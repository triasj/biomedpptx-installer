
<file path=[Content_Types].xml><?xml version="1.0" encoding="utf-8"?>
<Types xmlns="http://schemas.openxmlformats.org/package/2006/content-types">
  <Default Extension="emf" ContentType="image/x-emf"/>
  <Default Extension="jpeg" ContentType="image/jpeg"/>
  <Default Extension="jpg" ContentType="image/jpeg"/>
  <Default Extension="png" ContentType="image/pn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customXml/itemProps1.xml" ContentType="application/vnd.openxmlformats-officedocument.customXmlProperties+xml"/>
  <Override PartName="/customXml/itemProps2.xml" ContentType="application/vnd.openxmlformats-officedocument.customXmlProperties+xml"/>
  <Override PartName="/customXml/itemProps3.xml" ContentType="application/vnd.openxmlformats-officedocument.customXmlProperties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theme/theme2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changesInfos/changesInfo1.xml" ContentType="application/vnd.ms-powerpoint.changesinfo+xml"/>
  <Override PartName="/ppt/revisionInfo.xml" ContentType="application/vnd.ms-powerpoint.revisioninfo+xml"/>
  <Override PartName="/docProps/core.xml" ContentType="application/vnd.openxmlformats-package.core-properties+xml"/>
  <Override PartName="/docProps/app.xml" ContentType="application/vnd.openxmlformats-officedocument.extended-properties+xml"/>
  <Override PartName="/docProps/custom.xml" ContentType="application/vnd.openxmlformats-officedocument.custom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5" Type="http://schemas.openxmlformats.org/officeDocument/2006/relationships/custom-properties" Target="docProps/custom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738" r:id="rId4"/>
  </p:sldMasterIdLst>
  <p:notesMasterIdLst>
    <p:notesMasterId r:id="rId51"/>
  </p:notesMasterIdLst>
  <p:sldIdLst>
    <p:sldId id="256" r:id="rId5"/>
    <p:sldId id="262" r:id="rId6"/>
    <p:sldId id="272" r:id="rId7"/>
    <p:sldId id="273" r:id="rId8"/>
    <p:sldId id="274" r:id="rId9"/>
    <p:sldId id="275" r:id="rId10"/>
    <p:sldId id="276" r:id="rId11"/>
    <p:sldId id="277" r:id="rId12"/>
    <p:sldId id="278" r:id="rId13"/>
    <p:sldId id="279" r:id="rId14"/>
    <p:sldId id="280" r:id="rId15"/>
    <p:sldId id="281" r:id="rId16"/>
    <p:sldId id="282" r:id="rId17"/>
    <p:sldId id="283" r:id="rId18"/>
    <p:sldId id="284" r:id="rId19"/>
    <p:sldId id="285" r:id="rId20"/>
    <p:sldId id="286" r:id="rId21"/>
    <p:sldId id="287" r:id="rId22"/>
    <p:sldId id="314" r:id="rId23"/>
    <p:sldId id="288" r:id="rId24"/>
    <p:sldId id="289" r:id="rId25"/>
    <p:sldId id="290" r:id="rId26"/>
    <p:sldId id="291" r:id="rId27"/>
    <p:sldId id="292" r:id="rId28"/>
    <p:sldId id="293" r:id="rId29"/>
    <p:sldId id="294" r:id="rId30"/>
    <p:sldId id="295" r:id="rId31"/>
    <p:sldId id="296" r:id="rId32"/>
    <p:sldId id="297" r:id="rId33"/>
    <p:sldId id="298" r:id="rId34"/>
    <p:sldId id="299" r:id="rId35"/>
    <p:sldId id="300" r:id="rId36"/>
    <p:sldId id="301" r:id="rId37"/>
    <p:sldId id="302" r:id="rId38"/>
    <p:sldId id="303" r:id="rId39"/>
    <p:sldId id="312" r:id="rId40"/>
    <p:sldId id="316" r:id="rId41"/>
    <p:sldId id="304" r:id="rId42"/>
    <p:sldId id="315" r:id="rId43"/>
    <p:sldId id="313" r:id="rId44"/>
    <p:sldId id="305" r:id="rId45"/>
    <p:sldId id="306" r:id="rId46"/>
    <p:sldId id="307" r:id="rId47"/>
    <p:sldId id="308" r:id="rId48"/>
    <p:sldId id="309" r:id="rId49"/>
    <p:sldId id="310" r:id="rId50"/>
  </p:sldIdLst>
  <p:sldSz cx="12192000" cy="6858000"/>
  <p:notesSz cx="6858000" cy="9144000"/>
  <p:defaultTextStyle>
    <a:defPPr>
      <a:defRPr lang="fr-FR"/>
    </a:defPPr>
    <a:lvl1pPr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1pPr>
    <a:lvl2pPr marL="457200"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2pPr>
    <a:lvl3pPr marL="914400"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3pPr>
    <a:lvl4pPr marL="1371600"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4pPr>
    <a:lvl5pPr marL="1828800"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5pPr>
    <a:lvl6pPr marL="2286000" algn="l" defTabSz="914400" rtl="0" eaLnBrk="1" latinLnBrk="0" hangingPunct="1"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6pPr>
    <a:lvl7pPr marL="2743200" algn="l" defTabSz="914400" rtl="0" eaLnBrk="1" latinLnBrk="0" hangingPunct="1"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7pPr>
    <a:lvl8pPr marL="3200400" algn="l" defTabSz="914400" rtl="0" eaLnBrk="1" latinLnBrk="0" hangingPunct="1"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8pPr>
    <a:lvl9pPr marL="3657600" algn="l" defTabSz="914400" rtl="0" eaLnBrk="1" latinLnBrk="0" hangingPunct="1"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160">
          <p15:clr>
            <a:srgbClr val="A4A3A4"/>
          </p15:clr>
        </p15:guide>
        <p15:guide id="2" pos="3840">
          <p15:clr>
            <a:srgbClr val="A4A3A4"/>
          </p15:clr>
        </p15:guide>
      </p15:sldGuideLst>
    </p:ext>
    <p:ext uri="{2D200454-40CA-4A62-9FC3-DE9A4176ACB9}">
      <p15:notesGuideLst xmlns:p15="http://schemas.microsoft.com/office/powerpoint/2012/main">
        <p15:guide id="1" orient="horz" pos="2880">
          <p15:clr>
            <a:srgbClr val="A4A3A4"/>
          </p15:clr>
        </p15:guide>
        <p15:guide id="2" pos="2160">
          <p15:clr>
            <a:srgbClr val="A4A3A4"/>
          </p15:clr>
        </p15:guide>
      </p15:notes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revisionInfo.xml><?xml version="1.0" encoding="utf-8"?>
<p1510:revInfo xmlns:a="http://schemas.openxmlformats.org/drawingml/2006/main" xmlns:r="http://schemas.openxmlformats.org/officeDocument/2006/relationships" xmlns:p1510="http://schemas.microsoft.com/office/powerpoint/2015/10/main">
  <p1510:revLst>
    <p1510:client id="{3C8388FF-454A-4473-A3F7-D54B98AE5D28}" v="2" dt="2024-11-28T11:05:48.913"/>
  </p1510:revLst>
</p1510:revInfo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 horzBarState="maximized">
    <p:restoredLeft sz="15987" autoAdjust="0"/>
    <p:restoredTop sz="94660"/>
  </p:normalViewPr>
  <p:slideViewPr>
    <p:cSldViewPr snapToGrid="0">
      <p:cViewPr varScale="1">
        <p:scale>
          <a:sx n="110" d="100"/>
          <a:sy n="110" d="100"/>
        </p:scale>
        <p:origin x="492" y="108"/>
      </p:cViewPr>
      <p:guideLst>
        <p:guide orient="horz" pos="2160"/>
        <p:guide pos="3840"/>
      </p:guideLst>
    </p:cSldViewPr>
  </p:slideViewPr>
  <p:notesTextViewPr>
    <p:cViewPr>
      <p:scale>
        <a:sx n="1" d="1"/>
        <a:sy n="1" d="1"/>
      </p:scale>
      <p:origin x="0" y="0"/>
    </p:cViewPr>
  </p:notesTextViewPr>
  <p:sorterViewPr>
    <p:cViewPr varScale="1">
      <p:scale>
        <a:sx n="100" d="100"/>
        <a:sy n="100" d="100"/>
      </p:scale>
      <p:origin x="0" y="0"/>
    </p:cViewPr>
  </p:sorterViewPr>
  <p:notesViewPr>
    <p:cSldViewPr snapToGrid="0">
      <p:cViewPr varScale="1">
        <p:scale>
          <a:sx n="66" d="100"/>
          <a:sy n="66" d="100"/>
        </p:scale>
        <p:origin x="0" y="0"/>
      </p:cViewPr>
      <p:guideLst>
        <p:guide orient="horz" pos="2880"/>
        <p:guide pos="2160"/>
      </p:guideLst>
    </p:cSldViewPr>
  </p:notesViewPr>
  <p:gridSpacing cx="72008" cy="72008"/>
</p:viewPr>
</file>

<file path=ppt/_rels/presentation.xml.rels><?xml version="1.0" encoding="UTF-8" standalone="yes"?>
<Relationships xmlns="http://schemas.openxmlformats.org/package/2006/relationships"><Relationship Id="rId13" Type="http://schemas.openxmlformats.org/officeDocument/2006/relationships/slide" Target="slides/slide9.xml"/><Relationship Id="rId18" Type="http://schemas.openxmlformats.org/officeDocument/2006/relationships/slide" Target="slides/slide14.xml"/><Relationship Id="rId26" Type="http://schemas.openxmlformats.org/officeDocument/2006/relationships/slide" Target="slides/slide22.xml"/><Relationship Id="rId39" Type="http://schemas.openxmlformats.org/officeDocument/2006/relationships/slide" Target="slides/slide35.xml"/><Relationship Id="rId21" Type="http://schemas.openxmlformats.org/officeDocument/2006/relationships/slide" Target="slides/slide17.xml"/><Relationship Id="rId34" Type="http://schemas.openxmlformats.org/officeDocument/2006/relationships/slide" Target="slides/slide30.xml"/><Relationship Id="rId42" Type="http://schemas.openxmlformats.org/officeDocument/2006/relationships/slide" Target="slides/slide38.xml"/><Relationship Id="rId47" Type="http://schemas.openxmlformats.org/officeDocument/2006/relationships/slide" Target="slides/slide43.xml"/><Relationship Id="rId50" Type="http://schemas.openxmlformats.org/officeDocument/2006/relationships/slide" Target="slides/slide46.xml"/><Relationship Id="rId55" Type="http://schemas.openxmlformats.org/officeDocument/2006/relationships/tableStyles" Target="tableStyles.xml"/><Relationship Id="rId7" Type="http://schemas.openxmlformats.org/officeDocument/2006/relationships/slide" Target="slides/slide3.xml"/><Relationship Id="rId2" Type="http://schemas.openxmlformats.org/officeDocument/2006/relationships/customXml" Target="../customXml/item2.xml"/><Relationship Id="rId16" Type="http://schemas.openxmlformats.org/officeDocument/2006/relationships/slide" Target="slides/slide12.xml"/><Relationship Id="rId29" Type="http://schemas.openxmlformats.org/officeDocument/2006/relationships/slide" Target="slides/slide25.xml"/><Relationship Id="rId11" Type="http://schemas.openxmlformats.org/officeDocument/2006/relationships/slide" Target="slides/slide7.xml"/><Relationship Id="rId24" Type="http://schemas.openxmlformats.org/officeDocument/2006/relationships/slide" Target="slides/slide20.xml"/><Relationship Id="rId32" Type="http://schemas.openxmlformats.org/officeDocument/2006/relationships/slide" Target="slides/slide28.xml"/><Relationship Id="rId37" Type="http://schemas.openxmlformats.org/officeDocument/2006/relationships/slide" Target="slides/slide33.xml"/><Relationship Id="rId40" Type="http://schemas.openxmlformats.org/officeDocument/2006/relationships/slide" Target="slides/slide36.xml"/><Relationship Id="rId45" Type="http://schemas.openxmlformats.org/officeDocument/2006/relationships/slide" Target="slides/slide41.xml"/><Relationship Id="rId53" Type="http://schemas.openxmlformats.org/officeDocument/2006/relationships/viewProps" Target="viewProps.xml"/><Relationship Id="rId5" Type="http://schemas.openxmlformats.org/officeDocument/2006/relationships/slide" Target="slides/slide1.xml"/><Relationship Id="rId19" Type="http://schemas.openxmlformats.org/officeDocument/2006/relationships/slide" Target="slides/slide15.xml"/><Relationship Id="rId4" Type="http://schemas.openxmlformats.org/officeDocument/2006/relationships/slideMaster" Target="slideMasters/slideMaster1.xml"/><Relationship Id="rId9" Type="http://schemas.openxmlformats.org/officeDocument/2006/relationships/slide" Target="slides/slide5.xml"/><Relationship Id="rId14" Type="http://schemas.openxmlformats.org/officeDocument/2006/relationships/slide" Target="slides/slide10.xml"/><Relationship Id="rId22" Type="http://schemas.openxmlformats.org/officeDocument/2006/relationships/slide" Target="slides/slide18.xml"/><Relationship Id="rId27" Type="http://schemas.openxmlformats.org/officeDocument/2006/relationships/slide" Target="slides/slide23.xml"/><Relationship Id="rId30" Type="http://schemas.openxmlformats.org/officeDocument/2006/relationships/slide" Target="slides/slide26.xml"/><Relationship Id="rId35" Type="http://schemas.openxmlformats.org/officeDocument/2006/relationships/slide" Target="slides/slide31.xml"/><Relationship Id="rId43" Type="http://schemas.openxmlformats.org/officeDocument/2006/relationships/slide" Target="slides/slide39.xml"/><Relationship Id="rId48" Type="http://schemas.openxmlformats.org/officeDocument/2006/relationships/slide" Target="slides/slide44.xml"/><Relationship Id="rId56" Type="http://schemas.microsoft.com/office/2016/11/relationships/changesInfo" Target="changesInfos/changesInfo1.xml"/><Relationship Id="rId8" Type="http://schemas.openxmlformats.org/officeDocument/2006/relationships/slide" Target="slides/slide4.xml"/><Relationship Id="rId51" Type="http://schemas.openxmlformats.org/officeDocument/2006/relationships/notesMaster" Target="notesMasters/notesMaster1.xml"/><Relationship Id="rId3" Type="http://schemas.openxmlformats.org/officeDocument/2006/relationships/customXml" Target="../customXml/item3.xml"/><Relationship Id="rId12" Type="http://schemas.openxmlformats.org/officeDocument/2006/relationships/slide" Target="slides/slide8.xml"/><Relationship Id="rId17" Type="http://schemas.openxmlformats.org/officeDocument/2006/relationships/slide" Target="slides/slide13.xml"/><Relationship Id="rId25" Type="http://schemas.openxmlformats.org/officeDocument/2006/relationships/slide" Target="slides/slide21.xml"/><Relationship Id="rId33" Type="http://schemas.openxmlformats.org/officeDocument/2006/relationships/slide" Target="slides/slide29.xml"/><Relationship Id="rId38" Type="http://schemas.openxmlformats.org/officeDocument/2006/relationships/slide" Target="slides/slide34.xml"/><Relationship Id="rId46" Type="http://schemas.openxmlformats.org/officeDocument/2006/relationships/slide" Target="slides/slide42.xml"/><Relationship Id="rId20" Type="http://schemas.openxmlformats.org/officeDocument/2006/relationships/slide" Target="slides/slide16.xml"/><Relationship Id="rId41" Type="http://schemas.openxmlformats.org/officeDocument/2006/relationships/slide" Target="slides/slide37.xml"/><Relationship Id="rId54" Type="http://schemas.openxmlformats.org/officeDocument/2006/relationships/theme" Target="theme/theme1.xml"/><Relationship Id="rId1" Type="http://schemas.openxmlformats.org/officeDocument/2006/relationships/customXml" Target="../customXml/item1.xml"/><Relationship Id="rId6" Type="http://schemas.openxmlformats.org/officeDocument/2006/relationships/slide" Target="slides/slide2.xml"/><Relationship Id="rId15" Type="http://schemas.openxmlformats.org/officeDocument/2006/relationships/slide" Target="slides/slide11.xml"/><Relationship Id="rId23" Type="http://schemas.openxmlformats.org/officeDocument/2006/relationships/slide" Target="slides/slide19.xml"/><Relationship Id="rId28" Type="http://schemas.openxmlformats.org/officeDocument/2006/relationships/slide" Target="slides/slide24.xml"/><Relationship Id="rId36" Type="http://schemas.openxmlformats.org/officeDocument/2006/relationships/slide" Target="slides/slide32.xml"/><Relationship Id="rId49" Type="http://schemas.openxmlformats.org/officeDocument/2006/relationships/slide" Target="slides/slide45.xml"/><Relationship Id="rId57" Type="http://schemas.microsoft.com/office/2015/10/relationships/revisionInfo" Target="revisionInfo.xml"/><Relationship Id="rId10" Type="http://schemas.openxmlformats.org/officeDocument/2006/relationships/slide" Target="slides/slide6.xml"/><Relationship Id="rId31" Type="http://schemas.openxmlformats.org/officeDocument/2006/relationships/slide" Target="slides/slide27.xml"/><Relationship Id="rId44" Type="http://schemas.openxmlformats.org/officeDocument/2006/relationships/slide" Target="slides/slide40.xml"/><Relationship Id="rId52" Type="http://schemas.openxmlformats.org/officeDocument/2006/relationships/presProps" Target="presProps.xml"/></Relationships>
</file>

<file path=ppt/changesInfos/changesInfo1.xml><?xml version="1.0" encoding="utf-8"?>
<pc:chgInfo xmlns:a="http://schemas.openxmlformats.org/drawingml/2006/main" xmlns:r="http://schemas.openxmlformats.org/officeDocument/2006/relationships" xmlns:ac="http://schemas.microsoft.com/office/drawing/2013/main/command" xmlns:pc="http://schemas.microsoft.com/office/powerpoint/2013/main/command">
  <pc:docChgLst>
    <pc:chgData name="LESUR Christophe SI" userId="a0bda02c-4e6d-4ba6-bae4-63d8a5b4dc4b" providerId="ADAL" clId="{3C8388FF-454A-4473-A3F7-D54B98AE5D28}"/>
    <pc:docChg chg="custSel modSld modMainMaster">
      <pc:chgData name="LESUR Christophe SI" userId="a0bda02c-4e6d-4ba6-bae4-63d8a5b4dc4b" providerId="ADAL" clId="{3C8388FF-454A-4473-A3F7-D54B98AE5D28}" dt="2024-11-28T11:05:56.580" v="3" actId="2696"/>
      <pc:docMkLst>
        <pc:docMk/>
      </pc:docMkLst>
      <pc:sldChg chg="delSp modSp mod modClrScheme chgLayout">
        <pc:chgData name="LESUR Christophe SI" userId="a0bda02c-4e6d-4ba6-bae4-63d8a5b4dc4b" providerId="ADAL" clId="{3C8388FF-454A-4473-A3F7-D54B98AE5D28}" dt="2024-11-28T11:05:48.912" v="2" actId="478"/>
        <pc:sldMkLst>
          <pc:docMk/>
          <pc:sldMk cId="0" sldId="262"/>
        </pc:sldMkLst>
        <pc:spChg chg="mod ord">
          <ac:chgData name="LESUR Christophe SI" userId="a0bda02c-4e6d-4ba6-bae4-63d8a5b4dc4b" providerId="ADAL" clId="{3C8388FF-454A-4473-A3F7-D54B98AE5D28}" dt="2024-11-28T11:05:46.991" v="1" actId="700"/>
          <ac:spMkLst>
            <pc:docMk/>
            <pc:sldMk cId="0" sldId="262"/>
            <ac:spMk id="5122" creationId="{09DC0E47-F2B4-42B5-B52D-A6B8627C49DA}"/>
          </ac:spMkLst>
        </pc:spChg>
        <pc:picChg chg="del mod ord">
          <ac:chgData name="LESUR Christophe SI" userId="a0bda02c-4e6d-4ba6-bae4-63d8a5b4dc4b" providerId="ADAL" clId="{3C8388FF-454A-4473-A3F7-D54B98AE5D28}" dt="2024-11-28T11:05:48.912" v="2" actId="478"/>
          <ac:picMkLst>
            <pc:docMk/>
            <pc:sldMk cId="0" sldId="262"/>
            <ac:picMk id="3" creationId="{78829276-DB80-4C00-B3FD-672898FDECDA}"/>
          </ac:picMkLst>
        </pc:picChg>
      </pc:sldChg>
      <pc:sldChg chg="modSp">
        <pc:chgData name="LESUR Christophe SI" userId="a0bda02c-4e6d-4ba6-bae4-63d8a5b4dc4b" providerId="ADAL" clId="{3C8388FF-454A-4473-A3F7-D54B98AE5D28}" dt="2024-11-28T11:05:42.585" v="0"/>
        <pc:sldMkLst>
          <pc:docMk/>
          <pc:sldMk cId="0" sldId="272"/>
        </pc:sldMkLst>
        <pc:spChg chg="mod">
          <ac:chgData name="LESUR Christophe SI" userId="a0bda02c-4e6d-4ba6-bae4-63d8a5b4dc4b" providerId="ADAL" clId="{3C8388FF-454A-4473-A3F7-D54B98AE5D28}" dt="2024-11-28T11:05:42.585" v="0"/>
          <ac:spMkLst>
            <pc:docMk/>
            <pc:sldMk cId="0" sldId="272"/>
            <ac:spMk id="6146" creationId="{3BF91168-09AD-4111-AFAD-7506D5ECAA31}"/>
          </ac:spMkLst>
        </pc:spChg>
      </pc:sldChg>
      <pc:sldChg chg="modSp">
        <pc:chgData name="LESUR Christophe SI" userId="a0bda02c-4e6d-4ba6-bae4-63d8a5b4dc4b" providerId="ADAL" clId="{3C8388FF-454A-4473-A3F7-D54B98AE5D28}" dt="2024-11-28T11:05:42.585" v="0"/>
        <pc:sldMkLst>
          <pc:docMk/>
          <pc:sldMk cId="0" sldId="273"/>
        </pc:sldMkLst>
        <pc:spChg chg="mod">
          <ac:chgData name="LESUR Christophe SI" userId="a0bda02c-4e6d-4ba6-bae4-63d8a5b4dc4b" providerId="ADAL" clId="{3C8388FF-454A-4473-A3F7-D54B98AE5D28}" dt="2024-11-28T11:05:42.585" v="0"/>
          <ac:spMkLst>
            <pc:docMk/>
            <pc:sldMk cId="0" sldId="273"/>
            <ac:spMk id="7170" creationId="{5098441D-6957-4833-BD63-68C166F38D42}"/>
          </ac:spMkLst>
        </pc:spChg>
      </pc:sldChg>
      <pc:sldChg chg="modSp">
        <pc:chgData name="LESUR Christophe SI" userId="a0bda02c-4e6d-4ba6-bae4-63d8a5b4dc4b" providerId="ADAL" clId="{3C8388FF-454A-4473-A3F7-D54B98AE5D28}" dt="2024-11-28T11:05:42.585" v="0"/>
        <pc:sldMkLst>
          <pc:docMk/>
          <pc:sldMk cId="0" sldId="274"/>
        </pc:sldMkLst>
        <pc:spChg chg="mod">
          <ac:chgData name="LESUR Christophe SI" userId="a0bda02c-4e6d-4ba6-bae4-63d8a5b4dc4b" providerId="ADAL" clId="{3C8388FF-454A-4473-A3F7-D54B98AE5D28}" dt="2024-11-28T11:05:42.585" v="0"/>
          <ac:spMkLst>
            <pc:docMk/>
            <pc:sldMk cId="0" sldId="274"/>
            <ac:spMk id="8194" creationId="{3A7701B8-DB19-440A-8E87-5D191762780E}"/>
          </ac:spMkLst>
        </pc:spChg>
      </pc:sldChg>
      <pc:sldChg chg="modSp">
        <pc:chgData name="LESUR Christophe SI" userId="a0bda02c-4e6d-4ba6-bae4-63d8a5b4dc4b" providerId="ADAL" clId="{3C8388FF-454A-4473-A3F7-D54B98AE5D28}" dt="2024-11-28T11:05:42.585" v="0"/>
        <pc:sldMkLst>
          <pc:docMk/>
          <pc:sldMk cId="0" sldId="275"/>
        </pc:sldMkLst>
        <pc:spChg chg="mod">
          <ac:chgData name="LESUR Christophe SI" userId="a0bda02c-4e6d-4ba6-bae4-63d8a5b4dc4b" providerId="ADAL" clId="{3C8388FF-454A-4473-A3F7-D54B98AE5D28}" dt="2024-11-28T11:05:42.585" v="0"/>
          <ac:spMkLst>
            <pc:docMk/>
            <pc:sldMk cId="0" sldId="275"/>
            <ac:spMk id="10244" creationId="{C1528C45-4224-41E6-BABF-BD216BBAC0DF}"/>
          </ac:spMkLst>
        </pc:spChg>
      </pc:sldChg>
      <pc:sldChg chg="modSp">
        <pc:chgData name="LESUR Christophe SI" userId="a0bda02c-4e6d-4ba6-bae4-63d8a5b4dc4b" providerId="ADAL" clId="{3C8388FF-454A-4473-A3F7-D54B98AE5D28}" dt="2024-11-28T11:05:42.585" v="0"/>
        <pc:sldMkLst>
          <pc:docMk/>
          <pc:sldMk cId="0" sldId="276"/>
        </pc:sldMkLst>
        <pc:spChg chg="mod">
          <ac:chgData name="LESUR Christophe SI" userId="a0bda02c-4e6d-4ba6-bae4-63d8a5b4dc4b" providerId="ADAL" clId="{3C8388FF-454A-4473-A3F7-D54B98AE5D28}" dt="2024-11-28T11:05:42.585" v="0"/>
          <ac:spMkLst>
            <pc:docMk/>
            <pc:sldMk cId="0" sldId="276"/>
            <ac:spMk id="11268" creationId="{ED929064-BBE4-4222-98C7-34FFF3494482}"/>
          </ac:spMkLst>
        </pc:spChg>
      </pc:sldChg>
      <pc:sldChg chg="modSp">
        <pc:chgData name="LESUR Christophe SI" userId="a0bda02c-4e6d-4ba6-bae4-63d8a5b4dc4b" providerId="ADAL" clId="{3C8388FF-454A-4473-A3F7-D54B98AE5D28}" dt="2024-11-28T11:05:42.585" v="0"/>
        <pc:sldMkLst>
          <pc:docMk/>
          <pc:sldMk cId="0" sldId="277"/>
        </pc:sldMkLst>
        <pc:spChg chg="mod">
          <ac:chgData name="LESUR Christophe SI" userId="a0bda02c-4e6d-4ba6-bae4-63d8a5b4dc4b" providerId="ADAL" clId="{3C8388FF-454A-4473-A3F7-D54B98AE5D28}" dt="2024-11-28T11:05:42.585" v="0"/>
          <ac:spMkLst>
            <pc:docMk/>
            <pc:sldMk cId="0" sldId="277"/>
            <ac:spMk id="13316" creationId="{4EDD1917-ABBC-4AFC-92F4-800C1F30FB7D}"/>
          </ac:spMkLst>
        </pc:spChg>
      </pc:sldChg>
      <pc:sldChg chg="modSp">
        <pc:chgData name="LESUR Christophe SI" userId="a0bda02c-4e6d-4ba6-bae4-63d8a5b4dc4b" providerId="ADAL" clId="{3C8388FF-454A-4473-A3F7-D54B98AE5D28}" dt="2024-11-28T11:05:42.585" v="0"/>
        <pc:sldMkLst>
          <pc:docMk/>
          <pc:sldMk cId="0" sldId="278"/>
        </pc:sldMkLst>
        <pc:spChg chg="mod">
          <ac:chgData name="LESUR Christophe SI" userId="a0bda02c-4e6d-4ba6-bae4-63d8a5b4dc4b" providerId="ADAL" clId="{3C8388FF-454A-4473-A3F7-D54B98AE5D28}" dt="2024-11-28T11:05:42.585" v="0"/>
          <ac:spMkLst>
            <pc:docMk/>
            <pc:sldMk cId="0" sldId="278"/>
            <ac:spMk id="14338" creationId="{B3B7606D-8510-499F-A988-249D5831FEFD}"/>
          </ac:spMkLst>
        </pc:spChg>
      </pc:sldChg>
      <pc:sldChg chg="modSp">
        <pc:chgData name="LESUR Christophe SI" userId="a0bda02c-4e6d-4ba6-bae4-63d8a5b4dc4b" providerId="ADAL" clId="{3C8388FF-454A-4473-A3F7-D54B98AE5D28}" dt="2024-11-28T11:05:42.585" v="0"/>
        <pc:sldMkLst>
          <pc:docMk/>
          <pc:sldMk cId="0" sldId="279"/>
        </pc:sldMkLst>
        <pc:spChg chg="mod">
          <ac:chgData name="LESUR Christophe SI" userId="a0bda02c-4e6d-4ba6-bae4-63d8a5b4dc4b" providerId="ADAL" clId="{3C8388FF-454A-4473-A3F7-D54B98AE5D28}" dt="2024-11-28T11:05:42.585" v="0"/>
          <ac:spMkLst>
            <pc:docMk/>
            <pc:sldMk cId="0" sldId="279"/>
            <ac:spMk id="16386" creationId="{1672942B-C245-48AF-8D58-587382CEFCF5}"/>
          </ac:spMkLst>
        </pc:spChg>
      </pc:sldChg>
      <pc:sldChg chg="modSp">
        <pc:chgData name="LESUR Christophe SI" userId="a0bda02c-4e6d-4ba6-bae4-63d8a5b4dc4b" providerId="ADAL" clId="{3C8388FF-454A-4473-A3F7-D54B98AE5D28}" dt="2024-11-28T11:05:42.585" v="0"/>
        <pc:sldMkLst>
          <pc:docMk/>
          <pc:sldMk cId="0" sldId="280"/>
        </pc:sldMkLst>
        <pc:spChg chg="mod">
          <ac:chgData name="LESUR Christophe SI" userId="a0bda02c-4e6d-4ba6-bae4-63d8a5b4dc4b" providerId="ADAL" clId="{3C8388FF-454A-4473-A3F7-D54B98AE5D28}" dt="2024-11-28T11:05:42.585" v="0"/>
          <ac:spMkLst>
            <pc:docMk/>
            <pc:sldMk cId="0" sldId="280"/>
            <ac:spMk id="17412" creationId="{6FB04308-1928-4A6D-8974-6C78AA3BDFFC}"/>
          </ac:spMkLst>
        </pc:spChg>
      </pc:sldChg>
      <pc:sldChg chg="modSp">
        <pc:chgData name="LESUR Christophe SI" userId="a0bda02c-4e6d-4ba6-bae4-63d8a5b4dc4b" providerId="ADAL" clId="{3C8388FF-454A-4473-A3F7-D54B98AE5D28}" dt="2024-11-28T11:05:42.585" v="0"/>
        <pc:sldMkLst>
          <pc:docMk/>
          <pc:sldMk cId="0" sldId="281"/>
        </pc:sldMkLst>
        <pc:spChg chg="mod">
          <ac:chgData name="LESUR Christophe SI" userId="a0bda02c-4e6d-4ba6-bae4-63d8a5b4dc4b" providerId="ADAL" clId="{3C8388FF-454A-4473-A3F7-D54B98AE5D28}" dt="2024-11-28T11:05:42.585" v="0"/>
          <ac:spMkLst>
            <pc:docMk/>
            <pc:sldMk cId="0" sldId="281"/>
            <ac:spMk id="18436" creationId="{6B6060E9-27F9-45F3-9F7E-09C9613ABDAE}"/>
          </ac:spMkLst>
        </pc:spChg>
      </pc:sldChg>
      <pc:sldChg chg="modSp">
        <pc:chgData name="LESUR Christophe SI" userId="a0bda02c-4e6d-4ba6-bae4-63d8a5b4dc4b" providerId="ADAL" clId="{3C8388FF-454A-4473-A3F7-D54B98AE5D28}" dt="2024-11-28T11:05:42.585" v="0"/>
        <pc:sldMkLst>
          <pc:docMk/>
          <pc:sldMk cId="0" sldId="282"/>
        </pc:sldMkLst>
        <pc:spChg chg="mod">
          <ac:chgData name="LESUR Christophe SI" userId="a0bda02c-4e6d-4ba6-bae4-63d8a5b4dc4b" providerId="ADAL" clId="{3C8388FF-454A-4473-A3F7-D54B98AE5D28}" dt="2024-11-28T11:05:42.585" v="0"/>
          <ac:spMkLst>
            <pc:docMk/>
            <pc:sldMk cId="0" sldId="282"/>
            <ac:spMk id="19460" creationId="{89A4F6FA-76CF-4194-A273-F316D9BD54D6}"/>
          </ac:spMkLst>
        </pc:spChg>
      </pc:sldChg>
      <pc:sldChg chg="modSp">
        <pc:chgData name="LESUR Christophe SI" userId="a0bda02c-4e6d-4ba6-bae4-63d8a5b4dc4b" providerId="ADAL" clId="{3C8388FF-454A-4473-A3F7-D54B98AE5D28}" dt="2024-11-28T11:05:42.585" v="0"/>
        <pc:sldMkLst>
          <pc:docMk/>
          <pc:sldMk cId="0" sldId="283"/>
        </pc:sldMkLst>
        <pc:spChg chg="mod">
          <ac:chgData name="LESUR Christophe SI" userId="a0bda02c-4e6d-4ba6-bae4-63d8a5b4dc4b" providerId="ADAL" clId="{3C8388FF-454A-4473-A3F7-D54B98AE5D28}" dt="2024-11-28T11:05:42.585" v="0"/>
          <ac:spMkLst>
            <pc:docMk/>
            <pc:sldMk cId="0" sldId="283"/>
            <ac:spMk id="20482" creationId="{FEBEC3AF-2902-496C-A89B-1C89D0585D4C}"/>
          </ac:spMkLst>
        </pc:spChg>
      </pc:sldChg>
      <pc:sldChg chg="modSp">
        <pc:chgData name="LESUR Christophe SI" userId="a0bda02c-4e6d-4ba6-bae4-63d8a5b4dc4b" providerId="ADAL" clId="{3C8388FF-454A-4473-A3F7-D54B98AE5D28}" dt="2024-11-28T11:05:42.585" v="0"/>
        <pc:sldMkLst>
          <pc:docMk/>
          <pc:sldMk cId="0" sldId="284"/>
        </pc:sldMkLst>
        <pc:spChg chg="mod">
          <ac:chgData name="LESUR Christophe SI" userId="a0bda02c-4e6d-4ba6-bae4-63d8a5b4dc4b" providerId="ADAL" clId="{3C8388FF-454A-4473-A3F7-D54B98AE5D28}" dt="2024-11-28T11:05:42.585" v="0"/>
          <ac:spMkLst>
            <pc:docMk/>
            <pc:sldMk cId="0" sldId="284"/>
            <ac:spMk id="22530" creationId="{F1CE1434-06D3-40D7-BF32-7B65B579EC6C}"/>
          </ac:spMkLst>
        </pc:spChg>
      </pc:sldChg>
      <pc:sldChg chg="modSp">
        <pc:chgData name="LESUR Christophe SI" userId="a0bda02c-4e6d-4ba6-bae4-63d8a5b4dc4b" providerId="ADAL" clId="{3C8388FF-454A-4473-A3F7-D54B98AE5D28}" dt="2024-11-28T11:05:42.585" v="0"/>
        <pc:sldMkLst>
          <pc:docMk/>
          <pc:sldMk cId="0" sldId="285"/>
        </pc:sldMkLst>
        <pc:spChg chg="mod">
          <ac:chgData name="LESUR Christophe SI" userId="a0bda02c-4e6d-4ba6-bae4-63d8a5b4dc4b" providerId="ADAL" clId="{3C8388FF-454A-4473-A3F7-D54B98AE5D28}" dt="2024-11-28T11:05:42.585" v="0"/>
          <ac:spMkLst>
            <pc:docMk/>
            <pc:sldMk cId="0" sldId="285"/>
            <ac:spMk id="24580" creationId="{4563A493-D7DA-4F66-BE58-12805097A073}"/>
          </ac:spMkLst>
        </pc:spChg>
      </pc:sldChg>
      <pc:sldChg chg="modSp">
        <pc:chgData name="LESUR Christophe SI" userId="a0bda02c-4e6d-4ba6-bae4-63d8a5b4dc4b" providerId="ADAL" clId="{3C8388FF-454A-4473-A3F7-D54B98AE5D28}" dt="2024-11-28T11:05:42.585" v="0"/>
        <pc:sldMkLst>
          <pc:docMk/>
          <pc:sldMk cId="0" sldId="286"/>
        </pc:sldMkLst>
        <pc:spChg chg="mod">
          <ac:chgData name="LESUR Christophe SI" userId="a0bda02c-4e6d-4ba6-bae4-63d8a5b4dc4b" providerId="ADAL" clId="{3C8388FF-454A-4473-A3F7-D54B98AE5D28}" dt="2024-11-28T11:05:42.585" v="0"/>
          <ac:spMkLst>
            <pc:docMk/>
            <pc:sldMk cId="0" sldId="286"/>
            <ac:spMk id="26628" creationId="{A23B87EC-1549-46B7-AD2E-41B24472A474}"/>
          </ac:spMkLst>
        </pc:spChg>
      </pc:sldChg>
      <pc:sldChg chg="modSp">
        <pc:chgData name="LESUR Christophe SI" userId="a0bda02c-4e6d-4ba6-bae4-63d8a5b4dc4b" providerId="ADAL" clId="{3C8388FF-454A-4473-A3F7-D54B98AE5D28}" dt="2024-11-28T11:05:42.585" v="0"/>
        <pc:sldMkLst>
          <pc:docMk/>
          <pc:sldMk cId="0" sldId="287"/>
        </pc:sldMkLst>
        <pc:spChg chg="mod">
          <ac:chgData name="LESUR Christophe SI" userId="a0bda02c-4e6d-4ba6-bae4-63d8a5b4dc4b" providerId="ADAL" clId="{3C8388FF-454A-4473-A3F7-D54B98AE5D28}" dt="2024-11-28T11:05:42.585" v="0"/>
          <ac:spMkLst>
            <pc:docMk/>
            <pc:sldMk cId="0" sldId="287"/>
            <ac:spMk id="27652" creationId="{536DCA46-A88B-4442-9ECA-2EAA80327A63}"/>
          </ac:spMkLst>
        </pc:spChg>
      </pc:sldChg>
      <pc:sldChg chg="modSp">
        <pc:chgData name="LESUR Christophe SI" userId="a0bda02c-4e6d-4ba6-bae4-63d8a5b4dc4b" providerId="ADAL" clId="{3C8388FF-454A-4473-A3F7-D54B98AE5D28}" dt="2024-11-28T11:05:42.585" v="0"/>
        <pc:sldMkLst>
          <pc:docMk/>
          <pc:sldMk cId="0" sldId="288"/>
        </pc:sldMkLst>
        <pc:spChg chg="mod">
          <ac:chgData name="LESUR Christophe SI" userId="a0bda02c-4e6d-4ba6-bae4-63d8a5b4dc4b" providerId="ADAL" clId="{3C8388FF-454A-4473-A3F7-D54B98AE5D28}" dt="2024-11-28T11:05:42.585" v="0"/>
          <ac:spMkLst>
            <pc:docMk/>
            <pc:sldMk cId="0" sldId="288"/>
            <ac:spMk id="28674" creationId="{678036D6-182F-4594-A0BA-0C5659E21C05}"/>
          </ac:spMkLst>
        </pc:spChg>
      </pc:sldChg>
      <pc:sldChg chg="modSp">
        <pc:chgData name="LESUR Christophe SI" userId="a0bda02c-4e6d-4ba6-bae4-63d8a5b4dc4b" providerId="ADAL" clId="{3C8388FF-454A-4473-A3F7-D54B98AE5D28}" dt="2024-11-28T11:05:42.585" v="0"/>
        <pc:sldMkLst>
          <pc:docMk/>
          <pc:sldMk cId="0" sldId="289"/>
        </pc:sldMkLst>
        <pc:spChg chg="mod">
          <ac:chgData name="LESUR Christophe SI" userId="a0bda02c-4e6d-4ba6-bae4-63d8a5b4dc4b" providerId="ADAL" clId="{3C8388FF-454A-4473-A3F7-D54B98AE5D28}" dt="2024-11-28T11:05:42.585" v="0"/>
          <ac:spMkLst>
            <pc:docMk/>
            <pc:sldMk cId="0" sldId="289"/>
            <ac:spMk id="29698" creationId="{C3EE740E-8404-47AD-A313-1DA16D84E146}"/>
          </ac:spMkLst>
        </pc:spChg>
      </pc:sldChg>
      <pc:sldChg chg="modSp">
        <pc:chgData name="LESUR Christophe SI" userId="a0bda02c-4e6d-4ba6-bae4-63d8a5b4dc4b" providerId="ADAL" clId="{3C8388FF-454A-4473-A3F7-D54B98AE5D28}" dt="2024-11-28T11:05:42.585" v="0"/>
        <pc:sldMkLst>
          <pc:docMk/>
          <pc:sldMk cId="0" sldId="290"/>
        </pc:sldMkLst>
        <pc:spChg chg="mod">
          <ac:chgData name="LESUR Christophe SI" userId="a0bda02c-4e6d-4ba6-bae4-63d8a5b4dc4b" providerId="ADAL" clId="{3C8388FF-454A-4473-A3F7-D54B98AE5D28}" dt="2024-11-28T11:05:42.585" v="0"/>
          <ac:spMkLst>
            <pc:docMk/>
            <pc:sldMk cId="0" sldId="290"/>
            <ac:spMk id="31746" creationId="{C83B880B-98A2-43EB-A17E-60CF4D7F1C12}"/>
          </ac:spMkLst>
        </pc:spChg>
      </pc:sldChg>
      <pc:sldChg chg="modSp">
        <pc:chgData name="LESUR Christophe SI" userId="a0bda02c-4e6d-4ba6-bae4-63d8a5b4dc4b" providerId="ADAL" clId="{3C8388FF-454A-4473-A3F7-D54B98AE5D28}" dt="2024-11-28T11:05:42.585" v="0"/>
        <pc:sldMkLst>
          <pc:docMk/>
          <pc:sldMk cId="0" sldId="291"/>
        </pc:sldMkLst>
        <pc:spChg chg="mod">
          <ac:chgData name="LESUR Christophe SI" userId="a0bda02c-4e6d-4ba6-bae4-63d8a5b4dc4b" providerId="ADAL" clId="{3C8388FF-454A-4473-A3F7-D54B98AE5D28}" dt="2024-11-28T11:05:42.585" v="0"/>
          <ac:spMkLst>
            <pc:docMk/>
            <pc:sldMk cId="0" sldId="291"/>
            <ac:spMk id="32770" creationId="{B0F10C3C-90FC-4BAB-A0A3-4D64669B66DA}"/>
          </ac:spMkLst>
        </pc:spChg>
      </pc:sldChg>
      <pc:sldChg chg="modSp">
        <pc:chgData name="LESUR Christophe SI" userId="a0bda02c-4e6d-4ba6-bae4-63d8a5b4dc4b" providerId="ADAL" clId="{3C8388FF-454A-4473-A3F7-D54B98AE5D28}" dt="2024-11-28T11:05:42.585" v="0"/>
        <pc:sldMkLst>
          <pc:docMk/>
          <pc:sldMk cId="0" sldId="292"/>
        </pc:sldMkLst>
        <pc:spChg chg="mod">
          <ac:chgData name="LESUR Christophe SI" userId="a0bda02c-4e6d-4ba6-bae4-63d8a5b4dc4b" providerId="ADAL" clId="{3C8388FF-454A-4473-A3F7-D54B98AE5D28}" dt="2024-11-28T11:05:42.585" v="0"/>
          <ac:spMkLst>
            <pc:docMk/>
            <pc:sldMk cId="0" sldId="292"/>
            <ac:spMk id="33794" creationId="{1A8709B9-C6CD-4BF3-BD8A-26FBBBDB141E}"/>
          </ac:spMkLst>
        </pc:spChg>
      </pc:sldChg>
      <pc:sldChg chg="modSp">
        <pc:chgData name="LESUR Christophe SI" userId="a0bda02c-4e6d-4ba6-bae4-63d8a5b4dc4b" providerId="ADAL" clId="{3C8388FF-454A-4473-A3F7-D54B98AE5D28}" dt="2024-11-28T11:05:42.585" v="0"/>
        <pc:sldMkLst>
          <pc:docMk/>
          <pc:sldMk cId="0" sldId="293"/>
        </pc:sldMkLst>
        <pc:spChg chg="mod">
          <ac:chgData name="LESUR Christophe SI" userId="a0bda02c-4e6d-4ba6-bae4-63d8a5b4dc4b" providerId="ADAL" clId="{3C8388FF-454A-4473-A3F7-D54B98AE5D28}" dt="2024-11-28T11:05:42.585" v="0"/>
          <ac:spMkLst>
            <pc:docMk/>
            <pc:sldMk cId="0" sldId="293"/>
            <ac:spMk id="34818" creationId="{16A5EB4B-8FA9-444E-A7C4-F449AF527C47}"/>
          </ac:spMkLst>
        </pc:spChg>
      </pc:sldChg>
      <pc:sldChg chg="modSp">
        <pc:chgData name="LESUR Christophe SI" userId="a0bda02c-4e6d-4ba6-bae4-63d8a5b4dc4b" providerId="ADAL" clId="{3C8388FF-454A-4473-A3F7-D54B98AE5D28}" dt="2024-11-28T11:05:42.585" v="0"/>
        <pc:sldMkLst>
          <pc:docMk/>
          <pc:sldMk cId="0" sldId="294"/>
        </pc:sldMkLst>
        <pc:spChg chg="mod">
          <ac:chgData name="LESUR Christophe SI" userId="a0bda02c-4e6d-4ba6-bae4-63d8a5b4dc4b" providerId="ADAL" clId="{3C8388FF-454A-4473-A3F7-D54B98AE5D28}" dt="2024-11-28T11:05:42.585" v="0"/>
          <ac:spMkLst>
            <pc:docMk/>
            <pc:sldMk cId="0" sldId="294"/>
            <ac:spMk id="35842" creationId="{87D13490-61AF-4AE2-A929-1C7A8FB9D0CB}"/>
          </ac:spMkLst>
        </pc:spChg>
      </pc:sldChg>
      <pc:sldChg chg="modSp">
        <pc:chgData name="LESUR Christophe SI" userId="a0bda02c-4e6d-4ba6-bae4-63d8a5b4dc4b" providerId="ADAL" clId="{3C8388FF-454A-4473-A3F7-D54B98AE5D28}" dt="2024-11-28T11:05:42.585" v="0"/>
        <pc:sldMkLst>
          <pc:docMk/>
          <pc:sldMk cId="0" sldId="295"/>
        </pc:sldMkLst>
        <pc:spChg chg="mod">
          <ac:chgData name="LESUR Christophe SI" userId="a0bda02c-4e6d-4ba6-bae4-63d8a5b4dc4b" providerId="ADAL" clId="{3C8388FF-454A-4473-A3F7-D54B98AE5D28}" dt="2024-11-28T11:05:42.585" v="0"/>
          <ac:spMkLst>
            <pc:docMk/>
            <pc:sldMk cId="0" sldId="295"/>
            <ac:spMk id="36866" creationId="{0A46AE0E-A20E-44BA-BB44-A9A146727E0A}"/>
          </ac:spMkLst>
        </pc:spChg>
      </pc:sldChg>
      <pc:sldChg chg="modSp">
        <pc:chgData name="LESUR Christophe SI" userId="a0bda02c-4e6d-4ba6-bae4-63d8a5b4dc4b" providerId="ADAL" clId="{3C8388FF-454A-4473-A3F7-D54B98AE5D28}" dt="2024-11-28T11:05:42.585" v="0"/>
        <pc:sldMkLst>
          <pc:docMk/>
          <pc:sldMk cId="0" sldId="296"/>
        </pc:sldMkLst>
        <pc:spChg chg="mod">
          <ac:chgData name="LESUR Christophe SI" userId="a0bda02c-4e6d-4ba6-bae4-63d8a5b4dc4b" providerId="ADAL" clId="{3C8388FF-454A-4473-A3F7-D54B98AE5D28}" dt="2024-11-28T11:05:42.585" v="0"/>
          <ac:spMkLst>
            <pc:docMk/>
            <pc:sldMk cId="0" sldId="296"/>
            <ac:spMk id="37890" creationId="{7E19FFED-6719-4560-A075-52909F2BCE9F}"/>
          </ac:spMkLst>
        </pc:spChg>
      </pc:sldChg>
      <pc:sldChg chg="modSp">
        <pc:chgData name="LESUR Christophe SI" userId="a0bda02c-4e6d-4ba6-bae4-63d8a5b4dc4b" providerId="ADAL" clId="{3C8388FF-454A-4473-A3F7-D54B98AE5D28}" dt="2024-11-28T11:05:42.585" v="0"/>
        <pc:sldMkLst>
          <pc:docMk/>
          <pc:sldMk cId="0" sldId="297"/>
        </pc:sldMkLst>
        <pc:spChg chg="mod">
          <ac:chgData name="LESUR Christophe SI" userId="a0bda02c-4e6d-4ba6-bae4-63d8a5b4dc4b" providerId="ADAL" clId="{3C8388FF-454A-4473-A3F7-D54B98AE5D28}" dt="2024-11-28T11:05:42.585" v="0"/>
          <ac:spMkLst>
            <pc:docMk/>
            <pc:sldMk cId="0" sldId="297"/>
            <ac:spMk id="38914" creationId="{26A0E1B9-A7C5-45A4-BFF6-C298728C9584}"/>
          </ac:spMkLst>
        </pc:spChg>
      </pc:sldChg>
      <pc:sldChg chg="modSp">
        <pc:chgData name="LESUR Christophe SI" userId="a0bda02c-4e6d-4ba6-bae4-63d8a5b4dc4b" providerId="ADAL" clId="{3C8388FF-454A-4473-A3F7-D54B98AE5D28}" dt="2024-11-28T11:05:42.585" v="0"/>
        <pc:sldMkLst>
          <pc:docMk/>
          <pc:sldMk cId="0" sldId="298"/>
        </pc:sldMkLst>
        <pc:spChg chg="mod">
          <ac:chgData name="LESUR Christophe SI" userId="a0bda02c-4e6d-4ba6-bae4-63d8a5b4dc4b" providerId="ADAL" clId="{3C8388FF-454A-4473-A3F7-D54B98AE5D28}" dt="2024-11-28T11:05:42.585" v="0"/>
          <ac:spMkLst>
            <pc:docMk/>
            <pc:sldMk cId="0" sldId="298"/>
            <ac:spMk id="39938" creationId="{C313AC09-71CC-4FC6-8FB2-F14B76C974DD}"/>
          </ac:spMkLst>
        </pc:spChg>
      </pc:sldChg>
      <pc:sldChg chg="modSp">
        <pc:chgData name="LESUR Christophe SI" userId="a0bda02c-4e6d-4ba6-bae4-63d8a5b4dc4b" providerId="ADAL" clId="{3C8388FF-454A-4473-A3F7-D54B98AE5D28}" dt="2024-11-28T11:05:42.585" v="0"/>
        <pc:sldMkLst>
          <pc:docMk/>
          <pc:sldMk cId="0" sldId="299"/>
        </pc:sldMkLst>
        <pc:spChg chg="mod">
          <ac:chgData name="LESUR Christophe SI" userId="a0bda02c-4e6d-4ba6-bae4-63d8a5b4dc4b" providerId="ADAL" clId="{3C8388FF-454A-4473-A3F7-D54B98AE5D28}" dt="2024-11-28T11:05:42.585" v="0"/>
          <ac:spMkLst>
            <pc:docMk/>
            <pc:sldMk cId="0" sldId="299"/>
            <ac:spMk id="41986" creationId="{115F75DA-1AA6-4CF9-9E7E-A53EB95BCF7E}"/>
          </ac:spMkLst>
        </pc:spChg>
      </pc:sldChg>
      <pc:sldChg chg="modSp">
        <pc:chgData name="LESUR Christophe SI" userId="a0bda02c-4e6d-4ba6-bae4-63d8a5b4dc4b" providerId="ADAL" clId="{3C8388FF-454A-4473-A3F7-D54B98AE5D28}" dt="2024-11-28T11:05:42.585" v="0"/>
        <pc:sldMkLst>
          <pc:docMk/>
          <pc:sldMk cId="0" sldId="300"/>
        </pc:sldMkLst>
        <pc:spChg chg="mod">
          <ac:chgData name="LESUR Christophe SI" userId="a0bda02c-4e6d-4ba6-bae4-63d8a5b4dc4b" providerId="ADAL" clId="{3C8388FF-454A-4473-A3F7-D54B98AE5D28}" dt="2024-11-28T11:05:42.585" v="0"/>
          <ac:spMkLst>
            <pc:docMk/>
            <pc:sldMk cId="0" sldId="300"/>
            <ac:spMk id="43010" creationId="{C7535206-29C8-4160-9E99-36FF2B63B75D}"/>
          </ac:spMkLst>
        </pc:spChg>
      </pc:sldChg>
      <pc:sldChg chg="modSp">
        <pc:chgData name="LESUR Christophe SI" userId="a0bda02c-4e6d-4ba6-bae4-63d8a5b4dc4b" providerId="ADAL" clId="{3C8388FF-454A-4473-A3F7-D54B98AE5D28}" dt="2024-11-28T11:05:42.585" v="0"/>
        <pc:sldMkLst>
          <pc:docMk/>
          <pc:sldMk cId="0" sldId="301"/>
        </pc:sldMkLst>
        <pc:spChg chg="mod">
          <ac:chgData name="LESUR Christophe SI" userId="a0bda02c-4e6d-4ba6-bae4-63d8a5b4dc4b" providerId="ADAL" clId="{3C8388FF-454A-4473-A3F7-D54B98AE5D28}" dt="2024-11-28T11:05:42.585" v="0"/>
          <ac:spMkLst>
            <pc:docMk/>
            <pc:sldMk cId="0" sldId="301"/>
            <ac:spMk id="44034" creationId="{04E8BBCA-110C-4BA2-84DA-BC1BEBDC66FF}"/>
          </ac:spMkLst>
        </pc:spChg>
      </pc:sldChg>
      <pc:sldChg chg="modSp">
        <pc:chgData name="LESUR Christophe SI" userId="a0bda02c-4e6d-4ba6-bae4-63d8a5b4dc4b" providerId="ADAL" clId="{3C8388FF-454A-4473-A3F7-D54B98AE5D28}" dt="2024-11-28T11:05:42.585" v="0"/>
        <pc:sldMkLst>
          <pc:docMk/>
          <pc:sldMk cId="0" sldId="302"/>
        </pc:sldMkLst>
        <pc:spChg chg="mod">
          <ac:chgData name="LESUR Christophe SI" userId="a0bda02c-4e6d-4ba6-bae4-63d8a5b4dc4b" providerId="ADAL" clId="{3C8388FF-454A-4473-A3F7-D54B98AE5D28}" dt="2024-11-28T11:05:42.585" v="0"/>
          <ac:spMkLst>
            <pc:docMk/>
            <pc:sldMk cId="0" sldId="302"/>
            <ac:spMk id="45058" creationId="{6F188FCF-8462-407E-821A-5665713F76A4}"/>
          </ac:spMkLst>
        </pc:spChg>
      </pc:sldChg>
      <pc:sldChg chg="modSp">
        <pc:chgData name="LESUR Christophe SI" userId="a0bda02c-4e6d-4ba6-bae4-63d8a5b4dc4b" providerId="ADAL" clId="{3C8388FF-454A-4473-A3F7-D54B98AE5D28}" dt="2024-11-28T11:05:42.585" v="0"/>
        <pc:sldMkLst>
          <pc:docMk/>
          <pc:sldMk cId="0" sldId="303"/>
        </pc:sldMkLst>
        <pc:spChg chg="mod">
          <ac:chgData name="LESUR Christophe SI" userId="a0bda02c-4e6d-4ba6-bae4-63d8a5b4dc4b" providerId="ADAL" clId="{3C8388FF-454A-4473-A3F7-D54B98AE5D28}" dt="2024-11-28T11:05:42.585" v="0"/>
          <ac:spMkLst>
            <pc:docMk/>
            <pc:sldMk cId="0" sldId="303"/>
            <ac:spMk id="46082" creationId="{B3DBC1DB-A2CD-4A8F-BCBD-CBE1243A697A}"/>
          </ac:spMkLst>
        </pc:spChg>
      </pc:sldChg>
      <pc:sldChg chg="modSp">
        <pc:chgData name="LESUR Christophe SI" userId="a0bda02c-4e6d-4ba6-bae4-63d8a5b4dc4b" providerId="ADAL" clId="{3C8388FF-454A-4473-A3F7-D54B98AE5D28}" dt="2024-11-28T11:05:42.585" v="0"/>
        <pc:sldMkLst>
          <pc:docMk/>
          <pc:sldMk cId="0" sldId="304"/>
        </pc:sldMkLst>
        <pc:spChg chg="mod">
          <ac:chgData name="LESUR Christophe SI" userId="a0bda02c-4e6d-4ba6-bae4-63d8a5b4dc4b" providerId="ADAL" clId="{3C8388FF-454A-4473-A3F7-D54B98AE5D28}" dt="2024-11-28T11:05:42.585" v="0"/>
          <ac:spMkLst>
            <pc:docMk/>
            <pc:sldMk cId="0" sldId="304"/>
            <ac:spMk id="47106" creationId="{2EBD7B22-F513-4D03-B054-55D37A57B62F}"/>
          </ac:spMkLst>
        </pc:spChg>
      </pc:sldChg>
      <pc:sldChg chg="modSp">
        <pc:chgData name="LESUR Christophe SI" userId="a0bda02c-4e6d-4ba6-bae4-63d8a5b4dc4b" providerId="ADAL" clId="{3C8388FF-454A-4473-A3F7-D54B98AE5D28}" dt="2024-11-28T11:05:42.585" v="0"/>
        <pc:sldMkLst>
          <pc:docMk/>
          <pc:sldMk cId="0" sldId="305"/>
        </pc:sldMkLst>
        <pc:spChg chg="mod">
          <ac:chgData name="LESUR Christophe SI" userId="a0bda02c-4e6d-4ba6-bae4-63d8a5b4dc4b" providerId="ADAL" clId="{3C8388FF-454A-4473-A3F7-D54B98AE5D28}" dt="2024-11-28T11:05:42.585" v="0"/>
          <ac:spMkLst>
            <pc:docMk/>
            <pc:sldMk cId="0" sldId="305"/>
            <ac:spMk id="48130" creationId="{77AE7987-1932-48CE-B581-C662C2F97A1D}"/>
          </ac:spMkLst>
        </pc:spChg>
      </pc:sldChg>
      <pc:sldChg chg="modSp">
        <pc:chgData name="LESUR Christophe SI" userId="a0bda02c-4e6d-4ba6-bae4-63d8a5b4dc4b" providerId="ADAL" clId="{3C8388FF-454A-4473-A3F7-D54B98AE5D28}" dt="2024-11-28T11:05:42.585" v="0"/>
        <pc:sldMkLst>
          <pc:docMk/>
          <pc:sldMk cId="0" sldId="306"/>
        </pc:sldMkLst>
        <pc:spChg chg="mod">
          <ac:chgData name="LESUR Christophe SI" userId="a0bda02c-4e6d-4ba6-bae4-63d8a5b4dc4b" providerId="ADAL" clId="{3C8388FF-454A-4473-A3F7-D54B98AE5D28}" dt="2024-11-28T11:05:42.585" v="0"/>
          <ac:spMkLst>
            <pc:docMk/>
            <pc:sldMk cId="0" sldId="306"/>
            <ac:spMk id="49154" creationId="{755B288D-B998-4E8A-8C75-35C2BBCDF59D}"/>
          </ac:spMkLst>
        </pc:spChg>
      </pc:sldChg>
      <pc:sldChg chg="modSp">
        <pc:chgData name="LESUR Christophe SI" userId="a0bda02c-4e6d-4ba6-bae4-63d8a5b4dc4b" providerId="ADAL" clId="{3C8388FF-454A-4473-A3F7-D54B98AE5D28}" dt="2024-11-28T11:05:42.585" v="0"/>
        <pc:sldMkLst>
          <pc:docMk/>
          <pc:sldMk cId="0" sldId="307"/>
        </pc:sldMkLst>
        <pc:spChg chg="mod">
          <ac:chgData name="LESUR Christophe SI" userId="a0bda02c-4e6d-4ba6-bae4-63d8a5b4dc4b" providerId="ADAL" clId="{3C8388FF-454A-4473-A3F7-D54B98AE5D28}" dt="2024-11-28T11:05:42.585" v="0"/>
          <ac:spMkLst>
            <pc:docMk/>
            <pc:sldMk cId="0" sldId="307"/>
            <ac:spMk id="50178" creationId="{1FD263F0-CCA0-4AF2-AC22-1D7125661025}"/>
          </ac:spMkLst>
        </pc:spChg>
      </pc:sldChg>
      <pc:sldChg chg="modSp">
        <pc:chgData name="LESUR Christophe SI" userId="a0bda02c-4e6d-4ba6-bae4-63d8a5b4dc4b" providerId="ADAL" clId="{3C8388FF-454A-4473-A3F7-D54B98AE5D28}" dt="2024-11-28T11:05:42.585" v="0"/>
        <pc:sldMkLst>
          <pc:docMk/>
          <pc:sldMk cId="0" sldId="308"/>
        </pc:sldMkLst>
        <pc:spChg chg="mod">
          <ac:chgData name="LESUR Christophe SI" userId="a0bda02c-4e6d-4ba6-bae4-63d8a5b4dc4b" providerId="ADAL" clId="{3C8388FF-454A-4473-A3F7-D54B98AE5D28}" dt="2024-11-28T11:05:42.585" v="0"/>
          <ac:spMkLst>
            <pc:docMk/>
            <pc:sldMk cId="0" sldId="308"/>
            <ac:spMk id="51202" creationId="{E05B29AB-35FA-4EAE-9E93-F3ED96E04D5F}"/>
          </ac:spMkLst>
        </pc:spChg>
      </pc:sldChg>
      <pc:sldChg chg="modSp">
        <pc:chgData name="LESUR Christophe SI" userId="a0bda02c-4e6d-4ba6-bae4-63d8a5b4dc4b" providerId="ADAL" clId="{3C8388FF-454A-4473-A3F7-D54B98AE5D28}" dt="2024-11-28T11:05:42.585" v="0"/>
        <pc:sldMkLst>
          <pc:docMk/>
          <pc:sldMk cId="0" sldId="309"/>
        </pc:sldMkLst>
        <pc:spChg chg="mod">
          <ac:chgData name="LESUR Christophe SI" userId="a0bda02c-4e6d-4ba6-bae4-63d8a5b4dc4b" providerId="ADAL" clId="{3C8388FF-454A-4473-A3F7-D54B98AE5D28}" dt="2024-11-28T11:05:42.585" v="0"/>
          <ac:spMkLst>
            <pc:docMk/>
            <pc:sldMk cId="0" sldId="309"/>
            <ac:spMk id="52226" creationId="{E6548A9D-37CD-4E6E-BD48-80D1449D3C01}"/>
          </ac:spMkLst>
        </pc:spChg>
      </pc:sldChg>
      <pc:sldChg chg="modSp">
        <pc:chgData name="LESUR Christophe SI" userId="a0bda02c-4e6d-4ba6-bae4-63d8a5b4dc4b" providerId="ADAL" clId="{3C8388FF-454A-4473-A3F7-D54B98AE5D28}" dt="2024-11-28T11:05:42.585" v="0"/>
        <pc:sldMkLst>
          <pc:docMk/>
          <pc:sldMk cId="0" sldId="310"/>
        </pc:sldMkLst>
        <pc:spChg chg="mod">
          <ac:chgData name="LESUR Christophe SI" userId="a0bda02c-4e6d-4ba6-bae4-63d8a5b4dc4b" providerId="ADAL" clId="{3C8388FF-454A-4473-A3F7-D54B98AE5D28}" dt="2024-11-28T11:05:42.585" v="0"/>
          <ac:spMkLst>
            <pc:docMk/>
            <pc:sldMk cId="0" sldId="310"/>
            <ac:spMk id="53250" creationId="{66D70235-2E0A-42AA-B58A-D1C49F02F4C8}"/>
          </ac:spMkLst>
        </pc:spChg>
      </pc:sldChg>
      <pc:sldChg chg="modSp">
        <pc:chgData name="LESUR Christophe SI" userId="a0bda02c-4e6d-4ba6-bae4-63d8a5b4dc4b" providerId="ADAL" clId="{3C8388FF-454A-4473-A3F7-D54B98AE5D28}" dt="2024-11-28T11:05:42.585" v="0"/>
        <pc:sldMkLst>
          <pc:docMk/>
          <pc:sldMk cId="2104598574" sldId="312"/>
        </pc:sldMkLst>
        <pc:spChg chg="mod">
          <ac:chgData name="LESUR Christophe SI" userId="a0bda02c-4e6d-4ba6-bae4-63d8a5b4dc4b" providerId="ADAL" clId="{3C8388FF-454A-4473-A3F7-D54B98AE5D28}" dt="2024-11-28T11:05:42.585" v="0"/>
          <ac:spMkLst>
            <pc:docMk/>
            <pc:sldMk cId="2104598574" sldId="312"/>
            <ac:spMk id="46082" creationId="{B3DBC1DB-A2CD-4A8F-BCBD-CBE1243A697A}"/>
          </ac:spMkLst>
        </pc:spChg>
      </pc:sldChg>
      <pc:sldChg chg="modSp">
        <pc:chgData name="LESUR Christophe SI" userId="a0bda02c-4e6d-4ba6-bae4-63d8a5b4dc4b" providerId="ADAL" clId="{3C8388FF-454A-4473-A3F7-D54B98AE5D28}" dt="2024-11-28T11:05:42.585" v="0"/>
        <pc:sldMkLst>
          <pc:docMk/>
          <pc:sldMk cId="1963779139" sldId="313"/>
        </pc:sldMkLst>
        <pc:spChg chg="mod">
          <ac:chgData name="LESUR Christophe SI" userId="a0bda02c-4e6d-4ba6-bae4-63d8a5b4dc4b" providerId="ADAL" clId="{3C8388FF-454A-4473-A3F7-D54B98AE5D28}" dt="2024-11-28T11:05:42.585" v="0"/>
          <ac:spMkLst>
            <pc:docMk/>
            <pc:sldMk cId="1963779139" sldId="313"/>
            <ac:spMk id="2" creationId="{52D98461-773B-4839-B3F7-CF8597FAA5D7}"/>
          </ac:spMkLst>
        </pc:spChg>
      </pc:sldChg>
      <pc:sldChg chg="modSp">
        <pc:chgData name="LESUR Christophe SI" userId="a0bda02c-4e6d-4ba6-bae4-63d8a5b4dc4b" providerId="ADAL" clId="{3C8388FF-454A-4473-A3F7-D54B98AE5D28}" dt="2024-11-28T11:05:42.585" v="0"/>
        <pc:sldMkLst>
          <pc:docMk/>
          <pc:sldMk cId="1765644860" sldId="314"/>
        </pc:sldMkLst>
        <pc:spChg chg="mod">
          <ac:chgData name="LESUR Christophe SI" userId="a0bda02c-4e6d-4ba6-bae4-63d8a5b4dc4b" providerId="ADAL" clId="{3C8388FF-454A-4473-A3F7-D54B98AE5D28}" dt="2024-11-28T11:05:42.585" v="0"/>
          <ac:spMkLst>
            <pc:docMk/>
            <pc:sldMk cId="1765644860" sldId="314"/>
            <ac:spMk id="2" creationId="{048BC67E-7B0A-450F-9938-16E28CDAE325}"/>
          </ac:spMkLst>
        </pc:spChg>
      </pc:sldChg>
      <pc:sldChg chg="modSp">
        <pc:chgData name="LESUR Christophe SI" userId="a0bda02c-4e6d-4ba6-bae4-63d8a5b4dc4b" providerId="ADAL" clId="{3C8388FF-454A-4473-A3F7-D54B98AE5D28}" dt="2024-11-28T11:05:42.585" v="0"/>
        <pc:sldMkLst>
          <pc:docMk/>
          <pc:sldMk cId="3163693874" sldId="315"/>
        </pc:sldMkLst>
        <pc:spChg chg="mod">
          <ac:chgData name="LESUR Christophe SI" userId="a0bda02c-4e6d-4ba6-bae4-63d8a5b4dc4b" providerId="ADAL" clId="{3C8388FF-454A-4473-A3F7-D54B98AE5D28}" dt="2024-11-28T11:05:42.585" v="0"/>
          <ac:spMkLst>
            <pc:docMk/>
            <pc:sldMk cId="3163693874" sldId="315"/>
            <ac:spMk id="2" creationId="{B1098CC9-EF59-482F-80A9-043B21361A5F}"/>
          </ac:spMkLst>
        </pc:spChg>
      </pc:sldChg>
      <pc:sldChg chg="modSp">
        <pc:chgData name="LESUR Christophe SI" userId="a0bda02c-4e6d-4ba6-bae4-63d8a5b4dc4b" providerId="ADAL" clId="{3C8388FF-454A-4473-A3F7-D54B98AE5D28}" dt="2024-11-28T11:05:42.585" v="0"/>
        <pc:sldMkLst>
          <pc:docMk/>
          <pc:sldMk cId="3039686065" sldId="316"/>
        </pc:sldMkLst>
        <pc:spChg chg="mod">
          <ac:chgData name="LESUR Christophe SI" userId="a0bda02c-4e6d-4ba6-bae4-63d8a5b4dc4b" providerId="ADAL" clId="{3C8388FF-454A-4473-A3F7-D54B98AE5D28}" dt="2024-11-28T11:05:42.585" v="0"/>
          <ac:spMkLst>
            <pc:docMk/>
            <pc:sldMk cId="3039686065" sldId="316"/>
            <ac:spMk id="2" creationId="{B7EDF374-BD3A-42D9-81DF-27DE3F011F3E}"/>
          </ac:spMkLst>
        </pc:spChg>
      </pc:sldChg>
      <pc:sldMasterChg chg="delSldLayout modSldLayout">
        <pc:chgData name="LESUR Christophe SI" userId="a0bda02c-4e6d-4ba6-bae4-63d8a5b4dc4b" providerId="ADAL" clId="{3C8388FF-454A-4473-A3F7-D54B98AE5D28}" dt="2024-11-28T11:05:56.580" v="3" actId="2696"/>
        <pc:sldMasterMkLst>
          <pc:docMk/>
          <pc:sldMasterMk cId="4047617090" sldId="2147483738"/>
        </pc:sldMasterMkLst>
        <pc:sldLayoutChg chg="delSp del">
          <pc:chgData name="LESUR Christophe SI" userId="a0bda02c-4e6d-4ba6-bae4-63d8a5b4dc4b" providerId="ADAL" clId="{3C8388FF-454A-4473-A3F7-D54B98AE5D28}" dt="2024-11-28T11:05:56.580" v="3" actId="2696"/>
          <pc:sldLayoutMkLst>
            <pc:docMk/>
            <pc:sldMasterMk cId="4047617090" sldId="2147483738"/>
            <pc:sldLayoutMk cId="637888273" sldId="2147483742"/>
          </pc:sldLayoutMkLst>
          <pc:spChg chg="del">
            <ac:chgData name="LESUR Christophe SI" userId="a0bda02c-4e6d-4ba6-bae4-63d8a5b4dc4b" providerId="ADAL" clId="{3C8388FF-454A-4473-A3F7-D54B98AE5D28}" dt="2024-11-28T11:05:42.585" v="0"/>
            <ac:spMkLst>
              <pc:docMk/>
              <pc:sldMasterMk cId="4047617090" sldId="2147483738"/>
              <pc:sldLayoutMk cId="637888273" sldId="2147483742"/>
              <ac:spMk id="4" creationId="{247C23B6-367C-4025-8F82-69CA097654E2}"/>
            </ac:spMkLst>
          </pc:spChg>
        </pc:sldLayoutChg>
      </pc:sldMasterChg>
    </pc:docChg>
  </pc:docChgLst>
</pc:chgInfo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en-tête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3" name="Espace réservé de la date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F82BED33-BB4C-4FB5-8F14-B723E14E1DC8}" type="datetimeFigureOut">
              <a:rPr lang="en-US" smtClean="0"/>
              <a:t>9/12/2026</a:t>
            </a:fld>
            <a:endParaRPr lang="en-US"/>
          </a:p>
        </p:txBody>
      </p:sp>
      <p:sp>
        <p:nvSpPr>
          <p:cNvPr id="4" name="Espace réservé de l'image des diapositives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US"/>
          </a:p>
        </p:txBody>
      </p:sp>
      <p:sp>
        <p:nvSpPr>
          <p:cNvPr id="5" name="Espace réservé des notes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fr-FR"/>
              <a:t>Cliquez pour modifier les styles du texte du masque</a:t>
            </a:r>
          </a:p>
          <a:p>
            <a:pPr lvl="1"/>
            <a:r>
              <a:rPr lang="fr-FR"/>
              <a:t>Deuxième niveau</a:t>
            </a:r>
          </a:p>
          <a:p>
            <a:pPr lvl="2"/>
            <a:r>
              <a:rPr lang="fr-FR"/>
              <a:t>Troisième niveau</a:t>
            </a:r>
          </a:p>
          <a:p>
            <a:pPr lvl="3"/>
            <a:r>
              <a:rPr lang="fr-FR"/>
              <a:t>Quatrième niveau</a:t>
            </a:r>
          </a:p>
          <a:p>
            <a:pPr lvl="4"/>
            <a:r>
              <a:rPr lang="fr-FR"/>
              <a:t>Cinquième niveau</a:t>
            </a:r>
            <a:endParaRPr lang="en-US"/>
          </a:p>
        </p:txBody>
      </p:sp>
      <p:sp>
        <p:nvSpPr>
          <p:cNvPr id="6" name="Espace réservé du pied de page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7" name="Espace réservé du numéro de diapositive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7EF30A25-7CBF-4237-BB06-9458C4A57D3B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945170943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5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7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625" name="Espace réservé de l'image des diapositives 1">
            <a:extLst>
              <a:ext uri="{FF2B5EF4-FFF2-40B4-BE49-F238E27FC236}">
                <a16:creationId xmlns:a16="http://schemas.microsoft.com/office/drawing/2014/main" id="{4178DABD-1499-4E80-BEE6-825BDAED50D1}"/>
              </a:ext>
            </a:extLst>
          </p:cNvPr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26626" name="Espace réservé des commentaires 2">
            <a:extLst>
              <a:ext uri="{FF2B5EF4-FFF2-40B4-BE49-F238E27FC236}">
                <a16:creationId xmlns:a16="http://schemas.microsoft.com/office/drawing/2014/main" id="{C0BA88B5-78B6-4DD2-BF95-A856559B7F12}"/>
              </a:ext>
            </a:extLst>
          </p:cNvPr>
          <p:cNvSpPr>
            <a:spLocks noGrp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 eaLnBrk="1" hangingPunct="1">
              <a:spcBef>
                <a:spcPct val="0"/>
              </a:spcBef>
            </a:pPr>
            <a:endParaRPr lang="fr-FR" altLang="fr-FR"/>
          </a:p>
        </p:txBody>
      </p:sp>
      <p:sp>
        <p:nvSpPr>
          <p:cNvPr id="26627" name="Espace réservé du numéro de diapositive 3">
            <a:extLst>
              <a:ext uri="{FF2B5EF4-FFF2-40B4-BE49-F238E27FC236}">
                <a16:creationId xmlns:a16="http://schemas.microsoft.com/office/drawing/2014/main" id="{94BF63F9-F65F-4917-B546-A57ADBB690F7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>
              <a:spcBef>
                <a:spcPct val="0"/>
              </a:spcBef>
            </a:pPr>
            <a:fld id="{1B45E8B4-5987-4190-9509-D2A267A5006F}" type="slidenum">
              <a:rPr lang="fr-FR" altLang="fr-FR">
                <a:latin typeface="Arial" panose="020B0604020202020204" pitchFamily="34" charset="0"/>
              </a:rPr>
              <a:pPr>
                <a:spcBef>
                  <a:spcPct val="0"/>
                </a:spcBef>
              </a:pPr>
              <a:t>2</a:t>
            </a:fld>
            <a:endParaRPr lang="fr-FR" altLang="fr-FR">
              <a:latin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ce réservé des note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Espace réservé du numéro de diapositive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8395049F-FC15-403D-B2BE-811CE00CBEEE}" type="slidenum">
              <a:rPr lang="fr-FR" altLang="fr-FR" smtClean="0"/>
              <a:pPr/>
              <a:t>35</a:t>
            </a:fld>
            <a:endParaRPr lang="fr-FR" altLang="fr-FR"/>
          </a:p>
        </p:txBody>
      </p:sp>
    </p:spTree>
    <p:extLst>
      <p:ext uri="{BB962C8B-B14F-4D97-AF65-F5344CB8AC3E}">
        <p14:creationId xmlns:p14="http://schemas.microsoft.com/office/powerpoint/2010/main" val="4177423273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ce réservé des note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Espace réservé du numéro de diapositive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8395049F-FC15-403D-B2BE-811CE00CBEEE}" type="slidenum">
              <a:rPr lang="fr-FR" altLang="fr-FR" smtClean="0"/>
              <a:pPr/>
              <a:t>37</a:t>
            </a:fld>
            <a:endParaRPr lang="fr-FR" altLang="fr-FR"/>
          </a:p>
        </p:txBody>
      </p:sp>
    </p:spTree>
    <p:extLst>
      <p:ext uri="{BB962C8B-B14F-4D97-AF65-F5344CB8AC3E}">
        <p14:creationId xmlns:p14="http://schemas.microsoft.com/office/powerpoint/2010/main" val="3518307539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jpeg"/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g"/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Page de garde"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Box 5">
            <a:extLst>
              <a:ext uri="{FF2B5EF4-FFF2-40B4-BE49-F238E27FC236}">
                <a16:creationId xmlns:a16="http://schemas.microsoft.com/office/drawing/2014/main" id="{6E754EC6-00E6-4276-8852-D2996778C52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459663" y="6116638"/>
            <a:ext cx="2892425" cy="31908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>
              <a:defRPr/>
            </a:pPr>
            <a:r>
              <a:rPr lang="en-US" sz="1467" b="1" dirty="0">
                <a:solidFill>
                  <a:schemeClr val="bg1"/>
                </a:solidFill>
                <a:latin typeface="+mn-lt"/>
              </a:rPr>
              <a:t>A service provided to medicine by</a:t>
            </a:r>
          </a:p>
        </p:txBody>
      </p:sp>
      <p:pic>
        <p:nvPicPr>
          <p:cNvPr id="4" name="Image 5">
            <a:extLst>
              <a:ext uri="{FF2B5EF4-FFF2-40B4-BE49-F238E27FC236}">
                <a16:creationId xmlns:a16="http://schemas.microsoft.com/office/drawing/2014/main" id="{F34EE923-8927-4C87-B9F2-5E01C75E0315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71963" y="1884363"/>
            <a:ext cx="3619500" cy="3089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460183733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Diapositive de titre"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tre 4"/>
          <p:cNvSpPr>
            <a:spLocks noGrp="1"/>
          </p:cNvSpPr>
          <p:nvPr>
            <p:ph type="title"/>
          </p:nvPr>
        </p:nvSpPr>
        <p:spPr>
          <a:xfrm>
            <a:off x="5595731" y="1845105"/>
            <a:ext cx="6006088" cy="3167789"/>
          </a:xfrm>
        </p:spPr>
        <p:txBody>
          <a:bodyPr/>
          <a:lstStyle>
            <a:lvl1pPr algn="ctr">
              <a:defRPr sz="6667">
                <a:latin typeface="Arial" charset="0"/>
                <a:ea typeface="Arial" charset="0"/>
                <a:cs typeface="Arial" charset="0"/>
              </a:defRPr>
            </a:lvl1pPr>
          </a:lstStyle>
          <a:p>
            <a:r>
              <a:rPr lang="fr-FR"/>
              <a:t>Modifiez le style du titre</a:t>
            </a:r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BF88F06B-3777-E92A-EB9A-73138B90AC3F}"/>
              </a:ext>
            </a:extLst>
          </p:cNvPr>
          <p:cNvSpPr txBox="1"/>
          <p:nvPr/>
        </p:nvSpPr>
        <p:spPr>
          <a:xfrm>
            <a:off x="411762" y="559479"/>
            <a:ext cx="4985185" cy="5355312"/>
          </a:xfrm>
          <a:prstGeom prst="rect">
            <a:avLst/>
          </a:prstGeom>
          <a:solidFill>
            <a:srgbClr val="F8F8F8">
              <a:alpha val="30196"/>
            </a:srgbClr>
          </a:solidFill>
        </p:spPr>
        <p:txBody>
          <a:bodyPr wrap="square" rtlCol="0">
            <a:spAutoFit/>
          </a:bodyPr>
          <a:lstStyle/>
          <a:p>
            <a:r>
              <a:rPr lang="en-US" b="1" dirty="0"/>
              <a:t>Thank you for using SMART for your presentations! </a:t>
            </a:r>
          </a:p>
          <a:p>
            <a:endParaRPr lang="en-US" b="1" dirty="0"/>
          </a:p>
          <a:p>
            <a:r>
              <a:rPr lang="en-US" dirty="0"/>
              <a:t>Our images are designed to be versatile and easy to use in PowerPoint.</a:t>
            </a:r>
          </a:p>
          <a:p>
            <a:endParaRPr lang="en-US" dirty="0"/>
          </a:p>
          <a:p>
            <a:r>
              <a:rPr lang="en-US" dirty="0"/>
              <a:t>How to Use SMART Images Effectively: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dirty="0"/>
              <a:t>Edit with Ease: Ungroup the illustrations to customize colors, labels, or elements directly in PowerPoint.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dirty="0"/>
              <a:t>Combine and Create: Mix elements from different slides to tailor visuals for your specific needs.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dirty="0"/>
              <a:t>Preserve Quality: Ensure proper scaling by maintaining the vector format for clear and professional visuals.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endParaRPr lang="en-US" dirty="0"/>
          </a:p>
          <a:p>
            <a:r>
              <a:rPr lang="en-US" b="1" dirty="0"/>
              <a:t>We appreciate your trust in SMART and hope our images bring value to your work.</a:t>
            </a:r>
          </a:p>
        </p:txBody>
      </p:sp>
      <p:sp>
        <p:nvSpPr>
          <p:cNvPr id="3" name="Rectangle 9">
            <a:extLst>
              <a:ext uri="{FF2B5EF4-FFF2-40B4-BE49-F238E27FC236}">
                <a16:creationId xmlns:a16="http://schemas.microsoft.com/office/drawing/2014/main" id="{B9D4673C-3B3D-5E9E-95D4-E235724CEB9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1762" y="6298521"/>
            <a:ext cx="9195758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l" eaLnBrk="1" hangingPunct="1">
              <a:lnSpc>
                <a:spcPct val="80000"/>
              </a:lnSpc>
              <a:spcBef>
                <a:spcPct val="50000"/>
              </a:spcBef>
            </a:pPr>
            <a:r>
              <a:rPr lang="en-US" sz="1000" b="0" i="0" kern="1200" dirty="0">
                <a:solidFill>
                  <a:schemeClr val="tx1"/>
                </a:solidFill>
                <a:effectLst/>
                <a:latin typeface="Arial" panose="020B0604020202020204" pitchFamily="34" charset="0"/>
                <a:ea typeface="+mn-ea"/>
                <a:cs typeface="+mn-cs"/>
              </a:rPr>
              <a:t>All SMART images are licensed under Creative Commons Attribution 4.0 – Share, adapt, and enhance your presentations with the power of open collaboration.</a:t>
            </a:r>
            <a:endParaRPr lang="en-US" altLang="fr-FR" sz="1000" b="1" dirty="0">
              <a:solidFill>
                <a:srgbClr val="D4D4D4"/>
              </a:solidFill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777754163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itre et contenu">
    <p:bg>
      <p:bgPr>
        <a:blipFill dpi="0" rotWithShape="0">
          <a:blip r:embed="rId2">
            <a:lum/>
          </a:blip>
          <a:srcRect/>
          <a:stretch>
            <a:fillRect t="-1000" b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 1"/>
          <p:cNvSpPr>
            <a:spLocks noGrp="1"/>
          </p:cNvSpPr>
          <p:nvPr>
            <p:ph type="title"/>
          </p:nvPr>
        </p:nvSpPr>
        <p:spPr>
          <a:xfrm>
            <a:off x="335362" y="74712"/>
            <a:ext cx="11406157" cy="1338064"/>
          </a:xfrm>
        </p:spPr>
        <p:txBody>
          <a:bodyPr/>
          <a:lstStyle>
            <a:lvl1pPr algn="ctr">
              <a:defRPr>
                <a:solidFill>
                  <a:schemeClr val="tx1"/>
                </a:solidFill>
                <a:effectLst/>
              </a:defRPr>
            </a:lvl1pPr>
          </a:lstStyle>
          <a:p>
            <a:r>
              <a:rPr lang="fr-FR"/>
              <a:t>Modifiez le style du titre</a:t>
            </a:r>
            <a:endParaRPr lang="fr-FR" dirty="0"/>
          </a:p>
        </p:txBody>
      </p:sp>
      <p:sp>
        <p:nvSpPr>
          <p:cNvPr id="3" name="Rectangle 9">
            <a:extLst>
              <a:ext uri="{FF2B5EF4-FFF2-40B4-BE49-F238E27FC236}">
                <a16:creationId xmlns:a16="http://schemas.microsoft.com/office/drawing/2014/main" id="{621F775F-CDA8-72F1-4246-48A84AE0FDB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3706" y="6567844"/>
            <a:ext cx="9195758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l" eaLnBrk="1" hangingPunct="1">
              <a:lnSpc>
                <a:spcPct val="80000"/>
              </a:lnSpc>
              <a:spcBef>
                <a:spcPct val="50000"/>
              </a:spcBef>
            </a:pPr>
            <a:r>
              <a:rPr lang="en-US" sz="1000" b="0" i="0" kern="1200" dirty="0">
                <a:solidFill>
                  <a:schemeClr val="tx1"/>
                </a:solidFill>
                <a:effectLst/>
                <a:latin typeface="Arial" panose="020B0604020202020204" pitchFamily="34" charset="0"/>
                <a:ea typeface="+mn-ea"/>
                <a:cs typeface="+mn-cs"/>
              </a:rPr>
              <a:t>All SMART images are licensed under Creative Commons Attribution 4.0 – Share, adapt, and enhance your presentations with the power of open collaboration.</a:t>
            </a:r>
            <a:endParaRPr lang="en-US" altLang="fr-FR" sz="1000" b="1" dirty="0">
              <a:solidFill>
                <a:srgbClr val="D4D4D4"/>
              </a:solidFill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291904456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3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2.png"/><Relationship Id="rId5" Type="http://schemas.openxmlformats.org/officeDocument/2006/relationships/image" Target="../media/image1.jpg"/><Relationship Id="rId4" Type="http://schemas.openxmlformats.org/officeDocument/2006/relationships/theme" Target="../theme/theme1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0">
          <a:blip r:embed="rId5">
            <a:lum/>
          </a:blip>
          <a:srcRect/>
          <a:stretch>
            <a:fillRect t="-1000" b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6" name="Rectangle 2">
            <a:extLst>
              <a:ext uri="{FF2B5EF4-FFF2-40B4-BE49-F238E27FC236}">
                <a16:creationId xmlns:a16="http://schemas.microsoft.com/office/drawing/2014/main" id="{2E2B59B7-7774-49B4-9DE2-D64F63732EA4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 bwMode="auto">
          <a:xfrm>
            <a:off x="4578350" y="2755900"/>
            <a:ext cx="7034213" cy="33607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fr-FR" altLang="fr-FR" dirty="0"/>
              <a:t>Cliquez pour modifier les styles du texte du masque</a:t>
            </a:r>
          </a:p>
          <a:p>
            <a:pPr lvl="0"/>
            <a:endParaRPr lang="fr-FR" altLang="fr-FR" dirty="0"/>
          </a:p>
          <a:p>
            <a:pPr lvl="1"/>
            <a:r>
              <a:rPr lang="fr-FR" altLang="fr-FR" dirty="0"/>
              <a:t>Deuxième niveau</a:t>
            </a:r>
          </a:p>
          <a:p>
            <a:pPr lvl="2"/>
            <a:r>
              <a:rPr lang="fr-FR" altLang="fr-FR" dirty="0"/>
              <a:t>Troisième niveau</a:t>
            </a:r>
          </a:p>
          <a:p>
            <a:pPr lvl="3"/>
            <a:r>
              <a:rPr lang="fr-FR" altLang="fr-FR" dirty="0"/>
              <a:t>Quatrième niveau</a:t>
            </a:r>
          </a:p>
          <a:p>
            <a:pPr lvl="4"/>
            <a:r>
              <a:rPr lang="fr-FR" altLang="fr-FR" dirty="0"/>
              <a:t>Cinquième niveau</a:t>
            </a:r>
          </a:p>
        </p:txBody>
      </p:sp>
      <p:sp>
        <p:nvSpPr>
          <p:cNvPr id="1027" name="Rectangle 3">
            <a:extLst>
              <a:ext uri="{FF2B5EF4-FFF2-40B4-BE49-F238E27FC236}">
                <a16:creationId xmlns:a16="http://schemas.microsoft.com/office/drawing/2014/main" id="{1CE6B54D-5BF8-4036-9D21-977352DFF337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 bwMode="auto">
          <a:xfrm>
            <a:off x="4578350" y="1220788"/>
            <a:ext cx="7192963" cy="762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fr-FR" altLang="fr-FR" dirty="0"/>
              <a:t>Cliquez pour modifier le style du titre</a:t>
            </a:r>
          </a:p>
        </p:txBody>
      </p:sp>
      <p:pic>
        <p:nvPicPr>
          <p:cNvPr id="4" name="Image 3" descr="Une image contenant texte&#10;&#10;Description générée automatiquement">
            <a:extLst>
              <a:ext uri="{FF2B5EF4-FFF2-40B4-BE49-F238E27FC236}">
                <a16:creationId xmlns:a16="http://schemas.microsoft.com/office/drawing/2014/main" id="{3067CDD8-7327-49AC-8800-397D84F529BE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095309" y="5973417"/>
            <a:ext cx="1945059" cy="64990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047617090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39" r:id="rId1"/>
    <p:sldLayoutId id="2147483740" r:id="rId2"/>
    <p:sldLayoutId id="2147483741" r:id="rId3"/>
  </p:sldLayoutIdLst>
  <p:txStyles>
    <p:titleStyle>
      <a:lvl1pPr algn="l" rtl="0" eaLnBrk="1" fontAlgn="base" hangingPunct="1">
        <a:spcBef>
          <a:spcPct val="0"/>
        </a:spcBef>
        <a:spcAft>
          <a:spcPct val="0"/>
        </a:spcAft>
        <a:defRPr sz="5000" b="1">
          <a:solidFill>
            <a:schemeClr val="tx1"/>
          </a:solidFill>
          <a:latin typeface="+mj-lt"/>
          <a:ea typeface="+mj-ea"/>
          <a:cs typeface="+mj-cs"/>
        </a:defRPr>
      </a:lvl1pPr>
      <a:lvl2pPr algn="l" rtl="0" eaLnBrk="1" fontAlgn="base" hangingPunct="1">
        <a:spcBef>
          <a:spcPct val="0"/>
        </a:spcBef>
        <a:spcAft>
          <a:spcPct val="0"/>
        </a:spcAft>
        <a:defRPr sz="5000" b="1">
          <a:solidFill>
            <a:schemeClr val="tx1"/>
          </a:solidFill>
          <a:latin typeface="Corbel" charset="0"/>
        </a:defRPr>
      </a:lvl2pPr>
      <a:lvl3pPr algn="l" rtl="0" eaLnBrk="1" fontAlgn="base" hangingPunct="1">
        <a:spcBef>
          <a:spcPct val="0"/>
        </a:spcBef>
        <a:spcAft>
          <a:spcPct val="0"/>
        </a:spcAft>
        <a:defRPr sz="5000" b="1">
          <a:solidFill>
            <a:schemeClr val="tx1"/>
          </a:solidFill>
          <a:latin typeface="Corbel" charset="0"/>
        </a:defRPr>
      </a:lvl3pPr>
      <a:lvl4pPr algn="l" rtl="0" eaLnBrk="1" fontAlgn="base" hangingPunct="1">
        <a:spcBef>
          <a:spcPct val="0"/>
        </a:spcBef>
        <a:spcAft>
          <a:spcPct val="0"/>
        </a:spcAft>
        <a:defRPr sz="5000" b="1">
          <a:solidFill>
            <a:schemeClr val="tx1"/>
          </a:solidFill>
          <a:latin typeface="Corbel" charset="0"/>
        </a:defRPr>
      </a:lvl4pPr>
      <a:lvl5pPr algn="l" rtl="0" eaLnBrk="1" fontAlgn="base" hangingPunct="1">
        <a:spcBef>
          <a:spcPct val="0"/>
        </a:spcBef>
        <a:spcAft>
          <a:spcPct val="0"/>
        </a:spcAft>
        <a:defRPr sz="5000" b="1">
          <a:solidFill>
            <a:schemeClr val="tx1"/>
          </a:solidFill>
          <a:latin typeface="Corbel" charset="0"/>
        </a:defRPr>
      </a:lvl5pPr>
      <a:lvl6pPr marL="609585" algn="ctr" rtl="0" eaLnBrk="1" fontAlgn="base" hangingPunct="1">
        <a:spcBef>
          <a:spcPct val="0"/>
        </a:spcBef>
        <a:spcAft>
          <a:spcPct val="0"/>
        </a:spcAft>
        <a:defRPr sz="4267" b="1">
          <a:solidFill>
            <a:srgbClr val="003399"/>
          </a:solidFill>
          <a:latin typeface="Tahoma" pitchFamily="34" charset="0"/>
        </a:defRPr>
      </a:lvl6pPr>
      <a:lvl7pPr marL="1219170" algn="ctr" rtl="0" eaLnBrk="1" fontAlgn="base" hangingPunct="1">
        <a:spcBef>
          <a:spcPct val="0"/>
        </a:spcBef>
        <a:spcAft>
          <a:spcPct val="0"/>
        </a:spcAft>
        <a:defRPr sz="4267" b="1">
          <a:solidFill>
            <a:srgbClr val="003399"/>
          </a:solidFill>
          <a:latin typeface="Tahoma" pitchFamily="34" charset="0"/>
        </a:defRPr>
      </a:lvl7pPr>
      <a:lvl8pPr marL="1828754" algn="ctr" rtl="0" eaLnBrk="1" fontAlgn="base" hangingPunct="1">
        <a:spcBef>
          <a:spcPct val="0"/>
        </a:spcBef>
        <a:spcAft>
          <a:spcPct val="0"/>
        </a:spcAft>
        <a:defRPr sz="4267" b="1">
          <a:solidFill>
            <a:srgbClr val="003399"/>
          </a:solidFill>
          <a:latin typeface="Tahoma" pitchFamily="34" charset="0"/>
        </a:defRPr>
      </a:lvl8pPr>
      <a:lvl9pPr marL="2438339" algn="ctr" rtl="0" eaLnBrk="1" fontAlgn="base" hangingPunct="1">
        <a:spcBef>
          <a:spcPct val="0"/>
        </a:spcBef>
        <a:spcAft>
          <a:spcPct val="0"/>
        </a:spcAft>
        <a:defRPr sz="4267" b="1">
          <a:solidFill>
            <a:srgbClr val="003399"/>
          </a:solidFill>
          <a:latin typeface="Tahoma" pitchFamily="34" charset="0"/>
        </a:defRPr>
      </a:lvl9pPr>
    </p:titleStyle>
    <p:bodyStyle>
      <a:lvl1pPr marL="455613" indent="-455613" algn="l" rtl="0" eaLnBrk="1" fontAlgn="base" hangingPunct="1">
        <a:spcBef>
          <a:spcPct val="20000"/>
        </a:spcBef>
        <a:spcAft>
          <a:spcPct val="0"/>
        </a:spcAft>
        <a:defRPr sz="3200">
          <a:solidFill>
            <a:schemeClr val="bg2"/>
          </a:solidFill>
          <a:latin typeface="Georgia" charset="0"/>
          <a:ea typeface="Georgia" charset="0"/>
          <a:cs typeface="Georgia" charset="0"/>
        </a:defRPr>
      </a:lvl1pPr>
      <a:lvl2pPr marL="989013" indent="-379413" algn="l" rtl="0" eaLnBrk="1" fontAlgn="base" hangingPunct="1">
        <a:spcBef>
          <a:spcPct val="20000"/>
        </a:spcBef>
        <a:spcAft>
          <a:spcPct val="0"/>
        </a:spcAft>
        <a:buChar char="–"/>
        <a:defRPr>
          <a:solidFill>
            <a:schemeClr val="bg2"/>
          </a:solidFill>
          <a:latin typeface="Georgia" charset="0"/>
          <a:ea typeface="Georgia" charset="0"/>
          <a:cs typeface="Georgia" charset="0"/>
        </a:defRPr>
      </a:lvl2pPr>
      <a:lvl3pPr marL="1522413" indent="-303213" algn="l" rtl="0" eaLnBrk="1" fontAlgn="base" hangingPunct="1">
        <a:spcBef>
          <a:spcPct val="20000"/>
        </a:spcBef>
        <a:spcAft>
          <a:spcPct val="0"/>
        </a:spcAft>
        <a:buChar char="•"/>
        <a:defRPr>
          <a:solidFill>
            <a:schemeClr val="bg2"/>
          </a:solidFill>
          <a:latin typeface="Georgia" charset="0"/>
          <a:ea typeface="Georgia" charset="0"/>
          <a:cs typeface="Georgia" charset="0"/>
        </a:defRPr>
      </a:lvl3pPr>
      <a:lvl4pPr marL="2132013" indent="-303213" algn="l" rtl="0" eaLnBrk="1" fontAlgn="base" hangingPunct="1">
        <a:spcBef>
          <a:spcPct val="20000"/>
        </a:spcBef>
        <a:spcAft>
          <a:spcPct val="0"/>
        </a:spcAft>
        <a:buChar char="–"/>
        <a:defRPr sz="1600">
          <a:solidFill>
            <a:schemeClr val="bg2"/>
          </a:solidFill>
          <a:latin typeface="Georgia" charset="0"/>
          <a:ea typeface="Georgia" charset="0"/>
          <a:cs typeface="Georgia" charset="0"/>
        </a:defRPr>
      </a:lvl4pPr>
      <a:lvl5pPr marL="2741613" indent="-303213" algn="l" rtl="0" eaLnBrk="1" fontAlgn="base" hangingPunct="1">
        <a:spcBef>
          <a:spcPct val="20000"/>
        </a:spcBef>
        <a:spcAft>
          <a:spcPct val="0"/>
        </a:spcAft>
        <a:buChar char="»"/>
        <a:defRPr sz="1600">
          <a:solidFill>
            <a:schemeClr val="bg2"/>
          </a:solidFill>
          <a:latin typeface="Georgia" charset="0"/>
          <a:ea typeface="Georgia" charset="0"/>
          <a:cs typeface="Georgia" charset="0"/>
        </a:defRPr>
      </a:lvl5pPr>
      <a:lvl6pPr marL="3352716" indent="-304792" algn="l" rtl="0" eaLnBrk="1" fontAlgn="base" hangingPunct="1">
        <a:spcBef>
          <a:spcPct val="20000"/>
        </a:spcBef>
        <a:spcAft>
          <a:spcPct val="0"/>
        </a:spcAft>
        <a:buChar char="»"/>
        <a:defRPr sz="2667">
          <a:solidFill>
            <a:schemeClr val="bg1"/>
          </a:solidFill>
          <a:latin typeface="+mn-lt"/>
        </a:defRPr>
      </a:lvl6pPr>
      <a:lvl7pPr marL="3962301" indent="-304792" algn="l" rtl="0" eaLnBrk="1" fontAlgn="base" hangingPunct="1">
        <a:spcBef>
          <a:spcPct val="20000"/>
        </a:spcBef>
        <a:spcAft>
          <a:spcPct val="0"/>
        </a:spcAft>
        <a:buChar char="»"/>
        <a:defRPr sz="2667">
          <a:solidFill>
            <a:schemeClr val="bg1"/>
          </a:solidFill>
          <a:latin typeface="+mn-lt"/>
        </a:defRPr>
      </a:lvl7pPr>
      <a:lvl8pPr marL="4571886" indent="-304792" algn="l" rtl="0" eaLnBrk="1" fontAlgn="base" hangingPunct="1">
        <a:spcBef>
          <a:spcPct val="20000"/>
        </a:spcBef>
        <a:spcAft>
          <a:spcPct val="0"/>
        </a:spcAft>
        <a:buChar char="»"/>
        <a:defRPr sz="2667">
          <a:solidFill>
            <a:schemeClr val="bg1"/>
          </a:solidFill>
          <a:latin typeface="+mn-lt"/>
        </a:defRPr>
      </a:lvl8pPr>
      <a:lvl9pPr marL="5181470" indent="-304792" algn="l" rtl="0" eaLnBrk="1" fontAlgn="base" hangingPunct="1">
        <a:spcBef>
          <a:spcPct val="20000"/>
        </a:spcBef>
        <a:spcAft>
          <a:spcPct val="0"/>
        </a:spcAft>
        <a:buChar char="»"/>
        <a:defRPr sz="2667">
          <a:solidFill>
            <a:schemeClr val="bg1"/>
          </a:solidFill>
          <a:latin typeface="+mn-lt"/>
        </a:defRPr>
      </a:lvl9pPr>
    </p:bodyStyle>
    <p:otherStyle>
      <a:defPPr>
        <a:defRPr lang="fr-FR"/>
      </a:defPPr>
      <a:lvl1pPr marL="0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1pPr>
      <a:lvl2pPr marL="609585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219170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828754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4pPr>
      <a:lvl5pPr marL="2438339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5pPr>
      <a:lvl6pPr marL="3047924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6pPr>
      <a:lvl7pPr marL="3657509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7pPr>
      <a:lvl8pPr marL="4267093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8pPr>
      <a:lvl9pPr marL="4876678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2.xml"/></Relationships>
</file>

<file path=ppt/slides/_rels/slide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image" Target="../media/image6.png"/><Relationship Id="rId1" Type="http://schemas.openxmlformats.org/officeDocument/2006/relationships/slideLayout" Target="../slideLayouts/slideLayout3.xml"/><Relationship Id="rId5" Type="http://schemas.openxmlformats.org/officeDocument/2006/relationships/image" Target="../media/image9.png"/><Relationship Id="rId4" Type="http://schemas.openxmlformats.org/officeDocument/2006/relationships/image" Target="../media/image8.png"/></Relationships>
</file>

<file path=ppt/slides/_rels/slide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emf"/><Relationship Id="rId1" Type="http://schemas.openxmlformats.org/officeDocument/2006/relationships/slideLayout" Target="../slideLayouts/slideLayout3.xml"/></Relationships>
</file>

<file path=ppt/slides/_rels/slide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emf"/><Relationship Id="rId1" Type="http://schemas.openxmlformats.org/officeDocument/2006/relationships/slideLayout" Target="../slideLayouts/slideLayout3.xml"/></Relationships>
</file>

<file path=ppt/slides/_rels/slide2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3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3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3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3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3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35.xml.rels><?xml version="1.0" encoding="UTF-8" standalone="yes"?>
<Relationships xmlns="http://schemas.openxmlformats.org/package/2006/relationships"><Relationship Id="rId8" Type="http://schemas.openxmlformats.org/officeDocument/2006/relationships/image" Target="../media/image17.png"/><Relationship Id="rId3" Type="http://schemas.openxmlformats.org/officeDocument/2006/relationships/image" Target="../media/image12.png"/><Relationship Id="rId7" Type="http://schemas.openxmlformats.org/officeDocument/2006/relationships/image" Target="../media/image16.png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15.png"/><Relationship Id="rId5" Type="http://schemas.openxmlformats.org/officeDocument/2006/relationships/image" Target="../media/image14.EMF"/><Relationship Id="rId10" Type="http://schemas.openxmlformats.org/officeDocument/2006/relationships/image" Target="../media/image19.png"/><Relationship Id="rId4" Type="http://schemas.openxmlformats.org/officeDocument/2006/relationships/image" Target="../media/image13.png"/><Relationship Id="rId9" Type="http://schemas.openxmlformats.org/officeDocument/2006/relationships/image" Target="../media/image18.png"/></Relationships>
</file>

<file path=ppt/slides/_rels/slide36.xml.rels><?xml version="1.0" encoding="UTF-8" standalone="yes"?>
<Relationships xmlns="http://schemas.openxmlformats.org/package/2006/relationships"><Relationship Id="rId8" Type="http://schemas.openxmlformats.org/officeDocument/2006/relationships/image" Target="../media/image26.png"/><Relationship Id="rId3" Type="http://schemas.openxmlformats.org/officeDocument/2006/relationships/image" Target="../media/image21.png"/><Relationship Id="rId7" Type="http://schemas.openxmlformats.org/officeDocument/2006/relationships/image" Target="../media/image25.png"/><Relationship Id="rId2" Type="http://schemas.openxmlformats.org/officeDocument/2006/relationships/image" Target="../media/image20.png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24.png"/><Relationship Id="rId5" Type="http://schemas.openxmlformats.org/officeDocument/2006/relationships/image" Target="../media/image23.png"/><Relationship Id="rId4" Type="http://schemas.openxmlformats.org/officeDocument/2006/relationships/image" Target="../media/image22.png"/><Relationship Id="rId9" Type="http://schemas.openxmlformats.org/officeDocument/2006/relationships/image" Target="../media/image27.png"/></Relationships>
</file>

<file path=ppt/slides/_rels/slide37.xml.rels><?xml version="1.0" encoding="UTF-8" standalone="yes"?>
<Relationships xmlns="http://schemas.openxmlformats.org/package/2006/relationships"><Relationship Id="rId8" Type="http://schemas.openxmlformats.org/officeDocument/2006/relationships/image" Target="../media/image33.png"/><Relationship Id="rId3" Type="http://schemas.openxmlformats.org/officeDocument/2006/relationships/image" Target="../media/image28.png"/><Relationship Id="rId7" Type="http://schemas.openxmlformats.org/officeDocument/2006/relationships/image" Target="../media/image32.png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31.png"/><Relationship Id="rId11" Type="http://schemas.openxmlformats.org/officeDocument/2006/relationships/image" Target="../media/image36.png"/><Relationship Id="rId5" Type="http://schemas.openxmlformats.org/officeDocument/2006/relationships/image" Target="../media/image30.png"/><Relationship Id="rId10" Type="http://schemas.openxmlformats.org/officeDocument/2006/relationships/image" Target="../media/image35.png"/><Relationship Id="rId4" Type="http://schemas.openxmlformats.org/officeDocument/2006/relationships/image" Target="../media/image29.png"/><Relationship Id="rId9" Type="http://schemas.openxmlformats.org/officeDocument/2006/relationships/image" Target="../media/image34.png"/></Relationships>
</file>

<file path=ppt/slides/_rels/slide38.xml.rels><?xml version="1.0" encoding="UTF-8" standalone="yes"?>
<Relationships xmlns="http://schemas.openxmlformats.org/package/2006/relationships"><Relationship Id="rId8" Type="http://schemas.openxmlformats.org/officeDocument/2006/relationships/image" Target="../media/image42.png"/><Relationship Id="rId3" Type="http://schemas.openxmlformats.org/officeDocument/2006/relationships/image" Target="../media/image37.png"/><Relationship Id="rId7" Type="http://schemas.openxmlformats.org/officeDocument/2006/relationships/image" Target="../media/image41.png"/><Relationship Id="rId2" Type="http://schemas.openxmlformats.org/officeDocument/2006/relationships/hyperlink" Target="https://smart.servier.com/smart_image/surgeon-5/" TargetMode="External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40.png"/><Relationship Id="rId5" Type="http://schemas.openxmlformats.org/officeDocument/2006/relationships/image" Target="../media/image39.png"/><Relationship Id="rId10" Type="http://schemas.openxmlformats.org/officeDocument/2006/relationships/image" Target="../media/image44.png"/><Relationship Id="rId4" Type="http://schemas.openxmlformats.org/officeDocument/2006/relationships/image" Target="../media/image38.png"/><Relationship Id="rId9" Type="http://schemas.openxmlformats.org/officeDocument/2006/relationships/image" Target="../media/image43.png"/></Relationships>
</file>

<file path=ppt/slides/_rels/slide39.xml.rels><?xml version="1.0" encoding="UTF-8" standalone="yes"?>
<Relationships xmlns="http://schemas.openxmlformats.org/package/2006/relationships"><Relationship Id="rId8" Type="http://schemas.openxmlformats.org/officeDocument/2006/relationships/image" Target="../media/image51.png"/><Relationship Id="rId3" Type="http://schemas.openxmlformats.org/officeDocument/2006/relationships/image" Target="../media/image46.png"/><Relationship Id="rId7" Type="http://schemas.openxmlformats.org/officeDocument/2006/relationships/image" Target="../media/image50.png"/><Relationship Id="rId2" Type="http://schemas.openxmlformats.org/officeDocument/2006/relationships/image" Target="../media/image45.png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49.png"/><Relationship Id="rId5" Type="http://schemas.openxmlformats.org/officeDocument/2006/relationships/image" Target="../media/image48.png"/><Relationship Id="rId4" Type="http://schemas.openxmlformats.org/officeDocument/2006/relationships/image" Target="../media/image47.png"/><Relationship Id="rId9" Type="http://schemas.openxmlformats.org/officeDocument/2006/relationships/image" Target="../media/image52.png"/></Relationships>
</file>

<file path=ppt/slides/_rels/slide40.xml.rels><?xml version="1.0" encoding="UTF-8" standalone="yes"?>
<Relationships xmlns="http://schemas.openxmlformats.org/package/2006/relationships"><Relationship Id="rId8" Type="http://schemas.openxmlformats.org/officeDocument/2006/relationships/image" Target="../media/image59.png"/><Relationship Id="rId3" Type="http://schemas.openxmlformats.org/officeDocument/2006/relationships/image" Target="../media/image54.png"/><Relationship Id="rId7" Type="http://schemas.openxmlformats.org/officeDocument/2006/relationships/image" Target="../media/image58.png"/><Relationship Id="rId2" Type="http://schemas.openxmlformats.org/officeDocument/2006/relationships/image" Target="../media/image53.png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57.png"/><Relationship Id="rId5" Type="http://schemas.openxmlformats.org/officeDocument/2006/relationships/image" Target="../media/image56.png"/><Relationship Id="rId4" Type="http://schemas.openxmlformats.org/officeDocument/2006/relationships/image" Target="../media/image55.png"/></Relationships>
</file>

<file path=ppt/slides/_rels/slide4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4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4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4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4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4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473707832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Rectangle 2">
            <a:extLst>
              <a:ext uri="{FF2B5EF4-FFF2-40B4-BE49-F238E27FC236}">
                <a16:creationId xmlns:a16="http://schemas.microsoft.com/office/drawing/2014/main" id="{09DC0E47-F2B4-42B5-B52D-A6B8627C49DA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 algn="ctr">
              <a:defRPr/>
            </a:pPr>
            <a:r>
              <a:rPr lang="fr-FR" altLang="x-none" sz="8000" b="0"/>
              <a:t>People</a:t>
            </a:r>
          </a:p>
        </p:txBody>
      </p: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46" name="Rectangle 2">
            <a:extLst>
              <a:ext uri="{FF2B5EF4-FFF2-40B4-BE49-F238E27FC236}">
                <a16:creationId xmlns:a16="http://schemas.microsoft.com/office/drawing/2014/main" id="{3BF91168-09AD-4111-AFAD-7506D5ECAA31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Newborn baby</a:t>
            </a:r>
          </a:p>
        </p:txBody>
      </p:sp>
      <p:grpSp>
        <p:nvGrpSpPr>
          <p:cNvPr id="27650" name="medical-illustration-newborn-baby">
            <a:extLst>
              <a:ext uri="{FF2B5EF4-FFF2-40B4-BE49-F238E27FC236}">
                <a16:creationId xmlns:a16="http://schemas.microsoft.com/office/drawing/2014/main" id="{97AF8C6A-7547-4553-991C-214C25E93BD3}"/>
              </a:ext>
            </a:extLst>
          </p:cNvPr>
          <p:cNvGrpSpPr>
            <a:grpSpLocks/>
          </p:cNvGrpSpPr>
          <p:nvPr/>
        </p:nvGrpSpPr>
        <p:grpSpPr bwMode="auto">
          <a:xfrm rot="-2437643">
            <a:off x="1828800" y="2286000"/>
            <a:ext cx="5494338" cy="2355850"/>
            <a:chOff x="379" y="769"/>
            <a:chExt cx="3461" cy="1484"/>
          </a:xfrm>
        </p:grpSpPr>
        <p:sp>
          <p:nvSpPr>
            <p:cNvPr id="27851" name="Freeform 4">
              <a:extLst>
                <a:ext uri="{FF2B5EF4-FFF2-40B4-BE49-F238E27FC236}">
                  <a16:creationId xmlns:a16="http://schemas.microsoft.com/office/drawing/2014/main" id="{7ED151E7-6938-49B6-A98B-1F2809AE878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0" y="966"/>
              <a:ext cx="687" cy="223"/>
            </a:xfrm>
            <a:custGeom>
              <a:avLst/>
              <a:gdLst>
                <a:gd name="T0" fmla="*/ 0 w 504"/>
                <a:gd name="T1" fmla="*/ 391 h 163"/>
                <a:gd name="T2" fmla="*/ 372 w 504"/>
                <a:gd name="T3" fmla="*/ 107 h 163"/>
                <a:gd name="T4" fmla="*/ 912 w 504"/>
                <a:gd name="T5" fmla="*/ 26 h 163"/>
                <a:gd name="T6" fmla="*/ 1095 w 504"/>
                <a:gd name="T7" fmla="*/ 5 h 163"/>
                <a:gd name="T8" fmla="*/ 1198 w 504"/>
                <a:gd name="T9" fmla="*/ 64 h 163"/>
                <a:gd name="T10" fmla="*/ 1187 w 504"/>
                <a:gd name="T11" fmla="*/ 100 h 163"/>
                <a:gd name="T12" fmla="*/ 1255 w 504"/>
                <a:gd name="T13" fmla="*/ 126 h 163"/>
                <a:gd name="T14" fmla="*/ 1234 w 504"/>
                <a:gd name="T15" fmla="*/ 213 h 163"/>
                <a:gd name="T16" fmla="*/ 1274 w 504"/>
                <a:gd name="T17" fmla="*/ 244 h 163"/>
                <a:gd name="T18" fmla="*/ 1242 w 504"/>
                <a:gd name="T19" fmla="*/ 390 h 163"/>
                <a:gd name="T20" fmla="*/ 1201 w 504"/>
                <a:gd name="T21" fmla="*/ 339 h 163"/>
                <a:gd name="T22" fmla="*/ 1135 w 504"/>
                <a:gd name="T23" fmla="*/ 416 h 163"/>
                <a:gd name="T24" fmla="*/ 0 w 504"/>
                <a:gd name="T25" fmla="*/ 391 h 16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04" h="163">
                  <a:moveTo>
                    <a:pt x="0" y="153"/>
                  </a:moveTo>
                  <a:cubicBezTo>
                    <a:pt x="0" y="153"/>
                    <a:pt x="63" y="53"/>
                    <a:pt x="147" y="42"/>
                  </a:cubicBezTo>
                  <a:cubicBezTo>
                    <a:pt x="231" y="31"/>
                    <a:pt x="292" y="48"/>
                    <a:pt x="360" y="10"/>
                  </a:cubicBezTo>
                  <a:cubicBezTo>
                    <a:pt x="378" y="0"/>
                    <a:pt x="417" y="2"/>
                    <a:pt x="432" y="2"/>
                  </a:cubicBezTo>
                  <a:cubicBezTo>
                    <a:pt x="447" y="2"/>
                    <a:pt x="480" y="2"/>
                    <a:pt x="473" y="25"/>
                  </a:cubicBezTo>
                  <a:cubicBezTo>
                    <a:pt x="471" y="30"/>
                    <a:pt x="469" y="39"/>
                    <a:pt x="469" y="39"/>
                  </a:cubicBezTo>
                  <a:cubicBezTo>
                    <a:pt x="469" y="39"/>
                    <a:pt x="497" y="32"/>
                    <a:pt x="496" y="49"/>
                  </a:cubicBezTo>
                  <a:cubicBezTo>
                    <a:pt x="496" y="65"/>
                    <a:pt x="487" y="83"/>
                    <a:pt x="487" y="83"/>
                  </a:cubicBezTo>
                  <a:cubicBezTo>
                    <a:pt x="487" y="83"/>
                    <a:pt x="502" y="78"/>
                    <a:pt x="503" y="95"/>
                  </a:cubicBezTo>
                  <a:cubicBezTo>
                    <a:pt x="504" y="113"/>
                    <a:pt x="502" y="152"/>
                    <a:pt x="490" y="152"/>
                  </a:cubicBezTo>
                  <a:cubicBezTo>
                    <a:pt x="477" y="152"/>
                    <a:pt x="471" y="141"/>
                    <a:pt x="474" y="132"/>
                  </a:cubicBezTo>
                  <a:cubicBezTo>
                    <a:pt x="474" y="132"/>
                    <a:pt x="468" y="163"/>
                    <a:pt x="448" y="162"/>
                  </a:cubicBezTo>
                  <a:cubicBezTo>
                    <a:pt x="429" y="161"/>
                    <a:pt x="0" y="153"/>
                    <a:pt x="0" y="153"/>
                  </a:cubicBezTo>
                  <a:close/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7852" name="Freeform 5">
              <a:extLst>
                <a:ext uri="{FF2B5EF4-FFF2-40B4-BE49-F238E27FC236}">
                  <a16:creationId xmlns:a16="http://schemas.microsoft.com/office/drawing/2014/main" id="{E822F2A1-0A54-4707-8BCA-80744F0154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6" y="1018"/>
              <a:ext cx="113" cy="160"/>
            </a:xfrm>
            <a:custGeom>
              <a:avLst/>
              <a:gdLst>
                <a:gd name="T0" fmla="*/ 82 w 83"/>
                <a:gd name="T1" fmla="*/ 0 h 117"/>
                <a:gd name="T2" fmla="*/ 57 w 83"/>
                <a:gd name="T3" fmla="*/ 78 h 117"/>
                <a:gd name="T4" fmla="*/ 37 w 83"/>
                <a:gd name="T5" fmla="*/ 144 h 117"/>
                <a:gd name="T6" fmla="*/ 48 w 83"/>
                <a:gd name="T7" fmla="*/ 223 h 117"/>
                <a:gd name="T8" fmla="*/ 88 w 83"/>
                <a:gd name="T9" fmla="*/ 299 h 117"/>
                <a:gd name="T10" fmla="*/ 133 w 83"/>
                <a:gd name="T11" fmla="*/ 291 h 117"/>
                <a:gd name="T12" fmla="*/ 210 w 83"/>
                <a:gd name="T13" fmla="*/ 71 h 117"/>
                <a:gd name="T14" fmla="*/ 82 w 83"/>
                <a:gd name="T15" fmla="*/ 0 h 11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3" h="117">
                  <a:moveTo>
                    <a:pt x="32" y="0"/>
                  </a:moveTo>
                  <a:cubicBezTo>
                    <a:pt x="32" y="0"/>
                    <a:pt x="0" y="9"/>
                    <a:pt x="23" y="31"/>
                  </a:cubicBezTo>
                  <a:cubicBezTo>
                    <a:pt x="23" y="31"/>
                    <a:pt x="1" y="46"/>
                    <a:pt x="15" y="56"/>
                  </a:cubicBezTo>
                  <a:cubicBezTo>
                    <a:pt x="15" y="56"/>
                    <a:pt x="5" y="83"/>
                    <a:pt x="19" y="87"/>
                  </a:cubicBezTo>
                  <a:cubicBezTo>
                    <a:pt x="19" y="87"/>
                    <a:pt x="7" y="115"/>
                    <a:pt x="35" y="117"/>
                  </a:cubicBezTo>
                  <a:cubicBezTo>
                    <a:pt x="43" y="117"/>
                    <a:pt x="53" y="114"/>
                    <a:pt x="53" y="114"/>
                  </a:cubicBezTo>
                  <a:cubicBezTo>
                    <a:pt x="83" y="28"/>
                    <a:pt x="83" y="28"/>
                    <a:pt x="83" y="28"/>
                  </a:cubicBezTo>
                  <a:lnTo>
                    <a:pt x="32" y="0"/>
                  </a:lnTo>
                  <a:close/>
                </a:path>
              </a:pathLst>
            </a:custGeom>
            <a:solidFill>
              <a:srgbClr val="FEE2D7"/>
            </a:solidFill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fr-FR"/>
            </a:p>
          </p:txBody>
        </p:sp>
        <p:sp>
          <p:nvSpPr>
            <p:cNvPr id="27853" name="Freeform 6">
              <a:extLst>
                <a:ext uri="{FF2B5EF4-FFF2-40B4-BE49-F238E27FC236}">
                  <a16:creationId xmlns:a16="http://schemas.microsoft.com/office/drawing/2014/main" id="{78DB9B4D-E790-4251-99B0-8C57CC43ABF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4" y="769"/>
              <a:ext cx="951" cy="703"/>
            </a:xfrm>
            <a:custGeom>
              <a:avLst/>
              <a:gdLst>
                <a:gd name="T0" fmla="*/ 15 w 697"/>
                <a:gd name="T1" fmla="*/ 403 h 514"/>
                <a:gd name="T2" fmla="*/ 65 w 697"/>
                <a:gd name="T3" fmla="*/ 529 h 514"/>
                <a:gd name="T4" fmla="*/ 83 w 697"/>
                <a:gd name="T5" fmla="*/ 558 h 514"/>
                <a:gd name="T6" fmla="*/ 14 w 697"/>
                <a:gd name="T7" fmla="*/ 652 h 514"/>
                <a:gd name="T8" fmla="*/ 111 w 697"/>
                <a:gd name="T9" fmla="*/ 900 h 514"/>
                <a:gd name="T10" fmla="*/ 385 w 697"/>
                <a:gd name="T11" fmla="*/ 1094 h 514"/>
                <a:gd name="T12" fmla="*/ 637 w 697"/>
                <a:gd name="T13" fmla="*/ 1266 h 514"/>
                <a:gd name="T14" fmla="*/ 836 w 697"/>
                <a:gd name="T15" fmla="*/ 1016 h 514"/>
                <a:gd name="T16" fmla="*/ 1059 w 697"/>
                <a:gd name="T17" fmla="*/ 841 h 514"/>
                <a:gd name="T18" fmla="*/ 1067 w 697"/>
                <a:gd name="T19" fmla="*/ 946 h 514"/>
                <a:gd name="T20" fmla="*/ 989 w 697"/>
                <a:gd name="T21" fmla="*/ 1169 h 514"/>
                <a:gd name="T22" fmla="*/ 996 w 697"/>
                <a:gd name="T23" fmla="*/ 1223 h 514"/>
                <a:gd name="T24" fmla="*/ 1276 w 697"/>
                <a:gd name="T25" fmla="*/ 1309 h 514"/>
                <a:gd name="T26" fmla="*/ 1771 w 697"/>
                <a:gd name="T27" fmla="*/ 1018 h 514"/>
                <a:gd name="T28" fmla="*/ 1665 w 697"/>
                <a:gd name="T29" fmla="*/ 479 h 514"/>
                <a:gd name="T30" fmla="*/ 1296 w 697"/>
                <a:gd name="T31" fmla="*/ 1 h 514"/>
                <a:gd name="T32" fmla="*/ 857 w 697"/>
                <a:gd name="T33" fmla="*/ 319 h 514"/>
                <a:gd name="T34" fmla="*/ 663 w 697"/>
                <a:gd name="T35" fmla="*/ 687 h 514"/>
                <a:gd name="T36" fmla="*/ 550 w 697"/>
                <a:gd name="T37" fmla="*/ 724 h 514"/>
                <a:gd name="T38" fmla="*/ 404 w 697"/>
                <a:gd name="T39" fmla="*/ 620 h 514"/>
                <a:gd name="T40" fmla="*/ 194 w 697"/>
                <a:gd name="T41" fmla="*/ 466 h 514"/>
                <a:gd name="T42" fmla="*/ 15 w 697"/>
                <a:gd name="T43" fmla="*/ 403 h 514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697" h="514">
                  <a:moveTo>
                    <a:pt x="6" y="158"/>
                  </a:moveTo>
                  <a:cubicBezTo>
                    <a:pt x="0" y="162"/>
                    <a:pt x="0" y="208"/>
                    <a:pt x="26" y="207"/>
                  </a:cubicBezTo>
                  <a:cubicBezTo>
                    <a:pt x="53" y="205"/>
                    <a:pt x="37" y="216"/>
                    <a:pt x="33" y="218"/>
                  </a:cubicBezTo>
                  <a:cubicBezTo>
                    <a:pt x="29" y="221"/>
                    <a:pt x="2" y="235"/>
                    <a:pt x="5" y="255"/>
                  </a:cubicBezTo>
                  <a:cubicBezTo>
                    <a:pt x="7" y="275"/>
                    <a:pt x="2" y="327"/>
                    <a:pt x="43" y="352"/>
                  </a:cubicBezTo>
                  <a:cubicBezTo>
                    <a:pt x="83" y="377"/>
                    <a:pt x="131" y="402"/>
                    <a:pt x="152" y="428"/>
                  </a:cubicBezTo>
                  <a:cubicBezTo>
                    <a:pt x="173" y="454"/>
                    <a:pt x="208" y="514"/>
                    <a:pt x="251" y="495"/>
                  </a:cubicBezTo>
                  <a:cubicBezTo>
                    <a:pt x="294" y="476"/>
                    <a:pt x="309" y="415"/>
                    <a:pt x="329" y="397"/>
                  </a:cubicBezTo>
                  <a:cubicBezTo>
                    <a:pt x="360" y="367"/>
                    <a:pt x="404" y="347"/>
                    <a:pt x="417" y="329"/>
                  </a:cubicBezTo>
                  <a:cubicBezTo>
                    <a:pt x="417" y="329"/>
                    <a:pt x="418" y="358"/>
                    <a:pt x="420" y="370"/>
                  </a:cubicBezTo>
                  <a:cubicBezTo>
                    <a:pt x="430" y="411"/>
                    <a:pt x="392" y="422"/>
                    <a:pt x="389" y="457"/>
                  </a:cubicBezTo>
                  <a:cubicBezTo>
                    <a:pt x="392" y="478"/>
                    <a:pt x="392" y="478"/>
                    <a:pt x="392" y="478"/>
                  </a:cubicBezTo>
                  <a:cubicBezTo>
                    <a:pt x="502" y="512"/>
                    <a:pt x="502" y="512"/>
                    <a:pt x="502" y="512"/>
                  </a:cubicBezTo>
                  <a:cubicBezTo>
                    <a:pt x="697" y="398"/>
                    <a:pt x="697" y="398"/>
                    <a:pt x="697" y="398"/>
                  </a:cubicBezTo>
                  <a:cubicBezTo>
                    <a:pt x="697" y="398"/>
                    <a:pt x="658" y="230"/>
                    <a:pt x="655" y="187"/>
                  </a:cubicBezTo>
                  <a:cubicBezTo>
                    <a:pt x="652" y="144"/>
                    <a:pt x="634" y="0"/>
                    <a:pt x="510" y="1"/>
                  </a:cubicBezTo>
                  <a:cubicBezTo>
                    <a:pt x="386" y="2"/>
                    <a:pt x="366" y="77"/>
                    <a:pt x="337" y="124"/>
                  </a:cubicBezTo>
                  <a:cubicBezTo>
                    <a:pt x="308" y="171"/>
                    <a:pt x="261" y="268"/>
                    <a:pt x="261" y="268"/>
                  </a:cubicBezTo>
                  <a:cubicBezTo>
                    <a:pt x="261" y="268"/>
                    <a:pt x="228" y="271"/>
                    <a:pt x="216" y="283"/>
                  </a:cubicBezTo>
                  <a:cubicBezTo>
                    <a:pt x="204" y="295"/>
                    <a:pt x="172" y="259"/>
                    <a:pt x="159" y="242"/>
                  </a:cubicBezTo>
                  <a:cubicBezTo>
                    <a:pt x="146" y="225"/>
                    <a:pt x="94" y="191"/>
                    <a:pt x="76" y="182"/>
                  </a:cubicBezTo>
                  <a:cubicBezTo>
                    <a:pt x="58" y="173"/>
                    <a:pt x="47" y="130"/>
                    <a:pt x="6" y="158"/>
                  </a:cubicBezTo>
                  <a:close/>
                </a:path>
              </a:pathLst>
            </a:custGeom>
            <a:solidFill>
              <a:srgbClr val="FEF2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7854" name="Freeform 7">
              <a:extLst>
                <a:ext uri="{FF2B5EF4-FFF2-40B4-BE49-F238E27FC236}">
                  <a16:creationId xmlns:a16="http://schemas.microsoft.com/office/drawing/2014/main" id="{75892E4F-4B91-4BFC-9989-2FB5087FC5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1" y="1100"/>
              <a:ext cx="769" cy="779"/>
            </a:xfrm>
            <a:custGeom>
              <a:avLst/>
              <a:gdLst>
                <a:gd name="T0" fmla="*/ 0 w 564"/>
                <a:gd name="T1" fmla="*/ 325 h 570"/>
                <a:gd name="T2" fmla="*/ 65 w 564"/>
                <a:gd name="T3" fmla="*/ 291 h 570"/>
                <a:gd name="T4" fmla="*/ 735 w 564"/>
                <a:gd name="T5" fmla="*/ 21 h 570"/>
                <a:gd name="T6" fmla="*/ 1310 w 564"/>
                <a:gd name="T7" fmla="*/ 850 h 570"/>
                <a:gd name="T8" fmla="*/ 720 w 564"/>
                <a:gd name="T9" fmla="*/ 1282 h 570"/>
                <a:gd name="T10" fmla="*/ 620 w 564"/>
                <a:gd name="T11" fmla="*/ 1317 h 570"/>
                <a:gd name="T12" fmla="*/ 209 w 564"/>
                <a:gd name="T13" fmla="*/ 1275 h 570"/>
                <a:gd name="T14" fmla="*/ 86 w 564"/>
                <a:gd name="T15" fmla="*/ 1002 h 570"/>
                <a:gd name="T16" fmla="*/ 71 w 564"/>
                <a:gd name="T17" fmla="*/ 795 h 570"/>
                <a:gd name="T18" fmla="*/ 0 w 564"/>
                <a:gd name="T19" fmla="*/ 325 h 57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64" h="570">
                  <a:moveTo>
                    <a:pt x="0" y="127"/>
                  </a:moveTo>
                  <a:cubicBezTo>
                    <a:pt x="0" y="127"/>
                    <a:pt x="12" y="114"/>
                    <a:pt x="26" y="114"/>
                  </a:cubicBezTo>
                  <a:cubicBezTo>
                    <a:pt x="41" y="114"/>
                    <a:pt x="144" y="15"/>
                    <a:pt x="290" y="8"/>
                  </a:cubicBezTo>
                  <a:cubicBezTo>
                    <a:pt x="436" y="0"/>
                    <a:pt x="564" y="126"/>
                    <a:pt x="517" y="333"/>
                  </a:cubicBezTo>
                  <a:cubicBezTo>
                    <a:pt x="471" y="539"/>
                    <a:pt x="284" y="502"/>
                    <a:pt x="284" y="502"/>
                  </a:cubicBezTo>
                  <a:cubicBezTo>
                    <a:pt x="284" y="502"/>
                    <a:pt x="265" y="516"/>
                    <a:pt x="245" y="516"/>
                  </a:cubicBezTo>
                  <a:cubicBezTo>
                    <a:pt x="224" y="516"/>
                    <a:pt x="144" y="570"/>
                    <a:pt x="82" y="500"/>
                  </a:cubicBezTo>
                  <a:cubicBezTo>
                    <a:pt x="50" y="464"/>
                    <a:pt x="45" y="411"/>
                    <a:pt x="34" y="392"/>
                  </a:cubicBezTo>
                  <a:cubicBezTo>
                    <a:pt x="22" y="373"/>
                    <a:pt x="16" y="331"/>
                    <a:pt x="28" y="312"/>
                  </a:cubicBezTo>
                  <a:cubicBezTo>
                    <a:pt x="39" y="293"/>
                    <a:pt x="44" y="171"/>
                    <a:pt x="0" y="127"/>
                  </a:cubicBezTo>
                  <a:close/>
                </a:path>
              </a:pathLst>
            </a:custGeom>
            <a:solidFill>
              <a:srgbClr val="FEF2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7855" name="Freeform 8">
              <a:extLst>
                <a:ext uri="{FF2B5EF4-FFF2-40B4-BE49-F238E27FC236}">
                  <a16:creationId xmlns:a16="http://schemas.microsoft.com/office/drawing/2014/main" id="{3035F7A2-2D7D-4E7B-A3D5-55F7FC8DB3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7" y="1103"/>
              <a:ext cx="600" cy="628"/>
            </a:xfrm>
            <a:custGeom>
              <a:avLst/>
              <a:gdLst>
                <a:gd name="T0" fmla="*/ 873 w 440"/>
                <a:gd name="T1" fmla="*/ 1122 h 460"/>
                <a:gd name="T2" fmla="*/ 997 w 440"/>
                <a:gd name="T3" fmla="*/ 844 h 460"/>
                <a:gd name="T4" fmla="*/ 420 w 440"/>
                <a:gd name="T5" fmla="*/ 20 h 460"/>
                <a:gd name="T6" fmla="*/ 0 w 440"/>
                <a:gd name="T7" fmla="*/ 139 h 460"/>
                <a:gd name="T8" fmla="*/ 297 w 440"/>
                <a:gd name="T9" fmla="*/ 201 h 460"/>
                <a:gd name="T10" fmla="*/ 548 w 440"/>
                <a:gd name="T11" fmla="*/ 356 h 460"/>
                <a:gd name="T12" fmla="*/ 758 w 440"/>
                <a:gd name="T13" fmla="*/ 466 h 460"/>
                <a:gd name="T14" fmla="*/ 873 w 440"/>
                <a:gd name="T15" fmla="*/ 1122 h 46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40" h="460">
                  <a:moveTo>
                    <a:pt x="344" y="441"/>
                  </a:moveTo>
                  <a:cubicBezTo>
                    <a:pt x="355" y="424"/>
                    <a:pt x="379" y="397"/>
                    <a:pt x="393" y="332"/>
                  </a:cubicBezTo>
                  <a:cubicBezTo>
                    <a:pt x="440" y="126"/>
                    <a:pt x="312" y="0"/>
                    <a:pt x="166" y="8"/>
                  </a:cubicBezTo>
                  <a:cubicBezTo>
                    <a:pt x="101" y="11"/>
                    <a:pt x="44" y="33"/>
                    <a:pt x="0" y="55"/>
                  </a:cubicBezTo>
                  <a:cubicBezTo>
                    <a:pt x="0" y="55"/>
                    <a:pt x="88" y="74"/>
                    <a:pt x="117" y="79"/>
                  </a:cubicBezTo>
                  <a:cubicBezTo>
                    <a:pt x="147" y="83"/>
                    <a:pt x="219" y="108"/>
                    <a:pt x="216" y="140"/>
                  </a:cubicBezTo>
                  <a:cubicBezTo>
                    <a:pt x="213" y="173"/>
                    <a:pt x="257" y="160"/>
                    <a:pt x="299" y="183"/>
                  </a:cubicBezTo>
                  <a:cubicBezTo>
                    <a:pt x="340" y="206"/>
                    <a:pt x="290" y="460"/>
                    <a:pt x="344" y="441"/>
                  </a:cubicBezTo>
                  <a:close/>
                </a:path>
              </a:pathLst>
            </a:custGeom>
            <a:solidFill>
              <a:srgbClr val="EFE0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7856" name="Freeform 9">
              <a:extLst>
                <a:ext uri="{FF2B5EF4-FFF2-40B4-BE49-F238E27FC236}">
                  <a16:creationId xmlns:a16="http://schemas.microsoft.com/office/drawing/2014/main" id="{D420619D-CD8F-4E70-8B00-A9248B3930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" y="1071"/>
              <a:ext cx="3259" cy="1178"/>
            </a:xfrm>
            <a:custGeom>
              <a:avLst/>
              <a:gdLst>
                <a:gd name="T0" fmla="*/ 5194 w 2390"/>
                <a:gd name="T1" fmla="*/ 1238 h 862"/>
                <a:gd name="T2" fmla="*/ 5160 w 2390"/>
                <a:gd name="T3" fmla="*/ 1539 h 862"/>
                <a:gd name="T4" fmla="*/ 5093 w 2390"/>
                <a:gd name="T5" fmla="*/ 1693 h 862"/>
                <a:gd name="T6" fmla="*/ 5119 w 2390"/>
                <a:gd name="T7" fmla="*/ 1712 h 862"/>
                <a:gd name="T8" fmla="*/ 5273 w 2390"/>
                <a:gd name="T9" fmla="*/ 1777 h 862"/>
                <a:gd name="T10" fmla="*/ 5493 w 2390"/>
                <a:gd name="T11" fmla="*/ 1803 h 862"/>
                <a:gd name="T12" fmla="*/ 5649 w 2390"/>
                <a:gd name="T13" fmla="*/ 1742 h 862"/>
                <a:gd name="T14" fmla="*/ 5738 w 2390"/>
                <a:gd name="T15" fmla="*/ 1759 h 862"/>
                <a:gd name="T16" fmla="*/ 5821 w 2390"/>
                <a:gd name="T17" fmla="*/ 1804 h 862"/>
                <a:gd name="T18" fmla="*/ 5866 w 2390"/>
                <a:gd name="T19" fmla="*/ 1824 h 862"/>
                <a:gd name="T20" fmla="*/ 5974 w 2390"/>
                <a:gd name="T21" fmla="*/ 1844 h 862"/>
                <a:gd name="T22" fmla="*/ 6030 w 2390"/>
                <a:gd name="T23" fmla="*/ 1965 h 862"/>
                <a:gd name="T24" fmla="*/ 5865 w 2390"/>
                <a:gd name="T25" fmla="*/ 2114 h 862"/>
                <a:gd name="T26" fmla="*/ 5494 w 2390"/>
                <a:gd name="T27" fmla="*/ 2118 h 862"/>
                <a:gd name="T28" fmla="*/ 4852 w 2390"/>
                <a:gd name="T29" fmla="*/ 2109 h 862"/>
                <a:gd name="T30" fmla="*/ 4764 w 2390"/>
                <a:gd name="T31" fmla="*/ 2073 h 862"/>
                <a:gd name="T32" fmla="*/ 4684 w 2390"/>
                <a:gd name="T33" fmla="*/ 1976 h 862"/>
                <a:gd name="T34" fmla="*/ 4709 w 2390"/>
                <a:gd name="T35" fmla="*/ 1462 h 862"/>
                <a:gd name="T36" fmla="*/ 4302 w 2390"/>
                <a:gd name="T37" fmla="*/ 1483 h 862"/>
                <a:gd name="T38" fmla="*/ 3299 w 2390"/>
                <a:gd name="T39" fmla="*/ 1529 h 862"/>
                <a:gd name="T40" fmla="*/ 2467 w 2390"/>
                <a:gd name="T41" fmla="*/ 1386 h 862"/>
                <a:gd name="T42" fmla="*/ 1469 w 2390"/>
                <a:gd name="T43" fmla="*/ 1233 h 862"/>
                <a:gd name="T44" fmla="*/ 870 w 2390"/>
                <a:gd name="T45" fmla="*/ 1110 h 862"/>
                <a:gd name="T46" fmla="*/ 671 w 2390"/>
                <a:gd name="T47" fmla="*/ 1039 h 862"/>
                <a:gd name="T48" fmla="*/ 271 w 2390"/>
                <a:gd name="T49" fmla="*/ 855 h 862"/>
                <a:gd name="T50" fmla="*/ 153 w 2390"/>
                <a:gd name="T51" fmla="*/ 801 h 862"/>
                <a:gd name="T52" fmla="*/ 76 w 2390"/>
                <a:gd name="T53" fmla="*/ 709 h 862"/>
                <a:gd name="T54" fmla="*/ 15 w 2390"/>
                <a:gd name="T55" fmla="*/ 642 h 862"/>
                <a:gd name="T56" fmla="*/ 61 w 2390"/>
                <a:gd name="T57" fmla="*/ 611 h 862"/>
                <a:gd name="T58" fmla="*/ 30 w 2390"/>
                <a:gd name="T59" fmla="*/ 538 h 862"/>
                <a:gd name="T60" fmla="*/ 56 w 2390"/>
                <a:gd name="T61" fmla="*/ 514 h 862"/>
                <a:gd name="T62" fmla="*/ 68 w 2390"/>
                <a:gd name="T63" fmla="*/ 454 h 862"/>
                <a:gd name="T64" fmla="*/ 198 w 2390"/>
                <a:gd name="T65" fmla="*/ 474 h 862"/>
                <a:gd name="T66" fmla="*/ 215 w 2390"/>
                <a:gd name="T67" fmla="*/ 420 h 862"/>
                <a:gd name="T68" fmla="*/ 154 w 2390"/>
                <a:gd name="T69" fmla="*/ 249 h 862"/>
                <a:gd name="T70" fmla="*/ 349 w 2390"/>
                <a:gd name="T71" fmla="*/ 321 h 862"/>
                <a:gd name="T72" fmla="*/ 475 w 2390"/>
                <a:gd name="T73" fmla="*/ 444 h 862"/>
                <a:gd name="T74" fmla="*/ 661 w 2390"/>
                <a:gd name="T75" fmla="*/ 585 h 862"/>
                <a:gd name="T76" fmla="*/ 855 w 2390"/>
                <a:gd name="T77" fmla="*/ 668 h 862"/>
                <a:gd name="T78" fmla="*/ 1208 w 2390"/>
                <a:gd name="T79" fmla="*/ 739 h 862"/>
                <a:gd name="T80" fmla="*/ 1927 w 2390"/>
                <a:gd name="T81" fmla="*/ 646 h 862"/>
                <a:gd name="T82" fmla="*/ 2322 w 2390"/>
                <a:gd name="T83" fmla="*/ 603 h 862"/>
                <a:gd name="T84" fmla="*/ 2429 w 2390"/>
                <a:gd name="T85" fmla="*/ 648 h 862"/>
                <a:gd name="T86" fmla="*/ 2453 w 2390"/>
                <a:gd name="T87" fmla="*/ 631 h 862"/>
                <a:gd name="T88" fmla="*/ 2592 w 2390"/>
                <a:gd name="T89" fmla="*/ 493 h 862"/>
                <a:gd name="T90" fmla="*/ 3139 w 2390"/>
                <a:gd name="T91" fmla="*/ 403 h 862"/>
                <a:gd name="T92" fmla="*/ 4275 w 2390"/>
                <a:gd name="T93" fmla="*/ 63 h 862"/>
                <a:gd name="T94" fmla="*/ 4889 w 2390"/>
                <a:gd name="T95" fmla="*/ 297 h 862"/>
                <a:gd name="T96" fmla="*/ 5077 w 2390"/>
                <a:gd name="T97" fmla="*/ 370 h 862"/>
                <a:gd name="T98" fmla="*/ 5194 w 2390"/>
                <a:gd name="T99" fmla="*/ 1238 h 862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2390" h="862">
                  <a:moveTo>
                    <a:pt x="2048" y="485"/>
                  </a:moveTo>
                  <a:cubicBezTo>
                    <a:pt x="2048" y="485"/>
                    <a:pt x="2072" y="544"/>
                    <a:pt x="2035" y="603"/>
                  </a:cubicBezTo>
                  <a:cubicBezTo>
                    <a:pt x="1999" y="661"/>
                    <a:pt x="2009" y="664"/>
                    <a:pt x="2009" y="664"/>
                  </a:cubicBezTo>
                  <a:cubicBezTo>
                    <a:pt x="2009" y="664"/>
                    <a:pt x="2015" y="665"/>
                    <a:pt x="2019" y="671"/>
                  </a:cubicBezTo>
                  <a:cubicBezTo>
                    <a:pt x="2022" y="677"/>
                    <a:pt x="2060" y="687"/>
                    <a:pt x="2080" y="696"/>
                  </a:cubicBezTo>
                  <a:cubicBezTo>
                    <a:pt x="2100" y="706"/>
                    <a:pt x="2154" y="715"/>
                    <a:pt x="2166" y="706"/>
                  </a:cubicBezTo>
                  <a:cubicBezTo>
                    <a:pt x="2178" y="698"/>
                    <a:pt x="2181" y="663"/>
                    <a:pt x="2228" y="683"/>
                  </a:cubicBezTo>
                  <a:cubicBezTo>
                    <a:pt x="2228" y="683"/>
                    <a:pt x="2246" y="663"/>
                    <a:pt x="2263" y="689"/>
                  </a:cubicBezTo>
                  <a:cubicBezTo>
                    <a:pt x="2263" y="689"/>
                    <a:pt x="2279" y="686"/>
                    <a:pt x="2296" y="707"/>
                  </a:cubicBezTo>
                  <a:cubicBezTo>
                    <a:pt x="2296" y="707"/>
                    <a:pt x="2307" y="703"/>
                    <a:pt x="2314" y="715"/>
                  </a:cubicBezTo>
                  <a:cubicBezTo>
                    <a:pt x="2314" y="715"/>
                    <a:pt x="2338" y="704"/>
                    <a:pt x="2356" y="722"/>
                  </a:cubicBezTo>
                  <a:cubicBezTo>
                    <a:pt x="2374" y="739"/>
                    <a:pt x="2390" y="750"/>
                    <a:pt x="2378" y="770"/>
                  </a:cubicBezTo>
                  <a:cubicBezTo>
                    <a:pt x="2366" y="790"/>
                    <a:pt x="2355" y="827"/>
                    <a:pt x="2313" y="828"/>
                  </a:cubicBezTo>
                  <a:cubicBezTo>
                    <a:pt x="2271" y="828"/>
                    <a:pt x="2203" y="823"/>
                    <a:pt x="2167" y="830"/>
                  </a:cubicBezTo>
                  <a:cubicBezTo>
                    <a:pt x="2131" y="838"/>
                    <a:pt x="2023" y="862"/>
                    <a:pt x="1913" y="826"/>
                  </a:cubicBezTo>
                  <a:cubicBezTo>
                    <a:pt x="1886" y="817"/>
                    <a:pt x="1891" y="814"/>
                    <a:pt x="1879" y="812"/>
                  </a:cubicBezTo>
                  <a:cubicBezTo>
                    <a:pt x="1867" y="810"/>
                    <a:pt x="1854" y="797"/>
                    <a:pt x="1847" y="774"/>
                  </a:cubicBezTo>
                  <a:cubicBezTo>
                    <a:pt x="1839" y="751"/>
                    <a:pt x="1813" y="654"/>
                    <a:pt x="1857" y="573"/>
                  </a:cubicBezTo>
                  <a:cubicBezTo>
                    <a:pt x="1857" y="573"/>
                    <a:pt x="1807" y="538"/>
                    <a:pt x="1697" y="581"/>
                  </a:cubicBezTo>
                  <a:cubicBezTo>
                    <a:pt x="1549" y="639"/>
                    <a:pt x="1383" y="583"/>
                    <a:pt x="1301" y="599"/>
                  </a:cubicBezTo>
                  <a:cubicBezTo>
                    <a:pt x="1219" y="615"/>
                    <a:pt x="1182" y="670"/>
                    <a:pt x="973" y="543"/>
                  </a:cubicBezTo>
                  <a:cubicBezTo>
                    <a:pt x="765" y="417"/>
                    <a:pt x="801" y="509"/>
                    <a:pt x="579" y="483"/>
                  </a:cubicBezTo>
                  <a:cubicBezTo>
                    <a:pt x="490" y="473"/>
                    <a:pt x="371" y="449"/>
                    <a:pt x="343" y="435"/>
                  </a:cubicBezTo>
                  <a:cubicBezTo>
                    <a:pt x="315" y="421"/>
                    <a:pt x="293" y="443"/>
                    <a:pt x="265" y="407"/>
                  </a:cubicBezTo>
                  <a:cubicBezTo>
                    <a:pt x="237" y="371"/>
                    <a:pt x="202" y="414"/>
                    <a:pt x="107" y="335"/>
                  </a:cubicBezTo>
                  <a:cubicBezTo>
                    <a:pt x="90" y="321"/>
                    <a:pt x="72" y="321"/>
                    <a:pt x="60" y="314"/>
                  </a:cubicBezTo>
                  <a:cubicBezTo>
                    <a:pt x="47" y="307"/>
                    <a:pt x="20" y="306"/>
                    <a:pt x="30" y="278"/>
                  </a:cubicBezTo>
                  <a:cubicBezTo>
                    <a:pt x="30" y="278"/>
                    <a:pt x="0" y="270"/>
                    <a:pt x="6" y="252"/>
                  </a:cubicBezTo>
                  <a:cubicBezTo>
                    <a:pt x="13" y="233"/>
                    <a:pt x="24" y="239"/>
                    <a:pt x="24" y="239"/>
                  </a:cubicBezTo>
                  <a:cubicBezTo>
                    <a:pt x="24" y="239"/>
                    <a:pt x="6" y="232"/>
                    <a:pt x="12" y="211"/>
                  </a:cubicBezTo>
                  <a:cubicBezTo>
                    <a:pt x="14" y="205"/>
                    <a:pt x="22" y="201"/>
                    <a:pt x="22" y="201"/>
                  </a:cubicBezTo>
                  <a:cubicBezTo>
                    <a:pt x="22" y="201"/>
                    <a:pt x="12" y="180"/>
                    <a:pt x="27" y="178"/>
                  </a:cubicBezTo>
                  <a:cubicBezTo>
                    <a:pt x="43" y="176"/>
                    <a:pt x="61" y="177"/>
                    <a:pt x="78" y="186"/>
                  </a:cubicBezTo>
                  <a:cubicBezTo>
                    <a:pt x="78" y="186"/>
                    <a:pt x="86" y="170"/>
                    <a:pt x="85" y="165"/>
                  </a:cubicBezTo>
                  <a:cubicBezTo>
                    <a:pt x="85" y="165"/>
                    <a:pt x="34" y="135"/>
                    <a:pt x="61" y="97"/>
                  </a:cubicBezTo>
                  <a:cubicBezTo>
                    <a:pt x="89" y="59"/>
                    <a:pt x="138" y="126"/>
                    <a:pt x="138" y="126"/>
                  </a:cubicBezTo>
                  <a:cubicBezTo>
                    <a:pt x="138" y="126"/>
                    <a:pt x="165" y="163"/>
                    <a:pt x="187" y="174"/>
                  </a:cubicBezTo>
                  <a:cubicBezTo>
                    <a:pt x="213" y="188"/>
                    <a:pt x="240" y="215"/>
                    <a:pt x="261" y="229"/>
                  </a:cubicBezTo>
                  <a:cubicBezTo>
                    <a:pt x="282" y="243"/>
                    <a:pt x="314" y="264"/>
                    <a:pt x="337" y="262"/>
                  </a:cubicBezTo>
                  <a:cubicBezTo>
                    <a:pt x="384" y="259"/>
                    <a:pt x="402" y="300"/>
                    <a:pt x="477" y="290"/>
                  </a:cubicBezTo>
                  <a:cubicBezTo>
                    <a:pt x="526" y="283"/>
                    <a:pt x="723" y="262"/>
                    <a:pt x="760" y="253"/>
                  </a:cubicBezTo>
                  <a:cubicBezTo>
                    <a:pt x="798" y="244"/>
                    <a:pt x="866" y="213"/>
                    <a:pt x="916" y="236"/>
                  </a:cubicBezTo>
                  <a:cubicBezTo>
                    <a:pt x="958" y="254"/>
                    <a:pt x="958" y="254"/>
                    <a:pt x="958" y="254"/>
                  </a:cubicBezTo>
                  <a:cubicBezTo>
                    <a:pt x="958" y="254"/>
                    <a:pt x="964" y="248"/>
                    <a:pt x="967" y="247"/>
                  </a:cubicBezTo>
                  <a:cubicBezTo>
                    <a:pt x="967" y="247"/>
                    <a:pt x="975" y="199"/>
                    <a:pt x="1022" y="193"/>
                  </a:cubicBezTo>
                  <a:cubicBezTo>
                    <a:pt x="1070" y="187"/>
                    <a:pt x="1142" y="210"/>
                    <a:pt x="1238" y="158"/>
                  </a:cubicBezTo>
                  <a:cubicBezTo>
                    <a:pt x="1333" y="106"/>
                    <a:pt x="1530" y="0"/>
                    <a:pt x="1686" y="25"/>
                  </a:cubicBezTo>
                  <a:cubicBezTo>
                    <a:pt x="1842" y="50"/>
                    <a:pt x="1896" y="82"/>
                    <a:pt x="1928" y="116"/>
                  </a:cubicBezTo>
                  <a:cubicBezTo>
                    <a:pt x="1960" y="149"/>
                    <a:pt x="1962" y="152"/>
                    <a:pt x="2002" y="145"/>
                  </a:cubicBezTo>
                  <a:lnTo>
                    <a:pt x="2048" y="485"/>
                  </a:lnTo>
                  <a:close/>
                </a:path>
              </a:pathLst>
            </a:custGeom>
            <a:solidFill>
              <a:srgbClr val="FEF2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7857" name="Freeform 10">
              <a:extLst>
                <a:ext uri="{FF2B5EF4-FFF2-40B4-BE49-F238E27FC236}">
                  <a16:creationId xmlns:a16="http://schemas.microsoft.com/office/drawing/2014/main" id="{3FBFF613-F58B-4951-A668-60700C99DDC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" y="1323"/>
              <a:ext cx="70" cy="159"/>
            </a:xfrm>
            <a:custGeom>
              <a:avLst/>
              <a:gdLst>
                <a:gd name="T0" fmla="*/ 130 w 51"/>
                <a:gd name="T1" fmla="*/ 27 h 117"/>
                <a:gd name="T2" fmla="*/ 55 w 51"/>
                <a:gd name="T3" fmla="*/ 7 h 117"/>
                <a:gd name="T4" fmla="*/ 29 w 51"/>
                <a:gd name="T5" fmla="*/ 5 h 117"/>
                <a:gd name="T6" fmla="*/ 19 w 51"/>
                <a:gd name="T7" fmla="*/ 19 h 117"/>
                <a:gd name="T8" fmla="*/ 10 w 51"/>
                <a:gd name="T9" fmla="*/ 88 h 117"/>
                <a:gd name="T10" fmla="*/ 7 w 51"/>
                <a:gd name="T11" fmla="*/ 135 h 117"/>
                <a:gd name="T12" fmla="*/ 0 w 51"/>
                <a:gd name="T13" fmla="*/ 190 h 117"/>
                <a:gd name="T14" fmla="*/ 7 w 51"/>
                <a:gd name="T15" fmla="*/ 231 h 117"/>
                <a:gd name="T16" fmla="*/ 40 w 51"/>
                <a:gd name="T17" fmla="*/ 266 h 117"/>
                <a:gd name="T18" fmla="*/ 85 w 51"/>
                <a:gd name="T19" fmla="*/ 292 h 117"/>
                <a:gd name="T20" fmla="*/ 97 w 51"/>
                <a:gd name="T21" fmla="*/ 279 h 117"/>
                <a:gd name="T22" fmla="*/ 113 w 51"/>
                <a:gd name="T23" fmla="*/ 230 h 117"/>
                <a:gd name="T24" fmla="*/ 130 w 51"/>
                <a:gd name="T25" fmla="*/ 83 h 117"/>
                <a:gd name="T26" fmla="*/ 130 w 51"/>
                <a:gd name="T27" fmla="*/ 30 h 11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51" h="117">
                  <a:moveTo>
                    <a:pt x="50" y="11"/>
                  </a:moveTo>
                  <a:cubicBezTo>
                    <a:pt x="41" y="8"/>
                    <a:pt x="31" y="6"/>
                    <a:pt x="21" y="3"/>
                  </a:cubicBezTo>
                  <a:cubicBezTo>
                    <a:pt x="17" y="1"/>
                    <a:pt x="16" y="0"/>
                    <a:pt x="11" y="2"/>
                  </a:cubicBezTo>
                  <a:cubicBezTo>
                    <a:pt x="8" y="3"/>
                    <a:pt x="8" y="4"/>
                    <a:pt x="7" y="7"/>
                  </a:cubicBezTo>
                  <a:cubicBezTo>
                    <a:pt x="5" y="16"/>
                    <a:pt x="5" y="26"/>
                    <a:pt x="4" y="35"/>
                  </a:cubicBezTo>
                  <a:cubicBezTo>
                    <a:pt x="4" y="41"/>
                    <a:pt x="4" y="47"/>
                    <a:pt x="3" y="54"/>
                  </a:cubicBezTo>
                  <a:cubicBezTo>
                    <a:pt x="1" y="61"/>
                    <a:pt x="0" y="68"/>
                    <a:pt x="0" y="76"/>
                  </a:cubicBezTo>
                  <a:cubicBezTo>
                    <a:pt x="0" y="81"/>
                    <a:pt x="1" y="87"/>
                    <a:pt x="3" y="92"/>
                  </a:cubicBezTo>
                  <a:cubicBezTo>
                    <a:pt x="5" y="99"/>
                    <a:pt x="10" y="102"/>
                    <a:pt x="15" y="106"/>
                  </a:cubicBezTo>
                  <a:cubicBezTo>
                    <a:pt x="19" y="110"/>
                    <a:pt x="27" y="117"/>
                    <a:pt x="33" y="116"/>
                  </a:cubicBezTo>
                  <a:cubicBezTo>
                    <a:pt x="36" y="116"/>
                    <a:pt x="37" y="114"/>
                    <a:pt x="38" y="111"/>
                  </a:cubicBezTo>
                  <a:cubicBezTo>
                    <a:pt x="40" y="104"/>
                    <a:pt x="42" y="97"/>
                    <a:pt x="44" y="91"/>
                  </a:cubicBezTo>
                  <a:cubicBezTo>
                    <a:pt x="47" y="72"/>
                    <a:pt x="47" y="52"/>
                    <a:pt x="50" y="33"/>
                  </a:cubicBezTo>
                  <a:cubicBezTo>
                    <a:pt x="51" y="26"/>
                    <a:pt x="51" y="19"/>
                    <a:pt x="50" y="12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7858" name="Freeform 11">
              <a:extLst>
                <a:ext uri="{FF2B5EF4-FFF2-40B4-BE49-F238E27FC236}">
                  <a16:creationId xmlns:a16="http://schemas.microsoft.com/office/drawing/2014/main" id="{12D715BF-6D47-405D-98A0-542A027351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2" y="1111"/>
              <a:ext cx="211" cy="134"/>
            </a:xfrm>
            <a:custGeom>
              <a:avLst/>
              <a:gdLst>
                <a:gd name="T0" fmla="*/ 83 w 155"/>
                <a:gd name="T1" fmla="*/ 245 h 98"/>
                <a:gd name="T2" fmla="*/ 7 w 155"/>
                <a:gd name="T3" fmla="*/ 182 h 98"/>
                <a:gd name="T4" fmla="*/ 71 w 155"/>
                <a:gd name="T5" fmla="*/ 85 h 98"/>
                <a:gd name="T6" fmla="*/ 236 w 155"/>
                <a:gd name="T7" fmla="*/ 51 h 98"/>
                <a:gd name="T8" fmla="*/ 385 w 155"/>
                <a:gd name="T9" fmla="*/ 77 h 98"/>
                <a:gd name="T10" fmla="*/ 335 w 155"/>
                <a:gd name="T11" fmla="*/ 193 h 9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5" h="98">
                  <a:moveTo>
                    <a:pt x="33" y="96"/>
                  </a:moveTo>
                  <a:cubicBezTo>
                    <a:pt x="21" y="98"/>
                    <a:pt x="5" y="83"/>
                    <a:pt x="3" y="71"/>
                  </a:cubicBezTo>
                  <a:cubicBezTo>
                    <a:pt x="0" y="54"/>
                    <a:pt x="13" y="39"/>
                    <a:pt x="28" y="33"/>
                  </a:cubicBezTo>
                  <a:cubicBezTo>
                    <a:pt x="49" y="24"/>
                    <a:pt x="71" y="28"/>
                    <a:pt x="93" y="20"/>
                  </a:cubicBezTo>
                  <a:cubicBezTo>
                    <a:pt x="112" y="12"/>
                    <a:pt x="149" y="0"/>
                    <a:pt x="153" y="30"/>
                  </a:cubicBezTo>
                  <a:cubicBezTo>
                    <a:pt x="155" y="49"/>
                    <a:pt x="142" y="61"/>
                    <a:pt x="133" y="75"/>
                  </a:cubicBezTo>
                </a:path>
              </a:pathLst>
            </a:custGeom>
            <a:solidFill>
              <a:srgbClr val="FEF2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7859" name="Freeform 12">
              <a:extLst>
                <a:ext uri="{FF2B5EF4-FFF2-40B4-BE49-F238E27FC236}">
                  <a16:creationId xmlns:a16="http://schemas.microsoft.com/office/drawing/2014/main" id="{3AA58FD0-BFE4-40B5-8B86-5EBD975B19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9" y="1424"/>
              <a:ext cx="16" cy="101"/>
            </a:xfrm>
            <a:custGeom>
              <a:avLst/>
              <a:gdLst>
                <a:gd name="T0" fmla="*/ 12 w 12"/>
                <a:gd name="T1" fmla="*/ 0 h 74"/>
                <a:gd name="T2" fmla="*/ 0 w 12"/>
                <a:gd name="T3" fmla="*/ 188 h 7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74">
                  <a:moveTo>
                    <a:pt x="5" y="0"/>
                  </a:moveTo>
                  <a:cubicBezTo>
                    <a:pt x="12" y="21"/>
                    <a:pt x="0" y="51"/>
                    <a:pt x="0" y="74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7860" name="Freeform 13">
              <a:extLst>
                <a:ext uri="{FF2B5EF4-FFF2-40B4-BE49-F238E27FC236}">
                  <a16:creationId xmlns:a16="http://schemas.microsoft.com/office/drawing/2014/main" id="{499B4CC2-7BC8-42BC-881C-0C52099CDA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4" y="1685"/>
              <a:ext cx="12" cy="82"/>
            </a:xfrm>
            <a:custGeom>
              <a:avLst/>
              <a:gdLst>
                <a:gd name="T0" fmla="*/ 0 w 9"/>
                <a:gd name="T1" fmla="*/ 0 h 60"/>
                <a:gd name="T2" fmla="*/ 9 w 9"/>
                <a:gd name="T3" fmla="*/ 78 h 60"/>
                <a:gd name="T4" fmla="*/ 21 w 9"/>
                <a:gd name="T5" fmla="*/ 153 h 6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60">
                  <a:moveTo>
                    <a:pt x="0" y="0"/>
                  </a:moveTo>
                  <a:cubicBezTo>
                    <a:pt x="7" y="8"/>
                    <a:pt x="3" y="21"/>
                    <a:pt x="4" y="31"/>
                  </a:cubicBezTo>
                  <a:cubicBezTo>
                    <a:pt x="5" y="40"/>
                    <a:pt x="8" y="53"/>
                    <a:pt x="9" y="6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7861" name="Freeform 14">
              <a:extLst>
                <a:ext uri="{FF2B5EF4-FFF2-40B4-BE49-F238E27FC236}">
                  <a16:creationId xmlns:a16="http://schemas.microsoft.com/office/drawing/2014/main" id="{9CF1C41D-4570-4CA4-8CAD-AA8C6A7D27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1" y="1581"/>
              <a:ext cx="46" cy="53"/>
            </a:xfrm>
            <a:custGeom>
              <a:avLst/>
              <a:gdLst>
                <a:gd name="T0" fmla="*/ 84 w 34"/>
                <a:gd name="T1" fmla="*/ 22 h 39"/>
                <a:gd name="T2" fmla="*/ 9 w 34"/>
                <a:gd name="T3" fmla="*/ 56 h 39"/>
                <a:gd name="T4" fmla="*/ 43 w 34"/>
                <a:gd name="T5" fmla="*/ 63 h 39"/>
                <a:gd name="T6" fmla="*/ 58 w 34"/>
                <a:gd name="T7" fmla="*/ 92 h 39"/>
                <a:gd name="T8" fmla="*/ 22 w 34"/>
                <a:gd name="T9" fmla="*/ 77 h 39"/>
                <a:gd name="T10" fmla="*/ 7 w 34"/>
                <a:gd name="T11" fmla="*/ 48 h 39"/>
                <a:gd name="T12" fmla="*/ 78 w 34"/>
                <a:gd name="T13" fmla="*/ 20 h 3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4" h="39">
                  <a:moveTo>
                    <a:pt x="34" y="9"/>
                  </a:moveTo>
                  <a:cubicBezTo>
                    <a:pt x="25" y="2"/>
                    <a:pt x="4" y="9"/>
                    <a:pt x="4" y="22"/>
                  </a:cubicBezTo>
                  <a:cubicBezTo>
                    <a:pt x="4" y="33"/>
                    <a:pt x="12" y="25"/>
                    <a:pt x="18" y="25"/>
                  </a:cubicBezTo>
                  <a:cubicBezTo>
                    <a:pt x="25" y="26"/>
                    <a:pt x="28" y="32"/>
                    <a:pt x="24" y="37"/>
                  </a:cubicBezTo>
                  <a:cubicBezTo>
                    <a:pt x="18" y="39"/>
                    <a:pt x="13" y="33"/>
                    <a:pt x="9" y="31"/>
                  </a:cubicBezTo>
                  <a:cubicBezTo>
                    <a:pt x="3" y="29"/>
                    <a:pt x="0" y="27"/>
                    <a:pt x="3" y="19"/>
                  </a:cubicBezTo>
                  <a:cubicBezTo>
                    <a:pt x="5" y="13"/>
                    <a:pt x="27" y="0"/>
                    <a:pt x="32" y="8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7862" name="Freeform 15">
              <a:extLst>
                <a:ext uri="{FF2B5EF4-FFF2-40B4-BE49-F238E27FC236}">
                  <a16:creationId xmlns:a16="http://schemas.microsoft.com/office/drawing/2014/main" id="{AF7F2C46-F5CB-45BC-AA46-1C15EDCE845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5" y="1674"/>
              <a:ext cx="38" cy="26"/>
            </a:xfrm>
            <a:custGeom>
              <a:avLst/>
              <a:gdLst>
                <a:gd name="T0" fmla="*/ 19 w 28"/>
                <a:gd name="T1" fmla="*/ 7 h 19"/>
                <a:gd name="T2" fmla="*/ 42 w 28"/>
                <a:gd name="T3" fmla="*/ 15 h 19"/>
                <a:gd name="T4" fmla="*/ 14 w 28"/>
                <a:gd name="T5" fmla="*/ 19 h 19"/>
                <a:gd name="T6" fmla="*/ 71 w 28"/>
                <a:gd name="T7" fmla="*/ 41 h 19"/>
                <a:gd name="T8" fmla="*/ 19 w 28"/>
                <a:gd name="T9" fmla="*/ 40 h 19"/>
                <a:gd name="T10" fmla="*/ 27 w 28"/>
                <a:gd name="T11" fmla="*/ 7 h 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" h="19">
                  <a:moveTo>
                    <a:pt x="7" y="3"/>
                  </a:moveTo>
                  <a:cubicBezTo>
                    <a:pt x="8" y="3"/>
                    <a:pt x="20" y="0"/>
                    <a:pt x="17" y="6"/>
                  </a:cubicBezTo>
                  <a:cubicBezTo>
                    <a:pt x="14" y="10"/>
                    <a:pt x="7" y="1"/>
                    <a:pt x="5" y="7"/>
                  </a:cubicBezTo>
                  <a:cubicBezTo>
                    <a:pt x="0" y="19"/>
                    <a:pt x="24" y="17"/>
                    <a:pt x="28" y="16"/>
                  </a:cubicBezTo>
                  <a:cubicBezTo>
                    <a:pt x="23" y="19"/>
                    <a:pt x="11" y="18"/>
                    <a:pt x="7" y="15"/>
                  </a:cubicBezTo>
                  <a:cubicBezTo>
                    <a:pt x="1" y="10"/>
                    <a:pt x="3" y="2"/>
                    <a:pt x="11" y="3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7863" name="Freeform 16">
              <a:extLst>
                <a:ext uri="{FF2B5EF4-FFF2-40B4-BE49-F238E27FC236}">
                  <a16:creationId xmlns:a16="http://schemas.microsoft.com/office/drawing/2014/main" id="{BA179A50-E289-4867-8BDE-2E96BA79E74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8" y="1549"/>
              <a:ext cx="53" cy="212"/>
            </a:xfrm>
            <a:custGeom>
              <a:avLst/>
              <a:gdLst>
                <a:gd name="T0" fmla="*/ 0 w 39"/>
                <a:gd name="T1" fmla="*/ 0 h 155"/>
                <a:gd name="T2" fmla="*/ 53 w 39"/>
                <a:gd name="T3" fmla="*/ 112 h 155"/>
                <a:gd name="T4" fmla="*/ 96 w 39"/>
                <a:gd name="T5" fmla="*/ 189 h 155"/>
                <a:gd name="T6" fmla="*/ 77 w 39"/>
                <a:gd name="T7" fmla="*/ 223 h 155"/>
                <a:gd name="T8" fmla="*/ 88 w 39"/>
                <a:gd name="T9" fmla="*/ 259 h 155"/>
                <a:gd name="T10" fmla="*/ 68 w 39"/>
                <a:gd name="T11" fmla="*/ 297 h 155"/>
                <a:gd name="T12" fmla="*/ 48 w 39"/>
                <a:gd name="T13" fmla="*/ 342 h 155"/>
                <a:gd name="T14" fmla="*/ 19 w 39"/>
                <a:gd name="T15" fmla="*/ 397 h 155"/>
                <a:gd name="T16" fmla="*/ 56 w 39"/>
                <a:gd name="T17" fmla="*/ 301 h 155"/>
                <a:gd name="T18" fmla="*/ 37 w 39"/>
                <a:gd name="T19" fmla="*/ 220 h 155"/>
                <a:gd name="T20" fmla="*/ 41 w 39"/>
                <a:gd name="T21" fmla="*/ 126 h 155"/>
                <a:gd name="T22" fmla="*/ 15 w 39"/>
                <a:gd name="T23" fmla="*/ 42 h 155"/>
                <a:gd name="T24" fmla="*/ 10 w 39"/>
                <a:gd name="T25" fmla="*/ 26 h 15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9" h="155">
                  <a:moveTo>
                    <a:pt x="0" y="0"/>
                  </a:moveTo>
                  <a:cubicBezTo>
                    <a:pt x="8" y="14"/>
                    <a:pt x="13" y="30"/>
                    <a:pt x="21" y="44"/>
                  </a:cubicBezTo>
                  <a:cubicBezTo>
                    <a:pt x="26" y="52"/>
                    <a:pt x="39" y="65"/>
                    <a:pt x="38" y="74"/>
                  </a:cubicBezTo>
                  <a:cubicBezTo>
                    <a:pt x="37" y="80"/>
                    <a:pt x="30" y="81"/>
                    <a:pt x="31" y="87"/>
                  </a:cubicBezTo>
                  <a:cubicBezTo>
                    <a:pt x="31" y="92"/>
                    <a:pt x="35" y="95"/>
                    <a:pt x="35" y="101"/>
                  </a:cubicBezTo>
                  <a:cubicBezTo>
                    <a:pt x="35" y="108"/>
                    <a:pt x="30" y="111"/>
                    <a:pt x="27" y="116"/>
                  </a:cubicBezTo>
                  <a:cubicBezTo>
                    <a:pt x="24" y="122"/>
                    <a:pt x="21" y="128"/>
                    <a:pt x="19" y="134"/>
                  </a:cubicBezTo>
                  <a:cubicBezTo>
                    <a:pt x="16" y="141"/>
                    <a:pt x="13" y="149"/>
                    <a:pt x="7" y="155"/>
                  </a:cubicBezTo>
                  <a:cubicBezTo>
                    <a:pt x="12" y="143"/>
                    <a:pt x="19" y="131"/>
                    <a:pt x="22" y="118"/>
                  </a:cubicBezTo>
                  <a:cubicBezTo>
                    <a:pt x="24" y="106"/>
                    <a:pt x="16" y="98"/>
                    <a:pt x="15" y="86"/>
                  </a:cubicBezTo>
                  <a:cubicBezTo>
                    <a:pt x="13" y="72"/>
                    <a:pt x="23" y="63"/>
                    <a:pt x="16" y="49"/>
                  </a:cubicBezTo>
                  <a:cubicBezTo>
                    <a:pt x="12" y="39"/>
                    <a:pt x="8" y="28"/>
                    <a:pt x="6" y="17"/>
                  </a:cubicBezTo>
                  <a:cubicBezTo>
                    <a:pt x="5" y="15"/>
                    <a:pt x="4" y="12"/>
                    <a:pt x="4" y="10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7864" name="Freeform 17">
              <a:extLst>
                <a:ext uri="{FF2B5EF4-FFF2-40B4-BE49-F238E27FC236}">
                  <a16:creationId xmlns:a16="http://schemas.microsoft.com/office/drawing/2014/main" id="{0FC6FD1E-4ECC-41BA-B671-9589803050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6" y="1612"/>
              <a:ext cx="18" cy="71"/>
            </a:xfrm>
            <a:custGeom>
              <a:avLst/>
              <a:gdLst>
                <a:gd name="T0" fmla="*/ 24 w 13"/>
                <a:gd name="T1" fmla="*/ 0 h 52"/>
                <a:gd name="T2" fmla="*/ 35 w 13"/>
                <a:gd name="T3" fmla="*/ 132 h 52"/>
                <a:gd name="T4" fmla="*/ 24 w 13"/>
                <a:gd name="T5" fmla="*/ 7 h 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52">
                  <a:moveTo>
                    <a:pt x="9" y="0"/>
                  </a:moveTo>
                  <a:cubicBezTo>
                    <a:pt x="6" y="19"/>
                    <a:pt x="6" y="35"/>
                    <a:pt x="13" y="52"/>
                  </a:cubicBezTo>
                  <a:cubicBezTo>
                    <a:pt x="0" y="50"/>
                    <a:pt x="2" y="11"/>
                    <a:pt x="9" y="3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7865" name="Freeform 18">
              <a:extLst>
                <a:ext uri="{FF2B5EF4-FFF2-40B4-BE49-F238E27FC236}">
                  <a16:creationId xmlns:a16="http://schemas.microsoft.com/office/drawing/2014/main" id="{318D4537-872F-4D19-BB9C-402C6C43B0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5" y="1496"/>
              <a:ext cx="62" cy="183"/>
            </a:xfrm>
            <a:custGeom>
              <a:avLst/>
              <a:gdLst>
                <a:gd name="T0" fmla="*/ 77 w 45"/>
                <a:gd name="T1" fmla="*/ 0 h 134"/>
                <a:gd name="T2" fmla="*/ 41 w 45"/>
                <a:gd name="T3" fmla="*/ 78 h 134"/>
                <a:gd name="T4" fmla="*/ 8 w 45"/>
                <a:gd name="T5" fmla="*/ 187 h 134"/>
                <a:gd name="T6" fmla="*/ 54 w 45"/>
                <a:gd name="T7" fmla="*/ 292 h 134"/>
                <a:gd name="T8" fmla="*/ 117 w 45"/>
                <a:gd name="T9" fmla="*/ 340 h 134"/>
                <a:gd name="T10" fmla="*/ 26 w 45"/>
                <a:gd name="T11" fmla="*/ 284 h 134"/>
                <a:gd name="T12" fmla="*/ 0 w 45"/>
                <a:gd name="T13" fmla="*/ 172 h 134"/>
                <a:gd name="T14" fmla="*/ 36 w 45"/>
                <a:gd name="T15" fmla="*/ 78 h 134"/>
                <a:gd name="T16" fmla="*/ 74 w 45"/>
                <a:gd name="T17" fmla="*/ 1 h 13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5" h="134">
                  <a:moveTo>
                    <a:pt x="30" y="0"/>
                  </a:moveTo>
                  <a:cubicBezTo>
                    <a:pt x="30" y="11"/>
                    <a:pt x="21" y="21"/>
                    <a:pt x="16" y="31"/>
                  </a:cubicBezTo>
                  <a:cubicBezTo>
                    <a:pt x="8" y="43"/>
                    <a:pt x="3" y="58"/>
                    <a:pt x="3" y="73"/>
                  </a:cubicBezTo>
                  <a:cubicBezTo>
                    <a:pt x="3" y="87"/>
                    <a:pt x="11" y="105"/>
                    <a:pt x="20" y="115"/>
                  </a:cubicBezTo>
                  <a:cubicBezTo>
                    <a:pt x="27" y="123"/>
                    <a:pt x="38" y="126"/>
                    <a:pt x="45" y="133"/>
                  </a:cubicBezTo>
                  <a:cubicBezTo>
                    <a:pt x="32" y="134"/>
                    <a:pt x="16" y="122"/>
                    <a:pt x="10" y="111"/>
                  </a:cubicBezTo>
                  <a:cubicBezTo>
                    <a:pt x="3" y="98"/>
                    <a:pt x="0" y="82"/>
                    <a:pt x="0" y="67"/>
                  </a:cubicBezTo>
                  <a:cubicBezTo>
                    <a:pt x="1" y="53"/>
                    <a:pt x="7" y="42"/>
                    <a:pt x="14" y="31"/>
                  </a:cubicBezTo>
                  <a:cubicBezTo>
                    <a:pt x="19" y="22"/>
                    <a:pt x="28" y="11"/>
                    <a:pt x="28" y="1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7866" name="Freeform 19">
              <a:extLst>
                <a:ext uri="{FF2B5EF4-FFF2-40B4-BE49-F238E27FC236}">
                  <a16:creationId xmlns:a16="http://schemas.microsoft.com/office/drawing/2014/main" id="{FE1D2E24-69A2-438B-954B-9E4FFE308D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2" y="1422"/>
              <a:ext cx="30" cy="103"/>
            </a:xfrm>
            <a:custGeom>
              <a:avLst/>
              <a:gdLst>
                <a:gd name="T0" fmla="*/ 56 w 22"/>
                <a:gd name="T1" fmla="*/ 0 h 75"/>
                <a:gd name="T2" fmla="*/ 46 w 22"/>
                <a:gd name="T3" fmla="*/ 194 h 75"/>
                <a:gd name="T4" fmla="*/ 19 w 22"/>
                <a:gd name="T5" fmla="*/ 152 h 75"/>
                <a:gd name="T6" fmla="*/ 7 w 22"/>
                <a:gd name="T7" fmla="*/ 92 h 75"/>
                <a:gd name="T8" fmla="*/ 48 w 22"/>
                <a:gd name="T9" fmla="*/ 1 h 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75">
                  <a:moveTo>
                    <a:pt x="22" y="0"/>
                  </a:moveTo>
                  <a:cubicBezTo>
                    <a:pt x="8" y="10"/>
                    <a:pt x="0" y="64"/>
                    <a:pt x="18" y="75"/>
                  </a:cubicBezTo>
                  <a:cubicBezTo>
                    <a:pt x="14" y="70"/>
                    <a:pt x="10" y="66"/>
                    <a:pt x="7" y="59"/>
                  </a:cubicBezTo>
                  <a:cubicBezTo>
                    <a:pt x="5" y="51"/>
                    <a:pt x="2" y="44"/>
                    <a:pt x="3" y="36"/>
                  </a:cubicBezTo>
                  <a:cubicBezTo>
                    <a:pt x="4" y="24"/>
                    <a:pt x="11" y="10"/>
                    <a:pt x="19" y="1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7867" name="Freeform 20">
              <a:extLst>
                <a:ext uri="{FF2B5EF4-FFF2-40B4-BE49-F238E27FC236}">
                  <a16:creationId xmlns:a16="http://schemas.microsoft.com/office/drawing/2014/main" id="{1DE2F1DB-D7A3-4611-9313-46B4FD785B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0" y="1435"/>
              <a:ext cx="27" cy="84"/>
            </a:xfrm>
            <a:custGeom>
              <a:avLst/>
              <a:gdLst>
                <a:gd name="T0" fmla="*/ 9 w 20"/>
                <a:gd name="T1" fmla="*/ 0 h 62"/>
                <a:gd name="T2" fmla="*/ 0 w 20"/>
                <a:gd name="T3" fmla="*/ 154 h 62"/>
                <a:gd name="T4" fmla="*/ 9 w 20"/>
                <a:gd name="T5" fmla="*/ 1 h 6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62">
                  <a:moveTo>
                    <a:pt x="4" y="0"/>
                  </a:moveTo>
                  <a:cubicBezTo>
                    <a:pt x="10" y="22"/>
                    <a:pt x="9" y="41"/>
                    <a:pt x="0" y="62"/>
                  </a:cubicBezTo>
                  <a:cubicBezTo>
                    <a:pt x="14" y="47"/>
                    <a:pt x="20" y="17"/>
                    <a:pt x="4" y="1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7868" name="Freeform 21">
              <a:extLst>
                <a:ext uri="{FF2B5EF4-FFF2-40B4-BE49-F238E27FC236}">
                  <a16:creationId xmlns:a16="http://schemas.microsoft.com/office/drawing/2014/main" id="{822C7150-FFBC-4BE2-90B9-700A27316F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3" y="1693"/>
              <a:ext cx="20" cy="78"/>
            </a:xfrm>
            <a:custGeom>
              <a:avLst/>
              <a:gdLst>
                <a:gd name="T0" fmla="*/ 23 w 15"/>
                <a:gd name="T1" fmla="*/ 0 h 57"/>
                <a:gd name="T2" fmla="*/ 36 w 15"/>
                <a:gd name="T3" fmla="*/ 146 h 57"/>
                <a:gd name="T4" fmla="*/ 5 w 15"/>
                <a:gd name="T5" fmla="*/ 71 h 57"/>
                <a:gd name="T6" fmla="*/ 20 w 15"/>
                <a:gd name="T7" fmla="*/ 7 h 5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57">
                  <a:moveTo>
                    <a:pt x="10" y="0"/>
                  </a:moveTo>
                  <a:cubicBezTo>
                    <a:pt x="0" y="14"/>
                    <a:pt x="5" y="51"/>
                    <a:pt x="15" y="57"/>
                  </a:cubicBezTo>
                  <a:cubicBezTo>
                    <a:pt x="5" y="51"/>
                    <a:pt x="2" y="39"/>
                    <a:pt x="2" y="28"/>
                  </a:cubicBezTo>
                  <a:cubicBezTo>
                    <a:pt x="1" y="18"/>
                    <a:pt x="5" y="11"/>
                    <a:pt x="8" y="3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7869" name="Freeform 22">
              <a:extLst>
                <a:ext uri="{FF2B5EF4-FFF2-40B4-BE49-F238E27FC236}">
                  <a16:creationId xmlns:a16="http://schemas.microsoft.com/office/drawing/2014/main" id="{16784BA9-960A-4F0B-B887-909364CCB8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7" y="1678"/>
              <a:ext cx="20" cy="82"/>
            </a:xfrm>
            <a:custGeom>
              <a:avLst/>
              <a:gdLst>
                <a:gd name="T0" fmla="*/ 0 w 15"/>
                <a:gd name="T1" fmla="*/ 1 h 60"/>
                <a:gd name="T2" fmla="*/ 21 w 15"/>
                <a:gd name="T3" fmla="*/ 153 h 60"/>
                <a:gd name="T4" fmla="*/ 33 w 15"/>
                <a:gd name="T5" fmla="*/ 67 h 60"/>
                <a:gd name="T6" fmla="*/ 1 w 15"/>
                <a:gd name="T7" fmla="*/ 0 h 6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60">
                  <a:moveTo>
                    <a:pt x="0" y="1"/>
                  </a:moveTo>
                  <a:cubicBezTo>
                    <a:pt x="14" y="20"/>
                    <a:pt x="15" y="35"/>
                    <a:pt x="9" y="60"/>
                  </a:cubicBezTo>
                  <a:cubicBezTo>
                    <a:pt x="15" y="52"/>
                    <a:pt x="15" y="36"/>
                    <a:pt x="14" y="26"/>
                  </a:cubicBezTo>
                  <a:cubicBezTo>
                    <a:pt x="12" y="17"/>
                    <a:pt x="8" y="7"/>
                    <a:pt x="1" y="0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7870" name="Freeform 23">
              <a:extLst>
                <a:ext uri="{FF2B5EF4-FFF2-40B4-BE49-F238E27FC236}">
                  <a16:creationId xmlns:a16="http://schemas.microsoft.com/office/drawing/2014/main" id="{95CF375E-39A5-48A4-A8C2-5BD740EBDB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4" y="1646"/>
              <a:ext cx="72" cy="44"/>
            </a:xfrm>
            <a:custGeom>
              <a:avLst/>
              <a:gdLst>
                <a:gd name="T0" fmla="*/ 0 w 53"/>
                <a:gd name="T1" fmla="*/ 84 h 32"/>
                <a:gd name="T2" fmla="*/ 61 w 53"/>
                <a:gd name="T3" fmla="*/ 32 h 32"/>
                <a:gd name="T4" fmla="*/ 133 w 53"/>
                <a:gd name="T5" fmla="*/ 1 h 32"/>
                <a:gd name="T6" fmla="*/ 62 w 53"/>
                <a:gd name="T7" fmla="*/ 40 h 32"/>
                <a:gd name="T8" fmla="*/ 0 w 53"/>
                <a:gd name="T9" fmla="*/ 84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" h="32">
                  <a:moveTo>
                    <a:pt x="0" y="32"/>
                  </a:moveTo>
                  <a:cubicBezTo>
                    <a:pt x="12" y="31"/>
                    <a:pt x="16" y="18"/>
                    <a:pt x="24" y="12"/>
                  </a:cubicBezTo>
                  <a:cubicBezTo>
                    <a:pt x="31" y="6"/>
                    <a:pt x="43" y="0"/>
                    <a:pt x="53" y="1"/>
                  </a:cubicBezTo>
                  <a:cubicBezTo>
                    <a:pt x="42" y="2"/>
                    <a:pt x="33" y="8"/>
                    <a:pt x="25" y="15"/>
                  </a:cubicBezTo>
                  <a:cubicBezTo>
                    <a:pt x="16" y="23"/>
                    <a:pt x="12" y="28"/>
                    <a:pt x="0" y="32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7871" name="Freeform 24">
              <a:extLst>
                <a:ext uri="{FF2B5EF4-FFF2-40B4-BE49-F238E27FC236}">
                  <a16:creationId xmlns:a16="http://schemas.microsoft.com/office/drawing/2014/main" id="{674EE4C5-5DBA-4419-B16D-5432F3E2815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8" y="1011"/>
              <a:ext cx="63" cy="64"/>
            </a:xfrm>
            <a:custGeom>
              <a:avLst/>
              <a:gdLst>
                <a:gd name="T0" fmla="*/ 116 w 46"/>
                <a:gd name="T1" fmla="*/ 10 h 47"/>
                <a:gd name="T2" fmla="*/ 88 w 46"/>
                <a:gd name="T3" fmla="*/ 103 h 47"/>
                <a:gd name="T4" fmla="*/ 60 w 46"/>
                <a:gd name="T5" fmla="*/ 20 h 47"/>
                <a:gd name="T6" fmla="*/ 47 w 46"/>
                <a:gd name="T7" fmla="*/ 10 h 47"/>
                <a:gd name="T8" fmla="*/ 0 w 46"/>
                <a:gd name="T9" fmla="*/ 0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6" h="47">
                  <a:moveTo>
                    <a:pt x="45" y="4"/>
                  </a:moveTo>
                  <a:cubicBezTo>
                    <a:pt x="37" y="12"/>
                    <a:pt x="46" y="38"/>
                    <a:pt x="34" y="41"/>
                  </a:cubicBezTo>
                  <a:cubicBezTo>
                    <a:pt x="13" y="47"/>
                    <a:pt x="21" y="16"/>
                    <a:pt x="23" y="8"/>
                  </a:cubicBezTo>
                  <a:cubicBezTo>
                    <a:pt x="20" y="8"/>
                    <a:pt x="18" y="7"/>
                    <a:pt x="18" y="4"/>
                  </a:cubicBezTo>
                  <a:cubicBezTo>
                    <a:pt x="11" y="3"/>
                    <a:pt x="6" y="3"/>
                    <a:pt x="0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7872" name="Freeform 25">
              <a:extLst>
                <a:ext uri="{FF2B5EF4-FFF2-40B4-BE49-F238E27FC236}">
                  <a16:creationId xmlns:a16="http://schemas.microsoft.com/office/drawing/2014/main" id="{A552EE73-E1EA-4EE3-8D38-5BADBDDB483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9" y="1033"/>
              <a:ext cx="116" cy="83"/>
            </a:xfrm>
            <a:custGeom>
              <a:avLst/>
              <a:gdLst>
                <a:gd name="T0" fmla="*/ 5 w 85"/>
                <a:gd name="T1" fmla="*/ 152 h 61"/>
                <a:gd name="T2" fmla="*/ 0 w 85"/>
                <a:gd name="T3" fmla="*/ 152 h 61"/>
                <a:gd name="T4" fmla="*/ 63 w 85"/>
                <a:gd name="T5" fmla="*/ 112 h 61"/>
                <a:gd name="T6" fmla="*/ 111 w 85"/>
                <a:gd name="T7" fmla="*/ 61 h 61"/>
                <a:gd name="T8" fmla="*/ 132 w 85"/>
                <a:gd name="T9" fmla="*/ 41 h 61"/>
                <a:gd name="T10" fmla="*/ 168 w 85"/>
                <a:gd name="T11" fmla="*/ 35 h 61"/>
                <a:gd name="T12" fmla="*/ 216 w 85"/>
                <a:gd name="T13" fmla="*/ 0 h 6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5" h="61">
                  <a:moveTo>
                    <a:pt x="2" y="60"/>
                  </a:moveTo>
                  <a:cubicBezTo>
                    <a:pt x="2" y="60"/>
                    <a:pt x="1" y="60"/>
                    <a:pt x="0" y="60"/>
                  </a:cubicBezTo>
                  <a:cubicBezTo>
                    <a:pt x="10" y="61"/>
                    <a:pt x="19" y="50"/>
                    <a:pt x="25" y="44"/>
                  </a:cubicBezTo>
                  <a:cubicBezTo>
                    <a:pt x="31" y="38"/>
                    <a:pt x="37" y="31"/>
                    <a:pt x="43" y="24"/>
                  </a:cubicBezTo>
                  <a:cubicBezTo>
                    <a:pt x="45" y="21"/>
                    <a:pt x="48" y="18"/>
                    <a:pt x="52" y="16"/>
                  </a:cubicBezTo>
                  <a:cubicBezTo>
                    <a:pt x="57" y="13"/>
                    <a:pt x="61" y="15"/>
                    <a:pt x="66" y="14"/>
                  </a:cubicBezTo>
                  <a:cubicBezTo>
                    <a:pt x="75" y="12"/>
                    <a:pt x="79" y="4"/>
                    <a:pt x="85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7873" name="Freeform 26">
              <a:extLst>
                <a:ext uri="{FF2B5EF4-FFF2-40B4-BE49-F238E27FC236}">
                  <a16:creationId xmlns:a16="http://schemas.microsoft.com/office/drawing/2014/main" id="{5ECAD034-1EEC-4726-804A-E50E9802038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8" y="1067"/>
              <a:ext cx="78" cy="63"/>
            </a:xfrm>
            <a:custGeom>
              <a:avLst/>
              <a:gdLst>
                <a:gd name="T0" fmla="*/ 34 w 57"/>
                <a:gd name="T1" fmla="*/ 0 h 46"/>
                <a:gd name="T2" fmla="*/ 1 w 57"/>
                <a:gd name="T3" fmla="*/ 71 h 46"/>
                <a:gd name="T4" fmla="*/ 42 w 57"/>
                <a:gd name="T5" fmla="*/ 108 h 46"/>
                <a:gd name="T6" fmla="*/ 111 w 57"/>
                <a:gd name="T7" fmla="*/ 71 h 46"/>
                <a:gd name="T8" fmla="*/ 146 w 57"/>
                <a:gd name="T9" fmla="*/ 14 h 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7" h="46">
                  <a:moveTo>
                    <a:pt x="13" y="0"/>
                  </a:moveTo>
                  <a:cubicBezTo>
                    <a:pt x="8" y="9"/>
                    <a:pt x="0" y="17"/>
                    <a:pt x="1" y="28"/>
                  </a:cubicBezTo>
                  <a:cubicBezTo>
                    <a:pt x="2" y="38"/>
                    <a:pt x="6" y="46"/>
                    <a:pt x="17" y="42"/>
                  </a:cubicBezTo>
                  <a:cubicBezTo>
                    <a:pt x="25" y="38"/>
                    <a:pt x="35" y="33"/>
                    <a:pt x="43" y="28"/>
                  </a:cubicBezTo>
                  <a:cubicBezTo>
                    <a:pt x="49" y="25"/>
                    <a:pt x="55" y="12"/>
                    <a:pt x="57" y="5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7874" name="Freeform 27">
              <a:extLst>
                <a:ext uri="{FF2B5EF4-FFF2-40B4-BE49-F238E27FC236}">
                  <a16:creationId xmlns:a16="http://schemas.microsoft.com/office/drawing/2014/main" id="{B2F18FEE-51AD-4C74-8BF6-A1BECB2398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2" y="1081"/>
              <a:ext cx="26" cy="71"/>
            </a:xfrm>
            <a:custGeom>
              <a:avLst/>
              <a:gdLst>
                <a:gd name="T0" fmla="*/ 49 w 19"/>
                <a:gd name="T1" fmla="*/ 0 h 52"/>
                <a:gd name="T2" fmla="*/ 21 w 19"/>
                <a:gd name="T3" fmla="*/ 70 h 52"/>
                <a:gd name="T4" fmla="*/ 0 w 19"/>
                <a:gd name="T5" fmla="*/ 132 h 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52">
                  <a:moveTo>
                    <a:pt x="19" y="0"/>
                  </a:moveTo>
                  <a:cubicBezTo>
                    <a:pt x="19" y="8"/>
                    <a:pt x="12" y="20"/>
                    <a:pt x="8" y="27"/>
                  </a:cubicBezTo>
                  <a:cubicBezTo>
                    <a:pt x="5" y="35"/>
                    <a:pt x="4" y="44"/>
                    <a:pt x="0" y="52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7875" name="Freeform 28">
              <a:extLst>
                <a:ext uri="{FF2B5EF4-FFF2-40B4-BE49-F238E27FC236}">
                  <a16:creationId xmlns:a16="http://schemas.microsoft.com/office/drawing/2014/main" id="{69ED94E4-6021-43B5-A737-1072DE1284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4" y="1129"/>
              <a:ext cx="17" cy="39"/>
            </a:xfrm>
            <a:custGeom>
              <a:avLst/>
              <a:gdLst>
                <a:gd name="T0" fmla="*/ 29 w 13"/>
                <a:gd name="T1" fmla="*/ 0 h 29"/>
                <a:gd name="T2" fmla="*/ 7 w 13"/>
                <a:gd name="T3" fmla="*/ 35 h 29"/>
                <a:gd name="T4" fmla="*/ 5 w 13"/>
                <a:gd name="T5" fmla="*/ 70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29">
                  <a:moveTo>
                    <a:pt x="13" y="0"/>
                  </a:moveTo>
                  <a:cubicBezTo>
                    <a:pt x="13" y="4"/>
                    <a:pt x="6" y="9"/>
                    <a:pt x="3" y="14"/>
                  </a:cubicBezTo>
                  <a:cubicBezTo>
                    <a:pt x="1" y="18"/>
                    <a:pt x="0" y="26"/>
                    <a:pt x="2" y="29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7876" name="Freeform 29">
              <a:extLst>
                <a:ext uri="{FF2B5EF4-FFF2-40B4-BE49-F238E27FC236}">
                  <a16:creationId xmlns:a16="http://schemas.microsoft.com/office/drawing/2014/main" id="{A746D8ED-A6C5-49C7-A24C-68B00300908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1" y="2003"/>
              <a:ext cx="66" cy="46"/>
            </a:xfrm>
            <a:custGeom>
              <a:avLst/>
              <a:gdLst>
                <a:gd name="T0" fmla="*/ 35 w 49"/>
                <a:gd name="T1" fmla="*/ 0 h 34"/>
                <a:gd name="T2" fmla="*/ 1 w 49"/>
                <a:gd name="T3" fmla="*/ 42 h 34"/>
                <a:gd name="T4" fmla="*/ 32 w 49"/>
                <a:gd name="T5" fmla="*/ 83 h 34"/>
                <a:gd name="T6" fmla="*/ 73 w 49"/>
                <a:gd name="T7" fmla="*/ 55 h 34"/>
                <a:gd name="T8" fmla="*/ 120 w 49"/>
                <a:gd name="T9" fmla="*/ 20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34">
                  <a:moveTo>
                    <a:pt x="14" y="0"/>
                  </a:moveTo>
                  <a:cubicBezTo>
                    <a:pt x="10" y="3"/>
                    <a:pt x="2" y="12"/>
                    <a:pt x="1" y="17"/>
                  </a:cubicBezTo>
                  <a:cubicBezTo>
                    <a:pt x="0" y="22"/>
                    <a:pt x="8" y="32"/>
                    <a:pt x="13" y="33"/>
                  </a:cubicBezTo>
                  <a:cubicBezTo>
                    <a:pt x="20" y="34"/>
                    <a:pt x="25" y="26"/>
                    <a:pt x="30" y="22"/>
                  </a:cubicBezTo>
                  <a:cubicBezTo>
                    <a:pt x="37" y="17"/>
                    <a:pt x="43" y="13"/>
                    <a:pt x="49" y="8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7877" name="Freeform 30">
              <a:extLst>
                <a:ext uri="{FF2B5EF4-FFF2-40B4-BE49-F238E27FC236}">
                  <a16:creationId xmlns:a16="http://schemas.microsoft.com/office/drawing/2014/main" id="{C16686D8-9BFB-4EBB-9C95-594A192C958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1" y="2041"/>
              <a:ext cx="41" cy="30"/>
            </a:xfrm>
            <a:custGeom>
              <a:avLst/>
              <a:gdLst>
                <a:gd name="T0" fmla="*/ 1 w 30"/>
                <a:gd name="T1" fmla="*/ 0 h 22"/>
                <a:gd name="T2" fmla="*/ 26 w 30"/>
                <a:gd name="T3" fmla="*/ 50 h 22"/>
                <a:gd name="T4" fmla="*/ 77 w 30"/>
                <a:gd name="T5" fmla="*/ 46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22">
                  <a:moveTo>
                    <a:pt x="1" y="0"/>
                  </a:moveTo>
                  <a:cubicBezTo>
                    <a:pt x="0" y="10"/>
                    <a:pt x="1" y="16"/>
                    <a:pt x="10" y="20"/>
                  </a:cubicBezTo>
                  <a:cubicBezTo>
                    <a:pt x="15" y="22"/>
                    <a:pt x="26" y="22"/>
                    <a:pt x="30" y="18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7878" name="Freeform 31">
              <a:extLst>
                <a:ext uri="{FF2B5EF4-FFF2-40B4-BE49-F238E27FC236}">
                  <a16:creationId xmlns:a16="http://schemas.microsoft.com/office/drawing/2014/main" id="{ED2DC023-4C92-47EB-AC7C-83260B6D0E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0" y="2038"/>
              <a:ext cx="85" cy="52"/>
            </a:xfrm>
            <a:custGeom>
              <a:avLst/>
              <a:gdLst>
                <a:gd name="T0" fmla="*/ 82 w 62"/>
                <a:gd name="T1" fmla="*/ 0 h 38"/>
                <a:gd name="T2" fmla="*/ 51 w 62"/>
                <a:gd name="T3" fmla="*/ 14 h 38"/>
                <a:gd name="T4" fmla="*/ 22 w 62"/>
                <a:gd name="T5" fmla="*/ 30 h 38"/>
                <a:gd name="T6" fmla="*/ 0 w 62"/>
                <a:gd name="T7" fmla="*/ 49 h 38"/>
                <a:gd name="T8" fmla="*/ 21 w 62"/>
                <a:gd name="T9" fmla="*/ 70 h 38"/>
                <a:gd name="T10" fmla="*/ 96 w 62"/>
                <a:gd name="T11" fmla="*/ 92 h 38"/>
                <a:gd name="T12" fmla="*/ 160 w 62"/>
                <a:gd name="T13" fmla="*/ 82 h 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2" h="38">
                  <a:moveTo>
                    <a:pt x="32" y="0"/>
                  </a:moveTo>
                  <a:cubicBezTo>
                    <a:pt x="28" y="0"/>
                    <a:pt x="23" y="4"/>
                    <a:pt x="20" y="5"/>
                  </a:cubicBezTo>
                  <a:cubicBezTo>
                    <a:pt x="16" y="8"/>
                    <a:pt x="12" y="10"/>
                    <a:pt x="9" y="12"/>
                  </a:cubicBezTo>
                  <a:cubicBezTo>
                    <a:pt x="6" y="14"/>
                    <a:pt x="0" y="16"/>
                    <a:pt x="0" y="19"/>
                  </a:cubicBezTo>
                  <a:cubicBezTo>
                    <a:pt x="0" y="22"/>
                    <a:pt x="6" y="26"/>
                    <a:pt x="8" y="27"/>
                  </a:cubicBezTo>
                  <a:cubicBezTo>
                    <a:pt x="17" y="32"/>
                    <a:pt x="26" y="35"/>
                    <a:pt x="37" y="36"/>
                  </a:cubicBezTo>
                  <a:cubicBezTo>
                    <a:pt x="43" y="36"/>
                    <a:pt x="59" y="38"/>
                    <a:pt x="62" y="32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7879" name="Freeform 32">
              <a:extLst>
                <a:ext uri="{FF2B5EF4-FFF2-40B4-BE49-F238E27FC236}">
                  <a16:creationId xmlns:a16="http://schemas.microsoft.com/office/drawing/2014/main" id="{84B7AE4B-10D0-4E5C-913F-A01061B9F18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6" y="2047"/>
              <a:ext cx="66" cy="76"/>
            </a:xfrm>
            <a:custGeom>
              <a:avLst/>
              <a:gdLst>
                <a:gd name="T0" fmla="*/ 29 w 48"/>
                <a:gd name="T1" fmla="*/ 0 h 56"/>
                <a:gd name="T2" fmla="*/ 0 w 48"/>
                <a:gd name="T3" fmla="*/ 20 h 56"/>
                <a:gd name="T4" fmla="*/ 36 w 48"/>
                <a:gd name="T5" fmla="*/ 56 h 56"/>
                <a:gd name="T6" fmla="*/ 111 w 48"/>
                <a:gd name="T7" fmla="*/ 88 h 56"/>
                <a:gd name="T8" fmla="*/ 125 w 48"/>
                <a:gd name="T9" fmla="*/ 107 h 56"/>
                <a:gd name="T10" fmla="*/ 106 w 48"/>
                <a:gd name="T11" fmla="*/ 118 h 56"/>
                <a:gd name="T12" fmla="*/ 81 w 48"/>
                <a:gd name="T13" fmla="*/ 138 h 5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8" h="56">
                  <a:moveTo>
                    <a:pt x="11" y="0"/>
                  </a:moveTo>
                  <a:cubicBezTo>
                    <a:pt x="8" y="0"/>
                    <a:pt x="0" y="4"/>
                    <a:pt x="0" y="8"/>
                  </a:cubicBezTo>
                  <a:cubicBezTo>
                    <a:pt x="0" y="14"/>
                    <a:pt x="10" y="19"/>
                    <a:pt x="14" y="22"/>
                  </a:cubicBezTo>
                  <a:cubicBezTo>
                    <a:pt x="22" y="27"/>
                    <a:pt x="32" y="35"/>
                    <a:pt x="43" y="35"/>
                  </a:cubicBezTo>
                  <a:cubicBezTo>
                    <a:pt x="41" y="39"/>
                    <a:pt x="45" y="42"/>
                    <a:pt x="48" y="43"/>
                  </a:cubicBezTo>
                  <a:cubicBezTo>
                    <a:pt x="46" y="45"/>
                    <a:pt x="43" y="46"/>
                    <a:pt x="41" y="47"/>
                  </a:cubicBezTo>
                  <a:cubicBezTo>
                    <a:pt x="38" y="49"/>
                    <a:pt x="34" y="56"/>
                    <a:pt x="31" y="55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7880" name="Freeform 33">
              <a:extLst>
                <a:ext uri="{FF2B5EF4-FFF2-40B4-BE49-F238E27FC236}">
                  <a16:creationId xmlns:a16="http://schemas.microsoft.com/office/drawing/2014/main" id="{1370EAC5-4FDB-472F-99C3-FBC2C4D5FD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6" y="2044"/>
              <a:ext cx="56" cy="44"/>
            </a:xfrm>
            <a:custGeom>
              <a:avLst/>
              <a:gdLst>
                <a:gd name="T0" fmla="*/ 0 w 41"/>
                <a:gd name="T1" fmla="*/ 0 h 32"/>
                <a:gd name="T2" fmla="*/ 71 w 41"/>
                <a:gd name="T3" fmla="*/ 62 h 32"/>
                <a:gd name="T4" fmla="*/ 104 w 41"/>
                <a:gd name="T5" fmla="*/ 84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" h="32">
                  <a:moveTo>
                    <a:pt x="0" y="0"/>
                  </a:moveTo>
                  <a:cubicBezTo>
                    <a:pt x="1" y="15"/>
                    <a:pt x="14" y="24"/>
                    <a:pt x="28" y="24"/>
                  </a:cubicBezTo>
                  <a:cubicBezTo>
                    <a:pt x="33" y="24"/>
                    <a:pt x="41" y="26"/>
                    <a:pt x="41" y="32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7881" name="Freeform 34">
              <a:extLst>
                <a:ext uri="{FF2B5EF4-FFF2-40B4-BE49-F238E27FC236}">
                  <a16:creationId xmlns:a16="http://schemas.microsoft.com/office/drawing/2014/main" id="{C88596D0-2770-4863-895D-A8EB882A88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6" y="2112"/>
              <a:ext cx="25" cy="45"/>
            </a:xfrm>
            <a:custGeom>
              <a:avLst/>
              <a:gdLst>
                <a:gd name="T0" fmla="*/ 0 w 18"/>
                <a:gd name="T1" fmla="*/ 0 h 33"/>
                <a:gd name="T2" fmla="*/ 49 w 18"/>
                <a:gd name="T3" fmla="*/ 83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33">
                  <a:moveTo>
                    <a:pt x="0" y="0"/>
                  </a:moveTo>
                  <a:cubicBezTo>
                    <a:pt x="2" y="12"/>
                    <a:pt x="2" y="30"/>
                    <a:pt x="18" y="33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7882" name="Freeform 35">
              <a:extLst>
                <a:ext uri="{FF2B5EF4-FFF2-40B4-BE49-F238E27FC236}">
                  <a16:creationId xmlns:a16="http://schemas.microsoft.com/office/drawing/2014/main" id="{1EC90AA9-994E-48B2-96E2-D1BC90EBFE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4" y="1936"/>
              <a:ext cx="113" cy="40"/>
            </a:xfrm>
            <a:custGeom>
              <a:avLst/>
              <a:gdLst>
                <a:gd name="T0" fmla="*/ 210 w 83"/>
                <a:gd name="T1" fmla="*/ 76 h 29"/>
                <a:gd name="T2" fmla="*/ 127 w 83"/>
                <a:gd name="T3" fmla="*/ 29 h 29"/>
                <a:gd name="T4" fmla="*/ 0 w 83"/>
                <a:gd name="T5" fmla="*/ 0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3" h="29">
                  <a:moveTo>
                    <a:pt x="83" y="29"/>
                  </a:moveTo>
                  <a:cubicBezTo>
                    <a:pt x="72" y="22"/>
                    <a:pt x="62" y="17"/>
                    <a:pt x="50" y="11"/>
                  </a:cubicBezTo>
                  <a:cubicBezTo>
                    <a:pt x="34" y="2"/>
                    <a:pt x="19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7883" name="Freeform 36">
              <a:extLst>
                <a:ext uri="{FF2B5EF4-FFF2-40B4-BE49-F238E27FC236}">
                  <a16:creationId xmlns:a16="http://schemas.microsoft.com/office/drawing/2014/main" id="{43D58B70-883B-4F06-8BA2-5025305BF5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9" y="1987"/>
              <a:ext cx="96" cy="8"/>
            </a:xfrm>
            <a:custGeom>
              <a:avLst/>
              <a:gdLst>
                <a:gd name="T0" fmla="*/ 181 w 70"/>
                <a:gd name="T1" fmla="*/ 9 h 6"/>
                <a:gd name="T2" fmla="*/ 145 w 70"/>
                <a:gd name="T3" fmla="*/ 1 h 6"/>
                <a:gd name="T4" fmla="*/ 96 w 70"/>
                <a:gd name="T5" fmla="*/ 1 h 6"/>
                <a:gd name="T6" fmla="*/ 0 w 70"/>
                <a:gd name="T7" fmla="*/ 15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0" h="6">
                  <a:moveTo>
                    <a:pt x="70" y="4"/>
                  </a:moveTo>
                  <a:cubicBezTo>
                    <a:pt x="68" y="1"/>
                    <a:pt x="60" y="1"/>
                    <a:pt x="56" y="1"/>
                  </a:cubicBezTo>
                  <a:cubicBezTo>
                    <a:pt x="50" y="1"/>
                    <a:pt x="43" y="2"/>
                    <a:pt x="37" y="1"/>
                  </a:cubicBezTo>
                  <a:cubicBezTo>
                    <a:pt x="24" y="0"/>
                    <a:pt x="12" y="0"/>
                    <a:pt x="0" y="6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7884" name="Freeform 37">
              <a:extLst>
                <a:ext uri="{FF2B5EF4-FFF2-40B4-BE49-F238E27FC236}">
                  <a16:creationId xmlns:a16="http://schemas.microsoft.com/office/drawing/2014/main" id="{D27F09A1-9B08-4E4D-9BC8-D16B01E46A9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6" y="1754"/>
              <a:ext cx="95" cy="106"/>
            </a:xfrm>
            <a:custGeom>
              <a:avLst/>
              <a:gdLst>
                <a:gd name="T0" fmla="*/ 0 w 70"/>
                <a:gd name="T1" fmla="*/ 201 h 77"/>
                <a:gd name="T2" fmla="*/ 77 w 70"/>
                <a:gd name="T3" fmla="*/ 105 h 77"/>
                <a:gd name="T4" fmla="*/ 134 w 70"/>
                <a:gd name="T5" fmla="*/ 50 h 77"/>
                <a:gd name="T6" fmla="*/ 175 w 70"/>
                <a:gd name="T7" fmla="*/ 0 h 7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0" h="77">
                  <a:moveTo>
                    <a:pt x="0" y="77"/>
                  </a:moveTo>
                  <a:cubicBezTo>
                    <a:pt x="7" y="62"/>
                    <a:pt x="21" y="52"/>
                    <a:pt x="31" y="40"/>
                  </a:cubicBezTo>
                  <a:cubicBezTo>
                    <a:pt x="39" y="32"/>
                    <a:pt x="45" y="26"/>
                    <a:pt x="54" y="19"/>
                  </a:cubicBezTo>
                  <a:cubicBezTo>
                    <a:pt x="61" y="14"/>
                    <a:pt x="67" y="8"/>
                    <a:pt x="70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7885" name="Freeform 38">
              <a:extLst>
                <a:ext uri="{FF2B5EF4-FFF2-40B4-BE49-F238E27FC236}">
                  <a16:creationId xmlns:a16="http://schemas.microsoft.com/office/drawing/2014/main" id="{E822538C-186A-4C23-AF1E-68377CBD87E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8" y="1642"/>
              <a:ext cx="120" cy="105"/>
            </a:xfrm>
            <a:custGeom>
              <a:avLst/>
              <a:gdLst>
                <a:gd name="T0" fmla="*/ 224 w 88"/>
                <a:gd name="T1" fmla="*/ 93 h 77"/>
                <a:gd name="T2" fmla="*/ 0 w 88"/>
                <a:gd name="T3" fmla="*/ 195 h 7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8" h="77">
                  <a:moveTo>
                    <a:pt x="88" y="37"/>
                  </a:moveTo>
                  <a:cubicBezTo>
                    <a:pt x="59" y="0"/>
                    <a:pt x="14" y="50"/>
                    <a:pt x="0" y="77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7886" name="Freeform 39">
              <a:extLst>
                <a:ext uri="{FF2B5EF4-FFF2-40B4-BE49-F238E27FC236}">
                  <a16:creationId xmlns:a16="http://schemas.microsoft.com/office/drawing/2014/main" id="{1A76F35C-19B3-4CAB-81D3-7E939C3998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4" y="1282"/>
              <a:ext cx="92" cy="151"/>
            </a:xfrm>
            <a:custGeom>
              <a:avLst/>
              <a:gdLst>
                <a:gd name="T0" fmla="*/ 10 w 67"/>
                <a:gd name="T1" fmla="*/ 1 h 111"/>
                <a:gd name="T2" fmla="*/ 71 w 67"/>
                <a:gd name="T3" fmla="*/ 35 h 111"/>
                <a:gd name="T4" fmla="*/ 132 w 67"/>
                <a:gd name="T5" fmla="*/ 72 h 111"/>
                <a:gd name="T6" fmla="*/ 166 w 67"/>
                <a:gd name="T7" fmla="*/ 139 h 111"/>
                <a:gd name="T8" fmla="*/ 92 w 67"/>
                <a:gd name="T9" fmla="*/ 207 h 111"/>
                <a:gd name="T10" fmla="*/ 0 w 67"/>
                <a:gd name="T11" fmla="*/ 279 h 111"/>
                <a:gd name="T12" fmla="*/ 85 w 67"/>
                <a:gd name="T13" fmla="*/ 195 h 111"/>
                <a:gd name="T14" fmla="*/ 130 w 67"/>
                <a:gd name="T15" fmla="*/ 127 h 111"/>
                <a:gd name="T16" fmla="*/ 92 w 67"/>
                <a:gd name="T17" fmla="*/ 65 h 111"/>
                <a:gd name="T18" fmla="*/ 62 w 67"/>
                <a:gd name="T19" fmla="*/ 37 h 111"/>
                <a:gd name="T20" fmla="*/ 19 w 67"/>
                <a:gd name="T21" fmla="*/ 5 h 11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7" h="111">
                  <a:moveTo>
                    <a:pt x="4" y="1"/>
                  </a:moveTo>
                  <a:cubicBezTo>
                    <a:pt x="12" y="0"/>
                    <a:pt x="22" y="10"/>
                    <a:pt x="28" y="14"/>
                  </a:cubicBezTo>
                  <a:cubicBezTo>
                    <a:pt x="36" y="19"/>
                    <a:pt x="44" y="23"/>
                    <a:pt x="51" y="29"/>
                  </a:cubicBezTo>
                  <a:cubicBezTo>
                    <a:pt x="60" y="36"/>
                    <a:pt x="67" y="42"/>
                    <a:pt x="64" y="55"/>
                  </a:cubicBezTo>
                  <a:cubicBezTo>
                    <a:pt x="60" y="67"/>
                    <a:pt x="46" y="76"/>
                    <a:pt x="36" y="82"/>
                  </a:cubicBezTo>
                  <a:cubicBezTo>
                    <a:pt x="24" y="90"/>
                    <a:pt x="8" y="99"/>
                    <a:pt x="0" y="111"/>
                  </a:cubicBezTo>
                  <a:cubicBezTo>
                    <a:pt x="9" y="98"/>
                    <a:pt x="23" y="89"/>
                    <a:pt x="33" y="77"/>
                  </a:cubicBezTo>
                  <a:cubicBezTo>
                    <a:pt x="40" y="70"/>
                    <a:pt x="49" y="61"/>
                    <a:pt x="50" y="50"/>
                  </a:cubicBezTo>
                  <a:cubicBezTo>
                    <a:pt x="51" y="40"/>
                    <a:pt x="43" y="32"/>
                    <a:pt x="36" y="26"/>
                  </a:cubicBezTo>
                  <a:cubicBezTo>
                    <a:pt x="32" y="23"/>
                    <a:pt x="28" y="19"/>
                    <a:pt x="24" y="15"/>
                  </a:cubicBezTo>
                  <a:cubicBezTo>
                    <a:pt x="19" y="10"/>
                    <a:pt x="12" y="7"/>
                    <a:pt x="7" y="2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7887" name="Freeform 40">
              <a:extLst>
                <a:ext uri="{FF2B5EF4-FFF2-40B4-BE49-F238E27FC236}">
                  <a16:creationId xmlns:a16="http://schemas.microsoft.com/office/drawing/2014/main" id="{16BB92F1-59CF-49D8-BFC5-AF0E26B986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1" y="1417"/>
              <a:ext cx="248" cy="101"/>
            </a:xfrm>
            <a:custGeom>
              <a:avLst/>
              <a:gdLst>
                <a:gd name="T0" fmla="*/ 0 w 182"/>
                <a:gd name="T1" fmla="*/ 0 h 74"/>
                <a:gd name="T2" fmla="*/ 245 w 182"/>
                <a:gd name="T3" fmla="*/ 113 h 74"/>
                <a:gd name="T4" fmla="*/ 304 w 182"/>
                <a:gd name="T5" fmla="*/ 138 h 74"/>
                <a:gd name="T6" fmla="*/ 379 w 182"/>
                <a:gd name="T7" fmla="*/ 162 h 74"/>
                <a:gd name="T8" fmla="*/ 461 w 182"/>
                <a:gd name="T9" fmla="*/ 188 h 7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2" h="74">
                  <a:moveTo>
                    <a:pt x="0" y="0"/>
                  </a:moveTo>
                  <a:cubicBezTo>
                    <a:pt x="8" y="3"/>
                    <a:pt x="90" y="42"/>
                    <a:pt x="97" y="45"/>
                  </a:cubicBezTo>
                  <a:cubicBezTo>
                    <a:pt x="104" y="47"/>
                    <a:pt x="112" y="51"/>
                    <a:pt x="120" y="54"/>
                  </a:cubicBezTo>
                  <a:cubicBezTo>
                    <a:pt x="130" y="57"/>
                    <a:pt x="140" y="60"/>
                    <a:pt x="150" y="64"/>
                  </a:cubicBezTo>
                  <a:cubicBezTo>
                    <a:pt x="160" y="67"/>
                    <a:pt x="171" y="73"/>
                    <a:pt x="182" y="74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7888" name="Freeform 41">
              <a:extLst>
                <a:ext uri="{FF2B5EF4-FFF2-40B4-BE49-F238E27FC236}">
                  <a16:creationId xmlns:a16="http://schemas.microsoft.com/office/drawing/2014/main" id="{1FA1128A-B9BF-4FEC-8E8C-6F21F15E441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5" y="1466"/>
              <a:ext cx="155" cy="12"/>
            </a:xfrm>
            <a:custGeom>
              <a:avLst/>
              <a:gdLst>
                <a:gd name="T0" fmla="*/ 0 w 114"/>
                <a:gd name="T1" fmla="*/ 21 h 9"/>
                <a:gd name="T2" fmla="*/ 133 w 114"/>
                <a:gd name="T3" fmla="*/ 5 h 9"/>
                <a:gd name="T4" fmla="*/ 287 w 114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4" h="9">
                  <a:moveTo>
                    <a:pt x="0" y="9"/>
                  </a:moveTo>
                  <a:cubicBezTo>
                    <a:pt x="16" y="3"/>
                    <a:pt x="36" y="2"/>
                    <a:pt x="53" y="2"/>
                  </a:cubicBezTo>
                  <a:cubicBezTo>
                    <a:pt x="73" y="1"/>
                    <a:pt x="94" y="0"/>
                    <a:pt x="114" y="0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7889" name="Freeform 42">
              <a:extLst>
                <a:ext uri="{FF2B5EF4-FFF2-40B4-BE49-F238E27FC236}">
                  <a16:creationId xmlns:a16="http://schemas.microsoft.com/office/drawing/2014/main" id="{52403F01-F0D9-49E4-B2B0-EEC42550DF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6" y="1390"/>
              <a:ext cx="97" cy="20"/>
            </a:xfrm>
            <a:custGeom>
              <a:avLst/>
              <a:gdLst>
                <a:gd name="T0" fmla="*/ 0 w 71"/>
                <a:gd name="T1" fmla="*/ 36 h 15"/>
                <a:gd name="T2" fmla="*/ 75 w 71"/>
                <a:gd name="T3" fmla="*/ 9 h 15"/>
                <a:gd name="T4" fmla="*/ 182 w 71"/>
                <a:gd name="T5" fmla="*/ 1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1" h="15">
                  <a:moveTo>
                    <a:pt x="0" y="15"/>
                  </a:moveTo>
                  <a:cubicBezTo>
                    <a:pt x="8" y="12"/>
                    <a:pt x="18" y="7"/>
                    <a:pt x="29" y="4"/>
                  </a:cubicBezTo>
                  <a:cubicBezTo>
                    <a:pt x="41" y="1"/>
                    <a:pt x="58" y="0"/>
                    <a:pt x="71" y="1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7890" name="Freeform 43">
              <a:extLst>
                <a:ext uri="{FF2B5EF4-FFF2-40B4-BE49-F238E27FC236}">
                  <a16:creationId xmlns:a16="http://schemas.microsoft.com/office/drawing/2014/main" id="{95774782-DEDF-4116-AA75-09D5AFFD2D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4" y="1037"/>
              <a:ext cx="117" cy="186"/>
            </a:xfrm>
            <a:custGeom>
              <a:avLst/>
              <a:gdLst>
                <a:gd name="T0" fmla="*/ 0 w 86"/>
                <a:gd name="T1" fmla="*/ 347 h 136"/>
                <a:gd name="T2" fmla="*/ 65 w 86"/>
                <a:gd name="T3" fmla="*/ 179 h 136"/>
                <a:gd name="T4" fmla="*/ 216 w 86"/>
                <a:gd name="T5" fmla="*/ 0 h 1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6" h="136">
                  <a:moveTo>
                    <a:pt x="0" y="136"/>
                  </a:moveTo>
                  <a:cubicBezTo>
                    <a:pt x="4" y="100"/>
                    <a:pt x="17" y="88"/>
                    <a:pt x="26" y="70"/>
                  </a:cubicBezTo>
                  <a:cubicBezTo>
                    <a:pt x="41" y="41"/>
                    <a:pt x="62" y="21"/>
                    <a:pt x="86" y="0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7891" name="Freeform 44">
              <a:extLst>
                <a:ext uri="{FF2B5EF4-FFF2-40B4-BE49-F238E27FC236}">
                  <a16:creationId xmlns:a16="http://schemas.microsoft.com/office/drawing/2014/main" id="{86736FFA-BDEF-4FEC-A3BD-4F22907272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4" y="947"/>
              <a:ext cx="22" cy="145"/>
            </a:xfrm>
            <a:custGeom>
              <a:avLst/>
              <a:gdLst>
                <a:gd name="T0" fmla="*/ 0 w 16"/>
                <a:gd name="T1" fmla="*/ 271 h 106"/>
                <a:gd name="T2" fmla="*/ 21 w 16"/>
                <a:gd name="T3" fmla="*/ 137 h 106"/>
                <a:gd name="T4" fmla="*/ 41 w 16"/>
                <a:gd name="T5" fmla="*/ 0 h 10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06">
                  <a:moveTo>
                    <a:pt x="0" y="106"/>
                  </a:moveTo>
                  <a:cubicBezTo>
                    <a:pt x="0" y="91"/>
                    <a:pt x="5" y="70"/>
                    <a:pt x="8" y="53"/>
                  </a:cubicBezTo>
                  <a:cubicBezTo>
                    <a:pt x="12" y="36"/>
                    <a:pt x="11" y="16"/>
                    <a:pt x="16" y="0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7892" name="Freeform 45">
              <a:extLst>
                <a:ext uri="{FF2B5EF4-FFF2-40B4-BE49-F238E27FC236}">
                  <a16:creationId xmlns:a16="http://schemas.microsoft.com/office/drawing/2014/main" id="{0D6F8EE6-8B2A-4C57-A05A-44675806FF6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6" y="1111"/>
              <a:ext cx="238" cy="227"/>
            </a:xfrm>
            <a:custGeom>
              <a:avLst/>
              <a:gdLst>
                <a:gd name="T0" fmla="*/ 0 w 174"/>
                <a:gd name="T1" fmla="*/ 0 h 166"/>
                <a:gd name="T2" fmla="*/ 220 w 174"/>
                <a:gd name="T3" fmla="*/ 200 h 166"/>
                <a:gd name="T4" fmla="*/ 446 w 174"/>
                <a:gd name="T5" fmla="*/ 424 h 16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4" h="166">
                  <a:moveTo>
                    <a:pt x="0" y="0"/>
                  </a:moveTo>
                  <a:cubicBezTo>
                    <a:pt x="8" y="51"/>
                    <a:pt x="44" y="60"/>
                    <a:pt x="86" y="78"/>
                  </a:cubicBezTo>
                  <a:cubicBezTo>
                    <a:pt x="128" y="97"/>
                    <a:pt x="141" y="139"/>
                    <a:pt x="174" y="166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7893" name="Freeform 46">
              <a:extLst>
                <a:ext uri="{FF2B5EF4-FFF2-40B4-BE49-F238E27FC236}">
                  <a16:creationId xmlns:a16="http://schemas.microsoft.com/office/drawing/2014/main" id="{89F23BAC-A1DA-4347-8987-12D9DF8C7E7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" y="1297"/>
              <a:ext cx="25" cy="41"/>
            </a:xfrm>
            <a:custGeom>
              <a:avLst/>
              <a:gdLst>
                <a:gd name="T0" fmla="*/ 0 w 19"/>
                <a:gd name="T1" fmla="*/ 55 h 30"/>
                <a:gd name="T2" fmla="*/ 42 w 19"/>
                <a:gd name="T3" fmla="*/ 40 h 30"/>
                <a:gd name="T4" fmla="*/ 18 w 19"/>
                <a:gd name="T5" fmla="*/ 0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30">
                  <a:moveTo>
                    <a:pt x="0" y="21"/>
                  </a:moveTo>
                  <a:cubicBezTo>
                    <a:pt x="8" y="26"/>
                    <a:pt x="19" y="30"/>
                    <a:pt x="18" y="15"/>
                  </a:cubicBezTo>
                  <a:cubicBezTo>
                    <a:pt x="17" y="6"/>
                    <a:pt x="14" y="5"/>
                    <a:pt x="8" y="0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7894" name="Freeform 47">
              <a:extLst>
                <a:ext uri="{FF2B5EF4-FFF2-40B4-BE49-F238E27FC236}">
                  <a16:creationId xmlns:a16="http://schemas.microsoft.com/office/drawing/2014/main" id="{9465C3B9-13CC-47F4-947B-1987BBB0A3C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" y="1200"/>
              <a:ext cx="56" cy="58"/>
            </a:xfrm>
            <a:custGeom>
              <a:avLst/>
              <a:gdLst>
                <a:gd name="T0" fmla="*/ 0 w 41"/>
                <a:gd name="T1" fmla="*/ 73 h 43"/>
                <a:gd name="T2" fmla="*/ 42 w 41"/>
                <a:gd name="T3" fmla="*/ 105 h 43"/>
                <a:gd name="T4" fmla="*/ 76 w 41"/>
                <a:gd name="T5" fmla="*/ 24 h 43"/>
                <a:gd name="T6" fmla="*/ 41 w 41"/>
                <a:gd name="T7" fmla="*/ 5 h 43"/>
                <a:gd name="T8" fmla="*/ 26 w 41"/>
                <a:gd name="T9" fmla="*/ 36 h 43"/>
                <a:gd name="T10" fmla="*/ 0 w 41"/>
                <a:gd name="T11" fmla="*/ 73 h 4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1" h="43">
                  <a:moveTo>
                    <a:pt x="0" y="30"/>
                  </a:moveTo>
                  <a:cubicBezTo>
                    <a:pt x="8" y="30"/>
                    <a:pt x="10" y="40"/>
                    <a:pt x="17" y="43"/>
                  </a:cubicBezTo>
                  <a:cubicBezTo>
                    <a:pt x="21" y="35"/>
                    <a:pt x="41" y="20"/>
                    <a:pt x="30" y="10"/>
                  </a:cubicBezTo>
                  <a:cubicBezTo>
                    <a:pt x="28" y="8"/>
                    <a:pt x="19" y="0"/>
                    <a:pt x="16" y="2"/>
                  </a:cubicBezTo>
                  <a:cubicBezTo>
                    <a:pt x="14" y="3"/>
                    <a:pt x="11" y="13"/>
                    <a:pt x="10" y="15"/>
                  </a:cubicBezTo>
                  <a:cubicBezTo>
                    <a:pt x="7" y="20"/>
                    <a:pt x="3" y="25"/>
                    <a:pt x="0" y="30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7895" name="Freeform 48">
              <a:extLst>
                <a:ext uri="{FF2B5EF4-FFF2-40B4-BE49-F238E27FC236}">
                  <a16:creationId xmlns:a16="http://schemas.microsoft.com/office/drawing/2014/main" id="{36AE14FB-FD9A-4203-8ACC-1D914397BBA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" y="1343"/>
              <a:ext cx="83" cy="26"/>
            </a:xfrm>
            <a:custGeom>
              <a:avLst/>
              <a:gdLst>
                <a:gd name="T0" fmla="*/ 0 w 61"/>
                <a:gd name="T1" fmla="*/ 0 h 19"/>
                <a:gd name="T2" fmla="*/ 93 w 61"/>
                <a:gd name="T3" fmla="*/ 21 h 19"/>
                <a:gd name="T4" fmla="*/ 154 w 61"/>
                <a:gd name="T5" fmla="*/ 49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1" h="19">
                  <a:moveTo>
                    <a:pt x="0" y="0"/>
                  </a:moveTo>
                  <a:cubicBezTo>
                    <a:pt x="11" y="8"/>
                    <a:pt x="24" y="6"/>
                    <a:pt x="37" y="8"/>
                  </a:cubicBezTo>
                  <a:cubicBezTo>
                    <a:pt x="47" y="10"/>
                    <a:pt x="53" y="12"/>
                    <a:pt x="61" y="19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7896" name="Freeform 49">
              <a:extLst>
                <a:ext uri="{FF2B5EF4-FFF2-40B4-BE49-F238E27FC236}">
                  <a16:creationId xmlns:a16="http://schemas.microsoft.com/office/drawing/2014/main" id="{4B5E9F24-FF5A-476B-B692-50CDD0ACD07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" y="1395"/>
              <a:ext cx="76" cy="15"/>
            </a:xfrm>
            <a:custGeom>
              <a:avLst/>
              <a:gdLst>
                <a:gd name="T0" fmla="*/ 0 w 56"/>
                <a:gd name="T1" fmla="*/ 1 h 11"/>
                <a:gd name="T2" fmla="*/ 30 w 56"/>
                <a:gd name="T3" fmla="*/ 7 h 11"/>
                <a:gd name="T4" fmla="*/ 71 w 56"/>
                <a:gd name="T5" fmla="*/ 14 h 11"/>
                <a:gd name="T6" fmla="*/ 140 w 56"/>
                <a:gd name="T7" fmla="*/ 27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6" h="11">
                  <a:moveTo>
                    <a:pt x="0" y="1"/>
                  </a:moveTo>
                  <a:cubicBezTo>
                    <a:pt x="4" y="0"/>
                    <a:pt x="8" y="2"/>
                    <a:pt x="12" y="3"/>
                  </a:cubicBezTo>
                  <a:cubicBezTo>
                    <a:pt x="18" y="4"/>
                    <a:pt x="23" y="4"/>
                    <a:pt x="28" y="5"/>
                  </a:cubicBezTo>
                  <a:cubicBezTo>
                    <a:pt x="38" y="6"/>
                    <a:pt x="47" y="7"/>
                    <a:pt x="56" y="11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7897" name="Freeform 50">
              <a:extLst>
                <a:ext uri="{FF2B5EF4-FFF2-40B4-BE49-F238E27FC236}">
                  <a16:creationId xmlns:a16="http://schemas.microsoft.com/office/drawing/2014/main" id="{FD0A0B1A-7A8D-4EE2-A61C-8C6DB44274C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" y="1447"/>
              <a:ext cx="53" cy="16"/>
            </a:xfrm>
            <a:custGeom>
              <a:avLst/>
              <a:gdLst>
                <a:gd name="T0" fmla="*/ 1 w 39"/>
                <a:gd name="T1" fmla="*/ 1 h 12"/>
                <a:gd name="T2" fmla="*/ 1 w 39"/>
                <a:gd name="T3" fmla="*/ 0 h 12"/>
                <a:gd name="T4" fmla="*/ 56 w 39"/>
                <a:gd name="T5" fmla="*/ 20 h 12"/>
                <a:gd name="T6" fmla="*/ 98 w 39"/>
                <a:gd name="T7" fmla="*/ 28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" h="12">
                  <a:moveTo>
                    <a:pt x="1" y="1"/>
                  </a:moveTo>
                  <a:cubicBezTo>
                    <a:pt x="1" y="1"/>
                    <a:pt x="0" y="0"/>
                    <a:pt x="1" y="0"/>
                  </a:cubicBezTo>
                  <a:cubicBezTo>
                    <a:pt x="8" y="2"/>
                    <a:pt x="15" y="6"/>
                    <a:pt x="22" y="8"/>
                  </a:cubicBezTo>
                  <a:cubicBezTo>
                    <a:pt x="28" y="9"/>
                    <a:pt x="34" y="10"/>
                    <a:pt x="39" y="12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7898" name="Freeform 51">
              <a:extLst>
                <a:ext uri="{FF2B5EF4-FFF2-40B4-BE49-F238E27FC236}">
                  <a16:creationId xmlns:a16="http://schemas.microsoft.com/office/drawing/2014/main" id="{057FCC89-6C95-44A6-B1E5-DBF80396883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" y="1361"/>
              <a:ext cx="12" cy="1"/>
            </a:xfrm>
            <a:custGeom>
              <a:avLst/>
              <a:gdLst>
                <a:gd name="T0" fmla="*/ 0 w 9"/>
                <a:gd name="T1" fmla="*/ 1 h 1"/>
                <a:gd name="T2" fmla="*/ 21 w 9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">
                  <a:moveTo>
                    <a:pt x="0" y="1"/>
                  </a:moveTo>
                  <a:cubicBezTo>
                    <a:pt x="3" y="1"/>
                    <a:pt x="6" y="1"/>
                    <a:pt x="9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7899" name="Freeform 52">
              <a:extLst>
                <a:ext uri="{FF2B5EF4-FFF2-40B4-BE49-F238E27FC236}">
                  <a16:creationId xmlns:a16="http://schemas.microsoft.com/office/drawing/2014/main" id="{772CEB47-B46B-42E3-BFE4-B3ACD80F159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" y="1402"/>
              <a:ext cx="10" cy="4"/>
            </a:xfrm>
            <a:custGeom>
              <a:avLst/>
              <a:gdLst>
                <a:gd name="T0" fmla="*/ 0 w 8"/>
                <a:gd name="T1" fmla="*/ 7 h 3"/>
                <a:gd name="T2" fmla="*/ 16 w 8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3">
                  <a:moveTo>
                    <a:pt x="0" y="3"/>
                  </a:moveTo>
                  <a:cubicBezTo>
                    <a:pt x="1" y="1"/>
                    <a:pt x="5" y="1"/>
                    <a:pt x="8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7900" name="Freeform 53">
              <a:extLst>
                <a:ext uri="{FF2B5EF4-FFF2-40B4-BE49-F238E27FC236}">
                  <a16:creationId xmlns:a16="http://schemas.microsoft.com/office/drawing/2014/main" id="{F5DC3A59-97F2-48E7-A6B8-08DADAE300D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" y="1452"/>
              <a:ext cx="16" cy="10"/>
            </a:xfrm>
            <a:custGeom>
              <a:avLst/>
              <a:gdLst>
                <a:gd name="T0" fmla="*/ 0 w 12"/>
                <a:gd name="T1" fmla="*/ 13 h 7"/>
                <a:gd name="T2" fmla="*/ 28 w 12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7">
                  <a:moveTo>
                    <a:pt x="0" y="4"/>
                  </a:moveTo>
                  <a:cubicBezTo>
                    <a:pt x="6" y="7"/>
                    <a:pt x="9" y="3"/>
                    <a:pt x="12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7901" name="Freeform 54">
              <a:extLst>
                <a:ext uri="{FF2B5EF4-FFF2-40B4-BE49-F238E27FC236}">
                  <a16:creationId xmlns:a16="http://schemas.microsoft.com/office/drawing/2014/main" id="{51A5DC92-B942-47A7-9384-89C1A5A5828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5" y="1051"/>
              <a:ext cx="32" cy="13"/>
            </a:xfrm>
            <a:custGeom>
              <a:avLst/>
              <a:gdLst>
                <a:gd name="T0" fmla="*/ 0 w 24"/>
                <a:gd name="T1" fmla="*/ 9 h 10"/>
                <a:gd name="T2" fmla="*/ 36 w 24"/>
                <a:gd name="T3" fmla="*/ 17 h 10"/>
                <a:gd name="T4" fmla="*/ 57 w 24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10">
                  <a:moveTo>
                    <a:pt x="0" y="4"/>
                  </a:moveTo>
                  <a:cubicBezTo>
                    <a:pt x="5" y="7"/>
                    <a:pt x="9" y="10"/>
                    <a:pt x="15" y="8"/>
                  </a:cubicBezTo>
                  <a:cubicBezTo>
                    <a:pt x="19" y="6"/>
                    <a:pt x="22" y="3"/>
                    <a:pt x="24" y="0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7902" name="Freeform 55">
              <a:extLst>
                <a:ext uri="{FF2B5EF4-FFF2-40B4-BE49-F238E27FC236}">
                  <a16:creationId xmlns:a16="http://schemas.microsoft.com/office/drawing/2014/main" id="{E85DEE69-4147-4233-B4A0-350F34EB4EF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4" y="1074"/>
              <a:ext cx="51" cy="25"/>
            </a:xfrm>
            <a:custGeom>
              <a:avLst/>
              <a:gdLst>
                <a:gd name="T0" fmla="*/ 0 w 38"/>
                <a:gd name="T1" fmla="*/ 33 h 18"/>
                <a:gd name="T2" fmla="*/ 28 w 38"/>
                <a:gd name="T3" fmla="*/ 49 h 18"/>
                <a:gd name="T4" fmla="*/ 51 w 38"/>
                <a:gd name="T5" fmla="*/ 35 h 18"/>
                <a:gd name="T6" fmla="*/ 79 w 38"/>
                <a:gd name="T7" fmla="*/ 0 h 18"/>
                <a:gd name="T8" fmla="*/ 91 w 38"/>
                <a:gd name="T9" fmla="*/ 0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18">
                  <a:moveTo>
                    <a:pt x="0" y="12"/>
                  </a:moveTo>
                  <a:cubicBezTo>
                    <a:pt x="4" y="15"/>
                    <a:pt x="7" y="18"/>
                    <a:pt x="12" y="18"/>
                  </a:cubicBezTo>
                  <a:cubicBezTo>
                    <a:pt x="16" y="18"/>
                    <a:pt x="18" y="15"/>
                    <a:pt x="21" y="13"/>
                  </a:cubicBezTo>
                  <a:cubicBezTo>
                    <a:pt x="26" y="10"/>
                    <a:pt x="33" y="6"/>
                    <a:pt x="33" y="0"/>
                  </a:cubicBezTo>
                  <a:cubicBezTo>
                    <a:pt x="34" y="1"/>
                    <a:pt x="37" y="2"/>
                    <a:pt x="38" y="0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7903" name="Freeform 56">
              <a:extLst>
                <a:ext uri="{FF2B5EF4-FFF2-40B4-BE49-F238E27FC236}">
                  <a16:creationId xmlns:a16="http://schemas.microsoft.com/office/drawing/2014/main" id="{397D3BB9-46F8-41B6-8F07-2BD7D4E1282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9" y="1134"/>
              <a:ext cx="21" cy="4"/>
            </a:xfrm>
            <a:custGeom>
              <a:avLst/>
              <a:gdLst>
                <a:gd name="T0" fmla="*/ 0 w 15"/>
                <a:gd name="T1" fmla="*/ 0 h 3"/>
                <a:gd name="T2" fmla="*/ 41 w 15"/>
                <a:gd name="T3" fmla="*/ 7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3">
                  <a:moveTo>
                    <a:pt x="0" y="0"/>
                  </a:moveTo>
                  <a:cubicBezTo>
                    <a:pt x="5" y="2"/>
                    <a:pt x="10" y="3"/>
                    <a:pt x="15" y="3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7904" name="Freeform 57">
              <a:extLst>
                <a:ext uri="{FF2B5EF4-FFF2-40B4-BE49-F238E27FC236}">
                  <a16:creationId xmlns:a16="http://schemas.microsoft.com/office/drawing/2014/main" id="{7DD6EC90-A556-4E07-A225-85A732A318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4" y="1135"/>
              <a:ext cx="126" cy="80"/>
            </a:xfrm>
            <a:custGeom>
              <a:avLst/>
              <a:gdLst>
                <a:gd name="T0" fmla="*/ 201 w 92"/>
                <a:gd name="T1" fmla="*/ 110 h 58"/>
                <a:gd name="T2" fmla="*/ 234 w 92"/>
                <a:gd name="T3" fmla="*/ 36 h 58"/>
                <a:gd name="T4" fmla="*/ 208 w 92"/>
                <a:gd name="T5" fmla="*/ 14 h 58"/>
                <a:gd name="T6" fmla="*/ 189 w 92"/>
                <a:gd name="T7" fmla="*/ 36 h 58"/>
                <a:gd name="T8" fmla="*/ 159 w 92"/>
                <a:gd name="T9" fmla="*/ 61 h 58"/>
                <a:gd name="T10" fmla="*/ 70 w 92"/>
                <a:gd name="T11" fmla="*/ 74 h 58"/>
                <a:gd name="T12" fmla="*/ 15 w 92"/>
                <a:gd name="T13" fmla="*/ 79 h 58"/>
                <a:gd name="T14" fmla="*/ 7 w 92"/>
                <a:gd name="T15" fmla="*/ 112 h 58"/>
                <a:gd name="T16" fmla="*/ 62 w 92"/>
                <a:gd name="T17" fmla="*/ 152 h 58"/>
                <a:gd name="T18" fmla="*/ 111 w 92"/>
                <a:gd name="T19" fmla="*/ 126 h 58"/>
                <a:gd name="T20" fmla="*/ 158 w 92"/>
                <a:gd name="T21" fmla="*/ 137 h 5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2" h="58">
                  <a:moveTo>
                    <a:pt x="78" y="42"/>
                  </a:moveTo>
                  <a:cubicBezTo>
                    <a:pt x="84" y="37"/>
                    <a:pt x="91" y="21"/>
                    <a:pt x="91" y="14"/>
                  </a:cubicBezTo>
                  <a:cubicBezTo>
                    <a:pt x="92" y="7"/>
                    <a:pt x="87" y="0"/>
                    <a:pt x="81" y="5"/>
                  </a:cubicBezTo>
                  <a:cubicBezTo>
                    <a:pt x="79" y="6"/>
                    <a:pt x="77" y="12"/>
                    <a:pt x="74" y="14"/>
                  </a:cubicBezTo>
                  <a:cubicBezTo>
                    <a:pt x="71" y="18"/>
                    <a:pt x="67" y="21"/>
                    <a:pt x="62" y="23"/>
                  </a:cubicBezTo>
                  <a:cubicBezTo>
                    <a:pt x="50" y="28"/>
                    <a:pt x="39" y="28"/>
                    <a:pt x="27" y="28"/>
                  </a:cubicBezTo>
                  <a:cubicBezTo>
                    <a:pt x="21" y="28"/>
                    <a:pt x="11" y="26"/>
                    <a:pt x="6" y="30"/>
                  </a:cubicBezTo>
                  <a:cubicBezTo>
                    <a:pt x="3" y="32"/>
                    <a:pt x="0" y="40"/>
                    <a:pt x="3" y="43"/>
                  </a:cubicBezTo>
                  <a:cubicBezTo>
                    <a:pt x="7" y="49"/>
                    <a:pt x="26" y="45"/>
                    <a:pt x="24" y="58"/>
                  </a:cubicBezTo>
                  <a:cubicBezTo>
                    <a:pt x="30" y="52"/>
                    <a:pt x="34" y="50"/>
                    <a:pt x="43" y="48"/>
                  </a:cubicBezTo>
                  <a:cubicBezTo>
                    <a:pt x="48" y="47"/>
                    <a:pt x="61" y="53"/>
                    <a:pt x="61" y="52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7905" name="Freeform 58">
              <a:extLst>
                <a:ext uri="{FF2B5EF4-FFF2-40B4-BE49-F238E27FC236}">
                  <a16:creationId xmlns:a16="http://schemas.microsoft.com/office/drawing/2014/main" id="{57D7BFC8-2FCB-4B5E-B8E1-D5DD88AA26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7" y="1267"/>
              <a:ext cx="32" cy="76"/>
            </a:xfrm>
            <a:custGeom>
              <a:avLst/>
              <a:gdLst>
                <a:gd name="T0" fmla="*/ 57 w 24"/>
                <a:gd name="T1" fmla="*/ 0 h 56"/>
                <a:gd name="T2" fmla="*/ 0 w 24"/>
                <a:gd name="T3" fmla="*/ 140 h 5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56">
                  <a:moveTo>
                    <a:pt x="24" y="0"/>
                  </a:moveTo>
                  <a:cubicBezTo>
                    <a:pt x="12" y="16"/>
                    <a:pt x="4" y="37"/>
                    <a:pt x="0" y="56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7906" name="Freeform 59">
              <a:extLst>
                <a:ext uri="{FF2B5EF4-FFF2-40B4-BE49-F238E27FC236}">
                  <a16:creationId xmlns:a16="http://schemas.microsoft.com/office/drawing/2014/main" id="{DD930A75-08DB-475B-8B14-C2E69D2FAA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" y="1071"/>
              <a:ext cx="3259" cy="1178"/>
            </a:xfrm>
            <a:custGeom>
              <a:avLst/>
              <a:gdLst>
                <a:gd name="T0" fmla="*/ 5210 w 2390"/>
                <a:gd name="T1" fmla="*/ 1330 h 862"/>
                <a:gd name="T2" fmla="*/ 5160 w 2390"/>
                <a:gd name="T3" fmla="*/ 1539 h 862"/>
                <a:gd name="T4" fmla="*/ 5093 w 2390"/>
                <a:gd name="T5" fmla="*/ 1693 h 862"/>
                <a:gd name="T6" fmla="*/ 5118 w 2390"/>
                <a:gd name="T7" fmla="*/ 1712 h 862"/>
                <a:gd name="T8" fmla="*/ 5273 w 2390"/>
                <a:gd name="T9" fmla="*/ 1777 h 862"/>
                <a:gd name="T10" fmla="*/ 5493 w 2390"/>
                <a:gd name="T11" fmla="*/ 1803 h 862"/>
                <a:gd name="T12" fmla="*/ 5649 w 2390"/>
                <a:gd name="T13" fmla="*/ 1742 h 862"/>
                <a:gd name="T14" fmla="*/ 5738 w 2390"/>
                <a:gd name="T15" fmla="*/ 1762 h 862"/>
                <a:gd name="T16" fmla="*/ 5821 w 2390"/>
                <a:gd name="T17" fmla="*/ 1804 h 862"/>
                <a:gd name="T18" fmla="*/ 5866 w 2390"/>
                <a:gd name="T19" fmla="*/ 1827 h 862"/>
                <a:gd name="T20" fmla="*/ 5974 w 2390"/>
                <a:gd name="T21" fmla="*/ 1844 h 862"/>
                <a:gd name="T22" fmla="*/ 6030 w 2390"/>
                <a:gd name="T23" fmla="*/ 1965 h 862"/>
                <a:gd name="T24" fmla="*/ 5865 w 2390"/>
                <a:gd name="T25" fmla="*/ 2114 h 862"/>
                <a:gd name="T26" fmla="*/ 5494 w 2390"/>
                <a:gd name="T27" fmla="*/ 2118 h 862"/>
                <a:gd name="T28" fmla="*/ 4848 w 2390"/>
                <a:gd name="T29" fmla="*/ 2109 h 862"/>
                <a:gd name="T30" fmla="*/ 4764 w 2390"/>
                <a:gd name="T31" fmla="*/ 2073 h 862"/>
                <a:gd name="T32" fmla="*/ 4684 w 2390"/>
                <a:gd name="T33" fmla="*/ 1976 h 862"/>
                <a:gd name="T34" fmla="*/ 4706 w 2390"/>
                <a:gd name="T35" fmla="*/ 1462 h 862"/>
                <a:gd name="T36" fmla="*/ 4302 w 2390"/>
                <a:gd name="T37" fmla="*/ 1483 h 862"/>
                <a:gd name="T38" fmla="*/ 3299 w 2390"/>
                <a:gd name="T39" fmla="*/ 1529 h 862"/>
                <a:gd name="T40" fmla="*/ 2467 w 2390"/>
                <a:gd name="T41" fmla="*/ 1386 h 862"/>
                <a:gd name="T42" fmla="*/ 1469 w 2390"/>
                <a:gd name="T43" fmla="*/ 1233 h 862"/>
                <a:gd name="T44" fmla="*/ 870 w 2390"/>
                <a:gd name="T45" fmla="*/ 1110 h 862"/>
                <a:gd name="T46" fmla="*/ 671 w 2390"/>
                <a:gd name="T47" fmla="*/ 1039 h 862"/>
                <a:gd name="T48" fmla="*/ 271 w 2390"/>
                <a:gd name="T49" fmla="*/ 855 h 862"/>
                <a:gd name="T50" fmla="*/ 149 w 2390"/>
                <a:gd name="T51" fmla="*/ 801 h 862"/>
                <a:gd name="T52" fmla="*/ 75 w 2390"/>
                <a:gd name="T53" fmla="*/ 709 h 862"/>
                <a:gd name="T54" fmla="*/ 15 w 2390"/>
                <a:gd name="T55" fmla="*/ 642 h 862"/>
                <a:gd name="T56" fmla="*/ 61 w 2390"/>
                <a:gd name="T57" fmla="*/ 611 h 862"/>
                <a:gd name="T58" fmla="*/ 30 w 2390"/>
                <a:gd name="T59" fmla="*/ 541 h 862"/>
                <a:gd name="T60" fmla="*/ 55 w 2390"/>
                <a:gd name="T61" fmla="*/ 514 h 862"/>
                <a:gd name="T62" fmla="*/ 68 w 2390"/>
                <a:gd name="T63" fmla="*/ 454 h 862"/>
                <a:gd name="T64" fmla="*/ 195 w 2390"/>
                <a:gd name="T65" fmla="*/ 474 h 862"/>
                <a:gd name="T66" fmla="*/ 215 w 2390"/>
                <a:gd name="T67" fmla="*/ 420 h 862"/>
                <a:gd name="T68" fmla="*/ 154 w 2390"/>
                <a:gd name="T69" fmla="*/ 249 h 862"/>
                <a:gd name="T70" fmla="*/ 349 w 2390"/>
                <a:gd name="T71" fmla="*/ 321 h 862"/>
                <a:gd name="T72" fmla="*/ 475 w 2390"/>
                <a:gd name="T73" fmla="*/ 447 h 862"/>
                <a:gd name="T74" fmla="*/ 661 w 2390"/>
                <a:gd name="T75" fmla="*/ 585 h 862"/>
                <a:gd name="T76" fmla="*/ 855 w 2390"/>
                <a:gd name="T77" fmla="*/ 668 h 862"/>
                <a:gd name="T78" fmla="*/ 1207 w 2390"/>
                <a:gd name="T79" fmla="*/ 739 h 862"/>
                <a:gd name="T80" fmla="*/ 1927 w 2390"/>
                <a:gd name="T81" fmla="*/ 646 h 862"/>
                <a:gd name="T82" fmla="*/ 2322 w 2390"/>
                <a:gd name="T83" fmla="*/ 603 h 862"/>
                <a:gd name="T84" fmla="*/ 2429 w 2390"/>
                <a:gd name="T85" fmla="*/ 648 h 862"/>
                <a:gd name="T86" fmla="*/ 2453 w 2390"/>
                <a:gd name="T87" fmla="*/ 631 h 862"/>
                <a:gd name="T88" fmla="*/ 2592 w 2390"/>
                <a:gd name="T89" fmla="*/ 493 h 862"/>
                <a:gd name="T90" fmla="*/ 3136 w 2390"/>
                <a:gd name="T91" fmla="*/ 403 h 862"/>
                <a:gd name="T92" fmla="*/ 4274 w 2390"/>
                <a:gd name="T93" fmla="*/ 63 h 862"/>
                <a:gd name="T94" fmla="*/ 4889 w 2390"/>
                <a:gd name="T95" fmla="*/ 297 h 862"/>
                <a:gd name="T96" fmla="*/ 5002 w 2390"/>
                <a:gd name="T97" fmla="*/ 377 h 862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2390" h="862">
                  <a:moveTo>
                    <a:pt x="2055" y="521"/>
                  </a:moveTo>
                  <a:cubicBezTo>
                    <a:pt x="2056" y="544"/>
                    <a:pt x="2053" y="573"/>
                    <a:pt x="2035" y="603"/>
                  </a:cubicBezTo>
                  <a:cubicBezTo>
                    <a:pt x="1998" y="661"/>
                    <a:pt x="2009" y="664"/>
                    <a:pt x="2009" y="664"/>
                  </a:cubicBezTo>
                  <a:cubicBezTo>
                    <a:pt x="2009" y="664"/>
                    <a:pt x="2015" y="665"/>
                    <a:pt x="2018" y="671"/>
                  </a:cubicBezTo>
                  <a:cubicBezTo>
                    <a:pt x="2022" y="677"/>
                    <a:pt x="2060" y="687"/>
                    <a:pt x="2080" y="696"/>
                  </a:cubicBezTo>
                  <a:cubicBezTo>
                    <a:pt x="2099" y="706"/>
                    <a:pt x="2154" y="715"/>
                    <a:pt x="2166" y="706"/>
                  </a:cubicBezTo>
                  <a:cubicBezTo>
                    <a:pt x="2177" y="698"/>
                    <a:pt x="2181" y="664"/>
                    <a:pt x="2228" y="683"/>
                  </a:cubicBezTo>
                  <a:cubicBezTo>
                    <a:pt x="2228" y="683"/>
                    <a:pt x="2246" y="663"/>
                    <a:pt x="2263" y="690"/>
                  </a:cubicBezTo>
                  <a:cubicBezTo>
                    <a:pt x="2263" y="690"/>
                    <a:pt x="2278" y="686"/>
                    <a:pt x="2296" y="707"/>
                  </a:cubicBezTo>
                  <a:cubicBezTo>
                    <a:pt x="2296" y="707"/>
                    <a:pt x="2306" y="703"/>
                    <a:pt x="2314" y="716"/>
                  </a:cubicBezTo>
                  <a:cubicBezTo>
                    <a:pt x="2314" y="716"/>
                    <a:pt x="2338" y="704"/>
                    <a:pt x="2356" y="722"/>
                  </a:cubicBezTo>
                  <a:cubicBezTo>
                    <a:pt x="2374" y="739"/>
                    <a:pt x="2390" y="750"/>
                    <a:pt x="2378" y="770"/>
                  </a:cubicBezTo>
                  <a:cubicBezTo>
                    <a:pt x="2365" y="791"/>
                    <a:pt x="2355" y="827"/>
                    <a:pt x="2313" y="828"/>
                  </a:cubicBezTo>
                  <a:cubicBezTo>
                    <a:pt x="2270" y="828"/>
                    <a:pt x="2203" y="823"/>
                    <a:pt x="2167" y="830"/>
                  </a:cubicBezTo>
                  <a:cubicBezTo>
                    <a:pt x="2131" y="838"/>
                    <a:pt x="2023" y="862"/>
                    <a:pt x="1912" y="826"/>
                  </a:cubicBezTo>
                  <a:cubicBezTo>
                    <a:pt x="1886" y="817"/>
                    <a:pt x="1891" y="814"/>
                    <a:pt x="1879" y="812"/>
                  </a:cubicBezTo>
                  <a:cubicBezTo>
                    <a:pt x="1867" y="810"/>
                    <a:pt x="1854" y="797"/>
                    <a:pt x="1847" y="774"/>
                  </a:cubicBezTo>
                  <a:cubicBezTo>
                    <a:pt x="1839" y="751"/>
                    <a:pt x="1813" y="654"/>
                    <a:pt x="1856" y="573"/>
                  </a:cubicBezTo>
                  <a:cubicBezTo>
                    <a:pt x="1856" y="573"/>
                    <a:pt x="1807" y="538"/>
                    <a:pt x="1697" y="581"/>
                  </a:cubicBezTo>
                  <a:cubicBezTo>
                    <a:pt x="1549" y="639"/>
                    <a:pt x="1383" y="583"/>
                    <a:pt x="1301" y="599"/>
                  </a:cubicBezTo>
                  <a:cubicBezTo>
                    <a:pt x="1219" y="615"/>
                    <a:pt x="1182" y="670"/>
                    <a:pt x="973" y="543"/>
                  </a:cubicBezTo>
                  <a:cubicBezTo>
                    <a:pt x="765" y="417"/>
                    <a:pt x="801" y="509"/>
                    <a:pt x="579" y="483"/>
                  </a:cubicBezTo>
                  <a:cubicBezTo>
                    <a:pt x="490" y="473"/>
                    <a:pt x="371" y="449"/>
                    <a:pt x="343" y="435"/>
                  </a:cubicBezTo>
                  <a:cubicBezTo>
                    <a:pt x="315" y="421"/>
                    <a:pt x="293" y="443"/>
                    <a:pt x="265" y="407"/>
                  </a:cubicBezTo>
                  <a:cubicBezTo>
                    <a:pt x="237" y="371"/>
                    <a:pt x="202" y="414"/>
                    <a:pt x="107" y="335"/>
                  </a:cubicBezTo>
                  <a:cubicBezTo>
                    <a:pt x="90" y="321"/>
                    <a:pt x="72" y="321"/>
                    <a:pt x="59" y="314"/>
                  </a:cubicBezTo>
                  <a:cubicBezTo>
                    <a:pt x="47" y="307"/>
                    <a:pt x="20" y="306"/>
                    <a:pt x="29" y="278"/>
                  </a:cubicBezTo>
                  <a:cubicBezTo>
                    <a:pt x="29" y="278"/>
                    <a:pt x="0" y="271"/>
                    <a:pt x="6" y="252"/>
                  </a:cubicBezTo>
                  <a:cubicBezTo>
                    <a:pt x="12" y="233"/>
                    <a:pt x="24" y="239"/>
                    <a:pt x="24" y="239"/>
                  </a:cubicBezTo>
                  <a:cubicBezTo>
                    <a:pt x="24" y="239"/>
                    <a:pt x="6" y="232"/>
                    <a:pt x="12" y="212"/>
                  </a:cubicBezTo>
                  <a:cubicBezTo>
                    <a:pt x="14" y="205"/>
                    <a:pt x="21" y="201"/>
                    <a:pt x="21" y="201"/>
                  </a:cubicBezTo>
                  <a:cubicBezTo>
                    <a:pt x="21" y="201"/>
                    <a:pt x="11" y="180"/>
                    <a:pt x="27" y="178"/>
                  </a:cubicBezTo>
                  <a:cubicBezTo>
                    <a:pt x="43" y="176"/>
                    <a:pt x="60" y="178"/>
                    <a:pt x="77" y="186"/>
                  </a:cubicBezTo>
                  <a:cubicBezTo>
                    <a:pt x="77" y="186"/>
                    <a:pt x="86" y="171"/>
                    <a:pt x="85" y="165"/>
                  </a:cubicBezTo>
                  <a:cubicBezTo>
                    <a:pt x="85" y="165"/>
                    <a:pt x="34" y="135"/>
                    <a:pt x="61" y="97"/>
                  </a:cubicBezTo>
                  <a:cubicBezTo>
                    <a:pt x="89" y="59"/>
                    <a:pt x="138" y="126"/>
                    <a:pt x="138" y="126"/>
                  </a:cubicBezTo>
                  <a:cubicBezTo>
                    <a:pt x="138" y="126"/>
                    <a:pt x="164" y="163"/>
                    <a:pt x="187" y="175"/>
                  </a:cubicBezTo>
                  <a:cubicBezTo>
                    <a:pt x="213" y="188"/>
                    <a:pt x="239" y="215"/>
                    <a:pt x="261" y="229"/>
                  </a:cubicBezTo>
                  <a:cubicBezTo>
                    <a:pt x="282" y="243"/>
                    <a:pt x="314" y="264"/>
                    <a:pt x="337" y="262"/>
                  </a:cubicBezTo>
                  <a:cubicBezTo>
                    <a:pt x="384" y="259"/>
                    <a:pt x="402" y="300"/>
                    <a:pt x="476" y="290"/>
                  </a:cubicBezTo>
                  <a:cubicBezTo>
                    <a:pt x="526" y="283"/>
                    <a:pt x="723" y="262"/>
                    <a:pt x="760" y="253"/>
                  </a:cubicBezTo>
                  <a:cubicBezTo>
                    <a:pt x="797" y="244"/>
                    <a:pt x="865" y="213"/>
                    <a:pt x="916" y="236"/>
                  </a:cubicBezTo>
                  <a:cubicBezTo>
                    <a:pt x="958" y="254"/>
                    <a:pt x="958" y="254"/>
                    <a:pt x="958" y="254"/>
                  </a:cubicBezTo>
                  <a:cubicBezTo>
                    <a:pt x="958" y="254"/>
                    <a:pt x="963" y="248"/>
                    <a:pt x="967" y="247"/>
                  </a:cubicBezTo>
                  <a:cubicBezTo>
                    <a:pt x="967" y="247"/>
                    <a:pt x="975" y="199"/>
                    <a:pt x="1022" y="193"/>
                  </a:cubicBezTo>
                  <a:cubicBezTo>
                    <a:pt x="1069" y="187"/>
                    <a:pt x="1142" y="210"/>
                    <a:pt x="1237" y="158"/>
                  </a:cubicBezTo>
                  <a:cubicBezTo>
                    <a:pt x="1333" y="107"/>
                    <a:pt x="1529" y="0"/>
                    <a:pt x="1685" y="25"/>
                  </a:cubicBezTo>
                  <a:cubicBezTo>
                    <a:pt x="1841" y="50"/>
                    <a:pt x="1896" y="82"/>
                    <a:pt x="1928" y="116"/>
                  </a:cubicBezTo>
                  <a:cubicBezTo>
                    <a:pt x="1950" y="139"/>
                    <a:pt x="1958" y="147"/>
                    <a:pt x="1973" y="148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7907" name="Freeform 60">
              <a:extLst>
                <a:ext uri="{FF2B5EF4-FFF2-40B4-BE49-F238E27FC236}">
                  <a16:creationId xmlns:a16="http://schemas.microsoft.com/office/drawing/2014/main" id="{A4CFD8E1-407E-4958-888C-7F3597F730B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" y="1320"/>
              <a:ext cx="15" cy="27"/>
            </a:xfrm>
            <a:custGeom>
              <a:avLst/>
              <a:gdLst>
                <a:gd name="T0" fmla="*/ 26 w 11"/>
                <a:gd name="T1" fmla="*/ 0 h 20"/>
                <a:gd name="T2" fmla="*/ 0 w 11"/>
                <a:gd name="T3" fmla="*/ 35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20">
                  <a:moveTo>
                    <a:pt x="10" y="0"/>
                  </a:moveTo>
                  <a:cubicBezTo>
                    <a:pt x="11" y="6"/>
                    <a:pt x="10" y="20"/>
                    <a:pt x="0" y="14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7908" name="Freeform 61">
              <a:extLst>
                <a:ext uri="{FF2B5EF4-FFF2-40B4-BE49-F238E27FC236}">
                  <a16:creationId xmlns:a16="http://schemas.microsoft.com/office/drawing/2014/main" id="{DA515541-885D-4FA7-AAE6-25D3464094B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" y="1365"/>
              <a:ext cx="15" cy="26"/>
            </a:xfrm>
            <a:custGeom>
              <a:avLst/>
              <a:gdLst>
                <a:gd name="T0" fmla="*/ 27 w 11"/>
                <a:gd name="T1" fmla="*/ 0 h 19"/>
                <a:gd name="T2" fmla="*/ 19 w 11"/>
                <a:gd name="T3" fmla="*/ 40 h 19"/>
                <a:gd name="T4" fmla="*/ 0 w 11"/>
                <a:gd name="T5" fmla="*/ 36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9">
                  <a:moveTo>
                    <a:pt x="11" y="0"/>
                  </a:moveTo>
                  <a:cubicBezTo>
                    <a:pt x="9" y="3"/>
                    <a:pt x="10" y="11"/>
                    <a:pt x="7" y="15"/>
                  </a:cubicBezTo>
                  <a:cubicBezTo>
                    <a:pt x="5" y="17"/>
                    <a:pt x="1" y="19"/>
                    <a:pt x="0" y="14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7909" name="Freeform 62">
              <a:extLst>
                <a:ext uri="{FF2B5EF4-FFF2-40B4-BE49-F238E27FC236}">
                  <a16:creationId xmlns:a16="http://schemas.microsoft.com/office/drawing/2014/main" id="{78CAC6D4-8ADD-4569-AD4F-6AE0F63023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" y="1410"/>
              <a:ext cx="15" cy="40"/>
            </a:xfrm>
            <a:custGeom>
              <a:avLst/>
              <a:gdLst>
                <a:gd name="T0" fmla="*/ 27 w 11"/>
                <a:gd name="T1" fmla="*/ 0 h 29"/>
                <a:gd name="T2" fmla="*/ 0 w 11"/>
                <a:gd name="T3" fmla="*/ 41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29">
                  <a:moveTo>
                    <a:pt x="11" y="0"/>
                  </a:moveTo>
                  <a:cubicBezTo>
                    <a:pt x="10" y="2"/>
                    <a:pt x="7" y="29"/>
                    <a:pt x="0" y="16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7910" name="Freeform 63">
              <a:extLst>
                <a:ext uri="{FF2B5EF4-FFF2-40B4-BE49-F238E27FC236}">
                  <a16:creationId xmlns:a16="http://schemas.microsoft.com/office/drawing/2014/main" id="{040D960C-398E-4FEE-8F04-F0B6862A589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" y="1465"/>
              <a:ext cx="1" cy="7"/>
            </a:xfrm>
            <a:custGeom>
              <a:avLst/>
              <a:gdLst>
                <a:gd name="T0" fmla="*/ 1 w 1"/>
                <a:gd name="T1" fmla="*/ 0 h 5"/>
                <a:gd name="T2" fmla="*/ 0 w 1"/>
                <a:gd name="T3" fmla="*/ 14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5">
                  <a:moveTo>
                    <a:pt x="1" y="0"/>
                  </a:moveTo>
                  <a:cubicBezTo>
                    <a:pt x="1" y="2"/>
                    <a:pt x="0" y="4"/>
                    <a:pt x="0" y="5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7911" name="Freeform 64">
              <a:extLst>
                <a:ext uri="{FF2B5EF4-FFF2-40B4-BE49-F238E27FC236}">
                  <a16:creationId xmlns:a16="http://schemas.microsoft.com/office/drawing/2014/main" id="{B6925840-71B1-461F-AF9A-B5E472887A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2" y="1219"/>
              <a:ext cx="188" cy="179"/>
            </a:xfrm>
            <a:custGeom>
              <a:avLst/>
              <a:gdLst>
                <a:gd name="T0" fmla="*/ 0 w 138"/>
                <a:gd name="T1" fmla="*/ 325 h 131"/>
                <a:gd name="T2" fmla="*/ 93 w 138"/>
                <a:gd name="T3" fmla="*/ 174 h 131"/>
                <a:gd name="T4" fmla="*/ 316 w 138"/>
                <a:gd name="T5" fmla="*/ 0 h 131"/>
                <a:gd name="T6" fmla="*/ 323 w 138"/>
                <a:gd name="T7" fmla="*/ 105 h 131"/>
                <a:gd name="T8" fmla="*/ 245 w 138"/>
                <a:gd name="T9" fmla="*/ 327 h 131"/>
                <a:gd name="T10" fmla="*/ 245 w 138"/>
                <a:gd name="T11" fmla="*/ 335 h 13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8" h="131">
                  <a:moveTo>
                    <a:pt x="0" y="127"/>
                  </a:moveTo>
                  <a:cubicBezTo>
                    <a:pt x="15" y="104"/>
                    <a:pt x="26" y="79"/>
                    <a:pt x="37" y="68"/>
                  </a:cubicBezTo>
                  <a:cubicBezTo>
                    <a:pt x="68" y="38"/>
                    <a:pt x="112" y="18"/>
                    <a:pt x="125" y="0"/>
                  </a:cubicBezTo>
                  <a:cubicBezTo>
                    <a:pt x="125" y="0"/>
                    <a:pt x="126" y="29"/>
                    <a:pt x="128" y="41"/>
                  </a:cubicBezTo>
                  <a:cubicBezTo>
                    <a:pt x="138" y="82"/>
                    <a:pt x="100" y="93"/>
                    <a:pt x="97" y="128"/>
                  </a:cubicBezTo>
                  <a:cubicBezTo>
                    <a:pt x="97" y="131"/>
                    <a:pt x="97" y="131"/>
                    <a:pt x="97" y="131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7912" name="Freeform 65">
              <a:extLst>
                <a:ext uri="{FF2B5EF4-FFF2-40B4-BE49-F238E27FC236}">
                  <a16:creationId xmlns:a16="http://schemas.microsoft.com/office/drawing/2014/main" id="{E271B9CB-B0C9-4462-8065-1005366D39D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4" y="769"/>
              <a:ext cx="947" cy="656"/>
            </a:xfrm>
            <a:custGeom>
              <a:avLst/>
              <a:gdLst>
                <a:gd name="T0" fmla="*/ 1763 w 694"/>
                <a:gd name="T1" fmla="*/ 983 h 480"/>
                <a:gd name="T2" fmla="*/ 1665 w 694"/>
                <a:gd name="T3" fmla="*/ 478 h 480"/>
                <a:gd name="T4" fmla="*/ 1296 w 694"/>
                <a:gd name="T5" fmla="*/ 1 h 480"/>
                <a:gd name="T6" fmla="*/ 857 w 694"/>
                <a:gd name="T7" fmla="*/ 316 h 480"/>
                <a:gd name="T8" fmla="*/ 663 w 694"/>
                <a:gd name="T9" fmla="*/ 683 h 480"/>
                <a:gd name="T10" fmla="*/ 550 w 694"/>
                <a:gd name="T11" fmla="*/ 723 h 480"/>
                <a:gd name="T12" fmla="*/ 404 w 694"/>
                <a:gd name="T13" fmla="*/ 618 h 480"/>
                <a:gd name="T14" fmla="*/ 194 w 694"/>
                <a:gd name="T15" fmla="*/ 465 h 480"/>
                <a:gd name="T16" fmla="*/ 15 w 694"/>
                <a:gd name="T17" fmla="*/ 403 h 480"/>
                <a:gd name="T18" fmla="*/ 65 w 694"/>
                <a:gd name="T19" fmla="*/ 529 h 480"/>
                <a:gd name="T20" fmla="*/ 83 w 694"/>
                <a:gd name="T21" fmla="*/ 556 h 480"/>
                <a:gd name="T22" fmla="*/ 14 w 694"/>
                <a:gd name="T23" fmla="*/ 652 h 480"/>
                <a:gd name="T24" fmla="*/ 111 w 694"/>
                <a:gd name="T25" fmla="*/ 898 h 480"/>
                <a:gd name="T26" fmla="*/ 385 w 694"/>
                <a:gd name="T27" fmla="*/ 1093 h 480"/>
                <a:gd name="T28" fmla="*/ 495 w 694"/>
                <a:gd name="T29" fmla="*/ 1226 h 48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694" h="480">
                  <a:moveTo>
                    <a:pt x="694" y="385"/>
                  </a:moveTo>
                  <a:cubicBezTo>
                    <a:pt x="685" y="344"/>
                    <a:pt x="657" y="223"/>
                    <a:pt x="655" y="187"/>
                  </a:cubicBezTo>
                  <a:cubicBezTo>
                    <a:pt x="652" y="144"/>
                    <a:pt x="634" y="0"/>
                    <a:pt x="510" y="1"/>
                  </a:cubicBezTo>
                  <a:cubicBezTo>
                    <a:pt x="386" y="2"/>
                    <a:pt x="366" y="77"/>
                    <a:pt x="337" y="124"/>
                  </a:cubicBezTo>
                  <a:cubicBezTo>
                    <a:pt x="308" y="171"/>
                    <a:pt x="261" y="268"/>
                    <a:pt x="261" y="268"/>
                  </a:cubicBezTo>
                  <a:cubicBezTo>
                    <a:pt x="261" y="268"/>
                    <a:pt x="228" y="271"/>
                    <a:pt x="216" y="283"/>
                  </a:cubicBezTo>
                  <a:cubicBezTo>
                    <a:pt x="204" y="295"/>
                    <a:pt x="172" y="259"/>
                    <a:pt x="159" y="242"/>
                  </a:cubicBezTo>
                  <a:cubicBezTo>
                    <a:pt x="146" y="225"/>
                    <a:pt x="94" y="191"/>
                    <a:pt x="76" y="182"/>
                  </a:cubicBezTo>
                  <a:cubicBezTo>
                    <a:pt x="58" y="173"/>
                    <a:pt x="47" y="130"/>
                    <a:pt x="6" y="158"/>
                  </a:cubicBezTo>
                  <a:cubicBezTo>
                    <a:pt x="0" y="162"/>
                    <a:pt x="0" y="208"/>
                    <a:pt x="26" y="207"/>
                  </a:cubicBezTo>
                  <a:cubicBezTo>
                    <a:pt x="53" y="205"/>
                    <a:pt x="37" y="216"/>
                    <a:pt x="33" y="218"/>
                  </a:cubicBezTo>
                  <a:cubicBezTo>
                    <a:pt x="29" y="221"/>
                    <a:pt x="2" y="235"/>
                    <a:pt x="5" y="255"/>
                  </a:cubicBezTo>
                  <a:cubicBezTo>
                    <a:pt x="7" y="275"/>
                    <a:pt x="2" y="327"/>
                    <a:pt x="43" y="352"/>
                  </a:cubicBezTo>
                  <a:cubicBezTo>
                    <a:pt x="83" y="377"/>
                    <a:pt x="131" y="402"/>
                    <a:pt x="152" y="428"/>
                  </a:cubicBezTo>
                  <a:cubicBezTo>
                    <a:pt x="163" y="442"/>
                    <a:pt x="178" y="464"/>
                    <a:pt x="195" y="480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7913" name="Freeform 66">
              <a:extLst>
                <a:ext uri="{FF2B5EF4-FFF2-40B4-BE49-F238E27FC236}">
                  <a16:creationId xmlns:a16="http://schemas.microsoft.com/office/drawing/2014/main" id="{82A4DE97-12C4-4392-9902-066744231F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1" y="963"/>
              <a:ext cx="676" cy="222"/>
            </a:xfrm>
            <a:custGeom>
              <a:avLst/>
              <a:gdLst>
                <a:gd name="T0" fmla="*/ 0 w 496"/>
                <a:gd name="T1" fmla="*/ 366 h 162"/>
                <a:gd name="T2" fmla="*/ 352 w 496"/>
                <a:gd name="T3" fmla="*/ 108 h 162"/>
                <a:gd name="T4" fmla="*/ 891 w 496"/>
                <a:gd name="T5" fmla="*/ 26 h 162"/>
                <a:gd name="T6" fmla="*/ 1074 w 496"/>
                <a:gd name="T7" fmla="*/ 5 h 162"/>
                <a:gd name="T8" fmla="*/ 1178 w 496"/>
                <a:gd name="T9" fmla="*/ 64 h 162"/>
                <a:gd name="T10" fmla="*/ 1167 w 496"/>
                <a:gd name="T11" fmla="*/ 100 h 162"/>
                <a:gd name="T12" fmla="*/ 1238 w 496"/>
                <a:gd name="T13" fmla="*/ 126 h 162"/>
                <a:gd name="T14" fmla="*/ 1213 w 496"/>
                <a:gd name="T15" fmla="*/ 214 h 162"/>
                <a:gd name="T16" fmla="*/ 1255 w 496"/>
                <a:gd name="T17" fmla="*/ 248 h 162"/>
                <a:gd name="T18" fmla="*/ 1220 w 496"/>
                <a:gd name="T19" fmla="*/ 391 h 162"/>
                <a:gd name="T20" fmla="*/ 1179 w 496"/>
                <a:gd name="T21" fmla="*/ 340 h 162"/>
                <a:gd name="T22" fmla="*/ 1126 w 496"/>
                <a:gd name="T23" fmla="*/ 417 h 16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96" h="162">
                  <a:moveTo>
                    <a:pt x="0" y="142"/>
                  </a:moveTo>
                  <a:cubicBezTo>
                    <a:pt x="19" y="115"/>
                    <a:pt x="73" y="51"/>
                    <a:pt x="139" y="42"/>
                  </a:cubicBezTo>
                  <a:cubicBezTo>
                    <a:pt x="223" y="32"/>
                    <a:pt x="285" y="48"/>
                    <a:pt x="352" y="10"/>
                  </a:cubicBezTo>
                  <a:cubicBezTo>
                    <a:pt x="371" y="0"/>
                    <a:pt x="409" y="2"/>
                    <a:pt x="424" y="2"/>
                  </a:cubicBezTo>
                  <a:cubicBezTo>
                    <a:pt x="439" y="2"/>
                    <a:pt x="473" y="3"/>
                    <a:pt x="465" y="25"/>
                  </a:cubicBezTo>
                  <a:cubicBezTo>
                    <a:pt x="463" y="31"/>
                    <a:pt x="461" y="39"/>
                    <a:pt x="461" y="39"/>
                  </a:cubicBezTo>
                  <a:cubicBezTo>
                    <a:pt x="461" y="39"/>
                    <a:pt x="489" y="32"/>
                    <a:pt x="489" y="49"/>
                  </a:cubicBezTo>
                  <a:cubicBezTo>
                    <a:pt x="488" y="66"/>
                    <a:pt x="479" y="83"/>
                    <a:pt x="479" y="83"/>
                  </a:cubicBezTo>
                  <a:cubicBezTo>
                    <a:pt x="479" y="83"/>
                    <a:pt x="495" y="78"/>
                    <a:pt x="496" y="96"/>
                  </a:cubicBezTo>
                  <a:cubicBezTo>
                    <a:pt x="496" y="113"/>
                    <a:pt x="495" y="152"/>
                    <a:pt x="482" y="152"/>
                  </a:cubicBezTo>
                  <a:cubicBezTo>
                    <a:pt x="470" y="152"/>
                    <a:pt x="463" y="142"/>
                    <a:pt x="466" y="132"/>
                  </a:cubicBezTo>
                  <a:cubicBezTo>
                    <a:pt x="466" y="132"/>
                    <a:pt x="461" y="159"/>
                    <a:pt x="445" y="162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7914" name="Freeform 67">
              <a:extLst>
                <a:ext uri="{FF2B5EF4-FFF2-40B4-BE49-F238E27FC236}">
                  <a16:creationId xmlns:a16="http://schemas.microsoft.com/office/drawing/2014/main" id="{BD6BC1BD-F68B-4479-A06C-E55D6D1548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1" y="1101"/>
              <a:ext cx="747" cy="779"/>
            </a:xfrm>
            <a:custGeom>
              <a:avLst/>
              <a:gdLst>
                <a:gd name="T0" fmla="*/ 523 w 548"/>
                <a:gd name="T1" fmla="*/ 42 h 570"/>
                <a:gd name="T2" fmla="*/ 695 w 548"/>
                <a:gd name="T3" fmla="*/ 19 h 570"/>
                <a:gd name="T4" fmla="*/ 1269 w 548"/>
                <a:gd name="T5" fmla="*/ 847 h 570"/>
                <a:gd name="T6" fmla="*/ 679 w 548"/>
                <a:gd name="T7" fmla="*/ 1279 h 570"/>
                <a:gd name="T8" fmla="*/ 579 w 548"/>
                <a:gd name="T9" fmla="*/ 1317 h 570"/>
                <a:gd name="T10" fmla="*/ 168 w 548"/>
                <a:gd name="T11" fmla="*/ 1274 h 570"/>
                <a:gd name="T12" fmla="*/ 46 w 548"/>
                <a:gd name="T13" fmla="*/ 1002 h 570"/>
                <a:gd name="T14" fmla="*/ 30 w 548"/>
                <a:gd name="T15" fmla="*/ 795 h 570"/>
                <a:gd name="T16" fmla="*/ 46 w 548"/>
                <a:gd name="T17" fmla="*/ 559 h 57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48" h="570">
                  <a:moveTo>
                    <a:pt x="207" y="17"/>
                  </a:moveTo>
                  <a:cubicBezTo>
                    <a:pt x="228" y="12"/>
                    <a:pt x="250" y="8"/>
                    <a:pt x="274" y="7"/>
                  </a:cubicBezTo>
                  <a:cubicBezTo>
                    <a:pt x="420" y="0"/>
                    <a:pt x="548" y="125"/>
                    <a:pt x="501" y="332"/>
                  </a:cubicBezTo>
                  <a:cubicBezTo>
                    <a:pt x="455" y="539"/>
                    <a:pt x="268" y="501"/>
                    <a:pt x="268" y="501"/>
                  </a:cubicBezTo>
                  <a:cubicBezTo>
                    <a:pt x="268" y="501"/>
                    <a:pt x="249" y="516"/>
                    <a:pt x="229" y="516"/>
                  </a:cubicBezTo>
                  <a:cubicBezTo>
                    <a:pt x="209" y="516"/>
                    <a:pt x="128" y="570"/>
                    <a:pt x="66" y="499"/>
                  </a:cubicBezTo>
                  <a:cubicBezTo>
                    <a:pt x="34" y="463"/>
                    <a:pt x="29" y="411"/>
                    <a:pt x="18" y="392"/>
                  </a:cubicBezTo>
                  <a:cubicBezTo>
                    <a:pt x="6" y="373"/>
                    <a:pt x="0" y="331"/>
                    <a:pt x="12" y="312"/>
                  </a:cubicBezTo>
                  <a:cubicBezTo>
                    <a:pt x="18" y="301"/>
                    <a:pt x="22" y="261"/>
                    <a:pt x="18" y="219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7915" name="Freeform 68">
              <a:extLst>
                <a:ext uri="{FF2B5EF4-FFF2-40B4-BE49-F238E27FC236}">
                  <a16:creationId xmlns:a16="http://schemas.microsoft.com/office/drawing/2014/main" id="{D19DC4BF-7FD0-417C-B019-C0504AA5F0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9" y="1201"/>
              <a:ext cx="127" cy="74"/>
            </a:xfrm>
            <a:custGeom>
              <a:avLst/>
              <a:gdLst>
                <a:gd name="T0" fmla="*/ 0 w 93"/>
                <a:gd name="T1" fmla="*/ 138 h 54"/>
                <a:gd name="T2" fmla="*/ 67 w 93"/>
                <a:gd name="T3" fmla="*/ 103 h 54"/>
                <a:gd name="T4" fmla="*/ 236 w 93"/>
                <a:gd name="T5" fmla="*/ 0 h 5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3" h="54">
                  <a:moveTo>
                    <a:pt x="0" y="54"/>
                  </a:moveTo>
                  <a:cubicBezTo>
                    <a:pt x="0" y="54"/>
                    <a:pt x="12" y="40"/>
                    <a:pt x="26" y="40"/>
                  </a:cubicBezTo>
                  <a:cubicBezTo>
                    <a:pt x="33" y="40"/>
                    <a:pt x="56" y="21"/>
                    <a:pt x="93" y="0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7916" name="Freeform 69">
              <a:extLst>
                <a:ext uri="{FF2B5EF4-FFF2-40B4-BE49-F238E27FC236}">
                  <a16:creationId xmlns:a16="http://schemas.microsoft.com/office/drawing/2014/main" id="{9AEC6781-77A6-47BE-A164-1D233E70D28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9" y="1615"/>
              <a:ext cx="23" cy="101"/>
            </a:xfrm>
            <a:custGeom>
              <a:avLst/>
              <a:gdLst>
                <a:gd name="T0" fmla="*/ 0 w 17"/>
                <a:gd name="T1" fmla="*/ 0 h 74"/>
                <a:gd name="T2" fmla="*/ 32 w 17"/>
                <a:gd name="T3" fmla="*/ 48 h 74"/>
                <a:gd name="T4" fmla="*/ 22 w 17"/>
                <a:gd name="T5" fmla="*/ 83 h 74"/>
                <a:gd name="T6" fmla="*/ 27 w 17"/>
                <a:gd name="T7" fmla="*/ 127 h 74"/>
                <a:gd name="T8" fmla="*/ 7 w 17"/>
                <a:gd name="T9" fmla="*/ 180 h 74"/>
                <a:gd name="T10" fmla="*/ 1 w 17"/>
                <a:gd name="T11" fmla="*/ 188 h 74"/>
                <a:gd name="T12" fmla="*/ 30 w 17"/>
                <a:gd name="T13" fmla="*/ 147 h 74"/>
                <a:gd name="T14" fmla="*/ 27 w 17"/>
                <a:gd name="T15" fmla="*/ 111 h 74"/>
                <a:gd name="T16" fmla="*/ 35 w 17"/>
                <a:gd name="T17" fmla="*/ 76 h 74"/>
                <a:gd name="T18" fmla="*/ 30 w 17"/>
                <a:gd name="T19" fmla="*/ 37 h 74"/>
                <a:gd name="T20" fmla="*/ 1 w 17"/>
                <a:gd name="T21" fmla="*/ 5 h 74"/>
                <a:gd name="T22" fmla="*/ 0 w 17"/>
                <a:gd name="T23" fmla="*/ 1 h 7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7" h="74">
                  <a:moveTo>
                    <a:pt x="0" y="0"/>
                  </a:moveTo>
                  <a:cubicBezTo>
                    <a:pt x="4" y="7"/>
                    <a:pt x="10" y="12"/>
                    <a:pt x="13" y="19"/>
                  </a:cubicBezTo>
                  <a:cubicBezTo>
                    <a:pt x="16" y="26"/>
                    <a:pt x="12" y="28"/>
                    <a:pt x="9" y="33"/>
                  </a:cubicBezTo>
                  <a:cubicBezTo>
                    <a:pt x="5" y="39"/>
                    <a:pt x="10" y="44"/>
                    <a:pt x="11" y="50"/>
                  </a:cubicBezTo>
                  <a:cubicBezTo>
                    <a:pt x="13" y="58"/>
                    <a:pt x="6" y="64"/>
                    <a:pt x="3" y="71"/>
                  </a:cubicBezTo>
                  <a:cubicBezTo>
                    <a:pt x="2" y="72"/>
                    <a:pt x="2" y="73"/>
                    <a:pt x="1" y="74"/>
                  </a:cubicBezTo>
                  <a:cubicBezTo>
                    <a:pt x="4" y="68"/>
                    <a:pt x="10" y="64"/>
                    <a:pt x="12" y="58"/>
                  </a:cubicBezTo>
                  <a:cubicBezTo>
                    <a:pt x="15" y="52"/>
                    <a:pt x="13" y="48"/>
                    <a:pt x="11" y="43"/>
                  </a:cubicBezTo>
                  <a:cubicBezTo>
                    <a:pt x="8" y="37"/>
                    <a:pt x="10" y="35"/>
                    <a:pt x="14" y="30"/>
                  </a:cubicBezTo>
                  <a:cubicBezTo>
                    <a:pt x="17" y="24"/>
                    <a:pt x="15" y="20"/>
                    <a:pt x="12" y="15"/>
                  </a:cubicBezTo>
                  <a:cubicBezTo>
                    <a:pt x="9" y="12"/>
                    <a:pt x="5" y="3"/>
                    <a:pt x="1" y="2"/>
                  </a:cubicBezTo>
                  <a:cubicBezTo>
                    <a:pt x="1" y="2"/>
                    <a:pt x="1" y="2"/>
                    <a:pt x="0" y="1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7917" name="Freeform 70">
              <a:extLst>
                <a:ext uri="{FF2B5EF4-FFF2-40B4-BE49-F238E27FC236}">
                  <a16:creationId xmlns:a16="http://schemas.microsoft.com/office/drawing/2014/main" id="{3A63DA1D-2D7C-4626-867D-E74C732A78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1" y="1018"/>
              <a:ext cx="377" cy="127"/>
            </a:xfrm>
            <a:custGeom>
              <a:avLst/>
              <a:gdLst>
                <a:gd name="T0" fmla="*/ 695 w 276"/>
                <a:gd name="T1" fmla="*/ 1 h 93"/>
                <a:gd name="T2" fmla="*/ 474 w 276"/>
                <a:gd name="T3" fmla="*/ 5 h 93"/>
                <a:gd name="T4" fmla="*/ 272 w 276"/>
                <a:gd name="T5" fmla="*/ 27 h 93"/>
                <a:gd name="T6" fmla="*/ 131 w 276"/>
                <a:gd name="T7" fmla="*/ 104 h 93"/>
                <a:gd name="T8" fmla="*/ 0 w 276"/>
                <a:gd name="T9" fmla="*/ 235 h 93"/>
                <a:gd name="T10" fmla="*/ 83 w 276"/>
                <a:gd name="T11" fmla="*/ 210 h 93"/>
                <a:gd name="T12" fmla="*/ 167 w 276"/>
                <a:gd name="T13" fmla="*/ 187 h 93"/>
                <a:gd name="T14" fmla="*/ 357 w 276"/>
                <a:gd name="T15" fmla="*/ 131 h 93"/>
                <a:gd name="T16" fmla="*/ 605 w 276"/>
                <a:gd name="T17" fmla="*/ 49 h 93"/>
                <a:gd name="T18" fmla="*/ 703 w 276"/>
                <a:gd name="T19" fmla="*/ 1 h 9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76" h="93">
                  <a:moveTo>
                    <a:pt x="273" y="1"/>
                  </a:moveTo>
                  <a:cubicBezTo>
                    <a:pt x="244" y="3"/>
                    <a:pt x="215" y="5"/>
                    <a:pt x="186" y="2"/>
                  </a:cubicBezTo>
                  <a:cubicBezTo>
                    <a:pt x="160" y="0"/>
                    <a:pt x="132" y="3"/>
                    <a:pt x="107" y="11"/>
                  </a:cubicBezTo>
                  <a:cubicBezTo>
                    <a:pt x="86" y="18"/>
                    <a:pt x="68" y="27"/>
                    <a:pt x="51" y="41"/>
                  </a:cubicBezTo>
                  <a:cubicBezTo>
                    <a:pt x="34" y="55"/>
                    <a:pt x="12" y="73"/>
                    <a:pt x="0" y="92"/>
                  </a:cubicBezTo>
                  <a:cubicBezTo>
                    <a:pt x="10" y="93"/>
                    <a:pt x="23" y="85"/>
                    <a:pt x="33" y="83"/>
                  </a:cubicBezTo>
                  <a:cubicBezTo>
                    <a:pt x="44" y="81"/>
                    <a:pt x="54" y="76"/>
                    <a:pt x="65" y="73"/>
                  </a:cubicBezTo>
                  <a:cubicBezTo>
                    <a:pt x="88" y="65"/>
                    <a:pt x="118" y="63"/>
                    <a:pt x="140" y="51"/>
                  </a:cubicBezTo>
                  <a:cubicBezTo>
                    <a:pt x="171" y="35"/>
                    <a:pt x="203" y="27"/>
                    <a:pt x="237" y="19"/>
                  </a:cubicBezTo>
                  <a:cubicBezTo>
                    <a:pt x="249" y="16"/>
                    <a:pt x="274" y="18"/>
                    <a:pt x="276" y="1"/>
                  </a:cubicBezTo>
                </a:path>
              </a:pathLst>
            </a:custGeom>
            <a:solidFill>
              <a:srgbClr val="FEF2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7918" name="Freeform 71">
              <a:extLst>
                <a:ext uri="{FF2B5EF4-FFF2-40B4-BE49-F238E27FC236}">
                  <a16:creationId xmlns:a16="http://schemas.microsoft.com/office/drawing/2014/main" id="{549E69DC-B3F8-46FE-AA5F-53A711E4E9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9" y="976"/>
              <a:ext cx="38" cy="84"/>
            </a:xfrm>
            <a:custGeom>
              <a:avLst/>
              <a:gdLst>
                <a:gd name="T0" fmla="*/ 35 w 28"/>
                <a:gd name="T1" fmla="*/ 84 h 62"/>
                <a:gd name="T2" fmla="*/ 26 w 28"/>
                <a:gd name="T3" fmla="*/ 129 h 62"/>
                <a:gd name="T4" fmla="*/ 45 w 28"/>
                <a:gd name="T5" fmla="*/ 138 h 62"/>
                <a:gd name="T6" fmla="*/ 56 w 28"/>
                <a:gd name="T7" fmla="*/ 89 h 62"/>
                <a:gd name="T8" fmla="*/ 62 w 28"/>
                <a:gd name="T9" fmla="*/ 47 h 62"/>
                <a:gd name="T10" fmla="*/ 26 w 28"/>
                <a:gd name="T11" fmla="*/ 5 h 62"/>
                <a:gd name="T12" fmla="*/ 5 w 28"/>
                <a:gd name="T13" fmla="*/ 9 h 62"/>
                <a:gd name="T14" fmla="*/ 30 w 28"/>
                <a:gd name="T15" fmla="*/ 35 h 62"/>
                <a:gd name="T16" fmla="*/ 35 w 28"/>
                <a:gd name="T17" fmla="*/ 89 h 6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8" h="62">
                  <a:moveTo>
                    <a:pt x="14" y="34"/>
                  </a:moveTo>
                  <a:cubicBezTo>
                    <a:pt x="12" y="40"/>
                    <a:pt x="9" y="45"/>
                    <a:pt x="10" y="52"/>
                  </a:cubicBezTo>
                  <a:cubicBezTo>
                    <a:pt x="11" y="58"/>
                    <a:pt x="15" y="62"/>
                    <a:pt x="18" y="55"/>
                  </a:cubicBezTo>
                  <a:cubicBezTo>
                    <a:pt x="21" y="49"/>
                    <a:pt x="21" y="42"/>
                    <a:pt x="22" y="36"/>
                  </a:cubicBezTo>
                  <a:cubicBezTo>
                    <a:pt x="23" y="31"/>
                    <a:pt x="24" y="25"/>
                    <a:pt x="25" y="19"/>
                  </a:cubicBezTo>
                  <a:cubicBezTo>
                    <a:pt x="28" y="8"/>
                    <a:pt x="20" y="3"/>
                    <a:pt x="10" y="2"/>
                  </a:cubicBezTo>
                  <a:cubicBezTo>
                    <a:pt x="6" y="1"/>
                    <a:pt x="0" y="0"/>
                    <a:pt x="2" y="4"/>
                  </a:cubicBezTo>
                  <a:cubicBezTo>
                    <a:pt x="3" y="8"/>
                    <a:pt x="9" y="10"/>
                    <a:pt x="12" y="14"/>
                  </a:cubicBezTo>
                  <a:cubicBezTo>
                    <a:pt x="16" y="20"/>
                    <a:pt x="15" y="29"/>
                    <a:pt x="14" y="36"/>
                  </a:cubicBezTo>
                </a:path>
              </a:pathLst>
            </a:custGeom>
            <a:solidFill>
              <a:srgbClr val="FEF2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7919" name="Freeform 72">
              <a:extLst>
                <a:ext uri="{FF2B5EF4-FFF2-40B4-BE49-F238E27FC236}">
                  <a16:creationId xmlns:a16="http://schemas.microsoft.com/office/drawing/2014/main" id="{74BF28BF-57BF-43AD-B3D0-1807DED2A09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9" y="1022"/>
              <a:ext cx="52" cy="83"/>
            </a:xfrm>
            <a:custGeom>
              <a:avLst/>
              <a:gdLst>
                <a:gd name="T0" fmla="*/ 51 w 38"/>
                <a:gd name="T1" fmla="*/ 5 h 61"/>
                <a:gd name="T2" fmla="*/ 90 w 38"/>
                <a:gd name="T3" fmla="*/ 14 h 61"/>
                <a:gd name="T4" fmla="*/ 82 w 38"/>
                <a:gd name="T5" fmla="*/ 57 h 61"/>
                <a:gd name="T6" fmla="*/ 40 w 38"/>
                <a:gd name="T7" fmla="*/ 133 h 61"/>
                <a:gd name="T8" fmla="*/ 5 w 38"/>
                <a:gd name="T9" fmla="*/ 148 h 61"/>
                <a:gd name="T10" fmla="*/ 30 w 38"/>
                <a:gd name="T11" fmla="*/ 98 h 61"/>
                <a:gd name="T12" fmla="*/ 42 w 38"/>
                <a:gd name="T13" fmla="*/ 19 h 61"/>
                <a:gd name="T14" fmla="*/ 49 w 38"/>
                <a:gd name="T15" fmla="*/ 7 h 6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8" h="61">
                  <a:moveTo>
                    <a:pt x="20" y="2"/>
                  </a:moveTo>
                  <a:cubicBezTo>
                    <a:pt x="25" y="1"/>
                    <a:pt x="32" y="0"/>
                    <a:pt x="35" y="5"/>
                  </a:cubicBezTo>
                  <a:cubicBezTo>
                    <a:pt x="38" y="10"/>
                    <a:pt x="33" y="18"/>
                    <a:pt x="32" y="23"/>
                  </a:cubicBezTo>
                  <a:cubicBezTo>
                    <a:pt x="27" y="32"/>
                    <a:pt x="24" y="46"/>
                    <a:pt x="15" y="53"/>
                  </a:cubicBezTo>
                  <a:cubicBezTo>
                    <a:pt x="13" y="54"/>
                    <a:pt x="4" y="61"/>
                    <a:pt x="2" y="59"/>
                  </a:cubicBezTo>
                  <a:cubicBezTo>
                    <a:pt x="0" y="56"/>
                    <a:pt x="11" y="42"/>
                    <a:pt x="12" y="39"/>
                  </a:cubicBezTo>
                  <a:cubicBezTo>
                    <a:pt x="16" y="28"/>
                    <a:pt x="14" y="18"/>
                    <a:pt x="17" y="7"/>
                  </a:cubicBezTo>
                  <a:cubicBezTo>
                    <a:pt x="18" y="5"/>
                    <a:pt x="17" y="4"/>
                    <a:pt x="19" y="3"/>
                  </a:cubicBezTo>
                </a:path>
              </a:pathLst>
            </a:custGeom>
            <a:solidFill>
              <a:srgbClr val="FEF2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7920" name="Freeform 73">
              <a:extLst>
                <a:ext uri="{FF2B5EF4-FFF2-40B4-BE49-F238E27FC236}">
                  <a16:creationId xmlns:a16="http://schemas.microsoft.com/office/drawing/2014/main" id="{DBAE64D3-A4A6-4B89-AA7F-559B7C4AF9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7" y="1089"/>
              <a:ext cx="46" cy="70"/>
            </a:xfrm>
            <a:custGeom>
              <a:avLst/>
              <a:gdLst>
                <a:gd name="T0" fmla="*/ 69 w 34"/>
                <a:gd name="T1" fmla="*/ 1 h 51"/>
                <a:gd name="T2" fmla="*/ 69 w 34"/>
                <a:gd name="T3" fmla="*/ 0 h 51"/>
                <a:gd name="T4" fmla="*/ 69 w 34"/>
                <a:gd name="T5" fmla="*/ 81 h 51"/>
                <a:gd name="T6" fmla="*/ 43 w 34"/>
                <a:gd name="T7" fmla="*/ 126 h 51"/>
                <a:gd name="T8" fmla="*/ 62 w 34"/>
                <a:gd name="T9" fmla="*/ 7 h 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51">
                  <a:moveTo>
                    <a:pt x="28" y="1"/>
                  </a:moveTo>
                  <a:cubicBezTo>
                    <a:pt x="28" y="1"/>
                    <a:pt x="28" y="0"/>
                    <a:pt x="28" y="0"/>
                  </a:cubicBezTo>
                  <a:cubicBezTo>
                    <a:pt x="34" y="3"/>
                    <a:pt x="29" y="26"/>
                    <a:pt x="28" y="31"/>
                  </a:cubicBezTo>
                  <a:cubicBezTo>
                    <a:pt x="27" y="37"/>
                    <a:pt x="27" y="51"/>
                    <a:pt x="18" y="49"/>
                  </a:cubicBezTo>
                  <a:cubicBezTo>
                    <a:pt x="0" y="46"/>
                    <a:pt x="23" y="12"/>
                    <a:pt x="25" y="3"/>
                  </a:cubicBezTo>
                </a:path>
              </a:pathLst>
            </a:custGeom>
            <a:solidFill>
              <a:srgbClr val="FEF2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7921" name="Freeform 74">
              <a:extLst>
                <a:ext uri="{FF2B5EF4-FFF2-40B4-BE49-F238E27FC236}">
                  <a16:creationId xmlns:a16="http://schemas.microsoft.com/office/drawing/2014/main" id="{CDA29215-38BF-4953-B0DD-DC025CFA64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0" y="1123"/>
              <a:ext cx="28" cy="48"/>
            </a:xfrm>
            <a:custGeom>
              <a:avLst/>
              <a:gdLst>
                <a:gd name="T0" fmla="*/ 49 w 21"/>
                <a:gd name="T1" fmla="*/ 0 h 35"/>
                <a:gd name="T2" fmla="*/ 31 w 21"/>
                <a:gd name="T3" fmla="*/ 75 h 35"/>
                <a:gd name="T4" fmla="*/ 9 w 21"/>
                <a:gd name="T5" fmla="*/ 77 h 35"/>
                <a:gd name="T6" fmla="*/ 49 w 21"/>
                <a:gd name="T7" fmla="*/ 5 h 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35">
                  <a:moveTo>
                    <a:pt x="21" y="0"/>
                  </a:moveTo>
                  <a:cubicBezTo>
                    <a:pt x="20" y="10"/>
                    <a:pt x="19" y="21"/>
                    <a:pt x="13" y="29"/>
                  </a:cubicBezTo>
                  <a:cubicBezTo>
                    <a:pt x="11" y="33"/>
                    <a:pt x="7" y="35"/>
                    <a:pt x="4" y="30"/>
                  </a:cubicBezTo>
                  <a:cubicBezTo>
                    <a:pt x="0" y="21"/>
                    <a:pt x="14" y="7"/>
                    <a:pt x="21" y="2"/>
                  </a:cubicBezTo>
                </a:path>
              </a:pathLst>
            </a:custGeom>
            <a:solidFill>
              <a:srgbClr val="FEF2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7922" name="Freeform 75">
              <a:extLst>
                <a:ext uri="{FF2B5EF4-FFF2-40B4-BE49-F238E27FC236}">
                  <a16:creationId xmlns:a16="http://schemas.microsoft.com/office/drawing/2014/main" id="{9A370F75-5A97-43B4-87FE-CAE5A446D0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4" y="967"/>
              <a:ext cx="248" cy="67"/>
            </a:xfrm>
            <a:custGeom>
              <a:avLst/>
              <a:gdLst>
                <a:gd name="T0" fmla="*/ 440 w 182"/>
                <a:gd name="T1" fmla="*/ 19 h 49"/>
                <a:gd name="T2" fmla="*/ 258 w 182"/>
                <a:gd name="T3" fmla="*/ 26 h 49"/>
                <a:gd name="T4" fmla="*/ 159 w 182"/>
                <a:gd name="T5" fmla="*/ 62 h 49"/>
                <a:gd name="T6" fmla="*/ 78 w 182"/>
                <a:gd name="T7" fmla="*/ 85 h 49"/>
                <a:gd name="T8" fmla="*/ 42 w 182"/>
                <a:gd name="T9" fmla="*/ 97 h 49"/>
                <a:gd name="T10" fmla="*/ 0 w 182"/>
                <a:gd name="T11" fmla="*/ 111 h 49"/>
                <a:gd name="T12" fmla="*/ 50 w 182"/>
                <a:gd name="T13" fmla="*/ 126 h 49"/>
                <a:gd name="T14" fmla="*/ 89 w 182"/>
                <a:gd name="T15" fmla="*/ 118 h 49"/>
                <a:gd name="T16" fmla="*/ 139 w 182"/>
                <a:gd name="T17" fmla="*/ 98 h 49"/>
                <a:gd name="T18" fmla="*/ 260 w 182"/>
                <a:gd name="T19" fmla="*/ 56 h 49"/>
                <a:gd name="T20" fmla="*/ 377 w 182"/>
                <a:gd name="T21" fmla="*/ 49 h 49"/>
                <a:gd name="T22" fmla="*/ 455 w 182"/>
                <a:gd name="T23" fmla="*/ 36 h 4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82" h="49">
                  <a:moveTo>
                    <a:pt x="174" y="7"/>
                  </a:moveTo>
                  <a:cubicBezTo>
                    <a:pt x="150" y="8"/>
                    <a:pt x="124" y="0"/>
                    <a:pt x="102" y="10"/>
                  </a:cubicBezTo>
                  <a:cubicBezTo>
                    <a:pt x="89" y="15"/>
                    <a:pt x="76" y="20"/>
                    <a:pt x="63" y="24"/>
                  </a:cubicBezTo>
                  <a:cubicBezTo>
                    <a:pt x="52" y="27"/>
                    <a:pt x="42" y="29"/>
                    <a:pt x="31" y="33"/>
                  </a:cubicBezTo>
                  <a:cubicBezTo>
                    <a:pt x="27" y="35"/>
                    <a:pt x="22" y="37"/>
                    <a:pt x="17" y="38"/>
                  </a:cubicBezTo>
                  <a:cubicBezTo>
                    <a:pt x="12" y="39"/>
                    <a:pt x="4" y="39"/>
                    <a:pt x="0" y="43"/>
                  </a:cubicBezTo>
                  <a:cubicBezTo>
                    <a:pt x="4" y="49"/>
                    <a:pt x="15" y="49"/>
                    <a:pt x="20" y="49"/>
                  </a:cubicBezTo>
                  <a:cubicBezTo>
                    <a:pt x="26" y="49"/>
                    <a:pt x="30" y="49"/>
                    <a:pt x="35" y="46"/>
                  </a:cubicBezTo>
                  <a:cubicBezTo>
                    <a:pt x="42" y="43"/>
                    <a:pt x="49" y="42"/>
                    <a:pt x="55" y="39"/>
                  </a:cubicBezTo>
                  <a:cubicBezTo>
                    <a:pt x="70" y="33"/>
                    <a:pt x="87" y="24"/>
                    <a:pt x="103" y="22"/>
                  </a:cubicBezTo>
                  <a:cubicBezTo>
                    <a:pt x="118" y="20"/>
                    <a:pt x="134" y="20"/>
                    <a:pt x="149" y="19"/>
                  </a:cubicBezTo>
                  <a:cubicBezTo>
                    <a:pt x="155" y="19"/>
                    <a:pt x="182" y="23"/>
                    <a:pt x="180" y="14"/>
                  </a:cubicBezTo>
                </a:path>
              </a:pathLst>
            </a:custGeom>
            <a:solidFill>
              <a:srgbClr val="FEF2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7923" name="Freeform 76">
              <a:extLst>
                <a:ext uri="{FF2B5EF4-FFF2-40B4-BE49-F238E27FC236}">
                  <a16:creationId xmlns:a16="http://schemas.microsoft.com/office/drawing/2014/main" id="{30B7854B-6F68-4329-BC67-6A6BA61184F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0" y="987"/>
              <a:ext cx="173" cy="102"/>
            </a:xfrm>
            <a:custGeom>
              <a:avLst/>
              <a:gdLst>
                <a:gd name="T0" fmla="*/ 321 w 127"/>
                <a:gd name="T1" fmla="*/ 1 h 75"/>
                <a:gd name="T2" fmla="*/ 302 w 127"/>
                <a:gd name="T3" fmla="*/ 27 h 75"/>
                <a:gd name="T4" fmla="*/ 281 w 127"/>
                <a:gd name="T5" fmla="*/ 61 h 75"/>
                <a:gd name="T6" fmla="*/ 221 w 127"/>
                <a:gd name="T7" fmla="*/ 97 h 75"/>
                <a:gd name="T8" fmla="*/ 159 w 127"/>
                <a:gd name="T9" fmla="*/ 128 h 75"/>
                <a:gd name="T10" fmla="*/ 83 w 127"/>
                <a:gd name="T11" fmla="*/ 184 h 75"/>
                <a:gd name="T12" fmla="*/ 30 w 127"/>
                <a:gd name="T13" fmla="*/ 180 h 75"/>
                <a:gd name="T14" fmla="*/ 1 w 127"/>
                <a:gd name="T15" fmla="*/ 125 h 75"/>
                <a:gd name="T16" fmla="*/ 48 w 127"/>
                <a:gd name="T17" fmla="*/ 68 h 75"/>
                <a:gd name="T18" fmla="*/ 210 w 127"/>
                <a:gd name="T19" fmla="*/ 10 h 75"/>
                <a:gd name="T20" fmla="*/ 316 w 127"/>
                <a:gd name="T21" fmla="*/ 5 h 7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27" h="75">
                  <a:moveTo>
                    <a:pt x="127" y="1"/>
                  </a:moveTo>
                  <a:cubicBezTo>
                    <a:pt x="125" y="5"/>
                    <a:pt x="122" y="8"/>
                    <a:pt x="120" y="11"/>
                  </a:cubicBezTo>
                  <a:cubicBezTo>
                    <a:pt x="117" y="15"/>
                    <a:pt x="114" y="20"/>
                    <a:pt x="111" y="24"/>
                  </a:cubicBezTo>
                  <a:cubicBezTo>
                    <a:pt x="104" y="31"/>
                    <a:pt x="97" y="37"/>
                    <a:pt x="87" y="38"/>
                  </a:cubicBezTo>
                  <a:cubicBezTo>
                    <a:pt x="76" y="40"/>
                    <a:pt x="70" y="42"/>
                    <a:pt x="63" y="51"/>
                  </a:cubicBezTo>
                  <a:cubicBezTo>
                    <a:pt x="55" y="60"/>
                    <a:pt x="46" y="71"/>
                    <a:pt x="33" y="73"/>
                  </a:cubicBezTo>
                  <a:cubicBezTo>
                    <a:pt x="26" y="75"/>
                    <a:pt x="17" y="75"/>
                    <a:pt x="12" y="71"/>
                  </a:cubicBezTo>
                  <a:cubicBezTo>
                    <a:pt x="6" y="66"/>
                    <a:pt x="2" y="57"/>
                    <a:pt x="1" y="50"/>
                  </a:cubicBezTo>
                  <a:cubicBezTo>
                    <a:pt x="0" y="38"/>
                    <a:pt x="8" y="29"/>
                    <a:pt x="19" y="27"/>
                  </a:cubicBezTo>
                  <a:cubicBezTo>
                    <a:pt x="41" y="22"/>
                    <a:pt x="61" y="11"/>
                    <a:pt x="83" y="4"/>
                  </a:cubicBezTo>
                  <a:cubicBezTo>
                    <a:pt x="96" y="0"/>
                    <a:pt x="111" y="2"/>
                    <a:pt x="125" y="2"/>
                  </a:cubicBezTo>
                </a:path>
              </a:pathLst>
            </a:custGeom>
            <a:solidFill>
              <a:srgbClr val="FEF2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7924" name="Freeform 77">
              <a:extLst>
                <a:ext uri="{FF2B5EF4-FFF2-40B4-BE49-F238E27FC236}">
                  <a16:creationId xmlns:a16="http://schemas.microsoft.com/office/drawing/2014/main" id="{48E30A49-7D8C-4F28-891F-8256E5CCFD6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8" y="967"/>
              <a:ext cx="66" cy="114"/>
            </a:xfrm>
            <a:custGeom>
              <a:avLst/>
              <a:gdLst>
                <a:gd name="T0" fmla="*/ 0 w 48"/>
                <a:gd name="T1" fmla="*/ 216 h 83"/>
                <a:gd name="T2" fmla="*/ 91 w 48"/>
                <a:gd name="T3" fmla="*/ 130 h 83"/>
                <a:gd name="T4" fmla="*/ 125 w 48"/>
                <a:gd name="T5" fmla="*/ 81 h 83"/>
                <a:gd name="T6" fmla="*/ 102 w 48"/>
                <a:gd name="T7" fmla="*/ 0 h 83"/>
                <a:gd name="T8" fmla="*/ 32 w 48"/>
                <a:gd name="T9" fmla="*/ 125 h 83"/>
                <a:gd name="T10" fmla="*/ 0 w 48"/>
                <a:gd name="T11" fmla="*/ 209 h 8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8" h="83">
                  <a:moveTo>
                    <a:pt x="0" y="83"/>
                  </a:moveTo>
                  <a:cubicBezTo>
                    <a:pt x="3" y="70"/>
                    <a:pt x="25" y="58"/>
                    <a:pt x="35" y="50"/>
                  </a:cubicBezTo>
                  <a:cubicBezTo>
                    <a:pt x="43" y="45"/>
                    <a:pt x="48" y="40"/>
                    <a:pt x="48" y="31"/>
                  </a:cubicBezTo>
                  <a:cubicBezTo>
                    <a:pt x="48" y="21"/>
                    <a:pt x="45" y="8"/>
                    <a:pt x="39" y="0"/>
                  </a:cubicBezTo>
                  <a:cubicBezTo>
                    <a:pt x="26" y="8"/>
                    <a:pt x="18" y="33"/>
                    <a:pt x="12" y="48"/>
                  </a:cubicBezTo>
                  <a:cubicBezTo>
                    <a:pt x="8" y="59"/>
                    <a:pt x="2" y="70"/>
                    <a:pt x="0" y="81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7925" name="Freeform 78">
              <a:extLst>
                <a:ext uri="{FF2B5EF4-FFF2-40B4-BE49-F238E27FC236}">
                  <a16:creationId xmlns:a16="http://schemas.microsoft.com/office/drawing/2014/main" id="{BE572204-55F8-4993-AE01-DA0A205DFD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2" y="947"/>
              <a:ext cx="52" cy="190"/>
            </a:xfrm>
            <a:custGeom>
              <a:avLst/>
              <a:gdLst>
                <a:gd name="T0" fmla="*/ 97 w 38"/>
                <a:gd name="T1" fmla="*/ 7 h 139"/>
                <a:gd name="T2" fmla="*/ 56 w 38"/>
                <a:gd name="T3" fmla="*/ 217 h 139"/>
                <a:gd name="T4" fmla="*/ 10 w 38"/>
                <a:gd name="T5" fmla="*/ 355 h 139"/>
                <a:gd name="T6" fmla="*/ 19 w 38"/>
                <a:gd name="T7" fmla="*/ 238 h 139"/>
                <a:gd name="T8" fmla="*/ 36 w 38"/>
                <a:gd name="T9" fmla="*/ 127 h 139"/>
                <a:gd name="T10" fmla="*/ 90 w 38"/>
                <a:gd name="T11" fmla="*/ 0 h 13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8" h="139">
                  <a:moveTo>
                    <a:pt x="38" y="3"/>
                  </a:moveTo>
                  <a:cubicBezTo>
                    <a:pt x="32" y="30"/>
                    <a:pt x="26" y="58"/>
                    <a:pt x="22" y="85"/>
                  </a:cubicBezTo>
                  <a:cubicBezTo>
                    <a:pt x="20" y="104"/>
                    <a:pt x="14" y="122"/>
                    <a:pt x="4" y="139"/>
                  </a:cubicBezTo>
                  <a:cubicBezTo>
                    <a:pt x="0" y="125"/>
                    <a:pt x="6" y="107"/>
                    <a:pt x="7" y="93"/>
                  </a:cubicBezTo>
                  <a:cubicBezTo>
                    <a:pt x="8" y="78"/>
                    <a:pt x="11" y="64"/>
                    <a:pt x="14" y="50"/>
                  </a:cubicBezTo>
                  <a:cubicBezTo>
                    <a:pt x="18" y="31"/>
                    <a:pt x="26" y="16"/>
                    <a:pt x="35" y="0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7926" name="Freeform 79">
              <a:extLst>
                <a:ext uri="{FF2B5EF4-FFF2-40B4-BE49-F238E27FC236}">
                  <a16:creationId xmlns:a16="http://schemas.microsoft.com/office/drawing/2014/main" id="{CAB7AEC1-F3EA-4BC6-AABB-E6F47BB26E9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7" y="1099"/>
              <a:ext cx="102" cy="312"/>
            </a:xfrm>
            <a:custGeom>
              <a:avLst/>
              <a:gdLst>
                <a:gd name="T0" fmla="*/ 184 w 75"/>
                <a:gd name="T1" fmla="*/ 0 h 229"/>
                <a:gd name="T2" fmla="*/ 86 w 75"/>
                <a:gd name="T3" fmla="*/ 144 h 229"/>
                <a:gd name="T4" fmla="*/ 63 w 75"/>
                <a:gd name="T5" fmla="*/ 301 h 229"/>
                <a:gd name="T6" fmla="*/ 50 w 75"/>
                <a:gd name="T7" fmla="*/ 425 h 229"/>
                <a:gd name="T8" fmla="*/ 0 w 75"/>
                <a:gd name="T9" fmla="*/ 529 h 229"/>
                <a:gd name="T10" fmla="*/ 33 w 75"/>
                <a:gd name="T11" fmla="*/ 560 h 229"/>
                <a:gd name="T12" fmla="*/ 71 w 75"/>
                <a:gd name="T13" fmla="*/ 559 h 229"/>
                <a:gd name="T14" fmla="*/ 106 w 75"/>
                <a:gd name="T15" fmla="*/ 406 h 229"/>
                <a:gd name="T16" fmla="*/ 118 w 75"/>
                <a:gd name="T17" fmla="*/ 176 h 229"/>
                <a:gd name="T18" fmla="*/ 189 w 75"/>
                <a:gd name="T19" fmla="*/ 1 h 22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5" h="229">
                  <a:moveTo>
                    <a:pt x="73" y="0"/>
                  </a:moveTo>
                  <a:cubicBezTo>
                    <a:pt x="59" y="20"/>
                    <a:pt x="44" y="35"/>
                    <a:pt x="34" y="57"/>
                  </a:cubicBezTo>
                  <a:cubicBezTo>
                    <a:pt x="25" y="77"/>
                    <a:pt x="22" y="98"/>
                    <a:pt x="25" y="119"/>
                  </a:cubicBezTo>
                  <a:cubicBezTo>
                    <a:pt x="27" y="139"/>
                    <a:pt x="29" y="150"/>
                    <a:pt x="20" y="168"/>
                  </a:cubicBezTo>
                  <a:cubicBezTo>
                    <a:pt x="15" y="180"/>
                    <a:pt x="0" y="196"/>
                    <a:pt x="0" y="209"/>
                  </a:cubicBezTo>
                  <a:cubicBezTo>
                    <a:pt x="0" y="217"/>
                    <a:pt x="6" y="219"/>
                    <a:pt x="13" y="222"/>
                  </a:cubicBezTo>
                  <a:cubicBezTo>
                    <a:pt x="20" y="226"/>
                    <a:pt x="23" y="229"/>
                    <a:pt x="28" y="221"/>
                  </a:cubicBezTo>
                  <a:cubicBezTo>
                    <a:pt x="38" y="205"/>
                    <a:pt x="38" y="179"/>
                    <a:pt x="42" y="161"/>
                  </a:cubicBezTo>
                  <a:cubicBezTo>
                    <a:pt x="48" y="131"/>
                    <a:pt x="40" y="100"/>
                    <a:pt x="47" y="70"/>
                  </a:cubicBezTo>
                  <a:cubicBezTo>
                    <a:pt x="51" y="49"/>
                    <a:pt x="59" y="16"/>
                    <a:pt x="75" y="1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7927" name="Freeform 80">
              <a:extLst>
                <a:ext uri="{FF2B5EF4-FFF2-40B4-BE49-F238E27FC236}">
                  <a16:creationId xmlns:a16="http://schemas.microsoft.com/office/drawing/2014/main" id="{907759B1-C5AF-4ED9-82A8-CBCD895598D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1" y="1370"/>
              <a:ext cx="90" cy="33"/>
            </a:xfrm>
            <a:custGeom>
              <a:avLst/>
              <a:gdLst>
                <a:gd name="T0" fmla="*/ 0 w 66"/>
                <a:gd name="T1" fmla="*/ 61 h 24"/>
                <a:gd name="T2" fmla="*/ 168 w 66"/>
                <a:gd name="T3" fmla="*/ 23 h 24"/>
                <a:gd name="T4" fmla="*/ 113 w 66"/>
                <a:gd name="T5" fmla="*/ 29 h 24"/>
                <a:gd name="T6" fmla="*/ 61 w 66"/>
                <a:gd name="T7" fmla="*/ 40 h 24"/>
                <a:gd name="T8" fmla="*/ 22 w 66"/>
                <a:gd name="T9" fmla="*/ 50 h 24"/>
                <a:gd name="T10" fmla="*/ 1 w 66"/>
                <a:gd name="T11" fmla="*/ 62 h 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6" h="24">
                  <a:moveTo>
                    <a:pt x="0" y="23"/>
                  </a:moveTo>
                  <a:cubicBezTo>
                    <a:pt x="4" y="11"/>
                    <a:pt x="66" y="0"/>
                    <a:pt x="66" y="9"/>
                  </a:cubicBezTo>
                  <a:cubicBezTo>
                    <a:pt x="59" y="9"/>
                    <a:pt x="52" y="9"/>
                    <a:pt x="45" y="11"/>
                  </a:cubicBezTo>
                  <a:cubicBezTo>
                    <a:pt x="38" y="12"/>
                    <a:pt x="31" y="13"/>
                    <a:pt x="24" y="15"/>
                  </a:cubicBezTo>
                  <a:cubicBezTo>
                    <a:pt x="19" y="16"/>
                    <a:pt x="14" y="17"/>
                    <a:pt x="9" y="19"/>
                  </a:cubicBezTo>
                  <a:cubicBezTo>
                    <a:pt x="6" y="20"/>
                    <a:pt x="1" y="22"/>
                    <a:pt x="1" y="24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7928" name="Freeform 81">
              <a:extLst>
                <a:ext uri="{FF2B5EF4-FFF2-40B4-BE49-F238E27FC236}">
                  <a16:creationId xmlns:a16="http://schemas.microsoft.com/office/drawing/2014/main" id="{8A9DDE74-B1A6-447F-9F0F-F53C00DEDF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3" y="1417"/>
              <a:ext cx="167" cy="53"/>
            </a:xfrm>
            <a:custGeom>
              <a:avLst/>
              <a:gdLst>
                <a:gd name="T0" fmla="*/ 0 w 122"/>
                <a:gd name="T1" fmla="*/ 0 h 39"/>
                <a:gd name="T2" fmla="*/ 85 w 122"/>
                <a:gd name="T3" fmla="*/ 35 h 39"/>
                <a:gd name="T4" fmla="*/ 159 w 122"/>
                <a:gd name="T5" fmla="*/ 65 h 39"/>
                <a:gd name="T6" fmla="*/ 218 w 122"/>
                <a:gd name="T7" fmla="*/ 92 h 39"/>
                <a:gd name="T8" fmla="*/ 313 w 122"/>
                <a:gd name="T9" fmla="*/ 65 h 39"/>
                <a:gd name="T10" fmla="*/ 112 w 122"/>
                <a:gd name="T11" fmla="*/ 15 h 39"/>
                <a:gd name="T12" fmla="*/ 0 w 122"/>
                <a:gd name="T13" fmla="*/ 0 h 3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2" h="39">
                  <a:moveTo>
                    <a:pt x="0" y="0"/>
                  </a:moveTo>
                  <a:cubicBezTo>
                    <a:pt x="12" y="3"/>
                    <a:pt x="23" y="9"/>
                    <a:pt x="33" y="14"/>
                  </a:cubicBezTo>
                  <a:cubicBezTo>
                    <a:pt x="42" y="19"/>
                    <a:pt x="52" y="21"/>
                    <a:pt x="62" y="26"/>
                  </a:cubicBezTo>
                  <a:cubicBezTo>
                    <a:pt x="69" y="29"/>
                    <a:pt x="77" y="37"/>
                    <a:pt x="85" y="37"/>
                  </a:cubicBezTo>
                  <a:cubicBezTo>
                    <a:pt x="97" y="39"/>
                    <a:pt x="111" y="32"/>
                    <a:pt x="122" y="26"/>
                  </a:cubicBezTo>
                  <a:cubicBezTo>
                    <a:pt x="94" y="25"/>
                    <a:pt x="69" y="18"/>
                    <a:pt x="44" y="6"/>
                  </a:cubicBezTo>
                  <a:cubicBezTo>
                    <a:pt x="31" y="0"/>
                    <a:pt x="13" y="0"/>
                    <a:pt x="0" y="0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7929" name="Freeform 82">
              <a:extLst>
                <a:ext uri="{FF2B5EF4-FFF2-40B4-BE49-F238E27FC236}">
                  <a16:creationId xmlns:a16="http://schemas.microsoft.com/office/drawing/2014/main" id="{0F2D9856-E931-4391-9D2D-FF87D5464F1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7" y="1179"/>
              <a:ext cx="173" cy="160"/>
            </a:xfrm>
            <a:custGeom>
              <a:avLst/>
              <a:gdLst>
                <a:gd name="T0" fmla="*/ 5 w 127"/>
                <a:gd name="T1" fmla="*/ 0 h 117"/>
                <a:gd name="T2" fmla="*/ 193 w 127"/>
                <a:gd name="T3" fmla="*/ 96 h 117"/>
                <a:gd name="T4" fmla="*/ 316 w 127"/>
                <a:gd name="T5" fmla="*/ 274 h 117"/>
                <a:gd name="T6" fmla="*/ 230 w 127"/>
                <a:gd name="T7" fmla="*/ 245 h 117"/>
                <a:gd name="T8" fmla="*/ 128 w 127"/>
                <a:gd name="T9" fmla="*/ 156 h 117"/>
                <a:gd name="T10" fmla="*/ 1 w 127"/>
                <a:gd name="T11" fmla="*/ 19 h 11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7" h="117">
                  <a:moveTo>
                    <a:pt x="2" y="0"/>
                  </a:moveTo>
                  <a:cubicBezTo>
                    <a:pt x="20" y="27"/>
                    <a:pt x="51" y="25"/>
                    <a:pt x="76" y="37"/>
                  </a:cubicBezTo>
                  <a:cubicBezTo>
                    <a:pt x="99" y="47"/>
                    <a:pt x="127" y="81"/>
                    <a:pt x="125" y="107"/>
                  </a:cubicBezTo>
                  <a:cubicBezTo>
                    <a:pt x="111" y="117"/>
                    <a:pt x="100" y="107"/>
                    <a:pt x="91" y="96"/>
                  </a:cubicBezTo>
                  <a:cubicBezTo>
                    <a:pt x="79" y="81"/>
                    <a:pt x="69" y="70"/>
                    <a:pt x="51" y="61"/>
                  </a:cubicBezTo>
                  <a:cubicBezTo>
                    <a:pt x="30" y="50"/>
                    <a:pt x="0" y="34"/>
                    <a:pt x="1" y="7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7930" name="Freeform 83">
              <a:extLst>
                <a:ext uri="{FF2B5EF4-FFF2-40B4-BE49-F238E27FC236}">
                  <a16:creationId xmlns:a16="http://schemas.microsoft.com/office/drawing/2014/main" id="{CEBA79D7-9D1E-48BF-82FA-6FA26B9F9E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7" y="2033"/>
              <a:ext cx="201" cy="131"/>
            </a:xfrm>
            <a:custGeom>
              <a:avLst/>
              <a:gdLst>
                <a:gd name="T0" fmla="*/ 34 w 147"/>
                <a:gd name="T1" fmla="*/ 0 h 96"/>
                <a:gd name="T2" fmla="*/ 56 w 147"/>
                <a:gd name="T3" fmla="*/ 34 h 96"/>
                <a:gd name="T4" fmla="*/ 77 w 147"/>
                <a:gd name="T5" fmla="*/ 37 h 96"/>
                <a:gd name="T6" fmla="*/ 90 w 147"/>
                <a:gd name="T7" fmla="*/ 56 h 96"/>
                <a:gd name="T8" fmla="*/ 176 w 147"/>
                <a:gd name="T9" fmla="*/ 93 h 96"/>
                <a:gd name="T10" fmla="*/ 286 w 147"/>
                <a:gd name="T11" fmla="*/ 111 h 96"/>
                <a:gd name="T12" fmla="*/ 376 w 147"/>
                <a:gd name="T13" fmla="*/ 131 h 96"/>
                <a:gd name="T14" fmla="*/ 335 w 147"/>
                <a:gd name="T15" fmla="*/ 162 h 96"/>
                <a:gd name="T16" fmla="*/ 153 w 147"/>
                <a:gd name="T17" fmla="*/ 206 h 96"/>
                <a:gd name="T18" fmla="*/ 146 w 147"/>
                <a:gd name="T19" fmla="*/ 160 h 96"/>
                <a:gd name="T20" fmla="*/ 118 w 147"/>
                <a:gd name="T21" fmla="*/ 111 h 96"/>
                <a:gd name="T22" fmla="*/ 22 w 147"/>
                <a:gd name="T23" fmla="*/ 42 h 96"/>
                <a:gd name="T24" fmla="*/ 22 w 147"/>
                <a:gd name="T25" fmla="*/ 7 h 9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47" h="96">
                  <a:moveTo>
                    <a:pt x="13" y="0"/>
                  </a:moveTo>
                  <a:cubicBezTo>
                    <a:pt x="14" y="4"/>
                    <a:pt x="18" y="11"/>
                    <a:pt x="22" y="13"/>
                  </a:cubicBezTo>
                  <a:cubicBezTo>
                    <a:pt x="24" y="14"/>
                    <a:pt x="29" y="14"/>
                    <a:pt x="30" y="15"/>
                  </a:cubicBezTo>
                  <a:cubicBezTo>
                    <a:pt x="33" y="17"/>
                    <a:pt x="32" y="19"/>
                    <a:pt x="35" y="22"/>
                  </a:cubicBezTo>
                  <a:cubicBezTo>
                    <a:pt x="44" y="32"/>
                    <a:pt x="57" y="31"/>
                    <a:pt x="69" y="37"/>
                  </a:cubicBezTo>
                  <a:cubicBezTo>
                    <a:pt x="82" y="44"/>
                    <a:pt x="96" y="42"/>
                    <a:pt x="112" y="43"/>
                  </a:cubicBezTo>
                  <a:cubicBezTo>
                    <a:pt x="122" y="44"/>
                    <a:pt x="141" y="42"/>
                    <a:pt x="147" y="51"/>
                  </a:cubicBezTo>
                  <a:cubicBezTo>
                    <a:pt x="143" y="57"/>
                    <a:pt x="134" y="56"/>
                    <a:pt x="131" y="64"/>
                  </a:cubicBezTo>
                  <a:cubicBezTo>
                    <a:pt x="116" y="66"/>
                    <a:pt x="72" y="96"/>
                    <a:pt x="60" y="81"/>
                  </a:cubicBezTo>
                  <a:cubicBezTo>
                    <a:pt x="56" y="77"/>
                    <a:pt x="59" y="69"/>
                    <a:pt x="57" y="63"/>
                  </a:cubicBezTo>
                  <a:cubicBezTo>
                    <a:pt x="56" y="55"/>
                    <a:pt x="51" y="49"/>
                    <a:pt x="46" y="43"/>
                  </a:cubicBezTo>
                  <a:cubicBezTo>
                    <a:pt x="37" y="34"/>
                    <a:pt x="22" y="20"/>
                    <a:pt x="9" y="17"/>
                  </a:cubicBezTo>
                  <a:cubicBezTo>
                    <a:pt x="6" y="13"/>
                    <a:pt x="0" y="5"/>
                    <a:pt x="9" y="3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7931" name="Freeform 84">
              <a:extLst>
                <a:ext uri="{FF2B5EF4-FFF2-40B4-BE49-F238E27FC236}">
                  <a16:creationId xmlns:a16="http://schemas.microsoft.com/office/drawing/2014/main" id="{9BA99D62-1442-44AE-9555-ED37A33100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7" y="2019"/>
              <a:ext cx="24" cy="25"/>
            </a:xfrm>
            <a:custGeom>
              <a:avLst/>
              <a:gdLst>
                <a:gd name="T0" fmla="*/ 11 w 17"/>
                <a:gd name="T1" fmla="*/ 0 h 18"/>
                <a:gd name="T2" fmla="*/ 1 w 17"/>
                <a:gd name="T3" fmla="*/ 11 h 18"/>
                <a:gd name="T4" fmla="*/ 6 w 17"/>
                <a:gd name="T5" fmla="*/ 33 h 18"/>
                <a:gd name="T6" fmla="*/ 34 w 17"/>
                <a:gd name="T7" fmla="*/ 40 h 18"/>
                <a:gd name="T8" fmla="*/ 45 w 17"/>
                <a:gd name="T9" fmla="*/ 29 h 18"/>
                <a:gd name="T10" fmla="*/ 42 w 17"/>
                <a:gd name="T11" fmla="*/ 21 h 18"/>
                <a:gd name="T12" fmla="*/ 28 w 17"/>
                <a:gd name="T13" fmla="*/ 11 h 18"/>
                <a:gd name="T14" fmla="*/ 11 w 17"/>
                <a:gd name="T15" fmla="*/ 1 h 1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7" h="18">
                  <a:moveTo>
                    <a:pt x="4" y="0"/>
                  </a:moveTo>
                  <a:cubicBezTo>
                    <a:pt x="2" y="0"/>
                    <a:pt x="1" y="3"/>
                    <a:pt x="1" y="4"/>
                  </a:cubicBezTo>
                  <a:cubicBezTo>
                    <a:pt x="0" y="7"/>
                    <a:pt x="1" y="9"/>
                    <a:pt x="2" y="12"/>
                  </a:cubicBezTo>
                  <a:cubicBezTo>
                    <a:pt x="5" y="16"/>
                    <a:pt x="8" y="18"/>
                    <a:pt x="12" y="15"/>
                  </a:cubicBezTo>
                  <a:cubicBezTo>
                    <a:pt x="13" y="14"/>
                    <a:pt x="16" y="12"/>
                    <a:pt x="16" y="11"/>
                  </a:cubicBezTo>
                  <a:cubicBezTo>
                    <a:pt x="17" y="9"/>
                    <a:pt x="16" y="9"/>
                    <a:pt x="15" y="8"/>
                  </a:cubicBezTo>
                  <a:cubicBezTo>
                    <a:pt x="13" y="6"/>
                    <a:pt x="12" y="5"/>
                    <a:pt x="10" y="4"/>
                  </a:cubicBezTo>
                  <a:cubicBezTo>
                    <a:pt x="8" y="3"/>
                    <a:pt x="6" y="2"/>
                    <a:pt x="4" y="1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7932" name="Freeform 85">
              <a:extLst>
                <a:ext uri="{FF2B5EF4-FFF2-40B4-BE49-F238E27FC236}">
                  <a16:creationId xmlns:a16="http://schemas.microsoft.com/office/drawing/2014/main" id="{8D64FBE5-3B22-41FF-8820-69B8AA01219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9" y="2044"/>
              <a:ext cx="24" cy="22"/>
            </a:xfrm>
            <a:custGeom>
              <a:avLst/>
              <a:gdLst>
                <a:gd name="T0" fmla="*/ 0 w 18"/>
                <a:gd name="T1" fmla="*/ 1 h 16"/>
                <a:gd name="T2" fmla="*/ 12 w 18"/>
                <a:gd name="T3" fmla="*/ 32 h 16"/>
                <a:gd name="T4" fmla="*/ 43 w 18"/>
                <a:gd name="T5" fmla="*/ 34 h 16"/>
                <a:gd name="T6" fmla="*/ 21 w 18"/>
                <a:gd name="T7" fmla="*/ 21 h 16"/>
                <a:gd name="T8" fmla="*/ 0 w 18"/>
                <a:gd name="T9" fmla="*/ 0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6">
                  <a:moveTo>
                    <a:pt x="0" y="1"/>
                  </a:moveTo>
                  <a:cubicBezTo>
                    <a:pt x="0" y="6"/>
                    <a:pt x="0" y="9"/>
                    <a:pt x="5" y="12"/>
                  </a:cubicBezTo>
                  <a:cubicBezTo>
                    <a:pt x="8" y="14"/>
                    <a:pt x="16" y="16"/>
                    <a:pt x="18" y="13"/>
                  </a:cubicBezTo>
                  <a:cubicBezTo>
                    <a:pt x="15" y="11"/>
                    <a:pt x="12" y="10"/>
                    <a:pt x="9" y="8"/>
                  </a:cubicBezTo>
                  <a:cubicBezTo>
                    <a:pt x="7" y="7"/>
                    <a:pt x="0" y="4"/>
                    <a:pt x="0" y="0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7933" name="Freeform 86">
              <a:extLst>
                <a:ext uri="{FF2B5EF4-FFF2-40B4-BE49-F238E27FC236}">
                  <a16:creationId xmlns:a16="http://schemas.microsoft.com/office/drawing/2014/main" id="{E31E2D99-83F7-4742-99C6-2425189E2E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4" y="2066"/>
              <a:ext cx="50" cy="15"/>
            </a:xfrm>
            <a:custGeom>
              <a:avLst/>
              <a:gdLst>
                <a:gd name="T0" fmla="*/ 0 w 37"/>
                <a:gd name="T1" fmla="*/ 0 h 11"/>
                <a:gd name="T2" fmla="*/ 27 w 37"/>
                <a:gd name="T3" fmla="*/ 15 h 11"/>
                <a:gd name="T4" fmla="*/ 58 w 37"/>
                <a:gd name="T5" fmla="*/ 22 h 11"/>
                <a:gd name="T6" fmla="*/ 92 w 37"/>
                <a:gd name="T7" fmla="*/ 27 h 11"/>
                <a:gd name="T8" fmla="*/ 51 w 37"/>
                <a:gd name="T9" fmla="*/ 10 h 11"/>
                <a:gd name="T10" fmla="*/ 7 w 37"/>
                <a:gd name="T11" fmla="*/ 0 h 11"/>
                <a:gd name="T12" fmla="*/ 9 w 37"/>
                <a:gd name="T13" fmla="*/ 1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7" h="11">
                  <a:moveTo>
                    <a:pt x="0" y="0"/>
                  </a:moveTo>
                  <a:cubicBezTo>
                    <a:pt x="1" y="4"/>
                    <a:pt x="7" y="5"/>
                    <a:pt x="11" y="6"/>
                  </a:cubicBezTo>
                  <a:cubicBezTo>
                    <a:pt x="15" y="7"/>
                    <a:pt x="20" y="8"/>
                    <a:pt x="24" y="9"/>
                  </a:cubicBezTo>
                  <a:cubicBezTo>
                    <a:pt x="29" y="10"/>
                    <a:pt x="33" y="10"/>
                    <a:pt x="37" y="11"/>
                  </a:cubicBezTo>
                  <a:cubicBezTo>
                    <a:pt x="35" y="6"/>
                    <a:pt x="26" y="5"/>
                    <a:pt x="21" y="4"/>
                  </a:cubicBezTo>
                  <a:cubicBezTo>
                    <a:pt x="15" y="2"/>
                    <a:pt x="9" y="2"/>
                    <a:pt x="3" y="0"/>
                  </a:cubicBezTo>
                  <a:cubicBezTo>
                    <a:pt x="3" y="0"/>
                    <a:pt x="3" y="1"/>
                    <a:pt x="4" y="1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7934" name="Freeform 87">
              <a:extLst>
                <a:ext uri="{FF2B5EF4-FFF2-40B4-BE49-F238E27FC236}">
                  <a16:creationId xmlns:a16="http://schemas.microsoft.com/office/drawing/2014/main" id="{C1875277-EC5C-422C-B743-E7781C4A5C5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0" y="2089"/>
              <a:ext cx="14" cy="11"/>
            </a:xfrm>
            <a:custGeom>
              <a:avLst/>
              <a:gdLst>
                <a:gd name="T0" fmla="*/ 8 w 10"/>
                <a:gd name="T1" fmla="*/ 1 h 8"/>
                <a:gd name="T2" fmla="*/ 1 w 10"/>
                <a:gd name="T3" fmla="*/ 14 h 8"/>
                <a:gd name="T4" fmla="*/ 28 w 10"/>
                <a:gd name="T5" fmla="*/ 21 h 8"/>
                <a:gd name="T6" fmla="*/ 8 w 10"/>
                <a:gd name="T7" fmla="*/ 1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8">
                  <a:moveTo>
                    <a:pt x="3" y="1"/>
                  </a:moveTo>
                  <a:cubicBezTo>
                    <a:pt x="0" y="0"/>
                    <a:pt x="0" y="4"/>
                    <a:pt x="1" y="5"/>
                  </a:cubicBezTo>
                  <a:cubicBezTo>
                    <a:pt x="2" y="8"/>
                    <a:pt x="7" y="8"/>
                    <a:pt x="10" y="8"/>
                  </a:cubicBezTo>
                  <a:cubicBezTo>
                    <a:pt x="7" y="7"/>
                    <a:pt x="1" y="5"/>
                    <a:pt x="3" y="1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7935" name="Freeform 88">
              <a:extLst>
                <a:ext uri="{FF2B5EF4-FFF2-40B4-BE49-F238E27FC236}">
                  <a16:creationId xmlns:a16="http://schemas.microsoft.com/office/drawing/2014/main" id="{43F60E39-73F7-4ED7-9D3C-28518EB478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7" y="2058"/>
              <a:ext cx="49" cy="34"/>
            </a:xfrm>
            <a:custGeom>
              <a:avLst/>
              <a:gdLst>
                <a:gd name="T0" fmla="*/ 0 w 36"/>
                <a:gd name="T1" fmla="*/ 0 h 25"/>
                <a:gd name="T2" fmla="*/ 42 w 36"/>
                <a:gd name="T3" fmla="*/ 45 h 25"/>
                <a:gd name="T4" fmla="*/ 76 w 36"/>
                <a:gd name="T5" fmla="*/ 56 h 25"/>
                <a:gd name="T6" fmla="*/ 91 w 36"/>
                <a:gd name="T7" fmla="*/ 61 h 25"/>
                <a:gd name="T8" fmla="*/ 86 w 36"/>
                <a:gd name="T9" fmla="*/ 56 h 25"/>
                <a:gd name="T10" fmla="*/ 57 w 36"/>
                <a:gd name="T11" fmla="*/ 37 h 25"/>
                <a:gd name="T12" fmla="*/ 37 w 36"/>
                <a:gd name="T13" fmla="*/ 26 h 25"/>
                <a:gd name="T14" fmla="*/ 20 w 36"/>
                <a:gd name="T15" fmla="*/ 19 h 25"/>
                <a:gd name="T16" fmla="*/ 5 w 36"/>
                <a:gd name="T17" fmla="*/ 5 h 2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6" h="25">
                  <a:moveTo>
                    <a:pt x="0" y="0"/>
                  </a:moveTo>
                  <a:cubicBezTo>
                    <a:pt x="3" y="8"/>
                    <a:pt x="10" y="14"/>
                    <a:pt x="17" y="18"/>
                  </a:cubicBezTo>
                  <a:cubicBezTo>
                    <a:pt x="21" y="20"/>
                    <a:pt x="25" y="21"/>
                    <a:pt x="30" y="22"/>
                  </a:cubicBezTo>
                  <a:cubicBezTo>
                    <a:pt x="32" y="23"/>
                    <a:pt x="34" y="25"/>
                    <a:pt x="36" y="24"/>
                  </a:cubicBezTo>
                  <a:cubicBezTo>
                    <a:pt x="36" y="23"/>
                    <a:pt x="35" y="23"/>
                    <a:pt x="34" y="22"/>
                  </a:cubicBezTo>
                  <a:cubicBezTo>
                    <a:pt x="30" y="19"/>
                    <a:pt x="27" y="17"/>
                    <a:pt x="23" y="15"/>
                  </a:cubicBezTo>
                  <a:cubicBezTo>
                    <a:pt x="20" y="13"/>
                    <a:pt x="18" y="11"/>
                    <a:pt x="15" y="10"/>
                  </a:cubicBezTo>
                  <a:cubicBezTo>
                    <a:pt x="13" y="9"/>
                    <a:pt x="11" y="8"/>
                    <a:pt x="8" y="7"/>
                  </a:cubicBezTo>
                  <a:cubicBezTo>
                    <a:pt x="7" y="6"/>
                    <a:pt x="3" y="3"/>
                    <a:pt x="2" y="2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7936" name="Freeform 89">
              <a:extLst>
                <a:ext uri="{FF2B5EF4-FFF2-40B4-BE49-F238E27FC236}">
                  <a16:creationId xmlns:a16="http://schemas.microsoft.com/office/drawing/2014/main" id="{1FA108F8-CAC0-44AA-9402-3BB073876E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5" y="2052"/>
              <a:ext cx="72" cy="85"/>
            </a:xfrm>
            <a:custGeom>
              <a:avLst/>
              <a:gdLst>
                <a:gd name="T0" fmla="*/ 5 w 53"/>
                <a:gd name="T1" fmla="*/ 0 h 62"/>
                <a:gd name="T2" fmla="*/ 91 w 53"/>
                <a:gd name="T3" fmla="*/ 60 h 62"/>
                <a:gd name="T4" fmla="*/ 118 w 53"/>
                <a:gd name="T5" fmla="*/ 160 h 62"/>
                <a:gd name="T6" fmla="*/ 72 w 53"/>
                <a:gd name="T7" fmla="*/ 82 h 62"/>
                <a:gd name="T8" fmla="*/ 0 w 53"/>
                <a:gd name="T9" fmla="*/ 10 h 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" h="62">
                  <a:moveTo>
                    <a:pt x="2" y="0"/>
                  </a:moveTo>
                  <a:cubicBezTo>
                    <a:pt x="3" y="18"/>
                    <a:pt x="25" y="18"/>
                    <a:pt x="36" y="23"/>
                  </a:cubicBezTo>
                  <a:cubicBezTo>
                    <a:pt x="49" y="29"/>
                    <a:pt x="53" y="50"/>
                    <a:pt x="47" y="62"/>
                  </a:cubicBezTo>
                  <a:cubicBezTo>
                    <a:pt x="46" y="49"/>
                    <a:pt x="42" y="37"/>
                    <a:pt x="29" y="32"/>
                  </a:cubicBezTo>
                  <a:cubicBezTo>
                    <a:pt x="13" y="26"/>
                    <a:pt x="6" y="22"/>
                    <a:pt x="0" y="4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7937" name="Freeform 90">
              <a:extLst>
                <a:ext uri="{FF2B5EF4-FFF2-40B4-BE49-F238E27FC236}">
                  <a16:creationId xmlns:a16="http://schemas.microsoft.com/office/drawing/2014/main" id="{71742A5C-9453-4D74-B444-560608577C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9" y="1959"/>
              <a:ext cx="75" cy="28"/>
            </a:xfrm>
            <a:custGeom>
              <a:avLst/>
              <a:gdLst>
                <a:gd name="T0" fmla="*/ 138 w 55"/>
                <a:gd name="T1" fmla="*/ 49 h 20"/>
                <a:gd name="T2" fmla="*/ 50 w 55"/>
                <a:gd name="T3" fmla="*/ 41 h 20"/>
                <a:gd name="T4" fmla="*/ 0 w 55"/>
                <a:gd name="T5" fmla="*/ 53 h 20"/>
                <a:gd name="T6" fmla="*/ 139 w 55"/>
                <a:gd name="T7" fmla="*/ 49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5" h="20">
                  <a:moveTo>
                    <a:pt x="54" y="18"/>
                  </a:moveTo>
                  <a:cubicBezTo>
                    <a:pt x="43" y="16"/>
                    <a:pt x="32" y="15"/>
                    <a:pt x="20" y="15"/>
                  </a:cubicBezTo>
                  <a:cubicBezTo>
                    <a:pt x="14" y="15"/>
                    <a:pt x="6" y="20"/>
                    <a:pt x="0" y="19"/>
                  </a:cubicBezTo>
                  <a:cubicBezTo>
                    <a:pt x="10" y="0"/>
                    <a:pt x="42" y="14"/>
                    <a:pt x="55" y="18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7938" name="Freeform 91">
              <a:extLst>
                <a:ext uri="{FF2B5EF4-FFF2-40B4-BE49-F238E27FC236}">
                  <a16:creationId xmlns:a16="http://schemas.microsoft.com/office/drawing/2014/main" id="{6E0CC108-544A-43FE-A69E-836F623965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3" y="1925"/>
              <a:ext cx="108" cy="41"/>
            </a:xfrm>
            <a:custGeom>
              <a:avLst/>
              <a:gdLst>
                <a:gd name="T0" fmla="*/ 0 w 79"/>
                <a:gd name="T1" fmla="*/ 7 h 30"/>
                <a:gd name="T2" fmla="*/ 141 w 79"/>
                <a:gd name="T3" fmla="*/ 46 h 30"/>
                <a:gd name="T4" fmla="*/ 182 w 79"/>
                <a:gd name="T5" fmla="*/ 75 h 30"/>
                <a:gd name="T6" fmla="*/ 202 w 79"/>
                <a:gd name="T7" fmla="*/ 26 h 30"/>
                <a:gd name="T8" fmla="*/ 85 w 79"/>
                <a:gd name="T9" fmla="*/ 15 h 30"/>
                <a:gd name="T10" fmla="*/ 0 w 79"/>
                <a:gd name="T11" fmla="*/ 10 h 3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9" h="30">
                  <a:moveTo>
                    <a:pt x="0" y="3"/>
                  </a:moveTo>
                  <a:cubicBezTo>
                    <a:pt x="17" y="8"/>
                    <a:pt x="38" y="8"/>
                    <a:pt x="55" y="18"/>
                  </a:cubicBezTo>
                  <a:cubicBezTo>
                    <a:pt x="59" y="20"/>
                    <a:pt x="66" y="29"/>
                    <a:pt x="71" y="29"/>
                  </a:cubicBezTo>
                  <a:cubicBezTo>
                    <a:pt x="75" y="30"/>
                    <a:pt x="78" y="15"/>
                    <a:pt x="79" y="10"/>
                  </a:cubicBezTo>
                  <a:cubicBezTo>
                    <a:pt x="65" y="20"/>
                    <a:pt x="48" y="9"/>
                    <a:pt x="33" y="6"/>
                  </a:cubicBezTo>
                  <a:cubicBezTo>
                    <a:pt x="23" y="5"/>
                    <a:pt x="9" y="0"/>
                    <a:pt x="0" y="4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7939" name="Freeform 92">
              <a:extLst>
                <a:ext uri="{FF2B5EF4-FFF2-40B4-BE49-F238E27FC236}">
                  <a16:creationId xmlns:a16="http://schemas.microsoft.com/office/drawing/2014/main" id="{426E1A7D-C125-4C90-BFF4-A69E510C66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5" y="1681"/>
              <a:ext cx="171" cy="109"/>
            </a:xfrm>
            <a:custGeom>
              <a:avLst/>
              <a:gdLst>
                <a:gd name="T0" fmla="*/ 315 w 125"/>
                <a:gd name="T1" fmla="*/ 37 h 80"/>
                <a:gd name="T2" fmla="*/ 265 w 125"/>
                <a:gd name="T3" fmla="*/ 1 h 80"/>
                <a:gd name="T4" fmla="*/ 200 w 125"/>
                <a:gd name="T5" fmla="*/ 35 h 80"/>
                <a:gd name="T6" fmla="*/ 0 w 125"/>
                <a:gd name="T7" fmla="*/ 184 h 80"/>
                <a:gd name="T8" fmla="*/ 116 w 125"/>
                <a:gd name="T9" fmla="*/ 183 h 80"/>
                <a:gd name="T10" fmla="*/ 187 w 125"/>
                <a:gd name="T11" fmla="*/ 144 h 80"/>
                <a:gd name="T12" fmla="*/ 241 w 125"/>
                <a:gd name="T13" fmla="*/ 93 h 80"/>
                <a:gd name="T14" fmla="*/ 301 w 125"/>
                <a:gd name="T15" fmla="*/ 68 h 80"/>
                <a:gd name="T16" fmla="*/ 315 w 125"/>
                <a:gd name="T17" fmla="*/ 30 h 8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5" h="80">
                  <a:moveTo>
                    <a:pt x="123" y="15"/>
                  </a:moveTo>
                  <a:cubicBezTo>
                    <a:pt x="125" y="10"/>
                    <a:pt x="108" y="2"/>
                    <a:pt x="104" y="1"/>
                  </a:cubicBezTo>
                  <a:cubicBezTo>
                    <a:pt x="92" y="0"/>
                    <a:pt x="84" y="5"/>
                    <a:pt x="78" y="14"/>
                  </a:cubicBezTo>
                  <a:cubicBezTo>
                    <a:pt x="58" y="41"/>
                    <a:pt x="34" y="66"/>
                    <a:pt x="0" y="73"/>
                  </a:cubicBezTo>
                  <a:cubicBezTo>
                    <a:pt x="13" y="80"/>
                    <a:pt x="32" y="78"/>
                    <a:pt x="45" y="72"/>
                  </a:cubicBezTo>
                  <a:cubicBezTo>
                    <a:pt x="55" y="68"/>
                    <a:pt x="64" y="64"/>
                    <a:pt x="73" y="57"/>
                  </a:cubicBezTo>
                  <a:cubicBezTo>
                    <a:pt x="80" y="50"/>
                    <a:pt x="86" y="42"/>
                    <a:pt x="94" y="37"/>
                  </a:cubicBezTo>
                  <a:cubicBezTo>
                    <a:pt x="102" y="33"/>
                    <a:pt x="112" y="33"/>
                    <a:pt x="118" y="27"/>
                  </a:cubicBezTo>
                  <a:cubicBezTo>
                    <a:pt x="122" y="24"/>
                    <a:pt x="125" y="16"/>
                    <a:pt x="123" y="12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7940" name="Freeform 93">
              <a:extLst>
                <a:ext uri="{FF2B5EF4-FFF2-40B4-BE49-F238E27FC236}">
                  <a16:creationId xmlns:a16="http://schemas.microsoft.com/office/drawing/2014/main" id="{D4386A47-D7BF-4993-8C70-5EB7B62901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2" y="1769"/>
              <a:ext cx="187" cy="73"/>
            </a:xfrm>
            <a:custGeom>
              <a:avLst/>
              <a:gdLst>
                <a:gd name="T0" fmla="*/ 339 w 137"/>
                <a:gd name="T1" fmla="*/ 14 h 53"/>
                <a:gd name="T2" fmla="*/ 311 w 137"/>
                <a:gd name="T3" fmla="*/ 36 h 53"/>
                <a:gd name="T4" fmla="*/ 266 w 137"/>
                <a:gd name="T5" fmla="*/ 74 h 53"/>
                <a:gd name="T6" fmla="*/ 218 w 137"/>
                <a:gd name="T7" fmla="*/ 124 h 53"/>
                <a:gd name="T8" fmla="*/ 132 w 137"/>
                <a:gd name="T9" fmla="*/ 112 h 53"/>
                <a:gd name="T10" fmla="*/ 0 w 137"/>
                <a:gd name="T11" fmla="*/ 116 h 53"/>
                <a:gd name="T12" fmla="*/ 112 w 137"/>
                <a:gd name="T13" fmla="*/ 91 h 53"/>
                <a:gd name="T14" fmla="*/ 231 w 137"/>
                <a:gd name="T15" fmla="*/ 50 h 53"/>
                <a:gd name="T16" fmla="*/ 348 w 137"/>
                <a:gd name="T17" fmla="*/ 1 h 5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7" h="53">
                  <a:moveTo>
                    <a:pt x="133" y="5"/>
                  </a:moveTo>
                  <a:cubicBezTo>
                    <a:pt x="130" y="6"/>
                    <a:pt x="125" y="11"/>
                    <a:pt x="122" y="14"/>
                  </a:cubicBezTo>
                  <a:cubicBezTo>
                    <a:pt x="116" y="19"/>
                    <a:pt x="110" y="23"/>
                    <a:pt x="105" y="28"/>
                  </a:cubicBezTo>
                  <a:cubicBezTo>
                    <a:pt x="99" y="33"/>
                    <a:pt x="93" y="43"/>
                    <a:pt x="86" y="47"/>
                  </a:cubicBezTo>
                  <a:cubicBezTo>
                    <a:pt x="78" y="53"/>
                    <a:pt x="61" y="44"/>
                    <a:pt x="52" y="43"/>
                  </a:cubicBezTo>
                  <a:cubicBezTo>
                    <a:pt x="34" y="42"/>
                    <a:pt x="18" y="44"/>
                    <a:pt x="0" y="44"/>
                  </a:cubicBezTo>
                  <a:cubicBezTo>
                    <a:pt x="15" y="39"/>
                    <a:pt x="30" y="38"/>
                    <a:pt x="44" y="35"/>
                  </a:cubicBezTo>
                  <a:cubicBezTo>
                    <a:pt x="61" y="32"/>
                    <a:pt x="76" y="25"/>
                    <a:pt x="91" y="19"/>
                  </a:cubicBezTo>
                  <a:cubicBezTo>
                    <a:pt x="105" y="13"/>
                    <a:pt x="121" y="0"/>
                    <a:pt x="137" y="1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7941" name="Freeform 94">
              <a:extLst>
                <a:ext uri="{FF2B5EF4-FFF2-40B4-BE49-F238E27FC236}">
                  <a16:creationId xmlns:a16="http://schemas.microsoft.com/office/drawing/2014/main" id="{DC3D3AF0-4123-4945-BA74-E8CBFBE8A7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9" y="1697"/>
              <a:ext cx="98" cy="101"/>
            </a:xfrm>
            <a:custGeom>
              <a:avLst/>
              <a:gdLst>
                <a:gd name="T0" fmla="*/ 167 w 72"/>
                <a:gd name="T1" fmla="*/ 0 h 74"/>
                <a:gd name="T2" fmla="*/ 176 w 72"/>
                <a:gd name="T3" fmla="*/ 35 h 74"/>
                <a:gd name="T4" fmla="*/ 139 w 72"/>
                <a:gd name="T5" fmla="*/ 71 h 74"/>
                <a:gd name="T6" fmla="*/ 93 w 72"/>
                <a:gd name="T7" fmla="*/ 131 h 74"/>
                <a:gd name="T8" fmla="*/ 14 w 72"/>
                <a:gd name="T9" fmla="*/ 168 h 74"/>
                <a:gd name="T10" fmla="*/ 35 w 72"/>
                <a:gd name="T11" fmla="*/ 104 h 74"/>
                <a:gd name="T12" fmla="*/ 128 w 72"/>
                <a:gd name="T13" fmla="*/ 19 h 7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2" h="74">
                  <a:moveTo>
                    <a:pt x="66" y="0"/>
                  </a:moveTo>
                  <a:cubicBezTo>
                    <a:pt x="68" y="4"/>
                    <a:pt x="72" y="8"/>
                    <a:pt x="70" y="14"/>
                  </a:cubicBezTo>
                  <a:cubicBezTo>
                    <a:pt x="67" y="20"/>
                    <a:pt x="60" y="25"/>
                    <a:pt x="55" y="28"/>
                  </a:cubicBezTo>
                  <a:cubicBezTo>
                    <a:pt x="44" y="35"/>
                    <a:pt x="43" y="41"/>
                    <a:pt x="37" y="51"/>
                  </a:cubicBezTo>
                  <a:cubicBezTo>
                    <a:pt x="33" y="58"/>
                    <a:pt x="12" y="74"/>
                    <a:pt x="5" y="66"/>
                  </a:cubicBezTo>
                  <a:cubicBezTo>
                    <a:pt x="0" y="60"/>
                    <a:pt x="10" y="45"/>
                    <a:pt x="14" y="41"/>
                  </a:cubicBezTo>
                  <a:cubicBezTo>
                    <a:pt x="23" y="30"/>
                    <a:pt x="37" y="11"/>
                    <a:pt x="51" y="7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7942" name="Freeform 95">
              <a:extLst>
                <a:ext uri="{FF2B5EF4-FFF2-40B4-BE49-F238E27FC236}">
                  <a16:creationId xmlns:a16="http://schemas.microsoft.com/office/drawing/2014/main" id="{66D52D50-E81A-4883-9338-E0BE7B702C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6" y="1756"/>
              <a:ext cx="59" cy="56"/>
            </a:xfrm>
            <a:custGeom>
              <a:avLst/>
              <a:gdLst>
                <a:gd name="T0" fmla="*/ 0 w 43"/>
                <a:gd name="T1" fmla="*/ 42 h 41"/>
                <a:gd name="T2" fmla="*/ 36 w 43"/>
                <a:gd name="T3" fmla="*/ 55 h 41"/>
                <a:gd name="T4" fmla="*/ 19 w 43"/>
                <a:gd name="T5" fmla="*/ 97 h 41"/>
                <a:gd name="T6" fmla="*/ 96 w 43"/>
                <a:gd name="T7" fmla="*/ 51 h 41"/>
                <a:gd name="T8" fmla="*/ 56 w 43"/>
                <a:gd name="T9" fmla="*/ 22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" h="41">
                  <a:moveTo>
                    <a:pt x="0" y="17"/>
                  </a:moveTo>
                  <a:cubicBezTo>
                    <a:pt x="5" y="19"/>
                    <a:pt x="11" y="16"/>
                    <a:pt x="14" y="21"/>
                  </a:cubicBezTo>
                  <a:cubicBezTo>
                    <a:pt x="17" y="27"/>
                    <a:pt x="10" y="33"/>
                    <a:pt x="7" y="38"/>
                  </a:cubicBezTo>
                  <a:cubicBezTo>
                    <a:pt x="14" y="41"/>
                    <a:pt x="33" y="26"/>
                    <a:pt x="37" y="20"/>
                  </a:cubicBezTo>
                  <a:cubicBezTo>
                    <a:pt x="43" y="8"/>
                    <a:pt x="33" y="0"/>
                    <a:pt x="22" y="9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7943" name="Freeform 96">
              <a:extLst>
                <a:ext uri="{FF2B5EF4-FFF2-40B4-BE49-F238E27FC236}">
                  <a16:creationId xmlns:a16="http://schemas.microsoft.com/office/drawing/2014/main" id="{9CEBBABB-2F61-47A3-9444-C0BF755597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3" y="1538"/>
              <a:ext cx="103" cy="296"/>
            </a:xfrm>
            <a:custGeom>
              <a:avLst/>
              <a:gdLst>
                <a:gd name="T0" fmla="*/ 98 w 75"/>
                <a:gd name="T1" fmla="*/ 275 h 216"/>
                <a:gd name="T2" fmla="*/ 77 w 75"/>
                <a:gd name="T3" fmla="*/ 210 h 216"/>
                <a:gd name="T4" fmla="*/ 47 w 75"/>
                <a:gd name="T5" fmla="*/ 153 h 216"/>
                <a:gd name="T6" fmla="*/ 29 w 75"/>
                <a:gd name="T7" fmla="*/ 0 h 216"/>
                <a:gd name="T8" fmla="*/ 14 w 75"/>
                <a:gd name="T9" fmla="*/ 44 h 216"/>
                <a:gd name="T10" fmla="*/ 22 w 75"/>
                <a:gd name="T11" fmla="*/ 199 h 216"/>
                <a:gd name="T12" fmla="*/ 44 w 75"/>
                <a:gd name="T13" fmla="*/ 325 h 216"/>
                <a:gd name="T14" fmla="*/ 91 w 75"/>
                <a:gd name="T15" fmla="*/ 369 h 216"/>
                <a:gd name="T16" fmla="*/ 135 w 75"/>
                <a:gd name="T17" fmla="*/ 422 h 216"/>
                <a:gd name="T18" fmla="*/ 181 w 75"/>
                <a:gd name="T19" fmla="*/ 556 h 216"/>
                <a:gd name="T20" fmla="*/ 187 w 75"/>
                <a:gd name="T21" fmla="*/ 452 h 216"/>
                <a:gd name="T22" fmla="*/ 130 w 75"/>
                <a:gd name="T23" fmla="*/ 354 h 216"/>
                <a:gd name="T24" fmla="*/ 89 w 75"/>
                <a:gd name="T25" fmla="*/ 249 h 21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75" h="216">
                  <a:moveTo>
                    <a:pt x="38" y="107"/>
                  </a:moveTo>
                  <a:cubicBezTo>
                    <a:pt x="34" y="99"/>
                    <a:pt x="33" y="90"/>
                    <a:pt x="30" y="82"/>
                  </a:cubicBezTo>
                  <a:cubicBezTo>
                    <a:pt x="27" y="75"/>
                    <a:pt x="21" y="68"/>
                    <a:pt x="18" y="60"/>
                  </a:cubicBezTo>
                  <a:cubicBezTo>
                    <a:pt x="10" y="42"/>
                    <a:pt x="13" y="20"/>
                    <a:pt x="11" y="0"/>
                  </a:cubicBezTo>
                  <a:cubicBezTo>
                    <a:pt x="7" y="5"/>
                    <a:pt x="7" y="11"/>
                    <a:pt x="5" y="17"/>
                  </a:cubicBezTo>
                  <a:cubicBezTo>
                    <a:pt x="0" y="39"/>
                    <a:pt x="3" y="55"/>
                    <a:pt x="9" y="77"/>
                  </a:cubicBezTo>
                  <a:cubicBezTo>
                    <a:pt x="14" y="92"/>
                    <a:pt x="10" y="111"/>
                    <a:pt x="17" y="126"/>
                  </a:cubicBezTo>
                  <a:cubicBezTo>
                    <a:pt x="20" y="134"/>
                    <a:pt x="28" y="138"/>
                    <a:pt x="35" y="143"/>
                  </a:cubicBezTo>
                  <a:cubicBezTo>
                    <a:pt x="43" y="149"/>
                    <a:pt x="48" y="156"/>
                    <a:pt x="52" y="164"/>
                  </a:cubicBezTo>
                  <a:cubicBezTo>
                    <a:pt x="63" y="181"/>
                    <a:pt x="63" y="199"/>
                    <a:pt x="70" y="216"/>
                  </a:cubicBezTo>
                  <a:cubicBezTo>
                    <a:pt x="72" y="203"/>
                    <a:pt x="75" y="189"/>
                    <a:pt x="72" y="176"/>
                  </a:cubicBezTo>
                  <a:cubicBezTo>
                    <a:pt x="68" y="162"/>
                    <a:pt x="55" y="150"/>
                    <a:pt x="50" y="137"/>
                  </a:cubicBezTo>
                  <a:cubicBezTo>
                    <a:pt x="45" y="123"/>
                    <a:pt x="40" y="110"/>
                    <a:pt x="34" y="97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7944" name="Freeform 97">
              <a:extLst>
                <a:ext uri="{FF2B5EF4-FFF2-40B4-BE49-F238E27FC236}">
                  <a16:creationId xmlns:a16="http://schemas.microsoft.com/office/drawing/2014/main" id="{734B8A3B-C3CD-404D-BC74-C1C6F9BA87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5" y="1264"/>
              <a:ext cx="47" cy="141"/>
            </a:xfrm>
            <a:custGeom>
              <a:avLst/>
              <a:gdLst>
                <a:gd name="T0" fmla="*/ 85 w 35"/>
                <a:gd name="T1" fmla="*/ 0 h 103"/>
                <a:gd name="T2" fmla="*/ 47 w 35"/>
                <a:gd name="T3" fmla="*/ 70 h 103"/>
                <a:gd name="T4" fmla="*/ 21 w 35"/>
                <a:gd name="T5" fmla="*/ 141 h 103"/>
                <a:gd name="T6" fmla="*/ 1 w 35"/>
                <a:gd name="T7" fmla="*/ 264 h 103"/>
                <a:gd name="T8" fmla="*/ 5 w 35"/>
                <a:gd name="T9" fmla="*/ 186 h 103"/>
                <a:gd name="T10" fmla="*/ 7 w 35"/>
                <a:gd name="T11" fmla="*/ 96 h 103"/>
                <a:gd name="T12" fmla="*/ 79 w 35"/>
                <a:gd name="T13" fmla="*/ 5 h 10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5" h="103">
                  <a:moveTo>
                    <a:pt x="35" y="0"/>
                  </a:moveTo>
                  <a:cubicBezTo>
                    <a:pt x="30" y="9"/>
                    <a:pt x="23" y="17"/>
                    <a:pt x="19" y="27"/>
                  </a:cubicBezTo>
                  <a:cubicBezTo>
                    <a:pt x="15" y="36"/>
                    <a:pt x="11" y="45"/>
                    <a:pt x="9" y="55"/>
                  </a:cubicBezTo>
                  <a:cubicBezTo>
                    <a:pt x="7" y="71"/>
                    <a:pt x="3" y="87"/>
                    <a:pt x="1" y="103"/>
                  </a:cubicBezTo>
                  <a:cubicBezTo>
                    <a:pt x="1" y="93"/>
                    <a:pt x="2" y="82"/>
                    <a:pt x="2" y="72"/>
                  </a:cubicBezTo>
                  <a:cubicBezTo>
                    <a:pt x="1" y="60"/>
                    <a:pt x="0" y="48"/>
                    <a:pt x="3" y="37"/>
                  </a:cubicBezTo>
                  <a:cubicBezTo>
                    <a:pt x="7" y="20"/>
                    <a:pt x="18" y="7"/>
                    <a:pt x="33" y="2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7945" name="Freeform 98">
              <a:extLst>
                <a:ext uri="{FF2B5EF4-FFF2-40B4-BE49-F238E27FC236}">
                  <a16:creationId xmlns:a16="http://schemas.microsoft.com/office/drawing/2014/main" id="{BD315069-39AB-4C03-8BE5-E7D1729D31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2" y="1110"/>
              <a:ext cx="211" cy="133"/>
            </a:xfrm>
            <a:custGeom>
              <a:avLst/>
              <a:gdLst>
                <a:gd name="T0" fmla="*/ 83 w 155"/>
                <a:gd name="T1" fmla="*/ 243 h 98"/>
                <a:gd name="T2" fmla="*/ 7 w 155"/>
                <a:gd name="T3" fmla="*/ 181 h 98"/>
                <a:gd name="T4" fmla="*/ 68 w 155"/>
                <a:gd name="T5" fmla="*/ 84 h 98"/>
                <a:gd name="T6" fmla="*/ 231 w 155"/>
                <a:gd name="T7" fmla="*/ 50 h 98"/>
                <a:gd name="T8" fmla="*/ 385 w 155"/>
                <a:gd name="T9" fmla="*/ 76 h 98"/>
                <a:gd name="T10" fmla="*/ 335 w 155"/>
                <a:gd name="T11" fmla="*/ 187 h 9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5" h="98">
                  <a:moveTo>
                    <a:pt x="33" y="97"/>
                  </a:moveTo>
                  <a:cubicBezTo>
                    <a:pt x="20" y="98"/>
                    <a:pt x="4" y="83"/>
                    <a:pt x="3" y="72"/>
                  </a:cubicBezTo>
                  <a:cubicBezTo>
                    <a:pt x="0" y="55"/>
                    <a:pt x="13" y="40"/>
                    <a:pt x="27" y="34"/>
                  </a:cubicBezTo>
                  <a:cubicBezTo>
                    <a:pt x="49" y="25"/>
                    <a:pt x="71" y="29"/>
                    <a:pt x="92" y="20"/>
                  </a:cubicBezTo>
                  <a:cubicBezTo>
                    <a:pt x="112" y="13"/>
                    <a:pt x="149" y="0"/>
                    <a:pt x="153" y="30"/>
                  </a:cubicBezTo>
                  <a:cubicBezTo>
                    <a:pt x="155" y="49"/>
                    <a:pt x="142" y="61"/>
                    <a:pt x="133" y="75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7946" name="Freeform 99">
              <a:extLst>
                <a:ext uri="{FF2B5EF4-FFF2-40B4-BE49-F238E27FC236}">
                  <a16:creationId xmlns:a16="http://schemas.microsoft.com/office/drawing/2014/main" id="{02C83E7D-441D-4E53-B7B6-BB42342143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4" y="1142"/>
              <a:ext cx="24" cy="52"/>
            </a:xfrm>
            <a:custGeom>
              <a:avLst/>
              <a:gdLst>
                <a:gd name="T0" fmla="*/ 27 w 18"/>
                <a:gd name="T1" fmla="*/ 1 h 38"/>
                <a:gd name="T2" fmla="*/ 31 w 18"/>
                <a:gd name="T3" fmla="*/ 49 h 38"/>
                <a:gd name="T4" fmla="*/ 15 w 18"/>
                <a:gd name="T5" fmla="*/ 77 h 38"/>
                <a:gd name="T6" fmla="*/ 0 w 18"/>
                <a:gd name="T7" fmla="*/ 97 h 38"/>
                <a:gd name="T8" fmla="*/ 16 w 18"/>
                <a:gd name="T9" fmla="*/ 36 h 38"/>
                <a:gd name="T10" fmla="*/ 28 w 18"/>
                <a:gd name="T11" fmla="*/ 1 h 3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" h="38">
                  <a:moveTo>
                    <a:pt x="11" y="1"/>
                  </a:moveTo>
                  <a:cubicBezTo>
                    <a:pt x="18" y="5"/>
                    <a:pt x="15" y="13"/>
                    <a:pt x="13" y="19"/>
                  </a:cubicBezTo>
                  <a:cubicBezTo>
                    <a:pt x="12" y="23"/>
                    <a:pt x="9" y="26"/>
                    <a:pt x="6" y="30"/>
                  </a:cubicBezTo>
                  <a:cubicBezTo>
                    <a:pt x="5" y="32"/>
                    <a:pt x="3" y="36"/>
                    <a:pt x="0" y="38"/>
                  </a:cubicBezTo>
                  <a:cubicBezTo>
                    <a:pt x="4" y="31"/>
                    <a:pt x="8" y="22"/>
                    <a:pt x="7" y="14"/>
                  </a:cubicBezTo>
                  <a:cubicBezTo>
                    <a:pt x="7" y="11"/>
                    <a:pt x="6" y="0"/>
                    <a:pt x="12" y="1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7947" name="Freeform 100">
              <a:extLst>
                <a:ext uri="{FF2B5EF4-FFF2-40B4-BE49-F238E27FC236}">
                  <a16:creationId xmlns:a16="http://schemas.microsoft.com/office/drawing/2014/main" id="{EDC27D86-5CC0-4018-8E7E-5E98742F01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0" y="1176"/>
              <a:ext cx="52" cy="33"/>
            </a:xfrm>
            <a:custGeom>
              <a:avLst/>
              <a:gdLst>
                <a:gd name="T0" fmla="*/ 55 w 38"/>
                <a:gd name="T1" fmla="*/ 62 h 24"/>
                <a:gd name="T2" fmla="*/ 97 w 38"/>
                <a:gd name="T3" fmla="*/ 36 h 24"/>
                <a:gd name="T4" fmla="*/ 71 w 38"/>
                <a:gd name="T5" fmla="*/ 23 h 24"/>
                <a:gd name="T6" fmla="*/ 40 w 38"/>
                <a:gd name="T7" fmla="*/ 14 h 24"/>
                <a:gd name="T8" fmla="*/ 5 w 38"/>
                <a:gd name="T9" fmla="*/ 15 h 24"/>
                <a:gd name="T10" fmla="*/ 26 w 38"/>
                <a:gd name="T11" fmla="*/ 36 h 24"/>
                <a:gd name="T12" fmla="*/ 56 w 38"/>
                <a:gd name="T13" fmla="*/ 61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8" h="24">
                  <a:moveTo>
                    <a:pt x="21" y="24"/>
                  </a:moveTo>
                  <a:cubicBezTo>
                    <a:pt x="24" y="18"/>
                    <a:pt x="34" y="19"/>
                    <a:pt x="38" y="14"/>
                  </a:cubicBezTo>
                  <a:cubicBezTo>
                    <a:pt x="36" y="12"/>
                    <a:pt x="31" y="10"/>
                    <a:pt x="28" y="9"/>
                  </a:cubicBezTo>
                  <a:cubicBezTo>
                    <a:pt x="24" y="8"/>
                    <a:pt x="19" y="6"/>
                    <a:pt x="15" y="5"/>
                  </a:cubicBezTo>
                  <a:cubicBezTo>
                    <a:pt x="11" y="3"/>
                    <a:pt x="4" y="0"/>
                    <a:pt x="2" y="6"/>
                  </a:cubicBezTo>
                  <a:cubicBezTo>
                    <a:pt x="0" y="13"/>
                    <a:pt x="6" y="12"/>
                    <a:pt x="10" y="14"/>
                  </a:cubicBezTo>
                  <a:cubicBezTo>
                    <a:pt x="14" y="15"/>
                    <a:pt x="21" y="18"/>
                    <a:pt x="22" y="23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7948" name="Freeform 101">
              <a:extLst>
                <a:ext uri="{FF2B5EF4-FFF2-40B4-BE49-F238E27FC236}">
                  <a16:creationId xmlns:a16="http://schemas.microsoft.com/office/drawing/2014/main" id="{5922F03F-8761-4F01-AB76-86652C1B4F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2" y="1172"/>
              <a:ext cx="38" cy="55"/>
            </a:xfrm>
            <a:custGeom>
              <a:avLst/>
              <a:gdLst>
                <a:gd name="T0" fmla="*/ 22 w 28"/>
                <a:gd name="T1" fmla="*/ 6 h 40"/>
                <a:gd name="T2" fmla="*/ 5 w 28"/>
                <a:gd name="T3" fmla="*/ 62 h 40"/>
                <a:gd name="T4" fmla="*/ 33 w 28"/>
                <a:gd name="T5" fmla="*/ 95 h 40"/>
                <a:gd name="T6" fmla="*/ 71 w 28"/>
                <a:gd name="T7" fmla="*/ 105 h 40"/>
                <a:gd name="T8" fmla="*/ 50 w 28"/>
                <a:gd name="T9" fmla="*/ 89 h 40"/>
                <a:gd name="T10" fmla="*/ 26 w 28"/>
                <a:gd name="T11" fmla="*/ 56 h 40"/>
                <a:gd name="T12" fmla="*/ 19 w 28"/>
                <a:gd name="T13" fmla="*/ 23 h 40"/>
                <a:gd name="T14" fmla="*/ 19 w 28"/>
                <a:gd name="T15" fmla="*/ 11 h 40"/>
                <a:gd name="T16" fmla="*/ 22 w 28"/>
                <a:gd name="T17" fmla="*/ 0 h 4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8" h="40">
                  <a:moveTo>
                    <a:pt x="9" y="2"/>
                  </a:moveTo>
                  <a:cubicBezTo>
                    <a:pt x="1" y="3"/>
                    <a:pt x="0" y="18"/>
                    <a:pt x="2" y="24"/>
                  </a:cubicBezTo>
                  <a:cubicBezTo>
                    <a:pt x="4" y="29"/>
                    <a:pt x="8" y="34"/>
                    <a:pt x="13" y="36"/>
                  </a:cubicBezTo>
                  <a:cubicBezTo>
                    <a:pt x="17" y="37"/>
                    <a:pt x="24" y="40"/>
                    <a:pt x="28" y="40"/>
                  </a:cubicBezTo>
                  <a:cubicBezTo>
                    <a:pt x="25" y="37"/>
                    <a:pt x="22" y="36"/>
                    <a:pt x="20" y="34"/>
                  </a:cubicBezTo>
                  <a:cubicBezTo>
                    <a:pt x="16" y="31"/>
                    <a:pt x="13" y="26"/>
                    <a:pt x="10" y="22"/>
                  </a:cubicBezTo>
                  <a:cubicBezTo>
                    <a:pt x="8" y="18"/>
                    <a:pt x="7" y="14"/>
                    <a:pt x="7" y="9"/>
                  </a:cubicBezTo>
                  <a:cubicBezTo>
                    <a:pt x="7" y="7"/>
                    <a:pt x="7" y="5"/>
                    <a:pt x="7" y="4"/>
                  </a:cubicBezTo>
                  <a:cubicBezTo>
                    <a:pt x="8" y="2"/>
                    <a:pt x="9" y="1"/>
                    <a:pt x="9" y="0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7949" name="Freeform 102">
              <a:extLst>
                <a:ext uri="{FF2B5EF4-FFF2-40B4-BE49-F238E27FC236}">
                  <a16:creationId xmlns:a16="http://schemas.microsoft.com/office/drawing/2014/main" id="{F3CA75BD-64BF-4D2B-A474-526AD0841E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7" y="1130"/>
              <a:ext cx="30" cy="71"/>
            </a:xfrm>
            <a:custGeom>
              <a:avLst/>
              <a:gdLst>
                <a:gd name="T0" fmla="*/ 19 w 22"/>
                <a:gd name="T1" fmla="*/ 0 h 52"/>
                <a:gd name="T2" fmla="*/ 56 w 22"/>
                <a:gd name="T3" fmla="*/ 49 h 52"/>
                <a:gd name="T4" fmla="*/ 41 w 22"/>
                <a:gd name="T5" fmla="*/ 97 h 52"/>
                <a:gd name="T6" fmla="*/ 19 w 22"/>
                <a:gd name="T7" fmla="*/ 119 h 52"/>
                <a:gd name="T8" fmla="*/ 0 w 22"/>
                <a:gd name="T9" fmla="*/ 132 h 52"/>
                <a:gd name="T10" fmla="*/ 30 w 22"/>
                <a:gd name="T11" fmla="*/ 86 h 52"/>
                <a:gd name="T12" fmla="*/ 37 w 22"/>
                <a:gd name="T13" fmla="*/ 41 h 52"/>
                <a:gd name="T14" fmla="*/ 14 w 22"/>
                <a:gd name="T15" fmla="*/ 0 h 5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2" h="52">
                  <a:moveTo>
                    <a:pt x="7" y="0"/>
                  </a:moveTo>
                  <a:cubicBezTo>
                    <a:pt x="16" y="1"/>
                    <a:pt x="22" y="10"/>
                    <a:pt x="22" y="19"/>
                  </a:cubicBezTo>
                  <a:cubicBezTo>
                    <a:pt x="22" y="25"/>
                    <a:pt x="19" y="33"/>
                    <a:pt x="16" y="38"/>
                  </a:cubicBezTo>
                  <a:cubicBezTo>
                    <a:pt x="13" y="41"/>
                    <a:pt x="10" y="44"/>
                    <a:pt x="7" y="47"/>
                  </a:cubicBezTo>
                  <a:cubicBezTo>
                    <a:pt x="5" y="49"/>
                    <a:pt x="3" y="52"/>
                    <a:pt x="0" y="52"/>
                  </a:cubicBezTo>
                  <a:cubicBezTo>
                    <a:pt x="6" y="50"/>
                    <a:pt x="10" y="39"/>
                    <a:pt x="12" y="34"/>
                  </a:cubicBezTo>
                  <a:cubicBezTo>
                    <a:pt x="14" y="28"/>
                    <a:pt x="16" y="22"/>
                    <a:pt x="15" y="16"/>
                  </a:cubicBezTo>
                  <a:cubicBezTo>
                    <a:pt x="15" y="10"/>
                    <a:pt x="11" y="3"/>
                    <a:pt x="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7950" name="Freeform 103">
              <a:extLst>
                <a:ext uri="{FF2B5EF4-FFF2-40B4-BE49-F238E27FC236}">
                  <a16:creationId xmlns:a16="http://schemas.microsoft.com/office/drawing/2014/main" id="{ACCF0769-9343-458D-B605-99B4C5DAD6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1" y="1681"/>
              <a:ext cx="17" cy="90"/>
            </a:xfrm>
            <a:custGeom>
              <a:avLst/>
              <a:gdLst>
                <a:gd name="T0" fmla="*/ 0 w 13"/>
                <a:gd name="T1" fmla="*/ 1 h 66"/>
                <a:gd name="T2" fmla="*/ 7 w 13"/>
                <a:gd name="T3" fmla="*/ 83 h 66"/>
                <a:gd name="T4" fmla="*/ 12 w 13"/>
                <a:gd name="T5" fmla="*/ 124 h 66"/>
                <a:gd name="T6" fmla="*/ 16 w 13"/>
                <a:gd name="T7" fmla="*/ 147 h 66"/>
                <a:gd name="T8" fmla="*/ 17 w 13"/>
                <a:gd name="T9" fmla="*/ 168 h 66"/>
                <a:gd name="T10" fmla="*/ 27 w 13"/>
                <a:gd name="T11" fmla="*/ 132 h 66"/>
                <a:gd name="T12" fmla="*/ 27 w 13"/>
                <a:gd name="T13" fmla="*/ 71 h 66"/>
                <a:gd name="T14" fmla="*/ 1 w 13"/>
                <a:gd name="T15" fmla="*/ 0 h 6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3" h="66">
                  <a:moveTo>
                    <a:pt x="0" y="1"/>
                  </a:moveTo>
                  <a:cubicBezTo>
                    <a:pt x="4" y="12"/>
                    <a:pt x="1" y="23"/>
                    <a:pt x="3" y="33"/>
                  </a:cubicBezTo>
                  <a:cubicBezTo>
                    <a:pt x="4" y="38"/>
                    <a:pt x="4" y="44"/>
                    <a:pt x="5" y="49"/>
                  </a:cubicBezTo>
                  <a:cubicBezTo>
                    <a:pt x="6" y="52"/>
                    <a:pt x="6" y="55"/>
                    <a:pt x="7" y="58"/>
                  </a:cubicBezTo>
                  <a:cubicBezTo>
                    <a:pt x="8" y="61"/>
                    <a:pt x="7" y="63"/>
                    <a:pt x="8" y="66"/>
                  </a:cubicBezTo>
                  <a:cubicBezTo>
                    <a:pt x="10" y="62"/>
                    <a:pt x="12" y="57"/>
                    <a:pt x="12" y="52"/>
                  </a:cubicBezTo>
                  <a:cubicBezTo>
                    <a:pt x="13" y="44"/>
                    <a:pt x="13" y="36"/>
                    <a:pt x="12" y="28"/>
                  </a:cubicBezTo>
                  <a:cubicBezTo>
                    <a:pt x="11" y="18"/>
                    <a:pt x="6" y="8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7951" name="Freeform 104">
              <a:extLst>
                <a:ext uri="{FF2B5EF4-FFF2-40B4-BE49-F238E27FC236}">
                  <a16:creationId xmlns:a16="http://schemas.microsoft.com/office/drawing/2014/main" id="{5DC07E47-1B54-4894-812C-AFF1964EB6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7" y="1689"/>
              <a:ext cx="7" cy="53"/>
            </a:xfrm>
            <a:custGeom>
              <a:avLst/>
              <a:gdLst>
                <a:gd name="T0" fmla="*/ 1 w 5"/>
                <a:gd name="T1" fmla="*/ 0 h 39"/>
                <a:gd name="T2" fmla="*/ 11 w 5"/>
                <a:gd name="T3" fmla="*/ 42 h 39"/>
                <a:gd name="T4" fmla="*/ 8 w 5"/>
                <a:gd name="T5" fmla="*/ 76 h 39"/>
                <a:gd name="T6" fmla="*/ 14 w 5"/>
                <a:gd name="T7" fmla="*/ 98 h 39"/>
                <a:gd name="T8" fmla="*/ 1 w 5"/>
                <a:gd name="T9" fmla="*/ 71 h 39"/>
                <a:gd name="T10" fmla="*/ 1 w 5"/>
                <a:gd name="T11" fmla="*/ 41 h 39"/>
                <a:gd name="T12" fmla="*/ 6 w 5"/>
                <a:gd name="T13" fmla="*/ 19 h 39"/>
                <a:gd name="T14" fmla="*/ 0 w 5"/>
                <a:gd name="T15" fmla="*/ 0 h 3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" h="39">
                  <a:moveTo>
                    <a:pt x="1" y="0"/>
                  </a:moveTo>
                  <a:cubicBezTo>
                    <a:pt x="5" y="4"/>
                    <a:pt x="4" y="12"/>
                    <a:pt x="4" y="17"/>
                  </a:cubicBezTo>
                  <a:cubicBezTo>
                    <a:pt x="4" y="22"/>
                    <a:pt x="3" y="26"/>
                    <a:pt x="3" y="30"/>
                  </a:cubicBezTo>
                  <a:cubicBezTo>
                    <a:pt x="3" y="33"/>
                    <a:pt x="5" y="37"/>
                    <a:pt x="5" y="39"/>
                  </a:cubicBezTo>
                  <a:cubicBezTo>
                    <a:pt x="2" y="37"/>
                    <a:pt x="2" y="31"/>
                    <a:pt x="1" y="28"/>
                  </a:cubicBezTo>
                  <a:cubicBezTo>
                    <a:pt x="1" y="24"/>
                    <a:pt x="1" y="20"/>
                    <a:pt x="1" y="16"/>
                  </a:cubicBezTo>
                  <a:cubicBezTo>
                    <a:pt x="2" y="13"/>
                    <a:pt x="2" y="10"/>
                    <a:pt x="2" y="7"/>
                  </a:cubicBezTo>
                  <a:cubicBezTo>
                    <a:pt x="2" y="5"/>
                    <a:pt x="1" y="2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7952" name="Freeform 105">
              <a:extLst>
                <a:ext uri="{FF2B5EF4-FFF2-40B4-BE49-F238E27FC236}">
                  <a16:creationId xmlns:a16="http://schemas.microsoft.com/office/drawing/2014/main" id="{5D1BB681-F62D-46C7-8604-937D34E0ADE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6" y="1422"/>
              <a:ext cx="12" cy="85"/>
            </a:xfrm>
            <a:custGeom>
              <a:avLst/>
              <a:gdLst>
                <a:gd name="T0" fmla="*/ 5 w 9"/>
                <a:gd name="T1" fmla="*/ 0 h 62"/>
                <a:gd name="T2" fmla="*/ 12 w 9"/>
                <a:gd name="T3" fmla="*/ 19 h 62"/>
                <a:gd name="T4" fmla="*/ 15 w 9"/>
                <a:gd name="T5" fmla="*/ 40 h 62"/>
                <a:gd name="T6" fmla="*/ 12 w 9"/>
                <a:gd name="T7" fmla="*/ 77 h 62"/>
                <a:gd name="T8" fmla="*/ 1 w 9"/>
                <a:gd name="T9" fmla="*/ 112 h 62"/>
                <a:gd name="T10" fmla="*/ 0 w 9"/>
                <a:gd name="T11" fmla="*/ 160 h 62"/>
                <a:gd name="T12" fmla="*/ 5 w 9"/>
                <a:gd name="T13" fmla="*/ 138 h 62"/>
                <a:gd name="T14" fmla="*/ 15 w 9"/>
                <a:gd name="T15" fmla="*/ 106 h 62"/>
                <a:gd name="T16" fmla="*/ 21 w 9"/>
                <a:gd name="T17" fmla="*/ 60 h 62"/>
                <a:gd name="T18" fmla="*/ 7 w 9"/>
                <a:gd name="T19" fmla="*/ 1 h 6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9" h="62">
                  <a:moveTo>
                    <a:pt x="2" y="0"/>
                  </a:moveTo>
                  <a:cubicBezTo>
                    <a:pt x="3" y="2"/>
                    <a:pt x="4" y="4"/>
                    <a:pt x="5" y="7"/>
                  </a:cubicBezTo>
                  <a:cubicBezTo>
                    <a:pt x="5" y="9"/>
                    <a:pt x="6" y="12"/>
                    <a:pt x="6" y="15"/>
                  </a:cubicBezTo>
                  <a:cubicBezTo>
                    <a:pt x="6" y="20"/>
                    <a:pt x="6" y="25"/>
                    <a:pt x="5" y="30"/>
                  </a:cubicBezTo>
                  <a:cubicBezTo>
                    <a:pt x="4" y="35"/>
                    <a:pt x="2" y="39"/>
                    <a:pt x="1" y="44"/>
                  </a:cubicBezTo>
                  <a:cubicBezTo>
                    <a:pt x="1" y="50"/>
                    <a:pt x="0" y="56"/>
                    <a:pt x="0" y="62"/>
                  </a:cubicBezTo>
                  <a:cubicBezTo>
                    <a:pt x="0" y="59"/>
                    <a:pt x="1" y="56"/>
                    <a:pt x="2" y="54"/>
                  </a:cubicBezTo>
                  <a:cubicBezTo>
                    <a:pt x="3" y="49"/>
                    <a:pt x="4" y="45"/>
                    <a:pt x="6" y="41"/>
                  </a:cubicBezTo>
                  <a:cubicBezTo>
                    <a:pt x="8" y="35"/>
                    <a:pt x="9" y="29"/>
                    <a:pt x="9" y="23"/>
                  </a:cubicBezTo>
                  <a:cubicBezTo>
                    <a:pt x="9" y="15"/>
                    <a:pt x="7" y="8"/>
                    <a:pt x="3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7953" name="Freeform 106">
              <a:extLst>
                <a:ext uri="{FF2B5EF4-FFF2-40B4-BE49-F238E27FC236}">
                  <a16:creationId xmlns:a16="http://schemas.microsoft.com/office/drawing/2014/main" id="{A590758B-8E51-4468-8C54-0DC1AB86211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1" y="1424"/>
              <a:ext cx="12" cy="69"/>
            </a:xfrm>
            <a:custGeom>
              <a:avLst/>
              <a:gdLst>
                <a:gd name="T0" fmla="*/ 15 w 9"/>
                <a:gd name="T1" fmla="*/ 0 h 51"/>
                <a:gd name="T2" fmla="*/ 20 w 9"/>
                <a:gd name="T3" fmla="*/ 16 h 51"/>
                <a:gd name="T4" fmla="*/ 16 w 9"/>
                <a:gd name="T5" fmla="*/ 55 h 51"/>
                <a:gd name="T6" fmla="*/ 1 w 9"/>
                <a:gd name="T7" fmla="*/ 126 h 51"/>
                <a:gd name="T8" fmla="*/ 7 w 9"/>
                <a:gd name="T9" fmla="*/ 89 h 51"/>
                <a:gd name="T10" fmla="*/ 9 w 9"/>
                <a:gd name="T11" fmla="*/ 50 h 51"/>
                <a:gd name="T12" fmla="*/ 12 w 9"/>
                <a:gd name="T13" fmla="*/ 22 h 51"/>
                <a:gd name="T14" fmla="*/ 15 w 9"/>
                <a:gd name="T15" fmla="*/ 1 h 5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" h="51">
                  <a:moveTo>
                    <a:pt x="6" y="0"/>
                  </a:moveTo>
                  <a:cubicBezTo>
                    <a:pt x="7" y="2"/>
                    <a:pt x="8" y="5"/>
                    <a:pt x="8" y="7"/>
                  </a:cubicBezTo>
                  <a:cubicBezTo>
                    <a:pt x="9" y="12"/>
                    <a:pt x="8" y="17"/>
                    <a:pt x="7" y="22"/>
                  </a:cubicBezTo>
                  <a:cubicBezTo>
                    <a:pt x="6" y="31"/>
                    <a:pt x="4" y="42"/>
                    <a:pt x="1" y="51"/>
                  </a:cubicBezTo>
                  <a:cubicBezTo>
                    <a:pt x="0" y="46"/>
                    <a:pt x="2" y="41"/>
                    <a:pt x="3" y="36"/>
                  </a:cubicBezTo>
                  <a:cubicBezTo>
                    <a:pt x="3" y="31"/>
                    <a:pt x="4" y="25"/>
                    <a:pt x="4" y="20"/>
                  </a:cubicBezTo>
                  <a:cubicBezTo>
                    <a:pt x="4" y="16"/>
                    <a:pt x="4" y="12"/>
                    <a:pt x="5" y="9"/>
                  </a:cubicBezTo>
                  <a:cubicBezTo>
                    <a:pt x="5" y="6"/>
                    <a:pt x="6" y="4"/>
                    <a:pt x="6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7954" name="Freeform 107">
              <a:extLst>
                <a:ext uri="{FF2B5EF4-FFF2-40B4-BE49-F238E27FC236}">
                  <a16:creationId xmlns:a16="http://schemas.microsoft.com/office/drawing/2014/main" id="{3AE68654-4425-4CF4-98AE-C269DCC1A47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" y="1222"/>
              <a:ext cx="59" cy="71"/>
            </a:xfrm>
            <a:custGeom>
              <a:avLst/>
              <a:gdLst>
                <a:gd name="T0" fmla="*/ 22 w 43"/>
                <a:gd name="T1" fmla="*/ 1 h 52"/>
                <a:gd name="T2" fmla="*/ 111 w 43"/>
                <a:gd name="T3" fmla="*/ 132 h 52"/>
                <a:gd name="T4" fmla="*/ 30 w 43"/>
                <a:gd name="T5" fmla="*/ 0 h 52"/>
                <a:gd name="T6" fmla="*/ 21 w 43"/>
                <a:gd name="T7" fmla="*/ 10 h 5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3" h="52">
                  <a:moveTo>
                    <a:pt x="9" y="1"/>
                  </a:moveTo>
                  <a:cubicBezTo>
                    <a:pt x="0" y="25"/>
                    <a:pt x="25" y="42"/>
                    <a:pt x="43" y="52"/>
                  </a:cubicBezTo>
                  <a:cubicBezTo>
                    <a:pt x="25" y="45"/>
                    <a:pt x="8" y="18"/>
                    <a:pt x="12" y="0"/>
                  </a:cubicBezTo>
                  <a:cubicBezTo>
                    <a:pt x="9" y="0"/>
                    <a:pt x="9" y="1"/>
                    <a:pt x="8" y="4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7955" name="Freeform 108">
              <a:extLst>
                <a:ext uri="{FF2B5EF4-FFF2-40B4-BE49-F238E27FC236}">
                  <a16:creationId xmlns:a16="http://schemas.microsoft.com/office/drawing/2014/main" id="{A95F80EB-AEFE-44F9-A3F5-903E066FF7EF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" y="1306"/>
              <a:ext cx="19" cy="26"/>
            </a:xfrm>
            <a:custGeom>
              <a:avLst/>
              <a:gdLst>
                <a:gd name="T0" fmla="*/ 15 w 14"/>
                <a:gd name="T1" fmla="*/ 0 h 19"/>
                <a:gd name="T2" fmla="*/ 0 w 14"/>
                <a:gd name="T3" fmla="*/ 34 h 19"/>
                <a:gd name="T4" fmla="*/ 30 w 14"/>
                <a:gd name="T5" fmla="*/ 34 h 19"/>
                <a:gd name="T6" fmla="*/ 15 w 14"/>
                <a:gd name="T7" fmla="*/ 0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9">
                  <a:moveTo>
                    <a:pt x="6" y="0"/>
                  </a:moveTo>
                  <a:cubicBezTo>
                    <a:pt x="4" y="4"/>
                    <a:pt x="3" y="10"/>
                    <a:pt x="0" y="13"/>
                  </a:cubicBezTo>
                  <a:cubicBezTo>
                    <a:pt x="4" y="16"/>
                    <a:pt x="10" y="19"/>
                    <a:pt x="12" y="13"/>
                  </a:cubicBezTo>
                  <a:cubicBezTo>
                    <a:pt x="14" y="7"/>
                    <a:pt x="10" y="3"/>
                    <a:pt x="6" y="0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7956" name="Freeform 109">
              <a:extLst>
                <a:ext uri="{FF2B5EF4-FFF2-40B4-BE49-F238E27FC236}">
                  <a16:creationId xmlns:a16="http://schemas.microsoft.com/office/drawing/2014/main" id="{3B35EA3A-E32A-4965-99E1-24989A0277C9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" y="1298"/>
              <a:ext cx="31" cy="45"/>
            </a:xfrm>
            <a:custGeom>
              <a:avLst/>
              <a:gdLst>
                <a:gd name="T0" fmla="*/ 0 w 23"/>
                <a:gd name="T1" fmla="*/ 76 h 33"/>
                <a:gd name="T2" fmla="*/ 20 w 23"/>
                <a:gd name="T3" fmla="*/ 0 h 33"/>
                <a:gd name="T4" fmla="*/ 43 w 23"/>
                <a:gd name="T5" fmla="*/ 22 h 33"/>
                <a:gd name="T6" fmla="*/ 54 w 23"/>
                <a:gd name="T7" fmla="*/ 56 h 33"/>
                <a:gd name="T8" fmla="*/ 7 w 23"/>
                <a:gd name="T9" fmla="*/ 78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33">
                  <a:moveTo>
                    <a:pt x="0" y="30"/>
                  </a:moveTo>
                  <a:cubicBezTo>
                    <a:pt x="16" y="31"/>
                    <a:pt x="13" y="9"/>
                    <a:pt x="8" y="0"/>
                  </a:cubicBezTo>
                  <a:cubicBezTo>
                    <a:pt x="11" y="4"/>
                    <a:pt x="15" y="5"/>
                    <a:pt x="18" y="9"/>
                  </a:cubicBezTo>
                  <a:cubicBezTo>
                    <a:pt x="21" y="13"/>
                    <a:pt x="23" y="17"/>
                    <a:pt x="22" y="22"/>
                  </a:cubicBezTo>
                  <a:cubicBezTo>
                    <a:pt x="20" y="31"/>
                    <a:pt x="11" y="33"/>
                    <a:pt x="3" y="3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7957" name="Freeform 110">
              <a:extLst>
                <a:ext uri="{FF2B5EF4-FFF2-40B4-BE49-F238E27FC236}">
                  <a16:creationId xmlns:a16="http://schemas.microsoft.com/office/drawing/2014/main" id="{B3C09C57-FA7A-434F-81BF-34A1796B48AC}"/>
                </a:ext>
              </a:extLst>
            </p:cNvPr>
            <p:cNvSpPr>
              <a:spLocks/>
            </p:cNvSpPr>
            <p:nvPr/>
          </p:nvSpPr>
          <p:spPr bwMode="auto">
            <a:xfrm>
              <a:off x="728" y="1431"/>
              <a:ext cx="54" cy="143"/>
            </a:xfrm>
            <a:custGeom>
              <a:avLst/>
              <a:gdLst>
                <a:gd name="T0" fmla="*/ 43 w 40"/>
                <a:gd name="T1" fmla="*/ 0 h 105"/>
                <a:gd name="T2" fmla="*/ 0 w 40"/>
                <a:gd name="T3" fmla="*/ 266 h 105"/>
                <a:gd name="T4" fmla="*/ 55 w 40"/>
                <a:gd name="T5" fmla="*/ 211 h 105"/>
                <a:gd name="T6" fmla="*/ 72 w 40"/>
                <a:gd name="T7" fmla="*/ 133 h 105"/>
                <a:gd name="T8" fmla="*/ 47 w 40"/>
                <a:gd name="T9" fmla="*/ 20 h 10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105">
                  <a:moveTo>
                    <a:pt x="18" y="0"/>
                  </a:moveTo>
                  <a:cubicBezTo>
                    <a:pt x="40" y="27"/>
                    <a:pt x="21" y="82"/>
                    <a:pt x="0" y="105"/>
                  </a:cubicBezTo>
                  <a:cubicBezTo>
                    <a:pt x="9" y="98"/>
                    <a:pt x="16" y="95"/>
                    <a:pt x="22" y="84"/>
                  </a:cubicBezTo>
                  <a:cubicBezTo>
                    <a:pt x="27" y="74"/>
                    <a:pt x="28" y="64"/>
                    <a:pt x="29" y="53"/>
                  </a:cubicBezTo>
                  <a:cubicBezTo>
                    <a:pt x="30" y="38"/>
                    <a:pt x="28" y="20"/>
                    <a:pt x="19" y="8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7958" name="Freeform 111">
              <a:extLst>
                <a:ext uri="{FF2B5EF4-FFF2-40B4-BE49-F238E27FC236}">
                  <a16:creationId xmlns:a16="http://schemas.microsoft.com/office/drawing/2014/main" id="{48365D74-DD08-477E-885A-DA1E18765B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7" y="2176"/>
              <a:ext cx="362" cy="77"/>
            </a:xfrm>
            <a:custGeom>
              <a:avLst/>
              <a:gdLst>
                <a:gd name="T0" fmla="*/ 0 w 265"/>
                <a:gd name="T1" fmla="*/ 0 h 56"/>
                <a:gd name="T2" fmla="*/ 676 w 265"/>
                <a:gd name="T3" fmla="*/ 47 h 56"/>
                <a:gd name="T4" fmla="*/ 0 w 265"/>
                <a:gd name="T5" fmla="*/ 0 h 5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5" h="56">
                  <a:moveTo>
                    <a:pt x="0" y="0"/>
                  </a:moveTo>
                  <a:cubicBezTo>
                    <a:pt x="0" y="0"/>
                    <a:pt x="100" y="56"/>
                    <a:pt x="265" y="18"/>
                  </a:cubicBezTo>
                  <a:cubicBezTo>
                    <a:pt x="265" y="18"/>
                    <a:pt x="154" y="45"/>
                    <a:pt x="0" y="0"/>
                  </a:cubicBezTo>
                  <a:close/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7959" name="Freeform 112">
              <a:extLst>
                <a:ext uri="{FF2B5EF4-FFF2-40B4-BE49-F238E27FC236}">
                  <a16:creationId xmlns:a16="http://schemas.microsoft.com/office/drawing/2014/main" id="{99B838BA-8EB3-4621-94EC-E46EBFDF3AB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5" y="1821"/>
              <a:ext cx="840" cy="129"/>
            </a:xfrm>
            <a:custGeom>
              <a:avLst/>
              <a:gdLst>
                <a:gd name="T0" fmla="*/ 1561 w 616"/>
                <a:gd name="T1" fmla="*/ 26 h 94"/>
                <a:gd name="T2" fmla="*/ 675 w 616"/>
                <a:gd name="T3" fmla="*/ 97 h 94"/>
                <a:gd name="T4" fmla="*/ 0 w 616"/>
                <a:gd name="T5" fmla="*/ 125 h 94"/>
                <a:gd name="T6" fmla="*/ 355 w 616"/>
                <a:gd name="T7" fmla="*/ 103 h 94"/>
                <a:gd name="T8" fmla="*/ 1561 w 616"/>
                <a:gd name="T9" fmla="*/ 26 h 9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16" h="94">
                  <a:moveTo>
                    <a:pt x="616" y="10"/>
                  </a:moveTo>
                  <a:cubicBezTo>
                    <a:pt x="616" y="10"/>
                    <a:pt x="530" y="83"/>
                    <a:pt x="266" y="38"/>
                  </a:cubicBezTo>
                  <a:cubicBezTo>
                    <a:pt x="184" y="24"/>
                    <a:pt x="92" y="94"/>
                    <a:pt x="0" y="48"/>
                  </a:cubicBezTo>
                  <a:cubicBezTo>
                    <a:pt x="0" y="48"/>
                    <a:pt x="56" y="80"/>
                    <a:pt x="140" y="40"/>
                  </a:cubicBezTo>
                  <a:cubicBezTo>
                    <a:pt x="224" y="0"/>
                    <a:pt x="510" y="84"/>
                    <a:pt x="616" y="10"/>
                  </a:cubicBezTo>
                  <a:close/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7960" name="Freeform 113">
              <a:extLst>
                <a:ext uri="{FF2B5EF4-FFF2-40B4-BE49-F238E27FC236}">
                  <a16:creationId xmlns:a16="http://schemas.microsoft.com/office/drawing/2014/main" id="{5BDB81FA-FC5B-43FA-912D-7BA7ECB348A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3" y="1081"/>
              <a:ext cx="661" cy="242"/>
            </a:xfrm>
            <a:custGeom>
              <a:avLst/>
              <a:gdLst>
                <a:gd name="T0" fmla="*/ 0 w 485"/>
                <a:gd name="T1" fmla="*/ 453 h 177"/>
                <a:gd name="T2" fmla="*/ 349 w 485"/>
                <a:gd name="T3" fmla="*/ 284 h 177"/>
                <a:gd name="T4" fmla="*/ 1228 w 485"/>
                <a:gd name="T5" fmla="*/ 56 h 177"/>
                <a:gd name="T6" fmla="*/ 487 w 485"/>
                <a:gd name="T7" fmla="*/ 238 h 177"/>
                <a:gd name="T8" fmla="*/ 0 w 485"/>
                <a:gd name="T9" fmla="*/ 453 h 17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5" h="177">
                  <a:moveTo>
                    <a:pt x="0" y="177"/>
                  </a:moveTo>
                  <a:cubicBezTo>
                    <a:pt x="0" y="177"/>
                    <a:pt x="106" y="128"/>
                    <a:pt x="138" y="111"/>
                  </a:cubicBezTo>
                  <a:cubicBezTo>
                    <a:pt x="170" y="93"/>
                    <a:pt x="358" y="0"/>
                    <a:pt x="485" y="22"/>
                  </a:cubicBezTo>
                  <a:cubicBezTo>
                    <a:pt x="485" y="22"/>
                    <a:pt x="350" y="13"/>
                    <a:pt x="192" y="93"/>
                  </a:cubicBezTo>
                  <a:cubicBezTo>
                    <a:pt x="85" y="148"/>
                    <a:pt x="0" y="177"/>
                    <a:pt x="0" y="17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7961" name="Freeform 114">
              <a:extLst>
                <a:ext uri="{FF2B5EF4-FFF2-40B4-BE49-F238E27FC236}">
                  <a16:creationId xmlns:a16="http://schemas.microsoft.com/office/drawing/2014/main" id="{7BD4D95E-6ECE-416F-AE92-2E7AC0AF775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6" y="1294"/>
              <a:ext cx="59" cy="64"/>
            </a:xfrm>
            <a:custGeom>
              <a:avLst/>
              <a:gdLst>
                <a:gd name="T0" fmla="*/ 0 w 43"/>
                <a:gd name="T1" fmla="*/ 0 h 47"/>
                <a:gd name="T2" fmla="*/ 103 w 43"/>
                <a:gd name="T3" fmla="*/ 118 h 47"/>
                <a:gd name="T4" fmla="*/ 85 w 43"/>
                <a:gd name="T5" fmla="*/ 37 h 47"/>
                <a:gd name="T6" fmla="*/ 14 w 43"/>
                <a:gd name="T7" fmla="*/ 0 h 4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3" h="47">
                  <a:moveTo>
                    <a:pt x="0" y="0"/>
                  </a:moveTo>
                  <a:cubicBezTo>
                    <a:pt x="19" y="10"/>
                    <a:pt x="38" y="25"/>
                    <a:pt x="40" y="47"/>
                  </a:cubicBezTo>
                  <a:cubicBezTo>
                    <a:pt x="41" y="35"/>
                    <a:pt x="43" y="24"/>
                    <a:pt x="33" y="15"/>
                  </a:cubicBezTo>
                  <a:cubicBezTo>
                    <a:pt x="25" y="7"/>
                    <a:pt x="13" y="7"/>
                    <a:pt x="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7962" name="Freeform 115">
              <a:extLst>
                <a:ext uri="{FF2B5EF4-FFF2-40B4-BE49-F238E27FC236}">
                  <a16:creationId xmlns:a16="http://schemas.microsoft.com/office/drawing/2014/main" id="{1309D951-70D2-4AB4-960C-FA3F2B0181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9" y="1212"/>
              <a:ext cx="156" cy="79"/>
            </a:xfrm>
            <a:custGeom>
              <a:avLst/>
              <a:gdLst>
                <a:gd name="T0" fmla="*/ 278 w 114"/>
                <a:gd name="T1" fmla="*/ 0 h 58"/>
                <a:gd name="T2" fmla="*/ 126 w 114"/>
                <a:gd name="T3" fmla="*/ 97 h 58"/>
                <a:gd name="T4" fmla="*/ 77 w 114"/>
                <a:gd name="T5" fmla="*/ 119 h 58"/>
                <a:gd name="T6" fmla="*/ 0 w 114"/>
                <a:gd name="T7" fmla="*/ 113 h 58"/>
                <a:gd name="T8" fmla="*/ 90 w 114"/>
                <a:gd name="T9" fmla="*/ 132 h 58"/>
                <a:gd name="T10" fmla="*/ 116 w 114"/>
                <a:gd name="T11" fmla="*/ 113 h 58"/>
                <a:gd name="T12" fmla="*/ 172 w 114"/>
                <a:gd name="T13" fmla="*/ 97 h 58"/>
                <a:gd name="T14" fmla="*/ 259 w 114"/>
                <a:gd name="T15" fmla="*/ 46 h 58"/>
                <a:gd name="T16" fmla="*/ 278 w 114"/>
                <a:gd name="T17" fmla="*/ 5 h 5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4" h="58">
                  <a:moveTo>
                    <a:pt x="108" y="0"/>
                  </a:moveTo>
                  <a:cubicBezTo>
                    <a:pt x="86" y="8"/>
                    <a:pt x="72" y="34"/>
                    <a:pt x="49" y="38"/>
                  </a:cubicBezTo>
                  <a:cubicBezTo>
                    <a:pt x="40" y="39"/>
                    <a:pt x="37" y="43"/>
                    <a:pt x="30" y="47"/>
                  </a:cubicBezTo>
                  <a:cubicBezTo>
                    <a:pt x="20" y="51"/>
                    <a:pt x="10" y="48"/>
                    <a:pt x="0" y="45"/>
                  </a:cubicBezTo>
                  <a:cubicBezTo>
                    <a:pt x="7" y="53"/>
                    <a:pt x="25" y="58"/>
                    <a:pt x="35" y="52"/>
                  </a:cubicBezTo>
                  <a:cubicBezTo>
                    <a:pt x="38" y="49"/>
                    <a:pt x="41" y="46"/>
                    <a:pt x="45" y="45"/>
                  </a:cubicBezTo>
                  <a:cubicBezTo>
                    <a:pt x="52" y="42"/>
                    <a:pt x="60" y="41"/>
                    <a:pt x="67" y="38"/>
                  </a:cubicBezTo>
                  <a:cubicBezTo>
                    <a:pt x="79" y="32"/>
                    <a:pt x="90" y="25"/>
                    <a:pt x="101" y="18"/>
                  </a:cubicBezTo>
                  <a:cubicBezTo>
                    <a:pt x="111" y="13"/>
                    <a:pt x="114" y="12"/>
                    <a:pt x="108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7963" name="Freeform 116">
              <a:extLst>
                <a:ext uri="{FF2B5EF4-FFF2-40B4-BE49-F238E27FC236}">
                  <a16:creationId xmlns:a16="http://schemas.microsoft.com/office/drawing/2014/main" id="{0C65427B-48D8-45E9-90A8-9A6E814486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3" y="1075"/>
              <a:ext cx="296" cy="144"/>
            </a:xfrm>
            <a:custGeom>
              <a:avLst/>
              <a:gdLst>
                <a:gd name="T0" fmla="*/ 0 w 217"/>
                <a:gd name="T1" fmla="*/ 88 h 105"/>
                <a:gd name="T2" fmla="*/ 551 w 217"/>
                <a:gd name="T3" fmla="*/ 270 h 105"/>
                <a:gd name="T4" fmla="*/ 0 w 217"/>
                <a:gd name="T5" fmla="*/ 88 h 10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7" h="105">
                  <a:moveTo>
                    <a:pt x="0" y="34"/>
                  </a:moveTo>
                  <a:cubicBezTo>
                    <a:pt x="0" y="34"/>
                    <a:pt x="122" y="0"/>
                    <a:pt x="217" y="105"/>
                  </a:cubicBezTo>
                  <a:cubicBezTo>
                    <a:pt x="217" y="105"/>
                    <a:pt x="137" y="12"/>
                    <a:pt x="0" y="3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7964" name="Freeform 117">
              <a:extLst>
                <a:ext uri="{FF2B5EF4-FFF2-40B4-BE49-F238E27FC236}">
                  <a16:creationId xmlns:a16="http://schemas.microsoft.com/office/drawing/2014/main" id="{B679854D-4BB6-402D-BCB6-40773A153C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4" y="1611"/>
              <a:ext cx="41" cy="53"/>
            </a:xfrm>
            <a:custGeom>
              <a:avLst/>
              <a:gdLst>
                <a:gd name="T0" fmla="*/ 5 w 30"/>
                <a:gd name="T1" fmla="*/ 35 h 39"/>
                <a:gd name="T2" fmla="*/ 75 w 30"/>
                <a:gd name="T3" fmla="*/ 26 h 39"/>
                <a:gd name="T4" fmla="*/ 30 w 30"/>
                <a:gd name="T5" fmla="*/ 1 h 39"/>
                <a:gd name="T6" fmla="*/ 5 w 30"/>
                <a:gd name="T7" fmla="*/ 42 h 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" h="39">
                  <a:moveTo>
                    <a:pt x="2" y="14"/>
                  </a:moveTo>
                  <a:cubicBezTo>
                    <a:pt x="0" y="39"/>
                    <a:pt x="30" y="25"/>
                    <a:pt x="29" y="10"/>
                  </a:cubicBezTo>
                  <a:cubicBezTo>
                    <a:pt x="29" y="2"/>
                    <a:pt x="20" y="0"/>
                    <a:pt x="12" y="1"/>
                  </a:cubicBezTo>
                  <a:cubicBezTo>
                    <a:pt x="3" y="3"/>
                    <a:pt x="2" y="7"/>
                    <a:pt x="2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7965" name="Freeform 118">
              <a:extLst>
                <a:ext uri="{FF2B5EF4-FFF2-40B4-BE49-F238E27FC236}">
                  <a16:creationId xmlns:a16="http://schemas.microsoft.com/office/drawing/2014/main" id="{200462E7-C86A-45E0-83AB-9E472D38ED4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3" y="1429"/>
              <a:ext cx="25" cy="82"/>
            </a:xfrm>
            <a:custGeom>
              <a:avLst/>
              <a:gdLst>
                <a:gd name="T0" fmla="*/ 21 w 18"/>
                <a:gd name="T1" fmla="*/ 0 h 60"/>
                <a:gd name="T2" fmla="*/ 8 w 18"/>
                <a:gd name="T3" fmla="*/ 153 h 60"/>
                <a:gd name="T4" fmla="*/ 33 w 18"/>
                <a:gd name="T5" fmla="*/ 14 h 6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60">
                  <a:moveTo>
                    <a:pt x="8" y="0"/>
                  </a:moveTo>
                  <a:cubicBezTo>
                    <a:pt x="16" y="19"/>
                    <a:pt x="0" y="40"/>
                    <a:pt x="3" y="60"/>
                  </a:cubicBezTo>
                  <a:cubicBezTo>
                    <a:pt x="18" y="51"/>
                    <a:pt x="10" y="16"/>
                    <a:pt x="12" y="5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7966" name="Freeform 119">
              <a:extLst>
                <a:ext uri="{FF2B5EF4-FFF2-40B4-BE49-F238E27FC236}">
                  <a16:creationId xmlns:a16="http://schemas.microsoft.com/office/drawing/2014/main" id="{C042F388-0FF1-480E-8AFA-EA4D9499A2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7" y="1679"/>
              <a:ext cx="12" cy="64"/>
            </a:xfrm>
            <a:custGeom>
              <a:avLst/>
              <a:gdLst>
                <a:gd name="T0" fmla="*/ 0 w 9"/>
                <a:gd name="T1" fmla="*/ 0 h 47"/>
                <a:gd name="T2" fmla="*/ 15 w 9"/>
                <a:gd name="T3" fmla="*/ 118 h 47"/>
                <a:gd name="T4" fmla="*/ 20 w 9"/>
                <a:gd name="T5" fmla="*/ 46 h 47"/>
                <a:gd name="T6" fmla="*/ 7 w 9"/>
                <a:gd name="T7" fmla="*/ 5 h 4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47">
                  <a:moveTo>
                    <a:pt x="0" y="0"/>
                  </a:moveTo>
                  <a:cubicBezTo>
                    <a:pt x="6" y="14"/>
                    <a:pt x="2" y="32"/>
                    <a:pt x="6" y="47"/>
                  </a:cubicBezTo>
                  <a:cubicBezTo>
                    <a:pt x="5" y="39"/>
                    <a:pt x="9" y="27"/>
                    <a:pt x="8" y="18"/>
                  </a:cubicBezTo>
                  <a:cubicBezTo>
                    <a:pt x="7" y="12"/>
                    <a:pt x="4" y="7"/>
                    <a:pt x="3" y="2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7967" name="Freeform 120">
              <a:extLst>
                <a:ext uri="{FF2B5EF4-FFF2-40B4-BE49-F238E27FC236}">
                  <a16:creationId xmlns:a16="http://schemas.microsoft.com/office/drawing/2014/main" id="{129A65D4-18C6-442B-8EEB-D8F735DD2B4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5" y="1365"/>
              <a:ext cx="372" cy="78"/>
            </a:xfrm>
            <a:custGeom>
              <a:avLst/>
              <a:gdLst>
                <a:gd name="T0" fmla="*/ 0 w 273"/>
                <a:gd name="T1" fmla="*/ 146 h 57"/>
                <a:gd name="T2" fmla="*/ 245 w 273"/>
                <a:gd name="T3" fmla="*/ 82 h 57"/>
                <a:gd name="T4" fmla="*/ 691 w 273"/>
                <a:gd name="T5" fmla="*/ 138 h 57"/>
                <a:gd name="T6" fmla="*/ 369 w 273"/>
                <a:gd name="T7" fmla="*/ 75 h 57"/>
                <a:gd name="T8" fmla="*/ 0 w 273"/>
                <a:gd name="T9" fmla="*/ 146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3" h="57">
                  <a:moveTo>
                    <a:pt x="0" y="57"/>
                  </a:moveTo>
                  <a:cubicBezTo>
                    <a:pt x="0" y="57"/>
                    <a:pt x="70" y="43"/>
                    <a:pt x="97" y="32"/>
                  </a:cubicBezTo>
                  <a:cubicBezTo>
                    <a:pt x="123" y="20"/>
                    <a:pt x="194" y="0"/>
                    <a:pt x="273" y="54"/>
                  </a:cubicBezTo>
                  <a:cubicBezTo>
                    <a:pt x="273" y="54"/>
                    <a:pt x="213" y="23"/>
                    <a:pt x="146" y="29"/>
                  </a:cubicBezTo>
                  <a:cubicBezTo>
                    <a:pt x="79" y="35"/>
                    <a:pt x="55" y="55"/>
                    <a:pt x="0" y="5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7968" name="Freeform 121">
              <a:extLst>
                <a:ext uri="{FF2B5EF4-FFF2-40B4-BE49-F238E27FC236}">
                  <a16:creationId xmlns:a16="http://schemas.microsoft.com/office/drawing/2014/main" id="{DA14E9D8-2CA1-4C50-BFFE-6A54E9AE195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7" y="1480"/>
              <a:ext cx="128" cy="48"/>
            </a:xfrm>
            <a:custGeom>
              <a:avLst/>
              <a:gdLst>
                <a:gd name="T0" fmla="*/ 237 w 94"/>
                <a:gd name="T1" fmla="*/ 85 h 35"/>
                <a:gd name="T2" fmla="*/ 215 w 94"/>
                <a:gd name="T3" fmla="*/ 75 h 35"/>
                <a:gd name="T4" fmla="*/ 167 w 94"/>
                <a:gd name="T5" fmla="*/ 62 h 35"/>
                <a:gd name="T6" fmla="*/ 101 w 94"/>
                <a:gd name="T7" fmla="*/ 40 h 35"/>
                <a:gd name="T8" fmla="*/ 0 w 94"/>
                <a:gd name="T9" fmla="*/ 0 h 35"/>
                <a:gd name="T10" fmla="*/ 154 w 94"/>
                <a:gd name="T11" fmla="*/ 70 h 35"/>
                <a:gd name="T12" fmla="*/ 237 w 94"/>
                <a:gd name="T13" fmla="*/ 91 h 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4" h="35">
                  <a:moveTo>
                    <a:pt x="94" y="33"/>
                  </a:moveTo>
                  <a:cubicBezTo>
                    <a:pt x="93" y="31"/>
                    <a:pt x="88" y="30"/>
                    <a:pt x="85" y="29"/>
                  </a:cubicBezTo>
                  <a:cubicBezTo>
                    <a:pt x="79" y="27"/>
                    <a:pt x="73" y="25"/>
                    <a:pt x="66" y="24"/>
                  </a:cubicBezTo>
                  <a:cubicBezTo>
                    <a:pt x="57" y="22"/>
                    <a:pt x="49" y="17"/>
                    <a:pt x="40" y="15"/>
                  </a:cubicBezTo>
                  <a:cubicBezTo>
                    <a:pt x="26" y="12"/>
                    <a:pt x="13" y="7"/>
                    <a:pt x="0" y="0"/>
                  </a:cubicBezTo>
                  <a:cubicBezTo>
                    <a:pt x="16" y="15"/>
                    <a:pt x="40" y="23"/>
                    <a:pt x="61" y="27"/>
                  </a:cubicBezTo>
                  <a:cubicBezTo>
                    <a:pt x="72" y="28"/>
                    <a:pt x="84" y="30"/>
                    <a:pt x="94" y="3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7969" name="Freeform 122">
              <a:extLst>
                <a:ext uri="{FF2B5EF4-FFF2-40B4-BE49-F238E27FC236}">
                  <a16:creationId xmlns:a16="http://schemas.microsoft.com/office/drawing/2014/main" id="{FA567C80-35CE-4D84-B2A0-987819733FB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1" y="1469"/>
              <a:ext cx="153" cy="20"/>
            </a:xfrm>
            <a:custGeom>
              <a:avLst/>
              <a:gdLst>
                <a:gd name="T0" fmla="*/ 0 w 112"/>
                <a:gd name="T1" fmla="*/ 15 h 15"/>
                <a:gd name="T2" fmla="*/ 61 w 112"/>
                <a:gd name="T3" fmla="*/ 9 h 15"/>
                <a:gd name="T4" fmla="*/ 134 w 112"/>
                <a:gd name="T5" fmla="*/ 7 h 15"/>
                <a:gd name="T6" fmla="*/ 286 w 112"/>
                <a:gd name="T7" fmla="*/ 7 h 15"/>
                <a:gd name="T8" fmla="*/ 187 w 112"/>
                <a:gd name="T9" fmla="*/ 28 h 15"/>
                <a:gd name="T10" fmla="*/ 96 w 112"/>
                <a:gd name="T11" fmla="*/ 31 h 15"/>
                <a:gd name="T12" fmla="*/ 37 w 112"/>
                <a:gd name="T13" fmla="*/ 27 h 15"/>
                <a:gd name="T14" fmla="*/ 1 w 112"/>
                <a:gd name="T15" fmla="*/ 16 h 1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2" h="15">
                  <a:moveTo>
                    <a:pt x="0" y="6"/>
                  </a:moveTo>
                  <a:cubicBezTo>
                    <a:pt x="6" y="10"/>
                    <a:pt x="18" y="4"/>
                    <a:pt x="24" y="4"/>
                  </a:cubicBezTo>
                  <a:cubicBezTo>
                    <a:pt x="34" y="3"/>
                    <a:pt x="43" y="3"/>
                    <a:pt x="53" y="3"/>
                  </a:cubicBezTo>
                  <a:cubicBezTo>
                    <a:pt x="72" y="3"/>
                    <a:pt x="93" y="0"/>
                    <a:pt x="112" y="3"/>
                  </a:cubicBezTo>
                  <a:cubicBezTo>
                    <a:pt x="100" y="8"/>
                    <a:pt x="86" y="10"/>
                    <a:pt x="73" y="12"/>
                  </a:cubicBezTo>
                  <a:cubicBezTo>
                    <a:pt x="61" y="15"/>
                    <a:pt x="49" y="13"/>
                    <a:pt x="37" y="13"/>
                  </a:cubicBezTo>
                  <a:cubicBezTo>
                    <a:pt x="29" y="13"/>
                    <a:pt x="22" y="13"/>
                    <a:pt x="15" y="11"/>
                  </a:cubicBezTo>
                  <a:cubicBezTo>
                    <a:pt x="11" y="10"/>
                    <a:pt x="3" y="9"/>
                    <a:pt x="1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7970" name="Freeform 123">
              <a:extLst>
                <a:ext uri="{FF2B5EF4-FFF2-40B4-BE49-F238E27FC236}">
                  <a16:creationId xmlns:a16="http://schemas.microsoft.com/office/drawing/2014/main" id="{645DDE94-D868-4481-B242-BEEAC62D6B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5" y="1436"/>
              <a:ext cx="181" cy="36"/>
            </a:xfrm>
            <a:custGeom>
              <a:avLst/>
              <a:gdLst>
                <a:gd name="T0" fmla="*/ 83 w 133"/>
                <a:gd name="T1" fmla="*/ 55 h 26"/>
                <a:gd name="T2" fmla="*/ 132 w 133"/>
                <a:gd name="T3" fmla="*/ 55 h 26"/>
                <a:gd name="T4" fmla="*/ 196 w 133"/>
                <a:gd name="T5" fmla="*/ 48 h 26"/>
                <a:gd name="T6" fmla="*/ 335 w 133"/>
                <a:gd name="T7" fmla="*/ 33 h 26"/>
                <a:gd name="T8" fmla="*/ 257 w 133"/>
                <a:gd name="T9" fmla="*/ 24 h 26"/>
                <a:gd name="T10" fmla="*/ 189 w 133"/>
                <a:gd name="T11" fmla="*/ 14 h 26"/>
                <a:gd name="T12" fmla="*/ 106 w 133"/>
                <a:gd name="T13" fmla="*/ 1 h 26"/>
                <a:gd name="T14" fmla="*/ 0 w 133"/>
                <a:gd name="T15" fmla="*/ 11 h 26"/>
                <a:gd name="T16" fmla="*/ 61 w 133"/>
                <a:gd name="T17" fmla="*/ 46 h 2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3" h="26">
                  <a:moveTo>
                    <a:pt x="33" y="21"/>
                  </a:moveTo>
                  <a:cubicBezTo>
                    <a:pt x="38" y="26"/>
                    <a:pt x="47" y="22"/>
                    <a:pt x="52" y="21"/>
                  </a:cubicBezTo>
                  <a:cubicBezTo>
                    <a:pt x="61" y="20"/>
                    <a:pt x="70" y="19"/>
                    <a:pt x="78" y="18"/>
                  </a:cubicBezTo>
                  <a:cubicBezTo>
                    <a:pt x="96" y="16"/>
                    <a:pt x="115" y="14"/>
                    <a:pt x="133" y="12"/>
                  </a:cubicBezTo>
                  <a:cubicBezTo>
                    <a:pt x="124" y="6"/>
                    <a:pt x="111" y="9"/>
                    <a:pt x="102" y="9"/>
                  </a:cubicBezTo>
                  <a:cubicBezTo>
                    <a:pt x="92" y="9"/>
                    <a:pt x="84" y="7"/>
                    <a:pt x="75" y="5"/>
                  </a:cubicBezTo>
                  <a:cubicBezTo>
                    <a:pt x="64" y="2"/>
                    <a:pt x="54" y="0"/>
                    <a:pt x="42" y="1"/>
                  </a:cubicBezTo>
                  <a:cubicBezTo>
                    <a:pt x="28" y="2"/>
                    <a:pt x="14" y="5"/>
                    <a:pt x="0" y="4"/>
                  </a:cubicBezTo>
                  <a:cubicBezTo>
                    <a:pt x="3" y="11"/>
                    <a:pt x="18" y="14"/>
                    <a:pt x="24" y="17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7971" name="Freeform 124">
              <a:extLst>
                <a:ext uri="{FF2B5EF4-FFF2-40B4-BE49-F238E27FC236}">
                  <a16:creationId xmlns:a16="http://schemas.microsoft.com/office/drawing/2014/main" id="{5AF75A4A-DFA6-4B60-A2F9-B7CBDD391AB0}"/>
                </a:ext>
              </a:extLst>
            </p:cNvPr>
            <p:cNvSpPr>
              <a:spLocks/>
            </p:cNvSpPr>
            <p:nvPr/>
          </p:nvSpPr>
          <p:spPr bwMode="auto">
            <a:xfrm>
              <a:off x="958" y="1676"/>
              <a:ext cx="625" cy="59"/>
            </a:xfrm>
            <a:custGeom>
              <a:avLst/>
              <a:gdLst>
                <a:gd name="T0" fmla="*/ 0 w 458"/>
                <a:gd name="T1" fmla="*/ 21 h 43"/>
                <a:gd name="T2" fmla="*/ 675 w 458"/>
                <a:gd name="T3" fmla="*/ 92 h 43"/>
                <a:gd name="T4" fmla="*/ 1164 w 458"/>
                <a:gd name="T5" fmla="*/ 106 h 43"/>
                <a:gd name="T6" fmla="*/ 813 w 458"/>
                <a:gd name="T7" fmla="*/ 47 h 43"/>
                <a:gd name="T8" fmla="*/ 0 w 458"/>
                <a:gd name="T9" fmla="*/ 21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8" h="43">
                  <a:moveTo>
                    <a:pt x="0" y="8"/>
                  </a:moveTo>
                  <a:cubicBezTo>
                    <a:pt x="0" y="8"/>
                    <a:pt x="182" y="43"/>
                    <a:pt x="266" y="36"/>
                  </a:cubicBezTo>
                  <a:cubicBezTo>
                    <a:pt x="350" y="29"/>
                    <a:pt x="407" y="8"/>
                    <a:pt x="458" y="41"/>
                  </a:cubicBezTo>
                  <a:cubicBezTo>
                    <a:pt x="458" y="41"/>
                    <a:pt x="407" y="0"/>
                    <a:pt x="320" y="18"/>
                  </a:cubicBezTo>
                  <a:cubicBezTo>
                    <a:pt x="230" y="36"/>
                    <a:pt x="114" y="26"/>
                    <a:pt x="0" y="8"/>
                  </a:cubicBezTo>
                  <a:close/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7972" name="Freeform 125">
              <a:extLst>
                <a:ext uri="{FF2B5EF4-FFF2-40B4-BE49-F238E27FC236}">
                  <a16:creationId xmlns:a16="http://schemas.microsoft.com/office/drawing/2014/main" id="{70AA0F47-B142-4172-8185-30608DF80A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9" y="1933"/>
              <a:ext cx="91" cy="45"/>
            </a:xfrm>
            <a:custGeom>
              <a:avLst/>
              <a:gdLst>
                <a:gd name="T0" fmla="*/ 168 w 67"/>
                <a:gd name="T1" fmla="*/ 56 h 33"/>
                <a:gd name="T2" fmla="*/ 7 w 67"/>
                <a:gd name="T3" fmla="*/ 46 h 33"/>
                <a:gd name="T4" fmla="*/ 88 w 67"/>
                <a:gd name="T5" fmla="*/ 57 h 33"/>
                <a:gd name="T6" fmla="*/ 166 w 67"/>
                <a:gd name="T7" fmla="*/ 61 h 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7" h="33">
                  <a:moveTo>
                    <a:pt x="67" y="22"/>
                  </a:moveTo>
                  <a:cubicBezTo>
                    <a:pt x="59" y="17"/>
                    <a:pt x="0" y="0"/>
                    <a:pt x="3" y="18"/>
                  </a:cubicBezTo>
                  <a:cubicBezTo>
                    <a:pt x="5" y="33"/>
                    <a:pt x="27" y="24"/>
                    <a:pt x="35" y="23"/>
                  </a:cubicBezTo>
                  <a:cubicBezTo>
                    <a:pt x="45" y="21"/>
                    <a:pt x="56" y="20"/>
                    <a:pt x="66" y="2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7973" name="Freeform 126">
              <a:extLst>
                <a:ext uri="{FF2B5EF4-FFF2-40B4-BE49-F238E27FC236}">
                  <a16:creationId xmlns:a16="http://schemas.microsoft.com/office/drawing/2014/main" id="{E5F47B25-A157-4505-93B5-78C36069F03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5" y="1760"/>
              <a:ext cx="111" cy="164"/>
            </a:xfrm>
            <a:custGeom>
              <a:avLst/>
              <a:gdLst>
                <a:gd name="T0" fmla="*/ 203 w 82"/>
                <a:gd name="T1" fmla="*/ 0 h 120"/>
                <a:gd name="T2" fmla="*/ 139 w 82"/>
                <a:gd name="T3" fmla="*/ 78 h 120"/>
                <a:gd name="T4" fmla="*/ 77 w 82"/>
                <a:gd name="T5" fmla="*/ 138 h 120"/>
                <a:gd name="T6" fmla="*/ 0 w 82"/>
                <a:gd name="T7" fmla="*/ 306 h 120"/>
                <a:gd name="T8" fmla="*/ 42 w 82"/>
                <a:gd name="T9" fmla="*/ 217 h 120"/>
                <a:gd name="T10" fmla="*/ 119 w 82"/>
                <a:gd name="T11" fmla="*/ 126 h 120"/>
                <a:gd name="T12" fmla="*/ 202 w 82"/>
                <a:gd name="T13" fmla="*/ 7 h 1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2" h="120">
                  <a:moveTo>
                    <a:pt x="82" y="0"/>
                  </a:moveTo>
                  <a:cubicBezTo>
                    <a:pt x="79" y="13"/>
                    <a:pt x="66" y="23"/>
                    <a:pt x="56" y="31"/>
                  </a:cubicBezTo>
                  <a:cubicBezTo>
                    <a:pt x="47" y="39"/>
                    <a:pt x="39" y="47"/>
                    <a:pt x="31" y="54"/>
                  </a:cubicBezTo>
                  <a:cubicBezTo>
                    <a:pt x="10" y="74"/>
                    <a:pt x="9" y="94"/>
                    <a:pt x="0" y="120"/>
                  </a:cubicBezTo>
                  <a:cubicBezTo>
                    <a:pt x="7" y="109"/>
                    <a:pt x="10" y="96"/>
                    <a:pt x="17" y="85"/>
                  </a:cubicBezTo>
                  <a:cubicBezTo>
                    <a:pt x="25" y="71"/>
                    <a:pt x="36" y="60"/>
                    <a:pt x="48" y="49"/>
                  </a:cubicBezTo>
                  <a:cubicBezTo>
                    <a:pt x="58" y="38"/>
                    <a:pt x="80" y="19"/>
                    <a:pt x="81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7974" name="Freeform 127">
              <a:extLst>
                <a:ext uri="{FF2B5EF4-FFF2-40B4-BE49-F238E27FC236}">
                  <a16:creationId xmlns:a16="http://schemas.microsoft.com/office/drawing/2014/main" id="{C2430F68-5C10-4257-856D-F91A6A237AA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9" y="2000"/>
              <a:ext cx="19" cy="11"/>
            </a:xfrm>
            <a:custGeom>
              <a:avLst/>
              <a:gdLst>
                <a:gd name="T0" fmla="*/ 0 w 14"/>
                <a:gd name="T1" fmla="*/ 1 h 8"/>
                <a:gd name="T2" fmla="*/ 35 w 14"/>
                <a:gd name="T3" fmla="*/ 19 h 8"/>
                <a:gd name="T4" fmla="*/ 0 w 14"/>
                <a:gd name="T5" fmla="*/ 11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8">
                  <a:moveTo>
                    <a:pt x="0" y="1"/>
                  </a:moveTo>
                  <a:cubicBezTo>
                    <a:pt x="6" y="0"/>
                    <a:pt x="13" y="0"/>
                    <a:pt x="14" y="7"/>
                  </a:cubicBezTo>
                  <a:cubicBezTo>
                    <a:pt x="9" y="8"/>
                    <a:pt x="6" y="3"/>
                    <a:pt x="0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7975" name="Freeform 128">
              <a:extLst>
                <a:ext uri="{FF2B5EF4-FFF2-40B4-BE49-F238E27FC236}">
                  <a16:creationId xmlns:a16="http://schemas.microsoft.com/office/drawing/2014/main" id="{05D27FC9-81FB-4BDB-865B-9E1F3D3755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2" y="1999"/>
              <a:ext cx="39" cy="27"/>
            </a:xfrm>
            <a:custGeom>
              <a:avLst/>
              <a:gdLst>
                <a:gd name="T0" fmla="*/ 69 w 29"/>
                <a:gd name="T1" fmla="*/ 7 h 20"/>
                <a:gd name="T2" fmla="*/ 5 w 29"/>
                <a:gd name="T3" fmla="*/ 49 h 20"/>
                <a:gd name="T4" fmla="*/ 70 w 29"/>
                <a:gd name="T5" fmla="*/ 1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20">
                  <a:moveTo>
                    <a:pt x="28" y="3"/>
                  </a:moveTo>
                  <a:cubicBezTo>
                    <a:pt x="18" y="1"/>
                    <a:pt x="0" y="6"/>
                    <a:pt x="2" y="20"/>
                  </a:cubicBezTo>
                  <a:cubicBezTo>
                    <a:pt x="11" y="14"/>
                    <a:pt x="18" y="0"/>
                    <a:pt x="29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7976" name="Freeform 129">
              <a:extLst>
                <a:ext uri="{FF2B5EF4-FFF2-40B4-BE49-F238E27FC236}">
                  <a16:creationId xmlns:a16="http://schemas.microsoft.com/office/drawing/2014/main" id="{DB4C7404-A617-4E9A-BC0C-BF13B373625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3" y="2025"/>
              <a:ext cx="23" cy="18"/>
            </a:xfrm>
            <a:custGeom>
              <a:avLst/>
              <a:gdLst>
                <a:gd name="T0" fmla="*/ 0 w 17"/>
                <a:gd name="T1" fmla="*/ 1 h 13"/>
                <a:gd name="T2" fmla="*/ 42 w 17"/>
                <a:gd name="T3" fmla="*/ 35 h 13"/>
                <a:gd name="T4" fmla="*/ 1 w 17"/>
                <a:gd name="T5" fmla="*/ 6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3">
                  <a:moveTo>
                    <a:pt x="0" y="1"/>
                  </a:moveTo>
                  <a:cubicBezTo>
                    <a:pt x="8" y="0"/>
                    <a:pt x="17" y="5"/>
                    <a:pt x="17" y="13"/>
                  </a:cubicBezTo>
                  <a:cubicBezTo>
                    <a:pt x="13" y="11"/>
                    <a:pt x="2" y="5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7977" name="Freeform 130">
              <a:extLst>
                <a:ext uri="{FF2B5EF4-FFF2-40B4-BE49-F238E27FC236}">
                  <a16:creationId xmlns:a16="http://schemas.microsoft.com/office/drawing/2014/main" id="{D39E1F0D-2974-480A-A932-1EFE0FE5B0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7" y="2047"/>
              <a:ext cx="46" cy="26"/>
            </a:xfrm>
            <a:custGeom>
              <a:avLst/>
              <a:gdLst>
                <a:gd name="T0" fmla="*/ 0 w 34"/>
                <a:gd name="T1" fmla="*/ 15 h 19"/>
                <a:gd name="T2" fmla="*/ 84 w 34"/>
                <a:gd name="T3" fmla="*/ 41 h 19"/>
                <a:gd name="T4" fmla="*/ 1 w 34"/>
                <a:gd name="T5" fmla="*/ 21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19">
                  <a:moveTo>
                    <a:pt x="0" y="6"/>
                  </a:moveTo>
                  <a:cubicBezTo>
                    <a:pt x="13" y="0"/>
                    <a:pt x="26" y="7"/>
                    <a:pt x="34" y="16"/>
                  </a:cubicBezTo>
                  <a:cubicBezTo>
                    <a:pt x="27" y="19"/>
                    <a:pt x="10" y="10"/>
                    <a:pt x="1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7978" name="Freeform 131">
              <a:extLst>
                <a:ext uri="{FF2B5EF4-FFF2-40B4-BE49-F238E27FC236}">
                  <a16:creationId xmlns:a16="http://schemas.microsoft.com/office/drawing/2014/main" id="{1D23270C-7147-4408-8B6B-65F53D84AF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6" y="1619"/>
              <a:ext cx="169" cy="130"/>
            </a:xfrm>
            <a:custGeom>
              <a:avLst/>
              <a:gdLst>
                <a:gd name="T0" fmla="*/ 301 w 124"/>
                <a:gd name="T1" fmla="*/ 120 h 95"/>
                <a:gd name="T2" fmla="*/ 0 w 124"/>
                <a:gd name="T3" fmla="*/ 244 h 95"/>
                <a:gd name="T4" fmla="*/ 184 w 124"/>
                <a:gd name="T5" fmla="*/ 62 h 95"/>
                <a:gd name="T6" fmla="*/ 258 w 124"/>
                <a:gd name="T7" fmla="*/ 71 h 95"/>
                <a:gd name="T8" fmla="*/ 313 w 124"/>
                <a:gd name="T9" fmla="*/ 123 h 9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4" h="95">
                  <a:moveTo>
                    <a:pt x="119" y="47"/>
                  </a:moveTo>
                  <a:cubicBezTo>
                    <a:pt x="81" y="0"/>
                    <a:pt x="28" y="71"/>
                    <a:pt x="0" y="95"/>
                  </a:cubicBezTo>
                  <a:cubicBezTo>
                    <a:pt x="16" y="68"/>
                    <a:pt x="42" y="33"/>
                    <a:pt x="73" y="24"/>
                  </a:cubicBezTo>
                  <a:cubicBezTo>
                    <a:pt x="84" y="21"/>
                    <a:pt x="93" y="23"/>
                    <a:pt x="102" y="28"/>
                  </a:cubicBezTo>
                  <a:cubicBezTo>
                    <a:pt x="111" y="33"/>
                    <a:pt x="118" y="45"/>
                    <a:pt x="124" y="4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7979" name="Freeform 132">
              <a:extLst>
                <a:ext uri="{FF2B5EF4-FFF2-40B4-BE49-F238E27FC236}">
                  <a16:creationId xmlns:a16="http://schemas.microsoft.com/office/drawing/2014/main" id="{9E06664C-E7F5-429B-89E2-84E1B49368B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8" y="1336"/>
              <a:ext cx="131" cy="54"/>
            </a:xfrm>
            <a:custGeom>
              <a:avLst/>
              <a:gdLst>
                <a:gd name="T0" fmla="*/ 0 w 96"/>
                <a:gd name="T1" fmla="*/ 104 h 39"/>
                <a:gd name="T2" fmla="*/ 34 w 96"/>
                <a:gd name="T3" fmla="*/ 55 h 39"/>
                <a:gd name="T4" fmla="*/ 83 w 96"/>
                <a:gd name="T5" fmla="*/ 24 h 39"/>
                <a:gd name="T6" fmla="*/ 244 w 96"/>
                <a:gd name="T7" fmla="*/ 8 h 39"/>
                <a:gd name="T8" fmla="*/ 78 w 96"/>
                <a:gd name="T9" fmla="*/ 35 h 39"/>
                <a:gd name="T10" fmla="*/ 1 w 96"/>
                <a:gd name="T11" fmla="*/ 104 h 3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6" h="39">
                  <a:moveTo>
                    <a:pt x="0" y="39"/>
                  </a:moveTo>
                  <a:cubicBezTo>
                    <a:pt x="4" y="32"/>
                    <a:pt x="7" y="26"/>
                    <a:pt x="13" y="21"/>
                  </a:cubicBezTo>
                  <a:cubicBezTo>
                    <a:pt x="19" y="16"/>
                    <a:pt x="26" y="12"/>
                    <a:pt x="33" y="9"/>
                  </a:cubicBezTo>
                  <a:cubicBezTo>
                    <a:pt x="53" y="0"/>
                    <a:pt x="75" y="7"/>
                    <a:pt x="96" y="3"/>
                  </a:cubicBezTo>
                  <a:cubicBezTo>
                    <a:pt x="74" y="9"/>
                    <a:pt x="52" y="5"/>
                    <a:pt x="31" y="13"/>
                  </a:cubicBezTo>
                  <a:cubicBezTo>
                    <a:pt x="19" y="18"/>
                    <a:pt x="7" y="28"/>
                    <a:pt x="1" y="3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7980" name="Freeform 133">
              <a:extLst>
                <a:ext uri="{FF2B5EF4-FFF2-40B4-BE49-F238E27FC236}">
                  <a16:creationId xmlns:a16="http://schemas.microsoft.com/office/drawing/2014/main" id="{ECF5941D-7759-48B7-9AA6-A8EEFAEBCC5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7" y="1390"/>
              <a:ext cx="94" cy="26"/>
            </a:xfrm>
            <a:custGeom>
              <a:avLst/>
              <a:gdLst>
                <a:gd name="T0" fmla="*/ 0 w 69"/>
                <a:gd name="T1" fmla="*/ 49 h 19"/>
                <a:gd name="T2" fmla="*/ 174 w 69"/>
                <a:gd name="T3" fmla="*/ 14 h 19"/>
                <a:gd name="T4" fmla="*/ 68 w 69"/>
                <a:gd name="T5" fmla="*/ 30 h 19"/>
                <a:gd name="T6" fmla="*/ 1 w 69"/>
                <a:gd name="T7" fmla="*/ 49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9" h="19">
                  <a:moveTo>
                    <a:pt x="0" y="19"/>
                  </a:moveTo>
                  <a:cubicBezTo>
                    <a:pt x="20" y="12"/>
                    <a:pt x="47" y="0"/>
                    <a:pt x="69" y="5"/>
                  </a:cubicBezTo>
                  <a:cubicBezTo>
                    <a:pt x="55" y="7"/>
                    <a:pt x="41" y="9"/>
                    <a:pt x="27" y="12"/>
                  </a:cubicBezTo>
                  <a:cubicBezTo>
                    <a:pt x="19" y="13"/>
                    <a:pt x="7" y="15"/>
                    <a:pt x="1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7981" name="Freeform 134">
              <a:extLst>
                <a:ext uri="{FF2B5EF4-FFF2-40B4-BE49-F238E27FC236}">
                  <a16:creationId xmlns:a16="http://schemas.microsoft.com/office/drawing/2014/main" id="{A07156AF-F8A7-437A-B8FA-76A2BBF652D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5" y="977"/>
              <a:ext cx="59" cy="26"/>
            </a:xfrm>
            <a:custGeom>
              <a:avLst/>
              <a:gdLst>
                <a:gd name="T0" fmla="*/ 0 w 43"/>
                <a:gd name="T1" fmla="*/ 30 h 19"/>
                <a:gd name="T2" fmla="*/ 62 w 43"/>
                <a:gd name="T3" fmla="*/ 0 h 19"/>
                <a:gd name="T4" fmla="*/ 111 w 43"/>
                <a:gd name="T5" fmla="*/ 49 h 19"/>
                <a:gd name="T6" fmla="*/ 0 w 43"/>
                <a:gd name="T7" fmla="*/ 29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3" h="19">
                  <a:moveTo>
                    <a:pt x="0" y="12"/>
                  </a:moveTo>
                  <a:cubicBezTo>
                    <a:pt x="4" y="5"/>
                    <a:pt x="16" y="0"/>
                    <a:pt x="24" y="0"/>
                  </a:cubicBezTo>
                  <a:cubicBezTo>
                    <a:pt x="36" y="0"/>
                    <a:pt x="39" y="9"/>
                    <a:pt x="43" y="19"/>
                  </a:cubicBezTo>
                  <a:cubicBezTo>
                    <a:pt x="31" y="3"/>
                    <a:pt x="16" y="6"/>
                    <a:pt x="0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7982" name="Freeform 135">
              <a:extLst>
                <a:ext uri="{FF2B5EF4-FFF2-40B4-BE49-F238E27FC236}">
                  <a16:creationId xmlns:a16="http://schemas.microsoft.com/office/drawing/2014/main" id="{22BAF324-0957-432E-9FF9-EA8720E6DE2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2" y="1078"/>
              <a:ext cx="71" cy="113"/>
            </a:xfrm>
            <a:custGeom>
              <a:avLst/>
              <a:gdLst>
                <a:gd name="T0" fmla="*/ 15 w 52"/>
                <a:gd name="T1" fmla="*/ 5 h 83"/>
                <a:gd name="T2" fmla="*/ 132 w 52"/>
                <a:gd name="T3" fmla="*/ 176 h 83"/>
                <a:gd name="T4" fmla="*/ 34 w 52"/>
                <a:gd name="T5" fmla="*/ 101 h 83"/>
                <a:gd name="T6" fmla="*/ 15 w 52"/>
                <a:gd name="T7" fmla="*/ 0 h 8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2" h="83">
                  <a:moveTo>
                    <a:pt x="6" y="2"/>
                  </a:moveTo>
                  <a:cubicBezTo>
                    <a:pt x="0" y="28"/>
                    <a:pt x="13" y="83"/>
                    <a:pt x="52" y="70"/>
                  </a:cubicBezTo>
                  <a:cubicBezTo>
                    <a:pt x="35" y="63"/>
                    <a:pt x="22" y="58"/>
                    <a:pt x="13" y="40"/>
                  </a:cubicBezTo>
                  <a:cubicBezTo>
                    <a:pt x="8" y="28"/>
                    <a:pt x="6" y="14"/>
                    <a:pt x="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7983" name="Freeform 136">
              <a:extLst>
                <a:ext uri="{FF2B5EF4-FFF2-40B4-BE49-F238E27FC236}">
                  <a16:creationId xmlns:a16="http://schemas.microsoft.com/office/drawing/2014/main" id="{35673D25-E0AA-41E8-B79D-8A6C8B013BB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1" y="1082"/>
              <a:ext cx="97" cy="88"/>
            </a:xfrm>
            <a:custGeom>
              <a:avLst/>
              <a:gdLst>
                <a:gd name="T0" fmla="*/ 0 w 71"/>
                <a:gd name="T1" fmla="*/ 160 h 64"/>
                <a:gd name="T2" fmla="*/ 119 w 71"/>
                <a:gd name="T3" fmla="*/ 127 h 64"/>
                <a:gd name="T4" fmla="*/ 179 w 71"/>
                <a:gd name="T5" fmla="*/ 0 h 64"/>
                <a:gd name="T6" fmla="*/ 139 w 71"/>
                <a:gd name="T7" fmla="*/ 110 h 64"/>
                <a:gd name="T8" fmla="*/ 119 w 71"/>
                <a:gd name="T9" fmla="*/ 151 h 64"/>
                <a:gd name="T10" fmla="*/ 63 w 71"/>
                <a:gd name="T11" fmla="*/ 146 h 64"/>
                <a:gd name="T12" fmla="*/ 5 w 71"/>
                <a:gd name="T13" fmla="*/ 166 h 6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1" h="64">
                  <a:moveTo>
                    <a:pt x="0" y="61"/>
                  </a:moveTo>
                  <a:cubicBezTo>
                    <a:pt x="12" y="49"/>
                    <a:pt x="32" y="45"/>
                    <a:pt x="47" y="49"/>
                  </a:cubicBezTo>
                  <a:cubicBezTo>
                    <a:pt x="52" y="33"/>
                    <a:pt x="61" y="13"/>
                    <a:pt x="70" y="0"/>
                  </a:cubicBezTo>
                  <a:cubicBezTo>
                    <a:pt x="71" y="11"/>
                    <a:pt x="59" y="31"/>
                    <a:pt x="55" y="42"/>
                  </a:cubicBezTo>
                  <a:cubicBezTo>
                    <a:pt x="53" y="47"/>
                    <a:pt x="51" y="56"/>
                    <a:pt x="47" y="58"/>
                  </a:cubicBezTo>
                  <a:cubicBezTo>
                    <a:pt x="41" y="61"/>
                    <a:pt x="31" y="55"/>
                    <a:pt x="25" y="56"/>
                  </a:cubicBezTo>
                  <a:cubicBezTo>
                    <a:pt x="18" y="57"/>
                    <a:pt x="6" y="60"/>
                    <a:pt x="2" y="6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7984" name="Freeform 137">
              <a:extLst>
                <a:ext uri="{FF2B5EF4-FFF2-40B4-BE49-F238E27FC236}">
                  <a16:creationId xmlns:a16="http://schemas.microsoft.com/office/drawing/2014/main" id="{AAFFF5AB-B595-40FA-ABE2-6571C839EF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2" y="1026"/>
              <a:ext cx="153" cy="81"/>
            </a:xfrm>
            <a:custGeom>
              <a:avLst/>
              <a:gdLst>
                <a:gd name="T0" fmla="*/ 286 w 112"/>
                <a:gd name="T1" fmla="*/ 0 h 59"/>
                <a:gd name="T2" fmla="*/ 0 w 112"/>
                <a:gd name="T3" fmla="*/ 152 h 59"/>
                <a:gd name="T4" fmla="*/ 96 w 112"/>
                <a:gd name="T5" fmla="*/ 92 h 59"/>
                <a:gd name="T6" fmla="*/ 183 w 112"/>
                <a:gd name="T7" fmla="*/ 36 h 59"/>
                <a:gd name="T8" fmla="*/ 286 w 112"/>
                <a:gd name="T9" fmla="*/ 7 h 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2" h="59">
                  <a:moveTo>
                    <a:pt x="112" y="0"/>
                  </a:moveTo>
                  <a:cubicBezTo>
                    <a:pt x="69" y="0"/>
                    <a:pt x="29" y="28"/>
                    <a:pt x="0" y="59"/>
                  </a:cubicBezTo>
                  <a:cubicBezTo>
                    <a:pt x="12" y="56"/>
                    <a:pt x="27" y="42"/>
                    <a:pt x="37" y="36"/>
                  </a:cubicBezTo>
                  <a:cubicBezTo>
                    <a:pt x="48" y="28"/>
                    <a:pt x="60" y="22"/>
                    <a:pt x="72" y="14"/>
                  </a:cubicBezTo>
                  <a:cubicBezTo>
                    <a:pt x="86" y="6"/>
                    <a:pt x="96" y="3"/>
                    <a:pt x="112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7985" name="Freeform 138">
              <a:extLst>
                <a:ext uri="{FF2B5EF4-FFF2-40B4-BE49-F238E27FC236}">
                  <a16:creationId xmlns:a16="http://schemas.microsoft.com/office/drawing/2014/main" id="{EA771BC1-CC30-4212-9EF6-9AE8CDAB02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4" y="980"/>
              <a:ext cx="30" cy="42"/>
            </a:xfrm>
            <a:custGeom>
              <a:avLst/>
              <a:gdLst>
                <a:gd name="T0" fmla="*/ 0 w 22"/>
                <a:gd name="T1" fmla="*/ 1 h 31"/>
                <a:gd name="T2" fmla="*/ 35 w 22"/>
                <a:gd name="T3" fmla="*/ 77 h 31"/>
                <a:gd name="T4" fmla="*/ 5 w 22"/>
                <a:gd name="T5" fmla="*/ 0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31">
                  <a:moveTo>
                    <a:pt x="0" y="1"/>
                  </a:moveTo>
                  <a:cubicBezTo>
                    <a:pt x="22" y="1"/>
                    <a:pt x="18" y="16"/>
                    <a:pt x="14" y="31"/>
                  </a:cubicBezTo>
                  <a:cubicBezTo>
                    <a:pt x="14" y="16"/>
                    <a:pt x="16" y="7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7986" name="Freeform 139">
              <a:extLst>
                <a:ext uri="{FF2B5EF4-FFF2-40B4-BE49-F238E27FC236}">
                  <a16:creationId xmlns:a16="http://schemas.microsoft.com/office/drawing/2014/main" id="{13C12812-8FE2-49B2-97B0-8DF6DC9BCA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1" y="1022"/>
              <a:ext cx="17" cy="41"/>
            </a:xfrm>
            <a:custGeom>
              <a:avLst/>
              <a:gdLst>
                <a:gd name="T0" fmla="*/ 0 w 13"/>
                <a:gd name="T1" fmla="*/ 19 h 30"/>
                <a:gd name="T2" fmla="*/ 1 w 13"/>
                <a:gd name="T3" fmla="*/ 77 h 30"/>
                <a:gd name="T4" fmla="*/ 0 w 13"/>
                <a:gd name="T5" fmla="*/ 15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30">
                  <a:moveTo>
                    <a:pt x="0" y="7"/>
                  </a:moveTo>
                  <a:cubicBezTo>
                    <a:pt x="13" y="0"/>
                    <a:pt x="4" y="26"/>
                    <a:pt x="1" y="30"/>
                  </a:cubicBezTo>
                  <a:cubicBezTo>
                    <a:pt x="2" y="23"/>
                    <a:pt x="5" y="11"/>
                    <a:pt x="0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7987" name="Freeform 140">
              <a:extLst>
                <a:ext uri="{FF2B5EF4-FFF2-40B4-BE49-F238E27FC236}">
                  <a16:creationId xmlns:a16="http://schemas.microsoft.com/office/drawing/2014/main" id="{7F2053BF-EF80-4F7D-ABD0-1B5FDF7AAFC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2" y="775"/>
              <a:ext cx="323" cy="171"/>
            </a:xfrm>
            <a:custGeom>
              <a:avLst/>
              <a:gdLst>
                <a:gd name="T0" fmla="*/ 0 w 237"/>
                <a:gd name="T1" fmla="*/ 92 h 125"/>
                <a:gd name="T2" fmla="*/ 281 w 237"/>
                <a:gd name="T3" fmla="*/ 1 h 125"/>
                <a:gd name="T4" fmla="*/ 600 w 237"/>
                <a:gd name="T5" fmla="*/ 320 h 125"/>
                <a:gd name="T6" fmla="*/ 316 w 237"/>
                <a:gd name="T7" fmla="*/ 30 h 125"/>
                <a:gd name="T8" fmla="*/ 0 w 237"/>
                <a:gd name="T9" fmla="*/ 92 h 1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7" h="125">
                  <a:moveTo>
                    <a:pt x="0" y="36"/>
                  </a:moveTo>
                  <a:cubicBezTo>
                    <a:pt x="0" y="36"/>
                    <a:pt x="35" y="1"/>
                    <a:pt x="111" y="1"/>
                  </a:cubicBezTo>
                  <a:cubicBezTo>
                    <a:pt x="187" y="1"/>
                    <a:pt x="213" y="52"/>
                    <a:pt x="237" y="125"/>
                  </a:cubicBezTo>
                  <a:cubicBezTo>
                    <a:pt x="237" y="125"/>
                    <a:pt x="211" y="24"/>
                    <a:pt x="125" y="12"/>
                  </a:cubicBezTo>
                  <a:cubicBezTo>
                    <a:pt x="38" y="0"/>
                    <a:pt x="0" y="36"/>
                    <a:pt x="0" y="3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7988" name="Freeform 141">
              <a:extLst>
                <a:ext uri="{FF2B5EF4-FFF2-40B4-BE49-F238E27FC236}">
                  <a16:creationId xmlns:a16="http://schemas.microsoft.com/office/drawing/2014/main" id="{17901950-490B-46D2-9D8A-498397B5CF55}"/>
                </a:ext>
              </a:extLst>
            </p:cNvPr>
            <p:cNvSpPr>
              <a:spLocks/>
            </p:cNvSpPr>
            <p:nvPr/>
          </p:nvSpPr>
          <p:spPr bwMode="auto">
            <a:xfrm>
              <a:off x="844" y="1428"/>
              <a:ext cx="83" cy="34"/>
            </a:xfrm>
            <a:custGeom>
              <a:avLst/>
              <a:gdLst>
                <a:gd name="T0" fmla="*/ 0 w 61"/>
                <a:gd name="T1" fmla="*/ 20 h 25"/>
                <a:gd name="T2" fmla="*/ 154 w 61"/>
                <a:gd name="T3" fmla="*/ 63 h 25"/>
                <a:gd name="T4" fmla="*/ 0 w 61"/>
                <a:gd name="T5" fmla="*/ 20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1" h="25">
                  <a:moveTo>
                    <a:pt x="0" y="8"/>
                  </a:moveTo>
                  <a:cubicBezTo>
                    <a:pt x="0" y="8"/>
                    <a:pt x="15" y="0"/>
                    <a:pt x="61" y="25"/>
                  </a:cubicBezTo>
                  <a:cubicBezTo>
                    <a:pt x="61" y="25"/>
                    <a:pt x="28" y="13"/>
                    <a:pt x="0" y="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7989" name="Freeform 142">
              <a:extLst>
                <a:ext uri="{FF2B5EF4-FFF2-40B4-BE49-F238E27FC236}">
                  <a16:creationId xmlns:a16="http://schemas.microsoft.com/office/drawing/2014/main" id="{8DE9E0A5-0487-4ACE-9202-9799F98F5D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9" y="1437"/>
              <a:ext cx="101" cy="171"/>
            </a:xfrm>
            <a:custGeom>
              <a:avLst/>
              <a:gdLst>
                <a:gd name="T0" fmla="*/ 98 w 74"/>
                <a:gd name="T1" fmla="*/ 320 h 125"/>
                <a:gd name="T2" fmla="*/ 132 w 74"/>
                <a:gd name="T3" fmla="*/ 182 h 125"/>
                <a:gd name="T4" fmla="*/ 168 w 74"/>
                <a:gd name="T5" fmla="*/ 0 h 125"/>
                <a:gd name="T6" fmla="*/ 97 w 74"/>
                <a:gd name="T7" fmla="*/ 320 h 1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4" h="125">
                  <a:moveTo>
                    <a:pt x="39" y="125"/>
                  </a:moveTo>
                  <a:cubicBezTo>
                    <a:pt x="28" y="110"/>
                    <a:pt x="43" y="85"/>
                    <a:pt x="52" y="71"/>
                  </a:cubicBezTo>
                  <a:cubicBezTo>
                    <a:pt x="65" y="50"/>
                    <a:pt x="74" y="25"/>
                    <a:pt x="66" y="0"/>
                  </a:cubicBezTo>
                  <a:cubicBezTo>
                    <a:pt x="69" y="45"/>
                    <a:pt x="0" y="83"/>
                    <a:pt x="38" y="125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7990" name="Freeform 143">
              <a:extLst>
                <a:ext uri="{FF2B5EF4-FFF2-40B4-BE49-F238E27FC236}">
                  <a16:creationId xmlns:a16="http://schemas.microsoft.com/office/drawing/2014/main" id="{880A55E5-2404-4453-BE54-54BE432999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2" y="1533"/>
              <a:ext cx="27" cy="120"/>
            </a:xfrm>
            <a:custGeom>
              <a:avLst/>
              <a:gdLst>
                <a:gd name="T0" fmla="*/ 43 w 20"/>
                <a:gd name="T1" fmla="*/ 0 h 88"/>
                <a:gd name="T2" fmla="*/ 5 w 20"/>
                <a:gd name="T3" fmla="*/ 109 h 88"/>
                <a:gd name="T4" fmla="*/ 49 w 20"/>
                <a:gd name="T5" fmla="*/ 224 h 88"/>
                <a:gd name="T6" fmla="*/ 41 w 20"/>
                <a:gd name="T7" fmla="*/ 7 h 8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88">
                  <a:moveTo>
                    <a:pt x="18" y="0"/>
                  </a:moveTo>
                  <a:cubicBezTo>
                    <a:pt x="6" y="6"/>
                    <a:pt x="2" y="31"/>
                    <a:pt x="2" y="43"/>
                  </a:cubicBezTo>
                  <a:cubicBezTo>
                    <a:pt x="1" y="61"/>
                    <a:pt x="9" y="74"/>
                    <a:pt x="20" y="88"/>
                  </a:cubicBezTo>
                  <a:cubicBezTo>
                    <a:pt x="0" y="63"/>
                    <a:pt x="8" y="30"/>
                    <a:pt x="16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7991" name="Freeform 144">
              <a:extLst>
                <a:ext uri="{FF2B5EF4-FFF2-40B4-BE49-F238E27FC236}">
                  <a16:creationId xmlns:a16="http://schemas.microsoft.com/office/drawing/2014/main" id="{1C107F19-7CDE-4B3D-B422-4EF352E598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7" y="1713"/>
              <a:ext cx="177" cy="114"/>
            </a:xfrm>
            <a:custGeom>
              <a:avLst/>
              <a:gdLst>
                <a:gd name="T0" fmla="*/ 1 w 130"/>
                <a:gd name="T1" fmla="*/ 0 h 83"/>
                <a:gd name="T2" fmla="*/ 48 w 130"/>
                <a:gd name="T3" fmla="*/ 92 h 83"/>
                <a:gd name="T4" fmla="*/ 127 w 130"/>
                <a:gd name="T5" fmla="*/ 168 h 83"/>
                <a:gd name="T6" fmla="*/ 219 w 130"/>
                <a:gd name="T7" fmla="*/ 209 h 83"/>
                <a:gd name="T8" fmla="*/ 328 w 130"/>
                <a:gd name="T9" fmla="*/ 206 h 83"/>
                <a:gd name="T10" fmla="*/ 275 w 130"/>
                <a:gd name="T11" fmla="*/ 194 h 83"/>
                <a:gd name="T12" fmla="*/ 211 w 130"/>
                <a:gd name="T13" fmla="*/ 168 h 83"/>
                <a:gd name="T14" fmla="*/ 106 w 130"/>
                <a:gd name="T15" fmla="*/ 110 h 83"/>
                <a:gd name="T16" fmla="*/ 0 w 130"/>
                <a:gd name="T17" fmla="*/ 0 h 8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0" h="83">
                  <a:moveTo>
                    <a:pt x="1" y="0"/>
                  </a:moveTo>
                  <a:cubicBezTo>
                    <a:pt x="1" y="12"/>
                    <a:pt x="12" y="27"/>
                    <a:pt x="19" y="36"/>
                  </a:cubicBezTo>
                  <a:cubicBezTo>
                    <a:pt x="27" y="48"/>
                    <a:pt x="39" y="56"/>
                    <a:pt x="50" y="65"/>
                  </a:cubicBezTo>
                  <a:cubicBezTo>
                    <a:pt x="60" y="73"/>
                    <a:pt x="74" y="79"/>
                    <a:pt x="87" y="81"/>
                  </a:cubicBezTo>
                  <a:cubicBezTo>
                    <a:pt x="98" y="83"/>
                    <a:pt x="119" y="83"/>
                    <a:pt x="130" y="79"/>
                  </a:cubicBezTo>
                  <a:cubicBezTo>
                    <a:pt x="123" y="76"/>
                    <a:pt x="116" y="77"/>
                    <a:pt x="109" y="75"/>
                  </a:cubicBezTo>
                  <a:cubicBezTo>
                    <a:pt x="100" y="73"/>
                    <a:pt x="92" y="70"/>
                    <a:pt x="84" y="65"/>
                  </a:cubicBezTo>
                  <a:cubicBezTo>
                    <a:pt x="71" y="57"/>
                    <a:pt x="54" y="52"/>
                    <a:pt x="42" y="42"/>
                  </a:cubicBezTo>
                  <a:cubicBezTo>
                    <a:pt x="28" y="31"/>
                    <a:pt x="9" y="15"/>
                    <a:pt x="0" y="0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7992" name="Freeform 145">
              <a:extLst>
                <a:ext uri="{FF2B5EF4-FFF2-40B4-BE49-F238E27FC236}">
                  <a16:creationId xmlns:a16="http://schemas.microsoft.com/office/drawing/2014/main" id="{A142ACDA-A858-4415-9C7A-8A6E73BB72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8" y="1782"/>
              <a:ext cx="53" cy="17"/>
            </a:xfrm>
            <a:custGeom>
              <a:avLst/>
              <a:gdLst>
                <a:gd name="T0" fmla="*/ 5 w 39"/>
                <a:gd name="T1" fmla="*/ 27 h 13"/>
                <a:gd name="T2" fmla="*/ 98 w 39"/>
                <a:gd name="T3" fmla="*/ 0 h 13"/>
                <a:gd name="T4" fmla="*/ 41 w 39"/>
                <a:gd name="T5" fmla="*/ 12 h 13"/>
                <a:gd name="T6" fmla="*/ 0 w 39"/>
                <a:gd name="T7" fmla="*/ 29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" h="13">
                  <a:moveTo>
                    <a:pt x="2" y="12"/>
                  </a:moveTo>
                  <a:cubicBezTo>
                    <a:pt x="17" y="12"/>
                    <a:pt x="28" y="4"/>
                    <a:pt x="39" y="0"/>
                  </a:cubicBezTo>
                  <a:cubicBezTo>
                    <a:pt x="32" y="1"/>
                    <a:pt x="24" y="3"/>
                    <a:pt x="16" y="5"/>
                  </a:cubicBezTo>
                  <a:cubicBezTo>
                    <a:pt x="8" y="6"/>
                    <a:pt x="6" y="8"/>
                    <a:pt x="0" y="13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7993" name="Freeform 146">
              <a:extLst>
                <a:ext uri="{FF2B5EF4-FFF2-40B4-BE49-F238E27FC236}">
                  <a16:creationId xmlns:a16="http://schemas.microsoft.com/office/drawing/2014/main" id="{979863C6-6F4D-4B06-A30F-2D2E5B2A95F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1" y="1719"/>
              <a:ext cx="169" cy="67"/>
            </a:xfrm>
            <a:custGeom>
              <a:avLst/>
              <a:gdLst>
                <a:gd name="T0" fmla="*/ 313 w 124"/>
                <a:gd name="T1" fmla="*/ 0 h 49"/>
                <a:gd name="T2" fmla="*/ 0 w 124"/>
                <a:gd name="T3" fmla="*/ 118 h 49"/>
                <a:gd name="T4" fmla="*/ 313 w 124"/>
                <a:gd name="T5" fmla="*/ 0 h 4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4" h="49">
                  <a:moveTo>
                    <a:pt x="124" y="0"/>
                  </a:moveTo>
                  <a:cubicBezTo>
                    <a:pt x="124" y="0"/>
                    <a:pt x="79" y="49"/>
                    <a:pt x="0" y="46"/>
                  </a:cubicBezTo>
                  <a:cubicBezTo>
                    <a:pt x="0" y="46"/>
                    <a:pt x="81" y="37"/>
                    <a:pt x="124" y="0"/>
                  </a:cubicBezTo>
                  <a:close/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7994" name="Freeform 147">
              <a:extLst>
                <a:ext uri="{FF2B5EF4-FFF2-40B4-BE49-F238E27FC236}">
                  <a16:creationId xmlns:a16="http://schemas.microsoft.com/office/drawing/2014/main" id="{E7604524-2C4A-41B2-82B7-1FD0236391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4" y="1370"/>
              <a:ext cx="15" cy="347"/>
            </a:xfrm>
            <a:custGeom>
              <a:avLst/>
              <a:gdLst>
                <a:gd name="T0" fmla="*/ 19 w 11"/>
                <a:gd name="T1" fmla="*/ 0 h 254"/>
                <a:gd name="T2" fmla="*/ 7 w 11"/>
                <a:gd name="T3" fmla="*/ 383 h 254"/>
                <a:gd name="T4" fmla="*/ 1 w 11"/>
                <a:gd name="T5" fmla="*/ 536 h 254"/>
                <a:gd name="T6" fmla="*/ 26 w 11"/>
                <a:gd name="T7" fmla="*/ 648 h 25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254">
                  <a:moveTo>
                    <a:pt x="7" y="0"/>
                  </a:moveTo>
                  <a:cubicBezTo>
                    <a:pt x="11" y="50"/>
                    <a:pt x="7" y="101"/>
                    <a:pt x="3" y="150"/>
                  </a:cubicBezTo>
                  <a:cubicBezTo>
                    <a:pt x="1" y="170"/>
                    <a:pt x="0" y="190"/>
                    <a:pt x="1" y="210"/>
                  </a:cubicBezTo>
                  <a:cubicBezTo>
                    <a:pt x="1" y="227"/>
                    <a:pt x="6" y="239"/>
                    <a:pt x="10" y="254"/>
                  </a:cubicBezTo>
                </a:path>
              </a:pathLst>
            </a:custGeom>
            <a:noFill/>
            <a:ln w="4763" cap="rnd">
              <a:solidFill>
                <a:srgbClr val="C19D9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7995" name="Freeform 148">
              <a:extLst>
                <a:ext uri="{FF2B5EF4-FFF2-40B4-BE49-F238E27FC236}">
                  <a16:creationId xmlns:a16="http://schemas.microsoft.com/office/drawing/2014/main" id="{DA623CFB-D972-4F50-B944-80DB52D4E8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4" y="1398"/>
              <a:ext cx="46" cy="292"/>
            </a:xfrm>
            <a:custGeom>
              <a:avLst/>
              <a:gdLst>
                <a:gd name="T0" fmla="*/ 50 w 34"/>
                <a:gd name="T1" fmla="*/ 0 h 214"/>
                <a:gd name="T2" fmla="*/ 83 w 34"/>
                <a:gd name="T3" fmla="*/ 543 h 214"/>
                <a:gd name="T4" fmla="*/ 78 w 34"/>
                <a:gd name="T5" fmla="*/ 538 h 2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214">
                  <a:moveTo>
                    <a:pt x="20" y="0"/>
                  </a:moveTo>
                  <a:cubicBezTo>
                    <a:pt x="20" y="70"/>
                    <a:pt x="0" y="150"/>
                    <a:pt x="33" y="214"/>
                  </a:cubicBezTo>
                  <a:cubicBezTo>
                    <a:pt x="34" y="214"/>
                    <a:pt x="32" y="213"/>
                    <a:pt x="32" y="212"/>
                  </a:cubicBezTo>
                </a:path>
              </a:pathLst>
            </a:custGeom>
            <a:noFill/>
            <a:ln w="4763" cap="rnd">
              <a:solidFill>
                <a:srgbClr val="C19D9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7996" name="Freeform 149">
              <a:extLst>
                <a:ext uri="{FF2B5EF4-FFF2-40B4-BE49-F238E27FC236}">
                  <a16:creationId xmlns:a16="http://schemas.microsoft.com/office/drawing/2014/main" id="{C6C933CF-3182-47DB-B1B9-E9DC093A62A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5" y="1457"/>
              <a:ext cx="25" cy="191"/>
            </a:xfrm>
            <a:custGeom>
              <a:avLst/>
              <a:gdLst>
                <a:gd name="T0" fmla="*/ 15 w 18"/>
                <a:gd name="T1" fmla="*/ 0 h 140"/>
                <a:gd name="T2" fmla="*/ 6 w 18"/>
                <a:gd name="T3" fmla="*/ 195 h 140"/>
                <a:gd name="T4" fmla="*/ 49 w 18"/>
                <a:gd name="T5" fmla="*/ 356 h 1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40">
                  <a:moveTo>
                    <a:pt x="6" y="0"/>
                  </a:moveTo>
                  <a:cubicBezTo>
                    <a:pt x="2" y="25"/>
                    <a:pt x="0" y="51"/>
                    <a:pt x="2" y="77"/>
                  </a:cubicBezTo>
                  <a:cubicBezTo>
                    <a:pt x="3" y="100"/>
                    <a:pt x="14" y="119"/>
                    <a:pt x="18" y="140"/>
                  </a:cubicBezTo>
                </a:path>
              </a:pathLst>
            </a:custGeom>
            <a:noFill/>
            <a:ln w="4763" cap="rnd">
              <a:solidFill>
                <a:srgbClr val="C19D9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7997" name="Freeform 150">
              <a:extLst>
                <a:ext uri="{FF2B5EF4-FFF2-40B4-BE49-F238E27FC236}">
                  <a16:creationId xmlns:a16="http://schemas.microsoft.com/office/drawing/2014/main" id="{886DE440-1179-4431-ADD7-B333D3327B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5" y="1338"/>
              <a:ext cx="12" cy="195"/>
            </a:xfrm>
            <a:custGeom>
              <a:avLst/>
              <a:gdLst>
                <a:gd name="T0" fmla="*/ 21 w 9"/>
                <a:gd name="T1" fmla="*/ 0 h 143"/>
                <a:gd name="T2" fmla="*/ 9 w 9"/>
                <a:gd name="T3" fmla="*/ 177 h 143"/>
                <a:gd name="T4" fmla="*/ 1 w 9"/>
                <a:gd name="T5" fmla="*/ 363 h 1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43">
                  <a:moveTo>
                    <a:pt x="9" y="0"/>
                  </a:moveTo>
                  <a:cubicBezTo>
                    <a:pt x="9" y="20"/>
                    <a:pt x="7" y="47"/>
                    <a:pt x="4" y="70"/>
                  </a:cubicBezTo>
                  <a:cubicBezTo>
                    <a:pt x="0" y="95"/>
                    <a:pt x="1" y="117"/>
                    <a:pt x="1" y="143"/>
                  </a:cubicBezTo>
                </a:path>
              </a:pathLst>
            </a:custGeom>
            <a:noFill/>
            <a:ln w="4763" cap="rnd">
              <a:solidFill>
                <a:srgbClr val="C19D9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7998" name="Freeform 151">
              <a:extLst>
                <a:ext uri="{FF2B5EF4-FFF2-40B4-BE49-F238E27FC236}">
                  <a16:creationId xmlns:a16="http://schemas.microsoft.com/office/drawing/2014/main" id="{2FC26660-0D05-42A5-88C8-07C4771A493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7" y="1222"/>
              <a:ext cx="124" cy="47"/>
            </a:xfrm>
            <a:custGeom>
              <a:avLst/>
              <a:gdLst>
                <a:gd name="T0" fmla="*/ 0 w 91"/>
                <a:gd name="T1" fmla="*/ 5 h 35"/>
                <a:gd name="T2" fmla="*/ 230 w 91"/>
                <a:gd name="T3" fmla="*/ 85 h 3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1" h="35">
                  <a:moveTo>
                    <a:pt x="0" y="2"/>
                  </a:moveTo>
                  <a:cubicBezTo>
                    <a:pt x="24" y="0"/>
                    <a:pt x="76" y="14"/>
                    <a:pt x="91" y="35"/>
                  </a:cubicBezTo>
                </a:path>
              </a:pathLst>
            </a:custGeom>
            <a:noFill/>
            <a:ln w="4763" cap="rnd">
              <a:solidFill>
                <a:srgbClr val="C19D9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7999" name="Freeform 152">
              <a:extLst>
                <a:ext uri="{FF2B5EF4-FFF2-40B4-BE49-F238E27FC236}">
                  <a16:creationId xmlns:a16="http://schemas.microsoft.com/office/drawing/2014/main" id="{600FB08E-9BA9-4A92-B9C6-572D7BB5AE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2" y="1201"/>
              <a:ext cx="101" cy="36"/>
            </a:xfrm>
            <a:custGeom>
              <a:avLst/>
              <a:gdLst>
                <a:gd name="T0" fmla="*/ 0 w 74"/>
                <a:gd name="T1" fmla="*/ 0 h 26"/>
                <a:gd name="T2" fmla="*/ 111 w 74"/>
                <a:gd name="T3" fmla="*/ 35 h 26"/>
                <a:gd name="T4" fmla="*/ 188 w 74"/>
                <a:gd name="T5" fmla="*/ 69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4" h="26">
                  <a:moveTo>
                    <a:pt x="0" y="0"/>
                  </a:moveTo>
                  <a:cubicBezTo>
                    <a:pt x="14" y="0"/>
                    <a:pt x="30" y="8"/>
                    <a:pt x="43" y="13"/>
                  </a:cubicBezTo>
                  <a:cubicBezTo>
                    <a:pt x="52" y="17"/>
                    <a:pt x="69" y="21"/>
                    <a:pt x="74" y="26"/>
                  </a:cubicBezTo>
                </a:path>
              </a:pathLst>
            </a:custGeom>
            <a:noFill/>
            <a:ln w="4763" cap="rnd">
              <a:solidFill>
                <a:srgbClr val="C19D9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8000" name="Freeform 153">
              <a:extLst>
                <a:ext uri="{FF2B5EF4-FFF2-40B4-BE49-F238E27FC236}">
                  <a16:creationId xmlns:a16="http://schemas.microsoft.com/office/drawing/2014/main" id="{8C3BBAC3-E6DA-4439-B368-665EC417B5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4" y="1170"/>
              <a:ext cx="118" cy="52"/>
            </a:xfrm>
            <a:custGeom>
              <a:avLst/>
              <a:gdLst>
                <a:gd name="T0" fmla="*/ 0 w 86"/>
                <a:gd name="T1" fmla="*/ 0 h 38"/>
                <a:gd name="T2" fmla="*/ 222 w 86"/>
                <a:gd name="T3" fmla="*/ 97 h 3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6" h="38">
                  <a:moveTo>
                    <a:pt x="0" y="0"/>
                  </a:moveTo>
                  <a:cubicBezTo>
                    <a:pt x="28" y="13"/>
                    <a:pt x="60" y="20"/>
                    <a:pt x="86" y="38"/>
                  </a:cubicBezTo>
                </a:path>
              </a:pathLst>
            </a:custGeom>
            <a:noFill/>
            <a:ln w="4763" cap="rnd">
              <a:solidFill>
                <a:srgbClr val="C19D9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8001" name="Freeform 154">
              <a:extLst>
                <a:ext uri="{FF2B5EF4-FFF2-40B4-BE49-F238E27FC236}">
                  <a16:creationId xmlns:a16="http://schemas.microsoft.com/office/drawing/2014/main" id="{3076E7C1-924B-41BF-9BC6-3482B84F2B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0" y="1151"/>
              <a:ext cx="70" cy="23"/>
            </a:xfrm>
            <a:custGeom>
              <a:avLst/>
              <a:gdLst>
                <a:gd name="T0" fmla="*/ 0 w 51"/>
                <a:gd name="T1" fmla="*/ 0 h 17"/>
                <a:gd name="T2" fmla="*/ 132 w 51"/>
                <a:gd name="T3" fmla="*/ 42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1" h="17">
                  <a:moveTo>
                    <a:pt x="0" y="0"/>
                  </a:moveTo>
                  <a:cubicBezTo>
                    <a:pt x="17" y="4"/>
                    <a:pt x="36" y="8"/>
                    <a:pt x="51" y="17"/>
                  </a:cubicBezTo>
                </a:path>
              </a:pathLst>
            </a:custGeom>
            <a:noFill/>
            <a:ln w="4763" cap="rnd">
              <a:solidFill>
                <a:srgbClr val="C19D9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8002" name="Freeform 155">
              <a:extLst>
                <a:ext uri="{FF2B5EF4-FFF2-40B4-BE49-F238E27FC236}">
                  <a16:creationId xmlns:a16="http://schemas.microsoft.com/office/drawing/2014/main" id="{42EE7583-587F-46A0-B431-732547FE738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7" y="1220"/>
              <a:ext cx="127" cy="148"/>
            </a:xfrm>
            <a:custGeom>
              <a:avLst/>
              <a:gdLst>
                <a:gd name="T0" fmla="*/ 70 w 93"/>
                <a:gd name="T1" fmla="*/ 249 h 108"/>
                <a:gd name="T2" fmla="*/ 10 w 93"/>
                <a:gd name="T3" fmla="*/ 196 h 108"/>
                <a:gd name="T4" fmla="*/ 63 w 93"/>
                <a:gd name="T5" fmla="*/ 116 h 108"/>
                <a:gd name="T6" fmla="*/ 187 w 93"/>
                <a:gd name="T7" fmla="*/ 55 h 108"/>
                <a:gd name="T8" fmla="*/ 231 w 93"/>
                <a:gd name="T9" fmla="*/ 130 h 108"/>
                <a:gd name="T10" fmla="*/ 195 w 93"/>
                <a:gd name="T11" fmla="*/ 141 h 108"/>
                <a:gd name="T12" fmla="*/ 183 w 93"/>
                <a:gd name="T13" fmla="*/ 189 h 108"/>
                <a:gd name="T14" fmla="*/ 158 w 93"/>
                <a:gd name="T15" fmla="*/ 269 h 108"/>
                <a:gd name="T16" fmla="*/ 70 w 93"/>
                <a:gd name="T17" fmla="*/ 249 h 10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3" h="108">
                  <a:moveTo>
                    <a:pt x="27" y="97"/>
                  </a:moveTo>
                  <a:cubicBezTo>
                    <a:pt x="16" y="90"/>
                    <a:pt x="6" y="88"/>
                    <a:pt x="4" y="76"/>
                  </a:cubicBezTo>
                  <a:cubicBezTo>
                    <a:pt x="0" y="59"/>
                    <a:pt x="15" y="55"/>
                    <a:pt x="25" y="45"/>
                  </a:cubicBezTo>
                  <a:cubicBezTo>
                    <a:pt x="41" y="29"/>
                    <a:pt x="49" y="0"/>
                    <a:pt x="73" y="21"/>
                  </a:cubicBezTo>
                  <a:cubicBezTo>
                    <a:pt x="79" y="25"/>
                    <a:pt x="93" y="43"/>
                    <a:pt x="91" y="50"/>
                  </a:cubicBezTo>
                  <a:cubicBezTo>
                    <a:pt x="89" y="56"/>
                    <a:pt x="80" y="52"/>
                    <a:pt x="77" y="55"/>
                  </a:cubicBezTo>
                  <a:cubicBezTo>
                    <a:pt x="73" y="62"/>
                    <a:pt x="73" y="66"/>
                    <a:pt x="72" y="74"/>
                  </a:cubicBezTo>
                  <a:cubicBezTo>
                    <a:pt x="70" y="85"/>
                    <a:pt x="74" y="97"/>
                    <a:pt x="62" y="104"/>
                  </a:cubicBezTo>
                  <a:cubicBezTo>
                    <a:pt x="54" y="108"/>
                    <a:pt x="33" y="103"/>
                    <a:pt x="27" y="97"/>
                  </a:cubicBezTo>
                </a:path>
              </a:pathLst>
            </a:custGeom>
            <a:solidFill>
              <a:srgbClr val="E1CEC5"/>
            </a:solidFill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fr-FR"/>
            </a:p>
          </p:txBody>
        </p:sp>
        <p:sp>
          <p:nvSpPr>
            <p:cNvPr id="28003" name="Freeform 156">
              <a:extLst>
                <a:ext uri="{FF2B5EF4-FFF2-40B4-BE49-F238E27FC236}">
                  <a16:creationId xmlns:a16="http://schemas.microsoft.com/office/drawing/2014/main" id="{19A93810-E89F-42F2-9D24-1D4301076C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7" y="1220"/>
              <a:ext cx="127" cy="148"/>
            </a:xfrm>
            <a:custGeom>
              <a:avLst/>
              <a:gdLst>
                <a:gd name="T0" fmla="*/ 70 w 93"/>
                <a:gd name="T1" fmla="*/ 249 h 108"/>
                <a:gd name="T2" fmla="*/ 10 w 93"/>
                <a:gd name="T3" fmla="*/ 196 h 108"/>
                <a:gd name="T4" fmla="*/ 63 w 93"/>
                <a:gd name="T5" fmla="*/ 116 h 108"/>
                <a:gd name="T6" fmla="*/ 187 w 93"/>
                <a:gd name="T7" fmla="*/ 55 h 108"/>
                <a:gd name="T8" fmla="*/ 231 w 93"/>
                <a:gd name="T9" fmla="*/ 130 h 108"/>
                <a:gd name="T10" fmla="*/ 195 w 93"/>
                <a:gd name="T11" fmla="*/ 141 h 108"/>
                <a:gd name="T12" fmla="*/ 183 w 93"/>
                <a:gd name="T13" fmla="*/ 189 h 108"/>
                <a:gd name="T14" fmla="*/ 158 w 93"/>
                <a:gd name="T15" fmla="*/ 269 h 108"/>
                <a:gd name="T16" fmla="*/ 70 w 93"/>
                <a:gd name="T17" fmla="*/ 249 h 10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3" h="108">
                  <a:moveTo>
                    <a:pt x="27" y="97"/>
                  </a:moveTo>
                  <a:cubicBezTo>
                    <a:pt x="16" y="90"/>
                    <a:pt x="6" y="88"/>
                    <a:pt x="4" y="76"/>
                  </a:cubicBezTo>
                  <a:cubicBezTo>
                    <a:pt x="0" y="59"/>
                    <a:pt x="15" y="55"/>
                    <a:pt x="25" y="45"/>
                  </a:cubicBezTo>
                  <a:cubicBezTo>
                    <a:pt x="41" y="29"/>
                    <a:pt x="49" y="0"/>
                    <a:pt x="73" y="21"/>
                  </a:cubicBezTo>
                  <a:cubicBezTo>
                    <a:pt x="79" y="25"/>
                    <a:pt x="93" y="43"/>
                    <a:pt x="91" y="50"/>
                  </a:cubicBezTo>
                  <a:cubicBezTo>
                    <a:pt x="89" y="56"/>
                    <a:pt x="80" y="52"/>
                    <a:pt x="77" y="55"/>
                  </a:cubicBezTo>
                  <a:cubicBezTo>
                    <a:pt x="73" y="62"/>
                    <a:pt x="73" y="66"/>
                    <a:pt x="72" y="74"/>
                  </a:cubicBezTo>
                  <a:cubicBezTo>
                    <a:pt x="70" y="85"/>
                    <a:pt x="74" y="97"/>
                    <a:pt x="62" y="104"/>
                  </a:cubicBezTo>
                  <a:cubicBezTo>
                    <a:pt x="54" y="108"/>
                    <a:pt x="33" y="103"/>
                    <a:pt x="27" y="97"/>
                  </a:cubicBezTo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8004" name="Freeform 157">
              <a:extLst>
                <a:ext uri="{FF2B5EF4-FFF2-40B4-BE49-F238E27FC236}">
                  <a16:creationId xmlns:a16="http://schemas.microsoft.com/office/drawing/2014/main" id="{D480690F-831E-4CB6-ACD9-6A41782703F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4" y="1239"/>
              <a:ext cx="60" cy="51"/>
            </a:xfrm>
            <a:custGeom>
              <a:avLst/>
              <a:gdLst>
                <a:gd name="T0" fmla="*/ 34 w 44"/>
                <a:gd name="T1" fmla="*/ 8 h 37"/>
                <a:gd name="T2" fmla="*/ 7 w 44"/>
                <a:gd name="T3" fmla="*/ 14 h 37"/>
                <a:gd name="T4" fmla="*/ 26 w 44"/>
                <a:gd name="T5" fmla="*/ 50 h 37"/>
                <a:gd name="T6" fmla="*/ 50 w 44"/>
                <a:gd name="T7" fmla="*/ 79 h 37"/>
                <a:gd name="T8" fmla="*/ 76 w 44"/>
                <a:gd name="T9" fmla="*/ 85 h 37"/>
                <a:gd name="T10" fmla="*/ 82 w 44"/>
                <a:gd name="T11" fmla="*/ 55 h 37"/>
                <a:gd name="T12" fmla="*/ 34 w 44"/>
                <a:gd name="T13" fmla="*/ 11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4" h="37">
                  <a:moveTo>
                    <a:pt x="13" y="3"/>
                  </a:moveTo>
                  <a:cubicBezTo>
                    <a:pt x="9" y="2"/>
                    <a:pt x="5" y="0"/>
                    <a:pt x="3" y="5"/>
                  </a:cubicBezTo>
                  <a:cubicBezTo>
                    <a:pt x="0" y="10"/>
                    <a:pt x="6" y="15"/>
                    <a:pt x="10" y="19"/>
                  </a:cubicBezTo>
                  <a:cubicBezTo>
                    <a:pt x="13" y="22"/>
                    <a:pt x="16" y="27"/>
                    <a:pt x="20" y="30"/>
                  </a:cubicBezTo>
                  <a:cubicBezTo>
                    <a:pt x="23" y="33"/>
                    <a:pt x="26" y="32"/>
                    <a:pt x="30" y="33"/>
                  </a:cubicBezTo>
                  <a:cubicBezTo>
                    <a:pt x="44" y="37"/>
                    <a:pt x="37" y="28"/>
                    <a:pt x="32" y="21"/>
                  </a:cubicBezTo>
                  <a:cubicBezTo>
                    <a:pt x="28" y="15"/>
                    <a:pt x="20" y="6"/>
                    <a:pt x="13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8005" name="Freeform 158">
              <a:extLst>
                <a:ext uri="{FF2B5EF4-FFF2-40B4-BE49-F238E27FC236}">
                  <a16:creationId xmlns:a16="http://schemas.microsoft.com/office/drawing/2014/main" id="{3BEBA161-8071-47F3-A1C6-E0520DFBFD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7" y="1252"/>
              <a:ext cx="59" cy="84"/>
            </a:xfrm>
            <a:custGeom>
              <a:avLst/>
              <a:gdLst>
                <a:gd name="T0" fmla="*/ 97 w 43"/>
                <a:gd name="T1" fmla="*/ 0 h 62"/>
                <a:gd name="T2" fmla="*/ 30 w 43"/>
                <a:gd name="T3" fmla="*/ 84 h 62"/>
                <a:gd name="T4" fmla="*/ 1 w 43"/>
                <a:gd name="T5" fmla="*/ 114 h 62"/>
                <a:gd name="T6" fmla="*/ 19 w 43"/>
                <a:gd name="T7" fmla="*/ 154 h 62"/>
                <a:gd name="T8" fmla="*/ 41 w 43"/>
                <a:gd name="T9" fmla="*/ 110 h 62"/>
                <a:gd name="T10" fmla="*/ 88 w 43"/>
                <a:gd name="T11" fmla="*/ 61 h 62"/>
                <a:gd name="T12" fmla="*/ 106 w 43"/>
                <a:gd name="T13" fmla="*/ 22 h 62"/>
                <a:gd name="T14" fmla="*/ 102 w 43"/>
                <a:gd name="T15" fmla="*/ 0 h 62"/>
                <a:gd name="T16" fmla="*/ 97 w 43"/>
                <a:gd name="T17" fmla="*/ 5 h 6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3" h="62">
                  <a:moveTo>
                    <a:pt x="38" y="0"/>
                  </a:moveTo>
                  <a:cubicBezTo>
                    <a:pt x="29" y="11"/>
                    <a:pt x="23" y="24"/>
                    <a:pt x="12" y="34"/>
                  </a:cubicBezTo>
                  <a:cubicBezTo>
                    <a:pt x="8" y="38"/>
                    <a:pt x="2" y="40"/>
                    <a:pt x="1" y="46"/>
                  </a:cubicBezTo>
                  <a:cubicBezTo>
                    <a:pt x="0" y="51"/>
                    <a:pt x="3" y="59"/>
                    <a:pt x="7" y="62"/>
                  </a:cubicBezTo>
                  <a:cubicBezTo>
                    <a:pt x="2" y="57"/>
                    <a:pt x="13" y="48"/>
                    <a:pt x="16" y="44"/>
                  </a:cubicBezTo>
                  <a:cubicBezTo>
                    <a:pt x="22" y="37"/>
                    <a:pt x="29" y="32"/>
                    <a:pt x="34" y="24"/>
                  </a:cubicBezTo>
                  <a:cubicBezTo>
                    <a:pt x="37" y="20"/>
                    <a:pt x="40" y="14"/>
                    <a:pt x="41" y="9"/>
                  </a:cubicBezTo>
                  <a:cubicBezTo>
                    <a:pt x="43" y="5"/>
                    <a:pt x="42" y="3"/>
                    <a:pt x="39" y="0"/>
                  </a:cubicBezTo>
                  <a:cubicBezTo>
                    <a:pt x="39" y="0"/>
                    <a:pt x="38" y="1"/>
                    <a:pt x="38" y="2"/>
                  </a:cubicBezTo>
                </a:path>
              </a:pathLst>
            </a:custGeom>
            <a:solidFill>
              <a:srgbClr val="D3B9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8006" name="Freeform 159">
              <a:extLst>
                <a:ext uri="{FF2B5EF4-FFF2-40B4-BE49-F238E27FC236}">
                  <a16:creationId xmlns:a16="http://schemas.microsoft.com/office/drawing/2014/main" id="{B92C2753-8559-439D-8B36-869AD3D4F20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8" y="1282"/>
              <a:ext cx="65" cy="97"/>
            </a:xfrm>
            <a:custGeom>
              <a:avLst/>
              <a:gdLst>
                <a:gd name="T0" fmla="*/ 87 w 48"/>
                <a:gd name="T1" fmla="*/ 5 h 71"/>
                <a:gd name="T2" fmla="*/ 30 w 48"/>
                <a:gd name="T3" fmla="*/ 102 h 71"/>
                <a:gd name="T4" fmla="*/ 119 w 48"/>
                <a:gd name="T5" fmla="*/ 182 h 71"/>
                <a:gd name="T6" fmla="*/ 1 w 48"/>
                <a:gd name="T7" fmla="*/ 111 h 71"/>
                <a:gd name="T8" fmla="*/ 89 w 48"/>
                <a:gd name="T9" fmla="*/ 0 h 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71">
                  <a:moveTo>
                    <a:pt x="35" y="2"/>
                  </a:moveTo>
                  <a:cubicBezTo>
                    <a:pt x="25" y="15"/>
                    <a:pt x="10" y="21"/>
                    <a:pt x="12" y="40"/>
                  </a:cubicBezTo>
                  <a:cubicBezTo>
                    <a:pt x="15" y="58"/>
                    <a:pt x="34" y="64"/>
                    <a:pt x="48" y="71"/>
                  </a:cubicBezTo>
                  <a:cubicBezTo>
                    <a:pt x="28" y="71"/>
                    <a:pt x="3" y="68"/>
                    <a:pt x="1" y="43"/>
                  </a:cubicBezTo>
                  <a:cubicBezTo>
                    <a:pt x="0" y="26"/>
                    <a:pt x="20" y="5"/>
                    <a:pt x="36" y="0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8007" name="Freeform 160">
              <a:extLst>
                <a:ext uri="{FF2B5EF4-FFF2-40B4-BE49-F238E27FC236}">
                  <a16:creationId xmlns:a16="http://schemas.microsoft.com/office/drawing/2014/main" id="{7D86940D-C154-4555-BEE8-534EC172F6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6" y="1291"/>
              <a:ext cx="51" cy="70"/>
            </a:xfrm>
            <a:custGeom>
              <a:avLst/>
              <a:gdLst>
                <a:gd name="T0" fmla="*/ 96 w 37"/>
                <a:gd name="T1" fmla="*/ 0 h 51"/>
                <a:gd name="T2" fmla="*/ 74 w 37"/>
                <a:gd name="T3" fmla="*/ 132 h 51"/>
                <a:gd name="T4" fmla="*/ 79 w 37"/>
                <a:gd name="T5" fmla="*/ 19 h 5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51">
                  <a:moveTo>
                    <a:pt x="37" y="0"/>
                  </a:moveTo>
                  <a:cubicBezTo>
                    <a:pt x="28" y="13"/>
                    <a:pt x="0" y="41"/>
                    <a:pt x="28" y="51"/>
                  </a:cubicBezTo>
                  <a:cubicBezTo>
                    <a:pt x="16" y="41"/>
                    <a:pt x="21" y="17"/>
                    <a:pt x="30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8008" name="Freeform 161">
              <a:extLst>
                <a:ext uri="{FF2B5EF4-FFF2-40B4-BE49-F238E27FC236}">
                  <a16:creationId xmlns:a16="http://schemas.microsoft.com/office/drawing/2014/main" id="{20F9539A-1421-44FC-9CEE-C1B088693C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6" y="1247"/>
              <a:ext cx="33" cy="33"/>
            </a:xfrm>
            <a:custGeom>
              <a:avLst/>
              <a:gdLst>
                <a:gd name="T0" fmla="*/ 6 w 24"/>
                <a:gd name="T1" fmla="*/ 1 h 24"/>
                <a:gd name="T2" fmla="*/ 0 w 24"/>
                <a:gd name="T3" fmla="*/ 1 h 24"/>
                <a:gd name="T4" fmla="*/ 32 w 24"/>
                <a:gd name="T5" fmla="*/ 41 h 24"/>
                <a:gd name="T6" fmla="*/ 61 w 24"/>
                <a:gd name="T7" fmla="*/ 61 h 24"/>
                <a:gd name="T8" fmla="*/ 32 w 24"/>
                <a:gd name="T9" fmla="*/ 21 h 24"/>
                <a:gd name="T10" fmla="*/ 0 w 24"/>
                <a:gd name="T11" fmla="*/ 1 h 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24">
                  <a:moveTo>
                    <a:pt x="2" y="1"/>
                  </a:moveTo>
                  <a:cubicBezTo>
                    <a:pt x="1" y="0"/>
                    <a:pt x="0" y="1"/>
                    <a:pt x="0" y="1"/>
                  </a:cubicBezTo>
                  <a:cubicBezTo>
                    <a:pt x="0" y="6"/>
                    <a:pt x="8" y="13"/>
                    <a:pt x="12" y="16"/>
                  </a:cubicBezTo>
                  <a:cubicBezTo>
                    <a:pt x="15" y="19"/>
                    <a:pt x="19" y="24"/>
                    <a:pt x="23" y="23"/>
                  </a:cubicBezTo>
                  <a:cubicBezTo>
                    <a:pt x="24" y="19"/>
                    <a:pt x="15" y="11"/>
                    <a:pt x="12" y="8"/>
                  </a:cubicBezTo>
                  <a:cubicBezTo>
                    <a:pt x="9" y="6"/>
                    <a:pt x="4" y="1"/>
                    <a:pt x="0" y="1"/>
                  </a:cubicBezTo>
                </a:path>
              </a:pathLst>
            </a:custGeom>
            <a:solidFill>
              <a:srgbClr val="E1CE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</p:grpSp>
      <p:grpSp>
        <p:nvGrpSpPr>
          <p:cNvPr id="27651" name="Male-newborn-baby-illustration">
            <a:extLst>
              <a:ext uri="{FF2B5EF4-FFF2-40B4-BE49-F238E27FC236}">
                <a16:creationId xmlns:a16="http://schemas.microsoft.com/office/drawing/2014/main" id="{5545D767-F66E-4754-A8F2-2FEF1B16D579}"/>
              </a:ext>
            </a:extLst>
          </p:cNvPr>
          <p:cNvGrpSpPr>
            <a:grpSpLocks/>
          </p:cNvGrpSpPr>
          <p:nvPr/>
        </p:nvGrpSpPr>
        <p:grpSpPr bwMode="auto">
          <a:xfrm>
            <a:off x="7086600" y="1143000"/>
            <a:ext cx="2770188" cy="5233988"/>
            <a:chOff x="3633" y="736"/>
            <a:chExt cx="1745" cy="3297"/>
          </a:xfrm>
        </p:grpSpPr>
        <p:sp>
          <p:nvSpPr>
            <p:cNvPr id="27652" name="Freeform 163">
              <a:extLst>
                <a:ext uri="{FF2B5EF4-FFF2-40B4-BE49-F238E27FC236}">
                  <a16:creationId xmlns:a16="http://schemas.microsoft.com/office/drawing/2014/main" id="{9C2C719B-895E-4809-8538-3459874654C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9" y="737"/>
              <a:ext cx="783" cy="804"/>
            </a:xfrm>
            <a:custGeom>
              <a:avLst/>
              <a:gdLst>
                <a:gd name="T0" fmla="*/ 260 w 615"/>
                <a:gd name="T1" fmla="*/ 952 h 631"/>
                <a:gd name="T2" fmla="*/ 279 w 615"/>
                <a:gd name="T3" fmla="*/ 292 h 631"/>
                <a:gd name="T4" fmla="*/ 1240 w 615"/>
                <a:gd name="T5" fmla="*/ 549 h 631"/>
                <a:gd name="T6" fmla="*/ 1246 w 615"/>
                <a:gd name="T7" fmla="*/ 739 h 631"/>
                <a:gd name="T8" fmla="*/ 1234 w 615"/>
                <a:gd name="T9" fmla="*/ 866 h 631"/>
                <a:gd name="T10" fmla="*/ 1257 w 615"/>
                <a:gd name="T11" fmla="*/ 905 h 631"/>
                <a:gd name="T12" fmla="*/ 1224 w 615"/>
                <a:gd name="T13" fmla="*/ 989 h 631"/>
                <a:gd name="T14" fmla="*/ 1210 w 615"/>
                <a:gd name="T15" fmla="*/ 1017 h 631"/>
                <a:gd name="T16" fmla="*/ 1179 w 615"/>
                <a:gd name="T17" fmla="*/ 1222 h 631"/>
                <a:gd name="T18" fmla="*/ 1044 w 615"/>
                <a:gd name="T19" fmla="*/ 1260 h 631"/>
                <a:gd name="T20" fmla="*/ 921 w 615"/>
                <a:gd name="T21" fmla="*/ 1278 h 631"/>
                <a:gd name="T22" fmla="*/ 704 w 615"/>
                <a:gd name="T23" fmla="*/ 1177 h 631"/>
                <a:gd name="T24" fmla="*/ 292 w 615"/>
                <a:gd name="T25" fmla="*/ 1042 h 631"/>
                <a:gd name="T26" fmla="*/ 278 w 615"/>
                <a:gd name="T27" fmla="*/ 990 h 631"/>
                <a:gd name="T28" fmla="*/ 260 w 615"/>
                <a:gd name="T29" fmla="*/ 952 h 631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615" h="631">
                  <a:moveTo>
                    <a:pt x="126" y="460"/>
                  </a:moveTo>
                  <a:cubicBezTo>
                    <a:pt x="126" y="460"/>
                    <a:pt x="0" y="282"/>
                    <a:pt x="135" y="141"/>
                  </a:cubicBezTo>
                  <a:cubicBezTo>
                    <a:pt x="269" y="0"/>
                    <a:pt x="512" y="58"/>
                    <a:pt x="601" y="265"/>
                  </a:cubicBezTo>
                  <a:cubicBezTo>
                    <a:pt x="615" y="298"/>
                    <a:pt x="610" y="335"/>
                    <a:pt x="604" y="357"/>
                  </a:cubicBezTo>
                  <a:cubicBezTo>
                    <a:pt x="595" y="395"/>
                    <a:pt x="608" y="397"/>
                    <a:pt x="598" y="419"/>
                  </a:cubicBezTo>
                  <a:cubicBezTo>
                    <a:pt x="598" y="419"/>
                    <a:pt x="607" y="429"/>
                    <a:pt x="609" y="437"/>
                  </a:cubicBezTo>
                  <a:cubicBezTo>
                    <a:pt x="612" y="445"/>
                    <a:pt x="610" y="466"/>
                    <a:pt x="593" y="478"/>
                  </a:cubicBezTo>
                  <a:cubicBezTo>
                    <a:pt x="584" y="485"/>
                    <a:pt x="585" y="487"/>
                    <a:pt x="586" y="491"/>
                  </a:cubicBezTo>
                  <a:cubicBezTo>
                    <a:pt x="587" y="495"/>
                    <a:pt x="599" y="568"/>
                    <a:pt x="571" y="591"/>
                  </a:cubicBezTo>
                  <a:cubicBezTo>
                    <a:pt x="542" y="615"/>
                    <a:pt x="536" y="606"/>
                    <a:pt x="506" y="609"/>
                  </a:cubicBezTo>
                  <a:cubicBezTo>
                    <a:pt x="476" y="613"/>
                    <a:pt x="468" y="605"/>
                    <a:pt x="446" y="618"/>
                  </a:cubicBezTo>
                  <a:cubicBezTo>
                    <a:pt x="424" y="631"/>
                    <a:pt x="369" y="602"/>
                    <a:pt x="341" y="569"/>
                  </a:cubicBezTo>
                  <a:cubicBezTo>
                    <a:pt x="313" y="535"/>
                    <a:pt x="210" y="465"/>
                    <a:pt x="141" y="504"/>
                  </a:cubicBezTo>
                  <a:cubicBezTo>
                    <a:pt x="141" y="504"/>
                    <a:pt x="135" y="489"/>
                    <a:pt x="134" y="479"/>
                  </a:cubicBezTo>
                  <a:cubicBezTo>
                    <a:pt x="133" y="469"/>
                    <a:pt x="135" y="469"/>
                    <a:pt x="126" y="460"/>
                  </a:cubicBezTo>
                  <a:close/>
                </a:path>
              </a:pathLst>
            </a:custGeom>
            <a:solidFill>
              <a:srgbClr val="FEF2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7653" name="Freeform 164">
              <a:extLst>
                <a:ext uri="{FF2B5EF4-FFF2-40B4-BE49-F238E27FC236}">
                  <a16:creationId xmlns:a16="http://schemas.microsoft.com/office/drawing/2014/main" id="{512C97A2-6E70-4F7A-9359-68F8D86756D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2" y="1276"/>
              <a:ext cx="626" cy="660"/>
            </a:xfrm>
            <a:custGeom>
              <a:avLst/>
              <a:gdLst>
                <a:gd name="T0" fmla="*/ 220 w 492"/>
                <a:gd name="T1" fmla="*/ 333 h 519"/>
                <a:gd name="T2" fmla="*/ 429 w 492"/>
                <a:gd name="T3" fmla="*/ 523 h 519"/>
                <a:gd name="T4" fmla="*/ 547 w 492"/>
                <a:gd name="T5" fmla="*/ 666 h 519"/>
                <a:gd name="T6" fmla="*/ 593 w 492"/>
                <a:gd name="T7" fmla="*/ 683 h 519"/>
                <a:gd name="T8" fmla="*/ 653 w 492"/>
                <a:gd name="T9" fmla="*/ 554 h 519"/>
                <a:gd name="T10" fmla="*/ 686 w 492"/>
                <a:gd name="T11" fmla="*/ 361 h 519"/>
                <a:gd name="T12" fmla="*/ 589 w 492"/>
                <a:gd name="T13" fmla="*/ 270 h 519"/>
                <a:gd name="T14" fmla="*/ 620 w 492"/>
                <a:gd name="T15" fmla="*/ 149 h 519"/>
                <a:gd name="T16" fmla="*/ 649 w 492"/>
                <a:gd name="T17" fmla="*/ 168 h 519"/>
                <a:gd name="T18" fmla="*/ 706 w 492"/>
                <a:gd name="T19" fmla="*/ 139 h 519"/>
                <a:gd name="T20" fmla="*/ 791 w 492"/>
                <a:gd name="T21" fmla="*/ 70 h 519"/>
                <a:gd name="T22" fmla="*/ 819 w 492"/>
                <a:gd name="T23" fmla="*/ 53 h 519"/>
                <a:gd name="T24" fmla="*/ 947 w 492"/>
                <a:gd name="T25" fmla="*/ 37 h 519"/>
                <a:gd name="T26" fmla="*/ 985 w 492"/>
                <a:gd name="T27" fmla="*/ 206 h 519"/>
                <a:gd name="T28" fmla="*/ 944 w 492"/>
                <a:gd name="T29" fmla="*/ 327 h 519"/>
                <a:gd name="T30" fmla="*/ 922 w 492"/>
                <a:gd name="T31" fmla="*/ 453 h 519"/>
                <a:gd name="T32" fmla="*/ 803 w 492"/>
                <a:gd name="T33" fmla="*/ 989 h 519"/>
                <a:gd name="T34" fmla="*/ 612 w 492"/>
                <a:gd name="T35" fmla="*/ 1036 h 519"/>
                <a:gd name="T36" fmla="*/ 204 w 492"/>
                <a:gd name="T37" fmla="*/ 816 h 519"/>
                <a:gd name="T38" fmla="*/ 220 w 492"/>
                <a:gd name="T39" fmla="*/ 333 h 519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492" h="519">
                  <a:moveTo>
                    <a:pt x="107" y="162"/>
                  </a:moveTo>
                  <a:cubicBezTo>
                    <a:pt x="107" y="162"/>
                    <a:pt x="175" y="227"/>
                    <a:pt x="208" y="254"/>
                  </a:cubicBezTo>
                  <a:cubicBezTo>
                    <a:pt x="241" y="281"/>
                    <a:pt x="269" y="306"/>
                    <a:pt x="266" y="324"/>
                  </a:cubicBezTo>
                  <a:cubicBezTo>
                    <a:pt x="266" y="324"/>
                    <a:pt x="286" y="316"/>
                    <a:pt x="288" y="332"/>
                  </a:cubicBezTo>
                  <a:cubicBezTo>
                    <a:pt x="288" y="332"/>
                    <a:pt x="309" y="286"/>
                    <a:pt x="317" y="270"/>
                  </a:cubicBezTo>
                  <a:cubicBezTo>
                    <a:pt x="325" y="254"/>
                    <a:pt x="347" y="204"/>
                    <a:pt x="333" y="175"/>
                  </a:cubicBezTo>
                  <a:cubicBezTo>
                    <a:pt x="333" y="175"/>
                    <a:pt x="289" y="167"/>
                    <a:pt x="286" y="131"/>
                  </a:cubicBezTo>
                  <a:cubicBezTo>
                    <a:pt x="282" y="95"/>
                    <a:pt x="287" y="72"/>
                    <a:pt x="301" y="72"/>
                  </a:cubicBezTo>
                  <a:cubicBezTo>
                    <a:pt x="314" y="72"/>
                    <a:pt x="315" y="82"/>
                    <a:pt x="315" y="82"/>
                  </a:cubicBezTo>
                  <a:cubicBezTo>
                    <a:pt x="315" y="82"/>
                    <a:pt x="329" y="62"/>
                    <a:pt x="343" y="68"/>
                  </a:cubicBezTo>
                  <a:cubicBezTo>
                    <a:pt x="343" y="68"/>
                    <a:pt x="358" y="20"/>
                    <a:pt x="384" y="34"/>
                  </a:cubicBezTo>
                  <a:cubicBezTo>
                    <a:pt x="384" y="34"/>
                    <a:pt x="391" y="27"/>
                    <a:pt x="398" y="26"/>
                  </a:cubicBezTo>
                  <a:cubicBezTo>
                    <a:pt x="398" y="26"/>
                    <a:pt x="444" y="0"/>
                    <a:pt x="460" y="18"/>
                  </a:cubicBezTo>
                  <a:cubicBezTo>
                    <a:pt x="476" y="36"/>
                    <a:pt x="492" y="68"/>
                    <a:pt x="478" y="100"/>
                  </a:cubicBezTo>
                  <a:cubicBezTo>
                    <a:pt x="465" y="131"/>
                    <a:pt x="456" y="139"/>
                    <a:pt x="458" y="159"/>
                  </a:cubicBezTo>
                  <a:cubicBezTo>
                    <a:pt x="459" y="178"/>
                    <a:pt x="455" y="199"/>
                    <a:pt x="448" y="220"/>
                  </a:cubicBezTo>
                  <a:cubicBezTo>
                    <a:pt x="441" y="240"/>
                    <a:pt x="462" y="392"/>
                    <a:pt x="390" y="481"/>
                  </a:cubicBezTo>
                  <a:cubicBezTo>
                    <a:pt x="366" y="510"/>
                    <a:pt x="331" y="519"/>
                    <a:pt x="297" y="504"/>
                  </a:cubicBezTo>
                  <a:cubicBezTo>
                    <a:pt x="263" y="490"/>
                    <a:pt x="148" y="443"/>
                    <a:pt x="99" y="397"/>
                  </a:cubicBezTo>
                  <a:cubicBezTo>
                    <a:pt x="99" y="397"/>
                    <a:pt x="0" y="267"/>
                    <a:pt x="107" y="162"/>
                  </a:cubicBezTo>
                  <a:close/>
                </a:path>
              </a:pathLst>
            </a:custGeom>
            <a:solidFill>
              <a:srgbClr val="FEF2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7654" name="Freeform 165">
              <a:extLst>
                <a:ext uri="{FF2B5EF4-FFF2-40B4-BE49-F238E27FC236}">
                  <a16:creationId xmlns:a16="http://schemas.microsoft.com/office/drawing/2014/main" id="{6EBF3060-1C9C-4D56-9E8C-F1EFAAA4F37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7" y="3057"/>
              <a:ext cx="146" cy="99"/>
            </a:xfrm>
            <a:custGeom>
              <a:avLst/>
              <a:gdLst>
                <a:gd name="T0" fmla="*/ 47 w 115"/>
                <a:gd name="T1" fmla="*/ 52 h 78"/>
                <a:gd name="T2" fmla="*/ 41 w 115"/>
                <a:gd name="T3" fmla="*/ 127 h 78"/>
                <a:gd name="T4" fmla="*/ 77 w 115"/>
                <a:gd name="T5" fmla="*/ 121 h 78"/>
                <a:gd name="T6" fmla="*/ 98 w 115"/>
                <a:gd name="T7" fmla="*/ 155 h 78"/>
                <a:gd name="T8" fmla="*/ 136 w 115"/>
                <a:gd name="T9" fmla="*/ 133 h 78"/>
                <a:gd name="T10" fmla="*/ 157 w 115"/>
                <a:gd name="T11" fmla="*/ 151 h 78"/>
                <a:gd name="T12" fmla="*/ 178 w 115"/>
                <a:gd name="T13" fmla="*/ 138 h 78"/>
                <a:gd name="T14" fmla="*/ 213 w 115"/>
                <a:gd name="T15" fmla="*/ 151 h 78"/>
                <a:gd name="T16" fmla="*/ 222 w 115"/>
                <a:gd name="T17" fmla="*/ 102 h 78"/>
                <a:gd name="T18" fmla="*/ 196 w 115"/>
                <a:gd name="T19" fmla="*/ 0 h 78"/>
                <a:gd name="T20" fmla="*/ 47 w 115"/>
                <a:gd name="T21" fmla="*/ 52 h 7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15" h="78">
                  <a:moveTo>
                    <a:pt x="23" y="25"/>
                  </a:moveTo>
                  <a:cubicBezTo>
                    <a:pt x="23" y="25"/>
                    <a:pt x="0" y="55"/>
                    <a:pt x="20" y="62"/>
                  </a:cubicBezTo>
                  <a:cubicBezTo>
                    <a:pt x="27" y="65"/>
                    <a:pt x="35" y="63"/>
                    <a:pt x="38" y="59"/>
                  </a:cubicBezTo>
                  <a:cubicBezTo>
                    <a:pt x="38" y="59"/>
                    <a:pt x="34" y="73"/>
                    <a:pt x="48" y="76"/>
                  </a:cubicBezTo>
                  <a:cubicBezTo>
                    <a:pt x="62" y="78"/>
                    <a:pt x="66" y="65"/>
                    <a:pt x="66" y="65"/>
                  </a:cubicBezTo>
                  <a:cubicBezTo>
                    <a:pt x="66" y="65"/>
                    <a:pt x="69" y="74"/>
                    <a:pt x="77" y="74"/>
                  </a:cubicBezTo>
                  <a:cubicBezTo>
                    <a:pt x="85" y="74"/>
                    <a:pt x="87" y="68"/>
                    <a:pt x="87" y="68"/>
                  </a:cubicBezTo>
                  <a:cubicBezTo>
                    <a:pt x="87" y="68"/>
                    <a:pt x="94" y="76"/>
                    <a:pt x="104" y="74"/>
                  </a:cubicBezTo>
                  <a:cubicBezTo>
                    <a:pt x="114" y="73"/>
                    <a:pt x="115" y="65"/>
                    <a:pt x="109" y="50"/>
                  </a:cubicBezTo>
                  <a:cubicBezTo>
                    <a:pt x="103" y="36"/>
                    <a:pt x="95" y="0"/>
                    <a:pt x="95" y="0"/>
                  </a:cubicBezTo>
                  <a:lnTo>
                    <a:pt x="23" y="25"/>
                  </a:lnTo>
                  <a:close/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7655" name="Freeform 166">
              <a:extLst>
                <a:ext uri="{FF2B5EF4-FFF2-40B4-BE49-F238E27FC236}">
                  <a16:creationId xmlns:a16="http://schemas.microsoft.com/office/drawing/2014/main" id="{9E6B7153-502B-4853-AF86-C66186B64AF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9" y="1366"/>
              <a:ext cx="606" cy="1039"/>
            </a:xfrm>
            <a:custGeom>
              <a:avLst/>
              <a:gdLst>
                <a:gd name="T0" fmla="*/ 754 w 476"/>
                <a:gd name="T1" fmla="*/ 0 h 816"/>
                <a:gd name="T2" fmla="*/ 758 w 476"/>
                <a:gd name="T3" fmla="*/ 89 h 816"/>
                <a:gd name="T4" fmla="*/ 606 w 476"/>
                <a:gd name="T5" fmla="*/ 166 h 816"/>
                <a:gd name="T6" fmla="*/ 409 w 476"/>
                <a:gd name="T7" fmla="*/ 214 h 816"/>
                <a:gd name="T8" fmla="*/ 164 w 476"/>
                <a:gd name="T9" fmla="*/ 629 h 816"/>
                <a:gd name="T10" fmla="*/ 18 w 476"/>
                <a:gd name="T11" fmla="*/ 900 h 816"/>
                <a:gd name="T12" fmla="*/ 115 w 476"/>
                <a:gd name="T13" fmla="*/ 1357 h 816"/>
                <a:gd name="T14" fmla="*/ 126 w 476"/>
                <a:gd name="T15" fmla="*/ 1430 h 816"/>
                <a:gd name="T16" fmla="*/ 107 w 476"/>
                <a:gd name="T17" fmla="*/ 1502 h 816"/>
                <a:gd name="T18" fmla="*/ 115 w 476"/>
                <a:gd name="T19" fmla="*/ 1589 h 816"/>
                <a:gd name="T20" fmla="*/ 289 w 476"/>
                <a:gd name="T21" fmla="*/ 1657 h 816"/>
                <a:gd name="T22" fmla="*/ 304 w 476"/>
                <a:gd name="T23" fmla="*/ 1630 h 816"/>
                <a:gd name="T24" fmla="*/ 447 w 476"/>
                <a:gd name="T25" fmla="*/ 1626 h 816"/>
                <a:gd name="T26" fmla="*/ 428 w 476"/>
                <a:gd name="T27" fmla="*/ 1592 h 816"/>
                <a:gd name="T28" fmla="*/ 516 w 476"/>
                <a:gd name="T29" fmla="*/ 1570 h 816"/>
                <a:gd name="T30" fmla="*/ 481 w 476"/>
                <a:gd name="T31" fmla="*/ 1541 h 816"/>
                <a:gd name="T32" fmla="*/ 481 w 476"/>
                <a:gd name="T33" fmla="*/ 1482 h 816"/>
                <a:gd name="T34" fmla="*/ 416 w 476"/>
                <a:gd name="T35" fmla="*/ 1425 h 816"/>
                <a:gd name="T36" fmla="*/ 392 w 476"/>
                <a:gd name="T37" fmla="*/ 1396 h 816"/>
                <a:gd name="T38" fmla="*/ 378 w 476"/>
                <a:gd name="T39" fmla="*/ 1360 h 816"/>
                <a:gd name="T40" fmla="*/ 360 w 476"/>
                <a:gd name="T41" fmla="*/ 1331 h 816"/>
                <a:gd name="T42" fmla="*/ 384 w 476"/>
                <a:gd name="T43" fmla="*/ 1357 h 816"/>
                <a:gd name="T44" fmla="*/ 393 w 476"/>
                <a:gd name="T45" fmla="*/ 1389 h 816"/>
                <a:gd name="T46" fmla="*/ 421 w 476"/>
                <a:gd name="T47" fmla="*/ 1420 h 816"/>
                <a:gd name="T48" fmla="*/ 446 w 476"/>
                <a:gd name="T49" fmla="*/ 1382 h 816"/>
                <a:gd name="T50" fmla="*/ 428 w 476"/>
                <a:gd name="T51" fmla="*/ 1282 h 816"/>
                <a:gd name="T52" fmla="*/ 363 w 476"/>
                <a:gd name="T53" fmla="*/ 1262 h 816"/>
                <a:gd name="T54" fmla="*/ 304 w 476"/>
                <a:gd name="T55" fmla="*/ 1179 h 816"/>
                <a:gd name="T56" fmla="*/ 303 w 476"/>
                <a:gd name="T57" fmla="*/ 912 h 816"/>
                <a:gd name="T58" fmla="*/ 453 w 476"/>
                <a:gd name="T59" fmla="*/ 698 h 816"/>
                <a:gd name="T60" fmla="*/ 723 w 476"/>
                <a:gd name="T61" fmla="*/ 419 h 816"/>
                <a:gd name="T62" fmla="*/ 754 w 476"/>
                <a:gd name="T63" fmla="*/ 0 h 81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476" h="816">
                  <a:moveTo>
                    <a:pt x="365" y="0"/>
                  </a:moveTo>
                  <a:cubicBezTo>
                    <a:pt x="365" y="0"/>
                    <a:pt x="372" y="17"/>
                    <a:pt x="367" y="43"/>
                  </a:cubicBezTo>
                  <a:cubicBezTo>
                    <a:pt x="361" y="69"/>
                    <a:pt x="325" y="87"/>
                    <a:pt x="294" y="80"/>
                  </a:cubicBezTo>
                  <a:cubicBezTo>
                    <a:pt x="264" y="72"/>
                    <a:pt x="221" y="74"/>
                    <a:pt x="198" y="104"/>
                  </a:cubicBezTo>
                  <a:cubicBezTo>
                    <a:pt x="174" y="133"/>
                    <a:pt x="99" y="260"/>
                    <a:pt x="79" y="305"/>
                  </a:cubicBezTo>
                  <a:cubicBezTo>
                    <a:pt x="52" y="366"/>
                    <a:pt x="18" y="376"/>
                    <a:pt x="9" y="436"/>
                  </a:cubicBezTo>
                  <a:cubicBezTo>
                    <a:pt x="0" y="496"/>
                    <a:pt x="15" y="575"/>
                    <a:pt x="56" y="657"/>
                  </a:cubicBezTo>
                  <a:cubicBezTo>
                    <a:pt x="64" y="673"/>
                    <a:pt x="68" y="679"/>
                    <a:pt x="61" y="693"/>
                  </a:cubicBezTo>
                  <a:cubicBezTo>
                    <a:pt x="55" y="707"/>
                    <a:pt x="49" y="714"/>
                    <a:pt x="52" y="728"/>
                  </a:cubicBezTo>
                  <a:cubicBezTo>
                    <a:pt x="54" y="741"/>
                    <a:pt x="37" y="755"/>
                    <a:pt x="56" y="770"/>
                  </a:cubicBezTo>
                  <a:cubicBezTo>
                    <a:pt x="74" y="786"/>
                    <a:pt x="125" y="816"/>
                    <a:pt x="140" y="803"/>
                  </a:cubicBezTo>
                  <a:cubicBezTo>
                    <a:pt x="147" y="798"/>
                    <a:pt x="148" y="789"/>
                    <a:pt x="148" y="789"/>
                  </a:cubicBezTo>
                  <a:cubicBezTo>
                    <a:pt x="148" y="789"/>
                    <a:pt x="212" y="803"/>
                    <a:pt x="217" y="788"/>
                  </a:cubicBezTo>
                  <a:cubicBezTo>
                    <a:pt x="223" y="772"/>
                    <a:pt x="207" y="771"/>
                    <a:pt x="207" y="771"/>
                  </a:cubicBezTo>
                  <a:cubicBezTo>
                    <a:pt x="207" y="771"/>
                    <a:pt x="250" y="775"/>
                    <a:pt x="250" y="760"/>
                  </a:cubicBezTo>
                  <a:cubicBezTo>
                    <a:pt x="250" y="745"/>
                    <a:pt x="233" y="746"/>
                    <a:pt x="233" y="746"/>
                  </a:cubicBezTo>
                  <a:cubicBezTo>
                    <a:pt x="233" y="746"/>
                    <a:pt x="248" y="734"/>
                    <a:pt x="233" y="718"/>
                  </a:cubicBezTo>
                  <a:cubicBezTo>
                    <a:pt x="217" y="703"/>
                    <a:pt x="208" y="691"/>
                    <a:pt x="202" y="690"/>
                  </a:cubicBezTo>
                  <a:cubicBezTo>
                    <a:pt x="196" y="688"/>
                    <a:pt x="195" y="677"/>
                    <a:pt x="190" y="676"/>
                  </a:cubicBezTo>
                  <a:cubicBezTo>
                    <a:pt x="188" y="675"/>
                    <a:pt x="186" y="667"/>
                    <a:pt x="183" y="659"/>
                  </a:cubicBezTo>
                  <a:cubicBezTo>
                    <a:pt x="181" y="653"/>
                    <a:pt x="178" y="648"/>
                    <a:pt x="174" y="645"/>
                  </a:cubicBezTo>
                  <a:cubicBezTo>
                    <a:pt x="174" y="645"/>
                    <a:pt x="184" y="638"/>
                    <a:pt x="186" y="657"/>
                  </a:cubicBezTo>
                  <a:cubicBezTo>
                    <a:pt x="187" y="676"/>
                    <a:pt x="188" y="670"/>
                    <a:pt x="191" y="673"/>
                  </a:cubicBezTo>
                  <a:cubicBezTo>
                    <a:pt x="194" y="676"/>
                    <a:pt x="197" y="686"/>
                    <a:pt x="204" y="688"/>
                  </a:cubicBezTo>
                  <a:cubicBezTo>
                    <a:pt x="211" y="691"/>
                    <a:pt x="217" y="689"/>
                    <a:pt x="216" y="669"/>
                  </a:cubicBezTo>
                  <a:cubicBezTo>
                    <a:pt x="214" y="648"/>
                    <a:pt x="224" y="626"/>
                    <a:pt x="207" y="621"/>
                  </a:cubicBezTo>
                  <a:cubicBezTo>
                    <a:pt x="190" y="616"/>
                    <a:pt x="184" y="610"/>
                    <a:pt x="176" y="611"/>
                  </a:cubicBezTo>
                  <a:cubicBezTo>
                    <a:pt x="168" y="612"/>
                    <a:pt x="161" y="575"/>
                    <a:pt x="148" y="571"/>
                  </a:cubicBezTo>
                  <a:cubicBezTo>
                    <a:pt x="136" y="568"/>
                    <a:pt x="163" y="457"/>
                    <a:pt x="147" y="441"/>
                  </a:cubicBezTo>
                  <a:cubicBezTo>
                    <a:pt x="147" y="441"/>
                    <a:pt x="209" y="366"/>
                    <a:pt x="220" y="338"/>
                  </a:cubicBezTo>
                  <a:cubicBezTo>
                    <a:pt x="350" y="203"/>
                    <a:pt x="350" y="203"/>
                    <a:pt x="350" y="203"/>
                  </a:cubicBezTo>
                  <a:cubicBezTo>
                    <a:pt x="350" y="203"/>
                    <a:pt x="476" y="47"/>
                    <a:pt x="365" y="0"/>
                  </a:cubicBezTo>
                  <a:close/>
                </a:path>
              </a:pathLst>
            </a:custGeom>
            <a:solidFill>
              <a:srgbClr val="FEF2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7656" name="Freeform 167">
              <a:extLst>
                <a:ext uri="{FF2B5EF4-FFF2-40B4-BE49-F238E27FC236}">
                  <a16:creationId xmlns:a16="http://schemas.microsoft.com/office/drawing/2014/main" id="{4063EDD4-BA26-42E5-B948-EDD1E5415C8E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3" y="1338"/>
              <a:ext cx="172" cy="106"/>
            </a:xfrm>
            <a:custGeom>
              <a:avLst/>
              <a:gdLst>
                <a:gd name="T0" fmla="*/ 10 w 135"/>
                <a:gd name="T1" fmla="*/ 171 h 83"/>
                <a:gd name="T2" fmla="*/ 6 w 135"/>
                <a:gd name="T3" fmla="*/ 146 h 83"/>
                <a:gd name="T4" fmla="*/ 14 w 135"/>
                <a:gd name="T5" fmla="*/ 114 h 83"/>
                <a:gd name="T6" fmla="*/ 36 w 135"/>
                <a:gd name="T7" fmla="*/ 142 h 83"/>
                <a:gd name="T8" fmla="*/ 89 w 135"/>
                <a:gd name="T9" fmla="*/ 134 h 83"/>
                <a:gd name="T10" fmla="*/ 96 w 135"/>
                <a:gd name="T11" fmla="*/ 121 h 83"/>
                <a:gd name="T12" fmla="*/ 106 w 135"/>
                <a:gd name="T13" fmla="*/ 125 h 83"/>
                <a:gd name="T14" fmla="*/ 122 w 135"/>
                <a:gd name="T15" fmla="*/ 123 h 83"/>
                <a:gd name="T16" fmla="*/ 149 w 135"/>
                <a:gd name="T17" fmla="*/ 96 h 83"/>
                <a:gd name="T18" fmla="*/ 201 w 135"/>
                <a:gd name="T19" fmla="*/ 89 h 83"/>
                <a:gd name="T20" fmla="*/ 213 w 135"/>
                <a:gd name="T21" fmla="*/ 28 h 83"/>
                <a:gd name="T22" fmla="*/ 236 w 135"/>
                <a:gd name="T23" fmla="*/ 13 h 83"/>
                <a:gd name="T24" fmla="*/ 266 w 135"/>
                <a:gd name="T25" fmla="*/ 5 h 83"/>
                <a:gd name="T26" fmla="*/ 274 w 135"/>
                <a:gd name="T27" fmla="*/ 31 h 83"/>
                <a:gd name="T28" fmla="*/ 269 w 135"/>
                <a:gd name="T29" fmla="*/ 65 h 83"/>
                <a:gd name="T30" fmla="*/ 190 w 135"/>
                <a:gd name="T31" fmla="*/ 137 h 83"/>
                <a:gd name="T32" fmla="*/ 107 w 135"/>
                <a:gd name="T33" fmla="*/ 158 h 83"/>
                <a:gd name="T34" fmla="*/ 13 w 135"/>
                <a:gd name="T35" fmla="*/ 172 h 83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35" h="83">
                  <a:moveTo>
                    <a:pt x="5" y="82"/>
                  </a:moveTo>
                  <a:cubicBezTo>
                    <a:pt x="0" y="81"/>
                    <a:pt x="2" y="74"/>
                    <a:pt x="3" y="70"/>
                  </a:cubicBezTo>
                  <a:cubicBezTo>
                    <a:pt x="4" y="66"/>
                    <a:pt x="4" y="58"/>
                    <a:pt x="7" y="55"/>
                  </a:cubicBezTo>
                  <a:cubicBezTo>
                    <a:pt x="11" y="59"/>
                    <a:pt x="11" y="65"/>
                    <a:pt x="17" y="68"/>
                  </a:cubicBezTo>
                  <a:cubicBezTo>
                    <a:pt x="25" y="71"/>
                    <a:pt x="39" y="74"/>
                    <a:pt x="43" y="64"/>
                  </a:cubicBezTo>
                  <a:cubicBezTo>
                    <a:pt x="43" y="61"/>
                    <a:pt x="43" y="59"/>
                    <a:pt x="46" y="58"/>
                  </a:cubicBezTo>
                  <a:cubicBezTo>
                    <a:pt x="47" y="58"/>
                    <a:pt x="50" y="60"/>
                    <a:pt x="51" y="60"/>
                  </a:cubicBezTo>
                  <a:cubicBezTo>
                    <a:pt x="54" y="60"/>
                    <a:pt x="57" y="60"/>
                    <a:pt x="59" y="59"/>
                  </a:cubicBezTo>
                  <a:cubicBezTo>
                    <a:pt x="67" y="57"/>
                    <a:pt x="70" y="53"/>
                    <a:pt x="72" y="46"/>
                  </a:cubicBezTo>
                  <a:cubicBezTo>
                    <a:pt x="80" y="55"/>
                    <a:pt x="92" y="52"/>
                    <a:pt x="97" y="43"/>
                  </a:cubicBezTo>
                  <a:cubicBezTo>
                    <a:pt x="102" y="34"/>
                    <a:pt x="95" y="20"/>
                    <a:pt x="103" y="13"/>
                  </a:cubicBezTo>
                  <a:cubicBezTo>
                    <a:pt x="106" y="11"/>
                    <a:pt x="111" y="8"/>
                    <a:pt x="114" y="6"/>
                  </a:cubicBezTo>
                  <a:cubicBezTo>
                    <a:pt x="118" y="3"/>
                    <a:pt x="125" y="0"/>
                    <a:pt x="129" y="2"/>
                  </a:cubicBezTo>
                  <a:cubicBezTo>
                    <a:pt x="133" y="5"/>
                    <a:pt x="132" y="11"/>
                    <a:pt x="133" y="15"/>
                  </a:cubicBezTo>
                  <a:cubicBezTo>
                    <a:pt x="134" y="21"/>
                    <a:pt x="135" y="26"/>
                    <a:pt x="130" y="31"/>
                  </a:cubicBezTo>
                  <a:cubicBezTo>
                    <a:pt x="119" y="44"/>
                    <a:pt x="106" y="55"/>
                    <a:pt x="92" y="66"/>
                  </a:cubicBezTo>
                  <a:cubicBezTo>
                    <a:pt x="82" y="74"/>
                    <a:pt x="65" y="73"/>
                    <a:pt x="52" y="76"/>
                  </a:cubicBezTo>
                  <a:cubicBezTo>
                    <a:pt x="37" y="79"/>
                    <a:pt x="21" y="83"/>
                    <a:pt x="6" y="83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7657" name="Freeform 168">
              <a:extLst>
                <a:ext uri="{FF2B5EF4-FFF2-40B4-BE49-F238E27FC236}">
                  <a16:creationId xmlns:a16="http://schemas.microsoft.com/office/drawing/2014/main" id="{10786C73-B193-4B37-8E8B-BAF3832D390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4" y="766"/>
              <a:ext cx="629" cy="568"/>
            </a:xfrm>
            <a:custGeom>
              <a:avLst/>
              <a:gdLst>
                <a:gd name="T0" fmla="*/ 89 w 494"/>
                <a:gd name="T1" fmla="*/ 769 h 446"/>
                <a:gd name="T2" fmla="*/ 173 w 494"/>
                <a:gd name="T3" fmla="*/ 242 h 446"/>
                <a:gd name="T4" fmla="*/ 1020 w 494"/>
                <a:gd name="T5" fmla="*/ 309 h 446"/>
                <a:gd name="T6" fmla="*/ 867 w 494"/>
                <a:gd name="T7" fmla="*/ 302 h 446"/>
                <a:gd name="T8" fmla="*/ 553 w 494"/>
                <a:gd name="T9" fmla="*/ 391 h 446"/>
                <a:gd name="T10" fmla="*/ 419 w 494"/>
                <a:gd name="T11" fmla="*/ 564 h 446"/>
                <a:gd name="T12" fmla="*/ 251 w 494"/>
                <a:gd name="T13" fmla="*/ 521 h 446"/>
                <a:gd name="T14" fmla="*/ 138 w 494"/>
                <a:gd name="T15" fmla="*/ 876 h 44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94" h="446">
                  <a:moveTo>
                    <a:pt x="43" y="372"/>
                  </a:moveTo>
                  <a:cubicBezTo>
                    <a:pt x="18" y="308"/>
                    <a:pt x="0" y="205"/>
                    <a:pt x="84" y="117"/>
                  </a:cubicBezTo>
                  <a:cubicBezTo>
                    <a:pt x="196" y="0"/>
                    <a:pt x="383" y="21"/>
                    <a:pt x="494" y="150"/>
                  </a:cubicBezTo>
                  <a:cubicBezTo>
                    <a:pt x="494" y="150"/>
                    <a:pt x="452" y="161"/>
                    <a:pt x="420" y="146"/>
                  </a:cubicBezTo>
                  <a:cubicBezTo>
                    <a:pt x="388" y="132"/>
                    <a:pt x="303" y="97"/>
                    <a:pt x="268" y="189"/>
                  </a:cubicBezTo>
                  <a:cubicBezTo>
                    <a:pt x="253" y="229"/>
                    <a:pt x="221" y="296"/>
                    <a:pt x="203" y="273"/>
                  </a:cubicBezTo>
                  <a:cubicBezTo>
                    <a:pt x="175" y="240"/>
                    <a:pt x="124" y="215"/>
                    <a:pt x="122" y="252"/>
                  </a:cubicBezTo>
                  <a:cubicBezTo>
                    <a:pt x="119" y="289"/>
                    <a:pt x="90" y="446"/>
                    <a:pt x="67" y="424"/>
                  </a:cubicBezTo>
                </a:path>
              </a:pathLst>
            </a:custGeom>
            <a:solidFill>
              <a:srgbClr val="F0E5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7658" name="Freeform 169">
              <a:extLst>
                <a:ext uri="{FF2B5EF4-FFF2-40B4-BE49-F238E27FC236}">
                  <a16:creationId xmlns:a16="http://schemas.microsoft.com/office/drawing/2014/main" id="{C4651FED-FD23-4CF1-9ADF-9163FACE8EB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2" y="2632"/>
              <a:ext cx="122" cy="178"/>
            </a:xfrm>
            <a:custGeom>
              <a:avLst/>
              <a:gdLst>
                <a:gd name="T0" fmla="*/ 0 w 96"/>
                <a:gd name="T1" fmla="*/ 183 h 140"/>
                <a:gd name="T2" fmla="*/ 46 w 96"/>
                <a:gd name="T3" fmla="*/ 228 h 140"/>
                <a:gd name="T4" fmla="*/ 99 w 96"/>
                <a:gd name="T5" fmla="*/ 273 h 140"/>
                <a:gd name="T6" fmla="*/ 150 w 96"/>
                <a:gd name="T7" fmla="*/ 280 h 140"/>
                <a:gd name="T8" fmla="*/ 184 w 96"/>
                <a:gd name="T9" fmla="*/ 203 h 140"/>
                <a:gd name="T10" fmla="*/ 127 w 96"/>
                <a:gd name="T11" fmla="*/ 28 h 140"/>
                <a:gd name="T12" fmla="*/ 0 w 96"/>
                <a:gd name="T13" fmla="*/ 136 h 1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6" h="140">
                  <a:moveTo>
                    <a:pt x="0" y="89"/>
                  </a:moveTo>
                  <a:cubicBezTo>
                    <a:pt x="10" y="90"/>
                    <a:pt x="17" y="103"/>
                    <a:pt x="22" y="111"/>
                  </a:cubicBezTo>
                  <a:cubicBezTo>
                    <a:pt x="29" y="121"/>
                    <a:pt x="37" y="127"/>
                    <a:pt x="48" y="133"/>
                  </a:cubicBezTo>
                  <a:cubicBezTo>
                    <a:pt x="56" y="136"/>
                    <a:pt x="65" y="140"/>
                    <a:pt x="73" y="136"/>
                  </a:cubicBezTo>
                  <a:cubicBezTo>
                    <a:pt x="87" y="130"/>
                    <a:pt x="89" y="111"/>
                    <a:pt x="90" y="99"/>
                  </a:cubicBezTo>
                  <a:cubicBezTo>
                    <a:pt x="94" y="70"/>
                    <a:pt x="96" y="25"/>
                    <a:pt x="62" y="13"/>
                  </a:cubicBezTo>
                  <a:cubicBezTo>
                    <a:pt x="26" y="0"/>
                    <a:pt x="15" y="45"/>
                    <a:pt x="0" y="66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7659" name="Freeform 170">
              <a:extLst>
                <a:ext uri="{FF2B5EF4-FFF2-40B4-BE49-F238E27FC236}">
                  <a16:creationId xmlns:a16="http://schemas.microsoft.com/office/drawing/2014/main" id="{904A1015-12A0-4D33-836A-FD0983B129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3" y="2259"/>
              <a:ext cx="831" cy="870"/>
            </a:xfrm>
            <a:custGeom>
              <a:avLst/>
              <a:gdLst>
                <a:gd name="T0" fmla="*/ 1068 w 653"/>
                <a:gd name="T1" fmla="*/ 202 h 684"/>
                <a:gd name="T2" fmla="*/ 281 w 653"/>
                <a:gd name="T3" fmla="*/ 8 h 684"/>
                <a:gd name="T4" fmla="*/ 60 w 653"/>
                <a:gd name="T5" fmla="*/ 144 h 684"/>
                <a:gd name="T6" fmla="*/ 67 w 653"/>
                <a:gd name="T7" fmla="*/ 459 h 684"/>
                <a:gd name="T8" fmla="*/ 447 w 653"/>
                <a:gd name="T9" fmla="*/ 870 h 684"/>
                <a:gd name="T10" fmla="*/ 531 w 653"/>
                <a:gd name="T11" fmla="*/ 962 h 684"/>
                <a:gd name="T12" fmla="*/ 536 w 653"/>
                <a:gd name="T13" fmla="*/ 990 h 684"/>
                <a:gd name="T14" fmla="*/ 534 w 653"/>
                <a:gd name="T15" fmla="*/ 1021 h 684"/>
                <a:gd name="T16" fmla="*/ 426 w 653"/>
                <a:gd name="T17" fmla="*/ 1132 h 684"/>
                <a:gd name="T18" fmla="*/ 319 w 653"/>
                <a:gd name="T19" fmla="*/ 1254 h 684"/>
                <a:gd name="T20" fmla="*/ 295 w 653"/>
                <a:gd name="T21" fmla="*/ 1357 h 684"/>
                <a:gd name="T22" fmla="*/ 409 w 653"/>
                <a:gd name="T23" fmla="*/ 1322 h 684"/>
                <a:gd name="T24" fmla="*/ 440 w 653"/>
                <a:gd name="T25" fmla="*/ 1386 h 684"/>
                <a:gd name="T26" fmla="*/ 602 w 653"/>
                <a:gd name="T27" fmla="*/ 1357 h 684"/>
                <a:gd name="T28" fmla="*/ 856 w 653"/>
                <a:gd name="T29" fmla="*/ 1194 h 684"/>
                <a:gd name="T30" fmla="*/ 970 w 653"/>
                <a:gd name="T31" fmla="*/ 986 h 684"/>
                <a:gd name="T32" fmla="*/ 786 w 653"/>
                <a:gd name="T33" fmla="*/ 834 h 684"/>
                <a:gd name="T34" fmla="*/ 602 w 653"/>
                <a:gd name="T35" fmla="*/ 532 h 684"/>
                <a:gd name="T36" fmla="*/ 851 w 653"/>
                <a:gd name="T37" fmla="*/ 688 h 684"/>
                <a:gd name="T38" fmla="*/ 1121 w 653"/>
                <a:gd name="T39" fmla="*/ 857 h 684"/>
                <a:gd name="T40" fmla="*/ 1313 w 653"/>
                <a:gd name="T41" fmla="*/ 749 h 684"/>
                <a:gd name="T42" fmla="*/ 1068 w 653"/>
                <a:gd name="T43" fmla="*/ 202 h 684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653" h="684">
                  <a:moveTo>
                    <a:pt x="518" y="98"/>
                  </a:moveTo>
                  <a:cubicBezTo>
                    <a:pt x="518" y="98"/>
                    <a:pt x="289" y="14"/>
                    <a:pt x="137" y="4"/>
                  </a:cubicBezTo>
                  <a:cubicBezTo>
                    <a:pt x="93" y="0"/>
                    <a:pt x="45" y="29"/>
                    <a:pt x="29" y="70"/>
                  </a:cubicBezTo>
                  <a:cubicBezTo>
                    <a:pt x="14" y="111"/>
                    <a:pt x="0" y="178"/>
                    <a:pt x="33" y="223"/>
                  </a:cubicBezTo>
                  <a:cubicBezTo>
                    <a:pt x="66" y="267"/>
                    <a:pt x="167" y="387"/>
                    <a:pt x="217" y="423"/>
                  </a:cubicBezTo>
                  <a:cubicBezTo>
                    <a:pt x="243" y="441"/>
                    <a:pt x="248" y="472"/>
                    <a:pt x="258" y="467"/>
                  </a:cubicBezTo>
                  <a:cubicBezTo>
                    <a:pt x="258" y="467"/>
                    <a:pt x="253" y="476"/>
                    <a:pt x="260" y="481"/>
                  </a:cubicBezTo>
                  <a:cubicBezTo>
                    <a:pt x="260" y="481"/>
                    <a:pt x="257" y="490"/>
                    <a:pt x="259" y="496"/>
                  </a:cubicBezTo>
                  <a:cubicBezTo>
                    <a:pt x="261" y="502"/>
                    <a:pt x="223" y="534"/>
                    <a:pt x="207" y="550"/>
                  </a:cubicBezTo>
                  <a:cubicBezTo>
                    <a:pt x="191" y="566"/>
                    <a:pt x="162" y="580"/>
                    <a:pt x="155" y="609"/>
                  </a:cubicBezTo>
                  <a:cubicBezTo>
                    <a:pt x="149" y="638"/>
                    <a:pt x="124" y="655"/>
                    <a:pt x="143" y="660"/>
                  </a:cubicBezTo>
                  <a:cubicBezTo>
                    <a:pt x="163" y="666"/>
                    <a:pt x="188" y="669"/>
                    <a:pt x="198" y="642"/>
                  </a:cubicBezTo>
                  <a:cubicBezTo>
                    <a:pt x="198" y="642"/>
                    <a:pt x="191" y="670"/>
                    <a:pt x="214" y="674"/>
                  </a:cubicBezTo>
                  <a:cubicBezTo>
                    <a:pt x="237" y="679"/>
                    <a:pt x="263" y="684"/>
                    <a:pt x="292" y="660"/>
                  </a:cubicBezTo>
                  <a:cubicBezTo>
                    <a:pt x="322" y="637"/>
                    <a:pt x="388" y="590"/>
                    <a:pt x="416" y="580"/>
                  </a:cubicBezTo>
                  <a:cubicBezTo>
                    <a:pt x="443" y="569"/>
                    <a:pt x="502" y="518"/>
                    <a:pt x="471" y="479"/>
                  </a:cubicBezTo>
                  <a:cubicBezTo>
                    <a:pt x="439" y="440"/>
                    <a:pt x="412" y="438"/>
                    <a:pt x="382" y="406"/>
                  </a:cubicBezTo>
                  <a:cubicBezTo>
                    <a:pt x="351" y="374"/>
                    <a:pt x="329" y="301"/>
                    <a:pt x="292" y="259"/>
                  </a:cubicBezTo>
                  <a:cubicBezTo>
                    <a:pt x="292" y="259"/>
                    <a:pt x="374" y="330"/>
                    <a:pt x="413" y="334"/>
                  </a:cubicBezTo>
                  <a:cubicBezTo>
                    <a:pt x="452" y="337"/>
                    <a:pt x="496" y="413"/>
                    <a:pt x="544" y="417"/>
                  </a:cubicBezTo>
                  <a:cubicBezTo>
                    <a:pt x="592" y="421"/>
                    <a:pt x="621" y="442"/>
                    <a:pt x="637" y="364"/>
                  </a:cubicBezTo>
                  <a:cubicBezTo>
                    <a:pt x="653" y="285"/>
                    <a:pt x="518" y="98"/>
                    <a:pt x="518" y="98"/>
                  </a:cubicBezTo>
                  <a:close/>
                </a:path>
              </a:pathLst>
            </a:custGeom>
            <a:solidFill>
              <a:srgbClr val="FEF2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7660" name="Freeform 171">
              <a:extLst>
                <a:ext uri="{FF2B5EF4-FFF2-40B4-BE49-F238E27FC236}">
                  <a16:creationId xmlns:a16="http://schemas.microsoft.com/office/drawing/2014/main" id="{02D8F7DE-23D0-4C47-B0E2-EE6DF8FFA13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8" y="2336"/>
              <a:ext cx="627" cy="1697"/>
            </a:xfrm>
            <a:custGeom>
              <a:avLst/>
              <a:gdLst>
                <a:gd name="T0" fmla="*/ 302 w 492"/>
                <a:gd name="T1" fmla="*/ 1934 h 1333"/>
                <a:gd name="T2" fmla="*/ 273 w 492"/>
                <a:gd name="T3" fmla="*/ 1989 h 1333"/>
                <a:gd name="T4" fmla="*/ 161 w 492"/>
                <a:gd name="T5" fmla="*/ 2095 h 1333"/>
                <a:gd name="T6" fmla="*/ 138 w 492"/>
                <a:gd name="T7" fmla="*/ 2238 h 1333"/>
                <a:gd name="T8" fmla="*/ 29 w 492"/>
                <a:gd name="T9" fmla="*/ 2418 h 1333"/>
                <a:gd name="T10" fmla="*/ 36 w 492"/>
                <a:gd name="T11" fmla="*/ 2533 h 1333"/>
                <a:gd name="T12" fmla="*/ 129 w 492"/>
                <a:gd name="T13" fmla="*/ 2545 h 1333"/>
                <a:gd name="T14" fmla="*/ 147 w 492"/>
                <a:gd name="T15" fmla="*/ 2509 h 1333"/>
                <a:gd name="T16" fmla="*/ 180 w 492"/>
                <a:gd name="T17" fmla="*/ 2554 h 1333"/>
                <a:gd name="T18" fmla="*/ 176 w 492"/>
                <a:gd name="T19" fmla="*/ 2610 h 1333"/>
                <a:gd name="T20" fmla="*/ 206 w 492"/>
                <a:gd name="T21" fmla="*/ 2676 h 1333"/>
                <a:gd name="T22" fmla="*/ 213 w 492"/>
                <a:gd name="T23" fmla="*/ 2714 h 1333"/>
                <a:gd name="T24" fmla="*/ 241 w 492"/>
                <a:gd name="T25" fmla="*/ 2721 h 1333"/>
                <a:gd name="T26" fmla="*/ 259 w 492"/>
                <a:gd name="T27" fmla="*/ 2749 h 1333"/>
                <a:gd name="T28" fmla="*/ 301 w 492"/>
                <a:gd name="T29" fmla="*/ 2677 h 1333"/>
                <a:gd name="T30" fmla="*/ 330 w 492"/>
                <a:gd name="T31" fmla="*/ 2652 h 1333"/>
                <a:gd name="T32" fmla="*/ 335 w 492"/>
                <a:gd name="T33" fmla="*/ 2616 h 1333"/>
                <a:gd name="T34" fmla="*/ 349 w 492"/>
                <a:gd name="T35" fmla="*/ 2569 h 1333"/>
                <a:gd name="T36" fmla="*/ 404 w 492"/>
                <a:gd name="T37" fmla="*/ 2443 h 1333"/>
                <a:gd name="T38" fmla="*/ 480 w 492"/>
                <a:gd name="T39" fmla="*/ 2209 h 1333"/>
                <a:gd name="T40" fmla="*/ 850 w 492"/>
                <a:gd name="T41" fmla="*/ 1358 h 1333"/>
                <a:gd name="T42" fmla="*/ 930 w 492"/>
                <a:gd name="T43" fmla="*/ 982 h 1333"/>
                <a:gd name="T44" fmla="*/ 969 w 492"/>
                <a:gd name="T45" fmla="*/ 265 h 1333"/>
                <a:gd name="T46" fmla="*/ 1018 w 492"/>
                <a:gd name="T47" fmla="*/ 0 h 1333"/>
                <a:gd name="T48" fmla="*/ 393 w 492"/>
                <a:gd name="T49" fmla="*/ 545 h 1333"/>
                <a:gd name="T50" fmla="*/ 422 w 492"/>
                <a:gd name="T51" fmla="*/ 574 h 1333"/>
                <a:gd name="T52" fmla="*/ 436 w 492"/>
                <a:gd name="T53" fmla="*/ 705 h 1333"/>
                <a:gd name="T54" fmla="*/ 492 w 492"/>
                <a:gd name="T55" fmla="*/ 920 h 1333"/>
                <a:gd name="T56" fmla="*/ 475 w 492"/>
                <a:gd name="T57" fmla="*/ 1259 h 1333"/>
                <a:gd name="T58" fmla="*/ 443 w 492"/>
                <a:gd name="T59" fmla="*/ 1502 h 1333"/>
                <a:gd name="T60" fmla="*/ 393 w 492"/>
                <a:gd name="T61" fmla="*/ 1767 h 1333"/>
                <a:gd name="T62" fmla="*/ 302 w 492"/>
                <a:gd name="T63" fmla="*/ 1934 h 1333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492" h="1333">
                  <a:moveTo>
                    <a:pt x="146" y="937"/>
                  </a:moveTo>
                  <a:cubicBezTo>
                    <a:pt x="137" y="944"/>
                    <a:pt x="141" y="948"/>
                    <a:pt x="132" y="964"/>
                  </a:cubicBezTo>
                  <a:cubicBezTo>
                    <a:pt x="116" y="996"/>
                    <a:pt x="84" y="986"/>
                    <a:pt x="78" y="1016"/>
                  </a:cubicBezTo>
                  <a:cubicBezTo>
                    <a:pt x="71" y="1046"/>
                    <a:pt x="79" y="1069"/>
                    <a:pt x="67" y="1085"/>
                  </a:cubicBezTo>
                  <a:cubicBezTo>
                    <a:pt x="54" y="1102"/>
                    <a:pt x="11" y="1149"/>
                    <a:pt x="14" y="1172"/>
                  </a:cubicBezTo>
                  <a:cubicBezTo>
                    <a:pt x="16" y="1195"/>
                    <a:pt x="0" y="1203"/>
                    <a:pt x="17" y="1228"/>
                  </a:cubicBezTo>
                  <a:cubicBezTo>
                    <a:pt x="34" y="1253"/>
                    <a:pt x="51" y="1253"/>
                    <a:pt x="62" y="1233"/>
                  </a:cubicBezTo>
                  <a:cubicBezTo>
                    <a:pt x="73" y="1213"/>
                    <a:pt x="71" y="1216"/>
                    <a:pt x="71" y="1216"/>
                  </a:cubicBezTo>
                  <a:cubicBezTo>
                    <a:pt x="71" y="1216"/>
                    <a:pt x="85" y="1224"/>
                    <a:pt x="87" y="1238"/>
                  </a:cubicBezTo>
                  <a:cubicBezTo>
                    <a:pt x="88" y="1253"/>
                    <a:pt x="90" y="1254"/>
                    <a:pt x="85" y="1265"/>
                  </a:cubicBezTo>
                  <a:cubicBezTo>
                    <a:pt x="80" y="1276"/>
                    <a:pt x="75" y="1298"/>
                    <a:pt x="100" y="1297"/>
                  </a:cubicBezTo>
                  <a:cubicBezTo>
                    <a:pt x="100" y="1297"/>
                    <a:pt x="92" y="1309"/>
                    <a:pt x="103" y="1316"/>
                  </a:cubicBezTo>
                  <a:cubicBezTo>
                    <a:pt x="113" y="1322"/>
                    <a:pt x="116" y="1319"/>
                    <a:pt x="116" y="1319"/>
                  </a:cubicBezTo>
                  <a:cubicBezTo>
                    <a:pt x="116" y="1319"/>
                    <a:pt x="113" y="1332"/>
                    <a:pt x="125" y="1332"/>
                  </a:cubicBezTo>
                  <a:cubicBezTo>
                    <a:pt x="137" y="1333"/>
                    <a:pt x="144" y="1310"/>
                    <a:pt x="145" y="1298"/>
                  </a:cubicBezTo>
                  <a:cubicBezTo>
                    <a:pt x="145" y="1298"/>
                    <a:pt x="157" y="1298"/>
                    <a:pt x="159" y="1285"/>
                  </a:cubicBezTo>
                  <a:cubicBezTo>
                    <a:pt x="161" y="1272"/>
                    <a:pt x="162" y="1268"/>
                    <a:pt x="162" y="1268"/>
                  </a:cubicBezTo>
                  <a:cubicBezTo>
                    <a:pt x="162" y="1268"/>
                    <a:pt x="167" y="1258"/>
                    <a:pt x="169" y="1245"/>
                  </a:cubicBezTo>
                  <a:cubicBezTo>
                    <a:pt x="171" y="1232"/>
                    <a:pt x="197" y="1223"/>
                    <a:pt x="195" y="1184"/>
                  </a:cubicBezTo>
                  <a:cubicBezTo>
                    <a:pt x="193" y="1144"/>
                    <a:pt x="222" y="1120"/>
                    <a:pt x="232" y="1071"/>
                  </a:cubicBezTo>
                  <a:cubicBezTo>
                    <a:pt x="242" y="1023"/>
                    <a:pt x="387" y="948"/>
                    <a:pt x="410" y="658"/>
                  </a:cubicBezTo>
                  <a:cubicBezTo>
                    <a:pt x="414" y="608"/>
                    <a:pt x="458" y="556"/>
                    <a:pt x="450" y="476"/>
                  </a:cubicBezTo>
                  <a:cubicBezTo>
                    <a:pt x="446" y="434"/>
                    <a:pt x="479" y="284"/>
                    <a:pt x="468" y="128"/>
                  </a:cubicBezTo>
                  <a:cubicBezTo>
                    <a:pt x="462" y="46"/>
                    <a:pt x="474" y="20"/>
                    <a:pt x="492" y="0"/>
                  </a:cubicBezTo>
                  <a:cubicBezTo>
                    <a:pt x="492" y="0"/>
                    <a:pt x="229" y="32"/>
                    <a:pt x="190" y="264"/>
                  </a:cubicBezTo>
                  <a:cubicBezTo>
                    <a:pt x="188" y="276"/>
                    <a:pt x="196" y="290"/>
                    <a:pt x="204" y="278"/>
                  </a:cubicBezTo>
                  <a:cubicBezTo>
                    <a:pt x="204" y="278"/>
                    <a:pt x="196" y="324"/>
                    <a:pt x="210" y="342"/>
                  </a:cubicBezTo>
                  <a:cubicBezTo>
                    <a:pt x="224" y="360"/>
                    <a:pt x="210" y="410"/>
                    <a:pt x="238" y="446"/>
                  </a:cubicBezTo>
                  <a:cubicBezTo>
                    <a:pt x="238" y="446"/>
                    <a:pt x="206" y="548"/>
                    <a:pt x="230" y="610"/>
                  </a:cubicBezTo>
                  <a:cubicBezTo>
                    <a:pt x="254" y="672"/>
                    <a:pt x="232" y="668"/>
                    <a:pt x="214" y="728"/>
                  </a:cubicBezTo>
                  <a:cubicBezTo>
                    <a:pt x="196" y="788"/>
                    <a:pt x="200" y="824"/>
                    <a:pt x="190" y="856"/>
                  </a:cubicBezTo>
                  <a:cubicBezTo>
                    <a:pt x="180" y="888"/>
                    <a:pt x="154" y="931"/>
                    <a:pt x="146" y="937"/>
                  </a:cubicBezTo>
                  <a:close/>
                </a:path>
              </a:pathLst>
            </a:custGeom>
            <a:solidFill>
              <a:srgbClr val="FEF2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7661" name="Freeform 172">
              <a:extLst>
                <a:ext uri="{FF2B5EF4-FFF2-40B4-BE49-F238E27FC236}">
                  <a16:creationId xmlns:a16="http://schemas.microsoft.com/office/drawing/2014/main" id="{076AE2D5-FBC0-4A11-A9C3-D5EF348BBA9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9" y="1341"/>
              <a:ext cx="769" cy="1422"/>
            </a:xfrm>
            <a:custGeom>
              <a:avLst/>
              <a:gdLst>
                <a:gd name="T0" fmla="*/ 399 w 604"/>
                <a:gd name="T1" fmla="*/ 29 h 1117"/>
                <a:gd name="T2" fmla="*/ 704 w 604"/>
                <a:gd name="T3" fmla="*/ 53 h 1117"/>
                <a:gd name="T4" fmla="*/ 1139 w 604"/>
                <a:gd name="T5" fmla="*/ 266 h 1117"/>
                <a:gd name="T6" fmla="*/ 1193 w 604"/>
                <a:gd name="T7" fmla="*/ 878 h 1117"/>
                <a:gd name="T8" fmla="*/ 1043 w 604"/>
                <a:gd name="T9" fmla="*/ 1640 h 1117"/>
                <a:gd name="T10" fmla="*/ 407 w 604"/>
                <a:gd name="T11" fmla="*/ 2215 h 1117"/>
                <a:gd name="T12" fmla="*/ 256 w 604"/>
                <a:gd name="T13" fmla="*/ 2272 h 1117"/>
                <a:gd name="T14" fmla="*/ 89 w 604"/>
                <a:gd name="T15" fmla="*/ 2093 h 1117"/>
                <a:gd name="T16" fmla="*/ 106 w 604"/>
                <a:gd name="T17" fmla="*/ 1964 h 1117"/>
                <a:gd name="T18" fmla="*/ 195 w 604"/>
                <a:gd name="T19" fmla="*/ 1875 h 1117"/>
                <a:gd name="T20" fmla="*/ 188 w 604"/>
                <a:gd name="T21" fmla="*/ 1785 h 1117"/>
                <a:gd name="T22" fmla="*/ 144 w 604"/>
                <a:gd name="T23" fmla="*/ 1679 h 1117"/>
                <a:gd name="T24" fmla="*/ 136 w 604"/>
                <a:gd name="T25" fmla="*/ 1586 h 1117"/>
                <a:gd name="T26" fmla="*/ 14 w 604"/>
                <a:gd name="T27" fmla="*/ 1181 h 1117"/>
                <a:gd name="T28" fmla="*/ 141 w 604"/>
                <a:gd name="T29" fmla="*/ 575 h 1117"/>
                <a:gd name="T30" fmla="*/ 399 w 604"/>
                <a:gd name="T31" fmla="*/ 29 h 1117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604" h="1117">
                  <a:moveTo>
                    <a:pt x="193" y="14"/>
                  </a:moveTo>
                  <a:cubicBezTo>
                    <a:pt x="193" y="14"/>
                    <a:pt x="298" y="0"/>
                    <a:pt x="341" y="26"/>
                  </a:cubicBezTo>
                  <a:cubicBezTo>
                    <a:pt x="384" y="52"/>
                    <a:pt x="525" y="120"/>
                    <a:pt x="552" y="129"/>
                  </a:cubicBezTo>
                  <a:cubicBezTo>
                    <a:pt x="579" y="139"/>
                    <a:pt x="552" y="354"/>
                    <a:pt x="578" y="426"/>
                  </a:cubicBezTo>
                  <a:cubicBezTo>
                    <a:pt x="604" y="498"/>
                    <a:pt x="596" y="689"/>
                    <a:pt x="505" y="795"/>
                  </a:cubicBezTo>
                  <a:cubicBezTo>
                    <a:pt x="414" y="900"/>
                    <a:pt x="246" y="1030"/>
                    <a:pt x="197" y="1074"/>
                  </a:cubicBezTo>
                  <a:cubicBezTo>
                    <a:pt x="148" y="1117"/>
                    <a:pt x="147" y="1104"/>
                    <a:pt x="124" y="1101"/>
                  </a:cubicBezTo>
                  <a:cubicBezTo>
                    <a:pt x="101" y="1098"/>
                    <a:pt x="18" y="1114"/>
                    <a:pt x="43" y="1014"/>
                  </a:cubicBezTo>
                  <a:cubicBezTo>
                    <a:pt x="43" y="1014"/>
                    <a:pt x="12" y="992"/>
                    <a:pt x="51" y="952"/>
                  </a:cubicBezTo>
                  <a:cubicBezTo>
                    <a:pt x="65" y="937"/>
                    <a:pt x="87" y="912"/>
                    <a:pt x="94" y="909"/>
                  </a:cubicBezTo>
                  <a:cubicBezTo>
                    <a:pt x="101" y="906"/>
                    <a:pt x="94" y="880"/>
                    <a:pt x="91" y="865"/>
                  </a:cubicBezTo>
                  <a:cubicBezTo>
                    <a:pt x="88" y="850"/>
                    <a:pt x="70" y="814"/>
                    <a:pt x="70" y="814"/>
                  </a:cubicBezTo>
                  <a:cubicBezTo>
                    <a:pt x="70" y="814"/>
                    <a:pt x="54" y="777"/>
                    <a:pt x="66" y="769"/>
                  </a:cubicBezTo>
                  <a:cubicBezTo>
                    <a:pt x="78" y="761"/>
                    <a:pt x="0" y="654"/>
                    <a:pt x="7" y="573"/>
                  </a:cubicBezTo>
                  <a:cubicBezTo>
                    <a:pt x="13" y="492"/>
                    <a:pt x="8" y="405"/>
                    <a:pt x="68" y="279"/>
                  </a:cubicBezTo>
                  <a:cubicBezTo>
                    <a:pt x="105" y="203"/>
                    <a:pt x="251" y="103"/>
                    <a:pt x="193" y="14"/>
                  </a:cubicBezTo>
                  <a:close/>
                </a:path>
              </a:pathLst>
            </a:custGeom>
            <a:solidFill>
              <a:srgbClr val="FEF2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7662" name="Freeform 173">
              <a:extLst>
                <a:ext uri="{FF2B5EF4-FFF2-40B4-BE49-F238E27FC236}">
                  <a16:creationId xmlns:a16="http://schemas.microsoft.com/office/drawing/2014/main" id="{9B685974-2C6D-4BB6-AF8A-40328B1C9C89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3" y="1370"/>
              <a:ext cx="87" cy="97"/>
            </a:xfrm>
            <a:custGeom>
              <a:avLst/>
              <a:gdLst>
                <a:gd name="T0" fmla="*/ 1 w 68"/>
                <a:gd name="T1" fmla="*/ 0 h 76"/>
                <a:gd name="T2" fmla="*/ 65 w 68"/>
                <a:gd name="T3" fmla="*/ 13 h 76"/>
                <a:gd name="T4" fmla="*/ 90 w 68"/>
                <a:gd name="T5" fmla="*/ 31 h 76"/>
                <a:gd name="T6" fmla="*/ 96 w 68"/>
                <a:gd name="T7" fmla="*/ 43 h 76"/>
                <a:gd name="T8" fmla="*/ 111 w 68"/>
                <a:gd name="T9" fmla="*/ 47 h 76"/>
                <a:gd name="T10" fmla="*/ 105 w 68"/>
                <a:gd name="T11" fmla="*/ 158 h 76"/>
                <a:gd name="T12" fmla="*/ 104 w 68"/>
                <a:gd name="T13" fmla="*/ 105 h 76"/>
                <a:gd name="T14" fmla="*/ 72 w 68"/>
                <a:gd name="T15" fmla="*/ 70 h 76"/>
                <a:gd name="T16" fmla="*/ 45 w 68"/>
                <a:gd name="T17" fmla="*/ 29 h 76"/>
                <a:gd name="T18" fmla="*/ 0 w 68"/>
                <a:gd name="T19" fmla="*/ 1 h 7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8" h="76">
                  <a:moveTo>
                    <a:pt x="1" y="0"/>
                  </a:moveTo>
                  <a:cubicBezTo>
                    <a:pt x="9" y="4"/>
                    <a:pt x="20" y="5"/>
                    <a:pt x="31" y="6"/>
                  </a:cubicBezTo>
                  <a:cubicBezTo>
                    <a:pt x="39" y="7"/>
                    <a:pt x="40" y="9"/>
                    <a:pt x="43" y="15"/>
                  </a:cubicBezTo>
                  <a:cubicBezTo>
                    <a:pt x="44" y="16"/>
                    <a:pt x="44" y="19"/>
                    <a:pt x="46" y="21"/>
                  </a:cubicBezTo>
                  <a:cubicBezTo>
                    <a:pt x="49" y="23"/>
                    <a:pt x="49" y="21"/>
                    <a:pt x="53" y="23"/>
                  </a:cubicBezTo>
                  <a:cubicBezTo>
                    <a:pt x="68" y="32"/>
                    <a:pt x="66" y="66"/>
                    <a:pt x="50" y="76"/>
                  </a:cubicBezTo>
                  <a:cubicBezTo>
                    <a:pt x="47" y="67"/>
                    <a:pt x="53" y="58"/>
                    <a:pt x="49" y="50"/>
                  </a:cubicBezTo>
                  <a:cubicBezTo>
                    <a:pt x="45" y="41"/>
                    <a:pt x="36" y="44"/>
                    <a:pt x="34" y="34"/>
                  </a:cubicBezTo>
                  <a:cubicBezTo>
                    <a:pt x="32" y="23"/>
                    <a:pt x="31" y="21"/>
                    <a:pt x="21" y="14"/>
                  </a:cubicBezTo>
                  <a:cubicBezTo>
                    <a:pt x="15" y="9"/>
                    <a:pt x="7" y="3"/>
                    <a:pt x="0" y="1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7663" name="Freeform 174">
              <a:extLst>
                <a:ext uri="{FF2B5EF4-FFF2-40B4-BE49-F238E27FC236}">
                  <a16:creationId xmlns:a16="http://schemas.microsoft.com/office/drawing/2014/main" id="{D1E1EA7A-FAEE-40F5-9BB0-E6A5A0ADBE5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9" y="2017"/>
              <a:ext cx="131" cy="137"/>
            </a:xfrm>
            <a:custGeom>
              <a:avLst/>
              <a:gdLst>
                <a:gd name="T0" fmla="*/ 67 w 103"/>
                <a:gd name="T1" fmla="*/ 185 h 108"/>
                <a:gd name="T2" fmla="*/ 172 w 103"/>
                <a:gd name="T3" fmla="*/ 192 h 108"/>
                <a:gd name="T4" fmla="*/ 136 w 103"/>
                <a:gd name="T5" fmla="*/ 132 h 108"/>
                <a:gd name="T6" fmla="*/ 99 w 103"/>
                <a:gd name="T7" fmla="*/ 43 h 108"/>
                <a:gd name="T8" fmla="*/ 18 w 103"/>
                <a:gd name="T9" fmla="*/ 30 h 108"/>
                <a:gd name="T10" fmla="*/ 8 w 103"/>
                <a:gd name="T11" fmla="*/ 74 h 108"/>
                <a:gd name="T12" fmla="*/ 52 w 103"/>
                <a:gd name="T13" fmla="*/ 100 h 108"/>
                <a:gd name="T14" fmla="*/ 72 w 103"/>
                <a:gd name="T15" fmla="*/ 190 h 10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3" h="108">
                  <a:moveTo>
                    <a:pt x="33" y="91"/>
                  </a:moveTo>
                  <a:cubicBezTo>
                    <a:pt x="50" y="99"/>
                    <a:pt x="65" y="108"/>
                    <a:pt x="83" y="94"/>
                  </a:cubicBezTo>
                  <a:cubicBezTo>
                    <a:pt x="103" y="80"/>
                    <a:pt x="73" y="73"/>
                    <a:pt x="66" y="65"/>
                  </a:cubicBezTo>
                  <a:cubicBezTo>
                    <a:pt x="54" y="52"/>
                    <a:pt x="46" y="38"/>
                    <a:pt x="48" y="21"/>
                  </a:cubicBezTo>
                  <a:cubicBezTo>
                    <a:pt x="50" y="0"/>
                    <a:pt x="20" y="5"/>
                    <a:pt x="9" y="15"/>
                  </a:cubicBezTo>
                  <a:cubicBezTo>
                    <a:pt x="4" y="20"/>
                    <a:pt x="0" y="28"/>
                    <a:pt x="4" y="36"/>
                  </a:cubicBezTo>
                  <a:cubicBezTo>
                    <a:pt x="8" y="45"/>
                    <a:pt x="19" y="43"/>
                    <a:pt x="25" y="49"/>
                  </a:cubicBezTo>
                  <a:cubicBezTo>
                    <a:pt x="38" y="59"/>
                    <a:pt x="30" y="80"/>
                    <a:pt x="35" y="93"/>
                  </a:cubicBezTo>
                </a:path>
              </a:pathLst>
            </a:custGeom>
            <a:solidFill>
              <a:srgbClr val="E1CE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7664" name="Freeform 175">
              <a:extLst>
                <a:ext uri="{FF2B5EF4-FFF2-40B4-BE49-F238E27FC236}">
                  <a16:creationId xmlns:a16="http://schemas.microsoft.com/office/drawing/2014/main" id="{A04324E4-80DA-4EE5-822C-4DAB684B544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3" y="2121"/>
              <a:ext cx="105" cy="62"/>
            </a:xfrm>
            <a:custGeom>
              <a:avLst/>
              <a:gdLst>
                <a:gd name="T0" fmla="*/ 63 w 82"/>
                <a:gd name="T1" fmla="*/ 0 h 49"/>
                <a:gd name="T2" fmla="*/ 90 w 82"/>
                <a:gd name="T3" fmla="*/ 62 h 49"/>
                <a:gd name="T4" fmla="*/ 172 w 82"/>
                <a:gd name="T5" fmla="*/ 65 h 49"/>
                <a:gd name="T6" fmla="*/ 59 w 82"/>
                <a:gd name="T7" fmla="*/ 0 h 4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2" h="49">
                  <a:moveTo>
                    <a:pt x="30" y="0"/>
                  </a:moveTo>
                  <a:cubicBezTo>
                    <a:pt x="15" y="7"/>
                    <a:pt x="34" y="28"/>
                    <a:pt x="43" y="31"/>
                  </a:cubicBezTo>
                  <a:cubicBezTo>
                    <a:pt x="54" y="35"/>
                    <a:pt x="71" y="37"/>
                    <a:pt x="82" y="32"/>
                  </a:cubicBezTo>
                  <a:cubicBezTo>
                    <a:pt x="59" y="49"/>
                    <a:pt x="0" y="34"/>
                    <a:pt x="28" y="0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7665" name="Freeform 176">
              <a:extLst>
                <a:ext uri="{FF2B5EF4-FFF2-40B4-BE49-F238E27FC236}">
                  <a16:creationId xmlns:a16="http://schemas.microsoft.com/office/drawing/2014/main" id="{919F0807-21B9-4F8F-A7C0-C1FED9279D2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3" y="2317"/>
              <a:ext cx="204" cy="77"/>
            </a:xfrm>
            <a:custGeom>
              <a:avLst/>
              <a:gdLst>
                <a:gd name="T0" fmla="*/ 6 w 160"/>
                <a:gd name="T1" fmla="*/ 0 h 60"/>
                <a:gd name="T2" fmla="*/ 171 w 160"/>
                <a:gd name="T3" fmla="*/ 83 h 60"/>
                <a:gd name="T4" fmla="*/ 332 w 160"/>
                <a:gd name="T5" fmla="*/ 118 h 60"/>
                <a:gd name="T6" fmla="*/ 107 w 160"/>
                <a:gd name="T7" fmla="*/ 82 h 60"/>
                <a:gd name="T8" fmla="*/ 0 w 160"/>
                <a:gd name="T9" fmla="*/ 5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0" h="60">
                  <a:moveTo>
                    <a:pt x="3" y="0"/>
                  </a:moveTo>
                  <a:cubicBezTo>
                    <a:pt x="28" y="17"/>
                    <a:pt x="51" y="32"/>
                    <a:pt x="82" y="40"/>
                  </a:cubicBezTo>
                  <a:cubicBezTo>
                    <a:pt x="108" y="46"/>
                    <a:pt x="134" y="51"/>
                    <a:pt x="160" y="56"/>
                  </a:cubicBezTo>
                  <a:cubicBezTo>
                    <a:pt x="124" y="60"/>
                    <a:pt x="86" y="51"/>
                    <a:pt x="52" y="39"/>
                  </a:cubicBezTo>
                  <a:cubicBezTo>
                    <a:pt x="36" y="33"/>
                    <a:pt x="9" y="19"/>
                    <a:pt x="0" y="2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7666" name="Freeform 177">
              <a:extLst>
                <a:ext uri="{FF2B5EF4-FFF2-40B4-BE49-F238E27FC236}">
                  <a16:creationId xmlns:a16="http://schemas.microsoft.com/office/drawing/2014/main" id="{0508B46D-D274-4ED7-B396-253F52B80FC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4" y="2323"/>
              <a:ext cx="379" cy="118"/>
            </a:xfrm>
            <a:custGeom>
              <a:avLst/>
              <a:gdLst>
                <a:gd name="T0" fmla="*/ 1 w 297"/>
                <a:gd name="T1" fmla="*/ 186 h 92"/>
                <a:gd name="T2" fmla="*/ 111 w 297"/>
                <a:gd name="T3" fmla="*/ 136 h 92"/>
                <a:gd name="T4" fmla="*/ 277 w 297"/>
                <a:gd name="T5" fmla="*/ 106 h 92"/>
                <a:gd name="T6" fmla="*/ 466 w 297"/>
                <a:gd name="T7" fmla="*/ 54 h 92"/>
                <a:gd name="T8" fmla="*/ 618 w 297"/>
                <a:gd name="T9" fmla="*/ 0 h 92"/>
                <a:gd name="T10" fmla="*/ 550 w 297"/>
                <a:gd name="T11" fmla="*/ 23 h 92"/>
                <a:gd name="T12" fmla="*/ 467 w 297"/>
                <a:gd name="T13" fmla="*/ 58 h 92"/>
                <a:gd name="T14" fmla="*/ 311 w 297"/>
                <a:gd name="T15" fmla="*/ 124 h 92"/>
                <a:gd name="T16" fmla="*/ 129 w 297"/>
                <a:gd name="T17" fmla="*/ 158 h 92"/>
                <a:gd name="T18" fmla="*/ 47 w 297"/>
                <a:gd name="T19" fmla="*/ 178 h 92"/>
                <a:gd name="T20" fmla="*/ 5 w 297"/>
                <a:gd name="T21" fmla="*/ 194 h 9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97" h="92">
                  <a:moveTo>
                    <a:pt x="1" y="88"/>
                  </a:moveTo>
                  <a:cubicBezTo>
                    <a:pt x="10" y="73"/>
                    <a:pt x="38" y="68"/>
                    <a:pt x="53" y="65"/>
                  </a:cubicBezTo>
                  <a:cubicBezTo>
                    <a:pt x="80" y="60"/>
                    <a:pt x="107" y="55"/>
                    <a:pt x="133" y="51"/>
                  </a:cubicBezTo>
                  <a:cubicBezTo>
                    <a:pt x="164" y="47"/>
                    <a:pt x="195" y="39"/>
                    <a:pt x="224" y="26"/>
                  </a:cubicBezTo>
                  <a:cubicBezTo>
                    <a:pt x="248" y="15"/>
                    <a:pt x="273" y="9"/>
                    <a:pt x="297" y="0"/>
                  </a:cubicBezTo>
                  <a:cubicBezTo>
                    <a:pt x="288" y="0"/>
                    <a:pt x="274" y="8"/>
                    <a:pt x="265" y="11"/>
                  </a:cubicBezTo>
                  <a:cubicBezTo>
                    <a:pt x="252" y="15"/>
                    <a:pt x="238" y="22"/>
                    <a:pt x="225" y="27"/>
                  </a:cubicBezTo>
                  <a:cubicBezTo>
                    <a:pt x="199" y="37"/>
                    <a:pt x="177" y="51"/>
                    <a:pt x="150" y="59"/>
                  </a:cubicBezTo>
                  <a:cubicBezTo>
                    <a:pt x="121" y="66"/>
                    <a:pt x="91" y="68"/>
                    <a:pt x="62" y="75"/>
                  </a:cubicBezTo>
                  <a:cubicBezTo>
                    <a:pt x="49" y="78"/>
                    <a:pt x="36" y="81"/>
                    <a:pt x="23" y="84"/>
                  </a:cubicBezTo>
                  <a:cubicBezTo>
                    <a:pt x="19" y="85"/>
                    <a:pt x="0" y="90"/>
                    <a:pt x="2" y="92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7667" name="Freeform 178">
              <a:extLst>
                <a:ext uri="{FF2B5EF4-FFF2-40B4-BE49-F238E27FC236}">
                  <a16:creationId xmlns:a16="http://schemas.microsoft.com/office/drawing/2014/main" id="{DB7C40E9-7B9D-4EAA-A9D5-6CF22B70405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5" y="2469"/>
              <a:ext cx="156" cy="230"/>
            </a:xfrm>
            <a:custGeom>
              <a:avLst/>
              <a:gdLst>
                <a:gd name="T0" fmla="*/ 5 w 122"/>
                <a:gd name="T1" fmla="*/ 366 h 181"/>
                <a:gd name="T2" fmla="*/ 1 w 122"/>
                <a:gd name="T3" fmla="*/ 316 h 181"/>
                <a:gd name="T4" fmla="*/ 17 w 122"/>
                <a:gd name="T5" fmla="*/ 257 h 181"/>
                <a:gd name="T6" fmla="*/ 84 w 122"/>
                <a:gd name="T7" fmla="*/ 130 h 181"/>
                <a:gd name="T8" fmla="*/ 166 w 122"/>
                <a:gd name="T9" fmla="*/ 52 h 181"/>
                <a:gd name="T10" fmla="*/ 254 w 122"/>
                <a:gd name="T11" fmla="*/ 0 h 181"/>
                <a:gd name="T12" fmla="*/ 207 w 122"/>
                <a:gd name="T13" fmla="*/ 52 h 181"/>
                <a:gd name="T14" fmla="*/ 152 w 122"/>
                <a:gd name="T15" fmla="*/ 97 h 181"/>
                <a:gd name="T16" fmla="*/ 77 w 122"/>
                <a:gd name="T17" fmla="*/ 187 h 181"/>
                <a:gd name="T18" fmla="*/ 8 w 122"/>
                <a:gd name="T19" fmla="*/ 371 h 18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2" h="181">
                  <a:moveTo>
                    <a:pt x="2" y="179"/>
                  </a:moveTo>
                  <a:cubicBezTo>
                    <a:pt x="3" y="172"/>
                    <a:pt x="0" y="162"/>
                    <a:pt x="1" y="154"/>
                  </a:cubicBezTo>
                  <a:cubicBezTo>
                    <a:pt x="2" y="145"/>
                    <a:pt x="5" y="134"/>
                    <a:pt x="8" y="125"/>
                  </a:cubicBezTo>
                  <a:cubicBezTo>
                    <a:pt x="15" y="104"/>
                    <a:pt x="28" y="80"/>
                    <a:pt x="41" y="63"/>
                  </a:cubicBezTo>
                  <a:cubicBezTo>
                    <a:pt x="52" y="48"/>
                    <a:pt x="66" y="36"/>
                    <a:pt x="80" y="25"/>
                  </a:cubicBezTo>
                  <a:cubicBezTo>
                    <a:pt x="91" y="16"/>
                    <a:pt x="108" y="2"/>
                    <a:pt x="122" y="0"/>
                  </a:cubicBezTo>
                  <a:cubicBezTo>
                    <a:pt x="113" y="7"/>
                    <a:pt x="107" y="18"/>
                    <a:pt x="99" y="25"/>
                  </a:cubicBezTo>
                  <a:cubicBezTo>
                    <a:pt x="90" y="33"/>
                    <a:pt x="81" y="39"/>
                    <a:pt x="73" y="47"/>
                  </a:cubicBezTo>
                  <a:cubicBezTo>
                    <a:pt x="59" y="62"/>
                    <a:pt x="48" y="75"/>
                    <a:pt x="37" y="91"/>
                  </a:cubicBezTo>
                  <a:cubicBezTo>
                    <a:pt x="19" y="118"/>
                    <a:pt x="5" y="150"/>
                    <a:pt x="4" y="181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7668" name="Freeform 179">
              <a:extLst>
                <a:ext uri="{FF2B5EF4-FFF2-40B4-BE49-F238E27FC236}">
                  <a16:creationId xmlns:a16="http://schemas.microsoft.com/office/drawing/2014/main" id="{A7445BD0-3D6C-4EFE-B0C9-F2645A9A2C3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4" y="2866"/>
              <a:ext cx="137" cy="58"/>
            </a:xfrm>
            <a:custGeom>
              <a:avLst/>
              <a:gdLst>
                <a:gd name="T0" fmla="*/ 8 w 107"/>
                <a:gd name="T1" fmla="*/ 92 h 46"/>
                <a:gd name="T2" fmla="*/ 90 w 107"/>
                <a:gd name="T3" fmla="*/ 16 h 46"/>
                <a:gd name="T4" fmla="*/ 224 w 107"/>
                <a:gd name="T5" fmla="*/ 32 h 46"/>
                <a:gd name="T6" fmla="*/ 86 w 107"/>
                <a:gd name="T7" fmla="*/ 25 h 46"/>
                <a:gd name="T8" fmla="*/ 13 w 107"/>
                <a:gd name="T9" fmla="*/ 91 h 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7" h="46">
                  <a:moveTo>
                    <a:pt x="4" y="46"/>
                  </a:moveTo>
                  <a:cubicBezTo>
                    <a:pt x="0" y="31"/>
                    <a:pt x="32" y="12"/>
                    <a:pt x="43" y="8"/>
                  </a:cubicBezTo>
                  <a:cubicBezTo>
                    <a:pt x="66" y="0"/>
                    <a:pt x="87" y="6"/>
                    <a:pt x="107" y="16"/>
                  </a:cubicBezTo>
                  <a:cubicBezTo>
                    <a:pt x="96" y="4"/>
                    <a:pt x="57" y="8"/>
                    <a:pt x="41" y="13"/>
                  </a:cubicBezTo>
                  <a:cubicBezTo>
                    <a:pt x="24" y="19"/>
                    <a:pt x="13" y="29"/>
                    <a:pt x="6" y="45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7669" name="Freeform 180">
              <a:extLst>
                <a:ext uri="{FF2B5EF4-FFF2-40B4-BE49-F238E27FC236}">
                  <a16:creationId xmlns:a16="http://schemas.microsoft.com/office/drawing/2014/main" id="{DAC58BAA-9F09-4C94-BCC0-71EED99944D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8" y="2833"/>
              <a:ext cx="20" cy="80"/>
            </a:xfrm>
            <a:custGeom>
              <a:avLst/>
              <a:gdLst>
                <a:gd name="T0" fmla="*/ 6 w 16"/>
                <a:gd name="T1" fmla="*/ 121 h 63"/>
                <a:gd name="T2" fmla="*/ 18 w 16"/>
                <a:gd name="T3" fmla="*/ 70 h 63"/>
                <a:gd name="T4" fmla="*/ 29 w 16"/>
                <a:gd name="T5" fmla="*/ 0 h 63"/>
                <a:gd name="T6" fmla="*/ 29 w 16"/>
                <a:gd name="T7" fmla="*/ 76 h 63"/>
                <a:gd name="T8" fmla="*/ 8 w 16"/>
                <a:gd name="T9" fmla="*/ 13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63">
                  <a:moveTo>
                    <a:pt x="3" y="59"/>
                  </a:moveTo>
                  <a:cubicBezTo>
                    <a:pt x="0" y="53"/>
                    <a:pt x="7" y="41"/>
                    <a:pt x="9" y="34"/>
                  </a:cubicBezTo>
                  <a:cubicBezTo>
                    <a:pt x="12" y="23"/>
                    <a:pt x="11" y="11"/>
                    <a:pt x="14" y="0"/>
                  </a:cubicBezTo>
                  <a:cubicBezTo>
                    <a:pt x="14" y="12"/>
                    <a:pt x="16" y="25"/>
                    <a:pt x="14" y="37"/>
                  </a:cubicBezTo>
                  <a:cubicBezTo>
                    <a:pt x="12" y="45"/>
                    <a:pt x="7" y="54"/>
                    <a:pt x="4" y="63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7670" name="Freeform 181">
              <a:extLst>
                <a:ext uri="{FF2B5EF4-FFF2-40B4-BE49-F238E27FC236}">
                  <a16:creationId xmlns:a16="http://schemas.microsoft.com/office/drawing/2014/main" id="{D7A6D4B8-76D2-4A67-B87B-E7E006766D5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2" y="3636"/>
              <a:ext cx="56" cy="101"/>
            </a:xfrm>
            <a:custGeom>
              <a:avLst/>
              <a:gdLst>
                <a:gd name="T0" fmla="*/ 28 w 44"/>
                <a:gd name="T1" fmla="*/ 125 h 79"/>
                <a:gd name="T2" fmla="*/ 90 w 44"/>
                <a:gd name="T3" fmla="*/ 0 h 79"/>
                <a:gd name="T4" fmla="*/ 66 w 44"/>
                <a:gd name="T5" fmla="*/ 98 h 79"/>
                <a:gd name="T6" fmla="*/ 0 w 44"/>
                <a:gd name="T7" fmla="*/ 165 h 79"/>
                <a:gd name="T8" fmla="*/ 14 w 44"/>
                <a:gd name="T9" fmla="*/ 141 h 7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" h="79">
                  <a:moveTo>
                    <a:pt x="13" y="60"/>
                  </a:moveTo>
                  <a:cubicBezTo>
                    <a:pt x="21" y="41"/>
                    <a:pt x="42" y="21"/>
                    <a:pt x="44" y="0"/>
                  </a:cubicBezTo>
                  <a:cubicBezTo>
                    <a:pt x="44" y="15"/>
                    <a:pt x="40" y="35"/>
                    <a:pt x="32" y="47"/>
                  </a:cubicBezTo>
                  <a:cubicBezTo>
                    <a:pt x="23" y="60"/>
                    <a:pt x="9" y="67"/>
                    <a:pt x="0" y="79"/>
                  </a:cubicBezTo>
                  <a:cubicBezTo>
                    <a:pt x="2" y="75"/>
                    <a:pt x="4" y="71"/>
                    <a:pt x="7" y="67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7671" name="Freeform 182">
              <a:extLst>
                <a:ext uri="{FF2B5EF4-FFF2-40B4-BE49-F238E27FC236}">
                  <a16:creationId xmlns:a16="http://schemas.microsoft.com/office/drawing/2014/main" id="{7F1DB47D-4AC6-40FD-AF0B-894322A10EC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4" y="3846"/>
              <a:ext cx="25" cy="46"/>
            </a:xfrm>
            <a:custGeom>
              <a:avLst/>
              <a:gdLst>
                <a:gd name="T0" fmla="*/ 0 w 20"/>
                <a:gd name="T1" fmla="*/ 70 h 36"/>
                <a:gd name="T2" fmla="*/ 36 w 20"/>
                <a:gd name="T3" fmla="*/ 0 h 36"/>
                <a:gd name="T4" fmla="*/ 1 w 20"/>
                <a:gd name="T5" fmla="*/ 75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36">
                  <a:moveTo>
                    <a:pt x="0" y="34"/>
                  </a:moveTo>
                  <a:cubicBezTo>
                    <a:pt x="5" y="23"/>
                    <a:pt x="12" y="11"/>
                    <a:pt x="18" y="0"/>
                  </a:cubicBezTo>
                  <a:cubicBezTo>
                    <a:pt x="20" y="15"/>
                    <a:pt x="9" y="24"/>
                    <a:pt x="1" y="36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7672" name="Freeform 183">
              <a:extLst>
                <a:ext uri="{FF2B5EF4-FFF2-40B4-BE49-F238E27FC236}">
                  <a16:creationId xmlns:a16="http://schemas.microsoft.com/office/drawing/2014/main" id="{84F0873A-0007-461B-B02A-C3D866FFB20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8" y="3873"/>
              <a:ext cx="87" cy="134"/>
            </a:xfrm>
            <a:custGeom>
              <a:avLst/>
              <a:gdLst>
                <a:gd name="T0" fmla="*/ 0 w 68"/>
                <a:gd name="T1" fmla="*/ 0 h 105"/>
                <a:gd name="T2" fmla="*/ 142 w 68"/>
                <a:gd name="T3" fmla="*/ 120 h 105"/>
                <a:gd name="T4" fmla="*/ 110 w 68"/>
                <a:gd name="T5" fmla="*/ 175 h 105"/>
                <a:gd name="T6" fmla="*/ 46 w 68"/>
                <a:gd name="T7" fmla="*/ 195 h 105"/>
                <a:gd name="T8" fmla="*/ 6 w 68"/>
                <a:gd name="T9" fmla="*/ 89 h 105"/>
                <a:gd name="T10" fmla="*/ 0 w 68"/>
                <a:gd name="T11" fmla="*/ 6 h 10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8" h="105">
                  <a:moveTo>
                    <a:pt x="0" y="0"/>
                  </a:moveTo>
                  <a:cubicBezTo>
                    <a:pt x="24" y="17"/>
                    <a:pt x="32" y="57"/>
                    <a:pt x="68" y="58"/>
                  </a:cubicBezTo>
                  <a:cubicBezTo>
                    <a:pt x="64" y="69"/>
                    <a:pt x="61" y="77"/>
                    <a:pt x="52" y="84"/>
                  </a:cubicBezTo>
                  <a:cubicBezTo>
                    <a:pt x="43" y="90"/>
                    <a:pt x="32" y="105"/>
                    <a:pt x="22" y="94"/>
                  </a:cubicBezTo>
                  <a:cubicBezTo>
                    <a:pt x="10" y="81"/>
                    <a:pt x="5" y="60"/>
                    <a:pt x="3" y="43"/>
                  </a:cubicBezTo>
                  <a:cubicBezTo>
                    <a:pt x="2" y="31"/>
                    <a:pt x="7" y="13"/>
                    <a:pt x="0" y="3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7673" name="Freeform 184">
              <a:extLst>
                <a:ext uri="{FF2B5EF4-FFF2-40B4-BE49-F238E27FC236}">
                  <a16:creationId xmlns:a16="http://schemas.microsoft.com/office/drawing/2014/main" id="{934387A1-5497-48AC-A3AE-CAA98A3ED7C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7" y="3888"/>
              <a:ext cx="36" cy="98"/>
            </a:xfrm>
            <a:custGeom>
              <a:avLst/>
              <a:gdLst>
                <a:gd name="T0" fmla="*/ 0 w 28"/>
                <a:gd name="T1" fmla="*/ 159 h 77"/>
                <a:gd name="T2" fmla="*/ 54 w 28"/>
                <a:gd name="T3" fmla="*/ 95 h 77"/>
                <a:gd name="T4" fmla="*/ 31 w 28"/>
                <a:gd name="T5" fmla="*/ 0 h 7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77">
                  <a:moveTo>
                    <a:pt x="0" y="77"/>
                  </a:moveTo>
                  <a:cubicBezTo>
                    <a:pt x="11" y="76"/>
                    <a:pt x="28" y="56"/>
                    <a:pt x="26" y="46"/>
                  </a:cubicBezTo>
                  <a:cubicBezTo>
                    <a:pt x="23" y="30"/>
                    <a:pt x="10" y="17"/>
                    <a:pt x="15" y="0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7674" name="Freeform 185">
              <a:extLst>
                <a:ext uri="{FF2B5EF4-FFF2-40B4-BE49-F238E27FC236}">
                  <a16:creationId xmlns:a16="http://schemas.microsoft.com/office/drawing/2014/main" id="{7A3C8147-D94F-410B-9F5A-7BDA811E733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2" y="3929"/>
              <a:ext cx="33" cy="90"/>
            </a:xfrm>
            <a:custGeom>
              <a:avLst/>
              <a:gdLst>
                <a:gd name="T0" fmla="*/ 5 w 26"/>
                <a:gd name="T1" fmla="*/ 145 h 71"/>
                <a:gd name="T2" fmla="*/ 43 w 26"/>
                <a:gd name="T3" fmla="*/ 71 h 71"/>
                <a:gd name="T4" fmla="*/ 18 w 26"/>
                <a:gd name="T5" fmla="*/ 0 h 7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71">
                  <a:moveTo>
                    <a:pt x="2" y="71"/>
                  </a:moveTo>
                  <a:cubicBezTo>
                    <a:pt x="0" y="63"/>
                    <a:pt x="18" y="44"/>
                    <a:pt x="21" y="35"/>
                  </a:cubicBezTo>
                  <a:cubicBezTo>
                    <a:pt x="26" y="19"/>
                    <a:pt x="13" y="14"/>
                    <a:pt x="9" y="0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7675" name="Freeform 186">
              <a:extLst>
                <a:ext uri="{FF2B5EF4-FFF2-40B4-BE49-F238E27FC236}">
                  <a16:creationId xmlns:a16="http://schemas.microsoft.com/office/drawing/2014/main" id="{5401ABED-69A6-442B-ACFE-A06C41B8B8E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5" y="3929"/>
              <a:ext cx="9" cy="64"/>
            </a:xfrm>
            <a:custGeom>
              <a:avLst/>
              <a:gdLst>
                <a:gd name="T0" fmla="*/ 10 w 7"/>
                <a:gd name="T1" fmla="*/ 105 h 50"/>
                <a:gd name="T2" fmla="*/ 6 w 7"/>
                <a:gd name="T3" fmla="*/ 47 h 50"/>
                <a:gd name="T4" fmla="*/ 15 w 7"/>
                <a:gd name="T5" fmla="*/ 0 h 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0">
                  <a:moveTo>
                    <a:pt x="5" y="50"/>
                  </a:moveTo>
                  <a:cubicBezTo>
                    <a:pt x="2" y="42"/>
                    <a:pt x="4" y="31"/>
                    <a:pt x="3" y="23"/>
                  </a:cubicBezTo>
                  <a:cubicBezTo>
                    <a:pt x="2" y="14"/>
                    <a:pt x="0" y="8"/>
                    <a:pt x="7" y="0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7676" name="Freeform 187">
              <a:extLst>
                <a:ext uri="{FF2B5EF4-FFF2-40B4-BE49-F238E27FC236}">
                  <a16:creationId xmlns:a16="http://schemas.microsoft.com/office/drawing/2014/main" id="{15FB0C6B-A5CC-47B7-9ADE-1316EB37C85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3" y="3914"/>
              <a:ext cx="5" cy="14"/>
            </a:xfrm>
            <a:custGeom>
              <a:avLst/>
              <a:gdLst>
                <a:gd name="T0" fmla="*/ 0 w 4"/>
                <a:gd name="T1" fmla="*/ 23 h 11"/>
                <a:gd name="T2" fmla="*/ 8 w 4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1">
                  <a:moveTo>
                    <a:pt x="0" y="11"/>
                  </a:moveTo>
                  <a:cubicBezTo>
                    <a:pt x="0" y="6"/>
                    <a:pt x="1" y="3"/>
                    <a:pt x="4" y="0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7677" name="Freeform 188">
              <a:extLst>
                <a:ext uri="{FF2B5EF4-FFF2-40B4-BE49-F238E27FC236}">
                  <a16:creationId xmlns:a16="http://schemas.microsoft.com/office/drawing/2014/main" id="{04CE9C1A-FFD7-479C-BAB3-5C0A7697596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8" y="3863"/>
              <a:ext cx="43" cy="51"/>
            </a:xfrm>
            <a:custGeom>
              <a:avLst/>
              <a:gdLst>
                <a:gd name="T0" fmla="*/ 48 w 34"/>
                <a:gd name="T1" fmla="*/ 83 h 40"/>
                <a:gd name="T2" fmla="*/ 0 w 34"/>
                <a:gd name="T3" fmla="*/ 31 h 40"/>
                <a:gd name="T4" fmla="*/ 14 w 34"/>
                <a:gd name="T5" fmla="*/ 1 h 40"/>
                <a:gd name="T6" fmla="*/ 35 w 34"/>
                <a:gd name="T7" fmla="*/ 10 h 40"/>
                <a:gd name="T8" fmla="*/ 68 w 34"/>
                <a:gd name="T9" fmla="*/ 52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40">
                  <a:moveTo>
                    <a:pt x="24" y="40"/>
                  </a:moveTo>
                  <a:cubicBezTo>
                    <a:pt x="19" y="30"/>
                    <a:pt x="12" y="18"/>
                    <a:pt x="0" y="15"/>
                  </a:cubicBezTo>
                  <a:cubicBezTo>
                    <a:pt x="1" y="12"/>
                    <a:pt x="4" y="3"/>
                    <a:pt x="7" y="1"/>
                  </a:cubicBezTo>
                  <a:cubicBezTo>
                    <a:pt x="10" y="0"/>
                    <a:pt x="13" y="3"/>
                    <a:pt x="17" y="5"/>
                  </a:cubicBezTo>
                  <a:cubicBezTo>
                    <a:pt x="23" y="9"/>
                    <a:pt x="33" y="17"/>
                    <a:pt x="34" y="25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7678" name="Freeform 189">
              <a:extLst>
                <a:ext uri="{FF2B5EF4-FFF2-40B4-BE49-F238E27FC236}">
                  <a16:creationId xmlns:a16="http://schemas.microsoft.com/office/drawing/2014/main" id="{B84B0E2D-A18C-4577-AEB7-FECF77EC088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9" y="3949"/>
              <a:ext cx="23" cy="35"/>
            </a:xfrm>
            <a:custGeom>
              <a:avLst/>
              <a:gdLst>
                <a:gd name="T0" fmla="*/ 19 w 18"/>
                <a:gd name="T1" fmla="*/ 58 h 27"/>
                <a:gd name="T2" fmla="*/ 0 w 18"/>
                <a:gd name="T3" fmla="*/ 32 h 27"/>
                <a:gd name="T4" fmla="*/ 37 w 18"/>
                <a:gd name="T5" fmla="*/ 27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27">
                  <a:moveTo>
                    <a:pt x="9" y="27"/>
                  </a:moveTo>
                  <a:cubicBezTo>
                    <a:pt x="9" y="22"/>
                    <a:pt x="3" y="17"/>
                    <a:pt x="0" y="15"/>
                  </a:cubicBezTo>
                  <a:cubicBezTo>
                    <a:pt x="1" y="5"/>
                    <a:pt x="14" y="0"/>
                    <a:pt x="18" y="12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7679" name="Freeform 190">
              <a:extLst>
                <a:ext uri="{FF2B5EF4-FFF2-40B4-BE49-F238E27FC236}">
                  <a16:creationId xmlns:a16="http://schemas.microsoft.com/office/drawing/2014/main" id="{2F2A1DF9-FB10-4B00-AA09-0B5FDC065A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7" y="2826"/>
              <a:ext cx="42" cy="28"/>
            </a:xfrm>
            <a:custGeom>
              <a:avLst/>
              <a:gdLst>
                <a:gd name="T0" fmla="*/ 0 w 33"/>
                <a:gd name="T1" fmla="*/ 46 h 22"/>
                <a:gd name="T2" fmla="*/ 67 w 33"/>
                <a:gd name="T3" fmla="*/ 0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3" h="22">
                  <a:moveTo>
                    <a:pt x="0" y="22"/>
                  </a:moveTo>
                  <a:cubicBezTo>
                    <a:pt x="8" y="12"/>
                    <a:pt x="23" y="5"/>
                    <a:pt x="33" y="0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7680" name="Freeform 191">
              <a:extLst>
                <a:ext uri="{FF2B5EF4-FFF2-40B4-BE49-F238E27FC236}">
                  <a16:creationId xmlns:a16="http://schemas.microsoft.com/office/drawing/2014/main" id="{406221E5-3B54-4A54-8483-190982B48B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4" y="2861"/>
              <a:ext cx="55" cy="12"/>
            </a:xfrm>
            <a:custGeom>
              <a:avLst/>
              <a:gdLst>
                <a:gd name="T0" fmla="*/ 0 w 43"/>
                <a:gd name="T1" fmla="*/ 17 h 10"/>
                <a:gd name="T2" fmla="*/ 42 w 43"/>
                <a:gd name="T3" fmla="*/ 14 h 10"/>
                <a:gd name="T4" fmla="*/ 90 w 43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10">
                  <a:moveTo>
                    <a:pt x="0" y="10"/>
                  </a:moveTo>
                  <a:cubicBezTo>
                    <a:pt x="1" y="6"/>
                    <a:pt x="14" y="8"/>
                    <a:pt x="20" y="8"/>
                  </a:cubicBezTo>
                  <a:cubicBezTo>
                    <a:pt x="27" y="7"/>
                    <a:pt x="37" y="4"/>
                    <a:pt x="43" y="0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7681" name="Freeform 192">
              <a:extLst>
                <a:ext uri="{FF2B5EF4-FFF2-40B4-BE49-F238E27FC236}">
                  <a16:creationId xmlns:a16="http://schemas.microsoft.com/office/drawing/2014/main" id="{7AEDBF83-BDF8-4281-850A-BCF6ABD8403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1" y="3103"/>
              <a:ext cx="23" cy="31"/>
            </a:xfrm>
            <a:custGeom>
              <a:avLst/>
              <a:gdLst>
                <a:gd name="T0" fmla="*/ 0 w 18"/>
                <a:gd name="T1" fmla="*/ 47 h 25"/>
                <a:gd name="T2" fmla="*/ 24 w 18"/>
                <a:gd name="T3" fmla="*/ 24 h 25"/>
                <a:gd name="T4" fmla="*/ 37 w 18"/>
                <a:gd name="T5" fmla="*/ 0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25">
                  <a:moveTo>
                    <a:pt x="0" y="25"/>
                  </a:moveTo>
                  <a:cubicBezTo>
                    <a:pt x="5" y="22"/>
                    <a:pt x="10" y="17"/>
                    <a:pt x="12" y="12"/>
                  </a:cubicBezTo>
                  <a:cubicBezTo>
                    <a:pt x="14" y="8"/>
                    <a:pt x="15" y="3"/>
                    <a:pt x="18" y="0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7682" name="Freeform 193">
              <a:extLst>
                <a:ext uri="{FF2B5EF4-FFF2-40B4-BE49-F238E27FC236}">
                  <a16:creationId xmlns:a16="http://schemas.microsoft.com/office/drawing/2014/main" id="{0472623F-BFF8-4F70-93CE-7AC7F9A70E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1" y="3101"/>
              <a:ext cx="14" cy="40"/>
            </a:xfrm>
            <a:custGeom>
              <a:avLst/>
              <a:gdLst>
                <a:gd name="T0" fmla="*/ 0 w 11"/>
                <a:gd name="T1" fmla="*/ 67 h 31"/>
                <a:gd name="T2" fmla="*/ 13 w 11"/>
                <a:gd name="T3" fmla="*/ 36 h 31"/>
                <a:gd name="T4" fmla="*/ 23 w 11"/>
                <a:gd name="T5" fmla="*/ 0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31">
                  <a:moveTo>
                    <a:pt x="0" y="31"/>
                  </a:moveTo>
                  <a:cubicBezTo>
                    <a:pt x="0" y="25"/>
                    <a:pt x="2" y="22"/>
                    <a:pt x="6" y="17"/>
                  </a:cubicBezTo>
                  <a:cubicBezTo>
                    <a:pt x="9" y="13"/>
                    <a:pt x="11" y="6"/>
                    <a:pt x="11" y="0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7683" name="Freeform 194">
              <a:extLst>
                <a:ext uri="{FF2B5EF4-FFF2-40B4-BE49-F238E27FC236}">
                  <a16:creationId xmlns:a16="http://schemas.microsoft.com/office/drawing/2014/main" id="{8932597F-0DBC-4B10-AB5B-A355B56BF9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6" y="3117"/>
              <a:ext cx="9" cy="25"/>
            </a:xfrm>
            <a:custGeom>
              <a:avLst/>
              <a:gdLst>
                <a:gd name="T0" fmla="*/ 1 w 7"/>
                <a:gd name="T1" fmla="*/ 39 h 20"/>
                <a:gd name="T2" fmla="*/ 10 w 7"/>
                <a:gd name="T3" fmla="*/ 23 h 20"/>
                <a:gd name="T4" fmla="*/ 13 w 7"/>
                <a:gd name="T5" fmla="*/ 0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20">
                  <a:moveTo>
                    <a:pt x="1" y="20"/>
                  </a:moveTo>
                  <a:cubicBezTo>
                    <a:pt x="0" y="16"/>
                    <a:pt x="3" y="14"/>
                    <a:pt x="5" y="11"/>
                  </a:cubicBezTo>
                  <a:cubicBezTo>
                    <a:pt x="6" y="8"/>
                    <a:pt x="7" y="3"/>
                    <a:pt x="6" y="0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7684" name="Freeform 195">
              <a:extLst>
                <a:ext uri="{FF2B5EF4-FFF2-40B4-BE49-F238E27FC236}">
                  <a16:creationId xmlns:a16="http://schemas.microsoft.com/office/drawing/2014/main" id="{7D3411D2-F349-4E7A-810E-3E5FBC3C71C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8" y="2569"/>
              <a:ext cx="113" cy="73"/>
            </a:xfrm>
            <a:custGeom>
              <a:avLst/>
              <a:gdLst>
                <a:gd name="T0" fmla="*/ 0 w 89"/>
                <a:gd name="T1" fmla="*/ 95 h 57"/>
                <a:gd name="T2" fmla="*/ 91 w 89"/>
                <a:gd name="T3" fmla="*/ 72 h 57"/>
                <a:gd name="T4" fmla="*/ 137 w 89"/>
                <a:gd name="T5" fmla="*/ 23 h 57"/>
                <a:gd name="T6" fmla="*/ 182 w 89"/>
                <a:gd name="T7" fmla="*/ 0 h 5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9" h="57">
                  <a:moveTo>
                    <a:pt x="0" y="45"/>
                  </a:moveTo>
                  <a:cubicBezTo>
                    <a:pt x="20" y="57"/>
                    <a:pt x="32" y="53"/>
                    <a:pt x="45" y="34"/>
                  </a:cubicBezTo>
                  <a:cubicBezTo>
                    <a:pt x="51" y="25"/>
                    <a:pt x="57" y="16"/>
                    <a:pt x="67" y="11"/>
                  </a:cubicBezTo>
                  <a:cubicBezTo>
                    <a:pt x="74" y="7"/>
                    <a:pt x="82" y="7"/>
                    <a:pt x="89" y="0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7685" name="Freeform 196">
              <a:extLst>
                <a:ext uri="{FF2B5EF4-FFF2-40B4-BE49-F238E27FC236}">
                  <a16:creationId xmlns:a16="http://schemas.microsoft.com/office/drawing/2014/main" id="{F62AA8B8-821D-4F13-85B5-B63299E0F8AE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0" y="1409"/>
              <a:ext cx="69" cy="93"/>
            </a:xfrm>
            <a:custGeom>
              <a:avLst/>
              <a:gdLst>
                <a:gd name="T0" fmla="*/ 0 w 54"/>
                <a:gd name="T1" fmla="*/ 17 h 73"/>
                <a:gd name="T2" fmla="*/ 82 w 54"/>
                <a:gd name="T3" fmla="*/ 52 h 73"/>
                <a:gd name="T4" fmla="*/ 88 w 54"/>
                <a:gd name="T5" fmla="*/ 101 h 73"/>
                <a:gd name="T6" fmla="*/ 73 w 54"/>
                <a:gd name="T7" fmla="*/ 150 h 73"/>
                <a:gd name="T8" fmla="*/ 98 w 54"/>
                <a:gd name="T9" fmla="*/ 124 h 73"/>
                <a:gd name="T10" fmla="*/ 111 w 54"/>
                <a:gd name="T11" fmla="*/ 78 h 73"/>
                <a:gd name="T12" fmla="*/ 89 w 54"/>
                <a:gd name="T13" fmla="*/ 23 h 73"/>
                <a:gd name="T14" fmla="*/ 0 w 54"/>
                <a:gd name="T15" fmla="*/ 14 h 7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4" h="73">
                  <a:moveTo>
                    <a:pt x="0" y="8"/>
                  </a:moveTo>
                  <a:cubicBezTo>
                    <a:pt x="15" y="2"/>
                    <a:pt x="33" y="11"/>
                    <a:pt x="39" y="25"/>
                  </a:cubicBezTo>
                  <a:cubicBezTo>
                    <a:pt x="42" y="33"/>
                    <a:pt x="43" y="41"/>
                    <a:pt x="42" y="49"/>
                  </a:cubicBezTo>
                  <a:cubicBezTo>
                    <a:pt x="41" y="57"/>
                    <a:pt x="36" y="65"/>
                    <a:pt x="35" y="73"/>
                  </a:cubicBezTo>
                  <a:cubicBezTo>
                    <a:pt x="40" y="72"/>
                    <a:pt x="44" y="64"/>
                    <a:pt x="47" y="60"/>
                  </a:cubicBezTo>
                  <a:cubicBezTo>
                    <a:pt x="51" y="54"/>
                    <a:pt x="53" y="45"/>
                    <a:pt x="53" y="38"/>
                  </a:cubicBezTo>
                  <a:cubicBezTo>
                    <a:pt x="54" y="27"/>
                    <a:pt x="53" y="17"/>
                    <a:pt x="43" y="11"/>
                  </a:cubicBezTo>
                  <a:cubicBezTo>
                    <a:pt x="33" y="4"/>
                    <a:pt x="11" y="0"/>
                    <a:pt x="0" y="7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7686" name="Freeform 197">
              <a:extLst>
                <a:ext uri="{FF2B5EF4-FFF2-40B4-BE49-F238E27FC236}">
                  <a16:creationId xmlns:a16="http://schemas.microsoft.com/office/drawing/2014/main" id="{09567920-D454-44B5-9A32-03FB25BE61C5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2" y="1291"/>
              <a:ext cx="39" cy="43"/>
            </a:xfrm>
            <a:custGeom>
              <a:avLst/>
              <a:gdLst>
                <a:gd name="T0" fmla="*/ 14 w 31"/>
                <a:gd name="T1" fmla="*/ 0 h 34"/>
                <a:gd name="T2" fmla="*/ 16 w 31"/>
                <a:gd name="T3" fmla="*/ 53 h 34"/>
                <a:gd name="T4" fmla="*/ 42 w 31"/>
                <a:gd name="T5" fmla="*/ 56 h 34"/>
                <a:gd name="T6" fmla="*/ 62 w 31"/>
                <a:gd name="T7" fmla="*/ 54 h 34"/>
                <a:gd name="T8" fmla="*/ 14 w 31"/>
                <a:gd name="T9" fmla="*/ 56 h 34"/>
                <a:gd name="T10" fmla="*/ 10 w 31"/>
                <a:gd name="T11" fmla="*/ 5 h 34"/>
                <a:gd name="T12" fmla="*/ 13 w 31"/>
                <a:gd name="T13" fmla="*/ 0 h 3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34">
                  <a:moveTo>
                    <a:pt x="7" y="0"/>
                  </a:moveTo>
                  <a:cubicBezTo>
                    <a:pt x="1" y="3"/>
                    <a:pt x="2" y="21"/>
                    <a:pt x="8" y="26"/>
                  </a:cubicBezTo>
                  <a:cubicBezTo>
                    <a:pt x="12" y="29"/>
                    <a:pt x="17" y="30"/>
                    <a:pt x="21" y="28"/>
                  </a:cubicBezTo>
                  <a:cubicBezTo>
                    <a:pt x="23" y="27"/>
                    <a:pt x="30" y="19"/>
                    <a:pt x="31" y="27"/>
                  </a:cubicBezTo>
                  <a:cubicBezTo>
                    <a:pt x="31" y="34"/>
                    <a:pt x="11" y="31"/>
                    <a:pt x="7" y="28"/>
                  </a:cubicBezTo>
                  <a:cubicBezTo>
                    <a:pt x="0" y="23"/>
                    <a:pt x="0" y="9"/>
                    <a:pt x="5" y="2"/>
                  </a:cubicBezTo>
                  <a:cubicBezTo>
                    <a:pt x="6" y="1"/>
                    <a:pt x="6" y="1"/>
                    <a:pt x="6" y="0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7687" name="Freeform 198">
              <a:extLst>
                <a:ext uri="{FF2B5EF4-FFF2-40B4-BE49-F238E27FC236}">
                  <a16:creationId xmlns:a16="http://schemas.microsoft.com/office/drawing/2014/main" id="{4F91F916-89DD-45B1-9A60-8D0EDFE8FBEA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1" y="1348"/>
              <a:ext cx="18" cy="9"/>
            </a:xfrm>
            <a:custGeom>
              <a:avLst/>
              <a:gdLst>
                <a:gd name="T0" fmla="*/ 0 w 14"/>
                <a:gd name="T1" fmla="*/ 5 h 7"/>
                <a:gd name="T2" fmla="*/ 28 w 14"/>
                <a:gd name="T3" fmla="*/ 1 h 7"/>
                <a:gd name="T4" fmla="*/ 0 w 14"/>
                <a:gd name="T5" fmla="*/ 5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7">
                  <a:moveTo>
                    <a:pt x="0" y="2"/>
                  </a:moveTo>
                  <a:cubicBezTo>
                    <a:pt x="5" y="2"/>
                    <a:pt x="9" y="0"/>
                    <a:pt x="13" y="1"/>
                  </a:cubicBezTo>
                  <a:cubicBezTo>
                    <a:pt x="14" y="6"/>
                    <a:pt x="2" y="7"/>
                    <a:pt x="0" y="2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7688" name="Freeform 199">
              <a:extLst>
                <a:ext uri="{FF2B5EF4-FFF2-40B4-BE49-F238E27FC236}">
                  <a16:creationId xmlns:a16="http://schemas.microsoft.com/office/drawing/2014/main" id="{F6DC3067-C473-4351-97B2-3CA0C643F0D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9" y="1234"/>
              <a:ext cx="24" cy="40"/>
            </a:xfrm>
            <a:custGeom>
              <a:avLst/>
              <a:gdLst>
                <a:gd name="T0" fmla="*/ 38 w 19"/>
                <a:gd name="T1" fmla="*/ 63 h 32"/>
                <a:gd name="T2" fmla="*/ 14 w 19"/>
                <a:gd name="T3" fmla="*/ 36 h 32"/>
                <a:gd name="T4" fmla="*/ 0 w 19"/>
                <a:gd name="T5" fmla="*/ 0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32">
                  <a:moveTo>
                    <a:pt x="19" y="32"/>
                  </a:moveTo>
                  <a:cubicBezTo>
                    <a:pt x="17" y="27"/>
                    <a:pt x="11" y="23"/>
                    <a:pt x="7" y="18"/>
                  </a:cubicBezTo>
                  <a:cubicBezTo>
                    <a:pt x="3" y="12"/>
                    <a:pt x="2" y="6"/>
                    <a:pt x="0" y="0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7689" name="Freeform 200">
              <a:extLst>
                <a:ext uri="{FF2B5EF4-FFF2-40B4-BE49-F238E27FC236}">
                  <a16:creationId xmlns:a16="http://schemas.microsoft.com/office/drawing/2014/main" id="{76364B61-C57F-4009-869B-3CAC60659B11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4" y="1148"/>
              <a:ext cx="85" cy="73"/>
            </a:xfrm>
            <a:custGeom>
              <a:avLst/>
              <a:gdLst>
                <a:gd name="T0" fmla="*/ 0 w 67"/>
                <a:gd name="T1" fmla="*/ 0 h 57"/>
                <a:gd name="T2" fmla="*/ 48 w 67"/>
                <a:gd name="T3" fmla="*/ 24 h 57"/>
                <a:gd name="T4" fmla="*/ 89 w 67"/>
                <a:gd name="T5" fmla="*/ 58 h 57"/>
                <a:gd name="T6" fmla="*/ 137 w 67"/>
                <a:gd name="T7" fmla="*/ 119 h 5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7" h="57">
                  <a:moveTo>
                    <a:pt x="0" y="0"/>
                  </a:moveTo>
                  <a:cubicBezTo>
                    <a:pt x="7" y="5"/>
                    <a:pt x="16" y="7"/>
                    <a:pt x="24" y="12"/>
                  </a:cubicBezTo>
                  <a:cubicBezTo>
                    <a:pt x="31" y="16"/>
                    <a:pt x="37" y="21"/>
                    <a:pt x="43" y="27"/>
                  </a:cubicBezTo>
                  <a:cubicBezTo>
                    <a:pt x="52" y="36"/>
                    <a:pt x="60" y="46"/>
                    <a:pt x="67" y="57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7690" name="Freeform 201">
              <a:extLst>
                <a:ext uri="{FF2B5EF4-FFF2-40B4-BE49-F238E27FC236}">
                  <a16:creationId xmlns:a16="http://schemas.microsoft.com/office/drawing/2014/main" id="{E13955F6-3B14-468A-8A1F-F78F0818FA82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0" y="1155"/>
              <a:ext cx="27" cy="58"/>
            </a:xfrm>
            <a:custGeom>
              <a:avLst/>
              <a:gdLst>
                <a:gd name="T0" fmla="*/ 39 w 21"/>
                <a:gd name="T1" fmla="*/ 92 h 46"/>
                <a:gd name="T2" fmla="*/ 0 w 21"/>
                <a:gd name="T3" fmla="*/ 0 h 46"/>
                <a:gd name="T4" fmla="*/ 40 w 21"/>
                <a:gd name="T5" fmla="*/ 91 h 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46">
                  <a:moveTo>
                    <a:pt x="18" y="46"/>
                  </a:moveTo>
                  <a:cubicBezTo>
                    <a:pt x="20" y="28"/>
                    <a:pt x="16" y="10"/>
                    <a:pt x="0" y="0"/>
                  </a:cubicBezTo>
                  <a:cubicBezTo>
                    <a:pt x="21" y="3"/>
                    <a:pt x="19" y="30"/>
                    <a:pt x="19" y="45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7691" name="Freeform 202">
              <a:extLst>
                <a:ext uri="{FF2B5EF4-FFF2-40B4-BE49-F238E27FC236}">
                  <a16:creationId xmlns:a16="http://schemas.microsoft.com/office/drawing/2014/main" id="{00B27DC8-110B-47ED-9968-862CF5E5A68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4" y="1209"/>
              <a:ext cx="58" cy="32"/>
            </a:xfrm>
            <a:custGeom>
              <a:avLst/>
              <a:gdLst>
                <a:gd name="T0" fmla="*/ 97 w 45"/>
                <a:gd name="T1" fmla="*/ 29 h 25"/>
                <a:gd name="T2" fmla="*/ 50 w 45"/>
                <a:gd name="T3" fmla="*/ 45 h 25"/>
                <a:gd name="T4" fmla="*/ 15 w 45"/>
                <a:gd name="T5" fmla="*/ 24 h 25"/>
                <a:gd name="T6" fmla="*/ 0 w 45"/>
                <a:gd name="T7" fmla="*/ 0 h 25"/>
                <a:gd name="T8" fmla="*/ 36 w 45"/>
                <a:gd name="T9" fmla="*/ 46 h 25"/>
                <a:gd name="T10" fmla="*/ 94 w 45"/>
                <a:gd name="T11" fmla="*/ 36 h 2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5" h="25">
                  <a:moveTo>
                    <a:pt x="45" y="14"/>
                  </a:moveTo>
                  <a:cubicBezTo>
                    <a:pt x="38" y="20"/>
                    <a:pt x="33" y="25"/>
                    <a:pt x="23" y="21"/>
                  </a:cubicBezTo>
                  <a:cubicBezTo>
                    <a:pt x="17" y="20"/>
                    <a:pt x="11" y="16"/>
                    <a:pt x="7" y="12"/>
                  </a:cubicBezTo>
                  <a:cubicBezTo>
                    <a:pt x="4" y="9"/>
                    <a:pt x="3" y="4"/>
                    <a:pt x="0" y="0"/>
                  </a:cubicBezTo>
                  <a:cubicBezTo>
                    <a:pt x="2" y="11"/>
                    <a:pt x="5" y="20"/>
                    <a:pt x="17" y="22"/>
                  </a:cubicBezTo>
                  <a:cubicBezTo>
                    <a:pt x="27" y="24"/>
                    <a:pt x="36" y="20"/>
                    <a:pt x="44" y="17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7692" name="Freeform 203">
              <a:extLst>
                <a:ext uri="{FF2B5EF4-FFF2-40B4-BE49-F238E27FC236}">
                  <a16:creationId xmlns:a16="http://schemas.microsoft.com/office/drawing/2014/main" id="{AF709BCD-1E26-416A-AEF3-EE2EC252966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7" y="1283"/>
              <a:ext cx="26" cy="49"/>
            </a:xfrm>
            <a:custGeom>
              <a:avLst/>
              <a:gdLst>
                <a:gd name="T0" fmla="*/ 40 w 21"/>
                <a:gd name="T1" fmla="*/ 0 h 38"/>
                <a:gd name="T2" fmla="*/ 24 w 21"/>
                <a:gd name="T3" fmla="*/ 41 h 38"/>
                <a:gd name="T4" fmla="*/ 38 w 21"/>
                <a:gd name="T5" fmla="*/ 81 h 38"/>
                <a:gd name="T6" fmla="*/ 38 w 21"/>
                <a:gd name="T7" fmla="*/ 5 h 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38">
                  <a:moveTo>
                    <a:pt x="21" y="0"/>
                  </a:moveTo>
                  <a:cubicBezTo>
                    <a:pt x="13" y="1"/>
                    <a:pt x="12" y="13"/>
                    <a:pt x="12" y="19"/>
                  </a:cubicBezTo>
                  <a:cubicBezTo>
                    <a:pt x="13" y="28"/>
                    <a:pt x="15" y="32"/>
                    <a:pt x="20" y="38"/>
                  </a:cubicBezTo>
                  <a:cubicBezTo>
                    <a:pt x="4" y="33"/>
                    <a:pt x="0" y="0"/>
                    <a:pt x="20" y="2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7693" name="Freeform 204">
              <a:extLst>
                <a:ext uri="{FF2B5EF4-FFF2-40B4-BE49-F238E27FC236}">
                  <a16:creationId xmlns:a16="http://schemas.microsoft.com/office/drawing/2014/main" id="{FAA2953A-679B-4901-807B-EBBEF9F24F39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9" y="1120"/>
              <a:ext cx="51" cy="44"/>
            </a:xfrm>
            <a:custGeom>
              <a:avLst/>
              <a:gdLst>
                <a:gd name="T0" fmla="*/ 0 w 40"/>
                <a:gd name="T1" fmla="*/ 0 h 34"/>
                <a:gd name="T2" fmla="*/ 47 w 40"/>
                <a:gd name="T3" fmla="*/ 44 h 34"/>
                <a:gd name="T4" fmla="*/ 82 w 40"/>
                <a:gd name="T5" fmla="*/ 72 h 34"/>
                <a:gd name="T6" fmla="*/ 46 w 40"/>
                <a:gd name="T7" fmla="*/ 27 h 34"/>
                <a:gd name="T8" fmla="*/ 1 w 40"/>
                <a:gd name="T9" fmla="*/ 0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34">
                  <a:moveTo>
                    <a:pt x="0" y="0"/>
                  </a:moveTo>
                  <a:cubicBezTo>
                    <a:pt x="7" y="8"/>
                    <a:pt x="15" y="14"/>
                    <a:pt x="23" y="20"/>
                  </a:cubicBezTo>
                  <a:cubicBezTo>
                    <a:pt x="27" y="23"/>
                    <a:pt x="35" y="34"/>
                    <a:pt x="39" y="33"/>
                  </a:cubicBezTo>
                  <a:cubicBezTo>
                    <a:pt x="40" y="25"/>
                    <a:pt x="27" y="17"/>
                    <a:pt x="22" y="12"/>
                  </a:cubicBezTo>
                  <a:cubicBezTo>
                    <a:pt x="16" y="7"/>
                    <a:pt x="9" y="2"/>
                    <a:pt x="1" y="0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7694" name="Freeform 205">
              <a:extLst>
                <a:ext uri="{FF2B5EF4-FFF2-40B4-BE49-F238E27FC236}">
                  <a16:creationId xmlns:a16="http://schemas.microsoft.com/office/drawing/2014/main" id="{C4159F33-8164-47DD-A436-3A313AC74A8A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7" y="1187"/>
              <a:ext cx="14" cy="20"/>
            </a:xfrm>
            <a:custGeom>
              <a:avLst/>
              <a:gdLst>
                <a:gd name="T0" fmla="*/ 1 w 11"/>
                <a:gd name="T1" fmla="*/ 18 h 16"/>
                <a:gd name="T2" fmla="*/ 23 w 11"/>
                <a:gd name="T3" fmla="*/ 31 h 16"/>
                <a:gd name="T4" fmla="*/ 0 w 11"/>
                <a:gd name="T5" fmla="*/ 14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6">
                  <a:moveTo>
                    <a:pt x="1" y="9"/>
                  </a:moveTo>
                  <a:cubicBezTo>
                    <a:pt x="2" y="7"/>
                    <a:pt x="9" y="15"/>
                    <a:pt x="11" y="16"/>
                  </a:cubicBezTo>
                  <a:cubicBezTo>
                    <a:pt x="11" y="11"/>
                    <a:pt x="4" y="0"/>
                    <a:pt x="0" y="7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7695" name="Freeform 206">
              <a:extLst>
                <a:ext uri="{FF2B5EF4-FFF2-40B4-BE49-F238E27FC236}">
                  <a16:creationId xmlns:a16="http://schemas.microsoft.com/office/drawing/2014/main" id="{1E0C9698-19C3-433B-8EB5-2ECE6DD0804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3" y="1050"/>
              <a:ext cx="117" cy="207"/>
            </a:xfrm>
            <a:custGeom>
              <a:avLst/>
              <a:gdLst>
                <a:gd name="T0" fmla="*/ 159 w 92"/>
                <a:gd name="T1" fmla="*/ 36 h 162"/>
                <a:gd name="T2" fmla="*/ 144 w 92"/>
                <a:gd name="T3" fmla="*/ 23 h 162"/>
                <a:gd name="T4" fmla="*/ 112 w 92"/>
                <a:gd name="T5" fmla="*/ 6 h 162"/>
                <a:gd name="T6" fmla="*/ 52 w 92"/>
                <a:gd name="T7" fmla="*/ 23 h 162"/>
                <a:gd name="T8" fmla="*/ 28 w 92"/>
                <a:gd name="T9" fmla="*/ 84 h 162"/>
                <a:gd name="T10" fmla="*/ 8 w 92"/>
                <a:gd name="T11" fmla="*/ 151 h 162"/>
                <a:gd name="T12" fmla="*/ 52 w 92"/>
                <a:gd name="T13" fmla="*/ 271 h 162"/>
                <a:gd name="T14" fmla="*/ 156 w 92"/>
                <a:gd name="T15" fmla="*/ 311 h 162"/>
                <a:gd name="T16" fmla="*/ 184 w 92"/>
                <a:gd name="T17" fmla="*/ 258 h 162"/>
                <a:gd name="T18" fmla="*/ 184 w 92"/>
                <a:gd name="T19" fmla="*/ 224 h 16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92" h="162">
                  <a:moveTo>
                    <a:pt x="77" y="17"/>
                  </a:moveTo>
                  <a:cubicBezTo>
                    <a:pt x="75" y="16"/>
                    <a:pt x="73" y="13"/>
                    <a:pt x="70" y="11"/>
                  </a:cubicBezTo>
                  <a:cubicBezTo>
                    <a:pt x="65" y="8"/>
                    <a:pt x="59" y="5"/>
                    <a:pt x="54" y="3"/>
                  </a:cubicBezTo>
                  <a:cubicBezTo>
                    <a:pt x="43" y="0"/>
                    <a:pt x="32" y="2"/>
                    <a:pt x="25" y="11"/>
                  </a:cubicBezTo>
                  <a:cubicBezTo>
                    <a:pt x="18" y="20"/>
                    <a:pt x="16" y="31"/>
                    <a:pt x="13" y="41"/>
                  </a:cubicBezTo>
                  <a:cubicBezTo>
                    <a:pt x="9" y="52"/>
                    <a:pt x="5" y="61"/>
                    <a:pt x="4" y="72"/>
                  </a:cubicBezTo>
                  <a:cubicBezTo>
                    <a:pt x="0" y="95"/>
                    <a:pt x="8" y="113"/>
                    <a:pt x="25" y="130"/>
                  </a:cubicBezTo>
                  <a:cubicBezTo>
                    <a:pt x="38" y="143"/>
                    <a:pt x="57" y="162"/>
                    <a:pt x="76" y="149"/>
                  </a:cubicBezTo>
                  <a:cubicBezTo>
                    <a:pt x="86" y="142"/>
                    <a:pt x="89" y="136"/>
                    <a:pt x="90" y="124"/>
                  </a:cubicBezTo>
                  <a:cubicBezTo>
                    <a:pt x="91" y="120"/>
                    <a:pt x="92" y="112"/>
                    <a:pt x="90" y="107"/>
                  </a:cubicBezTo>
                </a:path>
              </a:pathLst>
            </a:custGeom>
            <a:solidFill>
              <a:srgbClr val="FEF2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7696" name="Freeform 207">
              <a:extLst>
                <a:ext uri="{FF2B5EF4-FFF2-40B4-BE49-F238E27FC236}">
                  <a16:creationId xmlns:a16="http://schemas.microsoft.com/office/drawing/2014/main" id="{1C22C4CF-C241-4F77-9FEC-D898D623401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8" y="1048"/>
              <a:ext cx="110" cy="202"/>
            </a:xfrm>
            <a:custGeom>
              <a:avLst/>
              <a:gdLst>
                <a:gd name="T0" fmla="*/ 148 w 86"/>
                <a:gd name="T1" fmla="*/ 64 h 159"/>
                <a:gd name="T2" fmla="*/ 106 w 86"/>
                <a:gd name="T3" fmla="*/ 13 h 159"/>
                <a:gd name="T4" fmla="*/ 67 w 86"/>
                <a:gd name="T5" fmla="*/ 6 h 159"/>
                <a:gd name="T6" fmla="*/ 40 w 86"/>
                <a:gd name="T7" fmla="*/ 41 h 159"/>
                <a:gd name="T8" fmla="*/ 6 w 86"/>
                <a:gd name="T9" fmla="*/ 138 h 159"/>
                <a:gd name="T10" fmla="*/ 5 w 86"/>
                <a:gd name="T11" fmla="*/ 191 h 159"/>
                <a:gd name="T12" fmla="*/ 24 w 86"/>
                <a:gd name="T13" fmla="*/ 238 h 159"/>
                <a:gd name="T14" fmla="*/ 63 w 86"/>
                <a:gd name="T15" fmla="*/ 291 h 159"/>
                <a:gd name="T16" fmla="*/ 106 w 86"/>
                <a:gd name="T17" fmla="*/ 321 h 159"/>
                <a:gd name="T18" fmla="*/ 156 w 86"/>
                <a:gd name="T19" fmla="*/ 299 h 159"/>
                <a:gd name="T20" fmla="*/ 178 w 86"/>
                <a:gd name="T21" fmla="*/ 258 h 15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6" h="159">
                  <a:moveTo>
                    <a:pt x="71" y="31"/>
                  </a:moveTo>
                  <a:cubicBezTo>
                    <a:pt x="71" y="21"/>
                    <a:pt x="59" y="10"/>
                    <a:pt x="51" y="6"/>
                  </a:cubicBezTo>
                  <a:cubicBezTo>
                    <a:pt x="46" y="4"/>
                    <a:pt x="37" y="0"/>
                    <a:pt x="32" y="3"/>
                  </a:cubicBezTo>
                  <a:cubicBezTo>
                    <a:pt x="25" y="6"/>
                    <a:pt x="22" y="14"/>
                    <a:pt x="19" y="20"/>
                  </a:cubicBezTo>
                  <a:cubicBezTo>
                    <a:pt x="12" y="36"/>
                    <a:pt x="6" y="51"/>
                    <a:pt x="3" y="68"/>
                  </a:cubicBezTo>
                  <a:cubicBezTo>
                    <a:pt x="1" y="76"/>
                    <a:pt x="0" y="85"/>
                    <a:pt x="2" y="93"/>
                  </a:cubicBezTo>
                  <a:cubicBezTo>
                    <a:pt x="3" y="101"/>
                    <a:pt x="9" y="108"/>
                    <a:pt x="12" y="116"/>
                  </a:cubicBezTo>
                  <a:cubicBezTo>
                    <a:pt x="17" y="126"/>
                    <a:pt x="22" y="135"/>
                    <a:pt x="30" y="142"/>
                  </a:cubicBezTo>
                  <a:cubicBezTo>
                    <a:pt x="37" y="147"/>
                    <a:pt x="43" y="154"/>
                    <a:pt x="51" y="157"/>
                  </a:cubicBezTo>
                  <a:cubicBezTo>
                    <a:pt x="59" y="159"/>
                    <a:pt x="68" y="151"/>
                    <a:pt x="74" y="146"/>
                  </a:cubicBezTo>
                  <a:cubicBezTo>
                    <a:pt x="79" y="141"/>
                    <a:pt x="86" y="133"/>
                    <a:pt x="85" y="126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7697" name="Freeform 208">
              <a:extLst>
                <a:ext uri="{FF2B5EF4-FFF2-40B4-BE49-F238E27FC236}">
                  <a16:creationId xmlns:a16="http://schemas.microsoft.com/office/drawing/2014/main" id="{2A7C8D16-B00E-474C-B3FA-E514163725F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5" y="1077"/>
              <a:ext cx="85" cy="134"/>
            </a:xfrm>
            <a:custGeom>
              <a:avLst/>
              <a:gdLst>
                <a:gd name="T0" fmla="*/ 104 w 67"/>
                <a:gd name="T1" fmla="*/ 42 h 105"/>
                <a:gd name="T2" fmla="*/ 46 w 67"/>
                <a:gd name="T3" fmla="*/ 1 h 105"/>
                <a:gd name="T4" fmla="*/ 13 w 67"/>
                <a:gd name="T5" fmla="*/ 43 h 105"/>
                <a:gd name="T6" fmla="*/ 0 w 67"/>
                <a:gd name="T7" fmla="*/ 102 h 105"/>
                <a:gd name="T8" fmla="*/ 14 w 67"/>
                <a:gd name="T9" fmla="*/ 160 h 105"/>
                <a:gd name="T10" fmla="*/ 62 w 67"/>
                <a:gd name="T11" fmla="*/ 160 h 105"/>
                <a:gd name="T12" fmla="*/ 104 w 67"/>
                <a:gd name="T13" fmla="*/ 204 h 105"/>
                <a:gd name="T14" fmla="*/ 136 w 67"/>
                <a:gd name="T15" fmla="*/ 175 h 105"/>
                <a:gd name="T16" fmla="*/ 119 w 67"/>
                <a:gd name="T17" fmla="*/ 135 h 105"/>
                <a:gd name="T18" fmla="*/ 107 w 67"/>
                <a:gd name="T19" fmla="*/ 98 h 10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7" h="105">
                  <a:moveTo>
                    <a:pt x="51" y="20"/>
                  </a:moveTo>
                  <a:cubicBezTo>
                    <a:pt x="46" y="9"/>
                    <a:pt x="34" y="0"/>
                    <a:pt x="22" y="1"/>
                  </a:cubicBezTo>
                  <a:cubicBezTo>
                    <a:pt x="13" y="2"/>
                    <a:pt x="9" y="14"/>
                    <a:pt x="6" y="21"/>
                  </a:cubicBezTo>
                  <a:cubicBezTo>
                    <a:pt x="2" y="30"/>
                    <a:pt x="0" y="40"/>
                    <a:pt x="0" y="49"/>
                  </a:cubicBezTo>
                  <a:cubicBezTo>
                    <a:pt x="0" y="57"/>
                    <a:pt x="2" y="70"/>
                    <a:pt x="7" y="77"/>
                  </a:cubicBezTo>
                  <a:cubicBezTo>
                    <a:pt x="13" y="84"/>
                    <a:pt x="23" y="75"/>
                    <a:pt x="31" y="77"/>
                  </a:cubicBezTo>
                  <a:cubicBezTo>
                    <a:pt x="43" y="80"/>
                    <a:pt x="42" y="92"/>
                    <a:pt x="51" y="98"/>
                  </a:cubicBezTo>
                  <a:cubicBezTo>
                    <a:pt x="62" y="105"/>
                    <a:pt x="66" y="93"/>
                    <a:pt x="66" y="84"/>
                  </a:cubicBezTo>
                  <a:cubicBezTo>
                    <a:pt x="67" y="75"/>
                    <a:pt x="63" y="71"/>
                    <a:pt x="58" y="65"/>
                  </a:cubicBezTo>
                  <a:cubicBezTo>
                    <a:pt x="53" y="60"/>
                    <a:pt x="50" y="54"/>
                    <a:pt x="52" y="47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7698" name="Freeform 209">
              <a:extLst>
                <a:ext uri="{FF2B5EF4-FFF2-40B4-BE49-F238E27FC236}">
                  <a16:creationId xmlns:a16="http://schemas.microsoft.com/office/drawing/2014/main" id="{99BA3EE1-BFB9-40C0-89C9-A0810DA1B91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8" y="1113"/>
              <a:ext cx="63" cy="7"/>
            </a:xfrm>
            <a:custGeom>
              <a:avLst/>
              <a:gdLst>
                <a:gd name="T0" fmla="*/ 104 w 49"/>
                <a:gd name="T1" fmla="*/ 2 h 6"/>
                <a:gd name="T2" fmla="*/ 42 w 49"/>
                <a:gd name="T3" fmla="*/ 6 h 6"/>
                <a:gd name="T4" fmla="*/ 0 w 49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9" h="6">
                  <a:moveTo>
                    <a:pt x="49" y="2"/>
                  </a:moveTo>
                  <a:cubicBezTo>
                    <a:pt x="40" y="6"/>
                    <a:pt x="29" y="4"/>
                    <a:pt x="20" y="3"/>
                  </a:cubicBezTo>
                  <a:cubicBezTo>
                    <a:pt x="14" y="3"/>
                    <a:pt x="5" y="4"/>
                    <a:pt x="0" y="0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7699" name="Freeform 210">
              <a:extLst>
                <a:ext uri="{FF2B5EF4-FFF2-40B4-BE49-F238E27FC236}">
                  <a16:creationId xmlns:a16="http://schemas.microsoft.com/office/drawing/2014/main" id="{687EF67D-9278-4A29-98E5-5B2B0FEBE35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6" y="1128"/>
              <a:ext cx="64" cy="20"/>
            </a:xfrm>
            <a:custGeom>
              <a:avLst/>
              <a:gdLst>
                <a:gd name="T0" fmla="*/ 0 w 50"/>
                <a:gd name="T1" fmla="*/ 0 h 16"/>
                <a:gd name="T2" fmla="*/ 33 w 50"/>
                <a:gd name="T3" fmla="*/ 8 h 16"/>
                <a:gd name="T4" fmla="*/ 67 w 50"/>
                <a:gd name="T5" fmla="*/ 14 h 16"/>
                <a:gd name="T6" fmla="*/ 105 w 50"/>
                <a:gd name="T7" fmla="*/ 31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0" h="16">
                  <a:moveTo>
                    <a:pt x="0" y="0"/>
                  </a:moveTo>
                  <a:cubicBezTo>
                    <a:pt x="5" y="0"/>
                    <a:pt x="11" y="3"/>
                    <a:pt x="16" y="4"/>
                  </a:cubicBezTo>
                  <a:cubicBezTo>
                    <a:pt x="21" y="5"/>
                    <a:pt x="26" y="6"/>
                    <a:pt x="32" y="7"/>
                  </a:cubicBezTo>
                  <a:cubicBezTo>
                    <a:pt x="38" y="9"/>
                    <a:pt x="45" y="14"/>
                    <a:pt x="50" y="16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7700" name="Freeform 211">
              <a:extLst>
                <a:ext uri="{FF2B5EF4-FFF2-40B4-BE49-F238E27FC236}">
                  <a16:creationId xmlns:a16="http://schemas.microsoft.com/office/drawing/2014/main" id="{2EE305DB-C6EB-4EB8-A016-65D64D3ECCA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7" y="1169"/>
              <a:ext cx="5" cy="34"/>
            </a:xfrm>
            <a:custGeom>
              <a:avLst/>
              <a:gdLst>
                <a:gd name="T0" fmla="*/ 6 w 4"/>
                <a:gd name="T1" fmla="*/ 54 h 27"/>
                <a:gd name="T2" fmla="*/ 1 w 4"/>
                <a:gd name="T3" fmla="*/ 38 h 27"/>
                <a:gd name="T4" fmla="*/ 8 w 4"/>
                <a:gd name="T5" fmla="*/ 0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27">
                  <a:moveTo>
                    <a:pt x="3" y="27"/>
                  </a:moveTo>
                  <a:cubicBezTo>
                    <a:pt x="4" y="26"/>
                    <a:pt x="1" y="21"/>
                    <a:pt x="1" y="19"/>
                  </a:cubicBezTo>
                  <a:cubicBezTo>
                    <a:pt x="0" y="13"/>
                    <a:pt x="2" y="6"/>
                    <a:pt x="4" y="0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7701" name="Freeform 212">
              <a:extLst>
                <a:ext uri="{FF2B5EF4-FFF2-40B4-BE49-F238E27FC236}">
                  <a16:creationId xmlns:a16="http://schemas.microsoft.com/office/drawing/2014/main" id="{721F49F1-1D31-43CE-9D8D-B139C1B0A76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4" y="2821"/>
              <a:ext cx="63" cy="36"/>
            </a:xfrm>
            <a:custGeom>
              <a:avLst/>
              <a:gdLst>
                <a:gd name="T0" fmla="*/ 0 w 50"/>
                <a:gd name="T1" fmla="*/ 59 h 28"/>
                <a:gd name="T2" fmla="*/ 44 w 50"/>
                <a:gd name="T3" fmla="*/ 28 h 28"/>
                <a:gd name="T4" fmla="*/ 100 w 50"/>
                <a:gd name="T5" fmla="*/ 0 h 28"/>
                <a:gd name="T6" fmla="*/ 48 w 50"/>
                <a:gd name="T7" fmla="*/ 19 h 28"/>
                <a:gd name="T8" fmla="*/ 0 w 50"/>
                <a:gd name="T9" fmla="*/ 51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28">
                  <a:moveTo>
                    <a:pt x="0" y="28"/>
                  </a:moveTo>
                  <a:cubicBezTo>
                    <a:pt x="2" y="21"/>
                    <a:pt x="15" y="15"/>
                    <a:pt x="22" y="13"/>
                  </a:cubicBezTo>
                  <a:cubicBezTo>
                    <a:pt x="31" y="9"/>
                    <a:pt x="41" y="4"/>
                    <a:pt x="50" y="0"/>
                  </a:cubicBezTo>
                  <a:cubicBezTo>
                    <a:pt x="41" y="3"/>
                    <a:pt x="33" y="6"/>
                    <a:pt x="24" y="9"/>
                  </a:cubicBezTo>
                  <a:cubicBezTo>
                    <a:pt x="17" y="12"/>
                    <a:pt x="3" y="16"/>
                    <a:pt x="0" y="24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7702" name="Freeform 213">
              <a:extLst>
                <a:ext uri="{FF2B5EF4-FFF2-40B4-BE49-F238E27FC236}">
                  <a16:creationId xmlns:a16="http://schemas.microsoft.com/office/drawing/2014/main" id="{7E145319-F3B9-44AA-BE74-74A7329013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6" y="2859"/>
              <a:ext cx="64" cy="30"/>
            </a:xfrm>
            <a:custGeom>
              <a:avLst/>
              <a:gdLst>
                <a:gd name="T0" fmla="*/ 1 w 50"/>
                <a:gd name="T1" fmla="*/ 27 h 23"/>
                <a:gd name="T2" fmla="*/ 54 w 50"/>
                <a:gd name="T3" fmla="*/ 27 h 23"/>
                <a:gd name="T4" fmla="*/ 105 w 50"/>
                <a:gd name="T5" fmla="*/ 0 h 23"/>
                <a:gd name="T6" fmla="*/ 5 w 50"/>
                <a:gd name="T7" fmla="*/ 51 h 23"/>
                <a:gd name="T8" fmla="*/ 0 w 50"/>
                <a:gd name="T9" fmla="*/ 50 h 23"/>
                <a:gd name="T10" fmla="*/ 0 w 50"/>
                <a:gd name="T11" fmla="*/ 34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0" h="23">
                  <a:moveTo>
                    <a:pt x="1" y="12"/>
                  </a:moveTo>
                  <a:cubicBezTo>
                    <a:pt x="10" y="14"/>
                    <a:pt x="17" y="14"/>
                    <a:pt x="26" y="12"/>
                  </a:cubicBezTo>
                  <a:cubicBezTo>
                    <a:pt x="34" y="9"/>
                    <a:pt x="42" y="3"/>
                    <a:pt x="50" y="0"/>
                  </a:cubicBezTo>
                  <a:cubicBezTo>
                    <a:pt x="44" y="20"/>
                    <a:pt x="17" y="17"/>
                    <a:pt x="2" y="23"/>
                  </a:cubicBezTo>
                  <a:cubicBezTo>
                    <a:pt x="2" y="23"/>
                    <a:pt x="0" y="22"/>
                    <a:pt x="0" y="22"/>
                  </a:cubicBezTo>
                  <a:cubicBezTo>
                    <a:pt x="0" y="19"/>
                    <a:pt x="0" y="17"/>
                    <a:pt x="0" y="15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7703" name="Freeform 214">
              <a:extLst>
                <a:ext uri="{FF2B5EF4-FFF2-40B4-BE49-F238E27FC236}">
                  <a16:creationId xmlns:a16="http://schemas.microsoft.com/office/drawing/2014/main" id="{7EAFC8BB-3904-41BC-AE99-B83CA523CA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9" y="2446"/>
              <a:ext cx="172" cy="141"/>
            </a:xfrm>
            <a:custGeom>
              <a:avLst/>
              <a:gdLst>
                <a:gd name="T0" fmla="*/ 279 w 135"/>
                <a:gd name="T1" fmla="*/ 222 h 111"/>
                <a:gd name="T2" fmla="*/ 213 w 135"/>
                <a:gd name="T3" fmla="*/ 154 h 111"/>
                <a:gd name="T4" fmla="*/ 133 w 135"/>
                <a:gd name="T5" fmla="*/ 105 h 111"/>
                <a:gd name="T6" fmla="*/ 50 w 135"/>
                <a:gd name="T7" fmla="*/ 71 h 111"/>
                <a:gd name="T8" fmla="*/ 0 w 135"/>
                <a:gd name="T9" fmla="*/ 0 h 111"/>
                <a:gd name="T10" fmla="*/ 96 w 135"/>
                <a:gd name="T11" fmla="*/ 64 h 111"/>
                <a:gd name="T12" fmla="*/ 205 w 135"/>
                <a:gd name="T13" fmla="*/ 131 h 111"/>
                <a:gd name="T14" fmla="*/ 279 w 135"/>
                <a:gd name="T15" fmla="*/ 227 h 11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35" h="111">
                  <a:moveTo>
                    <a:pt x="135" y="109"/>
                  </a:moveTo>
                  <a:cubicBezTo>
                    <a:pt x="124" y="99"/>
                    <a:pt x="115" y="85"/>
                    <a:pt x="103" y="75"/>
                  </a:cubicBezTo>
                  <a:cubicBezTo>
                    <a:pt x="92" y="65"/>
                    <a:pt x="79" y="56"/>
                    <a:pt x="64" y="51"/>
                  </a:cubicBezTo>
                  <a:cubicBezTo>
                    <a:pt x="51" y="45"/>
                    <a:pt x="36" y="43"/>
                    <a:pt x="24" y="35"/>
                  </a:cubicBezTo>
                  <a:cubicBezTo>
                    <a:pt x="11" y="28"/>
                    <a:pt x="7" y="13"/>
                    <a:pt x="0" y="0"/>
                  </a:cubicBezTo>
                  <a:cubicBezTo>
                    <a:pt x="13" y="15"/>
                    <a:pt x="29" y="23"/>
                    <a:pt x="46" y="31"/>
                  </a:cubicBezTo>
                  <a:cubicBezTo>
                    <a:pt x="65" y="40"/>
                    <a:pt x="82" y="51"/>
                    <a:pt x="99" y="64"/>
                  </a:cubicBezTo>
                  <a:cubicBezTo>
                    <a:pt x="115" y="76"/>
                    <a:pt x="128" y="93"/>
                    <a:pt x="135" y="111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7704" name="Freeform 215">
              <a:extLst>
                <a:ext uri="{FF2B5EF4-FFF2-40B4-BE49-F238E27FC236}">
                  <a16:creationId xmlns:a16="http://schemas.microsoft.com/office/drawing/2014/main" id="{74054179-8C4F-47C6-98E9-F58EDC49FB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9" y="2461"/>
              <a:ext cx="178" cy="130"/>
            </a:xfrm>
            <a:custGeom>
              <a:avLst/>
              <a:gdLst>
                <a:gd name="T0" fmla="*/ 287 w 140"/>
                <a:gd name="T1" fmla="*/ 212 h 102"/>
                <a:gd name="T2" fmla="*/ 252 w 140"/>
                <a:gd name="T3" fmla="*/ 178 h 102"/>
                <a:gd name="T4" fmla="*/ 191 w 140"/>
                <a:gd name="T5" fmla="*/ 119 h 102"/>
                <a:gd name="T6" fmla="*/ 108 w 140"/>
                <a:gd name="T7" fmla="*/ 73 h 102"/>
                <a:gd name="T8" fmla="*/ 31 w 140"/>
                <a:gd name="T9" fmla="*/ 41 h 102"/>
                <a:gd name="T10" fmla="*/ 0 w 140"/>
                <a:gd name="T11" fmla="*/ 0 h 10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0" h="102">
                  <a:moveTo>
                    <a:pt x="140" y="102"/>
                  </a:moveTo>
                  <a:cubicBezTo>
                    <a:pt x="132" y="93"/>
                    <a:pt x="129" y="92"/>
                    <a:pt x="123" y="86"/>
                  </a:cubicBezTo>
                  <a:cubicBezTo>
                    <a:pt x="112" y="77"/>
                    <a:pt x="104" y="65"/>
                    <a:pt x="93" y="57"/>
                  </a:cubicBezTo>
                  <a:cubicBezTo>
                    <a:pt x="81" y="47"/>
                    <a:pt x="68" y="40"/>
                    <a:pt x="53" y="35"/>
                  </a:cubicBezTo>
                  <a:cubicBezTo>
                    <a:pt x="40" y="31"/>
                    <a:pt x="26" y="29"/>
                    <a:pt x="15" y="20"/>
                  </a:cubicBezTo>
                  <a:cubicBezTo>
                    <a:pt x="9" y="14"/>
                    <a:pt x="5" y="6"/>
                    <a:pt x="0" y="0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7705" name="Freeform 216">
              <a:extLst>
                <a:ext uri="{FF2B5EF4-FFF2-40B4-BE49-F238E27FC236}">
                  <a16:creationId xmlns:a16="http://schemas.microsoft.com/office/drawing/2014/main" id="{7F56EFFE-5555-472E-975E-4B12CA7BA2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6" y="2472"/>
              <a:ext cx="32" cy="13"/>
            </a:xfrm>
            <a:custGeom>
              <a:avLst/>
              <a:gdLst>
                <a:gd name="T0" fmla="*/ 52 w 25"/>
                <a:gd name="T1" fmla="*/ 22 h 10"/>
                <a:gd name="T2" fmla="*/ 0 w 25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10">
                  <a:moveTo>
                    <a:pt x="25" y="10"/>
                  </a:moveTo>
                  <a:cubicBezTo>
                    <a:pt x="18" y="6"/>
                    <a:pt x="8" y="0"/>
                    <a:pt x="0" y="0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7706" name="Freeform 217">
              <a:extLst>
                <a:ext uri="{FF2B5EF4-FFF2-40B4-BE49-F238E27FC236}">
                  <a16:creationId xmlns:a16="http://schemas.microsoft.com/office/drawing/2014/main" id="{EF389563-E0AD-4AF2-B2F4-590DF48C5B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8" y="2856"/>
              <a:ext cx="18" cy="63"/>
            </a:xfrm>
            <a:custGeom>
              <a:avLst/>
              <a:gdLst>
                <a:gd name="T0" fmla="*/ 0 w 14"/>
                <a:gd name="T1" fmla="*/ 100 h 50"/>
                <a:gd name="T2" fmla="*/ 19 w 14"/>
                <a:gd name="T3" fmla="*/ 50 h 50"/>
                <a:gd name="T4" fmla="*/ 30 w 14"/>
                <a:gd name="T5" fmla="*/ 0 h 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50">
                  <a:moveTo>
                    <a:pt x="0" y="50"/>
                  </a:moveTo>
                  <a:cubicBezTo>
                    <a:pt x="0" y="42"/>
                    <a:pt x="6" y="33"/>
                    <a:pt x="9" y="25"/>
                  </a:cubicBezTo>
                  <a:cubicBezTo>
                    <a:pt x="12" y="17"/>
                    <a:pt x="13" y="9"/>
                    <a:pt x="14" y="0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7707" name="Freeform 218">
              <a:extLst>
                <a:ext uri="{FF2B5EF4-FFF2-40B4-BE49-F238E27FC236}">
                  <a16:creationId xmlns:a16="http://schemas.microsoft.com/office/drawing/2014/main" id="{53F08D19-4507-47A5-A901-CBBB437EF23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2" y="3649"/>
              <a:ext cx="49" cy="84"/>
            </a:xfrm>
            <a:custGeom>
              <a:avLst/>
              <a:gdLst>
                <a:gd name="T0" fmla="*/ 0 w 38"/>
                <a:gd name="T1" fmla="*/ 136 h 66"/>
                <a:gd name="T2" fmla="*/ 19 w 38"/>
                <a:gd name="T3" fmla="*/ 106 h 66"/>
                <a:gd name="T4" fmla="*/ 45 w 38"/>
                <a:gd name="T5" fmla="*/ 67 h 66"/>
                <a:gd name="T6" fmla="*/ 81 w 38"/>
                <a:gd name="T7" fmla="*/ 0 h 6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" h="66">
                  <a:moveTo>
                    <a:pt x="0" y="66"/>
                  </a:moveTo>
                  <a:cubicBezTo>
                    <a:pt x="0" y="63"/>
                    <a:pt x="7" y="55"/>
                    <a:pt x="9" y="51"/>
                  </a:cubicBezTo>
                  <a:cubicBezTo>
                    <a:pt x="13" y="45"/>
                    <a:pt x="17" y="39"/>
                    <a:pt x="21" y="33"/>
                  </a:cubicBezTo>
                  <a:cubicBezTo>
                    <a:pt x="27" y="23"/>
                    <a:pt x="32" y="11"/>
                    <a:pt x="38" y="0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7708" name="Freeform 219">
              <a:extLst>
                <a:ext uri="{FF2B5EF4-FFF2-40B4-BE49-F238E27FC236}">
                  <a16:creationId xmlns:a16="http://schemas.microsoft.com/office/drawing/2014/main" id="{8303C3F9-341E-44BF-A5D6-E0AE177F55ED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6" y="1613"/>
              <a:ext cx="59" cy="214"/>
            </a:xfrm>
            <a:custGeom>
              <a:avLst/>
              <a:gdLst>
                <a:gd name="T0" fmla="*/ 97 w 46"/>
                <a:gd name="T1" fmla="*/ 348 h 168"/>
                <a:gd name="T2" fmla="*/ 38 w 46"/>
                <a:gd name="T3" fmla="*/ 197 h 168"/>
                <a:gd name="T4" fmla="*/ 1 w 46"/>
                <a:gd name="T5" fmla="*/ 99 h 168"/>
                <a:gd name="T6" fmla="*/ 6 w 46"/>
                <a:gd name="T7" fmla="*/ 41 h 168"/>
                <a:gd name="T8" fmla="*/ 51 w 46"/>
                <a:gd name="T9" fmla="*/ 1 h 1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6" h="168">
                  <a:moveTo>
                    <a:pt x="46" y="168"/>
                  </a:moveTo>
                  <a:cubicBezTo>
                    <a:pt x="44" y="143"/>
                    <a:pt x="29" y="118"/>
                    <a:pt x="18" y="96"/>
                  </a:cubicBezTo>
                  <a:cubicBezTo>
                    <a:pt x="11" y="81"/>
                    <a:pt x="3" y="64"/>
                    <a:pt x="1" y="48"/>
                  </a:cubicBezTo>
                  <a:cubicBezTo>
                    <a:pt x="1" y="40"/>
                    <a:pt x="0" y="28"/>
                    <a:pt x="3" y="20"/>
                  </a:cubicBezTo>
                  <a:cubicBezTo>
                    <a:pt x="6" y="12"/>
                    <a:pt x="15" y="0"/>
                    <a:pt x="24" y="1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7709" name="Freeform 220">
              <a:extLst>
                <a:ext uri="{FF2B5EF4-FFF2-40B4-BE49-F238E27FC236}">
                  <a16:creationId xmlns:a16="http://schemas.microsoft.com/office/drawing/2014/main" id="{07740159-700B-4B62-B6FA-C4D7ADE1168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0" y="1679"/>
              <a:ext cx="30" cy="55"/>
            </a:xfrm>
            <a:custGeom>
              <a:avLst/>
              <a:gdLst>
                <a:gd name="T0" fmla="*/ 13 w 23"/>
                <a:gd name="T1" fmla="*/ 90 h 43"/>
                <a:gd name="T2" fmla="*/ 51 w 23"/>
                <a:gd name="T3" fmla="*/ 0 h 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43">
                  <a:moveTo>
                    <a:pt x="6" y="43"/>
                  </a:moveTo>
                  <a:cubicBezTo>
                    <a:pt x="0" y="24"/>
                    <a:pt x="12" y="12"/>
                    <a:pt x="23" y="0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7710" name="Freeform 221">
              <a:extLst>
                <a:ext uri="{FF2B5EF4-FFF2-40B4-BE49-F238E27FC236}">
                  <a16:creationId xmlns:a16="http://schemas.microsoft.com/office/drawing/2014/main" id="{AEB29A92-B0C7-4595-B616-0D0AD15775E5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8" y="1679"/>
              <a:ext cx="28" cy="51"/>
            </a:xfrm>
            <a:custGeom>
              <a:avLst/>
              <a:gdLst>
                <a:gd name="T0" fmla="*/ 36 w 22"/>
                <a:gd name="T1" fmla="*/ 0 h 40"/>
                <a:gd name="T2" fmla="*/ 0 w 22"/>
                <a:gd name="T3" fmla="*/ 83 h 4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40">
                  <a:moveTo>
                    <a:pt x="17" y="0"/>
                  </a:moveTo>
                  <a:cubicBezTo>
                    <a:pt x="22" y="14"/>
                    <a:pt x="3" y="28"/>
                    <a:pt x="0" y="40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7711" name="Freeform 222">
              <a:extLst>
                <a:ext uri="{FF2B5EF4-FFF2-40B4-BE49-F238E27FC236}">
                  <a16:creationId xmlns:a16="http://schemas.microsoft.com/office/drawing/2014/main" id="{55C2BE26-7C96-4549-857E-ABB3E1559F25}"/>
                </a:ext>
              </a:extLst>
            </p:cNvPr>
            <p:cNvSpPr>
              <a:spLocks/>
            </p:cNvSpPr>
            <p:nvPr/>
          </p:nvSpPr>
          <p:spPr bwMode="auto">
            <a:xfrm>
              <a:off x="5119" y="1693"/>
              <a:ext cx="7" cy="46"/>
            </a:xfrm>
            <a:custGeom>
              <a:avLst/>
              <a:gdLst>
                <a:gd name="T0" fmla="*/ 1 w 6"/>
                <a:gd name="T1" fmla="*/ 0 h 36"/>
                <a:gd name="T2" fmla="*/ 1 w 6"/>
                <a:gd name="T3" fmla="*/ 40 h 36"/>
                <a:gd name="T4" fmla="*/ 9 w 6"/>
                <a:gd name="T5" fmla="*/ 75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36">
                  <a:moveTo>
                    <a:pt x="1" y="0"/>
                  </a:moveTo>
                  <a:cubicBezTo>
                    <a:pt x="1" y="6"/>
                    <a:pt x="0" y="13"/>
                    <a:pt x="1" y="19"/>
                  </a:cubicBezTo>
                  <a:cubicBezTo>
                    <a:pt x="1" y="25"/>
                    <a:pt x="6" y="31"/>
                    <a:pt x="6" y="36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7712" name="Freeform 223">
              <a:extLst>
                <a:ext uri="{FF2B5EF4-FFF2-40B4-BE49-F238E27FC236}">
                  <a16:creationId xmlns:a16="http://schemas.microsoft.com/office/drawing/2014/main" id="{FE8E98C7-467A-49F4-A1DE-8B9E05FA8D0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0" y="1595"/>
              <a:ext cx="16" cy="133"/>
            </a:xfrm>
            <a:custGeom>
              <a:avLst/>
              <a:gdLst>
                <a:gd name="T0" fmla="*/ 1 w 12"/>
                <a:gd name="T1" fmla="*/ 217 h 104"/>
                <a:gd name="T2" fmla="*/ 16 w 12"/>
                <a:gd name="T3" fmla="*/ 157 h 104"/>
                <a:gd name="T4" fmla="*/ 27 w 12"/>
                <a:gd name="T5" fmla="*/ 105 h 104"/>
                <a:gd name="T6" fmla="*/ 27 w 12"/>
                <a:gd name="T7" fmla="*/ 0 h 10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04">
                  <a:moveTo>
                    <a:pt x="1" y="104"/>
                  </a:moveTo>
                  <a:cubicBezTo>
                    <a:pt x="0" y="95"/>
                    <a:pt x="5" y="84"/>
                    <a:pt x="7" y="75"/>
                  </a:cubicBezTo>
                  <a:cubicBezTo>
                    <a:pt x="9" y="67"/>
                    <a:pt x="10" y="58"/>
                    <a:pt x="11" y="50"/>
                  </a:cubicBezTo>
                  <a:cubicBezTo>
                    <a:pt x="12" y="34"/>
                    <a:pt x="11" y="17"/>
                    <a:pt x="11" y="0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7713" name="Freeform 224">
              <a:extLst>
                <a:ext uri="{FF2B5EF4-FFF2-40B4-BE49-F238E27FC236}">
                  <a16:creationId xmlns:a16="http://schemas.microsoft.com/office/drawing/2014/main" id="{ECC80806-0C67-4A11-A39C-DF9CF05BF1E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1" y="1611"/>
              <a:ext cx="26" cy="76"/>
            </a:xfrm>
            <a:custGeom>
              <a:avLst/>
              <a:gdLst>
                <a:gd name="T0" fmla="*/ 1 w 21"/>
                <a:gd name="T1" fmla="*/ 122 h 60"/>
                <a:gd name="T2" fmla="*/ 17 w 21"/>
                <a:gd name="T3" fmla="*/ 66 h 60"/>
                <a:gd name="T4" fmla="*/ 40 w 21"/>
                <a:gd name="T5" fmla="*/ 0 h 6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60">
                  <a:moveTo>
                    <a:pt x="1" y="60"/>
                  </a:moveTo>
                  <a:cubicBezTo>
                    <a:pt x="0" y="51"/>
                    <a:pt x="6" y="40"/>
                    <a:pt x="9" y="32"/>
                  </a:cubicBezTo>
                  <a:cubicBezTo>
                    <a:pt x="14" y="21"/>
                    <a:pt x="19" y="11"/>
                    <a:pt x="21" y="0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7714" name="Freeform 225">
              <a:extLst>
                <a:ext uri="{FF2B5EF4-FFF2-40B4-BE49-F238E27FC236}">
                  <a16:creationId xmlns:a16="http://schemas.microsoft.com/office/drawing/2014/main" id="{667A8162-03EF-41A6-B2B7-BD611BF9B37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5" y="1883"/>
              <a:ext cx="72" cy="47"/>
            </a:xfrm>
            <a:custGeom>
              <a:avLst/>
              <a:gdLst>
                <a:gd name="T0" fmla="*/ 115 w 57"/>
                <a:gd name="T1" fmla="*/ 76 h 37"/>
                <a:gd name="T2" fmla="*/ 95 w 57"/>
                <a:gd name="T3" fmla="*/ 55 h 37"/>
                <a:gd name="T4" fmla="*/ 61 w 57"/>
                <a:gd name="T5" fmla="*/ 41 h 37"/>
                <a:gd name="T6" fmla="*/ 29 w 57"/>
                <a:gd name="T7" fmla="*/ 22 h 37"/>
                <a:gd name="T8" fmla="*/ 0 w 57"/>
                <a:gd name="T9" fmla="*/ 0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7" h="37">
                  <a:moveTo>
                    <a:pt x="57" y="37"/>
                  </a:moveTo>
                  <a:cubicBezTo>
                    <a:pt x="53" y="35"/>
                    <a:pt x="50" y="29"/>
                    <a:pt x="47" y="27"/>
                  </a:cubicBezTo>
                  <a:cubicBezTo>
                    <a:pt x="41" y="23"/>
                    <a:pt x="36" y="22"/>
                    <a:pt x="30" y="20"/>
                  </a:cubicBezTo>
                  <a:cubicBezTo>
                    <a:pt x="23" y="17"/>
                    <a:pt x="19" y="15"/>
                    <a:pt x="14" y="10"/>
                  </a:cubicBezTo>
                  <a:cubicBezTo>
                    <a:pt x="10" y="6"/>
                    <a:pt x="3" y="3"/>
                    <a:pt x="0" y="0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7715" name="Freeform 226">
              <a:extLst>
                <a:ext uri="{FF2B5EF4-FFF2-40B4-BE49-F238E27FC236}">
                  <a16:creationId xmlns:a16="http://schemas.microsoft.com/office/drawing/2014/main" id="{70A1327A-7059-46FB-B052-05C60DE7013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0" y="2084"/>
              <a:ext cx="65" cy="8"/>
            </a:xfrm>
            <a:custGeom>
              <a:avLst/>
              <a:gdLst>
                <a:gd name="T0" fmla="*/ 106 w 51"/>
                <a:gd name="T1" fmla="*/ 15 h 6"/>
                <a:gd name="T2" fmla="*/ 54 w 51"/>
                <a:gd name="T3" fmla="*/ 9 h 6"/>
                <a:gd name="T4" fmla="*/ 0 w 51"/>
                <a:gd name="T5" fmla="*/ 7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1" h="6">
                  <a:moveTo>
                    <a:pt x="51" y="6"/>
                  </a:moveTo>
                  <a:cubicBezTo>
                    <a:pt x="45" y="3"/>
                    <a:pt x="33" y="5"/>
                    <a:pt x="26" y="4"/>
                  </a:cubicBezTo>
                  <a:cubicBezTo>
                    <a:pt x="17" y="3"/>
                    <a:pt x="9" y="0"/>
                    <a:pt x="0" y="3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7716" name="Freeform 227">
              <a:extLst>
                <a:ext uri="{FF2B5EF4-FFF2-40B4-BE49-F238E27FC236}">
                  <a16:creationId xmlns:a16="http://schemas.microsoft.com/office/drawing/2014/main" id="{5883F523-CE92-4A34-92E0-9E596CD4714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6" y="2143"/>
              <a:ext cx="97" cy="20"/>
            </a:xfrm>
            <a:custGeom>
              <a:avLst/>
              <a:gdLst>
                <a:gd name="T0" fmla="*/ 158 w 76"/>
                <a:gd name="T1" fmla="*/ 1 h 16"/>
                <a:gd name="T2" fmla="*/ 89 w 76"/>
                <a:gd name="T3" fmla="*/ 1 h 16"/>
                <a:gd name="T4" fmla="*/ 42 w 76"/>
                <a:gd name="T5" fmla="*/ 10 h 16"/>
                <a:gd name="T6" fmla="*/ 0 w 76"/>
                <a:gd name="T7" fmla="*/ 31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6" h="16">
                  <a:moveTo>
                    <a:pt x="76" y="1"/>
                  </a:moveTo>
                  <a:cubicBezTo>
                    <a:pt x="65" y="0"/>
                    <a:pt x="54" y="0"/>
                    <a:pt x="43" y="1"/>
                  </a:cubicBezTo>
                  <a:cubicBezTo>
                    <a:pt x="35" y="1"/>
                    <a:pt x="28" y="3"/>
                    <a:pt x="20" y="5"/>
                  </a:cubicBezTo>
                  <a:cubicBezTo>
                    <a:pt x="10" y="7"/>
                    <a:pt x="7" y="9"/>
                    <a:pt x="0" y="16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7717" name="Freeform 228">
              <a:extLst>
                <a:ext uri="{FF2B5EF4-FFF2-40B4-BE49-F238E27FC236}">
                  <a16:creationId xmlns:a16="http://schemas.microsoft.com/office/drawing/2014/main" id="{19271FA5-F8A3-4CF3-93F8-612EC083D2A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7" y="2233"/>
              <a:ext cx="129" cy="83"/>
            </a:xfrm>
            <a:custGeom>
              <a:avLst/>
              <a:gdLst>
                <a:gd name="T0" fmla="*/ 211 w 101"/>
                <a:gd name="T1" fmla="*/ 135 h 65"/>
                <a:gd name="T2" fmla="*/ 89 w 101"/>
                <a:gd name="T3" fmla="*/ 83 h 65"/>
                <a:gd name="T4" fmla="*/ 37 w 101"/>
                <a:gd name="T5" fmla="*/ 47 h 65"/>
                <a:gd name="T6" fmla="*/ 0 w 101"/>
                <a:gd name="T7" fmla="*/ 0 h 6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1" h="65">
                  <a:moveTo>
                    <a:pt x="101" y="65"/>
                  </a:moveTo>
                  <a:cubicBezTo>
                    <a:pt x="74" y="65"/>
                    <a:pt x="62" y="50"/>
                    <a:pt x="43" y="40"/>
                  </a:cubicBezTo>
                  <a:cubicBezTo>
                    <a:pt x="34" y="35"/>
                    <a:pt x="25" y="30"/>
                    <a:pt x="18" y="23"/>
                  </a:cubicBezTo>
                  <a:cubicBezTo>
                    <a:pt x="12" y="16"/>
                    <a:pt x="7" y="6"/>
                    <a:pt x="0" y="0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7718" name="Freeform 229">
              <a:extLst>
                <a:ext uri="{FF2B5EF4-FFF2-40B4-BE49-F238E27FC236}">
                  <a16:creationId xmlns:a16="http://schemas.microsoft.com/office/drawing/2014/main" id="{00158539-B22A-4708-8C9E-02CC986701B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9" y="2237"/>
              <a:ext cx="13" cy="1"/>
            </a:xfrm>
            <a:custGeom>
              <a:avLst/>
              <a:gdLst>
                <a:gd name="T0" fmla="*/ 22 w 10"/>
                <a:gd name="T1" fmla="*/ 1 h 1"/>
                <a:gd name="T2" fmla="*/ 0 w 10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">
                  <a:moveTo>
                    <a:pt x="10" y="1"/>
                  </a:moveTo>
                  <a:cubicBezTo>
                    <a:pt x="6" y="0"/>
                    <a:pt x="3" y="0"/>
                    <a:pt x="0" y="0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7719" name="Freeform 230">
              <a:extLst>
                <a:ext uri="{FF2B5EF4-FFF2-40B4-BE49-F238E27FC236}">
                  <a16:creationId xmlns:a16="http://schemas.microsoft.com/office/drawing/2014/main" id="{857B76D9-6E87-479E-8513-8A77976DC67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5" y="2273"/>
              <a:ext cx="140" cy="76"/>
            </a:xfrm>
            <a:custGeom>
              <a:avLst/>
              <a:gdLst>
                <a:gd name="T0" fmla="*/ 227 w 110"/>
                <a:gd name="T1" fmla="*/ 122 h 60"/>
                <a:gd name="T2" fmla="*/ 165 w 110"/>
                <a:gd name="T3" fmla="*/ 109 h 60"/>
                <a:gd name="T4" fmla="*/ 93 w 110"/>
                <a:gd name="T5" fmla="*/ 77 h 60"/>
                <a:gd name="T6" fmla="*/ 0 w 110"/>
                <a:gd name="T7" fmla="*/ 0 h 6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0" h="60">
                  <a:moveTo>
                    <a:pt x="110" y="60"/>
                  </a:moveTo>
                  <a:cubicBezTo>
                    <a:pt x="100" y="60"/>
                    <a:pt x="90" y="57"/>
                    <a:pt x="80" y="54"/>
                  </a:cubicBezTo>
                  <a:cubicBezTo>
                    <a:pt x="68" y="49"/>
                    <a:pt x="55" y="45"/>
                    <a:pt x="45" y="38"/>
                  </a:cubicBezTo>
                  <a:cubicBezTo>
                    <a:pt x="29" y="28"/>
                    <a:pt x="20" y="4"/>
                    <a:pt x="0" y="0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7720" name="Freeform 231">
              <a:extLst>
                <a:ext uri="{FF2B5EF4-FFF2-40B4-BE49-F238E27FC236}">
                  <a16:creationId xmlns:a16="http://schemas.microsoft.com/office/drawing/2014/main" id="{064ECA42-28F0-440F-9D37-DE3226FC8EA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6" y="2278"/>
              <a:ext cx="13" cy="2"/>
            </a:xfrm>
            <a:custGeom>
              <a:avLst/>
              <a:gdLst>
                <a:gd name="T0" fmla="*/ 22 w 10"/>
                <a:gd name="T1" fmla="*/ 1 h 2"/>
                <a:gd name="T2" fmla="*/ 0 w 10"/>
                <a:gd name="T3" fmla="*/ 2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">
                  <a:moveTo>
                    <a:pt x="10" y="1"/>
                  </a:moveTo>
                  <a:cubicBezTo>
                    <a:pt x="6" y="0"/>
                    <a:pt x="3" y="0"/>
                    <a:pt x="0" y="2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7721" name="Freeform 232">
              <a:extLst>
                <a:ext uri="{FF2B5EF4-FFF2-40B4-BE49-F238E27FC236}">
                  <a16:creationId xmlns:a16="http://schemas.microsoft.com/office/drawing/2014/main" id="{06FBA4AA-7502-4E88-8E75-F4F5AC17FF6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3" y="2306"/>
              <a:ext cx="109" cy="65"/>
            </a:xfrm>
            <a:custGeom>
              <a:avLst/>
              <a:gdLst>
                <a:gd name="T0" fmla="*/ 175 w 86"/>
                <a:gd name="T1" fmla="*/ 106 h 51"/>
                <a:gd name="T2" fmla="*/ 74 w 86"/>
                <a:gd name="T3" fmla="*/ 65 h 51"/>
                <a:gd name="T4" fmla="*/ 35 w 86"/>
                <a:gd name="T5" fmla="*/ 29 h 51"/>
                <a:gd name="T6" fmla="*/ 0 w 86"/>
                <a:gd name="T7" fmla="*/ 0 h 5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6" h="51">
                  <a:moveTo>
                    <a:pt x="86" y="51"/>
                  </a:moveTo>
                  <a:cubicBezTo>
                    <a:pt x="69" y="51"/>
                    <a:pt x="50" y="40"/>
                    <a:pt x="36" y="31"/>
                  </a:cubicBezTo>
                  <a:cubicBezTo>
                    <a:pt x="28" y="27"/>
                    <a:pt x="22" y="21"/>
                    <a:pt x="17" y="14"/>
                  </a:cubicBezTo>
                  <a:cubicBezTo>
                    <a:pt x="12" y="8"/>
                    <a:pt x="5" y="5"/>
                    <a:pt x="0" y="0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7722" name="Freeform 233">
              <a:extLst>
                <a:ext uri="{FF2B5EF4-FFF2-40B4-BE49-F238E27FC236}">
                  <a16:creationId xmlns:a16="http://schemas.microsoft.com/office/drawing/2014/main" id="{BFCC5826-94F8-4160-A318-25DE469F105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0" y="2315"/>
              <a:ext cx="13" cy="2"/>
            </a:xfrm>
            <a:custGeom>
              <a:avLst/>
              <a:gdLst>
                <a:gd name="T0" fmla="*/ 22 w 10"/>
                <a:gd name="T1" fmla="*/ 0 h 2"/>
                <a:gd name="T2" fmla="*/ 0 w 10"/>
                <a:gd name="T3" fmla="*/ 1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">
                  <a:moveTo>
                    <a:pt x="10" y="0"/>
                  </a:moveTo>
                  <a:cubicBezTo>
                    <a:pt x="7" y="0"/>
                    <a:pt x="2" y="2"/>
                    <a:pt x="0" y="1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7723" name="Freeform 234">
              <a:extLst>
                <a:ext uri="{FF2B5EF4-FFF2-40B4-BE49-F238E27FC236}">
                  <a16:creationId xmlns:a16="http://schemas.microsoft.com/office/drawing/2014/main" id="{B95CC29B-D2AE-404C-9F50-AD5C1F1FA2A8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1" y="1355"/>
              <a:ext cx="50" cy="71"/>
            </a:xfrm>
            <a:custGeom>
              <a:avLst/>
              <a:gdLst>
                <a:gd name="T0" fmla="*/ 5 w 40"/>
                <a:gd name="T1" fmla="*/ 38 h 56"/>
                <a:gd name="T2" fmla="*/ 8 w 40"/>
                <a:gd name="T3" fmla="*/ 91 h 56"/>
                <a:gd name="T4" fmla="*/ 45 w 40"/>
                <a:gd name="T5" fmla="*/ 113 h 56"/>
                <a:gd name="T6" fmla="*/ 73 w 40"/>
                <a:gd name="T7" fmla="*/ 79 h 56"/>
                <a:gd name="T8" fmla="*/ 60 w 40"/>
                <a:gd name="T9" fmla="*/ 32 h 56"/>
                <a:gd name="T10" fmla="*/ 63 w 40"/>
                <a:gd name="T11" fmla="*/ 0 h 5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0" h="56">
                  <a:moveTo>
                    <a:pt x="2" y="19"/>
                  </a:moveTo>
                  <a:cubicBezTo>
                    <a:pt x="0" y="28"/>
                    <a:pt x="2" y="36"/>
                    <a:pt x="4" y="45"/>
                  </a:cubicBezTo>
                  <a:cubicBezTo>
                    <a:pt x="7" y="55"/>
                    <a:pt x="13" y="56"/>
                    <a:pt x="23" y="55"/>
                  </a:cubicBezTo>
                  <a:cubicBezTo>
                    <a:pt x="34" y="53"/>
                    <a:pt x="40" y="50"/>
                    <a:pt x="37" y="39"/>
                  </a:cubicBezTo>
                  <a:cubicBezTo>
                    <a:pt x="35" y="31"/>
                    <a:pt x="31" y="24"/>
                    <a:pt x="30" y="16"/>
                  </a:cubicBezTo>
                  <a:cubicBezTo>
                    <a:pt x="29" y="10"/>
                    <a:pt x="30" y="5"/>
                    <a:pt x="32" y="0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7724" name="Freeform 235">
              <a:extLst>
                <a:ext uri="{FF2B5EF4-FFF2-40B4-BE49-F238E27FC236}">
                  <a16:creationId xmlns:a16="http://schemas.microsoft.com/office/drawing/2014/main" id="{323987FC-D501-4904-B704-5E630DC98E20}"/>
                </a:ext>
              </a:extLst>
            </p:cNvPr>
            <p:cNvSpPr>
              <a:spLocks/>
            </p:cNvSpPr>
            <p:nvPr/>
          </p:nvSpPr>
          <p:spPr bwMode="auto">
            <a:xfrm>
              <a:off x="5198" y="1314"/>
              <a:ext cx="45" cy="102"/>
            </a:xfrm>
            <a:custGeom>
              <a:avLst/>
              <a:gdLst>
                <a:gd name="T0" fmla="*/ 0 w 36"/>
                <a:gd name="T1" fmla="*/ 153 h 80"/>
                <a:gd name="T2" fmla="*/ 49 w 36"/>
                <a:gd name="T3" fmla="*/ 152 h 80"/>
                <a:gd name="T4" fmla="*/ 60 w 36"/>
                <a:gd name="T5" fmla="*/ 98 h 80"/>
                <a:gd name="T6" fmla="*/ 61 w 36"/>
                <a:gd name="T7" fmla="*/ 43 h 80"/>
                <a:gd name="T8" fmla="*/ 70 w 36"/>
                <a:gd name="T9" fmla="*/ 0 h 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80">
                  <a:moveTo>
                    <a:pt x="0" y="74"/>
                  </a:moveTo>
                  <a:cubicBezTo>
                    <a:pt x="8" y="80"/>
                    <a:pt x="17" y="78"/>
                    <a:pt x="25" y="73"/>
                  </a:cubicBezTo>
                  <a:cubicBezTo>
                    <a:pt x="34" y="68"/>
                    <a:pt x="30" y="56"/>
                    <a:pt x="30" y="47"/>
                  </a:cubicBezTo>
                  <a:cubicBezTo>
                    <a:pt x="30" y="38"/>
                    <a:pt x="31" y="29"/>
                    <a:pt x="31" y="21"/>
                  </a:cubicBezTo>
                  <a:cubicBezTo>
                    <a:pt x="31" y="13"/>
                    <a:pt x="32" y="7"/>
                    <a:pt x="36" y="0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7725" name="Freeform 236">
              <a:extLst>
                <a:ext uri="{FF2B5EF4-FFF2-40B4-BE49-F238E27FC236}">
                  <a16:creationId xmlns:a16="http://schemas.microsoft.com/office/drawing/2014/main" id="{24A58209-74CA-4B0C-AE4C-227C59017A42}"/>
                </a:ext>
              </a:extLst>
            </p:cNvPr>
            <p:cNvSpPr>
              <a:spLocks/>
            </p:cNvSpPr>
            <p:nvPr/>
          </p:nvSpPr>
          <p:spPr bwMode="auto">
            <a:xfrm>
              <a:off x="5255" y="1306"/>
              <a:ext cx="57" cy="56"/>
            </a:xfrm>
            <a:custGeom>
              <a:avLst/>
              <a:gdLst>
                <a:gd name="T0" fmla="*/ 14 w 45"/>
                <a:gd name="T1" fmla="*/ 0 h 44"/>
                <a:gd name="T2" fmla="*/ 1 w 45"/>
                <a:gd name="T3" fmla="*/ 29 h 44"/>
                <a:gd name="T4" fmla="*/ 16 w 45"/>
                <a:gd name="T5" fmla="*/ 64 h 44"/>
                <a:gd name="T6" fmla="*/ 73 w 45"/>
                <a:gd name="T7" fmla="*/ 46 h 44"/>
                <a:gd name="T8" fmla="*/ 90 w 45"/>
                <a:gd name="T9" fmla="*/ 53 h 44"/>
                <a:gd name="T10" fmla="*/ 86 w 45"/>
                <a:gd name="T11" fmla="*/ 70 h 44"/>
                <a:gd name="T12" fmla="*/ 86 w 45"/>
                <a:gd name="T13" fmla="*/ 90 h 4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5" h="44">
                  <a:moveTo>
                    <a:pt x="7" y="0"/>
                  </a:moveTo>
                  <a:cubicBezTo>
                    <a:pt x="2" y="5"/>
                    <a:pt x="0" y="7"/>
                    <a:pt x="1" y="14"/>
                  </a:cubicBezTo>
                  <a:cubicBezTo>
                    <a:pt x="2" y="19"/>
                    <a:pt x="3" y="27"/>
                    <a:pt x="8" y="31"/>
                  </a:cubicBezTo>
                  <a:cubicBezTo>
                    <a:pt x="16" y="37"/>
                    <a:pt x="30" y="28"/>
                    <a:pt x="36" y="22"/>
                  </a:cubicBezTo>
                  <a:cubicBezTo>
                    <a:pt x="37" y="25"/>
                    <a:pt x="41" y="26"/>
                    <a:pt x="44" y="26"/>
                  </a:cubicBezTo>
                  <a:cubicBezTo>
                    <a:pt x="43" y="29"/>
                    <a:pt x="43" y="31"/>
                    <a:pt x="43" y="34"/>
                  </a:cubicBezTo>
                  <a:cubicBezTo>
                    <a:pt x="43" y="37"/>
                    <a:pt x="45" y="42"/>
                    <a:pt x="43" y="44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7726" name="Freeform 237">
              <a:extLst>
                <a:ext uri="{FF2B5EF4-FFF2-40B4-BE49-F238E27FC236}">
                  <a16:creationId xmlns:a16="http://schemas.microsoft.com/office/drawing/2014/main" id="{DE56CA63-0552-4B32-B3AB-E560AE0A0FC8}"/>
                </a:ext>
              </a:extLst>
            </p:cNvPr>
            <p:cNvSpPr>
              <a:spLocks/>
            </p:cNvSpPr>
            <p:nvPr/>
          </p:nvSpPr>
          <p:spPr bwMode="auto">
            <a:xfrm>
              <a:off x="5237" y="1350"/>
              <a:ext cx="38" cy="50"/>
            </a:xfrm>
            <a:custGeom>
              <a:avLst/>
              <a:gdLst>
                <a:gd name="T0" fmla="*/ 61 w 30"/>
                <a:gd name="T1" fmla="*/ 0 h 40"/>
                <a:gd name="T2" fmla="*/ 53 w 30"/>
                <a:gd name="T3" fmla="*/ 41 h 40"/>
                <a:gd name="T4" fmla="*/ 47 w 30"/>
                <a:gd name="T5" fmla="*/ 73 h 40"/>
                <a:gd name="T6" fmla="*/ 16 w 30"/>
                <a:gd name="T7" fmla="*/ 79 h 40"/>
                <a:gd name="T8" fmla="*/ 0 w 30"/>
                <a:gd name="T9" fmla="*/ 61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40">
                  <a:moveTo>
                    <a:pt x="30" y="0"/>
                  </a:moveTo>
                  <a:cubicBezTo>
                    <a:pt x="26" y="4"/>
                    <a:pt x="26" y="14"/>
                    <a:pt x="26" y="21"/>
                  </a:cubicBezTo>
                  <a:cubicBezTo>
                    <a:pt x="26" y="26"/>
                    <a:pt x="28" y="34"/>
                    <a:pt x="23" y="37"/>
                  </a:cubicBezTo>
                  <a:cubicBezTo>
                    <a:pt x="20" y="39"/>
                    <a:pt x="12" y="40"/>
                    <a:pt x="8" y="40"/>
                  </a:cubicBezTo>
                  <a:cubicBezTo>
                    <a:pt x="4" y="39"/>
                    <a:pt x="2" y="35"/>
                    <a:pt x="0" y="31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7727" name="Freeform 238">
              <a:extLst>
                <a:ext uri="{FF2B5EF4-FFF2-40B4-BE49-F238E27FC236}">
                  <a16:creationId xmlns:a16="http://schemas.microsoft.com/office/drawing/2014/main" id="{E3BA944F-B533-4B87-82DF-DDA0822CEFA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71" y="1369"/>
              <a:ext cx="23" cy="19"/>
            </a:xfrm>
            <a:custGeom>
              <a:avLst/>
              <a:gdLst>
                <a:gd name="T0" fmla="*/ 0 w 18"/>
                <a:gd name="T1" fmla="*/ 30 h 15"/>
                <a:gd name="T2" fmla="*/ 37 w 18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15">
                  <a:moveTo>
                    <a:pt x="0" y="15"/>
                  </a:moveTo>
                  <a:cubicBezTo>
                    <a:pt x="0" y="8"/>
                    <a:pt x="12" y="1"/>
                    <a:pt x="18" y="0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7728" name="Freeform 239">
              <a:extLst>
                <a:ext uri="{FF2B5EF4-FFF2-40B4-BE49-F238E27FC236}">
                  <a16:creationId xmlns:a16="http://schemas.microsoft.com/office/drawing/2014/main" id="{C9810E04-7C3E-4D68-BF43-6AE8DA9A7314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3" y="1397"/>
              <a:ext cx="30" cy="25"/>
            </a:xfrm>
            <a:custGeom>
              <a:avLst/>
              <a:gdLst>
                <a:gd name="T0" fmla="*/ 45 w 24"/>
                <a:gd name="T1" fmla="*/ 0 h 20"/>
                <a:gd name="T2" fmla="*/ 0 w 24"/>
                <a:gd name="T3" fmla="*/ 39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20">
                  <a:moveTo>
                    <a:pt x="23" y="0"/>
                  </a:moveTo>
                  <a:cubicBezTo>
                    <a:pt x="24" y="13"/>
                    <a:pt x="12" y="20"/>
                    <a:pt x="0" y="20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7729" name="Freeform 240">
              <a:extLst>
                <a:ext uri="{FF2B5EF4-FFF2-40B4-BE49-F238E27FC236}">
                  <a16:creationId xmlns:a16="http://schemas.microsoft.com/office/drawing/2014/main" id="{F332B26B-1D48-4D28-B79D-80ABB9343F41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0" y="1414"/>
              <a:ext cx="4" cy="18"/>
            </a:xfrm>
            <a:custGeom>
              <a:avLst/>
              <a:gdLst>
                <a:gd name="T0" fmla="*/ 7 w 3"/>
                <a:gd name="T1" fmla="*/ 0 h 14"/>
                <a:gd name="T2" fmla="*/ 0 w 3"/>
                <a:gd name="T3" fmla="*/ 3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4">
                  <a:moveTo>
                    <a:pt x="3" y="0"/>
                  </a:moveTo>
                  <a:cubicBezTo>
                    <a:pt x="1" y="4"/>
                    <a:pt x="3" y="10"/>
                    <a:pt x="0" y="14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7730" name="Freeform 241">
              <a:extLst>
                <a:ext uri="{FF2B5EF4-FFF2-40B4-BE49-F238E27FC236}">
                  <a16:creationId xmlns:a16="http://schemas.microsoft.com/office/drawing/2014/main" id="{759F1A70-FFD0-44F0-AFEE-5188A9AF9A8E}"/>
                </a:ext>
              </a:extLst>
            </p:cNvPr>
            <p:cNvSpPr>
              <a:spLocks/>
            </p:cNvSpPr>
            <p:nvPr/>
          </p:nvSpPr>
          <p:spPr bwMode="auto">
            <a:xfrm>
              <a:off x="5186" y="1460"/>
              <a:ext cx="56" cy="28"/>
            </a:xfrm>
            <a:custGeom>
              <a:avLst/>
              <a:gdLst>
                <a:gd name="T0" fmla="*/ 0 w 44"/>
                <a:gd name="T1" fmla="*/ 46 h 22"/>
                <a:gd name="T2" fmla="*/ 46 w 44"/>
                <a:gd name="T3" fmla="*/ 28 h 22"/>
                <a:gd name="T4" fmla="*/ 90 w 44"/>
                <a:gd name="T5" fmla="*/ 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4" h="22">
                  <a:moveTo>
                    <a:pt x="0" y="22"/>
                  </a:moveTo>
                  <a:cubicBezTo>
                    <a:pt x="9" y="20"/>
                    <a:pt x="15" y="19"/>
                    <a:pt x="22" y="13"/>
                  </a:cubicBezTo>
                  <a:cubicBezTo>
                    <a:pt x="29" y="7"/>
                    <a:pt x="35" y="2"/>
                    <a:pt x="44" y="0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7731" name="Freeform 242">
              <a:extLst>
                <a:ext uri="{FF2B5EF4-FFF2-40B4-BE49-F238E27FC236}">
                  <a16:creationId xmlns:a16="http://schemas.microsoft.com/office/drawing/2014/main" id="{03014E04-572D-4630-841A-6C87512967A9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1459"/>
              <a:ext cx="37" cy="8"/>
            </a:xfrm>
            <a:custGeom>
              <a:avLst/>
              <a:gdLst>
                <a:gd name="T0" fmla="*/ 0 w 29"/>
                <a:gd name="T1" fmla="*/ 0 h 6"/>
                <a:gd name="T2" fmla="*/ 13 w 29"/>
                <a:gd name="T3" fmla="*/ 5 h 6"/>
                <a:gd name="T4" fmla="*/ 29 w 29"/>
                <a:gd name="T5" fmla="*/ 12 h 6"/>
                <a:gd name="T6" fmla="*/ 46 w 29"/>
                <a:gd name="T7" fmla="*/ 12 h 6"/>
                <a:gd name="T8" fmla="*/ 60 w 29"/>
                <a:gd name="T9" fmla="*/ 5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6">
                  <a:moveTo>
                    <a:pt x="0" y="0"/>
                  </a:moveTo>
                  <a:cubicBezTo>
                    <a:pt x="2" y="1"/>
                    <a:pt x="4" y="1"/>
                    <a:pt x="6" y="2"/>
                  </a:cubicBezTo>
                  <a:cubicBezTo>
                    <a:pt x="9" y="5"/>
                    <a:pt x="10" y="5"/>
                    <a:pt x="14" y="5"/>
                  </a:cubicBezTo>
                  <a:cubicBezTo>
                    <a:pt x="17" y="5"/>
                    <a:pt x="19" y="6"/>
                    <a:pt x="22" y="5"/>
                  </a:cubicBezTo>
                  <a:cubicBezTo>
                    <a:pt x="24" y="4"/>
                    <a:pt x="26" y="2"/>
                    <a:pt x="29" y="2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7732" name="Freeform 243">
              <a:extLst>
                <a:ext uri="{FF2B5EF4-FFF2-40B4-BE49-F238E27FC236}">
                  <a16:creationId xmlns:a16="http://schemas.microsoft.com/office/drawing/2014/main" id="{0F29E549-5883-47CC-990F-B6E0EB645C2C}"/>
                </a:ext>
              </a:extLst>
            </p:cNvPr>
            <p:cNvSpPr>
              <a:spLocks/>
            </p:cNvSpPr>
            <p:nvPr/>
          </p:nvSpPr>
          <p:spPr bwMode="auto">
            <a:xfrm>
              <a:off x="5170" y="1402"/>
              <a:ext cx="10" cy="15"/>
            </a:xfrm>
            <a:custGeom>
              <a:avLst/>
              <a:gdLst>
                <a:gd name="T0" fmla="*/ 1 w 8"/>
                <a:gd name="T1" fmla="*/ 23 h 12"/>
                <a:gd name="T2" fmla="*/ 0 w 8"/>
                <a:gd name="T3" fmla="*/ 13 h 12"/>
                <a:gd name="T4" fmla="*/ 16 w 8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2">
                  <a:moveTo>
                    <a:pt x="1" y="11"/>
                  </a:moveTo>
                  <a:cubicBezTo>
                    <a:pt x="0" y="12"/>
                    <a:pt x="0" y="7"/>
                    <a:pt x="0" y="6"/>
                  </a:cubicBezTo>
                  <a:cubicBezTo>
                    <a:pt x="1" y="1"/>
                    <a:pt x="4" y="0"/>
                    <a:pt x="8" y="0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7733" name="Freeform 244">
              <a:extLst>
                <a:ext uri="{FF2B5EF4-FFF2-40B4-BE49-F238E27FC236}">
                  <a16:creationId xmlns:a16="http://schemas.microsoft.com/office/drawing/2014/main" id="{FF98B235-6885-4795-A324-E0F112CEDF50}"/>
                </a:ext>
              </a:extLst>
            </p:cNvPr>
            <p:cNvSpPr>
              <a:spLocks/>
            </p:cNvSpPr>
            <p:nvPr/>
          </p:nvSpPr>
          <p:spPr bwMode="auto">
            <a:xfrm>
              <a:off x="5200" y="1385"/>
              <a:ext cx="19" cy="19"/>
            </a:xfrm>
            <a:custGeom>
              <a:avLst/>
              <a:gdLst>
                <a:gd name="T0" fmla="*/ 14 w 15"/>
                <a:gd name="T1" fmla="*/ 30 h 15"/>
                <a:gd name="T2" fmla="*/ 30 w 15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5">
                  <a:moveTo>
                    <a:pt x="7" y="15"/>
                  </a:moveTo>
                  <a:cubicBezTo>
                    <a:pt x="0" y="12"/>
                    <a:pt x="11" y="1"/>
                    <a:pt x="15" y="0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7734" name="Freeform 245">
              <a:extLst>
                <a:ext uri="{FF2B5EF4-FFF2-40B4-BE49-F238E27FC236}">
                  <a16:creationId xmlns:a16="http://schemas.microsoft.com/office/drawing/2014/main" id="{21FAC352-7E6A-40D2-B955-3A3968390255}"/>
                </a:ext>
              </a:extLst>
            </p:cNvPr>
            <p:cNvSpPr>
              <a:spLocks/>
            </p:cNvSpPr>
            <p:nvPr/>
          </p:nvSpPr>
          <p:spPr bwMode="auto">
            <a:xfrm>
              <a:off x="5245" y="1381"/>
              <a:ext cx="15" cy="3"/>
            </a:xfrm>
            <a:custGeom>
              <a:avLst/>
              <a:gdLst>
                <a:gd name="T0" fmla="*/ 0 w 12"/>
                <a:gd name="T1" fmla="*/ 8 h 2"/>
                <a:gd name="T2" fmla="*/ 24 w 12"/>
                <a:gd name="T3" fmla="*/ 5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2">
                  <a:moveTo>
                    <a:pt x="0" y="2"/>
                  </a:moveTo>
                  <a:cubicBezTo>
                    <a:pt x="3" y="1"/>
                    <a:pt x="9" y="0"/>
                    <a:pt x="12" y="1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7735" name="Freeform 246">
              <a:extLst>
                <a:ext uri="{FF2B5EF4-FFF2-40B4-BE49-F238E27FC236}">
                  <a16:creationId xmlns:a16="http://schemas.microsoft.com/office/drawing/2014/main" id="{862C6046-6E0E-4EF4-BB9F-599E039CDD1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4" y="1306"/>
              <a:ext cx="14" cy="13"/>
            </a:xfrm>
            <a:custGeom>
              <a:avLst/>
              <a:gdLst>
                <a:gd name="T0" fmla="*/ 0 w 11"/>
                <a:gd name="T1" fmla="*/ 17 h 10"/>
                <a:gd name="T2" fmla="*/ 23 w 11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0">
                  <a:moveTo>
                    <a:pt x="0" y="8"/>
                  </a:moveTo>
                  <a:cubicBezTo>
                    <a:pt x="5" y="10"/>
                    <a:pt x="9" y="4"/>
                    <a:pt x="11" y="0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7736" name="Freeform 247">
              <a:extLst>
                <a:ext uri="{FF2B5EF4-FFF2-40B4-BE49-F238E27FC236}">
                  <a16:creationId xmlns:a16="http://schemas.microsoft.com/office/drawing/2014/main" id="{A46DD2F7-4F28-4344-A17F-9D0E7AE9A72B}"/>
                </a:ext>
              </a:extLst>
            </p:cNvPr>
            <p:cNvSpPr>
              <a:spLocks/>
            </p:cNvSpPr>
            <p:nvPr/>
          </p:nvSpPr>
          <p:spPr bwMode="auto">
            <a:xfrm>
              <a:off x="5106" y="1692"/>
              <a:ext cx="24" cy="52"/>
            </a:xfrm>
            <a:custGeom>
              <a:avLst/>
              <a:gdLst>
                <a:gd name="T0" fmla="*/ 10 w 19"/>
                <a:gd name="T1" fmla="*/ 0 h 41"/>
                <a:gd name="T2" fmla="*/ 16 w 19"/>
                <a:gd name="T3" fmla="*/ 41 h 41"/>
                <a:gd name="T4" fmla="*/ 38 w 19"/>
                <a:gd name="T5" fmla="*/ 84 h 41"/>
                <a:gd name="T6" fmla="*/ 20 w 19"/>
                <a:gd name="T7" fmla="*/ 71 h 41"/>
                <a:gd name="T8" fmla="*/ 8 w 19"/>
                <a:gd name="T9" fmla="*/ 47 h 41"/>
                <a:gd name="T10" fmla="*/ 6 w 19"/>
                <a:gd name="T11" fmla="*/ 0 h 41"/>
                <a:gd name="T12" fmla="*/ 8 w 19"/>
                <a:gd name="T13" fmla="*/ 0 h 4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" h="41">
                  <a:moveTo>
                    <a:pt x="5" y="0"/>
                  </a:moveTo>
                  <a:cubicBezTo>
                    <a:pt x="10" y="5"/>
                    <a:pt x="7" y="14"/>
                    <a:pt x="8" y="20"/>
                  </a:cubicBezTo>
                  <a:cubicBezTo>
                    <a:pt x="9" y="28"/>
                    <a:pt x="15" y="34"/>
                    <a:pt x="19" y="41"/>
                  </a:cubicBezTo>
                  <a:cubicBezTo>
                    <a:pt x="16" y="41"/>
                    <a:pt x="12" y="37"/>
                    <a:pt x="10" y="35"/>
                  </a:cubicBezTo>
                  <a:cubicBezTo>
                    <a:pt x="7" y="32"/>
                    <a:pt x="6" y="28"/>
                    <a:pt x="4" y="23"/>
                  </a:cubicBezTo>
                  <a:cubicBezTo>
                    <a:pt x="2" y="18"/>
                    <a:pt x="0" y="5"/>
                    <a:pt x="3" y="0"/>
                  </a:cubicBezTo>
                  <a:cubicBezTo>
                    <a:pt x="3" y="0"/>
                    <a:pt x="4" y="0"/>
                    <a:pt x="4" y="0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7737" name="Freeform 248">
              <a:extLst>
                <a:ext uri="{FF2B5EF4-FFF2-40B4-BE49-F238E27FC236}">
                  <a16:creationId xmlns:a16="http://schemas.microsoft.com/office/drawing/2014/main" id="{59627AE5-474C-4271-9C43-CB23DA5D390B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8" y="1661"/>
              <a:ext cx="28" cy="74"/>
            </a:xfrm>
            <a:custGeom>
              <a:avLst/>
              <a:gdLst>
                <a:gd name="T0" fmla="*/ 36 w 22"/>
                <a:gd name="T1" fmla="*/ 5 h 58"/>
                <a:gd name="T2" fmla="*/ 46 w 22"/>
                <a:gd name="T3" fmla="*/ 37 h 58"/>
                <a:gd name="T4" fmla="*/ 37 w 22"/>
                <a:gd name="T5" fmla="*/ 69 h 58"/>
                <a:gd name="T6" fmla="*/ 18 w 22"/>
                <a:gd name="T7" fmla="*/ 91 h 58"/>
                <a:gd name="T8" fmla="*/ 6 w 22"/>
                <a:gd name="T9" fmla="*/ 120 h 58"/>
                <a:gd name="T10" fmla="*/ 8 w 22"/>
                <a:gd name="T11" fmla="*/ 84 h 58"/>
                <a:gd name="T12" fmla="*/ 28 w 22"/>
                <a:gd name="T13" fmla="*/ 40 h 58"/>
                <a:gd name="T14" fmla="*/ 32 w 22"/>
                <a:gd name="T15" fmla="*/ 1 h 58"/>
                <a:gd name="T16" fmla="*/ 36 w 22"/>
                <a:gd name="T17" fmla="*/ 6 h 5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2" h="58">
                  <a:moveTo>
                    <a:pt x="17" y="2"/>
                  </a:moveTo>
                  <a:cubicBezTo>
                    <a:pt x="18" y="8"/>
                    <a:pt x="22" y="12"/>
                    <a:pt x="22" y="18"/>
                  </a:cubicBezTo>
                  <a:cubicBezTo>
                    <a:pt x="22" y="23"/>
                    <a:pt x="21" y="28"/>
                    <a:pt x="18" y="33"/>
                  </a:cubicBezTo>
                  <a:cubicBezTo>
                    <a:pt x="15" y="37"/>
                    <a:pt x="12" y="40"/>
                    <a:pt x="9" y="44"/>
                  </a:cubicBezTo>
                  <a:cubicBezTo>
                    <a:pt x="6" y="48"/>
                    <a:pt x="4" y="53"/>
                    <a:pt x="3" y="58"/>
                  </a:cubicBezTo>
                  <a:cubicBezTo>
                    <a:pt x="0" y="55"/>
                    <a:pt x="3" y="45"/>
                    <a:pt x="4" y="41"/>
                  </a:cubicBezTo>
                  <a:cubicBezTo>
                    <a:pt x="7" y="34"/>
                    <a:pt x="11" y="27"/>
                    <a:pt x="13" y="19"/>
                  </a:cubicBezTo>
                  <a:cubicBezTo>
                    <a:pt x="13" y="16"/>
                    <a:pt x="11" y="0"/>
                    <a:pt x="16" y="1"/>
                  </a:cubicBezTo>
                  <a:cubicBezTo>
                    <a:pt x="16" y="1"/>
                    <a:pt x="16" y="3"/>
                    <a:pt x="17" y="3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7738" name="Freeform 249">
              <a:extLst>
                <a:ext uri="{FF2B5EF4-FFF2-40B4-BE49-F238E27FC236}">
                  <a16:creationId xmlns:a16="http://schemas.microsoft.com/office/drawing/2014/main" id="{D53B341A-CA0A-4131-85BE-E3C7B3AC4D2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2" y="1703"/>
              <a:ext cx="213" cy="195"/>
            </a:xfrm>
            <a:custGeom>
              <a:avLst/>
              <a:gdLst>
                <a:gd name="T0" fmla="*/ 0 w 167"/>
                <a:gd name="T1" fmla="*/ 312 h 153"/>
                <a:gd name="T2" fmla="*/ 171 w 167"/>
                <a:gd name="T3" fmla="*/ 124 h 153"/>
                <a:gd name="T4" fmla="*/ 347 w 167"/>
                <a:gd name="T5" fmla="*/ 0 h 153"/>
                <a:gd name="T6" fmla="*/ 135 w 167"/>
                <a:gd name="T7" fmla="*/ 161 h 153"/>
                <a:gd name="T8" fmla="*/ 54 w 167"/>
                <a:gd name="T9" fmla="*/ 226 h 153"/>
                <a:gd name="T10" fmla="*/ 8 w 167"/>
                <a:gd name="T11" fmla="*/ 317 h 15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7" h="153">
                  <a:moveTo>
                    <a:pt x="0" y="151"/>
                  </a:moveTo>
                  <a:cubicBezTo>
                    <a:pt x="17" y="110"/>
                    <a:pt x="45" y="84"/>
                    <a:pt x="82" y="60"/>
                  </a:cubicBezTo>
                  <a:cubicBezTo>
                    <a:pt x="108" y="44"/>
                    <a:pt x="155" y="33"/>
                    <a:pt x="167" y="0"/>
                  </a:cubicBezTo>
                  <a:cubicBezTo>
                    <a:pt x="145" y="40"/>
                    <a:pt x="100" y="53"/>
                    <a:pt x="65" y="78"/>
                  </a:cubicBezTo>
                  <a:cubicBezTo>
                    <a:pt x="51" y="87"/>
                    <a:pt x="37" y="96"/>
                    <a:pt x="26" y="109"/>
                  </a:cubicBezTo>
                  <a:cubicBezTo>
                    <a:pt x="15" y="123"/>
                    <a:pt x="11" y="137"/>
                    <a:pt x="4" y="153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7739" name="Freeform 250">
              <a:extLst>
                <a:ext uri="{FF2B5EF4-FFF2-40B4-BE49-F238E27FC236}">
                  <a16:creationId xmlns:a16="http://schemas.microsoft.com/office/drawing/2014/main" id="{1B162F5A-E80B-4C72-90F0-A0E9697D9F7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1" y="1627"/>
              <a:ext cx="65" cy="29"/>
            </a:xfrm>
            <a:custGeom>
              <a:avLst/>
              <a:gdLst>
                <a:gd name="T0" fmla="*/ 0 w 51"/>
                <a:gd name="T1" fmla="*/ 32 h 23"/>
                <a:gd name="T2" fmla="*/ 106 w 51"/>
                <a:gd name="T3" fmla="*/ 47 h 23"/>
                <a:gd name="T4" fmla="*/ 17 w 51"/>
                <a:gd name="T5" fmla="*/ 29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1" h="23">
                  <a:moveTo>
                    <a:pt x="0" y="16"/>
                  </a:moveTo>
                  <a:cubicBezTo>
                    <a:pt x="16" y="6"/>
                    <a:pt x="44" y="0"/>
                    <a:pt x="51" y="23"/>
                  </a:cubicBezTo>
                  <a:cubicBezTo>
                    <a:pt x="43" y="10"/>
                    <a:pt x="21" y="3"/>
                    <a:pt x="8" y="14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7740" name="Freeform 251">
              <a:extLst>
                <a:ext uri="{FF2B5EF4-FFF2-40B4-BE49-F238E27FC236}">
                  <a16:creationId xmlns:a16="http://schemas.microsoft.com/office/drawing/2014/main" id="{56238FDD-D13D-4272-B8BE-64F6F825082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5" y="1698"/>
              <a:ext cx="82" cy="107"/>
            </a:xfrm>
            <a:custGeom>
              <a:avLst/>
              <a:gdLst>
                <a:gd name="T0" fmla="*/ 0 w 64"/>
                <a:gd name="T1" fmla="*/ 0 h 84"/>
                <a:gd name="T2" fmla="*/ 83 w 64"/>
                <a:gd name="T3" fmla="*/ 90 h 84"/>
                <a:gd name="T4" fmla="*/ 135 w 64"/>
                <a:gd name="T5" fmla="*/ 173 h 84"/>
                <a:gd name="T6" fmla="*/ 63 w 64"/>
                <a:gd name="T7" fmla="*/ 82 h 84"/>
                <a:gd name="T8" fmla="*/ 6 w 64"/>
                <a:gd name="T9" fmla="*/ 0 h 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4" h="84">
                  <a:moveTo>
                    <a:pt x="0" y="0"/>
                  </a:moveTo>
                  <a:cubicBezTo>
                    <a:pt x="16" y="12"/>
                    <a:pt x="27" y="29"/>
                    <a:pt x="40" y="44"/>
                  </a:cubicBezTo>
                  <a:cubicBezTo>
                    <a:pt x="50" y="56"/>
                    <a:pt x="60" y="69"/>
                    <a:pt x="64" y="84"/>
                  </a:cubicBezTo>
                  <a:cubicBezTo>
                    <a:pt x="55" y="68"/>
                    <a:pt x="43" y="53"/>
                    <a:pt x="30" y="39"/>
                  </a:cubicBezTo>
                  <a:cubicBezTo>
                    <a:pt x="21" y="27"/>
                    <a:pt x="15" y="8"/>
                    <a:pt x="3" y="0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7741" name="Freeform 252">
              <a:extLst>
                <a:ext uri="{FF2B5EF4-FFF2-40B4-BE49-F238E27FC236}">
                  <a16:creationId xmlns:a16="http://schemas.microsoft.com/office/drawing/2014/main" id="{4285FA17-B381-42DD-81CE-467153360F2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5" y="2574"/>
              <a:ext cx="116" cy="96"/>
            </a:xfrm>
            <a:custGeom>
              <a:avLst/>
              <a:gdLst>
                <a:gd name="T0" fmla="*/ 22 w 91"/>
                <a:gd name="T1" fmla="*/ 97 h 75"/>
                <a:gd name="T2" fmla="*/ 65 w 91"/>
                <a:gd name="T3" fmla="*/ 100 h 75"/>
                <a:gd name="T4" fmla="*/ 105 w 91"/>
                <a:gd name="T5" fmla="*/ 65 h 75"/>
                <a:gd name="T6" fmla="*/ 189 w 91"/>
                <a:gd name="T7" fmla="*/ 0 h 75"/>
                <a:gd name="T8" fmla="*/ 161 w 91"/>
                <a:gd name="T9" fmla="*/ 31 h 75"/>
                <a:gd name="T10" fmla="*/ 136 w 91"/>
                <a:gd name="T11" fmla="*/ 69 h 75"/>
                <a:gd name="T12" fmla="*/ 88 w 91"/>
                <a:gd name="T13" fmla="*/ 147 h 75"/>
                <a:gd name="T14" fmla="*/ 51 w 91"/>
                <a:gd name="T15" fmla="*/ 152 h 75"/>
                <a:gd name="T16" fmla="*/ 22 w 91"/>
                <a:gd name="T17" fmla="*/ 156 h 75"/>
                <a:gd name="T18" fmla="*/ 14 w 91"/>
                <a:gd name="T19" fmla="*/ 113 h 75"/>
                <a:gd name="T20" fmla="*/ 18 w 91"/>
                <a:gd name="T21" fmla="*/ 99 h 7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1" h="75">
                  <a:moveTo>
                    <a:pt x="10" y="46"/>
                  </a:moveTo>
                  <a:cubicBezTo>
                    <a:pt x="16" y="48"/>
                    <a:pt x="24" y="52"/>
                    <a:pt x="31" y="48"/>
                  </a:cubicBezTo>
                  <a:cubicBezTo>
                    <a:pt x="39" y="45"/>
                    <a:pt x="45" y="37"/>
                    <a:pt x="50" y="31"/>
                  </a:cubicBezTo>
                  <a:cubicBezTo>
                    <a:pt x="63" y="18"/>
                    <a:pt x="73" y="5"/>
                    <a:pt x="91" y="0"/>
                  </a:cubicBezTo>
                  <a:cubicBezTo>
                    <a:pt x="86" y="4"/>
                    <a:pt x="82" y="10"/>
                    <a:pt x="78" y="15"/>
                  </a:cubicBezTo>
                  <a:cubicBezTo>
                    <a:pt x="73" y="21"/>
                    <a:pt x="69" y="26"/>
                    <a:pt x="66" y="33"/>
                  </a:cubicBezTo>
                  <a:cubicBezTo>
                    <a:pt x="60" y="46"/>
                    <a:pt x="57" y="63"/>
                    <a:pt x="42" y="70"/>
                  </a:cubicBezTo>
                  <a:cubicBezTo>
                    <a:pt x="36" y="72"/>
                    <a:pt x="30" y="72"/>
                    <a:pt x="24" y="73"/>
                  </a:cubicBezTo>
                  <a:cubicBezTo>
                    <a:pt x="19" y="73"/>
                    <a:pt x="14" y="75"/>
                    <a:pt x="10" y="74"/>
                  </a:cubicBezTo>
                  <a:cubicBezTo>
                    <a:pt x="0" y="72"/>
                    <a:pt x="6" y="60"/>
                    <a:pt x="7" y="54"/>
                  </a:cubicBezTo>
                  <a:cubicBezTo>
                    <a:pt x="8" y="51"/>
                    <a:pt x="8" y="49"/>
                    <a:pt x="9" y="47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7742" name="Freeform 253">
              <a:extLst>
                <a:ext uri="{FF2B5EF4-FFF2-40B4-BE49-F238E27FC236}">
                  <a16:creationId xmlns:a16="http://schemas.microsoft.com/office/drawing/2014/main" id="{BB93AAD8-5CA2-4F31-AB0F-104E69F11FE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8" y="2736"/>
              <a:ext cx="170" cy="53"/>
            </a:xfrm>
            <a:custGeom>
              <a:avLst/>
              <a:gdLst>
                <a:gd name="T0" fmla="*/ 0 w 134"/>
                <a:gd name="T1" fmla="*/ 0 h 42"/>
                <a:gd name="T2" fmla="*/ 60 w 134"/>
                <a:gd name="T3" fmla="*/ 50 h 42"/>
                <a:gd name="T4" fmla="*/ 98 w 134"/>
                <a:gd name="T5" fmla="*/ 67 h 42"/>
                <a:gd name="T6" fmla="*/ 128 w 134"/>
                <a:gd name="T7" fmla="*/ 77 h 42"/>
                <a:gd name="T8" fmla="*/ 162 w 134"/>
                <a:gd name="T9" fmla="*/ 77 h 42"/>
                <a:gd name="T10" fmla="*/ 197 w 134"/>
                <a:gd name="T11" fmla="*/ 80 h 42"/>
                <a:gd name="T12" fmla="*/ 261 w 134"/>
                <a:gd name="T13" fmla="*/ 68 h 42"/>
                <a:gd name="T14" fmla="*/ 269 w 134"/>
                <a:gd name="T15" fmla="*/ 48 h 42"/>
                <a:gd name="T16" fmla="*/ 185 w 134"/>
                <a:gd name="T17" fmla="*/ 59 h 42"/>
                <a:gd name="T18" fmla="*/ 100 w 134"/>
                <a:gd name="T19" fmla="*/ 53 h 42"/>
                <a:gd name="T20" fmla="*/ 0 w 134"/>
                <a:gd name="T21" fmla="*/ 1 h 4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34" h="42">
                  <a:moveTo>
                    <a:pt x="0" y="0"/>
                  </a:moveTo>
                  <a:cubicBezTo>
                    <a:pt x="12" y="6"/>
                    <a:pt x="19" y="18"/>
                    <a:pt x="29" y="25"/>
                  </a:cubicBezTo>
                  <a:cubicBezTo>
                    <a:pt x="35" y="29"/>
                    <a:pt x="41" y="30"/>
                    <a:pt x="48" y="33"/>
                  </a:cubicBezTo>
                  <a:cubicBezTo>
                    <a:pt x="53" y="35"/>
                    <a:pt x="57" y="37"/>
                    <a:pt x="63" y="38"/>
                  </a:cubicBezTo>
                  <a:cubicBezTo>
                    <a:pt x="69" y="38"/>
                    <a:pt x="74" y="37"/>
                    <a:pt x="80" y="38"/>
                  </a:cubicBezTo>
                  <a:cubicBezTo>
                    <a:pt x="85" y="39"/>
                    <a:pt x="91" y="40"/>
                    <a:pt x="96" y="40"/>
                  </a:cubicBezTo>
                  <a:cubicBezTo>
                    <a:pt x="107" y="42"/>
                    <a:pt x="119" y="42"/>
                    <a:pt x="128" y="34"/>
                  </a:cubicBezTo>
                  <a:cubicBezTo>
                    <a:pt x="130" y="32"/>
                    <a:pt x="134" y="27"/>
                    <a:pt x="132" y="24"/>
                  </a:cubicBezTo>
                  <a:cubicBezTo>
                    <a:pt x="121" y="30"/>
                    <a:pt x="104" y="33"/>
                    <a:pt x="91" y="29"/>
                  </a:cubicBezTo>
                  <a:cubicBezTo>
                    <a:pt x="78" y="26"/>
                    <a:pt x="62" y="29"/>
                    <a:pt x="49" y="26"/>
                  </a:cubicBezTo>
                  <a:cubicBezTo>
                    <a:pt x="31" y="22"/>
                    <a:pt x="15" y="10"/>
                    <a:pt x="0" y="1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7743" name="Freeform 254">
              <a:extLst>
                <a:ext uri="{FF2B5EF4-FFF2-40B4-BE49-F238E27FC236}">
                  <a16:creationId xmlns:a16="http://schemas.microsoft.com/office/drawing/2014/main" id="{B9857A11-4F28-42F8-89A9-64D08053D7D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5" y="1366"/>
              <a:ext cx="40" cy="12"/>
            </a:xfrm>
            <a:custGeom>
              <a:avLst/>
              <a:gdLst>
                <a:gd name="T0" fmla="*/ 67 w 31"/>
                <a:gd name="T1" fmla="*/ 21 h 9"/>
                <a:gd name="T2" fmla="*/ 0 w 31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9">
                  <a:moveTo>
                    <a:pt x="31" y="9"/>
                  </a:moveTo>
                  <a:cubicBezTo>
                    <a:pt x="21" y="5"/>
                    <a:pt x="10" y="2"/>
                    <a:pt x="0" y="0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7744" name="Freeform 255">
              <a:extLst>
                <a:ext uri="{FF2B5EF4-FFF2-40B4-BE49-F238E27FC236}">
                  <a16:creationId xmlns:a16="http://schemas.microsoft.com/office/drawing/2014/main" id="{920BE6F7-A52F-4193-BCE1-AB3B6486CF2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9" y="736"/>
              <a:ext cx="783" cy="805"/>
            </a:xfrm>
            <a:custGeom>
              <a:avLst/>
              <a:gdLst>
                <a:gd name="T0" fmla="*/ 292 w 615"/>
                <a:gd name="T1" fmla="*/ 1043 h 632"/>
                <a:gd name="T2" fmla="*/ 274 w 615"/>
                <a:gd name="T3" fmla="*/ 991 h 632"/>
                <a:gd name="T4" fmla="*/ 260 w 615"/>
                <a:gd name="T5" fmla="*/ 950 h 632"/>
                <a:gd name="T6" fmla="*/ 278 w 615"/>
                <a:gd name="T7" fmla="*/ 292 h 632"/>
                <a:gd name="T8" fmla="*/ 1239 w 615"/>
                <a:gd name="T9" fmla="*/ 550 h 632"/>
                <a:gd name="T10" fmla="*/ 1246 w 615"/>
                <a:gd name="T11" fmla="*/ 740 h 632"/>
                <a:gd name="T12" fmla="*/ 1232 w 615"/>
                <a:gd name="T13" fmla="*/ 867 h 632"/>
                <a:gd name="T14" fmla="*/ 1257 w 615"/>
                <a:gd name="T15" fmla="*/ 906 h 632"/>
                <a:gd name="T16" fmla="*/ 1224 w 615"/>
                <a:gd name="T17" fmla="*/ 990 h 632"/>
                <a:gd name="T18" fmla="*/ 1208 w 615"/>
                <a:gd name="T19" fmla="*/ 1018 h 632"/>
                <a:gd name="T20" fmla="*/ 1176 w 615"/>
                <a:gd name="T21" fmla="*/ 1223 h 632"/>
                <a:gd name="T22" fmla="*/ 1043 w 615"/>
                <a:gd name="T23" fmla="*/ 1261 h 632"/>
                <a:gd name="T24" fmla="*/ 919 w 615"/>
                <a:gd name="T25" fmla="*/ 1279 h 632"/>
                <a:gd name="T26" fmla="*/ 704 w 615"/>
                <a:gd name="T27" fmla="*/ 1176 h 632"/>
                <a:gd name="T28" fmla="*/ 551 w 615"/>
                <a:gd name="T29" fmla="*/ 1065 h 632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615" h="632">
                  <a:moveTo>
                    <a:pt x="141" y="505"/>
                  </a:moveTo>
                  <a:cubicBezTo>
                    <a:pt x="141" y="505"/>
                    <a:pt x="135" y="490"/>
                    <a:pt x="133" y="480"/>
                  </a:cubicBezTo>
                  <a:cubicBezTo>
                    <a:pt x="132" y="470"/>
                    <a:pt x="135" y="469"/>
                    <a:pt x="126" y="460"/>
                  </a:cubicBezTo>
                  <a:cubicBezTo>
                    <a:pt x="126" y="460"/>
                    <a:pt x="0" y="282"/>
                    <a:pt x="134" y="141"/>
                  </a:cubicBezTo>
                  <a:cubicBezTo>
                    <a:pt x="268" y="0"/>
                    <a:pt x="511" y="59"/>
                    <a:pt x="600" y="266"/>
                  </a:cubicBezTo>
                  <a:cubicBezTo>
                    <a:pt x="615" y="299"/>
                    <a:pt x="609" y="336"/>
                    <a:pt x="604" y="358"/>
                  </a:cubicBezTo>
                  <a:cubicBezTo>
                    <a:pt x="594" y="396"/>
                    <a:pt x="607" y="398"/>
                    <a:pt x="597" y="420"/>
                  </a:cubicBezTo>
                  <a:cubicBezTo>
                    <a:pt x="597" y="420"/>
                    <a:pt x="606" y="430"/>
                    <a:pt x="609" y="438"/>
                  </a:cubicBezTo>
                  <a:cubicBezTo>
                    <a:pt x="611" y="446"/>
                    <a:pt x="609" y="467"/>
                    <a:pt x="593" y="479"/>
                  </a:cubicBezTo>
                  <a:cubicBezTo>
                    <a:pt x="583" y="485"/>
                    <a:pt x="585" y="488"/>
                    <a:pt x="585" y="492"/>
                  </a:cubicBezTo>
                  <a:cubicBezTo>
                    <a:pt x="586" y="496"/>
                    <a:pt x="599" y="569"/>
                    <a:pt x="570" y="592"/>
                  </a:cubicBezTo>
                  <a:cubicBezTo>
                    <a:pt x="541" y="615"/>
                    <a:pt x="535" y="607"/>
                    <a:pt x="505" y="610"/>
                  </a:cubicBezTo>
                  <a:cubicBezTo>
                    <a:pt x="475" y="613"/>
                    <a:pt x="467" y="605"/>
                    <a:pt x="445" y="619"/>
                  </a:cubicBezTo>
                  <a:cubicBezTo>
                    <a:pt x="423" y="632"/>
                    <a:pt x="369" y="603"/>
                    <a:pt x="341" y="569"/>
                  </a:cubicBezTo>
                  <a:cubicBezTo>
                    <a:pt x="328" y="554"/>
                    <a:pt x="300" y="532"/>
                    <a:pt x="267" y="515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7745" name="Freeform 256">
              <a:extLst>
                <a:ext uri="{FF2B5EF4-FFF2-40B4-BE49-F238E27FC236}">
                  <a16:creationId xmlns:a16="http://schemas.microsoft.com/office/drawing/2014/main" id="{C70FE1A0-609C-4193-B3F9-8119986D9B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9" y="1366"/>
              <a:ext cx="474" cy="1039"/>
            </a:xfrm>
            <a:custGeom>
              <a:avLst/>
              <a:gdLst>
                <a:gd name="T0" fmla="*/ 756 w 372"/>
                <a:gd name="T1" fmla="*/ 0 h 816"/>
                <a:gd name="T2" fmla="*/ 759 w 372"/>
                <a:gd name="T3" fmla="*/ 89 h 816"/>
                <a:gd name="T4" fmla="*/ 609 w 372"/>
                <a:gd name="T5" fmla="*/ 166 h 816"/>
                <a:gd name="T6" fmla="*/ 409 w 372"/>
                <a:gd name="T7" fmla="*/ 214 h 816"/>
                <a:gd name="T8" fmla="*/ 164 w 372"/>
                <a:gd name="T9" fmla="*/ 629 h 816"/>
                <a:gd name="T10" fmla="*/ 18 w 372"/>
                <a:gd name="T11" fmla="*/ 900 h 816"/>
                <a:gd name="T12" fmla="*/ 115 w 372"/>
                <a:gd name="T13" fmla="*/ 1357 h 816"/>
                <a:gd name="T14" fmla="*/ 126 w 372"/>
                <a:gd name="T15" fmla="*/ 1430 h 816"/>
                <a:gd name="T16" fmla="*/ 107 w 372"/>
                <a:gd name="T17" fmla="*/ 1502 h 816"/>
                <a:gd name="T18" fmla="*/ 115 w 372"/>
                <a:gd name="T19" fmla="*/ 1589 h 816"/>
                <a:gd name="T20" fmla="*/ 289 w 372"/>
                <a:gd name="T21" fmla="*/ 1657 h 816"/>
                <a:gd name="T22" fmla="*/ 307 w 372"/>
                <a:gd name="T23" fmla="*/ 1630 h 816"/>
                <a:gd name="T24" fmla="*/ 450 w 372"/>
                <a:gd name="T25" fmla="*/ 1626 h 816"/>
                <a:gd name="T26" fmla="*/ 428 w 372"/>
                <a:gd name="T27" fmla="*/ 1592 h 816"/>
                <a:gd name="T28" fmla="*/ 517 w 372"/>
                <a:gd name="T29" fmla="*/ 1570 h 816"/>
                <a:gd name="T30" fmla="*/ 482 w 372"/>
                <a:gd name="T31" fmla="*/ 1541 h 816"/>
                <a:gd name="T32" fmla="*/ 482 w 372"/>
                <a:gd name="T33" fmla="*/ 1482 h 816"/>
                <a:gd name="T34" fmla="*/ 417 w 372"/>
                <a:gd name="T35" fmla="*/ 1425 h 816"/>
                <a:gd name="T36" fmla="*/ 392 w 372"/>
                <a:gd name="T37" fmla="*/ 1396 h 816"/>
                <a:gd name="T38" fmla="*/ 378 w 372"/>
                <a:gd name="T39" fmla="*/ 1360 h 816"/>
                <a:gd name="T40" fmla="*/ 361 w 372"/>
                <a:gd name="T41" fmla="*/ 1331 h 816"/>
                <a:gd name="T42" fmla="*/ 385 w 372"/>
                <a:gd name="T43" fmla="*/ 1357 h 816"/>
                <a:gd name="T44" fmla="*/ 395 w 372"/>
                <a:gd name="T45" fmla="*/ 1390 h 816"/>
                <a:gd name="T46" fmla="*/ 422 w 372"/>
                <a:gd name="T47" fmla="*/ 1420 h 816"/>
                <a:gd name="T48" fmla="*/ 446 w 372"/>
                <a:gd name="T49" fmla="*/ 1382 h 816"/>
                <a:gd name="T50" fmla="*/ 428 w 372"/>
                <a:gd name="T51" fmla="*/ 1282 h 816"/>
                <a:gd name="T52" fmla="*/ 363 w 372"/>
                <a:gd name="T53" fmla="*/ 1262 h 816"/>
                <a:gd name="T54" fmla="*/ 307 w 372"/>
                <a:gd name="T55" fmla="*/ 1179 h 816"/>
                <a:gd name="T56" fmla="*/ 303 w 372"/>
                <a:gd name="T57" fmla="*/ 912 h 816"/>
                <a:gd name="T58" fmla="*/ 455 w 372"/>
                <a:gd name="T59" fmla="*/ 698 h 81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372" h="816">
                  <a:moveTo>
                    <a:pt x="365" y="0"/>
                  </a:moveTo>
                  <a:cubicBezTo>
                    <a:pt x="365" y="0"/>
                    <a:pt x="372" y="17"/>
                    <a:pt x="367" y="43"/>
                  </a:cubicBezTo>
                  <a:cubicBezTo>
                    <a:pt x="361" y="69"/>
                    <a:pt x="325" y="87"/>
                    <a:pt x="294" y="80"/>
                  </a:cubicBezTo>
                  <a:cubicBezTo>
                    <a:pt x="264" y="72"/>
                    <a:pt x="221" y="74"/>
                    <a:pt x="198" y="104"/>
                  </a:cubicBezTo>
                  <a:cubicBezTo>
                    <a:pt x="174" y="133"/>
                    <a:pt x="99" y="260"/>
                    <a:pt x="79" y="305"/>
                  </a:cubicBezTo>
                  <a:cubicBezTo>
                    <a:pt x="52" y="366"/>
                    <a:pt x="18" y="376"/>
                    <a:pt x="9" y="436"/>
                  </a:cubicBezTo>
                  <a:cubicBezTo>
                    <a:pt x="0" y="496"/>
                    <a:pt x="15" y="575"/>
                    <a:pt x="56" y="657"/>
                  </a:cubicBezTo>
                  <a:cubicBezTo>
                    <a:pt x="64" y="673"/>
                    <a:pt x="68" y="679"/>
                    <a:pt x="61" y="693"/>
                  </a:cubicBezTo>
                  <a:cubicBezTo>
                    <a:pt x="55" y="707"/>
                    <a:pt x="49" y="714"/>
                    <a:pt x="52" y="728"/>
                  </a:cubicBezTo>
                  <a:cubicBezTo>
                    <a:pt x="54" y="741"/>
                    <a:pt x="37" y="755"/>
                    <a:pt x="56" y="770"/>
                  </a:cubicBezTo>
                  <a:cubicBezTo>
                    <a:pt x="74" y="786"/>
                    <a:pt x="125" y="816"/>
                    <a:pt x="140" y="803"/>
                  </a:cubicBezTo>
                  <a:cubicBezTo>
                    <a:pt x="147" y="798"/>
                    <a:pt x="148" y="789"/>
                    <a:pt x="148" y="789"/>
                  </a:cubicBezTo>
                  <a:cubicBezTo>
                    <a:pt x="148" y="789"/>
                    <a:pt x="212" y="803"/>
                    <a:pt x="217" y="788"/>
                  </a:cubicBezTo>
                  <a:cubicBezTo>
                    <a:pt x="223" y="772"/>
                    <a:pt x="207" y="771"/>
                    <a:pt x="207" y="771"/>
                  </a:cubicBezTo>
                  <a:cubicBezTo>
                    <a:pt x="207" y="771"/>
                    <a:pt x="250" y="775"/>
                    <a:pt x="250" y="760"/>
                  </a:cubicBezTo>
                  <a:cubicBezTo>
                    <a:pt x="250" y="745"/>
                    <a:pt x="233" y="746"/>
                    <a:pt x="233" y="746"/>
                  </a:cubicBezTo>
                  <a:cubicBezTo>
                    <a:pt x="233" y="746"/>
                    <a:pt x="248" y="734"/>
                    <a:pt x="233" y="718"/>
                  </a:cubicBezTo>
                  <a:cubicBezTo>
                    <a:pt x="217" y="703"/>
                    <a:pt x="208" y="693"/>
                    <a:pt x="202" y="690"/>
                  </a:cubicBezTo>
                  <a:cubicBezTo>
                    <a:pt x="197" y="687"/>
                    <a:pt x="194" y="681"/>
                    <a:pt x="190" y="676"/>
                  </a:cubicBezTo>
                  <a:cubicBezTo>
                    <a:pt x="189" y="674"/>
                    <a:pt x="186" y="667"/>
                    <a:pt x="183" y="659"/>
                  </a:cubicBezTo>
                  <a:cubicBezTo>
                    <a:pt x="181" y="653"/>
                    <a:pt x="178" y="648"/>
                    <a:pt x="174" y="645"/>
                  </a:cubicBezTo>
                  <a:cubicBezTo>
                    <a:pt x="174" y="645"/>
                    <a:pt x="185" y="638"/>
                    <a:pt x="186" y="657"/>
                  </a:cubicBezTo>
                  <a:cubicBezTo>
                    <a:pt x="186" y="667"/>
                    <a:pt x="188" y="671"/>
                    <a:pt x="191" y="674"/>
                  </a:cubicBezTo>
                  <a:cubicBezTo>
                    <a:pt x="194" y="678"/>
                    <a:pt x="197" y="686"/>
                    <a:pt x="204" y="688"/>
                  </a:cubicBezTo>
                  <a:cubicBezTo>
                    <a:pt x="211" y="691"/>
                    <a:pt x="217" y="689"/>
                    <a:pt x="216" y="669"/>
                  </a:cubicBezTo>
                  <a:cubicBezTo>
                    <a:pt x="214" y="648"/>
                    <a:pt x="224" y="626"/>
                    <a:pt x="207" y="621"/>
                  </a:cubicBezTo>
                  <a:cubicBezTo>
                    <a:pt x="190" y="616"/>
                    <a:pt x="184" y="610"/>
                    <a:pt x="176" y="611"/>
                  </a:cubicBezTo>
                  <a:cubicBezTo>
                    <a:pt x="168" y="612"/>
                    <a:pt x="161" y="575"/>
                    <a:pt x="148" y="571"/>
                  </a:cubicBezTo>
                  <a:cubicBezTo>
                    <a:pt x="136" y="568"/>
                    <a:pt x="163" y="457"/>
                    <a:pt x="147" y="441"/>
                  </a:cubicBezTo>
                  <a:cubicBezTo>
                    <a:pt x="147" y="441"/>
                    <a:pt x="209" y="366"/>
                    <a:pt x="220" y="338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7746" name="Freeform 257">
              <a:extLst>
                <a:ext uri="{FF2B5EF4-FFF2-40B4-BE49-F238E27FC236}">
                  <a16:creationId xmlns:a16="http://schemas.microsoft.com/office/drawing/2014/main" id="{A3774EF6-423D-4013-ADD0-1CD672E32C0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6" y="1841"/>
              <a:ext cx="28" cy="307"/>
            </a:xfrm>
            <a:custGeom>
              <a:avLst/>
              <a:gdLst>
                <a:gd name="T0" fmla="*/ 18 w 22"/>
                <a:gd name="T1" fmla="*/ 498 h 241"/>
                <a:gd name="T2" fmla="*/ 5 w 22"/>
                <a:gd name="T3" fmla="*/ 368 h 241"/>
                <a:gd name="T4" fmla="*/ 46 w 22"/>
                <a:gd name="T5" fmla="*/ 0 h 2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241">
                  <a:moveTo>
                    <a:pt x="9" y="241"/>
                  </a:moveTo>
                  <a:cubicBezTo>
                    <a:pt x="4" y="220"/>
                    <a:pt x="0" y="198"/>
                    <a:pt x="2" y="178"/>
                  </a:cubicBezTo>
                  <a:cubicBezTo>
                    <a:pt x="6" y="124"/>
                    <a:pt x="5" y="68"/>
                    <a:pt x="22" y="0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7747" name="Freeform 258">
              <a:extLst>
                <a:ext uri="{FF2B5EF4-FFF2-40B4-BE49-F238E27FC236}">
                  <a16:creationId xmlns:a16="http://schemas.microsoft.com/office/drawing/2014/main" id="{40638B1B-310C-41D4-A5F6-A12220A4C0E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3" y="2237"/>
              <a:ext cx="19" cy="41"/>
            </a:xfrm>
            <a:custGeom>
              <a:avLst/>
              <a:gdLst>
                <a:gd name="T0" fmla="*/ 30 w 15"/>
                <a:gd name="T1" fmla="*/ 68 h 32"/>
                <a:gd name="T2" fmla="*/ 0 w 15"/>
                <a:gd name="T3" fmla="*/ 0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32">
                  <a:moveTo>
                    <a:pt x="15" y="32"/>
                  </a:moveTo>
                  <a:cubicBezTo>
                    <a:pt x="11" y="23"/>
                    <a:pt x="5" y="12"/>
                    <a:pt x="0" y="0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7748" name="Freeform 259">
              <a:extLst>
                <a:ext uri="{FF2B5EF4-FFF2-40B4-BE49-F238E27FC236}">
                  <a16:creationId xmlns:a16="http://schemas.microsoft.com/office/drawing/2014/main" id="{ED74299B-E397-470D-A44E-E98CB505746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3" y="2306"/>
              <a:ext cx="2" cy="11"/>
            </a:xfrm>
            <a:custGeom>
              <a:avLst/>
              <a:gdLst>
                <a:gd name="T0" fmla="*/ 0 w 1"/>
                <a:gd name="T1" fmla="*/ 16 h 9"/>
                <a:gd name="T2" fmla="*/ 0 w 1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9">
                  <a:moveTo>
                    <a:pt x="0" y="9"/>
                  </a:moveTo>
                  <a:cubicBezTo>
                    <a:pt x="1" y="8"/>
                    <a:pt x="1" y="4"/>
                    <a:pt x="0" y="0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7749" name="Freeform 260">
              <a:extLst>
                <a:ext uri="{FF2B5EF4-FFF2-40B4-BE49-F238E27FC236}">
                  <a16:creationId xmlns:a16="http://schemas.microsoft.com/office/drawing/2014/main" id="{A0FD468A-7F7B-484D-899E-022A8BB778F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4" y="2348"/>
              <a:ext cx="242" cy="412"/>
            </a:xfrm>
            <a:custGeom>
              <a:avLst/>
              <a:gdLst>
                <a:gd name="T0" fmla="*/ 392 w 190"/>
                <a:gd name="T1" fmla="*/ 567 h 324"/>
                <a:gd name="T2" fmla="*/ 383 w 190"/>
                <a:gd name="T3" fmla="*/ 577 h 324"/>
                <a:gd name="T4" fmla="*/ 232 w 190"/>
                <a:gd name="T5" fmla="*/ 633 h 324"/>
                <a:gd name="T6" fmla="*/ 64 w 190"/>
                <a:gd name="T7" fmla="*/ 454 h 324"/>
                <a:gd name="T8" fmla="*/ 82 w 190"/>
                <a:gd name="T9" fmla="*/ 327 h 324"/>
                <a:gd name="T10" fmla="*/ 168 w 190"/>
                <a:gd name="T11" fmla="*/ 239 h 324"/>
                <a:gd name="T12" fmla="*/ 164 w 190"/>
                <a:gd name="T13" fmla="*/ 149 h 324"/>
                <a:gd name="T14" fmla="*/ 120 w 190"/>
                <a:gd name="T15" fmla="*/ 43 h 324"/>
                <a:gd name="T16" fmla="*/ 106 w 190"/>
                <a:gd name="T17" fmla="*/ 0 h 32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90" h="324">
                  <a:moveTo>
                    <a:pt x="190" y="276"/>
                  </a:moveTo>
                  <a:cubicBezTo>
                    <a:pt x="189" y="278"/>
                    <a:pt x="187" y="279"/>
                    <a:pt x="185" y="281"/>
                  </a:cubicBezTo>
                  <a:cubicBezTo>
                    <a:pt x="136" y="324"/>
                    <a:pt x="135" y="311"/>
                    <a:pt x="112" y="308"/>
                  </a:cubicBezTo>
                  <a:cubicBezTo>
                    <a:pt x="89" y="305"/>
                    <a:pt x="6" y="321"/>
                    <a:pt x="31" y="221"/>
                  </a:cubicBezTo>
                  <a:cubicBezTo>
                    <a:pt x="31" y="221"/>
                    <a:pt x="0" y="199"/>
                    <a:pt x="39" y="159"/>
                  </a:cubicBezTo>
                  <a:cubicBezTo>
                    <a:pt x="53" y="144"/>
                    <a:pt x="75" y="119"/>
                    <a:pt x="82" y="116"/>
                  </a:cubicBezTo>
                  <a:cubicBezTo>
                    <a:pt x="89" y="113"/>
                    <a:pt x="82" y="87"/>
                    <a:pt x="79" y="72"/>
                  </a:cubicBezTo>
                  <a:cubicBezTo>
                    <a:pt x="76" y="57"/>
                    <a:pt x="58" y="21"/>
                    <a:pt x="58" y="21"/>
                  </a:cubicBezTo>
                  <a:cubicBezTo>
                    <a:pt x="58" y="21"/>
                    <a:pt x="53" y="11"/>
                    <a:pt x="51" y="0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7750" name="Freeform 261">
              <a:extLst>
                <a:ext uri="{FF2B5EF4-FFF2-40B4-BE49-F238E27FC236}">
                  <a16:creationId xmlns:a16="http://schemas.microsoft.com/office/drawing/2014/main" id="{2BA339BB-1C03-4CE1-96B9-EB4407CF65D7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5" y="1827"/>
              <a:ext cx="123" cy="522"/>
            </a:xfrm>
            <a:custGeom>
              <a:avLst/>
              <a:gdLst>
                <a:gd name="T0" fmla="*/ 128 w 97"/>
                <a:gd name="T1" fmla="*/ 0 h 410"/>
                <a:gd name="T2" fmla="*/ 145 w 97"/>
                <a:gd name="T3" fmla="*/ 85 h 410"/>
                <a:gd name="T4" fmla="*/ 0 w 97"/>
                <a:gd name="T5" fmla="*/ 847 h 4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7" h="410">
                  <a:moveTo>
                    <a:pt x="63" y="0"/>
                  </a:moveTo>
                  <a:cubicBezTo>
                    <a:pt x="64" y="17"/>
                    <a:pt x="67" y="31"/>
                    <a:pt x="71" y="42"/>
                  </a:cubicBezTo>
                  <a:cubicBezTo>
                    <a:pt x="97" y="114"/>
                    <a:pt x="91" y="304"/>
                    <a:pt x="0" y="410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7751" name="Freeform 262">
              <a:extLst>
                <a:ext uri="{FF2B5EF4-FFF2-40B4-BE49-F238E27FC236}">
                  <a16:creationId xmlns:a16="http://schemas.microsoft.com/office/drawing/2014/main" id="{458906E4-EF31-4163-AF93-4798AF18F425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1" y="1276"/>
              <a:ext cx="467" cy="660"/>
            </a:xfrm>
            <a:custGeom>
              <a:avLst/>
              <a:gdLst>
                <a:gd name="T0" fmla="*/ 13 w 367"/>
                <a:gd name="T1" fmla="*/ 380 h 519"/>
                <a:gd name="T2" fmla="*/ 172 w 367"/>
                <a:gd name="T3" fmla="*/ 523 h 519"/>
                <a:gd name="T4" fmla="*/ 290 w 367"/>
                <a:gd name="T5" fmla="*/ 666 h 519"/>
                <a:gd name="T6" fmla="*/ 335 w 367"/>
                <a:gd name="T7" fmla="*/ 683 h 519"/>
                <a:gd name="T8" fmla="*/ 394 w 367"/>
                <a:gd name="T9" fmla="*/ 554 h 519"/>
                <a:gd name="T10" fmla="*/ 429 w 367"/>
                <a:gd name="T11" fmla="*/ 361 h 519"/>
                <a:gd name="T12" fmla="*/ 332 w 367"/>
                <a:gd name="T13" fmla="*/ 270 h 519"/>
                <a:gd name="T14" fmla="*/ 363 w 367"/>
                <a:gd name="T15" fmla="*/ 149 h 519"/>
                <a:gd name="T16" fmla="*/ 392 w 367"/>
                <a:gd name="T17" fmla="*/ 168 h 519"/>
                <a:gd name="T18" fmla="*/ 448 w 367"/>
                <a:gd name="T19" fmla="*/ 139 h 519"/>
                <a:gd name="T20" fmla="*/ 534 w 367"/>
                <a:gd name="T21" fmla="*/ 70 h 519"/>
                <a:gd name="T22" fmla="*/ 562 w 367"/>
                <a:gd name="T23" fmla="*/ 53 h 519"/>
                <a:gd name="T24" fmla="*/ 690 w 367"/>
                <a:gd name="T25" fmla="*/ 37 h 519"/>
                <a:gd name="T26" fmla="*/ 727 w 367"/>
                <a:gd name="T27" fmla="*/ 206 h 519"/>
                <a:gd name="T28" fmla="*/ 687 w 367"/>
                <a:gd name="T29" fmla="*/ 327 h 519"/>
                <a:gd name="T30" fmla="*/ 666 w 367"/>
                <a:gd name="T31" fmla="*/ 453 h 519"/>
                <a:gd name="T32" fmla="*/ 546 w 367"/>
                <a:gd name="T33" fmla="*/ 989 h 519"/>
                <a:gd name="T34" fmla="*/ 355 w 367"/>
                <a:gd name="T35" fmla="*/ 1036 h 519"/>
                <a:gd name="T36" fmla="*/ 0 w 367"/>
                <a:gd name="T37" fmla="*/ 861 h 519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367" h="519">
                  <a:moveTo>
                    <a:pt x="6" y="185"/>
                  </a:moveTo>
                  <a:cubicBezTo>
                    <a:pt x="29" y="206"/>
                    <a:pt x="62" y="237"/>
                    <a:pt x="83" y="254"/>
                  </a:cubicBezTo>
                  <a:cubicBezTo>
                    <a:pt x="116" y="281"/>
                    <a:pt x="144" y="306"/>
                    <a:pt x="141" y="324"/>
                  </a:cubicBezTo>
                  <a:cubicBezTo>
                    <a:pt x="141" y="324"/>
                    <a:pt x="161" y="316"/>
                    <a:pt x="163" y="332"/>
                  </a:cubicBezTo>
                  <a:cubicBezTo>
                    <a:pt x="163" y="332"/>
                    <a:pt x="184" y="286"/>
                    <a:pt x="192" y="270"/>
                  </a:cubicBezTo>
                  <a:cubicBezTo>
                    <a:pt x="200" y="254"/>
                    <a:pt x="222" y="204"/>
                    <a:pt x="208" y="175"/>
                  </a:cubicBezTo>
                  <a:cubicBezTo>
                    <a:pt x="208" y="175"/>
                    <a:pt x="164" y="167"/>
                    <a:pt x="161" y="131"/>
                  </a:cubicBezTo>
                  <a:cubicBezTo>
                    <a:pt x="157" y="95"/>
                    <a:pt x="162" y="72"/>
                    <a:pt x="176" y="72"/>
                  </a:cubicBezTo>
                  <a:cubicBezTo>
                    <a:pt x="189" y="72"/>
                    <a:pt x="190" y="82"/>
                    <a:pt x="190" y="82"/>
                  </a:cubicBezTo>
                  <a:cubicBezTo>
                    <a:pt x="190" y="82"/>
                    <a:pt x="204" y="62"/>
                    <a:pt x="218" y="68"/>
                  </a:cubicBezTo>
                  <a:cubicBezTo>
                    <a:pt x="218" y="68"/>
                    <a:pt x="233" y="20"/>
                    <a:pt x="259" y="34"/>
                  </a:cubicBezTo>
                  <a:cubicBezTo>
                    <a:pt x="259" y="34"/>
                    <a:pt x="266" y="27"/>
                    <a:pt x="273" y="26"/>
                  </a:cubicBezTo>
                  <a:cubicBezTo>
                    <a:pt x="273" y="26"/>
                    <a:pt x="319" y="0"/>
                    <a:pt x="335" y="18"/>
                  </a:cubicBezTo>
                  <a:cubicBezTo>
                    <a:pt x="351" y="36"/>
                    <a:pt x="367" y="68"/>
                    <a:pt x="353" y="100"/>
                  </a:cubicBezTo>
                  <a:cubicBezTo>
                    <a:pt x="340" y="131"/>
                    <a:pt x="331" y="139"/>
                    <a:pt x="333" y="159"/>
                  </a:cubicBezTo>
                  <a:cubicBezTo>
                    <a:pt x="334" y="178"/>
                    <a:pt x="330" y="199"/>
                    <a:pt x="323" y="220"/>
                  </a:cubicBezTo>
                  <a:cubicBezTo>
                    <a:pt x="316" y="240"/>
                    <a:pt x="337" y="392"/>
                    <a:pt x="265" y="481"/>
                  </a:cubicBezTo>
                  <a:cubicBezTo>
                    <a:pt x="241" y="510"/>
                    <a:pt x="206" y="519"/>
                    <a:pt x="172" y="504"/>
                  </a:cubicBezTo>
                  <a:cubicBezTo>
                    <a:pt x="143" y="492"/>
                    <a:pt x="56" y="457"/>
                    <a:pt x="0" y="418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7752" name="Freeform 263">
              <a:extLst>
                <a:ext uri="{FF2B5EF4-FFF2-40B4-BE49-F238E27FC236}">
                  <a16:creationId xmlns:a16="http://schemas.microsoft.com/office/drawing/2014/main" id="{83D1832D-18DB-4968-A008-68690EFFC0B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7" y="2177"/>
              <a:ext cx="14" cy="10"/>
            </a:xfrm>
            <a:custGeom>
              <a:avLst/>
              <a:gdLst>
                <a:gd name="T0" fmla="*/ 5 w 11"/>
                <a:gd name="T1" fmla="*/ 16 h 8"/>
                <a:gd name="T2" fmla="*/ 1 w 11"/>
                <a:gd name="T3" fmla="*/ 1 h 8"/>
                <a:gd name="T4" fmla="*/ 23 w 11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8">
                  <a:moveTo>
                    <a:pt x="2" y="8"/>
                  </a:moveTo>
                  <a:cubicBezTo>
                    <a:pt x="0" y="6"/>
                    <a:pt x="0" y="3"/>
                    <a:pt x="1" y="1"/>
                  </a:cubicBezTo>
                  <a:cubicBezTo>
                    <a:pt x="4" y="0"/>
                    <a:pt x="8" y="0"/>
                    <a:pt x="11" y="0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7753" name="Freeform 264">
              <a:extLst>
                <a:ext uri="{FF2B5EF4-FFF2-40B4-BE49-F238E27FC236}">
                  <a16:creationId xmlns:a16="http://schemas.microsoft.com/office/drawing/2014/main" id="{FAF9B6AC-6E56-4764-8F2A-D924A62918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3" y="2259"/>
              <a:ext cx="813" cy="870"/>
            </a:xfrm>
            <a:custGeom>
              <a:avLst/>
              <a:gdLst>
                <a:gd name="T0" fmla="*/ 649 w 639"/>
                <a:gd name="T1" fmla="*/ 75 h 684"/>
                <a:gd name="T2" fmla="*/ 281 w 639"/>
                <a:gd name="T3" fmla="*/ 8 h 684"/>
                <a:gd name="T4" fmla="*/ 60 w 639"/>
                <a:gd name="T5" fmla="*/ 144 h 684"/>
                <a:gd name="T6" fmla="*/ 67 w 639"/>
                <a:gd name="T7" fmla="*/ 459 h 684"/>
                <a:gd name="T8" fmla="*/ 447 w 639"/>
                <a:gd name="T9" fmla="*/ 870 h 684"/>
                <a:gd name="T10" fmla="*/ 531 w 639"/>
                <a:gd name="T11" fmla="*/ 962 h 684"/>
                <a:gd name="T12" fmla="*/ 536 w 639"/>
                <a:gd name="T13" fmla="*/ 990 h 684"/>
                <a:gd name="T14" fmla="*/ 534 w 639"/>
                <a:gd name="T15" fmla="*/ 1021 h 684"/>
                <a:gd name="T16" fmla="*/ 426 w 639"/>
                <a:gd name="T17" fmla="*/ 1132 h 684"/>
                <a:gd name="T18" fmla="*/ 319 w 639"/>
                <a:gd name="T19" fmla="*/ 1254 h 684"/>
                <a:gd name="T20" fmla="*/ 295 w 639"/>
                <a:gd name="T21" fmla="*/ 1357 h 684"/>
                <a:gd name="T22" fmla="*/ 408 w 639"/>
                <a:gd name="T23" fmla="*/ 1322 h 684"/>
                <a:gd name="T24" fmla="*/ 440 w 639"/>
                <a:gd name="T25" fmla="*/ 1386 h 684"/>
                <a:gd name="T26" fmla="*/ 602 w 639"/>
                <a:gd name="T27" fmla="*/ 1357 h 684"/>
                <a:gd name="T28" fmla="*/ 856 w 639"/>
                <a:gd name="T29" fmla="*/ 1194 h 684"/>
                <a:gd name="T30" fmla="*/ 969 w 639"/>
                <a:gd name="T31" fmla="*/ 986 h 684"/>
                <a:gd name="T32" fmla="*/ 786 w 639"/>
                <a:gd name="T33" fmla="*/ 834 h 684"/>
                <a:gd name="T34" fmla="*/ 602 w 639"/>
                <a:gd name="T35" fmla="*/ 532 h 684"/>
                <a:gd name="T36" fmla="*/ 850 w 639"/>
                <a:gd name="T37" fmla="*/ 688 h 684"/>
                <a:gd name="T38" fmla="*/ 1120 w 639"/>
                <a:gd name="T39" fmla="*/ 857 h 684"/>
                <a:gd name="T40" fmla="*/ 1312 w 639"/>
                <a:gd name="T41" fmla="*/ 749 h 684"/>
                <a:gd name="T42" fmla="*/ 1316 w 639"/>
                <a:gd name="T43" fmla="*/ 716 h 684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639" h="684">
                  <a:moveTo>
                    <a:pt x="315" y="36"/>
                  </a:moveTo>
                  <a:cubicBezTo>
                    <a:pt x="255" y="20"/>
                    <a:pt x="191" y="7"/>
                    <a:pt x="137" y="4"/>
                  </a:cubicBezTo>
                  <a:cubicBezTo>
                    <a:pt x="93" y="0"/>
                    <a:pt x="45" y="29"/>
                    <a:pt x="29" y="70"/>
                  </a:cubicBezTo>
                  <a:cubicBezTo>
                    <a:pt x="14" y="111"/>
                    <a:pt x="0" y="178"/>
                    <a:pt x="33" y="223"/>
                  </a:cubicBezTo>
                  <a:cubicBezTo>
                    <a:pt x="66" y="267"/>
                    <a:pt x="167" y="387"/>
                    <a:pt x="217" y="423"/>
                  </a:cubicBezTo>
                  <a:cubicBezTo>
                    <a:pt x="243" y="441"/>
                    <a:pt x="248" y="472"/>
                    <a:pt x="258" y="467"/>
                  </a:cubicBezTo>
                  <a:cubicBezTo>
                    <a:pt x="258" y="467"/>
                    <a:pt x="253" y="476"/>
                    <a:pt x="260" y="481"/>
                  </a:cubicBezTo>
                  <a:cubicBezTo>
                    <a:pt x="260" y="481"/>
                    <a:pt x="257" y="490"/>
                    <a:pt x="259" y="496"/>
                  </a:cubicBezTo>
                  <a:cubicBezTo>
                    <a:pt x="261" y="502"/>
                    <a:pt x="223" y="534"/>
                    <a:pt x="207" y="550"/>
                  </a:cubicBezTo>
                  <a:cubicBezTo>
                    <a:pt x="191" y="566"/>
                    <a:pt x="162" y="580"/>
                    <a:pt x="155" y="609"/>
                  </a:cubicBezTo>
                  <a:cubicBezTo>
                    <a:pt x="149" y="638"/>
                    <a:pt x="124" y="655"/>
                    <a:pt x="143" y="660"/>
                  </a:cubicBezTo>
                  <a:cubicBezTo>
                    <a:pt x="163" y="666"/>
                    <a:pt x="188" y="669"/>
                    <a:pt x="198" y="642"/>
                  </a:cubicBezTo>
                  <a:cubicBezTo>
                    <a:pt x="198" y="642"/>
                    <a:pt x="191" y="670"/>
                    <a:pt x="214" y="674"/>
                  </a:cubicBezTo>
                  <a:cubicBezTo>
                    <a:pt x="237" y="679"/>
                    <a:pt x="263" y="684"/>
                    <a:pt x="292" y="660"/>
                  </a:cubicBezTo>
                  <a:cubicBezTo>
                    <a:pt x="322" y="637"/>
                    <a:pt x="388" y="590"/>
                    <a:pt x="416" y="580"/>
                  </a:cubicBezTo>
                  <a:cubicBezTo>
                    <a:pt x="443" y="569"/>
                    <a:pt x="502" y="518"/>
                    <a:pt x="471" y="479"/>
                  </a:cubicBezTo>
                  <a:cubicBezTo>
                    <a:pt x="439" y="440"/>
                    <a:pt x="412" y="438"/>
                    <a:pt x="382" y="406"/>
                  </a:cubicBezTo>
                  <a:cubicBezTo>
                    <a:pt x="351" y="374"/>
                    <a:pt x="329" y="301"/>
                    <a:pt x="292" y="259"/>
                  </a:cubicBezTo>
                  <a:cubicBezTo>
                    <a:pt x="292" y="259"/>
                    <a:pt x="374" y="330"/>
                    <a:pt x="413" y="334"/>
                  </a:cubicBezTo>
                  <a:cubicBezTo>
                    <a:pt x="452" y="337"/>
                    <a:pt x="496" y="413"/>
                    <a:pt x="544" y="417"/>
                  </a:cubicBezTo>
                  <a:cubicBezTo>
                    <a:pt x="592" y="421"/>
                    <a:pt x="621" y="442"/>
                    <a:pt x="637" y="364"/>
                  </a:cubicBezTo>
                  <a:cubicBezTo>
                    <a:pt x="638" y="359"/>
                    <a:pt x="639" y="353"/>
                    <a:pt x="639" y="348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7754" name="Freeform 265">
              <a:extLst>
                <a:ext uri="{FF2B5EF4-FFF2-40B4-BE49-F238E27FC236}">
                  <a16:creationId xmlns:a16="http://schemas.microsoft.com/office/drawing/2014/main" id="{072656E2-E965-4C7B-AC06-9E767A82791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6" y="2368"/>
              <a:ext cx="35" cy="12"/>
            </a:xfrm>
            <a:custGeom>
              <a:avLst/>
              <a:gdLst>
                <a:gd name="T0" fmla="*/ 58 w 27"/>
                <a:gd name="T1" fmla="*/ 21 h 9"/>
                <a:gd name="T2" fmla="*/ 0 w 27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9">
                  <a:moveTo>
                    <a:pt x="27" y="9"/>
                  </a:moveTo>
                  <a:cubicBezTo>
                    <a:pt x="21" y="7"/>
                    <a:pt x="12" y="3"/>
                    <a:pt x="0" y="0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7755" name="Freeform 266">
              <a:extLst>
                <a:ext uri="{FF2B5EF4-FFF2-40B4-BE49-F238E27FC236}">
                  <a16:creationId xmlns:a16="http://schemas.microsoft.com/office/drawing/2014/main" id="{51D9D6CE-E731-4451-B73F-0BBC9669D93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8" y="2336"/>
              <a:ext cx="627" cy="1697"/>
            </a:xfrm>
            <a:custGeom>
              <a:avLst/>
              <a:gdLst>
                <a:gd name="T0" fmla="*/ 393 w 492"/>
                <a:gd name="T1" fmla="*/ 545 h 1333"/>
                <a:gd name="T2" fmla="*/ 422 w 492"/>
                <a:gd name="T3" fmla="*/ 574 h 1333"/>
                <a:gd name="T4" fmla="*/ 436 w 492"/>
                <a:gd name="T5" fmla="*/ 705 h 1333"/>
                <a:gd name="T6" fmla="*/ 492 w 492"/>
                <a:gd name="T7" fmla="*/ 920 h 1333"/>
                <a:gd name="T8" fmla="*/ 475 w 492"/>
                <a:gd name="T9" fmla="*/ 1259 h 1333"/>
                <a:gd name="T10" fmla="*/ 443 w 492"/>
                <a:gd name="T11" fmla="*/ 1502 h 1333"/>
                <a:gd name="T12" fmla="*/ 393 w 492"/>
                <a:gd name="T13" fmla="*/ 1767 h 1333"/>
                <a:gd name="T14" fmla="*/ 302 w 492"/>
                <a:gd name="T15" fmla="*/ 1934 h 1333"/>
                <a:gd name="T16" fmla="*/ 273 w 492"/>
                <a:gd name="T17" fmla="*/ 1989 h 1333"/>
                <a:gd name="T18" fmla="*/ 161 w 492"/>
                <a:gd name="T19" fmla="*/ 2095 h 1333"/>
                <a:gd name="T20" fmla="*/ 138 w 492"/>
                <a:gd name="T21" fmla="*/ 2238 h 1333"/>
                <a:gd name="T22" fmla="*/ 29 w 492"/>
                <a:gd name="T23" fmla="*/ 2418 h 1333"/>
                <a:gd name="T24" fmla="*/ 36 w 492"/>
                <a:gd name="T25" fmla="*/ 2533 h 1333"/>
                <a:gd name="T26" fmla="*/ 129 w 492"/>
                <a:gd name="T27" fmla="*/ 2545 h 1333"/>
                <a:gd name="T28" fmla="*/ 147 w 492"/>
                <a:gd name="T29" fmla="*/ 2509 h 1333"/>
                <a:gd name="T30" fmla="*/ 180 w 492"/>
                <a:gd name="T31" fmla="*/ 2554 h 1333"/>
                <a:gd name="T32" fmla="*/ 176 w 492"/>
                <a:gd name="T33" fmla="*/ 2610 h 1333"/>
                <a:gd name="T34" fmla="*/ 206 w 492"/>
                <a:gd name="T35" fmla="*/ 2676 h 1333"/>
                <a:gd name="T36" fmla="*/ 213 w 492"/>
                <a:gd name="T37" fmla="*/ 2714 h 1333"/>
                <a:gd name="T38" fmla="*/ 241 w 492"/>
                <a:gd name="T39" fmla="*/ 2721 h 1333"/>
                <a:gd name="T40" fmla="*/ 259 w 492"/>
                <a:gd name="T41" fmla="*/ 2749 h 1333"/>
                <a:gd name="T42" fmla="*/ 301 w 492"/>
                <a:gd name="T43" fmla="*/ 2677 h 1333"/>
                <a:gd name="T44" fmla="*/ 330 w 492"/>
                <a:gd name="T45" fmla="*/ 2652 h 1333"/>
                <a:gd name="T46" fmla="*/ 335 w 492"/>
                <a:gd name="T47" fmla="*/ 2616 h 1333"/>
                <a:gd name="T48" fmla="*/ 349 w 492"/>
                <a:gd name="T49" fmla="*/ 2569 h 1333"/>
                <a:gd name="T50" fmla="*/ 404 w 492"/>
                <a:gd name="T51" fmla="*/ 2443 h 1333"/>
                <a:gd name="T52" fmla="*/ 480 w 492"/>
                <a:gd name="T53" fmla="*/ 2209 h 1333"/>
                <a:gd name="T54" fmla="*/ 850 w 492"/>
                <a:gd name="T55" fmla="*/ 1358 h 1333"/>
                <a:gd name="T56" fmla="*/ 930 w 492"/>
                <a:gd name="T57" fmla="*/ 982 h 1333"/>
                <a:gd name="T58" fmla="*/ 969 w 492"/>
                <a:gd name="T59" fmla="*/ 265 h 1333"/>
                <a:gd name="T60" fmla="*/ 1018 w 492"/>
                <a:gd name="T61" fmla="*/ 0 h 1333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492" h="1333">
                  <a:moveTo>
                    <a:pt x="190" y="264"/>
                  </a:moveTo>
                  <a:cubicBezTo>
                    <a:pt x="188" y="276"/>
                    <a:pt x="196" y="290"/>
                    <a:pt x="204" y="278"/>
                  </a:cubicBezTo>
                  <a:cubicBezTo>
                    <a:pt x="204" y="278"/>
                    <a:pt x="196" y="324"/>
                    <a:pt x="210" y="342"/>
                  </a:cubicBezTo>
                  <a:cubicBezTo>
                    <a:pt x="224" y="360"/>
                    <a:pt x="210" y="410"/>
                    <a:pt x="238" y="446"/>
                  </a:cubicBezTo>
                  <a:cubicBezTo>
                    <a:pt x="238" y="446"/>
                    <a:pt x="206" y="548"/>
                    <a:pt x="230" y="610"/>
                  </a:cubicBezTo>
                  <a:cubicBezTo>
                    <a:pt x="254" y="672"/>
                    <a:pt x="232" y="668"/>
                    <a:pt x="214" y="728"/>
                  </a:cubicBezTo>
                  <a:cubicBezTo>
                    <a:pt x="196" y="788"/>
                    <a:pt x="200" y="824"/>
                    <a:pt x="190" y="856"/>
                  </a:cubicBezTo>
                  <a:cubicBezTo>
                    <a:pt x="180" y="888"/>
                    <a:pt x="154" y="931"/>
                    <a:pt x="146" y="937"/>
                  </a:cubicBezTo>
                  <a:cubicBezTo>
                    <a:pt x="137" y="944"/>
                    <a:pt x="141" y="948"/>
                    <a:pt x="132" y="964"/>
                  </a:cubicBezTo>
                  <a:cubicBezTo>
                    <a:pt x="116" y="996"/>
                    <a:pt x="84" y="986"/>
                    <a:pt x="78" y="1016"/>
                  </a:cubicBezTo>
                  <a:cubicBezTo>
                    <a:pt x="71" y="1046"/>
                    <a:pt x="79" y="1069"/>
                    <a:pt x="67" y="1085"/>
                  </a:cubicBezTo>
                  <a:cubicBezTo>
                    <a:pt x="54" y="1102"/>
                    <a:pt x="11" y="1149"/>
                    <a:pt x="14" y="1172"/>
                  </a:cubicBezTo>
                  <a:cubicBezTo>
                    <a:pt x="16" y="1195"/>
                    <a:pt x="0" y="1203"/>
                    <a:pt x="17" y="1228"/>
                  </a:cubicBezTo>
                  <a:cubicBezTo>
                    <a:pt x="34" y="1253"/>
                    <a:pt x="51" y="1253"/>
                    <a:pt x="62" y="1233"/>
                  </a:cubicBezTo>
                  <a:cubicBezTo>
                    <a:pt x="73" y="1213"/>
                    <a:pt x="71" y="1216"/>
                    <a:pt x="71" y="1216"/>
                  </a:cubicBezTo>
                  <a:cubicBezTo>
                    <a:pt x="71" y="1216"/>
                    <a:pt x="85" y="1224"/>
                    <a:pt x="87" y="1238"/>
                  </a:cubicBezTo>
                  <a:cubicBezTo>
                    <a:pt x="88" y="1253"/>
                    <a:pt x="90" y="1254"/>
                    <a:pt x="85" y="1265"/>
                  </a:cubicBezTo>
                  <a:cubicBezTo>
                    <a:pt x="80" y="1276"/>
                    <a:pt x="75" y="1298"/>
                    <a:pt x="100" y="1297"/>
                  </a:cubicBezTo>
                  <a:cubicBezTo>
                    <a:pt x="100" y="1297"/>
                    <a:pt x="92" y="1309"/>
                    <a:pt x="103" y="1316"/>
                  </a:cubicBezTo>
                  <a:cubicBezTo>
                    <a:pt x="113" y="1322"/>
                    <a:pt x="116" y="1319"/>
                    <a:pt x="116" y="1319"/>
                  </a:cubicBezTo>
                  <a:cubicBezTo>
                    <a:pt x="116" y="1319"/>
                    <a:pt x="113" y="1332"/>
                    <a:pt x="125" y="1332"/>
                  </a:cubicBezTo>
                  <a:cubicBezTo>
                    <a:pt x="137" y="1333"/>
                    <a:pt x="144" y="1310"/>
                    <a:pt x="145" y="1298"/>
                  </a:cubicBezTo>
                  <a:cubicBezTo>
                    <a:pt x="145" y="1298"/>
                    <a:pt x="157" y="1298"/>
                    <a:pt x="159" y="1285"/>
                  </a:cubicBezTo>
                  <a:cubicBezTo>
                    <a:pt x="161" y="1272"/>
                    <a:pt x="162" y="1268"/>
                    <a:pt x="162" y="1268"/>
                  </a:cubicBezTo>
                  <a:cubicBezTo>
                    <a:pt x="162" y="1268"/>
                    <a:pt x="167" y="1258"/>
                    <a:pt x="169" y="1245"/>
                  </a:cubicBezTo>
                  <a:cubicBezTo>
                    <a:pt x="171" y="1232"/>
                    <a:pt x="197" y="1223"/>
                    <a:pt x="195" y="1184"/>
                  </a:cubicBezTo>
                  <a:cubicBezTo>
                    <a:pt x="193" y="1144"/>
                    <a:pt x="222" y="1120"/>
                    <a:pt x="232" y="1071"/>
                  </a:cubicBezTo>
                  <a:cubicBezTo>
                    <a:pt x="242" y="1023"/>
                    <a:pt x="387" y="948"/>
                    <a:pt x="410" y="658"/>
                  </a:cubicBezTo>
                  <a:cubicBezTo>
                    <a:pt x="414" y="608"/>
                    <a:pt x="458" y="556"/>
                    <a:pt x="450" y="476"/>
                  </a:cubicBezTo>
                  <a:cubicBezTo>
                    <a:pt x="446" y="434"/>
                    <a:pt x="479" y="284"/>
                    <a:pt x="468" y="128"/>
                  </a:cubicBezTo>
                  <a:cubicBezTo>
                    <a:pt x="462" y="46"/>
                    <a:pt x="474" y="20"/>
                    <a:pt x="492" y="0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7756" name="Freeform 267">
              <a:extLst>
                <a:ext uri="{FF2B5EF4-FFF2-40B4-BE49-F238E27FC236}">
                  <a16:creationId xmlns:a16="http://schemas.microsoft.com/office/drawing/2014/main" id="{FE005672-2921-4A75-B9B4-7FD2128B32B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6" y="3846"/>
              <a:ext cx="23" cy="41"/>
            </a:xfrm>
            <a:custGeom>
              <a:avLst/>
              <a:gdLst>
                <a:gd name="T0" fmla="*/ 1 w 18"/>
                <a:gd name="T1" fmla="*/ 68 h 32"/>
                <a:gd name="T2" fmla="*/ 8 w 18"/>
                <a:gd name="T3" fmla="*/ 54 h 32"/>
                <a:gd name="T4" fmla="*/ 19 w 18"/>
                <a:gd name="T5" fmla="*/ 35 h 32"/>
                <a:gd name="T6" fmla="*/ 29 w 18"/>
                <a:gd name="T7" fmla="*/ 15 h 32"/>
                <a:gd name="T8" fmla="*/ 37 w 18"/>
                <a:gd name="T9" fmla="*/ 0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32">
                  <a:moveTo>
                    <a:pt x="1" y="32"/>
                  </a:moveTo>
                  <a:cubicBezTo>
                    <a:pt x="0" y="30"/>
                    <a:pt x="3" y="28"/>
                    <a:pt x="4" y="26"/>
                  </a:cubicBezTo>
                  <a:cubicBezTo>
                    <a:pt x="6" y="23"/>
                    <a:pt x="8" y="20"/>
                    <a:pt x="9" y="16"/>
                  </a:cubicBezTo>
                  <a:cubicBezTo>
                    <a:pt x="11" y="13"/>
                    <a:pt x="13" y="10"/>
                    <a:pt x="14" y="7"/>
                  </a:cubicBezTo>
                  <a:cubicBezTo>
                    <a:pt x="16" y="4"/>
                    <a:pt x="16" y="2"/>
                    <a:pt x="18" y="0"/>
                  </a:cubicBezTo>
                </a:path>
              </a:pathLst>
            </a:custGeom>
            <a:noFill/>
            <a:ln w="1588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7757" name="Freeform 268">
              <a:extLst>
                <a:ext uri="{FF2B5EF4-FFF2-40B4-BE49-F238E27FC236}">
                  <a16:creationId xmlns:a16="http://schemas.microsoft.com/office/drawing/2014/main" id="{953DF6BE-A9FD-448C-BE2E-9E8FCD8BB80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4" y="3853"/>
              <a:ext cx="7" cy="3"/>
            </a:xfrm>
            <a:custGeom>
              <a:avLst/>
              <a:gdLst>
                <a:gd name="T0" fmla="*/ 0 w 5"/>
                <a:gd name="T1" fmla="*/ 3 h 3"/>
                <a:gd name="T2" fmla="*/ 14 w 5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">
                  <a:moveTo>
                    <a:pt x="0" y="3"/>
                  </a:moveTo>
                  <a:cubicBezTo>
                    <a:pt x="1" y="1"/>
                    <a:pt x="3" y="0"/>
                    <a:pt x="5" y="0"/>
                  </a:cubicBezTo>
                </a:path>
              </a:pathLst>
            </a:custGeom>
            <a:noFill/>
            <a:ln w="1588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7758" name="Freeform 269">
              <a:extLst>
                <a:ext uri="{FF2B5EF4-FFF2-40B4-BE49-F238E27FC236}">
                  <a16:creationId xmlns:a16="http://schemas.microsoft.com/office/drawing/2014/main" id="{4DA36A76-8432-403A-89DD-349649085B9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9" y="2770"/>
              <a:ext cx="67" cy="42"/>
            </a:xfrm>
            <a:custGeom>
              <a:avLst/>
              <a:gdLst>
                <a:gd name="T0" fmla="*/ 0 w 53"/>
                <a:gd name="T1" fmla="*/ 0 h 33"/>
                <a:gd name="T2" fmla="*/ 5 w 53"/>
                <a:gd name="T3" fmla="*/ 6 h 33"/>
                <a:gd name="T4" fmla="*/ 56 w 53"/>
                <a:gd name="T5" fmla="*/ 52 h 33"/>
                <a:gd name="T6" fmla="*/ 107 w 53"/>
                <a:gd name="T7" fmla="*/ 60 h 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3" h="33">
                  <a:moveTo>
                    <a:pt x="0" y="0"/>
                  </a:moveTo>
                  <a:cubicBezTo>
                    <a:pt x="1" y="1"/>
                    <a:pt x="1" y="2"/>
                    <a:pt x="2" y="3"/>
                  </a:cubicBezTo>
                  <a:cubicBezTo>
                    <a:pt x="9" y="14"/>
                    <a:pt x="16" y="20"/>
                    <a:pt x="28" y="25"/>
                  </a:cubicBezTo>
                  <a:cubicBezTo>
                    <a:pt x="36" y="29"/>
                    <a:pt x="44" y="33"/>
                    <a:pt x="53" y="29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7759" name="Freeform 270">
              <a:extLst>
                <a:ext uri="{FF2B5EF4-FFF2-40B4-BE49-F238E27FC236}">
                  <a16:creationId xmlns:a16="http://schemas.microsoft.com/office/drawing/2014/main" id="{A97ACF38-9A18-4019-A97D-F809D6A1A2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4" y="2900"/>
              <a:ext cx="359" cy="228"/>
            </a:xfrm>
            <a:custGeom>
              <a:avLst/>
              <a:gdLst>
                <a:gd name="T0" fmla="*/ 28 w 282"/>
                <a:gd name="T1" fmla="*/ 343 h 179"/>
                <a:gd name="T2" fmla="*/ 10 w 282"/>
                <a:gd name="T3" fmla="*/ 294 h 179"/>
                <a:gd name="T4" fmla="*/ 36 w 282"/>
                <a:gd name="T5" fmla="*/ 274 h 179"/>
                <a:gd name="T6" fmla="*/ 97 w 282"/>
                <a:gd name="T7" fmla="*/ 256 h 179"/>
                <a:gd name="T8" fmla="*/ 186 w 282"/>
                <a:gd name="T9" fmla="*/ 219 h 179"/>
                <a:gd name="T10" fmla="*/ 256 w 282"/>
                <a:gd name="T11" fmla="*/ 190 h 179"/>
                <a:gd name="T12" fmla="*/ 331 w 282"/>
                <a:gd name="T13" fmla="*/ 132 h 179"/>
                <a:gd name="T14" fmla="*/ 396 w 282"/>
                <a:gd name="T15" fmla="*/ 112 h 179"/>
                <a:gd name="T16" fmla="*/ 532 w 282"/>
                <a:gd name="T17" fmla="*/ 32 h 179"/>
                <a:gd name="T18" fmla="*/ 564 w 282"/>
                <a:gd name="T19" fmla="*/ 5 h 179"/>
                <a:gd name="T20" fmla="*/ 553 w 282"/>
                <a:gd name="T21" fmla="*/ 50 h 179"/>
                <a:gd name="T22" fmla="*/ 414 w 282"/>
                <a:gd name="T23" fmla="*/ 164 h 179"/>
                <a:gd name="T24" fmla="*/ 172 w 282"/>
                <a:gd name="T25" fmla="*/ 325 h 179"/>
                <a:gd name="T26" fmla="*/ 23 w 282"/>
                <a:gd name="T27" fmla="*/ 340 h 179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82" h="179">
                  <a:moveTo>
                    <a:pt x="13" y="166"/>
                  </a:moveTo>
                  <a:cubicBezTo>
                    <a:pt x="5" y="161"/>
                    <a:pt x="0" y="151"/>
                    <a:pt x="5" y="142"/>
                  </a:cubicBezTo>
                  <a:cubicBezTo>
                    <a:pt x="7" y="137"/>
                    <a:pt x="11" y="135"/>
                    <a:pt x="17" y="133"/>
                  </a:cubicBezTo>
                  <a:cubicBezTo>
                    <a:pt x="27" y="129"/>
                    <a:pt x="37" y="128"/>
                    <a:pt x="47" y="124"/>
                  </a:cubicBezTo>
                  <a:cubicBezTo>
                    <a:pt x="62" y="119"/>
                    <a:pt x="75" y="111"/>
                    <a:pt x="90" y="106"/>
                  </a:cubicBezTo>
                  <a:cubicBezTo>
                    <a:pt x="103" y="102"/>
                    <a:pt x="113" y="101"/>
                    <a:pt x="124" y="92"/>
                  </a:cubicBezTo>
                  <a:cubicBezTo>
                    <a:pt x="135" y="83"/>
                    <a:pt x="147" y="70"/>
                    <a:pt x="160" y="64"/>
                  </a:cubicBezTo>
                  <a:cubicBezTo>
                    <a:pt x="170" y="59"/>
                    <a:pt x="181" y="57"/>
                    <a:pt x="192" y="54"/>
                  </a:cubicBezTo>
                  <a:cubicBezTo>
                    <a:pt x="217" y="45"/>
                    <a:pt x="242" y="39"/>
                    <a:pt x="258" y="16"/>
                  </a:cubicBezTo>
                  <a:cubicBezTo>
                    <a:pt x="261" y="13"/>
                    <a:pt x="268" y="0"/>
                    <a:pt x="273" y="2"/>
                  </a:cubicBezTo>
                  <a:cubicBezTo>
                    <a:pt x="282" y="6"/>
                    <a:pt x="270" y="21"/>
                    <a:pt x="268" y="24"/>
                  </a:cubicBezTo>
                  <a:cubicBezTo>
                    <a:pt x="253" y="50"/>
                    <a:pt x="226" y="67"/>
                    <a:pt x="200" y="79"/>
                  </a:cubicBezTo>
                  <a:cubicBezTo>
                    <a:pt x="158" y="99"/>
                    <a:pt x="120" y="129"/>
                    <a:pt x="83" y="157"/>
                  </a:cubicBezTo>
                  <a:cubicBezTo>
                    <a:pt x="62" y="172"/>
                    <a:pt x="34" y="179"/>
                    <a:pt x="11" y="165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7760" name="Freeform 271">
              <a:extLst>
                <a:ext uri="{FF2B5EF4-FFF2-40B4-BE49-F238E27FC236}">
                  <a16:creationId xmlns:a16="http://schemas.microsoft.com/office/drawing/2014/main" id="{56B79D68-F8BA-42C7-B794-70A9ACEC393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1" y="2464"/>
              <a:ext cx="169" cy="225"/>
            </a:xfrm>
            <a:custGeom>
              <a:avLst/>
              <a:gdLst>
                <a:gd name="T0" fmla="*/ 0 w 132"/>
                <a:gd name="T1" fmla="*/ 364 h 177"/>
                <a:gd name="T2" fmla="*/ 72 w 132"/>
                <a:gd name="T3" fmla="*/ 184 h 177"/>
                <a:gd name="T4" fmla="*/ 277 w 132"/>
                <a:gd name="T5" fmla="*/ 0 h 17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2" h="177">
                  <a:moveTo>
                    <a:pt x="0" y="177"/>
                  </a:moveTo>
                  <a:cubicBezTo>
                    <a:pt x="10" y="148"/>
                    <a:pt x="18" y="117"/>
                    <a:pt x="34" y="90"/>
                  </a:cubicBezTo>
                  <a:cubicBezTo>
                    <a:pt x="57" y="52"/>
                    <a:pt x="94" y="22"/>
                    <a:pt x="132" y="0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7761" name="Freeform 272">
              <a:extLst>
                <a:ext uri="{FF2B5EF4-FFF2-40B4-BE49-F238E27FC236}">
                  <a16:creationId xmlns:a16="http://schemas.microsoft.com/office/drawing/2014/main" id="{AEBFF851-466F-43B1-9468-E347C7F2658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0" y="2332"/>
              <a:ext cx="223" cy="84"/>
            </a:xfrm>
            <a:custGeom>
              <a:avLst/>
              <a:gdLst>
                <a:gd name="T0" fmla="*/ 362 w 175"/>
                <a:gd name="T1" fmla="*/ 0 h 66"/>
                <a:gd name="T2" fmla="*/ 296 w 175"/>
                <a:gd name="T3" fmla="*/ 39 h 66"/>
                <a:gd name="T4" fmla="*/ 189 w 175"/>
                <a:gd name="T5" fmla="*/ 83 h 66"/>
                <a:gd name="T6" fmla="*/ 83 w 175"/>
                <a:gd name="T7" fmla="*/ 108 h 66"/>
                <a:gd name="T8" fmla="*/ 0 w 175"/>
                <a:gd name="T9" fmla="*/ 136 h 6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5" h="66">
                  <a:moveTo>
                    <a:pt x="175" y="0"/>
                  </a:moveTo>
                  <a:cubicBezTo>
                    <a:pt x="164" y="5"/>
                    <a:pt x="153" y="13"/>
                    <a:pt x="143" y="19"/>
                  </a:cubicBezTo>
                  <a:cubicBezTo>
                    <a:pt x="126" y="29"/>
                    <a:pt x="109" y="34"/>
                    <a:pt x="91" y="40"/>
                  </a:cubicBezTo>
                  <a:cubicBezTo>
                    <a:pt x="74" y="47"/>
                    <a:pt x="58" y="49"/>
                    <a:pt x="40" y="53"/>
                  </a:cubicBezTo>
                  <a:cubicBezTo>
                    <a:pt x="28" y="55"/>
                    <a:pt x="9" y="58"/>
                    <a:pt x="0" y="66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7762" name="Freeform 273">
              <a:extLst>
                <a:ext uri="{FF2B5EF4-FFF2-40B4-BE49-F238E27FC236}">
                  <a16:creationId xmlns:a16="http://schemas.microsoft.com/office/drawing/2014/main" id="{93337500-0898-4734-BA1F-B712A47094B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1" y="2329"/>
              <a:ext cx="113" cy="47"/>
            </a:xfrm>
            <a:custGeom>
              <a:avLst/>
              <a:gdLst>
                <a:gd name="T0" fmla="*/ 0 w 89"/>
                <a:gd name="T1" fmla="*/ 0 h 37"/>
                <a:gd name="T2" fmla="*/ 182 w 89"/>
                <a:gd name="T3" fmla="*/ 76 h 3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9" h="37">
                  <a:moveTo>
                    <a:pt x="0" y="0"/>
                  </a:moveTo>
                  <a:cubicBezTo>
                    <a:pt x="26" y="17"/>
                    <a:pt x="58" y="31"/>
                    <a:pt x="89" y="37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7763" name="Freeform 274">
              <a:extLst>
                <a:ext uri="{FF2B5EF4-FFF2-40B4-BE49-F238E27FC236}">
                  <a16:creationId xmlns:a16="http://schemas.microsoft.com/office/drawing/2014/main" id="{CF9D2835-C1E0-4CF3-B96B-84EAA3E7B2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3" y="3096"/>
              <a:ext cx="139" cy="60"/>
            </a:xfrm>
            <a:custGeom>
              <a:avLst/>
              <a:gdLst>
                <a:gd name="T0" fmla="*/ 28 w 109"/>
                <a:gd name="T1" fmla="*/ 0 h 47"/>
                <a:gd name="T2" fmla="*/ 29 w 109"/>
                <a:gd name="T3" fmla="*/ 65 h 47"/>
                <a:gd name="T4" fmla="*/ 66 w 109"/>
                <a:gd name="T5" fmla="*/ 60 h 47"/>
                <a:gd name="T6" fmla="*/ 88 w 109"/>
                <a:gd name="T7" fmla="*/ 93 h 47"/>
                <a:gd name="T8" fmla="*/ 126 w 109"/>
                <a:gd name="T9" fmla="*/ 73 h 47"/>
                <a:gd name="T10" fmla="*/ 148 w 109"/>
                <a:gd name="T11" fmla="*/ 89 h 47"/>
                <a:gd name="T12" fmla="*/ 167 w 109"/>
                <a:gd name="T13" fmla="*/ 77 h 47"/>
                <a:gd name="T14" fmla="*/ 203 w 109"/>
                <a:gd name="T15" fmla="*/ 89 h 47"/>
                <a:gd name="T16" fmla="*/ 213 w 109"/>
                <a:gd name="T17" fmla="*/ 40 h 4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9" h="47">
                  <a:moveTo>
                    <a:pt x="13" y="0"/>
                  </a:moveTo>
                  <a:cubicBezTo>
                    <a:pt x="7" y="9"/>
                    <a:pt x="0" y="26"/>
                    <a:pt x="14" y="31"/>
                  </a:cubicBezTo>
                  <a:cubicBezTo>
                    <a:pt x="21" y="34"/>
                    <a:pt x="29" y="33"/>
                    <a:pt x="32" y="29"/>
                  </a:cubicBezTo>
                  <a:cubicBezTo>
                    <a:pt x="32" y="29"/>
                    <a:pt x="28" y="43"/>
                    <a:pt x="42" y="45"/>
                  </a:cubicBezTo>
                  <a:cubicBezTo>
                    <a:pt x="56" y="47"/>
                    <a:pt x="61" y="35"/>
                    <a:pt x="61" y="35"/>
                  </a:cubicBezTo>
                  <a:cubicBezTo>
                    <a:pt x="61" y="35"/>
                    <a:pt x="63" y="43"/>
                    <a:pt x="71" y="43"/>
                  </a:cubicBezTo>
                  <a:cubicBezTo>
                    <a:pt x="79" y="43"/>
                    <a:pt x="81" y="37"/>
                    <a:pt x="81" y="37"/>
                  </a:cubicBezTo>
                  <a:cubicBezTo>
                    <a:pt x="81" y="37"/>
                    <a:pt x="88" y="45"/>
                    <a:pt x="98" y="43"/>
                  </a:cubicBezTo>
                  <a:cubicBezTo>
                    <a:pt x="108" y="42"/>
                    <a:pt x="109" y="34"/>
                    <a:pt x="103" y="19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7764" name="Freeform 275">
              <a:extLst>
                <a:ext uri="{FF2B5EF4-FFF2-40B4-BE49-F238E27FC236}">
                  <a16:creationId xmlns:a16="http://schemas.microsoft.com/office/drawing/2014/main" id="{22B0820A-0E73-45E0-97D2-2E44807B0A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9" y="2956"/>
              <a:ext cx="157" cy="108"/>
            </a:xfrm>
            <a:custGeom>
              <a:avLst/>
              <a:gdLst>
                <a:gd name="T0" fmla="*/ 63 w 123"/>
                <a:gd name="T1" fmla="*/ 173 h 85"/>
                <a:gd name="T2" fmla="*/ 8 w 123"/>
                <a:gd name="T3" fmla="*/ 145 h 85"/>
                <a:gd name="T4" fmla="*/ 52 w 123"/>
                <a:gd name="T5" fmla="*/ 119 h 85"/>
                <a:gd name="T6" fmla="*/ 107 w 123"/>
                <a:gd name="T7" fmla="*/ 89 h 85"/>
                <a:gd name="T8" fmla="*/ 255 w 123"/>
                <a:gd name="T9" fmla="*/ 22 h 8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3" h="85">
                  <a:moveTo>
                    <a:pt x="30" y="84"/>
                  </a:moveTo>
                  <a:cubicBezTo>
                    <a:pt x="22" y="85"/>
                    <a:pt x="0" y="82"/>
                    <a:pt x="4" y="71"/>
                  </a:cubicBezTo>
                  <a:cubicBezTo>
                    <a:pt x="6" y="67"/>
                    <a:pt x="21" y="60"/>
                    <a:pt x="25" y="58"/>
                  </a:cubicBezTo>
                  <a:cubicBezTo>
                    <a:pt x="33" y="52"/>
                    <a:pt x="43" y="49"/>
                    <a:pt x="52" y="43"/>
                  </a:cubicBezTo>
                  <a:cubicBezTo>
                    <a:pt x="71" y="31"/>
                    <a:pt x="98" y="0"/>
                    <a:pt x="123" y="10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7765" name="Freeform 276">
              <a:extLst>
                <a:ext uri="{FF2B5EF4-FFF2-40B4-BE49-F238E27FC236}">
                  <a16:creationId xmlns:a16="http://schemas.microsoft.com/office/drawing/2014/main" id="{2F1A4015-1EE4-4016-91C9-B5735DBD98B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9" y="2017"/>
              <a:ext cx="131" cy="137"/>
            </a:xfrm>
            <a:custGeom>
              <a:avLst/>
              <a:gdLst>
                <a:gd name="T0" fmla="*/ 67 w 103"/>
                <a:gd name="T1" fmla="*/ 185 h 108"/>
                <a:gd name="T2" fmla="*/ 172 w 103"/>
                <a:gd name="T3" fmla="*/ 192 h 108"/>
                <a:gd name="T4" fmla="*/ 136 w 103"/>
                <a:gd name="T5" fmla="*/ 132 h 108"/>
                <a:gd name="T6" fmla="*/ 99 w 103"/>
                <a:gd name="T7" fmla="*/ 43 h 108"/>
                <a:gd name="T8" fmla="*/ 18 w 103"/>
                <a:gd name="T9" fmla="*/ 30 h 108"/>
                <a:gd name="T10" fmla="*/ 8 w 103"/>
                <a:gd name="T11" fmla="*/ 74 h 108"/>
                <a:gd name="T12" fmla="*/ 52 w 103"/>
                <a:gd name="T13" fmla="*/ 100 h 108"/>
                <a:gd name="T14" fmla="*/ 72 w 103"/>
                <a:gd name="T15" fmla="*/ 190 h 10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3" h="108">
                  <a:moveTo>
                    <a:pt x="33" y="91"/>
                  </a:moveTo>
                  <a:cubicBezTo>
                    <a:pt x="50" y="99"/>
                    <a:pt x="65" y="108"/>
                    <a:pt x="83" y="94"/>
                  </a:cubicBezTo>
                  <a:cubicBezTo>
                    <a:pt x="103" y="80"/>
                    <a:pt x="73" y="73"/>
                    <a:pt x="66" y="65"/>
                  </a:cubicBezTo>
                  <a:cubicBezTo>
                    <a:pt x="54" y="52"/>
                    <a:pt x="46" y="38"/>
                    <a:pt x="48" y="21"/>
                  </a:cubicBezTo>
                  <a:cubicBezTo>
                    <a:pt x="50" y="0"/>
                    <a:pt x="20" y="5"/>
                    <a:pt x="9" y="15"/>
                  </a:cubicBezTo>
                  <a:cubicBezTo>
                    <a:pt x="4" y="20"/>
                    <a:pt x="0" y="28"/>
                    <a:pt x="4" y="36"/>
                  </a:cubicBezTo>
                  <a:cubicBezTo>
                    <a:pt x="8" y="45"/>
                    <a:pt x="19" y="43"/>
                    <a:pt x="25" y="49"/>
                  </a:cubicBezTo>
                  <a:cubicBezTo>
                    <a:pt x="38" y="59"/>
                    <a:pt x="30" y="80"/>
                    <a:pt x="35" y="93"/>
                  </a:cubicBezTo>
                </a:path>
              </a:pathLst>
            </a:custGeom>
            <a:noFill/>
            <a:ln w="1588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7766" name="Freeform 277">
              <a:extLst>
                <a:ext uri="{FF2B5EF4-FFF2-40B4-BE49-F238E27FC236}">
                  <a16:creationId xmlns:a16="http://schemas.microsoft.com/office/drawing/2014/main" id="{71B75416-2D14-4562-ACE1-5C4BF4929B0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6" y="1371"/>
              <a:ext cx="79" cy="96"/>
            </a:xfrm>
            <a:custGeom>
              <a:avLst/>
              <a:gdLst>
                <a:gd name="T0" fmla="*/ 0 w 62"/>
                <a:gd name="T1" fmla="*/ 0 h 75"/>
                <a:gd name="T2" fmla="*/ 70 w 62"/>
                <a:gd name="T3" fmla="*/ 13 h 75"/>
                <a:gd name="T4" fmla="*/ 90 w 62"/>
                <a:gd name="T5" fmla="*/ 37 h 75"/>
                <a:gd name="T6" fmla="*/ 115 w 62"/>
                <a:gd name="T7" fmla="*/ 52 h 75"/>
                <a:gd name="T8" fmla="*/ 124 w 62"/>
                <a:gd name="T9" fmla="*/ 77 h 75"/>
                <a:gd name="T10" fmla="*/ 124 w 62"/>
                <a:gd name="T11" fmla="*/ 110 h 75"/>
                <a:gd name="T12" fmla="*/ 104 w 62"/>
                <a:gd name="T13" fmla="*/ 157 h 75"/>
                <a:gd name="T14" fmla="*/ 124 w 62"/>
                <a:gd name="T15" fmla="*/ 118 h 75"/>
                <a:gd name="T16" fmla="*/ 129 w 62"/>
                <a:gd name="T17" fmla="*/ 82 h 75"/>
                <a:gd name="T18" fmla="*/ 120 w 62"/>
                <a:gd name="T19" fmla="*/ 51 h 75"/>
                <a:gd name="T20" fmla="*/ 93 w 62"/>
                <a:gd name="T21" fmla="*/ 36 h 75"/>
                <a:gd name="T22" fmla="*/ 78 w 62"/>
                <a:gd name="T23" fmla="*/ 15 h 75"/>
                <a:gd name="T24" fmla="*/ 52 w 62"/>
                <a:gd name="T25" fmla="*/ 6 h 75"/>
                <a:gd name="T26" fmla="*/ 24 w 62"/>
                <a:gd name="T27" fmla="*/ 5 h 75"/>
                <a:gd name="T28" fmla="*/ 0 w 62"/>
                <a:gd name="T29" fmla="*/ 0 h 75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62" h="75">
                  <a:moveTo>
                    <a:pt x="0" y="0"/>
                  </a:moveTo>
                  <a:cubicBezTo>
                    <a:pt x="11" y="3"/>
                    <a:pt x="23" y="3"/>
                    <a:pt x="34" y="6"/>
                  </a:cubicBezTo>
                  <a:cubicBezTo>
                    <a:pt x="40" y="8"/>
                    <a:pt x="41" y="13"/>
                    <a:pt x="44" y="18"/>
                  </a:cubicBezTo>
                  <a:cubicBezTo>
                    <a:pt x="46" y="24"/>
                    <a:pt x="53" y="21"/>
                    <a:pt x="56" y="25"/>
                  </a:cubicBezTo>
                  <a:cubicBezTo>
                    <a:pt x="58" y="28"/>
                    <a:pt x="59" y="34"/>
                    <a:pt x="60" y="37"/>
                  </a:cubicBezTo>
                  <a:cubicBezTo>
                    <a:pt x="61" y="42"/>
                    <a:pt x="61" y="47"/>
                    <a:pt x="60" y="52"/>
                  </a:cubicBezTo>
                  <a:cubicBezTo>
                    <a:pt x="58" y="61"/>
                    <a:pt x="56" y="68"/>
                    <a:pt x="50" y="75"/>
                  </a:cubicBezTo>
                  <a:cubicBezTo>
                    <a:pt x="56" y="71"/>
                    <a:pt x="59" y="63"/>
                    <a:pt x="60" y="56"/>
                  </a:cubicBezTo>
                  <a:cubicBezTo>
                    <a:pt x="61" y="51"/>
                    <a:pt x="62" y="45"/>
                    <a:pt x="62" y="39"/>
                  </a:cubicBezTo>
                  <a:cubicBezTo>
                    <a:pt x="62" y="35"/>
                    <a:pt x="61" y="27"/>
                    <a:pt x="58" y="24"/>
                  </a:cubicBezTo>
                  <a:cubicBezTo>
                    <a:pt x="54" y="20"/>
                    <a:pt x="48" y="23"/>
                    <a:pt x="45" y="17"/>
                  </a:cubicBezTo>
                  <a:cubicBezTo>
                    <a:pt x="43" y="13"/>
                    <a:pt x="43" y="9"/>
                    <a:pt x="38" y="7"/>
                  </a:cubicBezTo>
                  <a:cubicBezTo>
                    <a:pt x="34" y="5"/>
                    <a:pt x="29" y="4"/>
                    <a:pt x="25" y="3"/>
                  </a:cubicBezTo>
                  <a:cubicBezTo>
                    <a:pt x="20" y="3"/>
                    <a:pt x="16" y="2"/>
                    <a:pt x="12" y="2"/>
                  </a:cubicBezTo>
                  <a:cubicBezTo>
                    <a:pt x="8" y="1"/>
                    <a:pt x="3" y="2"/>
                    <a:pt x="0" y="0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7767" name="Freeform 278">
              <a:extLst>
                <a:ext uri="{FF2B5EF4-FFF2-40B4-BE49-F238E27FC236}">
                  <a16:creationId xmlns:a16="http://schemas.microsoft.com/office/drawing/2014/main" id="{3295967D-D19E-4D58-95A8-7198739577BB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3" y="1402"/>
              <a:ext cx="25" cy="40"/>
            </a:xfrm>
            <a:custGeom>
              <a:avLst/>
              <a:gdLst>
                <a:gd name="T0" fmla="*/ 1 w 20"/>
                <a:gd name="T1" fmla="*/ 0 h 32"/>
                <a:gd name="T2" fmla="*/ 20 w 20"/>
                <a:gd name="T3" fmla="*/ 33 h 32"/>
                <a:gd name="T4" fmla="*/ 39 w 20"/>
                <a:gd name="T5" fmla="*/ 63 h 32"/>
                <a:gd name="T6" fmla="*/ 16 w 20"/>
                <a:gd name="T7" fmla="*/ 33 h 32"/>
                <a:gd name="T8" fmla="*/ 1 w 20"/>
                <a:gd name="T9" fmla="*/ 0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32">
                  <a:moveTo>
                    <a:pt x="1" y="0"/>
                  </a:moveTo>
                  <a:cubicBezTo>
                    <a:pt x="0" y="6"/>
                    <a:pt x="5" y="13"/>
                    <a:pt x="10" y="17"/>
                  </a:cubicBezTo>
                  <a:cubicBezTo>
                    <a:pt x="15" y="21"/>
                    <a:pt x="20" y="25"/>
                    <a:pt x="20" y="32"/>
                  </a:cubicBezTo>
                  <a:cubicBezTo>
                    <a:pt x="17" y="25"/>
                    <a:pt x="14" y="22"/>
                    <a:pt x="8" y="17"/>
                  </a:cubicBezTo>
                  <a:cubicBezTo>
                    <a:pt x="1" y="13"/>
                    <a:pt x="1" y="8"/>
                    <a:pt x="1" y="0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7768" name="Freeform 279">
              <a:extLst>
                <a:ext uri="{FF2B5EF4-FFF2-40B4-BE49-F238E27FC236}">
                  <a16:creationId xmlns:a16="http://schemas.microsoft.com/office/drawing/2014/main" id="{BD8A359D-BBE2-4DD5-8F8E-C4177081015F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1" y="1421"/>
              <a:ext cx="19" cy="32"/>
            </a:xfrm>
            <a:custGeom>
              <a:avLst/>
              <a:gdLst>
                <a:gd name="T0" fmla="*/ 0 w 15"/>
                <a:gd name="T1" fmla="*/ 0 h 25"/>
                <a:gd name="T2" fmla="*/ 8 w 15"/>
                <a:gd name="T3" fmla="*/ 8 h 25"/>
                <a:gd name="T4" fmla="*/ 18 w 15"/>
                <a:gd name="T5" fmla="*/ 22 h 25"/>
                <a:gd name="T6" fmla="*/ 25 w 15"/>
                <a:gd name="T7" fmla="*/ 52 h 25"/>
                <a:gd name="T8" fmla="*/ 18 w 15"/>
                <a:gd name="T9" fmla="*/ 17 h 25"/>
                <a:gd name="T10" fmla="*/ 0 w 15"/>
                <a:gd name="T11" fmla="*/ 0 h 2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" h="25">
                  <a:moveTo>
                    <a:pt x="0" y="0"/>
                  </a:moveTo>
                  <a:cubicBezTo>
                    <a:pt x="0" y="0"/>
                    <a:pt x="3" y="3"/>
                    <a:pt x="4" y="4"/>
                  </a:cubicBezTo>
                  <a:cubicBezTo>
                    <a:pt x="6" y="5"/>
                    <a:pt x="8" y="8"/>
                    <a:pt x="9" y="10"/>
                  </a:cubicBezTo>
                  <a:cubicBezTo>
                    <a:pt x="11" y="15"/>
                    <a:pt x="13" y="20"/>
                    <a:pt x="13" y="25"/>
                  </a:cubicBezTo>
                  <a:cubicBezTo>
                    <a:pt x="15" y="20"/>
                    <a:pt x="11" y="13"/>
                    <a:pt x="9" y="8"/>
                  </a:cubicBezTo>
                  <a:cubicBezTo>
                    <a:pt x="6" y="4"/>
                    <a:pt x="4" y="2"/>
                    <a:pt x="0" y="0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7769" name="Freeform 280">
              <a:extLst>
                <a:ext uri="{FF2B5EF4-FFF2-40B4-BE49-F238E27FC236}">
                  <a16:creationId xmlns:a16="http://schemas.microsoft.com/office/drawing/2014/main" id="{F6AC29FD-3BF3-41F5-AAC3-8BEDF2D984F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6" y="1362"/>
              <a:ext cx="255" cy="151"/>
            </a:xfrm>
            <a:custGeom>
              <a:avLst/>
              <a:gdLst>
                <a:gd name="T0" fmla="*/ 42 w 200"/>
                <a:gd name="T1" fmla="*/ 19 h 118"/>
                <a:gd name="T2" fmla="*/ 144 w 200"/>
                <a:gd name="T3" fmla="*/ 51 h 118"/>
                <a:gd name="T4" fmla="*/ 236 w 200"/>
                <a:gd name="T5" fmla="*/ 100 h 118"/>
                <a:gd name="T6" fmla="*/ 324 w 200"/>
                <a:gd name="T7" fmla="*/ 171 h 118"/>
                <a:gd name="T8" fmla="*/ 360 w 200"/>
                <a:gd name="T9" fmla="*/ 215 h 118"/>
                <a:gd name="T10" fmla="*/ 407 w 200"/>
                <a:gd name="T11" fmla="*/ 241 h 118"/>
                <a:gd name="T12" fmla="*/ 414 w 200"/>
                <a:gd name="T13" fmla="*/ 247 h 118"/>
                <a:gd name="T14" fmla="*/ 182 w 200"/>
                <a:gd name="T15" fmla="*/ 115 h 118"/>
                <a:gd name="T16" fmla="*/ 28 w 200"/>
                <a:gd name="T17" fmla="*/ 23 h 11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0" h="118">
                  <a:moveTo>
                    <a:pt x="20" y="9"/>
                  </a:moveTo>
                  <a:cubicBezTo>
                    <a:pt x="30" y="0"/>
                    <a:pt x="60" y="19"/>
                    <a:pt x="70" y="24"/>
                  </a:cubicBezTo>
                  <a:cubicBezTo>
                    <a:pt x="86" y="31"/>
                    <a:pt x="99" y="38"/>
                    <a:pt x="114" y="48"/>
                  </a:cubicBezTo>
                  <a:cubicBezTo>
                    <a:pt x="129" y="58"/>
                    <a:pt x="144" y="68"/>
                    <a:pt x="156" y="82"/>
                  </a:cubicBezTo>
                  <a:cubicBezTo>
                    <a:pt x="162" y="89"/>
                    <a:pt x="166" y="96"/>
                    <a:pt x="173" y="102"/>
                  </a:cubicBezTo>
                  <a:cubicBezTo>
                    <a:pt x="180" y="107"/>
                    <a:pt x="189" y="110"/>
                    <a:pt x="196" y="115"/>
                  </a:cubicBezTo>
                  <a:cubicBezTo>
                    <a:pt x="197" y="116"/>
                    <a:pt x="199" y="117"/>
                    <a:pt x="200" y="118"/>
                  </a:cubicBezTo>
                  <a:cubicBezTo>
                    <a:pt x="157" y="108"/>
                    <a:pt x="129" y="70"/>
                    <a:pt x="88" y="55"/>
                  </a:cubicBezTo>
                  <a:cubicBezTo>
                    <a:pt x="75" y="51"/>
                    <a:pt x="0" y="34"/>
                    <a:pt x="13" y="11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7770" name="Freeform 281">
              <a:extLst>
                <a:ext uri="{FF2B5EF4-FFF2-40B4-BE49-F238E27FC236}">
                  <a16:creationId xmlns:a16="http://schemas.microsoft.com/office/drawing/2014/main" id="{603416B1-6CC0-41F4-999C-DBA9A227128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1" y="1334"/>
              <a:ext cx="51" cy="28"/>
            </a:xfrm>
            <a:custGeom>
              <a:avLst/>
              <a:gdLst>
                <a:gd name="T0" fmla="*/ 6 w 40"/>
                <a:gd name="T1" fmla="*/ 0 h 22"/>
                <a:gd name="T2" fmla="*/ 83 w 40"/>
                <a:gd name="T3" fmla="*/ 46 h 22"/>
                <a:gd name="T4" fmla="*/ 0 w 40"/>
                <a:gd name="T5" fmla="*/ 8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22">
                  <a:moveTo>
                    <a:pt x="3" y="0"/>
                  </a:moveTo>
                  <a:cubicBezTo>
                    <a:pt x="12" y="12"/>
                    <a:pt x="30" y="12"/>
                    <a:pt x="40" y="22"/>
                  </a:cubicBezTo>
                  <a:cubicBezTo>
                    <a:pt x="28" y="15"/>
                    <a:pt x="4" y="19"/>
                    <a:pt x="0" y="4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7771" name="Freeform 282">
              <a:extLst>
                <a:ext uri="{FF2B5EF4-FFF2-40B4-BE49-F238E27FC236}">
                  <a16:creationId xmlns:a16="http://schemas.microsoft.com/office/drawing/2014/main" id="{F3D95839-7B2C-403B-A189-45B0D32492A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4" y="1397"/>
              <a:ext cx="147" cy="54"/>
            </a:xfrm>
            <a:custGeom>
              <a:avLst/>
              <a:gdLst>
                <a:gd name="T0" fmla="*/ 228 w 115"/>
                <a:gd name="T1" fmla="*/ 78 h 43"/>
                <a:gd name="T2" fmla="*/ 0 w 115"/>
                <a:gd name="T3" fmla="*/ 0 h 43"/>
                <a:gd name="T4" fmla="*/ 129 w 115"/>
                <a:gd name="T5" fmla="*/ 62 h 43"/>
                <a:gd name="T6" fmla="*/ 240 w 115"/>
                <a:gd name="T7" fmla="*/ 85 h 4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5" h="43">
                  <a:moveTo>
                    <a:pt x="109" y="39"/>
                  </a:moveTo>
                  <a:cubicBezTo>
                    <a:pt x="77" y="19"/>
                    <a:pt x="33" y="17"/>
                    <a:pt x="0" y="0"/>
                  </a:cubicBezTo>
                  <a:cubicBezTo>
                    <a:pt x="22" y="7"/>
                    <a:pt x="38" y="26"/>
                    <a:pt x="62" y="31"/>
                  </a:cubicBezTo>
                  <a:cubicBezTo>
                    <a:pt x="77" y="35"/>
                    <a:pt x="102" y="32"/>
                    <a:pt x="115" y="43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7772" name="Freeform 283">
              <a:extLst>
                <a:ext uri="{FF2B5EF4-FFF2-40B4-BE49-F238E27FC236}">
                  <a16:creationId xmlns:a16="http://schemas.microsoft.com/office/drawing/2014/main" id="{61B82658-EE1B-4154-8C0D-D3768F355572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9" y="1616"/>
              <a:ext cx="59" cy="96"/>
            </a:xfrm>
            <a:custGeom>
              <a:avLst/>
              <a:gdLst>
                <a:gd name="T0" fmla="*/ 82 w 46"/>
                <a:gd name="T1" fmla="*/ 10 h 76"/>
                <a:gd name="T2" fmla="*/ 35 w 46"/>
                <a:gd name="T3" fmla="*/ 6 h 76"/>
                <a:gd name="T4" fmla="*/ 10 w 46"/>
                <a:gd name="T5" fmla="*/ 47 h 76"/>
                <a:gd name="T6" fmla="*/ 24 w 46"/>
                <a:gd name="T7" fmla="*/ 153 h 76"/>
                <a:gd name="T8" fmla="*/ 54 w 46"/>
                <a:gd name="T9" fmla="*/ 38 h 76"/>
                <a:gd name="T10" fmla="*/ 81 w 46"/>
                <a:gd name="T11" fmla="*/ 13 h 7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6" h="76">
                  <a:moveTo>
                    <a:pt x="39" y="5"/>
                  </a:moveTo>
                  <a:cubicBezTo>
                    <a:pt x="32" y="4"/>
                    <a:pt x="24" y="0"/>
                    <a:pt x="16" y="3"/>
                  </a:cubicBezTo>
                  <a:cubicBezTo>
                    <a:pt x="9" y="5"/>
                    <a:pt x="7" y="16"/>
                    <a:pt x="5" y="23"/>
                  </a:cubicBezTo>
                  <a:cubicBezTo>
                    <a:pt x="0" y="41"/>
                    <a:pt x="3" y="60"/>
                    <a:pt x="12" y="76"/>
                  </a:cubicBezTo>
                  <a:cubicBezTo>
                    <a:pt x="9" y="58"/>
                    <a:pt x="8" y="31"/>
                    <a:pt x="26" y="19"/>
                  </a:cubicBezTo>
                  <a:cubicBezTo>
                    <a:pt x="30" y="17"/>
                    <a:pt x="46" y="13"/>
                    <a:pt x="38" y="6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7773" name="Freeform 284">
              <a:extLst>
                <a:ext uri="{FF2B5EF4-FFF2-40B4-BE49-F238E27FC236}">
                  <a16:creationId xmlns:a16="http://schemas.microsoft.com/office/drawing/2014/main" id="{74B32563-0EDB-4A57-9307-E15AA38354E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8" y="1678"/>
              <a:ext cx="68" cy="146"/>
            </a:xfrm>
            <a:custGeom>
              <a:avLst/>
              <a:gdLst>
                <a:gd name="T0" fmla="*/ 45 w 53"/>
                <a:gd name="T1" fmla="*/ 10 h 115"/>
                <a:gd name="T2" fmla="*/ 10 w 53"/>
                <a:gd name="T3" fmla="*/ 58 h 115"/>
                <a:gd name="T4" fmla="*/ 28 w 53"/>
                <a:gd name="T5" fmla="*/ 131 h 115"/>
                <a:gd name="T6" fmla="*/ 54 w 53"/>
                <a:gd name="T7" fmla="*/ 190 h 115"/>
                <a:gd name="T8" fmla="*/ 99 w 53"/>
                <a:gd name="T9" fmla="*/ 229 h 115"/>
                <a:gd name="T10" fmla="*/ 112 w 53"/>
                <a:gd name="T11" fmla="*/ 235 h 115"/>
                <a:gd name="T12" fmla="*/ 69 w 53"/>
                <a:gd name="T13" fmla="*/ 173 h 115"/>
                <a:gd name="T14" fmla="*/ 40 w 53"/>
                <a:gd name="T15" fmla="*/ 85 h 115"/>
                <a:gd name="T16" fmla="*/ 58 w 53"/>
                <a:gd name="T17" fmla="*/ 23 h 115"/>
                <a:gd name="T18" fmla="*/ 45 w 53"/>
                <a:gd name="T19" fmla="*/ 10 h 11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3" h="115">
                  <a:moveTo>
                    <a:pt x="21" y="5"/>
                  </a:moveTo>
                  <a:cubicBezTo>
                    <a:pt x="15" y="4"/>
                    <a:pt x="6" y="23"/>
                    <a:pt x="5" y="28"/>
                  </a:cubicBezTo>
                  <a:cubicBezTo>
                    <a:pt x="0" y="41"/>
                    <a:pt x="7" y="52"/>
                    <a:pt x="13" y="64"/>
                  </a:cubicBezTo>
                  <a:cubicBezTo>
                    <a:pt x="18" y="73"/>
                    <a:pt x="21" y="83"/>
                    <a:pt x="26" y="93"/>
                  </a:cubicBezTo>
                  <a:cubicBezTo>
                    <a:pt x="31" y="101"/>
                    <a:pt x="38" y="107"/>
                    <a:pt x="47" y="112"/>
                  </a:cubicBezTo>
                  <a:cubicBezTo>
                    <a:pt x="49" y="113"/>
                    <a:pt x="51" y="114"/>
                    <a:pt x="53" y="115"/>
                  </a:cubicBezTo>
                  <a:cubicBezTo>
                    <a:pt x="45" y="107"/>
                    <a:pt x="39" y="94"/>
                    <a:pt x="33" y="84"/>
                  </a:cubicBezTo>
                  <a:cubicBezTo>
                    <a:pt x="26" y="70"/>
                    <a:pt x="19" y="58"/>
                    <a:pt x="19" y="42"/>
                  </a:cubicBezTo>
                  <a:cubicBezTo>
                    <a:pt x="19" y="31"/>
                    <a:pt x="24" y="21"/>
                    <a:pt x="27" y="11"/>
                  </a:cubicBezTo>
                  <a:cubicBezTo>
                    <a:pt x="28" y="7"/>
                    <a:pt x="26" y="0"/>
                    <a:pt x="21" y="5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7774" name="Freeform 285">
              <a:extLst>
                <a:ext uri="{FF2B5EF4-FFF2-40B4-BE49-F238E27FC236}">
                  <a16:creationId xmlns:a16="http://schemas.microsoft.com/office/drawing/2014/main" id="{82D8E5C4-363F-4F76-8C10-7CCB5138B357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2" y="1518"/>
              <a:ext cx="115" cy="20"/>
            </a:xfrm>
            <a:custGeom>
              <a:avLst/>
              <a:gdLst>
                <a:gd name="T0" fmla="*/ 0 w 90"/>
                <a:gd name="T1" fmla="*/ 20 h 16"/>
                <a:gd name="T2" fmla="*/ 46 w 90"/>
                <a:gd name="T3" fmla="*/ 5 h 16"/>
                <a:gd name="T4" fmla="*/ 96 w 90"/>
                <a:gd name="T5" fmla="*/ 1 h 16"/>
                <a:gd name="T6" fmla="*/ 146 w 90"/>
                <a:gd name="T7" fmla="*/ 1 h 16"/>
                <a:gd name="T8" fmla="*/ 188 w 90"/>
                <a:gd name="T9" fmla="*/ 29 h 16"/>
                <a:gd name="T10" fmla="*/ 142 w 90"/>
                <a:gd name="T11" fmla="*/ 25 h 16"/>
                <a:gd name="T12" fmla="*/ 73 w 90"/>
                <a:gd name="T13" fmla="*/ 20 h 16"/>
                <a:gd name="T14" fmla="*/ 0 w 90"/>
                <a:gd name="T15" fmla="*/ 23 h 1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0" h="16">
                  <a:moveTo>
                    <a:pt x="0" y="10"/>
                  </a:moveTo>
                  <a:cubicBezTo>
                    <a:pt x="7" y="10"/>
                    <a:pt x="15" y="4"/>
                    <a:pt x="22" y="2"/>
                  </a:cubicBezTo>
                  <a:cubicBezTo>
                    <a:pt x="29" y="0"/>
                    <a:pt x="38" y="1"/>
                    <a:pt x="46" y="1"/>
                  </a:cubicBezTo>
                  <a:cubicBezTo>
                    <a:pt x="53" y="1"/>
                    <a:pt x="62" y="0"/>
                    <a:pt x="70" y="1"/>
                  </a:cubicBezTo>
                  <a:cubicBezTo>
                    <a:pt x="75" y="2"/>
                    <a:pt x="87" y="10"/>
                    <a:pt x="90" y="14"/>
                  </a:cubicBezTo>
                  <a:cubicBezTo>
                    <a:pt x="83" y="16"/>
                    <a:pt x="75" y="13"/>
                    <a:pt x="68" y="13"/>
                  </a:cubicBezTo>
                  <a:cubicBezTo>
                    <a:pt x="57" y="13"/>
                    <a:pt x="46" y="10"/>
                    <a:pt x="35" y="10"/>
                  </a:cubicBezTo>
                  <a:cubicBezTo>
                    <a:pt x="23" y="10"/>
                    <a:pt x="12" y="9"/>
                    <a:pt x="0" y="11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7775" name="Freeform 286">
              <a:extLst>
                <a:ext uri="{FF2B5EF4-FFF2-40B4-BE49-F238E27FC236}">
                  <a16:creationId xmlns:a16="http://schemas.microsoft.com/office/drawing/2014/main" id="{2D606981-D572-41B3-9C0E-2975F0B6B0F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0" y="1143"/>
              <a:ext cx="65" cy="106"/>
            </a:xfrm>
            <a:custGeom>
              <a:avLst/>
              <a:gdLst>
                <a:gd name="T0" fmla="*/ 10 w 51"/>
                <a:gd name="T1" fmla="*/ 0 h 83"/>
                <a:gd name="T2" fmla="*/ 17 w 51"/>
                <a:gd name="T3" fmla="*/ 65 h 83"/>
                <a:gd name="T4" fmla="*/ 41 w 51"/>
                <a:gd name="T5" fmla="*/ 100 h 83"/>
                <a:gd name="T6" fmla="*/ 66 w 51"/>
                <a:gd name="T7" fmla="*/ 140 h 83"/>
                <a:gd name="T8" fmla="*/ 106 w 51"/>
                <a:gd name="T9" fmla="*/ 171 h 83"/>
                <a:gd name="T10" fmla="*/ 83 w 51"/>
                <a:gd name="T11" fmla="*/ 160 h 83"/>
                <a:gd name="T12" fmla="*/ 46 w 51"/>
                <a:gd name="T13" fmla="*/ 130 h 83"/>
                <a:gd name="T14" fmla="*/ 5 w 51"/>
                <a:gd name="T15" fmla="*/ 70 h 83"/>
                <a:gd name="T16" fmla="*/ 1 w 51"/>
                <a:gd name="T17" fmla="*/ 24 h 83"/>
                <a:gd name="T18" fmla="*/ 10 w 51"/>
                <a:gd name="T19" fmla="*/ 0 h 8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1" h="83">
                  <a:moveTo>
                    <a:pt x="5" y="0"/>
                  </a:moveTo>
                  <a:cubicBezTo>
                    <a:pt x="5" y="10"/>
                    <a:pt x="4" y="22"/>
                    <a:pt x="8" y="31"/>
                  </a:cubicBezTo>
                  <a:cubicBezTo>
                    <a:pt x="11" y="37"/>
                    <a:pt x="16" y="42"/>
                    <a:pt x="20" y="48"/>
                  </a:cubicBezTo>
                  <a:cubicBezTo>
                    <a:pt x="23" y="56"/>
                    <a:pt x="26" y="62"/>
                    <a:pt x="32" y="67"/>
                  </a:cubicBezTo>
                  <a:cubicBezTo>
                    <a:pt x="38" y="73"/>
                    <a:pt x="44" y="77"/>
                    <a:pt x="51" y="82"/>
                  </a:cubicBezTo>
                  <a:cubicBezTo>
                    <a:pt x="47" y="83"/>
                    <a:pt x="43" y="79"/>
                    <a:pt x="40" y="77"/>
                  </a:cubicBezTo>
                  <a:cubicBezTo>
                    <a:pt x="34" y="73"/>
                    <a:pt x="27" y="69"/>
                    <a:pt x="22" y="63"/>
                  </a:cubicBezTo>
                  <a:cubicBezTo>
                    <a:pt x="14" y="55"/>
                    <a:pt x="6" y="45"/>
                    <a:pt x="2" y="34"/>
                  </a:cubicBezTo>
                  <a:cubicBezTo>
                    <a:pt x="0" y="27"/>
                    <a:pt x="0" y="19"/>
                    <a:pt x="1" y="12"/>
                  </a:cubicBezTo>
                  <a:cubicBezTo>
                    <a:pt x="2" y="7"/>
                    <a:pt x="4" y="4"/>
                    <a:pt x="5" y="0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7776" name="Freeform 287">
              <a:extLst>
                <a:ext uri="{FF2B5EF4-FFF2-40B4-BE49-F238E27FC236}">
                  <a16:creationId xmlns:a16="http://schemas.microsoft.com/office/drawing/2014/main" id="{BD1FEC94-CBEA-4974-9077-DFA0409BCE4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4" y="1082"/>
              <a:ext cx="53" cy="31"/>
            </a:xfrm>
            <a:custGeom>
              <a:avLst/>
              <a:gdLst>
                <a:gd name="T0" fmla="*/ 85 w 42"/>
                <a:gd name="T1" fmla="*/ 39 h 24"/>
                <a:gd name="T2" fmla="*/ 32 w 42"/>
                <a:gd name="T3" fmla="*/ 1 h 24"/>
                <a:gd name="T4" fmla="*/ 0 w 42"/>
                <a:gd name="T5" fmla="*/ 52 h 24"/>
                <a:gd name="T6" fmla="*/ 20 w 42"/>
                <a:gd name="T7" fmla="*/ 32 h 24"/>
                <a:gd name="T8" fmla="*/ 53 w 42"/>
                <a:gd name="T9" fmla="*/ 27 h 24"/>
                <a:gd name="T10" fmla="*/ 83 w 42"/>
                <a:gd name="T11" fmla="*/ 41 h 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2" h="24">
                  <a:moveTo>
                    <a:pt x="42" y="18"/>
                  </a:moveTo>
                  <a:cubicBezTo>
                    <a:pt x="36" y="10"/>
                    <a:pt x="27" y="0"/>
                    <a:pt x="16" y="1"/>
                  </a:cubicBezTo>
                  <a:cubicBezTo>
                    <a:pt x="5" y="1"/>
                    <a:pt x="2" y="16"/>
                    <a:pt x="0" y="24"/>
                  </a:cubicBezTo>
                  <a:cubicBezTo>
                    <a:pt x="4" y="22"/>
                    <a:pt x="7" y="17"/>
                    <a:pt x="10" y="15"/>
                  </a:cubicBezTo>
                  <a:cubicBezTo>
                    <a:pt x="15" y="11"/>
                    <a:pt x="20" y="11"/>
                    <a:pt x="26" y="12"/>
                  </a:cubicBezTo>
                  <a:cubicBezTo>
                    <a:pt x="31" y="13"/>
                    <a:pt x="37" y="16"/>
                    <a:pt x="41" y="19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7777" name="Freeform 288">
              <a:extLst>
                <a:ext uri="{FF2B5EF4-FFF2-40B4-BE49-F238E27FC236}">
                  <a16:creationId xmlns:a16="http://schemas.microsoft.com/office/drawing/2014/main" id="{8EBD9D95-A246-4050-88E6-B84920F5C1F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0" y="1165"/>
              <a:ext cx="17" cy="39"/>
            </a:xfrm>
            <a:custGeom>
              <a:avLst/>
              <a:gdLst>
                <a:gd name="T0" fmla="*/ 18 w 14"/>
                <a:gd name="T1" fmla="*/ 10 h 31"/>
                <a:gd name="T2" fmla="*/ 6 w 14"/>
                <a:gd name="T3" fmla="*/ 18 h 31"/>
                <a:gd name="T4" fmla="*/ 7 w 14"/>
                <a:gd name="T5" fmla="*/ 53 h 31"/>
                <a:gd name="T6" fmla="*/ 23 w 14"/>
                <a:gd name="T7" fmla="*/ 39 h 31"/>
                <a:gd name="T8" fmla="*/ 18 w 14"/>
                <a:gd name="T9" fmla="*/ 10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31">
                  <a:moveTo>
                    <a:pt x="10" y="5"/>
                  </a:moveTo>
                  <a:cubicBezTo>
                    <a:pt x="7" y="0"/>
                    <a:pt x="4" y="6"/>
                    <a:pt x="3" y="9"/>
                  </a:cubicBezTo>
                  <a:cubicBezTo>
                    <a:pt x="2" y="13"/>
                    <a:pt x="0" y="22"/>
                    <a:pt x="4" y="26"/>
                  </a:cubicBezTo>
                  <a:cubicBezTo>
                    <a:pt x="9" y="31"/>
                    <a:pt x="13" y="25"/>
                    <a:pt x="13" y="20"/>
                  </a:cubicBezTo>
                  <a:cubicBezTo>
                    <a:pt x="14" y="14"/>
                    <a:pt x="13" y="10"/>
                    <a:pt x="10" y="5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7778" name="Freeform 289">
              <a:extLst>
                <a:ext uri="{FF2B5EF4-FFF2-40B4-BE49-F238E27FC236}">
                  <a16:creationId xmlns:a16="http://schemas.microsoft.com/office/drawing/2014/main" id="{EFBCB205-6AE8-41F4-9720-7D077FB4218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6" y="1132"/>
              <a:ext cx="60" cy="23"/>
            </a:xfrm>
            <a:custGeom>
              <a:avLst/>
              <a:gdLst>
                <a:gd name="T0" fmla="*/ 1 w 47"/>
                <a:gd name="T1" fmla="*/ 0 h 18"/>
                <a:gd name="T2" fmla="*/ 54 w 47"/>
                <a:gd name="T3" fmla="*/ 13 h 18"/>
                <a:gd name="T4" fmla="*/ 98 w 47"/>
                <a:gd name="T5" fmla="*/ 31 h 18"/>
                <a:gd name="T6" fmla="*/ 42 w 47"/>
                <a:gd name="T7" fmla="*/ 29 h 18"/>
                <a:gd name="T8" fmla="*/ 17 w 47"/>
                <a:gd name="T9" fmla="*/ 31 h 18"/>
                <a:gd name="T10" fmla="*/ 5 w 47"/>
                <a:gd name="T11" fmla="*/ 37 h 18"/>
                <a:gd name="T12" fmla="*/ 1 w 47"/>
                <a:gd name="T13" fmla="*/ 1 h 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7" h="18">
                  <a:moveTo>
                    <a:pt x="1" y="0"/>
                  </a:moveTo>
                  <a:cubicBezTo>
                    <a:pt x="9" y="3"/>
                    <a:pt x="17" y="5"/>
                    <a:pt x="26" y="6"/>
                  </a:cubicBezTo>
                  <a:cubicBezTo>
                    <a:pt x="34" y="8"/>
                    <a:pt x="40" y="11"/>
                    <a:pt x="47" y="15"/>
                  </a:cubicBezTo>
                  <a:cubicBezTo>
                    <a:pt x="38" y="12"/>
                    <a:pt x="29" y="13"/>
                    <a:pt x="20" y="14"/>
                  </a:cubicBezTo>
                  <a:cubicBezTo>
                    <a:pt x="16" y="14"/>
                    <a:pt x="12" y="14"/>
                    <a:pt x="8" y="15"/>
                  </a:cubicBezTo>
                  <a:cubicBezTo>
                    <a:pt x="6" y="16"/>
                    <a:pt x="4" y="17"/>
                    <a:pt x="2" y="18"/>
                  </a:cubicBezTo>
                  <a:cubicBezTo>
                    <a:pt x="0" y="14"/>
                    <a:pt x="1" y="7"/>
                    <a:pt x="1" y="1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7779" name="Freeform 290">
              <a:extLst>
                <a:ext uri="{FF2B5EF4-FFF2-40B4-BE49-F238E27FC236}">
                  <a16:creationId xmlns:a16="http://schemas.microsoft.com/office/drawing/2014/main" id="{EBFC1FC8-BE60-46D4-83AA-CC77052A9DB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2" y="1054"/>
              <a:ext cx="71" cy="52"/>
            </a:xfrm>
            <a:custGeom>
              <a:avLst/>
              <a:gdLst>
                <a:gd name="T0" fmla="*/ 0 w 56"/>
                <a:gd name="T1" fmla="*/ 84 h 41"/>
                <a:gd name="T2" fmla="*/ 10 w 56"/>
                <a:gd name="T3" fmla="*/ 60 h 41"/>
                <a:gd name="T4" fmla="*/ 20 w 56"/>
                <a:gd name="T5" fmla="*/ 36 h 41"/>
                <a:gd name="T6" fmla="*/ 43 w 56"/>
                <a:gd name="T7" fmla="*/ 8 h 41"/>
                <a:gd name="T8" fmla="*/ 82 w 56"/>
                <a:gd name="T9" fmla="*/ 16 h 41"/>
                <a:gd name="T10" fmla="*/ 101 w 56"/>
                <a:gd name="T11" fmla="*/ 36 h 41"/>
                <a:gd name="T12" fmla="*/ 114 w 56"/>
                <a:gd name="T13" fmla="*/ 55 h 41"/>
                <a:gd name="T14" fmla="*/ 104 w 56"/>
                <a:gd name="T15" fmla="*/ 47 h 41"/>
                <a:gd name="T16" fmla="*/ 85 w 56"/>
                <a:gd name="T17" fmla="*/ 30 h 41"/>
                <a:gd name="T18" fmla="*/ 46 w 56"/>
                <a:gd name="T19" fmla="*/ 18 h 41"/>
                <a:gd name="T20" fmla="*/ 5 w 56"/>
                <a:gd name="T21" fmla="*/ 77 h 4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6" h="41">
                  <a:moveTo>
                    <a:pt x="0" y="41"/>
                  </a:moveTo>
                  <a:cubicBezTo>
                    <a:pt x="0" y="37"/>
                    <a:pt x="3" y="32"/>
                    <a:pt x="5" y="29"/>
                  </a:cubicBezTo>
                  <a:cubicBezTo>
                    <a:pt x="7" y="25"/>
                    <a:pt x="9" y="21"/>
                    <a:pt x="10" y="17"/>
                  </a:cubicBezTo>
                  <a:cubicBezTo>
                    <a:pt x="13" y="12"/>
                    <a:pt x="16" y="6"/>
                    <a:pt x="21" y="4"/>
                  </a:cubicBezTo>
                  <a:cubicBezTo>
                    <a:pt x="28" y="0"/>
                    <a:pt x="34" y="4"/>
                    <a:pt x="40" y="8"/>
                  </a:cubicBezTo>
                  <a:cubicBezTo>
                    <a:pt x="44" y="10"/>
                    <a:pt x="48" y="13"/>
                    <a:pt x="50" y="17"/>
                  </a:cubicBezTo>
                  <a:cubicBezTo>
                    <a:pt x="52" y="20"/>
                    <a:pt x="54" y="24"/>
                    <a:pt x="56" y="27"/>
                  </a:cubicBezTo>
                  <a:cubicBezTo>
                    <a:pt x="54" y="26"/>
                    <a:pt x="53" y="24"/>
                    <a:pt x="51" y="23"/>
                  </a:cubicBezTo>
                  <a:cubicBezTo>
                    <a:pt x="49" y="20"/>
                    <a:pt x="46" y="17"/>
                    <a:pt x="42" y="15"/>
                  </a:cubicBezTo>
                  <a:cubicBezTo>
                    <a:pt x="36" y="11"/>
                    <a:pt x="30" y="7"/>
                    <a:pt x="22" y="9"/>
                  </a:cubicBezTo>
                  <a:cubicBezTo>
                    <a:pt x="11" y="13"/>
                    <a:pt x="4" y="27"/>
                    <a:pt x="2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7780" name="Freeform 291">
              <a:extLst>
                <a:ext uri="{FF2B5EF4-FFF2-40B4-BE49-F238E27FC236}">
                  <a16:creationId xmlns:a16="http://schemas.microsoft.com/office/drawing/2014/main" id="{6F7FD469-8AFF-4EBA-AF68-9CD3A2F098E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2" y="1179"/>
              <a:ext cx="42" cy="28"/>
            </a:xfrm>
            <a:custGeom>
              <a:avLst/>
              <a:gdLst>
                <a:gd name="T0" fmla="*/ 0 w 33"/>
                <a:gd name="T1" fmla="*/ 8 h 22"/>
                <a:gd name="T2" fmla="*/ 39 w 33"/>
                <a:gd name="T3" fmla="*/ 5 h 22"/>
                <a:gd name="T4" fmla="*/ 67 w 33"/>
                <a:gd name="T5" fmla="*/ 46 h 22"/>
                <a:gd name="T6" fmla="*/ 36 w 33"/>
                <a:gd name="T7" fmla="*/ 14 h 22"/>
                <a:gd name="T8" fmla="*/ 18 w 33"/>
                <a:gd name="T9" fmla="*/ 13 h 22"/>
                <a:gd name="T10" fmla="*/ 1 w 33"/>
                <a:gd name="T11" fmla="*/ 8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3" h="22">
                  <a:moveTo>
                    <a:pt x="0" y="4"/>
                  </a:moveTo>
                  <a:cubicBezTo>
                    <a:pt x="5" y="4"/>
                    <a:pt x="13" y="0"/>
                    <a:pt x="19" y="2"/>
                  </a:cubicBezTo>
                  <a:cubicBezTo>
                    <a:pt x="26" y="5"/>
                    <a:pt x="28" y="16"/>
                    <a:pt x="33" y="22"/>
                  </a:cubicBezTo>
                  <a:cubicBezTo>
                    <a:pt x="26" y="20"/>
                    <a:pt x="23" y="10"/>
                    <a:pt x="17" y="7"/>
                  </a:cubicBezTo>
                  <a:cubicBezTo>
                    <a:pt x="14" y="6"/>
                    <a:pt x="12" y="6"/>
                    <a:pt x="9" y="6"/>
                  </a:cubicBezTo>
                  <a:cubicBezTo>
                    <a:pt x="6" y="6"/>
                    <a:pt x="4" y="5"/>
                    <a:pt x="1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7781" name="Freeform 292">
              <a:extLst>
                <a:ext uri="{FF2B5EF4-FFF2-40B4-BE49-F238E27FC236}">
                  <a16:creationId xmlns:a16="http://schemas.microsoft.com/office/drawing/2014/main" id="{2EB9BBB8-B332-49B2-B853-7D821FCB8E2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1" y="1118"/>
              <a:ext cx="56" cy="11"/>
            </a:xfrm>
            <a:custGeom>
              <a:avLst/>
              <a:gdLst>
                <a:gd name="T0" fmla="*/ 0 w 44"/>
                <a:gd name="T1" fmla="*/ 1 h 9"/>
                <a:gd name="T2" fmla="*/ 22 w 44"/>
                <a:gd name="T3" fmla="*/ 6 h 9"/>
                <a:gd name="T4" fmla="*/ 43 w 44"/>
                <a:gd name="T5" fmla="*/ 6 h 9"/>
                <a:gd name="T6" fmla="*/ 90 w 44"/>
                <a:gd name="T7" fmla="*/ 6 h 9"/>
                <a:gd name="T8" fmla="*/ 76 w 44"/>
                <a:gd name="T9" fmla="*/ 15 h 9"/>
                <a:gd name="T10" fmla="*/ 50 w 44"/>
                <a:gd name="T11" fmla="*/ 15 h 9"/>
                <a:gd name="T12" fmla="*/ 1 w 44"/>
                <a:gd name="T13" fmla="*/ 2 h 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4" h="9">
                  <a:moveTo>
                    <a:pt x="0" y="1"/>
                  </a:moveTo>
                  <a:cubicBezTo>
                    <a:pt x="3" y="1"/>
                    <a:pt x="6" y="3"/>
                    <a:pt x="10" y="3"/>
                  </a:cubicBezTo>
                  <a:cubicBezTo>
                    <a:pt x="14" y="3"/>
                    <a:pt x="17" y="3"/>
                    <a:pt x="21" y="3"/>
                  </a:cubicBezTo>
                  <a:cubicBezTo>
                    <a:pt x="28" y="3"/>
                    <a:pt x="38" y="0"/>
                    <a:pt x="44" y="3"/>
                  </a:cubicBezTo>
                  <a:cubicBezTo>
                    <a:pt x="41" y="3"/>
                    <a:pt x="40" y="7"/>
                    <a:pt x="37" y="8"/>
                  </a:cubicBezTo>
                  <a:cubicBezTo>
                    <a:pt x="33" y="9"/>
                    <a:pt x="28" y="8"/>
                    <a:pt x="24" y="8"/>
                  </a:cubicBezTo>
                  <a:cubicBezTo>
                    <a:pt x="16" y="7"/>
                    <a:pt x="8" y="6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7782" name="Freeform 293">
              <a:extLst>
                <a:ext uri="{FF2B5EF4-FFF2-40B4-BE49-F238E27FC236}">
                  <a16:creationId xmlns:a16="http://schemas.microsoft.com/office/drawing/2014/main" id="{AE5F8C41-1F31-4B2E-AAA3-11A069E0547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1" y="1122"/>
              <a:ext cx="24" cy="56"/>
            </a:xfrm>
            <a:custGeom>
              <a:avLst/>
              <a:gdLst>
                <a:gd name="T0" fmla="*/ 16 w 19"/>
                <a:gd name="T1" fmla="*/ 0 h 44"/>
                <a:gd name="T2" fmla="*/ 8 w 19"/>
                <a:gd name="T3" fmla="*/ 47 h 44"/>
                <a:gd name="T4" fmla="*/ 24 w 19"/>
                <a:gd name="T5" fmla="*/ 66 h 44"/>
                <a:gd name="T6" fmla="*/ 38 w 19"/>
                <a:gd name="T7" fmla="*/ 90 h 44"/>
                <a:gd name="T8" fmla="*/ 16 w 19"/>
                <a:gd name="T9" fmla="*/ 46 h 44"/>
                <a:gd name="T10" fmla="*/ 16 w 19"/>
                <a:gd name="T11" fmla="*/ 0 h 4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" h="44">
                  <a:moveTo>
                    <a:pt x="8" y="0"/>
                  </a:moveTo>
                  <a:cubicBezTo>
                    <a:pt x="7" y="7"/>
                    <a:pt x="0" y="15"/>
                    <a:pt x="4" y="23"/>
                  </a:cubicBezTo>
                  <a:cubicBezTo>
                    <a:pt x="6" y="26"/>
                    <a:pt x="10" y="29"/>
                    <a:pt x="12" y="32"/>
                  </a:cubicBezTo>
                  <a:cubicBezTo>
                    <a:pt x="15" y="36"/>
                    <a:pt x="16" y="41"/>
                    <a:pt x="19" y="44"/>
                  </a:cubicBezTo>
                  <a:cubicBezTo>
                    <a:pt x="18" y="36"/>
                    <a:pt x="12" y="29"/>
                    <a:pt x="8" y="22"/>
                  </a:cubicBezTo>
                  <a:cubicBezTo>
                    <a:pt x="5" y="15"/>
                    <a:pt x="7" y="7"/>
                    <a:pt x="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7783" name="Freeform 294">
              <a:extLst>
                <a:ext uri="{FF2B5EF4-FFF2-40B4-BE49-F238E27FC236}">
                  <a16:creationId xmlns:a16="http://schemas.microsoft.com/office/drawing/2014/main" id="{311E3DBB-7EAB-456F-B7BF-43D806F16BED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0" y="1146"/>
              <a:ext cx="82" cy="72"/>
            </a:xfrm>
            <a:custGeom>
              <a:avLst/>
              <a:gdLst>
                <a:gd name="T0" fmla="*/ 133 w 64"/>
                <a:gd name="T1" fmla="*/ 115 h 57"/>
                <a:gd name="T2" fmla="*/ 106 w 64"/>
                <a:gd name="T3" fmla="*/ 77 h 57"/>
                <a:gd name="T4" fmla="*/ 76 w 64"/>
                <a:gd name="T5" fmla="*/ 48 h 57"/>
                <a:gd name="T6" fmla="*/ 0 w 64"/>
                <a:gd name="T7" fmla="*/ 0 h 57"/>
                <a:gd name="T8" fmla="*/ 59 w 64"/>
                <a:gd name="T9" fmla="*/ 23 h 57"/>
                <a:gd name="T10" fmla="*/ 105 w 64"/>
                <a:gd name="T11" fmla="*/ 51 h 57"/>
                <a:gd name="T12" fmla="*/ 133 w 64"/>
                <a:gd name="T13" fmla="*/ 83 h 57"/>
                <a:gd name="T14" fmla="*/ 133 w 64"/>
                <a:gd name="T15" fmla="*/ 115 h 5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4" h="57">
                  <a:moveTo>
                    <a:pt x="63" y="57"/>
                  </a:moveTo>
                  <a:cubicBezTo>
                    <a:pt x="58" y="51"/>
                    <a:pt x="55" y="45"/>
                    <a:pt x="51" y="38"/>
                  </a:cubicBezTo>
                  <a:cubicBezTo>
                    <a:pt x="47" y="33"/>
                    <a:pt x="41" y="28"/>
                    <a:pt x="36" y="24"/>
                  </a:cubicBezTo>
                  <a:cubicBezTo>
                    <a:pt x="26" y="14"/>
                    <a:pt x="12" y="8"/>
                    <a:pt x="0" y="0"/>
                  </a:cubicBezTo>
                  <a:cubicBezTo>
                    <a:pt x="10" y="1"/>
                    <a:pt x="20" y="7"/>
                    <a:pt x="28" y="11"/>
                  </a:cubicBezTo>
                  <a:cubicBezTo>
                    <a:pt x="36" y="16"/>
                    <a:pt x="43" y="21"/>
                    <a:pt x="50" y="25"/>
                  </a:cubicBezTo>
                  <a:cubicBezTo>
                    <a:pt x="56" y="29"/>
                    <a:pt x="61" y="34"/>
                    <a:pt x="63" y="41"/>
                  </a:cubicBezTo>
                  <a:cubicBezTo>
                    <a:pt x="64" y="46"/>
                    <a:pt x="63" y="51"/>
                    <a:pt x="63" y="5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7784" name="Freeform 295">
              <a:extLst>
                <a:ext uri="{FF2B5EF4-FFF2-40B4-BE49-F238E27FC236}">
                  <a16:creationId xmlns:a16="http://schemas.microsoft.com/office/drawing/2014/main" id="{891813FB-E44B-4217-AFE4-7FFBFE6FC021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9" y="1215"/>
              <a:ext cx="53" cy="19"/>
            </a:xfrm>
            <a:custGeom>
              <a:avLst/>
              <a:gdLst>
                <a:gd name="T0" fmla="*/ 1 w 41"/>
                <a:gd name="T1" fmla="*/ 0 h 15"/>
                <a:gd name="T2" fmla="*/ 50 w 41"/>
                <a:gd name="T3" fmla="*/ 29 h 15"/>
                <a:gd name="T4" fmla="*/ 89 w 41"/>
                <a:gd name="T5" fmla="*/ 10 h 15"/>
                <a:gd name="T6" fmla="*/ 30 w 41"/>
                <a:gd name="T7" fmla="*/ 14 h 15"/>
                <a:gd name="T8" fmla="*/ 0 w 41"/>
                <a:gd name="T9" fmla="*/ 0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" h="15">
                  <a:moveTo>
                    <a:pt x="1" y="0"/>
                  </a:moveTo>
                  <a:cubicBezTo>
                    <a:pt x="6" y="8"/>
                    <a:pt x="13" y="13"/>
                    <a:pt x="23" y="14"/>
                  </a:cubicBezTo>
                  <a:cubicBezTo>
                    <a:pt x="31" y="15"/>
                    <a:pt x="35" y="9"/>
                    <a:pt x="41" y="5"/>
                  </a:cubicBezTo>
                  <a:cubicBezTo>
                    <a:pt x="35" y="10"/>
                    <a:pt x="21" y="8"/>
                    <a:pt x="14" y="7"/>
                  </a:cubicBezTo>
                  <a:cubicBezTo>
                    <a:pt x="9" y="6"/>
                    <a:pt x="3" y="4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7785" name="Freeform 296">
              <a:extLst>
                <a:ext uri="{FF2B5EF4-FFF2-40B4-BE49-F238E27FC236}">
                  <a16:creationId xmlns:a16="http://schemas.microsoft.com/office/drawing/2014/main" id="{2B41737D-24D6-45CC-81D2-1B72A2BA59DF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2" y="1269"/>
              <a:ext cx="21" cy="69"/>
            </a:xfrm>
            <a:custGeom>
              <a:avLst/>
              <a:gdLst>
                <a:gd name="T0" fmla="*/ 1 w 17"/>
                <a:gd name="T1" fmla="*/ 0 h 54"/>
                <a:gd name="T2" fmla="*/ 28 w 17"/>
                <a:gd name="T3" fmla="*/ 57 h 54"/>
                <a:gd name="T4" fmla="*/ 1 w 17"/>
                <a:gd name="T5" fmla="*/ 112 h 54"/>
                <a:gd name="T6" fmla="*/ 19 w 17"/>
                <a:gd name="T7" fmla="*/ 47 h 54"/>
                <a:gd name="T8" fmla="*/ 0 w 17"/>
                <a:gd name="T9" fmla="*/ 5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54">
                  <a:moveTo>
                    <a:pt x="1" y="0"/>
                  </a:moveTo>
                  <a:cubicBezTo>
                    <a:pt x="5" y="10"/>
                    <a:pt x="14" y="16"/>
                    <a:pt x="15" y="27"/>
                  </a:cubicBezTo>
                  <a:cubicBezTo>
                    <a:pt x="17" y="39"/>
                    <a:pt x="9" y="47"/>
                    <a:pt x="1" y="54"/>
                  </a:cubicBezTo>
                  <a:cubicBezTo>
                    <a:pt x="5" y="44"/>
                    <a:pt x="12" y="35"/>
                    <a:pt x="10" y="23"/>
                  </a:cubicBezTo>
                  <a:cubicBezTo>
                    <a:pt x="8" y="15"/>
                    <a:pt x="4" y="9"/>
                    <a:pt x="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7786" name="Freeform 297">
              <a:extLst>
                <a:ext uri="{FF2B5EF4-FFF2-40B4-BE49-F238E27FC236}">
                  <a16:creationId xmlns:a16="http://schemas.microsoft.com/office/drawing/2014/main" id="{59042169-1EF0-4D2B-A40A-478252914EE2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0" y="1207"/>
              <a:ext cx="19" cy="57"/>
            </a:xfrm>
            <a:custGeom>
              <a:avLst/>
              <a:gdLst>
                <a:gd name="T0" fmla="*/ 8 w 15"/>
                <a:gd name="T1" fmla="*/ 0 h 45"/>
                <a:gd name="T2" fmla="*/ 1 w 15"/>
                <a:gd name="T3" fmla="*/ 38 h 45"/>
                <a:gd name="T4" fmla="*/ 14 w 15"/>
                <a:gd name="T5" fmla="*/ 67 h 45"/>
                <a:gd name="T6" fmla="*/ 29 w 15"/>
                <a:gd name="T7" fmla="*/ 91 h 45"/>
                <a:gd name="T8" fmla="*/ 13 w 15"/>
                <a:gd name="T9" fmla="*/ 47 h 45"/>
                <a:gd name="T10" fmla="*/ 8 w 15"/>
                <a:gd name="T11" fmla="*/ 0 h 4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" h="45">
                  <a:moveTo>
                    <a:pt x="4" y="0"/>
                  </a:moveTo>
                  <a:cubicBezTo>
                    <a:pt x="3" y="6"/>
                    <a:pt x="0" y="12"/>
                    <a:pt x="1" y="19"/>
                  </a:cubicBezTo>
                  <a:cubicBezTo>
                    <a:pt x="2" y="23"/>
                    <a:pt x="3" y="31"/>
                    <a:pt x="7" y="33"/>
                  </a:cubicBezTo>
                  <a:cubicBezTo>
                    <a:pt x="7" y="37"/>
                    <a:pt x="11" y="43"/>
                    <a:pt x="14" y="45"/>
                  </a:cubicBezTo>
                  <a:cubicBezTo>
                    <a:pt x="15" y="39"/>
                    <a:pt x="8" y="29"/>
                    <a:pt x="6" y="23"/>
                  </a:cubicBezTo>
                  <a:cubicBezTo>
                    <a:pt x="3" y="16"/>
                    <a:pt x="4" y="8"/>
                    <a:pt x="4" y="0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7787" name="Freeform 298">
              <a:extLst>
                <a:ext uri="{FF2B5EF4-FFF2-40B4-BE49-F238E27FC236}">
                  <a16:creationId xmlns:a16="http://schemas.microsoft.com/office/drawing/2014/main" id="{93E2CAA4-8ED1-42D2-A79B-53EF9561A529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2" y="1213"/>
              <a:ext cx="15" cy="45"/>
            </a:xfrm>
            <a:custGeom>
              <a:avLst/>
              <a:gdLst>
                <a:gd name="T0" fmla="*/ 13 w 12"/>
                <a:gd name="T1" fmla="*/ 0 h 35"/>
                <a:gd name="T2" fmla="*/ 16 w 12"/>
                <a:gd name="T3" fmla="*/ 75 h 35"/>
                <a:gd name="T4" fmla="*/ 10 w 12"/>
                <a:gd name="T5" fmla="*/ 1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35">
                  <a:moveTo>
                    <a:pt x="6" y="0"/>
                  </a:moveTo>
                  <a:cubicBezTo>
                    <a:pt x="6" y="10"/>
                    <a:pt x="12" y="26"/>
                    <a:pt x="8" y="35"/>
                  </a:cubicBezTo>
                  <a:cubicBezTo>
                    <a:pt x="8" y="29"/>
                    <a:pt x="0" y="6"/>
                    <a:pt x="5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7788" name="Freeform 299">
              <a:extLst>
                <a:ext uri="{FF2B5EF4-FFF2-40B4-BE49-F238E27FC236}">
                  <a16:creationId xmlns:a16="http://schemas.microsoft.com/office/drawing/2014/main" id="{AC22201A-5A5F-4155-9875-E56D46C6BE5A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5" y="1356"/>
              <a:ext cx="13" cy="55"/>
            </a:xfrm>
            <a:custGeom>
              <a:avLst/>
              <a:gdLst>
                <a:gd name="T0" fmla="*/ 1 w 10"/>
                <a:gd name="T1" fmla="*/ 90 h 43"/>
                <a:gd name="T2" fmla="*/ 22 w 10"/>
                <a:gd name="T3" fmla="*/ 0 h 43"/>
                <a:gd name="T4" fmla="*/ 7 w 10"/>
                <a:gd name="T5" fmla="*/ 51 h 43"/>
                <a:gd name="T6" fmla="*/ 0 w 10"/>
                <a:gd name="T7" fmla="*/ 90 h 4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43">
                  <a:moveTo>
                    <a:pt x="1" y="43"/>
                  </a:moveTo>
                  <a:cubicBezTo>
                    <a:pt x="3" y="29"/>
                    <a:pt x="9" y="15"/>
                    <a:pt x="10" y="0"/>
                  </a:cubicBezTo>
                  <a:cubicBezTo>
                    <a:pt x="9" y="8"/>
                    <a:pt x="6" y="17"/>
                    <a:pt x="3" y="24"/>
                  </a:cubicBezTo>
                  <a:cubicBezTo>
                    <a:pt x="0" y="31"/>
                    <a:pt x="0" y="35"/>
                    <a:pt x="0" y="4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7789" name="Freeform 300">
              <a:extLst>
                <a:ext uri="{FF2B5EF4-FFF2-40B4-BE49-F238E27FC236}">
                  <a16:creationId xmlns:a16="http://schemas.microsoft.com/office/drawing/2014/main" id="{B5B23BCA-24E8-4B5C-8CA4-5EA1885E6E6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1" y="2038"/>
              <a:ext cx="57" cy="102"/>
            </a:xfrm>
            <a:custGeom>
              <a:avLst/>
              <a:gdLst>
                <a:gd name="T0" fmla="*/ 20 w 45"/>
                <a:gd name="T1" fmla="*/ 0 h 80"/>
                <a:gd name="T2" fmla="*/ 18 w 45"/>
                <a:gd name="T3" fmla="*/ 42 h 80"/>
                <a:gd name="T4" fmla="*/ 73 w 45"/>
                <a:gd name="T5" fmla="*/ 18 h 80"/>
                <a:gd name="T6" fmla="*/ 79 w 45"/>
                <a:gd name="T7" fmla="*/ 42 h 80"/>
                <a:gd name="T8" fmla="*/ 76 w 45"/>
                <a:gd name="T9" fmla="*/ 96 h 80"/>
                <a:gd name="T10" fmla="*/ 91 w 45"/>
                <a:gd name="T11" fmla="*/ 166 h 80"/>
                <a:gd name="T12" fmla="*/ 61 w 45"/>
                <a:gd name="T13" fmla="*/ 69 h 80"/>
                <a:gd name="T14" fmla="*/ 18 w 45"/>
                <a:gd name="T15" fmla="*/ 47 h 80"/>
                <a:gd name="T16" fmla="*/ 16 w 45"/>
                <a:gd name="T17" fmla="*/ 5 h 8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5" h="80">
                  <a:moveTo>
                    <a:pt x="10" y="0"/>
                  </a:moveTo>
                  <a:cubicBezTo>
                    <a:pt x="1" y="1"/>
                    <a:pt x="3" y="17"/>
                    <a:pt x="9" y="20"/>
                  </a:cubicBezTo>
                  <a:cubicBezTo>
                    <a:pt x="22" y="26"/>
                    <a:pt x="26" y="10"/>
                    <a:pt x="36" y="9"/>
                  </a:cubicBezTo>
                  <a:cubicBezTo>
                    <a:pt x="42" y="8"/>
                    <a:pt x="40" y="15"/>
                    <a:pt x="39" y="20"/>
                  </a:cubicBezTo>
                  <a:cubicBezTo>
                    <a:pt x="37" y="29"/>
                    <a:pt x="36" y="37"/>
                    <a:pt x="37" y="46"/>
                  </a:cubicBezTo>
                  <a:cubicBezTo>
                    <a:pt x="40" y="56"/>
                    <a:pt x="38" y="72"/>
                    <a:pt x="45" y="80"/>
                  </a:cubicBezTo>
                  <a:cubicBezTo>
                    <a:pt x="26" y="70"/>
                    <a:pt x="42" y="46"/>
                    <a:pt x="30" y="33"/>
                  </a:cubicBezTo>
                  <a:cubicBezTo>
                    <a:pt x="25" y="27"/>
                    <a:pt x="15" y="28"/>
                    <a:pt x="9" y="23"/>
                  </a:cubicBezTo>
                  <a:cubicBezTo>
                    <a:pt x="2" y="18"/>
                    <a:pt x="0" y="7"/>
                    <a:pt x="8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7790" name="Freeform 301">
              <a:extLst>
                <a:ext uri="{FF2B5EF4-FFF2-40B4-BE49-F238E27FC236}">
                  <a16:creationId xmlns:a16="http://schemas.microsoft.com/office/drawing/2014/main" id="{2E08F7C0-1C41-4DE4-9A69-7DFE80E4477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5" y="2121"/>
              <a:ext cx="33" cy="51"/>
            </a:xfrm>
            <a:custGeom>
              <a:avLst/>
              <a:gdLst>
                <a:gd name="T0" fmla="*/ 30 w 26"/>
                <a:gd name="T1" fmla="*/ 0 h 40"/>
                <a:gd name="T2" fmla="*/ 18 w 26"/>
                <a:gd name="T3" fmla="*/ 46 h 40"/>
                <a:gd name="T4" fmla="*/ 53 w 26"/>
                <a:gd name="T5" fmla="*/ 83 h 40"/>
                <a:gd name="T6" fmla="*/ 5 w 26"/>
                <a:gd name="T7" fmla="*/ 46 h 40"/>
                <a:gd name="T8" fmla="*/ 28 w 26"/>
                <a:gd name="T9" fmla="*/ 0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40">
                  <a:moveTo>
                    <a:pt x="15" y="0"/>
                  </a:moveTo>
                  <a:cubicBezTo>
                    <a:pt x="8" y="3"/>
                    <a:pt x="7" y="15"/>
                    <a:pt x="9" y="22"/>
                  </a:cubicBezTo>
                  <a:cubicBezTo>
                    <a:pt x="11" y="30"/>
                    <a:pt x="18" y="37"/>
                    <a:pt x="26" y="40"/>
                  </a:cubicBezTo>
                  <a:cubicBezTo>
                    <a:pt x="18" y="34"/>
                    <a:pt x="4" y="32"/>
                    <a:pt x="2" y="22"/>
                  </a:cubicBezTo>
                  <a:cubicBezTo>
                    <a:pt x="0" y="13"/>
                    <a:pt x="8" y="5"/>
                    <a:pt x="1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7791" name="Freeform 302">
              <a:extLst>
                <a:ext uri="{FF2B5EF4-FFF2-40B4-BE49-F238E27FC236}">
                  <a16:creationId xmlns:a16="http://schemas.microsoft.com/office/drawing/2014/main" id="{32B6E397-F7B8-4CCC-ADFE-75A81D94FD0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5" y="1686"/>
              <a:ext cx="161" cy="122"/>
            </a:xfrm>
            <a:custGeom>
              <a:avLst/>
              <a:gdLst>
                <a:gd name="T0" fmla="*/ 0 w 126"/>
                <a:gd name="T1" fmla="*/ 197 h 96"/>
                <a:gd name="T2" fmla="*/ 128 w 126"/>
                <a:gd name="T3" fmla="*/ 126 h 96"/>
                <a:gd name="T4" fmla="*/ 263 w 126"/>
                <a:gd name="T5" fmla="*/ 0 h 96"/>
                <a:gd name="T6" fmla="*/ 114 w 126"/>
                <a:gd name="T7" fmla="*/ 119 h 96"/>
                <a:gd name="T8" fmla="*/ 5 w 126"/>
                <a:gd name="T9" fmla="*/ 192 h 9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6" h="96">
                  <a:moveTo>
                    <a:pt x="0" y="96"/>
                  </a:moveTo>
                  <a:cubicBezTo>
                    <a:pt x="16" y="79"/>
                    <a:pt x="42" y="73"/>
                    <a:pt x="61" y="61"/>
                  </a:cubicBezTo>
                  <a:cubicBezTo>
                    <a:pt x="88" y="45"/>
                    <a:pt x="110" y="27"/>
                    <a:pt x="126" y="0"/>
                  </a:cubicBezTo>
                  <a:cubicBezTo>
                    <a:pt x="111" y="26"/>
                    <a:pt x="80" y="44"/>
                    <a:pt x="55" y="58"/>
                  </a:cubicBezTo>
                  <a:cubicBezTo>
                    <a:pt x="42" y="65"/>
                    <a:pt x="7" y="78"/>
                    <a:pt x="2" y="9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7792" name="Freeform 303">
              <a:extLst>
                <a:ext uri="{FF2B5EF4-FFF2-40B4-BE49-F238E27FC236}">
                  <a16:creationId xmlns:a16="http://schemas.microsoft.com/office/drawing/2014/main" id="{840914D7-5BF8-4333-9B86-04F859D6059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4" y="1668"/>
              <a:ext cx="110" cy="154"/>
            </a:xfrm>
            <a:custGeom>
              <a:avLst/>
              <a:gdLst>
                <a:gd name="T0" fmla="*/ 0 w 87"/>
                <a:gd name="T1" fmla="*/ 0 h 121"/>
                <a:gd name="T2" fmla="*/ 92 w 87"/>
                <a:gd name="T3" fmla="*/ 123 h 121"/>
                <a:gd name="T4" fmla="*/ 176 w 87"/>
                <a:gd name="T5" fmla="*/ 249 h 121"/>
                <a:gd name="T6" fmla="*/ 16 w 87"/>
                <a:gd name="T7" fmla="*/ 8 h 1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7" h="121">
                  <a:moveTo>
                    <a:pt x="0" y="0"/>
                  </a:moveTo>
                  <a:cubicBezTo>
                    <a:pt x="16" y="13"/>
                    <a:pt x="33" y="40"/>
                    <a:pt x="46" y="60"/>
                  </a:cubicBezTo>
                  <a:cubicBezTo>
                    <a:pt x="59" y="79"/>
                    <a:pt x="78" y="99"/>
                    <a:pt x="87" y="121"/>
                  </a:cubicBezTo>
                  <a:cubicBezTo>
                    <a:pt x="72" y="75"/>
                    <a:pt x="42" y="36"/>
                    <a:pt x="8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7793" name="Freeform 304">
              <a:extLst>
                <a:ext uri="{FF2B5EF4-FFF2-40B4-BE49-F238E27FC236}">
                  <a16:creationId xmlns:a16="http://schemas.microsoft.com/office/drawing/2014/main" id="{AF7FCB6F-AF12-4268-BE18-C847D011B4F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9" y="1882"/>
              <a:ext cx="77" cy="39"/>
            </a:xfrm>
            <a:custGeom>
              <a:avLst/>
              <a:gdLst>
                <a:gd name="T0" fmla="*/ 102 w 61"/>
                <a:gd name="T1" fmla="*/ 62 h 31"/>
                <a:gd name="T2" fmla="*/ 0 w 61"/>
                <a:gd name="T3" fmla="*/ 0 h 31"/>
                <a:gd name="T4" fmla="*/ 101 w 61"/>
                <a:gd name="T5" fmla="*/ 29 h 31"/>
                <a:gd name="T6" fmla="*/ 121 w 61"/>
                <a:gd name="T7" fmla="*/ 33 h 31"/>
                <a:gd name="T8" fmla="*/ 105 w 61"/>
                <a:gd name="T9" fmla="*/ 60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1" h="31">
                  <a:moveTo>
                    <a:pt x="51" y="31"/>
                  </a:moveTo>
                  <a:cubicBezTo>
                    <a:pt x="38" y="16"/>
                    <a:pt x="15" y="13"/>
                    <a:pt x="0" y="0"/>
                  </a:cubicBezTo>
                  <a:cubicBezTo>
                    <a:pt x="15" y="7"/>
                    <a:pt x="33" y="13"/>
                    <a:pt x="50" y="14"/>
                  </a:cubicBezTo>
                  <a:cubicBezTo>
                    <a:pt x="53" y="14"/>
                    <a:pt x="59" y="13"/>
                    <a:pt x="60" y="17"/>
                  </a:cubicBezTo>
                  <a:cubicBezTo>
                    <a:pt x="61" y="20"/>
                    <a:pt x="54" y="27"/>
                    <a:pt x="52" y="30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7794" name="Freeform 305">
              <a:extLst>
                <a:ext uri="{FF2B5EF4-FFF2-40B4-BE49-F238E27FC236}">
                  <a16:creationId xmlns:a16="http://schemas.microsoft.com/office/drawing/2014/main" id="{FD029202-343C-4B20-85E2-2B93F51A627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1" y="2057"/>
              <a:ext cx="60" cy="27"/>
            </a:xfrm>
            <a:custGeom>
              <a:avLst/>
              <a:gdLst>
                <a:gd name="T0" fmla="*/ 98 w 47"/>
                <a:gd name="T1" fmla="*/ 0 h 21"/>
                <a:gd name="T2" fmla="*/ 91 w 47"/>
                <a:gd name="T3" fmla="*/ 45 h 21"/>
                <a:gd name="T4" fmla="*/ 46 w 47"/>
                <a:gd name="T5" fmla="*/ 42 h 21"/>
                <a:gd name="T6" fmla="*/ 0 w 47"/>
                <a:gd name="T7" fmla="*/ 39 h 21"/>
                <a:gd name="T8" fmla="*/ 55 w 47"/>
                <a:gd name="T9" fmla="*/ 23 h 21"/>
                <a:gd name="T10" fmla="*/ 91 w 47"/>
                <a:gd name="T11" fmla="*/ 6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7" h="21">
                  <a:moveTo>
                    <a:pt x="47" y="0"/>
                  </a:moveTo>
                  <a:cubicBezTo>
                    <a:pt x="44" y="7"/>
                    <a:pt x="45" y="14"/>
                    <a:pt x="44" y="21"/>
                  </a:cubicBezTo>
                  <a:cubicBezTo>
                    <a:pt x="37" y="21"/>
                    <a:pt x="30" y="21"/>
                    <a:pt x="22" y="20"/>
                  </a:cubicBezTo>
                  <a:cubicBezTo>
                    <a:pt x="16" y="20"/>
                    <a:pt x="6" y="18"/>
                    <a:pt x="0" y="18"/>
                  </a:cubicBezTo>
                  <a:cubicBezTo>
                    <a:pt x="8" y="18"/>
                    <a:pt x="18" y="15"/>
                    <a:pt x="27" y="11"/>
                  </a:cubicBezTo>
                  <a:cubicBezTo>
                    <a:pt x="32" y="9"/>
                    <a:pt x="38" y="3"/>
                    <a:pt x="44" y="3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7795" name="Freeform 306">
              <a:extLst>
                <a:ext uri="{FF2B5EF4-FFF2-40B4-BE49-F238E27FC236}">
                  <a16:creationId xmlns:a16="http://schemas.microsoft.com/office/drawing/2014/main" id="{01EEAFC8-B387-4230-A86C-FE4612FF2D3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2" y="2125"/>
              <a:ext cx="72" cy="19"/>
            </a:xfrm>
            <a:custGeom>
              <a:avLst/>
              <a:gdLst>
                <a:gd name="T0" fmla="*/ 115 w 57"/>
                <a:gd name="T1" fmla="*/ 24 h 15"/>
                <a:gd name="T2" fmla="*/ 0 w 57"/>
                <a:gd name="T3" fmla="*/ 30 h 15"/>
                <a:gd name="T4" fmla="*/ 68 w 57"/>
                <a:gd name="T5" fmla="*/ 6 h 15"/>
                <a:gd name="T6" fmla="*/ 114 w 57"/>
                <a:gd name="T7" fmla="*/ 24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7" h="15">
                  <a:moveTo>
                    <a:pt x="57" y="12"/>
                  </a:moveTo>
                  <a:cubicBezTo>
                    <a:pt x="38" y="12"/>
                    <a:pt x="19" y="15"/>
                    <a:pt x="0" y="15"/>
                  </a:cubicBezTo>
                  <a:cubicBezTo>
                    <a:pt x="11" y="11"/>
                    <a:pt x="23" y="5"/>
                    <a:pt x="34" y="3"/>
                  </a:cubicBezTo>
                  <a:cubicBezTo>
                    <a:pt x="46" y="0"/>
                    <a:pt x="49" y="4"/>
                    <a:pt x="56" y="12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7796" name="Freeform 307">
              <a:extLst>
                <a:ext uri="{FF2B5EF4-FFF2-40B4-BE49-F238E27FC236}">
                  <a16:creationId xmlns:a16="http://schemas.microsoft.com/office/drawing/2014/main" id="{524A4759-EBB6-4DBD-B724-E5A0E0F2669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3" y="2177"/>
              <a:ext cx="26" cy="60"/>
            </a:xfrm>
            <a:custGeom>
              <a:avLst/>
              <a:gdLst>
                <a:gd name="T0" fmla="*/ 23 w 20"/>
                <a:gd name="T1" fmla="*/ 5 h 47"/>
                <a:gd name="T2" fmla="*/ 34 w 20"/>
                <a:gd name="T3" fmla="*/ 52 h 47"/>
                <a:gd name="T4" fmla="*/ 44 w 20"/>
                <a:gd name="T5" fmla="*/ 98 h 47"/>
                <a:gd name="T6" fmla="*/ 16 w 20"/>
                <a:gd name="T7" fmla="*/ 43 h 47"/>
                <a:gd name="T8" fmla="*/ 12 w 20"/>
                <a:gd name="T9" fmla="*/ 22 h 47"/>
                <a:gd name="T10" fmla="*/ 7 w 20"/>
                <a:gd name="T11" fmla="*/ 1 h 47"/>
                <a:gd name="T12" fmla="*/ 22 w 20"/>
                <a:gd name="T13" fmla="*/ 6 h 4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47">
                  <a:moveTo>
                    <a:pt x="11" y="2"/>
                  </a:moveTo>
                  <a:cubicBezTo>
                    <a:pt x="17" y="8"/>
                    <a:pt x="14" y="17"/>
                    <a:pt x="15" y="25"/>
                  </a:cubicBezTo>
                  <a:cubicBezTo>
                    <a:pt x="15" y="32"/>
                    <a:pt x="20" y="39"/>
                    <a:pt x="20" y="47"/>
                  </a:cubicBezTo>
                  <a:cubicBezTo>
                    <a:pt x="10" y="43"/>
                    <a:pt x="8" y="30"/>
                    <a:pt x="7" y="21"/>
                  </a:cubicBezTo>
                  <a:cubicBezTo>
                    <a:pt x="6" y="18"/>
                    <a:pt x="6" y="13"/>
                    <a:pt x="5" y="10"/>
                  </a:cubicBezTo>
                  <a:cubicBezTo>
                    <a:pt x="4" y="7"/>
                    <a:pt x="0" y="4"/>
                    <a:pt x="3" y="1"/>
                  </a:cubicBezTo>
                  <a:cubicBezTo>
                    <a:pt x="6" y="0"/>
                    <a:pt x="8" y="1"/>
                    <a:pt x="10" y="3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7797" name="Freeform 308">
              <a:extLst>
                <a:ext uri="{FF2B5EF4-FFF2-40B4-BE49-F238E27FC236}">
                  <a16:creationId xmlns:a16="http://schemas.microsoft.com/office/drawing/2014/main" id="{390B1CB9-683E-459B-8492-AB1D0A5990A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8" y="2176"/>
              <a:ext cx="29" cy="20"/>
            </a:xfrm>
            <a:custGeom>
              <a:avLst/>
              <a:gdLst>
                <a:gd name="T0" fmla="*/ 1 w 23"/>
                <a:gd name="T1" fmla="*/ 14 h 16"/>
                <a:gd name="T2" fmla="*/ 13 w 23"/>
                <a:gd name="T3" fmla="*/ 5 h 16"/>
                <a:gd name="T4" fmla="*/ 23 w 23"/>
                <a:gd name="T5" fmla="*/ 5 h 16"/>
                <a:gd name="T6" fmla="*/ 33 w 23"/>
                <a:gd name="T7" fmla="*/ 1 h 16"/>
                <a:gd name="T8" fmla="*/ 44 w 23"/>
                <a:gd name="T9" fmla="*/ 8 h 16"/>
                <a:gd name="T10" fmla="*/ 44 w 23"/>
                <a:gd name="T11" fmla="*/ 24 h 16"/>
                <a:gd name="T12" fmla="*/ 40 w 23"/>
                <a:gd name="T13" fmla="*/ 31 h 16"/>
                <a:gd name="T14" fmla="*/ 37 w 23"/>
                <a:gd name="T15" fmla="*/ 24 h 16"/>
                <a:gd name="T16" fmla="*/ 1 w 23"/>
                <a:gd name="T17" fmla="*/ 14 h 1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3" h="16">
                  <a:moveTo>
                    <a:pt x="1" y="7"/>
                  </a:moveTo>
                  <a:cubicBezTo>
                    <a:pt x="0" y="3"/>
                    <a:pt x="3" y="2"/>
                    <a:pt x="6" y="2"/>
                  </a:cubicBezTo>
                  <a:cubicBezTo>
                    <a:pt x="8" y="2"/>
                    <a:pt x="9" y="3"/>
                    <a:pt x="11" y="2"/>
                  </a:cubicBezTo>
                  <a:cubicBezTo>
                    <a:pt x="13" y="2"/>
                    <a:pt x="15" y="1"/>
                    <a:pt x="17" y="1"/>
                  </a:cubicBezTo>
                  <a:cubicBezTo>
                    <a:pt x="20" y="0"/>
                    <a:pt x="21" y="1"/>
                    <a:pt x="22" y="4"/>
                  </a:cubicBezTo>
                  <a:cubicBezTo>
                    <a:pt x="23" y="7"/>
                    <a:pt x="22" y="9"/>
                    <a:pt x="22" y="12"/>
                  </a:cubicBezTo>
                  <a:cubicBezTo>
                    <a:pt x="22" y="12"/>
                    <a:pt x="22" y="16"/>
                    <a:pt x="20" y="16"/>
                  </a:cubicBezTo>
                  <a:cubicBezTo>
                    <a:pt x="20" y="16"/>
                    <a:pt x="18" y="13"/>
                    <a:pt x="18" y="12"/>
                  </a:cubicBezTo>
                  <a:cubicBezTo>
                    <a:pt x="14" y="7"/>
                    <a:pt x="8" y="4"/>
                    <a:pt x="1" y="7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7798" name="Freeform 309">
              <a:extLst>
                <a:ext uri="{FF2B5EF4-FFF2-40B4-BE49-F238E27FC236}">
                  <a16:creationId xmlns:a16="http://schemas.microsoft.com/office/drawing/2014/main" id="{58AD0CE0-AFD5-4A07-9911-DD5403CD822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7" y="2219"/>
              <a:ext cx="76" cy="94"/>
            </a:xfrm>
            <a:custGeom>
              <a:avLst/>
              <a:gdLst>
                <a:gd name="T0" fmla="*/ 108 w 60"/>
                <a:gd name="T1" fmla="*/ 150 h 74"/>
                <a:gd name="T2" fmla="*/ 113 w 60"/>
                <a:gd name="T3" fmla="*/ 112 h 74"/>
                <a:gd name="T4" fmla="*/ 76 w 60"/>
                <a:gd name="T5" fmla="*/ 76 h 74"/>
                <a:gd name="T6" fmla="*/ 37 w 60"/>
                <a:gd name="T7" fmla="*/ 46 h 74"/>
                <a:gd name="T8" fmla="*/ 0 w 60"/>
                <a:gd name="T9" fmla="*/ 0 h 74"/>
                <a:gd name="T10" fmla="*/ 44 w 60"/>
                <a:gd name="T11" fmla="*/ 64 h 74"/>
                <a:gd name="T12" fmla="*/ 73 w 60"/>
                <a:gd name="T13" fmla="*/ 116 h 74"/>
                <a:gd name="T14" fmla="*/ 77 w 60"/>
                <a:gd name="T15" fmla="*/ 147 h 74"/>
                <a:gd name="T16" fmla="*/ 106 w 60"/>
                <a:gd name="T17" fmla="*/ 151 h 7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0" h="74">
                  <a:moveTo>
                    <a:pt x="53" y="73"/>
                  </a:moveTo>
                  <a:cubicBezTo>
                    <a:pt x="60" y="71"/>
                    <a:pt x="58" y="60"/>
                    <a:pt x="55" y="54"/>
                  </a:cubicBezTo>
                  <a:cubicBezTo>
                    <a:pt x="51" y="48"/>
                    <a:pt x="42" y="43"/>
                    <a:pt x="37" y="37"/>
                  </a:cubicBezTo>
                  <a:cubicBezTo>
                    <a:pt x="31" y="31"/>
                    <a:pt x="25" y="27"/>
                    <a:pt x="18" y="22"/>
                  </a:cubicBezTo>
                  <a:cubicBezTo>
                    <a:pt x="10" y="16"/>
                    <a:pt x="6" y="7"/>
                    <a:pt x="0" y="0"/>
                  </a:cubicBezTo>
                  <a:cubicBezTo>
                    <a:pt x="4" y="11"/>
                    <a:pt x="13" y="22"/>
                    <a:pt x="22" y="31"/>
                  </a:cubicBezTo>
                  <a:cubicBezTo>
                    <a:pt x="29" y="38"/>
                    <a:pt x="35" y="47"/>
                    <a:pt x="36" y="57"/>
                  </a:cubicBezTo>
                  <a:cubicBezTo>
                    <a:pt x="36" y="62"/>
                    <a:pt x="34" y="70"/>
                    <a:pt x="38" y="72"/>
                  </a:cubicBezTo>
                  <a:cubicBezTo>
                    <a:pt x="42" y="74"/>
                    <a:pt x="48" y="73"/>
                    <a:pt x="52" y="74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7799" name="Freeform 310">
              <a:extLst>
                <a:ext uri="{FF2B5EF4-FFF2-40B4-BE49-F238E27FC236}">
                  <a16:creationId xmlns:a16="http://schemas.microsoft.com/office/drawing/2014/main" id="{0F463A5F-F896-457E-BB28-2EB2516DDCA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8" y="2309"/>
              <a:ext cx="72" cy="37"/>
            </a:xfrm>
            <a:custGeom>
              <a:avLst/>
              <a:gdLst>
                <a:gd name="T0" fmla="*/ 6 w 56"/>
                <a:gd name="T1" fmla="*/ 0 h 29"/>
                <a:gd name="T2" fmla="*/ 50 w 56"/>
                <a:gd name="T3" fmla="*/ 17 h 29"/>
                <a:gd name="T4" fmla="*/ 75 w 56"/>
                <a:gd name="T5" fmla="*/ 18 h 29"/>
                <a:gd name="T6" fmla="*/ 104 w 56"/>
                <a:gd name="T7" fmla="*/ 43 h 29"/>
                <a:gd name="T8" fmla="*/ 50 w 56"/>
                <a:gd name="T9" fmla="*/ 55 h 29"/>
                <a:gd name="T10" fmla="*/ 19 w 56"/>
                <a:gd name="T11" fmla="*/ 52 h 29"/>
                <a:gd name="T12" fmla="*/ 0 w 56"/>
                <a:gd name="T13" fmla="*/ 22 h 29"/>
                <a:gd name="T14" fmla="*/ 1 w 56"/>
                <a:gd name="T15" fmla="*/ 8 h 2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6" h="29">
                  <a:moveTo>
                    <a:pt x="3" y="0"/>
                  </a:moveTo>
                  <a:cubicBezTo>
                    <a:pt x="10" y="2"/>
                    <a:pt x="16" y="6"/>
                    <a:pt x="23" y="8"/>
                  </a:cubicBezTo>
                  <a:cubicBezTo>
                    <a:pt x="27" y="8"/>
                    <a:pt x="31" y="8"/>
                    <a:pt x="35" y="9"/>
                  </a:cubicBezTo>
                  <a:cubicBezTo>
                    <a:pt x="42" y="10"/>
                    <a:pt x="56" y="12"/>
                    <a:pt x="49" y="21"/>
                  </a:cubicBezTo>
                  <a:cubicBezTo>
                    <a:pt x="43" y="29"/>
                    <a:pt x="32" y="27"/>
                    <a:pt x="23" y="27"/>
                  </a:cubicBezTo>
                  <a:cubicBezTo>
                    <a:pt x="18" y="28"/>
                    <a:pt x="13" y="29"/>
                    <a:pt x="9" y="25"/>
                  </a:cubicBezTo>
                  <a:cubicBezTo>
                    <a:pt x="4" y="21"/>
                    <a:pt x="1" y="16"/>
                    <a:pt x="0" y="10"/>
                  </a:cubicBezTo>
                  <a:cubicBezTo>
                    <a:pt x="0" y="8"/>
                    <a:pt x="0" y="5"/>
                    <a:pt x="1" y="4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7800" name="Freeform 311">
              <a:extLst>
                <a:ext uri="{FF2B5EF4-FFF2-40B4-BE49-F238E27FC236}">
                  <a16:creationId xmlns:a16="http://schemas.microsoft.com/office/drawing/2014/main" id="{68523F99-A4BB-4446-A727-70420F912F7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8" y="2332"/>
              <a:ext cx="82" cy="37"/>
            </a:xfrm>
            <a:custGeom>
              <a:avLst/>
              <a:gdLst>
                <a:gd name="T0" fmla="*/ 0 w 65"/>
                <a:gd name="T1" fmla="*/ 0 h 29"/>
                <a:gd name="T2" fmla="*/ 83 w 65"/>
                <a:gd name="T3" fmla="*/ 29 h 29"/>
                <a:gd name="T4" fmla="*/ 117 w 65"/>
                <a:gd name="T5" fmla="*/ 55 h 29"/>
                <a:gd name="T6" fmla="*/ 108 w 65"/>
                <a:gd name="T7" fmla="*/ 60 h 29"/>
                <a:gd name="T8" fmla="*/ 100 w 65"/>
                <a:gd name="T9" fmla="*/ 55 h 29"/>
                <a:gd name="T10" fmla="*/ 68 w 65"/>
                <a:gd name="T11" fmla="*/ 37 h 29"/>
                <a:gd name="T12" fmla="*/ 5 w 65"/>
                <a:gd name="T13" fmla="*/ 5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5" h="29">
                  <a:moveTo>
                    <a:pt x="0" y="0"/>
                  </a:moveTo>
                  <a:cubicBezTo>
                    <a:pt x="14" y="7"/>
                    <a:pt x="26" y="11"/>
                    <a:pt x="41" y="14"/>
                  </a:cubicBezTo>
                  <a:cubicBezTo>
                    <a:pt x="45" y="15"/>
                    <a:pt x="65" y="18"/>
                    <a:pt x="59" y="27"/>
                  </a:cubicBezTo>
                  <a:cubicBezTo>
                    <a:pt x="59" y="28"/>
                    <a:pt x="55" y="29"/>
                    <a:pt x="54" y="29"/>
                  </a:cubicBezTo>
                  <a:cubicBezTo>
                    <a:pt x="50" y="29"/>
                    <a:pt x="52" y="29"/>
                    <a:pt x="50" y="27"/>
                  </a:cubicBezTo>
                  <a:cubicBezTo>
                    <a:pt x="45" y="23"/>
                    <a:pt x="40" y="20"/>
                    <a:pt x="34" y="18"/>
                  </a:cubicBezTo>
                  <a:cubicBezTo>
                    <a:pt x="23" y="13"/>
                    <a:pt x="12" y="8"/>
                    <a:pt x="2" y="2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7801" name="Freeform 312">
              <a:extLst>
                <a:ext uri="{FF2B5EF4-FFF2-40B4-BE49-F238E27FC236}">
                  <a16:creationId xmlns:a16="http://schemas.microsoft.com/office/drawing/2014/main" id="{0B72CA8E-4F09-4632-AE13-FC2BAFFA06A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3" y="2351"/>
              <a:ext cx="48" cy="40"/>
            </a:xfrm>
            <a:custGeom>
              <a:avLst/>
              <a:gdLst>
                <a:gd name="T0" fmla="*/ 56 w 38"/>
                <a:gd name="T1" fmla="*/ 62 h 31"/>
                <a:gd name="T2" fmla="*/ 72 w 38"/>
                <a:gd name="T3" fmla="*/ 45 h 31"/>
                <a:gd name="T4" fmla="*/ 61 w 38"/>
                <a:gd name="T5" fmla="*/ 32 h 31"/>
                <a:gd name="T6" fmla="*/ 0 w 38"/>
                <a:gd name="T7" fmla="*/ 0 h 31"/>
                <a:gd name="T8" fmla="*/ 53 w 38"/>
                <a:gd name="T9" fmla="*/ 36 h 31"/>
                <a:gd name="T10" fmla="*/ 56 w 38"/>
                <a:gd name="T11" fmla="*/ 67 h 3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8" h="31">
                  <a:moveTo>
                    <a:pt x="28" y="29"/>
                  </a:moveTo>
                  <a:cubicBezTo>
                    <a:pt x="31" y="29"/>
                    <a:pt x="35" y="26"/>
                    <a:pt x="36" y="21"/>
                  </a:cubicBezTo>
                  <a:cubicBezTo>
                    <a:pt x="38" y="16"/>
                    <a:pt x="35" y="17"/>
                    <a:pt x="30" y="15"/>
                  </a:cubicBezTo>
                  <a:cubicBezTo>
                    <a:pt x="19" y="12"/>
                    <a:pt x="10" y="4"/>
                    <a:pt x="0" y="0"/>
                  </a:cubicBezTo>
                  <a:cubicBezTo>
                    <a:pt x="8" y="6"/>
                    <a:pt x="18" y="11"/>
                    <a:pt x="26" y="17"/>
                  </a:cubicBezTo>
                  <a:cubicBezTo>
                    <a:pt x="30" y="22"/>
                    <a:pt x="29" y="27"/>
                    <a:pt x="28" y="31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7802" name="Freeform 313">
              <a:extLst>
                <a:ext uri="{FF2B5EF4-FFF2-40B4-BE49-F238E27FC236}">
                  <a16:creationId xmlns:a16="http://schemas.microsoft.com/office/drawing/2014/main" id="{0E6D726C-295B-4126-BD0A-EBC7593848F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0" y="2285"/>
              <a:ext cx="55" cy="52"/>
            </a:xfrm>
            <a:custGeom>
              <a:avLst/>
              <a:gdLst>
                <a:gd name="T0" fmla="*/ 82 w 43"/>
                <a:gd name="T1" fmla="*/ 43 h 41"/>
                <a:gd name="T2" fmla="*/ 0 w 43"/>
                <a:gd name="T3" fmla="*/ 0 h 41"/>
                <a:gd name="T4" fmla="*/ 47 w 43"/>
                <a:gd name="T5" fmla="*/ 46 h 41"/>
                <a:gd name="T6" fmla="*/ 60 w 43"/>
                <a:gd name="T7" fmla="*/ 61 h 41"/>
                <a:gd name="T8" fmla="*/ 90 w 43"/>
                <a:gd name="T9" fmla="*/ 84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" h="41">
                  <a:moveTo>
                    <a:pt x="39" y="21"/>
                  </a:moveTo>
                  <a:cubicBezTo>
                    <a:pt x="26" y="15"/>
                    <a:pt x="13" y="8"/>
                    <a:pt x="0" y="0"/>
                  </a:cubicBezTo>
                  <a:cubicBezTo>
                    <a:pt x="8" y="8"/>
                    <a:pt x="16" y="14"/>
                    <a:pt x="23" y="22"/>
                  </a:cubicBezTo>
                  <a:cubicBezTo>
                    <a:pt x="25" y="25"/>
                    <a:pt x="27" y="28"/>
                    <a:pt x="29" y="30"/>
                  </a:cubicBezTo>
                  <a:cubicBezTo>
                    <a:pt x="33" y="36"/>
                    <a:pt x="37" y="38"/>
                    <a:pt x="43" y="41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7803" name="Freeform 314">
              <a:extLst>
                <a:ext uri="{FF2B5EF4-FFF2-40B4-BE49-F238E27FC236}">
                  <a16:creationId xmlns:a16="http://schemas.microsoft.com/office/drawing/2014/main" id="{160804C6-C252-47E9-A4DF-7753E47ECCC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5" y="2163"/>
              <a:ext cx="34" cy="71"/>
            </a:xfrm>
            <a:custGeom>
              <a:avLst/>
              <a:gdLst>
                <a:gd name="T0" fmla="*/ 0 w 27"/>
                <a:gd name="T1" fmla="*/ 0 h 56"/>
                <a:gd name="T2" fmla="*/ 29 w 27"/>
                <a:gd name="T3" fmla="*/ 55 h 56"/>
                <a:gd name="T4" fmla="*/ 39 w 27"/>
                <a:gd name="T5" fmla="*/ 84 h 56"/>
                <a:gd name="T6" fmla="*/ 49 w 27"/>
                <a:gd name="T7" fmla="*/ 114 h 56"/>
                <a:gd name="T8" fmla="*/ 48 w 27"/>
                <a:gd name="T9" fmla="*/ 76 h 56"/>
                <a:gd name="T10" fmla="*/ 54 w 27"/>
                <a:gd name="T11" fmla="*/ 32 h 56"/>
                <a:gd name="T12" fmla="*/ 1 w 27"/>
                <a:gd name="T13" fmla="*/ 0 h 5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" h="56">
                  <a:moveTo>
                    <a:pt x="0" y="0"/>
                  </a:moveTo>
                  <a:cubicBezTo>
                    <a:pt x="6" y="8"/>
                    <a:pt x="10" y="17"/>
                    <a:pt x="14" y="27"/>
                  </a:cubicBezTo>
                  <a:cubicBezTo>
                    <a:pt x="15" y="32"/>
                    <a:pt x="18" y="36"/>
                    <a:pt x="20" y="41"/>
                  </a:cubicBezTo>
                  <a:cubicBezTo>
                    <a:pt x="23" y="46"/>
                    <a:pt x="23" y="51"/>
                    <a:pt x="25" y="56"/>
                  </a:cubicBezTo>
                  <a:cubicBezTo>
                    <a:pt x="25" y="50"/>
                    <a:pt x="23" y="43"/>
                    <a:pt x="24" y="37"/>
                  </a:cubicBezTo>
                  <a:cubicBezTo>
                    <a:pt x="24" y="30"/>
                    <a:pt x="27" y="23"/>
                    <a:pt x="27" y="16"/>
                  </a:cubicBezTo>
                  <a:cubicBezTo>
                    <a:pt x="17" y="15"/>
                    <a:pt x="9" y="4"/>
                    <a:pt x="1" y="0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7804" name="Freeform 315">
              <a:extLst>
                <a:ext uri="{FF2B5EF4-FFF2-40B4-BE49-F238E27FC236}">
                  <a16:creationId xmlns:a16="http://schemas.microsoft.com/office/drawing/2014/main" id="{937180C4-4B7D-41C9-847E-75CBF71561A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3" y="1598"/>
              <a:ext cx="75" cy="266"/>
            </a:xfrm>
            <a:custGeom>
              <a:avLst/>
              <a:gdLst>
                <a:gd name="T0" fmla="*/ 121 w 59"/>
                <a:gd name="T1" fmla="*/ 0 h 209"/>
                <a:gd name="T2" fmla="*/ 108 w 59"/>
                <a:gd name="T3" fmla="*/ 121 h 209"/>
                <a:gd name="T4" fmla="*/ 94 w 59"/>
                <a:gd name="T5" fmla="*/ 244 h 209"/>
                <a:gd name="T6" fmla="*/ 70 w 59"/>
                <a:gd name="T7" fmla="*/ 335 h 209"/>
                <a:gd name="T8" fmla="*/ 0 w 59"/>
                <a:gd name="T9" fmla="*/ 431 h 209"/>
                <a:gd name="T10" fmla="*/ 83 w 59"/>
                <a:gd name="T11" fmla="*/ 183 h 209"/>
                <a:gd name="T12" fmla="*/ 117 w 59"/>
                <a:gd name="T13" fmla="*/ 8 h 20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9" h="209">
                  <a:moveTo>
                    <a:pt x="59" y="0"/>
                  </a:moveTo>
                  <a:cubicBezTo>
                    <a:pt x="59" y="20"/>
                    <a:pt x="55" y="39"/>
                    <a:pt x="53" y="59"/>
                  </a:cubicBezTo>
                  <a:cubicBezTo>
                    <a:pt x="51" y="79"/>
                    <a:pt x="50" y="100"/>
                    <a:pt x="46" y="119"/>
                  </a:cubicBezTo>
                  <a:cubicBezTo>
                    <a:pt x="44" y="134"/>
                    <a:pt x="42" y="151"/>
                    <a:pt x="34" y="163"/>
                  </a:cubicBezTo>
                  <a:cubicBezTo>
                    <a:pt x="24" y="179"/>
                    <a:pt x="13" y="195"/>
                    <a:pt x="0" y="209"/>
                  </a:cubicBezTo>
                  <a:cubicBezTo>
                    <a:pt x="18" y="172"/>
                    <a:pt x="30" y="129"/>
                    <a:pt x="40" y="89"/>
                  </a:cubicBezTo>
                  <a:cubicBezTo>
                    <a:pt x="47" y="60"/>
                    <a:pt x="52" y="32"/>
                    <a:pt x="57" y="4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7805" name="Freeform 316">
              <a:extLst>
                <a:ext uri="{FF2B5EF4-FFF2-40B4-BE49-F238E27FC236}">
                  <a16:creationId xmlns:a16="http://schemas.microsoft.com/office/drawing/2014/main" id="{10612071-3536-4E7C-852E-7693A114304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7" y="1597"/>
              <a:ext cx="13" cy="48"/>
            </a:xfrm>
            <a:custGeom>
              <a:avLst/>
              <a:gdLst>
                <a:gd name="T0" fmla="*/ 1 w 10"/>
                <a:gd name="T1" fmla="*/ 1 h 38"/>
                <a:gd name="T2" fmla="*/ 7 w 10"/>
                <a:gd name="T3" fmla="*/ 77 h 38"/>
                <a:gd name="T4" fmla="*/ 5 w 10"/>
                <a:gd name="T5" fmla="*/ 0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38">
                  <a:moveTo>
                    <a:pt x="1" y="1"/>
                  </a:moveTo>
                  <a:cubicBezTo>
                    <a:pt x="0" y="13"/>
                    <a:pt x="3" y="26"/>
                    <a:pt x="3" y="38"/>
                  </a:cubicBezTo>
                  <a:cubicBezTo>
                    <a:pt x="3" y="28"/>
                    <a:pt x="10" y="8"/>
                    <a:pt x="2" y="0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7806" name="Freeform 317">
              <a:extLst>
                <a:ext uri="{FF2B5EF4-FFF2-40B4-BE49-F238E27FC236}">
                  <a16:creationId xmlns:a16="http://schemas.microsoft.com/office/drawing/2014/main" id="{294B0CB5-B266-493D-B333-D7B34052261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4" y="1623"/>
              <a:ext cx="75" cy="284"/>
            </a:xfrm>
            <a:custGeom>
              <a:avLst/>
              <a:gdLst>
                <a:gd name="T0" fmla="*/ 121 w 59"/>
                <a:gd name="T1" fmla="*/ 5 h 223"/>
                <a:gd name="T2" fmla="*/ 103 w 59"/>
                <a:gd name="T3" fmla="*/ 53 h 223"/>
                <a:gd name="T4" fmla="*/ 84 w 59"/>
                <a:gd name="T5" fmla="*/ 107 h 223"/>
                <a:gd name="T6" fmla="*/ 61 w 59"/>
                <a:gd name="T7" fmla="*/ 232 h 223"/>
                <a:gd name="T8" fmla="*/ 29 w 59"/>
                <a:gd name="T9" fmla="*/ 326 h 223"/>
                <a:gd name="T10" fmla="*/ 10 w 59"/>
                <a:gd name="T11" fmla="*/ 378 h 223"/>
                <a:gd name="T12" fmla="*/ 0 w 59"/>
                <a:gd name="T13" fmla="*/ 461 h 223"/>
                <a:gd name="T14" fmla="*/ 43 w 59"/>
                <a:gd name="T15" fmla="*/ 320 h 223"/>
                <a:gd name="T16" fmla="*/ 70 w 59"/>
                <a:gd name="T17" fmla="*/ 206 h 223"/>
                <a:gd name="T18" fmla="*/ 92 w 59"/>
                <a:gd name="T19" fmla="*/ 93 h 223"/>
                <a:gd name="T20" fmla="*/ 121 w 59"/>
                <a:gd name="T21" fmla="*/ 0 h 22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9" h="223">
                  <a:moveTo>
                    <a:pt x="59" y="2"/>
                  </a:moveTo>
                  <a:cubicBezTo>
                    <a:pt x="54" y="9"/>
                    <a:pt x="53" y="19"/>
                    <a:pt x="50" y="26"/>
                  </a:cubicBezTo>
                  <a:cubicBezTo>
                    <a:pt x="46" y="35"/>
                    <a:pt x="43" y="43"/>
                    <a:pt x="41" y="52"/>
                  </a:cubicBezTo>
                  <a:cubicBezTo>
                    <a:pt x="36" y="72"/>
                    <a:pt x="33" y="92"/>
                    <a:pt x="30" y="112"/>
                  </a:cubicBezTo>
                  <a:cubicBezTo>
                    <a:pt x="27" y="130"/>
                    <a:pt x="21" y="143"/>
                    <a:pt x="14" y="158"/>
                  </a:cubicBezTo>
                  <a:cubicBezTo>
                    <a:pt x="10" y="166"/>
                    <a:pt x="7" y="175"/>
                    <a:pt x="5" y="183"/>
                  </a:cubicBezTo>
                  <a:cubicBezTo>
                    <a:pt x="2" y="196"/>
                    <a:pt x="4" y="211"/>
                    <a:pt x="0" y="223"/>
                  </a:cubicBezTo>
                  <a:cubicBezTo>
                    <a:pt x="3" y="200"/>
                    <a:pt x="16" y="179"/>
                    <a:pt x="21" y="155"/>
                  </a:cubicBezTo>
                  <a:cubicBezTo>
                    <a:pt x="25" y="137"/>
                    <a:pt x="30" y="118"/>
                    <a:pt x="34" y="100"/>
                  </a:cubicBezTo>
                  <a:cubicBezTo>
                    <a:pt x="38" y="82"/>
                    <a:pt x="41" y="64"/>
                    <a:pt x="45" y="45"/>
                  </a:cubicBezTo>
                  <a:cubicBezTo>
                    <a:pt x="47" y="32"/>
                    <a:pt x="50" y="10"/>
                    <a:pt x="59" y="0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7807" name="Freeform 318">
              <a:extLst>
                <a:ext uri="{FF2B5EF4-FFF2-40B4-BE49-F238E27FC236}">
                  <a16:creationId xmlns:a16="http://schemas.microsoft.com/office/drawing/2014/main" id="{1E025C4A-344C-436C-A983-EAEB2DF59EC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2" y="2544"/>
              <a:ext cx="74" cy="298"/>
            </a:xfrm>
            <a:custGeom>
              <a:avLst/>
              <a:gdLst>
                <a:gd name="T0" fmla="*/ 8 w 58"/>
                <a:gd name="T1" fmla="*/ 180 h 234"/>
                <a:gd name="T2" fmla="*/ 5 w 58"/>
                <a:gd name="T3" fmla="*/ 224 h 234"/>
                <a:gd name="T4" fmla="*/ 8 w 58"/>
                <a:gd name="T5" fmla="*/ 224 h 234"/>
                <a:gd name="T6" fmla="*/ 10 w 58"/>
                <a:gd name="T7" fmla="*/ 233 h 234"/>
                <a:gd name="T8" fmla="*/ 14 w 58"/>
                <a:gd name="T9" fmla="*/ 237 h 234"/>
                <a:gd name="T10" fmla="*/ 36 w 58"/>
                <a:gd name="T11" fmla="*/ 262 h 234"/>
                <a:gd name="T12" fmla="*/ 37 w 58"/>
                <a:gd name="T13" fmla="*/ 322 h 234"/>
                <a:gd name="T14" fmla="*/ 61 w 58"/>
                <a:gd name="T15" fmla="*/ 386 h 234"/>
                <a:gd name="T16" fmla="*/ 75 w 58"/>
                <a:gd name="T17" fmla="*/ 484 h 234"/>
                <a:gd name="T18" fmla="*/ 83 w 58"/>
                <a:gd name="T19" fmla="*/ 348 h 234"/>
                <a:gd name="T20" fmla="*/ 60 w 58"/>
                <a:gd name="T21" fmla="*/ 220 h 234"/>
                <a:gd name="T22" fmla="*/ 84 w 58"/>
                <a:gd name="T23" fmla="*/ 76 h 234"/>
                <a:gd name="T24" fmla="*/ 107 w 58"/>
                <a:gd name="T25" fmla="*/ 0 h 234"/>
                <a:gd name="T26" fmla="*/ 14 w 58"/>
                <a:gd name="T27" fmla="*/ 168 h 234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58" h="234">
                  <a:moveTo>
                    <a:pt x="4" y="87"/>
                  </a:moveTo>
                  <a:cubicBezTo>
                    <a:pt x="0" y="92"/>
                    <a:pt x="0" y="102"/>
                    <a:pt x="2" y="108"/>
                  </a:cubicBezTo>
                  <a:cubicBezTo>
                    <a:pt x="3" y="108"/>
                    <a:pt x="3" y="108"/>
                    <a:pt x="4" y="108"/>
                  </a:cubicBezTo>
                  <a:cubicBezTo>
                    <a:pt x="4" y="110"/>
                    <a:pt x="4" y="111"/>
                    <a:pt x="5" y="113"/>
                  </a:cubicBezTo>
                  <a:cubicBezTo>
                    <a:pt x="5" y="113"/>
                    <a:pt x="6" y="114"/>
                    <a:pt x="7" y="115"/>
                  </a:cubicBezTo>
                  <a:cubicBezTo>
                    <a:pt x="16" y="106"/>
                    <a:pt x="17" y="119"/>
                    <a:pt x="17" y="127"/>
                  </a:cubicBezTo>
                  <a:cubicBezTo>
                    <a:pt x="17" y="137"/>
                    <a:pt x="15" y="146"/>
                    <a:pt x="18" y="156"/>
                  </a:cubicBezTo>
                  <a:cubicBezTo>
                    <a:pt x="21" y="167"/>
                    <a:pt x="28" y="176"/>
                    <a:pt x="30" y="187"/>
                  </a:cubicBezTo>
                  <a:cubicBezTo>
                    <a:pt x="34" y="202"/>
                    <a:pt x="35" y="219"/>
                    <a:pt x="36" y="234"/>
                  </a:cubicBezTo>
                  <a:cubicBezTo>
                    <a:pt x="36" y="212"/>
                    <a:pt x="41" y="191"/>
                    <a:pt x="40" y="168"/>
                  </a:cubicBezTo>
                  <a:cubicBezTo>
                    <a:pt x="38" y="147"/>
                    <a:pt x="31" y="128"/>
                    <a:pt x="29" y="107"/>
                  </a:cubicBezTo>
                  <a:cubicBezTo>
                    <a:pt x="27" y="83"/>
                    <a:pt x="35" y="60"/>
                    <a:pt x="41" y="37"/>
                  </a:cubicBezTo>
                  <a:cubicBezTo>
                    <a:pt x="43" y="30"/>
                    <a:pt x="58" y="5"/>
                    <a:pt x="52" y="0"/>
                  </a:cubicBezTo>
                  <a:cubicBezTo>
                    <a:pt x="28" y="21"/>
                    <a:pt x="20" y="54"/>
                    <a:pt x="7" y="82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7808" name="Freeform 319">
              <a:extLst>
                <a:ext uri="{FF2B5EF4-FFF2-40B4-BE49-F238E27FC236}">
                  <a16:creationId xmlns:a16="http://schemas.microsoft.com/office/drawing/2014/main" id="{C533114A-B3CC-4915-A422-A6ADAA660AC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8" y="2849"/>
              <a:ext cx="58" cy="226"/>
            </a:xfrm>
            <a:custGeom>
              <a:avLst/>
              <a:gdLst>
                <a:gd name="T0" fmla="*/ 53 w 46"/>
                <a:gd name="T1" fmla="*/ 22 h 177"/>
                <a:gd name="T2" fmla="*/ 38 w 46"/>
                <a:gd name="T3" fmla="*/ 93 h 177"/>
                <a:gd name="T4" fmla="*/ 10 w 46"/>
                <a:gd name="T5" fmla="*/ 172 h 177"/>
                <a:gd name="T6" fmla="*/ 23 w 46"/>
                <a:gd name="T7" fmla="*/ 369 h 177"/>
                <a:gd name="T8" fmla="*/ 24 w 46"/>
                <a:gd name="T9" fmla="*/ 235 h 177"/>
                <a:gd name="T10" fmla="*/ 69 w 46"/>
                <a:gd name="T11" fmla="*/ 114 h 177"/>
                <a:gd name="T12" fmla="*/ 59 w 46"/>
                <a:gd name="T13" fmla="*/ 6 h 177"/>
                <a:gd name="T14" fmla="*/ 50 w 46"/>
                <a:gd name="T15" fmla="*/ 24 h 17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6" h="177">
                  <a:moveTo>
                    <a:pt x="26" y="10"/>
                  </a:moveTo>
                  <a:cubicBezTo>
                    <a:pt x="22" y="21"/>
                    <a:pt x="22" y="34"/>
                    <a:pt x="19" y="45"/>
                  </a:cubicBezTo>
                  <a:cubicBezTo>
                    <a:pt x="15" y="58"/>
                    <a:pt x="8" y="70"/>
                    <a:pt x="5" y="83"/>
                  </a:cubicBezTo>
                  <a:cubicBezTo>
                    <a:pt x="0" y="113"/>
                    <a:pt x="2" y="148"/>
                    <a:pt x="11" y="177"/>
                  </a:cubicBezTo>
                  <a:cubicBezTo>
                    <a:pt x="3" y="160"/>
                    <a:pt x="7" y="130"/>
                    <a:pt x="12" y="113"/>
                  </a:cubicBezTo>
                  <a:cubicBezTo>
                    <a:pt x="19" y="93"/>
                    <a:pt x="29" y="75"/>
                    <a:pt x="35" y="55"/>
                  </a:cubicBezTo>
                  <a:cubicBezTo>
                    <a:pt x="36" y="49"/>
                    <a:pt x="46" y="0"/>
                    <a:pt x="29" y="3"/>
                  </a:cubicBezTo>
                  <a:cubicBezTo>
                    <a:pt x="28" y="6"/>
                    <a:pt x="26" y="10"/>
                    <a:pt x="25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7809" name="Freeform 320">
              <a:extLst>
                <a:ext uri="{FF2B5EF4-FFF2-40B4-BE49-F238E27FC236}">
                  <a16:creationId xmlns:a16="http://schemas.microsoft.com/office/drawing/2014/main" id="{B33685CB-2BA8-442E-8DF3-D3DDBF1E074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5" y="3197"/>
              <a:ext cx="82" cy="244"/>
            </a:xfrm>
            <a:custGeom>
              <a:avLst/>
              <a:gdLst>
                <a:gd name="T0" fmla="*/ 110 w 64"/>
                <a:gd name="T1" fmla="*/ 0 h 192"/>
                <a:gd name="T2" fmla="*/ 36 w 64"/>
                <a:gd name="T3" fmla="*/ 166 h 192"/>
                <a:gd name="T4" fmla="*/ 0 w 64"/>
                <a:gd name="T5" fmla="*/ 394 h 192"/>
                <a:gd name="T6" fmla="*/ 74 w 64"/>
                <a:gd name="T7" fmla="*/ 156 h 192"/>
                <a:gd name="T8" fmla="*/ 104 w 64"/>
                <a:gd name="T9" fmla="*/ 10 h 1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4" h="192">
                  <a:moveTo>
                    <a:pt x="52" y="0"/>
                  </a:moveTo>
                  <a:cubicBezTo>
                    <a:pt x="35" y="22"/>
                    <a:pt x="25" y="55"/>
                    <a:pt x="17" y="81"/>
                  </a:cubicBezTo>
                  <a:cubicBezTo>
                    <a:pt x="6" y="117"/>
                    <a:pt x="13" y="157"/>
                    <a:pt x="0" y="192"/>
                  </a:cubicBezTo>
                  <a:cubicBezTo>
                    <a:pt x="18" y="156"/>
                    <a:pt x="20" y="114"/>
                    <a:pt x="35" y="76"/>
                  </a:cubicBezTo>
                  <a:cubicBezTo>
                    <a:pt x="41" y="62"/>
                    <a:pt x="64" y="19"/>
                    <a:pt x="49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7810" name="Freeform 321">
              <a:extLst>
                <a:ext uri="{FF2B5EF4-FFF2-40B4-BE49-F238E27FC236}">
                  <a16:creationId xmlns:a16="http://schemas.microsoft.com/office/drawing/2014/main" id="{745C6927-42F6-4750-9748-9C080338E7B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8" y="3516"/>
              <a:ext cx="104" cy="165"/>
            </a:xfrm>
            <a:custGeom>
              <a:avLst/>
              <a:gdLst>
                <a:gd name="T0" fmla="*/ 167 w 82"/>
                <a:gd name="T1" fmla="*/ 0 h 129"/>
                <a:gd name="T2" fmla="*/ 142 w 82"/>
                <a:gd name="T3" fmla="*/ 33 h 129"/>
                <a:gd name="T4" fmla="*/ 122 w 82"/>
                <a:gd name="T5" fmla="*/ 77 h 129"/>
                <a:gd name="T6" fmla="*/ 67 w 82"/>
                <a:gd name="T7" fmla="*/ 134 h 129"/>
                <a:gd name="T8" fmla="*/ 8 w 82"/>
                <a:gd name="T9" fmla="*/ 180 h 129"/>
                <a:gd name="T10" fmla="*/ 1 w 82"/>
                <a:gd name="T11" fmla="*/ 270 h 129"/>
                <a:gd name="T12" fmla="*/ 90 w 82"/>
                <a:gd name="T13" fmla="*/ 142 h 129"/>
                <a:gd name="T14" fmla="*/ 142 w 82"/>
                <a:gd name="T15" fmla="*/ 81 h 129"/>
                <a:gd name="T16" fmla="*/ 161 w 82"/>
                <a:gd name="T17" fmla="*/ 10 h 12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2" h="129">
                  <a:moveTo>
                    <a:pt x="82" y="0"/>
                  </a:moveTo>
                  <a:cubicBezTo>
                    <a:pt x="78" y="6"/>
                    <a:pt x="73" y="10"/>
                    <a:pt x="69" y="16"/>
                  </a:cubicBezTo>
                  <a:cubicBezTo>
                    <a:pt x="65" y="22"/>
                    <a:pt x="64" y="29"/>
                    <a:pt x="60" y="37"/>
                  </a:cubicBezTo>
                  <a:cubicBezTo>
                    <a:pt x="54" y="48"/>
                    <a:pt x="44" y="58"/>
                    <a:pt x="33" y="64"/>
                  </a:cubicBezTo>
                  <a:cubicBezTo>
                    <a:pt x="20" y="71"/>
                    <a:pt x="8" y="70"/>
                    <a:pt x="4" y="86"/>
                  </a:cubicBezTo>
                  <a:cubicBezTo>
                    <a:pt x="1" y="98"/>
                    <a:pt x="0" y="117"/>
                    <a:pt x="1" y="129"/>
                  </a:cubicBezTo>
                  <a:cubicBezTo>
                    <a:pt x="1" y="100"/>
                    <a:pt x="24" y="83"/>
                    <a:pt x="44" y="68"/>
                  </a:cubicBezTo>
                  <a:cubicBezTo>
                    <a:pt x="56" y="59"/>
                    <a:pt x="64" y="52"/>
                    <a:pt x="69" y="38"/>
                  </a:cubicBezTo>
                  <a:cubicBezTo>
                    <a:pt x="72" y="27"/>
                    <a:pt x="75" y="15"/>
                    <a:pt x="79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7811" name="Freeform 322">
              <a:extLst>
                <a:ext uri="{FF2B5EF4-FFF2-40B4-BE49-F238E27FC236}">
                  <a16:creationId xmlns:a16="http://schemas.microsoft.com/office/drawing/2014/main" id="{481C7284-8AE3-4C36-AEDF-4C5FFBCDE4D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5" y="2418"/>
              <a:ext cx="26" cy="433"/>
            </a:xfrm>
            <a:custGeom>
              <a:avLst/>
              <a:gdLst>
                <a:gd name="T0" fmla="*/ 23 w 20"/>
                <a:gd name="T1" fmla="*/ 0 h 340"/>
                <a:gd name="T2" fmla="*/ 38 w 20"/>
                <a:gd name="T3" fmla="*/ 309 h 340"/>
                <a:gd name="T4" fmla="*/ 12 w 20"/>
                <a:gd name="T5" fmla="*/ 702 h 340"/>
                <a:gd name="T6" fmla="*/ 7 w 20"/>
                <a:gd name="T7" fmla="*/ 278 h 340"/>
                <a:gd name="T8" fmla="*/ 29 w 20"/>
                <a:gd name="T9" fmla="*/ 5 h 3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340">
                  <a:moveTo>
                    <a:pt x="11" y="0"/>
                  </a:moveTo>
                  <a:cubicBezTo>
                    <a:pt x="10" y="51"/>
                    <a:pt x="14" y="99"/>
                    <a:pt x="17" y="150"/>
                  </a:cubicBezTo>
                  <a:cubicBezTo>
                    <a:pt x="20" y="213"/>
                    <a:pt x="1" y="277"/>
                    <a:pt x="5" y="340"/>
                  </a:cubicBezTo>
                  <a:cubicBezTo>
                    <a:pt x="5" y="271"/>
                    <a:pt x="6" y="202"/>
                    <a:pt x="3" y="134"/>
                  </a:cubicBezTo>
                  <a:cubicBezTo>
                    <a:pt x="1" y="86"/>
                    <a:pt x="0" y="48"/>
                    <a:pt x="13" y="2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7812" name="Freeform 323">
              <a:extLst>
                <a:ext uri="{FF2B5EF4-FFF2-40B4-BE49-F238E27FC236}">
                  <a16:creationId xmlns:a16="http://schemas.microsoft.com/office/drawing/2014/main" id="{B87352B9-8214-4E00-BD46-E22D3412304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3" y="3255"/>
              <a:ext cx="176" cy="390"/>
            </a:xfrm>
            <a:custGeom>
              <a:avLst/>
              <a:gdLst>
                <a:gd name="T0" fmla="*/ 286 w 138"/>
                <a:gd name="T1" fmla="*/ 0 h 306"/>
                <a:gd name="T2" fmla="*/ 0 w 138"/>
                <a:gd name="T3" fmla="*/ 633 h 306"/>
                <a:gd name="T4" fmla="*/ 83 w 138"/>
                <a:gd name="T5" fmla="*/ 503 h 306"/>
                <a:gd name="T6" fmla="*/ 199 w 138"/>
                <a:gd name="T7" fmla="*/ 300 h 306"/>
                <a:gd name="T8" fmla="*/ 273 w 138"/>
                <a:gd name="T9" fmla="*/ 37 h 3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8" h="306">
                  <a:moveTo>
                    <a:pt x="138" y="0"/>
                  </a:moveTo>
                  <a:cubicBezTo>
                    <a:pt x="134" y="116"/>
                    <a:pt x="74" y="220"/>
                    <a:pt x="0" y="306"/>
                  </a:cubicBezTo>
                  <a:cubicBezTo>
                    <a:pt x="6" y="285"/>
                    <a:pt x="29" y="262"/>
                    <a:pt x="40" y="243"/>
                  </a:cubicBezTo>
                  <a:cubicBezTo>
                    <a:pt x="60" y="211"/>
                    <a:pt x="79" y="178"/>
                    <a:pt x="96" y="144"/>
                  </a:cubicBezTo>
                  <a:cubicBezTo>
                    <a:pt x="116" y="106"/>
                    <a:pt x="134" y="62"/>
                    <a:pt x="132" y="18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7813" name="Freeform 324">
              <a:extLst>
                <a:ext uri="{FF2B5EF4-FFF2-40B4-BE49-F238E27FC236}">
                  <a16:creationId xmlns:a16="http://schemas.microsoft.com/office/drawing/2014/main" id="{829E44ED-D8B3-421A-B230-CB0932A8F05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2" y="1468"/>
              <a:ext cx="123" cy="67"/>
            </a:xfrm>
            <a:custGeom>
              <a:avLst/>
              <a:gdLst>
                <a:gd name="T0" fmla="*/ 198 w 97"/>
                <a:gd name="T1" fmla="*/ 8 h 53"/>
                <a:gd name="T2" fmla="*/ 143 w 97"/>
                <a:gd name="T3" fmla="*/ 5 h 53"/>
                <a:gd name="T4" fmla="*/ 89 w 97"/>
                <a:gd name="T5" fmla="*/ 23 h 53"/>
                <a:gd name="T6" fmla="*/ 0 w 97"/>
                <a:gd name="T7" fmla="*/ 107 h 53"/>
                <a:gd name="T8" fmla="*/ 188 w 97"/>
                <a:gd name="T9" fmla="*/ 16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7" h="53">
                  <a:moveTo>
                    <a:pt x="97" y="4"/>
                  </a:moveTo>
                  <a:cubicBezTo>
                    <a:pt x="91" y="0"/>
                    <a:pt x="77" y="1"/>
                    <a:pt x="70" y="2"/>
                  </a:cubicBezTo>
                  <a:cubicBezTo>
                    <a:pt x="60" y="2"/>
                    <a:pt x="52" y="6"/>
                    <a:pt x="43" y="11"/>
                  </a:cubicBezTo>
                  <a:cubicBezTo>
                    <a:pt x="24" y="21"/>
                    <a:pt x="10" y="34"/>
                    <a:pt x="0" y="53"/>
                  </a:cubicBezTo>
                  <a:cubicBezTo>
                    <a:pt x="19" y="26"/>
                    <a:pt x="59" y="8"/>
                    <a:pt x="92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7814" name="Freeform 325">
              <a:extLst>
                <a:ext uri="{FF2B5EF4-FFF2-40B4-BE49-F238E27FC236}">
                  <a16:creationId xmlns:a16="http://schemas.microsoft.com/office/drawing/2014/main" id="{F5A51F4D-FD1C-4580-B781-5106744E5B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3" y="1812"/>
              <a:ext cx="58" cy="177"/>
            </a:xfrm>
            <a:custGeom>
              <a:avLst/>
              <a:gdLst>
                <a:gd name="T0" fmla="*/ 92 w 46"/>
                <a:gd name="T1" fmla="*/ 0 h 139"/>
                <a:gd name="T2" fmla="*/ 61 w 46"/>
                <a:gd name="T3" fmla="*/ 50 h 139"/>
                <a:gd name="T4" fmla="*/ 29 w 46"/>
                <a:gd name="T5" fmla="*/ 106 h 139"/>
                <a:gd name="T6" fmla="*/ 6 w 46"/>
                <a:gd name="T7" fmla="*/ 178 h 139"/>
                <a:gd name="T8" fmla="*/ 16 w 46"/>
                <a:gd name="T9" fmla="*/ 287 h 139"/>
                <a:gd name="T10" fmla="*/ 38 w 46"/>
                <a:gd name="T11" fmla="*/ 122 h 139"/>
                <a:gd name="T12" fmla="*/ 92 w 46"/>
                <a:gd name="T13" fmla="*/ 10 h 13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6" h="139">
                  <a:moveTo>
                    <a:pt x="46" y="0"/>
                  </a:moveTo>
                  <a:cubicBezTo>
                    <a:pt x="44" y="9"/>
                    <a:pt x="35" y="17"/>
                    <a:pt x="30" y="24"/>
                  </a:cubicBezTo>
                  <a:cubicBezTo>
                    <a:pt x="24" y="33"/>
                    <a:pt x="19" y="42"/>
                    <a:pt x="14" y="51"/>
                  </a:cubicBezTo>
                  <a:cubicBezTo>
                    <a:pt x="9" y="62"/>
                    <a:pt x="4" y="74"/>
                    <a:pt x="3" y="86"/>
                  </a:cubicBezTo>
                  <a:cubicBezTo>
                    <a:pt x="0" y="105"/>
                    <a:pt x="5" y="121"/>
                    <a:pt x="8" y="139"/>
                  </a:cubicBezTo>
                  <a:cubicBezTo>
                    <a:pt x="6" y="111"/>
                    <a:pt x="10" y="85"/>
                    <a:pt x="19" y="59"/>
                  </a:cubicBezTo>
                  <a:cubicBezTo>
                    <a:pt x="26" y="40"/>
                    <a:pt x="38" y="23"/>
                    <a:pt x="46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7815" name="Freeform 326">
              <a:extLst>
                <a:ext uri="{FF2B5EF4-FFF2-40B4-BE49-F238E27FC236}">
                  <a16:creationId xmlns:a16="http://schemas.microsoft.com/office/drawing/2014/main" id="{26FDC84F-ED1D-4194-BA4D-8080482CBC2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6" y="2299"/>
              <a:ext cx="44" cy="40"/>
            </a:xfrm>
            <a:custGeom>
              <a:avLst/>
              <a:gdLst>
                <a:gd name="T0" fmla="*/ 0 w 35"/>
                <a:gd name="T1" fmla="*/ 5 h 31"/>
                <a:gd name="T2" fmla="*/ 18 w 35"/>
                <a:gd name="T3" fmla="*/ 17 h 31"/>
                <a:gd name="T4" fmla="*/ 36 w 35"/>
                <a:gd name="T5" fmla="*/ 36 h 31"/>
                <a:gd name="T6" fmla="*/ 52 w 35"/>
                <a:gd name="T7" fmla="*/ 53 h 31"/>
                <a:gd name="T8" fmla="*/ 69 w 35"/>
                <a:gd name="T9" fmla="*/ 67 h 31"/>
                <a:gd name="T10" fmla="*/ 57 w 35"/>
                <a:gd name="T11" fmla="*/ 58 h 31"/>
                <a:gd name="T12" fmla="*/ 41 w 35"/>
                <a:gd name="T13" fmla="*/ 44 h 31"/>
                <a:gd name="T14" fmla="*/ 25 w 35"/>
                <a:gd name="T15" fmla="*/ 22 h 31"/>
                <a:gd name="T16" fmla="*/ 1 w 35"/>
                <a:gd name="T17" fmla="*/ 5 h 3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5" h="31">
                  <a:moveTo>
                    <a:pt x="0" y="2"/>
                  </a:moveTo>
                  <a:cubicBezTo>
                    <a:pt x="3" y="3"/>
                    <a:pt x="6" y="6"/>
                    <a:pt x="9" y="8"/>
                  </a:cubicBezTo>
                  <a:cubicBezTo>
                    <a:pt x="12" y="11"/>
                    <a:pt x="15" y="14"/>
                    <a:pt x="18" y="17"/>
                  </a:cubicBezTo>
                  <a:cubicBezTo>
                    <a:pt x="21" y="19"/>
                    <a:pt x="23" y="22"/>
                    <a:pt x="26" y="25"/>
                  </a:cubicBezTo>
                  <a:cubicBezTo>
                    <a:pt x="28" y="27"/>
                    <a:pt x="33" y="29"/>
                    <a:pt x="35" y="31"/>
                  </a:cubicBezTo>
                  <a:cubicBezTo>
                    <a:pt x="33" y="31"/>
                    <a:pt x="30" y="28"/>
                    <a:pt x="29" y="27"/>
                  </a:cubicBezTo>
                  <a:cubicBezTo>
                    <a:pt x="26" y="25"/>
                    <a:pt x="24" y="22"/>
                    <a:pt x="21" y="20"/>
                  </a:cubicBezTo>
                  <a:cubicBezTo>
                    <a:pt x="18" y="17"/>
                    <a:pt x="15" y="13"/>
                    <a:pt x="13" y="10"/>
                  </a:cubicBezTo>
                  <a:cubicBezTo>
                    <a:pt x="10" y="8"/>
                    <a:pt x="4" y="0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7816" name="Freeform 327">
              <a:extLst>
                <a:ext uri="{FF2B5EF4-FFF2-40B4-BE49-F238E27FC236}">
                  <a16:creationId xmlns:a16="http://schemas.microsoft.com/office/drawing/2014/main" id="{103F310A-87D3-4CA9-B00A-11FD3559FA5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3" y="2327"/>
              <a:ext cx="51" cy="46"/>
            </a:xfrm>
            <a:custGeom>
              <a:avLst/>
              <a:gdLst>
                <a:gd name="T0" fmla="*/ 0 w 40"/>
                <a:gd name="T1" fmla="*/ 0 h 36"/>
                <a:gd name="T2" fmla="*/ 10 w 40"/>
                <a:gd name="T3" fmla="*/ 22 h 36"/>
                <a:gd name="T4" fmla="*/ 36 w 40"/>
                <a:gd name="T5" fmla="*/ 45 h 36"/>
                <a:gd name="T6" fmla="*/ 60 w 40"/>
                <a:gd name="T7" fmla="*/ 60 h 36"/>
                <a:gd name="T8" fmla="*/ 83 w 40"/>
                <a:gd name="T9" fmla="*/ 75 h 36"/>
                <a:gd name="T10" fmla="*/ 24 w 40"/>
                <a:gd name="T11" fmla="*/ 24 h 36"/>
                <a:gd name="T12" fmla="*/ 1 w 40"/>
                <a:gd name="T13" fmla="*/ 1 h 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6">
                  <a:moveTo>
                    <a:pt x="0" y="0"/>
                  </a:moveTo>
                  <a:cubicBezTo>
                    <a:pt x="1" y="4"/>
                    <a:pt x="4" y="7"/>
                    <a:pt x="5" y="10"/>
                  </a:cubicBezTo>
                  <a:cubicBezTo>
                    <a:pt x="9" y="15"/>
                    <a:pt x="12" y="18"/>
                    <a:pt x="17" y="21"/>
                  </a:cubicBezTo>
                  <a:cubicBezTo>
                    <a:pt x="21" y="24"/>
                    <a:pt x="25" y="26"/>
                    <a:pt x="29" y="29"/>
                  </a:cubicBezTo>
                  <a:cubicBezTo>
                    <a:pt x="33" y="31"/>
                    <a:pt x="37" y="33"/>
                    <a:pt x="40" y="36"/>
                  </a:cubicBezTo>
                  <a:cubicBezTo>
                    <a:pt x="30" y="30"/>
                    <a:pt x="21" y="20"/>
                    <a:pt x="12" y="12"/>
                  </a:cubicBezTo>
                  <a:cubicBezTo>
                    <a:pt x="8" y="9"/>
                    <a:pt x="4" y="5"/>
                    <a:pt x="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7817" name="Freeform 328">
              <a:extLst>
                <a:ext uri="{FF2B5EF4-FFF2-40B4-BE49-F238E27FC236}">
                  <a16:creationId xmlns:a16="http://schemas.microsoft.com/office/drawing/2014/main" id="{0DD073C6-E35A-4DB8-970F-C29B1D08627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3" y="2261"/>
              <a:ext cx="23" cy="34"/>
            </a:xfrm>
            <a:custGeom>
              <a:avLst/>
              <a:gdLst>
                <a:gd name="T0" fmla="*/ 15 w 18"/>
                <a:gd name="T1" fmla="*/ 13 h 27"/>
                <a:gd name="T2" fmla="*/ 29 w 18"/>
                <a:gd name="T3" fmla="*/ 30 h 27"/>
                <a:gd name="T4" fmla="*/ 33 w 18"/>
                <a:gd name="T5" fmla="*/ 8 h 27"/>
                <a:gd name="T6" fmla="*/ 10 w 18"/>
                <a:gd name="T7" fmla="*/ 13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27">
                  <a:moveTo>
                    <a:pt x="7" y="6"/>
                  </a:moveTo>
                  <a:cubicBezTo>
                    <a:pt x="0" y="8"/>
                    <a:pt x="8" y="27"/>
                    <a:pt x="14" y="15"/>
                  </a:cubicBezTo>
                  <a:cubicBezTo>
                    <a:pt x="16" y="12"/>
                    <a:pt x="18" y="7"/>
                    <a:pt x="16" y="4"/>
                  </a:cubicBezTo>
                  <a:cubicBezTo>
                    <a:pt x="14" y="0"/>
                    <a:pt x="8" y="5"/>
                    <a:pt x="5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7818" name="Freeform 329">
              <a:extLst>
                <a:ext uri="{FF2B5EF4-FFF2-40B4-BE49-F238E27FC236}">
                  <a16:creationId xmlns:a16="http://schemas.microsoft.com/office/drawing/2014/main" id="{4142453A-1EA5-414B-873C-B85CB91957E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7" y="2237"/>
              <a:ext cx="21" cy="20"/>
            </a:xfrm>
            <a:custGeom>
              <a:avLst/>
              <a:gdLst>
                <a:gd name="T0" fmla="*/ 5 w 16"/>
                <a:gd name="T1" fmla="*/ 10 h 16"/>
                <a:gd name="T2" fmla="*/ 5 w 16"/>
                <a:gd name="T3" fmla="*/ 29 h 16"/>
                <a:gd name="T4" fmla="*/ 29 w 16"/>
                <a:gd name="T5" fmla="*/ 18 h 16"/>
                <a:gd name="T6" fmla="*/ 32 w 16"/>
                <a:gd name="T7" fmla="*/ 6 h 16"/>
                <a:gd name="T8" fmla="*/ 1 w 16"/>
                <a:gd name="T9" fmla="*/ 14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6">
                  <a:moveTo>
                    <a:pt x="2" y="5"/>
                  </a:moveTo>
                  <a:cubicBezTo>
                    <a:pt x="0" y="7"/>
                    <a:pt x="0" y="12"/>
                    <a:pt x="2" y="14"/>
                  </a:cubicBezTo>
                  <a:cubicBezTo>
                    <a:pt x="5" y="16"/>
                    <a:pt x="11" y="12"/>
                    <a:pt x="13" y="9"/>
                  </a:cubicBezTo>
                  <a:cubicBezTo>
                    <a:pt x="15" y="8"/>
                    <a:pt x="16" y="4"/>
                    <a:pt x="14" y="3"/>
                  </a:cubicBezTo>
                  <a:cubicBezTo>
                    <a:pt x="10" y="0"/>
                    <a:pt x="4" y="5"/>
                    <a:pt x="1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7819" name="Freeform 330">
              <a:extLst>
                <a:ext uri="{FF2B5EF4-FFF2-40B4-BE49-F238E27FC236}">
                  <a16:creationId xmlns:a16="http://schemas.microsoft.com/office/drawing/2014/main" id="{229A6243-B3AE-4375-9E7C-DA10D20096D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4" y="2182"/>
              <a:ext cx="21" cy="29"/>
            </a:xfrm>
            <a:custGeom>
              <a:avLst/>
              <a:gdLst>
                <a:gd name="T0" fmla="*/ 16 w 16"/>
                <a:gd name="T1" fmla="*/ 10 h 23"/>
                <a:gd name="T2" fmla="*/ 18 w 16"/>
                <a:gd name="T3" fmla="*/ 40 h 23"/>
                <a:gd name="T4" fmla="*/ 32 w 16"/>
                <a:gd name="T5" fmla="*/ 10 h 23"/>
                <a:gd name="T6" fmla="*/ 7 w 16"/>
                <a:gd name="T7" fmla="*/ 14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23">
                  <a:moveTo>
                    <a:pt x="7" y="5"/>
                  </a:moveTo>
                  <a:cubicBezTo>
                    <a:pt x="3" y="4"/>
                    <a:pt x="0" y="23"/>
                    <a:pt x="8" y="20"/>
                  </a:cubicBezTo>
                  <a:cubicBezTo>
                    <a:pt x="12" y="19"/>
                    <a:pt x="16" y="9"/>
                    <a:pt x="14" y="5"/>
                  </a:cubicBezTo>
                  <a:cubicBezTo>
                    <a:pt x="12" y="0"/>
                    <a:pt x="6" y="5"/>
                    <a:pt x="3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7820" name="Freeform 331">
              <a:extLst>
                <a:ext uri="{FF2B5EF4-FFF2-40B4-BE49-F238E27FC236}">
                  <a16:creationId xmlns:a16="http://schemas.microsoft.com/office/drawing/2014/main" id="{37F907E4-7BD3-4CFF-A49A-7E1A00E4474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9" y="2158"/>
              <a:ext cx="15" cy="24"/>
            </a:xfrm>
            <a:custGeom>
              <a:avLst/>
              <a:gdLst>
                <a:gd name="T0" fmla="*/ 0 w 12"/>
                <a:gd name="T1" fmla="*/ 6 h 19"/>
                <a:gd name="T2" fmla="*/ 16 w 12"/>
                <a:gd name="T3" fmla="*/ 38 h 19"/>
                <a:gd name="T4" fmla="*/ 10 w 12"/>
                <a:gd name="T5" fmla="*/ 23 h 19"/>
                <a:gd name="T6" fmla="*/ 1 w 12"/>
                <a:gd name="T7" fmla="*/ 8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9">
                  <a:moveTo>
                    <a:pt x="0" y="3"/>
                  </a:moveTo>
                  <a:cubicBezTo>
                    <a:pt x="8" y="0"/>
                    <a:pt x="12" y="19"/>
                    <a:pt x="8" y="19"/>
                  </a:cubicBezTo>
                  <a:cubicBezTo>
                    <a:pt x="6" y="19"/>
                    <a:pt x="6" y="12"/>
                    <a:pt x="5" y="11"/>
                  </a:cubicBezTo>
                  <a:cubicBezTo>
                    <a:pt x="4" y="8"/>
                    <a:pt x="3" y="6"/>
                    <a:pt x="1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7821" name="Freeform 332">
              <a:extLst>
                <a:ext uri="{FF2B5EF4-FFF2-40B4-BE49-F238E27FC236}">
                  <a16:creationId xmlns:a16="http://schemas.microsoft.com/office/drawing/2014/main" id="{C40E88F9-CDF8-4A1D-ADDC-58F5EB450F1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3" y="2148"/>
              <a:ext cx="64" cy="51"/>
            </a:xfrm>
            <a:custGeom>
              <a:avLst/>
              <a:gdLst>
                <a:gd name="T0" fmla="*/ 0 w 50"/>
                <a:gd name="T1" fmla="*/ 75 h 40"/>
                <a:gd name="T2" fmla="*/ 24 w 50"/>
                <a:gd name="T3" fmla="*/ 46 h 40"/>
                <a:gd name="T4" fmla="*/ 46 w 50"/>
                <a:gd name="T5" fmla="*/ 24 h 40"/>
                <a:gd name="T6" fmla="*/ 74 w 50"/>
                <a:gd name="T7" fmla="*/ 10 h 40"/>
                <a:gd name="T8" fmla="*/ 105 w 50"/>
                <a:gd name="T9" fmla="*/ 1 h 40"/>
                <a:gd name="T10" fmla="*/ 37 w 50"/>
                <a:gd name="T11" fmla="*/ 37 h 40"/>
                <a:gd name="T12" fmla="*/ 0 w 50"/>
                <a:gd name="T13" fmla="*/ 83 h 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0" h="40">
                  <a:moveTo>
                    <a:pt x="0" y="36"/>
                  </a:moveTo>
                  <a:cubicBezTo>
                    <a:pt x="3" y="31"/>
                    <a:pt x="8" y="27"/>
                    <a:pt x="12" y="22"/>
                  </a:cubicBezTo>
                  <a:cubicBezTo>
                    <a:pt x="15" y="19"/>
                    <a:pt x="19" y="15"/>
                    <a:pt x="22" y="12"/>
                  </a:cubicBezTo>
                  <a:cubicBezTo>
                    <a:pt x="26" y="9"/>
                    <a:pt x="30" y="7"/>
                    <a:pt x="35" y="5"/>
                  </a:cubicBezTo>
                  <a:cubicBezTo>
                    <a:pt x="39" y="3"/>
                    <a:pt x="46" y="0"/>
                    <a:pt x="50" y="1"/>
                  </a:cubicBezTo>
                  <a:cubicBezTo>
                    <a:pt x="38" y="5"/>
                    <a:pt x="28" y="10"/>
                    <a:pt x="18" y="18"/>
                  </a:cubicBezTo>
                  <a:cubicBezTo>
                    <a:pt x="12" y="23"/>
                    <a:pt x="2" y="31"/>
                    <a:pt x="0" y="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7822" name="Freeform 333">
              <a:extLst>
                <a:ext uri="{FF2B5EF4-FFF2-40B4-BE49-F238E27FC236}">
                  <a16:creationId xmlns:a16="http://schemas.microsoft.com/office/drawing/2014/main" id="{223679B4-6931-4142-862E-1ADAA3A7B8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1" y="2267"/>
              <a:ext cx="152" cy="226"/>
            </a:xfrm>
            <a:custGeom>
              <a:avLst/>
              <a:gdLst>
                <a:gd name="T0" fmla="*/ 223 w 120"/>
                <a:gd name="T1" fmla="*/ 5 h 177"/>
                <a:gd name="T2" fmla="*/ 176 w 120"/>
                <a:gd name="T3" fmla="*/ 13 h 177"/>
                <a:gd name="T4" fmla="*/ 139 w 120"/>
                <a:gd name="T5" fmla="*/ 33 h 177"/>
                <a:gd name="T6" fmla="*/ 61 w 120"/>
                <a:gd name="T7" fmla="*/ 96 h 177"/>
                <a:gd name="T8" fmla="*/ 16 w 120"/>
                <a:gd name="T9" fmla="*/ 216 h 177"/>
                <a:gd name="T10" fmla="*/ 24 w 120"/>
                <a:gd name="T11" fmla="*/ 369 h 177"/>
                <a:gd name="T12" fmla="*/ 23 w 120"/>
                <a:gd name="T13" fmla="*/ 326 h 177"/>
                <a:gd name="T14" fmla="*/ 23 w 120"/>
                <a:gd name="T15" fmla="*/ 264 h 177"/>
                <a:gd name="T16" fmla="*/ 48 w 120"/>
                <a:gd name="T17" fmla="*/ 166 h 177"/>
                <a:gd name="T18" fmla="*/ 113 w 120"/>
                <a:gd name="T19" fmla="*/ 88 h 177"/>
                <a:gd name="T20" fmla="*/ 165 w 120"/>
                <a:gd name="T21" fmla="*/ 80 h 177"/>
                <a:gd name="T22" fmla="*/ 212 w 120"/>
                <a:gd name="T23" fmla="*/ 51 h 177"/>
                <a:gd name="T24" fmla="*/ 223 w 120"/>
                <a:gd name="T25" fmla="*/ 5 h 17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20" h="177">
                  <a:moveTo>
                    <a:pt x="110" y="2"/>
                  </a:moveTo>
                  <a:cubicBezTo>
                    <a:pt x="105" y="0"/>
                    <a:pt x="92" y="5"/>
                    <a:pt x="87" y="6"/>
                  </a:cubicBezTo>
                  <a:cubicBezTo>
                    <a:pt x="81" y="9"/>
                    <a:pt x="75" y="12"/>
                    <a:pt x="69" y="16"/>
                  </a:cubicBezTo>
                  <a:cubicBezTo>
                    <a:pt x="55" y="24"/>
                    <a:pt x="40" y="33"/>
                    <a:pt x="30" y="46"/>
                  </a:cubicBezTo>
                  <a:cubicBezTo>
                    <a:pt x="18" y="63"/>
                    <a:pt x="12" y="83"/>
                    <a:pt x="8" y="103"/>
                  </a:cubicBezTo>
                  <a:cubicBezTo>
                    <a:pt x="3" y="125"/>
                    <a:pt x="0" y="157"/>
                    <a:pt x="12" y="177"/>
                  </a:cubicBezTo>
                  <a:cubicBezTo>
                    <a:pt x="11" y="170"/>
                    <a:pt x="11" y="164"/>
                    <a:pt x="11" y="157"/>
                  </a:cubicBezTo>
                  <a:cubicBezTo>
                    <a:pt x="11" y="147"/>
                    <a:pt x="10" y="136"/>
                    <a:pt x="11" y="127"/>
                  </a:cubicBezTo>
                  <a:cubicBezTo>
                    <a:pt x="13" y="111"/>
                    <a:pt x="18" y="95"/>
                    <a:pt x="24" y="80"/>
                  </a:cubicBezTo>
                  <a:cubicBezTo>
                    <a:pt x="30" y="63"/>
                    <a:pt x="36" y="48"/>
                    <a:pt x="55" y="42"/>
                  </a:cubicBezTo>
                  <a:cubicBezTo>
                    <a:pt x="63" y="40"/>
                    <a:pt x="72" y="40"/>
                    <a:pt x="81" y="38"/>
                  </a:cubicBezTo>
                  <a:cubicBezTo>
                    <a:pt x="89" y="35"/>
                    <a:pt x="98" y="30"/>
                    <a:pt x="104" y="24"/>
                  </a:cubicBezTo>
                  <a:cubicBezTo>
                    <a:pt x="111" y="18"/>
                    <a:pt x="120" y="7"/>
                    <a:pt x="11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7823" name="Freeform 334">
              <a:extLst>
                <a:ext uri="{FF2B5EF4-FFF2-40B4-BE49-F238E27FC236}">
                  <a16:creationId xmlns:a16="http://schemas.microsoft.com/office/drawing/2014/main" id="{E9EF8F2C-6EA0-4F67-9A4F-68C0566D3A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7" y="2574"/>
              <a:ext cx="211" cy="218"/>
            </a:xfrm>
            <a:custGeom>
              <a:avLst/>
              <a:gdLst>
                <a:gd name="T0" fmla="*/ 5 w 166"/>
                <a:gd name="T1" fmla="*/ 0 h 171"/>
                <a:gd name="T2" fmla="*/ 150 w 166"/>
                <a:gd name="T3" fmla="*/ 173 h 171"/>
                <a:gd name="T4" fmla="*/ 229 w 166"/>
                <a:gd name="T5" fmla="*/ 270 h 171"/>
                <a:gd name="T6" fmla="*/ 291 w 166"/>
                <a:gd name="T7" fmla="*/ 321 h 171"/>
                <a:gd name="T8" fmla="*/ 341 w 166"/>
                <a:gd name="T9" fmla="*/ 354 h 171"/>
                <a:gd name="T10" fmla="*/ 318 w 166"/>
                <a:gd name="T11" fmla="*/ 337 h 171"/>
                <a:gd name="T12" fmla="*/ 261 w 166"/>
                <a:gd name="T13" fmla="*/ 278 h 171"/>
                <a:gd name="T14" fmla="*/ 156 w 166"/>
                <a:gd name="T15" fmla="*/ 148 h 171"/>
                <a:gd name="T16" fmla="*/ 64 w 166"/>
                <a:gd name="T17" fmla="*/ 60 h 171"/>
                <a:gd name="T18" fmla="*/ 28 w 166"/>
                <a:gd name="T19" fmla="*/ 28 h 171"/>
                <a:gd name="T20" fmla="*/ 0 w 166"/>
                <a:gd name="T21" fmla="*/ 5 h 17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66" h="171">
                  <a:moveTo>
                    <a:pt x="2" y="0"/>
                  </a:moveTo>
                  <a:cubicBezTo>
                    <a:pt x="27" y="26"/>
                    <a:pt x="51" y="55"/>
                    <a:pt x="73" y="84"/>
                  </a:cubicBezTo>
                  <a:cubicBezTo>
                    <a:pt x="85" y="101"/>
                    <a:pt x="97" y="117"/>
                    <a:pt x="112" y="130"/>
                  </a:cubicBezTo>
                  <a:cubicBezTo>
                    <a:pt x="122" y="139"/>
                    <a:pt x="131" y="148"/>
                    <a:pt x="142" y="155"/>
                  </a:cubicBezTo>
                  <a:cubicBezTo>
                    <a:pt x="150" y="161"/>
                    <a:pt x="159" y="165"/>
                    <a:pt x="166" y="171"/>
                  </a:cubicBezTo>
                  <a:cubicBezTo>
                    <a:pt x="161" y="170"/>
                    <a:pt x="158" y="166"/>
                    <a:pt x="155" y="162"/>
                  </a:cubicBezTo>
                  <a:cubicBezTo>
                    <a:pt x="146" y="152"/>
                    <a:pt x="136" y="144"/>
                    <a:pt x="127" y="134"/>
                  </a:cubicBezTo>
                  <a:cubicBezTo>
                    <a:pt x="110" y="113"/>
                    <a:pt x="94" y="91"/>
                    <a:pt x="76" y="71"/>
                  </a:cubicBezTo>
                  <a:cubicBezTo>
                    <a:pt x="63" y="55"/>
                    <a:pt x="46" y="42"/>
                    <a:pt x="31" y="29"/>
                  </a:cubicBezTo>
                  <a:cubicBezTo>
                    <a:pt x="25" y="23"/>
                    <a:pt x="19" y="18"/>
                    <a:pt x="13" y="13"/>
                  </a:cubicBezTo>
                  <a:cubicBezTo>
                    <a:pt x="9" y="10"/>
                    <a:pt x="3" y="7"/>
                    <a:pt x="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7824" name="Freeform 335">
              <a:extLst>
                <a:ext uri="{FF2B5EF4-FFF2-40B4-BE49-F238E27FC236}">
                  <a16:creationId xmlns:a16="http://schemas.microsoft.com/office/drawing/2014/main" id="{F2BEC654-0896-412F-AAE6-B8F01D1196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9" y="2834"/>
              <a:ext cx="48" cy="38"/>
            </a:xfrm>
            <a:custGeom>
              <a:avLst/>
              <a:gdLst>
                <a:gd name="T0" fmla="*/ 24 w 38"/>
                <a:gd name="T1" fmla="*/ 24 h 30"/>
                <a:gd name="T2" fmla="*/ 24 w 38"/>
                <a:gd name="T3" fmla="*/ 53 h 30"/>
                <a:gd name="T4" fmla="*/ 44 w 38"/>
                <a:gd name="T5" fmla="*/ 30 h 30"/>
                <a:gd name="T6" fmla="*/ 77 w 38"/>
                <a:gd name="T7" fmla="*/ 6 h 30"/>
                <a:gd name="T8" fmla="*/ 23 w 38"/>
                <a:gd name="T9" fmla="*/ 25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30">
                  <a:moveTo>
                    <a:pt x="12" y="12"/>
                  </a:moveTo>
                  <a:cubicBezTo>
                    <a:pt x="4" y="14"/>
                    <a:pt x="0" y="30"/>
                    <a:pt x="12" y="26"/>
                  </a:cubicBezTo>
                  <a:cubicBezTo>
                    <a:pt x="16" y="24"/>
                    <a:pt x="19" y="18"/>
                    <a:pt x="22" y="15"/>
                  </a:cubicBezTo>
                  <a:cubicBezTo>
                    <a:pt x="27" y="11"/>
                    <a:pt x="33" y="7"/>
                    <a:pt x="38" y="3"/>
                  </a:cubicBezTo>
                  <a:cubicBezTo>
                    <a:pt x="33" y="0"/>
                    <a:pt x="15" y="9"/>
                    <a:pt x="11" y="1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7825" name="Freeform 336">
              <a:extLst>
                <a:ext uri="{FF2B5EF4-FFF2-40B4-BE49-F238E27FC236}">
                  <a16:creationId xmlns:a16="http://schemas.microsoft.com/office/drawing/2014/main" id="{28E55708-C62C-40C8-B602-B62BEB5E83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8" y="3003"/>
              <a:ext cx="49" cy="98"/>
            </a:xfrm>
            <a:custGeom>
              <a:avLst/>
              <a:gdLst>
                <a:gd name="T0" fmla="*/ 74 w 38"/>
                <a:gd name="T1" fmla="*/ 0 h 77"/>
                <a:gd name="T2" fmla="*/ 41 w 38"/>
                <a:gd name="T3" fmla="*/ 61 h 77"/>
                <a:gd name="T4" fmla="*/ 13 w 38"/>
                <a:gd name="T5" fmla="*/ 121 h 77"/>
                <a:gd name="T6" fmla="*/ 10 w 38"/>
                <a:gd name="T7" fmla="*/ 149 h 77"/>
                <a:gd name="T8" fmla="*/ 41 w 38"/>
                <a:gd name="T9" fmla="*/ 131 h 77"/>
                <a:gd name="T10" fmla="*/ 67 w 38"/>
                <a:gd name="T11" fmla="*/ 37 h 77"/>
                <a:gd name="T12" fmla="*/ 74 w 38"/>
                <a:gd name="T13" fmla="*/ 1 h 77"/>
                <a:gd name="T14" fmla="*/ 71 w 38"/>
                <a:gd name="T15" fmla="*/ 1 h 7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8" h="77">
                  <a:moveTo>
                    <a:pt x="34" y="0"/>
                  </a:moveTo>
                  <a:cubicBezTo>
                    <a:pt x="25" y="7"/>
                    <a:pt x="22" y="20"/>
                    <a:pt x="19" y="30"/>
                  </a:cubicBezTo>
                  <a:cubicBezTo>
                    <a:pt x="17" y="41"/>
                    <a:pt x="11" y="50"/>
                    <a:pt x="6" y="59"/>
                  </a:cubicBezTo>
                  <a:cubicBezTo>
                    <a:pt x="4" y="63"/>
                    <a:pt x="0" y="68"/>
                    <a:pt x="5" y="72"/>
                  </a:cubicBezTo>
                  <a:cubicBezTo>
                    <a:pt x="12" y="77"/>
                    <a:pt x="17" y="70"/>
                    <a:pt x="19" y="64"/>
                  </a:cubicBezTo>
                  <a:cubicBezTo>
                    <a:pt x="25" y="50"/>
                    <a:pt x="28" y="33"/>
                    <a:pt x="31" y="18"/>
                  </a:cubicBezTo>
                  <a:cubicBezTo>
                    <a:pt x="32" y="13"/>
                    <a:pt x="38" y="5"/>
                    <a:pt x="34" y="1"/>
                  </a:cubicBezTo>
                  <a:cubicBezTo>
                    <a:pt x="34" y="1"/>
                    <a:pt x="33" y="1"/>
                    <a:pt x="33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7826" name="Freeform 337">
              <a:extLst>
                <a:ext uri="{FF2B5EF4-FFF2-40B4-BE49-F238E27FC236}">
                  <a16:creationId xmlns:a16="http://schemas.microsoft.com/office/drawing/2014/main" id="{F026256F-CE12-4D48-8E3F-C3084504DD4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6" y="2865"/>
              <a:ext cx="128" cy="75"/>
            </a:xfrm>
            <a:custGeom>
              <a:avLst/>
              <a:gdLst>
                <a:gd name="T0" fmla="*/ 210 w 100"/>
                <a:gd name="T1" fmla="*/ 39 h 59"/>
                <a:gd name="T2" fmla="*/ 118 w 100"/>
                <a:gd name="T3" fmla="*/ 24 h 59"/>
                <a:gd name="T4" fmla="*/ 0 w 100"/>
                <a:gd name="T5" fmla="*/ 121 h 59"/>
                <a:gd name="T6" fmla="*/ 145 w 100"/>
                <a:gd name="T7" fmla="*/ 5 h 59"/>
                <a:gd name="T8" fmla="*/ 210 w 100"/>
                <a:gd name="T9" fmla="*/ 41 h 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0" h="59">
                  <a:moveTo>
                    <a:pt x="100" y="19"/>
                  </a:moveTo>
                  <a:cubicBezTo>
                    <a:pt x="97" y="5"/>
                    <a:pt x="66" y="8"/>
                    <a:pt x="56" y="12"/>
                  </a:cubicBezTo>
                  <a:cubicBezTo>
                    <a:pt x="35" y="21"/>
                    <a:pt x="17" y="44"/>
                    <a:pt x="0" y="59"/>
                  </a:cubicBezTo>
                  <a:cubicBezTo>
                    <a:pt x="13" y="34"/>
                    <a:pt x="39" y="4"/>
                    <a:pt x="69" y="2"/>
                  </a:cubicBezTo>
                  <a:cubicBezTo>
                    <a:pt x="84" y="0"/>
                    <a:pt x="95" y="6"/>
                    <a:pt x="100" y="2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7827" name="Freeform 338">
              <a:extLst>
                <a:ext uri="{FF2B5EF4-FFF2-40B4-BE49-F238E27FC236}">
                  <a16:creationId xmlns:a16="http://schemas.microsoft.com/office/drawing/2014/main" id="{F42CF7E2-B254-490E-9FA7-B4575170D8D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8" y="2493"/>
              <a:ext cx="104" cy="118"/>
            </a:xfrm>
            <a:custGeom>
              <a:avLst/>
              <a:gdLst>
                <a:gd name="T0" fmla="*/ 152 w 81"/>
                <a:gd name="T1" fmla="*/ 13 h 93"/>
                <a:gd name="T2" fmla="*/ 104 w 81"/>
                <a:gd name="T3" fmla="*/ 53 h 93"/>
                <a:gd name="T4" fmla="*/ 62 w 81"/>
                <a:gd name="T5" fmla="*/ 98 h 93"/>
                <a:gd name="T6" fmla="*/ 28 w 81"/>
                <a:gd name="T7" fmla="*/ 190 h 93"/>
                <a:gd name="T8" fmla="*/ 40 w 81"/>
                <a:gd name="T9" fmla="*/ 157 h 93"/>
                <a:gd name="T10" fmla="*/ 59 w 81"/>
                <a:gd name="T11" fmla="*/ 119 h 93"/>
                <a:gd name="T12" fmla="*/ 121 w 81"/>
                <a:gd name="T13" fmla="*/ 53 h 93"/>
                <a:gd name="T14" fmla="*/ 162 w 81"/>
                <a:gd name="T15" fmla="*/ 18 h 93"/>
                <a:gd name="T16" fmla="*/ 150 w 81"/>
                <a:gd name="T17" fmla="*/ 14 h 9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1" h="93">
                  <a:moveTo>
                    <a:pt x="72" y="6"/>
                  </a:moveTo>
                  <a:cubicBezTo>
                    <a:pt x="65" y="14"/>
                    <a:pt x="56" y="19"/>
                    <a:pt x="49" y="26"/>
                  </a:cubicBezTo>
                  <a:cubicBezTo>
                    <a:pt x="42" y="33"/>
                    <a:pt x="35" y="41"/>
                    <a:pt x="29" y="48"/>
                  </a:cubicBezTo>
                  <a:cubicBezTo>
                    <a:pt x="23" y="54"/>
                    <a:pt x="0" y="85"/>
                    <a:pt x="13" y="93"/>
                  </a:cubicBezTo>
                  <a:cubicBezTo>
                    <a:pt x="15" y="89"/>
                    <a:pt x="17" y="82"/>
                    <a:pt x="19" y="77"/>
                  </a:cubicBezTo>
                  <a:cubicBezTo>
                    <a:pt x="21" y="70"/>
                    <a:pt x="24" y="64"/>
                    <a:pt x="28" y="58"/>
                  </a:cubicBezTo>
                  <a:cubicBezTo>
                    <a:pt x="36" y="46"/>
                    <a:pt x="47" y="36"/>
                    <a:pt x="57" y="26"/>
                  </a:cubicBezTo>
                  <a:cubicBezTo>
                    <a:pt x="63" y="20"/>
                    <a:pt x="72" y="16"/>
                    <a:pt x="76" y="9"/>
                  </a:cubicBezTo>
                  <a:cubicBezTo>
                    <a:pt x="81" y="2"/>
                    <a:pt x="73" y="0"/>
                    <a:pt x="71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7828" name="Freeform 339">
              <a:extLst>
                <a:ext uri="{FF2B5EF4-FFF2-40B4-BE49-F238E27FC236}">
                  <a16:creationId xmlns:a16="http://schemas.microsoft.com/office/drawing/2014/main" id="{9E37E309-50F0-4C2D-90EE-34750151FBB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3" y="2348"/>
              <a:ext cx="42" cy="89"/>
            </a:xfrm>
            <a:custGeom>
              <a:avLst/>
              <a:gdLst>
                <a:gd name="T0" fmla="*/ 6 w 33"/>
                <a:gd name="T1" fmla="*/ 17 h 70"/>
                <a:gd name="T2" fmla="*/ 17 w 33"/>
                <a:gd name="T3" fmla="*/ 43 h 70"/>
                <a:gd name="T4" fmla="*/ 31 w 33"/>
                <a:gd name="T5" fmla="*/ 70 h 70"/>
                <a:gd name="T6" fmla="*/ 67 w 33"/>
                <a:gd name="T7" fmla="*/ 144 h 70"/>
                <a:gd name="T8" fmla="*/ 36 w 33"/>
                <a:gd name="T9" fmla="*/ 31 h 70"/>
                <a:gd name="T10" fmla="*/ 18 w 33"/>
                <a:gd name="T11" fmla="*/ 5 h 70"/>
                <a:gd name="T12" fmla="*/ 6 w 33"/>
                <a:gd name="T13" fmla="*/ 14 h 7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3" h="70">
                  <a:moveTo>
                    <a:pt x="3" y="8"/>
                  </a:moveTo>
                  <a:cubicBezTo>
                    <a:pt x="5" y="11"/>
                    <a:pt x="6" y="17"/>
                    <a:pt x="8" y="21"/>
                  </a:cubicBezTo>
                  <a:cubicBezTo>
                    <a:pt x="10" y="26"/>
                    <a:pt x="12" y="30"/>
                    <a:pt x="15" y="34"/>
                  </a:cubicBezTo>
                  <a:cubicBezTo>
                    <a:pt x="21" y="45"/>
                    <a:pt x="26" y="58"/>
                    <a:pt x="33" y="70"/>
                  </a:cubicBezTo>
                  <a:cubicBezTo>
                    <a:pt x="25" y="52"/>
                    <a:pt x="20" y="34"/>
                    <a:pt x="17" y="15"/>
                  </a:cubicBezTo>
                  <a:cubicBezTo>
                    <a:pt x="16" y="10"/>
                    <a:pt x="15" y="4"/>
                    <a:pt x="9" y="2"/>
                  </a:cubicBezTo>
                  <a:cubicBezTo>
                    <a:pt x="6" y="0"/>
                    <a:pt x="0" y="2"/>
                    <a:pt x="3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7829" name="Freeform 340">
              <a:extLst>
                <a:ext uri="{FF2B5EF4-FFF2-40B4-BE49-F238E27FC236}">
                  <a16:creationId xmlns:a16="http://schemas.microsoft.com/office/drawing/2014/main" id="{1BEC3071-B77F-4C0C-A03F-61997CEBFD1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2" y="2275"/>
              <a:ext cx="99" cy="79"/>
            </a:xfrm>
            <a:custGeom>
              <a:avLst/>
              <a:gdLst>
                <a:gd name="T0" fmla="*/ 10 w 78"/>
                <a:gd name="T1" fmla="*/ 23 h 62"/>
                <a:gd name="T2" fmla="*/ 160 w 78"/>
                <a:gd name="T3" fmla="*/ 129 h 62"/>
                <a:gd name="T4" fmla="*/ 52 w 78"/>
                <a:gd name="T5" fmla="*/ 59 h 62"/>
                <a:gd name="T6" fmla="*/ 22 w 78"/>
                <a:gd name="T7" fmla="*/ 24 h 62"/>
                <a:gd name="T8" fmla="*/ 0 w 78"/>
                <a:gd name="T9" fmla="*/ 0 h 62"/>
                <a:gd name="T10" fmla="*/ 14 w 78"/>
                <a:gd name="T11" fmla="*/ 24 h 6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8" h="62">
                  <a:moveTo>
                    <a:pt x="5" y="11"/>
                  </a:moveTo>
                  <a:cubicBezTo>
                    <a:pt x="19" y="39"/>
                    <a:pt x="50" y="53"/>
                    <a:pt x="78" y="62"/>
                  </a:cubicBezTo>
                  <a:cubicBezTo>
                    <a:pt x="61" y="50"/>
                    <a:pt x="42" y="41"/>
                    <a:pt x="25" y="28"/>
                  </a:cubicBezTo>
                  <a:cubicBezTo>
                    <a:pt x="20" y="23"/>
                    <a:pt x="15" y="17"/>
                    <a:pt x="10" y="12"/>
                  </a:cubicBezTo>
                  <a:cubicBezTo>
                    <a:pt x="7" y="8"/>
                    <a:pt x="4" y="3"/>
                    <a:pt x="0" y="0"/>
                  </a:cubicBezTo>
                  <a:cubicBezTo>
                    <a:pt x="1" y="3"/>
                    <a:pt x="4" y="9"/>
                    <a:pt x="7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7830" name="Freeform 341">
              <a:extLst>
                <a:ext uri="{FF2B5EF4-FFF2-40B4-BE49-F238E27FC236}">
                  <a16:creationId xmlns:a16="http://schemas.microsoft.com/office/drawing/2014/main" id="{BA4C96D6-8841-4953-99AC-EE26C551FBD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3" y="1860"/>
              <a:ext cx="21" cy="266"/>
            </a:xfrm>
            <a:custGeom>
              <a:avLst/>
              <a:gdLst>
                <a:gd name="T0" fmla="*/ 37 w 16"/>
                <a:gd name="T1" fmla="*/ 0 h 209"/>
                <a:gd name="T2" fmla="*/ 7 w 16"/>
                <a:gd name="T3" fmla="*/ 202 h 209"/>
                <a:gd name="T4" fmla="*/ 1 w 16"/>
                <a:gd name="T5" fmla="*/ 299 h 209"/>
                <a:gd name="T6" fmla="*/ 1 w 16"/>
                <a:gd name="T7" fmla="*/ 363 h 209"/>
                <a:gd name="T8" fmla="*/ 9 w 16"/>
                <a:gd name="T9" fmla="*/ 431 h 209"/>
                <a:gd name="T10" fmla="*/ 24 w 16"/>
                <a:gd name="T11" fmla="*/ 146 h 209"/>
                <a:gd name="T12" fmla="*/ 37 w 16"/>
                <a:gd name="T13" fmla="*/ 6 h 20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" h="209">
                  <a:moveTo>
                    <a:pt x="16" y="0"/>
                  </a:moveTo>
                  <a:cubicBezTo>
                    <a:pt x="8" y="31"/>
                    <a:pt x="4" y="65"/>
                    <a:pt x="3" y="98"/>
                  </a:cubicBezTo>
                  <a:cubicBezTo>
                    <a:pt x="2" y="113"/>
                    <a:pt x="1" y="129"/>
                    <a:pt x="1" y="145"/>
                  </a:cubicBezTo>
                  <a:cubicBezTo>
                    <a:pt x="0" y="155"/>
                    <a:pt x="1" y="165"/>
                    <a:pt x="1" y="176"/>
                  </a:cubicBezTo>
                  <a:cubicBezTo>
                    <a:pt x="2" y="187"/>
                    <a:pt x="4" y="198"/>
                    <a:pt x="4" y="209"/>
                  </a:cubicBezTo>
                  <a:cubicBezTo>
                    <a:pt x="4" y="164"/>
                    <a:pt x="5" y="116"/>
                    <a:pt x="11" y="71"/>
                  </a:cubicBezTo>
                  <a:cubicBezTo>
                    <a:pt x="15" y="48"/>
                    <a:pt x="14" y="26"/>
                    <a:pt x="16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7831" name="Freeform 342">
              <a:extLst>
                <a:ext uri="{FF2B5EF4-FFF2-40B4-BE49-F238E27FC236}">
                  <a16:creationId xmlns:a16="http://schemas.microsoft.com/office/drawing/2014/main" id="{565A8233-6DFD-4901-82D7-5E17D724B72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4" y="1389"/>
              <a:ext cx="56" cy="83"/>
            </a:xfrm>
            <a:custGeom>
              <a:avLst/>
              <a:gdLst>
                <a:gd name="T0" fmla="*/ 76 w 44"/>
                <a:gd name="T1" fmla="*/ 0 h 65"/>
                <a:gd name="T2" fmla="*/ 64 w 44"/>
                <a:gd name="T3" fmla="*/ 77 h 65"/>
                <a:gd name="T4" fmla="*/ 0 w 44"/>
                <a:gd name="T5" fmla="*/ 134 h 65"/>
                <a:gd name="T6" fmla="*/ 46 w 44"/>
                <a:gd name="T7" fmla="*/ 111 h 65"/>
                <a:gd name="T8" fmla="*/ 81 w 44"/>
                <a:gd name="T9" fmla="*/ 66 h 65"/>
                <a:gd name="T10" fmla="*/ 75 w 44"/>
                <a:gd name="T11" fmla="*/ 1 h 6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4" h="65">
                  <a:moveTo>
                    <a:pt x="37" y="0"/>
                  </a:moveTo>
                  <a:cubicBezTo>
                    <a:pt x="37" y="13"/>
                    <a:pt x="40" y="25"/>
                    <a:pt x="31" y="37"/>
                  </a:cubicBezTo>
                  <a:cubicBezTo>
                    <a:pt x="24" y="48"/>
                    <a:pt x="14" y="61"/>
                    <a:pt x="0" y="64"/>
                  </a:cubicBezTo>
                  <a:cubicBezTo>
                    <a:pt x="7" y="65"/>
                    <a:pt x="18" y="57"/>
                    <a:pt x="22" y="53"/>
                  </a:cubicBezTo>
                  <a:cubicBezTo>
                    <a:pt x="28" y="47"/>
                    <a:pt x="35" y="40"/>
                    <a:pt x="39" y="32"/>
                  </a:cubicBezTo>
                  <a:cubicBezTo>
                    <a:pt x="44" y="21"/>
                    <a:pt x="40" y="11"/>
                    <a:pt x="36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7832" name="Freeform 343">
              <a:extLst>
                <a:ext uri="{FF2B5EF4-FFF2-40B4-BE49-F238E27FC236}">
                  <a16:creationId xmlns:a16="http://schemas.microsoft.com/office/drawing/2014/main" id="{17755DB3-2F2B-4EC0-B9B5-3EC2C967A9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6" y="1496"/>
              <a:ext cx="64" cy="39"/>
            </a:xfrm>
            <a:custGeom>
              <a:avLst/>
              <a:gdLst>
                <a:gd name="T0" fmla="*/ 0 w 51"/>
                <a:gd name="T1" fmla="*/ 0 h 31"/>
                <a:gd name="T2" fmla="*/ 100 w 51"/>
                <a:gd name="T3" fmla="*/ 23 h 31"/>
                <a:gd name="T4" fmla="*/ 38 w 51"/>
                <a:gd name="T5" fmla="*/ 54 h 31"/>
                <a:gd name="T6" fmla="*/ 0 w 51"/>
                <a:gd name="T7" fmla="*/ 8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1" h="31">
                  <a:moveTo>
                    <a:pt x="0" y="0"/>
                  </a:moveTo>
                  <a:cubicBezTo>
                    <a:pt x="14" y="16"/>
                    <a:pt x="33" y="27"/>
                    <a:pt x="51" y="11"/>
                  </a:cubicBezTo>
                  <a:cubicBezTo>
                    <a:pt x="47" y="23"/>
                    <a:pt x="32" y="31"/>
                    <a:pt x="19" y="27"/>
                  </a:cubicBezTo>
                  <a:cubicBezTo>
                    <a:pt x="7" y="24"/>
                    <a:pt x="5" y="13"/>
                    <a:pt x="0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7833" name="Freeform 344">
              <a:extLst>
                <a:ext uri="{FF2B5EF4-FFF2-40B4-BE49-F238E27FC236}">
                  <a16:creationId xmlns:a16="http://schemas.microsoft.com/office/drawing/2014/main" id="{CE9A0ED4-7E69-4AC0-8D44-6AE6F626875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7" y="915"/>
              <a:ext cx="113" cy="274"/>
            </a:xfrm>
            <a:custGeom>
              <a:avLst/>
              <a:gdLst>
                <a:gd name="T0" fmla="*/ 182 w 89"/>
                <a:gd name="T1" fmla="*/ 0 h 215"/>
                <a:gd name="T2" fmla="*/ 70 w 89"/>
                <a:gd name="T3" fmla="*/ 445 h 215"/>
                <a:gd name="T4" fmla="*/ 182 w 89"/>
                <a:gd name="T5" fmla="*/ 0 h 2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9" h="215">
                  <a:moveTo>
                    <a:pt x="89" y="0"/>
                  </a:moveTo>
                  <a:cubicBezTo>
                    <a:pt x="89" y="0"/>
                    <a:pt x="0" y="74"/>
                    <a:pt x="34" y="215"/>
                  </a:cubicBezTo>
                  <a:cubicBezTo>
                    <a:pt x="34" y="215"/>
                    <a:pt x="13" y="90"/>
                    <a:pt x="8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7834" name="Freeform 345">
              <a:extLst>
                <a:ext uri="{FF2B5EF4-FFF2-40B4-BE49-F238E27FC236}">
                  <a16:creationId xmlns:a16="http://schemas.microsoft.com/office/drawing/2014/main" id="{DFB904A7-9CDB-44AA-AED8-21CFB2A7C6A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2" y="1705"/>
              <a:ext cx="267" cy="212"/>
            </a:xfrm>
            <a:custGeom>
              <a:avLst/>
              <a:gdLst>
                <a:gd name="T0" fmla="*/ 94 w 210"/>
                <a:gd name="T1" fmla="*/ 187 h 167"/>
                <a:gd name="T2" fmla="*/ 431 w 210"/>
                <a:gd name="T3" fmla="*/ 341 h 167"/>
                <a:gd name="T4" fmla="*/ 37 w 210"/>
                <a:gd name="T5" fmla="*/ 0 h 167"/>
                <a:gd name="T6" fmla="*/ 94 w 210"/>
                <a:gd name="T7" fmla="*/ 187 h 16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0" h="167">
                  <a:moveTo>
                    <a:pt x="46" y="91"/>
                  </a:moveTo>
                  <a:cubicBezTo>
                    <a:pt x="46" y="91"/>
                    <a:pt x="170" y="160"/>
                    <a:pt x="210" y="167"/>
                  </a:cubicBezTo>
                  <a:cubicBezTo>
                    <a:pt x="210" y="167"/>
                    <a:pt x="31" y="82"/>
                    <a:pt x="18" y="0"/>
                  </a:cubicBezTo>
                  <a:cubicBezTo>
                    <a:pt x="18" y="0"/>
                    <a:pt x="0" y="48"/>
                    <a:pt x="46" y="91"/>
                  </a:cubicBezTo>
                  <a:close/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7835" name="Freeform 346">
              <a:extLst>
                <a:ext uri="{FF2B5EF4-FFF2-40B4-BE49-F238E27FC236}">
                  <a16:creationId xmlns:a16="http://schemas.microsoft.com/office/drawing/2014/main" id="{2C075831-765E-4E73-9450-F35B4EDECE94}"/>
                </a:ext>
              </a:extLst>
            </p:cNvPr>
            <p:cNvSpPr>
              <a:spLocks/>
            </p:cNvSpPr>
            <p:nvPr/>
          </p:nvSpPr>
          <p:spPr bwMode="auto">
            <a:xfrm>
              <a:off x="5117" y="1626"/>
              <a:ext cx="40" cy="94"/>
            </a:xfrm>
            <a:custGeom>
              <a:avLst/>
              <a:gdLst>
                <a:gd name="T0" fmla="*/ 67 w 31"/>
                <a:gd name="T1" fmla="*/ 0 h 74"/>
                <a:gd name="T2" fmla="*/ 10 w 31"/>
                <a:gd name="T3" fmla="*/ 151 h 74"/>
                <a:gd name="T4" fmla="*/ 67 w 31"/>
                <a:gd name="T5" fmla="*/ 0 h 7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74">
                  <a:moveTo>
                    <a:pt x="31" y="0"/>
                  </a:moveTo>
                  <a:cubicBezTo>
                    <a:pt x="31" y="0"/>
                    <a:pt x="0" y="56"/>
                    <a:pt x="5" y="74"/>
                  </a:cubicBezTo>
                  <a:cubicBezTo>
                    <a:pt x="5" y="74"/>
                    <a:pt x="24" y="9"/>
                    <a:pt x="3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7836" name="Freeform 347">
              <a:extLst>
                <a:ext uri="{FF2B5EF4-FFF2-40B4-BE49-F238E27FC236}">
                  <a16:creationId xmlns:a16="http://schemas.microsoft.com/office/drawing/2014/main" id="{C0FE69D3-820B-4209-826E-119DF2463996}"/>
                </a:ext>
              </a:extLst>
            </p:cNvPr>
            <p:cNvSpPr>
              <a:spLocks/>
            </p:cNvSpPr>
            <p:nvPr/>
          </p:nvSpPr>
          <p:spPr bwMode="auto">
            <a:xfrm>
              <a:off x="5117" y="1371"/>
              <a:ext cx="17" cy="43"/>
            </a:xfrm>
            <a:custGeom>
              <a:avLst/>
              <a:gdLst>
                <a:gd name="T0" fmla="*/ 29 w 13"/>
                <a:gd name="T1" fmla="*/ 0 h 34"/>
                <a:gd name="T2" fmla="*/ 5 w 13"/>
                <a:gd name="T3" fmla="*/ 68 h 34"/>
                <a:gd name="T4" fmla="*/ 29 w 13"/>
                <a:gd name="T5" fmla="*/ 0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34">
                  <a:moveTo>
                    <a:pt x="13" y="0"/>
                  </a:moveTo>
                  <a:cubicBezTo>
                    <a:pt x="13" y="0"/>
                    <a:pt x="0" y="3"/>
                    <a:pt x="2" y="34"/>
                  </a:cubicBezTo>
                  <a:cubicBezTo>
                    <a:pt x="2" y="34"/>
                    <a:pt x="8" y="1"/>
                    <a:pt x="1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7837" name="Freeform 348">
              <a:extLst>
                <a:ext uri="{FF2B5EF4-FFF2-40B4-BE49-F238E27FC236}">
                  <a16:creationId xmlns:a16="http://schemas.microsoft.com/office/drawing/2014/main" id="{C5B8C4CE-B0AB-4EBE-B4F4-078E104A35A9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4" y="1454"/>
              <a:ext cx="52" cy="41"/>
            </a:xfrm>
            <a:custGeom>
              <a:avLst/>
              <a:gdLst>
                <a:gd name="T0" fmla="*/ 0 w 41"/>
                <a:gd name="T1" fmla="*/ 0 h 32"/>
                <a:gd name="T2" fmla="*/ 84 w 41"/>
                <a:gd name="T3" fmla="*/ 63 h 32"/>
                <a:gd name="T4" fmla="*/ 0 w 41"/>
                <a:gd name="T5" fmla="*/ 0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" h="32">
                  <a:moveTo>
                    <a:pt x="0" y="0"/>
                  </a:moveTo>
                  <a:cubicBezTo>
                    <a:pt x="0" y="0"/>
                    <a:pt x="16" y="32"/>
                    <a:pt x="41" y="30"/>
                  </a:cubicBezTo>
                  <a:cubicBezTo>
                    <a:pt x="41" y="30"/>
                    <a:pt x="5" y="16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7838" name="Freeform 349">
              <a:extLst>
                <a:ext uri="{FF2B5EF4-FFF2-40B4-BE49-F238E27FC236}">
                  <a16:creationId xmlns:a16="http://schemas.microsoft.com/office/drawing/2014/main" id="{A5B4F5BA-A394-4FF0-8264-3650352DBBC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0" y="1887"/>
              <a:ext cx="115" cy="392"/>
            </a:xfrm>
            <a:custGeom>
              <a:avLst/>
              <a:gdLst>
                <a:gd name="T0" fmla="*/ 69 w 90"/>
                <a:gd name="T1" fmla="*/ 0 h 308"/>
                <a:gd name="T2" fmla="*/ 0 w 90"/>
                <a:gd name="T3" fmla="*/ 635 h 308"/>
                <a:gd name="T4" fmla="*/ 69 w 90"/>
                <a:gd name="T5" fmla="*/ 0 h 30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0" h="308">
                  <a:moveTo>
                    <a:pt x="33" y="0"/>
                  </a:moveTo>
                  <a:cubicBezTo>
                    <a:pt x="33" y="0"/>
                    <a:pt x="90" y="142"/>
                    <a:pt x="0" y="308"/>
                  </a:cubicBezTo>
                  <a:cubicBezTo>
                    <a:pt x="0" y="308"/>
                    <a:pt x="64" y="136"/>
                    <a:pt x="33" y="0"/>
                  </a:cubicBezTo>
                  <a:close/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7839" name="Freeform 350">
              <a:extLst>
                <a:ext uri="{FF2B5EF4-FFF2-40B4-BE49-F238E27FC236}">
                  <a16:creationId xmlns:a16="http://schemas.microsoft.com/office/drawing/2014/main" id="{163E3EEF-01CA-4A32-B9D0-83D12F38A37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8" y="960"/>
              <a:ext cx="68" cy="94"/>
            </a:xfrm>
            <a:custGeom>
              <a:avLst/>
              <a:gdLst>
                <a:gd name="T0" fmla="*/ 108 w 54"/>
                <a:gd name="T1" fmla="*/ 0 h 74"/>
                <a:gd name="T2" fmla="*/ 0 w 54"/>
                <a:gd name="T3" fmla="*/ 151 h 7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4" h="74">
                  <a:moveTo>
                    <a:pt x="54" y="0"/>
                  </a:moveTo>
                  <a:cubicBezTo>
                    <a:pt x="43" y="29"/>
                    <a:pt x="20" y="51"/>
                    <a:pt x="0" y="74"/>
                  </a:cubicBezTo>
                </a:path>
              </a:pathLst>
            </a:custGeom>
            <a:noFill/>
            <a:ln w="1588" cap="rnd">
              <a:solidFill>
                <a:srgbClr val="D7C7B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7840" name="Freeform 351">
              <a:extLst>
                <a:ext uri="{FF2B5EF4-FFF2-40B4-BE49-F238E27FC236}">
                  <a16:creationId xmlns:a16="http://schemas.microsoft.com/office/drawing/2014/main" id="{02416D24-C411-4682-9728-16ED8F00CD6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2" y="964"/>
              <a:ext cx="55" cy="58"/>
            </a:xfrm>
            <a:custGeom>
              <a:avLst/>
              <a:gdLst>
                <a:gd name="T0" fmla="*/ 0 w 43"/>
                <a:gd name="T1" fmla="*/ 92 h 46"/>
                <a:gd name="T2" fmla="*/ 90 w 43"/>
                <a:gd name="T3" fmla="*/ 0 h 4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3" h="46">
                  <a:moveTo>
                    <a:pt x="0" y="46"/>
                  </a:moveTo>
                  <a:cubicBezTo>
                    <a:pt x="17" y="35"/>
                    <a:pt x="28" y="15"/>
                    <a:pt x="43" y="0"/>
                  </a:cubicBezTo>
                </a:path>
              </a:pathLst>
            </a:custGeom>
            <a:noFill/>
            <a:ln w="1588" cap="rnd">
              <a:solidFill>
                <a:srgbClr val="D7C7B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7841" name="Freeform 352">
              <a:extLst>
                <a:ext uri="{FF2B5EF4-FFF2-40B4-BE49-F238E27FC236}">
                  <a16:creationId xmlns:a16="http://schemas.microsoft.com/office/drawing/2014/main" id="{65E1077B-1545-4EF9-B0D2-45EB1ADE42F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6" y="960"/>
              <a:ext cx="58" cy="65"/>
            </a:xfrm>
            <a:custGeom>
              <a:avLst/>
              <a:gdLst>
                <a:gd name="T0" fmla="*/ 92 w 46"/>
                <a:gd name="T1" fmla="*/ 0 h 51"/>
                <a:gd name="T2" fmla="*/ 0 w 46"/>
                <a:gd name="T3" fmla="*/ 106 h 5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6" h="51">
                  <a:moveTo>
                    <a:pt x="46" y="0"/>
                  </a:moveTo>
                  <a:cubicBezTo>
                    <a:pt x="36" y="21"/>
                    <a:pt x="15" y="35"/>
                    <a:pt x="0" y="51"/>
                  </a:cubicBezTo>
                </a:path>
              </a:pathLst>
            </a:custGeom>
            <a:noFill/>
            <a:ln w="1588" cap="rnd">
              <a:solidFill>
                <a:srgbClr val="D7C7B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7842" name="Freeform 353">
              <a:extLst>
                <a:ext uri="{FF2B5EF4-FFF2-40B4-BE49-F238E27FC236}">
                  <a16:creationId xmlns:a16="http://schemas.microsoft.com/office/drawing/2014/main" id="{FA366617-698F-418D-BA80-46FDC2CD8DE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4" y="954"/>
              <a:ext cx="50" cy="72"/>
            </a:xfrm>
            <a:custGeom>
              <a:avLst/>
              <a:gdLst>
                <a:gd name="T0" fmla="*/ 82 w 39"/>
                <a:gd name="T1" fmla="*/ 0 h 57"/>
                <a:gd name="T2" fmla="*/ 0 w 39"/>
                <a:gd name="T3" fmla="*/ 115 h 5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9" h="57">
                  <a:moveTo>
                    <a:pt x="39" y="0"/>
                  </a:moveTo>
                  <a:cubicBezTo>
                    <a:pt x="32" y="22"/>
                    <a:pt x="12" y="39"/>
                    <a:pt x="0" y="57"/>
                  </a:cubicBezTo>
                </a:path>
              </a:pathLst>
            </a:custGeom>
            <a:noFill/>
            <a:ln w="1588" cap="rnd">
              <a:solidFill>
                <a:srgbClr val="D7C7B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7843" name="Freeform 354">
              <a:extLst>
                <a:ext uri="{FF2B5EF4-FFF2-40B4-BE49-F238E27FC236}">
                  <a16:creationId xmlns:a16="http://schemas.microsoft.com/office/drawing/2014/main" id="{D3DA3E85-D747-47DB-A991-0F7EBCE99D0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8" y="940"/>
              <a:ext cx="30" cy="81"/>
            </a:xfrm>
            <a:custGeom>
              <a:avLst/>
              <a:gdLst>
                <a:gd name="T0" fmla="*/ 45 w 24"/>
                <a:gd name="T1" fmla="*/ 0 h 64"/>
                <a:gd name="T2" fmla="*/ 0 w 24"/>
                <a:gd name="T3" fmla="*/ 130 h 6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64">
                  <a:moveTo>
                    <a:pt x="23" y="0"/>
                  </a:moveTo>
                  <a:cubicBezTo>
                    <a:pt x="24" y="24"/>
                    <a:pt x="5" y="43"/>
                    <a:pt x="0" y="64"/>
                  </a:cubicBezTo>
                </a:path>
              </a:pathLst>
            </a:custGeom>
            <a:noFill/>
            <a:ln w="1588" cap="rnd">
              <a:solidFill>
                <a:srgbClr val="D7C7B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7844" name="Freeform 355">
              <a:extLst>
                <a:ext uri="{FF2B5EF4-FFF2-40B4-BE49-F238E27FC236}">
                  <a16:creationId xmlns:a16="http://schemas.microsoft.com/office/drawing/2014/main" id="{87403BFB-59CD-4889-B8F2-CAB818009C7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2" y="915"/>
              <a:ext cx="169" cy="18"/>
            </a:xfrm>
            <a:custGeom>
              <a:avLst/>
              <a:gdLst>
                <a:gd name="T0" fmla="*/ 273 w 133"/>
                <a:gd name="T1" fmla="*/ 0 h 14"/>
                <a:gd name="T2" fmla="*/ 179 w 133"/>
                <a:gd name="T3" fmla="*/ 19 h 14"/>
                <a:gd name="T4" fmla="*/ 66 w 133"/>
                <a:gd name="T5" fmla="*/ 17 h 14"/>
                <a:gd name="T6" fmla="*/ 0 w 133"/>
                <a:gd name="T7" fmla="*/ 30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3" h="14">
                  <a:moveTo>
                    <a:pt x="133" y="0"/>
                  </a:moveTo>
                  <a:cubicBezTo>
                    <a:pt x="124" y="12"/>
                    <a:pt x="100" y="9"/>
                    <a:pt x="87" y="9"/>
                  </a:cubicBezTo>
                  <a:cubicBezTo>
                    <a:pt x="69" y="9"/>
                    <a:pt x="51" y="8"/>
                    <a:pt x="32" y="8"/>
                  </a:cubicBezTo>
                  <a:cubicBezTo>
                    <a:pt x="22" y="8"/>
                    <a:pt x="7" y="7"/>
                    <a:pt x="0" y="14"/>
                  </a:cubicBezTo>
                </a:path>
              </a:pathLst>
            </a:custGeom>
            <a:noFill/>
            <a:ln w="1588" cap="rnd">
              <a:solidFill>
                <a:srgbClr val="D7C7B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7845" name="Freeform 356">
              <a:extLst>
                <a:ext uri="{FF2B5EF4-FFF2-40B4-BE49-F238E27FC236}">
                  <a16:creationId xmlns:a16="http://schemas.microsoft.com/office/drawing/2014/main" id="{1513D3AF-1868-498E-A375-106204504AF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8" y="927"/>
              <a:ext cx="144" cy="20"/>
            </a:xfrm>
            <a:custGeom>
              <a:avLst/>
              <a:gdLst>
                <a:gd name="T0" fmla="*/ 234 w 113"/>
                <a:gd name="T1" fmla="*/ 0 h 16"/>
                <a:gd name="T2" fmla="*/ 153 w 113"/>
                <a:gd name="T3" fmla="*/ 25 h 16"/>
                <a:gd name="T4" fmla="*/ 0 w 113"/>
                <a:gd name="T5" fmla="*/ 3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3" h="16">
                  <a:moveTo>
                    <a:pt x="113" y="0"/>
                  </a:moveTo>
                  <a:cubicBezTo>
                    <a:pt x="100" y="5"/>
                    <a:pt x="88" y="11"/>
                    <a:pt x="74" y="13"/>
                  </a:cubicBezTo>
                  <a:cubicBezTo>
                    <a:pt x="50" y="16"/>
                    <a:pt x="24" y="15"/>
                    <a:pt x="0" y="15"/>
                  </a:cubicBezTo>
                </a:path>
              </a:pathLst>
            </a:custGeom>
            <a:noFill/>
            <a:ln w="1588" cap="rnd">
              <a:solidFill>
                <a:srgbClr val="D7C7B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7846" name="Freeform 357">
              <a:extLst>
                <a:ext uri="{FF2B5EF4-FFF2-40B4-BE49-F238E27FC236}">
                  <a16:creationId xmlns:a16="http://schemas.microsoft.com/office/drawing/2014/main" id="{B9B59B13-8476-47B0-8627-AB30C6C8FC2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0" y="1111"/>
              <a:ext cx="46" cy="130"/>
            </a:xfrm>
            <a:custGeom>
              <a:avLst/>
              <a:gdLst>
                <a:gd name="T0" fmla="*/ 0 w 36"/>
                <a:gd name="T1" fmla="*/ 0 h 102"/>
                <a:gd name="T2" fmla="*/ 17 w 36"/>
                <a:gd name="T3" fmla="*/ 83 h 102"/>
                <a:gd name="T4" fmla="*/ 75 w 36"/>
                <a:gd name="T5" fmla="*/ 212 h 10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102">
                  <a:moveTo>
                    <a:pt x="0" y="0"/>
                  </a:moveTo>
                  <a:cubicBezTo>
                    <a:pt x="5" y="5"/>
                    <a:pt x="5" y="30"/>
                    <a:pt x="8" y="40"/>
                  </a:cubicBezTo>
                  <a:cubicBezTo>
                    <a:pt x="15" y="62"/>
                    <a:pt x="25" y="82"/>
                    <a:pt x="36" y="102"/>
                  </a:cubicBezTo>
                </a:path>
              </a:pathLst>
            </a:custGeom>
            <a:noFill/>
            <a:ln w="1588" cap="rnd">
              <a:solidFill>
                <a:srgbClr val="D7C7B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7847" name="Freeform 358">
              <a:extLst>
                <a:ext uri="{FF2B5EF4-FFF2-40B4-BE49-F238E27FC236}">
                  <a16:creationId xmlns:a16="http://schemas.microsoft.com/office/drawing/2014/main" id="{57B4D167-B641-41A8-8D16-BEA8954CA74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8" y="1115"/>
              <a:ext cx="23" cy="78"/>
            </a:xfrm>
            <a:custGeom>
              <a:avLst/>
              <a:gdLst>
                <a:gd name="T0" fmla="*/ 13 w 18"/>
                <a:gd name="T1" fmla="*/ 0 h 61"/>
                <a:gd name="T2" fmla="*/ 37 w 18"/>
                <a:gd name="T3" fmla="*/ 128 h 6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61">
                  <a:moveTo>
                    <a:pt x="6" y="0"/>
                  </a:moveTo>
                  <a:cubicBezTo>
                    <a:pt x="0" y="15"/>
                    <a:pt x="13" y="45"/>
                    <a:pt x="18" y="61"/>
                  </a:cubicBezTo>
                </a:path>
              </a:pathLst>
            </a:custGeom>
            <a:noFill/>
            <a:ln w="1588" cap="rnd">
              <a:solidFill>
                <a:srgbClr val="D7C7B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7848" name="Freeform 359">
              <a:extLst>
                <a:ext uri="{FF2B5EF4-FFF2-40B4-BE49-F238E27FC236}">
                  <a16:creationId xmlns:a16="http://schemas.microsoft.com/office/drawing/2014/main" id="{DDC35BA6-4107-4395-802F-5AD51CB1D42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4" y="1111"/>
              <a:ext cx="1" cy="59"/>
            </a:xfrm>
            <a:custGeom>
              <a:avLst/>
              <a:gdLst>
                <a:gd name="T0" fmla="*/ 0 w 1"/>
                <a:gd name="T1" fmla="*/ 0 h 46"/>
                <a:gd name="T2" fmla="*/ 0 w 1"/>
                <a:gd name="T3" fmla="*/ 97 h 4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46">
                  <a:moveTo>
                    <a:pt x="0" y="0"/>
                  </a:moveTo>
                  <a:cubicBezTo>
                    <a:pt x="0" y="15"/>
                    <a:pt x="0" y="31"/>
                    <a:pt x="0" y="46"/>
                  </a:cubicBezTo>
                </a:path>
              </a:pathLst>
            </a:custGeom>
            <a:noFill/>
            <a:ln w="1588" cap="rnd">
              <a:solidFill>
                <a:srgbClr val="D7C7B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7849" name="Freeform 360">
              <a:extLst>
                <a:ext uri="{FF2B5EF4-FFF2-40B4-BE49-F238E27FC236}">
                  <a16:creationId xmlns:a16="http://schemas.microsoft.com/office/drawing/2014/main" id="{33D6C39F-C026-4656-9060-51E6B35E3CC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2" y="1113"/>
              <a:ext cx="3" cy="51"/>
            </a:xfrm>
            <a:custGeom>
              <a:avLst/>
              <a:gdLst>
                <a:gd name="T0" fmla="*/ 8 w 2"/>
                <a:gd name="T1" fmla="*/ 0 h 40"/>
                <a:gd name="T2" fmla="*/ 0 w 2"/>
                <a:gd name="T3" fmla="*/ 83 h 4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40">
                  <a:moveTo>
                    <a:pt x="2" y="0"/>
                  </a:moveTo>
                  <a:cubicBezTo>
                    <a:pt x="2" y="13"/>
                    <a:pt x="0" y="27"/>
                    <a:pt x="0" y="40"/>
                  </a:cubicBezTo>
                </a:path>
              </a:pathLst>
            </a:custGeom>
            <a:noFill/>
            <a:ln w="1588" cap="rnd">
              <a:solidFill>
                <a:srgbClr val="D7C7B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7850" name="Freeform 361">
              <a:extLst>
                <a:ext uri="{FF2B5EF4-FFF2-40B4-BE49-F238E27FC236}">
                  <a16:creationId xmlns:a16="http://schemas.microsoft.com/office/drawing/2014/main" id="{9A824F3F-71B3-4759-A19E-AB0474D3944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4" y="1061"/>
              <a:ext cx="25" cy="141"/>
            </a:xfrm>
            <a:custGeom>
              <a:avLst/>
              <a:gdLst>
                <a:gd name="T0" fmla="*/ 25 w 20"/>
                <a:gd name="T1" fmla="*/ 0 h 111"/>
                <a:gd name="T2" fmla="*/ 29 w 20"/>
                <a:gd name="T3" fmla="*/ 105 h 111"/>
                <a:gd name="T4" fmla="*/ 0 w 20"/>
                <a:gd name="T5" fmla="*/ 227 h 1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111">
                  <a:moveTo>
                    <a:pt x="13" y="0"/>
                  </a:moveTo>
                  <a:cubicBezTo>
                    <a:pt x="20" y="13"/>
                    <a:pt x="16" y="37"/>
                    <a:pt x="14" y="51"/>
                  </a:cubicBezTo>
                  <a:cubicBezTo>
                    <a:pt x="12" y="71"/>
                    <a:pt x="5" y="91"/>
                    <a:pt x="0" y="111"/>
                  </a:cubicBezTo>
                </a:path>
              </a:pathLst>
            </a:custGeom>
            <a:noFill/>
            <a:ln w="1588" cap="rnd">
              <a:solidFill>
                <a:srgbClr val="D7C7B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</p:grpSp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70" name="Rectangle 2">
            <a:extLst>
              <a:ext uri="{FF2B5EF4-FFF2-40B4-BE49-F238E27FC236}">
                <a16:creationId xmlns:a16="http://schemas.microsoft.com/office/drawing/2014/main" id="{5098441D-6957-4833-BD63-68C166F38D42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Baby</a:t>
            </a:r>
          </a:p>
        </p:txBody>
      </p:sp>
      <p:grpSp>
        <p:nvGrpSpPr>
          <p:cNvPr id="28674" name="infant-full-body-medical-illustration">
            <a:extLst>
              <a:ext uri="{FF2B5EF4-FFF2-40B4-BE49-F238E27FC236}">
                <a16:creationId xmlns:a16="http://schemas.microsoft.com/office/drawing/2014/main" id="{351B7098-9CFB-492A-99B0-A76B68C9C9DB}"/>
              </a:ext>
            </a:extLst>
          </p:cNvPr>
          <p:cNvGrpSpPr>
            <a:grpSpLocks/>
          </p:cNvGrpSpPr>
          <p:nvPr/>
        </p:nvGrpSpPr>
        <p:grpSpPr bwMode="auto">
          <a:xfrm>
            <a:off x="2914650" y="1266825"/>
            <a:ext cx="2506663" cy="5041900"/>
            <a:chOff x="876" y="721"/>
            <a:chExt cx="1579" cy="3176"/>
          </a:xfrm>
        </p:grpSpPr>
        <p:grpSp>
          <p:nvGrpSpPr>
            <p:cNvPr id="28912" name="Group 4">
              <a:extLst>
                <a:ext uri="{FF2B5EF4-FFF2-40B4-BE49-F238E27FC236}">
                  <a16:creationId xmlns:a16="http://schemas.microsoft.com/office/drawing/2014/main" id="{9976F2EE-C644-4924-A835-9249BB3D48C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76" y="721"/>
              <a:ext cx="1579" cy="3176"/>
              <a:chOff x="876" y="721"/>
              <a:chExt cx="1579" cy="3176"/>
            </a:xfrm>
          </p:grpSpPr>
          <p:sp>
            <p:nvSpPr>
              <p:cNvPr id="29001" name="Freeform 5">
                <a:extLst>
                  <a:ext uri="{FF2B5EF4-FFF2-40B4-BE49-F238E27FC236}">
                    <a16:creationId xmlns:a16="http://schemas.microsoft.com/office/drawing/2014/main" id="{71E0B2E2-E0EC-40F9-B478-C6BF8EDAAA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1" y="2431"/>
                <a:ext cx="823" cy="1210"/>
              </a:xfrm>
              <a:custGeom>
                <a:avLst/>
                <a:gdLst>
                  <a:gd name="T0" fmla="*/ 0 w 788"/>
                  <a:gd name="T1" fmla="*/ 331 h 1161"/>
                  <a:gd name="T2" fmla="*/ 18 w 788"/>
                  <a:gd name="T3" fmla="*/ 586 h 1161"/>
                  <a:gd name="T4" fmla="*/ 114 w 788"/>
                  <a:gd name="T5" fmla="*/ 634 h 1161"/>
                  <a:gd name="T6" fmla="*/ 199 w 788"/>
                  <a:gd name="T7" fmla="*/ 648 h 1161"/>
                  <a:gd name="T8" fmla="*/ 139 w 788"/>
                  <a:gd name="T9" fmla="*/ 747 h 1161"/>
                  <a:gd name="T10" fmla="*/ 91 w 788"/>
                  <a:gd name="T11" fmla="*/ 846 h 1161"/>
                  <a:gd name="T12" fmla="*/ 26 w 788"/>
                  <a:gd name="T13" fmla="*/ 952 h 1161"/>
                  <a:gd name="T14" fmla="*/ 130 w 788"/>
                  <a:gd name="T15" fmla="*/ 1117 h 1161"/>
                  <a:gd name="T16" fmla="*/ 164 w 788"/>
                  <a:gd name="T17" fmla="*/ 1164 h 1161"/>
                  <a:gd name="T18" fmla="*/ 194 w 788"/>
                  <a:gd name="T19" fmla="*/ 1243 h 1161"/>
                  <a:gd name="T20" fmla="*/ 253 w 788"/>
                  <a:gd name="T21" fmla="*/ 1239 h 1161"/>
                  <a:gd name="T22" fmla="*/ 278 w 788"/>
                  <a:gd name="T23" fmla="*/ 1270 h 1161"/>
                  <a:gd name="T24" fmla="*/ 285 w 788"/>
                  <a:gd name="T25" fmla="*/ 1301 h 1161"/>
                  <a:gd name="T26" fmla="*/ 313 w 788"/>
                  <a:gd name="T27" fmla="*/ 1286 h 1161"/>
                  <a:gd name="T28" fmla="*/ 342 w 788"/>
                  <a:gd name="T29" fmla="*/ 1305 h 1161"/>
                  <a:gd name="T30" fmla="*/ 382 w 788"/>
                  <a:gd name="T31" fmla="*/ 1252 h 1161"/>
                  <a:gd name="T32" fmla="*/ 385 w 788"/>
                  <a:gd name="T33" fmla="*/ 1177 h 1161"/>
                  <a:gd name="T34" fmla="*/ 347 w 788"/>
                  <a:gd name="T35" fmla="*/ 988 h 1161"/>
                  <a:gd name="T36" fmla="*/ 391 w 788"/>
                  <a:gd name="T37" fmla="*/ 945 h 1161"/>
                  <a:gd name="T38" fmla="*/ 688 w 788"/>
                  <a:gd name="T39" fmla="*/ 696 h 1161"/>
                  <a:gd name="T40" fmla="*/ 852 w 788"/>
                  <a:gd name="T41" fmla="*/ 223 h 1161"/>
                  <a:gd name="T42" fmla="*/ 476 w 788"/>
                  <a:gd name="T43" fmla="*/ 1 h 1161"/>
                  <a:gd name="T44" fmla="*/ 89 w 788"/>
                  <a:gd name="T45" fmla="*/ 307 h 1161"/>
                  <a:gd name="T46" fmla="*/ 0 w 788"/>
                  <a:gd name="T47" fmla="*/ 331 h 1161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788" h="1161">
                    <a:moveTo>
                      <a:pt x="0" y="293"/>
                    </a:moveTo>
                    <a:cubicBezTo>
                      <a:pt x="0" y="293"/>
                      <a:pt x="2" y="505"/>
                      <a:pt x="15" y="517"/>
                    </a:cubicBezTo>
                    <a:cubicBezTo>
                      <a:pt x="28" y="529"/>
                      <a:pt x="62" y="560"/>
                      <a:pt x="100" y="559"/>
                    </a:cubicBezTo>
                    <a:cubicBezTo>
                      <a:pt x="139" y="557"/>
                      <a:pt x="175" y="573"/>
                      <a:pt x="175" y="573"/>
                    </a:cubicBezTo>
                    <a:cubicBezTo>
                      <a:pt x="175" y="573"/>
                      <a:pt x="136" y="636"/>
                      <a:pt x="122" y="660"/>
                    </a:cubicBezTo>
                    <a:cubicBezTo>
                      <a:pt x="107" y="684"/>
                      <a:pt x="82" y="716"/>
                      <a:pt x="79" y="747"/>
                    </a:cubicBezTo>
                    <a:cubicBezTo>
                      <a:pt x="74" y="800"/>
                      <a:pt x="32" y="800"/>
                      <a:pt x="23" y="841"/>
                    </a:cubicBezTo>
                    <a:cubicBezTo>
                      <a:pt x="14" y="883"/>
                      <a:pt x="18" y="955"/>
                      <a:pt x="114" y="987"/>
                    </a:cubicBezTo>
                    <a:cubicBezTo>
                      <a:pt x="118" y="988"/>
                      <a:pt x="132" y="1023"/>
                      <a:pt x="144" y="1029"/>
                    </a:cubicBezTo>
                    <a:cubicBezTo>
                      <a:pt x="144" y="1029"/>
                      <a:pt x="126" y="1076"/>
                      <a:pt x="170" y="1099"/>
                    </a:cubicBezTo>
                    <a:cubicBezTo>
                      <a:pt x="214" y="1121"/>
                      <a:pt x="222" y="1095"/>
                      <a:pt x="222" y="1095"/>
                    </a:cubicBezTo>
                    <a:cubicBezTo>
                      <a:pt x="222" y="1095"/>
                      <a:pt x="224" y="1125"/>
                      <a:pt x="244" y="1123"/>
                    </a:cubicBezTo>
                    <a:cubicBezTo>
                      <a:pt x="244" y="1123"/>
                      <a:pt x="231" y="1144"/>
                      <a:pt x="250" y="1149"/>
                    </a:cubicBezTo>
                    <a:cubicBezTo>
                      <a:pt x="268" y="1155"/>
                      <a:pt x="266" y="1137"/>
                      <a:pt x="275" y="1136"/>
                    </a:cubicBezTo>
                    <a:cubicBezTo>
                      <a:pt x="275" y="1136"/>
                      <a:pt x="275" y="1161"/>
                      <a:pt x="300" y="1152"/>
                    </a:cubicBezTo>
                    <a:cubicBezTo>
                      <a:pt x="326" y="1143"/>
                      <a:pt x="332" y="1132"/>
                      <a:pt x="335" y="1105"/>
                    </a:cubicBezTo>
                    <a:cubicBezTo>
                      <a:pt x="338" y="1079"/>
                      <a:pt x="335" y="1057"/>
                      <a:pt x="338" y="1039"/>
                    </a:cubicBezTo>
                    <a:cubicBezTo>
                      <a:pt x="340" y="1020"/>
                      <a:pt x="351" y="939"/>
                      <a:pt x="304" y="873"/>
                    </a:cubicBezTo>
                    <a:cubicBezTo>
                      <a:pt x="304" y="873"/>
                      <a:pt x="339" y="857"/>
                      <a:pt x="343" y="835"/>
                    </a:cubicBezTo>
                    <a:cubicBezTo>
                      <a:pt x="347" y="812"/>
                      <a:pt x="483" y="791"/>
                      <a:pt x="604" y="615"/>
                    </a:cubicBezTo>
                    <a:cubicBezTo>
                      <a:pt x="726" y="439"/>
                      <a:pt x="788" y="317"/>
                      <a:pt x="748" y="197"/>
                    </a:cubicBezTo>
                    <a:cubicBezTo>
                      <a:pt x="708" y="77"/>
                      <a:pt x="502" y="0"/>
                      <a:pt x="418" y="1"/>
                    </a:cubicBezTo>
                    <a:cubicBezTo>
                      <a:pt x="334" y="3"/>
                      <a:pt x="118" y="209"/>
                      <a:pt x="78" y="272"/>
                    </a:cubicBezTo>
                    <a:cubicBezTo>
                      <a:pt x="38" y="335"/>
                      <a:pt x="0" y="293"/>
                      <a:pt x="0" y="293"/>
                    </a:cubicBezTo>
                    <a:close/>
                  </a:path>
                </a:pathLst>
              </a:custGeom>
              <a:solidFill>
                <a:srgbClr val="FEF2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29002" name="Freeform 6">
                <a:extLst>
                  <a:ext uri="{FF2B5EF4-FFF2-40B4-BE49-F238E27FC236}">
                    <a16:creationId xmlns:a16="http://schemas.microsoft.com/office/drawing/2014/main" id="{47B2B22C-6015-4FDA-8440-D5EB50ED12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0" y="2430"/>
                <a:ext cx="302" cy="166"/>
              </a:xfrm>
              <a:custGeom>
                <a:avLst/>
                <a:gdLst>
                  <a:gd name="T0" fmla="*/ 21 w 289"/>
                  <a:gd name="T1" fmla="*/ 0 h 159"/>
                  <a:gd name="T2" fmla="*/ 1 w 289"/>
                  <a:gd name="T3" fmla="*/ 21 h 159"/>
                  <a:gd name="T4" fmla="*/ 16 w 289"/>
                  <a:gd name="T5" fmla="*/ 46 h 159"/>
                  <a:gd name="T6" fmla="*/ 4 w 289"/>
                  <a:gd name="T7" fmla="*/ 78 h 159"/>
                  <a:gd name="T8" fmla="*/ 11 w 289"/>
                  <a:gd name="T9" fmla="*/ 98 h 159"/>
                  <a:gd name="T10" fmla="*/ 41 w 289"/>
                  <a:gd name="T11" fmla="*/ 103 h 159"/>
                  <a:gd name="T12" fmla="*/ 63 w 289"/>
                  <a:gd name="T13" fmla="*/ 80 h 159"/>
                  <a:gd name="T14" fmla="*/ 80 w 289"/>
                  <a:gd name="T15" fmla="*/ 60 h 159"/>
                  <a:gd name="T16" fmla="*/ 78 w 289"/>
                  <a:gd name="T17" fmla="*/ 78 h 159"/>
                  <a:gd name="T18" fmla="*/ 57 w 289"/>
                  <a:gd name="T19" fmla="*/ 103 h 159"/>
                  <a:gd name="T20" fmla="*/ 72 w 289"/>
                  <a:gd name="T21" fmla="*/ 157 h 159"/>
                  <a:gd name="T22" fmla="*/ 157 w 289"/>
                  <a:gd name="T23" fmla="*/ 75 h 159"/>
                  <a:gd name="T24" fmla="*/ 186 w 289"/>
                  <a:gd name="T25" fmla="*/ 67 h 159"/>
                  <a:gd name="T26" fmla="*/ 173 w 289"/>
                  <a:gd name="T27" fmla="*/ 108 h 159"/>
                  <a:gd name="T28" fmla="*/ 184 w 289"/>
                  <a:gd name="T29" fmla="*/ 150 h 159"/>
                  <a:gd name="T30" fmla="*/ 233 w 289"/>
                  <a:gd name="T31" fmla="*/ 133 h 159"/>
                  <a:gd name="T32" fmla="*/ 259 w 289"/>
                  <a:gd name="T33" fmla="*/ 92 h 159"/>
                  <a:gd name="T34" fmla="*/ 276 w 289"/>
                  <a:gd name="T35" fmla="*/ 102 h 159"/>
                  <a:gd name="T36" fmla="*/ 284 w 289"/>
                  <a:gd name="T37" fmla="*/ 173 h 159"/>
                  <a:gd name="T38" fmla="*/ 323 w 289"/>
                  <a:gd name="T39" fmla="*/ 167 h 159"/>
                  <a:gd name="T40" fmla="*/ 321 w 289"/>
                  <a:gd name="T41" fmla="*/ 103 h 159"/>
                  <a:gd name="T42" fmla="*/ 277 w 289"/>
                  <a:gd name="T43" fmla="*/ 66 h 159"/>
                  <a:gd name="T44" fmla="*/ 186 w 289"/>
                  <a:gd name="T45" fmla="*/ 37 h 159"/>
                  <a:gd name="T46" fmla="*/ 111 w 289"/>
                  <a:gd name="T47" fmla="*/ 17 h 159"/>
                  <a:gd name="T48" fmla="*/ 45 w 289"/>
                  <a:gd name="T49" fmla="*/ 2 h 159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89" h="159">
                    <a:moveTo>
                      <a:pt x="18" y="0"/>
                    </a:moveTo>
                    <a:cubicBezTo>
                      <a:pt x="12" y="3"/>
                      <a:pt x="0" y="10"/>
                      <a:pt x="1" y="18"/>
                    </a:cubicBezTo>
                    <a:cubicBezTo>
                      <a:pt x="3" y="27"/>
                      <a:pt x="15" y="28"/>
                      <a:pt x="13" y="40"/>
                    </a:cubicBezTo>
                    <a:cubicBezTo>
                      <a:pt x="11" y="50"/>
                      <a:pt x="4" y="58"/>
                      <a:pt x="4" y="69"/>
                    </a:cubicBezTo>
                    <a:cubicBezTo>
                      <a:pt x="4" y="76"/>
                      <a:pt x="6" y="80"/>
                      <a:pt x="11" y="86"/>
                    </a:cubicBezTo>
                    <a:cubicBezTo>
                      <a:pt x="18" y="95"/>
                      <a:pt x="25" y="100"/>
                      <a:pt x="35" y="91"/>
                    </a:cubicBezTo>
                    <a:cubicBezTo>
                      <a:pt x="42" y="86"/>
                      <a:pt x="49" y="78"/>
                      <a:pt x="55" y="71"/>
                    </a:cubicBezTo>
                    <a:cubicBezTo>
                      <a:pt x="60" y="65"/>
                      <a:pt x="63" y="55"/>
                      <a:pt x="71" y="53"/>
                    </a:cubicBezTo>
                    <a:cubicBezTo>
                      <a:pt x="79" y="60"/>
                      <a:pt x="75" y="64"/>
                      <a:pt x="69" y="69"/>
                    </a:cubicBezTo>
                    <a:cubicBezTo>
                      <a:pt x="62" y="76"/>
                      <a:pt x="56" y="83"/>
                      <a:pt x="51" y="91"/>
                    </a:cubicBezTo>
                    <a:cubicBezTo>
                      <a:pt x="39" y="108"/>
                      <a:pt x="33" y="137"/>
                      <a:pt x="63" y="138"/>
                    </a:cubicBezTo>
                    <a:cubicBezTo>
                      <a:pt x="104" y="138"/>
                      <a:pt x="115" y="91"/>
                      <a:pt x="138" y="66"/>
                    </a:cubicBezTo>
                    <a:cubicBezTo>
                      <a:pt x="144" y="60"/>
                      <a:pt x="155" y="49"/>
                      <a:pt x="163" y="58"/>
                    </a:cubicBezTo>
                    <a:cubicBezTo>
                      <a:pt x="170" y="66"/>
                      <a:pt x="155" y="86"/>
                      <a:pt x="152" y="95"/>
                    </a:cubicBezTo>
                    <a:cubicBezTo>
                      <a:pt x="147" y="109"/>
                      <a:pt x="150" y="121"/>
                      <a:pt x="161" y="132"/>
                    </a:cubicBezTo>
                    <a:cubicBezTo>
                      <a:pt x="176" y="146"/>
                      <a:pt x="200" y="136"/>
                      <a:pt x="204" y="117"/>
                    </a:cubicBezTo>
                    <a:cubicBezTo>
                      <a:pt x="207" y="102"/>
                      <a:pt x="208" y="83"/>
                      <a:pt x="227" y="80"/>
                    </a:cubicBezTo>
                    <a:cubicBezTo>
                      <a:pt x="236" y="79"/>
                      <a:pt x="240" y="82"/>
                      <a:pt x="242" y="90"/>
                    </a:cubicBezTo>
                    <a:cubicBezTo>
                      <a:pt x="246" y="109"/>
                      <a:pt x="227" y="139"/>
                      <a:pt x="249" y="152"/>
                    </a:cubicBezTo>
                    <a:cubicBezTo>
                      <a:pt x="261" y="159"/>
                      <a:pt x="278" y="159"/>
                      <a:pt x="283" y="147"/>
                    </a:cubicBezTo>
                    <a:cubicBezTo>
                      <a:pt x="289" y="130"/>
                      <a:pt x="285" y="107"/>
                      <a:pt x="281" y="91"/>
                    </a:cubicBezTo>
                    <a:cubicBezTo>
                      <a:pt x="276" y="73"/>
                      <a:pt x="260" y="63"/>
                      <a:pt x="243" y="57"/>
                    </a:cubicBezTo>
                    <a:cubicBezTo>
                      <a:pt x="217" y="48"/>
                      <a:pt x="191" y="39"/>
                      <a:pt x="163" y="33"/>
                    </a:cubicBezTo>
                    <a:cubicBezTo>
                      <a:pt x="140" y="28"/>
                      <a:pt x="119" y="20"/>
                      <a:pt x="97" y="14"/>
                    </a:cubicBezTo>
                    <a:cubicBezTo>
                      <a:pt x="79" y="10"/>
                      <a:pt x="58" y="1"/>
                      <a:pt x="39" y="2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29003" name="Freeform 7">
                <a:extLst>
                  <a:ext uri="{FF2B5EF4-FFF2-40B4-BE49-F238E27FC236}">
                    <a16:creationId xmlns:a16="http://schemas.microsoft.com/office/drawing/2014/main" id="{AF5EA89D-D10E-4966-B613-22B7D515CF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7" y="2585"/>
                <a:ext cx="361" cy="333"/>
              </a:xfrm>
              <a:custGeom>
                <a:avLst/>
                <a:gdLst>
                  <a:gd name="T0" fmla="*/ 80 w 345"/>
                  <a:gd name="T1" fmla="*/ 26 h 319"/>
                  <a:gd name="T2" fmla="*/ 168 w 345"/>
                  <a:gd name="T3" fmla="*/ 300 h 319"/>
                  <a:gd name="T4" fmla="*/ 258 w 345"/>
                  <a:gd name="T5" fmla="*/ 358 h 319"/>
                  <a:gd name="T6" fmla="*/ 338 w 345"/>
                  <a:gd name="T7" fmla="*/ 260 h 319"/>
                  <a:gd name="T8" fmla="*/ 379 w 345"/>
                  <a:gd name="T9" fmla="*/ 139 h 319"/>
                  <a:gd name="T10" fmla="*/ 371 w 345"/>
                  <a:gd name="T11" fmla="*/ 32 h 319"/>
                  <a:gd name="T12" fmla="*/ 269 w 345"/>
                  <a:gd name="T13" fmla="*/ 1 h 319"/>
                  <a:gd name="T14" fmla="*/ 191 w 345"/>
                  <a:gd name="T15" fmla="*/ 7 h 319"/>
                  <a:gd name="T16" fmla="*/ 144 w 345"/>
                  <a:gd name="T17" fmla="*/ 9 h 31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45" h="319">
                    <a:moveTo>
                      <a:pt x="70" y="23"/>
                    </a:moveTo>
                    <a:cubicBezTo>
                      <a:pt x="0" y="96"/>
                      <a:pt x="109" y="198"/>
                      <a:pt x="147" y="263"/>
                    </a:cubicBezTo>
                    <a:cubicBezTo>
                      <a:pt x="167" y="296"/>
                      <a:pt x="184" y="319"/>
                      <a:pt x="226" y="315"/>
                    </a:cubicBezTo>
                    <a:cubicBezTo>
                      <a:pt x="275" y="311"/>
                      <a:pt x="284" y="267"/>
                      <a:pt x="295" y="229"/>
                    </a:cubicBezTo>
                    <a:cubicBezTo>
                      <a:pt x="306" y="193"/>
                      <a:pt x="320" y="158"/>
                      <a:pt x="331" y="122"/>
                    </a:cubicBezTo>
                    <a:cubicBezTo>
                      <a:pt x="339" y="93"/>
                      <a:pt x="345" y="55"/>
                      <a:pt x="324" y="29"/>
                    </a:cubicBezTo>
                    <a:cubicBezTo>
                      <a:pt x="304" y="5"/>
                      <a:pt x="264" y="1"/>
                      <a:pt x="235" y="1"/>
                    </a:cubicBezTo>
                    <a:cubicBezTo>
                      <a:pt x="212" y="0"/>
                      <a:pt x="190" y="6"/>
                      <a:pt x="167" y="7"/>
                    </a:cubicBezTo>
                    <a:cubicBezTo>
                      <a:pt x="153" y="7"/>
                      <a:pt x="140" y="3"/>
                      <a:pt x="126" y="9"/>
                    </a:cubicBezTo>
                  </a:path>
                </a:pathLst>
              </a:custGeom>
              <a:solidFill>
                <a:srgbClr val="FEF2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29004" name="Freeform 8">
                <a:extLst>
                  <a:ext uri="{FF2B5EF4-FFF2-40B4-BE49-F238E27FC236}">
                    <a16:creationId xmlns:a16="http://schemas.microsoft.com/office/drawing/2014/main" id="{BF0D309A-EFFC-4415-A93B-CF605DCA3A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6" y="721"/>
                <a:ext cx="677" cy="857"/>
              </a:xfrm>
              <a:custGeom>
                <a:avLst/>
                <a:gdLst>
                  <a:gd name="T0" fmla="*/ 287 w 647"/>
                  <a:gd name="T1" fmla="*/ 59 h 822"/>
                  <a:gd name="T2" fmla="*/ 33 w 647"/>
                  <a:gd name="T3" fmla="*/ 469 h 822"/>
                  <a:gd name="T4" fmla="*/ 82 w 647"/>
                  <a:gd name="T5" fmla="*/ 650 h 822"/>
                  <a:gd name="T6" fmla="*/ 289 w 647"/>
                  <a:gd name="T7" fmla="*/ 907 h 822"/>
                  <a:gd name="T8" fmla="*/ 699 w 647"/>
                  <a:gd name="T9" fmla="*/ 756 h 822"/>
                  <a:gd name="T10" fmla="*/ 725 w 647"/>
                  <a:gd name="T11" fmla="*/ 495 h 822"/>
                  <a:gd name="T12" fmla="*/ 702 w 647"/>
                  <a:gd name="T13" fmla="*/ 327 h 822"/>
                  <a:gd name="T14" fmla="*/ 287 w 647"/>
                  <a:gd name="T15" fmla="*/ 59 h 82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47" h="822">
                    <a:moveTo>
                      <a:pt x="250" y="53"/>
                    </a:moveTo>
                    <a:cubicBezTo>
                      <a:pt x="174" y="67"/>
                      <a:pt x="0" y="168"/>
                      <a:pt x="30" y="414"/>
                    </a:cubicBezTo>
                    <a:cubicBezTo>
                      <a:pt x="38" y="480"/>
                      <a:pt x="65" y="535"/>
                      <a:pt x="72" y="574"/>
                    </a:cubicBezTo>
                    <a:cubicBezTo>
                      <a:pt x="78" y="613"/>
                      <a:pt x="122" y="777"/>
                      <a:pt x="252" y="800"/>
                    </a:cubicBezTo>
                    <a:cubicBezTo>
                      <a:pt x="381" y="822"/>
                      <a:pt x="573" y="787"/>
                      <a:pt x="610" y="667"/>
                    </a:cubicBezTo>
                    <a:cubicBezTo>
                      <a:pt x="647" y="547"/>
                      <a:pt x="626" y="474"/>
                      <a:pt x="633" y="437"/>
                    </a:cubicBezTo>
                    <a:cubicBezTo>
                      <a:pt x="639" y="399"/>
                      <a:pt x="625" y="315"/>
                      <a:pt x="613" y="289"/>
                    </a:cubicBezTo>
                    <a:cubicBezTo>
                      <a:pt x="602" y="263"/>
                      <a:pt x="536" y="0"/>
                      <a:pt x="250" y="53"/>
                    </a:cubicBezTo>
                    <a:close/>
                  </a:path>
                </a:pathLst>
              </a:custGeom>
              <a:solidFill>
                <a:srgbClr val="FEF2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29005" name="Freeform 9">
                <a:extLst>
                  <a:ext uri="{FF2B5EF4-FFF2-40B4-BE49-F238E27FC236}">
                    <a16:creationId xmlns:a16="http://schemas.microsoft.com/office/drawing/2014/main" id="{75099D53-34E4-46E5-A44D-E98CC19DCA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7" y="844"/>
                <a:ext cx="139" cy="370"/>
              </a:xfrm>
              <a:custGeom>
                <a:avLst/>
                <a:gdLst>
                  <a:gd name="T0" fmla="*/ 152 w 133"/>
                  <a:gd name="T1" fmla="*/ 15 h 355"/>
                  <a:gd name="T2" fmla="*/ 52 w 133"/>
                  <a:gd name="T3" fmla="*/ 179 h 355"/>
                  <a:gd name="T4" fmla="*/ 49 w 133"/>
                  <a:gd name="T5" fmla="*/ 139 h 355"/>
                  <a:gd name="T6" fmla="*/ 36 w 133"/>
                  <a:gd name="T7" fmla="*/ 262 h 355"/>
                  <a:gd name="T8" fmla="*/ 28 w 133"/>
                  <a:gd name="T9" fmla="*/ 205 h 355"/>
                  <a:gd name="T10" fmla="*/ 27 w 133"/>
                  <a:gd name="T11" fmla="*/ 255 h 355"/>
                  <a:gd name="T12" fmla="*/ 30 w 133"/>
                  <a:gd name="T13" fmla="*/ 326 h 355"/>
                  <a:gd name="T14" fmla="*/ 9 w 133"/>
                  <a:gd name="T15" fmla="*/ 268 h 355"/>
                  <a:gd name="T16" fmla="*/ 10 w 133"/>
                  <a:gd name="T17" fmla="*/ 313 h 355"/>
                  <a:gd name="T18" fmla="*/ 15 w 133"/>
                  <a:gd name="T19" fmla="*/ 351 h 355"/>
                  <a:gd name="T20" fmla="*/ 24 w 133"/>
                  <a:gd name="T21" fmla="*/ 402 h 355"/>
                  <a:gd name="T22" fmla="*/ 7 w 133"/>
                  <a:gd name="T23" fmla="*/ 355 h 355"/>
                  <a:gd name="T24" fmla="*/ 2 w 133"/>
                  <a:gd name="T25" fmla="*/ 276 h 355"/>
                  <a:gd name="T26" fmla="*/ 19 w 133"/>
                  <a:gd name="T27" fmla="*/ 187 h 355"/>
                  <a:gd name="T28" fmla="*/ 59 w 133"/>
                  <a:gd name="T29" fmla="*/ 76 h 355"/>
                  <a:gd name="T30" fmla="*/ 107 w 133"/>
                  <a:gd name="T31" fmla="*/ 25 h 355"/>
                  <a:gd name="T32" fmla="*/ 150 w 133"/>
                  <a:gd name="T33" fmla="*/ 6 h 35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33" h="355">
                    <a:moveTo>
                      <a:pt x="133" y="12"/>
                    </a:moveTo>
                    <a:cubicBezTo>
                      <a:pt x="75" y="34"/>
                      <a:pt x="46" y="98"/>
                      <a:pt x="46" y="158"/>
                    </a:cubicBezTo>
                    <a:cubicBezTo>
                      <a:pt x="47" y="147"/>
                      <a:pt x="43" y="135"/>
                      <a:pt x="43" y="123"/>
                    </a:cubicBezTo>
                    <a:cubicBezTo>
                      <a:pt x="36" y="158"/>
                      <a:pt x="39" y="196"/>
                      <a:pt x="32" y="231"/>
                    </a:cubicBezTo>
                    <a:cubicBezTo>
                      <a:pt x="30" y="215"/>
                      <a:pt x="32" y="195"/>
                      <a:pt x="25" y="181"/>
                    </a:cubicBezTo>
                    <a:cubicBezTo>
                      <a:pt x="25" y="196"/>
                      <a:pt x="26" y="210"/>
                      <a:pt x="24" y="225"/>
                    </a:cubicBezTo>
                    <a:cubicBezTo>
                      <a:pt x="23" y="244"/>
                      <a:pt x="16" y="271"/>
                      <a:pt x="27" y="288"/>
                    </a:cubicBezTo>
                    <a:cubicBezTo>
                      <a:pt x="13" y="273"/>
                      <a:pt x="14" y="255"/>
                      <a:pt x="9" y="237"/>
                    </a:cubicBezTo>
                    <a:cubicBezTo>
                      <a:pt x="13" y="248"/>
                      <a:pt x="9" y="265"/>
                      <a:pt x="10" y="276"/>
                    </a:cubicBezTo>
                    <a:cubicBezTo>
                      <a:pt x="10" y="287"/>
                      <a:pt x="10" y="299"/>
                      <a:pt x="12" y="310"/>
                    </a:cubicBezTo>
                    <a:cubicBezTo>
                      <a:pt x="14" y="325"/>
                      <a:pt x="17" y="340"/>
                      <a:pt x="21" y="355"/>
                    </a:cubicBezTo>
                    <a:cubicBezTo>
                      <a:pt x="10" y="343"/>
                      <a:pt x="8" y="330"/>
                      <a:pt x="7" y="314"/>
                    </a:cubicBezTo>
                    <a:cubicBezTo>
                      <a:pt x="5" y="291"/>
                      <a:pt x="4" y="267"/>
                      <a:pt x="2" y="244"/>
                    </a:cubicBezTo>
                    <a:cubicBezTo>
                      <a:pt x="0" y="219"/>
                      <a:pt x="8" y="189"/>
                      <a:pt x="16" y="165"/>
                    </a:cubicBezTo>
                    <a:cubicBezTo>
                      <a:pt x="28" y="133"/>
                      <a:pt x="37" y="98"/>
                      <a:pt x="52" y="67"/>
                    </a:cubicBezTo>
                    <a:cubicBezTo>
                      <a:pt x="62" y="49"/>
                      <a:pt x="77" y="34"/>
                      <a:pt x="94" y="22"/>
                    </a:cubicBezTo>
                    <a:cubicBezTo>
                      <a:pt x="103" y="16"/>
                      <a:pt x="120" y="0"/>
                      <a:pt x="132" y="6"/>
                    </a:cubicBezTo>
                  </a:path>
                </a:pathLst>
              </a:custGeom>
              <a:solidFill>
                <a:srgbClr val="A57A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29006" name="Freeform 10">
                <a:extLst>
                  <a:ext uri="{FF2B5EF4-FFF2-40B4-BE49-F238E27FC236}">
                    <a16:creationId xmlns:a16="http://schemas.microsoft.com/office/drawing/2014/main" id="{473878AD-8AC7-483B-8773-71E8E98753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1" y="855"/>
                <a:ext cx="124" cy="339"/>
              </a:xfrm>
              <a:custGeom>
                <a:avLst/>
                <a:gdLst>
                  <a:gd name="T0" fmla="*/ 134 w 119"/>
                  <a:gd name="T1" fmla="*/ 8 h 326"/>
                  <a:gd name="T2" fmla="*/ 53 w 119"/>
                  <a:gd name="T3" fmla="*/ 147 h 326"/>
                  <a:gd name="T4" fmla="*/ 23 w 119"/>
                  <a:gd name="T5" fmla="*/ 282 h 326"/>
                  <a:gd name="T6" fmla="*/ 31 w 119"/>
                  <a:gd name="T7" fmla="*/ 367 h 326"/>
                  <a:gd name="T8" fmla="*/ 22 w 119"/>
                  <a:gd name="T9" fmla="*/ 186 h 326"/>
                  <a:gd name="T10" fmla="*/ 101 w 119"/>
                  <a:gd name="T11" fmla="*/ 19 h 326"/>
                  <a:gd name="T12" fmla="*/ 134 w 119"/>
                  <a:gd name="T13" fmla="*/ 8 h 32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9" h="326">
                    <a:moveTo>
                      <a:pt x="119" y="8"/>
                    </a:moveTo>
                    <a:cubicBezTo>
                      <a:pt x="119" y="8"/>
                      <a:pt x="70" y="43"/>
                      <a:pt x="47" y="131"/>
                    </a:cubicBezTo>
                    <a:cubicBezTo>
                      <a:pt x="23" y="219"/>
                      <a:pt x="20" y="251"/>
                      <a:pt x="20" y="251"/>
                    </a:cubicBezTo>
                    <a:cubicBezTo>
                      <a:pt x="28" y="326"/>
                      <a:pt x="28" y="326"/>
                      <a:pt x="28" y="326"/>
                    </a:cubicBezTo>
                    <a:cubicBezTo>
                      <a:pt x="28" y="326"/>
                      <a:pt x="0" y="253"/>
                      <a:pt x="19" y="165"/>
                    </a:cubicBezTo>
                    <a:cubicBezTo>
                      <a:pt x="37" y="76"/>
                      <a:pt x="74" y="32"/>
                      <a:pt x="89" y="16"/>
                    </a:cubicBezTo>
                    <a:cubicBezTo>
                      <a:pt x="104" y="0"/>
                      <a:pt x="119" y="8"/>
                      <a:pt x="119" y="8"/>
                    </a:cubicBezTo>
                    <a:close/>
                  </a:path>
                </a:pathLst>
              </a:custGeom>
              <a:solidFill>
                <a:srgbClr val="A57A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29007" name="Freeform 11">
                <a:extLst>
                  <a:ext uri="{FF2B5EF4-FFF2-40B4-BE49-F238E27FC236}">
                    <a16:creationId xmlns:a16="http://schemas.microsoft.com/office/drawing/2014/main" id="{13431F09-62B0-4D16-94AD-2B5B95D4F7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6" y="824"/>
                <a:ext cx="198" cy="246"/>
              </a:xfrm>
              <a:custGeom>
                <a:avLst/>
                <a:gdLst>
                  <a:gd name="T0" fmla="*/ 0 w 190"/>
                  <a:gd name="T1" fmla="*/ 0 h 236"/>
                  <a:gd name="T2" fmla="*/ 32 w 190"/>
                  <a:gd name="T3" fmla="*/ 6 h 236"/>
                  <a:gd name="T4" fmla="*/ 80 w 190"/>
                  <a:gd name="T5" fmla="*/ 36 h 236"/>
                  <a:gd name="T6" fmla="*/ 137 w 190"/>
                  <a:gd name="T7" fmla="*/ 152 h 236"/>
                  <a:gd name="T8" fmla="*/ 129 w 190"/>
                  <a:gd name="T9" fmla="*/ 104 h 236"/>
                  <a:gd name="T10" fmla="*/ 165 w 190"/>
                  <a:gd name="T11" fmla="*/ 201 h 236"/>
                  <a:gd name="T12" fmla="*/ 163 w 190"/>
                  <a:gd name="T13" fmla="*/ 148 h 236"/>
                  <a:gd name="T14" fmla="*/ 192 w 190"/>
                  <a:gd name="T15" fmla="*/ 223 h 236"/>
                  <a:gd name="T16" fmla="*/ 190 w 190"/>
                  <a:gd name="T17" fmla="*/ 199 h 236"/>
                  <a:gd name="T18" fmla="*/ 201 w 190"/>
                  <a:gd name="T19" fmla="*/ 226 h 236"/>
                  <a:gd name="T20" fmla="*/ 215 w 190"/>
                  <a:gd name="T21" fmla="*/ 267 h 236"/>
                  <a:gd name="T22" fmla="*/ 167 w 190"/>
                  <a:gd name="T23" fmla="*/ 150 h 236"/>
                  <a:gd name="T24" fmla="*/ 139 w 190"/>
                  <a:gd name="T25" fmla="*/ 75 h 236"/>
                  <a:gd name="T26" fmla="*/ 105 w 190"/>
                  <a:gd name="T27" fmla="*/ 36 h 236"/>
                  <a:gd name="T28" fmla="*/ 75 w 190"/>
                  <a:gd name="T29" fmla="*/ 10 h 2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90" h="236">
                    <a:moveTo>
                      <a:pt x="0" y="0"/>
                    </a:moveTo>
                    <a:cubicBezTo>
                      <a:pt x="9" y="3"/>
                      <a:pt x="19" y="2"/>
                      <a:pt x="29" y="6"/>
                    </a:cubicBezTo>
                    <a:cubicBezTo>
                      <a:pt x="46" y="12"/>
                      <a:pt x="59" y="19"/>
                      <a:pt x="71" y="33"/>
                    </a:cubicBezTo>
                    <a:cubicBezTo>
                      <a:pt x="96" y="62"/>
                      <a:pt x="107" y="99"/>
                      <a:pt x="121" y="134"/>
                    </a:cubicBezTo>
                    <a:cubicBezTo>
                      <a:pt x="118" y="121"/>
                      <a:pt x="114" y="106"/>
                      <a:pt x="114" y="92"/>
                    </a:cubicBezTo>
                    <a:cubicBezTo>
                      <a:pt x="138" y="114"/>
                      <a:pt x="133" y="151"/>
                      <a:pt x="146" y="177"/>
                    </a:cubicBezTo>
                    <a:cubicBezTo>
                      <a:pt x="146" y="162"/>
                      <a:pt x="142" y="145"/>
                      <a:pt x="144" y="130"/>
                    </a:cubicBezTo>
                    <a:cubicBezTo>
                      <a:pt x="148" y="152"/>
                      <a:pt x="161" y="176"/>
                      <a:pt x="170" y="197"/>
                    </a:cubicBezTo>
                    <a:cubicBezTo>
                      <a:pt x="168" y="190"/>
                      <a:pt x="167" y="183"/>
                      <a:pt x="168" y="176"/>
                    </a:cubicBezTo>
                    <a:cubicBezTo>
                      <a:pt x="175" y="181"/>
                      <a:pt x="175" y="192"/>
                      <a:pt x="178" y="200"/>
                    </a:cubicBezTo>
                    <a:cubicBezTo>
                      <a:pt x="182" y="212"/>
                      <a:pt x="188" y="224"/>
                      <a:pt x="190" y="236"/>
                    </a:cubicBezTo>
                    <a:cubicBezTo>
                      <a:pt x="189" y="197"/>
                      <a:pt x="164" y="166"/>
                      <a:pt x="148" y="132"/>
                    </a:cubicBezTo>
                    <a:cubicBezTo>
                      <a:pt x="138" y="111"/>
                      <a:pt x="136" y="86"/>
                      <a:pt x="123" y="66"/>
                    </a:cubicBezTo>
                    <a:cubicBezTo>
                      <a:pt x="115" y="54"/>
                      <a:pt x="102" y="44"/>
                      <a:pt x="93" y="33"/>
                    </a:cubicBezTo>
                    <a:cubicBezTo>
                      <a:pt x="85" y="23"/>
                      <a:pt x="75" y="18"/>
                      <a:pt x="66" y="10"/>
                    </a:cubicBezTo>
                  </a:path>
                </a:pathLst>
              </a:custGeom>
              <a:solidFill>
                <a:srgbClr val="A57A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29008" name="Freeform 12">
                <a:extLst>
                  <a:ext uri="{FF2B5EF4-FFF2-40B4-BE49-F238E27FC236}">
                    <a16:creationId xmlns:a16="http://schemas.microsoft.com/office/drawing/2014/main" id="{4A49549D-9BCC-437C-BEF3-B5B771854F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6" y="817"/>
                <a:ext cx="180" cy="241"/>
              </a:xfrm>
              <a:custGeom>
                <a:avLst/>
                <a:gdLst>
                  <a:gd name="T0" fmla="*/ 0 w 173"/>
                  <a:gd name="T1" fmla="*/ 9 h 231"/>
                  <a:gd name="T2" fmla="*/ 81 w 173"/>
                  <a:gd name="T3" fmla="*/ 58 h 231"/>
                  <a:gd name="T4" fmla="*/ 138 w 173"/>
                  <a:gd name="T5" fmla="*/ 149 h 231"/>
                  <a:gd name="T6" fmla="*/ 154 w 173"/>
                  <a:gd name="T7" fmla="*/ 178 h 231"/>
                  <a:gd name="T8" fmla="*/ 177 w 173"/>
                  <a:gd name="T9" fmla="*/ 218 h 231"/>
                  <a:gd name="T10" fmla="*/ 195 w 173"/>
                  <a:gd name="T11" fmla="*/ 262 h 231"/>
                  <a:gd name="T12" fmla="*/ 144 w 173"/>
                  <a:gd name="T13" fmla="*/ 126 h 231"/>
                  <a:gd name="T14" fmla="*/ 57 w 173"/>
                  <a:gd name="T15" fmla="*/ 18 h 231"/>
                  <a:gd name="T16" fmla="*/ 5 w 173"/>
                  <a:gd name="T17" fmla="*/ 6 h 23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73" h="231">
                    <a:moveTo>
                      <a:pt x="0" y="9"/>
                    </a:moveTo>
                    <a:cubicBezTo>
                      <a:pt x="0" y="9"/>
                      <a:pt x="40" y="16"/>
                      <a:pt x="72" y="52"/>
                    </a:cubicBezTo>
                    <a:cubicBezTo>
                      <a:pt x="103" y="89"/>
                      <a:pt x="123" y="131"/>
                      <a:pt x="123" y="131"/>
                    </a:cubicBezTo>
                    <a:cubicBezTo>
                      <a:pt x="136" y="157"/>
                      <a:pt x="136" y="157"/>
                      <a:pt x="136" y="157"/>
                    </a:cubicBezTo>
                    <a:cubicBezTo>
                      <a:pt x="136" y="157"/>
                      <a:pt x="153" y="185"/>
                      <a:pt x="157" y="192"/>
                    </a:cubicBezTo>
                    <a:cubicBezTo>
                      <a:pt x="162" y="199"/>
                      <a:pt x="173" y="231"/>
                      <a:pt x="173" y="231"/>
                    </a:cubicBezTo>
                    <a:cubicBezTo>
                      <a:pt x="173" y="231"/>
                      <a:pt x="151" y="145"/>
                      <a:pt x="128" y="111"/>
                    </a:cubicBezTo>
                    <a:cubicBezTo>
                      <a:pt x="106" y="78"/>
                      <a:pt x="73" y="30"/>
                      <a:pt x="51" y="15"/>
                    </a:cubicBezTo>
                    <a:cubicBezTo>
                      <a:pt x="29" y="0"/>
                      <a:pt x="5" y="6"/>
                      <a:pt x="5" y="6"/>
                    </a:cubicBezTo>
                  </a:path>
                </a:pathLst>
              </a:custGeom>
              <a:solidFill>
                <a:srgbClr val="A57A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29009" name="Freeform 13">
                <a:extLst>
                  <a:ext uri="{FF2B5EF4-FFF2-40B4-BE49-F238E27FC236}">
                    <a16:creationId xmlns:a16="http://schemas.microsoft.com/office/drawing/2014/main" id="{86616275-E24C-41DB-A926-3FE2CEEC14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3" y="754"/>
                <a:ext cx="431" cy="154"/>
              </a:xfrm>
              <a:custGeom>
                <a:avLst/>
                <a:gdLst>
                  <a:gd name="T0" fmla="*/ 470 w 413"/>
                  <a:gd name="T1" fmla="*/ 93 h 147"/>
                  <a:gd name="T2" fmla="*/ 179 w 413"/>
                  <a:gd name="T3" fmla="*/ 25 h 147"/>
                  <a:gd name="T4" fmla="*/ 0 w 413"/>
                  <a:gd name="T5" fmla="*/ 144 h 147"/>
                  <a:gd name="T6" fmla="*/ 135 w 413"/>
                  <a:gd name="T7" fmla="*/ 128 h 147"/>
                  <a:gd name="T8" fmla="*/ 338 w 413"/>
                  <a:gd name="T9" fmla="*/ 108 h 147"/>
                  <a:gd name="T10" fmla="*/ 470 w 413"/>
                  <a:gd name="T11" fmla="*/ 93 h 14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13" h="147">
                    <a:moveTo>
                      <a:pt x="413" y="81"/>
                    </a:moveTo>
                    <a:cubicBezTo>
                      <a:pt x="358" y="33"/>
                      <a:pt x="277" y="0"/>
                      <a:pt x="158" y="22"/>
                    </a:cubicBezTo>
                    <a:cubicBezTo>
                      <a:pt x="117" y="30"/>
                      <a:pt x="50" y="61"/>
                      <a:pt x="0" y="125"/>
                    </a:cubicBezTo>
                    <a:cubicBezTo>
                      <a:pt x="0" y="125"/>
                      <a:pt x="85" y="88"/>
                      <a:pt x="119" y="111"/>
                    </a:cubicBezTo>
                    <a:cubicBezTo>
                      <a:pt x="173" y="147"/>
                      <a:pt x="253" y="135"/>
                      <a:pt x="297" y="94"/>
                    </a:cubicBezTo>
                    <a:cubicBezTo>
                      <a:pt x="322" y="70"/>
                      <a:pt x="379" y="64"/>
                      <a:pt x="413" y="81"/>
                    </a:cubicBezTo>
                    <a:close/>
                  </a:path>
                </a:pathLst>
              </a:custGeom>
              <a:solidFill>
                <a:srgbClr val="A57A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29010" name="Freeform 14">
                <a:extLst>
                  <a:ext uri="{FF2B5EF4-FFF2-40B4-BE49-F238E27FC236}">
                    <a16:creationId xmlns:a16="http://schemas.microsoft.com/office/drawing/2014/main" id="{7807DAA1-0A18-487D-982B-62A2AF016C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9" y="1522"/>
                <a:ext cx="429" cy="1226"/>
              </a:xfrm>
              <a:custGeom>
                <a:avLst/>
                <a:gdLst>
                  <a:gd name="T0" fmla="*/ 470 w 410"/>
                  <a:gd name="T1" fmla="*/ 0 h 1176"/>
                  <a:gd name="T2" fmla="*/ 362 w 410"/>
                  <a:gd name="T3" fmla="*/ 35 h 1176"/>
                  <a:gd name="T4" fmla="*/ 144 w 410"/>
                  <a:gd name="T5" fmla="*/ 202 h 1176"/>
                  <a:gd name="T6" fmla="*/ 40 w 410"/>
                  <a:gd name="T7" fmla="*/ 486 h 1176"/>
                  <a:gd name="T8" fmla="*/ 9 w 410"/>
                  <a:gd name="T9" fmla="*/ 615 h 1176"/>
                  <a:gd name="T10" fmla="*/ 78 w 410"/>
                  <a:gd name="T11" fmla="*/ 906 h 1176"/>
                  <a:gd name="T12" fmla="*/ 141 w 410"/>
                  <a:gd name="T13" fmla="*/ 1015 h 1176"/>
                  <a:gd name="T14" fmla="*/ 139 w 410"/>
                  <a:gd name="T15" fmla="*/ 1108 h 1176"/>
                  <a:gd name="T16" fmla="*/ 150 w 410"/>
                  <a:gd name="T17" fmla="*/ 1198 h 1176"/>
                  <a:gd name="T18" fmla="*/ 146 w 410"/>
                  <a:gd name="T19" fmla="*/ 1265 h 1176"/>
                  <a:gd name="T20" fmla="*/ 176 w 410"/>
                  <a:gd name="T21" fmla="*/ 1314 h 1176"/>
                  <a:gd name="T22" fmla="*/ 181 w 410"/>
                  <a:gd name="T23" fmla="*/ 1258 h 1176"/>
                  <a:gd name="T24" fmla="*/ 180 w 410"/>
                  <a:gd name="T25" fmla="*/ 1242 h 1176"/>
                  <a:gd name="T26" fmla="*/ 266 w 410"/>
                  <a:gd name="T27" fmla="*/ 1271 h 1176"/>
                  <a:gd name="T28" fmla="*/ 253 w 410"/>
                  <a:gd name="T29" fmla="*/ 1224 h 1176"/>
                  <a:gd name="T30" fmla="*/ 219 w 410"/>
                  <a:gd name="T31" fmla="*/ 1192 h 1176"/>
                  <a:gd name="T32" fmla="*/ 204 w 410"/>
                  <a:gd name="T33" fmla="*/ 1169 h 1176"/>
                  <a:gd name="T34" fmla="*/ 284 w 410"/>
                  <a:gd name="T35" fmla="*/ 1169 h 1176"/>
                  <a:gd name="T36" fmla="*/ 344 w 410"/>
                  <a:gd name="T37" fmla="*/ 1151 h 1176"/>
                  <a:gd name="T38" fmla="*/ 318 w 410"/>
                  <a:gd name="T39" fmla="*/ 1121 h 1176"/>
                  <a:gd name="T40" fmla="*/ 287 w 410"/>
                  <a:gd name="T41" fmla="*/ 1121 h 1176"/>
                  <a:gd name="T42" fmla="*/ 247 w 410"/>
                  <a:gd name="T43" fmla="*/ 1111 h 1176"/>
                  <a:gd name="T44" fmla="*/ 242 w 410"/>
                  <a:gd name="T45" fmla="*/ 1100 h 1176"/>
                  <a:gd name="T46" fmla="*/ 236 w 410"/>
                  <a:gd name="T47" fmla="*/ 1064 h 1176"/>
                  <a:gd name="T48" fmla="*/ 232 w 410"/>
                  <a:gd name="T49" fmla="*/ 1039 h 1176"/>
                  <a:gd name="T50" fmla="*/ 253 w 410"/>
                  <a:gd name="T51" fmla="*/ 1071 h 1176"/>
                  <a:gd name="T52" fmla="*/ 304 w 410"/>
                  <a:gd name="T53" fmla="*/ 1093 h 1176"/>
                  <a:gd name="T54" fmla="*/ 314 w 410"/>
                  <a:gd name="T55" fmla="*/ 1031 h 1176"/>
                  <a:gd name="T56" fmla="*/ 274 w 410"/>
                  <a:gd name="T57" fmla="*/ 925 h 1176"/>
                  <a:gd name="T58" fmla="*/ 262 w 410"/>
                  <a:gd name="T59" fmla="*/ 867 h 1176"/>
                  <a:gd name="T60" fmla="*/ 265 w 410"/>
                  <a:gd name="T61" fmla="*/ 639 h 1176"/>
                  <a:gd name="T62" fmla="*/ 261 w 410"/>
                  <a:gd name="T63" fmla="*/ 629 h 1176"/>
                  <a:gd name="T64" fmla="*/ 270 w 410"/>
                  <a:gd name="T65" fmla="*/ 594 h 1176"/>
                  <a:gd name="T66" fmla="*/ 348 w 410"/>
                  <a:gd name="T67" fmla="*/ 164 h 1176"/>
                  <a:gd name="T68" fmla="*/ 470 w 410"/>
                  <a:gd name="T69" fmla="*/ 0 h 117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410" h="1176">
                    <a:moveTo>
                      <a:pt x="410" y="0"/>
                    </a:moveTo>
                    <a:cubicBezTo>
                      <a:pt x="410" y="0"/>
                      <a:pt x="356" y="24"/>
                      <a:pt x="316" y="32"/>
                    </a:cubicBezTo>
                    <a:cubicBezTo>
                      <a:pt x="275" y="40"/>
                      <a:pt x="170" y="35"/>
                      <a:pt x="126" y="178"/>
                    </a:cubicBezTo>
                    <a:cubicBezTo>
                      <a:pt x="82" y="321"/>
                      <a:pt x="68" y="374"/>
                      <a:pt x="34" y="429"/>
                    </a:cubicBezTo>
                    <a:cubicBezTo>
                      <a:pt x="0" y="484"/>
                      <a:pt x="6" y="502"/>
                      <a:pt x="9" y="543"/>
                    </a:cubicBezTo>
                    <a:cubicBezTo>
                      <a:pt x="13" y="583"/>
                      <a:pt x="11" y="702"/>
                      <a:pt x="69" y="800"/>
                    </a:cubicBezTo>
                    <a:cubicBezTo>
                      <a:pt x="95" y="844"/>
                      <a:pt x="100" y="896"/>
                      <a:pt x="123" y="896"/>
                    </a:cubicBezTo>
                    <a:cubicBezTo>
                      <a:pt x="123" y="896"/>
                      <a:pt x="109" y="963"/>
                      <a:pt x="121" y="978"/>
                    </a:cubicBezTo>
                    <a:cubicBezTo>
                      <a:pt x="133" y="993"/>
                      <a:pt x="125" y="1041"/>
                      <a:pt x="131" y="1057"/>
                    </a:cubicBezTo>
                    <a:cubicBezTo>
                      <a:pt x="131" y="1057"/>
                      <a:pt x="117" y="1089"/>
                      <a:pt x="128" y="1117"/>
                    </a:cubicBezTo>
                    <a:cubicBezTo>
                      <a:pt x="139" y="1145"/>
                      <a:pt x="135" y="1176"/>
                      <a:pt x="154" y="1160"/>
                    </a:cubicBezTo>
                    <a:cubicBezTo>
                      <a:pt x="173" y="1144"/>
                      <a:pt x="166" y="1119"/>
                      <a:pt x="158" y="1111"/>
                    </a:cubicBezTo>
                    <a:cubicBezTo>
                      <a:pt x="150" y="1102"/>
                      <a:pt x="157" y="1095"/>
                      <a:pt x="157" y="1095"/>
                    </a:cubicBezTo>
                    <a:cubicBezTo>
                      <a:pt x="157" y="1095"/>
                      <a:pt x="203" y="1129"/>
                      <a:pt x="232" y="1121"/>
                    </a:cubicBezTo>
                    <a:cubicBezTo>
                      <a:pt x="261" y="1112"/>
                      <a:pt x="237" y="1081"/>
                      <a:pt x="221" y="1080"/>
                    </a:cubicBezTo>
                    <a:cubicBezTo>
                      <a:pt x="221" y="1080"/>
                      <a:pt x="199" y="1054"/>
                      <a:pt x="191" y="1051"/>
                    </a:cubicBezTo>
                    <a:cubicBezTo>
                      <a:pt x="183" y="1049"/>
                      <a:pt x="178" y="1031"/>
                      <a:pt x="178" y="1031"/>
                    </a:cubicBezTo>
                    <a:cubicBezTo>
                      <a:pt x="178" y="1031"/>
                      <a:pt x="221" y="1043"/>
                      <a:pt x="248" y="1031"/>
                    </a:cubicBezTo>
                    <a:cubicBezTo>
                      <a:pt x="275" y="1020"/>
                      <a:pt x="291" y="1016"/>
                      <a:pt x="300" y="1016"/>
                    </a:cubicBezTo>
                    <a:cubicBezTo>
                      <a:pt x="300" y="1016"/>
                      <a:pt x="305" y="992"/>
                      <a:pt x="278" y="989"/>
                    </a:cubicBezTo>
                    <a:cubicBezTo>
                      <a:pt x="251" y="985"/>
                      <a:pt x="259" y="988"/>
                      <a:pt x="250" y="989"/>
                    </a:cubicBezTo>
                    <a:cubicBezTo>
                      <a:pt x="241" y="989"/>
                      <a:pt x="224" y="979"/>
                      <a:pt x="216" y="981"/>
                    </a:cubicBezTo>
                    <a:cubicBezTo>
                      <a:pt x="208" y="984"/>
                      <a:pt x="213" y="973"/>
                      <a:pt x="211" y="971"/>
                    </a:cubicBezTo>
                    <a:cubicBezTo>
                      <a:pt x="208" y="969"/>
                      <a:pt x="212" y="943"/>
                      <a:pt x="206" y="939"/>
                    </a:cubicBezTo>
                    <a:cubicBezTo>
                      <a:pt x="200" y="936"/>
                      <a:pt x="203" y="917"/>
                      <a:pt x="203" y="917"/>
                    </a:cubicBezTo>
                    <a:cubicBezTo>
                      <a:pt x="203" y="917"/>
                      <a:pt x="216" y="931"/>
                      <a:pt x="221" y="945"/>
                    </a:cubicBezTo>
                    <a:cubicBezTo>
                      <a:pt x="227" y="958"/>
                      <a:pt x="249" y="977"/>
                      <a:pt x="266" y="964"/>
                    </a:cubicBezTo>
                    <a:cubicBezTo>
                      <a:pt x="283" y="951"/>
                      <a:pt x="289" y="927"/>
                      <a:pt x="274" y="910"/>
                    </a:cubicBezTo>
                    <a:cubicBezTo>
                      <a:pt x="248" y="881"/>
                      <a:pt x="267" y="831"/>
                      <a:pt x="239" y="816"/>
                    </a:cubicBezTo>
                    <a:cubicBezTo>
                      <a:pt x="239" y="816"/>
                      <a:pt x="237" y="788"/>
                      <a:pt x="228" y="765"/>
                    </a:cubicBezTo>
                    <a:cubicBezTo>
                      <a:pt x="219" y="743"/>
                      <a:pt x="217" y="591"/>
                      <a:pt x="231" y="564"/>
                    </a:cubicBezTo>
                    <a:cubicBezTo>
                      <a:pt x="233" y="559"/>
                      <a:pt x="230" y="557"/>
                      <a:pt x="227" y="554"/>
                    </a:cubicBezTo>
                    <a:cubicBezTo>
                      <a:pt x="227" y="554"/>
                      <a:pt x="234" y="548"/>
                      <a:pt x="236" y="525"/>
                    </a:cubicBezTo>
                    <a:cubicBezTo>
                      <a:pt x="238" y="501"/>
                      <a:pt x="251" y="200"/>
                      <a:pt x="304" y="145"/>
                    </a:cubicBezTo>
                    <a:cubicBezTo>
                      <a:pt x="357" y="91"/>
                      <a:pt x="410" y="0"/>
                      <a:pt x="410" y="0"/>
                    </a:cubicBezTo>
                    <a:close/>
                  </a:path>
                </a:pathLst>
              </a:custGeom>
              <a:solidFill>
                <a:srgbClr val="FEF2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29011" name="Freeform 15">
                <a:extLst>
                  <a:ext uri="{FF2B5EF4-FFF2-40B4-BE49-F238E27FC236}">
                    <a16:creationId xmlns:a16="http://schemas.microsoft.com/office/drawing/2014/main" id="{2FA2FE26-1A9C-445C-B1D3-B1681F49C8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3" y="1440"/>
                <a:ext cx="633" cy="1169"/>
              </a:xfrm>
              <a:custGeom>
                <a:avLst/>
                <a:gdLst>
                  <a:gd name="T0" fmla="*/ 0 w 606"/>
                  <a:gd name="T1" fmla="*/ 0 h 1122"/>
                  <a:gd name="T2" fmla="*/ 38 w 606"/>
                  <a:gd name="T3" fmla="*/ 45 h 1122"/>
                  <a:gd name="T4" fmla="*/ 162 w 606"/>
                  <a:gd name="T5" fmla="*/ 40 h 1122"/>
                  <a:gd name="T6" fmla="*/ 369 w 606"/>
                  <a:gd name="T7" fmla="*/ 147 h 1122"/>
                  <a:gd name="T8" fmla="*/ 603 w 606"/>
                  <a:gd name="T9" fmla="*/ 487 h 1122"/>
                  <a:gd name="T10" fmla="*/ 642 w 606"/>
                  <a:gd name="T11" fmla="*/ 581 h 1122"/>
                  <a:gd name="T12" fmla="*/ 659 w 606"/>
                  <a:gd name="T13" fmla="*/ 676 h 1122"/>
                  <a:gd name="T14" fmla="*/ 642 w 606"/>
                  <a:gd name="T15" fmla="*/ 1039 h 1122"/>
                  <a:gd name="T16" fmla="*/ 642 w 606"/>
                  <a:gd name="T17" fmla="*/ 1085 h 1122"/>
                  <a:gd name="T18" fmla="*/ 671 w 606"/>
                  <a:gd name="T19" fmla="*/ 1154 h 1122"/>
                  <a:gd name="T20" fmla="*/ 663 w 606"/>
                  <a:gd name="T21" fmla="*/ 1250 h 1122"/>
                  <a:gd name="T22" fmla="*/ 630 w 606"/>
                  <a:gd name="T23" fmla="*/ 1234 h 1122"/>
                  <a:gd name="T24" fmla="*/ 612 w 606"/>
                  <a:gd name="T25" fmla="*/ 1175 h 1122"/>
                  <a:gd name="T26" fmla="*/ 581 w 606"/>
                  <a:gd name="T27" fmla="*/ 1192 h 1122"/>
                  <a:gd name="T28" fmla="*/ 536 w 606"/>
                  <a:gd name="T29" fmla="*/ 1236 h 1122"/>
                  <a:gd name="T30" fmla="*/ 531 w 606"/>
                  <a:gd name="T31" fmla="*/ 1171 h 1122"/>
                  <a:gd name="T32" fmla="*/ 538 w 606"/>
                  <a:gd name="T33" fmla="*/ 1124 h 1122"/>
                  <a:gd name="T34" fmla="*/ 497 w 606"/>
                  <a:gd name="T35" fmla="*/ 1159 h 1122"/>
                  <a:gd name="T36" fmla="*/ 415 w 606"/>
                  <a:gd name="T37" fmla="*/ 1227 h 1122"/>
                  <a:gd name="T38" fmla="*/ 421 w 606"/>
                  <a:gd name="T39" fmla="*/ 1154 h 1122"/>
                  <a:gd name="T40" fmla="*/ 426 w 606"/>
                  <a:gd name="T41" fmla="*/ 1130 h 1122"/>
                  <a:gd name="T42" fmla="*/ 365 w 606"/>
                  <a:gd name="T43" fmla="*/ 1175 h 1122"/>
                  <a:gd name="T44" fmla="*/ 362 w 606"/>
                  <a:gd name="T45" fmla="*/ 1112 h 1122"/>
                  <a:gd name="T46" fmla="*/ 361 w 606"/>
                  <a:gd name="T47" fmla="*/ 1094 h 1122"/>
                  <a:gd name="T48" fmla="*/ 347 w 606"/>
                  <a:gd name="T49" fmla="*/ 1050 h 1122"/>
                  <a:gd name="T50" fmla="*/ 408 w 606"/>
                  <a:gd name="T51" fmla="*/ 963 h 1122"/>
                  <a:gd name="T52" fmla="*/ 420 w 606"/>
                  <a:gd name="T53" fmla="*/ 898 h 1122"/>
                  <a:gd name="T54" fmla="*/ 370 w 606"/>
                  <a:gd name="T55" fmla="*/ 670 h 1122"/>
                  <a:gd name="T56" fmla="*/ 305 w 606"/>
                  <a:gd name="T57" fmla="*/ 554 h 1122"/>
                  <a:gd name="T58" fmla="*/ 249 w 606"/>
                  <a:gd name="T59" fmla="*/ 469 h 1122"/>
                  <a:gd name="T60" fmla="*/ 61 w 606"/>
                  <a:gd name="T61" fmla="*/ 257 h 1122"/>
                  <a:gd name="T62" fmla="*/ 0 w 606"/>
                  <a:gd name="T63" fmla="*/ 0 h 1122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606" h="1122">
                    <a:moveTo>
                      <a:pt x="0" y="0"/>
                    </a:moveTo>
                    <a:cubicBezTo>
                      <a:pt x="0" y="0"/>
                      <a:pt x="4" y="43"/>
                      <a:pt x="33" y="39"/>
                    </a:cubicBezTo>
                    <a:cubicBezTo>
                      <a:pt x="62" y="35"/>
                      <a:pt x="118" y="32"/>
                      <a:pt x="142" y="35"/>
                    </a:cubicBezTo>
                    <a:cubicBezTo>
                      <a:pt x="166" y="38"/>
                      <a:pt x="274" y="25"/>
                      <a:pt x="324" y="130"/>
                    </a:cubicBezTo>
                    <a:cubicBezTo>
                      <a:pt x="389" y="268"/>
                      <a:pt x="494" y="359"/>
                      <a:pt x="528" y="430"/>
                    </a:cubicBezTo>
                    <a:cubicBezTo>
                      <a:pt x="561" y="500"/>
                      <a:pt x="546" y="488"/>
                      <a:pt x="564" y="514"/>
                    </a:cubicBezTo>
                    <a:cubicBezTo>
                      <a:pt x="581" y="539"/>
                      <a:pt x="576" y="567"/>
                      <a:pt x="578" y="598"/>
                    </a:cubicBezTo>
                    <a:cubicBezTo>
                      <a:pt x="581" y="628"/>
                      <a:pt x="606" y="890"/>
                      <a:pt x="564" y="919"/>
                    </a:cubicBezTo>
                    <a:cubicBezTo>
                      <a:pt x="564" y="919"/>
                      <a:pt x="568" y="947"/>
                      <a:pt x="564" y="959"/>
                    </a:cubicBezTo>
                    <a:cubicBezTo>
                      <a:pt x="560" y="971"/>
                      <a:pt x="572" y="991"/>
                      <a:pt x="589" y="1020"/>
                    </a:cubicBezTo>
                    <a:cubicBezTo>
                      <a:pt x="606" y="1050"/>
                      <a:pt x="582" y="1087"/>
                      <a:pt x="582" y="1106"/>
                    </a:cubicBezTo>
                    <a:cubicBezTo>
                      <a:pt x="582" y="1106"/>
                      <a:pt x="552" y="1122"/>
                      <a:pt x="552" y="1090"/>
                    </a:cubicBezTo>
                    <a:cubicBezTo>
                      <a:pt x="552" y="1058"/>
                      <a:pt x="553" y="1051"/>
                      <a:pt x="537" y="1039"/>
                    </a:cubicBezTo>
                    <a:cubicBezTo>
                      <a:pt x="537" y="1039"/>
                      <a:pt x="520" y="1043"/>
                      <a:pt x="509" y="1054"/>
                    </a:cubicBezTo>
                    <a:cubicBezTo>
                      <a:pt x="498" y="1064"/>
                      <a:pt x="500" y="1104"/>
                      <a:pt x="470" y="1092"/>
                    </a:cubicBezTo>
                    <a:cubicBezTo>
                      <a:pt x="441" y="1080"/>
                      <a:pt x="466" y="1050"/>
                      <a:pt x="465" y="1036"/>
                    </a:cubicBezTo>
                    <a:cubicBezTo>
                      <a:pt x="464" y="1023"/>
                      <a:pt x="472" y="994"/>
                      <a:pt x="472" y="994"/>
                    </a:cubicBezTo>
                    <a:cubicBezTo>
                      <a:pt x="472" y="994"/>
                      <a:pt x="456" y="1015"/>
                      <a:pt x="437" y="1024"/>
                    </a:cubicBezTo>
                    <a:cubicBezTo>
                      <a:pt x="418" y="1034"/>
                      <a:pt x="406" y="1114"/>
                      <a:pt x="364" y="1086"/>
                    </a:cubicBezTo>
                    <a:cubicBezTo>
                      <a:pt x="334" y="1072"/>
                      <a:pt x="366" y="1032"/>
                      <a:pt x="370" y="1020"/>
                    </a:cubicBezTo>
                    <a:cubicBezTo>
                      <a:pt x="374" y="1008"/>
                      <a:pt x="374" y="999"/>
                      <a:pt x="374" y="999"/>
                    </a:cubicBezTo>
                    <a:cubicBezTo>
                      <a:pt x="374" y="999"/>
                      <a:pt x="353" y="1051"/>
                      <a:pt x="320" y="1039"/>
                    </a:cubicBezTo>
                    <a:cubicBezTo>
                      <a:pt x="286" y="1027"/>
                      <a:pt x="320" y="999"/>
                      <a:pt x="318" y="983"/>
                    </a:cubicBezTo>
                    <a:cubicBezTo>
                      <a:pt x="317" y="967"/>
                      <a:pt x="317" y="967"/>
                      <a:pt x="317" y="967"/>
                    </a:cubicBezTo>
                    <a:cubicBezTo>
                      <a:pt x="317" y="967"/>
                      <a:pt x="296" y="958"/>
                      <a:pt x="304" y="928"/>
                    </a:cubicBezTo>
                    <a:cubicBezTo>
                      <a:pt x="312" y="899"/>
                      <a:pt x="333" y="858"/>
                      <a:pt x="358" y="851"/>
                    </a:cubicBezTo>
                    <a:cubicBezTo>
                      <a:pt x="358" y="851"/>
                      <a:pt x="360" y="822"/>
                      <a:pt x="369" y="794"/>
                    </a:cubicBezTo>
                    <a:cubicBezTo>
                      <a:pt x="378" y="766"/>
                      <a:pt x="329" y="639"/>
                      <a:pt x="325" y="592"/>
                    </a:cubicBezTo>
                    <a:cubicBezTo>
                      <a:pt x="321" y="546"/>
                      <a:pt x="288" y="556"/>
                      <a:pt x="268" y="490"/>
                    </a:cubicBezTo>
                    <a:cubicBezTo>
                      <a:pt x="268" y="490"/>
                      <a:pt x="233" y="426"/>
                      <a:pt x="218" y="415"/>
                    </a:cubicBezTo>
                    <a:cubicBezTo>
                      <a:pt x="218" y="415"/>
                      <a:pt x="82" y="324"/>
                      <a:pt x="54" y="227"/>
                    </a:cubicBezTo>
                    <a:cubicBezTo>
                      <a:pt x="26" y="13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EF2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29012" name="Freeform 16">
                <a:extLst>
                  <a:ext uri="{FF2B5EF4-FFF2-40B4-BE49-F238E27FC236}">
                    <a16:creationId xmlns:a16="http://schemas.microsoft.com/office/drawing/2014/main" id="{0FF1B829-6163-4CFA-B9A0-E24831386D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8" y="1419"/>
                <a:ext cx="904" cy="1322"/>
              </a:xfrm>
              <a:custGeom>
                <a:avLst/>
                <a:gdLst>
                  <a:gd name="T0" fmla="*/ 238 w 865"/>
                  <a:gd name="T1" fmla="*/ 47 h 1268"/>
                  <a:gd name="T2" fmla="*/ 219 w 865"/>
                  <a:gd name="T3" fmla="*/ 127 h 1268"/>
                  <a:gd name="T4" fmla="*/ 31 w 865"/>
                  <a:gd name="T5" fmla="*/ 346 h 1268"/>
                  <a:gd name="T6" fmla="*/ 41 w 865"/>
                  <a:gd name="T7" fmla="*/ 631 h 1268"/>
                  <a:gd name="T8" fmla="*/ 47 w 865"/>
                  <a:gd name="T9" fmla="*/ 1042 h 1268"/>
                  <a:gd name="T10" fmla="*/ 298 w 865"/>
                  <a:gd name="T11" fmla="*/ 1363 h 1268"/>
                  <a:gd name="T12" fmla="*/ 761 w 865"/>
                  <a:gd name="T13" fmla="*/ 1277 h 1268"/>
                  <a:gd name="T14" fmla="*/ 967 w 865"/>
                  <a:gd name="T15" fmla="*/ 911 h 1268"/>
                  <a:gd name="T16" fmla="*/ 886 w 865"/>
                  <a:gd name="T17" fmla="*/ 513 h 1268"/>
                  <a:gd name="T18" fmla="*/ 848 w 865"/>
                  <a:gd name="T19" fmla="*/ 305 h 1268"/>
                  <a:gd name="T20" fmla="*/ 793 w 865"/>
                  <a:gd name="T21" fmla="*/ 149 h 1268"/>
                  <a:gd name="T22" fmla="*/ 648 w 865"/>
                  <a:gd name="T23" fmla="*/ 50 h 1268"/>
                  <a:gd name="T24" fmla="*/ 619 w 865"/>
                  <a:gd name="T25" fmla="*/ 0 h 1268"/>
                  <a:gd name="T26" fmla="*/ 238 w 865"/>
                  <a:gd name="T27" fmla="*/ 47 h 126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865" h="1268">
                    <a:moveTo>
                      <a:pt x="209" y="41"/>
                    </a:moveTo>
                    <a:cubicBezTo>
                      <a:pt x="209" y="41"/>
                      <a:pt x="238" y="80"/>
                      <a:pt x="192" y="112"/>
                    </a:cubicBezTo>
                    <a:cubicBezTo>
                      <a:pt x="146" y="145"/>
                      <a:pt x="50" y="229"/>
                      <a:pt x="28" y="305"/>
                    </a:cubicBezTo>
                    <a:cubicBezTo>
                      <a:pt x="6" y="381"/>
                      <a:pt x="30" y="427"/>
                      <a:pt x="35" y="556"/>
                    </a:cubicBezTo>
                    <a:cubicBezTo>
                      <a:pt x="39" y="684"/>
                      <a:pt x="0" y="736"/>
                      <a:pt x="41" y="919"/>
                    </a:cubicBezTo>
                    <a:cubicBezTo>
                      <a:pt x="83" y="1103"/>
                      <a:pt x="98" y="1137"/>
                      <a:pt x="261" y="1203"/>
                    </a:cubicBezTo>
                    <a:cubicBezTo>
                      <a:pt x="425" y="1268"/>
                      <a:pt x="566" y="1216"/>
                      <a:pt x="667" y="1127"/>
                    </a:cubicBezTo>
                    <a:cubicBezTo>
                      <a:pt x="767" y="1037"/>
                      <a:pt x="865" y="1044"/>
                      <a:pt x="847" y="804"/>
                    </a:cubicBezTo>
                    <a:cubicBezTo>
                      <a:pt x="830" y="564"/>
                      <a:pt x="773" y="521"/>
                      <a:pt x="776" y="453"/>
                    </a:cubicBezTo>
                    <a:cubicBezTo>
                      <a:pt x="778" y="386"/>
                      <a:pt x="736" y="335"/>
                      <a:pt x="743" y="270"/>
                    </a:cubicBezTo>
                    <a:cubicBezTo>
                      <a:pt x="749" y="205"/>
                      <a:pt x="757" y="157"/>
                      <a:pt x="695" y="131"/>
                    </a:cubicBezTo>
                    <a:cubicBezTo>
                      <a:pt x="570" y="78"/>
                      <a:pt x="567" y="44"/>
                      <a:pt x="567" y="44"/>
                    </a:cubicBezTo>
                    <a:cubicBezTo>
                      <a:pt x="542" y="0"/>
                      <a:pt x="542" y="0"/>
                      <a:pt x="542" y="0"/>
                    </a:cubicBezTo>
                    <a:lnTo>
                      <a:pt x="209" y="41"/>
                    </a:lnTo>
                    <a:close/>
                  </a:path>
                </a:pathLst>
              </a:custGeom>
              <a:solidFill>
                <a:srgbClr val="FEF2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29013" name="Freeform 17">
                <a:extLst>
                  <a:ext uri="{FF2B5EF4-FFF2-40B4-BE49-F238E27FC236}">
                    <a16:creationId xmlns:a16="http://schemas.microsoft.com/office/drawing/2014/main" id="{5CECC020-E21D-4870-948F-02386EEBA2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6" y="2430"/>
                <a:ext cx="1029" cy="1467"/>
              </a:xfrm>
              <a:custGeom>
                <a:avLst/>
                <a:gdLst>
                  <a:gd name="T0" fmla="*/ 409 w 984"/>
                  <a:gd name="T1" fmla="*/ 0 h 1408"/>
                  <a:gd name="T2" fmla="*/ 398 w 984"/>
                  <a:gd name="T3" fmla="*/ 132 h 1408"/>
                  <a:gd name="T4" fmla="*/ 378 w 984"/>
                  <a:gd name="T5" fmla="*/ 215 h 1408"/>
                  <a:gd name="T6" fmla="*/ 116 w 984"/>
                  <a:gd name="T7" fmla="*/ 844 h 1408"/>
                  <a:gd name="T8" fmla="*/ 683 w 984"/>
                  <a:gd name="T9" fmla="*/ 1236 h 1408"/>
                  <a:gd name="T10" fmla="*/ 764 w 984"/>
                  <a:gd name="T11" fmla="*/ 1264 h 1408"/>
                  <a:gd name="T12" fmla="*/ 788 w 984"/>
                  <a:gd name="T13" fmla="*/ 1371 h 1408"/>
                  <a:gd name="T14" fmla="*/ 844 w 984"/>
                  <a:gd name="T15" fmla="*/ 1510 h 1408"/>
                  <a:gd name="T16" fmla="*/ 872 w 984"/>
                  <a:gd name="T17" fmla="*/ 1522 h 1408"/>
                  <a:gd name="T18" fmla="*/ 914 w 984"/>
                  <a:gd name="T19" fmla="*/ 1548 h 1408"/>
                  <a:gd name="T20" fmla="*/ 923 w 984"/>
                  <a:gd name="T21" fmla="*/ 1540 h 1408"/>
                  <a:gd name="T22" fmla="*/ 948 w 984"/>
                  <a:gd name="T23" fmla="*/ 1553 h 1408"/>
                  <a:gd name="T24" fmla="*/ 960 w 984"/>
                  <a:gd name="T25" fmla="*/ 1545 h 1408"/>
                  <a:gd name="T26" fmla="*/ 1001 w 984"/>
                  <a:gd name="T27" fmla="*/ 1581 h 1408"/>
                  <a:gd name="T28" fmla="*/ 1000 w 984"/>
                  <a:gd name="T29" fmla="*/ 1514 h 1408"/>
                  <a:gd name="T30" fmla="*/ 1001 w 984"/>
                  <a:gd name="T31" fmla="*/ 1485 h 1408"/>
                  <a:gd name="T32" fmla="*/ 1033 w 984"/>
                  <a:gd name="T33" fmla="*/ 1496 h 1408"/>
                  <a:gd name="T34" fmla="*/ 1087 w 984"/>
                  <a:gd name="T35" fmla="*/ 1532 h 1408"/>
                  <a:gd name="T36" fmla="*/ 1116 w 984"/>
                  <a:gd name="T37" fmla="*/ 1468 h 1408"/>
                  <a:gd name="T38" fmla="*/ 1060 w 984"/>
                  <a:gd name="T39" fmla="*/ 1400 h 1408"/>
                  <a:gd name="T40" fmla="*/ 1036 w 984"/>
                  <a:gd name="T41" fmla="*/ 1308 h 1408"/>
                  <a:gd name="T42" fmla="*/ 983 w 984"/>
                  <a:gd name="T43" fmla="*/ 1216 h 1408"/>
                  <a:gd name="T44" fmla="*/ 970 w 984"/>
                  <a:gd name="T45" fmla="*/ 1130 h 1408"/>
                  <a:gd name="T46" fmla="*/ 831 w 984"/>
                  <a:gd name="T47" fmla="*/ 976 h 1408"/>
                  <a:gd name="T48" fmla="*/ 714 w 984"/>
                  <a:gd name="T49" fmla="*/ 847 h 1408"/>
                  <a:gd name="T50" fmla="*/ 599 w 984"/>
                  <a:gd name="T51" fmla="*/ 787 h 1408"/>
                  <a:gd name="T52" fmla="*/ 619 w 984"/>
                  <a:gd name="T53" fmla="*/ 732 h 1408"/>
                  <a:gd name="T54" fmla="*/ 669 w 984"/>
                  <a:gd name="T55" fmla="*/ 720 h 1408"/>
                  <a:gd name="T56" fmla="*/ 819 w 984"/>
                  <a:gd name="T57" fmla="*/ 624 h 1408"/>
                  <a:gd name="T58" fmla="*/ 843 w 984"/>
                  <a:gd name="T59" fmla="*/ 587 h 1408"/>
                  <a:gd name="T60" fmla="*/ 757 w 984"/>
                  <a:gd name="T61" fmla="*/ 219 h 1408"/>
                  <a:gd name="T62" fmla="*/ 409 w 984"/>
                  <a:gd name="T63" fmla="*/ 0 h 1408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984" h="1408">
                    <a:moveTo>
                      <a:pt x="358" y="0"/>
                    </a:moveTo>
                    <a:cubicBezTo>
                      <a:pt x="358" y="0"/>
                      <a:pt x="348" y="87"/>
                      <a:pt x="348" y="117"/>
                    </a:cubicBezTo>
                    <a:cubicBezTo>
                      <a:pt x="348" y="146"/>
                      <a:pt x="357" y="173"/>
                      <a:pt x="330" y="190"/>
                    </a:cubicBezTo>
                    <a:cubicBezTo>
                      <a:pt x="303" y="206"/>
                      <a:pt x="0" y="531"/>
                      <a:pt x="101" y="746"/>
                    </a:cubicBezTo>
                    <a:cubicBezTo>
                      <a:pt x="202" y="961"/>
                      <a:pt x="394" y="1079"/>
                      <a:pt x="597" y="1092"/>
                    </a:cubicBezTo>
                    <a:cubicBezTo>
                      <a:pt x="616" y="1093"/>
                      <a:pt x="639" y="1107"/>
                      <a:pt x="668" y="1117"/>
                    </a:cubicBezTo>
                    <a:cubicBezTo>
                      <a:pt x="668" y="1117"/>
                      <a:pt x="659" y="1167"/>
                      <a:pt x="689" y="1212"/>
                    </a:cubicBezTo>
                    <a:cubicBezTo>
                      <a:pt x="718" y="1257"/>
                      <a:pt x="725" y="1324"/>
                      <a:pt x="738" y="1335"/>
                    </a:cubicBezTo>
                    <a:cubicBezTo>
                      <a:pt x="750" y="1347"/>
                      <a:pt x="761" y="1353"/>
                      <a:pt x="763" y="1346"/>
                    </a:cubicBezTo>
                    <a:cubicBezTo>
                      <a:pt x="763" y="1346"/>
                      <a:pt x="781" y="1372"/>
                      <a:pt x="799" y="1369"/>
                    </a:cubicBezTo>
                    <a:cubicBezTo>
                      <a:pt x="807" y="1367"/>
                      <a:pt x="807" y="1362"/>
                      <a:pt x="807" y="1362"/>
                    </a:cubicBezTo>
                    <a:cubicBezTo>
                      <a:pt x="807" y="1362"/>
                      <a:pt x="816" y="1376"/>
                      <a:pt x="829" y="1373"/>
                    </a:cubicBezTo>
                    <a:cubicBezTo>
                      <a:pt x="842" y="1371"/>
                      <a:pt x="840" y="1366"/>
                      <a:pt x="840" y="1366"/>
                    </a:cubicBezTo>
                    <a:cubicBezTo>
                      <a:pt x="840" y="1366"/>
                      <a:pt x="844" y="1408"/>
                      <a:pt x="875" y="1397"/>
                    </a:cubicBezTo>
                    <a:cubicBezTo>
                      <a:pt x="890" y="1392"/>
                      <a:pt x="881" y="1354"/>
                      <a:pt x="874" y="1339"/>
                    </a:cubicBezTo>
                    <a:cubicBezTo>
                      <a:pt x="871" y="1333"/>
                      <a:pt x="877" y="1324"/>
                      <a:pt x="875" y="1313"/>
                    </a:cubicBezTo>
                    <a:cubicBezTo>
                      <a:pt x="875" y="1313"/>
                      <a:pt x="893" y="1318"/>
                      <a:pt x="904" y="1323"/>
                    </a:cubicBezTo>
                    <a:cubicBezTo>
                      <a:pt x="915" y="1327"/>
                      <a:pt x="926" y="1360"/>
                      <a:pt x="951" y="1354"/>
                    </a:cubicBezTo>
                    <a:cubicBezTo>
                      <a:pt x="976" y="1348"/>
                      <a:pt x="984" y="1325"/>
                      <a:pt x="975" y="1298"/>
                    </a:cubicBezTo>
                    <a:cubicBezTo>
                      <a:pt x="967" y="1271"/>
                      <a:pt x="929" y="1257"/>
                      <a:pt x="928" y="1238"/>
                    </a:cubicBezTo>
                    <a:cubicBezTo>
                      <a:pt x="928" y="1218"/>
                      <a:pt x="940" y="1181"/>
                      <a:pt x="907" y="1157"/>
                    </a:cubicBezTo>
                    <a:cubicBezTo>
                      <a:pt x="873" y="1133"/>
                      <a:pt x="863" y="1106"/>
                      <a:pt x="860" y="1075"/>
                    </a:cubicBezTo>
                    <a:cubicBezTo>
                      <a:pt x="857" y="1044"/>
                      <a:pt x="857" y="1009"/>
                      <a:pt x="848" y="999"/>
                    </a:cubicBezTo>
                    <a:cubicBezTo>
                      <a:pt x="848" y="999"/>
                      <a:pt x="780" y="898"/>
                      <a:pt x="727" y="863"/>
                    </a:cubicBezTo>
                    <a:cubicBezTo>
                      <a:pt x="674" y="829"/>
                      <a:pt x="634" y="772"/>
                      <a:pt x="624" y="749"/>
                    </a:cubicBezTo>
                    <a:cubicBezTo>
                      <a:pt x="613" y="726"/>
                      <a:pt x="590" y="688"/>
                      <a:pt x="524" y="696"/>
                    </a:cubicBezTo>
                    <a:cubicBezTo>
                      <a:pt x="524" y="696"/>
                      <a:pt x="541" y="670"/>
                      <a:pt x="541" y="648"/>
                    </a:cubicBezTo>
                    <a:cubicBezTo>
                      <a:pt x="541" y="648"/>
                      <a:pt x="550" y="637"/>
                      <a:pt x="585" y="636"/>
                    </a:cubicBezTo>
                    <a:cubicBezTo>
                      <a:pt x="620" y="634"/>
                      <a:pt x="709" y="568"/>
                      <a:pt x="716" y="552"/>
                    </a:cubicBezTo>
                    <a:cubicBezTo>
                      <a:pt x="722" y="536"/>
                      <a:pt x="738" y="524"/>
                      <a:pt x="737" y="518"/>
                    </a:cubicBezTo>
                    <a:cubicBezTo>
                      <a:pt x="737" y="518"/>
                      <a:pt x="714" y="270"/>
                      <a:pt x="662" y="194"/>
                    </a:cubicBezTo>
                    <a:cubicBezTo>
                      <a:pt x="610" y="118"/>
                      <a:pt x="358" y="0"/>
                      <a:pt x="358" y="0"/>
                    </a:cubicBezTo>
                    <a:close/>
                  </a:path>
                </a:pathLst>
              </a:custGeom>
              <a:solidFill>
                <a:srgbClr val="FEF2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29014" name="Freeform 18">
                <a:extLst>
                  <a:ext uri="{FF2B5EF4-FFF2-40B4-BE49-F238E27FC236}">
                    <a16:creationId xmlns:a16="http://schemas.microsoft.com/office/drawing/2014/main" id="{4B78A4AB-F0B2-45C9-A5F0-A1A0E66BC9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2" y="1239"/>
                <a:ext cx="104" cy="198"/>
              </a:xfrm>
              <a:custGeom>
                <a:avLst/>
                <a:gdLst>
                  <a:gd name="T0" fmla="*/ 51 w 99"/>
                  <a:gd name="T1" fmla="*/ 9 h 190"/>
                  <a:gd name="T2" fmla="*/ 6 w 99"/>
                  <a:gd name="T3" fmla="*/ 31 h 190"/>
                  <a:gd name="T4" fmla="*/ 29 w 99"/>
                  <a:gd name="T5" fmla="*/ 58 h 190"/>
                  <a:gd name="T6" fmla="*/ 47 w 99"/>
                  <a:gd name="T7" fmla="*/ 90 h 190"/>
                  <a:gd name="T8" fmla="*/ 66 w 99"/>
                  <a:gd name="T9" fmla="*/ 178 h 190"/>
                  <a:gd name="T10" fmla="*/ 87 w 99"/>
                  <a:gd name="T11" fmla="*/ 211 h 190"/>
                  <a:gd name="T12" fmla="*/ 115 w 99"/>
                  <a:gd name="T13" fmla="*/ 190 h 19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9" h="190">
                    <a:moveTo>
                      <a:pt x="45" y="9"/>
                    </a:moveTo>
                    <a:cubicBezTo>
                      <a:pt x="30" y="7"/>
                      <a:pt x="0" y="0"/>
                      <a:pt x="6" y="28"/>
                    </a:cubicBezTo>
                    <a:cubicBezTo>
                      <a:pt x="9" y="38"/>
                      <a:pt x="20" y="45"/>
                      <a:pt x="26" y="52"/>
                    </a:cubicBezTo>
                    <a:cubicBezTo>
                      <a:pt x="34" y="61"/>
                      <a:pt x="38" y="69"/>
                      <a:pt x="41" y="80"/>
                    </a:cubicBezTo>
                    <a:cubicBezTo>
                      <a:pt x="49" y="105"/>
                      <a:pt x="48" y="132"/>
                      <a:pt x="57" y="157"/>
                    </a:cubicBezTo>
                    <a:cubicBezTo>
                      <a:pt x="60" y="167"/>
                      <a:pt x="64" y="183"/>
                      <a:pt x="75" y="186"/>
                    </a:cubicBezTo>
                    <a:cubicBezTo>
                      <a:pt x="88" y="190"/>
                      <a:pt x="92" y="176"/>
                      <a:pt x="99" y="168"/>
                    </a:cubicBezTo>
                  </a:path>
                </a:pathLst>
              </a:custGeom>
              <a:solidFill>
                <a:srgbClr val="FEF2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29015" name="Freeform 19">
                <a:extLst>
                  <a:ext uri="{FF2B5EF4-FFF2-40B4-BE49-F238E27FC236}">
                    <a16:creationId xmlns:a16="http://schemas.microsoft.com/office/drawing/2014/main" id="{D057AFCA-0C91-4348-B259-E9A2B31AF1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2" y="1239"/>
                <a:ext cx="96" cy="198"/>
              </a:xfrm>
              <a:custGeom>
                <a:avLst/>
                <a:gdLst>
                  <a:gd name="T0" fmla="*/ 44 w 92"/>
                  <a:gd name="T1" fmla="*/ 9 h 190"/>
                  <a:gd name="T2" fmla="*/ 6 w 92"/>
                  <a:gd name="T3" fmla="*/ 31 h 190"/>
                  <a:gd name="T4" fmla="*/ 29 w 92"/>
                  <a:gd name="T5" fmla="*/ 58 h 190"/>
                  <a:gd name="T6" fmla="*/ 47 w 92"/>
                  <a:gd name="T7" fmla="*/ 90 h 190"/>
                  <a:gd name="T8" fmla="*/ 65 w 92"/>
                  <a:gd name="T9" fmla="*/ 178 h 190"/>
                  <a:gd name="T10" fmla="*/ 85 w 92"/>
                  <a:gd name="T11" fmla="*/ 211 h 190"/>
                  <a:gd name="T12" fmla="*/ 104 w 92"/>
                  <a:gd name="T13" fmla="*/ 201 h 19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2" h="190">
                    <a:moveTo>
                      <a:pt x="38" y="9"/>
                    </a:moveTo>
                    <a:cubicBezTo>
                      <a:pt x="29" y="7"/>
                      <a:pt x="0" y="0"/>
                      <a:pt x="6" y="28"/>
                    </a:cubicBezTo>
                    <a:cubicBezTo>
                      <a:pt x="9" y="38"/>
                      <a:pt x="20" y="45"/>
                      <a:pt x="26" y="52"/>
                    </a:cubicBezTo>
                    <a:cubicBezTo>
                      <a:pt x="34" y="61"/>
                      <a:pt x="38" y="69"/>
                      <a:pt x="41" y="80"/>
                    </a:cubicBezTo>
                    <a:cubicBezTo>
                      <a:pt x="49" y="105"/>
                      <a:pt x="48" y="132"/>
                      <a:pt x="57" y="157"/>
                    </a:cubicBezTo>
                    <a:cubicBezTo>
                      <a:pt x="60" y="167"/>
                      <a:pt x="64" y="183"/>
                      <a:pt x="75" y="186"/>
                    </a:cubicBezTo>
                    <a:cubicBezTo>
                      <a:pt x="88" y="190"/>
                      <a:pt x="90" y="180"/>
                      <a:pt x="92" y="178"/>
                    </a:cubicBezTo>
                  </a:path>
                </a:pathLst>
              </a:custGeom>
              <a:noFill/>
              <a:ln w="476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29016" name="Freeform 20">
                <a:extLst>
                  <a:ext uri="{FF2B5EF4-FFF2-40B4-BE49-F238E27FC236}">
                    <a16:creationId xmlns:a16="http://schemas.microsoft.com/office/drawing/2014/main" id="{0463B022-1C0B-4B28-85B5-65A0BA84BA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6" y="1143"/>
                <a:ext cx="69" cy="209"/>
              </a:xfrm>
              <a:custGeom>
                <a:avLst/>
                <a:gdLst>
                  <a:gd name="T0" fmla="*/ 6 w 66"/>
                  <a:gd name="T1" fmla="*/ 36 h 200"/>
                  <a:gd name="T2" fmla="*/ 68 w 66"/>
                  <a:gd name="T3" fmla="*/ 27 h 200"/>
                  <a:gd name="T4" fmla="*/ 42 w 66"/>
                  <a:gd name="T5" fmla="*/ 108 h 200"/>
                  <a:gd name="T6" fmla="*/ 50 w 66"/>
                  <a:gd name="T7" fmla="*/ 196 h 200"/>
                  <a:gd name="T8" fmla="*/ 0 w 66"/>
                  <a:gd name="T9" fmla="*/ 200 h 2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6" h="200">
                    <a:moveTo>
                      <a:pt x="6" y="32"/>
                    </a:moveTo>
                    <a:cubicBezTo>
                      <a:pt x="16" y="22"/>
                      <a:pt x="50" y="0"/>
                      <a:pt x="59" y="24"/>
                    </a:cubicBezTo>
                    <a:cubicBezTo>
                      <a:pt x="66" y="43"/>
                      <a:pt x="37" y="74"/>
                      <a:pt x="36" y="95"/>
                    </a:cubicBezTo>
                    <a:cubicBezTo>
                      <a:pt x="35" y="120"/>
                      <a:pt x="52" y="147"/>
                      <a:pt x="44" y="172"/>
                    </a:cubicBezTo>
                    <a:cubicBezTo>
                      <a:pt x="36" y="200"/>
                      <a:pt x="14" y="199"/>
                      <a:pt x="0" y="175"/>
                    </a:cubicBezTo>
                  </a:path>
                </a:pathLst>
              </a:custGeom>
              <a:solidFill>
                <a:srgbClr val="FEF2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29017" name="Freeform 21">
                <a:extLst>
                  <a:ext uri="{FF2B5EF4-FFF2-40B4-BE49-F238E27FC236}">
                    <a16:creationId xmlns:a16="http://schemas.microsoft.com/office/drawing/2014/main" id="{15586F27-7ECE-4747-A251-EB6190A2FD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3" y="1148"/>
                <a:ext cx="62" cy="204"/>
              </a:xfrm>
              <a:custGeom>
                <a:avLst/>
                <a:gdLst>
                  <a:gd name="T0" fmla="*/ 5 w 60"/>
                  <a:gd name="T1" fmla="*/ 27 h 195"/>
                  <a:gd name="T2" fmla="*/ 59 w 60"/>
                  <a:gd name="T3" fmla="*/ 23 h 195"/>
                  <a:gd name="T4" fmla="*/ 33 w 60"/>
                  <a:gd name="T5" fmla="*/ 104 h 195"/>
                  <a:gd name="T6" fmla="*/ 41 w 60"/>
                  <a:gd name="T7" fmla="*/ 192 h 195"/>
                  <a:gd name="T8" fmla="*/ 0 w 60"/>
                  <a:gd name="T9" fmla="*/ 205 h 19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0" h="195">
                    <a:moveTo>
                      <a:pt x="5" y="24"/>
                    </a:moveTo>
                    <a:cubicBezTo>
                      <a:pt x="19" y="14"/>
                      <a:pt x="45" y="0"/>
                      <a:pt x="53" y="20"/>
                    </a:cubicBezTo>
                    <a:cubicBezTo>
                      <a:pt x="60" y="39"/>
                      <a:pt x="31" y="70"/>
                      <a:pt x="30" y="91"/>
                    </a:cubicBezTo>
                    <a:cubicBezTo>
                      <a:pt x="29" y="117"/>
                      <a:pt x="46" y="143"/>
                      <a:pt x="38" y="168"/>
                    </a:cubicBezTo>
                    <a:cubicBezTo>
                      <a:pt x="31" y="193"/>
                      <a:pt x="13" y="195"/>
                      <a:pt x="0" y="179"/>
                    </a:cubicBezTo>
                  </a:path>
                </a:pathLst>
              </a:custGeom>
              <a:noFill/>
              <a:ln w="476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29018" name="Freeform 22">
                <a:extLst>
                  <a:ext uri="{FF2B5EF4-FFF2-40B4-BE49-F238E27FC236}">
                    <a16:creationId xmlns:a16="http://schemas.microsoft.com/office/drawing/2014/main" id="{0CA3F0D9-DC4A-4EC9-9EE5-1A0EDF3916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5" y="1188"/>
                <a:ext cx="45" cy="117"/>
              </a:xfrm>
              <a:custGeom>
                <a:avLst/>
                <a:gdLst>
                  <a:gd name="T0" fmla="*/ 49 w 43"/>
                  <a:gd name="T1" fmla="*/ 0 h 112"/>
                  <a:gd name="T2" fmla="*/ 31 w 43"/>
                  <a:gd name="T3" fmla="*/ 127 h 1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3" h="112">
                    <a:moveTo>
                      <a:pt x="43" y="0"/>
                    </a:moveTo>
                    <a:cubicBezTo>
                      <a:pt x="23" y="18"/>
                      <a:pt x="0" y="91"/>
                      <a:pt x="28" y="112"/>
                    </a:cubicBez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29019" name="Freeform 23">
                <a:extLst>
                  <a:ext uri="{FF2B5EF4-FFF2-40B4-BE49-F238E27FC236}">
                    <a16:creationId xmlns:a16="http://schemas.microsoft.com/office/drawing/2014/main" id="{65F4C7E3-2D6C-48E7-A43C-AAAE20955A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2" y="1280"/>
                <a:ext cx="41" cy="117"/>
              </a:xfrm>
              <a:custGeom>
                <a:avLst/>
                <a:gdLst>
                  <a:gd name="T0" fmla="*/ 0 w 39"/>
                  <a:gd name="T1" fmla="*/ 0 h 113"/>
                  <a:gd name="T2" fmla="*/ 45 w 39"/>
                  <a:gd name="T3" fmla="*/ 125 h 113"/>
                  <a:gd name="T4" fmla="*/ 40 w 39"/>
                  <a:gd name="T5" fmla="*/ 122 h 1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9" h="113">
                    <a:moveTo>
                      <a:pt x="0" y="0"/>
                    </a:moveTo>
                    <a:cubicBezTo>
                      <a:pt x="26" y="30"/>
                      <a:pt x="36" y="73"/>
                      <a:pt x="39" y="113"/>
                    </a:cubicBezTo>
                    <a:cubicBezTo>
                      <a:pt x="37" y="113"/>
                      <a:pt x="36" y="112"/>
                      <a:pt x="34" y="110"/>
                    </a:cubicBez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29020" name="Freeform 24">
                <a:extLst>
                  <a:ext uri="{FF2B5EF4-FFF2-40B4-BE49-F238E27FC236}">
                    <a16:creationId xmlns:a16="http://schemas.microsoft.com/office/drawing/2014/main" id="{CAD60BD8-6057-4386-9ECF-D11A274EE9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4" y="1295"/>
                <a:ext cx="178" cy="71"/>
              </a:xfrm>
              <a:custGeom>
                <a:avLst/>
                <a:gdLst>
                  <a:gd name="T0" fmla="*/ 92 w 170"/>
                  <a:gd name="T1" fmla="*/ 20 h 68"/>
                  <a:gd name="T2" fmla="*/ 65 w 170"/>
                  <a:gd name="T3" fmla="*/ 9 h 68"/>
                  <a:gd name="T4" fmla="*/ 44 w 170"/>
                  <a:gd name="T5" fmla="*/ 27 h 68"/>
                  <a:gd name="T6" fmla="*/ 0 w 170"/>
                  <a:gd name="T7" fmla="*/ 77 h 68"/>
                  <a:gd name="T8" fmla="*/ 87 w 170"/>
                  <a:gd name="T9" fmla="*/ 34 h 68"/>
                  <a:gd name="T10" fmla="*/ 129 w 170"/>
                  <a:gd name="T11" fmla="*/ 28 h 68"/>
                  <a:gd name="T12" fmla="*/ 157 w 170"/>
                  <a:gd name="T13" fmla="*/ 28 h 68"/>
                  <a:gd name="T14" fmla="*/ 194 w 170"/>
                  <a:gd name="T15" fmla="*/ 43 h 68"/>
                  <a:gd name="T16" fmla="*/ 190 w 170"/>
                  <a:gd name="T17" fmla="*/ 40 h 68"/>
                  <a:gd name="T18" fmla="*/ 137 w 170"/>
                  <a:gd name="T19" fmla="*/ 9 h 68"/>
                  <a:gd name="T20" fmla="*/ 91 w 170"/>
                  <a:gd name="T21" fmla="*/ 21 h 6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70" h="68">
                    <a:moveTo>
                      <a:pt x="80" y="17"/>
                    </a:moveTo>
                    <a:cubicBezTo>
                      <a:pt x="75" y="14"/>
                      <a:pt x="62" y="8"/>
                      <a:pt x="56" y="9"/>
                    </a:cubicBezTo>
                    <a:cubicBezTo>
                      <a:pt x="49" y="10"/>
                      <a:pt x="43" y="19"/>
                      <a:pt x="38" y="24"/>
                    </a:cubicBezTo>
                    <a:cubicBezTo>
                      <a:pt x="23" y="38"/>
                      <a:pt x="4" y="46"/>
                      <a:pt x="0" y="68"/>
                    </a:cubicBezTo>
                    <a:cubicBezTo>
                      <a:pt x="22" y="43"/>
                      <a:pt x="43" y="31"/>
                      <a:pt x="75" y="31"/>
                    </a:cubicBezTo>
                    <a:cubicBezTo>
                      <a:pt x="91" y="32"/>
                      <a:pt x="98" y="27"/>
                      <a:pt x="112" y="25"/>
                    </a:cubicBezTo>
                    <a:cubicBezTo>
                      <a:pt x="121" y="23"/>
                      <a:pt x="128" y="23"/>
                      <a:pt x="137" y="25"/>
                    </a:cubicBezTo>
                    <a:cubicBezTo>
                      <a:pt x="147" y="27"/>
                      <a:pt x="159" y="34"/>
                      <a:pt x="169" y="37"/>
                    </a:cubicBezTo>
                    <a:cubicBezTo>
                      <a:pt x="170" y="40"/>
                      <a:pt x="164" y="32"/>
                      <a:pt x="165" y="34"/>
                    </a:cubicBezTo>
                    <a:cubicBezTo>
                      <a:pt x="151" y="21"/>
                      <a:pt x="137" y="15"/>
                      <a:pt x="119" y="9"/>
                    </a:cubicBezTo>
                    <a:cubicBezTo>
                      <a:pt x="99" y="2"/>
                      <a:pt x="91" y="0"/>
                      <a:pt x="79" y="18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29021" name="Freeform 25">
                <a:extLst>
                  <a:ext uri="{FF2B5EF4-FFF2-40B4-BE49-F238E27FC236}">
                    <a16:creationId xmlns:a16="http://schemas.microsoft.com/office/drawing/2014/main" id="{77F87A02-AD9D-4A16-B36B-93BD904A0F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3" y="1210"/>
                <a:ext cx="65" cy="46"/>
              </a:xfrm>
              <a:custGeom>
                <a:avLst/>
                <a:gdLst>
                  <a:gd name="T0" fmla="*/ 55 w 62"/>
                  <a:gd name="T1" fmla="*/ 32 h 44"/>
                  <a:gd name="T2" fmla="*/ 66 w 62"/>
                  <a:gd name="T3" fmla="*/ 10 h 44"/>
                  <a:gd name="T4" fmla="*/ 48 w 62"/>
                  <a:gd name="T5" fmla="*/ 9 h 44"/>
                  <a:gd name="T6" fmla="*/ 47 w 62"/>
                  <a:gd name="T7" fmla="*/ 22 h 44"/>
                  <a:gd name="T8" fmla="*/ 50 w 62"/>
                  <a:gd name="T9" fmla="*/ 30 h 44"/>
                  <a:gd name="T10" fmla="*/ 31 w 62"/>
                  <a:gd name="T11" fmla="*/ 45 h 44"/>
                  <a:gd name="T12" fmla="*/ 7 w 62"/>
                  <a:gd name="T13" fmla="*/ 28 h 44"/>
                  <a:gd name="T14" fmla="*/ 3 w 62"/>
                  <a:gd name="T15" fmla="*/ 0 h 44"/>
                  <a:gd name="T16" fmla="*/ 0 w 62"/>
                  <a:gd name="T17" fmla="*/ 15 h 44"/>
                  <a:gd name="T18" fmla="*/ 2 w 62"/>
                  <a:gd name="T19" fmla="*/ 27 h 44"/>
                  <a:gd name="T20" fmla="*/ 20 w 62"/>
                  <a:gd name="T21" fmla="*/ 44 h 44"/>
                  <a:gd name="T22" fmla="*/ 42 w 62"/>
                  <a:gd name="T23" fmla="*/ 48 h 44"/>
                  <a:gd name="T24" fmla="*/ 52 w 62"/>
                  <a:gd name="T25" fmla="*/ 33 h 44"/>
                  <a:gd name="T26" fmla="*/ 56 w 62"/>
                  <a:gd name="T27" fmla="*/ 29 h 4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62" h="44">
                    <a:moveTo>
                      <a:pt x="48" y="29"/>
                    </a:moveTo>
                    <a:cubicBezTo>
                      <a:pt x="51" y="24"/>
                      <a:pt x="62" y="17"/>
                      <a:pt x="57" y="10"/>
                    </a:cubicBezTo>
                    <a:cubicBezTo>
                      <a:pt x="53" y="4"/>
                      <a:pt x="48" y="8"/>
                      <a:pt x="42" y="9"/>
                    </a:cubicBezTo>
                    <a:cubicBezTo>
                      <a:pt x="41" y="10"/>
                      <a:pt x="34" y="17"/>
                      <a:pt x="41" y="19"/>
                    </a:cubicBezTo>
                    <a:cubicBezTo>
                      <a:pt x="45" y="21"/>
                      <a:pt x="44" y="22"/>
                      <a:pt x="44" y="27"/>
                    </a:cubicBezTo>
                    <a:cubicBezTo>
                      <a:pt x="44" y="36"/>
                      <a:pt x="35" y="40"/>
                      <a:pt x="28" y="39"/>
                    </a:cubicBezTo>
                    <a:cubicBezTo>
                      <a:pt x="20" y="39"/>
                      <a:pt x="10" y="31"/>
                      <a:pt x="7" y="25"/>
                    </a:cubicBezTo>
                    <a:cubicBezTo>
                      <a:pt x="2" y="16"/>
                      <a:pt x="2" y="10"/>
                      <a:pt x="3" y="0"/>
                    </a:cubicBezTo>
                    <a:cubicBezTo>
                      <a:pt x="0" y="2"/>
                      <a:pt x="0" y="9"/>
                      <a:pt x="0" y="12"/>
                    </a:cubicBezTo>
                    <a:cubicBezTo>
                      <a:pt x="0" y="16"/>
                      <a:pt x="1" y="20"/>
                      <a:pt x="2" y="24"/>
                    </a:cubicBezTo>
                    <a:cubicBezTo>
                      <a:pt x="5" y="29"/>
                      <a:pt x="11" y="35"/>
                      <a:pt x="17" y="38"/>
                    </a:cubicBezTo>
                    <a:cubicBezTo>
                      <a:pt x="22" y="41"/>
                      <a:pt x="30" y="44"/>
                      <a:pt x="36" y="42"/>
                    </a:cubicBezTo>
                    <a:cubicBezTo>
                      <a:pt x="42" y="40"/>
                      <a:pt x="43" y="34"/>
                      <a:pt x="46" y="30"/>
                    </a:cubicBezTo>
                    <a:cubicBezTo>
                      <a:pt x="47" y="29"/>
                      <a:pt x="48" y="27"/>
                      <a:pt x="49" y="26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29022" name="Freeform 26">
                <a:extLst>
                  <a:ext uri="{FF2B5EF4-FFF2-40B4-BE49-F238E27FC236}">
                    <a16:creationId xmlns:a16="http://schemas.microsoft.com/office/drawing/2014/main" id="{1CBF2CE4-715B-4D4E-8819-C60A502E11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5" y="1194"/>
                <a:ext cx="54" cy="58"/>
              </a:xfrm>
              <a:custGeom>
                <a:avLst/>
                <a:gdLst>
                  <a:gd name="T0" fmla="*/ 4 w 52"/>
                  <a:gd name="T1" fmla="*/ 21 h 55"/>
                  <a:gd name="T2" fmla="*/ 0 w 52"/>
                  <a:gd name="T3" fmla="*/ 30 h 55"/>
                  <a:gd name="T4" fmla="*/ 8 w 52"/>
                  <a:gd name="T5" fmla="*/ 41 h 55"/>
                  <a:gd name="T6" fmla="*/ 25 w 52"/>
                  <a:gd name="T7" fmla="*/ 59 h 55"/>
                  <a:gd name="T8" fmla="*/ 51 w 52"/>
                  <a:gd name="T9" fmla="*/ 44 h 55"/>
                  <a:gd name="T10" fmla="*/ 49 w 52"/>
                  <a:gd name="T11" fmla="*/ 7 h 55"/>
                  <a:gd name="T12" fmla="*/ 38 w 52"/>
                  <a:gd name="T13" fmla="*/ 0 h 55"/>
                  <a:gd name="T14" fmla="*/ 47 w 52"/>
                  <a:gd name="T15" fmla="*/ 47 h 55"/>
                  <a:gd name="T16" fmla="*/ 29 w 52"/>
                  <a:gd name="T17" fmla="*/ 58 h 55"/>
                  <a:gd name="T18" fmla="*/ 11 w 52"/>
                  <a:gd name="T19" fmla="*/ 39 h 55"/>
                  <a:gd name="T20" fmla="*/ 23 w 52"/>
                  <a:gd name="T21" fmla="*/ 39 h 55"/>
                  <a:gd name="T22" fmla="*/ 22 w 52"/>
                  <a:gd name="T23" fmla="*/ 24 h 55"/>
                  <a:gd name="T24" fmla="*/ 9 w 52"/>
                  <a:gd name="T25" fmla="*/ 18 h 55"/>
                  <a:gd name="T26" fmla="*/ 1 w 52"/>
                  <a:gd name="T27" fmla="*/ 21 h 5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2" h="55">
                    <a:moveTo>
                      <a:pt x="4" y="18"/>
                    </a:moveTo>
                    <a:cubicBezTo>
                      <a:pt x="0" y="18"/>
                      <a:pt x="0" y="24"/>
                      <a:pt x="0" y="26"/>
                    </a:cubicBezTo>
                    <a:cubicBezTo>
                      <a:pt x="2" y="30"/>
                      <a:pt x="6" y="32"/>
                      <a:pt x="8" y="35"/>
                    </a:cubicBezTo>
                    <a:cubicBezTo>
                      <a:pt x="13" y="40"/>
                      <a:pt x="15" y="47"/>
                      <a:pt x="22" y="50"/>
                    </a:cubicBezTo>
                    <a:cubicBezTo>
                      <a:pt x="33" y="55"/>
                      <a:pt x="41" y="46"/>
                      <a:pt x="45" y="38"/>
                    </a:cubicBezTo>
                    <a:cubicBezTo>
                      <a:pt x="51" y="28"/>
                      <a:pt x="50" y="16"/>
                      <a:pt x="43" y="7"/>
                    </a:cubicBezTo>
                    <a:cubicBezTo>
                      <a:pt x="41" y="5"/>
                      <a:pt x="48" y="12"/>
                      <a:pt x="35" y="0"/>
                    </a:cubicBezTo>
                    <a:cubicBezTo>
                      <a:pt x="49" y="15"/>
                      <a:pt x="52" y="31"/>
                      <a:pt x="41" y="41"/>
                    </a:cubicBezTo>
                    <a:cubicBezTo>
                      <a:pt x="37" y="44"/>
                      <a:pt x="31" y="50"/>
                      <a:pt x="26" y="49"/>
                    </a:cubicBezTo>
                    <a:cubicBezTo>
                      <a:pt x="23" y="48"/>
                      <a:pt x="11" y="37"/>
                      <a:pt x="11" y="33"/>
                    </a:cubicBezTo>
                    <a:cubicBezTo>
                      <a:pt x="15" y="33"/>
                      <a:pt x="17" y="36"/>
                      <a:pt x="20" y="33"/>
                    </a:cubicBezTo>
                    <a:cubicBezTo>
                      <a:pt x="24" y="29"/>
                      <a:pt x="21" y="24"/>
                      <a:pt x="19" y="21"/>
                    </a:cubicBezTo>
                    <a:cubicBezTo>
                      <a:pt x="16" y="17"/>
                      <a:pt x="13" y="15"/>
                      <a:pt x="9" y="15"/>
                    </a:cubicBezTo>
                    <a:cubicBezTo>
                      <a:pt x="6" y="14"/>
                      <a:pt x="2" y="15"/>
                      <a:pt x="1" y="18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29023" name="Freeform 27">
                <a:extLst>
                  <a:ext uri="{FF2B5EF4-FFF2-40B4-BE49-F238E27FC236}">
                    <a16:creationId xmlns:a16="http://schemas.microsoft.com/office/drawing/2014/main" id="{B64541F1-0A57-473D-BCD1-B9DB2A9CD8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0" y="1065"/>
                <a:ext cx="94" cy="22"/>
              </a:xfrm>
              <a:custGeom>
                <a:avLst/>
                <a:gdLst>
                  <a:gd name="T0" fmla="*/ 2 w 90"/>
                  <a:gd name="T1" fmla="*/ 21 h 21"/>
                  <a:gd name="T2" fmla="*/ 20 w 90"/>
                  <a:gd name="T3" fmla="*/ 14 h 21"/>
                  <a:gd name="T4" fmla="*/ 38 w 90"/>
                  <a:gd name="T5" fmla="*/ 8 h 21"/>
                  <a:gd name="T6" fmla="*/ 64 w 90"/>
                  <a:gd name="T7" fmla="*/ 17 h 21"/>
                  <a:gd name="T8" fmla="*/ 102 w 90"/>
                  <a:gd name="T9" fmla="*/ 10 h 21"/>
                  <a:gd name="T10" fmla="*/ 51 w 90"/>
                  <a:gd name="T11" fmla="*/ 3 h 21"/>
                  <a:gd name="T12" fmla="*/ 19 w 90"/>
                  <a:gd name="T13" fmla="*/ 10 h 21"/>
                  <a:gd name="T14" fmla="*/ 0 w 90"/>
                  <a:gd name="T15" fmla="*/ 22 h 2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0" h="21">
                    <a:moveTo>
                      <a:pt x="2" y="18"/>
                    </a:moveTo>
                    <a:cubicBezTo>
                      <a:pt x="7" y="19"/>
                      <a:pt x="13" y="12"/>
                      <a:pt x="17" y="11"/>
                    </a:cubicBezTo>
                    <a:cubicBezTo>
                      <a:pt x="22" y="9"/>
                      <a:pt x="28" y="9"/>
                      <a:pt x="33" y="8"/>
                    </a:cubicBezTo>
                    <a:cubicBezTo>
                      <a:pt x="42" y="8"/>
                      <a:pt x="48" y="12"/>
                      <a:pt x="56" y="14"/>
                    </a:cubicBezTo>
                    <a:cubicBezTo>
                      <a:pt x="60" y="15"/>
                      <a:pt x="89" y="21"/>
                      <a:pt x="90" y="10"/>
                    </a:cubicBezTo>
                    <a:cubicBezTo>
                      <a:pt x="90" y="0"/>
                      <a:pt x="50" y="3"/>
                      <a:pt x="45" y="3"/>
                    </a:cubicBezTo>
                    <a:cubicBezTo>
                      <a:pt x="35" y="4"/>
                      <a:pt x="26" y="6"/>
                      <a:pt x="16" y="10"/>
                    </a:cubicBezTo>
                    <a:cubicBezTo>
                      <a:pt x="11" y="12"/>
                      <a:pt x="6" y="18"/>
                      <a:pt x="0" y="19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29024" name="Freeform 28">
                <a:extLst>
                  <a:ext uri="{FF2B5EF4-FFF2-40B4-BE49-F238E27FC236}">
                    <a16:creationId xmlns:a16="http://schemas.microsoft.com/office/drawing/2014/main" id="{8B2AD737-1195-4516-B287-6AE59FE10C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4" y="1034"/>
                <a:ext cx="85" cy="29"/>
              </a:xfrm>
              <a:custGeom>
                <a:avLst/>
                <a:gdLst>
                  <a:gd name="T0" fmla="*/ 15 w 81"/>
                  <a:gd name="T1" fmla="*/ 11 h 28"/>
                  <a:gd name="T2" fmla="*/ 0 w 81"/>
                  <a:gd name="T3" fmla="*/ 22 h 28"/>
                  <a:gd name="T4" fmla="*/ 23 w 81"/>
                  <a:gd name="T5" fmla="*/ 23 h 28"/>
                  <a:gd name="T6" fmla="*/ 93 w 81"/>
                  <a:gd name="T7" fmla="*/ 5 h 28"/>
                  <a:gd name="T8" fmla="*/ 55 w 81"/>
                  <a:gd name="T9" fmla="*/ 2 h 28"/>
                  <a:gd name="T10" fmla="*/ 15 w 81"/>
                  <a:gd name="T11" fmla="*/ 9 h 2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1" h="28">
                    <a:moveTo>
                      <a:pt x="12" y="11"/>
                    </a:moveTo>
                    <a:cubicBezTo>
                      <a:pt x="9" y="9"/>
                      <a:pt x="0" y="15"/>
                      <a:pt x="0" y="19"/>
                    </a:cubicBezTo>
                    <a:cubicBezTo>
                      <a:pt x="0" y="28"/>
                      <a:pt x="15" y="21"/>
                      <a:pt x="20" y="20"/>
                    </a:cubicBezTo>
                    <a:cubicBezTo>
                      <a:pt x="39" y="12"/>
                      <a:pt x="60" y="5"/>
                      <a:pt x="81" y="5"/>
                    </a:cubicBezTo>
                    <a:cubicBezTo>
                      <a:pt x="74" y="0"/>
                      <a:pt x="56" y="2"/>
                      <a:pt x="48" y="2"/>
                    </a:cubicBezTo>
                    <a:cubicBezTo>
                      <a:pt x="37" y="3"/>
                      <a:pt x="23" y="10"/>
                      <a:pt x="12" y="9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29025" name="Freeform 29">
                <a:extLst>
                  <a:ext uri="{FF2B5EF4-FFF2-40B4-BE49-F238E27FC236}">
                    <a16:creationId xmlns:a16="http://schemas.microsoft.com/office/drawing/2014/main" id="{D3DE5FFE-CA01-45AA-9F77-D61E57D6B8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1" y="1076"/>
                <a:ext cx="113" cy="119"/>
              </a:xfrm>
              <a:custGeom>
                <a:avLst/>
                <a:gdLst>
                  <a:gd name="T0" fmla="*/ 121 w 108"/>
                  <a:gd name="T1" fmla="*/ 78 h 114"/>
                  <a:gd name="T2" fmla="*/ 0 w 108"/>
                  <a:gd name="T3" fmla="*/ 94 h 114"/>
                  <a:gd name="T4" fmla="*/ 65 w 108"/>
                  <a:gd name="T5" fmla="*/ 123 h 114"/>
                  <a:gd name="T6" fmla="*/ 114 w 108"/>
                  <a:gd name="T7" fmla="*/ 86 h 114"/>
                  <a:gd name="T8" fmla="*/ 121 w 108"/>
                  <a:gd name="T9" fmla="*/ 78 h 1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8" h="114">
                    <a:moveTo>
                      <a:pt x="106" y="69"/>
                    </a:moveTo>
                    <a:cubicBezTo>
                      <a:pt x="106" y="69"/>
                      <a:pt x="42" y="0"/>
                      <a:pt x="0" y="82"/>
                    </a:cubicBezTo>
                    <a:cubicBezTo>
                      <a:pt x="0" y="82"/>
                      <a:pt x="20" y="114"/>
                      <a:pt x="56" y="108"/>
                    </a:cubicBezTo>
                    <a:cubicBezTo>
                      <a:pt x="92" y="102"/>
                      <a:pt x="90" y="74"/>
                      <a:pt x="99" y="76"/>
                    </a:cubicBezTo>
                    <a:cubicBezTo>
                      <a:pt x="108" y="79"/>
                      <a:pt x="106" y="69"/>
                      <a:pt x="106" y="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29026" name="Oval 30">
                <a:extLst>
                  <a:ext uri="{FF2B5EF4-FFF2-40B4-BE49-F238E27FC236}">
                    <a16:creationId xmlns:a16="http://schemas.microsoft.com/office/drawing/2014/main" id="{5191F817-8D3D-49E1-92B1-BB36A4FD71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1" y="1122"/>
                <a:ext cx="67" cy="66"/>
              </a:xfrm>
              <a:prstGeom prst="ellipse">
                <a:avLst/>
              </a:prstGeom>
              <a:solidFill>
                <a:srgbClr val="776D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027" name="Freeform 31">
                <a:extLst>
                  <a:ext uri="{FF2B5EF4-FFF2-40B4-BE49-F238E27FC236}">
                    <a16:creationId xmlns:a16="http://schemas.microsoft.com/office/drawing/2014/main" id="{F036BCFD-B4B9-49C8-9B87-1DE78D45C1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1" y="1078"/>
                <a:ext cx="113" cy="117"/>
              </a:xfrm>
              <a:custGeom>
                <a:avLst/>
                <a:gdLst>
                  <a:gd name="T0" fmla="*/ 121 w 108"/>
                  <a:gd name="T1" fmla="*/ 75 h 113"/>
                  <a:gd name="T2" fmla="*/ 0 w 108"/>
                  <a:gd name="T3" fmla="*/ 90 h 113"/>
                  <a:gd name="T4" fmla="*/ 65 w 108"/>
                  <a:gd name="T5" fmla="*/ 119 h 113"/>
                  <a:gd name="T6" fmla="*/ 115 w 108"/>
                  <a:gd name="T7" fmla="*/ 85 h 113"/>
                  <a:gd name="T8" fmla="*/ 121 w 108"/>
                  <a:gd name="T9" fmla="*/ 75 h 1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8" h="113">
                    <a:moveTo>
                      <a:pt x="106" y="68"/>
                    </a:moveTo>
                    <a:cubicBezTo>
                      <a:pt x="106" y="68"/>
                      <a:pt x="43" y="0"/>
                      <a:pt x="0" y="81"/>
                    </a:cubicBezTo>
                    <a:cubicBezTo>
                      <a:pt x="0" y="81"/>
                      <a:pt x="20" y="113"/>
                      <a:pt x="56" y="107"/>
                    </a:cubicBezTo>
                    <a:cubicBezTo>
                      <a:pt x="92" y="101"/>
                      <a:pt x="91" y="73"/>
                      <a:pt x="100" y="76"/>
                    </a:cubicBezTo>
                    <a:cubicBezTo>
                      <a:pt x="108" y="78"/>
                      <a:pt x="106" y="68"/>
                      <a:pt x="106" y="68"/>
                    </a:cubicBez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29028" name="Freeform 32">
                <a:extLst>
                  <a:ext uri="{FF2B5EF4-FFF2-40B4-BE49-F238E27FC236}">
                    <a16:creationId xmlns:a16="http://schemas.microsoft.com/office/drawing/2014/main" id="{36C0B353-8E3D-4A4C-A393-2F85525657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3" y="1125"/>
                <a:ext cx="63" cy="39"/>
              </a:xfrm>
              <a:custGeom>
                <a:avLst/>
                <a:gdLst>
                  <a:gd name="T0" fmla="*/ 1 w 61"/>
                  <a:gd name="T1" fmla="*/ 40 h 37"/>
                  <a:gd name="T2" fmla="*/ 2 w 61"/>
                  <a:gd name="T3" fmla="*/ 26 h 37"/>
                  <a:gd name="T4" fmla="*/ 6 w 61"/>
                  <a:gd name="T5" fmla="*/ 16 h 37"/>
                  <a:gd name="T6" fmla="*/ 26 w 61"/>
                  <a:gd name="T7" fmla="*/ 1 h 37"/>
                  <a:gd name="T8" fmla="*/ 53 w 61"/>
                  <a:gd name="T9" fmla="*/ 6 h 37"/>
                  <a:gd name="T10" fmla="*/ 67 w 61"/>
                  <a:gd name="T11" fmla="*/ 30 h 37"/>
                  <a:gd name="T12" fmla="*/ 59 w 61"/>
                  <a:gd name="T13" fmla="*/ 28 h 37"/>
                  <a:gd name="T14" fmla="*/ 39 w 61"/>
                  <a:gd name="T15" fmla="*/ 27 h 37"/>
                  <a:gd name="T16" fmla="*/ 27 w 61"/>
                  <a:gd name="T17" fmla="*/ 30 h 37"/>
                  <a:gd name="T18" fmla="*/ 15 w 61"/>
                  <a:gd name="T19" fmla="*/ 37 h 37"/>
                  <a:gd name="T20" fmla="*/ 1 w 61"/>
                  <a:gd name="T21" fmla="*/ 39 h 3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1" h="37">
                    <a:moveTo>
                      <a:pt x="1" y="34"/>
                    </a:moveTo>
                    <a:cubicBezTo>
                      <a:pt x="0" y="31"/>
                      <a:pt x="1" y="26"/>
                      <a:pt x="2" y="23"/>
                    </a:cubicBezTo>
                    <a:cubicBezTo>
                      <a:pt x="2" y="20"/>
                      <a:pt x="5" y="16"/>
                      <a:pt x="6" y="13"/>
                    </a:cubicBezTo>
                    <a:cubicBezTo>
                      <a:pt x="10" y="8"/>
                      <a:pt x="16" y="2"/>
                      <a:pt x="23" y="1"/>
                    </a:cubicBezTo>
                    <a:cubicBezTo>
                      <a:pt x="31" y="0"/>
                      <a:pt x="40" y="1"/>
                      <a:pt x="47" y="6"/>
                    </a:cubicBezTo>
                    <a:cubicBezTo>
                      <a:pt x="53" y="10"/>
                      <a:pt x="60" y="17"/>
                      <a:pt x="61" y="26"/>
                    </a:cubicBezTo>
                    <a:cubicBezTo>
                      <a:pt x="59" y="27"/>
                      <a:pt x="55" y="25"/>
                      <a:pt x="53" y="25"/>
                    </a:cubicBezTo>
                    <a:cubicBezTo>
                      <a:pt x="47" y="24"/>
                      <a:pt x="42" y="24"/>
                      <a:pt x="36" y="24"/>
                    </a:cubicBezTo>
                    <a:cubicBezTo>
                      <a:pt x="32" y="24"/>
                      <a:pt x="28" y="24"/>
                      <a:pt x="24" y="26"/>
                    </a:cubicBezTo>
                    <a:cubicBezTo>
                      <a:pt x="21" y="27"/>
                      <a:pt x="18" y="29"/>
                      <a:pt x="15" y="31"/>
                    </a:cubicBezTo>
                    <a:cubicBezTo>
                      <a:pt x="13" y="32"/>
                      <a:pt x="1" y="37"/>
                      <a:pt x="1" y="33"/>
                    </a:cubicBezTo>
                  </a:path>
                </a:pathLst>
              </a:custGeom>
              <a:solidFill>
                <a:srgbClr val="60552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29029" name="Freeform 33">
                <a:extLst>
                  <a:ext uri="{FF2B5EF4-FFF2-40B4-BE49-F238E27FC236}">
                    <a16:creationId xmlns:a16="http://schemas.microsoft.com/office/drawing/2014/main" id="{324D1978-E7AA-435D-9C51-7B868C2D0F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5" y="1161"/>
                <a:ext cx="51" cy="24"/>
              </a:xfrm>
              <a:custGeom>
                <a:avLst/>
                <a:gdLst>
                  <a:gd name="T0" fmla="*/ 1 w 49"/>
                  <a:gd name="T1" fmla="*/ 5 h 23"/>
                  <a:gd name="T2" fmla="*/ 8 w 49"/>
                  <a:gd name="T3" fmla="*/ 19 h 23"/>
                  <a:gd name="T4" fmla="*/ 21 w 49"/>
                  <a:gd name="T5" fmla="*/ 23 h 23"/>
                  <a:gd name="T6" fmla="*/ 35 w 49"/>
                  <a:gd name="T7" fmla="*/ 25 h 23"/>
                  <a:gd name="T8" fmla="*/ 52 w 49"/>
                  <a:gd name="T9" fmla="*/ 17 h 23"/>
                  <a:gd name="T10" fmla="*/ 54 w 49"/>
                  <a:gd name="T11" fmla="*/ 9 h 23"/>
                  <a:gd name="T12" fmla="*/ 49 w 49"/>
                  <a:gd name="T13" fmla="*/ 11 h 23"/>
                  <a:gd name="T14" fmla="*/ 36 w 49"/>
                  <a:gd name="T15" fmla="*/ 15 h 23"/>
                  <a:gd name="T16" fmla="*/ 27 w 49"/>
                  <a:gd name="T17" fmla="*/ 15 h 23"/>
                  <a:gd name="T18" fmla="*/ 8 w 49"/>
                  <a:gd name="T19" fmla="*/ 1 h 23"/>
                  <a:gd name="T20" fmla="*/ 0 w 49"/>
                  <a:gd name="T21" fmla="*/ 3 h 23"/>
                  <a:gd name="T22" fmla="*/ 1 w 49"/>
                  <a:gd name="T23" fmla="*/ 5 h 2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49" h="23">
                    <a:moveTo>
                      <a:pt x="1" y="5"/>
                    </a:moveTo>
                    <a:cubicBezTo>
                      <a:pt x="2" y="8"/>
                      <a:pt x="5" y="14"/>
                      <a:pt x="8" y="16"/>
                    </a:cubicBezTo>
                    <a:cubicBezTo>
                      <a:pt x="11" y="19"/>
                      <a:pt x="15" y="19"/>
                      <a:pt x="18" y="20"/>
                    </a:cubicBezTo>
                    <a:cubicBezTo>
                      <a:pt x="23" y="22"/>
                      <a:pt x="27" y="23"/>
                      <a:pt x="32" y="22"/>
                    </a:cubicBezTo>
                    <a:cubicBezTo>
                      <a:pt x="37" y="20"/>
                      <a:pt x="42" y="17"/>
                      <a:pt x="46" y="14"/>
                    </a:cubicBezTo>
                    <a:cubicBezTo>
                      <a:pt x="46" y="13"/>
                      <a:pt x="49" y="10"/>
                      <a:pt x="48" y="9"/>
                    </a:cubicBezTo>
                    <a:cubicBezTo>
                      <a:pt x="48" y="8"/>
                      <a:pt x="44" y="10"/>
                      <a:pt x="43" y="11"/>
                    </a:cubicBezTo>
                    <a:cubicBezTo>
                      <a:pt x="39" y="12"/>
                      <a:pt x="36" y="11"/>
                      <a:pt x="33" y="12"/>
                    </a:cubicBezTo>
                    <a:cubicBezTo>
                      <a:pt x="30" y="12"/>
                      <a:pt x="27" y="13"/>
                      <a:pt x="24" y="12"/>
                    </a:cubicBezTo>
                    <a:cubicBezTo>
                      <a:pt x="18" y="10"/>
                      <a:pt x="15" y="0"/>
                      <a:pt x="8" y="1"/>
                    </a:cubicBezTo>
                    <a:cubicBezTo>
                      <a:pt x="6" y="1"/>
                      <a:pt x="3" y="3"/>
                      <a:pt x="0" y="3"/>
                    </a:cubicBezTo>
                    <a:cubicBezTo>
                      <a:pt x="1" y="4"/>
                      <a:pt x="1" y="5"/>
                      <a:pt x="1" y="5"/>
                    </a:cubicBezTo>
                  </a:path>
                </a:pathLst>
              </a:custGeom>
              <a:solidFill>
                <a:srgbClr val="B2A5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29030" name="Oval 34">
                <a:extLst>
                  <a:ext uri="{FF2B5EF4-FFF2-40B4-BE49-F238E27FC236}">
                    <a16:creationId xmlns:a16="http://schemas.microsoft.com/office/drawing/2014/main" id="{539AE3D8-F7D3-4AA3-9FAF-F24883F121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41" y="1140"/>
                <a:ext cx="28" cy="27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031" name="Oval 35">
                <a:extLst>
                  <a:ext uri="{FF2B5EF4-FFF2-40B4-BE49-F238E27FC236}">
                    <a16:creationId xmlns:a16="http://schemas.microsoft.com/office/drawing/2014/main" id="{90D9C31D-DB2E-4905-A1F4-3917013410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8" y="1138"/>
                <a:ext cx="15" cy="1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032" name="Oval 36">
                <a:extLst>
                  <a:ext uri="{FF2B5EF4-FFF2-40B4-BE49-F238E27FC236}">
                    <a16:creationId xmlns:a16="http://schemas.microsoft.com/office/drawing/2014/main" id="{C34388C1-7772-4AF9-83D5-1D0495E3F3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42" y="1162"/>
                <a:ext cx="11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033" name="Oval 37">
                <a:extLst>
                  <a:ext uri="{FF2B5EF4-FFF2-40B4-BE49-F238E27FC236}">
                    <a16:creationId xmlns:a16="http://schemas.microsoft.com/office/drawing/2014/main" id="{9FEC5477-99DF-4EC4-A968-00F71794F2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1" y="1122"/>
                <a:ext cx="67" cy="66"/>
              </a:xfrm>
              <a:prstGeom prst="ellipse">
                <a:avLst/>
              </a:prstGeom>
              <a:noFill/>
              <a:ln w="3175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034" name="Freeform 38">
                <a:extLst>
                  <a:ext uri="{FF2B5EF4-FFF2-40B4-BE49-F238E27FC236}">
                    <a16:creationId xmlns:a16="http://schemas.microsoft.com/office/drawing/2014/main" id="{48A56DFC-AF3B-43E5-A395-858E0905F7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8" y="1082"/>
                <a:ext cx="102" cy="64"/>
              </a:xfrm>
              <a:custGeom>
                <a:avLst/>
                <a:gdLst>
                  <a:gd name="T0" fmla="*/ 110 w 98"/>
                  <a:gd name="T1" fmla="*/ 54 h 62"/>
                  <a:gd name="T2" fmla="*/ 0 w 98"/>
                  <a:gd name="T3" fmla="*/ 68 h 6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8" h="62">
                    <a:moveTo>
                      <a:pt x="98" y="48"/>
                    </a:moveTo>
                    <a:cubicBezTo>
                      <a:pt x="98" y="48"/>
                      <a:pt x="41" y="0"/>
                      <a:pt x="0" y="62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29035" name="Freeform 39">
                <a:extLst>
                  <a:ext uri="{FF2B5EF4-FFF2-40B4-BE49-F238E27FC236}">
                    <a16:creationId xmlns:a16="http://schemas.microsoft.com/office/drawing/2014/main" id="{EBE27BA1-2CC7-4792-824B-288CF13A5B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1" y="1126"/>
                <a:ext cx="21" cy="9"/>
              </a:xfrm>
              <a:custGeom>
                <a:avLst/>
                <a:gdLst>
                  <a:gd name="T0" fmla="*/ 23 w 20"/>
                  <a:gd name="T1" fmla="*/ 10 h 8"/>
                  <a:gd name="T2" fmla="*/ 13 w 20"/>
                  <a:gd name="T3" fmla="*/ 8 h 8"/>
                  <a:gd name="T4" fmla="*/ 3 w 20"/>
                  <a:gd name="T5" fmla="*/ 2 h 8"/>
                  <a:gd name="T6" fmla="*/ 0 w 20"/>
                  <a:gd name="T7" fmla="*/ 0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8">
                    <a:moveTo>
                      <a:pt x="20" y="7"/>
                    </a:moveTo>
                    <a:cubicBezTo>
                      <a:pt x="17" y="8"/>
                      <a:pt x="13" y="6"/>
                      <a:pt x="10" y="5"/>
                    </a:cubicBezTo>
                    <a:cubicBezTo>
                      <a:pt x="8" y="4"/>
                      <a:pt x="5" y="3"/>
                      <a:pt x="3" y="2"/>
                    </a:cubicBezTo>
                    <a:cubicBezTo>
                      <a:pt x="2" y="2"/>
                      <a:pt x="0" y="0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29036" name="Freeform 40">
                <a:extLst>
                  <a:ext uri="{FF2B5EF4-FFF2-40B4-BE49-F238E27FC236}">
                    <a16:creationId xmlns:a16="http://schemas.microsoft.com/office/drawing/2014/main" id="{91AD3211-18CE-449F-835B-0C7F230DD2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0" y="1143"/>
                <a:ext cx="22" cy="3"/>
              </a:xfrm>
              <a:custGeom>
                <a:avLst/>
                <a:gdLst>
                  <a:gd name="T0" fmla="*/ 24 w 21"/>
                  <a:gd name="T1" fmla="*/ 0 h 3"/>
                  <a:gd name="T2" fmla="*/ 16 w 21"/>
                  <a:gd name="T3" fmla="*/ 2 h 3"/>
                  <a:gd name="T4" fmla="*/ 0 w 21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3">
                    <a:moveTo>
                      <a:pt x="21" y="0"/>
                    </a:moveTo>
                    <a:cubicBezTo>
                      <a:pt x="20" y="3"/>
                      <a:pt x="15" y="2"/>
                      <a:pt x="13" y="2"/>
                    </a:cubicBezTo>
                    <a:cubicBezTo>
                      <a:pt x="9" y="1"/>
                      <a:pt x="4" y="2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29037" name="Freeform 41">
                <a:extLst>
                  <a:ext uri="{FF2B5EF4-FFF2-40B4-BE49-F238E27FC236}">
                    <a16:creationId xmlns:a16="http://schemas.microsoft.com/office/drawing/2014/main" id="{32D7C7D8-BFDE-4305-8019-20698CAEFF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5" y="1154"/>
                <a:ext cx="20" cy="5"/>
              </a:xfrm>
              <a:custGeom>
                <a:avLst/>
                <a:gdLst>
                  <a:gd name="T0" fmla="*/ 22 w 19"/>
                  <a:gd name="T1" fmla="*/ 0 h 5"/>
                  <a:gd name="T2" fmla="*/ 17 w 19"/>
                  <a:gd name="T3" fmla="*/ 4 h 5"/>
                  <a:gd name="T4" fmla="*/ 0 w 19"/>
                  <a:gd name="T5" fmla="*/ 4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5">
                    <a:moveTo>
                      <a:pt x="19" y="0"/>
                    </a:moveTo>
                    <a:cubicBezTo>
                      <a:pt x="17" y="2"/>
                      <a:pt x="16" y="4"/>
                      <a:pt x="14" y="4"/>
                    </a:cubicBezTo>
                    <a:cubicBezTo>
                      <a:pt x="12" y="5"/>
                      <a:pt x="0" y="3"/>
                      <a:pt x="0" y="4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29038" name="Freeform 42">
                <a:extLst>
                  <a:ext uri="{FF2B5EF4-FFF2-40B4-BE49-F238E27FC236}">
                    <a16:creationId xmlns:a16="http://schemas.microsoft.com/office/drawing/2014/main" id="{A06FB804-9F69-4313-9B34-3AACB0DA1E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3" y="1174"/>
                <a:ext cx="8" cy="6"/>
              </a:xfrm>
              <a:custGeom>
                <a:avLst/>
                <a:gdLst>
                  <a:gd name="T0" fmla="*/ 8 w 8"/>
                  <a:gd name="T1" fmla="*/ 0 h 5"/>
                  <a:gd name="T2" fmla="*/ 0 w 8"/>
                  <a:gd name="T3" fmla="*/ 8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5">
                    <a:moveTo>
                      <a:pt x="8" y="0"/>
                    </a:moveTo>
                    <a:cubicBezTo>
                      <a:pt x="5" y="1"/>
                      <a:pt x="2" y="3"/>
                      <a:pt x="0" y="5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29039" name="Freeform 43">
                <a:extLst>
                  <a:ext uri="{FF2B5EF4-FFF2-40B4-BE49-F238E27FC236}">
                    <a16:creationId xmlns:a16="http://schemas.microsoft.com/office/drawing/2014/main" id="{F9BACBFD-F178-4A48-855E-F4DE24E269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3" y="1180"/>
                <a:ext cx="6" cy="7"/>
              </a:xfrm>
              <a:custGeom>
                <a:avLst/>
                <a:gdLst>
                  <a:gd name="T0" fmla="*/ 6 w 6"/>
                  <a:gd name="T1" fmla="*/ 0 h 7"/>
                  <a:gd name="T2" fmla="*/ 0 w 6"/>
                  <a:gd name="T3" fmla="*/ 7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7">
                    <a:moveTo>
                      <a:pt x="6" y="0"/>
                    </a:moveTo>
                    <a:cubicBezTo>
                      <a:pt x="3" y="1"/>
                      <a:pt x="1" y="5"/>
                      <a:pt x="0" y="7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29040" name="Freeform 44">
                <a:extLst>
                  <a:ext uri="{FF2B5EF4-FFF2-40B4-BE49-F238E27FC236}">
                    <a16:creationId xmlns:a16="http://schemas.microsoft.com/office/drawing/2014/main" id="{14CDA92F-42B0-4FC3-BA54-8EF17E4129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9" y="1045"/>
                <a:ext cx="110" cy="116"/>
              </a:xfrm>
              <a:custGeom>
                <a:avLst/>
                <a:gdLst>
                  <a:gd name="T0" fmla="*/ 0 w 105"/>
                  <a:gd name="T1" fmla="*/ 96 h 111"/>
                  <a:gd name="T2" fmla="*/ 120 w 105"/>
                  <a:gd name="T3" fmla="*/ 74 h 111"/>
                  <a:gd name="T4" fmla="*/ 68 w 105"/>
                  <a:gd name="T5" fmla="*/ 121 h 111"/>
                  <a:gd name="T6" fmla="*/ 8 w 105"/>
                  <a:gd name="T7" fmla="*/ 101 h 111"/>
                  <a:gd name="T8" fmla="*/ 0 w 105"/>
                  <a:gd name="T9" fmla="*/ 96 h 1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5" h="111">
                    <a:moveTo>
                      <a:pt x="0" y="84"/>
                    </a:moveTo>
                    <a:cubicBezTo>
                      <a:pt x="0" y="84"/>
                      <a:pt x="41" y="0"/>
                      <a:pt x="105" y="65"/>
                    </a:cubicBezTo>
                    <a:cubicBezTo>
                      <a:pt x="105" y="65"/>
                      <a:pt x="95" y="102"/>
                      <a:pt x="59" y="106"/>
                    </a:cubicBezTo>
                    <a:cubicBezTo>
                      <a:pt x="23" y="111"/>
                      <a:pt x="16" y="84"/>
                      <a:pt x="8" y="89"/>
                    </a:cubicBezTo>
                    <a:cubicBezTo>
                      <a:pt x="1" y="94"/>
                      <a:pt x="0" y="84"/>
                      <a:pt x="0" y="8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29041" name="Freeform 45">
                <a:extLst>
                  <a:ext uri="{FF2B5EF4-FFF2-40B4-BE49-F238E27FC236}">
                    <a16:creationId xmlns:a16="http://schemas.microsoft.com/office/drawing/2014/main" id="{87DA921A-FDD7-452C-A9E5-833E0167E3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8" y="1086"/>
                <a:ext cx="75" cy="74"/>
              </a:xfrm>
              <a:custGeom>
                <a:avLst/>
                <a:gdLst>
                  <a:gd name="T0" fmla="*/ 5 w 72"/>
                  <a:gd name="T1" fmla="*/ 51 h 71"/>
                  <a:gd name="T2" fmla="*/ 51 w 72"/>
                  <a:gd name="T3" fmla="*/ 75 h 71"/>
                  <a:gd name="T4" fmla="*/ 76 w 72"/>
                  <a:gd name="T5" fmla="*/ 29 h 71"/>
                  <a:gd name="T6" fmla="*/ 30 w 72"/>
                  <a:gd name="T7" fmla="*/ 6 h 71"/>
                  <a:gd name="T8" fmla="*/ 5 w 72"/>
                  <a:gd name="T9" fmla="*/ 51 h 7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2" h="71">
                    <a:moveTo>
                      <a:pt x="5" y="45"/>
                    </a:moveTo>
                    <a:cubicBezTo>
                      <a:pt x="10" y="61"/>
                      <a:pt x="28" y="71"/>
                      <a:pt x="45" y="66"/>
                    </a:cubicBezTo>
                    <a:cubicBezTo>
                      <a:pt x="62" y="61"/>
                      <a:pt x="72" y="43"/>
                      <a:pt x="67" y="26"/>
                    </a:cubicBezTo>
                    <a:cubicBezTo>
                      <a:pt x="62" y="10"/>
                      <a:pt x="44" y="0"/>
                      <a:pt x="27" y="6"/>
                    </a:cubicBezTo>
                    <a:cubicBezTo>
                      <a:pt x="10" y="11"/>
                      <a:pt x="0" y="28"/>
                      <a:pt x="5" y="45"/>
                    </a:cubicBezTo>
                    <a:close/>
                  </a:path>
                </a:pathLst>
              </a:custGeom>
              <a:solidFill>
                <a:srgbClr val="776D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29042" name="Freeform 46">
                <a:extLst>
                  <a:ext uri="{FF2B5EF4-FFF2-40B4-BE49-F238E27FC236}">
                    <a16:creationId xmlns:a16="http://schemas.microsoft.com/office/drawing/2014/main" id="{DC3D6B9F-DBAD-4314-92D5-D15C7858A8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8" y="1045"/>
                <a:ext cx="111" cy="116"/>
              </a:xfrm>
              <a:custGeom>
                <a:avLst/>
                <a:gdLst>
                  <a:gd name="T0" fmla="*/ 0 w 106"/>
                  <a:gd name="T1" fmla="*/ 96 h 111"/>
                  <a:gd name="T2" fmla="*/ 121 w 106"/>
                  <a:gd name="T3" fmla="*/ 75 h 111"/>
                  <a:gd name="T4" fmla="*/ 68 w 106"/>
                  <a:gd name="T5" fmla="*/ 122 h 111"/>
                  <a:gd name="T6" fmla="*/ 9 w 106"/>
                  <a:gd name="T7" fmla="*/ 101 h 111"/>
                  <a:gd name="T8" fmla="*/ 0 w 106"/>
                  <a:gd name="T9" fmla="*/ 96 h 1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6" h="111">
                    <a:moveTo>
                      <a:pt x="0" y="84"/>
                    </a:moveTo>
                    <a:cubicBezTo>
                      <a:pt x="0" y="84"/>
                      <a:pt x="42" y="0"/>
                      <a:pt x="106" y="66"/>
                    </a:cubicBezTo>
                    <a:cubicBezTo>
                      <a:pt x="106" y="66"/>
                      <a:pt x="96" y="102"/>
                      <a:pt x="59" y="107"/>
                    </a:cubicBezTo>
                    <a:cubicBezTo>
                      <a:pt x="23" y="111"/>
                      <a:pt x="16" y="84"/>
                      <a:pt x="9" y="89"/>
                    </a:cubicBezTo>
                    <a:cubicBezTo>
                      <a:pt x="1" y="94"/>
                      <a:pt x="0" y="84"/>
                      <a:pt x="0" y="84"/>
                    </a:cubicBez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29043" name="Freeform 47">
                <a:extLst>
                  <a:ext uri="{FF2B5EF4-FFF2-40B4-BE49-F238E27FC236}">
                    <a16:creationId xmlns:a16="http://schemas.microsoft.com/office/drawing/2014/main" id="{9DB1E433-ED4D-46AB-B24C-C5A2F4F9F0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2" y="1091"/>
                <a:ext cx="66" cy="39"/>
              </a:xfrm>
              <a:custGeom>
                <a:avLst/>
                <a:gdLst>
                  <a:gd name="T0" fmla="*/ 71 w 63"/>
                  <a:gd name="T1" fmla="*/ 32 h 37"/>
                  <a:gd name="T2" fmla="*/ 67 w 63"/>
                  <a:gd name="T3" fmla="*/ 20 h 37"/>
                  <a:gd name="T4" fmla="*/ 57 w 63"/>
                  <a:gd name="T5" fmla="*/ 9 h 37"/>
                  <a:gd name="T6" fmla="*/ 36 w 63"/>
                  <a:gd name="T7" fmla="*/ 2 h 37"/>
                  <a:gd name="T8" fmla="*/ 10 w 63"/>
                  <a:gd name="T9" fmla="*/ 16 h 37"/>
                  <a:gd name="T10" fmla="*/ 2 w 63"/>
                  <a:gd name="T11" fmla="*/ 43 h 37"/>
                  <a:gd name="T12" fmla="*/ 9 w 63"/>
                  <a:gd name="T13" fmla="*/ 39 h 37"/>
                  <a:gd name="T14" fmla="*/ 28 w 63"/>
                  <a:gd name="T15" fmla="*/ 34 h 37"/>
                  <a:gd name="T16" fmla="*/ 43 w 63"/>
                  <a:gd name="T17" fmla="*/ 30 h 37"/>
                  <a:gd name="T18" fmla="*/ 54 w 63"/>
                  <a:gd name="T19" fmla="*/ 34 h 37"/>
                  <a:gd name="T20" fmla="*/ 70 w 63"/>
                  <a:gd name="T21" fmla="*/ 30 h 3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3" h="37">
                    <a:moveTo>
                      <a:pt x="62" y="27"/>
                    </a:moveTo>
                    <a:cubicBezTo>
                      <a:pt x="62" y="24"/>
                      <a:pt x="59" y="19"/>
                      <a:pt x="58" y="17"/>
                    </a:cubicBezTo>
                    <a:cubicBezTo>
                      <a:pt x="56" y="14"/>
                      <a:pt x="53" y="11"/>
                      <a:pt x="50" y="9"/>
                    </a:cubicBezTo>
                    <a:cubicBezTo>
                      <a:pt x="46" y="5"/>
                      <a:pt x="38" y="0"/>
                      <a:pt x="31" y="2"/>
                    </a:cubicBezTo>
                    <a:cubicBezTo>
                      <a:pt x="23" y="3"/>
                      <a:pt x="15" y="6"/>
                      <a:pt x="10" y="13"/>
                    </a:cubicBezTo>
                    <a:cubicBezTo>
                      <a:pt x="5" y="20"/>
                      <a:pt x="0" y="28"/>
                      <a:pt x="2" y="37"/>
                    </a:cubicBezTo>
                    <a:cubicBezTo>
                      <a:pt x="4" y="37"/>
                      <a:pt x="7" y="34"/>
                      <a:pt x="9" y="33"/>
                    </a:cubicBezTo>
                    <a:cubicBezTo>
                      <a:pt x="14" y="31"/>
                      <a:pt x="20" y="30"/>
                      <a:pt x="25" y="28"/>
                    </a:cubicBezTo>
                    <a:cubicBezTo>
                      <a:pt x="29" y="27"/>
                      <a:pt x="33" y="25"/>
                      <a:pt x="37" y="26"/>
                    </a:cubicBezTo>
                    <a:cubicBezTo>
                      <a:pt x="41" y="26"/>
                      <a:pt x="44" y="27"/>
                      <a:pt x="48" y="28"/>
                    </a:cubicBezTo>
                    <a:cubicBezTo>
                      <a:pt x="49" y="28"/>
                      <a:pt x="63" y="31"/>
                      <a:pt x="61" y="26"/>
                    </a:cubicBezTo>
                  </a:path>
                </a:pathLst>
              </a:custGeom>
              <a:solidFill>
                <a:srgbClr val="60552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29044" name="Freeform 48">
                <a:extLst>
                  <a:ext uri="{FF2B5EF4-FFF2-40B4-BE49-F238E27FC236}">
                    <a16:creationId xmlns:a16="http://schemas.microsoft.com/office/drawing/2014/main" id="{AB3615E8-F472-4EA1-B9AA-AF9675DDF3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0" y="1122"/>
                <a:ext cx="46" cy="28"/>
              </a:xfrm>
              <a:custGeom>
                <a:avLst/>
                <a:gdLst>
                  <a:gd name="T0" fmla="*/ 50 w 44"/>
                  <a:gd name="T1" fmla="*/ 2 h 27"/>
                  <a:gd name="T2" fmla="*/ 46 w 44"/>
                  <a:gd name="T3" fmla="*/ 18 h 27"/>
                  <a:gd name="T4" fmla="*/ 37 w 44"/>
                  <a:gd name="T5" fmla="*/ 25 h 27"/>
                  <a:gd name="T6" fmla="*/ 22 w 44"/>
                  <a:gd name="T7" fmla="*/ 30 h 27"/>
                  <a:gd name="T8" fmla="*/ 4 w 44"/>
                  <a:gd name="T9" fmla="*/ 27 h 27"/>
                  <a:gd name="T10" fmla="*/ 0 w 44"/>
                  <a:gd name="T11" fmla="*/ 23 h 27"/>
                  <a:gd name="T12" fmla="*/ 6 w 44"/>
                  <a:gd name="T13" fmla="*/ 23 h 27"/>
                  <a:gd name="T14" fmla="*/ 18 w 44"/>
                  <a:gd name="T15" fmla="*/ 21 h 27"/>
                  <a:gd name="T16" fmla="*/ 27 w 44"/>
                  <a:gd name="T17" fmla="*/ 19 h 27"/>
                  <a:gd name="T18" fmla="*/ 42 w 44"/>
                  <a:gd name="T19" fmla="*/ 1 h 27"/>
                  <a:gd name="T20" fmla="*/ 50 w 44"/>
                  <a:gd name="T21" fmla="*/ 1 h 27"/>
                  <a:gd name="T22" fmla="*/ 50 w 44"/>
                  <a:gd name="T23" fmla="*/ 3 h 2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44" h="27">
                    <a:moveTo>
                      <a:pt x="44" y="2"/>
                    </a:moveTo>
                    <a:cubicBezTo>
                      <a:pt x="44" y="6"/>
                      <a:pt x="42" y="13"/>
                      <a:pt x="40" y="15"/>
                    </a:cubicBezTo>
                    <a:cubicBezTo>
                      <a:pt x="38" y="19"/>
                      <a:pt x="35" y="20"/>
                      <a:pt x="32" y="22"/>
                    </a:cubicBezTo>
                    <a:cubicBezTo>
                      <a:pt x="28" y="25"/>
                      <a:pt x="24" y="27"/>
                      <a:pt x="19" y="27"/>
                    </a:cubicBezTo>
                    <a:cubicBezTo>
                      <a:pt x="14" y="27"/>
                      <a:pt x="8" y="26"/>
                      <a:pt x="4" y="24"/>
                    </a:cubicBezTo>
                    <a:cubicBezTo>
                      <a:pt x="3" y="23"/>
                      <a:pt x="0" y="21"/>
                      <a:pt x="0" y="20"/>
                    </a:cubicBezTo>
                    <a:cubicBezTo>
                      <a:pt x="0" y="18"/>
                      <a:pt x="5" y="20"/>
                      <a:pt x="6" y="20"/>
                    </a:cubicBezTo>
                    <a:cubicBezTo>
                      <a:pt x="9" y="20"/>
                      <a:pt x="12" y="19"/>
                      <a:pt x="15" y="18"/>
                    </a:cubicBezTo>
                    <a:cubicBezTo>
                      <a:pt x="19" y="18"/>
                      <a:pt x="21" y="17"/>
                      <a:pt x="24" y="16"/>
                    </a:cubicBezTo>
                    <a:cubicBezTo>
                      <a:pt x="30" y="13"/>
                      <a:pt x="29" y="2"/>
                      <a:pt x="36" y="1"/>
                    </a:cubicBezTo>
                    <a:cubicBezTo>
                      <a:pt x="39" y="0"/>
                      <a:pt x="41" y="1"/>
                      <a:pt x="44" y="1"/>
                    </a:cubicBezTo>
                    <a:cubicBezTo>
                      <a:pt x="44" y="1"/>
                      <a:pt x="44" y="2"/>
                      <a:pt x="44" y="3"/>
                    </a:cubicBezTo>
                  </a:path>
                </a:pathLst>
              </a:custGeom>
              <a:solidFill>
                <a:srgbClr val="B2A5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29045" name="Freeform 49">
                <a:extLst>
                  <a:ext uri="{FF2B5EF4-FFF2-40B4-BE49-F238E27FC236}">
                    <a16:creationId xmlns:a16="http://schemas.microsoft.com/office/drawing/2014/main" id="{D1686ACF-C4A5-4227-87CD-BB6F6EB196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9" y="1107"/>
                <a:ext cx="31" cy="30"/>
              </a:xfrm>
              <a:custGeom>
                <a:avLst/>
                <a:gdLst>
                  <a:gd name="T0" fmla="*/ 2 w 30"/>
                  <a:gd name="T1" fmla="*/ 21 h 29"/>
                  <a:gd name="T2" fmla="*/ 22 w 30"/>
                  <a:gd name="T3" fmla="*/ 30 h 29"/>
                  <a:gd name="T4" fmla="*/ 30 w 30"/>
                  <a:gd name="T5" fmla="*/ 11 h 29"/>
                  <a:gd name="T6" fmla="*/ 11 w 30"/>
                  <a:gd name="T7" fmla="*/ 2 h 29"/>
                  <a:gd name="T8" fmla="*/ 2 w 30"/>
                  <a:gd name="T9" fmla="*/ 21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29">
                    <a:moveTo>
                      <a:pt x="2" y="18"/>
                    </a:moveTo>
                    <a:cubicBezTo>
                      <a:pt x="4" y="25"/>
                      <a:pt x="12" y="29"/>
                      <a:pt x="19" y="27"/>
                    </a:cubicBezTo>
                    <a:cubicBezTo>
                      <a:pt x="26" y="25"/>
                      <a:pt x="30" y="18"/>
                      <a:pt x="27" y="11"/>
                    </a:cubicBezTo>
                    <a:cubicBezTo>
                      <a:pt x="25" y="4"/>
                      <a:pt x="18" y="0"/>
                      <a:pt x="11" y="2"/>
                    </a:cubicBezTo>
                    <a:cubicBezTo>
                      <a:pt x="4" y="4"/>
                      <a:pt x="0" y="11"/>
                      <a:pt x="2" y="18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29046" name="Freeform 50">
                <a:extLst>
                  <a:ext uri="{FF2B5EF4-FFF2-40B4-BE49-F238E27FC236}">
                    <a16:creationId xmlns:a16="http://schemas.microsoft.com/office/drawing/2014/main" id="{9D41EAD0-07D6-4C49-BB60-7614246621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5" y="1107"/>
                <a:ext cx="16" cy="16"/>
              </a:xfrm>
              <a:custGeom>
                <a:avLst/>
                <a:gdLst>
                  <a:gd name="T0" fmla="*/ 2 w 16"/>
                  <a:gd name="T1" fmla="*/ 10 h 16"/>
                  <a:gd name="T2" fmla="*/ 10 w 16"/>
                  <a:gd name="T3" fmla="*/ 14 h 16"/>
                  <a:gd name="T4" fmla="*/ 15 w 16"/>
                  <a:gd name="T5" fmla="*/ 6 h 16"/>
                  <a:gd name="T6" fmla="*/ 6 w 16"/>
                  <a:gd name="T7" fmla="*/ 1 h 16"/>
                  <a:gd name="T8" fmla="*/ 2 w 16"/>
                  <a:gd name="T9" fmla="*/ 10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16">
                    <a:moveTo>
                      <a:pt x="2" y="10"/>
                    </a:moveTo>
                    <a:cubicBezTo>
                      <a:pt x="3" y="13"/>
                      <a:pt x="7" y="16"/>
                      <a:pt x="10" y="14"/>
                    </a:cubicBezTo>
                    <a:cubicBezTo>
                      <a:pt x="14" y="13"/>
                      <a:pt x="16" y="9"/>
                      <a:pt x="15" y="6"/>
                    </a:cubicBezTo>
                    <a:cubicBezTo>
                      <a:pt x="14" y="2"/>
                      <a:pt x="10" y="0"/>
                      <a:pt x="6" y="1"/>
                    </a:cubicBezTo>
                    <a:cubicBezTo>
                      <a:pt x="3" y="2"/>
                      <a:pt x="0" y="6"/>
                      <a:pt x="2" y="1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29047" name="Freeform 51">
                <a:extLst>
                  <a:ext uri="{FF2B5EF4-FFF2-40B4-BE49-F238E27FC236}">
                    <a16:creationId xmlns:a16="http://schemas.microsoft.com/office/drawing/2014/main" id="{B289FFC9-9036-4A13-9597-288D6EA966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0" y="1128"/>
                <a:ext cx="11" cy="8"/>
              </a:xfrm>
              <a:custGeom>
                <a:avLst/>
                <a:gdLst>
                  <a:gd name="T0" fmla="*/ 1 w 11"/>
                  <a:gd name="T1" fmla="*/ 5 h 8"/>
                  <a:gd name="T2" fmla="*/ 6 w 11"/>
                  <a:gd name="T3" fmla="*/ 7 h 8"/>
                  <a:gd name="T4" fmla="*/ 10 w 11"/>
                  <a:gd name="T5" fmla="*/ 2 h 8"/>
                  <a:gd name="T6" fmla="*/ 5 w 11"/>
                  <a:gd name="T7" fmla="*/ 0 h 8"/>
                  <a:gd name="T8" fmla="*/ 1 w 11"/>
                  <a:gd name="T9" fmla="*/ 5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8">
                    <a:moveTo>
                      <a:pt x="1" y="5"/>
                    </a:moveTo>
                    <a:cubicBezTo>
                      <a:pt x="1" y="7"/>
                      <a:pt x="4" y="8"/>
                      <a:pt x="6" y="7"/>
                    </a:cubicBezTo>
                    <a:cubicBezTo>
                      <a:pt x="9" y="6"/>
                      <a:pt x="11" y="4"/>
                      <a:pt x="10" y="2"/>
                    </a:cubicBezTo>
                    <a:cubicBezTo>
                      <a:pt x="10" y="0"/>
                      <a:pt x="7" y="0"/>
                      <a:pt x="5" y="0"/>
                    </a:cubicBezTo>
                    <a:cubicBezTo>
                      <a:pt x="2" y="1"/>
                      <a:pt x="0" y="3"/>
                      <a:pt x="1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29048" name="Freeform 52">
                <a:extLst>
                  <a:ext uri="{FF2B5EF4-FFF2-40B4-BE49-F238E27FC236}">
                    <a16:creationId xmlns:a16="http://schemas.microsoft.com/office/drawing/2014/main" id="{5CE07082-FC56-401D-8F5C-31A538690F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8" y="1086"/>
                <a:ext cx="75" cy="73"/>
              </a:xfrm>
              <a:custGeom>
                <a:avLst/>
                <a:gdLst>
                  <a:gd name="T0" fmla="*/ 5 w 72"/>
                  <a:gd name="T1" fmla="*/ 50 h 70"/>
                  <a:gd name="T2" fmla="*/ 51 w 72"/>
                  <a:gd name="T3" fmla="*/ 74 h 70"/>
                  <a:gd name="T4" fmla="*/ 76 w 72"/>
                  <a:gd name="T5" fmla="*/ 29 h 70"/>
                  <a:gd name="T6" fmla="*/ 30 w 72"/>
                  <a:gd name="T7" fmla="*/ 5 h 70"/>
                  <a:gd name="T8" fmla="*/ 5 w 72"/>
                  <a:gd name="T9" fmla="*/ 50 h 7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2" h="70">
                    <a:moveTo>
                      <a:pt x="5" y="44"/>
                    </a:moveTo>
                    <a:cubicBezTo>
                      <a:pt x="10" y="61"/>
                      <a:pt x="28" y="70"/>
                      <a:pt x="45" y="65"/>
                    </a:cubicBezTo>
                    <a:cubicBezTo>
                      <a:pt x="62" y="60"/>
                      <a:pt x="72" y="43"/>
                      <a:pt x="67" y="26"/>
                    </a:cubicBezTo>
                    <a:cubicBezTo>
                      <a:pt x="62" y="9"/>
                      <a:pt x="44" y="0"/>
                      <a:pt x="27" y="5"/>
                    </a:cubicBezTo>
                    <a:cubicBezTo>
                      <a:pt x="10" y="10"/>
                      <a:pt x="0" y="28"/>
                      <a:pt x="5" y="44"/>
                    </a:cubicBez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29049" name="Freeform 53">
                <a:extLst>
                  <a:ext uri="{FF2B5EF4-FFF2-40B4-BE49-F238E27FC236}">
                    <a16:creationId xmlns:a16="http://schemas.microsoft.com/office/drawing/2014/main" id="{A2339CA0-C1BC-4EC1-964F-4A06CCD13D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5" y="1048"/>
                <a:ext cx="103" cy="65"/>
              </a:xfrm>
              <a:custGeom>
                <a:avLst/>
                <a:gdLst>
                  <a:gd name="T0" fmla="*/ 0 w 98"/>
                  <a:gd name="T1" fmla="*/ 71 h 62"/>
                  <a:gd name="T2" fmla="*/ 114 w 98"/>
                  <a:gd name="T3" fmla="*/ 55 h 6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8" h="62">
                    <a:moveTo>
                      <a:pt x="0" y="62"/>
                    </a:moveTo>
                    <a:cubicBezTo>
                      <a:pt x="0" y="62"/>
                      <a:pt x="40" y="0"/>
                      <a:pt x="98" y="48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29050" name="Freeform 54">
                <a:extLst>
                  <a:ext uri="{FF2B5EF4-FFF2-40B4-BE49-F238E27FC236}">
                    <a16:creationId xmlns:a16="http://schemas.microsoft.com/office/drawing/2014/main" id="{C640BCA5-6891-4C85-AA61-0BA5DA58AB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1" y="1081"/>
                <a:ext cx="17" cy="12"/>
              </a:xfrm>
              <a:custGeom>
                <a:avLst/>
                <a:gdLst>
                  <a:gd name="T0" fmla="*/ 0 w 17"/>
                  <a:gd name="T1" fmla="*/ 11 h 12"/>
                  <a:gd name="T2" fmla="*/ 9 w 17"/>
                  <a:gd name="T3" fmla="*/ 7 h 12"/>
                  <a:gd name="T4" fmla="*/ 15 w 17"/>
                  <a:gd name="T5" fmla="*/ 2 h 12"/>
                  <a:gd name="T6" fmla="*/ 17 w 17"/>
                  <a:gd name="T7" fmla="*/ 0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12">
                    <a:moveTo>
                      <a:pt x="0" y="11"/>
                    </a:moveTo>
                    <a:cubicBezTo>
                      <a:pt x="3" y="12"/>
                      <a:pt x="7" y="9"/>
                      <a:pt x="9" y="7"/>
                    </a:cubicBezTo>
                    <a:cubicBezTo>
                      <a:pt x="11" y="6"/>
                      <a:pt x="14" y="4"/>
                      <a:pt x="15" y="2"/>
                    </a:cubicBezTo>
                    <a:cubicBezTo>
                      <a:pt x="16" y="2"/>
                      <a:pt x="17" y="0"/>
                      <a:pt x="17" y="0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29051" name="Freeform 55">
                <a:extLst>
                  <a:ext uri="{FF2B5EF4-FFF2-40B4-BE49-F238E27FC236}">
                    <a16:creationId xmlns:a16="http://schemas.microsoft.com/office/drawing/2014/main" id="{7EC4B747-D5D1-4D32-8E9A-EA7B36CA75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2" y="1093"/>
                <a:ext cx="22" cy="8"/>
              </a:xfrm>
              <a:custGeom>
                <a:avLst/>
                <a:gdLst>
                  <a:gd name="T0" fmla="*/ 0 w 21"/>
                  <a:gd name="T1" fmla="*/ 6 h 8"/>
                  <a:gd name="T2" fmla="*/ 8 w 21"/>
                  <a:gd name="T3" fmla="*/ 5 h 8"/>
                  <a:gd name="T4" fmla="*/ 24 w 21"/>
                  <a:gd name="T5" fmla="*/ 0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8">
                    <a:moveTo>
                      <a:pt x="0" y="6"/>
                    </a:moveTo>
                    <a:cubicBezTo>
                      <a:pt x="2" y="8"/>
                      <a:pt x="7" y="6"/>
                      <a:pt x="8" y="5"/>
                    </a:cubicBezTo>
                    <a:cubicBezTo>
                      <a:pt x="12" y="4"/>
                      <a:pt x="17" y="2"/>
                      <a:pt x="21" y="0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29052" name="Freeform 56">
                <a:extLst>
                  <a:ext uri="{FF2B5EF4-FFF2-40B4-BE49-F238E27FC236}">
                    <a16:creationId xmlns:a16="http://schemas.microsoft.com/office/drawing/2014/main" id="{70FE55CC-E016-4535-8D05-C7658EE4A9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3" y="1105"/>
                <a:ext cx="19" cy="5"/>
              </a:xfrm>
              <a:custGeom>
                <a:avLst/>
                <a:gdLst>
                  <a:gd name="T0" fmla="*/ 0 w 19"/>
                  <a:gd name="T1" fmla="*/ 3 h 5"/>
                  <a:gd name="T2" fmla="*/ 6 w 19"/>
                  <a:gd name="T3" fmla="*/ 5 h 5"/>
                  <a:gd name="T4" fmla="*/ 19 w 19"/>
                  <a:gd name="T5" fmla="*/ 1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5">
                    <a:moveTo>
                      <a:pt x="0" y="3"/>
                    </a:moveTo>
                    <a:cubicBezTo>
                      <a:pt x="2" y="4"/>
                      <a:pt x="3" y="5"/>
                      <a:pt x="6" y="5"/>
                    </a:cubicBezTo>
                    <a:cubicBezTo>
                      <a:pt x="8" y="5"/>
                      <a:pt x="19" y="0"/>
                      <a:pt x="19" y="1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29053" name="Freeform 57">
                <a:extLst>
                  <a:ext uri="{FF2B5EF4-FFF2-40B4-BE49-F238E27FC236}">
                    <a16:creationId xmlns:a16="http://schemas.microsoft.com/office/drawing/2014/main" id="{6B629B7C-F3EF-4F43-97F9-F460DCC0A5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3" y="1129"/>
                <a:ext cx="9" cy="3"/>
              </a:xfrm>
              <a:custGeom>
                <a:avLst/>
                <a:gdLst>
                  <a:gd name="T0" fmla="*/ 0 w 9"/>
                  <a:gd name="T1" fmla="*/ 0 h 3"/>
                  <a:gd name="T2" fmla="*/ 9 w 9"/>
                  <a:gd name="T3" fmla="*/ 3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3">
                    <a:moveTo>
                      <a:pt x="0" y="0"/>
                    </a:moveTo>
                    <a:cubicBezTo>
                      <a:pt x="3" y="0"/>
                      <a:pt x="7" y="2"/>
                      <a:pt x="9" y="3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29054" name="Freeform 58">
                <a:extLst>
                  <a:ext uri="{FF2B5EF4-FFF2-40B4-BE49-F238E27FC236}">
                    <a16:creationId xmlns:a16="http://schemas.microsoft.com/office/drawing/2014/main" id="{87DD3495-E12B-4B8D-AFC5-C2BB14F28E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6" y="1136"/>
                <a:ext cx="9" cy="5"/>
              </a:xfrm>
              <a:custGeom>
                <a:avLst/>
                <a:gdLst>
                  <a:gd name="T0" fmla="*/ 0 w 8"/>
                  <a:gd name="T1" fmla="*/ 0 h 5"/>
                  <a:gd name="T2" fmla="*/ 11 w 8"/>
                  <a:gd name="T3" fmla="*/ 5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5">
                    <a:moveTo>
                      <a:pt x="0" y="0"/>
                    </a:moveTo>
                    <a:cubicBezTo>
                      <a:pt x="2" y="1"/>
                      <a:pt x="6" y="4"/>
                      <a:pt x="8" y="5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29055" name="Freeform 59">
                <a:extLst>
                  <a:ext uri="{FF2B5EF4-FFF2-40B4-BE49-F238E27FC236}">
                    <a16:creationId xmlns:a16="http://schemas.microsoft.com/office/drawing/2014/main" id="{0416C122-2ABD-46CD-9930-ABFC0268ED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8" y="1339"/>
                <a:ext cx="92" cy="36"/>
              </a:xfrm>
              <a:custGeom>
                <a:avLst/>
                <a:gdLst>
                  <a:gd name="T0" fmla="*/ 1 w 88"/>
                  <a:gd name="T1" fmla="*/ 19 h 34"/>
                  <a:gd name="T2" fmla="*/ 28 w 88"/>
                  <a:gd name="T3" fmla="*/ 35 h 34"/>
                  <a:gd name="T4" fmla="*/ 64 w 88"/>
                  <a:gd name="T5" fmla="*/ 33 h 34"/>
                  <a:gd name="T6" fmla="*/ 87 w 88"/>
                  <a:gd name="T7" fmla="*/ 18 h 34"/>
                  <a:gd name="T8" fmla="*/ 100 w 88"/>
                  <a:gd name="T9" fmla="*/ 0 h 34"/>
                  <a:gd name="T10" fmla="*/ 52 w 88"/>
                  <a:gd name="T11" fmla="*/ 39 h 34"/>
                  <a:gd name="T12" fmla="*/ 0 w 88"/>
                  <a:gd name="T13" fmla="*/ 21 h 3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8" h="34">
                    <a:moveTo>
                      <a:pt x="1" y="16"/>
                    </a:moveTo>
                    <a:cubicBezTo>
                      <a:pt x="9" y="17"/>
                      <a:pt x="16" y="27"/>
                      <a:pt x="25" y="29"/>
                    </a:cubicBezTo>
                    <a:cubicBezTo>
                      <a:pt x="34" y="31"/>
                      <a:pt x="46" y="30"/>
                      <a:pt x="55" y="27"/>
                    </a:cubicBezTo>
                    <a:cubicBezTo>
                      <a:pt x="63" y="25"/>
                      <a:pt x="69" y="20"/>
                      <a:pt x="76" y="15"/>
                    </a:cubicBezTo>
                    <a:cubicBezTo>
                      <a:pt x="81" y="10"/>
                      <a:pt x="83" y="4"/>
                      <a:pt x="88" y="0"/>
                    </a:cubicBezTo>
                    <a:cubicBezTo>
                      <a:pt x="82" y="21"/>
                      <a:pt x="68" y="32"/>
                      <a:pt x="46" y="33"/>
                    </a:cubicBezTo>
                    <a:cubicBezTo>
                      <a:pt x="30" y="34"/>
                      <a:pt x="10" y="32"/>
                      <a:pt x="0" y="18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29056" name="Freeform 60">
                <a:extLst>
                  <a:ext uri="{FF2B5EF4-FFF2-40B4-BE49-F238E27FC236}">
                    <a16:creationId xmlns:a16="http://schemas.microsoft.com/office/drawing/2014/main" id="{D8D0497E-C8C0-4A66-871A-93A00BFC11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4" y="1400"/>
                <a:ext cx="77" cy="15"/>
              </a:xfrm>
              <a:custGeom>
                <a:avLst/>
                <a:gdLst>
                  <a:gd name="T0" fmla="*/ 0 w 74"/>
                  <a:gd name="T1" fmla="*/ 15 h 15"/>
                  <a:gd name="T2" fmla="*/ 39 w 74"/>
                  <a:gd name="T3" fmla="*/ 3 h 15"/>
                  <a:gd name="T4" fmla="*/ 83 w 74"/>
                  <a:gd name="T5" fmla="*/ 6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4" h="15">
                    <a:moveTo>
                      <a:pt x="0" y="15"/>
                    </a:moveTo>
                    <a:cubicBezTo>
                      <a:pt x="7" y="7"/>
                      <a:pt x="25" y="5"/>
                      <a:pt x="35" y="3"/>
                    </a:cubicBezTo>
                    <a:cubicBezTo>
                      <a:pt x="50" y="0"/>
                      <a:pt x="60" y="3"/>
                      <a:pt x="74" y="6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29057" name="Freeform 61">
                <a:extLst>
                  <a:ext uri="{FF2B5EF4-FFF2-40B4-BE49-F238E27FC236}">
                    <a16:creationId xmlns:a16="http://schemas.microsoft.com/office/drawing/2014/main" id="{9E30AA73-AF6D-4103-B8A6-1E057516A9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1" y="1459"/>
                <a:ext cx="280" cy="59"/>
              </a:xfrm>
              <a:custGeom>
                <a:avLst/>
                <a:gdLst>
                  <a:gd name="T0" fmla="*/ 0 w 268"/>
                  <a:gd name="T1" fmla="*/ 52 h 57"/>
                  <a:gd name="T2" fmla="*/ 42 w 268"/>
                  <a:gd name="T3" fmla="*/ 47 h 57"/>
                  <a:gd name="T4" fmla="*/ 88 w 268"/>
                  <a:gd name="T5" fmla="*/ 57 h 57"/>
                  <a:gd name="T6" fmla="*/ 171 w 268"/>
                  <a:gd name="T7" fmla="*/ 56 h 57"/>
                  <a:gd name="T8" fmla="*/ 255 w 268"/>
                  <a:gd name="T9" fmla="*/ 21 h 57"/>
                  <a:gd name="T10" fmla="*/ 306 w 268"/>
                  <a:gd name="T11" fmla="*/ 0 h 5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68" h="57">
                    <a:moveTo>
                      <a:pt x="0" y="46"/>
                    </a:moveTo>
                    <a:cubicBezTo>
                      <a:pt x="10" y="43"/>
                      <a:pt x="26" y="42"/>
                      <a:pt x="36" y="42"/>
                    </a:cubicBezTo>
                    <a:cubicBezTo>
                      <a:pt x="51" y="42"/>
                      <a:pt x="63" y="48"/>
                      <a:pt x="77" y="51"/>
                    </a:cubicBezTo>
                    <a:cubicBezTo>
                      <a:pt x="100" y="57"/>
                      <a:pt x="127" y="56"/>
                      <a:pt x="150" y="50"/>
                    </a:cubicBezTo>
                    <a:cubicBezTo>
                      <a:pt x="176" y="42"/>
                      <a:pt x="201" y="31"/>
                      <a:pt x="224" y="18"/>
                    </a:cubicBezTo>
                    <a:cubicBezTo>
                      <a:pt x="237" y="10"/>
                      <a:pt x="253" y="2"/>
                      <a:pt x="268" y="0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29058" name="Freeform 62">
                <a:extLst>
                  <a:ext uri="{FF2B5EF4-FFF2-40B4-BE49-F238E27FC236}">
                    <a16:creationId xmlns:a16="http://schemas.microsoft.com/office/drawing/2014/main" id="{AB2DA5B3-E6DB-43C3-9E90-17B4008EAF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3" y="1171"/>
                <a:ext cx="49" cy="51"/>
              </a:xfrm>
              <a:custGeom>
                <a:avLst/>
                <a:gdLst>
                  <a:gd name="T0" fmla="*/ 53 w 47"/>
                  <a:gd name="T1" fmla="*/ 0 h 49"/>
                  <a:gd name="T2" fmla="*/ 0 w 47"/>
                  <a:gd name="T3" fmla="*/ 55 h 49"/>
                  <a:gd name="T4" fmla="*/ 52 w 47"/>
                  <a:gd name="T5" fmla="*/ 2 h 4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7" h="49">
                    <a:moveTo>
                      <a:pt x="47" y="0"/>
                    </a:moveTo>
                    <a:cubicBezTo>
                      <a:pt x="36" y="19"/>
                      <a:pt x="20" y="38"/>
                      <a:pt x="0" y="49"/>
                    </a:cubicBezTo>
                    <a:cubicBezTo>
                      <a:pt x="14" y="32"/>
                      <a:pt x="33" y="19"/>
                      <a:pt x="46" y="2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29059" name="Freeform 63">
                <a:extLst>
                  <a:ext uri="{FF2B5EF4-FFF2-40B4-BE49-F238E27FC236}">
                    <a16:creationId xmlns:a16="http://schemas.microsoft.com/office/drawing/2014/main" id="{AAF32CEE-1D79-404F-9CED-CEED68A31C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2" y="1153"/>
                <a:ext cx="47" cy="28"/>
              </a:xfrm>
              <a:custGeom>
                <a:avLst/>
                <a:gdLst>
                  <a:gd name="T0" fmla="*/ 0 w 45"/>
                  <a:gd name="T1" fmla="*/ 0 h 27"/>
                  <a:gd name="T2" fmla="*/ 51 w 45"/>
                  <a:gd name="T3" fmla="*/ 30 h 27"/>
                  <a:gd name="T4" fmla="*/ 2 w 45"/>
                  <a:gd name="T5" fmla="*/ 3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5" h="27">
                    <a:moveTo>
                      <a:pt x="0" y="0"/>
                    </a:moveTo>
                    <a:cubicBezTo>
                      <a:pt x="14" y="11"/>
                      <a:pt x="25" y="25"/>
                      <a:pt x="45" y="27"/>
                    </a:cubicBezTo>
                    <a:cubicBezTo>
                      <a:pt x="31" y="20"/>
                      <a:pt x="14" y="12"/>
                      <a:pt x="2" y="3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29060" name="Freeform 64">
                <a:extLst>
                  <a:ext uri="{FF2B5EF4-FFF2-40B4-BE49-F238E27FC236}">
                    <a16:creationId xmlns:a16="http://schemas.microsoft.com/office/drawing/2014/main" id="{4F9F4C96-A295-44D5-9A26-EC30207FCC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4" y="1208"/>
                <a:ext cx="37" cy="51"/>
              </a:xfrm>
              <a:custGeom>
                <a:avLst/>
                <a:gdLst>
                  <a:gd name="T0" fmla="*/ 7 w 36"/>
                  <a:gd name="T1" fmla="*/ 0 h 49"/>
                  <a:gd name="T2" fmla="*/ 10 w 36"/>
                  <a:gd name="T3" fmla="*/ 34 h 49"/>
                  <a:gd name="T4" fmla="*/ 39 w 36"/>
                  <a:gd name="T5" fmla="*/ 55 h 49"/>
                  <a:gd name="T6" fmla="*/ 3 w 36"/>
                  <a:gd name="T7" fmla="*/ 36 h 49"/>
                  <a:gd name="T8" fmla="*/ 7 w 36"/>
                  <a:gd name="T9" fmla="*/ 3 h 4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" h="49">
                    <a:moveTo>
                      <a:pt x="7" y="0"/>
                    </a:moveTo>
                    <a:cubicBezTo>
                      <a:pt x="5" y="9"/>
                      <a:pt x="5" y="23"/>
                      <a:pt x="10" y="31"/>
                    </a:cubicBezTo>
                    <a:cubicBezTo>
                      <a:pt x="15" y="41"/>
                      <a:pt x="27" y="44"/>
                      <a:pt x="36" y="49"/>
                    </a:cubicBezTo>
                    <a:cubicBezTo>
                      <a:pt x="24" y="48"/>
                      <a:pt x="8" y="47"/>
                      <a:pt x="3" y="33"/>
                    </a:cubicBezTo>
                    <a:cubicBezTo>
                      <a:pt x="0" y="26"/>
                      <a:pt x="1" y="8"/>
                      <a:pt x="7" y="3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29061" name="Freeform 65">
                <a:extLst>
                  <a:ext uri="{FF2B5EF4-FFF2-40B4-BE49-F238E27FC236}">
                    <a16:creationId xmlns:a16="http://schemas.microsoft.com/office/drawing/2014/main" id="{21417ABB-47B0-4177-9E3A-F9B15224E2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2" y="1196"/>
                <a:ext cx="31" cy="50"/>
              </a:xfrm>
              <a:custGeom>
                <a:avLst/>
                <a:gdLst>
                  <a:gd name="T0" fmla="*/ 7 w 29"/>
                  <a:gd name="T1" fmla="*/ 1 h 48"/>
                  <a:gd name="T2" fmla="*/ 18 w 29"/>
                  <a:gd name="T3" fmla="*/ 29 h 48"/>
                  <a:gd name="T4" fmla="*/ 0 w 29"/>
                  <a:gd name="T5" fmla="*/ 54 h 48"/>
                  <a:gd name="T6" fmla="*/ 3 w 29"/>
                  <a:gd name="T7" fmla="*/ 0 h 4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9" h="48">
                    <a:moveTo>
                      <a:pt x="7" y="1"/>
                    </a:moveTo>
                    <a:cubicBezTo>
                      <a:pt x="13" y="5"/>
                      <a:pt x="16" y="16"/>
                      <a:pt x="15" y="26"/>
                    </a:cubicBezTo>
                    <a:cubicBezTo>
                      <a:pt x="15" y="39"/>
                      <a:pt x="8" y="40"/>
                      <a:pt x="0" y="48"/>
                    </a:cubicBezTo>
                    <a:cubicBezTo>
                      <a:pt x="28" y="42"/>
                      <a:pt x="29" y="9"/>
                      <a:pt x="3" y="0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29062" name="Freeform 66">
                <a:extLst>
                  <a:ext uri="{FF2B5EF4-FFF2-40B4-BE49-F238E27FC236}">
                    <a16:creationId xmlns:a16="http://schemas.microsoft.com/office/drawing/2014/main" id="{A3B14D7C-48B0-4B63-ACC3-1F366495FC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1" y="1170"/>
                <a:ext cx="76" cy="26"/>
              </a:xfrm>
              <a:custGeom>
                <a:avLst/>
                <a:gdLst>
                  <a:gd name="T0" fmla="*/ 28 w 73"/>
                  <a:gd name="T1" fmla="*/ 3 h 25"/>
                  <a:gd name="T2" fmla="*/ 6 w 73"/>
                  <a:gd name="T3" fmla="*/ 8 h 25"/>
                  <a:gd name="T4" fmla="*/ 6 w 73"/>
                  <a:gd name="T5" fmla="*/ 25 h 25"/>
                  <a:gd name="T6" fmla="*/ 31 w 73"/>
                  <a:gd name="T7" fmla="*/ 20 h 25"/>
                  <a:gd name="T8" fmla="*/ 54 w 73"/>
                  <a:gd name="T9" fmla="*/ 17 h 25"/>
                  <a:gd name="T10" fmla="*/ 77 w 73"/>
                  <a:gd name="T11" fmla="*/ 19 h 25"/>
                  <a:gd name="T12" fmla="*/ 62 w 73"/>
                  <a:gd name="T13" fmla="*/ 4 h 25"/>
                  <a:gd name="T14" fmla="*/ 27 w 73"/>
                  <a:gd name="T15" fmla="*/ 3 h 2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3" h="25">
                    <a:moveTo>
                      <a:pt x="25" y="3"/>
                    </a:moveTo>
                    <a:cubicBezTo>
                      <a:pt x="20" y="3"/>
                      <a:pt x="9" y="5"/>
                      <a:pt x="6" y="8"/>
                    </a:cubicBezTo>
                    <a:cubicBezTo>
                      <a:pt x="0" y="13"/>
                      <a:pt x="0" y="20"/>
                      <a:pt x="6" y="22"/>
                    </a:cubicBezTo>
                    <a:cubicBezTo>
                      <a:pt x="12" y="25"/>
                      <a:pt x="22" y="19"/>
                      <a:pt x="28" y="17"/>
                    </a:cubicBezTo>
                    <a:cubicBezTo>
                      <a:pt x="35" y="13"/>
                      <a:pt x="40" y="12"/>
                      <a:pt x="48" y="14"/>
                    </a:cubicBezTo>
                    <a:cubicBezTo>
                      <a:pt x="52" y="14"/>
                      <a:pt x="66" y="20"/>
                      <a:pt x="68" y="16"/>
                    </a:cubicBezTo>
                    <a:cubicBezTo>
                      <a:pt x="73" y="10"/>
                      <a:pt x="60" y="5"/>
                      <a:pt x="56" y="4"/>
                    </a:cubicBezTo>
                    <a:cubicBezTo>
                      <a:pt x="45" y="0"/>
                      <a:pt x="35" y="1"/>
                      <a:pt x="24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29063" name="Freeform 67">
                <a:extLst>
                  <a:ext uri="{FF2B5EF4-FFF2-40B4-BE49-F238E27FC236}">
                    <a16:creationId xmlns:a16="http://schemas.microsoft.com/office/drawing/2014/main" id="{13D3EB0B-344F-4450-8E08-D3E9390167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4" y="1294"/>
                <a:ext cx="110" cy="35"/>
              </a:xfrm>
              <a:custGeom>
                <a:avLst/>
                <a:gdLst>
                  <a:gd name="T0" fmla="*/ 2 w 106"/>
                  <a:gd name="T1" fmla="*/ 36 h 33"/>
                  <a:gd name="T2" fmla="*/ 19 w 106"/>
                  <a:gd name="T3" fmla="*/ 23 h 33"/>
                  <a:gd name="T4" fmla="*/ 28 w 106"/>
                  <a:gd name="T5" fmla="*/ 14 h 33"/>
                  <a:gd name="T6" fmla="*/ 50 w 106"/>
                  <a:gd name="T7" fmla="*/ 17 h 33"/>
                  <a:gd name="T8" fmla="*/ 58 w 106"/>
                  <a:gd name="T9" fmla="*/ 19 h 33"/>
                  <a:gd name="T10" fmla="*/ 68 w 106"/>
                  <a:gd name="T11" fmla="*/ 8 h 33"/>
                  <a:gd name="T12" fmla="*/ 80 w 106"/>
                  <a:gd name="T13" fmla="*/ 6 h 33"/>
                  <a:gd name="T14" fmla="*/ 95 w 106"/>
                  <a:gd name="T15" fmla="*/ 12 h 33"/>
                  <a:gd name="T16" fmla="*/ 118 w 106"/>
                  <a:gd name="T17" fmla="*/ 19 h 33"/>
                  <a:gd name="T18" fmla="*/ 93 w 106"/>
                  <a:gd name="T19" fmla="*/ 4 h 33"/>
                  <a:gd name="T20" fmla="*/ 76 w 106"/>
                  <a:gd name="T21" fmla="*/ 1 h 33"/>
                  <a:gd name="T22" fmla="*/ 63 w 106"/>
                  <a:gd name="T23" fmla="*/ 8 h 33"/>
                  <a:gd name="T24" fmla="*/ 57 w 106"/>
                  <a:gd name="T25" fmla="*/ 17 h 33"/>
                  <a:gd name="T26" fmla="*/ 49 w 106"/>
                  <a:gd name="T27" fmla="*/ 13 h 33"/>
                  <a:gd name="T28" fmla="*/ 37 w 106"/>
                  <a:gd name="T29" fmla="*/ 7 h 33"/>
                  <a:gd name="T30" fmla="*/ 19 w 106"/>
                  <a:gd name="T31" fmla="*/ 20 h 33"/>
                  <a:gd name="T32" fmla="*/ 0 w 106"/>
                  <a:gd name="T33" fmla="*/ 39 h 33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06" h="33">
                    <a:moveTo>
                      <a:pt x="2" y="30"/>
                    </a:moveTo>
                    <a:cubicBezTo>
                      <a:pt x="7" y="30"/>
                      <a:pt x="12" y="23"/>
                      <a:pt x="16" y="20"/>
                    </a:cubicBezTo>
                    <a:cubicBezTo>
                      <a:pt x="19" y="17"/>
                      <a:pt x="22" y="14"/>
                      <a:pt x="25" y="11"/>
                    </a:cubicBezTo>
                    <a:cubicBezTo>
                      <a:pt x="31" y="8"/>
                      <a:pt x="39" y="11"/>
                      <a:pt x="44" y="14"/>
                    </a:cubicBezTo>
                    <a:cubicBezTo>
                      <a:pt x="47" y="15"/>
                      <a:pt x="49" y="18"/>
                      <a:pt x="52" y="16"/>
                    </a:cubicBezTo>
                    <a:cubicBezTo>
                      <a:pt x="55" y="14"/>
                      <a:pt x="58" y="10"/>
                      <a:pt x="62" y="8"/>
                    </a:cubicBezTo>
                    <a:cubicBezTo>
                      <a:pt x="65" y="5"/>
                      <a:pt x="67" y="5"/>
                      <a:pt x="71" y="6"/>
                    </a:cubicBezTo>
                    <a:cubicBezTo>
                      <a:pt x="76" y="6"/>
                      <a:pt x="81" y="7"/>
                      <a:pt x="86" y="9"/>
                    </a:cubicBezTo>
                    <a:cubicBezTo>
                      <a:pt x="93" y="11"/>
                      <a:pt x="99" y="14"/>
                      <a:pt x="106" y="16"/>
                    </a:cubicBezTo>
                    <a:cubicBezTo>
                      <a:pt x="100" y="10"/>
                      <a:pt x="92" y="7"/>
                      <a:pt x="84" y="4"/>
                    </a:cubicBezTo>
                    <a:cubicBezTo>
                      <a:pt x="79" y="3"/>
                      <a:pt x="72" y="0"/>
                      <a:pt x="67" y="1"/>
                    </a:cubicBezTo>
                    <a:cubicBezTo>
                      <a:pt x="63" y="2"/>
                      <a:pt x="60" y="5"/>
                      <a:pt x="57" y="8"/>
                    </a:cubicBezTo>
                    <a:cubicBezTo>
                      <a:pt x="55" y="10"/>
                      <a:pt x="53" y="12"/>
                      <a:pt x="51" y="14"/>
                    </a:cubicBezTo>
                    <a:cubicBezTo>
                      <a:pt x="48" y="15"/>
                      <a:pt x="46" y="11"/>
                      <a:pt x="43" y="10"/>
                    </a:cubicBezTo>
                    <a:cubicBezTo>
                      <a:pt x="40" y="8"/>
                      <a:pt x="37" y="7"/>
                      <a:pt x="34" y="7"/>
                    </a:cubicBezTo>
                    <a:cubicBezTo>
                      <a:pt x="27" y="6"/>
                      <a:pt x="22" y="13"/>
                      <a:pt x="16" y="17"/>
                    </a:cubicBezTo>
                    <a:cubicBezTo>
                      <a:pt x="11" y="21"/>
                      <a:pt x="2" y="27"/>
                      <a:pt x="0" y="33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29064" name="Freeform 68">
                <a:extLst>
                  <a:ext uri="{FF2B5EF4-FFF2-40B4-BE49-F238E27FC236}">
                    <a16:creationId xmlns:a16="http://schemas.microsoft.com/office/drawing/2014/main" id="{3109D2A5-39E9-4539-A059-B9B7C76DF7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6" y="1318"/>
                <a:ext cx="71" cy="13"/>
              </a:xfrm>
              <a:custGeom>
                <a:avLst/>
                <a:gdLst>
                  <a:gd name="T0" fmla="*/ 0 w 68"/>
                  <a:gd name="T1" fmla="*/ 15 h 12"/>
                  <a:gd name="T2" fmla="*/ 24 w 68"/>
                  <a:gd name="T3" fmla="*/ 13 h 12"/>
                  <a:gd name="T4" fmla="*/ 45 w 68"/>
                  <a:gd name="T5" fmla="*/ 11 h 12"/>
                  <a:gd name="T6" fmla="*/ 77 w 68"/>
                  <a:gd name="T7" fmla="*/ 2 h 12"/>
                  <a:gd name="T8" fmla="*/ 38 w 68"/>
                  <a:gd name="T9" fmla="*/ 13 h 12"/>
                  <a:gd name="T10" fmla="*/ 21 w 68"/>
                  <a:gd name="T11" fmla="*/ 13 h 12"/>
                  <a:gd name="T12" fmla="*/ 4 w 68"/>
                  <a:gd name="T13" fmla="*/ 14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8" h="12">
                    <a:moveTo>
                      <a:pt x="0" y="12"/>
                    </a:moveTo>
                    <a:cubicBezTo>
                      <a:pt x="6" y="9"/>
                      <a:pt x="15" y="10"/>
                      <a:pt x="21" y="10"/>
                    </a:cubicBezTo>
                    <a:cubicBezTo>
                      <a:pt x="27" y="9"/>
                      <a:pt x="34" y="10"/>
                      <a:pt x="39" y="8"/>
                    </a:cubicBezTo>
                    <a:cubicBezTo>
                      <a:pt x="48" y="6"/>
                      <a:pt x="58" y="0"/>
                      <a:pt x="68" y="2"/>
                    </a:cubicBezTo>
                    <a:cubicBezTo>
                      <a:pt x="56" y="2"/>
                      <a:pt x="45" y="9"/>
                      <a:pt x="33" y="10"/>
                    </a:cubicBezTo>
                    <a:cubicBezTo>
                      <a:pt x="28" y="11"/>
                      <a:pt x="23" y="10"/>
                      <a:pt x="18" y="10"/>
                    </a:cubicBezTo>
                    <a:cubicBezTo>
                      <a:pt x="13" y="10"/>
                      <a:pt x="9" y="11"/>
                      <a:pt x="4" y="11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29065" name="Freeform 69">
                <a:extLst>
                  <a:ext uri="{FF2B5EF4-FFF2-40B4-BE49-F238E27FC236}">
                    <a16:creationId xmlns:a16="http://schemas.microsoft.com/office/drawing/2014/main" id="{A8A18B9B-FD99-4A24-9873-AEF2E346B2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2" y="2473"/>
                <a:ext cx="33" cy="34"/>
              </a:xfrm>
              <a:custGeom>
                <a:avLst/>
                <a:gdLst>
                  <a:gd name="T0" fmla="*/ 0 w 32"/>
                  <a:gd name="T1" fmla="*/ 27 h 33"/>
                  <a:gd name="T2" fmla="*/ 21 w 32"/>
                  <a:gd name="T3" fmla="*/ 1 h 33"/>
                  <a:gd name="T4" fmla="*/ 35 w 32"/>
                  <a:gd name="T5" fmla="*/ 6 h 33"/>
                  <a:gd name="T6" fmla="*/ 22 w 32"/>
                  <a:gd name="T7" fmla="*/ 22 h 33"/>
                  <a:gd name="T8" fmla="*/ 12 w 32"/>
                  <a:gd name="T9" fmla="*/ 35 h 33"/>
                  <a:gd name="T10" fmla="*/ 2 w 32"/>
                  <a:gd name="T11" fmla="*/ 29 h 3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2" h="33">
                    <a:moveTo>
                      <a:pt x="0" y="24"/>
                    </a:moveTo>
                    <a:cubicBezTo>
                      <a:pt x="0" y="16"/>
                      <a:pt x="10" y="4"/>
                      <a:pt x="18" y="1"/>
                    </a:cubicBezTo>
                    <a:cubicBezTo>
                      <a:pt x="22" y="0"/>
                      <a:pt x="31" y="1"/>
                      <a:pt x="32" y="6"/>
                    </a:cubicBezTo>
                    <a:cubicBezTo>
                      <a:pt x="32" y="9"/>
                      <a:pt x="22" y="17"/>
                      <a:pt x="19" y="19"/>
                    </a:cubicBezTo>
                    <a:cubicBezTo>
                      <a:pt x="16" y="23"/>
                      <a:pt x="13" y="27"/>
                      <a:pt x="12" y="32"/>
                    </a:cubicBezTo>
                    <a:cubicBezTo>
                      <a:pt x="8" y="33"/>
                      <a:pt x="4" y="30"/>
                      <a:pt x="2" y="26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29066" name="Freeform 70">
                <a:extLst>
                  <a:ext uri="{FF2B5EF4-FFF2-40B4-BE49-F238E27FC236}">
                    <a16:creationId xmlns:a16="http://schemas.microsoft.com/office/drawing/2014/main" id="{E9374662-82AC-4810-A12B-6894F86D1B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6" y="2544"/>
                <a:ext cx="58" cy="52"/>
              </a:xfrm>
              <a:custGeom>
                <a:avLst/>
                <a:gdLst>
                  <a:gd name="T0" fmla="*/ 62 w 56"/>
                  <a:gd name="T1" fmla="*/ 56 h 50"/>
                  <a:gd name="T2" fmla="*/ 31 w 56"/>
                  <a:gd name="T3" fmla="*/ 21 h 50"/>
                  <a:gd name="T4" fmla="*/ 0 w 56"/>
                  <a:gd name="T5" fmla="*/ 0 h 5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6" h="50">
                    <a:moveTo>
                      <a:pt x="56" y="50"/>
                    </a:moveTo>
                    <a:cubicBezTo>
                      <a:pt x="46" y="40"/>
                      <a:pt x="40" y="27"/>
                      <a:pt x="28" y="18"/>
                    </a:cubicBezTo>
                    <a:cubicBezTo>
                      <a:pt x="19" y="11"/>
                      <a:pt x="9" y="7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29067" name="Freeform 71">
                <a:extLst>
                  <a:ext uri="{FF2B5EF4-FFF2-40B4-BE49-F238E27FC236}">
                    <a16:creationId xmlns:a16="http://schemas.microsoft.com/office/drawing/2014/main" id="{19062BCE-B14F-484B-A1F4-E84EEB6CB3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5" y="2622"/>
                <a:ext cx="31" cy="42"/>
              </a:xfrm>
              <a:custGeom>
                <a:avLst/>
                <a:gdLst>
                  <a:gd name="T0" fmla="*/ 35 w 29"/>
                  <a:gd name="T1" fmla="*/ 46 h 40"/>
                  <a:gd name="T2" fmla="*/ 14 w 29"/>
                  <a:gd name="T3" fmla="*/ 29 h 40"/>
                  <a:gd name="T4" fmla="*/ 0 w 29"/>
                  <a:gd name="T5" fmla="*/ 0 h 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9" h="40">
                    <a:moveTo>
                      <a:pt x="29" y="40"/>
                    </a:moveTo>
                    <a:cubicBezTo>
                      <a:pt x="23" y="33"/>
                      <a:pt x="16" y="32"/>
                      <a:pt x="11" y="26"/>
                    </a:cubicBezTo>
                    <a:cubicBezTo>
                      <a:pt x="5" y="18"/>
                      <a:pt x="4" y="8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29068" name="Freeform 72">
                <a:extLst>
                  <a:ext uri="{FF2B5EF4-FFF2-40B4-BE49-F238E27FC236}">
                    <a16:creationId xmlns:a16="http://schemas.microsoft.com/office/drawing/2014/main" id="{2B9FE835-8A39-462E-A9B6-5A0DD292B7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8" y="2374"/>
                <a:ext cx="57" cy="82"/>
              </a:xfrm>
              <a:custGeom>
                <a:avLst/>
                <a:gdLst>
                  <a:gd name="T0" fmla="*/ 0 w 55"/>
                  <a:gd name="T1" fmla="*/ 88 h 79"/>
                  <a:gd name="T2" fmla="*/ 10 w 55"/>
                  <a:gd name="T3" fmla="*/ 70 h 79"/>
                  <a:gd name="T4" fmla="*/ 25 w 55"/>
                  <a:gd name="T5" fmla="*/ 42 h 79"/>
                  <a:gd name="T6" fmla="*/ 61 w 55"/>
                  <a:gd name="T7" fmla="*/ 0 h 7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5" h="79">
                    <a:moveTo>
                      <a:pt x="0" y="79"/>
                    </a:moveTo>
                    <a:cubicBezTo>
                      <a:pt x="3" y="73"/>
                      <a:pt x="8" y="69"/>
                      <a:pt x="10" y="63"/>
                    </a:cubicBezTo>
                    <a:cubicBezTo>
                      <a:pt x="15" y="55"/>
                      <a:pt x="18" y="47"/>
                      <a:pt x="22" y="38"/>
                    </a:cubicBezTo>
                    <a:cubicBezTo>
                      <a:pt x="29" y="21"/>
                      <a:pt x="37" y="8"/>
                      <a:pt x="55" y="0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29069" name="Freeform 73">
                <a:extLst>
                  <a:ext uri="{FF2B5EF4-FFF2-40B4-BE49-F238E27FC236}">
                    <a16:creationId xmlns:a16="http://schemas.microsoft.com/office/drawing/2014/main" id="{3000A799-3D39-417D-B8B3-4BB78DAF2E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8" y="2361"/>
                <a:ext cx="42" cy="12"/>
              </a:xfrm>
              <a:custGeom>
                <a:avLst/>
                <a:gdLst>
                  <a:gd name="T0" fmla="*/ 0 w 40"/>
                  <a:gd name="T1" fmla="*/ 5 h 11"/>
                  <a:gd name="T2" fmla="*/ 46 w 40"/>
                  <a:gd name="T3" fmla="*/ 14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0" h="11">
                    <a:moveTo>
                      <a:pt x="0" y="5"/>
                    </a:moveTo>
                    <a:cubicBezTo>
                      <a:pt x="10" y="0"/>
                      <a:pt x="28" y="6"/>
                      <a:pt x="40" y="11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29070" name="Freeform 74">
                <a:extLst>
                  <a:ext uri="{FF2B5EF4-FFF2-40B4-BE49-F238E27FC236}">
                    <a16:creationId xmlns:a16="http://schemas.microsoft.com/office/drawing/2014/main" id="{B763C2F9-63BC-48B4-A326-37FF844B39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1" y="2370"/>
                <a:ext cx="126" cy="37"/>
              </a:xfrm>
              <a:custGeom>
                <a:avLst/>
                <a:gdLst>
                  <a:gd name="T0" fmla="*/ 0 w 120"/>
                  <a:gd name="T1" fmla="*/ 4 h 36"/>
                  <a:gd name="T2" fmla="*/ 53 w 120"/>
                  <a:gd name="T3" fmla="*/ 5 h 36"/>
                  <a:gd name="T4" fmla="*/ 86 w 120"/>
                  <a:gd name="T5" fmla="*/ 17 h 36"/>
                  <a:gd name="T6" fmla="*/ 139 w 120"/>
                  <a:gd name="T7" fmla="*/ 16 h 36"/>
                  <a:gd name="T8" fmla="*/ 123 w 120"/>
                  <a:gd name="T9" fmla="*/ 13 h 36"/>
                  <a:gd name="T10" fmla="*/ 97 w 120"/>
                  <a:gd name="T11" fmla="*/ 13 h 36"/>
                  <a:gd name="T12" fmla="*/ 47 w 120"/>
                  <a:gd name="T13" fmla="*/ 1 h 36"/>
                  <a:gd name="T14" fmla="*/ 27 w 120"/>
                  <a:gd name="T15" fmla="*/ 3 h 36"/>
                  <a:gd name="T16" fmla="*/ 3 w 120"/>
                  <a:gd name="T17" fmla="*/ 1 h 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20" h="36">
                    <a:moveTo>
                      <a:pt x="0" y="4"/>
                    </a:moveTo>
                    <a:cubicBezTo>
                      <a:pt x="13" y="0"/>
                      <a:pt x="33" y="1"/>
                      <a:pt x="46" y="5"/>
                    </a:cubicBezTo>
                    <a:cubicBezTo>
                      <a:pt x="56" y="7"/>
                      <a:pt x="65" y="12"/>
                      <a:pt x="74" y="17"/>
                    </a:cubicBezTo>
                    <a:cubicBezTo>
                      <a:pt x="81" y="21"/>
                      <a:pt x="120" y="36"/>
                      <a:pt x="120" y="16"/>
                    </a:cubicBezTo>
                    <a:cubicBezTo>
                      <a:pt x="120" y="6"/>
                      <a:pt x="111" y="11"/>
                      <a:pt x="106" y="13"/>
                    </a:cubicBezTo>
                    <a:cubicBezTo>
                      <a:pt x="98" y="15"/>
                      <a:pt x="92" y="15"/>
                      <a:pt x="84" y="13"/>
                    </a:cubicBezTo>
                    <a:cubicBezTo>
                      <a:pt x="69" y="10"/>
                      <a:pt x="56" y="1"/>
                      <a:pt x="41" y="1"/>
                    </a:cubicBezTo>
                    <a:cubicBezTo>
                      <a:pt x="35" y="1"/>
                      <a:pt x="30" y="3"/>
                      <a:pt x="24" y="3"/>
                    </a:cubicBezTo>
                    <a:cubicBezTo>
                      <a:pt x="17" y="3"/>
                      <a:pt x="10" y="2"/>
                      <a:pt x="3" y="1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29071" name="Freeform 75">
                <a:extLst>
                  <a:ext uri="{FF2B5EF4-FFF2-40B4-BE49-F238E27FC236}">
                    <a16:creationId xmlns:a16="http://schemas.microsoft.com/office/drawing/2014/main" id="{2EE6917D-BDE9-4589-8BCD-0E2CD54E30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8" y="2357"/>
                <a:ext cx="49" cy="27"/>
              </a:xfrm>
              <a:custGeom>
                <a:avLst/>
                <a:gdLst>
                  <a:gd name="T0" fmla="*/ 1 w 47"/>
                  <a:gd name="T1" fmla="*/ 12 h 26"/>
                  <a:gd name="T2" fmla="*/ 43 w 47"/>
                  <a:gd name="T3" fmla="*/ 10 h 26"/>
                  <a:gd name="T4" fmla="*/ 16 w 47"/>
                  <a:gd name="T5" fmla="*/ 1 h 26"/>
                  <a:gd name="T6" fmla="*/ 5 w 47"/>
                  <a:gd name="T7" fmla="*/ 12 h 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7" h="26">
                    <a:moveTo>
                      <a:pt x="1" y="12"/>
                    </a:moveTo>
                    <a:cubicBezTo>
                      <a:pt x="6" y="19"/>
                      <a:pt x="47" y="26"/>
                      <a:pt x="37" y="10"/>
                    </a:cubicBezTo>
                    <a:cubicBezTo>
                      <a:pt x="33" y="4"/>
                      <a:pt x="20" y="0"/>
                      <a:pt x="13" y="1"/>
                    </a:cubicBezTo>
                    <a:cubicBezTo>
                      <a:pt x="8" y="2"/>
                      <a:pt x="0" y="7"/>
                      <a:pt x="5" y="12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29072" name="Freeform 76">
                <a:extLst>
                  <a:ext uri="{FF2B5EF4-FFF2-40B4-BE49-F238E27FC236}">
                    <a16:creationId xmlns:a16="http://schemas.microsoft.com/office/drawing/2014/main" id="{E6E0AF24-8D7F-446D-AEFF-AA51FCC7FD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6" y="2358"/>
                <a:ext cx="24" cy="44"/>
              </a:xfrm>
              <a:custGeom>
                <a:avLst/>
                <a:gdLst>
                  <a:gd name="T0" fmla="*/ 0 w 23"/>
                  <a:gd name="T1" fmla="*/ 1 h 42"/>
                  <a:gd name="T2" fmla="*/ 6 w 23"/>
                  <a:gd name="T3" fmla="*/ 48 h 42"/>
                  <a:gd name="T4" fmla="*/ 18 w 23"/>
                  <a:gd name="T5" fmla="*/ 17 h 42"/>
                  <a:gd name="T6" fmla="*/ 9 w 23"/>
                  <a:gd name="T7" fmla="*/ 5 h 42"/>
                  <a:gd name="T8" fmla="*/ 1 w 23"/>
                  <a:gd name="T9" fmla="*/ 0 h 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42">
                    <a:moveTo>
                      <a:pt x="0" y="1"/>
                    </a:moveTo>
                    <a:cubicBezTo>
                      <a:pt x="14" y="9"/>
                      <a:pt x="19" y="32"/>
                      <a:pt x="6" y="42"/>
                    </a:cubicBezTo>
                    <a:cubicBezTo>
                      <a:pt x="17" y="35"/>
                      <a:pt x="23" y="26"/>
                      <a:pt x="15" y="14"/>
                    </a:cubicBezTo>
                    <a:cubicBezTo>
                      <a:pt x="13" y="12"/>
                      <a:pt x="11" y="7"/>
                      <a:pt x="9" y="5"/>
                    </a:cubicBezTo>
                    <a:cubicBezTo>
                      <a:pt x="6" y="3"/>
                      <a:pt x="3" y="3"/>
                      <a:pt x="1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29073" name="Freeform 77">
                <a:extLst>
                  <a:ext uri="{FF2B5EF4-FFF2-40B4-BE49-F238E27FC236}">
                    <a16:creationId xmlns:a16="http://schemas.microsoft.com/office/drawing/2014/main" id="{74E9A046-AE17-4054-AC2E-0E6670C641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8" y="2905"/>
                <a:ext cx="153" cy="204"/>
              </a:xfrm>
              <a:custGeom>
                <a:avLst/>
                <a:gdLst>
                  <a:gd name="T0" fmla="*/ 167 w 146"/>
                  <a:gd name="T1" fmla="*/ 223 h 195"/>
                  <a:gd name="T2" fmla="*/ 155 w 146"/>
                  <a:gd name="T3" fmla="*/ 166 h 195"/>
                  <a:gd name="T4" fmla="*/ 113 w 146"/>
                  <a:gd name="T5" fmla="*/ 116 h 195"/>
                  <a:gd name="T6" fmla="*/ 51 w 146"/>
                  <a:gd name="T7" fmla="*/ 70 h 195"/>
                  <a:gd name="T8" fmla="*/ 22 w 146"/>
                  <a:gd name="T9" fmla="*/ 37 h 195"/>
                  <a:gd name="T10" fmla="*/ 0 w 146"/>
                  <a:gd name="T11" fmla="*/ 0 h 19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6" h="195">
                    <a:moveTo>
                      <a:pt x="145" y="195"/>
                    </a:moveTo>
                    <a:cubicBezTo>
                      <a:pt x="146" y="179"/>
                      <a:pt x="141" y="160"/>
                      <a:pt x="135" y="145"/>
                    </a:cubicBezTo>
                    <a:cubicBezTo>
                      <a:pt x="127" y="127"/>
                      <a:pt x="115" y="111"/>
                      <a:pt x="98" y="101"/>
                    </a:cubicBezTo>
                    <a:cubicBezTo>
                      <a:pt x="80" y="90"/>
                      <a:pt x="61" y="77"/>
                      <a:pt x="45" y="61"/>
                    </a:cubicBezTo>
                    <a:cubicBezTo>
                      <a:pt x="36" y="52"/>
                      <a:pt x="27" y="43"/>
                      <a:pt x="19" y="32"/>
                    </a:cubicBezTo>
                    <a:cubicBezTo>
                      <a:pt x="12" y="23"/>
                      <a:pt x="8" y="8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29074" name="Freeform 78">
                <a:extLst>
                  <a:ext uri="{FF2B5EF4-FFF2-40B4-BE49-F238E27FC236}">
                    <a16:creationId xmlns:a16="http://schemas.microsoft.com/office/drawing/2014/main" id="{C92A5264-4DCB-41E3-AA4E-B5821A4C96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6" y="3149"/>
                <a:ext cx="100" cy="87"/>
              </a:xfrm>
              <a:custGeom>
                <a:avLst/>
                <a:gdLst>
                  <a:gd name="T0" fmla="*/ 108 w 96"/>
                  <a:gd name="T1" fmla="*/ 0 h 83"/>
                  <a:gd name="T2" fmla="*/ 90 w 96"/>
                  <a:gd name="T3" fmla="*/ 21 h 83"/>
                  <a:gd name="T4" fmla="*/ 66 w 96"/>
                  <a:gd name="T5" fmla="*/ 42 h 83"/>
                  <a:gd name="T6" fmla="*/ 28 w 96"/>
                  <a:gd name="T7" fmla="*/ 63 h 83"/>
                  <a:gd name="T8" fmla="*/ 10 w 96"/>
                  <a:gd name="T9" fmla="*/ 78 h 83"/>
                  <a:gd name="T10" fmla="*/ 0 w 96"/>
                  <a:gd name="T11" fmla="*/ 95 h 8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6" h="83">
                    <a:moveTo>
                      <a:pt x="96" y="0"/>
                    </a:moveTo>
                    <a:cubicBezTo>
                      <a:pt x="95" y="7"/>
                      <a:pt x="85" y="13"/>
                      <a:pt x="80" y="18"/>
                    </a:cubicBezTo>
                    <a:cubicBezTo>
                      <a:pt x="73" y="24"/>
                      <a:pt x="66" y="31"/>
                      <a:pt x="58" y="36"/>
                    </a:cubicBezTo>
                    <a:cubicBezTo>
                      <a:pt x="47" y="44"/>
                      <a:pt x="36" y="48"/>
                      <a:pt x="25" y="54"/>
                    </a:cubicBezTo>
                    <a:cubicBezTo>
                      <a:pt x="19" y="58"/>
                      <a:pt x="14" y="63"/>
                      <a:pt x="10" y="68"/>
                    </a:cubicBezTo>
                    <a:cubicBezTo>
                      <a:pt x="7" y="71"/>
                      <a:pt x="0" y="80"/>
                      <a:pt x="0" y="83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29075" name="Freeform 79">
                <a:extLst>
                  <a:ext uri="{FF2B5EF4-FFF2-40B4-BE49-F238E27FC236}">
                    <a16:creationId xmlns:a16="http://schemas.microsoft.com/office/drawing/2014/main" id="{F189DBD2-E44A-4471-9A22-A991EEA350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1" y="2714"/>
                <a:ext cx="233" cy="312"/>
              </a:xfrm>
              <a:custGeom>
                <a:avLst/>
                <a:gdLst>
                  <a:gd name="T0" fmla="*/ 0 w 223"/>
                  <a:gd name="T1" fmla="*/ 337 h 300"/>
                  <a:gd name="T2" fmla="*/ 48 w 223"/>
                  <a:gd name="T3" fmla="*/ 270 h 300"/>
                  <a:gd name="T4" fmla="*/ 97 w 223"/>
                  <a:gd name="T5" fmla="*/ 196 h 300"/>
                  <a:gd name="T6" fmla="*/ 135 w 223"/>
                  <a:gd name="T7" fmla="*/ 118 h 300"/>
                  <a:gd name="T8" fmla="*/ 209 w 223"/>
                  <a:gd name="T9" fmla="*/ 53 h 300"/>
                  <a:gd name="T10" fmla="*/ 254 w 223"/>
                  <a:gd name="T11" fmla="*/ 0 h 30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23" h="300">
                    <a:moveTo>
                      <a:pt x="0" y="300"/>
                    </a:moveTo>
                    <a:cubicBezTo>
                      <a:pt x="18" y="286"/>
                      <a:pt x="28" y="259"/>
                      <a:pt x="42" y="240"/>
                    </a:cubicBezTo>
                    <a:cubicBezTo>
                      <a:pt x="57" y="220"/>
                      <a:pt x="72" y="198"/>
                      <a:pt x="85" y="174"/>
                    </a:cubicBezTo>
                    <a:cubicBezTo>
                      <a:pt x="98" y="151"/>
                      <a:pt x="104" y="127"/>
                      <a:pt x="118" y="105"/>
                    </a:cubicBezTo>
                    <a:cubicBezTo>
                      <a:pt x="134" y="76"/>
                      <a:pt x="162" y="69"/>
                      <a:pt x="183" y="47"/>
                    </a:cubicBezTo>
                    <a:cubicBezTo>
                      <a:pt x="198" y="32"/>
                      <a:pt x="215" y="19"/>
                      <a:pt x="223" y="0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29076" name="Freeform 80">
                <a:extLst>
                  <a:ext uri="{FF2B5EF4-FFF2-40B4-BE49-F238E27FC236}">
                    <a16:creationId xmlns:a16="http://schemas.microsoft.com/office/drawing/2014/main" id="{6D5D03F0-3126-4F6A-8A0B-300E3CCAD5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4" y="2608"/>
                <a:ext cx="28" cy="193"/>
              </a:xfrm>
              <a:custGeom>
                <a:avLst/>
                <a:gdLst>
                  <a:gd name="T0" fmla="*/ 19 w 27"/>
                  <a:gd name="T1" fmla="*/ 210 h 185"/>
                  <a:gd name="T2" fmla="*/ 4 w 27"/>
                  <a:gd name="T3" fmla="*/ 106 h 185"/>
                  <a:gd name="T4" fmla="*/ 30 w 27"/>
                  <a:gd name="T5" fmla="*/ 0 h 18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7" h="185">
                    <a:moveTo>
                      <a:pt x="16" y="185"/>
                    </a:moveTo>
                    <a:cubicBezTo>
                      <a:pt x="27" y="159"/>
                      <a:pt x="8" y="122"/>
                      <a:pt x="4" y="94"/>
                    </a:cubicBezTo>
                    <a:cubicBezTo>
                      <a:pt x="0" y="64"/>
                      <a:pt x="8" y="24"/>
                      <a:pt x="27" y="0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29077" name="Freeform 81">
                <a:extLst>
                  <a:ext uri="{FF2B5EF4-FFF2-40B4-BE49-F238E27FC236}">
                    <a16:creationId xmlns:a16="http://schemas.microsoft.com/office/drawing/2014/main" id="{31D4FF0A-82A7-4C51-8D36-93D4534727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1" y="2398"/>
                <a:ext cx="39" cy="84"/>
              </a:xfrm>
              <a:custGeom>
                <a:avLst/>
                <a:gdLst>
                  <a:gd name="T0" fmla="*/ 0 w 37"/>
                  <a:gd name="T1" fmla="*/ 90 h 81"/>
                  <a:gd name="T2" fmla="*/ 7 w 37"/>
                  <a:gd name="T3" fmla="*/ 64 h 81"/>
                  <a:gd name="T4" fmla="*/ 25 w 37"/>
                  <a:gd name="T5" fmla="*/ 39 h 81"/>
                  <a:gd name="T6" fmla="*/ 42 w 37"/>
                  <a:gd name="T7" fmla="*/ 20 h 81"/>
                  <a:gd name="T8" fmla="*/ 37 w 37"/>
                  <a:gd name="T9" fmla="*/ 0 h 8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7" h="81">
                    <a:moveTo>
                      <a:pt x="0" y="81"/>
                    </a:moveTo>
                    <a:cubicBezTo>
                      <a:pt x="3" y="74"/>
                      <a:pt x="4" y="66"/>
                      <a:pt x="7" y="58"/>
                    </a:cubicBezTo>
                    <a:cubicBezTo>
                      <a:pt x="10" y="49"/>
                      <a:pt x="15" y="43"/>
                      <a:pt x="22" y="36"/>
                    </a:cubicBezTo>
                    <a:cubicBezTo>
                      <a:pt x="27" y="31"/>
                      <a:pt x="34" y="25"/>
                      <a:pt x="36" y="17"/>
                    </a:cubicBezTo>
                    <a:cubicBezTo>
                      <a:pt x="37" y="11"/>
                      <a:pt x="33" y="5"/>
                      <a:pt x="31" y="0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29078" name="Freeform 82">
                <a:extLst>
                  <a:ext uri="{FF2B5EF4-FFF2-40B4-BE49-F238E27FC236}">
                    <a16:creationId xmlns:a16="http://schemas.microsoft.com/office/drawing/2014/main" id="{BA5CFBB8-179E-4659-878D-A91B84CBFD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8" y="2407"/>
                <a:ext cx="21" cy="9"/>
              </a:xfrm>
              <a:custGeom>
                <a:avLst/>
                <a:gdLst>
                  <a:gd name="T0" fmla="*/ 0 w 20"/>
                  <a:gd name="T1" fmla="*/ 11 h 8"/>
                  <a:gd name="T2" fmla="*/ 23 w 20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8">
                    <a:moveTo>
                      <a:pt x="0" y="8"/>
                    </a:moveTo>
                    <a:cubicBezTo>
                      <a:pt x="6" y="5"/>
                      <a:pt x="12" y="0"/>
                      <a:pt x="20" y="0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29079" name="Freeform 83">
                <a:extLst>
                  <a:ext uri="{FF2B5EF4-FFF2-40B4-BE49-F238E27FC236}">
                    <a16:creationId xmlns:a16="http://schemas.microsoft.com/office/drawing/2014/main" id="{AAF5D8C9-B107-49AB-93C8-7F0190FC35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2" y="2423"/>
                <a:ext cx="10" cy="56"/>
              </a:xfrm>
              <a:custGeom>
                <a:avLst/>
                <a:gdLst>
                  <a:gd name="T0" fmla="*/ 0 w 10"/>
                  <a:gd name="T1" fmla="*/ 0 h 54"/>
                  <a:gd name="T2" fmla="*/ 9 w 10"/>
                  <a:gd name="T3" fmla="*/ 13 h 54"/>
                  <a:gd name="T4" fmla="*/ 8 w 10"/>
                  <a:gd name="T5" fmla="*/ 33 h 54"/>
                  <a:gd name="T6" fmla="*/ 2 w 10"/>
                  <a:gd name="T7" fmla="*/ 60 h 5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54">
                    <a:moveTo>
                      <a:pt x="0" y="0"/>
                    </a:moveTo>
                    <a:cubicBezTo>
                      <a:pt x="2" y="2"/>
                      <a:pt x="8" y="8"/>
                      <a:pt x="9" y="13"/>
                    </a:cubicBezTo>
                    <a:cubicBezTo>
                      <a:pt x="10" y="18"/>
                      <a:pt x="9" y="25"/>
                      <a:pt x="8" y="30"/>
                    </a:cubicBezTo>
                    <a:cubicBezTo>
                      <a:pt x="7" y="37"/>
                      <a:pt x="6" y="50"/>
                      <a:pt x="2" y="54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29080" name="Freeform 84">
                <a:extLst>
                  <a:ext uri="{FF2B5EF4-FFF2-40B4-BE49-F238E27FC236}">
                    <a16:creationId xmlns:a16="http://schemas.microsoft.com/office/drawing/2014/main" id="{BE3A9346-8091-4D9E-A66C-FBACE9B469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2" y="2432"/>
                <a:ext cx="19" cy="10"/>
              </a:xfrm>
              <a:custGeom>
                <a:avLst/>
                <a:gdLst>
                  <a:gd name="T0" fmla="*/ 0 w 18"/>
                  <a:gd name="T1" fmla="*/ 12 h 9"/>
                  <a:gd name="T2" fmla="*/ 21 w 18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9">
                    <a:moveTo>
                      <a:pt x="0" y="9"/>
                    </a:moveTo>
                    <a:cubicBezTo>
                      <a:pt x="3" y="3"/>
                      <a:pt x="12" y="0"/>
                      <a:pt x="18" y="0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29081" name="Freeform 85">
                <a:extLst>
                  <a:ext uri="{FF2B5EF4-FFF2-40B4-BE49-F238E27FC236}">
                    <a16:creationId xmlns:a16="http://schemas.microsoft.com/office/drawing/2014/main" id="{53B3DE6F-7306-413B-B237-00C6793F66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7" y="2459"/>
                <a:ext cx="11" cy="65"/>
              </a:xfrm>
              <a:custGeom>
                <a:avLst/>
                <a:gdLst>
                  <a:gd name="T0" fmla="*/ 12 w 10"/>
                  <a:gd name="T1" fmla="*/ 71 h 62"/>
                  <a:gd name="T2" fmla="*/ 10 w 10"/>
                  <a:gd name="T3" fmla="*/ 39 h 62"/>
                  <a:gd name="T4" fmla="*/ 10 w 10"/>
                  <a:gd name="T5" fmla="*/ 1 h 62"/>
                  <a:gd name="T6" fmla="*/ 9 w 10"/>
                  <a:gd name="T7" fmla="*/ 1 h 6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62">
                    <a:moveTo>
                      <a:pt x="9" y="62"/>
                    </a:moveTo>
                    <a:cubicBezTo>
                      <a:pt x="0" y="62"/>
                      <a:pt x="6" y="38"/>
                      <a:pt x="7" y="33"/>
                    </a:cubicBezTo>
                    <a:cubicBezTo>
                      <a:pt x="9" y="21"/>
                      <a:pt x="10" y="13"/>
                      <a:pt x="7" y="1"/>
                    </a:cubicBezTo>
                    <a:cubicBezTo>
                      <a:pt x="6" y="0"/>
                      <a:pt x="7" y="1"/>
                      <a:pt x="6" y="1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29082" name="Freeform 86">
                <a:extLst>
                  <a:ext uri="{FF2B5EF4-FFF2-40B4-BE49-F238E27FC236}">
                    <a16:creationId xmlns:a16="http://schemas.microsoft.com/office/drawing/2014/main" id="{BC95AD04-5733-489B-B3A0-3D9B1063D6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7" y="2467"/>
                <a:ext cx="15" cy="11"/>
              </a:xfrm>
              <a:custGeom>
                <a:avLst/>
                <a:gdLst>
                  <a:gd name="T0" fmla="*/ 0 w 15"/>
                  <a:gd name="T1" fmla="*/ 11 h 11"/>
                  <a:gd name="T2" fmla="*/ 15 w 15"/>
                  <a:gd name="T3" fmla="*/ 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11">
                    <a:moveTo>
                      <a:pt x="0" y="11"/>
                    </a:moveTo>
                    <a:cubicBezTo>
                      <a:pt x="2" y="5"/>
                      <a:pt x="10" y="1"/>
                      <a:pt x="15" y="0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29083" name="Freeform 87">
                <a:extLst>
                  <a:ext uri="{FF2B5EF4-FFF2-40B4-BE49-F238E27FC236}">
                    <a16:creationId xmlns:a16="http://schemas.microsoft.com/office/drawing/2014/main" id="{6A5F4CCE-7AFE-4A01-8BD1-3C21C32FE8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4" y="2377"/>
                <a:ext cx="36" cy="72"/>
              </a:xfrm>
              <a:custGeom>
                <a:avLst/>
                <a:gdLst>
                  <a:gd name="T0" fmla="*/ 0 w 35"/>
                  <a:gd name="T1" fmla="*/ 78 h 69"/>
                  <a:gd name="T2" fmla="*/ 5 w 35"/>
                  <a:gd name="T3" fmla="*/ 33 h 69"/>
                  <a:gd name="T4" fmla="*/ 38 w 35"/>
                  <a:gd name="T5" fmla="*/ 0 h 6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5" h="69">
                    <a:moveTo>
                      <a:pt x="0" y="69"/>
                    </a:moveTo>
                    <a:cubicBezTo>
                      <a:pt x="1" y="57"/>
                      <a:pt x="0" y="43"/>
                      <a:pt x="5" y="30"/>
                    </a:cubicBezTo>
                    <a:cubicBezTo>
                      <a:pt x="11" y="14"/>
                      <a:pt x="24" y="12"/>
                      <a:pt x="35" y="0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29084" name="Freeform 88">
                <a:extLst>
                  <a:ext uri="{FF2B5EF4-FFF2-40B4-BE49-F238E27FC236}">
                    <a16:creationId xmlns:a16="http://schemas.microsoft.com/office/drawing/2014/main" id="{EA97EC05-BC27-49DA-80EA-FF05762A42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6" y="2371"/>
                <a:ext cx="3" cy="16"/>
              </a:xfrm>
              <a:custGeom>
                <a:avLst/>
                <a:gdLst>
                  <a:gd name="T0" fmla="*/ 0 w 3"/>
                  <a:gd name="T1" fmla="*/ 16 h 16"/>
                  <a:gd name="T2" fmla="*/ 1 w 3"/>
                  <a:gd name="T3" fmla="*/ 0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6">
                    <a:moveTo>
                      <a:pt x="0" y="16"/>
                    </a:moveTo>
                    <a:cubicBezTo>
                      <a:pt x="3" y="11"/>
                      <a:pt x="1" y="6"/>
                      <a:pt x="1" y="0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29085" name="Freeform 89">
                <a:extLst>
                  <a:ext uri="{FF2B5EF4-FFF2-40B4-BE49-F238E27FC236}">
                    <a16:creationId xmlns:a16="http://schemas.microsoft.com/office/drawing/2014/main" id="{6FC7257A-6051-4323-849D-91C1321D2C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7" y="2307"/>
                <a:ext cx="63" cy="19"/>
              </a:xfrm>
              <a:custGeom>
                <a:avLst/>
                <a:gdLst>
                  <a:gd name="T0" fmla="*/ 0 w 61"/>
                  <a:gd name="T1" fmla="*/ 21 h 18"/>
                  <a:gd name="T2" fmla="*/ 67 w 61"/>
                  <a:gd name="T3" fmla="*/ 0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1" h="18">
                    <a:moveTo>
                      <a:pt x="0" y="18"/>
                    </a:moveTo>
                    <a:cubicBezTo>
                      <a:pt x="20" y="9"/>
                      <a:pt x="41" y="8"/>
                      <a:pt x="61" y="0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29086" name="Freeform 90">
                <a:extLst>
                  <a:ext uri="{FF2B5EF4-FFF2-40B4-BE49-F238E27FC236}">
                    <a16:creationId xmlns:a16="http://schemas.microsoft.com/office/drawing/2014/main" id="{312F29A1-020A-4CB5-BD97-607E030B3A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4" y="2327"/>
                <a:ext cx="77" cy="76"/>
              </a:xfrm>
              <a:custGeom>
                <a:avLst/>
                <a:gdLst>
                  <a:gd name="T0" fmla="*/ 85 w 73"/>
                  <a:gd name="T1" fmla="*/ 82 h 73"/>
                  <a:gd name="T2" fmla="*/ 0 w 73"/>
                  <a:gd name="T3" fmla="*/ 0 h 7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3" h="73">
                    <a:moveTo>
                      <a:pt x="73" y="73"/>
                    </a:moveTo>
                    <a:cubicBezTo>
                      <a:pt x="64" y="41"/>
                      <a:pt x="23" y="20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29087" name="Freeform 91">
                <a:extLst>
                  <a:ext uri="{FF2B5EF4-FFF2-40B4-BE49-F238E27FC236}">
                    <a16:creationId xmlns:a16="http://schemas.microsoft.com/office/drawing/2014/main" id="{A27ED3B9-46D0-4029-9598-76D7F78389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9" y="2490"/>
                <a:ext cx="33" cy="22"/>
              </a:xfrm>
              <a:custGeom>
                <a:avLst/>
                <a:gdLst>
                  <a:gd name="T0" fmla="*/ 0 w 32"/>
                  <a:gd name="T1" fmla="*/ 13 h 22"/>
                  <a:gd name="T2" fmla="*/ 27 w 32"/>
                  <a:gd name="T3" fmla="*/ 22 h 22"/>
                  <a:gd name="T4" fmla="*/ 34 w 32"/>
                  <a:gd name="T5" fmla="*/ 7 h 22"/>
                  <a:gd name="T6" fmla="*/ 14 w 32"/>
                  <a:gd name="T7" fmla="*/ 1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2" h="22">
                    <a:moveTo>
                      <a:pt x="0" y="13"/>
                    </a:moveTo>
                    <a:cubicBezTo>
                      <a:pt x="5" y="9"/>
                      <a:pt x="22" y="15"/>
                      <a:pt x="24" y="22"/>
                    </a:cubicBezTo>
                    <a:cubicBezTo>
                      <a:pt x="24" y="17"/>
                      <a:pt x="32" y="13"/>
                      <a:pt x="31" y="7"/>
                    </a:cubicBezTo>
                    <a:cubicBezTo>
                      <a:pt x="30" y="1"/>
                      <a:pt x="20" y="0"/>
                      <a:pt x="14" y="1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29088" name="Freeform 92">
                <a:extLst>
                  <a:ext uri="{FF2B5EF4-FFF2-40B4-BE49-F238E27FC236}">
                    <a16:creationId xmlns:a16="http://schemas.microsoft.com/office/drawing/2014/main" id="{4D468ADC-31E0-4E9D-BBDA-0E2A3ED8D0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0" y="2536"/>
                <a:ext cx="36" cy="29"/>
              </a:xfrm>
              <a:custGeom>
                <a:avLst/>
                <a:gdLst>
                  <a:gd name="T0" fmla="*/ 0 w 35"/>
                  <a:gd name="T1" fmla="*/ 19 h 27"/>
                  <a:gd name="T2" fmla="*/ 32 w 35"/>
                  <a:gd name="T3" fmla="*/ 33 h 27"/>
                  <a:gd name="T4" fmla="*/ 37 w 35"/>
                  <a:gd name="T5" fmla="*/ 12 h 27"/>
                  <a:gd name="T6" fmla="*/ 10 w 35"/>
                  <a:gd name="T7" fmla="*/ 0 h 2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5" h="27">
                    <a:moveTo>
                      <a:pt x="0" y="16"/>
                    </a:moveTo>
                    <a:cubicBezTo>
                      <a:pt x="11" y="15"/>
                      <a:pt x="21" y="20"/>
                      <a:pt x="29" y="27"/>
                    </a:cubicBezTo>
                    <a:cubicBezTo>
                      <a:pt x="32" y="23"/>
                      <a:pt x="35" y="14"/>
                      <a:pt x="34" y="9"/>
                    </a:cubicBezTo>
                    <a:cubicBezTo>
                      <a:pt x="26" y="5"/>
                      <a:pt x="20" y="0"/>
                      <a:pt x="10" y="0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29089" name="Freeform 93">
                <a:extLst>
                  <a:ext uri="{FF2B5EF4-FFF2-40B4-BE49-F238E27FC236}">
                    <a16:creationId xmlns:a16="http://schemas.microsoft.com/office/drawing/2014/main" id="{ABA30A54-80DD-4C73-87C1-8877996077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6" y="2543"/>
                <a:ext cx="35" cy="22"/>
              </a:xfrm>
              <a:custGeom>
                <a:avLst/>
                <a:gdLst>
                  <a:gd name="T0" fmla="*/ 0 w 33"/>
                  <a:gd name="T1" fmla="*/ 17 h 21"/>
                  <a:gd name="T2" fmla="*/ 27 w 33"/>
                  <a:gd name="T3" fmla="*/ 24 h 21"/>
                  <a:gd name="T4" fmla="*/ 24 w 33"/>
                  <a:gd name="T5" fmla="*/ 6 h 21"/>
                  <a:gd name="T6" fmla="*/ 8 w 33"/>
                  <a:gd name="T7" fmla="*/ 1 h 21"/>
                  <a:gd name="T8" fmla="*/ 1 w 33"/>
                  <a:gd name="T9" fmla="*/ 15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3" h="21">
                    <a:moveTo>
                      <a:pt x="0" y="14"/>
                    </a:moveTo>
                    <a:cubicBezTo>
                      <a:pt x="9" y="12"/>
                      <a:pt x="19" y="10"/>
                      <a:pt x="23" y="21"/>
                    </a:cubicBezTo>
                    <a:cubicBezTo>
                      <a:pt x="23" y="12"/>
                      <a:pt x="33" y="10"/>
                      <a:pt x="21" y="6"/>
                    </a:cubicBezTo>
                    <a:cubicBezTo>
                      <a:pt x="18" y="5"/>
                      <a:pt x="11" y="0"/>
                      <a:pt x="8" y="1"/>
                    </a:cubicBezTo>
                    <a:cubicBezTo>
                      <a:pt x="4" y="2"/>
                      <a:pt x="3" y="9"/>
                      <a:pt x="1" y="12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29090" name="Freeform 94">
                <a:extLst>
                  <a:ext uri="{FF2B5EF4-FFF2-40B4-BE49-F238E27FC236}">
                    <a16:creationId xmlns:a16="http://schemas.microsoft.com/office/drawing/2014/main" id="{FE6074CC-80D6-4449-B3B5-8E82816CA6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8" y="2561"/>
                <a:ext cx="24" cy="21"/>
              </a:xfrm>
              <a:custGeom>
                <a:avLst/>
                <a:gdLst>
                  <a:gd name="T0" fmla="*/ 26 w 23"/>
                  <a:gd name="T1" fmla="*/ 23 h 20"/>
                  <a:gd name="T2" fmla="*/ 0 w 23"/>
                  <a:gd name="T3" fmla="*/ 19 h 20"/>
                  <a:gd name="T4" fmla="*/ 5 w 23"/>
                  <a:gd name="T5" fmla="*/ 3 h 20"/>
                  <a:gd name="T6" fmla="*/ 25 w 23"/>
                  <a:gd name="T7" fmla="*/ 6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" h="20">
                    <a:moveTo>
                      <a:pt x="23" y="20"/>
                    </a:moveTo>
                    <a:cubicBezTo>
                      <a:pt x="18" y="16"/>
                      <a:pt x="5" y="12"/>
                      <a:pt x="0" y="16"/>
                    </a:cubicBezTo>
                    <a:cubicBezTo>
                      <a:pt x="0" y="12"/>
                      <a:pt x="1" y="5"/>
                      <a:pt x="5" y="3"/>
                    </a:cubicBezTo>
                    <a:cubicBezTo>
                      <a:pt x="9" y="0"/>
                      <a:pt x="20" y="2"/>
                      <a:pt x="22" y="6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29091" name="Freeform 95">
                <a:extLst>
                  <a:ext uri="{FF2B5EF4-FFF2-40B4-BE49-F238E27FC236}">
                    <a16:creationId xmlns:a16="http://schemas.microsoft.com/office/drawing/2014/main" id="{C6D9511C-D5F0-45EE-AA73-7CA1719908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7" y="2625"/>
                <a:ext cx="254" cy="193"/>
              </a:xfrm>
              <a:custGeom>
                <a:avLst/>
                <a:gdLst>
                  <a:gd name="T0" fmla="*/ 0 w 243"/>
                  <a:gd name="T1" fmla="*/ 0 h 185"/>
                  <a:gd name="T2" fmla="*/ 41 w 243"/>
                  <a:gd name="T3" fmla="*/ 7 h 185"/>
                  <a:gd name="T4" fmla="*/ 84 w 243"/>
                  <a:gd name="T5" fmla="*/ 29 h 185"/>
                  <a:gd name="T6" fmla="*/ 162 w 243"/>
                  <a:gd name="T7" fmla="*/ 82 h 185"/>
                  <a:gd name="T8" fmla="*/ 228 w 243"/>
                  <a:gd name="T9" fmla="*/ 147 h 185"/>
                  <a:gd name="T10" fmla="*/ 277 w 243"/>
                  <a:gd name="T11" fmla="*/ 210 h 18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43" h="185">
                    <a:moveTo>
                      <a:pt x="0" y="0"/>
                    </a:moveTo>
                    <a:cubicBezTo>
                      <a:pt x="11" y="3"/>
                      <a:pt x="24" y="3"/>
                      <a:pt x="35" y="7"/>
                    </a:cubicBezTo>
                    <a:cubicBezTo>
                      <a:pt x="49" y="12"/>
                      <a:pt x="62" y="20"/>
                      <a:pt x="74" y="26"/>
                    </a:cubicBezTo>
                    <a:cubicBezTo>
                      <a:pt x="99" y="40"/>
                      <a:pt x="120" y="54"/>
                      <a:pt x="142" y="73"/>
                    </a:cubicBezTo>
                    <a:cubicBezTo>
                      <a:pt x="162" y="90"/>
                      <a:pt x="183" y="109"/>
                      <a:pt x="200" y="129"/>
                    </a:cubicBezTo>
                    <a:cubicBezTo>
                      <a:pt x="214" y="147"/>
                      <a:pt x="226" y="170"/>
                      <a:pt x="243" y="185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29092" name="Freeform 96">
                <a:extLst>
                  <a:ext uri="{FF2B5EF4-FFF2-40B4-BE49-F238E27FC236}">
                    <a16:creationId xmlns:a16="http://schemas.microsoft.com/office/drawing/2014/main" id="{2B5D31E8-CDD5-41BE-A078-BED772EE3D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7" y="2877"/>
                <a:ext cx="126" cy="99"/>
              </a:xfrm>
              <a:custGeom>
                <a:avLst/>
                <a:gdLst>
                  <a:gd name="T0" fmla="*/ 136 w 121"/>
                  <a:gd name="T1" fmla="*/ 104 h 95"/>
                  <a:gd name="T2" fmla="*/ 102 w 121"/>
                  <a:gd name="T3" fmla="*/ 104 h 95"/>
                  <a:gd name="T4" fmla="*/ 62 w 121"/>
                  <a:gd name="T5" fmla="*/ 69 h 95"/>
                  <a:gd name="T6" fmla="*/ 24 w 121"/>
                  <a:gd name="T7" fmla="*/ 34 h 95"/>
                  <a:gd name="T8" fmla="*/ 0 w 121"/>
                  <a:gd name="T9" fmla="*/ 0 h 9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1" h="95">
                    <a:moveTo>
                      <a:pt x="121" y="92"/>
                    </a:moveTo>
                    <a:cubicBezTo>
                      <a:pt x="112" y="89"/>
                      <a:pt x="100" y="95"/>
                      <a:pt x="90" y="92"/>
                    </a:cubicBezTo>
                    <a:cubicBezTo>
                      <a:pt x="77" y="87"/>
                      <a:pt x="66" y="70"/>
                      <a:pt x="56" y="60"/>
                    </a:cubicBezTo>
                    <a:cubicBezTo>
                      <a:pt x="45" y="50"/>
                      <a:pt x="32" y="42"/>
                      <a:pt x="21" y="31"/>
                    </a:cubicBezTo>
                    <a:cubicBezTo>
                      <a:pt x="12" y="22"/>
                      <a:pt x="8" y="9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29093" name="Freeform 97">
                <a:extLst>
                  <a:ext uri="{FF2B5EF4-FFF2-40B4-BE49-F238E27FC236}">
                    <a16:creationId xmlns:a16="http://schemas.microsoft.com/office/drawing/2014/main" id="{070D4EFC-25B5-40A8-BD43-31A9E9473E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9" y="2776"/>
                <a:ext cx="2" cy="40"/>
              </a:xfrm>
              <a:custGeom>
                <a:avLst/>
                <a:gdLst>
                  <a:gd name="T0" fmla="*/ 2 w 2"/>
                  <a:gd name="T1" fmla="*/ 0 h 38"/>
                  <a:gd name="T2" fmla="*/ 2 w 2"/>
                  <a:gd name="T3" fmla="*/ 44 h 3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8">
                    <a:moveTo>
                      <a:pt x="2" y="0"/>
                    </a:moveTo>
                    <a:cubicBezTo>
                      <a:pt x="2" y="13"/>
                      <a:pt x="0" y="25"/>
                      <a:pt x="2" y="38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29094" name="Freeform 98">
                <a:extLst>
                  <a:ext uri="{FF2B5EF4-FFF2-40B4-BE49-F238E27FC236}">
                    <a16:creationId xmlns:a16="http://schemas.microsoft.com/office/drawing/2014/main" id="{9C91ABA3-7E82-45C6-B712-3490A45459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0" y="2790"/>
                <a:ext cx="135" cy="192"/>
              </a:xfrm>
              <a:custGeom>
                <a:avLst/>
                <a:gdLst>
                  <a:gd name="T0" fmla="*/ 0 w 130"/>
                  <a:gd name="T1" fmla="*/ 197 h 185"/>
                  <a:gd name="T2" fmla="*/ 27 w 130"/>
                  <a:gd name="T3" fmla="*/ 207 h 185"/>
                  <a:gd name="T4" fmla="*/ 56 w 130"/>
                  <a:gd name="T5" fmla="*/ 198 h 185"/>
                  <a:gd name="T6" fmla="*/ 104 w 130"/>
                  <a:gd name="T7" fmla="*/ 126 h 185"/>
                  <a:gd name="T8" fmla="*/ 137 w 130"/>
                  <a:gd name="T9" fmla="*/ 60 h 185"/>
                  <a:gd name="T10" fmla="*/ 145 w 130"/>
                  <a:gd name="T11" fmla="*/ 0 h 18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0" h="185">
                    <a:moveTo>
                      <a:pt x="0" y="176"/>
                    </a:moveTo>
                    <a:cubicBezTo>
                      <a:pt x="7" y="176"/>
                      <a:pt x="15" y="185"/>
                      <a:pt x="24" y="185"/>
                    </a:cubicBezTo>
                    <a:cubicBezTo>
                      <a:pt x="32" y="185"/>
                      <a:pt x="43" y="181"/>
                      <a:pt x="50" y="177"/>
                    </a:cubicBezTo>
                    <a:cubicBezTo>
                      <a:pt x="70" y="165"/>
                      <a:pt x="81" y="133"/>
                      <a:pt x="92" y="113"/>
                    </a:cubicBezTo>
                    <a:cubicBezTo>
                      <a:pt x="102" y="93"/>
                      <a:pt x="115" y="75"/>
                      <a:pt x="122" y="54"/>
                    </a:cubicBezTo>
                    <a:cubicBezTo>
                      <a:pt x="128" y="37"/>
                      <a:pt x="130" y="18"/>
                      <a:pt x="130" y="0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29095" name="Freeform 99">
                <a:extLst>
                  <a:ext uri="{FF2B5EF4-FFF2-40B4-BE49-F238E27FC236}">
                    <a16:creationId xmlns:a16="http://schemas.microsoft.com/office/drawing/2014/main" id="{45BDCCA1-16E5-4AEE-AF7E-90D1D5F7C0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0" y="2720"/>
                <a:ext cx="11" cy="31"/>
              </a:xfrm>
              <a:custGeom>
                <a:avLst/>
                <a:gdLst>
                  <a:gd name="T0" fmla="*/ 0 w 11"/>
                  <a:gd name="T1" fmla="*/ 0 h 30"/>
                  <a:gd name="T2" fmla="*/ 11 w 11"/>
                  <a:gd name="T3" fmla="*/ 33 h 3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30">
                    <a:moveTo>
                      <a:pt x="0" y="0"/>
                    </a:moveTo>
                    <a:cubicBezTo>
                      <a:pt x="4" y="10"/>
                      <a:pt x="9" y="19"/>
                      <a:pt x="11" y="30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29096" name="Freeform 100">
                <a:extLst>
                  <a:ext uri="{FF2B5EF4-FFF2-40B4-BE49-F238E27FC236}">
                    <a16:creationId xmlns:a16="http://schemas.microsoft.com/office/drawing/2014/main" id="{8DC4BD60-09C8-4353-9BD1-E21C1728A2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7" y="2487"/>
                <a:ext cx="164" cy="289"/>
              </a:xfrm>
              <a:custGeom>
                <a:avLst/>
                <a:gdLst>
                  <a:gd name="T0" fmla="*/ 179 w 157"/>
                  <a:gd name="T1" fmla="*/ 0 h 277"/>
                  <a:gd name="T2" fmla="*/ 146 w 157"/>
                  <a:gd name="T3" fmla="*/ 23 h 277"/>
                  <a:gd name="T4" fmla="*/ 114 w 157"/>
                  <a:gd name="T5" fmla="*/ 56 h 277"/>
                  <a:gd name="T6" fmla="*/ 46 w 157"/>
                  <a:gd name="T7" fmla="*/ 150 h 277"/>
                  <a:gd name="T8" fmla="*/ 7 w 157"/>
                  <a:gd name="T9" fmla="*/ 231 h 277"/>
                  <a:gd name="T10" fmla="*/ 1 w 157"/>
                  <a:gd name="T11" fmla="*/ 296 h 277"/>
                  <a:gd name="T12" fmla="*/ 1 w 157"/>
                  <a:gd name="T13" fmla="*/ 315 h 27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7" h="277">
                    <a:moveTo>
                      <a:pt x="157" y="0"/>
                    </a:moveTo>
                    <a:cubicBezTo>
                      <a:pt x="147" y="7"/>
                      <a:pt x="137" y="11"/>
                      <a:pt x="128" y="20"/>
                    </a:cubicBezTo>
                    <a:cubicBezTo>
                      <a:pt x="118" y="29"/>
                      <a:pt x="109" y="40"/>
                      <a:pt x="100" y="50"/>
                    </a:cubicBezTo>
                    <a:cubicBezTo>
                      <a:pt x="78" y="75"/>
                      <a:pt x="55" y="102"/>
                      <a:pt x="40" y="132"/>
                    </a:cubicBezTo>
                    <a:cubicBezTo>
                      <a:pt x="29" y="155"/>
                      <a:pt x="14" y="179"/>
                      <a:pt x="7" y="203"/>
                    </a:cubicBezTo>
                    <a:cubicBezTo>
                      <a:pt x="1" y="222"/>
                      <a:pt x="0" y="241"/>
                      <a:pt x="1" y="261"/>
                    </a:cubicBezTo>
                    <a:cubicBezTo>
                      <a:pt x="2" y="266"/>
                      <a:pt x="1" y="272"/>
                      <a:pt x="1" y="277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29097" name="Freeform 101">
                <a:extLst>
                  <a:ext uri="{FF2B5EF4-FFF2-40B4-BE49-F238E27FC236}">
                    <a16:creationId xmlns:a16="http://schemas.microsoft.com/office/drawing/2014/main" id="{B477AF0C-4C72-4F65-B2A7-D7F5510FCC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2" y="3235"/>
                <a:ext cx="138" cy="108"/>
              </a:xfrm>
              <a:custGeom>
                <a:avLst/>
                <a:gdLst>
                  <a:gd name="T0" fmla="*/ 151 w 132"/>
                  <a:gd name="T1" fmla="*/ 116 h 104"/>
                  <a:gd name="T2" fmla="*/ 125 w 132"/>
                  <a:gd name="T3" fmla="*/ 88 h 104"/>
                  <a:gd name="T4" fmla="*/ 92 w 132"/>
                  <a:gd name="T5" fmla="*/ 55 h 104"/>
                  <a:gd name="T6" fmla="*/ 45 w 132"/>
                  <a:gd name="T7" fmla="*/ 27 h 104"/>
                  <a:gd name="T8" fmla="*/ 0 w 132"/>
                  <a:gd name="T9" fmla="*/ 0 h 10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2" h="104">
                    <a:moveTo>
                      <a:pt x="132" y="104"/>
                    </a:moveTo>
                    <a:cubicBezTo>
                      <a:pt x="124" y="96"/>
                      <a:pt x="117" y="88"/>
                      <a:pt x="110" y="79"/>
                    </a:cubicBezTo>
                    <a:cubicBezTo>
                      <a:pt x="101" y="67"/>
                      <a:pt x="91" y="59"/>
                      <a:pt x="80" y="49"/>
                    </a:cubicBezTo>
                    <a:cubicBezTo>
                      <a:pt x="67" y="38"/>
                      <a:pt x="54" y="31"/>
                      <a:pt x="39" y="24"/>
                    </a:cubicBezTo>
                    <a:cubicBezTo>
                      <a:pt x="25" y="17"/>
                      <a:pt x="10" y="12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29098" name="Freeform 102">
                <a:extLst>
                  <a:ext uri="{FF2B5EF4-FFF2-40B4-BE49-F238E27FC236}">
                    <a16:creationId xmlns:a16="http://schemas.microsoft.com/office/drawing/2014/main" id="{6E208004-E6B7-455E-A334-36F8382804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1" y="3479"/>
                <a:ext cx="4" cy="27"/>
              </a:xfrm>
              <a:custGeom>
                <a:avLst/>
                <a:gdLst>
                  <a:gd name="T0" fmla="*/ 0 w 4"/>
                  <a:gd name="T1" fmla="*/ 29 h 26"/>
                  <a:gd name="T2" fmla="*/ 3 w 4"/>
                  <a:gd name="T3" fmla="*/ 0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6">
                    <a:moveTo>
                      <a:pt x="0" y="26"/>
                    </a:moveTo>
                    <a:cubicBezTo>
                      <a:pt x="0" y="17"/>
                      <a:pt x="4" y="9"/>
                      <a:pt x="3" y="0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29099" name="Freeform 103">
                <a:extLst>
                  <a:ext uri="{FF2B5EF4-FFF2-40B4-BE49-F238E27FC236}">
                    <a16:creationId xmlns:a16="http://schemas.microsoft.com/office/drawing/2014/main" id="{3CA1C387-FE0B-4264-9F15-76A4692102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1" y="3531"/>
                <a:ext cx="47" cy="34"/>
              </a:xfrm>
              <a:custGeom>
                <a:avLst/>
                <a:gdLst>
                  <a:gd name="T0" fmla="*/ 0 w 45"/>
                  <a:gd name="T1" fmla="*/ 9 h 33"/>
                  <a:gd name="T2" fmla="*/ 41 w 45"/>
                  <a:gd name="T3" fmla="*/ 36 h 33"/>
                  <a:gd name="T4" fmla="*/ 41 w 45"/>
                  <a:gd name="T5" fmla="*/ 7 h 33"/>
                  <a:gd name="T6" fmla="*/ 5 w 45"/>
                  <a:gd name="T7" fmla="*/ 0 h 33"/>
                  <a:gd name="T8" fmla="*/ 4 w 45"/>
                  <a:gd name="T9" fmla="*/ 3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5" h="33">
                    <a:moveTo>
                      <a:pt x="0" y="9"/>
                    </a:moveTo>
                    <a:cubicBezTo>
                      <a:pt x="15" y="8"/>
                      <a:pt x="31" y="19"/>
                      <a:pt x="35" y="33"/>
                    </a:cubicBezTo>
                    <a:cubicBezTo>
                      <a:pt x="38" y="23"/>
                      <a:pt x="45" y="13"/>
                      <a:pt x="35" y="7"/>
                    </a:cubicBezTo>
                    <a:cubicBezTo>
                      <a:pt x="26" y="1"/>
                      <a:pt x="15" y="3"/>
                      <a:pt x="5" y="0"/>
                    </a:cubicBezTo>
                    <a:cubicBezTo>
                      <a:pt x="4" y="1"/>
                      <a:pt x="5" y="2"/>
                      <a:pt x="4" y="3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29100" name="Freeform 104">
                <a:extLst>
                  <a:ext uri="{FF2B5EF4-FFF2-40B4-BE49-F238E27FC236}">
                    <a16:creationId xmlns:a16="http://schemas.microsoft.com/office/drawing/2014/main" id="{40075FB7-8C0A-4C30-9083-CF4E301695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2" y="3461"/>
                <a:ext cx="30" cy="114"/>
              </a:xfrm>
              <a:custGeom>
                <a:avLst/>
                <a:gdLst>
                  <a:gd name="T0" fmla="*/ 0 w 29"/>
                  <a:gd name="T1" fmla="*/ 122 h 110"/>
                  <a:gd name="T2" fmla="*/ 20 w 29"/>
                  <a:gd name="T3" fmla="*/ 59 h 110"/>
                  <a:gd name="T4" fmla="*/ 29 w 29"/>
                  <a:gd name="T5" fmla="*/ 30 h 110"/>
                  <a:gd name="T6" fmla="*/ 28 w 29"/>
                  <a:gd name="T7" fmla="*/ 0 h 1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9" h="110">
                    <a:moveTo>
                      <a:pt x="0" y="110"/>
                    </a:moveTo>
                    <a:cubicBezTo>
                      <a:pt x="0" y="91"/>
                      <a:pt x="9" y="70"/>
                      <a:pt x="17" y="53"/>
                    </a:cubicBezTo>
                    <a:cubicBezTo>
                      <a:pt x="21" y="44"/>
                      <a:pt x="24" y="36"/>
                      <a:pt x="26" y="27"/>
                    </a:cubicBezTo>
                    <a:cubicBezTo>
                      <a:pt x="29" y="16"/>
                      <a:pt x="27" y="11"/>
                      <a:pt x="25" y="0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29101" name="Freeform 105">
                <a:extLst>
                  <a:ext uri="{FF2B5EF4-FFF2-40B4-BE49-F238E27FC236}">
                    <a16:creationId xmlns:a16="http://schemas.microsoft.com/office/drawing/2014/main" id="{5F5697C7-9A78-47F5-B1DB-1B9595CA90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1" y="3466"/>
                <a:ext cx="17" cy="14"/>
              </a:xfrm>
              <a:custGeom>
                <a:avLst/>
                <a:gdLst>
                  <a:gd name="T0" fmla="*/ 0 w 16"/>
                  <a:gd name="T1" fmla="*/ 16 h 13"/>
                  <a:gd name="T2" fmla="*/ 19 w 16"/>
                  <a:gd name="T3" fmla="*/ 0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13">
                    <a:moveTo>
                      <a:pt x="0" y="13"/>
                    </a:moveTo>
                    <a:cubicBezTo>
                      <a:pt x="2" y="6"/>
                      <a:pt x="12" y="5"/>
                      <a:pt x="16" y="0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29102" name="Freeform 106">
                <a:extLst>
                  <a:ext uri="{FF2B5EF4-FFF2-40B4-BE49-F238E27FC236}">
                    <a16:creationId xmlns:a16="http://schemas.microsoft.com/office/drawing/2014/main" id="{02FD224B-3E42-455B-BD85-F4391E6C26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7" y="3523"/>
                <a:ext cx="47" cy="76"/>
              </a:xfrm>
              <a:custGeom>
                <a:avLst/>
                <a:gdLst>
                  <a:gd name="T0" fmla="*/ 0 w 45"/>
                  <a:gd name="T1" fmla="*/ 82 h 73"/>
                  <a:gd name="T2" fmla="*/ 27 w 45"/>
                  <a:gd name="T3" fmla="*/ 58 h 73"/>
                  <a:gd name="T4" fmla="*/ 51 w 45"/>
                  <a:gd name="T5" fmla="*/ 0 h 7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5" h="73">
                    <a:moveTo>
                      <a:pt x="0" y="73"/>
                    </a:moveTo>
                    <a:cubicBezTo>
                      <a:pt x="13" y="72"/>
                      <a:pt x="21" y="64"/>
                      <a:pt x="24" y="52"/>
                    </a:cubicBezTo>
                    <a:cubicBezTo>
                      <a:pt x="28" y="35"/>
                      <a:pt x="34" y="13"/>
                      <a:pt x="45" y="0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29103" name="Freeform 107">
                <a:extLst>
                  <a:ext uri="{FF2B5EF4-FFF2-40B4-BE49-F238E27FC236}">
                    <a16:creationId xmlns:a16="http://schemas.microsoft.com/office/drawing/2014/main" id="{067A67CA-9403-44BA-ABC6-DB8997E7B9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7" y="3513"/>
                <a:ext cx="2" cy="18"/>
              </a:xfrm>
              <a:custGeom>
                <a:avLst/>
                <a:gdLst>
                  <a:gd name="T0" fmla="*/ 0 w 2"/>
                  <a:gd name="T1" fmla="*/ 20 h 17"/>
                  <a:gd name="T2" fmla="*/ 0 w 2"/>
                  <a:gd name="T3" fmla="*/ 0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7">
                    <a:moveTo>
                      <a:pt x="0" y="17"/>
                    </a:moveTo>
                    <a:cubicBezTo>
                      <a:pt x="2" y="12"/>
                      <a:pt x="0" y="6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29104" name="Freeform 108">
                <a:extLst>
                  <a:ext uri="{FF2B5EF4-FFF2-40B4-BE49-F238E27FC236}">
                    <a16:creationId xmlns:a16="http://schemas.microsoft.com/office/drawing/2014/main" id="{788BED1F-A1D8-413E-9F1E-FE6E6B3DE1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6" y="3553"/>
                <a:ext cx="34" cy="63"/>
              </a:xfrm>
              <a:custGeom>
                <a:avLst/>
                <a:gdLst>
                  <a:gd name="T0" fmla="*/ 1 w 32"/>
                  <a:gd name="T1" fmla="*/ 67 h 61"/>
                  <a:gd name="T2" fmla="*/ 28 w 32"/>
                  <a:gd name="T3" fmla="*/ 42 h 61"/>
                  <a:gd name="T4" fmla="*/ 38 w 32"/>
                  <a:gd name="T5" fmla="*/ 0 h 6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2" h="61">
                    <a:moveTo>
                      <a:pt x="1" y="61"/>
                    </a:moveTo>
                    <a:cubicBezTo>
                      <a:pt x="0" y="55"/>
                      <a:pt x="19" y="46"/>
                      <a:pt x="23" y="39"/>
                    </a:cubicBezTo>
                    <a:cubicBezTo>
                      <a:pt x="28" y="28"/>
                      <a:pt x="29" y="12"/>
                      <a:pt x="32" y="0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29105" name="Freeform 109">
                <a:extLst>
                  <a:ext uri="{FF2B5EF4-FFF2-40B4-BE49-F238E27FC236}">
                    <a16:creationId xmlns:a16="http://schemas.microsoft.com/office/drawing/2014/main" id="{AF31013D-B1FA-4880-850E-DE8947D88E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6" y="3542"/>
                <a:ext cx="2" cy="12"/>
              </a:xfrm>
              <a:custGeom>
                <a:avLst/>
                <a:gdLst>
                  <a:gd name="T0" fmla="*/ 2 w 2"/>
                  <a:gd name="T1" fmla="*/ 14 h 11"/>
                  <a:gd name="T2" fmla="*/ 1 w 2"/>
                  <a:gd name="T3" fmla="*/ 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1">
                    <a:moveTo>
                      <a:pt x="2" y="11"/>
                    </a:moveTo>
                    <a:cubicBezTo>
                      <a:pt x="0" y="7"/>
                      <a:pt x="0" y="2"/>
                      <a:pt x="1" y="0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29106" name="Freeform 110">
                <a:extLst>
                  <a:ext uri="{FF2B5EF4-FFF2-40B4-BE49-F238E27FC236}">
                    <a16:creationId xmlns:a16="http://schemas.microsoft.com/office/drawing/2014/main" id="{DB261709-E55C-4EBB-A26C-C556DFC36A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8" y="3548"/>
                <a:ext cx="8" cy="6"/>
              </a:xfrm>
              <a:custGeom>
                <a:avLst/>
                <a:gdLst>
                  <a:gd name="T0" fmla="*/ 0 w 7"/>
                  <a:gd name="T1" fmla="*/ 8 h 5"/>
                  <a:gd name="T2" fmla="*/ 10 w 7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5">
                    <a:moveTo>
                      <a:pt x="0" y="5"/>
                    </a:moveTo>
                    <a:cubicBezTo>
                      <a:pt x="2" y="3"/>
                      <a:pt x="5" y="1"/>
                      <a:pt x="7" y="0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29107" name="Freeform 111">
                <a:extLst>
                  <a:ext uri="{FF2B5EF4-FFF2-40B4-BE49-F238E27FC236}">
                    <a16:creationId xmlns:a16="http://schemas.microsoft.com/office/drawing/2014/main" id="{54D7BDCF-8337-471A-90A7-E19D3E9096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5" y="3754"/>
                <a:ext cx="50" cy="47"/>
              </a:xfrm>
              <a:custGeom>
                <a:avLst/>
                <a:gdLst>
                  <a:gd name="T0" fmla="*/ 54 w 48"/>
                  <a:gd name="T1" fmla="*/ 50 h 45"/>
                  <a:gd name="T2" fmla="*/ 29 w 48"/>
                  <a:gd name="T3" fmla="*/ 27 h 45"/>
                  <a:gd name="T4" fmla="*/ 19 w 48"/>
                  <a:gd name="T5" fmla="*/ 9 h 45"/>
                  <a:gd name="T6" fmla="*/ 0 w 48"/>
                  <a:gd name="T7" fmla="*/ 0 h 4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8" h="45">
                    <a:moveTo>
                      <a:pt x="48" y="44"/>
                    </a:moveTo>
                    <a:cubicBezTo>
                      <a:pt x="38" y="45"/>
                      <a:pt x="31" y="31"/>
                      <a:pt x="26" y="24"/>
                    </a:cubicBezTo>
                    <a:cubicBezTo>
                      <a:pt x="23" y="19"/>
                      <a:pt x="21" y="13"/>
                      <a:pt x="16" y="9"/>
                    </a:cubicBezTo>
                    <a:cubicBezTo>
                      <a:pt x="12" y="4"/>
                      <a:pt x="5" y="4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29108" name="Freeform 112">
                <a:extLst>
                  <a:ext uri="{FF2B5EF4-FFF2-40B4-BE49-F238E27FC236}">
                    <a16:creationId xmlns:a16="http://schemas.microsoft.com/office/drawing/2014/main" id="{90D5A117-5618-485B-9744-A85D39DA4B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0" y="3748"/>
                <a:ext cx="4" cy="17"/>
              </a:xfrm>
              <a:custGeom>
                <a:avLst/>
                <a:gdLst>
                  <a:gd name="T0" fmla="*/ 7 w 3"/>
                  <a:gd name="T1" fmla="*/ 19 h 16"/>
                  <a:gd name="T2" fmla="*/ 0 w 3"/>
                  <a:gd name="T3" fmla="*/ 0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6">
                    <a:moveTo>
                      <a:pt x="3" y="16"/>
                    </a:moveTo>
                    <a:cubicBezTo>
                      <a:pt x="0" y="12"/>
                      <a:pt x="1" y="5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29109" name="Freeform 113">
                <a:extLst>
                  <a:ext uri="{FF2B5EF4-FFF2-40B4-BE49-F238E27FC236}">
                    <a16:creationId xmlns:a16="http://schemas.microsoft.com/office/drawing/2014/main" id="{C43C3A77-2B50-4254-99DC-502FA14C62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6" y="3785"/>
                <a:ext cx="48" cy="69"/>
              </a:xfrm>
              <a:custGeom>
                <a:avLst/>
                <a:gdLst>
                  <a:gd name="T0" fmla="*/ 52 w 46"/>
                  <a:gd name="T1" fmla="*/ 75 h 66"/>
                  <a:gd name="T2" fmla="*/ 30 w 46"/>
                  <a:gd name="T3" fmla="*/ 31 h 66"/>
                  <a:gd name="T4" fmla="*/ 19 w 46"/>
                  <a:gd name="T5" fmla="*/ 16 h 66"/>
                  <a:gd name="T6" fmla="*/ 0 w 46"/>
                  <a:gd name="T7" fmla="*/ 0 h 6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6" h="66">
                    <a:moveTo>
                      <a:pt x="46" y="66"/>
                    </a:moveTo>
                    <a:cubicBezTo>
                      <a:pt x="39" y="55"/>
                      <a:pt x="35" y="40"/>
                      <a:pt x="27" y="28"/>
                    </a:cubicBezTo>
                    <a:cubicBezTo>
                      <a:pt x="24" y="23"/>
                      <a:pt x="20" y="17"/>
                      <a:pt x="16" y="13"/>
                    </a:cubicBezTo>
                    <a:cubicBezTo>
                      <a:pt x="11" y="9"/>
                      <a:pt x="1" y="7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29110" name="Freeform 114">
                <a:extLst>
                  <a:ext uri="{FF2B5EF4-FFF2-40B4-BE49-F238E27FC236}">
                    <a16:creationId xmlns:a16="http://schemas.microsoft.com/office/drawing/2014/main" id="{6C8EB723-8694-477B-A005-B85E412A6B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1" y="3780"/>
                <a:ext cx="4" cy="21"/>
              </a:xfrm>
              <a:custGeom>
                <a:avLst/>
                <a:gdLst>
                  <a:gd name="T0" fmla="*/ 4 w 4"/>
                  <a:gd name="T1" fmla="*/ 23 h 20"/>
                  <a:gd name="T2" fmla="*/ 2 w 4"/>
                  <a:gd name="T3" fmla="*/ 0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0">
                    <a:moveTo>
                      <a:pt x="4" y="20"/>
                    </a:moveTo>
                    <a:cubicBezTo>
                      <a:pt x="0" y="16"/>
                      <a:pt x="2" y="5"/>
                      <a:pt x="2" y="0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29111" name="Freeform 115">
                <a:extLst>
                  <a:ext uri="{FF2B5EF4-FFF2-40B4-BE49-F238E27FC236}">
                    <a16:creationId xmlns:a16="http://schemas.microsoft.com/office/drawing/2014/main" id="{030CB560-5585-4085-8C59-501A81A6E4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1" y="3798"/>
                <a:ext cx="41" cy="55"/>
              </a:xfrm>
              <a:custGeom>
                <a:avLst/>
                <a:gdLst>
                  <a:gd name="T0" fmla="*/ 45 w 39"/>
                  <a:gd name="T1" fmla="*/ 61 h 52"/>
                  <a:gd name="T2" fmla="*/ 25 w 39"/>
                  <a:gd name="T3" fmla="*/ 26 h 52"/>
                  <a:gd name="T4" fmla="*/ 16 w 39"/>
                  <a:gd name="T5" fmla="*/ 12 h 52"/>
                  <a:gd name="T6" fmla="*/ 0 w 39"/>
                  <a:gd name="T7" fmla="*/ 0 h 5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9" h="52">
                    <a:moveTo>
                      <a:pt x="39" y="52"/>
                    </a:moveTo>
                    <a:cubicBezTo>
                      <a:pt x="33" y="42"/>
                      <a:pt x="27" y="32"/>
                      <a:pt x="22" y="23"/>
                    </a:cubicBezTo>
                    <a:cubicBezTo>
                      <a:pt x="19" y="17"/>
                      <a:pt x="17" y="13"/>
                      <a:pt x="13" y="9"/>
                    </a:cubicBezTo>
                    <a:cubicBezTo>
                      <a:pt x="9" y="6"/>
                      <a:pt x="4" y="4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29112" name="Freeform 116">
                <a:extLst>
                  <a:ext uri="{FF2B5EF4-FFF2-40B4-BE49-F238E27FC236}">
                    <a16:creationId xmlns:a16="http://schemas.microsoft.com/office/drawing/2014/main" id="{8ED6BE2A-2B50-4D3B-BFDE-65DB06A013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1" y="3796"/>
                <a:ext cx="4" cy="12"/>
              </a:xfrm>
              <a:custGeom>
                <a:avLst/>
                <a:gdLst>
                  <a:gd name="T0" fmla="*/ 7 w 3"/>
                  <a:gd name="T1" fmla="*/ 14 h 11"/>
                  <a:gd name="T2" fmla="*/ 0 w 3"/>
                  <a:gd name="T3" fmla="*/ 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1">
                    <a:moveTo>
                      <a:pt x="3" y="11"/>
                    </a:moveTo>
                    <a:cubicBezTo>
                      <a:pt x="2" y="7"/>
                      <a:pt x="2" y="3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29113" name="Freeform 117">
                <a:extLst>
                  <a:ext uri="{FF2B5EF4-FFF2-40B4-BE49-F238E27FC236}">
                    <a16:creationId xmlns:a16="http://schemas.microsoft.com/office/drawing/2014/main" id="{3E6134B6-0ACE-4364-9F4E-49EFCA166C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0" y="3794"/>
                <a:ext cx="25" cy="38"/>
              </a:xfrm>
              <a:custGeom>
                <a:avLst/>
                <a:gdLst>
                  <a:gd name="T0" fmla="*/ 27 w 24"/>
                  <a:gd name="T1" fmla="*/ 42 h 36"/>
                  <a:gd name="T2" fmla="*/ 18 w 24"/>
                  <a:gd name="T3" fmla="*/ 20 h 36"/>
                  <a:gd name="T4" fmla="*/ 10 w 24"/>
                  <a:gd name="T5" fmla="*/ 7 h 36"/>
                  <a:gd name="T6" fmla="*/ 0 w 24"/>
                  <a:gd name="T7" fmla="*/ 0 h 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" h="36">
                    <a:moveTo>
                      <a:pt x="24" y="36"/>
                    </a:moveTo>
                    <a:cubicBezTo>
                      <a:pt x="20" y="29"/>
                      <a:pt x="17" y="24"/>
                      <a:pt x="15" y="17"/>
                    </a:cubicBezTo>
                    <a:cubicBezTo>
                      <a:pt x="13" y="13"/>
                      <a:pt x="13" y="11"/>
                      <a:pt x="10" y="7"/>
                    </a:cubicBezTo>
                    <a:cubicBezTo>
                      <a:pt x="7" y="4"/>
                      <a:pt x="2" y="4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29114" name="Freeform 118">
                <a:extLst>
                  <a:ext uri="{FF2B5EF4-FFF2-40B4-BE49-F238E27FC236}">
                    <a16:creationId xmlns:a16="http://schemas.microsoft.com/office/drawing/2014/main" id="{1BC0069C-4882-4E46-BEF0-1C0BFBEC74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1" y="3792"/>
                <a:ext cx="1" cy="10"/>
              </a:xfrm>
              <a:custGeom>
                <a:avLst/>
                <a:gdLst>
                  <a:gd name="T0" fmla="*/ 1 w 1"/>
                  <a:gd name="T1" fmla="*/ 12 h 9"/>
                  <a:gd name="T2" fmla="*/ 1 w 1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9">
                    <a:moveTo>
                      <a:pt x="1" y="9"/>
                    </a:moveTo>
                    <a:cubicBezTo>
                      <a:pt x="0" y="7"/>
                      <a:pt x="0" y="3"/>
                      <a:pt x="1" y="0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29115" name="Freeform 119">
                <a:extLst>
                  <a:ext uri="{FF2B5EF4-FFF2-40B4-BE49-F238E27FC236}">
                    <a16:creationId xmlns:a16="http://schemas.microsoft.com/office/drawing/2014/main" id="{8B250195-78BD-4E04-B1CA-553767DCE4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6" y="3798"/>
                <a:ext cx="45" cy="45"/>
              </a:xfrm>
              <a:custGeom>
                <a:avLst/>
                <a:gdLst>
                  <a:gd name="T0" fmla="*/ 0 w 43"/>
                  <a:gd name="T1" fmla="*/ 22 h 43"/>
                  <a:gd name="T2" fmla="*/ 35 w 43"/>
                  <a:gd name="T3" fmla="*/ 35 h 43"/>
                  <a:gd name="T4" fmla="*/ 31 w 43"/>
                  <a:gd name="T5" fmla="*/ 0 h 43"/>
                  <a:gd name="T6" fmla="*/ 7 w 43"/>
                  <a:gd name="T7" fmla="*/ 17 h 4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3" h="43">
                    <a:moveTo>
                      <a:pt x="0" y="19"/>
                    </a:moveTo>
                    <a:cubicBezTo>
                      <a:pt x="11" y="28"/>
                      <a:pt x="18" y="43"/>
                      <a:pt x="31" y="31"/>
                    </a:cubicBezTo>
                    <a:cubicBezTo>
                      <a:pt x="43" y="20"/>
                      <a:pt x="38" y="11"/>
                      <a:pt x="28" y="0"/>
                    </a:cubicBezTo>
                    <a:cubicBezTo>
                      <a:pt x="22" y="5"/>
                      <a:pt x="10" y="8"/>
                      <a:pt x="7" y="14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29116" name="Freeform 120">
                <a:extLst>
                  <a:ext uri="{FF2B5EF4-FFF2-40B4-BE49-F238E27FC236}">
                    <a16:creationId xmlns:a16="http://schemas.microsoft.com/office/drawing/2014/main" id="{E56945D7-AB90-4297-AD65-EC09980873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0" y="3856"/>
                <a:ext cx="17" cy="17"/>
              </a:xfrm>
              <a:custGeom>
                <a:avLst/>
                <a:gdLst>
                  <a:gd name="T0" fmla="*/ 0 w 16"/>
                  <a:gd name="T1" fmla="*/ 7 h 17"/>
                  <a:gd name="T2" fmla="*/ 4 w 16"/>
                  <a:gd name="T3" fmla="*/ 17 h 17"/>
                  <a:gd name="T4" fmla="*/ 19 w 16"/>
                  <a:gd name="T5" fmla="*/ 8 h 17"/>
                  <a:gd name="T6" fmla="*/ 14 w 16"/>
                  <a:gd name="T7" fmla="*/ 0 h 17"/>
                  <a:gd name="T8" fmla="*/ 3 w 16"/>
                  <a:gd name="T9" fmla="*/ 6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17">
                    <a:moveTo>
                      <a:pt x="0" y="7"/>
                    </a:moveTo>
                    <a:cubicBezTo>
                      <a:pt x="0" y="11"/>
                      <a:pt x="2" y="14"/>
                      <a:pt x="4" y="17"/>
                    </a:cubicBezTo>
                    <a:cubicBezTo>
                      <a:pt x="4" y="12"/>
                      <a:pt x="11" y="7"/>
                      <a:pt x="16" y="8"/>
                    </a:cubicBezTo>
                    <a:cubicBezTo>
                      <a:pt x="13" y="7"/>
                      <a:pt x="12" y="3"/>
                      <a:pt x="11" y="0"/>
                    </a:cubicBezTo>
                    <a:cubicBezTo>
                      <a:pt x="8" y="1"/>
                      <a:pt x="5" y="3"/>
                      <a:pt x="3" y="6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29117" name="Freeform 121">
                <a:extLst>
                  <a:ext uri="{FF2B5EF4-FFF2-40B4-BE49-F238E27FC236}">
                    <a16:creationId xmlns:a16="http://schemas.microsoft.com/office/drawing/2014/main" id="{EA6165AF-4247-4133-9A7D-B992B30D1C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3" y="3836"/>
                <a:ext cx="19" cy="7"/>
              </a:xfrm>
              <a:custGeom>
                <a:avLst/>
                <a:gdLst>
                  <a:gd name="T0" fmla="*/ 0 w 18"/>
                  <a:gd name="T1" fmla="*/ 7 h 7"/>
                  <a:gd name="T2" fmla="*/ 21 w 18"/>
                  <a:gd name="T3" fmla="*/ 7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7">
                    <a:moveTo>
                      <a:pt x="0" y="7"/>
                    </a:moveTo>
                    <a:cubicBezTo>
                      <a:pt x="1" y="0"/>
                      <a:pt x="15" y="3"/>
                      <a:pt x="18" y="7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29118" name="Freeform 122">
                <a:extLst>
                  <a:ext uri="{FF2B5EF4-FFF2-40B4-BE49-F238E27FC236}">
                    <a16:creationId xmlns:a16="http://schemas.microsoft.com/office/drawing/2014/main" id="{46696E0F-DF1D-41E5-86A5-50C19AF63C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4" y="3837"/>
                <a:ext cx="17" cy="6"/>
              </a:xfrm>
              <a:custGeom>
                <a:avLst/>
                <a:gdLst>
                  <a:gd name="T0" fmla="*/ 3 w 16"/>
                  <a:gd name="T1" fmla="*/ 2 h 6"/>
                  <a:gd name="T2" fmla="*/ 19 w 16"/>
                  <a:gd name="T3" fmla="*/ 6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6">
                    <a:moveTo>
                      <a:pt x="3" y="2"/>
                    </a:moveTo>
                    <a:cubicBezTo>
                      <a:pt x="0" y="0"/>
                      <a:pt x="13" y="3"/>
                      <a:pt x="16" y="6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29119" name="Freeform 123">
                <a:extLst>
                  <a:ext uri="{FF2B5EF4-FFF2-40B4-BE49-F238E27FC236}">
                    <a16:creationId xmlns:a16="http://schemas.microsoft.com/office/drawing/2014/main" id="{F8297742-E4C2-4C5C-A8E7-06D8351BF2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6" y="3551"/>
                <a:ext cx="34" cy="36"/>
              </a:xfrm>
              <a:custGeom>
                <a:avLst/>
                <a:gdLst>
                  <a:gd name="T0" fmla="*/ 26 w 32"/>
                  <a:gd name="T1" fmla="*/ 40 h 34"/>
                  <a:gd name="T2" fmla="*/ 0 w 32"/>
                  <a:gd name="T3" fmla="*/ 20 h 34"/>
                  <a:gd name="T4" fmla="*/ 32 w 32"/>
                  <a:gd name="T5" fmla="*/ 24 h 3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2" h="34">
                    <a:moveTo>
                      <a:pt x="22" y="34"/>
                    </a:moveTo>
                    <a:cubicBezTo>
                      <a:pt x="21" y="23"/>
                      <a:pt x="9" y="19"/>
                      <a:pt x="0" y="17"/>
                    </a:cubicBezTo>
                    <a:cubicBezTo>
                      <a:pt x="3" y="0"/>
                      <a:pt x="32" y="6"/>
                      <a:pt x="26" y="21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29120" name="Freeform 124">
                <a:extLst>
                  <a:ext uri="{FF2B5EF4-FFF2-40B4-BE49-F238E27FC236}">
                    <a16:creationId xmlns:a16="http://schemas.microsoft.com/office/drawing/2014/main" id="{08F998F6-D93D-40B4-AEF3-B1BB37D83F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1" y="3604"/>
                <a:ext cx="19" cy="9"/>
              </a:xfrm>
              <a:custGeom>
                <a:avLst/>
                <a:gdLst>
                  <a:gd name="T0" fmla="*/ 21 w 18"/>
                  <a:gd name="T1" fmla="*/ 9 h 9"/>
                  <a:gd name="T2" fmla="*/ 0 w 18"/>
                  <a:gd name="T3" fmla="*/ 6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9">
                    <a:moveTo>
                      <a:pt x="18" y="9"/>
                    </a:moveTo>
                    <a:cubicBezTo>
                      <a:pt x="12" y="2"/>
                      <a:pt x="7" y="0"/>
                      <a:pt x="0" y="6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29121" name="Freeform 125">
                <a:extLst>
                  <a:ext uri="{FF2B5EF4-FFF2-40B4-BE49-F238E27FC236}">
                    <a16:creationId xmlns:a16="http://schemas.microsoft.com/office/drawing/2014/main" id="{638F4B1B-7F74-413D-B8E9-9D7DDE0626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4" y="3612"/>
                <a:ext cx="18" cy="8"/>
              </a:xfrm>
              <a:custGeom>
                <a:avLst/>
                <a:gdLst>
                  <a:gd name="T0" fmla="*/ 20 w 17"/>
                  <a:gd name="T1" fmla="*/ 8 h 8"/>
                  <a:gd name="T2" fmla="*/ 0 w 17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8">
                    <a:moveTo>
                      <a:pt x="17" y="8"/>
                    </a:moveTo>
                    <a:cubicBezTo>
                      <a:pt x="12" y="5"/>
                      <a:pt x="6" y="1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29122" name="Freeform 126">
                <a:extLst>
                  <a:ext uri="{FF2B5EF4-FFF2-40B4-BE49-F238E27FC236}">
                    <a16:creationId xmlns:a16="http://schemas.microsoft.com/office/drawing/2014/main" id="{A18910F8-6401-48B9-9220-82B46B3D44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2" y="3530"/>
                <a:ext cx="60" cy="65"/>
              </a:xfrm>
              <a:custGeom>
                <a:avLst/>
                <a:gdLst>
                  <a:gd name="T0" fmla="*/ 0 w 58"/>
                  <a:gd name="T1" fmla="*/ 64 h 63"/>
                  <a:gd name="T2" fmla="*/ 64 w 58"/>
                  <a:gd name="T3" fmla="*/ 0 h 6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8" h="63">
                    <a:moveTo>
                      <a:pt x="0" y="58"/>
                    </a:moveTo>
                    <a:cubicBezTo>
                      <a:pt x="32" y="63"/>
                      <a:pt x="49" y="18"/>
                      <a:pt x="58" y="0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29123" name="Freeform 127">
                <a:extLst>
                  <a:ext uri="{FF2B5EF4-FFF2-40B4-BE49-F238E27FC236}">
                    <a16:creationId xmlns:a16="http://schemas.microsoft.com/office/drawing/2014/main" id="{13F39CF5-EDFB-463E-ACA6-13CE3341FC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2" y="1954"/>
                <a:ext cx="16" cy="37"/>
              </a:xfrm>
              <a:custGeom>
                <a:avLst/>
                <a:gdLst>
                  <a:gd name="T0" fmla="*/ 1 w 16"/>
                  <a:gd name="T1" fmla="*/ 0 h 36"/>
                  <a:gd name="T2" fmla="*/ 16 w 16"/>
                  <a:gd name="T3" fmla="*/ 32 h 36"/>
                  <a:gd name="T4" fmla="*/ 3 w 16"/>
                  <a:gd name="T5" fmla="*/ 13 h 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36">
                    <a:moveTo>
                      <a:pt x="1" y="0"/>
                    </a:moveTo>
                    <a:cubicBezTo>
                      <a:pt x="0" y="9"/>
                      <a:pt x="15" y="18"/>
                      <a:pt x="16" y="29"/>
                    </a:cubicBezTo>
                    <a:cubicBezTo>
                      <a:pt x="5" y="36"/>
                      <a:pt x="2" y="22"/>
                      <a:pt x="3" y="13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29124" name="Freeform 128">
                <a:extLst>
                  <a:ext uri="{FF2B5EF4-FFF2-40B4-BE49-F238E27FC236}">
                    <a16:creationId xmlns:a16="http://schemas.microsoft.com/office/drawing/2014/main" id="{2C18637F-52B7-43A2-9577-843D95D22F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9" y="1923"/>
                <a:ext cx="78" cy="122"/>
              </a:xfrm>
              <a:custGeom>
                <a:avLst/>
                <a:gdLst>
                  <a:gd name="T0" fmla="*/ 0 w 75"/>
                  <a:gd name="T1" fmla="*/ 132 h 117"/>
                  <a:gd name="T2" fmla="*/ 33 w 75"/>
                  <a:gd name="T3" fmla="*/ 68 h 117"/>
                  <a:gd name="T4" fmla="*/ 84 w 75"/>
                  <a:gd name="T5" fmla="*/ 0 h 1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5" h="117">
                    <a:moveTo>
                      <a:pt x="0" y="117"/>
                    </a:moveTo>
                    <a:cubicBezTo>
                      <a:pt x="5" y="95"/>
                      <a:pt x="15" y="75"/>
                      <a:pt x="30" y="59"/>
                    </a:cubicBezTo>
                    <a:cubicBezTo>
                      <a:pt x="46" y="43"/>
                      <a:pt x="71" y="23"/>
                      <a:pt x="75" y="0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29125" name="Freeform 129">
                <a:extLst>
                  <a:ext uri="{FF2B5EF4-FFF2-40B4-BE49-F238E27FC236}">
                    <a16:creationId xmlns:a16="http://schemas.microsoft.com/office/drawing/2014/main" id="{7DCD3B9E-B08C-4FB3-81DC-ED6ECB480D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9" y="1804"/>
                <a:ext cx="53" cy="38"/>
              </a:xfrm>
              <a:custGeom>
                <a:avLst/>
                <a:gdLst>
                  <a:gd name="T0" fmla="*/ 33 w 51"/>
                  <a:gd name="T1" fmla="*/ 0 h 37"/>
                  <a:gd name="T2" fmla="*/ 21 w 51"/>
                  <a:gd name="T3" fmla="*/ 37 h 37"/>
                  <a:gd name="T4" fmla="*/ 34 w 51"/>
                  <a:gd name="T5" fmla="*/ 5 h 3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1" h="37">
                    <a:moveTo>
                      <a:pt x="30" y="0"/>
                    </a:moveTo>
                    <a:cubicBezTo>
                      <a:pt x="16" y="1"/>
                      <a:pt x="0" y="32"/>
                      <a:pt x="18" y="34"/>
                    </a:cubicBezTo>
                    <a:cubicBezTo>
                      <a:pt x="35" y="37"/>
                      <a:pt x="51" y="1"/>
                      <a:pt x="31" y="5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29126" name="Freeform 130">
                <a:extLst>
                  <a:ext uri="{FF2B5EF4-FFF2-40B4-BE49-F238E27FC236}">
                    <a16:creationId xmlns:a16="http://schemas.microsoft.com/office/drawing/2014/main" id="{6026A4A2-8C06-41B5-8347-F5EB673771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6" y="1706"/>
                <a:ext cx="54" cy="46"/>
              </a:xfrm>
              <a:custGeom>
                <a:avLst/>
                <a:gdLst>
                  <a:gd name="T0" fmla="*/ 57 w 52"/>
                  <a:gd name="T1" fmla="*/ 8 h 44"/>
                  <a:gd name="T2" fmla="*/ 12 w 52"/>
                  <a:gd name="T3" fmla="*/ 33 h 44"/>
                  <a:gd name="T4" fmla="*/ 55 w 52"/>
                  <a:gd name="T5" fmla="*/ 9 h 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2" h="44">
                    <a:moveTo>
                      <a:pt x="51" y="8"/>
                    </a:moveTo>
                    <a:cubicBezTo>
                      <a:pt x="39" y="0"/>
                      <a:pt x="0" y="11"/>
                      <a:pt x="12" y="30"/>
                    </a:cubicBezTo>
                    <a:cubicBezTo>
                      <a:pt x="22" y="44"/>
                      <a:pt x="52" y="24"/>
                      <a:pt x="49" y="9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29127" name="Freeform 131">
                <a:extLst>
                  <a:ext uri="{FF2B5EF4-FFF2-40B4-BE49-F238E27FC236}">
                    <a16:creationId xmlns:a16="http://schemas.microsoft.com/office/drawing/2014/main" id="{64178D65-64FF-4237-8865-58A1ABBEAE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7" y="2051"/>
                <a:ext cx="160" cy="51"/>
              </a:xfrm>
              <a:custGeom>
                <a:avLst/>
                <a:gdLst>
                  <a:gd name="T0" fmla="*/ 175 w 153"/>
                  <a:gd name="T1" fmla="*/ 55 h 49"/>
                  <a:gd name="T2" fmla="*/ 94 w 153"/>
                  <a:gd name="T3" fmla="*/ 24 h 49"/>
                  <a:gd name="T4" fmla="*/ 0 w 153"/>
                  <a:gd name="T5" fmla="*/ 10 h 4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3" h="49">
                    <a:moveTo>
                      <a:pt x="153" y="49"/>
                    </a:moveTo>
                    <a:cubicBezTo>
                      <a:pt x="137" y="33"/>
                      <a:pt x="104" y="28"/>
                      <a:pt x="82" y="21"/>
                    </a:cubicBezTo>
                    <a:cubicBezTo>
                      <a:pt x="58" y="14"/>
                      <a:pt x="24" y="0"/>
                      <a:pt x="0" y="10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29128" name="Freeform 132">
                <a:extLst>
                  <a:ext uri="{FF2B5EF4-FFF2-40B4-BE49-F238E27FC236}">
                    <a16:creationId xmlns:a16="http://schemas.microsoft.com/office/drawing/2014/main" id="{36A2D3B0-A349-4848-915D-4B0AC5E96E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6" y="721"/>
                <a:ext cx="677" cy="856"/>
              </a:xfrm>
              <a:custGeom>
                <a:avLst/>
                <a:gdLst>
                  <a:gd name="T0" fmla="*/ 287 w 647"/>
                  <a:gd name="T1" fmla="*/ 59 h 821"/>
                  <a:gd name="T2" fmla="*/ 33 w 647"/>
                  <a:gd name="T3" fmla="*/ 468 h 821"/>
                  <a:gd name="T4" fmla="*/ 82 w 647"/>
                  <a:gd name="T5" fmla="*/ 650 h 821"/>
                  <a:gd name="T6" fmla="*/ 289 w 647"/>
                  <a:gd name="T7" fmla="*/ 906 h 821"/>
                  <a:gd name="T8" fmla="*/ 699 w 647"/>
                  <a:gd name="T9" fmla="*/ 755 h 821"/>
                  <a:gd name="T10" fmla="*/ 725 w 647"/>
                  <a:gd name="T11" fmla="*/ 494 h 821"/>
                  <a:gd name="T12" fmla="*/ 702 w 647"/>
                  <a:gd name="T13" fmla="*/ 326 h 821"/>
                  <a:gd name="T14" fmla="*/ 287 w 647"/>
                  <a:gd name="T15" fmla="*/ 59 h 82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47" h="821">
                    <a:moveTo>
                      <a:pt x="250" y="53"/>
                    </a:moveTo>
                    <a:cubicBezTo>
                      <a:pt x="174" y="67"/>
                      <a:pt x="0" y="167"/>
                      <a:pt x="30" y="413"/>
                    </a:cubicBezTo>
                    <a:cubicBezTo>
                      <a:pt x="38" y="480"/>
                      <a:pt x="65" y="535"/>
                      <a:pt x="72" y="574"/>
                    </a:cubicBezTo>
                    <a:cubicBezTo>
                      <a:pt x="78" y="612"/>
                      <a:pt x="122" y="776"/>
                      <a:pt x="252" y="799"/>
                    </a:cubicBezTo>
                    <a:cubicBezTo>
                      <a:pt x="381" y="821"/>
                      <a:pt x="573" y="786"/>
                      <a:pt x="610" y="666"/>
                    </a:cubicBezTo>
                    <a:cubicBezTo>
                      <a:pt x="647" y="546"/>
                      <a:pt x="626" y="473"/>
                      <a:pt x="633" y="436"/>
                    </a:cubicBezTo>
                    <a:cubicBezTo>
                      <a:pt x="639" y="398"/>
                      <a:pt x="624" y="314"/>
                      <a:pt x="613" y="288"/>
                    </a:cubicBezTo>
                    <a:cubicBezTo>
                      <a:pt x="602" y="262"/>
                      <a:pt x="536" y="0"/>
                      <a:pt x="250" y="53"/>
                    </a:cubicBezTo>
                    <a:close/>
                  </a:path>
                </a:pathLst>
              </a:custGeom>
              <a:noFill/>
              <a:ln w="476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29129" name="Freeform 133">
                <a:extLst>
                  <a:ext uri="{FF2B5EF4-FFF2-40B4-BE49-F238E27FC236}">
                    <a16:creationId xmlns:a16="http://schemas.microsoft.com/office/drawing/2014/main" id="{9CF666F3-C213-4794-AEFF-9CAC63F93F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5" y="1871"/>
                <a:ext cx="87" cy="606"/>
              </a:xfrm>
              <a:custGeom>
                <a:avLst/>
                <a:gdLst>
                  <a:gd name="T0" fmla="*/ 0 w 83"/>
                  <a:gd name="T1" fmla="*/ 657 h 582"/>
                  <a:gd name="T2" fmla="*/ 87 w 83"/>
                  <a:gd name="T3" fmla="*/ 422 h 582"/>
                  <a:gd name="T4" fmla="*/ 3 w 83"/>
                  <a:gd name="T5" fmla="*/ 26 h 582"/>
                  <a:gd name="T6" fmla="*/ 2 w 83"/>
                  <a:gd name="T7" fmla="*/ 0 h 58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3" h="582">
                    <a:moveTo>
                      <a:pt x="0" y="582"/>
                    </a:moveTo>
                    <a:cubicBezTo>
                      <a:pt x="70" y="571"/>
                      <a:pt x="83" y="490"/>
                      <a:pt x="75" y="374"/>
                    </a:cubicBezTo>
                    <a:cubicBezTo>
                      <a:pt x="57" y="134"/>
                      <a:pt x="1" y="91"/>
                      <a:pt x="3" y="23"/>
                    </a:cubicBezTo>
                    <a:cubicBezTo>
                      <a:pt x="3" y="15"/>
                      <a:pt x="3" y="7"/>
                      <a:pt x="2" y="0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29130" name="Freeform 134">
                <a:extLst>
                  <a:ext uri="{FF2B5EF4-FFF2-40B4-BE49-F238E27FC236}">
                    <a16:creationId xmlns:a16="http://schemas.microsoft.com/office/drawing/2014/main" id="{9191AB4E-84F4-44EE-95A5-45061D2E3D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8" y="2518"/>
                <a:ext cx="530" cy="209"/>
              </a:xfrm>
              <a:custGeom>
                <a:avLst/>
                <a:gdLst>
                  <a:gd name="T0" fmla="*/ 0 w 507"/>
                  <a:gd name="T1" fmla="*/ 0 h 201"/>
                  <a:gd name="T2" fmla="*/ 211 w 507"/>
                  <a:gd name="T3" fmla="*/ 171 h 201"/>
                  <a:gd name="T4" fmla="*/ 579 w 507"/>
                  <a:gd name="T5" fmla="*/ 151 h 20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07" h="201">
                    <a:moveTo>
                      <a:pt x="0" y="0"/>
                    </a:moveTo>
                    <a:cubicBezTo>
                      <a:pt x="29" y="76"/>
                      <a:pt x="71" y="106"/>
                      <a:pt x="185" y="152"/>
                    </a:cubicBezTo>
                    <a:cubicBezTo>
                      <a:pt x="307" y="201"/>
                      <a:pt x="417" y="184"/>
                      <a:pt x="507" y="134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29131" name="Freeform 135">
                <a:extLst>
                  <a:ext uri="{FF2B5EF4-FFF2-40B4-BE49-F238E27FC236}">
                    <a16:creationId xmlns:a16="http://schemas.microsoft.com/office/drawing/2014/main" id="{EF5EB27C-419B-442C-BFF1-6DEDA6AD5D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3" y="1628"/>
                <a:ext cx="97" cy="742"/>
              </a:xfrm>
              <a:custGeom>
                <a:avLst/>
                <a:gdLst>
                  <a:gd name="T0" fmla="*/ 105 w 93"/>
                  <a:gd name="T1" fmla="*/ 0 h 712"/>
                  <a:gd name="T2" fmla="*/ 26 w 93"/>
                  <a:gd name="T3" fmla="*/ 123 h 712"/>
                  <a:gd name="T4" fmla="*/ 33 w 93"/>
                  <a:gd name="T5" fmla="*/ 406 h 712"/>
                  <a:gd name="T6" fmla="*/ 42 w 93"/>
                  <a:gd name="T7" fmla="*/ 806 h 7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3" h="712">
                    <a:moveTo>
                      <a:pt x="93" y="0"/>
                    </a:moveTo>
                    <a:cubicBezTo>
                      <a:pt x="62" y="33"/>
                      <a:pt x="34" y="71"/>
                      <a:pt x="23" y="108"/>
                    </a:cubicBezTo>
                    <a:cubicBezTo>
                      <a:pt x="2" y="184"/>
                      <a:pt x="26" y="230"/>
                      <a:pt x="30" y="359"/>
                    </a:cubicBezTo>
                    <a:cubicBezTo>
                      <a:pt x="34" y="483"/>
                      <a:pt x="0" y="542"/>
                      <a:pt x="36" y="712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29132" name="Freeform 136">
                <a:extLst>
                  <a:ext uri="{FF2B5EF4-FFF2-40B4-BE49-F238E27FC236}">
                    <a16:creationId xmlns:a16="http://schemas.microsoft.com/office/drawing/2014/main" id="{F5B4DA51-3B3C-41A6-A2B6-A07EFE5A9E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0" y="1535"/>
                <a:ext cx="398" cy="1213"/>
              </a:xfrm>
              <a:custGeom>
                <a:avLst/>
                <a:gdLst>
                  <a:gd name="T0" fmla="*/ 437 w 380"/>
                  <a:gd name="T1" fmla="*/ 0 h 1164"/>
                  <a:gd name="T2" fmla="*/ 363 w 380"/>
                  <a:gd name="T3" fmla="*/ 23 h 1164"/>
                  <a:gd name="T4" fmla="*/ 145 w 380"/>
                  <a:gd name="T5" fmla="*/ 188 h 1164"/>
                  <a:gd name="T6" fmla="*/ 40 w 380"/>
                  <a:gd name="T7" fmla="*/ 472 h 1164"/>
                  <a:gd name="T8" fmla="*/ 9 w 380"/>
                  <a:gd name="T9" fmla="*/ 599 h 1164"/>
                  <a:gd name="T10" fmla="*/ 79 w 380"/>
                  <a:gd name="T11" fmla="*/ 892 h 1164"/>
                  <a:gd name="T12" fmla="*/ 141 w 380"/>
                  <a:gd name="T13" fmla="*/ 1000 h 1164"/>
                  <a:gd name="T14" fmla="*/ 139 w 380"/>
                  <a:gd name="T15" fmla="*/ 1093 h 1164"/>
                  <a:gd name="T16" fmla="*/ 150 w 380"/>
                  <a:gd name="T17" fmla="*/ 1183 h 1164"/>
                  <a:gd name="T18" fmla="*/ 147 w 380"/>
                  <a:gd name="T19" fmla="*/ 1251 h 1164"/>
                  <a:gd name="T20" fmla="*/ 177 w 380"/>
                  <a:gd name="T21" fmla="*/ 1298 h 1164"/>
                  <a:gd name="T22" fmla="*/ 181 w 380"/>
                  <a:gd name="T23" fmla="*/ 1242 h 1164"/>
                  <a:gd name="T24" fmla="*/ 180 w 380"/>
                  <a:gd name="T25" fmla="*/ 1224 h 1164"/>
                  <a:gd name="T26" fmla="*/ 267 w 380"/>
                  <a:gd name="T27" fmla="*/ 1255 h 1164"/>
                  <a:gd name="T28" fmla="*/ 253 w 380"/>
                  <a:gd name="T29" fmla="*/ 1209 h 1164"/>
                  <a:gd name="T30" fmla="*/ 219 w 380"/>
                  <a:gd name="T31" fmla="*/ 1177 h 1164"/>
                  <a:gd name="T32" fmla="*/ 204 w 380"/>
                  <a:gd name="T33" fmla="*/ 1154 h 1164"/>
                  <a:gd name="T34" fmla="*/ 285 w 380"/>
                  <a:gd name="T35" fmla="*/ 1154 h 1164"/>
                  <a:gd name="T36" fmla="*/ 345 w 380"/>
                  <a:gd name="T37" fmla="*/ 1136 h 1164"/>
                  <a:gd name="T38" fmla="*/ 319 w 380"/>
                  <a:gd name="T39" fmla="*/ 1105 h 1164"/>
                  <a:gd name="T40" fmla="*/ 287 w 380"/>
                  <a:gd name="T41" fmla="*/ 1105 h 1164"/>
                  <a:gd name="T42" fmla="*/ 248 w 380"/>
                  <a:gd name="T43" fmla="*/ 1097 h 1164"/>
                  <a:gd name="T44" fmla="*/ 242 w 380"/>
                  <a:gd name="T45" fmla="*/ 1084 h 1164"/>
                  <a:gd name="T46" fmla="*/ 237 w 380"/>
                  <a:gd name="T47" fmla="*/ 1049 h 1164"/>
                  <a:gd name="T48" fmla="*/ 234 w 380"/>
                  <a:gd name="T49" fmla="*/ 1023 h 1164"/>
                  <a:gd name="T50" fmla="*/ 253 w 380"/>
                  <a:gd name="T51" fmla="*/ 1055 h 1164"/>
                  <a:gd name="T52" fmla="*/ 306 w 380"/>
                  <a:gd name="T53" fmla="*/ 1078 h 1164"/>
                  <a:gd name="T54" fmla="*/ 315 w 380"/>
                  <a:gd name="T55" fmla="*/ 1016 h 1164"/>
                  <a:gd name="T56" fmla="*/ 274 w 380"/>
                  <a:gd name="T57" fmla="*/ 910 h 1164"/>
                  <a:gd name="T58" fmla="*/ 262 w 380"/>
                  <a:gd name="T59" fmla="*/ 852 h 1164"/>
                  <a:gd name="T60" fmla="*/ 263 w 380"/>
                  <a:gd name="T61" fmla="*/ 626 h 1164"/>
                  <a:gd name="T62" fmla="*/ 261 w 380"/>
                  <a:gd name="T63" fmla="*/ 614 h 1164"/>
                  <a:gd name="T64" fmla="*/ 264 w 380"/>
                  <a:gd name="T65" fmla="*/ 609 h 1164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380" h="1164">
                    <a:moveTo>
                      <a:pt x="380" y="0"/>
                    </a:moveTo>
                    <a:cubicBezTo>
                      <a:pt x="362" y="7"/>
                      <a:pt x="337" y="16"/>
                      <a:pt x="316" y="20"/>
                    </a:cubicBezTo>
                    <a:cubicBezTo>
                      <a:pt x="275" y="28"/>
                      <a:pt x="170" y="23"/>
                      <a:pt x="126" y="166"/>
                    </a:cubicBezTo>
                    <a:cubicBezTo>
                      <a:pt x="82" y="308"/>
                      <a:pt x="68" y="362"/>
                      <a:pt x="34" y="417"/>
                    </a:cubicBezTo>
                    <a:cubicBezTo>
                      <a:pt x="0" y="472"/>
                      <a:pt x="6" y="490"/>
                      <a:pt x="9" y="530"/>
                    </a:cubicBezTo>
                    <a:cubicBezTo>
                      <a:pt x="12" y="571"/>
                      <a:pt x="11" y="690"/>
                      <a:pt x="69" y="788"/>
                    </a:cubicBezTo>
                    <a:cubicBezTo>
                      <a:pt x="95" y="832"/>
                      <a:pt x="100" y="884"/>
                      <a:pt x="123" y="884"/>
                    </a:cubicBezTo>
                    <a:cubicBezTo>
                      <a:pt x="123" y="884"/>
                      <a:pt x="109" y="950"/>
                      <a:pt x="121" y="966"/>
                    </a:cubicBezTo>
                    <a:cubicBezTo>
                      <a:pt x="133" y="981"/>
                      <a:pt x="125" y="1028"/>
                      <a:pt x="131" y="1045"/>
                    </a:cubicBezTo>
                    <a:cubicBezTo>
                      <a:pt x="131" y="1045"/>
                      <a:pt x="117" y="1077"/>
                      <a:pt x="128" y="1105"/>
                    </a:cubicBezTo>
                    <a:cubicBezTo>
                      <a:pt x="139" y="1133"/>
                      <a:pt x="135" y="1164"/>
                      <a:pt x="154" y="1148"/>
                    </a:cubicBezTo>
                    <a:cubicBezTo>
                      <a:pt x="173" y="1132"/>
                      <a:pt x="166" y="1107"/>
                      <a:pt x="158" y="1098"/>
                    </a:cubicBezTo>
                    <a:cubicBezTo>
                      <a:pt x="150" y="1090"/>
                      <a:pt x="157" y="1082"/>
                      <a:pt x="157" y="1082"/>
                    </a:cubicBezTo>
                    <a:cubicBezTo>
                      <a:pt x="157" y="1082"/>
                      <a:pt x="203" y="1117"/>
                      <a:pt x="232" y="1108"/>
                    </a:cubicBezTo>
                    <a:cubicBezTo>
                      <a:pt x="261" y="1100"/>
                      <a:pt x="237" y="1069"/>
                      <a:pt x="221" y="1068"/>
                    </a:cubicBezTo>
                    <a:cubicBezTo>
                      <a:pt x="221" y="1068"/>
                      <a:pt x="199" y="1042"/>
                      <a:pt x="191" y="1039"/>
                    </a:cubicBezTo>
                    <a:cubicBezTo>
                      <a:pt x="183" y="1036"/>
                      <a:pt x="178" y="1019"/>
                      <a:pt x="178" y="1019"/>
                    </a:cubicBezTo>
                    <a:cubicBezTo>
                      <a:pt x="178" y="1019"/>
                      <a:pt x="221" y="1030"/>
                      <a:pt x="248" y="1019"/>
                    </a:cubicBezTo>
                    <a:cubicBezTo>
                      <a:pt x="275" y="1008"/>
                      <a:pt x="291" y="1004"/>
                      <a:pt x="300" y="1004"/>
                    </a:cubicBezTo>
                    <a:cubicBezTo>
                      <a:pt x="300" y="1004"/>
                      <a:pt x="305" y="980"/>
                      <a:pt x="278" y="976"/>
                    </a:cubicBezTo>
                    <a:cubicBezTo>
                      <a:pt x="251" y="973"/>
                      <a:pt x="259" y="976"/>
                      <a:pt x="250" y="976"/>
                    </a:cubicBezTo>
                    <a:cubicBezTo>
                      <a:pt x="241" y="977"/>
                      <a:pt x="224" y="966"/>
                      <a:pt x="216" y="969"/>
                    </a:cubicBezTo>
                    <a:cubicBezTo>
                      <a:pt x="208" y="972"/>
                      <a:pt x="213" y="960"/>
                      <a:pt x="211" y="958"/>
                    </a:cubicBezTo>
                    <a:cubicBezTo>
                      <a:pt x="208" y="956"/>
                      <a:pt x="212" y="930"/>
                      <a:pt x="206" y="927"/>
                    </a:cubicBezTo>
                    <a:cubicBezTo>
                      <a:pt x="200" y="924"/>
                      <a:pt x="203" y="904"/>
                      <a:pt x="203" y="904"/>
                    </a:cubicBezTo>
                    <a:cubicBezTo>
                      <a:pt x="203" y="904"/>
                      <a:pt x="216" y="919"/>
                      <a:pt x="221" y="932"/>
                    </a:cubicBezTo>
                    <a:cubicBezTo>
                      <a:pt x="227" y="946"/>
                      <a:pt x="249" y="964"/>
                      <a:pt x="266" y="952"/>
                    </a:cubicBezTo>
                    <a:cubicBezTo>
                      <a:pt x="283" y="939"/>
                      <a:pt x="289" y="915"/>
                      <a:pt x="274" y="898"/>
                    </a:cubicBezTo>
                    <a:cubicBezTo>
                      <a:pt x="248" y="868"/>
                      <a:pt x="267" y="818"/>
                      <a:pt x="239" y="804"/>
                    </a:cubicBezTo>
                    <a:cubicBezTo>
                      <a:pt x="239" y="804"/>
                      <a:pt x="237" y="776"/>
                      <a:pt x="228" y="753"/>
                    </a:cubicBezTo>
                    <a:cubicBezTo>
                      <a:pt x="219" y="730"/>
                      <a:pt x="216" y="581"/>
                      <a:pt x="229" y="554"/>
                    </a:cubicBezTo>
                    <a:cubicBezTo>
                      <a:pt x="232" y="549"/>
                      <a:pt x="230" y="544"/>
                      <a:pt x="227" y="542"/>
                    </a:cubicBezTo>
                    <a:cubicBezTo>
                      <a:pt x="227" y="542"/>
                      <a:pt x="228" y="540"/>
                      <a:pt x="230" y="537"/>
                    </a:cubicBezTo>
                  </a:path>
                </a:pathLst>
              </a:custGeom>
              <a:noFill/>
              <a:ln w="476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29133" name="Freeform 137">
                <a:extLst>
                  <a:ext uri="{FF2B5EF4-FFF2-40B4-BE49-F238E27FC236}">
                    <a16:creationId xmlns:a16="http://schemas.microsoft.com/office/drawing/2014/main" id="{9C202127-3CE4-40BA-852F-33F96754C9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8" y="1463"/>
                <a:ext cx="628" cy="1146"/>
              </a:xfrm>
              <a:custGeom>
                <a:avLst/>
                <a:gdLst>
                  <a:gd name="T0" fmla="*/ 0 w 601"/>
                  <a:gd name="T1" fmla="*/ 0 h 1100"/>
                  <a:gd name="T2" fmla="*/ 30 w 601"/>
                  <a:gd name="T3" fmla="*/ 20 h 1100"/>
                  <a:gd name="T4" fmla="*/ 156 w 601"/>
                  <a:gd name="T5" fmla="*/ 16 h 1100"/>
                  <a:gd name="T6" fmla="*/ 363 w 601"/>
                  <a:gd name="T7" fmla="*/ 123 h 1100"/>
                  <a:gd name="T8" fmla="*/ 595 w 601"/>
                  <a:gd name="T9" fmla="*/ 462 h 1100"/>
                  <a:gd name="T10" fmla="*/ 636 w 601"/>
                  <a:gd name="T11" fmla="*/ 556 h 1100"/>
                  <a:gd name="T12" fmla="*/ 654 w 601"/>
                  <a:gd name="T13" fmla="*/ 651 h 1100"/>
                  <a:gd name="T14" fmla="*/ 636 w 601"/>
                  <a:gd name="T15" fmla="*/ 1015 h 1100"/>
                  <a:gd name="T16" fmla="*/ 636 w 601"/>
                  <a:gd name="T17" fmla="*/ 1060 h 1100"/>
                  <a:gd name="T18" fmla="*/ 665 w 601"/>
                  <a:gd name="T19" fmla="*/ 1128 h 1100"/>
                  <a:gd name="T20" fmla="*/ 658 w 601"/>
                  <a:gd name="T21" fmla="*/ 1225 h 1100"/>
                  <a:gd name="T22" fmla="*/ 624 w 601"/>
                  <a:gd name="T23" fmla="*/ 1209 h 1100"/>
                  <a:gd name="T24" fmla="*/ 606 w 601"/>
                  <a:gd name="T25" fmla="*/ 1150 h 1100"/>
                  <a:gd name="T26" fmla="*/ 575 w 601"/>
                  <a:gd name="T27" fmla="*/ 1167 h 1100"/>
                  <a:gd name="T28" fmla="*/ 531 w 601"/>
                  <a:gd name="T29" fmla="*/ 1211 h 1100"/>
                  <a:gd name="T30" fmla="*/ 525 w 601"/>
                  <a:gd name="T31" fmla="*/ 1146 h 1100"/>
                  <a:gd name="T32" fmla="*/ 532 w 601"/>
                  <a:gd name="T33" fmla="*/ 1099 h 1100"/>
                  <a:gd name="T34" fmla="*/ 491 w 601"/>
                  <a:gd name="T35" fmla="*/ 1133 h 1100"/>
                  <a:gd name="T36" fmla="*/ 409 w 601"/>
                  <a:gd name="T37" fmla="*/ 1202 h 1100"/>
                  <a:gd name="T38" fmla="*/ 416 w 601"/>
                  <a:gd name="T39" fmla="*/ 1128 h 1100"/>
                  <a:gd name="T40" fmla="*/ 421 w 601"/>
                  <a:gd name="T41" fmla="*/ 1105 h 1100"/>
                  <a:gd name="T42" fmla="*/ 358 w 601"/>
                  <a:gd name="T43" fmla="*/ 1150 h 1100"/>
                  <a:gd name="T44" fmla="*/ 357 w 601"/>
                  <a:gd name="T45" fmla="*/ 1087 h 1100"/>
                  <a:gd name="T46" fmla="*/ 355 w 601"/>
                  <a:gd name="T47" fmla="*/ 1069 h 1100"/>
                  <a:gd name="T48" fmla="*/ 340 w 601"/>
                  <a:gd name="T49" fmla="*/ 1024 h 1100"/>
                  <a:gd name="T50" fmla="*/ 403 w 601"/>
                  <a:gd name="T51" fmla="*/ 938 h 1100"/>
                  <a:gd name="T52" fmla="*/ 414 w 601"/>
                  <a:gd name="T53" fmla="*/ 873 h 1100"/>
                  <a:gd name="T54" fmla="*/ 364 w 601"/>
                  <a:gd name="T55" fmla="*/ 645 h 1100"/>
                  <a:gd name="T56" fmla="*/ 299 w 601"/>
                  <a:gd name="T57" fmla="*/ 529 h 1100"/>
                  <a:gd name="T58" fmla="*/ 243 w 601"/>
                  <a:gd name="T59" fmla="*/ 444 h 1100"/>
                  <a:gd name="T60" fmla="*/ 239 w 601"/>
                  <a:gd name="T61" fmla="*/ 442 h 1100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0" t="0" r="r" b="b"/>
                <a:pathLst>
                  <a:path w="601" h="1100">
                    <a:moveTo>
                      <a:pt x="0" y="0"/>
                    </a:moveTo>
                    <a:cubicBezTo>
                      <a:pt x="5" y="10"/>
                      <a:pt x="13" y="19"/>
                      <a:pt x="27" y="17"/>
                    </a:cubicBezTo>
                    <a:cubicBezTo>
                      <a:pt x="57" y="13"/>
                      <a:pt x="113" y="10"/>
                      <a:pt x="137" y="13"/>
                    </a:cubicBezTo>
                    <a:cubicBezTo>
                      <a:pt x="161" y="16"/>
                      <a:pt x="269" y="3"/>
                      <a:pt x="318" y="108"/>
                    </a:cubicBezTo>
                    <a:cubicBezTo>
                      <a:pt x="383" y="246"/>
                      <a:pt x="489" y="337"/>
                      <a:pt x="522" y="408"/>
                    </a:cubicBezTo>
                    <a:cubicBezTo>
                      <a:pt x="555" y="478"/>
                      <a:pt x="541" y="466"/>
                      <a:pt x="558" y="492"/>
                    </a:cubicBezTo>
                    <a:cubicBezTo>
                      <a:pt x="575" y="517"/>
                      <a:pt x="570" y="545"/>
                      <a:pt x="573" y="576"/>
                    </a:cubicBezTo>
                    <a:cubicBezTo>
                      <a:pt x="575" y="606"/>
                      <a:pt x="601" y="868"/>
                      <a:pt x="558" y="897"/>
                    </a:cubicBezTo>
                    <a:cubicBezTo>
                      <a:pt x="558" y="897"/>
                      <a:pt x="562" y="925"/>
                      <a:pt x="558" y="937"/>
                    </a:cubicBezTo>
                    <a:cubicBezTo>
                      <a:pt x="554" y="949"/>
                      <a:pt x="566" y="969"/>
                      <a:pt x="583" y="998"/>
                    </a:cubicBezTo>
                    <a:cubicBezTo>
                      <a:pt x="601" y="1028"/>
                      <a:pt x="577" y="1065"/>
                      <a:pt x="577" y="1084"/>
                    </a:cubicBezTo>
                    <a:cubicBezTo>
                      <a:pt x="577" y="1084"/>
                      <a:pt x="546" y="1100"/>
                      <a:pt x="546" y="1068"/>
                    </a:cubicBezTo>
                    <a:cubicBezTo>
                      <a:pt x="546" y="1036"/>
                      <a:pt x="547" y="1029"/>
                      <a:pt x="531" y="1017"/>
                    </a:cubicBezTo>
                    <a:cubicBezTo>
                      <a:pt x="531" y="1017"/>
                      <a:pt x="514" y="1021"/>
                      <a:pt x="503" y="1032"/>
                    </a:cubicBezTo>
                    <a:cubicBezTo>
                      <a:pt x="493" y="1042"/>
                      <a:pt x="494" y="1082"/>
                      <a:pt x="465" y="1070"/>
                    </a:cubicBezTo>
                    <a:cubicBezTo>
                      <a:pt x="435" y="1058"/>
                      <a:pt x="461" y="1028"/>
                      <a:pt x="459" y="1014"/>
                    </a:cubicBezTo>
                    <a:cubicBezTo>
                      <a:pt x="458" y="1001"/>
                      <a:pt x="466" y="972"/>
                      <a:pt x="466" y="972"/>
                    </a:cubicBezTo>
                    <a:cubicBezTo>
                      <a:pt x="466" y="972"/>
                      <a:pt x="450" y="993"/>
                      <a:pt x="431" y="1002"/>
                    </a:cubicBezTo>
                    <a:cubicBezTo>
                      <a:pt x="413" y="1012"/>
                      <a:pt x="401" y="1092"/>
                      <a:pt x="358" y="1064"/>
                    </a:cubicBezTo>
                    <a:cubicBezTo>
                      <a:pt x="329" y="1050"/>
                      <a:pt x="361" y="1010"/>
                      <a:pt x="365" y="998"/>
                    </a:cubicBezTo>
                    <a:cubicBezTo>
                      <a:pt x="369" y="986"/>
                      <a:pt x="369" y="977"/>
                      <a:pt x="369" y="977"/>
                    </a:cubicBezTo>
                    <a:cubicBezTo>
                      <a:pt x="369" y="977"/>
                      <a:pt x="347" y="1029"/>
                      <a:pt x="314" y="1017"/>
                    </a:cubicBezTo>
                    <a:cubicBezTo>
                      <a:pt x="281" y="1005"/>
                      <a:pt x="314" y="977"/>
                      <a:pt x="313" y="961"/>
                    </a:cubicBezTo>
                    <a:cubicBezTo>
                      <a:pt x="311" y="945"/>
                      <a:pt x="311" y="945"/>
                      <a:pt x="311" y="945"/>
                    </a:cubicBezTo>
                    <a:cubicBezTo>
                      <a:pt x="311" y="945"/>
                      <a:pt x="290" y="936"/>
                      <a:pt x="298" y="906"/>
                    </a:cubicBezTo>
                    <a:cubicBezTo>
                      <a:pt x="306" y="877"/>
                      <a:pt x="327" y="836"/>
                      <a:pt x="353" y="829"/>
                    </a:cubicBezTo>
                    <a:cubicBezTo>
                      <a:pt x="353" y="829"/>
                      <a:pt x="354" y="800"/>
                      <a:pt x="363" y="772"/>
                    </a:cubicBezTo>
                    <a:cubicBezTo>
                      <a:pt x="373" y="744"/>
                      <a:pt x="323" y="617"/>
                      <a:pt x="319" y="570"/>
                    </a:cubicBezTo>
                    <a:cubicBezTo>
                      <a:pt x="315" y="524"/>
                      <a:pt x="282" y="534"/>
                      <a:pt x="262" y="468"/>
                    </a:cubicBezTo>
                    <a:cubicBezTo>
                      <a:pt x="262" y="468"/>
                      <a:pt x="227" y="404"/>
                      <a:pt x="213" y="393"/>
                    </a:cubicBezTo>
                    <a:cubicBezTo>
                      <a:pt x="213" y="393"/>
                      <a:pt x="212" y="392"/>
                      <a:pt x="210" y="391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29134" name="Freeform 138">
                <a:extLst>
                  <a:ext uri="{FF2B5EF4-FFF2-40B4-BE49-F238E27FC236}">
                    <a16:creationId xmlns:a16="http://schemas.microsoft.com/office/drawing/2014/main" id="{B6F1F127-6AAC-4AB2-A04A-1E591986DC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6" y="2432"/>
                <a:ext cx="34" cy="4"/>
              </a:xfrm>
              <a:custGeom>
                <a:avLst/>
                <a:gdLst>
                  <a:gd name="T0" fmla="*/ 36 w 33"/>
                  <a:gd name="T1" fmla="*/ 0 h 4"/>
                  <a:gd name="T2" fmla="*/ 24 w 33"/>
                  <a:gd name="T3" fmla="*/ 0 h 4"/>
                  <a:gd name="T4" fmla="*/ 0 w 33"/>
                  <a:gd name="T5" fmla="*/ 4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" h="4">
                    <a:moveTo>
                      <a:pt x="33" y="0"/>
                    </a:moveTo>
                    <a:cubicBezTo>
                      <a:pt x="29" y="0"/>
                      <a:pt x="25" y="0"/>
                      <a:pt x="21" y="0"/>
                    </a:cubicBezTo>
                    <a:cubicBezTo>
                      <a:pt x="15" y="0"/>
                      <a:pt x="7" y="1"/>
                      <a:pt x="0" y="4"/>
                    </a:cubicBezTo>
                  </a:path>
                </a:pathLst>
              </a:custGeom>
              <a:noFill/>
              <a:ln w="476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29135" name="Freeform 139">
                <a:extLst>
                  <a:ext uri="{FF2B5EF4-FFF2-40B4-BE49-F238E27FC236}">
                    <a16:creationId xmlns:a16="http://schemas.microsoft.com/office/drawing/2014/main" id="{CD0E4A75-190F-4B8B-AD8D-CB54083F4C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8" y="2482"/>
                <a:ext cx="6" cy="2"/>
              </a:xfrm>
              <a:custGeom>
                <a:avLst/>
                <a:gdLst>
                  <a:gd name="T0" fmla="*/ 8 w 5"/>
                  <a:gd name="T1" fmla="*/ 2 h 2"/>
                  <a:gd name="T2" fmla="*/ 0 w 5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2">
                    <a:moveTo>
                      <a:pt x="5" y="2"/>
                    </a:moveTo>
                    <a:cubicBezTo>
                      <a:pt x="3" y="2"/>
                      <a:pt x="2" y="1"/>
                      <a:pt x="0" y="0"/>
                    </a:cubicBezTo>
                  </a:path>
                </a:pathLst>
              </a:custGeom>
              <a:noFill/>
              <a:ln w="476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29136" name="Freeform 140">
                <a:extLst>
                  <a:ext uri="{FF2B5EF4-FFF2-40B4-BE49-F238E27FC236}">
                    <a16:creationId xmlns:a16="http://schemas.microsoft.com/office/drawing/2014/main" id="{C3792C05-D17C-4715-AEC7-F9079245DD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9" y="2524"/>
                <a:ext cx="16" cy="11"/>
              </a:xfrm>
              <a:custGeom>
                <a:avLst/>
                <a:gdLst>
                  <a:gd name="T0" fmla="*/ 18 w 15"/>
                  <a:gd name="T1" fmla="*/ 11 h 11"/>
                  <a:gd name="T2" fmla="*/ 0 w 15"/>
                  <a:gd name="T3" fmla="*/ 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11">
                    <a:moveTo>
                      <a:pt x="15" y="11"/>
                    </a:moveTo>
                    <a:cubicBezTo>
                      <a:pt x="10" y="7"/>
                      <a:pt x="5" y="3"/>
                      <a:pt x="0" y="0"/>
                    </a:cubicBezTo>
                  </a:path>
                </a:pathLst>
              </a:custGeom>
              <a:noFill/>
              <a:ln w="476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29137" name="Freeform 141">
                <a:extLst>
                  <a:ext uri="{FF2B5EF4-FFF2-40B4-BE49-F238E27FC236}">
                    <a16:creationId xmlns:a16="http://schemas.microsoft.com/office/drawing/2014/main" id="{47CA2518-71B9-410E-9D2F-29E18E0462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5" y="2572"/>
                <a:ext cx="810" cy="1069"/>
              </a:xfrm>
              <a:custGeom>
                <a:avLst/>
                <a:gdLst>
                  <a:gd name="T0" fmla="*/ 5 w 775"/>
                  <a:gd name="T1" fmla="*/ 436 h 1026"/>
                  <a:gd name="T2" fmla="*/ 99 w 775"/>
                  <a:gd name="T3" fmla="*/ 478 h 1026"/>
                  <a:gd name="T4" fmla="*/ 184 w 775"/>
                  <a:gd name="T5" fmla="*/ 495 h 1026"/>
                  <a:gd name="T6" fmla="*/ 123 w 775"/>
                  <a:gd name="T7" fmla="*/ 594 h 1026"/>
                  <a:gd name="T8" fmla="*/ 74 w 775"/>
                  <a:gd name="T9" fmla="*/ 692 h 1026"/>
                  <a:gd name="T10" fmla="*/ 9 w 775"/>
                  <a:gd name="T11" fmla="*/ 799 h 1026"/>
                  <a:gd name="T12" fmla="*/ 115 w 775"/>
                  <a:gd name="T13" fmla="*/ 963 h 1026"/>
                  <a:gd name="T14" fmla="*/ 149 w 775"/>
                  <a:gd name="T15" fmla="*/ 1011 h 1026"/>
                  <a:gd name="T16" fmla="*/ 178 w 775"/>
                  <a:gd name="T17" fmla="*/ 1089 h 1026"/>
                  <a:gd name="T18" fmla="*/ 237 w 775"/>
                  <a:gd name="T19" fmla="*/ 1085 h 1026"/>
                  <a:gd name="T20" fmla="*/ 263 w 775"/>
                  <a:gd name="T21" fmla="*/ 1116 h 1026"/>
                  <a:gd name="T22" fmla="*/ 270 w 775"/>
                  <a:gd name="T23" fmla="*/ 1146 h 1026"/>
                  <a:gd name="T24" fmla="*/ 298 w 775"/>
                  <a:gd name="T25" fmla="*/ 1133 h 1026"/>
                  <a:gd name="T26" fmla="*/ 328 w 775"/>
                  <a:gd name="T27" fmla="*/ 1150 h 1026"/>
                  <a:gd name="T28" fmla="*/ 366 w 775"/>
                  <a:gd name="T29" fmla="*/ 1097 h 1026"/>
                  <a:gd name="T30" fmla="*/ 370 w 775"/>
                  <a:gd name="T31" fmla="*/ 1021 h 1026"/>
                  <a:gd name="T32" fmla="*/ 332 w 775"/>
                  <a:gd name="T33" fmla="*/ 835 h 1026"/>
                  <a:gd name="T34" fmla="*/ 376 w 775"/>
                  <a:gd name="T35" fmla="*/ 791 h 1026"/>
                  <a:gd name="T36" fmla="*/ 675 w 775"/>
                  <a:gd name="T37" fmla="*/ 542 h 1026"/>
                  <a:gd name="T38" fmla="*/ 839 w 775"/>
                  <a:gd name="T39" fmla="*/ 71 h 1026"/>
                  <a:gd name="T40" fmla="*/ 795 w 775"/>
                  <a:gd name="T41" fmla="*/ 0 h 102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775" h="1026">
                    <a:moveTo>
                      <a:pt x="5" y="385"/>
                    </a:moveTo>
                    <a:cubicBezTo>
                      <a:pt x="19" y="398"/>
                      <a:pt x="51" y="424"/>
                      <a:pt x="87" y="423"/>
                    </a:cubicBezTo>
                    <a:cubicBezTo>
                      <a:pt x="125" y="422"/>
                      <a:pt x="161" y="438"/>
                      <a:pt x="161" y="438"/>
                    </a:cubicBezTo>
                    <a:cubicBezTo>
                      <a:pt x="161" y="438"/>
                      <a:pt x="123" y="501"/>
                      <a:pt x="108" y="525"/>
                    </a:cubicBezTo>
                    <a:cubicBezTo>
                      <a:pt x="93" y="549"/>
                      <a:pt x="68" y="581"/>
                      <a:pt x="65" y="611"/>
                    </a:cubicBezTo>
                    <a:cubicBezTo>
                      <a:pt x="60" y="665"/>
                      <a:pt x="19" y="665"/>
                      <a:pt x="9" y="706"/>
                    </a:cubicBezTo>
                    <a:cubicBezTo>
                      <a:pt x="0" y="747"/>
                      <a:pt x="4" y="819"/>
                      <a:pt x="100" y="851"/>
                    </a:cubicBezTo>
                    <a:cubicBezTo>
                      <a:pt x="104" y="853"/>
                      <a:pt x="119" y="887"/>
                      <a:pt x="131" y="894"/>
                    </a:cubicBezTo>
                    <a:cubicBezTo>
                      <a:pt x="131" y="894"/>
                      <a:pt x="112" y="941"/>
                      <a:pt x="156" y="963"/>
                    </a:cubicBezTo>
                    <a:cubicBezTo>
                      <a:pt x="200" y="986"/>
                      <a:pt x="208" y="959"/>
                      <a:pt x="208" y="959"/>
                    </a:cubicBezTo>
                    <a:cubicBezTo>
                      <a:pt x="208" y="959"/>
                      <a:pt x="211" y="990"/>
                      <a:pt x="231" y="987"/>
                    </a:cubicBezTo>
                    <a:cubicBezTo>
                      <a:pt x="231" y="987"/>
                      <a:pt x="217" y="1009"/>
                      <a:pt x="236" y="1014"/>
                    </a:cubicBezTo>
                    <a:cubicBezTo>
                      <a:pt x="255" y="1019"/>
                      <a:pt x="252" y="1002"/>
                      <a:pt x="261" y="1001"/>
                    </a:cubicBezTo>
                    <a:cubicBezTo>
                      <a:pt x="261" y="1001"/>
                      <a:pt x="261" y="1026"/>
                      <a:pt x="287" y="1017"/>
                    </a:cubicBezTo>
                    <a:cubicBezTo>
                      <a:pt x="312" y="1007"/>
                      <a:pt x="319" y="997"/>
                      <a:pt x="321" y="970"/>
                    </a:cubicBezTo>
                    <a:cubicBezTo>
                      <a:pt x="324" y="943"/>
                      <a:pt x="321" y="922"/>
                      <a:pt x="324" y="903"/>
                    </a:cubicBezTo>
                    <a:cubicBezTo>
                      <a:pt x="327" y="885"/>
                      <a:pt x="337" y="803"/>
                      <a:pt x="291" y="738"/>
                    </a:cubicBezTo>
                    <a:cubicBezTo>
                      <a:pt x="291" y="738"/>
                      <a:pt x="325" y="722"/>
                      <a:pt x="329" y="699"/>
                    </a:cubicBezTo>
                    <a:cubicBezTo>
                      <a:pt x="333" y="677"/>
                      <a:pt x="469" y="655"/>
                      <a:pt x="591" y="479"/>
                    </a:cubicBezTo>
                    <a:cubicBezTo>
                      <a:pt x="712" y="303"/>
                      <a:pt x="775" y="182"/>
                      <a:pt x="735" y="62"/>
                    </a:cubicBezTo>
                    <a:cubicBezTo>
                      <a:pt x="727" y="40"/>
                      <a:pt x="714" y="19"/>
                      <a:pt x="697" y="0"/>
                    </a:cubicBezTo>
                  </a:path>
                </a:pathLst>
              </a:custGeom>
              <a:noFill/>
              <a:ln w="476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29138" name="Freeform 142">
                <a:extLst>
                  <a:ext uri="{FF2B5EF4-FFF2-40B4-BE49-F238E27FC236}">
                    <a16:creationId xmlns:a16="http://schemas.microsoft.com/office/drawing/2014/main" id="{AE16ECD0-9278-47ED-9720-4977ED433C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4" y="2972"/>
                <a:ext cx="228" cy="370"/>
              </a:xfrm>
              <a:custGeom>
                <a:avLst/>
                <a:gdLst>
                  <a:gd name="T0" fmla="*/ 249 w 218"/>
                  <a:gd name="T1" fmla="*/ 402 h 355"/>
                  <a:gd name="T2" fmla="*/ 232 w 218"/>
                  <a:gd name="T3" fmla="*/ 388 h 355"/>
                  <a:gd name="T4" fmla="*/ 115 w 218"/>
                  <a:gd name="T5" fmla="*/ 260 h 355"/>
                  <a:gd name="T6" fmla="*/ 0 w 218"/>
                  <a:gd name="T7" fmla="*/ 199 h 355"/>
                  <a:gd name="T8" fmla="*/ 20 w 218"/>
                  <a:gd name="T9" fmla="*/ 145 h 355"/>
                  <a:gd name="T10" fmla="*/ 70 w 218"/>
                  <a:gd name="T11" fmla="*/ 131 h 355"/>
                  <a:gd name="T12" fmla="*/ 220 w 218"/>
                  <a:gd name="T13" fmla="*/ 35 h 355"/>
                  <a:gd name="T14" fmla="*/ 244 w 218"/>
                  <a:gd name="T15" fmla="*/ 0 h 35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18" h="355">
                    <a:moveTo>
                      <a:pt x="218" y="355"/>
                    </a:moveTo>
                    <a:cubicBezTo>
                      <a:pt x="213" y="350"/>
                      <a:pt x="208" y="347"/>
                      <a:pt x="203" y="343"/>
                    </a:cubicBezTo>
                    <a:cubicBezTo>
                      <a:pt x="150" y="309"/>
                      <a:pt x="110" y="252"/>
                      <a:pt x="100" y="229"/>
                    </a:cubicBezTo>
                    <a:cubicBezTo>
                      <a:pt x="89" y="206"/>
                      <a:pt x="66" y="168"/>
                      <a:pt x="0" y="176"/>
                    </a:cubicBezTo>
                    <a:cubicBezTo>
                      <a:pt x="0" y="176"/>
                      <a:pt x="17" y="150"/>
                      <a:pt x="17" y="128"/>
                    </a:cubicBezTo>
                    <a:cubicBezTo>
                      <a:pt x="17" y="128"/>
                      <a:pt x="26" y="117"/>
                      <a:pt x="61" y="116"/>
                    </a:cubicBezTo>
                    <a:cubicBezTo>
                      <a:pt x="96" y="114"/>
                      <a:pt x="185" y="48"/>
                      <a:pt x="192" y="32"/>
                    </a:cubicBezTo>
                    <a:cubicBezTo>
                      <a:pt x="198" y="17"/>
                      <a:pt x="211" y="6"/>
                      <a:pt x="213" y="0"/>
                    </a:cubicBezTo>
                  </a:path>
                </a:pathLst>
              </a:custGeom>
              <a:noFill/>
              <a:ln w="476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29139" name="Freeform 143">
                <a:extLst>
                  <a:ext uri="{FF2B5EF4-FFF2-40B4-BE49-F238E27FC236}">
                    <a16:creationId xmlns:a16="http://schemas.microsoft.com/office/drawing/2014/main" id="{A88503CF-F4B0-490F-83DA-8278DCB551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1" y="2735"/>
                <a:ext cx="994" cy="1162"/>
              </a:xfrm>
              <a:custGeom>
                <a:avLst/>
                <a:gdLst>
                  <a:gd name="T0" fmla="*/ 233 w 951"/>
                  <a:gd name="T1" fmla="*/ 0 h 1115"/>
                  <a:gd name="T2" fmla="*/ 77 w 951"/>
                  <a:gd name="T3" fmla="*/ 513 h 1115"/>
                  <a:gd name="T4" fmla="*/ 645 w 951"/>
                  <a:gd name="T5" fmla="*/ 905 h 1115"/>
                  <a:gd name="T6" fmla="*/ 725 w 951"/>
                  <a:gd name="T7" fmla="*/ 933 h 1115"/>
                  <a:gd name="T8" fmla="*/ 749 w 951"/>
                  <a:gd name="T9" fmla="*/ 1040 h 1115"/>
                  <a:gd name="T10" fmla="*/ 805 w 951"/>
                  <a:gd name="T11" fmla="*/ 1180 h 1115"/>
                  <a:gd name="T12" fmla="*/ 833 w 951"/>
                  <a:gd name="T13" fmla="*/ 1191 h 1115"/>
                  <a:gd name="T14" fmla="*/ 875 w 951"/>
                  <a:gd name="T15" fmla="*/ 1217 h 1115"/>
                  <a:gd name="T16" fmla="*/ 884 w 951"/>
                  <a:gd name="T17" fmla="*/ 1210 h 1115"/>
                  <a:gd name="T18" fmla="*/ 909 w 951"/>
                  <a:gd name="T19" fmla="*/ 1222 h 1115"/>
                  <a:gd name="T20" fmla="*/ 921 w 951"/>
                  <a:gd name="T21" fmla="*/ 1214 h 1115"/>
                  <a:gd name="T22" fmla="*/ 962 w 951"/>
                  <a:gd name="T23" fmla="*/ 1251 h 1115"/>
                  <a:gd name="T24" fmla="*/ 961 w 951"/>
                  <a:gd name="T25" fmla="*/ 1184 h 1115"/>
                  <a:gd name="T26" fmla="*/ 962 w 951"/>
                  <a:gd name="T27" fmla="*/ 1155 h 1115"/>
                  <a:gd name="T28" fmla="*/ 994 w 951"/>
                  <a:gd name="T29" fmla="*/ 1165 h 1115"/>
                  <a:gd name="T30" fmla="*/ 1048 w 951"/>
                  <a:gd name="T31" fmla="*/ 1202 h 1115"/>
                  <a:gd name="T32" fmla="*/ 1077 w 951"/>
                  <a:gd name="T33" fmla="*/ 1137 h 1115"/>
                  <a:gd name="T34" fmla="*/ 1021 w 951"/>
                  <a:gd name="T35" fmla="*/ 1070 h 1115"/>
                  <a:gd name="T36" fmla="*/ 998 w 951"/>
                  <a:gd name="T37" fmla="*/ 978 h 1115"/>
                  <a:gd name="T38" fmla="*/ 944 w 951"/>
                  <a:gd name="T39" fmla="*/ 885 h 1115"/>
                  <a:gd name="T40" fmla="*/ 938 w 951"/>
                  <a:gd name="T41" fmla="*/ 818 h 1115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951" h="1115">
                    <a:moveTo>
                      <a:pt x="204" y="0"/>
                    </a:moveTo>
                    <a:cubicBezTo>
                      <a:pt x="113" y="116"/>
                      <a:pt x="0" y="309"/>
                      <a:pt x="68" y="453"/>
                    </a:cubicBezTo>
                    <a:cubicBezTo>
                      <a:pt x="169" y="668"/>
                      <a:pt x="361" y="786"/>
                      <a:pt x="564" y="799"/>
                    </a:cubicBezTo>
                    <a:cubicBezTo>
                      <a:pt x="583" y="800"/>
                      <a:pt x="606" y="814"/>
                      <a:pt x="635" y="824"/>
                    </a:cubicBezTo>
                    <a:cubicBezTo>
                      <a:pt x="635" y="824"/>
                      <a:pt x="626" y="874"/>
                      <a:pt x="656" y="919"/>
                    </a:cubicBezTo>
                    <a:cubicBezTo>
                      <a:pt x="685" y="964"/>
                      <a:pt x="692" y="1031"/>
                      <a:pt x="705" y="1042"/>
                    </a:cubicBezTo>
                    <a:cubicBezTo>
                      <a:pt x="717" y="1054"/>
                      <a:pt x="728" y="1060"/>
                      <a:pt x="730" y="1053"/>
                    </a:cubicBezTo>
                    <a:cubicBezTo>
                      <a:pt x="730" y="1053"/>
                      <a:pt x="748" y="1079"/>
                      <a:pt x="766" y="1076"/>
                    </a:cubicBezTo>
                    <a:cubicBezTo>
                      <a:pt x="774" y="1074"/>
                      <a:pt x="774" y="1069"/>
                      <a:pt x="774" y="1069"/>
                    </a:cubicBezTo>
                    <a:cubicBezTo>
                      <a:pt x="774" y="1069"/>
                      <a:pt x="783" y="1083"/>
                      <a:pt x="796" y="1080"/>
                    </a:cubicBezTo>
                    <a:cubicBezTo>
                      <a:pt x="809" y="1078"/>
                      <a:pt x="807" y="1073"/>
                      <a:pt x="807" y="1073"/>
                    </a:cubicBezTo>
                    <a:cubicBezTo>
                      <a:pt x="807" y="1073"/>
                      <a:pt x="811" y="1115"/>
                      <a:pt x="842" y="1104"/>
                    </a:cubicBezTo>
                    <a:cubicBezTo>
                      <a:pt x="857" y="1099"/>
                      <a:pt x="848" y="1061"/>
                      <a:pt x="841" y="1046"/>
                    </a:cubicBezTo>
                    <a:cubicBezTo>
                      <a:pt x="838" y="1040"/>
                      <a:pt x="844" y="1031"/>
                      <a:pt x="842" y="1020"/>
                    </a:cubicBezTo>
                    <a:cubicBezTo>
                      <a:pt x="842" y="1020"/>
                      <a:pt x="860" y="1025"/>
                      <a:pt x="871" y="1030"/>
                    </a:cubicBezTo>
                    <a:cubicBezTo>
                      <a:pt x="882" y="1034"/>
                      <a:pt x="893" y="1067"/>
                      <a:pt x="918" y="1061"/>
                    </a:cubicBezTo>
                    <a:cubicBezTo>
                      <a:pt x="943" y="1055"/>
                      <a:pt x="951" y="1032"/>
                      <a:pt x="942" y="1005"/>
                    </a:cubicBezTo>
                    <a:cubicBezTo>
                      <a:pt x="934" y="978"/>
                      <a:pt x="896" y="964"/>
                      <a:pt x="895" y="945"/>
                    </a:cubicBezTo>
                    <a:cubicBezTo>
                      <a:pt x="895" y="925"/>
                      <a:pt x="907" y="888"/>
                      <a:pt x="874" y="864"/>
                    </a:cubicBezTo>
                    <a:cubicBezTo>
                      <a:pt x="840" y="840"/>
                      <a:pt x="830" y="813"/>
                      <a:pt x="827" y="782"/>
                    </a:cubicBezTo>
                    <a:cubicBezTo>
                      <a:pt x="825" y="761"/>
                      <a:pt x="824" y="739"/>
                      <a:pt x="821" y="723"/>
                    </a:cubicBezTo>
                  </a:path>
                </a:pathLst>
              </a:custGeom>
              <a:noFill/>
              <a:ln w="476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29140" name="Freeform 144">
                <a:extLst>
                  <a:ext uri="{FF2B5EF4-FFF2-40B4-BE49-F238E27FC236}">
                    <a16:creationId xmlns:a16="http://schemas.microsoft.com/office/drawing/2014/main" id="{229CEAC5-52B3-4163-8A65-067A296DA5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2" y="2682"/>
                <a:ext cx="26" cy="31"/>
              </a:xfrm>
              <a:custGeom>
                <a:avLst/>
                <a:gdLst>
                  <a:gd name="T0" fmla="*/ 28 w 25"/>
                  <a:gd name="T1" fmla="*/ 0 h 29"/>
                  <a:gd name="T2" fmla="*/ 0 w 25"/>
                  <a:gd name="T3" fmla="*/ 35 h 2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" h="29">
                    <a:moveTo>
                      <a:pt x="25" y="0"/>
                    </a:moveTo>
                    <a:cubicBezTo>
                      <a:pt x="17" y="9"/>
                      <a:pt x="9" y="18"/>
                      <a:pt x="0" y="29"/>
                    </a:cubicBezTo>
                  </a:path>
                </a:pathLst>
              </a:custGeom>
              <a:noFill/>
              <a:ln w="476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29141" name="Freeform 145">
                <a:extLst>
                  <a:ext uri="{FF2B5EF4-FFF2-40B4-BE49-F238E27FC236}">
                    <a16:creationId xmlns:a16="http://schemas.microsoft.com/office/drawing/2014/main" id="{10E05CD4-9719-4D3B-A6E1-CC8C6F489C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0" y="2592"/>
                <a:ext cx="41" cy="55"/>
              </a:xfrm>
              <a:custGeom>
                <a:avLst/>
                <a:gdLst>
                  <a:gd name="T0" fmla="*/ 45 w 39"/>
                  <a:gd name="T1" fmla="*/ 0 h 53"/>
                  <a:gd name="T2" fmla="*/ 23 w 39"/>
                  <a:gd name="T3" fmla="*/ 38 h 53"/>
                  <a:gd name="T4" fmla="*/ 0 w 39"/>
                  <a:gd name="T5" fmla="*/ 59 h 5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9" h="53">
                    <a:moveTo>
                      <a:pt x="39" y="0"/>
                    </a:moveTo>
                    <a:cubicBezTo>
                      <a:pt x="39" y="14"/>
                      <a:pt x="35" y="26"/>
                      <a:pt x="20" y="35"/>
                    </a:cubicBezTo>
                    <a:cubicBezTo>
                      <a:pt x="17" y="37"/>
                      <a:pt x="10" y="43"/>
                      <a:pt x="0" y="53"/>
                    </a:cubicBezTo>
                  </a:path>
                </a:pathLst>
              </a:custGeom>
              <a:noFill/>
              <a:ln w="476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29142" name="Freeform 146">
                <a:extLst>
                  <a:ext uri="{FF2B5EF4-FFF2-40B4-BE49-F238E27FC236}">
                    <a16:creationId xmlns:a16="http://schemas.microsoft.com/office/drawing/2014/main" id="{51D826DD-8EF3-453D-9BC4-ACD6130B22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0" y="2529"/>
                <a:ext cx="1" cy="23"/>
              </a:xfrm>
              <a:custGeom>
                <a:avLst/>
                <a:gdLst>
                  <a:gd name="T0" fmla="*/ 1 w 1"/>
                  <a:gd name="T1" fmla="*/ 0 h 22"/>
                  <a:gd name="T2" fmla="*/ 0 w 1"/>
                  <a:gd name="T3" fmla="*/ 25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2">
                    <a:moveTo>
                      <a:pt x="1" y="0"/>
                    </a:moveTo>
                    <a:cubicBezTo>
                      <a:pt x="0" y="9"/>
                      <a:pt x="0" y="16"/>
                      <a:pt x="0" y="22"/>
                    </a:cubicBezTo>
                  </a:path>
                </a:pathLst>
              </a:custGeom>
              <a:noFill/>
              <a:ln w="476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29143" name="Freeform 147">
                <a:extLst>
                  <a:ext uri="{FF2B5EF4-FFF2-40B4-BE49-F238E27FC236}">
                    <a16:creationId xmlns:a16="http://schemas.microsoft.com/office/drawing/2014/main" id="{47A313DB-B2EC-41C3-ADF1-2A441C6F28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6" y="1601"/>
                <a:ext cx="92" cy="277"/>
              </a:xfrm>
              <a:custGeom>
                <a:avLst/>
                <a:gdLst>
                  <a:gd name="T0" fmla="*/ 100 w 88"/>
                  <a:gd name="T1" fmla="*/ 300 h 266"/>
                  <a:gd name="T2" fmla="*/ 72 w 88"/>
                  <a:gd name="T3" fmla="*/ 135 h 266"/>
                  <a:gd name="T4" fmla="*/ 0 w 88"/>
                  <a:gd name="T5" fmla="*/ 0 h 26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8" h="266">
                    <a:moveTo>
                      <a:pt x="88" y="266"/>
                    </a:moveTo>
                    <a:cubicBezTo>
                      <a:pt x="70" y="223"/>
                      <a:pt x="75" y="167"/>
                      <a:pt x="63" y="120"/>
                    </a:cubicBezTo>
                    <a:cubicBezTo>
                      <a:pt x="51" y="76"/>
                      <a:pt x="28" y="33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29144" name="Freeform 148">
                <a:extLst>
                  <a:ext uri="{FF2B5EF4-FFF2-40B4-BE49-F238E27FC236}">
                    <a16:creationId xmlns:a16="http://schemas.microsoft.com/office/drawing/2014/main" id="{A4BFD57E-6E0F-4EAC-A010-28B4394F7A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7" y="1611"/>
                <a:ext cx="8" cy="48"/>
              </a:xfrm>
              <a:custGeom>
                <a:avLst/>
                <a:gdLst>
                  <a:gd name="T0" fmla="*/ 8 w 8"/>
                  <a:gd name="T1" fmla="*/ 52 h 46"/>
                  <a:gd name="T2" fmla="*/ 5 w 8"/>
                  <a:gd name="T3" fmla="*/ 0 h 4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46">
                    <a:moveTo>
                      <a:pt x="8" y="46"/>
                    </a:moveTo>
                    <a:cubicBezTo>
                      <a:pt x="1" y="32"/>
                      <a:pt x="0" y="14"/>
                      <a:pt x="5" y="0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29145" name="Freeform 149">
                <a:extLst>
                  <a:ext uri="{FF2B5EF4-FFF2-40B4-BE49-F238E27FC236}">
                    <a16:creationId xmlns:a16="http://schemas.microsoft.com/office/drawing/2014/main" id="{B965C431-4FAD-437B-B915-F0FFE8FC07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2" y="1698"/>
                <a:ext cx="9" cy="25"/>
              </a:xfrm>
              <a:custGeom>
                <a:avLst/>
                <a:gdLst>
                  <a:gd name="T0" fmla="*/ 11 w 8"/>
                  <a:gd name="T1" fmla="*/ 27 h 24"/>
                  <a:gd name="T2" fmla="*/ 0 w 8"/>
                  <a:gd name="T3" fmla="*/ 0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24">
                    <a:moveTo>
                      <a:pt x="8" y="24"/>
                    </a:moveTo>
                    <a:cubicBezTo>
                      <a:pt x="4" y="16"/>
                      <a:pt x="1" y="8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29146" name="Freeform 150">
                <a:extLst>
                  <a:ext uri="{FF2B5EF4-FFF2-40B4-BE49-F238E27FC236}">
                    <a16:creationId xmlns:a16="http://schemas.microsoft.com/office/drawing/2014/main" id="{053CE20B-022E-4111-BBCD-9DE9FCBA8E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0" y="1146"/>
                <a:ext cx="3" cy="11"/>
              </a:xfrm>
              <a:custGeom>
                <a:avLst/>
                <a:gdLst>
                  <a:gd name="T0" fmla="*/ 3 w 3"/>
                  <a:gd name="T1" fmla="*/ 13 h 10"/>
                  <a:gd name="T2" fmla="*/ 3 w 3"/>
                  <a:gd name="T3" fmla="*/ 0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0">
                    <a:moveTo>
                      <a:pt x="3" y="10"/>
                    </a:moveTo>
                    <a:cubicBezTo>
                      <a:pt x="0" y="7"/>
                      <a:pt x="0" y="3"/>
                      <a:pt x="3" y="0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29147" name="Freeform 151">
                <a:extLst>
                  <a:ext uri="{FF2B5EF4-FFF2-40B4-BE49-F238E27FC236}">
                    <a16:creationId xmlns:a16="http://schemas.microsoft.com/office/drawing/2014/main" id="{0A0DE43A-8C20-40C4-AF02-70FCB54CEE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9" y="1126"/>
                <a:ext cx="3" cy="12"/>
              </a:xfrm>
              <a:custGeom>
                <a:avLst/>
                <a:gdLst>
                  <a:gd name="T0" fmla="*/ 0 w 3"/>
                  <a:gd name="T1" fmla="*/ 14 h 11"/>
                  <a:gd name="T2" fmla="*/ 0 w 3"/>
                  <a:gd name="T3" fmla="*/ 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1">
                    <a:moveTo>
                      <a:pt x="0" y="11"/>
                    </a:moveTo>
                    <a:cubicBezTo>
                      <a:pt x="2" y="8"/>
                      <a:pt x="3" y="2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29148" name="Freeform 152">
                <a:extLst>
                  <a:ext uri="{FF2B5EF4-FFF2-40B4-BE49-F238E27FC236}">
                    <a16:creationId xmlns:a16="http://schemas.microsoft.com/office/drawing/2014/main" id="{AF8BABAB-6AAB-42FC-A162-D94B2A0FB4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8" y="1240"/>
                <a:ext cx="22" cy="67"/>
              </a:xfrm>
              <a:custGeom>
                <a:avLst/>
                <a:gdLst>
                  <a:gd name="T0" fmla="*/ 10 w 21"/>
                  <a:gd name="T1" fmla="*/ 1 h 64"/>
                  <a:gd name="T2" fmla="*/ 24 w 21"/>
                  <a:gd name="T3" fmla="*/ 73 h 64"/>
                  <a:gd name="T4" fmla="*/ 20 w 21"/>
                  <a:gd name="T5" fmla="*/ 58 h 64"/>
                  <a:gd name="T6" fmla="*/ 16 w 21"/>
                  <a:gd name="T7" fmla="*/ 31 h 64"/>
                  <a:gd name="T8" fmla="*/ 14 w 21"/>
                  <a:gd name="T9" fmla="*/ 0 h 6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64">
                    <a:moveTo>
                      <a:pt x="10" y="1"/>
                    </a:moveTo>
                    <a:cubicBezTo>
                      <a:pt x="0" y="20"/>
                      <a:pt x="2" y="51"/>
                      <a:pt x="21" y="64"/>
                    </a:cubicBezTo>
                    <a:cubicBezTo>
                      <a:pt x="21" y="60"/>
                      <a:pt x="18" y="55"/>
                      <a:pt x="17" y="51"/>
                    </a:cubicBezTo>
                    <a:cubicBezTo>
                      <a:pt x="15" y="44"/>
                      <a:pt x="14" y="36"/>
                      <a:pt x="13" y="28"/>
                    </a:cubicBezTo>
                    <a:cubicBezTo>
                      <a:pt x="12" y="19"/>
                      <a:pt x="11" y="9"/>
                      <a:pt x="11" y="0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29149" name="Freeform 153">
                <a:extLst>
                  <a:ext uri="{FF2B5EF4-FFF2-40B4-BE49-F238E27FC236}">
                    <a16:creationId xmlns:a16="http://schemas.microsoft.com/office/drawing/2014/main" id="{03CF4172-C2DC-445A-B817-FEE65D5127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7" y="1307"/>
                <a:ext cx="28" cy="35"/>
              </a:xfrm>
              <a:custGeom>
                <a:avLst/>
                <a:gdLst>
                  <a:gd name="T0" fmla="*/ 2 w 27"/>
                  <a:gd name="T1" fmla="*/ 0 h 34"/>
                  <a:gd name="T2" fmla="*/ 1 w 27"/>
                  <a:gd name="T3" fmla="*/ 22 h 34"/>
                  <a:gd name="T4" fmla="*/ 4 w 27"/>
                  <a:gd name="T5" fmla="*/ 32 h 34"/>
                  <a:gd name="T6" fmla="*/ 20 w 27"/>
                  <a:gd name="T7" fmla="*/ 35 h 34"/>
                  <a:gd name="T8" fmla="*/ 30 w 27"/>
                  <a:gd name="T9" fmla="*/ 23 h 34"/>
                  <a:gd name="T10" fmla="*/ 20 w 27"/>
                  <a:gd name="T11" fmla="*/ 28 h 34"/>
                  <a:gd name="T12" fmla="*/ 6 w 27"/>
                  <a:gd name="T13" fmla="*/ 22 h 34"/>
                  <a:gd name="T14" fmla="*/ 3 w 27"/>
                  <a:gd name="T15" fmla="*/ 9 h 34"/>
                  <a:gd name="T16" fmla="*/ 2 w 27"/>
                  <a:gd name="T17" fmla="*/ 2 h 3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7" h="34">
                    <a:moveTo>
                      <a:pt x="2" y="0"/>
                    </a:moveTo>
                    <a:cubicBezTo>
                      <a:pt x="2" y="6"/>
                      <a:pt x="1" y="13"/>
                      <a:pt x="1" y="19"/>
                    </a:cubicBezTo>
                    <a:cubicBezTo>
                      <a:pt x="1" y="24"/>
                      <a:pt x="0" y="26"/>
                      <a:pt x="4" y="29"/>
                    </a:cubicBezTo>
                    <a:cubicBezTo>
                      <a:pt x="9" y="32"/>
                      <a:pt x="12" y="34"/>
                      <a:pt x="17" y="32"/>
                    </a:cubicBezTo>
                    <a:cubicBezTo>
                      <a:pt x="22" y="30"/>
                      <a:pt x="26" y="25"/>
                      <a:pt x="27" y="20"/>
                    </a:cubicBezTo>
                    <a:cubicBezTo>
                      <a:pt x="25" y="23"/>
                      <a:pt x="20" y="24"/>
                      <a:pt x="17" y="25"/>
                    </a:cubicBezTo>
                    <a:cubicBezTo>
                      <a:pt x="12" y="26"/>
                      <a:pt x="8" y="24"/>
                      <a:pt x="6" y="19"/>
                    </a:cubicBezTo>
                    <a:cubicBezTo>
                      <a:pt x="4" y="16"/>
                      <a:pt x="3" y="13"/>
                      <a:pt x="3" y="9"/>
                    </a:cubicBezTo>
                    <a:cubicBezTo>
                      <a:pt x="2" y="7"/>
                      <a:pt x="3" y="4"/>
                      <a:pt x="2" y="2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29150" name="Freeform 154">
                <a:extLst>
                  <a:ext uri="{FF2B5EF4-FFF2-40B4-BE49-F238E27FC236}">
                    <a16:creationId xmlns:a16="http://schemas.microsoft.com/office/drawing/2014/main" id="{86398D22-9E2D-4507-8A52-70D469DE82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0" y="1163"/>
                <a:ext cx="47" cy="22"/>
              </a:xfrm>
              <a:custGeom>
                <a:avLst/>
                <a:gdLst>
                  <a:gd name="T0" fmla="*/ 0 w 45"/>
                  <a:gd name="T1" fmla="*/ 19 h 21"/>
                  <a:gd name="T2" fmla="*/ 36 w 45"/>
                  <a:gd name="T3" fmla="*/ 1 h 21"/>
                  <a:gd name="T4" fmla="*/ 46 w 45"/>
                  <a:gd name="T5" fmla="*/ 5 h 21"/>
                  <a:gd name="T6" fmla="*/ 48 w 45"/>
                  <a:gd name="T7" fmla="*/ 24 h 21"/>
                  <a:gd name="T8" fmla="*/ 42 w 45"/>
                  <a:gd name="T9" fmla="*/ 8 h 21"/>
                  <a:gd name="T10" fmla="*/ 22 w 45"/>
                  <a:gd name="T11" fmla="*/ 6 h 21"/>
                  <a:gd name="T12" fmla="*/ 0 w 45"/>
                  <a:gd name="T13" fmla="*/ 22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5" h="21">
                    <a:moveTo>
                      <a:pt x="0" y="16"/>
                    </a:moveTo>
                    <a:cubicBezTo>
                      <a:pt x="5" y="8"/>
                      <a:pt x="21" y="0"/>
                      <a:pt x="32" y="1"/>
                    </a:cubicBezTo>
                    <a:cubicBezTo>
                      <a:pt x="35" y="2"/>
                      <a:pt x="38" y="3"/>
                      <a:pt x="40" y="5"/>
                    </a:cubicBezTo>
                    <a:cubicBezTo>
                      <a:pt x="43" y="9"/>
                      <a:pt x="45" y="18"/>
                      <a:pt x="42" y="21"/>
                    </a:cubicBezTo>
                    <a:cubicBezTo>
                      <a:pt x="40" y="17"/>
                      <a:pt x="40" y="12"/>
                      <a:pt x="36" y="8"/>
                    </a:cubicBezTo>
                    <a:cubicBezTo>
                      <a:pt x="32" y="5"/>
                      <a:pt x="23" y="5"/>
                      <a:pt x="19" y="6"/>
                    </a:cubicBezTo>
                    <a:cubicBezTo>
                      <a:pt x="12" y="9"/>
                      <a:pt x="5" y="14"/>
                      <a:pt x="0" y="1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29151" name="Freeform 155">
                <a:extLst>
                  <a:ext uri="{FF2B5EF4-FFF2-40B4-BE49-F238E27FC236}">
                    <a16:creationId xmlns:a16="http://schemas.microsoft.com/office/drawing/2014/main" id="{6E944951-DE03-4748-A2DE-35BBB423EC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8" y="1251"/>
                <a:ext cx="37" cy="23"/>
              </a:xfrm>
              <a:custGeom>
                <a:avLst/>
                <a:gdLst>
                  <a:gd name="T0" fmla="*/ 7 w 35"/>
                  <a:gd name="T1" fmla="*/ 23 h 23"/>
                  <a:gd name="T2" fmla="*/ 6 w 35"/>
                  <a:gd name="T3" fmla="*/ 4 h 23"/>
                  <a:gd name="T4" fmla="*/ 24 w 35"/>
                  <a:gd name="T5" fmla="*/ 2 h 23"/>
                  <a:gd name="T6" fmla="*/ 37 w 35"/>
                  <a:gd name="T7" fmla="*/ 6 h 23"/>
                  <a:gd name="T8" fmla="*/ 39 w 35"/>
                  <a:gd name="T9" fmla="*/ 15 h 23"/>
                  <a:gd name="T10" fmla="*/ 41 w 35"/>
                  <a:gd name="T11" fmla="*/ 22 h 23"/>
                  <a:gd name="T12" fmla="*/ 14 w 35"/>
                  <a:gd name="T13" fmla="*/ 7 h 23"/>
                  <a:gd name="T14" fmla="*/ 7 w 35"/>
                  <a:gd name="T15" fmla="*/ 23 h 2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5" h="23">
                    <a:moveTo>
                      <a:pt x="7" y="23"/>
                    </a:moveTo>
                    <a:cubicBezTo>
                      <a:pt x="2" y="17"/>
                      <a:pt x="0" y="10"/>
                      <a:pt x="6" y="4"/>
                    </a:cubicBezTo>
                    <a:cubicBezTo>
                      <a:pt x="10" y="0"/>
                      <a:pt x="15" y="0"/>
                      <a:pt x="21" y="2"/>
                    </a:cubicBezTo>
                    <a:cubicBezTo>
                      <a:pt x="25" y="2"/>
                      <a:pt x="29" y="3"/>
                      <a:pt x="31" y="6"/>
                    </a:cubicBezTo>
                    <a:cubicBezTo>
                      <a:pt x="33" y="9"/>
                      <a:pt x="33" y="12"/>
                      <a:pt x="33" y="15"/>
                    </a:cubicBezTo>
                    <a:cubicBezTo>
                      <a:pt x="34" y="17"/>
                      <a:pt x="35" y="20"/>
                      <a:pt x="35" y="22"/>
                    </a:cubicBezTo>
                    <a:cubicBezTo>
                      <a:pt x="28" y="17"/>
                      <a:pt x="22" y="4"/>
                      <a:pt x="11" y="7"/>
                    </a:cubicBezTo>
                    <a:cubicBezTo>
                      <a:pt x="3" y="9"/>
                      <a:pt x="5" y="17"/>
                      <a:pt x="7" y="2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29152" name="Freeform 156">
                <a:extLst>
                  <a:ext uri="{FF2B5EF4-FFF2-40B4-BE49-F238E27FC236}">
                    <a16:creationId xmlns:a16="http://schemas.microsoft.com/office/drawing/2014/main" id="{0F08887C-5F50-4008-8054-CFF7DDFF20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8" y="1410"/>
                <a:ext cx="26" cy="20"/>
              </a:xfrm>
              <a:custGeom>
                <a:avLst/>
                <a:gdLst>
                  <a:gd name="T0" fmla="*/ 0 w 25"/>
                  <a:gd name="T1" fmla="*/ 0 h 19"/>
                  <a:gd name="T2" fmla="*/ 16 w 25"/>
                  <a:gd name="T3" fmla="*/ 20 h 19"/>
                  <a:gd name="T4" fmla="*/ 27 w 25"/>
                  <a:gd name="T5" fmla="*/ 13 h 19"/>
                  <a:gd name="T6" fmla="*/ 1 w 25"/>
                  <a:gd name="T7" fmla="*/ 3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" h="19">
                    <a:moveTo>
                      <a:pt x="0" y="0"/>
                    </a:moveTo>
                    <a:cubicBezTo>
                      <a:pt x="2" y="6"/>
                      <a:pt x="7" y="14"/>
                      <a:pt x="13" y="17"/>
                    </a:cubicBezTo>
                    <a:cubicBezTo>
                      <a:pt x="19" y="19"/>
                      <a:pt x="25" y="18"/>
                      <a:pt x="24" y="10"/>
                    </a:cubicBezTo>
                    <a:cubicBezTo>
                      <a:pt x="15" y="16"/>
                      <a:pt x="7" y="12"/>
                      <a:pt x="1" y="3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29153" name="Freeform 157">
                <a:extLst>
                  <a:ext uri="{FF2B5EF4-FFF2-40B4-BE49-F238E27FC236}">
                    <a16:creationId xmlns:a16="http://schemas.microsoft.com/office/drawing/2014/main" id="{E15B6334-0E13-4D81-86A2-5AF4383231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8" y="1344"/>
                <a:ext cx="16" cy="42"/>
              </a:xfrm>
              <a:custGeom>
                <a:avLst/>
                <a:gdLst>
                  <a:gd name="T0" fmla="*/ 0 w 16"/>
                  <a:gd name="T1" fmla="*/ 0 h 40"/>
                  <a:gd name="T2" fmla="*/ 7 w 16"/>
                  <a:gd name="T3" fmla="*/ 46 h 40"/>
                  <a:gd name="T4" fmla="*/ 2 w 16"/>
                  <a:gd name="T5" fmla="*/ 1 h 40"/>
                  <a:gd name="T6" fmla="*/ 2 w 16"/>
                  <a:gd name="T7" fmla="*/ 2 h 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40">
                    <a:moveTo>
                      <a:pt x="0" y="0"/>
                    </a:moveTo>
                    <a:cubicBezTo>
                      <a:pt x="3" y="4"/>
                      <a:pt x="16" y="39"/>
                      <a:pt x="7" y="40"/>
                    </a:cubicBezTo>
                    <a:cubicBezTo>
                      <a:pt x="2" y="28"/>
                      <a:pt x="7" y="12"/>
                      <a:pt x="2" y="1"/>
                    </a:cubicBezTo>
                    <a:cubicBezTo>
                      <a:pt x="2" y="0"/>
                      <a:pt x="2" y="1"/>
                      <a:pt x="2" y="2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29154" name="Freeform 158">
                <a:extLst>
                  <a:ext uri="{FF2B5EF4-FFF2-40B4-BE49-F238E27FC236}">
                    <a16:creationId xmlns:a16="http://schemas.microsoft.com/office/drawing/2014/main" id="{F89357B3-324F-4801-9604-3B2F7F460D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0" y="1388"/>
                <a:ext cx="85" cy="25"/>
              </a:xfrm>
              <a:custGeom>
                <a:avLst/>
                <a:gdLst>
                  <a:gd name="T0" fmla="*/ 0 w 82"/>
                  <a:gd name="T1" fmla="*/ 27 h 24"/>
                  <a:gd name="T2" fmla="*/ 6 w 82"/>
                  <a:gd name="T3" fmla="*/ 23 h 24"/>
                  <a:gd name="T4" fmla="*/ 22 w 82"/>
                  <a:gd name="T5" fmla="*/ 17 h 24"/>
                  <a:gd name="T6" fmla="*/ 47 w 82"/>
                  <a:gd name="T7" fmla="*/ 7 h 24"/>
                  <a:gd name="T8" fmla="*/ 91 w 82"/>
                  <a:gd name="T9" fmla="*/ 18 h 24"/>
                  <a:gd name="T10" fmla="*/ 69 w 82"/>
                  <a:gd name="T11" fmla="*/ 6 h 24"/>
                  <a:gd name="T12" fmla="*/ 36 w 82"/>
                  <a:gd name="T13" fmla="*/ 3 h 24"/>
                  <a:gd name="T14" fmla="*/ 17 w 82"/>
                  <a:gd name="T15" fmla="*/ 15 h 24"/>
                  <a:gd name="T16" fmla="*/ 2 w 82"/>
                  <a:gd name="T17" fmla="*/ 26 h 2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2" h="24">
                    <a:moveTo>
                      <a:pt x="0" y="24"/>
                    </a:moveTo>
                    <a:cubicBezTo>
                      <a:pt x="2" y="24"/>
                      <a:pt x="4" y="21"/>
                      <a:pt x="6" y="20"/>
                    </a:cubicBezTo>
                    <a:cubicBezTo>
                      <a:pt x="10" y="18"/>
                      <a:pt x="15" y="16"/>
                      <a:pt x="19" y="14"/>
                    </a:cubicBezTo>
                    <a:cubicBezTo>
                      <a:pt x="25" y="11"/>
                      <a:pt x="33" y="7"/>
                      <a:pt x="41" y="7"/>
                    </a:cubicBezTo>
                    <a:cubicBezTo>
                      <a:pt x="55" y="7"/>
                      <a:pt x="69" y="13"/>
                      <a:pt x="82" y="15"/>
                    </a:cubicBezTo>
                    <a:cubicBezTo>
                      <a:pt x="78" y="9"/>
                      <a:pt x="69" y="8"/>
                      <a:pt x="63" y="6"/>
                    </a:cubicBezTo>
                    <a:cubicBezTo>
                      <a:pt x="53" y="2"/>
                      <a:pt x="43" y="0"/>
                      <a:pt x="33" y="3"/>
                    </a:cubicBezTo>
                    <a:cubicBezTo>
                      <a:pt x="26" y="5"/>
                      <a:pt x="20" y="9"/>
                      <a:pt x="14" y="12"/>
                    </a:cubicBezTo>
                    <a:cubicBezTo>
                      <a:pt x="12" y="14"/>
                      <a:pt x="2" y="20"/>
                      <a:pt x="2" y="23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29155" name="Freeform 159">
                <a:extLst>
                  <a:ext uri="{FF2B5EF4-FFF2-40B4-BE49-F238E27FC236}">
                    <a16:creationId xmlns:a16="http://schemas.microsoft.com/office/drawing/2014/main" id="{87858B43-0F2B-4506-BE4C-CD30E6218D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9" y="1412"/>
                <a:ext cx="103" cy="34"/>
              </a:xfrm>
              <a:custGeom>
                <a:avLst/>
                <a:gdLst>
                  <a:gd name="T0" fmla="*/ 105 w 98"/>
                  <a:gd name="T1" fmla="*/ 7 h 33"/>
                  <a:gd name="T2" fmla="*/ 74 w 98"/>
                  <a:gd name="T3" fmla="*/ 2 h 33"/>
                  <a:gd name="T4" fmla="*/ 29 w 98"/>
                  <a:gd name="T5" fmla="*/ 10 h 33"/>
                  <a:gd name="T6" fmla="*/ 7 w 98"/>
                  <a:gd name="T7" fmla="*/ 33 h 33"/>
                  <a:gd name="T8" fmla="*/ 27 w 98"/>
                  <a:gd name="T9" fmla="*/ 33 h 33"/>
                  <a:gd name="T10" fmla="*/ 49 w 98"/>
                  <a:gd name="T11" fmla="*/ 28 h 33"/>
                  <a:gd name="T12" fmla="*/ 89 w 98"/>
                  <a:gd name="T13" fmla="*/ 25 h 33"/>
                  <a:gd name="T14" fmla="*/ 109 w 98"/>
                  <a:gd name="T15" fmla="*/ 23 h 33"/>
                  <a:gd name="T16" fmla="*/ 102 w 98"/>
                  <a:gd name="T17" fmla="*/ 6 h 3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8" h="33">
                    <a:moveTo>
                      <a:pt x="90" y="7"/>
                    </a:moveTo>
                    <a:cubicBezTo>
                      <a:pt x="85" y="0"/>
                      <a:pt x="71" y="2"/>
                      <a:pt x="64" y="2"/>
                    </a:cubicBezTo>
                    <a:cubicBezTo>
                      <a:pt x="50" y="1"/>
                      <a:pt x="39" y="3"/>
                      <a:pt x="26" y="10"/>
                    </a:cubicBezTo>
                    <a:cubicBezTo>
                      <a:pt x="23" y="12"/>
                      <a:pt x="0" y="23"/>
                      <a:pt x="7" y="30"/>
                    </a:cubicBezTo>
                    <a:cubicBezTo>
                      <a:pt x="10" y="33"/>
                      <a:pt x="21" y="30"/>
                      <a:pt x="24" y="30"/>
                    </a:cubicBezTo>
                    <a:cubicBezTo>
                      <a:pt x="30" y="28"/>
                      <a:pt x="36" y="26"/>
                      <a:pt x="43" y="25"/>
                    </a:cubicBezTo>
                    <a:cubicBezTo>
                      <a:pt x="54" y="23"/>
                      <a:pt x="66" y="22"/>
                      <a:pt x="77" y="22"/>
                    </a:cubicBezTo>
                    <a:cubicBezTo>
                      <a:pt x="82" y="22"/>
                      <a:pt x="90" y="23"/>
                      <a:pt x="94" y="20"/>
                    </a:cubicBezTo>
                    <a:cubicBezTo>
                      <a:pt x="98" y="16"/>
                      <a:pt x="93" y="7"/>
                      <a:pt x="88" y="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29156" name="Freeform 160">
                <a:extLst>
                  <a:ext uri="{FF2B5EF4-FFF2-40B4-BE49-F238E27FC236}">
                    <a16:creationId xmlns:a16="http://schemas.microsoft.com/office/drawing/2014/main" id="{DA8FBA5D-2B9B-4F36-8A43-CF81314501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9" y="1465"/>
                <a:ext cx="292" cy="70"/>
              </a:xfrm>
              <a:custGeom>
                <a:avLst/>
                <a:gdLst>
                  <a:gd name="T0" fmla="*/ 7 w 280"/>
                  <a:gd name="T1" fmla="*/ 49 h 67"/>
                  <a:gd name="T2" fmla="*/ 48 w 280"/>
                  <a:gd name="T3" fmla="*/ 45 h 67"/>
                  <a:gd name="T4" fmla="*/ 86 w 280"/>
                  <a:gd name="T5" fmla="*/ 54 h 67"/>
                  <a:gd name="T6" fmla="*/ 157 w 280"/>
                  <a:gd name="T7" fmla="*/ 57 h 67"/>
                  <a:gd name="T8" fmla="*/ 267 w 280"/>
                  <a:gd name="T9" fmla="*/ 17 h 67"/>
                  <a:gd name="T10" fmla="*/ 318 w 280"/>
                  <a:gd name="T11" fmla="*/ 0 h 67"/>
                  <a:gd name="T12" fmla="*/ 240 w 280"/>
                  <a:gd name="T13" fmla="*/ 43 h 67"/>
                  <a:gd name="T14" fmla="*/ 143 w 280"/>
                  <a:gd name="T15" fmla="*/ 72 h 67"/>
                  <a:gd name="T16" fmla="*/ 72 w 280"/>
                  <a:gd name="T17" fmla="*/ 68 h 67"/>
                  <a:gd name="T18" fmla="*/ 31 w 280"/>
                  <a:gd name="T19" fmla="*/ 56 h 67"/>
                  <a:gd name="T20" fmla="*/ 0 w 280"/>
                  <a:gd name="T21" fmla="*/ 55 h 6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80" h="67">
                    <a:moveTo>
                      <a:pt x="7" y="43"/>
                    </a:moveTo>
                    <a:cubicBezTo>
                      <a:pt x="19" y="44"/>
                      <a:pt x="30" y="38"/>
                      <a:pt x="42" y="39"/>
                    </a:cubicBezTo>
                    <a:cubicBezTo>
                      <a:pt x="53" y="40"/>
                      <a:pt x="66" y="43"/>
                      <a:pt x="76" y="48"/>
                    </a:cubicBezTo>
                    <a:cubicBezTo>
                      <a:pt x="96" y="57"/>
                      <a:pt x="118" y="56"/>
                      <a:pt x="139" y="51"/>
                    </a:cubicBezTo>
                    <a:cubicBezTo>
                      <a:pt x="172" y="42"/>
                      <a:pt x="206" y="31"/>
                      <a:pt x="235" y="14"/>
                    </a:cubicBezTo>
                    <a:cubicBezTo>
                      <a:pt x="249" y="7"/>
                      <a:pt x="264" y="3"/>
                      <a:pt x="280" y="0"/>
                    </a:cubicBezTo>
                    <a:cubicBezTo>
                      <a:pt x="256" y="6"/>
                      <a:pt x="235" y="27"/>
                      <a:pt x="212" y="37"/>
                    </a:cubicBezTo>
                    <a:cubicBezTo>
                      <a:pt x="184" y="50"/>
                      <a:pt x="156" y="56"/>
                      <a:pt x="126" y="63"/>
                    </a:cubicBezTo>
                    <a:cubicBezTo>
                      <a:pt x="105" y="67"/>
                      <a:pt x="84" y="65"/>
                      <a:pt x="63" y="59"/>
                    </a:cubicBezTo>
                    <a:cubicBezTo>
                      <a:pt x="52" y="56"/>
                      <a:pt x="40" y="52"/>
                      <a:pt x="28" y="50"/>
                    </a:cubicBezTo>
                    <a:cubicBezTo>
                      <a:pt x="20" y="49"/>
                      <a:pt x="6" y="46"/>
                      <a:pt x="0" y="49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29157" name="Freeform 161">
                <a:extLst>
                  <a:ext uri="{FF2B5EF4-FFF2-40B4-BE49-F238E27FC236}">
                    <a16:creationId xmlns:a16="http://schemas.microsoft.com/office/drawing/2014/main" id="{41743BF5-F8E1-4016-938E-7721649B0A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7" y="1351"/>
                <a:ext cx="127" cy="170"/>
              </a:xfrm>
              <a:custGeom>
                <a:avLst/>
                <a:gdLst>
                  <a:gd name="T0" fmla="*/ 137 w 122"/>
                  <a:gd name="T1" fmla="*/ 1 h 164"/>
                  <a:gd name="T2" fmla="*/ 131 w 122"/>
                  <a:gd name="T3" fmla="*/ 31 h 164"/>
                  <a:gd name="T4" fmla="*/ 123 w 122"/>
                  <a:gd name="T5" fmla="*/ 60 h 164"/>
                  <a:gd name="T6" fmla="*/ 98 w 122"/>
                  <a:gd name="T7" fmla="*/ 109 h 164"/>
                  <a:gd name="T8" fmla="*/ 0 w 122"/>
                  <a:gd name="T9" fmla="*/ 182 h 164"/>
                  <a:gd name="T10" fmla="*/ 41 w 122"/>
                  <a:gd name="T11" fmla="*/ 149 h 164"/>
                  <a:gd name="T12" fmla="*/ 77 w 122"/>
                  <a:gd name="T13" fmla="*/ 114 h 164"/>
                  <a:gd name="T14" fmla="*/ 109 w 122"/>
                  <a:gd name="T15" fmla="*/ 61 h 164"/>
                  <a:gd name="T16" fmla="*/ 134 w 122"/>
                  <a:gd name="T17" fmla="*/ 0 h 16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22" h="164">
                    <a:moveTo>
                      <a:pt x="122" y="1"/>
                    </a:moveTo>
                    <a:cubicBezTo>
                      <a:pt x="118" y="8"/>
                      <a:pt x="118" y="19"/>
                      <a:pt x="116" y="28"/>
                    </a:cubicBezTo>
                    <a:cubicBezTo>
                      <a:pt x="114" y="37"/>
                      <a:pt x="112" y="45"/>
                      <a:pt x="109" y="54"/>
                    </a:cubicBezTo>
                    <a:cubicBezTo>
                      <a:pt x="104" y="70"/>
                      <a:pt x="97" y="85"/>
                      <a:pt x="86" y="97"/>
                    </a:cubicBezTo>
                    <a:cubicBezTo>
                      <a:pt x="61" y="123"/>
                      <a:pt x="38" y="155"/>
                      <a:pt x="0" y="164"/>
                    </a:cubicBezTo>
                    <a:cubicBezTo>
                      <a:pt x="13" y="156"/>
                      <a:pt x="25" y="144"/>
                      <a:pt x="36" y="134"/>
                    </a:cubicBezTo>
                    <a:cubicBezTo>
                      <a:pt x="48" y="124"/>
                      <a:pt x="59" y="114"/>
                      <a:pt x="68" y="102"/>
                    </a:cubicBezTo>
                    <a:cubicBezTo>
                      <a:pt x="80" y="87"/>
                      <a:pt x="90" y="72"/>
                      <a:pt x="97" y="55"/>
                    </a:cubicBezTo>
                    <a:cubicBezTo>
                      <a:pt x="106" y="37"/>
                      <a:pt x="114" y="18"/>
                      <a:pt x="119" y="0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29158" name="Freeform 162">
                <a:extLst>
                  <a:ext uri="{FF2B5EF4-FFF2-40B4-BE49-F238E27FC236}">
                    <a16:creationId xmlns:a16="http://schemas.microsoft.com/office/drawing/2014/main" id="{8566F508-513B-43F8-9178-0B1499E14E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9" y="1412"/>
                <a:ext cx="123" cy="123"/>
              </a:xfrm>
              <a:custGeom>
                <a:avLst/>
                <a:gdLst>
                  <a:gd name="T0" fmla="*/ 0 w 117"/>
                  <a:gd name="T1" fmla="*/ 0 h 118"/>
                  <a:gd name="T2" fmla="*/ 14 w 117"/>
                  <a:gd name="T3" fmla="*/ 22 h 118"/>
                  <a:gd name="T4" fmla="*/ 27 w 117"/>
                  <a:gd name="T5" fmla="*/ 46 h 118"/>
                  <a:gd name="T6" fmla="*/ 52 w 117"/>
                  <a:gd name="T7" fmla="*/ 84 h 118"/>
                  <a:gd name="T8" fmla="*/ 91 w 117"/>
                  <a:gd name="T9" fmla="*/ 115 h 118"/>
                  <a:gd name="T10" fmla="*/ 136 w 117"/>
                  <a:gd name="T11" fmla="*/ 133 h 118"/>
                  <a:gd name="T12" fmla="*/ 109 w 117"/>
                  <a:gd name="T13" fmla="*/ 120 h 118"/>
                  <a:gd name="T14" fmla="*/ 84 w 117"/>
                  <a:gd name="T15" fmla="*/ 99 h 118"/>
                  <a:gd name="T16" fmla="*/ 47 w 117"/>
                  <a:gd name="T17" fmla="*/ 59 h 118"/>
                  <a:gd name="T18" fmla="*/ 22 w 117"/>
                  <a:gd name="T19" fmla="*/ 27 h 118"/>
                  <a:gd name="T20" fmla="*/ 1 w 117"/>
                  <a:gd name="T21" fmla="*/ 3 h 11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17" h="118">
                    <a:moveTo>
                      <a:pt x="0" y="0"/>
                    </a:moveTo>
                    <a:cubicBezTo>
                      <a:pt x="2" y="7"/>
                      <a:pt x="8" y="13"/>
                      <a:pt x="11" y="19"/>
                    </a:cubicBezTo>
                    <a:cubicBezTo>
                      <a:pt x="15" y="26"/>
                      <a:pt x="19" y="33"/>
                      <a:pt x="24" y="40"/>
                    </a:cubicBezTo>
                    <a:cubicBezTo>
                      <a:pt x="31" y="51"/>
                      <a:pt x="37" y="64"/>
                      <a:pt x="45" y="75"/>
                    </a:cubicBezTo>
                    <a:cubicBezTo>
                      <a:pt x="55" y="86"/>
                      <a:pt x="67" y="94"/>
                      <a:pt x="79" y="102"/>
                    </a:cubicBezTo>
                    <a:cubicBezTo>
                      <a:pt x="91" y="109"/>
                      <a:pt x="104" y="112"/>
                      <a:pt x="117" y="118"/>
                    </a:cubicBezTo>
                    <a:cubicBezTo>
                      <a:pt x="109" y="117"/>
                      <a:pt x="101" y="110"/>
                      <a:pt x="94" y="106"/>
                    </a:cubicBezTo>
                    <a:cubicBezTo>
                      <a:pt x="86" y="100"/>
                      <a:pt x="79" y="95"/>
                      <a:pt x="72" y="87"/>
                    </a:cubicBezTo>
                    <a:cubicBezTo>
                      <a:pt x="62" y="76"/>
                      <a:pt x="51" y="65"/>
                      <a:pt x="41" y="53"/>
                    </a:cubicBezTo>
                    <a:cubicBezTo>
                      <a:pt x="33" y="44"/>
                      <a:pt x="27" y="33"/>
                      <a:pt x="19" y="24"/>
                    </a:cubicBezTo>
                    <a:cubicBezTo>
                      <a:pt x="13" y="17"/>
                      <a:pt x="6" y="11"/>
                      <a:pt x="1" y="3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29159" name="Freeform 163">
                <a:extLst>
                  <a:ext uri="{FF2B5EF4-FFF2-40B4-BE49-F238E27FC236}">
                    <a16:creationId xmlns:a16="http://schemas.microsoft.com/office/drawing/2014/main" id="{E6F95B98-5BC8-4A51-8C38-DC47E3FBD8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5" y="828"/>
                <a:ext cx="247" cy="115"/>
              </a:xfrm>
              <a:custGeom>
                <a:avLst/>
                <a:gdLst>
                  <a:gd name="T0" fmla="*/ 271 w 236"/>
                  <a:gd name="T1" fmla="*/ 5 h 110"/>
                  <a:gd name="T2" fmla="*/ 237 w 236"/>
                  <a:gd name="T3" fmla="*/ 24 h 110"/>
                  <a:gd name="T4" fmla="*/ 199 w 236"/>
                  <a:gd name="T5" fmla="*/ 74 h 110"/>
                  <a:gd name="T6" fmla="*/ 141 w 236"/>
                  <a:gd name="T7" fmla="*/ 102 h 110"/>
                  <a:gd name="T8" fmla="*/ 76 w 236"/>
                  <a:gd name="T9" fmla="*/ 125 h 110"/>
                  <a:gd name="T10" fmla="*/ 102 w 236"/>
                  <a:gd name="T11" fmla="*/ 101 h 110"/>
                  <a:gd name="T12" fmla="*/ 130 w 236"/>
                  <a:gd name="T13" fmla="*/ 93 h 110"/>
                  <a:gd name="T14" fmla="*/ 50 w 236"/>
                  <a:gd name="T15" fmla="*/ 119 h 110"/>
                  <a:gd name="T16" fmla="*/ 105 w 236"/>
                  <a:gd name="T17" fmla="*/ 83 h 110"/>
                  <a:gd name="T18" fmla="*/ 54 w 236"/>
                  <a:gd name="T19" fmla="*/ 87 h 110"/>
                  <a:gd name="T20" fmla="*/ 0 w 236"/>
                  <a:gd name="T21" fmla="*/ 87 h 110"/>
                  <a:gd name="T22" fmla="*/ 60 w 236"/>
                  <a:gd name="T23" fmla="*/ 67 h 110"/>
                  <a:gd name="T24" fmla="*/ 18 w 236"/>
                  <a:gd name="T25" fmla="*/ 58 h 110"/>
                  <a:gd name="T26" fmla="*/ 48 w 236"/>
                  <a:gd name="T27" fmla="*/ 51 h 110"/>
                  <a:gd name="T28" fmla="*/ 73 w 236"/>
                  <a:gd name="T29" fmla="*/ 25 h 110"/>
                  <a:gd name="T30" fmla="*/ 142 w 236"/>
                  <a:gd name="T31" fmla="*/ 4 h 110"/>
                  <a:gd name="T32" fmla="*/ 215 w 236"/>
                  <a:gd name="T33" fmla="*/ 0 h 11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236" h="110">
                    <a:moveTo>
                      <a:pt x="236" y="5"/>
                    </a:moveTo>
                    <a:cubicBezTo>
                      <a:pt x="229" y="9"/>
                      <a:pt x="214" y="8"/>
                      <a:pt x="206" y="21"/>
                    </a:cubicBezTo>
                    <a:cubicBezTo>
                      <a:pt x="195" y="37"/>
                      <a:pt x="190" y="52"/>
                      <a:pt x="174" y="65"/>
                    </a:cubicBezTo>
                    <a:cubicBezTo>
                      <a:pt x="158" y="78"/>
                      <a:pt x="142" y="85"/>
                      <a:pt x="123" y="90"/>
                    </a:cubicBezTo>
                    <a:cubicBezTo>
                      <a:pt x="104" y="95"/>
                      <a:pt x="82" y="96"/>
                      <a:pt x="67" y="110"/>
                    </a:cubicBezTo>
                    <a:cubicBezTo>
                      <a:pt x="72" y="102"/>
                      <a:pt x="80" y="93"/>
                      <a:pt x="89" y="89"/>
                    </a:cubicBezTo>
                    <a:cubicBezTo>
                      <a:pt x="98" y="86"/>
                      <a:pt x="105" y="86"/>
                      <a:pt x="113" y="81"/>
                    </a:cubicBezTo>
                    <a:cubicBezTo>
                      <a:pt x="90" y="87"/>
                      <a:pt x="64" y="91"/>
                      <a:pt x="44" y="104"/>
                    </a:cubicBezTo>
                    <a:cubicBezTo>
                      <a:pt x="52" y="89"/>
                      <a:pt x="76" y="80"/>
                      <a:pt x="92" y="73"/>
                    </a:cubicBezTo>
                    <a:cubicBezTo>
                      <a:pt x="80" y="67"/>
                      <a:pt x="60" y="74"/>
                      <a:pt x="48" y="76"/>
                    </a:cubicBezTo>
                    <a:cubicBezTo>
                      <a:pt x="32" y="79"/>
                      <a:pt x="16" y="76"/>
                      <a:pt x="0" y="76"/>
                    </a:cubicBezTo>
                    <a:cubicBezTo>
                      <a:pt x="16" y="69"/>
                      <a:pt x="39" y="70"/>
                      <a:pt x="52" y="58"/>
                    </a:cubicBezTo>
                    <a:cubicBezTo>
                      <a:pt x="39" y="59"/>
                      <a:pt x="27" y="52"/>
                      <a:pt x="15" y="51"/>
                    </a:cubicBezTo>
                    <a:cubicBezTo>
                      <a:pt x="25" y="48"/>
                      <a:pt x="34" y="52"/>
                      <a:pt x="42" y="45"/>
                    </a:cubicBezTo>
                    <a:cubicBezTo>
                      <a:pt x="51" y="38"/>
                      <a:pt x="54" y="28"/>
                      <a:pt x="64" y="22"/>
                    </a:cubicBezTo>
                    <a:cubicBezTo>
                      <a:pt x="80" y="10"/>
                      <a:pt x="105" y="7"/>
                      <a:pt x="124" y="4"/>
                    </a:cubicBezTo>
                    <a:cubicBezTo>
                      <a:pt x="143" y="2"/>
                      <a:pt x="169" y="9"/>
                      <a:pt x="187" y="0"/>
                    </a:cubicBezTo>
                  </a:path>
                </a:pathLst>
              </a:custGeom>
              <a:solidFill>
                <a:srgbClr val="A57A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29160" name="Freeform 164">
                <a:extLst>
                  <a:ext uri="{FF2B5EF4-FFF2-40B4-BE49-F238E27FC236}">
                    <a16:creationId xmlns:a16="http://schemas.microsoft.com/office/drawing/2014/main" id="{F03A1486-2CD3-444B-862E-6CE41666CA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2" y="856"/>
                <a:ext cx="174" cy="86"/>
              </a:xfrm>
              <a:custGeom>
                <a:avLst/>
                <a:gdLst>
                  <a:gd name="T0" fmla="*/ 189 w 167"/>
                  <a:gd name="T1" fmla="*/ 0 h 83"/>
                  <a:gd name="T2" fmla="*/ 141 w 167"/>
                  <a:gd name="T3" fmla="*/ 29 h 83"/>
                  <a:gd name="T4" fmla="*/ 100 w 167"/>
                  <a:gd name="T5" fmla="*/ 53 h 83"/>
                  <a:gd name="T6" fmla="*/ 53 w 167"/>
                  <a:gd name="T7" fmla="*/ 73 h 83"/>
                  <a:gd name="T8" fmla="*/ 29 w 167"/>
                  <a:gd name="T9" fmla="*/ 79 h 83"/>
                  <a:gd name="T10" fmla="*/ 0 w 167"/>
                  <a:gd name="T11" fmla="*/ 92 h 83"/>
                  <a:gd name="T12" fmla="*/ 81 w 167"/>
                  <a:gd name="T13" fmla="*/ 71 h 83"/>
                  <a:gd name="T14" fmla="*/ 125 w 167"/>
                  <a:gd name="T15" fmla="*/ 48 h 83"/>
                  <a:gd name="T16" fmla="*/ 167 w 167"/>
                  <a:gd name="T17" fmla="*/ 28 h 83"/>
                  <a:gd name="T18" fmla="*/ 187 w 167"/>
                  <a:gd name="T19" fmla="*/ 3 h 8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67" h="83">
                    <a:moveTo>
                      <a:pt x="167" y="0"/>
                    </a:moveTo>
                    <a:cubicBezTo>
                      <a:pt x="153" y="10"/>
                      <a:pt x="142" y="21"/>
                      <a:pt x="125" y="26"/>
                    </a:cubicBezTo>
                    <a:cubicBezTo>
                      <a:pt x="111" y="30"/>
                      <a:pt x="100" y="39"/>
                      <a:pt x="88" y="47"/>
                    </a:cubicBezTo>
                    <a:cubicBezTo>
                      <a:pt x="75" y="57"/>
                      <a:pt x="63" y="62"/>
                      <a:pt x="47" y="66"/>
                    </a:cubicBezTo>
                    <a:cubicBezTo>
                      <a:pt x="40" y="68"/>
                      <a:pt x="33" y="68"/>
                      <a:pt x="26" y="70"/>
                    </a:cubicBezTo>
                    <a:cubicBezTo>
                      <a:pt x="16" y="73"/>
                      <a:pt x="9" y="79"/>
                      <a:pt x="0" y="83"/>
                    </a:cubicBezTo>
                    <a:cubicBezTo>
                      <a:pt x="23" y="74"/>
                      <a:pt x="49" y="74"/>
                      <a:pt x="72" y="65"/>
                    </a:cubicBezTo>
                    <a:cubicBezTo>
                      <a:pt x="87" y="59"/>
                      <a:pt x="97" y="50"/>
                      <a:pt x="110" y="42"/>
                    </a:cubicBezTo>
                    <a:cubicBezTo>
                      <a:pt x="122" y="34"/>
                      <a:pt x="137" y="34"/>
                      <a:pt x="148" y="25"/>
                    </a:cubicBezTo>
                    <a:cubicBezTo>
                      <a:pt x="155" y="20"/>
                      <a:pt x="161" y="4"/>
                      <a:pt x="165" y="3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29161" name="Freeform 165">
                <a:extLst>
                  <a:ext uri="{FF2B5EF4-FFF2-40B4-BE49-F238E27FC236}">
                    <a16:creationId xmlns:a16="http://schemas.microsoft.com/office/drawing/2014/main" id="{2B9CA541-9F50-4F4B-9637-614F46AE47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6" y="901"/>
                <a:ext cx="91" cy="16"/>
              </a:xfrm>
              <a:custGeom>
                <a:avLst/>
                <a:gdLst>
                  <a:gd name="T0" fmla="*/ 98 w 87"/>
                  <a:gd name="T1" fmla="*/ 4 h 15"/>
                  <a:gd name="T2" fmla="*/ 81 w 87"/>
                  <a:gd name="T3" fmla="*/ 3 h 15"/>
                  <a:gd name="T4" fmla="*/ 59 w 87"/>
                  <a:gd name="T5" fmla="*/ 11 h 15"/>
                  <a:gd name="T6" fmla="*/ 31 w 87"/>
                  <a:gd name="T7" fmla="*/ 12 h 15"/>
                  <a:gd name="T8" fmla="*/ 0 w 87"/>
                  <a:gd name="T9" fmla="*/ 6 h 15"/>
                  <a:gd name="T10" fmla="*/ 9 w 87"/>
                  <a:gd name="T11" fmla="*/ 12 h 15"/>
                  <a:gd name="T12" fmla="*/ 27 w 87"/>
                  <a:gd name="T13" fmla="*/ 16 h 15"/>
                  <a:gd name="T14" fmla="*/ 58 w 87"/>
                  <a:gd name="T15" fmla="*/ 14 h 15"/>
                  <a:gd name="T16" fmla="*/ 87 w 87"/>
                  <a:gd name="T17" fmla="*/ 4 h 15"/>
                  <a:gd name="T18" fmla="*/ 99 w 87"/>
                  <a:gd name="T19" fmla="*/ 3 h 1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7" h="15">
                    <a:moveTo>
                      <a:pt x="86" y="4"/>
                    </a:moveTo>
                    <a:cubicBezTo>
                      <a:pt x="82" y="0"/>
                      <a:pt x="75" y="3"/>
                      <a:pt x="71" y="3"/>
                    </a:cubicBezTo>
                    <a:cubicBezTo>
                      <a:pt x="65" y="4"/>
                      <a:pt x="59" y="7"/>
                      <a:pt x="52" y="8"/>
                    </a:cubicBezTo>
                    <a:cubicBezTo>
                      <a:pt x="44" y="10"/>
                      <a:pt x="36" y="10"/>
                      <a:pt x="28" y="9"/>
                    </a:cubicBezTo>
                    <a:cubicBezTo>
                      <a:pt x="18" y="9"/>
                      <a:pt x="9" y="9"/>
                      <a:pt x="0" y="6"/>
                    </a:cubicBezTo>
                    <a:cubicBezTo>
                      <a:pt x="3" y="8"/>
                      <a:pt x="6" y="8"/>
                      <a:pt x="9" y="9"/>
                    </a:cubicBezTo>
                    <a:cubicBezTo>
                      <a:pt x="14" y="10"/>
                      <a:pt x="19" y="12"/>
                      <a:pt x="24" y="13"/>
                    </a:cubicBezTo>
                    <a:cubicBezTo>
                      <a:pt x="33" y="15"/>
                      <a:pt x="42" y="13"/>
                      <a:pt x="51" y="11"/>
                    </a:cubicBezTo>
                    <a:cubicBezTo>
                      <a:pt x="59" y="8"/>
                      <a:pt x="67" y="6"/>
                      <a:pt x="76" y="4"/>
                    </a:cubicBezTo>
                    <a:cubicBezTo>
                      <a:pt x="79" y="3"/>
                      <a:pt x="83" y="3"/>
                      <a:pt x="87" y="3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29162" name="Freeform 166">
                <a:extLst>
                  <a:ext uri="{FF2B5EF4-FFF2-40B4-BE49-F238E27FC236}">
                    <a16:creationId xmlns:a16="http://schemas.microsoft.com/office/drawing/2014/main" id="{BC43E8FE-CD06-47FF-8413-4E5983306F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9" y="882"/>
                <a:ext cx="35" cy="12"/>
              </a:xfrm>
              <a:custGeom>
                <a:avLst/>
                <a:gdLst>
                  <a:gd name="T0" fmla="*/ 36 w 34"/>
                  <a:gd name="T1" fmla="*/ 9 h 12"/>
                  <a:gd name="T2" fmla="*/ 33 w 34"/>
                  <a:gd name="T3" fmla="*/ 9 h 12"/>
                  <a:gd name="T4" fmla="*/ 28 w 34"/>
                  <a:gd name="T5" fmla="*/ 7 h 12"/>
                  <a:gd name="T6" fmla="*/ 15 w 34"/>
                  <a:gd name="T7" fmla="*/ 4 h 12"/>
                  <a:gd name="T8" fmla="*/ 7 w 34"/>
                  <a:gd name="T9" fmla="*/ 2 h 12"/>
                  <a:gd name="T10" fmla="*/ 0 w 34"/>
                  <a:gd name="T11" fmla="*/ 1 h 12"/>
                  <a:gd name="T12" fmla="*/ 14 w 34"/>
                  <a:gd name="T13" fmla="*/ 8 h 12"/>
                  <a:gd name="T14" fmla="*/ 37 w 34"/>
                  <a:gd name="T15" fmla="*/ 10 h 1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4" h="12">
                    <a:moveTo>
                      <a:pt x="33" y="9"/>
                    </a:moveTo>
                    <a:cubicBezTo>
                      <a:pt x="32" y="8"/>
                      <a:pt x="31" y="9"/>
                      <a:pt x="30" y="9"/>
                    </a:cubicBezTo>
                    <a:cubicBezTo>
                      <a:pt x="28" y="8"/>
                      <a:pt x="27" y="7"/>
                      <a:pt x="25" y="7"/>
                    </a:cubicBezTo>
                    <a:cubicBezTo>
                      <a:pt x="22" y="6"/>
                      <a:pt x="18" y="5"/>
                      <a:pt x="15" y="4"/>
                    </a:cubicBezTo>
                    <a:cubicBezTo>
                      <a:pt x="12" y="3"/>
                      <a:pt x="10" y="2"/>
                      <a:pt x="7" y="2"/>
                    </a:cubicBezTo>
                    <a:cubicBezTo>
                      <a:pt x="4" y="1"/>
                      <a:pt x="2" y="0"/>
                      <a:pt x="0" y="1"/>
                    </a:cubicBezTo>
                    <a:cubicBezTo>
                      <a:pt x="4" y="2"/>
                      <a:pt x="10" y="5"/>
                      <a:pt x="14" y="8"/>
                    </a:cubicBezTo>
                    <a:cubicBezTo>
                      <a:pt x="20" y="12"/>
                      <a:pt x="27" y="11"/>
                      <a:pt x="34" y="10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29163" name="Freeform 167">
                <a:extLst>
                  <a:ext uri="{FF2B5EF4-FFF2-40B4-BE49-F238E27FC236}">
                    <a16:creationId xmlns:a16="http://schemas.microsoft.com/office/drawing/2014/main" id="{D5A18253-BDB0-49C3-B9F0-94020D9751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0" y="863"/>
                <a:ext cx="73" cy="24"/>
              </a:xfrm>
              <a:custGeom>
                <a:avLst/>
                <a:gdLst>
                  <a:gd name="T0" fmla="*/ 79 w 70"/>
                  <a:gd name="T1" fmla="*/ 3 h 23"/>
                  <a:gd name="T2" fmla="*/ 74 w 70"/>
                  <a:gd name="T3" fmla="*/ 2 h 23"/>
                  <a:gd name="T4" fmla="*/ 62 w 70"/>
                  <a:gd name="T5" fmla="*/ 1 h 23"/>
                  <a:gd name="T6" fmla="*/ 39 w 70"/>
                  <a:gd name="T7" fmla="*/ 4 h 23"/>
                  <a:gd name="T8" fmla="*/ 28 w 70"/>
                  <a:gd name="T9" fmla="*/ 5 h 23"/>
                  <a:gd name="T10" fmla="*/ 18 w 70"/>
                  <a:gd name="T11" fmla="*/ 10 h 23"/>
                  <a:gd name="T12" fmla="*/ 0 w 70"/>
                  <a:gd name="T13" fmla="*/ 26 h 23"/>
                  <a:gd name="T14" fmla="*/ 22 w 70"/>
                  <a:gd name="T15" fmla="*/ 10 h 23"/>
                  <a:gd name="T16" fmla="*/ 53 w 70"/>
                  <a:gd name="T17" fmla="*/ 6 h 23"/>
                  <a:gd name="T18" fmla="*/ 65 w 70"/>
                  <a:gd name="T19" fmla="*/ 5 h 23"/>
                  <a:gd name="T20" fmla="*/ 74 w 70"/>
                  <a:gd name="T21" fmla="*/ 4 h 23"/>
                  <a:gd name="T22" fmla="*/ 79 w 70"/>
                  <a:gd name="T23" fmla="*/ 5 h 2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70" h="23">
                    <a:moveTo>
                      <a:pt x="70" y="3"/>
                    </a:moveTo>
                    <a:cubicBezTo>
                      <a:pt x="69" y="2"/>
                      <a:pt x="67" y="2"/>
                      <a:pt x="65" y="2"/>
                    </a:cubicBezTo>
                    <a:cubicBezTo>
                      <a:pt x="62" y="2"/>
                      <a:pt x="58" y="1"/>
                      <a:pt x="55" y="1"/>
                    </a:cubicBezTo>
                    <a:cubicBezTo>
                      <a:pt x="47" y="0"/>
                      <a:pt x="41" y="2"/>
                      <a:pt x="34" y="4"/>
                    </a:cubicBezTo>
                    <a:cubicBezTo>
                      <a:pt x="31" y="4"/>
                      <a:pt x="28" y="4"/>
                      <a:pt x="25" y="5"/>
                    </a:cubicBezTo>
                    <a:cubicBezTo>
                      <a:pt x="21" y="5"/>
                      <a:pt x="19" y="8"/>
                      <a:pt x="15" y="10"/>
                    </a:cubicBezTo>
                    <a:cubicBezTo>
                      <a:pt x="9" y="13"/>
                      <a:pt x="5" y="18"/>
                      <a:pt x="0" y="23"/>
                    </a:cubicBezTo>
                    <a:cubicBezTo>
                      <a:pt x="5" y="17"/>
                      <a:pt x="12" y="13"/>
                      <a:pt x="19" y="10"/>
                    </a:cubicBezTo>
                    <a:cubicBezTo>
                      <a:pt x="28" y="7"/>
                      <a:pt x="38" y="7"/>
                      <a:pt x="47" y="6"/>
                    </a:cubicBezTo>
                    <a:cubicBezTo>
                      <a:pt x="50" y="6"/>
                      <a:pt x="53" y="5"/>
                      <a:pt x="57" y="5"/>
                    </a:cubicBezTo>
                    <a:cubicBezTo>
                      <a:pt x="59" y="4"/>
                      <a:pt x="62" y="5"/>
                      <a:pt x="65" y="4"/>
                    </a:cubicBezTo>
                    <a:cubicBezTo>
                      <a:pt x="67" y="4"/>
                      <a:pt x="68" y="4"/>
                      <a:pt x="70" y="5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29164" name="Freeform 168">
                <a:extLst>
                  <a:ext uri="{FF2B5EF4-FFF2-40B4-BE49-F238E27FC236}">
                    <a16:creationId xmlns:a16="http://schemas.microsoft.com/office/drawing/2014/main" id="{011A5B8D-5206-490B-B061-A9FD5A1A4B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0" y="1714"/>
                <a:ext cx="130" cy="669"/>
              </a:xfrm>
              <a:custGeom>
                <a:avLst/>
                <a:gdLst>
                  <a:gd name="T0" fmla="*/ 10 w 124"/>
                  <a:gd name="T1" fmla="*/ 0 h 642"/>
                  <a:gd name="T2" fmla="*/ 30 w 124"/>
                  <a:gd name="T3" fmla="*/ 114 h 642"/>
                  <a:gd name="T4" fmla="*/ 47 w 124"/>
                  <a:gd name="T5" fmla="*/ 228 h 642"/>
                  <a:gd name="T6" fmla="*/ 126 w 124"/>
                  <a:gd name="T7" fmla="*/ 726 h 642"/>
                  <a:gd name="T8" fmla="*/ 47 w 124"/>
                  <a:gd name="T9" fmla="*/ 302 h 642"/>
                  <a:gd name="T10" fmla="*/ 19 w 124"/>
                  <a:gd name="T11" fmla="*/ 144 h 642"/>
                  <a:gd name="T12" fmla="*/ 10 w 124"/>
                  <a:gd name="T13" fmla="*/ 0 h 6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4" h="642">
                    <a:moveTo>
                      <a:pt x="10" y="0"/>
                    </a:moveTo>
                    <a:cubicBezTo>
                      <a:pt x="10" y="0"/>
                      <a:pt x="20" y="45"/>
                      <a:pt x="27" y="101"/>
                    </a:cubicBezTo>
                    <a:cubicBezTo>
                      <a:pt x="35" y="158"/>
                      <a:pt x="41" y="166"/>
                      <a:pt x="41" y="202"/>
                    </a:cubicBezTo>
                    <a:cubicBezTo>
                      <a:pt x="41" y="239"/>
                      <a:pt x="124" y="403"/>
                      <a:pt x="109" y="642"/>
                    </a:cubicBezTo>
                    <a:cubicBezTo>
                      <a:pt x="109" y="642"/>
                      <a:pt x="82" y="342"/>
                      <a:pt x="41" y="267"/>
                    </a:cubicBezTo>
                    <a:cubicBezTo>
                      <a:pt x="0" y="191"/>
                      <a:pt x="23" y="164"/>
                      <a:pt x="16" y="127"/>
                    </a:cubicBezTo>
                    <a:cubicBezTo>
                      <a:pt x="8" y="90"/>
                      <a:pt x="27" y="88"/>
                      <a:pt x="10" y="0"/>
                    </a:cubicBezTo>
                    <a:close/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29165" name="Freeform 169">
                <a:extLst>
                  <a:ext uri="{FF2B5EF4-FFF2-40B4-BE49-F238E27FC236}">
                    <a16:creationId xmlns:a16="http://schemas.microsoft.com/office/drawing/2014/main" id="{87C97693-FF51-43C2-99CD-BE181646F6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8" y="2039"/>
                <a:ext cx="46" cy="351"/>
              </a:xfrm>
              <a:custGeom>
                <a:avLst/>
                <a:gdLst>
                  <a:gd name="T0" fmla="*/ 15 w 44"/>
                  <a:gd name="T1" fmla="*/ 383 h 336"/>
                  <a:gd name="T2" fmla="*/ 37 w 44"/>
                  <a:gd name="T3" fmla="*/ 220 h 336"/>
                  <a:gd name="T4" fmla="*/ 24 w 44"/>
                  <a:gd name="T5" fmla="*/ 0 h 336"/>
                  <a:gd name="T6" fmla="*/ 0 w 44"/>
                  <a:gd name="T7" fmla="*/ 361 h 336"/>
                  <a:gd name="T8" fmla="*/ 15 w 44"/>
                  <a:gd name="T9" fmla="*/ 383 h 3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4" h="336">
                    <a:moveTo>
                      <a:pt x="12" y="336"/>
                    </a:moveTo>
                    <a:cubicBezTo>
                      <a:pt x="12" y="336"/>
                      <a:pt x="37" y="317"/>
                      <a:pt x="32" y="193"/>
                    </a:cubicBezTo>
                    <a:cubicBezTo>
                      <a:pt x="26" y="68"/>
                      <a:pt x="21" y="0"/>
                      <a:pt x="21" y="0"/>
                    </a:cubicBezTo>
                    <a:cubicBezTo>
                      <a:pt x="21" y="0"/>
                      <a:pt x="44" y="299"/>
                      <a:pt x="0" y="317"/>
                    </a:cubicBezTo>
                    <a:cubicBezTo>
                      <a:pt x="0" y="317"/>
                      <a:pt x="12" y="331"/>
                      <a:pt x="12" y="336"/>
                    </a:cubicBezTo>
                    <a:close/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29166" name="Freeform 170">
                <a:extLst>
                  <a:ext uri="{FF2B5EF4-FFF2-40B4-BE49-F238E27FC236}">
                    <a16:creationId xmlns:a16="http://schemas.microsoft.com/office/drawing/2014/main" id="{4B06F318-76B0-4FAF-A4D0-AEE911B764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2" y="1466"/>
                <a:ext cx="172" cy="108"/>
              </a:xfrm>
              <a:custGeom>
                <a:avLst/>
                <a:gdLst>
                  <a:gd name="T0" fmla="*/ 0 w 164"/>
                  <a:gd name="T1" fmla="*/ 19 h 103"/>
                  <a:gd name="T2" fmla="*/ 189 w 164"/>
                  <a:gd name="T3" fmla="*/ 118 h 103"/>
                  <a:gd name="T4" fmla="*/ 0 w 164"/>
                  <a:gd name="T5" fmla="*/ 19 h 10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4" h="103">
                    <a:moveTo>
                      <a:pt x="0" y="16"/>
                    </a:moveTo>
                    <a:cubicBezTo>
                      <a:pt x="0" y="16"/>
                      <a:pt x="106" y="0"/>
                      <a:pt x="164" y="103"/>
                    </a:cubicBezTo>
                    <a:cubicBezTo>
                      <a:pt x="164" y="103"/>
                      <a:pt x="95" y="10"/>
                      <a:pt x="0" y="16"/>
                    </a:cubicBezTo>
                    <a:close/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29167" name="Freeform 171">
                <a:extLst>
                  <a:ext uri="{FF2B5EF4-FFF2-40B4-BE49-F238E27FC236}">
                    <a16:creationId xmlns:a16="http://schemas.microsoft.com/office/drawing/2014/main" id="{01595555-6318-478F-A548-5536BEAE54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7" y="1604"/>
                <a:ext cx="205" cy="297"/>
              </a:xfrm>
              <a:custGeom>
                <a:avLst/>
                <a:gdLst>
                  <a:gd name="T0" fmla="*/ 0 w 196"/>
                  <a:gd name="T1" fmla="*/ 0 h 285"/>
                  <a:gd name="T2" fmla="*/ 39 w 196"/>
                  <a:gd name="T3" fmla="*/ 61 h 285"/>
                  <a:gd name="T4" fmla="*/ 150 w 196"/>
                  <a:gd name="T5" fmla="*/ 214 h 285"/>
                  <a:gd name="T6" fmla="*/ 224 w 196"/>
                  <a:gd name="T7" fmla="*/ 323 h 285"/>
                  <a:gd name="T8" fmla="*/ 156 w 196"/>
                  <a:gd name="T9" fmla="*/ 236 h 285"/>
                  <a:gd name="T10" fmla="*/ 76 w 196"/>
                  <a:gd name="T11" fmla="*/ 130 h 285"/>
                  <a:gd name="T12" fmla="*/ 0 w 196"/>
                  <a:gd name="T13" fmla="*/ 0 h 28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6" h="285">
                    <a:moveTo>
                      <a:pt x="0" y="0"/>
                    </a:moveTo>
                    <a:cubicBezTo>
                      <a:pt x="0" y="0"/>
                      <a:pt x="19" y="36"/>
                      <a:pt x="33" y="55"/>
                    </a:cubicBezTo>
                    <a:cubicBezTo>
                      <a:pt x="47" y="74"/>
                      <a:pt x="106" y="159"/>
                      <a:pt x="131" y="189"/>
                    </a:cubicBezTo>
                    <a:cubicBezTo>
                      <a:pt x="157" y="220"/>
                      <a:pt x="184" y="257"/>
                      <a:pt x="196" y="285"/>
                    </a:cubicBezTo>
                    <a:cubicBezTo>
                      <a:pt x="196" y="285"/>
                      <a:pt x="155" y="227"/>
                      <a:pt x="136" y="208"/>
                    </a:cubicBezTo>
                    <a:cubicBezTo>
                      <a:pt x="117" y="190"/>
                      <a:pt x="80" y="137"/>
                      <a:pt x="67" y="115"/>
                    </a:cubicBezTo>
                    <a:cubicBezTo>
                      <a:pt x="53" y="92"/>
                      <a:pt x="2" y="8"/>
                      <a:pt x="0" y="0"/>
                    </a:cubicBezTo>
                    <a:close/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29168" name="Freeform 172">
                <a:extLst>
                  <a:ext uri="{FF2B5EF4-FFF2-40B4-BE49-F238E27FC236}">
                    <a16:creationId xmlns:a16="http://schemas.microsoft.com/office/drawing/2014/main" id="{D5566FB1-FA5A-400A-8536-321BFAF6A7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7" y="1923"/>
                <a:ext cx="97" cy="111"/>
              </a:xfrm>
              <a:custGeom>
                <a:avLst/>
                <a:gdLst>
                  <a:gd name="T0" fmla="*/ 105 w 93"/>
                  <a:gd name="T1" fmla="*/ 0 h 107"/>
                  <a:gd name="T2" fmla="*/ 81 w 93"/>
                  <a:gd name="T3" fmla="*/ 31 h 107"/>
                  <a:gd name="T4" fmla="*/ 53 w 93"/>
                  <a:gd name="T5" fmla="*/ 64 h 107"/>
                  <a:gd name="T6" fmla="*/ 24 w 93"/>
                  <a:gd name="T7" fmla="*/ 119 h 107"/>
                  <a:gd name="T8" fmla="*/ 9 w 93"/>
                  <a:gd name="T9" fmla="*/ 96 h 107"/>
                  <a:gd name="T10" fmla="*/ 2 w 93"/>
                  <a:gd name="T11" fmla="*/ 81 h 107"/>
                  <a:gd name="T12" fmla="*/ 11 w 93"/>
                  <a:gd name="T13" fmla="*/ 71 h 107"/>
                  <a:gd name="T14" fmla="*/ 33 w 93"/>
                  <a:gd name="T15" fmla="*/ 59 h 107"/>
                  <a:gd name="T16" fmla="*/ 66 w 93"/>
                  <a:gd name="T17" fmla="*/ 34 h 107"/>
                  <a:gd name="T18" fmla="*/ 86 w 93"/>
                  <a:gd name="T19" fmla="*/ 21 h 107"/>
                  <a:gd name="T20" fmla="*/ 104 w 93"/>
                  <a:gd name="T21" fmla="*/ 1 h 10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93" h="107">
                    <a:moveTo>
                      <a:pt x="93" y="0"/>
                    </a:moveTo>
                    <a:cubicBezTo>
                      <a:pt x="87" y="10"/>
                      <a:pt x="79" y="18"/>
                      <a:pt x="72" y="28"/>
                    </a:cubicBezTo>
                    <a:cubicBezTo>
                      <a:pt x="64" y="39"/>
                      <a:pt x="56" y="49"/>
                      <a:pt x="47" y="58"/>
                    </a:cubicBezTo>
                    <a:cubicBezTo>
                      <a:pt x="35" y="72"/>
                      <a:pt x="23" y="89"/>
                      <a:pt x="21" y="107"/>
                    </a:cubicBezTo>
                    <a:cubicBezTo>
                      <a:pt x="21" y="98"/>
                      <a:pt x="14" y="94"/>
                      <a:pt x="9" y="87"/>
                    </a:cubicBezTo>
                    <a:cubicBezTo>
                      <a:pt x="6" y="83"/>
                      <a:pt x="0" y="78"/>
                      <a:pt x="2" y="72"/>
                    </a:cubicBezTo>
                    <a:cubicBezTo>
                      <a:pt x="3" y="68"/>
                      <a:pt x="8" y="66"/>
                      <a:pt x="11" y="64"/>
                    </a:cubicBezTo>
                    <a:cubicBezTo>
                      <a:pt x="18" y="61"/>
                      <a:pt x="24" y="57"/>
                      <a:pt x="30" y="53"/>
                    </a:cubicBezTo>
                    <a:cubicBezTo>
                      <a:pt x="40" y="47"/>
                      <a:pt x="49" y="38"/>
                      <a:pt x="58" y="31"/>
                    </a:cubicBezTo>
                    <a:cubicBezTo>
                      <a:pt x="64" y="27"/>
                      <a:pt x="71" y="23"/>
                      <a:pt x="76" y="18"/>
                    </a:cubicBezTo>
                    <a:cubicBezTo>
                      <a:pt x="81" y="12"/>
                      <a:pt x="90" y="8"/>
                      <a:pt x="92" y="1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29169" name="Freeform 173">
                <a:extLst>
                  <a:ext uri="{FF2B5EF4-FFF2-40B4-BE49-F238E27FC236}">
                    <a16:creationId xmlns:a16="http://schemas.microsoft.com/office/drawing/2014/main" id="{514AF645-3DBA-4D50-AE57-01BDF00A0A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0" y="1614"/>
                <a:ext cx="94" cy="281"/>
              </a:xfrm>
              <a:custGeom>
                <a:avLst/>
                <a:gdLst>
                  <a:gd name="T0" fmla="*/ 6 w 90"/>
                  <a:gd name="T1" fmla="*/ 0 h 269"/>
                  <a:gd name="T2" fmla="*/ 21 w 90"/>
                  <a:gd name="T3" fmla="*/ 61 h 269"/>
                  <a:gd name="T4" fmla="*/ 46 w 90"/>
                  <a:gd name="T5" fmla="*/ 145 h 269"/>
                  <a:gd name="T6" fmla="*/ 50 w 90"/>
                  <a:gd name="T7" fmla="*/ 188 h 269"/>
                  <a:gd name="T8" fmla="*/ 55 w 90"/>
                  <a:gd name="T9" fmla="*/ 231 h 269"/>
                  <a:gd name="T10" fmla="*/ 98 w 90"/>
                  <a:gd name="T11" fmla="*/ 302 h 269"/>
                  <a:gd name="T12" fmla="*/ 102 w 90"/>
                  <a:gd name="T13" fmla="*/ 307 h 269"/>
                  <a:gd name="T14" fmla="*/ 77 w 90"/>
                  <a:gd name="T15" fmla="*/ 272 h 269"/>
                  <a:gd name="T16" fmla="*/ 69 w 90"/>
                  <a:gd name="T17" fmla="*/ 216 h 269"/>
                  <a:gd name="T18" fmla="*/ 55 w 90"/>
                  <a:gd name="T19" fmla="*/ 99 h 269"/>
                  <a:gd name="T20" fmla="*/ 22 w 90"/>
                  <a:gd name="T21" fmla="*/ 33 h 269"/>
                  <a:gd name="T22" fmla="*/ 7 w 90"/>
                  <a:gd name="T23" fmla="*/ 0 h 269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90" h="269">
                    <a:moveTo>
                      <a:pt x="6" y="0"/>
                    </a:moveTo>
                    <a:cubicBezTo>
                      <a:pt x="0" y="17"/>
                      <a:pt x="10" y="39"/>
                      <a:pt x="18" y="54"/>
                    </a:cubicBezTo>
                    <a:cubicBezTo>
                      <a:pt x="29" y="76"/>
                      <a:pt x="36" y="103"/>
                      <a:pt x="40" y="127"/>
                    </a:cubicBezTo>
                    <a:cubicBezTo>
                      <a:pt x="42" y="139"/>
                      <a:pt x="43" y="152"/>
                      <a:pt x="44" y="165"/>
                    </a:cubicBezTo>
                    <a:cubicBezTo>
                      <a:pt x="46" y="178"/>
                      <a:pt x="48" y="190"/>
                      <a:pt x="49" y="203"/>
                    </a:cubicBezTo>
                    <a:cubicBezTo>
                      <a:pt x="50" y="231"/>
                      <a:pt x="63" y="250"/>
                      <a:pt x="86" y="265"/>
                    </a:cubicBezTo>
                    <a:cubicBezTo>
                      <a:pt x="88" y="266"/>
                      <a:pt x="89" y="268"/>
                      <a:pt x="90" y="269"/>
                    </a:cubicBezTo>
                    <a:cubicBezTo>
                      <a:pt x="82" y="259"/>
                      <a:pt x="73" y="250"/>
                      <a:pt x="68" y="238"/>
                    </a:cubicBezTo>
                    <a:cubicBezTo>
                      <a:pt x="62" y="223"/>
                      <a:pt x="61" y="207"/>
                      <a:pt x="60" y="190"/>
                    </a:cubicBezTo>
                    <a:cubicBezTo>
                      <a:pt x="59" y="155"/>
                      <a:pt x="62" y="119"/>
                      <a:pt x="49" y="87"/>
                    </a:cubicBezTo>
                    <a:cubicBezTo>
                      <a:pt x="41" y="67"/>
                      <a:pt x="31" y="47"/>
                      <a:pt x="19" y="30"/>
                    </a:cubicBezTo>
                    <a:cubicBezTo>
                      <a:pt x="13" y="21"/>
                      <a:pt x="7" y="10"/>
                      <a:pt x="7" y="0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29170" name="Freeform 174">
                <a:extLst>
                  <a:ext uri="{FF2B5EF4-FFF2-40B4-BE49-F238E27FC236}">
                    <a16:creationId xmlns:a16="http://schemas.microsoft.com/office/drawing/2014/main" id="{5AE8E4A8-B089-4AB9-856F-78C95EB33B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1" y="1600"/>
                <a:ext cx="25" cy="33"/>
              </a:xfrm>
              <a:custGeom>
                <a:avLst/>
                <a:gdLst>
                  <a:gd name="T0" fmla="*/ 0 w 23"/>
                  <a:gd name="T1" fmla="*/ 0 h 32"/>
                  <a:gd name="T2" fmla="*/ 16 w 23"/>
                  <a:gd name="T3" fmla="*/ 19 h 32"/>
                  <a:gd name="T4" fmla="*/ 29 w 23"/>
                  <a:gd name="T5" fmla="*/ 35 h 32"/>
                  <a:gd name="T6" fmla="*/ 17 w 23"/>
                  <a:gd name="T7" fmla="*/ 11 h 32"/>
                  <a:gd name="T8" fmla="*/ 0 w 23"/>
                  <a:gd name="T9" fmla="*/ 0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32">
                    <a:moveTo>
                      <a:pt x="0" y="0"/>
                    </a:moveTo>
                    <a:cubicBezTo>
                      <a:pt x="2" y="6"/>
                      <a:pt x="9" y="11"/>
                      <a:pt x="13" y="16"/>
                    </a:cubicBezTo>
                    <a:cubicBezTo>
                      <a:pt x="17" y="21"/>
                      <a:pt x="19" y="28"/>
                      <a:pt x="23" y="32"/>
                    </a:cubicBezTo>
                    <a:cubicBezTo>
                      <a:pt x="20" y="24"/>
                      <a:pt x="19" y="18"/>
                      <a:pt x="14" y="11"/>
                    </a:cubicBezTo>
                    <a:cubicBezTo>
                      <a:pt x="9" y="6"/>
                      <a:pt x="5" y="4"/>
                      <a:pt x="0" y="0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29171" name="Freeform 175">
                <a:extLst>
                  <a:ext uri="{FF2B5EF4-FFF2-40B4-BE49-F238E27FC236}">
                    <a16:creationId xmlns:a16="http://schemas.microsoft.com/office/drawing/2014/main" id="{FAD0F236-C1CB-42FC-9541-8F47AA772D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8" y="1469"/>
                <a:ext cx="284" cy="124"/>
              </a:xfrm>
              <a:custGeom>
                <a:avLst/>
                <a:gdLst>
                  <a:gd name="T0" fmla="*/ 292 w 272"/>
                  <a:gd name="T1" fmla="*/ 0 h 119"/>
                  <a:gd name="T2" fmla="*/ 149 w 272"/>
                  <a:gd name="T3" fmla="*/ 83 h 119"/>
                  <a:gd name="T4" fmla="*/ 0 w 272"/>
                  <a:gd name="T5" fmla="*/ 103 h 119"/>
                  <a:gd name="T6" fmla="*/ 213 w 272"/>
                  <a:gd name="T7" fmla="*/ 77 h 119"/>
                  <a:gd name="T8" fmla="*/ 306 w 272"/>
                  <a:gd name="T9" fmla="*/ 15 h 119"/>
                  <a:gd name="T10" fmla="*/ 292 w 272"/>
                  <a:gd name="T11" fmla="*/ 0 h 11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72" h="119">
                    <a:moveTo>
                      <a:pt x="257" y="0"/>
                    </a:moveTo>
                    <a:cubicBezTo>
                      <a:pt x="257" y="0"/>
                      <a:pt x="228" y="50"/>
                      <a:pt x="131" y="74"/>
                    </a:cubicBezTo>
                    <a:cubicBezTo>
                      <a:pt x="33" y="99"/>
                      <a:pt x="0" y="91"/>
                      <a:pt x="0" y="91"/>
                    </a:cubicBezTo>
                    <a:cubicBezTo>
                      <a:pt x="0" y="91"/>
                      <a:pt x="101" y="119"/>
                      <a:pt x="187" y="68"/>
                    </a:cubicBezTo>
                    <a:cubicBezTo>
                      <a:pt x="272" y="16"/>
                      <a:pt x="269" y="12"/>
                      <a:pt x="269" y="12"/>
                    </a:cubicBezTo>
                    <a:cubicBezTo>
                      <a:pt x="269" y="12"/>
                      <a:pt x="256" y="4"/>
                      <a:pt x="257" y="0"/>
                    </a:cubicBezTo>
                    <a:close/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29172" name="Freeform 176">
                <a:extLst>
                  <a:ext uri="{FF2B5EF4-FFF2-40B4-BE49-F238E27FC236}">
                    <a16:creationId xmlns:a16="http://schemas.microsoft.com/office/drawing/2014/main" id="{DED059B4-6738-42E1-8E6D-C42DCE06D3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9" y="1725"/>
                <a:ext cx="36" cy="368"/>
              </a:xfrm>
              <a:custGeom>
                <a:avLst/>
                <a:gdLst>
                  <a:gd name="T0" fmla="*/ 32 w 34"/>
                  <a:gd name="T1" fmla="*/ 398 h 353"/>
                  <a:gd name="T2" fmla="*/ 23 w 34"/>
                  <a:gd name="T3" fmla="*/ 182 h 353"/>
                  <a:gd name="T4" fmla="*/ 30 w 34"/>
                  <a:gd name="T5" fmla="*/ 0 h 353"/>
                  <a:gd name="T6" fmla="*/ 8 w 34"/>
                  <a:gd name="T7" fmla="*/ 154 h 353"/>
                  <a:gd name="T8" fmla="*/ 13 w 34"/>
                  <a:gd name="T9" fmla="*/ 385 h 353"/>
                  <a:gd name="T10" fmla="*/ 32 w 34"/>
                  <a:gd name="T11" fmla="*/ 398 h 35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4" h="353">
                    <a:moveTo>
                      <a:pt x="26" y="351"/>
                    </a:moveTo>
                    <a:cubicBezTo>
                      <a:pt x="26" y="351"/>
                      <a:pt x="34" y="243"/>
                      <a:pt x="20" y="161"/>
                    </a:cubicBezTo>
                    <a:cubicBezTo>
                      <a:pt x="3" y="60"/>
                      <a:pt x="25" y="0"/>
                      <a:pt x="25" y="0"/>
                    </a:cubicBezTo>
                    <a:cubicBezTo>
                      <a:pt x="25" y="0"/>
                      <a:pt x="0" y="58"/>
                      <a:pt x="8" y="136"/>
                    </a:cubicBezTo>
                    <a:cubicBezTo>
                      <a:pt x="16" y="214"/>
                      <a:pt x="30" y="333"/>
                      <a:pt x="10" y="340"/>
                    </a:cubicBezTo>
                    <a:cubicBezTo>
                      <a:pt x="10" y="340"/>
                      <a:pt x="20" y="353"/>
                      <a:pt x="26" y="351"/>
                    </a:cubicBezTo>
                    <a:close/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29173" name="Freeform 177">
                <a:extLst>
                  <a:ext uri="{FF2B5EF4-FFF2-40B4-BE49-F238E27FC236}">
                    <a16:creationId xmlns:a16="http://schemas.microsoft.com/office/drawing/2014/main" id="{EA79F85C-33DA-4BF5-8A97-80175ADC21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8" y="2099"/>
                <a:ext cx="38" cy="271"/>
              </a:xfrm>
              <a:custGeom>
                <a:avLst/>
                <a:gdLst>
                  <a:gd name="T0" fmla="*/ 14 w 36"/>
                  <a:gd name="T1" fmla="*/ 0 h 260"/>
                  <a:gd name="T2" fmla="*/ 27 w 36"/>
                  <a:gd name="T3" fmla="*/ 10 h 260"/>
                  <a:gd name="T4" fmla="*/ 26 w 36"/>
                  <a:gd name="T5" fmla="*/ 242 h 260"/>
                  <a:gd name="T6" fmla="*/ 18 w 36"/>
                  <a:gd name="T7" fmla="*/ 277 h 260"/>
                  <a:gd name="T8" fmla="*/ 7 w 36"/>
                  <a:gd name="T9" fmla="*/ 142 h 260"/>
                  <a:gd name="T10" fmla="*/ 14 w 36"/>
                  <a:gd name="T11" fmla="*/ 0 h 26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6" h="260">
                    <a:moveTo>
                      <a:pt x="11" y="0"/>
                    </a:moveTo>
                    <a:cubicBezTo>
                      <a:pt x="11" y="0"/>
                      <a:pt x="20" y="0"/>
                      <a:pt x="24" y="10"/>
                    </a:cubicBezTo>
                    <a:cubicBezTo>
                      <a:pt x="28" y="20"/>
                      <a:pt x="0" y="133"/>
                      <a:pt x="23" y="214"/>
                    </a:cubicBezTo>
                    <a:cubicBezTo>
                      <a:pt x="36" y="260"/>
                      <a:pt x="25" y="247"/>
                      <a:pt x="15" y="245"/>
                    </a:cubicBezTo>
                    <a:cubicBezTo>
                      <a:pt x="5" y="243"/>
                      <a:pt x="3" y="152"/>
                      <a:pt x="7" y="125"/>
                    </a:cubicBezTo>
                    <a:cubicBezTo>
                      <a:pt x="11" y="98"/>
                      <a:pt x="11" y="0"/>
                      <a:pt x="11" y="0"/>
                    </a:cubicBezTo>
                    <a:close/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29174" name="Freeform 178">
                <a:extLst>
                  <a:ext uri="{FF2B5EF4-FFF2-40B4-BE49-F238E27FC236}">
                    <a16:creationId xmlns:a16="http://schemas.microsoft.com/office/drawing/2014/main" id="{AF21D0A4-AB97-4F10-8549-78398E6EB5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3" y="2369"/>
                <a:ext cx="32" cy="86"/>
              </a:xfrm>
              <a:custGeom>
                <a:avLst/>
                <a:gdLst>
                  <a:gd name="T0" fmla="*/ 0 w 31"/>
                  <a:gd name="T1" fmla="*/ 0 h 83"/>
                  <a:gd name="T2" fmla="*/ 9 w 31"/>
                  <a:gd name="T3" fmla="*/ 13 h 83"/>
                  <a:gd name="T4" fmla="*/ 20 w 31"/>
                  <a:gd name="T5" fmla="*/ 30 h 83"/>
                  <a:gd name="T6" fmla="*/ 24 w 31"/>
                  <a:gd name="T7" fmla="*/ 62 h 83"/>
                  <a:gd name="T8" fmla="*/ 34 w 31"/>
                  <a:gd name="T9" fmla="*/ 92 h 83"/>
                  <a:gd name="T10" fmla="*/ 14 w 31"/>
                  <a:gd name="T11" fmla="*/ 26 h 83"/>
                  <a:gd name="T12" fmla="*/ 0 w 31"/>
                  <a:gd name="T13" fmla="*/ 3 h 8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83">
                    <a:moveTo>
                      <a:pt x="0" y="0"/>
                    </a:moveTo>
                    <a:cubicBezTo>
                      <a:pt x="1" y="5"/>
                      <a:pt x="4" y="10"/>
                      <a:pt x="9" y="13"/>
                    </a:cubicBezTo>
                    <a:cubicBezTo>
                      <a:pt x="13" y="17"/>
                      <a:pt x="16" y="21"/>
                      <a:pt x="17" y="27"/>
                    </a:cubicBezTo>
                    <a:cubicBezTo>
                      <a:pt x="20" y="37"/>
                      <a:pt x="20" y="46"/>
                      <a:pt x="21" y="56"/>
                    </a:cubicBezTo>
                    <a:cubicBezTo>
                      <a:pt x="23" y="66"/>
                      <a:pt x="27" y="74"/>
                      <a:pt x="31" y="83"/>
                    </a:cubicBezTo>
                    <a:cubicBezTo>
                      <a:pt x="13" y="67"/>
                      <a:pt x="22" y="42"/>
                      <a:pt x="14" y="23"/>
                    </a:cubicBezTo>
                    <a:cubicBezTo>
                      <a:pt x="10" y="15"/>
                      <a:pt x="4" y="10"/>
                      <a:pt x="0" y="3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29175" name="Freeform 179">
                <a:extLst>
                  <a:ext uri="{FF2B5EF4-FFF2-40B4-BE49-F238E27FC236}">
                    <a16:creationId xmlns:a16="http://schemas.microsoft.com/office/drawing/2014/main" id="{60DD8358-5F56-4B80-ABC1-09E389C744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1" y="2454"/>
                <a:ext cx="29" cy="110"/>
              </a:xfrm>
              <a:custGeom>
                <a:avLst/>
                <a:gdLst>
                  <a:gd name="T0" fmla="*/ 12 w 28"/>
                  <a:gd name="T1" fmla="*/ 0 h 105"/>
                  <a:gd name="T2" fmla="*/ 19 w 28"/>
                  <a:gd name="T3" fmla="*/ 46 h 105"/>
                  <a:gd name="T4" fmla="*/ 26 w 28"/>
                  <a:gd name="T5" fmla="*/ 79 h 105"/>
                  <a:gd name="T6" fmla="*/ 11 w 28"/>
                  <a:gd name="T7" fmla="*/ 110 h 105"/>
                  <a:gd name="T8" fmla="*/ 4 w 28"/>
                  <a:gd name="T9" fmla="*/ 71 h 105"/>
                  <a:gd name="T10" fmla="*/ 7 w 28"/>
                  <a:gd name="T11" fmla="*/ 36 h 105"/>
                  <a:gd name="T12" fmla="*/ 11 w 28"/>
                  <a:gd name="T13" fmla="*/ 2 h 105"/>
                  <a:gd name="T14" fmla="*/ 12 w 28"/>
                  <a:gd name="T15" fmla="*/ 3 h 10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8" h="105">
                    <a:moveTo>
                      <a:pt x="12" y="0"/>
                    </a:moveTo>
                    <a:cubicBezTo>
                      <a:pt x="22" y="12"/>
                      <a:pt x="16" y="27"/>
                      <a:pt x="16" y="40"/>
                    </a:cubicBezTo>
                    <a:cubicBezTo>
                      <a:pt x="15" y="51"/>
                      <a:pt x="24" y="58"/>
                      <a:pt x="23" y="69"/>
                    </a:cubicBezTo>
                    <a:cubicBezTo>
                      <a:pt x="23" y="77"/>
                      <a:pt x="28" y="105"/>
                      <a:pt x="11" y="95"/>
                    </a:cubicBezTo>
                    <a:cubicBezTo>
                      <a:pt x="0" y="89"/>
                      <a:pt x="1" y="72"/>
                      <a:pt x="4" y="62"/>
                    </a:cubicBezTo>
                    <a:cubicBezTo>
                      <a:pt x="6" y="51"/>
                      <a:pt x="7" y="41"/>
                      <a:pt x="7" y="31"/>
                    </a:cubicBezTo>
                    <a:cubicBezTo>
                      <a:pt x="7" y="22"/>
                      <a:pt x="4" y="8"/>
                      <a:pt x="11" y="2"/>
                    </a:cubicBezTo>
                    <a:cubicBezTo>
                      <a:pt x="12" y="2"/>
                      <a:pt x="12" y="3"/>
                      <a:pt x="12" y="3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29176" name="Freeform 180">
                <a:extLst>
                  <a:ext uri="{FF2B5EF4-FFF2-40B4-BE49-F238E27FC236}">
                    <a16:creationId xmlns:a16="http://schemas.microsoft.com/office/drawing/2014/main" id="{FB7A6866-9063-4C61-8FE0-5242C46C3C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8" y="2548"/>
                <a:ext cx="95" cy="26"/>
              </a:xfrm>
              <a:custGeom>
                <a:avLst/>
                <a:gdLst>
                  <a:gd name="T0" fmla="*/ 9 w 91"/>
                  <a:gd name="T1" fmla="*/ 1 h 25"/>
                  <a:gd name="T2" fmla="*/ 0 w 91"/>
                  <a:gd name="T3" fmla="*/ 6 h 25"/>
                  <a:gd name="T4" fmla="*/ 34 w 91"/>
                  <a:gd name="T5" fmla="*/ 16 h 25"/>
                  <a:gd name="T6" fmla="*/ 72 w 91"/>
                  <a:gd name="T7" fmla="*/ 21 h 25"/>
                  <a:gd name="T8" fmla="*/ 86 w 91"/>
                  <a:gd name="T9" fmla="*/ 23 h 25"/>
                  <a:gd name="T10" fmla="*/ 96 w 91"/>
                  <a:gd name="T11" fmla="*/ 27 h 25"/>
                  <a:gd name="T12" fmla="*/ 90 w 91"/>
                  <a:gd name="T13" fmla="*/ 11 h 25"/>
                  <a:gd name="T14" fmla="*/ 53 w 91"/>
                  <a:gd name="T15" fmla="*/ 6 h 25"/>
                  <a:gd name="T16" fmla="*/ 21 w 91"/>
                  <a:gd name="T17" fmla="*/ 1 h 25"/>
                  <a:gd name="T18" fmla="*/ 6 w 91"/>
                  <a:gd name="T19" fmla="*/ 0 h 2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91" h="25">
                    <a:moveTo>
                      <a:pt x="9" y="1"/>
                    </a:moveTo>
                    <a:cubicBezTo>
                      <a:pt x="4" y="1"/>
                      <a:pt x="1" y="2"/>
                      <a:pt x="0" y="6"/>
                    </a:cubicBezTo>
                    <a:cubicBezTo>
                      <a:pt x="7" y="14"/>
                      <a:pt x="21" y="13"/>
                      <a:pt x="31" y="13"/>
                    </a:cubicBezTo>
                    <a:cubicBezTo>
                      <a:pt x="42" y="14"/>
                      <a:pt x="52" y="16"/>
                      <a:pt x="63" y="18"/>
                    </a:cubicBezTo>
                    <a:cubicBezTo>
                      <a:pt x="67" y="19"/>
                      <a:pt x="71" y="19"/>
                      <a:pt x="76" y="20"/>
                    </a:cubicBezTo>
                    <a:cubicBezTo>
                      <a:pt x="77" y="21"/>
                      <a:pt x="83" y="25"/>
                      <a:pt x="84" y="24"/>
                    </a:cubicBezTo>
                    <a:cubicBezTo>
                      <a:pt x="91" y="23"/>
                      <a:pt x="81" y="13"/>
                      <a:pt x="79" y="11"/>
                    </a:cubicBezTo>
                    <a:cubicBezTo>
                      <a:pt x="69" y="4"/>
                      <a:pt x="58" y="6"/>
                      <a:pt x="47" y="6"/>
                    </a:cubicBezTo>
                    <a:cubicBezTo>
                      <a:pt x="36" y="6"/>
                      <a:pt x="28" y="3"/>
                      <a:pt x="18" y="1"/>
                    </a:cubicBezTo>
                    <a:cubicBezTo>
                      <a:pt x="14" y="1"/>
                      <a:pt x="10" y="0"/>
                      <a:pt x="6" y="0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29177" name="Freeform 181">
                <a:extLst>
                  <a:ext uri="{FF2B5EF4-FFF2-40B4-BE49-F238E27FC236}">
                    <a16:creationId xmlns:a16="http://schemas.microsoft.com/office/drawing/2014/main" id="{657CB075-E35D-44D9-A045-38BA9E4248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6" y="2554"/>
                <a:ext cx="116" cy="133"/>
              </a:xfrm>
              <a:custGeom>
                <a:avLst/>
                <a:gdLst>
                  <a:gd name="T0" fmla="*/ 0 w 111"/>
                  <a:gd name="T1" fmla="*/ 0 h 127"/>
                  <a:gd name="T2" fmla="*/ 41 w 111"/>
                  <a:gd name="T3" fmla="*/ 34 h 127"/>
                  <a:gd name="T4" fmla="*/ 59 w 111"/>
                  <a:gd name="T5" fmla="*/ 72 h 127"/>
                  <a:gd name="T6" fmla="*/ 76 w 111"/>
                  <a:gd name="T7" fmla="*/ 85 h 127"/>
                  <a:gd name="T8" fmla="*/ 93 w 111"/>
                  <a:gd name="T9" fmla="*/ 103 h 127"/>
                  <a:gd name="T10" fmla="*/ 124 w 111"/>
                  <a:gd name="T11" fmla="*/ 123 h 127"/>
                  <a:gd name="T12" fmla="*/ 123 w 111"/>
                  <a:gd name="T13" fmla="*/ 138 h 127"/>
                  <a:gd name="T14" fmla="*/ 108 w 111"/>
                  <a:gd name="T15" fmla="*/ 135 h 127"/>
                  <a:gd name="T16" fmla="*/ 86 w 111"/>
                  <a:gd name="T17" fmla="*/ 108 h 127"/>
                  <a:gd name="T18" fmla="*/ 71 w 111"/>
                  <a:gd name="T19" fmla="*/ 96 h 127"/>
                  <a:gd name="T20" fmla="*/ 63 w 111"/>
                  <a:gd name="T21" fmla="*/ 84 h 127"/>
                  <a:gd name="T22" fmla="*/ 43 w 111"/>
                  <a:gd name="T23" fmla="*/ 69 h 127"/>
                  <a:gd name="T24" fmla="*/ 30 w 111"/>
                  <a:gd name="T25" fmla="*/ 42 h 127"/>
                  <a:gd name="T26" fmla="*/ 3 w 111"/>
                  <a:gd name="T27" fmla="*/ 2 h 12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11" h="127">
                    <a:moveTo>
                      <a:pt x="0" y="0"/>
                    </a:moveTo>
                    <a:cubicBezTo>
                      <a:pt x="14" y="5"/>
                      <a:pt x="27" y="18"/>
                      <a:pt x="35" y="30"/>
                    </a:cubicBezTo>
                    <a:cubicBezTo>
                      <a:pt x="41" y="41"/>
                      <a:pt x="42" y="54"/>
                      <a:pt x="52" y="63"/>
                    </a:cubicBezTo>
                    <a:cubicBezTo>
                      <a:pt x="57" y="67"/>
                      <a:pt x="62" y="69"/>
                      <a:pt x="67" y="74"/>
                    </a:cubicBezTo>
                    <a:cubicBezTo>
                      <a:pt x="72" y="79"/>
                      <a:pt x="77" y="85"/>
                      <a:pt x="81" y="90"/>
                    </a:cubicBezTo>
                    <a:cubicBezTo>
                      <a:pt x="89" y="99"/>
                      <a:pt x="103" y="95"/>
                      <a:pt x="109" y="107"/>
                    </a:cubicBezTo>
                    <a:cubicBezTo>
                      <a:pt x="111" y="112"/>
                      <a:pt x="111" y="116"/>
                      <a:pt x="108" y="120"/>
                    </a:cubicBezTo>
                    <a:cubicBezTo>
                      <a:pt x="104" y="127"/>
                      <a:pt x="99" y="123"/>
                      <a:pt x="95" y="117"/>
                    </a:cubicBezTo>
                    <a:cubicBezTo>
                      <a:pt x="89" y="107"/>
                      <a:pt x="85" y="101"/>
                      <a:pt x="75" y="94"/>
                    </a:cubicBezTo>
                    <a:cubicBezTo>
                      <a:pt x="71" y="91"/>
                      <a:pt x="66" y="89"/>
                      <a:pt x="62" y="84"/>
                    </a:cubicBezTo>
                    <a:cubicBezTo>
                      <a:pt x="59" y="81"/>
                      <a:pt x="58" y="77"/>
                      <a:pt x="55" y="73"/>
                    </a:cubicBezTo>
                    <a:cubicBezTo>
                      <a:pt x="50" y="67"/>
                      <a:pt x="43" y="65"/>
                      <a:pt x="37" y="60"/>
                    </a:cubicBezTo>
                    <a:cubicBezTo>
                      <a:pt x="31" y="54"/>
                      <a:pt x="29" y="44"/>
                      <a:pt x="27" y="36"/>
                    </a:cubicBezTo>
                    <a:cubicBezTo>
                      <a:pt x="24" y="26"/>
                      <a:pt x="15" y="4"/>
                      <a:pt x="3" y="2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29178" name="Freeform 182">
                <a:extLst>
                  <a:ext uri="{FF2B5EF4-FFF2-40B4-BE49-F238E27FC236}">
                    <a16:creationId xmlns:a16="http://schemas.microsoft.com/office/drawing/2014/main" id="{2D1EAF23-5AEB-404A-A164-09DA9328D2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0" y="2657"/>
                <a:ext cx="23" cy="69"/>
              </a:xfrm>
              <a:custGeom>
                <a:avLst/>
                <a:gdLst>
                  <a:gd name="T0" fmla="*/ 0 w 22"/>
                  <a:gd name="T1" fmla="*/ 2 h 66"/>
                  <a:gd name="T2" fmla="*/ 8 w 22"/>
                  <a:gd name="T3" fmla="*/ 19 h 66"/>
                  <a:gd name="T4" fmla="*/ 21 w 22"/>
                  <a:gd name="T5" fmla="*/ 40 h 66"/>
                  <a:gd name="T6" fmla="*/ 22 w 22"/>
                  <a:gd name="T7" fmla="*/ 62 h 66"/>
                  <a:gd name="T8" fmla="*/ 6 w 22"/>
                  <a:gd name="T9" fmla="*/ 74 h 66"/>
                  <a:gd name="T10" fmla="*/ 9 w 22"/>
                  <a:gd name="T11" fmla="*/ 33 h 66"/>
                  <a:gd name="T12" fmla="*/ 1 w 22"/>
                  <a:gd name="T13" fmla="*/ 3 h 6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66">
                    <a:moveTo>
                      <a:pt x="0" y="2"/>
                    </a:moveTo>
                    <a:cubicBezTo>
                      <a:pt x="8" y="0"/>
                      <a:pt x="7" y="11"/>
                      <a:pt x="8" y="16"/>
                    </a:cubicBezTo>
                    <a:cubicBezTo>
                      <a:pt x="9" y="22"/>
                      <a:pt x="15" y="28"/>
                      <a:pt x="18" y="34"/>
                    </a:cubicBezTo>
                    <a:cubicBezTo>
                      <a:pt x="20" y="40"/>
                      <a:pt x="22" y="47"/>
                      <a:pt x="19" y="54"/>
                    </a:cubicBezTo>
                    <a:cubicBezTo>
                      <a:pt x="17" y="59"/>
                      <a:pt x="11" y="66"/>
                      <a:pt x="6" y="65"/>
                    </a:cubicBezTo>
                    <a:cubicBezTo>
                      <a:pt x="17" y="56"/>
                      <a:pt x="14" y="41"/>
                      <a:pt x="9" y="30"/>
                    </a:cubicBezTo>
                    <a:cubicBezTo>
                      <a:pt x="5" y="21"/>
                      <a:pt x="0" y="13"/>
                      <a:pt x="1" y="3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29179" name="Freeform 183">
                <a:extLst>
                  <a:ext uri="{FF2B5EF4-FFF2-40B4-BE49-F238E27FC236}">
                    <a16:creationId xmlns:a16="http://schemas.microsoft.com/office/drawing/2014/main" id="{060241B1-EFFB-4389-B72A-57E281E895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3" y="2524"/>
                <a:ext cx="22" cy="26"/>
              </a:xfrm>
              <a:custGeom>
                <a:avLst/>
                <a:gdLst>
                  <a:gd name="T0" fmla="*/ 15 w 21"/>
                  <a:gd name="T1" fmla="*/ 0 h 25"/>
                  <a:gd name="T2" fmla="*/ 24 w 21"/>
                  <a:gd name="T3" fmla="*/ 28 h 25"/>
                  <a:gd name="T4" fmla="*/ 0 w 21"/>
                  <a:gd name="T5" fmla="*/ 26 h 25"/>
                  <a:gd name="T6" fmla="*/ 0 w 21"/>
                  <a:gd name="T7" fmla="*/ 10 h 25"/>
                  <a:gd name="T8" fmla="*/ 14 w 21"/>
                  <a:gd name="T9" fmla="*/ 3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25">
                    <a:moveTo>
                      <a:pt x="12" y="0"/>
                    </a:moveTo>
                    <a:cubicBezTo>
                      <a:pt x="13" y="8"/>
                      <a:pt x="18" y="18"/>
                      <a:pt x="21" y="25"/>
                    </a:cubicBezTo>
                    <a:cubicBezTo>
                      <a:pt x="14" y="24"/>
                      <a:pt x="7" y="24"/>
                      <a:pt x="0" y="23"/>
                    </a:cubicBezTo>
                    <a:cubicBezTo>
                      <a:pt x="0" y="18"/>
                      <a:pt x="0" y="14"/>
                      <a:pt x="0" y="10"/>
                    </a:cubicBezTo>
                    <a:cubicBezTo>
                      <a:pt x="3" y="7"/>
                      <a:pt x="8" y="6"/>
                      <a:pt x="11" y="3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29180" name="Freeform 184">
                <a:extLst>
                  <a:ext uri="{FF2B5EF4-FFF2-40B4-BE49-F238E27FC236}">
                    <a16:creationId xmlns:a16="http://schemas.microsoft.com/office/drawing/2014/main" id="{98BBAA8D-5A85-49AE-9DC1-2FA515BFBF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4" y="2475"/>
                <a:ext cx="29" cy="53"/>
              </a:xfrm>
              <a:custGeom>
                <a:avLst/>
                <a:gdLst>
                  <a:gd name="T0" fmla="*/ 21 w 28"/>
                  <a:gd name="T1" fmla="*/ 1 h 51"/>
                  <a:gd name="T2" fmla="*/ 24 w 28"/>
                  <a:gd name="T3" fmla="*/ 41 h 51"/>
                  <a:gd name="T4" fmla="*/ 0 w 28"/>
                  <a:gd name="T5" fmla="*/ 53 h 51"/>
                  <a:gd name="T6" fmla="*/ 21 w 28"/>
                  <a:gd name="T7" fmla="*/ 0 h 5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" h="51">
                    <a:moveTo>
                      <a:pt x="18" y="1"/>
                    </a:moveTo>
                    <a:cubicBezTo>
                      <a:pt x="27" y="11"/>
                      <a:pt x="28" y="26"/>
                      <a:pt x="21" y="37"/>
                    </a:cubicBezTo>
                    <a:cubicBezTo>
                      <a:pt x="17" y="44"/>
                      <a:pt x="9" y="51"/>
                      <a:pt x="0" y="47"/>
                    </a:cubicBezTo>
                    <a:cubicBezTo>
                      <a:pt x="20" y="40"/>
                      <a:pt x="20" y="18"/>
                      <a:pt x="18" y="0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29181" name="Freeform 185">
                <a:extLst>
                  <a:ext uri="{FF2B5EF4-FFF2-40B4-BE49-F238E27FC236}">
                    <a16:creationId xmlns:a16="http://schemas.microsoft.com/office/drawing/2014/main" id="{01FE9D90-CEE1-4841-829A-B87ED110EF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1" y="2878"/>
                <a:ext cx="8" cy="95"/>
              </a:xfrm>
              <a:custGeom>
                <a:avLst/>
                <a:gdLst>
                  <a:gd name="T0" fmla="*/ 10 w 7"/>
                  <a:gd name="T1" fmla="*/ 103 h 91"/>
                  <a:gd name="T2" fmla="*/ 8 w 7"/>
                  <a:gd name="T3" fmla="*/ 51 h 91"/>
                  <a:gd name="T4" fmla="*/ 2 w 7"/>
                  <a:gd name="T5" fmla="*/ 0 h 9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91">
                    <a:moveTo>
                      <a:pt x="7" y="91"/>
                    </a:moveTo>
                    <a:cubicBezTo>
                      <a:pt x="2" y="78"/>
                      <a:pt x="6" y="59"/>
                      <a:pt x="5" y="45"/>
                    </a:cubicBezTo>
                    <a:cubicBezTo>
                      <a:pt x="4" y="31"/>
                      <a:pt x="0" y="14"/>
                      <a:pt x="2" y="0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29182" name="Freeform 186">
                <a:extLst>
                  <a:ext uri="{FF2B5EF4-FFF2-40B4-BE49-F238E27FC236}">
                    <a16:creationId xmlns:a16="http://schemas.microsoft.com/office/drawing/2014/main" id="{EFF54451-82F4-4047-B689-48164F137D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5" y="2868"/>
                <a:ext cx="44" cy="111"/>
              </a:xfrm>
              <a:custGeom>
                <a:avLst/>
                <a:gdLst>
                  <a:gd name="T0" fmla="*/ 20 w 42"/>
                  <a:gd name="T1" fmla="*/ 115 h 107"/>
                  <a:gd name="T2" fmla="*/ 4 w 42"/>
                  <a:gd name="T3" fmla="*/ 92 h 107"/>
                  <a:gd name="T4" fmla="*/ 3 w 42"/>
                  <a:gd name="T5" fmla="*/ 56 h 107"/>
                  <a:gd name="T6" fmla="*/ 1 w 42"/>
                  <a:gd name="T7" fmla="*/ 25 h 107"/>
                  <a:gd name="T8" fmla="*/ 0 w 42"/>
                  <a:gd name="T9" fmla="*/ 0 h 107"/>
                  <a:gd name="T10" fmla="*/ 7 w 42"/>
                  <a:gd name="T11" fmla="*/ 36 h 107"/>
                  <a:gd name="T12" fmla="*/ 14 w 42"/>
                  <a:gd name="T13" fmla="*/ 78 h 107"/>
                  <a:gd name="T14" fmla="*/ 25 w 42"/>
                  <a:gd name="T15" fmla="*/ 100 h 107"/>
                  <a:gd name="T16" fmla="*/ 48 w 42"/>
                  <a:gd name="T17" fmla="*/ 109 h 107"/>
                  <a:gd name="T18" fmla="*/ 19 w 42"/>
                  <a:gd name="T19" fmla="*/ 113 h 10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2" h="107">
                    <a:moveTo>
                      <a:pt x="17" y="103"/>
                    </a:moveTo>
                    <a:cubicBezTo>
                      <a:pt x="9" y="96"/>
                      <a:pt x="4" y="95"/>
                      <a:pt x="4" y="83"/>
                    </a:cubicBezTo>
                    <a:cubicBezTo>
                      <a:pt x="3" y="72"/>
                      <a:pt x="3" y="61"/>
                      <a:pt x="3" y="50"/>
                    </a:cubicBezTo>
                    <a:cubicBezTo>
                      <a:pt x="4" y="40"/>
                      <a:pt x="1" y="31"/>
                      <a:pt x="1" y="22"/>
                    </a:cubicBezTo>
                    <a:cubicBezTo>
                      <a:pt x="1" y="14"/>
                      <a:pt x="1" y="7"/>
                      <a:pt x="0" y="0"/>
                    </a:cubicBezTo>
                    <a:cubicBezTo>
                      <a:pt x="4" y="10"/>
                      <a:pt x="6" y="22"/>
                      <a:pt x="7" y="33"/>
                    </a:cubicBezTo>
                    <a:cubicBezTo>
                      <a:pt x="8" y="45"/>
                      <a:pt x="9" y="57"/>
                      <a:pt x="11" y="69"/>
                    </a:cubicBezTo>
                    <a:cubicBezTo>
                      <a:pt x="11" y="78"/>
                      <a:pt x="15" y="85"/>
                      <a:pt x="22" y="90"/>
                    </a:cubicBezTo>
                    <a:cubicBezTo>
                      <a:pt x="28" y="96"/>
                      <a:pt x="33" y="96"/>
                      <a:pt x="42" y="97"/>
                    </a:cubicBezTo>
                    <a:cubicBezTo>
                      <a:pt x="38" y="102"/>
                      <a:pt x="21" y="107"/>
                      <a:pt x="16" y="101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29183" name="Freeform 187">
                <a:extLst>
                  <a:ext uri="{FF2B5EF4-FFF2-40B4-BE49-F238E27FC236}">
                    <a16:creationId xmlns:a16="http://schemas.microsoft.com/office/drawing/2014/main" id="{17F00F28-E23C-4157-AC95-4AB4979A35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1" y="2852"/>
                <a:ext cx="112" cy="157"/>
              </a:xfrm>
              <a:custGeom>
                <a:avLst/>
                <a:gdLst>
                  <a:gd name="T0" fmla="*/ 0 w 108"/>
                  <a:gd name="T1" fmla="*/ 147 h 150"/>
                  <a:gd name="T2" fmla="*/ 34 w 108"/>
                  <a:gd name="T3" fmla="*/ 138 h 150"/>
                  <a:gd name="T4" fmla="*/ 62 w 108"/>
                  <a:gd name="T5" fmla="*/ 107 h 150"/>
                  <a:gd name="T6" fmla="*/ 84 w 108"/>
                  <a:gd name="T7" fmla="*/ 61 h 150"/>
                  <a:gd name="T8" fmla="*/ 103 w 108"/>
                  <a:gd name="T9" fmla="*/ 29 h 150"/>
                  <a:gd name="T10" fmla="*/ 120 w 108"/>
                  <a:gd name="T11" fmla="*/ 0 h 150"/>
                  <a:gd name="T12" fmla="*/ 115 w 108"/>
                  <a:gd name="T13" fmla="*/ 20 h 150"/>
                  <a:gd name="T14" fmla="*/ 100 w 108"/>
                  <a:gd name="T15" fmla="*/ 57 h 150"/>
                  <a:gd name="T16" fmla="*/ 65 w 108"/>
                  <a:gd name="T17" fmla="*/ 120 h 150"/>
                  <a:gd name="T18" fmla="*/ 53 w 108"/>
                  <a:gd name="T19" fmla="*/ 155 h 150"/>
                  <a:gd name="T20" fmla="*/ 67 w 108"/>
                  <a:gd name="T21" fmla="*/ 172 h 150"/>
                  <a:gd name="T22" fmla="*/ 33 w 108"/>
                  <a:gd name="T23" fmla="*/ 164 h 150"/>
                  <a:gd name="T24" fmla="*/ 2 w 108"/>
                  <a:gd name="T25" fmla="*/ 147 h 15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08" h="150">
                    <a:moveTo>
                      <a:pt x="0" y="128"/>
                    </a:moveTo>
                    <a:cubicBezTo>
                      <a:pt x="6" y="135"/>
                      <a:pt x="25" y="124"/>
                      <a:pt x="31" y="120"/>
                    </a:cubicBezTo>
                    <a:cubicBezTo>
                      <a:pt x="41" y="114"/>
                      <a:pt x="51" y="103"/>
                      <a:pt x="56" y="93"/>
                    </a:cubicBezTo>
                    <a:cubicBezTo>
                      <a:pt x="63" y="80"/>
                      <a:pt x="68" y="66"/>
                      <a:pt x="75" y="53"/>
                    </a:cubicBezTo>
                    <a:cubicBezTo>
                      <a:pt x="81" y="44"/>
                      <a:pt x="86" y="35"/>
                      <a:pt x="92" y="26"/>
                    </a:cubicBezTo>
                    <a:cubicBezTo>
                      <a:pt x="97" y="18"/>
                      <a:pt x="104" y="9"/>
                      <a:pt x="108" y="0"/>
                    </a:cubicBezTo>
                    <a:cubicBezTo>
                      <a:pt x="105" y="3"/>
                      <a:pt x="105" y="12"/>
                      <a:pt x="103" y="17"/>
                    </a:cubicBezTo>
                    <a:cubicBezTo>
                      <a:pt x="100" y="28"/>
                      <a:pt x="94" y="39"/>
                      <a:pt x="90" y="50"/>
                    </a:cubicBezTo>
                    <a:cubicBezTo>
                      <a:pt x="82" y="70"/>
                      <a:pt x="70" y="88"/>
                      <a:pt x="59" y="105"/>
                    </a:cubicBezTo>
                    <a:cubicBezTo>
                      <a:pt x="52" y="115"/>
                      <a:pt x="42" y="123"/>
                      <a:pt x="47" y="135"/>
                    </a:cubicBezTo>
                    <a:cubicBezTo>
                      <a:pt x="49" y="141"/>
                      <a:pt x="57" y="145"/>
                      <a:pt x="61" y="150"/>
                    </a:cubicBezTo>
                    <a:cubicBezTo>
                      <a:pt x="50" y="150"/>
                      <a:pt x="40" y="146"/>
                      <a:pt x="30" y="143"/>
                    </a:cubicBezTo>
                    <a:cubicBezTo>
                      <a:pt x="19" y="141"/>
                      <a:pt x="12" y="132"/>
                      <a:pt x="2" y="128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29184" name="Freeform 188">
                <a:extLst>
                  <a:ext uri="{FF2B5EF4-FFF2-40B4-BE49-F238E27FC236}">
                    <a16:creationId xmlns:a16="http://schemas.microsoft.com/office/drawing/2014/main" id="{3C459125-6898-4ECA-B9BB-923EB99E08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7" y="2940"/>
                <a:ext cx="143" cy="81"/>
              </a:xfrm>
              <a:custGeom>
                <a:avLst/>
                <a:gdLst>
                  <a:gd name="T0" fmla="*/ 20 w 137"/>
                  <a:gd name="T1" fmla="*/ 72 h 78"/>
                  <a:gd name="T2" fmla="*/ 53 w 137"/>
                  <a:gd name="T3" fmla="*/ 75 h 78"/>
                  <a:gd name="T4" fmla="*/ 95 w 137"/>
                  <a:gd name="T5" fmla="*/ 81 h 78"/>
                  <a:gd name="T6" fmla="*/ 110 w 137"/>
                  <a:gd name="T7" fmla="*/ 85 h 78"/>
                  <a:gd name="T8" fmla="*/ 116 w 137"/>
                  <a:gd name="T9" fmla="*/ 87 h 78"/>
                  <a:gd name="T10" fmla="*/ 124 w 137"/>
                  <a:gd name="T11" fmla="*/ 80 h 78"/>
                  <a:gd name="T12" fmla="*/ 140 w 137"/>
                  <a:gd name="T13" fmla="*/ 51 h 78"/>
                  <a:gd name="T14" fmla="*/ 156 w 137"/>
                  <a:gd name="T15" fmla="*/ 24 h 78"/>
                  <a:gd name="T16" fmla="*/ 111 w 137"/>
                  <a:gd name="T17" fmla="*/ 57 h 78"/>
                  <a:gd name="T18" fmla="*/ 52 w 137"/>
                  <a:gd name="T19" fmla="*/ 64 h 78"/>
                  <a:gd name="T20" fmla="*/ 30 w 137"/>
                  <a:gd name="T21" fmla="*/ 39 h 78"/>
                  <a:gd name="T22" fmla="*/ 30 w 137"/>
                  <a:gd name="T23" fmla="*/ 22 h 78"/>
                  <a:gd name="T24" fmla="*/ 34 w 137"/>
                  <a:gd name="T25" fmla="*/ 0 h 78"/>
                  <a:gd name="T26" fmla="*/ 10 w 137"/>
                  <a:gd name="T27" fmla="*/ 34 h 78"/>
                  <a:gd name="T28" fmla="*/ 7 w 137"/>
                  <a:gd name="T29" fmla="*/ 60 h 7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37" h="78">
                    <a:moveTo>
                      <a:pt x="17" y="64"/>
                    </a:moveTo>
                    <a:cubicBezTo>
                      <a:pt x="27" y="66"/>
                      <a:pt x="37" y="65"/>
                      <a:pt x="47" y="66"/>
                    </a:cubicBezTo>
                    <a:cubicBezTo>
                      <a:pt x="59" y="66"/>
                      <a:pt x="72" y="69"/>
                      <a:pt x="83" y="72"/>
                    </a:cubicBezTo>
                    <a:cubicBezTo>
                      <a:pt x="87" y="73"/>
                      <a:pt x="92" y="75"/>
                      <a:pt x="97" y="76"/>
                    </a:cubicBezTo>
                    <a:cubicBezTo>
                      <a:pt x="98" y="76"/>
                      <a:pt x="101" y="78"/>
                      <a:pt x="102" y="78"/>
                    </a:cubicBezTo>
                    <a:cubicBezTo>
                      <a:pt x="105" y="77"/>
                      <a:pt x="108" y="73"/>
                      <a:pt x="109" y="71"/>
                    </a:cubicBezTo>
                    <a:cubicBezTo>
                      <a:pt x="114" y="63"/>
                      <a:pt x="118" y="54"/>
                      <a:pt x="123" y="45"/>
                    </a:cubicBezTo>
                    <a:cubicBezTo>
                      <a:pt x="127" y="38"/>
                      <a:pt x="136" y="29"/>
                      <a:pt x="137" y="21"/>
                    </a:cubicBezTo>
                    <a:cubicBezTo>
                      <a:pt x="125" y="33"/>
                      <a:pt x="114" y="44"/>
                      <a:pt x="98" y="51"/>
                    </a:cubicBezTo>
                    <a:cubicBezTo>
                      <a:pt x="83" y="57"/>
                      <a:pt x="61" y="66"/>
                      <a:pt x="46" y="58"/>
                    </a:cubicBezTo>
                    <a:cubicBezTo>
                      <a:pt x="38" y="54"/>
                      <a:pt x="27" y="45"/>
                      <a:pt x="27" y="36"/>
                    </a:cubicBezTo>
                    <a:cubicBezTo>
                      <a:pt x="26" y="30"/>
                      <a:pt x="27" y="24"/>
                      <a:pt x="27" y="19"/>
                    </a:cubicBezTo>
                    <a:cubicBezTo>
                      <a:pt x="28" y="13"/>
                      <a:pt x="32" y="6"/>
                      <a:pt x="31" y="0"/>
                    </a:cubicBezTo>
                    <a:cubicBezTo>
                      <a:pt x="20" y="5"/>
                      <a:pt x="15" y="22"/>
                      <a:pt x="10" y="31"/>
                    </a:cubicBezTo>
                    <a:cubicBezTo>
                      <a:pt x="5" y="38"/>
                      <a:pt x="0" y="47"/>
                      <a:pt x="7" y="54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29185" name="Freeform 189">
                <a:extLst>
                  <a:ext uri="{FF2B5EF4-FFF2-40B4-BE49-F238E27FC236}">
                    <a16:creationId xmlns:a16="http://schemas.microsoft.com/office/drawing/2014/main" id="{AB340610-1C2E-46D7-A611-42F2AC4CB7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7" y="2617"/>
                <a:ext cx="33" cy="210"/>
              </a:xfrm>
              <a:custGeom>
                <a:avLst/>
                <a:gdLst>
                  <a:gd name="T0" fmla="*/ 26 w 31"/>
                  <a:gd name="T1" fmla="*/ 200 h 202"/>
                  <a:gd name="T2" fmla="*/ 17 w 31"/>
                  <a:gd name="T3" fmla="*/ 111 h 202"/>
                  <a:gd name="T4" fmla="*/ 31 w 31"/>
                  <a:gd name="T5" fmla="*/ 0 h 202"/>
                  <a:gd name="T6" fmla="*/ 13 w 31"/>
                  <a:gd name="T7" fmla="*/ 146 h 202"/>
                  <a:gd name="T8" fmla="*/ 12 w 31"/>
                  <a:gd name="T9" fmla="*/ 193 h 202"/>
                  <a:gd name="T10" fmla="*/ 2 w 31"/>
                  <a:gd name="T11" fmla="*/ 227 h 202"/>
                  <a:gd name="T12" fmla="*/ 26 w 31"/>
                  <a:gd name="T13" fmla="*/ 194 h 20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202">
                    <a:moveTo>
                      <a:pt x="22" y="178"/>
                    </a:moveTo>
                    <a:cubicBezTo>
                      <a:pt x="31" y="152"/>
                      <a:pt x="18" y="125"/>
                      <a:pt x="14" y="99"/>
                    </a:cubicBezTo>
                    <a:cubicBezTo>
                      <a:pt x="7" y="62"/>
                      <a:pt x="12" y="34"/>
                      <a:pt x="25" y="0"/>
                    </a:cubicBezTo>
                    <a:cubicBezTo>
                      <a:pt x="0" y="39"/>
                      <a:pt x="8" y="87"/>
                      <a:pt x="10" y="130"/>
                    </a:cubicBezTo>
                    <a:cubicBezTo>
                      <a:pt x="11" y="143"/>
                      <a:pt x="11" y="158"/>
                      <a:pt x="9" y="172"/>
                    </a:cubicBezTo>
                    <a:cubicBezTo>
                      <a:pt x="7" y="181"/>
                      <a:pt x="1" y="193"/>
                      <a:pt x="2" y="202"/>
                    </a:cubicBezTo>
                    <a:cubicBezTo>
                      <a:pt x="10" y="195"/>
                      <a:pt x="16" y="183"/>
                      <a:pt x="22" y="173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29186" name="Freeform 190">
                <a:extLst>
                  <a:ext uri="{FF2B5EF4-FFF2-40B4-BE49-F238E27FC236}">
                    <a16:creationId xmlns:a16="http://schemas.microsoft.com/office/drawing/2014/main" id="{4DC5AC11-41C0-4955-9BC4-794B2FB8BC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7" y="2704"/>
                <a:ext cx="87" cy="93"/>
              </a:xfrm>
              <a:custGeom>
                <a:avLst/>
                <a:gdLst>
                  <a:gd name="T0" fmla="*/ 95 w 83"/>
                  <a:gd name="T1" fmla="*/ 0 h 89"/>
                  <a:gd name="T2" fmla="*/ 77 w 83"/>
                  <a:gd name="T3" fmla="*/ 29 h 89"/>
                  <a:gd name="T4" fmla="*/ 51 w 83"/>
                  <a:gd name="T5" fmla="*/ 56 h 89"/>
                  <a:gd name="T6" fmla="*/ 0 w 83"/>
                  <a:gd name="T7" fmla="*/ 101 h 89"/>
                  <a:gd name="T8" fmla="*/ 15 w 83"/>
                  <a:gd name="T9" fmla="*/ 80 h 89"/>
                  <a:gd name="T10" fmla="*/ 44 w 83"/>
                  <a:gd name="T11" fmla="*/ 45 h 89"/>
                  <a:gd name="T12" fmla="*/ 92 w 83"/>
                  <a:gd name="T13" fmla="*/ 0 h 8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3" h="89">
                    <a:moveTo>
                      <a:pt x="83" y="0"/>
                    </a:moveTo>
                    <a:cubicBezTo>
                      <a:pt x="77" y="8"/>
                      <a:pt x="73" y="18"/>
                      <a:pt x="67" y="26"/>
                    </a:cubicBezTo>
                    <a:cubicBezTo>
                      <a:pt x="61" y="35"/>
                      <a:pt x="54" y="43"/>
                      <a:pt x="45" y="50"/>
                    </a:cubicBezTo>
                    <a:cubicBezTo>
                      <a:pt x="29" y="62"/>
                      <a:pt x="13" y="73"/>
                      <a:pt x="0" y="89"/>
                    </a:cubicBezTo>
                    <a:cubicBezTo>
                      <a:pt x="2" y="82"/>
                      <a:pt x="8" y="77"/>
                      <a:pt x="12" y="71"/>
                    </a:cubicBezTo>
                    <a:cubicBezTo>
                      <a:pt x="20" y="60"/>
                      <a:pt x="29" y="50"/>
                      <a:pt x="38" y="39"/>
                    </a:cubicBezTo>
                    <a:cubicBezTo>
                      <a:pt x="47" y="28"/>
                      <a:pt x="64" y="1"/>
                      <a:pt x="80" y="0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29187" name="Freeform 191">
                <a:extLst>
                  <a:ext uri="{FF2B5EF4-FFF2-40B4-BE49-F238E27FC236}">
                    <a16:creationId xmlns:a16="http://schemas.microsoft.com/office/drawing/2014/main" id="{83F140FA-F4AC-4A06-B570-48F79ACCC0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0" y="2712"/>
                <a:ext cx="84" cy="234"/>
              </a:xfrm>
              <a:custGeom>
                <a:avLst/>
                <a:gdLst>
                  <a:gd name="T0" fmla="*/ 87 w 81"/>
                  <a:gd name="T1" fmla="*/ 72 h 225"/>
                  <a:gd name="T2" fmla="*/ 48 w 81"/>
                  <a:gd name="T3" fmla="*/ 168 h 225"/>
                  <a:gd name="T4" fmla="*/ 27 w 81"/>
                  <a:gd name="T5" fmla="*/ 213 h 225"/>
                  <a:gd name="T6" fmla="*/ 0 w 81"/>
                  <a:gd name="T7" fmla="*/ 253 h 225"/>
                  <a:gd name="T8" fmla="*/ 33 w 81"/>
                  <a:gd name="T9" fmla="*/ 168 h 225"/>
                  <a:gd name="T10" fmla="*/ 45 w 81"/>
                  <a:gd name="T11" fmla="*/ 128 h 225"/>
                  <a:gd name="T12" fmla="*/ 56 w 81"/>
                  <a:gd name="T13" fmla="*/ 88 h 225"/>
                  <a:gd name="T14" fmla="*/ 64 w 81"/>
                  <a:gd name="T15" fmla="*/ 37 h 225"/>
                  <a:gd name="T16" fmla="*/ 71 w 81"/>
                  <a:gd name="T17" fmla="*/ 0 h 225"/>
                  <a:gd name="T18" fmla="*/ 86 w 81"/>
                  <a:gd name="T19" fmla="*/ 73 h 22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1" h="225">
                    <a:moveTo>
                      <a:pt x="78" y="63"/>
                    </a:moveTo>
                    <a:cubicBezTo>
                      <a:pt x="81" y="95"/>
                      <a:pt x="55" y="123"/>
                      <a:pt x="42" y="150"/>
                    </a:cubicBezTo>
                    <a:cubicBezTo>
                      <a:pt x="35" y="163"/>
                      <a:pt x="31" y="176"/>
                      <a:pt x="24" y="189"/>
                    </a:cubicBezTo>
                    <a:cubicBezTo>
                      <a:pt x="17" y="201"/>
                      <a:pt x="6" y="212"/>
                      <a:pt x="0" y="225"/>
                    </a:cubicBezTo>
                    <a:cubicBezTo>
                      <a:pt x="10" y="200"/>
                      <a:pt x="23" y="176"/>
                      <a:pt x="30" y="150"/>
                    </a:cubicBezTo>
                    <a:cubicBezTo>
                      <a:pt x="33" y="137"/>
                      <a:pt x="37" y="126"/>
                      <a:pt x="40" y="113"/>
                    </a:cubicBezTo>
                    <a:cubicBezTo>
                      <a:pt x="43" y="102"/>
                      <a:pt x="45" y="91"/>
                      <a:pt x="50" y="79"/>
                    </a:cubicBezTo>
                    <a:cubicBezTo>
                      <a:pt x="55" y="65"/>
                      <a:pt x="57" y="49"/>
                      <a:pt x="58" y="34"/>
                    </a:cubicBezTo>
                    <a:cubicBezTo>
                      <a:pt x="58" y="24"/>
                      <a:pt x="58" y="7"/>
                      <a:pt x="64" y="0"/>
                    </a:cubicBezTo>
                    <a:cubicBezTo>
                      <a:pt x="78" y="15"/>
                      <a:pt x="80" y="45"/>
                      <a:pt x="77" y="64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29188" name="Freeform 192">
                <a:extLst>
                  <a:ext uri="{FF2B5EF4-FFF2-40B4-BE49-F238E27FC236}">
                    <a16:creationId xmlns:a16="http://schemas.microsoft.com/office/drawing/2014/main" id="{ECBD1A03-2E16-4207-950B-130E2224ED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6" y="2650"/>
                <a:ext cx="61" cy="142"/>
              </a:xfrm>
              <a:custGeom>
                <a:avLst/>
                <a:gdLst>
                  <a:gd name="T0" fmla="*/ 65 w 59"/>
                  <a:gd name="T1" fmla="*/ 1 h 136"/>
                  <a:gd name="T2" fmla="*/ 57 w 59"/>
                  <a:gd name="T3" fmla="*/ 24 h 136"/>
                  <a:gd name="T4" fmla="*/ 52 w 59"/>
                  <a:gd name="T5" fmla="*/ 47 h 136"/>
                  <a:gd name="T6" fmla="*/ 41 w 59"/>
                  <a:gd name="T7" fmla="*/ 80 h 136"/>
                  <a:gd name="T8" fmla="*/ 37 w 59"/>
                  <a:gd name="T9" fmla="*/ 155 h 136"/>
                  <a:gd name="T10" fmla="*/ 19 w 59"/>
                  <a:gd name="T11" fmla="*/ 90 h 136"/>
                  <a:gd name="T12" fmla="*/ 1 w 59"/>
                  <a:gd name="T13" fmla="*/ 52 h 136"/>
                  <a:gd name="T14" fmla="*/ 26 w 59"/>
                  <a:gd name="T15" fmla="*/ 22 h 136"/>
                  <a:gd name="T16" fmla="*/ 62 w 59"/>
                  <a:gd name="T17" fmla="*/ 0 h 136"/>
                  <a:gd name="T18" fmla="*/ 64 w 59"/>
                  <a:gd name="T19" fmla="*/ 3 h 1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9" h="136">
                    <a:moveTo>
                      <a:pt x="59" y="1"/>
                    </a:moveTo>
                    <a:cubicBezTo>
                      <a:pt x="59" y="7"/>
                      <a:pt x="54" y="14"/>
                      <a:pt x="51" y="21"/>
                    </a:cubicBezTo>
                    <a:cubicBezTo>
                      <a:pt x="49" y="28"/>
                      <a:pt x="48" y="34"/>
                      <a:pt x="46" y="41"/>
                    </a:cubicBezTo>
                    <a:cubicBezTo>
                      <a:pt x="43" y="51"/>
                      <a:pt x="39" y="61"/>
                      <a:pt x="38" y="71"/>
                    </a:cubicBezTo>
                    <a:cubicBezTo>
                      <a:pt x="35" y="92"/>
                      <a:pt x="34" y="115"/>
                      <a:pt x="34" y="136"/>
                    </a:cubicBezTo>
                    <a:cubicBezTo>
                      <a:pt x="32" y="117"/>
                      <a:pt x="25" y="96"/>
                      <a:pt x="16" y="79"/>
                    </a:cubicBezTo>
                    <a:cubicBezTo>
                      <a:pt x="10" y="69"/>
                      <a:pt x="2" y="58"/>
                      <a:pt x="1" y="46"/>
                    </a:cubicBezTo>
                    <a:cubicBezTo>
                      <a:pt x="0" y="31"/>
                      <a:pt x="11" y="25"/>
                      <a:pt x="23" y="19"/>
                    </a:cubicBezTo>
                    <a:cubicBezTo>
                      <a:pt x="35" y="13"/>
                      <a:pt x="46" y="7"/>
                      <a:pt x="56" y="0"/>
                    </a:cubicBezTo>
                    <a:cubicBezTo>
                      <a:pt x="58" y="0"/>
                      <a:pt x="58" y="1"/>
                      <a:pt x="58" y="3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29189" name="Freeform 193">
                <a:extLst>
                  <a:ext uri="{FF2B5EF4-FFF2-40B4-BE49-F238E27FC236}">
                    <a16:creationId xmlns:a16="http://schemas.microsoft.com/office/drawing/2014/main" id="{3FDF190B-6546-4043-90DE-BE9BD94FFC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4" y="2748"/>
                <a:ext cx="22" cy="121"/>
              </a:xfrm>
              <a:custGeom>
                <a:avLst/>
                <a:gdLst>
                  <a:gd name="T0" fmla="*/ 14 w 21"/>
                  <a:gd name="T1" fmla="*/ 7 h 116"/>
                  <a:gd name="T2" fmla="*/ 15 w 21"/>
                  <a:gd name="T3" fmla="*/ 72 h 116"/>
                  <a:gd name="T4" fmla="*/ 22 w 21"/>
                  <a:gd name="T5" fmla="*/ 131 h 116"/>
                  <a:gd name="T6" fmla="*/ 2 w 21"/>
                  <a:gd name="T7" fmla="*/ 55 h 116"/>
                  <a:gd name="T8" fmla="*/ 9 w 21"/>
                  <a:gd name="T9" fmla="*/ 0 h 116"/>
                  <a:gd name="T10" fmla="*/ 10 w 21"/>
                  <a:gd name="T11" fmla="*/ 8 h 1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1" h="116">
                    <a:moveTo>
                      <a:pt x="11" y="7"/>
                    </a:moveTo>
                    <a:cubicBezTo>
                      <a:pt x="11" y="25"/>
                      <a:pt x="11" y="44"/>
                      <a:pt x="12" y="63"/>
                    </a:cubicBezTo>
                    <a:cubicBezTo>
                      <a:pt x="14" y="80"/>
                      <a:pt x="21" y="99"/>
                      <a:pt x="19" y="116"/>
                    </a:cubicBezTo>
                    <a:cubicBezTo>
                      <a:pt x="10" y="98"/>
                      <a:pt x="4" y="70"/>
                      <a:pt x="2" y="49"/>
                    </a:cubicBezTo>
                    <a:cubicBezTo>
                      <a:pt x="0" y="35"/>
                      <a:pt x="0" y="10"/>
                      <a:pt x="9" y="0"/>
                    </a:cubicBezTo>
                    <a:cubicBezTo>
                      <a:pt x="10" y="2"/>
                      <a:pt x="11" y="5"/>
                      <a:pt x="10" y="8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29190" name="Freeform 194">
                <a:extLst>
                  <a:ext uri="{FF2B5EF4-FFF2-40B4-BE49-F238E27FC236}">
                    <a16:creationId xmlns:a16="http://schemas.microsoft.com/office/drawing/2014/main" id="{1912DC6A-6542-4E7C-AC25-86C249C1D2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8" y="2917"/>
                <a:ext cx="100" cy="101"/>
              </a:xfrm>
              <a:custGeom>
                <a:avLst/>
                <a:gdLst>
                  <a:gd name="T0" fmla="*/ 108 w 96"/>
                  <a:gd name="T1" fmla="*/ 64 h 97"/>
                  <a:gd name="T2" fmla="*/ 0 w 96"/>
                  <a:gd name="T3" fmla="*/ 0 h 97"/>
                  <a:gd name="T4" fmla="*/ 42 w 96"/>
                  <a:gd name="T5" fmla="*/ 59 h 97"/>
                  <a:gd name="T6" fmla="*/ 63 w 96"/>
                  <a:gd name="T7" fmla="*/ 91 h 97"/>
                  <a:gd name="T8" fmla="*/ 107 w 96"/>
                  <a:gd name="T9" fmla="*/ 67 h 9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6" h="97">
                    <a:moveTo>
                      <a:pt x="96" y="57"/>
                    </a:moveTo>
                    <a:cubicBezTo>
                      <a:pt x="50" y="73"/>
                      <a:pt x="32" y="19"/>
                      <a:pt x="0" y="0"/>
                    </a:cubicBezTo>
                    <a:cubicBezTo>
                      <a:pt x="16" y="13"/>
                      <a:pt x="28" y="34"/>
                      <a:pt x="36" y="53"/>
                    </a:cubicBezTo>
                    <a:cubicBezTo>
                      <a:pt x="40" y="63"/>
                      <a:pt x="47" y="75"/>
                      <a:pt x="56" y="81"/>
                    </a:cubicBezTo>
                    <a:cubicBezTo>
                      <a:pt x="76" y="97"/>
                      <a:pt x="79" y="65"/>
                      <a:pt x="95" y="59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29191" name="Freeform 195">
                <a:extLst>
                  <a:ext uri="{FF2B5EF4-FFF2-40B4-BE49-F238E27FC236}">
                    <a16:creationId xmlns:a16="http://schemas.microsoft.com/office/drawing/2014/main" id="{C4AF5DB9-6ED3-4D0D-BACE-1E63F69B9C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8" y="2972"/>
                <a:ext cx="141" cy="115"/>
              </a:xfrm>
              <a:custGeom>
                <a:avLst/>
                <a:gdLst>
                  <a:gd name="T0" fmla="*/ 154 w 135"/>
                  <a:gd name="T1" fmla="*/ 15 h 110"/>
                  <a:gd name="T2" fmla="*/ 130 w 135"/>
                  <a:gd name="T3" fmla="*/ 50 h 110"/>
                  <a:gd name="T4" fmla="*/ 94 w 135"/>
                  <a:gd name="T5" fmla="*/ 82 h 110"/>
                  <a:gd name="T6" fmla="*/ 44 w 135"/>
                  <a:gd name="T7" fmla="*/ 112 h 110"/>
                  <a:gd name="T8" fmla="*/ 0 w 135"/>
                  <a:gd name="T9" fmla="*/ 122 h 110"/>
                  <a:gd name="T10" fmla="*/ 61 w 135"/>
                  <a:gd name="T11" fmla="*/ 81 h 110"/>
                  <a:gd name="T12" fmla="*/ 98 w 135"/>
                  <a:gd name="T13" fmla="*/ 31 h 110"/>
                  <a:gd name="T14" fmla="*/ 96 w 135"/>
                  <a:gd name="T15" fmla="*/ 1 h 110"/>
                  <a:gd name="T16" fmla="*/ 114 w 135"/>
                  <a:gd name="T17" fmla="*/ 15 h 110"/>
                  <a:gd name="T18" fmla="*/ 139 w 135"/>
                  <a:gd name="T19" fmla="*/ 16 h 11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35" h="110">
                    <a:moveTo>
                      <a:pt x="135" y="12"/>
                    </a:moveTo>
                    <a:cubicBezTo>
                      <a:pt x="127" y="22"/>
                      <a:pt x="123" y="34"/>
                      <a:pt x="114" y="44"/>
                    </a:cubicBezTo>
                    <a:cubicBezTo>
                      <a:pt x="105" y="54"/>
                      <a:pt x="93" y="64"/>
                      <a:pt x="82" y="72"/>
                    </a:cubicBezTo>
                    <a:cubicBezTo>
                      <a:pt x="69" y="82"/>
                      <a:pt x="53" y="90"/>
                      <a:pt x="38" y="98"/>
                    </a:cubicBezTo>
                    <a:cubicBezTo>
                      <a:pt x="24" y="105"/>
                      <a:pt x="16" y="110"/>
                      <a:pt x="0" y="107"/>
                    </a:cubicBezTo>
                    <a:cubicBezTo>
                      <a:pt x="14" y="92"/>
                      <a:pt x="39" y="86"/>
                      <a:pt x="54" y="71"/>
                    </a:cubicBezTo>
                    <a:cubicBezTo>
                      <a:pt x="66" y="60"/>
                      <a:pt x="86" y="46"/>
                      <a:pt x="86" y="28"/>
                    </a:cubicBezTo>
                    <a:cubicBezTo>
                      <a:pt x="86" y="23"/>
                      <a:pt x="75" y="2"/>
                      <a:pt x="84" y="1"/>
                    </a:cubicBezTo>
                    <a:cubicBezTo>
                      <a:pt x="87" y="0"/>
                      <a:pt x="96" y="10"/>
                      <a:pt x="100" y="12"/>
                    </a:cubicBezTo>
                    <a:cubicBezTo>
                      <a:pt x="106" y="15"/>
                      <a:pt x="116" y="18"/>
                      <a:pt x="122" y="13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29192" name="Freeform 196">
                <a:extLst>
                  <a:ext uri="{FF2B5EF4-FFF2-40B4-BE49-F238E27FC236}">
                    <a16:creationId xmlns:a16="http://schemas.microsoft.com/office/drawing/2014/main" id="{F28C3759-334D-4853-AC28-C44904047B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9" y="3051"/>
                <a:ext cx="115" cy="48"/>
              </a:xfrm>
              <a:custGeom>
                <a:avLst/>
                <a:gdLst>
                  <a:gd name="T0" fmla="*/ 7 w 110"/>
                  <a:gd name="T1" fmla="*/ 7 h 46"/>
                  <a:gd name="T2" fmla="*/ 17 w 110"/>
                  <a:gd name="T3" fmla="*/ 52 h 46"/>
                  <a:gd name="T4" fmla="*/ 59 w 110"/>
                  <a:gd name="T5" fmla="*/ 37 h 46"/>
                  <a:gd name="T6" fmla="*/ 125 w 110"/>
                  <a:gd name="T7" fmla="*/ 9 h 46"/>
                  <a:gd name="T8" fmla="*/ 31 w 110"/>
                  <a:gd name="T9" fmla="*/ 21 h 46"/>
                  <a:gd name="T10" fmla="*/ 15 w 110"/>
                  <a:gd name="T11" fmla="*/ 3 h 46"/>
                  <a:gd name="T12" fmla="*/ 6 w 110"/>
                  <a:gd name="T13" fmla="*/ 8 h 4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0" h="46">
                    <a:moveTo>
                      <a:pt x="7" y="7"/>
                    </a:moveTo>
                    <a:cubicBezTo>
                      <a:pt x="5" y="19"/>
                      <a:pt x="19" y="33"/>
                      <a:pt x="14" y="46"/>
                    </a:cubicBezTo>
                    <a:cubicBezTo>
                      <a:pt x="20" y="35"/>
                      <a:pt x="41" y="34"/>
                      <a:pt x="52" y="33"/>
                    </a:cubicBezTo>
                    <a:cubicBezTo>
                      <a:pt x="71" y="30"/>
                      <a:pt x="94" y="19"/>
                      <a:pt x="110" y="9"/>
                    </a:cubicBezTo>
                    <a:cubicBezTo>
                      <a:pt x="83" y="7"/>
                      <a:pt x="55" y="34"/>
                      <a:pt x="28" y="18"/>
                    </a:cubicBezTo>
                    <a:cubicBezTo>
                      <a:pt x="22" y="14"/>
                      <a:pt x="18" y="7"/>
                      <a:pt x="12" y="3"/>
                    </a:cubicBezTo>
                    <a:cubicBezTo>
                      <a:pt x="7" y="0"/>
                      <a:pt x="0" y="2"/>
                      <a:pt x="6" y="8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29193" name="Freeform 197">
                <a:extLst>
                  <a:ext uri="{FF2B5EF4-FFF2-40B4-BE49-F238E27FC236}">
                    <a16:creationId xmlns:a16="http://schemas.microsoft.com/office/drawing/2014/main" id="{C110403F-D8F1-4FF8-98A0-88C85F7DE9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9" y="2919"/>
                <a:ext cx="56" cy="131"/>
              </a:xfrm>
              <a:custGeom>
                <a:avLst/>
                <a:gdLst>
                  <a:gd name="T0" fmla="*/ 0 w 54"/>
                  <a:gd name="T1" fmla="*/ 0 h 126"/>
                  <a:gd name="T2" fmla="*/ 27 w 54"/>
                  <a:gd name="T3" fmla="*/ 35 h 126"/>
                  <a:gd name="T4" fmla="*/ 35 w 54"/>
                  <a:gd name="T5" fmla="*/ 66 h 126"/>
                  <a:gd name="T6" fmla="*/ 25 w 54"/>
                  <a:gd name="T7" fmla="*/ 105 h 126"/>
                  <a:gd name="T8" fmla="*/ 8 w 54"/>
                  <a:gd name="T9" fmla="*/ 139 h 126"/>
                  <a:gd name="T10" fmla="*/ 47 w 54"/>
                  <a:gd name="T11" fmla="*/ 109 h 126"/>
                  <a:gd name="T12" fmla="*/ 58 w 54"/>
                  <a:gd name="T13" fmla="*/ 72 h 126"/>
                  <a:gd name="T14" fmla="*/ 27 w 54"/>
                  <a:gd name="T15" fmla="*/ 33 h 12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4" h="126">
                    <a:moveTo>
                      <a:pt x="0" y="0"/>
                    </a:moveTo>
                    <a:cubicBezTo>
                      <a:pt x="9" y="5"/>
                      <a:pt x="19" y="23"/>
                      <a:pt x="24" y="32"/>
                    </a:cubicBezTo>
                    <a:cubicBezTo>
                      <a:pt x="29" y="40"/>
                      <a:pt x="32" y="50"/>
                      <a:pt x="32" y="59"/>
                    </a:cubicBezTo>
                    <a:cubicBezTo>
                      <a:pt x="32" y="72"/>
                      <a:pt x="28" y="82"/>
                      <a:pt x="22" y="93"/>
                    </a:cubicBezTo>
                    <a:cubicBezTo>
                      <a:pt x="17" y="102"/>
                      <a:pt x="8" y="113"/>
                      <a:pt x="8" y="124"/>
                    </a:cubicBezTo>
                    <a:cubicBezTo>
                      <a:pt x="21" y="126"/>
                      <a:pt x="34" y="106"/>
                      <a:pt x="41" y="97"/>
                    </a:cubicBezTo>
                    <a:cubicBezTo>
                      <a:pt x="48" y="88"/>
                      <a:pt x="54" y="76"/>
                      <a:pt x="52" y="63"/>
                    </a:cubicBezTo>
                    <a:cubicBezTo>
                      <a:pt x="48" y="45"/>
                      <a:pt x="34" y="40"/>
                      <a:pt x="24" y="30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29194" name="Freeform 198">
                <a:extLst>
                  <a:ext uri="{FF2B5EF4-FFF2-40B4-BE49-F238E27FC236}">
                    <a16:creationId xmlns:a16="http://schemas.microsoft.com/office/drawing/2014/main" id="{92E0007B-6A59-4294-B6FF-12FC571E13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7" y="2635"/>
                <a:ext cx="189" cy="132"/>
              </a:xfrm>
              <a:custGeom>
                <a:avLst/>
                <a:gdLst>
                  <a:gd name="T0" fmla="*/ 0 w 181"/>
                  <a:gd name="T1" fmla="*/ 0 h 126"/>
                  <a:gd name="T2" fmla="*/ 206 w 181"/>
                  <a:gd name="T3" fmla="*/ 145 h 126"/>
                  <a:gd name="T4" fmla="*/ 0 w 181"/>
                  <a:gd name="T5" fmla="*/ 0 h 1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1" h="126">
                    <a:moveTo>
                      <a:pt x="0" y="0"/>
                    </a:moveTo>
                    <a:cubicBezTo>
                      <a:pt x="0" y="0"/>
                      <a:pt x="93" y="17"/>
                      <a:pt x="181" y="126"/>
                    </a:cubicBezTo>
                    <a:cubicBezTo>
                      <a:pt x="181" y="126"/>
                      <a:pt x="64" y="13"/>
                      <a:pt x="0" y="0"/>
                    </a:cubicBezTo>
                    <a:close/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29195" name="Freeform 199">
                <a:extLst>
                  <a:ext uri="{FF2B5EF4-FFF2-40B4-BE49-F238E27FC236}">
                    <a16:creationId xmlns:a16="http://schemas.microsoft.com/office/drawing/2014/main" id="{66DB6D17-FF75-4A81-9B35-CD5B93D5FB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9" y="2607"/>
                <a:ext cx="354" cy="152"/>
              </a:xfrm>
              <a:custGeom>
                <a:avLst/>
                <a:gdLst>
                  <a:gd name="T0" fmla="*/ 0 w 339"/>
                  <a:gd name="T1" fmla="*/ 0 h 146"/>
                  <a:gd name="T2" fmla="*/ 386 w 339"/>
                  <a:gd name="T3" fmla="*/ 107 h 146"/>
                  <a:gd name="T4" fmla="*/ 0 w 339"/>
                  <a:gd name="T5" fmla="*/ 0 h 14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9" h="146">
                    <a:moveTo>
                      <a:pt x="0" y="0"/>
                    </a:moveTo>
                    <a:cubicBezTo>
                      <a:pt x="0" y="0"/>
                      <a:pt x="155" y="121"/>
                      <a:pt x="339" y="95"/>
                    </a:cubicBezTo>
                    <a:cubicBezTo>
                      <a:pt x="339" y="95"/>
                      <a:pt x="152" y="146"/>
                      <a:pt x="0" y="0"/>
                    </a:cubicBezTo>
                    <a:close/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29196" name="Freeform 200">
                <a:extLst>
                  <a:ext uri="{FF2B5EF4-FFF2-40B4-BE49-F238E27FC236}">
                    <a16:creationId xmlns:a16="http://schemas.microsoft.com/office/drawing/2014/main" id="{39285057-0491-48F5-88A2-EF33EE4075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9" y="3150"/>
                <a:ext cx="175" cy="90"/>
              </a:xfrm>
              <a:custGeom>
                <a:avLst/>
                <a:gdLst>
                  <a:gd name="T0" fmla="*/ 135 w 168"/>
                  <a:gd name="T1" fmla="*/ 9 h 86"/>
                  <a:gd name="T2" fmla="*/ 67 w 168"/>
                  <a:gd name="T3" fmla="*/ 44 h 86"/>
                  <a:gd name="T4" fmla="*/ 0 w 168"/>
                  <a:gd name="T5" fmla="*/ 98 h 86"/>
                  <a:gd name="T6" fmla="*/ 83 w 168"/>
                  <a:gd name="T7" fmla="*/ 49 h 86"/>
                  <a:gd name="T8" fmla="*/ 157 w 168"/>
                  <a:gd name="T9" fmla="*/ 31 h 86"/>
                  <a:gd name="T10" fmla="*/ 183 w 168"/>
                  <a:gd name="T11" fmla="*/ 43 h 86"/>
                  <a:gd name="T12" fmla="*/ 172 w 168"/>
                  <a:gd name="T13" fmla="*/ 25 h 86"/>
                  <a:gd name="T14" fmla="*/ 133 w 168"/>
                  <a:gd name="T15" fmla="*/ 8 h 8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68" h="86">
                    <a:moveTo>
                      <a:pt x="120" y="9"/>
                    </a:moveTo>
                    <a:cubicBezTo>
                      <a:pt x="94" y="0"/>
                      <a:pt x="77" y="26"/>
                      <a:pt x="59" y="38"/>
                    </a:cubicBezTo>
                    <a:cubicBezTo>
                      <a:pt x="39" y="51"/>
                      <a:pt x="10" y="60"/>
                      <a:pt x="0" y="86"/>
                    </a:cubicBezTo>
                    <a:cubicBezTo>
                      <a:pt x="19" y="61"/>
                      <a:pt x="50" y="58"/>
                      <a:pt x="74" y="43"/>
                    </a:cubicBezTo>
                    <a:cubicBezTo>
                      <a:pt x="91" y="32"/>
                      <a:pt x="119" y="23"/>
                      <a:pt x="139" y="28"/>
                    </a:cubicBezTo>
                    <a:cubicBezTo>
                      <a:pt x="143" y="30"/>
                      <a:pt x="157" y="40"/>
                      <a:pt x="162" y="37"/>
                    </a:cubicBezTo>
                    <a:cubicBezTo>
                      <a:pt x="168" y="32"/>
                      <a:pt x="155" y="24"/>
                      <a:pt x="152" y="22"/>
                    </a:cubicBezTo>
                    <a:cubicBezTo>
                      <a:pt x="142" y="15"/>
                      <a:pt x="131" y="8"/>
                      <a:pt x="118" y="8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29197" name="Freeform 201">
                <a:extLst>
                  <a:ext uri="{FF2B5EF4-FFF2-40B4-BE49-F238E27FC236}">
                    <a16:creationId xmlns:a16="http://schemas.microsoft.com/office/drawing/2014/main" id="{1A198FFB-5539-422F-B652-DA514FD2BC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6" y="3038"/>
                <a:ext cx="27" cy="120"/>
              </a:xfrm>
              <a:custGeom>
                <a:avLst/>
                <a:gdLst>
                  <a:gd name="T0" fmla="*/ 3 w 26"/>
                  <a:gd name="T1" fmla="*/ 0 h 115"/>
                  <a:gd name="T2" fmla="*/ 27 w 26"/>
                  <a:gd name="T3" fmla="*/ 62 h 115"/>
                  <a:gd name="T4" fmla="*/ 0 w 26"/>
                  <a:gd name="T5" fmla="*/ 130 h 115"/>
                  <a:gd name="T6" fmla="*/ 11 w 26"/>
                  <a:gd name="T7" fmla="*/ 101 h 115"/>
                  <a:gd name="T8" fmla="*/ 17 w 26"/>
                  <a:gd name="T9" fmla="*/ 54 h 115"/>
                  <a:gd name="T10" fmla="*/ 0 w 26"/>
                  <a:gd name="T11" fmla="*/ 1 h 11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6" h="115">
                    <a:moveTo>
                      <a:pt x="3" y="0"/>
                    </a:moveTo>
                    <a:cubicBezTo>
                      <a:pt x="14" y="13"/>
                      <a:pt x="22" y="38"/>
                      <a:pt x="24" y="55"/>
                    </a:cubicBezTo>
                    <a:cubicBezTo>
                      <a:pt x="26" y="79"/>
                      <a:pt x="16" y="99"/>
                      <a:pt x="0" y="115"/>
                    </a:cubicBezTo>
                    <a:cubicBezTo>
                      <a:pt x="2" y="106"/>
                      <a:pt x="8" y="98"/>
                      <a:pt x="11" y="89"/>
                    </a:cubicBezTo>
                    <a:cubicBezTo>
                      <a:pt x="15" y="76"/>
                      <a:pt x="15" y="61"/>
                      <a:pt x="14" y="48"/>
                    </a:cubicBezTo>
                    <a:cubicBezTo>
                      <a:pt x="12" y="33"/>
                      <a:pt x="6" y="16"/>
                      <a:pt x="0" y="1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29198" name="Freeform 202">
                <a:extLst>
                  <a:ext uri="{FF2B5EF4-FFF2-40B4-BE49-F238E27FC236}">
                    <a16:creationId xmlns:a16="http://schemas.microsoft.com/office/drawing/2014/main" id="{C9824752-8F5B-474F-8C51-3341D9A879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6" y="2695"/>
                <a:ext cx="423" cy="573"/>
              </a:xfrm>
              <a:custGeom>
                <a:avLst/>
                <a:gdLst>
                  <a:gd name="T0" fmla="*/ 442 w 404"/>
                  <a:gd name="T1" fmla="*/ 0 h 550"/>
                  <a:gd name="T2" fmla="*/ 328 w 404"/>
                  <a:gd name="T3" fmla="*/ 303 h 550"/>
                  <a:gd name="T4" fmla="*/ 0 w 404"/>
                  <a:gd name="T5" fmla="*/ 622 h 550"/>
                  <a:gd name="T6" fmla="*/ 321 w 404"/>
                  <a:gd name="T7" fmla="*/ 279 h 550"/>
                  <a:gd name="T8" fmla="*/ 442 w 404"/>
                  <a:gd name="T9" fmla="*/ 0 h 5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04" h="550">
                    <a:moveTo>
                      <a:pt x="385" y="0"/>
                    </a:moveTo>
                    <a:cubicBezTo>
                      <a:pt x="385" y="0"/>
                      <a:pt x="404" y="78"/>
                      <a:pt x="286" y="268"/>
                    </a:cubicBezTo>
                    <a:cubicBezTo>
                      <a:pt x="168" y="457"/>
                      <a:pt x="67" y="522"/>
                      <a:pt x="0" y="550"/>
                    </a:cubicBezTo>
                    <a:cubicBezTo>
                      <a:pt x="0" y="550"/>
                      <a:pt x="180" y="429"/>
                      <a:pt x="280" y="247"/>
                    </a:cubicBezTo>
                    <a:cubicBezTo>
                      <a:pt x="362" y="97"/>
                      <a:pt x="385" y="0"/>
                      <a:pt x="385" y="0"/>
                    </a:cubicBezTo>
                    <a:close/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29199" name="Freeform 203">
                <a:extLst>
                  <a:ext uri="{FF2B5EF4-FFF2-40B4-BE49-F238E27FC236}">
                    <a16:creationId xmlns:a16="http://schemas.microsoft.com/office/drawing/2014/main" id="{95331FE7-24F7-41C9-87F1-A340D8519B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7" y="3285"/>
                <a:ext cx="51" cy="47"/>
              </a:xfrm>
              <a:custGeom>
                <a:avLst/>
                <a:gdLst>
                  <a:gd name="T0" fmla="*/ 55 w 49"/>
                  <a:gd name="T1" fmla="*/ 0 h 45"/>
                  <a:gd name="T2" fmla="*/ 12 w 49"/>
                  <a:gd name="T3" fmla="*/ 51 h 45"/>
                  <a:gd name="T4" fmla="*/ 0 w 49"/>
                  <a:gd name="T5" fmla="*/ 41 h 45"/>
                  <a:gd name="T6" fmla="*/ 55 w 49"/>
                  <a:gd name="T7" fmla="*/ 0 h 4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9" h="45">
                    <a:moveTo>
                      <a:pt x="49" y="0"/>
                    </a:moveTo>
                    <a:cubicBezTo>
                      <a:pt x="49" y="0"/>
                      <a:pt x="43" y="30"/>
                      <a:pt x="12" y="45"/>
                    </a:cubicBezTo>
                    <a:cubicBezTo>
                      <a:pt x="0" y="35"/>
                      <a:pt x="0" y="35"/>
                      <a:pt x="0" y="35"/>
                    </a:cubicBezTo>
                    <a:cubicBezTo>
                      <a:pt x="0" y="35"/>
                      <a:pt x="39" y="33"/>
                      <a:pt x="49" y="0"/>
                    </a:cubicBezTo>
                    <a:close/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29200" name="Freeform 204">
                <a:extLst>
                  <a:ext uri="{FF2B5EF4-FFF2-40B4-BE49-F238E27FC236}">
                    <a16:creationId xmlns:a16="http://schemas.microsoft.com/office/drawing/2014/main" id="{4ADA7996-DFC6-4CF1-A60C-F6D065D09D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5" y="3338"/>
                <a:ext cx="53" cy="274"/>
              </a:xfrm>
              <a:custGeom>
                <a:avLst/>
                <a:gdLst>
                  <a:gd name="T0" fmla="*/ 0 w 51"/>
                  <a:gd name="T1" fmla="*/ 0 h 263"/>
                  <a:gd name="T2" fmla="*/ 50 w 51"/>
                  <a:gd name="T3" fmla="*/ 157 h 263"/>
                  <a:gd name="T4" fmla="*/ 47 w 51"/>
                  <a:gd name="T5" fmla="*/ 218 h 263"/>
                  <a:gd name="T6" fmla="*/ 31 w 51"/>
                  <a:gd name="T7" fmla="*/ 297 h 263"/>
                  <a:gd name="T8" fmla="*/ 38 w 51"/>
                  <a:gd name="T9" fmla="*/ 220 h 263"/>
                  <a:gd name="T10" fmla="*/ 38 w 51"/>
                  <a:gd name="T11" fmla="*/ 94 h 263"/>
                  <a:gd name="T12" fmla="*/ 0 w 51"/>
                  <a:gd name="T13" fmla="*/ 0 h 26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1" h="263">
                    <a:moveTo>
                      <a:pt x="0" y="0"/>
                    </a:moveTo>
                    <a:cubicBezTo>
                      <a:pt x="0" y="0"/>
                      <a:pt x="51" y="31"/>
                      <a:pt x="44" y="139"/>
                    </a:cubicBezTo>
                    <a:cubicBezTo>
                      <a:pt x="43" y="150"/>
                      <a:pt x="38" y="175"/>
                      <a:pt x="41" y="193"/>
                    </a:cubicBezTo>
                    <a:cubicBezTo>
                      <a:pt x="43" y="210"/>
                      <a:pt x="45" y="248"/>
                      <a:pt x="28" y="263"/>
                    </a:cubicBezTo>
                    <a:cubicBezTo>
                      <a:pt x="28" y="263"/>
                      <a:pt x="42" y="219"/>
                      <a:pt x="35" y="195"/>
                    </a:cubicBezTo>
                    <a:cubicBezTo>
                      <a:pt x="28" y="172"/>
                      <a:pt x="41" y="113"/>
                      <a:pt x="35" y="83"/>
                    </a:cubicBezTo>
                    <a:cubicBezTo>
                      <a:pt x="22" y="25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</p:grpSp>
        <p:sp>
          <p:nvSpPr>
            <p:cNvPr id="28913" name="Freeform 205">
              <a:extLst>
                <a:ext uri="{FF2B5EF4-FFF2-40B4-BE49-F238E27FC236}">
                  <a16:creationId xmlns:a16="http://schemas.microsoft.com/office/drawing/2014/main" id="{C5248460-FD7A-441B-A4B2-FD52182DA74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6" y="3343"/>
              <a:ext cx="162" cy="240"/>
            </a:xfrm>
            <a:custGeom>
              <a:avLst/>
              <a:gdLst>
                <a:gd name="T0" fmla="*/ 33 w 155"/>
                <a:gd name="T1" fmla="*/ 6 h 230"/>
                <a:gd name="T2" fmla="*/ 59 w 155"/>
                <a:gd name="T3" fmla="*/ 82 h 230"/>
                <a:gd name="T4" fmla="*/ 125 w 155"/>
                <a:gd name="T5" fmla="*/ 122 h 230"/>
                <a:gd name="T6" fmla="*/ 161 w 155"/>
                <a:gd name="T7" fmla="*/ 169 h 230"/>
                <a:gd name="T8" fmla="*/ 166 w 155"/>
                <a:gd name="T9" fmla="*/ 211 h 230"/>
                <a:gd name="T10" fmla="*/ 176 w 155"/>
                <a:gd name="T11" fmla="*/ 254 h 230"/>
                <a:gd name="T12" fmla="*/ 177 w 155"/>
                <a:gd name="T13" fmla="*/ 261 h 230"/>
                <a:gd name="T14" fmla="*/ 146 w 155"/>
                <a:gd name="T15" fmla="*/ 218 h 230"/>
                <a:gd name="T16" fmla="*/ 102 w 155"/>
                <a:gd name="T17" fmla="*/ 193 h 230"/>
                <a:gd name="T18" fmla="*/ 73 w 155"/>
                <a:gd name="T19" fmla="*/ 198 h 230"/>
                <a:gd name="T20" fmla="*/ 57 w 155"/>
                <a:gd name="T21" fmla="*/ 178 h 230"/>
                <a:gd name="T22" fmla="*/ 30 w 155"/>
                <a:gd name="T23" fmla="*/ 162 h 230"/>
                <a:gd name="T24" fmla="*/ 29 w 155"/>
                <a:gd name="T25" fmla="*/ 127 h 230"/>
                <a:gd name="T26" fmla="*/ 18 w 155"/>
                <a:gd name="T27" fmla="*/ 17 h 230"/>
                <a:gd name="T28" fmla="*/ 34 w 155"/>
                <a:gd name="T29" fmla="*/ 7 h 23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55" h="230">
                  <a:moveTo>
                    <a:pt x="30" y="6"/>
                  </a:moveTo>
                  <a:cubicBezTo>
                    <a:pt x="30" y="30"/>
                    <a:pt x="35" y="55"/>
                    <a:pt x="52" y="73"/>
                  </a:cubicBezTo>
                  <a:cubicBezTo>
                    <a:pt x="69" y="91"/>
                    <a:pt x="89" y="95"/>
                    <a:pt x="110" y="107"/>
                  </a:cubicBezTo>
                  <a:cubicBezTo>
                    <a:pt x="129" y="118"/>
                    <a:pt x="138" y="127"/>
                    <a:pt x="141" y="149"/>
                  </a:cubicBezTo>
                  <a:cubicBezTo>
                    <a:pt x="143" y="161"/>
                    <a:pt x="143" y="173"/>
                    <a:pt x="145" y="186"/>
                  </a:cubicBezTo>
                  <a:cubicBezTo>
                    <a:pt x="147" y="198"/>
                    <a:pt x="154" y="210"/>
                    <a:pt x="154" y="223"/>
                  </a:cubicBezTo>
                  <a:cubicBezTo>
                    <a:pt x="154" y="225"/>
                    <a:pt x="155" y="228"/>
                    <a:pt x="155" y="230"/>
                  </a:cubicBezTo>
                  <a:cubicBezTo>
                    <a:pt x="143" y="223"/>
                    <a:pt x="138" y="202"/>
                    <a:pt x="128" y="192"/>
                  </a:cubicBezTo>
                  <a:cubicBezTo>
                    <a:pt x="118" y="182"/>
                    <a:pt x="105" y="170"/>
                    <a:pt x="90" y="170"/>
                  </a:cubicBezTo>
                  <a:cubicBezTo>
                    <a:pt x="81" y="169"/>
                    <a:pt x="74" y="173"/>
                    <a:pt x="64" y="174"/>
                  </a:cubicBezTo>
                  <a:cubicBezTo>
                    <a:pt x="49" y="175"/>
                    <a:pt x="55" y="168"/>
                    <a:pt x="51" y="157"/>
                  </a:cubicBezTo>
                  <a:cubicBezTo>
                    <a:pt x="47" y="144"/>
                    <a:pt x="37" y="147"/>
                    <a:pt x="27" y="143"/>
                  </a:cubicBezTo>
                  <a:cubicBezTo>
                    <a:pt x="16" y="137"/>
                    <a:pt x="28" y="124"/>
                    <a:pt x="26" y="112"/>
                  </a:cubicBezTo>
                  <a:cubicBezTo>
                    <a:pt x="23" y="83"/>
                    <a:pt x="0" y="45"/>
                    <a:pt x="15" y="14"/>
                  </a:cubicBezTo>
                  <a:cubicBezTo>
                    <a:pt x="18" y="8"/>
                    <a:pt x="25" y="0"/>
                    <a:pt x="31" y="7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8914" name="Freeform 206">
              <a:extLst>
                <a:ext uri="{FF2B5EF4-FFF2-40B4-BE49-F238E27FC236}">
                  <a16:creationId xmlns:a16="http://schemas.microsoft.com/office/drawing/2014/main" id="{13448DD9-6976-4D94-A283-3D237D459A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6" y="3624"/>
              <a:ext cx="50" cy="111"/>
            </a:xfrm>
            <a:custGeom>
              <a:avLst/>
              <a:gdLst>
                <a:gd name="T0" fmla="*/ 2 w 48"/>
                <a:gd name="T1" fmla="*/ 0 h 106"/>
                <a:gd name="T2" fmla="*/ 43 w 48"/>
                <a:gd name="T3" fmla="*/ 43 h 106"/>
                <a:gd name="T4" fmla="*/ 47 w 48"/>
                <a:gd name="T5" fmla="*/ 121 h 106"/>
                <a:gd name="T6" fmla="*/ 28 w 48"/>
                <a:gd name="T7" fmla="*/ 46 h 106"/>
                <a:gd name="T8" fmla="*/ 0 w 48"/>
                <a:gd name="T9" fmla="*/ 3 h 1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106">
                  <a:moveTo>
                    <a:pt x="2" y="0"/>
                  </a:moveTo>
                  <a:cubicBezTo>
                    <a:pt x="13" y="11"/>
                    <a:pt x="29" y="23"/>
                    <a:pt x="37" y="37"/>
                  </a:cubicBezTo>
                  <a:cubicBezTo>
                    <a:pt x="48" y="55"/>
                    <a:pt x="47" y="87"/>
                    <a:pt x="41" y="106"/>
                  </a:cubicBezTo>
                  <a:cubicBezTo>
                    <a:pt x="30" y="87"/>
                    <a:pt x="37" y="60"/>
                    <a:pt x="25" y="40"/>
                  </a:cubicBezTo>
                  <a:cubicBezTo>
                    <a:pt x="18" y="28"/>
                    <a:pt x="2" y="14"/>
                    <a:pt x="0" y="3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8915" name="Freeform 207">
              <a:extLst>
                <a:ext uri="{FF2B5EF4-FFF2-40B4-BE49-F238E27FC236}">
                  <a16:creationId xmlns:a16="http://schemas.microsoft.com/office/drawing/2014/main" id="{B95C237C-7C68-4BFD-9625-EE5E0E2DF1E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5" y="3745"/>
              <a:ext cx="42" cy="89"/>
            </a:xfrm>
            <a:custGeom>
              <a:avLst/>
              <a:gdLst>
                <a:gd name="T0" fmla="*/ 0 w 40"/>
                <a:gd name="T1" fmla="*/ 0 h 85"/>
                <a:gd name="T2" fmla="*/ 43 w 40"/>
                <a:gd name="T3" fmla="*/ 54 h 85"/>
                <a:gd name="T4" fmla="*/ 18 w 40"/>
                <a:gd name="T5" fmla="*/ 97 h 85"/>
                <a:gd name="T6" fmla="*/ 26 w 40"/>
                <a:gd name="T7" fmla="*/ 38 h 85"/>
                <a:gd name="T8" fmla="*/ 1 w 40"/>
                <a:gd name="T9" fmla="*/ 3 h 8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85">
                  <a:moveTo>
                    <a:pt x="0" y="0"/>
                  </a:moveTo>
                  <a:cubicBezTo>
                    <a:pt x="16" y="12"/>
                    <a:pt x="33" y="28"/>
                    <a:pt x="37" y="48"/>
                  </a:cubicBezTo>
                  <a:cubicBezTo>
                    <a:pt x="40" y="65"/>
                    <a:pt x="35" y="83"/>
                    <a:pt x="15" y="85"/>
                  </a:cubicBezTo>
                  <a:cubicBezTo>
                    <a:pt x="31" y="74"/>
                    <a:pt x="30" y="47"/>
                    <a:pt x="23" y="32"/>
                  </a:cubicBezTo>
                  <a:cubicBezTo>
                    <a:pt x="18" y="21"/>
                    <a:pt x="10" y="9"/>
                    <a:pt x="1" y="3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8916" name="Freeform 208">
              <a:extLst>
                <a:ext uri="{FF2B5EF4-FFF2-40B4-BE49-F238E27FC236}">
                  <a16:creationId xmlns:a16="http://schemas.microsoft.com/office/drawing/2014/main" id="{1B99FC75-D5D4-4A88-B5DD-21A030E43CB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4" y="3763"/>
              <a:ext cx="42" cy="117"/>
            </a:xfrm>
            <a:custGeom>
              <a:avLst/>
              <a:gdLst>
                <a:gd name="T0" fmla="*/ 1 w 40"/>
                <a:gd name="T1" fmla="*/ 0 h 112"/>
                <a:gd name="T2" fmla="*/ 9 w 40"/>
                <a:gd name="T3" fmla="*/ 8 h 112"/>
                <a:gd name="T4" fmla="*/ 18 w 40"/>
                <a:gd name="T5" fmla="*/ 20 h 112"/>
                <a:gd name="T6" fmla="*/ 26 w 40"/>
                <a:gd name="T7" fmla="*/ 32 h 112"/>
                <a:gd name="T8" fmla="*/ 36 w 40"/>
                <a:gd name="T9" fmla="*/ 41 h 112"/>
                <a:gd name="T10" fmla="*/ 38 w 40"/>
                <a:gd name="T11" fmla="*/ 47 h 112"/>
                <a:gd name="T12" fmla="*/ 40 w 40"/>
                <a:gd name="T13" fmla="*/ 80 h 112"/>
                <a:gd name="T14" fmla="*/ 45 w 40"/>
                <a:gd name="T15" fmla="*/ 111 h 112"/>
                <a:gd name="T16" fmla="*/ 45 w 40"/>
                <a:gd name="T17" fmla="*/ 122 h 112"/>
                <a:gd name="T18" fmla="*/ 39 w 40"/>
                <a:gd name="T19" fmla="*/ 127 h 112"/>
                <a:gd name="T20" fmla="*/ 38 w 40"/>
                <a:gd name="T21" fmla="*/ 112 h 112"/>
                <a:gd name="T22" fmla="*/ 36 w 40"/>
                <a:gd name="T23" fmla="*/ 85 h 112"/>
                <a:gd name="T24" fmla="*/ 28 w 40"/>
                <a:gd name="T25" fmla="*/ 71 h 112"/>
                <a:gd name="T26" fmla="*/ 25 w 40"/>
                <a:gd name="T27" fmla="*/ 53 h 112"/>
                <a:gd name="T28" fmla="*/ 13 w 40"/>
                <a:gd name="T29" fmla="*/ 19 h 112"/>
                <a:gd name="T30" fmla="*/ 0 w 40"/>
                <a:gd name="T31" fmla="*/ 1 h 11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40" h="112">
                  <a:moveTo>
                    <a:pt x="1" y="0"/>
                  </a:moveTo>
                  <a:cubicBezTo>
                    <a:pt x="3" y="3"/>
                    <a:pt x="7" y="5"/>
                    <a:pt x="9" y="8"/>
                  </a:cubicBezTo>
                  <a:cubicBezTo>
                    <a:pt x="12" y="11"/>
                    <a:pt x="13" y="14"/>
                    <a:pt x="15" y="17"/>
                  </a:cubicBezTo>
                  <a:cubicBezTo>
                    <a:pt x="17" y="21"/>
                    <a:pt x="20" y="25"/>
                    <a:pt x="23" y="29"/>
                  </a:cubicBezTo>
                  <a:cubicBezTo>
                    <a:pt x="25" y="31"/>
                    <a:pt x="27" y="33"/>
                    <a:pt x="30" y="35"/>
                  </a:cubicBezTo>
                  <a:cubicBezTo>
                    <a:pt x="33" y="37"/>
                    <a:pt x="32" y="38"/>
                    <a:pt x="32" y="41"/>
                  </a:cubicBezTo>
                  <a:cubicBezTo>
                    <a:pt x="30" y="51"/>
                    <a:pt x="30" y="61"/>
                    <a:pt x="34" y="71"/>
                  </a:cubicBezTo>
                  <a:cubicBezTo>
                    <a:pt x="36" y="79"/>
                    <a:pt x="37" y="88"/>
                    <a:pt x="39" y="97"/>
                  </a:cubicBezTo>
                  <a:cubicBezTo>
                    <a:pt x="40" y="100"/>
                    <a:pt x="40" y="104"/>
                    <a:pt x="39" y="107"/>
                  </a:cubicBezTo>
                  <a:cubicBezTo>
                    <a:pt x="39" y="112"/>
                    <a:pt x="37" y="112"/>
                    <a:pt x="33" y="112"/>
                  </a:cubicBezTo>
                  <a:cubicBezTo>
                    <a:pt x="33" y="107"/>
                    <a:pt x="32" y="103"/>
                    <a:pt x="32" y="98"/>
                  </a:cubicBezTo>
                  <a:cubicBezTo>
                    <a:pt x="32" y="90"/>
                    <a:pt x="32" y="83"/>
                    <a:pt x="30" y="75"/>
                  </a:cubicBezTo>
                  <a:cubicBezTo>
                    <a:pt x="29" y="70"/>
                    <a:pt x="27" y="67"/>
                    <a:pt x="25" y="62"/>
                  </a:cubicBezTo>
                  <a:cubicBezTo>
                    <a:pt x="23" y="57"/>
                    <a:pt x="22" y="52"/>
                    <a:pt x="22" y="47"/>
                  </a:cubicBezTo>
                  <a:cubicBezTo>
                    <a:pt x="21" y="36"/>
                    <a:pt x="15" y="26"/>
                    <a:pt x="10" y="16"/>
                  </a:cubicBezTo>
                  <a:cubicBezTo>
                    <a:pt x="8" y="11"/>
                    <a:pt x="5" y="3"/>
                    <a:pt x="0" y="1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8917" name="Freeform 209">
              <a:extLst>
                <a:ext uri="{FF2B5EF4-FFF2-40B4-BE49-F238E27FC236}">
                  <a16:creationId xmlns:a16="http://schemas.microsoft.com/office/drawing/2014/main" id="{C725EB00-73B0-4704-9B81-1171E11C4E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5" y="3792"/>
              <a:ext cx="45" cy="62"/>
            </a:xfrm>
            <a:custGeom>
              <a:avLst/>
              <a:gdLst>
                <a:gd name="T0" fmla="*/ 1 w 43"/>
                <a:gd name="T1" fmla="*/ 0 h 59"/>
                <a:gd name="T2" fmla="*/ 10 w 43"/>
                <a:gd name="T3" fmla="*/ 6 h 59"/>
                <a:gd name="T4" fmla="*/ 20 w 43"/>
                <a:gd name="T5" fmla="*/ 14 h 59"/>
                <a:gd name="T6" fmla="*/ 30 w 43"/>
                <a:gd name="T7" fmla="*/ 32 h 59"/>
                <a:gd name="T8" fmla="*/ 42 w 43"/>
                <a:gd name="T9" fmla="*/ 51 h 59"/>
                <a:gd name="T10" fmla="*/ 49 w 43"/>
                <a:gd name="T11" fmla="*/ 68 h 59"/>
                <a:gd name="T12" fmla="*/ 39 w 43"/>
                <a:gd name="T13" fmla="*/ 48 h 59"/>
                <a:gd name="T14" fmla="*/ 30 w 43"/>
                <a:gd name="T15" fmla="*/ 45 h 59"/>
                <a:gd name="T16" fmla="*/ 21 w 43"/>
                <a:gd name="T17" fmla="*/ 45 h 59"/>
                <a:gd name="T18" fmla="*/ 17 w 43"/>
                <a:gd name="T19" fmla="*/ 29 h 59"/>
                <a:gd name="T20" fmla="*/ 9 w 43"/>
                <a:gd name="T21" fmla="*/ 15 h 59"/>
                <a:gd name="T22" fmla="*/ 0 w 43"/>
                <a:gd name="T23" fmla="*/ 0 h 5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3" h="59">
                  <a:moveTo>
                    <a:pt x="1" y="0"/>
                  </a:moveTo>
                  <a:cubicBezTo>
                    <a:pt x="4" y="1"/>
                    <a:pt x="7" y="4"/>
                    <a:pt x="10" y="6"/>
                  </a:cubicBezTo>
                  <a:cubicBezTo>
                    <a:pt x="12" y="8"/>
                    <a:pt x="14" y="9"/>
                    <a:pt x="17" y="11"/>
                  </a:cubicBezTo>
                  <a:cubicBezTo>
                    <a:pt x="22" y="15"/>
                    <a:pt x="24" y="22"/>
                    <a:pt x="27" y="28"/>
                  </a:cubicBezTo>
                  <a:cubicBezTo>
                    <a:pt x="30" y="34"/>
                    <a:pt x="33" y="40"/>
                    <a:pt x="36" y="45"/>
                  </a:cubicBezTo>
                  <a:cubicBezTo>
                    <a:pt x="39" y="50"/>
                    <a:pt x="43" y="54"/>
                    <a:pt x="43" y="59"/>
                  </a:cubicBezTo>
                  <a:cubicBezTo>
                    <a:pt x="39" y="54"/>
                    <a:pt x="37" y="47"/>
                    <a:pt x="33" y="42"/>
                  </a:cubicBezTo>
                  <a:cubicBezTo>
                    <a:pt x="31" y="40"/>
                    <a:pt x="29" y="39"/>
                    <a:pt x="27" y="39"/>
                  </a:cubicBezTo>
                  <a:cubicBezTo>
                    <a:pt x="24" y="39"/>
                    <a:pt x="20" y="41"/>
                    <a:pt x="18" y="39"/>
                  </a:cubicBezTo>
                  <a:cubicBezTo>
                    <a:pt x="16" y="37"/>
                    <a:pt x="15" y="29"/>
                    <a:pt x="14" y="26"/>
                  </a:cubicBezTo>
                  <a:cubicBezTo>
                    <a:pt x="13" y="21"/>
                    <a:pt x="11" y="17"/>
                    <a:pt x="9" y="12"/>
                  </a:cubicBezTo>
                  <a:cubicBezTo>
                    <a:pt x="7" y="7"/>
                    <a:pt x="4" y="3"/>
                    <a:pt x="0" y="0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8918" name="Freeform 210">
              <a:extLst>
                <a:ext uri="{FF2B5EF4-FFF2-40B4-BE49-F238E27FC236}">
                  <a16:creationId xmlns:a16="http://schemas.microsoft.com/office/drawing/2014/main" id="{EFE57A9F-A3E7-4BF4-BE07-86E62F8A8B4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7" y="3801"/>
              <a:ext cx="40" cy="52"/>
            </a:xfrm>
            <a:custGeom>
              <a:avLst/>
              <a:gdLst>
                <a:gd name="T0" fmla="*/ 0 w 38"/>
                <a:gd name="T1" fmla="*/ 0 h 50"/>
                <a:gd name="T2" fmla="*/ 17 w 38"/>
                <a:gd name="T3" fmla="*/ 11 h 50"/>
                <a:gd name="T4" fmla="*/ 26 w 38"/>
                <a:gd name="T5" fmla="*/ 25 h 50"/>
                <a:gd name="T6" fmla="*/ 37 w 38"/>
                <a:gd name="T7" fmla="*/ 40 h 50"/>
                <a:gd name="T8" fmla="*/ 42 w 38"/>
                <a:gd name="T9" fmla="*/ 54 h 50"/>
                <a:gd name="T10" fmla="*/ 31 w 38"/>
                <a:gd name="T11" fmla="*/ 40 h 50"/>
                <a:gd name="T12" fmla="*/ 18 w 38"/>
                <a:gd name="T13" fmla="*/ 34 h 50"/>
                <a:gd name="T14" fmla="*/ 16 w 38"/>
                <a:gd name="T15" fmla="*/ 26 h 50"/>
                <a:gd name="T16" fmla="*/ 9 w 38"/>
                <a:gd name="T17" fmla="*/ 12 h 50"/>
                <a:gd name="T18" fmla="*/ 2 w 38"/>
                <a:gd name="T19" fmla="*/ 2 h 50"/>
                <a:gd name="T20" fmla="*/ 0 w 38"/>
                <a:gd name="T21" fmla="*/ 0 h 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8" h="50">
                  <a:moveTo>
                    <a:pt x="0" y="0"/>
                  </a:moveTo>
                  <a:cubicBezTo>
                    <a:pt x="5" y="2"/>
                    <a:pt x="10" y="7"/>
                    <a:pt x="14" y="11"/>
                  </a:cubicBezTo>
                  <a:cubicBezTo>
                    <a:pt x="18" y="14"/>
                    <a:pt x="20" y="18"/>
                    <a:pt x="23" y="22"/>
                  </a:cubicBezTo>
                  <a:cubicBezTo>
                    <a:pt x="26" y="26"/>
                    <a:pt x="29" y="31"/>
                    <a:pt x="31" y="36"/>
                  </a:cubicBezTo>
                  <a:cubicBezTo>
                    <a:pt x="32" y="37"/>
                    <a:pt x="38" y="46"/>
                    <a:pt x="36" y="48"/>
                  </a:cubicBezTo>
                  <a:cubicBezTo>
                    <a:pt x="33" y="50"/>
                    <a:pt x="28" y="37"/>
                    <a:pt x="27" y="36"/>
                  </a:cubicBezTo>
                  <a:cubicBezTo>
                    <a:pt x="24" y="32"/>
                    <a:pt x="17" y="34"/>
                    <a:pt x="15" y="31"/>
                  </a:cubicBezTo>
                  <a:cubicBezTo>
                    <a:pt x="13" y="29"/>
                    <a:pt x="13" y="25"/>
                    <a:pt x="13" y="23"/>
                  </a:cubicBezTo>
                  <a:cubicBezTo>
                    <a:pt x="11" y="19"/>
                    <a:pt x="10" y="16"/>
                    <a:pt x="9" y="12"/>
                  </a:cubicBezTo>
                  <a:cubicBezTo>
                    <a:pt x="7" y="9"/>
                    <a:pt x="5" y="5"/>
                    <a:pt x="2" y="2"/>
                  </a:cubicBezTo>
                  <a:cubicBezTo>
                    <a:pt x="1" y="2"/>
                    <a:pt x="0" y="1"/>
                    <a:pt x="0" y="0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8919" name="Freeform 211">
              <a:extLst>
                <a:ext uri="{FF2B5EF4-FFF2-40B4-BE49-F238E27FC236}">
                  <a16:creationId xmlns:a16="http://schemas.microsoft.com/office/drawing/2014/main" id="{10A55099-1F22-4863-A348-91E0A26E5A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8" y="3797"/>
              <a:ext cx="20" cy="33"/>
            </a:xfrm>
            <a:custGeom>
              <a:avLst/>
              <a:gdLst>
                <a:gd name="T0" fmla="*/ 0 w 20"/>
                <a:gd name="T1" fmla="*/ 0 h 31"/>
                <a:gd name="T2" fmla="*/ 14 w 20"/>
                <a:gd name="T3" fmla="*/ 16 h 31"/>
                <a:gd name="T4" fmla="*/ 18 w 20"/>
                <a:gd name="T5" fmla="*/ 30 h 31"/>
                <a:gd name="T6" fmla="*/ 20 w 20"/>
                <a:gd name="T7" fmla="*/ 37 h 31"/>
                <a:gd name="T8" fmla="*/ 14 w 20"/>
                <a:gd name="T9" fmla="*/ 30 h 31"/>
                <a:gd name="T10" fmla="*/ 7 w 20"/>
                <a:gd name="T11" fmla="*/ 16 h 31"/>
                <a:gd name="T12" fmla="*/ 0 w 20"/>
                <a:gd name="T13" fmla="*/ 1 h 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31">
                  <a:moveTo>
                    <a:pt x="0" y="0"/>
                  </a:moveTo>
                  <a:cubicBezTo>
                    <a:pt x="4" y="5"/>
                    <a:pt x="11" y="7"/>
                    <a:pt x="14" y="13"/>
                  </a:cubicBezTo>
                  <a:cubicBezTo>
                    <a:pt x="16" y="17"/>
                    <a:pt x="16" y="20"/>
                    <a:pt x="18" y="24"/>
                  </a:cubicBezTo>
                  <a:cubicBezTo>
                    <a:pt x="19" y="26"/>
                    <a:pt x="20" y="28"/>
                    <a:pt x="20" y="31"/>
                  </a:cubicBezTo>
                  <a:cubicBezTo>
                    <a:pt x="17" y="30"/>
                    <a:pt x="15" y="26"/>
                    <a:pt x="14" y="24"/>
                  </a:cubicBezTo>
                  <a:cubicBezTo>
                    <a:pt x="11" y="20"/>
                    <a:pt x="9" y="17"/>
                    <a:pt x="7" y="13"/>
                  </a:cubicBezTo>
                  <a:cubicBezTo>
                    <a:pt x="5" y="9"/>
                    <a:pt x="3" y="5"/>
                    <a:pt x="0" y="1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8920" name="Freeform 212">
              <a:extLst>
                <a:ext uri="{FF2B5EF4-FFF2-40B4-BE49-F238E27FC236}">
                  <a16:creationId xmlns:a16="http://schemas.microsoft.com/office/drawing/2014/main" id="{9C3E7393-C9A3-41A0-B75E-B139920FE31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1" y="3506"/>
              <a:ext cx="69" cy="81"/>
            </a:xfrm>
            <a:custGeom>
              <a:avLst/>
              <a:gdLst>
                <a:gd name="T0" fmla="*/ 4 w 66"/>
                <a:gd name="T1" fmla="*/ 0 h 78"/>
                <a:gd name="T2" fmla="*/ 14 w 66"/>
                <a:gd name="T3" fmla="*/ 54 h 78"/>
                <a:gd name="T4" fmla="*/ 75 w 66"/>
                <a:gd name="T5" fmla="*/ 74 h 78"/>
                <a:gd name="T6" fmla="*/ 4 w 66"/>
                <a:gd name="T7" fmla="*/ 2 h 7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6" h="78">
                  <a:moveTo>
                    <a:pt x="4" y="0"/>
                  </a:moveTo>
                  <a:cubicBezTo>
                    <a:pt x="2" y="14"/>
                    <a:pt x="0" y="35"/>
                    <a:pt x="11" y="48"/>
                  </a:cubicBezTo>
                  <a:cubicBezTo>
                    <a:pt x="19" y="58"/>
                    <a:pt x="55" y="78"/>
                    <a:pt x="66" y="65"/>
                  </a:cubicBezTo>
                  <a:cubicBezTo>
                    <a:pt x="34" y="59"/>
                    <a:pt x="16" y="29"/>
                    <a:pt x="4" y="2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8921" name="Freeform 213">
              <a:extLst>
                <a:ext uri="{FF2B5EF4-FFF2-40B4-BE49-F238E27FC236}">
                  <a16:creationId xmlns:a16="http://schemas.microsoft.com/office/drawing/2014/main" id="{4CFB14CF-F1D5-490A-9AC1-B3316F5380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6" y="3566"/>
              <a:ext cx="23" cy="31"/>
            </a:xfrm>
            <a:custGeom>
              <a:avLst/>
              <a:gdLst>
                <a:gd name="T0" fmla="*/ 3 w 22"/>
                <a:gd name="T1" fmla="*/ 0 h 30"/>
                <a:gd name="T2" fmla="*/ 7 w 22"/>
                <a:gd name="T3" fmla="*/ 23 h 30"/>
                <a:gd name="T4" fmla="*/ 25 w 22"/>
                <a:gd name="T5" fmla="*/ 33 h 30"/>
                <a:gd name="T6" fmla="*/ 15 w 22"/>
                <a:gd name="T7" fmla="*/ 23 h 30"/>
                <a:gd name="T8" fmla="*/ 4 w 22"/>
                <a:gd name="T9" fmla="*/ 2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30">
                  <a:moveTo>
                    <a:pt x="3" y="0"/>
                  </a:moveTo>
                  <a:cubicBezTo>
                    <a:pt x="0" y="2"/>
                    <a:pt x="5" y="16"/>
                    <a:pt x="7" y="20"/>
                  </a:cubicBezTo>
                  <a:cubicBezTo>
                    <a:pt x="10" y="27"/>
                    <a:pt x="15" y="29"/>
                    <a:pt x="22" y="30"/>
                  </a:cubicBezTo>
                  <a:cubicBezTo>
                    <a:pt x="20" y="26"/>
                    <a:pt x="15" y="23"/>
                    <a:pt x="12" y="20"/>
                  </a:cubicBezTo>
                  <a:cubicBezTo>
                    <a:pt x="9" y="17"/>
                    <a:pt x="1" y="5"/>
                    <a:pt x="4" y="2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8922" name="Freeform 214">
              <a:extLst>
                <a:ext uri="{FF2B5EF4-FFF2-40B4-BE49-F238E27FC236}">
                  <a16:creationId xmlns:a16="http://schemas.microsoft.com/office/drawing/2014/main" id="{DA02B1CF-8EBD-44ED-9C60-B17A52594A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8" y="3609"/>
              <a:ext cx="26" cy="24"/>
            </a:xfrm>
            <a:custGeom>
              <a:avLst/>
              <a:gdLst>
                <a:gd name="T0" fmla="*/ 11 w 24"/>
                <a:gd name="T1" fmla="*/ 0 h 23"/>
                <a:gd name="T2" fmla="*/ 30 w 24"/>
                <a:gd name="T3" fmla="*/ 17 h 23"/>
                <a:gd name="T4" fmla="*/ 10 w 24"/>
                <a:gd name="T5" fmla="*/ 4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23">
                  <a:moveTo>
                    <a:pt x="8" y="0"/>
                  </a:moveTo>
                  <a:cubicBezTo>
                    <a:pt x="7" y="10"/>
                    <a:pt x="14" y="16"/>
                    <a:pt x="24" y="14"/>
                  </a:cubicBezTo>
                  <a:cubicBezTo>
                    <a:pt x="18" y="23"/>
                    <a:pt x="0" y="7"/>
                    <a:pt x="7" y="4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8923" name="Freeform 215">
              <a:extLst>
                <a:ext uri="{FF2B5EF4-FFF2-40B4-BE49-F238E27FC236}">
                  <a16:creationId xmlns:a16="http://schemas.microsoft.com/office/drawing/2014/main" id="{BC147EF6-748E-461B-A028-DDECAB548C7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9" y="3609"/>
              <a:ext cx="18" cy="22"/>
            </a:xfrm>
            <a:custGeom>
              <a:avLst/>
              <a:gdLst>
                <a:gd name="T0" fmla="*/ 8 w 17"/>
                <a:gd name="T1" fmla="*/ 2 h 21"/>
                <a:gd name="T2" fmla="*/ 20 w 17"/>
                <a:gd name="T3" fmla="*/ 24 h 21"/>
                <a:gd name="T4" fmla="*/ 5 w 17"/>
                <a:gd name="T5" fmla="*/ 18 h 21"/>
                <a:gd name="T6" fmla="*/ 6 w 17"/>
                <a:gd name="T7" fmla="*/ 2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21">
                  <a:moveTo>
                    <a:pt x="8" y="2"/>
                  </a:moveTo>
                  <a:cubicBezTo>
                    <a:pt x="2" y="8"/>
                    <a:pt x="9" y="17"/>
                    <a:pt x="17" y="21"/>
                  </a:cubicBezTo>
                  <a:cubicBezTo>
                    <a:pt x="11" y="21"/>
                    <a:pt x="8" y="20"/>
                    <a:pt x="5" y="15"/>
                  </a:cubicBezTo>
                  <a:cubicBezTo>
                    <a:pt x="3" y="12"/>
                    <a:pt x="0" y="0"/>
                    <a:pt x="6" y="2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8924" name="Freeform 216">
              <a:extLst>
                <a:ext uri="{FF2B5EF4-FFF2-40B4-BE49-F238E27FC236}">
                  <a16:creationId xmlns:a16="http://schemas.microsoft.com/office/drawing/2014/main" id="{2AFDE2F2-96A3-4B8C-90B5-96136D8B0BD4}"/>
                </a:ext>
              </a:extLst>
            </p:cNvPr>
            <p:cNvSpPr>
              <a:spLocks/>
            </p:cNvSpPr>
            <p:nvPr/>
          </p:nvSpPr>
          <p:spPr bwMode="auto">
            <a:xfrm>
              <a:off x="950" y="2842"/>
              <a:ext cx="238" cy="607"/>
            </a:xfrm>
            <a:custGeom>
              <a:avLst/>
              <a:gdLst>
                <a:gd name="T0" fmla="*/ 119 w 228"/>
                <a:gd name="T1" fmla="*/ 0 h 583"/>
                <a:gd name="T2" fmla="*/ 22 w 228"/>
                <a:gd name="T3" fmla="*/ 321 h 583"/>
                <a:gd name="T4" fmla="*/ 259 w 228"/>
                <a:gd name="T5" fmla="*/ 658 h 583"/>
                <a:gd name="T6" fmla="*/ 35 w 228"/>
                <a:gd name="T7" fmla="*/ 295 h 583"/>
                <a:gd name="T8" fmla="*/ 119 w 228"/>
                <a:gd name="T9" fmla="*/ 0 h 58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8" h="583">
                  <a:moveTo>
                    <a:pt x="104" y="0"/>
                  </a:moveTo>
                  <a:cubicBezTo>
                    <a:pt x="104" y="0"/>
                    <a:pt x="0" y="155"/>
                    <a:pt x="19" y="284"/>
                  </a:cubicBezTo>
                  <a:cubicBezTo>
                    <a:pt x="37" y="413"/>
                    <a:pt x="228" y="583"/>
                    <a:pt x="228" y="583"/>
                  </a:cubicBezTo>
                  <a:cubicBezTo>
                    <a:pt x="228" y="583"/>
                    <a:pt x="32" y="378"/>
                    <a:pt x="32" y="261"/>
                  </a:cubicBezTo>
                  <a:cubicBezTo>
                    <a:pt x="32" y="144"/>
                    <a:pt x="72" y="74"/>
                    <a:pt x="10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8925" name="Freeform 217">
              <a:extLst>
                <a:ext uri="{FF2B5EF4-FFF2-40B4-BE49-F238E27FC236}">
                  <a16:creationId xmlns:a16="http://schemas.microsoft.com/office/drawing/2014/main" id="{B224B272-6931-4358-A631-E3EE5B76E83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0" y="2908"/>
              <a:ext cx="139" cy="177"/>
            </a:xfrm>
            <a:custGeom>
              <a:avLst/>
              <a:gdLst>
                <a:gd name="T0" fmla="*/ 0 w 133"/>
                <a:gd name="T1" fmla="*/ 0 h 169"/>
                <a:gd name="T2" fmla="*/ 45 w 133"/>
                <a:gd name="T3" fmla="*/ 57 h 169"/>
                <a:gd name="T4" fmla="*/ 92 w 133"/>
                <a:gd name="T5" fmla="*/ 97 h 169"/>
                <a:gd name="T6" fmla="*/ 150 w 133"/>
                <a:gd name="T7" fmla="*/ 194 h 169"/>
                <a:gd name="T8" fmla="*/ 142 w 133"/>
                <a:gd name="T9" fmla="*/ 171 h 169"/>
                <a:gd name="T10" fmla="*/ 121 w 133"/>
                <a:gd name="T11" fmla="*/ 135 h 169"/>
                <a:gd name="T12" fmla="*/ 70 w 133"/>
                <a:gd name="T13" fmla="*/ 84 h 169"/>
                <a:gd name="T14" fmla="*/ 22 w 133"/>
                <a:gd name="T15" fmla="*/ 51 h 169"/>
                <a:gd name="T16" fmla="*/ 6 w 133"/>
                <a:gd name="T17" fmla="*/ 9 h 16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3" h="169">
                  <a:moveTo>
                    <a:pt x="0" y="0"/>
                  </a:moveTo>
                  <a:cubicBezTo>
                    <a:pt x="18" y="12"/>
                    <a:pt x="26" y="33"/>
                    <a:pt x="39" y="50"/>
                  </a:cubicBezTo>
                  <a:cubicBezTo>
                    <a:pt x="50" y="65"/>
                    <a:pt x="64" y="75"/>
                    <a:pt x="80" y="85"/>
                  </a:cubicBezTo>
                  <a:cubicBezTo>
                    <a:pt x="108" y="101"/>
                    <a:pt x="133" y="136"/>
                    <a:pt x="132" y="169"/>
                  </a:cubicBezTo>
                  <a:cubicBezTo>
                    <a:pt x="132" y="163"/>
                    <a:pt x="127" y="155"/>
                    <a:pt x="124" y="149"/>
                  </a:cubicBezTo>
                  <a:cubicBezTo>
                    <a:pt x="119" y="138"/>
                    <a:pt x="113" y="127"/>
                    <a:pt x="106" y="117"/>
                  </a:cubicBezTo>
                  <a:cubicBezTo>
                    <a:pt x="95" y="100"/>
                    <a:pt x="79" y="83"/>
                    <a:pt x="61" y="73"/>
                  </a:cubicBezTo>
                  <a:cubicBezTo>
                    <a:pt x="45" y="65"/>
                    <a:pt x="30" y="62"/>
                    <a:pt x="19" y="45"/>
                  </a:cubicBezTo>
                  <a:cubicBezTo>
                    <a:pt x="13" y="34"/>
                    <a:pt x="11" y="19"/>
                    <a:pt x="6" y="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8926" name="Freeform 218">
              <a:extLst>
                <a:ext uri="{FF2B5EF4-FFF2-40B4-BE49-F238E27FC236}">
                  <a16:creationId xmlns:a16="http://schemas.microsoft.com/office/drawing/2014/main" id="{A1F9D1EC-2438-4D47-B9A0-D0302D58F9A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8" y="3170"/>
              <a:ext cx="81" cy="58"/>
            </a:xfrm>
            <a:custGeom>
              <a:avLst/>
              <a:gdLst>
                <a:gd name="T0" fmla="*/ 85 w 77"/>
                <a:gd name="T1" fmla="*/ 1 h 56"/>
                <a:gd name="T2" fmla="*/ 44 w 77"/>
                <a:gd name="T3" fmla="*/ 24 h 56"/>
                <a:gd name="T4" fmla="*/ 18 w 77"/>
                <a:gd name="T5" fmla="*/ 40 h 56"/>
                <a:gd name="T6" fmla="*/ 0 w 77"/>
                <a:gd name="T7" fmla="*/ 62 h 56"/>
                <a:gd name="T8" fmla="*/ 40 w 77"/>
                <a:gd name="T9" fmla="*/ 21 h 56"/>
                <a:gd name="T10" fmla="*/ 89 w 77"/>
                <a:gd name="T11" fmla="*/ 0 h 5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7" h="56">
                  <a:moveTo>
                    <a:pt x="73" y="1"/>
                  </a:moveTo>
                  <a:cubicBezTo>
                    <a:pt x="62" y="8"/>
                    <a:pt x="50" y="14"/>
                    <a:pt x="38" y="21"/>
                  </a:cubicBezTo>
                  <a:cubicBezTo>
                    <a:pt x="29" y="25"/>
                    <a:pt x="22" y="30"/>
                    <a:pt x="15" y="37"/>
                  </a:cubicBezTo>
                  <a:cubicBezTo>
                    <a:pt x="9" y="43"/>
                    <a:pt x="6" y="51"/>
                    <a:pt x="0" y="56"/>
                  </a:cubicBezTo>
                  <a:cubicBezTo>
                    <a:pt x="1" y="40"/>
                    <a:pt x="22" y="26"/>
                    <a:pt x="34" y="18"/>
                  </a:cubicBezTo>
                  <a:cubicBezTo>
                    <a:pt x="45" y="8"/>
                    <a:pt x="64" y="3"/>
                    <a:pt x="7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8927" name="Freeform 219">
              <a:extLst>
                <a:ext uri="{FF2B5EF4-FFF2-40B4-BE49-F238E27FC236}">
                  <a16:creationId xmlns:a16="http://schemas.microsoft.com/office/drawing/2014/main" id="{52C90D44-2F97-4F2C-9455-FDE1746755B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9" y="2855"/>
              <a:ext cx="81" cy="117"/>
            </a:xfrm>
            <a:custGeom>
              <a:avLst/>
              <a:gdLst>
                <a:gd name="T0" fmla="*/ 84 w 78"/>
                <a:gd name="T1" fmla="*/ 0 h 112"/>
                <a:gd name="T2" fmla="*/ 87 w 78"/>
                <a:gd name="T3" fmla="*/ 120 h 112"/>
                <a:gd name="T4" fmla="*/ 49 w 78"/>
                <a:gd name="T5" fmla="*/ 111 h 112"/>
                <a:gd name="T6" fmla="*/ 29 w 78"/>
                <a:gd name="T7" fmla="*/ 91 h 112"/>
                <a:gd name="T8" fmla="*/ 0 w 78"/>
                <a:gd name="T9" fmla="*/ 72 h 112"/>
                <a:gd name="T10" fmla="*/ 71 w 78"/>
                <a:gd name="T11" fmla="*/ 77 h 112"/>
                <a:gd name="T12" fmla="*/ 81 w 78"/>
                <a:gd name="T13" fmla="*/ 4 h 1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8" h="112">
                  <a:moveTo>
                    <a:pt x="75" y="0"/>
                  </a:moveTo>
                  <a:cubicBezTo>
                    <a:pt x="75" y="35"/>
                    <a:pt x="75" y="71"/>
                    <a:pt x="78" y="105"/>
                  </a:cubicBezTo>
                  <a:cubicBezTo>
                    <a:pt x="68" y="112"/>
                    <a:pt x="51" y="104"/>
                    <a:pt x="43" y="97"/>
                  </a:cubicBezTo>
                  <a:cubicBezTo>
                    <a:pt x="36" y="92"/>
                    <a:pt x="32" y="84"/>
                    <a:pt x="26" y="79"/>
                  </a:cubicBezTo>
                  <a:cubicBezTo>
                    <a:pt x="19" y="72"/>
                    <a:pt x="9" y="67"/>
                    <a:pt x="0" y="63"/>
                  </a:cubicBezTo>
                  <a:cubicBezTo>
                    <a:pt x="20" y="63"/>
                    <a:pt x="48" y="97"/>
                    <a:pt x="63" y="68"/>
                  </a:cubicBezTo>
                  <a:cubicBezTo>
                    <a:pt x="72" y="49"/>
                    <a:pt x="61" y="23"/>
                    <a:pt x="72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8928" name="Freeform 220">
              <a:extLst>
                <a:ext uri="{FF2B5EF4-FFF2-40B4-BE49-F238E27FC236}">
                  <a16:creationId xmlns:a16="http://schemas.microsoft.com/office/drawing/2014/main" id="{1F6323B3-9E39-4705-93C0-D33B523A48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4" y="2723"/>
              <a:ext cx="17" cy="144"/>
            </a:xfrm>
            <a:custGeom>
              <a:avLst/>
              <a:gdLst>
                <a:gd name="T0" fmla="*/ 11 w 16"/>
                <a:gd name="T1" fmla="*/ 0 h 138"/>
                <a:gd name="T2" fmla="*/ 0 w 16"/>
                <a:gd name="T3" fmla="*/ 68 h 138"/>
                <a:gd name="T4" fmla="*/ 1 w 16"/>
                <a:gd name="T5" fmla="*/ 106 h 138"/>
                <a:gd name="T6" fmla="*/ 19 w 16"/>
                <a:gd name="T7" fmla="*/ 157 h 138"/>
                <a:gd name="T8" fmla="*/ 11 w 16"/>
                <a:gd name="T9" fmla="*/ 44 h 138"/>
                <a:gd name="T10" fmla="*/ 11 w 16"/>
                <a:gd name="T11" fmla="*/ 5 h 13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" h="138">
                  <a:moveTo>
                    <a:pt x="8" y="0"/>
                  </a:moveTo>
                  <a:cubicBezTo>
                    <a:pt x="7" y="20"/>
                    <a:pt x="0" y="39"/>
                    <a:pt x="0" y="59"/>
                  </a:cubicBezTo>
                  <a:cubicBezTo>
                    <a:pt x="0" y="71"/>
                    <a:pt x="0" y="83"/>
                    <a:pt x="1" y="94"/>
                  </a:cubicBezTo>
                  <a:cubicBezTo>
                    <a:pt x="3" y="106"/>
                    <a:pt x="6" y="132"/>
                    <a:pt x="16" y="138"/>
                  </a:cubicBezTo>
                  <a:cubicBezTo>
                    <a:pt x="7" y="104"/>
                    <a:pt x="8" y="72"/>
                    <a:pt x="8" y="38"/>
                  </a:cubicBezTo>
                  <a:cubicBezTo>
                    <a:pt x="8" y="27"/>
                    <a:pt x="9" y="16"/>
                    <a:pt x="8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8929" name="Freeform 221">
              <a:extLst>
                <a:ext uri="{FF2B5EF4-FFF2-40B4-BE49-F238E27FC236}">
                  <a16:creationId xmlns:a16="http://schemas.microsoft.com/office/drawing/2014/main" id="{18A1F642-2746-4746-B7EA-E66BF14DDDE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8" y="2592"/>
              <a:ext cx="18" cy="30"/>
            </a:xfrm>
            <a:custGeom>
              <a:avLst/>
              <a:gdLst>
                <a:gd name="T0" fmla="*/ 8 w 17"/>
                <a:gd name="T1" fmla="*/ 3 h 29"/>
                <a:gd name="T2" fmla="*/ 0 w 17"/>
                <a:gd name="T3" fmla="*/ 32 h 29"/>
                <a:gd name="T4" fmla="*/ 20 w 17"/>
                <a:gd name="T5" fmla="*/ 0 h 29"/>
                <a:gd name="T6" fmla="*/ 8 w 17"/>
                <a:gd name="T7" fmla="*/ 3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29">
                  <a:moveTo>
                    <a:pt x="8" y="3"/>
                  </a:moveTo>
                  <a:cubicBezTo>
                    <a:pt x="8" y="12"/>
                    <a:pt x="7" y="21"/>
                    <a:pt x="0" y="29"/>
                  </a:cubicBezTo>
                  <a:cubicBezTo>
                    <a:pt x="11" y="28"/>
                    <a:pt x="16" y="9"/>
                    <a:pt x="17" y="0"/>
                  </a:cubicBezTo>
                  <a:cubicBezTo>
                    <a:pt x="14" y="0"/>
                    <a:pt x="7" y="3"/>
                    <a:pt x="8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8930" name="Freeform 222">
              <a:extLst>
                <a:ext uri="{FF2B5EF4-FFF2-40B4-BE49-F238E27FC236}">
                  <a16:creationId xmlns:a16="http://schemas.microsoft.com/office/drawing/2014/main" id="{37FC8088-AD04-47F6-8057-7F2E9B1453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2" y="2630"/>
              <a:ext cx="22" cy="21"/>
            </a:xfrm>
            <a:custGeom>
              <a:avLst/>
              <a:gdLst>
                <a:gd name="T0" fmla="*/ 20 w 21"/>
                <a:gd name="T1" fmla="*/ 1 h 20"/>
                <a:gd name="T2" fmla="*/ 0 w 21"/>
                <a:gd name="T3" fmla="*/ 17 h 20"/>
                <a:gd name="T4" fmla="*/ 7 w 21"/>
                <a:gd name="T5" fmla="*/ 23 h 20"/>
                <a:gd name="T6" fmla="*/ 24 w 21"/>
                <a:gd name="T7" fmla="*/ 1 h 20"/>
                <a:gd name="T8" fmla="*/ 20 w 21"/>
                <a:gd name="T9" fmla="*/ 1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20">
                  <a:moveTo>
                    <a:pt x="17" y="1"/>
                  </a:moveTo>
                  <a:cubicBezTo>
                    <a:pt x="12" y="3"/>
                    <a:pt x="2" y="9"/>
                    <a:pt x="0" y="14"/>
                  </a:cubicBezTo>
                  <a:cubicBezTo>
                    <a:pt x="1" y="16"/>
                    <a:pt x="5" y="19"/>
                    <a:pt x="7" y="20"/>
                  </a:cubicBezTo>
                  <a:cubicBezTo>
                    <a:pt x="9" y="12"/>
                    <a:pt x="19" y="10"/>
                    <a:pt x="21" y="1"/>
                  </a:cubicBezTo>
                  <a:cubicBezTo>
                    <a:pt x="20" y="1"/>
                    <a:pt x="18" y="0"/>
                    <a:pt x="17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8931" name="Freeform 223">
              <a:extLst>
                <a:ext uri="{FF2B5EF4-FFF2-40B4-BE49-F238E27FC236}">
                  <a16:creationId xmlns:a16="http://schemas.microsoft.com/office/drawing/2014/main" id="{1ECE6B10-CD2C-4A2A-BD8F-E4B7E80BF4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4" y="2647"/>
              <a:ext cx="164" cy="152"/>
            </a:xfrm>
            <a:custGeom>
              <a:avLst/>
              <a:gdLst>
                <a:gd name="T0" fmla="*/ 0 w 157"/>
                <a:gd name="T1" fmla="*/ 2 h 146"/>
                <a:gd name="T2" fmla="*/ 33 w 157"/>
                <a:gd name="T3" fmla="*/ 25 h 146"/>
                <a:gd name="T4" fmla="*/ 61 w 157"/>
                <a:gd name="T5" fmla="*/ 46 h 146"/>
                <a:gd name="T6" fmla="*/ 111 w 157"/>
                <a:gd name="T7" fmla="*/ 91 h 146"/>
                <a:gd name="T8" fmla="*/ 179 w 157"/>
                <a:gd name="T9" fmla="*/ 164 h 146"/>
                <a:gd name="T10" fmla="*/ 138 w 157"/>
                <a:gd name="T11" fmla="*/ 103 h 146"/>
                <a:gd name="T12" fmla="*/ 84 w 157"/>
                <a:gd name="T13" fmla="*/ 47 h 146"/>
                <a:gd name="T14" fmla="*/ 7 w 157"/>
                <a:gd name="T15" fmla="*/ 0 h 14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57" h="146">
                  <a:moveTo>
                    <a:pt x="0" y="2"/>
                  </a:moveTo>
                  <a:cubicBezTo>
                    <a:pt x="11" y="4"/>
                    <a:pt x="21" y="15"/>
                    <a:pt x="30" y="22"/>
                  </a:cubicBezTo>
                  <a:cubicBezTo>
                    <a:pt x="38" y="28"/>
                    <a:pt x="46" y="34"/>
                    <a:pt x="54" y="40"/>
                  </a:cubicBezTo>
                  <a:cubicBezTo>
                    <a:pt x="69" y="53"/>
                    <a:pt x="83" y="68"/>
                    <a:pt x="97" y="81"/>
                  </a:cubicBezTo>
                  <a:cubicBezTo>
                    <a:pt x="119" y="101"/>
                    <a:pt x="135" y="126"/>
                    <a:pt x="157" y="146"/>
                  </a:cubicBezTo>
                  <a:cubicBezTo>
                    <a:pt x="143" y="130"/>
                    <a:pt x="133" y="108"/>
                    <a:pt x="121" y="91"/>
                  </a:cubicBezTo>
                  <a:cubicBezTo>
                    <a:pt x="108" y="72"/>
                    <a:pt x="92" y="55"/>
                    <a:pt x="74" y="41"/>
                  </a:cubicBezTo>
                  <a:cubicBezTo>
                    <a:pt x="55" y="25"/>
                    <a:pt x="31" y="3"/>
                    <a:pt x="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8932" name="Freeform 224">
              <a:extLst>
                <a:ext uri="{FF2B5EF4-FFF2-40B4-BE49-F238E27FC236}">
                  <a16:creationId xmlns:a16="http://schemas.microsoft.com/office/drawing/2014/main" id="{386E7D42-1645-45D7-A7EB-89DAE6CC7A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4" y="2605"/>
              <a:ext cx="56" cy="174"/>
            </a:xfrm>
            <a:custGeom>
              <a:avLst/>
              <a:gdLst>
                <a:gd name="T0" fmla="*/ 35 w 53"/>
                <a:gd name="T1" fmla="*/ 5 h 167"/>
                <a:gd name="T2" fmla="*/ 0 w 53"/>
                <a:gd name="T3" fmla="*/ 105 h 167"/>
                <a:gd name="T4" fmla="*/ 6 w 53"/>
                <a:gd name="T5" fmla="*/ 146 h 167"/>
                <a:gd name="T6" fmla="*/ 16 w 53"/>
                <a:gd name="T7" fmla="*/ 189 h 167"/>
                <a:gd name="T8" fmla="*/ 19 w 53"/>
                <a:gd name="T9" fmla="*/ 138 h 167"/>
                <a:gd name="T10" fmla="*/ 23 w 53"/>
                <a:gd name="T11" fmla="*/ 67 h 167"/>
                <a:gd name="T12" fmla="*/ 37 w 53"/>
                <a:gd name="T13" fmla="*/ 3 h 16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3" h="167">
                  <a:moveTo>
                    <a:pt x="29" y="5"/>
                  </a:moveTo>
                  <a:cubicBezTo>
                    <a:pt x="2" y="19"/>
                    <a:pt x="0" y="67"/>
                    <a:pt x="0" y="93"/>
                  </a:cubicBezTo>
                  <a:cubicBezTo>
                    <a:pt x="0" y="105"/>
                    <a:pt x="3" y="117"/>
                    <a:pt x="6" y="129"/>
                  </a:cubicBezTo>
                  <a:cubicBezTo>
                    <a:pt x="10" y="141"/>
                    <a:pt x="10" y="154"/>
                    <a:pt x="13" y="167"/>
                  </a:cubicBezTo>
                  <a:cubicBezTo>
                    <a:pt x="23" y="164"/>
                    <a:pt x="17" y="130"/>
                    <a:pt x="16" y="122"/>
                  </a:cubicBezTo>
                  <a:cubicBezTo>
                    <a:pt x="14" y="101"/>
                    <a:pt x="14" y="79"/>
                    <a:pt x="20" y="59"/>
                  </a:cubicBezTo>
                  <a:cubicBezTo>
                    <a:pt x="22" y="53"/>
                    <a:pt x="53" y="0"/>
                    <a:pt x="31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8933" name="Freeform 225">
              <a:extLst>
                <a:ext uri="{FF2B5EF4-FFF2-40B4-BE49-F238E27FC236}">
                  <a16:creationId xmlns:a16="http://schemas.microsoft.com/office/drawing/2014/main" id="{118DD6F1-CB44-47E6-B175-5169799012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7" y="2479"/>
              <a:ext cx="211" cy="346"/>
            </a:xfrm>
            <a:custGeom>
              <a:avLst/>
              <a:gdLst>
                <a:gd name="T0" fmla="*/ 228 w 202"/>
                <a:gd name="T1" fmla="*/ 0 h 332"/>
                <a:gd name="T2" fmla="*/ 172 w 202"/>
                <a:gd name="T3" fmla="*/ 22 h 332"/>
                <a:gd name="T4" fmla="*/ 125 w 202"/>
                <a:gd name="T5" fmla="*/ 49 h 332"/>
                <a:gd name="T6" fmla="*/ 54 w 202"/>
                <a:gd name="T7" fmla="*/ 143 h 332"/>
                <a:gd name="T8" fmla="*/ 7 w 202"/>
                <a:gd name="T9" fmla="*/ 236 h 332"/>
                <a:gd name="T10" fmla="*/ 0 w 202"/>
                <a:gd name="T11" fmla="*/ 295 h 332"/>
                <a:gd name="T12" fmla="*/ 2 w 202"/>
                <a:gd name="T13" fmla="*/ 337 h 332"/>
                <a:gd name="T14" fmla="*/ 3 w 202"/>
                <a:gd name="T15" fmla="*/ 376 h 332"/>
                <a:gd name="T16" fmla="*/ 6 w 202"/>
                <a:gd name="T17" fmla="*/ 347 h 332"/>
                <a:gd name="T18" fmla="*/ 15 w 202"/>
                <a:gd name="T19" fmla="*/ 295 h 332"/>
                <a:gd name="T20" fmla="*/ 30 w 202"/>
                <a:gd name="T21" fmla="*/ 214 h 332"/>
                <a:gd name="T22" fmla="*/ 98 w 202"/>
                <a:gd name="T23" fmla="*/ 102 h 332"/>
                <a:gd name="T24" fmla="*/ 230 w 202"/>
                <a:gd name="T25" fmla="*/ 2 h 33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02" h="332">
                  <a:moveTo>
                    <a:pt x="200" y="0"/>
                  </a:moveTo>
                  <a:cubicBezTo>
                    <a:pt x="183" y="5"/>
                    <a:pt x="168" y="13"/>
                    <a:pt x="151" y="19"/>
                  </a:cubicBezTo>
                  <a:cubicBezTo>
                    <a:pt x="138" y="24"/>
                    <a:pt x="120" y="32"/>
                    <a:pt x="110" y="43"/>
                  </a:cubicBezTo>
                  <a:cubicBezTo>
                    <a:pt x="86" y="67"/>
                    <a:pt x="67" y="98"/>
                    <a:pt x="48" y="126"/>
                  </a:cubicBezTo>
                  <a:cubicBezTo>
                    <a:pt x="32" y="151"/>
                    <a:pt x="14" y="178"/>
                    <a:pt x="7" y="208"/>
                  </a:cubicBezTo>
                  <a:cubicBezTo>
                    <a:pt x="3" y="225"/>
                    <a:pt x="1" y="244"/>
                    <a:pt x="0" y="261"/>
                  </a:cubicBezTo>
                  <a:cubicBezTo>
                    <a:pt x="0" y="273"/>
                    <a:pt x="1" y="285"/>
                    <a:pt x="2" y="297"/>
                  </a:cubicBezTo>
                  <a:cubicBezTo>
                    <a:pt x="3" y="309"/>
                    <a:pt x="0" y="321"/>
                    <a:pt x="3" y="332"/>
                  </a:cubicBezTo>
                  <a:cubicBezTo>
                    <a:pt x="3" y="324"/>
                    <a:pt x="4" y="316"/>
                    <a:pt x="6" y="307"/>
                  </a:cubicBezTo>
                  <a:cubicBezTo>
                    <a:pt x="10" y="292"/>
                    <a:pt x="10" y="277"/>
                    <a:pt x="12" y="261"/>
                  </a:cubicBezTo>
                  <a:cubicBezTo>
                    <a:pt x="14" y="237"/>
                    <a:pt x="20" y="213"/>
                    <a:pt x="27" y="189"/>
                  </a:cubicBezTo>
                  <a:cubicBezTo>
                    <a:pt x="37" y="152"/>
                    <a:pt x="63" y="118"/>
                    <a:pt x="86" y="90"/>
                  </a:cubicBezTo>
                  <a:cubicBezTo>
                    <a:pt x="118" y="51"/>
                    <a:pt x="154" y="17"/>
                    <a:pt x="202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8934" name="Freeform 226">
              <a:extLst>
                <a:ext uri="{FF2B5EF4-FFF2-40B4-BE49-F238E27FC236}">
                  <a16:creationId xmlns:a16="http://schemas.microsoft.com/office/drawing/2014/main" id="{82B5F532-59BF-444F-80F1-EDAABEAB8A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1" y="2327"/>
              <a:ext cx="77" cy="60"/>
            </a:xfrm>
            <a:custGeom>
              <a:avLst/>
              <a:gdLst>
                <a:gd name="T0" fmla="*/ 0 w 74"/>
                <a:gd name="T1" fmla="*/ 0 h 58"/>
                <a:gd name="T2" fmla="*/ 44 w 74"/>
                <a:gd name="T3" fmla="*/ 27 h 58"/>
                <a:gd name="T4" fmla="*/ 60 w 74"/>
                <a:gd name="T5" fmla="*/ 43 h 58"/>
                <a:gd name="T6" fmla="*/ 78 w 74"/>
                <a:gd name="T7" fmla="*/ 64 h 58"/>
                <a:gd name="T8" fmla="*/ 77 w 74"/>
                <a:gd name="T9" fmla="*/ 35 h 58"/>
                <a:gd name="T10" fmla="*/ 47 w 74"/>
                <a:gd name="T11" fmla="*/ 26 h 58"/>
                <a:gd name="T12" fmla="*/ 24 w 74"/>
                <a:gd name="T13" fmla="*/ 10 h 58"/>
                <a:gd name="T14" fmla="*/ 1 w 74"/>
                <a:gd name="T15" fmla="*/ 2 h 5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4" h="58">
                  <a:moveTo>
                    <a:pt x="0" y="0"/>
                  </a:moveTo>
                  <a:cubicBezTo>
                    <a:pt x="12" y="6"/>
                    <a:pt x="27" y="16"/>
                    <a:pt x="38" y="24"/>
                  </a:cubicBezTo>
                  <a:cubicBezTo>
                    <a:pt x="44" y="29"/>
                    <a:pt x="49" y="34"/>
                    <a:pt x="54" y="40"/>
                  </a:cubicBezTo>
                  <a:cubicBezTo>
                    <a:pt x="58" y="45"/>
                    <a:pt x="64" y="55"/>
                    <a:pt x="69" y="58"/>
                  </a:cubicBezTo>
                  <a:cubicBezTo>
                    <a:pt x="74" y="52"/>
                    <a:pt x="74" y="37"/>
                    <a:pt x="68" y="32"/>
                  </a:cubicBezTo>
                  <a:cubicBezTo>
                    <a:pt x="60" y="27"/>
                    <a:pt x="49" y="27"/>
                    <a:pt x="41" y="23"/>
                  </a:cubicBezTo>
                  <a:cubicBezTo>
                    <a:pt x="34" y="19"/>
                    <a:pt x="28" y="13"/>
                    <a:pt x="21" y="10"/>
                  </a:cubicBezTo>
                  <a:cubicBezTo>
                    <a:pt x="15" y="7"/>
                    <a:pt x="7" y="5"/>
                    <a:pt x="1" y="2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8935" name="Freeform 227">
              <a:extLst>
                <a:ext uri="{FF2B5EF4-FFF2-40B4-BE49-F238E27FC236}">
                  <a16:creationId xmlns:a16="http://schemas.microsoft.com/office/drawing/2014/main" id="{D505F7CC-D9FD-4E7B-AC45-ED8C1D4E144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9" y="2293"/>
              <a:ext cx="54" cy="27"/>
            </a:xfrm>
            <a:custGeom>
              <a:avLst/>
              <a:gdLst>
                <a:gd name="T0" fmla="*/ 6 w 52"/>
                <a:gd name="T1" fmla="*/ 0 h 26"/>
                <a:gd name="T2" fmla="*/ 0 w 52"/>
                <a:gd name="T3" fmla="*/ 29 h 26"/>
                <a:gd name="T4" fmla="*/ 29 w 52"/>
                <a:gd name="T5" fmla="*/ 20 h 26"/>
                <a:gd name="T6" fmla="*/ 58 w 52"/>
                <a:gd name="T7" fmla="*/ 16 h 26"/>
                <a:gd name="T8" fmla="*/ 6 w 52"/>
                <a:gd name="T9" fmla="*/ 3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" h="26">
                  <a:moveTo>
                    <a:pt x="6" y="0"/>
                  </a:moveTo>
                  <a:cubicBezTo>
                    <a:pt x="2" y="7"/>
                    <a:pt x="0" y="19"/>
                    <a:pt x="0" y="26"/>
                  </a:cubicBezTo>
                  <a:cubicBezTo>
                    <a:pt x="9" y="25"/>
                    <a:pt x="18" y="20"/>
                    <a:pt x="26" y="17"/>
                  </a:cubicBezTo>
                  <a:cubicBezTo>
                    <a:pt x="35" y="15"/>
                    <a:pt x="44" y="15"/>
                    <a:pt x="52" y="13"/>
                  </a:cubicBezTo>
                  <a:cubicBezTo>
                    <a:pt x="42" y="7"/>
                    <a:pt x="5" y="23"/>
                    <a:pt x="6" y="3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8936" name="Freeform 228">
              <a:extLst>
                <a:ext uri="{FF2B5EF4-FFF2-40B4-BE49-F238E27FC236}">
                  <a16:creationId xmlns:a16="http://schemas.microsoft.com/office/drawing/2014/main" id="{49F13DAC-58CB-4E77-BA5A-64A311A47A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1" y="2393"/>
              <a:ext cx="11" cy="7"/>
            </a:xfrm>
            <a:custGeom>
              <a:avLst/>
              <a:gdLst>
                <a:gd name="T0" fmla="*/ 2 w 11"/>
                <a:gd name="T1" fmla="*/ 5 h 7"/>
                <a:gd name="T2" fmla="*/ 4 w 11"/>
                <a:gd name="T3" fmla="*/ 7 h 7"/>
                <a:gd name="T4" fmla="*/ 11 w 11"/>
                <a:gd name="T5" fmla="*/ 7 h 7"/>
                <a:gd name="T6" fmla="*/ 5 w 11"/>
                <a:gd name="T7" fmla="*/ 0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7">
                  <a:moveTo>
                    <a:pt x="2" y="5"/>
                  </a:moveTo>
                  <a:cubicBezTo>
                    <a:pt x="4" y="5"/>
                    <a:pt x="0" y="6"/>
                    <a:pt x="4" y="7"/>
                  </a:cubicBezTo>
                  <a:cubicBezTo>
                    <a:pt x="6" y="7"/>
                    <a:pt x="9" y="7"/>
                    <a:pt x="11" y="7"/>
                  </a:cubicBezTo>
                  <a:cubicBezTo>
                    <a:pt x="10" y="4"/>
                    <a:pt x="8" y="2"/>
                    <a:pt x="5" y="0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8937" name="Freeform 229">
              <a:extLst>
                <a:ext uri="{FF2B5EF4-FFF2-40B4-BE49-F238E27FC236}">
                  <a16:creationId xmlns:a16="http://schemas.microsoft.com/office/drawing/2014/main" id="{C3DC5DE1-D27E-48FF-BD9E-E1345D07AE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0" y="2368"/>
              <a:ext cx="17" cy="9"/>
            </a:xfrm>
            <a:custGeom>
              <a:avLst/>
              <a:gdLst>
                <a:gd name="T0" fmla="*/ 0 w 17"/>
                <a:gd name="T1" fmla="*/ 2 h 9"/>
                <a:gd name="T2" fmla="*/ 1 w 17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9">
                  <a:moveTo>
                    <a:pt x="0" y="2"/>
                  </a:moveTo>
                  <a:cubicBezTo>
                    <a:pt x="3" y="9"/>
                    <a:pt x="17" y="3"/>
                    <a:pt x="1" y="0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8938" name="Freeform 230">
              <a:extLst>
                <a:ext uri="{FF2B5EF4-FFF2-40B4-BE49-F238E27FC236}">
                  <a16:creationId xmlns:a16="http://schemas.microsoft.com/office/drawing/2014/main" id="{039D4594-079B-456A-AE4B-732161F222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1" y="2423"/>
              <a:ext cx="14" cy="15"/>
            </a:xfrm>
            <a:custGeom>
              <a:avLst/>
              <a:gdLst>
                <a:gd name="T0" fmla="*/ 0 w 14"/>
                <a:gd name="T1" fmla="*/ 5 h 15"/>
                <a:gd name="T2" fmla="*/ 1 w 14"/>
                <a:gd name="T3" fmla="*/ 3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5">
                  <a:moveTo>
                    <a:pt x="0" y="5"/>
                  </a:moveTo>
                  <a:cubicBezTo>
                    <a:pt x="10" y="15"/>
                    <a:pt x="14" y="0"/>
                    <a:pt x="1" y="3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8939" name="Freeform 231">
              <a:extLst>
                <a:ext uri="{FF2B5EF4-FFF2-40B4-BE49-F238E27FC236}">
                  <a16:creationId xmlns:a16="http://schemas.microsoft.com/office/drawing/2014/main" id="{2F135B79-04B6-4AA9-9792-094DCE1ABD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6" y="2441"/>
              <a:ext cx="7" cy="8"/>
            </a:xfrm>
            <a:custGeom>
              <a:avLst/>
              <a:gdLst>
                <a:gd name="T0" fmla="*/ 0 w 7"/>
                <a:gd name="T1" fmla="*/ 0 h 8"/>
                <a:gd name="T2" fmla="*/ 6 w 7"/>
                <a:gd name="T3" fmla="*/ 8 h 8"/>
                <a:gd name="T4" fmla="*/ 6 w 7"/>
                <a:gd name="T5" fmla="*/ 3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8">
                  <a:moveTo>
                    <a:pt x="0" y="0"/>
                  </a:moveTo>
                  <a:cubicBezTo>
                    <a:pt x="2" y="2"/>
                    <a:pt x="3" y="7"/>
                    <a:pt x="6" y="8"/>
                  </a:cubicBezTo>
                  <a:cubicBezTo>
                    <a:pt x="7" y="6"/>
                    <a:pt x="6" y="4"/>
                    <a:pt x="6" y="3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8940" name="Freeform 232">
              <a:extLst>
                <a:ext uri="{FF2B5EF4-FFF2-40B4-BE49-F238E27FC236}">
                  <a16:creationId xmlns:a16="http://schemas.microsoft.com/office/drawing/2014/main" id="{0FEF7B1B-E664-4FA2-94AE-EA2D95FE7D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0" y="2373"/>
              <a:ext cx="33" cy="58"/>
            </a:xfrm>
            <a:custGeom>
              <a:avLst/>
              <a:gdLst>
                <a:gd name="T0" fmla="*/ 36 w 31"/>
                <a:gd name="T1" fmla="*/ 0 h 56"/>
                <a:gd name="T2" fmla="*/ 11 w 31"/>
                <a:gd name="T3" fmla="*/ 62 h 56"/>
                <a:gd name="T4" fmla="*/ 14 w 31"/>
                <a:gd name="T5" fmla="*/ 30 h 56"/>
                <a:gd name="T6" fmla="*/ 36 w 31"/>
                <a:gd name="T7" fmla="*/ 5 h 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56">
                  <a:moveTo>
                    <a:pt x="30" y="0"/>
                  </a:moveTo>
                  <a:cubicBezTo>
                    <a:pt x="31" y="20"/>
                    <a:pt x="0" y="31"/>
                    <a:pt x="8" y="56"/>
                  </a:cubicBezTo>
                  <a:cubicBezTo>
                    <a:pt x="7" y="44"/>
                    <a:pt x="4" y="39"/>
                    <a:pt x="11" y="27"/>
                  </a:cubicBezTo>
                  <a:cubicBezTo>
                    <a:pt x="16" y="19"/>
                    <a:pt x="27" y="13"/>
                    <a:pt x="30" y="5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8941" name="Freeform 233">
              <a:extLst>
                <a:ext uri="{FF2B5EF4-FFF2-40B4-BE49-F238E27FC236}">
                  <a16:creationId xmlns:a16="http://schemas.microsoft.com/office/drawing/2014/main" id="{D9666E99-B307-4767-BE53-B2C427E36C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2" y="2398"/>
              <a:ext cx="72" cy="113"/>
            </a:xfrm>
            <a:custGeom>
              <a:avLst/>
              <a:gdLst>
                <a:gd name="T0" fmla="*/ 59 w 69"/>
                <a:gd name="T1" fmla="*/ 0 h 109"/>
                <a:gd name="T2" fmla="*/ 32 w 69"/>
                <a:gd name="T3" fmla="*/ 59 h 109"/>
                <a:gd name="T4" fmla="*/ 0 w 69"/>
                <a:gd name="T5" fmla="*/ 121 h 109"/>
                <a:gd name="T6" fmla="*/ 18 w 69"/>
                <a:gd name="T7" fmla="*/ 87 h 109"/>
                <a:gd name="T8" fmla="*/ 29 w 69"/>
                <a:gd name="T9" fmla="*/ 48 h 109"/>
                <a:gd name="T10" fmla="*/ 62 w 69"/>
                <a:gd name="T11" fmla="*/ 2 h 10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9" h="109">
                  <a:moveTo>
                    <a:pt x="53" y="0"/>
                  </a:moveTo>
                  <a:cubicBezTo>
                    <a:pt x="69" y="23"/>
                    <a:pt x="37" y="34"/>
                    <a:pt x="29" y="53"/>
                  </a:cubicBezTo>
                  <a:cubicBezTo>
                    <a:pt x="21" y="72"/>
                    <a:pt x="21" y="99"/>
                    <a:pt x="0" y="109"/>
                  </a:cubicBezTo>
                  <a:cubicBezTo>
                    <a:pt x="1" y="99"/>
                    <a:pt x="11" y="88"/>
                    <a:pt x="15" y="78"/>
                  </a:cubicBezTo>
                  <a:cubicBezTo>
                    <a:pt x="20" y="67"/>
                    <a:pt x="21" y="54"/>
                    <a:pt x="26" y="42"/>
                  </a:cubicBezTo>
                  <a:cubicBezTo>
                    <a:pt x="32" y="26"/>
                    <a:pt x="52" y="18"/>
                    <a:pt x="55" y="2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8942" name="Freeform 234">
              <a:extLst>
                <a:ext uri="{FF2B5EF4-FFF2-40B4-BE49-F238E27FC236}">
                  <a16:creationId xmlns:a16="http://schemas.microsoft.com/office/drawing/2014/main" id="{05741193-BF56-49F3-B8D9-C4A1D963A4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6" y="2429"/>
              <a:ext cx="90" cy="131"/>
            </a:xfrm>
            <a:custGeom>
              <a:avLst/>
              <a:gdLst>
                <a:gd name="T0" fmla="*/ 77 w 86"/>
                <a:gd name="T1" fmla="*/ 0 h 126"/>
                <a:gd name="T2" fmla="*/ 53 w 86"/>
                <a:gd name="T3" fmla="*/ 70 h 126"/>
                <a:gd name="T4" fmla="*/ 3 w 86"/>
                <a:gd name="T5" fmla="*/ 141 h 126"/>
                <a:gd name="T6" fmla="*/ 15 w 86"/>
                <a:gd name="T7" fmla="*/ 105 h 126"/>
                <a:gd name="T8" fmla="*/ 45 w 86"/>
                <a:gd name="T9" fmla="*/ 62 h 126"/>
                <a:gd name="T10" fmla="*/ 75 w 86"/>
                <a:gd name="T11" fmla="*/ 32 h 126"/>
                <a:gd name="T12" fmla="*/ 80 w 86"/>
                <a:gd name="T13" fmla="*/ 2 h 1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6" h="126">
                  <a:moveTo>
                    <a:pt x="68" y="0"/>
                  </a:moveTo>
                  <a:cubicBezTo>
                    <a:pt x="86" y="20"/>
                    <a:pt x="65" y="51"/>
                    <a:pt x="47" y="62"/>
                  </a:cubicBezTo>
                  <a:cubicBezTo>
                    <a:pt x="23" y="77"/>
                    <a:pt x="15" y="103"/>
                    <a:pt x="3" y="126"/>
                  </a:cubicBezTo>
                  <a:cubicBezTo>
                    <a:pt x="0" y="123"/>
                    <a:pt x="10" y="98"/>
                    <a:pt x="12" y="93"/>
                  </a:cubicBezTo>
                  <a:cubicBezTo>
                    <a:pt x="18" y="79"/>
                    <a:pt x="28" y="66"/>
                    <a:pt x="39" y="56"/>
                  </a:cubicBezTo>
                  <a:cubicBezTo>
                    <a:pt x="49" y="47"/>
                    <a:pt x="61" y="42"/>
                    <a:pt x="66" y="29"/>
                  </a:cubicBezTo>
                  <a:cubicBezTo>
                    <a:pt x="69" y="22"/>
                    <a:pt x="76" y="9"/>
                    <a:pt x="70" y="2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8943" name="Freeform 235">
              <a:extLst>
                <a:ext uri="{FF2B5EF4-FFF2-40B4-BE49-F238E27FC236}">
                  <a16:creationId xmlns:a16="http://schemas.microsoft.com/office/drawing/2014/main" id="{6629C053-808B-4C7B-A3A4-69324A618B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4" y="2465"/>
              <a:ext cx="46" cy="101"/>
            </a:xfrm>
            <a:custGeom>
              <a:avLst/>
              <a:gdLst>
                <a:gd name="T0" fmla="*/ 49 w 44"/>
                <a:gd name="T1" fmla="*/ 0 h 97"/>
                <a:gd name="T2" fmla="*/ 35 w 44"/>
                <a:gd name="T3" fmla="*/ 65 h 97"/>
                <a:gd name="T4" fmla="*/ 15 w 44"/>
                <a:gd name="T5" fmla="*/ 81 h 97"/>
                <a:gd name="T6" fmla="*/ 0 w 44"/>
                <a:gd name="T7" fmla="*/ 109 h 97"/>
                <a:gd name="T8" fmla="*/ 8 w 44"/>
                <a:gd name="T9" fmla="*/ 82 h 97"/>
                <a:gd name="T10" fmla="*/ 31 w 44"/>
                <a:gd name="T11" fmla="*/ 54 h 97"/>
                <a:gd name="T12" fmla="*/ 46 w 44"/>
                <a:gd name="T13" fmla="*/ 2 h 9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4" h="97">
                  <a:moveTo>
                    <a:pt x="43" y="0"/>
                  </a:moveTo>
                  <a:cubicBezTo>
                    <a:pt x="44" y="17"/>
                    <a:pt x="44" y="45"/>
                    <a:pt x="31" y="58"/>
                  </a:cubicBezTo>
                  <a:cubicBezTo>
                    <a:pt x="25" y="64"/>
                    <a:pt x="17" y="65"/>
                    <a:pt x="12" y="72"/>
                  </a:cubicBezTo>
                  <a:cubicBezTo>
                    <a:pt x="7" y="79"/>
                    <a:pt x="6" y="90"/>
                    <a:pt x="0" y="97"/>
                  </a:cubicBezTo>
                  <a:cubicBezTo>
                    <a:pt x="2" y="89"/>
                    <a:pt x="5" y="81"/>
                    <a:pt x="8" y="73"/>
                  </a:cubicBezTo>
                  <a:cubicBezTo>
                    <a:pt x="13" y="62"/>
                    <a:pt x="21" y="57"/>
                    <a:pt x="28" y="48"/>
                  </a:cubicBezTo>
                  <a:cubicBezTo>
                    <a:pt x="37" y="34"/>
                    <a:pt x="38" y="18"/>
                    <a:pt x="40" y="2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8944" name="Freeform 236">
              <a:extLst>
                <a:ext uri="{FF2B5EF4-FFF2-40B4-BE49-F238E27FC236}">
                  <a16:creationId xmlns:a16="http://schemas.microsoft.com/office/drawing/2014/main" id="{A6F86A78-3782-4F27-91E1-40FC8D450F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3" y="2476"/>
              <a:ext cx="28" cy="61"/>
            </a:xfrm>
            <a:custGeom>
              <a:avLst/>
              <a:gdLst>
                <a:gd name="T0" fmla="*/ 0 w 27"/>
                <a:gd name="T1" fmla="*/ 0 h 59"/>
                <a:gd name="T2" fmla="*/ 22 w 27"/>
                <a:gd name="T3" fmla="*/ 65 h 59"/>
                <a:gd name="T4" fmla="*/ 1 w 27"/>
                <a:gd name="T5" fmla="*/ 5 h 5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59">
                  <a:moveTo>
                    <a:pt x="0" y="0"/>
                  </a:moveTo>
                  <a:cubicBezTo>
                    <a:pt x="12" y="17"/>
                    <a:pt x="27" y="38"/>
                    <a:pt x="19" y="59"/>
                  </a:cubicBezTo>
                  <a:cubicBezTo>
                    <a:pt x="21" y="41"/>
                    <a:pt x="3" y="23"/>
                    <a:pt x="1" y="5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8945" name="Freeform 237">
              <a:extLst>
                <a:ext uri="{FF2B5EF4-FFF2-40B4-BE49-F238E27FC236}">
                  <a16:creationId xmlns:a16="http://schemas.microsoft.com/office/drawing/2014/main" id="{EE99E064-E935-43D3-B432-0980744B7F28}"/>
                </a:ext>
              </a:extLst>
            </p:cNvPr>
            <p:cNvSpPr>
              <a:spLocks/>
            </p:cNvSpPr>
            <p:nvPr/>
          </p:nvSpPr>
          <p:spPr bwMode="auto">
            <a:xfrm>
              <a:off x="987" y="2101"/>
              <a:ext cx="44" cy="215"/>
            </a:xfrm>
            <a:custGeom>
              <a:avLst/>
              <a:gdLst>
                <a:gd name="T0" fmla="*/ 3 w 42"/>
                <a:gd name="T1" fmla="*/ 0 h 206"/>
                <a:gd name="T2" fmla="*/ 48 w 42"/>
                <a:gd name="T3" fmla="*/ 234 h 206"/>
                <a:gd name="T4" fmla="*/ 3 w 42"/>
                <a:gd name="T5" fmla="*/ 0 h 20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" h="206">
                  <a:moveTo>
                    <a:pt x="3" y="0"/>
                  </a:moveTo>
                  <a:cubicBezTo>
                    <a:pt x="3" y="0"/>
                    <a:pt x="4" y="131"/>
                    <a:pt x="42" y="206"/>
                  </a:cubicBezTo>
                  <a:cubicBezTo>
                    <a:pt x="42" y="206"/>
                    <a:pt x="0" y="36"/>
                    <a:pt x="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8946" name="Freeform 238">
              <a:extLst>
                <a:ext uri="{FF2B5EF4-FFF2-40B4-BE49-F238E27FC236}">
                  <a16:creationId xmlns:a16="http://schemas.microsoft.com/office/drawing/2014/main" id="{2A3ACD28-41F0-46A6-BBA3-0F05CC63FAD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4" y="2457"/>
              <a:ext cx="53" cy="112"/>
            </a:xfrm>
            <a:custGeom>
              <a:avLst/>
              <a:gdLst>
                <a:gd name="T0" fmla="*/ 8 w 51"/>
                <a:gd name="T1" fmla="*/ 0 h 107"/>
                <a:gd name="T2" fmla="*/ 6 w 51"/>
                <a:gd name="T3" fmla="*/ 21 h 107"/>
                <a:gd name="T4" fmla="*/ 4 w 51"/>
                <a:gd name="T5" fmla="*/ 48 h 107"/>
                <a:gd name="T6" fmla="*/ 2 w 51"/>
                <a:gd name="T7" fmla="*/ 77 h 107"/>
                <a:gd name="T8" fmla="*/ 24 w 51"/>
                <a:gd name="T9" fmla="*/ 97 h 107"/>
                <a:gd name="T10" fmla="*/ 57 w 51"/>
                <a:gd name="T11" fmla="*/ 122 h 107"/>
                <a:gd name="T12" fmla="*/ 19 w 51"/>
                <a:gd name="T13" fmla="*/ 61 h 107"/>
                <a:gd name="T14" fmla="*/ 10 w 51"/>
                <a:gd name="T15" fmla="*/ 2 h 10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1" h="107">
                  <a:moveTo>
                    <a:pt x="8" y="0"/>
                  </a:moveTo>
                  <a:cubicBezTo>
                    <a:pt x="9" y="5"/>
                    <a:pt x="7" y="13"/>
                    <a:pt x="6" y="18"/>
                  </a:cubicBezTo>
                  <a:cubicBezTo>
                    <a:pt x="5" y="26"/>
                    <a:pt x="5" y="34"/>
                    <a:pt x="4" y="42"/>
                  </a:cubicBezTo>
                  <a:cubicBezTo>
                    <a:pt x="2" y="50"/>
                    <a:pt x="0" y="60"/>
                    <a:pt x="2" y="68"/>
                  </a:cubicBezTo>
                  <a:cubicBezTo>
                    <a:pt x="5" y="78"/>
                    <a:pt x="13" y="80"/>
                    <a:pt x="21" y="85"/>
                  </a:cubicBezTo>
                  <a:cubicBezTo>
                    <a:pt x="33" y="90"/>
                    <a:pt x="41" y="99"/>
                    <a:pt x="51" y="107"/>
                  </a:cubicBezTo>
                  <a:cubicBezTo>
                    <a:pt x="36" y="92"/>
                    <a:pt x="22" y="73"/>
                    <a:pt x="16" y="53"/>
                  </a:cubicBezTo>
                  <a:cubicBezTo>
                    <a:pt x="10" y="36"/>
                    <a:pt x="15" y="18"/>
                    <a:pt x="1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8947" name="Freeform 239">
              <a:extLst>
                <a:ext uri="{FF2B5EF4-FFF2-40B4-BE49-F238E27FC236}">
                  <a16:creationId xmlns:a16="http://schemas.microsoft.com/office/drawing/2014/main" id="{DCB19BA0-9AD9-4C6E-89A0-9ADC25F12E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6" y="2565"/>
              <a:ext cx="47" cy="92"/>
            </a:xfrm>
            <a:custGeom>
              <a:avLst/>
              <a:gdLst>
                <a:gd name="T0" fmla="*/ 0 w 45"/>
                <a:gd name="T1" fmla="*/ 0 h 89"/>
                <a:gd name="T2" fmla="*/ 5 w 45"/>
                <a:gd name="T3" fmla="*/ 35 h 89"/>
                <a:gd name="T4" fmla="*/ 8 w 45"/>
                <a:gd name="T5" fmla="*/ 67 h 89"/>
                <a:gd name="T6" fmla="*/ 25 w 45"/>
                <a:gd name="T7" fmla="*/ 90 h 89"/>
                <a:gd name="T8" fmla="*/ 51 w 45"/>
                <a:gd name="T9" fmla="*/ 98 h 89"/>
                <a:gd name="T10" fmla="*/ 2 w 45"/>
                <a:gd name="T11" fmla="*/ 8 h 8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5" h="89">
                  <a:moveTo>
                    <a:pt x="0" y="0"/>
                  </a:moveTo>
                  <a:cubicBezTo>
                    <a:pt x="5" y="8"/>
                    <a:pt x="5" y="23"/>
                    <a:pt x="5" y="32"/>
                  </a:cubicBezTo>
                  <a:cubicBezTo>
                    <a:pt x="5" y="42"/>
                    <a:pt x="5" y="52"/>
                    <a:pt x="8" y="61"/>
                  </a:cubicBezTo>
                  <a:cubicBezTo>
                    <a:pt x="11" y="69"/>
                    <a:pt x="15" y="77"/>
                    <a:pt x="22" y="81"/>
                  </a:cubicBezTo>
                  <a:cubicBezTo>
                    <a:pt x="29" y="85"/>
                    <a:pt x="38" y="85"/>
                    <a:pt x="45" y="89"/>
                  </a:cubicBezTo>
                  <a:cubicBezTo>
                    <a:pt x="10" y="81"/>
                    <a:pt x="22" y="29"/>
                    <a:pt x="2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8948" name="Freeform 240">
              <a:extLst>
                <a:ext uri="{FF2B5EF4-FFF2-40B4-BE49-F238E27FC236}">
                  <a16:creationId xmlns:a16="http://schemas.microsoft.com/office/drawing/2014/main" id="{CF2F742B-02B2-4D3E-816D-37AE1D0357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2" y="2646"/>
              <a:ext cx="22" cy="66"/>
            </a:xfrm>
            <a:custGeom>
              <a:avLst/>
              <a:gdLst>
                <a:gd name="T0" fmla="*/ 1 w 21"/>
                <a:gd name="T1" fmla="*/ 0 h 63"/>
                <a:gd name="T2" fmla="*/ 4 w 21"/>
                <a:gd name="T3" fmla="*/ 38 h 63"/>
                <a:gd name="T4" fmla="*/ 24 w 21"/>
                <a:gd name="T5" fmla="*/ 72 h 63"/>
                <a:gd name="T6" fmla="*/ 9 w 21"/>
                <a:gd name="T7" fmla="*/ 34 h 63"/>
                <a:gd name="T8" fmla="*/ 5 w 21"/>
                <a:gd name="T9" fmla="*/ 16 h 63"/>
                <a:gd name="T10" fmla="*/ 3 w 21"/>
                <a:gd name="T11" fmla="*/ 6 h 6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63">
                  <a:moveTo>
                    <a:pt x="1" y="0"/>
                  </a:moveTo>
                  <a:cubicBezTo>
                    <a:pt x="1" y="12"/>
                    <a:pt x="0" y="21"/>
                    <a:pt x="4" y="32"/>
                  </a:cubicBezTo>
                  <a:cubicBezTo>
                    <a:pt x="8" y="45"/>
                    <a:pt x="13" y="53"/>
                    <a:pt x="21" y="63"/>
                  </a:cubicBezTo>
                  <a:cubicBezTo>
                    <a:pt x="12" y="57"/>
                    <a:pt x="10" y="40"/>
                    <a:pt x="9" y="30"/>
                  </a:cubicBezTo>
                  <a:cubicBezTo>
                    <a:pt x="8" y="24"/>
                    <a:pt x="7" y="19"/>
                    <a:pt x="5" y="13"/>
                  </a:cubicBezTo>
                  <a:cubicBezTo>
                    <a:pt x="4" y="11"/>
                    <a:pt x="3" y="9"/>
                    <a:pt x="3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8949" name="Freeform 241">
              <a:extLst>
                <a:ext uri="{FF2B5EF4-FFF2-40B4-BE49-F238E27FC236}">
                  <a16:creationId xmlns:a16="http://schemas.microsoft.com/office/drawing/2014/main" id="{A1B6E992-51DE-4026-9422-4BF1691EE4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8" y="2530"/>
              <a:ext cx="396" cy="187"/>
            </a:xfrm>
            <a:custGeom>
              <a:avLst/>
              <a:gdLst>
                <a:gd name="T0" fmla="*/ 0 w 379"/>
                <a:gd name="T1" fmla="*/ 0 h 179"/>
                <a:gd name="T2" fmla="*/ 145 w 379"/>
                <a:gd name="T3" fmla="*/ 126 h 179"/>
                <a:gd name="T4" fmla="*/ 433 w 379"/>
                <a:gd name="T5" fmla="*/ 178 h 179"/>
                <a:gd name="T6" fmla="*/ 278 w 379"/>
                <a:gd name="T7" fmla="*/ 158 h 179"/>
                <a:gd name="T8" fmla="*/ 103 w 379"/>
                <a:gd name="T9" fmla="*/ 96 h 179"/>
                <a:gd name="T10" fmla="*/ 0 w 379"/>
                <a:gd name="T11" fmla="*/ 0 h 17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79" h="179">
                  <a:moveTo>
                    <a:pt x="0" y="0"/>
                  </a:moveTo>
                  <a:cubicBezTo>
                    <a:pt x="0" y="0"/>
                    <a:pt x="41" y="83"/>
                    <a:pt x="127" y="111"/>
                  </a:cubicBezTo>
                  <a:cubicBezTo>
                    <a:pt x="213" y="139"/>
                    <a:pt x="270" y="179"/>
                    <a:pt x="379" y="156"/>
                  </a:cubicBezTo>
                  <a:cubicBezTo>
                    <a:pt x="379" y="156"/>
                    <a:pt x="297" y="160"/>
                    <a:pt x="244" y="139"/>
                  </a:cubicBezTo>
                  <a:cubicBezTo>
                    <a:pt x="191" y="118"/>
                    <a:pt x="117" y="107"/>
                    <a:pt x="91" y="84"/>
                  </a:cubicBezTo>
                  <a:cubicBezTo>
                    <a:pt x="65" y="61"/>
                    <a:pt x="12" y="26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8950" name="Freeform 242">
              <a:extLst>
                <a:ext uri="{FF2B5EF4-FFF2-40B4-BE49-F238E27FC236}">
                  <a16:creationId xmlns:a16="http://schemas.microsoft.com/office/drawing/2014/main" id="{60B773BA-D6E2-47B4-AFE7-A249E1AC13B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1" y="3471"/>
              <a:ext cx="365" cy="114"/>
            </a:xfrm>
            <a:custGeom>
              <a:avLst/>
              <a:gdLst>
                <a:gd name="T0" fmla="*/ 372 w 350"/>
                <a:gd name="T1" fmla="*/ 124 h 109"/>
                <a:gd name="T2" fmla="*/ 285 w 350"/>
                <a:gd name="T3" fmla="*/ 97 h 109"/>
                <a:gd name="T4" fmla="*/ 0 w 350"/>
                <a:gd name="T5" fmla="*/ 0 h 109"/>
                <a:gd name="T6" fmla="*/ 265 w 350"/>
                <a:gd name="T7" fmla="*/ 77 h 109"/>
                <a:gd name="T8" fmla="*/ 397 w 350"/>
                <a:gd name="T9" fmla="*/ 114 h 109"/>
                <a:gd name="T10" fmla="*/ 372 w 350"/>
                <a:gd name="T11" fmla="*/ 124 h 10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50" h="109">
                  <a:moveTo>
                    <a:pt x="328" y="109"/>
                  </a:moveTo>
                  <a:cubicBezTo>
                    <a:pt x="328" y="109"/>
                    <a:pt x="279" y="89"/>
                    <a:pt x="251" y="85"/>
                  </a:cubicBezTo>
                  <a:cubicBezTo>
                    <a:pt x="223" y="82"/>
                    <a:pt x="70" y="65"/>
                    <a:pt x="0" y="0"/>
                  </a:cubicBezTo>
                  <a:cubicBezTo>
                    <a:pt x="0" y="0"/>
                    <a:pt x="113" y="68"/>
                    <a:pt x="234" y="68"/>
                  </a:cubicBezTo>
                  <a:cubicBezTo>
                    <a:pt x="314" y="68"/>
                    <a:pt x="350" y="99"/>
                    <a:pt x="350" y="99"/>
                  </a:cubicBezTo>
                  <a:lnTo>
                    <a:pt x="328" y="10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8951" name="Freeform 243">
              <a:extLst>
                <a:ext uri="{FF2B5EF4-FFF2-40B4-BE49-F238E27FC236}">
                  <a16:creationId xmlns:a16="http://schemas.microsoft.com/office/drawing/2014/main" id="{33BBA18F-C902-4369-80D4-3CC2678F7B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2" y="3599"/>
              <a:ext cx="52" cy="155"/>
            </a:xfrm>
            <a:custGeom>
              <a:avLst/>
              <a:gdLst>
                <a:gd name="T0" fmla="*/ 0 w 50"/>
                <a:gd name="T1" fmla="*/ 2 h 148"/>
                <a:gd name="T2" fmla="*/ 2 w 50"/>
                <a:gd name="T3" fmla="*/ 45 h 148"/>
                <a:gd name="T4" fmla="*/ 16 w 50"/>
                <a:gd name="T5" fmla="*/ 88 h 148"/>
                <a:gd name="T6" fmla="*/ 35 w 50"/>
                <a:gd name="T7" fmla="*/ 120 h 148"/>
                <a:gd name="T8" fmla="*/ 56 w 50"/>
                <a:gd name="T9" fmla="*/ 170 h 148"/>
                <a:gd name="T10" fmla="*/ 35 w 50"/>
                <a:gd name="T11" fmla="*/ 98 h 148"/>
                <a:gd name="T12" fmla="*/ 23 w 50"/>
                <a:gd name="T13" fmla="*/ 68 h 148"/>
                <a:gd name="T14" fmla="*/ 19 w 50"/>
                <a:gd name="T15" fmla="*/ 29 h 148"/>
                <a:gd name="T16" fmla="*/ 19 w 50"/>
                <a:gd name="T17" fmla="*/ 2 h 148"/>
                <a:gd name="T18" fmla="*/ 3 w 50"/>
                <a:gd name="T19" fmla="*/ 4 h 14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0" h="148">
                  <a:moveTo>
                    <a:pt x="0" y="2"/>
                  </a:moveTo>
                  <a:cubicBezTo>
                    <a:pt x="1" y="14"/>
                    <a:pt x="0" y="26"/>
                    <a:pt x="2" y="39"/>
                  </a:cubicBezTo>
                  <a:cubicBezTo>
                    <a:pt x="4" y="51"/>
                    <a:pt x="7" y="64"/>
                    <a:pt x="13" y="76"/>
                  </a:cubicBezTo>
                  <a:cubicBezTo>
                    <a:pt x="18" y="86"/>
                    <a:pt x="26" y="95"/>
                    <a:pt x="32" y="105"/>
                  </a:cubicBezTo>
                  <a:cubicBezTo>
                    <a:pt x="40" y="118"/>
                    <a:pt x="48" y="134"/>
                    <a:pt x="50" y="148"/>
                  </a:cubicBezTo>
                  <a:cubicBezTo>
                    <a:pt x="41" y="129"/>
                    <a:pt x="41" y="106"/>
                    <a:pt x="32" y="86"/>
                  </a:cubicBezTo>
                  <a:cubicBezTo>
                    <a:pt x="28" y="77"/>
                    <a:pt x="22" y="69"/>
                    <a:pt x="20" y="59"/>
                  </a:cubicBezTo>
                  <a:cubicBezTo>
                    <a:pt x="18" y="48"/>
                    <a:pt x="16" y="36"/>
                    <a:pt x="16" y="26"/>
                  </a:cubicBezTo>
                  <a:cubicBezTo>
                    <a:pt x="16" y="19"/>
                    <a:pt x="23" y="5"/>
                    <a:pt x="16" y="2"/>
                  </a:cubicBezTo>
                  <a:cubicBezTo>
                    <a:pt x="13" y="0"/>
                    <a:pt x="5" y="2"/>
                    <a:pt x="3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8952" name="Freeform 244">
              <a:extLst>
                <a:ext uri="{FF2B5EF4-FFF2-40B4-BE49-F238E27FC236}">
                  <a16:creationId xmlns:a16="http://schemas.microsoft.com/office/drawing/2014/main" id="{8927700B-9E30-4EBC-B2A1-E45B3F73D40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3" y="3795"/>
              <a:ext cx="16" cy="31"/>
            </a:xfrm>
            <a:custGeom>
              <a:avLst/>
              <a:gdLst>
                <a:gd name="T0" fmla="*/ 2 w 15"/>
                <a:gd name="T1" fmla="*/ 2 h 29"/>
                <a:gd name="T2" fmla="*/ 18 w 15"/>
                <a:gd name="T3" fmla="*/ 35 h 29"/>
                <a:gd name="T4" fmla="*/ 11 w 15"/>
                <a:gd name="T5" fmla="*/ 18 h 29"/>
                <a:gd name="T6" fmla="*/ 2 w 15"/>
                <a:gd name="T7" fmla="*/ 0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29">
                  <a:moveTo>
                    <a:pt x="2" y="2"/>
                  </a:moveTo>
                  <a:cubicBezTo>
                    <a:pt x="0" y="7"/>
                    <a:pt x="9" y="26"/>
                    <a:pt x="15" y="29"/>
                  </a:cubicBezTo>
                  <a:cubicBezTo>
                    <a:pt x="14" y="25"/>
                    <a:pt x="10" y="20"/>
                    <a:pt x="8" y="15"/>
                  </a:cubicBezTo>
                  <a:cubicBezTo>
                    <a:pt x="6" y="10"/>
                    <a:pt x="4" y="4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8953" name="Freeform 245">
              <a:extLst>
                <a:ext uri="{FF2B5EF4-FFF2-40B4-BE49-F238E27FC236}">
                  <a16:creationId xmlns:a16="http://schemas.microsoft.com/office/drawing/2014/main" id="{2F0DFB02-9003-4142-AA6F-B076B41CB5B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8" y="3795"/>
              <a:ext cx="15" cy="26"/>
            </a:xfrm>
            <a:custGeom>
              <a:avLst/>
              <a:gdLst>
                <a:gd name="T0" fmla="*/ 3 w 14"/>
                <a:gd name="T1" fmla="*/ 1 h 25"/>
                <a:gd name="T2" fmla="*/ 17 w 14"/>
                <a:gd name="T3" fmla="*/ 28 h 25"/>
                <a:gd name="T4" fmla="*/ 3 w 14"/>
                <a:gd name="T5" fmla="*/ 0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25">
                  <a:moveTo>
                    <a:pt x="3" y="1"/>
                  </a:moveTo>
                  <a:cubicBezTo>
                    <a:pt x="0" y="7"/>
                    <a:pt x="9" y="21"/>
                    <a:pt x="14" y="25"/>
                  </a:cubicBezTo>
                  <a:cubicBezTo>
                    <a:pt x="11" y="17"/>
                    <a:pt x="3" y="10"/>
                    <a:pt x="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8954" name="Freeform 246">
              <a:extLst>
                <a:ext uri="{FF2B5EF4-FFF2-40B4-BE49-F238E27FC236}">
                  <a16:creationId xmlns:a16="http://schemas.microsoft.com/office/drawing/2014/main" id="{2DD040AF-95A7-45AB-9A10-A986C367A4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6" y="3794"/>
              <a:ext cx="19" cy="34"/>
            </a:xfrm>
            <a:custGeom>
              <a:avLst/>
              <a:gdLst>
                <a:gd name="T0" fmla="*/ 3 w 19"/>
                <a:gd name="T1" fmla="*/ 1 h 32"/>
                <a:gd name="T2" fmla="*/ 1 w 19"/>
                <a:gd name="T3" fmla="*/ 1 h 32"/>
                <a:gd name="T4" fmla="*/ 19 w 19"/>
                <a:gd name="T5" fmla="*/ 36 h 32"/>
                <a:gd name="T6" fmla="*/ 9 w 19"/>
                <a:gd name="T7" fmla="*/ 21 h 32"/>
                <a:gd name="T8" fmla="*/ 0 w 19"/>
                <a:gd name="T9" fmla="*/ 0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32">
                  <a:moveTo>
                    <a:pt x="3" y="1"/>
                  </a:moveTo>
                  <a:cubicBezTo>
                    <a:pt x="2" y="1"/>
                    <a:pt x="2" y="1"/>
                    <a:pt x="1" y="1"/>
                  </a:cubicBezTo>
                  <a:cubicBezTo>
                    <a:pt x="1" y="8"/>
                    <a:pt x="11" y="32"/>
                    <a:pt x="19" y="30"/>
                  </a:cubicBezTo>
                  <a:cubicBezTo>
                    <a:pt x="17" y="26"/>
                    <a:pt x="12" y="22"/>
                    <a:pt x="9" y="18"/>
                  </a:cubicBezTo>
                  <a:cubicBezTo>
                    <a:pt x="5" y="12"/>
                    <a:pt x="4" y="5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8955" name="Freeform 247">
              <a:extLst>
                <a:ext uri="{FF2B5EF4-FFF2-40B4-BE49-F238E27FC236}">
                  <a16:creationId xmlns:a16="http://schemas.microsoft.com/office/drawing/2014/main" id="{FFC95455-408B-4B58-B64B-8B54A90039E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6" y="3778"/>
              <a:ext cx="34" cy="64"/>
            </a:xfrm>
            <a:custGeom>
              <a:avLst/>
              <a:gdLst>
                <a:gd name="T0" fmla="*/ 3 w 33"/>
                <a:gd name="T1" fmla="*/ 0 h 62"/>
                <a:gd name="T2" fmla="*/ 9 w 33"/>
                <a:gd name="T3" fmla="*/ 27 h 62"/>
                <a:gd name="T4" fmla="*/ 36 w 33"/>
                <a:gd name="T5" fmla="*/ 68 h 62"/>
                <a:gd name="T6" fmla="*/ 2 w 33"/>
                <a:gd name="T7" fmla="*/ 3 h 6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62">
                  <a:moveTo>
                    <a:pt x="3" y="0"/>
                  </a:moveTo>
                  <a:cubicBezTo>
                    <a:pt x="0" y="7"/>
                    <a:pt x="6" y="18"/>
                    <a:pt x="9" y="24"/>
                  </a:cubicBezTo>
                  <a:cubicBezTo>
                    <a:pt x="17" y="36"/>
                    <a:pt x="28" y="48"/>
                    <a:pt x="33" y="62"/>
                  </a:cubicBezTo>
                  <a:cubicBezTo>
                    <a:pt x="24" y="41"/>
                    <a:pt x="15" y="21"/>
                    <a:pt x="2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8956" name="Freeform 248">
              <a:extLst>
                <a:ext uri="{FF2B5EF4-FFF2-40B4-BE49-F238E27FC236}">
                  <a16:creationId xmlns:a16="http://schemas.microsoft.com/office/drawing/2014/main" id="{2526E153-82CD-4039-B4AA-4412C79E87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7" y="3774"/>
              <a:ext cx="2" cy="14"/>
            </a:xfrm>
            <a:custGeom>
              <a:avLst/>
              <a:gdLst>
                <a:gd name="T0" fmla="*/ 1 w 2"/>
                <a:gd name="T1" fmla="*/ 1 h 13"/>
                <a:gd name="T2" fmla="*/ 2 w 2"/>
                <a:gd name="T3" fmla="*/ 16 h 13"/>
                <a:gd name="T4" fmla="*/ 0 w 2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13">
                  <a:moveTo>
                    <a:pt x="1" y="1"/>
                  </a:moveTo>
                  <a:cubicBezTo>
                    <a:pt x="1" y="5"/>
                    <a:pt x="1" y="9"/>
                    <a:pt x="2" y="13"/>
                  </a:cubicBezTo>
                  <a:cubicBezTo>
                    <a:pt x="2" y="10"/>
                    <a:pt x="2" y="3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8957" name="Freeform 249">
              <a:extLst>
                <a:ext uri="{FF2B5EF4-FFF2-40B4-BE49-F238E27FC236}">
                  <a16:creationId xmlns:a16="http://schemas.microsoft.com/office/drawing/2014/main" id="{2C6DD01F-02CB-41F7-A9AC-D86580F2621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0" y="3744"/>
              <a:ext cx="6" cy="12"/>
            </a:xfrm>
            <a:custGeom>
              <a:avLst/>
              <a:gdLst>
                <a:gd name="T0" fmla="*/ 0 w 6"/>
                <a:gd name="T1" fmla="*/ 0 h 11"/>
                <a:gd name="T2" fmla="*/ 6 w 6"/>
                <a:gd name="T3" fmla="*/ 14 h 11"/>
                <a:gd name="T4" fmla="*/ 2 w 6"/>
                <a:gd name="T5" fmla="*/ 1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11">
                  <a:moveTo>
                    <a:pt x="0" y="0"/>
                  </a:moveTo>
                  <a:cubicBezTo>
                    <a:pt x="3" y="2"/>
                    <a:pt x="2" y="9"/>
                    <a:pt x="6" y="11"/>
                  </a:cubicBezTo>
                  <a:cubicBezTo>
                    <a:pt x="6" y="8"/>
                    <a:pt x="5" y="3"/>
                    <a:pt x="2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8958" name="Freeform 250">
              <a:extLst>
                <a:ext uri="{FF2B5EF4-FFF2-40B4-BE49-F238E27FC236}">
                  <a16:creationId xmlns:a16="http://schemas.microsoft.com/office/drawing/2014/main" id="{5E120338-2C08-4E09-8F4A-801D6B2B72C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0" y="3754"/>
              <a:ext cx="65" cy="50"/>
            </a:xfrm>
            <a:custGeom>
              <a:avLst/>
              <a:gdLst>
                <a:gd name="T0" fmla="*/ 1 w 62"/>
                <a:gd name="T1" fmla="*/ 1 h 48"/>
                <a:gd name="T2" fmla="*/ 0 w 62"/>
                <a:gd name="T3" fmla="*/ 1 h 48"/>
                <a:gd name="T4" fmla="*/ 25 w 62"/>
                <a:gd name="T5" fmla="*/ 43 h 48"/>
                <a:gd name="T6" fmla="*/ 52 w 62"/>
                <a:gd name="T7" fmla="*/ 47 h 48"/>
                <a:gd name="T8" fmla="*/ 71 w 62"/>
                <a:gd name="T9" fmla="*/ 54 h 48"/>
                <a:gd name="T10" fmla="*/ 53 w 62"/>
                <a:gd name="T11" fmla="*/ 36 h 48"/>
                <a:gd name="T12" fmla="*/ 29 w 62"/>
                <a:gd name="T13" fmla="*/ 22 h 48"/>
                <a:gd name="T14" fmla="*/ 2 w 62"/>
                <a:gd name="T15" fmla="*/ 1 h 4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2" h="48">
                  <a:moveTo>
                    <a:pt x="1" y="1"/>
                  </a:moveTo>
                  <a:cubicBezTo>
                    <a:pt x="0" y="0"/>
                    <a:pt x="0" y="1"/>
                    <a:pt x="0" y="1"/>
                  </a:cubicBezTo>
                  <a:cubicBezTo>
                    <a:pt x="4" y="11"/>
                    <a:pt x="8" y="37"/>
                    <a:pt x="22" y="37"/>
                  </a:cubicBezTo>
                  <a:cubicBezTo>
                    <a:pt x="32" y="37"/>
                    <a:pt x="38" y="37"/>
                    <a:pt x="46" y="41"/>
                  </a:cubicBezTo>
                  <a:cubicBezTo>
                    <a:pt x="52" y="43"/>
                    <a:pt x="57" y="46"/>
                    <a:pt x="62" y="48"/>
                  </a:cubicBezTo>
                  <a:cubicBezTo>
                    <a:pt x="57" y="44"/>
                    <a:pt x="52" y="38"/>
                    <a:pt x="47" y="33"/>
                  </a:cubicBezTo>
                  <a:cubicBezTo>
                    <a:pt x="40" y="25"/>
                    <a:pt x="35" y="22"/>
                    <a:pt x="26" y="19"/>
                  </a:cubicBezTo>
                  <a:cubicBezTo>
                    <a:pt x="17" y="16"/>
                    <a:pt x="3" y="13"/>
                    <a:pt x="2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8959" name="Freeform 251">
              <a:extLst>
                <a:ext uri="{FF2B5EF4-FFF2-40B4-BE49-F238E27FC236}">
                  <a16:creationId xmlns:a16="http://schemas.microsoft.com/office/drawing/2014/main" id="{53593E40-9E1B-4DFF-864F-1308CE9B03B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4" y="3802"/>
              <a:ext cx="28" cy="29"/>
            </a:xfrm>
            <a:custGeom>
              <a:avLst/>
              <a:gdLst>
                <a:gd name="T0" fmla="*/ 1 w 27"/>
                <a:gd name="T1" fmla="*/ 20 h 28"/>
                <a:gd name="T2" fmla="*/ 27 w 27"/>
                <a:gd name="T3" fmla="*/ 8 h 28"/>
                <a:gd name="T4" fmla="*/ 4 w 27"/>
                <a:gd name="T5" fmla="*/ 20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28">
                  <a:moveTo>
                    <a:pt x="1" y="17"/>
                  </a:moveTo>
                  <a:cubicBezTo>
                    <a:pt x="0" y="13"/>
                    <a:pt x="20" y="0"/>
                    <a:pt x="24" y="8"/>
                  </a:cubicBezTo>
                  <a:cubicBezTo>
                    <a:pt x="27" y="16"/>
                    <a:pt x="7" y="28"/>
                    <a:pt x="4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8960" name="Freeform 252">
              <a:extLst>
                <a:ext uri="{FF2B5EF4-FFF2-40B4-BE49-F238E27FC236}">
                  <a16:creationId xmlns:a16="http://schemas.microsoft.com/office/drawing/2014/main" id="{9EFF1E8B-452A-4510-B157-CF054CD6B9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8" y="3271"/>
              <a:ext cx="85" cy="157"/>
            </a:xfrm>
            <a:custGeom>
              <a:avLst/>
              <a:gdLst>
                <a:gd name="T0" fmla="*/ 30 w 81"/>
                <a:gd name="T1" fmla="*/ 0 h 151"/>
                <a:gd name="T2" fmla="*/ 15 w 81"/>
                <a:gd name="T3" fmla="*/ 16 h 151"/>
                <a:gd name="T4" fmla="*/ 4 w 81"/>
                <a:gd name="T5" fmla="*/ 33 h 151"/>
                <a:gd name="T6" fmla="*/ 1 w 81"/>
                <a:gd name="T7" fmla="*/ 81 h 151"/>
                <a:gd name="T8" fmla="*/ 18 w 81"/>
                <a:gd name="T9" fmla="*/ 134 h 151"/>
                <a:gd name="T10" fmla="*/ 93 w 81"/>
                <a:gd name="T11" fmla="*/ 169 h 151"/>
                <a:gd name="T12" fmla="*/ 54 w 81"/>
                <a:gd name="T13" fmla="*/ 145 h 151"/>
                <a:gd name="T14" fmla="*/ 21 w 81"/>
                <a:gd name="T15" fmla="*/ 89 h 151"/>
                <a:gd name="T16" fmla="*/ 21 w 81"/>
                <a:gd name="T17" fmla="*/ 36 h 151"/>
                <a:gd name="T18" fmla="*/ 33 w 81"/>
                <a:gd name="T19" fmla="*/ 5 h 15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1" h="151">
                  <a:moveTo>
                    <a:pt x="27" y="0"/>
                  </a:moveTo>
                  <a:cubicBezTo>
                    <a:pt x="23" y="5"/>
                    <a:pt x="16" y="7"/>
                    <a:pt x="12" y="13"/>
                  </a:cubicBezTo>
                  <a:cubicBezTo>
                    <a:pt x="7" y="18"/>
                    <a:pt x="5" y="23"/>
                    <a:pt x="4" y="30"/>
                  </a:cubicBezTo>
                  <a:cubicBezTo>
                    <a:pt x="1" y="44"/>
                    <a:pt x="0" y="58"/>
                    <a:pt x="1" y="72"/>
                  </a:cubicBezTo>
                  <a:cubicBezTo>
                    <a:pt x="3" y="89"/>
                    <a:pt x="5" y="106"/>
                    <a:pt x="15" y="119"/>
                  </a:cubicBezTo>
                  <a:cubicBezTo>
                    <a:pt x="31" y="139"/>
                    <a:pt x="55" y="150"/>
                    <a:pt x="81" y="151"/>
                  </a:cubicBezTo>
                  <a:cubicBezTo>
                    <a:pt x="71" y="142"/>
                    <a:pt x="57" y="139"/>
                    <a:pt x="47" y="129"/>
                  </a:cubicBezTo>
                  <a:cubicBezTo>
                    <a:pt x="33" y="115"/>
                    <a:pt x="23" y="100"/>
                    <a:pt x="18" y="80"/>
                  </a:cubicBezTo>
                  <a:cubicBezTo>
                    <a:pt x="14" y="65"/>
                    <a:pt x="16" y="48"/>
                    <a:pt x="18" y="33"/>
                  </a:cubicBezTo>
                  <a:cubicBezTo>
                    <a:pt x="20" y="25"/>
                    <a:pt x="20" y="10"/>
                    <a:pt x="29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8961" name="Freeform 253">
              <a:extLst>
                <a:ext uri="{FF2B5EF4-FFF2-40B4-BE49-F238E27FC236}">
                  <a16:creationId xmlns:a16="http://schemas.microsoft.com/office/drawing/2014/main" id="{1BEF1F24-CB84-46C5-944C-005CA7E07CE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9" y="3454"/>
              <a:ext cx="44" cy="62"/>
            </a:xfrm>
            <a:custGeom>
              <a:avLst/>
              <a:gdLst>
                <a:gd name="T0" fmla="*/ 0 w 42"/>
                <a:gd name="T1" fmla="*/ 5 h 60"/>
                <a:gd name="T2" fmla="*/ 19 w 42"/>
                <a:gd name="T3" fmla="*/ 37 h 60"/>
                <a:gd name="T4" fmla="*/ 27 w 42"/>
                <a:gd name="T5" fmla="*/ 18 h 60"/>
                <a:gd name="T6" fmla="*/ 48 w 42"/>
                <a:gd name="T7" fmla="*/ 66 h 60"/>
                <a:gd name="T8" fmla="*/ 32 w 42"/>
                <a:gd name="T9" fmla="*/ 12 h 60"/>
                <a:gd name="T10" fmla="*/ 3 w 42"/>
                <a:gd name="T11" fmla="*/ 5 h 6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2" h="60">
                  <a:moveTo>
                    <a:pt x="0" y="5"/>
                  </a:moveTo>
                  <a:cubicBezTo>
                    <a:pt x="7" y="12"/>
                    <a:pt x="12" y="25"/>
                    <a:pt x="16" y="34"/>
                  </a:cubicBezTo>
                  <a:cubicBezTo>
                    <a:pt x="15" y="28"/>
                    <a:pt x="18" y="18"/>
                    <a:pt x="24" y="15"/>
                  </a:cubicBezTo>
                  <a:cubicBezTo>
                    <a:pt x="29" y="31"/>
                    <a:pt x="28" y="48"/>
                    <a:pt x="42" y="60"/>
                  </a:cubicBezTo>
                  <a:cubicBezTo>
                    <a:pt x="29" y="47"/>
                    <a:pt x="41" y="24"/>
                    <a:pt x="29" y="12"/>
                  </a:cubicBezTo>
                  <a:cubicBezTo>
                    <a:pt x="25" y="8"/>
                    <a:pt x="6" y="0"/>
                    <a:pt x="3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8962" name="Freeform 254">
              <a:extLst>
                <a:ext uri="{FF2B5EF4-FFF2-40B4-BE49-F238E27FC236}">
                  <a16:creationId xmlns:a16="http://schemas.microsoft.com/office/drawing/2014/main" id="{F9951E38-E886-42A9-96D6-A20594285D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9" y="3452"/>
              <a:ext cx="8" cy="16"/>
            </a:xfrm>
            <a:custGeom>
              <a:avLst/>
              <a:gdLst>
                <a:gd name="T0" fmla="*/ 2 w 8"/>
                <a:gd name="T1" fmla="*/ 0 h 15"/>
                <a:gd name="T2" fmla="*/ 6 w 8"/>
                <a:gd name="T3" fmla="*/ 18 h 15"/>
                <a:gd name="T4" fmla="*/ 3 w 8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5">
                  <a:moveTo>
                    <a:pt x="2" y="0"/>
                  </a:moveTo>
                  <a:cubicBezTo>
                    <a:pt x="0" y="2"/>
                    <a:pt x="4" y="11"/>
                    <a:pt x="6" y="15"/>
                  </a:cubicBezTo>
                  <a:cubicBezTo>
                    <a:pt x="8" y="10"/>
                    <a:pt x="5" y="4"/>
                    <a:pt x="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8963" name="Freeform 255">
              <a:extLst>
                <a:ext uri="{FF2B5EF4-FFF2-40B4-BE49-F238E27FC236}">
                  <a16:creationId xmlns:a16="http://schemas.microsoft.com/office/drawing/2014/main" id="{24EAF3EF-6D21-42AB-B31A-8F477A3A3D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3" y="3481"/>
              <a:ext cx="34" cy="76"/>
            </a:xfrm>
            <a:custGeom>
              <a:avLst/>
              <a:gdLst>
                <a:gd name="T0" fmla="*/ 31 w 32"/>
                <a:gd name="T1" fmla="*/ 1 h 73"/>
                <a:gd name="T2" fmla="*/ 19 w 32"/>
                <a:gd name="T3" fmla="*/ 19 h 73"/>
                <a:gd name="T4" fmla="*/ 15 w 32"/>
                <a:gd name="T5" fmla="*/ 41 h 73"/>
                <a:gd name="T6" fmla="*/ 0 w 32"/>
                <a:gd name="T7" fmla="*/ 82 h 73"/>
                <a:gd name="T8" fmla="*/ 12 w 32"/>
                <a:gd name="T9" fmla="*/ 64 h 73"/>
                <a:gd name="T10" fmla="*/ 28 w 32"/>
                <a:gd name="T11" fmla="*/ 33 h 73"/>
                <a:gd name="T12" fmla="*/ 38 w 32"/>
                <a:gd name="T13" fmla="*/ 0 h 73"/>
                <a:gd name="T14" fmla="*/ 35 w 32"/>
                <a:gd name="T15" fmla="*/ 3 h 7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2" h="73">
                  <a:moveTo>
                    <a:pt x="25" y="1"/>
                  </a:moveTo>
                  <a:cubicBezTo>
                    <a:pt x="24" y="6"/>
                    <a:pt x="18" y="10"/>
                    <a:pt x="16" y="16"/>
                  </a:cubicBezTo>
                  <a:cubicBezTo>
                    <a:pt x="14" y="22"/>
                    <a:pt x="14" y="30"/>
                    <a:pt x="12" y="36"/>
                  </a:cubicBezTo>
                  <a:cubicBezTo>
                    <a:pt x="9" y="48"/>
                    <a:pt x="0" y="60"/>
                    <a:pt x="0" y="73"/>
                  </a:cubicBezTo>
                  <a:cubicBezTo>
                    <a:pt x="1" y="67"/>
                    <a:pt x="6" y="62"/>
                    <a:pt x="9" y="57"/>
                  </a:cubicBezTo>
                  <a:cubicBezTo>
                    <a:pt x="15" y="49"/>
                    <a:pt x="19" y="40"/>
                    <a:pt x="23" y="30"/>
                  </a:cubicBezTo>
                  <a:cubicBezTo>
                    <a:pt x="26" y="21"/>
                    <a:pt x="28" y="10"/>
                    <a:pt x="32" y="0"/>
                  </a:cubicBezTo>
                  <a:cubicBezTo>
                    <a:pt x="30" y="0"/>
                    <a:pt x="30" y="1"/>
                    <a:pt x="29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8964" name="Freeform 256">
              <a:extLst>
                <a:ext uri="{FF2B5EF4-FFF2-40B4-BE49-F238E27FC236}">
                  <a16:creationId xmlns:a16="http://schemas.microsoft.com/office/drawing/2014/main" id="{5CD68403-B40D-47B4-A51F-95F70EAF84E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1" y="3532"/>
              <a:ext cx="26" cy="64"/>
            </a:xfrm>
            <a:custGeom>
              <a:avLst/>
              <a:gdLst>
                <a:gd name="T0" fmla="*/ 23 w 25"/>
                <a:gd name="T1" fmla="*/ 2 h 62"/>
                <a:gd name="T2" fmla="*/ 18 w 25"/>
                <a:gd name="T3" fmla="*/ 10 h 62"/>
                <a:gd name="T4" fmla="*/ 12 w 25"/>
                <a:gd name="T5" fmla="*/ 33 h 62"/>
                <a:gd name="T6" fmla="*/ 0 w 25"/>
                <a:gd name="T7" fmla="*/ 68 h 62"/>
                <a:gd name="T8" fmla="*/ 19 w 25"/>
                <a:gd name="T9" fmla="*/ 30 h 62"/>
                <a:gd name="T10" fmla="*/ 28 w 25"/>
                <a:gd name="T11" fmla="*/ 0 h 6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" h="62">
                  <a:moveTo>
                    <a:pt x="20" y="2"/>
                  </a:moveTo>
                  <a:cubicBezTo>
                    <a:pt x="21" y="3"/>
                    <a:pt x="16" y="7"/>
                    <a:pt x="15" y="10"/>
                  </a:cubicBezTo>
                  <a:cubicBezTo>
                    <a:pt x="12" y="17"/>
                    <a:pt x="13" y="23"/>
                    <a:pt x="12" y="30"/>
                  </a:cubicBezTo>
                  <a:cubicBezTo>
                    <a:pt x="10" y="42"/>
                    <a:pt x="2" y="51"/>
                    <a:pt x="0" y="62"/>
                  </a:cubicBezTo>
                  <a:cubicBezTo>
                    <a:pt x="7" y="54"/>
                    <a:pt x="12" y="37"/>
                    <a:pt x="16" y="27"/>
                  </a:cubicBezTo>
                  <a:cubicBezTo>
                    <a:pt x="19" y="18"/>
                    <a:pt x="22" y="9"/>
                    <a:pt x="2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8965" name="Freeform 257">
              <a:extLst>
                <a:ext uri="{FF2B5EF4-FFF2-40B4-BE49-F238E27FC236}">
                  <a16:creationId xmlns:a16="http://schemas.microsoft.com/office/drawing/2014/main" id="{E3B2A172-AEA4-4098-BAD3-1523132257F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0" y="3553"/>
              <a:ext cx="19" cy="52"/>
            </a:xfrm>
            <a:custGeom>
              <a:avLst/>
              <a:gdLst>
                <a:gd name="T0" fmla="*/ 21 w 18"/>
                <a:gd name="T1" fmla="*/ 1 h 50"/>
                <a:gd name="T2" fmla="*/ 13 w 18"/>
                <a:gd name="T3" fmla="*/ 21 h 50"/>
                <a:gd name="T4" fmla="*/ 0 w 18"/>
                <a:gd name="T5" fmla="*/ 56 h 50"/>
                <a:gd name="T6" fmla="*/ 16 w 18"/>
                <a:gd name="T7" fmla="*/ 23 h 50"/>
                <a:gd name="T8" fmla="*/ 20 w 18"/>
                <a:gd name="T9" fmla="*/ 0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50">
                  <a:moveTo>
                    <a:pt x="18" y="1"/>
                  </a:moveTo>
                  <a:cubicBezTo>
                    <a:pt x="10" y="0"/>
                    <a:pt x="10" y="12"/>
                    <a:pt x="10" y="18"/>
                  </a:cubicBezTo>
                  <a:cubicBezTo>
                    <a:pt x="9" y="27"/>
                    <a:pt x="6" y="43"/>
                    <a:pt x="0" y="50"/>
                  </a:cubicBezTo>
                  <a:cubicBezTo>
                    <a:pt x="8" y="41"/>
                    <a:pt x="12" y="32"/>
                    <a:pt x="13" y="20"/>
                  </a:cubicBezTo>
                  <a:cubicBezTo>
                    <a:pt x="13" y="14"/>
                    <a:pt x="12" y="5"/>
                    <a:pt x="1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8966" name="Freeform 258">
              <a:extLst>
                <a:ext uri="{FF2B5EF4-FFF2-40B4-BE49-F238E27FC236}">
                  <a16:creationId xmlns:a16="http://schemas.microsoft.com/office/drawing/2014/main" id="{CA1DB00B-8915-40B6-B5D7-13C8760685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5" y="3150"/>
              <a:ext cx="93" cy="128"/>
            </a:xfrm>
            <a:custGeom>
              <a:avLst/>
              <a:gdLst>
                <a:gd name="T0" fmla="*/ 4 w 89"/>
                <a:gd name="T1" fmla="*/ 32 h 123"/>
                <a:gd name="T2" fmla="*/ 27 w 89"/>
                <a:gd name="T3" fmla="*/ 99 h 123"/>
                <a:gd name="T4" fmla="*/ 56 w 89"/>
                <a:gd name="T5" fmla="*/ 111 h 123"/>
                <a:gd name="T6" fmla="*/ 101 w 89"/>
                <a:gd name="T7" fmla="*/ 138 h 123"/>
                <a:gd name="T8" fmla="*/ 76 w 89"/>
                <a:gd name="T9" fmla="*/ 116 h 123"/>
                <a:gd name="T10" fmla="*/ 50 w 89"/>
                <a:gd name="T11" fmla="*/ 99 h 123"/>
                <a:gd name="T12" fmla="*/ 33 w 89"/>
                <a:gd name="T13" fmla="*/ 76 h 123"/>
                <a:gd name="T14" fmla="*/ 41 w 89"/>
                <a:gd name="T15" fmla="*/ 53 h 123"/>
                <a:gd name="T16" fmla="*/ 4 w 89"/>
                <a:gd name="T17" fmla="*/ 33 h 12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9" h="123">
                  <a:moveTo>
                    <a:pt x="4" y="29"/>
                  </a:moveTo>
                  <a:cubicBezTo>
                    <a:pt x="0" y="49"/>
                    <a:pt x="6" y="75"/>
                    <a:pt x="24" y="87"/>
                  </a:cubicBezTo>
                  <a:cubicBezTo>
                    <a:pt x="32" y="93"/>
                    <a:pt x="42" y="95"/>
                    <a:pt x="50" y="99"/>
                  </a:cubicBezTo>
                  <a:cubicBezTo>
                    <a:pt x="64" y="105"/>
                    <a:pt x="78" y="113"/>
                    <a:pt x="89" y="123"/>
                  </a:cubicBezTo>
                  <a:cubicBezTo>
                    <a:pt x="80" y="118"/>
                    <a:pt x="75" y="108"/>
                    <a:pt x="67" y="103"/>
                  </a:cubicBezTo>
                  <a:cubicBezTo>
                    <a:pt x="59" y="98"/>
                    <a:pt x="51" y="94"/>
                    <a:pt x="44" y="87"/>
                  </a:cubicBezTo>
                  <a:cubicBezTo>
                    <a:pt x="38" y="82"/>
                    <a:pt x="32" y="76"/>
                    <a:pt x="30" y="67"/>
                  </a:cubicBezTo>
                  <a:cubicBezTo>
                    <a:pt x="28" y="59"/>
                    <a:pt x="32" y="55"/>
                    <a:pt x="35" y="47"/>
                  </a:cubicBezTo>
                  <a:cubicBezTo>
                    <a:pt x="43" y="23"/>
                    <a:pt x="10" y="0"/>
                    <a:pt x="4" y="3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8967" name="Freeform 259">
              <a:extLst>
                <a:ext uri="{FF2B5EF4-FFF2-40B4-BE49-F238E27FC236}">
                  <a16:creationId xmlns:a16="http://schemas.microsoft.com/office/drawing/2014/main" id="{C2DFA495-B13B-413E-8874-7A0DCA913D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4" y="3211"/>
              <a:ext cx="40" cy="56"/>
            </a:xfrm>
            <a:custGeom>
              <a:avLst/>
              <a:gdLst>
                <a:gd name="T0" fmla="*/ 39 w 38"/>
                <a:gd name="T1" fmla="*/ 0 h 54"/>
                <a:gd name="T2" fmla="*/ 25 w 38"/>
                <a:gd name="T3" fmla="*/ 27 h 54"/>
                <a:gd name="T4" fmla="*/ 44 w 38"/>
                <a:gd name="T5" fmla="*/ 50 h 54"/>
                <a:gd name="T6" fmla="*/ 37 w 38"/>
                <a:gd name="T7" fmla="*/ 4 h 5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" h="54">
                  <a:moveTo>
                    <a:pt x="33" y="0"/>
                  </a:moveTo>
                  <a:cubicBezTo>
                    <a:pt x="28" y="8"/>
                    <a:pt x="22" y="13"/>
                    <a:pt x="22" y="24"/>
                  </a:cubicBezTo>
                  <a:cubicBezTo>
                    <a:pt x="23" y="37"/>
                    <a:pt x="27" y="38"/>
                    <a:pt x="38" y="44"/>
                  </a:cubicBezTo>
                  <a:cubicBezTo>
                    <a:pt x="0" y="54"/>
                    <a:pt x="5" y="0"/>
                    <a:pt x="31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8968" name="Freeform 260">
              <a:extLst>
                <a:ext uri="{FF2B5EF4-FFF2-40B4-BE49-F238E27FC236}">
                  <a16:creationId xmlns:a16="http://schemas.microsoft.com/office/drawing/2014/main" id="{000A4B87-6CFF-4793-9836-F3667D7C726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2" y="2880"/>
              <a:ext cx="39" cy="43"/>
            </a:xfrm>
            <a:custGeom>
              <a:avLst/>
              <a:gdLst>
                <a:gd name="T0" fmla="*/ 26 w 37"/>
                <a:gd name="T1" fmla="*/ 44 h 41"/>
                <a:gd name="T2" fmla="*/ 21 w 37"/>
                <a:gd name="T3" fmla="*/ 23 h 41"/>
                <a:gd name="T4" fmla="*/ 43 w 37"/>
                <a:gd name="T5" fmla="*/ 20 h 41"/>
                <a:gd name="T6" fmla="*/ 13 w 37"/>
                <a:gd name="T7" fmla="*/ 9 h 41"/>
                <a:gd name="T8" fmla="*/ 20 w 37"/>
                <a:gd name="T9" fmla="*/ 47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" h="41">
                  <a:moveTo>
                    <a:pt x="23" y="38"/>
                  </a:moveTo>
                  <a:cubicBezTo>
                    <a:pt x="21" y="33"/>
                    <a:pt x="15" y="26"/>
                    <a:pt x="18" y="20"/>
                  </a:cubicBezTo>
                  <a:cubicBezTo>
                    <a:pt x="22" y="15"/>
                    <a:pt x="32" y="15"/>
                    <a:pt x="37" y="17"/>
                  </a:cubicBezTo>
                  <a:cubicBezTo>
                    <a:pt x="28" y="15"/>
                    <a:pt x="22" y="0"/>
                    <a:pt x="10" y="9"/>
                  </a:cubicBezTo>
                  <a:cubicBezTo>
                    <a:pt x="0" y="17"/>
                    <a:pt x="9" y="34"/>
                    <a:pt x="17" y="4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8969" name="Freeform 261">
              <a:extLst>
                <a:ext uri="{FF2B5EF4-FFF2-40B4-BE49-F238E27FC236}">
                  <a16:creationId xmlns:a16="http://schemas.microsoft.com/office/drawing/2014/main" id="{EC6528F0-DFF4-422E-BB9D-8362FD459ED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8" y="2860"/>
              <a:ext cx="63" cy="97"/>
            </a:xfrm>
            <a:custGeom>
              <a:avLst/>
              <a:gdLst>
                <a:gd name="T0" fmla="*/ 4 w 60"/>
                <a:gd name="T1" fmla="*/ 2 h 94"/>
                <a:gd name="T2" fmla="*/ 29 w 60"/>
                <a:gd name="T3" fmla="*/ 53 h 94"/>
                <a:gd name="T4" fmla="*/ 69 w 60"/>
                <a:gd name="T5" fmla="*/ 103 h 94"/>
                <a:gd name="T6" fmla="*/ 46 w 60"/>
                <a:gd name="T7" fmla="*/ 79 h 94"/>
                <a:gd name="T8" fmla="*/ 20 w 60"/>
                <a:gd name="T9" fmla="*/ 49 h 94"/>
                <a:gd name="T10" fmla="*/ 0 w 60"/>
                <a:gd name="T11" fmla="*/ 0 h 9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0" h="94">
                  <a:moveTo>
                    <a:pt x="4" y="2"/>
                  </a:moveTo>
                  <a:cubicBezTo>
                    <a:pt x="14" y="14"/>
                    <a:pt x="17" y="33"/>
                    <a:pt x="26" y="47"/>
                  </a:cubicBezTo>
                  <a:cubicBezTo>
                    <a:pt x="37" y="63"/>
                    <a:pt x="59" y="73"/>
                    <a:pt x="60" y="94"/>
                  </a:cubicBezTo>
                  <a:cubicBezTo>
                    <a:pt x="55" y="86"/>
                    <a:pt x="47" y="81"/>
                    <a:pt x="40" y="73"/>
                  </a:cubicBezTo>
                  <a:cubicBezTo>
                    <a:pt x="32" y="64"/>
                    <a:pt x="25" y="54"/>
                    <a:pt x="17" y="45"/>
                  </a:cubicBezTo>
                  <a:cubicBezTo>
                    <a:pt x="3" y="30"/>
                    <a:pt x="5" y="17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8970" name="Freeform 262">
              <a:extLst>
                <a:ext uri="{FF2B5EF4-FFF2-40B4-BE49-F238E27FC236}">
                  <a16:creationId xmlns:a16="http://schemas.microsoft.com/office/drawing/2014/main" id="{B2572A4C-E18C-4BC7-97A1-DCAA04EB24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8" y="2708"/>
              <a:ext cx="42" cy="103"/>
            </a:xfrm>
            <a:custGeom>
              <a:avLst/>
              <a:gdLst>
                <a:gd name="T0" fmla="*/ 3 w 40"/>
                <a:gd name="T1" fmla="*/ 0 h 98"/>
                <a:gd name="T2" fmla="*/ 9 w 40"/>
                <a:gd name="T3" fmla="*/ 21 h 98"/>
                <a:gd name="T4" fmla="*/ 23 w 40"/>
                <a:gd name="T5" fmla="*/ 49 h 98"/>
                <a:gd name="T6" fmla="*/ 40 w 40"/>
                <a:gd name="T7" fmla="*/ 114 h 98"/>
                <a:gd name="T8" fmla="*/ 9 w 40"/>
                <a:gd name="T9" fmla="*/ 49 h 98"/>
                <a:gd name="T10" fmla="*/ 1 w 40"/>
                <a:gd name="T11" fmla="*/ 22 h 98"/>
                <a:gd name="T12" fmla="*/ 0 w 40"/>
                <a:gd name="T13" fmla="*/ 0 h 9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98">
                  <a:moveTo>
                    <a:pt x="3" y="0"/>
                  </a:moveTo>
                  <a:cubicBezTo>
                    <a:pt x="8" y="4"/>
                    <a:pt x="8" y="12"/>
                    <a:pt x="9" y="18"/>
                  </a:cubicBezTo>
                  <a:cubicBezTo>
                    <a:pt x="12" y="27"/>
                    <a:pt x="15" y="35"/>
                    <a:pt x="20" y="43"/>
                  </a:cubicBezTo>
                  <a:cubicBezTo>
                    <a:pt x="27" y="58"/>
                    <a:pt x="40" y="81"/>
                    <a:pt x="34" y="98"/>
                  </a:cubicBezTo>
                  <a:cubicBezTo>
                    <a:pt x="31" y="77"/>
                    <a:pt x="17" y="61"/>
                    <a:pt x="9" y="43"/>
                  </a:cubicBezTo>
                  <a:cubicBezTo>
                    <a:pt x="6" y="35"/>
                    <a:pt x="3" y="27"/>
                    <a:pt x="1" y="19"/>
                  </a:cubicBezTo>
                  <a:cubicBezTo>
                    <a:pt x="1" y="13"/>
                    <a:pt x="2" y="4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8971" name="Freeform 263">
              <a:extLst>
                <a:ext uri="{FF2B5EF4-FFF2-40B4-BE49-F238E27FC236}">
                  <a16:creationId xmlns:a16="http://schemas.microsoft.com/office/drawing/2014/main" id="{41E39A0B-1B5E-492D-89FC-DF3C96CA58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5" y="2688"/>
              <a:ext cx="37" cy="45"/>
            </a:xfrm>
            <a:custGeom>
              <a:avLst/>
              <a:gdLst>
                <a:gd name="T0" fmla="*/ 3 w 36"/>
                <a:gd name="T1" fmla="*/ 14 h 44"/>
                <a:gd name="T2" fmla="*/ 25 w 36"/>
                <a:gd name="T3" fmla="*/ 47 h 44"/>
                <a:gd name="T4" fmla="*/ 30 w 36"/>
                <a:gd name="T5" fmla="*/ 10 h 44"/>
                <a:gd name="T6" fmla="*/ 0 w 36"/>
                <a:gd name="T7" fmla="*/ 9 h 4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" h="44">
                  <a:moveTo>
                    <a:pt x="3" y="14"/>
                  </a:moveTo>
                  <a:cubicBezTo>
                    <a:pt x="21" y="5"/>
                    <a:pt x="32" y="29"/>
                    <a:pt x="22" y="44"/>
                  </a:cubicBezTo>
                  <a:cubicBezTo>
                    <a:pt x="24" y="33"/>
                    <a:pt x="36" y="21"/>
                    <a:pt x="27" y="10"/>
                  </a:cubicBezTo>
                  <a:cubicBezTo>
                    <a:pt x="19" y="0"/>
                    <a:pt x="7" y="5"/>
                    <a:pt x="0" y="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8972" name="Freeform 264">
              <a:extLst>
                <a:ext uri="{FF2B5EF4-FFF2-40B4-BE49-F238E27FC236}">
                  <a16:creationId xmlns:a16="http://schemas.microsoft.com/office/drawing/2014/main" id="{78962AA5-4453-4289-85B9-367752ADB8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1" y="2583"/>
              <a:ext cx="34" cy="56"/>
            </a:xfrm>
            <a:custGeom>
              <a:avLst/>
              <a:gdLst>
                <a:gd name="T0" fmla="*/ 1 w 33"/>
                <a:gd name="T1" fmla="*/ 19 h 53"/>
                <a:gd name="T2" fmla="*/ 23 w 33"/>
                <a:gd name="T3" fmla="*/ 62 h 53"/>
                <a:gd name="T4" fmla="*/ 33 w 33"/>
                <a:gd name="T5" fmla="*/ 25 h 53"/>
                <a:gd name="T6" fmla="*/ 0 w 33"/>
                <a:gd name="T7" fmla="*/ 16 h 5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53">
                  <a:moveTo>
                    <a:pt x="1" y="16"/>
                  </a:moveTo>
                  <a:cubicBezTo>
                    <a:pt x="19" y="5"/>
                    <a:pt x="28" y="44"/>
                    <a:pt x="20" y="53"/>
                  </a:cubicBezTo>
                  <a:cubicBezTo>
                    <a:pt x="22" y="42"/>
                    <a:pt x="33" y="34"/>
                    <a:pt x="30" y="22"/>
                  </a:cubicBezTo>
                  <a:cubicBezTo>
                    <a:pt x="26" y="9"/>
                    <a:pt x="8" y="0"/>
                    <a:pt x="0" y="1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8973" name="Freeform 265">
              <a:extLst>
                <a:ext uri="{FF2B5EF4-FFF2-40B4-BE49-F238E27FC236}">
                  <a16:creationId xmlns:a16="http://schemas.microsoft.com/office/drawing/2014/main" id="{97070E9A-C991-4093-A50B-8776992A4D2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5" y="2589"/>
              <a:ext cx="44" cy="182"/>
            </a:xfrm>
            <a:custGeom>
              <a:avLst/>
              <a:gdLst>
                <a:gd name="T0" fmla="*/ 2 w 42"/>
                <a:gd name="T1" fmla="*/ 0 h 175"/>
                <a:gd name="T2" fmla="*/ 31 w 42"/>
                <a:gd name="T3" fmla="*/ 50 h 175"/>
                <a:gd name="T4" fmla="*/ 48 w 42"/>
                <a:gd name="T5" fmla="*/ 106 h 175"/>
                <a:gd name="T6" fmla="*/ 41 w 42"/>
                <a:gd name="T7" fmla="*/ 152 h 175"/>
                <a:gd name="T8" fmla="*/ 15 w 42"/>
                <a:gd name="T9" fmla="*/ 197 h 175"/>
                <a:gd name="T10" fmla="*/ 25 w 42"/>
                <a:gd name="T11" fmla="*/ 137 h 175"/>
                <a:gd name="T12" fmla="*/ 25 w 42"/>
                <a:gd name="T13" fmla="*/ 75 h 175"/>
                <a:gd name="T14" fmla="*/ 14 w 42"/>
                <a:gd name="T15" fmla="*/ 32 h 175"/>
                <a:gd name="T16" fmla="*/ 0 w 42"/>
                <a:gd name="T17" fmla="*/ 3 h 17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2" h="175">
                  <a:moveTo>
                    <a:pt x="2" y="0"/>
                  </a:moveTo>
                  <a:cubicBezTo>
                    <a:pt x="15" y="11"/>
                    <a:pt x="20" y="29"/>
                    <a:pt x="28" y="44"/>
                  </a:cubicBezTo>
                  <a:cubicBezTo>
                    <a:pt x="36" y="61"/>
                    <a:pt x="41" y="75"/>
                    <a:pt x="42" y="94"/>
                  </a:cubicBezTo>
                  <a:cubicBezTo>
                    <a:pt x="42" y="109"/>
                    <a:pt x="39" y="122"/>
                    <a:pt x="35" y="135"/>
                  </a:cubicBezTo>
                  <a:cubicBezTo>
                    <a:pt x="31" y="150"/>
                    <a:pt x="19" y="161"/>
                    <a:pt x="12" y="175"/>
                  </a:cubicBezTo>
                  <a:cubicBezTo>
                    <a:pt x="20" y="158"/>
                    <a:pt x="20" y="140"/>
                    <a:pt x="22" y="122"/>
                  </a:cubicBezTo>
                  <a:cubicBezTo>
                    <a:pt x="23" y="104"/>
                    <a:pt x="25" y="85"/>
                    <a:pt x="22" y="66"/>
                  </a:cubicBezTo>
                  <a:cubicBezTo>
                    <a:pt x="19" y="54"/>
                    <a:pt x="14" y="41"/>
                    <a:pt x="11" y="29"/>
                  </a:cubicBezTo>
                  <a:cubicBezTo>
                    <a:pt x="9" y="21"/>
                    <a:pt x="5" y="7"/>
                    <a:pt x="0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8974" name="Freeform 266">
              <a:extLst>
                <a:ext uri="{FF2B5EF4-FFF2-40B4-BE49-F238E27FC236}">
                  <a16:creationId xmlns:a16="http://schemas.microsoft.com/office/drawing/2014/main" id="{75524AF2-B796-4BAD-80CC-DF567B0F712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1" y="2412"/>
              <a:ext cx="63" cy="123"/>
            </a:xfrm>
            <a:custGeom>
              <a:avLst/>
              <a:gdLst>
                <a:gd name="T0" fmla="*/ 67 w 61"/>
                <a:gd name="T1" fmla="*/ 2 h 118"/>
                <a:gd name="T2" fmla="*/ 52 w 61"/>
                <a:gd name="T3" fmla="*/ 9 h 118"/>
                <a:gd name="T4" fmla="*/ 40 w 61"/>
                <a:gd name="T5" fmla="*/ 26 h 118"/>
                <a:gd name="T6" fmla="*/ 26 w 61"/>
                <a:gd name="T7" fmla="*/ 53 h 118"/>
                <a:gd name="T8" fmla="*/ 19 w 61"/>
                <a:gd name="T9" fmla="*/ 91 h 118"/>
                <a:gd name="T10" fmla="*/ 0 w 61"/>
                <a:gd name="T11" fmla="*/ 133 h 118"/>
                <a:gd name="T12" fmla="*/ 24 w 61"/>
                <a:gd name="T13" fmla="*/ 91 h 118"/>
                <a:gd name="T14" fmla="*/ 29 w 61"/>
                <a:gd name="T15" fmla="*/ 73 h 118"/>
                <a:gd name="T16" fmla="*/ 30 w 61"/>
                <a:gd name="T17" fmla="*/ 59 h 118"/>
                <a:gd name="T18" fmla="*/ 48 w 61"/>
                <a:gd name="T19" fmla="*/ 24 h 118"/>
                <a:gd name="T20" fmla="*/ 63 w 61"/>
                <a:gd name="T21" fmla="*/ 0 h 11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1" h="118">
                  <a:moveTo>
                    <a:pt x="61" y="2"/>
                  </a:moveTo>
                  <a:cubicBezTo>
                    <a:pt x="55" y="3"/>
                    <a:pt x="50" y="4"/>
                    <a:pt x="46" y="9"/>
                  </a:cubicBezTo>
                  <a:cubicBezTo>
                    <a:pt x="42" y="13"/>
                    <a:pt x="40" y="19"/>
                    <a:pt x="37" y="23"/>
                  </a:cubicBezTo>
                  <a:cubicBezTo>
                    <a:pt x="33" y="32"/>
                    <a:pt x="26" y="38"/>
                    <a:pt x="23" y="47"/>
                  </a:cubicBezTo>
                  <a:cubicBezTo>
                    <a:pt x="20" y="58"/>
                    <a:pt x="20" y="69"/>
                    <a:pt x="16" y="80"/>
                  </a:cubicBezTo>
                  <a:cubicBezTo>
                    <a:pt x="11" y="93"/>
                    <a:pt x="2" y="104"/>
                    <a:pt x="0" y="118"/>
                  </a:cubicBezTo>
                  <a:cubicBezTo>
                    <a:pt x="6" y="105"/>
                    <a:pt x="14" y="93"/>
                    <a:pt x="21" y="80"/>
                  </a:cubicBezTo>
                  <a:cubicBezTo>
                    <a:pt x="24" y="74"/>
                    <a:pt x="26" y="70"/>
                    <a:pt x="26" y="64"/>
                  </a:cubicBezTo>
                  <a:cubicBezTo>
                    <a:pt x="26" y="60"/>
                    <a:pt x="26" y="56"/>
                    <a:pt x="27" y="53"/>
                  </a:cubicBezTo>
                  <a:cubicBezTo>
                    <a:pt x="30" y="40"/>
                    <a:pt x="37" y="31"/>
                    <a:pt x="44" y="21"/>
                  </a:cubicBezTo>
                  <a:cubicBezTo>
                    <a:pt x="48" y="14"/>
                    <a:pt x="51" y="6"/>
                    <a:pt x="5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8975" name="Freeform 267">
              <a:extLst>
                <a:ext uri="{FF2B5EF4-FFF2-40B4-BE49-F238E27FC236}">
                  <a16:creationId xmlns:a16="http://schemas.microsoft.com/office/drawing/2014/main" id="{6543B6F0-489C-435F-B5AC-38DCE1828A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4" y="2383"/>
              <a:ext cx="38" cy="77"/>
            </a:xfrm>
            <a:custGeom>
              <a:avLst/>
              <a:gdLst>
                <a:gd name="T0" fmla="*/ 40 w 37"/>
                <a:gd name="T1" fmla="*/ 0 h 74"/>
                <a:gd name="T2" fmla="*/ 26 w 37"/>
                <a:gd name="T3" fmla="*/ 12 h 74"/>
                <a:gd name="T4" fmla="*/ 9 w 37"/>
                <a:gd name="T5" fmla="*/ 27 h 74"/>
                <a:gd name="T6" fmla="*/ 2 w 37"/>
                <a:gd name="T7" fmla="*/ 83 h 74"/>
                <a:gd name="T8" fmla="*/ 8 w 37"/>
                <a:gd name="T9" fmla="*/ 60 h 74"/>
                <a:gd name="T10" fmla="*/ 13 w 37"/>
                <a:gd name="T11" fmla="*/ 32 h 74"/>
                <a:gd name="T12" fmla="*/ 40 w 37"/>
                <a:gd name="T13" fmla="*/ 2 h 7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7" h="74">
                  <a:moveTo>
                    <a:pt x="37" y="0"/>
                  </a:moveTo>
                  <a:cubicBezTo>
                    <a:pt x="35" y="5"/>
                    <a:pt x="27" y="8"/>
                    <a:pt x="23" y="12"/>
                  </a:cubicBezTo>
                  <a:cubicBezTo>
                    <a:pt x="18" y="16"/>
                    <a:pt x="12" y="18"/>
                    <a:pt x="9" y="24"/>
                  </a:cubicBezTo>
                  <a:cubicBezTo>
                    <a:pt x="0" y="39"/>
                    <a:pt x="7" y="58"/>
                    <a:pt x="2" y="74"/>
                  </a:cubicBezTo>
                  <a:cubicBezTo>
                    <a:pt x="2" y="67"/>
                    <a:pt x="7" y="60"/>
                    <a:pt x="8" y="54"/>
                  </a:cubicBezTo>
                  <a:cubicBezTo>
                    <a:pt x="10" y="45"/>
                    <a:pt x="11" y="37"/>
                    <a:pt x="13" y="29"/>
                  </a:cubicBezTo>
                  <a:cubicBezTo>
                    <a:pt x="18" y="17"/>
                    <a:pt x="29" y="12"/>
                    <a:pt x="3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8976" name="Freeform 268">
              <a:extLst>
                <a:ext uri="{FF2B5EF4-FFF2-40B4-BE49-F238E27FC236}">
                  <a16:creationId xmlns:a16="http://schemas.microsoft.com/office/drawing/2014/main" id="{1554F5B7-2A06-40F8-AA21-EFB09E8D038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6" y="2319"/>
              <a:ext cx="78" cy="50"/>
            </a:xfrm>
            <a:custGeom>
              <a:avLst/>
              <a:gdLst>
                <a:gd name="T0" fmla="*/ 84 w 75"/>
                <a:gd name="T1" fmla="*/ 0 h 48"/>
                <a:gd name="T2" fmla="*/ 74 w 75"/>
                <a:gd name="T3" fmla="*/ 3 h 48"/>
                <a:gd name="T4" fmla="*/ 59 w 75"/>
                <a:gd name="T5" fmla="*/ 7 h 48"/>
                <a:gd name="T6" fmla="*/ 37 w 75"/>
                <a:gd name="T7" fmla="*/ 15 h 48"/>
                <a:gd name="T8" fmla="*/ 0 w 75"/>
                <a:gd name="T9" fmla="*/ 54 h 48"/>
                <a:gd name="T10" fmla="*/ 45 w 75"/>
                <a:gd name="T11" fmla="*/ 20 h 48"/>
                <a:gd name="T12" fmla="*/ 81 w 75"/>
                <a:gd name="T13" fmla="*/ 2 h 4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5" h="48">
                  <a:moveTo>
                    <a:pt x="75" y="0"/>
                  </a:moveTo>
                  <a:cubicBezTo>
                    <a:pt x="72" y="0"/>
                    <a:pt x="69" y="2"/>
                    <a:pt x="65" y="3"/>
                  </a:cubicBezTo>
                  <a:cubicBezTo>
                    <a:pt x="61" y="5"/>
                    <a:pt x="57" y="6"/>
                    <a:pt x="53" y="7"/>
                  </a:cubicBezTo>
                  <a:cubicBezTo>
                    <a:pt x="47" y="9"/>
                    <a:pt x="40" y="10"/>
                    <a:pt x="34" y="12"/>
                  </a:cubicBezTo>
                  <a:cubicBezTo>
                    <a:pt x="19" y="16"/>
                    <a:pt x="7" y="35"/>
                    <a:pt x="0" y="48"/>
                  </a:cubicBezTo>
                  <a:cubicBezTo>
                    <a:pt x="8" y="35"/>
                    <a:pt x="25" y="22"/>
                    <a:pt x="39" y="17"/>
                  </a:cubicBezTo>
                  <a:cubicBezTo>
                    <a:pt x="50" y="12"/>
                    <a:pt x="64" y="10"/>
                    <a:pt x="72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8977" name="Freeform 269">
              <a:extLst>
                <a:ext uri="{FF2B5EF4-FFF2-40B4-BE49-F238E27FC236}">
                  <a16:creationId xmlns:a16="http://schemas.microsoft.com/office/drawing/2014/main" id="{A212F5C1-3D35-4848-9602-BA445C3740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5" y="2431"/>
              <a:ext cx="33" cy="94"/>
            </a:xfrm>
            <a:custGeom>
              <a:avLst/>
              <a:gdLst>
                <a:gd name="T0" fmla="*/ 31 w 32"/>
                <a:gd name="T1" fmla="*/ 6 h 90"/>
                <a:gd name="T2" fmla="*/ 7 w 32"/>
                <a:gd name="T3" fmla="*/ 44 h 90"/>
                <a:gd name="T4" fmla="*/ 4 w 32"/>
                <a:gd name="T5" fmla="*/ 73 h 90"/>
                <a:gd name="T6" fmla="*/ 0 w 32"/>
                <a:gd name="T7" fmla="*/ 102 h 90"/>
                <a:gd name="T8" fmla="*/ 8 w 32"/>
                <a:gd name="T9" fmla="*/ 75 h 90"/>
                <a:gd name="T10" fmla="*/ 19 w 32"/>
                <a:gd name="T11" fmla="*/ 42 h 90"/>
                <a:gd name="T12" fmla="*/ 26 w 32"/>
                <a:gd name="T13" fmla="*/ 18 h 90"/>
                <a:gd name="T14" fmla="*/ 35 w 32"/>
                <a:gd name="T15" fmla="*/ 6 h 9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2" h="90">
                  <a:moveTo>
                    <a:pt x="28" y="6"/>
                  </a:moveTo>
                  <a:cubicBezTo>
                    <a:pt x="8" y="0"/>
                    <a:pt x="8" y="26"/>
                    <a:pt x="7" y="38"/>
                  </a:cubicBezTo>
                  <a:cubicBezTo>
                    <a:pt x="6" y="47"/>
                    <a:pt x="7" y="55"/>
                    <a:pt x="4" y="64"/>
                  </a:cubicBezTo>
                  <a:cubicBezTo>
                    <a:pt x="2" y="73"/>
                    <a:pt x="0" y="82"/>
                    <a:pt x="0" y="90"/>
                  </a:cubicBezTo>
                  <a:cubicBezTo>
                    <a:pt x="1" y="82"/>
                    <a:pt x="5" y="74"/>
                    <a:pt x="8" y="66"/>
                  </a:cubicBezTo>
                  <a:cubicBezTo>
                    <a:pt x="11" y="56"/>
                    <a:pt x="13" y="46"/>
                    <a:pt x="16" y="36"/>
                  </a:cubicBezTo>
                  <a:cubicBezTo>
                    <a:pt x="17" y="28"/>
                    <a:pt x="19" y="22"/>
                    <a:pt x="23" y="15"/>
                  </a:cubicBezTo>
                  <a:cubicBezTo>
                    <a:pt x="25" y="12"/>
                    <a:pt x="27" y="6"/>
                    <a:pt x="32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8978" name="Freeform 270">
              <a:extLst>
                <a:ext uri="{FF2B5EF4-FFF2-40B4-BE49-F238E27FC236}">
                  <a16:creationId xmlns:a16="http://schemas.microsoft.com/office/drawing/2014/main" id="{E2F4A346-A177-4AD4-9C6A-04834FE848C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6" y="2468"/>
              <a:ext cx="18" cy="85"/>
            </a:xfrm>
            <a:custGeom>
              <a:avLst/>
              <a:gdLst>
                <a:gd name="T0" fmla="*/ 17 w 18"/>
                <a:gd name="T1" fmla="*/ 4 h 82"/>
                <a:gd name="T2" fmla="*/ 1 w 18"/>
                <a:gd name="T3" fmla="*/ 49 h 82"/>
                <a:gd name="T4" fmla="*/ 10 w 18"/>
                <a:gd name="T5" fmla="*/ 64 h 82"/>
                <a:gd name="T6" fmla="*/ 18 w 18"/>
                <a:gd name="T7" fmla="*/ 91 h 82"/>
                <a:gd name="T8" fmla="*/ 17 w 18"/>
                <a:gd name="T9" fmla="*/ 67 h 82"/>
                <a:gd name="T10" fmla="*/ 10 w 18"/>
                <a:gd name="T11" fmla="*/ 47 h 82"/>
                <a:gd name="T12" fmla="*/ 17 w 18"/>
                <a:gd name="T13" fmla="*/ 4 h 8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" h="82">
                  <a:moveTo>
                    <a:pt x="17" y="4"/>
                  </a:moveTo>
                  <a:cubicBezTo>
                    <a:pt x="6" y="0"/>
                    <a:pt x="0" y="36"/>
                    <a:pt x="1" y="43"/>
                  </a:cubicBezTo>
                  <a:cubicBezTo>
                    <a:pt x="2" y="49"/>
                    <a:pt x="7" y="53"/>
                    <a:pt x="10" y="58"/>
                  </a:cubicBezTo>
                  <a:cubicBezTo>
                    <a:pt x="14" y="66"/>
                    <a:pt x="14" y="75"/>
                    <a:pt x="18" y="82"/>
                  </a:cubicBezTo>
                  <a:cubicBezTo>
                    <a:pt x="18" y="75"/>
                    <a:pt x="18" y="68"/>
                    <a:pt x="17" y="61"/>
                  </a:cubicBezTo>
                  <a:cubicBezTo>
                    <a:pt x="16" y="54"/>
                    <a:pt x="12" y="48"/>
                    <a:pt x="10" y="41"/>
                  </a:cubicBezTo>
                  <a:cubicBezTo>
                    <a:pt x="8" y="30"/>
                    <a:pt x="9" y="13"/>
                    <a:pt x="17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8979" name="Freeform 271">
              <a:extLst>
                <a:ext uri="{FF2B5EF4-FFF2-40B4-BE49-F238E27FC236}">
                  <a16:creationId xmlns:a16="http://schemas.microsoft.com/office/drawing/2014/main" id="{3B81222C-8F86-49F9-91D5-DE8E825715E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1" y="2316"/>
              <a:ext cx="115" cy="106"/>
            </a:xfrm>
            <a:custGeom>
              <a:avLst/>
              <a:gdLst>
                <a:gd name="T0" fmla="*/ 0 w 110"/>
                <a:gd name="T1" fmla="*/ 0 h 102"/>
                <a:gd name="T2" fmla="*/ 45 w 110"/>
                <a:gd name="T3" fmla="*/ 17 h 102"/>
                <a:gd name="T4" fmla="*/ 77 w 110"/>
                <a:gd name="T5" fmla="*/ 48 h 102"/>
                <a:gd name="T6" fmla="*/ 109 w 110"/>
                <a:gd name="T7" fmla="*/ 70 h 102"/>
                <a:gd name="T8" fmla="*/ 123 w 110"/>
                <a:gd name="T9" fmla="*/ 94 h 102"/>
                <a:gd name="T10" fmla="*/ 124 w 110"/>
                <a:gd name="T11" fmla="*/ 114 h 102"/>
                <a:gd name="T12" fmla="*/ 95 w 110"/>
                <a:gd name="T13" fmla="*/ 70 h 102"/>
                <a:gd name="T14" fmla="*/ 74 w 110"/>
                <a:gd name="T15" fmla="*/ 53 h 102"/>
                <a:gd name="T16" fmla="*/ 52 w 110"/>
                <a:gd name="T17" fmla="*/ 41 h 102"/>
                <a:gd name="T18" fmla="*/ 24 w 110"/>
                <a:gd name="T19" fmla="*/ 19 h 102"/>
                <a:gd name="T20" fmla="*/ 9 w 110"/>
                <a:gd name="T21" fmla="*/ 9 h 102"/>
                <a:gd name="T22" fmla="*/ 1 w 110"/>
                <a:gd name="T23" fmla="*/ 5 h 10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10" h="102">
                  <a:moveTo>
                    <a:pt x="0" y="0"/>
                  </a:moveTo>
                  <a:cubicBezTo>
                    <a:pt x="13" y="0"/>
                    <a:pt x="28" y="7"/>
                    <a:pt x="39" y="14"/>
                  </a:cubicBezTo>
                  <a:cubicBezTo>
                    <a:pt x="50" y="22"/>
                    <a:pt x="58" y="33"/>
                    <a:pt x="68" y="42"/>
                  </a:cubicBezTo>
                  <a:cubicBezTo>
                    <a:pt x="76" y="49"/>
                    <a:pt x="87" y="54"/>
                    <a:pt x="95" y="62"/>
                  </a:cubicBezTo>
                  <a:cubicBezTo>
                    <a:pt x="101" y="69"/>
                    <a:pt x="106" y="75"/>
                    <a:pt x="108" y="84"/>
                  </a:cubicBezTo>
                  <a:cubicBezTo>
                    <a:pt x="110" y="90"/>
                    <a:pt x="108" y="96"/>
                    <a:pt x="109" y="102"/>
                  </a:cubicBezTo>
                  <a:cubicBezTo>
                    <a:pt x="103" y="87"/>
                    <a:pt x="94" y="74"/>
                    <a:pt x="83" y="62"/>
                  </a:cubicBezTo>
                  <a:cubicBezTo>
                    <a:pt x="78" y="56"/>
                    <a:pt x="72" y="52"/>
                    <a:pt x="65" y="47"/>
                  </a:cubicBezTo>
                  <a:cubicBezTo>
                    <a:pt x="59" y="43"/>
                    <a:pt x="52" y="41"/>
                    <a:pt x="46" y="37"/>
                  </a:cubicBezTo>
                  <a:cubicBezTo>
                    <a:pt x="37" y="31"/>
                    <a:pt x="30" y="22"/>
                    <a:pt x="21" y="16"/>
                  </a:cubicBezTo>
                  <a:cubicBezTo>
                    <a:pt x="17" y="13"/>
                    <a:pt x="13" y="11"/>
                    <a:pt x="9" y="9"/>
                  </a:cubicBezTo>
                  <a:cubicBezTo>
                    <a:pt x="6" y="8"/>
                    <a:pt x="3" y="7"/>
                    <a:pt x="1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8980" name="Freeform 272">
              <a:extLst>
                <a:ext uri="{FF2B5EF4-FFF2-40B4-BE49-F238E27FC236}">
                  <a16:creationId xmlns:a16="http://schemas.microsoft.com/office/drawing/2014/main" id="{F9E2BD52-9CDA-4DC7-A426-1C6CC5CCE2F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5" y="2365"/>
              <a:ext cx="9" cy="11"/>
            </a:xfrm>
            <a:custGeom>
              <a:avLst/>
              <a:gdLst>
                <a:gd name="T0" fmla="*/ 11 w 8"/>
                <a:gd name="T1" fmla="*/ 0 h 11"/>
                <a:gd name="T2" fmla="*/ 10 w 8"/>
                <a:gd name="T3" fmla="*/ 1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1">
                  <a:moveTo>
                    <a:pt x="8" y="0"/>
                  </a:moveTo>
                  <a:cubicBezTo>
                    <a:pt x="1" y="0"/>
                    <a:pt x="0" y="11"/>
                    <a:pt x="7" y="10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8981" name="Freeform 273">
              <a:extLst>
                <a:ext uri="{FF2B5EF4-FFF2-40B4-BE49-F238E27FC236}">
                  <a16:creationId xmlns:a16="http://schemas.microsoft.com/office/drawing/2014/main" id="{B4DBE52F-1B87-4A91-827B-8BB36110558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7" y="2392"/>
              <a:ext cx="10" cy="7"/>
            </a:xfrm>
            <a:custGeom>
              <a:avLst/>
              <a:gdLst>
                <a:gd name="T0" fmla="*/ 12 w 9"/>
                <a:gd name="T1" fmla="*/ 0 h 7"/>
                <a:gd name="T2" fmla="*/ 0 w 9"/>
                <a:gd name="T3" fmla="*/ 7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7">
                  <a:moveTo>
                    <a:pt x="9" y="0"/>
                  </a:moveTo>
                  <a:cubicBezTo>
                    <a:pt x="4" y="0"/>
                    <a:pt x="0" y="2"/>
                    <a:pt x="0" y="7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8982" name="Freeform 274">
              <a:extLst>
                <a:ext uri="{FF2B5EF4-FFF2-40B4-BE49-F238E27FC236}">
                  <a16:creationId xmlns:a16="http://schemas.microsoft.com/office/drawing/2014/main" id="{91A323D3-D499-4731-B8E7-AA5C77138AC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6" y="2420"/>
              <a:ext cx="8" cy="7"/>
            </a:xfrm>
            <a:custGeom>
              <a:avLst/>
              <a:gdLst>
                <a:gd name="T0" fmla="*/ 10 w 7"/>
                <a:gd name="T1" fmla="*/ 4 h 7"/>
                <a:gd name="T2" fmla="*/ 2 w 7"/>
                <a:gd name="T3" fmla="*/ 7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7">
                  <a:moveTo>
                    <a:pt x="7" y="4"/>
                  </a:moveTo>
                  <a:cubicBezTo>
                    <a:pt x="5" y="0"/>
                    <a:pt x="0" y="3"/>
                    <a:pt x="2" y="7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8983" name="Freeform 275">
              <a:extLst>
                <a:ext uri="{FF2B5EF4-FFF2-40B4-BE49-F238E27FC236}">
                  <a16:creationId xmlns:a16="http://schemas.microsoft.com/office/drawing/2014/main" id="{0E68C3C0-253F-4646-9D1C-F7594F8E0A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5" y="2440"/>
              <a:ext cx="3" cy="3"/>
            </a:xfrm>
            <a:custGeom>
              <a:avLst/>
              <a:gdLst>
                <a:gd name="T0" fmla="*/ 3 w 3"/>
                <a:gd name="T1" fmla="*/ 0 h 3"/>
                <a:gd name="T2" fmla="*/ 0 w 3"/>
                <a:gd name="T3" fmla="*/ 3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3">
                  <a:moveTo>
                    <a:pt x="3" y="0"/>
                  </a:moveTo>
                  <a:cubicBezTo>
                    <a:pt x="1" y="1"/>
                    <a:pt x="0" y="2"/>
                    <a:pt x="0" y="3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8984" name="Freeform 276">
              <a:extLst>
                <a:ext uri="{FF2B5EF4-FFF2-40B4-BE49-F238E27FC236}">
                  <a16:creationId xmlns:a16="http://schemas.microsoft.com/office/drawing/2014/main" id="{A679C714-0340-44C3-B737-28DC7D6BCA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9" y="1956"/>
              <a:ext cx="14" cy="33"/>
            </a:xfrm>
            <a:custGeom>
              <a:avLst/>
              <a:gdLst>
                <a:gd name="T0" fmla="*/ 5 w 13"/>
                <a:gd name="T1" fmla="*/ 0 h 32"/>
                <a:gd name="T2" fmla="*/ 16 w 13"/>
                <a:gd name="T3" fmla="*/ 35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32">
                  <a:moveTo>
                    <a:pt x="5" y="0"/>
                  </a:moveTo>
                  <a:cubicBezTo>
                    <a:pt x="1" y="12"/>
                    <a:pt x="0" y="25"/>
                    <a:pt x="13" y="32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8985" name="Freeform 277">
              <a:extLst>
                <a:ext uri="{FF2B5EF4-FFF2-40B4-BE49-F238E27FC236}">
                  <a16:creationId xmlns:a16="http://schemas.microsoft.com/office/drawing/2014/main" id="{D254FEDD-2716-4358-A65F-3D4AEC57998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4" y="1642"/>
              <a:ext cx="209" cy="260"/>
            </a:xfrm>
            <a:custGeom>
              <a:avLst/>
              <a:gdLst>
                <a:gd name="T0" fmla="*/ 0 w 200"/>
                <a:gd name="T1" fmla="*/ 115 h 249"/>
                <a:gd name="T2" fmla="*/ 51 w 200"/>
                <a:gd name="T3" fmla="*/ 187 h 249"/>
                <a:gd name="T4" fmla="*/ 74 w 200"/>
                <a:gd name="T5" fmla="*/ 276 h 249"/>
                <a:gd name="T6" fmla="*/ 175 w 200"/>
                <a:gd name="T7" fmla="*/ 223 h 249"/>
                <a:gd name="T8" fmla="*/ 210 w 200"/>
                <a:gd name="T9" fmla="*/ 125 h 249"/>
                <a:gd name="T10" fmla="*/ 3 w 200"/>
                <a:gd name="T11" fmla="*/ 107 h 24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0" h="249">
                  <a:moveTo>
                    <a:pt x="0" y="101"/>
                  </a:moveTo>
                  <a:cubicBezTo>
                    <a:pt x="23" y="113"/>
                    <a:pt x="42" y="138"/>
                    <a:pt x="45" y="164"/>
                  </a:cubicBezTo>
                  <a:cubicBezTo>
                    <a:pt x="47" y="188"/>
                    <a:pt x="29" y="233"/>
                    <a:pt x="65" y="242"/>
                  </a:cubicBezTo>
                  <a:cubicBezTo>
                    <a:pt x="94" y="249"/>
                    <a:pt x="134" y="213"/>
                    <a:pt x="153" y="196"/>
                  </a:cubicBezTo>
                  <a:cubicBezTo>
                    <a:pt x="180" y="174"/>
                    <a:pt x="200" y="147"/>
                    <a:pt x="184" y="110"/>
                  </a:cubicBezTo>
                  <a:cubicBezTo>
                    <a:pt x="152" y="39"/>
                    <a:pt x="25" y="0"/>
                    <a:pt x="3" y="94"/>
                  </a:cubicBezTo>
                </a:path>
              </a:pathLst>
            </a:custGeom>
            <a:solidFill>
              <a:srgbClr val="F9F4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8986" name="Freeform 278">
              <a:extLst>
                <a:ext uri="{FF2B5EF4-FFF2-40B4-BE49-F238E27FC236}">
                  <a16:creationId xmlns:a16="http://schemas.microsoft.com/office/drawing/2014/main" id="{65C6E8D9-81B1-4261-8B5A-C112DB9921A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4" y="1986"/>
              <a:ext cx="318" cy="587"/>
            </a:xfrm>
            <a:custGeom>
              <a:avLst/>
              <a:gdLst>
                <a:gd name="T0" fmla="*/ 27 w 304"/>
                <a:gd name="T1" fmla="*/ 31 h 563"/>
                <a:gd name="T2" fmla="*/ 1 w 304"/>
                <a:gd name="T3" fmla="*/ 245 h 563"/>
                <a:gd name="T4" fmla="*/ 49 w 304"/>
                <a:gd name="T5" fmla="*/ 486 h 563"/>
                <a:gd name="T6" fmla="*/ 265 w 304"/>
                <a:gd name="T7" fmla="*/ 637 h 563"/>
                <a:gd name="T8" fmla="*/ 295 w 304"/>
                <a:gd name="T9" fmla="*/ 505 h 563"/>
                <a:gd name="T10" fmla="*/ 288 w 304"/>
                <a:gd name="T11" fmla="*/ 325 h 563"/>
                <a:gd name="T12" fmla="*/ 207 w 304"/>
                <a:gd name="T13" fmla="*/ 101 h 563"/>
                <a:gd name="T14" fmla="*/ 46 w 304"/>
                <a:gd name="T15" fmla="*/ 29 h 563"/>
                <a:gd name="T16" fmla="*/ 27 w 304"/>
                <a:gd name="T17" fmla="*/ 48 h 56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04" h="563">
                  <a:moveTo>
                    <a:pt x="24" y="28"/>
                  </a:moveTo>
                  <a:cubicBezTo>
                    <a:pt x="26" y="90"/>
                    <a:pt x="0" y="154"/>
                    <a:pt x="1" y="216"/>
                  </a:cubicBezTo>
                  <a:cubicBezTo>
                    <a:pt x="2" y="287"/>
                    <a:pt x="24" y="361"/>
                    <a:pt x="43" y="429"/>
                  </a:cubicBezTo>
                  <a:cubicBezTo>
                    <a:pt x="61" y="494"/>
                    <a:pt x="164" y="561"/>
                    <a:pt x="231" y="562"/>
                  </a:cubicBezTo>
                  <a:cubicBezTo>
                    <a:pt x="304" y="563"/>
                    <a:pt x="272" y="485"/>
                    <a:pt x="258" y="445"/>
                  </a:cubicBezTo>
                  <a:cubicBezTo>
                    <a:pt x="240" y="392"/>
                    <a:pt x="263" y="342"/>
                    <a:pt x="251" y="287"/>
                  </a:cubicBezTo>
                  <a:cubicBezTo>
                    <a:pt x="237" y="224"/>
                    <a:pt x="221" y="141"/>
                    <a:pt x="181" y="89"/>
                  </a:cubicBezTo>
                  <a:cubicBezTo>
                    <a:pt x="154" y="53"/>
                    <a:pt x="88" y="0"/>
                    <a:pt x="40" y="26"/>
                  </a:cubicBezTo>
                  <a:cubicBezTo>
                    <a:pt x="33" y="30"/>
                    <a:pt x="27" y="35"/>
                    <a:pt x="24" y="42"/>
                  </a:cubicBezTo>
                </a:path>
              </a:pathLst>
            </a:custGeom>
            <a:solidFill>
              <a:srgbClr val="F9F4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8987" name="Freeform 279">
              <a:extLst>
                <a:ext uri="{FF2B5EF4-FFF2-40B4-BE49-F238E27FC236}">
                  <a16:creationId xmlns:a16="http://schemas.microsoft.com/office/drawing/2014/main" id="{BDE6FC34-953E-4B9C-8786-4CF551D49FBD}"/>
                </a:ext>
              </a:extLst>
            </p:cNvPr>
            <p:cNvSpPr>
              <a:spLocks/>
            </p:cNvSpPr>
            <p:nvPr/>
          </p:nvSpPr>
          <p:spPr bwMode="auto">
            <a:xfrm>
              <a:off x="982" y="1744"/>
              <a:ext cx="182" cy="311"/>
            </a:xfrm>
            <a:custGeom>
              <a:avLst/>
              <a:gdLst>
                <a:gd name="T0" fmla="*/ 160 w 174"/>
                <a:gd name="T1" fmla="*/ 17 h 298"/>
                <a:gd name="T2" fmla="*/ 128 w 174"/>
                <a:gd name="T3" fmla="*/ 311 h 298"/>
                <a:gd name="T4" fmla="*/ 163 w 174"/>
                <a:gd name="T5" fmla="*/ 248 h 298"/>
                <a:gd name="T6" fmla="*/ 183 w 174"/>
                <a:gd name="T7" fmla="*/ 126 h 298"/>
                <a:gd name="T8" fmla="*/ 154 w 174"/>
                <a:gd name="T9" fmla="*/ 22 h 29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4" h="298">
                  <a:moveTo>
                    <a:pt x="140" y="14"/>
                  </a:moveTo>
                  <a:cubicBezTo>
                    <a:pt x="123" y="50"/>
                    <a:pt x="0" y="298"/>
                    <a:pt x="112" y="274"/>
                  </a:cubicBezTo>
                  <a:cubicBezTo>
                    <a:pt x="146" y="267"/>
                    <a:pt x="142" y="248"/>
                    <a:pt x="142" y="218"/>
                  </a:cubicBezTo>
                  <a:cubicBezTo>
                    <a:pt x="142" y="181"/>
                    <a:pt x="155" y="148"/>
                    <a:pt x="160" y="111"/>
                  </a:cubicBezTo>
                  <a:cubicBezTo>
                    <a:pt x="163" y="97"/>
                    <a:pt x="174" y="0"/>
                    <a:pt x="135" y="19"/>
                  </a:cubicBezTo>
                </a:path>
              </a:pathLst>
            </a:custGeom>
            <a:solidFill>
              <a:srgbClr val="F9F4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8988" name="Freeform 280">
              <a:extLst>
                <a:ext uri="{FF2B5EF4-FFF2-40B4-BE49-F238E27FC236}">
                  <a16:creationId xmlns:a16="http://schemas.microsoft.com/office/drawing/2014/main" id="{CCF0FCA8-5D1C-4FF4-AA86-48DAE8F15CE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6" y="2085"/>
              <a:ext cx="108" cy="258"/>
            </a:xfrm>
            <a:custGeom>
              <a:avLst/>
              <a:gdLst>
                <a:gd name="T0" fmla="*/ 4 w 103"/>
                <a:gd name="T1" fmla="*/ 24 h 247"/>
                <a:gd name="T2" fmla="*/ 66 w 103"/>
                <a:gd name="T3" fmla="*/ 10 h 247"/>
                <a:gd name="T4" fmla="*/ 86 w 103"/>
                <a:gd name="T5" fmla="*/ 98 h 247"/>
                <a:gd name="T6" fmla="*/ 77 w 103"/>
                <a:gd name="T7" fmla="*/ 266 h 247"/>
                <a:gd name="T8" fmla="*/ 0 w 103"/>
                <a:gd name="T9" fmla="*/ 26 h 2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3" h="247">
                  <a:moveTo>
                    <a:pt x="4" y="21"/>
                  </a:moveTo>
                  <a:cubicBezTo>
                    <a:pt x="19" y="11"/>
                    <a:pt x="39" y="0"/>
                    <a:pt x="57" y="10"/>
                  </a:cubicBezTo>
                  <a:cubicBezTo>
                    <a:pt x="85" y="25"/>
                    <a:pt x="75" y="61"/>
                    <a:pt x="74" y="86"/>
                  </a:cubicBezTo>
                  <a:cubicBezTo>
                    <a:pt x="73" y="114"/>
                    <a:pt x="103" y="226"/>
                    <a:pt x="67" y="234"/>
                  </a:cubicBezTo>
                  <a:cubicBezTo>
                    <a:pt x="10" y="247"/>
                    <a:pt x="0" y="64"/>
                    <a:pt x="0" y="23"/>
                  </a:cubicBezTo>
                </a:path>
              </a:pathLst>
            </a:custGeom>
            <a:solidFill>
              <a:srgbClr val="F9F4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8989" name="Freeform 281">
              <a:extLst>
                <a:ext uri="{FF2B5EF4-FFF2-40B4-BE49-F238E27FC236}">
                  <a16:creationId xmlns:a16="http://schemas.microsoft.com/office/drawing/2014/main" id="{C91C5F14-808B-4F6F-ADF1-A2C510C8FF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4" y="1186"/>
              <a:ext cx="103" cy="207"/>
            </a:xfrm>
            <a:custGeom>
              <a:avLst/>
              <a:gdLst>
                <a:gd name="T0" fmla="*/ 29 w 99"/>
                <a:gd name="T1" fmla="*/ 72 h 199"/>
                <a:gd name="T2" fmla="*/ 29 w 99"/>
                <a:gd name="T3" fmla="*/ 193 h 199"/>
                <a:gd name="T4" fmla="*/ 110 w 99"/>
                <a:gd name="T5" fmla="*/ 176 h 199"/>
                <a:gd name="T6" fmla="*/ 31 w 99"/>
                <a:gd name="T7" fmla="*/ 58 h 19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9" h="199">
                  <a:moveTo>
                    <a:pt x="26" y="63"/>
                  </a:moveTo>
                  <a:cubicBezTo>
                    <a:pt x="0" y="83"/>
                    <a:pt x="10" y="149"/>
                    <a:pt x="26" y="172"/>
                  </a:cubicBezTo>
                  <a:cubicBezTo>
                    <a:pt x="46" y="199"/>
                    <a:pt x="99" y="196"/>
                    <a:pt x="98" y="156"/>
                  </a:cubicBezTo>
                  <a:cubicBezTo>
                    <a:pt x="98" y="124"/>
                    <a:pt x="84" y="0"/>
                    <a:pt x="28" y="52"/>
                  </a:cubicBezTo>
                </a:path>
              </a:pathLst>
            </a:custGeom>
            <a:solidFill>
              <a:srgbClr val="F9F4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8990" name="Freeform 282">
              <a:extLst>
                <a:ext uri="{FF2B5EF4-FFF2-40B4-BE49-F238E27FC236}">
                  <a16:creationId xmlns:a16="http://schemas.microsoft.com/office/drawing/2014/main" id="{62714A45-5150-4A78-811C-65C44F3B00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4" y="909"/>
              <a:ext cx="103" cy="95"/>
            </a:xfrm>
            <a:custGeom>
              <a:avLst/>
              <a:gdLst>
                <a:gd name="T0" fmla="*/ 38 w 99"/>
                <a:gd name="T1" fmla="*/ 4 h 91"/>
                <a:gd name="T2" fmla="*/ 22 w 99"/>
                <a:gd name="T3" fmla="*/ 88 h 91"/>
                <a:gd name="T4" fmla="*/ 97 w 99"/>
                <a:gd name="T5" fmla="*/ 78 h 91"/>
                <a:gd name="T6" fmla="*/ 75 w 99"/>
                <a:gd name="T7" fmla="*/ 41 h 91"/>
                <a:gd name="T8" fmla="*/ 38 w 99"/>
                <a:gd name="T9" fmla="*/ 4 h 9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9" h="91">
                  <a:moveTo>
                    <a:pt x="35" y="4"/>
                  </a:moveTo>
                  <a:cubicBezTo>
                    <a:pt x="14" y="14"/>
                    <a:pt x="0" y="59"/>
                    <a:pt x="19" y="77"/>
                  </a:cubicBezTo>
                  <a:cubicBezTo>
                    <a:pt x="34" y="91"/>
                    <a:pt x="77" y="85"/>
                    <a:pt x="86" y="69"/>
                  </a:cubicBezTo>
                  <a:cubicBezTo>
                    <a:pt x="99" y="45"/>
                    <a:pt x="76" y="46"/>
                    <a:pt x="66" y="35"/>
                  </a:cubicBezTo>
                  <a:cubicBezTo>
                    <a:pt x="55" y="23"/>
                    <a:pt x="60" y="0"/>
                    <a:pt x="35" y="4"/>
                  </a:cubicBezTo>
                </a:path>
              </a:pathLst>
            </a:custGeom>
            <a:solidFill>
              <a:srgbClr val="F9F4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8991" name="Freeform 283">
              <a:extLst>
                <a:ext uri="{FF2B5EF4-FFF2-40B4-BE49-F238E27FC236}">
                  <a16:creationId xmlns:a16="http://schemas.microsoft.com/office/drawing/2014/main" id="{EF5BBF65-39B9-4AC2-827F-956B3274AD4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2" y="838"/>
              <a:ext cx="138" cy="114"/>
            </a:xfrm>
            <a:custGeom>
              <a:avLst/>
              <a:gdLst>
                <a:gd name="T0" fmla="*/ 28 w 132"/>
                <a:gd name="T1" fmla="*/ 51 h 110"/>
                <a:gd name="T2" fmla="*/ 110 w 132"/>
                <a:gd name="T3" fmla="*/ 23 h 110"/>
                <a:gd name="T4" fmla="*/ 122 w 132"/>
                <a:gd name="T5" fmla="*/ 106 h 110"/>
                <a:gd name="T6" fmla="*/ 25 w 132"/>
                <a:gd name="T7" fmla="*/ 117 h 110"/>
                <a:gd name="T8" fmla="*/ 19 w 132"/>
                <a:gd name="T9" fmla="*/ 62 h 1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2" h="110">
                  <a:moveTo>
                    <a:pt x="25" y="45"/>
                  </a:moveTo>
                  <a:cubicBezTo>
                    <a:pt x="38" y="49"/>
                    <a:pt x="64" y="0"/>
                    <a:pt x="96" y="20"/>
                  </a:cubicBezTo>
                  <a:cubicBezTo>
                    <a:pt x="118" y="33"/>
                    <a:pt x="132" y="79"/>
                    <a:pt x="107" y="95"/>
                  </a:cubicBezTo>
                  <a:cubicBezTo>
                    <a:pt x="95" y="103"/>
                    <a:pt x="34" y="110"/>
                    <a:pt x="22" y="105"/>
                  </a:cubicBezTo>
                  <a:cubicBezTo>
                    <a:pt x="0" y="96"/>
                    <a:pt x="7" y="73"/>
                    <a:pt x="16" y="56"/>
                  </a:cubicBezTo>
                </a:path>
              </a:pathLst>
            </a:custGeom>
            <a:solidFill>
              <a:srgbClr val="F9F4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8992" name="Freeform 284">
              <a:extLst>
                <a:ext uri="{FF2B5EF4-FFF2-40B4-BE49-F238E27FC236}">
                  <a16:creationId xmlns:a16="http://schemas.microsoft.com/office/drawing/2014/main" id="{85FE9C03-9D85-462F-B61A-B8FB8476DE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4" y="1177"/>
              <a:ext cx="94" cy="154"/>
            </a:xfrm>
            <a:custGeom>
              <a:avLst/>
              <a:gdLst>
                <a:gd name="T0" fmla="*/ 67 w 90"/>
                <a:gd name="T1" fmla="*/ 0 h 148"/>
                <a:gd name="T2" fmla="*/ 0 w 90"/>
                <a:gd name="T3" fmla="*/ 78 h 148"/>
                <a:gd name="T4" fmla="*/ 57 w 90"/>
                <a:gd name="T5" fmla="*/ 146 h 148"/>
                <a:gd name="T6" fmla="*/ 100 w 90"/>
                <a:gd name="T7" fmla="*/ 53 h 148"/>
                <a:gd name="T8" fmla="*/ 67 w 90"/>
                <a:gd name="T9" fmla="*/ 5 h 1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0" h="148">
                  <a:moveTo>
                    <a:pt x="58" y="0"/>
                  </a:moveTo>
                  <a:cubicBezTo>
                    <a:pt x="31" y="2"/>
                    <a:pt x="0" y="42"/>
                    <a:pt x="0" y="69"/>
                  </a:cubicBezTo>
                  <a:cubicBezTo>
                    <a:pt x="0" y="91"/>
                    <a:pt x="24" y="148"/>
                    <a:pt x="51" y="130"/>
                  </a:cubicBezTo>
                  <a:cubicBezTo>
                    <a:pt x="64" y="122"/>
                    <a:pt x="87" y="63"/>
                    <a:pt x="88" y="47"/>
                  </a:cubicBezTo>
                  <a:cubicBezTo>
                    <a:pt x="90" y="20"/>
                    <a:pt x="76" y="17"/>
                    <a:pt x="58" y="5"/>
                  </a:cubicBezTo>
                </a:path>
              </a:pathLst>
            </a:custGeom>
            <a:solidFill>
              <a:srgbClr val="F9F4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8993" name="Freeform 285">
              <a:extLst>
                <a:ext uri="{FF2B5EF4-FFF2-40B4-BE49-F238E27FC236}">
                  <a16:creationId xmlns:a16="http://schemas.microsoft.com/office/drawing/2014/main" id="{5AA53844-3F9E-4678-A278-19DAC4568BA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6" y="1624"/>
              <a:ext cx="132" cy="214"/>
            </a:xfrm>
            <a:custGeom>
              <a:avLst/>
              <a:gdLst>
                <a:gd name="T0" fmla="*/ 26 w 126"/>
                <a:gd name="T1" fmla="*/ 110 h 206"/>
                <a:gd name="T2" fmla="*/ 131 w 126"/>
                <a:gd name="T3" fmla="*/ 66 h 206"/>
                <a:gd name="T4" fmla="*/ 136 w 126"/>
                <a:gd name="T5" fmla="*/ 154 h 206"/>
                <a:gd name="T6" fmla="*/ 132 w 126"/>
                <a:gd name="T7" fmla="*/ 211 h 206"/>
                <a:gd name="T8" fmla="*/ 26 w 126"/>
                <a:gd name="T9" fmla="*/ 214 h 206"/>
                <a:gd name="T10" fmla="*/ 24 w 126"/>
                <a:gd name="T11" fmla="*/ 99 h 20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6" h="206">
                  <a:moveTo>
                    <a:pt x="23" y="98"/>
                  </a:moveTo>
                  <a:cubicBezTo>
                    <a:pt x="37" y="71"/>
                    <a:pt x="104" y="0"/>
                    <a:pt x="114" y="60"/>
                  </a:cubicBezTo>
                  <a:cubicBezTo>
                    <a:pt x="117" y="85"/>
                    <a:pt x="114" y="112"/>
                    <a:pt x="118" y="137"/>
                  </a:cubicBezTo>
                  <a:cubicBezTo>
                    <a:pt x="119" y="152"/>
                    <a:pt x="126" y="175"/>
                    <a:pt x="115" y="188"/>
                  </a:cubicBezTo>
                  <a:cubicBezTo>
                    <a:pt x="100" y="206"/>
                    <a:pt x="41" y="203"/>
                    <a:pt x="23" y="191"/>
                  </a:cubicBezTo>
                  <a:cubicBezTo>
                    <a:pt x="0" y="175"/>
                    <a:pt x="2" y="106"/>
                    <a:pt x="21" y="88"/>
                  </a:cubicBezTo>
                </a:path>
              </a:pathLst>
            </a:custGeom>
            <a:solidFill>
              <a:srgbClr val="F9F4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8994" name="Freeform 286">
              <a:extLst>
                <a:ext uri="{FF2B5EF4-FFF2-40B4-BE49-F238E27FC236}">
                  <a16:creationId xmlns:a16="http://schemas.microsoft.com/office/drawing/2014/main" id="{FF7173AF-98FB-4596-8C75-06B2037550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8" y="1524"/>
              <a:ext cx="242" cy="362"/>
            </a:xfrm>
            <a:custGeom>
              <a:avLst/>
              <a:gdLst>
                <a:gd name="T0" fmla="*/ 9 w 232"/>
                <a:gd name="T1" fmla="*/ 27 h 348"/>
                <a:gd name="T2" fmla="*/ 113 w 232"/>
                <a:gd name="T3" fmla="*/ 46 h 348"/>
                <a:gd name="T4" fmla="*/ 169 w 232"/>
                <a:gd name="T5" fmla="*/ 173 h 348"/>
                <a:gd name="T6" fmla="*/ 253 w 232"/>
                <a:gd name="T7" fmla="*/ 284 h 348"/>
                <a:gd name="T8" fmla="*/ 210 w 232"/>
                <a:gd name="T9" fmla="*/ 381 h 348"/>
                <a:gd name="T10" fmla="*/ 80 w 232"/>
                <a:gd name="T11" fmla="*/ 132 h 348"/>
                <a:gd name="T12" fmla="*/ 33 w 232"/>
                <a:gd name="T13" fmla="*/ 73 h 348"/>
                <a:gd name="T14" fmla="*/ 11 w 232"/>
                <a:gd name="T15" fmla="*/ 16 h 34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32" h="348">
                  <a:moveTo>
                    <a:pt x="9" y="24"/>
                  </a:moveTo>
                  <a:cubicBezTo>
                    <a:pt x="45" y="0"/>
                    <a:pt x="71" y="9"/>
                    <a:pt x="100" y="40"/>
                  </a:cubicBezTo>
                  <a:cubicBezTo>
                    <a:pt x="131" y="74"/>
                    <a:pt x="128" y="116"/>
                    <a:pt x="149" y="154"/>
                  </a:cubicBezTo>
                  <a:cubicBezTo>
                    <a:pt x="169" y="190"/>
                    <a:pt x="211" y="208"/>
                    <a:pt x="223" y="252"/>
                  </a:cubicBezTo>
                  <a:cubicBezTo>
                    <a:pt x="232" y="287"/>
                    <a:pt x="228" y="332"/>
                    <a:pt x="185" y="338"/>
                  </a:cubicBezTo>
                  <a:cubicBezTo>
                    <a:pt x="106" y="348"/>
                    <a:pt x="94" y="168"/>
                    <a:pt x="71" y="117"/>
                  </a:cubicBezTo>
                  <a:cubicBezTo>
                    <a:pt x="61" y="93"/>
                    <a:pt x="49" y="82"/>
                    <a:pt x="30" y="64"/>
                  </a:cubicBezTo>
                  <a:cubicBezTo>
                    <a:pt x="15" y="49"/>
                    <a:pt x="0" y="35"/>
                    <a:pt x="11" y="13"/>
                  </a:cubicBezTo>
                </a:path>
              </a:pathLst>
            </a:custGeom>
            <a:solidFill>
              <a:srgbClr val="F9F4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8995" name="Freeform 287">
              <a:extLst>
                <a:ext uri="{FF2B5EF4-FFF2-40B4-BE49-F238E27FC236}">
                  <a16:creationId xmlns:a16="http://schemas.microsoft.com/office/drawing/2014/main" id="{6854BDC5-8E3F-4664-89A6-39AA22A763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3" y="1953"/>
              <a:ext cx="121" cy="301"/>
            </a:xfrm>
            <a:custGeom>
              <a:avLst/>
              <a:gdLst>
                <a:gd name="T0" fmla="*/ 87 w 116"/>
                <a:gd name="T1" fmla="*/ 0 h 289"/>
                <a:gd name="T2" fmla="*/ 26 w 116"/>
                <a:gd name="T3" fmla="*/ 179 h 289"/>
                <a:gd name="T4" fmla="*/ 27 w 116"/>
                <a:gd name="T5" fmla="*/ 306 h 289"/>
                <a:gd name="T6" fmla="*/ 86 w 116"/>
                <a:gd name="T7" fmla="*/ 301 h 289"/>
                <a:gd name="T8" fmla="*/ 124 w 116"/>
                <a:gd name="T9" fmla="*/ 256 h 289"/>
                <a:gd name="T10" fmla="*/ 110 w 116"/>
                <a:gd name="T11" fmla="*/ 109 h 289"/>
                <a:gd name="T12" fmla="*/ 87 w 116"/>
                <a:gd name="T13" fmla="*/ 4 h 28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6" h="289">
                  <a:moveTo>
                    <a:pt x="77" y="0"/>
                  </a:moveTo>
                  <a:cubicBezTo>
                    <a:pt x="0" y="13"/>
                    <a:pt x="24" y="99"/>
                    <a:pt x="23" y="158"/>
                  </a:cubicBezTo>
                  <a:cubicBezTo>
                    <a:pt x="23" y="185"/>
                    <a:pt x="8" y="248"/>
                    <a:pt x="24" y="271"/>
                  </a:cubicBezTo>
                  <a:cubicBezTo>
                    <a:pt x="36" y="289"/>
                    <a:pt x="56" y="273"/>
                    <a:pt x="76" y="266"/>
                  </a:cubicBezTo>
                  <a:cubicBezTo>
                    <a:pt x="105" y="256"/>
                    <a:pt x="116" y="259"/>
                    <a:pt x="109" y="227"/>
                  </a:cubicBezTo>
                  <a:cubicBezTo>
                    <a:pt x="99" y="183"/>
                    <a:pt x="97" y="142"/>
                    <a:pt x="97" y="97"/>
                  </a:cubicBezTo>
                  <a:cubicBezTo>
                    <a:pt x="97" y="79"/>
                    <a:pt x="107" y="3"/>
                    <a:pt x="77" y="4"/>
                  </a:cubicBezTo>
                </a:path>
              </a:pathLst>
            </a:custGeom>
            <a:solidFill>
              <a:srgbClr val="F9F4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8996" name="Freeform 288">
              <a:extLst>
                <a:ext uri="{FF2B5EF4-FFF2-40B4-BE49-F238E27FC236}">
                  <a16:creationId xmlns:a16="http://schemas.microsoft.com/office/drawing/2014/main" id="{0B06C41E-01BE-4F45-B89F-E847B10C873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6" y="2945"/>
              <a:ext cx="137" cy="255"/>
            </a:xfrm>
            <a:custGeom>
              <a:avLst/>
              <a:gdLst>
                <a:gd name="T0" fmla="*/ 44 w 131"/>
                <a:gd name="T1" fmla="*/ 29 h 245"/>
                <a:gd name="T2" fmla="*/ 147 w 131"/>
                <a:gd name="T3" fmla="*/ 160 h 245"/>
                <a:gd name="T4" fmla="*/ 61 w 131"/>
                <a:gd name="T5" fmla="*/ 271 h 245"/>
                <a:gd name="T6" fmla="*/ 19 w 131"/>
                <a:gd name="T7" fmla="*/ 118 h 245"/>
                <a:gd name="T8" fmla="*/ 51 w 131"/>
                <a:gd name="T9" fmla="*/ 34 h 2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1" h="245">
                  <a:moveTo>
                    <a:pt x="38" y="26"/>
                  </a:moveTo>
                  <a:cubicBezTo>
                    <a:pt x="74" y="45"/>
                    <a:pt x="131" y="96"/>
                    <a:pt x="129" y="142"/>
                  </a:cubicBezTo>
                  <a:cubicBezTo>
                    <a:pt x="127" y="166"/>
                    <a:pt x="78" y="235"/>
                    <a:pt x="53" y="240"/>
                  </a:cubicBezTo>
                  <a:cubicBezTo>
                    <a:pt x="22" y="245"/>
                    <a:pt x="19" y="128"/>
                    <a:pt x="16" y="105"/>
                  </a:cubicBezTo>
                  <a:cubicBezTo>
                    <a:pt x="13" y="87"/>
                    <a:pt x="0" y="0"/>
                    <a:pt x="45" y="31"/>
                  </a:cubicBezTo>
                </a:path>
              </a:pathLst>
            </a:custGeom>
            <a:solidFill>
              <a:srgbClr val="F9F4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8997" name="Freeform 289">
              <a:extLst>
                <a:ext uri="{FF2B5EF4-FFF2-40B4-BE49-F238E27FC236}">
                  <a16:creationId xmlns:a16="http://schemas.microsoft.com/office/drawing/2014/main" id="{75C9ABBA-9820-44B0-AF38-FB360122F50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5" y="2743"/>
              <a:ext cx="169" cy="252"/>
            </a:xfrm>
            <a:custGeom>
              <a:avLst/>
              <a:gdLst>
                <a:gd name="T0" fmla="*/ 0 w 162"/>
                <a:gd name="T1" fmla="*/ 36 h 242"/>
                <a:gd name="T2" fmla="*/ 81 w 162"/>
                <a:gd name="T3" fmla="*/ 127 h 242"/>
                <a:gd name="T4" fmla="*/ 129 w 162"/>
                <a:gd name="T5" fmla="*/ 225 h 242"/>
                <a:gd name="T6" fmla="*/ 142 w 162"/>
                <a:gd name="T7" fmla="*/ 141 h 242"/>
                <a:gd name="T8" fmla="*/ 96 w 162"/>
                <a:gd name="T9" fmla="*/ 21 h 242"/>
                <a:gd name="T10" fmla="*/ 7 w 162"/>
                <a:gd name="T11" fmla="*/ 29 h 24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2" h="242">
                  <a:moveTo>
                    <a:pt x="0" y="33"/>
                  </a:moveTo>
                  <a:cubicBezTo>
                    <a:pt x="33" y="51"/>
                    <a:pt x="56" y="78"/>
                    <a:pt x="72" y="112"/>
                  </a:cubicBezTo>
                  <a:cubicBezTo>
                    <a:pt x="84" y="140"/>
                    <a:pt x="90" y="178"/>
                    <a:pt x="114" y="199"/>
                  </a:cubicBezTo>
                  <a:cubicBezTo>
                    <a:pt x="162" y="242"/>
                    <a:pt x="129" y="144"/>
                    <a:pt x="125" y="125"/>
                  </a:cubicBezTo>
                  <a:cubicBezTo>
                    <a:pt x="118" y="90"/>
                    <a:pt x="117" y="40"/>
                    <a:pt x="84" y="18"/>
                  </a:cubicBezTo>
                  <a:cubicBezTo>
                    <a:pt x="56" y="1"/>
                    <a:pt x="28" y="0"/>
                    <a:pt x="7" y="26"/>
                  </a:cubicBezTo>
                </a:path>
              </a:pathLst>
            </a:custGeom>
            <a:solidFill>
              <a:srgbClr val="F9F4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8998" name="Freeform 290">
              <a:extLst>
                <a:ext uri="{FF2B5EF4-FFF2-40B4-BE49-F238E27FC236}">
                  <a16:creationId xmlns:a16="http://schemas.microsoft.com/office/drawing/2014/main" id="{98BAC483-EBA0-422D-8E58-2C07F4B7140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8" y="2559"/>
              <a:ext cx="312" cy="414"/>
            </a:xfrm>
            <a:custGeom>
              <a:avLst/>
              <a:gdLst>
                <a:gd name="T0" fmla="*/ 201 w 299"/>
                <a:gd name="T1" fmla="*/ 76 h 397"/>
                <a:gd name="T2" fmla="*/ 255 w 299"/>
                <a:gd name="T3" fmla="*/ 177 h 397"/>
                <a:gd name="T4" fmla="*/ 171 w 299"/>
                <a:gd name="T5" fmla="*/ 263 h 397"/>
                <a:gd name="T6" fmla="*/ 51 w 299"/>
                <a:gd name="T7" fmla="*/ 450 h 397"/>
                <a:gd name="T8" fmla="*/ 151 w 299"/>
                <a:gd name="T9" fmla="*/ 356 h 397"/>
                <a:gd name="T10" fmla="*/ 267 w 299"/>
                <a:gd name="T11" fmla="*/ 263 h 397"/>
                <a:gd name="T12" fmla="*/ 334 w 299"/>
                <a:gd name="T13" fmla="*/ 112 h 397"/>
                <a:gd name="T14" fmla="*/ 199 w 299"/>
                <a:gd name="T15" fmla="*/ 74 h 39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99" h="397">
                  <a:moveTo>
                    <a:pt x="177" y="67"/>
                  </a:moveTo>
                  <a:cubicBezTo>
                    <a:pt x="210" y="89"/>
                    <a:pt x="231" y="114"/>
                    <a:pt x="224" y="156"/>
                  </a:cubicBezTo>
                  <a:cubicBezTo>
                    <a:pt x="217" y="202"/>
                    <a:pt x="185" y="211"/>
                    <a:pt x="150" y="232"/>
                  </a:cubicBezTo>
                  <a:cubicBezTo>
                    <a:pt x="125" y="247"/>
                    <a:pt x="0" y="369"/>
                    <a:pt x="45" y="397"/>
                  </a:cubicBezTo>
                  <a:cubicBezTo>
                    <a:pt x="74" y="367"/>
                    <a:pt x="97" y="335"/>
                    <a:pt x="133" y="314"/>
                  </a:cubicBezTo>
                  <a:cubicBezTo>
                    <a:pt x="176" y="289"/>
                    <a:pt x="205" y="272"/>
                    <a:pt x="235" y="232"/>
                  </a:cubicBezTo>
                  <a:cubicBezTo>
                    <a:pt x="264" y="194"/>
                    <a:pt x="299" y="150"/>
                    <a:pt x="294" y="99"/>
                  </a:cubicBezTo>
                  <a:cubicBezTo>
                    <a:pt x="288" y="52"/>
                    <a:pt x="191" y="0"/>
                    <a:pt x="175" y="65"/>
                  </a:cubicBezTo>
                </a:path>
              </a:pathLst>
            </a:custGeom>
            <a:solidFill>
              <a:srgbClr val="F9F4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8999" name="Freeform 291">
              <a:extLst>
                <a:ext uri="{FF2B5EF4-FFF2-40B4-BE49-F238E27FC236}">
                  <a16:creationId xmlns:a16="http://schemas.microsoft.com/office/drawing/2014/main" id="{761B8B57-1041-4778-B7F4-059D8E717D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0" y="3567"/>
              <a:ext cx="94" cy="181"/>
            </a:xfrm>
            <a:custGeom>
              <a:avLst/>
              <a:gdLst>
                <a:gd name="T0" fmla="*/ 33 w 90"/>
                <a:gd name="T1" fmla="*/ 0 h 174"/>
                <a:gd name="T2" fmla="*/ 0 w 90"/>
                <a:gd name="T3" fmla="*/ 73 h 174"/>
                <a:gd name="T4" fmla="*/ 54 w 90"/>
                <a:gd name="T5" fmla="*/ 196 h 174"/>
                <a:gd name="T6" fmla="*/ 26 w 90"/>
                <a:gd name="T7" fmla="*/ 9 h 17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0" h="174">
                  <a:moveTo>
                    <a:pt x="30" y="0"/>
                  </a:moveTo>
                  <a:cubicBezTo>
                    <a:pt x="18" y="19"/>
                    <a:pt x="0" y="41"/>
                    <a:pt x="0" y="64"/>
                  </a:cubicBezTo>
                  <a:cubicBezTo>
                    <a:pt x="0" y="95"/>
                    <a:pt x="27" y="153"/>
                    <a:pt x="48" y="174"/>
                  </a:cubicBezTo>
                  <a:cubicBezTo>
                    <a:pt x="90" y="119"/>
                    <a:pt x="72" y="53"/>
                    <a:pt x="23" y="9"/>
                  </a:cubicBezTo>
                </a:path>
              </a:pathLst>
            </a:custGeom>
            <a:solidFill>
              <a:srgbClr val="F9F4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9000" name="Freeform 292">
              <a:extLst>
                <a:ext uri="{FF2B5EF4-FFF2-40B4-BE49-F238E27FC236}">
                  <a16:creationId xmlns:a16="http://schemas.microsoft.com/office/drawing/2014/main" id="{56648463-7EE4-4595-B83B-177457E4914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6" y="3272"/>
              <a:ext cx="121" cy="130"/>
            </a:xfrm>
            <a:custGeom>
              <a:avLst/>
              <a:gdLst>
                <a:gd name="T0" fmla="*/ 71 w 116"/>
                <a:gd name="T1" fmla="*/ 0 h 125"/>
                <a:gd name="T2" fmla="*/ 7 w 116"/>
                <a:gd name="T3" fmla="*/ 60 h 125"/>
                <a:gd name="T4" fmla="*/ 80 w 116"/>
                <a:gd name="T5" fmla="*/ 140 h 125"/>
                <a:gd name="T6" fmla="*/ 67 w 116"/>
                <a:gd name="T7" fmla="*/ 2 h 1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6" h="125">
                  <a:moveTo>
                    <a:pt x="62" y="0"/>
                  </a:moveTo>
                  <a:cubicBezTo>
                    <a:pt x="35" y="3"/>
                    <a:pt x="0" y="19"/>
                    <a:pt x="7" y="54"/>
                  </a:cubicBezTo>
                  <a:cubicBezTo>
                    <a:pt x="11" y="73"/>
                    <a:pt x="55" y="119"/>
                    <a:pt x="71" y="125"/>
                  </a:cubicBezTo>
                  <a:cubicBezTo>
                    <a:pt x="70" y="78"/>
                    <a:pt x="116" y="36"/>
                    <a:pt x="58" y="2"/>
                  </a:cubicBezTo>
                </a:path>
              </a:pathLst>
            </a:custGeom>
            <a:solidFill>
              <a:srgbClr val="F9F4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</p:grpSp>
      <p:grpSp>
        <p:nvGrpSpPr>
          <p:cNvPr id="28675" name="sitting-infant-baby-medical-illustration">
            <a:extLst>
              <a:ext uri="{FF2B5EF4-FFF2-40B4-BE49-F238E27FC236}">
                <a16:creationId xmlns:a16="http://schemas.microsoft.com/office/drawing/2014/main" id="{EA7C8368-4BF5-4FB9-902E-ED364BE5B480}"/>
              </a:ext>
            </a:extLst>
          </p:cNvPr>
          <p:cNvGrpSpPr>
            <a:grpSpLocks/>
          </p:cNvGrpSpPr>
          <p:nvPr/>
        </p:nvGrpSpPr>
        <p:grpSpPr bwMode="auto">
          <a:xfrm>
            <a:off x="6365875" y="1250950"/>
            <a:ext cx="2670175" cy="4986338"/>
            <a:chOff x="3050" y="715"/>
            <a:chExt cx="1682" cy="3141"/>
          </a:xfrm>
        </p:grpSpPr>
        <p:grpSp>
          <p:nvGrpSpPr>
            <p:cNvPr id="28676" name="Group 294">
              <a:extLst>
                <a:ext uri="{FF2B5EF4-FFF2-40B4-BE49-F238E27FC236}">
                  <a16:creationId xmlns:a16="http://schemas.microsoft.com/office/drawing/2014/main" id="{39D5AB58-BC40-4D55-BB4F-77498A67203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050" y="715"/>
              <a:ext cx="1682" cy="3141"/>
              <a:chOff x="3050" y="715"/>
              <a:chExt cx="1682" cy="3141"/>
            </a:xfrm>
          </p:grpSpPr>
          <p:sp>
            <p:nvSpPr>
              <p:cNvPr id="28712" name="Freeform 295">
                <a:extLst>
                  <a:ext uri="{FF2B5EF4-FFF2-40B4-BE49-F238E27FC236}">
                    <a16:creationId xmlns:a16="http://schemas.microsoft.com/office/drawing/2014/main" id="{164555EB-B83D-49A5-9D3A-EFEB7020D2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8" y="716"/>
                <a:ext cx="902" cy="1012"/>
              </a:xfrm>
              <a:custGeom>
                <a:avLst/>
                <a:gdLst>
                  <a:gd name="T0" fmla="*/ 143 w 827"/>
                  <a:gd name="T1" fmla="*/ 733 h 930"/>
                  <a:gd name="T2" fmla="*/ 52 w 827"/>
                  <a:gd name="T3" fmla="*/ 360 h 930"/>
                  <a:gd name="T4" fmla="*/ 659 w 827"/>
                  <a:gd name="T5" fmla="*/ 97 h 930"/>
                  <a:gd name="T6" fmla="*/ 982 w 827"/>
                  <a:gd name="T7" fmla="*/ 501 h 930"/>
                  <a:gd name="T8" fmla="*/ 994 w 827"/>
                  <a:gd name="T9" fmla="*/ 578 h 930"/>
                  <a:gd name="T10" fmla="*/ 1019 w 827"/>
                  <a:gd name="T11" fmla="*/ 701 h 930"/>
                  <a:gd name="T12" fmla="*/ 996 w 827"/>
                  <a:gd name="T13" fmla="*/ 963 h 930"/>
                  <a:gd name="T14" fmla="*/ 935 w 827"/>
                  <a:gd name="T15" fmla="*/ 1035 h 930"/>
                  <a:gd name="T16" fmla="*/ 813 w 827"/>
                  <a:gd name="T17" fmla="*/ 1168 h 930"/>
                  <a:gd name="T18" fmla="*/ 317 w 827"/>
                  <a:gd name="T19" fmla="*/ 1028 h 930"/>
                  <a:gd name="T20" fmla="*/ 272 w 827"/>
                  <a:gd name="T21" fmla="*/ 930 h 930"/>
                  <a:gd name="T22" fmla="*/ 143 w 827"/>
                  <a:gd name="T23" fmla="*/ 733 h 93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827" h="930">
                    <a:moveTo>
                      <a:pt x="110" y="569"/>
                    </a:moveTo>
                    <a:cubicBezTo>
                      <a:pt x="110" y="569"/>
                      <a:pt x="0" y="459"/>
                      <a:pt x="40" y="279"/>
                    </a:cubicBezTo>
                    <a:cubicBezTo>
                      <a:pt x="80" y="99"/>
                      <a:pt x="305" y="0"/>
                      <a:pt x="508" y="75"/>
                    </a:cubicBezTo>
                    <a:cubicBezTo>
                      <a:pt x="738" y="160"/>
                      <a:pt x="736" y="324"/>
                      <a:pt x="756" y="389"/>
                    </a:cubicBezTo>
                    <a:cubicBezTo>
                      <a:pt x="762" y="408"/>
                      <a:pt x="768" y="422"/>
                      <a:pt x="766" y="448"/>
                    </a:cubicBezTo>
                    <a:cubicBezTo>
                      <a:pt x="763" y="475"/>
                      <a:pt x="790" y="511"/>
                      <a:pt x="785" y="544"/>
                    </a:cubicBezTo>
                    <a:cubicBezTo>
                      <a:pt x="779" y="577"/>
                      <a:pt x="827" y="666"/>
                      <a:pt x="767" y="747"/>
                    </a:cubicBezTo>
                    <a:cubicBezTo>
                      <a:pt x="749" y="772"/>
                      <a:pt x="746" y="784"/>
                      <a:pt x="721" y="803"/>
                    </a:cubicBezTo>
                    <a:cubicBezTo>
                      <a:pt x="695" y="822"/>
                      <a:pt x="707" y="882"/>
                      <a:pt x="626" y="906"/>
                    </a:cubicBezTo>
                    <a:cubicBezTo>
                      <a:pt x="545" y="930"/>
                      <a:pt x="281" y="855"/>
                      <a:pt x="245" y="798"/>
                    </a:cubicBezTo>
                    <a:cubicBezTo>
                      <a:pt x="209" y="740"/>
                      <a:pt x="234" y="747"/>
                      <a:pt x="209" y="722"/>
                    </a:cubicBezTo>
                    <a:cubicBezTo>
                      <a:pt x="183" y="696"/>
                      <a:pt x="110" y="569"/>
                      <a:pt x="110" y="569"/>
                    </a:cubicBezTo>
                    <a:close/>
                  </a:path>
                </a:pathLst>
              </a:custGeom>
              <a:solidFill>
                <a:srgbClr val="FEF2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28713" name="Freeform 296">
                <a:extLst>
                  <a:ext uri="{FF2B5EF4-FFF2-40B4-BE49-F238E27FC236}">
                    <a16:creationId xmlns:a16="http://schemas.microsoft.com/office/drawing/2014/main" id="{6D186809-9861-461F-B2BA-85A1E1D8BE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8" y="715"/>
                <a:ext cx="745" cy="647"/>
              </a:xfrm>
              <a:custGeom>
                <a:avLst/>
                <a:gdLst>
                  <a:gd name="T0" fmla="*/ 118 w 683"/>
                  <a:gd name="T1" fmla="*/ 675 h 595"/>
                  <a:gd name="T2" fmla="*/ 143 w 683"/>
                  <a:gd name="T3" fmla="*/ 731 h 595"/>
                  <a:gd name="T4" fmla="*/ 52 w 683"/>
                  <a:gd name="T5" fmla="*/ 357 h 595"/>
                  <a:gd name="T6" fmla="*/ 659 w 683"/>
                  <a:gd name="T7" fmla="*/ 95 h 595"/>
                  <a:gd name="T8" fmla="*/ 887 w 683"/>
                  <a:gd name="T9" fmla="*/ 249 h 595"/>
                  <a:gd name="T10" fmla="*/ 590 w 683"/>
                  <a:gd name="T11" fmla="*/ 323 h 595"/>
                  <a:gd name="T12" fmla="*/ 345 w 683"/>
                  <a:gd name="T13" fmla="*/ 396 h 595"/>
                  <a:gd name="T14" fmla="*/ 283 w 683"/>
                  <a:gd name="T15" fmla="*/ 620 h 595"/>
                  <a:gd name="T16" fmla="*/ 118 w 683"/>
                  <a:gd name="T17" fmla="*/ 675 h 59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83" h="595">
                    <a:moveTo>
                      <a:pt x="91" y="525"/>
                    </a:moveTo>
                    <a:cubicBezTo>
                      <a:pt x="78" y="504"/>
                      <a:pt x="110" y="568"/>
                      <a:pt x="110" y="568"/>
                    </a:cubicBezTo>
                    <a:cubicBezTo>
                      <a:pt x="110" y="568"/>
                      <a:pt x="0" y="458"/>
                      <a:pt x="40" y="278"/>
                    </a:cubicBezTo>
                    <a:cubicBezTo>
                      <a:pt x="80" y="98"/>
                      <a:pt x="306" y="0"/>
                      <a:pt x="508" y="74"/>
                    </a:cubicBezTo>
                    <a:cubicBezTo>
                      <a:pt x="595" y="106"/>
                      <a:pt x="648" y="149"/>
                      <a:pt x="683" y="194"/>
                    </a:cubicBezTo>
                    <a:cubicBezTo>
                      <a:pt x="683" y="194"/>
                      <a:pt x="663" y="302"/>
                      <a:pt x="455" y="251"/>
                    </a:cubicBezTo>
                    <a:cubicBezTo>
                      <a:pt x="332" y="221"/>
                      <a:pt x="266" y="240"/>
                      <a:pt x="266" y="308"/>
                    </a:cubicBezTo>
                    <a:cubicBezTo>
                      <a:pt x="266" y="376"/>
                      <a:pt x="194" y="437"/>
                      <a:pt x="217" y="482"/>
                    </a:cubicBezTo>
                    <a:cubicBezTo>
                      <a:pt x="275" y="595"/>
                      <a:pt x="91" y="525"/>
                      <a:pt x="91" y="525"/>
                    </a:cubicBezTo>
                    <a:close/>
                  </a:path>
                </a:pathLst>
              </a:custGeom>
              <a:solidFill>
                <a:srgbClr val="F9E9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28714" name="Freeform 297">
                <a:extLst>
                  <a:ext uri="{FF2B5EF4-FFF2-40B4-BE49-F238E27FC236}">
                    <a16:creationId xmlns:a16="http://schemas.microsoft.com/office/drawing/2014/main" id="{F0D758DE-0C51-42EA-A828-769ED55B7E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8" y="1580"/>
                <a:ext cx="703" cy="1098"/>
              </a:xfrm>
              <a:custGeom>
                <a:avLst/>
                <a:gdLst>
                  <a:gd name="T0" fmla="*/ 608 w 645"/>
                  <a:gd name="T1" fmla="*/ 0 h 1009"/>
                  <a:gd name="T2" fmla="*/ 567 w 645"/>
                  <a:gd name="T3" fmla="*/ 50 h 1009"/>
                  <a:gd name="T4" fmla="*/ 457 w 645"/>
                  <a:gd name="T5" fmla="*/ 41 h 1009"/>
                  <a:gd name="T6" fmla="*/ 264 w 645"/>
                  <a:gd name="T7" fmla="*/ 160 h 1009"/>
                  <a:gd name="T8" fmla="*/ 98 w 645"/>
                  <a:gd name="T9" fmla="*/ 444 h 1009"/>
                  <a:gd name="T10" fmla="*/ 4 w 645"/>
                  <a:gd name="T11" fmla="*/ 753 h 1009"/>
                  <a:gd name="T12" fmla="*/ 52 w 645"/>
                  <a:gd name="T13" fmla="*/ 1091 h 1009"/>
                  <a:gd name="T14" fmla="*/ 31 w 645"/>
                  <a:gd name="T15" fmla="*/ 1139 h 1009"/>
                  <a:gd name="T16" fmla="*/ 11 w 645"/>
                  <a:gd name="T17" fmla="*/ 1244 h 1009"/>
                  <a:gd name="T18" fmla="*/ 28 w 645"/>
                  <a:gd name="T19" fmla="*/ 1287 h 1009"/>
                  <a:gd name="T20" fmla="*/ 269 w 645"/>
                  <a:gd name="T21" fmla="*/ 1300 h 1009"/>
                  <a:gd name="T22" fmla="*/ 279 w 645"/>
                  <a:gd name="T23" fmla="*/ 1261 h 1009"/>
                  <a:gd name="T24" fmla="*/ 275 w 645"/>
                  <a:gd name="T25" fmla="*/ 1258 h 1009"/>
                  <a:gd name="T26" fmla="*/ 282 w 645"/>
                  <a:gd name="T27" fmla="*/ 1217 h 1009"/>
                  <a:gd name="T28" fmla="*/ 282 w 645"/>
                  <a:gd name="T29" fmla="*/ 1157 h 1009"/>
                  <a:gd name="T30" fmla="*/ 233 w 645"/>
                  <a:gd name="T31" fmla="*/ 1062 h 1009"/>
                  <a:gd name="T32" fmla="*/ 240 w 645"/>
                  <a:gd name="T33" fmla="*/ 843 h 1009"/>
                  <a:gd name="T34" fmla="*/ 268 w 645"/>
                  <a:gd name="T35" fmla="*/ 686 h 1009"/>
                  <a:gd name="T36" fmla="*/ 323 w 645"/>
                  <a:gd name="T37" fmla="*/ 587 h 1009"/>
                  <a:gd name="T38" fmla="*/ 608 w 645"/>
                  <a:gd name="T39" fmla="*/ 0 h 1009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645" h="1009">
                    <a:moveTo>
                      <a:pt x="470" y="0"/>
                    </a:moveTo>
                    <a:cubicBezTo>
                      <a:pt x="470" y="0"/>
                      <a:pt x="441" y="24"/>
                      <a:pt x="438" y="39"/>
                    </a:cubicBezTo>
                    <a:cubicBezTo>
                      <a:pt x="438" y="39"/>
                      <a:pt x="370" y="37"/>
                      <a:pt x="352" y="32"/>
                    </a:cubicBezTo>
                    <a:cubicBezTo>
                      <a:pt x="334" y="26"/>
                      <a:pt x="242" y="30"/>
                      <a:pt x="204" y="124"/>
                    </a:cubicBezTo>
                    <a:cubicBezTo>
                      <a:pt x="167" y="219"/>
                      <a:pt x="99" y="301"/>
                      <a:pt x="76" y="345"/>
                    </a:cubicBezTo>
                    <a:cubicBezTo>
                      <a:pt x="53" y="390"/>
                      <a:pt x="0" y="475"/>
                      <a:pt x="4" y="584"/>
                    </a:cubicBezTo>
                    <a:cubicBezTo>
                      <a:pt x="10" y="722"/>
                      <a:pt x="44" y="827"/>
                      <a:pt x="40" y="847"/>
                    </a:cubicBezTo>
                    <a:cubicBezTo>
                      <a:pt x="40" y="847"/>
                      <a:pt x="30" y="863"/>
                      <a:pt x="24" y="884"/>
                    </a:cubicBezTo>
                    <a:cubicBezTo>
                      <a:pt x="18" y="905"/>
                      <a:pt x="3" y="949"/>
                      <a:pt x="8" y="965"/>
                    </a:cubicBezTo>
                    <a:cubicBezTo>
                      <a:pt x="13" y="981"/>
                      <a:pt x="22" y="999"/>
                      <a:pt x="22" y="999"/>
                    </a:cubicBezTo>
                    <a:cubicBezTo>
                      <a:pt x="208" y="1009"/>
                      <a:pt x="208" y="1009"/>
                      <a:pt x="208" y="1009"/>
                    </a:cubicBezTo>
                    <a:cubicBezTo>
                      <a:pt x="208" y="1009"/>
                      <a:pt x="230" y="987"/>
                      <a:pt x="216" y="979"/>
                    </a:cubicBezTo>
                    <a:cubicBezTo>
                      <a:pt x="212" y="976"/>
                      <a:pt x="212" y="976"/>
                      <a:pt x="212" y="976"/>
                    </a:cubicBezTo>
                    <a:cubicBezTo>
                      <a:pt x="212" y="976"/>
                      <a:pt x="216" y="951"/>
                      <a:pt x="218" y="944"/>
                    </a:cubicBezTo>
                    <a:cubicBezTo>
                      <a:pt x="221" y="936"/>
                      <a:pt x="227" y="908"/>
                      <a:pt x="218" y="898"/>
                    </a:cubicBezTo>
                    <a:cubicBezTo>
                      <a:pt x="208" y="888"/>
                      <a:pt x="188" y="828"/>
                      <a:pt x="180" y="824"/>
                    </a:cubicBezTo>
                    <a:cubicBezTo>
                      <a:pt x="180" y="824"/>
                      <a:pt x="167" y="697"/>
                      <a:pt x="185" y="654"/>
                    </a:cubicBezTo>
                    <a:cubicBezTo>
                      <a:pt x="203" y="611"/>
                      <a:pt x="221" y="547"/>
                      <a:pt x="207" y="532"/>
                    </a:cubicBezTo>
                    <a:cubicBezTo>
                      <a:pt x="207" y="532"/>
                      <a:pt x="245" y="481"/>
                      <a:pt x="250" y="455"/>
                    </a:cubicBezTo>
                    <a:cubicBezTo>
                      <a:pt x="255" y="429"/>
                      <a:pt x="645" y="148"/>
                      <a:pt x="470" y="0"/>
                    </a:cubicBezTo>
                    <a:close/>
                  </a:path>
                </a:pathLst>
              </a:custGeom>
              <a:solidFill>
                <a:srgbClr val="FEF2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28715" name="Freeform 298">
                <a:extLst>
                  <a:ext uri="{FF2B5EF4-FFF2-40B4-BE49-F238E27FC236}">
                    <a16:creationId xmlns:a16="http://schemas.microsoft.com/office/drawing/2014/main" id="{4887E99D-963F-4FA1-9EC2-F090B66E19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3" y="1220"/>
                <a:ext cx="100" cy="75"/>
              </a:xfrm>
              <a:custGeom>
                <a:avLst/>
                <a:gdLst>
                  <a:gd name="T0" fmla="*/ 10 w 92"/>
                  <a:gd name="T1" fmla="*/ 58 h 69"/>
                  <a:gd name="T2" fmla="*/ 10 w 92"/>
                  <a:gd name="T3" fmla="*/ 60 h 69"/>
                  <a:gd name="T4" fmla="*/ 25 w 92"/>
                  <a:gd name="T5" fmla="*/ 14 h 69"/>
                  <a:gd name="T6" fmla="*/ 72 w 92"/>
                  <a:gd name="T7" fmla="*/ 2 h 69"/>
                  <a:gd name="T8" fmla="*/ 110 w 92"/>
                  <a:gd name="T9" fmla="*/ 38 h 69"/>
                  <a:gd name="T10" fmla="*/ 86 w 92"/>
                  <a:gd name="T11" fmla="*/ 78 h 69"/>
                  <a:gd name="T12" fmla="*/ 39 w 92"/>
                  <a:gd name="T13" fmla="*/ 80 h 69"/>
                  <a:gd name="T14" fmla="*/ 22 w 92"/>
                  <a:gd name="T15" fmla="*/ 68 h 69"/>
                  <a:gd name="T16" fmla="*/ 3 w 92"/>
                  <a:gd name="T17" fmla="*/ 58 h 6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2" h="69">
                    <a:moveTo>
                      <a:pt x="7" y="45"/>
                    </a:moveTo>
                    <a:cubicBezTo>
                      <a:pt x="7" y="45"/>
                      <a:pt x="7" y="46"/>
                      <a:pt x="7" y="47"/>
                    </a:cubicBezTo>
                    <a:cubicBezTo>
                      <a:pt x="0" y="39"/>
                      <a:pt x="12" y="18"/>
                      <a:pt x="19" y="11"/>
                    </a:cubicBezTo>
                    <a:cubicBezTo>
                      <a:pt x="30" y="0"/>
                      <a:pt x="41" y="0"/>
                      <a:pt x="56" y="2"/>
                    </a:cubicBezTo>
                    <a:cubicBezTo>
                      <a:pt x="70" y="4"/>
                      <a:pt x="81" y="16"/>
                      <a:pt x="86" y="29"/>
                    </a:cubicBezTo>
                    <a:cubicBezTo>
                      <a:pt x="92" y="40"/>
                      <a:pt x="78" y="55"/>
                      <a:pt x="67" y="61"/>
                    </a:cubicBezTo>
                    <a:cubicBezTo>
                      <a:pt x="57" y="67"/>
                      <a:pt x="41" y="69"/>
                      <a:pt x="30" y="63"/>
                    </a:cubicBezTo>
                    <a:cubicBezTo>
                      <a:pt x="25" y="61"/>
                      <a:pt x="22" y="56"/>
                      <a:pt x="17" y="53"/>
                    </a:cubicBezTo>
                    <a:cubicBezTo>
                      <a:pt x="13" y="50"/>
                      <a:pt x="6" y="50"/>
                      <a:pt x="3" y="4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28716" name="Freeform 299">
                <a:extLst>
                  <a:ext uri="{FF2B5EF4-FFF2-40B4-BE49-F238E27FC236}">
                    <a16:creationId xmlns:a16="http://schemas.microsoft.com/office/drawing/2014/main" id="{469924F6-36E3-4FBA-931A-C0DE1000FF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7" y="1626"/>
                <a:ext cx="495" cy="1223"/>
              </a:xfrm>
              <a:custGeom>
                <a:avLst/>
                <a:gdLst>
                  <a:gd name="T0" fmla="*/ 0 w 454"/>
                  <a:gd name="T1" fmla="*/ 0 h 1124"/>
                  <a:gd name="T2" fmla="*/ 120 w 454"/>
                  <a:gd name="T3" fmla="*/ 24 h 1124"/>
                  <a:gd name="T4" fmla="*/ 329 w 454"/>
                  <a:gd name="T5" fmla="*/ 175 h 1124"/>
                  <a:gd name="T6" fmla="*/ 471 w 454"/>
                  <a:gd name="T7" fmla="*/ 510 h 1124"/>
                  <a:gd name="T8" fmla="*/ 565 w 454"/>
                  <a:gd name="T9" fmla="*/ 672 h 1124"/>
                  <a:gd name="T10" fmla="*/ 583 w 454"/>
                  <a:gd name="T11" fmla="*/ 749 h 1124"/>
                  <a:gd name="T12" fmla="*/ 532 w 454"/>
                  <a:gd name="T13" fmla="*/ 1147 h 1124"/>
                  <a:gd name="T14" fmla="*/ 508 w 454"/>
                  <a:gd name="T15" fmla="*/ 1194 h 1124"/>
                  <a:gd name="T16" fmla="*/ 503 w 454"/>
                  <a:gd name="T17" fmla="*/ 1271 h 1124"/>
                  <a:gd name="T18" fmla="*/ 516 w 454"/>
                  <a:gd name="T19" fmla="*/ 1371 h 1124"/>
                  <a:gd name="T20" fmla="*/ 464 w 454"/>
                  <a:gd name="T21" fmla="*/ 1436 h 1124"/>
                  <a:gd name="T22" fmla="*/ 478 w 454"/>
                  <a:gd name="T23" fmla="*/ 1379 h 1124"/>
                  <a:gd name="T24" fmla="*/ 464 w 454"/>
                  <a:gd name="T25" fmla="*/ 1346 h 1124"/>
                  <a:gd name="T26" fmla="*/ 425 w 454"/>
                  <a:gd name="T27" fmla="*/ 1388 h 1124"/>
                  <a:gd name="T28" fmla="*/ 363 w 454"/>
                  <a:gd name="T29" fmla="*/ 1430 h 1124"/>
                  <a:gd name="T30" fmla="*/ 365 w 454"/>
                  <a:gd name="T31" fmla="*/ 1363 h 1124"/>
                  <a:gd name="T32" fmla="*/ 383 w 454"/>
                  <a:gd name="T33" fmla="*/ 1325 h 1124"/>
                  <a:gd name="T34" fmla="*/ 384 w 454"/>
                  <a:gd name="T35" fmla="*/ 1298 h 1124"/>
                  <a:gd name="T36" fmla="*/ 345 w 454"/>
                  <a:gd name="T37" fmla="*/ 1334 h 1124"/>
                  <a:gd name="T38" fmla="*/ 314 w 454"/>
                  <a:gd name="T39" fmla="*/ 1379 h 1124"/>
                  <a:gd name="T40" fmla="*/ 255 w 454"/>
                  <a:gd name="T41" fmla="*/ 1412 h 1124"/>
                  <a:gd name="T42" fmla="*/ 254 w 454"/>
                  <a:gd name="T43" fmla="*/ 1334 h 1124"/>
                  <a:gd name="T44" fmla="*/ 300 w 454"/>
                  <a:gd name="T45" fmla="*/ 1246 h 1124"/>
                  <a:gd name="T46" fmla="*/ 281 w 454"/>
                  <a:gd name="T47" fmla="*/ 1246 h 1124"/>
                  <a:gd name="T48" fmla="*/ 240 w 454"/>
                  <a:gd name="T49" fmla="*/ 1345 h 1124"/>
                  <a:gd name="T50" fmla="*/ 196 w 454"/>
                  <a:gd name="T51" fmla="*/ 1298 h 1124"/>
                  <a:gd name="T52" fmla="*/ 202 w 454"/>
                  <a:gd name="T53" fmla="*/ 1241 h 1124"/>
                  <a:gd name="T54" fmla="*/ 177 w 454"/>
                  <a:gd name="T55" fmla="*/ 1206 h 1124"/>
                  <a:gd name="T56" fmla="*/ 197 w 454"/>
                  <a:gd name="T57" fmla="*/ 1158 h 1124"/>
                  <a:gd name="T58" fmla="*/ 280 w 454"/>
                  <a:gd name="T59" fmla="*/ 1087 h 1124"/>
                  <a:gd name="T60" fmla="*/ 300 w 454"/>
                  <a:gd name="T61" fmla="*/ 1040 h 1124"/>
                  <a:gd name="T62" fmla="*/ 298 w 454"/>
                  <a:gd name="T63" fmla="*/ 977 h 1124"/>
                  <a:gd name="T64" fmla="*/ 276 w 454"/>
                  <a:gd name="T65" fmla="*/ 824 h 1124"/>
                  <a:gd name="T66" fmla="*/ 213 w 454"/>
                  <a:gd name="T67" fmla="*/ 731 h 1124"/>
                  <a:gd name="T68" fmla="*/ 190 w 454"/>
                  <a:gd name="T69" fmla="*/ 691 h 1124"/>
                  <a:gd name="T70" fmla="*/ 110 w 454"/>
                  <a:gd name="T71" fmla="*/ 483 h 1124"/>
                  <a:gd name="T72" fmla="*/ 45 w 454"/>
                  <a:gd name="T73" fmla="*/ 197 h 1124"/>
                  <a:gd name="T74" fmla="*/ 0 w 454"/>
                  <a:gd name="T75" fmla="*/ 0 h 1124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0" t="0" r="r" b="b"/>
                <a:pathLst>
                  <a:path w="454" h="1124">
                    <a:moveTo>
                      <a:pt x="0" y="0"/>
                    </a:moveTo>
                    <a:cubicBezTo>
                      <a:pt x="0" y="0"/>
                      <a:pt x="66" y="20"/>
                      <a:pt x="93" y="18"/>
                    </a:cubicBezTo>
                    <a:cubicBezTo>
                      <a:pt x="120" y="16"/>
                      <a:pt x="196" y="8"/>
                      <a:pt x="254" y="136"/>
                    </a:cubicBezTo>
                    <a:cubicBezTo>
                      <a:pt x="312" y="264"/>
                      <a:pt x="341" y="365"/>
                      <a:pt x="363" y="396"/>
                    </a:cubicBezTo>
                    <a:cubicBezTo>
                      <a:pt x="386" y="427"/>
                      <a:pt x="430" y="507"/>
                      <a:pt x="436" y="522"/>
                    </a:cubicBezTo>
                    <a:cubicBezTo>
                      <a:pt x="442" y="536"/>
                      <a:pt x="454" y="557"/>
                      <a:pt x="450" y="581"/>
                    </a:cubicBezTo>
                    <a:cubicBezTo>
                      <a:pt x="446" y="606"/>
                      <a:pt x="432" y="866"/>
                      <a:pt x="411" y="891"/>
                    </a:cubicBezTo>
                    <a:cubicBezTo>
                      <a:pt x="390" y="916"/>
                      <a:pt x="392" y="926"/>
                      <a:pt x="392" y="926"/>
                    </a:cubicBezTo>
                    <a:cubicBezTo>
                      <a:pt x="392" y="926"/>
                      <a:pt x="395" y="967"/>
                      <a:pt x="388" y="986"/>
                    </a:cubicBezTo>
                    <a:cubicBezTo>
                      <a:pt x="381" y="1005"/>
                      <a:pt x="403" y="1038"/>
                      <a:pt x="398" y="1064"/>
                    </a:cubicBezTo>
                    <a:cubicBezTo>
                      <a:pt x="394" y="1090"/>
                      <a:pt x="374" y="1122"/>
                      <a:pt x="359" y="1115"/>
                    </a:cubicBezTo>
                    <a:cubicBezTo>
                      <a:pt x="343" y="1108"/>
                      <a:pt x="364" y="1075"/>
                      <a:pt x="369" y="1070"/>
                    </a:cubicBezTo>
                    <a:cubicBezTo>
                      <a:pt x="374" y="1065"/>
                      <a:pt x="359" y="1045"/>
                      <a:pt x="359" y="1045"/>
                    </a:cubicBezTo>
                    <a:cubicBezTo>
                      <a:pt x="359" y="1045"/>
                      <a:pt x="333" y="1073"/>
                      <a:pt x="328" y="1078"/>
                    </a:cubicBezTo>
                    <a:cubicBezTo>
                      <a:pt x="322" y="1083"/>
                      <a:pt x="300" y="1124"/>
                      <a:pt x="280" y="1110"/>
                    </a:cubicBezTo>
                    <a:cubicBezTo>
                      <a:pt x="280" y="1110"/>
                      <a:pt x="254" y="1096"/>
                      <a:pt x="282" y="1059"/>
                    </a:cubicBezTo>
                    <a:cubicBezTo>
                      <a:pt x="290" y="1048"/>
                      <a:pt x="295" y="1032"/>
                      <a:pt x="295" y="1028"/>
                    </a:cubicBezTo>
                    <a:cubicBezTo>
                      <a:pt x="295" y="1025"/>
                      <a:pt x="296" y="1007"/>
                      <a:pt x="296" y="1007"/>
                    </a:cubicBezTo>
                    <a:cubicBezTo>
                      <a:pt x="296" y="1007"/>
                      <a:pt x="274" y="1029"/>
                      <a:pt x="266" y="1036"/>
                    </a:cubicBezTo>
                    <a:cubicBezTo>
                      <a:pt x="258" y="1042"/>
                      <a:pt x="244" y="1063"/>
                      <a:pt x="242" y="1070"/>
                    </a:cubicBezTo>
                    <a:cubicBezTo>
                      <a:pt x="240" y="1076"/>
                      <a:pt x="226" y="1112"/>
                      <a:pt x="197" y="1096"/>
                    </a:cubicBezTo>
                    <a:cubicBezTo>
                      <a:pt x="169" y="1079"/>
                      <a:pt x="196" y="1036"/>
                      <a:pt x="196" y="1036"/>
                    </a:cubicBezTo>
                    <a:cubicBezTo>
                      <a:pt x="196" y="1036"/>
                      <a:pt x="229" y="977"/>
                      <a:pt x="231" y="967"/>
                    </a:cubicBezTo>
                    <a:cubicBezTo>
                      <a:pt x="233" y="956"/>
                      <a:pt x="224" y="961"/>
                      <a:pt x="217" y="967"/>
                    </a:cubicBezTo>
                    <a:cubicBezTo>
                      <a:pt x="210" y="972"/>
                      <a:pt x="206" y="1036"/>
                      <a:pt x="185" y="1044"/>
                    </a:cubicBezTo>
                    <a:cubicBezTo>
                      <a:pt x="163" y="1052"/>
                      <a:pt x="147" y="1027"/>
                      <a:pt x="151" y="1007"/>
                    </a:cubicBezTo>
                    <a:cubicBezTo>
                      <a:pt x="155" y="986"/>
                      <a:pt x="156" y="964"/>
                      <a:pt x="156" y="964"/>
                    </a:cubicBezTo>
                    <a:cubicBezTo>
                      <a:pt x="156" y="964"/>
                      <a:pt x="138" y="958"/>
                      <a:pt x="137" y="936"/>
                    </a:cubicBezTo>
                    <a:cubicBezTo>
                      <a:pt x="137" y="915"/>
                      <a:pt x="142" y="907"/>
                      <a:pt x="152" y="899"/>
                    </a:cubicBezTo>
                    <a:cubicBezTo>
                      <a:pt x="178" y="878"/>
                      <a:pt x="161" y="848"/>
                      <a:pt x="216" y="844"/>
                    </a:cubicBezTo>
                    <a:cubicBezTo>
                      <a:pt x="216" y="844"/>
                      <a:pt x="225" y="819"/>
                      <a:pt x="231" y="808"/>
                    </a:cubicBezTo>
                    <a:cubicBezTo>
                      <a:pt x="237" y="797"/>
                      <a:pt x="237" y="779"/>
                      <a:pt x="229" y="758"/>
                    </a:cubicBezTo>
                    <a:cubicBezTo>
                      <a:pt x="221" y="736"/>
                      <a:pt x="200" y="697"/>
                      <a:pt x="213" y="640"/>
                    </a:cubicBezTo>
                    <a:cubicBezTo>
                      <a:pt x="213" y="640"/>
                      <a:pt x="174" y="592"/>
                      <a:pt x="164" y="568"/>
                    </a:cubicBezTo>
                    <a:cubicBezTo>
                      <a:pt x="154" y="544"/>
                      <a:pt x="147" y="537"/>
                      <a:pt x="147" y="537"/>
                    </a:cubicBezTo>
                    <a:cubicBezTo>
                      <a:pt x="147" y="537"/>
                      <a:pt x="87" y="412"/>
                      <a:pt x="85" y="375"/>
                    </a:cubicBezTo>
                    <a:cubicBezTo>
                      <a:pt x="84" y="338"/>
                      <a:pt x="31" y="198"/>
                      <a:pt x="35" y="153"/>
                    </a:cubicBezTo>
                    <a:cubicBezTo>
                      <a:pt x="39" y="108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EF2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28717" name="Freeform 300">
                <a:extLst>
                  <a:ext uri="{FF2B5EF4-FFF2-40B4-BE49-F238E27FC236}">
                    <a16:creationId xmlns:a16="http://schemas.microsoft.com/office/drawing/2014/main" id="{47012FEB-BB6C-46F1-A43A-C8829F7F4B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1" y="1578"/>
                <a:ext cx="994" cy="1304"/>
              </a:xfrm>
              <a:custGeom>
                <a:avLst/>
                <a:gdLst>
                  <a:gd name="T0" fmla="*/ 471 w 912"/>
                  <a:gd name="T1" fmla="*/ 0 h 1199"/>
                  <a:gd name="T2" fmla="*/ 146 w 912"/>
                  <a:gd name="T3" fmla="*/ 463 h 1199"/>
                  <a:gd name="T4" fmla="*/ 117 w 912"/>
                  <a:gd name="T5" fmla="*/ 665 h 1199"/>
                  <a:gd name="T6" fmla="*/ 64 w 912"/>
                  <a:gd name="T7" fmla="*/ 1079 h 1199"/>
                  <a:gd name="T8" fmla="*/ 452 w 912"/>
                  <a:gd name="T9" fmla="*/ 1495 h 1199"/>
                  <a:gd name="T10" fmla="*/ 912 w 912"/>
                  <a:gd name="T11" fmla="*/ 1394 h 1199"/>
                  <a:gd name="T12" fmla="*/ 1175 w 912"/>
                  <a:gd name="T13" fmla="*/ 981 h 1199"/>
                  <a:gd name="T14" fmla="*/ 1065 w 912"/>
                  <a:gd name="T15" fmla="*/ 393 h 1199"/>
                  <a:gd name="T16" fmla="*/ 992 w 912"/>
                  <a:gd name="T17" fmla="*/ 59 h 1199"/>
                  <a:gd name="T18" fmla="*/ 471 w 912"/>
                  <a:gd name="T19" fmla="*/ 0 h 119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912" h="1199">
                    <a:moveTo>
                      <a:pt x="363" y="0"/>
                    </a:moveTo>
                    <a:cubicBezTo>
                      <a:pt x="113" y="360"/>
                      <a:pt x="113" y="360"/>
                      <a:pt x="113" y="360"/>
                    </a:cubicBezTo>
                    <a:cubicBezTo>
                      <a:pt x="113" y="360"/>
                      <a:pt x="105" y="475"/>
                      <a:pt x="90" y="517"/>
                    </a:cubicBezTo>
                    <a:cubicBezTo>
                      <a:pt x="75" y="560"/>
                      <a:pt x="0" y="719"/>
                      <a:pt x="50" y="839"/>
                    </a:cubicBezTo>
                    <a:cubicBezTo>
                      <a:pt x="100" y="959"/>
                      <a:pt x="130" y="1124"/>
                      <a:pt x="350" y="1162"/>
                    </a:cubicBezTo>
                    <a:cubicBezTo>
                      <a:pt x="570" y="1199"/>
                      <a:pt x="607" y="1164"/>
                      <a:pt x="705" y="1084"/>
                    </a:cubicBezTo>
                    <a:cubicBezTo>
                      <a:pt x="802" y="1004"/>
                      <a:pt x="912" y="982"/>
                      <a:pt x="907" y="762"/>
                    </a:cubicBezTo>
                    <a:cubicBezTo>
                      <a:pt x="902" y="542"/>
                      <a:pt x="855" y="377"/>
                      <a:pt x="822" y="305"/>
                    </a:cubicBezTo>
                    <a:cubicBezTo>
                      <a:pt x="790" y="232"/>
                      <a:pt x="766" y="46"/>
                      <a:pt x="766" y="46"/>
                    </a:cubicBezTo>
                    <a:lnTo>
                      <a:pt x="363" y="0"/>
                    </a:lnTo>
                    <a:close/>
                  </a:path>
                </a:pathLst>
              </a:custGeom>
              <a:solidFill>
                <a:srgbClr val="FEF2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28718" name="Freeform 301">
                <a:extLst>
                  <a:ext uri="{FF2B5EF4-FFF2-40B4-BE49-F238E27FC236}">
                    <a16:creationId xmlns:a16="http://schemas.microsoft.com/office/drawing/2014/main" id="{92376077-17F8-42EA-8F6B-4EAF8EC952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4" y="2719"/>
                <a:ext cx="473" cy="566"/>
              </a:xfrm>
              <a:custGeom>
                <a:avLst/>
                <a:gdLst>
                  <a:gd name="T0" fmla="*/ 16 w 434"/>
                  <a:gd name="T1" fmla="*/ 0 h 520"/>
                  <a:gd name="T2" fmla="*/ 0 w 434"/>
                  <a:gd name="T3" fmla="*/ 90 h 520"/>
                  <a:gd name="T4" fmla="*/ 106 w 434"/>
                  <a:gd name="T5" fmla="*/ 417 h 520"/>
                  <a:gd name="T6" fmla="*/ 114 w 434"/>
                  <a:gd name="T7" fmla="*/ 544 h 520"/>
                  <a:gd name="T8" fmla="*/ 182 w 434"/>
                  <a:gd name="T9" fmla="*/ 651 h 520"/>
                  <a:gd name="T10" fmla="*/ 322 w 434"/>
                  <a:gd name="T11" fmla="*/ 651 h 520"/>
                  <a:gd name="T12" fmla="*/ 486 w 434"/>
                  <a:gd name="T13" fmla="*/ 507 h 520"/>
                  <a:gd name="T14" fmla="*/ 562 w 434"/>
                  <a:gd name="T15" fmla="*/ 101 h 520"/>
                  <a:gd name="T16" fmla="*/ 16 w 434"/>
                  <a:gd name="T17" fmla="*/ 0 h 52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34" h="520">
                    <a:moveTo>
                      <a:pt x="13" y="0"/>
                    </a:moveTo>
                    <a:cubicBezTo>
                      <a:pt x="0" y="70"/>
                      <a:pt x="0" y="70"/>
                      <a:pt x="0" y="70"/>
                    </a:cubicBezTo>
                    <a:cubicBezTo>
                      <a:pt x="0" y="70"/>
                      <a:pt x="94" y="234"/>
                      <a:pt x="82" y="323"/>
                    </a:cubicBezTo>
                    <a:cubicBezTo>
                      <a:pt x="69" y="412"/>
                      <a:pt x="73" y="405"/>
                      <a:pt x="88" y="422"/>
                    </a:cubicBezTo>
                    <a:cubicBezTo>
                      <a:pt x="102" y="439"/>
                      <a:pt x="85" y="488"/>
                      <a:pt x="140" y="504"/>
                    </a:cubicBezTo>
                    <a:cubicBezTo>
                      <a:pt x="195" y="520"/>
                      <a:pt x="175" y="499"/>
                      <a:pt x="249" y="504"/>
                    </a:cubicBezTo>
                    <a:cubicBezTo>
                      <a:pt x="324" y="509"/>
                      <a:pt x="385" y="445"/>
                      <a:pt x="375" y="393"/>
                    </a:cubicBezTo>
                    <a:cubicBezTo>
                      <a:pt x="366" y="340"/>
                      <a:pt x="359" y="148"/>
                      <a:pt x="434" y="78"/>
                    </a:cubicBezTo>
                    <a:lnTo>
                      <a:pt x="13" y="0"/>
                    </a:lnTo>
                    <a:close/>
                  </a:path>
                </a:pathLst>
              </a:custGeom>
              <a:solidFill>
                <a:srgbClr val="FEF2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28719" name="Freeform 302">
                <a:extLst>
                  <a:ext uri="{FF2B5EF4-FFF2-40B4-BE49-F238E27FC236}">
                    <a16:creationId xmlns:a16="http://schemas.microsoft.com/office/drawing/2014/main" id="{C718D419-AEA5-4A5F-B223-B6B353A25D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1" y="2620"/>
                <a:ext cx="1662" cy="1236"/>
              </a:xfrm>
              <a:custGeom>
                <a:avLst/>
                <a:gdLst>
                  <a:gd name="T0" fmla="*/ 648 w 1524"/>
                  <a:gd name="T1" fmla="*/ 113 h 1136"/>
                  <a:gd name="T2" fmla="*/ 417 w 1524"/>
                  <a:gd name="T3" fmla="*/ 36 h 1136"/>
                  <a:gd name="T4" fmla="*/ 87 w 1524"/>
                  <a:gd name="T5" fmla="*/ 163 h 1136"/>
                  <a:gd name="T6" fmla="*/ 77 w 1524"/>
                  <a:gd name="T7" fmla="*/ 546 h 1136"/>
                  <a:gd name="T8" fmla="*/ 466 w 1524"/>
                  <a:gd name="T9" fmla="*/ 1019 h 1136"/>
                  <a:gd name="T10" fmla="*/ 577 w 1524"/>
                  <a:gd name="T11" fmla="*/ 1101 h 1136"/>
                  <a:gd name="T12" fmla="*/ 648 w 1524"/>
                  <a:gd name="T13" fmla="*/ 1319 h 1136"/>
                  <a:gd name="T14" fmla="*/ 670 w 1524"/>
                  <a:gd name="T15" fmla="*/ 1376 h 1136"/>
                  <a:gd name="T16" fmla="*/ 726 w 1524"/>
                  <a:gd name="T17" fmla="*/ 1436 h 1136"/>
                  <a:gd name="T18" fmla="*/ 738 w 1524"/>
                  <a:gd name="T19" fmla="*/ 1401 h 1136"/>
                  <a:gd name="T20" fmla="*/ 774 w 1524"/>
                  <a:gd name="T21" fmla="*/ 1328 h 1136"/>
                  <a:gd name="T22" fmla="*/ 889 w 1524"/>
                  <a:gd name="T23" fmla="*/ 1166 h 1136"/>
                  <a:gd name="T24" fmla="*/ 882 w 1524"/>
                  <a:gd name="T25" fmla="*/ 1019 h 1136"/>
                  <a:gd name="T26" fmla="*/ 714 w 1524"/>
                  <a:gd name="T27" fmla="*/ 742 h 1136"/>
                  <a:gd name="T28" fmla="*/ 859 w 1524"/>
                  <a:gd name="T29" fmla="*/ 753 h 1136"/>
                  <a:gd name="T30" fmla="*/ 1022 w 1524"/>
                  <a:gd name="T31" fmla="*/ 749 h 1136"/>
                  <a:gd name="T32" fmla="*/ 1130 w 1524"/>
                  <a:gd name="T33" fmla="*/ 775 h 1136"/>
                  <a:gd name="T34" fmla="*/ 1233 w 1524"/>
                  <a:gd name="T35" fmla="*/ 743 h 1136"/>
                  <a:gd name="T36" fmla="*/ 1179 w 1524"/>
                  <a:gd name="T37" fmla="*/ 816 h 1136"/>
                  <a:gd name="T38" fmla="*/ 1131 w 1524"/>
                  <a:gd name="T39" fmla="*/ 902 h 1136"/>
                  <a:gd name="T40" fmla="*/ 1053 w 1524"/>
                  <a:gd name="T41" fmla="*/ 1036 h 1136"/>
                  <a:gd name="T42" fmla="*/ 980 w 1524"/>
                  <a:gd name="T43" fmla="*/ 1125 h 1136"/>
                  <a:gd name="T44" fmla="*/ 997 w 1524"/>
                  <a:gd name="T45" fmla="*/ 1175 h 1136"/>
                  <a:gd name="T46" fmla="*/ 979 w 1524"/>
                  <a:gd name="T47" fmla="*/ 1211 h 1136"/>
                  <a:gd name="T48" fmla="*/ 1007 w 1524"/>
                  <a:gd name="T49" fmla="*/ 1238 h 1136"/>
                  <a:gd name="T50" fmla="*/ 997 w 1524"/>
                  <a:gd name="T51" fmla="*/ 1268 h 1136"/>
                  <a:gd name="T52" fmla="*/ 1027 w 1524"/>
                  <a:gd name="T53" fmla="*/ 1293 h 1136"/>
                  <a:gd name="T54" fmla="*/ 1034 w 1524"/>
                  <a:gd name="T55" fmla="*/ 1323 h 1136"/>
                  <a:gd name="T56" fmla="*/ 1063 w 1524"/>
                  <a:gd name="T57" fmla="*/ 1340 h 1136"/>
                  <a:gd name="T58" fmla="*/ 1130 w 1524"/>
                  <a:gd name="T59" fmla="*/ 1356 h 1136"/>
                  <a:gd name="T60" fmla="*/ 1208 w 1524"/>
                  <a:gd name="T61" fmla="*/ 1328 h 1136"/>
                  <a:gd name="T62" fmla="*/ 1266 w 1524"/>
                  <a:gd name="T63" fmla="*/ 1235 h 1136"/>
                  <a:gd name="T64" fmla="*/ 1327 w 1524"/>
                  <a:gd name="T65" fmla="*/ 1099 h 1136"/>
                  <a:gd name="T66" fmla="*/ 1401 w 1524"/>
                  <a:gd name="T67" fmla="*/ 1060 h 1136"/>
                  <a:gd name="T68" fmla="*/ 1610 w 1524"/>
                  <a:gd name="T69" fmla="*/ 931 h 1136"/>
                  <a:gd name="T70" fmla="*/ 1940 w 1524"/>
                  <a:gd name="T71" fmla="*/ 376 h 1136"/>
                  <a:gd name="T72" fmla="*/ 1660 w 1524"/>
                  <a:gd name="T73" fmla="*/ 55 h 1136"/>
                  <a:gd name="T74" fmla="*/ 1291 w 1524"/>
                  <a:gd name="T75" fmla="*/ 176 h 1136"/>
                  <a:gd name="T76" fmla="*/ 648 w 1524"/>
                  <a:gd name="T77" fmla="*/ 113 h 11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0" t="0" r="r" b="b"/>
                <a:pathLst>
                  <a:path w="1524" h="1136">
                    <a:moveTo>
                      <a:pt x="500" y="88"/>
                    </a:moveTo>
                    <a:cubicBezTo>
                      <a:pt x="500" y="88"/>
                      <a:pt x="424" y="40"/>
                      <a:pt x="321" y="28"/>
                    </a:cubicBezTo>
                    <a:cubicBezTo>
                      <a:pt x="219" y="16"/>
                      <a:pt x="133" y="0"/>
                      <a:pt x="67" y="127"/>
                    </a:cubicBezTo>
                    <a:cubicBezTo>
                      <a:pt x="0" y="253"/>
                      <a:pt x="12" y="332"/>
                      <a:pt x="60" y="424"/>
                    </a:cubicBezTo>
                    <a:cubicBezTo>
                      <a:pt x="108" y="516"/>
                      <a:pt x="235" y="729"/>
                      <a:pt x="359" y="791"/>
                    </a:cubicBezTo>
                    <a:cubicBezTo>
                      <a:pt x="377" y="800"/>
                      <a:pt x="391" y="835"/>
                      <a:pt x="445" y="855"/>
                    </a:cubicBezTo>
                    <a:cubicBezTo>
                      <a:pt x="500" y="875"/>
                      <a:pt x="480" y="997"/>
                      <a:pt x="500" y="1024"/>
                    </a:cubicBezTo>
                    <a:cubicBezTo>
                      <a:pt x="520" y="1051"/>
                      <a:pt x="516" y="1069"/>
                      <a:pt x="516" y="1069"/>
                    </a:cubicBezTo>
                    <a:cubicBezTo>
                      <a:pt x="516" y="1069"/>
                      <a:pt x="528" y="1136"/>
                      <a:pt x="560" y="1115"/>
                    </a:cubicBezTo>
                    <a:cubicBezTo>
                      <a:pt x="576" y="1104"/>
                      <a:pt x="569" y="1088"/>
                      <a:pt x="569" y="1088"/>
                    </a:cubicBezTo>
                    <a:cubicBezTo>
                      <a:pt x="569" y="1088"/>
                      <a:pt x="589" y="1066"/>
                      <a:pt x="597" y="1031"/>
                    </a:cubicBezTo>
                    <a:cubicBezTo>
                      <a:pt x="612" y="968"/>
                      <a:pt x="676" y="945"/>
                      <a:pt x="685" y="905"/>
                    </a:cubicBezTo>
                    <a:cubicBezTo>
                      <a:pt x="695" y="865"/>
                      <a:pt x="731" y="861"/>
                      <a:pt x="680" y="791"/>
                    </a:cubicBezTo>
                    <a:cubicBezTo>
                      <a:pt x="629" y="720"/>
                      <a:pt x="551" y="576"/>
                      <a:pt x="551" y="576"/>
                    </a:cubicBezTo>
                    <a:cubicBezTo>
                      <a:pt x="551" y="576"/>
                      <a:pt x="628" y="659"/>
                      <a:pt x="663" y="585"/>
                    </a:cubicBezTo>
                    <a:cubicBezTo>
                      <a:pt x="788" y="581"/>
                      <a:pt x="788" y="581"/>
                      <a:pt x="788" y="581"/>
                    </a:cubicBezTo>
                    <a:cubicBezTo>
                      <a:pt x="788" y="581"/>
                      <a:pt x="817" y="617"/>
                      <a:pt x="871" y="601"/>
                    </a:cubicBezTo>
                    <a:cubicBezTo>
                      <a:pt x="924" y="585"/>
                      <a:pt x="951" y="577"/>
                      <a:pt x="951" y="577"/>
                    </a:cubicBezTo>
                    <a:cubicBezTo>
                      <a:pt x="951" y="577"/>
                      <a:pt x="925" y="621"/>
                      <a:pt x="909" y="633"/>
                    </a:cubicBezTo>
                    <a:cubicBezTo>
                      <a:pt x="893" y="645"/>
                      <a:pt x="876" y="682"/>
                      <a:pt x="872" y="700"/>
                    </a:cubicBezTo>
                    <a:cubicBezTo>
                      <a:pt x="863" y="740"/>
                      <a:pt x="813" y="773"/>
                      <a:pt x="812" y="804"/>
                    </a:cubicBezTo>
                    <a:cubicBezTo>
                      <a:pt x="812" y="804"/>
                      <a:pt x="754" y="825"/>
                      <a:pt x="756" y="873"/>
                    </a:cubicBezTo>
                    <a:cubicBezTo>
                      <a:pt x="757" y="905"/>
                      <a:pt x="768" y="913"/>
                      <a:pt x="768" y="913"/>
                    </a:cubicBezTo>
                    <a:cubicBezTo>
                      <a:pt x="768" y="913"/>
                      <a:pt x="752" y="924"/>
                      <a:pt x="755" y="940"/>
                    </a:cubicBezTo>
                    <a:cubicBezTo>
                      <a:pt x="757" y="956"/>
                      <a:pt x="776" y="961"/>
                      <a:pt x="776" y="961"/>
                    </a:cubicBezTo>
                    <a:cubicBezTo>
                      <a:pt x="776" y="961"/>
                      <a:pt x="767" y="975"/>
                      <a:pt x="768" y="984"/>
                    </a:cubicBezTo>
                    <a:cubicBezTo>
                      <a:pt x="769" y="993"/>
                      <a:pt x="792" y="1004"/>
                      <a:pt x="792" y="1004"/>
                    </a:cubicBezTo>
                    <a:cubicBezTo>
                      <a:pt x="792" y="1004"/>
                      <a:pt x="792" y="1017"/>
                      <a:pt x="797" y="1028"/>
                    </a:cubicBezTo>
                    <a:cubicBezTo>
                      <a:pt x="803" y="1039"/>
                      <a:pt x="820" y="1040"/>
                      <a:pt x="820" y="1040"/>
                    </a:cubicBezTo>
                    <a:cubicBezTo>
                      <a:pt x="820" y="1040"/>
                      <a:pt x="835" y="1057"/>
                      <a:pt x="871" y="1052"/>
                    </a:cubicBezTo>
                    <a:cubicBezTo>
                      <a:pt x="907" y="1047"/>
                      <a:pt x="913" y="1032"/>
                      <a:pt x="932" y="1031"/>
                    </a:cubicBezTo>
                    <a:cubicBezTo>
                      <a:pt x="951" y="1029"/>
                      <a:pt x="967" y="984"/>
                      <a:pt x="977" y="959"/>
                    </a:cubicBezTo>
                    <a:cubicBezTo>
                      <a:pt x="988" y="933"/>
                      <a:pt x="1019" y="865"/>
                      <a:pt x="1023" y="853"/>
                    </a:cubicBezTo>
                    <a:cubicBezTo>
                      <a:pt x="1023" y="853"/>
                      <a:pt x="1056" y="851"/>
                      <a:pt x="1080" y="823"/>
                    </a:cubicBezTo>
                    <a:cubicBezTo>
                      <a:pt x="1104" y="795"/>
                      <a:pt x="1176" y="797"/>
                      <a:pt x="1241" y="723"/>
                    </a:cubicBezTo>
                    <a:cubicBezTo>
                      <a:pt x="1307" y="648"/>
                      <a:pt x="1524" y="495"/>
                      <a:pt x="1496" y="292"/>
                    </a:cubicBezTo>
                    <a:cubicBezTo>
                      <a:pt x="1468" y="89"/>
                      <a:pt x="1364" y="45"/>
                      <a:pt x="1280" y="43"/>
                    </a:cubicBezTo>
                    <a:cubicBezTo>
                      <a:pt x="1196" y="40"/>
                      <a:pt x="1147" y="31"/>
                      <a:pt x="996" y="137"/>
                    </a:cubicBezTo>
                    <a:cubicBezTo>
                      <a:pt x="845" y="244"/>
                      <a:pt x="500" y="88"/>
                      <a:pt x="500" y="88"/>
                    </a:cubicBezTo>
                    <a:close/>
                  </a:path>
                </a:pathLst>
              </a:custGeom>
              <a:solidFill>
                <a:srgbClr val="FEF2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28720" name="Freeform 303">
                <a:extLst>
                  <a:ext uri="{FF2B5EF4-FFF2-40B4-BE49-F238E27FC236}">
                    <a16:creationId xmlns:a16="http://schemas.microsoft.com/office/drawing/2014/main" id="{1772424A-38DC-471C-A711-BAAFE6660F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2" y="3576"/>
                <a:ext cx="80" cy="177"/>
              </a:xfrm>
              <a:custGeom>
                <a:avLst/>
                <a:gdLst>
                  <a:gd name="T0" fmla="*/ 45 w 74"/>
                  <a:gd name="T1" fmla="*/ 0 h 163"/>
                  <a:gd name="T2" fmla="*/ 10 w 74"/>
                  <a:gd name="T3" fmla="*/ 121 h 163"/>
                  <a:gd name="T4" fmla="*/ 62 w 74"/>
                  <a:gd name="T5" fmla="*/ 204 h 163"/>
                  <a:gd name="T6" fmla="*/ 92 w 74"/>
                  <a:gd name="T7" fmla="*/ 176 h 163"/>
                  <a:gd name="T8" fmla="*/ 77 w 74"/>
                  <a:gd name="T9" fmla="*/ 81 h 163"/>
                  <a:gd name="T10" fmla="*/ 45 w 74"/>
                  <a:gd name="T11" fmla="*/ 1 h 16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4" h="163">
                    <a:moveTo>
                      <a:pt x="36" y="0"/>
                    </a:moveTo>
                    <a:cubicBezTo>
                      <a:pt x="3" y="21"/>
                      <a:pt x="0" y="57"/>
                      <a:pt x="7" y="94"/>
                    </a:cubicBezTo>
                    <a:cubicBezTo>
                      <a:pt x="12" y="120"/>
                      <a:pt x="12" y="163"/>
                      <a:pt x="49" y="159"/>
                    </a:cubicBezTo>
                    <a:cubicBezTo>
                      <a:pt x="66" y="157"/>
                      <a:pt x="74" y="156"/>
                      <a:pt x="73" y="137"/>
                    </a:cubicBezTo>
                    <a:cubicBezTo>
                      <a:pt x="72" y="113"/>
                      <a:pt x="65" y="88"/>
                      <a:pt x="61" y="64"/>
                    </a:cubicBezTo>
                    <a:cubicBezTo>
                      <a:pt x="57" y="43"/>
                      <a:pt x="60" y="6"/>
                      <a:pt x="36" y="1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28721" name="Freeform 304">
                <a:extLst>
                  <a:ext uri="{FF2B5EF4-FFF2-40B4-BE49-F238E27FC236}">
                    <a16:creationId xmlns:a16="http://schemas.microsoft.com/office/drawing/2014/main" id="{D0A3DDA3-24F5-4EC1-A9EF-10378D8F6C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5" y="3729"/>
                <a:ext cx="67" cy="22"/>
              </a:xfrm>
              <a:custGeom>
                <a:avLst/>
                <a:gdLst>
                  <a:gd name="T0" fmla="*/ 0 w 61"/>
                  <a:gd name="T1" fmla="*/ 26 h 20"/>
                  <a:gd name="T2" fmla="*/ 38 w 61"/>
                  <a:gd name="T3" fmla="*/ 15 h 20"/>
                  <a:gd name="T4" fmla="*/ 81 w 61"/>
                  <a:gd name="T5" fmla="*/ 0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1" h="20">
                    <a:moveTo>
                      <a:pt x="0" y="20"/>
                    </a:moveTo>
                    <a:cubicBezTo>
                      <a:pt x="9" y="16"/>
                      <a:pt x="20" y="14"/>
                      <a:pt x="29" y="12"/>
                    </a:cubicBezTo>
                    <a:cubicBezTo>
                      <a:pt x="40" y="10"/>
                      <a:pt x="51" y="4"/>
                      <a:pt x="61" y="0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28722" name="Freeform 305">
                <a:extLst>
                  <a:ext uri="{FF2B5EF4-FFF2-40B4-BE49-F238E27FC236}">
                    <a16:creationId xmlns:a16="http://schemas.microsoft.com/office/drawing/2014/main" id="{A0ED431D-2182-45FC-9118-5B6687BEA3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5" y="3687"/>
                <a:ext cx="95" cy="25"/>
              </a:xfrm>
              <a:custGeom>
                <a:avLst/>
                <a:gdLst>
                  <a:gd name="T0" fmla="*/ 0 w 87"/>
                  <a:gd name="T1" fmla="*/ 29 h 23"/>
                  <a:gd name="T2" fmla="*/ 64 w 87"/>
                  <a:gd name="T3" fmla="*/ 13 h 23"/>
                  <a:gd name="T4" fmla="*/ 114 w 87"/>
                  <a:gd name="T5" fmla="*/ 0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7" h="23">
                    <a:moveTo>
                      <a:pt x="0" y="23"/>
                    </a:moveTo>
                    <a:cubicBezTo>
                      <a:pt x="16" y="18"/>
                      <a:pt x="33" y="14"/>
                      <a:pt x="49" y="10"/>
                    </a:cubicBezTo>
                    <a:cubicBezTo>
                      <a:pt x="62" y="7"/>
                      <a:pt x="75" y="4"/>
                      <a:pt x="87" y="0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28723" name="Freeform 306">
                <a:extLst>
                  <a:ext uri="{FF2B5EF4-FFF2-40B4-BE49-F238E27FC236}">
                    <a16:creationId xmlns:a16="http://schemas.microsoft.com/office/drawing/2014/main" id="{40BC8CFF-BE6D-444C-A826-C0BE5B3321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6" y="3645"/>
                <a:ext cx="99" cy="20"/>
              </a:xfrm>
              <a:custGeom>
                <a:avLst/>
                <a:gdLst>
                  <a:gd name="T0" fmla="*/ 0 w 91"/>
                  <a:gd name="T1" fmla="*/ 24 h 18"/>
                  <a:gd name="T2" fmla="*/ 10 w 91"/>
                  <a:gd name="T3" fmla="*/ 23 h 18"/>
                  <a:gd name="T4" fmla="*/ 27 w 91"/>
                  <a:gd name="T5" fmla="*/ 21 h 18"/>
                  <a:gd name="T6" fmla="*/ 64 w 91"/>
                  <a:gd name="T7" fmla="*/ 12 h 18"/>
                  <a:gd name="T8" fmla="*/ 117 w 91"/>
                  <a:gd name="T9" fmla="*/ 0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1" h="18">
                    <a:moveTo>
                      <a:pt x="0" y="18"/>
                    </a:moveTo>
                    <a:cubicBezTo>
                      <a:pt x="2" y="17"/>
                      <a:pt x="5" y="17"/>
                      <a:pt x="7" y="17"/>
                    </a:cubicBezTo>
                    <a:cubicBezTo>
                      <a:pt x="12" y="17"/>
                      <a:pt x="16" y="16"/>
                      <a:pt x="21" y="15"/>
                    </a:cubicBezTo>
                    <a:cubicBezTo>
                      <a:pt x="31" y="13"/>
                      <a:pt x="41" y="12"/>
                      <a:pt x="50" y="9"/>
                    </a:cubicBezTo>
                    <a:cubicBezTo>
                      <a:pt x="64" y="6"/>
                      <a:pt x="78" y="4"/>
                      <a:pt x="91" y="0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28724" name="Freeform 307">
                <a:extLst>
                  <a:ext uri="{FF2B5EF4-FFF2-40B4-BE49-F238E27FC236}">
                    <a16:creationId xmlns:a16="http://schemas.microsoft.com/office/drawing/2014/main" id="{083BBE8D-EA5A-4990-AE9B-5305FEDB39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9" y="3678"/>
                <a:ext cx="8" cy="11"/>
              </a:xfrm>
              <a:custGeom>
                <a:avLst/>
                <a:gdLst>
                  <a:gd name="T0" fmla="*/ 0 w 8"/>
                  <a:gd name="T1" fmla="*/ 13 h 10"/>
                  <a:gd name="T2" fmla="*/ 8 w 8"/>
                  <a:gd name="T3" fmla="*/ 0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10">
                    <a:moveTo>
                      <a:pt x="0" y="10"/>
                    </a:moveTo>
                    <a:cubicBezTo>
                      <a:pt x="4" y="8"/>
                      <a:pt x="5" y="3"/>
                      <a:pt x="8" y="0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28725" name="Freeform 308">
                <a:extLst>
                  <a:ext uri="{FF2B5EF4-FFF2-40B4-BE49-F238E27FC236}">
                    <a16:creationId xmlns:a16="http://schemas.microsoft.com/office/drawing/2014/main" id="{AF07DFB7-6572-407A-89DA-381BE8995A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6" y="3722"/>
                <a:ext cx="7" cy="9"/>
              </a:xfrm>
              <a:custGeom>
                <a:avLst/>
                <a:gdLst>
                  <a:gd name="T0" fmla="*/ 0 w 6"/>
                  <a:gd name="T1" fmla="*/ 11 h 8"/>
                  <a:gd name="T2" fmla="*/ 9 w 6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8">
                    <a:moveTo>
                      <a:pt x="0" y="8"/>
                    </a:moveTo>
                    <a:cubicBezTo>
                      <a:pt x="2" y="5"/>
                      <a:pt x="4" y="2"/>
                      <a:pt x="6" y="0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28726" name="Freeform 309">
                <a:extLst>
                  <a:ext uri="{FF2B5EF4-FFF2-40B4-BE49-F238E27FC236}">
                    <a16:creationId xmlns:a16="http://schemas.microsoft.com/office/drawing/2014/main" id="{101E2198-5EC1-458A-A1B4-62F7DAA5FD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6" y="3635"/>
                <a:ext cx="14" cy="11"/>
              </a:xfrm>
              <a:custGeom>
                <a:avLst/>
                <a:gdLst>
                  <a:gd name="T0" fmla="*/ 0 w 13"/>
                  <a:gd name="T1" fmla="*/ 13 h 10"/>
                  <a:gd name="T2" fmla="*/ 6 w 13"/>
                  <a:gd name="T3" fmla="*/ 9 h 10"/>
                  <a:gd name="T4" fmla="*/ 16 w 13"/>
                  <a:gd name="T5" fmla="*/ 0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0">
                    <a:moveTo>
                      <a:pt x="0" y="10"/>
                    </a:moveTo>
                    <a:cubicBezTo>
                      <a:pt x="1" y="8"/>
                      <a:pt x="4" y="7"/>
                      <a:pt x="6" y="6"/>
                    </a:cubicBezTo>
                    <a:cubicBezTo>
                      <a:pt x="8" y="4"/>
                      <a:pt x="11" y="1"/>
                      <a:pt x="13" y="0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28727" name="Freeform 310">
                <a:extLst>
                  <a:ext uri="{FF2B5EF4-FFF2-40B4-BE49-F238E27FC236}">
                    <a16:creationId xmlns:a16="http://schemas.microsoft.com/office/drawing/2014/main" id="{37DF4B48-B9C8-4A65-89D6-AEEBC2A36F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1" y="3561"/>
                <a:ext cx="100" cy="53"/>
              </a:xfrm>
              <a:custGeom>
                <a:avLst/>
                <a:gdLst>
                  <a:gd name="T0" fmla="*/ 0 w 92"/>
                  <a:gd name="T1" fmla="*/ 65 h 48"/>
                  <a:gd name="T2" fmla="*/ 40 w 92"/>
                  <a:gd name="T3" fmla="*/ 55 h 48"/>
                  <a:gd name="T4" fmla="*/ 53 w 92"/>
                  <a:gd name="T5" fmla="*/ 51 h 48"/>
                  <a:gd name="T6" fmla="*/ 64 w 92"/>
                  <a:gd name="T7" fmla="*/ 44 h 48"/>
                  <a:gd name="T8" fmla="*/ 100 w 92"/>
                  <a:gd name="T9" fmla="*/ 24 h 48"/>
                  <a:gd name="T10" fmla="*/ 118 w 92"/>
                  <a:gd name="T11" fmla="*/ 0 h 4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2" h="48">
                    <a:moveTo>
                      <a:pt x="0" y="48"/>
                    </a:moveTo>
                    <a:cubicBezTo>
                      <a:pt x="10" y="45"/>
                      <a:pt x="20" y="42"/>
                      <a:pt x="31" y="41"/>
                    </a:cubicBezTo>
                    <a:cubicBezTo>
                      <a:pt x="35" y="40"/>
                      <a:pt x="37" y="40"/>
                      <a:pt x="41" y="38"/>
                    </a:cubicBezTo>
                    <a:cubicBezTo>
                      <a:pt x="44" y="36"/>
                      <a:pt x="47" y="34"/>
                      <a:pt x="50" y="33"/>
                    </a:cubicBezTo>
                    <a:cubicBezTo>
                      <a:pt x="61" y="30"/>
                      <a:pt x="70" y="27"/>
                      <a:pt x="78" y="18"/>
                    </a:cubicBezTo>
                    <a:cubicBezTo>
                      <a:pt x="82" y="13"/>
                      <a:pt x="87" y="2"/>
                      <a:pt x="92" y="0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28728" name="Freeform 311">
                <a:extLst>
                  <a:ext uri="{FF2B5EF4-FFF2-40B4-BE49-F238E27FC236}">
                    <a16:creationId xmlns:a16="http://schemas.microsoft.com/office/drawing/2014/main" id="{EA35AA01-F682-4627-836D-4910264111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6" y="3579"/>
                <a:ext cx="24" cy="4"/>
              </a:xfrm>
              <a:custGeom>
                <a:avLst/>
                <a:gdLst>
                  <a:gd name="T0" fmla="*/ 0 w 22"/>
                  <a:gd name="T1" fmla="*/ 4 h 4"/>
                  <a:gd name="T2" fmla="*/ 28 w 22"/>
                  <a:gd name="T3" fmla="*/ 3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4">
                    <a:moveTo>
                      <a:pt x="0" y="4"/>
                    </a:moveTo>
                    <a:cubicBezTo>
                      <a:pt x="7" y="1"/>
                      <a:pt x="15" y="0"/>
                      <a:pt x="22" y="3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28729" name="Freeform 312">
                <a:extLst>
                  <a:ext uri="{FF2B5EF4-FFF2-40B4-BE49-F238E27FC236}">
                    <a16:creationId xmlns:a16="http://schemas.microsoft.com/office/drawing/2014/main" id="{236C3822-6B08-4A3A-A9BE-C01F083D39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5" y="3535"/>
                <a:ext cx="36" cy="68"/>
              </a:xfrm>
              <a:custGeom>
                <a:avLst/>
                <a:gdLst>
                  <a:gd name="T0" fmla="*/ 12 w 33"/>
                  <a:gd name="T1" fmla="*/ 82 h 62"/>
                  <a:gd name="T2" fmla="*/ 0 w 33"/>
                  <a:gd name="T3" fmla="*/ 10 h 62"/>
                  <a:gd name="T4" fmla="*/ 28 w 33"/>
                  <a:gd name="T5" fmla="*/ 0 h 62"/>
                  <a:gd name="T6" fmla="*/ 41 w 33"/>
                  <a:gd name="T7" fmla="*/ 52 h 62"/>
                  <a:gd name="T8" fmla="*/ 16 w 33"/>
                  <a:gd name="T9" fmla="*/ 76 h 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3" h="62">
                    <a:moveTo>
                      <a:pt x="9" y="62"/>
                    </a:moveTo>
                    <a:cubicBezTo>
                      <a:pt x="20" y="46"/>
                      <a:pt x="11" y="20"/>
                      <a:pt x="0" y="7"/>
                    </a:cubicBezTo>
                    <a:cubicBezTo>
                      <a:pt x="9" y="8"/>
                      <a:pt x="15" y="3"/>
                      <a:pt x="22" y="0"/>
                    </a:cubicBezTo>
                    <a:cubicBezTo>
                      <a:pt x="29" y="10"/>
                      <a:pt x="33" y="28"/>
                      <a:pt x="32" y="39"/>
                    </a:cubicBezTo>
                    <a:cubicBezTo>
                      <a:pt x="32" y="54"/>
                      <a:pt x="25" y="54"/>
                      <a:pt x="13" y="57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28730" name="Freeform 313">
                <a:extLst>
                  <a:ext uri="{FF2B5EF4-FFF2-40B4-BE49-F238E27FC236}">
                    <a16:creationId xmlns:a16="http://schemas.microsoft.com/office/drawing/2014/main" id="{DD6F75F5-8889-445D-BBDA-8CB95081AA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2" y="3622"/>
                <a:ext cx="25" cy="29"/>
              </a:xfrm>
              <a:custGeom>
                <a:avLst/>
                <a:gdLst>
                  <a:gd name="T0" fmla="*/ 0 w 23"/>
                  <a:gd name="T1" fmla="*/ 4 h 26"/>
                  <a:gd name="T2" fmla="*/ 9 w 23"/>
                  <a:gd name="T3" fmla="*/ 35 h 26"/>
                  <a:gd name="T4" fmla="*/ 29 w 23"/>
                  <a:gd name="T5" fmla="*/ 25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26">
                    <a:moveTo>
                      <a:pt x="0" y="4"/>
                    </a:moveTo>
                    <a:cubicBezTo>
                      <a:pt x="4" y="0"/>
                      <a:pt x="9" y="20"/>
                      <a:pt x="6" y="25"/>
                    </a:cubicBezTo>
                    <a:cubicBezTo>
                      <a:pt x="15" y="26"/>
                      <a:pt x="18" y="25"/>
                      <a:pt x="23" y="18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28731" name="Freeform 314">
                <a:extLst>
                  <a:ext uri="{FF2B5EF4-FFF2-40B4-BE49-F238E27FC236}">
                    <a16:creationId xmlns:a16="http://schemas.microsoft.com/office/drawing/2014/main" id="{EA70B396-552F-406E-AFF3-8D6365C424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7" y="3675"/>
                <a:ext cx="19" cy="39"/>
              </a:xfrm>
              <a:custGeom>
                <a:avLst/>
                <a:gdLst>
                  <a:gd name="T0" fmla="*/ 0 w 17"/>
                  <a:gd name="T1" fmla="*/ 0 h 36"/>
                  <a:gd name="T2" fmla="*/ 23 w 17"/>
                  <a:gd name="T3" fmla="*/ 22 h 3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36">
                    <a:moveTo>
                      <a:pt x="0" y="0"/>
                    </a:moveTo>
                    <a:cubicBezTo>
                      <a:pt x="2" y="5"/>
                      <a:pt x="8" y="36"/>
                      <a:pt x="17" y="17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28732" name="Freeform 315">
                <a:extLst>
                  <a:ext uri="{FF2B5EF4-FFF2-40B4-BE49-F238E27FC236}">
                    <a16:creationId xmlns:a16="http://schemas.microsoft.com/office/drawing/2014/main" id="{75523B21-70B0-42C0-85DB-7A15054B92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1" y="3726"/>
                <a:ext cx="14" cy="17"/>
              </a:xfrm>
              <a:custGeom>
                <a:avLst/>
                <a:gdLst>
                  <a:gd name="T0" fmla="*/ 0 w 13"/>
                  <a:gd name="T1" fmla="*/ 0 h 16"/>
                  <a:gd name="T2" fmla="*/ 16 w 13"/>
                  <a:gd name="T3" fmla="*/ 19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16">
                    <a:moveTo>
                      <a:pt x="0" y="0"/>
                    </a:moveTo>
                    <a:cubicBezTo>
                      <a:pt x="4" y="6"/>
                      <a:pt x="4" y="16"/>
                      <a:pt x="13" y="16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28733" name="Freeform 316">
                <a:extLst>
                  <a:ext uri="{FF2B5EF4-FFF2-40B4-BE49-F238E27FC236}">
                    <a16:creationId xmlns:a16="http://schemas.microsoft.com/office/drawing/2014/main" id="{E864D7C0-574A-41BD-8772-18D0FE84D7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7" y="3752"/>
                <a:ext cx="12" cy="6"/>
              </a:xfrm>
              <a:custGeom>
                <a:avLst/>
                <a:gdLst>
                  <a:gd name="T0" fmla="*/ 0 w 11"/>
                  <a:gd name="T1" fmla="*/ 0 h 6"/>
                  <a:gd name="T2" fmla="*/ 14 w 11"/>
                  <a:gd name="T3" fmla="*/ 6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6">
                    <a:moveTo>
                      <a:pt x="0" y="0"/>
                    </a:moveTo>
                    <a:cubicBezTo>
                      <a:pt x="4" y="0"/>
                      <a:pt x="9" y="2"/>
                      <a:pt x="11" y="6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28734" name="Freeform 317">
                <a:extLst>
                  <a:ext uri="{FF2B5EF4-FFF2-40B4-BE49-F238E27FC236}">
                    <a16:creationId xmlns:a16="http://schemas.microsoft.com/office/drawing/2014/main" id="{7CDB703F-28D1-40D3-BAA2-B295CCB75C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0" y="3405"/>
                <a:ext cx="86" cy="144"/>
              </a:xfrm>
              <a:custGeom>
                <a:avLst/>
                <a:gdLst>
                  <a:gd name="T0" fmla="*/ 102 w 79"/>
                  <a:gd name="T1" fmla="*/ 169 h 133"/>
                  <a:gd name="T2" fmla="*/ 96 w 79"/>
                  <a:gd name="T3" fmla="*/ 122 h 133"/>
                  <a:gd name="T4" fmla="*/ 71 w 79"/>
                  <a:gd name="T5" fmla="*/ 70 h 133"/>
                  <a:gd name="T6" fmla="*/ 42 w 79"/>
                  <a:gd name="T7" fmla="*/ 30 h 133"/>
                  <a:gd name="T8" fmla="*/ 0 w 79"/>
                  <a:gd name="T9" fmla="*/ 0 h 1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9" h="133">
                    <a:moveTo>
                      <a:pt x="79" y="133"/>
                    </a:moveTo>
                    <a:cubicBezTo>
                      <a:pt x="75" y="130"/>
                      <a:pt x="76" y="102"/>
                      <a:pt x="74" y="96"/>
                    </a:cubicBezTo>
                    <a:cubicBezTo>
                      <a:pt x="70" y="81"/>
                      <a:pt x="64" y="67"/>
                      <a:pt x="55" y="55"/>
                    </a:cubicBezTo>
                    <a:cubicBezTo>
                      <a:pt x="48" y="44"/>
                      <a:pt x="41" y="33"/>
                      <a:pt x="33" y="24"/>
                    </a:cubicBezTo>
                    <a:cubicBezTo>
                      <a:pt x="24" y="13"/>
                      <a:pt x="11" y="7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28735" name="Freeform 318">
                <a:extLst>
                  <a:ext uri="{FF2B5EF4-FFF2-40B4-BE49-F238E27FC236}">
                    <a16:creationId xmlns:a16="http://schemas.microsoft.com/office/drawing/2014/main" id="{8ED0690D-5A77-4B37-AFFB-A9FB7CC25F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5" y="3460"/>
                <a:ext cx="36" cy="36"/>
              </a:xfrm>
              <a:custGeom>
                <a:avLst/>
                <a:gdLst>
                  <a:gd name="T0" fmla="*/ 0 w 33"/>
                  <a:gd name="T1" fmla="*/ 43 h 33"/>
                  <a:gd name="T2" fmla="*/ 43 w 33"/>
                  <a:gd name="T3" fmla="*/ 0 h 3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3" h="33">
                    <a:moveTo>
                      <a:pt x="0" y="33"/>
                    </a:moveTo>
                    <a:cubicBezTo>
                      <a:pt x="15" y="31"/>
                      <a:pt x="24" y="10"/>
                      <a:pt x="33" y="0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28736" name="Freeform 319">
                <a:extLst>
                  <a:ext uri="{FF2B5EF4-FFF2-40B4-BE49-F238E27FC236}">
                    <a16:creationId xmlns:a16="http://schemas.microsoft.com/office/drawing/2014/main" id="{E819F165-C108-41C9-8E88-10393B7692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0" y="3510"/>
                <a:ext cx="134" cy="111"/>
              </a:xfrm>
              <a:custGeom>
                <a:avLst/>
                <a:gdLst>
                  <a:gd name="T0" fmla="*/ 159 w 123"/>
                  <a:gd name="T1" fmla="*/ 3 h 102"/>
                  <a:gd name="T2" fmla="*/ 127 w 123"/>
                  <a:gd name="T3" fmla="*/ 16 h 102"/>
                  <a:gd name="T4" fmla="*/ 109 w 123"/>
                  <a:gd name="T5" fmla="*/ 32 h 102"/>
                  <a:gd name="T6" fmla="*/ 84 w 123"/>
                  <a:gd name="T7" fmla="*/ 17 h 102"/>
                  <a:gd name="T8" fmla="*/ 39 w 123"/>
                  <a:gd name="T9" fmla="*/ 16 h 102"/>
                  <a:gd name="T10" fmla="*/ 15 w 123"/>
                  <a:gd name="T11" fmla="*/ 96 h 102"/>
                  <a:gd name="T12" fmla="*/ 63 w 123"/>
                  <a:gd name="T13" fmla="*/ 120 h 102"/>
                  <a:gd name="T14" fmla="*/ 92 w 123"/>
                  <a:gd name="T15" fmla="*/ 132 h 10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23" h="102">
                    <a:moveTo>
                      <a:pt x="123" y="3"/>
                    </a:moveTo>
                    <a:cubicBezTo>
                      <a:pt x="114" y="0"/>
                      <a:pt x="104" y="7"/>
                      <a:pt x="98" y="13"/>
                    </a:cubicBezTo>
                    <a:cubicBezTo>
                      <a:pt x="93" y="18"/>
                      <a:pt x="91" y="27"/>
                      <a:pt x="84" y="25"/>
                    </a:cubicBezTo>
                    <a:cubicBezTo>
                      <a:pt x="78" y="24"/>
                      <a:pt x="71" y="16"/>
                      <a:pt x="65" y="14"/>
                    </a:cubicBezTo>
                    <a:cubicBezTo>
                      <a:pt x="55" y="10"/>
                      <a:pt x="40" y="8"/>
                      <a:pt x="30" y="13"/>
                    </a:cubicBezTo>
                    <a:cubicBezTo>
                      <a:pt x="11" y="23"/>
                      <a:pt x="0" y="56"/>
                      <a:pt x="12" y="74"/>
                    </a:cubicBezTo>
                    <a:cubicBezTo>
                      <a:pt x="22" y="88"/>
                      <a:pt x="31" y="93"/>
                      <a:pt x="49" y="93"/>
                    </a:cubicBezTo>
                    <a:cubicBezTo>
                      <a:pt x="56" y="93"/>
                      <a:pt x="68" y="96"/>
                      <a:pt x="71" y="102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28737" name="Freeform 320">
                <a:extLst>
                  <a:ext uri="{FF2B5EF4-FFF2-40B4-BE49-F238E27FC236}">
                    <a16:creationId xmlns:a16="http://schemas.microsoft.com/office/drawing/2014/main" id="{EAE4FEBD-E611-4C8A-951B-72DE913D3B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9" y="3607"/>
                <a:ext cx="72" cy="114"/>
              </a:xfrm>
              <a:custGeom>
                <a:avLst/>
                <a:gdLst>
                  <a:gd name="T0" fmla="*/ 37 w 66"/>
                  <a:gd name="T1" fmla="*/ 0 h 105"/>
                  <a:gd name="T2" fmla="*/ 29 w 66"/>
                  <a:gd name="T3" fmla="*/ 27 h 105"/>
                  <a:gd name="T4" fmla="*/ 12 w 66"/>
                  <a:gd name="T5" fmla="*/ 55 h 105"/>
                  <a:gd name="T6" fmla="*/ 24 w 66"/>
                  <a:gd name="T7" fmla="*/ 118 h 105"/>
                  <a:gd name="T8" fmla="*/ 48 w 66"/>
                  <a:gd name="T9" fmla="*/ 132 h 105"/>
                  <a:gd name="T10" fmla="*/ 70 w 66"/>
                  <a:gd name="T11" fmla="*/ 113 h 105"/>
                  <a:gd name="T12" fmla="*/ 56 w 66"/>
                  <a:gd name="T13" fmla="*/ 63 h 105"/>
                  <a:gd name="T14" fmla="*/ 62 w 66"/>
                  <a:gd name="T15" fmla="*/ 45 h 10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6" h="105">
                    <a:moveTo>
                      <a:pt x="28" y="0"/>
                    </a:moveTo>
                    <a:cubicBezTo>
                      <a:pt x="28" y="10"/>
                      <a:pt x="29" y="14"/>
                      <a:pt x="23" y="21"/>
                    </a:cubicBezTo>
                    <a:cubicBezTo>
                      <a:pt x="18" y="28"/>
                      <a:pt x="13" y="34"/>
                      <a:pt x="9" y="43"/>
                    </a:cubicBezTo>
                    <a:cubicBezTo>
                      <a:pt x="0" y="62"/>
                      <a:pt x="3" y="78"/>
                      <a:pt x="18" y="92"/>
                    </a:cubicBezTo>
                    <a:cubicBezTo>
                      <a:pt x="23" y="96"/>
                      <a:pt x="30" y="103"/>
                      <a:pt x="37" y="103"/>
                    </a:cubicBezTo>
                    <a:cubicBezTo>
                      <a:pt x="45" y="105"/>
                      <a:pt x="50" y="96"/>
                      <a:pt x="54" y="88"/>
                    </a:cubicBezTo>
                    <a:cubicBezTo>
                      <a:pt x="62" y="72"/>
                      <a:pt x="66" y="53"/>
                      <a:pt x="43" y="49"/>
                    </a:cubicBezTo>
                    <a:cubicBezTo>
                      <a:pt x="42" y="44"/>
                      <a:pt x="45" y="37"/>
                      <a:pt x="48" y="35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28738" name="Freeform 321">
                <a:extLst>
                  <a:ext uri="{FF2B5EF4-FFF2-40B4-BE49-F238E27FC236}">
                    <a16:creationId xmlns:a16="http://schemas.microsoft.com/office/drawing/2014/main" id="{4628553F-44EB-4A44-A30C-DCAD79FA41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2" y="3688"/>
                <a:ext cx="66" cy="85"/>
              </a:xfrm>
              <a:custGeom>
                <a:avLst/>
                <a:gdLst>
                  <a:gd name="T0" fmla="*/ 15 w 61"/>
                  <a:gd name="T1" fmla="*/ 0 h 78"/>
                  <a:gd name="T2" fmla="*/ 41 w 61"/>
                  <a:gd name="T3" fmla="*/ 96 h 78"/>
                  <a:gd name="T4" fmla="*/ 67 w 61"/>
                  <a:gd name="T5" fmla="*/ 98 h 78"/>
                  <a:gd name="T6" fmla="*/ 76 w 61"/>
                  <a:gd name="T7" fmla="*/ 83 h 78"/>
                  <a:gd name="T8" fmla="*/ 61 w 61"/>
                  <a:gd name="T9" fmla="*/ 58 h 7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1" h="78">
                    <a:moveTo>
                      <a:pt x="12" y="0"/>
                    </a:moveTo>
                    <a:cubicBezTo>
                      <a:pt x="0" y="27"/>
                      <a:pt x="2" y="62"/>
                      <a:pt x="32" y="74"/>
                    </a:cubicBezTo>
                    <a:cubicBezTo>
                      <a:pt x="38" y="75"/>
                      <a:pt x="48" y="78"/>
                      <a:pt x="53" y="76"/>
                    </a:cubicBezTo>
                    <a:cubicBezTo>
                      <a:pt x="59" y="74"/>
                      <a:pt x="59" y="71"/>
                      <a:pt x="60" y="64"/>
                    </a:cubicBezTo>
                    <a:cubicBezTo>
                      <a:pt x="61" y="52"/>
                      <a:pt x="54" y="52"/>
                      <a:pt x="48" y="45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28739" name="Freeform 322">
                <a:extLst>
                  <a:ext uri="{FF2B5EF4-FFF2-40B4-BE49-F238E27FC236}">
                    <a16:creationId xmlns:a16="http://schemas.microsoft.com/office/drawing/2014/main" id="{87C376FB-0AA4-4FAA-BE3A-07BFDDA141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5" y="3756"/>
                <a:ext cx="47" cy="51"/>
              </a:xfrm>
              <a:custGeom>
                <a:avLst/>
                <a:gdLst>
                  <a:gd name="T0" fmla="*/ 5 w 43"/>
                  <a:gd name="T1" fmla="*/ 0 h 47"/>
                  <a:gd name="T2" fmla="*/ 13 w 43"/>
                  <a:gd name="T3" fmla="*/ 47 h 47"/>
                  <a:gd name="T4" fmla="*/ 56 w 43"/>
                  <a:gd name="T5" fmla="*/ 55 h 4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" h="47">
                    <a:moveTo>
                      <a:pt x="5" y="0"/>
                    </a:moveTo>
                    <a:cubicBezTo>
                      <a:pt x="5" y="12"/>
                      <a:pt x="0" y="28"/>
                      <a:pt x="10" y="37"/>
                    </a:cubicBezTo>
                    <a:cubicBezTo>
                      <a:pt x="17" y="45"/>
                      <a:pt x="34" y="47"/>
                      <a:pt x="43" y="43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28740" name="Freeform 323">
                <a:extLst>
                  <a:ext uri="{FF2B5EF4-FFF2-40B4-BE49-F238E27FC236}">
                    <a16:creationId xmlns:a16="http://schemas.microsoft.com/office/drawing/2014/main" id="{C0C09C85-3901-4B0A-8FBD-A1B2CC7FFD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2" y="3757"/>
                <a:ext cx="8" cy="30"/>
              </a:xfrm>
              <a:custGeom>
                <a:avLst/>
                <a:gdLst>
                  <a:gd name="T0" fmla="*/ 3 w 8"/>
                  <a:gd name="T1" fmla="*/ 37 h 27"/>
                  <a:gd name="T2" fmla="*/ 8 w 8"/>
                  <a:gd name="T3" fmla="*/ 0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27">
                    <a:moveTo>
                      <a:pt x="3" y="27"/>
                    </a:moveTo>
                    <a:cubicBezTo>
                      <a:pt x="0" y="19"/>
                      <a:pt x="4" y="7"/>
                      <a:pt x="8" y="0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28741" name="Freeform 324">
                <a:extLst>
                  <a:ext uri="{FF2B5EF4-FFF2-40B4-BE49-F238E27FC236}">
                    <a16:creationId xmlns:a16="http://schemas.microsoft.com/office/drawing/2014/main" id="{4AF3D9DB-0350-49FD-8344-A29243816A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3" y="3430"/>
                <a:ext cx="79" cy="100"/>
              </a:xfrm>
              <a:custGeom>
                <a:avLst/>
                <a:gdLst>
                  <a:gd name="T0" fmla="*/ 1 w 73"/>
                  <a:gd name="T1" fmla="*/ 118 h 92"/>
                  <a:gd name="T2" fmla="*/ 48 w 73"/>
                  <a:gd name="T3" fmla="*/ 57 h 92"/>
                  <a:gd name="T4" fmla="*/ 92 w 73"/>
                  <a:gd name="T5" fmla="*/ 0 h 9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3" h="92">
                    <a:moveTo>
                      <a:pt x="1" y="92"/>
                    </a:moveTo>
                    <a:cubicBezTo>
                      <a:pt x="0" y="89"/>
                      <a:pt x="33" y="51"/>
                      <a:pt x="38" y="44"/>
                    </a:cubicBezTo>
                    <a:cubicBezTo>
                      <a:pt x="49" y="31"/>
                      <a:pt x="58" y="8"/>
                      <a:pt x="73" y="0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28742" name="Freeform 325">
                <a:extLst>
                  <a:ext uri="{FF2B5EF4-FFF2-40B4-BE49-F238E27FC236}">
                    <a16:creationId xmlns:a16="http://schemas.microsoft.com/office/drawing/2014/main" id="{41670937-65F9-4693-8673-7C30D3E5F1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7" y="3003"/>
                <a:ext cx="97" cy="105"/>
              </a:xfrm>
              <a:custGeom>
                <a:avLst/>
                <a:gdLst>
                  <a:gd name="T0" fmla="*/ 16 w 89"/>
                  <a:gd name="T1" fmla="*/ 0 h 96"/>
                  <a:gd name="T2" fmla="*/ 12 w 89"/>
                  <a:gd name="T3" fmla="*/ 46 h 96"/>
                  <a:gd name="T4" fmla="*/ 2 w 89"/>
                  <a:gd name="T5" fmla="*/ 88 h 96"/>
                  <a:gd name="T6" fmla="*/ 10 w 89"/>
                  <a:gd name="T7" fmla="*/ 102 h 96"/>
                  <a:gd name="T8" fmla="*/ 21 w 89"/>
                  <a:gd name="T9" fmla="*/ 114 h 96"/>
                  <a:gd name="T10" fmla="*/ 45 w 89"/>
                  <a:gd name="T11" fmla="*/ 126 h 96"/>
                  <a:gd name="T12" fmla="*/ 72 w 89"/>
                  <a:gd name="T13" fmla="*/ 105 h 96"/>
                  <a:gd name="T14" fmla="*/ 88 w 89"/>
                  <a:gd name="T15" fmla="*/ 86 h 96"/>
                  <a:gd name="T16" fmla="*/ 107 w 89"/>
                  <a:gd name="T17" fmla="*/ 67 h 96"/>
                  <a:gd name="T18" fmla="*/ 113 w 89"/>
                  <a:gd name="T19" fmla="*/ 44 h 96"/>
                  <a:gd name="T20" fmla="*/ 109 w 89"/>
                  <a:gd name="T21" fmla="*/ 34 h 9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9" h="96">
                    <a:moveTo>
                      <a:pt x="13" y="0"/>
                    </a:moveTo>
                    <a:cubicBezTo>
                      <a:pt x="14" y="11"/>
                      <a:pt x="11" y="24"/>
                      <a:pt x="9" y="35"/>
                    </a:cubicBezTo>
                    <a:cubicBezTo>
                      <a:pt x="7" y="46"/>
                      <a:pt x="5" y="56"/>
                      <a:pt x="2" y="67"/>
                    </a:cubicBezTo>
                    <a:cubicBezTo>
                      <a:pt x="0" y="73"/>
                      <a:pt x="1" y="75"/>
                      <a:pt x="7" y="78"/>
                    </a:cubicBezTo>
                    <a:cubicBezTo>
                      <a:pt x="11" y="81"/>
                      <a:pt x="12" y="83"/>
                      <a:pt x="16" y="87"/>
                    </a:cubicBezTo>
                    <a:cubicBezTo>
                      <a:pt x="20" y="92"/>
                      <a:pt x="29" y="95"/>
                      <a:pt x="35" y="96"/>
                    </a:cubicBezTo>
                    <a:cubicBezTo>
                      <a:pt x="45" y="96"/>
                      <a:pt x="50" y="87"/>
                      <a:pt x="56" y="80"/>
                    </a:cubicBezTo>
                    <a:cubicBezTo>
                      <a:pt x="61" y="76"/>
                      <a:pt x="64" y="71"/>
                      <a:pt x="68" y="66"/>
                    </a:cubicBezTo>
                    <a:cubicBezTo>
                      <a:pt x="72" y="60"/>
                      <a:pt x="78" y="56"/>
                      <a:pt x="83" y="51"/>
                    </a:cubicBezTo>
                    <a:cubicBezTo>
                      <a:pt x="87" y="45"/>
                      <a:pt x="89" y="40"/>
                      <a:pt x="87" y="34"/>
                    </a:cubicBezTo>
                    <a:cubicBezTo>
                      <a:pt x="87" y="31"/>
                      <a:pt x="85" y="28"/>
                      <a:pt x="84" y="26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28743" name="Freeform 326">
                <a:extLst>
                  <a:ext uri="{FF2B5EF4-FFF2-40B4-BE49-F238E27FC236}">
                    <a16:creationId xmlns:a16="http://schemas.microsoft.com/office/drawing/2014/main" id="{1E5643B0-7DB0-4FD7-9D1B-1E5179B607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0" y="3001"/>
                <a:ext cx="45" cy="11"/>
              </a:xfrm>
              <a:custGeom>
                <a:avLst/>
                <a:gdLst>
                  <a:gd name="T0" fmla="*/ 0 w 41"/>
                  <a:gd name="T1" fmla="*/ 0 h 10"/>
                  <a:gd name="T2" fmla="*/ 27 w 41"/>
                  <a:gd name="T3" fmla="*/ 2 h 10"/>
                  <a:gd name="T4" fmla="*/ 54 w 41"/>
                  <a:gd name="T5" fmla="*/ 13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1" h="10">
                    <a:moveTo>
                      <a:pt x="0" y="0"/>
                    </a:moveTo>
                    <a:cubicBezTo>
                      <a:pt x="6" y="3"/>
                      <a:pt x="14" y="1"/>
                      <a:pt x="21" y="2"/>
                    </a:cubicBezTo>
                    <a:cubicBezTo>
                      <a:pt x="28" y="3"/>
                      <a:pt x="36" y="7"/>
                      <a:pt x="41" y="10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28744" name="Freeform 327">
                <a:extLst>
                  <a:ext uri="{FF2B5EF4-FFF2-40B4-BE49-F238E27FC236}">
                    <a16:creationId xmlns:a16="http://schemas.microsoft.com/office/drawing/2014/main" id="{39BF0639-E9B2-4350-B5AE-9D8DD13347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7" y="2878"/>
                <a:ext cx="262" cy="373"/>
              </a:xfrm>
              <a:custGeom>
                <a:avLst/>
                <a:gdLst>
                  <a:gd name="T0" fmla="*/ 303 w 240"/>
                  <a:gd name="T1" fmla="*/ 0 h 343"/>
                  <a:gd name="T2" fmla="*/ 308 w 240"/>
                  <a:gd name="T3" fmla="*/ 49 h 343"/>
                  <a:gd name="T4" fmla="*/ 277 w 240"/>
                  <a:gd name="T5" fmla="*/ 64 h 343"/>
                  <a:gd name="T6" fmla="*/ 181 w 240"/>
                  <a:gd name="T7" fmla="*/ 133 h 343"/>
                  <a:gd name="T8" fmla="*/ 82 w 240"/>
                  <a:gd name="T9" fmla="*/ 231 h 343"/>
                  <a:gd name="T10" fmla="*/ 34 w 240"/>
                  <a:gd name="T11" fmla="*/ 347 h 343"/>
                  <a:gd name="T12" fmla="*/ 0 w 240"/>
                  <a:gd name="T13" fmla="*/ 442 h 34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0" h="343">
                    <a:moveTo>
                      <a:pt x="234" y="0"/>
                    </a:moveTo>
                    <a:cubicBezTo>
                      <a:pt x="229" y="6"/>
                      <a:pt x="240" y="29"/>
                      <a:pt x="236" y="38"/>
                    </a:cubicBezTo>
                    <a:cubicBezTo>
                      <a:pt x="232" y="46"/>
                      <a:pt x="220" y="47"/>
                      <a:pt x="213" y="50"/>
                    </a:cubicBezTo>
                    <a:cubicBezTo>
                      <a:pt x="185" y="63"/>
                      <a:pt x="162" y="85"/>
                      <a:pt x="139" y="103"/>
                    </a:cubicBezTo>
                    <a:cubicBezTo>
                      <a:pt x="112" y="125"/>
                      <a:pt x="79" y="149"/>
                      <a:pt x="63" y="179"/>
                    </a:cubicBezTo>
                    <a:cubicBezTo>
                      <a:pt x="48" y="208"/>
                      <a:pt x="35" y="239"/>
                      <a:pt x="26" y="269"/>
                    </a:cubicBezTo>
                    <a:cubicBezTo>
                      <a:pt x="19" y="294"/>
                      <a:pt x="13" y="321"/>
                      <a:pt x="0" y="343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28745" name="Freeform 328">
                <a:extLst>
                  <a:ext uri="{FF2B5EF4-FFF2-40B4-BE49-F238E27FC236}">
                    <a16:creationId xmlns:a16="http://schemas.microsoft.com/office/drawing/2014/main" id="{BEF20B5F-94C8-46F1-ABF8-42563B1AA8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3" y="2864"/>
                <a:ext cx="28" cy="201"/>
              </a:xfrm>
              <a:custGeom>
                <a:avLst/>
                <a:gdLst>
                  <a:gd name="T0" fmla="*/ 16 w 26"/>
                  <a:gd name="T1" fmla="*/ 237 h 185"/>
                  <a:gd name="T2" fmla="*/ 6 w 26"/>
                  <a:gd name="T3" fmla="*/ 128 h 185"/>
                  <a:gd name="T4" fmla="*/ 32 w 26"/>
                  <a:gd name="T5" fmla="*/ 0 h 18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185">
                    <a:moveTo>
                      <a:pt x="13" y="185"/>
                    </a:moveTo>
                    <a:cubicBezTo>
                      <a:pt x="21" y="158"/>
                      <a:pt x="10" y="127"/>
                      <a:pt x="6" y="100"/>
                    </a:cubicBezTo>
                    <a:cubicBezTo>
                      <a:pt x="0" y="63"/>
                      <a:pt x="5" y="29"/>
                      <a:pt x="26" y="0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28746" name="Freeform 329">
                <a:extLst>
                  <a:ext uri="{FF2B5EF4-FFF2-40B4-BE49-F238E27FC236}">
                    <a16:creationId xmlns:a16="http://schemas.microsoft.com/office/drawing/2014/main" id="{3EAE07EA-DA0E-470A-94DE-BDEC5B4BFE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1" y="2832"/>
                <a:ext cx="37" cy="155"/>
              </a:xfrm>
              <a:custGeom>
                <a:avLst/>
                <a:gdLst>
                  <a:gd name="T0" fmla="*/ 13 w 34"/>
                  <a:gd name="T1" fmla="*/ 184 h 142"/>
                  <a:gd name="T2" fmla="*/ 9 w 34"/>
                  <a:gd name="T3" fmla="*/ 99 h 142"/>
                  <a:gd name="T4" fmla="*/ 14 w 34"/>
                  <a:gd name="T5" fmla="*/ 51 h 142"/>
                  <a:gd name="T6" fmla="*/ 44 w 34"/>
                  <a:gd name="T7" fmla="*/ 0 h 14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4" h="142">
                    <a:moveTo>
                      <a:pt x="10" y="142"/>
                    </a:moveTo>
                    <a:cubicBezTo>
                      <a:pt x="0" y="121"/>
                      <a:pt x="5" y="98"/>
                      <a:pt x="6" y="76"/>
                    </a:cubicBezTo>
                    <a:cubicBezTo>
                      <a:pt x="7" y="64"/>
                      <a:pt x="8" y="50"/>
                      <a:pt x="11" y="39"/>
                    </a:cubicBezTo>
                    <a:cubicBezTo>
                      <a:pt x="16" y="24"/>
                      <a:pt x="29" y="13"/>
                      <a:pt x="34" y="0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28747" name="Freeform 330">
                <a:extLst>
                  <a:ext uri="{FF2B5EF4-FFF2-40B4-BE49-F238E27FC236}">
                    <a16:creationId xmlns:a16="http://schemas.microsoft.com/office/drawing/2014/main" id="{0612C9F3-A86B-428B-9150-513B39958F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4" y="2729"/>
                <a:ext cx="28" cy="24"/>
              </a:xfrm>
              <a:custGeom>
                <a:avLst/>
                <a:gdLst>
                  <a:gd name="T0" fmla="*/ 3 w 26"/>
                  <a:gd name="T1" fmla="*/ 1 h 22"/>
                  <a:gd name="T2" fmla="*/ 3 w 26"/>
                  <a:gd name="T3" fmla="*/ 1 h 22"/>
                  <a:gd name="T4" fmla="*/ 32 w 26"/>
                  <a:gd name="T5" fmla="*/ 9 h 22"/>
                  <a:gd name="T6" fmla="*/ 27 w 26"/>
                  <a:gd name="T7" fmla="*/ 27 h 22"/>
                  <a:gd name="T8" fmla="*/ 6 w 26"/>
                  <a:gd name="T9" fmla="*/ 26 h 22"/>
                  <a:gd name="T10" fmla="*/ 0 w 26"/>
                  <a:gd name="T11" fmla="*/ 10 h 2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6" h="22">
                    <a:moveTo>
                      <a:pt x="3" y="1"/>
                    </a:moveTo>
                    <a:cubicBezTo>
                      <a:pt x="3" y="1"/>
                      <a:pt x="2" y="0"/>
                      <a:pt x="3" y="1"/>
                    </a:cubicBezTo>
                    <a:cubicBezTo>
                      <a:pt x="9" y="6"/>
                      <a:pt x="18" y="10"/>
                      <a:pt x="26" y="6"/>
                    </a:cubicBezTo>
                    <a:cubicBezTo>
                      <a:pt x="24" y="11"/>
                      <a:pt x="23" y="17"/>
                      <a:pt x="21" y="21"/>
                    </a:cubicBezTo>
                    <a:cubicBezTo>
                      <a:pt x="16" y="18"/>
                      <a:pt x="11" y="22"/>
                      <a:pt x="6" y="20"/>
                    </a:cubicBezTo>
                    <a:cubicBezTo>
                      <a:pt x="0" y="18"/>
                      <a:pt x="0" y="13"/>
                      <a:pt x="0" y="7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28748" name="Freeform 331">
                <a:extLst>
                  <a:ext uri="{FF2B5EF4-FFF2-40B4-BE49-F238E27FC236}">
                    <a16:creationId xmlns:a16="http://schemas.microsoft.com/office/drawing/2014/main" id="{539A19C3-1827-4E72-B0C7-86B9FB10D8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4" y="2782"/>
                <a:ext cx="40" cy="32"/>
              </a:xfrm>
              <a:custGeom>
                <a:avLst/>
                <a:gdLst>
                  <a:gd name="T0" fmla="*/ 16 w 36"/>
                  <a:gd name="T1" fmla="*/ 0 h 29"/>
                  <a:gd name="T2" fmla="*/ 18 w 36"/>
                  <a:gd name="T3" fmla="*/ 32 h 29"/>
                  <a:gd name="T4" fmla="*/ 47 w 36"/>
                  <a:gd name="T5" fmla="*/ 21 h 2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6" h="29">
                    <a:moveTo>
                      <a:pt x="12" y="0"/>
                    </a:moveTo>
                    <a:cubicBezTo>
                      <a:pt x="11" y="11"/>
                      <a:pt x="0" y="17"/>
                      <a:pt x="13" y="24"/>
                    </a:cubicBezTo>
                    <a:cubicBezTo>
                      <a:pt x="20" y="29"/>
                      <a:pt x="36" y="26"/>
                      <a:pt x="34" y="15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28749" name="Freeform 332">
                <a:extLst>
                  <a:ext uri="{FF2B5EF4-FFF2-40B4-BE49-F238E27FC236}">
                    <a16:creationId xmlns:a16="http://schemas.microsoft.com/office/drawing/2014/main" id="{7133389B-A4F3-4848-9619-43B0571976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0" y="2802"/>
                <a:ext cx="18" cy="26"/>
              </a:xfrm>
              <a:custGeom>
                <a:avLst/>
                <a:gdLst>
                  <a:gd name="T0" fmla="*/ 0 w 16"/>
                  <a:gd name="T1" fmla="*/ 0 h 24"/>
                  <a:gd name="T2" fmla="*/ 23 w 16"/>
                  <a:gd name="T3" fmla="*/ 13 h 24"/>
                  <a:gd name="T4" fmla="*/ 2 w 16"/>
                  <a:gd name="T5" fmla="*/ 30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24">
                    <a:moveTo>
                      <a:pt x="0" y="0"/>
                    </a:moveTo>
                    <a:cubicBezTo>
                      <a:pt x="4" y="5"/>
                      <a:pt x="9" y="8"/>
                      <a:pt x="16" y="10"/>
                    </a:cubicBezTo>
                    <a:cubicBezTo>
                      <a:pt x="14" y="16"/>
                      <a:pt x="8" y="24"/>
                      <a:pt x="2" y="24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28750" name="Freeform 333">
                <a:extLst>
                  <a:ext uri="{FF2B5EF4-FFF2-40B4-BE49-F238E27FC236}">
                    <a16:creationId xmlns:a16="http://schemas.microsoft.com/office/drawing/2014/main" id="{0C8CB57F-A20B-4FF6-82AC-F695770237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4" y="2815"/>
                <a:ext cx="12" cy="20"/>
              </a:xfrm>
              <a:custGeom>
                <a:avLst/>
                <a:gdLst>
                  <a:gd name="T0" fmla="*/ 3 w 11"/>
                  <a:gd name="T1" fmla="*/ 0 h 18"/>
                  <a:gd name="T2" fmla="*/ 10 w 11"/>
                  <a:gd name="T3" fmla="*/ 3 h 18"/>
                  <a:gd name="T4" fmla="*/ 14 w 11"/>
                  <a:gd name="T5" fmla="*/ 12 h 18"/>
                  <a:gd name="T6" fmla="*/ 5 w 11"/>
                  <a:gd name="T7" fmla="*/ 24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18">
                    <a:moveTo>
                      <a:pt x="3" y="0"/>
                    </a:moveTo>
                    <a:cubicBezTo>
                      <a:pt x="0" y="0"/>
                      <a:pt x="7" y="3"/>
                      <a:pt x="7" y="3"/>
                    </a:cubicBezTo>
                    <a:cubicBezTo>
                      <a:pt x="10" y="6"/>
                      <a:pt x="11" y="6"/>
                      <a:pt x="11" y="9"/>
                    </a:cubicBezTo>
                    <a:cubicBezTo>
                      <a:pt x="11" y="13"/>
                      <a:pt x="7" y="16"/>
                      <a:pt x="5" y="18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28751" name="Freeform 334">
                <a:extLst>
                  <a:ext uri="{FF2B5EF4-FFF2-40B4-BE49-F238E27FC236}">
                    <a16:creationId xmlns:a16="http://schemas.microsoft.com/office/drawing/2014/main" id="{3BA487E5-D268-465C-9CD4-B77B17FD38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6" y="2620"/>
                <a:ext cx="26" cy="55"/>
              </a:xfrm>
              <a:custGeom>
                <a:avLst/>
                <a:gdLst>
                  <a:gd name="T0" fmla="*/ 2 w 24"/>
                  <a:gd name="T1" fmla="*/ 67 h 50"/>
                  <a:gd name="T2" fmla="*/ 10 w 24"/>
                  <a:gd name="T3" fmla="*/ 34 h 50"/>
                  <a:gd name="T4" fmla="*/ 30 w 24"/>
                  <a:gd name="T5" fmla="*/ 0 h 5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50">
                    <a:moveTo>
                      <a:pt x="2" y="50"/>
                    </a:moveTo>
                    <a:cubicBezTo>
                      <a:pt x="0" y="48"/>
                      <a:pt x="6" y="29"/>
                      <a:pt x="7" y="25"/>
                    </a:cubicBezTo>
                    <a:cubicBezTo>
                      <a:pt x="11" y="16"/>
                      <a:pt x="16" y="6"/>
                      <a:pt x="24" y="0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28752" name="Freeform 335">
                <a:extLst>
                  <a:ext uri="{FF2B5EF4-FFF2-40B4-BE49-F238E27FC236}">
                    <a16:creationId xmlns:a16="http://schemas.microsoft.com/office/drawing/2014/main" id="{6B766EB2-51B0-4968-82F1-09FE6CE2BB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0" y="2646"/>
                <a:ext cx="8" cy="25"/>
              </a:xfrm>
              <a:custGeom>
                <a:avLst/>
                <a:gdLst>
                  <a:gd name="T0" fmla="*/ 10 w 7"/>
                  <a:gd name="T1" fmla="*/ 29 h 23"/>
                  <a:gd name="T2" fmla="*/ 1 w 7"/>
                  <a:gd name="T3" fmla="*/ 0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23">
                    <a:moveTo>
                      <a:pt x="7" y="23"/>
                    </a:moveTo>
                    <a:cubicBezTo>
                      <a:pt x="0" y="17"/>
                      <a:pt x="1" y="8"/>
                      <a:pt x="1" y="0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28753" name="Freeform 336">
                <a:extLst>
                  <a:ext uri="{FF2B5EF4-FFF2-40B4-BE49-F238E27FC236}">
                    <a16:creationId xmlns:a16="http://schemas.microsoft.com/office/drawing/2014/main" id="{A22F81D0-6764-418B-AADA-6D75B1CC0F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9" y="2617"/>
                <a:ext cx="10" cy="6"/>
              </a:xfrm>
              <a:custGeom>
                <a:avLst/>
                <a:gdLst>
                  <a:gd name="T0" fmla="*/ 2 w 9"/>
                  <a:gd name="T1" fmla="*/ 1 h 6"/>
                  <a:gd name="T2" fmla="*/ 1 w 9"/>
                  <a:gd name="T3" fmla="*/ 2 h 6"/>
                  <a:gd name="T4" fmla="*/ 11 w 9"/>
                  <a:gd name="T5" fmla="*/ 6 h 6"/>
                  <a:gd name="T6" fmla="*/ 9 w 9"/>
                  <a:gd name="T7" fmla="*/ 6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6">
                    <a:moveTo>
                      <a:pt x="2" y="1"/>
                    </a:moveTo>
                    <a:cubicBezTo>
                      <a:pt x="1" y="1"/>
                      <a:pt x="0" y="1"/>
                      <a:pt x="1" y="2"/>
                    </a:cubicBezTo>
                    <a:cubicBezTo>
                      <a:pt x="5" y="0"/>
                      <a:pt x="9" y="2"/>
                      <a:pt x="8" y="6"/>
                    </a:cubicBezTo>
                    <a:cubicBezTo>
                      <a:pt x="7" y="6"/>
                      <a:pt x="7" y="6"/>
                      <a:pt x="6" y="6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28754" name="Freeform 337">
                <a:extLst>
                  <a:ext uri="{FF2B5EF4-FFF2-40B4-BE49-F238E27FC236}">
                    <a16:creationId xmlns:a16="http://schemas.microsoft.com/office/drawing/2014/main" id="{99A86932-78BF-45C1-A2E8-0FD76F94C2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3" y="2632"/>
                <a:ext cx="6" cy="10"/>
              </a:xfrm>
              <a:custGeom>
                <a:avLst/>
                <a:gdLst>
                  <a:gd name="T0" fmla="*/ 0 w 6"/>
                  <a:gd name="T1" fmla="*/ 0 h 9"/>
                  <a:gd name="T2" fmla="*/ 4 w 6"/>
                  <a:gd name="T3" fmla="*/ 12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9">
                    <a:moveTo>
                      <a:pt x="0" y="0"/>
                    </a:moveTo>
                    <a:cubicBezTo>
                      <a:pt x="1" y="3"/>
                      <a:pt x="6" y="5"/>
                      <a:pt x="4" y="9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28755" name="Freeform 338">
                <a:extLst>
                  <a:ext uri="{FF2B5EF4-FFF2-40B4-BE49-F238E27FC236}">
                    <a16:creationId xmlns:a16="http://schemas.microsoft.com/office/drawing/2014/main" id="{E6863144-2087-4449-A2A4-FCEEFF00FB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0" y="2665"/>
                <a:ext cx="24" cy="11"/>
              </a:xfrm>
              <a:custGeom>
                <a:avLst/>
                <a:gdLst>
                  <a:gd name="T0" fmla="*/ 0 w 22"/>
                  <a:gd name="T1" fmla="*/ 10 h 10"/>
                  <a:gd name="T2" fmla="*/ 27 w 22"/>
                  <a:gd name="T3" fmla="*/ 1 h 10"/>
                  <a:gd name="T4" fmla="*/ 28 w 22"/>
                  <a:gd name="T5" fmla="*/ 0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10">
                    <a:moveTo>
                      <a:pt x="0" y="7"/>
                    </a:moveTo>
                    <a:cubicBezTo>
                      <a:pt x="8" y="10"/>
                      <a:pt x="14" y="2"/>
                      <a:pt x="21" y="1"/>
                    </a:cubicBezTo>
                    <a:cubicBezTo>
                      <a:pt x="21" y="1"/>
                      <a:pt x="22" y="0"/>
                      <a:pt x="22" y="0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28756" name="Freeform 339">
                <a:extLst>
                  <a:ext uri="{FF2B5EF4-FFF2-40B4-BE49-F238E27FC236}">
                    <a16:creationId xmlns:a16="http://schemas.microsoft.com/office/drawing/2014/main" id="{ADA4665A-E2C0-4E80-A88B-70AE7C5D3B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7" y="2700"/>
                <a:ext cx="20" cy="24"/>
              </a:xfrm>
              <a:custGeom>
                <a:avLst/>
                <a:gdLst>
                  <a:gd name="T0" fmla="*/ 0 w 19"/>
                  <a:gd name="T1" fmla="*/ 1 h 22"/>
                  <a:gd name="T2" fmla="*/ 3 w 19"/>
                  <a:gd name="T3" fmla="*/ 16 h 22"/>
                  <a:gd name="T4" fmla="*/ 5 w 19"/>
                  <a:gd name="T5" fmla="*/ 28 h 22"/>
                  <a:gd name="T6" fmla="*/ 15 w 19"/>
                  <a:gd name="T7" fmla="*/ 19 h 22"/>
                  <a:gd name="T8" fmla="*/ 22 w 19"/>
                  <a:gd name="T9" fmla="*/ 11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22">
                    <a:moveTo>
                      <a:pt x="0" y="1"/>
                    </a:moveTo>
                    <a:cubicBezTo>
                      <a:pt x="1" y="0"/>
                      <a:pt x="2" y="10"/>
                      <a:pt x="3" y="13"/>
                    </a:cubicBezTo>
                    <a:cubicBezTo>
                      <a:pt x="3" y="16"/>
                      <a:pt x="4" y="19"/>
                      <a:pt x="5" y="22"/>
                    </a:cubicBezTo>
                    <a:cubicBezTo>
                      <a:pt x="8" y="21"/>
                      <a:pt x="10" y="17"/>
                      <a:pt x="12" y="15"/>
                    </a:cubicBezTo>
                    <a:cubicBezTo>
                      <a:pt x="14" y="12"/>
                      <a:pt x="17" y="10"/>
                      <a:pt x="19" y="8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28757" name="Freeform 340">
                <a:extLst>
                  <a:ext uri="{FF2B5EF4-FFF2-40B4-BE49-F238E27FC236}">
                    <a16:creationId xmlns:a16="http://schemas.microsoft.com/office/drawing/2014/main" id="{696337EF-74ED-4A3F-9B89-A17EBA2BB5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0" y="2741"/>
                <a:ext cx="17" cy="21"/>
              </a:xfrm>
              <a:custGeom>
                <a:avLst/>
                <a:gdLst>
                  <a:gd name="T0" fmla="*/ 1 w 16"/>
                  <a:gd name="T1" fmla="*/ 2 h 19"/>
                  <a:gd name="T2" fmla="*/ 0 w 16"/>
                  <a:gd name="T3" fmla="*/ 0 h 19"/>
                  <a:gd name="T4" fmla="*/ 11 w 16"/>
                  <a:gd name="T5" fmla="*/ 25 h 19"/>
                  <a:gd name="T6" fmla="*/ 12 w 16"/>
                  <a:gd name="T7" fmla="*/ 25 h 19"/>
                  <a:gd name="T8" fmla="*/ 19 w 16"/>
                  <a:gd name="T9" fmla="*/ 1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19">
                    <a:moveTo>
                      <a:pt x="1" y="2"/>
                    </a:moveTo>
                    <a:cubicBezTo>
                      <a:pt x="1" y="1"/>
                      <a:pt x="1" y="1"/>
                      <a:pt x="0" y="0"/>
                    </a:cubicBezTo>
                    <a:cubicBezTo>
                      <a:pt x="5" y="5"/>
                      <a:pt x="4" y="14"/>
                      <a:pt x="8" y="19"/>
                    </a:cubicBezTo>
                    <a:cubicBezTo>
                      <a:pt x="8" y="19"/>
                      <a:pt x="8" y="19"/>
                      <a:pt x="9" y="19"/>
                    </a:cubicBezTo>
                    <a:cubicBezTo>
                      <a:pt x="9" y="13"/>
                      <a:pt x="11" y="3"/>
                      <a:pt x="16" y="1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28758" name="Freeform 341">
                <a:extLst>
                  <a:ext uri="{FF2B5EF4-FFF2-40B4-BE49-F238E27FC236}">
                    <a16:creationId xmlns:a16="http://schemas.microsoft.com/office/drawing/2014/main" id="{E410DFB0-E878-4EC8-A5BB-DBA0339D00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4" y="2694"/>
                <a:ext cx="8" cy="8"/>
              </a:xfrm>
              <a:custGeom>
                <a:avLst/>
                <a:gdLst>
                  <a:gd name="T0" fmla="*/ 0 w 7"/>
                  <a:gd name="T1" fmla="*/ 2 h 7"/>
                  <a:gd name="T2" fmla="*/ 3 w 7"/>
                  <a:gd name="T3" fmla="*/ 1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7">
                    <a:moveTo>
                      <a:pt x="0" y="2"/>
                    </a:moveTo>
                    <a:cubicBezTo>
                      <a:pt x="1" y="0"/>
                      <a:pt x="7" y="4"/>
                      <a:pt x="3" y="7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28759" name="Freeform 342">
                <a:extLst>
                  <a:ext uri="{FF2B5EF4-FFF2-40B4-BE49-F238E27FC236}">
                    <a16:creationId xmlns:a16="http://schemas.microsoft.com/office/drawing/2014/main" id="{6DAC4FDD-C0C4-4C27-A6AB-81808550E6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2" y="2667"/>
                <a:ext cx="11" cy="9"/>
              </a:xfrm>
              <a:custGeom>
                <a:avLst/>
                <a:gdLst>
                  <a:gd name="T0" fmla="*/ 0 w 10"/>
                  <a:gd name="T1" fmla="*/ 2 h 8"/>
                  <a:gd name="T2" fmla="*/ 4 w 10"/>
                  <a:gd name="T3" fmla="*/ 1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8">
                    <a:moveTo>
                      <a:pt x="0" y="2"/>
                    </a:moveTo>
                    <a:cubicBezTo>
                      <a:pt x="7" y="0"/>
                      <a:pt x="10" y="8"/>
                      <a:pt x="4" y="7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28760" name="Freeform 343">
                <a:extLst>
                  <a:ext uri="{FF2B5EF4-FFF2-40B4-BE49-F238E27FC236}">
                    <a16:creationId xmlns:a16="http://schemas.microsoft.com/office/drawing/2014/main" id="{A8220E47-7C01-48A3-9A7D-78FA3BFA7E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9" y="2606"/>
                <a:ext cx="12" cy="16"/>
              </a:xfrm>
              <a:custGeom>
                <a:avLst/>
                <a:gdLst>
                  <a:gd name="T0" fmla="*/ 0 w 11"/>
                  <a:gd name="T1" fmla="*/ 0 h 15"/>
                  <a:gd name="T2" fmla="*/ 2 w 11"/>
                  <a:gd name="T3" fmla="*/ 15 h 15"/>
                  <a:gd name="T4" fmla="*/ 14 w 11"/>
                  <a:gd name="T5" fmla="*/ 16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5">
                    <a:moveTo>
                      <a:pt x="0" y="0"/>
                    </a:moveTo>
                    <a:cubicBezTo>
                      <a:pt x="0" y="3"/>
                      <a:pt x="0" y="10"/>
                      <a:pt x="2" y="12"/>
                    </a:cubicBezTo>
                    <a:cubicBezTo>
                      <a:pt x="5" y="15"/>
                      <a:pt x="7" y="12"/>
                      <a:pt x="11" y="13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28761" name="Freeform 344">
                <a:extLst>
                  <a:ext uri="{FF2B5EF4-FFF2-40B4-BE49-F238E27FC236}">
                    <a16:creationId xmlns:a16="http://schemas.microsoft.com/office/drawing/2014/main" id="{369E6E3A-7E16-4B73-BA3B-E8EB20F49C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6" y="2566"/>
                <a:ext cx="89" cy="79"/>
              </a:xfrm>
              <a:custGeom>
                <a:avLst/>
                <a:gdLst>
                  <a:gd name="T0" fmla="*/ 0 w 81"/>
                  <a:gd name="T1" fmla="*/ 0 h 73"/>
                  <a:gd name="T2" fmla="*/ 0 w 81"/>
                  <a:gd name="T3" fmla="*/ 2 h 73"/>
                  <a:gd name="T4" fmla="*/ 41 w 81"/>
                  <a:gd name="T5" fmla="*/ 21 h 73"/>
                  <a:gd name="T6" fmla="*/ 56 w 81"/>
                  <a:gd name="T7" fmla="*/ 37 h 73"/>
                  <a:gd name="T8" fmla="*/ 75 w 81"/>
                  <a:gd name="T9" fmla="*/ 47 h 73"/>
                  <a:gd name="T10" fmla="*/ 98 w 81"/>
                  <a:gd name="T11" fmla="*/ 65 h 73"/>
                  <a:gd name="T12" fmla="*/ 108 w 81"/>
                  <a:gd name="T13" fmla="*/ 92 h 7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1" h="73">
                    <a:moveTo>
                      <a:pt x="0" y="0"/>
                    </a:moveTo>
                    <a:cubicBezTo>
                      <a:pt x="0" y="1"/>
                      <a:pt x="0" y="1"/>
                      <a:pt x="0" y="2"/>
                    </a:cubicBezTo>
                    <a:cubicBezTo>
                      <a:pt x="12" y="5"/>
                      <a:pt x="22" y="7"/>
                      <a:pt x="31" y="17"/>
                    </a:cubicBezTo>
                    <a:cubicBezTo>
                      <a:pt x="35" y="22"/>
                      <a:pt x="37" y="26"/>
                      <a:pt x="42" y="29"/>
                    </a:cubicBezTo>
                    <a:cubicBezTo>
                      <a:pt x="46" y="32"/>
                      <a:pt x="51" y="35"/>
                      <a:pt x="56" y="37"/>
                    </a:cubicBezTo>
                    <a:cubicBezTo>
                      <a:pt x="63" y="41"/>
                      <a:pt x="69" y="45"/>
                      <a:pt x="74" y="51"/>
                    </a:cubicBezTo>
                    <a:cubicBezTo>
                      <a:pt x="80" y="58"/>
                      <a:pt x="81" y="64"/>
                      <a:pt x="81" y="73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28762" name="Freeform 345">
                <a:extLst>
                  <a:ext uri="{FF2B5EF4-FFF2-40B4-BE49-F238E27FC236}">
                    <a16:creationId xmlns:a16="http://schemas.microsoft.com/office/drawing/2014/main" id="{86A52290-DAE1-4EB6-9F7D-98D0DD493F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7" y="2200"/>
                <a:ext cx="12" cy="28"/>
              </a:xfrm>
              <a:custGeom>
                <a:avLst/>
                <a:gdLst>
                  <a:gd name="T0" fmla="*/ 2 w 11"/>
                  <a:gd name="T1" fmla="*/ 0 h 26"/>
                  <a:gd name="T2" fmla="*/ 2 w 11"/>
                  <a:gd name="T3" fmla="*/ 22 h 26"/>
                  <a:gd name="T4" fmla="*/ 14 w 11"/>
                  <a:gd name="T5" fmla="*/ 16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26">
                    <a:moveTo>
                      <a:pt x="2" y="0"/>
                    </a:moveTo>
                    <a:cubicBezTo>
                      <a:pt x="1" y="2"/>
                      <a:pt x="0" y="14"/>
                      <a:pt x="2" y="18"/>
                    </a:cubicBezTo>
                    <a:cubicBezTo>
                      <a:pt x="7" y="26"/>
                      <a:pt x="11" y="19"/>
                      <a:pt x="11" y="13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28763" name="Freeform 346">
                <a:extLst>
                  <a:ext uri="{FF2B5EF4-FFF2-40B4-BE49-F238E27FC236}">
                    <a16:creationId xmlns:a16="http://schemas.microsoft.com/office/drawing/2014/main" id="{349897E4-E968-4F6C-8F66-1C15A6E1B3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6" y="2218"/>
                <a:ext cx="65" cy="112"/>
              </a:xfrm>
              <a:custGeom>
                <a:avLst/>
                <a:gdLst>
                  <a:gd name="T0" fmla="*/ 0 w 59"/>
                  <a:gd name="T1" fmla="*/ 133 h 103"/>
                  <a:gd name="T2" fmla="*/ 22 w 59"/>
                  <a:gd name="T3" fmla="*/ 65 h 103"/>
                  <a:gd name="T4" fmla="*/ 51 w 59"/>
                  <a:gd name="T5" fmla="*/ 28 h 103"/>
                  <a:gd name="T6" fmla="*/ 79 w 59"/>
                  <a:gd name="T7" fmla="*/ 0 h 10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9" h="103">
                    <a:moveTo>
                      <a:pt x="0" y="103"/>
                    </a:moveTo>
                    <a:cubicBezTo>
                      <a:pt x="5" y="85"/>
                      <a:pt x="5" y="67"/>
                      <a:pt x="16" y="51"/>
                    </a:cubicBezTo>
                    <a:cubicBezTo>
                      <a:pt x="22" y="41"/>
                      <a:pt x="30" y="31"/>
                      <a:pt x="38" y="22"/>
                    </a:cubicBezTo>
                    <a:cubicBezTo>
                      <a:pt x="44" y="15"/>
                      <a:pt x="51" y="5"/>
                      <a:pt x="59" y="0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28764" name="Freeform 347">
                <a:extLst>
                  <a:ext uri="{FF2B5EF4-FFF2-40B4-BE49-F238E27FC236}">
                    <a16:creationId xmlns:a16="http://schemas.microsoft.com/office/drawing/2014/main" id="{9DF727D1-4AE6-4380-8F49-5C8FE112DE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1" y="1693"/>
                <a:ext cx="47" cy="429"/>
              </a:xfrm>
              <a:custGeom>
                <a:avLst/>
                <a:gdLst>
                  <a:gd name="T0" fmla="*/ 56 w 43"/>
                  <a:gd name="T1" fmla="*/ 0 h 394"/>
                  <a:gd name="T2" fmla="*/ 56 w 43"/>
                  <a:gd name="T3" fmla="*/ 33 h 394"/>
                  <a:gd name="T4" fmla="*/ 56 w 43"/>
                  <a:gd name="T5" fmla="*/ 63 h 394"/>
                  <a:gd name="T6" fmla="*/ 36 w 43"/>
                  <a:gd name="T7" fmla="*/ 124 h 394"/>
                  <a:gd name="T8" fmla="*/ 9 w 43"/>
                  <a:gd name="T9" fmla="*/ 229 h 394"/>
                  <a:gd name="T10" fmla="*/ 1 w 43"/>
                  <a:gd name="T11" fmla="*/ 340 h 394"/>
                  <a:gd name="T12" fmla="*/ 12 w 43"/>
                  <a:gd name="T13" fmla="*/ 440 h 394"/>
                  <a:gd name="T14" fmla="*/ 16 w 43"/>
                  <a:gd name="T15" fmla="*/ 508 h 39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3" h="394">
                    <a:moveTo>
                      <a:pt x="43" y="0"/>
                    </a:moveTo>
                    <a:cubicBezTo>
                      <a:pt x="40" y="7"/>
                      <a:pt x="43" y="19"/>
                      <a:pt x="43" y="26"/>
                    </a:cubicBezTo>
                    <a:cubicBezTo>
                      <a:pt x="43" y="34"/>
                      <a:pt x="43" y="42"/>
                      <a:pt x="43" y="49"/>
                    </a:cubicBezTo>
                    <a:cubicBezTo>
                      <a:pt x="42" y="65"/>
                      <a:pt x="33" y="81"/>
                      <a:pt x="27" y="96"/>
                    </a:cubicBezTo>
                    <a:cubicBezTo>
                      <a:pt x="17" y="121"/>
                      <a:pt x="8" y="150"/>
                      <a:pt x="6" y="177"/>
                    </a:cubicBezTo>
                    <a:cubicBezTo>
                      <a:pt x="3" y="205"/>
                      <a:pt x="0" y="236"/>
                      <a:pt x="1" y="264"/>
                    </a:cubicBezTo>
                    <a:cubicBezTo>
                      <a:pt x="2" y="290"/>
                      <a:pt x="4" y="316"/>
                      <a:pt x="9" y="341"/>
                    </a:cubicBezTo>
                    <a:cubicBezTo>
                      <a:pt x="11" y="348"/>
                      <a:pt x="17" y="383"/>
                      <a:pt x="13" y="394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28765" name="Freeform 348">
                <a:extLst>
                  <a:ext uri="{FF2B5EF4-FFF2-40B4-BE49-F238E27FC236}">
                    <a16:creationId xmlns:a16="http://schemas.microsoft.com/office/drawing/2014/main" id="{702130E6-93E4-4C5B-8C09-4DC09EB377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1" y="1743"/>
                <a:ext cx="39" cy="32"/>
              </a:xfrm>
              <a:custGeom>
                <a:avLst/>
                <a:gdLst>
                  <a:gd name="T0" fmla="*/ 0 w 36"/>
                  <a:gd name="T1" fmla="*/ 39 h 29"/>
                  <a:gd name="T2" fmla="*/ 18 w 36"/>
                  <a:gd name="T3" fmla="*/ 17 h 29"/>
                  <a:gd name="T4" fmla="*/ 46 w 36"/>
                  <a:gd name="T5" fmla="*/ 0 h 2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6" h="29">
                    <a:moveTo>
                      <a:pt x="0" y="29"/>
                    </a:moveTo>
                    <a:cubicBezTo>
                      <a:pt x="1" y="23"/>
                      <a:pt x="10" y="16"/>
                      <a:pt x="15" y="13"/>
                    </a:cubicBezTo>
                    <a:cubicBezTo>
                      <a:pt x="20" y="10"/>
                      <a:pt x="36" y="3"/>
                      <a:pt x="36" y="0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28766" name="Freeform 349">
                <a:extLst>
                  <a:ext uri="{FF2B5EF4-FFF2-40B4-BE49-F238E27FC236}">
                    <a16:creationId xmlns:a16="http://schemas.microsoft.com/office/drawing/2014/main" id="{4EC0FF5C-377C-4EDB-AE31-F04B4EA1CA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3" y="1953"/>
                <a:ext cx="49" cy="48"/>
              </a:xfrm>
              <a:custGeom>
                <a:avLst/>
                <a:gdLst>
                  <a:gd name="T0" fmla="*/ 33 w 45"/>
                  <a:gd name="T1" fmla="*/ 0 h 44"/>
                  <a:gd name="T2" fmla="*/ 3 w 45"/>
                  <a:gd name="T3" fmla="*/ 23 h 44"/>
                  <a:gd name="T4" fmla="*/ 40 w 45"/>
                  <a:gd name="T5" fmla="*/ 49 h 44"/>
                  <a:gd name="T6" fmla="*/ 54 w 45"/>
                  <a:gd name="T7" fmla="*/ 16 h 44"/>
                  <a:gd name="T8" fmla="*/ 28 w 45"/>
                  <a:gd name="T9" fmla="*/ 2 h 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5" h="44">
                    <a:moveTo>
                      <a:pt x="26" y="0"/>
                    </a:moveTo>
                    <a:cubicBezTo>
                      <a:pt x="16" y="3"/>
                      <a:pt x="4" y="5"/>
                      <a:pt x="3" y="17"/>
                    </a:cubicBezTo>
                    <a:cubicBezTo>
                      <a:pt x="0" y="34"/>
                      <a:pt x="16" y="44"/>
                      <a:pt x="31" y="38"/>
                    </a:cubicBezTo>
                    <a:cubicBezTo>
                      <a:pt x="40" y="35"/>
                      <a:pt x="45" y="22"/>
                      <a:pt x="42" y="13"/>
                    </a:cubicBezTo>
                    <a:cubicBezTo>
                      <a:pt x="38" y="3"/>
                      <a:pt x="31" y="2"/>
                      <a:pt x="22" y="2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28767" name="Freeform 350">
                <a:extLst>
                  <a:ext uri="{FF2B5EF4-FFF2-40B4-BE49-F238E27FC236}">
                    <a16:creationId xmlns:a16="http://schemas.microsoft.com/office/drawing/2014/main" id="{B5E968F5-21E0-4289-B861-50461B8821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8" y="1925"/>
                <a:ext cx="61" cy="55"/>
              </a:xfrm>
              <a:custGeom>
                <a:avLst/>
                <a:gdLst>
                  <a:gd name="T0" fmla="*/ 32 w 56"/>
                  <a:gd name="T1" fmla="*/ 6 h 51"/>
                  <a:gd name="T2" fmla="*/ 49 w 56"/>
                  <a:gd name="T3" fmla="*/ 44 h 51"/>
                  <a:gd name="T4" fmla="*/ 29 w 56"/>
                  <a:gd name="T5" fmla="*/ 12 h 5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6" h="51">
                    <a:moveTo>
                      <a:pt x="25" y="6"/>
                    </a:moveTo>
                    <a:cubicBezTo>
                      <a:pt x="0" y="18"/>
                      <a:pt x="16" y="51"/>
                      <a:pt x="38" y="35"/>
                    </a:cubicBezTo>
                    <a:cubicBezTo>
                      <a:pt x="56" y="21"/>
                      <a:pt x="32" y="0"/>
                      <a:pt x="23" y="9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28768" name="Freeform 351">
                <a:extLst>
                  <a:ext uri="{FF2B5EF4-FFF2-40B4-BE49-F238E27FC236}">
                    <a16:creationId xmlns:a16="http://schemas.microsoft.com/office/drawing/2014/main" id="{ACC80B0F-90A7-4BCC-87FE-8DF94C31D3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7" y="1732"/>
                <a:ext cx="137" cy="478"/>
              </a:xfrm>
              <a:custGeom>
                <a:avLst/>
                <a:gdLst>
                  <a:gd name="T0" fmla="*/ 0 w 126"/>
                  <a:gd name="T1" fmla="*/ 0 h 439"/>
                  <a:gd name="T2" fmla="*/ 18 w 126"/>
                  <a:gd name="T3" fmla="*/ 42 h 439"/>
                  <a:gd name="T4" fmla="*/ 35 w 126"/>
                  <a:gd name="T5" fmla="*/ 86 h 439"/>
                  <a:gd name="T6" fmla="*/ 62 w 126"/>
                  <a:gd name="T7" fmla="*/ 215 h 439"/>
                  <a:gd name="T8" fmla="*/ 103 w 126"/>
                  <a:gd name="T9" fmla="*/ 307 h 439"/>
                  <a:gd name="T10" fmla="*/ 126 w 126"/>
                  <a:gd name="T11" fmla="*/ 452 h 439"/>
                  <a:gd name="T12" fmla="*/ 151 w 126"/>
                  <a:gd name="T13" fmla="*/ 528 h 439"/>
                  <a:gd name="T14" fmla="*/ 162 w 126"/>
                  <a:gd name="T15" fmla="*/ 566 h 43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26" h="439">
                    <a:moveTo>
                      <a:pt x="0" y="0"/>
                    </a:moveTo>
                    <a:cubicBezTo>
                      <a:pt x="8" y="7"/>
                      <a:pt x="11" y="23"/>
                      <a:pt x="15" y="33"/>
                    </a:cubicBezTo>
                    <a:cubicBezTo>
                      <a:pt x="20" y="44"/>
                      <a:pt x="23" y="55"/>
                      <a:pt x="27" y="67"/>
                    </a:cubicBezTo>
                    <a:cubicBezTo>
                      <a:pt x="36" y="99"/>
                      <a:pt x="38" y="134"/>
                      <a:pt x="48" y="166"/>
                    </a:cubicBezTo>
                    <a:cubicBezTo>
                      <a:pt x="56" y="193"/>
                      <a:pt x="77" y="209"/>
                      <a:pt x="80" y="238"/>
                    </a:cubicBezTo>
                    <a:cubicBezTo>
                      <a:pt x="83" y="275"/>
                      <a:pt x="82" y="315"/>
                      <a:pt x="98" y="350"/>
                    </a:cubicBezTo>
                    <a:cubicBezTo>
                      <a:pt x="106" y="369"/>
                      <a:pt x="113" y="389"/>
                      <a:pt x="118" y="409"/>
                    </a:cubicBezTo>
                    <a:cubicBezTo>
                      <a:pt x="121" y="419"/>
                      <a:pt x="126" y="426"/>
                      <a:pt x="126" y="439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28769" name="Freeform 352">
                <a:extLst>
                  <a:ext uri="{FF2B5EF4-FFF2-40B4-BE49-F238E27FC236}">
                    <a16:creationId xmlns:a16="http://schemas.microsoft.com/office/drawing/2014/main" id="{E1FE4496-BB87-4924-8822-00841631A8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7" y="1741"/>
                <a:ext cx="15" cy="67"/>
              </a:xfrm>
              <a:custGeom>
                <a:avLst/>
                <a:gdLst>
                  <a:gd name="T0" fmla="*/ 11 w 14"/>
                  <a:gd name="T1" fmla="*/ 78 h 62"/>
                  <a:gd name="T2" fmla="*/ 17 w 14"/>
                  <a:gd name="T3" fmla="*/ 0 h 6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62">
                    <a:moveTo>
                      <a:pt x="8" y="62"/>
                    </a:moveTo>
                    <a:cubicBezTo>
                      <a:pt x="8" y="41"/>
                      <a:pt x="0" y="19"/>
                      <a:pt x="14" y="0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28770" name="Freeform 353">
                <a:extLst>
                  <a:ext uri="{FF2B5EF4-FFF2-40B4-BE49-F238E27FC236}">
                    <a16:creationId xmlns:a16="http://schemas.microsoft.com/office/drawing/2014/main" id="{5E82EAB3-A2DF-493F-9536-43595F0ACE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6" y="1610"/>
                <a:ext cx="246" cy="48"/>
              </a:xfrm>
              <a:custGeom>
                <a:avLst/>
                <a:gdLst>
                  <a:gd name="T0" fmla="*/ 0 w 225"/>
                  <a:gd name="T1" fmla="*/ 0 h 44"/>
                  <a:gd name="T2" fmla="*/ 36 w 225"/>
                  <a:gd name="T3" fmla="*/ 9 h 44"/>
                  <a:gd name="T4" fmla="*/ 65 w 225"/>
                  <a:gd name="T5" fmla="*/ 5 h 44"/>
                  <a:gd name="T6" fmla="*/ 93 w 225"/>
                  <a:gd name="T7" fmla="*/ 16 h 44"/>
                  <a:gd name="T8" fmla="*/ 163 w 225"/>
                  <a:gd name="T9" fmla="*/ 52 h 44"/>
                  <a:gd name="T10" fmla="*/ 247 w 225"/>
                  <a:gd name="T11" fmla="*/ 44 h 44"/>
                  <a:gd name="T12" fmla="*/ 292 w 225"/>
                  <a:gd name="T13" fmla="*/ 15 h 44"/>
                  <a:gd name="T14" fmla="*/ 292 w 225"/>
                  <a:gd name="T15" fmla="*/ 15 h 4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25" h="44">
                    <a:moveTo>
                      <a:pt x="0" y="0"/>
                    </a:moveTo>
                    <a:cubicBezTo>
                      <a:pt x="9" y="4"/>
                      <a:pt x="17" y="6"/>
                      <a:pt x="27" y="6"/>
                    </a:cubicBezTo>
                    <a:cubicBezTo>
                      <a:pt x="34" y="6"/>
                      <a:pt x="41" y="4"/>
                      <a:pt x="49" y="5"/>
                    </a:cubicBezTo>
                    <a:cubicBezTo>
                      <a:pt x="57" y="6"/>
                      <a:pt x="63" y="10"/>
                      <a:pt x="71" y="13"/>
                    </a:cubicBezTo>
                    <a:cubicBezTo>
                      <a:pt x="89" y="20"/>
                      <a:pt x="104" y="35"/>
                      <a:pt x="124" y="40"/>
                    </a:cubicBezTo>
                    <a:cubicBezTo>
                      <a:pt x="144" y="44"/>
                      <a:pt x="170" y="41"/>
                      <a:pt x="189" y="34"/>
                    </a:cubicBezTo>
                    <a:cubicBezTo>
                      <a:pt x="200" y="30"/>
                      <a:pt x="215" y="22"/>
                      <a:pt x="223" y="12"/>
                    </a:cubicBezTo>
                    <a:cubicBezTo>
                      <a:pt x="223" y="12"/>
                      <a:pt x="225" y="11"/>
                      <a:pt x="223" y="12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28771" name="Freeform 354">
                <a:extLst>
                  <a:ext uri="{FF2B5EF4-FFF2-40B4-BE49-F238E27FC236}">
                    <a16:creationId xmlns:a16="http://schemas.microsoft.com/office/drawing/2014/main" id="{C9405ADD-F5F3-4C62-90D4-3FBECFBE62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4" y="1986"/>
                <a:ext cx="41" cy="21"/>
              </a:xfrm>
              <a:custGeom>
                <a:avLst/>
                <a:gdLst>
                  <a:gd name="T0" fmla="*/ 0 w 37"/>
                  <a:gd name="T1" fmla="*/ 21 h 20"/>
                  <a:gd name="T2" fmla="*/ 50 w 37"/>
                  <a:gd name="T3" fmla="*/ 0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7" h="20">
                    <a:moveTo>
                      <a:pt x="0" y="18"/>
                    </a:moveTo>
                    <a:cubicBezTo>
                      <a:pt x="12" y="20"/>
                      <a:pt x="31" y="9"/>
                      <a:pt x="37" y="0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28772" name="Freeform 355">
                <a:extLst>
                  <a:ext uri="{FF2B5EF4-FFF2-40B4-BE49-F238E27FC236}">
                    <a16:creationId xmlns:a16="http://schemas.microsoft.com/office/drawing/2014/main" id="{74F65F1F-8BC3-4DD0-8075-E1D108B780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2" y="2178"/>
                <a:ext cx="10" cy="58"/>
              </a:xfrm>
              <a:custGeom>
                <a:avLst/>
                <a:gdLst>
                  <a:gd name="T0" fmla="*/ 1 w 9"/>
                  <a:gd name="T1" fmla="*/ 69 h 53"/>
                  <a:gd name="T2" fmla="*/ 0 w 9"/>
                  <a:gd name="T3" fmla="*/ 46 h 53"/>
                  <a:gd name="T4" fmla="*/ 12 w 9"/>
                  <a:gd name="T5" fmla="*/ 0 h 5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53">
                    <a:moveTo>
                      <a:pt x="1" y="53"/>
                    </a:moveTo>
                    <a:cubicBezTo>
                      <a:pt x="2" y="48"/>
                      <a:pt x="0" y="41"/>
                      <a:pt x="0" y="35"/>
                    </a:cubicBezTo>
                    <a:cubicBezTo>
                      <a:pt x="0" y="21"/>
                      <a:pt x="4" y="12"/>
                      <a:pt x="9" y="0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28773" name="Freeform 356">
                <a:extLst>
                  <a:ext uri="{FF2B5EF4-FFF2-40B4-BE49-F238E27FC236}">
                    <a16:creationId xmlns:a16="http://schemas.microsoft.com/office/drawing/2014/main" id="{0100406D-F468-47CC-9683-37390D5064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4" y="2112"/>
                <a:ext cx="162" cy="51"/>
              </a:xfrm>
              <a:custGeom>
                <a:avLst/>
                <a:gdLst>
                  <a:gd name="T0" fmla="*/ 191 w 149"/>
                  <a:gd name="T1" fmla="*/ 60 h 47"/>
                  <a:gd name="T2" fmla="*/ 157 w 149"/>
                  <a:gd name="T3" fmla="*/ 33 h 47"/>
                  <a:gd name="T4" fmla="*/ 107 w 149"/>
                  <a:gd name="T5" fmla="*/ 13 h 47"/>
                  <a:gd name="T6" fmla="*/ 60 w 149"/>
                  <a:gd name="T7" fmla="*/ 5 h 47"/>
                  <a:gd name="T8" fmla="*/ 27 w 149"/>
                  <a:gd name="T9" fmla="*/ 4 h 47"/>
                  <a:gd name="T10" fmla="*/ 0 w 149"/>
                  <a:gd name="T11" fmla="*/ 1 h 4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9" h="47">
                    <a:moveTo>
                      <a:pt x="149" y="47"/>
                    </a:moveTo>
                    <a:cubicBezTo>
                      <a:pt x="144" y="38"/>
                      <a:pt x="130" y="30"/>
                      <a:pt x="121" y="26"/>
                    </a:cubicBezTo>
                    <a:cubicBezTo>
                      <a:pt x="109" y="20"/>
                      <a:pt x="96" y="14"/>
                      <a:pt x="83" y="10"/>
                    </a:cubicBezTo>
                    <a:cubicBezTo>
                      <a:pt x="71" y="7"/>
                      <a:pt x="59" y="6"/>
                      <a:pt x="47" y="5"/>
                    </a:cubicBezTo>
                    <a:cubicBezTo>
                      <a:pt x="38" y="5"/>
                      <a:pt x="30" y="5"/>
                      <a:pt x="21" y="4"/>
                    </a:cubicBezTo>
                    <a:cubicBezTo>
                      <a:pt x="14" y="3"/>
                      <a:pt x="7" y="0"/>
                      <a:pt x="0" y="1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28774" name="Freeform 357">
                <a:extLst>
                  <a:ext uri="{FF2B5EF4-FFF2-40B4-BE49-F238E27FC236}">
                    <a16:creationId xmlns:a16="http://schemas.microsoft.com/office/drawing/2014/main" id="{26528D17-85C0-4CD0-BEAE-8BE3D81BEB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5" y="2079"/>
                <a:ext cx="53" cy="39"/>
              </a:xfrm>
              <a:custGeom>
                <a:avLst/>
                <a:gdLst>
                  <a:gd name="T0" fmla="*/ 62 w 49"/>
                  <a:gd name="T1" fmla="*/ 46 h 36"/>
                  <a:gd name="T2" fmla="*/ 31 w 49"/>
                  <a:gd name="T3" fmla="*/ 25 h 36"/>
                  <a:gd name="T4" fmla="*/ 0 w 49"/>
                  <a:gd name="T5" fmla="*/ 0 h 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9" h="36">
                    <a:moveTo>
                      <a:pt x="49" y="36"/>
                    </a:moveTo>
                    <a:cubicBezTo>
                      <a:pt x="41" y="35"/>
                      <a:pt x="31" y="24"/>
                      <a:pt x="25" y="19"/>
                    </a:cubicBezTo>
                    <a:cubicBezTo>
                      <a:pt x="17" y="12"/>
                      <a:pt x="10" y="5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28775" name="Freeform 358">
                <a:extLst>
                  <a:ext uri="{FF2B5EF4-FFF2-40B4-BE49-F238E27FC236}">
                    <a16:creationId xmlns:a16="http://schemas.microsoft.com/office/drawing/2014/main" id="{F9E7D392-DD47-465D-A25D-C7BED05B7F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3" y="2619"/>
                <a:ext cx="134" cy="64"/>
              </a:xfrm>
              <a:custGeom>
                <a:avLst/>
                <a:gdLst>
                  <a:gd name="T0" fmla="*/ 0 w 123"/>
                  <a:gd name="T1" fmla="*/ 1 h 59"/>
                  <a:gd name="T2" fmla="*/ 59 w 123"/>
                  <a:gd name="T3" fmla="*/ 42 h 59"/>
                  <a:gd name="T4" fmla="*/ 118 w 123"/>
                  <a:gd name="T5" fmla="*/ 60 h 59"/>
                  <a:gd name="T6" fmla="*/ 158 w 123"/>
                  <a:gd name="T7" fmla="*/ 54 h 59"/>
                  <a:gd name="T8" fmla="*/ 120 w 123"/>
                  <a:gd name="T9" fmla="*/ 57 h 59"/>
                  <a:gd name="T10" fmla="*/ 11 w 123"/>
                  <a:gd name="T11" fmla="*/ 2 h 5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3" h="59">
                    <a:moveTo>
                      <a:pt x="0" y="1"/>
                    </a:moveTo>
                    <a:cubicBezTo>
                      <a:pt x="1" y="0"/>
                      <a:pt x="36" y="29"/>
                      <a:pt x="46" y="33"/>
                    </a:cubicBezTo>
                    <a:cubicBezTo>
                      <a:pt x="61" y="39"/>
                      <a:pt x="76" y="42"/>
                      <a:pt x="91" y="47"/>
                    </a:cubicBezTo>
                    <a:cubicBezTo>
                      <a:pt x="99" y="49"/>
                      <a:pt x="120" y="59"/>
                      <a:pt x="122" y="42"/>
                    </a:cubicBezTo>
                    <a:cubicBezTo>
                      <a:pt x="123" y="22"/>
                      <a:pt x="99" y="40"/>
                      <a:pt x="93" y="45"/>
                    </a:cubicBezTo>
                    <a:cubicBezTo>
                      <a:pt x="71" y="42"/>
                      <a:pt x="12" y="31"/>
                      <a:pt x="8" y="2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28776" name="Freeform 359">
                <a:extLst>
                  <a:ext uri="{FF2B5EF4-FFF2-40B4-BE49-F238E27FC236}">
                    <a16:creationId xmlns:a16="http://schemas.microsoft.com/office/drawing/2014/main" id="{D8139797-42C0-49EC-9676-1A3287EFEE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7" y="2657"/>
                <a:ext cx="79" cy="11"/>
              </a:xfrm>
              <a:custGeom>
                <a:avLst/>
                <a:gdLst>
                  <a:gd name="T0" fmla="*/ 0 w 73"/>
                  <a:gd name="T1" fmla="*/ 13 h 10"/>
                  <a:gd name="T2" fmla="*/ 92 w 73"/>
                  <a:gd name="T3" fmla="*/ 2 h 10"/>
                  <a:gd name="T4" fmla="*/ 42 w 73"/>
                  <a:gd name="T5" fmla="*/ 2 h 10"/>
                  <a:gd name="T6" fmla="*/ 4 w 73"/>
                  <a:gd name="T7" fmla="*/ 9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3" h="10">
                    <a:moveTo>
                      <a:pt x="0" y="10"/>
                    </a:moveTo>
                    <a:cubicBezTo>
                      <a:pt x="25" y="10"/>
                      <a:pt x="48" y="1"/>
                      <a:pt x="73" y="2"/>
                    </a:cubicBezTo>
                    <a:cubicBezTo>
                      <a:pt x="59" y="2"/>
                      <a:pt x="46" y="0"/>
                      <a:pt x="33" y="2"/>
                    </a:cubicBezTo>
                    <a:cubicBezTo>
                      <a:pt x="24" y="3"/>
                      <a:pt x="10" y="7"/>
                      <a:pt x="4" y="6"/>
                    </a:cubicBezTo>
                  </a:path>
                </a:pathLst>
              </a:custGeom>
              <a:solidFill>
                <a:srgbClr val="EFCC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28777" name="Freeform 360">
                <a:extLst>
                  <a:ext uri="{FF2B5EF4-FFF2-40B4-BE49-F238E27FC236}">
                    <a16:creationId xmlns:a16="http://schemas.microsoft.com/office/drawing/2014/main" id="{F9204E1E-09BB-451B-A539-205A0B1BC2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4" y="2539"/>
                <a:ext cx="66" cy="105"/>
              </a:xfrm>
              <a:custGeom>
                <a:avLst/>
                <a:gdLst>
                  <a:gd name="T0" fmla="*/ 2 w 61"/>
                  <a:gd name="T1" fmla="*/ 0 h 97"/>
                  <a:gd name="T2" fmla="*/ 23 w 61"/>
                  <a:gd name="T3" fmla="*/ 27 h 97"/>
                  <a:gd name="T4" fmla="*/ 19 w 61"/>
                  <a:gd name="T5" fmla="*/ 45 h 97"/>
                  <a:gd name="T6" fmla="*/ 25 w 61"/>
                  <a:gd name="T7" fmla="*/ 62 h 97"/>
                  <a:gd name="T8" fmla="*/ 23 w 61"/>
                  <a:gd name="T9" fmla="*/ 81 h 97"/>
                  <a:gd name="T10" fmla="*/ 55 w 61"/>
                  <a:gd name="T11" fmla="*/ 109 h 97"/>
                  <a:gd name="T12" fmla="*/ 77 w 61"/>
                  <a:gd name="T13" fmla="*/ 123 h 9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1" h="97">
                    <a:moveTo>
                      <a:pt x="2" y="0"/>
                    </a:moveTo>
                    <a:cubicBezTo>
                      <a:pt x="0" y="3"/>
                      <a:pt x="16" y="15"/>
                      <a:pt x="18" y="21"/>
                    </a:cubicBezTo>
                    <a:cubicBezTo>
                      <a:pt x="19" y="26"/>
                      <a:pt x="16" y="31"/>
                      <a:pt x="16" y="36"/>
                    </a:cubicBezTo>
                    <a:cubicBezTo>
                      <a:pt x="16" y="41"/>
                      <a:pt x="18" y="45"/>
                      <a:pt x="19" y="49"/>
                    </a:cubicBezTo>
                    <a:cubicBezTo>
                      <a:pt x="19" y="54"/>
                      <a:pt x="18" y="59"/>
                      <a:pt x="18" y="64"/>
                    </a:cubicBezTo>
                    <a:cubicBezTo>
                      <a:pt x="27" y="67"/>
                      <a:pt x="36" y="80"/>
                      <a:pt x="43" y="86"/>
                    </a:cubicBezTo>
                    <a:cubicBezTo>
                      <a:pt x="48" y="91"/>
                      <a:pt x="56" y="93"/>
                      <a:pt x="61" y="97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28778" name="Freeform 361">
                <a:extLst>
                  <a:ext uri="{FF2B5EF4-FFF2-40B4-BE49-F238E27FC236}">
                    <a16:creationId xmlns:a16="http://schemas.microsoft.com/office/drawing/2014/main" id="{4DD93A18-9C2C-4234-BA49-B77902A92B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3" y="2527"/>
                <a:ext cx="5" cy="35"/>
              </a:xfrm>
              <a:custGeom>
                <a:avLst/>
                <a:gdLst>
                  <a:gd name="T0" fmla="*/ 0 w 5"/>
                  <a:gd name="T1" fmla="*/ 39 h 33"/>
                  <a:gd name="T2" fmla="*/ 4 w 5"/>
                  <a:gd name="T3" fmla="*/ 0 h 3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33">
                    <a:moveTo>
                      <a:pt x="0" y="33"/>
                    </a:moveTo>
                    <a:cubicBezTo>
                      <a:pt x="5" y="32"/>
                      <a:pt x="2" y="5"/>
                      <a:pt x="4" y="0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28779" name="Freeform 362">
                <a:extLst>
                  <a:ext uri="{FF2B5EF4-FFF2-40B4-BE49-F238E27FC236}">
                    <a16:creationId xmlns:a16="http://schemas.microsoft.com/office/drawing/2014/main" id="{49B1CBDA-F68B-4041-8B27-61418FA70A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5" y="2591"/>
                <a:ext cx="55" cy="60"/>
              </a:xfrm>
              <a:custGeom>
                <a:avLst/>
                <a:gdLst>
                  <a:gd name="T0" fmla="*/ 0 w 50"/>
                  <a:gd name="T1" fmla="*/ 0 h 55"/>
                  <a:gd name="T2" fmla="*/ 12 w 50"/>
                  <a:gd name="T3" fmla="*/ 19 h 55"/>
                  <a:gd name="T4" fmla="*/ 23 w 50"/>
                  <a:gd name="T5" fmla="*/ 41 h 55"/>
                  <a:gd name="T6" fmla="*/ 47 w 50"/>
                  <a:gd name="T7" fmla="*/ 58 h 55"/>
                  <a:gd name="T8" fmla="*/ 67 w 50"/>
                  <a:gd name="T9" fmla="*/ 71 h 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0" h="55">
                    <a:moveTo>
                      <a:pt x="0" y="0"/>
                    </a:moveTo>
                    <a:cubicBezTo>
                      <a:pt x="2" y="6"/>
                      <a:pt x="7" y="9"/>
                      <a:pt x="9" y="15"/>
                    </a:cubicBezTo>
                    <a:cubicBezTo>
                      <a:pt x="11" y="21"/>
                      <a:pt x="12" y="27"/>
                      <a:pt x="17" y="32"/>
                    </a:cubicBezTo>
                    <a:cubicBezTo>
                      <a:pt x="23" y="38"/>
                      <a:pt x="29" y="40"/>
                      <a:pt x="35" y="45"/>
                    </a:cubicBezTo>
                    <a:cubicBezTo>
                      <a:pt x="40" y="48"/>
                      <a:pt x="44" y="55"/>
                      <a:pt x="50" y="55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28780" name="Freeform 363">
                <a:extLst>
                  <a:ext uri="{FF2B5EF4-FFF2-40B4-BE49-F238E27FC236}">
                    <a16:creationId xmlns:a16="http://schemas.microsoft.com/office/drawing/2014/main" id="{1F3E7E20-11BE-40F2-A2C7-115E538FB4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4" y="2592"/>
                <a:ext cx="5" cy="16"/>
              </a:xfrm>
              <a:custGeom>
                <a:avLst/>
                <a:gdLst>
                  <a:gd name="T0" fmla="*/ 1 w 4"/>
                  <a:gd name="T1" fmla="*/ 18 h 15"/>
                  <a:gd name="T2" fmla="*/ 8 w 4"/>
                  <a:gd name="T3" fmla="*/ 0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5">
                    <a:moveTo>
                      <a:pt x="1" y="15"/>
                    </a:moveTo>
                    <a:cubicBezTo>
                      <a:pt x="1" y="12"/>
                      <a:pt x="0" y="3"/>
                      <a:pt x="4" y="0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28781" name="Freeform 364">
                <a:extLst>
                  <a:ext uri="{FF2B5EF4-FFF2-40B4-BE49-F238E27FC236}">
                    <a16:creationId xmlns:a16="http://schemas.microsoft.com/office/drawing/2014/main" id="{344CA132-CC0C-4A11-8570-05C828A0DE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5" y="2594"/>
                <a:ext cx="18" cy="49"/>
              </a:xfrm>
              <a:custGeom>
                <a:avLst/>
                <a:gdLst>
                  <a:gd name="T0" fmla="*/ 1 w 16"/>
                  <a:gd name="T1" fmla="*/ 1 h 45"/>
                  <a:gd name="T2" fmla="*/ 0 w 16"/>
                  <a:gd name="T3" fmla="*/ 1 h 45"/>
                  <a:gd name="T4" fmla="*/ 12 w 16"/>
                  <a:gd name="T5" fmla="*/ 19 h 45"/>
                  <a:gd name="T6" fmla="*/ 14 w 16"/>
                  <a:gd name="T7" fmla="*/ 38 h 45"/>
                  <a:gd name="T8" fmla="*/ 23 w 16"/>
                  <a:gd name="T9" fmla="*/ 58 h 45"/>
                  <a:gd name="T10" fmla="*/ 20 w 16"/>
                  <a:gd name="T11" fmla="*/ 58 h 4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6" h="45">
                    <a:moveTo>
                      <a:pt x="1" y="1"/>
                    </a:moveTo>
                    <a:cubicBezTo>
                      <a:pt x="0" y="1"/>
                      <a:pt x="0" y="0"/>
                      <a:pt x="0" y="1"/>
                    </a:cubicBezTo>
                    <a:cubicBezTo>
                      <a:pt x="3" y="6"/>
                      <a:pt x="7" y="9"/>
                      <a:pt x="9" y="15"/>
                    </a:cubicBezTo>
                    <a:cubicBezTo>
                      <a:pt x="9" y="20"/>
                      <a:pt x="10" y="25"/>
                      <a:pt x="10" y="29"/>
                    </a:cubicBezTo>
                    <a:cubicBezTo>
                      <a:pt x="11" y="36"/>
                      <a:pt x="11" y="40"/>
                      <a:pt x="16" y="45"/>
                    </a:cubicBezTo>
                    <a:cubicBezTo>
                      <a:pt x="15" y="45"/>
                      <a:pt x="14" y="45"/>
                      <a:pt x="14" y="45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28782" name="Freeform 365">
                <a:extLst>
                  <a:ext uri="{FF2B5EF4-FFF2-40B4-BE49-F238E27FC236}">
                    <a16:creationId xmlns:a16="http://schemas.microsoft.com/office/drawing/2014/main" id="{5529EC1E-D682-41C5-B9E4-A6B60A9C42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5" y="2594"/>
                <a:ext cx="7" cy="19"/>
              </a:xfrm>
              <a:custGeom>
                <a:avLst/>
                <a:gdLst>
                  <a:gd name="T0" fmla="*/ 1 w 6"/>
                  <a:gd name="T1" fmla="*/ 23 h 17"/>
                  <a:gd name="T2" fmla="*/ 9 w 6"/>
                  <a:gd name="T3" fmla="*/ 0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7">
                    <a:moveTo>
                      <a:pt x="1" y="17"/>
                    </a:moveTo>
                    <a:cubicBezTo>
                      <a:pt x="0" y="13"/>
                      <a:pt x="3" y="3"/>
                      <a:pt x="6" y="0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28783" name="Freeform 366">
                <a:extLst>
                  <a:ext uri="{FF2B5EF4-FFF2-40B4-BE49-F238E27FC236}">
                    <a16:creationId xmlns:a16="http://schemas.microsoft.com/office/drawing/2014/main" id="{503758CB-2BD2-4B30-A5CB-31E120260B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4" y="2624"/>
                <a:ext cx="9" cy="16"/>
              </a:xfrm>
              <a:custGeom>
                <a:avLst/>
                <a:gdLst>
                  <a:gd name="T0" fmla="*/ 0 w 8"/>
                  <a:gd name="T1" fmla="*/ 0 h 14"/>
                  <a:gd name="T2" fmla="*/ 11 w 8"/>
                  <a:gd name="T3" fmla="*/ 21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14">
                    <a:moveTo>
                      <a:pt x="0" y="0"/>
                    </a:moveTo>
                    <a:cubicBezTo>
                      <a:pt x="2" y="4"/>
                      <a:pt x="4" y="11"/>
                      <a:pt x="8" y="14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28784" name="Freeform 367">
                <a:extLst>
                  <a:ext uri="{FF2B5EF4-FFF2-40B4-BE49-F238E27FC236}">
                    <a16:creationId xmlns:a16="http://schemas.microsoft.com/office/drawing/2014/main" id="{D82893DF-CCB8-4F08-816E-E37C5351B2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0" y="2496"/>
                <a:ext cx="31" cy="9"/>
              </a:xfrm>
              <a:custGeom>
                <a:avLst/>
                <a:gdLst>
                  <a:gd name="T0" fmla="*/ 0 w 29"/>
                  <a:gd name="T1" fmla="*/ 11 h 8"/>
                  <a:gd name="T2" fmla="*/ 35 w 29"/>
                  <a:gd name="T3" fmla="*/ 2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9" h="8">
                    <a:moveTo>
                      <a:pt x="0" y="8"/>
                    </a:moveTo>
                    <a:cubicBezTo>
                      <a:pt x="7" y="0"/>
                      <a:pt x="20" y="2"/>
                      <a:pt x="29" y="2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28785" name="Freeform 368">
                <a:extLst>
                  <a:ext uri="{FF2B5EF4-FFF2-40B4-BE49-F238E27FC236}">
                    <a16:creationId xmlns:a16="http://schemas.microsoft.com/office/drawing/2014/main" id="{80A483FB-5806-4095-952D-46C467D0BF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6" y="2463"/>
                <a:ext cx="79" cy="30"/>
              </a:xfrm>
              <a:custGeom>
                <a:avLst/>
                <a:gdLst>
                  <a:gd name="T0" fmla="*/ 92 w 73"/>
                  <a:gd name="T1" fmla="*/ 37 h 27"/>
                  <a:gd name="T2" fmla="*/ 79 w 73"/>
                  <a:gd name="T3" fmla="*/ 14 h 27"/>
                  <a:gd name="T4" fmla="*/ 57 w 73"/>
                  <a:gd name="T5" fmla="*/ 4 h 27"/>
                  <a:gd name="T6" fmla="*/ 0 w 73"/>
                  <a:gd name="T7" fmla="*/ 8 h 2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3" h="27">
                    <a:moveTo>
                      <a:pt x="73" y="27"/>
                    </a:moveTo>
                    <a:cubicBezTo>
                      <a:pt x="68" y="21"/>
                      <a:pt x="67" y="16"/>
                      <a:pt x="62" y="11"/>
                    </a:cubicBezTo>
                    <a:cubicBezTo>
                      <a:pt x="57" y="7"/>
                      <a:pt x="51" y="5"/>
                      <a:pt x="45" y="4"/>
                    </a:cubicBezTo>
                    <a:cubicBezTo>
                      <a:pt x="29" y="1"/>
                      <a:pt x="15" y="0"/>
                      <a:pt x="0" y="5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28786" name="Freeform 369">
                <a:extLst>
                  <a:ext uri="{FF2B5EF4-FFF2-40B4-BE49-F238E27FC236}">
                    <a16:creationId xmlns:a16="http://schemas.microsoft.com/office/drawing/2014/main" id="{DA1F66F6-62CA-4037-9D71-7CD47543C7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4" y="2893"/>
                <a:ext cx="209" cy="359"/>
              </a:xfrm>
              <a:custGeom>
                <a:avLst/>
                <a:gdLst>
                  <a:gd name="T0" fmla="*/ 0 w 192"/>
                  <a:gd name="T1" fmla="*/ 0 h 330"/>
                  <a:gd name="T2" fmla="*/ 77 w 192"/>
                  <a:gd name="T3" fmla="*/ 98 h 330"/>
                  <a:gd name="T4" fmla="*/ 151 w 192"/>
                  <a:gd name="T5" fmla="*/ 171 h 330"/>
                  <a:gd name="T6" fmla="*/ 189 w 192"/>
                  <a:gd name="T7" fmla="*/ 286 h 330"/>
                  <a:gd name="T8" fmla="*/ 220 w 192"/>
                  <a:gd name="T9" fmla="*/ 373 h 330"/>
                  <a:gd name="T10" fmla="*/ 248 w 192"/>
                  <a:gd name="T11" fmla="*/ 425 h 33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92" h="330">
                    <a:moveTo>
                      <a:pt x="0" y="0"/>
                    </a:moveTo>
                    <a:cubicBezTo>
                      <a:pt x="24" y="16"/>
                      <a:pt x="32" y="58"/>
                      <a:pt x="60" y="76"/>
                    </a:cubicBezTo>
                    <a:cubicBezTo>
                      <a:pt x="84" y="93"/>
                      <a:pt x="103" y="105"/>
                      <a:pt x="118" y="132"/>
                    </a:cubicBezTo>
                    <a:cubicBezTo>
                      <a:pt x="133" y="160"/>
                      <a:pt x="136" y="192"/>
                      <a:pt x="147" y="222"/>
                    </a:cubicBezTo>
                    <a:cubicBezTo>
                      <a:pt x="155" y="245"/>
                      <a:pt x="161" y="268"/>
                      <a:pt x="171" y="290"/>
                    </a:cubicBezTo>
                    <a:cubicBezTo>
                      <a:pt x="177" y="303"/>
                      <a:pt x="183" y="320"/>
                      <a:pt x="192" y="330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28787" name="Freeform 370">
                <a:extLst>
                  <a:ext uri="{FF2B5EF4-FFF2-40B4-BE49-F238E27FC236}">
                    <a16:creationId xmlns:a16="http://schemas.microsoft.com/office/drawing/2014/main" id="{BA02DC14-74E6-4DB2-8E4D-B9A946F499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2" y="2767"/>
                <a:ext cx="45" cy="245"/>
              </a:xfrm>
              <a:custGeom>
                <a:avLst/>
                <a:gdLst>
                  <a:gd name="T0" fmla="*/ 16 w 41"/>
                  <a:gd name="T1" fmla="*/ 290 h 225"/>
                  <a:gd name="T2" fmla="*/ 12 w 41"/>
                  <a:gd name="T3" fmla="*/ 291 h 225"/>
                  <a:gd name="T4" fmla="*/ 42 w 41"/>
                  <a:gd name="T5" fmla="*/ 229 h 225"/>
                  <a:gd name="T6" fmla="*/ 53 w 41"/>
                  <a:gd name="T7" fmla="*/ 150 h 225"/>
                  <a:gd name="T8" fmla="*/ 0 w 41"/>
                  <a:gd name="T9" fmla="*/ 0 h 2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1" h="225">
                    <a:moveTo>
                      <a:pt x="13" y="224"/>
                    </a:moveTo>
                    <a:cubicBezTo>
                      <a:pt x="11" y="224"/>
                      <a:pt x="10" y="224"/>
                      <a:pt x="9" y="225"/>
                    </a:cubicBezTo>
                    <a:cubicBezTo>
                      <a:pt x="9" y="206"/>
                      <a:pt x="26" y="193"/>
                      <a:pt x="32" y="177"/>
                    </a:cubicBezTo>
                    <a:cubicBezTo>
                      <a:pt x="41" y="158"/>
                      <a:pt x="41" y="138"/>
                      <a:pt x="40" y="117"/>
                    </a:cubicBezTo>
                    <a:cubicBezTo>
                      <a:pt x="40" y="72"/>
                      <a:pt x="9" y="43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28788" name="Freeform 371">
                <a:extLst>
                  <a:ext uri="{FF2B5EF4-FFF2-40B4-BE49-F238E27FC236}">
                    <a16:creationId xmlns:a16="http://schemas.microsoft.com/office/drawing/2014/main" id="{F9E9F9C2-F465-410D-8C88-DA088EF97B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7" y="2732"/>
                <a:ext cx="149" cy="528"/>
              </a:xfrm>
              <a:custGeom>
                <a:avLst/>
                <a:gdLst>
                  <a:gd name="T0" fmla="*/ 0 w 136"/>
                  <a:gd name="T1" fmla="*/ 0 h 485"/>
                  <a:gd name="T2" fmla="*/ 113 w 136"/>
                  <a:gd name="T3" fmla="*/ 226 h 485"/>
                  <a:gd name="T4" fmla="*/ 128 w 136"/>
                  <a:gd name="T5" fmla="*/ 407 h 485"/>
                  <a:gd name="T6" fmla="*/ 122 w 136"/>
                  <a:gd name="T7" fmla="*/ 467 h 485"/>
                  <a:gd name="T8" fmla="*/ 134 w 136"/>
                  <a:gd name="T9" fmla="*/ 521 h 485"/>
                  <a:gd name="T10" fmla="*/ 147 w 136"/>
                  <a:gd name="T11" fmla="*/ 574 h 485"/>
                  <a:gd name="T12" fmla="*/ 179 w 136"/>
                  <a:gd name="T13" fmla="*/ 626 h 48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6" h="485">
                    <a:moveTo>
                      <a:pt x="0" y="0"/>
                    </a:moveTo>
                    <a:cubicBezTo>
                      <a:pt x="34" y="57"/>
                      <a:pt x="73" y="109"/>
                      <a:pt x="86" y="175"/>
                    </a:cubicBezTo>
                    <a:cubicBezTo>
                      <a:pt x="95" y="220"/>
                      <a:pt x="102" y="270"/>
                      <a:pt x="98" y="316"/>
                    </a:cubicBezTo>
                    <a:cubicBezTo>
                      <a:pt x="96" y="332"/>
                      <a:pt x="95" y="347"/>
                      <a:pt x="92" y="362"/>
                    </a:cubicBezTo>
                    <a:cubicBezTo>
                      <a:pt x="87" y="383"/>
                      <a:pt x="87" y="387"/>
                      <a:pt x="101" y="404"/>
                    </a:cubicBezTo>
                    <a:cubicBezTo>
                      <a:pt x="111" y="416"/>
                      <a:pt x="107" y="431"/>
                      <a:pt x="111" y="445"/>
                    </a:cubicBezTo>
                    <a:cubicBezTo>
                      <a:pt x="116" y="461"/>
                      <a:pt x="125" y="474"/>
                      <a:pt x="136" y="485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28789" name="Freeform 372">
                <a:extLst>
                  <a:ext uri="{FF2B5EF4-FFF2-40B4-BE49-F238E27FC236}">
                    <a16:creationId xmlns:a16="http://schemas.microsoft.com/office/drawing/2014/main" id="{AF25485F-7FCF-4121-B1C7-1F68414ADE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7" y="2815"/>
                <a:ext cx="176" cy="445"/>
              </a:xfrm>
              <a:custGeom>
                <a:avLst/>
                <a:gdLst>
                  <a:gd name="T0" fmla="*/ 208 w 162"/>
                  <a:gd name="T1" fmla="*/ 0 h 409"/>
                  <a:gd name="T2" fmla="*/ 115 w 162"/>
                  <a:gd name="T3" fmla="*/ 103 h 409"/>
                  <a:gd name="T4" fmla="*/ 73 w 162"/>
                  <a:gd name="T5" fmla="*/ 232 h 409"/>
                  <a:gd name="T6" fmla="*/ 61 w 162"/>
                  <a:gd name="T7" fmla="*/ 327 h 409"/>
                  <a:gd name="T8" fmla="*/ 41 w 162"/>
                  <a:gd name="T9" fmla="*/ 408 h 409"/>
                  <a:gd name="T10" fmla="*/ 16 w 162"/>
                  <a:gd name="T11" fmla="*/ 467 h 409"/>
                  <a:gd name="T12" fmla="*/ 0 w 162"/>
                  <a:gd name="T13" fmla="*/ 527 h 40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2" h="409">
                    <a:moveTo>
                      <a:pt x="162" y="0"/>
                    </a:moveTo>
                    <a:cubicBezTo>
                      <a:pt x="137" y="27"/>
                      <a:pt x="109" y="47"/>
                      <a:pt x="90" y="80"/>
                    </a:cubicBezTo>
                    <a:cubicBezTo>
                      <a:pt x="74" y="110"/>
                      <a:pt x="62" y="147"/>
                      <a:pt x="57" y="180"/>
                    </a:cubicBezTo>
                    <a:cubicBezTo>
                      <a:pt x="54" y="205"/>
                      <a:pt x="50" y="229"/>
                      <a:pt x="48" y="255"/>
                    </a:cubicBezTo>
                    <a:cubicBezTo>
                      <a:pt x="47" y="276"/>
                      <a:pt x="44" y="298"/>
                      <a:pt x="32" y="317"/>
                    </a:cubicBezTo>
                    <a:cubicBezTo>
                      <a:pt x="22" y="334"/>
                      <a:pt x="13" y="341"/>
                      <a:pt x="13" y="362"/>
                    </a:cubicBezTo>
                    <a:cubicBezTo>
                      <a:pt x="13" y="377"/>
                      <a:pt x="13" y="400"/>
                      <a:pt x="0" y="409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28790" name="Freeform 373">
                <a:extLst>
                  <a:ext uri="{FF2B5EF4-FFF2-40B4-BE49-F238E27FC236}">
                    <a16:creationId xmlns:a16="http://schemas.microsoft.com/office/drawing/2014/main" id="{D5968CC2-FFE2-4A89-8517-B49B1330DD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6" y="2757"/>
                <a:ext cx="429" cy="157"/>
              </a:xfrm>
              <a:custGeom>
                <a:avLst/>
                <a:gdLst>
                  <a:gd name="T0" fmla="*/ 0 w 394"/>
                  <a:gd name="T1" fmla="*/ 0 h 144"/>
                  <a:gd name="T2" fmla="*/ 508 w 394"/>
                  <a:gd name="T3" fmla="*/ 86 h 14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94" h="144">
                    <a:moveTo>
                      <a:pt x="0" y="0"/>
                    </a:moveTo>
                    <a:cubicBezTo>
                      <a:pt x="0" y="0"/>
                      <a:pt x="168" y="144"/>
                      <a:pt x="394" y="66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28791" name="Freeform 374">
                <a:extLst>
                  <a:ext uri="{FF2B5EF4-FFF2-40B4-BE49-F238E27FC236}">
                    <a16:creationId xmlns:a16="http://schemas.microsoft.com/office/drawing/2014/main" id="{A063FFCB-D152-4965-91BD-98E01CDF4A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6" y="1264"/>
                <a:ext cx="198" cy="284"/>
              </a:xfrm>
              <a:custGeom>
                <a:avLst/>
                <a:gdLst>
                  <a:gd name="T0" fmla="*/ 102 w 182"/>
                  <a:gd name="T1" fmla="*/ 29 h 261"/>
                  <a:gd name="T2" fmla="*/ 4 w 182"/>
                  <a:gd name="T3" fmla="*/ 54 h 261"/>
                  <a:gd name="T4" fmla="*/ 30 w 182"/>
                  <a:gd name="T5" fmla="*/ 134 h 261"/>
                  <a:gd name="T6" fmla="*/ 59 w 182"/>
                  <a:gd name="T7" fmla="*/ 214 h 261"/>
                  <a:gd name="T8" fmla="*/ 161 w 182"/>
                  <a:gd name="T9" fmla="*/ 332 h 261"/>
                  <a:gd name="T10" fmla="*/ 203 w 182"/>
                  <a:gd name="T11" fmla="*/ 281 h 261"/>
                  <a:gd name="T12" fmla="*/ 213 w 182"/>
                  <a:gd name="T13" fmla="*/ 263 h 261"/>
                  <a:gd name="T14" fmla="*/ 234 w 182"/>
                  <a:gd name="T15" fmla="*/ 266 h 261"/>
                  <a:gd name="T16" fmla="*/ 233 w 182"/>
                  <a:gd name="T17" fmla="*/ 266 h 26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82" h="261">
                    <a:moveTo>
                      <a:pt x="79" y="23"/>
                    </a:moveTo>
                    <a:cubicBezTo>
                      <a:pt x="52" y="25"/>
                      <a:pt x="10" y="0"/>
                      <a:pt x="4" y="42"/>
                    </a:cubicBezTo>
                    <a:cubicBezTo>
                      <a:pt x="0" y="64"/>
                      <a:pt x="15" y="85"/>
                      <a:pt x="24" y="104"/>
                    </a:cubicBezTo>
                    <a:cubicBezTo>
                      <a:pt x="34" y="124"/>
                      <a:pt x="41" y="145"/>
                      <a:pt x="46" y="166"/>
                    </a:cubicBezTo>
                    <a:cubicBezTo>
                      <a:pt x="54" y="204"/>
                      <a:pt x="76" y="261"/>
                      <a:pt x="125" y="257"/>
                    </a:cubicBezTo>
                    <a:cubicBezTo>
                      <a:pt x="146" y="255"/>
                      <a:pt x="153" y="237"/>
                      <a:pt x="158" y="218"/>
                    </a:cubicBezTo>
                    <a:cubicBezTo>
                      <a:pt x="160" y="211"/>
                      <a:pt x="159" y="207"/>
                      <a:pt x="165" y="204"/>
                    </a:cubicBezTo>
                    <a:cubicBezTo>
                      <a:pt x="168" y="203"/>
                      <a:pt x="182" y="203"/>
                      <a:pt x="182" y="206"/>
                    </a:cubicBezTo>
                    <a:cubicBezTo>
                      <a:pt x="182" y="206"/>
                      <a:pt x="181" y="206"/>
                      <a:pt x="181" y="206"/>
                    </a:cubicBezTo>
                  </a:path>
                </a:pathLst>
              </a:custGeom>
              <a:solidFill>
                <a:srgbClr val="FEF2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28792" name="Freeform 375">
                <a:extLst>
                  <a:ext uri="{FF2B5EF4-FFF2-40B4-BE49-F238E27FC236}">
                    <a16:creationId xmlns:a16="http://schemas.microsoft.com/office/drawing/2014/main" id="{42DEBF06-B990-4F64-84B0-B6300A0DA1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4" y="1296"/>
                <a:ext cx="131" cy="199"/>
              </a:xfrm>
              <a:custGeom>
                <a:avLst/>
                <a:gdLst>
                  <a:gd name="T0" fmla="*/ 155 w 120"/>
                  <a:gd name="T1" fmla="*/ 165 h 183"/>
                  <a:gd name="T2" fmla="*/ 132 w 120"/>
                  <a:gd name="T3" fmla="*/ 123 h 183"/>
                  <a:gd name="T4" fmla="*/ 146 w 120"/>
                  <a:gd name="T5" fmla="*/ 113 h 183"/>
                  <a:gd name="T6" fmla="*/ 126 w 120"/>
                  <a:gd name="T7" fmla="*/ 83 h 183"/>
                  <a:gd name="T8" fmla="*/ 44 w 120"/>
                  <a:gd name="T9" fmla="*/ 26 h 183"/>
                  <a:gd name="T10" fmla="*/ 2 w 120"/>
                  <a:gd name="T11" fmla="*/ 29 h 183"/>
                  <a:gd name="T12" fmla="*/ 37 w 120"/>
                  <a:gd name="T13" fmla="*/ 112 h 183"/>
                  <a:gd name="T14" fmla="*/ 61 w 120"/>
                  <a:gd name="T15" fmla="*/ 167 h 183"/>
                  <a:gd name="T16" fmla="*/ 133 w 120"/>
                  <a:gd name="T17" fmla="*/ 209 h 183"/>
                  <a:gd name="T18" fmla="*/ 135 w 120"/>
                  <a:gd name="T19" fmla="*/ 181 h 183"/>
                  <a:gd name="T20" fmla="*/ 156 w 120"/>
                  <a:gd name="T21" fmla="*/ 172 h 18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20" h="183">
                    <a:moveTo>
                      <a:pt x="119" y="129"/>
                    </a:moveTo>
                    <a:cubicBezTo>
                      <a:pt x="114" y="130"/>
                      <a:pt x="96" y="106"/>
                      <a:pt x="102" y="96"/>
                    </a:cubicBezTo>
                    <a:cubicBezTo>
                      <a:pt x="104" y="92"/>
                      <a:pt x="111" y="93"/>
                      <a:pt x="113" y="88"/>
                    </a:cubicBezTo>
                    <a:cubicBezTo>
                      <a:pt x="116" y="79"/>
                      <a:pt x="101" y="69"/>
                      <a:pt x="96" y="64"/>
                    </a:cubicBezTo>
                    <a:cubicBezTo>
                      <a:pt x="77" y="46"/>
                      <a:pt x="58" y="30"/>
                      <a:pt x="34" y="20"/>
                    </a:cubicBezTo>
                    <a:cubicBezTo>
                      <a:pt x="22" y="15"/>
                      <a:pt x="0" y="0"/>
                      <a:pt x="2" y="23"/>
                    </a:cubicBezTo>
                    <a:cubicBezTo>
                      <a:pt x="4" y="44"/>
                      <a:pt x="21" y="67"/>
                      <a:pt x="28" y="87"/>
                    </a:cubicBezTo>
                    <a:cubicBezTo>
                      <a:pt x="34" y="102"/>
                      <a:pt x="37" y="118"/>
                      <a:pt x="47" y="131"/>
                    </a:cubicBezTo>
                    <a:cubicBezTo>
                      <a:pt x="54" y="141"/>
                      <a:pt x="90" y="183"/>
                      <a:pt x="103" y="163"/>
                    </a:cubicBezTo>
                    <a:cubicBezTo>
                      <a:pt x="107" y="157"/>
                      <a:pt x="101" y="148"/>
                      <a:pt x="104" y="141"/>
                    </a:cubicBezTo>
                    <a:cubicBezTo>
                      <a:pt x="107" y="137"/>
                      <a:pt x="117" y="129"/>
                      <a:pt x="120" y="133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28793" name="Freeform 376">
                <a:extLst>
                  <a:ext uri="{FF2B5EF4-FFF2-40B4-BE49-F238E27FC236}">
                    <a16:creationId xmlns:a16="http://schemas.microsoft.com/office/drawing/2014/main" id="{4F017933-350C-4B79-9DCC-29D473B003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3" y="1363"/>
                <a:ext cx="52" cy="99"/>
              </a:xfrm>
              <a:custGeom>
                <a:avLst/>
                <a:gdLst>
                  <a:gd name="T0" fmla="*/ 62 w 47"/>
                  <a:gd name="T1" fmla="*/ 10 h 91"/>
                  <a:gd name="T2" fmla="*/ 14 w 47"/>
                  <a:gd name="T3" fmla="*/ 13 h 91"/>
                  <a:gd name="T4" fmla="*/ 28 w 47"/>
                  <a:gd name="T5" fmla="*/ 62 h 91"/>
                  <a:gd name="T6" fmla="*/ 42 w 47"/>
                  <a:gd name="T7" fmla="*/ 104 h 91"/>
                  <a:gd name="T8" fmla="*/ 64 w 47"/>
                  <a:gd name="T9" fmla="*/ 117 h 9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7" h="91">
                    <a:moveTo>
                      <a:pt x="46" y="7"/>
                    </a:moveTo>
                    <a:cubicBezTo>
                      <a:pt x="36" y="4"/>
                      <a:pt x="19" y="0"/>
                      <a:pt x="11" y="10"/>
                    </a:cubicBezTo>
                    <a:cubicBezTo>
                      <a:pt x="0" y="23"/>
                      <a:pt x="16" y="37"/>
                      <a:pt x="21" y="48"/>
                    </a:cubicBezTo>
                    <a:cubicBezTo>
                      <a:pt x="26" y="58"/>
                      <a:pt x="24" y="72"/>
                      <a:pt x="31" y="81"/>
                    </a:cubicBezTo>
                    <a:cubicBezTo>
                      <a:pt x="35" y="87"/>
                      <a:pt x="44" y="89"/>
                      <a:pt x="47" y="91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28794" name="Freeform 377">
                <a:extLst>
                  <a:ext uri="{FF2B5EF4-FFF2-40B4-BE49-F238E27FC236}">
                    <a16:creationId xmlns:a16="http://schemas.microsoft.com/office/drawing/2014/main" id="{8AA2F803-B991-46E6-B519-AD065282A2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8" y="1348"/>
                <a:ext cx="50" cy="36"/>
              </a:xfrm>
              <a:custGeom>
                <a:avLst/>
                <a:gdLst>
                  <a:gd name="T0" fmla="*/ 12 w 45"/>
                  <a:gd name="T1" fmla="*/ 0 h 33"/>
                  <a:gd name="T2" fmla="*/ 33 w 45"/>
                  <a:gd name="T3" fmla="*/ 37 h 33"/>
                  <a:gd name="T4" fmla="*/ 47 w 45"/>
                  <a:gd name="T5" fmla="*/ 16 h 33"/>
                  <a:gd name="T6" fmla="*/ 59 w 45"/>
                  <a:gd name="T7" fmla="*/ 24 h 33"/>
                  <a:gd name="T8" fmla="*/ 42 w 45"/>
                  <a:gd name="T9" fmla="*/ 32 h 33"/>
                  <a:gd name="T10" fmla="*/ 24 w 45"/>
                  <a:gd name="T11" fmla="*/ 41 h 33"/>
                  <a:gd name="T12" fmla="*/ 10 w 45"/>
                  <a:gd name="T13" fmla="*/ 4 h 3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5" h="33">
                    <a:moveTo>
                      <a:pt x="9" y="0"/>
                    </a:moveTo>
                    <a:cubicBezTo>
                      <a:pt x="3" y="10"/>
                      <a:pt x="8" y="33"/>
                      <a:pt x="24" y="28"/>
                    </a:cubicBezTo>
                    <a:cubicBezTo>
                      <a:pt x="32" y="25"/>
                      <a:pt x="30" y="17"/>
                      <a:pt x="34" y="13"/>
                    </a:cubicBezTo>
                    <a:cubicBezTo>
                      <a:pt x="39" y="9"/>
                      <a:pt x="45" y="10"/>
                      <a:pt x="43" y="18"/>
                    </a:cubicBezTo>
                    <a:cubicBezTo>
                      <a:pt x="42" y="25"/>
                      <a:pt x="36" y="22"/>
                      <a:pt x="31" y="25"/>
                    </a:cubicBezTo>
                    <a:cubicBezTo>
                      <a:pt x="26" y="28"/>
                      <a:pt x="26" y="33"/>
                      <a:pt x="18" y="32"/>
                    </a:cubicBezTo>
                    <a:cubicBezTo>
                      <a:pt x="7" y="30"/>
                      <a:pt x="0" y="13"/>
                      <a:pt x="7" y="4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28795" name="Freeform 378">
                <a:extLst>
                  <a:ext uri="{FF2B5EF4-FFF2-40B4-BE49-F238E27FC236}">
                    <a16:creationId xmlns:a16="http://schemas.microsoft.com/office/drawing/2014/main" id="{D2A61C48-40BC-4E6A-85BC-10D4C27629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2" y="1333"/>
                <a:ext cx="37" cy="44"/>
              </a:xfrm>
              <a:custGeom>
                <a:avLst/>
                <a:gdLst>
                  <a:gd name="T0" fmla="*/ 11 w 34"/>
                  <a:gd name="T1" fmla="*/ 16 h 41"/>
                  <a:gd name="T2" fmla="*/ 27 w 34"/>
                  <a:gd name="T3" fmla="*/ 35 h 41"/>
                  <a:gd name="T4" fmla="*/ 35 w 34"/>
                  <a:gd name="T5" fmla="*/ 0 h 41"/>
                  <a:gd name="T6" fmla="*/ 28 w 34"/>
                  <a:gd name="T7" fmla="*/ 41 h 41"/>
                  <a:gd name="T8" fmla="*/ 13 w 34"/>
                  <a:gd name="T9" fmla="*/ 18 h 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" h="41">
                    <a:moveTo>
                      <a:pt x="8" y="13"/>
                    </a:moveTo>
                    <a:cubicBezTo>
                      <a:pt x="21" y="8"/>
                      <a:pt x="6" y="37"/>
                      <a:pt x="21" y="29"/>
                    </a:cubicBezTo>
                    <a:cubicBezTo>
                      <a:pt x="28" y="25"/>
                      <a:pt x="33" y="6"/>
                      <a:pt x="27" y="0"/>
                    </a:cubicBezTo>
                    <a:cubicBezTo>
                      <a:pt x="31" y="11"/>
                      <a:pt x="34" y="26"/>
                      <a:pt x="22" y="33"/>
                    </a:cubicBezTo>
                    <a:cubicBezTo>
                      <a:pt x="10" y="41"/>
                      <a:pt x="0" y="22"/>
                      <a:pt x="10" y="15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28796" name="Freeform 379">
                <a:extLst>
                  <a:ext uri="{FF2B5EF4-FFF2-40B4-BE49-F238E27FC236}">
                    <a16:creationId xmlns:a16="http://schemas.microsoft.com/office/drawing/2014/main" id="{346F0C3B-92A8-454C-870A-4FD42D263A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1" y="1225"/>
                <a:ext cx="40" cy="84"/>
              </a:xfrm>
              <a:custGeom>
                <a:avLst/>
                <a:gdLst>
                  <a:gd name="T0" fmla="*/ 6 w 37"/>
                  <a:gd name="T1" fmla="*/ 0 h 77"/>
                  <a:gd name="T2" fmla="*/ 46 w 37"/>
                  <a:gd name="T3" fmla="*/ 100 h 77"/>
                  <a:gd name="T4" fmla="*/ 10 w 37"/>
                  <a:gd name="T5" fmla="*/ 58 h 77"/>
                  <a:gd name="T6" fmla="*/ 2 w 37"/>
                  <a:gd name="T7" fmla="*/ 31 h 77"/>
                  <a:gd name="T8" fmla="*/ 6 w 37"/>
                  <a:gd name="T9" fmla="*/ 1 h 7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7" h="77">
                    <a:moveTo>
                      <a:pt x="6" y="0"/>
                    </a:moveTo>
                    <a:cubicBezTo>
                      <a:pt x="0" y="27"/>
                      <a:pt x="11" y="62"/>
                      <a:pt x="37" y="77"/>
                    </a:cubicBezTo>
                    <a:cubicBezTo>
                      <a:pt x="21" y="76"/>
                      <a:pt x="11" y="59"/>
                      <a:pt x="7" y="45"/>
                    </a:cubicBezTo>
                    <a:cubicBezTo>
                      <a:pt x="6" y="39"/>
                      <a:pt x="3" y="31"/>
                      <a:pt x="2" y="24"/>
                    </a:cubicBezTo>
                    <a:cubicBezTo>
                      <a:pt x="2" y="17"/>
                      <a:pt x="5" y="8"/>
                      <a:pt x="6" y="1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28797" name="Oval 380">
                <a:extLst>
                  <a:ext uri="{FF2B5EF4-FFF2-40B4-BE49-F238E27FC236}">
                    <a16:creationId xmlns:a16="http://schemas.microsoft.com/office/drawing/2014/main" id="{36A40248-FEAE-468F-B2CC-EBAB7D86C9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47" y="1221"/>
                <a:ext cx="70" cy="66"/>
              </a:xfrm>
              <a:prstGeom prst="ellipse">
                <a:avLst/>
              </a:prstGeom>
              <a:solidFill>
                <a:srgbClr val="95B7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8798" name="Freeform 381">
                <a:extLst>
                  <a:ext uri="{FF2B5EF4-FFF2-40B4-BE49-F238E27FC236}">
                    <a16:creationId xmlns:a16="http://schemas.microsoft.com/office/drawing/2014/main" id="{3ED3337F-A1EE-4110-A232-E561A36D22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2" y="1239"/>
                <a:ext cx="115" cy="95"/>
              </a:xfrm>
              <a:custGeom>
                <a:avLst/>
                <a:gdLst>
                  <a:gd name="T0" fmla="*/ 132 w 106"/>
                  <a:gd name="T1" fmla="*/ 61 h 87"/>
                  <a:gd name="T2" fmla="*/ 52 w 106"/>
                  <a:gd name="T3" fmla="*/ 11 h 87"/>
                  <a:gd name="T4" fmla="*/ 14 w 106"/>
                  <a:gd name="T5" fmla="*/ 43 h 87"/>
                  <a:gd name="T6" fmla="*/ 0 w 106"/>
                  <a:gd name="T7" fmla="*/ 94 h 87"/>
                  <a:gd name="T8" fmla="*/ 84 w 106"/>
                  <a:gd name="T9" fmla="*/ 98 h 87"/>
                  <a:gd name="T10" fmla="*/ 116 w 106"/>
                  <a:gd name="T11" fmla="*/ 81 h 87"/>
                  <a:gd name="T12" fmla="*/ 129 w 106"/>
                  <a:gd name="T13" fmla="*/ 57 h 8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6" h="87">
                    <a:moveTo>
                      <a:pt x="103" y="47"/>
                    </a:moveTo>
                    <a:cubicBezTo>
                      <a:pt x="92" y="30"/>
                      <a:pt x="65" y="0"/>
                      <a:pt x="41" y="8"/>
                    </a:cubicBezTo>
                    <a:cubicBezTo>
                      <a:pt x="28" y="13"/>
                      <a:pt x="17" y="19"/>
                      <a:pt x="11" y="33"/>
                    </a:cubicBezTo>
                    <a:cubicBezTo>
                      <a:pt x="6" y="45"/>
                      <a:pt x="7" y="61"/>
                      <a:pt x="0" y="72"/>
                    </a:cubicBezTo>
                    <a:cubicBezTo>
                      <a:pt x="21" y="87"/>
                      <a:pt x="43" y="87"/>
                      <a:pt x="65" y="75"/>
                    </a:cubicBezTo>
                    <a:cubicBezTo>
                      <a:pt x="75" y="70"/>
                      <a:pt x="80" y="63"/>
                      <a:pt x="91" y="62"/>
                    </a:cubicBezTo>
                    <a:cubicBezTo>
                      <a:pt x="106" y="60"/>
                      <a:pt x="105" y="57"/>
                      <a:pt x="101" y="4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28799" name="Oval 382">
                <a:extLst>
                  <a:ext uri="{FF2B5EF4-FFF2-40B4-BE49-F238E27FC236}">
                    <a16:creationId xmlns:a16="http://schemas.microsoft.com/office/drawing/2014/main" id="{0F4BAD2B-540E-4E6A-8946-50A27A84D3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26" y="1249"/>
                <a:ext cx="81" cy="75"/>
              </a:xfrm>
              <a:prstGeom prst="ellipse">
                <a:avLst/>
              </a:prstGeom>
              <a:solidFill>
                <a:srgbClr val="95B7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8800" name="Freeform 383">
                <a:extLst>
                  <a:ext uri="{FF2B5EF4-FFF2-40B4-BE49-F238E27FC236}">
                    <a16:creationId xmlns:a16="http://schemas.microsoft.com/office/drawing/2014/main" id="{E174AEB4-A2E9-4C2A-B6F8-61E33FBD9F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1" y="1240"/>
                <a:ext cx="115" cy="95"/>
              </a:xfrm>
              <a:custGeom>
                <a:avLst/>
                <a:gdLst>
                  <a:gd name="T0" fmla="*/ 132 w 106"/>
                  <a:gd name="T1" fmla="*/ 61 h 87"/>
                  <a:gd name="T2" fmla="*/ 52 w 106"/>
                  <a:gd name="T3" fmla="*/ 12 h 87"/>
                  <a:gd name="T4" fmla="*/ 14 w 106"/>
                  <a:gd name="T5" fmla="*/ 43 h 87"/>
                  <a:gd name="T6" fmla="*/ 0 w 106"/>
                  <a:gd name="T7" fmla="*/ 95 h 87"/>
                  <a:gd name="T8" fmla="*/ 84 w 106"/>
                  <a:gd name="T9" fmla="*/ 99 h 87"/>
                  <a:gd name="T10" fmla="*/ 116 w 106"/>
                  <a:gd name="T11" fmla="*/ 81 h 87"/>
                  <a:gd name="T12" fmla="*/ 129 w 106"/>
                  <a:gd name="T13" fmla="*/ 57 h 8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6" h="87">
                    <a:moveTo>
                      <a:pt x="103" y="47"/>
                    </a:moveTo>
                    <a:cubicBezTo>
                      <a:pt x="92" y="30"/>
                      <a:pt x="65" y="0"/>
                      <a:pt x="41" y="9"/>
                    </a:cubicBezTo>
                    <a:cubicBezTo>
                      <a:pt x="28" y="13"/>
                      <a:pt x="17" y="19"/>
                      <a:pt x="11" y="33"/>
                    </a:cubicBezTo>
                    <a:cubicBezTo>
                      <a:pt x="6" y="46"/>
                      <a:pt x="7" y="61"/>
                      <a:pt x="0" y="73"/>
                    </a:cubicBezTo>
                    <a:cubicBezTo>
                      <a:pt x="21" y="87"/>
                      <a:pt x="43" y="87"/>
                      <a:pt x="65" y="76"/>
                    </a:cubicBezTo>
                    <a:cubicBezTo>
                      <a:pt x="75" y="71"/>
                      <a:pt x="80" y="63"/>
                      <a:pt x="91" y="62"/>
                    </a:cubicBezTo>
                    <a:cubicBezTo>
                      <a:pt x="106" y="60"/>
                      <a:pt x="105" y="58"/>
                      <a:pt x="101" y="44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28801" name="Freeform 384">
                <a:extLst>
                  <a:ext uri="{FF2B5EF4-FFF2-40B4-BE49-F238E27FC236}">
                    <a16:creationId xmlns:a16="http://schemas.microsoft.com/office/drawing/2014/main" id="{8D0CFAB8-2473-456B-94CB-A41ADBB60A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3" y="1441"/>
                <a:ext cx="138" cy="69"/>
              </a:xfrm>
              <a:custGeom>
                <a:avLst/>
                <a:gdLst>
                  <a:gd name="T0" fmla="*/ 68 w 126"/>
                  <a:gd name="T1" fmla="*/ 6 h 64"/>
                  <a:gd name="T2" fmla="*/ 95 w 126"/>
                  <a:gd name="T3" fmla="*/ 14 h 64"/>
                  <a:gd name="T4" fmla="*/ 125 w 126"/>
                  <a:gd name="T5" fmla="*/ 0 h 64"/>
                  <a:gd name="T6" fmla="*/ 165 w 126"/>
                  <a:gd name="T7" fmla="*/ 69 h 64"/>
                  <a:gd name="T8" fmla="*/ 136 w 126"/>
                  <a:gd name="T9" fmla="*/ 28 h 64"/>
                  <a:gd name="T10" fmla="*/ 93 w 126"/>
                  <a:gd name="T11" fmla="*/ 43 h 64"/>
                  <a:gd name="T12" fmla="*/ 72 w 126"/>
                  <a:gd name="T13" fmla="*/ 32 h 64"/>
                  <a:gd name="T14" fmla="*/ 47 w 126"/>
                  <a:gd name="T15" fmla="*/ 42 h 64"/>
                  <a:gd name="T16" fmla="*/ 0 w 126"/>
                  <a:gd name="T17" fmla="*/ 80 h 64"/>
                  <a:gd name="T18" fmla="*/ 34 w 126"/>
                  <a:gd name="T19" fmla="*/ 39 h 64"/>
                  <a:gd name="T20" fmla="*/ 67 w 126"/>
                  <a:gd name="T21" fmla="*/ 6 h 6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26" h="64">
                    <a:moveTo>
                      <a:pt x="52" y="6"/>
                    </a:moveTo>
                    <a:cubicBezTo>
                      <a:pt x="62" y="4"/>
                      <a:pt x="66" y="9"/>
                      <a:pt x="72" y="11"/>
                    </a:cubicBezTo>
                    <a:cubicBezTo>
                      <a:pt x="81" y="13"/>
                      <a:pt x="85" y="2"/>
                      <a:pt x="95" y="0"/>
                    </a:cubicBezTo>
                    <a:cubicBezTo>
                      <a:pt x="111" y="17"/>
                      <a:pt x="123" y="31"/>
                      <a:pt x="126" y="55"/>
                    </a:cubicBezTo>
                    <a:cubicBezTo>
                      <a:pt x="122" y="44"/>
                      <a:pt x="113" y="28"/>
                      <a:pt x="103" y="22"/>
                    </a:cubicBezTo>
                    <a:cubicBezTo>
                      <a:pt x="85" y="12"/>
                      <a:pt x="85" y="35"/>
                      <a:pt x="71" y="34"/>
                    </a:cubicBezTo>
                    <a:cubicBezTo>
                      <a:pt x="66" y="34"/>
                      <a:pt x="61" y="26"/>
                      <a:pt x="55" y="26"/>
                    </a:cubicBezTo>
                    <a:cubicBezTo>
                      <a:pt x="48" y="25"/>
                      <a:pt x="41" y="30"/>
                      <a:pt x="36" y="33"/>
                    </a:cubicBezTo>
                    <a:cubicBezTo>
                      <a:pt x="22" y="42"/>
                      <a:pt x="12" y="53"/>
                      <a:pt x="0" y="64"/>
                    </a:cubicBezTo>
                    <a:cubicBezTo>
                      <a:pt x="4" y="52"/>
                      <a:pt x="18" y="40"/>
                      <a:pt x="26" y="31"/>
                    </a:cubicBezTo>
                    <a:cubicBezTo>
                      <a:pt x="33" y="23"/>
                      <a:pt x="41" y="9"/>
                      <a:pt x="51" y="6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28802" name="Freeform 385">
                <a:extLst>
                  <a:ext uri="{FF2B5EF4-FFF2-40B4-BE49-F238E27FC236}">
                    <a16:creationId xmlns:a16="http://schemas.microsoft.com/office/drawing/2014/main" id="{8C8BB502-495D-4465-98E6-BE17B270BF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4" y="1498"/>
                <a:ext cx="84" cy="29"/>
              </a:xfrm>
              <a:custGeom>
                <a:avLst/>
                <a:gdLst>
                  <a:gd name="T0" fmla="*/ 3 w 77"/>
                  <a:gd name="T1" fmla="*/ 10 h 26"/>
                  <a:gd name="T2" fmla="*/ 100 w 77"/>
                  <a:gd name="T3" fmla="*/ 0 h 26"/>
                  <a:gd name="T4" fmla="*/ 53 w 77"/>
                  <a:gd name="T5" fmla="*/ 36 h 26"/>
                  <a:gd name="T6" fmla="*/ 0 w 77"/>
                  <a:gd name="T7" fmla="*/ 8 h 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7" h="26">
                    <a:moveTo>
                      <a:pt x="3" y="7"/>
                    </a:moveTo>
                    <a:cubicBezTo>
                      <a:pt x="22" y="26"/>
                      <a:pt x="63" y="24"/>
                      <a:pt x="77" y="0"/>
                    </a:cubicBezTo>
                    <a:cubicBezTo>
                      <a:pt x="77" y="8"/>
                      <a:pt x="56" y="26"/>
                      <a:pt x="41" y="26"/>
                    </a:cubicBezTo>
                    <a:cubicBezTo>
                      <a:pt x="19" y="26"/>
                      <a:pt x="10" y="20"/>
                      <a:pt x="0" y="5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28803" name="Freeform 386">
                <a:extLst>
                  <a:ext uri="{FF2B5EF4-FFF2-40B4-BE49-F238E27FC236}">
                    <a16:creationId xmlns:a16="http://schemas.microsoft.com/office/drawing/2014/main" id="{E3CEE2A9-C25B-4545-B954-6E26AD81B9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3" y="1554"/>
                <a:ext cx="31" cy="38"/>
              </a:xfrm>
              <a:custGeom>
                <a:avLst/>
                <a:gdLst>
                  <a:gd name="T0" fmla="*/ 0 w 28"/>
                  <a:gd name="T1" fmla="*/ 2 h 35"/>
                  <a:gd name="T2" fmla="*/ 23 w 28"/>
                  <a:gd name="T3" fmla="*/ 18 h 35"/>
                  <a:gd name="T4" fmla="*/ 28 w 28"/>
                  <a:gd name="T5" fmla="*/ 45 h 35"/>
                  <a:gd name="T6" fmla="*/ 33 w 28"/>
                  <a:gd name="T7" fmla="*/ 14 h 35"/>
                  <a:gd name="T8" fmla="*/ 8 w 28"/>
                  <a:gd name="T9" fmla="*/ 0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8" h="35">
                    <a:moveTo>
                      <a:pt x="0" y="2"/>
                    </a:moveTo>
                    <a:cubicBezTo>
                      <a:pt x="7" y="7"/>
                      <a:pt x="12" y="7"/>
                      <a:pt x="17" y="15"/>
                    </a:cubicBezTo>
                    <a:cubicBezTo>
                      <a:pt x="20" y="21"/>
                      <a:pt x="21" y="28"/>
                      <a:pt x="21" y="35"/>
                    </a:cubicBezTo>
                    <a:cubicBezTo>
                      <a:pt x="25" y="28"/>
                      <a:pt x="28" y="19"/>
                      <a:pt x="24" y="11"/>
                    </a:cubicBezTo>
                    <a:cubicBezTo>
                      <a:pt x="19" y="2"/>
                      <a:pt x="12" y="4"/>
                      <a:pt x="5" y="0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28804" name="Freeform 387">
                <a:extLst>
                  <a:ext uri="{FF2B5EF4-FFF2-40B4-BE49-F238E27FC236}">
                    <a16:creationId xmlns:a16="http://schemas.microsoft.com/office/drawing/2014/main" id="{1AB2C5E4-D037-452F-8F29-54B79E2918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7" y="1621"/>
                <a:ext cx="52" cy="31"/>
              </a:xfrm>
              <a:custGeom>
                <a:avLst/>
                <a:gdLst>
                  <a:gd name="T0" fmla="*/ 0 w 48"/>
                  <a:gd name="T1" fmla="*/ 0 h 28"/>
                  <a:gd name="T2" fmla="*/ 24 w 48"/>
                  <a:gd name="T3" fmla="*/ 22 h 28"/>
                  <a:gd name="T4" fmla="*/ 61 w 48"/>
                  <a:gd name="T5" fmla="*/ 38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8" h="28">
                    <a:moveTo>
                      <a:pt x="0" y="0"/>
                    </a:moveTo>
                    <a:cubicBezTo>
                      <a:pt x="2" y="0"/>
                      <a:pt x="11" y="11"/>
                      <a:pt x="18" y="16"/>
                    </a:cubicBezTo>
                    <a:cubicBezTo>
                      <a:pt x="27" y="22"/>
                      <a:pt x="37" y="24"/>
                      <a:pt x="48" y="28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28805" name="Freeform 388">
                <a:extLst>
                  <a:ext uri="{FF2B5EF4-FFF2-40B4-BE49-F238E27FC236}">
                    <a16:creationId xmlns:a16="http://schemas.microsoft.com/office/drawing/2014/main" id="{1C3CA604-1178-49E9-9637-390C91022D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6" y="1170"/>
                <a:ext cx="104" cy="39"/>
              </a:xfrm>
              <a:custGeom>
                <a:avLst/>
                <a:gdLst>
                  <a:gd name="T0" fmla="*/ 118 w 96"/>
                  <a:gd name="T1" fmla="*/ 33 h 36"/>
                  <a:gd name="T2" fmla="*/ 61 w 96"/>
                  <a:gd name="T3" fmla="*/ 37 h 36"/>
                  <a:gd name="T4" fmla="*/ 0 w 96"/>
                  <a:gd name="T5" fmla="*/ 46 h 36"/>
                  <a:gd name="T6" fmla="*/ 122 w 96"/>
                  <a:gd name="T7" fmla="*/ 29 h 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6" h="36">
                    <a:moveTo>
                      <a:pt x="93" y="26"/>
                    </a:moveTo>
                    <a:cubicBezTo>
                      <a:pt x="76" y="19"/>
                      <a:pt x="65" y="25"/>
                      <a:pt x="48" y="29"/>
                    </a:cubicBezTo>
                    <a:cubicBezTo>
                      <a:pt x="32" y="34"/>
                      <a:pt x="13" y="32"/>
                      <a:pt x="0" y="36"/>
                    </a:cubicBezTo>
                    <a:cubicBezTo>
                      <a:pt x="30" y="29"/>
                      <a:pt x="70" y="0"/>
                      <a:pt x="96" y="23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28806" name="Freeform 389">
                <a:extLst>
                  <a:ext uri="{FF2B5EF4-FFF2-40B4-BE49-F238E27FC236}">
                    <a16:creationId xmlns:a16="http://schemas.microsoft.com/office/drawing/2014/main" id="{85329AA5-E5CB-45D0-BD7D-794DD625B3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4" y="1148"/>
                <a:ext cx="73" cy="34"/>
              </a:xfrm>
              <a:custGeom>
                <a:avLst/>
                <a:gdLst>
                  <a:gd name="T0" fmla="*/ 0 w 67"/>
                  <a:gd name="T1" fmla="*/ 39 h 31"/>
                  <a:gd name="T2" fmla="*/ 87 w 67"/>
                  <a:gd name="T3" fmla="*/ 32 h 31"/>
                  <a:gd name="T4" fmla="*/ 0 w 67"/>
                  <a:gd name="T5" fmla="*/ 41 h 3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7" h="31">
                    <a:moveTo>
                      <a:pt x="0" y="30"/>
                    </a:moveTo>
                    <a:cubicBezTo>
                      <a:pt x="11" y="4"/>
                      <a:pt x="49" y="25"/>
                      <a:pt x="67" y="24"/>
                    </a:cubicBezTo>
                    <a:cubicBezTo>
                      <a:pt x="47" y="11"/>
                      <a:pt x="9" y="0"/>
                      <a:pt x="0" y="31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28807" name="Freeform 390">
                <a:extLst>
                  <a:ext uri="{FF2B5EF4-FFF2-40B4-BE49-F238E27FC236}">
                    <a16:creationId xmlns:a16="http://schemas.microsoft.com/office/drawing/2014/main" id="{71715FB5-8491-4E4E-8022-0DD9580CF5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3" y="1220"/>
                <a:ext cx="100" cy="75"/>
              </a:xfrm>
              <a:custGeom>
                <a:avLst/>
                <a:gdLst>
                  <a:gd name="T0" fmla="*/ 10 w 92"/>
                  <a:gd name="T1" fmla="*/ 60 h 69"/>
                  <a:gd name="T2" fmla="*/ 25 w 92"/>
                  <a:gd name="T3" fmla="*/ 14 h 69"/>
                  <a:gd name="T4" fmla="*/ 72 w 92"/>
                  <a:gd name="T5" fmla="*/ 2 h 69"/>
                  <a:gd name="T6" fmla="*/ 110 w 92"/>
                  <a:gd name="T7" fmla="*/ 38 h 69"/>
                  <a:gd name="T8" fmla="*/ 86 w 92"/>
                  <a:gd name="T9" fmla="*/ 78 h 69"/>
                  <a:gd name="T10" fmla="*/ 39 w 92"/>
                  <a:gd name="T11" fmla="*/ 80 h 69"/>
                  <a:gd name="T12" fmla="*/ 22 w 92"/>
                  <a:gd name="T13" fmla="*/ 68 h 69"/>
                  <a:gd name="T14" fmla="*/ 10 w 92"/>
                  <a:gd name="T15" fmla="*/ 60 h 6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2" h="69">
                    <a:moveTo>
                      <a:pt x="7" y="47"/>
                    </a:moveTo>
                    <a:cubicBezTo>
                      <a:pt x="0" y="39"/>
                      <a:pt x="12" y="18"/>
                      <a:pt x="19" y="11"/>
                    </a:cubicBezTo>
                    <a:cubicBezTo>
                      <a:pt x="30" y="0"/>
                      <a:pt x="41" y="0"/>
                      <a:pt x="56" y="2"/>
                    </a:cubicBezTo>
                    <a:cubicBezTo>
                      <a:pt x="70" y="4"/>
                      <a:pt x="81" y="16"/>
                      <a:pt x="86" y="29"/>
                    </a:cubicBezTo>
                    <a:cubicBezTo>
                      <a:pt x="92" y="40"/>
                      <a:pt x="78" y="55"/>
                      <a:pt x="67" y="61"/>
                    </a:cubicBezTo>
                    <a:cubicBezTo>
                      <a:pt x="57" y="67"/>
                      <a:pt x="41" y="69"/>
                      <a:pt x="30" y="63"/>
                    </a:cubicBezTo>
                    <a:cubicBezTo>
                      <a:pt x="25" y="61"/>
                      <a:pt x="22" y="56"/>
                      <a:pt x="17" y="53"/>
                    </a:cubicBezTo>
                    <a:cubicBezTo>
                      <a:pt x="13" y="50"/>
                      <a:pt x="9" y="53"/>
                      <a:pt x="7" y="47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28808" name="Freeform 391">
                <a:extLst>
                  <a:ext uri="{FF2B5EF4-FFF2-40B4-BE49-F238E27FC236}">
                    <a16:creationId xmlns:a16="http://schemas.microsoft.com/office/drawing/2014/main" id="{C03E7656-A4D6-47CF-B8F1-7DFAA8E69F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3" y="1190"/>
                <a:ext cx="74" cy="54"/>
              </a:xfrm>
              <a:custGeom>
                <a:avLst/>
                <a:gdLst>
                  <a:gd name="T0" fmla="*/ 0 w 68"/>
                  <a:gd name="T1" fmla="*/ 34 h 49"/>
                  <a:gd name="T2" fmla="*/ 88 w 68"/>
                  <a:gd name="T3" fmla="*/ 66 h 4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8" h="49">
                    <a:moveTo>
                      <a:pt x="0" y="25"/>
                    </a:moveTo>
                    <a:cubicBezTo>
                      <a:pt x="22" y="0"/>
                      <a:pt x="57" y="28"/>
                      <a:pt x="68" y="49"/>
                    </a:cubicBezTo>
                  </a:path>
                </a:pathLst>
              </a:custGeom>
              <a:noFill/>
              <a:ln w="1588" cap="rnd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28809" name="Freeform 392">
                <a:extLst>
                  <a:ext uri="{FF2B5EF4-FFF2-40B4-BE49-F238E27FC236}">
                    <a16:creationId xmlns:a16="http://schemas.microsoft.com/office/drawing/2014/main" id="{B8598C82-2700-449E-AFC1-CF67D1FEC3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3" y="1240"/>
                <a:ext cx="49" cy="62"/>
              </a:xfrm>
              <a:custGeom>
                <a:avLst/>
                <a:gdLst>
                  <a:gd name="T0" fmla="*/ 58 w 45"/>
                  <a:gd name="T1" fmla="*/ 0 h 57"/>
                  <a:gd name="T2" fmla="*/ 15 w 45"/>
                  <a:gd name="T3" fmla="*/ 28 h 57"/>
                  <a:gd name="T4" fmla="*/ 0 w 45"/>
                  <a:gd name="T5" fmla="*/ 73 h 5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5" h="57">
                    <a:moveTo>
                      <a:pt x="45" y="0"/>
                    </a:moveTo>
                    <a:cubicBezTo>
                      <a:pt x="30" y="2"/>
                      <a:pt x="19" y="9"/>
                      <a:pt x="12" y="22"/>
                    </a:cubicBezTo>
                    <a:cubicBezTo>
                      <a:pt x="5" y="33"/>
                      <a:pt x="6" y="47"/>
                      <a:pt x="0" y="57"/>
                    </a:cubicBezTo>
                  </a:path>
                </a:pathLst>
              </a:custGeom>
              <a:noFill/>
              <a:ln w="1588" cap="rnd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28810" name="Freeform 393">
                <a:extLst>
                  <a:ext uri="{FF2B5EF4-FFF2-40B4-BE49-F238E27FC236}">
                    <a16:creationId xmlns:a16="http://schemas.microsoft.com/office/drawing/2014/main" id="{303CC829-6A9C-49FF-9563-FA6421AB93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1" y="1632"/>
                <a:ext cx="471" cy="1217"/>
              </a:xfrm>
              <a:custGeom>
                <a:avLst/>
                <a:gdLst>
                  <a:gd name="T0" fmla="*/ 0 w 432"/>
                  <a:gd name="T1" fmla="*/ 0 h 1118"/>
                  <a:gd name="T2" fmla="*/ 92 w 432"/>
                  <a:gd name="T3" fmla="*/ 15 h 1118"/>
                  <a:gd name="T4" fmla="*/ 301 w 432"/>
                  <a:gd name="T5" fmla="*/ 169 h 1118"/>
                  <a:gd name="T6" fmla="*/ 443 w 432"/>
                  <a:gd name="T7" fmla="*/ 504 h 1118"/>
                  <a:gd name="T8" fmla="*/ 536 w 432"/>
                  <a:gd name="T9" fmla="*/ 666 h 1118"/>
                  <a:gd name="T10" fmla="*/ 555 w 432"/>
                  <a:gd name="T11" fmla="*/ 741 h 1118"/>
                  <a:gd name="T12" fmla="*/ 504 w 432"/>
                  <a:gd name="T13" fmla="*/ 1141 h 1118"/>
                  <a:gd name="T14" fmla="*/ 479 w 432"/>
                  <a:gd name="T15" fmla="*/ 1187 h 1118"/>
                  <a:gd name="T16" fmla="*/ 474 w 432"/>
                  <a:gd name="T17" fmla="*/ 1264 h 1118"/>
                  <a:gd name="T18" fmla="*/ 487 w 432"/>
                  <a:gd name="T19" fmla="*/ 1365 h 1118"/>
                  <a:gd name="T20" fmla="*/ 436 w 432"/>
                  <a:gd name="T21" fmla="*/ 1430 h 1118"/>
                  <a:gd name="T22" fmla="*/ 449 w 432"/>
                  <a:gd name="T23" fmla="*/ 1373 h 1118"/>
                  <a:gd name="T24" fmla="*/ 436 w 432"/>
                  <a:gd name="T25" fmla="*/ 1340 h 1118"/>
                  <a:gd name="T26" fmla="*/ 397 w 432"/>
                  <a:gd name="T27" fmla="*/ 1382 h 1118"/>
                  <a:gd name="T28" fmla="*/ 334 w 432"/>
                  <a:gd name="T29" fmla="*/ 1424 h 1118"/>
                  <a:gd name="T30" fmla="*/ 337 w 432"/>
                  <a:gd name="T31" fmla="*/ 1357 h 1118"/>
                  <a:gd name="T32" fmla="*/ 354 w 432"/>
                  <a:gd name="T33" fmla="*/ 1317 h 1118"/>
                  <a:gd name="T34" fmla="*/ 355 w 432"/>
                  <a:gd name="T35" fmla="*/ 1292 h 1118"/>
                  <a:gd name="T36" fmla="*/ 316 w 432"/>
                  <a:gd name="T37" fmla="*/ 1328 h 1118"/>
                  <a:gd name="T38" fmla="*/ 286 w 432"/>
                  <a:gd name="T39" fmla="*/ 1373 h 1118"/>
                  <a:gd name="T40" fmla="*/ 227 w 432"/>
                  <a:gd name="T41" fmla="*/ 1406 h 1118"/>
                  <a:gd name="T42" fmla="*/ 226 w 432"/>
                  <a:gd name="T43" fmla="*/ 1328 h 1118"/>
                  <a:gd name="T44" fmla="*/ 271 w 432"/>
                  <a:gd name="T45" fmla="*/ 1240 h 1118"/>
                  <a:gd name="T46" fmla="*/ 253 w 432"/>
                  <a:gd name="T47" fmla="*/ 1240 h 1118"/>
                  <a:gd name="T48" fmla="*/ 212 w 432"/>
                  <a:gd name="T49" fmla="*/ 1339 h 1118"/>
                  <a:gd name="T50" fmla="*/ 168 w 432"/>
                  <a:gd name="T51" fmla="*/ 1292 h 1118"/>
                  <a:gd name="T52" fmla="*/ 173 w 432"/>
                  <a:gd name="T53" fmla="*/ 1236 h 1118"/>
                  <a:gd name="T54" fmla="*/ 148 w 432"/>
                  <a:gd name="T55" fmla="*/ 1200 h 1118"/>
                  <a:gd name="T56" fmla="*/ 169 w 432"/>
                  <a:gd name="T57" fmla="*/ 1152 h 1118"/>
                  <a:gd name="T58" fmla="*/ 252 w 432"/>
                  <a:gd name="T59" fmla="*/ 1081 h 1118"/>
                  <a:gd name="T60" fmla="*/ 271 w 432"/>
                  <a:gd name="T61" fmla="*/ 1034 h 1118"/>
                  <a:gd name="T62" fmla="*/ 268 w 432"/>
                  <a:gd name="T63" fmla="*/ 971 h 1118"/>
                  <a:gd name="T64" fmla="*/ 247 w 432"/>
                  <a:gd name="T65" fmla="*/ 818 h 1118"/>
                  <a:gd name="T66" fmla="*/ 184 w 432"/>
                  <a:gd name="T67" fmla="*/ 725 h 1118"/>
                  <a:gd name="T68" fmla="*/ 161 w 432"/>
                  <a:gd name="T69" fmla="*/ 685 h 1118"/>
                  <a:gd name="T70" fmla="*/ 156 w 432"/>
                  <a:gd name="T71" fmla="*/ 666 h 1118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432" h="1118">
                    <a:moveTo>
                      <a:pt x="0" y="0"/>
                    </a:moveTo>
                    <a:cubicBezTo>
                      <a:pt x="21" y="6"/>
                      <a:pt x="54" y="13"/>
                      <a:pt x="71" y="12"/>
                    </a:cubicBezTo>
                    <a:cubicBezTo>
                      <a:pt x="98" y="10"/>
                      <a:pt x="174" y="2"/>
                      <a:pt x="232" y="130"/>
                    </a:cubicBezTo>
                    <a:cubicBezTo>
                      <a:pt x="290" y="258"/>
                      <a:pt x="319" y="359"/>
                      <a:pt x="341" y="390"/>
                    </a:cubicBezTo>
                    <a:cubicBezTo>
                      <a:pt x="364" y="421"/>
                      <a:pt x="408" y="501"/>
                      <a:pt x="414" y="516"/>
                    </a:cubicBezTo>
                    <a:cubicBezTo>
                      <a:pt x="420" y="530"/>
                      <a:pt x="432" y="551"/>
                      <a:pt x="428" y="575"/>
                    </a:cubicBezTo>
                    <a:cubicBezTo>
                      <a:pt x="424" y="600"/>
                      <a:pt x="410" y="860"/>
                      <a:pt x="389" y="885"/>
                    </a:cubicBezTo>
                    <a:cubicBezTo>
                      <a:pt x="368" y="910"/>
                      <a:pt x="370" y="920"/>
                      <a:pt x="370" y="920"/>
                    </a:cubicBezTo>
                    <a:cubicBezTo>
                      <a:pt x="370" y="920"/>
                      <a:pt x="373" y="961"/>
                      <a:pt x="366" y="980"/>
                    </a:cubicBezTo>
                    <a:cubicBezTo>
                      <a:pt x="359" y="999"/>
                      <a:pt x="381" y="1032"/>
                      <a:pt x="376" y="1058"/>
                    </a:cubicBezTo>
                    <a:cubicBezTo>
                      <a:pt x="372" y="1084"/>
                      <a:pt x="352" y="1116"/>
                      <a:pt x="337" y="1109"/>
                    </a:cubicBezTo>
                    <a:cubicBezTo>
                      <a:pt x="321" y="1102"/>
                      <a:pt x="342" y="1069"/>
                      <a:pt x="347" y="1064"/>
                    </a:cubicBezTo>
                    <a:cubicBezTo>
                      <a:pt x="352" y="1059"/>
                      <a:pt x="337" y="1039"/>
                      <a:pt x="337" y="1039"/>
                    </a:cubicBezTo>
                    <a:cubicBezTo>
                      <a:pt x="337" y="1039"/>
                      <a:pt x="311" y="1067"/>
                      <a:pt x="306" y="1072"/>
                    </a:cubicBezTo>
                    <a:cubicBezTo>
                      <a:pt x="300" y="1077"/>
                      <a:pt x="278" y="1118"/>
                      <a:pt x="258" y="1104"/>
                    </a:cubicBezTo>
                    <a:cubicBezTo>
                      <a:pt x="258" y="1104"/>
                      <a:pt x="232" y="1090"/>
                      <a:pt x="260" y="1053"/>
                    </a:cubicBezTo>
                    <a:cubicBezTo>
                      <a:pt x="268" y="1042"/>
                      <a:pt x="273" y="1026"/>
                      <a:pt x="273" y="1022"/>
                    </a:cubicBezTo>
                    <a:cubicBezTo>
                      <a:pt x="273" y="1019"/>
                      <a:pt x="274" y="1001"/>
                      <a:pt x="274" y="1001"/>
                    </a:cubicBezTo>
                    <a:cubicBezTo>
                      <a:pt x="274" y="1001"/>
                      <a:pt x="252" y="1023"/>
                      <a:pt x="244" y="1030"/>
                    </a:cubicBezTo>
                    <a:cubicBezTo>
                      <a:pt x="236" y="1036"/>
                      <a:pt x="222" y="1057"/>
                      <a:pt x="220" y="1064"/>
                    </a:cubicBezTo>
                    <a:cubicBezTo>
                      <a:pt x="218" y="1070"/>
                      <a:pt x="204" y="1106"/>
                      <a:pt x="175" y="1090"/>
                    </a:cubicBezTo>
                    <a:cubicBezTo>
                      <a:pt x="147" y="1073"/>
                      <a:pt x="174" y="1030"/>
                      <a:pt x="174" y="1030"/>
                    </a:cubicBezTo>
                    <a:cubicBezTo>
                      <a:pt x="174" y="1030"/>
                      <a:pt x="207" y="971"/>
                      <a:pt x="209" y="961"/>
                    </a:cubicBezTo>
                    <a:cubicBezTo>
                      <a:pt x="211" y="950"/>
                      <a:pt x="202" y="955"/>
                      <a:pt x="195" y="961"/>
                    </a:cubicBezTo>
                    <a:cubicBezTo>
                      <a:pt x="188" y="966"/>
                      <a:pt x="184" y="1030"/>
                      <a:pt x="163" y="1038"/>
                    </a:cubicBezTo>
                    <a:cubicBezTo>
                      <a:pt x="141" y="1046"/>
                      <a:pt x="125" y="1021"/>
                      <a:pt x="129" y="1001"/>
                    </a:cubicBezTo>
                    <a:cubicBezTo>
                      <a:pt x="133" y="980"/>
                      <a:pt x="134" y="958"/>
                      <a:pt x="134" y="958"/>
                    </a:cubicBezTo>
                    <a:cubicBezTo>
                      <a:pt x="134" y="958"/>
                      <a:pt x="116" y="952"/>
                      <a:pt x="115" y="930"/>
                    </a:cubicBezTo>
                    <a:cubicBezTo>
                      <a:pt x="115" y="909"/>
                      <a:pt x="120" y="901"/>
                      <a:pt x="130" y="893"/>
                    </a:cubicBezTo>
                    <a:cubicBezTo>
                      <a:pt x="156" y="872"/>
                      <a:pt x="139" y="842"/>
                      <a:pt x="194" y="838"/>
                    </a:cubicBezTo>
                    <a:cubicBezTo>
                      <a:pt x="194" y="838"/>
                      <a:pt x="203" y="813"/>
                      <a:pt x="209" y="802"/>
                    </a:cubicBezTo>
                    <a:cubicBezTo>
                      <a:pt x="215" y="791"/>
                      <a:pt x="215" y="773"/>
                      <a:pt x="207" y="752"/>
                    </a:cubicBezTo>
                    <a:cubicBezTo>
                      <a:pt x="199" y="730"/>
                      <a:pt x="178" y="691"/>
                      <a:pt x="191" y="634"/>
                    </a:cubicBezTo>
                    <a:cubicBezTo>
                      <a:pt x="191" y="634"/>
                      <a:pt x="152" y="586"/>
                      <a:pt x="142" y="562"/>
                    </a:cubicBezTo>
                    <a:cubicBezTo>
                      <a:pt x="132" y="538"/>
                      <a:pt x="125" y="531"/>
                      <a:pt x="125" y="531"/>
                    </a:cubicBezTo>
                    <a:cubicBezTo>
                      <a:pt x="125" y="531"/>
                      <a:pt x="121" y="527"/>
                      <a:pt x="120" y="516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28811" name="Freeform 394">
                <a:extLst>
                  <a:ext uri="{FF2B5EF4-FFF2-40B4-BE49-F238E27FC236}">
                    <a16:creationId xmlns:a16="http://schemas.microsoft.com/office/drawing/2014/main" id="{AD5B6981-0B2D-45DC-B6BE-D629640C4D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5" y="2684"/>
                <a:ext cx="185" cy="136"/>
              </a:xfrm>
              <a:custGeom>
                <a:avLst/>
                <a:gdLst>
                  <a:gd name="T0" fmla="*/ 0 w 169"/>
                  <a:gd name="T1" fmla="*/ 161 h 125"/>
                  <a:gd name="T2" fmla="*/ 101 w 169"/>
                  <a:gd name="T3" fmla="*/ 85 h 125"/>
                  <a:gd name="T4" fmla="*/ 222 w 169"/>
                  <a:gd name="T5" fmla="*/ 0 h 1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9" h="125">
                    <a:moveTo>
                      <a:pt x="0" y="125"/>
                    </a:moveTo>
                    <a:cubicBezTo>
                      <a:pt x="24" y="110"/>
                      <a:pt x="48" y="90"/>
                      <a:pt x="77" y="66"/>
                    </a:cubicBezTo>
                    <a:cubicBezTo>
                      <a:pt x="108" y="41"/>
                      <a:pt x="140" y="22"/>
                      <a:pt x="169" y="0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28812" name="Freeform 395">
                <a:extLst>
                  <a:ext uri="{FF2B5EF4-FFF2-40B4-BE49-F238E27FC236}">
                    <a16:creationId xmlns:a16="http://schemas.microsoft.com/office/drawing/2014/main" id="{E531370F-26ED-4DC9-BAD8-1132D0F043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5" y="2705"/>
                <a:ext cx="82" cy="82"/>
              </a:xfrm>
              <a:custGeom>
                <a:avLst/>
                <a:gdLst>
                  <a:gd name="T0" fmla="*/ 0 w 76"/>
                  <a:gd name="T1" fmla="*/ 0 h 75"/>
                  <a:gd name="T2" fmla="*/ 95 w 76"/>
                  <a:gd name="T3" fmla="*/ 98 h 7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6" h="75">
                    <a:moveTo>
                      <a:pt x="0" y="0"/>
                    </a:moveTo>
                    <a:cubicBezTo>
                      <a:pt x="20" y="28"/>
                      <a:pt x="44" y="54"/>
                      <a:pt x="76" y="75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28813" name="Freeform 396">
                <a:extLst>
                  <a:ext uri="{FF2B5EF4-FFF2-40B4-BE49-F238E27FC236}">
                    <a16:creationId xmlns:a16="http://schemas.microsoft.com/office/drawing/2014/main" id="{CD6989F5-6F3C-417E-8611-7603B8D2BB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2" y="2110"/>
                <a:ext cx="153" cy="595"/>
              </a:xfrm>
              <a:custGeom>
                <a:avLst/>
                <a:gdLst>
                  <a:gd name="T0" fmla="*/ 127 w 140"/>
                  <a:gd name="T1" fmla="*/ 0 h 547"/>
                  <a:gd name="T2" fmla="*/ 117 w 140"/>
                  <a:gd name="T3" fmla="*/ 35 h 547"/>
                  <a:gd name="T4" fmla="*/ 66 w 140"/>
                  <a:gd name="T5" fmla="*/ 449 h 547"/>
                  <a:gd name="T6" fmla="*/ 183 w 140"/>
                  <a:gd name="T7" fmla="*/ 704 h 54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0" h="547">
                    <a:moveTo>
                      <a:pt x="97" y="0"/>
                    </a:moveTo>
                    <a:cubicBezTo>
                      <a:pt x="94" y="10"/>
                      <a:pt x="92" y="20"/>
                      <a:pt x="90" y="27"/>
                    </a:cubicBezTo>
                    <a:cubicBezTo>
                      <a:pt x="75" y="70"/>
                      <a:pt x="0" y="229"/>
                      <a:pt x="50" y="349"/>
                    </a:cubicBezTo>
                    <a:cubicBezTo>
                      <a:pt x="75" y="411"/>
                      <a:pt x="96" y="485"/>
                      <a:pt x="140" y="547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28814" name="Freeform 397">
                <a:extLst>
                  <a:ext uri="{FF2B5EF4-FFF2-40B4-BE49-F238E27FC236}">
                    <a16:creationId xmlns:a16="http://schemas.microsoft.com/office/drawing/2014/main" id="{6D4CCE62-32BD-4745-A098-8690A68390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0" y="2191"/>
                <a:ext cx="124" cy="493"/>
              </a:xfrm>
              <a:custGeom>
                <a:avLst/>
                <a:gdLst>
                  <a:gd name="T0" fmla="*/ 0 w 114"/>
                  <a:gd name="T1" fmla="*/ 584 h 453"/>
                  <a:gd name="T2" fmla="*/ 142 w 114"/>
                  <a:gd name="T3" fmla="*/ 254 h 453"/>
                  <a:gd name="T4" fmla="*/ 121 w 114"/>
                  <a:gd name="T5" fmla="*/ 0 h 45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4" h="453">
                    <a:moveTo>
                      <a:pt x="0" y="453"/>
                    </a:moveTo>
                    <a:cubicBezTo>
                      <a:pt x="63" y="406"/>
                      <a:pt x="114" y="348"/>
                      <a:pt x="110" y="197"/>
                    </a:cubicBezTo>
                    <a:cubicBezTo>
                      <a:pt x="109" y="125"/>
                      <a:pt x="103" y="59"/>
                      <a:pt x="94" y="0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28815" name="Freeform 398">
                <a:extLst>
                  <a:ext uri="{FF2B5EF4-FFF2-40B4-BE49-F238E27FC236}">
                    <a16:creationId xmlns:a16="http://schemas.microsoft.com/office/drawing/2014/main" id="{998D6133-C7DB-45DD-B165-943AEB67F0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4" y="2109"/>
                <a:ext cx="33" cy="87"/>
              </a:xfrm>
              <a:custGeom>
                <a:avLst/>
                <a:gdLst>
                  <a:gd name="T0" fmla="*/ 4 w 30"/>
                  <a:gd name="T1" fmla="*/ 103 h 80"/>
                  <a:gd name="T2" fmla="*/ 0 w 30"/>
                  <a:gd name="T3" fmla="*/ 59 h 80"/>
                  <a:gd name="T4" fmla="*/ 40 w 30"/>
                  <a:gd name="T5" fmla="*/ 0 h 8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0" h="80">
                    <a:moveTo>
                      <a:pt x="4" y="80"/>
                    </a:moveTo>
                    <a:cubicBezTo>
                      <a:pt x="6" y="64"/>
                      <a:pt x="5" y="52"/>
                      <a:pt x="0" y="46"/>
                    </a:cubicBezTo>
                    <a:cubicBezTo>
                      <a:pt x="0" y="46"/>
                      <a:pt x="17" y="24"/>
                      <a:pt x="30" y="0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28816" name="Freeform 399">
                <a:extLst>
                  <a:ext uri="{FF2B5EF4-FFF2-40B4-BE49-F238E27FC236}">
                    <a16:creationId xmlns:a16="http://schemas.microsoft.com/office/drawing/2014/main" id="{47DAE6D3-A83A-4102-924D-3A9E5062B9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0" y="2294"/>
                <a:ext cx="45" cy="243"/>
              </a:xfrm>
              <a:custGeom>
                <a:avLst/>
                <a:gdLst>
                  <a:gd name="T0" fmla="*/ 54 w 41"/>
                  <a:gd name="T1" fmla="*/ 286 h 224"/>
                  <a:gd name="T2" fmla="*/ 16 w 41"/>
                  <a:gd name="T3" fmla="*/ 214 h 224"/>
                  <a:gd name="T4" fmla="*/ 23 w 41"/>
                  <a:gd name="T5" fmla="*/ 0 h 2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1" h="224">
                    <a:moveTo>
                      <a:pt x="41" y="224"/>
                    </a:moveTo>
                    <a:cubicBezTo>
                      <a:pt x="31" y="202"/>
                      <a:pt x="18" y="171"/>
                      <a:pt x="13" y="168"/>
                    </a:cubicBezTo>
                    <a:cubicBezTo>
                      <a:pt x="13" y="168"/>
                      <a:pt x="0" y="45"/>
                      <a:pt x="17" y="0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28817" name="Freeform 400">
                <a:extLst>
                  <a:ext uri="{FF2B5EF4-FFF2-40B4-BE49-F238E27FC236}">
                    <a16:creationId xmlns:a16="http://schemas.microsoft.com/office/drawing/2014/main" id="{43B7F995-5000-4D9A-B14E-9AAED2E2B6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9" y="2581"/>
                <a:ext cx="16" cy="92"/>
              </a:xfrm>
              <a:custGeom>
                <a:avLst/>
                <a:gdLst>
                  <a:gd name="T0" fmla="*/ 0 w 14"/>
                  <a:gd name="T1" fmla="*/ 108 h 85"/>
                  <a:gd name="T2" fmla="*/ 7 w 14"/>
                  <a:gd name="T3" fmla="*/ 75 h 85"/>
                  <a:gd name="T4" fmla="*/ 0 w 14"/>
                  <a:gd name="T5" fmla="*/ 71 h 85"/>
                  <a:gd name="T6" fmla="*/ 9 w 14"/>
                  <a:gd name="T7" fmla="*/ 30 h 85"/>
                  <a:gd name="T8" fmla="*/ 15 w 14"/>
                  <a:gd name="T9" fmla="*/ 0 h 8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85">
                    <a:moveTo>
                      <a:pt x="0" y="85"/>
                    </a:moveTo>
                    <a:cubicBezTo>
                      <a:pt x="5" y="78"/>
                      <a:pt x="14" y="65"/>
                      <a:pt x="4" y="59"/>
                    </a:cubicBezTo>
                    <a:cubicBezTo>
                      <a:pt x="0" y="56"/>
                      <a:pt x="0" y="56"/>
                      <a:pt x="0" y="56"/>
                    </a:cubicBezTo>
                    <a:cubicBezTo>
                      <a:pt x="0" y="56"/>
                      <a:pt x="4" y="31"/>
                      <a:pt x="6" y="24"/>
                    </a:cubicBezTo>
                    <a:cubicBezTo>
                      <a:pt x="8" y="20"/>
                      <a:pt x="10" y="10"/>
                      <a:pt x="10" y="0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28818" name="Freeform 401">
                <a:extLst>
                  <a:ext uri="{FF2B5EF4-FFF2-40B4-BE49-F238E27FC236}">
                    <a16:creationId xmlns:a16="http://schemas.microsoft.com/office/drawing/2014/main" id="{57C5721A-060E-4503-8941-517F2B4C96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8" y="1589"/>
                <a:ext cx="503" cy="1054"/>
              </a:xfrm>
              <a:custGeom>
                <a:avLst/>
                <a:gdLst>
                  <a:gd name="T0" fmla="*/ 599 w 461"/>
                  <a:gd name="T1" fmla="*/ 0 h 969"/>
                  <a:gd name="T2" fmla="*/ 570 w 461"/>
                  <a:gd name="T3" fmla="*/ 40 h 969"/>
                  <a:gd name="T4" fmla="*/ 457 w 461"/>
                  <a:gd name="T5" fmla="*/ 30 h 969"/>
                  <a:gd name="T6" fmla="*/ 265 w 461"/>
                  <a:gd name="T7" fmla="*/ 149 h 969"/>
                  <a:gd name="T8" fmla="*/ 99 w 461"/>
                  <a:gd name="T9" fmla="*/ 434 h 969"/>
                  <a:gd name="T10" fmla="*/ 4 w 461"/>
                  <a:gd name="T11" fmla="*/ 742 h 969"/>
                  <a:gd name="T12" fmla="*/ 52 w 461"/>
                  <a:gd name="T13" fmla="*/ 1080 h 969"/>
                  <a:gd name="T14" fmla="*/ 31 w 461"/>
                  <a:gd name="T15" fmla="*/ 1128 h 969"/>
                  <a:gd name="T16" fmla="*/ 11 w 461"/>
                  <a:gd name="T17" fmla="*/ 1231 h 969"/>
                  <a:gd name="T18" fmla="*/ 15 w 461"/>
                  <a:gd name="T19" fmla="*/ 1247 h 96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61" h="969">
                    <a:moveTo>
                      <a:pt x="461" y="0"/>
                    </a:moveTo>
                    <a:cubicBezTo>
                      <a:pt x="452" y="9"/>
                      <a:pt x="440" y="22"/>
                      <a:pt x="438" y="31"/>
                    </a:cubicBezTo>
                    <a:cubicBezTo>
                      <a:pt x="438" y="31"/>
                      <a:pt x="370" y="29"/>
                      <a:pt x="352" y="24"/>
                    </a:cubicBezTo>
                    <a:cubicBezTo>
                      <a:pt x="334" y="18"/>
                      <a:pt x="242" y="22"/>
                      <a:pt x="204" y="116"/>
                    </a:cubicBezTo>
                    <a:cubicBezTo>
                      <a:pt x="167" y="211"/>
                      <a:pt x="99" y="293"/>
                      <a:pt x="76" y="337"/>
                    </a:cubicBezTo>
                    <a:cubicBezTo>
                      <a:pt x="53" y="382"/>
                      <a:pt x="0" y="467"/>
                      <a:pt x="4" y="576"/>
                    </a:cubicBezTo>
                    <a:cubicBezTo>
                      <a:pt x="10" y="714"/>
                      <a:pt x="44" y="819"/>
                      <a:pt x="40" y="839"/>
                    </a:cubicBezTo>
                    <a:cubicBezTo>
                      <a:pt x="40" y="839"/>
                      <a:pt x="30" y="855"/>
                      <a:pt x="24" y="876"/>
                    </a:cubicBezTo>
                    <a:cubicBezTo>
                      <a:pt x="18" y="897"/>
                      <a:pt x="3" y="941"/>
                      <a:pt x="8" y="957"/>
                    </a:cubicBezTo>
                    <a:cubicBezTo>
                      <a:pt x="9" y="961"/>
                      <a:pt x="11" y="965"/>
                      <a:pt x="12" y="969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28819" name="Freeform 402">
                <a:extLst>
                  <a:ext uri="{FF2B5EF4-FFF2-40B4-BE49-F238E27FC236}">
                    <a16:creationId xmlns:a16="http://schemas.microsoft.com/office/drawing/2014/main" id="{A29CD60B-A984-4263-AF76-57675769BB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0" y="2621"/>
                <a:ext cx="797" cy="1235"/>
              </a:xfrm>
              <a:custGeom>
                <a:avLst/>
                <a:gdLst>
                  <a:gd name="T0" fmla="*/ 625 w 731"/>
                  <a:gd name="T1" fmla="*/ 99 h 1135"/>
                  <a:gd name="T2" fmla="*/ 418 w 731"/>
                  <a:gd name="T3" fmla="*/ 36 h 1135"/>
                  <a:gd name="T4" fmla="*/ 87 w 731"/>
                  <a:gd name="T5" fmla="*/ 162 h 1135"/>
                  <a:gd name="T6" fmla="*/ 77 w 731"/>
                  <a:gd name="T7" fmla="*/ 546 h 1135"/>
                  <a:gd name="T8" fmla="*/ 464 w 731"/>
                  <a:gd name="T9" fmla="*/ 1018 h 1135"/>
                  <a:gd name="T10" fmla="*/ 578 w 731"/>
                  <a:gd name="T11" fmla="*/ 1100 h 1135"/>
                  <a:gd name="T12" fmla="*/ 648 w 731"/>
                  <a:gd name="T13" fmla="*/ 1319 h 1135"/>
                  <a:gd name="T14" fmla="*/ 669 w 731"/>
                  <a:gd name="T15" fmla="*/ 1376 h 1135"/>
                  <a:gd name="T16" fmla="*/ 726 w 731"/>
                  <a:gd name="T17" fmla="*/ 1435 h 1135"/>
                  <a:gd name="T18" fmla="*/ 738 w 731"/>
                  <a:gd name="T19" fmla="*/ 1401 h 1135"/>
                  <a:gd name="T20" fmla="*/ 775 w 731"/>
                  <a:gd name="T21" fmla="*/ 1327 h 1135"/>
                  <a:gd name="T22" fmla="*/ 890 w 731"/>
                  <a:gd name="T23" fmla="*/ 1166 h 1135"/>
                  <a:gd name="T24" fmla="*/ 881 w 731"/>
                  <a:gd name="T25" fmla="*/ 1018 h 1135"/>
                  <a:gd name="T26" fmla="*/ 714 w 731"/>
                  <a:gd name="T27" fmla="*/ 742 h 1135"/>
                  <a:gd name="T28" fmla="*/ 853 w 731"/>
                  <a:gd name="T29" fmla="*/ 766 h 113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731" h="1135">
                    <a:moveTo>
                      <a:pt x="482" y="77"/>
                    </a:moveTo>
                    <a:cubicBezTo>
                      <a:pt x="453" y="62"/>
                      <a:pt x="394" y="36"/>
                      <a:pt x="322" y="28"/>
                    </a:cubicBezTo>
                    <a:cubicBezTo>
                      <a:pt x="219" y="16"/>
                      <a:pt x="134" y="0"/>
                      <a:pt x="67" y="126"/>
                    </a:cubicBezTo>
                    <a:cubicBezTo>
                      <a:pt x="0" y="253"/>
                      <a:pt x="12" y="332"/>
                      <a:pt x="60" y="424"/>
                    </a:cubicBezTo>
                    <a:cubicBezTo>
                      <a:pt x="108" y="516"/>
                      <a:pt x="235" y="728"/>
                      <a:pt x="359" y="790"/>
                    </a:cubicBezTo>
                    <a:cubicBezTo>
                      <a:pt x="378" y="800"/>
                      <a:pt x="391" y="834"/>
                      <a:pt x="446" y="854"/>
                    </a:cubicBezTo>
                    <a:cubicBezTo>
                      <a:pt x="500" y="874"/>
                      <a:pt x="480" y="997"/>
                      <a:pt x="500" y="1024"/>
                    </a:cubicBezTo>
                    <a:cubicBezTo>
                      <a:pt x="520" y="1050"/>
                      <a:pt x="516" y="1069"/>
                      <a:pt x="516" y="1069"/>
                    </a:cubicBezTo>
                    <a:cubicBezTo>
                      <a:pt x="516" y="1069"/>
                      <a:pt x="529" y="1135"/>
                      <a:pt x="560" y="1114"/>
                    </a:cubicBezTo>
                    <a:cubicBezTo>
                      <a:pt x="576" y="1104"/>
                      <a:pt x="570" y="1088"/>
                      <a:pt x="570" y="1088"/>
                    </a:cubicBezTo>
                    <a:cubicBezTo>
                      <a:pt x="570" y="1088"/>
                      <a:pt x="589" y="1066"/>
                      <a:pt x="598" y="1030"/>
                    </a:cubicBezTo>
                    <a:cubicBezTo>
                      <a:pt x="612" y="968"/>
                      <a:pt x="676" y="945"/>
                      <a:pt x="686" y="905"/>
                    </a:cubicBezTo>
                    <a:cubicBezTo>
                      <a:pt x="695" y="865"/>
                      <a:pt x="731" y="861"/>
                      <a:pt x="680" y="790"/>
                    </a:cubicBezTo>
                    <a:cubicBezTo>
                      <a:pt x="630" y="720"/>
                      <a:pt x="551" y="576"/>
                      <a:pt x="551" y="576"/>
                    </a:cubicBezTo>
                    <a:cubicBezTo>
                      <a:pt x="551" y="576"/>
                      <a:pt x="621" y="650"/>
                      <a:pt x="658" y="595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28820" name="Freeform 403">
                <a:extLst>
                  <a:ext uri="{FF2B5EF4-FFF2-40B4-BE49-F238E27FC236}">
                    <a16:creationId xmlns:a16="http://schemas.microsoft.com/office/drawing/2014/main" id="{D4CF4EE8-DBB3-442D-A426-2F634D9AF0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9" y="2666"/>
                <a:ext cx="104" cy="17"/>
              </a:xfrm>
              <a:custGeom>
                <a:avLst/>
                <a:gdLst>
                  <a:gd name="T0" fmla="*/ 122 w 96"/>
                  <a:gd name="T1" fmla="*/ 0 h 16"/>
                  <a:gd name="T2" fmla="*/ 0 w 96"/>
                  <a:gd name="T3" fmla="*/ 19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6" h="16">
                    <a:moveTo>
                      <a:pt x="96" y="0"/>
                    </a:moveTo>
                    <a:cubicBezTo>
                      <a:pt x="66" y="0"/>
                      <a:pt x="37" y="3"/>
                      <a:pt x="0" y="16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28821" name="Freeform 404">
                <a:extLst>
                  <a:ext uri="{FF2B5EF4-FFF2-40B4-BE49-F238E27FC236}">
                    <a16:creationId xmlns:a16="http://schemas.microsoft.com/office/drawing/2014/main" id="{2A9B3273-EF0A-4300-8155-D960C8CB28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4" y="2766"/>
                <a:ext cx="16" cy="26"/>
              </a:xfrm>
              <a:custGeom>
                <a:avLst/>
                <a:gdLst>
                  <a:gd name="T0" fmla="*/ 21 w 14"/>
                  <a:gd name="T1" fmla="*/ 30 h 24"/>
                  <a:gd name="T2" fmla="*/ 0 w 14"/>
                  <a:gd name="T3" fmla="*/ 0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24">
                    <a:moveTo>
                      <a:pt x="14" y="24"/>
                    </a:moveTo>
                    <a:cubicBezTo>
                      <a:pt x="9" y="15"/>
                      <a:pt x="5" y="7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28822" name="Freeform 405">
                <a:extLst>
                  <a:ext uri="{FF2B5EF4-FFF2-40B4-BE49-F238E27FC236}">
                    <a16:creationId xmlns:a16="http://schemas.microsoft.com/office/drawing/2014/main" id="{0E11C42B-67EA-4F60-B440-E8C0712EC0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0" y="2826"/>
                <a:ext cx="842" cy="945"/>
              </a:xfrm>
              <a:custGeom>
                <a:avLst/>
                <a:gdLst>
                  <a:gd name="T0" fmla="*/ 62 w 772"/>
                  <a:gd name="T1" fmla="*/ 518 h 869"/>
                  <a:gd name="T2" fmla="*/ 155 w 772"/>
                  <a:gd name="T3" fmla="*/ 531 h 869"/>
                  <a:gd name="T4" fmla="*/ 258 w 772"/>
                  <a:gd name="T5" fmla="*/ 500 h 869"/>
                  <a:gd name="T6" fmla="*/ 205 w 772"/>
                  <a:gd name="T7" fmla="*/ 572 h 869"/>
                  <a:gd name="T8" fmla="*/ 156 w 772"/>
                  <a:gd name="T9" fmla="*/ 659 h 869"/>
                  <a:gd name="T10" fmla="*/ 77 w 772"/>
                  <a:gd name="T11" fmla="*/ 793 h 869"/>
                  <a:gd name="T12" fmla="*/ 4 w 772"/>
                  <a:gd name="T13" fmla="*/ 881 h 869"/>
                  <a:gd name="T14" fmla="*/ 21 w 772"/>
                  <a:gd name="T15" fmla="*/ 932 h 869"/>
                  <a:gd name="T16" fmla="*/ 3 w 772"/>
                  <a:gd name="T17" fmla="*/ 968 h 869"/>
                  <a:gd name="T18" fmla="*/ 31 w 772"/>
                  <a:gd name="T19" fmla="*/ 995 h 869"/>
                  <a:gd name="T20" fmla="*/ 21 w 772"/>
                  <a:gd name="T21" fmla="*/ 1024 h 869"/>
                  <a:gd name="T22" fmla="*/ 52 w 772"/>
                  <a:gd name="T23" fmla="*/ 1049 h 869"/>
                  <a:gd name="T24" fmla="*/ 60 w 772"/>
                  <a:gd name="T25" fmla="*/ 1080 h 869"/>
                  <a:gd name="T26" fmla="*/ 88 w 772"/>
                  <a:gd name="T27" fmla="*/ 1096 h 869"/>
                  <a:gd name="T28" fmla="*/ 155 w 772"/>
                  <a:gd name="T29" fmla="*/ 1111 h 869"/>
                  <a:gd name="T30" fmla="*/ 233 w 772"/>
                  <a:gd name="T31" fmla="*/ 1083 h 869"/>
                  <a:gd name="T32" fmla="*/ 292 w 772"/>
                  <a:gd name="T33" fmla="*/ 990 h 869"/>
                  <a:gd name="T34" fmla="*/ 352 w 772"/>
                  <a:gd name="T35" fmla="*/ 855 h 869"/>
                  <a:gd name="T36" fmla="*/ 425 w 772"/>
                  <a:gd name="T37" fmla="*/ 815 h 869"/>
                  <a:gd name="T38" fmla="*/ 635 w 772"/>
                  <a:gd name="T39" fmla="*/ 687 h 869"/>
                  <a:gd name="T40" fmla="*/ 965 w 772"/>
                  <a:gd name="T41" fmla="*/ 134 h 869"/>
                  <a:gd name="T42" fmla="*/ 933 w 772"/>
                  <a:gd name="T43" fmla="*/ 0 h 869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772" h="869">
                    <a:moveTo>
                      <a:pt x="48" y="403"/>
                    </a:moveTo>
                    <a:cubicBezTo>
                      <a:pt x="61" y="412"/>
                      <a:pt x="85" y="423"/>
                      <a:pt x="119" y="413"/>
                    </a:cubicBezTo>
                    <a:cubicBezTo>
                      <a:pt x="172" y="397"/>
                      <a:pt x="199" y="389"/>
                      <a:pt x="199" y="389"/>
                    </a:cubicBezTo>
                    <a:cubicBezTo>
                      <a:pt x="199" y="389"/>
                      <a:pt x="174" y="433"/>
                      <a:pt x="158" y="445"/>
                    </a:cubicBezTo>
                    <a:cubicBezTo>
                      <a:pt x="142" y="457"/>
                      <a:pt x="125" y="494"/>
                      <a:pt x="120" y="512"/>
                    </a:cubicBezTo>
                    <a:cubicBezTo>
                      <a:pt x="111" y="552"/>
                      <a:pt x="62" y="585"/>
                      <a:pt x="60" y="616"/>
                    </a:cubicBezTo>
                    <a:cubicBezTo>
                      <a:pt x="60" y="616"/>
                      <a:pt x="2" y="637"/>
                      <a:pt x="4" y="685"/>
                    </a:cubicBezTo>
                    <a:cubicBezTo>
                      <a:pt x="6" y="717"/>
                      <a:pt x="16" y="725"/>
                      <a:pt x="16" y="725"/>
                    </a:cubicBezTo>
                    <a:cubicBezTo>
                      <a:pt x="16" y="725"/>
                      <a:pt x="0" y="736"/>
                      <a:pt x="3" y="752"/>
                    </a:cubicBezTo>
                    <a:cubicBezTo>
                      <a:pt x="6" y="768"/>
                      <a:pt x="24" y="773"/>
                      <a:pt x="24" y="773"/>
                    </a:cubicBezTo>
                    <a:cubicBezTo>
                      <a:pt x="24" y="773"/>
                      <a:pt x="15" y="786"/>
                      <a:pt x="16" y="796"/>
                    </a:cubicBezTo>
                    <a:cubicBezTo>
                      <a:pt x="18" y="805"/>
                      <a:pt x="40" y="816"/>
                      <a:pt x="40" y="816"/>
                    </a:cubicBezTo>
                    <a:cubicBezTo>
                      <a:pt x="40" y="816"/>
                      <a:pt x="40" y="829"/>
                      <a:pt x="46" y="840"/>
                    </a:cubicBezTo>
                    <a:cubicBezTo>
                      <a:pt x="51" y="850"/>
                      <a:pt x="68" y="852"/>
                      <a:pt x="68" y="852"/>
                    </a:cubicBezTo>
                    <a:cubicBezTo>
                      <a:pt x="68" y="852"/>
                      <a:pt x="83" y="869"/>
                      <a:pt x="119" y="864"/>
                    </a:cubicBezTo>
                    <a:cubicBezTo>
                      <a:pt x="155" y="858"/>
                      <a:pt x="162" y="844"/>
                      <a:pt x="180" y="842"/>
                    </a:cubicBezTo>
                    <a:cubicBezTo>
                      <a:pt x="199" y="841"/>
                      <a:pt x="215" y="796"/>
                      <a:pt x="226" y="770"/>
                    </a:cubicBezTo>
                    <a:cubicBezTo>
                      <a:pt x="236" y="745"/>
                      <a:pt x="267" y="677"/>
                      <a:pt x="271" y="665"/>
                    </a:cubicBezTo>
                    <a:cubicBezTo>
                      <a:pt x="271" y="665"/>
                      <a:pt x="304" y="662"/>
                      <a:pt x="328" y="634"/>
                    </a:cubicBezTo>
                    <a:cubicBezTo>
                      <a:pt x="352" y="606"/>
                      <a:pt x="424" y="609"/>
                      <a:pt x="490" y="534"/>
                    </a:cubicBezTo>
                    <a:cubicBezTo>
                      <a:pt x="555" y="460"/>
                      <a:pt x="772" y="306"/>
                      <a:pt x="744" y="104"/>
                    </a:cubicBezTo>
                    <a:cubicBezTo>
                      <a:pt x="739" y="63"/>
                      <a:pt x="730" y="29"/>
                      <a:pt x="719" y="0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28823" name="Freeform 406">
                <a:extLst>
                  <a:ext uri="{FF2B5EF4-FFF2-40B4-BE49-F238E27FC236}">
                    <a16:creationId xmlns:a16="http://schemas.microsoft.com/office/drawing/2014/main" id="{1DBF5E65-EFCB-44B6-80F6-356F1835F1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4" y="3263"/>
                <a:ext cx="161" cy="23"/>
              </a:xfrm>
              <a:custGeom>
                <a:avLst/>
                <a:gdLst>
                  <a:gd name="T0" fmla="*/ 0 w 147"/>
                  <a:gd name="T1" fmla="*/ 4 h 21"/>
                  <a:gd name="T2" fmla="*/ 4 w 147"/>
                  <a:gd name="T3" fmla="*/ 5 h 21"/>
                  <a:gd name="T4" fmla="*/ 148 w 147"/>
                  <a:gd name="T5" fmla="*/ 5 h 21"/>
                  <a:gd name="T6" fmla="*/ 193 w 147"/>
                  <a:gd name="T7" fmla="*/ 3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7" h="21">
                    <a:moveTo>
                      <a:pt x="0" y="4"/>
                    </a:moveTo>
                    <a:cubicBezTo>
                      <a:pt x="1" y="5"/>
                      <a:pt x="2" y="5"/>
                      <a:pt x="4" y="5"/>
                    </a:cubicBezTo>
                    <a:cubicBezTo>
                      <a:pt x="59" y="21"/>
                      <a:pt x="38" y="0"/>
                      <a:pt x="112" y="5"/>
                    </a:cubicBezTo>
                    <a:cubicBezTo>
                      <a:pt x="125" y="6"/>
                      <a:pt x="136" y="5"/>
                      <a:pt x="147" y="3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28824" name="Freeform 407">
                <a:extLst>
                  <a:ext uri="{FF2B5EF4-FFF2-40B4-BE49-F238E27FC236}">
                    <a16:creationId xmlns:a16="http://schemas.microsoft.com/office/drawing/2014/main" id="{B88322BE-8920-4169-BAC6-7D79B6B318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5" y="716"/>
                <a:ext cx="886" cy="1011"/>
              </a:xfrm>
              <a:custGeom>
                <a:avLst/>
                <a:gdLst>
                  <a:gd name="T0" fmla="*/ 82 w 813"/>
                  <a:gd name="T1" fmla="*/ 676 h 929"/>
                  <a:gd name="T2" fmla="*/ 34 w 813"/>
                  <a:gd name="T3" fmla="*/ 360 h 929"/>
                  <a:gd name="T4" fmla="*/ 639 w 813"/>
                  <a:gd name="T5" fmla="*/ 97 h 929"/>
                  <a:gd name="T6" fmla="*/ 961 w 813"/>
                  <a:gd name="T7" fmla="*/ 501 h 929"/>
                  <a:gd name="T8" fmla="*/ 971 w 813"/>
                  <a:gd name="T9" fmla="*/ 578 h 929"/>
                  <a:gd name="T10" fmla="*/ 996 w 813"/>
                  <a:gd name="T11" fmla="*/ 700 h 929"/>
                  <a:gd name="T12" fmla="*/ 975 w 813"/>
                  <a:gd name="T13" fmla="*/ 963 h 929"/>
                  <a:gd name="T14" fmla="*/ 913 w 813"/>
                  <a:gd name="T15" fmla="*/ 1035 h 929"/>
                  <a:gd name="T16" fmla="*/ 792 w 813"/>
                  <a:gd name="T17" fmla="*/ 1167 h 929"/>
                  <a:gd name="T18" fmla="*/ 299 w 813"/>
                  <a:gd name="T19" fmla="*/ 1027 h 929"/>
                  <a:gd name="T20" fmla="*/ 262 w 813"/>
                  <a:gd name="T21" fmla="*/ 940 h 92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13" h="929">
                    <a:moveTo>
                      <a:pt x="63" y="525"/>
                    </a:moveTo>
                    <a:cubicBezTo>
                      <a:pt x="35" y="477"/>
                      <a:pt x="0" y="392"/>
                      <a:pt x="26" y="279"/>
                    </a:cubicBezTo>
                    <a:cubicBezTo>
                      <a:pt x="66" y="99"/>
                      <a:pt x="291" y="0"/>
                      <a:pt x="494" y="75"/>
                    </a:cubicBezTo>
                    <a:cubicBezTo>
                      <a:pt x="724" y="160"/>
                      <a:pt x="721" y="324"/>
                      <a:pt x="742" y="389"/>
                    </a:cubicBezTo>
                    <a:cubicBezTo>
                      <a:pt x="747" y="408"/>
                      <a:pt x="754" y="421"/>
                      <a:pt x="751" y="448"/>
                    </a:cubicBezTo>
                    <a:cubicBezTo>
                      <a:pt x="748" y="474"/>
                      <a:pt x="776" y="511"/>
                      <a:pt x="770" y="543"/>
                    </a:cubicBezTo>
                    <a:cubicBezTo>
                      <a:pt x="765" y="576"/>
                      <a:pt x="813" y="666"/>
                      <a:pt x="753" y="747"/>
                    </a:cubicBezTo>
                    <a:cubicBezTo>
                      <a:pt x="734" y="772"/>
                      <a:pt x="732" y="784"/>
                      <a:pt x="706" y="803"/>
                    </a:cubicBezTo>
                    <a:cubicBezTo>
                      <a:pt x="681" y="821"/>
                      <a:pt x="693" y="881"/>
                      <a:pt x="612" y="905"/>
                    </a:cubicBezTo>
                    <a:cubicBezTo>
                      <a:pt x="530" y="929"/>
                      <a:pt x="266" y="855"/>
                      <a:pt x="230" y="797"/>
                    </a:cubicBezTo>
                    <a:cubicBezTo>
                      <a:pt x="199" y="747"/>
                      <a:pt x="214" y="746"/>
                      <a:pt x="202" y="730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28825" name="Freeform 408">
                <a:extLst>
                  <a:ext uri="{FF2B5EF4-FFF2-40B4-BE49-F238E27FC236}">
                    <a16:creationId xmlns:a16="http://schemas.microsoft.com/office/drawing/2014/main" id="{F9C893E0-8637-43C2-BA3E-9878E18B11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6" y="1264"/>
                <a:ext cx="198" cy="284"/>
              </a:xfrm>
              <a:custGeom>
                <a:avLst/>
                <a:gdLst>
                  <a:gd name="T0" fmla="*/ 100 w 182"/>
                  <a:gd name="T1" fmla="*/ 29 h 261"/>
                  <a:gd name="T2" fmla="*/ 3 w 182"/>
                  <a:gd name="T3" fmla="*/ 55 h 261"/>
                  <a:gd name="T4" fmla="*/ 29 w 182"/>
                  <a:gd name="T5" fmla="*/ 134 h 261"/>
                  <a:gd name="T6" fmla="*/ 58 w 182"/>
                  <a:gd name="T7" fmla="*/ 215 h 261"/>
                  <a:gd name="T8" fmla="*/ 160 w 182"/>
                  <a:gd name="T9" fmla="*/ 332 h 261"/>
                  <a:gd name="T10" fmla="*/ 202 w 182"/>
                  <a:gd name="T11" fmla="*/ 281 h 261"/>
                  <a:gd name="T12" fmla="*/ 211 w 182"/>
                  <a:gd name="T13" fmla="*/ 263 h 261"/>
                  <a:gd name="T14" fmla="*/ 233 w 182"/>
                  <a:gd name="T15" fmla="*/ 266 h 261"/>
                  <a:gd name="T16" fmla="*/ 232 w 182"/>
                  <a:gd name="T17" fmla="*/ 266 h 26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82" h="261">
                    <a:moveTo>
                      <a:pt x="78" y="23"/>
                    </a:moveTo>
                    <a:cubicBezTo>
                      <a:pt x="51" y="25"/>
                      <a:pt x="9" y="0"/>
                      <a:pt x="3" y="43"/>
                    </a:cubicBezTo>
                    <a:cubicBezTo>
                      <a:pt x="0" y="64"/>
                      <a:pt x="14" y="85"/>
                      <a:pt x="23" y="104"/>
                    </a:cubicBezTo>
                    <a:cubicBezTo>
                      <a:pt x="33" y="124"/>
                      <a:pt x="40" y="145"/>
                      <a:pt x="45" y="167"/>
                    </a:cubicBezTo>
                    <a:cubicBezTo>
                      <a:pt x="54" y="204"/>
                      <a:pt x="75" y="261"/>
                      <a:pt x="124" y="257"/>
                    </a:cubicBezTo>
                    <a:cubicBezTo>
                      <a:pt x="145" y="255"/>
                      <a:pt x="152" y="237"/>
                      <a:pt x="157" y="218"/>
                    </a:cubicBezTo>
                    <a:cubicBezTo>
                      <a:pt x="159" y="212"/>
                      <a:pt x="158" y="207"/>
                      <a:pt x="164" y="204"/>
                    </a:cubicBezTo>
                    <a:cubicBezTo>
                      <a:pt x="167" y="203"/>
                      <a:pt x="182" y="203"/>
                      <a:pt x="181" y="206"/>
                    </a:cubicBezTo>
                    <a:cubicBezTo>
                      <a:pt x="181" y="206"/>
                      <a:pt x="180" y="206"/>
                      <a:pt x="180" y="206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28826" name="Freeform 409">
                <a:extLst>
                  <a:ext uri="{FF2B5EF4-FFF2-40B4-BE49-F238E27FC236}">
                    <a16:creationId xmlns:a16="http://schemas.microsoft.com/office/drawing/2014/main" id="{472A12AC-7C4B-48CE-A5AE-D0C3ABB365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0" y="1253"/>
                <a:ext cx="75" cy="53"/>
              </a:xfrm>
              <a:custGeom>
                <a:avLst/>
                <a:gdLst>
                  <a:gd name="T0" fmla="*/ 13 w 69"/>
                  <a:gd name="T1" fmla="*/ 65 h 48"/>
                  <a:gd name="T2" fmla="*/ 4 w 69"/>
                  <a:gd name="T3" fmla="*/ 23 h 48"/>
                  <a:gd name="T4" fmla="*/ 38 w 69"/>
                  <a:gd name="T5" fmla="*/ 1 h 48"/>
                  <a:gd name="T6" fmla="*/ 72 w 69"/>
                  <a:gd name="T7" fmla="*/ 14 h 48"/>
                  <a:gd name="T8" fmla="*/ 43 w 69"/>
                  <a:gd name="T9" fmla="*/ 36 h 48"/>
                  <a:gd name="T10" fmla="*/ 26 w 69"/>
                  <a:gd name="T11" fmla="*/ 50 h 48"/>
                  <a:gd name="T12" fmla="*/ 11 w 69"/>
                  <a:gd name="T13" fmla="*/ 63 h 4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9" h="48">
                    <a:moveTo>
                      <a:pt x="10" y="48"/>
                    </a:moveTo>
                    <a:cubicBezTo>
                      <a:pt x="1" y="41"/>
                      <a:pt x="0" y="27"/>
                      <a:pt x="4" y="17"/>
                    </a:cubicBezTo>
                    <a:cubicBezTo>
                      <a:pt x="8" y="8"/>
                      <a:pt x="19" y="3"/>
                      <a:pt x="29" y="1"/>
                    </a:cubicBezTo>
                    <a:cubicBezTo>
                      <a:pt x="38" y="0"/>
                      <a:pt x="50" y="4"/>
                      <a:pt x="56" y="11"/>
                    </a:cubicBezTo>
                    <a:cubicBezTo>
                      <a:pt x="69" y="24"/>
                      <a:pt x="42" y="22"/>
                      <a:pt x="34" y="27"/>
                    </a:cubicBezTo>
                    <a:cubicBezTo>
                      <a:pt x="29" y="30"/>
                      <a:pt x="24" y="34"/>
                      <a:pt x="20" y="37"/>
                    </a:cubicBezTo>
                    <a:cubicBezTo>
                      <a:pt x="16" y="40"/>
                      <a:pt x="12" y="46"/>
                      <a:pt x="8" y="47"/>
                    </a:cubicBezTo>
                  </a:path>
                </a:pathLst>
              </a:custGeom>
              <a:solidFill>
                <a:srgbClr val="6998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28827" name="Freeform 410">
                <a:extLst>
                  <a:ext uri="{FF2B5EF4-FFF2-40B4-BE49-F238E27FC236}">
                    <a16:creationId xmlns:a16="http://schemas.microsoft.com/office/drawing/2014/main" id="{796E9A7B-119A-4595-9755-DCF6189F96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2" y="1225"/>
                <a:ext cx="69" cy="41"/>
              </a:xfrm>
              <a:custGeom>
                <a:avLst/>
                <a:gdLst>
                  <a:gd name="T0" fmla="*/ 15 w 64"/>
                  <a:gd name="T1" fmla="*/ 45 h 38"/>
                  <a:gd name="T2" fmla="*/ 44 w 64"/>
                  <a:gd name="T3" fmla="*/ 1 h 38"/>
                  <a:gd name="T4" fmla="*/ 80 w 64"/>
                  <a:gd name="T5" fmla="*/ 28 h 38"/>
                  <a:gd name="T6" fmla="*/ 65 w 64"/>
                  <a:gd name="T7" fmla="*/ 30 h 38"/>
                  <a:gd name="T8" fmla="*/ 44 w 64"/>
                  <a:gd name="T9" fmla="*/ 35 h 38"/>
                  <a:gd name="T10" fmla="*/ 15 w 64"/>
                  <a:gd name="T11" fmla="*/ 44 h 38"/>
                  <a:gd name="T12" fmla="*/ 14 w 64"/>
                  <a:gd name="T13" fmla="*/ 42 h 3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4" h="38">
                    <a:moveTo>
                      <a:pt x="12" y="36"/>
                    </a:moveTo>
                    <a:cubicBezTo>
                      <a:pt x="0" y="24"/>
                      <a:pt x="22" y="2"/>
                      <a:pt x="35" y="1"/>
                    </a:cubicBezTo>
                    <a:cubicBezTo>
                      <a:pt x="48" y="0"/>
                      <a:pt x="62" y="8"/>
                      <a:pt x="64" y="22"/>
                    </a:cubicBezTo>
                    <a:cubicBezTo>
                      <a:pt x="61" y="25"/>
                      <a:pt x="56" y="24"/>
                      <a:pt x="52" y="24"/>
                    </a:cubicBezTo>
                    <a:cubicBezTo>
                      <a:pt x="46" y="24"/>
                      <a:pt x="40" y="25"/>
                      <a:pt x="35" y="28"/>
                    </a:cubicBezTo>
                    <a:cubicBezTo>
                      <a:pt x="26" y="32"/>
                      <a:pt x="23" y="38"/>
                      <a:pt x="12" y="35"/>
                    </a:cubicBezTo>
                    <a:cubicBezTo>
                      <a:pt x="12" y="34"/>
                      <a:pt x="11" y="34"/>
                      <a:pt x="11" y="33"/>
                    </a:cubicBezTo>
                  </a:path>
                </a:pathLst>
              </a:custGeom>
              <a:solidFill>
                <a:srgbClr val="6998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28828" name="Freeform 411">
                <a:extLst>
                  <a:ext uri="{FF2B5EF4-FFF2-40B4-BE49-F238E27FC236}">
                    <a16:creationId xmlns:a16="http://schemas.microsoft.com/office/drawing/2014/main" id="{E90558A7-F182-47F9-BC26-474AB5C964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5" y="1301"/>
                <a:ext cx="40" cy="19"/>
              </a:xfrm>
              <a:custGeom>
                <a:avLst/>
                <a:gdLst>
                  <a:gd name="T0" fmla="*/ 0 w 36"/>
                  <a:gd name="T1" fmla="*/ 11 h 17"/>
                  <a:gd name="T2" fmla="*/ 49 w 36"/>
                  <a:gd name="T3" fmla="*/ 3 h 17"/>
                  <a:gd name="T4" fmla="*/ 21 w 36"/>
                  <a:gd name="T5" fmla="*/ 3 h 17"/>
                  <a:gd name="T6" fmla="*/ 1 w 36"/>
                  <a:gd name="T7" fmla="*/ 11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6" h="17">
                    <a:moveTo>
                      <a:pt x="0" y="8"/>
                    </a:moveTo>
                    <a:cubicBezTo>
                      <a:pt x="7" y="15"/>
                      <a:pt x="36" y="17"/>
                      <a:pt x="36" y="3"/>
                    </a:cubicBezTo>
                    <a:cubicBezTo>
                      <a:pt x="30" y="0"/>
                      <a:pt x="22" y="5"/>
                      <a:pt x="15" y="3"/>
                    </a:cubicBezTo>
                    <a:cubicBezTo>
                      <a:pt x="6" y="0"/>
                      <a:pt x="7" y="0"/>
                      <a:pt x="1" y="8"/>
                    </a:cubicBezTo>
                  </a:path>
                </a:pathLst>
              </a:custGeom>
              <a:solidFill>
                <a:srgbClr val="C2D8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28829" name="Freeform 412">
                <a:extLst>
                  <a:ext uri="{FF2B5EF4-FFF2-40B4-BE49-F238E27FC236}">
                    <a16:creationId xmlns:a16="http://schemas.microsoft.com/office/drawing/2014/main" id="{87CB5FB4-A031-404C-BD75-2F44027D9A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6" y="1266"/>
                <a:ext cx="37" cy="22"/>
              </a:xfrm>
              <a:custGeom>
                <a:avLst/>
                <a:gdLst>
                  <a:gd name="T0" fmla="*/ 3 w 34"/>
                  <a:gd name="T1" fmla="*/ 3 h 20"/>
                  <a:gd name="T2" fmla="*/ 1 w 34"/>
                  <a:gd name="T3" fmla="*/ 3 h 20"/>
                  <a:gd name="T4" fmla="*/ 14 w 34"/>
                  <a:gd name="T5" fmla="*/ 0 h 20"/>
                  <a:gd name="T6" fmla="*/ 25 w 34"/>
                  <a:gd name="T7" fmla="*/ 3 h 20"/>
                  <a:gd name="T8" fmla="*/ 40 w 34"/>
                  <a:gd name="T9" fmla="*/ 12 h 20"/>
                  <a:gd name="T10" fmla="*/ 0 w 34"/>
                  <a:gd name="T11" fmla="*/ 9 h 2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4" h="20">
                    <a:moveTo>
                      <a:pt x="3" y="3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5" y="3"/>
                      <a:pt x="8" y="1"/>
                      <a:pt x="11" y="0"/>
                    </a:cubicBezTo>
                    <a:cubicBezTo>
                      <a:pt x="15" y="0"/>
                      <a:pt x="14" y="1"/>
                      <a:pt x="19" y="3"/>
                    </a:cubicBezTo>
                    <a:cubicBezTo>
                      <a:pt x="23" y="4"/>
                      <a:pt x="34" y="2"/>
                      <a:pt x="31" y="9"/>
                    </a:cubicBezTo>
                    <a:cubicBezTo>
                      <a:pt x="25" y="20"/>
                      <a:pt x="5" y="10"/>
                      <a:pt x="0" y="6"/>
                    </a:cubicBezTo>
                  </a:path>
                </a:pathLst>
              </a:custGeom>
              <a:solidFill>
                <a:srgbClr val="C2D8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28830" name="Oval 413">
                <a:extLst>
                  <a:ext uri="{FF2B5EF4-FFF2-40B4-BE49-F238E27FC236}">
                    <a16:creationId xmlns:a16="http://schemas.microsoft.com/office/drawing/2014/main" id="{48C20F0D-2499-490A-B145-0BA03B5CC4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52" y="1270"/>
                <a:ext cx="28" cy="28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8831" name="Oval 414">
                <a:extLst>
                  <a:ext uri="{FF2B5EF4-FFF2-40B4-BE49-F238E27FC236}">
                    <a16:creationId xmlns:a16="http://schemas.microsoft.com/office/drawing/2014/main" id="{C4B55F04-4DDB-4A1C-98E2-DE9A3C00D7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2" y="1239"/>
                <a:ext cx="25" cy="26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8832" name="Oval 415">
                <a:extLst>
                  <a:ext uri="{FF2B5EF4-FFF2-40B4-BE49-F238E27FC236}">
                    <a16:creationId xmlns:a16="http://schemas.microsoft.com/office/drawing/2014/main" id="{EEE069B0-0E80-4C19-85D0-D9A4F11024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40" y="1275"/>
                <a:ext cx="22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8833" name="Oval 416">
                <a:extLst>
                  <a:ext uri="{FF2B5EF4-FFF2-40B4-BE49-F238E27FC236}">
                    <a16:creationId xmlns:a16="http://schemas.microsoft.com/office/drawing/2014/main" id="{426701EC-F8E2-4A97-AE6B-8FB2F58645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64" y="1295"/>
                <a:ext cx="7" cy="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8834" name="Oval 417">
                <a:extLst>
                  <a:ext uri="{FF2B5EF4-FFF2-40B4-BE49-F238E27FC236}">
                    <a16:creationId xmlns:a16="http://schemas.microsoft.com/office/drawing/2014/main" id="{5CBEBFA3-603E-48D5-8EFA-F57BE44961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65" y="1238"/>
                <a:ext cx="15" cy="1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8835" name="Oval 418">
                <a:extLst>
                  <a:ext uri="{FF2B5EF4-FFF2-40B4-BE49-F238E27FC236}">
                    <a16:creationId xmlns:a16="http://schemas.microsoft.com/office/drawing/2014/main" id="{EBE04E77-39F1-41BC-90ED-979D119E4F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8" y="1261"/>
                <a:ext cx="6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8836" name="Freeform 419">
                <a:extLst>
                  <a:ext uri="{FF2B5EF4-FFF2-40B4-BE49-F238E27FC236}">
                    <a16:creationId xmlns:a16="http://schemas.microsoft.com/office/drawing/2014/main" id="{A4B99571-F9CC-4B91-A1E7-5B638B74B1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9" y="1288"/>
                <a:ext cx="5" cy="19"/>
              </a:xfrm>
              <a:custGeom>
                <a:avLst/>
                <a:gdLst>
                  <a:gd name="T0" fmla="*/ 5 w 5"/>
                  <a:gd name="T1" fmla="*/ 23 h 17"/>
                  <a:gd name="T2" fmla="*/ 1 w 5"/>
                  <a:gd name="T3" fmla="*/ 13 h 17"/>
                  <a:gd name="T4" fmla="*/ 4 w 5"/>
                  <a:gd name="T5" fmla="*/ 0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17">
                    <a:moveTo>
                      <a:pt x="5" y="17"/>
                    </a:moveTo>
                    <a:cubicBezTo>
                      <a:pt x="2" y="17"/>
                      <a:pt x="1" y="11"/>
                      <a:pt x="1" y="10"/>
                    </a:cubicBezTo>
                    <a:cubicBezTo>
                      <a:pt x="0" y="6"/>
                      <a:pt x="1" y="2"/>
                      <a:pt x="4" y="0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28837" name="Freeform 420">
                <a:extLst>
                  <a:ext uri="{FF2B5EF4-FFF2-40B4-BE49-F238E27FC236}">
                    <a16:creationId xmlns:a16="http://schemas.microsoft.com/office/drawing/2014/main" id="{1F6EC066-EF8C-4F1B-B62F-6A191C0856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3" y="1259"/>
                <a:ext cx="3" cy="14"/>
              </a:xfrm>
              <a:custGeom>
                <a:avLst/>
                <a:gdLst>
                  <a:gd name="T0" fmla="*/ 0 w 3"/>
                  <a:gd name="T1" fmla="*/ 16 h 13"/>
                  <a:gd name="T2" fmla="*/ 1 w 3"/>
                  <a:gd name="T3" fmla="*/ 0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3">
                    <a:moveTo>
                      <a:pt x="0" y="13"/>
                    </a:moveTo>
                    <a:cubicBezTo>
                      <a:pt x="3" y="11"/>
                      <a:pt x="3" y="4"/>
                      <a:pt x="1" y="0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28838" name="Oval 421">
                <a:extLst>
                  <a:ext uri="{FF2B5EF4-FFF2-40B4-BE49-F238E27FC236}">
                    <a16:creationId xmlns:a16="http://schemas.microsoft.com/office/drawing/2014/main" id="{DAD283BF-4943-4DC5-A8AA-D0DC80CC61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47" y="1221"/>
                <a:ext cx="70" cy="66"/>
              </a:xfrm>
              <a:prstGeom prst="ellipse">
                <a:avLst/>
              </a:prstGeom>
              <a:noFill/>
              <a:ln w="3175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8839" name="Oval 422">
                <a:extLst>
                  <a:ext uri="{FF2B5EF4-FFF2-40B4-BE49-F238E27FC236}">
                    <a16:creationId xmlns:a16="http://schemas.microsoft.com/office/drawing/2014/main" id="{F903D7DF-4E45-4144-B2B7-E41500BA82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26" y="1249"/>
                <a:ext cx="81" cy="75"/>
              </a:xfrm>
              <a:prstGeom prst="ellipse">
                <a:avLst/>
              </a:prstGeom>
              <a:noFill/>
              <a:ln w="3175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8840" name="Freeform 423">
                <a:extLst>
                  <a:ext uri="{FF2B5EF4-FFF2-40B4-BE49-F238E27FC236}">
                    <a16:creationId xmlns:a16="http://schemas.microsoft.com/office/drawing/2014/main" id="{E0D8FCE7-5DC7-4B42-A19D-3776956EF8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4" y="1229"/>
                <a:ext cx="95" cy="31"/>
              </a:xfrm>
              <a:custGeom>
                <a:avLst/>
                <a:gdLst>
                  <a:gd name="T0" fmla="*/ 114 w 87"/>
                  <a:gd name="T1" fmla="*/ 34 h 28"/>
                  <a:gd name="T2" fmla="*/ 107 w 87"/>
                  <a:gd name="T3" fmla="*/ 27 h 28"/>
                  <a:gd name="T4" fmla="*/ 95 w 87"/>
                  <a:gd name="T5" fmla="*/ 21 h 28"/>
                  <a:gd name="T6" fmla="*/ 70 w 87"/>
                  <a:gd name="T7" fmla="*/ 10 h 28"/>
                  <a:gd name="T8" fmla="*/ 41 w 87"/>
                  <a:gd name="T9" fmla="*/ 9 h 28"/>
                  <a:gd name="T10" fmla="*/ 0 w 87"/>
                  <a:gd name="T11" fmla="*/ 23 h 28"/>
                  <a:gd name="T12" fmla="*/ 34 w 87"/>
                  <a:gd name="T13" fmla="*/ 2 h 28"/>
                  <a:gd name="T14" fmla="*/ 81 w 87"/>
                  <a:gd name="T15" fmla="*/ 9 h 28"/>
                  <a:gd name="T16" fmla="*/ 104 w 87"/>
                  <a:gd name="T17" fmla="*/ 21 h 28"/>
                  <a:gd name="T18" fmla="*/ 111 w 87"/>
                  <a:gd name="T19" fmla="*/ 33 h 28"/>
                  <a:gd name="T20" fmla="*/ 112 w 87"/>
                  <a:gd name="T21" fmla="*/ 37 h 2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7" h="28">
                    <a:moveTo>
                      <a:pt x="87" y="25"/>
                    </a:moveTo>
                    <a:cubicBezTo>
                      <a:pt x="85" y="24"/>
                      <a:pt x="83" y="22"/>
                      <a:pt x="82" y="20"/>
                    </a:cubicBezTo>
                    <a:cubicBezTo>
                      <a:pt x="79" y="18"/>
                      <a:pt x="76" y="16"/>
                      <a:pt x="73" y="15"/>
                    </a:cubicBezTo>
                    <a:cubicBezTo>
                      <a:pt x="66" y="11"/>
                      <a:pt x="61" y="9"/>
                      <a:pt x="54" y="7"/>
                    </a:cubicBezTo>
                    <a:cubicBezTo>
                      <a:pt x="47" y="5"/>
                      <a:pt x="39" y="4"/>
                      <a:pt x="32" y="6"/>
                    </a:cubicBezTo>
                    <a:cubicBezTo>
                      <a:pt x="21" y="8"/>
                      <a:pt x="9" y="11"/>
                      <a:pt x="0" y="17"/>
                    </a:cubicBezTo>
                    <a:cubicBezTo>
                      <a:pt x="2" y="9"/>
                      <a:pt x="19" y="3"/>
                      <a:pt x="26" y="2"/>
                    </a:cubicBezTo>
                    <a:cubicBezTo>
                      <a:pt x="38" y="0"/>
                      <a:pt x="51" y="2"/>
                      <a:pt x="62" y="6"/>
                    </a:cubicBezTo>
                    <a:cubicBezTo>
                      <a:pt x="68" y="7"/>
                      <a:pt x="75" y="11"/>
                      <a:pt x="80" y="15"/>
                    </a:cubicBezTo>
                    <a:cubicBezTo>
                      <a:pt x="82" y="18"/>
                      <a:pt x="84" y="21"/>
                      <a:pt x="85" y="24"/>
                    </a:cubicBezTo>
                    <a:cubicBezTo>
                      <a:pt x="86" y="25"/>
                      <a:pt x="87" y="28"/>
                      <a:pt x="86" y="27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28841" name="Freeform 424">
                <a:extLst>
                  <a:ext uri="{FF2B5EF4-FFF2-40B4-BE49-F238E27FC236}">
                    <a16:creationId xmlns:a16="http://schemas.microsoft.com/office/drawing/2014/main" id="{C6ED7A69-BFCD-4BE4-88C1-D244119C6C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4" y="1318"/>
                <a:ext cx="111" cy="42"/>
              </a:xfrm>
              <a:custGeom>
                <a:avLst/>
                <a:gdLst>
                  <a:gd name="T0" fmla="*/ 1 w 102"/>
                  <a:gd name="T1" fmla="*/ 31 h 39"/>
                  <a:gd name="T2" fmla="*/ 36 w 102"/>
                  <a:gd name="T3" fmla="*/ 39 h 39"/>
                  <a:gd name="T4" fmla="*/ 75 w 102"/>
                  <a:gd name="T5" fmla="*/ 30 h 39"/>
                  <a:gd name="T6" fmla="*/ 103 w 102"/>
                  <a:gd name="T7" fmla="*/ 14 h 39"/>
                  <a:gd name="T8" fmla="*/ 120 w 102"/>
                  <a:gd name="T9" fmla="*/ 4 h 39"/>
                  <a:gd name="T10" fmla="*/ 132 w 102"/>
                  <a:gd name="T11" fmla="*/ 0 h 39"/>
                  <a:gd name="T12" fmla="*/ 107 w 102"/>
                  <a:gd name="T13" fmla="*/ 15 h 39"/>
                  <a:gd name="T14" fmla="*/ 71 w 102"/>
                  <a:gd name="T15" fmla="*/ 39 h 39"/>
                  <a:gd name="T16" fmla="*/ 0 w 102"/>
                  <a:gd name="T17" fmla="*/ 33 h 3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2" h="39">
                    <a:moveTo>
                      <a:pt x="1" y="25"/>
                    </a:moveTo>
                    <a:cubicBezTo>
                      <a:pt x="6" y="30"/>
                      <a:pt x="21" y="31"/>
                      <a:pt x="28" y="31"/>
                    </a:cubicBezTo>
                    <a:cubicBezTo>
                      <a:pt x="39" y="32"/>
                      <a:pt x="49" y="29"/>
                      <a:pt x="58" y="24"/>
                    </a:cubicBezTo>
                    <a:cubicBezTo>
                      <a:pt x="65" y="19"/>
                      <a:pt x="72" y="15"/>
                      <a:pt x="80" y="11"/>
                    </a:cubicBezTo>
                    <a:cubicBezTo>
                      <a:pt x="84" y="9"/>
                      <a:pt x="88" y="6"/>
                      <a:pt x="93" y="4"/>
                    </a:cubicBezTo>
                    <a:cubicBezTo>
                      <a:pt x="95" y="3"/>
                      <a:pt x="99" y="2"/>
                      <a:pt x="102" y="0"/>
                    </a:cubicBezTo>
                    <a:cubicBezTo>
                      <a:pt x="95" y="4"/>
                      <a:pt x="89" y="8"/>
                      <a:pt x="83" y="12"/>
                    </a:cubicBezTo>
                    <a:cubicBezTo>
                      <a:pt x="74" y="18"/>
                      <a:pt x="65" y="26"/>
                      <a:pt x="55" y="31"/>
                    </a:cubicBezTo>
                    <a:cubicBezTo>
                      <a:pt x="37" y="39"/>
                      <a:pt x="16" y="39"/>
                      <a:pt x="0" y="27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28842" name="Freeform 425">
                <a:extLst>
                  <a:ext uri="{FF2B5EF4-FFF2-40B4-BE49-F238E27FC236}">
                    <a16:creationId xmlns:a16="http://schemas.microsoft.com/office/drawing/2014/main" id="{812D211C-F961-4BD5-BE49-7154185B74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8" y="1296"/>
                <a:ext cx="69" cy="14"/>
              </a:xfrm>
              <a:custGeom>
                <a:avLst/>
                <a:gdLst>
                  <a:gd name="T0" fmla="*/ 1 w 63"/>
                  <a:gd name="T1" fmla="*/ 0 h 13"/>
                  <a:gd name="T2" fmla="*/ 22 w 63"/>
                  <a:gd name="T3" fmla="*/ 12 h 13"/>
                  <a:gd name="T4" fmla="*/ 46 w 63"/>
                  <a:gd name="T5" fmla="*/ 12 h 13"/>
                  <a:gd name="T6" fmla="*/ 64 w 63"/>
                  <a:gd name="T7" fmla="*/ 4 h 13"/>
                  <a:gd name="T8" fmla="*/ 83 w 63"/>
                  <a:gd name="T9" fmla="*/ 1 h 13"/>
                  <a:gd name="T10" fmla="*/ 36 w 63"/>
                  <a:gd name="T11" fmla="*/ 15 h 13"/>
                  <a:gd name="T12" fmla="*/ 15 w 63"/>
                  <a:gd name="T13" fmla="*/ 14 h 13"/>
                  <a:gd name="T14" fmla="*/ 0 w 63"/>
                  <a:gd name="T15" fmla="*/ 1 h 1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3" h="13">
                    <a:moveTo>
                      <a:pt x="1" y="0"/>
                    </a:moveTo>
                    <a:cubicBezTo>
                      <a:pt x="2" y="4"/>
                      <a:pt x="11" y="8"/>
                      <a:pt x="16" y="9"/>
                    </a:cubicBezTo>
                    <a:cubicBezTo>
                      <a:pt x="22" y="11"/>
                      <a:pt x="29" y="10"/>
                      <a:pt x="35" y="9"/>
                    </a:cubicBezTo>
                    <a:cubicBezTo>
                      <a:pt x="40" y="8"/>
                      <a:pt x="44" y="6"/>
                      <a:pt x="48" y="4"/>
                    </a:cubicBezTo>
                    <a:cubicBezTo>
                      <a:pt x="53" y="2"/>
                      <a:pt x="58" y="2"/>
                      <a:pt x="63" y="1"/>
                    </a:cubicBezTo>
                    <a:cubicBezTo>
                      <a:pt x="54" y="10"/>
                      <a:pt x="38" y="12"/>
                      <a:pt x="27" y="12"/>
                    </a:cubicBezTo>
                    <a:cubicBezTo>
                      <a:pt x="22" y="11"/>
                      <a:pt x="17" y="13"/>
                      <a:pt x="12" y="11"/>
                    </a:cubicBezTo>
                    <a:cubicBezTo>
                      <a:pt x="7" y="10"/>
                      <a:pt x="4" y="4"/>
                      <a:pt x="0" y="1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28843" name="Freeform 426">
                <a:extLst>
                  <a:ext uri="{FF2B5EF4-FFF2-40B4-BE49-F238E27FC236}">
                    <a16:creationId xmlns:a16="http://schemas.microsoft.com/office/drawing/2014/main" id="{484ABBB0-EA61-428A-9C6F-E2F3CD44E8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4" y="1194"/>
                <a:ext cx="69" cy="25"/>
              </a:xfrm>
              <a:custGeom>
                <a:avLst/>
                <a:gdLst>
                  <a:gd name="T0" fmla="*/ 0 w 63"/>
                  <a:gd name="T1" fmla="*/ 29 h 23"/>
                  <a:gd name="T2" fmla="*/ 18 w 63"/>
                  <a:gd name="T3" fmla="*/ 14 h 23"/>
                  <a:gd name="T4" fmla="*/ 41 w 63"/>
                  <a:gd name="T5" fmla="*/ 11 h 23"/>
                  <a:gd name="T6" fmla="*/ 83 w 63"/>
                  <a:gd name="T7" fmla="*/ 28 h 23"/>
                  <a:gd name="T8" fmla="*/ 41 w 63"/>
                  <a:gd name="T9" fmla="*/ 1 h 23"/>
                  <a:gd name="T10" fmla="*/ 1 w 63"/>
                  <a:gd name="T11" fmla="*/ 28 h 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3" h="23">
                    <a:moveTo>
                      <a:pt x="0" y="23"/>
                    </a:moveTo>
                    <a:cubicBezTo>
                      <a:pt x="0" y="20"/>
                      <a:pt x="10" y="13"/>
                      <a:pt x="14" y="11"/>
                    </a:cubicBezTo>
                    <a:cubicBezTo>
                      <a:pt x="19" y="9"/>
                      <a:pt x="25" y="8"/>
                      <a:pt x="31" y="8"/>
                    </a:cubicBezTo>
                    <a:cubicBezTo>
                      <a:pt x="42" y="9"/>
                      <a:pt x="56" y="14"/>
                      <a:pt x="63" y="22"/>
                    </a:cubicBezTo>
                    <a:cubicBezTo>
                      <a:pt x="61" y="10"/>
                      <a:pt x="43" y="0"/>
                      <a:pt x="31" y="1"/>
                    </a:cubicBezTo>
                    <a:cubicBezTo>
                      <a:pt x="18" y="3"/>
                      <a:pt x="8" y="12"/>
                      <a:pt x="1" y="22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28844" name="Freeform 427">
                <a:extLst>
                  <a:ext uri="{FF2B5EF4-FFF2-40B4-BE49-F238E27FC236}">
                    <a16:creationId xmlns:a16="http://schemas.microsoft.com/office/drawing/2014/main" id="{7793C2FD-3724-4BD1-ACAD-85DEFB0930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6" y="1209"/>
                <a:ext cx="55" cy="24"/>
              </a:xfrm>
              <a:custGeom>
                <a:avLst/>
                <a:gdLst>
                  <a:gd name="T0" fmla="*/ 67 w 50"/>
                  <a:gd name="T1" fmla="*/ 12 h 22"/>
                  <a:gd name="T2" fmla="*/ 55 w 50"/>
                  <a:gd name="T3" fmla="*/ 2 h 22"/>
                  <a:gd name="T4" fmla="*/ 36 w 50"/>
                  <a:gd name="T5" fmla="*/ 1 h 22"/>
                  <a:gd name="T6" fmla="*/ 15 w 50"/>
                  <a:gd name="T7" fmla="*/ 10 h 22"/>
                  <a:gd name="T8" fmla="*/ 8 w 50"/>
                  <a:gd name="T9" fmla="*/ 16 h 22"/>
                  <a:gd name="T10" fmla="*/ 0 w 50"/>
                  <a:gd name="T11" fmla="*/ 28 h 22"/>
                  <a:gd name="T12" fmla="*/ 11 w 50"/>
                  <a:gd name="T13" fmla="*/ 16 h 22"/>
                  <a:gd name="T14" fmla="*/ 22 w 50"/>
                  <a:gd name="T15" fmla="*/ 10 h 22"/>
                  <a:gd name="T16" fmla="*/ 44 w 50"/>
                  <a:gd name="T17" fmla="*/ 4 h 22"/>
                  <a:gd name="T18" fmla="*/ 57 w 50"/>
                  <a:gd name="T19" fmla="*/ 9 h 22"/>
                  <a:gd name="T20" fmla="*/ 67 w 50"/>
                  <a:gd name="T21" fmla="*/ 13 h 2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50" h="22">
                    <a:moveTo>
                      <a:pt x="50" y="9"/>
                    </a:moveTo>
                    <a:cubicBezTo>
                      <a:pt x="49" y="6"/>
                      <a:pt x="44" y="3"/>
                      <a:pt x="41" y="2"/>
                    </a:cubicBezTo>
                    <a:cubicBezTo>
                      <a:pt x="37" y="1"/>
                      <a:pt x="31" y="0"/>
                      <a:pt x="27" y="1"/>
                    </a:cubicBezTo>
                    <a:cubicBezTo>
                      <a:pt x="22" y="1"/>
                      <a:pt x="16" y="3"/>
                      <a:pt x="12" y="7"/>
                    </a:cubicBezTo>
                    <a:cubicBezTo>
                      <a:pt x="9" y="8"/>
                      <a:pt x="7" y="10"/>
                      <a:pt x="5" y="13"/>
                    </a:cubicBezTo>
                    <a:cubicBezTo>
                      <a:pt x="3" y="16"/>
                      <a:pt x="2" y="19"/>
                      <a:pt x="0" y="22"/>
                    </a:cubicBezTo>
                    <a:cubicBezTo>
                      <a:pt x="1" y="18"/>
                      <a:pt x="6" y="15"/>
                      <a:pt x="8" y="13"/>
                    </a:cubicBezTo>
                    <a:cubicBezTo>
                      <a:pt x="11" y="11"/>
                      <a:pt x="13" y="8"/>
                      <a:pt x="16" y="7"/>
                    </a:cubicBezTo>
                    <a:cubicBezTo>
                      <a:pt x="21" y="4"/>
                      <a:pt x="27" y="3"/>
                      <a:pt x="33" y="4"/>
                    </a:cubicBezTo>
                    <a:cubicBezTo>
                      <a:pt x="36" y="5"/>
                      <a:pt x="40" y="5"/>
                      <a:pt x="43" y="6"/>
                    </a:cubicBezTo>
                    <a:cubicBezTo>
                      <a:pt x="46" y="7"/>
                      <a:pt x="48" y="9"/>
                      <a:pt x="50" y="1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28845" name="Freeform 428">
                <a:extLst>
                  <a:ext uri="{FF2B5EF4-FFF2-40B4-BE49-F238E27FC236}">
                    <a16:creationId xmlns:a16="http://schemas.microsoft.com/office/drawing/2014/main" id="{8B0752FB-B5D3-4FE6-958B-7BE88DF667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8" y="1241"/>
                <a:ext cx="69" cy="25"/>
              </a:xfrm>
              <a:custGeom>
                <a:avLst/>
                <a:gdLst>
                  <a:gd name="T0" fmla="*/ 81 w 63"/>
                  <a:gd name="T1" fmla="*/ 3 h 23"/>
                  <a:gd name="T2" fmla="*/ 70 w 63"/>
                  <a:gd name="T3" fmla="*/ 1 h 23"/>
                  <a:gd name="T4" fmla="*/ 58 w 63"/>
                  <a:gd name="T5" fmla="*/ 0 h 23"/>
                  <a:gd name="T6" fmla="*/ 37 w 63"/>
                  <a:gd name="T7" fmla="*/ 1 h 23"/>
                  <a:gd name="T8" fmla="*/ 0 w 63"/>
                  <a:gd name="T9" fmla="*/ 29 h 23"/>
                  <a:gd name="T10" fmla="*/ 2 w 63"/>
                  <a:gd name="T11" fmla="*/ 26 h 23"/>
                  <a:gd name="T12" fmla="*/ 11 w 63"/>
                  <a:gd name="T13" fmla="*/ 20 h 23"/>
                  <a:gd name="T14" fmla="*/ 25 w 63"/>
                  <a:gd name="T15" fmla="*/ 13 h 23"/>
                  <a:gd name="T16" fmla="*/ 51 w 63"/>
                  <a:gd name="T17" fmla="*/ 2 h 23"/>
                  <a:gd name="T18" fmla="*/ 70 w 63"/>
                  <a:gd name="T19" fmla="*/ 1 h 23"/>
                  <a:gd name="T20" fmla="*/ 83 w 63"/>
                  <a:gd name="T21" fmla="*/ 5 h 2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3" h="23">
                    <a:moveTo>
                      <a:pt x="62" y="3"/>
                    </a:moveTo>
                    <a:cubicBezTo>
                      <a:pt x="59" y="3"/>
                      <a:pt x="56" y="1"/>
                      <a:pt x="53" y="1"/>
                    </a:cubicBezTo>
                    <a:cubicBezTo>
                      <a:pt x="50" y="1"/>
                      <a:pt x="47" y="0"/>
                      <a:pt x="44" y="0"/>
                    </a:cubicBezTo>
                    <a:cubicBezTo>
                      <a:pt x="39" y="0"/>
                      <a:pt x="33" y="0"/>
                      <a:pt x="28" y="1"/>
                    </a:cubicBezTo>
                    <a:cubicBezTo>
                      <a:pt x="17" y="2"/>
                      <a:pt x="3" y="12"/>
                      <a:pt x="0" y="23"/>
                    </a:cubicBezTo>
                    <a:cubicBezTo>
                      <a:pt x="1" y="22"/>
                      <a:pt x="1" y="21"/>
                      <a:pt x="2" y="20"/>
                    </a:cubicBezTo>
                    <a:cubicBezTo>
                      <a:pt x="4" y="19"/>
                      <a:pt x="6" y="17"/>
                      <a:pt x="8" y="16"/>
                    </a:cubicBezTo>
                    <a:cubicBezTo>
                      <a:pt x="12" y="14"/>
                      <a:pt x="15" y="12"/>
                      <a:pt x="19" y="10"/>
                    </a:cubicBezTo>
                    <a:cubicBezTo>
                      <a:pt x="25" y="6"/>
                      <a:pt x="32" y="4"/>
                      <a:pt x="39" y="2"/>
                    </a:cubicBezTo>
                    <a:cubicBezTo>
                      <a:pt x="43" y="1"/>
                      <a:pt x="49" y="0"/>
                      <a:pt x="53" y="1"/>
                    </a:cubicBezTo>
                    <a:cubicBezTo>
                      <a:pt x="55" y="2"/>
                      <a:pt x="62" y="3"/>
                      <a:pt x="63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28846" name="Freeform 429">
                <a:extLst>
                  <a:ext uri="{FF2B5EF4-FFF2-40B4-BE49-F238E27FC236}">
                    <a16:creationId xmlns:a16="http://schemas.microsoft.com/office/drawing/2014/main" id="{6AF349DE-C63B-4A86-AEE2-AD9DC6029B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8" y="1338"/>
                <a:ext cx="52" cy="12"/>
              </a:xfrm>
              <a:custGeom>
                <a:avLst/>
                <a:gdLst>
                  <a:gd name="T0" fmla="*/ 0 w 48"/>
                  <a:gd name="T1" fmla="*/ 13 h 11"/>
                  <a:gd name="T2" fmla="*/ 12 w 48"/>
                  <a:gd name="T3" fmla="*/ 14 h 11"/>
                  <a:gd name="T4" fmla="*/ 29 w 48"/>
                  <a:gd name="T5" fmla="*/ 12 h 11"/>
                  <a:gd name="T6" fmla="*/ 61 w 48"/>
                  <a:gd name="T7" fmla="*/ 0 h 11"/>
                  <a:gd name="T8" fmla="*/ 27 w 48"/>
                  <a:gd name="T9" fmla="*/ 10 h 11"/>
                  <a:gd name="T10" fmla="*/ 14 w 48"/>
                  <a:gd name="T11" fmla="*/ 12 h 11"/>
                  <a:gd name="T12" fmla="*/ 1 w 48"/>
                  <a:gd name="T13" fmla="*/ 13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8" h="11">
                    <a:moveTo>
                      <a:pt x="0" y="10"/>
                    </a:moveTo>
                    <a:cubicBezTo>
                      <a:pt x="3" y="10"/>
                      <a:pt x="6" y="11"/>
                      <a:pt x="9" y="11"/>
                    </a:cubicBezTo>
                    <a:cubicBezTo>
                      <a:pt x="14" y="10"/>
                      <a:pt x="18" y="10"/>
                      <a:pt x="23" y="9"/>
                    </a:cubicBezTo>
                    <a:cubicBezTo>
                      <a:pt x="31" y="8"/>
                      <a:pt x="40" y="5"/>
                      <a:pt x="48" y="0"/>
                    </a:cubicBezTo>
                    <a:cubicBezTo>
                      <a:pt x="39" y="3"/>
                      <a:pt x="30" y="5"/>
                      <a:pt x="21" y="7"/>
                    </a:cubicBezTo>
                    <a:cubicBezTo>
                      <a:pt x="18" y="8"/>
                      <a:pt x="14" y="8"/>
                      <a:pt x="11" y="9"/>
                    </a:cubicBezTo>
                    <a:cubicBezTo>
                      <a:pt x="8" y="9"/>
                      <a:pt x="3" y="10"/>
                      <a:pt x="1" y="1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28847" name="Freeform 430">
                <a:extLst>
                  <a:ext uri="{FF2B5EF4-FFF2-40B4-BE49-F238E27FC236}">
                    <a16:creationId xmlns:a16="http://schemas.microsoft.com/office/drawing/2014/main" id="{5331A0B6-3FBA-44C1-BD71-68DA0721B3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7" y="1297"/>
                <a:ext cx="49" cy="10"/>
              </a:xfrm>
              <a:custGeom>
                <a:avLst/>
                <a:gdLst>
                  <a:gd name="T0" fmla="*/ 1 w 45"/>
                  <a:gd name="T1" fmla="*/ 4 h 9"/>
                  <a:gd name="T2" fmla="*/ 13 w 45"/>
                  <a:gd name="T3" fmla="*/ 12 h 9"/>
                  <a:gd name="T4" fmla="*/ 30 w 45"/>
                  <a:gd name="T5" fmla="*/ 11 h 9"/>
                  <a:gd name="T6" fmla="*/ 58 w 45"/>
                  <a:gd name="T7" fmla="*/ 0 h 9"/>
                  <a:gd name="T8" fmla="*/ 0 w 45"/>
                  <a:gd name="T9" fmla="*/ 4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5" h="9">
                    <a:moveTo>
                      <a:pt x="1" y="4"/>
                    </a:moveTo>
                    <a:cubicBezTo>
                      <a:pt x="5" y="6"/>
                      <a:pt x="6" y="8"/>
                      <a:pt x="10" y="9"/>
                    </a:cubicBezTo>
                    <a:cubicBezTo>
                      <a:pt x="14" y="9"/>
                      <a:pt x="19" y="9"/>
                      <a:pt x="24" y="8"/>
                    </a:cubicBezTo>
                    <a:cubicBezTo>
                      <a:pt x="31" y="7"/>
                      <a:pt x="41" y="5"/>
                      <a:pt x="45" y="0"/>
                    </a:cubicBezTo>
                    <a:cubicBezTo>
                      <a:pt x="31" y="5"/>
                      <a:pt x="14" y="8"/>
                      <a:pt x="0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28848" name="Freeform 431">
                <a:extLst>
                  <a:ext uri="{FF2B5EF4-FFF2-40B4-BE49-F238E27FC236}">
                    <a16:creationId xmlns:a16="http://schemas.microsoft.com/office/drawing/2014/main" id="{802E470C-9FE0-42EB-B17C-B723B930F6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6" y="1305"/>
                <a:ext cx="67" cy="35"/>
              </a:xfrm>
              <a:custGeom>
                <a:avLst/>
                <a:gdLst>
                  <a:gd name="T0" fmla="*/ 56 w 62"/>
                  <a:gd name="T1" fmla="*/ 3 h 33"/>
                  <a:gd name="T2" fmla="*/ 35 w 62"/>
                  <a:gd name="T3" fmla="*/ 2 h 33"/>
                  <a:gd name="T4" fmla="*/ 6 w 62"/>
                  <a:gd name="T5" fmla="*/ 16 h 33"/>
                  <a:gd name="T6" fmla="*/ 12 w 62"/>
                  <a:gd name="T7" fmla="*/ 35 h 33"/>
                  <a:gd name="T8" fmla="*/ 50 w 62"/>
                  <a:gd name="T9" fmla="*/ 34 h 33"/>
                  <a:gd name="T10" fmla="*/ 72 w 62"/>
                  <a:gd name="T11" fmla="*/ 16 h 33"/>
                  <a:gd name="T12" fmla="*/ 49 w 62"/>
                  <a:gd name="T13" fmla="*/ 3 h 3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2" h="33">
                    <a:moveTo>
                      <a:pt x="44" y="3"/>
                    </a:moveTo>
                    <a:cubicBezTo>
                      <a:pt x="39" y="2"/>
                      <a:pt x="34" y="0"/>
                      <a:pt x="28" y="2"/>
                    </a:cubicBezTo>
                    <a:cubicBezTo>
                      <a:pt x="20" y="4"/>
                      <a:pt x="12" y="5"/>
                      <a:pt x="6" y="13"/>
                    </a:cubicBezTo>
                    <a:cubicBezTo>
                      <a:pt x="1" y="19"/>
                      <a:pt x="0" y="26"/>
                      <a:pt x="9" y="29"/>
                    </a:cubicBezTo>
                    <a:cubicBezTo>
                      <a:pt x="19" y="33"/>
                      <a:pt x="30" y="30"/>
                      <a:pt x="40" y="28"/>
                    </a:cubicBezTo>
                    <a:cubicBezTo>
                      <a:pt x="47" y="27"/>
                      <a:pt x="62" y="22"/>
                      <a:pt x="57" y="13"/>
                    </a:cubicBezTo>
                    <a:cubicBezTo>
                      <a:pt x="53" y="5"/>
                      <a:pt x="47" y="6"/>
                      <a:pt x="39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28849" name="Freeform 432">
                <a:extLst>
                  <a:ext uri="{FF2B5EF4-FFF2-40B4-BE49-F238E27FC236}">
                    <a16:creationId xmlns:a16="http://schemas.microsoft.com/office/drawing/2014/main" id="{F6B8E13E-984B-4C93-8B74-9B1CDB5C6F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1" y="1340"/>
                <a:ext cx="23" cy="48"/>
              </a:xfrm>
              <a:custGeom>
                <a:avLst/>
                <a:gdLst>
                  <a:gd name="T0" fmla="*/ 16 w 21"/>
                  <a:gd name="T1" fmla="*/ 1 h 44"/>
                  <a:gd name="T2" fmla="*/ 10 w 21"/>
                  <a:gd name="T3" fmla="*/ 34 h 44"/>
                  <a:gd name="T4" fmla="*/ 27 w 21"/>
                  <a:gd name="T5" fmla="*/ 57 h 44"/>
                  <a:gd name="T6" fmla="*/ 1 w 21"/>
                  <a:gd name="T7" fmla="*/ 32 h 44"/>
                  <a:gd name="T8" fmla="*/ 3 w 21"/>
                  <a:gd name="T9" fmla="*/ 13 h 44"/>
                  <a:gd name="T10" fmla="*/ 14 w 21"/>
                  <a:gd name="T11" fmla="*/ 1 h 4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1" h="44">
                    <a:moveTo>
                      <a:pt x="13" y="1"/>
                    </a:moveTo>
                    <a:cubicBezTo>
                      <a:pt x="7" y="7"/>
                      <a:pt x="5" y="18"/>
                      <a:pt x="7" y="26"/>
                    </a:cubicBezTo>
                    <a:cubicBezTo>
                      <a:pt x="9" y="35"/>
                      <a:pt x="15" y="39"/>
                      <a:pt x="21" y="44"/>
                    </a:cubicBezTo>
                    <a:cubicBezTo>
                      <a:pt x="11" y="41"/>
                      <a:pt x="3" y="37"/>
                      <a:pt x="1" y="25"/>
                    </a:cubicBezTo>
                    <a:cubicBezTo>
                      <a:pt x="0" y="19"/>
                      <a:pt x="1" y="15"/>
                      <a:pt x="3" y="10"/>
                    </a:cubicBezTo>
                    <a:cubicBezTo>
                      <a:pt x="4" y="7"/>
                      <a:pt x="8" y="0"/>
                      <a:pt x="11" y="1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28850" name="Freeform 433">
                <a:extLst>
                  <a:ext uri="{FF2B5EF4-FFF2-40B4-BE49-F238E27FC236}">
                    <a16:creationId xmlns:a16="http://schemas.microsoft.com/office/drawing/2014/main" id="{8FEB001A-3879-47B0-8EC4-8CB8F406FE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6" y="1317"/>
                <a:ext cx="17" cy="42"/>
              </a:xfrm>
              <a:custGeom>
                <a:avLst/>
                <a:gdLst>
                  <a:gd name="T0" fmla="*/ 2 w 16"/>
                  <a:gd name="T1" fmla="*/ 0 h 39"/>
                  <a:gd name="T2" fmla="*/ 13 w 16"/>
                  <a:gd name="T3" fmla="*/ 26 h 39"/>
                  <a:gd name="T4" fmla="*/ 5 w 16"/>
                  <a:gd name="T5" fmla="*/ 47 h 39"/>
                  <a:gd name="T6" fmla="*/ 17 w 16"/>
                  <a:gd name="T7" fmla="*/ 17 h 39"/>
                  <a:gd name="T8" fmla="*/ 0 w 16"/>
                  <a:gd name="T9" fmla="*/ 1 h 3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39">
                    <a:moveTo>
                      <a:pt x="2" y="0"/>
                    </a:moveTo>
                    <a:cubicBezTo>
                      <a:pt x="6" y="7"/>
                      <a:pt x="10" y="12"/>
                      <a:pt x="10" y="20"/>
                    </a:cubicBezTo>
                    <a:cubicBezTo>
                      <a:pt x="10" y="27"/>
                      <a:pt x="7" y="33"/>
                      <a:pt x="5" y="38"/>
                    </a:cubicBezTo>
                    <a:cubicBezTo>
                      <a:pt x="15" y="39"/>
                      <a:pt x="16" y="21"/>
                      <a:pt x="14" y="14"/>
                    </a:cubicBezTo>
                    <a:cubicBezTo>
                      <a:pt x="12" y="7"/>
                      <a:pt x="5" y="5"/>
                      <a:pt x="0" y="1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28851" name="Freeform 434">
                <a:extLst>
                  <a:ext uri="{FF2B5EF4-FFF2-40B4-BE49-F238E27FC236}">
                    <a16:creationId xmlns:a16="http://schemas.microsoft.com/office/drawing/2014/main" id="{D40BDB95-8094-4BDE-A550-4BFBB78FB1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8" y="1437"/>
                <a:ext cx="105" cy="39"/>
              </a:xfrm>
              <a:custGeom>
                <a:avLst/>
                <a:gdLst>
                  <a:gd name="T0" fmla="*/ 1 w 96"/>
                  <a:gd name="T1" fmla="*/ 46 h 36"/>
                  <a:gd name="T2" fmla="*/ 12 w 96"/>
                  <a:gd name="T3" fmla="*/ 30 h 36"/>
                  <a:gd name="T4" fmla="*/ 26 w 96"/>
                  <a:gd name="T5" fmla="*/ 17 h 36"/>
                  <a:gd name="T6" fmla="*/ 59 w 96"/>
                  <a:gd name="T7" fmla="*/ 16 h 36"/>
                  <a:gd name="T8" fmla="*/ 73 w 96"/>
                  <a:gd name="T9" fmla="*/ 16 h 36"/>
                  <a:gd name="T10" fmla="*/ 88 w 96"/>
                  <a:gd name="T11" fmla="*/ 9 h 36"/>
                  <a:gd name="T12" fmla="*/ 106 w 96"/>
                  <a:gd name="T13" fmla="*/ 16 h 36"/>
                  <a:gd name="T14" fmla="*/ 126 w 96"/>
                  <a:gd name="T15" fmla="*/ 37 h 36"/>
                  <a:gd name="T16" fmla="*/ 126 w 96"/>
                  <a:gd name="T17" fmla="*/ 39 h 36"/>
                  <a:gd name="T18" fmla="*/ 110 w 96"/>
                  <a:gd name="T19" fmla="*/ 16 h 36"/>
                  <a:gd name="T20" fmla="*/ 98 w 96"/>
                  <a:gd name="T21" fmla="*/ 4 h 36"/>
                  <a:gd name="T22" fmla="*/ 73 w 96"/>
                  <a:gd name="T23" fmla="*/ 11 h 36"/>
                  <a:gd name="T24" fmla="*/ 53 w 96"/>
                  <a:gd name="T25" fmla="*/ 12 h 36"/>
                  <a:gd name="T26" fmla="*/ 25 w 96"/>
                  <a:gd name="T27" fmla="*/ 15 h 36"/>
                  <a:gd name="T28" fmla="*/ 0 w 96"/>
                  <a:gd name="T29" fmla="*/ 46 h 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96" h="36">
                    <a:moveTo>
                      <a:pt x="1" y="36"/>
                    </a:moveTo>
                    <a:cubicBezTo>
                      <a:pt x="1" y="32"/>
                      <a:pt x="7" y="27"/>
                      <a:pt x="9" y="24"/>
                    </a:cubicBezTo>
                    <a:cubicBezTo>
                      <a:pt x="12" y="20"/>
                      <a:pt x="16" y="17"/>
                      <a:pt x="20" y="14"/>
                    </a:cubicBezTo>
                    <a:cubicBezTo>
                      <a:pt x="27" y="8"/>
                      <a:pt x="37" y="9"/>
                      <a:pt x="45" y="13"/>
                    </a:cubicBezTo>
                    <a:cubicBezTo>
                      <a:pt x="49" y="15"/>
                      <a:pt x="52" y="15"/>
                      <a:pt x="56" y="13"/>
                    </a:cubicBezTo>
                    <a:cubicBezTo>
                      <a:pt x="60" y="11"/>
                      <a:pt x="63" y="7"/>
                      <a:pt x="67" y="6"/>
                    </a:cubicBezTo>
                    <a:cubicBezTo>
                      <a:pt x="73" y="5"/>
                      <a:pt x="77" y="9"/>
                      <a:pt x="81" y="13"/>
                    </a:cubicBezTo>
                    <a:cubicBezTo>
                      <a:pt x="85" y="17"/>
                      <a:pt x="94" y="23"/>
                      <a:pt x="96" y="29"/>
                    </a:cubicBezTo>
                    <a:cubicBezTo>
                      <a:pt x="96" y="30"/>
                      <a:pt x="96" y="30"/>
                      <a:pt x="96" y="30"/>
                    </a:cubicBezTo>
                    <a:cubicBezTo>
                      <a:pt x="92" y="25"/>
                      <a:pt x="89" y="18"/>
                      <a:pt x="84" y="13"/>
                    </a:cubicBezTo>
                    <a:cubicBezTo>
                      <a:pt x="81" y="10"/>
                      <a:pt x="79" y="6"/>
                      <a:pt x="75" y="4"/>
                    </a:cubicBezTo>
                    <a:cubicBezTo>
                      <a:pt x="68" y="0"/>
                      <a:pt x="62" y="4"/>
                      <a:pt x="56" y="8"/>
                    </a:cubicBezTo>
                    <a:cubicBezTo>
                      <a:pt x="49" y="13"/>
                      <a:pt x="47" y="12"/>
                      <a:pt x="40" y="9"/>
                    </a:cubicBezTo>
                    <a:cubicBezTo>
                      <a:pt x="33" y="6"/>
                      <a:pt x="25" y="8"/>
                      <a:pt x="19" y="12"/>
                    </a:cubicBezTo>
                    <a:cubicBezTo>
                      <a:pt x="12" y="18"/>
                      <a:pt x="3" y="27"/>
                      <a:pt x="0" y="36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28852" name="Freeform 435">
                <a:extLst>
                  <a:ext uri="{FF2B5EF4-FFF2-40B4-BE49-F238E27FC236}">
                    <a16:creationId xmlns:a16="http://schemas.microsoft.com/office/drawing/2014/main" id="{8C986B73-24F4-4D15-A30A-00B98B1D51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9" y="1490"/>
                <a:ext cx="75" cy="26"/>
              </a:xfrm>
              <a:custGeom>
                <a:avLst/>
                <a:gdLst>
                  <a:gd name="T0" fmla="*/ 2 w 68"/>
                  <a:gd name="T1" fmla="*/ 16 h 24"/>
                  <a:gd name="T2" fmla="*/ 14 w 68"/>
                  <a:gd name="T3" fmla="*/ 26 h 24"/>
                  <a:gd name="T4" fmla="*/ 35 w 68"/>
                  <a:gd name="T5" fmla="*/ 29 h 24"/>
                  <a:gd name="T6" fmla="*/ 51 w 68"/>
                  <a:gd name="T7" fmla="*/ 29 h 24"/>
                  <a:gd name="T8" fmla="*/ 64 w 68"/>
                  <a:gd name="T9" fmla="*/ 26 h 24"/>
                  <a:gd name="T10" fmla="*/ 92 w 68"/>
                  <a:gd name="T11" fmla="*/ 4 h 24"/>
                  <a:gd name="T12" fmla="*/ 83 w 68"/>
                  <a:gd name="T13" fmla="*/ 2 h 24"/>
                  <a:gd name="T14" fmla="*/ 61 w 68"/>
                  <a:gd name="T15" fmla="*/ 12 h 24"/>
                  <a:gd name="T16" fmla="*/ 17 w 68"/>
                  <a:gd name="T17" fmla="*/ 13 h 24"/>
                  <a:gd name="T18" fmla="*/ 8 w 68"/>
                  <a:gd name="T19" fmla="*/ 12 h 24"/>
                  <a:gd name="T20" fmla="*/ 3 w 68"/>
                  <a:gd name="T21" fmla="*/ 16 h 2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8" h="24">
                    <a:moveTo>
                      <a:pt x="2" y="13"/>
                    </a:moveTo>
                    <a:cubicBezTo>
                      <a:pt x="5" y="15"/>
                      <a:pt x="7" y="18"/>
                      <a:pt x="11" y="20"/>
                    </a:cubicBezTo>
                    <a:cubicBezTo>
                      <a:pt x="16" y="22"/>
                      <a:pt x="21" y="23"/>
                      <a:pt x="26" y="23"/>
                    </a:cubicBezTo>
                    <a:cubicBezTo>
                      <a:pt x="30" y="23"/>
                      <a:pt x="34" y="24"/>
                      <a:pt x="38" y="23"/>
                    </a:cubicBezTo>
                    <a:cubicBezTo>
                      <a:pt x="42" y="23"/>
                      <a:pt x="45" y="21"/>
                      <a:pt x="48" y="20"/>
                    </a:cubicBezTo>
                    <a:cubicBezTo>
                      <a:pt x="55" y="16"/>
                      <a:pt x="66" y="12"/>
                      <a:pt x="68" y="4"/>
                    </a:cubicBezTo>
                    <a:cubicBezTo>
                      <a:pt x="68" y="0"/>
                      <a:pt x="65" y="1"/>
                      <a:pt x="62" y="2"/>
                    </a:cubicBezTo>
                    <a:cubicBezTo>
                      <a:pt x="56" y="3"/>
                      <a:pt x="51" y="7"/>
                      <a:pt x="45" y="9"/>
                    </a:cubicBezTo>
                    <a:cubicBezTo>
                      <a:pt x="35" y="13"/>
                      <a:pt x="23" y="15"/>
                      <a:pt x="13" y="10"/>
                    </a:cubicBezTo>
                    <a:cubicBezTo>
                      <a:pt x="11" y="8"/>
                      <a:pt x="8" y="8"/>
                      <a:pt x="5" y="9"/>
                    </a:cubicBezTo>
                    <a:cubicBezTo>
                      <a:pt x="4" y="10"/>
                      <a:pt x="0" y="12"/>
                      <a:pt x="3" y="1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28853" name="Freeform 436">
                <a:extLst>
                  <a:ext uri="{FF2B5EF4-FFF2-40B4-BE49-F238E27FC236}">
                    <a16:creationId xmlns:a16="http://schemas.microsoft.com/office/drawing/2014/main" id="{EB831B2C-333D-478A-BB6E-07160A05C9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4" y="1616"/>
                <a:ext cx="142" cy="35"/>
              </a:xfrm>
              <a:custGeom>
                <a:avLst/>
                <a:gdLst>
                  <a:gd name="T0" fmla="*/ 1 w 130"/>
                  <a:gd name="T1" fmla="*/ 3 h 32"/>
                  <a:gd name="T2" fmla="*/ 13 w 130"/>
                  <a:gd name="T3" fmla="*/ 11 h 32"/>
                  <a:gd name="T4" fmla="*/ 27 w 130"/>
                  <a:gd name="T5" fmla="*/ 18 h 32"/>
                  <a:gd name="T6" fmla="*/ 59 w 130"/>
                  <a:gd name="T7" fmla="*/ 34 h 32"/>
                  <a:gd name="T8" fmla="*/ 102 w 130"/>
                  <a:gd name="T9" fmla="*/ 40 h 32"/>
                  <a:gd name="T10" fmla="*/ 132 w 130"/>
                  <a:gd name="T11" fmla="*/ 33 h 32"/>
                  <a:gd name="T12" fmla="*/ 169 w 130"/>
                  <a:gd name="T13" fmla="*/ 20 h 32"/>
                  <a:gd name="T14" fmla="*/ 151 w 130"/>
                  <a:gd name="T15" fmla="*/ 23 h 32"/>
                  <a:gd name="T16" fmla="*/ 115 w 130"/>
                  <a:gd name="T17" fmla="*/ 27 h 32"/>
                  <a:gd name="T18" fmla="*/ 64 w 130"/>
                  <a:gd name="T19" fmla="*/ 20 h 32"/>
                  <a:gd name="T20" fmla="*/ 29 w 130"/>
                  <a:gd name="T21" fmla="*/ 5 h 32"/>
                  <a:gd name="T22" fmla="*/ 0 w 130"/>
                  <a:gd name="T23" fmla="*/ 0 h 3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30" h="32">
                    <a:moveTo>
                      <a:pt x="1" y="3"/>
                    </a:moveTo>
                    <a:cubicBezTo>
                      <a:pt x="3" y="3"/>
                      <a:pt x="7" y="7"/>
                      <a:pt x="10" y="8"/>
                    </a:cubicBezTo>
                    <a:cubicBezTo>
                      <a:pt x="14" y="10"/>
                      <a:pt x="17" y="12"/>
                      <a:pt x="21" y="14"/>
                    </a:cubicBezTo>
                    <a:cubicBezTo>
                      <a:pt x="28" y="18"/>
                      <a:pt x="36" y="23"/>
                      <a:pt x="45" y="26"/>
                    </a:cubicBezTo>
                    <a:cubicBezTo>
                      <a:pt x="55" y="30"/>
                      <a:pt x="66" y="32"/>
                      <a:pt x="78" y="31"/>
                    </a:cubicBezTo>
                    <a:cubicBezTo>
                      <a:pt x="86" y="30"/>
                      <a:pt x="94" y="28"/>
                      <a:pt x="102" y="25"/>
                    </a:cubicBezTo>
                    <a:cubicBezTo>
                      <a:pt x="111" y="22"/>
                      <a:pt x="121" y="16"/>
                      <a:pt x="130" y="15"/>
                    </a:cubicBezTo>
                    <a:cubicBezTo>
                      <a:pt x="126" y="13"/>
                      <a:pt x="119" y="16"/>
                      <a:pt x="115" y="17"/>
                    </a:cubicBezTo>
                    <a:cubicBezTo>
                      <a:pt x="106" y="18"/>
                      <a:pt x="97" y="21"/>
                      <a:pt x="88" y="21"/>
                    </a:cubicBezTo>
                    <a:cubicBezTo>
                      <a:pt x="75" y="21"/>
                      <a:pt x="62" y="19"/>
                      <a:pt x="49" y="15"/>
                    </a:cubicBezTo>
                    <a:cubicBezTo>
                      <a:pt x="40" y="13"/>
                      <a:pt x="32" y="8"/>
                      <a:pt x="23" y="5"/>
                    </a:cubicBezTo>
                    <a:cubicBezTo>
                      <a:pt x="15" y="3"/>
                      <a:pt x="7" y="2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28854" name="Freeform 437">
                <a:extLst>
                  <a:ext uri="{FF2B5EF4-FFF2-40B4-BE49-F238E27FC236}">
                    <a16:creationId xmlns:a16="http://schemas.microsoft.com/office/drawing/2014/main" id="{1FFE1E30-9D28-48D5-A392-EB2B5ACCF4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5" y="1615"/>
                <a:ext cx="208" cy="53"/>
              </a:xfrm>
              <a:custGeom>
                <a:avLst/>
                <a:gdLst>
                  <a:gd name="T0" fmla="*/ 0 w 191"/>
                  <a:gd name="T1" fmla="*/ 0 h 49"/>
                  <a:gd name="T2" fmla="*/ 28 w 191"/>
                  <a:gd name="T3" fmla="*/ 6 h 49"/>
                  <a:gd name="T4" fmla="*/ 57 w 191"/>
                  <a:gd name="T5" fmla="*/ 5 h 49"/>
                  <a:gd name="T6" fmla="*/ 103 w 191"/>
                  <a:gd name="T7" fmla="*/ 12 h 49"/>
                  <a:gd name="T8" fmla="*/ 155 w 191"/>
                  <a:gd name="T9" fmla="*/ 42 h 49"/>
                  <a:gd name="T10" fmla="*/ 198 w 191"/>
                  <a:gd name="T11" fmla="*/ 53 h 49"/>
                  <a:gd name="T12" fmla="*/ 228 w 191"/>
                  <a:gd name="T13" fmla="*/ 56 h 49"/>
                  <a:gd name="T14" fmla="*/ 247 w 191"/>
                  <a:gd name="T15" fmla="*/ 57 h 49"/>
                  <a:gd name="T16" fmla="*/ 230 w 191"/>
                  <a:gd name="T17" fmla="*/ 62 h 49"/>
                  <a:gd name="T18" fmla="*/ 211 w 191"/>
                  <a:gd name="T19" fmla="*/ 59 h 49"/>
                  <a:gd name="T20" fmla="*/ 175 w 191"/>
                  <a:gd name="T21" fmla="*/ 56 h 49"/>
                  <a:gd name="T22" fmla="*/ 115 w 191"/>
                  <a:gd name="T23" fmla="*/ 28 h 49"/>
                  <a:gd name="T24" fmla="*/ 58 w 191"/>
                  <a:gd name="T25" fmla="*/ 19 h 49"/>
                  <a:gd name="T26" fmla="*/ 27 w 191"/>
                  <a:gd name="T27" fmla="*/ 12 h 49"/>
                  <a:gd name="T28" fmla="*/ 4 w 191"/>
                  <a:gd name="T29" fmla="*/ 1 h 49"/>
                  <a:gd name="T30" fmla="*/ 0 w 191"/>
                  <a:gd name="T31" fmla="*/ 1 h 49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91" h="49">
                    <a:moveTo>
                      <a:pt x="0" y="0"/>
                    </a:moveTo>
                    <a:cubicBezTo>
                      <a:pt x="6" y="3"/>
                      <a:pt x="15" y="5"/>
                      <a:pt x="22" y="6"/>
                    </a:cubicBezTo>
                    <a:cubicBezTo>
                      <a:pt x="29" y="7"/>
                      <a:pt x="37" y="5"/>
                      <a:pt x="44" y="5"/>
                    </a:cubicBezTo>
                    <a:cubicBezTo>
                      <a:pt x="55" y="3"/>
                      <a:pt x="70" y="4"/>
                      <a:pt x="80" y="9"/>
                    </a:cubicBezTo>
                    <a:cubicBezTo>
                      <a:pt x="94" y="16"/>
                      <a:pt x="104" y="28"/>
                      <a:pt x="119" y="33"/>
                    </a:cubicBezTo>
                    <a:cubicBezTo>
                      <a:pt x="130" y="38"/>
                      <a:pt x="141" y="41"/>
                      <a:pt x="153" y="42"/>
                    </a:cubicBezTo>
                    <a:cubicBezTo>
                      <a:pt x="160" y="43"/>
                      <a:pt x="168" y="44"/>
                      <a:pt x="176" y="44"/>
                    </a:cubicBezTo>
                    <a:cubicBezTo>
                      <a:pt x="181" y="45"/>
                      <a:pt x="187" y="43"/>
                      <a:pt x="191" y="45"/>
                    </a:cubicBezTo>
                    <a:cubicBezTo>
                      <a:pt x="187" y="46"/>
                      <a:pt x="183" y="49"/>
                      <a:pt x="178" y="49"/>
                    </a:cubicBezTo>
                    <a:cubicBezTo>
                      <a:pt x="173" y="49"/>
                      <a:pt x="168" y="47"/>
                      <a:pt x="163" y="47"/>
                    </a:cubicBezTo>
                    <a:cubicBezTo>
                      <a:pt x="154" y="47"/>
                      <a:pt x="145" y="46"/>
                      <a:pt x="136" y="44"/>
                    </a:cubicBezTo>
                    <a:cubicBezTo>
                      <a:pt x="118" y="40"/>
                      <a:pt x="104" y="31"/>
                      <a:pt x="89" y="22"/>
                    </a:cubicBezTo>
                    <a:cubicBezTo>
                      <a:pt x="75" y="14"/>
                      <a:pt x="61" y="15"/>
                      <a:pt x="45" y="16"/>
                    </a:cubicBezTo>
                    <a:cubicBezTo>
                      <a:pt x="36" y="16"/>
                      <a:pt x="28" y="14"/>
                      <a:pt x="21" y="9"/>
                    </a:cubicBezTo>
                    <a:cubicBezTo>
                      <a:pt x="15" y="5"/>
                      <a:pt x="10" y="2"/>
                      <a:pt x="4" y="1"/>
                    </a:cubicBezTo>
                    <a:cubicBezTo>
                      <a:pt x="3" y="1"/>
                      <a:pt x="2" y="1"/>
                      <a:pt x="0" y="1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28855" name="Freeform 438">
                <a:extLst>
                  <a:ext uri="{FF2B5EF4-FFF2-40B4-BE49-F238E27FC236}">
                    <a16:creationId xmlns:a16="http://schemas.microsoft.com/office/drawing/2014/main" id="{A1A5FD22-1C80-4F17-893E-FE47365098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0" y="1596"/>
                <a:ext cx="265" cy="123"/>
              </a:xfrm>
              <a:custGeom>
                <a:avLst/>
                <a:gdLst>
                  <a:gd name="T0" fmla="*/ 1 w 243"/>
                  <a:gd name="T1" fmla="*/ 0 h 113"/>
                  <a:gd name="T2" fmla="*/ 51 w 243"/>
                  <a:gd name="T3" fmla="*/ 36 h 113"/>
                  <a:gd name="T4" fmla="*/ 123 w 243"/>
                  <a:gd name="T5" fmla="*/ 70 h 113"/>
                  <a:gd name="T6" fmla="*/ 214 w 243"/>
                  <a:gd name="T7" fmla="*/ 94 h 113"/>
                  <a:gd name="T8" fmla="*/ 263 w 243"/>
                  <a:gd name="T9" fmla="*/ 118 h 113"/>
                  <a:gd name="T10" fmla="*/ 315 w 243"/>
                  <a:gd name="T11" fmla="*/ 135 h 113"/>
                  <a:gd name="T12" fmla="*/ 214 w 243"/>
                  <a:gd name="T13" fmla="*/ 118 h 113"/>
                  <a:gd name="T14" fmla="*/ 103 w 243"/>
                  <a:gd name="T15" fmla="*/ 83 h 113"/>
                  <a:gd name="T16" fmla="*/ 32 w 243"/>
                  <a:gd name="T17" fmla="*/ 42 h 113"/>
                  <a:gd name="T18" fmla="*/ 0 w 243"/>
                  <a:gd name="T19" fmla="*/ 5 h 11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43" h="113">
                    <a:moveTo>
                      <a:pt x="1" y="0"/>
                    </a:moveTo>
                    <a:cubicBezTo>
                      <a:pt x="6" y="11"/>
                      <a:pt x="28" y="22"/>
                      <a:pt x="39" y="28"/>
                    </a:cubicBezTo>
                    <a:cubicBezTo>
                      <a:pt x="57" y="39"/>
                      <a:pt x="75" y="48"/>
                      <a:pt x="95" y="54"/>
                    </a:cubicBezTo>
                    <a:cubicBezTo>
                      <a:pt x="118" y="62"/>
                      <a:pt x="142" y="65"/>
                      <a:pt x="165" y="73"/>
                    </a:cubicBezTo>
                    <a:cubicBezTo>
                      <a:pt x="178" y="78"/>
                      <a:pt x="190" y="86"/>
                      <a:pt x="203" y="91"/>
                    </a:cubicBezTo>
                    <a:cubicBezTo>
                      <a:pt x="215" y="96"/>
                      <a:pt x="233" y="98"/>
                      <a:pt x="243" y="105"/>
                    </a:cubicBezTo>
                    <a:cubicBezTo>
                      <a:pt x="220" y="113"/>
                      <a:pt x="188" y="96"/>
                      <a:pt x="165" y="91"/>
                    </a:cubicBezTo>
                    <a:cubicBezTo>
                      <a:pt x="136" y="85"/>
                      <a:pt x="106" y="76"/>
                      <a:pt x="79" y="64"/>
                    </a:cubicBezTo>
                    <a:cubicBezTo>
                      <a:pt x="60" y="55"/>
                      <a:pt x="41" y="47"/>
                      <a:pt x="25" y="33"/>
                    </a:cubicBezTo>
                    <a:cubicBezTo>
                      <a:pt x="16" y="25"/>
                      <a:pt x="9" y="14"/>
                      <a:pt x="0" y="5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28856" name="Freeform 439">
                <a:extLst>
                  <a:ext uri="{FF2B5EF4-FFF2-40B4-BE49-F238E27FC236}">
                    <a16:creationId xmlns:a16="http://schemas.microsoft.com/office/drawing/2014/main" id="{85326F89-CE69-48E1-8F55-C1F5A7A851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8" y="1628"/>
                <a:ext cx="57" cy="33"/>
              </a:xfrm>
              <a:custGeom>
                <a:avLst/>
                <a:gdLst>
                  <a:gd name="T0" fmla="*/ 10 w 52"/>
                  <a:gd name="T1" fmla="*/ 0 h 31"/>
                  <a:gd name="T2" fmla="*/ 68 w 52"/>
                  <a:gd name="T3" fmla="*/ 36 h 31"/>
                  <a:gd name="T4" fmla="*/ 2 w 52"/>
                  <a:gd name="T5" fmla="*/ 1 h 3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2" h="31">
                    <a:moveTo>
                      <a:pt x="7" y="0"/>
                    </a:moveTo>
                    <a:cubicBezTo>
                      <a:pt x="0" y="7"/>
                      <a:pt x="44" y="28"/>
                      <a:pt x="52" y="30"/>
                    </a:cubicBezTo>
                    <a:cubicBezTo>
                      <a:pt x="34" y="31"/>
                      <a:pt x="6" y="20"/>
                      <a:pt x="2" y="1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28857" name="Freeform 440">
                <a:extLst>
                  <a:ext uri="{FF2B5EF4-FFF2-40B4-BE49-F238E27FC236}">
                    <a16:creationId xmlns:a16="http://schemas.microsoft.com/office/drawing/2014/main" id="{E09552D9-466F-4FCB-95F6-6F8DDCE43F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4" y="1744"/>
                <a:ext cx="99" cy="256"/>
              </a:xfrm>
              <a:custGeom>
                <a:avLst/>
                <a:gdLst>
                  <a:gd name="T0" fmla="*/ 13 w 91"/>
                  <a:gd name="T1" fmla="*/ 0 h 235"/>
                  <a:gd name="T2" fmla="*/ 10 w 91"/>
                  <a:gd name="T3" fmla="*/ 82 h 235"/>
                  <a:gd name="T4" fmla="*/ 29 w 91"/>
                  <a:gd name="T5" fmla="*/ 163 h 235"/>
                  <a:gd name="T6" fmla="*/ 62 w 91"/>
                  <a:gd name="T7" fmla="*/ 251 h 235"/>
                  <a:gd name="T8" fmla="*/ 75 w 91"/>
                  <a:gd name="T9" fmla="*/ 284 h 235"/>
                  <a:gd name="T10" fmla="*/ 99 w 91"/>
                  <a:gd name="T11" fmla="*/ 294 h 235"/>
                  <a:gd name="T12" fmla="*/ 102 w 91"/>
                  <a:gd name="T13" fmla="*/ 248 h 235"/>
                  <a:gd name="T14" fmla="*/ 70 w 91"/>
                  <a:gd name="T15" fmla="*/ 203 h 235"/>
                  <a:gd name="T16" fmla="*/ 46 w 91"/>
                  <a:gd name="T17" fmla="*/ 148 h 235"/>
                  <a:gd name="T18" fmla="*/ 17 w 91"/>
                  <a:gd name="T19" fmla="*/ 68 h 235"/>
                  <a:gd name="T20" fmla="*/ 10 w 91"/>
                  <a:gd name="T21" fmla="*/ 9 h 23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91" h="235">
                    <a:moveTo>
                      <a:pt x="10" y="0"/>
                    </a:moveTo>
                    <a:cubicBezTo>
                      <a:pt x="0" y="18"/>
                      <a:pt x="2" y="43"/>
                      <a:pt x="7" y="63"/>
                    </a:cubicBezTo>
                    <a:cubicBezTo>
                      <a:pt x="13" y="85"/>
                      <a:pt x="20" y="104"/>
                      <a:pt x="23" y="127"/>
                    </a:cubicBezTo>
                    <a:cubicBezTo>
                      <a:pt x="26" y="151"/>
                      <a:pt x="37" y="172"/>
                      <a:pt x="48" y="194"/>
                    </a:cubicBezTo>
                    <a:cubicBezTo>
                      <a:pt x="52" y="202"/>
                      <a:pt x="55" y="211"/>
                      <a:pt x="58" y="220"/>
                    </a:cubicBezTo>
                    <a:cubicBezTo>
                      <a:pt x="62" y="229"/>
                      <a:pt x="65" y="235"/>
                      <a:pt x="77" y="228"/>
                    </a:cubicBezTo>
                    <a:cubicBezTo>
                      <a:pt x="91" y="219"/>
                      <a:pt x="87" y="203"/>
                      <a:pt x="79" y="192"/>
                    </a:cubicBezTo>
                    <a:cubicBezTo>
                      <a:pt x="71" y="180"/>
                      <a:pt x="61" y="170"/>
                      <a:pt x="54" y="157"/>
                    </a:cubicBezTo>
                    <a:cubicBezTo>
                      <a:pt x="47" y="144"/>
                      <a:pt x="41" y="129"/>
                      <a:pt x="36" y="115"/>
                    </a:cubicBezTo>
                    <a:cubicBezTo>
                      <a:pt x="27" y="95"/>
                      <a:pt x="19" y="73"/>
                      <a:pt x="14" y="52"/>
                    </a:cubicBezTo>
                    <a:cubicBezTo>
                      <a:pt x="10" y="37"/>
                      <a:pt x="12" y="20"/>
                      <a:pt x="7" y="6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28858" name="Freeform 441">
                <a:extLst>
                  <a:ext uri="{FF2B5EF4-FFF2-40B4-BE49-F238E27FC236}">
                    <a16:creationId xmlns:a16="http://schemas.microsoft.com/office/drawing/2014/main" id="{AFC5FECA-BA49-4ADF-B47D-9F87DA2F2F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3" y="1999"/>
                <a:ext cx="52" cy="212"/>
              </a:xfrm>
              <a:custGeom>
                <a:avLst/>
                <a:gdLst>
                  <a:gd name="T0" fmla="*/ 30 w 48"/>
                  <a:gd name="T1" fmla="*/ 0 h 195"/>
                  <a:gd name="T2" fmla="*/ 3 w 48"/>
                  <a:gd name="T3" fmla="*/ 45 h 195"/>
                  <a:gd name="T4" fmla="*/ 16 w 48"/>
                  <a:gd name="T5" fmla="*/ 123 h 195"/>
                  <a:gd name="T6" fmla="*/ 39 w 48"/>
                  <a:gd name="T7" fmla="*/ 192 h 195"/>
                  <a:gd name="T8" fmla="*/ 61 w 48"/>
                  <a:gd name="T9" fmla="*/ 250 h 195"/>
                  <a:gd name="T10" fmla="*/ 58 w 48"/>
                  <a:gd name="T11" fmla="*/ 192 h 195"/>
                  <a:gd name="T12" fmla="*/ 41 w 48"/>
                  <a:gd name="T13" fmla="*/ 112 h 195"/>
                  <a:gd name="T14" fmla="*/ 29 w 48"/>
                  <a:gd name="T15" fmla="*/ 5 h 19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8" h="195">
                    <a:moveTo>
                      <a:pt x="24" y="0"/>
                    </a:moveTo>
                    <a:cubicBezTo>
                      <a:pt x="12" y="15"/>
                      <a:pt x="0" y="11"/>
                      <a:pt x="3" y="35"/>
                    </a:cubicBezTo>
                    <a:cubicBezTo>
                      <a:pt x="6" y="55"/>
                      <a:pt x="8" y="76"/>
                      <a:pt x="13" y="96"/>
                    </a:cubicBezTo>
                    <a:cubicBezTo>
                      <a:pt x="18" y="114"/>
                      <a:pt x="24" y="132"/>
                      <a:pt x="30" y="150"/>
                    </a:cubicBezTo>
                    <a:cubicBezTo>
                      <a:pt x="35" y="163"/>
                      <a:pt x="41" y="186"/>
                      <a:pt x="48" y="195"/>
                    </a:cubicBezTo>
                    <a:cubicBezTo>
                      <a:pt x="45" y="180"/>
                      <a:pt x="47" y="164"/>
                      <a:pt x="46" y="150"/>
                    </a:cubicBezTo>
                    <a:cubicBezTo>
                      <a:pt x="45" y="128"/>
                      <a:pt x="38" y="108"/>
                      <a:pt x="32" y="87"/>
                    </a:cubicBezTo>
                    <a:cubicBezTo>
                      <a:pt x="27" y="66"/>
                      <a:pt x="14" y="26"/>
                      <a:pt x="23" y="5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28859" name="Freeform 442">
                <a:extLst>
                  <a:ext uri="{FF2B5EF4-FFF2-40B4-BE49-F238E27FC236}">
                    <a16:creationId xmlns:a16="http://schemas.microsoft.com/office/drawing/2014/main" id="{F8975E0F-D9D4-4A3B-AA8C-6F774B3240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2" y="2187"/>
                <a:ext cx="59" cy="123"/>
              </a:xfrm>
              <a:custGeom>
                <a:avLst/>
                <a:gdLst>
                  <a:gd name="T0" fmla="*/ 17 w 54"/>
                  <a:gd name="T1" fmla="*/ 2 h 113"/>
                  <a:gd name="T2" fmla="*/ 21 w 54"/>
                  <a:gd name="T3" fmla="*/ 77 h 113"/>
                  <a:gd name="T4" fmla="*/ 66 w 54"/>
                  <a:gd name="T5" fmla="*/ 146 h 113"/>
                  <a:gd name="T6" fmla="*/ 70 w 54"/>
                  <a:gd name="T7" fmla="*/ 112 h 113"/>
                  <a:gd name="T8" fmla="*/ 51 w 54"/>
                  <a:gd name="T9" fmla="*/ 78 h 113"/>
                  <a:gd name="T10" fmla="*/ 17 w 54"/>
                  <a:gd name="T11" fmla="*/ 0 h 11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4" h="113">
                    <a:moveTo>
                      <a:pt x="14" y="2"/>
                    </a:moveTo>
                    <a:cubicBezTo>
                      <a:pt x="0" y="14"/>
                      <a:pt x="10" y="46"/>
                      <a:pt x="16" y="60"/>
                    </a:cubicBezTo>
                    <a:cubicBezTo>
                      <a:pt x="24" y="80"/>
                      <a:pt x="41" y="94"/>
                      <a:pt x="50" y="113"/>
                    </a:cubicBezTo>
                    <a:cubicBezTo>
                      <a:pt x="50" y="104"/>
                      <a:pt x="54" y="94"/>
                      <a:pt x="54" y="87"/>
                    </a:cubicBezTo>
                    <a:cubicBezTo>
                      <a:pt x="53" y="77"/>
                      <a:pt x="44" y="68"/>
                      <a:pt x="39" y="61"/>
                    </a:cubicBezTo>
                    <a:cubicBezTo>
                      <a:pt x="26" y="43"/>
                      <a:pt x="16" y="21"/>
                      <a:pt x="14" y="0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28860" name="Freeform 443">
                <a:extLst>
                  <a:ext uri="{FF2B5EF4-FFF2-40B4-BE49-F238E27FC236}">
                    <a16:creationId xmlns:a16="http://schemas.microsoft.com/office/drawing/2014/main" id="{8E7118AA-F669-480B-A57D-256BCF14CF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1" y="2274"/>
                <a:ext cx="31" cy="180"/>
              </a:xfrm>
              <a:custGeom>
                <a:avLst/>
                <a:gdLst>
                  <a:gd name="T0" fmla="*/ 21 w 29"/>
                  <a:gd name="T1" fmla="*/ 0 h 165"/>
                  <a:gd name="T2" fmla="*/ 2 w 29"/>
                  <a:gd name="T3" fmla="*/ 103 h 165"/>
                  <a:gd name="T4" fmla="*/ 13 w 29"/>
                  <a:gd name="T5" fmla="*/ 157 h 165"/>
                  <a:gd name="T6" fmla="*/ 35 w 29"/>
                  <a:gd name="T7" fmla="*/ 214 h 165"/>
                  <a:gd name="T8" fmla="*/ 15 w 29"/>
                  <a:gd name="T9" fmla="*/ 87 h 165"/>
                  <a:gd name="T10" fmla="*/ 21 w 29"/>
                  <a:gd name="T11" fmla="*/ 4 h 16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9" h="165">
                    <a:moveTo>
                      <a:pt x="18" y="0"/>
                    </a:moveTo>
                    <a:cubicBezTo>
                      <a:pt x="2" y="20"/>
                      <a:pt x="0" y="54"/>
                      <a:pt x="2" y="79"/>
                    </a:cubicBezTo>
                    <a:cubicBezTo>
                      <a:pt x="3" y="92"/>
                      <a:pt x="6" y="108"/>
                      <a:pt x="10" y="121"/>
                    </a:cubicBezTo>
                    <a:cubicBezTo>
                      <a:pt x="14" y="134"/>
                      <a:pt x="20" y="156"/>
                      <a:pt x="29" y="165"/>
                    </a:cubicBezTo>
                    <a:cubicBezTo>
                      <a:pt x="13" y="140"/>
                      <a:pt x="12" y="96"/>
                      <a:pt x="12" y="67"/>
                    </a:cubicBezTo>
                    <a:cubicBezTo>
                      <a:pt x="12" y="49"/>
                      <a:pt x="11" y="20"/>
                      <a:pt x="18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28861" name="Freeform 444">
                <a:extLst>
                  <a:ext uri="{FF2B5EF4-FFF2-40B4-BE49-F238E27FC236}">
                    <a16:creationId xmlns:a16="http://schemas.microsoft.com/office/drawing/2014/main" id="{477ACE6F-4F4E-4C71-8F56-EA3DF5B66B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0" y="1377"/>
                <a:ext cx="43" cy="82"/>
              </a:xfrm>
              <a:custGeom>
                <a:avLst/>
                <a:gdLst>
                  <a:gd name="T0" fmla="*/ 41 w 40"/>
                  <a:gd name="T1" fmla="*/ 19 h 75"/>
                  <a:gd name="T2" fmla="*/ 34 w 40"/>
                  <a:gd name="T3" fmla="*/ 43 h 75"/>
                  <a:gd name="T4" fmla="*/ 46 w 40"/>
                  <a:gd name="T5" fmla="*/ 67 h 75"/>
                  <a:gd name="T6" fmla="*/ 33 w 40"/>
                  <a:gd name="T7" fmla="*/ 92 h 75"/>
                  <a:gd name="T8" fmla="*/ 18 w 40"/>
                  <a:gd name="T9" fmla="*/ 65 h 75"/>
                  <a:gd name="T10" fmla="*/ 13 w 40"/>
                  <a:gd name="T11" fmla="*/ 46 h 75"/>
                  <a:gd name="T12" fmla="*/ 5 w 40"/>
                  <a:gd name="T13" fmla="*/ 34 h 75"/>
                  <a:gd name="T14" fmla="*/ 11 w 40"/>
                  <a:gd name="T15" fmla="*/ 3 h 75"/>
                  <a:gd name="T16" fmla="*/ 46 w 40"/>
                  <a:gd name="T17" fmla="*/ 4 h 75"/>
                  <a:gd name="T18" fmla="*/ 40 w 40"/>
                  <a:gd name="T19" fmla="*/ 21 h 7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0" h="75">
                    <a:moveTo>
                      <a:pt x="33" y="15"/>
                    </a:moveTo>
                    <a:cubicBezTo>
                      <a:pt x="27" y="20"/>
                      <a:pt x="25" y="25"/>
                      <a:pt x="28" y="33"/>
                    </a:cubicBezTo>
                    <a:cubicBezTo>
                      <a:pt x="30" y="39"/>
                      <a:pt x="37" y="45"/>
                      <a:pt x="37" y="51"/>
                    </a:cubicBezTo>
                    <a:cubicBezTo>
                      <a:pt x="37" y="55"/>
                      <a:pt x="30" y="68"/>
                      <a:pt x="27" y="70"/>
                    </a:cubicBezTo>
                    <a:cubicBezTo>
                      <a:pt x="20" y="75"/>
                      <a:pt x="16" y="53"/>
                      <a:pt x="15" y="49"/>
                    </a:cubicBezTo>
                    <a:cubicBezTo>
                      <a:pt x="14" y="44"/>
                      <a:pt x="13" y="40"/>
                      <a:pt x="10" y="35"/>
                    </a:cubicBezTo>
                    <a:cubicBezTo>
                      <a:pt x="9" y="32"/>
                      <a:pt x="7" y="29"/>
                      <a:pt x="5" y="26"/>
                    </a:cubicBezTo>
                    <a:cubicBezTo>
                      <a:pt x="2" y="19"/>
                      <a:pt x="0" y="8"/>
                      <a:pt x="8" y="3"/>
                    </a:cubicBezTo>
                    <a:cubicBezTo>
                      <a:pt x="13" y="1"/>
                      <a:pt x="32" y="0"/>
                      <a:pt x="37" y="4"/>
                    </a:cubicBezTo>
                    <a:cubicBezTo>
                      <a:pt x="40" y="7"/>
                      <a:pt x="35" y="15"/>
                      <a:pt x="32" y="16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28862" name="Freeform 445">
                <a:extLst>
                  <a:ext uri="{FF2B5EF4-FFF2-40B4-BE49-F238E27FC236}">
                    <a16:creationId xmlns:a16="http://schemas.microsoft.com/office/drawing/2014/main" id="{68FDCD38-712E-4BB1-B38D-329921F6BC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0" y="1485"/>
                <a:ext cx="92" cy="56"/>
              </a:xfrm>
              <a:custGeom>
                <a:avLst/>
                <a:gdLst>
                  <a:gd name="T0" fmla="*/ 0 w 84"/>
                  <a:gd name="T1" fmla="*/ 11 h 51"/>
                  <a:gd name="T2" fmla="*/ 11 w 84"/>
                  <a:gd name="T3" fmla="*/ 26 h 51"/>
                  <a:gd name="T4" fmla="*/ 31 w 84"/>
                  <a:gd name="T5" fmla="*/ 49 h 51"/>
                  <a:gd name="T6" fmla="*/ 68 w 84"/>
                  <a:gd name="T7" fmla="*/ 65 h 51"/>
                  <a:gd name="T8" fmla="*/ 101 w 84"/>
                  <a:gd name="T9" fmla="*/ 40 h 51"/>
                  <a:gd name="T10" fmla="*/ 108 w 84"/>
                  <a:gd name="T11" fmla="*/ 16 h 51"/>
                  <a:gd name="T12" fmla="*/ 111 w 84"/>
                  <a:gd name="T13" fmla="*/ 0 h 51"/>
                  <a:gd name="T14" fmla="*/ 89 w 84"/>
                  <a:gd name="T15" fmla="*/ 37 h 51"/>
                  <a:gd name="T16" fmla="*/ 56 w 84"/>
                  <a:gd name="T17" fmla="*/ 49 h 51"/>
                  <a:gd name="T18" fmla="*/ 1 w 84"/>
                  <a:gd name="T19" fmla="*/ 10 h 5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4" h="51">
                    <a:moveTo>
                      <a:pt x="0" y="8"/>
                    </a:moveTo>
                    <a:cubicBezTo>
                      <a:pt x="0" y="8"/>
                      <a:pt x="6" y="17"/>
                      <a:pt x="8" y="20"/>
                    </a:cubicBezTo>
                    <a:cubicBezTo>
                      <a:pt x="13" y="26"/>
                      <a:pt x="19" y="32"/>
                      <a:pt x="24" y="37"/>
                    </a:cubicBezTo>
                    <a:cubicBezTo>
                      <a:pt x="31" y="45"/>
                      <a:pt x="41" y="51"/>
                      <a:pt x="52" y="49"/>
                    </a:cubicBezTo>
                    <a:cubicBezTo>
                      <a:pt x="62" y="47"/>
                      <a:pt x="73" y="40"/>
                      <a:pt x="77" y="30"/>
                    </a:cubicBezTo>
                    <a:cubicBezTo>
                      <a:pt x="79" y="24"/>
                      <a:pt x="81" y="20"/>
                      <a:pt x="82" y="13"/>
                    </a:cubicBezTo>
                    <a:cubicBezTo>
                      <a:pt x="83" y="9"/>
                      <a:pt x="82" y="4"/>
                      <a:pt x="84" y="0"/>
                    </a:cubicBezTo>
                    <a:cubicBezTo>
                      <a:pt x="79" y="9"/>
                      <a:pt x="76" y="20"/>
                      <a:pt x="68" y="28"/>
                    </a:cubicBezTo>
                    <a:cubicBezTo>
                      <a:pt x="60" y="36"/>
                      <a:pt x="54" y="39"/>
                      <a:pt x="43" y="37"/>
                    </a:cubicBezTo>
                    <a:cubicBezTo>
                      <a:pt x="27" y="34"/>
                      <a:pt x="10" y="20"/>
                      <a:pt x="1" y="7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28863" name="Freeform 446">
                <a:extLst>
                  <a:ext uri="{FF2B5EF4-FFF2-40B4-BE49-F238E27FC236}">
                    <a16:creationId xmlns:a16="http://schemas.microsoft.com/office/drawing/2014/main" id="{22F4D76F-67E6-447A-BB60-7923BBB375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1" y="1287"/>
                <a:ext cx="93" cy="47"/>
              </a:xfrm>
              <a:custGeom>
                <a:avLst/>
                <a:gdLst>
                  <a:gd name="T0" fmla="*/ 5 w 85"/>
                  <a:gd name="T1" fmla="*/ 52 h 43"/>
                  <a:gd name="T2" fmla="*/ 2 w 85"/>
                  <a:gd name="T3" fmla="*/ 19 h 43"/>
                  <a:gd name="T4" fmla="*/ 23 w 85"/>
                  <a:gd name="T5" fmla="*/ 2 h 43"/>
                  <a:gd name="T6" fmla="*/ 60 w 85"/>
                  <a:gd name="T7" fmla="*/ 3 h 43"/>
                  <a:gd name="T8" fmla="*/ 112 w 85"/>
                  <a:gd name="T9" fmla="*/ 26 h 43"/>
                  <a:gd name="T10" fmla="*/ 94 w 85"/>
                  <a:gd name="T11" fmla="*/ 19 h 43"/>
                  <a:gd name="T12" fmla="*/ 66 w 85"/>
                  <a:gd name="T13" fmla="*/ 15 h 43"/>
                  <a:gd name="T14" fmla="*/ 27 w 85"/>
                  <a:gd name="T15" fmla="*/ 13 h 43"/>
                  <a:gd name="T16" fmla="*/ 4 w 85"/>
                  <a:gd name="T17" fmla="*/ 56 h 4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5" h="43">
                    <a:moveTo>
                      <a:pt x="5" y="40"/>
                    </a:moveTo>
                    <a:cubicBezTo>
                      <a:pt x="1" y="34"/>
                      <a:pt x="0" y="22"/>
                      <a:pt x="2" y="15"/>
                    </a:cubicBezTo>
                    <a:cubicBezTo>
                      <a:pt x="3" y="8"/>
                      <a:pt x="10" y="4"/>
                      <a:pt x="17" y="2"/>
                    </a:cubicBezTo>
                    <a:cubicBezTo>
                      <a:pt x="26" y="0"/>
                      <a:pt x="37" y="2"/>
                      <a:pt x="46" y="3"/>
                    </a:cubicBezTo>
                    <a:cubicBezTo>
                      <a:pt x="59" y="5"/>
                      <a:pt x="73" y="13"/>
                      <a:pt x="85" y="20"/>
                    </a:cubicBezTo>
                    <a:cubicBezTo>
                      <a:pt x="80" y="19"/>
                      <a:pt x="76" y="16"/>
                      <a:pt x="72" y="15"/>
                    </a:cubicBezTo>
                    <a:cubicBezTo>
                      <a:pt x="65" y="13"/>
                      <a:pt x="57" y="13"/>
                      <a:pt x="50" y="12"/>
                    </a:cubicBezTo>
                    <a:cubicBezTo>
                      <a:pt x="41" y="11"/>
                      <a:pt x="30" y="8"/>
                      <a:pt x="21" y="10"/>
                    </a:cubicBezTo>
                    <a:cubicBezTo>
                      <a:pt x="5" y="13"/>
                      <a:pt x="4" y="31"/>
                      <a:pt x="4" y="4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28864" name="Freeform 447">
                <a:extLst>
                  <a:ext uri="{FF2B5EF4-FFF2-40B4-BE49-F238E27FC236}">
                    <a16:creationId xmlns:a16="http://schemas.microsoft.com/office/drawing/2014/main" id="{8A249B21-1A85-46C2-8D7D-1F18B1C78B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0" y="1490"/>
                <a:ext cx="128" cy="140"/>
              </a:xfrm>
              <a:custGeom>
                <a:avLst/>
                <a:gdLst>
                  <a:gd name="T0" fmla="*/ 34 w 117"/>
                  <a:gd name="T1" fmla="*/ 4 h 129"/>
                  <a:gd name="T2" fmla="*/ 12 w 117"/>
                  <a:gd name="T3" fmla="*/ 1 h 129"/>
                  <a:gd name="T4" fmla="*/ 1 w 117"/>
                  <a:gd name="T5" fmla="*/ 13 h 129"/>
                  <a:gd name="T6" fmla="*/ 9 w 117"/>
                  <a:gd name="T7" fmla="*/ 37 h 129"/>
                  <a:gd name="T8" fmla="*/ 22 w 117"/>
                  <a:gd name="T9" fmla="*/ 72 h 129"/>
                  <a:gd name="T10" fmla="*/ 61 w 117"/>
                  <a:gd name="T11" fmla="*/ 126 h 129"/>
                  <a:gd name="T12" fmla="*/ 102 w 117"/>
                  <a:gd name="T13" fmla="*/ 150 h 129"/>
                  <a:gd name="T14" fmla="*/ 153 w 117"/>
                  <a:gd name="T15" fmla="*/ 164 h 129"/>
                  <a:gd name="T16" fmla="*/ 120 w 117"/>
                  <a:gd name="T17" fmla="*/ 144 h 129"/>
                  <a:gd name="T18" fmla="*/ 85 w 117"/>
                  <a:gd name="T19" fmla="*/ 116 h 129"/>
                  <a:gd name="T20" fmla="*/ 47 w 117"/>
                  <a:gd name="T21" fmla="*/ 52 h 129"/>
                  <a:gd name="T22" fmla="*/ 37 w 117"/>
                  <a:gd name="T23" fmla="*/ 22 h 129"/>
                  <a:gd name="T24" fmla="*/ 34 w 117"/>
                  <a:gd name="T25" fmla="*/ 5 h 129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17" h="129">
                    <a:moveTo>
                      <a:pt x="26" y="4"/>
                    </a:moveTo>
                    <a:cubicBezTo>
                      <a:pt x="21" y="6"/>
                      <a:pt x="14" y="1"/>
                      <a:pt x="9" y="1"/>
                    </a:cubicBezTo>
                    <a:cubicBezTo>
                      <a:pt x="3" y="0"/>
                      <a:pt x="3" y="5"/>
                      <a:pt x="1" y="10"/>
                    </a:cubicBezTo>
                    <a:cubicBezTo>
                      <a:pt x="0" y="17"/>
                      <a:pt x="4" y="22"/>
                      <a:pt x="6" y="29"/>
                    </a:cubicBezTo>
                    <a:cubicBezTo>
                      <a:pt x="10" y="38"/>
                      <a:pt x="12" y="47"/>
                      <a:pt x="16" y="56"/>
                    </a:cubicBezTo>
                    <a:cubicBezTo>
                      <a:pt x="22" y="72"/>
                      <a:pt x="34" y="89"/>
                      <a:pt x="47" y="99"/>
                    </a:cubicBezTo>
                    <a:cubicBezTo>
                      <a:pt x="57" y="107"/>
                      <a:pt x="67" y="112"/>
                      <a:pt x="78" y="117"/>
                    </a:cubicBezTo>
                    <a:cubicBezTo>
                      <a:pt x="90" y="123"/>
                      <a:pt x="103" y="129"/>
                      <a:pt x="117" y="128"/>
                    </a:cubicBezTo>
                    <a:cubicBezTo>
                      <a:pt x="110" y="122"/>
                      <a:pt x="100" y="118"/>
                      <a:pt x="92" y="113"/>
                    </a:cubicBezTo>
                    <a:cubicBezTo>
                      <a:pt x="83" y="106"/>
                      <a:pt x="73" y="99"/>
                      <a:pt x="65" y="91"/>
                    </a:cubicBezTo>
                    <a:cubicBezTo>
                      <a:pt x="53" y="76"/>
                      <a:pt x="44" y="58"/>
                      <a:pt x="36" y="41"/>
                    </a:cubicBezTo>
                    <a:cubicBezTo>
                      <a:pt x="32" y="34"/>
                      <a:pt x="29" y="26"/>
                      <a:pt x="28" y="17"/>
                    </a:cubicBezTo>
                    <a:cubicBezTo>
                      <a:pt x="28" y="13"/>
                      <a:pt x="28" y="9"/>
                      <a:pt x="26" y="5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28865" name="Freeform 448">
                <a:extLst>
                  <a:ext uri="{FF2B5EF4-FFF2-40B4-BE49-F238E27FC236}">
                    <a16:creationId xmlns:a16="http://schemas.microsoft.com/office/drawing/2014/main" id="{E456763F-9C1F-4992-B7E4-D416B8C9C3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8" y="957"/>
                <a:ext cx="142" cy="324"/>
              </a:xfrm>
              <a:custGeom>
                <a:avLst/>
                <a:gdLst>
                  <a:gd name="T0" fmla="*/ 117 w 130"/>
                  <a:gd name="T1" fmla="*/ 385 h 297"/>
                  <a:gd name="T2" fmla="*/ 98 w 130"/>
                  <a:gd name="T3" fmla="*/ 0 h 297"/>
                  <a:gd name="T4" fmla="*/ 169 w 130"/>
                  <a:gd name="T5" fmla="*/ 383 h 297"/>
                  <a:gd name="T6" fmla="*/ 117 w 130"/>
                  <a:gd name="T7" fmla="*/ 385 h 29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0" h="297">
                    <a:moveTo>
                      <a:pt x="90" y="297"/>
                    </a:moveTo>
                    <a:cubicBezTo>
                      <a:pt x="90" y="297"/>
                      <a:pt x="0" y="154"/>
                      <a:pt x="75" y="0"/>
                    </a:cubicBezTo>
                    <a:cubicBezTo>
                      <a:pt x="75" y="0"/>
                      <a:pt x="7" y="173"/>
                      <a:pt x="130" y="295"/>
                    </a:cubicBezTo>
                    <a:cubicBezTo>
                      <a:pt x="130" y="295"/>
                      <a:pt x="105" y="292"/>
                      <a:pt x="90" y="297"/>
                    </a:cubicBezTo>
                    <a:close/>
                  </a:path>
                </a:pathLst>
              </a:custGeom>
              <a:solidFill>
                <a:srgbClr val="EFD4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28866" name="Freeform 449">
                <a:extLst>
                  <a:ext uri="{FF2B5EF4-FFF2-40B4-BE49-F238E27FC236}">
                    <a16:creationId xmlns:a16="http://schemas.microsoft.com/office/drawing/2014/main" id="{12A4308F-D1AD-4972-B863-6A7B87F303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0" y="1466"/>
                <a:ext cx="52" cy="19"/>
              </a:xfrm>
              <a:custGeom>
                <a:avLst/>
                <a:gdLst>
                  <a:gd name="T0" fmla="*/ 0 w 47"/>
                  <a:gd name="T1" fmla="*/ 6 h 18"/>
                  <a:gd name="T2" fmla="*/ 30 w 47"/>
                  <a:gd name="T3" fmla="*/ 6 h 18"/>
                  <a:gd name="T4" fmla="*/ 43 w 47"/>
                  <a:gd name="T5" fmla="*/ 14 h 18"/>
                  <a:gd name="T6" fmla="*/ 64 w 47"/>
                  <a:gd name="T7" fmla="*/ 1 h 18"/>
                  <a:gd name="T8" fmla="*/ 35 w 47"/>
                  <a:gd name="T9" fmla="*/ 16 h 18"/>
                  <a:gd name="T10" fmla="*/ 4 w 47"/>
                  <a:gd name="T11" fmla="*/ 4 h 1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7" h="18">
                    <a:moveTo>
                      <a:pt x="0" y="6"/>
                    </a:moveTo>
                    <a:cubicBezTo>
                      <a:pt x="7" y="2"/>
                      <a:pt x="16" y="2"/>
                      <a:pt x="22" y="6"/>
                    </a:cubicBezTo>
                    <a:cubicBezTo>
                      <a:pt x="25" y="9"/>
                      <a:pt x="27" y="11"/>
                      <a:pt x="32" y="11"/>
                    </a:cubicBezTo>
                    <a:cubicBezTo>
                      <a:pt x="37" y="11"/>
                      <a:pt x="43" y="4"/>
                      <a:pt x="47" y="1"/>
                    </a:cubicBezTo>
                    <a:cubicBezTo>
                      <a:pt x="41" y="6"/>
                      <a:pt x="35" y="18"/>
                      <a:pt x="26" y="13"/>
                    </a:cubicBezTo>
                    <a:cubicBezTo>
                      <a:pt x="19" y="9"/>
                      <a:pt x="14" y="0"/>
                      <a:pt x="4" y="4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28867" name="Freeform 450">
                <a:extLst>
                  <a:ext uri="{FF2B5EF4-FFF2-40B4-BE49-F238E27FC236}">
                    <a16:creationId xmlns:a16="http://schemas.microsoft.com/office/drawing/2014/main" id="{AB797583-6630-43E3-B3BC-410E42F6ED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5" y="1935"/>
                <a:ext cx="16" cy="31"/>
              </a:xfrm>
              <a:custGeom>
                <a:avLst/>
                <a:gdLst>
                  <a:gd name="T0" fmla="*/ 11 w 14"/>
                  <a:gd name="T1" fmla="*/ 1 h 29"/>
                  <a:gd name="T2" fmla="*/ 0 w 14"/>
                  <a:gd name="T3" fmla="*/ 20 h 29"/>
                  <a:gd name="T4" fmla="*/ 21 w 14"/>
                  <a:gd name="T5" fmla="*/ 28 h 29"/>
                  <a:gd name="T6" fmla="*/ 8 w 14"/>
                  <a:gd name="T7" fmla="*/ 19 h 29"/>
                  <a:gd name="T8" fmla="*/ 9 w 14"/>
                  <a:gd name="T9" fmla="*/ 2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29">
                    <a:moveTo>
                      <a:pt x="8" y="1"/>
                    </a:moveTo>
                    <a:cubicBezTo>
                      <a:pt x="1" y="0"/>
                      <a:pt x="0" y="12"/>
                      <a:pt x="0" y="17"/>
                    </a:cubicBezTo>
                    <a:cubicBezTo>
                      <a:pt x="1" y="23"/>
                      <a:pt x="10" y="29"/>
                      <a:pt x="14" y="22"/>
                    </a:cubicBezTo>
                    <a:cubicBezTo>
                      <a:pt x="11" y="20"/>
                      <a:pt x="7" y="20"/>
                      <a:pt x="5" y="16"/>
                    </a:cubicBezTo>
                    <a:cubicBezTo>
                      <a:pt x="3" y="12"/>
                      <a:pt x="5" y="6"/>
                      <a:pt x="6" y="2"/>
                    </a:cubicBezTo>
                  </a:path>
                </a:pathLst>
              </a:custGeom>
              <a:solidFill>
                <a:srgbClr val="EFCC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28868" name="Freeform 451">
                <a:extLst>
                  <a:ext uri="{FF2B5EF4-FFF2-40B4-BE49-F238E27FC236}">
                    <a16:creationId xmlns:a16="http://schemas.microsoft.com/office/drawing/2014/main" id="{D056D95B-2581-4F27-B002-C7CD6C492F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9" y="1954"/>
                <a:ext cx="34" cy="40"/>
              </a:xfrm>
              <a:custGeom>
                <a:avLst/>
                <a:gdLst>
                  <a:gd name="T0" fmla="*/ 22 w 31"/>
                  <a:gd name="T1" fmla="*/ 4 h 37"/>
                  <a:gd name="T2" fmla="*/ 1 w 31"/>
                  <a:gd name="T3" fmla="*/ 25 h 37"/>
                  <a:gd name="T4" fmla="*/ 20 w 31"/>
                  <a:gd name="T5" fmla="*/ 45 h 37"/>
                  <a:gd name="T6" fmla="*/ 15 w 31"/>
                  <a:gd name="T7" fmla="*/ 26 h 37"/>
                  <a:gd name="T8" fmla="*/ 20 w 31"/>
                  <a:gd name="T9" fmla="*/ 4 h 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37">
                    <a:moveTo>
                      <a:pt x="16" y="4"/>
                    </a:moveTo>
                    <a:cubicBezTo>
                      <a:pt x="8" y="0"/>
                      <a:pt x="0" y="13"/>
                      <a:pt x="1" y="19"/>
                    </a:cubicBezTo>
                    <a:cubicBezTo>
                      <a:pt x="1" y="27"/>
                      <a:pt x="8" y="35"/>
                      <a:pt x="15" y="36"/>
                    </a:cubicBezTo>
                    <a:cubicBezTo>
                      <a:pt x="31" y="37"/>
                      <a:pt x="13" y="24"/>
                      <a:pt x="12" y="20"/>
                    </a:cubicBezTo>
                    <a:cubicBezTo>
                      <a:pt x="10" y="14"/>
                      <a:pt x="19" y="9"/>
                      <a:pt x="15" y="4"/>
                    </a:cubicBezTo>
                  </a:path>
                </a:pathLst>
              </a:custGeom>
              <a:solidFill>
                <a:srgbClr val="EFCC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28869" name="Freeform 452">
                <a:extLst>
                  <a:ext uri="{FF2B5EF4-FFF2-40B4-BE49-F238E27FC236}">
                    <a16:creationId xmlns:a16="http://schemas.microsoft.com/office/drawing/2014/main" id="{710857A1-CAA4-446C-8558-E90A53BADC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5" y="1755"/>
                <a:ext cx="72" cy="322"/>
              </a:xfrm>
              <a:custGeom>
                <a:avLst/>
                <a:gdLst>
                  <a:gd name="T0" fmla="*/ 86 w 66"/>
                  <a:gd name="T1" fmla="*/ 0 h 296"/>
                  <a:gd name="T2" fmla="*/ 16 w 66"/>
                  <a:gd name="T3" fmla="*/ 138 h 296"/>
                  <a:gd name="T4" fmla="*/ 2 w 66"/>
                  <a:gd name="T5" fmla="*/ 259 h 296"/>
                  <a:gd name="T6" fmla="*/ 13 w 66"/>
                  <a:gd name="T7" fmla="*/ 325 h 296"/>
                  <a:gd name="T8" fmla="*/ 29 w 66"/>
                  <a:gd name="T9" fmla="*/ 381 h 296"/>
                  <a:gd name="T10" fmla="*/ 23 w 66"/>
                  <a:gd name="T11" fmla="*/ 149 h 296"/>
                  <a:gd name="T12" fmla="*/ 84 w 66"/>
                  <a:gd name="T13" fmla="*/ 1 h 29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6" h="296">
                    <a:moveTo>
                      <a:pt x="66" y="0"/>
                    </a:moveTo>
                    <a:cubicBezTo>
                      <a:pt x="27" y="7"/>
                      <a:pt x="20" y="78"/>
                      <a:pt x="13" y="108"/>
                    </a:cubicBezTo>
                    <a:cubicBezTo>
                      <a:pt x="6" y="139"/>
                      <a:pt x="0" y="169"/>
                      <a:pt x="2" y="201"/>
                    </a:cubicBezTo>
                    <a:cubicBezTo>
                      <a:pt x="3" y="218"/>
                      <a:pt x="6" y="235"/>
                      <a:pt x="10" y="253"/>
                    </a:cubicBezTo>
                    <a:cubicBezTo>
                      <a:pt x="13" y="268"/>
                      <a:pt x="20" y="281"/>
                      <a:pt x="23" y="296"/>
                    </a:cubicBezTo>
                    <a:cubicBezTo>
                      <a:pt x="7" y="241"/>
                      <a:pt x="8" y="173"/>
                      <a:pt x="17" y="116"/>
                    </a:cubicBezTo>
                    <a:cubicBezTo>
                      <a:pt x="23" y="79"/>
                      <a:pt x="32" y="23"/>
                      <a:pt x="65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28870" name="Freeform 453">
                <a:extLst>
                  <a:ext uri="{FF2B5EF4-FFF2-40B4-BE49-F238E27FC236}">
                    <a16:creationId xmlns:a16="http://schemas.microsoft.com/office/drawing/2014/main" id="{6A62A9A0-FD58-4234-AE8A-E3F47B0BFE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6" y="2173"/>
                <a:ext cx="139" cy="524"/>
              </a:xfrm>
              <a:custGeom>
                <a:avLst/>
                <a:gdLst>
                  <a:gd name="T0" fmla="*/ 84 w 128"/>
                  <a:gd name="T1" fmla="*/ 0 h 482"/>
                  <a:gd name="T2" fmla="*/ 83 w 128"/>
                  <a:gd name="T3" fmla="*/ 2 h 482"/>
                  <a:gd name="T4" fmla="*/ 26 w 128"/>
                  <a:gd name="T5" fmla="*/ 300 h 482"/>
                  <a:gd name="T6" fmla="*/ 164 w 128"/>
                  <a:gd name="T7" fmla="*/ 620 h 482"/>
                  <a:gd name="T8" fmla="*/ 37 w 128"/>
                  <a:gd name="T9" fmla="*/ 267 h 482"/>
                  <a:gd name="T10" fmla="*/ 84 w 128"/>
                  <a:gd name="T11" fmla="*/ 0 h 48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8" h="482">
                    <a:moveTo>
                      <a:pt x="65" y="0"/>
                    </a:moveTo>
                    <a:cubicBezTo>
                      <a:pt x="65" y="0"/>
                      <a:pt x="64" y="1"/>
                      <a:pt x="64" y="2"/>
                    </a:cubicBezTo>
                    <a:cubicBezTo>
                      <a:pt x="56" y="20"/>
                      <a:pt x="0" y="149"/>
                      <a:pt x="20" y="234"/>
                    </a:cubicBezTo>
                    <a:cubicBezTo>
                      <a:pt x="40" y="325"/>
                      <a:pt x="98" y="454"/>
                      <a:pt x="128" y="482"/>
                    </a:cubicBezTo>
                    <a:cubicBezTo>
                      <a:pt x="128" y="482"/>
                      <a:pt x="32" y="279"/>
                      <a:pt x="29" y="208"/>
                    </a:cubicBezTo>
                    <a:cubicBezTo>
                      <a:pt x="26" y="160"/>
                      <a:pt x="44" y="35"/>
                      <a:pt x="6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28871" name="Freeform 454">
                <a:extLst>
                  <a:ext uri="{FF2B5EF4-FFF2-40B4-BE49-F238E27FC236}">
                    <a16:creationId xmlns:a16="http://schemas.microsoft.com/office/drawing/2014/main" id="{E64719E6-A11C-4B1D-9F2D-CBBB10F950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5" y="2651"/>
                <a:ext cx="102" cy="18"/>
              </a:xfrm>
              <a:custGeom>
                <a:avLst/>
                <a:gdLst>
                  <a:gd name="T0" fmla="*/ 0 w 93"/>
                  <a:gd name="T1" fmla="*/ 0 h 17"/>
                  <a:gd name="T2" fmla="*/ 72 w 93"/>
                  <a:gd name="T3" fmla="*/ 14 h 17"/>
                  <a:gd name="T4" fmla="*/ 110 w 93"/>
                  <a:gd name="T5" fmla="*/ 5 h 17"/>
                  <a:gd name="T6" fmla="*/ 111 w 93"/>
                  <a:gd name="T7" fmla="*/ 19 h 17"/>
                  <a:gd name="T8" fmla="*/ 84 w 93"/>
                  <a:gd name="T9" fmla="*/ 15 h 17"/>
                  <a:gd name="T10" fmla="*/ 58 w 93"/>
                  <a:gd name="T11" fmla="*/ 15 h 17"/>
                  <a:gd name="T12" fmla="*/ 11 w 93"/>
                  <a:gd name="T13" fmla="*/ 6 h 17"/>
                  <a:gd name="T14" fmla="*/ 3 w 93"/>
                  <a:gd name="T15" fmla="*/ 2 h 1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3" h="17">
                    <a:moveTo>
                      <a:pt x="0" y="0"/>
                    </a:moveTo>
                    <a:cubicBezTo>
                      <a:pt x="15" y="10"/>
                      <a:pt x="37" y="14"/>
                      <a:pt x="55" y="11"/>
                    </a:cubicBezTo>
                    <a:cubicBezTo>
                      <a:pt x="64" y="9"/>
                      <a:pt x="73" y="3"/>
                      <a:pt x="83" y="5"/>
                    </a:cubicBezTo>
                    <a:cubicBezTo>
                      <a:pt x="92" y="7"/>
                      <a:pt x="93" y="14"/>
                      <a:pt x="84" y="16"/>
                    </a:cubicBezTo>
                    <a:cubicBezTo>
                      <a:pt x="77" y="17"/>
                      <a:pt x="71" y="13"/>
                      <a:pt x="64" y="12"/>
                    </a:cubicBezTo>
                    <a:cubicBezTo>
                      <a:pt x="57" y="12"/>
                      <a:pt x="51" y="13"/>
                      <a:pt x="44" y="12"/>
                    </a:cubicBezTo>
                    <a:cubicBezTo>
                      <a:pt x="32" y="12"/>
                      <a:pt x="19" y="11"/>
                      <a:pt x="8" y="6"/>
                    </a:cubicBezTo>
                    <a:cubicBezTo>
                      <a:pt x="6" y="5"/>
                      <a:pt x="4" y="4"/>
                      <a:pt x="3" y="2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28872" name="Freeform 455">
                <a:extLst>
                  <a:ext uri="{FF2B5EF4-FFF2-40B4-BE49-F238E27FC236}">
                    <a16:creationId xmlns:a16="http://schemas.microsoft.com/office/drawing/2014/main" id="{D9FDEBAE-B3F2-48A5-B4DF-F81B4AB938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7" y="2640"/>
                <a:ext cx="55" cy="16"/>
              </a:xfrm>
              <a:custGeom>
                <a:avLst/>
                <a:gdLst>
                  <a:gd name="T0" fmla="*/ 0 w 51"/>
                  <a:gd name="T1" fmla="*/ 12 h 15"/>
                  <a:gd name="T2" fmla="*/ 16 w 51"/>
                  <a:gd name="T3" fmla="*/ 14 h 15"/>
                  <a:gd name="T4" fmla="*/ 39 w 51"/>
                  <a:gd name="T5" fmla="*/ 11 h 15"/>
                  <a:gd name="T6" fmla="*/ 54 w 51"/>
                  <a:gd name="T7" fmla="*/ 13 h 15"/>
                  <a:gd name="T8" fmla="*/ 64 w 51"/>
                  <a:gd name="T9" fmla="*/ 18 h 15"/>
                  <a:gd name="T10" fmla="*/ 46 w 51"/>
                  <a:gd name="T11" fmla="*/ 2 h 15"/>
                  <a:gd name="T12" fmla="*/ 26 w 51"/>
                  <a:gd name="T13" fmla="*/ 5 h 15"/>
                  <a:gd name="T14" fmla="*/ 0 w 51"/>
                  <a:gd name="T15" fmla="*/ 12 h 1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1" h="15">
                    <a:moveTo>
                      <a:pt x="0" y="9"/>
                    </a:moveTo>
                    <a:cubicBezTo>
                      <a:pt x="3" y="12"/>
                      <a:pt x="10" y="11"/>
                      <a:pt x="13" y="11"/>
                    </a:cubicBezTo>
                    <a:cubicBezTo>
                      <a:pt x="19" y="10"/>
                      <a:pt x="25" y="9"/>
                      <a:pt x="31" y="8"/>
                    </a:cubicBezTo>
                    <a:cubicBezTo>
                      <a:pt x="35" y="8"/>
                      <a:pt x="39" y="8"/>
                      <a:pt x="43" y="10"/>
                    </a:cubicBezTo>
                    <a:cubicBezTo>
                      <a:pt x="47" y="11"/>
                      <a:pt x="49" y="12"/>
                      <a:pt x="51" y="15"/>
                    </a:cubicBezTo>
                    <a:cubicBezTo>
                      <a:pt x="49" y="8"/>
                      <a:pt x="44" y="3"/>
                      <a:pt x="37" y="2"/>
                    </a:cubicBezTo>
                    <a:cubicBezTo>
                      <a:pt x="31" y="0"/>
                      <a:pt x="26" y="4"/>
                      <a:pt x="20" y="5"/>
                    </a:cubicBezTo>
                    <a:cubicBezTo>
                      <a:pt x="13" y="7"/>
                      <a:pt x="7" y="9"/>
                      <a:pt x="0" y="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28873" name="Freeform 456">
                <a:extLst>
                  <a:ext uri="{FF2B5EF4-FFF2-40B4-BE49-F238E27FC236}">
                    <a16:creationId xmlns:a16="http://schemas.microsoft.com/office/drawing/2014/main" id="{17B809A0-4DFB-446C-BBDF-A92A26BEF1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5" y="1905"/>
                <a:ext cx="48" cy="145"/>
              </a:xfrm>
              <a:custGeom>
                <a:avLst/>
                <a:gdLst>
                  <a:gd name="T0" fmla="*/ 0 w 44"/>
                  <a:gd name="T1" fmla="*/ 0 h 133"/>
                  <a:gd name="T2" fmla="*/ 47 w 44"/>
                  <a:gd name="T3" fmla="*/ 71 h 133"/>
                  <a:gd name="T4" fmla="*/ 55 w 44"/>
                  <a:gd name="T5" fmla="*/ 172 h 133"/>
                  <a:gd name="T6" fmla="*/ 32 w 44"/>
                  <a:gd name="T7" fmla="*/ 76 h 133"/>
                  <a:gd name="T8" fmla="*/ 9 w 44"/>
                  <a:gd name="T9" fmla="*/ 11 h 1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4" h="133">
                    <a:moveTo>
                      <a:pt x="0" y="0"/>
                    </a:moveTo>
                    <a:cubicBezTo>
                      <a:pt x="13" y="10"/>
                      <a:pt x="31" y="40"/>
                      <a:pt x="36" y="55"/>
                    </a:cubicBezTo>
                    <a:cubicBezTo>
                      <a:pt x="44" y="79"/>
                      <a:pt x="42" y="108"/>
                      <a:pt x="42" y="133"/>
                    </a:cubicBezTo>
                    <a:cubicBezTo>
                      <a:pt x="32" y="111"/>
                      <a:pt x="35" y="82"/>
                      <a:pt x="25" y="59"/>
                    </a:cubicBezTo>
                    <a:cubicBezTo>
                      <a:pt x="18" y="42"/>
                      <a:pt x="11" y="26"/>
                      <a:pt x="6" y="8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28874" name="Freeform 457">
                <a:extLst>
                  <a:ext uri="{FF2B5EF4-FFF2-40B4-BE49-F238E27FC236}">
                    <a16:creationId xmlns:a16="http://schemas.microsoft.com/office/drawing/2014/main" id="{874EC83B-C8AE-4A83-9D48-2AF743720F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8" y="2142"/>
                <a:ext cx="220" cy="591"/>
              </a:xfrm>
              <a:custGeom>
                <a:avLst/>
                <a:gdLst>
                  <a:gd name="T0" fmla="*/ 191 w 202"/>
                  <a:gd name="T1" fmla="*/ 0 h 543"/>
                  <a:gd name="T2" fmla="*/ 216 w 202"/>
                  <a:gd name="T3" fmla="*/ 446 h 543"/>
                  <a:gd name="T4" fmla="*/ 0 w 202"/>
                  <a:gd name="T5" fmla="*/ 700 h 543"/>
                  <a:gd name="T6" fmla="*/ 183 w 202"/>
                  <a:gd name="T7" fmla="*/ 480 h 543"/>
                  <a:gd name="T8" fmla="*/ 207 w 202"/>
                  <a:gd name="T9" fmla="*/ 202 h 543"/>
                  <a:gd name="T10" fmla="*/ 191 w 202"/>
                  <a:gd name="T11" fmla="*/ 0 h 54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02" h="543">
                    <a:moveTo>
                      <a:pt x="148" y="0"/>
                    </a:moveTo>
                    <a:cubicBezTo>
                      <a:pt x="148" y="0"/>
                      <a:pt x="202" y="209"/>
                      <a:pt x="167" y="346"/>
                    </a:cubicBezTo>
                    <a:cubicBezTo>
                      <a:pt x="132" y="484"/>
                      <a:pt x="31" y="506"/>
                      <a:pt x="0" y="543"/>
                    </a:cubicBezTo>
                    <a:cubicBezTo>
                      <a:pt x="0" y="543"/>
                      <a:pt x="118" y="464"/>
                      <a:pt x="141" y="372"/>
                    </a:cubicBezTo>
                    <a:cubicBezTo>
                      <a:pt x="163" y="280"/>
                      <a:pt x="162" y="173"/>
                      <a:pt x="160" y="157"/>
                    </a:cubicBezTo>
                    <a:cubicBezTo>
                      <a:pt x="158" y="141"/>
                      <a:pt x="148" y="0"/>
                      <a:pt x="148" y="0"/>
                    </a:cubicBezTo>
                    <a:close/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28875" name="Freeform 458">
                <a:extLst>
                  <a:ext uri="{FF2B5EF4-FFF2-40B4-BE49-F238E27FC236}">
                    <a16:creationId xmlns:a16="http://schemas.microsoft.com/office/drawing/2014/main" id="{0DC4A232-7F76-41AC-B74E-12CCAC33A8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3" y="2782"/>
                <a:ext cx="410" cy="184"/>
              </a:xfrm>
              <a:custGeom>
                <a:avLst/>
                <a:gdLst>
                  <a:gd name="T0" fmla="*/ 0 w 376"/>
                  <a:gd name="T1" fmla="*/ 0 h 169"/>
                  <a:gd name="T2" fmla="*/ 487 w 376"/>
                  <a:gd name="T3" fmla="*/ 70 h 169"/>
                  <a:gd name="T4" fmla="*/ 0 w 376"/>
                  <a:gd name="T5" fmla="*/ 0 h 16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76" h="169">
                    <a:moveTo>
                      <a:pt x="0" y="0"/>
                    </a:moveTo>
                    <a:cubicBezTo>
                      <a:pt x="0" y="0"/>
                      <a:pt x="204" y="122"/>
                      <a:pt x="376" y="54"/>
                    </a:cubicBezTo>
                    <a:cubicBezTo>
                      <a:pt x="376" y="54"/>
                      <a:pt x="234" y="169"/>
                      <a:pt x="0" y="0"/>
                    </a:cubicBezTo>
                    <a:close/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28876" name="Freeform 459">
                <a:extLst>
                  <a:ext uri="{FF2B5EF4-FFF2-40B4-BE49-F238E27FC236}">
                    <a16:creationId xmlns:a16="http://schemas.microsoft.com/office/drawing/2014/main" id="{A205F7E2-77E6-4707-8115-85F40157E6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0" y="3204"/>
                <a:ext cx="165" cy="69"/>
              </a:xfrm>
              <a:custGeom>
                <a:avLst/>
                <a:gdLst>
                  <a:gd name="T0" fmla="*/ 2 w 152"/>
                  <a:gd name="T1" fmla="*/ 0 h 63"/>
                  <a:gd name="T2" fmla="*/ 27 w 152"/>
                  <a:gd name="T3" fmla="*/ 50 h 63"/>
                  <a:gd name="T4" fmla="*/ 69 w 152"/>
                  <a:gd name="T5" fmla="*/ 70 h 63"/>
                  <a:gd name="T6" fmla="*/ 85 w 152"/>
                  <a:gd name="T7" fmla="*/ 79 h 63"/>
                  <a:gd name="T8" fmla="*/ 111 w 152"/>
                  <a:gd name="T9" fmla="*/ 74 h 63"/>
                  <a:gd name="T10" fmla="*/ 153 w 152"/>
                  <a:gd name="T11" fmla="*/ 64 h 63"/>
                  <a:gd name="T12" fmla="*/ 194 w 152"/>
                  <a:gd name="T13" fmla="*/ 65 h 63"/>
                  <a:gd name="T14" fmla="*/ 129 w 152"/>
                  <a:gd name="T15" fmla="*/ 59 h 63"/>
                  <a:gd name="T16" fmla="*/ 71 w 152"/>
                  <a:gd name="T17" fmla="*/ 66 h 63"/>
                  <a:gd name="T18" fmla="*/ 28 w 152"/>
                  <a:gd name="T19" fmla="*/ 31 h 63"/>
                  <a:gd name="T20" fmla="*/ 13 w 152"/>
                  <a:gd name="T21" fmla="*/ 12 h 63"/>
                  <a:gd name="T22" fmla="*/ 0 w 152"/>
                  <a:gd name="T23" fmla="*/ 0 h 6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52" h="63">
                    <a:moveTo>
                      <a:pt x="2" y="0"/>
                    </a:moveTo>
                    <a:cubicBezTo>
                      <a:pt x="5" y="12"/>
                      <a:pt x="13" y="29"/>
                      <a:pt x="21" y="38"/>
                    </a:cubicBezTo>
                    <a:cubicBezTo>
                      <a:pt x="31" y="49"/>
                      <a:pt x="42" y="49"/>
                      <a:pt x="54" y="53"/>
                    </a:cubicBezTo>
                    <a:cubicBezTo>
                      <a:pt x="58" y="55"/>
                      <a:pt x="61" y="58"/>
                      <a:pt x="66" y="60"/>
                    </a:cubicBezTo>
                    <a:cubicBezTo>
                      <a:pt x="74" y="63"/>
                      <a:pt x="79" y="61"/>
                      <a:pt x="87" y="57"/>
                    </a:cubicBezTo>
                    <a:cubicBezTo>
                      <a:pt x="97" y="53"/>
                      <a:pt x="108" y="49"/>
                      <a:pt x="120" y="48"/>
                    </a:cubicBezTo>
                    <a:cubicBezTo>
                      <a:pt x="130" y="47"/>
                      <a:pt x="142" y="50"/>
                      <a:pt x="152" y="49"/>
                    </a:cubicBezTo>
                    <a:cubicBezTo>
                      <a:pt x="143" y="36"/>
                      <a:pt x="114" y="41"/>
                      <a:pt x="101" y="45"/>
                    </a:cubicBezTo>
                    <a:cubicBezTo>
                      <a:pt x="86" y="49"/>
                      <a:pt x="70" y="58"/>
                      <a:pt x="55" y="50"/>
                    </a:cubicBezTo>
                    <a:cubicBezTo>
                      <a:pt x="43" y="43"/>
                      <a:pt x="30" y="35"/>
                      <a:pt x="22" y="24"/>
                    </a:cubicBezTo>
                    <a:cubicBezTo>
                      <a:pt x="18" y="19"/>
                      <a:pt x="15" y="13"/>
                      <a:pt x="10" y="9"/>
                    </a:cubicBezTo>
                    <a:cubicBezTo>
                      <a:pt x="6" y="5"/>
                      <a:pt x="3" y="4"/>
                      <a:pt x="0" y="0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28877" name="Freeform 460">
                <a:extLst>
                  <a:ext uri="{FF2B5EF4-FFF2-40B4-BE49-F238E27FC236}">
                    <a16:creationId xmlns:a16="http://schemas.microsoft.com/office/drawing/2014/main" id="{F387FA48-795A-4F6C-9CBD-B6583C5B19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0" y="3038"/>
                <a:ext cx="70" cy="79"/>
              </a:xfrm>
              <a:custGeom>
                <a:avLst/>
                <a:gdLst>
                  <a:gd name="T0" fmla="*/ 78 w 64"/>
                  <a:gd name="T1" fmla="*/ 0 h 73"/>
                  <a:gd name="T2" fmla="*/ 67 w 64"/>
                  <a:gd name="T3" fmla="*/ 40 h 73"/>
                  <a:gd name="T4" fmla="*/ 42 w 64"/>
                  <a:gd name="T5" fmla="*/ 57 h 73"/>
                  <a:gd name="T6" fmla="*/ 27 w 64"/>
                  <a:gd name="T7" fmla="*/ 76 h 73"/>
                  <a:gd name="T8" fmla="*/ 0 w 64"/>
                  <a:gd name="T9" fmla="*/ 88 h 73"/>
                  <a:gd name="T10" fmla="*/ 44 w 64"/>
                  <a:gd name="T11" fmla="*/ 87 h 73"/>
                  <a:gd name="T12" fmla="*/ 69 w 64"/>
                  <a:gd name="T13" fmla="*/ 52 h 73"/>
                  <a:gd name="T14" fmla="*/ 82 w 64"/>
                  <a:gd name="T15" fmla="*/ 25 h 73"/>
                  <a:gd name="T16" fmla="*/ 74 w 64"/>
                  <a:gd name="T17" fmla="*/ 4 h 7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4" h="73">
                    <a:moveTo>
                      <a:pt x="59" y="0"/>
                    </a:moveTo>
                    <a:cubicBezTo>
                      <a:pt x="62" y="11"/>
                      <a:pt x="59" y="24"/>
                      <a:pt x="51" y="31"/>
                    </a:cubicBezTo>
                    <a:cubicBezTo>
                      <a:pt x="45" y="36"/>
                      <a:pt x="38" y="39"/>
                      <a:pt x="32" y="45"/>
                    </a:cubicBezTo>
                    <a:cubicBezTo>
                      <a:pt x="28" y="49"/>
                      <a:pt x="25" y="55"/>
                      <a:pt x="21" y="60"/>
                    </a:cubicBezTo>
                    <a:cubicBezTo>
                      <a:pt x="16" y="66"/>
                      <a:pt x="9" y="69"/>
                      <a:pt x="0" y="69"/>
                    </a:cubicBezTo>
                    <a:cubicBezTo>
                      <a:pt x="9" y="73"/>
                      <a:pt x="26" y="72"/>
                      <a:pt x="34" y="68"/>
                    </a:cubicBezTo>
                    <a:cubicBezTo>
                      <a:pt x="43" y="62"/>
                      <a:pt x="48" y="50"/>
                      <a:pt x="53" y="41"/>
                    </a:cubicBezTo>
                    <a:cubicBezTo>
                      <a:pt x="58" y="34"/>
                      <a:pt x="64" y="29"/>
                      <a:pt x="63" y="19"/>
                    </a:cubicBezTo>
                    <a:cubicBezTo>
                      <a:pt x="63" y="13"/>
                      <a:pt x="59" y="10"/>
                      <a:pt x="57" y="4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28878" name="Freeform 461">
                <a:extLst>
                  <a:ext uri="{FF2B5EF4-FFF2-40B4-BE49-F238E27FC236}">
                    <a16:creationId xmlns:a16="http://schemas.microsoft.com/office/drawing/2014/main" id="{4B2DE9CE-994F-47A3-A7D0-7647338F3A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3" y="3006"/>
                <a:ext cx="45" cy="78"/>
              </a:xfrm>
              <a:custGeom>
                <a:avLst/>
                <a:gdLst>
                  <a:gd name="T0" fmla="*/ 38 w 41"/>
                  <a:gd name="T1" fmla="*/ 2 h 71"/>
                  <a:gd name="T2" fmla="*/ 20 w 41"/>
                  <a:gd name="T3" fmla="*/ 4 h 71"/>
                  <a:gd name="T4" fmla="*/ 18 w 41"/>
                  <a:gd name="T5" fmla="*/ 24 h 71"/>
                  <a:gd name="T6" fmla="*/ 13 w 41"/>
                  <a:gd name="T7" fmla="*/ 45 h 71"/>
                  <a:gd name="T8" fmla="*/ 1 w 41"/>
                  <a:gd name="T9" fmla="*/ 90 h 71"/>
                  <a:gd name="T10" fmla="*/ 42 w 41"/>
                  <a:gd name="T11" fmla="*/ 94 h 71"/>
                  <a:gd name="T12" fmla="*/ 26 w 41"/>
                  <a:gd name="T13" fmla="*/ 81 h 71"/>
                  <a:gd name="T14" fmla="*/ 22 w 41"/>
                  <a:gd name="T15" fmla="*/ 53 h 71"/>
                  <a:gd name="T16" fmla="*/ 54 w 41"/>
                  <a:gd name="T17" fmla="*/ 5 h 71"/>
                  <a:gd name="T18" fmla="*/ 38 w 41"/>
                  <a:gd name="T19" fmla="*/ 5 h 7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1" h="71">
                    <a:moveTo>
                      <a:pt x="29" y="2"/>
                    </a:moveTo>
                    <a:cubicBezTo>
                      <a:pt x="24" y="2"/>
                      <a:pt x="17" y="0"/>
                      <a:pt x="15" y="4"/>
                    </a:cubicBezTo>
                    <a:cubicBezTo>
                      <a:pt x="13" y="6"/>
                      <a:pt x="14" y="15"/>
                      <a:pt x="14" y="18"/>
                    </a:cubicBezTo>
                    <a:cubicBezTo>
                      <a:pt x="13" y="23"/>
                      <a:pt x="12" y="29"/>
                      <a:pt x="10" y="34"/>
                    </a:cubicBezTo>
                    <a:cubicBezTo>
                      <a:pt x="8" y="44"/>
                      <a:pt x="0" y="57"/>
                      <a:pt x="1" y="68"/>
                    </a:cubicBezTo>
                    <a:cubicBezTo>
                      <a:pt x="13" y="66"/>
                      <a:pt x="21" y="67"/>
                      <a:pt x="32" y="71"/>
                    </a:cubicBezTo>
                    <a:cubicBezTo>
                      <a:pt x="30" y="65"/>
                      <a:pt x="25" y="65"/>
                      <a:pt x="20" y="61"/>
                    </a:cubicBezTo>
                    <a:cubicBezTo>
                      <a:pt x="13" y="56"/>
                      <a:pt x="14" y="48"/>
                      <a:pt x="16" y="40"/>
                    </a:cubicBezTo>
                    <a:cubicBezTo>
                      <a:pt x="19" y="23"/>
                      <a:pt x="21" y="8"/>
                      <a:pt x="41" y="5"/>
                    </a:cubicBezTo>
                    <a:cubicBezTo>
                      <a:pt x="37" y="4"/>
                      <a:pt x="32" y="3"/>
                      <a:pt x="29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28879" name="Freeform 462">
                <a:extLst>
                  <a:ext uri="{FF2B5EF4-FFF2-40B4-BE49-F238E27FC236}">
                    <a16:creationId xmlns:a16="http://schemas.microsoft.com/office/drawing/2014/main" id="{5F3FFC24-16B7-4150-B3C3-D16D7010F8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3" y="2902"/>
                <a:ext cx="91" cy="374"/>
              </a:xfrm>
              <a:custGeom>
                <a:avLst/>
                <a:gdLst>
                  <a:gd name="T0" fmla="*/ 110 w 83"/>
                  <a:gd name="T1" fmla="*/ 0 h 344"/>
                  <a:gd name="T2" fmla="*/ 77 w 83"/>
                  <a:gd name="T3" fmla="*/ 89 h 344"/>
                  <a:gd name="T4" fmla="*/ 57 w 83"/>
                  <a:gd name="T5" fmla="*/ 195 h 344"/>
                  <a:gd name="T6" fmla="*/ 42 w 83"/>
                  <a:gd name="T7" fmla="*/ 284 h 344"/>
                  <a:gd name="T8" fmla="*/ 4 w 83"/>
                  <a:gd name="T9" fmla="*/ 357 h 344"/>
                  <a:gd name="T10" fmla="*/ 1 w 83"/>
                  <a:gd name="T11" fmla="*/ 419 h 344"/>
                  <a:gd name="T12" fmla="*/ 45 w 83"/>
                  <a:gd name="T13" fmla="*/ 438 h 344"/>
                  <a:gd name="T14" fmla="*/ 99 w 83"/>
                  <a:gd name="T15" fmla="*/ 422 h 344"/>
                  <a:gd name="T16" fmla="*/ 20 w 83"/>
                  <a:gd name="T17" fmla="*/ 375 h 344"/>
                  <a:gd name="T18" fmla="*/ 52 w 83"/>
                  <a:gd name="T19" fmla="*/ 310 h 344"/>
                  <a:gd name="T20" fmla="*/ 66 w 83"/>
                  <a:gd name="T21" fmla="*/ 227 h 344"/>
                  <a:gd name="T22" fmla="*/ 84 w 83"/>
                  <a:gd name="T23" fmla="*/ 97 h 344"/>
                  <a:gd name="T24" fmla="*/ 105 w 83"/>
                  <a:gd name="T25" fmla="*/ 12 h 34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83" h="344">
                    <a:moveTo>
                      <a:pt x="83" y="0"/>
                    </a:moveTo>
                    <a:cubicBezTo>
                      <a:pt x="78" y="23"/>
                      <a:pt x="64" y="45"/>
                      <a:pt x="58" y="69"/>
                    </a:cubicBezTo>
                    <a:cubicBezTo>
                      <a:pt x="51" y="96"/>
                      <a:pt x="48" y="124"/>
                      <a:pt x="43" y="152"/>
                    </a:cubicBezTo>
                    <a:cubicBezTo>
                      <a:pt x="40" y="174"/>
                      <a:pt x="39" y="200"/>
                      <a:pt x="32" y="221"/>
                    </a:cubicBezTo>
                    <a:cubicBezTo>
                      <a:pt x="26" y="242"/>
                      <a:pt x="8" y="255"/>
                      <a:pt x="4" y="278"/>
                    </a:cubicBezTo>
                    <a:cubicBezTo>
                      <a:pt x="2" y="294"/>
                      <a:pt x="0" y="310"/>
                      <a:pt x="1" y="326"/>
                    </a:cubicBezTo>
                    <a:cubicBezTo>
                      <a:pt x="11" y="331"/>
                      <a:pt x="22" y="339"/>
                      <a:pt x="34" y="341"/>
                    </a:cubicBezTo>
                    <a:cubicBezTo>
                      <a:pt x="47" y="344"/>
                      <a:pt x="64" y="334"/>
                      <a:pt x="75" y="328"/>
                    </a:cubicBezTo>
                    <a:cubicBezTo>
                      <a:pt x="51" y="325"/>
                      <a:pt x="13" y="326"/>
                      <a:pt x="15" y="292"/>
                    </a:cubicBezTo>
                    <a:cubicBezTo>
                      <a:pt x="16" y="274"/>
                      <a:pt x="34" y="258"/>
                      <a:pt x="39" y="241"/>
                    </a:cubicBezTo>
                    <a:cubicBezTo>
                      <a:pt x="45" y="222"/>
                      <a:pt x="47" y="197"/>
                      <a:pt x="50" y="177"/>
                    </a:cubicBezTo>
                    <a:cubicBezTo>
                      <a:pt x="54" y="143"/>
                      <a:pt x="55" y="108"/>
                      <a:pt x="64" y="75"/>
                    </a:cubicBezTo>
                    <a:cubicBezTo>
                      <a:pt x="71" y="53"/>
                      <a:pt x="75" y="31"/>
                      <a:pt x="80" y="9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28880" name="Freeform 463">
                <a:extLst>
                  <a:ext uri="{FF2B5EF4-FFF2-40B4-BE49-F238E27FC236}">
                    <a16:creationId xmlns:a16="http://schemas.microsoft.com/office/drawing/2014/main" id="{70895FF3-63FD-459E-B3F0-C3B6A45256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7" y="2867"/>
                <a:ext cx="35" cy="255"/>
              </a:xfrm>
              <a:custGeom>
                <a:avLst/>
                <a:gdLst>
                  <a:gd name="T0" fmla="*/ 42 w 32"/>
                  <a:gd name="T1" fmla="*/ 0 h 234"/>
                  <a:gd name="T2" fmla="*/ 24 w 32"/>
                  <a:gd name="T3" fmla="*/ 161 h 234"/>
                  <a:gd name="T4" fmla="*/ 27 w 32"/>
                  <a:gd name="T5" fmla="*/ 236 h 234"/>
                  <a:gd name="T6" fmla="*/ 1 w 32"/>
                  <a:gd name="T7" fmla="*/ 303 h 234"/>
                  <a:gd name="T8" fmla="*/ 4 w 32"/>
                  <a:gd name="T9" fmla="*/ 156 h 234"/>
                  <a:gd name="T10" fmla="*/ 39 w 32"/>
                  <a:gd name="T11" fmla="*/ 9 h 23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2" h="234">
                    <a:moveTo>
                      <a:pt x="32" y="0"/>
                    </a:moveTo>
                    <a:cubicBezTo>
                      <a:pt x="3" y="35"/>
                      <a:pt x="16" y="85"/>
                      <a:pt x="18" y="125"/>
                    </a:cubicBezTo>
                    <a:cubicBezTo>
                      <a:pt x="19" y="145"/>
                      <a:pt x="22" y="163"/>
                      <a:pt x="21" y="183"/>
                    </a:cubicBezTo>
                    <a:cubicBezTo>
                      <a:pt x="20" y="202"/>
                      <a:pt x="11" y="218"/>
                      <a:pt x="1" y="234"/>
                    </a:cubicBezTo>
                    <a:cubicBezTo>
                      <a:pt x="0" y="196"/>
                      <a:pt x="4" y="158"/>
                      <a:pt x="4" y="120"/>
                    </a:cubicBezTo>
                    <a:cubicBezTo>
                      <a:pt x="4" y="81"/>
                      <a:pt x="5" y="38"/>
                      <a:pt x="30" y="6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28881" name="Freeform 464">
                <a:extLst>
                  <a:ext uri="{FF2B5EF4-FFF2-40B4-BE49-F238E27FC236}">
                    <a16:creationId xmlns:a16="http://schemas.microsoft.com/office/drawing/2014/main" id="{B94C95E0-A2E9-4B45-A44A-9E8BC3EE37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5" y="2835"/>
                <a:ext cx="55" cy="161"/>
              </a:xfrm>
              <a:custGeom>
                <a:avLst/>
                <a:gdLst>
                  <a:gd name="T0" fmla="*/ 59 w 51"/>
                  <a:gd name="T1" fmla="*/ 0 h 148"/>
                  <a:gd name="T2" fmla="*/ 43 w 51"/>
                  <a:gd name="T3" fmla="*/ 38 h 148"/>
                  <a:gd name="T4" fmla="*/ 28 w 51"/>
                  <a:gd name="T5" fmla="*/ 84 h 148"/>
                  <a:gd name="T6" fmla="*/ 24 w 51"/>
                  <a:gd name="T7" fmla="*/ 137 h 148"/>
                  <a:gd name="T8" fmla="*/ 30 w 51"/>
                  <a:gd name="T9" fmla="*/ 178 h 148"/>
                  <a:gd name="T10" fmla="*/ 16 w 51"/>
                  <a:gd name="T11" fmla="*/ 190 h 148"/>
                  <a:gd name="T12" fmla="*/ 64 w 51"/>
                  <a:gd name="T13" fmla="*/ 10 h 14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1" h="148">
                    <a:moveTo>
                      <a:pt x="47" y="0"/>
                    </a:moveTo>
                    <a:cubicBezTo>
                      <a:pt x="50" y="8"/>
                      <a:pt x="38" y="21"/>
                      <a:pt x="34" y="29"/>
                    </a:cubicBezTo>
                    <a:cubicBezTo>
                      <a:pt x="27" y="41"/>
                      <a:pt x="24" y="52"/>
                      <a:pt x="22" y="65"/>
                    </a:cubicBezTo>
                    <a:cubicBezTo>
                      <a:pt x="20" y="79"/>
                      <a:pt x="18" y="93"/>
                      <a:pt x="19" y="107"/>
                    </a:cubicBezTo>
                    <a:cubicBezTo>
                      <a:pt x="20" y="118"/>
                      <a:pt x="25" y="128"/>
                      <a:pt x="24" y="139"/>
                    </a:cubicBezTo>
                    <a:cubicBezTo>
                      <a:pt x="20" y="141"/>
                      <a:pt x="16" y="145"/>
                      <a:pt x="13" y="148"/>
                    </a:cubicBezTo>
                    <a:cubicBezTo>
                      <a:pt x="0" y="108"/>
                      <a:pt x="14" y="31"/>
                      <a:pt x="51" y="7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28882" name="Freeform 465">
                <a:extLst>
                  <a:ext uri="{FF2B5EF4-FFF2-40B4-BE49-F238E27FC236}">
                    <a16:creationId xmlns:a16="http://schemas.microsoft.com/office/drawing/2014/main" id="{74568116-651C-48AC-83A7-B0BA72ABA4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3" y="2878"/>
                <a:ext cx="62" cy="66"/>
              </a:xfrm>
              <a:custGeom>
                <a:avLst/>
                <a:gdLst>
                  <a:gd name="T0" fmla="*/ 58 w 57"/>
                  <a:gd name="T1" fmla="*/ 0 h 61"/>
                  <a:gd name="T2" fmla="*/ 52 w 57"/>
                  <a:gd name="T3" fmla="*/ 51 h 61"/>
                  <a:gd name="T4" fmla="*/ 26 w 57"/>
                  <a:gd name="T5" fmla="*/ 62 h 61"/>
                  <a:gd name="T6" fmla="*/ 0 w 57"/>
                  <a:gd name="T7" fmla="*/ 77 h 61"/>
                  <a:gd name="T8" fmla="*/ 42 w 57"/>
                  <a:gd name="T9" fmla="*/ 32 h 61"/>
                  <a:gd name="T10" fmla="*/ 60 w 57"/>
                  <a:gd name="T11" fmla="*/ 0 h 6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7" h="61">
                    <a:moveTo>
                      <a:pt x="45" y="0"/>
                    </a:moveTo>
                    <a:cubicBezTo>
                      <a:pt x="44" y="17"/>
                      <a:pt x="57" y="30"/>
                      <a:pt x="40" y="40"/>
                    </a:cubicBezTo>
                    <a:cubicBezTo>
                      <a:pt x="34" y="44"/>
                      <a:pt x="27" y="46"/>
                      <a:pt x="20" y="49"/>
                    </a:cubicBezTo>
                    <a:cubicBezTo>
                      <a:pt x="13" y="52"/>
                      <a:pt x="3" y="59"/>
                      <a:pt x="0" y="61"/>
                    </a:cubicBezTo>
                    <a:cubicBezTo>
                      <a:pt x="10" y="49"/>
                      <a:pt x="28" y="40"/>
                      <a:pt x="33" y="26"/>
                    </a:cubicBezTo>
                    <a:cubicBezTo>
                      <a:pt x="37" y="14"/>
                      <a:pt x="32" y="4"/>
                      <a:pt x="47" y="0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28883" name="Freeform 466">
                <a:extLst>
                  <a:ext uri="{FF2B5EF4-FFF2-40B4-BE49-F238E27FC236}">
                    <a16:creationId xmlns:a16="http://schemas.microsoft.com/office/drawing/2014/main" id="{A17FC53A-1553-4085-AF65-C7371A2BC0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4" y="2786"/>
                <a:ext cx="55" cy="253"/>
              </a:xfrm>
              <a:custGeom>
                <a:avLst/>
                <a:gdLst>
                  <a:gd name="T0" fmla="*/ 0 w 51"/>
                  <a:gd name="T1" fmla="*/ 0 h 233"/>
                  <a:gd name="T2" fmla="*/ 33 w 51"/>
                  <a:gd name="T3" fmla="*/ 72 h 233"/>
                  <a:gd name="T4" fmla="*/ 47 w 51"/>
                  <a:gd name="T5" fmla="*/ 143 h 233"/>
                  <a:gd name="T6" fmla="*/ 29 w 51"/>
                  <a:gd name="T7" fmla="*/ 210 h 233"/>
                  <a:gd name="T8" fmla="*/ 6 w 51"/>
                  <a:gd name="T9" fmla="*/ 264 h 233"/>
                  <a:gd name="T10" fmla="*/ 29 w 51"/>
                  <a:gd name="T11" fmla="*/ 299 h 233"/>
                  <a:gd name="T12" fmla="*/ 54 w 51"/>
                  <a:gd name="T13" fmla="*/ 116 h 233"/>
                  <a:gd name="T14" fmla="*/ 33 w 51"/>
                  <a:gd name="T15" fmla="*/ 55 h 233"/>
                  <a:gd name="T16" fmla="*/ 3 w 51"/>
                  <a:gd name="T17" fmla="*/ 10 h 23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1" h="233">
                    <a:moveTo>
                      <a:pt x="0" y="0"/>
                    </a:moveTo>
                    <a:cubicBezTo>
                      <a:pt x="4" y="19"/>
                      <a:pt x="21" y="37"/>
                      <a:pt x="27" y="56"/>
                    </a:cubicBezTo>
                    <a:cubicBezTo>
                      <a:pt x="32" y="73"/>
                      <a:pt x="37" y="95"/>
                      <a:pt x="38" y="112"/>
                    </a:cubicBezTo>
                    <a:cubicBezTo>
                      <a:pt x="38" y="130"/>
                      <a:pt x="29" y="148"/>
                      <a:pt x="23" y="164"/>
                    </a:cubicBezTo>
                    <a:cubicBezTo>
                      <a:pt x="18" y="178"/>
                      <a:pt x="14" y="193"/>
                      <a:pt x="6" y="206"/>
                    </a:cubicBezTo>
                    <a:cubicBezTo>
                      <a:pt x="12" y="215"/>
                      <a:pt x="16" y="225"/>
                      <a:pt x="23" y="233"/>
                    </a:cubicBezTo>
                    <a:cubicBezTo>
                      <a:pt x="14" y="186"/>
                      <a:pt x="51" y="140"/>
                      <a:pt x="43" y="91"/>
                    </a:cubicBezTo>
                    <a:cubicBezTo>
                      <a:pt x="41" y="74"/>
                      <a:pt x="34" y="58"/>
                      <a:pt x="27" y="43"/>
                    </a:cubicBezTo>
                    <a:cubicBezTo>
                      <a:pt x="20" y="30"/>
                      <a:pt x="9" y="19"/>
                      <a:pt x="3" y="7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28884" name="Freeform 467">
                <a:extLst>
                  <a:ext uri="{FF2B5EF4-FFF2-40B4-BE49-F238E27FC236}">
                    <a16:creationId xmlns:a16="http://schemas.microsoft.com/office/drawing/2014/main" id="{26CDEE06-2260-4861-BAFC-059AE156B8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3" y="2851"/>
                <a:ext cx="115" cy="145"/>
              </a:xfrm>
              <a:custGeom>
                <a:avLst/>
                <a:gdLst>
                  <a:gd name="T0" fmla="*/ 17 w 106"/>
                  <a:gd name="T1" fmla="*/ 45 h 133"/>
                  <a:gd name="T2" fmla="*/ 43 w 106"/>
                  <a:gd name="T3" fmla="*/ 82 h 133"/>
                  <a:gd name="T4" fmla="*/ 64 w 106"/>
                  <a:gd name="T5" fmla="*/ 114 h 133"/>
                  <a:gd name="T6" fmla="*/ 136 w 106"/>
                  <a:gd name="T7" fmla="*/ 172 h 133"/>
                  <a:gd name="T8" fmla="*/ 110 w 106"/>
                  <a:gd name="T9" fmla="*/ 140 h 133"/>
                  <a:gd name="T10" fmla="*/ 78 w 106"/>
                  <a:gd name="T11" fmla="*/ 85 h 133"/>
                  <a:gd name="T12" fmla="*/ 2 w 106"/>
                  <a:gd name="T13" fmla="*/ 24 h 133"/>
                  <a:gd name="T14" fmla="*/ 16 w 106"/>
                  <a:gd name="T15" fmla="*/ 52 h 13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6" h="133">
                    <a:moveTo>
                      <a:pt x="14" y="35"/>
                    </a:moveTo>
                    <a:cubicBezTo>
                      <a:pt x="14" y="36"/>
                      <a:pt x="30" y="56"/>
                      <a:pt x="34" y="63"/>
                    </a:cubicBezTo>
                    <a:cubicBezTo>
                      <a:pt x="38" y="71"/>
                      <a:pt x="44" y="80"/>
                      <a:pt x="50" y="88"/>
                    </a:cubicBezTo>
                    <a:cubicBezTo>
                      <a:pt x="65" y="105"/>
                      <a:pt x="88" y="119"/>
                      <a:pt x="106" y="133"/>
                    </a:cubicBezTo>
                    <a:cubicBezTo>
                      <a:pt x="104" y="121"/>
                      <a:pt x="93" y="115"/>
                      <a:pt x="86" y="107"/>
                    </a:cubicBezTo>
                    <a:cubicBezTo>
                      <a:pt x="75" y="95"/>
                      <a:pt x="68" y="80"/>
                      <a:pt x="61" y="66"/>
                    </a:cubicBezTo>
                    <a:cubicBezTo>
                      <a:pt x="51" y="47"/>
                      <a:pt x="29" y="0"/>
                      <a:pt x="2" y="18"/>
                    </a:cubicBezTo>
                    <a:cubicBezTo>
                      <a:pt x="0" y="26"/>
                      <a:pt x="9" y="36"/>
                      <a:pt x="13" y="40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28885" name="Freeform 468">
                <a:extLst>
                  <a:ext uri="{FF2B5EF4-FFF2-40B4-BE49-F238E27FC236}">
                    <a16:creationId xmlns:a16="http://schemas.microsoft.com/office/drawing/2014/main" id="{40A4348D-F1F6-40A8-AC7D-D72B463475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5" y="3152"/>
                <a:ext cx="128" cy="131"/>
              </a:xfrm>
              <a:custGeom>
                <a:avLst/>
                <a:gdLst>
                  <a:gd name="T0" fmla="*/ 0 w 118"/>
                  <a:gd name="T1" fmla="*/ 39 h 120"/>
                  <a:gd name="T2" fmla="*/ 29 w 118"/>
                  <a:gd name="T3" fmla="*/ 100 h 120"/>
                  <a:gd name="T4" fmla="*/ 75 w 118"/>
                  <a:gd name="T5" fmla="*/ 138 h 120"/>
                  <a:gd name="T6" fmla="*/ 115 w 118"/>
                  <a:gd name="T7" fmla="*/ 156 h 120"/>
                  <a:gd name="T8" fmla="*/ 149 w 118"/>
                  <a:gd name="T9" fmla="*/ 144 h 120"/>
                  <a:gd name="T10" fmla="*/ 151 w 118"/>
                  <a:gd name="T11" fmla="*/ 142 h 120"/>
                  <a:gd name="T12" fmla="*/ 119 w 118"/>
                  <a:gd name="T13" fmla="*/ 115 h 120"/>
                  <a:gd name="T14" fmla="*/ 102 w 118"/>
                  <a:gd name="T15" fmla="*/ 75 h 120"/>
                  <a:gd name="T16" fmla="*/ 92 w 118"/>
                  <a:gd name="T17" fmla="*/ 38 h 120"/>
                  <a:gd name="T18" fmla="*/ 79 w 118"/>
                  <a:gd name="T19" fmla="*/ 21 h 120"/>
                  <a:gd name="T20" fmla="*/ 73 w 118"/>
                  <a:gd name="T21" fmla="*/ 0 h 120"/>
                  <a:gd name="T22" fmla="*/ 84 w 118"/>
                  <a:gd name="T23" fmla="*/ 56 h 120"/>
                  <a:gd name="T24" fmla="*/ 60 w 118"/>
                  <a:gd name="T25" fmla="*/ 91 h 120"/>
                  <a:gd name="T26" fmla="*/ 22 w 118"/>
                  <a:gd name="T27" fmla="*/ 56 h 120"/>
                  <a:gd name="T28" fmla="*/ 0 w 118"/>
                  <a:gd name="T29" fmla="*/ 40 h 120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18" h="120">
                    <a:moveTo>
                      <a:pt x="0" y="30"/>
                    </a:moveTo>
                    <a:cubicBezTo>
                      <a:pt x="9" y="44"/>
                      <a:pt x="13" y="63"/>
                      <a:pt x="23" y="77"/>
                    </a:cubicBezTo>
                    <a:cubicBezTo>
                      <a:pt x="31" y="90"/>
                      <a:pt x="47" y="98"/>
                      <a:pt x="59" y="105"/>
                    </a:cubicBezTo>
                    <a:cubicBezTo>
                      <a:pt x="68" y="111"/>
                      <a:pt x="78" y="119"/>
                      <a:pt x="90" y="120"/>
                    </a:cubicBezTo>
                    <a:cubicBezTo>
                      <a:pt x="96" y="120"/>
                      <a:pt x="113" y="117"/>
                      <a:pt x="116" y="111"/>
                    </a:cubicBezTo>
                    <a:cubicBezTo>
                      <a:pt x="117" y="110"/>
                      <a:pt x="118" y="110"/>
                      <a:pt x="118" y="109"/>
                    </a:cubicBezTo>
                    <a:cubicBezTo>
                      <a:pt x="108" y="109"/>
                      <a:pt x="97" y="96"/>
                      <a:pt x="93" y="88"/>
                    </a:cubicBezTo>
                    <a:cubicBezTo>
                      <a:pt x="88" y="79"/>
                      <a:pt x="82" y="68"/>
                      <a:pt x="80" y="58"/>
                    </a:cubicBezTo>
                    <a:cubicBezTo>
                      <a:pt x="77" y="48"/>
                      <a:pt x="79" y="38"/>
                      <a:pt x="72" y="29"/>
                    </a:cubicBezTo>
                    <a:cubicBezTo>
                      <a:pt x="69" y="25"/>
                      <a:pt x="65" y="21"/>
                      <a:pt x="62" y="16"/>
                    </a:cubicBezTo>
                    <a:cubicBezTo>
                      <a:pt x="59" y="11"/>
                      <a:pt x="58" y="6"/>
                      <a:pt x="57" y="0"/>
                    </a:cubicBezTo>
                    <a:cubicBezTo>
                      <a:pt x="58" y="15"/>
                      <a:pt x="62" y="29"/>
                      <a:pt x="65" y="43"/>
                    </a:cubicBezTo>
                    <a:cubicBezTo>
                      <a:pt x="68" y="56"/>
                      <a:pt x="63" y="73"/>
                      <a:pt x="47" y="70"/>
                    </a:cubicBezTo>
                    <a:cubicBezTo>
                      <a:pt x="33" y="67"/>
                      <a:pt x="26" y="51"/>
                      <a:pt x="17" y="43"/>
                    </a:cubicBezTo>
                    <a:cubicBezTo>
                      <a:pt x="12" y="38"/>
                      <a:pt x="2" y="37"/>
                      <a:pt x="0" y="31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28886" name="Freeform 469">
                <a:extLst>
                  <a:ext uri="{FF2B5EF4-FFF2-40B4-BE49-F238E27FC236}">
                    <a16:creationId xmlns:a16="http://schemas.microsoft.com/office/drawing/2014/main" id="{4F12AA53-FB60-4290-8A26-DB791A2791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9" y="3157"/>
                <a:ext cx="162" cy="115"/>
              </a:xfrm>
              <a:custGeom>
                <a:avLst/>
                <a:gdLst>
                  <a:gd name="T0" fmla="*/ 49 w 149"/>
                  <a:gd name="T1" fmla="*/ 135 h 106"/>
                  <a:gd name="T2" fmla="*/ 64 w 149"/>
                  <a:gd name="T3" fmla="*/ 130 h 106"/>
                  <a:gd name="T4" fmla="*/ 84 w 149"/>
                  <a:gd name="T5" fmla="*/ 126 h 106"/>
                  <a:gd name="T6" fmla="*/ 134 w 149"/>
                  <a:gd name="T7" fmla="*/ 111 h 106"/>
                  <a:gd name="T8" fmla="*/ 153 w 149"/>
                  <a:gd name="T9" fmla="*/ 105 h 106"/>
                  <a:gd name="T10" fmla="*/ 174 w 149"/>
                  <a:gd name="T11" fmla="*/ 97 h 106"/>
                  <a:gd name="T12" fmla="*/ 180 w 149"/>
                  <a:gd name="T13" fmla="*/ 77 h 106"/>
                  <a:gd name="T14" fmla="*/ 191 w 149"/>
                  <a:gd name="T15" fmla="*/ 46 h 106"/>
                  <a:gd name="T16" fmla="*/ 175 w 149"/>
                  <a:gd name="T17" fmla="*/ 65 h 106"/>
                  <a:gd name="T18" fmla="*/ 137 w 149"/>
                  <a:gd name="T19" fmla="*/ 85 h 106"/>
                  <a:gd name="T20" fmla="*/ 74 w 149"/>
                  <a:gd name="T21" fmla="*/ 95 h 106"/>
                  <a:gd name="T22" fmla="*/ 35 w 149"/>
                  <a:gd name="T23" fmla="*/ 68 h 106"/>
                  <a:gd name="T24" fmla="*/ 39 w 149"/>
                  <a:gd name="T25" fmla="*/ 26 h 106"/>
                  <a:gd name="T26" fmla="*/ 40 w 149"/>
                  <a:gd name="T27" fmla="*/ 5 h 106"/>
                  <a:gd name="T28" fmla="*/ 26 w 149"/>
                  <a:gd name="T29" fmla="*/ 14 h 106"/>
                  <a:gd name="T30" fmla="*/ 3 w 149"/>
                  <a:gd name="T31" fmla="*/ 65 h 106"/>
                  <a:gd name="T32" fmla="*/ 11 w 149"/>
                  <a:gd name="T33" fmla="*/ 105 h 106"/>
                  <a:gd name="T34" fmla="*/ 43 w 149"/>
                  <a:gd name="T35" fmla="*/ 124 h 106"/>
                  <a:gd name="T36" fmla="*/ 46 w 149"/>
                  <a:gd name="T37" fmla="*/ 125 h 10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149" h="106">
                    <a:moveTo>
                      <a:pt x="38" y="105"/>
                    </a:moveTo>
                    <a:cubicBezTo>
                      <a:pt x="41" y="106"/>
                      <a:pt x="47" y="103"/>
                      <a:pt x="50" y="102"/>
                    </a:cubicBezTo>
                    <a:cubicBezTo>
                      <a:pt x="55" y="101"/>
                      <a:pt x="60" y="101"/>
                      <a:pt x="65" y="99"/>
                    </a:cubicBezTo>
                    <a:cubicBezTo>
                      <a:pt x="78" y="96"/>
                      <a:pt x="92" y="92"/>
                      <a:pt x="104" y="87"/>
                    </a:cubicBezTo>
                    <a:cubicBezTo>
                      <a:pt x="109" y="85"/>
                      <a:pt x="115" y="84"/>
                      <a:pt x="120" y="82"/>
                    </a:cubicBezTo>
                    <a:cubicBezTo>
                      <a:pt x="125" y="80"/>
                      <a:pt x="131" y="79"/>
                      <a:pt x="135" y="76"/>
                    </a:cubicBezTo>
                    <a:cubicBezTo>
                      <a:pt x="138" y="72"/>
                      <a:pt x="139" y="65"/>
                      <a:pt x="141" y="60"/>
                    </a:cubicBezTo>
                    <a:cubicBezTo>
                      <a:pt x="144" y="52"/>
                      <a:pt x="147" y="45"/>
                      <a:pt x="149" y="36"/>
                    </a:cubicBezTo>
                    <a:cubicBezTo>
                      <a:pt x="145" y="42"/>
                      <a:pt x="142" y="47"/>
                      <a:pt x="136" y="51"/>
                    </a:cubicBezTo>
                    <a:cubicBezTo>
                      <a:pt x="127" y="58"/>
                      <a:pt x="117" y="62"/>
                      <a:pt x="107" y="66"/>
                    </a:cubicBezTo>
                    <a:cubicBezTo>
                      <a:pt x="93" y="72"/>
                      <a:pt x="74" y="77"/>
                      <a:pt x="58" y="75"/>
                    </a:cubicBezTo>
                    <a:cubicBezTo>
                      <a:pt x="47" y="74"/>
                      <a:pt x="32" y="63"/>
                      <a:pt x="27" y="53"/>
                    </a:cubicBezTo>
                    <a:cubicBezTo>
                      <a:pt x="21" y="42"/>
                      <a:pt x="28" y="31"/>
                      <a:pt x="30" y="20"/>
                    </a:cubicBezTo>
                    <a:cubicBezTo>
                      <a:pt x="31" y="16"/>
                      <a:pt x="34" y="8"/>
                      <a:pt x="31" y="5"/>
                    </a:cubicBezTo>
                    <a:cubicBezTo>
                      <a:pt x="27" y="0"/>
                      <a:pt x="22" y="8"/>
                      <a:pt x="20" y="11"/>
                    </a:cubicBezTo>
                    <a:cubicBezTo>
                      <a:pt x="13" y="22"/>
                      <a:pt x="7" y="38"/>
                      <a:pt x="3" y="51"/>
                    </a:cubicBezTo>
                    <a:cubicBezTo>
                      <a:pt x="0" y="60"/>
                      <a:pt x="0" y="74"/>
                      <a:pt x="8" y="82"/>
                    </a:cubicBezTo>
                    <a:cubicBezTo>
                      <a:pt x="15" y="88"/>
                      <a:pt x="27" y="90"/>
                      <a:pt x="34" y="97"/>
                    </a:cubicBezTo>
                    <a:cubicBezTo>
                      <a:pt x="35" y="97"/>
                      <a:pt x="36" y="98"/>
                      <a:pt x="36" y="98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28887" name="Freeform 470">
                <a:extLst>
                  <a:ext uri="{FF2B5EF4-FFF2-40B4-BE49-F238E27FC236}">
                    <a16:creationId xmlns:a16="http://schemas.microsoft.com/office/drawing/2014/main" id="{58D3339D-D13A-474D-A228-81ED916FB0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2" y="3397"/>
                <a:ext cx="129" cy="138"/>
              </a:xfrm>
              <a:custGeom>
                <a:avLst/>
                <a:gdLst>
                  <a:gd name="T0" fmla="*/ 145 w 119"/>
                  <a:gd name="T1" fmla="*/ 2 h 127"/>
                  <a:gd name="T2" fmla="*/ 122 w 119"/>
                  <a:gd name="T3" fmla="*/ 13 h 127"/>
                  <a:gd name="T4" fmla="*/ 101 w 119"/>
                  <a:gd name="T5" fmla="*/ 28 h 127"/>
                  <a:gd name="T6" fmla="*/ 74 w 119"/>
                  <a:gd name="T7" fmla="*/ 64 h 127"/>
                  <a:gd name="T8" fmla="*/ 33 w 119"/>
                  <a:gd name="T9" fmla="*/ 110 h 127"/>
                  <a:gd name="T10" fmla="*/ 0 w 119"/>
                  <a:gd name="T11" fmla="*/ 163 h 127"/>
                  <a:gd name="T12" fmla="*/ 69 w 119"/>
                  <a:gd name="T13" fmla="*/ 38 h 127"/>
                  <a:gd name="T14" fmla="*/ 122 w 119"/>
                  <a:gd name="T15" fmla="*/ 2 h 127"/>
                  <a:gd name="T16" fmla="*/ 152 w 119"/>
                  <a:gd name="T17" fmla="*/ 0 h 12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19" h="127">
                    <a:moveTo>
                      <a:pt x="114" y="2"/>
                    </a:moveTo>
                    <a:cubicBezTo>
                      <a:pt x="110" y="6"/>
                      <a:pt x="101" y="7"/>
                      <a:pt x="96" y="10"/>
                    </a:cubicBezTo>
                    <a:cubicBezTo>
                      <a:pt x="90" y="14"/>
                      <a:pt x="84" y="17"/>
                      <a:pt x="79" y="22"/>
                    </a:cubicBezTo>
                    <a:cubicBezTo>
                      <a:pt x="70" y="30"/>
                      <a:pt x="65" y="40"/>
                      <a:pt x="58" y="50"/>
                    </a:cubicBezTo>
                    <a:cubicBezTo>
                      <a:pt x="48" y="62"/>
                      <a:pt x="36" y="73"/>
                      <a:pt x="26" y="86"/>
                    </a:cubicBezTo>
                    <a:cubicBezTo>
                      <a:pt x="16" y="99"/>
                      <a:pt x="9" y="114"/>
                      <a:pt x="0" y="127"/>
                    </a:cubicBezTo>
                    <a:cubicBezTo>
                      <a:pt x="15" y="91"/>
                      <a:pt x="22" y="55"/>
                      <a:pt x="54" y="29"/>
                    </a:cubicBezTo>
                    <a:cubicBezTo>
                      <a:pt x="66" y="19"/>
                      <a:pt x="81" y="6"/>
                      <a:pt x="96" y="2"/>
                    </a:cubicBezTo>
                    <a:cubicBezTo>
                      <a:pt x="103" y="0"/>
                      <a:pt x="114" y="0"/>
                      <a:pt x="119" y="0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28888" name="Freeform 471">
                <a:extLst>
                  <a:ext uri="{FF2B5EF4-FFF2-40B4-BE49-F238E27FC236}">
                    <a16:creationId xmlns:a16="http://schemas.microsoft.com/office/drawing/2014/main" id="{990546FA-DF5C-4256-8AEB-3AF5DE4727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2" y="978"/>
                <a:ext cx="205" cy="167"/>
              </a:xfrm>
              <a:custGeom>
                <a:avLst/>
                <a:gdLst>
                  <a:gd name="T0" fmla="*/ 52 w 188"/>
                  <a:gd name="T1" fmla="*/ 17 h 153"/>
                  <a:gd name="T2" fmla="*/ 27 w 188"/>
                  <a:gd name="T3" fmla="*/ 94 h 153"/>
                  <a:gd name="T4" fmla="*/ 70 w 188"/>
                  <a:gd name="T5" fmla="*/ 116 h 153"/>
                  <a:gd name="T6" fmla="*/ 118 w 188"/>
                  <a:gd name="T7" fmla="*/ 156 h 153"/>
                  <a:gd name="T8" fmla="*/ 205 w 188"/>
                  <a:gd name="T9" fmla="*/ 169 h 153"/>
                  <a:gd name="T10" fmla="*/ 218 w 188"/>
                  <a:gd name="T11" fmla="*/ 87 h 153"/>
                  <a:gd name="T12" fmla="*/ 45 w 188"/>
                  <a:gd name="T13" fmla="*/ 19 h 15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8" h="153">
                    <a:moveTo>
                      <a:pt x="40" y="14"/>
                    </a:moveTo>
                    <a:cubicBezTo>
                      <a:pt x="15" y="24"/>
                      <a:pt x="0" y="50"/>
                      <a:pt x="21" y="72"/>
                    </a:cubicBezTo>
                    <a:cubicBezTo>
                      <a:pt x="30" y="82"/>
                      <a:pt x="43" y="84"/>
                      <a:pt x="54" y="89"/>
                    </a:cubicBezTo>
                    <a:cubicBezTo>
                      <a:pt x="70" y="97"/>
                      <a:pt x="79" y="108"/>
                      <a:pt x="91" y="120"/>
                    </a:cubicBezTo>
                    <a:cubicBezTo>
                      <a:pt x="111" y="142"/>
                      <a:pt x="136" y="153"/>
                      <a:pt x="158" y="130"/>
                    </a:cubicBezTo>
                    <a:cubicBezTo>
                      <a:pt x="178" y="110"/>
                      <a:pt x="188" y="90"/>
                      <a:pt x="168" y="67"/>
                    </a:cubicBezTo>
                    <a:cubicBezTo>
                      <a:pt x="141" y="33"/>
                      <a:pt x="78" y="0"/>
                      <a:pt x="35" y="15"/>
                    </a:cubicBezTo>
                  </a:path>
                </a:pathLst>
              </a:custGeom>
              <a:solidFill>
                <a:srgbClr val="F9F4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28889" name="Freeform 472">
                <a:extLst>
                  <a:ext uri="{FF2B5EF4-FFF2-40B4-BE49-F238E27FC236}">
                    <a16:creationId xmlns:a16="http://schemas.microsoft.com/office/drawing/2014/main" id="{1779CEC1-C206-4625-9C01-E98831DBB0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3" y="1330"/>
                <a:ext cx="284" cy="208"/>
              </a:xfrm>
              <a:custGeom>
                <a:avLst/>
                <a:gdLst>
                  <a:gd name="T0" fmla="*/ 100 w 261"/>
                  <a:gd name="T1" fmla="*/ 2 h 192"/>
                  <a:gd name="T2" fmla="*/ 213 w 261"/>
                  <a:gd name="T3" fmla="*/ 48 h 192"/>
                  <a:gd name="T4" fmla="*/ 289 w 261"/>
                  <a:gd name="T5" fmla="*/ 76 h 192"/>
                  <a:gd name="T6" fmla="*/ 326 w 261"/>
                  <a:gd name="T7" fmla="*/ 167 h 192"/>
                  <a:gd name="T8" fmla="*/ 293 w 261"/>
                  <a:gd name="T9" fmla="*/ 217 h 192"/>
                  <a:gd name="T10" fmla="*/ 197 w 261"/>
                  <a:gd name="T11" fmla="*/ 244 h 192"/>
                  <a:gd name="T12" fmla="*/ 53 w 261"/>
                  <a:gd name="T13" fmla="*/ 165 h 192"/>
                  <a:gd name="T14" fmla="*/ 63 w 261"/>
                  <a:gd name="T15" fmla="*/ 4 h 192"/>
                  <a:gd name="T16" fmla="*/ 111 w 261"/>
                  <a:gd name="T17" fmla="*/ 11 h 19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61" h="192">
                    <a:moveTo>
                      <a:pt x="78" y="2"/>
                    </a:moveTo>
                    <a:cubicBezTo>
                      <a:pt x="105" y="18"/>
                      <a:pt x="134" y="32"/>
                      <a:pt x="165" y="38"/>
                    </a:cubicBezTo>
                    <a:cubicBezTo>
                      <a:pt x="187" y="43"/>
                      <a:pt x="205" y="49"/>
                      <a:pt x="224" y="60"/>
                    </a:cubicBezTo>
                    <a:cubicBezTo>
                      <a:pt x="252" y="75"/>
                      <a:pt x="261" y="101"/>
                      <a:pt x="254" y="131"/>
                    </a:cubicBezTo>
                    <a:cubicBezTo>
                      <a:pt x="250" y="147"/>
                      <a:pt x="238" y="159"/>
                      <a:pt x="227" y="171"/>
                    </a:cubicBezTo>
                    <a:cubicBezTo>
                      <a:pt x="210" y="189"/>
                      <a:pt x="177" y="192"/>
                      <a:pt x="153" y="192"/>
                    </a:cubicBezTo>
                    <a:cubicBezTo>
                      <a:pt x="112" y="190"/>
                      <a:pt x="66" y="162"/>
                      <a:pt x="41" y="129"/>
                    </a:cubicBezTo>
                    <a:cubicBezTo>
                      <a:pt x="18" y="99"/>
                      <a:pt x="0" y="20"/>
                      <a:pt x="49" y="4"/>
                    </a:cubicBezTo>
                    <a:cubicBezTo>
                      <a:pt x="61" y="0"/>
                      <a:pt x="76" y="1"/>
                      <a:pt x="86" y="8"/>
                    </a:cubicBezTo>
                  </a:path>
                </a:pathLst>
              </a:custGeom>
              <a:solidFill>
                <a:srgbClr val="F9F4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28890" name="Freeform 473">
                <a:extLst>
                  <a:ext uri="{FF2B5EF4-FFF2-40B4-BE49-F238E27FC236}">
                    <a16:creationId xmlns:a16="http://schemas.microsoft.com/office/drawing/2014/main" id="{9DBBD80B-4CCE-4BC6-923C-FC8DF354E7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6" y="2108"/>
                <a:ext cx="463" cy="423"/>
              </a:xfrm>
              <a:custGeom>
                <a:avLst/>
                <a:gdLst>
                  <a:gd name="T0" fmla="*/ 133 w 425"/>
                  <a:gd name="T1" fmla="*/ 28 h 389"/>
                  <a:gd name="T2" fmla="*/ 59 w 425"/>
                  <a:gd name="T3" fmla="*/ 86 h 389"/>
                  <a:gd name="T4" fmla="*/ 9 w 425"/>
                  <a:gd name="T5" fmla="*/ 231 h 389"/>
                  <a:gd name="T6" fmla="*/ 159 w 425"/>
                  <a:gd name="T7" fmla="*/ 475 h 389"/>
                  <a:gd name="T8" fmla="*/ 248 w 425"/>
                  <a:gd name="T9" fmla="*/ 351 h 389"/>
                  <a:gd name="T10" fmla="*/ 377 w 425"/>
                  <a:gd name="T11" fmla="*/ 239 h 389"/>
                  <a:gd name="T12" fmla="*/ 488 w 425"/>
                  <a:gd name="T13" fmla="*/ 188 h 389"/>
                  <a:gd name="T14" fmla="*/ 548 w 425"/>
                  <a:gd name="T15" fmla="*/ 116 h 389"/>
                  <a:gd name="T16" fmla="*/ 436 w 425"/>
                  <a:gd name="T17" fmla="*/ 24 h 389"/>
                  <a:gd name="T18" fmla="*/ 316 w 425"/>
                  <a:gd name="T19" fmla="*/ 1 h 389"/>
                  <a:gd name="T20" fmla="*/ 182 w 425"/>
                  <a:gd name="T21" fmla="*/ 12 h 389"/>
                  <a:gd name="T22" fmla="*/ 131 w 425"/>
                  <a:gd name="T23" fmla="*/ 24 h 389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425" h="389">
                    <a:moveTo>
                      <a:pt x="103" y="22"/>
                    </a:moveTo>
                    <a:cubicBezTo>
                      <a:pt x="80" y="25"/>
                      <a:pt x="59" y="51"/>
                      <a:pt x="46" y="67"/>
                    </a:cubicBezTo>
                    <a:cubicBezTo>
                      <a:pt x="20" y="100"/>
                      <a:pt x="10" y="138"/>
                      <a:pt x="6" y="179"/>
                    </a:cubicBezTo>
                    <a:cubicBezTo>
                      <a:pt x="0" y="256"/>
                      <a:pt x="14" y="389"/>
                      <a:pt x="123" y="370"/>
                    </a:cubicBezTo>
                    <a:cubicBezTo>
                      <a:pt x="164" y="363"/>
                      <a:pt x="173" y="305"/>
                      <a:pt x="192" y="273"/>
                    </a:cubicBezTo>
                    <a:cubicBezTo>
                      <a:pt x="215" y="235"/>
                      <a:pt x="251" y="205"/>
                      <a:pt x="292" y="186"/>
                    </a:cubicBezTo>
                    <a:cubicBezTo>
                      <a:pt x="321" y="173"/>
                      <a:pt x="349" y="160"/>
                      <a:pt x="377" y="146"/>
                    </a:cubicBezTo>
                    <a:cubicBezTo>
                      <a:pt x="399" y="136"/>
                      <a:pt x="424" y="116"/>
                      <a:pt x="424" y="90"/>
                    </a:cubicBezTo>
                    <a:cubicBezTo>
                      <a:pt x="425" y="49"/>
                      <a:pt x="368" y="28"/>
                      <a:pt x="337" y="18"/>
                    </a:cubicBezTo>
                    <a:cubicBezTo>
                      <a:pt x="305" y="8"/>
                      <a:pt x="278" y="2"/>
                      <a:pt x="244" y="1"/>
                    </a:cubicBezTo>
                    <a:cubicBezTo>
                      <a:pt x="208" y="0"/>
                      <a:pt x="175" y="3"/>
                      <a:pt x="140" y="9"/>
                    </a:cubicBezTo>
                    <a:cubicBezTo>
                      <a:pt x="124" y="11"/>
                      <a:pt x="115" y="12"/>
                      <a:pt x="101" y="18"/>
                    </a:cubicBezTo>
                  </a:path>
                </a:pathLst>
              </a:custGeom>
              <a:solidFill>
                <a:srgbClr val="F9F4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28891" name="Freeform 474">
                <a:extLst>
                  <a:ext uri="{FF2B5EF4-FFF2-40B4-BE49-F238E27FC236}">
                    <a16:creationId xmlns:a16="http://schemas.microsoft.com/office/drawing/2014/main" id="{39E7CCA9-60C3-470B-A109-BF03957FAB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8" y="1762"/>
                <a:ext cx="162" cy="212"/>
              </a:xfrm>
              <a:custGeom>
                <a:avLst/>
                <a:gdLst>
                  <a:gd name="T0" fmla="*/ 14 w 148"/>
                  <a:gd name="T1" fmla="*/ 116 h 195"/>
                  <a:gd name="T2" fmla="*/ 78 w 148"/>
                  <a:gd name="T3" fmla="*/ 167 h 195"/>
                  <a:gd name="T4" fmla="*/ 138 w 148"/>
                  <a:gd name="T5" fmla="*/ 249 h 195"/>
                  <a:gd name="T6" fmla="*/ 189 w 148"/>
                  <a:gd name="T7" fmla="*/ 157 h 195"/>
                  <a:gd name="T8" fmla="*/ 164 w 148"/>
                  <a:gd name="T9" fmla="*/ 70 h 195"/>
                  <a:gd name="T10" fmla="*/ 39 w 148"/>
                  <a:gd name="T11" fmla="*/ 26 h 195"/>
                  <a:gd name="T12" fmla="*/ 0 w 148"/>
                  <a:gd name="T13" fmla="*/ 119 h 19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8" h="195">
                    <a:moveTo>
                      <a:pt x="11" y="90"/>
                    </a:moveTo>
                    <a:cubicBezTo>
                      <a:pt x="18" y="118"/>
                      <a:pt x="42" y="114"/>
                      <a:pt x="59" y="131"/>
                    </a:cubicBezTo>
                    <a:cubicBezTo>
                      <a:pt x="74" y="146"/>
                      <a:pt x="79" y="195"/>
                      <a:pt x="105" y="194"/>
                    </a:cubicBezTo>
                    <a:cubicBezTo>
                      <a:pt x="131" y="193"/>
                      <a:pt x="142" y="140"/>
                      <a:pt x="144" y="121"/>
                    </a:cubicBezTo>
                    <a:cubicBezTo>
                      <a:pt x="148" y="96"/>
                      <a:pt x="139" y="74"/>
                      <a:pt x="125" y="54"/>
                    </a:cubicBezTo>
                    <a:cubicBezTo>
                      <a:pt x="107" y="28"/>
                      <a:pt x="62" y="0"/>
                      <a:pt x="30" y="20"/>
                    </a:cubicBezTo>
                    <a:cubicBezTo>
                      <a:pt x="12" y="31"/>
                      <a:pt x="0" y="72"/>
                      <a:pt x="0" y="92"/>
                    </a:cubicBezTo>
                  </a:path>
                </a:pathLst>
              </a:custGeom>
              <a:solidFill>
                <a:srgbClr val="F9F4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28892" name="Freeform 475">
                <a:extLst>
                  <a:ext uri="{FF2B5EF4-FFF2-40B4-BE49-F238E27FC236}">
                    <a16:creationId xmlns:a16="http://schemas.microsoft.com/office/drawing/2014/main" id="{3C5861DD-6D2D-470C-84EA-3D397E5403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9" y="2793"/>
                <a:ext cx="42" cy="185"/>
              </a:xfrm>
              <a:custGeom>
                <a:avLst/>
                <a:gdLst>
                  <a:gd name="T0" fmla="*/ 2 w 39"/>
                  <a:gd name="T1" fmla="*/ 0 h 170"/>
                  <a:gd name="T2" fmla="*/ 46 w 39"/>
                  <a:gd name="T3" fmla="*/ 128 h 170"/>
                  <a:gd name="T4" fmla="*/ 15 w 39"/>
                  <a:gd name="T5" fmla="*/ 219 h 170"/>
                  <a:gd name="T6" fmla="*/ 22 w 39"/>
                  <a:gd name="T7" fmla="*/ 192 h 170"/>
                  <a:gd name="T8" fmla="*/ 32 w 39"/>
                  <a:gd name="T9" fmla="*/ 150 h 170"/>
                  <a:gd name="T10" fmla="*/ 27 w 39"/>
                  <a:gd name="T11" fmla="*/ 83 h 170"/>
                  <a:gd name="T12" fmla="*/ 1 w 39"/>
                  <a:gd name="T13" fmla="*/ 5 h 17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9" h="170">
                    <a:moveTo>
                      <a:pt x="2" y="0"/>
                    </a:moveTo>
                    <a:cubicBezTo>
                      <a:pt x="12" y="34"/>
                      <a:pt x="39" y="61"/>
                      <a:pt x="37" y="99"/>
                    </a:cubicBezTo>
                    <a:cubicBezTo>
                      <a:pt x="35" y="124"/>
                      <a:pt x="26" y="149"/>
                      <a:pt x="12" y="170"/>
                    </a:cubicBezTo>
                    <a:cubicBezTo>
                      <a:pt x="12" y="163"/>
                      <a:pt x="16" y="155"/>
                      <a:pt x="18" y="149"/>
                    </a:cubicBezTo>
                    <a:cubicBezTo>
                      <a:pt x="22" y="138"/>
                      <a:pt x="24" y="128"/>
                      <a:pt x="26" y="117"/>
                    </a:cubicBezTo>
                    <a:cubicBezTo>
                      <a:pt x="28" y="98"/>
                      <a:pt x="28" y="82"/>
                      <a:pt x="21" y="64"/>
                    </a:cubicBezTo>
                    <a:cubicBezTo>
                      <a:pt x="14" y="46"/>
                      <a:pt x="0" y="25"/>
                      <a:pt x="1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28893" name="Freeform 476">
                <a:extLst>
                  <a:ext uri="{FF2B5EF4-FFF2-40B4-BE49-F238E27FC236}">
                    <a16:creationId xmlns:a16="http://schemas.microsoft.com/office/drawing/2014/main" id="{00AC2D3A-C106-4D72-B48A-EE685B98B4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5" y="2789"/>
                <a:ext cx="79" cy="328"/>
              </a:xfrm>
              <a:custGeom>
                <a:avLst/>
                <a:gdLst>
                  <a:gd name="T0" fmla="*/ 0 w 73"/>
                  <a:gd name="T1" fmla="*/ 1 h 302"/>
                  <a:gd name="T2" fmla="*/ 30 w 73"/>
                  <a:gd name="T3" fmla="*/ 50 h 302"/>
                  <a:gd name="T4" fmla="*/ 47 w 73"/>
                  <a:gd name="T5" fmla="*/ 96 h 302"/>
                  <a:gd name="T6" fmla="*/ 71 w 73"/>
                  <a:gd name="T7" fmla="*/ 175 h 302"/>
                  <a:gd name="T8" fmla="*/ 73 w 73"/>
                  <a:gd name="T9" fmla="*/ 387 h 302"/>
                  <a:gd name="T10" fmla="*/ 56 w 73"/>
                  <a:gd name="T11" fmla="*/ 138 h 302"/>
                  <a:gd name="T12" fmla="*/ 0 w 73"/>
                  <a:gd name="T13" fmla="*/ 0 h 30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3" h="302">
                    <a:moveTo>
                      <a:pt x="0" y="1"/>
                    </a:moveTo>
                    <a:cubicBezTo>
                      <a:pt x="4" y="14"/>
                      <a:pt x="17" y="26"/>
                      <a:pt x="24" y="39"/>
                    </a:cubicBezTo>
                    <a:cubicBezTo>
                      <a:pt x="30" y="50"/>
                      <a:pt x="33" y="63"/>
                      <a:pt x="37" y="75"/>
                    </a:cubicBezTo>
                    <a:cubicBezTo>
                      <a:pt x="44" y="95"/>
                      <a:pt x="52" y="115"/>
                      <a:pt x="56" y="136"/>
                    </a:cubicBezTo>
                    <a:cubicBezTo>
                      <a:pt x="66" y="188"/>
                      <a:pt x="73" y="250"/>
                      <a:pt x="57" y="302"/>
                    </a:cubicBezTo>
                    <a:cubicBezTo>
                      <a:pt x="56" y="236"/>
                      <a:pt x="69" y="171"/>
                      <a:pt x="44" y="108"/>
                    </a:cubicBezTo>
                    <a:cubicBezTo>
                      <a:pt x="29" y="71"/>
                      <a:pt x="23" y="33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28894" name="Freeform 477">
                <a:extLst>
                  <a:ext uri="{FF2B5EF4-FFF2-40B4-BE49-F238E27FC236}">
                    <a16:creationId xmlns:a16="http://schemas.microsoft.com/office/drawing/2014/main" id="{648A25AC-2271-43F5-BFFE-B7CC6E5CBC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8" y="2851"/>
                <a:ext cx="40" cy="173"/>
              </a:xfrm>
              <a:custGeom>
                <a:avLst/>
                <a:gdLst>
                  <a:gd name="T0" fmla="*/ 46 w 37"/>
                  <a:gd name="T1" fmla="*/ 0 h 159"/>
                  <a:gd name="T2" fmla="*/ 27 w 37"/>
                  <a:gd name="T3" fmla="*/ 38 h 159"/>
                  <a:gd name="T4" fmla="*/ 10 w 37"/>
                  <a:gd name="T5" fmla="*/ 84 h 159"/>
                  <a:gd name="T6" fmla="*/ 17 w 37"/>
                  <a:gd name="T7" fmla="*/ 205 h 159"/>
                  <a:gd name="T8" fmla="*/ 18 w 37"/>
                  <a:gd name="T9" fmla="*/ 84 h 159"/>
                  <a:gd name="T10" fmla="*/ 42 w 37"/>
                  <a:gd name="T11" fmla="*/ 3 h 15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7" h="159">
                    <a:moveTo>
                      <a:pt x="37" y="0"/>
                    </a:moveTo>
                    <a:cubicBezTo>
                      <a:pt x="36" y="8"/>
                      <a:pt x="25" y="21"/>
                      <a:pt x="21" y="29"/>
                    </a:cubicBezTo>
                    <a:cubicBezTo>
                      <a:pt x="15" y="41"/>
                      <a:pt x="10" y="52"/>
                      <a:pt x="7" y="65"/>
                    </a:cubicBezTo>
                    <a:cubicBezTo>
                      <a:pt x="0" y="97"/>
                      <a:pt x="6" y="127"/>
                      <a:pt x="14" y="159"/>
                    </a:cubicBezTo>
                    <a:cubicBezTo>
                      <a:pt x="16" y="128"/>
                      <a:pt x="9" y="96"/>
                      <a:pt x="15" y="65"/>
                    </a:cubicBezTo>
                    <a:cubicBezTo>
                      <a:pt x="19" y="44"/>
                      <a:pt x="30" y="24"/>
                      <a:pt x="33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28895" name="Freeform 478">
                <a:extLst>
                  <a:ext uri="{FF2B5EF4-FFF2-40B4-BE49-F238E27FC236}">
                    <a16:creationId xmlns:a16="http://schemas.microsoft.com/office/drawing/2014/main" id="{23259577-AD62-44DA-B8C2-DCFE17259A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7" y="2826"/>
                <a:ext cx="47" cy="148"/>
              </a:xfrm>
              <a:custGeom>
                <a:avLst/>
                <a:gdLst>
                  <a:gd name="T0" fmla="*/ 51 w 43"/>
                  <a:gd name="T1" fmla="*/ 0 h 136"/>
                  <a:gd name="T2" fmla="*/ 30 w 43"/>
                  <a:gd name="T3" fmla="*/ 32 h 136"/>
                  <a:gd name="T4" fmla="*/ 10 w 43"/>
                  <a:gd name="T5" fmla="*/ 82 h 136"/>
                  <a:gd name="T6" fmla="*/ 15 w 43"/>
                  <a:gd name="T7" fmla="*/ 175 h 136"/>
                  <a:gd name="T8" fmla="*/ 34 w 43"/>
                  <a:gd name="T9" fmla="*/ 77 h 136"/>
                  <a:gd name="T10" fmla="*/ 55 w 43"/>
                  <a:gd name="T11" fmla="*/ 2 h 13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3" h="136">
                    <a:moveTo>
                      <a:pt x="39" y="0"/>
                    </a:moveTo>
                    <a:cubicBezTo>
                      <a:pt x="36" y="10"/>
                      <a:pt x="28" y="17"/>
                      <a:pt x="23" y="25"/>
                    </a:cubicBezTo>
                    <a:cubicBezTo>
                      <a:pt x="16" y="37"/>
                      <a:pt x="10" y="50"/>
                      <a:pt x="7" y="63"/>
                    </a:cubicBezTo>
                    <a:cubicBezTo>
                      <a:pt x="2" y="86"/>
                      <a:pt x="2" y="115"/>
                      <a:pt x="12" y="136"/>
                    </a:cubicBezTo>
                    <a:cubicBezTo>
                      <a:pt x="0" y="115"/>
                      <a:pt x="18" y="80"/>
                      <a:pt x="26" y="60"/>
                    </a:cubicBezTo>
                    <a:cubicBezTo>
                      <a:pt x="33" y="43"/>
                      <a:pt x="43" y="20"/>
                      <a:pt x="42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28896" name="Freeform 479">
                <a:extLst>
                  <a:ext uri="{FF2B5EF4-FFF2-40B4-BE49-F238E27FC236}">
                    <a16:creationId xmlns:a16="http://schemas.microsoft.com/office/drawing/2014/main" id="{30618FBB-5479-4A09-A5B7-8F1F789E7E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4" y="2886"/>
                <a:ext cx="30" cy="58"/>
              </a:xfrm>
              <a:custGeom>
                <a:avLst/>
                <a:gdLst>
                  <a:gd name="T0" fmla="*/ 22 w 27"/>
                  <a:gd name="T1" fmla="*/ 2 h 54"/>
                  <a:gd name="T2" fmla="*/ 0 w 27"/>
                  <a:gd name="T3" fmla="*/ 61 h 54"/>
                  <a:gd name="T4" fmla="*/ 32 w 27"/>
                  <a:gd name="T5" fmla="*/ 33 h 54"/>
                  <a:gd name="T6" fmla="*/ 21 w 27"/>
                  <a:gd name="T7" fmla="*/ 0 h 5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7" h="54">
                    <a:moveTo>
                      <a:pt x="16" y="2"/>
                    </a:moveTo>
                    <a:cubicBezTo>
                      <a:pt x="12" y="2"/>
                      <a:pt x="27" y="54"/>
                      <a:pt x="0" y="49"/>
                    </a:cubicBezTo>
                    <a:cubicBezTo>
                      <a:pt x="14" y="45"/>
                      <a:pt x="23" y="43"/>
                      <a:pt x="23" y="27"/>
                    </a:cubicBezTo>
                    <a:cubicBezTo>
                      <a:pt x="23" y="16"/>
                      <a:pt x="20" y="9"/>
                      <a:pt x="15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28897" name="Freeform 480">
                <a:extLst>
                  <a:ext uri="{FF2B5EF4-FFF2-40B4-BE49-F238E27FC236}">
                    <a16:creationId xmlns:a16="http://schemas.microsoft.com/office/drawing/2014/main" id="{4AA8EC61-B64D-4B77-8A6F-B15A10D2C9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9" y="3068"/>
                <a:ext cx="313" cy="394"/>
              </a:xfrm>
              <a:custGeom>
                <a:avLst/>
                <a:gdLst>
                  <a:gd name="T0" fmla="*/ 0 w 287"/>
                  <a:gd name="T1" fmla="*/ 0 h 362"/>
                  <a:gd name="T2" fmla="*/ 372 w 287"/>
                  <a:gd name="T3" fmla="*/ 467 h 362"/>
                  <a:gd name="T4" fmla="*/ 0 w 287"/>
                  <a:gd name="T5" fmla="*/ 0 h 36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7" h="362">
                    <a:moveTo>
                      <a:pt x="0" y="0"/>
                    </a:moveTo>
                    <a:cubicBezTo>
                      <a:pt x="0" y="0"/>
                      <a:pt x="137" y="284"/>
                      <a:pt x="287" y="362"/>
                    </a:cubicBezTo>
                    <a:cubicBezTo>
                      <a:pt x="287" y="362"/>
                      <a:pt x="122" y="226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28898" name="Freeform 481">
                <a:extLst>
                  <a:ext uri="{FF2B5EF4-FFF2-40B4-BE49-F238E27FC236}">
                    <a16:creationId xmlns:a16="http://schemas.microsoft.com/office/drawing/2014/main" id="{E2CD2905-838C-4F28-A029-F312854669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0" y="2962"/>
                <a:ext cx="197" cy="297"/>
              </a:xfrm>
              <a:custGeom>
                <a:avLst/>
                <a:gdLst>
                  <a:gd name="T0" fmla="*/ 233 w 181"/>
                  <a:gd name="T1" fmla="*/ 0 h 273"/>
                  <a:gd name="T2" fmla="*/ 93 w 181"/>
                  <a:gd name="T3" fmla="*/ 129 h 273"/>
                  <a:gd name="T4" fmla="*/ 0 w 181"/>
                  <a:gd name="T5" fmla="*/ 351 h 273"/>
                  <a:gd name="T6" fmla="*/ 93 w 181"/>
                  <a:gd name="T7" fmla="*/ 166 h 273"/>
                  <a:gd name="T8" fmla="*/ 233 w 181"/>
                  <a:gd name="T9" fmla="*/ 0 h 2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1" h="273">
                    <a:moveTo>
                      <a:pt x="181" y="0"/>
                    </a:moveTo>
                    <a:cubicBezTo>
                      <a:pt x="181" y="0"/>
                      <a:pt x="89" y="64"/>
                      <a:pt x="72" y="100"/>
                    </a:cubicBezTo>
                    <a:cubicBezTo>
                      <a:pt x="54" y="135"/>
                      <a:pt x="24" y="242"/>
                      <a:pt x="0" y="273"/>
                    </a:cubicBezTo>
                    <a:cubicBezTo>
                      <a:pt x="0" y="273"/>
                      <a:pt x="59" y="176"/>
                      <a:pt x="72" y="130"/>
                    </a:cubicBezTo>
                    <a:cubicBezTo>
                      <a:pt x="84" y="85"/>
                      <a:pt x="141" y="28"/>
                      <a:pt x="18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28899" name="Freeform 482">
                <a:extLst>
                  <a:ext uri="{FF2B5EF4-FFF2-40B4-BE49-F238E27FC236}">
                    <a16:creationId xmlns:a16="http://schemas.microsoft.com/office/drawing/2014/main" id="{9FCD1932-A641-49DE-93F1-169868B230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9" y="3037"/>
                <a:ext cx="231" cy="319"/>
              </a:xfrm>
              <a:custGeom>
                <a:avLst/>
                <a:gdLst>
                  <a:gd name="T0" fmla="*/ 275 w 212"/>
                  <a:gd name="T1" fmla="*/ 0 h 293"/>
                  <a:gd name="T2" fmla="*/ 0 w 212"/>
                  <a:gd name="T3" fmla="*/ 378 h 293"/>
                  <a:gd name="T4" fmla="*/ 275 w 212"/>
                  <a:gd name="T5" fmla="*/ 0 h 29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2" h="293">
                    <a:moveTo>
                      <a:pt x="212" y="0"/>
                    </a:moveTo>
                    <a:cubicBezTo>
                      <a:pt x="212" y="0"/>
                      <a:pt x="183" y="148"/>
                      <a:pt x="0" y="293"/>
                    </a:cubicBezTo>
                    <a:cubicBezTo>
                      <a:pt x="0" y="293"/>
                      <a:pt x="169" y="127"/>
                      <a:pt x="212" y="0"/>
                    </a:cubicBezTo>
                    <a:close/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28900" name="Freeform 483">
                <a:extLst>
                  <a:ext uri="{FF2B5EF4-FFF2-40B4-BE49-F238E27FC236}">
                    <a16:creationId xmlns:a16="http://schemas.microsoft.com/office/drawing/2014/main" id="{9FFE4BC5-EEDC-4ED2-9EEA-1FC8D79039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5" y="3410"/>
                <a:ext cx="129" cy="132"/>
              </a:xfrm>
              <a:custGeom>
                <a:avLst/>
                <a:gdLst>
                  <a:gd name="T0" fmla="*/ 0 w 118"/>
                  <a:gd name="T1" fmla="*/ 0 h 121"/>
                  <a:gd name="T2" fmla="*/ 80 w 118"/>
                  <a:gd name="T3" fmla="*/ 134 h 121"/>
                  <a:gd name="T4" fmla="*/ 99 w 118"/>
                  <a:gd name="T5" fmla="*/ 152 h 121"/>
                  <a:gd name="T6" fmla="*/ 128 w 118"/>
                  <a:gd name="T7" fmla="*/ 129 h 121"/>
                  <a:gd name="T8" fmla="*/ 133 w 118"/>
                  <a:gd name="T9" fmla="*/ 103 h 121"/>
                  <a:gd name="T10" fmla="*/ 97 w 118"/>
                  <a:gd name="T11" fmla="*/ 112 h 121"/>
                  <a:gd name="T12" fmla="*/ 75 w 118"/>
                  <a:gd name="T13" fmla="*/ 75 h 121"/>
                  <a:gd name="T14" fmla="*/ 52 w 118"/>
                  <a:gd name="T15" fmla="*/ 45 h 121"/>
                  <a:gd name="T16" fmla="*/ 2 w 118"/>
                  <a:gd name="T17" fmla="*/ 4 h 12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18" h="121">
                    <a:moveTo>
                      <a:pt x="0" y="0"/>
                    </a:moveTo>
                    <a:cubicBezTo>
                      <a:pt x="27" y="32"/>
                      <a:pt x="57" y="61"/>
                      <a:pt x="61" y="104"/>
                    </a:cubicBezTo>
                    <a:cubicBezTo>
                      <a:pt x="63" y="117"/>
                      <a:pt x="62" y="121"/>
                      <a:pt x="76" y="116"/>
                    </a:cubicBezTo>
                    <a:cubicBezTo>
                      <a:pt x="85" y="113"/>
                      <a:pt x="92" y="106"/>
                      <a:pt x="98" y="99"/>
                    </a:cubicBezTo>
                    <a:cubicBezTo>
                      <a:pt x="104" y="93"/>
                      <a:pt x="118" y="79"/>
                      <a:pt x="102" y="79"/>
                    </a:cubicBezTo>
                    <a:cubicBezTo>
                      <a:pt x="92" y="78"/>
                      <a:pt x="85" y="93"/>
                      <a:pt x="74" y="86"/>
                    </a:cubicBezTo>
                    <a:cubicBezTo>
                      <a:pt x="66" y="81"/>
                      <a:pt x="62" y="65"/>
                      <a:pt x="58" y="58"/>
                    </a:cubicBezTo>
                    <a:cubicBezTo>
                      <a:pt x="53" y="49"/>
                      <a:pt x="47" y="42"/>
                      <a:pt x="40" y="35"/>
                    </a:cubicBezTo>
                    <a:cubicBezTo>
                      <a:pt x="31" y="24"/>
                      <a:pt x="16" y="7"/>
                      <a:pt x="2" y="4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28901" name="Freeform 484">
                <a:extLst>
                  <a:ext uri="{FF2B5EF4-FFF2-40B4-BE49-F238E27FC236}">
                    <a16:creationId xmlns:a16="http://schemas.microsoft.com/office/drawing/2014/main" id="{541D591F-6AF7-457B-A132-F55B2A7F8A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6" y="3507"/>
                <a:ext cx="149" cy="264"/>
              </a:xfrm>
              <a:custGeom>
                <a:avLst/>
                <a:gdLst>
                  <a:gd name="T0" fmla="*/ 174 w 137"/>
                  <a:gd name="T1" fmla="*/ 47 h 243"/>
                  <a:gd name="T2" fmla="*/ 107 w 137"/>
                  <a:gd name="T3" fmla="*/ 11 h 243"/>
                  <a:gd name="T4" fmla="*/ 42 w 137"/>
                  <a:gd name="T5" fmla="*/ 49 h 243"/>
                  <a:gd name="T6" fmla="*/ 28 w 137"/>
                  <a:gd name="T7" fmla="*/ 85 h 243"/>
                  <a:gd name="T8" fmla="*/ 42 w 137"/>
                  <a:gd name="T9" fmla="*/ 115 h 243"/>
                  <a:gd name="T10" fmla="*/ 46 w 137"/>
                  <a:gd name="T11" fmla="*/ 151 h 243"/>
                  <a:gd name="T12" fmla="*/ 13 w 137"/>
                  <a:gd name="T13" fmla="*/ 166 h 243"/>
                  <a:gd name="T14" fmla="*/ 20 w 137"/>
                  <a:gd name="T15" fmla="*/ 191 h 243"/>
                  <a:gd name="T16" fmla="*/ 18 w 137"/>
                  <a:gd name="T17" fmla="*/ 227 h 243"/>
                  <a:gd name="T18" fmla="*/ 3 w 137"/>
                  <a:gd name="T19" fmla="*/ 262 h 243"/>
                  <a:gd name="T20" fmla="*/ 16 w 137"/>
                  <a:gd name="T21" fmla="*/ 294 h 243"/>
                  <a:gd name="T22" fmla="*/ 16 w 137"/>
                  <a:gd name="T23" fmla="*/ 311 h 243"/>
                  <a:gd name="T24" fmla="*/ 30 w 137"/>
                  <a:gd name="T25" fmla="*/ 292 h 243"/>
                  <a:gd name="T26" fmla="*/ 42 w 137"/>
                  <a:gd name="T27" fmla="*/ 251 h 243"/>
                  <a:gd name="T28" fmla="*/ 91 w 137"/>
                  <a:gd name="T29" fmla="*/ 178 h 243"/>
                  <a:gd name="T30" fmla="*/ 142 w 137"/>
                  <a:gd name="T31" fmla="*/ 113 h 243"/>
                  <a:gd name="T32" fmla="*/ 172 w 137"/>
                  <a:gd name="T33" fmla="*/ 49 h 243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37" h="243">
                    <a:moveTo>
                      <a:pt x="135" y="37"/>
                    </a:moveTo>
                    <a:cubicBezTo>
                      <a:pt x="135" y="11"/>
                      <a:pt x="103" y="0"/>
                      <a:pt x="83" y="8"/>
                    </a:cubicBezTo>
                    <a:cubicBezTo>
                      <a:pt x="66" y="15"/>
                      <a:pt x="51" y="44"/>
                      <a:pt x="33" y="38"/>
                    </a:cubicBezTo>
                    <a:cubicBezTo>
                      <a:pt x="28" y="46"/>
                      <a:pt x="24" y="58"/>
                      <a:pt x="22" y="66"/>
                    </a:cubicBezTo>
                    <a:cubicBezTo>
                      <a:pt x="20" y="80"/>
                      <a:pt x="25" y="80"/>
                      <a:pt x="33" y="90"/>
                    </a:cubicBezTo>
                    <a:cubicBezTo>
                      <a:pt x="38" y="97"/>
                      <a:pt x="42" y="110"/>
                      <a:pt x="36" y="118"/>
                    </a:cubicBezTo>
                    <a:cubicBezTo>
                      <a:pt x="30" y="125"/>
                      <a:pt x="16" y="123"/>
                      <a:pt x="10" y="130"/>
                    </a:cubicBezTo>
                    <a:cubicBezTo>
                      <a:pt x="3" y="141"/>
                      <a:pt x="11" y="140"/>
                      <a:pt x="16" y="149"/>
                    </a:cubicBezTo>
                    <a:cubicBezTo>
                      <a:pt x="22" y="157"/>
                      <a:pt x="20" y="168"/>
                      <a:pt x="15" y="177"/>
                    </a:cubicBezTo>
                    <a:cubicBezTo>
                      <a:pt x="10" y="185"/>
                      <a:pt x="0" y="193"/>
                      <a:pt x="3" y="204"/>
                    </a:cubicBezTo>
                    <a:cubicBezTo>
                      <a:pt x="6" y="215"/>
                      <a:pt x="14" y="214"/>
                      <a:pt x="13" y="229"/>
                    </a:cubicBezTo>
                    <a:cubicBezTo>
                      <a:pt x="13" y="232"/>
                      <a:pt x="7" y="241"/>
                      <a:pt x="13" y="242"/>
                    </a:cubicBezTo>
                    <a:cubicBezTo>
                      <a:pt x="17" y="243"/>
                      <a:pt x="22" y="231"/>
                      <a:pt x="24" y="228"/>
                    </a:cubicBezTo>
                    <a:cubicBezTo>
                      <a:pt x="28" y="217"/>
                      <a:pt x="29" y="207"/>
                      <a:pt x="33" y="196"/>
                    </a:cubicBezTo>
                    <a:cubicBezTo>
                      <a:pt x="41" y="174"/>
                      <a:pt x="53" y="155"/>
                      <a:pt x="71" y="139"/>
                    </a:cubicBezTo>
                    <a:cubicBezTo>
                      <a:pt x="88" y="123"/>
                      <a:pt x="101" y="108"/>
                      <a:pt x="110" y="88"/>
                    </a:cubicBezTo>
                    <a:cubicBezTo>
                      <a:pt x="114" y="80"/>
                      <a:pt x="137" y="46"/>
                      <a:pt x="133" y="38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28902" name="Freeform 485">
                <a:extLst>
                  <a:ext uri="{FF2B5EF4-FFF2-40B4-BE49-F238E27FC236}">
                    <a16:creationId xmlns:a16="http://schemas.microsoft.com/office/drawing/2014/main" id="{E966F034-A954-4F83-8CC5-272DBE79A9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8" y="2266"/>
                <a:ext cx="47" cy="328"/>
              </a:xfrm>
              <a:custGeom>
                <a:avLst/>
                <a:gdLst>
                  <a:gd name="T0" fmla="*/ 0 w 43"/>
                  <a:gd name="T1" fmla="*/ 389 h 301"/>
                  <a:gd name="T2" fmla="*/ 15 w 43"/>
                  <a:gd name="T3" fmla="*/ 352 h 301"/>
                  <a:gd name="T4" fmla="*/ 52 w 43"/>
                  <a:gd name="T5" fmla="*/ 0 h 301"/>
                  <a:gd name="T6" fmla="*/ 9 w 43"/>
                  <a:gd name="T7" fmla="*/ 307 h 301"/>
                  <a:gd name="T8" fmla="*/ 0 w 43"/>
                  <a:gd name="T9" fmla="*/ 389 h 30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3" h="301">
                    <a:moveTo>
                      <a:pt x="0" y="301"/>
                    </a:moveTo>
                    <a:cubicBezTo>
                      <a:pt x="0" y="301"/>
                      <a:pt x="12" y="286"/>
                      <a:pt x="12" y="272"/>
                    </a:cubicBezTo>
                    <a:cubicBezTo>
                      <a:pt x="12" y="258"/>
                      <a:pt x="43" y="35"/>
                      <a:pt x="40" y="0"/>
                    </a:cubicBezTo>
                    <a:cubicBezTo>
                      <a:pt x="40" y="0"/>
                      <a:pt x="7" y="212"/>
                      <a:pt x="6" y="238"/>
                    </a:cubicBezTo>
                    <a:cubicBezTo>
                      <a:pt x="4" y="265"/>
                      <a:pt x="8" y="289"/>
                      <a:pt x="0" y="301"/>
                    </a:cubicBezTo>
                    <a:close/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28903" name="Freeform 486">
                <a:extLst>
                  <a:ext uri="{FF2B5EF4-FFF2-40B4-BE49-F238E27FC236}">
                    <a16:creationId xmlns:a16="http://schemas.microsoft.com/office/drawing/2014/main" id="{E94EE7AE-D2A3-473E-9812-A8E95B91E7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7" y="1814"/>
                <a:ext cx="68" cy="180"/>
              </a:xfrm>
              <a:custGeom>
                <a:avLst/>
                <a:gdLst>
                  <a:gd name="T0" fmla="*/ 0 w 62"/>
                  <a:gd name="T1" fmla="*/ 0 h 166"/>
                  <a:gd name="T2" fmla="*/ 82 w 62"/>
                  <a:gd name="T3" fmla="*/ 211 h 166"/>
                  <a:gd name="T4" fmla="*/ 0 w 62"/>
                  <a:gd name="T5" fmla="*/ 0 h 16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2" h="166">
                    <a:moveTo>
                      <a:pt x="0" y="0"/>
                    </a:moveTo>
                    <a:cubicBezTo>
                      <a:pt x="0" y="0"/>
                      <a:pt x="55" y="135"/>
                      <a:pt x="62" y="166"/>
                    </a:cubicBezTo>
                    <a:cubicBezTo>
                      <a:pt x="62" y="166"/>
                      <a:pt x="5" y="25"/>
                      <a:pt x="0" y="0"/>
                    </a:cubicBezTo>
                    <a:close/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28904" name="Freeform 487">
                <a:extLst>
                  <a:ext uri="{FF2B5EF4-FFF2-40B4-BE49-F238E27FC236}">
                    <a16:creationId xmlns:a16="http://schemas.microsoft.com/office/drawing/2014/main" id="{56EB57EE-B658-4B36-92EE-F771D146F0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3" y="2548"/>
                <a:ext cx="82" cy="106"/>
              </a:xfrm>
              <a:custGeom>
                <a:avLst/>
                <a:gdLst>
                  <a:gd name="T0" fmla="*/ 97 w 75"/>
                  <a:gd name="T1" fmla="*/ 2 h 97"/>
                  <a:gd name="T2" fmla="*/ 66 w 75"/>
                  <a:gd name="T3" fmla="*/ 4 h 97"/>
                  <a:gd name="T4" fmla="*/ 39 w 75"/>
                  <a:gd name="T5" fmla="*/ 34 h 97"/>
                  <a:gd name="T6" fmla="*/ 13 w 75"/>
                  <a:gd name="T7" fmla="*/ 68 h 97"/>
                  <a:gd name="T8" fmla="*/ 2 w 75"/>
                  <a:gd name="T9" fmla="*/ 89 h 97"/>
                  <a:gd name="T10" fmla="*/ 0 w 75"/>
                  <a:gd name="T11" fmla="*/ 108 h 97"/>
                  <a:gd name="T12" fmla="*/ 4 w 75"/>
                  <a:gd name="T13" fmla="*/ 127 h 97"/>
                  <a:gd name="T14" fmla="*/ 4 w 75"/>
                  <a:gd name="T15" fmla="*/ 110 h 97"/>
                  <a:gd name="T16" fmla="*/ 15 w 75"/>
                  <a:gd name="T17" fmla="*/ 83 h 97"/>
                  <a:gd name="T18" fmla="*/ 47 w 75"/>
                  <a:gd name="T19" fmla="*/ 47 h 97"/>
                  <a:gd name="T20" fmla="*/ 56 w 75"/>
                  <a:gd name="T21" fmla="*/ 30 h 97"/>
                  <a:gd name="T22" fmla="*/ 73 w 75"/>
                  <a:gd name="T23" fmla="*/ 15 h 97"/>
                  <a:gd name="T24" fmla="*/ 98 w 75"/>
                  <a:gd name="T25" fmla="*/ 3 h 97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75" h="97">
                    <a:moveTo>
                      <a:pt x="74" y="2"/>
                    </a:moveTo>
                    <a:cubicBezTo>
                      <a:pt x="67" y="0"/>
                      <a:pt x="57" y="0"/>
                      <a:pt x="50" y="4"/>
                    </a:cubicBezTo>
                    <a:cubicBezTo>
                      <a:pt x="40" y="9"/>
                      <a:pt x="35" y="16"/>
                      <a:pt x="30" y="26"/>
                    </a:cubicBezTo>
                    <a:cubicBezTo>
                      <a:pt x="26" y="36"/>
                      <a:pt x="17" y="44"/>
                      <a:pt x="10" y="52"/>
                    </a:cubicBezTo>
                    <a:cubicBezTo>
                      <a:pt x="5" y="57"/>
                      <a:pt x="4" y="62"/>
                      <a:pt x="2" y="68"/>
                    </a:cubicBezTo>
                    <a:cubicBezTo>
                      <a:pt x="1" y="73"/>
                      <a:pt x="0" y="78"/>
                      <a:pt x="0" y="83"/>
                    </a:cubicBezTo>
                    <a:cubicBezTo>
                      <a:pt x="1" y="88"/>
                      <a:pt x="3" y="92"/>
                      <a:pt x="4" y="97"/>
                    </a:cubicBezTo>
                    <a:cubicBezTo>
                      <a:pt x="4" y="93"/>
                      <a:pt x="3" y="88"/>
                      <a:pt x="4" y="84"/>
                    </a:cubicBezTo>
                    <a:cubicBezTo>
                      <a:pt x="5" y="77"/>
                      <a:pt x="8" y="70"/>
                      <a:pt x="12" y="64"/>
                    </a:cubicBezTo>
                    <a:cubicBezTo>
                      <a:pt x="19" y="53"/>
                      <a:pt x="31" y="48"/>
                      <a:pt x="36" y="36"/>
                    </a:cubicBezTo>
                    <a:cubicBezTo>
                      <a:pt x="39" y="32"/>
                      <a:pt x="40" y="27"/>
                      <a:pt x="43" y="23"/>
                    </a:cubicBezTo>
                    <a:cubicBezTo>
                      <a:pt x="47" y="18"/>
                      <a:pt x="51" y="15"/>
                      <a:pt x="56" y="12"/>
                    </a:cubicBezTo>
                    <a:cubicBezTo>
                      <a:pt x="62" y="8"/>
                      <a:pt x="70" y="7"/>
                      <a:pt x="75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28905" name="Freeform 488">
                <a:extLst>
                  <a:ext uri="{FF2B5EF4-FFF2-40B4-BE49-F238E27FC236}">
                    <a16:creationId xmlns:a16="http://schemas.microsoft.com/office/drawing/2014/main" id="{06DB58E8-634E-4A2E-A219-7A65A0D39D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7" y="2605"/>
                <a:ext cx="27" cy="17"/>
              </a:xfrm>
              <a:custGeom>
                <a:avLst/>
                <a:gdLst>
                  <a:gd name="T0" fmla="*/ 7 w 24"/>
                  <a:gd name="T1" fmla="*/ 19 h 16"/>
                  <a:gd name="T2" fmla="*/ 14 w 24"/>
                  <a:gd name="T3" fmla="*/ 6 h 16"/>
                  <a:gd name="T4" fmla="*/ 34 w 24"/>
                  <a:gd name="T5" fmla="*/ 11 h 16"/>
                  <a:gd name="T6" fmla="*/ 18 w 24"/>
                  <a:gd name="T7" fmla="*/ 1 h 16"/>
                  <a:gd name="T8" fmla="*/ 9 w 24"/>
                  <a:gd name="T9" fmla="*/ 15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16">
                    <a:moveTo>
                      <a:pt x="4" y="16"/>
                    </a:moveTo>
                    <a:cubicBezTo>
                      <a:pt x="3" y="12"/>
                      <a:pt x="7" y="7"/>
                      <a:pt x="10" y="6"/>
                    </a:cubicBezTo>
                    <a:cubicBezTo>
                      <a:pt x="15" y="3"/>
                      <a:pt x="19" y="8"/>
                      <a:pt x="24" y="8"/>
                    </a:cubicBezTo>
                    <a:cubicBezTo>
                      <a:pt x="24" y="3"/>
                      <a:pt x="17" y="0"/>
                      <a:pt x="12" y="1"/>
                    </a:cubicBezTo>
                    <a:cubicBezTo>
                      <a:pt x="8" y="1"/>
                      <a:pt x="0" y="9"/>
                      <a:pt x="6" y="1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28906" name="Freeform 489">
                <a:extLst>
                  <a:ext uri="{FF2B5EF4-FFF2-40B4-BE49-F238E27FC236}">
                    <a16:creationId xmlns:a16="http://schemas.microsoft.com/office/drawing/2014/main" id="{FC9F7141-F3C7-462B-BAE4-D86ADF0A4A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8" y="2620"/>
                <a:ext cx="20" cy="21"/>
              </a:xfrm>
              <a:custGeom>
                <a:avLst/>
                <a:gdLst>
                  <a:gd name="T0" fmla="*/ 4 w 18"/>
                  <a:gd name="T1" fmla="*/ 25 h 19"/>
                  <a:gd name="T2" fmla="*/ 11 w 18"/>
                  <a:gd name="T3" fmla="*/ 10 h 19"/>
                  <a:gd name="T4" fmla="*/ 24 w 18"/>
                  <a:gd name="T5" fmla="*/ 12 h 19"/>
                  <a:gd name="T6" fmla="*/ 10 w 18"/>
                  <a:gd name="T7" fmla="*/ 2 h 19"/>
                  <a:gd name="T8" fmla="*/ 4 w 18"/>
                  <a:gd name="T9" fmla="*/ 25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19">
                    <a:moveTo>
                      <a:pt x="4" y="19"/>
                    </a:moveTo>
                    <a:cubicBezTo>
                      <a:pt x="3" y="15"/>
                      <a:pt x="4" y="9"/>
                      <a:pt x="8" y="7"/>
                    </a:cubicBezTo>
                    <a:cubicBezTo>
                      <a:pt x="12" y="5"/>
                      <a:pt x="15" y="7"/>
                      <a:pt x="18" y="9"/>
                    </a:cubicBezTo>
                    <a:cubicBezTo>
                      <a:pt x="16" y="6"/>
                      <a:pt x="11" y="0"/>
                      <a:pt x="7" y="2"/>
                    </a:cubicBezTo>
                    <a:cubicBezTo>
                      <a:pt x="2" y="4"/>
                      <a:pt x="0" y="16"/>
                      <a:pt x="4" y="1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28907" name="Freeform 490">
                <a:extLst>
                  <a:ext uri="{FF2B5EF4-FFF2-40B4-BE49-F238E27FC236}">
                    <a16:creationId xmlns:a16="http://schemas.microsoft.com/office/drawing/2014/main" id="{0137162A-69EE-46BD-A10B-B57EAA9521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8" y="2657"/>
                <a:ext cx="23" cy="21"/>
              </a:xfrm>
              <a:custGeom>
                <a:avLst/>
                <a:gdLst>
                  <a:gd name="T0" fmla="*/ 10 w 21"/>
                  <a:gd name="T1" fmla="*/ 24 h 19"/>
                  <a:gd name="T2" fmla="*/ 13 w 21"/>
                  <a:gd name="T3" fmla="*/ 10 h 19"/>
                  <a:gd name="T4" fmla="*/ 27 w 21"/>
                  <a:gd name="T5" fmla="*/ 13 h 19"/>
                  <a:gd name="T6" fmla="*/ 10 w 21"/>
                  <a:gd name="T7" fmla="*/ 2 h 19"/>
                  <a:gd name="T8" fmla="*/ 9 w 21"/>
                  <a:gd name="T9" fmla="*/ 25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19">
                    <a:moveTo>
                      <a:pt x="7" y="18"/>
                    </a:moveTo>
                    <a:cubicBezTo>
                      <a:pt x="6" y="15"/>
                      <a:pt x="6" y="9"/>
                      <a:pt x="10" y="7"/>
                    </a:cubicBezTo>
                    <a:cubicBezTo>
                      <a:pt x="13" y="4"/>
                      <a:pt x="18" y="8"/>
                      <a:pt x="21" y="10"/>
                    </a:cubicBezTo>
                    <a:cubicBezTo>
                      <a:pt x="18" y="6"/>
                      <a:pt x="12" y="0"/>
                      <a:pt x="7" y="2"/>
                    </a:cubicBezTo>
                    <a:cubicBezTo>
                      <a:pt x="0" y="4"/>
                      <a:pt x="1" y="16"/>
                      <a:pt x="6" y="1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28908" name="Freeform 491">
                <a:extLst>
                  <a:ext uri="{FF2B5EF4-FFF2-40B4-BE49-F238E27FC236}">
                    <a16:creationId xmlns:a16="http://schemas.microsoft.com/office/drawing/2014/main" id="{B319FBE3-999B-4EB7-8573-EDD5050CFF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1" y="2684"/>
                <a:ext cx="22" cy="20"/>
              </a:xfrm>
              <a:custGeom>
                <a:avLst/>
                <a:gdLst>
                  <a:gd name="T0" fmla="*/ 11 w 20"/>
                  <a:gd name="T1" fmla="*/ 24 h 18"/>
                  <a:gd name="T2" fmla="*/ 11 w 20"/>
                  <a:gd name="T3" fmla="*/ 11 h 18"/>
                  <a:gd name="T4" fmla="*/ 26 w 20"/>
                  <a:gd name="T5" fmla="*/ 9 h 18"/>
                  <a:gd name="T6" fmla="*/ 12 w 20"/>
                  <a:gd name="T7" fmla="*/ 0 h 18"/>
                  <a:gd name="T8" fmla="*/ 9 w 20"/>
                  <a:gd name="T9" fmla="*/ 23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18">
                    <a:moveTo>
                      <a:pt x="8" y="18"/>
                    </a:moveTo>
                    <a:cubicBezTo>
                      <a:pt x="8" y="15"/>
                      <a:pt x="5" y="12"/>
                      <a:pt x="8" y="8"/>
                    </a:cubicBezTo>
                    <a:cubicBezTo>
                      <a:pt x="11" y="3"/>
                      <a:pt x="16" y="5"/>
                      <a:pt x="20" y="6"/>
                    </a:cubicBezTo>
                    <a:cubicBezTo>
                      <a:pt x="18" y="3"/>
                      <a:pt x="14" y="0"/>
                      <a:pt x="9" y="0"/>
                    </a:cubicBezTo>
                    <a:cubicBezTo>
                      <a:pt x="0" y="0"/>
                      <a:pt x="2" y="12"/>
                      <a:pt x="6" y="1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28909" name="Freeform 492">
                <a:extLst>
                  <a:ext uri="{FF2B5EF4-FFF2-40B4-BE49-F238E27FC236}">
                    <a16:creationId xmlns:a16="http://schemas.microsoft.com/office/drawing/2014/main" id="{F8B79A2B-70B5-4734-90F9-6D875300CE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5" y="2648"/>
                <a:ext cx="18" cy="19"/>
              </a:xfrm>
              <a:custGeom>
                <a:avLst/>
                <a:gdLst>
                  <a:gd name="T0" fmla="*/ 2 w 17"/>
                  <a:gd name="T1" fmla="*/ 0 h 17"/>
                  <a:gd name="T2" fmla="*/ 4 w 17"/>
                  <a:gd name="T3" fmla="*/ 19 h 17"/>
                  <a:gd name="T4" fmla="*/ 20 w 17"/>
                  <a:gd name="T5" fmla="*/ 13 h 17"/>
                  <a:gd name="T6" fmla="*/ 5 w 17"/>
                  <a:gd name="T7" fmla="*/ 19 h 17"/>
                  <a:gd name="T8" fmla="*/ 1 w 17"/>
                  <a:gd name="T9" fmla="*/ 2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17">
                    <a:moveTo>
                      <a:pt x="2" y="0"/>
                    </a:moveTo>
                    <a:cubicBezTo>
                      <a:pt x="0" y="1"/>
                      <a:pt x="3" y="12"/>
                      <a:pt x="4" y="13"/>
                    </a:cubicBezTo>
                    <a:cubicBezTo>
                      <a:pt x="8" y="17"/>
                      <a:pt x="14" y="13"/>
                      <a:pt x="17" y="10"/>
                    </a:cubicBezTo>
                    <a:cubicBezTo>
                      <a:pt x="13" y="11"/>
                      <a:pt x="10" y="16"/>
                      <a:pt x="5" y="13"/>
                    </a:cubicBezTo>
                    <a:cubicBezTo>
                      <a:pt x="1" y="11"/>
                      <a:pt x="1" y="6"/>
                      <a:pt x="1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28910" name="Freeform 493">
                <a:extLst>
                  <a:ext uri="{FF2B5EF4-FFF2-40B4-BE49-F238E27FC236}">
                    <a16:creationId xmlns:a16="http://schemas.microsoft.com/office/drawing/2014/main" id="{73E8188D-52AE-458A-B466-252CC09AF0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0" y="2605"/>
                <a:ext cx="16" cy="12"/>
              </a:xfrm>
              <a:custGeom>
                <a:avLst/>
                <a:gdLst>
                  <a:gd name="T0" fmla="*/ 8 w 14"/>
                  <a:gd name="T1" fmla="*/ 1 h 11"/>
                  <a:gd name="T2" fmla="*/ 21 w 14"/>
                  <a:gd name="T3" fmla="*/ 9 h 11"/>
                  <a:gd name="T4" fmla="*/ 8 w 14"/>
                  <a:gd name="T5" fmla="*/ 0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1">
                    <a:moveTo>
                      <a:pt x="5" y="1"/>
                    </a:moveTo>
                    <a:cubicBezTo>
                      <a:pt x="0" y="4"/>
                      <a:pt x="10" y="11"/>
                      <a:pt x="14" y="6"/>
                    </a:cubicBezTo>
                    <a:cubicBezTo>
                      <a:pt x="12" y="6"/>
                      <a:pt x="1" y="3"/>
                      <a:pt x="5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28911" name="Freeform 494">
                <a:extLst>
                  <a:ext uri="{FF2B5EF4-FFF2-40B4-BE49-F238E27FC236}">
                    <a16:creationId xmlns:a16="http://schemas.microsoft.com/office/drawing/2014/main" id="{3E6C2949-EB91-4E12-87D6-45B8FD93F7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1" y="2698"/>
                <a:ext cx="14" cy="11"/>
              </a:xfrm>
              <a:custGeom>
                <a:avLst/>
                <a:gdLst>
                  <a:gd name="T0" fmla="*/ 0 w 13"/>
                  <a:gd name="T1" fmla="*/ 0 h 10"/>
                  <a:gd name="T2" fmla="*/ 16 w 13"/>
                  <a:gd name="T3" fmla="*/ 4 h 10"/>
                  <a:gd name="T4" fmla="*/ 2 w 13"/>
                  <a:gd name="T5" fmla="*/ 1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0">
                    <a:moveTo>
                      <a:pt x="0" y="0"/>
                    </a:moveTo>
                    <a:cubicBezTo>
                      <a:pt x="4" y="8"/>
                      <a:pt x="6" y="10"/>
                      <a:pt x="13" y="4"/>
                    </a:cubicBezTo>
                    <a:cubicBezTo>
                      <a:pt x="10" y="4"/>
                      <a:pt x="1" y="5"/>
                      <a:pt x="2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</p:grpSp>
        <p:sp>
          <p:nvSpPr>
            <p:cNvPr id="28677" name="Freeform 495">
              <a:extLst>
                <a:ext uri="{FF2B5EF4-FFF2-40B4-BE49-F238E27FC236}">
                  <a16:creationId xmlns:a16="http://schemas.microsoft.com/office/drawing/2014/main" id="{BDF8846A-97AE-41E0-B260-98945B0EF91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3" y="2735"/>
              <a:ext cx="11" cy="9"/>
            </a:xfrm>
            <a:custGeom>
              <a:avLst/>
              <a:gdLst>
                <a:gd name="T0" fmla="*/ 0 w 10"/>
                <a:gd name="T1" fmla="*/ 0 h 8"/>
                <a:gd name="T2" fmla="*/ 13 w 10"/>
                <a:gd name="T3" fmla="*/ 2 h 8"/>
                <a:gd name="T4" fmla="*/ 13 w 10"/>
                <a:gd name="T5" fmla="*/ 3 h 8"/>
                <a:gd name="T6" fmla="*/ 1 w 10"/>
                <a:gd name="T7" fmla="*/ 0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8">
                  <a:moveTo>
                    <a:pt x="0" y="0"/>
                  </a:moveTo>
                  <a:cubicBezTo>
                    <a:pt x="0" y="5"/>
                    <a:pt x="9" y="8"/>
                    <a:pt x="10" y="2"/>
                  </a:cubicBezTo>
                  <a:cubicBezTo>
                    <a:pt x="10" y="2"/>
                    <a:pt x="10" y="2"/>
                    <a:pt x="10" y="3"/>
                  </a:cubicBezTo>
                  <a:cubicBezTo>
                    <a:pt x="8" y="3"/>
                    <a:pt x="1" y="4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8678" name="Freeform 496">
              <a:extLst>
                <a:ext uri="{FF2B5EF4-FFF2-40B4-BE49-F238E27FC236}">
                  <a16:creationId xmlns:a16="http://schemas.microsoft.com/office/drawing/2014/main" id="{71C2869A-853E-4C47-AA1A-393EDE946BD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6" y="2647"/>
              <a:ext cx="33" cy="98"/>
            </a:xfrm>
            <a:custGeom>
              <a:avLst/>
              <a:gdLst>
                <a:gd name="T0" fmla="*/ 37 w 31"/>
                <a:gd name="T1" fmla="*/ 27 h 90"/>
                <a:gd name="T2" fmla="*/ 17 w 31"/>
                <a:gd name="T3" fmla="*/ 63 h 90"/>
                <a:gd name="T4" fmla="*/ 0 w 31"/>
                <a:gd name="T5" fmla="*/ 117 h 90"/>
                <a:gd name="T6" fmla="*/ 6 w 31"/>
                <a:gd name="T7" fmla="*/ 81 h 90"/>
                <a:gd name="T8" fmla="*/ 12 w 31"/>
                <a:gd name="T9" fmla="*/ 48 h 90"/>
                <a:gd name="T10" fmla="*/ 23 w 31"/>
                <a:gd name="T11" fmla="*/ 19 h 90"/>
                <a:gd name="T12" fmla="*/ 36 w 31"/>
                <a:gd name="T13" fmla="*/ 0 h 90"/>
                <a:gd name="T14" fmla="*/ 35 w 31"/>
                <a:gd name="T15" fmla="*/ 23 h 9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1" h="90">
                  <a:moveTo>
                    <a:pt x="31" y="21"/>
                  </a:moveTo>
                  <a:cubicBezTo>
                    <a:pt x="17" y="23"/>
                    <a:pt x="16" y="38"/>
                    <a:pt x="14" y="49"/>
                  </a:cubicBezTo>
                  <a:cubicBezTo>
                    <a:pt x="11" y="63"/>
                    <a:pt x="7" y="79"/>
                    <a:pt x="0" y="90"/>
                  </a:cubicBezTo>
                  <a:cubicBezTo>
                    <a:pt x="3" y="81"/>
                    <a:pt x="5" y="72"/>
                    <a:pt x="6" y="62"/>
                  </a:cubicBezTo>
                  <a:cubicBezTo>
                    <a:pt x="7" y="54"/>
                    <a:pt x="6" y="45"/>
                    <a:pt x="9" y="37"/>
                  </a:cubicBezTo>
                  <a:cubicBezTo>
                    <a:pt x="12" y="29"/>
                    <a:pt x="15" y="22"/>
                    <a:pt x="20" y="15"/>
                  </a:cubicBezTo>
                  <a:cubicBezTo>
                    <a:pt x="23" y="10"/>
                    <a:pt x="27" y="5"/>
                    <a:pt x="30" y="0"/>
                  </a:cubicBezTo>
                  <a:cubicBezTo>
                    <a:pt x="30" y="5"/>
                    <a:pt x="27" y="13"/>
                    <a:pt x="29" y="17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8679" name="Freeform 497">
              <a:extLst>
                <a:ext uri="{FF2B5EF4-FFF2-40B4-BE49-F238E27FC236}">
                  <a16:creationId xmlns:a16="http://schemas.microsoft.com/office/drawing/2014/main" id="{C1EAB3AD-D821-4EF2-A81B-F6682D7530E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2" y="2701"/>
              <a:ext cx="64" cy="95"/>
            </a:xfrm>
            <a:custGeom>
              <a:avLst/>
              <a:gdLst>
                <a:gd name="T0" fmla="*/ 73 w 58"/>
                <a:gd name="T1" fmla="*/ 0 h 88"/>
                <a:gd name="T2" fmla="*/ 78 w 58"/>
                <a:gd name="T3" fmla="*/ 23 h 88"/>
                <a:gd name="T4" fmla="*/ 62 w 58"/>
                <a:gd name="T5" fmla="*/ 35 h 88"/>
                <a:gd name="T6" fmla="*/ 40 w 58"/>
                <a:gd name="T7" fmla="*/ 54 h 88"/>
                <a:gd name="T8" fmla="*/ 19 w 58"/>
                <a:gd name="T9" fmla="*/ 80 h 88"/>
                <a:gd name="T10" fmla="*/ 0 w 58"/>
                <a:gd name="T11" fmla="*/ 111 h 88"/>
                <a:gd name="T12" fmla="*/ 23 w 58"/>
                <a:gd name="T13" fmla="*/ 68 h 88"/>
                <a:gd name="T14" fmla="*/ 39 w 58"/>
                <a:gd name="T15" fmla="*/ 49 h 88"/>
                <a:gd name="T16" fmla="*/ 55 w 58"/>
                <a:gd name="T17" fmla="*/ 31 h 88"/>
                <a:gd name="T18" fmla="*/ 68 w 58"/>
                <a:gd name="T19" fmla="*/ 12 h 88"/>
                <a:gd name="T20" fmla="*/ 73 w 58"/>
                <a:gd name="T21" fmla="*/ 2 h 8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8" h="88">
                  <a:moveTo>
                    <a:pt x="54" y="0"/>
                  </a:moveTo>
                  <a:cubicBezTo>
                    <a:pt x="56" y="1"/>
                    <a:pt x="57" y="15"/>
                    <a:pt x="58" y="18"/>
                  </a:cubicBezTo>
                  <a:cubicBezTo>
                    <a:pt x="54" y="20"/>
                    <a:pt x="50" y="25"/>
                    <a:pt x="46" y="28"/>
                  </a:cubicBezTo>
                  <a:cubicBezTo>
                    <a:pt x="40" y="32"/>
                    <a:pt x="34" y="38"/>
                    <a:pt x="30" y="43"/>
                  </a:cubicBezTo>
                  <a:cubicBezTo>
                    <a:pt x="24" y="50"/>
                    <a:pt x="20" y="58"/>
                    <a:pt x="14" y="64"/>
                  </a:cubicBezTo>
                  <a:cubicBezTo>
                    <a:pt x="8" y="72"/>
                    <a:pt x="3" y="79"/>
                    <a:pt x="0" y="88"/>
                  </a:cubicBezTo>
                  <a:cubicBezTo>
                    <a:pt x="3" y="76"/>
                    <a:pt x="8" y="64"/>
                    <a:pt x="17" y="54"/>
                  </a:cubicBezTo>
                  <a:cubicBezTo>
                    <a:pt x="21" y="49"/>
                    <a:pt x="24" y="44"/>
                    <a:pt x="29" y="39"/>
                  </a:cubicBezTo>
                  <a:cubicBezTo>
                    <a:pt x="33" y="34"/>
                    <a:pt x="38" y="30"/>
                    <a:pt x="41" y="25"/>
                  </a:cubicBezTo>
                  <a:cubicBezTo>
                    <a:pt x="44" y="19"/>
                    <a:pt x="48" y="14"/>
                    <a:pt x="51" y="9"/>
                  </a:cubicBezTo>
                  <a:cubicBezTo>
                    <a:pt x="52" y="7"/>
                    <a:pt x="54" y="4"/>
                    <a:pt x="54" y="2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8680" name="Freeform 498">
              <a:extLst>
                <a:ext uri="{FF2B5EF4-FFF2-40B4-BE49-F238E27FC236}">
                  <a16:creationId xmlns:a16="http://schemas.microsoft.com/office/drawing/2014/main" id="{0ADC7ACF-F3A6-42DB-A187-1C873B5C3BE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2" y="2746"/>
              <a:ext cx="50" cy="75"/>
            </a:xfrm>
            <a:custGeom>
              <a:avLst/>
              <a:gdLst>
                <a:gd name="T0" fmla="*/ 53 w 46"/>
                <a:gd name="T1" fmla="*/ 0 h 69"/>
                <a:gd name="T2" fmla="*/ 59 w 46"/>
                <a:gd name="T3" fmla="*/ 18 h 69"/>
                <a:gd name="T4" fmla="*/ 43 w 46"/>
                <a:gd name="T5" fmla="*/ 33 h 69"/>
                <a:gd name="T6" fmla="*/ 25 w 46"/>
                <a:gd name="T7" fmla="*/ 55 h 69"/>
                <a:gd name="T8" fmla="*/ 11 w 46"/>
                <a:gd name="T9" fmla="*/ 73 h 69"/>
                <a:gd name="T10" fmla="*/ 0 w 46"/>
                <a:gd name="T11" fmla="*/ 89 h 69"/>
                <a:gd name="T12" fmla="*/ 12 w 46"/>
                <a:gd name="T13" fmla="*/ 68 h 69"/>
                <a:gd name="T14" fmla="*/ 33 w 46"/>
                <a:gd name="T15" fmla="*/ 38 h 69"/>
                <a:gd name="T16" fmla="*/ 47 w 46"/>
                <a:gd name="T17" fmla="*/ 13 h 69"/>
                <a:gd name="T18" fmla="*/ 53 w 46"/>
                <a:gd name="T19" fmla="*/ 1 h 6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6" h="69">
                  <a:moveTo>
                    <a:pt x="41" y="0"/>
                  </a:moveTo>
                  <a:cubicBezTo>
                    <a:pt x="43" y="4"/>
                    <a:pt x="44" y="10"/>
                    <a:pt x="46" y="15"/>
                  </a:cubicBezTo>
                  <a:cubicBezTo>
                    <a:pt x="41" y="15"/>
                    <a:pt x="36" y="23"/>
                    <a:pt x="34" y="26"/>
                  </a:cubicBezTo>
                  <a:cubicBezTo>
                    <a:pt x="28" y="31"/>
                    <a:pt x="23" y="37"/>
                    <a:pt x="19" y="43"/>
                  </a:cubicBezTo>
                  <a:cubicBezTo>
                    <a:pt x="15" y="48"/>
                    <a:pt x="11" y="52"/>
                    <a:pt x="8" y="57"/>
                  </a:cubicBezTo>
                  <a:cubicBezTo>
                    <a:pt x="6" y="61"/>
                    <a:pt x="3" y="66"/>
                    <a:pt x="0" y="69"/>
                  </a:cubicBezTo>
                  <a:cubicBezTo>
                    <a:pt x="2" y="63"/>
                    <a:pt x="6" y="58"/>
                    <a:pt x="9" y="53"/>
                  </a:cubicBezTo>
                  <a:cubicBezTo>
                    <a:pt x="14" y="44"/>
                    <a:pt x="20" y="36"/>
                    <a:pt x="26" y="29"/>
                  </a:cubicBezTo>
                  <a:cubicBezTo>
                    <a:pt x="31" y="23"/>
                    <a:pt x="35" y="17"/>
                    <a:pt x="37" y="10"/>
                  </a:cubicBezTo>
                  <a:cubicBezTo>
                    <a:pt x="39" y="7"/>
                    <a:pt x="39" y="4"/>
                    <a:pt x="41" y="1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8681" name="Freeform 499">
              <a:extLst>
                <a:ext uri="{FF2B5EF4-FFF2-40B4-BE49-F238E27FC236}">
                  <a16:creationId xmlns:a16="http://schemas.microsoft.com/office/drawing/2014/main" id="{BF0BA994-3272-457C-AF12-3929A2E383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2" y="2125"/>
              <a:ext cx="54" cy="350"/>
            </a:xfrm>
            <a:custGeom>
              <a:avLst/>
              <a:gdLst>
                <a:gd name="T0" fmla="*/ 31 w 50"/>
                <a:gd name="T1" fmla="*/ 0 h 322"/>
                <a:gd name="T2" fmla="*/ 63 w 50"/>
                <a:gd name="T3" fmla="*/ 413 h 322"/>
                <a:gd name="T4" fmla="*/ 31 w 50"/>
                <a:gd name="T5" fmla="*/ 0 h 3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0" h="322">
                  <a:moveTo>
                    <a:pt x="25" y="0"/>
                  </a:moveTo>
                  <a:cubicBezTo>
                    <a:pt x="25" y="0"/>
                    <a:pt x="0" y="108"/>
                    <a:pt x="50" y="322"/>
                  </a:cubicBezTo>
                  <a:cubicBezTo>
                    <a:pt x="50" y="322"/>
                    <a:pt x="21" y="75"/>
                    <a:pt x="2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8682" name="Freeform 500">
              <a:extLst>
                <a:ext uri="{FF2B5EF4-FFF2-40B4-BE49-F238E27FC236}">
                  <a16:creationId xmlns:a16="http://schemas.microsoft.com/office/drawing/2014/main" id="{01A42F2A-DA68-4B65-943F-6451A9F3B74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3" y="1614"/>
              <a:ext cx="129" cy="94"/>
            </a:xfrm>
            <a:custGeom>
              <a:avLst/>
              <a:gdLst>
                <a:gd name="T0" fmla="*/ 152 w 119"/>
                <a:gd name="T1" fmla="*/ 12 h 87"/>
                <a:gd name="T2" fmla="*/ 0 w 119"/>
                <a:gd name="T3" fmla="*/ 110 h 87"/>
                <a:gd name="T4" fmla="*/ 152 w 119"/>
                <a:gd name="T5" fmla="*/ 12 h 8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9" h="87">
                  <a:moveTo>
                    <a:pt x="119" y="9"/>
                  </a:moveTo>
                  <a:cubicBezTo>
                    <a:pt x="119" y="9"/>
                    <a:pt x="46" y="0"/>
                    <a:pt x="0" y="87"/>
                  </a:cubicBezTo>
                  <a:cubicBezTo>
                    <a:pt x="0" y="87"/>
                    <a:pt x="55" y="20"/>
                    <a:pt x="119" y="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8683" name="Freeform 501">
              <a:extLst>
                <a:ext uri="{FF2B5EF4-FFF2-40B4-BE49-F238E27FC236}">
                  <a16:creationId xmlns:a16="http://schemas.microsoft.com/office/drawing/2014/main" id="{A32C336D-9741-4E8A-8FCE-C267F582C6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4" y="1789"/>
              <a:ext cx="133" cy="210"/>
            </a:xfrm>
            <a:custGeom>
              <a:avLst/>
              <a:gdLst>
                <a:gd name="T0" fmla="*/ 158 w 122"/>
                <a:gd name="T1" fmla="*/ 0 h 193"/>
                <a:gd name="T2" fmla="*/ 0 w 122"/>
                <a:gd name="T3" fmla="*/ 248 h 193"/>
                <a:gd name="T4" fmla="*/ 158 w 122"/>
                <a:gd name="T5" fmla="*/ 0 h 19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2" h="193">
                  <a:moveTo>
                    <a:pt x="122" y="0"/>
                  </a:moveTo>
                  <a:cubicBezTo>
                    <a:pt x="122" y="0"/>
                    <a:pt x="17" y="160"/>
                    <a:pt x="0" y="193"/>
                  </a:cubicBezTo>
                  <a:cubicBezTo>
                    <a:pt x="0" y="193"/>
                    <a:pt x="108" y="51"/>
                    <a:pt x="12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8684" name="Freeform 502">
              <a:extLst>
                <a:ext uri="{FF2B5EF4-FFF2-40B4-BE49-F238E27FC236}">
                  <a16:creationId xmlns:a16="http://schemas.microsoft.com/office/drawing/2014/main" id="{72929CAC-3FB9-4151-BE58-EB00C804858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0" y="1698"/>
              <a:ext cx="15" cy="59"/>
            </a:xfrm>
            <a:custGeom>
              <a:avLst/>
              <a:gdLst>
                <a:gd name="T0" fmla="*/ 1 w 13"/>
                <a:gd name="T1" fmla="*/ 0 h 54"/>
                <a:gd name="T2" fmla="*/ 2 w 13"/>
                <a:gd name="T3" fmla="*/ 16 h 54"/>
                <a:gd name="T4" fmla="*/ 3 w 13"/>
                <a:gd name="T5" fmla="*/ 42 h 54"/>
                <a:gd name="T6" fmla="*/ 0 w 13"/>
                <a:gd name="T7" fmla="*/ 70 h 54"/>
                <a:gd name="T8" fmla="*/ 2 w 13"/>
                <a:gd name="T9" fmla="*/ 0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54">
                  <a:moveTo>
                    <a:pt x="1" y="0"/>
                  </a:moveTo>
                  <a:cubicBezTo>
                    <a:pt x="0" y="4"/>
                    <a:pt x="1" y="9"/>
                    <a:pt x="2" y="13"/>
                  </a:cubicBezTo>
                  <a:cubicBezTo>
                    <a:pt x="2" y="20"/>
                    <a:pt x="3" y="26"/>
                    <a:pt x="3" y="32"/>
                  </a:cubicBezTo>
                  <a:cubicBezTo>
                    <a:pt x="4" y="40"/>
                    <a:pt x="3" y="47"/>
                    <a:pt x="0" y="54"/>
                  </a:cubicBezTo>
                  <a:cubicBezTo>
                    <a:pt x="13" y="37"/>
                    <a:pt x="6" y="17"/>
                    <a:pt x="2" y="0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8685" name="Freeform 503">
              <a:extLst>
                <a:ext uri="{FF2B5EF4-FFF2-40B4-BE49-F238E27FC236}">
                  <a16:creationId xmlns:a16="http://schemas.microsoft.com/office/drawing/2014/main" id="{823E80C3-6EFE-4927-9397-4EE3CE53B7A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2" y="3521"/>
              <a:ext cx="55" cy="74"/>
            </a:xfrm>
            <a:custGeom>
              <a:avLst/>
              <a:gdLst>
                <a:gd name="T0" fmla="*/ 56 w 50"/>
                <a:gd name="T1" fmla="*/ 9 h 68"/>
                <a:gd name="T2" fmla="*/ 14 w 50"/>
                <a:gd name="T3" fmla="*/ 26 h 68"/>
                <a:gd name="T4" fmla="*/ 4 w 50"/>
                <a:gd name="T5" fmla="*/ 69 h 68"/>
                <a:gd name="T6" fmla="*/ 29 w 50"/>
                <a:gd name="T7" fmla="*/ 85 h 68"/>
                <a:gd name="T8" fmla="*/ 36 w 50"/>
                <a:gd name="T9" fmla="*/ 53 h 68"/>
                <a:gd name="T10" fmla="*/ 53 w 50"/>
                <a:gd name="T11" fmla="*/ 3 h 6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0" h="68">
                  <a:moveTo>
                    <a:pt x="42" y="6"/>
                  </a:moveTo>
                  <a:cubicBezTo>
                    <a:pt x="32" y="0"/>
                    <a:pt x="17" y="12"/>
                    <a:pt x="11" y="20"/>
                  </a:cubicBezTo>
                  <a:cubicBezTo>
                    <a:pt x="5" y="28"/>
                    <a:pt x="0" y="43"/>
                    <a:pt x="4" y="53"/>
                  </a:cubicBezTo>
                  <a:cubicBezTo>
                    <a:pt x="6" y="57"/>
                    <a:pt x="16" y="68"/>
                    <a:pt x="22" y="66"/>
                  </a:cubicBezTo>
                  <a:cubicBezTo>
                    <a:pt x="28" y="63"/>
                    <a:pt x="24" y="47"/>
                    <a:pt x="27" y="41"/>
                  </a:cubicBezTo>
                  <a:cubicBezTo>
                    <a:pt x="31" y="32"/>
                    <a:pt x="50" y="13"/>
                    <a:pt x="40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8686" name="Freeform 504">
              <a:extLst>
                <a:ext uri="{FF2B5EF4-FFF2-40B4-BE49-F238E27FC236}">
                  <a16:creationId xmlns:a16="http://schemas.microsoft.com/office/drawing/2014/main" id="{8645F73C-180A-4930-8E4E-E368DC7B24C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0" y="3636"/>
              <a:ext cx="15" cy="58"/>
            </a:xfrm>
            <a:custGeom>
              <a:avLst/>
              <a:gdLst>
                <a:gd name="T0" fmla="*/ 17 w 14"/>
                <a:gd name="T1" fmla="*/ 0 h 53"/>
                <a:gd name="T2" fmla="*/ 0 w 14"/>
                <a:gd name="T3" fmla="*/ 34 h 53"/>
                <a:gd name="T4" fmla="*/ 13 w 14"/>
                <a:gd name="T5" fmla="*/ 69 h 53"/>
                <a:gd name="T6" fmla="*/ 10 w 14"/>
                <a:gd name="T7" fmla="*/ 37 h 53"/>
                <a:gd name="T8" fmla="*/ 15 w 14"/>
                <a:gd name="T9" fmla="*/ 5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53">
                  <a:moveTo>
                    <a:pt x="14" y="0"/>
                  </a:moveTo>
                  <a:cubicBezTo>
                    <a:pt x="6" y="8"/>
                    <a:pt x="1" y="14"/>
                    <a:pt x="0" y="26"/>
                  </a:cubicBezTo>
                  <a:cubicBezTo>
                    <a:pt x="0" y="35"/>
                    <a:pt x="1" y="47"/>
                    <a:pt x="10" y="53"/>
                  </a:cubicBezTo>
                  <a:cubicBezTo>
                    <a:pt x="8" y="45"/>
                    <a:pt x="6" y="36"/>
                    <a:pt x="7" y="28"/>
                  </a:cubicBezTo>
                  <a:cubicBezTo>
                    <a:pt x="8" y="20"/>
                    <a:pt x="13" y="13"/>
                    <a:pt x="12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8687" name="Freeform 505">
              <a:extLst>
                <a:ext uri="{FF2B5EF4-FFF2-40B4-BE49-F238E27FC236}">
                  <a16:creationId xmlns:a16="http://schemas.microsoft.com/office/drawing/2014/main" id="{B6121952-52C8-48EE-9A7C-D80DA164E1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6" y="3709"/>
              <a:ext cx="26" cy="38"/>
            </a:xfrm>
            <a:custGeom>
              <a:avLst/>
              <a:gdLst>
                <a:gd name="T0" fmla="*/ 14 w 24"/>
                <a:gd name="T1" fmla="*/ 2 h 35"/>
                <a:gd name="T2" fmla="*/ 30 w 24"/>
                <a:gd name="T3" fmla="*/ 45 h 35"/>
                <a:gd name="T4" fmla="*/ 15 w 24"/>
                <a:gd name="T5" fmla="*/ 0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35">
                  <a:moveTo>
                    <a:pt x="11" y="2"/>
                  </a:moveTo>
                  <a:cubicBezTo>
                    <a:pt x="0" y="4"/>
                    <a:pt x="13" y="35"/>
                    <a:pt x="24" y="35"/>
                  </a:cubicBezTo>
                  <a:cubicBezTo>
                    <a:pt x="16" y="27"/>
                    <a:pt x="12" y="11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8688" name="Freeform 506">
              <a:extLst>
                <a:ext uri="{FF2B5EF4-FFF2-40B4-BE49-F238E27FC236}">
                  <a16:creationId xmlns:a16="http://schemas.microsoft.com/office/drawing/2014/main" id="{B5516425-15D7-4517-B2D8-7596D260AE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3" y="3391"/>
              <a:ext cx="146" cy="115"/>
            </a:xfrm>
            <a:custGeom>
              <a:avLst/>
              <a:gdLst>
                <a:gd name="T0" fmla="*/ 134 w 134"/>
                <a:gd name="T1" fmla="*/ 20 h 106"/>
                <a:gd name="T2" fmla="*/ 58 w 134"/>
                <a:gd name="T3" fmla="*/ 56 h 106"/>
                <a:gd name="T4" fmla="*/ 31 w 134"/>
                <a:gd name="T5" fmla="*/ 100 h 106"/>
                <a:gd name="T6" fmla="*/ 15 w 134"/>
                <a:gd name="T7" fmla="*/ 123 h 106"/>
                <a:gd name="T8" fmla="*/ 0 w 134"/>
                <a:gd name="T9" fmla="*/ 136 h 106"/>
                <a:gd name="T10" fmla="*/ 24 w 134"/>
                <a:gd name="T11" fmla="*/ 116 h 106"/>
                <a:gd name="T12" fmla="*/ 74 w 134"/>
                <a:gd name="T13" fmla="*/ 79 h 106"/>
                <a:gd name="T14" fmla="*/ 117 w 134"/>
                <a:gd name="T15" fmla="*/ 65 h 106"/>
                <a:gd name="T16" fmla="*/ 147 w 134"/>
                <a:gd name="T17" fmla="*/ 66 h 106"/>
                <a:gd name="T18" fmla="*/ 132 w 134"/>
                <a:gd name="T19" fmla="*/ 17 h 10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4" h="106">
                  <a:moveTo>
                    <a:pt x="104" y="16"/>
                  </a:moveTo>
                  <a:cubicBezTo>
                    <a:pt x="93" y="0"/>
                    <a:pt x="52" y="35"/>
                    <a:pt x="45" y="44"/>
                  </a:cubicBezTo>
                  <a:cubicBezTo>
                    <a:pt x="36" y="54"/>
                    <a:pt x="31" y="67"/>
                    <a:pt x="24" y="78"/>
                  </a:cubicBezTo>
                  <a:cubicBezTo>
                    <a:pt x="20" y="84"/>
                    <a:pt x="17" y="91"/>
                    <a:pt x="12" y="96"/>
                  </a:cubicBezTo>
                  <a:cubicBezTo>
                    <a:pt x="8" y="99"/>
                    <a:pt x="3" y="102"/>
                    <a:pt x="0" y="106"/>
                  </a:cubicBezTo>
                  <a:cubicBezTo>
                    <a:pt x="7" y="104"/>
                    <a:pt x="12" y="96"/>
                    <a:pt x="18" y="91"/>
                  </a:cubicBezTo>
                  <a:cubicBezTo>
                    <a:pt x="29" y="80"/>
                    <a:pt x="43" y="70"/>
                    <a:pt x="57" y="62"/>
                  </a:cubicBezTo>
                  <a:cubicBezTo>
                    <a:pt x="67" y="57"/>
                    <a:pt x="78" y="50"/>
                    <a:pt x="90" y="51"/>
                  </a:cubicBezTo>
                  <a:cubicBezTo>
                    <a:pt x="98" y="51"/>
                    <a:pt x="106" y="56"/>
                    <a:pt x="114" y="52"/>
                  </a:cubicBezTo>
                  <a:cubicBezTo>
                    <a:pt x="134" y="42"/>
                    <a:pt x="108" y="23"/>
                    <a:pt x="102" y="1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8689" name="Freeform 507">
              <a:extLst>
                <a:ext uri="{FF2B5EF4-FFF2-40B4-BE49-F238E27FC236}">
                  <a16:creationId xmlns:a16="http://schemas.microsoft.com/office/drawing/2014/main" id="{00534C0A-5725-4FE3-959B-66BC95A66C3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1" y="3422"/>
              <a:ext cx="68" cy="147"/>
            </a:xfrm>
            <a:custGeom>
              <a:avLst/>
              <a:gdLst>
                <a:gd name="T0" fmla="*/ 0 w 62"/>
                <a:gd name="T1" fmla="*/ 0 h 135"/>
                <a:gd name="T2" fmla="*/ 46 w 62"/>
                <a:gd name="T3" fmla="*/ 40 h 135"/>
                <a:gd name="T4" fmla="*/ 72 w 62"/>
                <a:gd name="T5" fmla="*/ 93 h 135"/>
                <a:gd name="T6" fmla="*/ 67 w 62"/>
                <a:gd name="T7" fmla="*/ 174 h 135"/>
                <a:gd name="T8" fmla="*/ 69 w 62"/>
                <a:gd name="T9" fmla="*/ 119 h 135"/>
                <a:gd name="T10" fmla="*/ 50 w 62"/>
                <a:gd name="T11" fmla="*/ 66 h 135"/>
                <a:gd name="T12" fmla="*/ 24 w 62"/>
                <a:gd name="T13" fmla="*/ 32 h 135"/>
                <a:gd name="T14" fmla="*/ 3 w 62"/>
                <a:gd name="T15" fmla="*/ 10 h 13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2" h="135">
                  <a:moveTo>
                    <a:pt x="0" y="0"/>
                  </a:moveTo>
                  <a:cubicBezTo>
                    <a:pt x="12" y="6"/>
                    <a:pt x="27" y="20"/>
                    <a:pt x="35" y="31"/>
                  </a:cubicBezTo>
                  <a:cubicBezTo>
                    <a:pt x="44" y="42"/>
                    <a:pt x="52" y="58"/>
                    <a:pt x="55" y="72"/>
                  </a:cubicBezTo>
                  <a:cubicBezTo>
                    <a:pt x="59" y="87"/>
                    <a:pt x="62" y="122"/>
                    <a:pt x="51" y="135"/>
                  </a:cubicBezTo>
                  <a:cubicBezTo>
                    <a:pt x="50" y="121"/>
                    <a:pt x="55" y="107"/>
                    <a:pt x="52" y="92"/>
                  </a:cubicBezTo>
                  <a:cubicBezTo>
                    <a:pt x="48" y="79"/>
                    <a:pt x="44" y="64"/>
                    <a:pt x="38" y="51"/>
                  </a:cubicBezTo>
                  <a:cubicBezTo>
                    <a:pt x="33" y="41"/>
                    <a:pt x="24" y="33"/>
                    <a:pt x="18" y="25"/>
                  </a:cubicBezTo>
                  <a:cubicBezTo>
                    <a:pt x="13" y="18"/>
                    <a:pt x="10" y="11"/>
                    <a:pt x="3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8690" name="Freeform 508">
              <a:extLst>
                <a:ext uri="{FF2B5EF4-FFF2-40B4-BE49-F238E27FC236}">
                  <a16:creationId xmlns:a16="http://schemas.microsoft.com/office/drawing/2014/main" id="{B8899B75-698A-4530-A26C-626C559CFF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0" y="3288"/>
              <a:ext cx="92" cy="144"/>
            </a:xfrm>
            <a:custGeom>
              <a:avLst/>
              <a:gdLst>
                <a:gd name="T0" fmla="*/ 111 w 84"/>
                <a:gd name="T1" fmla="*/ 0 h 132"/>
                <a:gd name="T2" fmla="*/ 50 w 84"/>
                <a:gd name="T3" fmla="*/ 74 h 132"/>
                <a:gd name="T4" fmla="*/ 31 w 84"/>
                <a:gd name="T5" fmla="*/ 122 h 132"/>
                <a:gd name="T6" fmla="*/ 0 w 84"/>
                <a:gd name="T7" fmla="*/ 171 h 132"/>
                <a:gd name="T8" fmla="*/ 45 w 84"/>
                <a:gd name="T9" fmla="*/ 127 h 132"/>
                <a:gd name="T10" fmla="*/ 64 w 84"/>
                <a:gd name="T11" fmla="*/ 75 h 132"/>
                <a:gd name="T12" fmla="*/ 105 w 84"/>
                <a:gd name="T13" fmla="*/ 2 h 1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4" h="132">
                  <a:moveTo>
                    <a:pt x="84" y="0"/>
                  </a:moveTo>
                  <a:cubicBezTo>
                    <a:pt x="70" y="23"/>
                    <a:pt x="48" y="32"/>
                    <a:pt x="38" y="57"/>
                  </a:cubicBezTo>
                  <a:cubicBezTo>
                    <a:pt x="33" y="69"/>
                    <a:pt x="29" y="81"/>
                    <a:pt x="24" y="94"/>
                  </a:cubicBezTo>
                  <a:cubicBezTo>
                    <a:pt x="19" y="108"/>
                    <a:pt x="8" y="119"/>
                    <a:pt x="0" y="132"/>
                  </a:cubicBezTo>
                  <a:cubicBezTo>
                    <a:pt x="13" y="128"/>
                    <a:pt x="28" y="107"/>
                    <a:pt x="34" y="97"/>
                  </a:cubicBezTo>
                  <a:cubicBezTo>
                    <a:pt x="42" y="85"/>
                    <a:pt x="44" y="71"/>
                    <a:pt x="48" y="58"/>
                  </a:cubicBezTo>
                  <a:cubicBezTo>
                    <a:pt x="55" y="37"/>
                    <a:pt x="71" y="22"/>
                    <a:pt x="8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8691" name="Freeform 509">
              <a:extLst>
                <a:ext uri="{FF2B5EF4-FFF2-40B4-BE49-F238E27FC236}">
                  <a16:creationId xmlns:a16="http://schemas.microsoft.com/office/drawing/2014/main" id="{21794CC1-F415-464E-8E8D-4F50120EA90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6" y="3471"/>
              <a:ext cx="94" cy="69"/>
            </a:xfrm>
            <a:custGeom>
              <a:avLst/>
              <a:gdLst>
                <a:gd name="T0" fmla="*/ 103 w 86"/>
                <a:gd name="T1" fmla="*/ 0 h 63"/>
                <a:gd name="T2" fmla="*/ 52 w 86"/>
                <a:gd name="T3" fmla="*/ 47 h 63"/>
                <a:gd name="T4" fmla="*/ 0 w 86"/>
                <a:gd name="T5" fmla="*/ 83 h 63"/>
                <a:gd name="T6" fmla="*/ 39 w 86"/>
                <a:gd name="T7" fmla="*/ 61 h 63"/>
                <a:gd name="T8" fmla="*/ 90 w 86"/>
                <a:gd name="T9" fmla="*/ 53 h 63"/>
                <a:gd name="T10" fmla="*/ 104 w 86"/>
                <a:gd name="T11" fmla="*/ 2 h 6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6" h="63">
                  <a:moveTo>
                    <a:pt x="79" y="0"/>
                  </a:moveTo>
                  <a:cubicBezTo>
                    <a:pt x="73" y="21"/>
                    <a:pt x="60" y="31"/>
                    <a:pt x="40" y="36"/>
                  </a:cubicBezTo>
                  <a:cubicBezTo>
                    <a:pt x="25" y="39"/>
                    <a:pt x="7" y="49"/>
                    <a:pt x="0" y="63"/>
                  </a:cubicBezTo>
                  <a:cubicBezTo>
                    <a:pt x="7" y="54"/>
                    <a:pt x="19" y="49"/>
                    <a:pt x="30" y="47"/>
                  </a:cubicBezTo>
                  <a:cubicBezTo>
                    <a:pt x="44" y="44"/>
                    <a:pt x="57" y="48"/>
                    <a:pt x="69" y="40"/>
                  </a:cubicBezTo>
                  <a:cubicBezTo>
                    <a:pt x="80" y="32"/>
                    <a:pt x="86" y="14"/>
                    <a:pt x="8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8692" name="Freeform 510">
              <a:extLst>
                <a:ext uri="{FF2B5EF4-FFF2-40B4-BE49-F238E27FC236}">
                  <a16:creationId xmlns:a16="http://schemas.microsoft.com/office/drawing/2014/main" id="{94050287-6095-4F87-91E4-075B8731C3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3" y="3105"/>
              <a:ext cx="100" cy="91"/>
            </a:xfrm>
            <a:custGeom>
              <a:avLst/>
              <a:gdLst>
                <a:gd name="T0" fmla="*/ 22 w 91"/>
                <a:gd name="T1" fmla="*/ 9 h 83"/>
                <a:gd name="T2" fmla="*/ 25 w 91"/>
                <a:gd name="T3" fmla="*/ 70 h 83"/>
                <a:gd name="T4" fmla="*/ 38 w 91"/>
                <a:gd name="T5" fmla="*/ 82 h 83"/>
                <a:gd name="T6" fmla="*/ 53 w 91"/>
                <a:gd name="T7" fmla="*/ 101 h 83"/>
                <a:gd name="T8" fmla="*/ 90 w 91"/>
                <a:gd name="T9" fmla="*/ 103 h 83"/>
                <a:gd name="T10" fmla="*/ 120 w 91"/>
                <a:gd name="T11" fmla="*/ 91 h 83"/>
                <a:gd name="T12" fmla="*/ 84 w 91"/>
                <a:gd name="T13" fmla="*/ 67 h 83"/>
                <a:gd name="T14" fmla="*/ 52 w 91"/>
                <a:gd name="T15" fmla="*/ 24 h 83"/>
                <a:gd name="T16" fmla="*/ 37 w 91"/>
                <a:gd name="T17" fmla="*/ 0 h 83"/>
                <a:gd name="T18" fmla="*/ 22 w 91"/>
                <a:gd name="T19" fmla="*/ 11 h 8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91" h="83">
                  <a:moveTo>
                    <a:pt x="16" y="6"/>
                  </a:moveTo>
                  <a:cubicBezTo>
                    <a:pt x="18" y="25"/>
                    <a:pt x="0" y="38"/>
                    <a:pt x="19" y="53"/>
                  </a:cubicBezTo>
                  <a:cubicBezTo>
                    <a:pt x="23" y="56"/>
                    <a:pt x="25" y="58"/>
                    <a:pt x="29" y="62"/>
                  </a:cubicBezTo>
                  <a:cubicBezTo>
                    <a:pt x="33" y="67"/>
                    <a:pt x="34" y="73"/>
                    <a:pt x="40" y="77"/>
                  </a:cubicBezTo>
                  <a:cubicBezTo>
                    <a:pt x="48" y="83"/>
                    <a:pt x="59" y="81"/>
                    <a:pt x="68" y="78"/>
                  </a:cubicBezTo>
                  <a:cubicBezTo>
                    <a:pt x="73" y="77"/>
                    <a:pt x="90" y="75"/>
                    <a:pt x="90" y="69"/>
                  </a:cubicBezTo>
                  <a:cubicBezTo>
                    <a:pt x="91" y="60"/>
                    <a:pt x="68" y="54"/>
                    <a:pt x="63" y="51"/>
                  </a:cubicBezTo>
                  <a:cubicBezTo>
                    <a:pt x="49" y="43"/>
                    <a:pt x="40" y="34"/>
                    <a:pt x="39" y="18"/>
                  </a:cubicBezTo>
                  <a:cubicBezTo>
                    <a:pt x="38" y="11"/>
                    <a:pt x="38" y="0"/>
                    <a:pt x="28" y="0"/>
                  </a:cubicBezTo>
                  <a:cubicBezTo>
                    <a:pt x="22" y="0"/>
                    <a:pt x="18" y="3"/>
                    <a:pt x="16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8693" name="Freeform 511">
              <a:extLst>
                <a:ext uri="{FF2B5EF4-FFF2-40B4-BE49-F238E27FC236}">
                  <a16:creationId xmlns:a16="http://schemas.microsoft.com/office/drawing/2014/main" id="{179BCB02-61BD-4DDB-8A35-72C11D5020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0" y="1878"/>
              <a:ext cx="53" cy="273"/>
            </a:xfrm>
            <a:custGeom>
              <a:avLst/>
              <a:gdLst>
                <a:gd name="T0" fmla="*/ 26 w 49"/>
                <a:gd name="T1" fmla="*/ 323 h 251"/>
                <a:gd name="T2" fmla="*/ 43 w 49"/>
                <a:gd name="T3" fmla="*/ 294 h 251"/>
                <a:gd name="T4" fmla="*/ 56 w 49"/>
                <a:gd name="T5" fmla="*/ 270 h 251"/>
                <a:gd name="T6" fmla="*/ 48 w 49"/>
                <a:gd name="T7" fmla="*/ 193 h 251"/>
                <a:gd name="T8" fmla="*/ 38 w 49"/>
                <a:gd name="T9" fmla="*/ 111 h 251"/>
                <a:gd name="T10" fmla="*/ 42 w 49"/>
                <a:gd name="T11" fmla="*/ 0 h 251"/>
                <a:gd name="T12" fmla="*/ 40 w 49"/>
                <a:gd name="T13" fmla="*/ 24 h 251"/>
                <a:gd name="T14" fmla="*/ 35 w 49"/>
                <a:gd name="T15" fmla="*/ 63 h 251"/>
                <a:gd name="T16" fmla="*/ 35 w 49"/>
                <a:gd name="T17" fmla="*/ 131 h 251"/>
                <a:gd name="T18" fmla="*/ 32 w 49"/>
                <a:gd name="T19" fmla="*/ 246 h 251"/>
                <a:gd name="T20" fmla="*/ 10 w 49"/>
                <a:gd name="T21" fmla="*/ 299 h 251"/>
                <a:gd name="T22" fmla="*/ 29 w 49"/>
                <a:gd name="T23" fmla="*/ 323 h 25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9" h="251">
                  <a:moveTo>
                    <a:pt x="20" y="251"/>
                  </a:moveTo>
                  <a:cubicBezTo>
                    <a:pt x="26" y="245"/>
                    <a:pt x="30" y="235"/>
                    <a:pt x="34" y="228"/>
                  </a:cubicBezTo>
                  <a:cubicBezTo>
                    <a:pt x="38" y="222"/>
                    <a:pt x="43" y="216"/>
                    <a:pt x="44" y="210"/>
                  </a:cubicBezTo>
                  <a:cubicBezTo>
                    <a:pt x="49" y="191"/>
                    <a:pt x="42" y="168"/>
                    <a:pt x="38" y="150"/>
                  </a:cubicBezTo>
                  <a:cubicBezTo>
                    <a:pt x="33" y="129"/>
                    <a:pt x="31" y="107"/>
                    <a:pt x="30" y="86"/>
                  </a:cubicBezTo>
                  <a:cubicBezTo>
                    <a:pt x="29" y="57"/>
                    <a:pt x="35" y="28"/>
                    <a:pt x="33" y="0"/>
                  </a:cubicBezTo>
                  <a:cubicBezTo>
                    <a:pt x="31" y="5"/>
                    <a:pt x="31" y="12"/>
                    <a:pt x="31" y="18"/>
                  </a:cubicBezTo>
                  <a:cubicBezTo>
                    <a:pt x="30" y="28"/>
                    <a:pt x="29" y="38"/>
                    <a:pt x="28" y="49"/>
                  </a:cubicBezTo>
                  <a:cubicBezTo>
                    <a:pt x="27" y="66"/>
                    <a:pt x="26" y="84"/>
                    <a:pt x="28" y="101"/>
                  </a:cubicBezTo>
                  <a:cubicBezTo>
                    <a:pt x="30" y="132"/>
                    <a:pt x="33" y="161"/>
                    <a:pt x="26" y="191"/>
                  </a:cubicBezTo>
                  <a:cubicBezTo>
                    <a:pt x="22" y="207"/>
                    <a:pt x="16" y="219"/>
                    <a:pt x="7" y="233"/>
                  </a:cubicBezTo>
                  <a:cubicBezTo>
                    <a:pt x="0" y="244"/>
                    <a:pt x="15" y="247"/>
                    <a:pt x="23" y="251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8694" name="Freeform 512">
              <a:extLst>
                <a:ext uri="{FF2B5EF4-FFF2-40B4-BE49-F238E27FC236}">
                  <a16:creationId xmlns:a16="http://schemas.microsoft.com/office/drawing/2014/main" id="{19A73593-FF06-4236-8B8C-B20BDC9EE8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0" y="2153"/>
              <a:ext cx="47" cy="232"/>
            </a:xfrm>
            <a:custGeom>
              <a:avLst/>
              <a:gdLst>
                <a:gd name="T0" fmla="*/ 19 w 43"/>
                <a:gd name="T1" fmla="*/ 0 h 213"/>
                <a:gd name="T2" fmla="*/ 52 w 43"/>
                <a:gd name="T3" fmla="*/ 28 h 213"/>
                <a:gd name="T4" fmla="*/ 48 w 43"/>
                <a:gd name="T5" fmla="*/ 57 h 213"/>
                <a:gd name="T6" fmla="*/ 36 w 43"/>
                <a:gd name="T7" fmla="*/ 93 h 213"/>
                <a:gd name="T8" fmla="*/ 1 w 43"/>
                <a:gd name="T9" fmla="*/ 276 h 213"/>
                <a:gd name="T10" fmla="*/ 3 w 43"/>
                <a:gd name="T11" fmla="*/ 175 h 213"/>
                <a:gd name="T12" fmla="*/ 12 w 43"/>
                <a:gd name="T13" fmla="*/ 89 h 213"/>
                <a:gd name="T14" fmla="*/ 14 w 43"/>
                <a:gd name="T15" fmla="*/ 33 h 213"/>
                <a:gd name="T16" fmla="*/ 17 w 43"/>
                <a:gd name="T17" fmla="*/ 2 h 21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3" h="213">
                  <a:moveTo>
                    <a:pt x="15" y="0"/>
                  </a:moveTo>
                  <a:cubicBezTo>
                    <a:pt x="22" y="8"/>
                    <a:pt x="36" y="12"/>
                    <a:pt x="40" y="22"/>
                  </a:cubicBezTo>
                  <a:cubicBezTo>
                    <a:pt x="43" y="28"/>
                    <a:pt x="39" y="37"/>
                    <a:pt x="37" y="44"/>
                  </a:cubicBezTo>
                  <a:cubicBezTo>
                    <a:pt x="34" y="53"/>
                    <a:pt x="30" y="62"/>
                    <a:pt x="27" y="72"/>
                  </a:cubicBezTo>
                  <a:cubicBezTo>
                    <a:pt x="13" y="117"/>
                    <a:pt x="1" y="165"/>
                    <a:pt x="1" y="213"/>
                  </a:cubicBezTo>
                  <a:cubicBezTo>
                    <a:pt x="2" y="187"/>
                    <a:pt x="0" y="162"/>
                    <a:pt x="3" y="136"/>
                  </a:cubicBezTo>
                  <a:cubicBezTo>
                    <a:pt x="5" y="114"/>
                    <a:pt x="7" y="91"/>
                    <a:pt x="9" y="69"/>
                  </a:cubicBezTo>
                  <a:cubicBezTo>
                    <a:pt x="11" y="55"/>
                    <a:pt x="11" y="40"/>
                    <a:pt x="11" y="26"/>
                  </a:cubicBezTo>
                  <a:cubicBezTo>
                    <a:pt x="11" y="18"/>
                    <a:pt x="10" y="9"/>
                    <a:pt x="14" y="2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8695" name="Freeform 513">
              <a:extLst>
                <a:ext uri="{FF2B5EF4-FFF2-40B4-BE49-F238E27FC236}">
                  <a16:creationId xmlns:a16="http://schemas.microsoft.com/office/drawing/2014/main" id="{7830DBE1-C5EE-491B-8635-E75AAD1337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8" y="2078"/>
              <a:ext cx="36" cy="37"/>
            </a:xfrm>
            <a:custGeom>
              <a:avLst/>
              <a:gdLst>
                <a:gd name="T0" fmla="*/ 0 w 33"/>
                <a:gd name="T1" fmla="*/ 2 h 34"/>
                <a:gd name="T2" fmla="*/ 43 w 33"/>
                <a:gd name="T3" fmla="*/ 44 h 34"/>
                <a:gd name="T4" fmla="*/ 16 w 33"/>
                <a:gd name="T5" fmla="*/ 27 h 34"/>
                <a:gd name="T6" fmla="*/ 2 w 33"/>
                <a:gd name="T7" fmla="*/ 0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34">
                  <a:moveTo>
                    <a:pt x="0" y="2"/>
                  </a:moveTo>
                  <a:cubicBezTo>
                    <a:pt x="12" y="10"/>
                    <a:pt x="24" y="22"/>
                    <a:pt x="33" y="34"/>
                  </a:cubicBezTo>
                  <a:cubicBezTo>
                    <a:pt x="27" y="29"/>
                    <a:pt x="19" y="26"/>
                    <a:pt x="13" y="21"/>
                  </a:cubicBezTo>
                  <a:cubicBezTo>
                    <a:pt x="6" y="15"/>
                    <a:pt x="5" y="7"/>
                    <a:pt x="2" y="0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8696" name="Freeform 514">
              <a:extLst>
                <a:ext uri="{FF2B5EF4-FFF2-40B4-BE49-F238E27FC236}">
                  <a16:creationId xmlns:a16="http://schemas.microsoft.com/office/drawing/2014/main" id="{9FBBBE6D-675E-4741-BE46-3E316ABED2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8" y="2502"/>
              <a:ext cx="35" cy="127"/>
            </a:xfrm>
            <a:custGeom>
              <a:avLst/>
              <a:gdLst>
                <a:gd name="T0" fmla="*/ 2 w 32"/>
                <a:gd name="T1" fmla="*/ 0 h 117"/>
                <a:gd name="T2" fmla="*/ 25 w 32"/>
                <a:gd name="T3" fmla="*/ 43 h 117"/>
                <a:gd name="T4" fmla="*/ 38 w 32"/>
                <a:gd name="T5" fmla="*/ 80 h 117"/>
                <a:gd name="T6" fmla="*/ 27 w 32"/>
                <a:gd name="T7" fmla="*/ 150 h 117"/>
                <a:gd name="T8" fmla="*/ 26 w 32"/>
                <a:gd name="T9" fmla="*/ 104 h 117"/>
                <a:gd name="T10" fmla="*/ 18 w 32"/>
                <a:gd name="T11" fmla="*/ 63 h 117"/>
                <a:gd name="T12" fmla="*/ 0 w 32"/>
                <a:gd name="T13" fmla="*/ 2 h 1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" h="117">
                  <a:moveTo>
                    <a:pt x="2" y="0"/>
                  </a:moveTo>
                  <a:cubicBezTo>
                    <a:pt x="4" y="12"/>
                    <a:pt x="13" y="24"/>
                    <a:pt x="19" y="34"/>
                  </a:cubicBezTo>
                  <a:cubicBezTo>
                    <a:pt x="24" y="44"/>
                    <a:pt x="28" y="52"/>
                    <a:pt x="29" y="63"/>
                  </a:cubicBezTo>
                  <a:cubicBezTo>
                    <a:pt x="32" y="82"/>
                    <a:pt x="27" y="99"/>
                    <a:pt x="21" y="117"/>
                  </a:cubicBezTo>
                  <a:cubicBezTo>
                    <a:pt x="19" y="105"/>
                    <a:pt x="21" y="93"/>
                    <a:pt x="20" y="81"/>
                  </a:cubicBezTo>
                  <a:cubicBezTo>
                    <a:pt x="19" y="70"/>
                    <a:pt x="16" y="60"/>
                    <a:pt x="14" y="49"/>
                  </a:cubicBezTo>
                  <a:cubicBezTo>
                    <a:pt x="11" y="33"/>
                    <a:pt x="3" y="18"/>
                    <a:pt x="0" y="2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8697" name="Freeform 515">
              <a:extLst>
                <a:ext uri="{FF2B5EF4-FFF2-40B4-BE49-F238E27FC236}">
                  <a16:creationId xmlns:a16="http://schemas.microsoft.com/office/drawing/2014/main" id="{7DDD45DC-7925-4EB2-B8D9-00F1A9EA58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9" y="2531"/>
              <a:ext cx="77" cy="129"/>
            </a:xfrm>
            <a:custGeom>
              <a:avLst/>
              <a:gdLst>
                <a:gd name="T0" fmla="*/ 22 w 71"/>
                <a:gd name="T1" fmla="*/ 42 h 119"/>
                <a:gd name="T2" fmla="*/ 18 w 71"/>
                <a:gd name="T3" fmla="*/ 87 h 119"/>
                <a:gd name="T4" fmla="*/ 39 w 71"/>
                <a:gd name="T5" fmla="*/ 115 h 119"/>
                <a:gd name="T6" fmla="*/ 91 w 71"/>
                <a:gd name="T7" fmla="*/ 143 h 119"/>
                <a:gd name="T8" fmla="*/ 36 w 71"/>
                <a:gd name="T9" fmla="*/ 127 h 119"/>
                <a:gd name="T10" fmla="*/ 3 w 71"/>
                <a:gd name="T11" fmla="*/ 81 h 119"/>
                <a:gd name="T12" fmla="*/ 3 w 71"/>
                <a:gd name="T13" fmla="*/ 28 h 119"/>
                <a:gd name="T14" fmla="*/ 22 w 71"/>
                <a:gd name="T15" fmla="*/ 41 h 11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1" h="119">
                  <a:moveTo>
                    <a:pt x="17" y="33"/>
                  </a:moveTo>
                  <a:cubicBezTo>
                    <a:pt x="19" y="45"/>
                    <a:pt x="14" y="56"/>
                    <a:pt x="15" y="68"/>
                  </a:cubicBezTo>
                  <a:cubicBezTo>
                    <a:pt x="16" y="77"/>
                    <a:pt x="23" y="85"/>
                    <a:pt x="30" y="90"/>
                  </a:cubicBezTo>
                  <a:cubicBezTo>
                    <a:pt x="42" y="99"/>
                    <a:pt x="61" y="103"/>
                    <a:pt x="71" y="113"/>
                  </a:cubicBezTo>
                  <a:cubicBezTo>
                    <a:pt x="57" y="119"/>
                    <a:pt x="39" y="107"/>
                    <a:pt x="28" y="100"/>
                  </a:cubicBezTo>
                  <a:cubicBezTo>
                    <a:pt x="15" y="90"/>
                    <a:pt x="2" y="82"/>
                    <a:pt x="3" y="64"/>
                  </a:cubicBezTo>
                  <a:cubicBezTo>
                    <a:pt x="3" y="50"/>
                    <a:pt x="4" y="36"/>
                    <a:pt x="3" y="22"/>
                  </a:cubicBezTo>
                  <a:cubicBezTo>
                    <a:pt x="0" y="0"/>
                    <a:pt x="14" y="26"/>
                    <a:pt x="17" y="32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8698" name="Freeform 516">
              <a:extLst>
                <a:ext uri="{FF2B5EF4-FFF2-40B4-BE49-F238E27FC236}">
                  <a16:creationId xmlns:a16="http://schemas.microsoft.com/office/drawing/2014/main" id="{7EC3818E-120E-498B-ACF8-26BE7D9AC22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6" y="2529"/>
              <a:ext cx="7" cy="17"/>
            </a:xfrm>
            <a:custGeom>
              <a:avLst/>
              <a:gdLst>
                <a:gd name="T0" fmla="*/ 7 w 6"/>
                <a:gd name="T1" fmla="*/ 0 h 16"/>
                <a:gd name="T2" fmla="*/ 8 w 6"/>
                <a:gd name="T3" fmla="*/ 19 h 16"/>
                <a:gd name="T4" fmla="*/ 8 w 6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16">
                  <a:moveTo>
                    <a:pt x="4" y="0"/>
                  </a:moveTo>
                  <a:cubicBezTo>
                    <a:pt x="6" y="4"/>
                    <a:pt x="5" y="11"/>
                    <a:pt x="5" y="16"/>
                  </a:cubicBezTo>
                  <a:cubicBezTo>
                    <a:pt x="0" y="11"/>
                    <a:pt x="1" y="4"/>
                    <a:pt x="5" y="0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8699" name="Freeform 517">
              <a:extLst>
                <a:ext uri="{FF2B5EF4-FFF2-40B4-BE49-F238E27FC236}">
                  <a16:creationId xmlns:a16="http://schemas.microsoft.com/office/drawing/2014/main" id="{24D7CAEE-4783-46FF-AB71-91E9A7FAACF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2" y="2596"/>
              <a:ext cx="41" cy="54"/>
            </a:xfrm>
            <a:custGeom>
              <a:avLst/>
              <a:gdLst>
                <a:gd name="T0" fmla="*/ 2 w 37"/>
                <a:gd name="T1" fmla="*/ 2 h 49"/>
                <a:gd name="T2" fmla="*/ 8 w 37"/>
                <a:gd name="T3" fmla="*/ 10 h 49"/>
                <a:gd name="T4" fmla="*/ 11 w 37"/>
                <a:gd name="T5" fmla="*/ 24 h 49"/>
                <a:gd name="T6" fmla="*/ 23 w 37"/>
                <a:gd name="T7" fmla="*/ 40 h 49"/>
                <a:gd name="T8" fmla="*/ 50 w 37"/>
                <a:gd name="T9" fmla="*/ 66 h 49"/>
                <a:gd name="T10" fmla="*/ 16 w 37"/>
                <a:gd name="T11" fmla="*/ 47 h 49"/>
                <a:gd name="T12" fmla="*/ 1 w 37"/>
                <a:gd name="T13" fmla="*/ 3 h 4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7" h="49">
                  <a:moveTo>
                    <a:pt x="2" y="2"/>
                  </a:moveTo>
                  <a:cubicBezTo>
                    <a:pt x="0" y="0"/>
                    <a:pt x="4" y="6"/>
                    <a:pt x="5" y="7"/>
                  </a:cubicBezTo>
                  <a:cubicBezTo>
                    <a:pt x="6" y="11"/>
                    <a:pt x="7" y="15"/>
                    <a:pt x="8" y="18"/>
                  </a:cubicBezTo>
                  <a:cubicBezTo>
                    <a:pt x="11" y="23"/>
                    <a:pt x="14" y="26"/>
                    <a:pt x="17" y="30"/>
                  </a:cubicBezTo>
                  <a:cubicBezTo>
                    <a:pt x="24" y="37"/>
                    <a:pt x="30" y="44"/>
                    <a:pt x="37" y="49"/>
                  </a:cubicBezTo>
                  <a:cubicBezTo>
                    <a:pt x="29" y="45"/>
                    <a:pt x="17" y="43"/>
                    <a:pt x="12" y="35"/>
                  </a:cubicBezTo>
                  <a:cubicBezTo>
                    <a:pt x="7" y="27"/>
                    <a:pt x="2" y="12"/>
                    <a:pt x="1" y="3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8700" name="Freeform 518">
              <a:extLst>
                <a:ext uri="{FF2B5EF4-FFF2-40B4-BE49-F238E27FC236}">
                  <a16:creationId xmlns:a16="http://schemas.microsoft.com/office/drawing/2014/main" id="{C5B08866-F159-413B-B1F5-E3751F7329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3" y="2601"/>
              <a:ext cx="12" cy="41"/>
            </a:xfrm>
            <a:custGeom>
              <a:avLst/>
              <a:gdLst>
                <a:gd name="T0" fmla="*/ 0 w 11"/>
                <a:gd name="T1" fmla="*/ 0 h 38"/>
                <a:gd name="T2" fmla="*/ 14 w 11"/>
                <a:gd name="T3" fmla="*/ 47 h 38"/>
                <a:gd name="T4" fmla="*/ 0 w 11"/>
                <a:gd name="T5" fmla="*/ 4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38">
                  <a:moveTo>
                    <a:pt x="0" y="0"/>
                  </a:moveTo>
                  <a:cubicBezTo>
                    <a:pt x="8" y="13"/>
                    <a:pt x="6" y="24"/>
                    <a:pt x="11" y="38"/>
                  </a:cubicBezTo>
                  <a:cubicBezTo>
                    <a:pt x="1" y="28"/>
                    <a:pt x="5" y="16"/>
                    <a:pt x="0" y="4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8701" name="Freeform 519">
              <a:extLst>
                <a:ext uri="{FF2B5EF4-FFF2-40B4-BE49-F238E27FC236}">
                  <a16:creationId xmlns:a16="http://schemas.microsoft.com/office/drawing/2014/main" id="{9D1B4540-3FE1-4EED-995D-374DB3ED82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2" y="2548"/>
              <a:ext cx="7" cy="11"/>
            </a:xfrm>
            <a:custGeom>
              <a:avLst/>
              <a:gdLst>
                <a:gd name="T0" fmla="*/ 7 w 7"/>
                <a:gd name="T1" fmla="*/ 2 h 10"/>
                <a:gd name="T2" fmla="*/ 6 w 7"/>
                <a:gd name="T3" fmla="*/ 11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0">
                  <a:moveTo>
                    <a:pt x="7" y="2"/>
                  </a:moveTo>
                  <a:cubicBezTo>
                    <a:pt x="0" y="0"/>
                    <a:pt x="0" y="10"/>
                    <a:pt x="6" y="8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8702" name="Freeform 520">
              <a:extLst>
                <a:ext uri="{FF2B5EF4-FFF2-40B4-BE49-F238E27FC236}">
                  <a16:creationId xmlns:a16="http://schemas.microsoft.com/office/drawing/2014/main" id="{3F8D9F94-91F1-4020-9E3C-83BADB0F2D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7" y="2562"/>
              <a:ext cx="3" cy="8"/>
            </a:xfrm>
            <a:custGeom>
              <a:avLst/>
              <a:gdLst>
                <a:gd name="T0" fmla="*/ 3 w 3"/>
                <a:gd name="T1" fmla="*/ 1 h 7"/>
                <a:gd name="T2" fmla="*/ 1 w 3"/>
                <a:gd name="T3" fmla="*/ 1 h 7"/>
                <a:gd name="T4" fmla="*/ 3 w 3"/>
                <a:gd name="T5" fmla="*/ 9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7">
                  <a:moveTo>
                    <a:pt x="3" y="1"/>
                  </a:moveTo>
                  <a:cubicBezTo>
                    <a:pt x="2" y="1"/>
                    <a:pt x="2" y="0"/>
                    <a:pt x="1" y="1"/>
                  </a:cubicBezTo>
                  <a:cubicBezTo>
                    <a:pt x="0" y="4"/>
                    <a:pt x="0" y="7"/>
                    <a:pt x="3" y="6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8703" name="Freeform 521">
              <a:extLst>
                <a:ext uri="{FF2B5EF4-FFF2-40B4-BE49-F238E27FC236}">
                  <a16:creationId xmlns:a16="http://schemas.microsoft.com/office/drawing/2014/main" id="{7D46E004-FA15-4642-91D0-B96DEC3C15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6" y="2580"/>
              <a:ext cx="4" cy="5"/>
            </a:xfrm>
            <a:custGeom>
              <a:avLst/>
              <a:gdLst>
                <a:gd name="T0" fmla="*/ 0 w 4"/>
                <a:gd name="T1" fmla="*/ 0 h 5"/>
                <a:gd name="T2" fmla="*/ 4 w 4"/>
                <a:gd name="T3" fmla="*/ 5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5">
                  <a:moveTo>
                    <a:pt x="0" y="0"/>
                  </a:moveTo>
                  <a:cubicBezTo>
                    <a:pt x="0" y="3"/>
                    <a:pt x="1" y="5"/>
                    <a:pt x="4" y="5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8704" name="Freeform 522">
              <a:extLst>
                <a:ext uri="{FF2B5EF4-FFF2-40B4-BE49-F238E27FC236}">
                  <a16:creationId xmlns:a16="http://schemas.microsoft.com/office/drawing/2014/main" id="{566AFF7D-935E-40BD-A95B-DD10583550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4" y="2611"/>
              <a:ext cx="2" cy="4"/>
            </a:xfrm>
            <a:custGeom>
              <a:avLst/>
              <a:gdLst>
                <a:gd name="T0" fmla="*/ 2 w 2"/>
                <a:gd name="T1" fmla="*/ 0 h 3"/>
                <a:gd name="T2" fmla="*/ 2 w 2"/>
                <a:gd name="T3" fmla="*/ 7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3">
                  <a:moveTo>
                    <a:pt x="2" y="0"/>
                  </a:moveTo>
                  <a:cubicBezTo>
                    <a:pt x="0" y="0"/>
                    <a:pt x="0" y="1"/>
                    <a:pt x="2" y="3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8705" name="Freeform 523">
              <a:extLst>
                <a:ext uri="{FF2B5EF4-FFF2-40B4-BE49-F238E27FC236}">
                  <a16:creationId xmlns:a16="http://schemas.microsoft.com/office/drawing/2014/main" id="{EE364F22-F744-4E46-BD7F-AFD4EB390A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0" y="2545"/>
              <a:ext cx="15" cy="20"/>
            </a:xfrm>
            <a:custGeom>
              <a:avLst/>
              <a:gdLst>
                <a:gd name="T0" fmla="*/ 16 w 14"/>
                <a:gd name="T1" fmla="*/ 0 h 18"/>
                <a:gd name="T2" fmla="*/ 17 w 14"/>
                <a:gd name="T3" fmla="*/ 24 h 18"/>
                <a:gd name="T4" fmla="*/ 11 w 14"/>
                <a:gd name="T5" fmla="*/ 1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8">
                  <a:moveTo>
                    <a:pt x="13" y="0"/>
                  </a:moveTo>
                  <a:cubicBezTo>
                    <a:pt x="8" y="5"/>
                    <a:pt x="5" y="16"/>
                    <a:pt x="14" y="18"/>
                  </a:cubicBezTo>
                  <a:cubicBezTo>
                    <a:pt x="6" y="17"/>
                    <a:pt x="0" y="2"/>
                    <a:pt x="8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8706" name="Freeform 524">
              <a:extLst>
                <a:ext uri="{FF2B5EF4-FFF2-40B4-BE49-F238E27FC236}">
                  <a16:creationId xmlns:a16="http://schemas.microsoft.com/office/drawing/2014/main" id="{3A819C48-4119-44A6-8663-8143B7BD538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4" y="2561"/>
              <a:ext cx="12" cy="13"/>
            </a:xfrm>
            <a:custGeom>
              <a:avLst/>
              <a:gdLst>
                <a:gd name="T0" fmla="*/ 13 w 11"/>
                <a:gd name="T1" fmla="*/ 0 h 12"/>
                <a:gd name="T2" fmla="*/ 14 w 11"/>
                <a:gd name="T3" fmla="*/ 15 h 12"/>
                <a:gd name="T4" fmla="*/ 4 w 11"/>
                <a:gd name="T5" fmla="*/ 1 h 12"/>
                <a:gd name="T6" fmla="*/ 9 w 11"/>
                <a:gd name="T7" fmla="*/ 0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2">
                  <a:moveTo>
                    <a:pt x="10" y="0"/>
                  </a:moveTo>
                  <a:cubicBezTo>
                    <a:pt x="3" y="0"/>
                    <a:pt x="8" y="10"/>
                    <a:pt x="11" y="12"/>
                  </a:cubicBezTo>
                  <a:cubicBezTo>
                    <a:pt x="6" y="9"/>
                    <a:pt x="0" y="9"/>
                    <a:pt x="4" y="1"/>
                  </a:cubicBezTo>
                  <a:cubicBezTo>
                    <a:pt x="5" y="0"/>
                    <a:pt x="6" y="1"/>
                    <a:pt x="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8707" name="Freeform 525">
              <a:extLst>
                <a:ext uri="{FF2B5EF4-FFF2-40B4-BE49-F238E27FC236}">
                  <a16:creationId xmlns:a16="http://schemas.microsoft.com/office/drawing/2014/main" id="{AFDB6F27-B7E1-4B3E-8C31-6D1D6BECE68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5" y="2578"/>
              <a:ext cx="14" cy="14"/>
            </a:xfrm>
            <a:custGeom>
              <a:avLst/>
              <a:gdLst>
                <a:gd name="T0" fmla="*/ 10 w 13"/>
                <a:gd name="T1" fmla="*/ 0 h 13"/>
                <a:gd name="T2" fmla="*/ 16 w 13"/>
                <a:gd name="T3" fmla="*/ 15 h 13"/>
                <a:gd name="T4" fmla="*/ 4 w 13"/>
                <a:gd name="T5" fmla="*/ 14 h 13"/>
                <a:gd name="T6" fmla="*/ 5 w 13"/>
                <a:gd name="T7" fmla="*/ 4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3">
                  <a:moveTo>
                    <a:pt x="7" y="0"/>
                  </a:moveTo>
                  <a:cubicBezTo>
                    <a:pt x="0" y="3"/>
                    <a:pt x="10" y="10"/>
                    <a:pt x="13" y="12"/>
                  </a:cubicBezTo>
                  <a:cubicBezTo>
                    <a:pt x="10" y="13"/>
                    <a:pt x="7" y="13"/>
                    <a:pt x="4" y="11"/>
                  </a:cubicBezTo>
                  <a:cubicBezTo>
                    <a:pt x="4" y="9"/>
                    <a:pt x="4" y="6"/>
                    <a:pt x="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8708" name="Freeform 526">
              <a:extLst>
                <a:ext uri="{FF2B5EF4-FFF2-40B4-BE49-F238E27FC236}">
                  <a16:creationId xmlns:a16="http://schemas.microsoft.com/office/drawing/2014/main" id="{9336AE8D-B55B-4FF9-815F-6E9C5898E1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5" y="2470"/>
              <a:ext cx="68" cy="16"/>
            </a:xfrm>
            <a:custGeom>
              <a:avLst/>
              <a:gdLst>
                <a:gd name="T0" fmla="*/ 0 w 63"/>
                <a:gd name="T1" fmla="*/ 6 h 15"/>
                <a:gd name="T2" fmla="*/ 41 w 63"/>
                <a:gd name="T3" fmla="*/ 3 h 15"/>
                <a:gd name="T4" fmla="*/ 79 w 63"/>
                <a:gd name="T5" fmla="*/ 18 h 15"/>
                <a:gd name="T6" fmla="*/ 33 w 63"/>
                <a:gd name="T7" fmla="*/ 11 h 15"/>
                <a:gd name="T8" fmla="*/ 1 w 63"/>
                <a:gd name="T9" fmla="*/ 4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3" h="15">
                  <a:moveTo>
                    <a:pt x="0" y="6"/>
                  </a:moveTo>
                  <a:cubicBezTo>
                    <a:pt x="9" y="0"/>
                    <a:pt x="23" y="3"/>
                    <a:pt x="32" y="3"/>
                  </a:cubicBezTo>
                  <a:cubicBezTo>
                    <a:pt x="45" y="3"/>
                    <a:pt x="54" y="4"/>
                    <a:pt x="63" y="15"/>
                  </a:cubicBezTo>
                  <a:cubicBezTo>
                    <a:pt x="56" y="7"/>
                    <a:pt x="37" y="9"/>
                    <a:pt x="27" y="8"/>
                  </a:cubicBezTo>
                  <a:cubicBezTo>
                    <a:pt x="19" y="8"/>
                    <a:pt x="9" y="9"/>
                    <a:pt x="1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8709" name="Freeform 527">
              <a:extLst>
                <a:ext uri="{FF2B5EF4-FFF2-40B4-BE49-F238E27FC236}">
                  <a16:creationId xmlns:a16="http://schemas.microsoft.com/office/drawing/2014/main" id="{2F5D1F9D-8E16-4FF8-BE06-30251C37D4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0" y="2500"/>
              <a:ext cx="27" cy="16"/>
            </a:xfrm>
            <a:custGeom>
              <a:avLst/>
              <a:gdLst>
                <a:gd name="T0" fmla="*/ 31 w 25"/>
                <a:gd name="T1" fmla="*/ 8 h 14"/>
                <a:gd name="T2" fmla="*/ 0 w 25"/>
                <a:gd name="T3" fmla="*/ 21 h 14"/>
                <a:gd name="T4" fmla="*/ 30 w 25"/>
                <a:gd name="T5" fmla="*/ 8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14">
                  <a:moveTo>
                    <a:pt x="25" y="5"/>
                  </a:moveTo>
                  <a:cubicBezTo>
                    <a:pt x="16" y="0"/>
                    <a:pt x="2" y="3"/>
                    <a:pt x="0" y="14"/>
                  </a:cubicBezTo>
                  <a:cubicBezTo>
                    <a:pt x="4" y="5"/>
                    <a:pt x="15" y="7"/>
                    <a:pt x="2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8710" name="Freeform 528">
              <a:extLst>
                <a:ext uri="{FF2B5EF4-FFF2-40B4-BE49-F238E27FC236}">
                  <a16:creationId xmlns:a16="http://schemas.microsoft.com/office/drawing/2014/main" id="{BD3631EF-404B-4B7E-B2C3-532CA3B6A3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4" y="2639"/>
              <a:ext cx="227" cy="238"/>
            </a:xfrm>
            <a:custGeom>
              <a:avLst/>
              <a:gdLst>
                <a:gd name="T0" fmla="*/ 271 w 208"/>
                <a:gd name="T1" fmla="*/ 14 h 219"/>
                <a:gd name="T2" fmla="*/ 120 w 208"/>
                <a:gd name="T3" fmla="*/ 58 h 219"/>
                <a:gd name="T4" fmla="*/ 0 w 208"/>
                <a:gd name="T5" fmla="*/ 281 h 219"/>
                <a:gd name="T6" fmla="*/ 141 w 208"/>
                <a:gd name="T7" fmla="*/ 62 h 219"/>
                <a:gd name="T8" fmla="*/ 271 w 208"/>
                <a:gd name="T9" fmla="*/ 14 h 2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8" h="219">
                  <a:moveTo>
                    <a:pt x="208" y="11"/>
                  </a:moveTo>
                  <a:cubicBezTo>
                    <a:pt x="208" y="11"/>
                    <a:pt x="140" y="0"/>
                    <a:pt x="93" y="45"/>
                  </a:cubicBezTo>
                  <a:cubicBezTo>
                    <a:pt x="47" y="91"/>
                    <a:pt x="8" y="181"/>
                    <a:pt x="0" y="219"/>
                  </a:cubicBezTo>
                  <a:cubicBezTo>
                    <a:pt x="0" y="219"/>
                    <a:pt x="59" y="85"/>
                    <a:pt x="108" y="48"/>
                  </a:cubicBezTo>
                  <a:cubicBezTo>
                    <a:pt x="135" y="29"/>
                    <a:pt x="172" y="13"/>
                    <a:pt x="208" y="1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8711" name="Freeform 529">
              <a:extLst>
                <a:ext uri="{FF2B5EF4-FFF2-40B4-BE49-F238E27FC236}">
                  <a16:creationId xmlns:a16="http://schemas.microsoft.com/office/drawing/2014/main" id="{6CB2A281-21F5-4143-B59D-0B5D83F59AB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9" y="1641"/>
              <a:ext cx="121" cy="71"/>
            </a:xfrm>
            <a:custGeom>
              <a:avLst/>
              <a:gdLst>
                <a:gd name="T0" fmla="*/ 0 w 111"/>
                <a:gd name="T1" fmla="*/ 16 h 65"/>
                <a:gd name="T2" fmla="*/ 144 w 111"/>
                <a:gd name="T3" fmla="*/ 85 h 65"/>
                <a:gd name="T4" fmla="*/ 0 w 111"/>
                <a:gd name="T5" fmla="*/ 16 h 6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1" h="65">
                  <a:moveTo>
                    <a:pt x="0" y="13"/>
                  </a:moveTo>
                  <a:cubicBezTo>
                    <a:pt x="0" y="13"/>
                    <a:pt x="58" y="0"/>
                    <a:pt x="111" y="65"/>
                  </a:cubicBezTo>
                  <a:cubicBezTo>
                    <a:pt x="111" y="65"/>
                    <a:pt x="49" y="7"/>
                    <a:pt x="0" y="13"/>
                  </a:cubicBezTo>
                  <a:close/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</p:grpSp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4" name="Rectangle 2">
            <a:extLst>
              <a:ext uri="{FF2B5EF4-FFF2-40B4-BE49-F238E27FC236}">
                <a16:creationId xmlns:a16="http://schemas.microsoft.com/office/drawing/2014/main" id="{3A7701B8-DB19-440A-8E87-5D191762780E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Child (1)</a:t>
            </a:r>
          </a:p>
        </p:txBody>
      </p:sp>
      <p:grpSp>
        <p:nvGrpSpPr>
          <p:cNvPr id="29698" name="child-standing-full-body-illustration">
            <a:extLst>
              <a:ext uri="{FF2B5EF4-FFF2-40B4-BE49-F238E27FC236}">
                <a16:creationId xmlns:a16="http://schemas.microsoft.com/office/drawing/2014/main" id="{62C2B41C-BA0B-4D08-9551-DC8793B4499C}"/>
              </a:ext>
            </a:extLst>
          </p:cNvPr>
          <p:cNvGrpSpPr>
            <a:grpSpLocks/>
          </p:cNvGrpSpPr>
          <p:nvPr/>
        </p:nvGrpSpPr>
        <p:grpSpPr bwMode="auto">
          <a:xfrm>
            <a:off x="6542088" y="1190625"/>
            <a:ext cx="1544637" cy="5407025"/>
            <a:chOff x="3161" y="702"/>
            <a:chExt cx="973" cy="3406"/>
          </a:xfrm>
        </p:grpSpPr>
        <p:sp>
          <p:nvSpPr>
            <p:cNvPr id="30500" name="Freeform 4">
              <a:extLst>
                <a:ext uri="{FF2B5EF4-FFF2-40B4-BE49-F238E27FC236}">
                  <a16:creationId xmlns:a16="http://schemas.microsoft.com/office/drawing/2014/main" id="{F15129FA-5D31-40B1-B4F5-E5237B7D33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3" y="1041"/>
              <a:ext cx="88" cy="124"/>
            </a:xfrm>
            <a:custGeom>
              <a:avLst/>
              <a:gdLst>
                <a:gd name="T0" fmla="*/ 75 w 76"/>
                <a:gd name="T1" fmla="*/ 16 h 107"/>
                <a:gd name="T2" fmla="*/ 47 w 76"/>
                <a:gd name="T3" fmla="*/ 1 h 107"/>
                <a:gd name="T4" fmla="*/ 16 w 76"/>
                <a:gd name="T5" fmla="*/ 3 h 107"/>
                <a:gd name="T6" fmla="*/ 1 w 76"/>
                <a:gd name="T7" fmla="*/ 39 h 107"/>
                <a:gd name="T8" fmla="*/ 28 w 76"/>
                <a:gd name="T9" fmla="*/ 79 h 107"/>
                <a:gd name="T10" fmla="*/ 73 w 76"/>
                <a:gd name="T11" fmla="*/ 147 h 107"/>
                <a:gd name="T12" fmla="*/ 101 w 76"/>
                <a:gd name="T13" fmla="*/ 166 h 107"/>
                <a:gd name="T14" fmla="*/ 118 w 76"/>
                <a:gd name="T15" fmla="*/ 134 h 10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6" h="107">
                  <a:moveTo>
                    <a:pt x="48" y="10"/>
                  </a:moveTo>
                  <a:cubicBezTo>
                    <a:pt x="42" y="9"/>
                    <a:pt x="36" y="3"/>
                    <a:pt x="30" y="1"/>
                  </a:cubicBezTo>
                  <a:cubicBezTo>
                    <a:pt x="23" y="0"/>
                    <a:pt x="16" y="0"/>
                    <a:pt x="10" y="3"/>
                  </a:cubicBezTo>
                  <a:cubicBezTo>
                    <a:pt x="1" y="7"/>
                    <a:pt x="0" y="16"/>
                    <a:pt x="1" y="25"/>
                  </a:cubicBezTo>
                  <a:cubicBezTo>
                    <a:pt x="1" y="36"/>
                    <a:pt x="10" y="43"/>
                    <a:pt x="18" y="51"/>
                  </a:cubicBezTo>
                  <a:cubicBezTo>
                    <a:pt x="31" y="64"/>
                    <a:pt x="36" y="80"/>
                    <a:pt x="47" y="95"/>
                  </a:cubicBezTo>
                  <a:cubicBezTo>
                    <a:pt x="51" y="100"/>
                    <a:pt x="57" y="107"/>
                    <a:pt x="65" y="106"/>
                  </a:cubicBezTo>
                  <a:cubicBezTo>
                    <a:pt x="75" y="104"/>
                    <a:pt x="74" y="94"/>
                    <a:pt x="76" y="86"/>
                  </a:cubicBezTo>
                </a:path>
              </a:pathLst>
            </a:custGeom>
            <a:solidFill>
              <a:srgbClr val="FEF3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501" name="Freeform 5">
              <a:extLst>
                <a:ext uri="{FF2B5EF4-FFF2-40B4-BE49-F238E27FC236}">
                  <a16:creationId xmlns:a16="http://schemas.microsoft.com/office/drawing/2014/main" id="{EF3E5E28-399F-4AA4-8F7D-7E18A5227C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9" y="965"/>
              <a:ext cx="67" cy="153"/>
            </a:xfrm>
            <a:custGeom>
              <a:avLst/>
              <a:gdLst>
                <a:gd name="T0" fmla="*/ 37 w 58"/>
                <a:gd name="T1" fmla="*/ 27 h 132"/>
                <a:gd name="T2" fmla="*/ 68 w 58"/>
                <a:gd name="T3" fmla="*/ 1 h 132"/>
                <a:gd name="T4" fmla="*/ 87 w 58"/>
                <a:gd name="T5" fmla="*/ 36 h 132"/>
                <a:gd name="T6" fmla="*/ 72 w 58"/>
                <a:gd name="T7" fmla="*/ 82 h 132"/>
                <a:gd name="T8" fmla="*/ 61 w 58"/>
                <a:gd name="T9" fmla="*/ 136 h 132"/>
                <a:gd name="T10" fmla="*/ 42 w 58"/>
                <a:gd name="T11" fmla="*/ 199 h 132"/>
                <a:gd name="T12" fmla="*/ 0 w 58"/>
                <a:gd name="T13" fmla="*/ 180 h 1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8" h="132">
                  <a:moveTo>
                    <a:pt x="24" y="17"/>
                  </a:moveTo>
                  <a:cubicBezTo>
                    <a:pt x="27" y="9"/>
                    <a:pt x="35" y="0"/>
                    <a:pt x="44" y="1"/>
                  </a:cubicBezTo>
                  <a:cubicBezTo>
                    <a:pt x="55" y="2"/>
                    <a:pt x="58" y="14"/>
                    <a:pt x="56" y="23"/>
                  </a:cubicBezTo>
                  <a:cubicBezTo>
                    <a:pt x="54" y="34"/>
                    <a:pt x="51" y="43"/>
                    <a:pt x="47" y="53"/>
                  </a:cubicBezTo>
                  <a:cubicBezTo>
                    <a:pt x="43" y="64"/>
                    <a:pt x="40" y="75"/>
                    <a:pt x="40" y="87"/>
                  </a:cubicBezTo>
                  <a:cubicBezTo>
                    <a:pt x="40" y="99"/>
                    <a:pt x="42" y="122"/>
                    <a:pt x="27" y="128"/>
                  </a:cubicBezTo>
                  <a:cubicBezTo>
                    <a:pt x="18" y="132"/>
                    <a:pt x="4" y="124"/>
                    <a:pt x="0" y="116"/>
                  </a:cubicBezTo>
                </a:path>
              </a:pathLst>
            </a:custGeom>
            <a:solidFill>
              <a:srgbClr val="FEF3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502" name="Freeform 6">
              <a:extLst>
                <a:ext uri="{FF2B5EF4-FFF2-40B4-BE49-F238E27FC236}">
                  <a16:creationId xmlns:a16="http://schemas.microsoft.com/office/drawing/2014/main" id="{42CE67CA-5856-427E-A2E7-3437FDB808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9" y="718"/>
              <a:ext cx="400" cy="593"/>
            </a:xfrm>
            <a:custGeom>
              <a:avLst/>
              <a:gdLst>
                <a:gd name="T0" fmla="*/ 534 w 344"/>
                <a:gd name="T1" fmla="*/ 317 h 512"/>
                <a:gd name="T2" fmla="*/ 537 w 344"/>
                <a:gd name="T3" fmla="*/ 248 h 512"/>
                <a:gd name="T4" fmla="*/ 244 w 344"/>
                <a:gd name="T5" fmla="*/ 16 h 512"/>
                <a:gd name="T6" fmla="*/ 17 w 344"/>
                <a:gd name="T7" fmla="*/ 308 h 512"/>
                <a:gd name="T8" fmla="*/ 55 w 344"/>
                <a:gd name="T9" fmla="*/ 415 h 512"/>
                <a:gd name="T10" fmla="*/ 77 w 344"/>
                <a:gd name="T11" fmla="*/ 478 h 512"/>
                <a:gd name="T12" fmla="*/ 172 w 344"/>
                <a:gd name="T13" fmla="*/ 673 h 512"/>
                <a:gd name="T14" fmla="*/ 356 w 344"/>
                <a:gd name="T15" fmla="*/ 786 h 512"/>
                <a:gd name="T16" fmla="*/ 506 w 344"/>
                <a:gd name="T17" fmla="*/ 596 h 512"/>
                <a:gd name="T18" fmla="*/ 534 w 344"/>
                <a:gd name="T19" fmla="*/ 391 h 512"/>
                <a:gd name="T20" fmla="*/ 534 w 344"/>
                <a:gd name="T21" fmla="*/ 317 h 51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44" h="512">
                  <a:moveTo>
                    <a:pt x="340" y="205"/>
                  </a:moveTo>
                  <a:cubicBezTo>
                    <a:pt x="342" y="190"/>
                    <a:pt x="342" y="175"/>
                    <a:pt x="341" y="160"/>
                  </a:cubicBezTo>
                  <a:cubicBezTo>
                    <a:pt x="330" y="66"/>
                    <a:pt x="247" y="0"/>
                    <a:pt x="156" y="10"/>
                  </a:cubicBezTo>
                  <a:cubicBezTo>
                    <a:pt x="65" y="21"/>
                    <a:pt x="0" y="106"/>
                    <a:pt x="11" y="199"/>
                  </a:cubicBezTo>
                  <a:cubicBezTo>
                    <a:pt x="14" y="224"/>
                    <a:pt x="22" y="247"/>
                    <a:pt x="34" y="267"/>
                  </a:cubicBezTo>
                  <a:cubicBezTo>
                    <a:pt x="40" y="280"/>
                    <a:pt x="48" y="299"/>
                    <a:pt x="49" y="308"/>
                  </a:cubicBezTo>
                  <a:cubicBezTo>
                    <a:pt x="50" y="322"/>
                    <a:pt x="79" y="406"/>
                    <a:pt x="109" y="433"/>
                  </a:cubicBezTo>
                  <a:cubicBezTo>
                    <a:pt x="139" y="460"/>
                    <a:pt x="180" y="512"/>
                    <a:pt x="226" y="506"/>
                  </a:cubicBezTo>
                  <a:cubicBezTo>
                    <a:pt x="272" y="500"/>
                    <a:pt x="317" y="403"/>
                    <a:pt x="322" y="384"/>
                  </a:cubicBezTo>
                  <a:cubicBezTo>
                    <a:pt x="327" y="366"/>
                    <a:pt x="344" y="300"/>
                    <a:pt x="340" y="252"/>
                  </a:cubicBezTo>
                  <a:cubicBezTo>
                    <a:pt x="338" y="235"/>
                    <a:pt x="339" y="214"/>
                    <a:pt x="340" y="205"/>
                  </a:cubicBezTo>
                  <a:close/>
                </a:path>
              </a:pathLst>
            </a:custGeom>
            <a:solidFill>
              <a:srgbClr val="FEF3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503" name="Freeform 7">
              <a:extLst>
                <a:ext uri="{FF2B5EF4-FFF2-40B4-BE49-F238E27FC236}">
                  <a16:creationId xmlns:a16="http://schemas.microsoft.com/office/drawing/2014/main" id="{C0E614BC-571D-42C7-ABFC-98612B2FD3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1" y="1191"/>
              <a:ext cx="471" cy="1395"/>
            </a:xfrm>
            <a:custGeom>
              <a:avLst/>
              <a:gdLst>
                <a:gd name="T0" fmla="*/ 520 w 405"/>
                <a:gd name="T1" fmla="*/ 0 h 1203"/>
                <a:gd name="T2" fmla="*/ 508 w 405"/>
                <a:gd name="T3" fmla="*/ 160 h 1203"/>
                <a:gd name="T4" fmla="*/ 327 w 405"/>
                <a:gd name="T5" fmla="*/ 220 h 1203"/>
                <a:gd name="T6" fmla="*/ 135 w 405"/>
                <a:gd name="T7" fmla="*/ 450 h 1203"/>
                <a:gd name="T8" fmla="*/ 12 w 405"/>
                <a:gd name="T9" fmla="*/ 997 h 1203"/>
                <a:gd name="T10" fmla="*/ 30 w 405"/>
                <a:gd name="T11" fmla="*/ 1436 h 1203"/>
                <a:gd name="T12" fmla="*/ 19 w 405"/>
                <a:gd name="T13" fmla="*/ 1659 h 1203"/>
                <a:gd name="T14" fmla="*/ 14 w 405"/>
                <a:gd name="T15" fmla="*/ 1786 h 1203"/>
                <a:gd name="T16" fmla="*/ 77 w 405"/>
                <a:gd name="T17" fmla="*/ 1833 h 1203"/>
                <a:gd name="T18" fmla="*/ 163 w 405"/>
                <a:gd name="T19" fmla="*/ 1873 h 1203"/>
                <a:gd name="T20" fmla="*/ 167 w 405"/>
                <a:gd name="T21" fmla="*/ 1857 h 1203"/>
                <a:gd name="T22" fmla="*/ 186 w 405"/>
                <a:gd name="T23" fmla="*/ 1845 h 1203"/>
                <a:gd name="T24" fmla="*/ 149 w 405"/>
                <a:gd name="T25" fmla="*/ 1814 h 1203"/>
                <a:gd name="T26" fmla="*/ 144 w 405"/>
                <a:gd name="T27" fmla="*/ 1729 h 1203"/>
                <a:gd name="T28" fmla="*/ 172 w 405"/>
                <a:gd name="T29" fmla="*/ 1691 h 1203"/>
                <a:gd name="T30" fmla="*/ 224 w 405"/>
                <a:gd name="T31" fmla="*/ 1800 h 1203"/>
                <a:gd name="T32" fmla="*/ 233 w 405"/>
                <a:gd name="T33" fmla="*/ 1728 h 1203"/>
                <a:gd name="T34" fmla="*/ 234 w 405"/>
                <a:gd name="T35" fmla="*/ 1611 h 1203"/>
                <a:gd name="T36" fmla="*/ 200 w 405"/>
                <a:gd name="T37" fmla="*/ 1540 h 1203"/>
                <a:gd name="T38" fmla="*/ 167 w 405"/>
                <a:gd name="T39" fmla="*/ 1398 h 1203"/>
                <a:gd name="T40" fmla="*/ 206 w 405"/>
                <a:gd name="T41" fmla="*/ 1078 h 1203"/>
                <a:gd name="T42" fmla="*/ 221 w 405"/>
                <a:gd name="T43" fmla="*/ 916 h 1203"/>
                <a:gd name="T44" fmla="*/ 283 w 405"/>
                <a:gd name="T45" fmla="*/ 710 h 1203"/>
                <a:gd name="T46" fmla="*/ 529 w 405"/>
                <a:gd name="T47" fmla="*/ 499 h 1203"/>
                <a:gd name="T48" fmla="*/ 520 w 405"/>
                <a:gd name="T49" fmla="*/ 0 h 1203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405" h="1203">
                  <a:moveTo>
                    <a:pt x="330" y="0"/>
                  </a:moveTo>
                  <a:cubicBezTo>
                    <a:pt x="330" y="0"/>
                    <a:pt x="344" y="79"/>
                    <a:pt x="323" y="103"/>
                  </a:cubicBezTo>
                  <a:cubicBezTo>
                    <a:pt x="302" y="127"/>
                    <a:pt x="238" y="135"/>
                    <a:pt x="208" y="141"/>
                  </a:cubicBezTo>
                  <a:cubicBezTo>
                    <a:pt x="179" y="148"/>
                    <a:pt x="98" y="144"/>
                    <a:pt x="86" y="289"/>
                  </a:cubicBezTo>
                  <a:cubicBezTo>
                    <a:pt x="74" y="435"/>
                    <a:pt x="16" y="535"/>
                    <a:pt x="8" y="640"/>
                  </a:cubicBezTo>
                  <a:cubicBezTo>
                    <a:pt x="0" y="745"/>
                    <a:pt x="16" y="887"/>
                    <a:pt x="19" y="921"/>
                  </a:cubicBezTo>
                  <a:cubicBezTo>
                    <a:pt x="22" y="956"/>
                    <a:pt x="24" y="1031"/>
                    <a:pt x="12" y="1064"/>
                  </a:cubicBezTo>
                  <a:cubicBezTo>
                    <a:pt x="0" y="1097"/>
                    <a:pt x="9" y="1145"/>
                    <a:pt x="9" y="1145"/>
                  </a:cubicBezTo>
                  <a:cubicBezTo>
                    <a:pt x="9" y="1145"/>
                    <a:pt x="34" y="1175"/>
                    <a:pt x="49" y="1175"/>
                  </a:cubicBezTo>
                  <a:cubicBezTo>
                    <a:pt x="49" y="1175"/>
                    <a:pt x="84" y="1203"/>
                    <a:pt x="103" y="1201"/>
                  </a:cubicBezTo>
                  <a:cubicBezTo>
                    <a:pt x="108" y="1201"/>
                    <a:pt x="107" y="1191"/>
                    <a:pt x="107" y="1191"/>
                  </a:cubicBezTo>
                  <a:cubicBezTo>
                    <a:pt x="107" y="1191"/>
                    <a:pt x="119" y="1193"/>
                    <a:pt x="119" y="1183"/>
                  </a:cubicBezTo>
                  <a:cubicBezTo>
                    <a:pt x="119" y="1173"/>
                    <a:pt x="95" y="1163"/>
                    <a:pt x="95" y="1163"/>
                  </a:cubicBezTo>
                  <a:cubicBezTo>
                    <a:pt x="95" y="1163"/>
                    <a:pt x="93" y="1111"/>
                    <a:pt x="92" y="1109"/>
                  </a:cubicBezTo>
                  <a:cubicBezTo>
                    <a:pt x="91" y="1107"/>
                    <a:pt x="109" y="1084"/>
                    <a:pt x="109" y="1084"/>
                  </a:cubicBezTo>
                  <a:cubicBezTo>
                    <a:pt x="109" y="1084"/>
                    <a:pt x="102" y="1148"/>
                    <a:pt x="143" y="1154"/>
                  </a:cubicBezTo>
                  <a:cubicBezTo>
                    <a:pt x="143" y="1154"/>
                    <a:pt x="146" y="1114"/>
                    <a:pt x="148" y="1108"/>
                  </a:cubicBezTo>
                  <a:cubicBezTo>
                    <a:pt x="150" y="1101"/>
                    <a:pt x="149" y="1033"/>
                    <a:pt x="149" y="1033"/>
                  </a:cubicBezTo>
                  <a:cubicBezTo>
                    <a:pt x="149" y="1033"/>
                    <a:pt x="150" y="1016"/>
                    <a:pt x="127" y="987"/>
                  </a:cubicBezTo>
                  <a:cubicBezTo>
                    <a:pt x="105" y="958"/>
                    <a:pt x="109" y="922"/>
                    <a:pt x="107" y="897"/>
                  </a:cubicBezTo>
                  <a:cubicBezTo>
                    <a:pt x="105" y="873"/>
                    <a:pt x="125" y="710"/>
                    <a:pt x="131" y="692"/>
                  </a:cubicBezTo>
                  <a:cubicBezTo>
                    <a:pt x="137" y="674"/>
                    <a:pt x="142" y="608"/>
                    <a:pt x="140" y="587"/>
                  </a:cubicBezTo>
                  <a:cubicBezTo>
                    <a:pt x="138" y="566"/>
                    <a:pt x="178" y="460"/>
                    <a:pt x="180" y="455"/>
                  </a:cubicBezTo>
                  <a:cubicBezTo>
                    <a:pt x="336" y="320"/>
                    <a:pt x="336" y="320"/>
                    <a:pt x="336" y="320"/>
                  </a:cubicBezTo>
                  <a:cubicBezTo>
                    <a:pt x="336" y="320"/>
                    <a:pt x="405" y="200"/>
                    <a:pt x="330" y="0"/>
                  </a:cubicBezTo>
                  <a:close/>
                </a:path>
              </a:pathLst>
            </a:custGeom>
            <a:solidFill>
              <a:srgbClr val="FEF3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504" name="Freeform 8">
              <a:extLst>
                <a:ext uri="{FF2B5EF4-FFF2-40B4-BE49-F238E27FC236}">
                  <a16:creationId xmlns:a16="http://schemas.microsoft.com/office/drawing/2014/main" id="{6A6E4B7D-339B-4FFF-888E-6678817305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8" y="1187"/>
              <a:ext cx="371" cy="1438"/>
            </a:xfrm>
            <a:custGeom>
              <a:avLst/>
              <a:gdLst>
                <a:gd name="T0" fmla="*/ 36 w 319"/>
                <a:gd name="T1" fmla="*/ 0 h 1240"/>
                <a:gd name="T2" fmla="*/ 80 w 319"/>
                <a:gd name="T3" fmla="*/ 188 h 1240"/>
                <a:gd name="T4" fmla="*/ 276 w 319"/>
                <a:gd name="T5" fmla="*/ 246 h 1240"/>
                <a:gd name="T6" fmla="*/ 431 w 319"/>
                <a:gd name="T7" fmla="*/ 487 h 1240"/>
                <a:gd name="T8" fmla="*/ 498 w 319"/>
                <a:gd name="T9" fmla="*/ 987 h 1240"/>
                <a:gd name="T10" fmla="*/ 466 w 319"/>
                <a:gd name="T11" fmla="*/ 1409 h 1240"/>
                <a:gd name="T12" fmla="*/ 466 w 319"/>
                <a:gd name="T13" fmla="*/ 1643 h 1240"/>
                <a:gd name="T14" fmla="*/ 455 w 319"/>
                <a:gd name="T15" fmla="*/ 1833 h 1240"/>
                <a:gd name="T16" fmla="*/ 384 w 319"/>
                <a:gd name="T17" fmla="*/ 1897 h 1240"/>
                <a:gd name="T18" fmla="*/ 340 w 319"/>
                <a:gd name="T19" fmla="*/ 1920 h 1240"/>
                <a:gd name="T20" fmla="*/ 308 w 319"/>
                <a:gd name="T21" fmla="*/ 1923 h 1240"/>
                <a:gd name="T22" fmla="*/ 318 w 319"/>
                <a:gd name="T23" fmla="*/ 1865 h 1240"/>
                <a:gd name="T24" fmla="*/ 327 w 319"/>
                <a:gd name="T25" fmla="*/ 1801 h 1240"/>
                <a:gd name="T26" fmla="*/ 304 w 319"/>
                <a:gd name="T27" fmla="*/ 1719 h 1240"/>
                <a:gd name="T28" fmla="*/ 267 w 319"/>
                <a:gd name="T29" fmla="*/ 1843 h 1240"/>
                <a:gd name="T30" fmla="*/ 258 w 319"/>
                <a:gd name="T31" fmla="*/ 1800 h 1240"/>
                <a:gd name="T32" fmla="*/ 259 w 319"/>
                <a:gd name="T33" fmla="*/ 1666 h 1240"/>
                <a:gd name="T34" fmla="*/ 300 w 319"/>
                <a:gd name="T35" fmla="*/ 1584 h 1240"/>
                <a:gd name="T36" fmla="*/ 324 w 319"/>
                <a:gd name="T37" fmla="*/ 1448 h 1240"/>
                <a:gd name="T38" fmla="*/ 316 w 319"/>
                <a:gd name="T39" fmla="*/ 1065 h 1240"/>
                <a:gd name="T40" fmla="*/ 255 w 319"/>
                <a:gd name="T41" fmla="*/ 696 h 1240"/>
                <a:gd name="T42" fmla="*/ 123 w 319"/>
                <a:gd name="T43" fmla="*/ 484 h 1240"/>
                <a:gd name="T44" fmla="*/ 2 w 319"/>
                <a:gd name="T45" fmla="*/ 221 h 1240"/>
                <a:gd name="T46" fmla="*/ 36 w 319"/>
                <a:gd name="T47" fmla="*/ 0 h 1240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319" h="1240">
                  <a:moveTo>
                    <a:pt x="23" y="0"/>
                  </a:moveTo>
                  <a:cubicBezTo>
                    <a:pt x="23" y="0"/>
                    <a:pt x="0" y="105"/>
                    <a:pt x="51" y="121"/>
                  </a:cubicBezTo>
                  <a:cubicBezTo>
                    <a:pt x="102" y="136"/>
                    <a:pt x="160" y="157"/>
                    <a:pt x="175" y="158"/>
                  </a:cubicBezTo>
                  <a:cubicBezTo>
                    <a:pt x="191" y="159"/>
                    <a:pt x="267" y="185"/>
                    <a:pt x="274" y="312"/>
                  </a:cubicBezTo>
                  <a:cubicBezTo>
                    <a:pt x="281" y="440"/>
                    <a:pt x="314" y="598"/>
                    <a:pt x="316" y="633"/>
                  </a:cubicBezTo>
                  <a:cubicBezTo>
                    <a:pt x="319" y="668"/>
                    <a:pt x="315" y="800"/>
                    <a:pt x="297" y="904"/>
                  </a:cubicBezTo>
                  <a:cubicBezTo>
                    <a:pt x="289" y="953"/>
                    <a:pt x="289" y="1011"/>
                    <a:pt x="297" y="1054"/>
                  </a:cubicBezTo>
                  <a:cubicBezTo>
                    <a:pt x="306" y="1097"/>
                    <a:pt x="299" y="1154"/>
                    <a:pt x="289" y="1175"/>
                  </a:cubicBezTo>
                  <a:cubicBezTo>
                    <a:pt x="279" y="1196"/>
                    <a:pt x="254" y="1218"/>
                    <a:pt x="244" y="1217"/>
                  </a:cubicBezTo>
                  <a:cubicBezTo>
                    <a:pt x="244" y="1217"/>
                    <a:pt x="230" y="1239"/>
                    <a:pt x="216" y="1231"/>
                  </a:cubicBezTo>
                  <a:cubicBezTo>
                    <a:pt x="216" y="1231"/>
                    <a:pt x="203" y="1240"/>
                    <a:pt x="196" y="1233"/>
                  </a:cubicBezTo>
                  <a:cubicBezTo>
                    <a:pt x="189" y="1225"/>
                    <a:pt x="198" y="1200"/>
                    <a:pt x="202" y="1196"/>
                  </a:cubicBezTo>
                  <a:cubicBezTo>
                    <a:pt x="206" y="1193"/>
                    <a:pt x="209" y="1166"/>
                    <a:pt x="208" y="1155"/>
                  </a:cubicBezTo>
                  <a:cubicBezTo>
                    <a:pt x="207" y="1144"/>
                    <a:pt x="209" y="1122"/>
                    <a:pt x="193" y="1102"/>
                  </a:cubicBezTo>
                  <a:cubicBezTo>
                    <a:pt x="193" y="1102"/>
                    <a:pt x="198" y="1172"/>
                    <a:pt x="170" y="1181"/>
                  </a:cubicBezTo>
                  <a:cubicBezTo>
                    <a:pt x="164" y="1154"/>
                    <a:pt x="164" y="1154"/>
                    <a:pt x="164" y="1154"/>
                  </a:cubicBezTo>
                  <a:cubicBezTo>
                    <a:pt x="164" y="1154"/>
                    <a:pt x="163" y="1075"/>
                    <a:pt x="165" y="1068"/>
                  </a:cubicBezTo>
                  <a:cubicBezTo>
                    <a:pt x="167" y="1061"/>
                    <a:pt x="172" y="1042"/>
                    <a:pt x="191" y="1016"/>
                  </a:cubicBezTo>
                  <a:cubicBezTo>
                    <a:pt x="211" y="990"/>
                    <a:pt x="210" y="958"/>
                    <a:pt x="206" y="929"/>
                  </a:cubicBezTo>
                  <a:cubicBezTo>
                    <a:pt x="202" y="900"/>
                    <a:pt x="201" y="724"/>
                    <a:pt x="201" y="683"/>
                  </a:cubicBezTo>
                  <a:cubicBezTo>
                    <a:pt x="201" y="642"/>
                    <a:pt x="165" y="477"/>
                    <a:pt x="162" y="446"/>
                  </a:cubicBezTo>
                  <a:cubicBezTo>
                    <a:pt x="78" y="310"/>
                    <a:pt x="78" y="310"/>
                    <a:pt x="78" y="310"/>
                  </a:cubicBezTo>
                  <a:cubicBezTo>
                    <a:pt x="2" y="142"/>
                    <a:pt x="2" y="142"/>
                    <a:pt x="2" y="142"/>
                  </a:cubicBezTo>
                  <a:lnTo>
                    <a:pt x="23" y="0"/>
                  </a:lnTo>
                  <a:close/>
                </a:path>
              </a:pathLst>
            </a:custGeom>
            <a:solidFill>
              <a:srgbClr val="FEF3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505" name="Freeform 9">
              <a:extLst>
                <a:ext uri="{FF2B5EF4-FFF2-40B4-BE49-F238E27FC236}">
                  <a16:creationId xmlns:a16="http://schemas.microsoft.com/office/drawing/2014/main" id="{256D652F-2A9F-4240-8697-15CC3D816D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1" y="1166"/>
              <a:ext cx="584" cy="1400"/>
            </a:xfrm>
            <a:custGeom>
              <a:avLst/>
              <a:gdLst>
                <a:gd name="T0" fmla="*/ 244 w 503"/>
                <a:gd name="T1" fmla="*/ 7 h 1207"/>
                <a:gd name="T2" fmla="*/ 269 w 503"/>
                <a:gd name="T3" fmla="*/ 152 h 1207"/>
                <a:gd name="T4" fmla="*/ 20 w 503"/>
                <a:gd name="T5" fmla="*/ 603 h 1207"/>
                <a:gd name="T6" fmla="*/ 20 w 503"/>
                <a:gd name="T7" fmla="*/ 819 h 1207"/>
                <a:gd name="T8" fmla="*/ 27 w 503"/>
                <a:gd name="T9" fmla="*/ 1271 h 1207"/>
                <a:gd name="T10" fmla="*/ 0 w 503"/>
                <a:gd name="T11" fmla="*/ 1613 h 1207"/>
                <a:gd name="T12" fmla="*/ 369 w 503"/>
                <a:gd name="T13" fmla="*/ 1879 h 1207"/>
                <a:gd name="T14" fmla="*/ 771 w 503"/>
                <a:gd name="T15" fmla="*/ 1597 h 1207"/>
                <a:gd name="T16" fmla="*/ 742 w 503"/>
                <a:gd name="T17" fmla="*/ 1428 h 1207"/>
                <a:gd name="T18" fmla="*/ 720 w 503"/>
                <a:gd name="T19" fmla="*/ 1124 h 1207"/>
                <a:gd name="T20" fmla="*/ 780 w 503"/>
                <a:gd name="T21" fmla="*/ 684 h 1207"/>
                <a:gd name="T22" fmla="*/ 634 w 503"/>
                <a:gd name="T23" fmla="*/ 331 h 1207"/>
                <a:gd name="T24" fmla="*/ 553 w 503"/>
                <a:gd name="T25" fmla="*/ 182 h 1207"/>
                <a:gd name="T26" fmla="*/ 567 w 503"/>
                <a:gd name="T27" fmla="*/ 57 h 1207"/>
                <a:gd name="T28" fmla="*/ 561 w 503"/>
                <a:gd name="T29" fmla="*/ 0 h 1207"/>
                <a:gd name="T30" fmla="*/ 244 w 503"/>
                <a:gd name="T31" fmla="*/ 7 h 1207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503" h="1207">
                  <a:moveTo>
                    <a:pt x="156" y="4"/>
                  </a:moveTo>
                  <a:cubicBezTo>
                    <a:pt x="156" y="4"/>
                    <a:pt x="171" y="66"/>
                    <a:pt x="172" y="97"/>
                  </a:cubicBezTo>
                  <a:cubicBezTo>
                    <a:pt x="173" y="127"/>
                    <a:pt x="47" y="365"/>
                    <a:pt x="13" y="386"/>
                  </a:cubicBezTo>
                  <a:cubicBezTo>
                    <a:pt x="13" y="386"/>
                    <a:pt x="6" y="469"/>
                    <a:pt x="13" y="525"/>
                  </a:cubicBezTo>
                  <a:cubicBezTo>
                    <a:pt x="20" y="581"/>
                    <a:pt x="22" y="773"/>
                    <a:pt x="17" y="815"/>
                  </a:cubicBezTo>
                  <a:cubicBezTo>
                    <a:pt x="12" y="858"/>
                    <a:pt x="24" y="873"/>
                    <a:pt x="0" y="1034"/>
                  </a:cubicBezTo>
                  <a:cubicBezTo>
                    <a:pt x="0" y="1034"/>
                    <a:pt x="180" y="1207"/>
                    <a:pt x="236" y="1204"/>
                  </a:cubicBezTo>
                  <a:cubicBezTo>
                    <a:pt x="291" y="1200"/>
                    <a:pt x="493" y="1023"/>
                    <a:pt x="493" y="1023"/>
                  </a:cubicBezTo>
                  <a:cubicBezTo>
                    <a:pt x="493" y="1023"/>
                    <a:pt x="483" y="952"/>
                    <a:pt x="474" y="915"/>
                  </a:cubicBezTo>
                  <a:cubicBezTo>
                    <a:pt x="465" y="877"/>
                    <a:pt x="456" y="775"/>
                    <a:pt x="460" y="720"/>
                  </a:cubicBezTo>
                  <a:cubicBezTo>
                    <a:pt x="464" y="664"/>
                    <a:pt x="503" y="526"/>
                    <a:pt x="499" y="439"/>
                  </a:cubicBezTo>
                  <a:cubicBezTo>
                    <a:pt x="495" y="351"/>
                    <a:pt x="405" y="212"/>
                    <a:pt x="405" y="212"/>
                  </a:cubicBezTo>
                  <a:cubicBezTo>
                    <a:pt x="353" y="116"/>
                    <a:pt x="353" y="116"/>
                    <a:pt x="353" y="116"/>
                  </a:cubicBezTo>
                  <a:cubicBezTo>
                    <a:pt x="362" y="36"/>
                    <a:pt x="362" y="36"/>
                    <a:pt x="362" y="36"/>
                  </a:cubicBezTo>
                  <a:cubicBezTo>
                    <a:pt x="358" y="0"/>
                    <a:pt x="358" y="0"/>
                    <a:pt x="358" y="0"/>
                  </a:cubicBezTo>
                  <a:lnTo>
                    <a:pt x="156" y="4"/>
                  </a:lnTo>
                  <a:close/>
                </a:path>
              </a:pathLst>
            </a:custGeom>
            <a:solidFill>
              <a:srgbClr val="FEF3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506" name="Freeform 10">
              <a:extLst>
                <a:ext uri="{FF2B5EF4-FFF2-40B4-BE49-F238E27FC236}">
                  <a16:creationId xmlns:a16="http://schemas.microsoft.com/office/drawing/2014/main" id="{6FBE7DDC-7276-4B0F-813C-1B98837A48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8" y="2350"/>
              <a:ext cx="300" cy="1721"/>
            </a:xfrm>
            <a:custGeom>
              <a:avLst/>
              <a:gdLst>
                <a:gd name="T0" fmla="*/ 47 w 258"/>
                <a:gd name="T1" fmla="*/ 0 h 1484"/>
                <a:gd name="T2" fmla="*/ 22 w 258"/>
                <a:gd name="T3" fmla="*/ 190 h 1484"/>
                <a:gd name="T4" fmla="*/ 36 w 258"/>
                <a:gd name="T5" fmla="*/ 553 h 1484"/>
                <a:gd name="T6" fmla="*/ 77 w 258"/>
                <a:gd name="T7" fmla="*/ 859 h 1484"/>
                <a:gd name="T8" fmla="*/ 97 w 258"/>
                <a:gd name="T9" fmla="*/ 1132 h 1484"/>
                <a:gd name="T10" fmla="*/ 164 w 258"/>
                <a:gd name="T11" fmla="*/ 1693 h 1484"/>
                <a:gd name="T12" fmla="*/ 151 w 258"/>
                <a:gd name="T13" fmla="*/ 1969 h 1484"/>
                <a:gd name="T14" fmla="*/ 98 w 258"/>
                <a:gd name="T15" fmla="*/ 2090 h 1484"/>
                <a:gd name="T16" fmla="*/ 58 w 258"/>
                <a:gd name="T17" fmla="*/ 2150 h 1484"/>
                <a:gd name="T18" fmla="*/ 35 w 258"/>
                <a:gd name="T19" fmla="*/ 2232 h 1484"/>
                <a:gd name="T20" fmla="*/ 64 w 258"/>
                <a:gd name="T21" fmla="*/ 2258 h 1484"/>
                <a:gd name="T22" fmla="*/ 102 w 258"/>
                <a:gd name="T23" fmla="*/ 2275 h 1484"/>
                <a:gd name="T24" fmla="*/ 147 w 258"/>
                <a:gd name="T25" fmla="*/ 2279 h 1484"/>
                <a:gd name="T26" fmla="*/ 193 w 258"/>
                <a:gd name="T27" fmla="*/ 2312 h 1484"/>
                <a:gd name="T28" fmla="*/ 244 w 258"/>
                <a:gd name="T29" fmla="*/ 2257 h 1484"/>
                <a:gd name="T30" fmla="*/ 267 w 258"/>
                <a:gd name="T31" fmla="*/ 2223 h 1484"/>
                <a:gd name="T32" fmla="*/ 301 w 258"/>
                <a:gd name="T33" fmla="*/ 2164 h 1484"/>
                <a:gd name="T34" fmla="*/ 326 w 258"/>
                <a:gd name="T35" fmla="*/ 2104 h 1484"/>
                <a:gd name="T36" fmla="*/ 338 w 258"/>
                <a:gd name="T37" fmla="*/ 2011 h 1484"/>
                <a:gd name="T38" fmla="*/ 340 w 258"/>
                <a:gd name="T39" fmla="*/ 1927 h 1484"/>
                <a:gd name="T40" fmla="*/ 335 w 258"/>
                <a:gd name="T41" fmla="*/ 1706 h 1484"/>
                <a:gd name="T42" fmla="*/ 347 w 258"/>
                <a:gd name="T43" fmla="*/ 1273 h 1484"/>
                <a:gd name="T44" fmla="*/ 359 w 258"/>
                <a:gd name="T45" fmla="*/ 951 h 1484"/>
                <a:gd name="T46" fmla="*/ 357 w 258"/>
                <a:gd name="T47" fmla="*/ 780 h 1484"/>
                <a:gd name="T48" fmla="*/ 374 w 258"/>
                <a:gd name="T49" fmla="*/ 516 h 1484"/>
                <a:gd name="T50" fmla="*/ 405 w 258"/>
                <a:gd name="T51" fmla="*/ 285 h 1484"/>
                <a:gd name="T52" fmla="*/ 401 w 258"/>
                <a:gd name="T53" fmla="*/ 143 h 1484"/>
                <a:gd name="T54" fmla="*/ 47 w 258"/>
                <a:gd name="T55" fmla="*/ 0 h 1484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258" h="1484">
                  <a:moveTo>
                    <a:pt x="29" y="0"/>
                  </a:moveTo>
                  <a:cubicBezTo>
                    <a:pt x="29" y="0"/>
                    <a:pt x="18" y="89"/>
                    <a:pt x="14" y="122"/>
                  </a:cubicBezTo>
                  <a:cubicBezTo>
                    <a:pt x="9" y="156"/>
                    <a:pt x="0" y="270"/>
                    <a:pt x="23" y="354"/>
                  </a:cubicBezTo>
                  <a:cubicBezTo>
                    <a:pt x="46" y="438"/>
                    <a:pt x="52" y="490"/>
                    <a:pt x="49" y="551"/>
                  </a:cubicBezTo>
                  <a:cubicBezTo>
                    <a:pt x="46" y="612"/>
                    <a:pt x="60" y="668"/>
                    <a:pt x="61" y="726"/>
                  </a:cubicBezTo>
                  <a:cubicBezTo>
                    <a:pt x="63" y="784"/>
                    <a:pt x="70" y="964"/>
                    <a:pt x="104" y="1086"/>
                  </a:cubicBezTo>
                  <a:cubicBezTo>
                    <a:pt x="137" y="1208"/>
                    <a:pt x="96" y="1262"/>
                    <a:pt x="96" y="1262"/>
                  </a:cubicBezTo>
                  <a:cubicBezTo>
                    <a:pt x="96" y="1262"/>
                    <a:pt x="71" y="1308"/>
                    <a:pt x="62" y="1340"/>
                  </a:cubicBezTo>
                  <a:cubicBezTo>
                    <a:pt x="57" y="1360"/>
                    <a:pt x="42" y="1365"/>
                    <a:pt x="37" y="1379"/>
                  </a:cubicBezTo>
                  <a:cubicBezTo>
                    <a:pt x="31" y="1394"/>
                    <a:pt x="13" y="1404"/>
                    <a:pt x="22" y="1431"/>
                  </a:cubicBezTo>
                  <a:cubicBezTo>
                    <a:pt x="22" y="1431"/>
                    <a:pt x="28" y="1458"/>
                    <a:pt x="40" y="1448"/>
                  </a:cubicBezTo>
                  <a:cubicBezTo>
                    <a:pt x="40" y="1448"/>
                    <a:pt x="52" y="1467"/>
                    <a:pt x="65" y="1459"/>
                  </a:cubicBezTo>
                  <a:cubicBezTo>
                    <a:pt x="65" y="1459"/>
                    <a:pt x="82" y="1478"/>
                    <a:pt x="93" y="1461"/>
                  </a:cubicBezTo>
                  <a:cubicBezTo>
                    <a:pt x="93" y="1461"/>
                    <a:pt x="91" y="1484"/>
                    <a:pt x="123" y="1482"/>
                  </a:cubicBezTo>
                  <a:cubicBezTo>
                    <a:pt x="155" y="1481"/>
                    <a:pt x="157" y="1467"/>
                    <a:pt x="156" y="1447"/>
                  </a:cubicBezTo>
                  <a:cubicBezTo>
                    <a:pt x="155" y="1428"/>
                    <a:pt x="170" y="1425"/>
                    <a:pt x="170" y="1425"/>
                  </a:cubicBezTo>
                  <a:cubicBezTo>
                    <a:pt x="170" y="1425"/>
                    <a:pt x="192" y="1408"/>
                    <a:pt x="192" y="1387"/>
                  </a:cubicBezTo>
                  <a:cubicBezTo>
                    <a:pt x="192" y="1366"/>
                    <a:pt x="207" y="1349"/>
                    <a:pt x="207" y="1349"/>
                  </a:cubicBezTo>
                  <a:cubicBezTo>
                    <a:pt x="207" y="1349"/>
                    <a:pt x="228" y="1339"/>
                    <a:pt x="215" y="1289"/>
                  </a:cubicBezTo>
                  <a:cubicBezTo>
                    <a:pt x="215" y="1289"/>
                    <a:pt x="223" y="1261"/>
                    <a:pt x="216" y="1236"/>
                  </a:cubicBezTo>
                  <a:cubicBezTo>
                    <a:pt x="210" y="1210"/>
                    <a:pt x="212" y="1124"/>
                    <a:pt x="213" y="1093"/>
                  </a:cubicBezTo>
                  <a:cubicBezTo>
                    <a:pt x="214" y="1061"/>
                    <a:pt x="234" y="886"/>
                    <a:pt x="220" y="817"/>
                  </a:cubicBezTo>
                  <a:cubicBezTo>
                    <a:pt x="198" y="703"/>
                    <a:pt x="229" y="665"/>
                    <a:pt x="229" y="610"/>
                  </a:cubicBezTo>
                  <a:cubicBezTo>
                    <a:pt x="229" y="610"/>
                    <a:pt x="233" y="550"/>
                    <a:pt x="227" y="500"/>
                  </a:cubicBezTo>
                  <a:cubicBezTo>
                    <a:pt x="221" y="450"/>
                    <a:pt x="232" y="394"/>
                    <a:pt x="238" y="331"/>
                  </a:cubicBezTo>
                  <a:cubicBezTo>
                    <a:pt x="244" y="268"/>
                    <a:pt x="256" y="209"/>
                    <a:pt x="257" y="183"/>
                  </a:cubicBezTo>
                  <a:cubicBezTo>
                    <a:pt x="258" y="157"/>
                    <a:pt x="255" y="91"/>
                    <a:pt x="255" y="91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EF3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507" name="Freeform 11">
              <a:extLst>
                <a:ext uri="{FF2B5EF4-FFF2-40B4-BE49-F238E27FC236}">
                  <a16:creationId xmlns:a16="http://schemas.microsoft.com/office/drawing/2014/main" id="{3788027D-F247-491A-8135-C1722817DB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2" y="3832"/>
              <a:ext cx="20" cy="30"/>
            </a:xfrm>
            <a:custGeom>
              <a:avLst/>
              <a:gdLst>
                <a:gd name="T0" fmla="*/ 25 w 17"/>
                <a:gd name="T1" fmla="*/ 0 h 26"/>
                <a:gd name="T2" fmla="*/ 0 w 17"/>
                <a:gd name="T3" fmla="*/ 40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26">
                  <a:moveTo>
                    <a:pt x="15" y="0"/>
                  </a:moveTo>
                  <a:cubicBezTo>
                    <a:pt x="17" y="12"/>
                    <a:pt x="6" y="18"/>
                    <a:pt x="0" y="26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508" name="Freeform 12">
              <a:extLst>
                <a:ext uri="{FF2B5EF4-FFF2-40B4-BE49-F238E27FC236}">
                  <a16:creationId xmlns:a16="http://schemas.microsoft.com/office/drawing/2014/main" id="{783FA85A-42CB-46EA-88B1-F50F262F00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0" y="3869"/>
              <a:ext cx="18" cy="80"/>
            </a:xfrm>
            <a:custGeom>
              <a:avLst/>
              <a:gdLst>
                <a:gd name="T0" fmla="*/ 1 w 15"/>
                <a:gd name="T1" fmla="*/ 108 h 69"/>
                <a:gd name="T2" fmla="*/ 6 w 15"/>
                <a:gd name="T3" fmla="*/ 50 h 69"/>
                <a:gd name="T4" fmla="*/ 26 w 15"/>
                <a:gd name="T5" fmla="*/ 0 h 6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69">
                  <a:moveTo>
                    <a:pt x="1" y="69"/>
                  </a:moveTo>
                  <a:cubicBezTo>
                    <a:pt x="0" y="57"/>
                    <a:pt x="2" y="44"/>
                    <a:pt x="3" y="32"/>
                  </a:cubicBezTo>
                  <a:cubicBezTo>
                    <a:pt x="3" y="21"/>
                    <a:pt x="7" y="8"/>
                    <a:pt x="15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509" name="Freeform 13">
              <a:extLst>
                <a:ext uri="{FF2B5EF4-FFF2-40B4-BE49-F238E27FC236}">
                  <a16:creationId xmlns:a16="http://schemas.microsoft.com/office/drawing/2014/main" id="{3818A072-A762-464D-BF1A-88F49945755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5" y="3972"/>
              <a:ext cx="17" cy="54"/>
            </a:xfrm>
            <a:custGeom>
              <a:avLst/>
              <a:gdLst>
                <a:gd name="T0" fmla="*/ 1 w 15"/>
                <a:gd name="T1" fmla="*/ 74 h 46"/>
                <a:gd name="T2" fmla="*/ 7 w 15"/>
                <a:gd name="T3" fmla="*/ 39 h 46"/>
                <a:gd name="T4" fmla="*/ 22 w 15"/>
                <a:gd name="T5" fmla="*/ 0 h 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46">
                  <a:moveTo>
                    <a:pt x="1" y="46"/>
                  </a:moveTo>
                  <a:cubicBezTo>
                    <a:pt x="0" y="40"/>
                    <a:pt x="3" y="30"/>
                    <a:pt x="4" y="24"/>
                  </a:cubicBezTo>
                  <a:cubicBezTo>
                    <a:pt x="6" y="14"/>
                    <a:pt x="11" y="9"/>
                    <a:pt x="15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510" name="Freeform 14">
              <a:extLst>
                <a:ext uri="{FF2B5EF4-FFF2-40B4-BE49-F238E27FC236}">
                  <a16:creationId xmlns:a16="http://schemas.microsoft.com/office/drawing/2014/main" id="{3D5DA86E-7701-4DB2-BE4A-3530C8AD81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8" y="3987"/>
              <a:ext cx="25" cy="63"/>
            </a:xfrm>
            <a:custGeom>
              <a:avLst/>
              <a:gdLst>
                <a:gd name="T0" fmla="*/ 0 w 22"/>
                <a:gd name="T1" fmla="*/ 86 h 54"/>
                <a:gd name="T2" fmla="*/ 11 w 22"/>
                <a:gd name="T3" fmla="*/ 40 h 54"/>
                <a:gd name="T4" fmla="*/ 32 w 22"/>
                <a:gd name="T5" fmla="*/ 0 h 5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54">
                  <a:moveTo>
                    <a:pt x="0" y="54"/>
                  </a:moveTo>
                  <a:cubicBezTo>
                    <a:pt x="0" y="42"/>
                    <a:pt x="0" y="34"/>
                    <a:pt x="8" y="25"/>
                  </a:cubicBezTo>
                  <a:cubicBezTo>
                    <a:pt x="15" y="17"/>
                    <a:pt x="16" y="7"/>
                    <a:pt x="22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511" name="Freeform 15">
              <a:extLst>
                <a:ext uri="{FF2B5EF4-FFF2-40B4-BE49-F238E27FC236}">
                  <a16:creationId xmlns:a16="http://schemas.microsoft.com/office/drawing/2014/main" id="{9F4AC69F-EF29-456C-A40E-235AA37D55C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3" y="3988"/>
              <a:ext cx="1" cy="14"/>
            </a:xfrm>
            <a:custGeom>
              <a:avLst/>
              <a:gdLst>
                <a:gd name="T0" fmla="*/ 1 w 1"/>
                <a:gd name="T1" fmla="*/ 19 h 12"/>
                <a:gd name="T2" fmla="*/ 0 w 1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2">
                  <a:moveTo>
                    <a:pt x="1" y="12"/>
                  </a:moveTo>
                  <a:cubicBezTo>
                    <a:pt x="1" y="8"/>
                    <a:pt x="0" y="4"/>
                    <a:pt x="0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512" name="Freeform 16">
              <a:extLst>
                <a:ext uri="{FF2B5EF4-FFF2-40B4-BE49-F238E27FC236}">
                  <a16:creationId xmlns:a16="http://schemas.microsoft.com/office/drawing/2014/main" id="{3492419F-6607-4C73-A02D-CC9C34E25A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0" y="3988"/>
              <a:ext cx="31" cy="57"/>
            </a:xfrm>
            <a:custGeom>
              <a:avLst/>
              <a:gdLst>
                <a:gd name="T0" fmla="*/ 2 w 26"/>
                <a:gd name="T1" fmla="*/ 77 h 49"/>
                <a:gd name="T2" fmla="*/ 12 w 26"/>
                <a:gd name="T3" fmla="*/ 36 h 49"/>
                <a:gd name="T4" fmla="*/ 44 w 26"/>
                <a:gd name="T5" fmla="*/ 0 h 4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49">
                  <a:moveTo>
                    <a:pt x="2" y="49"/>
                  </a:moveTo>
                  <a:cubicBezTo>
                    <a:pt x="2" y="39"/>
                    <a:pt x="0" y="30"/>
                    <a:pt x="7" y="23"/>
                  </a:cubicBezTo>
                  <a:cubicBezTo>
                    <a:pt x="14" y="16"/>
                    <a:pt x="21" y="9"/>
                    <a:pt x="26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513" name="Freeform 17">
              <a:extLst>
                <a:ext uri="{FF2B5EF4-FFF2-40B4-BE49-F238E27FC236}">
                  <a16:creationId xmlns:a16="http://schemas.microsoft.com/office/drawing/2014/main" id="{85589BB2-D6B3-4AD5-9A23-A816398307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1" y="3987"/>
              <a:ext cx="1" cy="12"/>
            </a:xfrm>
            <a:custGeom>
              <a:avLst/>
              <a:gdLst>
                <a:gd name="T0" fmla="*/ 0 w 1"/>
                <a:gd name="T1" fmla="*/ 17 h 10"/>
                <a:gd name="T2" fmla="*/ 1 w 1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0">
                  <a:moveTo>
                    <a:pt x="0" y="10"/>
                  </a:moveTo>
                  <a:cubicBezTo>
                    <a:pt x="1" y="9"/>
                    <a:pt x="1" y="3"/>
                    <a:pt x="1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514" name="Freeform 18">
              <a:extLst>
                <a:ext uri="{FF2B5EF4-FFF2-40B4-BE49-F238E27FC236}">
                  <a16:creationId xmlns:a16="http://schemas.microsoft.com/office/drawing/2014/main" id="{4A88E042-2B59-4349-9F95-31C28ABD00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4" y="3977"/>
              <a:ext cx="26" cy="53"/>
            </a:xfrm>
            <a:custGeom>
              <a:avLst/>
              <a:gdLst>
                <a:gd name="T0" fmla="*/ 1 w 23"/>
                <a:gd name="T1" fmla="*/ 70 h 46"/>
                <a:gd name="T2" fmla="*/ 9 w 23"/>
                <a:gd name="T3" fmla="*/ 28 h 46"/>
                <a:gd name="T4" fmla="*/ 33 w 23"/>
                <a:gd name="T5" fmla="*/ 0 h 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46">
                  <a:moveTo>
                    <a:pt x="1" y="46"/>
                  </a:moveTo>
                  <a:cubicBezTo>
                    <a:pt x="1" y="37"/>
                    <a:pt x="0" y="26"/>
                    <a:pt x="6" y="18"/>
                  </a:cubicBezTo>
                  <a:cubicBezTo>
                    <a:pt x="10" y="12"/>
                    <a:pt x="21" y="7"/>
                    <a:pt x="23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515" name="Freeform 19">
              <a:extLst>
                <a:ext uri="{FF2B5EF4-FFF2-40B4-BE49-F238E27FC236}">
                  <a16:creationId xmlns:a16="http://schemas.microsoft.com/office/drawing/2014/main" id="{94B4E04A-9B0E-4553-91E8-286732A15BE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1" y="3976"/>
              <a:ext cx="1" cy="10"/>
            </a:xfrm>
            <a:custGeom>
              <a:avLst/>
              <a:gdLst>
                <a:gd name="T0" fmla="*/ 0 w 1"/>
                <a:gd name="T1" fmla="*/ 12 h 9"/>
                <a:gd name="T2" fmla="*/ 0 w 1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9">
                  <a:moveTo>
                    <a:pt x="0" y="9"/>
                  </a:moveTo>
                  <a:cubicBezTo>
                    <a:pt x="0" y="6"/>
                    <a:pt x="1" y="3"/>
                    <a:pt x="0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516" name="Freeform 20">
              <a:extLst>
                <a:ext uri="{FF2B5EF4-FFF2-40B4-BE49-F238E27FC236}">
                  <a16:creationId xmlns:a16="http://schemas.microsoft.com/office/drawing/2014/main" id="{90ECD530-A280-4E59-9594-6C32983525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5" y="3970"/>
              <a:ext cx="23" cy="46"/>
            </a:xfrm>
            <a:custGeom>
              <a:avLst/>
              <a:gdLst>
                <a:gd name="T0" fmla="*/ 1 w 20"/>
                <a:gd name="T1" fmla="*/ 61 h 40"/>
                <a:gd name="T2" fmla="*/ 9 w 20"/>
                <a:gd name="T3" fmla="*/ 30 h 40"/>
                <a:gd name="T4" fmla="*/ 23 w 20"/>
                <a:gd name="T5" fmla="*/ 17 h 40"/>
                <a:gd name="T6" fmla="*/ 30 w 20"/>
                <a:gd name="T7" fmla="*/ 0 h 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40">
                  <a:moveTo>
                    <a:pt x="1" y="40"/>
                  </a:moveTo>
                  <a:cubicBezTo>
                    <a:pt x="1" y="32"/>
                    <a:pt x="0" y="26"/>
                    <a:pt x="6" y="20"/>
                  </a:cubicBezTo>
                  <a:cubicBezTo>
                    <a:pt x="9" y="17"/>
                    <a:pt x="12" y="14"/>
                    <a:pt x="15" y="11"/>
                  </a:cubicBezTo>
                  <a:cubicBezTo>
                    <a:pt x="17" y="7"/>
                    <a:pt x="18" y="3"/>
                    <a:pt x="20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517" name="Freeform 21">
              <a:extLst>
                <a:ext uri="{FF2B5EF4-FFF2-40B4-BE49-F238E27FC236}">
                  <a16:creationId xmlns:a16="http://schemas.microsoft.com/office/drawing/2014/main" id="{719F5167-D973-4F88-980D-5B052ABCC8F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9" y="3971"/>
              <a:ext cx="1" cy="12"/>
            </a:xfrm>
            <a:custGeom>
              <a:avLst/>
              <a:gdLst>
                <a:gd name="T0" fmla="*/ 1 w 1"/>
                <a:gd name="T1" fmla="*/ 17 h 10"/>
                <a:gd name="T2" fmla="*/ 0 w 1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0">
                  <a:moveTo>
                    <a:pt x="1" y="10"/>
                  </a:moveTo>
                  <a:cubicBezTo>
                    <a:pt x="1" y="6"/>
                    <a:pt x="0" y="3"/>
                    <a:pt x="0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518" name="Freeform 22">
              <a:extLst>
                <a:ext uri="{FF2B5EF4-FFF2-40B4-BE49-F238E27FC236}">
                  <a16:creationId xmlns:a16="http://schemas.microsoft.com/office/drawing/2014/main" id="{04C92653-69AD-4C96-B1F1-9324D936C9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5" y="4010"/>
              <a:ext cx="43" cy="34"/>
            </a:xfrm>
            <a:custGeom>
              <a:avLst/>
              <a:gdLst>
                <a:gd name="T0" fmla="*/ 0 w 37"/>
                <a:gd name="T1" fmla="*/ 29 h 29"/>
                <a:gd name="T2" fmla="*/ 8 w 37"/>
                <a:gd name="T3" fmla="*/ 27 h 29"/>
                <a:gd name="T4" fmla="*/ 28 w 37"/>
                <a:gd name="T5" fmla="*/ 29 h 29"/>
                <a:gd name="T6" fmla="*/ 49 w 37"/>
                <a:gd name="T7" fmla="*/ 47 h 29"/>
                <a:gd name="T8" fmla="*/ 53 w 37"/>
                <a:gd name="T9" fmla="*/ 29 h 29"/>
                <a:gd name="T10" fmla="*/ 58 w 37"/>
                <a:gd name="T11" fmla="*/ 13 h 29"/>
                <a:gd name="T12" fmla="*/ 22 w 37"/>
                <a:gd name="T13" fmla="*/ 2 h 29"/>
                <a:gd name="T14" fmla="*/ 9 w 37"/>
                <a:gd name="T15" fmla="*/ 8 h 29"/>
                <a:gd name="T16" fmla="*/ 2 w 37"/>
                <a:gd name="T17" fmla="*/ 30 h 2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7" h="29">
                  <a:moveTo>
                    <a:pt x="0" y="18"/>
                  </a:moveTo>
                  <a:cubicBezTo>
                    <a:pt x="1" y="19"/>
                    <a:pt x="4" y="17"/>
                    <a:pt x="5" y="17"/>
                  </a:cubicBezTo>
                  <a:cubicBezTo>
                    <a:pt x="10" y="16"/>
                    <a:pt x="14" y="17"/>
                    <a:pt x="18" y="18"/>
                  </a:cubicBezTo>
                  <a:cubicBezTo>
                    <a:pt x="23" y="20"/>
                    <a:pt x="29" y="25"/>
                    <a:pt x="31" y="29"/>
                  </a:cubicBezTo>
                  <a:cubicBezTo>
                    <a:pt x="31" y="25"/>
                    <a:pt x="33" y="22"/>
                    <a:pt x="34" y="18"/>
                  </a:cubicBezTo>
                  <a:cubicBezTo>
                    <a:pt x="35" y="15"/>
                    <a:pt x="35" y="11"/>
                    <a:pt x="37" y="8"/>
                  </a:cubicBezTo>
                  <a:cubicBezTo>
                    <a:pt x="29" y="4"/>
                    <a:pt x="22" y="0"/>
                    <a:pt x="14" y="2"/>
                  </a:cubicBezTo>
                  <a:cubicBezTo>
                    <a:pt x="11" y="3"/>
                    <a:pt x="8" y="3"/>
                    <a:pt x="6" y="5"/>
                  </a:cubicBezTo>
                  <a:cubicBezTo>
                    <a:pt x="4" y="9"/>
                    <a:pt x="3" y="15"/>
                    <a:pt x="2" y="19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519" name="Freeform 23">
              <a:extLst>
                <a:ext uri="{FF2B5EF4-FFF2-40B4-BE49-F238E27FC236}">
                  <a16:creationId xmlns:a16="http://schemas.microsoft.com/office/drawing/2014/main" id="{BB5C3C20-203B-4EBB-B566-5110AB9CF4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9" y="4016"/>
              <a:ext cx="23" cy="14"/>
            </a:xfrm>
            <a:custGeom>
              <a:avLst/>
              <a:gdLst>
                <a:gd name="T0" fmla="*/ 0 w 20"/>
                <a:gd name="T1" fmla="*/ 16 h 12"/>
                <a:gd name="T2" fmla="*/ 12 w 20"/>
                <a:gd name="T3" fmla="*/ 13 h 12"/>
                <a:gd name="T4" fmla="*/ 26 w 20"/>
                <a:gd name="T5" fmla="*/ 19 h 12"/>
                <a:gd name="T6" fmla="*/ 28 w 20"/>
                <a:gd name="T7" fmla="*/ 9 h 12"/>
                <a:gd name="T8" fmla="*/ 30 w 20"/>
                <a:gd name="T9" fmla="*/ 2 h 12"/>
                <a:gd name="T10" fmla="*/ 18 w 20"/>
                <a:gd name="T11" fmla="*/ 0 h 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" h="12">
                  <a:moveTo>
                    <a:pt x="0" y="10"/>
                  </a:moveTo>
                  <a:cubicBezTo>
                    <a:pt x="3" y="9"/>
                    <a:pt x="5" y="7"/>
                    <a:pt x="8" y="8"/>
                  </a:cubicBezTo>
                  <a:cubicBezTo>
                    <a:pt x="12" y="8"/>
                    <a:pt x="14" y="10"/>
                    <a:pt x="17" y="12"/>
                  </a:cubicBezTo>
                  <a:cubicBezTo>
                    <a:pt x="17" y="10"/>
                    <a:pt x="18" y="8"/>
                    <a:pt x="18" y="6"/>
                  </a:cubicBezTo>
                  <a:cubicBezTo>
                    <a:pt x="19" y="5"/>
                    <a:pt x="20" y="3"/>
                    <a:pt x="20" y="2"/>
                  </a:cubicBezTo>
                  <a:cubicBezTo>
                    <a:pt x="19" y="0"/>
                    <a:pt x="13" y="0"/>
                    <a:pt x="12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520" name="Freeform 24">
              <a:extLst>
                <a:ext uri="{FF2B5EF4-FFF2-40B4-BE49-F238E27FC236}">
                  <a16:creationId xmlns:a16="http://schemas.microsoft.com/office/drawing/2014/main" id="{4EC0A89D-D6F4-4F4A-99CF-D75ED89024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2" y="4007"/>
              <a:ext cx="16" cy="12"/>
            </a:xfrm>
            <a:custGeom>
              <a:avLst/>
              <a:gdLst>
                <a:gd name="T0" fmla="*/ 0 w 14"/>
                <a:gd name="T1" fmla="*/ 6 h 10"/>
                <a:gd name="T2" fmla="*/ 17 w 14"/>
                <a:gd name="T3" fmla="*/ 17 h 10"/>
                <a:gd name="T4" fmla="*/ 21 w 14"/>
                <a:gd name="T5" fmla="*/ 2 h 10"/>
                <a:gd name="T6" fmla="*/ 15 w 14"/>
                <a:gd name="T7" fmla="*/ 0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0">
                  <a:moveTo>
                    <a:pt x="0" y="3"/>
                  </a:moveTo>
                  <a:cubicBezTo>
                    <a:pt x="4" y="4"/>
                    <a:pt x="10" y="6"/>
                    <a:pt x="11" y="10"/>
                  </a:cubicBezTo>
                  <a:cubicBezTo>
                    <a:pt x="11" y="7"/>
                    <a:pt x="13" y="5"/>
                    <a:pt x="14" y="2"/>
                  </a:cubicBezTo>
                  <a:cubicBezTo>
                    <a:pt x="13" y="1"/>
                    <a:pt x="11" y="1"/>
                    <a:pt x="10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521" name="Freeform 25">
              <a:extLst>
                <a:ext uri="{FF2B5EF4-FFF2-40B4-BE49-F238E27FC236}">
                  <a16:creationId xmlns:a16="http://schemas.microsoft.com/office/drawing/2014/main" id="{7C08CFBF-C934-4EDC-B25B-328A995B28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3" y="4003"/>
              <a:ext cx="8" cy="6"/>
            </a:xfrm>
            <a:custGeom>
              <a:avLst/>
              <a:gdLst>
                <a:gd name="T0" fmla="*/ 0 w 7"/>
                <a:gd name="T1" fmla="*/ 1 h 5"/>
                <a:gd name="T2" fmla="*/ 9 w 7"/>
                <a:gd name="T3" fmla="*/ 8 h 5"/>
                <a:gd name="T4" fmla="*/ 10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1"/>
                  </a:moveTo>
                  <a:cubicBezTo>
                    <a:pt x="2" y="2"/>
                    <a:pt x="4" y="4"/>
                    <a:pt x="6" y="5"/>
                  </a:cubicBezTo>
                  <a:cubicBezTo>
                    <a:pt x="7" y="4"/>
                    <a:pt x="7" y="2"/>
                    <a:pt x="7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522" name="Freeform 26">
              <a:extLst>
                <a:ext uri="{FF2B5EF4-FFF2-40B4-BE49-F238E27FC236}">
                  <a16:creationId xmlns:a16="http://schemas.microsoft.com/office/drawing/2014/main" id="{BB9C03B4-F145-40DA-BB0B-29A403D498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5" y="3986"/>
              <a:ext cx="5" cy="7"/>
            </a:xfrm>
            <a:custGeom>
              <a:avLst/>
              <a:gdLst>
                <a:gd name="T0" fmla="*/ 1 w 4"/>
                <a:gd name="T1" fmla="*/ 8 h 6"/>
                <a:gd name="T2" fmla="*/ 1 w 4"/>
                <a:gd name="T3" fmla="*/ 9 h 6"/>
                <a:gd name="T4" fmla="*/ 8 w 4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6">
                  <a:moveTo>
                    <a:pt x="1" y="5"/>
                  </a:moveTo>
                  <a:cubicBezTo>
                    <a:pt x="1" y="5"/>
                    <a:pt x="0" y="6"/>
                    <a:pt x="1" y="6"/>
                  </a:cubicBezTo>
                  <a:cubicBezTo>
                    <a:pt x="2" y="5"/>
                    <a:pt x="4" y="3"/>
                    <a:pt x="4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523" name="Freeform 27">
              <a:extLst>
                <a:ext uri="{FF2B5EF4-FFF2-40B4-BE49-F238E27FC236}">
                  <a16:creationId xmlns:a16="http://schemas.microsoft.com/office/drawing/2014/main" id="{A5703786-EB60-4EB9-AF05-BE295B5115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0" y="2855"/>
              <a:ext cx="22" cy="144"/>
            </a:xfrm>
            <a:custGeom>
              <a:avLst/>
              <a:gdLst>
                <a:gd name="T0" fmla="*/ 0 w 19"/>
                <a:gd name="T1" fmla="*/ 0 h 125"/>
                <a:gd name="T2" fmla="*/ 27 w 19"/>
                <a:gd name="T3" fmla="*/ 86 h 125"/>
                <a:gd name="T4" fmla="*/ 20 w 19"/>
                <a:gd name="T5" fmla="*/ 191 h 1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25">
                  <a:moveTo>
                    <a:pt x="0" y="0"/>
                  </a:moveTo>
                  <a:cubicBezTo>
                    <a:pt x="6" y="19"/>
                    <a:pt x="15" y="36"/>
                    <a:pt x="17" y="56"/>
                  </a:cubicBezTo>
                  <a:cubicBezTo>
                    <a:pt x="19" y="80"/>
                    <a:pt x="16" y="102"/>
                    <a:pt x="13" y="125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524" name="Freeform 28">
              <a:extLst>
                <a:ext uri="{FF2B5EF4-FFF2-40B4-BE49-F238E27FC236}">
                  <a16:creationId xmlns:a16="http://schemas.microsoft.com/office/drawing/2014/main" id="{8142AD42-5BEC-4CCC-9352-04F3CACFD2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1" y="2959"/>
              <a:ext cx="27" cy="159"/>
            </a:xfrm>
            <a:custGeom>
              <a:avLst/>
              <a:gdLst>
                <a:gd name="T0" fmla="*/ 0 w 23"/>
                <a:gd name="T1" fmla="*/ 0 h 137"/>
                <a:gd name="T2" fmla="*/ 18 w 23"/>
                <a:gd name="T3" fmla="*/ 57 h 137"/>
                <a:gd name="T4" fmla="*/ 36 w 23"/>
                <a:gd name="T5" fmla="*/ 106 h 137"/>
                <a:gd name="T6" fmla="*/ 36 w 23"/>
                <a:gd name="T7" fmla="*/ 167 h 137"/>
                <a:gd name="T8" fmla="*/ 32 w 23"/>
                <a:gd name="T9" fmla="*/ 215 h 1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37">
                  <a:moveTo>
                    <a:pt x="0" y="0"/>
                  </a:moveTo>
                  <a:cubicBezTo>
                    <a:pt x="1" y="15"/>
                    <a:pt x="2" y="26"/>
                    <a:pt x="11" y="36"/>
                  </a:cubicBezTo>
                  <a:cubicBezTo>
                    <a:pt x="20" y="47"/>
                    <a:pt x="22" y="50"/>
                    <a:pt x="22" y="67"/>
                  </a:cubicBezTo>
                  <a:cubicBezTo>
                    <a:pt x="23" y="80"/>
                    <a:pt x="23" y="94"/>
                    <a:pt x="22" y="107"/>
                  </a:cubicBezTo>
                  <a:cubicBezTo>
                    <a:pt x="22" y="115"/>
                    <a:pt x="15" y="131"/>
                    <a:pt x="20" y="137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525" name="Freeform 29">
              <a:extLst>
                <a:ext uri="{FF2B5EF4-FFF2-40B4-BE49-F238E27FC236}">
                  <a16:creationId xmlns:a16="http://schemas.microsoft.com/office/drawing/2014/main" id="{9FEF5211-4B43-4ECB-A2BF-84EEC79DCD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1" y="3125"/>
              <a:ext cx="58" cy="75"/>
            </a:xfrm>
            <a:custGeom>
              <a:avLst/>
              <a:gdLst>
                <a:gd name="T0" fmla="*/ 10 w 50"/>
                <a:gd name="T1" fmla="*/ 0 h 65"/>
                <a:gd name="T2" fmla="*/ 78 w 50"/>
                <a:gd name="T3" fmla="*/ 53 h 65"/>
                <a:gd name="T4" fmla="*/ 0 w 50"/>
                <a:gd name="T5" fmla="*/ 12 h 6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0" h="65">
                  <a:moveTo>
                    <a:pt x="7" y="0"/>
                  </a:moveTo>
                  <a:cubicBezTo>
                    <a:pt x="5" y="18"/>
                    <a:pt x="34" y="35"/>
                    <a:pt x="50" y="35"/>
                  </a:cubicBezTo>
                  <a:cubicBezTo>
                    <a:pt x="31" y="65"/>
                    <a:pt x="1" y="30"/>
                    <a:pt x="0" y="8"/>
                  </a:cubicBezTo>
                </a:path>
              </a:pathLst>
            </a:custGeom>
            <a:solidFill>
              <a:srgbClr val="F5DB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526" name="Freeform 30">
              <a:extLst>
                <a:ext uri="{FF2B5EF4-FFF2-40B4-BE49-F238E27FC236}">
                  <a16:creationId xmlns:a16="http://schemas.microsoft.com/office/drawing/2014/main" id="{960A2178-83ED-46FB-B952-E17DE0FB29F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3" y="2341"/>
              <a:ext cx="300" cy="1730"/>
            </a:xfrm>
            <a:custGeom>
              <a:avLst/>
              <a:gdLst>
                <a:gd name="T0" fmla="*/ 392 w 258"/>
                <a:gd name="T1" fmla="*/ 0 h 1492"/>
                <a:gd name="T2" fmla="*/ 398 w 258"/>
                <a:gd name="T3" fmla="*/ 202 h 1492"/>
                <a:gd name="T4" fmla="*/ 369 w 258"/>
                <a:gd name="T5" fmla="*/ 565 h 1492"/>
                <a:gd name="T6" fmla="*/ 329 w 258"/>
                <a:gd name="T7" fmla="*/ 871 h 1492"/>
                <a:gd name="T8" fmla="*/ 309 w 258"/>
                <a:gd name="T9" fmla="*/ 1144 h 1492"/>
                <a:gd name="T10" fmla="*/ 243 w 258"/>
                <a:gd name="T11" fmla="*/ 1706 h 1492"/>
                <a:gd name="T12" fmla="*/ 255 w 258"/>
                <a:gd name="T13" fmla="*/ 1980 h 1492"/>
                <a:gd name="T14" fmla="*/ 308 w 258"/>
                <a:gd name="T15" fmla="*/ 2101 h 1492"/>
                <a:gd name="T16" fmla="*/ 349 w 258"/>
                <a:gd name="T17" fmla="*/ 2163 h 1492"/>
                <a:gd name="T18" fmla="*/ 371 w 258"/>
                <a:gd name="T19" fmla="*/ 2244 h 1492"/>
                <a:gd name="T20" fmla="*/ 342 w 258"/>
                <a:gd name="T21" fmla="*/ 2269 h 1492"/>
                <a:gd name="T22" fmla="*/ 306 w 258"/>
                <a:gd name="T23" fmla="*/ 2287 h 1492"/>
                <a:gd name="T24" fmla="*/ 259 w 258"/>
                <a:gd name="T25" fmla="*/ 2290 h 1492"/>
                <a:gd name="T26" fmla="*/ 214 w 258"/>
                <a:gd name="T27" fmla="*/ 2324 h 1492"/>
                <a:gd name="T28" fmla="*/ 160 w 258"/>
                <a:gd name="T29" fmla="*/ 2268 h 1492"/>
                <a:gd name="T30" fmla="*/ 140 w 258"/>
                <a:gd name="T31" fmla="*/ 2234 h 1492"/>
                <a:gd name="T32" fmla="*/ 105 w 258"/>
                <a:gd name="T33" fmla="*/ 2175 h 1492"/>
                <a:gd name="T34" fmla="*/ 80 w 258"/>
                <a:gd name="T35" fmla="*/ 2115 h 1492"/>
                <a:gd name="T36" fmla="*/ 69 w 258"/>
                <a:gd name="T37" fmla="*/ 2022 h 1492"/>
                <a:gd name="T38" fmla="*/ 66 w 258"/>
                <a:gd name="T39" fmla="*/ 1939 h 1492"/>
                <a:gd name="T40" fmla="*/ 72 w 258"/>
                <a:gd name="T41" fmla="*/ 1717 h 1492"/>
                <a:gd name="T42" fmla="*/ 59 w 258"/>
                <a:gd name="T43" fmla="*/ 1287 h 1492"/>
                <a:gd name="T44" fmla="*/ 47 w 258"/>
                <a:gd name="T45" fmla="*/ 964 h 1492"/>
                <a:gd name="T46" fmla="*/ 49 w 258"/>
                <a:gd name="T47" fmla="*/ 792 h 1492"/>
                <a:gd name="T48" fmla="*/ 31 w 258"/>
                <a:gd name="T49" fmla="*/ 529 h 1492"/>
                <a:gd name="T50" fmla="*/ 1 w 258"/>
                <a:gd name="T51" fmla="*/ 297 h 1492"/>
                <a:gd name="T52" fmla="*/ 3 w 258"/>
                <a:gd name="T53" fmla="*/ 154 h 1492"/>
                <a:gd name="T54" fmla="*/ 392 w 258"/>
                <a:gd name="T55" fmla="*/ 0 h 1492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258" h="1492">
                  <a:moveTo>
                    <a:pt x="249" y="0"/>
                  </a:moveTo>
                  <a:cubicBezTo>
                    <a:pt x="249" y="0"/>
                    <a:pt x="257" y="68"/>
                    <a:pt x="253" y="129"/>
                  </a:cubicBezTo>
                  <a:cubicBezTo>
                    <a:pt x="250" y="163"/>
                    <a:pt x="258" y="278"/>
                    <a:pt x="235" y="362"/>
                  </a:cubicBezTo>
                  <a:cubicBezTo>
                    <a:pt x="212" y="446"/>
                    <a:pt x="206" y="498"/>
                    <a:pt x="209" y="559"/>
                  </a:cubicBezTo>
                  <a:cubicBezTo>
                    <a:pt x="212" y="620"/>
                    <a:pt x="199" y="676"/>
                    <a:pt x="197" y="734"/>
                  </a:cubicBezTo>
                  <a:cubicBezTo>
                    <a:pt x="196" y="792"/>
                    <a:pt x="188" y="972"/>
                    <a:pt x="155" y="1094"/>
                  </a:cubicBezTo>
                  <a:cubicBezTo>
                    <a:pt x="121" y="1216"/>
                    <a:pt x="162" y="1270"/>
                    <a:pt x="162" y="1270"/>
                  </a:cubicBezTo>
                  <a:cubicBezTo>
                    <a:pt x="162" y="1270"/>
                    <a:pt x="188" y="1316"/>
                    <a:pt x="196" y="1348"/>
                  </a:cubicBezTo>
                  <a:cubicBezTo>
                    <a:pt x="202" y="1368"/>
                    <a:pt x="217" y="1373"/>
                    <a:pt x="222" y="1387"/>
                  </a:cubicBezTo>
                  <a:cubicBezTo>
                    <a:pt x="227" y="1402"/>
                    <a:pt x="245" y="1412"/>
                    <a:pt x="236" y="1439"/>
                  </a:cubicBezTo>
                  <a:cubicBezTo>
                    <a:pt x="236" y="1439"/>
                    <a:pt x="230" y="1466"/>
                    <a:pt x="218" y="1456"/>
                  </a:cubicBezTo>
                  <a:cubicBezTo>
                    <a:pt x="218" y="1456"/>
                    <a:pt x="207" y="1475"/>
                    <a:pt x="194" y="1467"/>
                  </a:cubicBezTo>
                  <a:cubicBezTo>
                    <a:pt x="194" y="1467"/>
                    <a:pt x="176" y="1486"/>
                    <a:pt x="165" y="1469"/>
                  </a:cubicBezTo>
                  <a:cubicBezTo>
                    <a:pt x="165" y="1469"/>
                    <a:pt x="168" y="1492"/>
                    <a:pt x="136" y="1490"/>
                  </a:cubicBezTo>
                  <a:cubicBezTo>
                    <a:pt x="104" y="1489"/>
                    <a:pt x="102" y="1475"/>
                    <a:pt x="102" y="1455"/>
                  </a:cubicBezTo>
                  <a:cubicBezTo>
                    <a:pt x="103" y="1436"/>
                    <a:pt x="89" y="1433"/>
                    <a:pt x="89" y="1433"/>
                  </a:cubicBezTo>
                  <a:cubicBezTo>
                    <a:pt x="89" y="1433"/>
                    <a:pt x="66" y="1416"/>
                    <a:pt x="66" y="1395"/>
                  </a:cubicBezTo>
                  <a:cubicBezTo>
                    <a:pt x="66" y="1374"/>
                    <a:pt x="51" y="1357"/>
                    <a:pt x="51" y="1357"/>
                  </a:cubicBezTo>
                  <a:cubicBezTo>
                    <a:pt x="51" y="1357"/>
                    <a:pt x="31" y="1347"/>
                    <a:pt x="44" y="1297"/>
                  </a:cubicBezTo>
                  <a:cubicBezTo>
                    <a:pt x="44" y="1297"/>
                    <a:pt x="36" y="1269"/>
                    <a:pt x="42" y="1244"/>
                  </a:cubicBezTo>
                  <a:cubicBezTo>
                    <a:pt x="49" y="1218"/>
                    <a:pt x="47" y="1132"/>
                    <a:pt x="46" y="1101"/>
                  </a:cubicBezTo>
                  <a:cubicBezTo>
                    <a:pt x="44" y="1069"/>
                    <a:pt x="25" y="894"/>
                    <a:pt x="38" y="825"/>
                  </a:cubicBezTo>
                  <a:cubicBezTo>
                    <a:pt x="60" y="711"/>
                    <a:pt x="29" y="673"/>
                    <a:pt x="29" y="618"/>
                  </a:cubicBezTo>
                  <a:cubicBezTo>
                    <a:pt x="29" y="618"/>
                    <a:pt x="25" y="558"/>
                    <a:pt x="31" y="508"/>
                  </a:cubicBezTo>
                  <a:cubicBezTo>
                    <a:pt x="37" y="458"/>
                    <a:pt x="26" y="402"/>
                    <a:pt x="20" y="339"/>
                  </a:cubicBezTo>
                  <a:cubicBezTo>
                    <a:pt x="14" y="276"/>
                    <a:pt x="2" y="217"/>
                    <a:pt x="1" y="191"/>
                  </a:cubicBezTo>
                  <a:cubicBezTo>
                    <a:pt x="0" y="165"/>
                    <a:pt x="3" y="99"/>
                    <a:pt x="3" y="99"/>
                  </a:cubicBezTo>
                  <a:lnTo>
                    <a:pt x="249" y="0"/>
                  </a:lnTo>
                  <a:close/>
                </a:path>
              </a:pathLst>
            </a:custGeom>
            <a:solidFill>
              <a:srgbClr val="FEF3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527" name="Freeform 31">
              <a:extLst>
                <a:ext uri="{FF2B5EF4-FFF2-40B4-BE49-F238E27FC236}">
                  <a16:creationId xmlns:a16="http://schemas.microsoft.com/office/drawing/2014/main" id="{853EF6E2-50F5-40A1-906C-9D27C63C11F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1" y="3832"/>
              <a:ext cx="18" cy="30"/>
            </a:xfrm>
            <a:custGeom>
              <a:avLst/>
              <a:gdLst>
                <a:gd name="T0" fmla="*/ 2 w 16"/>
                <a:gd name="T1" fmla="*/ 0 h 26"/>
                <a:gd name="T2" fmla="*/ 23 w 16"/>
                <a:gd name="T3" fmla="*/ 40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26">
                  <a:moveTo>
                    <a:pt x="2" y="0"/>
                  </a:moveTo>
                  <a:cubicBezTo>
                    <a:pt x="0" y="12"/>
                    <a:pt x="11" y="18"/>
                    <a:pt x="16" y="26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528" name="Freeform 32">
              <a:extLst>
                <a:ext uri="{FF2B5EF4-FFF2-40B4-BE49-F238E27FC236}">
                  <a16:creationId xmlns:a16="http://schemas.microsoft.com/office/drawing/2014/main" id="{6C039975-EA84-4FF3-A95A-D16DCCE325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5" y="3869"/>
              <a:ext cx="17" cy="80"/>
            </a:xfrm>
            <a:custGeom>
              <a:avLst/>
              <a:gdLst>
                <a:gd name="T0" fmla="*/ 20 w 15"/>
                <a:gd name="T1" fmla="*/ 108 h 69"/>
                <a:gd name="T2" fmla="*/ 18 w 15"/>
                <a:gd name="T3" fmla="*/ 50 h 69"/>
                <a:gd name="T4" fmla="*/ 0 w 15"/>
                <a:gd name="T5" fmla="*/ 0 h 6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69">
                  <a:moveTo>
                    <a:pt x="14" y="69"/>
                  </a:moveTo>
                  <a:cubicBezTo>
                    <a:pt x="15" y="57"/>
                    <a:pt x="12" y="44"/>
                    <a:pt x="12" y="32"/>
                  </a:cubicBezTo>
                  <a:cubicBezTo>
                    <a:pt x="11" y="21"/>
                    <a:pt x="7" y="8"/>
                    <a:pt x="0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529" name="Freeform 33">
              <a:extLst>
                <a:ext uri="{FF2B5EF4-FFF2-40B4-BE49-F238E27FC236}">
                  <a16:creationId xmlns:a16="http://schemas.microsoft.com/office/drawing/2014/main" id="{FA8C22F2-E1C2-4EA6-8B8F-4884354686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9" y="3972"/>
              <a:ext cx="17" cy="54"/>
            </a:xfrm>
            <a:custGeom>
              <a:avLst/>
              <a:gdLst>
                <a:gd name="T0" fmla="*/ 20 w 15"/>
                <a:gd name="T1" fmla="*/ 74 h 46"/>
                <a:gd name="T2" fmla="*/ 16 w 15"/>
                <a:gd name="T3" fmla="*/ 39 h 46"/>
                <a:gd name="T4" fmla="*/ 0 w 15"/>
                <a:gd name="T5" fmla="*/ 0 h 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46">
                  <a:moveTo>
                    <a:pt x="14" y="46"/>
                  </a:moveTo>
                  <a:cubicBezTo>
                    <a:pt x="15" y="40"/>
                    <a:pt x="12" y="30"/>
                    <a:pt x="11" y="24"/>
                  </a:cubicBezTo>
                  <a:cubicBezTo>
                    <a:pt x="10" y="14"/>
                    <a:pt x="4" y="9"/>
                    <a:pt x="0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530" name="Freeform 34">
              <a:extLst>
                <a:ext uri="{FF2B5EF4-FFF2-40B4-BE49-F238E27FC236}">
                  <a16:creationId xmlns:a16="http://schemas.microsoft.com/office/drawing/2014/main" id="{4937831B-8AF1-4D35-A697-53AF9E03CD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9" y="3987"/>
              <a:ext cx="26" cy="63"/>
            </a:xfrm>
            <a:custGeom>
              <a:avLst/>
              <a:gdLst>
                <a:gd name="T0" fmla="*/ 37 w 22"/>
                <a:gd name="T1" fmla="*/ 86 h 54"/>
                <a:gd name="T2" fmla="*/ 21 w 22"/>
                <a:gd name="T3" fmla="*/ 40 h 54"/>
                <a:gd name="T4" fmla="*/ 0 w 22"/>
                <a:gd name="T5" fmla="*/ 0 h 5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54">
                  <a:moveTo>
                    <a:pt x="22" y="54"/>
                  </a:moveTo>
                  <a:cubicBezTo>
                    <a:pt x="22" y="42"/>
                    <a:pt x="21" y="34"/>
                    <a:pt x="13" y="25"/>
                  </a:cubicBezTo>
                  <a:cubicBezTo>
                    <a:pt x="6" y="17"/>
                    <a:pt x="5" y="7"/>
                    <a:pt x="0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531" name="Freeform 35">
              <a:extLst>
                <a:ext uri="{FF2B5EF4-FFF2-40B4-BE49-F238E27FC236}">
                  <a16:creationId xmlns:a16="http://schemas.microsoft.com/office/drawing/2014/main" id="{CB1C17CF-27CF-45E6-8AD5-BEF7594C97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7" y="3988"/>
              <a:ext cx="3" cy="14"/>
            </a:xfrm>
            <a:custGeom>
              <a:avLst/>
              <a:gdLst>
                <a:gd name="T0" fmla="*/ 0 w 2"/>
                <a:gd name="T1" fmla="*/ 19 h 12"/>
                <a:gd name="T2" fmla="*/ 8 w 2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2">
                  <a:moveTo>
                    <a:pt x="0" y="12"/>
                  </a:moveTo>
                  <a:cubicBezTo>
                    <a:pt x="0" y="8"/>
                    <a:pt x="1" y="4"/>
                    <a:pt x="2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532" name="Freeform 36">
              <a:extLst>
                <a:ext uri="{FF2B5EF4-FFF2-40B4-BE49-F238E27FC236}">
                  <a16:creationId xmlns:a16="http://schemas.microsoft.com/office/drawing/2014/main" id="{0959B3D0-C2F8-44D5-A81E-1803873E98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2" y="3988"/>
              <a:ext cx="29" cy="57"/>
            </a:xfrm>
            <a:custGeom>
              <a:avLst/>
              <a:gdLst>
                <a:gd name="T0" fmla="*/ 36 w 25"/>
                <a:gd name="T1" fmla="*/ 77 h 49"/>
                <a:gd name="T2" fmla="*/ 28 w 25"/>
                <a:gd name="T3" fmla="*/ 36 h 49"/>
                <a:gd name="T4" fmla="*/ 0 w 25"/>
                <a:gd name="T5" fmla="*/ 0 h 4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49">
                  <a:moveTo>
                    <a:pt x="23" y="49"/>
                  </a:moveTo>
                  <a:cubicBezTo>
                    <a:pt x="24" y="39"/>
                    <a:pt x="25" y="30"/>
                    <a:pt x="18" y="23"/>
                  </a:cubicBezTo>
                  <a:cubicBezTo>
                    <a:pt x="11" y="16"/>
                    <a:pt x="4" y="9"/>
                    <a:pt x="0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533" name="Freeform 37">
              <a:extLst>
                <a:ext uri="{FF2B5EF4-FFF2-40B4-BE49-F238E27FC236}">
                  <a16:creationId xmlns:a16="http://schemas.microsoft.com/office/drawing/2014/main" id="{070BEA08-1C48-4FFA-9234-AFEE07DA7B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9" y="3987"/>
              <a:ext cx="1" cy="12"/>
            </a:xfrm>
            <a:custGeom>
              <a:avLst/>
              <a:gdLst>
                <a:gd name="T0" fmla="*/ 1 w 1"/>
                <a:gd name="T1" fmla="*/ 17 h 10"/>
                <a:gd name="T2" fmla="*/ 1 w 1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0">
                  <a:moveTo>
                    <a:pt x="1" y="10"/>
                  </a:moveTo>
                  <a:cubicBezTo>
                    <a:pt x="0" y="9"/>
                    <a:pt x="1" y="3"/>
                    <a:pt x="1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534" name="Freeform 38">
              <a:extLst>
                <a:ext uri="{FF2B5EF4-FFF2-40B4-BE49-F238E27FC236}">
                  <a16:creationId xmlns:a16="http://schemas.microsoft.com/office/drawing/2014/main" id="{E0B23560-79B0-46BE-9281-14C1527FD8F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2" y="3977"/>
              <a:ext cx="26" cy="53"/>
            </a:xfrm>
            <a:custGeom>
              <a:avLst/>
              <a:gdLst>
                <a:gd name="T0" fmla="*/ 35 w 22"/>
                <a:gd name="T1" fmla="*/ 70 h 46"/>
                <a:gd name="T2" fmla="*/ 28 w 22"/>
                <a:gd name="T3" fmla="*/ 28 h 46"/>
                <a:gd name="T4" fmla="*/ 0 w 22"/>
                <a:gd name="T5" fmla="*/ 0 h 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46">
                  <a:moveTo>
                    <a:pt x="21" y="46"/>
                  </a:moveTo>
                  <a:cubicBezTo>
                    <a:pt x="21" y="37"/>
                    <a:pt x="22" y="26"/>
                    <a:pt x="17" y="18"/>
                  </a:cubicBezTo>
                  <a:cubicBezTo>
                    <a:pt x="12" y="12"/>
                    <a:pt x="2" y="7"/>
                    <a:pt x="0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535" name="Freeform 39">
              <a:extLst>
                <a:ext uri="{FF2B5EF4-FFF2-40B4-BE49-F238E27FC236}">
                  <a16:creationId xmlns:a16="http://schemas.microsoft.com/office/drawing/2014/main" id="{16AD24B1-D7B5-466D-8810-FF001910B78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9" y="3976"/>
              <a:ext cx="1" cy="10"/>
            </a:xfrm>
            <a:custGeom>
              <a:avLst/>
              <a:gdLst>
                <a:gd name="T0" fmla="*/ 1 w 1"/>
                <a:gd name="T1" fmla="*/ 12 h 9"/>
                <a:gd name="T2" fmla="*/ 1 w 1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9">
                  <a:moveTo>
                    <a:pt x="1" y="9"/>
                  </a:moveTo>
                  <a:cubicBezTo>
                    <a:pt x="1" y="6"/>
                    <a:pt x="0" y="3"/>
                    <a:pt x="1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536" name="Freeform 40">
              <a:extLst>
                <a:ext uri="{FF2B5EF4-FFF2-40B4-BE49-F238E27FC236}">
                  <a16:creationId xmlns:a16="http://schemas.microsoft.com/office/drawing/2014/main" id="{019A9E78-B80B-4DE2-90F4-E3E6335232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3" y="3970"/>
              <a:ext cx="23" cy="46"/>
            </a:xfrm>
            <a:custGeom>
              <a:avLst/>
              <a:gdLst>
                <a:gd name="T0" fmla="*/ 29 w 20"/>
                <a:gd name="T1" fmla="*/ 61 h 40"/>
                <a:gd name="T2" fmla="*/ 23 w 20"/>
                <a:gd name="T3" fmla="*/ 30 h 40"/>
                <a:gd name="T4" fmla="*/ 9 w 20"/>
                <a:gd name="T5" fmla="*/ 17 h 40"/>
                <a:gd name="T6" fmla="*/ 0 w 20"/>
                <a:gd name="T7" fmla="*/ 0 h 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40">
                  <a:moveTo>
                    <a:pt x="19" y="40"/>
                  </a:moveTo>
                  <a:cubicBezTo>
                    <a:pt x="19" y="32"/>
                    <a:pt x="20" y="26"/>
                    <a:pt x="15" y="20"/>
                  </a:cubicBezTo>
                  <a:cubicBezTo>
                    <a:pt x="12" y="17"/>
                    <a:pt x="8" y="14"/>
                    <a:pt x="6" y="11"/>
                  </a:cubicBezTo>
                  <a:cubicBezTo>
                    <a:pt x="4" y="7"/>
                    <a:pt x="2" y="3"/>
                    <a:pt x="0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537" name="Freeform 41">
              <a:extLst>
                <a:ext uri="{FF2B5EF4-FFF2-40B4-BE49-F238E27FC236}">
                  <a16:creationId xmlns:a16="http://schemas.microsoft.com/office/drawing/2014/main" id="{ABF548E0-C7A1-499E-B180-E2EE4D1B9A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1" y="3971"/>
              <a:ext cx="1" cy="12"/>
            </a:xfrm>
            <a:custGeom>
              <a:avLst/>
              <a:gdLst>
                <a:gd name="T0" fmla="*/ 0 w 1"/>
                <a:gd name="T1" fmla="*/ 17 h 10"/>
                <a:gd name="T2" fmla="*/ 1 w 1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0">
                  <a:moveTo>
                    <a:pt x="0" y="10"/>
                  </a:moveTo>
                  <a:cubicBezTo>
                    <a:pt x="0" y="6"/>
                    <a:pt x="1" y="3"/>
                    <a:pt x="1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538" name="Freeform 42">
              <a:extLst>
                <a:ext uri="{FF2B5EF4-FFF2-40B4-BE49-F238E27FC236}">
                  <a16:creationId xmlns:a16="http://schemas.microsoft.com/office/drawing/2014/main" id="{1E635688-4F7A-462E-9171-F817022BE1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5" y="4010"/>
              <a:ext cx="43" cy="34"/>
            </a:xfrm>
            <a:custGeom>
              <a:avLst/>
              <a:gdLst>
                <a:gd name="T0" fmla="*/ 58 w 37"/>
                <a:gd name="T1" fmla="*/ 29 h 29"/>
                <a:gd name="T2" fmla="*/ 49 w 37"/>
                <a:gd name="T3" fmla="*/ 27 h 29"/>
                <a:gd name="T4" fmla="*/ 30 w 37"/>
                <a:gd name="T5" fmla="*/ 29 h 29"/>
                <a:gd name="T6" fmla="*/ 8 w 37"/>
                <a:gd name="T7" fmla="*/ 47 h 29"/>
                <a:gd name="T8" fmla="*/ 2 w 37"/>
                <a:gd name="T9" fmla="*/ 29 h 29"/>
                <a:gd name="T10" fmla="*/ 0 w 37"/>
                <a:gd name="T11" fmla="*/ 13 h 29"/>
                <a:gd name="T12" fmla="*/ 35 w 37"/>
                <a:gd name="T13" fmla="*/ 2 h 29"/>
                <a:gd name="T14" fmla="*/ 48 w 37"/>
                <a:gd name="T15" fmla="*/ 8 h 29"/>
                <a:gd name="T16" fmla="*/ 56 w 37"/>
                <a:gd name="T17" fmla="*/ 30 h 2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7" h="29">
                  <a:moveTo>
                    <a:pt x="37" y="18"/>
                  </a:moveTo>
                  <a:cubicBezTo>
                    <a:pt x="35" y="19"/>
                    <a:pt x="33" y="17"/>
                    <a:pt x="31" y="17"/>
                  </a:cubicBezTo>
                  <a:cubicBezTo>
                    <a:pt x="27" y="16"/>
                    <a:pt x="23" y="17"/>
                    <a:pt x="19" y="18"/>
                  </a:cubicBezTo>
                  <a:cubicBezTo>
                    <a:pt x="14" y="20"/>
                    <a:pt x="7" y="25"/>
                    <a:pt x="5" y="29"/>
                  </a:cubicBezTo>
                  <a:cubicBezTo>
                    <a:pt x="5" y="25"/>
                    <a:pt x="4" y="22"/>
                    <a:pt x="2" y="18"/>
                  </a:cubicBezTo>
                  <a:cubicBezTo>
                    <a:pt x="1" y="15"/>
                    <a:pt x="1" y="11"/>
                    <a:pt x="0" y="8"/>
                  </a:cubicBezTo>
                  <a:cubicBezTo>
                    <a:pt x="7" y="4"/>
                    <a:pt x="14" y="0"/>
                    <a:pt x="22" y="2"/>
                  </a:cubicBezTo>
                  <a:cubicBezTo>
                    <a:pt x="25" y="3"/>
                    <a:pt x="28" y="3"/>
                    <a:pt x="30" y="5"/>
                  </a:cubicBezTo>
                  <a:cubicBezTo>
                    <a:pt x="33" y="9"/>
                    <a:pt x="33" y="15"/>
                    <a:pt x="35" y="19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539" name="Freeform 43">
              <a:extLst>
                <a:ext uri="{FF2B5EF4-FFF2-40B4-BE49-F238E27FC236}">
                  <a16:creationId xmlns:a16="http://schemas.microsoft.com/office/drawing/2014/main" id="{A6E1211F-F6A5-4EED-81EC-0DDF92F97E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0" y="4016"/>
              <a:ext cx="23" cy="14"/>
            </a:xfrm>
            <a:custGeom>
              <a:avLst/>
              <a:gdLst>
                <a:gd name="T0" fmla="*/ 30 w 20"/>
                <a:gd name="T1" fmla="*/ 16 h 12"/>
                <a:gd name="T2" fmla="*/ 18 w 20"/>
                <a:gd name="T3" fmla="*/ 13 h 12"/>
                <a:gd name="T4" fmla="*/ 3 w 20"/>
                <a:gd name="T5" fmla="*/ 19 h 12"/>
                <a:gd name="T6" fmla="*/ 2 w 20"/>
                <a:gd name="T7" fmla="*/ 9 h 12"/>
                <a:gd name="T8" fmla="*/ 1 w 20"/>
                <a:gd name="T9" fmla="*/ 2 h 12"/>
                <a:gd name="T10" fmla="*/ 14 w 20"/>
                <a:gd name="T11" fmla="*/ 0 h 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" h="12">
                  <a:moveTo>
                    <a:pt x="20" y="10"/>
                  </a:moveTo>
                  <a:cubicBezTo>
                    <a:pt x="17" y="9"/>
                    <a:pt x="15" y="7"/>
                    <a:pt x="12" y="8"/>
                  </a:cubicBezTo>
                  <a:cubicBezTo>
                    <a:pt x="8" y="8"/>
                    <a:pt x="6" y="10"/>
                    <a:pt x="3" y="12"/>
                  </a:cubicBezTo>
                  <a:cubicBezTo>
                    <a:pt x="3" y="10"/>
                    <a:pt x="3" y="8"/>
                    <a:pt x="2" y="6"/>
                  </a:cubicBezTo>
                  <a:cubicBezTo>
                    <a:pt x="2" y="5"/>
                    <a:pt x="0" y="3"/>
                    <a:pt x="1" y="2"/>
                  </a:cubicBezTo>
                  <a:cubicBezTo>
                    <a:pt x="2" y="0"/>
                    <a:pt x="7" y="0"/>
                    <a:pt x="9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540" name="Freeform 44">
              <a:extLst>
                <a:ext uri="{FF2B5EF4-FFF2-40B4-BE49-F238E27FC236}">
                  <a16:creationId xmlns:a16="http://schemas.microsoft.com/office/drawing/2014/main" id="{C2208649-6227-4AB7-B2E8-C679AF8CC9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3" y="4007"/>
              <a:ext cx="17" cy="12"/>
            </a:xfrm>
            <a:custGeom>
              <a:avLst/>
              <a:gdLst>
                <a:gd name="T0" fmla="*/ 25 w 14"/>
                <a:gd name="T1" fmla="*/ 6 h 10"/>
                <a:gd name="T2" fmla="*/ 7 w 14"/>
                <a:gd name="T3" fmla="*/ 17 h 10"/>
                <a:gd name="T4" fmla="*/ 0 w 14"/>
                <a:gd name="T5" fmla="*/ 2 h 10"/>
                <a:gd name="T6" fmla="*/ 9 w 14"/>
                <a:gd name="T7" fmla="*/ 0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0">
                  <a:moveTo>
                    <a:pt x="14" y="3"/>
                  </a:moveTo>
                  <a:cubicBezTo>
                    <a:pt x="10" y="4"/>
                    <a:pt x="5" y="6"/>
                    <a:pt x="4" y="10"/>
                  </a:cubicBezTo>
                  <a:cubicBezTo>
                    <a:pt x="4" y="7"/>
                    <a:pt x="2" y="5"/>
                    <a:pt x="0" y="2"/>
                  </a:cubicBezTo>
                  <a:cubicBezTo>
                    <a:pt x="1" y="1"/>
                    <a:pt x="3" y="1"/>
                    <a:pt x="5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541" name="Freeform 45">
              <a:extLst>
                <a:ext uri="{FF2B5EF4-FFF2-40B4-BE49-F238E27FC236}">
                  <a16:creationId xmlns:a16="http://schemas.microsoft.com/office/drawing/2014/main" id="{45F6E0ED-E80C-4D49-9F01-7A1D9E3017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0" y="4003"/>
              <a:ext cx="8" cy="6"/>
            </a:xfrm>
            <a:custGeom>
              <a:avLst/>
              <a:gdLst>
                <a:gd name="T0" fmla="*/ 10 w 7"/>
                <a:gd name="T1" fmla="*/ 1 h 5"/>
                <a:gd name="T2" fmla="*/ 1 w 7"/>
                <a:gd name="T3" fmla="*/ 8 h 5"/>
                <a:gd name="T4" fmla="*/ 0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7" y="1"/>
                  </a:moveTo>
                  <a:cubicBezTo>
                    <a:pt x="5" y="2"/>
                    <a:pt x="4" y="4"/>
                    <a:pt x="1" y="5"/>
                  </a:cubicBezTo>
                  <a:cubicBezTo>
                    <a:pt x="1" y="4"/>
                    <a:pt x="0" y="2"/>
                    <a:pt x="0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542" name="Freeform 46">
              <a:extLst>
                <a:ext uri="{FF2B5EF4-FFF2-40B4-BE49-F238E27FC236}">
                  <a16:creationId xmlns:a16="http://schemas.microsoft.com/office/drawing/2014/main" id="{8CCDDE29-C89A-456A-A958-46EC95B05F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3" y="3986"/>
              <a:ext cx="3" cy="7"/>
            </a:xfrm>
            <a:custGeom>
              <a:avLst/>
              <a:gdLst>
                <a:gd name="T0" fmla="*/ 3 w 3"/>
                <a:gd name="T1" fmla="*/ 8 h 6"/>
                <a:gd name="T2" fmla="*/ 3 w 3"/>
                <a:gd name="T3" fmla="*/ 9 h 6"/>
                <a:gd name="T4" fmla="*/ 0 w 3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6">
                  <a:moveTo>
                    <a:pt x="3" y="5"/>
                  </a:moveTo>
                  <a:cubicBezTo>
                    <a:pt x="3" y="5"/>
                    <a:pt x="3" y="6"/>
                    <a:pt x="3" y="6"/>
                  </a:cubicBezTo>
                  <a:cubicBezTo>
                    <a:pt x="1" y="5"/>
                    <a:pt x="0" y="3"/>
                    <a:pt x="0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543" name="Freeform 47">
              <a:extLst>
                <a:ext uri="{FF2B5EF4-FFF2-40B4-BE49-F238E27FC236}">
                  <a16:creationId xmlns:a16="http://schemas.microsoft.com/office/drawing/2014/main" id="{1D500FD9-3E95-46D0-9F12-BF655186BB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9" y="2855"/>
              <a:ext cx="22" cy="144"/>
            </a:xfrm>
            <a:custGeom>
              <a:avLst/>
              <a:gdLst>
                <a:gd name="T0" fmla="*/ 29 w 19"/>
                <a:gd name="T1" fmla="*/ 0 h 125"/>
                <a:gd name="T2" fmla="*/ 2 w 19"/>
                <a:gd name="T3" fmla="*/ 86 h 125"/>
                <a:gd name="T4" fmla="*/ 9 w 19"/>
                <a:gd name="T5" fmla="*/ 191 h 1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25">
                  <a:moveTo>
                    <a:pt x="19" y="0"/>
                  </a:moveTo>
                  <a:cubicBezTo>
                    <a:pt x="13" y="19"/>
                    <a:pt x="4" y="36"/>
                    <a:pt x="2" y="56"/>
                  </a:cubicBezTo>
                  <a:cubicBezTo>
                    <a:pt x="0" y="80"/>
                    <a:pt x="4" y="102"/>
                    <a:pt x="6" y="125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544" name="Freeform 48">
              <a:extLst>
                <a:ext uri="{FF2B5EF4-FFF2-40B4-BE49-F238E27FC236}">
                  <a16:creationId xmlns:a16="http://schemas.microsoft.com/office/drawing/2014/main" id="{2D35806E-54D1-4CDD-A682-E1621C38B4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4" y="2959"/>
              <a:ext cx="26" cy="159"/>
            </a:xfrm>
            <a:custGeom>
              <a:avLst/>
              <a:gdLst>
                <a:gd name="T0" fmla="*/ 33 w 23"/>
                <a:gd name="T1" fmla="*/ 0 h 137"/>
                <a:gd name="T2" fmla="*/ 19 w 23"/>
                <a:gd name="T3" fmla="*/ 57 h 137"/>
                <a:gd name="T4" fmla="*/ 1 w 23"/>
                <a:gd name="T5" fmla="*/ 106 h 137"/>
                <a:gd name="T6" fmla="*/ 1 w 23"/>
                <a:gd name="T7" fmla="*/ 167 h 137"/>
                <a:gd name="T8" fmla="*/ 7 w 23"/>
                <a:gd name="T9" fmla="*/ 215 h 1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37">
                  <a:moveTo>
                    <a:pt x="23" y="0"/>
                  </a:moveTo>
                  <a:cubicBezTo>
                    <a:pt x="22" y="15"/>
                    <a:pt x="22" y="26"/>
                    <a:pt x="13" y="36"/>
                  </a:cubicBezTo>
                  <a:cubicBezTo>
                    <a:pt x="3" y="47"/>
                    <a:pt x="2" y="50"/>
                    <a:pt x="1" y="67"/>
                  </a:cubicBezTo>
                  <a:cubicBezTo>
                    <a:pt x="0" y="80"/>
                    <a:pt x="0" y="94"/>
                    <a:pt x="1" y="107"/>
                  </a:cubicBezTo>
                  <a:cubicBezTo>
                    <a:pt x="1" y="115"/>
                    <a:pt x="9" y="131"/>
                    <a:pt x="4" y="137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545" name="Freeform 49">
              <a:extLst>
                <a:ext uri="{FF2B5EF4-FFF2-40B4-BE49-F238E27FC236}">
                  <a16:creationId xmlns:a16="http://schemas.microsoft.com/office/drawing/2014/main" id="{B0CAA345-0B47-4CDD-9E09-43A852CB62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4" y="3125"/>
              <a:ext cx="56" cy="75"/>
            </a:xfrm>
            <a:custGeom>
              <a:avLst/>
              <a:gdLst>
                <a:gd name="T0" fmla="*/ 64 w 49"/>
                <a:gd name="T1" fmla="*/ 0 h 65"/>
                <a:gd name="T2" fmla="*/ 0 w 49"/>
                <a:gd name="T3" fmla="*/ 53 h 65"/>
                <a:gd name="T4" fmla="*/ 73 w 49"/>
                <a:gd name="T5" fmla="*/ 12 h 6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9" h="65">
                  <a:moveTo>
                    <a:pt x="43" y="0"/>
                  </a:moveTo>
                  <a:cubicBezTo>
                    <a:pt x="44" y="18"/>
                    <a:pt x="15" y="35"/>
                    <a:pt x="0" y="35"/>
                  </a:cubicBezTo>
                  <a:cubicBezTo>
                    <a:pt x="19" y="65"/>
                    <a:pt x="49" y="30"/>
                    <a:pt x="49" y="8"/>
                  </a:cubicBezTo>
                </a:path>
              </a:pathLst>
            </a:custGeom>
            <a:solidFill>
              <a:srgbClr val="F5DB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546" name="Freeform 50">
              <a:extLst>
                <a:ext uri="{FF2B5EF4-FFF2-40B4-BE49-F238E27FC236}">
                  <a16:creationId xmlns:a16="http://schemas.microsoft.com/office/drawing/2014/main" id="{9A345F74-8219-4A60-AE31-582BE970D3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0" y="1020"/>
              <a:ext cx="79" cy="34"/>
            </a:xfrm>
            <a:custGeom>
              <a:avLst/>
              <a:gdLst>
                <a:gd name="T0" fmla="*/ 58 w 68"/>
                <a:gd name="T1" fmla="*/ 41 h 29"/>
                <a:gd name="T2" fmla="*/ 41 w 68"/>
                <a:gd name="T3" fmla="*/ 41 h 29"/>
                <a:gd name="T4" fmla="*/ 14 w 68"/>
                <a:gd name="T5" fmla="*/ 41 h 29"/>
                <a:gd name="T6" fmla="*/ 9 w 68"/>
                <a:gd name="T7" fmla="*/ 40 h 29"/>
                <a:gd name="T8" fmla="*/ 7 w 68"/>
                <a:gd name="T9" fmla="*/ 41 h 29"/>
                <a:gd name="T10" fmla="*/ 1 w 68"/>
                <a:gd name="T11" fmla="*/ 45 h 29"/>
                <a:gd name="T12" fmla="*/ 2 w 68"/>
                <a:gd name="T13" fmla="*/ 35 h 29"/>
                <a:gd name="T14" fmla="*/ 7 w 68"/>
                <a:gd name="T15" fmla="*/ 27 h 29"/>
                <a:gd name="T16" fmla="*/ 17 w 68"/>
                <a:gd name="T17" fmla="*/ 16 h 29"/>
                <a:gd name="T18" fmla="*/ 46 w 68"/>
                <a:gd name="T19" fmla="*/ 1 h 29"/>
                <a:gd name="T20" fmla="*/ 77 w 68"/>
                <a:gd name="T21" fmla="*/ 1 h 29"/>
                <a:gd name="T22" fmla="*/ 93 w 68"/>
                <a:gd name="T23" fmla="*/ 7 h 29"/>
                <a:gd name="T24" fmla="*/ 100 w 68"/>
                <a:gd name="T25" fmla="*/ 9 h 29"/>
                <a:gd name="T26" fmla="*/ 103 w 68"/>
                <a:gd name="T27" fmla="*/ 13 h 29"/>
                <a:gd name="T28" fmla="*/ 107 w 68"/>
                <a:gd name="T29" fmla="*/ 15 h 29"/>
                <a:gd name="T30" fmla="*/ 89 w 68"/>
                <a:gd name="T31" fmla="*/ 34 h 29"/>
                <a:gd name="T32" fmla="*/ 58 w 68"/>
                <a:gd name="T33" fmla="*/ 41 h 29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8" h="29">
                  <a:moveTo>
                    <a:pt x="37" y="26"/>
                  </a:moveTo>
                  <a:cubicBezTo>
                    <a:pt x="34" y="26"/>
                    <a:pt x="30" y="26"/>
                    <a:pt x="26" y="26"/>
                  </a:cubicBezTo>
                  <a:cubicBezTo>
                    <a:pt x="20" y="26"/>
                    <a:pt x="15" y="26"/>
                    <a:pt x="9" y="26"/>
                  </a:cubicBezTo>
                  <a:cubicBezTo>
                    <a:pt x="8" y="26"/>
                    <a:pt x="7" y="25"/>
                    <a:pt x="6" y="25"/>
                  </a:cubicBezTo>
                  <a:cubicBezTo>
                    <a:pt x="5" y="25"/>
                    <a:pt x="4" y="26"/>
                    <a:pt x="4" y="26"/>
                  </a:cubicBezTo>
                  <a:cubicBezTo>
                    <a:pt x="3" y="27"/>
                    <a:pt x="1" y="29"/>
                    <a:pt x="1" y="27"/>
                  </a:cubicBezTo>
                  <a:cubicBezTo>
                    <a:pt x="0" y="25"/>
                    <a:pt x="1" y="23"/>
                    <a:pt x="2" y="22"/>
                  </a:cubicBezTo>
                  <a:cubicBezTo>
                    <a:pt x="3" y="20"/>
                    <a:pt x="3" y="19"/>
                    <a:pt x="4" y="17"/>
                  </a:cubicBezTo>
                  <a:cubicBezTo>
                    <a:pt x="6" y="14"/>
                    <a:pt x="8" y="12"/>
                    <a:pt x="11" y="10"/>
                  </a:cubicBezTo>
                  <a:cubicBezTo>
                    <a:pt x="16" y="5"/>
                    <a:pt x="22" y="3"/>
                    <a:pt x="29" y="1"/>
                  </a:cubicBezTo>
                  <a:cubicBezTo>
                    <a:pt x="36" y="0"/>
                    <a:pt x="43" y="0"/>
                    <a:pt x="49" y="1"/>
                  </a:cubicBezTo>
                  <a:cubicBezTo>
                    <a:pt x="53" y="2"/>
                    <a:pt x="56" y="3"/>
                    <a:pt x="59" y="4"/>
                  </a:cubicBezTo>
                  <a:cubicBezTo>
                    <a:pt x="61" y="5"/>
                    <a:pt x="62" y="5"/>
                    <a:pt x="64" y="6"/>
                  </a:cubicBezTo>
                  <a:cubicBezTo>
                    <a:pt x="64" y="7"/>
                    <a:pt x="65" y="7"/>
                    <a:pt x="66" y="8"/>
                  </a:cubicBezTo>
                  <a:cubicBezTo>
                    <a:pt x="66" y="8"/>
                    <a:pt x="68" y="9"/>
                    <a:pt x="68" y="9"/>
                  </a:cubicBezTo>
                  <a:cubicBezTo>
                    <a:pt x="62" y="11"/>
                    <a:pt x="62" y="18"/>
                    <a:pt x="57" y="21"/>
                  </a:cubicBezTo>
                  <a:cubicBezTo>
                    <a:pt x="52" y="23"/>
                    <a:pt x="43" y="26"/>
                    <a:pt x="37" y="2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547" name="Freeform 51">
              <a:extLst>
                <a:ext uri="{FF2B5EF4-FFF2-40B4-BE49-F238E27FC236}">
                  <a16:creationId xmlns:a16="http://schemas.microsoft.com/office/drawing/2014/main" id="{38BAF478-FF8F-46C7-A8DA-F4BB4F26E1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6" y="1016"/>
              <a:ext cx="52" cy="38"/>
            </a:xfrm>
            <a:custGeom>
              <a:avLst/>
              <a:gdLst>
                <a:gd name="T0" fmla="*/ 6 w 44"/>
                <a:gd name="T1" fmla="*/ 17 h 33"/>
                <a:gd name="T2" fmla="*/ 11 w 44"/>
                <a:gd name="T3" fmla="*/ 46 h 33"/>
                <a:gd name="T4" fmla="*/ 67 w 44"/>
                <a:gd name="T5" fmla="*/ 38 h 33"/>
                <a:gd name="T6" fmla="*/ 64 w 44"/>
                <a:gd name="T7" fmla="*/ 10 h 33"/>
                <a:gd name="T8" fmla="*/ 6 w 44"/>
                <a:gd name="T9" fmla="*/ 17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" h="33">
                  <a:moveTo>
                    <a:pt x="3" y="11"/>
                  </a:moveTo>
                  <a:cubicBezTo>
                    <a:pt x="3" y="11"/>
                    <a:pt x="0" y="22"/>
                    <a:pt x="7" y="30"/>
                  </a:cubicBezTo>
                  <a:cubicBezTo>
                    <a:pt x="7" y="30"/>
                    <a:pt x="32" y="33"/>
                    <a:pt x="41" y="25"/>
                  </a:cubicBezTo>
                  <a:cubicBezTo>
                    <a:pt x="41" y="25"/>
                    <a:pt x="44" y="11"/>
                    <a:pt x="39" y="7"/>
                  </a:cubicBezTo>
                  <a:cubicBezTo>
                    <a:pt x="39" y="7"/>
                    <a:pt x="18" y="0"/>
                    <a:pt x="3" y="11"/>
                  </a:cubicBezTo>
                  <a:close/>
                </a:path>
              </a:pathLst>
            </a:custGeom>
            <a:solidFill>
              <a:srgbClr val="7E49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548" name="Freeform 52">
              <a:extLst>
                <a:ext uri="{FF2B5EF4-FFF2-40B4-BE49-F238E27FC236}">
                  <a16:creationId xmlns:a16="http://schemas.microsoft.com/office/drawing/2014/main" id="{294A47B3-5AFB-4D59-BCF7-92C6556DC56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0" y="1020"/>
              <a:ext cx="79" cy="34"/>
            </a:xfrm>
            <a:custGeom>
              <a:avLst/>
              <a:gdLst>
                <a:gd name="T0" fmla="*/ 58 w 68"/>
                <a:gd name="T1" fmla="*/ 45 h 29"/>
                <a:gd name="T2" fmla="*/ 41 w 68"/>
                <a:gd name="T3" fmla="*/ 45 h 29"/>
                <a:gd name="T4" fmla="*/ 14 w 68"/>
                <a:gd name="T5" fmla="*/ 41 h 29"/>
                <a:gd name="T6" fmla="*/ 9 w 68"/>
                <a:gd name="T7" fmla="*/ 41 h 29"/>
                <a:gd name="T8" fmla="*/ 3 w 68"/>
                <a:gd name="T9" fmla="*/ 45 h 29"/>
                <a:gd name="T10" fmla="*/ 0 w 68"/>
                <a:gd name="T11" fmla="*/ 45 h 29"/>
                <a:gd name="T12" fmla="*/ 2 w 68"/>
                <a:gd name="T13" fmla="*/ 35 h 29"/>
                <a:gd name="T14" fmla="*/ 7 w 68"/>
                <a:gd name="T15" fmla="*/ 29 h 29"/>
                <a:gd name="T16" fmla="*/ 17 w 68"/>
                <a:gd name="T17" fmla="*/ 16 h 29"/>
                <a:gd name="T18" fmla="*/ 46 w 68"/>
                <a:gd name="T19" fmla="*/ 2 h 29"/>
                <a:gd name="T20" fmla="*/ 77 w 68"/>
                <a:gd name="T21" fmla="*/ 2 h 29"/>
                <a:gd name="T22" fmla="*/ 93 w 68"/>
                <a:gd name="T23" fmla="*/ 8 h 29"/>
                <a:gd name="T24" fmla="*/ 99 w 68"/>
                <a:gd name="T25" fmla="*/ 11 h 29"/>
                <a:gd name="T26" fmla="*/ 103 w 68"/>
                <a:gd name="T27" fmla="*/ 13 h 29"/>
                <a:gd name="T28" fmla="*/ 107 w 68"/>
                <a:gd name="T29" fmla="*/ 15 h 29"/>
                <a:gd name="T30" fmla="*/ 88 w 68"/>
                <a:gd name="T31" fmla="*/ 34 h 29"/>
                <a:gd name="T32" fmla="*/ 58 w 68"/>
                <a:gd name="T33" fmla="*/ 45 h 29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8" h="29">
                  <a:moveTo>
                    <a:pt x="37" y="27"/>
                  </a:moveTo>
                  <a:cubicBezTo>
                    <a:pt x="33" y="27"/>
                    <a:pt x="29" y="27"/>
                    <a:pt x="26" y="27"/>
                  </a:cubicBezTo>
                  <a:cubicBezTo>
                    <a:pt x="20" y="27"/>
                    <a:pt x="15" y="27"/>
                    <a:pt x="9" y="26"/>
                  </a:cubicBezTo>
                  <a:cubicBezTo>
                    <a:pt x="8" y="26"/>
                    <a:pt x="7" y="26"/>
                    <a:pt x="6" y="26"/>
                  </a:cubicBezTo>
                  <a:cubicBezTo>
                    <a:pt x="5" y="26"/>
                    <a:pt x="4" y="26"/>
                    <a:pt x="3" y="27"/>
                  </a:cubicBezTo>
                  <a:cubicBezTo>
                    <a:pt x="3" y="28"/>
                    <a:pt x="1" y="29"/>
                    <a:pt x="0" y="27"/>
                  </a:cubicBezTo>
                  <a:cubicBezTo>
                    <a:pt x="0" y="26"/>
                    <a:pt x="1" y="24"/>
                    <a:pt x="2" y="22"/>
                  </a:cubicBezTo>
                  <a:cubicBezTo>
                    <a:pt x="2" y="21"/>
                    <a:pt x="3" y="19"/>
                    <a:pt x="4" y="18"/>
                  </a:cubicBezTo>
                  <a:cubicBezTo>
                    <a:pt x="6" y="15"/>
                    <a:pt x="8" y="12"/>
                    <a:pt x="11" y="10"/>
                  </a:cubicBezTo>
                  <a:cubicBezTo>
                    <a:pt x="16" y="6"/>
                    <a:pt x="22" y="3"/>
                    <a:pt x="29" y="2"/>
                  </a:cubicBezTo>
                  <a:cubicBezTo>
                    <a:pt x="35" y="0"/>
                    <a:pt x="42" y="0"/>
                    <a:pt x="49" y="2"/>
                  </a:cubicBezTo>
                  <a:cubicBezTo>
                    <a:pt x="53" y="2"/>
                    <a:pt x="56" y="3"/>
                    <a:pt x="59" y="5"/>
                  </a:cubicBezTo>
                  <a:cubicBezTo>
                    <a:pt x="60" y="5"/>
                    <a:pt x="62" y="6"/>
                    <a:pt x="63" y="7"/>
                  </a:cubicBezTo>
                  <a:cubicBezTo>
                    <a:pt x="64" y="7"/>
                    <a:pt x="65" y="8"/>
                    <a:pt x="66" y="8"/>
                  </a:cubicBezTo>
                  <a:cubicBezTo>
                    <a:pt x="66" y="8"/>
                    <a:pt x="67" y="9"/>
                    <a:pt x="68" y="9"/>
                  </a:cubicBezTo>
                  <a:cubicBezTo>
                    <a:pt x="62" y="11"/>
                    <a:pt x="62" y="18"/>
                    <a:pt x="56" y="21"/>
                  </a:cubicBezTo>
                  <a:cubicBezTo>
                    <a:pt x="52" y="24"/>
                    <a:pt x="43" y="27"/>
                    <a:pt x="37" y="27"/>
                  </a:cubicBezTo>
                  <a:close/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549" name="Freeform 53">
              <a:extLst>
                <a:ext uri="{FF2B5EF4-FFF2-40B4-BE49-F238E27FC236}">
                  <a16:creationId xmlns:a16="http://schemas.microsoft.com/office/drawing/2014/main" id="{ADB1F34E-013F-4212-A52E-84A3747D88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9" y="1023"/>
              <a:ext cx="47" cy="22"/>
            </a:xfrm>
            <a:custGeom>
              <a:avLst/>
              <a:gdLst>
                <a:gd name="T0" fmla="*/ 7 w 41"/>
                <a:gd name="T1" fmla="*/ 28 h 19"/>
                <a:gd name="T2" fmla="*/ 21 w 41"/>
                <a:gd name="T3" fmla="*/ 12 h 19"/>
                <a:gd name="T4" fmla="*/ 38 w 41"/>
                <a:gd name="T5" fmla="*/ 12 h 19"/>
                <a:gd name="T6" fmla="*/ 54 w 41"/>
                <a:gd name="T7" fmla="*/ 20 h 19"/>
                <a:gd name="T8" fmla="*/ 50 w 41"/>
                <a:gd name="T9" fmla="*/ 2 h 19"/>
                <a:gd name="T10" fmla="*/ 19 w 41"/>
                <a:gd name="T11" fmla="*/ 2 h 19"/>
                <a:gd name="T12" fmla="*/ 3 w 41"/>
                <a:gd name="T13" fmla="*/ 9 h 19"/>
                <a:gd name="T14" fmla="*/ 2 w 41"/>
                <a:gd name="T15" fmla="*/ 25 h 1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1" h="19">
                  <a:moveTo>
                    <a:pt x="4" y="18"/>
                  </a:moveTo>
                  <a:cubicBezTo>
                    <a:pt x="12" y="19"/>
                    <a:pt x="10" y="11"/>
                    <a:pt x="14" y="8"/>
                  </a:cubicBezTo>
                  <a:cubicBezTo>
                    <a:pt x="18" y="5"/>
                    <a:pt x="22" y="5"/>
                    <a:pt x="25" y="8"/>
                  </a:cubicBezTo>
                  <a:cubicBezTo>
                    <a:pt x="28" y="11"/>
                    <a:pt x="32" y="16"/>
                    <a:pt x="36" y="13"/>
                  </a:cubicBezTo>
                  <a:cubicBezTo>
                    <a:pt x="41" y="9"/>
                    <a:pt x="38" y="3"/>
                    <a:pt x="33" y="2"/>
                  </a:cubicBezTo>
                  <a:cubicBezTo>
                    <a:pt x="26" y="0"/>
                    <a:pt x="19" y="1"/>
                    <a:pt x="13" y="2"/>
                  </a:cubicBezTo>
                  <a:cubicBezTo>
                    <a:pt x="10" y="3"/>
                    <a:pt x="5" y="3"/>
                    <a:pt x="3" y="6"/>
                  </a:cubicBezTo>
                  <a:cubicBezTo>
                    <a:pt x="0" y="9"/>
                    <a:pt x="1" y="13"/>
                    <a:pt x="2" y="16"/>
                  </a:cubicBezTo>
                </a:path>
              </a:pathLst>
            </a:custGeom>
            <a:solidFill>
              <a:srgbClr val="66391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550" name="Oval 54">
              <a:extLst>
                <a:ext uri="{FF2B5EF4-FFF2-40B4-BE49-F238E27FC236}">
                  <a16:creationId xmlns:a16="http://schemas.microsoft.com/office/drawing/2014/main" id="{2B290B8A-CEFA-4ABA-90D6-DFAC8FF85F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35" y="1028"/>
              <a:ext cx="14" cy="14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0551" name="Freeform 55">
              <a:extLst>
                <a:ext uri="{FF2B5EF4-FFF2-40B4-BE49-F238E27FC236}">
                  <a16:creationId xmlns:a16="http://schemas.microsoft.com/office/drawing/2014/main" id="{030B3C7A-C116-477E-92F6-E0D5EF905E5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3" y="1039"/>
              <a:ext cx="40" cy="9"/>
            </a:xfrm>
            <a:custGeom>
              <a:avLst/>
              <a:gdLst>
                <a:gd name="T0" fmla="*/ 0 w 34"/>
                <a:gd name="T1" fmla="*/ 9 h 8"/>
                <a:gd name="T2" fmla="*/ 7 w 34"/>
                <a:gd name="T3" fmla="*/ 8 h 8"/>
                <a:gd name="T4" fmla="*/ 9 w 34"/>
                <a:gd name="T5" fmla="*/ 7 h 8"/>
                <a:gd name="T6" fmla="*/ 19 w 34"/>
                <a:gd name="T7" fmla="*/ 8 h 8"/>
                <a:gd name="T8" fmla="*/ 39 w 34"/>
                <a:gd name="T9" fmla="*/ 3 h 8"/>
                <a:gd name="T10" fmla="*/ 49 w 34"/>
                <a:gd name="T11" fmla="*/ 1 h 8"/>
                <a:gd name="T12" fmla="*/ 48 w 34"/>
                <a:gd name="T13" fmla="*/ 7 h 8"/>
                <a:gd name="T14" fmla="*/ 29 w 34"/>
                <a:gd name="T15" fmla="*/ 11 h 8"/>
                <a:gd name="T16" fmla="*/ 13 w 34"/>
                <a:gd name="T17" fmla="*/ 10 h 8"/>
                <a:gd name="T18" fmla="*/ 0 w 34"/>
                <a:gd name="T19" fmla="*/ 10 h 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4" h="8">
                  <a:moveTo>
                    <a:pt x="0" y="6"/>
                  </a:moveTo>
                  <a:cubicBezTo>
                    <a:pt x="1" y="6"/>
                    <a:pt x="3" y="6"/>
                    <a:pt x="4" y="5"/>
                  </a:cubicBezTo>
                  <a:cubicBezTo>
                    <a:pt x="5" y="5"/>
                    <a:pt x="6" y="4"/>
                    <a:pt x="6" y="4"/>
                  </a:cubicBezTo>
                  <a:cubicBezTo>
                    <a:pt x="9" y="4"/>
                    <a:pt x="10" y="4"/>
                    <a:pt x="12" y="5"/>
                  </a:cubicBezTo>
                  <a:cubicBezTo>
                    <a:pt x="17" y="6"/>
                    <a:pt x="20" y="4"/>
                    <a:pt x="24" y="3"/>
                  </a:cubicBezTo>
                  <a:cubicBezTo>
                    <a:pt x="26" y="2"/>
                    <a:pt x="29" y="0"/>
                    <a:pt x="31" y="1"/>
                  </a:cubicBezTo>
                  <a:cubicBezTo>
                    <a:pt x="34" y="1"/>
                    <a:pt x="32" y="3"/>
                    <a:pt x="30" y="4"/>
                  </a:cubicBezTo>
                  <a:cubicBezTo>
                    <a:pt x="27" y="7"/>
                    <a:pt x="22" y="7"/>
                    <a:pt x="18" y="8"/>
                  </a:cubicBezTo>
                  <a:cubicBezTo>
                    <a:pt x="15" y="8"/>
                    <a:pt x="11" y="8"/>
                    <a:pt x="8" y="7"/>
                  </a:cubicBezTo>
                  <a:cubicBezTo>
                    <a:pt x="6" y="7"/>
                    <a:pt x="1" y="8"/>
                    <a:pt x="0" y="7"/>
                  </a:cubicBezTo>
                </a:path>
              </a:pathLst>
            </a:custGeom>
            <a:solidFill>
              <a:srgbClr val="A967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552" name="Oval 56">
              <a:extLst>
                <a:ext uri="{FF2B5EF4-FFF2-40B4-BE49-F238E27FC236}">
                  <a16:creationId xmlns:a16="http://schemas.microsoft.com/office/drawing/2014/main" id="{CD9508FC-AC66-4786-BBBB-6BC25575FE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32" y="1030"/>
              <a:ext cx="8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0553" name="Freeform 57">
              <a:extLst>
                <a:ext uri="{FF2B5EF4-FFF2-40B4-BE49-F238E27FC236}">
                  <a16:creationId xmlns:a16="http://schemas.microsoft.com/office/drawing/2014/main" id="{BFB87C24-D8E0-4748-B519-9E32F5770E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7" y="1002"/>
              <a:ext cx="71" cy="24"/>
            </a:xfrm>
            <a:custGeom>
              <a:avLst/>
              <a:gdLst>
                <a:gd name="T0" fmla="*/ 0 w 61"/>
                <a:gd name="T1" fmla="*/ 31 h 21"/>
                <a:gd name="T2" fmla="*/ 97 w 61"/>
                <a:gd name="T3" fmla="*/ 25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1" h="21">
                  <a:moveTo>
                    <a:pt x="0" y="21"/>
                  </a:moveTo>
                  <a:cubicBezTo>
                    <a:pt x="0" y="21"/>
                    <a:pt x="35" y="0"/>
                    <a:pt x="61" y="17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554" name="Freeform 58">
              <a:extLst>
                <a:ext uri="{FF2B5EF4-FFF2-40B4-BE49-F238E27FC236}">
                  <a16:creationId xmlns:a16="http://schemas.microsoft.com/office/drawing/2014/main" id="{912FA289-A161-4C38-8253-CABD675D33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1" y="1054"/>
              <a:ext cx="51" cy="10"/>
            </a:xfrm>
            <a:custGeom>
              <a:avLst/>
              <a:gdLst>
                <a:gd name="T0" fmla="*/ 0 w 44"/>
                <a:gd name="T1" fmla="*/ 2 h 9"/>
                <a:gd name="T2" fmla="*/ 68 w 44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4" h="9">
                  <a:moveTo>
                    <a:pt x="0" y="2"/>
                  </a:moveTo>
                  <a:cubicBezTo>
                    <a:pt x="0" y="2"/>
                    <a:pt x="32" y="9"/>
                    <a:pt x="44" y="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555" name="Freeform 59">
              <a:extLst>
                <a:ext uri="{FF2B5EF4-FFF2-40B4-BE49-F238E27FC236}">
                  <a16:creationId xmlns:a16="http://schemas.microsoft.com/office/drawing/2014/main" id="{E22AAD57-46B6-4A2A-ACAC-3A84F213A0B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2" y="987"/>
              <a:ext cx="82" cy="22"/>
            </a:xfrm>
            <a:custGeom>
              <a:avLst/>
              <a:gdLst>
                <a:gd name="T0" fmla="*/ 0 w 70"/>
                <a:gd name="T1" fmla="*/ 29 h 19"/>
                <a:gd name="T2" fmla="*/ 112 w 70"/>
                <a:gd name="T3" fmla="*/ 23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0" h="19">
                  <a:moveTo>
                    <a:pt x="0" y="19"/>
                  </a:moveTo>
                  <a:cubicBezTo>
                    <a:pt x="0" y="19"/>
                    <a:pt x="26" y="0"/>
                    <a:pt x="70" y="15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556" name="Freeform 60">
              <a:extLst>
                <a:ext uri="{FF2B5EF4-FFF2-40B4-BE49-F238E27FC236}">
                  <a16:creationId xmlns:a16="http://schemas.microsoft.com/office/drawing/2014/main" id="{AFAD41D9-EE73-401C-BD99-4FAF16C28C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4" y="1040"/>
              <a:ext cx="81" cy="34"/>
            </a:xfrm>
            <a:custGeom>
              <a:avLst/>
              <a:gdLst>
                <a:gd name="T0" fmla="*/ 52 w 70"/>
                <a:gd name="T1" fmla="*/ 45 h 29"/>
                <a:gd name="T2" fmla="*/ 69 w 70"/>
                <a:gd name="T3" fmla="*/ 39 h 29"/>
                <a:gd name="T4" fmla="*/ 95 w 70"/>
                <a:gd name="T5" fmla="*/ 30 h 29"/>
                <a:gd name="T6" fmla="*/ 100 w 70"/>
                <a:gd name="T7" fmla="*/ 29 h 29"/>
                <a:gd name="T8" fmla="*/ 102 w 70"/>
                <a:gd name="T9" fmla="*/ 29 h 29"/>
                <a:gd name="T10" fmla="*/ 108 w 70"/>
                <a:gd name="T11" fmla="*/ 29 h 29"/>
                <a:gd name="T12" fmla="*/ 104 w 70"/>
                <a:gd name="T13" fmla="*/ 21 h 29"/>
                <a:gd name="T14" fmla="*/ 97 w 70"/>
                <a:gd name="T15" fmla="*/ 16 h 29"/>
                <a:gd name="T16" fmla="*/ 86 w 70"/>
                <a:gd name="T17" fmla="*/ 7 h 29"/>
                <a:gd name="T18" fmla="*/ 54 w 70"/>
                <a:gd name="T19" fmla="*/ 1 h 29"/>
                <a:gd name="T20" fmla="*/ 23 w 70"/>
                <a:gd name="T21" fmla="*/ 9 h 29"/>
                <a:gd name="T22" fmla="*/ 10 w 70"/>
                <a:gd name="T23" fmla="*/ 19 h 29"/>
                <a:gd name="T24" fmla="*/ 3 w 70"/>
                <a:gd name="T25" fmla="*/ 25 h 29"/>
                <a:gd name="T26" fmla="*/ 1 w 70"/>
                <a:gd name="T27" fmla="*/ 27 h 29"/>
                <a:gd name="T28" fmla="*/ 0 w 70"/>
                <a:gd name="T29" fmla="*/ 30 h 29"/>
                <a:gd name="T30" fmla="*/ 22 w 70"/>
                <a:gd name="T31" fmla="*/ 45 h 29"/>
                <a:gd name="T32" fmla="*/ 52 w 70"/>
                <a:gd name="T33" fmla="*/ 45 h 29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70" h="29">
                  <a:moveTo>
                    <a:pt x="34" y="27"/>
                  </a:moveTo>
                  <a:cubicBezTo>
                    <a:pt x="38" y="26"/>
                    <a:pt x="41" y="25"/>
                    <a:pt x="45" y="24"/>
                  </a:cubicBezTo>
                  <a:cubicBezTo>
                    <a:pt x="50" y="23"/>
                    <a:pt x="56" y="21"/>
                    <a:pt x="61" y="19"/>
                  </a:cubicBezTo>
                  <a:cubicBezTo>
                    <a:pt x="62" y="19"/>
                    <a:pt x="63" y="18"/>
                    <a:pt x="64" y="18"/>
                  </a:cubicBezTo>
                  <a:cubicBezTo>
                    <a:pt x="65" y="18"/>
                    <a:pt x="66" y="18"/>
                    <a:pt x="66" y="18"/>
                  </a:cubicBezTo>
                  <a:cubicBezTo>
                    <a:pt x="67" y="19"/>
                    <a:pt x="70" y="20"/>
                    <a:pt x="69" y="18"/>
                  </a:cubicBezTo>
                  <a:cubicBezTo>
                    <a:pt x="69" y="16"/>
                    <a:pt x="68" y="14"/>
                    <a:pt x="67" y="13"/>
                  </a:cubicBezTo>
                  <a:cubicBezTo>
                    <a:pt x="66" y="12"/>
                    <a:pt x="64" y="11"/>
                    <a:pt x="63" y="10"/>
                  </a:cubicBezTo>
                  <a:cubicBezTo>
                    <a:pt x="61" y="7"/>
                    <a:pt x="58" y="6"/>
                    <a:pt x="55" y="4"/>
                  </a:cubicBezTo>
                  <a:cubicBezTo>
                    <a:pt x="49" y="1"/>
                    <a:pt x="42" y="0"/>
                    <a:pt x="35" y="1"/>
                  </a:cubicBezTo>
                  <a:cubicBezTo>
                    <a:pt x="28" y="1"/>
                    <a:pt x="22" y="3"/>
                    <a:pt x="15" y="6"/>
                  </a:cubicBezTo>
                  <a:cubicBezTo>
                    <a:pt x="12" y="8"/>
                    <a:pt x="9" y="10"/>
                    <a:pt x="7" y="12"/>
                  </a:cubicBezTo>
                  <a:cubicBezTo>
                    <a:pt x="6" y="13"/>
                    <a:pt x="4" y="14"/>
                    <a:pt x="3" y="15"/>
                  </a:cubicBezTo>
                  <a:cubicBezTo>
                    <a:pt x="3" y="16"/>
                    <a:pt x="2" y="16"/>
                    <a:pt x="1" y="17"/>
                  </a:cubicBezTo>
                  <a:cubicBezTo>
                    <a:pt x="1" y="17"/>
                    <a:pt x="0" y="19"/>
                    <a:pt x="0" y="19"/>
                  </a:cubicBezTo>
                  <a:cubicBezTo>
                    <a:pt x="6" y="19"/>
                    <a:pt x="8" y="26"/>
                    <a:pt x="14" y="27"/>
                  </a:cubicBezTo>
                  <a:cubicBezTo>
                    <a:pt x="19" y="28"/>
                    <a:pt x="28" y="29"/>
                    <a:pt x="34" y="2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557" name="Freeform 61">
              <a:extLst>
                <a:ext uri="{FF2B5EF4-FFF2-40B4-BE49-F238E27FC236}">
                  <a16:creationId xmlns:a16="http://schemas.microsoft.com/office/drawing/2014/main" id="{9F2EAEE8-8A0D-4BA6-8B83-B557649663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4" y="1037"/>
              <a:ext cx="53" cy="40"/>
            </a:xfrm>
            <a:custGeom>
              <a:avLst/>
              <a:gdLst>
                <a:gd name="T0" fmla="*/ 64 w 45"/>
                <a:gd name="T1" fmla="*/ 9 h 35"/>
                <a:gd name="T2" fmla="*/ 67 w 45"/>
                <a:gd name="T3" fmla="*/ 38 h 35"/>
                <a:gd name="T4" fmla="*/ 9 w 45"/>
                <a:gd name="T5" fmla="*/ 45 h 35"/>
                <a:gd name="T6" fmla="*/ 6 w 45"/>
                <a:gd name="T7" fmla="*/ 18 h 35"/>
                <a:gd name="T8" fmla="*/ 64 w 45"/>
                <a:gd name="T9" fmla="*/ 9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35">
                  <a:moveTo>
                    <a:pt x="39" y="6"/>
                  </a:moveTo>
                  <a:cubicBezTo>
                    <a:pt x="39" y="6"/>
                    <a:pt x="45" y="16"/>
                    <a:pt x="41" y="25"/>
                  </a:cubicBezTo>
                  <a:cubicBezTo>
                    <a:pt x="41" y="25"/>
                    <a:pt x="17" y="35"/>
                    <a:pt x="6" y="30"/>
                  </a:cubicBezTo>
                  <a:cubicBezTo>
                    <a:pt x="6" y="30"/>
                    <a:pt x="0" y="17"/>
                    <a:pt x="3" y="12"/>
                  </a:cubicBezTo>
                  <a:cubicBezTo>
                    <a:pt x="3" y="12"/>
                    <a:pt x="21" y="0"/>
                    <a:pt x="39" y="6"/>
                  </a:cubicBezTo>
                  <a:close/>
                </a:path>
              </a:pathLst>
            </a:custGeom>
            <a:solidFill>
              <a:srgbClr val="7E49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558" name="Freeform 62">
              <a:extLst>
                <a:ext uri="{FF2B5EF4-FFF2-40B4-BE49-F238E27FC236}">
                  <a16:creationId xmlns:a16="http://schemas.microsoft.com/office/drawing/2014/main" id="{475C78A2-3984-46BA-BA0A-5AEE008ECB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4" y="1041"/>
              <a:ext cx="81" cy="34"/>
            </a:xfrm>
            <a:custGeom>
              <a:avLst/>
              <a:gdLst>
                <a:gd name="T0" fmla="*/ 52 w 70"/>
                <a:gd name="T1" fmla="*/ 45 h 29"/>
                <a:gd name="T2" fmla="*/ 69 w 70"/>
                <a:gd name="T3" fmla="*/ 39 h 29"/>
                <a:gd name="T4" fmla="*/ 95 w 70"/>
                <a:gd name="T5" fmla="*/ 29 h 29"/>
                <a:gd name="T6" fmla="*/ 100 w 70"/>
                <a:gd name="T7" fmla="*/ 27 h 29"/>
                <a:gd name="T8" fmla="*/ 104 w 70"/>
                <a:gd name="T9" fmla="*/ 29 h 29"/>
                <a:gd name="T10" fmla="*/ 109 w 70"/>
                <a:gd name="T11" fmla="*/ 27 h 29"/>
                <a:gd name="T12" fmla="*/ 104 w 70"/>
                <a:gd name="T13" fmla="*/ 21 h 29"/>
                <a:gd name="T14" fmla="*/ 97 w 70"/>
                <a:gd name="T15" fmla="*/ 15 h 29"/>
                <a:gd name="T16" fmla="*/ 86 w 70"/>
                <a:gd name="T17" fmla="*/ 7 h 29"/>
                <a:gd name="T18" fmla="*/ 57 w 70"/>
                <a:gd name="T19" fmla="*/ 0 h 29"/>
                <a:gd name="T20" fmla="*/ 25 w 70"/>
                <a:gd name="T21" fmla="*/ 9 h 29"/>
                <a:gd name="T22" fmla="*/ 10 w 70"/>
                <a:gd name="T23" fmla="*/ 18 h 29"/>
                <a:gd name="T24" fmla="*/ 3 w 70"/>
                <a:gd name="T25" fmla="*/ 25 h 29"/>
                <a:gd name="T26" fmla="*/ 2 w 70"/>
                <a:gd name="T27" fmla="*/ 26 h 29"/>
                <a:gd name="T28" fmla="*/ 0 w 70"/>
                <a:gd name="T29" fmla="*/ 29 h 29"/>
                <a:gd name="T30" fmla="*/ 22 w 70"/>
                <a:gd name="T31" fmla="*/ 45 h 29"/>
                <a:gd name="T32" fmla="*/ 52 w 70"/>
                <a:gd name="T33" fmla="*/ 45 h 29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70" h="29">
                  <a:moveTo>
                    <a:pt x="34" y="27"/>
                  </a:moveTo>
                  <a:cubicBezTo>
                    <a:pt x="38" y="26"/>
                    <a:pt x="42" y="25"/>
                    <a:pt x="45" y="24"/>
                  </a:cubicBezTo>
                  <a:cubicBezTo>
                    <a:pt x="51" y="22"/>
                    <a:pt x="56" y="20"/>
                    <a:pt x="61" y="18"/>
                  </a:cubicBezTo>
                  <a:cubicBezTo>
                    <a:pt x="62" y="18"/>
                    <a:pt x="63" y="17"/>
                    <a:pt x="64" y="17"/>
                  </a:cubicBezTo>
                  <a:cubicBezTo>
                    <a:pt x="65" y="17"/>
                    <a:pt x="66" y="17"/>
                    <a:pt x="67" y="18"/>
                  </a:cubicBezTo>
                  <a:cubicBezTo>
                    <a:pt x="68" y="18"/>
                    <a:pt x="70" y="19"/>
                    <a:pt x="70" y="17"/>
                  </a:cubicBezTo>
                  <a:cubicBezTo>
                    <a:pt x="69" y="15"/>
                    <a:pt x="68" y="14"/>
                    <a:pt x="67" y="13"/>
                  </a:cubicBezTo>
                  <a:cubicBezTo>
                    <a:pt x="66" y="11"/>
                    <a:pt x="65" y="10"/>
                    <a:pt x="63" y="9"/>
                  </a:cubicBezTo>
                  <a:cubicBezTo>
                    <a:pt x="61" y="7"/>
                    <a:pt x="58" y="5"/>
                    <a:pt x="55" y="4"/>
                  </a:cubicBezTo>
                  <a:cubicBezTo>
                    <a:pt x="49" y="1"/>
                    <a:pt x="42" y="0"/>
                    <a:pt x="36" y="0"/>
                  </a:cubicBezTo>
                  <a:cubicBezTo>
                    <a:pt x="29" y="1"/>
                    <a:pt x="22" y="3"/>
                    <a:pt x="16" y="6"/>
                  </a:cubicBezTo>
                  <a:cubicBezTo>
                    <a:pt x="13" y="7"/>
                    <a:pt x="10" y="9"/>
                    <a:pt x="7" y="11"/>
                  </a:cubicBezTo>
                  <a:cubicBezTo>
                    <a:pt x="6" y="12"/>
                    <a:pt x="5" y="13"/>
                    <a:pt x="3" y="15"/>
                  </a:cubicBezTo>
                  <a:cubicBezTo>
                    <a:pt x="3" y="15"/>
                    <a:pt x="2" y="16"/>
                    <a:pt x="2" y="16"/>
                  </a:cubicBezTo>
                  <a:cubicBezTo>
                    <a:pt x="2" y="17"/>
                    <a:pt x="0" y="18"/>
                    <a:pt x="0" y="18"/>
                  </a:cubicBezTo>
                  <a:cubicBezTo>
                    <a:pt x="7" y="19"/>
                    <a:pt x="8" y="25"/>
                    <a:pt x="14" y="27"/>
                  </a:cubicBezTo>
                  <a:cubicBezTo>
                    <a:pt x="19" y="28"/>
                    <a:pt x="28" y="29"/>
                    <a:pt x="34" y="27"/>
                  </a:cubicBezTo>
                  <a:close/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559" name="Freeform 63">
              <a:extLst>
                <a:ext uri="{FF2B5EF4-FFF2-40B4-BE49-F238E27FC236}">
                  <a16:creationId xmlns:a16="http://schemas.microsoft.com/office/drawing/2014/main" id="{30A73A97-08E6-4440-A61C-B9408CC387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6" y="1044"/>
              <a:ext cx="47" cy="22"/>
            </a:xfrm>
            <a:custGeom>
              <a:avLst/>
              <a:gdLst>
                <a:gd name="T0" fmla="*/ 60 w 41"/>
                <a:gd name="T1" fmla="*/ 20 h 19"/>
                <a:gd name="T2" fmla="*/ 39 w 41"/>
                <a:gd name="T3" fmla="*/ 10 h 19"/>
                <a:gd name="T4" fmla="*/ 24 w 41"/>
                <a:gd name="T5" fmla="*/ 14 h 19"/>
                <a:gd name="T6" fmla="*/ 9 w 41"/>
                <a:gd name="T7" fmla="*/ 27 h 19"/>
                <a:gd name="T8" fmla="*/ 10 w 41"/>
                <a:gd name="T9" fmla="*/ 9 h 19"/>
                <a:gd name="T10" fmla="*/ 39 w 41"/>
                <a:gd name="T11" fmla="*/ 1 h 19"/>
                <a:gd name="T12" fmla="*/ 54 w 41"/>
                <a:gd name="T13" fmla="*/ 2 h 19"/>
                <a:gd name="T14" fmla="*/ 62 w 41"/>
                <a:gd name="T15" fmla="*/ 17 h 1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1" h="19">
                  <a:moveTo>
                    <a:pt x="39" y="13"/>
                  </a:moveTo>
                  <a:cubicBezTo>
                    <a:pt x="31" y="16"/>
                    <a:pt x="31" y="9"/>
                    <a:pt x="26" y="7"/>
                  </a:cubicBezTo>
                  <a:cubicBezTo>
                    <a:pt x="22" y="5"/>
                    <a:pt x="18" y="6"/>
                    <a:pt x="16" y="9"/>
                  </a:cubicBezTo>
                  <a:cubicBezTo>
                    <a:pt x="14" y="13"/>
                    <a:pt x="12" y="19"/>
                    <a:pt x="6" y="17"/>
                  </a:cubicBezTo>
                  <a:cubicBezTo>
                    <a:pt x="0" y="15"/>
                    <a:pt x="3" y="9"/>
                    <a:pt x="7" y="6"/>
                  </a:cubicBezTo>
                  <a:cubicBezTo>
                    <a:pt x="12" y="2"/>
                    <a:pt x="19" y="1"/>
                    <a:pt x="26" y="1"/>
                  </a:cubicBezTo>
                  <a:cubicBezTo>
                    <a:pt x="29" y="1"/>
                    <a:pt x="33" y="0"/>
                    <a:pt x="36" y="2"/>
                  </a:cubicBezTo>
                  <a:cubicBezTo>
                    <a:pt x="40" y="4"/>
                    <a:pt x="40" y="7"/>
                    <a:pt x="41" y="11"/>
                  </a:cubicBezTo>
                </a:path>
              </a:pathLst>
            </a:custGeom>
            <a:solidFill>
              <a:srgbClr val="66391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560" name="Freeform 64">
              <a:extLst>
                <a:ext uri="{FF2B5EF4-FFF2-40B4-BE49-F238E27FC236}">
                  <a16:creationId xmlns:a16="http://schemas.microsoft.com/office/drawing/2014/main" id="{1E218247-458F-4F0B-BAB3-C27E610EE9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3" y="1049"/>
              <a:ext cx="15" cy="15"/>
            </a:xfrm>
            <a:custGeom>
              <a:avLst/>
              <a:gdLst>
                <a:gd name="T0" fmla="*/ 1 w 13"/>
                <a:gd name="T1" fmla="*/ 12 h 13"/>
                <a:gd name="T2" fmla="*/ 12 w 13"/>
                <a:gd name="T3" fmla="*/ 18 h 13"/>
                <a:gd name="T4" fmla="*/ 18 w 13"/>
                <a:gd name="T5" fmla="*/ 8 h 13"/>
                <a:gd name="T6" fmla="*/ 8 w 13"/>
                <a:gd name="T7" fmla="*/ 1 h 13"/>
                <a:gd name="T8" fmla="*/ 1 w 13"/>
                <a:gd name="T9" fmla="*/ 12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3">
                  <a:moveTo>
                    <a:pt x="1" y="8"/>
                  </a:moveTo>
                  <a:cubicBezTo>
                    <a:pt x="2" y="11"/>
                    <a:pt x="5" y="13"/>
                    <a:pt x="8" y="12"/>
                  </a:cubicBezTo>
                  <a:cubicBezTo>
                    <a:pt x="11" y="11"/>
                    <a:pt x="13" y="8"/>
                    <a:pt x="12" y="5"/>
                  </a:cubicBezTo>
                  <a:cubicBezTo>
                    <a:pt x="12" y="2"/>
                    <a:pt x="8" y="0"/>
                    <a:pt x="5" y="1"/>
                  </a:cubicBezTo>
                  <a:cubicBezTo>
                    <a:pt x="2" y="2"/>
                    <a:pt x="0" y="5"/>
                    <a:pt x="1" y="8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561" name="Freeform 65">
              <a:extLst>
                <a:ext uri="{FF2B5EF4-FFF2-40B4-BE49-F238E27FC236}">
                  <a16:creationId xmlns:a16="http://schemas.microsoft.com/office/drawing/2014/main" id="{2DF88889-F79D-4FA2-AEE2-C7045E22F5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1" y="1061"/>
              <a:ext cx="41" cy="9"/>
            </a:xfrm>
            <a:custGeom>
              <a:avLst/>
              <a:gdLst>
                <a:gd name="T0" fmla="*/ 55 w 35"/>
                <a:gd name="T1" fmla="*/ 1 h 8"/>
                <a:gd name="T2" fmla="*/ 49 w 35"/>
                <a:gd name="T3" fmla="*/ 1 h 8"/>
                <a:gd name="T4" fmla="*/ 46 w 35"/>
                <a:gd name="T5" fmla="*/ 0 h 8"/>
                <a:gd name="T6" fmla="*/ 35 w 35"/>
                <a:gd name="T7" fmla="*/ 2 h 8"/>
                <a:gd name="T8" fmla="*/ 16 w 35"/>
                <a:gd name="T9" fmla="*/ 7 h 8"/>
                <a:gd name="T10" fmla="*/ 6 w 35"/>
                <a:gd name="T11" fmla="*/ 7 h 8"/>
                <a:gd name="T12" fmla="*/ 8 w 35"/>
                <a:gd name="T13" fmla="*/ 10 h 8"/>
                <a:gd name="T14" fmla="*/ 29 w 35"/>
                <a:gd name="T15" fmla="*/ 10 h 8"/>
                <a:gd name="T16" fmla="*/ 43 w 35"/>
                <a:gd name="T17" fmla="*/ 7 h 8"/>
                <a:gd name="T18" fmla="*/ 56 w 35"/>
                <a:gd name="T19" fmla="*/ 1 h 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5" h="8">
                  <a:moveTo>
                    <a:pt x="34" y="1"/>
                  </a:moveTo>
                  <a:cubicBezTo>
                    <a:pt x="33" y="1"/>
                    <a:pt x="32" y="1"/>
                    <a:pt x="31" y="1"/>
                  </a:cubicBezTo>
                  <a:cubicBezTo>
                    <a:pt x="30" y="1"/>
                    <a:pt x="29" y="0"/>
                    <a:pt x="28" y="0"/>
                  </a:cubicBezTo>
                  <a:cubicBezTo>
                    <a:pt x="25" y="0"/>
                    <a:pt x="24" y="1"/>
                    <a:pt x="22" y="2"/>
                  </a:cubicBezTo>
                  <a:cubicBezTo>
                    <a:pt x="18" y="5"/>
                    <a:pt x="14" y="4"/>
                    <a:pt x="10" y="4"/>
                  </a:cubicBezTo>
                  <a:cubicBezTo>
                    <a:pt x="8" y="4"/>
                    <a:pt x="5" y="3"/>
                    <a:pt x="3" y="4"/>
                  </a:cubicBezTo>
                  <a:cubicBezTo>
                    <a:pt x="0" y="5"/>
                    <a:pt x="3" y="6"/>
                    <a:pt x="5" y="7"/>
                  </a:cubicBezTo>
                  <a:cubicBezTo>
                    <a:pt x="9" y="8"/>
                    <a:pt x="14" y="7"/>
                    <a:pt x="18" y="7"/>
                  </a:cubicBezTo>
                  <a:cubicBezTo>
                    <a:pt x="21" y="6"/>
                    <a:pt x="24" y="5"/>
                    <a:pt x="27" y="4"/>
                  </a:cubicBezTo>
                  <a:cubicBezTo>
                    <a:pt x="29" y="3"/>
                    <a:pt x="34" y="3"/>
                    <a:pt x="35" y="1"/>
                  </a:cubicBezTo>
                </a:path>
              </a:pathLst>
            </a:custGeom>
            <a:solidFill>
              <a:srgbClr val="A967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562" name="Freeform 66">
              <a:extLst>
                <a:ext uri="{FF2B5EF4-FFF2-40B4-BE49-F238E27FC236}">
                  <a16:creationId xmlns:a16="http://schemas.microsoft.com/office/drawing/2014/main" id="{B6246E6C-F93F-41B4-8E07-60EEAF88A7B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2" y="1048"/>
              <a:ext cx="8" cy="8"/>
            </a:xfrm>
            <a:custGeom>
              <a:avLst/>
              <a:gdLst>
                <a:gd name="T0" fmla="*/ 0 w 7"/>
                <a:gd name="T1" fmla="*/ 8 h 7"/>
                <a:gd name="T2" fmla="*/ 7 w 7"/>
                <a:gd name="T3" fmla="*/ 10 h 7"/>
                <a:gd name="T4" fmla="*/ 9 w 7"/>
                <a:gd name="T5" fmla="*/ 3 h 7"/>
                <a:gd name="T6" fmla="*/ 2 w 7"/>
                <a:gd name="T7" fmla="*/ 1 h 7"/>
                <a:gd name="T8" fmla="*/ 0 w 7"/>
                <a:gd name="T9" fmla="*/ 8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0" y="5"/>
                  </a:moveTo>
                  <a:cubicBezTo>
                    <a:pt x="1" y="6"/>
                    <a:pt x="2" y="7"/>
                    <a:pt x="4" y="7"/>
                  </a:cubicBezTo>
                  <a:cubicBezTo>
                    <a:pt x="6" y="6"/>
                    <a:pt x="7" y="4"/>
                    <a:pt x="6" y="3"/>
                  </a:cubicBezTo>
                  <a:cubicBezTo>
                    <a:pt x="6" y="1"/>
                    <a:pt x="4" y="0"/>
                    <a:pt x="2" y="1"/>
                  </a:cubicBezTo>
                  <a:cubicBezTo>
                    <a:pt x="1" y="1"/>
                    <a:pt x="0" y="3"/>
                    <a:pt x="0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563" name="Freeform 67">
              <a:extLst>
                <a:ext uri="{FF2B5EF4-FFF2-40B4-BE49-F238E27FC236}">
                  <a16:creationId xmlns:a16="http://schemas.microsoft.com/office/drawing/2014/main" id="{F8C5960D-3022-4EFC-A4F5-8AB48D9AEC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2" y="1025"/>
              <a:ext cx="69" cy="28"/>
            </a:xfrm>
            <a:custGeom>
              <a:avLst/>
              <a:gdLst>
                <a:gd name="T0" fmla="*/ 91 w 60"/>
                <a:gd name="T1" fmla="*/ 18 h 24"/>
                <a:gd name="T2" fmla="*/ 0 w 60"/>
                <a:gd name="T3" fmla="*/ 39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0" h="24">
                  <a:moveTo>
                    <a:pt x="60" y="11"/>
                  </a:moveTo>
                  <a:cubicBezTo>
                    <a:pt x="60" y="11"/>
                    <a:pt x="21" y="0"/>
                    <a:pt x="0" y="24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564" name="Freeform 68">
              <a:extLst>
                <a:ext uri="{FF2B5EF4-FFF2-40B4-BE49-F238E27FC236}">
                  <a16:creationId xmlns:a16="http://schemas.microsoft.com/office/drawing/2014/main" id="{A69DEA24-98DF-4A21-8411-6DB3E797AA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6" y="1069"/>
              <a:ext cx="50" cy="17"/>
            </a:xfrm>
            <a:custGeom>
              <a:avLst/>
              <a:gdLst>
                <a:gd name="T0" fmla="*/ 67 w 43"/>
                <a:gd name="T1" fmla="*/ 0 h 15"/>
                <a:gd name="T2" fmla="*/ 0 w 43"/>
                <a:gd name="T3" fmla="*/ 14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3" h="15">
                  <a:moveTo>
                    <a:pt x="43" y="0"/>
                  </a:moveTo>
                  <a:cubicBezTo>
                    <a:pt x="43" y="0"/>
                    <a:pt x="14" y="15"/>
                    <a:pt x="0" y="1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565" name="Freeform 69">
              <a:extLst>
                <a:ext uri="{FF2B5EF4-FFF2-40B4-BE49-F238E27FC236}">
                  <a16:creationId xmlns:a16="http://schemas.microsoft.com/office/drawing/2014/main" id="{7E435335-1B2F-43D8-9E48-35323EB9BD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2" y="1006"/>
              <a:ext cx="79" cy="32"/>
            </a:xfrm>
            <a:custGeom>
              <a:avLst/>
              <a:gdLst>
                <a:gd name="T0" fmla="*/ 107 w 68"/>
                <a:gd name="T1" fmla="*/ 18 h 27"/>
                <a:gd name="T2" fmla="*/ 0 w 68"/>
                <a:gd name="T3" fmla="*/ 45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8" h="27">
                  <a:moveTo>
                    <a:pt x="68" y="11"/>
                  </a:moveTo>
                  <a:cubicBezTo>
                    <a:pt x="68" y="11"/>
                    <a:pt x="38" y="0"/>
                    <a:pt x="0" y="27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566" name="Freeform 70">
              <a:extLst>
                <a:ext uri="{FF2B5EF4-FFF2-40B4-BE49-F238E27FC236}">
                  <a16:creationId xmlns:a16="http://schemas.microsoft.com/office/drawing/2014/main" id="{B4A8BA71-6E8A-4D3E-AE05-2A6CC983EBF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3" y="1121"/>
              <a:ext cx="25" cy="18"/>
            </a:xfrm>
            <a:custGeom>
              <a:avLst/>
              <a:gdLst>
                <a:gd name="T0" fmla="*/ 3 w 22"/>
                <a:gd name="T1" fmla="*/ 14 h 15"/>
                <a:gd name="T2" fmla="*/ 17 w 22"/>
                <a:gd name="T3" fmla="*/ 19 h 15"/>
                <a:gd name="T4" fmla="*/ 32 w 22"/>
                <a:gd name="T5" fmla="*/ 14 h 15"/>
                <a:gd name="T6" fmla="*/ 17 w 22"/>
                <a:gd name="T7" fmla="*/ 23 h 15"/>
                <a:gd name="T8" fmla="*/ 11 w 22"/>
                <a:gd name="T9" fmla="*/ 19 h 15"/>
                <a:gd name="T10" fmla="*/ 9 w 22"/>
                <a:gd name="T11" fmla="*/ 20 h 15"/>
                <a:gd name="T12" fmla="*/ 3 w 22"/>
                <a:gd name="T13" fmla="*/ 14 h 1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" h="15">
                  <a:moveTo>
                    <a:pt x="3" y="8"/>
                  </a:moveTo>
                  <a:cubicBezTo>
                    <a:pt x="7" y="0"/>
                    <a:pt x="9" y="10"/>
                    <a:pt x="11" y="11"/>
                  </a:cubicBezTo>
                  <a:cubicBezTo>
                    <a:pt x="16" y="14"/>
                    <a:pt x="19" y="10"/>
                    <a:pt x="22" y="8"/>
                  </a:cubicBezTo>
                  <a:cubicBezTo>
                    <a:pt x="20" y="12"/>
                    <a:pt x="14" y="15"/>
                    <a:pt x="11" y="13"/>
                  </a:cubicBezTo>
                  <a:cubicBezTo>
                    <a:pt x="10" y="12"/>
                    <a:pt x="9" y="11"/>
                    <a:pt x="8" y="11"/>
                  </a:cubicBezTo>
                  <a:cubicBezTo>
                    <a:pt x="7" y="11"/>
                    <a:pt x="7" y="12"/>
                    <a:pt x="6" y="12"/>
                  </a:cubicBezTo>
                  <a:cubicBezTo>
                    <a:pt x="4" y="12"/>
                    <a:pt x="0" y="9"/>
                    <a:pt x="3" y="8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567" name="Freeform 71">
              <a:extLst>
                <a:ext uri="{FF2B5EF4-FFF2-40B4-BE49-F238E27FC236}">
                  <a16:creationId xmlns:a16="http://schemas.microsoft.com/office/drawing/2014/main" id="{7E20FBDF-0A5D-4DE8-976A-259721B277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9" y="1132"/>
              <a:ext cx="27" cy="11"/>
            </a:xfrm>
            <a:custGeom>
              <a:avLst/>
              <a:gdLst>
                <a:gd name="T0" fmla="*/ 38 w 23"/>
                <a:gd name="T1" fmla="*/ 8 h 10"/>
                <a:gd name="T2" fmla="*/ 29 w 23"/>
                <a:gd name="T3" fmla="*/ 0 h 10"/>
                <a:gd name="T4" fmla="*/ 22 w 23"/>
                <a:gd name="T5" fmla="*/ 10 h 10"/>
                <a:gd name="T6" fmla="*/ 11 w 23"/>
                <a:gd name="T7" fmla="*/ 12 h 10"/>
                <a:gd name="T8" fmla="*/ 0 w 23"/>
                <a:gd name="T9" fmla="*/ 8 h 10"/>
                <a:gd name="T10" fmla="*/ 9 w 23"/>
                <a:gd name="T11" fmla="*/ 13 h 10"/>
                <a:gd name="T12" fmla="*/ 19 w 23"/>
                <a:gd name="T13" fmla="*/ 12 h 10"/>
                <a:gd name="T14" fmla="*/ 27 w 23"/>
                <a:gd name="T15" fmla="*/ 9 h 10"/>
                <a:gd name="T16" fmla="*/ 32 w 23"/>
                <a:gd name="T17" fmla="*/ 10 h 10"/>
                <a:gd name="T18" fmla="*/ 36 w 23"/>
                <a:gd name="T19" fmla="*/ 4 h 1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3" h="10">
                  <a:moveTo>
                    <a:pt x="23" y="5"/>
                  </a:moveTo>
                  <a:cubicBezTo>
                    <a:pt x="23" y="3"/>
                    <a:pt x="20" y="0"/>
                    <a:pt x="18" y="0"/>
                  </a:cubicBezTo>
                  <a:cubicBezTo>
                    <a:pt x="16" y="0"/>
                    <a:pt x="16" y="6"/>
                    <a:pt x="14" y="7"/>
                  </a:cubicBezTo>
                  <a:cubicBezTo>
                    <a:pt x="12" y="9"/>
                    <a:pt x="10" y="9"/>
                    <a:pt x="7" y="9"/>
                  </a:cubicBezTo>
                  <a:cubicBezTo>
                    <a:pt x="5" y="9"/>
                    <a:pt x="1" y="7"/>
                    <a:pt x="0" y="5"/>
                  </a:cubicBezTo>
                  <a:cubicBezTo>
                    <a:pt x="2" y="7"/>
                    <a:pt x="3" y="9"/>
                    <a:pt x="6" y="10"/>
                  </a:cubicBezTo>
                  <a:cubicBezTo>
                    <a:pt x="8" y="10"/>
                    <a:pt x="11" y="10"/>
                    <a:pt x="12" y="9"/>
                  </a:cubicBezTo>
                  <a:cubicBezTo>
                    <a:pt x="14" y="9"/>
                    <a:pt x="15" y="6"/>
                    <a:pt x="17" y="6"/>
                  </a:cubicBezTo>
                  <a:cubicBezTo>
                    <a:pt x="18" y="6"/>
                    <a:pt x="19" y="7"/>
                    <a:pt x="20" y="7"/>
                  </a:cubicBezTo>
                  <a:cubicBezTo>
                    <a:pt x="22" y="7"/>
                    <a:pt x="22" y="6"/>
                    <a:pt x="22" y="4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568" name="Freeform 72">
              <a:extLst>
                <a:ext uri="{FF2B5EF4-FFF2-40B4-BE49-F238E27FC236}">
                  <a16:creationId xmlns:a16="http://schemas.microsoft.com/office/drawing/2014/main" id="{A74FC447-F74E-4DC0-845B-9D7AC707F47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9" y="1019"/>
              <a:ext cx="13" cy="69"/>
            </a:xfrm>
            <a:custGeom>
              <a:avLst/>
              <a:gdLst>
                <a:gd name="T0" fmla="*/ 17 w 11"/>
                <a:gd name="T1" fmla="*/ 0 h 59"/>
                <a:gd name="T2" fmla="*/ 18 w 11"/>
                <a:gd name="T3" fmla="*/ 95 h 5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59">
                  <a:moveTo>
                    <a:pt x="10" y="0"/>
                  </a:moveTo>
                  <a:cubicBezTo>
                    <a:pt x="8" y="23"/>
                    <a:pt x="0" y="38"/>
                    <a:pt x="11" y="59"/>
                  </a:cubicBezTo>
                </a:path>
              </a:pathLst>
            </a:custGeom>
            <a:noFill/>
            <a:ln w="158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569" name="Freeform 73">
              <a:extLst>
                <a:ext uri="{FF2B5EF4-FFF2-40B4-BE49-F238E27FC236}">
                  <a16:creationId xmlns:a16="http://schemas.microsoft.com/office/drawing/2014/main" id="{0F18F3E7-0761-4127-BFA1-ED386DC87A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6" y="1045"/>
              <a:ext cx="1" cy="5"/>
            </a:xfrm>
            <a:custGeom>
              <a:avLst/>
              <a:gdLst>
                <a:gd name="T0" fmla="*/ 0 w 1"/>
                <a:gd name="T1" fmla="*/ 5 h 5"/>
                <a:gd name="T2" fmla="*/ 0 w 1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5">
                  <a:moveTo>
                    <a:pt x="0" y="5"/>
                  </a:moveTo>
                  <a:cubicBezTo>
                    <a:pt x="1" y="3"/>
                    <a:pt x="1" y="1"/>
                    <a:pt x="0" y="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570" name="Freeform 74">
              <a:extLst>
                <a:ext uri="{FF2B5EF4-FFF2-40B4-BE49-F238E27FC236}">
                  <a16:creationId xmlns:a16="http://schemas.microsoft.com/office/drawing/2014/main" id="{FF67CEF8-5608-4F0F-8298-195D2193C1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8" y="1056"/>
              <a:ext cx="1" cy="5"/>
            </a:xfrm>
            <a:custGeom>
              <a:avLst/>
              <a:gdLst>
                <a:gd name="T0" fmla="*/ 0 w 1"/>
                <a:gd name="T1" fmla="*/ 8 h 4"/>
                <a:gd name="T2" fmla="*/ 0 w 1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4">
                  <a:moveTo>
                    <a:pt x="0" y="4"/>
                  </a:moveTo>
                  <a:cubicBezTo>
                    <a:pt x="0" y="3"/>
                    <a:pt x="0" y="1"/>
                    <a:pt x="0" y="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571" name="Freeform 75">
              <a:extLst>
                <a:ext uri="{FF2B5EF4-FFF2-40B4-BE49-F238E27FC236}">
                  <a16:creationId xmlns:a16="http://schemas.microsoft.com/office/drawing/2014/main" id="{3D1936E5-C701-4D2B-8E64-A0DCC53CEAC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4" y="1166"/>
              <a:ext cx="136" cy="42"/>
            </a:xfrm>
            <a:custGeom>
              <a:avLst/>
              <a:gdLst>
                <a:gd name="T0" fmla="*/ 0 w 117"/>
                <a:gd name="T1" fmla="*/ 21 h 36"/>
                <a:gd name="T2" fmla="*/ 65 w 117"/>
                <a:gd name="T3" fmla="*/ 46 h 36"/>
                <a:gd name="T4" fmla="*/ 116 w 117"/>
                <a:gd name="T5" fmla="*/ 41 h 36"/>
                <a:gd name="T6" fmla="*/ 158 w 117"/>
                <a:gd name="T7" fmla="*/ 22 h 36"/>
                <a:gd name="T8" fmla="*/ 184 w 117"/>
                <a:gd name="T9" fmla="*/ 0 h 36"/>
                <a:gd name="T10" fmla="*/ 70 w 117"/>
                <a:gd name="T11" fmla="*/ 57 h 36"/>
                <a:gd name="T12" fmla="*/ 0 w 117"/>
                <a:gd name="T13" fmla="*/ 22 h 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7" h="36">
                  <a:moveTo>
                    <a:pt x="0" y="13"/>
                  </a:moveTo>
                  <a:cubicBezTo>
                    <a:pt x="9" y="25"/>
                    <a:pt x="28" y="26"/>
                    <a:pt x="41" y="28"/>
                  </a:cubicBezTo>
                  <a:cubicBezTo>
                    <a:pt x="51" y="29"/>
                    <a:pt x="64" y="31"/>
                    <a:pt x="74" y="26"/>
                  </a:cubicBezTo>
                  <a:cubicBezTo>
                    <a:pt x="83" y="23"/>
                    <a:pt x="93" y="20"/>
                    <a:pt x="101" y="14"/>
                  </a:cubicBezTo>
                  <a:cubicBezTo>
                    <a:pt x="106" y="10"/>
                    <a:pt x="114" y="6"/>
                    <a:pt x="117" y="0"/>
                  </a:cubicBezTo>
                  <a:cubicBezTo>
                    <a:pt x="99" y="31"/>
                    <a:pt x="70" y="36"/>
                    <a:pt x="45" y="36"/>
                  </a:cubicBezTo>
                  <a:cubicBezTo>
                    <a:pt x="28" y="36"/>
                    <a:pt x="11" y="29"/>
                    <a:pt x="0" y="14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572" name="Freeform 76">
              <a:extLst>
                <a:ext uri="{FF2B5EF4-FFF2-40B4-BE49-F238E27FC236}">
                  <a16:creationId xmlns:a16="http://schemas.microsoft.com/office/drawing/2014/main" id="{91E3E027-DDA8-4FB5-94FE-0585BE7128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2" y="1200"/>
              <a:ext cx="95" cy="35"/>
            </a:xfrm>
            <a:custGeom>
              <a:avLst/>
              <a:gdLst>
                <a:gd name="T0" fmla="*/ 0 w 82"/>
                <a:gd name="T1" fmla="*/ 22 h 30"/>
                <a:gd name="T2" fmla="*/ 65 w 82"/>
                <a:gd name="T3" fmla="*/ 47 h 30"/>
                <a:gd name="T4" fmla="*/ 111 w 82"/>
                <a:gd name="T5" fmla="*/ 29 h 30"/>
                <a:gd name="T6" fmla="*/ 127 w 82"/>
                <a:gd name="T7" fmla="*/ 0 h 30"/>
                <a:gd name="T8" fmla="*/ 78 w 82"/>
                <a:gd name="T9" fmla="*/ 34 h 30"/>
                <a:gd name="T10" fmla="*/ 0 w 82"/>
                <a:gd name="T11" fmla="*/ 16 h 3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2" h="30">
                  <a:moveTo>
                    <a:pt x="0" y="14"/>
                  </a:moveTo>
                  <a:cubicBezTo>
                    <a:pt x="10" y="27"/>
                    <a:pt x="24" y="30"/>
                    <a:pt x="41" y="29"/>
                  </a:cubicBezTo>
                  <a:cubicBezTo>
                    <a:pt x="51" y="28"/>
                    <a:pt x="63" y="25"/>
                    <a:pt x="72" y="18"/>
                  </a:cubicBezTo>
                  <a:cubicBezTo>
                    <a:pt x="77" y="13"/>
                    <a:pt x="80" y="5"/>
                    <a:pt x="82" y="0"/>
                  </a:cubicBezTo>
                  <a:cubicBezTo>
                    <a:pt x="82" y="13"/>
                    <a:pt x="59" y="18"/>
                    <a:pt x="50" y="21"/>
                  </a:cubicBezTo>
                  <a:cubicBezTo>
                    <a:pt x="33" y="26"/>
                    <a:pt x="11" y="25"/>
                    <a:pt x="0" y="10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573" name="Freeform 77">
              <a:extLst>
                <a:ext uri="{FF2B5EF4-FFF2-40B4-BE49-F238E27FC236}">
                  <a16:creationId xmlns:a16="http://schemas.microsoft.com/office/drawing/2014/main" id="{6C2324A0-9045-45D1-BC7C-0771FACFBF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4" y="1170"/>
              <a:ext cx="138" cy="83"/>
            </a:xfrm>
            <a:custGeom>
              <a:avLst/>
              <a:gdLst>
                <a:gd name="T0" fmla="*/ 186 w 119"/>
                <a:gd name="T1" fmla="*/ 0 h 72"/>
                <a:gd name="T2" fmla="*/ 0 w 119"/>
                <a:gd name="T3" fmla="*/ 21 h 72"/>
                <a:gd name="T4" fmla="*/ 186 w 119"/>
                <a:gd name="T5" fmla="*/ 0 h 7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9" h="72">
                  <a:moveTo>
                    <a:pt x="119" y="0"/>
                  </a:moveTo>
                  <a:cubicBezTo>
                    <a:pt x="60" y="67"/>
                    <a:pt x="0" y="14"/>
                    <a:pt x="0" y="14"/>
                  </a:cubicBezTo>
                  <a:cubicBezTo>
                    <a:pt x="0" y="14"/>
                    <a:pt x="60" y="72"/>
                    <a:pt x="119" y="0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574" name="Freeform 78">
              <a:extLst>
                <a:ext uri="{FF2B5EF4-FFF2-40B4-BE49-F238E27FC236}">
                  <a16:creationId xmlns:a16="http://schemas.microsoft.com/office/drawing/2014/main" id="{9879B561-AFAB-4873-933E-E7615BAC56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4" y="1177"/>
              <a:ext cx="92" cy="33"/>
            </a:xfrm>
            <a:custGeom>
              <a:avLst/>
              <a:gdLst>
                <a:gd name="T0" fmla="*/ 0 w 79"/>
                <a:gd name="T1" fmla="*/ 25 h 29"/>
                <a:gd name="T2" fmla="*/ 125 w 79"/>
                <a:gd name="T3" fmla="*/ 0 h 29"/>
                <a:gd name="T4" fmla="*/ 0 w 79"/>
                <a:gd name="T5" fmla="*/ 25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9" h="29">
                  <a:moveTo>
                    <a:pt x="0" y="17"/>
                  </a:moveTo>
                  <a:cubicBezTo>
                    <a:pt x="0" y="17"/>
                    <a:pt x="49" y="29"/>
                    <a:pt x="79" y="0"/>
                  </a:cubicBezTo>
                  <a:cubicBezTo>
                    <a:pt x="79" y="0"/>
                    <a:pt x="54" y="24"/>
                    <a:pt x="0" y="17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575" name="Freeform 79">
              <a:extLst>
                <a:ext uri="{FF2B5EF4-FFF2-40B4-BE49-F238E27FC236}">
                  <a16:creationId xmlns:a16="http://schemas.microsoft.com/office/drawing/2014/main" id="{AFE5C90F-12AD-429C-95E4-F950D3E726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9" y="1204"/>
              <a:ext cx="96" cy="49"/>
            </a:xfrm>
            <a:custGeom>
              <a:avLst/>
              <a:gdLst>
                <a:gd name="T0" fmla="*/ 0 w 82"/>
                <a:gd name="T1" fmla="*/ 9 h 43"/>
                <a:gd name="T2" fmla="*/ 131 w 82"/>
                <a:gd name="T3" fmla="*/ 0 h 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2" h="43">
                  <a:moveTo>
                    <a:pt x="0" y="6"/>
                  </a:moveTo>
                  <a:cubicBezTo>
                    <a:pt x="0" y="6"/>
                    <a:pt x="39" y="43"/>
                    <a:pt x="82" y="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576" name="Freeform 80">
              <a:extLst>
                <a:ext uri="{FF2B5EF4-FFF2-40B4-BE49-F238E27FC236}">
                  <a16:creationId xmlns:a16="http://schemas.microsoft.com/office/drawing/2014/main" id="{46B63521-448D-4A62-AB03-202A8289B30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5" y="1105"/>
              <a:ext cx="9" cy="23"/>
            </a:xfrm>
            <a:custGeom>
              <a:avLst/>
              <a:gdLst>
                <a:gd name="T0" fmla="*/ 7 w 8"/>
                <a:gd name="T1" fmla="*/ 30 h 20"/>
                <a:gd name="T2" fmla="*/ 10 w 8"/>
                <a:gd name="T3" fmla="*/ 16 h 20"/>
                <a:gd name="T4" fmla="*/ 0 w 8"/>
                <a:gd name="T5" fmla="*/ 0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20">
                  <a:moveTo>
                    <a:pt x="4" y="20"/>
                  </a:moveTo>
                  <a:cubicBezTo>
                    <a:pt x="6" y="18"/>
                    <a:pt x="8" y="12"/>
                    <a:pt x="7" y="10"/>
                  </a:cubicBezTo>
                  <a:cubicBezTo>
                    <a:pt x="6" y="6"/>
                    <a:pt x="1" y="4"/>
                    <a:pt x="0" y="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577" name="Freeform 81">
              <a:extLst>
                <a:ext uri="{FF2B5EF4-FFF2-40B4-BE49-F238E27FC236}">
                  <a16:creationId xmlns:a16="http://schemas.microsoft.com/office/drawing/2014/main" id="{0F5E2FDB-2A33-46B5-BA22-4439B8467C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3" y="1113"/>
              <a:ext cx="7" cy="21"/>
            </a:xfrm>
            <a:custGeom>
              <a:avLst/>
              <a:gdLst>
                <a:gd name="T0" fmla="*/ 7 w 6"/>
                <a:gd name="T1" fmla="*/ 29 h 18"/>
                <a:gd name="T2" fmla="*/ 0 w 6"/>
                <a:gd name="T3" fmla="*/ 16 h 18"/>
                <a:gd name="T4" fmla="*/ 9 w 6"/>
                <a:gd name="T5" fmla="*/ 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18">
                  <a:moveTo>
                    <a:pt x="4" y="18"/>
                  </a:moveTo>
                  <a:cubicBezTo>
                    <a:pt x="3" y="16"/>
                    <a:pt x="0" y="12"/>
                    <a:pt x="0" y="10"/>
                  </a:cubicBezTo>
                  <a:cubicBezTo>
                    <a:pt x="1" y="7"/>
                    <a:pt x="4" y="3"/>
                    <a:pt x="6" y="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578" name="Freeform 82">
              <a:extLst>
                <a:ext uri="{FF2B5EF4-FFF2-40B4-BE49-F238E27FC236}">
                  <a16:creationId xmlns:a16="http://schemas.microsoft.com/office/drawing/2014/main" id="{4E807CF2-3B1E-40E9-BD25-7375D42A9F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3" y="1039"/>
              <a:ext cx="13" cy="46"/>
            </a:xfrm>
            <a:custGeom>
              <a:avLst/>
              <a:gdLst>
                <a:gd name="T0" fmla="*/ 18 w 11"/>
                <a:gd name="T1" fmla="*/ 61 h 40"/>
                <a:gd name="T2" fmla="*/ 0 w 11"/>
                <a:gd name="T3" fmla="*/ 0 h 4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40">
                  <a:moveTo>
                    <a:pt x="11" y="40"/>
                  </a:moveTo>
                  <a:cubicBezTo>
                    <a:pt x="11" y="25"/>
                    <a:pt x="6" y="14"/>
                    <a:pt x="0" y="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579" name="Freeform 83">
              <a:extLst>
                <a:ext uri="{FF2B5EF4-FFF2-40B4-BE49-F238E27FC236}">
                  <a16:creationId xmlns:a16="http://schemas.microsoft.com/office/drawing/2014/main" id="{68ACABEE-7A94-47AE-9851-EF3FFEE6EB0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5" y="1202"/>
              <a:ext cx="87" cy="48"/>
            </a:xfrm>
            <a:custGeom>
              <a:avLst/>
              <a:gdLst>
                <a:gd name="T0" fmla="*/ 0 w 75"/>
                <a:gd name="T1" fmla="*/ 9 h 41"/>
                <a:gd name="T2" fmla="*/ 117 w 75"/>
                <a:gd name="T3" fmla="*/ 0 h 41"/>
                <a:gd name="T4" fmla="*/ 0 w 75"/>
                <a:gd name="T5" fmla="*/ 9 h 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5" h="41">
                  <a:moveTo>
                    <a:pt x="0" y="6"/>
                  </a:moveTo>
                  <a:cubicBezTo>
                    <a:pt x="0" y="6"/>
                    <a:pt x="39" y="41"/>
                    <a:pt x="75" y="0"/>
                  </a:cubicBezTo>
                  <a:cubicBezTo>
                    <a:pt x="75" y="0"/>
                    <a:pt x="44" y="30"/>
                    <a:pt x="0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580" name="Freeform 84">
              <a:extLst>
                <a:ext uri="{FF2B5EF4-FFF2-40B4-BE49-F238E27FC236}">
                  <a16:creationId xmlns:a16="http://schemas.microsoft.com/office/drawing/2014/main" id="{A72363A9-8287-4F26-8038-9B70A7700F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9" y="702"/>
              <a:ext cx="394" cy="361"/>
            </a:xfrm>
            <a:custGeom>
              <a:avLst/>
              <a:gdLst>
                <a:gd name="T0" fmla="*/ 277 w 339"/>
                <a:gd name="T1" fmla="*/ 270 h 312"/>
                <a:gd name="T2" fmla="*/ 292 w 339"/>
                <a:gd name="T3" fmla="*/ 332 h 312"/>
                <a:gd name="T4" fmla="*/ 307 w 339"/>
                <a:gd name="T5" fmla="*/ 300 h 312"/>
                <a:gd name="T6" fmla="*/ 308 w 339"/>
                <a:gd name="T7" fmla="*/ 318 h 312"/>
                <a:gd name="T8" fmla="*/ 318 w 339"/>
                <a:gd name="T9" fmla="*/ 275 h 312"/>
                <a:gd name="T10" fmla="*/ 335 w 339"/>
                <a:gd name="T11" fmla="*/ 342 h 312"/>
                <a:gd name="T12" fmla="*/ 344 w 339"/>
                <a:gd name="T13" fmla="*/ 300 h 312"/>
                <a:gd name="T14" fmla="*/ 356 w 339"/>
                <a:gd name="T15" fmla="*/ 364 h 312"/>
                <a:gd name="T16" fmla="*/ 368 w 339"/>
                <a:gd name="T17" fmla="*/ 322 h 312"/>
                <a:gd name="T18" fmla="*/ 370 w 339"/>
                <a:gd name="T19" fmla="*/ 338 h 312"/>
                <a:gd name="T20" fmla="*/ 377 w 339"/>
                <a:gd name="T21" fmla="*/ 312 h 312"/>
                <a:gd name="T22" fmla="*/ 381 w 339"/>
                <a:gd name="T23" fmla="*/ 318 h 312"/>
                <a:gd name="T24" fmla="*/ 386 w 339"/>
                <a:gd name="T25" fmla="*/ 292 h 312"/>
                <a:gd name="T26" fmla="*/ 393 w 339"/>
                <a:gd name="T27" fmla="*/ 299 h 312"/>
                <a:gd name="T28" fmla="*/ 396 w 339"/>
                <a:gd name="T29" fmla="*/ 263 h 312"/>
                <a:gd name="T30" fmla="*/ 420 w 339"/>
                <a:gd name="T31" fmla="*/ 346 h 312"/>
                <a:gd name="T32" fmla="*/ 432 w 339"/>
                <a:gd name="T33" fmla="*/ 279 h 312"/>
                <a:gd name="T34" fmla="*/ 454 w 339"/>
                <a:gd name="T35" fmla="*/ 278 h 312"/>
                <a:gd name="T36" fmla="*/ 467 w 339"/>
                <a:gd name="T37" fmla="*/ 336 h 312"/>
                <a:gd name="T38" fmla="*/ 483 w 339"/>
                <a:gd name="T39" fmla="*/ 287 h 312"/>
                <a:gd name="T40" fmla="*/ 509 w 339"/>
                <a:gd name="T41" fmla="*/ 344 h 312"/>
                <a:gd name="T42" fmla="*/ 509 w 339"/>
                <a:gd name="T43" fmla="*/ 308 h 312"/>
                <a:gd name="T44" fmla="*/ 516 w 339"/>
                <a:gd name="T45" fmla="*/ 376 h 312"/>
                <a:gd name="T46" fmla="*/ 523 w 339"/>
                <a:gd name="T47" fmla="*/ 259 h 312"/>
                <a:gd name="T48" fmla="*/ 466 w 339"/>
                <a:gd name="T49" fmla="*/ 130 h 312"/>
                <a:gd name="T50" fmla="*/ 128 w 339"/>
                <a:gd name="T51" fmla="*/ 62 h 312"/>
                <a:gd name="T52" fmla="*/ 1 w 339"/>
                <a:gd name="T53" fmla="*/ 273 h 312"/>
                <a:gd name="T54" fmla="*/ 12 w 339"/>
                <a:gd name="T55" fmla="*/ 386 h 312"/>
                <a:gd name="T56" fmla="*/ 65 w 339"/>
                <a:gd name="T57" fmla="*/ 484 h 312"/>
                <a:gd name="T58" fmla="*/ 49 w 339"/>
                <a:gd name="T59" fmla="*/ 417 h 312"/>
                <a:gd name="T60" fmla="*/ 33 w 339"/>
                <a:gd name="T61" fmla="*/ 358 h 312"/>
                <a:gd name="T62" fmla="*/ 74 w 339"/>
                <a:gd name="T63" fmla="*/ 407 h 312"/>
                <a:gd name="T64" fmla="*/ 135 w 339"/>
                <a:gd name="T65" fmla="*/ 229 h 312"/>
                <a:gd name="T66" fmla="*/ 152 w 339"/>
                <a:gd name="T67" fmla="*/ 316 h 312"/>
                <a:gd name="T68" fmla="*/ 138 w 339"/>
                <a:gd name="T69" fmla="*/ 265 h 312"/>
                <a:gd name="T70" fmla="*/ 186 w 339"/>
                <a:gd name="T71" fmla="*/ 334 h 312"/>
                <a:gd name="T72" fmla="*/ 172 w 339"/>
                <a:gd name="T73" fmla="*/ 287 h 312"/>
                <a:gd name="T74" fmla="*/ 230 w 339"/>
                <a:gd name="T75" fmla="*/ 346 h 312"/>
                <a:gd name="T76" fmla="*/ 214 w 339"/>
                <a:gd name="T77" fmla="*/ 304 h 312"/>
                <a:gd name="T78" fmla="*/ 251 w 339"/>
                <a:gd name="T79" fmla="*/ 338 h 312"/>
                <a:gd name="T80" fmla="*/ 250 w 339"/>
                <a:gd name="T81" fmla="*/ 299 h 312"/>
                <a:gd name="T82" fmla="*/ 268 w 339"/>
                <a:gd name="T83" fmla="*/ 326 h 312"/>
                <a:gd name="T84" fmla="*/ 270 w 339"/>
                <a:gd name="T85" fmla="*/ 296 h 312"/>
                <a:gd name="T86" fmla="*/ 281 w 339"/>
                <a:gd name="T87" fmla="*/ 314 h 312"/>
                <a:gd name="T88" fmla="*/ 280 w 339"/>
                <a:gd name="T89" fmla="*/ 279 h 312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339" h="312">
                  <a:moveTo>
                    <a:pt x="176" y="174"/>
                  </a:moveTo>
                  <a:cubicBezTo>
                    <a:pt x="180" y="187"/>
                    <a:pt x="187" y="199"/>
                    <a:pt x="186" y="214"/>
                  </a:cubicBezTo>
                  <a:cubicBezTo>
                    <a:pt x="189" y="207"/>
                    <a:pt x="194" y="202"/>
                    <a:pt x="195" y="194"/>
                  </a:cubicBezTo>
                  <a:cubicBezTo>
                    <a:pt x="196" y="197"/>
                    <a:pt x="196" y="202"/>
                    <a:pt x="196" y="206"/>
                  </a:cubicBezTo>
                  <a:cubicBezTo>
                    <a:pt x="202" y="197"/>
                    <a:pt x="203" y="188"/>
                    <a:pt x="203" y="178"/>
                  </a:cubicBezTo>
                  <a:cubicBezTo>
                    <a:pt x="212" y="188"/>
                    <a:pt x="209" y="208"/>
                    <a:pt x="213" y="221"/>
                  </a:cubicBezTo>
                  <a:cubicBezTo>
                    <a:pt x="216" y="212"/>
                    <a:pt x="218" y="203"/>
                    <a:pt x="219" y="194"/>
                  </a:cubicBezTo>
                  <a:cubicBezTo>
                    <a:pt x="220" y="208"/>
                    <a:pt x="227" y="220"/>
                    <a:pt x="226" y="235"/>
                  </a:cubicBezTo>
                  <a:cubicBezTo>
                    <a:pt x="226" y="226"/>
                    <a:pt x="230" y="214"/>
                    <a:pt x="235" y="207"/>
                  </a:cubicBezTo>
                  <a:cubicBezTo>
                    <a:pt x="236" y="211"/>
                    <a:pt x="236" y="214"/>
                    <a:pt x="236" y="218"/>
                  </a:cubicBezTo>
                  <a:cubicBezTo>
                    <a:pt x="239" y="213"/>
                    <a:pt x="240" y="207"/>
                    <a:pt x="240" y="201"/>
                  </a:cubicBezTo>
                  <a:cubicBezTo>
                    <a:pt x="241" y="202"/>
                    <a:pt x="243" y="205"/>
                    <a:pt x="243" y="206"/>
                  </a:cubicBezTo>
                  <a:cubicBezTo>
                    <a:pt x="247" y="201"/>
                    <a:pt x="246" y="194"/>
                    <a:pt x="246" y="188"/>
                  </a:cubicBezTo>
                  <a:cubicBezTo>
                    <a:pt x="247" y="190"/>
                    <a:pt x="249" y="192"/>
                    <a:pt x="250" y="193"/>
                  </a:cubicBezTo>
                  <a:cubicBezTo>
                    <a:pt x="253" y="185"/>
                    <a:pt x="250" y="177"/>
                    <a:pt x="252" y="169"/>
                  </a:cubicBezTo>
                  <a:cubicBezTo>
                    <a:pt x="266" y="184"/>
                    <a:pt x="263" y="205"/>
                    <a:pt x="268" y="223"/>
                  </a:cubicBezTo>
                  <a:cubicBezTo>
                    <a:pt x="269" y="209"/>
                    <a:pt x="268" y="193"/>
                    <a:pt x="275" y="180"/>
                  </a:cubicBezTo>
                  <a:cubicBezTo>
                    <a:pt x="282" y="191"/>
                    <a:pt x="288" y="200"/>
                    <a:pt x="289" y="179"/>
                  </a:cubicBezTo>
                  <a:cubicBezTo>
                    <a:pt x="294" y="191"/>
                    <a:pt x="295" y="205"/>
                    <a:pt x="298" y="217"/>
                  </a:cubicBezTo>
                  <a:cubicBezTo>
                    <a:pt x="301" y="207"/>
                    <a:pt x="304" y="194"/>
                    <a:pt x="308" y="185"/>
                  </a:cubicBezTo>
                  <a:cubicBezTo>
                    <a:pt x="313" y="198"/>
                    <a:pt x="319" y="210"/>
                    <a:pt x="324" y="222"/>
                  </a:cubicBezTo>
                  <a:cubicBezTo>
                    <a:pt x="322" y="214"/>
                    <a:pt x="325" y="207"/>
                    <a:pt x="324" y="199"/>
                  </a:cubicBezTo>
                  <a:cubicBezTo>
                    <a:pt x="327" y="212"/>
                    <a:pt x="332" y="230"/>
                    <a:pt x="329" y="243"/>
                  </a:cubicBezTo>
                  <a:cubicBezTo>
                    <a:pt x="339" y="221"/>
                    <a:pt x="338" y="192"/>
                    <a:pt x="333" y="168"/>
                  </a:cubicBezTo>
                  <a:cubicBezTo>
                    <a:pt x="328" y="136"/>
                    <a:pt x="315" y="111"/>
                    <a:pt x="297" y="84"/>
                  </a:cubicBezTo>
                  <a:cubicBezTo>
                    <a:pt x="251" y="13"/>
                    <a:pt x="152" y="0"/>
                    <a:pt x="82" y="41"/>
                  </a:cubicBezTo>
                  <a:cubicBezTo>
                    <a:pt x="53" y="58"/>
                    <a:pt x="0" y="105"/>
                    <a:pt x="1" y="176"/>
                  </a:cubicBezTo>
                  <a:cubicBezTo>
                    <a:pt x="2" y="201"/>
                    <a:pt x="1" y="225"/>
                    <a:pt x="8" y="250"/>
                  </a:cubicBezTo>
                  <a:cubicBezTo>
                    <a:pt x="13" y="267"/>
                    <a:pt x="23" y="306"/>
                    <a:pt x="41" y="312"/>
                  </a:cubicBezTo>
                  <a:cubicBezTo>
                    <a:pt x="37" y="298"/>
                    <a:pt x="36" y="283"/>
                    <a:pt x="31" y="269"/>
                  </a:cubicBezTo>
                  <a:cubicBezTo>
                    <a:pt x="27" y="257"/>
                    <a:pt x="24" y="244"/>
                    <a:pt x="21" y="231"/>
                  </a:cubicBezTo>
                  <a:cubicBezTo>
                    <a:pt x="32" y="238"/>
                    <a:pt x="41" y="252"/>
                    <a:pt x="47" y="263"/>
                  </a:cubicBezTo>
                  <a:cubicBezTo>
                    <a:pt x="44" y="222"/>
                    <a:pt x="58" y="179"/>
                    <a:pt x="86" y="148"/>
                  </a:cubicBezTo>
                  <a:cubicBezTo>
                    <a:pt x="78" y="170"/>
                    <a:pt x="90" y="185"/>
                    <a:pt x="97" y="204"/>
                  </a:cubicBezTo>
                  <a:cubicBezTo>
                    <a:pt x="91" y="195"/>
                    <a:pt x="90" y="181"/>
                    <a:pt x="88" y="171"/>
                  </a:cubicBezTo>
                  <a:cubicBezTo>
                    <a:pt x="90" y="185"/>
                    <a:pt x="106" y="209"/>
                    <a:pt x="119" y="216"/>
                  </a:cubicBezTo>
                  <a:cubicBezTo>
                    <a:pt x="112" y="209"/>
                    <a:pt x="111" y="195"/>
                    <a:pt x="109" y="185"/>
                  </a:cubicBezTo>
                  <a:cubicBezTo>
                    <a:pt x="117" y="200"/>
                    <a:pt x="131" y="215"/>
                    <a:pt x="146" y="223"/>
                  </a:cubicBezTo>
                  <a:cubicBezTo>
                    <a:pt x="141" y="216"/>
                    <a:pt x="137" y="204"/>
                    <a:pt x="136" y="196"/>
                  </a:cubicBezTo>
                  <a:cubicBezTo>
                    <a:pt x="144" y="203"/>
                    <a:pt x="153" y="210"/>
                    <a:pt x="160" y="218"/>
                  </a:cubicBezTo>
                  <a:cubicBezTo>
                    <a:pt x="159" y="210"/>
                    <a:pt x="159" y="201"/>
                    <a:pt x="159" y="193"/>
                  </a:cubicBezTo>
                  <a:cubicBezTo>
                    <a:pt x="164" y="199"/>
                    <a:pt x="167" y="205"/>
                    <a:pt x="171" y="211"/>
                  </a:cubicBezTo>
                  <a:cubicBezTo>
                    <a:pt x="174" y="205"/>
                    <a:pt x="169" y="197"/>
                    <a:pt x="172" y="191"/>
                  </a:cubicBezTo>
                  <a:cubicBezTo>
                    <a:pt x="175" y="193"/>
                    <a:pt x="177" y="199"/>
                    <a:pt x="179" y="202"/>
                  </a:cubicBezTo>
                  <a:cubicBezTo>
                    <a:pt x="180" y="195"/>
                    <a:pt x="178" y="187"/>
                    <a:pt x="178" y="180"/>
                  </a:cubicBezTo>
                </a:path>
              </a:pathLst>
            </a:custGeom>
            <a:solidFill>
              <a:srgbClr val="66391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581" name="Freeform 85">
              <a:extLst>
                <a:ext uri="{FF2B5EF4-FFF2-40B4-BE49-F238E27FC236}">
                  <a16:creationId xmlns:a16="http://schemas.microsoft.com/office/drawing/2014/main" id="{9B3DF21F-085C-4BDC-9DB4-AAF4A46B45E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9" y="870"/>
              <a:ext cx="88" cy="207"/>
            </a:xfrm>
            <a:custGeom>
              <a:avLst/>
              <a:gdLst>
                <a:gd name="T0" fmla="*/ 118 w 76"/>
                <a:gd name="T1" fmla="*/ 7 h 179"/>
                <a:gd name="T2" fmla="*/ 80 w 76"/>
                <a:gd name="T3" fmla="*/ 95 h 179"/>
                <a:gd name="T4" fmla="*/ 80 w 76"/>
                <a:gd name="T5" fmla="*/ 72 h 179"/>
                <a:gd name="T6" fmla="*/ 71 w 76"/>
                <a:gd name="T7" fmla="*/ 103 h 179"/>
                <a:gd name="T8" fmla="*/ 71 w 76"/>
                <a:gd name="T9" fmla="*/ 153 h 179"/>
                <a:gd name="T10" fmla="*/ 68 w 76"/>
                <a:gd name="T11" fmla="*/ 125 h 179"/>
                <a:gd name="T12" fmla="*/ 61 w 76"/>
                <a:gd name="T13" fmla="*/ 165 h 179"/>
                <a:gd name="T14" fmla="*/ 59 w 76"/>
                <a:gd name="T15" fmla="*/ 199 h 179"/>
                <a:gd name="T16" fmla="*/ 45 w 76"/>
                <a:gd name="T17" fmla="*/ 168 h 179"/>
                <a:gd name="T18" fmla="*/ 49 w 76"/>
                <a:gd name="T19" fmla="*/ 197 h 179"/>
                <a:gd name="T20" fmla="*/ 39 w 76"/>
                <a:gd name="T21" fmla="*/ 182 h 179"/>
                <a:gd name="T22" fmla="*/ 49 w 76"/>
                <a:gd name="T23" fmla="*/ 230 h 179"/>
                <a:gd name="T24" fmla="*/ 43 w 76"/>
                <a:gd name="T25" fmla="*/ 212 h 179"/>
                <a:gd name="T26" fmla="*/ 49 w 76"/>
                <a:gd name="T27" fmla="*/ 246 h 179"/>
                <a:gd name="T28" fmla="*/ 52 w 76"/>
                <a:gd name="T29" fmla="*/ 276 h 179"/>
                <a:gd name="T30" fmla="*/ 29 w 76"/>
                <a:gd name="T31" fmla="*/ 234 h 179"/>
                <a:gd name="T32" fmla="*/ 9 w 76"/>
                <a:gd name="T33" fmla="*/ 178 h 179"/>
                <a:gd name="T34" fmla="*/ 16 w 76"/>
                <a:gd name="T35" fmla="*/ 75 h 179"/>
                <a:gd name="T36" fmla="*/ 52 w 76"/>
                <a:gd name="T37" fmla="*/ 22 h 179"/>
                <a:gd name="T38" fmla="*/ 79 w 76"/>
                <a:gd name="T39" fmla="*/ 0 h 179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76" h="179">
                  <a:moveTo>
                    <a:pt x="76" y="4"/>
                  </a:moveTo>
                  <a:cubicBezTo>
                    <a:pt x="60" y="18"/>
                    <a:pt x="55" y="42"/>
                    <a:pt x="52" y="61"/>
                  </a:cubicBezTo>
                  <a:cubicBezTo>
                    <a:pt x="52" y="56"/>
                    <a:pt x="52" y="52"/>
                    <a:pt x="52" y="47"/>
                  </a:cubicBezTo>
                  <a:cubicBezTo>
                    <a:pt x="51" y="54"/>
                    <a:pt x="47" y="60"/>
                    <a:pt x="46" y="67"/>
                  </a:cubicBezTo>
                  <a:cubicBezTo>
                    <a:pt x="45" y="78"/>
                    <a:pt x="47" y="88"/>
                    <a:pt x="46" y="99"/>
                  </a:cubicBezTo>
                  <a:cubicBezTo>
                    <a:pt x="44" y="93"/>
                    <a:pt x="44" y="86"/>
                    <a:pt x="44" y="80"/>
                  </a:cubicBezTo>
                  <a:cubicBezTo>
                    <a:pt x="42" y="89"/>
                    <a:pt x="41" y="98"/>
                    <a:pt x="40" y="107"/>
                  </a:cubicBezTo>
                  <a:cubicBezTo>
                    <a:pt x="40" y="114"/>
                    <a:pt x="38" y="122"/>
                    <a:pt x="38" y="129"/>
                  </a:cubicBezTo>
                  <a:cubicBezTo>
                    <a:pt x="35" y="123"/>
                    <a:pt x="35" y="114"/>
                    <a:pt x="29" y="108"/>
                  </a:cubicBezTo>
                  <a:cubicBezTo>
                    <a:pt x="32" y="113"/>
                    <a:pt x="31" y="121"/>
                    <a:pt x="31" y="127"/>
                  </a:cubicBezTo>
                  <a:cubicBezTo>
                    <a:pt x="27" y="125"/>
                    <a:pt x="27" y="120"/>
                    <a:pt x="25" y="118"/>
                  </a:cubicBezTo>
                  <a:cubicBezTo>
                    <a:pt x="26" y="128"/>
                    <a:pt x="28" y="139"/>
                    <a:pt x="31" y="149"/>
                  </a:cubicBezTo>
                  <a:cubicBezTo>
                    <a:pt x="29" y="146"/>
                    <a:pt x="28" y="141"/>
                    <a:pt x="28" y="137"/>
                  </a:cubicBezTo>
                  <a:cubicBezTo>
                    <a:pt x="29" y="144"/>
                    <a:pt x="31" y="152"/>
                    <a:pt x="31" y="159"/>
                  </a:cubicBezTo>
                  <a:cubicBezTo>
                    <a:pt x="31" y="165"/>
                    <a:pt x="31" y="173"/>
                    <a:pt x="34" y="179"/>
                  </a:cubicBezTo>
                  <a:cubicBezTo>
                    <a:pt x="27" y="172"/>
                    <a:pt x="23" y="160"/>
                    <a:pt x="19" y="151"/>
                  </a:cubicBezTo>
                  <a:cubicBezTo>
                    <a:pt x="14" y="139"/>
                    <a:pt x="9" y="128"/>
                    <a:pt x="6" y="115"/>
                  </a:cubicBezTo>
                  <a:cubicBezTo>
                    <a:pt x="0" y="93"/>
                    <a:pt x="2" y="69"/>
                    <a:pt x="10" y="48"/>
                  </a:cubicBezTo>
                  <a:cubicBezTo>
                    <a:pt x="15" y="35"/>
                    <a:pt x="24" y="23"/>
                    <a:pt x="34" y="14"/>
                  </a:cubicBezTo>
                  <a:cubicBezTo>
                    <a:pt x="38" y="11"/>
                    <a:pt x="45" y="1"/>
                    <a:pt x="51" y="0"/>
                  </a:cubicBezTo>
                </a:path>
              </a:pathLst>
            </a:custGeom>
            <a:solidFill>
              <a:srgbClr val="66391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582" name="Freeform 86">
              <a:extLst>
                <a:ext uri="{FF2B5EF4-FFF2-40B4-BE49-F238E27FC236}">
                  <a16:creationId xmlns:a16="http://schemas.microsoft.com/office/drawing/2014/main" id="{48AC62AC-7036-41C7-867A-AEAAD4695E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7" y="892"/>
              <a:ext cx="37" cy="174"/>
            </a:xfrm>
            <a:custGeom>
              <a:avLst/>
              <a:gdLst>
                <a:gd name="T0" fmla="*/ 2 w 32"/>
                <a:gd name="T1" fmla="*/ 26 h 150"/>
                <a:gd name="T2" fmla="*/ 9 w 32"/>
                <a:gd name="T3" fmla="*/ 57 h 150"/>
                <a:gd name="T4" fmla="*/ 17 w 32"/>
                <a:gd name="T5" fmla="*/ 79 h 150"/>
                <a:gd name="T6" fmla="*/ 20 w 32"/>
                <a:gd name="T7" fmla="*/ 109 h 150"/>
                <a:gd name="T8" fmla="*/ 22 w 32"/>
                <a:gd name="T9" fmla="*/ 90 h 150"/>
                <a:gd name="T10" fmla="*/ 23 w 32"/>
                <a:gd name="T11" fmla="*/ 137 h 150"/>
                <a:gd name="T12" fmla="*/ 27 w 32"/>
                <a:gd name="T13" fmla="*/ 118 h 150"/>
                <a:gd name="T14" fmla="*/ 28 w 32"/>
                <a:gd name="T15" fmla="*/ 150 h 150"/>
                <a:gd name="T16" fmla="*/ 31 w 32"/>
                <a:gd name="T17" fmla="*/ 198 h 150"/>
                <a:gd name="T18" fmla="*/ 36 w 32"/>
                <a:gd name="T19" fmla="*/ 179 h 150"/>
                <a:gd name="T20" fmla="*/ 37 w 32"/>
                <a:gd name="T21" fmla="*/ 203 h 150"/>
                <a:gd name="T22" fmla="*/ 39 w 32"/>
                <a:gd name="T23" fmla="*/ 234 h 150"/>
                <a:gd name="T24" fmla="*/ 45 w 32"/>
                <a:gd name="T25" fmla="*/ 195 h 150"/>
                <a:gd name="T26" fmla="*/ 46 w 32"/>
                <a:gd name="T27" fmla="*/ 154 h 150"/>
                <a:gd name="T28" fmla="*/ 46 w 32"/>
                <a:gd name="T29" fmla="*/ 104 h 150"/>
                <a:gd name="T30" fmla="*/ 49 w 32"/>
                <a:gd name="T31" fmla="*/ 56 h 150"/>
                <a:gd name="T32" fmla="*/ 17 w 32"/>
                <a:gd name="T33" fmla="*/ 0 h 150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32" h="150">
                  <a:moveTo>
                    <a:pt x="2" y="16"/>
                  </a:moveTo>
                  <a:cubicBezTo>
                    <a:pt x="0" y="21"/>
                    <a:pt x="4" y="31"/>
                    <a:pt x="6" y="36"/>
                  </a:cubicBezTo>
                  <a:cubicBezTo>
                    <a:pt x="8" y="41"/>
                    <a:pt x="10" y="46"/>
                    <a:pt x="11" y="51"/>
                  </a:cubicBezTo>
                  <a:cubicBezTo>
                    <a:pt x="13" y="57"/>
                    <a:pt x="12" y="63"/>
                    <a:pt x="13" y="70"/>
                  </a:cubicBezTo>
                  <a:cubicBezTo>
                    <a:pt x="13" y="66"/>
                    <a:pt x="14" y="61"/>
                    <a:pt x="14" y="58"/>
                  </a:cubicBezTo>
                  <a:cubicBezTo>
                    <a:pt x="16" y="67"/>
                    <a:pt x="15" y="78"/>
                    <a:pt x="15" y="88"/>
                  </a:cubicBezTo>
                  <a:cubicBezTo>
                    <a:pt x="16" y="84"/>
                    <a:pt x="18" y="80"/>
                    <a:pt x="17" y="76"/>
                  </a:cubicBezTo>
                  <a:cubicBezTo>
                    <a:pt x="19" y="82"/>
                    <a:pt x="18" y="90"/>
                    <a:pt x="18" y="96"/>
                  </a:cubicBezTo>
                  <a:cubicBezTo>
                    <a:pt x="19" y="106"/>
                    <a:pt x="20" y="117"/>
                    <a:pt x="20" y="127"/>
                  </a:cubicBezTo>
                  <a:cubicBezTo>
                    <a:pt x="20" y="124"/>
                    <a:pt x="22" y="119"/>
                    <a:pt x="23" y="115"/>
                  </a:cubicBezTo>
                  <a:cubicBezTo>
                    <a:pt x="23" y="120"/>
                    <a:pt x="23" y="125"/>
                    <a:pt x="24" y="130"/>
                  </a:cubicBezTo>
                  <a:cubicBezTo>
                    <a:pt x="24" y="135"/>
                    <a:pt x="22" y="145"/>
                    <a:pt x="25" y="150"/>
                  </a:cubicBezTo>
                  <a:cubicBezTo>
                    <a:pt x="27" y="141"/>
                    <a:pt x="29" y="134"/>
                    <a:pt x="29" y="125"/>
                  </a:cubicBezTo>
                  <a:cubicBezTo>
                    <a:pt x="29" y="116"/>
                    <a:pt x="30" y="108"/>
                    <a:pt x="30" y="99"/>
                  </a:cubicBezTo>
                  <a:cubicBezTo>
                    <a:pt x="30" y="88"/>
                    <a:pt x="29" y="78"/>
                    <a:pt x="30" y="67"/>
                  </a:cubicBezTo>
                  <a:cubicBezTo>
                    <a:pt x="31" y="56"/>
                    <a:pt x="32" y="45"/>
                    <a:pt x="31" y="35"/>
                  </a:cubicBezTo>
                  <a:cubicBezTo>
                    <a:pt x="30" y="25"/>
                    <a:pt x="21" y="1"/>
                    <a:pt x="11" y="0"/>
                  </a:cubicBezTo>
                </a:path>
              </a:pathLst>
            </a:custGeom>
            <a:solidFill>
              <a:srgbClr val="66391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583" name="Freeform 87">
              <a:extLst>
                <a:ext uri="{FF2B5EF4-FFF2-40B4-BE49-F238E27FC236}">
                  <a16:creationId xmlns:a16="http://schemas.microsoft.com/office/drawing/2014/main" id="{2B8E6980-A275-4637-A37B-5B142AF1E2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0" y="1005"/>
              <a:ext cx="38" cy="99"/>
            </a:xfrm>
            <a:custGeom>
              <a:avLst/>
              <a:gdLst>
                <a:gd name="T0" fmla="*/ 0 w 33"/>
                <a:gd name="T1" fmla="*/ 23 h 85"/>
                <a:gd name="T2" fmla="*/ 16 w 33"/>
                <a:gd name="T3" fmla="*/ 64 h 85"/>
                <a:gd name="T4" fmla="*/ 23 w 33"/>
                <a:gd name="T5" fmla="*/ 87 h 85"/>
                <a:gd name="T6" fmla="*/ 26 w 33"/>
                <a:gd name="T7" fmla="*/ 107 h 85"/>
                <a:gd name="T8" fmla="*/ 28 w 33"/>
                <a:gd name="T9" fmla="*/ 98 h 85"/>
                <a:gd name="T10" fmla="*/ 38 w 33"/>
                <a:gd name="T11" fmla="*/ 134 h 85"/>
                <a:gd name="T12" fmla="*/ 40 w 33"/>
                <a:gd name="T13" fmla="*/ 118 h 85"/>
                <a:gd name="T14" fmla="*/ 51 w 33"/>
                <a:gd name="T15" fmla="*/ 132 h 85"/>
                <a:gd name="T16" fmla="*/ 33 w 33"/>
                <a:gd name="T17" fmla="*/ 68 h 85"/>
                <a:gd name="T18" fmla="*/ 3 w 33"/>
                <a:gd name="T19" fmla="*/ 0 h 8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3" h="85">
                  <a:moveTo>
                    <a:pt x="0" y="15"/>
                  </a:moveTo>
                  <a:cubicBezTo>
                    <a:pt x="0" y="23"/>
                    <a:pt x="7" y="33"/>
                    <a:pt x="10" y="40"/>
                  </a:cubicBezTo>
                  <a:cubicBezTo>
                    <a:pt x="13" y="45"/>
                    <a:pt x="14" y="50"/>
                    <a:pt x="15" y="55"/>
                  </a:cubicBezTo>
                  <a:cubicBezTo>
                    <a:pt x="16" y="59"/>
                    <a:pt x="16" y="64"/>
                    <a:pt x="17" y="68"/>
                  </a:cubicBezTo>
                  <a:cubicBezTo>
                    <a:pt x="17" y="66"/>
                    <a:pt x="17" y="63"/>
                    <a:pt x="18" y="62"/>
                  </a:cubicBezTo>
                  <a:cubicBezTo>
                    <a:pt x="22" y="69"/>
                    <a:pt x="23" y="78"/>
                    <a:pt x="25" y="85"/>
                  </a:cubicBezTo>
                  <a:cubicBezTo>
                    <a:pt x="24" y="82"/>
                    <a:pt x="25" y="78"/>
                    <a:pt x="26" y="75"/>
                  </a:cubicBezTo>
                  <a:cubicBezTo>
                    <a:pt x="28" y="77"/>
                    <a:pt x="30" y="81"/>
                    <a:pt x="33" y="83"/>
                  </a:cubicBezTo>
                  <a:cubicBezTo>
                    <a:pt x="29" y="70"/>
                    <a:pt x="26" y="57"/>
                    <a:pt x="22" y="43"/>
                  </a:cubicBezTo>
                  <a:cubicBezTo>
                    <a:pt x="17" y="28"/>
                    <a:pt x="11" y="14"/>
                    <a:pt x="3" y="0"/>
                  </a:cubicBezTo>
                </a:path>
              </a:pathLst>
            </a:custGeom>
            <a:solidFill>
              <a:srgbClr val="66391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584" name="Freeform 88">
              <a:extLst>
                <a:ext uri="{FF2B5EF4-FFF2-40B4-BE49-F238E27FC236}">
                  <a16:creationId xmlns:a16="http://schemas.microsoft.com/office/drawing/2014/main" id="{DC83996D-40A2-4BBC-93A9-F77943EA84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4" y="901"/>
              <a:ext cx="47" cy="71"/>
            </a:xfrm>
            <a:custGeom>
              <a:avLst/>
              <a:gdLst>
                <a:gd name="T0" fmla="*/ 0 w 40"/>
                <a:gd name="T1" fmla="*/ 30 h 61"/>
                <a:gd name="T2" fmla="*/ 16 w 40"/>
                <a:gd name="T3" fmla="*/ 49 h 61"/>
                <a:gd name="T4" fmla="*/ 33 w 40"/>
                <a:gd name="T5" fmla="*/ 71 h 61"/>
                <a:gd name="T6" fmla="*/ 29 w 40"/>
                <a:gd name="T7" fmla="*/ 61 h 61"/>
                <a:gd name="T8" fmla="*/ 49 w 40"/>
                <a:gd name="T9" fmla="*/ 90 h 61"/>
                <a:gd name="T10" fmla="*/ 47 w 40"/>
                <a:gd name="T11" fmla="*/ 76 h 61"/>
                <a:gd name="T12" fmla="*/ 65 w 40"/>
                <a:gd name="T13" fmla="*/ 97 h 61"/>
                <a:gd name="T14" fmla="*/ 60 w 40"/>
                <a:gd name="T15" fmla="*/ 84 h 61"/>
                <a:gd name="T16" fmla="*/ 49 w 40"/>
                <a:gd name="T17" fmla="*/ 58 h 61"/>
                <a:gd name="T18" fmla="*/ 34 w 40"/>
                <a:gd name="T19" fmla="*/ 22 h 61"/>
                <a:gd name="T20" fmla="*/ 18 w 40"/>
                <a:gd name="T21" fmla="*/ 0 h 6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0" h="61">
                  <a:moveTo>
                    <a:pt x="0" y="19"/>
                  </a:moveTo>
                  <a:cubicBezTo>
                    <a:pt x="4" y="23"/>
                    <a:pt x="7" y="27"/>
                    <a:pt x="10" y="31"/>
                  </a:cubicBezTo>
                  <a:cubicBezTo>
                    <a:pt x="14" y="35"/>
                    <a:pt x="16" y="41"/>
                    <a:pt x="20" y="45"/>
                  </a:cubicBezTo>
                  <a:cubicBezTo>
                    <a:pt x="19" y="43"/>
                    <a:pt x="19" y="41"/>
                    <a:pt x="18" y="39"/>
                  </a:cubicBezTo>
                  <a:cubicBezTo>
                    <a:pt x="23" y="43"/>
                    <a:pt x="29" y="51"/>
                    <a:pt x="31" y="57"/>
                  </a:cubicBezTo>
                  <a:cubicBezTo>
                    <a:pt x="31" y="54"/>
                    <a:pt x="29" y="51"/>
                    <a:pt x="29" y="48"/>
                  </a:cubicBezTo>
                  <a:cubicBezTo>
                    <a:pt x="33" y="50"/>
                    <a:pt x="37" y="57"/>
                    <a:pt x="40" y="61"/>
                  </a:cubicBezTo>
                  <a:cubicBezTo>
                    <a:pt x="38" y="59"/>
                    <a:pt x="38" y="55"/>
                    <a:pt x="37" y="53"/>
                  </a:cubicBezTo>
                  <a:cubicBezTo>
                    <a:pt x="35" y="48"/>
                    <a:pt x="33" y="42"/>
                    <a:pt x="31" y="37"/>
                  </a:cubicBezTo>
                  <a:cubicBezTo>
                    <a:pt x="27" y="29"/>
                    <a:pt x="23" y="22"/>
                    <a:pt x="21" y="14"/>
                  </a:cubicBezTo>
                  <a:cubicBezTo>
                    <a:pt x="19" y="8"/>
                    <a:pt x="18" y="0"/>
                    <a:pt x="11" y="0"/>
                  </a:cubicBezTo>
                </a:path>
              </a:pathLst>
            </a:custGeom>
            <a:solidFill>
              <a:srgbClr val="66391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585" name="Freeform 89">
              <a:extLst>
                <a:ext uri="{FF2B5EF4-FFF2-40B4-BE49-F238E27FC236}">
                  <a16:creationId xmlns:a16="http://schemas.microsoft.com/office/drawing/2014/main" id="{E074417E-8F1A-4520-BBAD-C083654471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8" y="907"/>
              <a:ext cx="16" cy="76"/>
            </a:xfrm>
            <a:custGeom>
              <a:avLst/>
              <a:gdLst>
                <a:gd name="T0" fmla="*/ 0 w 14"/>
                <a:gd name="T1" fmla="*/ 0 h 66"/>
                <a:gd name="T2" fmla="*/ 2 w 14"/>
                <a:gd name="T3" fmla="*/ 46 h 66"/>
                <a:gd name="T4" fmla="*/ 8 w 14"/>
                <a:gd name="T5" fmla="*/ 33 h 66"/>
                <a:gd name="T6" fmla="*/ 8 w 14"/>
                <a:gd name="T7" fmla="*/ 52 h 66"/>
                <a:gd name="T8" fmla="*/ 3 w 14"/>
                <a:gd name="T9" fmla="*/ 89 h 66"/>
                <a:gd name="T10" fmla="*/ 11 w 14"/>
                <a:gd name="T11" fmla="*/ 67 h 66"/>
                <a:gd name="T12" fmla="*/ 11 w 14"/>
                <a:gd name="T13" fmla="*/ 81 h 66"/>
                <a:gd name="T14" fmla="*/ 17 w 14"/>
                <a:gd name="T15" fmla="*/ 101 h 66"/>
                <a:gd name="T16" fmla="*/ 17 w 14"/>
                <a:gd name="T17" fmla="*/ 78 h 66"/>
                <a:gd name="T18" fmla="*/ 18 w 14"/>
                <a:gd name="T19" fmla="*/ 46 h 66"/>
                <a:gd name="T20" fmla="*/ 15 w 14"/>
                <a:gd name="T21" fmla="*/ 0 h 6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4" h="66">
                  <a:moveTo>
                    <a:pt x="0" y="0"/>
                  </a:moveTo>
                  <a:cubicBezTo>
                    <a:pt x="4" y="8"/>
                    <a:pt x="2" y="22"/>
                    <a:pt x="2" y="30"/>
                  </a:cubicBezTo>
                  <a:cubicBezTo>
                    <a:pt x="2" y="27"/>
                    <a:pt x="5" y="25"/>
                    <a:pt x="5" y="22"/>
                  </a:cubicBezTo>
                  <a:cubicBezTo>
                    <a:pt x="5" y="26"/>
                    <a:pt x="6" y="30"/>
                    <a:pt x="5" y="34"/>
                  </a:cubicBezTo>
                  <a:cubicBezTo>
                    <a:pt x="5" y="42"/>
                    <a:pt x="2" y="50"/>
                    <a:pt x="3" y="58"/>
                  </a:cubicBezTo>
                  <a:cubicBezTo>
                    <a:pt x="2" y="54"/>
                    <a:pt x="6" y="46"/>
                    <a:pt x="8" y="43"/>
                  </a:cubicBezTo>
                  <a:cubicBezTo>
                    <a:pt x="8" y="46"/>
                    <a:pt x="8" y="49"/>
                    <a:pt x="8" y="53"/>
                  </a:cubicBezTo>
                  <a:cubicBezTo>
                    <a:pt x="8" y="57"/>
                    <a:pt x="10" y="62"/>
                    <a:pt x="11" y="66"/>
                  </a:cubicBezTo>
                  <a:cubicBezTo>
                    <a:pt x="10" y="61"/>
                    <a:pt x="11" y="56"/>
                    <a:pt x="11" y="51"/>
                  </a:cubicBezTo>
                  <a:cubicBezTo>
                    <a:pt x="12" y="44"/>
                    <a:pt x="11" y="37"/>
                    <a:pt x="12" y="30"/>
                  </a:cubicBezTo>
                  <a:cubicBezTo>
                    <a:pt x="14" y="19"/>
                    <a:pt x="14" y="11"/>
                    <a:pt x="10" y="0"/>
                  </a:cubicBezTo>
                </a:path>
              </a:pathLst>
            </a:custGeom>
            <a:solidFill>
              <a:srgbClr val="66391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586" name="Freeform 90">
              <a:extLst>
                <a:ext uri="{FF2B5EF4-FFF2-40B4-BE49-F238E27FC236}">
                  <a16:creationId xmlns:a16="http://schemas.microsoft.com/office/drawing/2014/main" id="{CC1A6822-FF7F-4DB6-B3EC-5E61009F353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3" y="893"/>
              <a:ext cx="23" cy="82"/>
            </a:xfrm>
            <a:custGeom>
              <a:avLst/>
              <a:gdLst>
                <a:gd name="T0" fmla="*/ 0 w 20"/>
                <a:gd name="T1" fmla="*/ 0 h 71"/>
                <a:gd name="T2" fmla="*/ 8 w 20"/>
                <a:gd name="T3" fmla="*/ 68 h 71"/>
                <a:gd name="T4" fmla="*/ 16 w 20"/>
                <a:gd name="T5" fmla="*/ 42 h 71"/>
                <a:gd name="T6" fmla="*/ 21 w 20"/>
                <a:gd name="T7" fmla="*/ 110 h 71"/>
                <a:gd name="T8" fmla="*/ 23 w 20"/>
                <a:gd name="T9" fmla="*/ 85 h 71"/>
                <a:gd name="T10" fmla="*/ 29 w 20"/>
                <a:gd name="T11" fmla="*/ 109 h 71"/>
                <a:gd name="T12" fmla="*/ 24 w 20"/>
                <a:gd name="T13" fmla="*/ 60 h 71"/>
                <a:gd name="T14" fmla="*/ 23 w 20"/>
                <a:gd name="T15" fmla="*/ 0 h 7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0" h="71">
                  <a:moveTo>
                    <a:pt x="0" y="0"/>
                  </a:moveTo>
                  <a:cubicBezTo>
                    <a:pt x="6" y="15"/>
                    <a:pt x="5" y="28"/>
                    <a:pt x="5" y="44"/>
                  </a:cubicBezTo>
                  <a:cubicBezTo>
                    <a:pt x="6" y="41"/>
                    <a:pt x="8" y="32"/>
                    <a:pt x="10" y="27"/>
                  </a:cubicBezTo>
                  <a:cubicBezTo>
                    <a:pt x="11" y="40"/>
                    <a:pt x="6" y="61"/>
                    <a:pt x="14" y="71"/>
                  </a:cubicBezTo>
                  <a:cubicBezTo>
                    <a:pt x="14" y="66"/>
                    <a:pt x="14" y="59"/>
                    <a:pt x="15" y="55"/>
                  </a:cubicBezTo>
                  <a:cubicBezTo>
                    <a:pt x="17" y="60"/>
                    <a:pt x="16" y="65"/>
                    <a:pt x="19" y="70"/>
                  </a:cubicBezTo>
                  <a:cubicBezTo>
                    <a:pt x="20" y="59"/>
                    <a:pt x="17" y="49"/>
                    <a:pt x="16" y="39"/>
                  </a:cubicBezTo>
                  <a:cubicBezTo>
                    <a:pt x="15" y="26"/>
                    <a:pt x="15" y="13"/>
                    <a:pt x="15" y="0"/>
                  </a:cubicBezTo>
                </a:path>
              </a:pathLst>
            </a:custGeom>
            <a:solidFill>
              <a:srgbClr val="66391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587" name="Freeform 91">
              <a:extLst>
                <a:ext uri="{FF2B5EF4-FFF2-40B4-BE49-F238E27FC236}">
                  <a16:creationId xmlns:a16="http://schemas.microsoft.com/office/drawing/2014/main" id="{2D17230D-E4CB-48A7-B8A9-5FC66E090F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4" y="902"/>
              <a:ext cx="29" cy="79"/>
            </a:xfrm>
            <a:custGeom>
              <a:avLst/>
              <a:gdLst>
                <a:gd name="T0" fmla="*/ 0 w 25"/>
                <a:gd name="T1" fmla="*/ 0 h 68"/>
                <a:gd name="T2" fmla="*/ 19 w 25"/>
                <a:gd name="T3" fmla="*/ 59 h 68"/>
                <a:gd name="T4" fmla="*/ 22 w 25"/>
                <a:gd name="T5" fmla="*/ 35 h 68"/>
                <a:gd name="T6" fmla="*/ 36 w 25"/>
                <a:gd name="T7" fmla="*/ 107 h 68"/>
                <a:gd name="T8" fmla="*/ 39 w 25"/>
                <a:gd name="T9" fmla="*/ 62 h 68"/>
                <a:gd name="T10" fmla="*/ 37 w 25"/>
                <a:gd name="T11" fmla="*/ 8 h 6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" h="68">
                  <a:moveTo>
                    <a:pt x="0" y="0"/>
                  </a:moveTo>
                  <a:cubicBezTo>
                    <a:pt x="9" y="12"/>
                    <a:pt x="12" y="24"/>
                    <a:pt x="12" y="38"/>
                  </a:cubicBezTo>
                  <a:cubicBezTo>
                    <a:pt x="14" y="34"/>
                    <a:pt x="13" y="27"/>
                    <a:pt x="14" y="22"/>
                  </a:cubicBezTo>
                  <a:cubicBezTo>
                    <a:pt x="20" y="37"/>
                    <a:pt x="19" y="53"/>
                    <a:pt x="23" y="68"/>
                  </a:cubicBezTo>
                  <a:cubicBezTo>
                    <a:pt x="23" y="59"/>
                    <a:pt x="25" y="49"/>
                    <a:pt x="25" y="40"/>
                  </a:cubicBezTo>
                  <a:cubicBezTo>
                    <a:pt x="25" y="28"/>
                    <a:pt x="22" y="17"/>
                    <a:pt x="24" y="5"/>
                  </a:cubicBezTo>
                </a:path>
              </a:pathLst>
            </a:custGeom>
            <a:solidFill>
              <a:srgbClr val="66391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588" name="Freeform 92">
              <a:extLst>
                <a:ext uri="{FF2B5EF4-FFF2-40B4-BE49-F238E27FC236}">
                  <a16:creationId xmlns:a16="http://schemas.microsoft.com/office/drawing/2014/main" id="{1FF82FCA-83D5-411D-818A-E948C38EDF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4" y="1410"/>
              <a:ext cx="47" cy="14"/>
            </a:xfrm>
            <a:custGeom>
              <a:avLst/>
              <a:gdLst>
                <a:gd name="T0" fmla="*/ 0 w 40"/>
                <a:gd name="T1" fmla="*/ 1 h 12"/>
                <a:gd name="T2" fmla="*/ 29 w 40"/>
                <a:gd name="T3" fmla="*/ 19 h 12"/>
                <a:gd name="T4" fmla="*/ 65 w 40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12">
                  <a:moveTo>
                    <a:pt x="0" y="1"/>
                  </a:moveTo>
                  <a:cubicBezTo>
                    <a:pt x="6" y="6"/>
                    <a:pt x="10" y="12"/>
                    <a:pt x="18" y="12"/>
                  </a:cubicBezTo>
                  <a:cubicBezTo>
                    <a:pt x="26" y="12"/>
                    <a:pt x="36" y="7"/>
                    <a:pt x="40" y="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589" name="Freeform 93">
              <a:extLst>
                <a:ext uri="{FF2B5EF4-FFF2-40B4-BE49-F238E27FC236}">
                  <a16:creationId xmlns:a16="http://schemas.microsoft.com/office/drawing/2014/main" id="{165A16BA-B5E7-45FF-A373-E17C4413F3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8" y="1370"/>
              <a:ext cx="146" cy="29"/>
            </a:xfrm>
            <a:custGeom>
              <a:avLst/>
              <a:gdLst>
                <a:gd name="T0" fmla="*/ 0 w 126"/>
                <a:gd name="T1" fmla="*/ 39 h 25"/>
                <a:gd name="T2" fmla="*/ 127 w 126"/>
                <a:gd name="T3" fmla="*/ 9 h 25"/>
                <a:gd name="T4" fmla="*/ 177 w 126"/>
                <a:gd name="T5" fmla="*/ 7 h 25"/>
                <a:gd name="T6" fmla="*/ 194 w 126"/>
                <a:gd name="T7" fmla="*/ 1 h 25"/>
                <a:gd name="T8" fmla="*/ 196 w 126"/>
                <a:gd name="T9" fmla="*/ 1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6" h="25">
                  <a:moveTo>
                    <a:pt x="0" y="25"/>
                  </a:moveTo>
                  <a:cubicBezTo>
                    <a:pt x="26" y="14"/>
                    <a:pt x="54" y="8"/>
                    <a:pt x="82" y="6"/>
                  </a:cubicBezTo>
                  <a:cubicBezTo>
                    <a:pt x="93" y="6"/>
                    <a:pt x="103" y="6"/>
                    <a:pt x="114" y="4"/>
                  </a:cubicBezTo>
                  <a:cubicBezTo>
                    <a:pt x="117" y="3"/>
                    <a:pt x="120" y="2"/>
                    <a:pt x="124" y="1"/>
                  </a:cubicBezTo>
                  <a:cubicBezTo>
                    <a:pt x="125" y="1"/>
                    <a:pt x="126" y="0"/>
                    <a:pt x="126" y="1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590" name="Freeform 94">
              <a:extLst>
                <a:ext uri="{FF2B5EF4-FFF2-40B4-BE49-F238E27FC236}">
                  <a16:creationId xmlns:a16="http://schemas.microsoft.com/office/drawing/2014/main" id="{B4F6EDB7-5B51-479E-A739-D3940F0E84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0" y="1362"/>
              <a:ext cx="123" cy="41"/>
            </a:xfrm>
            <a:custGeom>
              <a:avLst/>
              <a:gdLst>
                <a:gd name="T0" fmla="*/ 0 w 106"/>
                <a:gd name="T1" fmla="*/ 0 h 35"/>
                <a:gd name="T2" fmla="*/ 87 w 106"/>
                <a:gd name="T3" fmla="*/ 30 h 35"/>
                <a:gd name="T4" fmla="*/ 139 w 106"/>
                <a:gd name="T5" fmla="*/ 43 h 35"/>
                <a:gd name="T6" fmla="*/ 166 w 106"/>
                <a:gd name="T7" fmla="*/ 55 h 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6" h="35">
                  <a:moveTo>
                    <a:pt x="0" y="0"/>
                  </a:moveTo>
                  <a:cubicBezTo>
                    <a:pt x="19" y="4"/>
                    <a:pt x="37" y="15"/>
                    <a:pt x="56" y="19"/>
                  </a:cubicBezTo>
                  <a:cubicBezTo>
                    <a:pt x="67" y="22"/>
                    <a:pt x="78" y="23"/>
                    <a:pt x="89" y="27"/>
                  </a:cubicBezTo>
                  <a:cubicBezTo>
                    <a:pt x="93" y="28"/>
                    <a:pt x="102" y="35"/>
                    <a:pt x="106" y="34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591" name="Freeform 95">
              <a:extLst>
                <a:ext uri="{FF2B5EF4-FFF2-40B4-BE49-F238E27FC236}">
                  <a16:creationId xmlns:a16="http://schemas.microsoft.com/office/drawing/2014/main" id="{1B8E6DCB-76C7-48BD-9321-3C29017861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6" y="1613"/>
              <a:ext cx="35" cy="40"/>
            </a:xfrm>
            <a:custGeom>
              <a:avLst/>
              <a:gdLst>
                <a:gd name="T0" fmla="*/ 26 w 30"/>
                <a:gd name="T1" fmla="*/ 13 h 35"/>
                <a:gd name="T2" fmla="*/ 18 w 30"/>
                <a:gd name="T3" fmla="*/ 43 h 35"/>
                <a:gd name="T4" fmla="*/ 29 w 30"/>
                <a:gd name="T5" fmla="*/ 13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35">
                  <a:moveTo>
                    <a:pt x="16" y="9"/>
                  </a:moveTo>
                  <a:cubicBezTo>
                    <a:pt x="7" y="0"/>
                    <a:pt x="0" y="24"/>
                    <a:pt x="11" y="29"/>
                  </a:cubicBezTo>
                  <a:cubicBezTo>
                    <a:pt x="25" y="35"/>
                    <a:pt x="30" y="15"/>
                    <a:pt x="18" y="9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592" name="Freeform 96">
              <a:extLst>
                <a:ext uri="{FF2B5EF4-FFF2-40B4-BE49-F238E27FC236}">
                  <a16:creationId xmlns:a16="http://schemas.microsoft.com/office/drawing/2014/main" id="{3EE480FF-F466-4572-968C-D136B70800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6" y="1613"/>
              <a:ext cx="34" cy="40"/>
            </a:xfrm>
            <a:custGeom>
              <a:avLst/>
              <a:gdLst>
                <a:gd name="T0" fmla="*/ 26 w 29"/>
                <a:gd name="T1" fmla="*/ 13 h 35"/>
                <a:gd name="T2" fmla="*/ 18 w 29"/>
                <a:gd name="T3" fmla="*/ 43 h 35"/>
                <a:gd name="T4" fmla="*/ 29 w 29"/>
                <a:gd name="T5" fmla="*/ 13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35">
                  <a:moveTo>
                    <a:pt x="16" y="9"/>
                  </a:moveTo>
                  <a:cubicBezTo>
                    <a:pt x="7" y="0"/>
                    <a:pt x="0" y="24"/>
                    <a:pt x="11" y="29"/>
                  </a:cubicBezTo>
                  <a:cubicBezTo>
                    <a:pt x="24" y="35"/>
                    <a:pt x="29" y="15"/>
                    <a:pt x="18" y="9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593" name="Freeform 97">
              <a:extLst>
                <a:ext uri="{FF2B5EF4-FFF2-40B4-BE49-F238E27FC236}">
                  <a16:creationId xmlns:a16="http://schemas.microsoft.com/office/drawing/2014/main" id="{F264AE5F-95D8-4F1C-9449-C7B2930C45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9" y="1621"/>
              <a:ext cx="38" cy="37"/>
            </a:xfrm>
            <a:custGeom>
              <a:avLst/>
              <a:gdLst>
                <a:gd name="T0" fmla="*/ 32 w 33"/>
                <a:gd name="T1" fmla="*/ 8 h 32"/>
                <a:gd name="T2" fmla="*/ 17 w 33"/>
                <a:gd name="T3" fmla="*/ 40 h 32"/>
                <a:gd name="T4" fmla="*/ 33 w 33"/>
                <a:gd name="T5" fmla="*/ 12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32">
                  <a:moveTo>
                    <a:pt x="21" y="5"/>
                  </a:moveTo>
                  <a:cubicBezTo>
                    <a:pt x="11" y="0"/>
                    <a:pt x="0" y="21"/>
                    <a:pt x="11" y="26"/>
                  </a:cubicBezTo>
                  <a:cubicBezTo>
                    <a:pt x="25" y="32"/>
                    <a:pt x="33" y="7"/>
                    <a:pt x="22" y="8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594" name="Freeform 98">
              <a:extLst>
                <a:ext uri="{FF2B5EF4-FFF2-40B4-BE49-F238E27FC236}">
                  <a16:creationId xmlns:a16="http://schemas.microsoft.com/office/drawing/2014/main" id="{7F88B8AA-D4B8-4F03-ABFC-A9F2DA7458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9" y="1621"/>
              <a:ext cx="38" cy="37"/>
            </a:xfrm>
            <a:custGeom>
              <a:avLst/>
              <a:gdLst>
                <a:gd name="T0" fmla="*/ 32 w 33"/>
                <a:gd name="T1" fmla="*/ 8 h 32"/>
                <a:gd name="T2" fmla="*/ 17 w 33"/>
                <a:gd name="T3" fmla="*/ 40 h 32"/>
                <a:gd name="T4" fmla="*/ 33 w 33"/>
                <a:gd name="T5" fmla="*/ 12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32">
                  <a:moveTo>
                    <a:pt x="21" y="5"/>
                  </a:moveTo>
                  <a:cubicBezTo>
                    <a:pt x="11" y="0"/>
                    <a:pt x="0" y="21"/>
                    <a:pt x="11" y="26"/>
                  </a:cubicBezTo>
                  <a:cubicBezTo>
                    <a:pt x="25" y="32"/>
                    <a:pt x="33" y="7"/>
                    <a:pt x="22" y="8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595" name="Freeform 99">
              <a:extLst>
                <a:ext uri="{FF2B5EF4-FFF2-40B4-BE49-F238E27FC236}">
                  <a16:creationId xmlns:a16="http://schemas.microsoft.com/office/drawing/2014/main" id="{0EC5E1DA-7760-453C-8B43-8EFA37D4467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0" y="1660"/>
              <a:ext cx="65" cy="32"/>
            </a:xfrm>
            <a:custGeom>
              <a:avLst/>
              <a:gdLst>
                <a:gd name="T0" fmla="*/ 87 w 56"/>
                <a:gd name="T1" fmla="*/ 24 h 27"/>
                <a:gd name="T2" fmla="*/ 0 w 56"/>
                <a:gd name="T3" fmla="*/ 0 h 27"/>
                <a:gd name="T4" fmla="*/ 87 w 56"/>
                <a:gd name="T5" fmla="*/ 24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6" h="27">
                  <a:moveTo>
                    <a:pt x="56" y="14"/>
                  </a:moveTo>
                  <a:cubicBezTo>
                    <a:pt x="39" y="14"/>
                    <a:pt x="12" y="15"/>
                    <a:pt x="0" y="0"/>
                  </a:cubicBezTo>
                  <a:cubicBezTo>
                    <a:pt x="0" y="0"/>
                    <a:pt x="15" y="27"/>
                    <a:pt x="56" y="14"/>
                  </a:cubicBezTo>
                  <a:close/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596" name="Freeform 100">
              <a:extLst>
                <a:ext uri="{FF2B5EF4-FFF2-40B4-BE49-F238E27FC236}">
                  <a16:creationId xmlns:a16="http://schemas.microsoft.com/office/drawing/2014/main" id="{92CD6553-3CA9-4644-AD2A-D691BC9E4A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8" y="1543"/>
              <a:ext cx="6" cy="156"/>
            </a:xfrm>
            <a:custGeom>
              <a:avLst/>
              <a:gdLst>
                <a:gd name="T0" fmla="*/ 6 w 5"/>
                <a:gd name="T1" fmla="*/ 212 h 134"/>
                <a:gd name="T2" fmla="*/ 6 w 5"/>
                <a:gd name="T3" fmla="*/ 77 h 134"/>
                <a:gd name="T4" fmla="*/ 1 w 5"/>
                <a:gd name="T5" fmla="*/ 0 h 1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134">
                  <a:moveTo>
                    <a:pt x="3" y="134"/>
                  </a:moveTo>
                  <a:cubicBezTo>
                    <a:pt x="4" y="106"/>
                    <a:pt x="1" y="68"/>
                    <a:pt x="3" y="49"/>
                  </a:cubicBezTo>
                  <a:cubicBezTo>
                    <a:pt x="5" y="33"/>
                    <a:pt x="0" y="15"/>
                    <a:pt x="1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597" name="Freeform 101">
              <a:extLst>
                <a:ext uri="{FF2B5EF4-FFF2-40B4-BE49-F238E27FC236}">
                  <a16:creationId xmlns:a16="http://schemas.microsoft.com/office/drawing/2014/main" id="{790DB7D4-2BF7-41BE-B8BF-156F9F4BF0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8" y="1540"/>
              <a:ext cx="6" cy="183"/>
            </a:xfrm>
            <a:custGeom>
              <a:avLst/>
              <a:gdLst>
                <a:gd name="T0" fmla="*/ 8 w 5"/>
                <a:gd name="T1" fmla="*/ 246 h 158"/>
                <a:gd name="T2" fmla="*/ 2 w 5"/>
                <a:gd name="T3" fmla="*/ 0 h 15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58">
                  <a:moveTo>
                    <a:pt x="5" y="158"/>
                  </a:moveTo>
                  <a:cubicBezTo>
                    <a:pt x="5" y="127"/>
                    <a:pt x="0" y="35"/>
                    <a:pt x="2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598" name="Freeform 102">
              <a:extLst>
                <a:ext uri="{FF2B5EF4-FFF2-40B4-BE49-F238E27FC236}">
                  <a16:creationId xmlns:a16="http://schemas.microsoft.com/office/drawing/2014/main" id="{265E47EE-1059-4E89-B2CD-17E7F757D4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7" y="1850"/>
              <a:ext cx="29" cy="181"/>
            </a:xfrm>
            <a:custGeom>
              <a:avLst/>
              <a:gdLst>
                <a:gd name="T0" fmla="*/ 36 w 25"/>
                <a:gd name="T1" fmla="*/ 0 h 156"/>
                <a:gd name="T2" fmla="*/ 36 w 25"/>
                <a:gd name="T3" fmla="*/ 244 h 15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156">
                  <a:moveTo>
                    <a:pt x="23" y="0"/>
                  </a:moveTo>
                  <a:cubicBezTo>
                    <a:pt x="0" y="47"/>
                    <a:pt x="25" y="106"/>
                    <a:pt x="23" y="156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599" name="Freeform 103">
              <a:extLst>
                <a:ext uri="{FF2B5EF4-FFF2-40B4-BE49-F238E27FC236}">
                  <a16:creationId xmlns:a16="http://schemas.microsoft.com/office/drawing/2014/main" id="{0068ACCF-6CEF-4313-A76B-46D0C9E17D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5" y="1832"/>
              <a:ext cx="11" cy="144"/>
            </a:xfrm>
            <a:custGeom>
              <a:avLst/>
              <a:gdLst>
                <a:gd name="T0" fmla="*/ 0 w 10"/>
                <a:gd name="T1" fmla="*/ 0 h 124"/>
                <a:gd name="T2" fmla="*/ 3 w 10"/>
                <a:gd name="T3" fmla="*/ 31 h 124"/>
                <a:gd name="T4" fmla="*/ 11 w 10"/>
                <a:gd name="T5" fmla="*/ 98 h 124"/>
                <a:gd name="T6" fmla="*/ 12 w 10"/>
                <a:gd name="T7" fmla="*/ 194 h 1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24">
                  <a:moveTo>
                    <a:pt x="0" y="0"/>
                  </a:moveTo>
                  <a:cubicBezTo>
                    <a:pt x="2" y="8"/>
                    <a:pt x="2" y="15"/>
                    <a:pt x="3" y="20"/>
                  </a:cubicBezTo>
                  <a:cubicBezTo>
                    <a:pt x="6" y="34"/>
                    <a:pt x="7" y="48"/>
                    <a:pt x="8" y="62"/>
                  </a:cubicBezTo>
                  <a:cubicBezTo>
                    <a:pt x="10" y="83"/>
                    <a:pt x="9" y="103"/>
                    <a:pt x="9" y="124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600" name="Freeform 104">
              <a:extLst>
                <a:ext uri="{FF2B5EF4-FFF2-40B4-BE49-F238E27FC236}">
                  <a16:creationId xmlns:a16="http://schemas.microsoft.com/office/drawing/2014/main" id="{966F1F57-65E3-4739-A6ED-0427FC3B1B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4" y="2066"/>
              <a:ext cx="12" cy="43"/>
            </a:xfrm>
            <a:custGeom>
              <a:avLst/>
              <a:gdLst>
                <a:gd name="T0" fmla="*/ 17 w 10"/>
                <a:gd name="T1" fmla="*/ 0 h 37"/>
                <a:gd name="T2" fmla="*/ 0 w 10"/>
                <a:gd name="T3" fmla="*/ 58 h 3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37">
                  <a:moveTo>
                    <a:pt x="10" y="0"/>
                  </a:moveTo>
                  <a:cubicBezTo>
                    <a:pt x="7" y="12"/>
                    <a:pt x="7" y="26"/>
                    <a:pt x="0" y="37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601" name="Freeform 105">
              <a:extLst>
                <a:ext uri="{FF2B5EF4-FFF2-40B4-BE49-F238E27FC236}">
                  <a16:creationId xmlns:a16="http://schemas.microsoft.com/office/drawing/2014/main" id="{762EE2C4-FD49-4930-8AF1-8FC98E5EC2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8" y="2042"/>
              <a:ext cx="35" cy="43"/>
            </a:xfrm>
            <a:custGeom>
              <a:avLst/>
              <a:gdLst>
                <a:gd name="T0" fmla="*/ 47 w 30"/>
                <a:gd name="T1" fmla="*/ 23 h 37"/>
                <a:gd name="T2" fmla="*/ 30 w 30"/>
                <a:gd name="T3" fmla="*/ 58 h 37"/>
                <a:gd name="T4" fmla="*/ 34 w 30"/>
                <a:gd name="T5" fmla="*/ 40 h 37"/>
                <a:gd name="T6" fmla="*/ 43 w 30"/>
                <a:gd name="T7" fmla="*/ 27 h 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" h="37">
                  <a:moveTo>
                    <a:pt x="29" y="15"/>
                  </a:moveTo>
                  <a:cubicBezTo>
                    <a:pt x="22" y="0"/>
                    <a:pt x="0" y="26"/>
                    <a:pt x="19" y="37"/>
                  </a:cubicBezTo>
                  <a:cubicBezTo>
                    <a:pt x="21" y="33"/>
                    <a:pt x="19" y="29"/>
                    <a:pt x="21" y="25"/>
                  </a:cubicBezTo>
                  <a:cubicBezTo>
                    <a:pt x="23" y="22"/>
                    <a:pt x="30" y="24"/>
                    <a:pt x="27" y="17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602" name="Freeform 106">
              <a:extLst>
                <a:ext uri="{FF2B5EF4-FFF2-40B4-BE49-F238E27FC236}">
                  <a16:creationId xmlns:a16="http://schemas.microsoft.com/office/drawing/2014/main" id="{71B4E734-6E0A-43F4-86D0-0BCAB8393F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2" y="2417"/>
              <a:ext cx="9" cy="33"/>
            </a:xfrm>
            <a:custGeom>
              <a:avLst/>
              <a:gdLst>
                <a:gd name="T0" fmla="*/ 8 w 8"/>
                <a:gd name="T1" fmla="*/ 46 h 28"/>
                <a:gd name="T2" fmla="*/ 8 w 8"/>
                <a:gd name="T3" fmla="*/ 24 h 28"/>
                <a:gd name="T4" fmla="*/ 0 w 8"/>
                <a:gd name="T5" fmla="*/ 0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28">
                  <a:moveTo>
                    <a:pt x="5" y="28"/>
                  </a:moveTo>
                  <a:cubicBezTo>
                    <a:pt x="8" y="19"/>
                    <a:pt x="5" y="19"/>
                    <a:pt x="5" y="14"/>
                  </a:cubicBezTo>
                  <a:cubicBezTo>
                    <a:pt x="5" y="8"/>
                    <a:pt x="3" y="5"/>
                    <a:pt x="0" y="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603" name="Freeform 107">
              <a:extLst>
                <a:ext uri="{FF2B5EF4-FFF2-40B4-BE49-F238E27FC236}">
                  <a16:creationId xmlns:a16="http://schemas.microsoft.com/office/drawing/2014/main" id="{0F400FF8-9FEC-47E8-82D6-C1D83832E38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7" y="2486"/>
              <a:ext cx="32" cy="127"/>
            </a:xfrm>
            <a:custGeom>
              <a:avLst/>
              <a:gdLst>
                <a:gd name="T0" fmla="*/ 1 w 28"/>
                <a:gd name="T1" fmla="*/ 170 h 110"/>
                <a:gd name="T2" fmla="*/ 34 w 28"/>
                <a:gd name="T3" fmla="*/ 80 h 110"/>
                <a:gd name="T4" fmla="*/ 40 w 28"/>
                <a:gd name="T5" fmla="*/ 0 h 1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110">
                  <a:moveTo>
                    <a:pt x="1" y="110"/>
                  </a:moveTo>
                  <a:cubicBezTo>
                    <a:pt x="0" y="90"/>
                    <a:pt x="17" y="70"/>
                    <a:pt x="23" y="52"/>
                  </a:cubicBezTo>
                  <a:cubicBezTo>
                    <a:pt x="28" y="36"/>
                    <a:pt x="27" y="17"/>
                    <a:pt x="27" y="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604" name="Freeform 108">
              <a:extLst>
                <a:ext uri="{FF2B5EF4-FFF2-40B4-BE49-F238E27FC236}">
                  <a16:creationId xmlns:a16="http://schemas.microsoft.com/office/drawing/2014/main" id="{2B8FE3FE-EB7E-435F-952E-A94AEAFDA92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8" y="2489"/>
              <a:ext cx="6" cy="7"/>
            </a:xfrm>
            <a:custGeom>
              <a:avLst/>
              <a:gdLst>
                <a:gd name="T0" fmla="*/ 0 w 5"/>
                <a:gd name="T1" fmla="*/ 9 h 6"/>
                <a:gd name="T2" fmla="*/ 8 w 5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6">
                  <a:moveTo>
                    <a:pt x="0" y="6"/>
                  </a:moveTo>
                  <a:cubicBezTo>
                    <a:pt x="1" y="4"/>
                    <a:pt x="3" y="1"/>
                    <a:pt x="5" y="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605" name="Freeform 109">
              <a:extLst>
                <a:ext uri="{FF2B5EF4-FFF2-40B4-BE49-F238E27FC236}">
                  <a16:creationId xmlns:a16="http://schemas.microsoft.com/office/drawing/2014/main" id="{1FDCA26C-7D51-40FA-8366-2E9D3EE9882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6" y="2511"/>
              <a:ext cx="23" cy="75"/>
            </a:xfrm>
            <a:custGeom>
              <a:avLst/>
              <a:gdLst>
                <a:gd name="T0" fmla="*/ 0 w 20"/>
                <a:gd name="T1" fmla="*/ 103 h 64"/>
                <a:gd name="T2" fmla="*/ 16 w 20"/>
                <a:gd name="T3" fmla="*/ 45 h 64"/>
                <a:gd name="T4" fmla="*/ 30 w 20"/>
                <a:gd name="T5" fmla="*/ 0 h 6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64">
                  <a:moveTo>
                    <a:pt x="0" y="64"/>
                  </a:moveTo>
                  <a:cubicBezTo>
                    <a:pt x="3" y="52"/>
                    <a:pt x="7" y="40"/>
                    <a:pt x="10" y="27"/>
                  </a:cubicBezTo>
                  <a:cubicBezTo>
                    <a:pt x="13" y="18"/>
                    <a:pt x="18" y="9"/>
                    <a:pt x="20" y="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606" name="Freeform 110">
              <a:extLst>
                <a:ext uri="{FF2B5EF4-FFF2-40B4-BE49-F238E27FC236}">
                  <a16:creationId xmlns:a16="http://schemas.microsoft.com/office/drawing/2014/main" id="{1557B2E3-641B-46E4-8448-E133BC74D2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8" y="2448"/>
              <a:ext cx="3" cy="19"/>
            </a:xfrm>
            <a:custGeom>
              <a:avLst/>
              <a:gdLst>
                <a:gd name="T0" fmla="*/ 3 w 3"/>
                <a:gd name="T1" fmla="*/ 23 h 17"/>
                <a:gd name="T2" fmla="*/ 0 w 3"/>
                <a:gd name="T3" fmla="*/ 0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7">
                  <a:moveTo>
                    <a:pt x="3" y="17"/>
                  </a:moveTo>
                  <a:cubicBezTo>
                    <a:pt x="3" y="11"/>
                    <a:pt x="0" y="6"/>
                    <a:pt x="0" y="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607" name="Freeform 111">
              <a:extLst>
                <a:ext uri="{FF2B5EF4-FFF2-40B4-BE49-F238E27FC236}">
                  <a16:creationId xmlns:a16="http://schemas.microsoft.com/office/drawing/2014/main" id="{B5581CE2-85DD-4FE2-8862-DB7FE8703C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1" y="1208"/>
              <a:ext cx="968" cy="2864"/>
            </a:xfrm>
            <a:custGeom>
              <a:avLst/>
              <a:gdLst>
                <a:gd name="T0" fmla="*/ 507 w 833"/>
                <a:gd name="T1" fmla="*/ 137 h 2470"/>
                <a:gd name="T2" fmla="*/ 135 w 833"/>
                <a:gd name="T3" fmla="*/ 429 h 2470"/>
                <a:gd name="T4" fmla="*/ 30 w 833"/>
                <a:gd name="T5" fmla="*/ 1415 h 2470"/>
                <a:gd name="T6" fmla="*/ 14 w 833"/>
                <a:gd name="T7" fmla="*/ 1762 h 2470"/>
                <a:gd name="T8" fmla="*/ 162 w 833"/>
                <a:gd name="T9" fmla="*/ 1849 h 2470"/>
                <a:gd name="T10" fmla="*/ 186 w 833"/>
                <a:gd name="T11" fmla="*/ 1822 h 2470"/>
                <a:gd name="T12" fmla="*/ 144 w 833"/>
                <a:gd name="T13" fmla="*/ 1708 h 2470"/>
                <a:gd name="T14" fmla="*/ 224 w 833"/>
                <a:gd name="T15" fmla="*/ 1776 h 2470"/>
                <a:gd name="T16" fmla="*/ 234 w 833"/>
                <a:gd name="T17" fmla="*/ 1586 h 2470"/>
                <a:gd name="T18" fmla="*/ 167 w 833"/>
                <a:gd name="T19" fmla="*/ 1376 h 2470"/>
                <a:gd name="T20" fmla="*/ 220 w 833"/>
                <a:gd name="T21" fmla="*/ 893 h 2470"/>
                <a:gd name="T22" fmla="*/ 285 w 833"/>
                <a:gd name="T23" fmla="*/ 684 h 2470"/>
                <a:gd name="T24" fmla="*/ 297 w 833"/>
                <a:gd name="T25" fmla="*/ 1215 h 2470"/>
                <a:gd name="T26" fmla="*/ 272 w 833"/>
                <a:gd name="T27" fmla="*/ 1536 h 2470"/>
                <a:gd name="T28" fmla="*/ 261 w 833"/>
                <a:gd name="T29" fmla="*/ 2089 h 2470"/>
                <a:gd name="T30" fmla="*/ 322 w 833"/>
                <a:gd name="T31" fmla="*/ 2669 h 2470"/>
                <a:gd name="T32" fmla="*/ 377 w 833"/>
                <a:gd name="T33" fmla="*/ 3505 h 2470"/>
                <a:gd name="T34" fmla="*/ 284 w 833"/>
                <a:gd name="T35" fmla="*/ 3686 h 2470"/>
                <a:gd name="T36" fmla="*/ 291 w 833"/>
                <a:gd name="T37" fmla="*/ 3794 h 2470"/>
                <a:gd name="T38" fmla="*/ 374 w 833"/>
                <a:gd name="T39" fmla="*/ 3815 h 2470"/>
                <a:gd name="T40" fmla="*/ 472 w 833"/>
                <a:gd name="T41" fmla="*/ 3793 h 2470"/>
                <a:gd name="T42" fmla="*/ 526 w 833"/>
                <a:gd name="T43" fmla="*/ 3700 h 2470"/>
                <a:gd name="T44" fmla="*/ 564 w 833"/>
                <a:gd name="T45" fmla="*/ 3546 h 2470"/>
                <a:gd name="T46" fmla="*/ 560 w 833"/>
                <a:gd name="T47" fmla="*/ 3239 h 2470"/>
                <a:gd name="T48" fmla="*/ 585 w 833"/>
                <a:gd name="T49" fmla="*/ 2488 h 2470"/>
                <a:gd name="T50" fmla="*/ 600 w 833"/>
                <a:gd name="T51" fmla="*/ 2053 h 2470"/>
                <a:gd name="T52" fmla="*/ 630 w 833"/>
                <a:gd name="T53" fmla="*/ 1820 h 2470"/>
                <a:gd name="T54" fmla="*/ 652 w 833"/>
                <a:gd name="T55" fmla="*/ 1819 h 2470"/>
                <a:gd name="T56" fmla="*/ 682 w 833"/>
                <a:gd name="T57" fmla="*/ 2053 h 2470"/>
                <a:gd name="T58" fmla="*/ 697 w 833"/>
                <a:gd name="T59" fmla="*/ 2488 h 2470"/>
                <a:gd name="T60" fmla="*/ 724 w 833"/>
                <a:gd name="T61" fmla="*/ 3239 h 2470"/>
                <a:gd name="T62" fmla="*/ 719 w 833"/>
                <a:gd name="T63" fmla="*/ 3546 h 2470"/>
                <a:gd name="T64" fmla="*/ 757 w 833"/>
                <a:gd name="T65" fmla="*/ 3700 h 2470"/>
                <a:gd name="T66" fmla="*/ 811 w 833"/>
                <a:gd name="T67" fmla="*/ 3793 h 2470"/>
                <a:gd name="T68" fmla="*/ 910 w 833"/>
                <a:gd name="T69" fmla="*/ 3815 h 2470"/>
                <a:gd name="T70" fmla="*/ 994 w 833"/>
                <a:gd name="T71" fmla="*/ 3794 h 2470"/>
                <a:gd name="T72" fmla="*/ 999 w 833"/>
                <a:gd name="T73" fmla="*/ 3686 h 2470"/>
                <a:gd name="T74" fmla="*/ 906 w 833"/>
                <a:gd name="T75" fmla="*/ 3505 h 2470"/>
                <a:gd name="T76" fmla="*/ 960 w 833"/>
                <a:gd name="T77" fmla="*/ 2669 h 2470"/>
                <a:gd name="T78" fmla="*/ 1019 w 833"/>
                <a:gd name="T79" fmla="*/ 2089 h 2470"/>
                <a:gd name="T80" fmla="*/ 1042 w 833"/>
                <a:gd name="T81" fmla="*/ 1524 h 2470"/>
                <a:gd name="T82" fmla="*/ 1014 w 833"/>
                <a:gd name="T83" fmla="*/ 1371 h 2470"/>
                <a:gd name="T84" fmla="*/ 1055 w 833"/>
                <a:gd name="T85" fmla="*/ 656 h 2470"/>
                <a:gd name="T86" fmla="*/ 1123 w 833"/>
                <a:gd name="T87" fmla="*/ 1038 h 2470"/>
                <a:gd name="T88" fmla="*/ 1106 w 833"/>
                <a:gd name="T89" fmla="*/ 1557 h 2470"/>
                <a:gd name="T90" fmla="*/ 1066 w 833"/>
                <a:gd name="T91" fmla="*/ 1772 h 2470"/>
                <a:gd name="T92" fmla="*/ 1110 w 833"/>
                <a:gd name="T93" fmla="*/ 1692 h 2470"/>
                <a:gd name="T94" fmla="*/ 1124 w 833"/>
                <a:gd name="T95" fmla="*/ 1838 h 2470"/>
                <a:gd name="T96" fmla="*/ 1147 w 833"/>
                <a:gd name="T97" fmla="*/ 1893 h 2470"/>
                <a:gd name="T98" fmla="*/ 1260 w 833"/>
                <a:gd name="T99" fmla="*/ 1805 h 2470"/>
                <a:gd name="T100" fmla="*/ 1272 w 833"/>
                <a:gd name="T101" fmla="*/ 1382 h 2470"/>
                <a:gd name="T102" fmla="*/ 1236 w 833"/>
                <a:gd name="T103" fmla="*/ 460 h 2470"/>
                <a:gd name="T104" fmla="*/ 887 w 833"/>
                <a:gd name="T105" fmla="*/ 160 h 2470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833" h="2470">
                  <a:moveTo>
                    <a:pt x="333" y="6"/>
                  </a:moveTo>
                  <a:cubicBezTo>
                    <a:pt x="335" y="31"/>
                    <a:pt x="337" y="72"/>
                    <a:pt x="323" y="88"/>
                  </a:cubicBezTo>
                  <a:cubicBezTo>
                    <a:pt x="302" y="112"/>
                    <a:pt x="238" y="120"/>
                    <a:pt x="208" y="127"/>
                  </a:cubicBezTo>
                  <a:cubicBezTo>
                    <a:pt x="179" y="134"/>
                    <a:pt x="98" y="130"/>
                    <a:pt x="86" y="275"/>
                  </a:cubicBezTo>
                  <a:cubicBezTo>
                    <a:pt x="74" y="420"/>
                    <a:pt x="16" y="520"/>
                    <a:pt x="8" y="626"/>
                  </a:cubicBezTo>
                  <a:cubicBezTo>
                    <a:pt x="0" y="731"/>
                    <a:pt x="16" y="872"/>
                    <a:pt x="19" y="907"/>
                  </a:cubicBezTo>
                  <a:cubicBezTo>
                    <a:pt x="22" y="942"/>
                    <a:pt x="24" y="1016"/>
                    <a:pt x="12" y="1050"/>
                  </a:cubicBezTo>
                  <a:cubicBezTo>
                    <a:pt x="0" y="1083"/>
                    <a:pt x="9" y="1131"/>
                    <a:pt x="9" y="1131"/>
                  </a:cubicBezTo>
                  <a:cubicBezTo>
                    <a:pt x="9" y="1131"/>
                    <a:pt x="34" y="1161"/>
                    <a:pt x="49" y="1161"/>
                  </a:cubicBezTo>
                  <a:cubicBezTo>
                    <a:pt x="49" y="1161"/>
                    <a:pt x="84" y="1188"/>
                    <a:pt x="103" y="1187"/>
                  </a:cubicBezTo>
                  <a:cubicBezTo>
                    <a:pt x="108" y="1187"/>
                    <a:pt x="107" y="1177"/>
                    <a:pt x="107" y="1177"/>
                  </a:cubicBezTo>
                  <a:cubicBezTo>
                    <a:pt x="107" y="1177"/>
                    <a:pt x="119" y="1179"/>
                    <a:pt x="119" y="1169"/>
                  </a:cubicBezTo>
                  <a:cubicBezTo>
                    <a:pt x="119" y="1159"/>
                    <a:pt x="95" y="1149"/>
                    <a:pt x="95" y="1149"/>
                  </a:cubicBezTo>
                  <a:cubicBezTo>
                    <a:pt x="95" y="1149"/>
                    <a:pt x="93" y="1097"/>
                    <a:pt x="92" y="1095"/>
                  </a:cubicBezTo>
                  <a:cubicBezTo>
                    <a:pt x="92" y="1093"/>
                    <a:pt x="109" y="1069"/>
                    <a:pt x="109" y="1069"/>
                  </a:cubicBezTo>
                  <a:cubicBezTo>
                    <a:pt x="109" y="1069"/>
                    <a:pt x="102" y="1133"/>
                    <a:pt x="143" y="1139"/>
                  </a:cubicBezTo>
                  <a:cubicBezTo>
                    <a:pt x="143" y="1139"/>
                    <a:pt x="146" y="1100"/>
                    <a:pt x="148" y="1093"/>
                  </a:cubicBezTo>
                  <a:cubicBezTo>
                    <a:pt x="150" y="1087"/>
                    <a:pt x="149" y="1018"/>
                    <a:pt x="149" y="1018"/>
                  </a:cubicBezTo>
                  <a:cubicBezTo>
                    <a:pt x="149" y="1018"/>
                    <a:pt x="150" y="1001"/>
                    <a:pt x="127" y="972"/>
                  </a:cubicBezTo>
                  <a:cubicBezTo>
                    <a:pt x="105" y="943"/>
                    <a:pt x="109" y="907"/>
                    <a:pt x="107" y="883"/>
                  </a:cubicBezTo>
                  <a:cubicBezTo>
                    <a:pt x="105" y="858"/>
                    <a:pt x="125" y="695"/>
                    <a:pt x="131" y="677"/>
                  </a:cubicBezTo>
                  <a:cubicBezTo>
                    <a:pt x="137" y="659"/>
                    <a:pt x="142" y="594"/>
                    <a:pt x="140" y="573"/>
                  </a:cubicBezTo>
                  <a:cubicBezTo>
                    <a:pt x="138" y="552"/>
                    <a:pt x="178" y="446"/>
                    <a:pt x="180" y="441"/>
                  </a:cubicBezTo>
                  <a:cubicBezTo>
                    <a:pt x="182" y="439"/>
                    <a:pt x="182" y="439"/>
                    <a:pt x="182" y="439"/>
                  </a:cubicBezTo>
                  <a:cubicBezTo>
                    <a:pt x="182" y="457"/>
                    <a:pt x="183" y="474"/>
                    <a:pt x="185" y="490"/>
                  </a:cubicBezTo>
                  <a:cubicBezTo>
                    <a:pt x="192" y="545"/>
                    <a:pt x="194" y="738"/>
                    <a:pt x="189" y="780"/>
                  </a:cubicBezTo>
                  <a:cubicBezTo>
                    <a:pt x="184" y="821"/>
                    <a:pt x="195" y="837"/>
                    <a:pt x="174" y="986"/>
                  </a:cubicBezTo>
                  <a:cubicBezTo>
                    <a:pt x="173" y="986"/>
                    <a:pt x="173" y="986"/>
                    <a:pt x="173" y="986"/>
                  </a:cubicBezTo>
                  <a:cubicBezTo>
                    <a:pt x="173" y="986"/>
                    <a:pt x="163" y="1074"/>
                    <a:pt x="158" y="1108"/>
                  </a:cubicBezTo>
                  <a:cubicBezTo>
                    <a:pt x="153" y="1142"/>
                    <a:pt x="144" y="1256"/>
                    <a:pt x="167" y="1340"/>
                  </a:cubicBezTo>
                  <a:cubicBezTo>
                    <a:pt x="190" y="1424"/>
                    <a:pt x="196" y="1475"/>
                    <a:pt x="193" y="1536"/>
                  </a:cubicBezTo>
                  <a:cubicBezTo>
                    <a:pt x="190" y="1597"/>
                    <a:pt x="204" y="1654"/>
                    <a:pt x="205" y="1712"/>
                  </a:cubicBezTo>
                  <a:cubicBezTo>
                    <a:pt x="207" y="1770"/>
                    <a:pt x="214" y="1950"/>
                    <a:pt x="248" y="2071"/>
                  </a:cubicBezTo>
                  <a:cubicBezTo>
                    <a:pt x="282" y="2193"/>
                    <a:pt x="240" y="2248"/>
                    <a:pt x="240" y="2248"/>
                  </a:cubicBezTo>
                  <a:cubicBezTo>
                    <a:pt x="240" y="2248"/>
                    <a:pt x="215" y="2294"/>
                    <a:pt x="206" y="2326"/>
                  </a:cubicBezTo>
                  <a:cubicBezTo>
                    <a:pt x="201" y="2346"/>
                    <a:pt x="186" y="2351"/>
                    <a:pt x="181" y="2365"/>
                  </a:cubicBezTo>
                  <a:cubicBezTo>
                    <a:pt x="175" y="2379"/>
                    <a:pt x="157" y="2390"/>
                    <a:pt x="166" y="2417"/>
                  </a:cubicBezTo>
                  <a:cubicBezTo>
                    <a:pt x="166" y="2417"/>
                    <a:pt x="172" y="2443"/>
                    <a:pt x="185" y="2434"/>
                  </a:cubicBezTo>
                  <a:cubicBezTo>
                    <a:pt x="185" y="2434"/>
                    <a:pt x="196" y="2453"/>
                    <a:pt x="209" y="2445"/>
                  </a:cubicBezTo>
                  <a:cubicBezTo>
                    <a:pt x="209" y="2445"/>
                    <a:pt x="226" y="2464"/>
                    <a:pt x="238" y="2447"/>
                  </a:cubicBezTo>
                  <a:cubicBezTo>
                    <a:pt x="238" y="2447"/>
                    <a:pt x="235" y="2470"/>
                    <a:pt x="267" y="2468"/>
                  </a:cubicBezTo>
                  <a:cubicBezTo>
                    <a:pt x="299" y="2466"/>
                    <a:pt x="301" y="2453"/>
                    <a:pt x="300" y="2433"/>
                  </a:cubicBezTo>
                  <a:cubicBezTo>
                    <a:pt x="300" y="2413"/>
                    <a:pt x="314" y="2411"/>
                    <a:pt x="314" y="2411"/>
                  </a:cubicBezTo>
                  <a:cubicBezTo>
                    <a:pt x="314" y="2411"/>
                    <a:pt x="336" y="2394"/>
                    <a:pt x="336" y="2373"/>
                  </a:cubicBezTo>
                  <a:cubicBezTo>
                    <a:pt x="336" y="2352"/>
                    <a:pt x="351" y="2334"/>
                    <a:pt x="351" y="2334"/>
                  </a:cubicBezTo>
                  <a:cubicBezTo>
                    <a:pt x="351" y="2334"/>
                    <a:pt x="372" y="2325"/>
                    <a:pt x="359" y="2274"/>
                  </a:cubicBezTo>
                  <a:cubicBezTo>
                    <a:pt x="359" y="2274"/>
                    <a:pt x="367" y="2247"/>
                    <a:pt x="360" y="2221"/>
                  </a:cubicBezTo>
                  <a:cubicBezTo>
                    <a:pt x="354" y="2196"/>
                    <a:pt x="356" y="2110"/>
                    <a:pt x="357" y="2078"/>
                  </a:cubicBezTo>
                  <a:cubicBezTo>
                    <a:pt x="358" y="2047"/>
                    <a:pt x="378" y="1872"/>
                    <a:pt x="364" y="1803"/>
                  </a:cubicBezTo>
                  <a:cubicBezTo>
                    <a:pt x="342" y="1689"/>
                    <a:pt x="373" y="1651"/>
                    <a:pt x="373" y="1596"/>
                  </a:cubicBezTo>
                  <a:cubicBezTo>
                    <a:pt x="373" y="1596"/>
                    <a:pt x="377" y="1536"/>
                    <a:pt x="371" y="1486"/>
                  </a:cubicBezTo>
                  <a:cubicBezTo>
                    <a:pt x="365" y="1436"/>
                    <a:pt x="376" y="1380"/>
                    <a:pt x="382" y="1317"/>
                  </a:cubicBezTo>
                  <a:cubicBezTo>
                    <a:pt x="388" y="1254"/>
                    <a:pt x="400" y="1195"/>
                    <a:pt x="401" y="1169"/>
                  </a:cubicBezTo>
                  <a:cubicBezTo>
                    <a:pt x="401" y="1169"/>
                    <a:pt x="401" y="1168"/>
                    <a:pt x="401" y="1168"/>
                  </a:cubicBezTo>
                  <a:cubicBezTo>
                    <a:pt x="404" y="1168"/>
                    <a:pt x="406" y="1168"/>
                    <a:pt x="408" y="1168"/>
                  </a:cubicBezTo>
                  <a:cubicBezTo>
                    <a:pt x="410" y="1168"/>
                    <a:pt x="413" y="1168"/>
                    <a:pt x="416" y="1167"/>
                  </a:cubicBezTo>
                  <a:cubicBezTo>
                    <a:pt x="416" y="1167"/>
                    <a:pt x="416" y="1168"/>
                    <a:pt x="416" y="1169"/>
                  </a:cubicBezTo>
                  <a:cubicBezTo>
                    <a:pt x="417" y="1195"/>
                    <a:pt x="429" y="1254"/>
                    <a:pt x="435" y="1317"/>
                  </a:cubicBezTo>
                  <a:cubicBezTo>
                    <a:pt x="441" y="1380"/>
                    <a:pt x="452" y="1436"/>
                    <a:pt x="446" y="1486"/>
                  </a:cubicBezTo>
                  <a:cubicBezTo>
                    <a:pt x="440" y="1536"/>
                    <a:pt x="444" y="1596"/>
                    <a:pt x="444" y="1596"/>
                  </a:cubicBezTo>
                  <a:cubicBezTo>
                    <a:pt x="444" y="1651"/>
                    <a:pt x="475" y="1689"/>
                    <a:pt x="453" y="1803"/>
                  </a:cubicBezTo>
                  <a:cubicBezTo>
                    <a:pt x="440" y="1872"/>
                    <a:pt x="459" y="2047"/>
                    <a:pt x="461" y="2078"/>
                  </a:cubicBezTo>
                  <a:cubicBezTo>
                    <a:pt x="462" y="2110"/>
                    <a:pt x="464" y="2196"/>
                    <a:pt x="457" y="2221"/>
                  </a:cubicBezTo>
                  <a:cubicBezTo>
                    <a:pt x="451" y="2247"/>
                    <a:pt x="459" y="2274"/>
                    <a:pt x="459" y="2274"/>
                  </a:cubicBezTo>
                  <a:cubicBezTo>
                    <a:pt x="446" y="2325"/>
                    <a:pt x="467" y="2334"/>
                    <a:pt x="467" y="2334"/>
                  </a:cubicBezTo>
                  <a:cubicBezTo>
                    <a:pt x="467" y="2334"/>
                    <a:pt x="482" y="2352"/>
                    <a:pt x="482" y="2373"/>
                  </a:cubicBezTo>
                  <a:cubicBezTo>
                    <a:pt x="482" y="2394"/>
                    <a:pt x="504" y="2411"/>
                    <a:pt x="504" y="2411"/>
                  </a:cubicBezTo>
                  <a:cubicBezTo>
                    <a:pt x="504" y="2411"/>
                    <a:pt x="518" y="2413"/>
                    <a:pt x="517" y="2433"/>
                  </a:cubicBezTo>
                  <a:cubicBezTo>
                    <a:pt x="517" y="2453"/>
                    <a:pt x="519" y="2466"/>
                    <a:pt x="551" y="2468"/>
                  </a:cubicBezTo>
                  <a:cubicBezTo>
                    <a:pt x="583" y="2470"/>
                    <a:pt x="580" y="2447"/>
                    <a:pt x="580" y="2447"/>
                  </a:cubicBezTo>
                  <a:cubicBezTo>
                    <a:pt x="591" y="2464"/>
                    <a:pt x="609" y="2445"/>
                    <a:pt x="609" y="2445"/>
                  </a:cubicBezTo>
                  <a:cubicBezTo>
                    <a:pt x="622" y="2453"/>
                    <a:pt x="633" y="2434"/>
                    <a:pt x="633" y="2434"/>
                  </a:cubicBezTo>
                  <a:cubicBezTo>
                    <a:pt x="645" y="2443"/>
                    <a:pt x="651" y="2417"/>
                    <a:pt x="651" y="2417"/>
                  </a:cubicBezTo>
                  <a:cubicBezTo>
                    <a:pt x="660" y="2390"/>
                    <a:pt x="642" y="2379"/>
                    <a:pt x="637" y="2365"/>
                  </a:cubicBezTo>
                  <a:cubicBezTo>
                    <a:pt x="632" y="2351"/>
                    <a:pt x="617" y="2346"/>
                    <a:pt x="612" y="2326"/>
                  </a:cubicBezTo>
                  <a:cubicBezTo>
                    <a:pt x="603" y="2294"/>
                    <a:pt x="577" y="2248"/>
                    <a:pt x="577" y="2248"/>
                  </a:cubicBezTo>
                  <a:cubicBezTo>
                    <a:pt x="577" y="2248"/>
                    <a:pt x="536" y="2193"/>
                    <a:pt x="570" y="2071"/>
                  </a:cubicBezTo>
                  <a:cubicBezTo>
                    <a:pt x="603" y="1950"/>
                    <a:pt x="611" y="1770"/>
                    <a:pt x="612" y="1712"/>
                  </a:cubicBezTo>
                  <a:cubicBezTo>
                    <a:pt x="614" y="1654"/>
                    <a:pt x="628" y="1597"/>
                    <a:pt x="625" y="1536"/>
                  </a:cubicBezTo>
                  <a:cubicBezTo>
                    <a:pt x="622" y="1475"/>
                    <a:pt x="628" y="1424"/>
                    <a:pt x="650" y="1340"/>
                  </a:cubicBezTo>
                  <a:cubicBezTo>
                    <a:pt x="673" y="1256"/>
                    <a:pt x="665" y="1141"/>
                    <a:pt x="668" y="1107"/>
                  </a:cubicBezTo>
                  <a:cubicBezTo>
                    <a:pt x="672" y="1046"/>
                    <a:pt x="664" y="977"/>
                    <a:pt x="664" y="977"/>
                  </a:cubicBezTo>
                  <a:cubicBezTo>
                    <a:pt x="664" y="978"/>
                    <a:pt x="664" y="978"/>
                    <a:pt x="664" y="978"/>
                  </a:cubicBezTo>
                  <a:cubicBezTo>
                    <a:pt x="661" y="957"/>
                    <a:pt x="653" y="908"/>
                    <a:pt x="646" y="879"/>
                  </a:cubicBezTo>
                  <a:cubicBezTo>
                    <a:pt x="637" y="842"/>
                    <a:pt x="628" y="740"/>
                    <a:pt x="632" y="685"/>
                  </a:cubicBezTo>
                  <a:cubicBezTo>
                    <a:pt x="635" y="633"/>
                    <a:pt x="670" y="509"/>
                    <a:pt x="672" y="421"/>
                  </a:cubicBezTo>
                  <a:cubicBezTo>
                    <a:pt x="676" y="429"/>
                    <a:pt x="676" y="429"/>
                    <a:pt x="676" y="429"/>
                  </a:cubicBezTo>
                  <a:cubicBezTo>
                    <a:pt x="679" y="460"/>
                    <a:pt x="715" y="625"/>
                    <a:pt x="715" y="666"/>
                  </a:cubicBezTo>
                  <a:cubicBezTo>
                    <a:pt x="715" y="707"/>
                    <a:pt x="716" y="883"/>
                    <a:pt x="720" y="912"/>
                  </a:cubicBezTo>
                  <a:cubicBezTo>
                    <a:pt x="724" y="941"/>
                    <a:pt x="725" y="973"/>
                    <a:pt x="705" y="999"/>
                  </a:cubicBezTo>
                  <a:cubicBezTo>
                    <a:pt x="686" y="1025"/>
                    <a:pt x="681" y="1044"/>
                    <a:pt x="679" y="1051"/>
                  </a:cubicBezTo>
                  <a:cubicBezTo>
                    <a:pt x="677" y="1058"/>
                    <a:pt x="679" y="1137"/>
                    <a:pt x="679" y="1137"/>
                  </a:cubicBezTo>
                  <a:cubicBezTo>
                    <a:pt x="684" y="1164"/>
                    <a:pt x="684" y="1164"/>
                    <a:pt x="684" y="1164"/>
                  </a:cubicBezTo>
                  <a:cubicBezTo>
                    <a:pt x="712" y="1155"/>
                    <a:pt x="707" y="1085"/>
                    <a:pt x="707" y="1085"/>
                  </a:cubicBezTo>
                  <a:cubicBezTo>
                    <a:pt x="723" y="1104"/>
                    <a:pt x="721" y="1127"/>
                    <a:pt x="722" y="1138"/>
                  </a:cubicBezTo>
                  <a:cubicBezTo>
                    <a:pt x="723" y="1149"/>
                    <a:pt x="720" y="1176"/>
                    <a:pt x="716" y="1179"/>
                  </a:cubicBezTo>
                  <a:cubicBezTo>
                    <a:pt x="712" y="1182"/>
                    <a:pt x="703" y="1208"/>
                    <a:pt x="710" y="1215"/>
                  </a:cubicBezTo>
                  <a:cubicBezTo>
                    <a:pt x="717" y="1223"/>
                    <a:pt x="731" y="1214"/>
                    <a:pt x="731" y="1214"/>
                  </a:cubicBezTo>
                  <a:cubicBezTo>
                    <a:pt x="744" y="1222"/>
                    <a:pt x="759" y="1199"/>
                    <a:pt x="759" y="1199"/>
                  </a:cubicBezTo>
                  <a:cubicBezTo>
                    <a:pt x="768" y="1201"/>
                    <a:pt x="793" y="1179"/>
                    <a:pt x="803" y="1158"/>
                  </a:cubicBezTo>
                  <a:cubicBezTo>
                    <a:pt x="813" y="1137"/>
                    <a:pt x="820" y="1080"/>
                    <a:pt x="811" y="1037"/>
                  </a:cubicBezTo>
                  <a:cubicBezTo>
                    <a:pt x="803" y="993"/>
                    <a:pt x="803" y="936"/>
                    <a:pt x="811" y="887"/>
                  </a:cubicBezTo>
                  <a:cubicBezTo>
                    <a:pt x="830" y="783"/>
                    <a:pt x="833" y="651"/>
                    <a:pt x="831" y="616"/>
                  </a:cubicBezTo>
                  <a:cubicBezTo>
                    <a:pt x="828" y="581"/>
                    <a:pt x="796" y="423"/>
                    <a:pt x="788" y="295"/>
                  </a:cubicBezTo>
                  <a:cubicBezTo>
                    <a:pt x="781" y="167"/>
                    <a:pt x="705" y="142"/>
                    <a:pt x="689" y="141"/>
                  </a:cubicBezTo>
                  <a:cubicBezTo>
                    <a:pt x="674" y="140"/>
                    <a:pt x="616" y="119"/>
                    <a:pt x="565" y="103"/>
                  </a:cubicBezTo>
                  <a:cubicBezTo>
                    <a:pt x="531" y="93"/>
                    <a:pt x="531" y="32"/>
                    <a:pt x="534" y="0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608" name="Freeform 112">
              <a:extLst>
                <a:ext uri="{FF2B5EF4-FFF2-40B4-BE49-F238E27FC236}">
                  <a16:creationId xmlns:a16="http://schemas.microsoft.com/office/drawing/2014/main" id="{BB164494-D8FF-4166-897E-B3EBCC138CC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6" y="2504"/>
              <a:ext cx="35" cy="104"/>
            </a:xfrm>
            <a:custGeom>
              <a:avLst/>
              <a:gdLst>
                <a:gd name="T0" fmla="*/ 1 w 30"/>
                <a:gd name="T1" fmla="*/ 143 h 89"/>
                <a:gd name="T2" fmla="*/ 15 w 30"/>
                <a:gd name="T3" fmla="*/ 108 h 89"/>
                <a:gd name="T4" fmla="*/ 35 w 30"/>
                <a:gd name="T5" fmla="*/ 68 h 89"/>
                <a:gd name="T6" fmla="*/ 48 w 30"/>
                <a:gd name="T7" fmla="*/ 0 h 8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" h="89">
                  <a:moveTo>
                    <a:pt x="1" y="89"/>
                  </a:moveTo>
                  <a:cubicBezTo>
                    <a:pt x="0" y="82"/>
                    <a:pt x="6" y="74"/>
                    <a:pt x="9" y="68"/>
                  </a:cubicBezTo>
                  <a:cubicBezTo>
                    <a:pt x="13" y="60"/>
                    <a:pt x="17" y="52"/>
                    <a:pt x="22" y="43"/>
                  </a:cubicBezTo>
                  <a:cubicBezTo>
                    <a:pt x="29" y="31"/>
                    <a:pt x="26" y="13"/>
                    <a:pt x="30" y="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609" name="Freeform 113">
              <a:extLst>
                <a:ext uri="{FF2B5EF4-FFF2-40B4-BE49-F238E27FC236}">
                  <a16:creationId xmlns:a16="http://schemas.microsoft.com/office/drawing/2014/main" id="{36AF5BE8-6360-4A6C-9138-3B86A396920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0" y="2495"/>
              <a:ext cx="2" cy="11"/>
            </a:xfrm>
            <a:custGeom>
              <a:avLst/>
              <a:gdLst>
                <a:gd name="T0" fmla="*/ 0 w 2"/>
                <a:gd name="T1" fmla="*/ 16 h 9"/>
                <a:gd name="T2" fmla="*/ 2 w 2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9">
                  <a:moveTo>
                    <a:pt x="0" y="9"/>
                  </a:moveTo>
                  <a:cubicBezTo>
                    <a:pt x="0" y="6"/>
                    <a:pt x="1" y="3"/>
                    <a:pt x="2" y="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610" name="Freeform 114">
              <a:extLst>
                <a:ext uri="{FF2B5EF4-FFF2-40B4-BE49-F238E27FC236}">
                  <a16:creationId xmlns:a16="http://schemas.microsoft.com/office/drawing/2014/main" id="{06374CAE-2360-46C6-B08F-DD05BF68D5E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1" y="2497"/>
              <a:ext cx="7" cy="9"/>
            </a:xfrm>
            <a:custGeom>
              <a:avLst/>
              <a:gdLst>
                <a:gd name="T0" fmla="*/ 0 w 6"/>
                <a:gd name="T1" fmla="*/ 15 h 7"/>
                <a:gd name="T2" fmla="*/ 9 w 6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7">
                  <a:moveTo>
                    <a:pt x="0" y="7"/>
                  </a:moveTo>
                  <a:cubicBezTo>
                    <a:pt x="1" y="5"/>
                    <a:pt x="4" y="3"/>
                    <a:pt x="6" y="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611" name="Freeform 115">
              <a:extLst>
                <a:ext uri="{FF2B5EF4-FFF2-40B4-BE49-F238E27FC236}">
                  <a16:creationId xmlns:a16="http://schemas.microsoft.com/office/drawing/2014/main" id="{83C6BEB8-1405-4A49-B4D6-3A2533D36BF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7" y="2515"/>
              <a:ext cx="8" cy="4"/>
            </a:xfrm>
            <a:custGeom>
              <a:avLst/>
              <a:gdLst>
                <a:gd name="T0" fmla="*/ 0 w 7"/>
                <a:gd name="T1" fmla="*/ 4 h 4"/>
                <a:gd name="T2" fmla="*/ 10 w 7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4">
                  <a:moveTo>
                    <a:pt x="0" y="4"/>
                  </a:moveTo>
                  <a:cubicBezTo>
                    <a:pt x="2" y="2"/>
                    <a:pt x="4" y="1"/>
                    <a:pt x="7" y="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612" name="Freeform 116">
              <a:extLst>
                <a:ext uri="{FF2B5EF4-FFF2-40B4-BE49-F238E27FC236}">
                  <a16:creationId xmlns:a16="http://schemas.microsoft.com/office/drawing/2014/main" id="{ACA5541D-F796-471B-A1B4-AD7B288AF0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6" y="2475"/>
              <a:ext cx="59" cy="98"/>
            </a:xfrm>
            <a:custGeom>
              <a:avLst/>
              <a:gdLst>
                <a:gd name="T0" fmla="*/ 79 w 51"/>
                <a:gd name="T1" fmla="*/ 133 h 84"/>
                <a:gd name="T2" fmla="*/ 43 w 51"/>
                <a:gd name="T3" fmla="*/ 114 h 84"/>
                <a:gd name="T4" fmla="*/ 17 w 51"/>
                <a:gd name="T5" fmla="*/ 89 h 84"/>
                <a:gd name="T6" fmla="*/ 8 w 51"/>
                <a:gd name="T7" fmla="*/ 47 h 84"/>
                <a:gd name="T8" fmla="*/ 0 w 51"/>
                <a:gd name="T9" fmla="*/ 0 h 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84">
                  <a:moveTo>
                    <a:pt x="51" y="84"/>
                  </a:moveTo>
                  <a:cubicBezTo>
                    <a:pt x="42" y="79"/>
                    <a:pt x="34" y="77"/>
                    <a:pt x="28" y="72"/>
                  </a:cubicBezTo>
                  <a:cubicBezTo>
                    <a:pt x="22" y="67"/>
                    <a:pt x="17" y="59"/>
                    <a:pt x="11" y="56"/>
                  </a:cubicBezTo>
                  <a:cubicBezTo>
                    <a:pt x="9" y="47"/>
                    <a:pt x="6" y="38"/>
                    <a:pt x="5" y="29"/>
                  </a:cubicBezTo>
                  <a:cubicBezTo>
                    <a:pt x="4" y="20"/>
                    <a:pt x="4" y="8"/>
                    <a:pt x="0" y="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613" name="Freeform 117">
              <a:extLst>
                <a:ext uri="{FF2B5EF4-FFF2-40B4-BE49-F238E27FC236}">
                  <a16:creationId xmlns:a16="http://schemas.microsoft.com/office/drawing/2014/main" id="{49B2F6BB-CB4E-40BE-8443-A771AD67A9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2" y="2484"/>
              <a:ext cx="28" cy="70"/>
            </a:xfrm>
            <a:custGeom>
              <a:avLst/>
              <a:gdLst>
                <a:gd name="T0" fmla="*/ 39 w 24"/>
                <a:gd name="T1" fmla="*/ 92 h 61"/>
                <a:gd name="T2" fmla="*/ 0 w 24"/>
                <a:gd name="T3" fmla="*/ 0 h 6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61">
                  <a:moveTo>
                    <a:pt x="24" y="61"/>
                  </a:moveTo>
                  <a:cubicBezTo>
                    <a:pt x="7" y="43"/>
                    <a:pt x="17" y="17"/>
                    <a:pt x="0" y="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614" name="Freeform 118">
              <a:extLst>
                <a:ext uri="{FF2B5EF4-FFF2-40B4-BE49-F238E27FC236}">
                  <a16:creationId xmlns:a16="http://schemas.microsoft.com/office/drawing/2014/main" id="{BDCACD1D-CCF2-4029-BD0F-C806C15143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6" y="2500"/>
              <a:ext cx="15" cy="44"/>
            </a:xfrm>
            <a:custGeom>
              <a:avLst/>
              <a:gdLst>
                <a:gd name="T0" fmla="*/ 20 w 13"/>
                <a:gd name="T1" fmla="*/ 59 h 38"/>
                <a:gd name="T2" fmla="*/ 0 w 13"/>
                <a:gd name="T3" fmla="*/ 0 h 3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38">
                  <a:moveTo>
                    <a:pt x="13" y="38"/>
                  </a:moveTo>
                  <a:cubicBezTo>
                    <a:pt x="6" y="26"/>
                    <a:pt x="6" y="11"/>
                    <a:pt x="0" y="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615" name="Freeform 119">
              <a:extLst>
                <a:ext uri="{FF2B5EF4-FFF2-40B4-BE49-F238E27FC236}">
                  <a16:creationId xmlns:a16="http://schemas.microsoft.com/office/drawing/2014/main" id="{F17FEB6D-4845-459D-9856-01B12DF13B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1" y="1062"/>
              <a:ext cx="2" cy="22"/>
            </a:xfrm>
            <a:custGeom>
              <a:avLst/>
              <a:gdLst>
                <a:gd name="T0" fmla="*/ 0 w 2"/>
                <a:gd name="T1" fmla="*/ 29 h 19"/>
                <a:gd name="T2" fmla="*/ 2 w 2"/>
                <a:gd name="T3" fmla="*/ 0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9">
                  <a:moveTo>
                    <a:pt x="0" y="19"/>
                  </a:moveTo>
                  <a:cubicBezTo>
                    <a:pt x="1" y="13"/>
                    <a:pt x="1" y="6"/>
                    <a:pt x="2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616" name="Freeform 120">
              <a:extLst>
                <a:ext uri="{FF2B5EF4-FFF2-40B4-BE49-F238E27FC236}">
                  <a16:creationId xmlns:a16="http://schemas.microsoft.com/office/drawing/2014/main" id="{A72EC3D7-18F7-483E-82AF-41A6634198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5" y="1095"/>
              <a:ext cx="314" cy="201"/>
            </a:xfrm>
            <a:custGeom>
              <a:avLst/>
              <a:gdLst>
                <a:gd name="T0" fmla="*/ 0 w 270"/>
                <a:gd name="T1" fmla="*/ 57 h 174"/>
                <a:gd name="T2" fmla="*/ 69 w 270"/>
                <a:gd name="T3" fmla="*/ 171 h 174"/>
                <a:gd name="T4" fmla="*/ 249 w 270"/>
                <a:gd name="T5" fmla="*/ 259 h 174"/>
                <a:gd name="T6" fmla="*/ 405 w 270"/>
                <a:gd name="T7" fmla="*/ 96 h 174"/>
                <a:gd name="T8" fmla="*/ 424 w 270"/>
                <a:gd name="T9" fmla="*/ 0 h 17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0" h="174">
                  <a:moveTo>
                    <a:pt x="0" y="36"/>
                  </a:moveTo>
                  <a:cubicBezTo>
                    <a:pt x="11" y="64"/>
                    <a:pt x="27" y="96"/>
                    <a:pt x="44" y="111"/>
                  </a:cubicBezTo>
                  <a:cubicBezTo>
                    <a:pt x="74" y="138"/>
                    <a:pt x="112" y="174"/>
                    <a:pt x="158" y="168"/>
                  </a:cubicBezTo>
                  <a:cubicBezTo>
                    <a:pt x="204" y="162"/>
                    <a:pt x="252" y="81"/>
                    <a:pt x="257" y="62"/>
                  </a:cubicBezTo>
                  <a:cubicBezTo>
                    <a:pt x="259" y="52"/>
                    <a:pt x="266" y="28"/>
                    <a:pt x="270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617" name="Freeform 121">
              <a:extLst>
                <a:ext uri="{FF2B5EF4-FFF2-40B4-BE49-F238E27FC236}">
                  <a16:creationId xmlns:a16="http://schemas.microsoft.com/office/drawing/2014/main" id="{57CE3ED2-1604-474C-AF95-A2DD408BDB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0" y="1092"/>
              <a:ext cx="8" cy="26"/>
            </a:xfrm>
            <a:custGeom>
              <a:avLst/>
              <a:gdLst>
                <a:gd name="T0" fmla="*/ 0 w 7"/>
                <a:gd name="T1" fmla="*/ 0 h 22"/>
                <a:gd name="T2" fmla="*/ 10 w 7"/>
                <a:gd name="T3" fmla="*/ 37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2">
                  <a:moveTo>
                    <a:pt x="0" y="0"/>
                  </a:moveTo>
                  <a:cubicBezTo>
                    <a:pt x="1" y="6"/>
                    <a:pt x="4" y="14"/>
                    <a:pt x="7" y="22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618" name="Freeform 122">
              <a:extLst>
                <a:ext uri="{FF2B5EF4-FFF2-40B4-BE49-F238E27FC236}">
                  <a16:creationId xmlns:a16="http://schemas.microsoft.com/office/drawing/2014/main" id="{5D3A5708-D41F-4A2B-A019-6EEAACFD9C6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439" y="702"/>
              <a:ext cx="395" cy="402"/>
            </a:xfrm>
            <a:custGeom>
              <a:avLst/>
              <a:gdLst>
                <a:gd name="T0" fmla="*/ 152 w 340"/>
                <a:gd name="T1" fmla="*/ 316 h 347"/>
                <a:gd name="T2" fmla="*/ 531 w 340"/>
                <a:gd name="T3" fmla="*/ 359 h 347"/>
                <a:gd name="T4" fmla="*/ 526 w 340"/>
                <a:gd name="T5" fmla="*/ 291 h 347"/>
                <a:gd name="T6" fmla="*/ 466 w 340"/>
                <a:gd name="T7" fmla="*/ 130 h 347"/>
                <a:gd name="T8" fmla="*/ 1 w 340"/>
                <a:gd name="T9" fmla="*/ 273 h 347"/>
                <a:gd name="T10" fmla="*/ 42 w 340"/>
                <a:gd name="T11" fmla="*/ 467 h 347"/>
                <a:gd name="T12" fmla="*/ 51 w 340"/>
                <a:gd name="T13" fmla="*/ 492 h 347"/>
                <a:gd name="T14" fmla="*/ 57 w 340"/>
                <a:gd name="T15" fmla="*/ 503 h 347"/>
                <a:gd name="T16" fmla="*/ 69 w 340"/>
                <a:gd name="T17" fmla="*/ 524 h 347"/>
                <a:gd name="T18" fmla="*/ 62 w 340"/>
                <a:gd name="T19" fmla="*/ 474 h 347"/>
                <a:gd name="T20" fmla="*/ 62 w 340"/>
                <a:gd name="T21" fmla="*/ 473 h 347"/>
                <a:gd name="T22" fmla="*/ 62 w 340"/>
                <a:gd name="T23" fmla="*/ 458 h 347"/>
                <a:gd name="T24" fmla="*/ 58 w 340"/>
                <a:gd name="T25" fmla="*/ 439 h 347"/>
                <a:gd name="T26" fmla="*/ 53 w 340"/>
                <a:gd name="T27" fmla="*/ 409 h 347"/>
                <a:gd name="T28" fmla="*/ 59 w 340"/>
                <a:gd name="T29" fmla="*/ 393 h 347"/>
                <a:gd name="T30" fmla="*/ 77 w 340"/>
                <a:gd name="T31" fmla="*/ 392 h 347"/>
                <a:gd name="T32" fmla="*/ 86 w 340"/>
                <a:gd name="T33" fmla="*/ 380 h 347"/>
                <a:gd name="T34" fmla="*/ 95 w 340"/>
                <a:gd name="T35" fmla="*/ 298 h 347"/>
                <a:gd name="T36" fmla="*/ 110 w 340"/>
                <a:gd name="T37" fmla="*/ 260 h 347"/>
                <a:gd name="T38" fmla="*/ 144 w 340"/>
                <a:gd name="T39" fmla="*/ 301 h 347"/>
                <a:gd name="T40" fmla="*/ 186 w 340"/>
                <a:gd name="T41" fmla="*/ 336 h 347"/>
                <a:gd name="T42" fmla="*/ 230 w 340"/>
                <a:gd name="T43" fmla="*/ 346 h 347"/>
                <a:gd name="T44" fmla="*/ 224 w 340"/>
                <a:gd name="T45" fmla="*/ 313 h 347"/>
                <a:gd name="T46" fmla="*/ 242 w 340"/>
                <a:gd name="T47" fmla="*/ 337 h 347"/>
                <a:gd name="T48" fmla="*/ 259 w 340"/>
                <a:gd name="T49" fmla="*/ 356 h 347"/>
                <a:gd name="T50" fmla="*/ 273 w 340"/>
                <a:gd name="T51" fmla="*/ 363 h 347"/>
                <a:gd name="T52" fmla="*/ 259 w 340"/>
                <a:gd name="T53" fmla="*/ 324 h 347"/>
                <a:gd name="T54" fmla="*/ 250 w 340"/>
                <a:gd name="T55" fmla="*/ 301 h 347"/>
                <a:gd name="T56" fmla="*/ 270 w 340"/>
                <a:gd name="T57" fmla="*/ 297 h 347"/>
                <a:gd name="T58" fmla="*/ 279 w 340"/>
                <a:gd name="T59" fmla="*/ 280 h 347"/>
                <a:gd name="T60" fmla="*/ 307 w 340"/>
                <a:gd name="T61" fmla="*/ 302 h 347"/>
                <a:gd name="T62" fmla="*/ 318 w 340"/>
                <a:gd name="T63" fmla="*/ 277 h 347"/>
                <a:gd name="T64" fmla="*/ 326 w 340"/>
                <a:gd name="T65" fmla="*/ 322 h 347"/>
                <a:gd name="T66" fmla="*/ 331 w 340"/>
                <a:gd name="T67" fmla="*/ 327 h 347"/>
                <a:gd name="T68" fmla="*/ 328 w 340"/>
                <a:gd name="T69" fmla="*/ 363 h 347"/>
                <a:gd name="T70" fmla="*/ 333 w 340"/>
                <a:gd name="T71" fmla="*/ 344 h 347"/>
                <a:gd name="T72" fmla="*/ 336 w 340"/>
                <a:gd name="T73" fmla="*/ 342 h 347"/>
                <a:gd name="T74" fmla="*/ 340 w 340"/>
                <a:gd name="T75" fmla="*/ 379 h 347"/>
                <a:gd name="T76" fmla="*/ 342 w 340"/>
                <a:gd name="T77" fmla="*/ 322 h 347"/>
                <a:gd name="T78" fmla="*/ 356 w 340"/>
                <a:gd name="T79" fmla="*/ 365 h 347"/>
                <a:gd name="T80" fmla="*/ 369 w 340"/>
                <a:gd name="T81" fmla="*/ 339 h 347"/>
                <a:gd name="T82" fmla="*/ 381 w 340"/>
                <a:gd name="T83" fmla="*/ 321 h 347"/>
                <a:gd name="T84" fmla="*/ 392 w 340"/>
                <a:gd name="T85" fmla="*/ 301 h 347"/>
                <a:gd name="T86" fmla="*/ 401 w 340"/>
                <a:gd name="T87" fmla="*/ 271 h 347"/>
                <a:gd name="T88" fmla="*/ 414 w 340"/>
                <a:gd name="T89" fmla="*/ 298 h 347"/>
                <a:gd name="T90" fmla="*/ 419 w 340"/>
                <a:gd name="T91" fmla="*/ 345 h 347"/>
                <a:gd name="T92" fmla="*/ 419 w 340"/>
                <a:gd name="T93" fmla="*/ 344 h 347"/>
                <a:gd name="T94" fmla="*/ 423 w 340"/>
                <a:gd name="T95" fmla="*/ 319 h 347"/>
                <a:gd name="T96" fmla="*/ 452 w 340"/>
                <a:gd name="T97" fmla="*/ 291 h 347"/>
                <a:gd name="T98" fmla="*/ 461 w 340"/>
                <a:gd name="T99" fmla="*/ 306 h 347"/>
                <a:gd name="T100" fmla="*/ 468 w 340"/>
                <a:gd name="T101" fmla="*/ 332 h 347"/>
                <a:gd name="T102" fmla="*/ 477 w 340"/>
                <a:gd name="T103" fmla="*/ 331 h 347"/>
                <a:gd name="T104" fmla="*/ 483 w 340"/>
                <a:gd name="T105" fmla="*/ 287 h 347"/>
                <a:gd name="T106" fmla="*/ 493 w 340"/>
                <a:gd name="T107" fmla="*/ 312 h 347"/>
                <a:gd name="T108" fmla="*/ 503 w 340"/>
                <a:gd name="T109" fmla="*/ 364 h 347"/>
                <a:gd name="T110" fmla="*/ 507 w 340"/>
                <a:gd name="T111" fmla="*/ 392 h 347"/>
                <a:gd name="T112" fmla="*/ 511 w 340"/>
                <a:gd name="T113" fmla="*/ 404 h 347"/>
                <a:gd name="T114" fmla="*/ 519 w 340"/>
                <a:gd name="T115" fmla="*/ 433 h 347"/>
                <a:gd name="T116" fmla="*/ 523 w 340"/>
                <a:gd name="T117" fmla="*/ 489 h 347"/>
                <a:gd name="T118" fmla="*/ 531 w 340"/>
                <a:gd name="T119" fmla="*/ 409 h 347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340" h="347">
                  <a:moveTo>
                    <a:pt x="92" y="193"/>
                  </a:moveTo>
                  <a:cubicBezTo>
                    <a:pt x="93" y="197"/>
                    <a:pt x="95" y="201"/>
                    <a:pt x="97" y="204"/>
                  </a:cubicBezTo>
                  <a:cubicBezTo>
                    <a:pt x="95" y="200"/>
                    <a:pt x="94" y="196"/>
                    <a:pt x="92" y="193"/>
                  </a:cubicBezTo>
                  <a:close/>
                  <a:moveTo>
                    <a:pt x="338" y="231"/>
                  </a:moveTo>
                  <a:cubicBezTo>
                    <a:pt x="339" y="220"/>
                    <a:pt x="340" y="209"/>
                    <a:pt x="339" y="199"/>
                  </a:cubicBezTo>
                  <a:cubicBezTo>
                    <a:pt x="339" y="196"/>
                    <a:pt x="337" y="192"/>
                    <a:pt x="336" y="187"/>
                  </a:cubicBezTo>
                  <a:cubicBezTo>
                    <a:pt x="335" y="181"/>
                    <a:pt x="335" y="174"/>
                    <a:pt x="333" y="168"/>
                  </a:cubicBezTo>
                  <a:cubicBezTo>
                    <a:pt x="328" y="136"/>
                    <a:pt x="315" y="111"/>
                    <a:pt x="297" y="84"/>
                  </a:cubicBezTo>
                  <a:cubicBezTo>
                    <a:pt x="251" y="13"/>
                    <a:pt x="152" y="0"/>
                    <a:pt x="82" y="41"/>
                  </a:cubicBezTo>
                  <a:cubicBezTo>
                    <a:pt x="53" y="58"/>
                    <a:pt x="0" y="105"/>
                    <a:pt x="1" y="176"/>
                  </a:cubicBezTo>
                  <a:cubicBezTo>
                    <a:pt x="2" y="201"/>
                    <a:pt x="1" y="225"/>
                    <a:pt x="8" y="250"/>
                  </a:cubicBezTo>
                  <a:cubicBezTo>
                    <a:pt x="12" y="262"/>
                    <a:pt x="18" y="285"/>
                    <a:pt x="27" y="300"/>
                  </a:cubicBezTo>
                  <a:cubicBezTo>
                    <a:pt x="28" y="300"/>
                    <a:pt x="28" y="301"/>
                    <a:pt x="28" y="302"/>
                  </a:cubicBezTo>
                  <a:cubicBezTo>
                    <a:pt x="31" y="307"/>
                    <a:pt x="32" y="312"/>
                    <a:pt x="33" y="317"/>
                  </a:cubicBezTo>
                  <a:cubicBezTo>
                    <a:pt x="34" y="321"/>
                    <a:pt x="34" y="326"/>
                    <a:pt x="35" y="330"/>
                  </a:cubicBezTo>
                  <a:cubicBezTo>
                    <a:pt x="35" y="328"/>
                    <a:pt x="35" y="325"/>
                    <a:pt x="36" y="324"/>
                  </a:cubicBezTo>
                  <a:cubicBezTo>
                    <a:pt x="40" y="331"/>
                    <a:pt x="41" y="340"/>
                    <a:pt x="43" y="347"/>
                  </a:cubicBezTo>
                  <a:cubicBezTo>
                    <a:pt x="42" y="344"/>
                    <a:pt x="43" y="340"/>
                    <a:pt x="44" y="337"/>
                  </a:cubicBezTo>
                  <a:cubicBezTo>
                    <a:pt x="46" y="339"/>
                    <a:pt x="48" y="343"/>
                    <a:pt x="51" y="345"/>
                  </a:cubicBezTo>
                  <a:cubicBezTo>
                    <a:pt x="47" y="332"/>
                    <a:pt x="44" y="319"/>
                    <a:pt x="40" y="305"/>
                  </a:cubicBezTo>
                  <a:cubicBezTo>
                    <a:pt x="40" y="305"/>
                    <a:pt x="40" y="305"/>
                    <a:pt x="40" y="305"/>
                  </a:cubicBezTo>
                  <a:cubicBezTo>
                    <a:pt x="40" y="305"/>
                    <a:pt x="40" y="304"/>
                    <a:pt x="40" y="304"/>
                  </a:cubicBezTo>
                  <a:cubicBezTo>
                    <a:pt x="40" y="300"/>
                    <a:pt x="39" y="296"/>
                    <a:pt x="39" y="292"/>
                  </a:cubicBezTo>
                  <a:cubicBezTo>
                    <a:pt x="39" y="293"/>
                    <a:pt x="40" y="293"/>
                    <a:pt x="40" y="294"/>
                  </a:cubicBezTo>
                  <a:cubicBezTo>
                    <a:pt x="39" y="292"/>
                    <a:pt x="39" y="289"/>
                    <a:pt x="38" y="287"/>
                  </a:cubicBezTo>
                  <a:cubicBezTo>
                    <a:pt x="38" y="286"/>
                    <a:pt x="37" y="284"/>
                    <a:pt x="37" y="282"/>
                  </a:cubicBezTo>
                  <a:cubicBezTo>
                    <a:pt x="37" y="283"/>
                    <a:pt x="37" y="283"/>
                    <a:pt x="37" y="283"/>
                  </a:cubicBezTo>
                  <a:cubicBezTo>
                    <a:pt x="36" y="276"/>
                    <a:pt x="35" y="270"/>
                    <a:pt x="34" y="263"/>
                  </a:cubicBezTo>
                  <a:cubicBezTo>
                    <a:pt x="36" y="265"/>
                    <a:pt x="36" y="270"/>
                    <a:pt x="40" y="272"/>
                  </a:cubicBezTo>
                  <a:cubicBezTo>
                    <a:pt x="40" y="266"/>
                    <a:pt x="41" y="258"/>
                    <a:pt x="38" y="253"/>
                  </a:cubicBezTo>
                  <a:cubicBezTo>
                    <a:pt x="44" y="259"/>
                    <a:pt x="44" y="268"/>
                    <a:pt x="47" y="274"/>
                  </a:cubicBezTo>
                  <a:cubicBezTo>
                    <a:pt x="47" y="267"/>
                    <a:pt x="49" y="259"/>
                    <a:pt x="49" y="252"/>
                  </a:cubicBezTo>
                  <a:cubicBezTo>
                    <a:pt x="50" y="243"/>
                    <a:pt x="51" y="234"/>
                    <a:pt x="53" y="225"/>
                  </a:cubicBezTo>
                  <a:cubicBezTo>
                    <a:pt x="53" y="231"/>
                    <a:pt x="53" y="238"/>
                    <a:pt x="55" y="244"/>
                  </a:cubicBezTo>
                  <a:cubicBezTo>
                    <a:pt x="56" y="233"/>
                    <a:pt x="54" y="223"/>
                    <a:pt x="55" y="212"/>
                  </a:cubicBezTo>
                  <a:cubicBezTo>
                    <a:pt x="56" y="205"/>
                    <a:pt x="60" y="199"/>
                    <a:pt x="61" y="192"/>
                  </a:cubicBezTo>
                  <a:cubicBezTo>
                    <a:pt x="61" y="197"/>
                    <a:pt x="61" y="201"/>
                    <a:pt x="61" y="206"/>
                  </a:cubicBezTo>
                  <a:cubicBezTo>
                    <a:pt x="63" y="194"/>
                    <a:pt x="66" y="179"/>
                    <a:pt x="71" y="167"/>
                  </a:cubicBezTo>
                  <a:cubicBezTo>
                    <a:pt x="76" y="161"/>
                    <a:pt x="81" y="154"/>
                    <a:pt x="86" y="148"/>
                  </a:cubicBezTo>
                  <a:cubicBezTo>
                    <a:pt x="80" y="165"/>
                    <a:pt x="86" y="179"/>
                    <a:pt x="92" y="193"/>
                  </a:cubicBezTo>
                  <a:cubicBezTo>
                    <a:pt x="90" y="186"/>
                    <a:pt x="89" y="177"/>
                    <a:pt x="88" y="171"/>
                  </a:cubicBezTo>
                  <a:cubicBezTo>
                    <a:pt x="90" y="185"/>
                    <a:pt x="106" y="209"/>
                    <a:pt x="119" y="216"/>
                  </a:cubicBezTo>
                  <a:cubicBezTo>
                    <a:pt x="112" y="209"/>
                    <a:pt x="111" y="195"/>
                    <a:pt x="109" y="185"/>
                  </a:cubicBezTo>
                  <a:cubicBezTo>
                    <a:pt x="117" y="200"/>
                    <a:pt x="131" y="215"/>
                    <a:pt x="146" y="223"/>
                  </a:cubicBezTo>
                  <a:cubicBezTo>
                    <a:pt x="141" y="216"/>
                    <a:pt x="137" y="204"/>
                    <a:pt x="136" y="196"/>
                  </a:cubicBezTo>
                  <a:cubicBezTo>
                    <a:pt x="138" y="198"/>
                    <a:pt x="141" y="200"/>
                    <a:pt x="143" y="201"/>
                  </a:cubicBezTo>
                  <a:cubicBezTo>
                    <a:pt x="143" y="202"/>
                    <a:pt x="144" y="203"/>
                    <a:pt x="144" y="203"/>
                  </a:cubicBezTo>
                  <a:cubicBezTo>
                    <a:pt x="148" y="207"/>
                    <a:pt x="150" y="213"/>
                    <a:pt x="154" y="217"/>
                  </a:cubicBezTo>
                  <a:cubicBezTo>
                    <a:pt x="153" y="215"/>
                    <a:pt x="153" y="213"/>
                    <a:pt x="152" y="211"/>
                  </a:cubicBezTo>
                  <a:cubicBezTo>
                    <a:pt x="157" y="215"/>
                    <a:pt x="163" y="223"/>
                    <a:pt x="165" y="229"/>
                  </a:cubicBezTo>
                  <a:cubicBezTo>
                    <a:pt x="165" y="226"/>
                    <a:pt x="163" y="223"/>
                    <a:pt x="163" y="220"/>
                  </a:cubicBezTo>
                  <a:cubicBezTo>
                    <a:pt x="167" y="222"/>
                    <a:pt x="171" y="229"/>
                    <a:pt x="174" y="233"/>
                  </a:cubicBezTo>
                  <a:cubicBezTo>
                    <a:pt x="172" y="231"/>
                    <a:pt x="172" y="227"/>
                    <a:pt x="171" y="225"/>
                  </a:cubicBezTo>
                  <a:cubicBezTo>
                    <a:pt x="169" y="220"/>
                    <a:pt x="167" y="214"/>
                    <a:pt x="165" y="209"/>
                  </a:cubicBezTo>
                  <a:cubicBezTo>
                    <a:pt x="163" y="205"/>
                    <a:pt x="161" y="201"/>
                    <a:pt x="159" y="198"/>
                  </a:cubicBezTo>
                  <a:cubicBezTo>
                    <a:pt x="159" y="196"/>
                    <a:pt x="159" y="195"/>
                    <a:pt x="159" y="193"/>
                  </a:cubicBezTo>
                  <a:cubicBezTo>
                    <a:pt x="164" y="199"/>
                    <a:pt x="167" y="205"/>
                    <a:pt x="171" y="211"/>
                  </a:cubicBezTo>
                  <a:cubicBezTo>
                    <a:pt x="174" y="205"/>
                    <a:pt x="169" y="197"/>
                    <a:pt x="172" y="191"/>
                  </a:cubicBezTo>
                  <a:cubicBezTo>
                    <a:pt x="175" y="193"/>
                    <a:pt x="177" y="199"/>
                    <a:pt x="179" y="202"/>
                  </a:cubicBezTo>
                  <a:cubicBezTo>
                    <a:pt x="180" y="195"/>
                    <a:pt x="178" y="188"/>
                    <a:pt x="178" y="180"/>
                  </a:cubicBezTo>
                  <a:cubicBezTo>
                    <a:pt x="182" y="191"/>
                    <a:pt x="187" y="201"/>
                    <a:pt x="186" y="214"/>
                  </a:cubicBezTo>
                  <a:cubicBezTo>
                    <a:pt x="189" y="207"/>
                    <a:pt x="194" y="202"/>
                    <a:pt x="195" y="194"/>
                  </a:cubicBezTo>
                  <a:cubicBezTo>
                    <a:pt x="196" y="197"/>
                    <a:pt x="196" y="202"/>
                    <a:pt x="196" y="206"/>
                  </a:cubicBezTo>
                  <a:cubicBezTo>
                    <a:pt x="202" y="197"/>
                    <a:pt x="203" y="188"/>
                    <a:pt x="203" y="178"/>
                  </a:cubicBezTo>
                  <a:cubicBezTo>
                    <a:pt x="206" y="181"/>
                    <a:pt x="207" y="184"/>
                    <a:pt x="208" y="188"/>
                  </a:cubicBezTo>
                  <a:cubicBezTo>
                    <a:pt x="209" y="194"/>
                    <a:pt x="208" y="202"/>
                    <a:pt x="208" y="207"/>
                  </a:cubicBezTo>
                  <a:cubicBezTo>
                    <a:pt x="208" y="205"/>
                    <a:pt x="210" y="203"/>
                    <a:pt x="211" y="201"/>
                  </a:cubicBezTo>
                  <a:cubicBezTo>
                    <a:pt x="211" y="204"/>
                    <a:pt x="211" y="207"/>
                    <a:pt x="211" y="210"/>
                  </a:cubicBezTo>
                  <a:cubicBezTo>
                    <a:pt x="211" y="210"/>
                    <a:pt x="211" y="211"/>
                    <a:pt x="211" y="211"/>
                  </a:cubicBezTo>
                  <a:cubicBezTo>
                    <a:pt x="211" y="218"/>
                    <a:pt x="209" y="225"/>
                    <a:pt x="209" y="233"/>
                  </a:cubicBezTo>
                  <a:cubicBezTo>
                    <a:pt x="209" y="229"/>
                    <a:pt x="211" y="224"/>
                    <a:pt x="213" y="221"/>
                  </a:cubicBezTo>
                  <a:cubicBezTo>
                    <a:pt x="213" y="221"/>
                    <a:pt x="213" y="221"/>
                    <a:pt x="213" y="221"/>
                  </a:cubicBezTo>
                  <a:cubicBezTo>
                    <a:pt x="213" y="220"/>
                    <a:pt x="213" y="220"/>
                    <a:pt x="213" y="220"/>
                  </a:cubicBezTo>
                  <a:cubicBezTo>
                    <a:pt x="213" y="220"/>
                    <a:pt x="214" y="220"/>
                    <a:pt x="214" y="220"/>
                  </a:cubicBezTo>
                  <a:cubicBezTo>
                    <a:pt x="214" y="223"/>
                    <a:pt x="214" y="226"/>
                    <a:pt x="214" y="230"/>
                  </a:cubicBezTo>
                  <a:cubicBezTo>
                    <a:pt x="214" y="234"/>
                    <a:pt x="216" y="239"/>
                    <a:pt x="217" y="243"/>
                  </a:cubicBezTo>
                  <a:cubicBezTo>
                    <a:pt x="216" y="238"/>
                    <a:pt x="217" y="233"/>
                    <a:pt x="217" y="228"/>
                  </a:cubicBezTo>
                  <a:cubicBezTo>
                    <a:pt x="218" y="221"/>
                    <a:pt x="217" y="214"/>
                    <a:pt x="218" y="207"/>
                  </a:cubicBezTo>
                  <a:cubicBezTo>
                    <a:pt x="219" y="203"/>
                    <a:pt x="219" y="199"/>
                    <a:pt x="219" y="196"/>
                  </a:cubicBezTo>
                  <a:cubicBezTo>
                    <a:pt x="221" y="209"/>
                    <a:pt x="227" y="221"/>
                    <a:pt x="226" y="235"/>
                  </a:cubicBezTo>
                  <a:cubicBezTo>
                    <a:pt x="226" y="226"/>
                    <a:pt x="230" y="214"/>
                    <a:pt x="235" y="207"/>
                  </a:cubicBezTo>
                  <a:cubicBezTo>
                    <a:pt x="236" y="211"/>
                    <a:pt x="236" y="214"/>
                    <a:pt x="236" y="218"/>
                  </a:cubicBezTo>
                  <a:cubicBezTo>
                    <a:pt x="239" y="213"/>
                    <a:pt x="240" y="207"/>
                    <a:pt x="240" y="201"/>
                  </a:cubicBezTo>
                  <a:cubicBezTo>
                    <a:pt x="241" y="202"/>
                    <a:pt x="243" y="205"/>
                    <a:pt x="243" y="206"/>
                  </a:cubicBezTo>
                  <a:cubicBezTo>
                    <a:pt x="247" y="201"/>
                    <a:pt x="246" y="194"/>
                    <a:pt x="246" y="188"/>
                  </a:cubicBezTo>
                  <a:cubicBezTo>
                    <a:pt x="247" y="190"/>
                    <a:pt x="249" y="192"/>
                    <a:pt x="250" y="193"/>
                  </a:cubicBezTo>
                  <a:cubicBezTo>
                    <a:pt x="253" y="185"/>
                    <a:pt x="250" y="177"/>
                    <a:pt x="252" y="169"/>
                  </a:cubicBezTo>
                  <a:cubicBezTo>
                    <a:pt x="254" y="170"/>
                    <a:pt x="255" y="172"/>
                    <a:pt x="256" y="174"/>
                  </a:cubicBezTo>
                  <a:cubicBezTo>
                    <a:pt x="259" y="185"/>
                    <a:pt x="258" y="196"/>
                    <a:pt x="258" y="209"/>
                  </a:cubicBezTo>
                  <a:cubicBezTo>
                    <a:pt x="259" y="206"/>
                    <a:pt x="261" y="197"/>
                    <a:pt x="263" y="192"/>
                  </a:cubicBezTo>
                  <a:cubicBezTo>
                    <a:pt x="264" y="205"/>
                    <a:pt x="259" y="226"/>
                    <a:pt x="267" y="236"/>
                  </a:cubicBezTo>
                  <a:cubicBezTo>
                    <a:pt x="267" y="231"/>
                    <a:pt x="267" y="226"/>
                    <a:pt x="268" y="222"/>
                  </a:cubicBezTo>
                  <a:cubicBezTo>
                    <a:pt x="268" y="222"/>
                    <a:pt x="268" y="222"/>
                    <a:pt x="268" y="223"/>
                  </a:cubicBezTo>
                  <a:cubicBezTo>
                    <a:pt x="268" y="222"/>
                    <a:pt x="268" y="221"/>
                    <a:pt x="268" y="221"/>
                  </a:cubicBezTo>
                  <a:cubicBezTo>
                    <a:pt x="270" y="225"/>
                    <a:pt x="269" y="230"/>
                    <a:pt x="272" y="235"/>
                  </a:cubicBezTo>
                  <a:cubicBezTo>
                    <a:pt x="273" y="225"/>
                    <a:pt x="270" y="215"/>
                    <a:pt x="269" y="205"/>
                  </a:cubicBezTo>
                  <a:cubicBezTo>
                    <a:pt x="270" y="196"/>
                    <a:pt x="271" y="188"/>
                    <a:pt x="275" y="180"/>
                  </a:cubicBezTo>
                  <a:cubicBezTo>
                    <a:pt x="281" y="189"/>
                    <a:pt x="286" y="196"/>
                    <a:pt x="288" y="187"/>
                  </a:cubicBezTo>
                  <a:cubicBezTo>
                    <a:pt x="291" y="195"/>
                    <a:pt x="292" y="202"/>
                    <a:pt x="292" y="211"/>
                  </a:cubicBezTo>
                  <a:cubicBezTo>
                    <a:pt x="294" y="207"/>
                    <a:pt x="293" y="202"/>
                    <a:pt x="294" y="197"/>
                  </a:cubicBezTo>
                  <a:cubicBezTo>
                    <a:pt x="295" y="204"/>
                    <a:pt x="296" y="210"/>
                    <a:pt x="298" y="217"/>
                  </a:cubicBezTo>
                  <a:cubicBezTo>
                    <a:pt x="298" y="216"/>
                    <a:pt x="299" y="215"/>
                    <a:pt x="299" y="214"/>
                  </a:cubicBezTo>
                  <a:cubicBezTo>
                    <a:pt x="300" y="223"/>
                    <a:pt x="301" y="232"/>
                    <a:pt x="303" y="241"/>
                  </a:cubicBezTo>
                  <a:cubicBezTo>
                    <a:pt x="303" y="232"/>
                    <a:pt x="305" y="222"/>
                    <a:pt x="305" y="213"/>
                  </a:cubicBezTo>
                  <a:cubicBezTo>
                    <a:pt x="305" y="208"/>
                    <a:pt x="304" y="202"/>
                    <a:pt x="304" y="196"/>
                  </a:cubicBezTo>
                  <a:cubicBezTo>
                    <a:pt x="305" y="192"/>
                    <a:pt x="307" y="189"/>
                    <a:pt x="308" y="185"/>
                  </a:cubicBezTo>
                  <a:cubicBezTo>
                    <a:pt x="309" y="189"/>
                    <a:pt x="311" y="193"/>
                    <a:pt x="313" y="196"/>
                  </a:cubicBezTo>
                  <a:cubicBezTo>
                    <a:pt x="313" y="198"/>
                    <a:pt x="314" y="199"/>
                    <a:pt x="314" y="200"/>
                  </a:cubicBezTo>
                  <a:cubicBezTo>
                    <a:pt x="316" y="205"/>
                    <a:pt x="318" y="210"/>
                    <a:pt x="319" y="215"/>
                  </a:cubicBezTo>
                  <a:cubicBezTo>
                    <a:pt x="321" y="221"/>
                    <a:pt x="320" y="227"/>
                    <a:pt x="321" y="234"/>
                  </a:cubicBezTo>
                  <a:cubicBezTo>
                    <a:pt x="321" y="230"/>
                    <a:pt x="322" y="225"/>
                    <a:pt x="322" y="222"/>
                  </a:cubicBezTo>
                  <a:cubicBezTo>
                    <a:pt x="324" y="231"/>
                    <a:pt x="323" y="242"/>
                    <a:pt x="323" y="252"/>
                  </a:cubicBezTo>
                  <a:cubicBezTo>
                    <a:pt x="324" y="248"/>
                    <a:pt x="326" y="244"/>
                    <a:pt x="325" y="240"/>
                  </a:cubicBezTo>
                  <a:cubicBezTo>
                    <a:pt x="327" y="246"/>
                    <a:pt x="326" y="254"/>
                    <a:pt x="326" y="260"/>
                  </a:cubicBezTo>
                  <a:cubicBezTo>
                    <a:pt x="327" y="270"/>
                    <a:pt x="328" y="281"/>
                    <a:pt x="328" y="291"/>
                  </a:cubicBezTo>
                  <a:cubicBezTo>
                    <a:pt x="328" y="288"/>
                    <a:pt x="330" y="283"/>
                    <a:pt x="331" y="279"/>
                  </a:cubicBezTo>
                  <a:cubicBezTo>
                    <a:pt x="331" y="284"/>
                    <a:pt x="331" y="289"/>
                    <a:pt x="332" y="294"/>
                  </a:cubicBezTo>
                  <a:cubicBezTo>
                    <a:pt x="332" y="299"/>
                    <a:pt x="330" y="309"/>
                    <a:pt x="333" y="314"/>
                  </a:cubicBezTo>
                  <a:cubicBezTo>
                    <a:pt x="335" y="305"/>
                    <a:pt x="337" y="298"/>
                    <a:pt x="337" y="289"/>
                  </a:cubicBezTo>
                  <a:cubicBezTo>
                    <a:pt x="337" y="280"/>
                    <a:pt x="338" y="272"/>
                    <a:pt x="338" y="263"/>
                  </a:cubicBezTo>
                  <a:cubicBezTo>
                    <a:pt x="338" y="252"/>
                    <a:pt x="337" y="242"/>
                    <a:pt x="338" y="231"/>
                  </a:cubicBezTo>
                  <a:close/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619" name="Freeform 123">
              <a:extLst>
                <a:ext uri="{FF2B5EF4-FFF2-40B4-BE49-F238E27FC236}">
                  <a16:creationId xmlns:a16="http://schemas.microsoft.com/office/drawing/2014/main" id="{29EFBA7F-F3B9-4D25-9592-B13867283C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3" y="1041"/>
              <a:ext cx="82" cy="124"/>
            </a:xfrm>
            <a:custGeom>
              <a:avLst/>
              <a:gdLst>
                <a:gd name="T0" fmla="*/ 43 w 71"/>
                <a:gd name="T1" fmla="*/ 1 h 107"/>
                <a:gd name="T2" fmla="*/ 14 w 71"/>
                <a:gd name="T3" fmla="*/ 3 h 107"/>
                <a:gd name="T4" fmla="*/ 0 w 71"/>
                <a:gd name="T5" fmla="*/ 39 h 107"/>
                <a:gd name="T6" fmla="*/ 28 w 71"/>
                <a:gd name="T7" fmla="*/ 79 h 107"/>
                <a:gd name="T8" fmla="*/ 70 w 71"/>
                <a:gd name="T9" fmla="*/ 147 h 107"/>
                <a:gd name="T10" fmla="*/ 100 w 71"/>
                <a:gd name="T11" fmla="*/ 166 h 107"/>
                <a:gd name="T12" fmla="*/ 110 w 71"/>
                <a:gd name="T13" fmla="*/ 160 h 10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1" h="107">
                  <a:moveTo>
                    <a:pt x="28" y="1"/>
                  </a:moveTo>
                  <a:cubicBezTo>
                    <a:pt x="22" y="0"/>
                    <a:pt x="15" y="0"/>
                    <a:pt x="9" y="3"/>
                  </a:cubicBezTo>
                  <a:cubicBezTo>
                    <a:pt x="1" y="7"/>
                    <a:pt x="0" y="16"/>
                    <a:pt x="0" y="25"/>
                  </a:cubicBezTo>
                  <a:cubicBezTo>
                    <a:pt x="1" y="36"/>
                    <a:pt x="10" y="43"/>
                    <a:pt x="18" y="51"/>
                  </a:cubicBezTo>
                  <a:cubicBezTo>
                    <a:pt x="30" y="64"/>
                    <a:pt x="36" y="81"/>
                    <a:pt x="46" y="95"/>
                  </a:cubicBezTo>
                  <a:cubicBezTo>
                    <a:pt x="51" y="100"/>
                    <a:pt x="57" y="107"/>
                    <a:pt x="65" y="106"/>
                  </a:cubicBezTo>
                  <a:cubicBezTo>
                    <a:pt x="67" y="105"/>
                    <a:pt x="69" y="104"/>
                    <a:pt x="71" y="103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620" name="Freeform 124">
              <a:extLst>
                <a:ext uri="{FF2B5EF4-FFF2-40B4-BE49-F238E27FC236}">
                  <a16:creationId xmlns:a16="http://schemas.microsoft.com/office/drawing/2014/main" id="{A7858224-7B5F-47D2-B68C-284A25C17AF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5" y="965"/>
              <a:ext cx="51" cy="149"/>
            </a:xfrm>
            <a:custGeom>
              <a:avLst/>
              <a:gdLst>
                <a:gd name="T0" fmla="*/ 22 w 44"/>
                <a:gd name="T1" fmla="*/ 14 h 129"/>
                <a:gd name="T2" fmla="*/ 48 w 44"/>
                <a:gd name="T3" fmla="*/ 0 h 129"/>
                <a:gd name="T4" fmla="*/ 66 w 44"/>
                <a:gd name="T5" fmla="*/ 36 h 129"/>
                <a:gd name="T6" fmla="*/ 51 w 44"/>
                <a:gd name="T7" fmla="*/ 80 h 129"/>
                <a:gd name="T8" fmla="*/ 41 w 44"/>
                <a:gd name="T9" fmla="*/ 132 h 129"/>
                <a:gd name="T10" fmla="*/ 20 w 44"/>
                <a:gd name="T11" fmla="*/ 198 h 129"/>
                <a:gd name="T12" fmla="*/ 0 w 44"/>
                <a:gd name="T13" fmla="*/ 196 h 1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4" h="129">
                  <a:moveTo>
                    <a:pt x="14" y="9"/>
                  </a:moveTo>
                  <a:cubicBezTo>
                    <a:pt x="18" y="4"/>
                    <a:pt x="23" y="0"/>
                    <a:pt x="30" y="0"/>
                  </a:cubicBezTo>
                  <a:cubicBezTo>
                    <a:pt x="41" y="2"/>
                    <a:pt x="44" y="13"/>
                    <a:pt x="42" y="23"/>
                  </a:cubicBezTo>
                  <a:cubicBezTo>
                    <a:pt x="40" y="33"/>
                    <a:pt x="37" y="42"/>
                    <a:pt x="33" y="52"/>
                  </a:cubicBezTo>
                  <a:cubicBezTo>
                    <a:pt x="29" y="63"/>
                    <a:pt x="26" y="75"/>
                    <a:pt x="26" y="86"/>
                  </a:cubicBezTo>
                  <a:cubicBezTo>
                    <a:pt x="26" y="99"/>
                    <a:pt x="28" y="121"/>
                    <a:pt x="13" y="128"/>
                  </a:cubicBezTo>
                  <a:cubicBezTo>
                    <a:pt x="9" y="129"/>
                    <a:pt x="5" y="129"/>
                    <a:pt x="0" y="127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621" name="Freeform 125">
              <a:extLst>
                <a:ext uri="{FF2B5EF4-FFF2-40B4-BE49-F238E27FC236}">
                  <a16:creationId xmlns:a16="http://schemas.microsoft.com/office/drawing/2014/main" id="{A35E84B0-C738-4E06-8F61-0FA86F2510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1" y="979"/>
              <a:ext cx="24" cy="66"/>
            </a:xfrm>
            <a:custGeom>
              <a:avLst/>
              <a:gdLst>
                <a:gd name="T0" fmla="*/ 0 w 20"/>
                <a:gd name="T1" fmla="*/ 22 h 57"/>
                <a:gd name="T2" fmla="*/ 16 w 20"/>
                <a:gd name="T3" fmla="*/ 2 h 57"/>
                <a:gd name="T4" fmla="*/ 34 w 20"/>
                <a:gd name="T5" fmla="*/ 12 h 57"/>
                <a:gd name="T6" fmla="*/ 24 w 20"/>
                <a:gd name="T7" fmla="*/ 43 h 57"/>
                <a:gd name="T8" fmla="*/ 16 w 20"/>
                <a:gd name="T9" fmla="*/ 88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57">
                  <a:moveTo>
                    <a:pt x="0" y="14"/>
                  </a:moveTo>
                  <a:cubicBezTo>
                    <a:pt x="2" y="10"/>
                    <a:pt x="5" y="4"/>
                    <a:pt x="9" y="2"/>
                  </a:cubicBezTo>
                  <a:cubicBezTo>
                    <a:pt x="15" y="0"/>
                    <a:pt x="18" y="3"/>
                    <a:pt x="19" y="8"/>
                  </a:cubicBezTo>
                  <a:cubicBezTo>
                    <a:pt x="20" y="15"/>
                    <a:pt x="16" y="22"/>
                    <a:pt x="14" y="28"/>
                  </a:cubicBezTo>
                  <a:cubicBezTo>
                    <a:pt x="12" y="37"/>
                    <a:pt x="9" y="47"/>
                    <a:pt x="9" y="57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622" name="Freeform 126">
              <a:extLst>
                <a:ext uri="{FF2B5EF4-FFF2-40B4-BE49-F238E27FC236}">
                  <a16:creationId xmlns:a16="http://schemas.microsoft.com/office/drawing/2014/main" id="{78BCBA00-DD5B-477A-8CB9-576C3EAC0C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9" y="1038"/>
              <a:ext cx="9" cy="40"/>
            </a:xfrm>
            <a:custGeom>
              <a:avLst/>
              <a:gdLst>
                <a:gd name="T0" fmla="*/ 1 w 8"/>
                <a:gd name="T1" fmla="*/ 0 h 35"/>
                <a:gd name="T2" fmla="*/ 3 w 8"/>
                <a:gd name="T3" fmla="*/ 22 h 35"/>
                <a:gd name="T4" fmla="*/ 2 w 8"/>
                <a:gd name="T5" fmla="*/ 53 h 35"/>
                <a:gd name="T6" fmla="*/ 11 w 8"/>
                <a:gd name="T7" fmla="*/ 27 h 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35">
                  <a:moveTo>
                    <a:pt x="1" y="0"/>
                  </a:moveTo>
                  <a:cubicBezTo>
                    <a:pt x="7" y="1"/>
                    <a:pt x="4" y="12"/>
                    <a:pt x="3" y="15"/>
                  </a:cubicBezTo>
                  <a:cubicBezTo>
                    <a:pt x="2" y="22"/>
                    <a:pt x="0" y="28"/>
                    <a:pt x="2" y="35"/>
                  </a:cubicBezTo>
                  <a:cubicBezTo>
                    <a:pt x="2" y="29"/>
                    <a:pt x="6" y="22"/>
                    <a:pt x="8" y="18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623" name="Freeform 127">
              <a:extLst>
                <a:ext uri="{FF2B5EF4-FFF2-40B4-BE49-F238E27FC236}">
                  <a16:creationId xmlns:a16="http://schemas.microsoft.com/office/drawing/2014/main" id="{B40006BF-E43C-4588-972F-2DED1364FA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8" y="1053"/>
              <a:ext cx="35" cy="61"/>
            </a:xfrm>
            <a:custGeom>
              <a:avLst/>
              <a:gdLst>
                <a:gd name="T0" fmla="*/ 35 w 30"/>
                <a:gd name="T1" fmla="*/ 9 h 53"/>
                <a:gd name="T2" fmla="*/ 9 w 30"/>
                <a:gd name="T3" fmla="*/ 2 h 53"/>
                <a:gd name="T4" fmla="*/ 6 w 30"/>
                <a:gd name="T5" fmla="*/ 23 h 53"/>
                <a:gd name="T6" fmla="*/ 29 w 30"/>
                <a:gd name="T7" fmla="*/ 52 h 53"/>
                <a:gd name="T8" fmla="*/ 48 w 30"/>
                <a:gd name="T9" fmla="*/ 81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53">
                  <a:moveTo>
                    <a:pt x="22" y="6"/>
                  </a:moveTo>
                  <a:cubicBezTo>
                    <a:pt x="17" y="4"/>
                    <a:pt x="12" y="0"/>
                    <a:pt x="6" y="2"/>
                  </a:cubicBezTo>
                  <a:cubicBezTo>
                    <a:pt x="0" y="4"/>
                    <a:pt x="1" y="10"/>
                    <a:pt x="3" y="15"/>
                  </a:cubicBezTo>
                  <a:cubicBezTo>
                    <a:pt x="6" y="23"/>
                    <a:pt x="13" y="29"/>
                    <a:pt x="18" y="34"/>
                  </a:cubicBezTo>
                  <a:cubicBezTo>
                    <a:pt x="23" y="40"/>
                    <a:pt x="27" y="47"/>
                    <a:pt x="30" y="53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624" name="Freeform 128">
              <a:extLst>
                <a:ext uri="{FF2B5EF4-FFF2-40B4-BE49-F238E27FC236}">
                  <a16:creationId xmlns:a16="http://schemas.microsoft.com/office/drawing/2014/main" id="{72BF5AFF-11AF-4483-802D-119F6CDC76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2" y="1106"/>
              <a:ext cx="13" cy="24"/>
            </a:xfrm>
            <a:custGeom>
              <a:avLst/>
              <a:gdLst>
                <a:gd name="T0" fmla="*/ 13 w 11"/>
                <a:gd name="T1" fmla="*/ 0 h 21"/>
                <a:gd name="T2" fmla="*/ 18 w 11"/>
                <a:gd name="T3" fmla="*/ 31 h 21"/>
                <a:gd name="T4" fmla="*/ 2 w 11"/>
                <a:gd name="T5" fmla="*/ 21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21">
                  <a:moveTo>
                    <a:pt x="8" y="0"/>
                  </a:moveTo>
                  <a:cubicBezTo>
                    <a:pt x="0" y="1"/>
                    <a:pt x="10" y="18"/>
                    <a:pt x="11" y="21"/>
                  </a:cubicBezTo>
                  <a:cubicBezTo>
                    <a:pt x="8" y="21"/>
                    <a:pt x="4" y="16"/>
                    <a:pt x="2" y="14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625" name="Freeform 129">
              <a:extLst>
                <a:ext uri="{FF2B5EF4-FFF2-40B4-BE49-F238E27FC236}">
                  <a16:creationId xmlns:a16="http://schemas.microsoft.com/office/drawing/2014/main" id="{D91F667E-2B01-4D70-810E-165F4B4B74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3" y="1046"/>
              <a:ext cx="31" cy="45"/>
            </a:xfrm>
            <a:custGeom>
              <a:avLst/>
              <a:gdLst>
                <a:gd name="T0" fmla="*/ 41 w 27"/>
                <a:gd name="T1" fmla="*/ 1 h 39"/>
                <a:gd name="T2" fmla="*/ 9 w 27"/>
                <a:gd name="T3" fmla="*/ 10 h 39"/>
                <a:gd name="T4" fmla="*/ 26 w 27"/>
                <a:gd name="T5" fmla="*/ 60 h 39"/>
                <a:gd name="T6" fmla="*/ 13 w 27"/>
                <a:gd name="T7" fmla="*/ 21 h 39"/>
                <a:gd name="T8" fmla="*/ 34 w 27"/>
                <a:gd name="T9" fmla="*/ 3 h 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39">
                  <a:moveTo>
                    <a:pt x="27" y="1"/>
                  </a:moveTo>
                  <a:cubicBezTo>
                    <a:pt x="21" y="0"/>
                    <a:pt x="10" y="1"/>
                    <a:pt x="6" y="7"/>
                  </a:cubicBezTo>
                  <a:cubicBezTo>
                    <a:pt x="0" y="17"/>
                    <a:pt x="8" y="33"/>
                    <a:pt x="17" y="39"/>
                  </a:cubicBezTo>
                  <a:cubicBezTo>
                    <a:pt x="10" y="35"/>
                    <a:pt x="7" y="22"/>
                    <a:pt x="9" y="14"/>
                  </a:cubicBezTo>
                  <a:cubicBezTo>
                    <a:pt x="11" y="8"/>
                    <a:pt x="16" y="3"/>
                    <a:pt x="23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626" name="Freeform 130">
              <a:extLst>
                <a:ext uri="{FF2B5EF4-FFF2-40B4-BE49-F238E27FC236}">
                  <a16:creationId xmlns:a16="http://schemas.microsoft.com/office/drawing/2014/main" id="{38CB5FF1-FA3C-4397-88A1-010D604746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4" y="968"/>
              <a:ext cx="26" cy="37"/>
            </a:xfrm>
            <a:custGeom>
              <a:avLst/>
              <a:gdLst>
                <a:gd name="T0" fmla="*/ 0 w 23"/>
                <a:gd name="T1" fmla="*/ 16 h 32"/>
                <a:gd name="T2" fmla="*/ 12 w 23"/>
                <a:gd name="T3" fmla="*/ 1 h 32"/>
                <a:gd name="T4" fmla="*/ 27 w 23"/>
                <a:gd name="T5" fmla="*/ 2 h 32"/>
                <a:gd name="T6" fmla="*/ 32 w 23"/>
                <a:gd name="T7" fmla="*/ 22 h 32"/>
                <a:gd name="T8" fmla="*/ 32 w 23"/>
                <a:gd name="T9" fmla="*/ 37 h 32"/>
                <a:gd name="T10" fmla="*/ 27 w 23"/>
                <a:gd name="T11" fmla="*/ 50 h 32"/>
                <a:gd name="T12" fmla="*/ 29 w 23"/>
                <a:gd name="T13" fmla="*/ 28 h 32"/>
                <a:gd name="T14" fmla="*/ 24 w 23"/>
                <a:gd name="T15" fmla="*/ 10 h 32"/>
                <a:gd name="T16" fmla="*/ 0 w 23"/>
                <a:gd name="T17" fmla="*/ 12 h 3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3" h="32">
                  <a:moveTo>
                    <a:pt x="0" y="10"/>
                  </a:moveTo>
                  <a:cubicBezTo>
                    <a:pt x="0" y="7"/>
                    <a:pt x="6" y="2"/>
                    <a:pt x="9" y="1"/>
                  </a:cubicBezTo>
                  <a:cubicBezTo>
                    <a:pt x="12" y="0"/>
                    <a:pt x="16" y="0"/>
                    <a:pt x="19" y="2"/>
                  </a:cubicBezTo>
                  <a:cubicBezTo>
                    <a:pt x="22" y="5"/>
                    <a:pt x="22" y="10"/>
                    <a:pt x="22" y="14"/>
                  </a:cubicBezTo>
                  <a:cubicBezTo>
                    <a:pt x="23" y="17"/>
                    <a:pt x="22" y="20"/>
                    <a:pt x="22" y="24"/>
                  </a:cubicBezTo>
                  <a:cubicBezTo>
                    <a:pt x="21" y="27"/>
                    <a:pt x="20" y="29"/>
                    <a:pt x="19" y="32"/>
                  </a:cubicBezTo>
                  <a:cubicBezTo>
                    <a:pt x="19" y="28"/>
                    <a:pt x="21" y="23"/>
                    <a:pt x="20" y="18"/>
                  </a:cubicBezTo>
                  <a:cubicBezTo>
                    <a:pt x="20" y="15"/>
                    <a:pt x="20" y="10"/>
                    <a:pt x="17" y="7"/>
                  </a:cubicBezTo>
                  <a:cubicBezTo>
                    <a:pt x="13" y="2"/>
                    <a:pt x="3" y="3"/>
                    <a:pt x="0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627" name="Freeform 131">
              <a:extLst>
                <a:ext uri="{FF2B5EF4-FFF2-40B4-BE49-F238E27FC236}">
                  <a16:creationId xmlns:a16="http://schemas.microsoft.com/office/drawing/2014/main" id="{1E200F53-4067-4CD3-BEA1-B0ADB2E794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3" y="979"/>
              <a:ext cx="18" cy="41"/>
            </a:xfrm>
            <a:custGeom>
              <a:avLst/>
              <a:gdLst>
                <a:gd name="T0" fmla="*/ 1 w 16"/>
                <a:gd name="T1" fmla="*/ 24 h 36"/>
                <a:gd name="T2" fmla="*/ 20 w 16"/>
                <a:gd name="T3" fmla="*/ 10 h 36"/>
                <a:gd name="T4" fmla="*/ 18 w 16"/>
                <a:gd name="T5" fmla="*/ 30 h 36"/>
                <a:gd name="T6" fmla="*/ 11 w 16"/>
                <a:gd name="T7" fmla="*/ 54 h 36"/>
                <a:gd name="T8" fmla="*/ 14 w 16"/>
                <a:gd name="T9" fmla="*/ 25 h 36"/>
                <a:gd name="T10" fmla="*/ 0 w 16"/>
                <a:gd name="T11" fmla="*/ 24 h 3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" h="36">
                  <a:moveTo>
                    <a:pt x="1" y="16"/>
                  </a:moveTo>
                  <a:cubicBezTo>
                    <a:pt x="2" y="13"/>
                    <a:pt x="9" y="0"/>
                    <a:pt x="14" y="7"/>
                  </a:cubicBezTo>
                  <a:cubicBezTo>
                    <a:pt x="16" y="11"/>
                    <a:pt x="13" y="16"/>
                    <a:pt x="12" y="20"/>
                  </a:cubicBezTo>
                  <a:cubicBezTo>
                    <a:pt x="11" y="25"/>
                    <a:pt x="10" y="31"/>
                    <a:pt x="8" y="36"/>
                  </a:cubicBezTo>
                  <a:cubicBezTo>
                    <a:pt x="7" y="30"/>
                    <a:pt x="12" y="23"/>
                    <a:pt x="10" y="17"/>
                  </a:cubicBezTo>
                  <a:cubicBezTo>
                    <a:pt x="8" y="12"/>
                    <a:pt x="3" y="14"/>
                    <a:pt x="0" y="16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628" name="Freeform 132">
              <a:extLst>
                <a:ext uri="{FF2B5EF4-FFF2-40B4-BE49-F238E27FC236}">
                  <a16:creationId xmlns:a16="http://schemas.microsoft.com/office/drawing/2014/main" id="{3364C018-5A2B-431E-BC42-AC8505EA864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0" y="1057"/>
              <a:ext cx="24" cy="31"/>
            </a:xfrm>
            <a:custGeom>
              <a:avLst/>
              <a:gdLst>
                <a:gd name="T0" fmla="*/ 35 w 20"/>
                <a:gd name="T1" fmla="*/ 7 h 26"/>
                <a:gd name="T2" fmla="*/ 19 w 20"/>
                <a:gd name="T3" fmla="*/ 1 h 26"/>
                <a:gd name="T4" fmla="*/ 6 w 20"/>
                <a:gd name="T5" fmla="*/ 2 h 26"/>
                <a:gd name="T6" fmla="*/ 12 w 20"/>
                <a:gd name="T7" fmla="*/ 25 h 26"/>
                <a:gd name="T8" fmla="*/ 29 w 20"/>
                <a:gd name="T9" fmla="*/ 44 h 26"/>
                <a:gd name="T10" fmla="*/ 16 w 20"/>
                <a:gd name="T11" fmla="*/ 19 h 26"/>
                <a:gd name="T12" fmla="*/ 34 w 20"/>
                <a:gd name="T13" fmla="*/ 6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26">
                  <a:moveTo>
                    <a:pt x="20" y="4"/>
                  </a:moveTo>
                  <a:cubicBezTo>
                    <a:pt x="17" y="4"/>
                    <a:pt x="14" y="2"/>
                    <a:pt x="11" y="1"/>
                  </a:cubicBezTo>
                  <a:cubicBezTo>
                    <a:pt x="9" y="1"/>
                    <a:pt x="5" y="0"/>
                    <a:pt x="3" y="2"/>
                  </a:cubicBezTo>
                  <a:cubicBezTo>
                    <a:pt x="0" y="6"/>
                    <a:pt x="5" y="12"/>
                    <a:pt x="7" y="15"/>
                  </a:cubicBezTo>
                  <a:cubicBezTo>
                    <a:pt x="10" y="19"/>
                    <a:pt x="13" y="23"/>
                    <a:pt x="17" y="26"/>
                  </a:cubicBezTo>
                  <a:cubicBezTo>
                    <a:pt x="13" y="23"/>
                    <a:pt x="8" y="16"/>
                    <a:pt x="9" y="11"/>
                  </a:cubicBezTo>
                  <a:cubicBezTo>
                    <a:pt x="9" y="6"/>
                    <a:pt x="15" y="3"/>
                    <a:pt x="19" y="3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629" name="Freeform 133">
              <a:extLst>
                <a:ext uri="{FF2B5EF4-FFF2-40B4-BE49-F238E27FC236}">
                  <a16:creationId xmlns:a16="http://schemas.microsoft.com/office/drawing/2014/main" id="{8040E363-0546-4D2F-B9AB-CBD1020503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9" y="1091"/>
              <a:ext cx="7" cy="22"/>
            </a:xfrm>
            <a:custGeom>
              <a:avLst/>
              <a:gdLst>
                <a:gd name="T0" fmla="*/ 9 w 6"/>
                <a:gd name="T1" fmla="*/ 19 h 19"/>
                <a:gd name="T2" fmla="*/ 7 w 6"/>
                <a:gd name="T3" fmla="*/ 29 h 19"/>
                <a:gd name="T4" fmla="*/ 1 w 6"/>
                <a:gd name="T5" fmla="*/ 16 h 19"/>
                <a:gd name="T6" fmla="*/ 2 w 6"/>
                <a:gd name="T7" fmla="*/ 0 h 19"/>
                <a:gd name="T8" fmla="*/ 8 w 6"/>
                <a:gd name="T9" fmla="*/ 17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19">
                  <a:moveTo>
                    <a:pt x="6" y="12"/>
                  </a:moveTo>
                  <a:cubicBezTo>
                    <a:pt x="4" y="14"/>
                    <a:pt x="5" y="17"/>
                    <a:pt x="4" y="19"/>
                  </a:cubicBezTo>
                  <a:cubicBezTo>
                    <a:pt x="2" y="18"/>
                    <a:pt x="1" y="12"/>
                    <a:pt x="1" y="10"/>
                  </a:cubicBezTo>
                  <a:cubicBezTo>
                    <a:pt x="0" y="7"/>
                    <a:pt x="0" y="2"/>
                    <a:pt x="2" y="0"/>
                  </a:cubicBezTo>
                  <a:cubicBezTo>
                    <a:pt x="4" y="3"/>
                    <a:pt x="4" y="7"/>
                    <a:pt x="5" y="11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630" name="Freeform 134">
              <a:extLst>
                <a:ext uri="{FF2B5EF4-FFF2-40B4-BE49-F238E27FC236}">
                  <a16:creationId xmlns:a16="http://schemas.microsoft.com/office/drawing/2014/main" id="{CF692CBA-71ED-4AF9-9BCF-7EBF4157274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1" y="1067"/>
              <a:ext cx="44" cy="19"/>
            </a:xfrm>
            <a:custGeom>
              <a:avLst/>
              <a:gdLst>
                <a:gd name="T0" fmla="*/ 54 w 38"/>
                <a:gd name="T1" fmla="*/ 1 h 17"/>
                <a:gd name="T2" fmla="*/ 47 w 38"/>
                <a:gd name="T3" fmla="*/ 4 h 17"/>
                <a:gd name="T4" fmla="*/ 34 w 38"/>
                <a:gd name="T5" fmla="*/ 11 h 17"/>
                <a:gd name="T6" fmla="*/ 19 w 38"/>
                <a:gd name="T7" fmla="*/ 17 h 17"/>
                <a:gd name="T8" fmla="*/ 0 w 38"/>
                <a:gd name="T9" fmla="*/ 21 h 17"/>
                <a:gd name="T10" fmla="*/ 14 w 38"/>
                <a:gd name="T11" fmla="*/ 22 h 17"/>
                <a:gd name="T12" fmla="*/ 36 w 38"/>
                <a:gd name="T13" fmla="*/ 13 h 17"/>
                <a:gd name="T14" fmla="*/ 52 w 38"/>
                <a:gd name="T15" fmla="*/ 4 h 17"/>
                <a:gd name="T16" fmla="*/ 59 w 38"/>
                <a:gd name="T17" fmla="*/ 0 h 1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8" h="17">
                  <a:moveTo>
                    <a:pt x="35" y="1"/>
                  </a:moveTo>
                  <a:cubicBezTo>
                    <a:pt x="33" y="2"/>
                    <a:pt x="32" y="3"/>
                    <a:pt x="30" y="4"/>
                  </a:cubicBezTo>
                  <a:cubicBezTo>
                    <a:pt x="28" y="6"/>
                    <a:pt x="25" y="7"/>
                    <a:pt x="22" y="8"/>
                  </a:cubicBezTo>
                  <a:cubicBezTo>
                    <a:pt x="19" y="9"/>
                    <a:pt x="15" y="11"/>
                    <a:pt x="12" y="12"/>
                  </a:cubicBezTo>
                  <a:cubicBezTo>
                    <a:pt x="8" y="13"/>
                    <a:pt x="3" y="14"/>
                    <a:pt x="0" y="15"/>
                  </a:cubicBezTo>
                  <a:cubicBezTo>
                    <a:pt x="1" y="17"/>
                    <a:pt x="7" y="16"/>
                    <a:pt x="9" y="16"/>
                  </a:cubicBezTo>
                  <a:cubicBezTo>
                    <a:pt x="14" y="15"/>
                    <a:pt x="18" y="12"/>
                    <a:pt x="23" y="10"/>
                  </a:cubicBezTo>
                  <a:cubicBezTo>
                    <a:pt x="27" y="9"/>
                    <a:pt x="31" y="7"/>
                    <a:pt x="34" y="4"/>
                  </a:cubicBezTo>
                  <a:cubicBezTo>
                    <a:pt x="36" y="3"/>
                    <a:pt x="37" y="2"/>
                    <a:pt x="38" y="0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631" name="Freeform 135">
              <a:extLst>
                <a:ext uri="{FF2B5EF4-FFF2-40B4-BE49-F238E27FC236}">
                  <a16:creationId xmlns:a16="http://schemas.microsoft.com/office/drawing/2014/main" id="{C20F1691-1B01-462C-B377-1DADE02BE3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4" y="1060"/>
              <a:ext cx="36" cy="4"/>
            </a:xfrm>
            <a:custGeom>
              <a:avLst/>
              <a:gdLst>
                <a:gd name="T0" fmla="*/ 0 w 31"/>
                <a:gd name="T1" fmla="*/ 0 h 4"/>
                <a:gd name="T2" fmla="*/ 19 w 31"/>
                <a:gd name="T3" fmla="*/ 1 h 4"/>
                <a:gd name="T4" fmla="*/ 33 w 31"/>
                <a:gd name="T5" fmla="*/ 2 h 4"/>
                <a:gd name="T6" fmla="*/ 49 w 31"/>
                <a:gd name="T7" fmla="*/ 4 h 4"/>
                <a:gd name="T8" fmla="*/ 35 w 31"/>
                <a:gd name="T9" fmla="*/ 4 h 4"/>
                <a:gd name="T10" fmla="*/ 20 w 31"/>
                <a:gd name="T11" fmla="*/ 4 h 4"/>
                <a:gd name="T12" fmla="*/ 1 w 31"/>
                <a:gd name="T13" fmla="*/ 0 h 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4">
                  <a:moveTo>
                    <a:pt x="0" y="0"/>
                  </a:moveTo>
                  <a:cubicBezTo>
                    <a:pt x="4" y="0"/>
                    <a:pt x="8" y="0"/>
                    <a:pt x="12" y="1"/>
                  </a:cubicBezTo>
                  <a:cubicBezTo>
                    <a:pt x="15" y="1"/>
                    <a:pt x="18" y="2"/>
                    <a:pt x="21" y="2"/>
                  </a:cubicBezTo>
                  <a:cubicBezTo>
                    <a:pt x="24" y="2"/>
                    <a:pt x="28" y="3"/>
                    <a:pt x="31" y="4"/>
                  </a:cubicBezTo>
                  <a:cubicBezTo>
                    <a:pt x="28" y="3"/>
                    <a:pt x="25" y="4"/>
                    <a:pt x="22" y="4"/>
                  </a:cubicBezTo>
                  <a:cubicBezTo>
                    <a:pt x="19" y="4"/>
                    <a:pt x="16" y="4"/>
                    <a:pt x="13" y="4"/>
                  </a:cubicBezTo>
                  <a:cubicBezTo>
                    <a:pt x="8" y="3"/>
                    <a:pt x="4" y="2"/>
                    <a:pt x="1" y="0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632" name="Freeform 136">
              <a:extLst>
                <a:ext uri="{FF2B5EF4-FFF2-40B4-BE49-F238E27FC236}">
                  <a16:creationId xmlns:a16="http://schemas.microsoft.com/office/drawing/2014/main" id="{9E3E8C49-B273-4919-83D8-4C2507F745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6" y="1019"/>
              <a:ext cx="34" cy="30"/>
            </a:xfrm>
            <a:custGeom>
              <a:avLst/>
              <a:gdLst>
                <a:gd name="T0" fmla="*/ 44 w 30"/>
                <a:gd name="T1" fmla="*/ 1 h 26"/>
                <a:gd name="T2" fmla="*/ 20 w 30"/>
                <a:gd name="T3" fmla="*/ 12 h 26"/>
                <a:gd name="T4" fmla="*/ 9 w 30"/>
                <a:gd name="T5" fmla="*/ 23 h 26"/>
                <a:gd name="T6" fmla="*/ 0 w 30"/>
                <a:gd name="T7" fmla="*/ 40 h 26"/>
                <a:gd name="T8" fmla="*/ 2 w 30"/>
                <a:gd name="T9" fmla="*/ 29 h 26"/>
                <a:gd name="T10" fmla="*/ 8 w 30"/>
                <a:gd name="T11" fmla="*/ 21 h 26"/>
                <a:gd name="T12" fmla="*/ 19 w 30"/>
                <a:gd name="T13" fmla="*/ 10 h 26"/>
                <a:gd name="T14" fmla="*/ 42 w 30"/>
                <a:gd name="T15" fmla="*/ 0 h 2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0" h="26">
                  <a:moveTo>
                    <a:pt x="30" y="1"/>
                  </a:moveTo>
                  <a:cubicBezTo>
                    <a:pt x="25" y="3"/>
                    <a:pt x="19" y="4"/>
                    <a:pt x="14" y="8"/>
                  </a:cubicBezTo>
                  <a:cubicBezTo>
                    <a:pt x="11" y="10"/>
                    <a:pt x="8" y="12"/>
                    <a:pt x="6" y="15"/>
                  </a:cubicBezTo>
                  <a:cubicBezTo>
                    <a:pt x="4" y="18"/>
                    <a:pt x="2" y="22"/>
                    <a:pt x="0" y="26"/>
                  </a:cubicBezTo>
                  <a:cubicBezTo>
                    <a:pt x="0" y="24"/>
                    <a:pt x="1" y="21"/>
                    <a:pt x="2" y="19"/>
                  </a:cubicBezTo>
                  <a:cubicBezTo>
                    <a:pt x="3" y="17"/>
                    <a:pt x="4" y="16"/>
                    <a:pt x="5" y="14"/>
                  </a:cubicBezTo>
                  <a:cubicBezTo>
                    <a:pt x="8" y="11"/>
                    <a:pt x="10" y="10"/>
                    <a:pt x="13" y="7"/>
                  </a:cubicBezTo>
                  <a:cubicBezTo>
                    <a:pt x="18" y="4"/>
                    <a:pt x="23" y="1"/>
                    <a:pt x="29" y="0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633" name="Freeform 137">
              <a:extLst>
                <a:ext uri="{FF2B5EF4-FFF2-40B4-BE49-F238E27FC236}">
                  <a16:creationId xmlns:a16="http://schemas.microsoft.com/office/drawing/2014/main" id="{A6DD81C1-9ED1-4DDB-801A-ECB2F62E51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0" y="1096"/>
              <a:ext cx="17" cy="43"/>
            </a:xfrm>
            <a:custGeom>
              <a:avLst/>
              <a:gdLst>
                <a:gd name="T0" fmla="*/ 22 w 14"/>
                <a:gd name="T1" fmla="*/ 0 h 37"/>
                <a:gd name="T2" fmla="*/ 13 w 14"/>
                <a:gd name="T3" fmla="*/ 19 h 37"/>
                <a:gd name="T4" fmla="*/ 15 w 14"/>
                <a:gd name="T5" fmla="*/ 38 h 37"/>
                <a:gd name="T6" fmla="*/ 25 w 14"/>
                <a:gd name="T7" fmla="*/ 50 h 37"/>
                <a:gd name="T8" fmla="*/ 19 w 14"/>
                <a:gd name="T9" fmla="*/ 58 h 37"/>
                <a:gd name="T10" fmla="*/ 9 w 14"/>
                <a:gd name="T11" fmla="*/ 42 h 37"/>
                <a:gd name="T12" fmla="*/ 1 w 14"/>
                <a:gd name="T13" fmla="*/ 36 h 37"/>
                <a:gd name="T14" fmla="*/ 1 w 14"/>
                <a:gd name="T15" fmla="*/ 28 h 37"/>
                <a:gd name="T16" fmla="*/ 6 w 14"/>
                <a:gd name="T17" fmla="*/ 14 h 37"/>
                <a:gd name="T18" fmla="*/ 19 w 14"/>
                <a:gd name="T19" fmla="*/ 0 h 3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4" h="37">
                  <a:moveTo>
                    <a:pt x="12" y="0"/>
                  </a:moveTo>
                  <a:cubicBezTo>
                    <a:pt x="10" y="3"/>
                    <a:pt x="8" y="8"/>
                    <a:pt x="7" y="12"/>
                  </a:cubicBezTo>
                  <a:cubicBezTo>
                    <a:pt x="5" y="16"/>
                    <a:pt x="5" y="20"/>
                    <a:pt x="8" y="24"/>
                  </a:cubicBezTo>
                  <a:cubicBezTo>
                    <a:pt x="9" y="27"/>
                    <a:pt x="13" y="29"/>
                    <a:pt x="14" y="32"/>
                  </a:cubicBezTo>
                  <a:cubicBezTo>
                    <a:pt x="14" y="34"/>
                    <a:pt x="12" y="36"/>
                    <a:pt x="11" y="37"/>
                  </a:cubicBezTo>
                  <a:cubicBezTo>
                    <a:pt x="9" y="34"/>
                    <a:pt x="8" y="30"/>
                    <a:pt x="5" y="27"/>
                  </a:cubicBezTo>
                  <a:cubicBezTo>
                    <a:pt x="3" y="26"/>
                    <a:pt x="2" y="25"/>
                    <a:pt x="1" y="23"/>
                  </a:cubicBezTo>
                  <a:cubicBezTo>
                    <a:pt x="0" y="21"/>
                    <a:pt x="1" y="20"/>
                    <a:pt x="1" y="18"/>
                  </a:cubicBezTo>
                  <a:cubicBezTo>
                    <a:pt x="2" y="14"/>
                    <a:pt x="1" y="11"/>
                    <a:pt x="3" y="9"/>
                  </a:cubicBezTo>
                  <a:cubicBezTo>
                    <a:pt x="6" y="6"/>
                    <a:pt x="8" y="3"/>
                    <a:pt x="11" y="0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634" name="Freeform 138">
              <a:extLst>
                <a:ext uri="{FF2B5EF4-FFF2-40B4-BE49-F238E27FC236}">
                  <a16:creationId xmlns:a16="http://schemas.microsoft.com/office/drawing/2014/main" id="{297F965C-F0CA-4387-8CEA-2D7E75FEAB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3" y="1090"/>
              <a:ext cx="14" cy="32"/>
            </a:xfrm>
            <a:custGeom>
              <a:avLst/>
              <a:gdLst>
                <a:gd name="T0" fmla="*/ 0 w 12"/>
                <a:gd name="T1" fmla="*/ 0 h 28"/>
                <a:gd name="T2" fmla="*/ 11 w 12"/>
                <a:gd name="T3" fmla="*/ 21 h 28"/>
                <a:gd name="T4" fmla="*/ 7 w 12"/>
                <a:gd name="T5" fmla="*/ 42 h 28"/>
                <a:gd name="T6" fmla="*/ 19 w 12"/>
                <a:gd name="T7" fmla="*/ 18 h 28"/>
                <a:gd name="T8" fmla="*/ 13 w 12"/>
                <a:gd name="T9" fmla="*/ 7 h 28"/>
                <a:gd name="T10" fmla="*/ 7 w 12"/>
                <a:gd name="T11" fmla="*/ 1 h 28"/>
                <a:gd name="T12" fmla="*/ 6 w 12"/>
                <a:gd name="T13" fmla="*/ 1 h 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28">
                  <a:moveTo>
                    <a:pt x="0" y="0"/>
                  </a:moveTo>
                  <a:cubicBezTo>
                    <a:pt x="5" y="4"/>
                    <a:pt x="6" y="8"/>
                    <a:pt x="7" y="14"/>
                  </a:cubicBezTo>
                  <a:cubicBezTo>
                    <a:pt x="8" y="19"/>
                    <a:pt x="5" y="23"/>
                    <a:pt x="4" y="28"/>
                  </a:cubicBezTo>
                  <a:cubicBezTo>
                    <a:pt x="9" y="25"/>
                    <a:pt x="12" y="18"/>
                    <a:pt x="12" y="12"/>
                  </a:cubicBezTo>
                  <a:cubicBezTo>
                    <a:pt x="12" y="9"/>
                    <a:pt x="11" y="6"/>
                    <a:pt x="8" y="4"/>
                  </a:cubicBezTo>
                  <a:cubicBezTo>
                    <a:pt x="7" y="3"/>
                    <a:pt x="6" y="2"/>
                    <a:pt x="4" y="1"/>
                  </a:cubicBezTo>
                  <a:cubicBezTo>
                    <a:pt x="4" y="1"/>
                    <a:pt x="3" y="1"/>
                    <a:pt x="3" y="1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635" name="Freeform 139">
              <a:extLst>
                <a:ext uri="{FF2B5EF4-FFF2-40B4-BE49-F238E27FC236}">
                  <a16:creationId xmlns:a16="http://schemas.microsoft.com/office/drawing/2014/main" id="{7D1BEF28-A703-4035-8C60-7A3E5F665F5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7" y="1010"/>
              <a:ext cx="22" cy="74"/>
            </a:xfrm>
            <a:custGeom>
              <a:avLst/>
              <a:gdLst>
                <a:gd name="T0" fmla="*/ 12 w 19"/>
                <a:gd name="T1" fmla="*/ 7 h 64"/>
                <a:gd name="T2" fmla="*/ 7 w 19"/>
                <a:gd name="T3" fmla="*/ 17 h 64"/>
                <a:gd name="T4" fmla="*/ 2 w 19"/>
                <a:gd name="T5" fmla="*/ 27 h 64"/>
                <a:gd name="T6" fmla="*/ 0 w 19"/>
                <a:gd name="T7" fmla="*/ 52 h 64"/>
                <a:gd name="T8" fmla="*/ 3 w 19"/>
                <a:gd name="T9" fmla="*/ 79 h 64"/>
                <a:gd name="T10" fmla="*/ 14 w 19"/>
                <a:gd name="T11" fmla="*/ 99 h 64"/>
                <a:gd name="T12" fmla="*/ 12 w 19"/>
                <a:gd name="T13" fmla="*/ 75 h 64"/>
                <a:gd name="T14" fmla="*/ 14 w 19"/>
                <a:gd name="T15" fmla="*/ 51 h 64"/>
                <a:gd name="T16" fmla="*/ 17 w 19"/>
                <a:gd name="T17" fmla="*/ 39 h 64"/>
                <a:gd name="T18" fmla="*/ 23 w 19"/>
                <a:gd name="T19" fmla="*/ 28 h 64"/>
                <a:gd name="T20" fmla="*/ 20 w 19"/>
                <a:gd name="T21" fmla="*/ 25 h 64"/>
                <a:gd name="T22" fmla="*/ 22 w 19"/>
                <a:gd name="T23" fmla="*/ 20 h 64"/>
                <a:gd name="T24" fmla="*/ 27 w 19"/>
                <a:gd name="T25" fmla="*/ 8 h 64"/>
                <a:gd name="T26" fmla="*/ 14 w 19"/>
                <a:gd name="T27" fmla="*/ 3 h 64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9" h="64">
                  <a:moveTo>
                    <a:pt x="8" y="4"/>
                  </a:moveTo>
                  <a:cubicBezTo>
                    <a:pt x="7" y="4"/>
                    <a:pt x="5" y="9"/>
                    <a:pt x="4" y="11"/>
                  </a:cubicBezTo>
                  <a:cubicBezTo>
                    <a:pt x="3" y="13"/>
                    <a:pt x="2" y="15"/>
                    <a:pt x="2" y="17"/>
                  </a:cubicBezTo>
                  <a:cubicBezTo>
                    <a:pt x="1" y="23"/>
                    <a:pt x="0" y="29"/>
                    <a:pt x="0" y="34"/>
                  </a:cubicBezTo>
                  <a:cubicBezTo>
                    <a:pt x="0" y="40"/>
                    <a:pt x="1" y="46"/>
                    <a:pt x="3" y="51"/>
                  </a:cubicBezTo>
                  <a:cubicBezTo>
                    <a:pt x="4" y="54"/>
                    <a:pt x="5" y="63"/>
                    <a:pt x="9" y="64"/>
                  </a:cubicBezTo>
                  <a:cubicBezTo>
                    <a:pt x="11" y="59"/>
                    <a:pt x="8" y="53"/>
                    <a:pt x="8" y="48"/>
                  </a:cubicBezTo>
                  <a:cubicBezTo>
                    <a:pt x="7" y="42"/>
                    <a:pt x="7" y="38"/>
                    <a:pt x="9" y="33"/>
                  </a:cubicBezTo>
                  <a:cubicBezTo>
                    <a:pt x="9" y="30"/>
                    <a:pt x="10" y="28"/>
                    <a:pt x="11" y="25"/>
                  </a:cubicBezTo>
                  <a:cubicBezTo>
                    <a:pt x="13" y="24"/>
                    <a:pt x="16" y="20"/>
                    <a:pt x="15" y="18"/>
                  </a:cubicBezTo>
                  <a:cubicBezTo>
                    <a:pt x="15" y="18"/>
                    <a:pt x="14" y="17"/>
                    <a:pt x="13" y="16"/>
                  </a:cubicBezTo>
                  <a:cubicBezTo>
                    <a:pt x="13" y="15"/>
                    <a:pt x="14" y="14"/>
                    <a:pt x="14" y="13"/>
                  </a:cubicBezTo>
                  <a:cubicBezTo>
                    <a:pt x="16" y="10"/>
                    <a:pt x="19" y="8"/>
                    <a:pt x="17" y="5"/>
                  </a:cubicBezTo>
                  <a:cubicBezTo>
                    <a:pt x="15" y="3"/>
                    <a:pt x="10" y="0"/>
                    <a:pt x="9" y="3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636" name="Freeform 140">
              <a:extLst>
                <a:ext uri="{FF2B5EF4-FFF2-40B4-BE49-F238E27FC236}">
                  <a16:creationId xmlns:a16="http://schemas.microsoft.com/office/drawing/2014/main" id="{1AD2AB5B-8AD3-48B7-8842-678E48C4789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4" y="1075"/>
              <a:ext cx="31" cy="53"/>
            </a:xfrm>
            <a:custGeom>
              <a:avLst/>
              <a:gdLst>
                <a:gd name="T0" fmla="*/ 6 w 26"/>
                <a:gd name="T1" fmla="*/ 0 h 46"/>
                <a:gd name="T2" fmla="*/ 1 w 26"/>
                <a:gd name="T3" fmla="*/ 47 h 46"/>
                <a:gd name="T4" fmla="*/ 19 w 26"/>
                <a:gd name="T5" fmla="*/ 69 h 46"/>
                <a:gd name="T6" fmla="*/ 35 w 26"/>
                <a:gd name="T7" fmla="*/ 70 h 46"/>
                <a:gd name="T8" fmla="*/ 44 w 26"/>
                <a:gd name="T9" fmla="*/ 68 h 46"/>
                <a:gd name="T10" fmla="*/ 23 w 26"/>
                <a:gd name="T11" fmla="*/ 62 h 46"/>
                <a:gd name="T12" fmla="*/ 14 w 26"/>
                <a:gd name="T13" fmla="*/ 53 h 46"/>
                <a:gd name="T14" fmla="*/ 8 w 26"/>
                <a:gd name="T15" fmla="*/ 40 h 46"/>
                <a:gd name="T16" fmla="*/ 8 w 26"/>
                <a:gd name="T17" fmla="*/ 16 h 46"/>
                <a:gd name="T18" fmla="*/ 6 w 26"/>
                <a:gd name="T19" fmla="*/ 0 h 4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6" h="46">
                  <a:moveTo>
                    <a:pt x="3" y="0"/>
                  </a:moveTo>
                  <a:cubicBezTo>
                    <a:pt x="6" y="11"/>
                    <a:pt x="0" y="21"/>
                    <a:pt x="1" y="31"/>
                  </a:cubicBezTo>
                  <a:cubicBezTo>
                    <a:pt x="1" y="37"/>
                    <a:pt x="6" y="43"/>
                    <a:pt x="11" y="45"/>
                  </a:cubicBezTo>
                  <a:cubicBezTo>
                    <a:pt x="14" y="46"/>
                    <a:pt x="17" y="46"/>
                    <a:pt x="20" y="46"/>
                  </a:cubicBezTo>
                  <a:cubicBezTo>
                    <a:pt x="22" y="46"/>
                    <a:pt x="26" y="46"/>
                    <a:pt x="26" y="44"/>
                  </a:cubicBezTo>
                  <a:cubicBezTo>
                    <a:pt x="22" y="44"/>
                    <a:pt x="17" y="44"/>
                    <a:pt x="13" y="41"/>
                  </a:cubicBezTo>
                  <a:cubicBezTo>
                    <a:pt x="11" y="40"/>
                    <a:pt x="10" y="37"/>
                    <a:pt x="8" y="35"/>
                  </a:cubicBezTo>
                  <a:cubicBezTo>
                    <a:pt x="7" y="32"/>
                    <a:pt x="6" y="29"/>
                    <a:pt x="5" y="26"/>
                  </a:cubicBezTo>
                  <a:cubicBezTo>
                    <a:pt x="4" y="21"/>
                    <a:pt x="5" y="15"/>
                    <a:pt x="5" y="10"/>
                  </a:cubicBezTo>
                  <a:cubicBezTo>
                    <a:pt x="5" y="6"/>
                    <a:pt x="4" y="3"/>
                    <a:pt x="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637" name="Freeform 141">
              <a:extLst>
                <a:ext uri="{FF2B5EF4-FFF2-40B4-BE49-F238E27FC236}">
                  <a16:creationId xmlns:a16="http://schemas.microsoft.com/office/drawing/2014/main" id="{151E3438-FDE4-405C-854D-5B31F5938D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0" y="1022"/>
              <a:ext cx="30" cy="63"/>
            </a:xfrm>
            <a:custGeom>
              <a:avLst/>
              <a:gdLst>
                <a:gd name="T0" fmla="*/ 0 w 26"/>
                <a:gd name="T1" fmla="*/ 1 h 55"/>
                <a:gd name="T2" fmla="*/ 20 w 26"/>
                <a:gd name="T3" fmla="*/ 18 h 55"/>
                <a:gd name="T4" fmla="*/ 28 w 26"/>
                <a:gd name="T5" fmla="*/ 38 h 55"/>
                <a:gd name="T6" fmla="*/ 38 w 26"/>
                <a:gd name="T7" fmla="*/ 82 h 55"/>
                <a:gd name="T8" fmla="*/ 29 w 26"/>
                <a:gd name="T9" fmla="*/ 25 h 55"/>
                <a:gd name="T10" fmla="*/ 16 w 26"/>
                <a:gd name="T11" fmla="*/ 8 h 55"/>
                <a:gd name="T12" fmla="*/ 8 w 26"/>
                <a:gd name="T13" fmla="*/ 1 h 55"/>
                <a:gd name="T14" fmla="*/ 1 w 26"/>
                <a:gd name="T15" fmla="*/ 0 h 5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6" h="55">
                  <a:moveTo>
                    <a:pt x="0" y="1"/>
                  </a:moveTo>
                  <a:cubicBezTo>
                    <a:pt x="5" y="1"/>
                    <a:pt x="11" y="8"/>
                    <a:pt x="13" y="12"/>
                  </a:cubicBezTo>
                  <a:cubicBezTo>
                    <a:pt x="15" y="16"/>
                    <a:pt x="17" y="20"/>
                    <a:pt x="18" y="25"/>
                  </a:cubicBezTo>
                  <a:cubicBezTo>
                    <a:pt x="22" y="35"/>
                    <a:pt x="25" y="44"/>
                    <a:pt x="25" y="55"/>
                  </a:cubicBezTo>
                  <a:cubicBezTo>
                    <a:pt x="26" y="42"/>
                    <a:pt x="25" y="29"/>
                    <a:pt x="19" y="17"/>
                  </a:cubicBezTo>
                  <a:cubicBezTo>
                    <a:pt x="17" y="12"/>
                    <a:pt x="15" y="8"/>
                    <a:pt x="10" y="5"/>
                  </a:cubicBezTo>
                  <a:cubicBezTo>
                    <a:pt x="9" y="3"/>
                    <a:pt x="7" y="2"/>
                    <a:pt x="5" y="1"/>
                  </a:cubicBezTo>
                  <a:cubicBezTo>
                    <a:pt x="4" y="1"/>
                    <a:pt x="2" y="1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638" name="Freeform 142">
              <a:extLst>
                <a:ext uri="{FF2B5EF4-FFF2-40B4-BE49-F238E27FC236}">
                  <a16:creationId xmlns:a16="http://schemas.microsoft.com/office/drawing/2014/main" id="{0C76B565-187C-4642-B2AA-0E6355279D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6" y="1088"/>
              <a:ext cx="14" cy="51"/>
            </a:xfrm>
            <a:custGeom>
              <a:avLst/>
              <a:gdLst>
                <a:gd name="T0" fmla="*/ 16 w 12"/>
                <a:gd name="T1" fmla="*/ 0 h 44"/>
                <a:gd name="T2" fmla="*/ 11 w 12"/>
                <a:gd name="T3" fmla="*/ 30 h 44"/>
                <a:gd name="T4" fmla="*/ 15 w 12"/>
                <a:gd name="T5" fmla="*/ 41 h 44"/>
                <a:gd name="T6" fmla="*/ 19 w 12"/>
                <a:gd name="T7" fmla="*/ 50 h 44"/>
                <a:gd name="T8" fmla="*/ 18 w 12"/>
                <a:gd name="T9" fmla="*/ 51 h 44"/>
                <a:gd name="T10" fmla="*/ 16 w 12"/>
                <a:gd name="T11" fmla="*/ 57 h 44"/>
                <a:gd name="T12" fmla="*/ 9 w 12"/>
                <a:gd name="T13" fmla="*/ 67 h 44"/>
                <a:gd name="T14" fmla="*/ 7 w 12"/>
                <a:gd name="T15" fmla="*/ 61 h 44"/>
                <a:gd name="T16" fmla="*/ 2 w 12"/>
                <a:gd name="T17" fmla="*/ 50 h 44"/>
                <a:gd name="T18" fmla="*/ 1 w 12"/>
                <a:gd name="T19" fmla="*/ 30 h 44"/>
                <a:gd name="T20" fmla="*/ 8 w 12"/>
                <a:gd name="T21" fmla="*/ 12 h 44"/>
                <a:gd name="T22" fmla="*/ 15 w 12"/>
                <a:gd name="T23" fmla="*/ 1 h 4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2" h="44">
                  <a:moveTo>
                    <a:pt x="10" y="0"/>
                  </a:moveTo>
                  <a:cubicBezTo>
                    <a:pt x="8" y="6"/>
                    <a:pt x="6" y="12"/>
                    <a:pt x="7" y="19"/>
                  </a:cubicBezTo>
                  <a:cubicBezTo>
                    <a:pt x="8" y="21"/>
                    <a:pt x="9" y="24"/>
                    <a:pt x="9" y="26"/>
                  </a:cubicBezTo>
                  <a:cubicBezTo>
                    <a:pt x="10" y="28"/>
                    <a:pt x="12" y="30"/>
                    <a:pt x="12" y="32"/>
                  </a:cubicBezTo>
                  <a:cubicBezTo>
                    <a:pt x="12" y="32"/>
                    <a:pt x="11" y="33"/>
                    <a:pt x="11" y="33"/>
                  </a:cubicBezTo>
                  <a:cubicBezTo>
                    <a:pt x="10" y="34"/>
                    <a:pt x="10" y="35"/>
                    <a:pt x="10" y="36"/>
                  </a:cubicBezTo>
                  <a:cubicBezTo>
                    <a:pt x="9" y="38"/>
                    <a:pt x="9" y="43"/>
                    <a:pt x="6" y="43"/>
                  </a:cubicBezTo>
                  <a:cubicBezTo>
                    <a:pt x="5" y="44"/>
                    <a:pt x="4" y="41"/>
                    <a:pt x="4" y="40"/>
                  </a:cubicBezTo>
                  <a:cubicBezTo>
                    <a:pt x="3" y="37"/>
                    <a:pt x="3" y="35"/>
                    <a:pt x="2" y="32"/>
                  </a:cubicBezTo>
                  <a:cubicBezTo>
                    <a:pt x="0" y="28"/>
                    <a:pt x="0" y="24"/>
                    <a:pt x="1" y="19"/>
                  </a:cubicBezTo>
                  <a:cubicBezTo>
                    <a:pt x="2" y="16"/>
                    <a:pt x="4" y="12"/>
                    <a:pt x="5" y="8"/>
                  </a:cubicBezTo>
                  <a:cubicBezTo>
                    <a:pt x="6" y="6"/>
                    <a:pt x="7" y="3"/>
                    <a:pt x="9" y="1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639" name="Freeform 143">
              <a:extLst>
                <a:ext uri="{FF2B5EF4-FFF2-40B4-BE49-F238E27FC236}">
                  <a16:creationId xmlns:a16="http://schemas.microsoft.com/office/drawing/2014/main" id="{E3C05D39-0875-45B8-A6F3-723B680E2AF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6" y="1001"/>
              <a:ext cx="46" cy="25"/>
            </a:xfrm>
            <a:custGeom>
              <a:avLst/>
              <a:gdLst>
                <a:gd name="T0" fmla="*/ 9 w 40"/>
                <a:gd name="T1" fmla="*/ 32 h 22"/>
                <a:gd name="T2" fmla="*/ 44 w 40"/>
                <a:gd name="T3" fmla="*/ 15 h 22"/>
                <a:gd name="T4" fmla="*/ 60 w 40"/>
                <a:gd name="T5" fmla="*/ 9 h 22"/>
                <a:gd name="T6" fmla="*/ 53 w 40"/>
                <a:gd name="T7" fmla="*/ 1 h 22"/>
                <a:gd name="T8" fmla="*/ 32 w 40"/>
                <a:gd name="T9" fmla="*/ 2 h 22"/>
                <a:gd name="T10" fmla="*/ 17 w 40"/>
                <a:gd name="T11" fmla="*/ 9 h 22"/>
                <a:gd name="T12" fmla="*/ 7 w 40"/>
                <a:gd name="T13" fmla="*/ 15 h 22"/>
                <a:gd name="T14" fmla="*/ 1 w 40"/>
                <a:gd name="T15" fmla="*/ 30 h 2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0" h="22">
                  <a:moveTo>
                    <a:pt x="6" y="22"/>
                  </a:moveTo>
                  <a:cubicBezTo>
                    <a:pt x="12" y="16"/>
                    <a:pt x="21" y="12"/>
                    <a:pt x="29" y="10"/>
                  </a:cubicBezTo>
                  <a:cubicBezTo>
                    <a:pt x="32" y="9"/>
                    <a:pt x="39" y="9"/>
                    <a:pt x="39" y="6"/>
                  </a:cubicBezTo>
                  <a:cubicBezTo>
                    <a:pt x="40" y="3"/>
                    <a:pt x="36" y="2"/>
                    <a:pt x="35" y="1"/>
                  </a:cubicBezTo>
                  <a:cubicBezTo>
                    <a:pt x="30" y="0"/>
                    <a:pt x="26" y="1"/>
                    <a:pt x="21" y="2"/>
                  </a:cubicBezTo>
                  <a:cubicBezTo>
                    <a:pt x="17" y="3"/>
                    <a:pt x="14" y="3"/>
                    <a:pt x="11" y="6"/>
                  </a:cubicBezTo>
                  <a:cubicBezTo>
                    <a:pt x="8" y="7"/>
                    <a:pt x="6" y="8"/>
                    <a:pt x="4" y="10"/>
                  </a:cubicBezTo>
                  <a:cubicBezTo>
                    <a:pt x="0" y="11"/>
                    <a:pt x="0" y="16"/>
                    <a:pt x="1" y="20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640" name="Freeform 144">
              <a:extLst>
                <a:ext uri="{FF2B5EF4-FFF2-40B4-BE49-F238E27FC236}">
                  <a16:creationId xmlns:a16="http://schemas.microsoft.com/office/drawing/2014/main" id="{3CBB60D7-D452-43CC-871B-5BB11D9A76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8" y="1114"/>
              <a:ext cx="18" cy="27"/>
            </a:xfrm>
            <a:custGeom>
              <a:avLst/>
              <a:gdLst>
                <a:gd name="T0" fmla="*/ 0 w 15"/>
                <a:gd name="T1" fmla="*/ 8 h 23"/>
                <a:gd name="T2" fmla="*/ 8 w 15"/>
                <a:gd name="T3" fmla="*/ 2 h 23"/>
                <a:gd name="T4" fmla="*/ 16 w 15"/>
                <a:gd name="T5" fmla="*/ 13 h 23"/>
                <a:gd name="T6" fmla="*/ 20 w 15"/>
                <a:gd name="T7" fmla="*/ 36 h 23"/>
                <a:gd name="T8" fmla="*/ 1 w 15"/>
                <a:gd name="T9" fmla="*/ 18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23">
                  <a:moveTo>
                    <a:pt x="0" y="5"/>
                  </a:moveTo>
                  <a:cubicBezTo>
                    <a:pt x="0" y="2"/>
                    <a:pt x="3" y="0"/>
                    <a:pt x="5" y="2"/>
                  </a:cubicBezTo>
                  <a:cubicBezTo>
                    <a:pt x="6" y="2"/>
                    <a:pt x="8" y="7"/>
                    <a:pt x="9" y="8"/>
                  </a:cubicBezTo>
                  <a:cubicBezTo>
                    <a:pt x="11" y="12"/>
                    <a:pt x="15" y="18"/>
                    <a:pt x="12" y="22"/>
                  </a:cubicBezTo>
                  <a:cubicBezTo>
                    <a:pt x="8" y="23"/>
                    <a:pt x="1" y="15"/>
                    <a:pt x="1" y="11"/>
                  </a:cubicBezTo>
                </a:path>
              </a:pathLst>
            </a:custGeom>
            <a:solidFill>
              <a:srgbClr val="FEF3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641" name="Freeform 145">
              <a:extLst>
                <a:ext uri="{FF2B5EF4-FFF2-40B4-BE49-F238E27FC236}">
                  <a16:creationId xmlns:a16="http://schemas.microsoft.com/office/drawing/2014/main" id="{4590B4D0-E314-4D52-A80F-3E5112EB8A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6" y="1143"/>
              <a:ext cx="21" cy="52"/>
            </a:xfrm>
            <a:custGeom>
              <a:avLst/>
              <a:gdLst>
                <a:gd name="T0" fmla="*/ 29 w 18"/>
                <a:gd name="T1" fmla="*/ 0 h 45"/>
                <a:gd name="T2" fmla="*/ 11 w 18"/>
                <a:gd name="T3" fmla="*/ 32 h 45"/>
                <a:gd name="T4" fmla="*/ 18 w 18"/>
                <a:gd name="T5" fmla="*/ 69 h 45"/>
                <a:gd name="T6" fmla="*/ 27 w 18"/>
                <a:gd name="T7" fmla="*/ 2 h 4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45">
                  <a:moveTo>
                    <a:pt x="18" y="0"/>
                  </a:moveTo>
                  <a:cubicBezTo>
                    <a:pt x="16" y="8"/>
                    <a:pt x="9" y="14"/>
                    <a:pt x="7" y="21"/>
                  </a:cubicBezTo>
                  <a:cubicBezTo>
                    <a:pt x="5" y="29"/>
                    <a:pt x="8" y="37"/>
                    <a:pt x="11" y="45"/>
                  </a:cubicBezTo>
                  <a:cubicBezTo>
                    <a:pt x="0" y="32"/>
                    <a:pt x="8" y="12"/>
                    <a:pt x="1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642" name="Freeform 146">
              <a:extLst>
                <a:ext uri="{FF2B5EF4-FFF2-40B4-BE49-F238E27FC236}">
                  <a16:creationId xmlns:a16="http://schemas.microsoft.com/office/drawing/2014/main" id="{0C4CD106-83E6-4342-908C-BFB6645549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1" y="1068"/>
              <a:ext cx="22" cy="10"/>
            </a:xfrm>
            <a:custGeom>
              <a:avLst/>
              <a:gdLst>
                <a:gd name="T0" fmla="*/ 0 w 19"/>
                <a:gd name="T1" fmla="*/ 0 h 9"/>
                <a:gd name="T2" fmla="*/ 29 w 19"/>
                <a:gd name="T3" fmla="*/ 12 h 9"/>
                <a:gd name="T4" fmla="*/ 14 w 19"/>
                <a:gd name="T5" fmla="*/ 10 h 9"/>
                <a:gd name="T6" fmla="*/ 2 w 19"/>
                <a:gd name="T7" fmla="*/ 2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9">
                  <a:moveTo>
                    <a:pt x="0" y="0"/>
                  </a:moveTo>
                  <a:cubicBezTo>
                    <a:pt x="7" y="2"/>
                    <a:pt x="12" y="8"/>
                    <a:pt x="19" y="9"/>
                  </a:cubicBezTo>
                  <a:cubicBezTo>
                    <a:pt x="15" y="9"/>
                    <a:pt x="13" y="9"/>
                    <a:pt x="9" y="7"/>
                  </a:cubicBezTo>
                  <a:cubicBezTo>
                    <a:pt x="6" y="6"/>
                    <a:pt x="5" y="3"/>
                    <a:pt x="2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643" name="Freeform 147">
              <a:extLst>
                <a:ext uri="{FF2B5EF4-FFF2-40B4-BE49-F238E27FC236}">
                  <a16:creationId xmlns:a16="http://schemas.microsoft.com/office/drawing/2014/main" id="{3B862EB8-B452-4804-AE5B-F3144F0940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6" y="1037"/>
              <a:ext cx="15" cy="13"/>
            </a:xfrm>
            <a:custGeom>
              <a:avLst/>
              <a:gdLst>
                <a:gd name="T0" fmla="*/ 0 w 13"/>
                <a:gd name="T1" fmla="*/ 14 h 12"/>
                <a:gd name="T2" fmla="*/ 9 w 13"/>
                <a:gd name="T3" fmla="*/ 9 h 12"/>
                <a:gd name="T4" fmla="*/ 20 w 13"/>
                <a:gd name="T5" fmla="*/ 0 h 12"/>
                <a:gd name="T6" fmla="*/ 1 w 13"/>
                <a:gd name="T7" fmla="*/ 15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2">
                  <a:moveTo>
                    <a:pt x="0" y="11"/>
                  </a:moveTo>
                  <a:cubicBezTo>
                    <a:pt x="2" y="11"/>
                    <a:pt x="4" y="8"/>
                    <a:pt x="6" y="6"/>
                  </a:cubicBezTo>
                  <a:cubicBezTo>
                    <a:pt x="8" y="3"/>
                    <a:pt x="11" y="2"/>
                    <a:pt x="13" y="0"/>
                  </a:cubicBezTo>
                  <a:cubicBezTo>
                    <a:pt x="10" y="6"/>
                    <a:pt x="7" y="9"/>
                    <a:pt x="1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644" name="Freeform 148">
              <a:extLst>
                <a:ext uri="{FF2B5EF4-FFF2-40B4-BE49-F238E27FC236}">
                  <a16:creationId xmlns:a16="http://schemas.microsoft.com/office/drawing/2014/main" id="{FBE2E9D1-41D8-4BE6-91A9-C285AD4800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9" y="1026"/>
              <a:ext cx="35" cy="26"/>
            </a:xfrm>
            <a:custGeom>
              <a:avLst/>
              <a:gdLst>
                <a:gd name="T0" fmla="*/ 6 w 30"/>
                <a:gd name="T1" fmla="*/ 24 h 22"/>
                <a:gd name="T2" fmla="*/ 32 w 30"/>
                <a:gd name="T3" fmla="*/ 6 h 22"/>
                <a:gd name="T4" fmla="*/ 48 w 30"/>
                <a:gd name="T5" fmla="*/ 2 h 22"/>
                <a:gd name="T6" fmla="*/ 30 w 30"/>
                <a:gd name="T7" fmla="*/ 13 h 22"/>
                <a:gd name="T8" fmla="*/ 0 w 30"/>
                <a:gd name="T9" fmla="*/ 37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22">
                  <a:moveTo>
                    <a:pt x="3" y="14"/>
                  </a:moveTo>
                  <a:cubicBezTo>
                    <a:pt x="8" y="10"/>
                    <a:pt x="14" y="6"/>
                    <a:pt x="20" y="3"/>
                  </a:cubicBezTo>
                  <a:cubicBezTo>
                    <a:pt x="22" y="2"/>
                    <a:pt x="27" y="0"/>
                    <a:pt x="30" y="2"/>
                  </a:cubicBezTo>
                  <a:cubicBezTo>
                    <a:pt x="27" y="5"/>
                    <a:pt x="22" y="7"/>
                    <a:pt x="19" y="8"/>
                  </a:cubicBezTo>
                  <a:cubicBezTo>
                    <a:pt x="11" y="12"/>
                    <a:pt x="6" y="16"/>
                    <a:pt x="0" y="2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645" name="Freeform 149">
              <a:extLst>
                <a:ext uri="{FF2B5EF4-FFF2-40B4-BE49-F238E27FC236}">
                  <a16:creationId xmlns:a16="http://schemas.microsoft.com/office/drawing/2014/main" id="{C8500E1C-80CA-42BC-983D-2BE6AD3B5A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8" y="1002"/>
              <a:ext cx="30" cy="11"/>
            </a:xfrm>
            <a:custGeom>
              <a:avLst/>
              <a:gdLst>
                <a:gd name="T0" fmla="*/ 0 w 26"/>
                <a:gd name="T1" fmla="*/ 0 h 10"/>
                <a:gd name="T2" fmla="*/ 40 w 26"/>
                <a:gd name="T3" fmla="*/ 13 h 10"/>
                <a:gd name="T4" fmla="*/ 18 w 26"/>
                <a:gd name="T5" fmla="*/ 11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10">
                  <a:moveTo>
                    <a:pt x="0" y="0"/>
                  </a:moveTo>
                  <a:cubicBezTo>
                    <a:pt x="6" y="1"/>
                    <a:pt x="23" y="2"/>
                    <a:pt x="26" y="10"/>
                  </a:cubicBezTo>
                  <a:cubicBezTo>
                    <a:pt x="22" y="10"/>
                    <a:pt x="16" y="9"/>
                    <a:pt x="12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646" name="Freeform 150">
              <a:extLst>
                <a:ext uri="{FF2B5EF4-FFF2-40B4-BE49-F238E27FC236}">
                  <a16:creationId xmlns:a16="http://schemas.microsoft.com/office/drawing/2014/main" id="{47D7C991-5C1F-408C-A0CE-C27735779D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5" y="1118"/>
              <a:ext cx="66" cy="111"/>
            </a:xfrm>
            <a:custGeom>
              <a:avLst/>
              <a:gdLst>
                <a:gd name="T0" fmla="*/ 0 w 57"/>
                <a:gd name="T1" fmla="*/ 0 h 96"/>
                <a:gd name="T2" fmla="*/ 88 w 57"/>
                <a:gd name="T3" fmla="*/ 148 h 96"/>
                <a:gd name="T4" fmla="*/ 0 w 57"/>
                <a:gd name="T5" fmla="*/ 0 h 9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7" h="96">
                  <a:moveTo>
                    <a:pt x="0" y="0"/>
                  </a:moveTo>
                  <a:cubicBezTo>
                    <a:pt x="0" y="0"/>
                    <a:pt x="18" y="64"/>
                    <a:pt x="57" y="96"/>
                  </a:cubicBezTo>
                  <a:cubicBezTo>
                    <a:pt x="57" y="96"/>
                    <a:pt x="14" y="47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647" name="Freeform 151">
              <a:extLst>
                <a:ext uri="{FF2B5EF4-FFF2-40B4-BE49-F238E27FC236}">
                  <a16:creationId xmlns:a16="http://schemas.microsoft.com/office/drawing/2014/main" id="{0E82D677-1FB6-472B-A3D6-A61455155BE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7" y="1244"/>
              <a:ext cx="90" cy="41"/>
            </a:xfrm>
            <a:custGeom>
              <a:avLst/>
              <a:gdLst>
                <a:gd name="T0" fmla="*/ 0 w 77"/>
                <a:gd name="T1" fmla="*/ 0 h 35"/>
                <a:gd name="T2" fmla="*/ 123 w 77"/>
                <a:gd name="T3" fmla="*/ 56 h 35"/>
                <a:gd name="T4" fmla="*/ 0 w 77"/>
                <a:gd name="T5" fmla="*/ 0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7" h="35">
                  <a:moveTo>
                    <a:pt x="0" y="0"/>
                  </a:moveTo>
                  <a:cubicBezTo>
                    <a:pt x="0" y="0"/>
                    <a:pt x="39" y="35"/>
                    <a:pt x="77" y="35"/>
                  </a:cubicBezTo>
                  <a:cubicBezTo>
                    <a:pt x="77" y="35"/>
                    <a:pt x="34" y="25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648" name="Freeform 152">
              <a:extLst>
                <a:ext uri="{FF2B5EF4-FFF2-40B4-BE49-F238E27FC236}">
                  <a16:creationId xmlns:a16="http://schemas.microsoft.com/office/drawing/2014/main" id="{45B7F5CF-1DA1-41FC-A7C0-BEB19F220C4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1" y="1049"/>
              <a:ext cx="39" cy="153"/>
            </a:xfrm>
            <a:custGeom>
              <a:avLst/>
              <a:gdLst>
                <a:gd name="T0" fmla="*/ 54 w 33"/>
                <a:gd name="T1" fmla="*/ 0 h 132"/>
                <a:gd name="T2" fmla="*/ 0 w 33"/>
                <a:gd name="T3" fmla="*/ 205 h 132"/>
                <a:gd name="T4" fmla="*/ 54 w 33"/>
                <a:gd name="T5" fmla="*/ 0 h 1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132">
                  <a:moveTo>
                    <a:pt x="33" y="0"/>
                  </a:moveTo>
                  <a:cubicBezTo>
                    <a:pt x="33" y="0"/>
                    <a:pt x="27" y="92"/>
                    <a:pt x="0" y="132"/>
                  </a:cubicBezTo>
                  <a:cubicBezTo>
                    <a:pt x="0" y="132"/>
                    <a:pt x="22" y="89"/>
                    <a:pt x="33" y="0"/>
                  </a:cubicBezTo>
                  <a:close/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649" name="Freeform 153">
              <a:extLst>
                <a:ext uri="{FF2B5EF4-FFF2-40B4-BE49-F238E27FC236}">
                  <a16:creationId xmlns:a16="http://schemas.microsoft.com/office/drawing/2014/main" id="{DF26BA10-389F-420B-BADA-2B1CA78B94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6" y="1042"/>
              <a:ext cx="70" cy="65"/>
            </a:xfrm>
            <a:custGeom>
              <a:avLst/>
              <a:gdLst>
                <a:gd name="T0" fmla="*/ 46 w 60"/>
                <a:gd name="T1" fmla="*/ 30 h 56"/>
                <a:gd name="T2" fmla="*/ 21 w 60"/>
                <a:gd name="T3" fmla="*/ 39 h 56"/>
                <a:gd name="T4" fmla="*/ 2 w 60"/>
                <a:gd name="T5" fmla="*/ 60 h 56"/>
                <a:gd name="T6" fmla="*/ 57 w 60"/>
                <a:gd name="T7" fmla="*/ 67 h 56"/>
                <a:gd name="T8" fmla="*/ 89 w 60"/>
                <a:gd name="T9" fmla="*/ 17 h 56"/>
                <a:gd name="T10" fmla="*/ 70 w 60"/>
                <a:gd name="T11" fmla="*/ 9 h 5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0" h="56">
                  <a:moveTo>
                    <a:pt x="28" y="19"/>
                  </a:moveTo>
                  <a:cubicBezTo>
                    <a:pt x="25" y="17"/>
                    <a:pt x="16" y="23"/>
                    <a:pt x="13" y="25"/>
                  </a:cubicBezTo>
                  <a:cubicBezTo>
                    <a:pt x="8" y="28"/>
                    <a:pt x="3" y="32"/>
                    <a:pt x="2" y="39"/>
                  </a:cubicBezTo>
                  <a:cubicBezTo>
                    <a:pt x="0" y="56"/>
                    <a:pt x="29" y="48"/>
                    <a:pt x="36" y="43"/>
                  </a:cubicBezTo>
                  <a:cubicBezTo>
                    <a:pt x="46" y="37"/>
                    <a:pt x="60" y="24"/>
                    <a:pt x="56" y="11"/>
                  </a:cubicBezTo>
                  <a:cubicBezTo>
                    <a:pt x="55" y="7"/>
                    <a:pt x="47" y="0"/>
                    <a:pt x="44" y="6"/>
                  </a:cubicBezTo>
                </a:path>
              </a:pathLst>
            </a:custGeom>
            <a:solidFill>
              <a:srgbClr val="FAF4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650" name="Freeform 154">
              <a:extLst>
                <a:ext uri="{FF2B5EF4-FFF2-40B4-BE49-F238E27FC236}">
                  <a16:creationId xmlns:a16="http://schemas.microsoft.com/office/drawing/2014/main" id="{EAA06D3C-D990-4B5B-900E-231DF49C33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6" y="1079"/>
              <a:ext cx="71" cy="68"/>
            </a:xfrm>
            <a:custGeom>
              <a:avLst/>
              <a:gdLst>
                <a:gd name="T0" fmla="*/ 85 w 61"/>
                <a:gd name="T1" fmla="*/ 25 h 58"/>
                <a:gd name="T2" fmla="*/ 35 w 61"/>
                <a:gd name="T3" fmla="*/ 16 h 58"/>
                <a:gd name="T4" fmla="*/ 1 w 61"/>
                <a:gd name="T5" fmla="*/ 22 h 58"/>
                <a:gd name="T6" fmla="*/ 42 w 61"/>
                <a:gd name="T7" fmla="*/ 82 h 58"/>
                <a:gd name="T8" fmla="*/ 97 w 61"/>
                <a:gd name="T9" fmla="*/ 54 h 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1" h="58">
                  <a:moveTo>
                    <a:pt x="54" y="15"/>
                  </a:moveTo>
                  <a:cubicBezTo>
                    <a:pt x="42" y="19"/>
                    <a:pt x="33" y="16"/>
                    <a:pt x="22" y="10"/>
                  </a:cubicBezTo>
                  <a:cubicBezTo>
                    <a:pt x="14" y="5"/>
                    <a:pt x="0" y="0"/>
                    <a:pt x="1" y="14"/>
                  </a:cubicBezTo>
                  <a:cubicBezTo>
                    <a:pt x="2" y="29"/>
                    <a:pt x="12" y="45"/>
                    <a:pt x="27" y="51"/>
                  </a:cubicBezTo>
                  <a:cubicBezTo>
                    <a:pt x="42" y="58"/>
                    <a:pt x="57" y="47"/>
                    <a:pt x="61" y="33"/>
                  </a:cubicBezTo>
                </a:path>
              </a:pathLst>
            </a:custGeom>
            <a:solidFill>
              <a:srgbClr val="FAF4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651" name="Freeform 155">
              <a:extLst>
                <a:ext uri="{FF2B5EF4-FFF2-40B4-BE49-F238E27FC236}">
                  <a16:creationId xmlns:a16="http://schemas.microsoft.com/office/drawing/2014/main" id="{008F6EDA-963E-4A4A-91AD-FEAFFEFF0D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3" y="887"/>
              <a:ext cx="49" cy="187"/>
            </a:xfrm>
            <a:custGeom>
              <a:avLst/>
              <a:gdLst>
                <a:gd name="T0" fmla="*/ 67 w 42"/>
                <a:gd name="T1" fmla="*/ 2 h 161"/>
                <a:gd name="T2" fmla="*/ 63 w 42"/>
                <a:gd name="T3" fmla="*/ 38 h 161"/>
                <a:gd name="T4" fmla="*/ 63 w 42"/>
                <a:gd name="T5" fmla="*/ 86 h 161"/>
                <a:gd name="T6" fmla="*/ 49 w 42"/>
                <a:gd name="T7" fmla="*/ 117 h 161"/>
                <a:gd name="T8" fmla="*/ 39 w 42"/>
                <a:gd name="T9" fmla="*/ 158 h 161"/>
                <a:gd name="T10" fmla="*/ 22 w 42"/>
                <a:gd name="T11" fmla="*/ 252 h 161"/>
                <a:gd name="T12" fmla="*/ 7 w 42"/>
                <a:gd name="T13" fmla="*/ 208 h 161"/>
                <a:gd name="T14" fmla="*/ 2 w 42"/>
                <a:gd name="T15" fmla="*/ 178 h 161"/>
                <a:gd name="T16" fmla="*/ 9 w 42"/>
                <a:gd name="T17" fmla="*/ 187 h 161"/>
                <a:gd name="T18" fmla="*/ 9 w 42"/>
                <a:gd name="T19" fmla="*/ 181 h 161"/>
                <a:gd name="T20" fmla="*/ 18 w 42"/>
                <a:gd name="T21" fmla="*/ 186 h 161"/>
                <a:gd name="T22" fmla="*/ 22 w 42"/>
                <a:gd name="T23" fmla="*/ 142 h 161"/>
                <a:gd name="T24" fmla="*/ 32 w 42"/>
                <a:gd name="T25" fmla="*/ 130 h 161"/>
                <a:gd name="T26" fmla="*/ 32 w 42"/>
                <a:gd name="T27" fmla="*/ 106 h 161"/>
                <a:gd name="T28" fmla="*/ 35 w 42"/>
                <a:gd name="T29" fmla="*/ 85 h 161"/>
                <a:gd name="T30" fmla="*/ 41 w 42"/>
                <a:gd name="T31" fmla="*/ 78 h 161"/>
                <a:gd name="T32" fmla="*/ 47 w 42"/>
                <a:gd name="T33" fmla="*/ 65 h 161"/>
                <a:gd name="T34" fmla="*/ 63 w 42"/>
                <a:gd name="T35" fmla="*/ 0 h 161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42" h="161">
                  <a:moveTo>
                    <a:pt x="42" y="2"/>
                  </a:moveTo>
                  <a:cubicBezTo>
                    <a:pt x="40" y="9"/>
                    <a:pt x="39" y="16"/>
                    <a:pt x="39" y="24"/>
                  </a:cubicBezTo>
                  <a:cubicBezTo>
                    <a:pt x="38" y="34"/>
                    <a:pt x="40" y="45"/>
                    <a:pt x="39" y="55"/>
                  </a:cubicBezTo>
                  <a:cubicBezTo>
                    <a:pt x="31" y="54"/>
                    <a:pt x="32" y="69"/>
                    <a:pt x="31" y="75"/>
                  </a:cubicBezTo>
                  <a:cubicBezTo>
                    <a:pt x="28" y="84"/>
                    <a:pt x="27" y="93"/>
                    <a:pt x="24" y="101"/>
                  </a:cubicBezTo>
                  <a:cubicBezTo>
                    <a:pt x="17" y="120"/>
                    <a:pt x="10" y="141"/>
                    <a:pt x="14" y="161"/>
                  </a:cubicBezTo>
                  <a:cubicBezTo>
                    <a:pt x="11" y="152"/>
                    <a:pt x="6" y="143"/>
                    <a:pt x="4" y="133"/>
                  </a:cubicBezTo>
                  <a:cubicBezTo>
                    <a:pt x="3" y="127"/>
                    <a:pt x="0" y="120"/>
                    <a:pt x="2" y="114"/>
                  </a:cubicBezTo>
                  <a:cubicBezTo>
                    <a:pt x="4" y="115"/>
                    <a:pt x="5" y="118"/>
                    <a:pt x="6" y="120"/>
                  </a:cubicBezTo>
                  <a:cubicBezTo>
                    <a:pt x="6" y="118"/>
                    <a:pt x="6" y="117"/>
                    <a:pt x="6" y="115"/>
                  </a:cubicBezTo>
                  <a:cubicBezTo>
                    <a:pt x="8" y="116"/>
                    <a:pt x="9" y="118"/>
                    <a:pt x="11" y="119"/>
                  </a:cubicBezTo>
                  <a:cubicBezTo>
                    <a:pt x="16" y="111"/>
                    <a:pt x="9" y="97"/>
                    <a:pt x="14" y="90"/>
                  </a:cubicBezTo>
                  <a:cubicBezTo>
                    <a:pt x="17" y="87"/>
                    <a:pt x="19" y="90"/>
                    <a:pt x="20" y="83"/>
                  </a:cubicBezTo>
                  <a:cubicBezTo>
                    <a:pt x="20" y="78"/>
                    <a:pt x="20" y="72"/>
                    <a:pt x="20" y="67"/>
                  </a:cubicBezTo>
                  <a:cubicBezTo>
                    <a:pt x="20" y="63"/>
                    <a:pt x="19" y="57"/>
                    <a:pt x="22" y="54"/>
                  </a:cubicBezTo>
                  <a:cubicBezTo>
                    <a:pt x="23" y="52"/>
                    <a:pt x="24" y="52"/>
                    <a:pt x="26" y="50"/>
                  </a:cubicBezTo>
                  <a:cubicBezTo>
                    <a:pt x="28" y="48"/>
                    <a:pt x="28" y="44"/>
                    <a:pt x="29" y="41"/>
                  </a:cubicBezTo>
                  <a:cubicBezTo>
                    <a:pt x="31" y="27"/>
                    <a:pt x="33" y="12"/>
                    <a:pt x="39" y="0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652" name="Freeform 156">
              <a:extLst>
                <a:ext uri="{FF2B5EF4-FFF2-40B4-BE49-F238E27FC236}">
                  <a16:creationId xmlns:a16="http://schemas.microsoft.com/office/drawing/2014/main" id="{6D056932-E257-4237-ADA3-541E92F8E70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9" y="890"/>
              <a:ext cx="53" cy="72"/>
            </a:xfrm>
            <a:custGeom>
              <a:avLst/>
              <a:gdLst>
                <a:gd name="T0" fmla="*/ 0 w 45"/>
                <a:gd name="T1" fmla="*/ 0 h 62"/>
                <a:gd name="T2" fmla="*/ 8 w 45"/>
                <a:gd name="T3" fmla="*/ 48 h 62"/>
                <a:gd name="T4" fmla="*/ 31 w 45"/>
                <a:gd name="T5" fmla="*/ 87 h 62"/>
                <a:gd name="T6" fmla="*/ 31 w 45"/>
                <a:gd name="T7" fmla="*/ 84 h 62"/>
                <a:gd name="T8" fmla="*/ 55 w 45"/>
                <a:gd name="T9" fmla="*/ 98 h 62"/>
                <a:gd name="T10" fmla="*/ 55 w 45"/>
                <a:gd name="T11" fmla="*/ 94 h 62"/>
                <a:gd name="T12" fmla="*/ 73 w 45"/>
                <a:gd name="T13" fmla="*/ 98 h 62"/>
                <a:gd name="T14" fmla="*/ 38 w 45"/>
                <a:gd name="T15" fmla="*/ 66 h 62"/>
                <a:gd name="T16" fmla="*/ 38 w 45"/>
                <a:gd name="T17" fmla="*/ 74 h 62"/>
                <a:gd name="T18" fmla="*/ 13 w 45"/>
                <a:gd name="T19" fmla="*/ 44 h 62"/>
                <a:gd name="T20" fmla="*/ 2 w 45"/>
                <a:gd name="T21" fmla="*/ 1 h 6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5" h="62">
                  <a:moveTo>
                    <a:pt x="0" y="0"/>
                  </a:moveTo>
                  <a:cubicBezTo>
                    <a:pt x="0" y="10"/>
                    <a:pt x="2" y="20"/>
                    <a:pt x="5" y="30"/>
                  </a:cubicBezTo>
                  <a:cubicBezTo>
                    <a:pt x="8" y="37"/>
                    <a:pt x="12" y="51"/>
                    <a:pt x="19" y="56"/>
                  </a:cubicBezTo>
                  <a:cubicBezTo>
                    <a:pt x="18" y="55"/>
                    <a:pt x="19" y="54"/>
                    <a:pt x="19" y="53"/>
                  </a:cubicBezTo>
                  <a:cubicBezTo>
                    <a:pt x="24" y="56"/>
                    <a:pt x="28" y="62"/>
                    <a:pt x="34" y="62"/>
                  </a:cubicBezTo>
                  <a:cubicBezTo>
                    <a:pt x="34" y="61"/>
                    <a:pt x="34" y="61"/>
                    <a:pt x="34" y="60"/>
                  </a:cubicBezTo>
                  <a:cubicBezTo>
                    <a:pt x="37" y="61"/>
                    <a:pt x="42" y="62"/>
                    <a:pt x="45" y="62"/>
                  </a:cubicBezTo>
                  <a:cubicBezTo>
                    <a:pt x="35" y="60"/>
                    <a:pt x="28" y="51"/>
                    <a:pt x="23" y="42"/>
                  </a:cubicBezTo>
                  <a:cubicBezTo>
                    <a:pt x="23" y="44"/>
                    <a:pt x="24" y="46"/>
                    <a:pt x="23" y="47"/>
                  </a:cubicBezTo>
                  <a:cubicBezTo>
                    <a:pt x="15" y="46"/>
                    <a:pt x="11" y="35"/>
                    <a:pt x="8" y="28"/>
                  </a:cubicBezTo>
                  <a:cubicBezTo>
                    <a:pt x="5" y="20"/>
                    <a:pt x="2" y="10"/>
                    <a:pt x="2" y="1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653" name="Freeform 157">
              <a:extLst>
                <a:ext uri="{FF2B5EF4-FFF2-40B4-BE49-F238E27FC236}">
                  <a16:creationId xmlns:a16="http://schemas.microsoft.com/office/drawing/2014/main" id="{05A90378-BE2C-460F-BFD6-A46B407048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0" y="1005"/>
              <a:ext cx="55" cy="42"/>
            </a:xfrm>
            <a:custGeom>
              <a:avLst/>
              <a:gdLst>
                <a:gd name="T0" fmla="*/ 1 w 48"/>
                <a:gd name="T1" fmla="*/ 57 h 36"/>
                <a:gd name="T2" fmla="*/ 34 w 48"/>
                <a:gd name="T3" fmla="*/ 25 h 36"/>
                <a:gd name="T4" fmla="*/ 72 w 48"/>
                <a:gd name="T5" fmla="*/ 1 h 36"/>
                <a:gd name="T6" fmla="*/ 55 w 48"/>
                <a:gd name="T7" fmla="*/ 0 h 36"/>
                <a:gd name="T8" fmla="*/ 30 w 48"/>
                <a:gd name="T9" fmla="*/ 8 h 36"/>
                <a:gd name="T10" fmla="*/ 11 w 48"/>
                <a:gd name="T11" fmla="*/ 27 h 36"/>
                <a:gd name="T12" fmla="*/ 1 w 48"/>
                <a:gd name="T13" fmla="*/ 55 h 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8" h="36">
                  <a:moveTo>
                    <a:pt x="1" y="36"/>
                  </a:moveTo>
                  <a:cubicBezTo>
                    <a:pt x="5" y="27"/>
                    <a:pt x="15" y="20"/>
                    <a:pt x="23" y="15"/>
                  </a:cubicBezTo>
                  <a:cubicBezTo>
                    <a:pt x="31" y="11"/>
                    <a:pt x="43" y="8"/>
                    <a:pt x="48" y="1"/>
                  </a:cubicBezTo>
                  <a:cubicBezTo>
                    <a:pt x="47" y="0"/>
                    <a:pt x="40" y="0"/>
                    <a:pt x="37" y="0"/>
                  </a:cubicBezTo>
                  <a:cubicBezTo>
                    <a:pt x="31" y="0"/>
                    <a:pt x="25" y="2"/>
                    <a:pt x="20" y="5"/>
                  </a:cubicBezTo>
                  <a:cubicBezTo>
                    <a:pt x="15" y="8"/>
                    <a:pt x="11" y="12"/>
                    <a:pt x="8" y="17"/>
                  </a:cubicBezTo>
                  <a:cubicBezTo>
                    <a:pt x="5" y="21"/>
                    <a:pt x="0" y="29"/>
                    <a:pt x="1" y="3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654" name="Freeform 158">
              <a:extLst>
                <a:ext uri="{FF2B5EF4-FFF2-40B4-BE49-F238E27FC236}">
                  <a16:creationId xmlns:a16="http://schemas.microsoft.com/office/drawing/2014/main" id="{A6581CEF-860E-4B55-BA71-639BA11F70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8" y="1143"/>
              <a:ext cx="23" cy="18"/>
            </a:xfrm>
            <a:custGeom>
              <a:avLst/>
              <a:gdLst>
                <a:gd name="T0" fmla="*/ 0 w 20"/>
                <a:gd name="T1" fmla="*/ 0 h 15"/>
                <a:gd name="T2" fmla="*/ 20 w 20"/>
                <a:gd name="T3" fmla="*/ 24 h 15"/>
                <a:gd name="T4" fmla="*/ 30 w 20"/>
                <a:gd name="T5" fmla="*/ 19 h 15"/>
                <a:gd name="T6" fmla="*/ 0 w 20"/>
                <a:gd name="T7" fmla="*/ 2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15">
                  <a:moveTo>
                    <a:pt x="0" y="0"/>
                  </a:moveTo>
                  <a:cubicBezTo>
                    <a:pt x="3" y="5"/>
                    <a:pt x="6" y="13"/>
                    <a:pt x="13" y="14"/>
                  </a:cubicBezTo>
                  <a:cubicBezTo>
                    <a:pt x="16" y="15"/>
                    <a:pt x="19" y="15"/>
                    <a:pt x="20" y="11"/>
                  </a:cubicBezTo>
                  <a:cubicBezTo>
                    <a:pt x="13" y="11"/>
                    <a:pt x="4" y="8"/>
                    <a:pt x="0" y="2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655" name="Freeform 159">
              <a:extLst>
                <a:ext uri="{FF2B5EF4-FFF2-40B4-BE49-F238E27FC236}">
                  <a16:creationId xmlns:a16="http://schemas.microsoft.com/office/drawing/2014/main" id="{6961721B-97BA-4419-A7EE-D59690E290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2" y="1223"/>
              <a:ext cx="101" cy="79"/>
            </a:xfrm>
            <a:custGeom>
              <a:avLst/>
              <a:gdLst>
                <a:gd name="T0" fmla="*/ 0 w 87"/>
                <a:gd name="T1" fmla="*/ 102 h 68"/>
                <a:gd name="T2" fmla="*/ 66 w 87"/>
                <a:gd name="T3" fmla="*/ 80 h 68"/>
                <a:gd name="T4" fmla="*/ 117 w 87"/>
                <a:gd name="T5" fmla="*/ 38 h 68"/>
                <a:gd name="T6" fmla="*/ 136 w 87"/>
                <a:gd name="T7" fmla="*/ 0 h 68"/>
                <a:gd name="T8" fmla="*/ 129 w 87"/>
                <a:gd name="T9" fmla="*/ 51 h 68"/>
                <a:gd name="T10" fmla="*/ 92 w 87"/>
                <a:gd name="T11" fmla="*/ 84 h 68"/>
                <a:gd name="T12" fmla="*/ 48 w 87"/>
                <a:gd name="T13" fmla="*/ 100 h 68"/>
                <a:gd name="T14" fmla="*/ 9 w 87"/>
                <a:gd name="T15" fmla="*/ 107 h 6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7" h="68">
                  <a:moveTo>
                    <a:pt x="0" y="65"/>
                  </a:moveTo>
                  <a:cubicBezTo>
                    <a:pt x="18" y="65"/>
                    <a:pt x="29" y="60"/>
                    <a:pt x="42" y="51"/>
                  </a:cubicBezTo>
                  <a:cubicBezTo>
                    <a:pt x="54" y="44"/>
                    <a:pt x="63" y="30"/>
                    <a:pt x="75" y="24"/>
                  </a:cubicBezTo>
                  <a:cubicBezTo>
                    <a:pt x="77" y="15"/>
                    <a:pt x="87" y="10"/>
                    <a:pt x="87" y="0"/>
                  </a:cubicBezTo>
                  <a:cubicBezTo>
                    <a:pt x="87" y="10"/>
                    <a:pt x="85" y="23"/>
                    <a:pt x="83" y="33"/>
                  </a:cubicBezTo>
                  <a:cubicBezTo>
                    <a:pt x="81" y="45"/>
                    <a:pt x="70" y="48"/>
                    <a:pt x="59" y="53"/>
                  </a:cubicBezTo>
                  <a:cubicBezTo>
                    <a:pt x="50" y="57"/>
                    <a:pt x="40" y="62"/>
                    <a:pt x="30" y="64"/>
                  </a:cubicBezTo>
                  <a:cubicBezTo>
                    <a:pt x="25" y="65"/>
                    <a:pt x="7" y="66"/>
                    <a:pt x="6" y="68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656" name="Freeform 160">
              <a:extLst>
                <a:ext uri="{FF2B5EF4-FFF2-40B4-BE49-F238E27FC236}">
                  <a16:creationId xmlns:a16="http://schemas.microsoft.com/office/drawing/2014/main" id="{EAD76A7D-F5AB-492F-B068-F073BA1483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5" y="1379"/>
              <a:ext cx="130" cy="51"/>
            </a:xfrm>
            <a:custGeom>
              <a:avLst/>
              <a:gdLst>
                <a:gd name="T0" fmla="*/ 3 w 112"/>
                <a:gd name="T1" fmla="*/ 0 h 44"/>
                <a:gd name="T2" fmla="*/ 101 w 112"/>
                <a:gd name="T3" fmla="*/ 37 h 44"/>
                <a:gd name="T4" fmla="*/ 175 w 112"/>
                <a:gd name="T5" fmla="*/ 66 h 44"/>
                <a:gd name="T6" fmla="*/ 74 w 112"/>
                <a:gd name="T7" fmla="*/ 51 h 44"/>
                <a:gd name="T8" fmla="*/ 33 w 112"/>
                <a:gd name="T9" fmla="*/ 26 h 44"/>
                <a:gd name="T10" fmla="*/ 0 w 112"/>
                <a:gd name="T11" fmla="*/ 1 h 4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2" h="44">
                  <a:moveTo>
                    <a:pt x="3" y="0"/>
                  </a:moveTo>
                  <a:cubicBezTo>
                    <a:pt x="24" y="3"/>
                    <a:pt x="46" y="15"/>
                    <a:pt x="65" y="24"/>
                  </a:cubicBezTo>
                  <a:cubicBezTo>
                    <a:pt x="80" y="31"/>
                    <a:pt x="96" y="38"/>
                    <a:pt x="112" y="42"/>
                  </a:cubicBezTo>
                  <a:cubicBezTo>
                    <a:pt x="89" y="44"/>
                    <a:pt x="68" y="43"/>
                    <a:pt x="47" y="33"/>
                  </a:cubicBezTo>
                  <a:cubicBezTo>
                    <a:pt x="37" y="28"/>
                    <a:pt x="29" y="23"/>
                    <a:pt x="21" y="16"/>
                  </a:cubicBezTo>
                  <a:cubicBezTo>
                    <a:pt x="16" y="11"/>
                    <a:pt x="3" y="7"/>
                    <a:pt x="0" y="1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657" name="Freeform 161">
              <a:extLst>
                <a:ext uri="{FF2B5EF4-FFF2-40B4-BE49-F238E27FC236}">
                  <a16:creationId xmlns:a16="http://schemas.microsoft.com/office/drawing/2014/main" id="{AF4470E0-A320-4B2B-9552-BFEDBDF2A68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0" y="1401"/>
              <a:ext cx="38" cy="23"/>
            </a:xfrm>
            <a:custGeom>
              <a:avLst/>
              <a:gdLst>
                <a:gd name="T0" fmla="*/ 0 w 33"/>
                <a:gd name="T1" fmla="*/ 1 h 20"/>
                <a:gd name="T2" fmla="*/ 26 w 33"/>
                <a:gd name="T3" fmla="*/ 28 h 20"/>
                <a:gd name="T4" fmla="*/ 51 w 33"/>
                <a:gd name="T5" fmla="*/ 16 h 20"/>
                <a:gd name="T6" fmla="*/ 8 w 33"/>
                <a:gd name="T7" fmla="*/ 0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20">
                  <a:moveTo>
                    <a:pt x="0" y="1"/>
                  </a:moveTo>
                  <a:cubicBezTo>
                    <a:pt x="5" y="6"/>
                    <a:pt x="10" y="15"/>
                    <a:pt x="17" y="18"/>
                  </a:cubicBezTo>
                  <a:cubicBezTo>
                    <a:pt x="23" y="20"/>
                    <a:pt x="30" y="14"/>
                    <a:pt x="33" y="10"/>
                  </a:cubicBezTo>
                  <a:cubicBezTo>
                    <a:pt x="25" y="13"/>
                    <a:pt x="8" y="10"/>
                    <a:pt x="5" y="0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658" name="Freeform 162">
              <a:extLst>
                <a:ext uri="{FF2B5EF4-FFF2-40B4-BE49-F238E27FC236}">
                  <a16:creationId xmlns:a16="http://schemas.microsoft.com/office/drawing/2014/main" id="{CE797451-EC67-447F-990D-1AD202F71CD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4" y="1388"/>
              <a:ext cx="145" cy="36"/>
            </a:xfrm>
            <a:custGeom>
              <a:avLst/>
              <a:gdLst>
                <a:gd name="T0" fmla="*/ 0 w 125"/>
                <a:gd name="T1" fmla="*/ 41 h 31"/>
                <a:gd name="T2" fmla="*/ 39 w 125"/>
                <a:gd name="T3" fmla="*/ 26 h 31"/>
                <a:gd name="T4" fmla="*/ 104 w 125"/>
                <a:gd name="T5" fmla="*/ 12 h 31"/>
                <a:gd name="T6" fmla="*/ 195 w 125"/>
                <a:gd name="T7" fmla="*/ 1 h 31"/>
                <a:gd name="T8" fmla="*/ 146 w 125"/>
                <a:gd name="T9" fmla="*/ 16 h 31"/>
                <a:gd name="T10" fmla="*/ 82 w 125"/>
                <a:gd name="T11" fmla="*/ 33 h 31"/>
                <a:gd name="T12" fmla="*/ 35 w 125"/>
                <a:gd name="T13" fmla="*/ 42 h 31"/>
                <a:gd name="T14" fmla="*/ 2 w 125"/>
                <a:gd name="T15" fmla="*/ 45 h 3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5" h="31">
                  <a:moveTo>
                    <a:pt x="0" y="26"/>
                  </a:moveTo>
                  <a:cubicBezTo>
                    <a:pt x="9" y="23"/>
                    <a:pt x="16" y="18"/>
                    <a:pt x="25" y="16"/>
                  </a:cubicBezTo>
                  <a:cubicBezTo>
                    <a:pt x="38" y="12"/>
                    <a:pt x="53" y="10"/>
                    <a:pt x="67" y="8"/>
                  </a:cubicBezTo>
                  <a:cubicBezTo>
                    <a:pt x="86" y="6"/>
                    <a:pt x="106" y="2"/>
                    <a:pt x="125" y="1"/>
                  </a:cubicBezTo>
                  <a:cubicBezTo>
                    <a:pt x="115" y="0"/>
                    <a:pt x="103" y="7"/>
                    <a:pt x="94" y="10"/>
                  </a:cubicBezTo>
                  <a:cubicBezTo>
                    <a:pt x="80" y="15"/>
                    <a:pt x="67" y="18"/>
                    <a:pt x="53" y="21"/>
                  </a:cubicBezTo>
                  <a:cubicBezTo>
                    <a:pt x="42" y="24"/>
                    <a:pt x="32" y="25"/>
                    <a:pt x="22" y="27"/>
                  </a:cubicBezTo>
                  <a:cubicBezTo>
                    <a:pt x="16" y="28"/>
                    <a:pt x="7" y="31"/>
                    <a:pt x="2" y="29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659" name="Freeform 163">
              <a:extLst>
                <a:ext uri="{FF2B5EF4-FFF2-40B4-BE49-F238E27FC236}">
                  <a16:creationId xmlns:a16="http://schemas.microsoft.com/office/drawing/2014/main" id="{ABF4D512-9E21-41BE-90AA-28C4E31CC1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3" y="1367"/>
              <a:ext cx="117" cy="30"/>
            </a:xfrm>
            <a:custGeom>
              <a:avLst/>
              <a:gdLst>
                <a:gd name="T0" fmla="*/ 0 w 101"/>
                <a:gd name="T1" fmla="*/ 40 h 26"/>
                <a:gd name="T2" fmla="*/ 73 w 101"/>
                <a:gd name="T3" fmla="*/ 10 h 26"/>
                <a:gd name="T4" fmla="*/ 158 w 101"/>
                <a:gd name="T5" fmla="*/ 1 h 26"/>
                <a:gd name="T6" fmla="*/ 68 w 101"/>
                <a:gd name="T7" fmla="*/ 7 h 26"/>
                <a:gd name="T8" fmla="*/ 3 w 101"/>
                <a:gd name="T9" fmla="*/ 33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1" h="26">
                  <a:moveTo>
                    <a:pt x="0" y="26"/>
                  </a:moveTo>
                  <a:cubicBezTo>
                    <a:pt x="16" y="19"/>
                    <a:pt x="31" y="13"/>
                    <a:pt x="47" y="7"/>
                  </a:cubicBezTo>
                  <a:cubicBezTo>
                    <a:pt x="63" y="1"/>
                    <a:pt x="84" y="1"/>
                    <a:pt x="101" y="1"/>
                  </a:cubicBezTo>
                  <a:cubicBezTo>
                    <a:pt x="83" y="1"/>
                    <a:pt x="62" y="0"/>
                    <a:pt x="44" y="4"/>
                  </a:cubicBezTo>
                  <a:cubicBezTo>
                    <a:pt x="28" y="6"/>
                    <a:pt x="16" y="16"/>
                    <a:pt x="3" y="2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660" name="Freeform 164">
              <a:extLst>
                <a:ext uri="{FF2B5EF4-FFF2-40B4-BE49-F238E27FC236}">
                  <a16:creationId xmlns:a16="http://schemas.microsoft.com/office/drawing/2014/main" id="{247F96C2-4B99-4676-B088-BD6E6EABAB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8" y="1359"/>
              <a:ext cx="118" cy="37"/>
            </a:xfrm>
            <a:custGeom>
              <a:avLst/>
              <a:gdLst>
                <a:gd name="T0" fmla="*/ 0 w 102"/>
                <a:gd name="T1" fmla="*/ 0 h 32"/>
                <a:gd name="T2" fmla="*/ 39 w 102"/>
                <a:gd name="T3" fmla="*/ 10 h 32"/>
                <a:gd name="T4" fmla="*/ 75 w 102"/>
                <a:gd name="T5" fmla="*/ 22 h 32"/>
                <a:gd name="T6" fmla="*/ 118 w 102"/>
                <a:gd name="T7" fmla="*/ 36 h 32"/>
                <a:gd name="T8" fmla="*/ 158 w 102"/>
                <a:gd name="T9" fmla="*/ 50 h 32"/>
                <a:gd name="T10" fmla="*/ 127 w 102"/>
                <a:gd name="T11" fmla="*/ 34 h 32"/>
                <a:gd name="T12" fmla="*/ 87 w 102"/>
                <a:gd name="T13" fmla="*/ 20 h 32"/>
                <a:gd name="T14" fmla="*/ 10 w 102"/>
                <a:gd name="T15" fmla="*/ 2 h 3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2" h="32">
                  <a:moveTo>
                    <a:pt x="0" y="0"/>
                  </a:moveTo>
                  <a:cubicBezTo>
                    <a:pt x="8" y="0"/>
                    <a:pt x="17" y="5"/>
                    <a:pt x="25" y="7"/>
                  </a:cubicBezTo>
                  <a:cubicBezTo>
                    <a:pt x="33" y="9"/>
                    <a:pt x="40" y="12"/>
                    <a:pt x="48" y="14"/>
                  </a:cubicBezTo>
                  <a:cubicBezTo>
                    <a:pt x="57" y="17"/>
                    <a:pt x="66" y="20"/>
                    <a:pt x="76" y="23"/>
                  </a:cubicBezTo>
                  <a:cubicBezTo>
                    <a:pt x="83" y="26"/>
                    <a:pt x="96" y="26"/>
                    <a:pt x="102" y="32"/>
                  </a:cubicBezTo>
                  <a:cubicBezTo>
                    <a:pt x="95" y="30"/>
                    <a:pt x="89" y="26"/>
                    <a:pt x="82" y="22"/>
                  </a:cubicBezTo>
                  <a:cubicBezTo>
                    <a:pt x="74" y="18"/>
                    <a:pt x="65" y="15"/>
                    <a:pt x="56" y="13"/>
                  </a:cubicBezTo>
                  <a:cubicBezTo>
                    <a:pt x="40" y="8"/>
                    <a:pt x="23" y="6"/>
                    <a:pt x="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661" name="Freeform 165">
              <a:extLst>
                <a:ext uri="{FF2B5EF4-FFF2-40B4-BE49-F238E27FC236}">
                  <a16:creationId xmlns:a16="http://schemas.microsoft.com/office/drawing/2014/main" id="{899638F2-BB50-403D-9D50-11138718F6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0" y="1231"/>
              <a:ext cx="99" cy="113"/>
            </a:xfrm>
            <a:custGeom>
              <a:avLst/>
              <a:gdLst>
                <a:gd name="T0" fmla="*/ 89 w 85"/>
                <a:gd name="T1" fmla="*/ 0 h 97"/>
                <a:gd name="T2" fmla="*/ 0 w 85"/>
                <a:gd name="T3" fmla="*/ 154 h 97"/>
                <a:gd name="T4" fmla="*/ 89 w 85"/>
                <a:gd name="T5" fmla="*/ 0 h 9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5" h="97">
                  <a:moveTo>
                    <a:pt x="56" y="0"/>
                  </a:moveTo>
                  <a:cubicBezTo>
                    <a:pt x="56" y="0"/>
                    <a:pt x="82" y="77"/>
                    <a:pt x="0" y="97"/>
                  </a:cubicBezTo>
                  <a:cubicBezTo>
                    <a:pt x="0" y="97"/>
                    <a:pt x="85" y="94"/>
                    <a:pt x="5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662" name="Freeform 166">
              <a:extLst>
                <a:ext uri="{FF2B5EF4-FFF2-40B4-BE49-F238E27FC236}">
                  <a16:creationId xmlns:a16="http://schemas.microsoft.com/office/drawing/2014/main" id="{FC66D352-4A9C-4E7F-8988-059A42FE1B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8" y="1361"/>
              <a:ext cx="123" cy="163"/>
            </a:xfrm>
            <a:custGeom>
              <a:avLst/>
              <a:gdLst>
                <a:gd name="T0" fmla="*/ 166 w 106"/>
                <a:gd name="T1" fmla="*/ 3 h 140"/>
                <a:gd name="T2" fmla="*/ 0 w 106"/>
                <a:gd name="T3" fmla="*/ 221 h 140"/>
                <a:gd name="T4" fmla="*/ 166 w 106"/>
                <a:gd name="T5" fmla="*/ 3 h 1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6" h="140">
                  <a:moveTo>
                    <a:pt x="106" y="3"/>
                  </a:moveTo>
                  <a:cubicBezTo>
                    <a:pt x="106" y="3"/>
                    <a:pt x="11" y="0"/>
                    <a:pt x="0" y="140"/>
                  </a:cubicBezTo>
                  <a:cubicBezTo>
                    <a:pt x="0" y="140"/>
                    <a:pt x="33" y="19"/>
                    <a:pt x="106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663" name="Freeform 167">
              <a:extLst>
                <a:ext uri="{FF2B5EF4-FFF2-40B4-BE49-F238E27FC236}">
                  <a16:creationId xmlns:a16="http://schemas.microsoft.com/office/drawing/2014/main" id="{70AB9718-9C10-446A-82CE-368BF8A406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2" y="1831"/>
              <a:ext cx="26" cy="495"/>
            </a:xfrm>
            <a:custGeom>
              <a:avLst/>
              <a:gdLst>
                <a:gd name="T0" fmla="*/ 33 w 23"/>
                <a:gd name="T1" fmla="*/ 0 h 427"/>
                <a:gd name="T2" fmla="*/ 7 w 23"/>
                <a:gd name="T3" fmla="*/ 241 h 427"/>
                <a:gd name="T4" fmla="*/ 29 w 23"/>
                <a:gd name="T5" fmla="*/ 665 h 427"/>
                <a:gd name="T6" fmla="*/ 23 w 23"/>
                <a:gd name="T7" fmla="*/ 246 h 427"/>
                <a:gd name="T8" fmla="*/ 33 w 23"/>
                <a:gd name="T9" fmla="*/ 0 h 4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427">
                  <a:moveTo>
                    <a:pt x="23" y="0"/>
                  </a:moveTo>
                  <a:cubicBezTo>
                    <a:pt x="23" y="0"/>
                    <a:pt x="0" y="85"/>
                    <a:pt x="4" y="154"/>
                  </a:cubicBezTo>
                  <a:cubicBezTo>
                    <a:pt x="8" y="224"/>
                    <a:pt x="20" y="427"/>
                    <a:pt x="20" y="427"/>
                  </a:cubicBezTo>
                  <a:cubicBezTo>
                    <a:pt x="20" y="427"/>
                    <a:pt x="17" y="187"/>
                    <a:pt x="16" y="158"/>
                  </a:cubicBezTo>
                  <a:cubicBezTo>
                    <a:pt x="14" y="130"/>
                    <a:pt x="14" y="38"/>
                    <a:pt x="2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664" name="Freeform 168">
              <a:extLst>
                <a:ext uri="{FF2B5EF4-FFF2-40B4-BE49-F238E27FC236}">
                  <a16:creationId xmlns:a16="http://schemas.microsoft.com/office/drawing/2014/main" id="{C0D32963-2A75-43CE-85EE-E03A8AA4C10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6" y="1666"/>
              <a:ext cx="73" cy="34"/>
            </a:xfrm>
            <a:custGeom>
              <a:avLst/>
              <a:gdLst>
                <a:gd name="T0" fmla="*/ 0 w 63"/>
                <a:gd name="T1" fmla="*/ 25 h 29"/>
                <a:gd name="T2" fmla="*/ 98 w 63"/>
                <a:gd name="T3" fmla="*/ 0 h 29"/>
                <a:gd name="T4" fmla="*/ 0 w 63"/>
                <a:gd name="T5" fmla="*/ 25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3" h="29">
                  <a:moveTo>
                    <a:pt x="0" y="15"/>
                  </a:moveTo>
                  <a:cubicBezTo>
                    <a:pt x="0" y="15"/>
                    <a:pt x="42" y="23"/>
                    <a:pt x="63" y="0"/>
                  </a:cubicBezTo>
                  <a:cubicBezTo>
                    <a:pt x="63" y="0"/>
                    <a:pt x="56" y="29"/>
                    <a:pt x="0" y="15"/>
                  </a:cubicBezTo>
                  <a:close/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665" name="Freeform 169">
              <a:extLst>
                <a:ext uri="{FF2B5EF4-FFF2-40B4-BE49-F238E27FC236}">
                  <a16:creationId xmlns:a16="http://schemas.microsoft.com/office/drawing/2014/main" id="{4908196B-E698-4521-8E7D-9F4BD88E54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4" y="2473"/>
              <a:ext cx="38" cy="89"/>
            </a:xfrm>
            <a:custGeom>
              <a:avLst/>
              <a:gdLst>
                <a:gd name="T0" fmla="*/ 10 w 33"/>
                <a:gd name="T1" fmla="*/ 0 h 77"/>
                <a:gd name="T2" fmla="*/ 12 w 33"/>
                <a:gd name="T3" fmla="*/ 76 h 77"/>
                <a:gd name="T4" fmla="*/ 51 w 33"/>
                <a:gd name="T5" fmla="*/ 118 h 77"/>
                <a:gd name="T6" fmla="*/ 3 w 33"/>
                <a:gd name="T7" fmla="*/ 79 h 77"/>
                <a:gd name="T8" fmla="*/ 12 w 33"/>
                <a:gd name="T9" fmla="*/ 7 h 7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77">
                  <a:moveTo>
                    <a:pt x="7" y="0"/>
                  </a:moveTo>
                  <a:cubicBezTo>
                    <a:pt x="7" y="16"/>
                    <a:pt x="5" y="33"/>
                    <a:pt x="8" y="49"/>
                  </a:cubicBezTo>
                  <a:cubicBezTo>
                    <a:pt x="10" y="60"/>
                    <a:pt x="24" y="69"/>
                    <a:pt x="33" y="76"/>
                  </a:cubicBezTo>
                  <a:cubicBezTo>
                    <a:pt x="20" y="77"/>
                    <a:pt x="6" y="63"/>
                    <a:pt x="3" y="51"/>
                  </a:cubicBezTo>
                  <a:cubicBezTo>
                    <a:pt x="0" y="37"/>
                    <a:pt x="1" y="17"/>
                    <a:pt x="8" y="4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666" name="Freeform 170">
              <a:extLst>
                <a:ext uri="{FF2B5EF4-FFF2-40B4-BE49-F238E27FC236}">
                  <a16:creationId xmlns:a16="http://schemas.microsoft.com/office/drawing/2014/main" id="{00A073B8-7648-4786-B58E-3EDF7C7C12F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7" y="2358"/>
              <a:ext cx="23" cy="120"/>
            </a:xfrm>
            <a:custGeom>
              <a:avLst/>
              <a:gdLst>
                <a:gd name="T0" fmla="*/ 12 w 19"/>
                <a:gd name="T1" fmla="*/ 0 h 103"/>
                <a:gd name="T2" fmla="*/ 30 w 19"/>
                <a:gd name="T3" fmla="*/ 38 h 103"/>
                <a:gd name="T4" fmla="*/ 34 w 19"/>
                <a:gd name="T5" fmla="*/ 87 h 103"/>
                <a:gd name="T6" fmla="*/ 27 w 19"/>
                <a:gd name="T7" fmla="*/ 163 h 103"/>
                <a:gd name="T8" fmla="*/ 6 w 19"/>
                <a:gd name="T9" fmla="*/ 163 h 103"/>
                <a:gd name="T10" fmla="*/ 10 w 19"/>
                <a:gd name="T11" fmla="*/ 122 h 103"/>
                <a:gd name="T12" fmla="*/ 16 w 19"/>
                <a:gd name="T13" fmla="*/ 71 h 103"/>
                <a:gd name="T14" fmla="*/ 12 w 19"/>
                <a:gd name="T15" fmla="*/ 3 h 10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9" h="103">
                  <a:moveTo>
                    <a:pt x="7" y="0"/>
                  </a:moveTo>
                  <a:cubicBezTo>
                    <a:pt x="11" y="8"/>
                    <a:pt x="15" y="16"/>
                    <a:pt x="17" y="24"/>
                  </a:cubicBezTo>
                  <a:cubicBezTo>
                    <a:pt x="19" y="34"/>
                    <a:pt x="19" y="45"/>
                    <a:pt x="19" y="55"/>
                  </a:cubicBezTo>
                  <a:cubicBezTo>
                    <a:pt x="18" y="71"/>
                    <a:pt x="16" y="87"/>
                    <a:pt x="15" y="103"/>
                  </a:cubicBezTo>
                  <a:cubicBezTo>
                    <a:pt x="11" y="103"/>
                    <a:pt x="7" y="102"/>
                    <a:pt x="3" y="103"/>
                  </a:cubicBezTo>
                  <a:cubicBezTo>
                    <a:pt x="0" y="97"/>
                    <a:pt x="6" y="84"/>
                    <a:pt x="6" y="77"/>
                  </a:cubicBezTo>
                  <a:cubicBezTo>
                    <a:pt x="7" y="66"/>
                    <a:pt x="8" y="56"/>
                    <a:pt x="9" y="45"/>
                  </a:cubicBezTo>
                  <a:cubicBezTo>
                    <a:pt x="9" y="31"/>
                    <a:pt x="10" y="17"/>
                    <a:pt x="7" y="3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667" name="Freeform 171">
              <a:extLst>
                <a:ext uri="{FF2B5EF4-FFF2-40B4-BE49-F238E27FC236}">
                  <a16:creationId xmlns:a16="http://schemas.microsoft.com/office/drawing/2014/main" id="{4046122D-79B3-493B-A22A-8286930C3C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8" y="2479"/>
              <a:ext cx="58" cy="98"/>
            </a:xfrm>
            <a:custGeom>
              <a:avLst/>
              <a:gdLst>
                <a:gd name="T0" fmla="*/ 8 w 50"/>
                <a:gd name="T1" fmla="*/ 0 h 85"/>
                <a:gd name="T2" fmla="*/ 12 w 50"/>
                <a:gd name="T3" fmla="*/ 51 h 85"/>
                <a:gd name="T4" fmla="*/ 26 w 50"/>
                <a:gd name="T5" fmla="*/ 84 h 85"/>
                <a:gd name="T6" fmla="*/ 51 w 50"/>
                <a:gd name="T7" fmla="*/ 111 h 85"/>
                <a:gd name="T8" fmla="*/ 78 w 50"/>
                <a:gd name="T9" fmla="*/ 130 h 85"/>
                <a:gd name="T10" fmla="*/ 10 w 50"/>
                <a:gd name="T11" fmla="*/ 80 h 85"/>
                <a:gd name="T12" fmla="*/ 3 w 50"/>
                <a:gd name="T13" fmla="*/ 3 h 8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0" h="85">
                  <a:moveTo>
                    <a:pt x="5" y="0"/>
                  </a:moveTo>
                  <a:cubicBezTo>
                    <a:pt x="4" y="11"/>
                    <a:pt x="7" y="22"/>
                    <a:pt x="8" y="33"/>
                  </a:cubicBezTo>
                  <a:cubicBezTo>
                    <a:pt x="8" y="41"/>
                    <a:pt x="11" y="49"/>
                    <a:pt x="16" y="55"/>
                  </a:cubicBezTo>
                  <a:cubicBezTo>
                    <a:pt x="21" y="61"/>
                    <a:pt x="27" y="67"/>
                    <a:pt x="33" y="72"/>
                  </a:cubicBezTo>
                  <a:cubicBezTo>
                    <a:pt x="38" y="76"/>
                    <a:pt x="45" y="79"/>
                    <a:pt x="50" y="85"/>
                  </a:cubicBezTo>
                  <a:cubicBezTo>
                    <a:pt x="35" y="79"/>
                    <a:pt x="14" y="68"/>
                    <a:pt x="7" y="52"/>
                  </a:cubicBezTo>
                  <a:cubicBezTo>
                    <a:pt x="0" y="37"/>
                    <a:pt x="3" y="19"/>
                    <a:pt x="3" y="3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668" name="Freeform 172">
              <a:extLst>
                <a:ext uri="{FF2B5EF4-FFF2-40B4-BE49-F238E27FC236}">
                  <a16:creationId xmlns:a16="http://schemas.microsoft.com/office/drawing/2014/main" id="{10A18B09-71A9-444B-A5ED-5E85216479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0" y="2489"/>
              <a:ext cx="16" cy="51"/>
            </a:xfrm>
            <a:custGeom>
              <a:avLst/>
              <a:gdLst>
                <a:gd name="T0" fmla="*/ 1 w 14"/>
                <a:gd name="T1" fmla="*/ 0 h 44"/>
                <a:gd name="T2" fmla="*/ 21 w 14"/>
                <a:gd name="T3" fmla="*/ 68 h 44"/>
                <a:gd name="T4" fmla="*/ 3 w 14"/>
                <a:gd name="T5" fmla="*/ 36 h 44"/>
                <a:gd name="T6" fmla="*/ 0 w 14"/>
                <a:gd name="T7" fmla="*/ 3 h 4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44">
                  <a:moveTo>
                    <a:pt x="1" y="0"/>
                  </a:moveTo>
                  <a:cubicBezTo>
                    <a:pt x="6" y="14"/>
                    <a:pt x="11" y="30"/>
                    <a:pt x="14" y="44"/>
                  </a:cubicBezTo>
                  <a:cubicBezTo>
                    <a:pt x="9" y="36"/>
                    <a:pt x="5" y="32"/>
                    <a:pt x="3" y="23"/>
                  </a:cubicBezTo>
                  <a:cubicBezTo>
                    <a:pt x="2" y="16"/>
                    <a:pt x="0" y="9"/>
                    <a:pt x="0" y="3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669" name="Freeform 173">
              <a:extLst>
                <a:ext uri="{FF2B5EF4-FFF2-40B4-BE49-F238E27FC236}">
                  <a16:creationId xmlns:a16="http://schemas.microsoft.com/office/drawing/2014/main" id="{65934C50-85B8-433E-A64F-2CDEBC3E3B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4" y="2508"/>
              <a:ext cx="4" cy="13"/>
            </a:xfrm>
            <a:custGeom>
              <a:avLst/>
              <a:gdLst>
                <a:gd name="T0" fmla="*/ 0 w 4"/>
                <a:gd name="T1" fmla="*/ 0 h 11"/>
                <a:gd name="T2" fmla="*/ 3 w 4"/>
                <a:gd name="T3" fmla="*/ 18 h 11"/>
                <a:gd name="T4" fmla="*/ 1 w 4"/>
                <a:gd name="T5" fmla="*/ 1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11">
                  <a:moveTo>
                    <a:pt x="0" y="0"/>
                  </a:moveTo>
                  <a:cubicBezTo>
                    <a:pt x="1" y="0"/>
                    <a:pt x="4" y="7"/>
                    <a:pt x="3" y="11"/>
                  </a:cubicBezTo>
                  <a:cubicBezTo>
                    <a:pt x="1" y="9"/>
                    <a:pt x="1" y="4"/>
                    <a:pt x="1" y="1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670" name="Freeform 174">
              <a:extLst>
                <a:ext uri="{FF2B5EF4-FFF2-40B4-BE49-F238E27FC236}">
                  <a16:creationId xmlns:a16="http://schemas.microsoft.com/office/drawing/2014/main" id="{ADE4DB6D-92D3-46D3-90DB-0DFD9398EC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9" y="2489"/>
              <a:ext cx="8" cy="33"/>
            </a:xfrm>
            <a:custGeom>
              <a:avLst/>
              <a:gdLst>
                <a:gd name="T0" fmla="*/ 3 w 7"/>
                <a:gd name="T1" fmla="*/ 0 h 28"/>
                <a:gd name="T2" fmla="*/ 7 w 7"/>
                <a:gd name="T3" fmla="*/ 46 h 28"/>
                <a:gd name="T4" fmla="*/ 8 w 7"/>
                <a:gd name="T5" fmla="*/ 2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28">
                  <a:moveTo>
                    <a:pt x="3" y="0"/>
                  </a:moveTo>
                  <a:cubicBezTo>
                    <a:pt x="7" y="8"/>
                    <a:pt x="1" y="20"/>
                    <a:pt x="4" y="28"/>
                  </a:cubicBezTo>
                  <a:cubicBezTo>
                    <a:pt x="0" y="24"/>
                    <a:pt x="2" y="7"/>
                    <a:pt x="5" y="2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671" name="Freeform 175">
              <a:extLst>
                <a:ext uri="{FF2B5EF4-FFF2-40B4-BE49-F238E27FC236}">
                  <a16:creationId xmlns:a16="http://schemas.microsoft.com/office/drawing/2014/main" id="{43C20075-B291-4656-B3EF-295F2B6BB2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5" y="2467"/>
              <a:ext cx="26" cy="87"/>
            </a:xfrm>
            <a:custGeom>
              <a:avLst/>
              <a:gdLst>
                <a:gd name="T0" fmla="*/ 27 w 23"/>
                <a:gd name="T1" fmla="*/ 0 h 75"/>
                <a:gd name="T2" fmla="*/ 24 w 23"/>
                <a:gd name="T3" fmla="*/ 66 h 75"/>
                <a:gd name="T4" fmla="*/ 18 w 23"/>
                <a:gd name="T5" fmla="*/ 90 h 75"/>
                <a:gd name="T6" fmla="*/ 8 w 23"/>
                <a:gd name="T7" fmla="*/ 117 h 75"/>
                <a:gd name="T8" fmla="*/ 16 w 23"/>
                <a:gd name="T9" fmla="*/ 67 h 75"/>
                <a:gd name="T10" fmla="*/ 23 w 23"/>
                <a:gd name="T11" fmla="*/ 35 h 75"/>
                <a:gd name="T12" fmla="*/ 27 w 23"/>
                <a:gd name="T13" fmla="*/ 2 h 7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75">
                  <a:moveTo>
                    <a:pt x="19" y="0"/>
                  </a:moveTo>
                  <a:cubicBezTo>
                    <a:pt x="23" y="13"/>
                    <a:pt x="20" y="30"/>
                    <a:pt x="17" y="42"/>
                  </a:cubicBezTo>
                  <a:cubicBezTo>
                    <a:pt x="15" y="47"/>
                    <a:pt x="14" y="52"/>
                    <a:pt x="12" y="58"/>
                  </a:cubicBezTo>
                  <a:cubicBezTo>
                    <a:pt x="10" y="63"/>
                    <a:pt x="10" y="71"/>
                    <a:pt x="5" y="75"/>
                  </a:cubicBezTo>
                  <a:cubicBezTo>
                    <a:pt x="0" y="68"/>
                    <a:pt x="9" y="49"/>
                    <a:pt x="11" y="43"/>
                  </a:cubicBezTo>
                  <a:cubicBezTo>
                    <a:pt x="14" y="36"/>
                    <a:pt x="15" y="29"/>
                    <a:pt x="16" y="22"/>
                  </a:cubicBezTo>
                  <a:cubicBezTo>
                    <a:pt x="16" y="15"/>
                    <a:pt x="19" y="8"/>
                    <a:pt x="19" y="2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672" name="Freeform 176">
              <a:extLst>
                <a:ext uri="{FF2B5EF4-FFF2-40B4-BE49-F238E27FC236}">
                  <a16:creationId xmlns:a16="http://schemas.microsoft.com/office/drawing/2014/main" id="{6CE4547F-6017-49BE-8BA2-DD82A769A2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4" y="2489"/>
              <a:ext cx="40" cy="129"/>
            </a:xfrm>
            <a:custGeom>
              <a:avLst/>
              <a:gdLst>
                <a:gd name="T0" fmla="*/ 54 w 34"/>
                <a:gd name="T1" fmla="*/ 0 h 111"/>
                <a:gd name="T2" fmla="*/ 53 w 34"/>
                <a:gd name="T3" fmla="*/ 58 h 111"/>
                <a:gd name="T4" fmla="*/ 31 w 34"/>
                <a:gd name="T5" fmla="*/ 107 h 111"/>
                <a:gd name="T6" fmla="*/ 15 w 34"/>
                <a:gd name="T7" fmla="*/ 152 h 111"/>
                <a:gd name="T8" fmla="*/ 7 w 34"/>
                <a:gd name="T9" fmla="*/ 166 h 111"/>
                <a:gd name="T10" fmla="*/ 19 w 34"/>
                <a:gd name="T11" fmla="*/ 119 h 111"/>
                <a:gd name="T12" fmla="*/ 54 w 34"/>
                <a:gd name="T13" fmla="*/ 8 h 1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4" h="111">
                  <a:moveTo>
                    <a:pt x="33" y="0"/>
                  </a:moveTo>
                  <a:cubicBezTo>
                    <a:pt x="33" y="12"/>
                    <a:pt x="34" y="26"/>
                    <a:pt x="32" y="37"/>
                  </a:cubicBezTo>
                  <a:cubicBezTo>
                    <a:pt x="29" y="48"/>
                    <a:pt x="24" y="58"/>
                    <a:pt x="19" y="68"/>
                  </a:cubicBezTo>
                  <a:cubicBezTo>
                    <a:pt x="15" y="77"/>
                    <a:pt x="12" y="88"/>
                    <a:pt x="9" y="97"/>
                  </a:cubicBezTo>
                  <a:cubicBezTo>
                    <a:pt x="9" y="100"/>
                    <a:pt x="8" y="111"/>
                    <a:pt x="4" y="106"/>
                  </a:cubicBezTo>
                  <a:cubicBezTo>
                    <a:pt x="0" y="100"/>
                    <a:pt x="10" y="81"/>
                    <a:pt x="12" y="76"/>
                  </a:cubicBezTo>
                  <a:cubicBezTo>
                    <a:pt x="20" y="53"/>
                    <a:pt x="29" y="30"/>
                    <a:pt x="33" y="5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673" name="Freeform 177">
              <a:extLst>
                <a:ext uri="{FF2B5EF4-FFF2-40B4-BE49-F238E27FC236}">
                  <a16:creationId xmlns:a16="http://schemas.microsoft.com/office/drawing/2014/main" id="{6B3E5C41-8C95-4C17-907D-BAFF839ECD6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3" y="2502"/>
              <a:ext cx="43" cy="113"/>
            </a:xfrm>
            <a:custGeom>
              <a:avLst/>
              <a:gdLst>
                <a:gd name="T0" fmla="*/ 58 w 37"/>
                <a:gd name="T1" fmla="*/ 0 h 97"/>
                <a:gd name="T2" fmla="*/ 53 w 37"/>
                <a:gd name="T3" fmla="*/ 40 h 97"/>
                <a:gd name="T4" fmla="*/ 44 w 37"/>
                <a:gd name="T5" fmla="*/ 65 h 97"/>
                <a:gd name="T6" fmla="*/ 20 w 37"/>
                <a:gd name="T7" fmla="*/ 118 h 97"/>
                <a:gd name="T8" fmla="*/ 10 w 37"/>
                <a:gd name="T9" fmla="*/ 140 h 97"/>
                <a:gd name="T10" fmla="*/ 12 w 37"/>
                <a:gd name="T11" fmla="*/ 121 h 97"/>
                <a:gd name="T12" fmla="*/ 56 w 37"/>
                <a:gd name="T13" fmla="*/ 3 h 9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7" h="97">
                  <a:moveTo>
                    <a:pt x="37" y="0"/>
                  </a:moveTo>
                  <a:cubicBezTo>
                    <a:pt x="36" y="9"/>
                    <a:pt x="35" y="17"/>
                    <a:pt x="34" y="25"/>
                  </a:cubicBezTo>
                  <a:cubicBezTo>
                    <a:pt x="33" y="31"/>
                    <a:pt x="31" y="36"/>
                    <a:pt x="28" y="41"/>
                  </a:cubicBezTo>
                  <a:cubicBezTo>
                    <a:pt x="23" y="52"/>
                    <a:pt x="17" y="64"/>
                    <a:pt x="13" y="75"/>
                  </a:cubicBezTo>
                  <a:cubicBezTo>
                    <a:pt x="11" y="80"/>
                    <a:pt x="11" y="85"/>
                    <a:pt x="7" y="88"/>
                  </a:cubicBezTo>
                  <a:cubicBezTo>
                    <a:pt x="0" y="97"/>
                    <a:pt x="6" y="79"/>
                    <a:pt x="8" y="76"/>
                  </a:cubicBezTo>
                  <a:cubicBezTo>
                    <a:pt x="18" y="51"/>
                    <a:pt x="30" y="29"/>
                    <a:pt x="35" y="3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674" name="Freeform 178">
              <a:extLst>
                <a:ext uri="{FF2B5EF4-FFF2-40B4-BE49-F238E27FC236}">
                  <a16:creationId xmlns:a16="http://schemas.microsoft.com/office/drawing/2014/main" id="{E99AAF02-49C6-4EB4-86FC-C039A3D8F27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3" y="2511"/>
              <a:ext cx="32" cy="83"/>
            </a:xfrm>
            <a:custGeom>
              <a:avLst/>
              <a:gdLst>
                <a:gd name="T0" fmla="*/ 45 w 27"/>
                <a:gd name="T1" fmla="*/ 0 h 71"/>
                <a:gd name="T2" fmla="*/ 36 w 27"/>
                <a:gd name="T3" fmla="*/ 22 h 71"/>
                <a:gd name="T4" fmla="*/ 28 w 27"/>
                <a:gd name="T5" fmla="*/ 46 h 71"/>
                <a:gd name="T6" fmla="*/ 17 w 27"/>
                <a:gd name="T7" fmla="*/ 89 h 71"/>
                <a:gd name="T8" fmla="*/ 9 w 27"/>
                <a:gd name="T9" fmla="*/ 106 h 71"/>
                <a:gd name="T10" fmla="*/ 8 w 27"/>
                <a:gd name="T11" fmla="*/ 89 h 71"/>
                <a:gd name="T12" fmla="*/ 21 w 27"/>
                <a:gd name="T13" fmla="*/ 54 h 71"/>
                <a:gd name="T14" fmla="*/ 38 w 27"/>
                <a:gd name="T15" fmla="*/ 18 h 7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7" h="71">
                  <a:moveTo>
                    <a:pt x="27" y="0"/>
                  </a:moveTo>
                  <a:cubicBezTo>
                    <a:pt x="27" y="5"/>
                    <a:pt x="23" y="9"/>
                    <a:pt x="21" y="14"/>
                  </a:cubicBezTo>
                  <a:cubicBezTo>
                    <a:pt x="19" y="19"/>
                    <a:pt x="18" y="23"/>
                    <a:pt x="17" y="28"/>
                  </a:cubicBezTo>
                  <a:cubicBezTo>
                    <a:pt x="15" y="38"/>
                    <a:pt x="12" y="47"/>
                    <a:pt x="10" y="56"/>
                  </a:cubicBezTo>
                  <a:cubicBezTo>
                    <a:pt x="9" y="58"/>
                    <a:pt x="8" y="66"/>
                    <a:pt x="6" y="67"/>
                  </a:cubicBezTo>
                  <a:cubicBezTo>
                    <a:pt x="0" y="71"/>
                    <a:pt x="5" y="58"/>
                    <a:pt x="5" y="56"/>
                  </a:cubicBezTo>
                  <a:cubicBezTo>
                    <a:pt x="8" y="48"/>
                    <a:pt x="10" y="41"/>
                    <a:pt x="13" y="33"/>
                  </a:cubicBezTo>
                  <a:cubicBezTo>
                    <a:pt x="16" y="27"/>
                    <a:pt x="18" y="17"/>
                    <a:pt x="23" y="11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675" name="Freeform 179">
              <a:extLst>
                <a:ext uri="{FF2B5EF4-FFF2-40B4-BE49-F238E27FC236}">
                  <a16:creationId xmlns:a16="http://schemas.microsoft.com/office/drawing/2014/main" id="{AA4FF440-D0DD-4846-8903-166208B2927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5" y="2523"/>
              <a:ext cx="22" cy="41"/>
            </a:xfrm>
            <a:custGeom>
              <a:avLst/>
              <a:gdLst>
                <a:gd name="T0" fmla="*/ 29 w 19"/>
                <a:gd name="T1" fmla="*/ 0 h 35"/>
                <a:gd name="T2" fmla="*/ 0 w 19"/>
                <a:gd name="T3" fmla="*/ 56 h 35"/>
                <a:gd name="T4" fmla="*/ 12 w 19"/>
                <a:gd name="T5" fmla="*/ 32 h 35"/>
                <a:gd name="T6" fmla="*/ 25 w 19"/>
                <a:gd name="T7" fmla="*/ 6 h 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35">
                  <a:moveTo>
                    <a:pt x="19" y="0"/>
                  </a:moveTo>
                  <a:cubicBezTo>
                    <a:pt x="17" y="11"/>
                    <a:pt x="11" y="31"/>
                    <a:pt x="0" y="35"/>
                  </a:cubicBezTo>
                  <a:cubicBezTo>
                    <a:pt x="1" y="30"/>
                    <a:pt x="6" y="25"/>
                    <a:pt x="8" y="20"/>
                  </a:cubicBezTo>
                  <a:cubicBezTo>
                    <a:pt x="10" y="14"/>
                    <a:pt x="14" y="8"/>
                    <a:pt x="16" y="3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676" name="Freeform 180">
              <a:extLst>
                <a:ext uri="{FF2B5EF4-FFF2-40B4-BE49-F238E27FC236}">
                  <a16:creationId xmlns:a16="http://schemas.microsoft.com/office/drawing/2014/main" id="{F4748260-4EB3-4815-AB10-CBBB393FFE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2" y="1680"/>
              <a:ext cx="104" cy="581"/>
            </a:xfrm>
            <a:custGeom>
              <a:avLst/>
              <a:gdLst>
                <a:gd name="T0" fmla="*/ 140 w 89"/>
                <a:gd name="T1" fmla="*/ 0 h 501"/>
                <a:gd name="T2" fmla="*/ 143 w 89"/>
                <a:gd name="T3" fmla="*/ 39 h 501"/>
                <a:gd name="T4" fmla="*/ 74 w 89"/>
                <a:gd name="T5" fmla="*/ 244 h 501"/>
                <a:gd name="T6" fmla="*/ 56 w 89"/>
                <a:gd name="T7" fmla="*/ 417 h 501"/>
                <a:gd name="T8" fmla="*/ 22 w 89"/>
                <a:gd name="T9" fmla="*/ 782 h 501"/>
                <a:gd name="T10" fmla="*/ 19 w 89"/>
                <a:gd name="T11" fmla="*/ 520 h 501"/>
                <a:gd name="T12" fmla="*/ 47 w 89"/>
                <a:gd name="T13" fmla="*/ 320 h 501"/>
                <a:gd name="T14" fmla="*/ 108 w 89"/>
                <a:gd name="T15" fmla="*/ 79 h 501"/>
                <a:gd name="T16" fmla="*/ 140 w 89"/>
                <a:gd name="T17" fmla="*/ 0 h 50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9" h="501">
                  <a:moveTo>
                    <a:pt x="88" y="0"/>
                  </a:moveTo>
                  <a:cubicBezTo>
                    <a:pt x="89" y="25"/>
                    <a:pt x="89" y="25"/>
                    <a:pt x="89" y="25"/>
                  </a:cubicBezTo>
                  <a:cubicBezTo>
                    <a:pt x="89" y="25"/>
                    <a:pt x="54" y="125"/>
                    <a:pt x="46" y="156"/>
                  </a:cubicBezTo>
                  <a:cubicBezTo>
                    <a:pt x="39" y="188"/>
                    <a:pt x="48" y="226"/>
                    <a:pt x="35" y="267"/>
                  </a:cubicBezTo>
                  <a:cubicBezTo>
                    <a:pt x="22" y="309"/>
                    <a:pt x="8" y="476"/>
                    <a:pt x="14" y="501"/>
                  </a:cubicBezTo>
                  <a:cubicBezTo>
                    <a:pt x="14" y="501"/>
                    <a:pt x="0" y="388"/>
                    <a:pt x="12" y="333"/>
                  </a:cubicBezTo>
                  <a:cubicBezTo>
                    <a:pt x="25" y="277"/>
                    <a:pt x="28" y="242"/>
                    <a:pt x="29" y="205"/>
                  </a:cubicBezTo>
                  <a:cubicBezTo>
                    <a:pt x="31" y="168"/>
                    <a:pt x="65" y="75"/>
                    <a:pt x="68" y="51"/>
                  </a:cubicBezTo>
                  <a:cubicBezTo>
                    <a:pt x="71" y="27"/>
                    <a:pt x="88" y="0"/>
                    <a:pt x="88" y="0"/>
                  </a:cubicBezTo>
                  <a:close/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677" name="Freeform 181">
              <a:extLst>
                <a:ext uri="{FF2B5EF4-FFF2-40B4-BE49-F238E27FC236}">
                  <a16:creationId xmlns:a16="http://schemas.microsoft.com/office/drawing/2014/main" id="{E83C4837-F7BF-4E00-B407-5E9EFE67DE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3" y="1383"/>
              <a:ext cx="102" cy="137"/>
            </a:xfrm>
            <a:custGeom>
              <a:avLst/>
              <a:gdLst>
                <a:gd name="T0" fmla="*/ 0 w 88"/>
                <a:gd name="T1" fmla="*/ 0 h 118"/>
                <a:gd name="T2" fmla="*/ 137 w 88"/>
                <a:gd name="T3" fmla="*/ 185 h 118"/>
                <a:gd name="T4" fmla="*/ 0 w 88"/>
                <a:gd name="T5" fmla="*/ 0 h 1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8" h="118">
                  <a:moveTo>
                    <a:pt x="0" y="0"/>
                  </a:moveTo>
                  <a:cubicBezTo>
                    <a:pt x="0" y="0"/>
                    <a:pt x="76" y="8"/>
                    <a:pt x="88" y="118"/>
                  </a:cubicBezTo>
                  <a:cubicBezTo>
                    <a:pt x="88" y="118"/>
                    <a:pt x="76" y="47"/>
                    <a:pt x="0" y="0"/>
                  </a:cubicBezTo>
                  <a:close/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678" name="Freeform 182">
              <a:extLst>
                <a:ext uri="{FF2B5EF4-FFF2-40B4-BE49-F238E27FC236}">
                  <a16:creationId xmlns:a16="http://schemas.microsoft.com/office/drawing/2014/main" id="{0AF3F141-A540-4DA7-AA60-A9B81A4470F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4" y="1628"/>
              <a:ext cx="60" cy="561"/>
            </a:xfrm>
            <a:custGeom>
              <a:avLst/>
              <a:gdLst>
                <a:gd name="T0" fmla="*/ 0 w 51"/>
                <a:gd name="T1" fmla="*/ 0 h 484"/>
                <a:gd name="T2" fmla="*/ 36 w 51"/>
                <a:gd name="T3" fmla="*/ 225 h 484"/>
                <a:gd name="T4" fmla="*/ 45 w 51"/>
                <a:gd name="T5" fmla="*/ 753 h 484"/>
                <a:gd name="T6" fmla="*/ 46 w 51"/>
                <a:gd name="T7" fmla="*/ 454 h 484"/>
                <a:gd name="T8" fmla="*/ 22 w 51"/>
                <a:gd name="T9" fmla="*/ 243 h 484"/>
                <a:gd name="T10" fmla="*/ 0 w 51"/>
                <a:gd name="T11" fmla="*/ 0 h 48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1" h="484">
                  <a:moveTo>
                    <a:pt x="0" y="0"/>
                  </a:moveTo>
                  <a:cubicBezTo>
                    <a:pt x="0" y="0"/>
                    <a:pt x="16" y="108"/>
                    <a:pt x="22" y="144"/>
                  </a:cubicBezTo>
                  <a:cubicBezTo>
                    <a:pt x="29" y="182"/>
                    <a:pt x="51" y="234"/>
                    <a:pt x="27" y="484"/>
                  </a:cubicBezTo>
                  <a:cubicBezTo>
                    <a:pt x="27" y="484"/>
                    <a:pt x="29" y="364"/>
                    <a:pt x="28" y="292"/>
                  </a:cubicBezTo>
                  <a:cubicBezTo>
                    <a:pt x="27" y="238"/>
                    <a:pt x="27" y="193"/>
                    <a:pt x="14" y="156"/>
                  </a:cubicBezTo>
                  <a:cubicBezTo>
                    <a:pt x="2" y="118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679" name="Freeform 183">
              <a:extLst>
                <a:ext uri="{FF2B5EF4-FFF2-40B4-BE49-F238E27FC236}">
                  <a16:creationId xmlns:a16="http://schemas.microsoft.com/office/drawing/2014/main" id="{07748A50-A43B-4EB9-87EE-D14C07AAA20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3" y="1801"/>
              <a:ext cx="43" cy="478"/>
            </a:xfrm>
            <a:custGeom>
              <a:avLst/>
              <a:gdLst>
                <a:gd name="T0" fmla="*/ 0 w 37"/>
                <a:gd name="T1" fmla="*/ 0 h 413"/>
                <a:gd name="T2" fmla="*/ 40 w 37"/>
                <a:gd name="T3" fmla="*/ 256 h 413"/>
                <a:gd name="T4" fmla="*/ 46 w 37"/>
                <a:gd name="T5" fmla="*/ 640 h 413"/>
                <a:gd name="T6" fmla="*/ 50 w 37"/>
                <a:gd name="T7" fmla="*/ 368 h 413"/>
                <a:gd name="T8" fmla="*/ 36 w 37"/>
                <a:gd name="T9" fmla="*/ 127 h 413"/>
                <a:gd name="T10" fmla="*/ 0 w 37"/>
                <a:gd name="T11" fmla="*/ 0 h 41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7" h="413">
                  <a:moveTo>
                    <a:pt x="0" y="0"/>
                  </a:moveTo>
                  <a:cubicBezTo>
                    <a:pt x="0" y="0"/>
                    <a:pt x="28" y="123"/>
                    <a:pt x="25" y="165"/>
                  </a:cubicBezTo>
                  <a:cubicBezTo>
                    <a:pt x="22" y="207"/>
                    <a:pt x="23" y="379"/>
                    <a:pt x="29" y="413"/>
                  </a:cubicBezTo>
                  <a:cubicBezTo>
                    <a:pt x="29" y="413"/>
                    <a:pt x="28" y="273"/>
                    <a:pt x="32" y="238"/>
                  </a:cubicBezTo>
                  <a:cubicBezTo>
                    <a:pt x="37" y="203"/>
                    <a:pt x="30" y="110"/>
                    <a:pt x="23" y="82"/>
                  </a:cubicBezTo>
                  <a:cubicBezTo>
                    <a:pt x="16" y="53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680" name="Freeform 184">
              <a:extLst>
                <a:ext uri="{FF2B5EF4-FFF2-40B4-BE49-F238E27FC236}">
                  <a16:creationId xmlns:a16="http://schemas.microsoft.com/office/drawing/2014/main" id="{B1289BA5-2E31-4185-9882-23F72B2999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1" y="1853"/>
              <a:ext cx="55" cy="18"/>
            </a:xfrm>
            <a:custGeom>
              <a:avLst/>
              <a:gdLst>
                <a:gd name="T0" fmla="*/ 75 w 47"/>
                <a:gd name="T1" fmla="*/ 23 h 16"/>
                <a:gd name="T2" fmla="*/ 0 w 47"/>
                <a:gd name="T3" fmla="*/ 11 h 16"/>
                <a:gd name="T4" fmla="*/ 75 w 47"/>
                <a:gd name="T5" fmla="*/ 23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7" h="16">
                  <a:moveTo>
                    <a:pt x="47" y="16"/>
                  </a:moveTo>
                  <a:cubicBezTo>
                    <a:pt x="47" y="16"/>
                    <a:pt x="7" y="4"/>
                    <a:pt x="0" y="8"/>
                  </a:cubicBezTo>
                  <a:cubicBezTo>
                    <a:pt x="0" y="8"/>
                    <a:pt x="30" y="0"/>
                    <a:pt x="47" y="16"/>
                  </a:cubicBezTo>
                  <a:close/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681" name="Freeform 185">
              <a:extLst>
                <a:ext uri="{FF2B5EF4-FFF2-40B4-BE49-F238E27FC236}">
                  <a16:creationId xmlns:a16="http://schemas.microsoft.com/office/drawing/2014/main" id="{F168D14C-0E66-4E22-94A5-79B7FEBC86A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8" y="1892"/>
              <a:ext cx="58" cy="21"/>
            </a:xfrm>
            <a:custGeom>
              <a:avLst/>
              <a:gdLst>
                <a:gd name="T0" fmla="*/ 0 w 50"/>
                <a:gd name="T1" fmla="*/ 29 h 18"/>
                <a:gd name="T2" fmla="*/ 78 w 50"/>
                <a:gd name="T3" fmla="*/ 9 h 18"/>
                <a:gd name="T4" fmla="*/ 0 w 50"/>
                <a:gd name="T5" fmla="*/ 29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0" h="18">
                  <a:moveTo>
                    <a:pt x="0" y="18"/>
                  </a:moveTo>
                  <a:cubicBezTo>
                    <a:pt x="0" y="18"/>
                    <a:pt x="33" y="3"/>
                    <a:pt x="50" y="6"/>
                  </a:cubicBezTo>
                  <a:cubicBezTo>
                    <a:pt x="50" y="6"/>
                    <a:pt x="14" y="0"/>
                    <a:pt x="0" y="18"/>
                  </a:cubicBezTo>
                  <a:close/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682" name="Freeform 186">
              <a:extLst>
                <a:ext uri="{FF2B5EF4-FFF2-40B4-BE49-F238E27FC236}">
                  <a16:creationId xmlns:a16="http://schemas.microsoft.com/office/drawing/2014/main" id="{A1285A2B-A0ED-483A-BEAD-D4BBF6ABAF8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9" y="2945"/>
              <a:ext cx="37" cy="133"/>
            </a:xfrm>
            <a:custGeom>
              <a:avLst/>
              <a:gdLst>
                <a:gd name="T0" fmla="*/ 0 w 32"/>
                <a:gd name="T1" fmla="*/ 0 h 115"/>
                <a:gd name="T2" fmla="*/ 16 w 32"/>
                <a:gd name="T3" fmla="*/ 61 h 115"/>
                <a:gd name="T4" fmla="*/ 40 w 32"/>
                <a:gd name="T5" fmla="*/ 178 h 115"/>
                <a:gd name="T6" fmla="*/ 34 w 32"/>
                <a:gd name="T7" fmla="*/ 75 h 115"/>
                <a:gd name="T8" fmla="*/ 1 w 32"/>
                <a:gd name="T9" fmla="*/ 2 h 1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115">
                  <a:moveTo>
                    <a:pt x="0" y="0"/>
                  </a:moveTo>
                  <a:cubicBezTo>
                    <a:pt x="0" y="17"/>
                    <a:pt x="2" y="26"/>
                    <a:pt x="10" y="40"/>
                  </a:cubicBezTo>
                  <a:cubicBezTo>
                    <a:pt x="23" y="61"/>
                    <a:pt x="32" y="90"/>
                    <a:pt x="26" y="115"/>
                  </a:cubicBezTo>
                  <a:cubicBezTo>
                    <a:pt x="31" y="92"/>
                    <a:pt x="30" y="70"/>
                    <a:pt x="22" y="48"/>
                  </a:cubicBezTo>
                  <a:cubicBezTo>
                    <a:pt x="16" y="32"/>
                    <a:pt x="5" y="19"/>
                    <a:pt x="1" y="2"/>
                  </a:cubicBezTo>
                </a:path>
              </a:pathLst>
            </a:custGeom>
            <a:solidFill>
              <a:srgbClr val="F5DB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683" name="Freeform 187">
              <a:extLst>
                <a:ext uri="{FF2B5EF4-FFF2-40B4-BE49-F238E27FC236}">
                  <a16:creationId xmlns:a16="http://schemas.microsoft.com/office/drawing/2014/main" id="{5C622B64-423B-49CC-82A1-A39686D55E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0" y="2953"/>
              <a:ext cx="39" cy="126"/>
            </a:xfrm>
            <a:custGeom>
              <a:avLst/>
              <a:gdLst>
                <a:gd name="T0" fmla="*/ 54 w 33"/>
                <a:gd name="T1" fmla="*/ 0 h 109"/>
                <a:gd name="T2" fmla="*/ 35 w 33"/>
                <a:gd name="T3" fmla="*/ 66 h 109"/>
                <a:gd name="T4" fmla="*/ 13 w 33"/>
                <a:gd name="T5" fmla="*/ 169 h 109"/>
                <a:gd name="T6" fmla="*/ 17 w 33"/>
                <a:gd name="T7" fmla="*/ 79 h 109"/>
                <a:gd name="T8" fmla="*/ 45 w 33"/>
                <a:gd name="T9" fmla="*/ 9 h 10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109">
                  <a:moveTo>
                    <a:pt x="33" y="0"/>
                  </a:moveTo>
                  <a:cubicBezTo>
                    <a:pt x="33" y="18"/>
                    <a:pt x="29" y="27"/>
                    <a:pt x="21" y="42"/>
                  </a:cubicBezTo>
                  <a:cubicBezTo>
                    <a:pt x="10" y="63"/>
                    <a:pt x="12" y="86"/>
                    <a:pt x="8" y="109"/>
                  </a:cubicBezTo>
                  <a:cubicBezTo>
                    <a:pt x="0" y="96"/>
                    <a:pt x="8" y="66"/>
                    <a:pt x="10" y="51"/>
                  </a:cubicBezTo>
                  <a:cubicBezTo>
                    <a:pt x="13" y="33"/>
                    <a:pt x="18" y="20"/>
                    <a:pt x="27" y="6"/>
                  </a:cubicBezTo>
                </a:path>
              </a:pathLst>
            </a:custGeom>
            <a:solidFill>
              <a:srgbClr val="F5DB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684" name="Freeform 188">
              <a:extLst>
                <a:ext uri="{FF2B5EF4-FFF2-40B4-BE49-F238E27FC236}">
                  <a16:creationId xmlns:a16="http://schemas.microsoft.com/office/drawing/2014/main" id="{F3F75A78-1D60-41AD-B610-90D45F326C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2" y="2865"/>
              <a:ext cx="22" cy="123"/>
            </a:xfrm>
            <a:custGeom>
              <a:avLst/>
              <a:gdLst>
                <a:gd name="T0" fmla="*/ 29 w 19"/>
                <a:gd name="T1" fmla="*/ 0 h 106"/>
                <a:gd name="T2" fmla="*/ 19 w 19"/>
                <a:gd name="T3" fmla="*/ 166 h 106"/>
                <a:gd name="T4" fmla="*/ 20 w 19"/>
                <a:gd name="T5" fmla="*/ 31 h 10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06">
                  <a:moveTo>
                    <a:pt x="19" y="0"/>
                  </a:moveTo>
                  <a:cubicBezTo>
                    <a:pt x="0" y="29"/>
                    <a:pt x="5" y="74"/>
                    <a:pt x="12" y="106"/>
                  </a:cubicBezTo>
                  <a:cubicBezTo>
                    <a:pt x="12" y="80"/>
                    <a:pt x="3" y="44"/>
                    <a:pt x="13" y="20"/>
                  </a:cubicBezTo>
                </a:path>
              </a:pathLst>
            </a:custGeom>
            <a:solidFill>
              <a:srgbClr val="F5DB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685" name="Freeform 189">
              <a:extLst>
                <a:ext uri="{FF2B5EF4-FFF2-40B4-BE49-F238E27FC236}">
                  <a16:creationId xmlns:a16="http://schemas.microsoft.com/office/drawing/2014/main" id="{652AD386-581E-4543-B2BB-AF2CFDD445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4" y="2863"/>
              <a:ext cx="27" cy="121"/>
            </a:xfrm>
            <a:custGeom>
              <a:avLst/>
              <a:gdLst>
                <a:gd name="T0" fmla="*/ 1 w 23"/>
                <a:gd name="T1" fmla="*/ 0 h 105"/>
                <a:gd name="T2" fmla="*/ 19 w 23"/>
                <a:gd name="T3" fmla="*/ 160 h 105"/>
                <a:gd name="T4" fmla="*/ 11 w 23"/>
                <a:gd name="T5" fmla="*/ 89 h 105"/>
                <a:gd name="T6" fmla="*/ 0 w 23"/>
                <a:gd name="T7" fmla="*/ 14 h 10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105">
                  <a:moveTo>
                    <a:pt x="1" y="0"/>
                  </a:moveTo>
                  <a:cubicBezTo>
                    <a:pt x="15" y="34"/>
                    <a:pt x="23" y="69"/>
                    <a:pt x="12" y="105"/>
                  </a:cubicBezTo>
                  <a:cubicBezTo>
                    <a:pt x="10" y="89"/>
                    <a:pt x="9" y="73"/>
                    <a:pt x="7" y="58"/>
                  </a:cubicBezTo>
                  <a:cubicBezTo>
                    <a:pt x="5" y="42"/>
                    <a:pt x="1" y="25"/>
                    <a:pt x="0" y="9"/>
                  </a:cubicBezTo>
                </a:path>
              </a:pathLst>
            </a:custGeom>
            <a:solidFill>
              <a:srgbClr val="F5DB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686" name="Freeform 190">
              <a:extLst>
                <a:ext uri="{FF2B5EF4-FFF2-40B4-BE49-F238E27FC236}">
                  <a16:creationId xmlns:a16="http://schemas.microsoft.com/office/drawing/2014/main" id="{EB645021-513D-4B6A-99CC-E53B8EDADF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2" y="2988"/>
              <a:ext cx="88" cy="103"/>
            </a:xfrm>
            <a:custGeom>
              <a:avLst/>
              <a:gdLst>
                <a:gd name="T0" fmla="*/ 0 w 75"/>
                <a:gd name="T1" fmla="*/ 10 h 89"/>
                <a:gd name="T2" fmla="*/ 65 w 75"/>
                <a:gd name="T3" fmla="*/ 1 h 89"/>
                <a:gd name="T4" fmla="*/ 99 w 75"/>
                <a:gd name="T5" fmla="*/ 17 h 89"/>
                <a:gd name="T6" fmla="*/ 116 w 75"/>
                <a:gd name="T7" fmla="*/ 91 h 89"/>
                <a:gd name="T8" fmla="*/ 102 w 75"/>
                <a:gd name="T9" fmla="*/ 105 h 89"/>
                <a:gd name="T10" fmla="*/ 81 w 75"/>
                <a:gd name="T11" fmla="*/ 45 h 89"/>
                <a:gd name="T12" fmla="*/ 38 w 75"/>
                <a:gd name="T13" fmla="*/ 22 h 89"/>
                <a:gd name="T14" fmla="*/ 1 w 75"/>
                <a:gd name="T15" fmla="*/ 22 h 8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5" h="89">
                  <a:moveTo>
                    <a:pt x="0" y="7"/>
                  </a:moveTo>
                  <a:cubicBezTo>
                    <a:pt x="11" y="9"/>
                    <a:pt x="27" y="0"/>
                    <a:pt x="40" y="1"/>
                  </a:cubicBezTo>
                  <a:cubicBezTo>
                    <a:pt x="49" y="2"/>
                    <a:pt x="56" y="4"/>
                    <a:pt x="61" y="11"/>
                  </a:cubicBezTo>
                  <a:cubicBezTo>
                    <a:pt x="75" y="27"/>
                    <a:pt x="73" y="39"/>
                    <a:pt x="72" y="59"/>
                  </a:cubicBezTo>
                  <a:cubicBezTo>
                    <a:pt x="72" y="69"/>
                    <a:pt x="65" y="89"/>
                    <a:pt x="63" y="68"/>
                  </a:cubicBezTo>
                  <a:cubicBezTo>
                    <a:pt x="62" y="52"/>
                    <a:pt x="62" y="41"/>
                    <a:pt x="50" y="29"/>
                  </a:cubicBezTo>
                  <a:cubicBezTo>
                    <a:pt x="43" y="22"/>
                    <a:pt x="34" y="16"/>
                    <a:pt x="23" y="14"/>
                  </a:cubicBezTo>
                  <a:cubicBezTo>
                    <a:pt x="17" y="13"/>
                    <a:pt x="3" y="18"/>
                    <a:pt x="1" y="1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687" name="Freeform 191">
              <a:extLst>
                <a:ext uri="{FF2B5EF4-FFF2-40B4-BE49-F238E27FC236}">
                  <a16:creationId xmlns:a16="http://schemas.microsoft.com/office/drawing/2014/main" id="{8BEB0E08-7869-49E5-811D-66C87F92C5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9" y="2986"/>
              <a:ext cx="98" cy="100"/>
            </a:xfrm>
            <a:custGeom>
              <a:avLst/>
              <a:gdLst>
                <a:gd name="T0" fmla="*/ 2 w 84"/>
                <a:gd name="T1" fmla="*/ 100 h 87"/>
                <a:gd name="T2" fmla="*/ 9 w 84"/>
                <a:gd name="T3" fmla="*/ 51 h 87"/>
                <a:gd name="T4" fmla="*/ 47 w 84"/>
                <a:gd name="T5" fmla="*/ 21 h 87"/>
                <a:gd name="T6" fmla="*/ 120 w 84"/>
                <a:gd name="T7" fmla="*/ 21 h 87"/>
                <a:gd name="T8" fmla="*/ 120 w 84"/>
                <a:gd name="T9" fmla="*/ 45 h 87"/>
                <a:gd name="T10" fmla="*/ 64 w 84"/>
                <a:gd name="T11" fmla="*/ 68 h 87"/>
                <a:gd name="T12" fmla="*/ 30 w 84"/>
                <a:gd name="T13" fmla="*/ 118 h 87"/>
                <a:gd name="T14" fmla="*/ 2 w 84"/>
                <a:gd name="T15" fmla="*/ 114 h 8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4" h="87">
                  <a:moveTo>
                    <a:pt x="2" y="66"/>
                  </a:moveTo>
                  <a:cubicBezTo>
                    <a:pt x="2" y="55"/>
                    <a:pt x="0" y="43"/>
                    <a:pt x="6" y="33"/>
                  </a:cubicBezTo>
                  <a:cubicBezTo>
                    <a:pt x="11" y="25"/>
                    <a:pt x="22" y="18"/>
                    <a:pt x="29" y="14"/>
                  </a:cubicBezTo>
                  <a:cubicBezTo>
                    <a:pt x="44" y="5"/>
                    <a:pt x="62" y="0"/>
                    <a:pt x="75" y="14"/>
                  </a:cubicBezTo>
                  <a:cubicBezTo>
                    <a:pt x="82" y="22"/>
                    <a:pt x="84" y="26"/>
                    <a:pt x="75" y="30"/>
                  </a:cubicBezTo>
                  <a:cubicBezTo>
                    <a:pt x="64" y="35"/>
                    <a:pt x="50" y="35"/>
                    <a:pt x="40" y="44"/>
                  </a:cubicBezTo>
                  <a:cubicBezTo>
                    <a:pt x="28" y="53"/>
                    <a:pt x="28" y="68"/>
                    <a:pt x="19" y="78"/>
                  </a:cubicBezTo>
                  <a:cubicBezTo>
                    <a:pt x="14" y="84"/>
                    <a:pt x="1" y="87"/>
                    <a:pt x="2" y="7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688" name="Freeform 192">
              <a:extLst>
                <a:ext uri="{FF2B5EF4-FFF2-40B4-BE49-F238E27FC236}">
                  <a16:creationId xmlns:a16="http://schemas.microsoft.com/office/drawing/2014/main" id="{B1E2FFEB-CE10-4E8C-8376-A8705F71A5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3" y="3219"/>
              <a:ext cx="58" cy="401"/>
            </a:xfrm>
            <a:custGeom>
              <a:avLst/>
              <a:gdLst>
                <a:gd name="T0" fmla="*/ 0 w 50"/>
                <a:gd name="T1" fmla="*/ 0 h 346"/>
                <a:gd name="T2" fmla="*/ 32 w 50"/>
                <a:gd name="T3" fmla="*/ 253 h 346"/>
                <a:gd name="T4" fmla="*/ 78 w 50"/>
                <a:gd name="T5" fmla="*/ 539 h 346"/>
                <a:gd name="T6" fmla="*/ 20 w 50"/>
                <a:gd name="T7" fmla="*/ 3 h 34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0" h="346">
                  <a:moveTo>
                    <a:pt x="0" y="0"/>
                  </a:moveTo>
                  <a:cubicBezTo>
                    <a:pt x="13" y="53"/>
                    <a:pt x="13" y="109"/>
                    <a:pt x="21" y="162"/>
                  </a:cubicBezTo>
                  <a:cubicBezTo>
                    <a:pt x="30" y="224"/>
                    <a:pt x="43" y="285"/>
                    <a:pt x="50" y="346"/>
                  </a:cubicBezTo>
                  <a:cubicBezTo>
                    <a:pt x="37" y="231"/>
                    <a:pt x="33" y="115"/>
                    <a:pt x="13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689" name="Freeform 193">
              <a:extLst>
                <a:ext uri="{FF2B5EF4-FFF2-40B4-BE49-F238E27FC236}">
                  <a16:creationId xmlns:a16="http://schemas.microsoft.com/office/drawing/2014/main" id="{A74E8730-FD1F-44DD-9EEF-238A25B4F6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6" y="3219"/>
              <a:ext cx="54" cy="358"/>
            </a:xfrm>
            <a:custGeom>
              <a:avLst/>
              <a:gdLst>
                <a:gd name="T0" fmla="*/ 59 w 46"/>
                <a:gd name="T1" fmla="*/ 0 h 309"/>
                <a:gd name="T2" fmla="*/ 59 w 46"/>
                <a:gd name="T3" fmla="*/ 134 h 309"/>
                <a:gd name="T4" fmla="*/ 46 w 46"/>
                <a:gd name="T5" fmla="*/ 294 h 309"/>
                <a:gd name="T6" fmla="*/ 13 w 46"/>
                <a:gd name="T7" fmla="*/ 481 h 309"/>
                <a:gd name="T8" fmla="*/ 39 w 46"/>
                <a:gd name="T9" fmla="*/ 42 h 30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6" h="309">
                  <a:moveTo>
                    <a:pt x="37" y="0"/>
                  </a:moveTo>
                  <a:cubicBezTo>
                    <a:pt x="46" y="24"/>
                    <a:pt x="38" y="61"/>
                    <a:pt x="37" y="86"/>
                  </a:cubicBezTo>
                  <a:cubicBezTo>
                    <a:pt x="35" y="120"/>
                    <a:pt x="32" y="155"/>
                    <a:pt x="28" y="189"/>
                  </a:cubicBezTo>
                  <a:cubicBezTo>
                    <a:pt x="25" y="220"/>
                    <a:pt x="25" y="286"/>
                    <a:pt x="8" y="309"/>
                  </a:cubicBezTo>
                  <a:cubicBezTo>
                    <a:pt x="0" y="215"/>
                    <a:pt x="23" y="121"/>
                    <a:pt x="24" y="2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690" name="Freeform 194">
              <a:extLst>
                <a:ext uri="{FF2B5EF4-FFF2-40B4-BE49-F238E27FC236}">
                  <a16:creationId xmlns:a16="http://schemas.microsoft.com/office/drawing/2014/main" id="{AF203D00-0A63-462F-B3F1-99DABB0282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5" y="1842"/>
              <a:ext cx="77" cy="448"/>
            </a:xfrm>
            <a:custGeom>
              <a:avLst/>
              <a:gdLst>
                <a:gd name="T0" fmla="*/ 29 w 66"/>
                <a:gd name="T1" fmla="*/ 0 h 386"/>
                <a:gd name="T2" fmla="*/ 2 w 66"/>
                <a:gd name="T3" fmla="*/ 95 h 386"/>
                <a:gd name="T4" fmla="*/ 22 w 66"/>
                <a:gd name="T5" fmla="*/ 230 h 386"/>
                <a:gd name="T6" fmla="*/ 105 w 66"/>
                <a:gd name="T7" fmla="*/ 604 h 386"/>
                <a:gd name="T8" fmla="*/ 41 w 66"/>
                <a:gd name="T9" fmla="*/ 266 h 386"/>
                <a:gd name="T10" fmla="*/ 25 w 66"/>
                <a:gd name="T11" fmla="*/ 124 h 386"/>
                <a:gd name="T12" fmla="*/ 26 w 66"/>
                <a:gd name="T13" fmla="*/ 10 h 38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6" h="386">
                  <a:moveTo>
                    <a:pt x="18" y="0"/>
                  </a:moveTo>
                  <a:cubicBezTo>
                    <a:pt x="9" y="20"/>
                    <a:pt x="0" y="39"/>
                    <a:pt x="2" y="61"/>
                  </a:cubicBezTo>
                  <a:cubicBezTo>
                    <a:pt x="5" y="90"/>
                    <a:pt x="12" y="118"/>
                    <a:pt x="14" y="147"/>
                  </a:cubicBezTo>
                  <a:cubicBezTo>
                    <a:pt x="19" y="225"/>
                    <a:pt x="15" y="320"/>
                    <a:pt x="66" y="386"/>
                  </a:cubicBezTo>
                  <a:cubicBezTo>
                    <a:pt x="42" y="315"/>
                    <a:pt x="30" y="245"/>
                    <a:pt x="26" y="170"/>
                  </a:cubicBezTo>
                  <a:cubicBezTo>
                    <a:pt x="25" y="139"/>
                    <a:pt x="20" y="110"/>
                    <a:pt x="15" y="79"/>
                  </a:cubicBezTo>
                  <a:cubicBezTo>
                    <a:pt x="12" y="57"/>
                    <a:pt x="8" y="27"/>
                    <a:pt x="16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691" name="Freeform 195">
              <a:extLst>
                <a:ext uri="{FF2B5EF4-FFF2-40B4-BE49-F238E27FC236}">
                  <a16:creationId xmlns:a16="http://schemas.microsoft.com/office/drawing/2014/main" id="{6C684846-3AA5-4A9A-B602-2D83485450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8" y="1613"/>
              <a:ext cx="69" cy="59"/>
            </a:xfrm>
            <a:custGeom>
              <a:avLst/>
              <a:gdLst>
                <a:gd name="T0" fmla="*/ 0 w 60"/>
                <a:gd name="T1" fmla="*/ 0 h 51"/>
                <a:gd name="T2" fmla="*/ 35 w 60"/>
                <a:gd name="T3" fmla="*/ 60 h 51"/>
                <a:gd name="T4" fmla="*/ 91 w 60"/>
                <a:gd name="T5" fmla="*/ 79 h 51"/>
                <a:gd name="T6" fmla="*/ 9 w 60"/>
                <a:gd name="T7" fmla="*/ 12 h 5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0" h="51">
                  <a:moveTo>
                    <a:pt x="0" y="0"/>
                  </a:moveTo>
                  <a:cubicBezTo>
                    <a:pt x="6" y="14"/>
                    <a:pt x="13" y="29"/>
                    <a:pt x="23" y="39"/>
                  </a:cubicBezTo>
                  <a:cubicBezTo>
                    <a:pt x="35" y="51"/>
                    <a:pt x="45" y="47"/>
                    <a:pt x="60" y="51"/>
                  </a:cubicBezTo>
                  <a:cubicBezTo>
                    <a:pt x="34" y="45"/>
                    <a:pt x="20" y="28"/>
                    <a:pt x="6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692" name="Freeform 196">
              <a:extLst>
                <a:ext uri="{FF2B5EF4-FFF2-40B4-BE49-F238E27FC236}">
                  <a16:creationId xmlns:a16="http://schemas.microsoft.com/office/drawing/2014/main" id="{0782F344-5956-4AE5-9194-F31E08DC58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6" y="1628"/>
              <a:ext cx="96" cy="51"/>
            </a:xfrm>
            <a:custGeom>
              <a:avLst/>
              <a:gdLst>
                <a:gd name="T0" fmla="*/ 0 w 83"/>
                <a:gd name="T1" fmla="*/ 61 h 44"/>
                <a:gd name="T2" fmla="*/ 75 w 83"/>
                <a:gd name="T3" fmla="*/ 52 h 44"/>
                <a:gd name="T4" fmla="*/ 128 w 83"/>
                <a:gd name="T5" fmla="*/ 0 h 44"/>
                <a:gd name="T6" fmla="*/ 22 w 83"/>
                <a:gd name="T7" fmla="*/ 68 h 4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3" h="44">
                  <a:moveTo>
                    <a:pt x="0" y="40"/>
                  </a:moveTo>
                  <a:cubicBezTo>
                    <a:pt x="18" y="40"/>
                    <a:pt x="34" y="44"/>
                    <a:pt x="48" y="34"/>
                  </a:cubicBezTo>
                  <a:cubicBezTo>
                    <a:pt x="61" y="25"/>
                    <a:pt x="76" y="14"/>
                    <a:pt x="83" y="0"/>
                  </a:cubicBezTo>
                  <a:cubicBezTo>
                    <a:pt x="64" y="14"/>
                    <a:pt x="40" y="43"/>
                    <a:pt x="14" y="4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693" name="Freeform 197">
              <a:extLst>
                <a:ext uri="{FF2B5EF4-FFF2-40B4-BE49-F238E27FC236}">
                  <a16:creationId xmlns:a16="http://schemas.microsoft.com/office/drawing/2014/main" id="{080E00F4-0371-45AA-885A-6ED8C5F481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3" y="1544"/>
              <a:ext cx="27" cy="233"/>
            </a:xfrm>
            <a:custGeom>
              <a:avLst/>
              <a:gdLst>
                <a:gd name="T0" fmla="*/ 2 w 23"/>
                <a:gd name="T1" fmla="*/ 1 h 201"/>
                <a:gd name="T2" fmla="*/ 7 w 23"/>
                <a:gd name="T3" fmla="*/ 41 h 201"/>
                <a:gd name="T4" fmla="*/ 8 w 23"/>
                <a:gd name="T5" fmla="*/ 89 h 201"/>
                <a:gd name="T6" fmla="*/ 7 w 23"/>
                <a:gd name="T7" fmla="*/ 160 h 201"/>
                <a:gd name="T8" fmla="*/ 38 w 23"/>
                <a:gd name="T9" fmla="*/ 313 h 201"/>
                <a:gd name="T10" fmla="*/ 22 w 23"/>
                <a:gd name="T11" fmla="*/ 219 h 201"/>
                <a:gd name="T12" fmla="*/ 18 w 23"/>
                <a:gd name="T13" fmla="*/ 121 h 201"/>
                <a:gd name="T14" fmla="*/ 9 w 23"/>
                <a:gd name="T15" fmla="*/ 51 h 201"/>
                <a:gd name="T16" fmla="*/ 0 w 23"/>
                <a:gd name="T17" fmla="*/ 0 h 20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3" h="201">
                  <a:moveTo>
                    <a:pt x="2" y="1"/>
                  </a:moveTo>
                  <a:cubicBezTo>
                    <a:pt x="1" y="2"/>
                    <a:pt x="4" y="22"/>
                    <a:pt x="4" y="26"/>
                  </a:cubicBezTo>
                  <a:cubicBezTo>
                    <a:pt x="5" y="37"/>
                    <a:pt x="5" y="47"/>
                    <a:pt x="5" y="57"/>
                  </a:cubicBezTo>
                  <a:cubicBezTo>
                    <a:pt x="5" y="72"/>
                    <a:pt x="4" y="87"/>
                    <a:pt x="4" y="103"/>
                  </a:cubicBezTo>
                  <a:cubicBezTo>
                    <a:pt x="5" y="136"/>
                    <a:pt x="16" y="168"/>
                    <a:pt x="23" y="201"/>
                  </a:cubicBezTo>
                  <a:cubicBezTo>
                    <a:pt x="15" y="183"/>
                    <a:pt x="16" y="160"/>
                    <a:pt x="14" y="141"/>
                  </a:cubicBezTo>
                  <a:cubicBezTo>
                    <a:pt x="11" y="120"/>
                    <a:pt x="11" y="99"/>
                    <a:pt x="11" y="78"/>
                  </a:cubicBezTo>
                  <a:cubicBezTo>
                    <a:pt x="10" y="63"/>
                    <a:pt x="9" y="48"/>
                    <a:pt x="6" y="33"/>
                  </a:cubicBezTo>
                  <a:cubicBezTo>
                    <a:pt x="4" y="22"/>
                    <a:pt x="0" y="10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694" name="Freeform 198">
              <a:extLst>
                <a:ext uri="{FF2B5EF4-FFF2-40B4-BE49-F238E27FC236}">
                  <a16:creationId xmlns:a16="http://schemas.microsoft.com/office/drawing/2014/main" id="{255082BC-1765-4EFB-8D16-C0528B7528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3" y="1681"/>
              <a:ext cx="37" cy="681"/>
            </a:xfrm>
            <a:custGeom>
              <a:avLst/>
              <a:gdLst>
                <a:gd name="T0" fmla="*/ 10 w 32"/>
                <a:gd name="T1" fmla="*/ 0 h 587"/>
                <a:gd name="T2" fmla="*/ 22 w 32"/>
                <a:gd name="T3" fmla="*/ 217 h 587"/>
                <a:gd name="T4" fmla="*/ 20 w 32"/>
                <a:gd name="T5" fmla="*/ 596 h 587"/>
                <a:gd name="T6" fmla="*/ 0 w 32"/>
                <a:gd name="T7" fmla="*/ 917 h 587"/>
                <a:gd name="T8" fmla="*/ 28 w 32"/>
                <a:gd name="T9" fmla="*/ 680 h 587"/>
                <a:gd name="T10" fmla="*/ 45 w 32"/>
                <a:gd name="T11" fmla="*/ 255 h 587"/>
                <a:gd name="T12" fmla="*/ 10 w 32"/>
                <a:gd name="T13" fmla="*/ 0 h 58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" h="587">
                  <a:moveTo>
                    <a:pt x="7" y="0"/>
                  </a:moveTo>
                  <a:cubicBezTo>
                    <a:pt x="7" y="0"/>
                    <a:pt x="13" y="102"/>
                    <a:pt x="14" y="139"/>
                  </a:cubicBezTo>
                  <a:cubicBezTo>
                    <a:pt x="15" y="176"/>
                    <a:pt x="15" y="358"/>
                    <a:pt x="13" y="382"/>
                  </a:cubicBezTo>
                  <a:cubicBezTo>
                    <a:pt x="11" y="406"/>
                    <a:pt x="7" y="552"/>
                    <a:pt x="0" y="587"/>
                  </a:cubicBezTo>
                  <a:cubicBezTo>
                    <a:pt x="0" y="587"/>
                    <a:pt x="19" y="493"/>
                    <a:pt x="18" y="435"/>
                  </a:cubicBezTo>
                  <a:cubicBezTo>
                    <a:pt x="17" y="376"/>
                    <a:pt x="32" y="195"/>
                    <a:pt x="29" y="164"/>
                  </a:cubicBezTo>
                  <a:cubicBezTo>
                    <a:pt x="31" y="123"/>
                    <a:pt x="21" y="38"/>
                    <a:pt x="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695" name="Freeform 199">
              <a:extLst>
                <a:ext uri="{FF2B5EF4-FFF2-40B4-BE49-F238E27FC236}">
                  <a16:creationId xmlns:a16="http://schemas.microsoft.com/office/drawing/2014/main" id="{823F0837-2675-4358-8936-B9948F5A6E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6" y="1693"/>
              <a:ext cx="68" cy="786"/>
            </a:xfrm>
            <a:custGeom>
              <a:avLst/>
              <a:gdLst>
                <a:gd name="T0" fmla="*/ 90 w 58"/>
                <a:gd name="T1" fmla="*/ 0 h 678"/>
                <a:gd name="T2" fmla="*/ 45 w 58"/>
                <a:gd name="T3" fmla="*/ 301 h 678"/>
                <a:gd name="T4" fmla="*/ 39 w 58"/>
                <a:gd name="T5" fmla="*/ 677 h 678"/>
                <a:gd name="T6" fmla="*/ 86 w 58"/>
                <a:gd name="T7" fmla="*/ 1056 h 678"/>
                <a:gd name="T8" fmla="*/ 45 w 58"/>
                <a:gd name="T9" fmla="*/ 792 h 678"/>
                <a:gd name="T10" fmla="*/ 7 w 58"/>
                <a:gd name="T11" fmla="*/ 438 h 678"/>
                <a:gd name="T12" fmla="*/ 90 w 58"/>
                <a:gd name="T13" fmla="*/ 0 h 67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8" h="678">
                  <a:moveTo>
                    <a:pt x="56" y="0"/>
                  </a:moveTo>
                  <a:cubicBezTo>
                    <a:pt x="56" y="0"/>
                    <a:pt x="44" y="116"/>
                    <a:pt x="27" y="193"/>
                  </a:cubicBezTo>
                  <a:cubicBezTo>
                    <a:pt x="11" y="269"/>
                    <a:pt x="9" y="373"/>
                    <a:pt x="24" y="435"/>
                  </a:cubicBezTo>
                  <a:cubicBezTo>
                    <a:pt x="39" y="498"/>
                    <a:pt x="56" y="589"/>
                    <a:pt x="53" y="678"/>
                  </a:cubicBezTo>
                  <a:cubicBezTo>
                    <a:pt x="53" y="678"/>
                    <a:pt x="55" y="569"/>
                    <a:pt x="27" y="508"/>
                  </a:cubicBezTo>
                  <a:cubicBezTo>
                    <a:pt x="0" y="447"/>
                    <a:pt x="4" y="310"/>
                    <a:pt x="4" y="281"/>
                  </a:cubicBezTo>
                  <a:cubicBezTo>
                    <a:pt x="4" y="252"/>
                    <a:pt x="58" y="26"/>
                    <a:pt x="56" y="0"/>
                  </a:cubicBezTo>
                  <a:close/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696" name="Freeform 200">
              <a:extLst>
                <a:ext uri="{FF2B5EF4-FFF2-40B4-BE49-F238E27FC236}">
                  <a16:creationId xmlns:a16="http://schemas.microsoft.com/office/drawing/2014/main" id="{68F2D6F8-B18A-4B1E-AC7E-1C3D63FBB49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2" y="2334"/>
              <a:ext cx="99" cy="165"/>
            </a:xfrm>
            <a:custGeom>
              <a:avLst/>
              <a:gdLst>
                <a:gd name="T0" fmla="*/ 0 w 86"/>
                <a:gd name="T1" fmla="*/ 0 h 142"/>
                <a:gd name="T2" fmla="*/ 33 w 86"/>
                <a:gd name="T3" fmla="*/ 48 h 142"/>
                <a:gd name="T4" fmla="*/ 68 w 86"/>
                <a:gd name="T5" fmla="*/ 117 h 142"/>
                <a:gd name="T6" fmla="*/ 131 w 86"/>
                <a:gd name="T7" fmla="*/ 223 h 142"/>
                <a:gd name="T8" fmla="*/ 58 w 86"/>
                <a:gd name="T9" fmla="*/ 109 h 142"/>
                <a:gd name="T10" fmla="*/ 0 w 86"/>
                <a:gd name="T11" fmla="*/ 14 h 14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6" h="142">
                  <a:moveTo>
                    <a:pt x="0" y="0"/>
                  </a:moveTo>
                  <a:cubicBezTo>
                    <a:pt x="6" y="11"/>
                    <a:pt x="16" y="20"/>
                    <a:pt x="22" y="30"/>
                  </a:cubicBezTo>
                  <a:cubicBezTo>
                    <a:pt x="31" y="45"/>
                    <a:pt x="37" y="61"/>
                    <a:pt x="44" y="75"/>
                  </a:cubicBezTo>
                  <a:cubicBezTo>
                    <a:pt x="57" y="98"/>
                    <a:pt x="76" y="119"/>
                    <a:pt x="86" y="142"/>
                  </a:cubicBezTo>
                  <a:cubicBezTo>
                    <a:pt x="65" y="134"/>
                    <a:pt x="47" y="91"/>
                    <a:pt x="37" y="70"/>
                  </a:cubicBezTo>
                  <a:cubicBezTo>
                    <a:pt x="26" y="47"/>
                    <a:pt x="17" y="27"/>
                    <a:pt x="0" y="9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697" name="Freeform 201">
              <a:extLst>
                <a:ext uri="{FF2B5EF4-FFF2-40B4-BE49-F238E27FC236}">
                  <a16:creationId xmlns:a16="http://schemas.microsoft.com/office/drawing/2014/main" id="{8932685C-3428-4D01-AA8B-ACB670072C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9" y="2349"/>
              <a:ext cx="88" cy="145"/>
            </a:xfrm>
            <a:custGeom>
              <a:avLst/>
              <a:gdLst>
                <a:gd name="T0" fmla="*/ 0 w 75"/>
                <a:gd name="T1" fmla="*/ 195 h 125"/>
                <a:gd name="T2" fmla="*/ 57 w 75"/>
                <a:gd name="T3" fmla="*/ 107 h 125"/>
                <a:gd name="T4" fmla="*/ 121 w 75"/>
                <a:gd name="T5" fmla="*/ 0 h 125"/>
                <a:gd name="T6" fmla="*/ 95 w 75"/>
                <a:gd name="T7" fmla="*/ 48 h 125"/>
                <a:gd name="T8" fmla="*/ 62 w 75"/>
                <a:gd name="T9" fmla="*/ 107 h 125"/>
                <a:gd name="T10" fmla="*/ 32 w 75"/>
                <a:gd name="T11" fmla="*/ 152 h 125"/>
                <a:gd name="T12" fmla="*/ 8 w 75"/>
                <a:gd name="T13" fmla="*/ 188 h 1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5" h="125">
                  <a:moveTo>
                    <a:pt x="0" y="125"/>
                  </a:moveTo>
                  <a:cubicBezTo>
                    <a:pt x="16" y="111"/>
                    <a:pt x="25" y="86"/>
                    <a:pt x="36" y="68"/>
                  </a:cubicBezTo>
                  <a:cubicBezTo>
                    <a:pt x="48" y="46"/>
                    <a:pt x="58" y="19"/>
                    <a:pt x="75" y="0"/>
                  </a:cubicBezTo>
                  <a:cubicBezTo>
                    <a:pt x="72" y="11"/>
                    <a:pt x="64" y="21"/>
                    <a:pt x="59" y="30"/>
                  </a:cubicBezTo>
                  <a:cubicBezTo>
                    <a:pt x="52" y="43"/>
                    <a:pt x="45" y="56"/>
                    <a:pt x="38" y="68"/>
                  </a:cubicBezTo>
                  <a:cubicBezTo>
                    <a:pt x="33" y="78"/>
                    <a:pt x="27" y="88"/>
                    <a:pt x="20" y="97"/>
                  </a:cubicBezTo>
                  <a:cubicBezTo>
                    <a:pt x="15" y="104"/>
                    <a:pt x="7" y="112"/>
                    <a:pt x="5" y="121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698" name="Freeform 202">
              <a:extLst>
                <a:ext uri="{FF2B5EF4-FFF2-40B4-BE49-F238E27FC236}">
                  <a16:creationId xmlns:a16="http://schemas.microsoft.com/office/drawing/2014/main" id="{D7BC81A7-0195-4781-9A59-C804B4F4EE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6" y="2506"/>
              <a:ext cx="115" cy="112"/>
            </a:xfrm>
            <a:custGeom>
              <a:avLst/>
              <a:gdLst>
                <a:gd name="T0" fmla="*/ 1 w 99"/>
                <a:gd name="T1" fmla="*/ 9 h 97"/>
                <a:gd name="T2" fmla="*/ 14 w 99"/>
                <a:gd name="T3" fmla="*/ 106 h 97"/>
                <a:gd name="T4" fmla="*/ 102 w 99"/>
                <a:gd name="T5" fmla="*/ 137 h 97"/>
                <a:gd name="T6" fmla="*/ 116 w 99"/>
                <a:gd name="T7" fmla="*/ 0 h 9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9" h="97">
                  <a:moveTo>
                    <a:pt x="1" y="6"/>
                  </a:moveTo>
                  <a:cubicBezTo>
                    <a:pt x="5" y="25"/>
                    <a:pt x="0" y="51"/>
                    <a:pt x="9" y="69"/>
                  </a:cubicBezTo>
                  <a:cubicBezTo>
                    <a:pt x="20" y="88"/>
                    <a:pt x="44" y="97"/>
                    <a:pt x="65" y="89"/>
                  </a:cubicBezTo>
                  <a:cubicBezTo>
                    <a:pt x="99" y="76"/>
                    <a:pt x="91" y="23"/>
                    <a:pt x="74" y="0"/>
                  </a:cubicBezTo>
                </a:path>
              </a:pathLst>
            </a:custGeom>
            <a:solidFill>
              <a:srgbClr val="FEF3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699" name="Freeform 203">
              <a:extLst>
                <a:ext uri="{FF2B5EF4-FFF2-40B4-BE49-F238E27FC236}">
                  <a16:creationId xmlns:a16="http://schemas.microsoft.com/office/drawing/2014/main" id="{164284B7-ACD8-44B4-A5EB-2C4000322E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2" y="2512"/>
              <a:ext cx="108" cy="106"/>
            </a:xfrm>
            <a:custGeom>
              <a:avLst/>
              <a:gdLst>
                <a:gd name="T0" fmla="*/ 2 w 93"/>
                <a:gd name="T1" fmla="*/ 0 h 91"/>
                <a:gd name="T2" fmla="*/ 16 w 93"/>
                <a:gd name="T3" fmla="*/ 99 h 91"/>
                <a:gd name="T4" fmla="*/ 101 w 93"/>
                <a:gd name="T5" fmla="*/ 132 h 91"/>
                <a:gd name="T6" fmla="*/ 137 w 93"/>
                <a:gd name="T7" fmla="*/ 48 h 91"/>
                <a:gd name="T8" fmla="*/ 145 w 93"/>
                <a:gd name="T9" fmla="*/ 0 h 9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3" h="91">
                  <a:moveTo>
                    <a:pt x="2" y="0"/>
                  </a:moveTo>
                  <a:cubicBezTo>
                    <a:pt x="6" y="19"/>
                    <a:pt x="0" y="45"/>
                    <a:pt x="10" y="63"/>
                  </a:cubicBezTo>
                  <a:cubicBezTo>
                    <a:pt x="20" y="82"/>
                    <a:pt x="45" y="91"/>
                    <a:pt x="65" y="83"/>
                  </a:cubicBezTo>
                  <a:cubicBezTo>
                    <a:pt x="86" y="75"/>
                    <a:pt x="88" y="52"/>
                    <a:pt x="88" y="30"/>
                  </a:cubicBezTo>
                  <a:cubicBezTo>
                    <a:pt x="88" y="21"/>
                    <a:pt x="83" y="9"/>
                    <a:pt x="93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700" name="Freeform 204">
              <a:extLst>
                <a:ext uri="{FF2B5EF4-FFF2-40B4-BE49-F238E27FC236}">
                  <a16:creationId xmlns:a16="http://schemas.microsoft.com/office/drawing/2014/main" id="{90DF3D9A-582D-4C65-8670-EC215C272B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8" y="2516"/>
              <a:ext cx="39" cy="70"/>
            </a:xfrm>
            <a:custGeom>
              <a:avLst/>
              <a:gdLst>
                <a:gd name="T0" fmla="*/ 8 w 34"/>
                <a:gd name="T1" fmla="*/ 0 h 60"/>
                <a:gd name="T2" fmla="*/ 1 w 34"/>
                <a:gd name="T3" fmla="*/ 65 h 60"/>
                <a:gd name="T4" fmla="*/ 26 w 34"/>
                <a:gd name="T5" fmla="*/ 95 h 60"/>
                <a:gd name="T6" fmla="*/ 50 w 34"/>
                <a:gd name="T7" fmla="*/ 70 h 60"/>
                <a:gd name="T8" fmla="*/ 47 w 34"/>
                <a:gd name="T9" fmla="*/ 22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60">
                  <a:moveTo>
                    <a:pt x="5" y="0"/>
                  </a:moveTo>
                  <a:cubicBezTo>
                    <a:pt x="7" y="15"/>
                    <a:pt x="3" y="27"/>
                    <a:pt x="1" y="41"/>
                  </a:cubicBezTo>
                  <a:cubicBezTo>
                    <a:pt x="0" y="54"/>
                    <a:pt x="5" y="58"/>
                    <a:pt x="17" y="59"/>
                  </a:cubicBezTo>
                  <a:cubicBezTo>
                    <a:pt x="29" y="60"/>
                    <a:pt x="32" y="56"/>
                    <a:pt x="33" y="44"/>
                  </a:cubicBezTo>
                  <a:cubicBezTo>
                    <a:pt x="34" y="34"/>
                    <a:pt x="33" y="22"/>
                    <a:pt x="31" y="14"/>
                  </a:cubicBezTo>
                </a:path>
              </a:pathLst>
            </a:custGeom>
            <a:solidFill>
              <a:srgbClr val="FEF3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701" name="Freeform 205">
              <a:extLst>
                <a:ext uri="{FF2B5EF4-FFF2-40B4-BE49-F238E27FC236}">
                  <a16:creationId xmlns:a16="http://schemas.microsoft.com/office/drawing/2014/main" id="{346F78A5-94ED-4B02-B2F8-34F8CF2F80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8" y="2517"/>
              <a:ext cx="39" cy="70"/>
            </a:xfrm>
            <a:custGeom>
              <a:avLst/>
              <a:gdLst>
                <a:gd name="T0" fmla="*/ 8 w 34"/>
                <a:gd name="T1" fmla="*/ 0 h 60"/>
                <a:gd name="T2" fmla="*/ 1 w 34"/>
                <a:gd name="T3" fmla="*/ 65 h 60"/>
                <a:gd name="T4" fmla="*/ 26 w 34"/>
                <a:gd name="T5" fmla="*/ 95 h 60"/>
                <a:gd name="T6" fmla="*/ 50 w 34"/>
                <a:gd name="T7" fmla="*/ 70 h 60"/>
                <a:gd name="T8" fmla="*/ 47 w 34"/>
                <a:gd name="T9" fmla="*/ 22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60">
                  <a:moveTo>
                    <a:pt x="5" y="0"/>
                  </a:moveTo>
                  <a:cubicBezTo>
                    <a:pt x="7" y="14"/>
                    <a:pt x="3" y="27"/>
                    <a:pt x="1" y="41"/>
                  </a:cubicBezTo>
                  <a:cubicBezTo>
                    <a:pt x="0" y="54"/>
                    <a:pt x="5" y="58"/>
                    <a:pt x="17" y="59"/>
                  </a:cubicBezTo>
                  <a:cubicBezTo>
                    <a:pt x="29" y="60"/>
                    <a:pt x="32" y="56"/>
                    <a:pt x="33" y="44"/>
                  </a:cubicBezTo>
                  <a:cubicBezTo>
                    <a:pt x="34" y="34"/>
                    <a:pt x="33" y="22"/>
                    <a:pt x="31" y="14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702" name="Freeform 206">
              <a:extLst>
                <a:ext uri="{FF2B5EF4-FFF2-40B4-BE49-F238E27FC236}">
                  <a16:creationId xmlns:a16="http://schemas.microsoft.com/office/drawing/2014/main" id="{165B57FC-9A8F-4893-A513-78B360A6FD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9" y="2514"/>
              <a:ext cx="46" cy="90"/>
            </a:xfrm>
            <a:custGeom>
              <a:avLst/>
              <a:gdLst>
                <a:gd name="T0" fmla="*/ 0 w 40"/>
                <a:gd name="T1" fmla="*/ 1 h 78"/>
                <a:gd name="T2" fmla="*/ 3 w 40"/>
                <a:gd name="T3" fmla="*/ 40 h 78"/>
                <a:gd name="T4" fmla="*/ 9 w 40"/>
                <a:gd name="T5" fmla="*/ 77 h 78"/>
                <a:gd name="T6" fmla="*/ 24 w 40"/>
                <a:gd name="T7" fmla="*/ 110 h 78"/>
                <a:gd name="T8" fmla="*/ 61 w 40"/>
                <a:gd name="T9" fmla="*/ 120 h 78"/>
                <a:gd name="T10" fmla="*/ 28 w 40"/>
                <a:gd name="T11" fmla="*/ 96 h 78"/>
                <a:gd name="T12" fmla="*/ 17 w 40"/>
                <a:gd name="T13" fmla="*/ 53 h 78"/>
                <a:gd name="T14" fmla="*/ 9 w 40"/>
                <a:gd name="T15" fmla="*/ 17 h 78"/>
                <a:gd name="T16" fmla="*/ 0 w 40"/>
                <a:gd name="T17" fmla="*/ 0 h 7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0" h="78">
                  <a:moveTo>
                    <a:pt x="0" y="1"/>
                  </a:moveTo>
                  <a:cubicBezTo>
                    <a:pt x="0" y="9"/>
                    <a:pt x="2" y="18"/>
                    <a:pt x="3" y="26"/>
                  </a:cubicBezTo>
                  <a:cubicBezTo>
                    <a:pt x="4" y="34"/>
                    <a:pt x="4" y="42"/>
                    <a:pt x="6" y="50"/>
                  </a:cubicBezTo>
                  <a:cubicBezTo>
                    <a:pt x="7" y="57"/>
                    <a:pt x="10" y="66"/>
                    <a:pt x="16" y="71"/>
                  </a:cubicBezTo>
                  <a:cubicBezTo>
                    <a:pt x="22" y="77"/>
                    <a:pt x="32" y="78"/>
                    <a:pt x="40" y="78"/>
                  </a:cubicBezTo>
                  <a:cubicBezTo>
                    <a:pt x="31" y="78"/>
                    <a:pt x="23" y="69"/>
                    <a:pt x="18" y="62"/>
                  </a:cubicBezTo>
                  <a:cubicBezTo>
                    <a:pt x="13" y="54"/>
                    <a:pt x="12" y="44"/>
                    <a:pt x="11" y="35"/>
                  </a:cubicBezTo>
                  <a:cubicBezTo>
                    <a:pt x="10" y="27"/>
                    <a:pt x="9" y="18"/>
                    <a:pt x="6" y="11"/>
                  </a:cubicBezTo>
                  <a:cubicBezTo>
                    <a:pt x="4" y="8"/>
                    <a:pt x="2" y="4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703" name="Freeform 207">
              <a:extLst>
                <a:ext uri="{FF2B5EF4-FFF2-40B4-BE49-F238E27FC236}">
                  <a16:creationId xmlns:a16="http://schemas.microsoft.com/office/drawing/2014/main" id="{C3DB9FDD-B567-4FD4-B4CE-B3CB41F945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2" y="2522"/>
              <a:ext cx="11" cy="59"/>
            </a:xfrm>
            <a:custGeom>
              <a:avLst/>
              <a:gdLst>
                <a:gd name="T0" fmla="*/ 9 w 9"/>
                <a:gd name="T1" fmla="*/ 0 h 51"/>
                <a:gd name="T2" fmla="*/ 13 w 9"/>
                <a:gd name="T3" fmla="*/ 28 h 51"/>
                <a:gd name="T4" fmla="*/ 7 w 9"/>
                <a:gd name="T5" fmla="*/ 50 h 51"/>
                <a:gd name="T6" fmla="*/ 16 w 9"/>
                <a:gd name="T7" fmla="*/ 79 h 51"/>
                <a:gd name="T8" fmla="*/ 16 w 9"/>
                <a:gd name="T9" fmla="*/ 40 h 51"/>
                <a:gd name="T10" fmla="*/ 9 w 9"/>
                <a:gd name="T11" fmla="*/ 2 h 5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" h="51">
                  <a:moveTo>
                    <a:pt x="5" y="0"/>
                  </a:moveTo>
                  <a:cubicBezTo>
                    <a:pt x="5" y="6"/>
                    <a:pt x="7" y="12"/>
                    <a:pt x="7" y="18"/>
                  </a:cubicBezTo>
                  <a:cubicBezTo>
                    <a:pt x="6" y="23"/>
                    <a:pt x="5" y="28"/>
                    <a:pt x="4" y="32"/>
                  </a:cubicBezTo>
                  <a:cubicBezTo>
                    <a:pt x="3" y="39"/>
                    <a:pt x="0" y="50"/>
                    <a:pt x="9" y="51"/>
                  </a:cubicBezTo>
                  <a:cubicBezTo>
                    <a:pt x="2" y="46"/>
                    <a:pt x="9" y="33"/>
                    <a:pt x="9" y="26"/>
                  </a:cubicBezTo>
                  <a:cubicBezTo>
                    <a:pt x="9" y="20"/>
                    <a:pt x="9" y="7"/>
                    <a:pt x="5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704" name="Freeform 208">
              <a:extLst>
                <a:ext uri="{FF2B5EF4-FFF2-40B4-BE49-F238E27FC236}">
                  <a16:creationId xmlns:a16="http://schemas.microsoft.com/office/drawing/2014/main" id="{667537CC-5200-4AAA-BD28-00A323D5D3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7" y="2535"/>
              <a:ext cx="9" cy="48"/>
            </a:xfrm>
            <a:custGeom>
              <a:avLst/>
              <a:gdLst>
                <a:gd name="T0" fmla="*/ 1 w 8"/>
                <a:gd name="T1" fmla="*/ 0 h 42"/>
                <a:gd name="T2" fmla="*/ 0 w 8"/>
                <a:gd name="T3" fmla="*/ 63 h 42"/>
                <a:gd name="T4" fmla="*/ 10 w 8"/>
                <a:gd name="T5" fmla="*/ 22 h 42"/>
                <a:gd name="T6" fmla="*/ 2 w 8"/>
                <a:gd name="T7" fmla="*/ 1 h 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42">
                  <a:moveTo>
                    <a:pt x="1" y="0"/>
                  </a:moveTo>
                  <a:cubicBezTo>
                    <a:pt x="5" y="13"/>
                    <a:pt x="6" y="30"/>
                    <a:pt x="0" y="42"/>
                  </a:cubicBezTo>
                  <a:cubicBezTo>
                    <a:pt x="6" y="37"/>
                    <a:pt x="8" y="23"/>
                    <a:pt x="7" y="15"/>
                  </a:cubicBezTo>
                  <a:cubicBezTo>
                    <a:pt x="6" y="10"/>
                    <a:pt x="4" y="6"/>
                    <a:pt x="2" y="1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705" name="Freeform 209">
              <a:extLst>
                <a:ext uri="{FF2B5EF4-FFF2-40B4-BE49-F238E27FC236}">
                  <a16:creationId xmlns:a16="http://schemas.microsoft.com/office/drawing/2014/main" id="{563C06CE-CE70-40EB-A93D-497D912325F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3" y="2529"/>
              <a:ext cx="52" cy="81"/>
            </a:xfrm>
            <a:custGeom>
              <a:avLst/>
              <a:gdLst>
                <a:gd name="T0" fmla="*/ 60 w 45"/>
                <a:gd name="T1" fmla="*/ 0 h 70"/>
                <a:gd name="T2" fmla="*/ 52 w 45"/>
                <a:gd name="T3" fmla="*/ 87 h 70"/>
                <a:gd name="T4" fmla="*/ 27 w 45"/>
                <a:gd name="T5" fmla="*/ 104 h 70"/>
                <a:gd name="T6" fmla="*/ 0 w 45"/>
                <a:gd name="T7" fmla="*/ 104 h 70"/>
                <a:gd name="T8" fmla="*/ 31 w 45"/>
                <a:gd name="T9" fmla="*/ 88 h 70"/>
                <a:gd name="T10" fmla="*/ 51 w 45"/>
                <a:gd name="T11" fmla="*/ 61 h 70"/>
                <a:gd name="T12" fmla="*/ 57 w 45"/>
                <a:gd name="T13" fmla="*/ 28 h 70"/>
                <a:gd name="T14" fmla="*/ 59 w 45"/>
                <a:gd name="T15" fmla="*/ 1 h 7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5" h="70">
                  <a:moveTo>
                    <a:pt x="39" y="0"/>
                  </a:moveTo>
                  <a:cubicBezTo>
                    <a:pt x="39" y="19"/>
                    <a:pt x="45" y="39"/>
                    <a:pt x="34" y="56"/>
                  </a:cubicBezTo>
                  <a:cubicBezTo>
                    <a:pt x="30" y="61"/>
                    <a:pt x="23" y="65"/>
                    <a:pt x="17" y="67"/>
                  </a:cubicBezTo>
                  <a:cubicBezTo>
                    <a:pt x="13" y="69"/>
                    <a:pt x="4" y="70"/>
                    <a:pt x="0" y="67"/>
                  </a:cubicBezTo>
                  <a:cubicBezTo>
                    <a:pt x="8" y="65"/>
                    <a:pt x="14" y="63"/>
                    <a:pt x="20" y="57"/>
                  </a:cubicBezTo>
                  <a:cubicBezTo>
                    <a:pt x="26" y="53"/>
                    <a:pt x="30" y="46"/>
                    <a:pt x="33" y="40"/>
                  </a:cubicBezTo>
                  <a:cubicBezTo>
                    <a:pt x="35" y="33"/>
                    <a:pt x="36" y="25"/>
                    <a:pt x="36" y="18"/>
                  </a:cubicBezTo>
                  <a:cubicBezTo>
                    <a:pt x="36" y="13"/>
                    <a:pt x="35" y="6"/>
                    <a:pt x="38" y="1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706" name="Freeform 210">
              <a:extLst>
                <a:ext uri="{FF2B5EF4-FFF2-40B4-BE49-F238E27FC236}">
                  <a16:creationId xmlns:a16="http://schemas.microsoft.com/office/drawing/2014/main" id="{F1ACEF4B-5CCC-4A74-AE01-2619112D06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5" y="2517"/>
              <a:ext cx="44" cy="124"/>
            </a:xfrm>
            <a:custGeom>
              <a:avLst/>
              <a:gdLst>
                <a:gd name="T0" fmla="*/ 50 w 38"/>
                <a:gd name="T1" fmla="*/ 0 h 107"/>
                <a:gd name="T2" fmla="*/ 47 w 38"/>
                <a:gd name="T3" fmla="*/ 41 h 107"/>
                <a:gd name="T4" fmla="*/ 41 w 38"/>
                <a:gd name="T5" fmla="*/ 95 h 107"/>
                <a:gd name="T6" fmla="*/ 8 w 38"/>
                <a:gd name="T7" fmla="*/ 130 h 107"/>
                <a:gd name="T8" fmla="*/ 1 w 38"/>
                <a:gd name="T9" fmla="*/ 140 h 107"/>
                <a:gd name="T10" fmla="*/ 9 w 38"/>
                <a:gd name="T11" fmla="*/ 167 h 107"/>
                <a:gd name="T12" fmla="*/ 37 w 38"/>
                <a:gd name="T13" fmla="*/ 127 h 107"/>
                <a:gd name="T14" fmla="*/ 57 w 38"/>
                <a:gd name="T15" fmla="*/ 73 h 107"/>
                <a:gd name="T16" fmla="*/ 51 w 38"/>
                <a:gd name="T17" fmla="*/ 27 h 107"/>
                <a:gd name="T18" fmla="*/ 50 w 38"/>
                <a:gd name="T19" fmla="*/ 2 h 10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8" h="107">
                  <a:moveTo>
                    <a:pt x="32" y="0"/>
                  </a:moveTo>
                  <a:cubicBezTo>
                    <a:pt x="27" y="8"/>
                    <a:pt x="29" y="17"/>
                    <a:pt x="30" y="26"/>
                  </a:cubicBezTo>
                  <a:cubicBezTo>
                    <a:pt x="32" y="38"/>
                    <a:pt x="31" y="50"/>
                    <a:pt x="26" y="61"/>
                  </a:cubicBezTo>
                  <a:cubicBezTo>
                    <a:pt x="22" y="71"/>
                    <a:pt x="15" y="79"/>
                    <a:pt x="5" y="84"/>
                  </a:cubicBezTo>
                  <a:cubicBezTo>
                    <a:pt x="2" y="86"/>
                    <a:pt x="0" y="86"/>
                    <a:pt x="1" y="90"/>
                  </a:cubicBezTo>
                  <a:cubicBezTo>
                    <a:pt x="2" y="96"/>
                    <a:pt x="3" y="102"/>
                    <a:pt x="6" y="107"/>
                  </a:cubicBezTo>
                  <a:cubicBezTo>
                    <a:pt x="11" y="99"/>
                    <a:pt x="19" y="91"/>
                    <a:pt x="24" y="82"/>
                  </a:cubicBezTo>
                  <a:cubicBezTo>
                    <a:pt x="30" y="71"/>
                    <a:pt x="35" y="59"/>
                    <a:pt x="36" y="47"/>
                  </a:cubicBezTo>
                  <a:cubicBezTo>
                    <a:pt x="38" y="36"/>
                    <a:pt x="36" y="26"/>
                    <a:pt x="33" y="17"/>
                  </a:cubicBezTo>
                  <a:cubicBezTo>
                    <a:pt x="32" y="13"/>
                    <a:pt x="29" y="5"/>
                    <a:pt x="32" y="2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707" name="Freeform 211">
              <a:extLst>
                <a:ext uri="{FF2B5EF4-FFF2-40B4-BE49-F238E27FC236}">
                  <a16:creationId xmlns:a16="http://schemas.microsoft.com/office/drawing/2014/main" id="{6B016832-4CDB-43FE-AACB-F782BC188E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8" y="2521"/>
              <a:ext cx="38" cy="110"/>
            </a:xfrm>
            <a:custGeom>
              <a:avLst/>
              <a:gdLst>
                <a:gd name="T0" fmla="*/ 3 w 33"/>
                <a:gd name="T1" fmla="*/ 0 h 95"/>
                <a:gd name="T2" fmla="*/ 3 w 33"/>
                <a:gd name="T3" fmla="*/ 20 h 95"/>
                <a:gd name="T4" fmla="*/ 3 w 33"/>
                <a:gd name="T5" fmla="*/ 45 h 95"/>
                <a:gd name="T6" fmla="*/ 12 w 33"/>
                <a:gd name="T7" fmla="*/ 88 h 95"/>
                <a:gd name="T8" fmla="*/ 32 w 33"/>
                <a:gd name="T9" fmla="*/ 113 h 95"/>
                <a:gd name="T10" fmla="*/ 51 w 33"/>
                <a:gd name="T11" fmla="*/ 126 h 95"/>
                <a:gd name="T12" fmla="*/ 44 w 33"/>
                <a:gd name="T13" fmla="*/ 147 h 95"/>
                <a:gd name="T14" fmla="*/ 17 w 33"/>
                <a:gd name="T15" fmla="*/ 117 h 95"/>
                <a:gd name="T16" fmla="*/ 1 w 33"/>
                <a:gd name="T17" fmla="*/ 68 h 95"/>
                <a:gd name="T18" fmla="*/ 1 w 33"/>
                <a:gd name="T19" fmla="*/ 28 h 95"/>
                <a:gd name="T20" fmla="*/ 2 w 33"/>
                <a:gd name="T21" fmla="*/ 0 h 9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3" h="95">
                  <a:moveTo>
                    <a:pt x="3" y="0"/>
                  </a:moveTo>
                  <a:cubicBezTo>
                    <a:pt x="2" y="3"/>
                    <a:pt x="3" y="9"/>
                    <a:pt x="3" y="13"/>
                  </a:cubicBezTo>
                  <a:cubicBezTo>
                    <a:pt x="3" y="19"/>
                    <a:pt x="3" y="24"/>
                    <a:pt x="3" y="29"/>
                  </a:cubicBezTo>
                  <a:cubicBezTo>
                    <a:pt x="3" y="39"/>
                    <a:pt x="4" y="48"/>
                    <a:pt x="8" y="57"/>
                  </a:cubicBezTo>
                  <a:cubicBezTo>
                    <a:pt x="11" y="63"/>
                    <a:pt x="15" y="69"/>
                    <a:pt x="21" y="73"/>
                  </a:cubicBezTo>
                  <a:cubicBezTo>
                    <a:pt x="25" y="75"/>
                    <a:pt x="30" y="77"/>
                    <a:pt x="33" y="81"/>
                  </a:cubicBezTo>
                  <a:cubicBezTo>
                    <a:pt x="30" y="84"/>
                    <a:pt x="32" y="91"/>
                    <a:pt x="29" y="95"/>
                  </a:cubicBezTo>
                  <a:cubicBezTo>
                    <a:pt x="23" y="88"/>
                    <a:pt x="16" y="83"/>
                    <a:pt x="11" y="75"/>
                  </a:cubicBezTo>
                  <a:cubicBezTo>
                    <a:pt x="4" y="66"/>
                    <a:pt x="2" y="55"/>
                    <a:pt x="1" y="44"/>
                  </a:cubicBezTo>
                  <a:cubicBezTo>
                    <a:pt x="1" y="36"/>
                    <a:pt x="1" y="27"/>
                    <a:pt x="1" y="18"/>
                  </a:cubicBezTo>
                  <a:cubicBezTo>
                    <a:pt x="2" y="13"/>
                    <a:pt x="0" y="5"/>
                    <a:pt x="2" y="0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708" name="Freeform 212">
              <a:extLst>
                <a:ext uri="{FF2B5EF4-FFF2-40B4-BE49-F238E27FC236}">
                  <a16:creationId xmlns:a16="http://schemas.microsoft.com/office/drawing/2014/main" id="{0D3ED5D4-5E44-4224-B295-D560F85D11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2" y="2652"/>
              <a:ext cx="34" cy="347"/>
            </a:xfrm>
            <a:custGeom>
              <a:avLst/>
              <a:gdLst>
                <a:gd name="T0" fmla="*/ 0 w 29"/>
                <a:gd name="T1" fmla="*/ 0 h 300"/>
                <a:gd name="T2" fmla="*/ 34 w 29"/>
                <a:gd name="T3" fmla="*/ 257 h 300"/>
                <a:gd name="T4" fmla="*/ 27 w 29"/>
                <a:gd name="T5" fmla="*/ 464 h 300"/>
                <a:gd name="T6" fmla="*/ 40 w 29"/>
                <a:gd name="T7" fmla="*/ 333 h 300"/>
                <a:gd name="T8" fmla="*/ 0 w 29"/>
                <a:gd name="T9" fmla="*/ 0 h 3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300">
                  <a:moveTo>
                    <a:pt x="0" y="0"/>
                  </a:moveTo>
                  <a:cubicBezTo>
                    <a:pt x="0" y="0"/>
                    <a:pt x="18" y="126"/>
                    <a:pt x="21" y="166"/>
                  </a:cubicBezTo>
                  <a:cubicBezTo>
                    <a:pt x="23" y="207"/>
                    <a:pt x="16" y="268"/>
                    <a:pt x="17" y="300"/>
                  </a:cubicBezTo>
                  <a:cubicBezTo>
                    <a:pt x="17" y="300"/>
                    <a:pt x="22" y="236"/>
                    <a:pt x="25" y="215"/>
                  </a:cubicBezTo>
                  <a:cubicBezTo>
                    <a:pt x="29" y="193"/>
                    <a:pt x="21" y="84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709" name="Freeform 213">
              <a:extLst>
                <a:ext uri="{FF2B5EF4-FFF2-40B4-BE49-F238E27FC236}">
                  <a16:creationId xmlns:a16="http://schemas.microsoft.com/office/drawing/2014/main" id="{365E568D-D0C6-4B12-BA1E-75E3A5F5E7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5" y="2646"/>
              <a:ext cx="35" cy="378"/>
            </a:xfrm>
            <a:custGeom>
              <a:avLst/>
              <a:gdLst>
                <a:gd name="T0" fmla="*/ 48 w 30"/>
                <a:gd name="T1" fmla="*/ 0 h 326"/>
                <a:gd name="T2" fmla="*/ 13 w 30"/>
                <a:gd name="T3" fmla="*/ 336 h 326"/>
                <a:gd name="T4" fmla="*/ 25 w 30"/>
                <a:gd name="T5" fmla="*/ 508 h 326"/>
                <a:gd name="T6" fmla="*/ 7 w 30"/>
                <a:gd name="T7" fmla="*/ 364 h 326"/>
                <a:gd name="T8" fmla="*/ 48 w 30"/>
                <a:gd name="T9" fmla="*/ 0 h 3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326">
                  <a:moveTo>
                    <a:pt x="30" y="0"/>
                  </a:moveTo>
                  <a:cubicBezTo>
                    <a:pt x="30" y="0"/>
                    <a:pt x="5" y="180"/>
                    <a:pt x="8" y="216"/>
                  </a:cubicBezTo>
                  <a:cubicBezTo>
                    <a:pt x="11" y="252"/>
                    <a:pt x="17" y="303"/>
                    <a:pt x="15" y="326"/>
                  </a:cubicBezTo>
                  <a:cubicBezTo>
                    <a:pt x="15" y="326"/>
                    <a:pt x="7" y="254"/>
                    <a:pt x="4" y="234"/>
                  </a:cubicBezTo>
                  <a:cubicBezTo>
                    <a:pt x="0" y="214"/>
                    <a:pt x="7" y="89"/>
                    <a:pt x="30" y="0"/>
                  </a:cubicBezTo>
                  <a:close/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710" name="Freeform 214">
              <a:extLst>
                <a:ext uri="{FF2B5EF4-FFF2-40B4-BE49-F238E27FC236}">
                  <a16:creationId xmlns:a16="http://schemas.microsoft.com/office/drawing/2014/main" id="{4EAC7607-462E-4BC7-96B9-67F8085614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9" y="2438"/>
              <a:ext cx="51" cy="359"/>
            </a:xfrm>
            <a:custGeom>
              <a:avLst/>
              <a:gdLst>
                <a:gd name="T0" fmla="*/ 57 w 44"/>
                <a:gd name="T1" fmla="*/ 0 h 309"/>
                <a:gd name="T2" fmla="*/ 68 w 44"/>
                <a:gd name="T3" fmla="*/ 484 h 309"/>
                <a:gd name="T4" fmla="*/ 57 w 44"/>
                <a:gd name="T5" fmla="*/ 0 h 30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4" h="309">
                  <a:moveTo>
                    <a:pt x="36" y="0"/>
                  </a:moveTo>
                  <a:cubicBezTo>
                    <a:pt x="36" y="0"/>
                    <a:pt x="0" y="167"/>
                    <a:pt x="44" y="309"/>
                  </a:cubicBezTo>
                  <a:cubicBezTo>
                    <a:pt x="44" y="309"/>
                    <a:pt x="13" y="187"/>
                    <a:pt x="3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711" name="Freeform 215">
              <a:extLst>
                <a:ext uri="{FF2B5EF4-FFF2-40B4-BE49-F238E27FC236}">
                  <a16:creationId xmlns:a16="http://schemas.microsoft.com/office/drawing/2014/main" id="{366F792B-836F-4013-B49F-D89AEDC3FE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9" y="3219"/>
              <a:ext cx="52" cy="405"/>
            </a:xfrm>
            <a:custGeom>
              <a:avLst/>
              <a:gdLst>
                <a:gd name="T0" fmla="*/ 0 w 45"/>
                <a:gd name="T1" fmla="*/ 0 h 350"/>
                <a:gd name="T2" fmla="*/ 69 w 45"/>
                <a:gd name="T3" fmla="*/ 543 h 350"/>
                <a:gd name="T4" fmla="*/ 0 w 45"/>
                <a:gd name="T5" fmla="*/ 0 h 3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5" h="350">
                  <a:moveTo>
                    <a:pt x="0" y="0"/>
                  </a:moveTo>
                  <a:cubicBezTo>
                    <a:pt x="0" y="0"/>
                    <a:pt x="13" y="253"/>
                    <a:pt x="45" y="350"/>
                  </a:cubicBezTo>
                  <a:cubicBezTo>
                    <a:pt x="45" y="350"/>
                    <a:pt x="4" y="4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712" name="Freeform 216">
              <a:extLst>
                <a:ext uri="{FF2B5EF4-FFF2-40B4-BE49-F238E27FC236}">
                  <a16:creationId xmlns:a16="http://schemas.microsoft.com/office/drawing/2014/main" id="{D73FB9A5-EDE7-497C-9501-38A48C5566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1" y="3810"/>
              <a:ext cx="73" cy="140"/>
            </a:xfrm>
            <a:custGeom>
              <a:avLst/>
              <a:gdLst>
                <a:gd name="T0" fmla="*/ 94 w 63"/>
                <a:gd name="T1" fmla="*/ 0 h 121"/>
                <a:gd name="T2" fmla="*/ 48 w 63"/>
                <a:gd name="T3" fmla="*/ 93 h 121"/>
                <a:gd name="T4" fmla="*/ 31 w 63"/>
                <a:gd name="T5" fmla="*/ 142 h 121"/>
                <a:gd name="T6" fmla="*/ 0 w 63"/>
                <a:gd name="T7" fmla="*/ 187 h 121"/>
                <a:gd name="T8" fmla="*/ 42 w 63"/>
                <a:gd name="T9" fmla="*/ 140 h 121"/>
                <a:gd name="T10" fmla="*/ 65 w 63"/>
                <a:gd name="T11" fmla="*/ 96 h 121"/>
                <a:gd name="T12" fmla="*/ 98 w 63"/>
                <a:gd name="T13" fmla="*/ 0 h 1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3" h="121">
                  <a:moveTo>
                    <a:pt x="60" y="0"/>
                  </a:moveTo>
                  <a:cubicBezTo>
                    <a:pt x="47" y="18"/>
                    <a:pt x="37" y="39"/>
                    <a:pt x="30" y="60"/>
                  </a:cubicBezTo>
                  <a:cubicBezTo>
                    <a:pt x="27" y="70"/>
                    <a:pt x="26" y="82"/>
                    <a:pt x="20" y="92"/>
                  </a:cubicBezTo>
                  <a:cubicBezTo>
                    <a:pt x="13" y="101"/>
                    <a:pt x="5" y="110"/>
                    <a:pt x="0" y="121"/>
                  </a:cubicBezTo>
                  <a:cubicBezTo>
                    <a:pt x="7" y="110"/>
                    <a:pt x="19" y="101"/>
                    <a:pt x="27" y="91"/>
                  </a:cubicBezTo>
                  <a:cubicBezTo>
                    <a:pt x="35" y="82"/>
                    <a:pt x="37" y="73"/>
                    <a:pt x="41" y="62"/>
                  </a:cubicBezTo>
                  <a:cubicBezTo>
                    <a:pt x="48" y="42"/>
                    <a:pt x="55" y="20"/>
                    <a:pt x="6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713" name="Freeform 217">
              <a:extLst>
                <a:ext uri="{FF2B5EF4-FFF2-40B4-BE49-F238E27FC236}">
                  <a16:creationId xmlns:a16="http://schemas.microsoft.com/office/drawing/2014/main" id="{5F916F17-C4E5-488E-BFBF-1B2FC776BA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9" y="3979"/>
              <a:ext cx="22" cy="23"/>
            </a:xfrm>
            <a:custGeom>
              <a:avLst/>
              <a:gdLst>
                <a:gd name="T0" fmla="*/ 0 w 19"/>
                <a:gd name="T1" fmla="*/ 28 h 20"/>
                <a:gd name="T2" fmla="*/ 25 w 19"/>
                <a:gd name="T3" fmla="*/ 0 h 20"/>
                <a:gd name="T4" fmla="*/ 1 w 19"/>
                <a:gd name="T5" fmla="*/ 28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20">
                  <a:moveTo>
                    <a:pt x="0" y="18"/>
                  </a:moveTo>
                  <a:cubicBezTo>
                    <a:pt x="5" y="13"/>
                    <a:pt x="12" y="6"/>
                    <a:pt x="16" y="0"/>
                  </a:cubicBezTo>
                  <a:cubicBezTo>
                    <a:pt x="19" y="6"/>
                    <a:pt x="7" y="20"/>
                    <a:pt x="1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714" name="Freeform 218">
              <a:extLst>
                <a:ext uri="{FF2B5EF4-FFF2-40B4-BE49-F238E27FC236}">
                  <a16:creationId xmlns:a16="http://schemas.microsoft.com/office/drawing/2014/main" id="{9E9A484D-EB85-4F2C-90F8-F7CE2E4E69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2" y="3985"/>
              <a:ext cx="14" cy="25"/>
            </a:xfrm>
            <a:custGeom>
              <a:avLst/>
              <a:gdLst>
                <a:gd name="T0" fmla="*/ 0 w 12"/>
                <a:gd name="T1" fmla="*/ 32 h 22"/>
                <a:gd name="T2" fmla="*/ 9 w 12"/>
                <a:gd name="T3" fmla="*/ 19 h 22"/>
                <a:gd name="T4" fmla="*/ 18 w 12"/>
                <a:gd name="T5" fmla="*/ 0 h 22"/>
                <a:gd name="T6" fmla="*/ 1 w 12"/>
                <a:gd name="T7" fmla="*/ 32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22">
                  <a:moveTo>
                    <a:pt x="0" y="22"/>
                  </a:moveTo>
                  <a:cubicBezTo>
                    <a:pt x="1" y="19"/>
                    <a:pt x="5" y="17"/>
                    <a:pt x="6" y="13"/>
                  </a:cubicBezTo>
                  <a:cubicBezTo>
                    <a:pt x="8" y="9"/>
                    <a:pt x="8" y="4"/>
                    <a:pt x="11" y="0"/>
                  </a:cubicBezTo>
                  <a:cubicBezTo>
                    <a:pt x="12" y="11"/>
                    <a:pt x="10" y="16"/>
                    <a:pt x="1" y="2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715" name="Freeform 219">
              <a:extLst>
                <a:ext uri="{FF2B5EF4-FFF2-40B4-BE49-F238E27FC236}">
                  <a16:creationId xmlns:a16="http://schemas.microsoft.com/office/drawing/2014/main" id="{919D90A5-E57B-4A29-A524-F4C089179B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8" y="3978"/>
              <a:ext cx="18" cy="28"/>
            </a:xfrm>
            <a:custGeom>
              <a:avLst/>
              <a:gdLst>
                <a:gd name="T0" fmla="*/ 0 w 15"/>
                <a:gd name="T1" fmla="*/ 39 h 24"/>
                <a:gd name="T2" fmla="*/ 17 w 15"/>
                <a:gd name="T3" fmla="*/ 0 h 24"/>
                <a:gd name="T4" fmla="*/ 6 w 15"/>
                <a:gd name="T5" fmla="*/ 35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24">
                  <a:moveTo>
                    <a:pt x="0" y="24"/>
                  </a:moveTo>
                  <a:cubicBezTo>
                    <a:pt x="3" y="17"/>
                    <a:pt x="5" y="6"/>
                    <a:pt x="10" y="0"/>
                  </a:cubicBezTo>
                  <a:cubicBezTo>
                    <a:pt x="15" y="8"/>
                    <a:pt x="12" y="18"/>
                    <a:pt x="3" y="2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716" name="Freeform 220">
              <a:extLst>
                <a:ext uri="{FF2B5EF4-FFF2-40B4-BE49-F238E27FC236}">
                  <a16:creationId xmlns:a16="http://schemas.microsoft.com/office/drawing/2014/main" id="{CAB85D24-77C8-4F93-B070-9964F4D804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4" y="3969"/>
              <a:ext cx="23" cy="44"/>
            </a:xfrm>
            <a:custGeom>
              <a:avLst/>
              <a:gdLst>
                <a:gd name="T0" fmla="*/ 0 w 20"/>
                <a:gd name="T1" fmla="*/ 0 h 38"/>
                <a:gd name="T2" fmla="*/ 29 w 20"/>
                <a:gd name="T3" fmla="*/ 59 h 38"/>
                <a:gd name="T4" fmla="*/ 7 w 20"/>
                <a:gd name="T5" fmla="*/ 3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38">
                  <a:moveTo>
                    <a:pt x="0" y="0"/>
                  </a:moveTo>
                  <a:cubicBezTo>
                    <a:pt x="10" y="8"/>
                    <a:pt x="17" y="26"/>
                    <a:pt x="19" y="38"/>
                  </a:cubicBezTo>
                  <a:cubicBezTo>
                    <a:pt x="20" y="22"/>
                    <a:pt x="11" y="14"/>
                    <a:pt x="4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717" name="Freeform 221">
              <a:extLst>
                <a:ext uri="{FF2B5EF4-FFF2-40B4-BE49-F238E27FC236}">
                  <a16:creationId xmlns:a16="http://schemas.microsoft.com/office/drawing/2014/main" id="{FFEE3F62-CD2A-4858-82F0-D57FDF8D88C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2" y="3985"/>
              <a:ext cx="12" cy="28"/>
            </a:xfrm>
            <a:custGeom>
              <a:avLst/>
              <a:gdLst>
                <a:gd name="T0" fmla="*/ 6 w 10"/>
                <a:gd name="T1" fmla="*/ 0 h 24"/>
                <a:gd name="T2" fmla="*/ 17 w 10"/>
                <a:gd name="T3" fmla="*/ 39 h 24"/>
                <a:gd name="T4" fmla="*/ 7 w 10"/>
                <a:gd name="T5" fmla="*/ 6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24">
                  <a:moveTo>
                    <a:pt x="3" y="0"/>
                  </a:moveTo>
                  <a:cubicBezTo>
                    <a:pt x="0" y="7"/>
                    <a:pt x="6" y="19"/>
                    <a:pt x="10" y="24"/>
                  </a:cubicBezTo>
                  <a:cubicBezTo>
                    <a:pt x="4" y="18"/>
                    <a:pt x="8" y="9"/>
                    <a:pt x="4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718" name="Freeform 222">
              <a:extLst>
                <a:ext uri="{FF2B5EF4-FFF2-40B4-BE49-F238E27FC236}">
                  <a16:creationId xmlns:a16="http://schemas.microsoft.com/office/drawing/2014/main" id="{015488D8-10FF-40FB-9C44-BBF1B606C6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7" y="3979"/>
              <a:ext cx="16" cy="23"/>
            </a:xfrm>
            <a:custGeom>
              <a:avLst/>
              <a:gdLst>
                <a:gd name="T0" fmla="*/ 0 w 14"/>
                <a:gd name="T1" fmla="*/ 0 h 20"/>
                <a:gd name="T2" fmla="*/ 18 w 14"/>
                <a:gd name="T3" fmla="*/ 30 h 20"/>
                <a:gd name="T4" fmla="*/ 1 w 14"/>
                <a:gd name="T5" fmla="*/ 1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20">
                  <a:moveTo>
                    <a:pt x="0" y="0"/>
                  </a:moveTo>
                  <a:cubicBezTo>
                    <a:pt x="1" y="6"/>
                    <a:pt x="6" y="19"/>
                    <a:pt x="12" y="20"/>
                  </a:cubicBezTo>
                  <a:cubicBezTo>
                    <a:pt x="14" y="14"/>
                    <a:pt x="6" y="5"/>
                    <a:pt x="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719" name="Freeform 223">
              <a:extLst>
                <a:ext uri="{FF2B5EF4-FFF2-40B4-BE49-F238E27FC236}">
                  <a16:creationId xmlns:a16="http://schemas.microsoft.com/office/drawing/2014/main" id="{22D04425-EE4C-4872-A2B4-B88D3B18D7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6" y="3969"/>
              <a:ext cx="6" cy="18"/>
            </a:xfrm>
            <a:custGeom>
              <a:avLst/>
              <a:gdLst>
                <a:gd name="T0" fmla="*/ 0 w 5"/>
                <a:gd name="T1" fmla="*/ 2 h 16"/>
                <a:gd name="T2" fmla="*/ 7 w 5"/>
                <a:gd name="T3" fmla="*/ 23 h 16"/>
                <a:gd name="T4" fmla="*/ 0 w 5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16">
                  <a:moveTo>
                    <a:pt x="0" y="2"/>
                  </a:moveTo>
                  <a:cubicBezTo>
                    <a:pt x="0" y="7"/>
                    <a:pt x="1" y="12"/>
                    <a:pt x="4" y="16"/>
                  </a:cubicBezTo>
                  <a:cubicBezTo>
                    <a:pt x="5" y="11"/>
                    <a:pt x="1" y="5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90112" name="Freeform 224">
              <a:extLst>
                <a:ext uri="{FF2B5EF4-FFF2-40B4-BE49-F238E27FC236}">
                  <a16:creationId xmlns:a16="http://schemas.microsoft.com/office/drawing/2014/main" id="{297AFDA6-E04D-40C8-8E87-8FE849A488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5" y="3976"/>
              <a:ext cx="13" cy="36"/>
            </a:xfrm>
            <a:custGeom>
              <a:avLst/>
              <a:gdLst>
                <a:gd name="T0" fmla="*/ 18 w 11"/>
                <a:gd name="T1" fmla="*/ 0 h 31"/>
                <a:gd name="T2" fmla="*/ 15 w 11"/>
                <a:gd name="T3" fmla="*/ 30 h 31"/>
                <a:gd name="T4" fmla="*/ 1 w 11"/>
                <a:gd name="T5" fmla="*/ 49 h 31"/>
                <a:gd name="T6" fmla="*/ 1 w 11"/>
                <a:gd name="T7" fmla="*/ 30 h 31"/>
                <a:gd name="T8" fmla="*/ 13 w 11"/>
                <a:gd name="T9" fmla="*/ 7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31">
                  <a:moveTo>
                    <a:pt x="11" y="0"/>
                  </a:moveTo>
                  <a:cubicBezTo>
                    <a:pt x="11" y="6"/>
                    <a:pt x="11" y="13"/>
                    <a:pt x="9" y="19"/>
                  </a:cubicBezTo>
                  <a:cubicBezTo>
                    <a:pt x="8" y="23"/>
                    <a:pt x="5" y="31"/>
                    <a:pt x="1" y="31"/>
                  </a:cubicBezTo>
                  <a:cubicBezTo>
                    <a:pt x="0" y="27"/>
                    <a:pt x="1" y="23"/>
                    <a:pt x="1" y="19"/>
                  </a:cubicBezTo>
                  <a:cubicBezTo>
                    <a:pt x="2" y="15"/>
                    <a:pt x="4" y="7"/>
                    <a:pt x="8" y="4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90113" name="Freeform 225">
              <a:extLst>
                <a:ext uri="{FF2B5EF4-FFF2-40B4-BE49-F238E27FC236}">
                  <a16:creationId xmlns:a16="http://schemas.microsoft.com/office/drawing/2014/main" id="{84F720CA-C170-437E-A3D0-429B6B9094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6" y="3979"/>
              <a:ext cx="13" cy="43"/>
            </a:xfrm>
            <a:custGeom>
              <a:avLst/>
              <a:gdLst>
                <a:gd name="T0" fmla="*/ 15 w 11"/>
                <a:gd name="T1" fmla="*/ 0 h 37"/>
                <a:gd name="T2" fmla="*/ 17 w 11"/>
                <a:gd name="T3" fmla="*/ 36 h 37"/>
                <a:gd name="T4" fmla="*/ 1 w 11"/>
                <a:gd name="T5" fmla="*/ 58 h 37"/>
                <a:gd name="T6" fmla="*/ 2 w 11"/>
                <a:gd name="T7" fmla="*/ 36 h 37"/>
                <a:gd name="T8" fmla="*/ 11 w 11"/>
                <a:gd name="T9" fmla="*/ 7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37">
                  <a:moveTo>
                    <a:pt x="9" y="0"/>
                  </a:moveTo>
                  <a:cubicBezTo>
                    <a:pt x="9" y="8"/>
                    <a:pt x="11" y="16"/>
                    <a:pt x="10" y="23"/>
                  </a:cubicBezTo>
                  <a:cubicBezTo>
                    <a:pt x="10" y="26"/>
                    <a:pt x="4" y="37"/>
                    <a:pt x="1" y="37"/>
                  </a:cubicBezTo>
                  <a:cubicBezTo>
                    <a:pt x="0" y="32"/>
                    <a:pt x="1" y="28"/>
                    <a:pt x="2" y="23"/>
                  </a:cubicBezTo>
                  <a:cubicBezTo>
                    <a:pt x="3" y="16"/>
                    <a:pt x="6" y="11"/>
                    <a:pt x="7" y="4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90114" name="Freeform 226">
              <a:extLst>
                <a:ext uri="{FF2B5EF4-FFF2-40B4-BE49-F238E27FC236}">
                  <a16:creationId xmlns:a16="http://schemas.microsoft.com/office/drawing/2014/main" id="{DBE120A8-5ECA-4A6B-B454-7C42E5C8A3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7" y="4038"/>
              <a:ext cx="26" cy="15"/>
            </a:xfrm>
            <a:custGeom>
              <a:avLst/>
              <a:gdLst>
                <a:gd name="T0" fmla="*/ 0 w 22"/>
                <a:gd name="T1" fmla="*/ 1 h 13"/>
                <a:gd name="T2" fmla="*/ 33 w 22"/>
                <a:gd name="T3" fmla="*/ 0 h 13"/>
                <a:gd name="T4" fmla="*/ 1 w 22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3">
                  <a:moveTo>
                    <a:pt x="0" y="1"/>
                  </a:moveTo>
                  <a:cubicBezTo>
                    <a:pt x="4" y="8"/>
                    <a:pt x="22" y="13"/>
                    <a:pt x="20" y="0"/>
                  </a:cubicBezTo>
                  <a:cubicBezTo>
                    <a:pt x="15" y="3"/>
                    <a:pt x="4" y="5"/>
                    <a:pt x="1" y="0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90115" name="Freeform 227">
              <a:extLst>
                <a:ext uri="{FF2B5EF4-FFF2-40B4-BE49-F238E27FC236}">
                  <a16:creationId xmlns:a16="http://schemas.microsoft.com/office/drawing/2014/main" id="{655D4147-3DBD-4639-AAD7-F0528A89EF9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6" y="4035"/>
              <a:ext cx="64" cy="29"/>
            </a:xfrm>
            <a:custGeom>
              <a:avLst/>
              <a:gdLst>
                <a:gd name="T0" fmla="*/ 9 w 55"/>
                <a:gd name="T1" fmla="*/ 12 h 25"/>
                <a:gd name="T2" fmla="*/ 58 w 55"/>
                <a:gd name="T3" fmla="*/ 35 h 25"/>
                <a:gd name="T4" fmla="*/ 86 w 55"/>
                <a:gd name="T5" fmla="*/ 0 h 25"/>
                <a:gd name="T6" fmla="*/ 57 w 55"/>
                <a:gd name="T7" fmla="*/ 30 h 25"/>
                <a:gd name="T8" fmla="*/ 16 w 55"/>
                <a:gd name="T9" fmla="*/ 14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5" h="25">
                  <a:moveTo>
                    <a:pt x="6" y="8"/>
                  </a:moveTo>
                  <a:cubicBezTo>
                    <a:pt x="0" y="25"/>
                    <a:pt x="27" y="24"/>
                    <a:pt x="37" y="22"/>
                  </a:cubicBezTo>
                  <a:cubicBezTo>
                    <a:pt x="49" y="20"/>
                    <a:pt x="55" y="13"/>
                    <a:pt x="55" y="0"/>
                  </a:cubicBezTo>
                  <a:cubicBezTo>
                    <a:pt x="55" y="8"/>
                    <a:pt x="44" y="17"/>
                    <a:pt x="36" y="19"/>
                  </a:cubicBezTo>
                  <a:cubicBezTo>
                    <a:pt x="26" y="21"/>
                    <a:pt x="16" y="16"/>
                    <a:pt x="10" y="9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90116" name="Freeform 228">
              <a:extLst>
                <a:ext uri="{FF2B5EF4-FFF2-40B4-BE49-F238E27FC236}">
                  <a16:creationId xmlns:a16="http://schemas.microsoft.com/office/drawing/2014/main" id="{3EA81FD5-8838-43AB-9630-E7EC1FFFEA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5" y="3917"/>
              <a:ext cx="28" cy="86"/>
            </a:xfrm>
            <a:custGeom>
              <a:avLst/>
              <a:gdLst>
                <a:gd name="T0" fmla="*/ 1 w 24"/>
                <a:gd name="T1" fmla="*/ 111 h 75"/>
                <a:gd name="T2" fmla="*/ 25 w 24"/>
                <a:gd name="T3" fmla="*/ 89 h 75"/>
                <a:gd name="T4" fmla="*/ 35 w 24"/>
                <a:gd name="T5" fmla="*/ 70 h 75"/>
                <a:gd name="T6" fmla="*/ 37 w 24"/>
                <a:gd name="T7" fmla="*/ 37 h 75"/>
                <a:gd name="T8" fmla="*/ 37 w 24"/>
                <a:gd name="T9" fmla="*/ 0 h 75"/>
                <a:gd name="T10" fmla="*/ 27 w 24"/>
                <a:gd name="T11" fmla="*/ 57 h 75"/>
                <a:gd name="T12" fmla="*/ 15 w 24"/>
                <a:gd name="T13" fmla="*/ 83 h 75"/>
                <a:gd name="T14" fmla="*/ 1 w 24"/>
                <a:gd name="T15" fmla="*/ 114 h 7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4" h="75">
                  <a:moveTo>
                    <a:pt x="1" y="74"/>
                  </a:moveTo>
                  <a:cubicBezTo>
                    <a:pt x="2" y="67"/>
                    <a:pt x="11" y="64"/>
                    <a:pt x="15" y="59"/>
                  </a:cubicBezTo>
                  <a:cubicBezTo>
                    <a:pt x="19" y="55"/>
                    <a:pt x="21" y="51"/>
                    <a:pt x="22" y="46"/>
                  </a:cubicBezTo>
                  <a:cubicBezTo>
                    <a:pt x="23" y="38"/>
                    <a:pt x="23" y="31"/>
                    <a:pt x="23" y="24"/>
                  </a:cubicBezTo>
                  <a:cubicBezTo>
                    <a:pt x="23" y="16"/>
                    <a:pt x="24" y="7"/>
                    <a:pt x="23" y="0"/>
                  </a:cubicBezTo>
                  <a:cubicBezTo>
                    <a:pt x="23" y="13"/>
                    <a:pt x="21" y="26"/>
                    <a:pt x="17" y="38"/>
                  </a:cubicBezTo>
                  <a:cubicBezTo>
                    <a:pt x="15" y="45"/>
                    <a:pt x="12" y="50"/>
                    <a:pt x="9" y="55"/>
                  </a:cubicBezTo>
                  <a:cubicBezTo>
                    <a:pt x="6" y="61"/>
                    <a:pt x="0" y="68"/>
                    <a:pt x="1" y="75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90117" name="Freeform 229">
              <a:extLst>
                <a:ext uri="{FF2B5EF4-FFF2-40B4-BE49-F238E27FC236}">
                  <a16:creationId xmlns:a16="http://schemas.microsoft.com/office/drawing/2014/main" id="{8BC68B82-77F7-44D1-A5DE-62B3982C3C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5" y="3856"/>
              <a:ext cx="22" cy="72"/>
            </a:xfrm>
            <a:custGeom>
              <a:avLst/>
              <a:gdLst>
                <a:gd name="T0" fmla="*/ 0 w 19"/>
                <a:gd name="T1" fmla="*/ 98 h 62"/>
                <a:gd name="T2" fmla="*/ 27 w 19"/>
                <a:gd name="T3" fmla="*/ 51 h 62"/>
                <a:gd name="T4" fmla="*/ 27 w 19"/>
                <a:gd name="T5" fmla="*/ 0 h 62"/>
                <a:gd name="T6" fmla="*/ 23 w 19"/>
                <a:gd name="T7" fmla="*/ 22 h 62"/>
                <a:gd name="T8" fmla="*/ 14 w 19"/>
                <a:gd name="T9" fmla="*/ 36 h 62"/>
                <a:gd name="T10" fmla="*/ 9 w 19"/>
                <a:gd name="T11" fmla="*/ 59 h 62"/>
                <a:gd name="T12" fmla="*/ 3 w 19"/>
                <a:gd name="T13" fmla="*/ 84 h 6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" h="62">
                  <a:moveTo>
                    <a:pt x="0" y="62"/>
                  </a:moveTo>
                  <a:cubicBezTo>
                    <a:pt x="3" y="50"/>
                    <a:pt x="15" y="44"/>
                    <a:pt x="17" y="33"/>
                  </a:cubicBezTo>
                  <a:cubicBezTo>
                    <a:pt x="19" y="22"/>
                    <a:pt x="16" y="11"/>
                    <a:pt x="17" y="0"/>
                  </a:cubicBezTo>
                  <a:cubicBezTo>
                    <a:pt x="17" y="5"/>
                    <a:pt x="17" y="10"/>
                    <a:pt x="15" y="14"/>
                  </a:cubicBezTo>
                  <a:cubicBezTo>
                    <a:pt x="14" y="18"/>
                    <a:pt x="11" y="20"/>
                    <a:pt x="9" y="23"/>
                  </a:cubicBezTo>
                  <a:cubicBezTo>
                    <a:pt x="7" y="28"/>
                    <a:pt x="7" y="33"/>
                    <a:pt x="6" y="38"/>
                  </a:cubicBezTo>
                  <a:cubicBezTo>
                    <a:pt x="4" y="43"/>
                    <a:pt x="3" y="48"/>
                    <a:pt x="3" y="53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90118" name="Freeform 230">
              <a:extLst>
                <a:ext uri="{FF2B5EF4-FFF2-40B4-BE49-F238E27FC236}">
                  <a16:creationId xmlns:a16="http://schemas.microsoft.com/office/drawing/2014/main" id="{1A762FAF-9FDF-4CD1-98C2-234E4AEC6B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3" y="3779"/>
              <a:ext cx="36" cy="103"/>
            </a:xfrm>
            <a:custGeom>
              <a:avLst/>
              <a:gdLst>
                <a:gd name="T0" fmla="*/ 38 w 31"/>
                <a:gd name="T1" fmla="*/ 0 h 89"/>
                <a:gd name="T2" fmla="*/ 38 w 31"/>
                <a:gd name="T3" fmla="*/ 67 h 89"/>
                <a:gd name="T4" fmla="*/ 17 w 31"/>
                <a:gd name="T5" fmla="*/ 95 h 89"/>
                <a:gd name="T6" fmla="*/ 2 w 31"/>
                <a:gd name="T7" fmla="*/ 138 h 89"/>
                <a:gd name="T8" fmla="*/ 9 w 31"/>
                <a:gd name="T9" fmla="*/ 100 h 89"/>
                <a:gd name="T10" fmla="*/ 26 w 31"/>
                <a:gd name="T11" fmla="*/ 61 h 89"/>
                <a:gd name="T12" fmla="*/ 35 w 31"/>
                <a:gd name="T13" fmla="*/ 31 h 89"/>
                <a:gd name="T14" fmla="*/ 35 w 31"/>
                <a:gd name="T15" fmla="*/ 3 h 8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1" h="89">
                  <a:moveTo>
                    <a:pt x="24" y="0"/>
                  </a:moveTo>
                  <a:cubicBezTo>
                    <a:pt x="29" y="14"/>
                    <a:pt x="31" y="29"/>
                    <a:pt x="24" y="43"/>
                  </a:cubicBezTo>
                  <a:cubicBezTo>
                    <a:pt x="20" y="49"/>
                    <a:pt x="15" y="55"/>
                    <a:pt x="11" y="61"/>
                  </a:cubicBezTo>
                  <a:cubicBezTo>
                    <a:pt x="6" y="70"/>
                    <a:pt x="5" y="79"/>
                    <a:pt x="2" y="89"/>
                  </a:cubicBezTo>
                  <a:cubicBezTo>
                    <a:pt x="0" y="83"/>
                    <a:pt x="4" y="70"/>
                    <a:pt x="6" y="64"/>
                  </a:cubicBezTo>
                  <a:cubicBezTo>
                    <a:pt x="8" y="56"/>
                    <a:pt x="13" y="48"/>
                    <a:pt x="16" y="40"/>
                  </a:cubicBezTo>
                  <a:cubicBezTo>
                    <a:pt x="19" y="33"/>
                    <a:pt x="21" y="28"/>
                    <a:pt x="22" y="20"/>
                  </a:cubicBezTo>
                  <a:cubicBezTo>
                    <a:pt x="23" y="14"/>
                    <a:pt x="22" y="9"/>
                    <a:pt x="22" y="3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90119" name="Freeform 231">
              <a:extLst>
                <a:ext uri="{FF2B5EF4-FFF2-40B4-BE49-F238E27FC236}">
                  <a16:creationId xmlns:a16="http://schemas.microsoft.com/office/drawing/2014/main" id="{A63576E2-A91A-4677-BFEF-63DB940FEF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3" y="3968"/>
              <a:ext cx="12" cy="25"/>
            </a:xfrm>
            <a:custGeom>
              <a:avLst/>
              <a:gdLst>
                <a:gd name="T0" fmla="*/ 13 w 11"/>
                <a:gd name="T1" fmla="*/ 0 h 22"/>
                <a:gd name="T2" fmla="*/ 9 w 11"/>
                <a:gd name="T3" fmla="*/ 17 h 22"/>
                <a:gd name="T4" fmla="*/ 0 w 11"/>
                <a:gd name="T5" fmla="*/ 32 h 22"/>
                <a:gd name="T6" fmla="*/ 12 w 11"/>
                <a:gd name="T7" fmla="*/ 22 h 22"/>
                <a:gd name="T8" fmla="*/ 13 w 11"/>
                <a:gd name="T9" fmla="*/ 2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22">
                  <a:moveTo>
                    <a:pt x="10" y="0"/>
                  </a:moveTo>
                  <a:cubicBezTo>
                    <a:pt x="9" y="3"/>
                    <a:pt x="8" y="8"/>
                    <a:pt x="6" y="11"/>
                  </a:cubicBezTo>
                  <a:cubicBezTo>
                    <a:pt x="4" y="15"/>
                    <a:pt x="0" y="18"/>
                    <a:pt x="0" y="22"/>
                  </a:cubicBezTo>
                  <a:cubicBezTo>
                    <a:pt x="4" y="20"/>
                    <a:pt x="7" y="19"/>
                    <a:pt x="9" y="15"/>
                  </a:cubicBezTo>
                  <a:cubicBezTo>
                    <a:pt x="10" y="12"/>
                    <a:pt x="11" y="5"/>
                    <a:pt x="10" y="2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90120" name="Freeform 232">
              <a:extLst>
                <a:ext uri="{FF2B5EF4-FFF2-40B4-BE49-F238E27FC236}">
                  <a16:creationId xmlns:a16="http://schemas.microsoft.com/office/drawing/2014/main" id="{DEDD8024-93D8-4944-B433-04583FA377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0" y="3874"/>
              <a:ext cx="15" cy="48"/>
            </a:xfrm>
            <a:custGeom>
              <a:avLst/>
              <a:gdLst>
                <a:gd name="T0" fmla="*/ 2 w 13"/>
                <a:gd name="T1" fmla="*/ 0 h 42"/>
                <a:gd name="T2" fmla="*/ 10 w 13"/>
                <a:gd name="T3" fmla="*/ 17 h 42"/>
                <a:gd name="T4" fmla="*/ 16 w 13"/>
                <a:gd name="T5" fmla="*/ 34 h 42"/>
                <a:gd name="T6" fmla="*/ 18 w 13"/>
                <a:gd name="T7" fmla="*/ 63 h 42"/>
                <a:gd name="T8" fmla="*/ 7 w 13"/>
                <a:gd name="T9" fmla="*/ 29 h 42"/>
                <a:gd name="T10" fmla="*/ 0 w 13"/>
                <a:gd name="T11" fmla="*/ 1 h 4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" h="42">
                  <a:moveTo>
                    <a:pt x="2" y="0"/>
                  </a:moveTo>
                  <a:cubicBezTo>
                    <a:pt x="2" y="4"/>
                    <a:pt x="5" y="7"/>
                    <a:pt x="7" y="11"/>
                  </a:cubicBezTo>
                  <a:cubicBezTo>
                    <a:pt x="8" y="15"/>
                    <a:pt x="9" y="19"/>
                    <a:pt x="10" y="23"/>
                  </a:cubicBezTo>
                  <a:cubicBezTo>
                    <a:pt x="11" y="29"/>
                    <a:pt x="13" y="36"/>
                    <a:pt x="12" y="42"/>
                  </a:cubicBezTo>
                  <a:cubicBezTo>
                    <a:pt x="11" y="34"/>
                    <a:pt x="6" y="27"/>
                    <a:pt x="4" y="19"/>
                  </a:cubicBezTo>
                  <a:cubicBezTo>
                    <a:pt x="2" y="13"/>
                    <a:pt x="2" y="7"/>
                    <a:pt x="0" y="1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90121" name="Freeform 233">
              <a:extLst>
                <a:ext uri="{FF2B5EF4-FFF2-40B4-BE49-F238E27FC236}">
                  <a16:creationId xmlns:a16="http://schemas.microsoft.com/office/drawing/2014/main" id="{6476124B-1423-4047-BD29-DAEF6C044B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5" y="3950"/>
              <a:ext cx="33" cy="55"/>
            </a:xfrm>
            <a:custGeom>
              <a:avLst/>
              <a:gdLst>
                <a:gd name="T0" fmla="*/ 0 w 29"/>
                <a:gd name="T1" fmla="*/ 0 h 47"/>
                <a:gd name="T2" fmla="*/ 20 w 29"/>
                <a:gd name="T3" fmla="*/ 54 h 47"/>
                <a:gd name="T4" fmla="*/ 43 w 29"/>
                <a:gd name="T5" fmla="*/ 75 h 47"/>
                <a:gd name="T6" fmla="*/ 20 w 29"/>
                <a:gd name="T7" fmla="*/ 46 h 47"/>
                <a:gd name="T8" fmla="*/ 9 w 29"/>
                <a:gd name="T9" fmla="*/ 22 h 47"/>
                <a:gd name="T10" fmla="*/ 0 w 29"/>
                <a:gd name="T11" fmla="*/ 6 h 4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9" h="47">
                  <a:moveTo>
                    <a:pt x="0" y="0"/>
                  </a:moveTo>
                  <a:cubicBezTo>
                    <a:pt x="0" y="13"/>
                    <a:pt x="5" y="24"/>
                    <a:pt x="14" y="33"/>
                  </a:cubicBezTo>
                  <a:cubicBezTo>
                    <a:pt x="18" y="38"/>
                    <a:pt x="23" y="44"/>
                    <a:pt x="29" y="47"/>
                  </a:cubicBezTo>
                  <a:cubicBezTo>
                    <a:pt x="24" y="41"/>
                    <a:pt x="18" y="35"/>
                    <a:pt x="14" y="28"/>
                  </a:cubicBezTo>
                  <a:cubicBezTo>
                    <a:pt x="11" y="24"/>
                    <a:pt x="9" y="19"/>
                    <a:pt x="6" y="14"/>
                  </a:cubicBezTo>
                  <a:cubicBezTo>
                    <a:pt x="5" y="12"/>
                    <a:pt x="2" y="4"/>
                    <a:pt x="0" y="3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90122" name="Freeform 234">
              <a:extLst>
                <a:ext uri="{FF2B5EF4-FFF2-40B4-BE49-F238E27FC236}">
                  <a16:creationId xmlns:a16="http://schemas.microsoft.com/office/drawing/2014/main" id="{1D5D93AA-1098-4E74-8FBE-A890D72519A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3" y="4043"/>
              <a:ext cx="56" cy="22"/>
            </a:xfrm>
            <a:custGeom>
              <a:avLst/>
              <a:gdLst>
                <a:gd name="T0" fmla="*/ 0 w 48"/>
                <a:gd name="T1" fmla="*/ 20 h 19"/>
                <a:gd name="T2" fmla="*/ 30 w 48"/>
                <a:gd name="T3" fmla="*/ 29 h 19"/>
                <a:gd name="T4" fmla="*/ 50 w 48"/>
                <a:gd name="T5" fmla="*/ 25 h 19"/>
                <a:gd name="T6" fmla="*/ 75 w 48"/>
                <a:gd name="T7" fmla="*/ 0 h 19"/>
                <a:gd name="T8" fmla="*/ 64 w 48"/>
                <a:gd name="T9" fmla="*/ 7 h 19"/>
                <a:gd name="T10" fmla="*/ 39 w 48"/>
                <a:gd name="T11" fmla="*/ 19 h 19"/>
                <a:gd name="T12" fmla="*/ 15 w 48"/>
                <a:gd name="T13" fmla="*/ 22 h 19"/>
                <a:gd name="T14" fmla="*/ 1 w 48"/>
                <a:gd name="T15" fmla="*/ 20 h 1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8" h="19">
                  <a:moveTo>
                    <a:pt x="0" y="13"/>
                  </a:moveTo>
                  <a:cubicBezTo>
                    <a:pt x="6" y="15"/>
                    <a:pt x="13" y="18"/>
                    <a:pt x="19" y="19"/>
                  </a:cubicBezTo>
                  <a:cubicBezTo>
                    <a:pt x="23" y="19"/>
                    <a:pt x="28" y="17"/>
                    <a:pt x="32" y="16"/>
                  </a:cubicBezTo>
                  <a:cubicBezTo>
                    <a:pt x="39" y="14"/>
                    <a:pt x="48" y="8"/>
                    <a:pt x="47" y="0"/>
                  </a:cubicBezTo>
                  <a:cubicBezTo>
                    <a:pt x="45" y="2"/>
                    <a:pt x="43" y="3"/>
                    <a:pt x="40" y="4"/>
                  </a:cubicBezTo>
                  <a:cubicBezTo>
                    <a:pt x="35" y="7"/>
                    <a:pt x="30" y="10"/>
                    <a:pt x="24" y="12"/>
                  </a:cubicBezTo>
                  <a:cubicBezTo>
                    <a:pt x="19" y="13"/>
                    <a:pt x="14" y="14"/>
                    <a:pt x="9" y="14"/>
                  </a:cubicBezTo>
                  <a:cubicBezTo>
                    <a:pt x="7" y="14"/>
                    <a:pt x="3" y="15"/>
                    <a:pt x="1" y="13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90123" name="Freeform 235">
              <a:extLst>
                <a:ext uri="{FF2B5EF4-FFF2-40B4-BE49-F238E27FC236}">
                  <a16:creationId xmlns:a16="http://schemas.microsoft.com/office/drawing/2014/main" id="{C3483F0E-50B6-45E5-8E5D-83A98EBEB54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8" y="4041"/>
              <a:ext cx="25" cy="11"/>
            </a:xfrm>
            <a:custGeom>
              <a:avLst/>
              <a:gdLst>
                <a:gd name="T0" fmla="*/ 0 w 21"/>
                <a:gd name="T1" fmla="*/ 0 h 10"/>
                <a:gd name="T2" fmla="*/ 36 w 21"/>
                <a:gd name="T3" fmla="*/ 0 h 10"/>
                <a:gd name="T4" fmla="*/ 1 w 21"/>
                <a:gd name="T5" fmla="*/ 3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10">
                  <a:moveTo>
                    <a:pt x="0" y="0"/>
                  </a:moveTo>
                  <a:cubicBezTo>
                    <a:pt x="3" y="10"/>
                    <a:pt x="17" y="8"/>
                    <a:pt x="21" y="0"/>
                  </a:cubicBezTo>
                  <a:cubicBezTo>
                    <a:pt x="17" y="5"/>
                    <a:pt x="5" y="8"/>
                    <a:pt x="1" y="3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90124" name="Freeform 236">
              <a:extLst>
                <a:ext uri="{FF2B5EF4-FFF2-40B4-BE49-F238E27FC236}">
                  <a16:creationId xmlns:a16="http://schemas.microsoft.com/office/drawing/2014/main" id="{BCA58DF2-AEF3-4F02-964A-1AFE5D9734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3" y="4027"/>
              <a:ext cx="19" cy="16"/>
            </a:xfrm>
            <a:custGeom>
              <a:avLst/>
              <a:gdLst>
                <a:gd name="T0" fmla="*/ 0 w 16"/>
                <a:gd name="T1" fmla="*/ 7 h 14"/>
                <a:gd name="T2" fmla="*/ 27 w 16"/>
                <a:gd name="T3" fmla="*/ 0 h 14"/>
                <a:gd name="T4" fmla="*/ 7 w 16"/>
                <a:gd name="T5" fmla="*/ 3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4">
                  <a:moveTo>
                    <a:pt x="0" y="4"/>
                  </a:moveTo>
                  <a:cubicBezTo>
                    <a:pt x="1" y="14"/>
                    <a:pt x="15" y="7"/>
                    <a:pt x="16" y="0"/>
                  </a:cubicBezTo>
                  <a:cubicBezTo>
                    <a:pt x="14" y="3"/>
                    <a:pt x="6" y="8"/>
                    <a:pt x="4" y="3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90125" name="Freeform 237">
              <a:extLst>
                <a:ext uri="{FF2B5EF4-FFF2-40B4-BE49-F238E27FC236}">
                  <a16:creationId xmlns:a16="http://schemas.microsoft.com/office/drawing/2014/main" id="{56934DBE-CCE6-48E4-B603-7222B2C6C9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1" y="4015"/>
              <a:ext cx="12" cy="14"/>
            </a:xfrm>
            <a:custGeom>
              <a:avLst/>
              <a:gdLst>
                <a:gd name="T0" fmla="*/ 0 w 10"/>
                <a:gd name="T1" fmla="*/ 9 h 12"/>
                <a:gd name="T2" fmla="*/ 16 w 10"/>
                <a:gd name="T3" fmla="*/ 0 h 12"/>
                <a:gd name="T4" fmla="*/ 6 w 10"/>
                <a:gd name="T5" fmla="*/ 7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2">
                  <a:moveTo>
                    <a:pt x="0" y="6"/>
                  </a:moveTo>
                  <a:cubicBezTo>
                    <a:pt x="3" y="12"/>
                    <a:pt x="10" y="4"/>
                    <a:pt x="9" y="0"/>
                  </a:cubicBezTo>
                  <a:cubicBezTo>
                    <a:pt x="7" y="1"/>
                    <a:pt x="6" y="3"/>
                    <a:pt x="3" y="4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90126" name="Freeform 238">
              <a:extLst>
                <a:ext uri="{FF2B5EF4-FFF2-40B4-BE49-F238E27FC236}">
                  <a16:creationId xmlns:a16="http://schemas.microsoft.com/office/drawing/2014/main" id="{F533FD8D-B2CF-491A-AC39-9E0844769DF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1" y="3990"/>
              <a:ext cx="12" cy="30"/>
            </a:xfrm>
            <a:custGeom>
              <a:avLst/>
              <a:gdLst>
                <a:gd name="T0" fmla="*/ 1 w 10"/>
                <a:gd name="T1" fmla="*/ 0 h 26"/>
                <a:gd name="T2" fmla="*/ 2 w 10"/>
                <a:gd name="T3" fmla="*/ 21 h 26"/>
                <a:gd name="T4" fmla="*/ 17 w 10"/>
                <a:gd name="T5" fmla="*/ 40 h 26"/>
                <a:gd name="T6" fmla="*/ 10 w 10"/>
                <a:gd name="T7" fmla="*/ 18 h 26"/>
                <a:gd name="T8" fmla="*/ 2 w 10"/>
                <a:gd name="T9" fmla="*/ 1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26">
                  <a:moveTo>
                    <a:pt x="1" y="0"/>
                  </a:moveTo>
                  <a:cubicBezTo>
                    <a:pt x="2" y="5"/>
                    <a:pt x="0" y="10"/>
                    <a:pt x="2" y="14"/>
                  </a:cubicBezTo>
                  <a:cubicBezTo>
                    <a:pt x="4" y="19"/>
                    <a:pt x="6" y="24"/>
                    <a:pt x="10" y="26"/>
                  </a:cubicBezTo>
                  <a:cubicBezTo>
                    <a:pt x="8" y="22"/>
                    <a:pt x="7" y="17"/>
                    <a:pt x="6" y="12"/>
                  </a:cubicBezTo>
                  <a:cubicBezTo>
                    <a:pt x="5" y="8"/>
                    <a:pt x="2" y="5"/>
                    <a:pt x="2" y="1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90127" name="Freeform 239">
              <a:extLst>
                <a:ext uri="{FF2B5EF4-FFF2-40B4-BE49-F238E27FC236}">
                  <a16:creationId xmlns:a16="http://schemas.microsoft.com/office/drawing/2014/main" id="{DF089802-1E4C-4991-AF95-63131D5C6C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4" y="3985"/>
              <a:ext cx="13" cy="24"/>
            </a:xfrm>
            <a:custGeom>
              <a:avLst/>
              <a:gdLst>
                <a:gd name="T0" fmla="*/ 0 w 12"/>
                <a:gd name="T1" fmla="*/ 0 h 21"/>
                <a:gd name="T2" fmla="*/ 3 w 12"/>
                <a:gd name="T3" fmla="*/ 19 h 21"/>
                <a:gd name="T4" fmla="*/ 15 w 12"/>
                <a:gd name="T5" fmla="*/ 31 h 21"/>
                <a:gd name="T6" fmla="*/ 1 w 12"/>
                <a:gd name="T7" fmla="*/ 2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21">
                  <a:moveTo>
                    <a:pt x="0" y="0"/>
                  </a:moveTo>
                  <a:cubicBezTo>
                    <a:pt x="0" y="5"/>
                    <a:pt x="0" y="9"/>
                    <a:pt x="3" y="13"/>
                  </a:cubicBezTo>
                  <a:cubicBezTo>
                    <a:pt x="5" y="17"/>
                    <a:pt x="9" y="19"/>
                    <a:pt x="12" y="21"/>
                  </a:cubicBezTo>
                  <a:cubicBezTo>
                    <a:pt x="11" y="14"/>
                    <a:pt x="7" y="5"/>
                    <a:pt x="1" y="2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90128" name="Freeform 240">
              <a:extLst>
                <a:ext uri="{FF2B5EF4-FFF2-40B4-BE49-F238E27FC236}">
                  <a16:creationId xmlns:a16="http://schemas.microsoft.com/office/drawing/2014/main" id="{E0356BCA-7328-4BF7-846B-69AF5A02D7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3" y="3977"/>
              <a:ext cx="14" cy="20"/>
            </a:xfrm>
            <a:custGeom>
              <a:avLst/>
              <a:gdLst>
                <a:gd name="T0" fmla="*/ 0 w 12"/>
                <a:gd name="T1" fmla="*/ 0 h 17"/>
                <a:gd name="T2" fmla="*/ 19 w 12"/>
                <a:gd name="T3" fmla="*/ 28 h 17"/>
                <a:gd name="T4" fmla="*/ 2 w 12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7">
                  <a:moveTo>
                    <a:pt x="0" y="0"/>
                  </a:moveTo>
                  <a:cubicBezTo>
                    <a:pt x="2" y="7"/>
                    <a:pt x="5" y="12"/>
                    <a:pt x="12" y="17"/>
                  </a:cubicBezTo>
                  <a:cubicBezTo>
                    <a:pt x="11" y="11"/>
                    <a:pt x="7" y="1"/>
                    <a:pt x="2" y="0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90129" name="Freeform 241">
              <a:extLst>
                <a:ext uri="{FF2B5EF4-FFF2-40B4-BE49-F238E27FC236}">
                  <a16:creationId xmlns:a16="http://schemas.microsoft.com/office/drawing/2014/main" id="{3330D6FA-9056-4294-B155-B66DAEC92C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2" y="3870"/>
              <a:ext cx="29" cy="102"/>
            </a:xfrm>
            <a:custGeom>
              <a:avLst/>
              <a:gdLst>
                <a:gd name="T0" fmla="*/ 0 w 25"/>
                <a:gd name="T1" fmla="*/ 0 h 88"/>
                <a:gd name="T2" fmla="*/ 16 w 25"/>
                <a:gd name="T3" fmla="*/ 79 h 88"/>
                <a:gd name="T4" fmla="*/ 22 w 25"/>
                <a:gd name="T5" fmla="*/ 107 h 88"/>
                <a:gd name="T6" fmla="*/ 39 w 25"/>
                <a:gd name="T7" fmla="*/ 137 h 88"/>
                <a:gd name="T8" fmla="*/ 20 w 25"/>
                <a:gd name="T9" fmla="*/ 51 h 88"/>
                <a:gd name="T10" fmla="*/ 1 w 25"/>
                <a:gd name="T11" fmla="*/ 2 h 8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" h="88">
                  <a:moveTo>
                    <a:pt x="0" y="0"/>
                  </a:moveTo>
                  <a:cubicBezTo>
                    <a:pt x="13" y="15"/>
                    <a:pt x="10" y="33"/>
                    <a:pt x="10" y="51"/>
                  </a:cubicBezTo>
                  <a:cubicBezTo>
                    <a:pt x="10" y="57"/>
                    <a:pt x="12" y="62"/>
                    <a:pt x="14" y="68"/>
                  </a:cubicBezTo>
                  <a:cubicBezTo>
                    <a:pt x="17" y="75"/>
                    <a:pt x="22" y="81"/>
                    <a:pt x="25" y="88"/>
                  </a:cubicBezTo>
                  <a:cubicBezTo>
                    <a:pt x="13" y="76"/>
                    <a:pt x="15" y="50"/>
                    <a:pt x="13" y="33"/>
                  </a:cubicBezTo>
                  <a:cubicBezTo>
                    <a:pt x="11" y="21"/>
                    <a:pt x="7" y="12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90130" name="Freeform 242">
              <a:extLst>
                <a:ext uri="{FF2B5EF4-FFF2-40B4-BE49-F238E27FC236}">
                  <a16:creationId xmlns:a16="http://schemas.microsoft.com/office/drawing/2014/main" id="{8F56B742-9979-4EF7-AAC7-C253DD4163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7" y="3795"/>
              <a:ext cx="32" cy="64"/>
            </a:xfrm>
            <a:custGeom>
              <a:avLst/>
              <a:gdLst>
                <a:gd name="T0" fmla="*/ 9 w 27"/>
                <a:gd name="T1" fmla="*/ 0 h 55"/>
                <a:gd name="T2" fmla="*/ 45 w 27"/>
                <a:gd name="T3" fmla="*/ 86 h 55"/>
                <a:gd name="T4" fmla="*/ 21 w 27"/>
                <a:gd name="T5" fmla="*/ 44 h 55"/>
                <a:gd name="T6" fmla="*/ 13 w 27"/>
                <a:gd name="T7" fmla="*/ 8 h 5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55">
                  <a:moveTo>
                    <a:pt x="6" y="0"/>
                  </a:moveTo>
                  <a:cubicBezTo>
                    <a:pt x="0" y="21"/>
                    <a:pt x="10" y="42"/>
                    <a:pt x="27" y="55"/>
                  </a:cubicBezTo>
                  <a:cubicBezTo>
                    <a:pt x="18" y="49"/>
                    <a:pt x="16" y="38"/>
                    <a:pt x="13" y="28"/>
                  </a:cubicBezTo>
                  <a:cubicBezTo>
                    <a:pt x="11" y="21"/>
                    <a:pt x="8" y="13"/>
                    <a:pt x="8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90131" name="Freeform 243">
              <a:extLst>
                <a:ext uri="{FF2B5EF4-FFF2-40B4-BE49-F238E27FC236}">
                  <a16:creationId xmlns:a16="http://schemas.microsoft.com/office/drawing/2014/main" id="{238A3B1F-4E50-43A6-BA1E-0BFFFED9A9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2" y="3971"/>
              <a:ext cx="32" cy="85"/>
            </a:xfrm>
            <a:custGeom>
              <a:avLst/>
              <a:gdLst>
                <a:gd name="T0" fmla="*/ 0 w 27"/>
                <a:gd name="T1" fmla="*/ 0 h 73"/>
                <a:gd name="T2" fmla="*/ 24 w 27"/>
                <a:gd name="T3" fmla="*/ 61 h 73"/>
                <a:gd name="T4" fmla="*/ 45 w 27"/>
                <a:gd name="T5" fmla="*/ 115 h 73"/>
                <a:gd name="T6" fmla="*/ 36 w 27"/>
                <a:gd name="T7" fmla="*/ 66 h 73"/>
                <a:gd name="T8" fmla="*/ 9 w 27"/>
                <a:gd name="T9" fmla="*/ 2 h 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73">
                  <a:moveTo>
                    <a:pt x="0" y="0"/>
                  </a:moveTo>
                  <a:cubicBezTo>
                    <a:pt x="11" y="10"/>
                    <a:pt x="12" y="25"/>
                    <a:pt x="14" y="39"/>
                  </a:cubicBezTo>
                  <a:cubicBezTo>
                    <a:pt x="15" y="51"/>
                    <a:pt x="11" y="69"/>
                    <a:pt x="27" y="73"/>
                  </a:cubicBezTo>
                  <a:cubicBezTo>
                    <a:pt x="16" y="66"/>
                    <a:pt x="22" y="52"/>
                    <a:pt x="21" y="42"/>
                  </a:cubicBezTo>
                  <a:cubicBezTo>
                    <a:pt x="20" y="27"/>
                    <a:pt x="13" y="14"/>
                    <a:pt x="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90132" name="Freeform 244">
              <a:extLst>
                <a:ext uri="{FF2B5EF4-FFF2-40B4-BE49-F238E27FC236}">
                  <a16:creationId xmlns:a16="http://schemas.microsoft.com/office/drawing/2014/main" id="{9D8E63BE-F195-41A4-9BF4-F74558B7F82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3" y="3861"/>
              <a:ext cx="16" cy="51"/>
            </a:xfrm>
            <a:custGeom>
              <a:avLst/>
              <a:gdLst>
                <a:gd name="T0" fmla="*/ 2 w 14"/>
                <a:gd name="T1" fmla="*/ 0 h 44"/>
                <a:gd name="T2" fmla="*/ 3 w 14"/>
                <a:gd name="T3" fmla="*/ 41 h 44"/>
                <a:gd name="T4" fmla="*/ 21 w 14"/>
                <a:gd name="T5" fmla="*/ 68 h 44"/>
                <a:gd name="T6" fmla="*/ 9 w 14"/>
                <a:gd name="T7" fmla="*/ 36 h 44"/>
                <a:gd name="T8" fmla="*/ 7 w 14"/>
                <a:gd name="T9" fmla="*/ 8 h 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44">
                  <a:moveTo>
                    <a:pt x="2" y="0"/>
                  </a:moveTo>
                  <a:cubicBezTo>
                    <a:pt x="0" y="8"/>
                    <a:pt x="1" y="18"/>
                    <a:pt x="3" y="26"/>
                  </a:cubicBezTo>
                  <a:cubicBezTo>
                    <a:pt x="5" y="33"/>
                    <a:pt x="9" y="38"/>
                    <a:pt x="14" y="44"/>
                  </a:cubicBezTo>
                  <a:cubicBezTo>
                    <a:pt x="8" y="40"/>
                    <a:pt x="7" y="29"/>
                    <a:pt x="6" y="23"/>
                  </a:cubicBezTo>
                  <a:cubicBezTo>
                    <a:pt x="5" y="17"/>
                    <a:pt x="2" y="10"/>
                    <a:pt x="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90133" name="Freeform 245">
              <a:extLst>
                <a:ext uri="{FF2B5EF4-FFF2-40B4-BE49-F238E27FC236}">
                  <a16:creationId xmlns:a16="http://schemas.microsoft.com/office/drawing/2014/main" id="{C7286C13-C9AC-4EC8-A88E-C953999560F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3" y="3280"/>
              <a:ext cx="26" cy="455"/>
            </a:xfrm>
            <a:custGeom>
              <a:avLst/>
              <a:gdLst>
                <a:gd name="T0" fmla="*/ 15 w 22"/>
                <a:gd name="T1" fmla="*/ 0 h 392"/>
                <a:gd name="T2" fmla="*/ 21 w 22"/>
                <a:gd name="T3" fmla="*/ 260 h 392"/>
                <a:gd name="T4" fmla="*/ 7 w 22"/>
                <a:gd name="T5" fmla="*/ 613 h 392"/>
                <a:gd name="T6" fmla="*/ 6 w 22"/>
                <a:gd name="T7" fmla="*/ 254 h 392"/>
                <a:gd name="T8" fmla="*/ 15 w 22"/>
                <a:gd name="T9" fmla="*/ 0 h 3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392">
                  <a:moveTo>
                    <a:pt x="9" y="0"/>
                  </a:moveTo>
                  <a:cubicBezTo>
                    <a:pt x="9" y="0"/>
                    <a:pt x="22" y="42"/>
                    <a:pt x="13" y="166"/>
                  </a:cubicBezTo>
                  <a:cubicBezTo>
                    <a:pt x="4" y="290"/>
                    <a:pt x="4" y="392"/>
                    <a:pt x="4" y="392"/>
                  </a:cubicBezTo>
                  <a:cubicBezTo>
                    <a:pt x="4" y="392"/>
                    <a:pt x="0" y="181"/>
                    <a:pt x="3" y="163"/>
                  </a:cubicBezTo>
                  <a:cubicBezTo>
                    <a:pt x="6" y="145"/>
                    <a:pt x="15" y="24"/>
                    <a:pt x="9" y="0"/>
                  </a:cubicBezTo>
                  <a:close/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90134" name="Freeform 246">
              <a:extLst>
                <a:ext uri="{FF2B5EF4-FFF2-40B4-BE49-F238E27FC236}">
                  <a16:creationId xmlns:a16="http://schemas.microsoft.com/office/drawing/2014/main" id="{21042D05-21EE-4ECA-922A-98458370F1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7" y="3236"/>
              <a:ext cx="46" cy="369"/>
            </a:xfrm>
            <a:custGeom>
              <a:avLst/>
              <a:gdLst>
                <a:gd name="T0" fmla="*/ 64 w 39"/>
                <a:gd name="T1" fmla="*/ 0 h 318"/>
                <a:gd name="T2" fmla="*/ 0 w 39"/>
                <a:gd name="T3" fmla="*/ 497 h 318"/>
                <a:gd name="T4" fmla="*/ 64 w 39"/>
                <a:gd name="T5" fmla="*/ 0 h 3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318">
                  <a:moveTo>
                    <a:pt x="39" y="0"/>
                  </a:moveTo>
                  <a:cubicBezTo>
                    <a:pt x="39" y="0"/>
                    <a:pt x="23" y="248"/>
                    <a:pt x="0" y="318"/>
                  </a:cubicBezTo>
                  <a:cubicBezTo>
                    <a:pt x="0" y="318"/>
                    <a:pt x="37" y="43"/>
                    <a:pt x="39" y="0"/>
                  </a:cubicBezTo>
                  <a:close/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90135" name="Freeform 247">
              <a:extLst>
                <a:ext uri="{FF2B5EF4-FFF2-40B4-BE49-F238E27FC236}">
                  <a16:creationId xmlns:a16="http://schemas.microsoft.com/office/drawing/2014/main" id="{91E109BE-6501-4D68-9B44-58C9B2F901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9" y="3271"/>
              <a:ext cx="34" cy="417"/>
            </a:xfrm>
            <a:custGeom>
              <a:avLst/>
              <a:gdLst>
                <a:gd name="T0" fmla="*/ 32 w 29"/>
                <a:gd name="T1" fmla="*/ 0 h 360"/>
                <a:gd name="T2" fmla="*/ 16 w 29"/>
                <a:gd name="T3" fmla="*/ 222 h 360"/>
                <a:gd name="T4" fmla="*/ 34 w 29"/>
                <a:gd name="T5" fmla="*/ 559 h 360"/>
                <a:gd name="T6" fmla="*/ 34 w 29"/>
                <a:gd name="T7" fmla="*/ 281 h 360"/>
                <a:gd name="T8" fmla="*/ 32 w 29"/>
                <a:gd name="T9" fmla="*/ 0 h 3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360">
                  <a:moveTo>
                    <a:pt x="20" y="0"/>
                  </a:moveTo>
                  <a:cubicBezTo>
                    <a:pt x="20" y="0"/>
                    <a:pt x="0" y="71"/>
                    <a:pt x="10" y="143"/>
                  </a:cubicBezTo>
                  <a:cubicBezTo>
                    <a:pt x="20" y="215"/>
                    <a:pt x="22" y="345"/>
                    <a:pt x="21" y="360"/>
                  </a:cubicBezTo>
                  <a:cubicBezTo>
                    <a:pt x="21" y="360"/>
                    <a:pt x="29" y="231"/>
                    <a:pt x="21" y="181"/>
                  </a:cubicBezTo>
                  <a:cubicBezTo>
                    <a:pt x="13" y="131"/>
                    <a:pt x="12" y="58"/>
                    <a:pt x="2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90136" name="Freeform 248">
              <a:extLst>
                <a:ext uri="{FF2B5EF4-FFF2-40B4-BE49-F238E27FC236}">
                  <a16:creationId xmlns:a16="http://schemas.microsoft.com/office/drawing/2014/main" id="{433A2DD5-8B9A-4AC4-84DD-E208A64CA0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8" y="755"/>
              <a:ext cx="237" cy="141"/>
            </a:xfrm>
            <a:custGeom>
              <a:avLst/>
              <a:gdLst>
                <a:gd name="T0" fmla="*/ 10 w 204"/>
                <a:gd name="T1" fmla="*/ 89 h 122"/>
                <a:gd name="T2" fmla="*/ 2 w 204"/>
                <a:gd name="T3" fmla="*/ 140 h 122"/>
                <a:gd name="T4" fmla="*/ 42 w 204"/>
                <a:gd name="T5" fmla="*/ 188 h 122"/>
                <a:gd name="T6" fmla="*/ 27 w 204"/>
                <a:gd name="T7" fmla="*/ 123 h 122"/>
                <a:gd name="T8" fmla="*/ 58 w 204"/>
                <a:gd name="T9" fmla="*/ 155 h 122"/>
                <a:gd name="T10" fmla="*/ 44 w 204"/>
                <a:gd name="T11" fmla="*/ 121 h 122"/>
                <a:gd name="T12" fmla="*/ 76 w 204"/>
                <a:gd name="T13" fmla="*/ 138 h 122"/>
                <a:gd name="T14" fmla="*/ 59 w 204"/>
                <a:gd name="T15" fmla="*/ 110 h 122"/>
                <a:gd name="T16" fmla="*/ 119 w 204"/>
                <a:gd name="T17" fmla="*/ 111 h 122"/>
                <a:gd name="T18" fmla="*/ 182 w 204"/>
                <a:gd name="T19" fmla="*/ 127 h 122"/>
                <a:gd name="T20" fmla="*/ 209 w 204"/>
                <a:gd name="T21" fmla="*/ 138 h 122"/>
                <a:gd name="T22" fmla="*/ 181 w 204"/>
                <a:gd name="T23" fmla="*/ 103 h 122"/>
                <a:gd name="T24" fmla="*/ 153 w 204"/>
                <a:gd name="T25" fmla="*/ 79 h 122"/>
                <a:gd name="T26" fmla="*/ 225 w 204"/>
                <a:gd name="T27" fmla="*/ 111 h 122"/>
                <a:gd name="T28" fmla="*/ 278 w 204"/>
                <a:gd name="T29" fmla="*/ 149 h 122"/>
                <a:gd name="T30" fmla="*/ 299 w 204"/>
                <a:gd name="T31" fmla="*/ 170 h 122"/>
                <a:gd name="T32" fmla="*/ 243 w 204"/>
                <a:gd name="T33" fmla="*/ 72 h 122"/>
                <a:gd name="T34" fmla="*/ 318 w 204"/>
                <a:gd name="T35" fmla="*/ 153 h 122"/>
                <a:gd name="T36" fmla="*/ 301 w 204"/>
                <a:gd name="T37" fmla="*/ 99 h 122"/>
                <a:gd name="T38" fmla="*/ 281 w 204"/>
                <a:gd name="T39" fmla="*/ 50 h 122"/>
                <a:gd name="T40" fmla="*/ 319 w 204"/>
                <a:gd name="T41" fmla="*/ 105 h 122"/>
                <a:gd name="T42" fmla="*/ 308 w 204"/>
                <a:gd name="T43" fmla="*/ 80 h 122"/>
                <a:gd name="T44" fmla="*/ 265 w 204"/>
                <a:gd name="T45" fmla="*/ 34 h 122"/>
                <a:gd name="T46" fmla="*/ 206 w 204"/>
                <a:gd name="T47" fmla="*/ 0 h 122"/>
                <a:gd name="T48" fmla="*/ 223 w 204"/>
                <a:gd name="T49" fmla="*/ 16 h 122"/>
                <a:gd name="T50" fmla="*/ 244 w 204"/>
                <a:gd name="T51" fmla="*/ 50 h 122"/>
                <a:gd name="T52" fmla="*/ 201 w 204"/>
                <a:gd name="T53" fmla="*/ 32 h 122"/>
                <a:gd name="T54" fmla="*/ 225 w 204"/>
                <a:gd name="T55" fmla="*/ 72 h 122"/>
                <a:gd name="T56" fmla="*/ 194 w 204"/>
                <a:gd name="T57" fmla="*/ 61 h 122"/>
                <a:gd name="T58" fmla="*/ 220 w 204"/>
                <a:gd name="T59" fmla="*/ 88 h 122"/>
                <a:gd name="T60" fmla="*/ 192 w 204"/>
                <a:gd name="T61" fmla="*/ 83 h 122"/>
                <a:gd name="T62" fmla="*/ 130 w 204"/>
                <a:gd name="T63" fmla="*/ 60 h 122"/>
                <a:gd name="T64" fmla="*/ 94 w 204"/>
                <a:gd name="T65" fmla="*/ 59 h 122"/>
                <a:gd name="T66" fmla="*/ 136 w 204"/>
                <a:gd name="T67" fmla="*/ 101 h 122"/>
                <a:gd name="T68" fmla="*/ 91 w 204"/>
                <a:gd name="T69" fmla="*/ 83 h 122"/>
                <a:gd name="T70" fmla="*/ 48 w 204"/>
                <a:gd name="T71" fmla="*/ 76 h 122"/>
                <a:gd name="T72" fmla="*/ 57 w 204"/>
                <a:gd name="T73" fmla="*/ 96 h 122"/>
                <a:gd name="T74" fmla="*/ 33 w 204"/>
                <a:gd name="T75" fmla="*/ 87 h 122"/>
                <a:gd name="T76" fmla="*/ 33 w 204"/>
                <a:gd name="T77" fmla="*/ 97 h 122"/>
                <a:gd name="T78" fmla="*/ 16 w 204"/>
                <a:gd name="T79" fmla="*/ 102 h 122"/>
                <a:gd name="T80" fmla="*/ 7 w 204"/>
                <a:gd name="T81" fmla="*/ 91 h 122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204" h="122">
                  <a:moveTo>
                    <a:pt x="7" y="58"/>
                  </a:moveTo>
                  <a:cubicBezTo>
                    <a:pt x="1" y="66"/>
                    <a:pt x="0" y="82"/>
                    <a:pt x="2" y="91"/>
                  </a:cubicBezTo>
                  <a:cubicBezTo>
                    <a:pt x="5" y="106"/>
                    <a:pt x="16" y="114"/>
                    <a:pt x="27" y="122"/>
                  </a:cubicBezTo>
                  <a:cubicBezTo>
                    <a:pt x="15" y="114"/>
                    <a:pt x="15" y="93"/>
                    <a:pt x="17" y="80"/>
                  </a:cubicBezTo>
                  <a:cubicBezTo>
                    <a:pt x="19" y="88"/>
                    <a:pt x="29" y="98"/>
                    <a:pt x="37" y="100"/>
                  </a:cubicBezTo>
                  <a:cubicBezTo>
                    <a:pt x="31" y="96"/>
                    <a:pt x="29" y="86"/>
                    <a:pt x="28" y="79"/>
                  </a:cubicBezTo>
                  <a:cubicBezTo>
                    <a:pt x="35" y="82"/>
                    <a:pt x="40" y="89"/>
                    <a:pt x="48" y="89"/>
                  </a:cubicBezTo>
                  <a:cubicBezTo>
                    <a:pt x="45" y="83"/>
                    <a:pt x="41" y="78"/>
                    <a:pt x="38" y="71"/>
                  </a:cubicBezTo>
                  <a:cubicBezTo>
                    <a:pt x="51" y="72"/>
                    <a:pt x="64" y="71"/>
                    <a:pt x="76" y="72"/>
                  </a:cubicBezTo>
                  <a:cubicBezTo>
                    <a:pt x="90" y="73"/>
                    <a:pt x="103" y="77"/>
                    <a:pt x="116" y="82"/>
                  </a:cubicBezTo>
                  <a:cubicBezTo>
                    <a:pt x="122" y="83"/>
                    <a:pt x="129" y="85"/>
                    <a:pt x="133" y="89"/>
                  </a:cubicBezTo>
                  <a:cubicBezTo>
                    <a:pt x="127" y="83"/>
                    <a:pt x="121" y="74"/>
                    <a:pt x="115" y="67"/>
                  </a:cubicBezTo>
                  <a:cubicBezTo>
                    <a:pt x="110" y="62"/>
                    <a:pt x="105" y="54"/>
                    <a:pt x="98" y="51"/>
                  </a:cubicBezTo>
                  <a:cubicBezTo>
                    <a:pt x="115" y="53"/>
                    <a:pt x="130" y="63"/>
                    <a:pt x="144" y="72"/>
                  </a:cubicBezTo>
                  <a:cubicBezTo>
                    <a:pt x="156" y="79"/>
                    <a:pt x="167" y="87"/>
                    <a:pt x="177" y="97"/>
                  </a:cubicBezTo>
                  <a:cubicBezTo>
                    <a:pt x="181" y="101"/>
                    <a:pt x="185" y="107"/>
                    <a:pt x="190" y="110"/>
                  </a:cubicBezTo>
                  <a:cubicBezTo>
                    <a:pt x="179" y="88"/>
                    <a:pt x="171" y="65"/>
                    <a:pt x="155" y="47"/>
                  </a:cubicBezTo>
                  <a:cubicBezTo>
                    <a:pt x="179" y="53"/>
                    <a:pt x="190" y="81"/>
                    <a:pt x="203" y="99"/>
                  </a:cubicBezTo>
                  <a:cubicBezTo>
                    <a:pt x="200" y="87"/>
                    <a:pt x="197" y="76"/>
                    <a:pt x="192" y="64"/>
                  </a:cubicBezTo>
                  <a:cubicBezTo>
                    <a:pt x="188" y="54"/>
                    <a:pt x="182" y="43"/>
                    <a:pt x="179" y="32"/>
                  </a:cubicBezTo>
                  <a:cubicBezTo>
                    <a:pt x="189" y="40"/>
                    <a:pt x="202" y="56"/>
                    <a:pt x="204" y="68"/>
                  </a:cubicBezTo>
                  <a:cubicBezTo>
                    <a:pt x="200" y="64"/>
                    <a:pt x="199" y="57"/>
                    <a:pt x="196" y="52"/>
                  </a:cubicBezTo>
                  <a:cubicBezTo>
                    <a:pt x="190" y="41"/>
                    <a:pt x="179" y="30"/>
                    <a:pt x="169" y="22"/>
                  </a:cubicBezTo>
                  <a:cubicBezTo>
                    <a:pt x="159" y="13"/>
                    <a:pt x="144" y="3"/>
                    <a:pt x="131" y="0"/>
                  </a:cubicBezTo>
                  <a:cubicBezTo>
                    <a:pt x="136" y="2"/>
                    <a:pt x="139" y="7"/>
                    <a:pt x="142" y="10"/>
                  </a:cubicBezTo>
                  <a:cubicBezTo>
                    <a:pt x="147" y="17"/>
                    <a:pt x="154" y="24"/>
                    <a:pt x="156" y="32"/>
                  </a:cubicBezTo>
                  <a:cubicBezTo>
                    <a:pt x="150" y="29"/>
                    <a:pt x="136" y="17"/>
                    <a:pt x="128" y="21"/>
                  </a:cubicBezTo>
                  <a:cubicBezTo>
                    <a:pt x="122" y="24"/>
                    <a:pt x="142" y="42"/>
                    <a:pt x="144" y="47"/>
                  </a:cubicBezTo>
                  <a:cubicBezTo>
                    <a:pt x="137" y="48"/>
                    <a:pt x="130" y="44"/>
                    <a:pt x="124" y="40"/>
                  </a:cubicBezTo>
                  <a:cubicBezTo>
                    <a:pt x="127" y="45"/>
                    <a:pt x="140" y="53"/>
                    <a:pt x="140" y="57"/>
                  </a:cubicBezTo>
                  <a:cubicBezTo>
                    <a:pt x="140" y="62"/>
                    <a:pt x="125" y="55"/>
                    <a:pt x="122" y="54"/>
                  </a:cubicBezTo>
                  <a:cubicBezTo>
                    <a:pt x="109" y="49"/>
                    <a:pt x="97" y="42"/>
                    <a:pt x="83" y="39"/>
                  </a:cubicBezTo>
                  <a:cubicBezTo>
                    <a:pt x="77" y="37"/>
                    <a:pt x="66" y="36"/>
                    <a:pt x="60" y="38"/>
                  </a:cubicBezTo>
                  <a:cubicBezTo>
                    <a:pt x="70" y="44"/>
                    <a:pt x="82" y="55"/>
                    <a:pt x="87" y="65"/>
                  </a:cubicBezTo>
                  <a:cubicBezTo>
                    <a:pt x="79" y="67"/>
                    <a:pt x="66" y="56"/>
                    <a:pt x="58" y="54"/>
                  </a:cubicBezTo>
                  <a:cubicBezTo>
                    <a:pt x="51" y="52"/>
                    <a:pt x="36" y="45"/>
                    <a:pt x="30" y="49"/>
                  </a:cubicBezTo>
                  <a:cubicBezTo>
                    <a:pt x="30" y="54"/>
                    <a:pt x="36" y="57"/>
                    <a:pt x="36" y="62"/>
                  </a:cubicBezTo>
                  <a:cubicBezTo>
                    <a:pt x="32" y="60"/>
                    <a:pt x="27" y="55"/>
                    <a:pt x="21" y="56"/>
                  </a:cubicBezTo>
                  <a:cubicBezTo>
                    <a:pt x="21" y="58"/>
                    <a:pt x="21" y="60"/>
                    <a:pt x="21" y="63"/>
                  </a:cubicBezTo>
                  <a:cubicBezTo>
                    <a:pt x="13" y="49"/>
                    <a:pt x="15" y="65"/>
                    <a:pt x="10" y="66"/>
                  </a:cubicBezTo>
                  <a:cubicBezTo>
                    <a:pt x="6" y="68"/>
                    <a:pt x="6" y="62"/>
                    <a:pt x="4" y="59"/>
                  </a:cubicBezTo>
                </a:path>
              </a:pathLst>
            </a:custGeom>
            <a:solidFill>
              <a:srgbClr val="904F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90137" name="Freeform 249">
              <a:extLst>
                <a:ext uri="{FF2B5EF4-FFF2-40B4-BE49-F238E27FC236}">
                  <a16:creationId xmlns:a16="http://schemas.microsoft.com/office/drawing/2014/main" id="{4CCC1582-2693-4D49-A3F7-1D69863CB2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8" y="777"/>
              <a:ext cx="95" cy="117"/>
            </a:xfrm>
            <a:custGeom>
              <a:avLst/>
              <a:gdLst>
                <a:gd name="T0" fmla="*/ 126 w 82"/>
                <a:gd name="T1" fmla="*/ 68 h 101"/>
                <a:gd name="T2" fmla="*/ 104 w 82"/>
                <a:gd name="T3" fmla="*/ 98 h 101"/>
                <a:gd name="T4" fmla="*/ 81 w 82"/>
                <a:gd name="T5" fmla="*/ 155 h 101"/>
                <a:gd name="T6" fmla="*/ 92 w 82"/>
                <a:gd name="T7" fmla="*/ 96 h 101"/>
                <a:gd name="T8" fmla="*/ 37 w 82"/>
                <a:gd name="T9" fmla="*/ 158 h 101"/>
                <a:gd name="T10" fmla="*/ 42 w 82"/>
                <a:gd name="T11" fmla="*/ 125 h 101"/>
                <a:gd name="T12" fmla="*/ 57 w 82"/>
                <a:gd name="T13" fmla="*/ 71 h 101"/>
                <a:gd name="T14" fmla="*/ 27 w 82"/>
                <a:gd name="T15" fmla="*/ 104 h 101"/>
                <a:gd name="T16" fmla="*/ 8 w 82"/>
                <a:gd name="T17" fmla="*/ 141 h 101"/>
                <a:gd name="T18" fmla="*/ 17 w 82"/>
                <a:gd name="T19" fmla="*/ 108 h 101"/>
                <a:gd name="T20" fmla="*/ 28 w 82"/>
                <a:gd name="T21" fmla="*/ 71 h 101"/>
                <a:gd name="T22" fmla="*/ 0 w 82"/>
                <a:gd name="T23" fmla="*/ 120 h 101"/>
                <a:gd name="T24" fmla="*/ 12 w 82"/>
                <a:gd name="T25" fmla="*/ 92 h 101"/>
                <a:gd name="T26" fmla="*/ 43 w 82"/>
                <a:gd name="T27" fmla="*/ 41 h 101"/>
                <a:gd name="T28" fmla="*/ 96 w 82"/>
                <a:gd name="T29" fmla="*/ 0 h 101"/>
                <a:gd name="T30" fmla="*/ 76 w 82"/>
                <a:gd name="T31" fmla="*/ 27 h 101"/>
                <a:gd name="T32" fmla="*/ 58 w 82"/>
                <a:gd name="T33" fmla="*/ 66 h 101"/>
                <a:gd name="T34" fmla="*/ 102 w 82"/>
                <a:gd name="T35" fmla="*/ 29 h 101"/>
                <a:gd name="T36" fmla="*/ 82 w 82"/>
                <a:gd name="T37" fmla="*/ 68 h 101"/>
                <a:gd name="T38" fmla="*/ 109 w 82"/>
                <a:gd name="T39" fmla="*/ 50 h 101"/>
                <a:gd name="T40" fmla="*/ 101 w 82"/>
                <a:gd name="T41" fmla="*/ 71 h 101"/>
                <a:gd name="T42" fmla="*/ 127 w 82"/>
                <a:gd name="T43" fmla="*/ 58 h 101"/>
                <a:gd name="T44" fmla="*/ 120 w 82"/>
                <a:gd name="T45" fmla="*/ 70 h 101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82" h="101">
                  <a:moveTo>
                    <a:pt x="81" y="44"/>
                  </a:moveTo>
                  <a:cubicBezTo>
                    <a:pt x="75" y="49"/>
                    <a:pt x="71" y="56"/>
                    <a:pt x="67" y="63"/>
                  </a:cubicBezTo>
                  <a:cubicBezTo>
                    <a:pt x="61" y="74"/>
                    <a:pt x="53" y="87"/>
                    <a:pt x="52" y="100"/>
                  </a:cubicBezTo>
                  <a:cubicBezTo>
                    <a:pt x="44" y="88"/>
                    <a:pt x="56" y="73"/>
                    <a:pt x="59" y="62"/>
                  </a:cubicBezTo>
                  <a:cubicBezTo>
                    <a:pt x="42" y="67"/>
                    <a:pt x="34" y="89"/>
                    <a:pt x="24" y="101"/>
                  </a:cubicBezTo>
                  <a:cubicBezTo>
                    <a:pt x="23" y="94"/>
                    <a:pt x="25" y="87"/>
                    <a:pt x="27" y="80"/>
                  </a:cubicBezTo>
                  <a:cubicBezTo>
                    <a:pt x="29" y="70"/>
                    <a:pt x="38" y="57"/>
                    <a:pt x="36" y="46"/>
                  </a:cubicBezTo>
                  <a:cubicBezTo>
                    <a:pt x="28" y="49"/>
                    <a:pt x="21" y="61"/>
                    <a:pt x="17" y="67"/>
                  </a:cubicBezTo>
                  <a:cubicBezTo>
                    <a:pt x="12" y="75"/>
                    <a:pt x="7" y="82"/>
                    <a:pt x="5" y="91"/>
                  </a:cubicBezTo>
                  <a:cubicBezTo>
                    <a:pt x="8" y="84"/>
                    <a:pt x="9" y="76"/>
                    <a:pt x="11" y="69"/>
                  </a:cubicBezTo>
                  <a:cubicBezTo>
                    <a:pt x="13" y="62"/>
                    <a:pt x="16" y="54"/>
                    <a:pt x="18" y="46"/>
                  </a:cubicBezTo>
                  <a:cubicBezTo>
                    <a:pt x="10" y="53"/>
                    <a:pt x="2" y="68"/>
                    <a:pt x="0" y="78"/>
                  </a:cubicBezTo>
                  <a:cubicBezTo>
                    <a:pt x="1" y="71"/>
                    <a:pt x="5" y="65"/>
                    <a:pt x="8" y="59"/>
                  </a:cubicBezTo>
                  <a:cubicBezTo>
                    <a:pt x="14" y="48"/>
                    <a:pt x="20" y="36"/>
                    <a:pt x="28" y="26"/>
                  </a:cubicBezTo>
                  <a:cubicBezTo>
                    <a:pt x="37" y="15"/>
                    <a:pt x="49" y="5"/>
                    <a:pt x="62" y="0"/>
                  </a:cubicBezTo>
                  <a:cubicBezTo>
                    <a:pt x="56" y="3"/>
                    <a:pt x="52" y="12"/>
                    <a:pt x="49" y="17"/>
                  </a:cubicBezTo>
                  <a:cubicBezTo>
                    <a:pt x="45" y="24"/>
                    <a:pt x="37" y="34"/>
                    <a:pt x="37" y="42"/>
                  </a:cubicBezTo>
                  <a:cubicBezTo>
                    <a:pt x="40" y="31"/>
                    <a:pt x="56" y="22"/>
                    <a:pt x="66" y="19"/>
                  </a:cubicBezTo>
                  <a:cubicBezTo>
                    <a:pt x="62" y="26"/>
                    <a:pt x="52" y="35"/>
                    <a:pt x="53" y="44"/>
                  </a:cubicBezTo>
                  <a:cubicBezTo>
                    <a:pt x="59" y="42"/>
                    <a:pt x="63" y="31"/>
                    <a:pt x="70" y="32"/>
                  </a:cubicBezTo>
                  <a:cubicBezTo>
                    <a:pt x="69" y="37"/>
                    <a:pt x="65" y="41"/>
                    <a:pt x="65" y="46"/>
                  </a:cubicBezTo>
                  <a:cubicBezTo>
                    <a:pt x="71" y="46"/>
                    <a:pt x="76" y="39"/>
                    <a:pt x="82" y="37"/>
                  </a:cubicBezTo>
                  <a:cubicBezTo>
                    <a:pt x="81" y="40"/>
                    <a:pt x="79" y="42"/>
                    <a:pt x="78" y="45"/>
                  </a:cubicBezTo>
                </a:path>
              </a:pathLst>
            </a:custGeom>
            <a:solidFill>
              <a:srgbClr val="904F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90138" name="Freeform 250">
              <a:extLst>
                <a:ext uri="{FF2B5EF4-FFF2-40B4-BE49-F238E27FC236}">
                  <a16:creationId xmlns:a16="http://schemas.microsoft.com/office/drawing/2014/main" id="{6749601C-9C66-46C8-BC43-05D174D566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0" y="1631"/>
              <a:ext cx="6" cy="7"/>
            </a:xfrm>
            <a:custGeom>
              <a:avLst/>
              <a:gdLst>
                <a:gd name="T0" fmla="*/ 6 w 5"/>
                <a:gd name="T1" fmla="*/ 1 h 6"/>
                <a:gd name="T2" fmla="*/ 1 w 5"/>
                <a:gd name="T3" fmla="*/ 0 h 6"/>
                <a:gd name="T4" fmla="*/ 7 w 5"/>
                <a:gd name="T5" fmla="*/ 9 h 6"/>
                <a:gd name="T6" fmla="*/ 7 w 5"/>
                <a:gd name="T7" fmla="*/ 7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6">
                  <a:moveTo>
                    <a:pt x="3" y="1"/>
                  </a:moveTo>
                  <a:cubicBezTo>
                    <a:pt x="2" y="1"/>
                    <a:pt x="2" y="0"/>
                    <a:pt x="1" y="0"/>
                  </a:cubicBezTo>
                  <a:cubicBezTo>
                    <a:pt x="0" y="3"/>
                    <a:pt x="1" y="6"/>
                    <a:pt x="4" y="6"/>
                  </a:cubicBezTo>
                  <a:cubicBezTo>
                    <a:pt x="5" y="5"/>
                    <a:pt x="4" y="5"/>
                    <a:pt x="4" y="4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90139" name="Freeform 251">
              <a:extLst>
                <a:ext uri="{FF2B5EF4-FFF2-40B4-BE49-F238E27FC236}">
                  <a16:creationId xmlns:a16="http://schemas.microsoft.com/office/drawing/2014/main" id="{80C9A607-3D87-4191-81A4-C1B04ED01F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4" y="1635"/>
              <a:ext cx="6" cy="8"/>
            </a:xfrm>
            <a:custGeom>
              <a:avLst/>
              <a:gdLst>
                <a:gd name="T0" fmla="*/ 8 w 5"/>
                <a:gd name="T1" fmla="*/ 1 h 7"/>
                <a:gd name="T2" fmla="*/ 8 w 5"/>
                <a:gd name="T3" fmla="*/ 1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7">
                  <a:moveTo>
                    <a:pt x="5" y="1"/>
                  </a:moveTo>
                  <a:cubicBezTo>
                    <a:pt x="3" y="0"/>
                    <a:pt x="0" y="7"/>
                    <a:pt x="5" y="7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90140" name="Freeform 252">
              <a:extLst>
                <a:ext uri="{FF2B5EF4-FFF2-40B4-BE49-F238E27FC236}">
                  <a16:creationId xmlns:a16="http://schemas.microsoft.com/office/drawing/2014/main" id="{09C251B9-DD6C-451D-A882-103E7937F38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9" y="3762"/>
              <a:ext cx="109" cy="55"/>
            </a:xfrm>
            <a:custGeom>
              <a:avLst/>
              <a:gdLst>
                <a:gd name="T0" fmla="*/ 26 w 94"/>
                <a:gd name="T1" fmla="*/ 54 h 47"/>
                <a:gd name="T2" fmla="*/ 19 w 94"/>
                <a:gd name="T3" fmla="*/ 6 h 47"/>
                <a:gd name="T4" fmla="*/ 117 w 94"/>
                <a:gd name="T5" fmla="*/ 30 h 47"/>
                <a:gd name="T6" fmla="*/ 90 w 94"/>
                <a:gd name="T7" fmla="*/ 75 h 47"/>
                <a:gd name="T8" fmla="*/ 26 w 94"/>
                <a:gd name="T9" fmla="*/ 54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4" h="47">
                  <a:moveTo>
                    <a:pt x="16" y="33"/>
                  </a:moveTo>
                  <a:cubicBezTo>
                    <a:pt x="16" y="33"/>
                    <a:pt x="0" y="6"/>
                    <a:pt x="12" y="3"/>
                  </a:cubicBezTo>
                  <a:cubicBezTo>
                    <a:pt x="24" y="0"/>
                    <a:pt x="55" y="21"/>
                    <a:pt x="75" y="19"/>
                  </a:cubicBezTo>
                  <a:cubicBezTo>
                    <a:pt x="94" y="16"/>
                    <a:pt x="58" y="47"/>
                    <a:pt x="58" y="47"/>
                  </a:cubicBezTo>
                  <a:lnTo>
                    <a:pt x="16" y="33"/>
                  </a:lnTo>
                  <a:close/>
                </a:path>
              </a:pathLst>
            </a:custGeom>
            <a:solidFill>
              <a:srgbClr val="74CA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90141" name="Freeform 253">
              <a:extLst>
                <a:ext uri="{FF2B5EF4-FFF2-40B4-BE49-F238E27FC236}">
                  <a16:creationId xmlns:a16="http://schemas.microsoft.com/office/drawing/2014/main" id="{C32E01FF-93CA-46B4-9842-3A27733893E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6" y="3783"/>
              <a:ext cx="270" cy="310"/>
            </a:xfrm>
            <a:custGeom>
              <a:avLst/>
              <a:gdLst>
                <a:gd name="T0" fmla="*/ 171 w 232"/>
                <a:gd name="T1" fmla="*/ 0 h 267"/>
                <a:gd name="T2" fmla="*/ 349 w 232"/>
                <a:gd name="T3" fmla="*/ 0 h 267"/>
                <a:gd name="T4" fmla="*/ 357 w 232"/>
                <a:gd name="T5" fmla="*/ 86 h 267"/>
                <a:gd name="T6" fmla="*/ 363 w 232"/>
                <a:gd name="T7" fmla="*/ 135 h 267"/>
                <a:gd name="T8" fmla="*/ 347 w 232"/>
                <a:gd name="T9" fmla="*/ 178 h 267"/>
                <a:gd name="T10" fmla="*/ 312 w 232"/>
                <a:gd name="T11" fmla="*/ 265 h 267"/>
                <a:gd name="T12" fmla="*/ 156 w 232"/>
                <a:gd name="T13" fmla="*/ 396 h 267"/>
                <a:gd name="T14" fmla="*/ 33 w 232"/>
                <a:gd name="T15" fmla="*/ 251 h 267"/>
                <a:gd name="T16" fmla="*/ 79 w 232"/>
                <a:gd name="T17" fmla="*/ 194 h 267"/>
                <a:gd name="T18" fmla="*/ 171 w 232"/>
                <a:gd name="T19" fmla="*/ 0 h 26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32" h="267">
                  <a:moveTo>
                    <a:pt x="108" y="0"/>
                  </a:moveTo>
                  <a:cubicBezTo>
                    <a:pt x="108" y="0"/>
                    <a:pt x="162" y="45"/>
                    <a:pt x="222" y="0"/>
                  </a:cubicBezTo>
                  <a:cubicBezTo>
                    <a:pt x="222" y="0"/>
                    <a:pt x="226" y="32"/>
                    <a:pt x="227" y="55"/>
                  </a:cubicBezTo>
                  <a:cubicBezTo>
                    <a:pt x="230" y="86"/>
                    <a:pt x="230" y="86"/>
                    <a:pt x="230" y="86"/>
                  </a:cubicBezTo>
                  <a:cubicBezTo>
                    <a:pt x="230" y="86"/>
                    <a:pt x="232" y="100"/>
                    <a:pt x="220" y="114"/>
                  </a:cubicBezTo>
                  <a:cubicBezTo>
                    <a:pt x="209" y="127"/>
                    <a:pt x="199" y="155"/>
                    <a:pt x="198" y="169"/>
                  </a:cubicBezTo>
                  <a:cubicBezTo>
                    <a:pt x="197" y="182"/>
                    <a:pt x="176" y="267"/>
                    <a:pt x="99" y="253"/>
                  </a:cubicBezTo>
                  <a:cubicBezTo>
                    <a:pt x="22" y="239"/>
                    <a:pt x="0" y="187"/>
                    <a:pt x="21" y="160"/>
                  </a:cubicBezTo>
                  <a:cubicBezTo>
                    <a:pt x="41" y="134"/>
                    <a:pt x="50" y="124"/>
                    <a:pt x="50" y="124"/>
                  </a:cubicBezTo>
                  <a:cubicBezTo>
                    <a:pt x="50" y="124"/>
                    <a:pt x="97" y="12"/>
                    <a:pt x="108" y="0"/>
                  </a:cubicBezTo>
                  <a:close/>
                </a:path>
              </a:pathLst>
            </a:custGeom>
            <a:solidFill>
              <a:srgbClr val="84CD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90142" name="Freeform 254">
              <a:extLst>
                <a:ext uri="{FF2B5EF4-FFF2-40B4-BE49-F238E27FC236}">
                  <a16:creationId xmlns:a16="http://schemas.microsoft.com/office/drawing/2014/main" id="{D7E10C20-D363-4F21-A88B-D56879C5A6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4" y="3852"/>
              <a:ext cx="262" cy="241"/>
            </a:xfrm>
            <a:custGeom>
              <a:avLst/>
              <a:gdLst>
                <a:gd name="T0" fmla="*/ 347 w 225"/>
                <a:gd name="T1" fmla="*/ 0 h 208"/>
                <a:gd name="T2" fmla="*/ 353 w 225"/>
                <a:gd name="T3" fmla="*/ 43 h 208"/>
                <a:gd name="T4" fmla="*/ 337 w 225"/>
                <a:gd name="T5" fmla="*/ 86 h 208"/>
                <a:gd name="T6" fmla="*/ 302 w 225"/>
                <a:gd name="T7" fmla="*/ 170 h 208"/>
                <a:gd name="T8" fmla="*/ 146 w 225"/>
                <a:gd name="T9" fmla="*/ 302 h 208"/>
                <a:gd name="T10" fmla="*/ 10 w 225"/>
                <a:gd name="T11" fmla="*/ 184 h 208"/>
                <a:gd name="T12" fmla="*/ 135 w 225"/>
                <a:gd name="T13" fmla="*/ 277 h 208"/>
                <a:gd name="T14" fmla="*/ 272 w 225"/>
                <a:gd name="T15" fmla="*/ 198 h 208"/>
                <a:gd name="T16" fmla="*/ 324 w 225"/>
                <a:gd name="T17" fmla="*/ 66 h 208"/>
                <a:gd name="T18" fmla="*/ 347 w 225"/>
                <a:gd name="T19" fmla="*/ 0 h 20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25" h="208">
                  <a:moveTo>
                    <a:pt x="220" y="0"/>
                  </a:moveTo>
                  <a:cubicBezTo>
                    <a:pt x="223" y="28"/>
                    <a:pt x="223" y="28"/>
                    <a:pt x="223" y="28"/>
                  </a:cubicBezTo>
                  <a:cubicBezTo>
                    <a:pt x="223" y="28"/>
                    <a:pt x="225" y="41"/>
                    <a:pt x="213" y="55"/>
                  </a:cubicBezTo>
                  <a:cubicBezTo>
                    <a:pt x="202" y="69"/>
                    <a:pt x="192" y="96"/>
                    <a:pt x="191" y="110"/>
                  </a:cubicBezTo>
                  <a:cubicBezTo>
                    <a:pt x="190" y="124"/>
                    <a:pt x="169" y="208"/>
                    <a:pt x="92" y="194"/>
                  </a:cubicBezTo>
                  <a:cubicBezTo>
                    <a:pt x="29" y="183"/>
                    <a:pt x="3" y="146"/>
                    <a:pt x="7" y="118"/>
                  </a:cubicBezTo>
                  <a:cubicBezTo>
                    <a:pt x="7" y="118"/>
                    <a:pt x="0" y="166"/>
                    <a:pt x="86" y="178"/>
                  </a:cubicBezTo>
                  <a:cubicBezTo>
                    <a:pt x="138" y="186"/>
                    <a:pt x="158" y="168"/>
                    <a:pt x="173" y="128"/>
                  </a:cubicBezTo>
                  <a:cubicBezTo>
                    <a:pt x="187" y="88"/>
                    <a:pt x="198" y="51"/>
                    <a:pt x="205" y="42"/>
                  </a:cubicBezTo>
                  <a:cubicBezTo>
                    <a:pt x="212" y="34"/>
                    <a:pt x="220" y="0"/>
                    <a:pt x="220" y="0"/>
                  </a:cubicBezTo>
                  <a:close/>
                </a:path>
              </a:pathLst>
            </a:custGeom>
            <a:solidFill>
              <a:srgbClr val="EAF4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90143" name="Freeform 255">
              <a:extLst>
                <a:ext uri="{FF2B5EF4-FFF2-40B4-BE49-F238E27FC236}">
                  <a16:creationId xmlns:a16="http://schemas.microsoft.com/office/drawing/2014/main" id="{67469766-46CE-4180-A422-42C4D52A14C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2" y="3797"/>
              <a:ext cx="93" cy="166"/>
            </a:xfrm>
            <a:custGeom>
              <a:avLst/>
              <a:gdLst>
                <a:gd name="T0" fmla="*/ 115 w 80"/>
                <a:gd name="T1" fmla="*/ 16 h 143"/>
                <a:gd name="T2" fmla="*/ 126 w 80"/>
                <a:gd name="T3" fmla="*/ 16 h 143"/>
                <a:gd name="T4" fmla="*/ 72 w 80"/>
                <a:gd name="T5" fmla="*/ 171 h 143"/>
                <a:gd name="T6" fmla="*/ 59 w 80"/>
                <a:gd name="T7" fmla="*/ 210 h 143"/>
                <a:gd name="T8" fmla="*/ 0 w 80"/>
                <a:gd name="T9" fmla="*/ 194 h 143"/>
                <a:gd name="T10" fmla="*/ 16 w 80"/>
                <a:gd name="T11" fmla="*/ 153 h 143"/>
                <a:gd name="T12" fmla="*/ 72 w 80"/>
                <a:gd name="T13" fmla="*/ 0 h 143"/>
                <a:gd name="T14" fmla="*/ 80 w 80"/>
                <a:gd name="T15" fmla="*/ 8 h 143"/>
                <a:gd name="T16" fmla="*/ 14 w 80"/>
                <a:gd name="T17" fmla="*/ 187 h 143"/>
                <a:gd name="T18" fmla="*/ 55 w 80"/>
                <a:gd name="T19" fmla="*/ 199 h 143"/>
                <a:gd name="T20" fmla="*/ 115 w 80"/>
                <a:gd name="T21" fmla="*/ 16 h 14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0" h="143">
                  <a:moveTo>
                    <a:pt x="73" y="10"/>
                  </a:moveTo>
                  <a:cubicBezTo>
                    <a:pt x="78" y="11"/>
                    <a:pt x="80" y="10"/>
                    <a:pt x="80" y="10"/>
                  </a:cubicBezTo>
                  <a:cubicBezTo>
                    <a:pt x="46" y="109"/>
                    <a:pt x="46" y="109"/>
                    <a:pt x="46" y="109"/>
                  </a:cubicBezTo>
                  <a:cubicBezTo>
                    <a:pt x="38" y="134"/>
                    <a:pt x="38" y="134"/>
                    <a:pt x="38" y="134"/>
                  </a:cubicBezTo>
                  <a:cubicBezTo>
                    <a:pt x="19" y="143"/>
                    <a:pt x="0" y="124"/>
                    <a:pt x="0" y="124"/>
                  </a:cubicBezTo>
                  <a:cubicBezTo>
                    <a:pt x="5" y="121"/>
                    <a:pt x="7" y="106"/>
                    <a:pt x="10" y="98"/>
                  </a:cubicBezTo>
                  <a:cubicBezTo>
                    <a:pt x="13" y="89"/>
                    <a:pt x="46" y="0"/>
                    <a:pt x="46" y="0"/>
                  </a:cubicBezTo>
                  <a:cubicBezTo>
                    <a:pt x="47" y="2"/>
                    <a:pt x="49" y="4"/>
                    <a:pt x="51" y="5"/>
                  </a:cubicBezTo>
                  <a:cubicBezTo>
                    <a:pt x="9" y="120"/>
                    <a:pt x="9" y="120"/>
                    <a:pt x="9" y="120"/>
                  </a:cubicBezTo>
                  <a:cubicBezTo>
                    <a:pt x="9" y="120"/>
                    <a:pt x="24" y="131"/>
                    <a:pt x="34" y="127"/>
                  </a:cubicBezTo>
                  <a:lnTo>
                    <a:pt x="73" y="10"/>
                  </a:lnTo>
                  <a:close/>
                </a:path>
              </a:pathLst>
            </a:custGeom>
            <a:solidFill>
              <a:srgbClr val="3E7F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90144" name="Freeform 256">
              <a:extLst>
                <a:ext uri="{FF2B5EF4-FFF2-40B4-BE49-F238E27FC236}">
                  <a16:creationId xmlns:a16="http://schemas.microsoft.com/office/drawing/2014/main" id="{A9B43116-9239-4756-8FF5-73E180694F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7" y="3806"/>
              <a:ext cx="8" cy="10"/>
            </a:xfrm>
            <a:custGeom>
              <a:avLst/>
              <a:gdLst>
                <a:gd name="T0" fmla="*/ 9 w 7"/>
                <a:gd name="T1" fmla="*/ 0 h 8"/>
                <a:gd name="T2" fmla="*/ 10 w 7"/>
                <a:gd name="T3" fmla="*/ 16 h 8"/>
                <a:gd name="T4" fmla="*/ 2 w 7"/>
                <a:gd name="T5" fmla="*/ 10 h 8"/>
                <a:gd name="T6" fmla="*/ 9 w 7"/>
                <a:gd name="T7" fmla="*/ 0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8">
                  <a:moveTo>
                    <a:pt x="6" y="0"/>
                  </a:moveTo>
                  <a:cubicBezTo>
                    <a:pt x="2" y="1"/>
                    <a:pt x="5" y="6"/>
                    <a:pt x="7" y="8"/>
                  </a:cubicBezTo>
                  <a:cubicBezTo>
                    <a:pt x="6" y="7"/>
                    <a:pt x="2" y="6"/>
                    <a:pt x="2" y="5"/>
                  </a:cubicBezTo>
                  <a:cubicBezTo>
                    <a:pt x="0" y="2"/>
                    <a:pt x="3" y="0"/>
                    <a:pt x="6" y="0"/>
                  </a:cubicBezTo>
                </a:path>
              </a:pathLst>
            </a:custGeom>
            <a:solidFill>
              <a:srgbClr val="3E7F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90145" name="Freeform 257">
              <a:extLst>
                <a:ext uri="{FF2B5EF4-FFF2-40B4-BE49-F238E27FC236}">
                  <a16:creationId xmlns:a16="http://schemas.microsoft.com/office/drawing/2014/main" id="{37C05D56-949A-46A1-B821-023962A0BC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6" y="3832"/>
              <a:ext cx="11" cy="9"/>
            </a:xfrm>
            <a:custGeom>
              <a:avLst/>
              <a:gdLst>
                <a:gd name="T0" fmla="*/ 16 w 9"/>
                <a:gd name="T1" fmla="*/ 1 h 8"/>
                <a:gd name="T2" fmla="*/ 9 w 9"/>
                <a:gd name="T3" fmla="*/ 2 h 8"/>
                <a:gd name="T4" fmla="*/ 11 w 9"/>
                <a:gd name="T5" fmla="*/ 11 h 8"/>
                <a:gd name="T6" fmla="*/ 13 w 9"/>
                <a:gd name="T7" fmla="*/ 0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8">
                  <a:moveTo>
                    <a:pt x="9" y="1"/>
                  </a:moveTo>
                  <a:cubicBezTo>
                    <a:pt x="8" y="0"/>
                    <a:pt x="6" y="1"/>
                    <a:pt x="5" y="2"/>
                  </a:cubicBezTo>
                  <a:cubicBezTo>
                    <a:pt x="3" y="4"/>
                    <a:pt x="5" y="7"/>
                    <a:pt x="6" y="8"/>
                  </a:cubicBezTo>
                  <a:cubicBezTo>
                    <a:pt x="4" y="5"/>
                    <a:pt x="0" y="0"/>
                    <a:pt x="7" y="0"/>
                  </a:cubicBezTo>
                </a:path>
              </a:pathLst>
            </a:custGeom>
            <a:solidFill>
              <a:srgbClr val="3E7F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90146" name="Freeform 258">
              <a:extLst>
                <a:ext uri="{FF2B5EF4-FFF2-40B4-BE49-F238E27FC236}">
                  <a16:creationId xmlns:a16="http://schemas.microsoft.com/office/drawing/2014/main" id="{62EBB9C7-8CDA-4AC2-8D43-16BACE3735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6" y="3864"/>
              <a:ext cx="7" cy="12"/>
            </a:xfrm>
            <a:custGeom>
              <a:avLst/>
              <a:gdLst>
                <a:gd name="T0" fmla="*/ 9 w 6"/>
                <a:gd name="T1" fmla="*/ 0 h 10"/>
                <a:gd name="T2" fmla="*/ 9 w 6"/>
                <a:gd name="T3" fmla="*/ 17 h 10"/>
                <a:gd name="T4" fmla="*/ 1 w 6"/>
                <a:gd name="T5" fmla="*/ 10 h 10"/>
                <a:gd name="T6" fmla="*/ 8 w 6"/>
                <a:gd name="T7" fmla="*/ 1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10">
                  <a:moveTo>
                    <a:pt x="6" y="0"/>
                  </a:moveTo>
                  <a:cubicBezTo>
                    <a:pt x="1" y="0"/>
                    <a:pt x="1" y="9"/>
                    <a:pt x="6" y="10"/>
                  </a:cubicBezTo>
                  <a:cubicBezTo>
                    <a:pt x="4" y="9"/>
                    <a:pt x="2" y="8"/>
                    <a:pt x="1" y="6"/>
                  </a:cubicBezTo>
                  <a:cubicBezTo>
                    <a:pt x="0" y="4"/>
                    <a:pt x="1" y="0"/>
                    <a:pt x="5" y="1"/>
                  </a:cubicBezTo>
                </a:path>
              </a:pathLst>
            </a:custGeom>
            <a:solidFill>
              <a:srgbClr val="3E7F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90147" name="Freeform 259">
              <a:extLst>
                <a:ext uri="{FF2B5EF4-FFF2-40B4-BE49-F238E27FC236}">
                  <a16:creationId xmlns:a16="http://schemas.microsoft.com/office/drawing/2014/main" id="{EC6CC398-47A4-42FA-95B5-2F145D6A21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8" y="3891"/>
              <a:ext cx="8" cy="10"/>
            </a:xfrm>
            <a:custGeom>
              <a:avLst/>
              <a:gdLst>
                <a:gd name="T0" fmla="*/ 10 w 7"/>
                <a:gd name="T1" fmla="*/ 0 h 9"/>
                <a:gd name="T2" fmla="*/ 9 w 7"/>
                <a:gd name="T3" fmla="*/ 12 h 9"/>
                <a:gd name="T4" fmla="*/ 1 w 7"/>
                <a:gd name="T5" fmla="*/ 9 h 9"/>
                <a:gd name="T6" fmla="*/ 7 w 7"/>
                <a:gd name="T7" fmla="*/ 0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9">
                  <a:moveTo>
                    <a:pt x="7" y="0"/>
                  </a:moveTo>
                  <a:cubicBezTo>
                    <a:pt x="1" y="0"/>
                    <a:pt x="2" y="6"/>
                    <a:pt x="6" y="9"/>
                  </a:cubicBezTo>
                  <a:cubicBezTo>
                    <a:pt x="4" y="9"/>
                    <a:pt x="1" y="7"/>
                    <a:pt x="1" y="6"/>
                  </a:cubicBezTo>
                  <a:cubicBezTo>
                    <a:pt x="0" y="3"/>
                    <a:pt x="1" y="0"/>
                    <a:pt x="4" y="0"/>
                  </a:cubicBezTo>
                </a:path>
              </a:pathLst>
            </a:custGeom>
            <a:solidFill>
              <a:srgbClr val="3E7F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90148" name="Freeform 260">
              <a:extLst>
                <a:ext uri="{FF2B5EF4-FFF2-40B4-BE49-F238E27FC236}">
                  <a16:creationId xmlns:a16="http://schemas.microsoft.com/office/drawing/2014/main" id="{827BE073-C17F-4970-AF8C-08A71051B8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7" y="3921"/>
              <a:ext cx="9" cy="11"/>
            </a:xfrm>
            <a:custGeom>
              <a:avLst/>
              <a:gdLst>
                <a:gd name="T0" fmla="*/ 15 w 7"/>
                <a:gd name="T1" fmla="*/ 1 h 9"/>
                <a:gd name="T2" fmla="*/ 8 w 7"/>
                <a:gd name="T3" fmla="*/ 16 h 9"/>
                <a:gd name="T4" fmla="*/ 1 w 7"/>
                <a:gd name="T5" fmla="*/ 9 h 9"/>
                <a:gd name="T6" fmla="*/ 8 w 7"/>
                <a:gd name="T7" fmla="*/ 0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9">
                  <a:moveTo>
                    <a:pt x="7" y="1"/>
                  </a:moveTo>
                  <a:cubicBezTo>
                    <a:pt x="3" y="1"/>
                    <a:pt x="1" y="7"/>
                    <a:pt x="4" y="9"/>
                  </a:cubicBezTo>
                  <a:cubicBezTo>
                    <a:pt x="4" y="7"/>
                    <a:pt x="2" y="7"/>
                    <a:pt x="1" y="5"/>
                  </a:cubicBezTo>
                  <a:cubicBezTo>
                    <a:pt x="0" y="3"/>
                    <a:pt x="2" y="0"/>
                    <a:pt x="4" y="0"/>
                  </a:cubicBezTo>
                </a:path>
              </a:pathLst>
            </a:custGeom>
            <a:solidFill>
              <a:srgbClr val="3E7F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90149" name="Freeform 261">
              <a:extLst>
                <a:ext uri="{FF2B5EF4-FFF2-40B4-BE49-F238E27FC236}">
                  <a16:creationId xmlns:a16="http://schemas.microsoft.com/office/drawing/2014/main" id="{8623517F-3C30-42A1-9249-C3E9CCA98D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1" y="3828"/>
              <a:ext cx="10" cy="7"/>
            </a:xfrm>
            <a:custGeom>
              <a:avLst/>
              <a:gdLst>
                <a:gd name="T0" fmla="*/ 8 w 8"/>
                <a:gd name="T1" fmla="*/ 0 h 6"/>
                <a:gd name="T2" fmla="*/ 6 w 8"/>
                <a:gd name="T3" fmla="*/ 7 h 6"/>
                <a:gd name="T4" fmla="*/ 0 w 8"/>
                <a:gd name="T5" fmla="*/ 7 h 6"/>
                <a:gd name="T6" fmla="*/ 13 w 8"/>
                <a:gd name="T7" fmla="*/ 8 h 6"/>
                <a:gd name="T8" fmla="*/ 13 w 8"/>
                <a:gd name="T9" fmla="*/ 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6">
                  <a:moveTo>
                    <a:pt x="4" y="0"/>
                  </a:moveTo>
                  <a:cubicBezTo>
                    <a:pt x="5" y="2"/>
                    <a:pt x="5" y="3"/>
                    <a:pt x="3" y="4"/>
                  </a:cubicBezTo>
                  <a:cubicBezTo>
                    <a:pt x="3" y="5"/>
                    <a:pt x="0" y="6"/>
                    <a:pt x="0" y="4"/>
                  </a:cubicBezTo>
                  <a:cubicBezTo>
                    <a:pt x="2" y="5"/>
                    <a:pt x="4" y="6"/>
                    <a:pt x="6" y="5"/>
                  </a:cubicBezTo>
                  <a:cubicBezTo>
                    <a:pt x="8" y="4"/>
                    <a:pt x="7" y="1"/>
                    <a:pt x="6" y="0"/>
                  </a:cubicBezTo>
                </a:path>
              </a:pathLst>
            </a:custGeom>
            <a:solidFill>
              <a:srgbClr val="3E7F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90150" name="Freeform 262">
              <a:extLst>
                <a:ext uri="{FF2B5EF4-FFF2-40B4-BE49-F238E27FC236}">
                  <a16:creationId xmlns:a16="http://schemas.microsoft.com/office/drawing/2014/main" id="{52334AFE-2E19-4665-B22C-84C3DBB919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5" y="3852"/>
              <a:ext cx="8" cy="9"/>
            </a:xfrm>
            <a:custGeom>
              <a:avLst/>
              <a:gdLst>
                <a:gd name="T0" fmla="*/ 3 w 7"/>
                <a:gd name="T1" fmla="*/ 0 h 8"/>
                <a:gd name="T2" fmla="*/ 7 w 7"/>
                <a:gd name="T3" fmla="*/ 7 h 8"/>
                <a:gd name="T4" fmla="*/ 0 w 7"/>
                <a:gd name="T5" fmla="*/ 10 h 8"/>
                <a:gd name="T6" fmla="*/ 8 w 7"/>
                <a:gd name="T7" fmla="*/ 9 h 8"/>
                <a:gd name="T8" fmla="*/ 8 w 7"/>
                <a:gd name="T9" fmla="*/ 1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8">
                  <a:moveTo>
                    <a:pt x="3" y="0"/>
                  </a:moveTo>
                  <a:cubicBezTo>
                    <a:pt x="3" y="2"/>
                    <a:pt x="5" y="3"/>
                    <a:pt x="4" y="4"/>
                  </a:cubicBezTo>
                  <a:cubicBezTo>
                    <a:pt x="4" y="6"/>
                    <a:pt x="2" y="7"/>
                    <a:pt x="0" y="7"/>
                  </a:cubicBezTo>
                  <a:cubicBezTo>
                    <a:pt x="2" y="6"/>
                    <a:pt x="4" y="8"/>
                    <a:pt x="5" y="6"/>
                  </a:cubicBezTo>
                  <a:cubicBezTo>
                    <a:pt x="7" y="4"/>
                    <a:pt x="6" y="2"/>
                    <a:pt x="5" y="1"/>
                  </a:cubicBezTo>
                </a:path>
              </a:pathLst>
            </a:custGeom>
            <a:solidFill>
              <a:srgbClr val="3E7F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90151" name="Freeform 263">
              <a:extLst>
                <a:ext uri="{FF2B5EF4-FFF2-40B4-BE49-F238E27FC236}">
                  <a16:creationId xmlns:a16="http://schemas.microsoft.com/office/drawing/2014/main" id="{21BE2B95-696C-4072-AF7E-F723ABCE04F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2" y="3878"/>
              <a:ext cx="9" cy="12"/>
            </a:xfrm>
            <a:custGeom>
              <a:avLst/>
              <a:gdLst>
                <a:gd name="T0" fmla="*/ 7 w 8"/>
                <a:gd name="T1" fmla="*/ 0 h 10"/>
                <a:gd name="T2" fmla="*/ 0 w 8"/>
                <a:gd name="T3" fmla="*/ 12 h 10"/>
                <a:gd name="T4" fmla="*/ 10 w 8"/>
                <a:gd name="T5" fmla="*/ 12 h 10"/>
                <a:gd name="T6" fmla="*/ 9 w 8"/>
                <a:gd name="T7" fmla="*/ 2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10">
                  <a:moveTo>
                    <a:pt x="4" y="0"/>
                  </a:moveTo>
                  <a:cubicBezTo>
                    <a:pt x="5" y="3"/>
                    <a:pt x="5" y="10"/>
                    <a:pt x="0" y="7"/>
                  </a:cubicBezTo>
                  <a:cubicBezTo>
                    <a:pt x="2" y="9"/>
                    <a:pt x="6" y="9"/>
                    <a:pt x="7" y="7"/>
                  </a:cubicBezTo>
                  <a:cubicBezTo>
                    <a:pt x="8" y="5"/>
                    <a:pt x="7" y="3"/>
                    <a:pt x="6" y="2"/>
                  </a:cubicBezTo>
                </a:path>
              </a:pathLst>
            </a:custGeom>
            <a:solidFill>
              <a:srgbClr val="3E7F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90152" name="Freeform 264">
              <a:extLst>
                <a:ext uri="{FF2B5EF4-FFF2-40B4-BE49-F238E27FC236}">
                  <a16:creationId xmlns:a16="http://schemas.microsoft.com/office/drawing/2014/main" id="{B78C95FE-5E42-4C23-9301-BB0E1551E31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0" y="3912"/>
              <a:ext cx="9" cy="8"/>
            </a:xfrm>
            <a:custGeom>
              <a:avLst/>
              <a:gdLst>
                <a:gd name="T0" fmla="*/ 7 w 8"/>
                <a:gd name="T1" fmla="*/ 0 h 7"/>
                <a:gd name="T2" fmla="*/ 0 w 8"/>
                <a:gd name="T3" fmla="*/ 10 h 7"/>
                <a:gd name="T4" fmla="*/ 9 w 8"/>
                <a:gd name="T5" fmla="*/ 9 h 7"/>
                <a:gd name="T6" fmla="*/ 8 w 8"/>
                <a:gd name="T7" fmla="*/ 0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7">
                  <a:moveTo>
                    <a:pt x="4" y="0"/>
                  </a:moveTo>
                  <a:cubicBezTo>
                    <a:pt x="7" y="3"/>
                    <a:pt x="3" y="6"/>
                    <a:pt x="0" y="7"/>
                  </a:cubicBezTo>
                  <a:cubicBezTo>
                    <a:pt x="2" y="7"/>
                    <a:pt x="5" y="7"/>
                    <a:pt x="6" y="6"/>
                  </a:cubicBezTo>
                  <a:cubicBezTo>
                    <a:pt x="8" y="4"/>
                    <a:pt x="6" y="1"/>
                    <a:pt x="5" y="0"/>
                  </a:cubicBezTo>
                </a:path>
              </a:pathLst>
            </a:custGeom>
            <a:solidFill>
              <a:srgbClr val="3E7F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90153" name="Freeform 265">
              <a:extLst>
                <a:ext uri="{FF2B5EF4-FFF2-40B4-BE49-F238E27FC236}">
                  <a16:creationId xmlns:a16="http://schemas.microsoft.com/office/drawing/2014/main" id="{F3412293-E417-432A-B762-425BDFF409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8" y="3937"/>
              <a:ext cx="9" cy="13"/>
            </a:xfrm>
            <a:custGeom>
              <a:avLst/>
              <a:gdLst>
                <a:gd name="T0" fmla="*/ 1 w 8"/>
                <a:gd name="T1" fmla="*/ 1 h 11"/>
                <a:gd name="T2" fmla="*/ 0 w 8"/>
                <a:gd name="T3" fmla="*/ 17 h 11"/>
                <a:gd name="T4" fmla="*/ 10 w 8"/>
                <a:gd name="T5" fmla="*/ 9 h 11"/>
                <a:gd name="T6" fmla="*/ 3 w 8"/>
                <a:gd name="T7" fmla="*/ 0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11">
                  <a:moveTo>
                    <a:pt x="1" y="1"/>
                  </a:moveTo>
                  <a:cubicBezTo>
                    <a:pt x="4" y="3"/>
                    <a:pt x="4" y="10"/>
                    <a:pt x="0" y="10"/>
                  </a:cubicBezTo>
                  <a:cubicBezTo>
                    <a:pt x="3" y="11"/>
                    <a:pt x="7" y="9"/>
                    <a:pt x="7" y="6"/>
                  </a:cubicBezTo>
                  <a:cubicBezTo>
                    <a:pt x="8" y="4"/>
                    <a:pt x="4" y="2"/>
                    <a:pt x="3" y="0"/>
                  </a:cubicBezTo>
                </a:path>
              </a:pathLst>
            </a:custGeom>
            <a:solidFill>
              <a:srgbClr val="3E7F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90154" name="Freeform 266">
              <a:extLst>
                <a:ext uri="{FF2B5EF4-FFF2-40B4-BE49-F238E27FC236}">
                  <a16:creationId xmlns:a16="http://schemas.microsoft.com/office/drawing/2014/main" id="{8843A11F-CEE0-4F71-99E7-8BB2E4230B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2" y="3824"/>
              <a:ext cx="51" cy="116"/>
            </a:xfrm>
            <a:custGeom>
              <a:avLst/>
              <a:gdLst>
                <a:gd name="T0" fmla="*/ 14 w 44"/>
                <a:gd name="T1" fmla="*/ 157 h 100"/>
                <a:gd name="T2" fmla="*/ 1 w 44"/>
                <a:gd name="T3" fmla="*/ 146 h 100"/>
                <a:gd name="T4" fmla="*/ 9 w 44"/>
                <a:gd name="T5" fmla="*/ 117 h 100"/>
                <a:gd name="T6" fmla="*/ 20 w 44"/>
                <a:gd name="T7" fmla="*/ 86 h 100"/>
                <a:gd name="T8" fmla="*/ 31 w 44"/>
                <a:gd name="T9" fmla="*/ 58 h 100"/>
                <a:gd name="T10" fmla="*/ 41 w 44"/>
                <a:gd name="T11" fmla="*/ 36 h 100"/>
                <a:gd name="T12" fmla="*/ 58 w 44"/>
                <a:gd name="T13" fmla="*/ 3 h 100"/>
                <a:gd name="T14" fmla="*/ 67 w 44"/>
                <a:gd name="T15" fmla="*/ 22 h 100"/>
                <a:gd name="T16" fmla="*/ 42 w 44"/>
                <a:gd name="T17" fmla="*/ 81 h 100"/>
                <a:gd name="T18" fmla="*/ 27 w 44"/>
                <a:gd name="T19" fmla="*/ 131 h 100"/>
                <a:gd name="T20" fmla="*/ 22 w 44"/>
                <a:gd name="T21" fmla="*/ 150 h 10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4" h="100">
                  <a:moveTo>
                    <a:pt x="9" y="100"/>
                  </a:moveTo>
                  <a:cubicBezTo>
                    <a:pt x="5" y="100"/>
                    <a:pt x="1" y="99"/>
                    <a:pt x="1" y="94"/>
                  </a:cubicBezTo>
                  <a:cubicBezTo>
                    <a:pt x="0" y="88"/>
                    <a:pt x="4" y="81"/>
                    <a:pt x="6" y="75"/>
                  </a:cubicBezTo>
                  <a:cubicBezTo>
                    <a:pt x="8" y="68"/>
                    <a:pt x="10" y="62"/>
                    <a:pt x="13" y="55"/>
                  </a:cubicBezTo>
                  <a:cubicBezTo>
                    <a:pt x="15" y="49"/>
                    <a:pt x="18" y="43"/>
                    <a:pt x="20" y="37"/>
                  </a:cubicBezTo>
                  <a:cubicBezTo>
                    <a:pt x="22" y="33"/>
                    <a:pt x="24" y="27"/>
                    <a:pt x="26" y="23"/>
                  </a:cubicBezTo>
                  <a:cubicBezTo>
                    <a:pt x="28" y="16"/>
                    <a:pt x="31" y="6"/>
                    <a:pt x="37" y="3"/>
                  </a:cubicBezTo>
                  <a:cubicBezTo>
                    <a:pt x="44" y="0"/>
                    <a:pt x="44" y="10"/>
                    <a:pt x="43" y="14"/>
                  </a:cubicBezTo>
                  <a:cubicBezTo>
                    <a:pt x="39" y="27"/>
                    <a:pt x="32" y="39"/>
                    <a:pt x="27" y="52"/>
                  </a:cubicBezTo>
                  <a:cubicBezTo>
                    <a:pt x="23" y="63"/>
                    <a:pt x="20" y="73"/>
                    <a:pt x="17" y="84"/>
                  </a:cubicBezTo>
                  <a:cubicBezTo>
                    <a:pt x="16" y="87"/>
                    <a:pt x="13" y="92"/>
                    <a:pt x="14" y="96"/>
                  </a:cubicBezTo>
                </a:path>
              </a:pathLst>
            </a:custGeom>
            <a:solidFill>
              <a:srgbClr val="74CA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90155" name="Freeform 267">
              <a:extLst>
                <a:ext uri="{FF2B5EF4-FFF2-40B4-BE49-F238E27FC236}">
                  <a16:creationId xmlns:a16="http://schemas.microsoft.com/office/drawing/2014/main" id="{A62846CC-03B3-4A82-A844-4A11FE756B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4" y="3808"/>
              <a:ext cx="50" cy="24"/>
            </a:xfrm>
            <a:custGeom>
              <a:avLst/>
              <a:gdLst>
                <a:gd name="T0" fmla="*/ 0 w 43"/>
                <a:gd name="T1" fmla="*/ 2 h 21"/>
                <a:gd name="T2" fmla="*/ 19 w 43"/>
                <a:gd name="T3" fmla="*/ 0 h 21"/>
                <a:gd name="T4" fmla="*/ 47 w 43"/>
                <a:gd name="T5" fmla="*/ 7 h 21"/>
                <a:gd name="T6" fmla="*/ 67 w 43"/>
                <a:gd name="T7" fmla="*/ 31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3" h="21">
                  <a:moveTo>
                    <a:pt x="0" y="2"/>
                  </a:moveTo>
                  <a:cubicBezTo>
                    <a:pt x="4" y="1"/>
                    <a:pt x="7" y="0"/>
                    <a:pt x="12" y="0"/>
                  </a:cubicBezTo>
                  <a:cubicBezTo>
                    <a:pt x="18" y="1"/>
                    <a:pt x="24" y="1"/>
                    <a:pt x="29" y="4"/>
                  </a:cubicBezTo>
                  <a:cubicBezTo>
                    <a:pt x="35" y="8"/>
                    <a:pt x="41" y="14"/>
                    <a:pt x="43" y="21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90156" name="Freeform 268">
              <a:extLst>
                <a:ext uri="{FF2B5EF4-FFF2-40B4-BE49-F238E27FC236}">
                  <a16:creationId xmlns:a16="http://schemas.microsoft.com/office/drawing/2014/main" id="{EF8309D3-6D0F-4377-AC9D-93BAAD7036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5" y="3837"/>
              <a:ext cx="53" cy="18"/>
            </a:xfrm>
            <a:custGeom>
              <a:avLst/>
              <a:gdLst>
                <a:gd name="T0" fmla="*/ 0 w 46"/>
                <a:gd name="T1" fmla="*/ 0 h 16"/>
                <a:gd name="T2" fmla="*/ 21 w 46"/>
                <a:gd name="T3" fmla="*/ 0 h 16"/>
                <a:gd name="T4" fmla="*/ 47 w 46"/>
                <a:gd name="T5" fmla="*/ 3 h 16"/>
                <a:gd name="T6" fmla="*/ 70 w 46"/>
                <a:gd name="T7" fmla="*/ 23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6" h="16">
                  <a:moveTo>
                    <a:pt x="0" y="0"/>
                  </a:moveTo>
                  <a:cubicBezTo>
                    <a:pt x="5" y="1"/>
                    <a:pt x="10" y="0"/>
                    <a:pt x="14" y="0"/>
                  </a:cubicBezTo>
                  <a:cubicBezTo>
                    <a:pt x="20" y="0"/>
                    <a:pt x="26" y="1"/>
                    <a:pt x="31" y="3"/>
                  </a:cubicBezTo>
                  <a:cubicBezTo>
                    <a:pt x="37" y="5"/>
                    <a:pt x="41" y="11"/>
                    <a:pt x="46" y="16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90157" name="Freeform 269">
              <a:extLst>
                <a:ext uri="{FF2B5EF4-FFF2-40B4-BE49-F238E27FC236}">
                  <a16:creationId xmlns:a16="http://schemas.microsoft.com/office/drawing/2014/main" id="{F64F5B42-B5FA-4DEA-B4DC-30AD66361F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2" y="3864"/>
              <a:ext cx="53" cy="19"/>
            </a:xfrm>
            <a:custGeom>
              <a:avLst/>
              <a:gdLst>
                <a:gd name="T0" fmla="*/ 0 w 46"/>
                <a:gd name="T1" fmla="*/ 7 h 16"/>
                <a:gd name="T2" fmla="*/ 44 w 46"/>
                <a:gd name="T3" fmla="*/ 6 h 16"/>
                <a:gd name="T4" fmla="*/ 70 w 46"/>
                <a:gd name="T5" fmla="*/ 27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6" h="16">
                  <a:moveTo>
                    <a:pt x="0" y="4"/>
                  </a:moveTo>
                  <a:cubicBezTo>
                    <a:pt x="9" y="2"/>
                    <a:pt x="20" y="0"/>
                    <a:pt x="29" y="3"/>
                  </a:cubicBezTo>
                  <a:cubicBezTo>
                    <a:pt x="35" y="6"/>
                    <a:pt x="41" y="12"/>
                    <a:pt x="46" y="16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90158" name="Freeform 270">
              <a:extLst>
                <a:ext uri="{FF2B5EF4-FFF2-40B4-BE49-F238E27FC236}">
                  <a16:creationId xmlns:a16="http://schemas.microsoft.com/office/drawing/2014/main" id="{26F26F38-516C-4F20-9034-7D8269E3E49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4" y="3895"/>
              <a:ext cx="50" cy="22"/>
            </a:xfrm>
            <a:custGeom>
              <a:avLst/>
              <a:gdLst>
                <a:gd name="T0" fmla="*/ 0 w 43"/>
                <a:gd name="T1" fmla="*/ 1 h 19"/>
                <a:gd name="T2" fmla="*/ 22 w 43"/>
                <a:gd name="T3" fmla="*/ 0 h 19"/>
                <a:gd name="T4" fmla="*/ 50 w 43"/>
                <a:gd name="T5" fmla="*/ 12 h 19"/>
                <a:gd name="T6" fmla="*/ 67 w 43"/>
                <a:gd name="T7" fmla="*/ 29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3" h="19">
                  <a:moveTo>
                    <a:pt x="0" y="1"/>
                  </a:moveTo>
                  <a:cubicBezTo>
                    <a:pt x="4" y="2"/>
                    <a:pt x="9" y="0"/>
                    <a:pt x="14" y="0"/>
                  </a:cubicBezTo>
                  <a:cubicBezTo>
                    <a:pt x="20" y="1"/>
                    <a:pt x="27" y="4"/>
                    <a:pt x="32" y="8"/>
                  </a:cubicBezTo>
                  <a:cubicBezTo>
                    <a:pt x="36" y="10"/>
                    <a:pt x="41" y="15"/>
                    <a:pt x="43" y="19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90159" name="Freeform 271">
              <a:extLst>
                <a:ext uri="{FF2B5EF4-FFF2-40B4-BE49-F238E27FC236}">
                  <a16:creationId xmlns:a16="http://schemas.microsoft.com/office/drawing/2014/main" id="{928A7FEA-C1D9-4BFF-8621-B1CB272CD1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4" y="3926"/>
              <a:ext cx="55" cy="18"/>
            </a:xfrm>
            <a:custGeom>
              <a:avLst/>
              <a:gdLst>
                <a:gd name="T0" fmla="*/ 0 w 47"/>
                <a:gd name="T1" fmla="*/ 0 h 16"/>
                <a:gd name="T2" fmla="*/ 15 w 47"/>
                <a:gd name="T3" fmla="*/ 0 h 16"/>
                <a:gd name="T4" fmla="*/ 49 w 47"/>
                <a:gd name="T5" fmla="*/ 8 h 16"/>
                <a:gd name="T6" fmla="*/ 69 w 47"/>
                <a:gd name="T7" fmla="*/ 18 h 16"/>
                <a:gd name="T8" fmla="*/ 75 w 47"/>
                <a:gd name="T9" fmla="*/ 21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16">
                  <a:moveTo>
                    <a:pt x="0" y="0"/>
                  </a:moveTo>
                  <a:cubicBezTo>
                    <a:pt x="3" y="1"/>
                    <a:pt x="6" y="0"/>
                    <a:pt x="9" y="0"/>
                  </a:cubicBezTo>
                  <a:cubicBezTo>
                    <a:pt x="16" y="1"/>
                    <a:pt x="24" y="3"/>
                    <a:pt x="31" y="5"/>
                  </a:cubicBezTo>
                  <a:cubicBezTo>
                    <a:pt x="35" y="7"/>
                    <a:pt x="40" y="8"/>
                    <a:pt x="43" y="12"/>
                  </a:cubicBezTo>
                  <a:cubicBezTo>
                    <a:pt x="45" y="13"/>
                    <a:pt x="46" y="16"/>
                    <a:pt x="47" y="15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90160" name="Freeform 272">
              <a:extLst>
                <a:ext uri="{FF2B5EF4-FFF2-40B4-BE49-F238E27FC236}">
                  <a16:creationId xmlns:a16="http://schemas.microsoft.com/office/drawing/2014/main" id="{9A9BBCD8-1DEA-4EB1-8124-D0A32D67A6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6" y="3783"/>
              <a:ext cx="270" cy="310"/>
            </a:xfrm>
            <a:custGeom>
              <a:avLst/>
              <a:gdLst>
                <a:gd name="T0" fmla="*/ 171 w 232"/>
                <a:gd name="T1" fmla="*/ 0 h 267"/>
                <a:gd name="T2" fmla="*/ 349 w 232"/>
                <a:gd name="T3" fmla="*/ 0 h 267"/>
                <a:gd name="T4" fmla="*/ 357 w 232"/>
                <a:gd name="T5" fmla="*/ 86 h 267"/>
                <a:gd name="T6" fmla="*/ 363 w 232"/>
                <a:gd name="T7" fmla="*/ 135 h 267"/>
                <a:gd name="T8" fmla="*/ 347 w 232"/>
                <a:gd name="T9" fmla="*/ 178 h 267"/>
                <a:gd name="T10" fmla="*/ 312 w 232"/>
                <a:gd name="T11" fmla="*/ 265 h 267"/>
                <a:gd name="T12" fmla="*/ 156 w 232"/>
                <a:gd name="T13" fmla="*/ 396 h 267"/>
                <a:gd name="T14" fmla="*/ 33 w 232"/>
                <a:gd name="T15" fmla="*/ 251 h 267"/>
                <a:gd name="T16" fmla="*/ 79 w 232"/>
                <a:gd name="T17" fmla="*/ 194 h 267"/>
                <a:gd name="T18" fmla="*/ 171 w 232"/>
                <a:gd name="T19" fmla="*/ 0 h 26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32" h="267">
                  <a:moveTo>
                    <a:pt x="108" y="0"/>
                  </a:moveTo>
                  <a:cubicBezTo>
                    <a:pt x="108" y="0"/>
                    <a:pt x="162" y="45"/>
                    <a:pt x="222" y="0"/>
                  </a:cubicBezTo>
                  <a:cubicBezTo>
                    <a:pt x="222" y="0"/>
                    <a:pt x="226" y="32"/>
                    <a:pt x="227" y="55"/>
                  </a:cubicBezTo>
                  <a:cubicBezTo>
                    <a:pt x="230" y="86"/>
                    <a:pt x="230" y="86"/>
                    <a:pt x="230" y="86"/>
                  </a:cubicBezTo>
                  <a:cubicBezTo>
                    <a:pt x="230" y="86"/>
                    <a:pt x="232" y="100"/>
                    <a:pt x="220" y="114"/>
                  </a:cubicBezTo>
                  <a:cubicBezTo>
                    <a:pt x="209" y="127"/>
                    <a:pt x="199" y="155"/>
                    <a:pt x="198" y="169"/>
                  </a:cubicBezTo>
                  <a:cubicBezTo>
                    <a:pt x="197" y="182"/>
                    <a:pt x="176" y="267"/>
                    <a:pt x="99" y="253"/>
                  </a:cubicBezTo>
                  <a:cubicBezTo>
                    <a:pt x="22" y="239"/>
                    <a:pt x="0" y="187"/>
                    <a:pt x="21" y="160"/>
                  </a:cubicBezTo>
                  <a:cubicBezTo>
                    <a:pt x="41" y="134"/>
                    <a:pt x="50" y="124"/>
                    <a:pt x="50" y="124"/>
                  </a:cubicBezTo>
                  <a:cubicBezTo>
                    <a:pt x="50" y="124"/>
                    <a:pt x="97" y="12"/>
                    <a:pt x="108" y="0"/>
                  </a:cubicBezTo>
                  <a:close/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90161" name="Freeform 273">
              <a:extLst>
                <a:ext uri="{FF2B5EF4-FFF2-40B4-BE49-F238E27FC236}">
                  <a16:creationId xmlns:a16="http://schemas.microsoft.com/office/drawing/2014/main" id="{901F33D5-83CE-4AB2-9CD0-0DBEC27265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4" y="3872"/>
              <a:ext cx="220" cy="198"/>
            </a:xfrm>
            <a:custGeom>
              <a:avLst/>
              <a:gdLst>
                <a:gd name="T0" fmla="*/ 0 w 189"/>
                <a:gd name="T1" fmla="*/ 217 h 170"/>
                <a:gd name="T2" fmla="*/ 163 w 189"/>
                <a:gd name="T3" fmla="*/ 249 h 170"/>
                <a:gd name="T4" fmla="*/ 260 w 189"/>
                <a:gd name="T5" fmla="*/ 87 h 170"/>
                <a:gd name="T6" fmla="*/ 298 w 189"/>
                <a:gd name="T7" fmla="*/ 0 h 17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9" h="170">
                  <a:moveTo>
                    <a:pt x="0" y="137"/>
                  </a:moveTo>
                  <a:cubicBezTo>
                    <a:pt x="0" y="137"/>
                    <a:pt x="42" y="170"/>
                    <a:pt x="103" y="158"/>
                  </a:cubicBezTo>
                  <a:cubicBezTo>
                    <a:pt x="145" y="149"/>
                    <a:pt x="160" y="71"/>
                    <a:pt x="165" y="55"/>
                  </a:cubicBezTo>
                  <a:cubicBezTo>
                    <a:pt x="171" y="38"/>
                    <a:pt x="185" y="15"/>
                    <a:pt x="189" y="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90162" name="Freeform 274">
              <a:extLst>
                <a:ext uri="{FF2B5EF4-FFF2-40B4-BE49-F238E27FC236}">
                  <a16:creationId xmlns:a16="http://schemas.microsoft.com/office/drawing/2014/main" id="{750D38E3-B7DA-44D5-AF5B-843670FD4B8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9" y="4039"/>
              <a:ext cx="145" cy="69"/>
            </a:xfrm>
            <a:custGeom>
              <a:avLst/>
              <a:gdLst>
                <a:gd name="T0" fmla="*/ 0 w 125"/>
                <a:gd name="T1" fmla="*/ 0 h 59"/>
                <a:gd name="T2" fmla="*/ 195 w 125"/>
                <a:gd name="T3" fmla="*/ 7 h 59"/>
                <a:gd name="T4" fmla="*/ 195 w 125"/>
                <a:gd name="T5" fmla="*/ 15 h 59"/>
                <a:gd name="T6" fmla="*/ 0 w 125"/>
                <a:gd name="T7" fmla="*/ 0 h 5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5" h="59">
                  <a:moveTo>
                    <a:pt x="0" y="0"/>
                  </a:moveTo>
                  <a:cubicBezTo>
                    <a:pt x="0" y="0"/>
                    <a:pt x="66" y="47"/>
                    <a:pt x="125" y="4"/>
                  </a:cubicBezTo>
                  <a:cubicBezTo>
                    <a:pt x="125" y="9"/>
                    <a:pt x="125" y="9"/>
                    <a:pt x="125" y="9"/>
                  </a:cubicBezTo>
                  <a:cubicBezTo>
                    <a:pt x="125" y="9"/>
                    <a:pt x="78" y="59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90163" name="Freeform 275">
              <a:extLst>
                <a:ext uri="{FF2B5EF4-FFF2-40B4-BE49-F238E27FC236}">
                  <a16:creationId xmlns:a16="http://schemas.microsoft.com/office/drawing/2014/main" id="{47846B11-4BE3-4F37-B453-AB60303AA3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8" y="3875"/>
              <a:ext cx="34" cy="79"/>
            </a:xfrm>
            <a:custGeom>
              <a:avLst/>
              <a:gdLst>
                <a:gd name="T0" fmla="*/ 41 w 29"/>
                <a:gd name="T1" fmla="*/ 0 h 68"/>
                <a:gd name="T2" fmla="*/ 41 w 29"/>
                <a:gd name="T3" fmla="*/ 28 h 68"/>
                <a:gd name="T4" fmla="*/ 0 w 29"/>
                <a:gd name="T5" fmla="*/ 107 h 68"/>
                <a:gd name="T6" fmla="*/ 40 w 29"/>
                <a:gd name="T7" fmla="*/ 0 h 6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" h="68">
                  <a:moveTo>
                    <a:pt x="26" y="0"/>
                  </a:moveTo>
                  <a:cubicBezTo>
                    <a:pt x="26" y="0"/>
                    <a:pt x="29" y="10"/>
                    <a:pt x="26" y="18"/>
                  </a:cubicBezTo>
                  <a:cubicBezTo>
                    <a:pt x="23" y="25"/>
                    <a:pt x="3" y="56"/>
                    <a:pt x="0" y="68"/>
                  </a:cubicBezTo>
                  <a:cubicBezTo>
                    <a:pt x="0" y="68"/>
                    <a:pt x="17" y="14"/>
                    <a:pt x="25" y="0"/>
                  </a:cubicBezTo>
                </a:path>
              </a:pathLst>
            </a:custGeom>
            <a:solidFill>
              <a:srgbClr val="D1D9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90164" name="Freeform 276">
              <a:extLst>
                <a:ext uri="{FF2B5EF4-FFF2-40B4-BE49-F238E27FC236}">
                  <a16:creationId xmlns:a16="http://schemas.microsoft.com/office/drawing/2014/main" id="{F20FC187-BAB0-46FF-9578-358D39D294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3" y="3875"/>
              <a:ext cx="39" cy="124"/>
            </a:xfrm>
            <a:custGeom>
              <a:avLst/>
              <a:gdLst>
                <a:gd name="T0" fmla="*/ 0 w 34"/>
                <a:gd name="T1" fmla="*/ 167 h 107"/>
                <a:gd name="T2" fmla="*/ 24 w 34"/>
                <a:gd name="T3" fmla="*/ 92 h 107"/>
                <a:gd name="T4" fmla="*/ 52 w 34"/>
                <a:gd name="T5" fmla="*/ 29 h 107"/>
                <a:gd name="T6" fmla="*/ 0 w 34"/>
                <a:gd name="T7" fmla="*/ 167 h 10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" h="107">
                  <a:moveTo>
                    <a:pt x="0" y="107"/>
                  </a:moveTo>
                  <a:cubicBezTo>
                    <a:pt x="0" y="107"/>
                    <a:pt x="13" y="73"/>
                    <a:pt x="16" y="59"/>
                  </a:cubicBezTo>
                  <a:cubicBezTo>
                    <a:pt x="19" y="46"/>
                    <a:pt x="34" y="19"/>
                    <a:pt x="34" y="19"/>
                  </a:cubicBezTo>
                  <a:cubicBezTo>
                    <a:pt x="34" y="19"/>
                    <a:pt x="11" y="0"/>
                    <a:pt x="0" y="107"/>
                  </a:cubicBezTo>
                  <a:close/>
                </a:path>
              </a:pathLst>
            </a:custGeom>
            <a:solidFill>
              <a:srgbClr val="3E7F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90165" name="Freeform 277">
              <a:extLst>
                <a:ext uri="{FF2B5EF4-FFF2-40B4-BE49-F238E27FC236}">
                  <a16:creationId xmlns:a16="http://schemas.microsoft.com/office/drawing/2014/main" id="{8E3560D4-C3E8-4199-85C4-9514F1BD62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5" y="3790"/>
              <a:ext cx="14" cy="98"/>
            </a:xfrm>
            <a:custGeom>
              <a:avLst/>
              <a:gdLst>
                <a:gd name="T0" fmla="*/ 9 w 12"/>
                <a:gd name="T1" fmla="*/ 0 h 84"/>
                <a:gd name="T2" fmla="*/ 18 w 12"/>
                <a:gd name="T3" fmla="*/ 84 h 84"/>
                <a:gd name="T4" fmla="*/ 0 w 12"/>
                <a:gd name="T5" fmla="*/ 133 h 84"/>
                <a:gd name="T6" fmla="*/ 9 w 12"/>
                <a:gd name="T7" fmla="*/ 0 h 8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84">
                  <a:moveTo>
                    <a:pt x="6" y="0"/>
                  </a:moveTo>
                  <a:cubicBezTo>
                    <a:pt x="6" y="0"/>
                    <a:pt x="10" y="50"/>
                    <a:pt x="11" y="53"/>
                  </a:cubicBezTo>
                  <a:cubicBezTo>
                    <a:pt x="12" y="56"/>
                    <a:pt x="4" y="75"/>
                    <a:pt x="0" y="84"/>
                  </a:cubicBezTo>
                  <a:cubicBezTo>
                    <a:pt x="0" y="84"/>
                    <a:pt x="12" y="59"/>
                    <a:pt x="6" y="0"/>
                  </a:cubicBezTo>
                  <a:close/>
                </a:path>
              </a:pathLst>
            </a:custGeom>
            <a:solidFill>
              <a:srgbClr val="3E7F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90166" name="Freeform 278">
              <a:extLst>
                <a:ext uri="{FF2B5EF4-FFF2-40B4-BE49-F238E27FC236}">
                  <a16:creationId xmlns:a16="http://schemas.microsoft.com/office/drawing/2014/main" id="{BF21177F-0147-4DBF-A3B8-3E69F779D5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8" y="3972"/>
              <a:ext cx="151" cy="74"/>
            </a:xfrm>
            <a:custGeom>
              <a:avLst/>
              <a:gdLst>
                <a:gd name="T0" fmla="*/ 17 w 130"/>
                <a:gd name="T1" fmla="*/ 12 h 64"/>
                <a:gd name="T2" fmla="*/ 23 w 130"/>
                <a:gd name="T3" fmla="*/ 51 h 64"/>
                <a:gd name="T4" fmla="*/ 95 w 130"/>
                <a:gd name="T5" fmla="*/ 93 h 64"/>
                <a:gd name="T6" fmla="*/ 173 w 130"/>
                <a:gd name="T7" fmla="*/ 93 h 64"/>
                <a:gd name="T8" fmla="*/ 197 w 130"/>
                <a:gd name="T9" fmla="*/ 79 h 64"/>
                <a:gd name="T10" fmla="*/ 194 w 130"/>
                <a:gd name="T11" fmla="*/ 53 h 64"/>
                <a:gd name="T12" fmla="*/ 125 w 130"/>
                <a:gd name="T13" fmla="*/ 57 h 64"/>
                <a:gd name="T14" fmla="*/ 66 w 130"/>
                <a:gd name="T15" fmla="*/ 37 h 64"/>
                <a:gd name="T16" fmla="*/ 19 w 130"/>
                <a:gd name="T17" fmla="*/ 10 h 6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0" h="64">
                  <a:moveTo>
                    <a:pt x="11" y="8"/>
                  </a:moveTo>
                  <a:cubicBezTo>
                    <a:pt x="0" y="9"/>
                    <a:pt x="12" y="29"/>
                    <a:pt x="15" y="33"/>
                  </a:cubicBezTo>
                  <a:cubicBezTo>
                    <a:pt x="27" y="45"/>
                    <a:pt x="44" y="56"/>
                    <a:pt x="61" y="60"/>
                  </a:cubicBezTo>
                  <a:cubicBezTo>
                    <a:pt x="78" y="64"/>
                    <a:pt x="94" y="64"/>
                    <a:pt x="110" y="60"/>
                  </a:cubicBezTo>
                  <a:cubicBezTo>
                    <a:pt x="117" y="59"/>
                    <a:pt x="122" y="57"/>
                    <a:pt x="126" y="51"/>
                  </a:cubicBezTo>
                  <a:cubicBezTo>
                    <a:pt x="129" y="46"/>
                    <a:pt x="130" y="38"/>
                    <a:pt x="124" y="35"/>
                  </a:cubicBezTo>
                  <a:cubicBezTo>
                    <a:pt x="112" y="28"/>
                    <a:pt x="92" y="36"/>
                    <a:pt x="80" y="36"/>
                  </a:cubicBezTo>
                  <a:cubicBezTo>
                    <a:pt x="67" y="36"/>
                    <a:pt x="52" y="31"/>
                    <a:pt x="42" y="24"/>
                  </a:cubicBezTo>
                  <a:cubicBezTo>
                    <a:pt x="35" y="19"/>
                    <a:pt x="22" y="0"/>
                    <a:pt x="12" y="7"/>
                  </a:cubicBezTo>
                </a:path>
              </a:pathLst>
            </a:custGeom>
            <a:solidFill>
              <a:srgbClr val="9ED6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90167" name="Freeform 279">
              <a:extLst>
                <a:ext uri="{FF2B5EF4-FFF2-40B4-BE49-F238E27FC236}">
                  <a16:creationId xmlns:a16="http://schemas.microsoft.com/office/drawing/2014/main" id="{EA0E1835-42CC-4EC7-AC77-3BCD854F1C5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4" y="3796"/>
              <a:ext cx="48" cy="81"/>
            </a:xfrm>
            <a:custGeom>
              <a:avLst/>
              <a:gdLst>
                <a:gd name="T0" fmla="*/ 0 w 41"/>
                <a:gd name="T1" fmla="*/ 22 h 70"/>
                <a:gd name="T2" fmla="*/ 35 w 41"/>
                <a:gd name="T3" fmla="*/ 14 h 70"/>
                <a:gd name="T4" fmla="*/ 56 w 41"/>
                <a:gd name="T5" fmla="*/ 1 h 70"/>
                <a:gd name="T6" fmla="*/ 61 w 41"/>
                <a:gd name="T7" fmla="*/ 14 h 70"/>
                <a:gd name="T8" fmla="*/ 56 w 41"/>
                <a:gd name="T9" fmla="*/ 49 h 70"/>
                <a:gd name="T10" fmla="*/ 37 w 41"/>
                <a:gd name="T11" fmla="*/ 90 h 70"/>
                <a:gd name="T12" fmla="*/ 25 w 41"/>
                <a:gd name="T13" fmla="*/ 57 h 70"/>
                <a:gd name="T14" fmla="*/ 6 w 41"/>
                <a:gd name="T15" fmla="*/ 31 h 7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1" h="70">
                  <a:moveTo>
                    <a:pt x="0" y="14"/>
                  </a:moveTo>
                  <a:cubicBezTo>
                    <a:pt x="5" y="17"/>
                    <a:pt x="16" y="11"/>
                    <a:pt x="22" y="9"/>
                  </a:cubicBezTo>
                  <a:cubicBezTo>
                    <a:pt x="26" y="7"/>
                    <a:pt x="31" y="2"/>
                    <a:pt x="35" y="1"/>
                  </a:cubicBezTo>
                  <a:cubicBezTo>
                    <a:pt x="41" y="0"/>
                    <a:pt x="39" y="4"/>
                    <a:pt x="38" y="9"/>
                  </a:cubicBezTo>
                  <a:cubicBezTo>
                    <a:pt x="37" y="17"/>
                    <a:pt x="36" y="24"/>
                    <a:pt x="35" y="31"/>
                  </a:cubicBezTo>
                  <a:cubicBezTo>
                    <a:pt x="34" y="36"/>
                    <a:pt x="31" y="70"/>
                    <a:pt x="23" y="58"/>
                  </a:cubicBezTo>
                  <a:cubicBezTo>
                    <a:pt x="19" y="52"/>
                    <a:pt x="19" y="43"/>
                    <a:pt x="15" y="36"/>
                  </a:cubicBezTo>
                  <a:cubicBezTo>
                    <a:pt x="11" y="30"/>
                    <a:pt x="6" y="26"/>
                    <a:pt x="3" y="20"/>
                  </a:cubicBezTo>
                </a:path>
              </a:pathLst>
            </a:custGeom>
            <a:solidFill>
              <a:srgbClr val="9ED6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90168" name="Freeform 280">
              <a:extLst>
                <a:ext uri="{FF2B5EF4-FFF2-40B4-BE49-F238E27FC236}">
                  <a16:creationId xmlns:a16="http://schemas.microsoft.com/office/drawing/2014/main" id="{A9D0196C-D1E3-41E1-BF79-B0A61C2BBA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5" y="3762"/>
              <a:ext cx="94" cy="43"/>
            </a:xfrm>
            <a:custGeom>
              <a:avLst/>
              <a:gdLst>
                <a:gd name="T0" fmla="*/ 9 w 81"/>
                <a:gd name="T1" fmla="*/ 38 h 37"/>
                <a:gd name="T2" fmla="*/ 10 w 81"/>
                <a:gd name="T3" fmla="*/ 3 h 37"/>
                <a:gd name="T4" fmla="*/ 108 w 81"/>
                <a:gd name="T5" fmla="*/ 30 h 37"/>
                <a:gd name="T6" fmla="*/ 99 w 81"/>
                <a:gd name="T7" fmla="*/ 58 h 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1" h="37">
                  <a:moveTo>
                    <a:pt x="6" y="24"/>
                  </a:moveTo>
                  <a:cubicBezTo>
                    <a:pt x="3" y="16"/>
                    <a:pt x="0" y="5"/>
                    <a:pt x="7" y="3"/>
                  </a:cubicBezTo>
                  <a:cubicBezTo>
                    <a:pt x="18" y="0"/>
                    <a:pt x="50" y="21"/>
                    <a:pt x="69" y="19"/>
                  </a:cubicBezTo>
                  <a:cubicBezTo>
                    <a:pt x="81" y="17"/>
                    <a:pt x="72" y="28"/>
                    <a:pt x="63" y="37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90169" name="Freeform 281">
              <a:extLst>
                <a:ext uri="{FF2B5EF4-FFF2-40B4-BE49-F238E27FC236}">
                  <a16:creationId xmlns:a16="http://schemas.microsoft.com/office/drawing/2014/main" id="{84D03991-B65C-4D84-AB06-CCDF3D3DBD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8" y="3766"/>
              <a:ext cx="52" cy="17"/>
            </a:xfrm>
            <a:custGeom>
              <a:avLst/>
              <a:gdLst>
                <a:gd name="T0" fmla="*/ 7 w 44"/>
                <a:gd name="T1" fmla="*/ 19 h 15"/>
                <a:gd name="T2" fmla="*/ 8 w 44"/>
                <a:gd name="T3" fmla="*/ 3 h 15"/>
                <a:gd name="T4" fmla="*/ 25 w 44"/>
                <a:gd name="T5" fmla="*/ 8 h 15"/>
                <a:gd name="T6" fmla="*/ 72 w 44"/>
                <a:gd name="T7" fmla="*/ 22 h 15"/>
                <a:gd name="T8" fmla="*/ 33 w 44"/>
                <a:gd name="T9" fmla="*/ 16 h 15"/>
                <a:gd name="T10" fmla="*/ 7 w 44"/>
                <a:gd name="T11" fmla="*/ 11 h 1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4" h="15">
                  <a:moveTo>
                    <a:pt x="4" y="13"/>
                  </a:moveTo>
                  <a:cubicBezTo>
                    <a:pt x="0" y="11"/>
                    <a:pt x="2" y="5"/>
                    <a:pt x="5" y="3"/>
                  </a:cubicBezTo>
                  <a:cubicBezTo>
                    <a:pt x="9" y="0"/>
                    <a:pt x="12" y="3"/>
                    <a:pt x="15" y="5"/>
                  </a:cubicBezTo>
                  <a:cubicBezTo>
                    <a:pt x="24" y="9"/>
                    <a:pt x="36" y="10"/>
                    <a:pt x="44" y="15"/>
                  </a:cubicBezTo>
                  <a:cubicBezTo>
                    <a:pt x="36" y="15"/>
                    <a:pt x="27" y="14"/>
                    <a:pt x="20" y="11"/>
                  </a:cubicBezTo>
                  <a:cubicBezTo>
                    <a:pt x="16" y="9"/>
                    <a:pt x="7" y="4"/>
                    <a:pt x="4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90170" name="Freeform 282">
              <a:extLst>
                <a:ext uri="{FF2B5EF4-FFF2-40B4-BE49-F238E27FC236}">
                  <a16:creationId xmlns:a16="http://schemas.microsoft.com/office/drawing/2014/main" id="{558C4168-23B0-40EE-93AF-A74AFD3EDF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1" y="3790"/>
              <a:ext cx="68" cy="25"/>
            </a:xfrm>
            <a:custGeom>
              <a:avLst/>
              <a:gdLst>
                <a:gd name="T0" fmla="*/ 0 w 59"/>
                <a:gd name="T1" fmla="*/ 35 h 21"/>
                <a:gd name="T2" fmla="*/ 0 w 59"/>
                <a:gd name="T3" fmla="*/ 32 h 21"/>
                <a:gd name="T4" fmla="*/ 50 w 59"/>
                <a:gd name="T5" fmla="*/ 20 h 21"/>
                <a:gd name="T6" fmla="*/ 71 w 59"/>
                <a:gd name="T7" fmla="*/ 10 h 21"/>
                <a:gd name="T8" fmla="*/ 90 w 59"/>
                <a:gd name="T9" fmla="*/ 0 h 21"/>
                <a:gd name="T10" fmla="*/ 68 w 59"/>
                <a:gd name="T11" fmla="*/ 17 h 21"/>
                <a:gd name="T12" fmla="*/ 41 w 59"/>
                <a:gd name="T13" fmla="*/ 30 h 21"/>
                <a:gd name="T14" fmla="*/ 1 w 59"/>
                <a:gd name="T15" fmla="*/ 36 h 2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9" h="21">
                  <a:moveTo>
                    <a:pt x="0" y="20"/>
                  </a:moveTo>
                  <a:cubicBezTo>
                    <a:pt x="0" y="20"/>
                    <a:pt x="0" y="20"/>
                    <a:pt x="0" y="19"/>
                  </a:cubicBezTo>
                  <a:cubicBezTo>
                    <a:pt x="11" y="20"/>
                    <a:pt x="21" y="16"/>
                    <a:pt x="32" y="12"/>
                  </a:cubicBezTo>
                  <a:cubicBezTo>
                    <a:pt x="38" y="11"/>
                    <a:pt x="42" y="8"/>
                    <a:pt x="47" y="6"/>
                  </a:cubicBezTo>
                  <a:cubicBezTo>
                    <a:pt x="51" y="4"/>
                    <a:pt x="56" y="1"/>
                    <a:pt x="59" y="0"/>
                  </a:cubicBezTo>
                  <a:cubicBezTo>
                    <a:pt x="57" y="6"/>
                    <a:pt x="49" y="8"/>
                    <a:pt x="44" y="10"/>
                  </a:cubicBezTo>
                  <a:cubicBezTo>
                    <a:pt x="39" y="13"/>
                    <a:pt x="33" y="16"/>
                    <a:pt x="27" y="18"/>
                  </a:cubicBezTo>
                  <a:cubicBezTo>
                    <a:pt x="19" y="21"/>
                    <a:pt x="10" y="20"/>
                    <a:pt x="1" y="2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90171" name="Freeform 283">
              <a:extLst>
                <a:ext uri="{FF2B5EF4-FFF2-40B4-BE49-F238E27FC236}">
                  <a16:creationId xmlns:a16="http://schemas.microsoft.com/office/drawing/2014/main" id="{7BF81F8A-87D3-4A32-9394-3BD45A2224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7" y="3815"/>
              <a:ext cx="24" cy="78"/>
            </a:xfrm>
            <a:custGeom>
              <a:avLst/>
              <a:gdLst>
                <a:gd name="T0" fmla="*/ 19 w 21"/>
                <a:gd name="T1" fmla="*/ 1 h 68"/>
                <a:gd name="T2" fmla="*/ 22 w 21"/>
                <a:gd name="T3" fmla="*/ 3 h 68"/>
                <a:gd name="T4" fmla="*/ 27 w 21"/>
                <a:gd name="T5" fmla="*/ 13 h 68"/>
                <a:gd name="T6" fmla="*/ 25 w 21"/>
                <a:gd name="T7" fmla="*/ 28 h 68"/>
                <a:gd name="T8" fmla="*/ 18 w 21"/>
                <a:gd name="T9" fmla="*/ 37 h 68"/>
                <a:gd name="T10" fmla="*/ 19 w 21"/>
                <a:gd name="T11" fmla="*/ 45 h 68"/>
                <a:gd name="T12" fmla="*/ 18 w 21"/>
                <a:gd name="T13" fmla="*/ 60 h 68"/>
                <a:gd name="T14" fmla="*/ 9 w 21"/>
                <a:gd name="T15" fmla="*/ 71 h 68"/>
                <a:gd name="T16" fmla="*/ 8 w 21"/>
                <a:gd name="T17" fmla="*/ 84 h 68"/>
                <a:gd name="T18" fmla="*/ 0 w 21"/>
                <a:gd name="T19" fmla="*/ 102 h 68"/>
                <a:gd name="T20" fmla="*/ 10 w 21"/>
                <a:gd name="T21" fmla="*/ 75 h 68"/>
                <a:gd name="T22" fmla="*/ 17 w 21"/>
                <a:gd name="T23" fmla="*/ 65 h 68"/>
                <a:gd name="T24" fmla="*/ 21 w 21"/>
                <a:gd name="T25" fmla="*/ 52 h 68"/>
                <a:gd name="T26" fmla="*/ 21 w 21"/>
                <a:gd name="T27" fmla="*/ 41 h 68"/>
                <a:gd name="T28" fmla="*/ 29 w 21"/>
                <a:gd name="T29" fmla="*/ 28 h 68"/>
                <a:gd name="T30" fmla="*/ 29 w 21"/>
                <a:gd name="T31" fmla="*/ 13 h 68"/>
                <a:gd name="T32" fmla="*/ 21 w 21"/>
                <a:gd name="T33" fmla="*/ 1 h 6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21" h="68">
                  <a:moveTo>
                    <a:pt x="13" y="1"/>
                  </a:moveTo>
                  <a:cubicBezTo>
                    <a:pt x="13" y="0"/>
                    <a:pt x="15" y="2"/>
                    <a:pt x="15" y="3"/>
                  </a:cubicBezTo>
                  <a:cubicBezTo>
                    <a:pt x="17" y="5"/>
                    <a:pt x="18" y="7"/>
                    <a:pt x="18" y="9"/>
                  </a:cubicBezTo>
                  <a:cubicBezTo>
                    <a:pt x="19" y="12"/>
                    <a:pt x="18" y="16"/>
                    <a:pt x="17" y="18"/>
                  </a:cubicBezTo>
                  <a:cubicBezTo>
                    <a:pt x="16" y="21"/>
                    <a:pt x="13" y="21"/>
                    <a:pt x="12" y="24"/>
                  </a:cubicBezTo>
                  <a:cubicBezTo>
                    <a:pt x="11" y="25"/>
                    <a:pt x="13" y="28"/>
                    <a:pt x="13" y="30"/>
                  </a:cubicBezTo>
                  <a:cubicBezTo>
                    <a:pt x="13" y="33"/>
                    <a:pt x="13" y="36"/>
                    <a:pt x="12" y="39"/>
                  </a:cubicBezTo>
                  <a:cubicBezTo>
                    <a:pt x="11" y="42"/>
                    <a:pt x="8" y="44"/>
                    <a:pt x="6" y="47"/>
                  </a:cubicBezTo>
                  <a:cubicBezTo>
                    <a:pt x="4" y="50"/>
                    <a:pt x="5" y="53"/>
                    <a:pt x="5" y="56"/>
                  </a:cubicBezTo>
                  <a:cubicBezTo>
                    <a:pt x="4" y="60"/>
                    <a:pt x="2" y="64"/>
                    <a:pt x="0" y="68"/>
                  </a:cubicBezTo>
                  <a:cubicBezTo>
                    <a:pt x="6" y="63"/>
                    <a:pt x="5" y="58"/>
                    <a:pt x="7" y="50"/>
                  </a:cubicBezTo>
                  <a:cubicBezTo>
                    <a:pt x="7" y="47"/>
                    <a:pt x="8" y="46"/>
                    <a:pt x="11" y="44"/>
                  </a:cubicBezTo>
                  <a:cubicBezTo>
                    <a:pt x="13" y="41"/>
                    <a:pt x="14" y="38"/>
                    <a:pt x="14" y="34"/>
                  </a:cubicBezTo>
                  <a:cubicBezTo>
                    <a:pt x="14" y="32"/>
                    <a:pt x="14" y="29"/>
                    <a:pt x="14" y="27"/>
                  </a:cubicBezTo>
                  <a:cubicBezTo>
                    <a:pt x="15" y="23"/>
                    <a:pt x="18" y="21"/>
                    <a:pt x="19" y="18"/>
                  </a:cubicBezTo>
                  <a:cubicBezTo>
                    <a:pt x="21" y="15"/>
                    <a:pt x="20" y="12"/>
                    <a:pt x="19" y="9"/>
                  </a:cubicBezTo>
                  <a:cubicBezTo>
                    <a:pt x="18" y="6"/>
                    <a:pt x="14" y="4"/>
                    <a:pt x="14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90172" name="Freeform 284">
              <a:extLst>
                <a:ext uri="{FF2B5EF4-FFF2-40B4-BE49-F238E27FC236}">
                  <a16:creationId xmlns:a16="http://schemas.microsoft.com/office/drawing/2014/main" id="{F1655843-35AF-4052-B3BC-2A5B856140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6" y="3907"/>
              <a:ext cx="39" cy="62"/>
            </a:xfrm>
            <a:custGeom>
              <a:avLst/>
              <a:gdLst>
                <a:gd name="T0" fmla="*/ 47 w 33"/>
                <a:gd name="T1" fmla="*/ 0 h 53"/>
                <a:gd name="T2" fmla="*/ 45 w 33"/>
                <a:gd name="T3" fmla="*/ 16 h 53"/>
                <a:gd name="T4" fmla="*/ 38 w 33"/>
                <a:gd name="T5" fmla="*/ 25 h 53"/>
                <a:gd name="T6" fmla="*/ 44 w 33"/>
                <a:gd name="T7" fmla="*/ 40 h 53"/>
                <a:gd name="T8" fmla="*/ 41 w 33"/>
                <a:gd name="T9" fmla="*/ 56 h 53"/>
                <a:gd name="T10" fmla="*/ 25 w 33"/>
                <a:gd name="T11" fmla="*/ 73 h 53"/>
                <a:gd name="T12" fmla="*/ 0 w 33"/>
                <a:gd name="T13" fmla="*/ 78 h 53"/>
                <a:gd name="T14" fmla="*/ 25 w 33"/>
                <a:gd name="T15" fmla="*/ 74 h 53"/>
                <a:gd name="T16" fmla="*/ 46 w 33"/>
                <a:gd name="T17" fmla="*/ 57 h 53"/>
                <a:gd name="T18" fmla="*/ 45 w 33"/>
                <a:gd name="T19" fmla="*/ 41 h 53"/>
                <a:gd name="T20" fmla="*/ 41 w 33"/>
                <a:gd name="T21" fmla="*/ 27 h 53"/>
                <a:gd name="T22" fmla="*/ 48 w 33"/>
                <a:gd name="T23" fmla="*/ 1 h 5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3" h="53">
                  <a:moveTo>
                    <a:pt x="29" y="0"/>
                  </a:moveTo>
                  <a:cubicBezTo>
                    <a:pt x="31" y="3"/>
                    <a:pt x="29" y="7"/>
                    <a:pt x="27" y="10"/>
                  </a:cubicBezTo>
                  <a:cubicBezTo>
                    <a:pt x="26" y="12"/>
                    <a:pt x="24" y="13"/>
                    <a:pt x="23" y="15"/>
                  </a:cubicBezTo>
                  <a:cubicBezTo>
                    <a:pt x="23" y="18"/>
                    <a:pt x="25" y="22"/>
                    <a:pt x="26" y="25"/>
                  </a:cubicBezTo>
                  <a:cubicBezTo>
                    <a:pt x="27" y="28"/>
                    <a:pt x="26" y="32"/>
                    <a:pt x="25" y="35"/>
                  </a:cubicBezTo>
                  <a:cubicBezTo>
                    <a:pt x="24" y="40"/>
                    <a:pt x="19" y="41"/>
                    <a:pt x="15" y="45"/>
                  </a:cubicBezTo>
                  <a:cubicBezTo>
                    <a:pt x="10" y="49"/>
                    <a:pt x="6" y="50"/>
                    <a:pt x="0" y="49"/>
                  </a:cubicBezTo>
                  <a:cubicBezTo>
                    <a:pt x="6" y="53"/>
                    <a:pt x="10" y="51"/>
                    <a:pt x="15" y="46"/>
                  </a:cubicBezTo>
                  <a:cubicBezTo>
                    <a:pt x="19" y="43"/>
                    <a:pt x="27" y="41"/>
                    <a:pt x="28" y="36"/>
                  </a:cubicBezTo>
                  <a:cubicBezTo>
                    <a:pt x="29" y="33"/>
                    <a:pt x="28" y="29"/>
                    <a:pt x="27" y="26"/>
                  </a:cubicBezTo>
                  <a:cubicBezTo>
                    <a:pt x="27" y="23"/>
                    <a:pt x="24" y="20"/>
                    <a:pt x="25" y="17"/>
                  </a:cubicBezTo>
                  <a:cubicBezTo>
                    <a:pt x="25" y="11"/>
                    <a:pt x="33" y="8"/>
                    <a:pt x="3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90173" name="Freeform 285">
              <a:extLst>
                <a:ext uri="{FF2B5EF4-FFF2-40B4-BE49-F238E27FC236}">
                  <a16:creationId xmlns:a16="http://schemas.microsoft.com/office/drawing/2014/main" id="{2B327E54-1EF7-442E-B809-9914597DFF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5" y="3881"/>
              <a:ext cx="44" cy="83"/>
            </a:xfrm>
            <a:custGeom>
              <a:avLst/>
              <a:gdLst>
                <a:gd name="T0" fmla="*/ 59 w 38"/>
                <a:gd name="T1" fmla="*/ 106 h 72"/>
                <a:gd name="T2" fmla="*/ 29 w 38"/>
                <a:gd name="T3" fmla="*/ 103 h 72"/>
                <a:gd name="T4" fmla="*/ 8 w 38"/>
                <a:gd name="T5" fmla="*/ 89 h 72"/>
                <a:gd name="T6" fmla="*/ 9 w 38"/>
                <a:gd name="T7" fmla="*/ 52 h 72"/>
                <a:gd name="T8" fmla="*/ 19 w 38"/>
                <a:gd name="T9" fmla="*/ 42 h 72"/>
                <a:gd name="T10" fmla="*/ 19 w 38"/>
                <a:gd name="T11" fmla="*/ 23 h 72"/>
                <a:gd name="T12" fmla="*/ 32 w 38"/>
                <a:gd name="T13" fmla="*/ 0 h 72"/>
                <a:gd name="T14" fmla="*/ 16 w 38"/>
                <a:gd name="T15" fmla="*/ 27 h 72"/>
                <a:gd name="T16" fmla="*/ 16 w 38"/>
                <a:gd name="T17" fmla="*/ 42 h 72"/>
                <a:gd name="T18" fmla="*/ 7 w 38"/>
                <a:gd name="T19" fmla="*/ 58 h 72"/>
                <a:gd name="T20" fmla="*/ 10 w 38"/>
                <a:gd name="T21" fmla="*/ 95 h 72"/>
                <a:gd name="T22" fmla="*/ 51 w 38"/>
                <a:gd name="T23" fmla="*/ 106 h 72"/>
                <a:gd name="T24" fmla="*/ 57 w 38"/>
                <a:gd name="T25" fmla="*/ 107 h 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8" h="72">
                  <a:moveTo>
                    <a:pt x="38" y="69"/>
                  </a:moveTo>
                  <a:cubicBezTo>
                    <a:pt x="34" y="72"/>
                    <a:pt x="23" y="68"/>
                    <a:pt x="19" y="67"/>
                  </a:cubicBezTo>
                  <a:cubicBezTo>
                    <a:pt x="14" y="65"/>
                    <a:pt x="8" y="63"/>
                    <a:pt x="5" y="58"/>
                  </a:cubicBezTo>
                  <a:cubicBezTo>
                    <a:pt x="1" y="52"/>
                    <a:pt x="0" y="40"/>
                    <a:pt x="6" y="34"/>
                  </a:cubicBezTo>
                  <a:cubicBezTo>
                    <a:pt x="8" y="31"/>
                    <a:pt x="11" y="31"/>
                    <a:pt x="12" y="27"/>
                  </a:cubicBezTo>
                  <a:cubicBezTo>
                    <a:pt x="12" y="23"/>
                    <a:pt x="11" y="19"/>
                    <a:pt x="12" y="15"/>
                  </a:cubicBezTo>
                  <a:cubicBezTo>
                    <a:pt x="14" y="10"/>
                    <a:pt x="22" y="5"/>
                    <a:pt x="21" y="0"/>
                  </a:cubicBezTo>
                  <a:cubicBezTo>
                    <a:pt x="18" y="6"/>
                    <a:pt x="11" y="10"/>
                    <a:pt x="10" y="17"/>
                  </a:cubicBezTo>
                  <a:cubicBezTo>
                    <a:pt x="10" y="21"/>
                    <a:pt x="11" y="24"/>
                    <a:pt x="10" y="27"/>
                  </a:cubicBezTo>
                  <a:cubicBezTo>
                    <a:pt x="9" y="31"/>
                    <a:pt x="6" y="33"/>
                    <a:pt x="4" y="37"/>
                  </a:cubicBezTo>
                  <a:cubicBezTo>
                    <a:pt x="0" y="44"/>
                    <a:pt x="2" y="55"/>
                    <a:pt x="7" y="62"/>
                  </a:cubicBezTo>
                  <a:cubicBezTo>
                    <a:pt x="12" y="69"/>
                    <a:pt x="25" y="66"/>
                    <a:pt x="33" y="69"/>
                  </a:cubicBezTo>
                  <a:cubicBezTo>
                    <a:pt x="34" y="69"/>
                    <a:pt x="35" y="69"/>
                    <a:pt x="36" y="7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90174" name="Freeform 286">
              <a:extLst>
                <a:ext uri="{FF2B5EF4-FFF2-40B4-BE49-F238E27FC236}">
                  <a16:creationId xmlns:a16="http://schemas.microsoft.com/office/drawing/2014/main" id="{493FA8D0-676A-4D8B-9DE7-BB48B26F9B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4" y="3762"/>
              <a:ext cx="109" cy="55"/>
            </a:xfrm>
            <a:custGeom>
              <a:avLst/>
              <a:gdLst>
                <a:gd name="T0" fmla="*/ 121 w 94"/>
                <a:gd name="T1" fmla="*/ 54 h 47"/>
                <a:gd name="T2" fmla="*/ 128 w 94"/>
                <a:gd name="T3" fmla="*/ 6 h 47"/>
                <a:gd name="T4" fmla="*/ 31 w 94"/>
                <a:gd name="T5" fmla="*/ 30 h 47"/>
                <a:gd name="T6" fmla="*/ 58 w 94"/>
                <a:gd name="T7" fmla="*/ 75 h 47"/>
                <a:gd name="T8" fmla="*/ 121 w 94"/>
                <a:gd name="T9" fmla="*/ 54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4" h="47">
                  <a:moveTo>
                    <a:pt x="78" y="33"/>
                  </a:moveTo>
                  <a:cubicBezTo>
                    <a:pt x="78" y="33"/>
                    <a:pt x="94" y="6"/>
                    <a:pt x="82" y="3"/>
                  </a:cubicBezTo>
                  <a:cubicBezTo>
                    <a:pt x="71" y="0"/>
                    <a:pt x="39" y="21"/>
                    <a:pt x="20" y="19"/>
                  </a:cubicBezTo>
                  <a:cubicBezTo>
                    <a:pt x="0" y="16"/>
                    <a:pt x="37" y="47"/>
                    <a:pt x="37" y="47"/>
                  </a:cubicBezTo>
                  <a:lnTo>
                    <a:pt x="78" y="33"/>
                  </a:lnTo>
                  <a:close/>
                </a:path>
              </a:pathLst>
            </a:custGeom>
            <a:solidFill>
              <a:srgbClr val="74CA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90175" name="Freeform 287">
              <a:extLst>
                <a:ext uri="{FF2B5EF4-FFF2-40B4-BE49-F238E27FC236}">
                  <a16:creationId xmlns:a16="http://schemas.microsoft.com/office/drawing/2014/main" id="{D56F3240-3F1B-48AB-8138-F153C46B5F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7" y="3783"/>
              <a:ext cx="269" cy="310"/>
            </a:xfrm>
            <a:custGeom>
              <a:avLst/>
              <a:gdLst>
                <a:gd name="T0" fmla="*/ 194 w 232"/>
                <a:gd name="T1" fmla="*/ 0 h 267"/>
                <a:gd name="T2" fmla="*/ 16 w 232"/>
                <a:gd name="T3" fmla="*/ 0 h 267"/>
                <a:gd name="T4" fmla="*/ 9 w 232"/>
                <a:gd name="T5" fmla="*/ 86 h 267"/>
                <a:gd name="T6" fmla="*/ 2 w 232"/>
                <a:gd name="T7" fmla="*/ 135 h 267"/>
                <a:gd name="T8" fmla="*/ 19 w 232"/>
                <a:gd name="T9" fmla="*/ 178 h 267"/>
                <a:gd name="T10" fmla="*/ 52 w 232"/>
                <a:gd name="T11" fmla="*/ 265 h 267"/>
                <a:gd name="T12" fmla="*/ 208 w 232"/>
                <a:gd name="T13" fmla="*/ 396 h 267"/>
                <a:gd name="T14" fmla="*/ 329 w 232"/>
                <a:gd name="T15" fmla="*/ 251 h 267"/>
                <a:gd name="T16" fmla="*/ 284 w 232"/>
                <a:gd name="T17" fmla="*/ 194 h 267"/>
                <a:gd name="T18" fmla="*/ 194 w 232"/>
                <a:gd name="T19" fmla="*/ 0 h 26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32" h="267">
                  <a:moveTo>
                    <a:pt x="124" y="0"/>
                  </a:moveTo>
                  <a:cubicBezTo>
                    <a:pt x="124" y="0"/>
                    <a:pt x="70" y="45"/>
                    <a:pt x="10" y="0"/>
                  </a:cubicBezTo>
                  <a:cubicBezTo>
                    <a:pt x="10" y="0"/>
                    <a:pt x="7" y="32"/>
                    <a:pt x="6" y="55"/>
                  </a:cubicBezTo>
                  <a:cubicBezTo>
                    <a:pt x="2" y="86"/>
                    <a:pt x="2" y="86"/>
                    <a:pt x="2" y="86"/>
                  </a:cubicBezTo>
                  <a:cubicBezTo>
                    <a:pt x="2" y="86"/>
                    <a:pt x="0" y="100"/>
                    <a:pt x="12" y="114"/>
                  </a:cubicBezTo>
                  <a:cubicBezTo>
                    <a:pt x="23" y="127"/>
                    <a:pt x="33" y="155"/>
                    <a:pt x="34" y="169"/>
                  </a:cubicBezTo>
                  <a:cubicBezTo>
                    <a:pt x="35" y="182"/>
                    <a:pt x="56" y="267"/>
                    <a:pt x="133" y="253"/>
                  </a:cubicBezTo>
                  <a:cubicBezTo>
                    <a:pt x="210" y="239"/>
                    <a:pt x="232" y="187"/>
                    <a:pt x="211" y="160"/>
                  </a:cubicBezTo>
                  <a:cubicBezTo>
                    <a:pt x="191" y="134"/>
                    <a:pt x="182" y="124"/>
                    <a:pt x="182" y="124"/>
                  </a:cubicBezTo>
                  <a:cubicBezTo>
                    <a:pt x="182" y="124"/>
                    <a:pt x="135" y="12"/>
                    <a:pt x="124" y="0"/>
                  </a:cubicBezTo>
                  <a:close/>
                </a:path>
              </a:pathLst>
            </a:custGeom>
            <a:solidFill>
              <a:srgbClr val="84CD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90176" name="Freeform 288">
              <a:extLst>
                <a:ext uri="{FF2B5EF4-FFF2-40B4-BE49-F238E27FC236}">
                  <a16:creationId xmlns:a16="http://schemas.microsoft.com/office/drawing/2014/main" id="{781D310A-12EB-4CDC-AA48-3AB7ADD71B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7" y="3852"/>
              <a:ext cx="261" cy="241"/>
            </a:xfrm>
            <a:custGeom>
              <a:avLst/>
              <a:gdLst>
                <a:gd name="T0" fmla="*/ 8 w 225"/>
                <a:gd name="T1" fmla="*/ 0 h 208"/>
                <a:gd name="T2" fmla="*/ 2 w 225"/>
                <a:gd name="T3" fmla="*/ 43 h 208"/>
                <a:gd name="T4" fmla="*/ 19 w 225"/>
                <a:gd name="T5" fmla="*/ 86 h 208"/>
                <a:gd name="T6" fmla="*/ 52 w 225"/>
                <a:gd name="T7" fmla="*/ 170 h 208"/>
                <a:gd name="T8" fmla="*/ 208 w 225"/>
                <a:gd name="T9" fmla="*/ 302 h 208"/>
                <a:gd name="T10" fmla="*/ 340 w 225"/>
                <a:gd name="T11" fmla="*/ 184 h 208"/>
                <a:gd name="T12" fmla="*/ 217 w 225"/>
                <a:gd name="T13" fmla="*/ 277 h 208"/>
                <a:gd name="T14" fmla="*/ 82 w 225"/>
                <a:gd name="T15" fmla="*/ 198 h 208"/>
                <a:gd name="T16" fmla="*/ 31 w 225"/>
                <a:gd name="T17" fmla="*/ 66 h 208"/>
                <a:gd name="T18" fmla="*/ 8 w 225"/>
                <a:gd name="T19" fmla="*/ 0 h 20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25" h="208">
                  <a:moveTo>
                    <a:pt x="5" y="0"/>
                  </a:moveTo>
                  <a:cubicBezTo>
                    <a:pt x="2" y="28"/>
                    <a:pt x="2" y="28"/>
                    <a:pt x="2" y="28"/>
                  </a:cubicBezTo>
                  <a:cubicBezTo>
                    <a:pt x="2" y="28"/>
                    <a:pt x="0" y="41"/>
                    <a:pt x="12" y="55"/>
                  </a:cubicBezTo>
                  <a:cubicBezTo>
                    <a:pt x="23" y="69"/>
                    <a:pt x="33" y="96"/>
                    <a:pt x="34" y="110"/>
                  </a:cubicBezTo>
                  <a:cubicBezTo>
                    <a:pt x="35" y="124"/>
                    <a:pt x="56" y="208"/>
                    <a:pt x="133" y="194"/>
                  </a:cubicBezTo>
                  <a:cubicBezTo>
                    <a:pt x="196" y="183"/>
                    <a:pt x="222" y="146"/>
                    <a:pt x="218" y="118"/>
                  </a:cubicBezTo>
                  <a:cubicBezTo>
                    <a:pt x="218" y="118"/>
                    <a:pt x="225" y="166"/>
                    <a:pt x="139" y="178"/>
                  </a:cubicBezTo>
                  <a:cubicBezTo>
                    <a:pt x="87" y="186"/>
                    <a:pt x="67" y="168"/>
                    <a:pt x="53" y="128"/>
                  </a:cubicBezTo>
                  <a:cubicBezTo>
                    <a:pt x="38" y="88"/>
                    <a:pt x="27" y="51"/>
                    <a:pt x="20" y="42"/>
                  </a:cubicBezTo>
                  <a:cubicBezTo>
                    <a:pt x="13" y="34"/>
                    <a:pt x="5" y="0"/>
                    <a:pt x="5" y="0"/>
                  </a:cubicBezTo>
                  <a:close/>
                </a:path>
              </a:pathLst>
            </a:custGeom>
            <a:solidFill>
              <a:srgbClr val="EAF4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90177" name="Freeform 289">
              <a:extLst>
                <a:ext uri="{FF2B5EF4-FFF2-40B4-BE49-F238E27FC236}">
                  <a16:creationId xmlns:a16="http://schemas.microsoft.com/office/drawing/2014/main" id="{48428728-1BC9-42CC-8964-FEDBFDF0757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9" y="3797"/>
              <a:ext cx="91" cy="166"/>
            </a:xfrm>
            <a:custGeom>
              <a:avLst/>
              <a:gdLst>
                <a:gd name="T0" fmla="*/ 9 w 79"/>
                <a:gd name="T1" fmla="*/ 16 h 143"/>
                <a:gd name="T2" fmla="*/ 0 w 79"/>
                <a:gd name="T3" fmla="*/ 16 h 143"/>
                <a:gd name="T4" fmla="*/ 52 w 79"/>
                <a:gd name="T5" fmla="*/ 171 h 143"/>
                <a:gd name="T6" fmla="*/ 62 w 79"/>
                <a:gd name="T7" fmla="*/ 210 h 143"/>
                <a:gd name="T8" fmla="*/ 121 w 79"/>
                <a:gd name="T9" fmla="*/ 194 h 143"/>
                <a:gd name="T10" fmla="*/ 105 w 79"/>
                <a:gd name="T11" fmla="*/ 153 h 143"/>
                <a:gd name="T12" fmla="*/ 51 w 79"/>
                <a:gd name="T13" fmla="*/ 0 h 143"/>
                <a:gd name="T14" fmla="*/ 43 w 79"/>
                <a:gd name="T15" fmla="*/ 8 h 143"/>
                <a:gd name="T16" fmla="*/ 108 w 79"/>
                <a:gd name="T17" fmla="*/ 187 h 143"/>
                <a:gd name="T18" fmla="*/ 69 w 79"/>
                <a:gd name="T19" fmla="*/ 199 h 143"/>
                <a:gd name="T20" fmla="*/ 9 w 79"/>
                <a:gd name="T21" fmla="*/ 16 h 14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9" h="143">
                  <a:moveTo>
                    <a:pt x="6" y="10"/>
                  </a:moveTo>
                  <a:cubicBezTo>
                    <a:pt x="1" y="11"/>
                    <a:pt x="0" y="10"/>
                    <a:pt x="0" y="10"/>
                  </a:cubicBezTo>
                  <a:cubicBezTo>
                    <a:pt x="34" y="109"/>
                    <a:pt x="34" y="109"/>
                    <a:pt x="34" y="109"/>
                  </a:cubicBezTo>
                  <a:cubicBezTo>
                    <a:pt x="41" y="134"/>
                    <a:pt x="41" y="134"/>
                    <a:pt x="41" y="134"/>
                  </a:cubicBezTo>
                  <a:cubicBezTo>
                    <a:pt x="61" y="143"/>
                    <a:pt x="79" y="124"/>
                    <a:pt x="79" y="124"/>
                  </a:cubicBezTo>
                  <a:cubicBezTo>
                    <a:pt x="75" y="121"/>
                    <a:pt x="72" y="106"/>
                    <a:pt x="69" y="98"/>
                  </a:cubicBezTo>
                  <a:cubicBezTo>
                    <a:pt x="66" y="89"/>
                    <a:pt x="33" y="0"/>
                    <a:pt x="33" y="0"/>
                  </a:cubicBezTo>
                  <a:cubicBezTo>
                    <a:pt x="32" y="2"/>
                    <a:pt x="30" y="4"/>
                    <a:pt x="28" y="5"/>
                  </a:cubicBezTo>
                  <a:cubicBezTo>
                    <a:pt x="71" y="120"/>
                    <a:pt x="71" y="120"/>
                    <a:pt x="71" y="120"/>
                  </a:cubicBezTo>
                  <a:cubicBezTo>
                    <a:pt x="71" y="120"/>
                    <a:pt x="55" y="131"/>
                    <a:pt x="45" y="127"/>
                  </a:cubicBezTo>
                  <a:lnTo>
                    <a:pt x="6" y="10"/>
                  </a:lnTo>
                  <a:close/>
                </a:path>
              </a:pathLst>
            </a:custGeom>
            <a:solidFill>
              <a:srgbClr val="3E7F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90178" name="Freeform 290">
              <a:extLst>
                <a:ext uri="{FF2B5EF4-FFF2-40B4-BE49-F238E27FC236}">
                  <a16:creationId xmlns:a16="http://schemas.microsoft.com/office/drawing/2014/main" id="{26A085A9-63E0-4A1F-9868-A8AA5513E0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7" y="3806"/>
              <a:ext cx="9" cy="10"/>
            </a:xfrm>
            <a:custGeom>
              <a:avLst/>
              <a:gdLst>
                <a:gd name="T0" fmla="*/ 1 w 7"/>
                <a:gd name="T1" fmla="*/ 0 h 8"/>
                <a:gd name="T2" fmla="*/ 0 w 7"/>
                <a:gd name="T3" fmla="*/ 16 h 8"/>
                <a:gd name="T4" fmla="*/ 13 w 7"/>
                <a:gd name="T5" fmla="*/ 10 h 8"/>
                <a:gd name="T6" fmla="*/ 5 w 7"/>
                <a:gd name="T7" fmla="*/ 0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8">
                  <a:moveTo>
                    <a:pt x="1" y="0"/>
                  </a:moveTo>
                  <a:cubicBezTo>
                    <a:pt x="5" y="1"/>
                    <a:pt x="2" y="6"/>
                    <a:pt x="0" y="8"/>
                  </a:cubicBezTo>
                  <a:cubicBezTo>
                    <a:pt x="1" y="7"/>
                    <a:pt x="5" y="6"/>
                    <a:pt x="6" y="5"/>
                  </a:cubicBezTo>
                  <a:cubicBezTo>
                    <a:pt x="7" y="2"/>
                    <a:pt x="4" y="0"/>
                    <a:pt x="2" y="0"/>
                  </a:cubicBezTo>
                </a:path>
              </a:pathLst>
            </a:custGeom>
            <a:solidFill>
              <a:srgbClr val="3E7F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90179" name="Freeform 291">
              <a:extLst>
                <a:ext uri="{FF2B5EF4-FFF2-40B4-BE49-F238E27FC236}">
                  <a16:creationId xmlns:a16="http://schemas.microsoft.com/office/drawing/2014/main" id="{B5AA67F4-A175-4B49-B5DE-981BFB58E7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6" y="3832"/>
              <a:ext cx="10" cy="9"/>
            </a:xfrm>
            <a:custGeom>
              <a:avLst/>
              <a:gdLst>
                <a:gd name="T0" fmla="*/ 0 w 9"/>
                <a:gd name="T1" fmla="*/ 1 h 8"/>
                <a:gd name="T2" fmla="*/ 4 w 9"/>
                <a:gd name="T3" fmla="*/ 2 h 8"/>
                <a:gd name="T4" fmla="*/ 3 w 9"/>
                <a:gd name="T5" fmla="*/ 11 h 8"/>
                <a:gd name="T6" fmla="*/ 2 w 9"/>
                <a:gd name="T7" fmla="*/ 0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8">
                  <a:moveTo>
                    <a:pt x="0" y="1"/>
                  </a:moveTo>
                  <a:cubicBezTo>
                    <a:pt x="1" y="0"/>
                    <a:pt x="3" y="1"/>
                    <a:pt x="4" y="2"/>
                  </a:cubicBezTo>
                  <a:cubicBezTo>
                    <a:pt x="6" y="4"/>
                    <a:pt x="4" y="7"/>
                    <a:pt x="3" y="8"/>
                  </a:cubicBezTo>
                  <a:cubicBezTo>
                    <a:pt x="5" y="5"/>
                    <a:pt x="9" y="0"/>
                    <a:pt x="2" y="0"/>
                  </a:cubicBezTo>
                </a:path>
              </a:pathLst>
            </a:custGeom>
            <a:solidFill>
              <a:srgbClr val="3E7F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90180" name="Freeform 292">
              <a:extLst>
                <a:ext uri="{FF2B5EF4-FFF2-40B4-BE49-F238E27FC236}">
                  <a16:creationId xmlns:a16="http://schemas.microsoft.com/office/drawing/2014/main" id="{60A9B72A-9EFA-436A-8089-F8AF2B27D3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0" y="3864"/>
              <a:ext cx="8" cy="12"/>
            </a:xfrm>
            <a:custGeom>
              <a:avLst/>
              <a:gdLst>
                <a:gd name="T0" fmla="*/ 0 w 7"/>
                <a:gd name="T1" fmla="*/ 0 h 10"/>
                <a:gd name="T2" fmla="*/ 0 w 7"/>
                <a:gd name="T3" fmla="*/ 17 h 10"/>
                <a:gd name="T4" fmla="*/ 8 w 7"/>
                <a:gd name="T5" fmla="*/ 10 h 10"/>
                <a:gd name="T6" fmla="*/ 2 w 7"/>
                <a:gd name="T7" fmla="*/ 1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10">
                  <a:moveTo>
                    <a:pt x="0" y="0"/>
                  </a:moveTo>
                  <a:cubicBezTo>
                    <a:pt x="6" y="0"/>
                    <a:pt x="5" y="9"/>
                    <a:pt x="0" y="10"/>
                  </a:cubicBezTo>
                  <a:cubicBezTo>
                    <a:pt x="2" y="9"/>
                    <a:pt x="4" y="8"/>
                    <a:pt x="5" y="6"/>
                  </a:cubicBezTo>
                  <a:cubicBezTo>
                    <a:pt x="7" y="4"/>
                    <a:pt x="5" y="0"/>
                    <a:pt x="2" y="1"/>
                  </a:cubicBezTo>
                </a:path>
              </a:pathLst>
            </a:custGeom>
            <a:solidFill>
              <a:srgbClr val="3E7F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90181" name="Freeform 293">
              <a:extLst>
                <a:ext uri="{FF2B5EF4-FFF2-40B4-BE49-F238E27FC236}">
                  <a16:creationId xmlns:a16="http://schemas.microsoft.com/office/drawing/2014/main" id="{B12C9FAF-2025-4E48-BA3B-C859BEC2140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8" y="3891"/>
              <a:ext cx="7" cy="10"/>
            </a:xfrm>
            <a:custGeom>
              <a:avLst/>
              <a:gdLst>
                <a:gd name="T0" fmla="*/ 0 w 6"/>
                <a:gd name="T1" fmla="*/ 0 h 9"/>
                <a:gd name="T2" fmla="*/ 1 w 6"/>
                <a:gd name="T3" fmla="*/ 12 h 9"/>
                <a:gd name="T4" fmla="*/ 9 w 6"/>
                <a:gd name="T5" fmla="*/ 9 h 9"/>
                <a:gd name="T6" fmla="*/ 2 w 6"/>
                <a:gd name="T7" fmla="*/ 0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9">
                  <a:moveTo>
                    <a:pt x="0" y="0"/>
                  </a:moveTo>
                  <a:cubicBezTo>
                    <a:pt x="5" y="0"/>
                    <a:pt x="4" y="6"/>
                    <a:pt x="1" y="9"/>
                  </a:cubicBezTo>
                  <a:cubicBezTo>
                    <a:pt x="2" y="9"/>
                    <a:pt x="5" y="7"/>
                    <a:pt x="6" y="6"/>
                  </a:cubicBezTo>
                  <a:cubicBezTo>
                    <a:pt x="6" y="3"/>
                    <a:pt x="5" y="0"/>
                    <a:pt x="2" y="0"/>
                  </a:cubicBezTo>
                </a:path>
              </a:pathLst>
            </a:custGeom>
            <a:solidFill>
              <a:srgbClr val="3E7F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90182" name="Freeform 294">
              <a:extLst>
                <a:ext uri="{FF2B5EF4-FFF2-40B4-BE49-F238E27FC236}">
                  <a16:creationId xmlns:a16="http://schemas.microsoft.com/office/drawing/2014/main" id="{A46A3F6C-216E-47ED-A510-C70A8D519E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7" y="3921"/>
              <a:ext cx="8" cy="11"/>
            </a:xfrm>
            <a:custGeom>
              <a:avLst/>
              <a:gdLst>
                <a:gd name="T0" fmla="*/ 0 w 7"/>
                <a:gd name="T1" fmla="*/ 1 h 9"/>
                <a:gd name="T2" fmla="*/ 3 w 7"/>
                <a:gd name="T3" fmla="*/ 16 h 9"/>
                <a:gd name="T4" fmla="*/ 9 w 7"/>
                <a:gd name="T5" fmla="*/ 9 h 9"/>
                <a:gd name="T6" fmla="*/ 3 w 7"/>
                <a:gd name="T7" fmla="*/ 0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9">
                  <a:moveTo>
                    <a:pt x="0" y="1"/>
                  </a:moveTo>
                  <a:cubicBezTo>
                    <a:pt x="4" y="1"/>
                    <a:pt x="7" y="7"/>
                    <a:pt x="3" y="9"/>
                  </a:cubicBezTo>
                  <a:cubicBezTo>
                    <a:pt x="4" y="7"/>
                    <a:pt x="6" y="7"/>
                    <a:pt x="6" y="5"/>
                  </a:cubicBezTo>
                  <a:cubicBezTo>
                    <a:pt x="7" y="3"/>
                    <a:pt x="5" y="0"/>
                    <a:pt x="3" y="0"/>
                  </a:cubicBezTo>
                </a:path>
              </a:pathLst>
            </a:custGeom>
            <a:solidFill>
              <a:srgbClr val="3E7F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90183" name="Freeform 295">
              <a:extLst>
                <a:ext uri="{FF2B5EF4-FFF2-40B4-BE49-F238E27FC236}">
                  <a16:creationId xmlns:a16="http://schemas.microsoft.com/office/drawing/2014/main" id="{52C6C187-1F92-47FD-8EDF-9E69E7DF58E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2" y="3828"/>
              <a:ext cx="9" cy="7"/>
            </a:xfrm>
            <a:custGeom>
              <a:avLst/>
              <a:gdLst>
                <a:gd name="T0" fmla="*/ 7 w 8"/>
                <a:gd name="T1" fmla="*/ 0 h 6"/>
                <a:gd name="T2" fmla="*/ 8 w 8"/>
                <a:gd name="T3" fmla="*/ 7 h 6"/>
                <a:gd name="T4" fmla="*/ 11 w 8"/>
                <a:gd name="T5" fmla="*/ 7 h 6"/>
                <a:gd name="T6" fmla="*/ 2 w 8"/>
                <a:gd name="T7" fmla="*/ 8 h 6"/>
                <a:gd name="T8" fmla="*/ 2 w 8"/>
                <a:gd name="T9" fmla="*/ 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6">
                  <a:moveTo>
                    <a:pt x="4" y="0"/>
                  </a:moveTo>
                  <a:cubicBezTo>
                    <a:pt x="4" y="2"/>
                    <a:pt x="3" y="3"/>
                    <a:pt x="5" y="4"/>
                  </a:cubicBezTo>
                  <a:cubicBezTo>
                    <a:pt x="6" y="5"/>
                    <a:pt x="8" y="6"/>
                    <a:pt x="8" y="4"/>
                  </a:cubicBezTo>
                  <a:cubicBezTo>
                    <a:pt x="6" y="5"/>
                    <a:pt x="4" y="6"/>
                    <a:pt x="2" y="5"/>
                  </a:cubicBezTo>
                  <a:cubicBezTo>
                    <a:pt x="0" y="4"/>
                    <a:pt x="1" y="1"/>
                    <a:pt x="2" y="0"/>
                  </a:cubicBezTo>
                </a:path>
              </a:pathLst>
            </a:custGeom>
            <a:solidFill>
              <a:srgbClr val="3E7F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90184" name="Freeform 296">
              <a:extLst>
                <a:ext uri="{FF2B5EF4-FFF2-40B4-BE49-F238E27FC236}">
                  <a16:creationId xmlns:a16="http://schemas.microsoft.com/office/drawing/2014/main" id="{C87E99EE-CF2C-495C-A9FC-C1756DAB8E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1" y="3852"/>
              <a:ext cx="7" cy="9"/>
            </a:xfrm>
            <a:custGeom>
              <a:avLst/>
              <a:gdLst>
                <a:gd name="T0" fmla="*/ 6 w 6"/>
                <a:gd name="T1" fmla="*/ 0 h 8"/>
                <a:gd name="T2" fmla="*/ 2 w 6"/>
                <a:gd name="T3" fmla="*/ 7 h 8"/>
                <a:gd name="T4" fmla="*/ 9 w 6"/>
                <a:gd name="T5" fmla="*/ 10 h 8"/>
                <a:gd name="T6" fmla="*/ 1 w 6"/>
                <a:gd name="T7" fmla="*/ 9 h 8"/>
                <a:gd name="T8" fmla="*/ 2 w 6"/>
                <a:gd name="T9" fmla="*/ 1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8">
                  <a:moveTo>
                    <a:pt x="3" y="0"/>
                  </a:moveTo>
                  <a:cubicBezTo>
                    <a:pt x="3" y="2"/>
                    <a:pt x="2" y="3"/>
                    <a:pt x="2" y="4"/>
                  </a:cubicBezTo>
                  <a:cubicBezTo>
                    <a:pt x="2" y="6"/>
                    <a:pt x="4" y="7"/>
                    <a:pt x="6" y="7"/>
                  </a:cubicBezTo>
                  <a:cubicBezTo>
                    <a:pt x="4" y="6"/>
                    <a:pt x="2" y="8"/>
                    <a:pt x="1" y="6"/>
                  </a:cubicBezTo>
                  <a:cubicBezTo>
                    <a:pt x="0" y="4"/>
                    <a:pt x="0" y="2"/>
                    <a:pt x="2" y="1"/>
                  </a:cubicBezTo>
                </a:path>
              </a:pathLst>
            </a:custGeom>
            <a:solidFill>
              <a:srgbClr val="3E7F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90185" name="Freeform 297">
              <a:extLst>
                <a:ext uri="{FF2B5EF4-FFF2-40B4-BE49-F238E27FC236}">
                  <a16:creationId xmlns:a16="http://schemas.microsoft.com/office/drawing/2014/main" id="{753331BC-EF00-41EF-A5AA-A0E6A4F39A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1" y="3878"/>
              <a:ext cx="10" cy="12"/>
            </a:xfrm>
            <a:custGeom>
              <a:avLst/>
              <a:gdLst>
                <a:gd name="T0" fmla="*/ 8 w 8"/>
                <a:gd name="T1" fmla="*/ 0 h 10"/>
                <a:gd name="T2" fmla="*/ 16 w 8"/>
                <a:gd name="T3" fmla="*/ 12 h 10"/>
                <a:gd name="T4" fmla="*/ 1 w 8"/>
                <a:gd name="T5" fmla="*/ 12 h 10"/>
                <a:gd name="T6" fmla="*/ 5 w 8"/>
                <a:gd name="T7" fmla="*/ 2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10">
                  <a:moveTo>
                    <a:pt x="4" y="0"/>
                  </a:moveTo>
                  <a:cubicBezTo>
                    <a:pt x="3" y="3"/>
                    <a:pt x="3" y="10"/>
                    <a:pt x="8" y="7"/>
                  </a:cubicBezTo>
                  <a:cubicBezTo>
                    <a:pt x="7" y="9"/>
                    <a:pt x="2" y="9"/>
                    <a:pt x="1" y="7"/>
                  </a:cubicBezTo>
                  <a:cubicBezTo>
                    <a:pt x="0" y="5"/>
                    <a:pt x="1" y="3"/>
                    <a:pt x="2" y="2"/>
                  </a:cubicBezTo>
                </a:path>
              </a:pathLst>
            </a:custGeom>
            <a:solidFill>
              <a:srgbClr val="3E7F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90186" name="Freeform 298">
              <a:extLst>
                <a:ext uri="{FF2B5EF4-FFF2-40B4-BE49-F238E27FC236}">
                  <a16:creationId xmlns:a16="http://schemas.microsoft.com/office/drawing/2014/main" id="{E146A250-551C-4BDF-9BF8-D1AEEB9739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3" y="3912"/>
              <a:ext cx="9" cy="8"/>
            </a:xfrm>
            <a:custGeom>
              <a:avLst/>
              <a:gdLst>
                <a:gd name="T0" fmla="*/ 7 w 8"/>
                <a:gd name="T1" fmla="*/ 0 h 7"/>
                <a:gd name="T2" fmla="*/ 11 w 8"/>
                <a:gd name="T3" fmla="*/ 10 h 7"/>
                <a:gd name="T4" fmla="*/ 2 w 8"/>
                <a:gd name="T5" fmla="*/ 9 h 7"/>
                <a:gd name="T6" fmla="*/ 3 w 8"/>
                <a:gd name="T7" fmla="*/ 0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7">
                  <a:moveTo>
                    <a:pt x="4" y="0"/>
                  </a:moveTo>
                  <a:cubicBezTo>
                    <a:pt x="1" y="3"/>
                    <a:pt x="5" y="6"/>
                    <a:pt x="8" y="7"/>
                  </a:cubicBezTo>
                  <a:cubicBezTo>
                    <a:pt x="6" y="7"/>
                    <a:pt x="3" y="7"/>
                    <a:pt x="2" y="6"/>
                  </a:cubicBezTo>
                  <a:cubicBezTo>
                    <a:pt x="0" y="4"/>
                    <a:pt x="2" y="1"/>
                    <a:pt x="3" y="0"/>
                  </a:cubicBezTo>
                </a:path>
              </a:pathLst>
            </a:custGeom>
            <a:solidFill>
              <a:srgbClr val="3E7F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90187" name="Freeform 299">
              <a:extLst>
                <a:ext uri="{FF2B5EF4-FFF2-40B4-BE49-F238E27FC236}">
                  <a16:creationId xmlns:a16="http://schemas.microsoft.com/office/drawing/2014/main" id="{E49BFE1A-5247-4F80-8400-783C4B08F5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7" y="3937"/>
              <a:ext cx="8" cy="13"/>
            </a:xfrm>
            <a:custGeom>
              <a:avLst/>
              <a:gdLst>
                <a:gd name="T0" fmla="*/ 9 w 7"/>
                <a:gd name="T1" fmla="*/ 1 h 11"/>
                <a:gd name="T2" fmla="*/ 10 w 7"/>
                <a:gd name="T3" fmla="*/ 17 h 11"/>
                <a:gd name="T4" fmla="*/ 0 w 7"/>
                <a:gd name="T5" fmla="*/ 9 h 11"/>
                <a:gd name="T6" fmla="*/ 7 w 7"/>
                <a:gd name="T7" fmla="*/ 0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11">
                  <a:moveTo>
                    <a:pt x="6" y="1"/>
                  </a:moveTo>
                  <a:cubicBezTo>
                    <a:pt x="3" y="3"/>
                    <a:pt x="3" y="10"/>
                    <a:pt x="7" y="10"/>
                  </a:cubicBezTo>
                  <a:cubicBezTo>
                    <a:pt x="4" y="11"/>
                    <a:pt x="0" y="9"/>
                    <a:pt x="0" y="6"/>
                  </a:cubicBezTo>
                  <a:cubicBezTo>
                    <a:pt x="0" y="4"/>
                    <a:pt x="3" y="2"/>
                    <a:pt x="4" y="0"/>
                  </a:cubicBezTo>
                </a:path>
              </a:pathLst>
            </a:custGeom>
            <a:solidFill>
              <a:srgbClr val="3E7F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90188" name="Freeform 300">
              <a:extLst>
                <a:ext uri="{FF2B5EF4-FFF2-40B4-BE49-F238E27FC236}">
                  <a16:creationId xmlns:a16="http://schemas.microsoft.com/office/drawing/2014/main" id="{EFA509FF-C733-4AF9-9B73-4E650D7EBB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0" y="3824"/>
              <a:ext cx="51" cy="116"/>
            </a:xfrm>
            <a:custGeom>
              <a:avLst/>
              <a:gdLst>
                <a:gd name="T0" fmla="*/ 56 w 44"/>
                <a:gd name="T1" fmla="*/ 157 h 100"/>
                <a:gd name="T2" fmla="*/ 68 w 44"/>
                <a:gd name="T3" fmla="*/ 146 h 100"/>
                <a:gd name="T4" fmla="*/ 60 w 44"/>
                <a:gd name="T5" fmla="*/ 117 h 100"/>
                <a:gd name="T6" fmla="*/ 49 w 44"/>
                <a:gd name="T7" fmla="*/ 86 h 100"/>
                <a:gd name="T8" fmla="*/ 37 w 44"/>
                <a:gd name="T9" fmla="*/ 58 h 100"/>
                <a:gd name="T10" fmla="*/ 30 w 44"/>
                <a:gd name="T11" fmla="*/ 36 h 100"/>
                <a:gd name="T12" fmla="*/ 10 w 44"/>
                <a:gd name="T13" fmla="*/ 3 h 100"/>
                <a:gd name="T14" fmla="*/ 2 w 44"/>
                <a:gd name="T15" fmla="*/ 22 h 100"/>
                <a:gd name="T16" fmla="*/ 27 w 44"/>
                <a:gd name="T17" fmla="*/ 81 h 100"/>
                <a:gd name="T18" fmla="*/ 42 w 44"/>
                <a:gd name="T19" fmla="*/ 131 h 100"/>
                <a:gd name="T20" fmla="*/ 49 w 44"/>
                <a:gd name="T21" fmla="*/ 150 h 10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4" h="100">
                  <a:moveTo>
                    <a:pt x="35" y="100"/>
                  </a:moveTo>
                  <a:cubicBezTo>
                    <a:pt x="39" y="100"/>
                    <a:pt x="43" y="99"/>
                    <a:pt x="44" y="94"/>
                  </a:cubicBezTo>
                  <a:cubicBezTo>
                    <a:pt x="44" y="88"/>
                    <a:pt x="41" y="81"/>
                    <a:pt x="39" y="75"/>
                  </a:cubicBezTo>
                  <a:cubicBezTo>
                    <a:pt x="36" y="68"/>
                    <a:pt x="34" y="62"/>
                    <a:pt x="31" y="55"/>
                  </a:cubicBezTo>
                  <a:cubicBezTo>
                    <a:pt x="29" y="49"/>
                    <a:pt x="26" y="43"/>
                    <a:pt x="24" y="37"/>
                  </a:cubicBezTo>
                  <a:cubicBezTo>
                    <a:pt x="22" y="33"/>
                    <a:pt x="21" y="27"/>
                    <a:pt x="19" y="23"/>
                  </a:cubicBezTo>
                  <a:cubicBezTo>
                    <a:pt x="16" y="16"/>
                    <a:pt x="14" y="6"/>
                    <a:pt x="7" y="3"/>
                  </a:cubicBezTo>
                  <a:cubicBezTo>
                    <a:pt x="0" y="0"/>
                    <a:pt x="1" y="10"/>
                    <a:pt x="2" y="14"/>
                  </a:cubicBezTo>
                  <a:cubicBezTo>
                    <a:pt x="5" y="27"/>
                    <a:pt x="12" y="39"/>
                    <a:pt x="17" y="52"/>
                  </a:cubicBezTo>
                  <a:cubicBezTo>
                    <a:pt x="21" y="63"/>
                    <a:pt x="24" y="73"/>
                    <a:pt x="27" y="84"/>
                  </a:cubicBezTo>
                  <a:cubicBezTo>
                    <a:pt x="28" y="87"/>
                    <a:pt x="31" y="92"/>
                    <a:pt x="31" y="96"/>
                  </a:cubicBezTo>
                </a:path>
              </a:pathLst>
            </a:custGeom>
            <a:solidFill>
              <a:srgbClr val="74CA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90189" name="Freeform 301">
              <a:extLst>
                <a:ext uri="{FF2B5EF4-FFF2-40B4-BE49-F238E27FC236}">
                  <a16:creationId xmlns:a16="http://schemas.microsoft.com/office/drawing/2014/main" id="{B56E703E-7BFE-4724-8A67-A8111A0BED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9" y="3808"/>
              <a:ext cx="50" cy="24"/>
            </a:xfrm>
            <a:custGeom>
              <a:avLst/>
              <a:gdLst>
                <a:gd name="T0" fmla="*/ 67 w 43"/>
                <a:gd name="T1" fmla="*/ 2 h 21"/>
                <a:gd name="T2" fmla="*/ 50 w 43"/>
                <a:gd name="T3" fmla="*/ 0 h 21"/>
                <a:gd name="T4" fmla="*/ 22 w 43"/>
                <a:gd name="T5" fmla="*/ 7 h 21"/>
                <a:gd name="T6" fmla="*/ 0 w 43"/>
                <a:gd name="T7" fmla="*/ 31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3" h="21">
                  <a:moveTo>
                    <a:pt x="43" y="2"/>
                  </a:moveTo>
                  <a:cubicBezTo>
                    <a:pt x="39" y="1"/>
                    <a:pt x="37" y="0"/>
                    <a:pt x="32" y="0"/>
                  </a:cubicBezTo>
                  <a:cubicBezTo>
                    <a:pt x="25" y="1"/>
                    <a:pt x="20" y="1"/>
                    <a:pt x="14" y="4"/>
                  </a:cubicBezTo>
                  <a:cubicBezTo>
                    <a:pt x="8" y="8"/>
                    <a:pt x="2" y="14"/>
                    <a:pt x="0" y="21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90190" name="Freeform 302">
              <a:extLst>
                <a:ext uri="{FF2B5EF4-FFF2-40B4-BE49-F238E27FC236}">
                  <a16:creationId xmlns:a16="http://schemas.microsoft.com/office/drawing/2014/main" id="{2529E135-F0F2-41CA-9BE2-EC3BD46DF8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6" y="3837"/>
              <a:ext cx="52" cy="18"/>
            </a:xfrm>
            <a:custGeom>
              <a:avLst/>
              <a:gdLst>
                <a:gd name="T0" fmla="*/ 69 w 45"/>
                <a:gd name="T1" fmla="*/ 0 h 16"/>
                <a:gd name="T2" fmla="*/ 49 w 45"/>
                <a:gd name="T3" fmla="*/ 0 h 16"/>
                <a:gd name="T4" fmla="*/ 21 w 45"/>
                <a:gd name="T5" fmla="*/ 3 h 16"/>
                <a:gd name="T6" fmla="*/ 0 w 45"/>
                <a:gd name="T7" fmla="*/ 23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5" h="16">
                  <a:moveTo>
                    <a:pt x="45" y="0"/>
                  </a:moveTo>
                  <a:cubicBezTo>
                    <a:pt x="40" y="1"/>
                    <a:pt x="35" y="0"/>
                    <a:pt x="31" y="0"/>
                  </a:cubicBezTo>
                  <a:cubicBezTo>
                    <a:pt x="25" y="0"/>
                    <a:pt x="20" y="1"/>
                    <a:pt x="14" y="3"/>
                  </a:cubicBezTo>
                  <a:cubicBezTo>
                    <a:pt x="8" y="5"/>
                    <a:pt x="4" y="11"/>
                    <a:pt x="0" y="16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90191" name="Freeform 303">
              <a:extLst>
                <a:ext uri="{FF2B5EF4-FFF2-40B4-BE49-F238E27FC236}">
                  <a16:creationId xmlns:a16="http://schemas.microsoft.com/office/drawing/2014/main" id="{E20093C5-A3B6-49B2-B122-BE41E22AD3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8" y="3864"/>
              <a:ext cx="53" cy="19"/>
            </a:xfrm>
            <a:custGeom>
              <a:avLst/>
              <a:gdLst>
                <a:gd name="T0" fmla="*/ 73 w 45"/>
                <a:gd name="T1" fmla="*/ 7 h 16"/>
                <a:gd name="T2" fmla="*/ 26 w 45"/>
                <a:gd name="T3" fmla="*/ 6 h 16"/>
                <a:gd name="T4" fmla="*/ 0 w 45"/>
                <a:gd name="T5" fmla="*/ 27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5" h="16">
                  <a:moveTo>
                    <a:pt x="45" y="4"/>
                  </a:moveTo>
                  <a:cubicBezTo>
                    <a:pt x="36" y="2"/>
                    <a:pt x="25" y="0"/>
                    <a:pt x="16" y="3"/>
                  </a:cubicBezTo>
                  <a:cubicBezTo>
                    <a:pt x="10" y="6"/>
                    <a:pt x="4" y="12"/>
                    <a:pt x="0" y="16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90192" name="Freeform 304">
              <a:extLst>
                <a:ext uri="{FF2B5EF4-FFF2-40B4-BE49-F238E27FC236}">
                  <a16:creationId xmlns:a16="http://schemas.microsoft.com/office/drawing/2014/main" id="{BAABE5E3-CD3A-4129-8F61-E3476EC074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0" y="3895"/>
              <a:ext cx="49" cy="22"/>
            </a:xfrm>
            <a:custGeom>
              <a:avLst/>
              <a:gdLst>
                <a:gd name="T0" fmla="*/ 67 w 42"/>
                <a:gd name="T1" fmla="*/ 1 h 19"/>
                <a:gd name="T2" fmla="*/ 47 w 42"/>
                <a:gd name="T3" fmla="*/ 0 h 19"/>
                <a:gd name="T4" fmla="*/ 16 w 42"/>
                <a:gd name="T5" fmla="*/ 12 h 19"/>
                <a:gd name="T6" fmla="*/ 0 w 42"/>
                <a:gd name="T7" fmla="*/ 29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2" h="19">
                  <a:moveTo>
                    <a:pt x="42" y="1"/>
                  </a:moveTo>
                  <a:cubicBezTo>
                    <a:pt x="38" y="2"/>
                    <a:pt x="33" y="0"/>
                    <a:pt x="29" y="0"/>
                  </a:cubicBezTo>
                  <a:cubicBezTo>
                    <a:pt x="22" y="1"/>
                    <a:pt x="15" y="4"/>
                    <a:pt x="10" y="8"/>
                  </a:cubicBezTo>
                  <a:cubicBezTo>
                    <a:pt x="6" y="10"/>
                    <a:pt x="1" y="15"/>
                    <a:pt x="0" y="19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90193" name="Freeform 305">
              <a:extLst>
                <a:ext uri="{FF2B5EF4-FFF2-40B4-BE49-F238E27FC236}">
                  <a16:creationId xmlns:a16="http://schemas.microsoft.com/office/drawing/2014/main" id="{456E69A0-63F7-437A-A4B4-E85E073A29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4" y="3926"/>
              <a:ext cx="54" cy="18"/>
            </a:xfrm>
            <a:custGeom>
              <a:avLst/>
              <a:gdLst>
                <a:gd name="T0" fmla="*/ 71 w 47"/>
                <a:gd name="T1" fmla="*/ 0 h 16"/>
                <a:gd name="T2" fmla="*/ 59 w 47"/>
                <a:gd name="T3" fmla="*/ 0 h 16"/>
                <a:gd name="T4" fmla="*/ 24 w 47"/>
                <a:gd name="T5" fmla="*/ 8 h 16"/>
                <a:gd name="T6" fmla="*/ 7 w 47"/>
                <a:gd name="T7" fmla="*/ 18 h 16"/>
                <a:gd name="T8" fmla="*/ 0 w 47"/>
                <a:gd name="T9" fmla="*/ 21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16">
                  <a:moveTo>
                    <a:pt x="47" y="0"/>
                  </a:moveTo>
                  <a:cubicBezTo>
                    <a:pt x="44" y="1"/>
                    <a:pt x="41" y="0"/>
                    <a:pt x="38" y="0"/>
                  </a:cubicBezTo>
                  <a:cubicBezTo>
                    <a:pt x="31" y="1"/>
                    <a:pt x="23" y="3"/>
                    <a:pt x="16" y="5"/>
                  </a:cubicBezTo>
                  <a:cubicBezTo>
                    <a:pt x="12" y="7"/>
                    <a:pt x="7" y="8"/>
                    <a:pt x="4" y="12"/>
                  </a:cubicBezTo>
                  <a:cubicBezTo>
                    <a:pt x="3" y="13"/>
                    <a:pt x="1" y="16"/>
                    <a:pt x="0" y="15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90194" name="Freeform 306">
              <a:extLst>
                <a:ext uri="{FF2B5EF4-FFF2-40B4-BE49-F238E27FC236}">
                  <a16:creationId xmlns:a16="http://schemas.microsoft.com/office/drawing/2014/main" id="{315683DE-4C8D-4927-8D65-2368B8D6BB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7" y="3783"/>
              <a:ext cx="269" cy="310"/>
            </a:xfrm>
            <a:custGeom>
              <a:avLst/>
              <a:gdLst>
                <a:gd name="T0" fmla="*/ 194 w 232"/>
                <a:gd name="T1" fmla="*/ 0 h 267"/>
                <a:gd name="T2" fmla="*/ 16 w 232"/>
                <a:gd name="T3" fmla="*/ 0 h 267"/>
                <a:gd name="T4" fmla="*/ 9 w 232"/>
                <a:gd name="T5" fmla="*/ 86 h 267"/>
                <a:gd name="T6" fmla="*/ 2 w 232"/>
                <a:gd name="T7" fmla="*/ 135 h 267"/>
                <a:gd name="T8" fmla="*/ 19 w 232"/>
                <a:gd name="T9" fmla="*/ 178 h 267"/>
                <a:gd name="T10" fmla="*/ 52 w 232"/>
                <a:gd name="T11" fmla="*/ 265 h 267"/>
                <a:gd name="T12" fmla="*/ 208 w 232"/>
                <a:gd name="T13" fmla="*/ 396 h 267"/>
                <a:gd name="T14" fmla="*/ 329 w 232"/>
                <a:gd name="T15" fmla="*/ 251 h 267"/>
                <a:gd name="T16" fmla="*/ 284 w 232"/>
                <a:gd name="T17" fmla="*/ 194 h 267"/>
                <a:gd name="T18" fmla="*/ 194 w 232"/>
                <a:gd name="T19" fmla="*/ 0 h 26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32" h="267">
                  <a:moveTo>
                    <a:pt x="124" y="0"/>
                  </a:moveTo>
                  <a:cubicBezTo>
                    <a:pt x="124" y="0"/>
                    <a:pt x="70" y="45"/>
                    <a:pt x="10" y="0"/>
                  </a:cubicBezTo>
                  <a:cubicBezTo>
                    <a:pt x="10" y="0"/>
                    <a:pt x="7" y="32"/>
                    <a:pt x="6" y="55"/>
                  </a:cubicBezTo>
                  <a:cubicBezTo>
                    <a:pt x="2" y="86"/>
                    <a:pt x="2" y="86"/>
                    <a:pt x="2" y="86"/>
                  </a:cubicBezTo>
                  <a:cubicBezTo>
                    <a:pt x="2" y="86"/>
                    <a:pt x="0" y="100"/>
                    <a:pt x="12" y="114"/>
                  </a:cubicBezTo>
                  <a:cubicBezTo>
                    <a:pt x="23" y="127"/>
                    <a:pt x="33" y="155"/>
                    <a:pt x="34" y="169"/>
                  </a:cubicBezTo>
                  <a:cubicBezTo>
                    <a:pt x="35" y="182"/>
                    <a:pt x="56" y="267"/>
                    <a:pt x="133" y="253"/>
                  </a:cubicBezTo>
                  <a:cubicBezTo>
                    <a:pt x="210" y="239"/>
                    <a:pt x="232" y="187"/>
                    <a:pt x="211" y="160"/>
                  </a:cubicBezTo>
                  <a:cubicBezTo>
                    <a:pt x="191" y="134"/>
                    <a:pt x="182" y="124"/>
                    <a:pt x="182" y="124"/>
                  </a:cubicBezTo>
                  <a:cubicBezTo>
                    <a:pt x="182" y="124"/>
                    <a:pt x="135" y="12"/>
                    <a:pt x="124" y="0"/>
                  </a:cubicBezTo>
                  <a:close/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90195" name="Freeform 307">
              <a:extLst>
                <a:ext uri="{FF2B5EF4-FFF2-40B4-BE49-F238E27FC236}">
                  <a16:creationId xmlns:a16="http://schemas.microsoft.com/office/drawing/2014/main" id="{A15E7E7D-BE38-4580-8D92-C4735981D94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9" y="3872"/>
              <a:ext cx="219" cy="198"/>
            </a:xfrm>
            <a:custGeom>
              <a:avLst/>
              <a:gdLst>
                <a:gd name="T0" fmla="*/ 294 w 189"/>
                <a:gd name="T1" fmla="*/ 217 h 170"/>
                <a:gd name="T2" fmla="*/ 134 w 189"/>
                <a:gd name="T3" fmla="*/ 249 h 170"/>
                <a:gd name="T4" fmla="*/ 37 w 189"/>
                <a:gd name="T5" fmla="*/ 87 h 170"/>
                <a:gd name="T6" fmla="*/ 0 w 189"/>
                <a:gd name="T7" fmla="*/ 0 h 17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9" h="170">
                  <a:moveTo>
                    <a:pt x="189" y="137"/>
                  </a:moveTo>
                  <a:cubicBezTo>
                    <a:pt x="189" y="137"/>
                    <a:pt x="147" y="170"/>
                    <a:pt x="86" y="158"/>
                  </a:cubicBezTo>
                  <a:cubicBezTo>
                    <a:pt x="44" y="149"/>
                    <a:pt x="29" y="71"/>
                    <a:pt x="24" y="55"/>
                  </a:cubicBezTo>
                  <a:cubicBezTo>
                    <a:pt x="18" y="38"/>
                    <a:pt x="4" y="15"/>
                    <a:pt x="0" y="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90196" name="Freeform 308">
              <a:extLst>
                <a:ext uri="{FF2B5EF4-FFF2-40B4-BE49-F238E27FC236}">
                  <a16:creationId xmlns:a16="http://schemas.microsoft.com/office/drawing/2014/main" id="{23E92AFB-38CD-4DD5-8D4A-CF57B036CAC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8" y="4039"/>
              <a:ext cx="145" cy="69"/>
            </a:xfrm>
            <a:custGeom>
              <a:avLst/>
              <a:gdLst>
                <a:gd name="T0" fmla="*/ 195 w 125"/>
                <a:gd name="T1" fmla="*/ 0 h 59"/>
                <a:gd name="T2" fmla="*/ 0 w 125"/>
                <a:gd name="T3" fmla="*/ 7 h 59"/>
                <a:gd name="T4" fmla="*/ 0 w 125"/>
                <a:gd name="T5" fmla="*/ 15 h 59"/>
                <a:gd name="T6" fmla="*/ 195 w 125"/>
                <a:gd name="T7" fmla="*/ 0 h 5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5" h="59">
                  <a:moveTo>
                    <a:pt x="125" y="0"/>
                  </a:moveTo>
                  <a:cubicBezTo>
                    <a:pt x="125" y="0"/>
                    <a:pt x="59" y="47"/>
                    <a:pt x="0" y="4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9"/>
                    <a:pt x="47" y="59"/>
                    <a:pt x="12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90197" name="Freeform 309">
              <a:extLst>
                <a:ext uri="{FF2B5EF4-FFF2-40B4-BE49-F238E27FC236}">
                  <a16:creationId xmlns:a16="http://schemas.microsoft.com/office/drawing/2014/main" id="{C694DF04-4FC9-4DCD-A866-2DE94365CC4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0" y="3875"/>
              <a:ext cx="34" cy="79"/>
            </a:xfrm>
            <a:custGeom>
              <a:avLst/>
              <a:gdLst>
                <a:gd name="T0" fmla="*/ 6 w 29"/>
                <a:gd name="T1" fmla="*/ 0 h 68"/>
                <a:gd name="T2" fmla="*/ 6 w 29"/>
                <a:gd name="T3" fmla="*/ 28 h 68"/>
                <a:gd name="T4" fmla="*/ 47 w 29"/>
                <a:gd name="T5" fmla="*/ 107 h 68"/>
                <a:gd name="T6" fmla="*/ 7 w 29"/>
                <a:gd name="T7" fmla="*/ 0 h 6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" h="68">
                  <a:moveTo>
                    <a:pt x="3" y="0"/>
                  </a:moveTo>
                  <a:cubicBezTo>
                    <a:pt x="3" y="0"/>
                    <a:pt x="0" y="10"/>
                    <a:pt x="3" y="18"/>
                  </a:cubicBezTo>
                  <a:cubicBezTo>
                    <a:pt x="7" y="25"/>
                    <a:pt x="26" y="56"/>
                    <a:pt x="29" y="68"/>
                  </a:cubicBezTo>
                  <a:cubicBezTo>
                    <a:pt x="29" y="68"/>
                    <a:pt x="13" y="14"/>
                    <a:pt x="4" y="0"/>
                  </a:cubicBezTo>
                </a:path>
              </a:pathLst>
            </a:custGeom>
            <a:solidFill>
              <a:srgbClr val="D1D9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90198" name="Freeform 310">
              <a:extLst>
                <a:ext uri="{FF2B5EF4-FFF2-40B4-BE49-F238E27FC236}">
                  <a16:creationId xmlns:a16="http://schemas.microsoft.com/office/drawing/2014/main" id="{EFE9ED4A-CA83-4219-9370-FDAF92BB96E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0" y="3875"/>
              <a:ext cx="41" cy="124"/>
            </a:xfrm>
            <a:custGeom>
              <a:avLst/>
              <a:gdLst>
                <a:gd name="T0" fmla="*/ 56 w 35"/>
                <a:gd name="T1" fmla="*/ 167 h 107"/>
                <a:gd name="T2" fmla="*/ 29 w 35"/>
                <a:gd name="T3" fmla="*/ 92 h 107"/>
                <a:gd name="T4" fmla="*/ 0 w 35"/>
                <a:gd name="T5" fmla="*/ 29 h 107"/>
                <a:gd name="T6" fmla="*/ 56 w 35"/>
                <a:gd name="T7" fmla="*/ 167 h 10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" h="107">
                  <a:moveTo>
                    <a:pt x="35" y="107"/>
                  </a:moveTo>
                  <a:cubicBezTo>
                    <a:pt x="35" y="107"/>
                    <a:pt x="21" y="73"/>
                    <a:pt x="18" y="59"/>
                  </a:cubicBezTo>
                  <a:cubicBezTo>
                    <a:pt x="15" y="46"/>
                    <a:pt x="0" y="19"/>
                    <a:pt x="0" y="19"/>
                  </a:cubicBezTo>
                  <a:cubicBezTo>
                    <a:pt x="0" y="19"/>
                    <a:pt x="23" y="0"/>
                    <a:pt x="35" y="107"/>
                  </a:cubicBezTo>
                  <a:close/>
                </a:path>
              </a:pathLst>
            </a:custGeom>
            <a:solidFill>
              <a:srgbClr val="3E7F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90199" name="Freeform 311">
              <a:extLst>
                <a:ext uri="{FF2B5EF4-FFF2-40B4-BE49-F238E27FC236}">
                  <a16:creationId xmlns:a16="http://schemas.microsoft.com/office/drawing/2014/main" id="{45F6D211-29CA-43D0-B356-47D40EC78E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4" y="3790"/>
              <a:ext cx="14" cy="98"/>
            </a:xfrm>
            <a:custGeom>
              <a:avLst/>
              <a:gdLst>
                <a:gd name="T0" fmla="*/ 9 w 12"/>
                <a:gd name="T1" fmla="*/ 0 h 84"/>
                <a:gd name="T2" fmla="*/ 1 w 12"/>
                <a:gd name="T3" fmla="*/ 84 h 84"/>
                <a:gd name="T4" fmla="*/ 19 w 12"/>
                <a:gd name="T5" fmla="*/ 133 h 84"/>
                <a:gd name="T6" fmla="*/ 9 w 12"/>
                <a:gd name="T7" fmla="*/ 0 h 8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84">
                  <a:moveTo>
                    <a:pt x="6" y="0"/>
                  </a:moveTo>
                  <a:cubicBezTo>
                    <a:pt x="6" y="0"/>
                    <a:pt x="2" y="50"/>
                    <a:pt x="1" y="53"/>
                  </a:cubicBezTo>
                  <a:cubicBezTo>
                    <a:pt x="1" y="56"/>
                    <a:pt x="8" y="75"/>
                    <a:pt x="12" y="84"/>
                  </a:cubicBezTo>
                  <a:cubicBezTo>
                    <a:pt x="12" y="84"/>
                    <a:pt x="0" y="59"/>
                    <a:pt x="6" y="0"/>
                  </a:cubicBezTo>
                  <a:close/>
                </a:path>
              </a:pathLst>
            </a:custGeom>
            <a:solidFill>
              <a:srgbClr val="3E7F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90200" name="Freeform 312">
              <a:extLst>
                <a:ext uri="{FF2B5EF4-FFF2-40B4-BE49-F238E27FC236}">
                  <a16:creationId xmlns:a16="http://schemas.microsoft.com/office/drawing/2014/main" id="{F224F4E8-E1BD-44A8-BF86-0B97094E0A8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3" y="3972"/>
              <a:ext cx="151" cy="74"/>
            </a:xfrm>
            <a:custGeom>
              <a:avLst/>
              <a:gdLst>
                <a:gd name="T0" fmla="*/ 186 w 130"/>
                <a:gd name="T1" fmla="*/ 12 h 64"/>
                <a:gd name="T2" fmla="*/ 181 w 130"/>
                <a:gd name="T3" fmla="*/ 51 h 64"/>
                <a:gd name="T4" fmla="*/ 108 w 130"/>
                <a:gd name="T5" fmla="*/ 93 h 64"/>
                <a:gd name="T6" fmla="*/ 31 w 130"/>
                <a:gd name="T7" fmla="*/ 93 h 64"/>
                <a:gd name="T8" fmla="*/ 7 w 130"/>
                <a:gd name="T9" fmla="*/ 79 h 64"/>
                <a:gd name="T10" fmla="*/ 9 w 130"/>
                <a:gd name="T11" fmla="*/ 53 h 64"/>
                <a:gd name="T12" fmla="*/ 78 w 130"/>
                <a:gd name="T13" fmla="*/ 57 h 64"/>
                <a:gd name="T14" fmla="*/ 139 w 130"/>
                <a:gd name="T15" fmla="*/ 37 h 64"/>
                <a:gd name="T16" fmla="*/ 185 w 130"/>
                <a:gd name="T17" fmla="*/ 10 h 6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0" h="64">
                  <a:moveTo>
                    <a:pt x="119" y="8"/>
                  </a:moveTo>
                  <a:cubicBezTo>
                    <a:pt x="130" y="9"/>
                    <a:pt x="118" y="29"/>
                    <a:pt x="115" y="33"/>
                  </a:cubicBezTo>
                  <a:cubicBezTo>
                    <a:pt x="103" y="45"/>
                    <a:pt x="86" y="56"/>
                    <a:pt x="69" y="60"/>
                  </a:cubicBezTo>
                  <a:cubicBezTo>
                    <a:pt x="53" y="64"/>
                    <a:pt x="36" y="64"/>
                    <a:pt x="20" y="60"/>
                  </a:cubicBezTo>
                  <a:cubicBezTo>
                    <a:pt x="14" y="59"/>
                    <a:pt x="8" y="57"/>
                    <a:pt x="4" y="51"/>
                  </a:cubicBezTo>
                  <a:cubicBezTo>
                    <a:pt x="1" y="46"/>
                    <a:pt x="0" y="38"/>
                    <a:pt x="6" y="35"/>
                  </a:cubicBezTo>
                  <a:cubicBezTo>
                    <a:pt x="18" y="28"/>
                    <a:pt x="38" y="36"/>
                    <a:pt x="50" y="36"/>
                  </a:cubicBezTo>
                  <a:cubicBezTo>
                    <a:pt x="63" y="36"/>
                    <a:pt x="78" y="31"/>
                    <a:pt x="89" y="24"/>
                  </a:cubicBezTo>
                  <a:cubicBezTo>
                    <a:pt x="95" y="19"/>
                    <a:pt x="109" y="0"/>
                    <a:pt x="118" y="7"/>
                  </a:cubicBezTo>
                </a:path>
              </a:pathLst>
            </a:custGeom>
            <a:solidFill>
              <a:srgbClr val="9ED6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90201" name="Freeform 313">
              <a:extLst>
                <a:ext uri="{FF2B5EF4-FFF2-40B4-BE49-F238E27FC236}">
                  <a16:creationId xmlns:a16="http://schemas.microsoft.com/office/drawing/2014/main" id="{2FE3D2AB-52E4-402A-A0DA-01C5B6E74B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1" y="3796"/>
              <a:ext cx="47" cy="81"/>
            </a:xfrm>
            <a:custGeom>
              <a:avLst/>
              <a:gdLst>
                <a:gd name="T0" fmla="*/ 62 w 41"/>
                <a:gd name="T1" fmla="*/ 22 h 70"/>
                <a:gd name="T2" fmla="*/ 29 w 41"/>
                <a:gd name="T3" fmla="*/ 14 h 70"/>
                <a:gd name="T4" fmla="*/ 9 w 41"/>
                <a:gd name="T5" fmla="*/ 1 h 70"/>
                <a:gd name="T6" fmla="*/ 3 w 41"/>
                <a:gd name="T7" fmla="*/ 14 h 70"/>
                <a:gd name="T8" fmla="*/ 9 w 41"/>
                <a:gd name="T9" fmla="*/ 49 h 70"/>
                <a:gd name="T10" fmla="*/ 28 w 41"/>
                <a:gd name="T11" fmla="*/ 90 h 70"/>
                <a:gd name="T12" fmla="*/ 39 w 41"/>
                <a:gd name="T13" fmla="*/ 57 h 70"/>
                <a:gd name="T14" fmla="*/ 60 w 41"/>
                <a:gd name="T15" fmla="*/ 31 h 7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1" h="70">
                  <a:moveTo>
                    <a:pt x="41" y="14"/>
                  </a:moveTo>
                  <a:cubicBezTo>
                    <a:pt x="36" y="17"/>
                    <a:pt x="25" y="11"/>
                    <a:pt x="19" y="9"/>
                  </a:cubicBezTo>
                  <a:cubicBezTo>
                    <a:pt x="15" y="7"/>
                    <a:pt x="11" y="2"/>
                    <a:pt x="6" y="1"/>
                  </a:cubicBezTo>
                  <a:cubicBezTo>
                    <a:pt x="0" y="0"/>
                    <a:pt x="2" y="4"/>
                    <a:pt x="3" y="9"/>
                  </a:cubicBezTo>
                  <a:cubicBezTo>
                    <a:pt x="4" y="17"/>
                    <a:pt x="5" y="24"/>
                    <a:pt x="6" y="31"/>
                  </a:cubicBezTo>
                  <a:cubicBezTo>
                    <a:pt x="7" y="36"/>
                    <a:pt x="10" y="70"/>
                    <a:pt x="18" y="58"/>
                  </a:cubicBezTo>
                  <a:cubicBezTo>
                    <a:pt x="23" y="52"/>
                    <a:pt x="23" y="43"/>
                    <a:pt x="26" y="36"/>
                  </a:cubicBezTo>
                  <a:cubicBezTo>
                    <a:pt x="30" y="30"/>
                    <a:pt x="35" y="26"/>
                    <a:pt x="39" y="20"/>
                  </a:cubicBezTo>
                </a:path>
              </a:pathLst>
            </a:custGeom>
            <a:solidFill>
              <a:srgbClr val="9ED6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90202" name="Freeform 314">
              <a:extLst>
                <a:ext uri="{FF2B5EF4-FFF2-40B4-BE49-F238E27FC236}">
                  <a16:creationId xmlns:a16="http://schemas.microsoft.com/office/drawing/2014/main" id="{681CA218-864F-40F5-B32A-36C63B35E7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3" y="3762"/>
              <a:ext cx="96" cy="43"/>
            </a:xfrm>
            <a:custGeom>
              <a:avLst/>
              <a:gdLst>
                <a:gd name="T0" fmla="*/ 121 w 82"/>
                <a:gd name="T1" fmla="*/ 38 h 37"/>
                <a:gd name="T2" fmla="*/ 119 w 82"/>
                <a:gd name="T3" fmla="*/ 3 h 37"/>
                <a:gd name="T4" fmla="*/ 19 w 82"/>
                <a:gd name="T5" fmla="*/ 30 h 37"/>
                <a:gd name="T6" fmla="*/ 29 w 82"/>
                <a:gd name="T7" fmla="*/ 58 h 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2" h="37">
                  <a:moveTo>
                    <a:pt x="75" y="24"/>
                  </a:moveTo>
                  <a:cubicBezTo>
                    <a:pt x="78" y="16"/>
                    <a:pt x="82" y="5"/>
                    <a:pt x="74" y="3"/>
                  </a:cubicBezTo>
                  <a:cubicBezTo>
                    <a:pt x="63" y="0"/>
                    <a:pt x="31" y="21"/>
                    <a:pt x="12" y="19"/>
                  </a:cubicBezTo>
                  <a:cubicBezTo>
                    <a:pt x="0" y="17"/>
                    <a:pt x="9" y="28"/>
                    <a:pt x="18" y="37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90203" name="Freeform 315">
              <a:extLst>
                <a:ext uri="{FF2B5EF4-FFF2-40B4-BE49-F238E27FC236}">
                  <a16:creationId xmlns:a16="http://schemas.microsoft.com/office/drawing/2014/main" id="{04FA6E9A-E6D0-453F-A5A5-077B5FF5CD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3" y="3766"/>
              <a:ext cx="51" cy="17"/>
            </a:xfrm>
            <a:custGeom>
              <a:avLst/>
              <a:gdLst>
                <a:gd name="T0" fmla="*/ 61 w 44"/>
                <a:gd name="T1" fmla="*/ 19 h 15"/>
                <a:gd name="T2" fmla="*/ 61 w 44"/>
                <a:gd name="T3" fmla="*/ 3 h 15"/>
                <a:gd name="T4" fmla="*/ 45 w 44"/>
                <a:gd name="T5" fmla="*/ 8 h 15"/>
                <a:gd name="T6" fmla="*/ 0 w 44"/>
                <a:gd name="T7" fmla="*/ 22 h 15"/>
                <a:gd name="T8" fmla="*/ 39 w 44"/>
                <a:gd name="T9" fmla="*/ 16 h 15"/>
                <a:gd name="T10" fmla="*/ 61 w 44"/>
                <a:gd name="T11" fmla="*/ 11 h 1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4" h="15">
                  <a:moveTo>
                    <a:pt x="40" y="13"/>
                  </a:moveTo>
                  <a:cubicBezTo>
                    <a:pt x="44" y="11"/>
                    <a:pt x="42" y="5"/>
                    <a:pt x="40" y="3"/>
                  </a:cubicBezTo>
                  <a:cubicBezTo>
                    <a:pt x="36" y="0"/>
                    <a:pt x="33" y="3"/>
                    <a:pt x="29" y="5"/>
                  </a:cubicBezTo>
                  <a:cubicBezTo>
                    <a:pt x="20" y="9"/>
                    <a:pt x="8" y="10"/>
                    <a:pt x="0" y="15"/>
                  </a:cubicBezTo>
                  <a:cubicBezTo>
                    <a:pt x="8" y="15"/>
                    <a:pt x="17" y="14"/>
                    <a:pt x="25" y="11"/>
                  </a:cubicBezTo>
                  <a:cubicBezTo>
                    <a:pt x="28" y="9"/>
                    <a:pt x="37" y="4"/>
                    <a:pt x="40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90204" name="Freeform 316">
              <a:extLst>
                <a:ext uri="{FF2B5EF4-FFF2-40B4-BE49-F238E27FC236}">
                  <a16:creationId xmlns:a16="http://schemas.microsoft.com/office/drawing/2014/main" id="{CD4BAA2E-73CB-421F-9726-FBA6353FDA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3" y="3790"/>
              <a:ext cx="69" cy="25"/>
            </a:xfrm>
            <a:custGeom>
              <a:avLst/>
              <a:gdLst>
                <a:gd name="T0" fmla="*/ 95 w 59"/>
                <a:gd name="T1" fmla="*/ 35 h 21"/>
                <a:gd name="T2" fmla="*/ 95 w 59"/>
                <a:gd name="T3" fmla="*/ 32 h 21"/>
                <a:gd name="T4" fmla="*/ 43 w 59"/>
                <a:gd name="T5" fmla="*/ 20 h 21"/>
                <a:gd name="T6" fmla="*/ 19 w 59"/>
                <a:gd name="T7" fmla="*/ 10 h 21"/>
                <a:gd name="T8" fmla="*/ 0 w 59"/>
                <a:gd name="T9" fmla="*/ 0 h 21"/>
                <a:gd name="T10" fmla="*/ 25 w 59"/>
                <a:gd name="T11" fmla="*/ 17 h 21"/>
                <a:gd name="T12" fmla="*/ 50 w 59"/>
                <a:gd name="T13" fmla="*/ 30 h 21"/>
                <a:gd name="T14" fmla="*/ 94 w 59"/>
                <a:gd name="T15" fmla="*/ 36 h 2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9" h="21">
                  <a:moveTo>
                    <a:pt x="59" y="20"/>
                  </a:moveTo>
                  <a:cubicBezTo>
                    <a:pt x="59" y="20"/>
                    <a:pt x="59" y="20"/>
                    <a:pt x="59" y="19"/>
                  </a:cubicBezTo>
                  <a:cubicBezTo>
                    <a:pt x="48" y="20"/>
                    <a:pt x="38" y="16"/>
                    <a:pt x="27" y="12"/>
                  </a:cubicBezTo>
                  <a:cubicBezTo>
                    <a:pt x="22" y="11"/>
                    <a:pt x="17" y="8"/>
                    <a:pt x="12" y="6"/>
                  </a:cubicBezTo>
                  <a:cubicBezTo>
                    <a:pt x="8" y="4"/>
                    <a:pt x="4" y="1"/>
                    <a:pt x="0" y="0"/>
                  </a:cubicBezTo>
                  <a:cubicBezTo>
                    <a:pt x="2" y="6"/>
                    <a:pt x="10" y="8"/>
                    <a:pt x="15" y="10"/>
                  </a:cubicBezTo>
                  <a:cubicBezTo>
                    <a:pt x="20" y="13"/>
                    <a:pt x="26" y="16"/>
                    <a:pt x="32" y="18"/>
                  </a:cubicBezTo>
                  <a:cubicBezTo>
                    <a:pt x="41" y="21"/>
                    <a:pt x="50" y="20"/>
                    <a:pt x="58" y="2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90205" name="Freeform 317">
              <a:extLst>
                <a:ext uri="{FF2B5EF4-FFF2-40B4-BE49-F238E27FC236}">
                  <a16:creationId xmlns:a16="http://schemas.microsoft.com/office/drawing/2014/main" id="{566A78E9-74FD-4530-BFAB-DD9DCD7C3C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1" y="3815"/>
              <a:ext cx="26" cy="78"/>
            </a:xfrm>
            <a:custGeom>
              <a:avLst/>
              <a:gdLst>
                <a:gd name="T0" fmla="*/ 13 w 22"/>
                <a:gd name="T1" fmla="*/ 1 h 68"/>
                <a:gd name="T2" fmla="*/ 9 w 22"/>
                <a:gd name="T3" fmla="*/ 3 h 68"/>
                <a:gd name="T4" fmla="*/ 6 w 22"/>
                <a:gd name="T5" fmla="*/ 13 h 68"/>
                <a:gd name="T6" fmla="*/ 7 w 22"/>
                <a:gd name="T7" fmla="*/ 28 h 68"/>
                <a:gd name="T8" fmla="*/ 15 w 22"/>
                <a:gd name="T9" fmla="*/ 37 h 68"/>
                <a:gd name="T10" fmla="*/ 13 w 22"/>
                <a:gd name="T11" fmla="*/ 45 h 68"/>
                <a:gd name="T12" fmla="*/ 15 w 22"/>
                <a:gd name="T13" fmla="*/ 60 h 68"/>
                <a:gd name="T14" fmla="*/ 25 w 22"/>
                <a:gd name="T15" fmla="*/ 71 h 68"/>
                <a:gd name="T16" fmla="*/ 28 w 22"/>
                <a:gd name="T17" fmla="*/ 84 h 68"/>
                <a:gd name="T18" fmla="*/ 37 w 22"/>
                <a:gd name="T19" fmla="*/ 102 h 68"/>
                <a:gd name="T20" fmla="*/ 25 w 22"/>
                <a:gd name="T21" fmla="*/ 75 h 68"/>
                <a:gd name="T22" fmla="*/ 18 w 22"/>
                <a:gd name="T23" fmla="*/ 65 h 68"/>
                <a:gd name="T24" fmla="*/ 11 w 22"/>
                <a:gd name="T25" fmla="*/ 52 h 68"/>
                <a:gd name="T26" fmla="*/ 11 w 22"/>
                <a:gd name="T27" fmla="*/ 41 h 68"/>
                <a:gd name="T28" fmla="*/ 2 w 22"/>
                <a:gd name="T29" fmla="*/ 28 h 68"/>
                <a:gd name="T30" fmla="*/ 2 w 22"/>
                <a:gd name="T31" fmla="*/ 13 h 68"/>
                <a:gd name="T32" fmla="*/ 11 w 22"/>
                <a:gd name="T33" fmla="*/ 1 h 6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22" h="68">
                  <a:moveTo>
                    <a:pt x="8" y="1"/>
                  </a:moveTo>
                  <a:cubicBezTo>
                    <a:pt x="9" y="0"/>
                    <a:pt x="7" y="2"/>
                    <a:pt x="6" y="3"/>
                  </a:cubicBezTo>
                  <a:cubicBezTo>
                    <a:pt x="5" y="5"/>
                    <a:pt x="3" y="7"/>
                    <a:pt x="3" y="9"/>
                  </a:cubicBezTo>
                  <a:cubicBezTo>
                    <a:pt x="2" y="12"/>
                    <a:pt x="3" y="16"/>
                    <a:pt x="4" y="18"/>
                  </a:cubicBezTo>
                  <a:cubicBezTo>
                    <a:pt x="5" y="21"/>
                    <a:pt x="8" y="21"/>
                    <a:pt x="9" y="24"/>
                  </a:cubicBezTo>
                  <a:cubicBezTo>
                    <a:pt x="10" y="25"/>
                    <a:pt x="9" y="28"/>
                    <a:pt x="8" y="30"/>
                  </a:cubicBezTo>
                  <a:cubicBezTo>
                    <a:pt x="8" y="33"/>
                    <a:pt x="8" y="36"/>
                    <a:pt x="9" y="39"/>
                  </a:cubicBezTo>
                  <a:cubicBezTo>
                    <a:pt x="11" y="42"/>
                    <a:pt x="13" y="44"/>
                    <a:pt x="15" y="47"/>
                  </a:cubicBezTo>
                  <a:cubicBezTo>
                    <a:pt x="17" y="50"/>
                    <a:pt x="16" y="53"/>
                    <a:pt x="17" y="56"/>
                  </a:cubicBezTo>
                  <a:cubicBezTo>
                    <a:pt x="17" y="60"/>
                    <a:pt x="20" y="64"/>
                    <a:pt x="22" y="68"/>
                  </a:cubicBezTo>
                  <a:cubicBezTo>
                    <a:pt x="16" y="63"/>
                    <a:pt x="16" y="58"/>
                    <a:pt x="15" y="50"/>
                  </a:cubicBezTo>
                  <a:cubicBezTo>
                    <a:pt x="14" y="47"/>
                    <a:pt x="13" y="46"/>
                    <a:pt x="11" y="44"/>
                  </a:cubicBezTo>
                  <a:cubicBezTo>
                    <a:pt x="8" y="41"/>
                    <a:pt x="8" y="38"/>
                    <a:pt x="7" y="34"/>
                  </a:cubicBezTo>
                  <a:cubicBezTo>
                    <a:pt x="7" y="32"/>
                    <a:pt x="8" y="29"/>
                    <a:pt x="7" y="27"/>
                  </a:cubicBezTo>
                  <a:cubicBezTo>
                    <a:pt x="7" y="23"/>
                    <a:pt x="3" y="21"/>
                    <a:pt x="2" y="18"/>
                  </a:cubicBezTo>
                  <a:cubicBezTo>
                    <a:pt x="0" y="15"/>
                    <a:pt x="1" y="12"/>
                    <a:pt x="2" y="9"/>
                  </a:cubicBezTo>
                  <a:cubicBezTo>
                    <a:pt x="3" y="6"/>
                    <a:pt x="7" y="4"/>
                    <a:pt x="7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90206" name="Freeform 318">
              <a:extLst>
                <a:ext uri="{FF2B5EF4-FFF2-40B4-BE49-F238E27FC236}">
                  <a16:creationId xmlns:a16="http://schemas.microsoft.com/office/drawing/2014/main" id="{8A02BC72-C6DA-4544-A556-100979BDC2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8" y="3907"/>
              <a:ext cx="38" cy="62"/>
            </a:xfrm>
            <a:custGeom>
              <a:avLst/>
              <a:gdLst>
                <a:gd name="T0" fmla="*/ 7 w 33"/>
                <a:gd name="T1" fmla="*/ 0 h 53"/>
                <a:gd name="T2" fmla="*/ 9 w 33"/>
                <a:gd name="T3" fmla="*/ 16 h 53"/>
                <a:gd name="T4" fmla="*/ 16 w 33"/>
                <a:gd name="T5" fmla="*/ 25 h 53"/>
                <a:gd name="T6" fmla="*/ 10 w 33"/>
                <a:gd name="T7" fmla="*/ 40 h 53"/>
                <a:gd name="T8" fmla="*/ 12 w 33"/>
                <a:gd name="T9" fmla="*/ 56 h 53"/>
                <a:gd name="T10" fmla="*/ 28 w 33"/>
                <a:gd name="T11" fmla="*/ 73 h 53"/>
                <a:gd name="T12" fmla="*/ 51 w 33"/>
                <a:gd name="T13" fmla="*/ 78 h 53"/>
                <a:gd name="T14" fmla="*/ 28 w 33"/>
                <a:gd name="T15" fmla="*/ 74 h 53"/>
                <a:gd name="T16" fmla="*/ 8 w 33"/>
                <a:gd name="T17" fmla="*/ 57 h 53"/>
                <a:gd name="T18" fmla="*/ 9 w 33"/>
                <a:gd name="T19" fmla="*/ 41 h 53"/>
                <a:gd name="T20" fmla="*/ 12 w 33"/>
                <a:gd name="T21" fmla="*/ 27 h 53"/>
                <a:gd name="T22" fmla="*/ 3 w 33"/>
                <a:gd name="T23" fmla="*/ 1 h 5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3" h="53">
                  <a:moveTo>
                    <a:pt x="4" y="0"/>
                  </a:moveTo>
                  <a:cubicBezTo>
                    <a:pt x="3" y="3"/>
                    <a:pt x="4" y="7"/>
                    <a:pt x="6" y="10"/>
                  </a:cubicBezTo>
                  <a:cubicBezTo>
                    <a:pt x="7" y="12"/>
                    <a:pt x="10" y="13"/>
                    <a:pt x="10" y="15"/>
                  </a:cubicBezTo>
                  <a:cubicBezTo>
                    <a:pt x="10" y="18"/>
                    <a:pt x="8" y="22"/>
                    <a:pt x="7" y="25"/>
                  </a:cubicBezTo>
                  <a:cubicBezTo>
                    <a:pt x="7" y="28"/>
                    <a:pt x="7" y="32"/>
                    <a:pt x="8" y="35"/>
                  </a:cubicBezTo>
                  <a:cubicBezTo>
                    <a:pt x="9" y="40"/>
                    <a:pt x="15" y="41"/>
                    <a:pt x="18" y="45"/>
                  </a:cubicBezTo>
                  <a:cubicBezTo>
                    <a:pt x="23" y="49"/>
                    <a:pt x="27" y="50"/>
                    <a:pt x="33" y="49"/>
                  </a:cubicBezTo>
                  <a:cubicBezTo>
                    <a:pt x="27" y="53"/>
                    <a:pt x="23" y="51"/>
                    <a:pt x="18" y="46"/>
                  </a:cubicBezTo>
                  <a:cubicBezTo>
                    <a:pt x="15" y="43"/>
                    <a:pt x="6" y="41"/>
                    <a:pt x="5" y="36"/>
                  </a:cubicBezTo>
                  <a:cubicBezTo>
                    <a:pt x="4" y="33"/>
                    <a:pt x="5" y="29"/>
                    <a:pt x="6" y="26"/>
                  </a:cubicBezTo>
                  <a:cubicBezTo>
                    <a:pt x="6" y="23"/>
                    <a:pt x="9" y="20"/>
                    <a:pt x="8" y="17"/>
                  </a:cubicBezTo>
                  <a:cubicBezTo>
                    <a:pt x="8" y="11"/>
                    <a:pt x="0" y="8"/>
                    <a:pt x="3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90207" name="Freeform 319">
              <a:extLst>
                <a:ext uri="{FF2B5EF4-FFF2-40B4-BE49-F238E27FC236}">
                  <a16:creationId xmlns:a16="http://schemas.microsoft.com/office/drawing/2014/main" id="{B761BDFE-2CA8-4BE3-B297-BA3B8FDDE6F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4" y="3881"/>
              <a:ext cx="44" cy="83"/>
            </a:xfrm>
            <a:custGeom>
              <a:avLst/>
              <a:gdLst>
                <a:gd name="T0" fmla="*/ 0 w 38"/>
                <a:gd name="T1" fmla="*/ 106 h 72"/>
                <a:gd name="T2" fmla="*/ 31 w 38"/>
                <a:gd name="T3" fmla="*/ 103 h 72"/>
                <a:gd name="T4" fmla="*/ 51 w 38"/>
                <a:gd name="T5" fmla="*/ 89 h 72"/>
                <a:gd name="T6" fmla="*/ 50 w 38"/>
                <a:gd name="T7" fmla="*/ 52 h 72"/>
                <a:gd name="T8" fmla="*/ 41 w 38"/>
                <a:gd name="T9" fmla="*/ 42 h 72"/>
                <a:gd name="T10" fmla="*/ 41 w 38"/>
                <a:gd name="T11" fmla="*/ 23 h 72"/>
                <a:gd name="T12" fmla="*/ 28 w 38"/>
                <a:gd name="T13" fmla="*/ 0 h 72"/>
                <a:gd name="T14" fmla="*/ 43 w 38"/>
                <a:gd name="T15" fmla="*/ 27 h 72"/>
                <a:gd name="T16" fmla="*/ 43 w 38"/>
                <a:gd name="T17" fmla="*/ 42 h 72"/>
                <a:gd name="T18" fmla="*/ 52 w 38"/>
                <a:gd name="T19" fmla="*/ 58 h 72"/>
                <a:gd name="T20" fmla="*/ 49 w 38"/>
                <a:gd name="T21" fmla="*/ 95 h 72"/>
                <a:gd name="T22" fmla="*/ 8 w 38"/>
                <a:gd name="T23" fmla="*/ 106 h 72"/>
                <a:gd name="T24" fmla="*/ 2 w 38"/>
                <a:gd name="T25" fmla="*/ 107 h 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8" h="72">
                  <a:moveTo>
                    <a:pt x="0" y="69"/>
                  </a:moveTo>
                  <a:cubicBezTo>
                    <a:pt x="4" y="72"/>
                    <a:pt x="15" y="68"/>
                    <a:pt x="20" y="67"/>
                  </a:cubicBezTo>
                  <a:cubicBezTo>
                    <a:pt x="24" y="65"/>
                    <a:pt x="30" y="63"/>
                    <a:pt x="33" y="58"/>
                  </a:cubicBezTo>
                  <a:cubicBezTo>
                    <a:pt x="37" y="52"/>
                    <a:pt x="38" y="40"/>
                    <a:pt x="32" y="34"/>
                  </a:cubicBezTo>
                  <a:cubicBezTo>
                    <a:pt x="30" y="31"/>
                    <a:pt x="27" y="31"/>
                    <a:pt x="26" y="27"/>
                  </a:cubicBezTo>
                  <a:cubicBezTo>
                    <a:pt x="26" y="23"/>
                    <a:pt x="27" y="19"/>
                    <a:pt x="26" y="15"/>
                  </a:cubicBezTo>
                  <a:cubicBezTo>
                    <a:pt x="24" y="10"/>
                    <a:pt x="16" y="5"/>
                    <a:pt x="18" y="0"/>
                  </a:cubicBezTo>
                  <a:cubicBezTo>
                    <a:pt x="20" y="6"/>
                    <a:pt x="27" y="10"/>
                    <a:pt x="28" y="17"/>
                  </a:cubicBezTo>
                  <a:cubicBezTo>
                    <a:pt x="28" y="21"/>
                    <a:pt x="27" y="24"/>
                    <a:pt x="28" y="27"/>
                  </a:cubicBezTo>
                  <a:cubicBezTo>
                    <a:pt x="29" y="31"/>
                    <a:pt x="32" y="33"/>
                    <a:pt x="34" y="37"/>
                  </a:cubicBezTo>
                  <a:cubicBezTo>
                    <a:pt x="38" y="44"/>
                    <a:pt x="36" y="55"/>
                    <a:pt x="31" y="62"/>
                  </a:cubicBezTo>
                  <a:cubicBezTo>
                    <a:pt x="26" y="69"/>
                    <a:pt x="13" y="66"/>
                    <a:pt x="5" y="69"/>
                  </a:cubicBezTo>
                  <a:cubicBezTo>
                    <a:pt x="4" y="69"/>
                    <a:pt x="3" y="69"/>
                    <a:pt x="2" y="7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90208" name="Freeform 320">
              <a:extLst>
                <a:ext uri="{FF2B5EF4-FFF2-40B4-BE49-F238E27FC236}">
                  <a16:creationId xmlns:a16="http://schemas.microsoft.com/office/drawing/2014/main" id="{C1A23AF4-7916-4171-9AC7-B1364E53EB7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1" y="2190"/>
              <a:ext cx="690" cy="1643"/>
            </a:xfrm>
            <a:custGeom>
              <a:avLst/>
              <a:gdLst>
                <a:gd name="T0" fmla="*/ 94 w 594"/>
                <a:gd name="T1" fmla="*/ 0 h 1417"/>
                <a:gd name="T2" fmla="*/ 824 w 594"/>
                <a:gd name="T3" fmla="*/ 0 h 1417"/>
                <a:gd name="T4" fmla="*/ 834 w 594"/>
                <a:gd name="T5" fmla="*/ 42 h 1417"/>
                <a:gd name="T6" fmla="*/ 853 w 594"/>
                <a:gd name="T7" fmla="*/ 824 h 1417"/>
                <a:gd name="T8" fmla="*/ 841 w 594"/>
                <a:gd name="T9" fmla="*/ 1012 h 1417"/>
                <a:gd name="T10" fmla="*/ 818 w 594"/>
                <a:gd name="T11" fmla="*/ 1239 h 1417"/>
                <a:gd name="T12" fmla="*/ 734 w 594"/>
                <a:gd name="T13" fmla="*/ 2115 h 1417"/>
                <a:gd name="T14" fmla="*/ 486 w 594"/>
                <a:gd name="T15" fmla="*/ 2109 h 1417"/>
                <a:gd name="T16" fmla="*/ 486 w 594"/>
                <a:gd name="T17" fmla="*/ 1451 h 1417"/>
                <a:gd name="T18" fmla="*/ 465 w 594"/>
                <a:gd name="T19" fmla="*/ 1140 h 1417"/>
                <a:gd name="T20" fmla="*/ 448 w 594"/>
                <a:gd name="T21" fmla="*/ 769 h 1417"/>
                <a:gd name="T22" fmla="*/ 424 w 594"/>
                <a:gd name="T23" fmla="*/ 1173 h 1417"/>
                <a:gd name="T24" fmla="*/ 408 w 594"/>
                <a:gd name="T25" fmla="*/ 1442 h 1417"/>
                <a:gd name="T26" fmla="*/ 395 w 594"/>
                <a:gd name="T27" fmla="*/ 2113 h 1417"/>
                <a:gd name="T28" fmla="*/ 137 w 594"/>
                <a:gd name="T29" fmla="*/ 2131 h 1417"/>
                <a:gd name="T30" fmla="*/ 78 w 594"/>
                <a:gd name="T31" fmla="*/ 1339 h 1417"/>
                <a:gd name="T32" fmla="*/ 66 w 594"/>
                <a:gd name="T33" fmla="*/ 1124 h 1417"/>
                <a:gd name="T34" fmla="*/ 59 w 594"/>
                <a:gd name="T35" fmla="*/ 930 h 1417"/>
                <a:gd name="T36" fmla="*/ 81 w 594"/>
                <a:gd name="T37" fmla="*/ 60 h 1417"/>
                <a:gd name="T38" fmla="*/ 94 w 594"/>
                <a:gd name="T39" fmla="*/ 0 h 1417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594" h="1417">
                  <a:moveTo>
                    <a:pt x="60" y="0"/>
                  </a:moveTo>
                  <a:cubicBezTo>
                    <a:pt x="60" y="0"/>
                    <a:pt x="323" y="62"/>
                    <a:pt x="525" y="0"/>
                  </a:cubicBezTo>
                  <a:cubicBezTo>
                    <a:pt x="532" y="27"/>
                    <a:pt x="532" y="27"/>
                    <a:pt x="532" y="27"/>
                  </a:cubicBezTo>
                  <a:cubicBezTo>
                    <a:pt x="532" y="27"/>
                    <a:pt x="594" y="229"/>
                    <a:pt x="544" y="529"/>
                  </a:cubicBezTo>
                  <a:cubicBezTo>
                    <a:pt x="536" y="577"/>
                    <a:pt x="540" y="613"/>
                    <a:pt x="536" y="649"/>
                  </a:cubicBezTo>
                  <a:cubicBezTo>
                    <a:pt x="532" y="685"/>
                    <a:pt x="532" y="763"/>
                    <a:pt x="522" y="795"/>
                  </a:cubicBezTo>
                  <a:cubicBezTo>
                    <a:pt x="512" y="827"/>
                    <a:pt x="565" y="1286"/>
                    <a:pt x="468" y="1357"/>
                  </a:cubicBezTo>
                  <a:cubicBezTo>
                    <a:pt x="438" y="1379"/>
                    <a:pt x="326" y="1405"/>
                    <a:pt x="310" y="1353"/>
                  </a:cubicBezTo>
                  <a:cubicBezTo>
                    <a:pt x="294" y="1301"/>
                    <a:pt x="306" y="989"/>
                    <a:pt x="310" y="931"/>
                  </a:cubicBezTo>
                  <a:cubicBezTo>
                    <a:pt x="314" y="873"/>
                    <a:pt x="296" y="777"/>
                    <a:pt x="296" y="731"/>
                  </a:cubicBezTo>
                  <a:cubicBezTo>
                    <a:pt x="296" y="685"/>
                    <a:pt x="286" y="493"/>
                    <a:pt x="286" y="493"/>
                  </a:cubicBezTo>
                  <a:cubicBezTo>
                    <a:pt x="270" y="753"/>
                    <a:pt x="270" y="753"/>
                    <a:pt x="270" y="753"/>
                  </a:cubicBezTo>
                  <a:cubicBezTo>
                    <a:pt x="270" y="753"/>
                    <a:pt x="256" y="885"/>
                    <a:pt x="260" y="925"/>
                  </a:cubicBezTo>
                  <a:cubicBezTo>
                    <a:pt x="264" y="965"/>
                    <a:pt x="302" y="1293"/>
                    <a:pt x="252" y="1355"/>
                  </a:cubicBezTo>
                  <a:cubicBezTo>
                    <a:pt x="202" y="1417"/>
                    <a:pt x="129" y="1392"/>
                    <a:pt x="88" y="1367"/>
                  </a:cubicBezTo>
                  <a:cubicBezTo>
                    <a:pt x="30" y="1331"/>
                    <a:pt x="45" y="999"/>
                    <a:pt x="50" y="859"/>
                  </a:cubicBezTo>
                  <a:cubicBezTo>
                    <a:pt x="52" y="803"/>
                    <a:pt x="42" y="749"/>
                    <a:pt x="42" y="721"/>
                  </a:cubicBezTo>
                  <a:cubicBezTo>
                    <a:pt x="42" y="693"/>
                    <a:pt x="44" y="635"/>
                    <a:pt x="38" y="597"/>
                  </a:cubicBezTo>
                  <a:cubicBezTo>
                    <a:pt x="32" y="559"/>
                    <a:pt x="0" y="263"/>
                    <a:pt x="52" y="39"/>
                  </a:cubicBezTo>
                  <a:lnTo>
                    <a:pt x="60" y="0"/>
                  </a:lnTo>
                  <a:close/>
                </a:path>
              </a:pathLst>
            </a:custGeom>
            <a:solidFill>
              <a:srgbClr val="CBD1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90209" name="Freeform 321">
              <a:extLst>
                <a:ext uri="{FF2B5EF4-FFF2-40B4-BE49-F238E27FC236}">
                  <a16:creationId xmlns:a16="http://schemas.microsoft.com/office/drawing/2014/main" id="{689155AD-1B4A-4169-B25D-CCB059C7D2F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1" y="2190"/>
              <a:ext cx="690" cy="1643"/>
            </a:xfrm>
            <a:custGeom>
              <a:avLst/>
              <a:gdLst>
                <a:gd name="T0" fmla="*/ 94 w 594"/>
                <a:gd name="T1" fmla="*/ 0 h 1417"/>
                <a:gd name="T2" fmla="*/ 824 w 594"/>
                <a:gd name="T3" fmla="*/ 0 h 1417"/>
                <a:gd name="T4" fmla="*/ 834 w 594"/>
                <a:gd name="T5" fmla="*/ 42 h 1417"/>
                <a:gd name="T6" fmla="*/ 853 w 594"/>
                <a:gd name="T7" fmla="*/ 824 h 1417"/>
                <a:gd name="T8" fmla="*/ 841 w 594"/>
                <a:gd name="T9" fmla="*/ 1012 h 1417"/>
                <a:gd name="T10" fmla="*/ 818 w 594"/>
                <a:gd name="T11" fmla="*/ 1239 h 1417"/>
                <a:gd name="T12" fmla="*/ 734 w 594"/>
                <a:gd name="T13" fmla="*/ 2115 h 1417"/>
                <a:gd name="T14" fmla="*/ 486 w 594"/>
                <a:gd name="T15" fmla="*/ 2109 h 1417"/>
                <a:gd name="T16" fmla="*/ 486 w 594"/>
                <a:gd name="T17" fmla="*/ 1451 h 1417"/>
                <a:gd name="T18" fmla="*/ 465 w 594"/>
                <a:gd name="T19" fmla="*/ 1140 h 1417"/>
                <a:gd name="T20" fmla="*/ 448 w 594"/>
                <a:gd name="T21" fmla="*/ 769 h 1417"/>
                <a:gd name="T22" fmla="*/ 424 w 594"/>
                <a:gd name="T23" fmla="*/ 1173 h 1417"/>
                <a:gd name="T24" fmla="*/ 408 w 594"/>
                <a:gd name="T25" fmla="*/ 1442 h 1417"/>
                <a:gd name="T26" fmla="*/ 395 w 594"/>
                <a:gd name="T27" fmla="*/ 2113 h 1417"/>
                <a:gd name="T28" fmla="*/ 137 w 594"/>
                <a:gd name="T29" fmla="*/ 2131 h 1417"/>
                <a:gd name="T30" fmla="*/ 78 w 594"/>
                <a:gd name="T31" fmla="*/ 1339 h 1417"/>
                <a:gd name="T32" fmla="*/ 66 w 594"/>
                <a:gd name="T33" fmla="*/ 1124 h 1417"/>
                <a:gd name="T34" fmla="*/ 59 w 594"/>
                <a:gd name="T35" fmla="*/ 930 h 1417"/>
                <a:gd name="T36" fmla="*/ 81 w 594"/>
                <a:gd name="T37" fmla="*/ 60 h 1417"/>
                <a:gd name="T38" fmla="*/ 94 w 594"/>
                <a:gd name="T39" fmla="*/ 0 h 1417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594" h="1417">
                  <a:moveTo>
                    <a:pt x="60" y="0"/>
                  </a:moveTo>
                  <a:cubicBezTo>
                    <a:pt x="60" y="0"/>
                    <a:pt x="323" y="62"/>
                    <a:pt x="525" y="0"/>
                  </a:cubicBezTo>
                  <a:cubicBezTo>
                    <a:pt x="532" y="27"/>
                    <a:pt x="532" y="27"/>
                    <a:pt x="532" y="27"/>
                  </a:cubicBezTo>
                  <a:cubicBezTo>
                    <a:pt x="532" y="27"/>
                    <a:pt x="594" y="229"/>
                    <a:pt x="544" y="529"/>
                  </a:cubicBezTo>
                  <a:cubicBezTo>
                    <a:pt x="536" y="577"/>
                    <a:pt x="540" y="613"/>
                    <a:pt x="536" y="649"/>
                  </a:cubicBezTo>
                  <a:cubicBezTo>
                    <a:pt x="532" y="685"/>
                    <a:pt x="532" y="763"/>
                    <a:pt x="522" y="795"/>
                  </a:cubicBezTo>
                  <a:cubicBezTo>
                    <a:pt x="512" y="827"/>
                    <a:pt x="565" y="1286"/>
                    <a:pt x="468" y="1357"/>
                  </a:cubicBezTo>
                  <a:cubicBezTo>
                    <a:pt x="438" y="1379"/>
                    <a:pt x="326" y="1405"/>
                    <a:pt x="310" y="1353"/>
                  </a:cubicBezTo>
                  <a:cubicBezTo>
                    <a:pt x="294" y="1301"/>
                    <a:pt x="306" y="989"/>
                    <a:pt x="310" y="931"/>
                  </a:cubicBezTo>
                  <a:cubicBezTo>
                    <a:pt x="314" y="873"/>
                    <a:pt x="296" y="777"/>
                    <a:pt x="296" y="731"/>
                  </a:cubicBezTo>
                  <a:cubicBezTo>
                    <a:pt x="296" y="685"/>
                    <a:pt x="286" y="493"/>
                    <a:pt x="286" y="493"/>
                  </a:cubicBezTo>
                  <a:cubicBezTo>
                    <a:pt x="270" y="753"/>
                    <a:pt x="270" y="753"/>
                    <a:pt x="270" y="753"/>
                  </a:cubicBezTo>
                  <a:cubicBezTo>
                    <a:pt x="270" y="753"/>
                    <a:pt x="256" y="885"/>
                    <a:pt x="260" y="925"/>
                  </a:cubicBezTo>
                  <a:cubicBezTo>
                    <a:pt x="264" y="965"/>
                    <a:pt x="302" y="1293"/>
                    <a:pt x="252" y="1355"/>
                  </a:cubicBezTo>
                  <a:cubicBezTo>
                    <a:pt x="202" y="1417"/>
                    <a:pt x="129" y="1392"/>
                    <a:pt x="88" y="1367"/>
                  </a:cubicBezTo>
                  <a:cubicBezTo>
                    <a:pt x="30" y="1331"/>
                    <a:pt x="45" y="999"/>
                    <a:pt x="50" y="859"/>
                  </a:cubicBezTo>
                  <a:cubicBezTo>
                    <a:pt x="52" y="803"/>
                    <a:pt x="42" y="749"/>
                    <a:pt x="42" y="721"/>
                  </a:cubicBezTo>
                  <a:cubicBezTo>
                    <a:pt x="42" y="693"/>
                    <a:pt x="44" y="635"/>
                    <a:pt x="38" y="597"/>
                  </a:cubicBezTo>
                  <a:cubicBezTo>
                    <a:pt x="32" y="559"/>
                    <a:pt x="0" y="263"/>
                    <a:pt x="52" y="39"/>
                  </a:cubicBezTo>
                  <a:lnTo>
                    <a:pt x="60" y="0"/>
                  </a:lnTo>
                  <a:close/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90210" name="Freeform 322">
              <a:extLst>
                <a:ext uri="{FF2B5EF4-FFF2-40B4-BE49-F238E27FC236}">
                  <a16:creationId xmlns:a16="http://schemas.microsoft.com/office/drawing/2014/main" id="{9FCF2A9C-EAF9-417E-A974-08E90713596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7" y="2730"/>
              <a:ext cx="105" cy="40"/>
            </a:xfrm>
            <a:custGeom>
              <a:avLst/>
              <a:gdLst>
                <a:gd name="T0" fmla="*/ 0 w 90"/>
                <a:gd name="T1" fmla="*/ 0 h 34"/>
                <a:gd name="T2" fmla="*/ 144 w 90"/>
                <a:gd name="T3" fmla="*/ 8 h 34"/>
                <a:gd name="T4" fmla="*/ 25 w 90"/>
                <a:gd name="T5" fmla="*/ 2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0" h="34">
                  <a:moveTo>
                    <a:pt x="0" y="0"/>
                  </a:moveTo>
                  <a:cubicBezTo>
                    <a:pt x="23" y="18"/>
                    <a:pt x="68" y="34"/>
                    <a:pt x="90" y="5"/>
                  </a:cubicBezTo>
                  <a:cubicBezTo>
                    <a:pt x="70" y="7"/>
                    <a:pt x="30" y="22"/>
                    <a:pt x="15" y="2"/>
                  </a:cubicBezTo>
                </a:path>
              </a:pathLst>
            </a:custGeom>
            <a:solidFill>
              <a:srgbClr val="AFB2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90211" name="Freeform 323">
              <a:extLst>
                <a:ext uri="{FF2B5EF4-FFF2-40B4-BE49-F238E27FC236}">
                  <a16:creationId xmlns:a16="http://schemas.microsoft.com/office/drawing/2014/main" id="{ABF2343D-ECBD-46E8-8BD6-549D1A4453D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8" y="3176"/>
              <a:ext cx="160" cy="147"/>
            </a:xfrm>
            <a:custGeom>
              <a:avLst/>
              <a:gdLst>
                <a:gd name="T0" fmla="*/ 1 w 138"/>
                <a:gd name="T1" fmla="*/ 0 h 127"/>
                <a:gd name="T2" fmla="*/ 52 w 138"/>
                <a:gd name="T3" fmla="*/ 59 h 127"/>
                <a:gd name="T4" fmla="*/ 121 w 138"/>
                <a:gd name="T5" fmla="*/ 59 h 127"/>
                <a:gd name="T6" fmla="*/ 172 w 138"/>
                <a:gd name="T7" fmla="*/ 112 h 127"/>
                <a:gd name="T8" fmla="*/ 216 w 138"/>
                <a:gd name="T9" fmla="*/ 196 h 127"/>
                <a:gd name="T10" fmla="*/ 118 w 138"/>
                <a:gd name="T11" fmla="*/ 101 h 127"/>
                <a:gd name="T12" fmla="*/ 1 w 138"/>
                <a:gd name="T13" fmla="*/ 20 h 1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8" h="127">
                  <a:moveTo>
                    <a:pt x="1" y="0"/>
                  </a:moveTo>
                  <a:cubicBezTo>
                    <a:pt x="6" y="15"/>
                    <a:pt x="18" y="32"/>
                    <a:pt x="34" y="38"/>
                  </a:cubicBezTo>
                  <a:cubicBezTo>
                    <a:pt x="49" y="43"/>
                    <a:pt x="65" y="34"/>
                    <a:pt x="78" y="38"/>
                  </a:cubicBezTo>
                  <a:cubicBezTo>
                    <a:pt x="95" y="42"/>
                    <a:pt x="103" y="59"/>
                    <a:pt x="110" y="73"/>
                  </a:cubicBezTo>
                  <a:cubicBezTo>
                    <a:pt x="118" y="91"/>
                    <a:pt x="131" y="108"/>
                    <a:pt x="138" y="126"/>
                  </a:cubicBezTo>
                  <a:cubicBezTo>
                    <a:pt x="113" y="127"/>
                    <a:pt x="101" y="74"/>
                    <a:pt x="76" y="65"/>
                  </a:cubicBezTo>
                  <a:cubicBezTo>
                    <a:pt x="50" y="55"/>
                    <a:pt x="0" y="53"/>
                    <a:pt x="1" y="13"/>
                  </a:cubicBezTo>
                </a:path>
              </a:pathLst>
            </a:custGeom>
            <a:solidFill>
              <a:srgbClr val="AFB2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90212" name="Freeform 324">
              <a:extLst>
                <a:ext uri="{FF2B5EF4-FFF2-40B4-BE49-F238E27FC236}">
                  <a16:creationId xmlns:a16="http://schemas.microsoft.com/office/drawing/2014/main" id="{6CF689DF-081E-4721-880E-A06D58051F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3" y="3152"/>
              <a:ext cx="118" cy="162"/>
            </a:xfrm>
            <a:custGeom>
              <a:avLst/>
              <a:gdLst>
                <a:gd name="T0" fmla="*/ 146 w 102"/>
                <a:gd name="T1" fmla="*/ 0 h 139"/>
                <a:gd name="T2" fmla="*/ 101 w 102"/>
                <a:gd name="T3" fmla="*/ 66 h 139"/>
                <a:gd name="T4" fmla="*/ 49 w 102"/>
                <a:gd name="T5" fmla="*/ 83 h 139"/>
                <a:gd name="T6" fmla="*/ 0 w 102"/>
                <a:gd name="T7" fmla="*/ 220 h 139"/>
                <a:gd name="T8" fmla="*/ 90 w 102"/>
                <a:gd name="T9" fmla="*/ 105 h 139"/>
                <a:gd name="T10" fmla="*/ 140 w 102"/>
                <a:gd name="T11" fmla="*/ 10 h 13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2" h="139">
                  <a:moveTo>
                    <a:pt x="94" y="0"/>
                  </a:moveTo>
                  <a:cubicBezTo>
                    <a:pt x="88" y="17"/>
                    <a:pt x="81" y="33"/>
                    <a:pt x="65" y="42"/>
                  </a:cubicBezTo>
                  <a:cubicBezTo>
                    <a:pt x="55" y="48"/>
                    <a:pt x="41" y="46"/>
                    <a:pt x="31" y="52"/>
                  </a:cubicBezTo>
                  <a:cubicBezTo>
                    <a:pt x="2" y="69"/>
                    <a:pt x="9" y="112"/>
                    <a:pt x="0" y="139"/>
                  </a:cubicBezTo>
                  <a:cubicBezTo>
                    <a:pt x="9" y="100"/>
                    <a:pt x="27" y="85"/>
                    <a:pt x="58" y="66"/>
                  </a:cubicBezTo>
                  <a:cubicBezTo>
                    <a:pt x="74" y="56"/>
                    <a:pt x="102" y="29"/>
                    <a:pt x="91" y="7"/>
                  </a:cubicBezTo>
                </a:path>
              </a:pathLst>
            </a:custGeom>
            <a:solidFill>
              <a:srgbClr val="AFB2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90213" name="Freeform 325">
              <a:extLst>
                <a:ext uri="{FF2B5EF4-FFF2-40B4-BE49-F238E27FC236}">
                  <a16:creationId xmlns:a16="http://schemas.microsoft.com/office/drawing/2014/main" id="{2439D909-62FD-45B8-84B4-B47FACE791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7" y="3675"/>
              <a:ext cx="131" cy="106"/>
            </a:xfrm>
            <a:custGeom>
              <a:avLst/>
              <a:gdLst>
                <a:gd name="T0" fmla="*/ 16 w 113"/>
                <a:gd name="T1" fmla="*/ 0 h 91"/>
                <a:gd name="T2" fmla="*/ 176 w 113"/>
                <a:gd name="T3" fmla="*/ 143 h 91"/>
                <a:gd name="T4" fmla="*/ 19 w 113"/>
                <a:gd name="T5" fmla="*/ 27 h 9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3" h="91">
                  <a:moveTo>
                    <a:pt x="10" y="0"/>
                  </a:moveTo>
                  <a:cubicBezTo>
                    <a:pt x="0" y="68"/>
                    <a:pt x="61" y="85"/>
                    <a:pt x="113" y="91"/>
                  </a:cubicBezTo>
                  <a:cubicBezTo>
                    <a:pt x="72" y="90"/>
                    <a:pt x="26" y="53"/>
                    <a:pt x="12" y="17"/>
                  </a:cubicBezTo>
                </a:path>
              </a:pathLst>
            </a:custGeom>
            <a:solidFill>
              <a:srgbClr val="AFB2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90214" name="Freeform 326">
              <a:extLst>
                <a:ext uri="{FF2B5EF4-FFF2-40B4-BE49-F238E27FC236}">
                  <a16:creationId xmlns:a16="http://schemas.microsoft.com/office/drawing/2014/main" id="{B125D3DB-11C6-4511-AAD6-2620E13D04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7" y="3637"/>
              <a:ext cx="167" cy="149"/>
            </a:xfrm>
            <a:custGeom>
              <a:avLst/>
              <a:gdLst>
                <a:gd name="T0" fmla="*/ 0 w 144"/>
                <a:gd name="T1" fmla="*/ 173 h 128"/>
                <a:gd name="T2" fmla="*/ 150 w 144"/>
                <a:gd name="T3" fmla="*/ 150 h 128"/>
                <a:gd name="T4" fmla="*/ 225 w 144"/>
                <a:gd name="T5" fmla="*/ 0 h 128"/>
                <a:gd name="T6" fmla="*/ 9 w 144"/>
                <a:gd name="T7" fmla="*/ 179 h 1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4" h="128">
                  <a:moveTo>
                    <a:pt x="0" y="110"/>
                  </a:moveTo>
                  <a:cubicBezTo>
                    <a:pt x="23" y="128"/>
                    <a:pt x="74" y="113"/>
                    <a:pt x="96" y="95"/>
                  </a:cubicBezTo>
                  <a:cubicBezTo>
                    <a:pt x="124" y="71"/>
                    <a:pt x="133" y="33"/>
                    <a:pt x="144" y="0"/>
                  </a:cubicBezTo>
                  <a:cubicBezTo>
                    <a:pt x="120" y="57"/>
                    <a:pt x="77" y="120"/>
                    <a:pt x="6" y="113"/>
                  </a:cubicBezTo>
                </a:path>
              </a:pathLst>
            </a:custGeom>
            <a:solidFill>
              <a:srgbClr val="AFB2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90215" name="Freeform 327">
              <a:extLst>
                <a:ext uri="{FF2B5EF4-FFF2-40B4-BE49-F238E27FC236}">
                  <a16:creationId xmlns:a16="http://schemas.microsoft.com/office/drawing/2014/main" id="{773C362D-B16E-4D31-9662-8933C0CEF9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5" y="3671"/>
              <a:ext cx="96" cy="104"/>
            </a:xfrm>
            <a:custGeom>
              <a:avLst/>
              <a:gdLst>
                <a:gd name="T0" fmla="*/ 0 w 82"/>
                <a:gd name="T1" fmla="*/ 0 h 90"/>
                <a:gd name="T2" fmla="*/ 16 w 82"/>
                <a:gd name="T3" fmla="*/ 43 h 90"/>
                <a:gd name="T4" fmla="*/ 37 w 82"/>
                <a:gd name="T5" fmla="*/ 80 h 90"/>
                <a:gd name="T6" fmla="*/ 131 w 82"/>
                <a:gd name="T7" fmla="*/ 139 h 90"/>
                <a:gd name="T8" fmla="*/ 74 w 82"/>
                <a:gd name="T9" fmla="*/ 103 h 90"/>
                <a:gd name="T10" fmla="*/ 37 w 82"/>
                <a:gd name="T11" fmla="*/ 70 h 90"/>
                <a:gd name="T12" fmla="*/ 15 w 82"/>
                <a:gd name="T13" fmla="*/ 36 h 90"/>
                <a:gd name="T14" fmla="*/ 1 w 82"/>
                <a:gd name="T15" fmla="*/ 8 h 9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2" h="90">
                  <a:moveTo>
                    <a:pt x="0" y="0"/>
                  </a:moveTo>
                  <a:cubicBezTo>
                    <a:pt x="0" y="9"/>
                    <a:pt x="6" y="20"/>
                    <a:pt x="10" y="28"/>
                  </a:cubicBezTo>
                  <a:cubicBezTo>
                    <a:pt x="14" y="37"/>
                    <a:pt x="17" y="45"/>
                    <a:pt x="23" y="52"/>
                  </a:cubicBezTo>
                  <a:cubicBezTo>
                    <a:pt x="39" y="72"/>
                    <a:pt x="59" y="81"/>
                    <a:pt x="82" y="90"/>
                  </a:cubicBezTo>
                  <a:cubicBezTo>
                    <a:pt x="70" y="87"/>
                    <a:pt x="56" y="75"/>
                    <a:pt x="46" y="67"/>
                  </a:cubicBezTo>
                  <a:cubicBezTo>
                    <a:pt x="38" y="61"/>
                    <a:pt x="30" y="54"/>
                    <a:pt x="23" y="46"/>
                  </a:cubicBezTo>
                  <a:cubicBezTo>
                    <a:pt x="18" y="39"/>
                    <a:pt x="13" y="31"/>
                    <a:pt x="9" y="23"/>
                  </a:cubicBezTo>
                  <a:cubicBezTo>
                    <a:pt x="5" y="18"/>
                    <a:pt x="4" y="10"/>
                    <a:pt x="1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90216" name="Freeform 328">
              <a:extLst>
                <a:ext uri="{FF2B5EF4-FFF2-40B4-BE49-F238E27FC236}">
                  <a16:creationId xmlns:a16="http://schemas.microsoft.com/office/drawing/2014/main" id="{F11AD5D1-3C57-422F-8588-64BAE56EEB0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1" y="3650"/>
              <a:ext cx="137" cy="117"/>
            </a:xfrm>
            <a:custGeom>
              <a:avLst/>
              <a:gdLst>
                <a:gd name="T0" fmla="*/ 185 w 118"/>
                <a:gd name="T1" fmla="*/ 0 h 101"/>
                <a:gd name="T2" fmla="*/ 114 w 118"/>
                <a:gd name="T3" fmla="*/ 107 h 101"/>
                <a:gd name="T4" fmla="*/ 57 w 118"/>
                <a:gd name="T5" fmla="*/ 144 h 101"/>
                <a:gd name="T6" fmla="*/ 31 w 118"/>
                <a:gd name="T7" fmla="*/ 154 h 101"/>
                <a:gd name="T8" fmla="*/ 0 w 118"/>
                <a:gd name="T9" fmla="*/ 155 h 101"/>
                <a:gd name="T10" fmla="*/ 72 w 118"/>
                <a:gd name="T11" fmla="*/ 125 h 101"/>
                <a:gd name="T12" fmla="*/ 125 w 118"/>
                <a:gd name="T13" fmla="*/ 78 h 101"/>
                <a:gd name="T14" fmla="*/ 157 w 118"/>
                <a:gd name="T15" fmla="*/ 42 h 101"/>
                <a:gd name="T16" fmla="*/ 181 w 118"/>
                <a:gd name="T17" fmla="*/ 8 h 10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8" h="101">
                  <a:moveTo>
                    <a:pt x="118" y="0"/>
                  </a:moveTo>
                  <a:cubicBezTo>
                    <a:pt x="112" y="25"/>
                    <a:pt x="89" y="50"/>
                    <a:pt x="72" y="68"/>
                  </a:cubicBezTo>
                  <a:cubicBezTo>
                    <a:pt x="61" y="78"/>
                    <a:pt x="50" y="86"/>
                    <a:pt x="36" y="92"/>
                  </a:cubicBezTo>
                  <a:cubicBezTo>
                    <a:pt x="31" y="95"/>
                    <a:pt x="25" y="97"/>
                    <a:pt x="20" y="99"/>
                  </a:cubicBezTo>
                  <a:cubicBezTo>
                    <a:pt x="14" y="101"/>
                    <a:pt x="7" y="100"/>
                    <a:pt x="0" y="100"/>
                  </a:cubicBezTo>
                  <a:cubicBezTo>
                    <a:pt x="16" y="94"/>
                    <a:pt x="33" y="90"/>
                    <a:pt x="46" y="80"/>
                  </a:cubicBezTo>
                  <a:cubicBezTo>
                    <a:pt x="59" y="71"/>
                    <a:pt x="69" y="61"/>
                    <a:pt x="80" y="50"/>
                  </a:cubicBezTo>
                  <a:cubicBezTo>
                    <a:pt x="87" y="43"/>
                    <a:pt x="94" y="35"/>
                    <a:pt x="100" y="27"/>
                  </a:cubicBezTo>
                  <a:cubicBezTo>
                    <a:pt x="105" y="21"/>
                    <a:pt x="113" y="13"/>
                    <a:pt x="115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90217" name="Freeform 329">
              <a:extLst>
                <a:ext uri="{FF2B5EF4-FFF2-40B4-BE49-F238E27FC236}">
                  <a16:creationId xmlns:a16="http://schemas.microsoft.com/office/drawing/2014/main" id="{AE8B9768-C9E3-42BC-A690-E192BDDD60C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8" y="3231"/>
              <a:ext cx="146" cy="575"/>
            </a:xfrm>
            <a:custGeom>
              <a:avLst/>
              <a:gdLst>
                <a:gd name="T0" fmla="*/ 9 w 126"/>
                <a:gd name="T1" fmla="*/ 0 h 496"/>
                <a:gd name="T2" fmla="*/ 0 w 126"/>
                <a:gd name="T3" fmla="*/ 312 h 496"/>
                <a:gd name="T4" fmla="*/ 9 w 126"/>
                <a:gd name="T5" fmla="*/ 492 h 496"/>
                <a:gd name="T6" fmla="*/ 51 w 126"/>
                <a:gd name="T7" fmla="*/ 664 h 496"/>
                <a:gd name="T8" fmla="*/ 187 w 126"/>
                <a:gd name="T9" fmla="*/ 707 h 496"/>
                <a:gd name="T10" fmla="*/ 155 w 126"/>
                <a:gd name="T11" fmla="*/ 609 h 496"/>
                <a:gd name="T12" fmla="*/ 110 w 126"/>
                <a:gd name="T13" fmla="*/ 490 h 496"/>
                <a:gd name="T14" fmla="*/ 117 w 126"/>
                <a:gd name="T15" fmla="*/ 212 h 496"/>
                <a:gd name="T16" fmla="*/ 96 w 126"/>
                <a:gd name="T17" fmla="*/ 65 h 496"/>
                <a:gd name="T18" fmla="*/ 41 w 126"/>
                <a:gd name="T19" fmla="*/ 2 h 49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6" h="496">
                  <a:moveTo>
                    <a:pt x="6" y="0"/>
                  </a:moveTo>
                  <a:cubicBezTo>
                    <a:pt x="16" y="66"/>
                    <a:pt x="0" y="134"/>
                    <a:pt x="0" y="200"/>
                  </a:cubicBezTo>
                  <a:cubicBezTo>
                    <a:pt x="0" y="239"/>
                    <a:pt x="4" y="277"/>
                    <a:pt x="6" y="316"/>
                  </a:cubicBezTo>
                  <a:cubicBezTo>
                    <a:pt x="7" y="354"/>
                    <a:pt x="11" y="394"/>
                    <a:pt x="33" y="426"/>
                  </a:cubicBezTo>
                  <a:cubicBezTo>
                    <a:pt x="47" y="446"/>
                    <a:pt x="109" y="496"/>
                    <a:pt x="120" y="454"/>
                  </a:cubicBezTo>
                  <a:cubicBezTo>
                    <a:pt x="126" y="434"/>
                    <a:pt x="109" y="408"/>
                    <a:pt x="100" y="391"/>
                  </a:cubicBezTo>
                  <a:cubicBezTo>
                    <a:pt x="87" y="366"/>
                    <a:pt x="76" y="344"/>
                    <a:pt x="71" y="315"/>
                  </a:cubicBezTo>
                  <a:cubicBezTo>
                    <a:pt x="61" y="254"/>
                    <a:pt x="71" y="197"/>
                    <a:pt x="75" y="136"/>
                  </a:cubicBezTo>
                  <a:cubicBezTo>
                    <a:pt x="78" y="102"/>
                    <a:pt x="79" y="71"/>
                    <a:pt x="62" y="41"/>
                  </a:cubicBezTo>
                  <a:cubicBezTo>
                    <a:pt x="52" y="23"/>
                    <a:pt x="40" y="17"/>
                    <a:pt x="26" y="2"/>
                  </a:cubicBezTo>
                </a:path>
              </a:pathLst>
            </a:custGeom>
            <a:solidFill>
              <a:srgbClr val="D7DB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90218" name="Freeform 330">
              <a:extLst>
                <a:ext uri="{FF2B5EF4-FFF2-40B4-BE49-F238E27FC236}">
                  <a16:creationId xmlns:a16="http://schemas.microsoft.com/office/drawing/2014/main" id="{B0CC97E5-949B-4A1B-BD91-0222B89A18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1" y="2253"/>
              <a:ext cx="177" cy="942"/>
            </a:xfrm>
            <a:custGeom>
              <a:avLst/>
              <a:gdLst>
                <a:gd name="T0" fmla="*/ 69 w 152"/>
                <a:gd name="T1" fmla="*/ 2 h 813"/>
                <a:gd name="T2" fmla="*/ 12 w 152"/>
                <a:gd name="T3" fmla="*/ 262 h 813"/>
                <a:gd name="T4" fmla="*/ 16 w 152"/>
                <a:gd name="T5" fmla="*/ 499 h 813"/>
                <a:gd name="T6" fmla="*/ 50 w 152"/>
                <a:gd name="T7" fmla="*/ 951 h 813"/>
                <a:gd name="T8" fmla="*/ 93 w 152"/>
                <a:gd name="T9" fmla="*/ 1208 h 813"/>
                <a:gd name="T10" fmla="*/ 189 w 152"/>
                <a:gd name="T11" fmla="*/ 1253 h 813"/>
                <a:gd name="T12" fmla="*/ 232 w 152"/>
                <a:gd name="T13" fmla="*/ 1176 h 813"/>
                <a:gd name="T14" fmla="*/ 142 w 152"/>
                <a:gd name="T15" fmla="*/ 981 h 813"/>
                <a:gd name="T16" fmla="*/ 151 w 152"/>
                <a:gd name="T17" fmla="*/ 827 h 813"/>
                <a:gd name="T18" fmla="*/ 155 w 152"/>
                <a:gd name="T19" fmla="*/ 635 h 813"/>
                <a:gd name="T20" fmla="*/ 147 w 152"/>
                <a:gd name="T21" fmla="*/ 419 h 813"/>
                <a:gd name="T22" fmla="*/ 171 w 152"/>
                <a:gd name="T23" fmla="*/ 226 h 813"/>
                <a:gd name="T24" fmla="*/ 125 w 152"/>
                <a:gd name="T25" fmla="*/ 0 h 81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52" h="813">
                  <a:moveTo>
                    <a:pt x="44" y="2"/>
                  </a:moveTo>
                  <a:cubicBezTo>
                    <a:pt x="39" y="59"/>
                    <a:pt x="16" y="112"/>
                    <a:pt x="8" y="168"/>
                  </a:cubicBezTo>
                  <a:cubicBezTo>
                    <a:pt x="0" y="220"/>
                    <a:pt x="8" y="270"/>
                    <a:pt x="10" y="321"/>
                  </a:cubicBezTo>
                  <a:cubicBezTo>
                    <a:pt x="13" y="419"/>
                    <a:pt x="20" y="515"/>
                    <a:pt x="32" y="612"/>
                  </a:cubicBezTo>
                  <a:cubicBezTo>
                    <a:pt x="39" y="670"/>
                    <a:pt x="25" y="727"/>
                    <a:pt x="59" y="777"/>
                  </a:cubicBezTo>
                  <a:cubicBezTo>
                    <a:pt x="72" y="798"/>
                    <a:pt x="94" y="813"/>
                    <a:pt x="119" y="805"/>
                  </a:cubicBezTo>
                  <a:cubicBezTo>
                    <a:pt x="140" y="799"/>
                    <a:pt x="152" y="778"/>
                    <a:pt x="147" y="756"/>
                  </a:cubicBezTo>
                  <a:cubicBezTo>
                    <a:pt x="135" y="712"/>
                    <a:pt x="99" y="678"/>
                    <a:pt x="90" y="631"/>
                  </a:cubicBezTo>
                  <a:cubicBezTo>
                    <a:pt x="84" y="597"/>
                    <a:pt x="91" y="567"/>
                    <a:pt x="96" y="532"/>
                  </a:cubicBezTo>
                  <a:cubicBezTo>
                    <a:pt x="102" y="491"/>
                    <a:pt x="101" y="449"/>
                    <a:pt x="98" y="408"/>
                  </a:cubicBezTo>
                  <a:cubicBezTo>
                    <a:pt x="95" y="362"/>
                    <a:pt x="91" y="315"/>
                    <a:pt x="93" y="269"/>
                  </a:cubicBezTo>
                  <a:cubicBezTo>
                    <a:pt x="95" y="227"/>
                    <a:pt x="106" y="187"/>
                    <a:pt x="108" y="145"/>
                  </a:cubicBezTo>
                  <a:cubicBezTo>
                    <a:pt x="109" y="107"/>
                    <a:pt x="126" y="19"/>
                    <a:pt x="79" y="0"/>
                  </a:cubicBezTo>
                </a:path>
              </a:pathLst>
            </a:custGeom>
            <a:solidFill>
              <a:srgbClr val="D7DB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90219" name="Freeform 331">
              <a:extLst>
                <a:ext uri="{FF2B5EF4-FFF2-40B4-BE49-F238E27FC236}">
                  <a16:creationId xmlns:a16="http://schemas.microsoft.com/office/drawing/2014/main" id="{82BBE6FE-0532-43DF-B645-E8826D19C7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8" y="2282"/>
              <a:ext cx="55" cy="605"/>
            </a:xfrm>
            <a:custGeom>
              <a:avLst/>
              <a:gdLst>
                <a:gd name="T0" fmla="*/ 75 w 47"/>
                <a:gd name="T1" fmla="*/ 0 h 522"/>
                <a:gd name="T2" fmla="*/ 73 w 47"/>
                <a:gd name="T3" fmla="*/ 812 h 522"/>
                <a:gd name="T4" fmla="*/ 75 w 47"/>
                <a:gd name="T5" fmla="*/ 0 h 5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7" h="522">
                  <a:moveTo>
                    <a:pt x="47" y="0"/>
                  </a:moveTo>
                  <a:cubicBezTo>
                    <a:pt x="47" y="0"/>
                    <a:pt x="0" y="301"/>
                    <a:pt x="45" y="522"/>
                  </a:cubicBezTo>
                  <a:cubicBezTo>
                    <a:pt x="45" y="522"/>
                    <a:pt x="22" y="105"/>
                    <a:pt x="4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90220" name="Freeform 332">
              <a:extLst>
                <a:ext uri="{FF2B5EF4-FFF2-40B4-BE49-F238E27FC236}">
                  <a16:creationId xmlns:a16="http://schemas.microsoft.com/office/drawing/2014/main" id="{2DCA813E-C2CB-4CFE-911C-94BF056C44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9" y="2669"/>
              <a:ext cx="212" cy="608"/>
            </a:xfrm>
            <a:custGeom>
              <a:avLst/>
              <a:gdLst>
                <a:gd name="T0" fmla="*/ 164 w 182"/>
                <a:gd name="T1" fmla="*/ 0 h 524"/>
                <a:gd name="T2" fmla="*/ 61 w 182"/>
                <a:gd name="T3" fmla="*/ 143 h 524"/>
                <a:gd name="T4" fmla="*/ 26 w 182"/>
                <a:gd name="T5" fmla="*/ 343 h 524"/>
                <a:gd name="T6" fmla="*/ 44 w 182"/>
                <a:gd name="T7" fmla="*/ 618 h 524"/>
                <a:gd name="T8" fmla="*/ 96 w 182"/>
                <a:gd name="T9" fmla="*/ 818 h 524"/>
                <a:gd name="T10" fmla="*/ 164 w 182"/>
                <a:gd name="T11" fmla="*/ 436 h 524"/>
                <a:gd name="T12" fmla="*/ 240 w 182"/>
                <a:gd name="T13" fmla="*/ 26 h 5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2" h="524">
                  <a:moveTo>
                    <a:pt x="104" y="0"/>
                  </a:moveTo>
                  <a:cubicBezTo>
                    <a:pt x="96" y="48"/>
                    <a:pt x="69" y="60"/>
                    <a:pt x="39" y="91"/>
                  </a:cubicBezTo>
                  <a:cubicBezTo>
                    <a:pt x="0" y="130"/>
                    <a:pt x="8" y="167"/>
                    <a:pt x="16" y="220"/>
                  </a:cubicBezTo>
                  <a:cubicBezTo>
                    <a:pt x="24" y="278"/>
                    <a:pt x="24" y="339"/>
                    <a:pt x="28" y="396"/>
                  </a:cubicBezTo>
                  <a:cubicBezTo>
                    <a:pt x="31" y="436"/>
                    <a:pt x="17" y="507"/>
                    <a:pt x="60" y="524"/>
                  </a:cubicBezTo>
                  <a:cubicBezTo>
                    <a:pt x="132" y="444"/>
                    <a:pt x="82" y="366"/>
                    <a:pt x="104" y="279"/>
                  </a:cubicBezTo>
                  <a:cubicBezTo>
                    <a:pt x="125" y="196"/>
                    <a:pt x="182" y="104"/>
                    <a:pt x="152" y="16"/>
                  </a:cubicBezTo>
                </a:path>
              </a:pathLst>
            </a:custGeom>
            <a:solidFill>
              <a:srgbClr val="D7DB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90221" name="Freeform 333">
              <a:extLst>
                <a:ext uri="{FF2B5EF4-FFF2-40B4-BE49-F238E27FC236}">
                  <a16:creationId xmlns:a16="http://schemas.microsoft.com/office/drawing/2014/main" id="{DE95CE76-5389-47CC-BB82-D4D45D0BD4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3" y="3332"/>
              <a:ext cx="147" cy="449"/>
            </a:xfrm>
            <a:custGeom>
              <a:avLst/>
              <a:gdLst>
                <a:gd name="T0" fmla="*/ 43 w 127"/>
                <a:gd name="T1" fmla="*/ 0 h 387"/>
                <a:gd name="T2" fmla="*/ 163 w 127"/>
                <a:gd name="T3" fmla="*/ 118 h 387"/>
                <a:gd name="T4" fmla="*/ 174 w 127"/>
                <a:gd name="T5" fmla="*/ 362 h 387"/>
                <a:gd name="T6" fmla="*/ 45 w 127"/>
                <a:gd name="T7" fmla="*/ 598 h 387"/>
                <a:gd name="T8" fmla="*/ 19 w 127"/>
                <a:gd name="T9" fmla="*/ 61 h 38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7" h="387">
                  <a:moveTo>
                    <a:pt x="28" y="0"/>
                  </a:moveTo>
                  <a:cubicBezTo>
                    <a:pt x="32" y="41"/>
                    <a:pt x="86" y="45"/>
                    <a:pt x="105" y="76"/>
                  </a:cubicBezTo>
                  <a:cubicBezTo>
                    <a:pt x="127" y="112"/>
                    <a:pt x="112" y="191"/>
                    <a:pt x="112" y="232"/>
                  </a:cubicBezTo>
                  <a:cubicBezTo>
                    <a:pt x="112" y="271"/>
                    <a:pt x="81" y="387"/>
                    <a:pt x="29" y="383"/>
                  </a:cubicBezTo>
                  <a:cubicBezTo>
                    <a:pt x="0" y="272"/>
                    <a:pt x="24" y="156"/>
                    <a:pt x="12" y="40"/>
                  </a:cubicBezTo>
                </a:path>
              </a:pathLst>
            </a:custGeom>
            <a:solidFill>
              <a:srgbClr val="D7DB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90222" name="Freeform 334">
              <a:extLst>
                <a:ext uri="{FF2B5EF4-FFF2-40B4-BE49-F238E27FC236}">
                  <a16:creationId xmlns:a16="http://schemas.microsoft.com/office/drawing/2014/main" id="{BDF23025-C3A9-4545-B0AB-E2E71192BD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5" y="2719"/>
              <a:ext cx="101" cy="483"/>
            </a:xfrm>
            <a:custGeom>
              <a:avLst/>
              <a:gdLst>
                <a:gd name="T0" fmla="*/ 35 w 87"/>
                <a:gd name="T1" fmla="*/ 0 h 417"/>
                <a:gd name="T2" fmla="*/ 100 w 87"/>
                <a:gd name="T3" fmla="*/ 57 h 417"/>
                <a:gd name="T4" fmla="*/ 132 w 87"/>
                <a:gd name="T5" fmla="*/ 109 h 417"/>
                <a:gd name="T6" fmla="*/ 106 w 87"/>
                <a:gd name="T7" fmla="*/ 361 h 417"/>
                <a:gd name="T8" fmla="*/ 79 w 87"/>
                <a:gd name="T9" fmla="*/ 602 h 417"/>
                <a:gd name="T10" fmla="*/ 27 w 87"/>
                <a:gd name="T11" fmla="*/ 581 h 417"/>
                <a:gd name="T12" fmla="*/ 42 w 87"/>
                <a:gd name="T13" fmla="*/ 507 h 417"/>
                <a:gd name="T14" fmla="*/ 51 w 87"/>
                <a:gd name="T15" fmla="*/ 407 h 417"/>
                <a:gd name="T16" fmla="*/ 28 w 87"/>
                <a:gd name="T17" fmla="*/ 145 h 417"/>
                <a:gd name="T18" fmla="*/ 20 w 87"/>
                <a:gd name="T19" fmla="*/ 7 h 41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7" h="417">
                  <a:moveTo>
                    <a:pt x="22" y="0"/>
                  </a:moveTo>
                  <a:cubicBezTo>
                    <a:pt x="30" y="18"/>
                    <a:pt x="47" y="29"/>
                    <a:pt x="64" y="36"/>
                  </a:cubicBezTo>
                  <a:cubicBezTo>
                    <a:pt x="83" y="42"/>
                    <a:pt x="87" y="49"/>
                    <a:pt x="84" y="70"/>
                  </a:cubicBezTo>
                  <a:cubicBezTo>
                    <a:pt x="76" y="124"/>
                    <a:pt x="72" y="178"/>
                    <a:pt x="67" y="232"/>
                  </a:cubicBezTo>
                  <a:cubicBezTo>
                    <a:pt x="63" y="284"/>
                    <a:pt x="66" y="338"/>
                    <a:pt x="51" y="388"/>
                  </a:cubicBezTo>
                  <a:cubicBezTo>
                    <a:pt x="41" y="417"/>
                    <a:pt x="17" y="400"/>
                    <a:pt x="17" y="374"/>
                  </a:cubicBezTo>
                  <a:cubicBezTo>
                    <a:pt x="17" y="358"/>
                    <a:pt x="24" y="343"/>
                    <a:pt x="27" y="326"/>
                  </a:cubicBezTo>
                  <a:cubicBezTo>
                    <a:pt x="30" y="305"/>
                    <a:pt x="32" y="283"/>
                    <a:pt x="33" y="262"/>
                  </a:cubicBezTo>
                  <a:cubicBezTo>
                    <a:pt x="35" y="205"/>
                    <a:pt x="29" y="148"/>
                    <a:pt x="18" y="93"/>
                  </a:cubicBezTo>
                  <a:cubicBezTo>
                    <a:pt x="13" y="69"/>
                    <a:pt x="0" y="28"/>
                    <a:pt x="13" y="4"/>
                  </a:cubicBezTo>
                </a:path>
              </a:pathLst>
            </a:custGeom>
            <a:solidFill>
              <a:srgbClr val="C4C6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90223" name="Freeform 335">
              <a:extLst>
                <a:ext uri="{FF2B5EF4-FFF2-40B4-BE49-F238E27FC236}">
                  <a16:creationId xmlns:a16="http://schemas.microsoft.com/office/drawing/2014/main" id="{8E40D1F3-8878-4079-8F1E-FC48B3847B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0" y="3242"/>
              <a:ext cx="95" cy="556"/>
            </a:xfrm>
            <a:custGeom>
              <a:avLst/>
              <a:gdLst>
                <a:gd name="T0" fmla="*/ 48 w 82"/>
                <a:gd name="T1" fmla="*/ 3 h 480"/>
                <a:gd name="T2" fmla="*/ 92 w 82"/>
                <a:gd name="T3" fmla="*/ 59 h 480"/>
                <a:gd name="T4" fmla="*/ 100 w 82"/>
                <a:gd name="T5" fmla="*/ 173 h 480"/>
                <a:gd name="T6" fmla="*/ 120 w 82"/>
                <a:gd name="T7" fmla="*/ 420 h 480"/>
                <a:gd name="T8" fmla="*/ 108 w 82"/>
                <a:gd name="T9" fmla="*/ 620 h 480"/>
                <a:gd name="T10" fmla="*/ 17 w 82"/>
                <a:gd name="T11" fmla="*/ 710 h 480"/>
                <a:gd name="T12" fmla="*/ 45 w 82"/>
                <a:gd name="T13" fmla="*/ 667 h 480"/>
                <a:gd name="T14" fmla="*/ 76 w 82"/>
                <a:gd name="T15" fmla="*/ 578 h 480"/>
                <a:gd name="T16" fmla="*/ 96 w 82"/>
                <a:gd name="T17" fmla="*/ 357 h 480"/>
                <a:gd name="T18" fmla="*/ 78 w 82"/>
                <a:gd name="T19" fmla="*/ 185 h 480"/>
                <a:gd name="T20" fmla="*/ 0 w 82"/>
                <a:gd name="T21" fmla="*/ 124 h 480"/>
                <a:gd name="T22" fmla="*/ 50 w 82"/>
                <a:gd name="T23" fmla="*/ 111 h 480"/>
                <a:gd name="T24" fmla="*/ 48 w 82"/>
                <a:gd name="T25" fmla="*/ 32 h 48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82" h="480">
                  <a:moveTo>
                    <a:pt x="30" y="3"/>
                  </a:moveTo>
                  <a:cubicBezTo>
                    <a:pt x="53" y="0"/>
                    <a:pt x="59" y="20"/>
                    <a:pt x="59" y="38"/>
                  </a:cubicBezTo>
                  <a:cubicBezTo>
                    <a:pt x="60" y="62"/>
                    <a:pt x="61" y="87"/>
                    <a:pt x="64" y="111"/>
                  </a:cubicBezTo>
                  <a:cubicBezTo>
                    <a:pt x="71" y="163"/>
                    <a:pt x="72" y="217"/>
                    <a:pt x="78" y="270"/>
                  </a:cubicBezTo>
                  <a:cubicBezTo>
                    <a:pt x="82" y="314"/>
                    <a:pt x="79" y="356"/>
                    <a:pt x="69" y="399"/>
                  </a:cubicBezTo>
                  <a:cubicBezTo>
                    <a:pt x="65" y="415"/>
                    <a:pt x="37" y="480"/>
                    <a:pt x="11" y="457"/>
                  </a:cubicBezTo>
                  <a:cubicBezTo>
                    <a:pt x="15" y="448"/>
                    <a:pt x="24" y="439"/>
                    <a:pt x="29" y="429"/>
                  </a:cubicBezTo>
                  <a:cubicBezTo>
                    <a:pt x="39" y="411"/>
                    <a:pt x="45" y="393"/>
                    <a:pt x="49" y="372"/>
                  </a:cubicBezTo>
                  <a:cubicBezTo>
                    <a:pt x="58" y="326"/>
                    <a:pt x="62" y="277"/>
                    <a:pt x="62" y="230"/>
                  </a:cubicBezTo>
                  <a:cubicBezTo>
                    <a:pt x="62" y="198"/>
                    <a:pt x="72" y="147"/>
                    <a:pt x="50" y="119"/>
                  </a:cubicBezTo>
                  <a:cubicBezTo>
                    <a:pt x="37" y="103"/>
                    <a:pt x="6" y="100"/>
                    <a:pt x="0" y="79"/>
                  </a:cubicBezTo>
                  <a:cubicBezTo>
                    <a:pt x="11" y="73"/>
                    <a:pt x="24" y="88"/>
                    <a:pt x="32" y="72"/>
                  </a:cubicBezTo>
                  <a:cubicBezTo>
                    <a:pt x="39" y="58"/>
                    <a:pt x="23" y="33"/>
                    <a:pt x="30" y="21"/>
                  </a:cubicBezTo>
                </a:path>
              </a:pathLst>
            </a:custGeom>
            <a:solidFill>
              <a:srgbClr val="C4C6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90224" name="Freeform 336">
              <a:extLst>
                <a:ext uri="{FF2B5EF4-FFF2-40B4-BE49-F238E27FC236}">
                  <a16:creationId xmlns:a16="http://schemas.microsoft.com/office/drawing/2014/main" id="{71F2BB35-1441-4BDF-A87B-763CF34940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9" y="3207"/>
              <a:ext cx="90" cy="510"/>
            </a:xfrm>
            <a:custGeom>
              <a:avLst/>
              <a:gdLst>
                <a:gd name="T0" fmla="*/ 110 w 78"/>
                <a:gd name="T1" fmla="*/ 0 h 440"/>
                <a:gd name="T2" fmla="*/ 115 w 78"/>
                <a:gd name="T3" fmla="*/ 162 h 440"/>
                <a:gd name="T4" fmla="*/ 113 w 78"/>
                <a:gd name="T5" fmla="*/ 314 h 440"/>
                <a:gd name="T6" fmla="*/ 88 w 78"/>
                <a:gd name="T7" fmla="*/ 567 h 440"/>
                <a:gd name="T8" fmla="*/ 55 w 78"/>
                <a:gd name="T9" fmla="*/ 619 h 440"/>
                <a:gd name="T10" fmla="*/ 2 w 78"/>
                <a:gd name="T11" fmla="*/ 648 h 440"/>
                <a:gd name="T12" fmla="*/ 40 w 78"/>
                <a:gd name="T13" fmla="*/ 566 h 440"/>
                <a:gd name="T14" fmla="*/ 73 w 78"/>
                <a:gd name="T15" fmla="*/ 432 h 440"/>
                <a:gd name="T16" fmla="*/ 83 w 78"/>
                <a:gd name="T17" fmla="*/ 197 h 440"/>
                <a:gd name="T18" fmla="*/ 102 w 78"/>
                <a:gd name="T19" fmla="*/ 28 h 44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8" h="440">
                  <a:moveTo>
                    <a:pt x="71" y="0"/>
                  </a:moveTo>
                  <a:cubicBezTo>
                    <a:pt x="78" y="31"/>
                    <a:pt x="76" y="71"/>
                    <a:pt x="75" y="104"/>
                  </a:cubicBezTo>
                  <a:cubicBezTo>
                    <a:pt x="74" y="136"/>
                    <a:pt x="77" y="169"/>
                    <a:pt x="74" y="202"/>
                  </a:cubicBezTo>
                  <a:cubicBezTo>
                    <a:pt x="69" y="255"/>
                    <a:pt x="75" y="314"/>
                    <a:pt x="57" y="364"/>
                  </a:cubicBezTo>
                  <a:cubicBezTo>
                    <a:pt x="53" y="376"/>
                    <a:pt x="45" y="388"/>
                    <a:pt x="36" y="398"/>
                  </a:cubicBezTo>
                  <a:cubicBezTo>
                    <a:pt x="30" y="407"/>
                    <a:pt x="6" y="440"/>
                    <a:pt x="2" y="416"/>
                  </a:cubicBezTo>
                  <a:cubicBezTo>
                    <a:pt x="0" y="402"/>
                    <a:pt x="22" y="377"/>
                    <a:pt x="26" y="363"/>
                  </a:cubicBezTo>
                  <a:cubicBezTo>
                    <a:pt x="36" y="335"/>
                    <a:pt x="43" y="307"/>
                    <a:pt x="48" y="278"/>
                  </a:cubicBezTo>
                  <a:cubicBezTo>
                    <a:pt x="56" y="228"/>
                    <a:pt x="50" y="177"/>
                    <a:pt x="54" y="127"/>
                  </a:cubicBezTo>
                  <a:cubicBezTo>
                    <a:pt x="57" y="90"/>
                    <a:pt x="60" y="54"/>
                    <a:pt x="66" y="18"/>
                  </a:cubicBezTo>
                </a:path>
              </a:pathLst>
            </a:custGeom>
            <a:solidFill>
              <a:srgbClr val="C4C6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90225" name="Freeform 337">
              <a:extLst>
                <a:ext uri="{FF2B5EF4-FFF2-40B4-BE49-F238E27FC236}">
                  <a16:creationId xmlns:a16="http://schemas.microsoft.com/office/drawing/2014/main" id="{1CC5974E-537D-4A6F-A6A1-A889A67286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9" y="2532"/>
              <a:ext cx="146" cy="216"/>
            </a:xfrm>
            <a:custGeom>
              <a:avLst/>
              <a:gdLst>
                <a:gd name="T0" fmla="*/ 0 w 126"/>
                <a:gd name="T1" fmla="*/ 268 h 186"/>
                <a:gd name="T2" fmla="*/ 151 w 126"/>
                <a:gd name="T3" fmla="*/ 77 h 186"/>
                <a:gd name="T4" fmla="*/ 188 w 126"/>
                <a:gd name="T5" fmla="*/ 41 h 186"/>
                <a:gd name="T6" fmla="*/ 168 w 126"/>
                <a:gd name="T7" fmla="*/ 153 h 186"/>
                <a:gd name="T8" fmla="*/ 85 w 126"/>
                <a:gd name="T9" fmla="*/ 262 h 186"/>
                <a:gd name="T10" fmla="*/ 41 w 126"/>
                <a:gd name="T11" fmla="*/ 289 h 186"/>
                <a:gd name="T12" fmla="*/ 2 w 126"/>
                <a:gd name="T13" fmla="*/ 281 h 18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6" h="186">
                  <a:moveTo>
                    <a:pt x="0" y="171"/>
                  </a:moveTo>
                  <a:cubicBezTo>
                    <a:pt x="57" y="157"/>
                    <a:pt x="76" y="98"/>
                    <a:pt x="97" y="49"/>
                  </a:cubicBezTo>
                  <a:cubicBezTo>
                    <a:pt x="101" y="38"/>
                    <a:pt x="115" y="0"/>
                    <a:pt x="121" y="26"/>
                  </a:cubicBezTo>
                  <a:cubicBezTo>
                    <a:pt x="126" y="46"/>
                    <a:pt x="113" y="79"/>
                    <a:pt x="108" y="98"/>
                  </a:cubicBezTo>
                  <a:cubicBezTo>
                    <a:pt x="98" y="134"/>
                    <a:pt x="83" y="147"/>
                    <a:pt x="54" y="168"/>
                  </a:cubicBezTo>
                  <a:cubicBezTo>
                    <a:pt x="46" y="173"/>
                    <a:pt x="36" y="182"/>
                    <a:pt x="26" y="184"/>
                  </a:cubicBezTo>
                  <a:cubicBezTo>
                    <a:pt x="18" y="186"/>
                    <a:pt x="4" y="179"/>
                    <a:pt x="2" y="179"/>
                  </a:cubicBezTo>
                </a:path>
              </a:pathLst>
            </a:custGeom>
            <a:solidFill>
              <a:srgbClr val="C4C6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90226" name="Freeform 338">
              <a:extLst>
                <a:ext uri="{FF2B5EF4-FFF2-40B4-BE49-F238E27FC236}">
                  <a16:creationId xmlns:a16="http://schemas.microsoft.com/office/drawing/2014/main" id="{BEC68DDF-D60A-4C5F-9559-C6B1368F40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0" y="2268"/>
              <a:ext cx="109" cy="660"/>
            </a:xfrm>
            <a:custGeom>
              <a:avLst/>
              <a:gdLst>
                <a:gd name="T0" fmla="*/ 79 w 94"/>
                <a:gd name="T1" fmla="*/ 0 h 569"/>
                <a:gd name="T2" fmla="*/ 101 w 94"/>
                <a:gd name="T3" fmla="*/ 74 h 569"/>
                <a:gd name="T4" fmla="*/ 125 w 94"/>
                <a:gd name="T5" fmla="*/ 187 h 569"/>
                <a:gd name="T6" fmla="*/ 144 w 94"/>
                <a:gd name="T7" fmla="*/ 333 h 569"/>
                <a:gd name="T8" fmla="*/ 143 w 94"/>
                <a:gd name="T9" fmla="*/ 514 h 569"/>
                <a:gd name="T10" fmla="*/ 116 w 94"/>
                <a:gd name="T11" fmla="*/ 702 h 569"/>
                <a:gd name="T12" fmla="*/ 104 w 94"/>
                <a:gd name="T13" fmla="*/ 803 h 569"/>
                <a:gd name="T14" fmla="*/ 100 w 94"/>
                <a:gd name="T15" fmla="*/ 889 h 569"/>
                <a:gd name="T16" fmla="*/ 67 w 94"/>
                <a:gd name="T17" fmla="*/ 788 h 569"/>
                <a:gd name="T18" fmla="*/ 35 w 94"/>
                <a:gd name="T19" fmla="*/ 553 h 569"/>
                <a:gd name="T20" fmla="*/ 10 w 94"/>
                <a:gd name="T21" fmla="*/ 293 h 569"/>
                <a:gd name="T22" fmla="*/ 41 w 94"/>
                <a:gd name="T23" fmla="*/ 61 h 56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94" h="569">
                  <a:moveTo>
                    <a:pt x="51" y="0"/>
                  </a:moveTo>
                  <a:cubicBezTo>
                    <a:pt x="60" y="13"/>
                    <a:pt x="61" y="32"/>
                    <a:pt x="65" y="47"/>
                  </a:cubicBezTo>
                  <a:cubicBezTo>
                    <a:pt x="71" y="71"/>
                    <a:pt x="75" y="96"/>
                    <a:pt x="80" y="120"/>
                  </a:cubicBezTo>
                  <a:cubicBezTo>
                    <a:pt x="87" y="152"/>
                    <a:pt x="91" y="181"/>
                    <a:pt x="92" y="213"/>
                  </a:cubicBezTo>
                  <a:cubicBezTo>
                    <a:pt x="94" y="252"/>
                    <a:pt x="93" y="290"/>
                    <a:pt x="91" y="329"/>
                  </a:cubicBezTo>
                  <a:cubicBezTo>
                    <a:pt x="89" y="370"/>
                    <a:pt x="82" y="410"/>
                    <a:pt x="74" y="450"/>
                  </a:cubicBezTo>
                  <a:cubicBezTo>
                    <a:pt x="70" y="471"/>
                    <a:pt x="68" y="493"/>
                    <a:pt x="67" y="515"/>
                  </a:cubicBezTo>
                  <a:cubicBezTo>
                    <a:pt x="67" y="531"/>
                    <a:pt x="68" y="554"/>
                    <a:pt x="64" y="569"/>
                  </a:cubicBezTo>
                  <a:cubicBezTo>
                    <a:pt x="49" y="559"/>
                    <a:pt x="47" y="520"/>
                    <a:pt x="43" y="504"/>
                  </a:cubicBezTo>
                  <a:cubicBezTo>
                    <a:pt x="31" y="455"/>
                    <a:pt x="26" y="404"/>
                    <a:pt x="22" y="354"/>
                  </a:cubicBezTo>
                  <a:cubicBezTo>
                    <a:pt x="18" y="299"/>
                    <a:pt x="15" y="243"/>
                    <a:pt x="7" y="188"/>
                  </a:cubicBezTo>
                  <a:cubicBezTo>
                    <a:pt x="0" y="142"/>
                    <a:pt x="0" y="81"/>
                    <a:pt x="26" y="40"/>
                  </a:cubicBezTo>
                </a:path>
              </a:pathLst>
            </a:custGeom>
            <a:solidFill>
              <a:srgbClr val="C4C6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90227" name="Freeform 339">
              <a:extLst>
                <a:ext uri="{FF2B5EF4-FFF2-40B4-BE49-F238E27FC236}">
                  <a16:creationId xmlns:a16="http://schemas.microsoft.com/office/drawing/2014/main" id="{3F66F61A-0538-4B12-800F-AF50D1FE43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1" y="2696"/>
              <a:ext cx="126" cy="462"/>
            </a:xfrm>
            <a:custGeom>
              <a:avLst/>
              <a:gdLst>
                <a:gd name="T0" fmla="*/ 172 w 108"/>
                <a:gd name="T1" fmla="*/ 248 h 399"/>
                <a:gd name="T2" fmla="*/ 160 w 108"/>
                <a:gd name="T3" fmla="*/ 351 h 399"/>
                <a:gd name="T4" fmla="*/ 145 w 108"/>
                <a:gd name="T5" fmla="*/ 478 h 399"/>
                <a:gd name="T6" fmla="*/ 106 w 108"/>
                <a:gd name="T7" fmla="*/ 579 h 399"/>
                <a:gd name="T8" fmla="*/ 67 w 108"/>
                <a:gd name="T9" fmla="*/ 594 h 399"/>
                <a:gd name="T10" fmla="*/ 32 w 108"/>
                <a:gd name="T11" fmla="*/ 619 h 399"/>
                <a:gd name="T12" fmla="*/ 43 w 108"/>
                <a:gd name="T13" fmla="*/ 513 h 399"/>
                <a:gd name="T14" fmla="*/ 86 w 108"/>
                <a:gd name="T15" fmla="*/ 354 h 399"/>
                <a:gd name="T16" fmla="*/ 103 w 108"/>
                <a:gd name="T17" fmla="*/ 176 h 399"/>
                <a:gd name="T18" fmla="*/ 106 w 108"/>
                <a:gd name="T19" fmla="*/ 68 h 399"/>
                <a:gd name="T20" fmla="*/ 125 w 108"/>
                <a:gd name="T21" fmla="*/ 0 h 39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08" h="399">
                  <a:moveTo>
                    <a:pt x="108" y="160"/>
                  </a:moveTo>
                  <a:cubicBezTo>
                    <a:pt x="102" y="180"/>
                    <a:pt x="102" y="205"/>
                    <a:pt x="100" y="226"/>
                  </a:cubicBezTo>
                  <a:cubicBezTo>
                    <a:pt x="97" y="254"/>
                    <a:pt x="96" y="281"/>
                    <a:pt x="91" y="308"/>
                  </a:cubicBezTo>
                  <a:cubicBezTo>
                    <a:pt x="87" y="326"/>
                    <a:pt x="81" y="359"/>
                    <a:pt x="67" y="373"/>
                  </a:cubicBezTo>
                  <a:cubicBezTo>
                    <a:pt x="60" y="380"/>
                    <a:pt x="51" y="379"/>
                    <a:pt x="42" y="383"/>
                  </a:cubicBezTo>
                  <a:cubicBezTo>
                    <a:pt x="32" y="386"/>
                    <a:pt x="27" y="393"/>
                    <a:pt x="20" y="399"/>
                  </a:cubicBezTo>
                  <a:cubicBezTo>
                    <a:pt x="0" y="388"/>
                    <a:pt x="20" y="345"/>
                    <a:pt x="27" y="331"/>
                  </a:cubicBezTo>
                  <a:cubicBezTo>
                    <a:pt x="42" y="298"/>
                    <a:pt x="50" y="264"/>
                    <a:pt x="54" y="228"/>
                  </a:cubicBezTo>
                  <a:cubicBezTo>
                    <a:pt x="59" y="190"/>
                    <a:pt x="60" y="151"/>
                    <a:pt x="64" y="113"/>
                  </a:cubicBezTo>
                  <a:cubicBezTo>
                    <a:pt x="66" y="90"/>
                    <a:pt x="63" y="67"/>
                    <a:pt x="67" y="44"/>
                  </a:cubicBezTo>
                  <a:cubicBezTo>
                    <a:pt x="69" y="29"/>
                    <a:pt x="77" y="15"/>
                    <a:pt x="79" y="0"/>
                  </a:cubicBezTo>
                </a:path>
              </a:pathLst>
            </a:custGeom>
            <a:solidFill>
              <a:srgbClr val="C4C6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90228" name="Freeform 340">
              <a:extLst>
                <a:ext uri="{FF2B5EF4-FFF2-40B4-BE49-F238E27FC236}">
                  <a16:creationId xmlns:a16="http://schemas.microsoft.com/office/drawing/2014/main" id="{6AEFD45B-43D5-4212-8333-5AB5ADC609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1" y="2734"/>
              <a:ext cx="109" cy="51"/>
            </a:xfrm>
            <a:custGeom>
              <a:avLst/>
              <a:gdLst>
                <a:gd name="T0" fmla="*/ 0 w 94"/>
                <a:gd name="T1" fmla="*/ 0 h 44"/>
                <a:gd name="T2" fmla="*/ 146 w 94"/>
                <a:gd name="T3" fmla="*/ 9 h 4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4" h="44">
                  <a:moveTo>
                    <a:pt x="0" y="0"/>
                  </a:moveTo>
                  <a:cubicBezTo>
                    <a:pt x="0" y="0"/>
                    <a:pt x="38" y="44"/>
                    <a:pt x="94" y="6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90229" name="Freeform 341">
              <a:extLst>
                <a:ext uri="{FF2B5EF4-FFF2-40B4-BE49-F238E27FC236}">
                  <a16:creationId xmlns:a16="http://schemas.microsoft.com/office/drawing/2014/main" id="{0049D43D-A748-4B63-9AB2-604D46910B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0" y="2780"/>
              <a:ext cx="51" cy="241"/>
            </a:xfrm>
            <a:custGeom>
              <a:avLst/>
              <a:gdLst>
                <a:gd name="T0" fmla="*/ 12 w 44"/>
                <a:gd name="T1" fmla="*/ 0 h 208"/>
                <a:gd name="T2" fmla="*/ 58 w 44"/>
                <a:gd name="T3" fmla="*/ 160 h 208"/>
                <a:gd name="T4" fmla="*/ 67 w 44"/>
                <a:gd name="T5" fmla="*/ 323 h 208"/>
                <a:gd name="T6" fmla="*/ 37 w 44"/>
                <a:gd name="T7" fmla="*/ 176 h 208"/>
                <a:gd name="T8" fmla="*/ 0 w 44"/>
                <a:gd name="T9" fmla="*/ 36 h 20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" h="208">
                  <a:moveTo>
                    <a:pt x="8" y="0"/>
                  </a:moveTo>
                  <a:cubicBezTo>
                    <a:pt x="9" y="36"/>
                    <a:pt x="29" y="68"/>
                    <a:pt x="37" y="103"/>
                  </a:cubicBezTo>
                  <a:cubicBezTo>
                    <a:pt x="44" y="137"/>
                    <a:pt x="43" y="173"/>
                    <a:pt x="43" y="208"/>
                  </a:cubicBezTo>
                  <a:cubicBezTo>
                    <a:pt x="40" y="177"/>
                    <a:pt x="34" y="143"/>
                    <a:pt x="24" y="113"/>
                  </a:cubicBezTo>
                  <a:cubicBezTo>
                    <a:pt x="14" y="84"/>
                    <a:pt x="3" y="54"/>
                    <a:pt x="0" y="23"/>
                  </a:cubicBezTo>
                </a:path>
              </a:pathLst>
            </a:custGeom>
            <a:solidFill>
              <a:srgbClr val="D7DB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90230" name="Freeform 342">
              <a:extLst>
                <a:ext uri="{FF2B5EF4-FFF2-40B4-BE49-F238E27FC236}">
                  <a16:creationId xmlns:a16="http://schemas.microsoft.com/office/drawing/2014/main" id="{0BCE7688-D55F-4CB3-983E-D5B3735687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6" y="1295"/>
              <a:ext cx="897" cy="1113"/>
            </a:xfrm>
            <a:custGeom>
              <a:avLst/>
              <a:gdLst>
                <a:gd name="T0" fmla="*/ 448 w 772"/>
                <a:gd name="T1" fmla="*/ 8 h 960"/>
                <a:gd name="T2" fmla="*/ 787 w 772"/>
                <a:gd name="T3" fmla="*/ 0 h 960"/>
                <a:gd name="T4" fmla="*/ 816 w 772"/>
                <a:gd name="T5" fmla="*/ 30 h 960"/>
                <a:gd name="T6" fmla="*/ 1082 w 772"/>
                <a:gd name="T7" fmla="*/ 118 h 960"/>
                <a:gd name="T8" fmla="*/ 1211 w 772"/>
                <a:gd name="T9" fmla="*/ 547 h 960"/>
                <a:gd name="T10" fmla="*/ 1004 w 772"/>
                <a:gd name="T11" fmla="*/ 643 h 960"/>
                <a:gd name="T12" fmla="*/ 999 w 772"/>
                <a:gd name="T13" fmla="*/ 609 h 960"/>
                <a:gd name="T14" fmla="*/ 970 w 772"/>
                <a:gd name="T15" fmla="*/ 890 h 960"/>
                <a:gd name="T16" fmla="*/ 976 w 772"/>
                <a:gd name="T17" fmla="*/ 1323 h 960"/>
                <a:gd name="T18" fmla="*/ 216 w 772"/>
                <a:gd name="T19" fmla="*/ 1323 h 960"/>
                <a:gd name="T20" fmla="*/ 214 w 772"/>
                <a:gd name="T21" fmla="*/ 938 h 960"/>
                <a:gd name="T22" fmla="*/ 214 w 772"/>
                <a:gd name="T23" fmla="*/ 638 h 960"/>
                <a:gd name="T24" fmla="*/ 202 w 772"/>
                <a:gd name="T25" fmla="*/ 664 h 960"/>
                <a:gd name="T26" fmla="*/ 0 w 772"/>
                <a:gd name="T27" fmla="*/ 529 h 960"/>
                <a:gd name="T28" fmla="*/ 128 w 772"/>
                <a:gd name="T29" fmla="*/ 130 h 960"/>
                <a:gd name="T30" fmla="*/ 418 w 772"/>
                <a:gd name="T31" fmla="*/ 31 h 960"/>
                <a:gd name="T32" fmla="*/ 448 w 772"/>
                <a:gd name="T33" fmla="*/ 8 h 960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772" h="960">
                  <a:moveTo>
                    <a:pt x="286" y="5"/>
                  </a:moveTo>
                  <a:cubicBezTo>
                    <a:pt x="286" y="5"/>
                    <a:pt x="405" y="73"/>
                    <a:pt x="502" y="0"/>
                  </a:cubicBezTo>
                  <a:cubicBezTo>
                    <a:pt x="520" y="19"/>
                    <a:pt x="520" y="19"/>
                    <a:pt x="520" y="19"/>
                  </a:cubicBezTo>
                  <a:cubicBezTo>
                    <a:pt x="520" y="19"/>
                    <a:pt x="673" y="63"/>
                    <a:pt x="689" y="76"/>
                  </a:cubicBezTo>
                  <a:cubicBezTo>
                    <a:pt x="705" y="90"/>
                    <a:pt x="772" y="113"/>
                    <a:pt x="772" y="351"/>
                  </a:cubicBezTo>
                  <a:cubicBezTo>
                    <a:pt x="772" y="351"/>
                    <a:pt x="696" y="401"/>
                    <a:pt x="640" y="413"/>
                  </a:cubicBezTo>
                  <a:cubicBezTo>
                    <a:pt x="637" y="391"/>
                    <a:pt x="637" y="391"/>
                    <a:pt x="637" y="391"/>
                  </a:cubicBezTo>
                  <a:cubicBezTo>
                    <a:pt x="637" y="391"/>
                    <a:pt x="622" y="508"/>
                    <a:pt x="619" y="571"/>
                  </a:cubicBezTo>
                  <a:cubicBezTo>
                    <a:pt x="617" y="633"/>
                    <a:pt x="652" y="795"/>
                    <a:pt x="622" y="849"/>
                  </a:cubicBezTo>
                  <a:cubicBezTo>
                    <a:pt x="622" y="849"/>
                    <a:pt x="458" y="960"/>
                    <a:pt x="138" y="849"/>
                  </a:cubicBezTo>
                  <a:cubicBezTo>
                    <a:pt x="138" y="849"/>
                    <a:pt x="95" y="817"/>
                    <a:pt x="136" y="602"/>
                  </a:cubicBezTo>
                  <a:cubicBezTo>
                    <a:pt x="153" y="516"/>
                    <a:pt x="136" y="409"/>
                    <a:pt x="136" y="409"/>
                  </a:cubicBezTo>
                  <a:cubicBezTo>
                    <a:pt x="129" y="426"/>
                    <a:pt x="129" y="426"/>
                    <a:pt x="129" y="426"/>
                  </a:cubicBezTo>
                  <a:cubicBezTo>
                    <a:pt x="129" y="426"/>
                    <a:pt x="27" y="403"/>
                    <a:pt x="0" y="339"/>
                  </a:cubicBezTo>
                  <a:cubicBezTo>
                    <a:pt x="0" y="339"/>
                    <a:pt x="40" y="120"/>
                    <a:pt x="82" y="84"/>
                  </a:cubicBezTo>
                  <a:cubicBezTo>
                    <a:pt x="82" y="84"/>
                    <a:pt x="94" y="53"/>
                    <a:pt x="267" y="20"/>
                  </a:cubicBezTo>
                  <a:lnTo>
                    <a:pt x="286" y="5"/>
                  </a:lnTo>
                  <a:close/>
                </a:path>
              </a:pathLst>
            </a:custGeom>
            <a:solidFill>
              <a:srgbClr val="84CD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90231" name="Freeform 343">
              <a:extLst>
                <a:ext uri="{FF2B5EF4-FFF2-40B4-BE49-F238E27FC236}">
                  <a16:creationId xmlns:a16="http://schemas.microsoft.com/office/drawing/2014/main" id="{EDCE0B2E-B619-4814-9D71-A6D531E3306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4" y="1342"/>
              <a:ext cx="277" cy="377"/>
            </a:xfrm>
            <a:custGeom>
              <a:avLst/>
              <a:gdLst>
                <a:gd name="T0" fmla="*/ 0 w 238"/>
                <a:gd name="T1" fmla="*/ 19 h 326"/>
                <a:gd name="T2" fmla="*/ 108 w 238"/>
                <a:gd name="T3" fmla="*/ 20 h 326"/>
                <a:gd name="T4" fmla="*/ 171 w 238"/>
                <a:gd name="T5" fmla="*/ 50 h 326"/>
                <a:gd name="T6" fmla="*/ 228 w 238"/>
                <a:gd name="T7" fmla="*/ 79 h 326"/>
                <a:gd name="T8" fmla="*/ 305 w 238"/>
                <a:gd name="T9" fmla="*/ 140 h 326"/>
                <a:gd name="T10" fmla="*/ 354 w 238"/>
                <a:gd name="T11" fmla="*/ 231 h 326"/>
                <a:gd name="T12" fmla="*/ 371 w 238"/>
                <a:gd name="T13" fmla="*/ 348 h 326"/>
                <a:gd name="T14" fmla="*/ 372 w 238"/>
                <a:gd name="T15" fmla="*/ 435 h 326"/>
                <a:gd name="T16" fmla="*/ 342 w 238"/>
                <a:gd name="T17" fmla="*/ 490 h 326"/>
                <a:gd name="T18" fmla="*/ 312 w 238"/>
                <a:gd name="T19" fmla="*/ 397 h 326"/>
                <a:gd name="T20" fmla="*/ 292 w 238"/>
                <a:gd name="T21" fmla="*/ 215 h 326"/>
                <a:gd name="T22" fmla="*/ 256 w 238"/>
                <a:gd name="T23" fmla="*/ 147 h 326"/>
                <a:gd name="T24" fmla="*/ 185 w 238"/>
                <a:gd name="T25" fmla="*/ 101 h 326"/>
                <a:gd name="T26" fmla="*/ 66 w 238"/>
                <a:gd name="T27" fmla="*/ 50 h 326"/>
                <a:gd name="T28" fmla="*/ 3 w 238"/>
                <a:gd name="T29" fmla="*/ 28 h 32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38" h="326">
                  <a:moveTo>
                    <a:pt x="0" y="12"/>
                  </a:moveTo>
                  <a:cubicBezTo>
                    <a:pt x="24" y="0"/>
                    <a:pt x="44" y="2"/>
                    <a:pt x="69" y="13"/>
                  </a:cubicBezTo>
                  <a:cubicBezTo>
                    <a:pt x="82" y="20"/>
                    <a:pt x="94" y="27"/>
                    <a:pt x="108" y="32"/>
                  </a:cubicBezTo>
                  <a:cubicBezTo>
                    <a:pt x="121" y="36"/>
                    <a:pt x="133" y="44"/>
                    <a:pt x="144" y="51"/>
                  </a:cubicBezTo>
                  <a:cubicBezTo>
                    <a:pt x="163" y="62"/>
                    <a:pt x="179" y="73"/>
                    <a:pt x="193" y="91"/>
                  </a:cubicBezTo>
                  <a:cubicBezTo>
                    <a:pt x="207" y="109"/>
                    <a:pt x="216" y="129"/>
                    <a:pt x="224" y="150"/>
                  </a:cubicBezTo>
                  <a:cubicBezTo>
                    <a:pt x="233" y="175"/>
                    <a:pt x="234" y="199"/>
                    <a:pt x="235" y="225"/>
                  </a:cubicBezTo>
                  <a:cubicBezTo>
                    <a:pt x="236" y="243"/>
                    <a:pt x="238" y="262"/>
                    <a:pt x="236" y="281"/>
                  </a:cubicBezTo>
                  <a:cubicBezTo>
                    <a:pt x="234" y="293"/>
                    <a:pt x="231" y="312"/>
                    <a:pt x="217" y="317"/>
                  </a:cubicBezTo>
                  <a:cubicBezTo>
                    <a:pt x="194" y="326"/>
                    <a:pt x="198" y="268"/>
                    <a:pt x="198" y="257"/>
                  </a:cubicBezTo>
                  <a:cubicBezTo>
                    <a:pt x="198" y="218"/>
                    <a:pt x="201" y="176"/>
                    <a:pt x="186" y="139"/>
                  </a:cubicBezTo>
                  <a:cubicBezTo>
                    <a:pt x="180" y="122"/>
                    <a:pt x="174" y="108"/>
                    <a:pt x="162" y="95"/>
                  </a:cubicBezTo>
                  <a:cubicBezTo>
                    <a:pt x="150" y="82"/>
                    <a:pt x="134" y="73"/>
                    <a:pt x="118" y="65"/>
                  </a:cubicBezTo>
                  <a:cubicBezTo>
                    <a:pt x="93" y="54"/>
                    <a:pt x="67" y="44"/>
                    <a:pt x="42" y="32"/>
                  </a:cubicBezTo>
                  <a:cubicBezTo>
                    <a:pt x="30" y="26"/>
                    <a:pt x="15" y="25"/>
                    <a:pt x="3" y="18"/>
                  </a:cubicBezTo>
                </a:path>
              </a:pathLst>
            </a:custGeom>
            <a:solidFill>
              <a:srgbClr val="74CA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90232" name="Freeform 344">
              <a:extLst>
                <a:ext uri="{FF2B5EF4-FFF2-40B4-BE49-F238E27FC236}">
                  <a16:creationId xmlns:a16="http://schemas.microsoft.com/office/drawing/2014/main" id="{369AA37B-0402-4225-BBC4-8F9A2E79D8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9" y="1609"/>
              <a:ext cx="120" cy="687"/>
            </a:xfrm>
            <a:custGeom>
              <a:avLst/>
              <a:gdLst>
                <a:gd name="T0" fmla="*/ 147 w 103"/>
                <a:gd name="T1" fmla="*/ 16 h 592"/>
                <a:gd name="T2" fmla="*/ 155 w 103"/>
                <a:gd name="T3" fmla="*/ 207 h 592"/>
                <a:gd name="T4" fmla="*/ 118 w 103"/>
                <a:gd name="T5" fmla="*/ 392 h 592"/>
                <a:gd name="T6" fmla="*/ 136 w 103"/>
                <a:gd name="T7" fmla="*/ 753 h 592"/>
                <a:gd name="T8" fmla="*/ 122 w 103"/>
                <a:gd name="T9" fmla="*/ 863 h 592"/>
                <a:gd name="T10" fmla="*/ 22 w 103"/>
                <a:gd name="T11" fmla="*/ 887 h 592"/>
                <a:gd name="T12" fmla="*/ 16 w 103"/>
                <a:gd name="T13" fmla="*/ 761 h 592"/>
                <a:gd name="T14" fmla="*/ 31 w 103"/>
                <a:gd name="T15" fmla="*/ 610 h 592"/>
                <a:gd name="T16" fmla="*/ 69 w 103"/>
                <a:gd name="T17" fmla="*/ 345 h 592"/>
                <a:gd name="T18" fmla="*/ 118 w 103"/>
                <a:gd name="T19" fmla="*/ 0 h 59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03" h="592">
                  <a:moveTo>
                    <a:pt x="93" y="10"/>
                  </a:moveTo>
                  <a:cubicBezTo>
                    <a:pt x="90" y="50"/>
                    <a:pt x="103" y="91"/>
                    <a:pt x="98" y="132"/>
                  </a:cubicBezTo>
                  <a:cubicBezTo>
                    <a:pt x="93" y="172"/>
                    <a:pt x="82" y="211"/>
                    <a:pt x="75" y="251"/>
                  </a:cubicBezTo>
                  <a:cubicBezTo>
                    <a:pt x="64" y="327"/>
                    <a:pt x="73" y="408"/>
                    <a:pt x="86" y="482"/>
                  </a:cubicBezTo>
                  <a:cubicBezTo>
                    <a:pt x="90" y="508"/>
                    <a:pt x="92" y="529"/>
                    <a:pt x="77" y="552"/>
                  </a:cubicBezTo>
                  <a:cubicBezTo>
                    <a:pt x="65" y="571"/>
                    <a:pt x="30" y="592"/>
                    <a:pt x="14" y="567"/>
                  </a:cubicBezTo>
                  <a:cubicBezTo>
                    <a:pt x="0" y="546"/>
                    <a:pt x="9" y="509"/>
                    <a:pt x="10" y="487"/>
                  </a:cubicBezTo>
                  <a:cubicBezTo>
                    <a:pt x="11" y="454"/>
                    <a:pt x="15" y="422"/>
                    <a:pt x="20" y="390"/>
                  </a:cubicBezTo>
                  <a:cubicBezTo>
                    <a:pt x="30" y="334"/>
                    <a:pt x="40" y="277"/>
                    <a:pt x="44" y="221"/>
                  </a:cubicBezTo>
                  <a:cubicBezTo>
                    <a:pt x="49" y="153"/>
                    <a:pt x="36" y="59"/>
                    <a:pt x="75" y="0"/>
                  </a:cubicBezTo>
                </a:path>
              </a:pathLst>
            </a:custGeom>
            <a:solidFill>
              <a:srgbClr val="74CA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90233" name="Freeform 345">
              <a:extLst>
                <a:ext uri="{FF2B5EF4-FFF2-40B4-BE49-F238E27FC236}">
                  <a16:creationId xmlns:a16="http://schemas.microsoft.com/office/drawing/2014/main" id="{AC89F261-C517-4C9D-AEF9-6242610B6C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3" y="1330"/>
              <a:ext cx="304" cy="428"/>
            </a:xfrm>
            <a:custGeom>
              <a:avLst/>
              <a:gdLst>
                <a:gd name="T0" fmla="*/ 0 w 262"/>
                <a:gd name="T1" fmla="*/ 477 h 369"/>
                <a:gd name="T2" fmla="*/ 42 w 262"/>
                <a:gd name="T3" fmla="*/ 302 h 369"/>
                <a:gd name="T4" fmla="*/ 128 w 262"/>
                <a:gd name="T5" fmla="*/ 104 h 369"/>
                <a:gd name="T6" fmla="*/ 318 w 262"/>
                <a:gd name="T7" fmla="*/ 22 h 369"/>
                <a:gd name="T8" fmla="*/ 386 w 262"/>
                <a:gd name="T9" fmla="*/ 10 h 369"/>
                <a:gd name="T10" fmla="*/ 410 w 262"/>
                <a:gd name="T11" fmla="*/ 48 h 369"/>
                <a:gd name="T12" fmla="*/ 354 w 262"/>
                <a:gd name="T13" fmla="*/ 82 h 369"/>
                <a:gd name="T14" fmla="*/ 81 w 262"/>
                <a:gd name="T15" fmla="*/ 394 h 369"/>
                <a:gd name="T16" fmla="*/ 3 w 262"/>
                <a:gd name="T17" fmla="*/ 495 h 36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62" h="369">
                  <a:moveTo>
                    <a:pt x="0" y="305"/>
                  </a:moveTo>
                  <a:cubicBezTo>
                    <a:pt x="0" y="267"/>
                    <a:pt x="17" y="229"/>
                    <a:pt x="27" y="193"/>
                  </a:cubicBezTo>
                  <a:cubicBezTo>
                    <a:pt x="39" y="152"/>
                    <a:pt x="57" y="102"/>
                    <a:pt x="82" y="67"/>
                  </a:cubicBezTo>
                  <a:cubicBezTo>
                    <a:pt x="110" y="30"/>
                    <a:pt x="162" y="28"/>
                    <a:pt x="203" y="14"/>
                  </a:cubicBezTo>
                  <a:cubicBezTo>
                    <a:pt x="218" y="9"/>
                    <a:pt x="231" y="0"/>
                    <a:pt x="247" y="7"/>
                  </a:cubicBezTo>
                  <a:cubicBezTo>
                    <a:pt x="256" y="11"/>
                    <a:pt x="262" y="20"/>
                    <a:pt x="262" y="30"/>
                  </a:cubicBezTo>
                  <a:cubicBezTo>
                    <a:pt x="262" y="46"/>
                    <a:pt x="241" y="47"/>
                    <a:pt x="227" y="53"/>
                  </a:cubicBezTo>
                  <a:cubicBezTo>
                    <a:pt x="139" y="89"/>
                    <a:pt x="75" y="163"/>
                    <a:pt x="52" y="253"/>
                  </a:cubicBezTo>
                  <a:cubicBezTo>
                    <a:pt x="48" y="269"/>
                    <a:pt x="32" y="369"/>
                    <a:pt x="3" y="317"/>
                  </a:cubicBezTo>
                </a:path>
              </a:pathLst>
            </a:custGeom>
            <a:solidFill>
              <a:srgbClr val="CCE8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90234" name="Freeform 346">
              <a:extLst>
                <a:ext uri="{FF2B5EF4-FFF2-40B4-BE49-F238E27FC236}">
                  <a16:creationId xmlns:a16="http://schemas.microsoft.com/office/drawing/2014/main" id="{CB3CA6E4-E82E-4A81-ADC5-5F8BA050C1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4" y="1620"/>
              <a:ext cx="144" cy="673"/>
            </a:xfrm>
            <a:custGeom>
              <a:avLst/>
              <a:gdLst>
                <a:gd name="T0" fmla="*/ 51 w 124"/>
                <a:gd name="T1" fmla="*/ 28 h 581"/>
                <a:gd name="T2" fmla="*/ 59 w 124"/>
                <a:gd name="T3" fmla="*/ 118 h 581"/>
                <a:gd name="T4" fmla="*/ 49 w 124"/>
                <a:gd name="T5" fmla="*/ 213 h 581"/>
                <a:gd name="T6" fmla="*/ 57 w 124"/>
                <a:gd name="T7" fmla="*/ 334 h 581"/>
                <a:gd name="T8" fmla="*/ 48 w 124"/>
                <a:gd name="T9" fmla="*/ 473 h 581"/>
                <a:gd name="T10" fmla="*/ 9 w 124"/>
                <a:gd name="T11" fmla="*/ 758 h 581"/>
                <a:gd name="T12" fmla="*/ 74 w 124"/>
                <a:gd name="T13" fmla="*/ 863 h 581"/>
                <a:gd name="T14" fmla="*/ 190 w 124"/>
                <a:gd name="T15" fmla="*/ 828 h 581"/>
                <a:gd name="T16" fmla="*/ 128 w 124"/>
                <a:gd name="T17" fmla="*/ 712 h 581"/>
                <a:gd name="T18" fmla="*/ 80 w 124"/>
                <a:gd name="T19" fmla="*/ 587 h 581"/>
                <a:gd name="T20" fmla="*/ 116 w 124"/>
                <a:gd name="T21" fmla="*/ 303 h 581"/>
                <a:gd name="T22" fmla="*/ 116 w 124"/>
                <a:gd name="T23" fmla="*/ 58 h 581"/>
                <a:gd name="T24" fmla="*/ 57 w 124"/>
                <a:gd name="T25" fmla="*/ 28 h 58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24" h="581">
                  <a:moveTo>
                    <a:pt x="33" y="18"/>
                  </a:moveTo>
                  <a:cubicBezTo>
                    <a:pt x="32" y="37"/>
                    <a:pt x="40" y="57"/>
                    <a:pt x="38" y="76"/>
                  </a:cubicBezTo>
                  <a:cubicBezTo>
                    <a:pt x="36" y="97"/>
                    <a:pt x="31" y="116"/>
                    <a:pt x="31" y="137"/>
                  </a:cubicBezTo>
                  <a:cubicBezTo>
                    <a:pt x="31" y="163"/>
                    <a:pt x="38" y="188"/>
                    <a:pt x="36" y="215"/>
                  </a:cubicBezTo>
                  <a:cubicBezTo>
                    <a:pt x="35" y="244"/>
                    <a:pt x="34" y="275"/>
                    <a:pt x="30" y="304"/>
                  </a:cubicBezTo>
                  <a:cubicBezTo>
                    <a:pt x="22" y="365"/>
                    <a:pt x="0" y="425"/>
                    <a:pt x="6" y="488"/>
                  </a:cubicBezTo>
                  <a:cubicBezTo>
                    <a:pt x="8" y="514"/>
                    <a:pt x="25" y="540"/>
                    <a:pt x="47" y="555"/>
                  </a:cubicBezTo>
                  <a:cubicBezTo>
                    <a:pt x="75" y="573"/>
                    <a:pt x="124" y="581"/>
                    <a:pt x="121" y="533"/>
                  </a:cubicBezTo>
                  <a:cubicBezTo>
                    <a:pt x="118" y="505"/>
                    <a:pt x="95" y="482"/>
                    <a:pt x="82" y="458"/>
                  </a:cubicBezTo>
                  <a:cubicBezTo>
                    <a:pt x="68" y="431"/>
                    <a:pt x="54" y="409"/>
                    <a:pt x="51" y="378"/>
                  </a:cubicBezTo>
                  <a:cubicBezTo>
                    <a:pt x="45" y="315"/>
                    <a:pt x="64" y="257"/>
                    <a:pt x="74" y="195"/>
                  </a:cubicBezTo>
                  <a:cubicBezTo>
                    <a:pt x="82" y="147"/>
                    <a:pt x="90" y="84"/>
                    <a:pt x="74" y="37"/>
                  </a:cubicBezTo>
                  <a:cubicBezTo>
                    <a:pt x="69" y="20"/>
                    <a:pt x="53" y="0"/>
                    <a:pt x="36" y="18"/>
                  </a:cubicBezTo>
                </a:path>
              </a:pathLst>
            </a:custGeom>
            <a:solidFill>
              <a:srgbClr val="CCE8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90235" name="Freeform 347">
              <a:extLst>
                <a:ext uri="{FF2B5EF4-FFF2-40B4-BE49-F238E27FC236}">
                  <a16:creationId xmlns:a16="http://schemas.microsoft.com/office/drawing/2014/main" id="{C59DF4BD-B52F-42B2-B979-51CB48EEBA6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206" y="1295"/>
              <a:ext cx="897" cy="1053"/>
            </a:xfrm>
            <a:custGeom>
              <a:avLst/>
              <a:gdLst>
                <a:gd name="T0" fmla="*/ 186 w 772"/>
                <a:gd name="T1" fmla="*/ 1150 h 908"/>
                <a:gd name="T2" fmla="*/ 992 w 772"/>
                <a:gd name="T3" fmla="*/ 1150 h 908"/>
                <a:gd name="T4" fmla="*/ 985 w 772"/>
                <a:gd name="T5" fmla="*/ 1068 h 908"/>
                <a:gd name="T6" fmla="*/ 193 w 772"/>
                <a:gd name="T7" fmla="*/ 1068 h 908"/>
                <a:gd name="T8" fmla="*/ 186 w 772"/>
                <a:gd name="T9" fmla="*/ 1150 h 908"/>
                <a:gd name="T10" fmla="*/ 202 w 772"/>
                <a:gd name="T11" fmla="*/ 665 h 908"/>
                <a:gd name="T12" fmla="*/ 214 w 772"/>
                <a:gd name="T13" fmla="*/ 638 h 908"/>
                <a:gd name="T14" fmla="*/ 220 w 772"/>
                <a:gd name="T15" fmla="*/ 685 h 908"/>
                <a:gd name="T16" fmla="*/ 990 w 772"/>
                <a:gd name="T17" fmla="*/ 685 h 908"/>
                <a:gd name="T18" fmla="*/ 999 w 772"/>
                <a:gd name="T19" fmla="*/ 609 h 908"/>
                <a:gd name="T20" fmla="*/ 1004 w 772"/>
                <a:gd name="T21" fmla="*/ 644 h 908"/>
                <a:gd name="T22" fmla="*/ 1107 w 772"/>
                <a:gd name="T23" fmla="*/ 605 h 908"/>
                <a:gd name="T24" fmla="*/ 67 w 772"/>
                <a:gd name="T25" fmla="*/ 605 h 908"/>
                <a:gd name="T26" fmla="*/ 202 w 772"/>
                <a:gd name="T27" fmla="*/ 665 h 908"/>
                <a:gd name="T28" fmla="*/ 214 w 772"/>
                <a:gd name="T29" fmla="*/ 938 h 908"/>
                <a:gd name="T30" fmla="*/ 203 w 772"/>
                <a:gd name="T31" fmla="*/ 995 h 908"/>
                <a:gd name="T32" fmla="*/ 977 w 772"/>
                <a:gd name="T33" fmla="*/ 995 h 908"/>
                <a:gd name="T34" fmla="*/ 970 w 772"/>
                <a:gd name="T35" fmla="*/ 915 h 908"/>
                <a:gd name="T36" fmla="*/ 218 w 772"/>
                <a:gd name="T37" fmla="*/ 915 h 908"/>
                <a:gd name="T38" fmla="*/ 214 w 772"/>
                <a:gd name="T39" fmla="*/ 938 h 908"/>
                <a:gd name="T40" fmla="*/ 975 w 772"/>
                <a:gd name="T41" fmla="*/ 841 h 908"/>
                <a:gd name="T42" fmla="*/ 982 w 772"/>
                <a:gd name="T43" fmla="*/ 760 h 908"/>
                <a:gd name="T44" fmla="*/ 224 w 772"/>
                <a:gd name="T45" fmla="*/ 760 h 908"/>
                <a:gd name="T46" fmla="*/ 224 w 772"/>
                <a:gd name="T47" fmla="*/ 841 h 908"/>
                <a:gd name="T48" fmla="*/ 975 w 772"/>
                <a:gd name="T49" fmla="*/ 841 h 908"/>
                <a:gd name="T50" fmla="*/ 203 w 772"/>
                <a:gd name="T51" fmla="*/ 1305 h 908"/>
                <a:gd name="T52" fmla="*/ 984 w 772"/>
                <a:gd name="T53" fmla="*/ 1305 h 908"/>
                <a:gd name="T54" fmla="*/ 995 w 772"/>
                <a:gd name="T55" fmla="*/ 1222 h 908"/>
                <a:gd name="T56" fmla="*/ 186 w 772"/>
                <a:gd name="T57" fmla="*/ 1222 h 908"/>
                <a:gd name="T58" fmla="*/ 203 w 772"/>
                <a:gd name="T59" fmla="*/ 1305 h 908"/>
                <a:gd name="T60" fmla="*/ 816 w 772"/>
                <a:gd name="T61" fmla="*/ 30 h 908"/>
                <a:gd name="T62" fmla="*/ 787 w 772"/>
                <a:gd name="T63" fmla="*/ 0 h 908"/>
                <a:gd name="T64" fmla="*/ 448 w 772"/>
                <a:gd name="T65" fmla="*/ 8 h 908"/>
                <a:gd name="T66" fmla="*/ 418 w 772"/>
                <a:gd name="T67" fmla="*/ 31 h 908"/>
                <a:gd name="T68" fmla="*/ 260 w 772"/>
                <a:gd name="T69" fmla="*/ 68 h 908"/>
                <a:gd name="T70" fmla="*/ 942 w 772"/>
                <a:gd name="T71" fmla="*/ 68 h 908"/>
                <a:gd name="T72" fmla="*/ 816 w 772"/>
                <a:gd name="T73" fmla="*/ 30 h 908"/>
                <a:gd name="T74" fmla="*/ 1208 w 772"/>
                <a:gd name="T75" fmla="*/ 450 h 908"/>
                <a:gd name="T76" fmla="*/ 16 w 772"/>
                <a:gd name="T77" fmla="*/ 450 h 908"/>
                <a:gd name="T78" fmla="*/ 0 w 772"/>
                <a:gd name="T79" fmla="*/ 529 h 908"/>
                <a:gd name="T80" fmla="*/ 1 w 772"/>
                <a:gd name="T81" fmla="*/ 531 h 908"/>
                <a:gd name="T82" fmla="*/ 1211 w 772"/>
                <a:gd name="T83" fmla="*/ 531 h 908"/>
                <a:gd name="T84" fmla="*/ 1208 w 772"/>
                <a:gd name="T85" fmla="*/ 450 h 908"/>
                <a:gd name="T86" fmla="*/ 837 w 772"/>
                <a:gd name="T87" fmla="*/ 1378 h 908"/>
                <a:gd name="T88" fmla="*/ 414 w 772"/>
                <a:gd name="T89" fmla="*/ 1378 h 908"/>
                <a:gd name="T90" fmla="*/ 837 w 772"/>
                <a:gd name="T91" fmla="*/ 1378 h 908"/>
                <a:gd name="T92" fmla="*/ 1187 w 772"/>
                <a:gd name="T93" fmla="*/ 296 h 908"/>
                <a:gd name="T94" fmla="*/ 56 w 772"/>
                <a:gd name="T95" fmla="*/ 296 h 908"/>
                <a:gd name="T96" fmla="*/ 33 w 772"/>
                <a:gd name="T97" fmla="*/ 378 h 908"/>
                <a:gd name="T98" fmla="*/ 1201 w 772"/>
                <a:gd name="T99" fmla="*/ 378 h 908"/>
                <a:gd name="T100" fmla="*/ 1187 w 772"/>
                <a:gd name="T101" fmla="*/ 296 h 908"/>
                <a:gd name="T102" fmla="*/ 1111 w 772"/>
                <a:gd name="T103" fmla="*/ 143 h 908"/>
                <a:gd name="T104" fmla="*/ 119 w 772"/>
                <a:gd name="T105" fmla="*/ 143 h 908"/>
                <a:gd name="T106" fmla="*/ 78 w 772"/>
                <a:gd name="T107" fmla="*/ 224 h 908"/>
                <a:gd name="T108" fmla="*/ 1164 w 772"/>
                <a:gd name="T109" fmla="*/ 224 h 908"/>
                <a:gd name="T110" fmla="*/ 1111 w 772"/>
                <a:gd name="T111" fmla="*/ 143 h 908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772" h="908">
                  <a:moveTo>
                    <a:pt x="119" y="737"/>
                  </a:moveTo>
                  <a:cubicBezTo>
                    <a:pt x="633" y="737"/>
                    <a:pt x="633" y="737"/>
                    <a:pt x="633" y="737"/>
                  </a:cubicBezTo>
                  <a:cubicBezTo>
                    <a:pt x="632" y="720"/>
                    <a:pt x="630" y="702"/>
                    <a:pt x="628" y="685"/>
                  </a:cubicBezTo>
                  <a:cubicBezTo>
                    <a:pt x="123" y="685"/>
                    <a:pt x="123" y="685"/>
                    <a:pt x="123" y="685"/>
                  </a:cubicBezTo>
                  <a:cubicBezTo>
                    <a:pt x="121" y="705"/>
                    <a:pt x="120" y="722"/>
                    <a:pt x="119" y="737"/>
                  </a:cubicBezTo>
                  <a:close/>
                  <a:moveTo>
                    <a:pt x="129" y="426"/>
                  </a:moveTo>
                  <a:cubicBezTo>
                    <a:pt x="136" y="409"/>
                    <a:pt x="136" y="409"/>
                    <a:pt x="136" y="409"/>
                  </a:cubicBezTo>
                  <a:cubicBezTo>
                    <a:pt x="136" y="409"/>
                    <a:pt x="138" y="421"/>
                    <a:pt x="140" y="440"/>
                  </a:cubicBezTo>
                  <a:cubicBezTo>
                    <a:pt x="631" y="440"/>
                    <a:pt x="631" y="440"/>
                    <a:pt x="631" y="440"/>
                  </a:cubicBezTo>
                  <a:cubicBezTo>
                    <a:pt x="635" y="412"/>
                    <a:pt x="637" y="391"/>
                    <a:pt x="637" y="391"/>
                  </a:cubicBezTo>
                  <a:cubicBezTo>
                    <a:pt x="640" y="413"/>
                    <a:pt x="640" y="413"/>
                    <a:pt x="640" y="413"/>
                  </a:cubicBezTo>
                  <a:cubicBezTo>
                    <a:pt x="661" y="408"/>
                    <a:pt x="685" y="399"/>
                    <a:pt x="706" y="388"/>
                  </a:cubicBezTo>
                  <a:cubicBezTo>
                    <a:pt x="43" y="388"/>
                    <a:pt x="43" y="388"/>
                    <a:pt x="43" y="388"/>
                  </a:cubicBezTo>
                  <a:cubicBezTo>
                    <a:pt x="82" y="415"/>
                    <a:pt x="129" y="426"/>
                    <a:pt x="129" y="426"/>
                  </a:cubicBezTo>
                  <a:close/>
                  <a:moveTo>
                    <a:pt x="136" y="602"/>
                  </a:moveTo>
                  <a:cubicBezTo>
                    <a:pt x="134" y="615"/>
                    <a:pt x="132" y="627"/>
                    <a:pt x="130" y="638"/>
                  </a:cubicBezTo>
                  <a:cubicBezTo>
                    <a:pt x="623" y="638"/>
                    <a:pt x="623" y="638"/>
                    <a:pt x="623" y="638"/>
                  </a:cubicBezTo>
                  <a:cubicBezTo>
                    <a:pt x="621" y="619"/>
                    <a:pt x="620" y="601"/>
                    <a:pt x="619" y="586"/>
                  </a:cubicBezTo>
                  <a:cubicBezTo>
                    <a:pt x="139" y="586"/>
                    <a:pt x="139" y="586"/>
                    <a:pt x="139" y="586"/>
                  </a:cubicBezTo>
                  <a:cubicBezTo>
                    <a:pt x="138" y="592"/>
                    <a:pt x="137" y="597"/>
                    <a:pt x="136" y="602"/>
                  </a:cubicBezTo>
                  <a:close/>
                  <a:moveTo>
                    <a:pt x="621" y="539"/>
                  </a:moveTo>
                  <a:cubicBezTo>
                    <a:pt x="623" y="522"/>
                    <a:pt x="624" y="505"/>
                    <a:pt x="626" y="487"/>
                  </a:cubicBezTo>
                  <a:cubicBezTo>
                    <a:pt x="143" y="487"/>
                    <a:pt x="143" y="487"/>
                    <a:pt x="143" y="487"/>
                  </a:cubicBezTo>
                  <a:cubicBezTo>
                    <a:pt x="144" y="503"/>
                    <a:pt x="144" y="521"/>
                    <a:pt x="143" y="539"/>
                  </a:cubicBezTo>
                  <a:lnTo>
                    <a:pt x="621" y="539"/>
                  </a:lnTo>
                  <a:close/>
                  <a:moveTo>
                    <a:pt x="130" y="836"/>
                  </a:moveTo>
                  <a:cubicBezTo>
                    <a:pt x="627" y="836"/>
                    <a:pt x="627" y="836"/>
                    <a:pt x="627" y="836"/>
                  </a:cubicBezTo>
                  <a:cubicBezTo>
                    <a:pt x="632" y="822"/>
                    <a:pt x="634" y="804"/>
                    <a:pt x="634" y="784"/>
                  </a:cubicBezTo>
                  <a:cubicBezTo>
                    <a:pt x="119" y="784"/>
                    <a:pt x="119" y="784"/>
                    <a:pt x="119" y="784"/>
                  </a:cubicBezTo>
                  <a:cubicBezTo>
                    <a:pt x="121" y="810"/>
                    <a:pt x="126" y="826"/>
                    <a:pt x="130" y="836"/>
                  </a:cubicBezTo>
                  <a:close/>
                  <a:moveTo>
                    <a:pt x="520" y="19"/>
                  </a:moveTo>
                  <a:cubicBezTo>
                    <a:pt x="502" y="0"/>
                    <a:pt x="502" y="0"/>
                    <a:pt x="502" y="0"/>
                  </a:cubicBezTo>
                  <a:cubicBezTo>
                    <a:pt x="405" y="73"/>
                    <a:pt x="286" y="5"/>
                    <a:pt x="286" y="5"/>
                  </a:cubicBezTo>
                  <a:cubicBezTo>
                    <a:pt x="267" y="20"/>
                    <a:pt x="267" y="20"/>
                    <a:pt x="267" y="20"/>
                  </a:cubicBezTo>
                  <a:cubicBezTo>
                    <a:pt x="224" y="28"/>
                    <a:pt x="191" y="36"/>
                    <a:pt x="166" y="44"/>
                  </a:cubicBezTo>
                  <a:cubicBezTo>
                    <a:pt x="601" y="44"/>
                    <a:pt x="601" y="44"/>
                    <a:pt x="601" y="44"/>
                  </a:cubicBezTo>
                  <a:cubicBezTo>
                    <a:pt x="560" y="31"/>
                    <a:pt x="520" y="19"/>
                    <a:pt x="520" y="19"/>
                  </a:cubicBezTo>
                  <a:close/>
                  <a:moveTo>
                    <a:pt x="770" y="289"/>
                  </a:moveTo>
                  <a:cubicBezTo>
                    <a:pt x="10" y="289"/>
                    <a:pt x="10" y="289"/>
                    <a:pt x="10" y="289"/>
                  </a:cubicBezTo>
                  <a:cubicBezTo>
                    <a:pt x="4" y="319"/>
                    <a:pt x="0" y="339"/>
                    <a:pt x="0" y="339"/>
                  </a:cubicBezTo>
                  <a:cubicBezTo>
                    <a:pt x="0" y="340"/>
                    <a:pt x="1" y="340"/>
                    <a:pt x="1" y="341"/>
                  </a:cubicBezTo>
                  <a:cubicBezTo>
                    <a:pt x="772" y="341"/>
                    <a:pt x="772" y="341"/>
                    <a:pt x="772" y="341"/>
                  </a:cubicBezTo>
                  <a:cubicBezTo>
                    <a:pt x="772" y="322"/>
                    <a:pt x="771" y="305"/>
                    <a:pt x="770" y="289"/>
                  </a:cubicBezTo>
                  <a:close/>
                  <a:moveTo>
                    <a:pt x="534" y="883"/>
                  </a:moveTo>
                  <a:cubicBezTo>
                    <a:pt x="263" y="883"/>
                    <a:pt x="263" y="883"/>
                    <a:pt x="263" y="883"/>
                  </a:cubicBezTo>
                  <a:cubicBezTo>
                    <a:pt x="384" y="908"/>
                    <a:pt x="474" y="898"/>
                    <a:pt x="534" y="883"/>
                  </a:cubicBezTo>
                  <a:close/>
                  <a:moveTo>
                    <a:pt x="757" y="190"/>
                  </a:moveTo>
                  <a:cubicBezTo>
                    <a:pt x="35" y="190"/>
                    <a:pt x="35" y="190"/>
                    <a:pt x="35" y="190"/>
                  </a:cubicBezTo>
                  <a:cubicBezTo>
                    <a:pt x="30" y="207"/>
                    <a:pt x="25" y="225"/>
                    <a:pt x="21" y="242"/>
                  </a:cubicBezTo>
                  <a:cubicBezTo>
                    <a:pt x="766" y="242"/>
                    <a:pt x="766" y="242"/>
                    <a:pt x="766" y="242"/>
                  </a:cubicBezTo>
                  <a:cubicBezTo>
                    <a:pt x="764" y="222"/>
                    <a:pt x="761" y="205"/>
                    <a:pt x="757" y="190"/>
                  </a:cubicBezTo>
                  <a:close/>
                  <a:moveTo>
                    <a:pt x="708" y="91"/>
                  </a:moveTo>
                  <a:cubicBezTo>
                    <a:pt x="76" y="91"/>
                    <a:pt x="76" y="91"/>
                    <a:pt x="76" y="91"/>
                  </a:cubicBezTo>
                  <a:cubicBezTo>
                    <a:pt x="67" y="102"/>
                    <a:pt x="58" y="121"/>
                    <a:pt x="50" y="143"/>
                  </a:cubicBezTo>
                  <a:cubicBezTo>
                    <a:pt x="742" y="143"/>
                    <a:pt x="742" y="143"/>
                    <a:pt x="742" y="143"/>
                  </a:cubicBezTo>
                  <a:cubicBezTo>
                    <a:pt x="731" y="116"/>
                    <a:pt x="719" y="101"/>
                    <a:pt x="708" y="9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90236" name="Freeform 348">
              <a:extLst>
                <a:ext uri="{FF2B5EF4-FFF2-40B4-BE49-F238E27FC236}">
                  <a16:creationId xmlns:a16="http://schemas.microsoft.com/office/drawing/2014/main" id="{FDA69762-7CFF-4A76-A52D-00A01F48D2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6" y="1295"/>
              <a:ext cx="897" cy="1113"/>
            </a:xfrm>
            <a:custGeom>
              <a:avLst/>
              <a:gdLst>
                <a:gd name="T0" fmla="*/ 448 w 772"/>
                <a:gd name="T1" fmla="*/ 8 h 960"/>
                <a:gd name="T2" fmla="*/ 787 w 772"/>
                <a:gd name="T3" fmla="*/ 0 h 960"/>
                <a:gd name="T4" fmla="*/ 816 w 772"/>
                <a:gd name="T5" fmla="*/ 31 h 960"/>
                <a:gd name="T6" fmla="*/ 1082 w 772"/>
                <a:gd name="T7" fmla="*/ 119 h 960"/>
                <a:gd name="T8" fmla="*/ 1211 w 772"/>
                <a:gd name="T9" fmla="*/ 548 h 960"/>
                <a:gd name="T10" fmla="*/ 1004 w 772"/>
                <a:gd name="T11" fmla="*/ 643 h 960"/>
                <a:gd name="T12" fmla="*/ 999 w 772"/>
                <a:gd name="T13" fmla="*/ 610 h 960"/>
                <a:gd name="T14" fmla="*/ 970 w 772"/>
                <a:gd name="T15" fmla="*/ 890 h 960"/>
                <a:gd name="T16" fmla="*/ 976 w 772"/>
                <a:gd name="T17" fmla="*/ 1323 h 960"/>
                <a:gd name="T18" fmla="*/ 216 w 772"/>
                <a:gd name="T19" fmla="*/ 1323 h 960"/>
                <a:gd name="T20" fmla="*/ 214 w 772"/>
                <a:gd name="T21" fmla="*/ 939 h 960"/>
                <a:gd name="T22" fmla="*/ 214 w 772"/>
                <a:gd name="T23" fmla="*/ 638 h 960"/>
                <a:gd name="T24" fmla="*/ 202 w 772"/>
                <a:gd name="T25" fmla="*/ 664 h 960"/>
                <a:gd name="T26" fmla="*/ 0 w 772"/>
                <a:gd name="T27" fmla="*/ 529 h 960"/>
                <a:gd name="T28" fmla="*/ 128 w 772"/>
                <a:gd name="T29" fmla="*/ 133 h 960"/>
                <a:gd name="T30" fmla="*/ 418 w 772"/>
                <a:gd name="T31" fmla="*/ 31 h 960"/>
                <a:gd name="T32" fmla="*/ 448 w 772"/>
                <a:gd name="T33" fmla="*/ 8 h 960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772" h="960">
                  <a:moveTo>
                    <a:pt x="286" y="5"/>
                  </a:moveTo>
                  <a:cubicBezTo>
                    <a:pt x="286" y="5"/>
                    <a:pt x="405" y="73"/>
                    <a:pt x="502" y="0"/>
                  </a:cubicBezTo>
                  <a:cubicBezTo>
                    <a:pt x="520" y="20"/>
                    <a:pt x="520" y="20"/>
                    <a:pt x="520" y="20"/>
                  </a:cubicBezTo>
                  <a:cubicBezTo>
                    <a:pt x="520" y="20"/>
                    <a:pt x="673" y="63"/>
                    <a:pt x="689" y="77"/>
                  </a:cubicBezTo>
                  <a:cubicBezTo>
                    <a:pt x="705" y="90"/>
                    <a:pt x="772" y="114"/>
                    <a:pt x="772" y="352"/>
                  </a:cubicBezTo>
                  <a:cubicBezTo>
                    <a:pt x="772" y="352"/>
                    <a:pt x="696" y="401"/>
                    <a:pt x="640" y="413"/>
                  </a:cubicBezTo>
                  <a:cubicBezTo>
                    <a:pt x="637" y="392"/>
                    <a:pt x="637" y="392"/>
                    <a:pt x="637" y="392"/>
                  </a:cubicBezTo>
                  <a:cubicBezTo>
                    <a:pt x="637" y="392"/>
                    <a:pt x="622" y="509"/>
                    <a:pt x="619" y="571"/>
                  </a:cubicBezTo>
                  <a:cubicBezTo>
                    <a:pt x="617" y="633"/>
                    <a:pt x="652" y="795"/>
                    <a:pt x="622" y="849"/>
                  </a:cubicBezTo>
                  <a:cubicBezTo>
                    <a:pt x="622" y="849"/>
                    <a:pt x="458" y="960"/>
                    <a:pt x="138" y="849"/>
                  </a:cubicBezTo>
                  <a:cubicBezTo>
                    <a:pt x="138" y="849"/>
                    <a:pt x="95" y="817"/>
                    <a:pt x="136" y="603"/>
                  </a:cubicBezTo>
                  <a:cubicBezTo>
                    <a:pt x="153" y="517"/>
                    <a:pt x="136" y="409"/>
                    <a:pt x="136" y="409"/>
                  </a:cubicBezTo>
                  <a:cubicBezTo>
                    <a:pt x="129" y="426"/>
                    <a:pt x="129" y="426"/>
                    <a:pt x="129" y="426"/>
                  </a:cubicBezTo>
                  <a:cubicBezTo>
                    <a:pt x="129" y="426"/>
                    <a:pt x="27" y="403"/>
                    <a:pt x="0" y="339"/>
                  </a:cubicBezTo>
                  <a:cubicBezTo>
                    <a:pt x="0" y="339"/>
                    <a:pt x="40" y="120"/>
                    <a:pt x="82" y="85"/>
                  </a:cubicBezTo>
                  <a:cubicBezTo>
                    <a:pt x="82" y="85"/>
                    <a:pt x="94" y="53"/>
                    <a:pt x="267" y="20"/>
                  </a:cubicBezTo>
                  <a:lnTo>
                    <a:pt x="286" y="5"/>
                  </a:lnTo>
                  <a:close/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90237" name="Freeform 349">
              <a:extLst>
                <a:ext uri="{FF2B5EF4-FFF2-40B4-BE49-F238E27FC236}">
                  <a16:creationId xmlns:a16="http://schemas.microsoft.com/office/drawing/2014/main" id="{B7EC7D33-42B1-4B5F-92E4-717FD86F90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4" y="1624"/>
              <a:ext cx="12" cy="151"/>
            </a:xfrm>
            <a:custGeom>
              <a:avLst/>
              <a:gdLst>
                <a:gd name="T0" fmla="*/ 0 w 10"/>
                <a:gd name="T1" fmla="*/ 203 h 130"/>
                <a:gd name="T2" fmla="*/ 12 w 10"/>
                <a:gd name="T3" fmla="*/ 100 h 130"/>
                <a:gd name="T4" fmla="*/ 17 w 10"/>
                <a:gd name="T5" fmla="*/ 0 h 1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30">
                  <a:moveTo>
                    <a:pt x="0" y="130"/>
                  </a:moveTo>
                  <a:cubicBezTo>
                    <a:pt x="0" y="108"/>
                    <a:pt x="4" y="86"/>
                    <a:pt x="7" y="64"/>
                  </a:cubicBezTo>
                  <a:cubicBezTo>
                    <a:pt x="10" y="43"/>
                    <a:pt x="8" y="22"/>
                    <a:pt x="10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90238" name="Freeform 350">
              <a:extLst>
                <a:ext uri="{FF2B5EF4-FFF2-40B4-BE49-F238E27FC236}">
                  <a16:creationId xmlns:a16="http://schemas.microsoft.com/office/drawing/2014/main" id="{764A5A72-9729-4394-A920-FD8542AE61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5" y="1605"/>
              <a:ext cx="39" cy="85"/>
            </a:xfrm>
            <a:custGeom>
              <a:avLst/>
              <a:gdLst>
                <a:gd name="T0" fmla="*/ 54 w 33"/>
                <a:gd name="T1" fmla="*/ 113 h 74"/>
                <a:gd name="T2" fmla="*/ 30 w 33"/>
                <a:gd name="T3" fmla="*/ 75 h 74"/>
                <a:gd name="T4" fmla="*/ 0 w 33"/>
                <a:gd name="T5" fmla="*/ 0 h 7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74">
                  <a:moveTo>
                    <a:pt x="33" y="74"/>
                  </a:moveTo>
                  <a:cubicBezTo>
                    <a:pt x="30" y="64"/>
                    <a:pt x="25" y="58"/>
                    <a:pt x="18" y="50"/>
                  </a:cubicBezTo>
                  <a:cubicBezTo>
                    <a:pt x="7" y="34"/>
                    <a:pt x="6" y="17"/>
                    <a:pt x="0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90239" name="Freeform 351">
              <a:extLst>
                <a:ext uri="{FF2B5EF4-FFF2-40B4-BE49-F238E27FC236}">
                  <a16:creationId xmlns:a16="http://schemas.microsoft.com/office/drawing/2014/main" id="{3CFF69BA-1DDA-4FB5-A545-A85DA9BFFC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5" y="1592"/>
              <a:ext cx="10" cy="163"/>
            </a:xfrm>
            <a:custGeom>
              <a:avLst/>
              <a:gdLst>
                <a:gd name="T0" fmla="*/ 12 w 9"/>
                <a:gd name="T1" fmla="*/ 217 h 141"/>
                <a:gd name="T2" fmla="*/ 9 w 9"/>
                <a:gd name="T3" fmla="*/ 117 h 141"/>
                <a:gd name="T4" fmla="*/ 0 w 9"/>
                <a:gd name="T5" fmla="*/ 0 h 1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41">
                  <a:moveTo>
                    <a:pt x="9" y="141"/>
                  </a:moveTo>
                  <a:cubicBezTo>
                    <a:pt x="8" y="119"/>
                    <a:pt x="9" y="97"/>
                    <a:pt x="6" y="75"/>
                  </a:cubicBezTo>
                  <a:cubicBezTo>
                    <a:pt x="2" y="50"/>
                    <a:pt x="3" y="25"/>
                    <a:pt x="0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90240" name="Freeform 352">
              <a:extLst>
                <a:ext uri="{FF2B5EF4-FFF2-40B4-BE49-F238E27FC236}">
                  <a16:creationId xmlns:a16="http://schemas.microsoft.com/office/drawing/2014/main" id="{76F7F0F9-307F-4AEE-9C13-9ECCB11593A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7" y="1587"/>
              <a:ext cx="35" cy="68"/>
            </a:xfrm>
            <a:custGeom>
              <a:avLst/>
              <a:gdLst>
                <a:gd name="T0" fmla="*/ 0 w 30"/>
                <a:gd name="T1" fmla="*/ 94 h 58"/>
                <a:gd name="T2" fmla="*/ 48 w 30"/>
                <a:gd name="T3" fmla="*/ 0 h 5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58">
                  <a:moveTo>
                    <a:pt x="0" y="58"/>
                  </a:moveTo>
                  <a:cubicBezTo>
                    <a:pt x="10" y="38"/>
                    <a:pt x="25" y="22"/>
                    <a:pt x="30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90241" name="Freeform 353">
              <a:extLst>
                <a:ext uri="{FF2B5EF4-FFF2-40B4-BE49-F238E27FC236}">
                  <a16:creationId xmlns:a16="http://schemas.microsoft.com/office/drawing/2014/main" id="{3C90682F-09D8-401B-B428-BBAA31EB4FE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8" y="2001"/>
              <a:ext cx="323" cy="172"/>
            </a:xfrm>
            <a:custGeom>
              <a:avLst/>
              <a:gdLst>
                <a:gd name="T0" fmla="*/ 0 w 278"/>
                <a:gd name="T1" fmla="*/ 1 h 148"/>
                <a:gd name="T2" fmla="*/ 56 w 278"/>
                <a:gd name="T3" fmla="*/ 80 h 148"/>
                <a:gd name="T4" fmla="*/ 144 w 278"/>
                <a:gd name="T5" fmla="*/ 177 h 148"/>
                <a:gd name="T6" fmla="*/ 194 w 278"/>
                <a:gd name="T7" fmla="*/ 188 h 148"/>
                <a:gd name="T8" fmla="*/ 203 w 278"/>
                <a:gd name="T9" fmla="*/ 158 h 148"/>
                <a:gd name="T10" fmla="*/ 252 w 278"/>
                <a:gd name="T11" fmla="*/ 181 h 148"/>
                <a:gd name="T12" fmla="*/ 326 w 278"/>
                <a:gd name="T13" fmla="*/ 222 h 148"/>
                <a:gd name="T14" fmla="*/ 436 w 278"/>
                <a:gd name="T15" fmla="*/ 198 h 148"/>
                <a:gd name="T16" fmla="*/ 326 w 278"/>
                <a:gd name="T17" fmla="*/ 192 h 148"/>
                <a:gd name="T18" fmla="*/ 202 w 278"/>
                <a:gd name="T19" fmla="*/ 135 h 148"/>
                <a:gd name="T20" fmla="*/ 164 w 278"/>
                <a:gd name="T21" fmla="*/ 157 h 148"/>
                <a:gd name="T22" fmla="*/ 108 w 278"/>
                <a:gd name="T23" fmla="*/ 127 h 148"/>
                <a:gd name="T24" fmla="*/ 27 w 278"/>
                <a:gd name="T25" fmla="*/ 17 h 148"/>
                <a:gd name="T26" fmla="*/ 3 w 278"/>
                <a:gd name="T27" fmla="*/ 0 h 148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78" h="148">
                  <a:moveTo>
                    <a:pt x="0" y="1"/>
                  </a:moveTo>
                  <a:cubicBezTo>
                    <a:pt x="10" y="18"/>
                    <a:pt x="24" y="35"/>
                    <a:pt x="35" y="51"/>
                  </a:cubicBezTo>
                  <a:cubicBezTo>
                    <a:pt x="51" y="75"/>
                    <a:pt x="67" y="98"/>
                    <a:pt x="92" y="113"/>
                  </a:cubicBezTo>
                  <a:cubicBezTo>
                    <a:pt x="101" y="119"/>
                    <a:pt x="116" y="130"/>
                    <a:pt x="124" y="120"/>
                  </a:cubicBezTo>
                  <a:cubicBezTo>
                    <a:pt x="128" y="114"/>
                    <a:pt x="122" y="104"/>
                    <a:pt x="130" y="101"/>
                  </a:cubicBezTo>
                  <a:cubicBezTo>
                    <a:pt x="136" y="98"/>
                    <a:pt x="155" y="112"/>
                    <a:pt x="161" y="115"/>
                  </a:cubicBezTo>
                  <a:cubicBezTo>
                    <a:pt x="176" y="123"/>
                    <a:pt x="191" y="135"/>
                    <a:pt x="208" y="141"/>
                  </a:cubicBezTo>
                  <a:cubicBezTo>
                    <a:pt x="226" y="148"/>
                    <a:pt x="267" y="143"/>
                    <a:pt x="278" y="126"/>
                  </a:cubicBezTo>
                  <a:cubicBezTo>
                    <a:pt x="255" y="131"/>
                    <a:pt x="230" y="127"/>
                    <a:pt x="208" y="122"/>
                  </a:cubicBezTo>
                  <a:cubicBezTo>
                    <a:pt x="178" y="116"/>
                    <a:pt x="157" y="95"/>
                    <a:pt x="129" y="86"/>
                  </a:cubicBezTo>
                  <a:cubicBezTo>
                    <a:pt x="110" y="79"/>
                    <a:pt x="114" y="91"/>
                    <a:pt x="104" y="100"/>
                  </a:cubicBezTo>
                  <a:cubicBezTo>
                    <a:pt x="92" y="110"/>
                    <a:pt x="77" y="91"/>
                    <a:pt x="69" y="81"/>
                  </a:cubicBezTo>
                  <a:cubicBezTo>
                    <a:pt x="52" y="57"/>
                    <a:pt x="36" y="32"/>
                    <a:pt x="17" y="11"/>
                  </a:cubicBezTo>
                  <a:cubicBezTo>
                    <a:pt x="13" y="6"/>
                    <a:pt x="7" y="3"/>
                    <a:pt x="3" y="0"/>
                  </a:cubicBezTo>
                </a:path>
              </a:pathLst>
            </a:custGeom>
            <a:solidFill>
              <a:srgbClr val="7BCB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90242" name="Freeform 354">
              <a:extLst>
                <a:ext uri="{FF2B5EF4-FFF2-40B4-BE49-F238E27FC236}">
                  <a16:creationId xmlns:a16="http://schemas.microsoft.com/office/drawing/2014/main" id="{8135E159-506E-44A3-B30C-FF6D64388F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0" y="1623"/>
              <a:ext cx="34" cy="159"/>
            </a:xfrm>
            <a:custGeom>
              <a:avLst/>
              <a:gdLst>
                <a:gd name="T0" fmla="*/ 29 w 30"/>
                <a:gd name="T1" fmla="*/ 215 h 137"/>
                <a:gd name="T2" fmla="*/ 42 w 30"/>
                <a:gd name="T3" fmla="*/ 171 h 137"/>
                <a:gd name="T4" fmla="*/ 44 w 30"/>
                <a:gd name="T5" fmla="*/ 117 h 137"/>
                <a:gd name="T6" fmla="*/ 42 w 30"/>
                <a:gd name="T7" fmla="*/ 95 h 137"/>
                <a:gd name="T8" fmla="*/ 29 w 30"/>
                <a:gd name="T9" fmla="*/ 70 h 137"/>
                <a:gd name="T10" fmla="*/ 11 w 30"/>
                <a:gd name="T11" fmla="*/ 35 h 137"/>
                <a:gd name="T12" fmla="*/ 0 w 30"/>
                <a:gd name="T13" fmla="*/ 0 h 137"/>
                <a:gd name="T14" fmla="*/ 12 w 30"/>
                <a:gd name="T15" fmla="*/ 51 h 137"/>
                <a:gd name="T16" fmla="*/ 26 w 30"/>
                <a:gd name="T17" fmla="*/ 106 h 137"/>
                <a:gd name="T18" fmla="*/ 22 w 30"/>
                <a:gd name="T19" fmla="*/ 159 h 137"/>
                <a:gd name="T20" fmla="*/ 20 w 30"/>
                <a:gd name="T21" fmla="*/ 185 h 137"/>
                <a:gd name="T22" fmla="*/ 22 w 30"/>
                <a:gd name="T23" fmla="*/ 202 h 13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0" h="137">
                  <a:moveTo>
                    <a:pt x="20" y="137"/>
                  </a:moveTo>
                  <a:cubicBezTo>
                    <a:pt x="26" y="129"/>
                    <a:pt x="28" y="118"/>
                    <a:pt x="29" y="109"/>
                  </a:cubicBezTo>
                  <a:cubicBezTo>
                    <a:pt x="30" y="98"/>
                    <a:pt x="29" y="86"/>
                    <a:pt x="30" y="75"/>
                  </a:cubicBezTo>
                  <a:cubicBezTo>
                    <a:pt x="30" y="70"/>
                    <a:pt x="30" y="66"/>
                    <a:pt x="29" y="61"/>
                  </a:cubicBezTo>
                  <a:cubicBezTo>
                    <a:pt x="27" y="55"/>
                    <a:pt x="23" y="50"/>
                    <a:pt x="20" y="45"/>
                  </a:cubicBezTo>
                  <a:cubicBezTo>
                    <a:pt x="16" y="38"/>
                    <a:pt x="12" y="30"/>
                    <a:pt x="8" y="22"/>
                  </a:cubicBezTo>
                  <a:cubicBezTo>
                    <a:pt x="5" y="15"/>
                    <a:pt x="3" y="7"/>
                    <a:pt x="0" y="0"/>
                  </a:cubicBezTo>
                  <a:cubicBezTo>
                    <a:pt x="2" y="11"/>
                    <a:pt x="6" y="22"/>
                    <a:pt x="9" y="33"/>
                  </a:cubicBezTo>
                  <a:cubicBezTo>
                    <a:pt x="13" y="45"/>
                    <a:pt x="18" y="55"/>
                    <a:pt x="18" y="67"/>
                  </a:cubicBezTo>
                  <a:cubicBezTo>
                    <a:pt x="19" y="79"/>
                    <a:pt x="17" y="90"/>
                    <a:pt x="15" y="102"/>
                  </a:cubicBezTo>
                  <a:cubicBezTo>
                    <a:pt x="14" y="107"/>
                    <a:pt x="14" y="113"/>
                    <a:pt x="14" y="118"/>
                  </a:cubicBezTo>
                  <a:cubicBezTo>
                    <a:pt x="14" y="121"/>
                    <a:pt x="14" y="126"/>
                    <a:pt x="15" y="129"/>
                  </a:cubicBezTo>
                </a:path>
              </a:pathLst>
            </a:custGeom>
            <a:solidFill>
              <a:srgbClr val="7BCB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90243" name="Freeform 355">
              <a:extLst>
                <a:ext uri="{FF2B5EF4-FFF2-40B4-BE49-F238E27FC236}">
                  <a16:creationId xmlns:a16="http://schemas.microsoft.com/office/drawing/2014/main" id="{8E8263AE-C489-434D-8AEE-B085099F4A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9" y="1626"/>
              <a:ext cx="21" cy="110"/>
            </a:xfrm>
            <a:custGeom>
              <a:avLst/>
              <a:gdLst>
                <a:gd name="T0" fmla="*/ 21 w 18"/>
                <a:gd name="T1" fmla="*/ 0 h 95"/>
                <a:gd name="T2" fmla="*/ 19 w 18"/>
                <a:gd name="T3" fmla="*/ 7 h 95"/>
                <a:gd name="T4" fmla="*/ 15 w 18"/>
                <a:gd name="T5" fmla="*/ 28 h 95"/>
                <a:gd name="T6" fmla="*/ 13 w 18"/>
                <a:gd name="T7" fmla="*/ 75 h 95"/>
                <a:gd name="T8" fmla="*/ 7 w 18"/>
                <a:gd name="T9" fmla="*/ 119 h 95"/>
                <a:gd name="T10" fmla="*/ 1 w 18"/>
                <a:gd name="T11" fmla="*/ 147 h 95"/>
                <a:gd name="T12" fmla="*/ 11 w 18"/>
                <a:gd name="T13" fmla="*/ 129 h 95"/>
                <a:gd name="T14" fmla="*/ 26 w 18"/>
                <a:gd name="T15" fmla="*/ 79 h 95"/>
                <a:gd name="T16" fmla="*/ 27 w 18"/>
                <a:gd name="T17" fmla="*/ 29 h 95"/>
                <a:gd name="T18" fmla="*/ 25 w 18"/>
                <a:gd name="T19" fmla="*/ 1 h 9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8" h="95">
                  <a:moveTo>
                    <a:pt x="13" y="0"/>
                  </a:moveTo>
                  <a:cubicBezTo>
                    <a:pt x="12" y="0"/>
                    <a:pt x="12" y="3"/>
                    <a:pt x="12" y="4"/>
                  </a:cubicBezTo>
                  <a:cubicBezTo>
                    <a:pt x="11" y="8"/>
                    <a:pt x="10" y="13"/>
                    <a:pt x="9" y="18"/>
                  </a:cubicBezTo>
                  <a:cubicBezTo>
                    <a:pt x="8" y="28"/>
                    <a:pt x="9" y="38"/>
                    <a:pt x="8" y="48"/>
                  </a:cubicBezTo>
                  <a:cubicBezTo>
                    <a:pt x="7" y="58"/>
                    <a:pt x="5" y="67"/>
                    <a:pt x="4" y="77"/>
                  </a:cubicBezTo>
                  <a:cubicBezTo>
                    <a:pt x="2" y="82"/>
                    <a:pt x="0" y="90"/>
                    <a:pt x="1" y="95"/>
                  </a:cubicBezTo>
                  <a:cubicBezTo>
                    <a:pt x="4" y="93"/>
                    <a:pt x="6" y="86"/>
                    <a:pt x="7" y="83"/>
                  </a:cubicBezTo>
                  <a:cubicBezTo>
                    <a:pt x="11" y="73"/>
                    <a:pt x="15" y="62"/>
                    <a:pt x="16" y="51"/>
                  </a:cubicBezTo>
                  <a:cubicBezTo>
                    <a:pt x="17" y="41"/>
                    <a:pt x="18" y="30"/>
                    <a:pt x="17" y="19"/>
                  </a:cubicBezTo>
                  <a:cubicBezTo>
                    <a:pt x="17" y="14"/>
                    <a:pt x="17" y="6"/>
                    <a:pt x="15" y="1"/>
                  </a:cubicBezTo>
                </a:path>
              </a:pathLst>
            </a:custGeom>
            <a:solidFill>
              <a:srgbClr val="7BCB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90244" name="Freeform 356">
              <a:extLst>
                <a:ext uri="{FF2B5EF4-FFF2-40B4-BE49-F238E27FC236}">
                  <a16:creationId xmlns:a16="http://schemas.microsoft.com/office/drawing/2014/main" id="{87A5A70C-EC95-4385-8C66-BE2A9AA274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4" y="1594"/>
              <a:ext cx="33" cy="171"/>
            </a:xfrm>
            <a:custGeom>
              <a:avLst/>
              <a:gdLst>
                <a:gd name="T0" fmla="*/ 46 w 28"/>
                <a:gd name="T1" fmla="*/ 0 h 147"/>
                <a:gd name="T2" fmla="*/ 15 w 28"/>
                <a:gd name="T3" fmla="*/ 64 h 147"/>
                <a:gd name="T4" fmla="*/ 1 w 28"/>
                <a:gd name="T5" fmla="*/ 108 h 147"/>
                <a:gd name="T6" fmla="*/ 13 w 28"/>
                <a:gd name="T7" fmla="*/ 168 h 147"/>
                <a:gd name="T8" fmla="*/ 21 w 28"/>
                <a:gd name="T9" fmla="*/ 231 h 147"/>
                <a:gd name="T10" fmla="*/ 24 w 28"/>
                <a:gd name="T11" fmla="*/ 156 h 147"/>
                <a:gd name="T12" fmla="*/ 21 w 28"/>
                <a:gd name="T13" fmla="*/ 100 h 147"/>
                <a:gd name="T14" fmla="*/ 38 w 28"/>
                <a:gd name="T15" fmla="*/ 16 h 14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8" h="147">
                  <a:moveTo>
                    <a:pt x="28" y="0"/>
                  </a:moveTo>
                  <a:cubicBezTo>
                    <a:pt x="22" y="14"/>
                    <a:pt x="17" y="27"/>
                    <a:pt x="9" y="40"/>
                  </a:cubicBezTo>
                  <a:cubicBezTo>
                    <a:pt x="3" y="49"/>
                    <a:pt x="0" y="58"/>
                    <a:pt x="1" y="69"/>
                  </a:cubicBezTo>
                  <a:cubicBezTo>
                    <a:pt x="2" y="82"/>
                    <a:pt x="6" y="94"/>
                    <a:pt x="8" y="107"/>
                  </a:cubicBezTo>
                  <a:cubicBezTo>
                    <a:pt x="10" y="120"/>
                    <a:pt x="8" y="134"/>
                    <a:pt x="13" y="147"/>
                  </a:cubicBezTo>
                  <a:cubicBezTo>
                    <a:pt x="13" y="131"/>
                    <a:pt x="16" y="115"/>
                    <a:pt x="14" y="99"/>
                  </a:cubicBezTo>
                  <a:cubicBezTo>
                    <a:pt x="13" y="87"/>
                    <a:pt x="12" y="75"/>
                    <a:pt x="13" y="64"/>
                  </a:cubicBezTo>
                  <a:cubicBezTo>
                    <a:pt x="14" y="47"/>
                    <a:pt x="17" y="24"/>
                    <a:pt x="23" y="10"/>
                  </a:cubicBezTo>
                </a:path>
              </a:pathLst>
            </a:custGeom>
            <a:solidFill>
              <a:srgbClr val="7BCB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90245" name="Freeform 357">
              <a:extLst>
                <a:ext uri="{FF2B5EF4-FFF2-40B4-BE49-F238E27FC236}">
                  <a16:creationId xmlns:a16="http://schemas.microsoft.com/office/drawing/2014/main" id="{D736C231-7909-45A0-8AE3-1F90065F76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7" y="1583"/>
              <a:ext cx="12" cy="47"/>
            </a:xfrm>
            <a:custGeom>
              <a:avLst/>
              <a:gdLst>
                <a:gd name="T0" fmla="*/ 1 w 10"/>
                <a:gd name="T1" fmla="*/ 0 h 41"/>
                <a:gd name="T2" fmla="*/ 8 w 10"/>
                <a:gd name="T3" fmla="*/ 62 h 41"/>
                <a:gd name="T4" fmla="*/ 10 w 10"/>
                <a:gd name="T5" fmla="*/ 9 h 41"/>
                <a:gd name="T6" fmla="*/ 7 w 10"/>
                <a:gd name="T7" fmla="*/ 8 h 4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41">
                  <a:moveTo>
                    <a:pt x="1" y="0"/>
                  </a:moveTo>
                  <a:cubicBezTo>
                    <a:pt x="4" y="12"/>
                    <a:pt x="0" y="31"/>
                    <a:pt x="5" y="41"/>
                  </a:cubicBezTo>
                  <a:cubicBezTo>
                    <a:pt x="10" y="34"/>
                    <a:pt x="7" y="15"/>
                    <a:pt x="6" y="6"/>
                  </a:cubicBezTo>
                  <a:cubicBezTo>
                    <a:pt x="4" y="6"/>
                    <a:pt x="5" y="6"/>
                    <a:pt x="4" y="5"/>
                  </a:cubicBezTo>
                </a:path>
              </a:pathLst>
            </a:custGeom>
            <a:solidFill>
              <a:srgbClr val="7BCB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90246" name="Freeform 358">
              <a:extLst>
                <a:ext uri="{FF2B5EF4-FFF2-40B4-BE49-F238E27FC236}">
                  <a16:creationId xmlns:a16="http://schemas.microsoft.com/office/drawing/2014/main" id="{CFCDE0CF-84F3-441E-8734-6E7F483D68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0" y="1317"/>
              <a:ext cx="242" cy="72"/>
            </a:xfrm>
            <a:custGeom>
              <a:avLst/>
              <a:gdLst>
                <a:gd name="T0" fmla="*/ 0 w 208"/>
                <a:gd name="T1" fmla="*/ 0 h 62"/>
                <a:gd name="T2" fmla="*/ 328 w 208"/>
                <a:gd name="T3" fmla="*/ 36 h 6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8" h="62">
                  <a:moveTo>
                    <a:pt x="0" y="0"/>
                  </a:moveTo>
                  <a:cubicBezTo>
                    <a:pt x="0" y="0"/>
                    <a:pt x="95" y="62"/>
                    <a:pt x="208" y="23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90247" name="Freeform 359">
              <a:extLst>
                <a:ext uri="{FF2B5EF4-FFF2-40B4-BE49-F238E27FC236}">
                  <a16:creationId xmlns:a16="http://schemas.microsoft.com/office/drawing/2014/main" id="{F1144173-6DB9-4339-9523-4F7DEECF37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9" y="2035"/>
              <a:ext cx="238" cy="124"/>
            </a:xfrm>
            <a:custGeom>
              <a:avLst/>
              <a:gdLst>
                <a:gd name="T0" fmla="*/ 0 w 205"/>
                <a:gd name="T1" fmla="*/ 0 h 107"/>
                <a:gd name="T2" fmla="*/ 86 w 205"/>
                <a:gd name="T3" fmla="*/ 100 h 107"/>
                <a:gd name="T4" fmla="*/ 145 w 205"/>
                <a:gd name="T5" fmla="*/ 160 h 107"/>
                <a:gd name="T6" fmla="*/ 181 w 205"/>
                <a:gd name="T7" fmla="*/ 117 h 107"/>
                <a:gd name="T8" fmla="*/ 233 w 205"/>
                <a:gd name="T9" fmla="*/ 144 h 107"/>
                <a:gd name="T10" fmla="*/ 320 w 205"/>
                <a:gd name="T11" fmla="*/ 167 h 10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5" h="107">
                  <a:moveTo>
                    <a:pt x="0" y="0"/>
                  </a:moveTo>
                  <a:cubicBezTo>
                    <a:pt x="22" y="9"/>
                    <a:pt x="40" y="46"/>
                    <a:pt x="55" y="64"/>
                  </a:cubicBezTo>
                  <a:cubicBezTo>
                    <a:pt x="66" y="76"/>
                    <a:pt x="78" y="97"/>
                    <a:pt x="93" y="103"/>
                  </a:cubicBezTo>
                  <a:cubicBezTo>
                    <a:pt x="97" y="91"/>
                    <a:pt x="101" y="77"/>
                    <a:pt x="115" y="75"/>
                  </a:cubicBezTo>
                  <a:cubicBezTo>
                    <a:pt x="127" y="74"/>
                    <a:pt x="139" y="86"/>
                    <a:pt x="149" y="92"/>
                  </a:cubicBezTo>
                  <a:cubicBezTo>
                    <a:pt x="167" y="103"/>
                    <a:pt x="184" y="107"/>
                    <a:pt x="205" y="107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</p:grpSp>
      <p:grpSp>
        <p:nvGrpSpPr>
          <p:cNvPr id="29699" name="full-body-prepubertal-male-child">
            <a:extLst>
              <a:ext uri="{FF2B5EF4-FFF2-40B4-BE49-F238E27FC236}">
                <a16:creationId xmlns:a16="http://schemas.microsoft.com/office/drawing/2014/main" id="{04D53BEA-9A82-4A80-B41A-47FD9C23B01B}"/>
              </a:ext>
            </a:extLst>
          </p:cNvPr>
          <p:cNvGrpSpPr>
            <a:grpSpLocks/>
          </p:cNvGrpSpPr>
          <p:nvPr/>
        </p:nvGrpSpPr>
        <p:grpSpPr bwMode="auto">
          <a:xfrm>
            <a:off x="8524875" y="1185863"/>
            <a:ext cx="1544638" cy="5346700"/>
            <a:chOff x="4410" y="699"/>
            <a:chExt cx="973" cy="3368"/>
          </a:xfrm>
        </p:grpSpPr>
        <p:sp>
          <p:nvSpPr>
            <p:cNvPr id="30252" name="Freeform 361">
              <a:extLst>
                <a:ext uri="{FF2B5EF4-FFF2-40B4-BE49-F238E27FC236}">
                  <a16:creationId xmlns:a16="http://schemas.microsoft.com/office/drawing/2014/main" id="{A81350C3-567C-4063-99D4-7BBDE316341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2" y="1039"/>
              <a:ext cx="90" cy="124"/>
            </a:xfrm>
            <a:custGeom>
              <a:avLst/>
              <a:gdLst>
                <a:gd name="T0" fmla="*/ 76 w 77"/>
                <a:gd name="T1" fmla="*/ 16 h 107"/>
                <a:gd name="T2" fmla="*/ 48 w 77"/>
                <a:gd name="T3" fmla="*/ 1 h 107"/>
                <a:gd name="T4" fmla="*/ 16 w 77"/>
                <a:gd name="T5" fmla="*/ 3 h 107"/>
                <a:gd name="T6" fmla="*/ 1 w 77"/>
                <a:gd name="T7" fmla="*/ 39 h 107"/>
                <a:gd name="T8" fmla="*/ 29 w 77"/>
                <a:gd name="T9" fmla="*/ 79 h 107"/>
                <a:gd name="T10" fmla="*/ 75 w 77"/>
                <a:gd name="T11" fmla="*/ 147 h 107"/>
                <a:gd name="T12" fmla="*/ 104 w 77"/>
                <a:gd name="T13" fmla="*/ 166 h 107"/>
                <a:gd name="T14" fmla="*/ 123 w 77"/>
                <a:gd name="T15" fmla="*/ 134 h 10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7" h="107">
                  <a:moveTo>
                    <a:pt x="48" y="10"/>
                  </a:moveTo>
                  <a:cubicBezTo>
                    <a:pt x="42" y="9"/>
                    <a:pt x="36" y="3"/>
                    <a:pt x="30" y="1"/>
                  </a:cubicBezTo>
                  <a:cubicBezTo>
                    <a:pt x="23" y="0"/>
                    <a:pt x="16" y="0"/>
                    <a:pt x="10" y="3"/>
                  </a:cubicBezTo>
                  <a:cubicBezTo>
                    <a:pt x="2" y="7"/>
                    <a:pt x="0" y="16"/>
                    <a:pt x="1" y="25"/>
                  </a:cubicBezTo>
                  <a:cubicBezTo>
                    <a:pt x="1" y="36"/>
                    <a:pt x="10" y="43"/>
                    <a:pt x="18" y="51"/>
                  </a:cubicBezTo>
                  <a:cubicBezTo>
                    <a:pt x="31" y="64"/>
                    <a:pt x="36" y="80"/>
                    <a:pt x="47" y="95"/>
                  </a:cubicBezTo>
                  <a:cubicBezTo>
                    <a:pt x="51" y="100"/>
                    <a:pt x="57" y="107"/>
                    <a:pt x="65" y="106"/>
                  </a:cubicBezTo>
                  <a:cubicBezTo>
                    <a:pt x="75" y="104"/>
                    <a:pt x="74" y="94"/>
                    <a:pt x="77" y="86"/>
                  </a:cubicBezTo>
                </a:path>
              </a:pathLst>
            </a:custGeom>
            <a:solidFill>
              <a:srgbClr val="FEF3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253" name="Freeform 362">
              <a:extLst>
                <a:ext uri="{FF2B5EF4-FFF2-40B4-BE49-F238E27FC236}">
                  <a16:creationId xmlns:a16="http://schemas.microsoft.com/office/drawing/2014/main" id="{A2B66CDC-C57B-400A-8477-7F7E869F2B44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8" y="962"/>
              <a:ext cx="67" cy="153"/>
            </a:xfrm>
            <a:custGeom>
              <a:avLst/>
              <a:gdLst>
                <a:gd name="T0" fmla="*/ 37 w 58"/>
                <a:gd name="T1" fmla="*/ 27 h 132"/>
                <a:gd name="T2" fmla="*/ 68 w 58"/>
                <a:gd name="T3" fmla="*/ 1 h 132"/>
                <a:gd name="T4" fmla="*/ 87 w 58"/>
                <a:gd name="T5" fmla="*/ 36 h 132"/>
                <a:gd name="T6" fmla="*/ 72 w 58"/>
                <a:gd name="T7" fmla="*/ 82 h 132"/>
                <a:gd name="T8" fmla="*/ 61 w 58"/>
                <a:gd name="T9" fmla="*/ 136 h 132"/>
                <a:gd name="T10" fmla="*/ 42 w 58"/>
                <a:gd name="T11" fmla="*/ 199 h 132"/>
                <a:gd name="T12" fmla="*/ 0 w 58"/>
                <a:gd name="T13" fmla="*/ 180 h 1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8" h="132">
                  <a:moveTo>
                    <a:pt x="24" y="17"/>
                  </a:moveTo>
                  <a:cubicBezTo>
                    <a:pt x="27" y="9"/>
                    <a:pt x="35" y="0"/>
                    <a:pt x="44" y="1"/>
                  </a:cubicBezTo>
                  <a:cubicBezTo>
                    <a:pt x="55" y="2"/>
                    <a:pt x="58" y="14"/>
                    <a:pt x="56" y="23"/>
                  </a:cubicBezTo>
                  <a:cubicBezTo>
                    <a:pt x="54" y="34"/>
                    <a:pt x="51" y="43"/>
                    <a:pt x="47" y="53"/>
                  </a:cubicBezTo>
                  <a:cubicBezTo>
                    <a:pt x="43" y="64"/>
                    <a:pt x="40" y="75"/>
                    <a:pt x="40" y="87"/>
                  </a:cubicBezTo>
                  <a:cubicBezTo>
                    <a:pt x="40" y="99"/>
                    <a:pt x="42" y="122"/>
                    <a:pt x="27" y="128"/>
                  </a:cubicBezTo>
                  <a:cubicBezTo>
                    <a:pt x="18" y="132"/>
                    <a:pt x="4" y="124"/>
                    <a:pt x="0" y="116"/>
                  </a:cubicBezTo>
                </a:path>
              </a:pathLst>
            </a:custGeom>
            <a:solidFill>
              <a:srgbClr val="FEF3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254" name="Freeform 363">
              <a:extLst>
                <a:ext uri="{FF2B5EF4-FFF2-40B4-BE49-F238E27FC236}">
                  <a16:creationId xmlns:a16="http://schemas.microsoft.com/office/drawing/2014/main" id="{D4735275-CF7C-42E4-92C7-F02228BD9DD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9" y="715"/>
              <a:ext cx="399" cy="594"/>
            </a:xfrm>
            <a:custGeom>
              <a:avLst/>
              <a:gdLst>
                <a:gd name="T0" fmla="*/ 530 w 344"/>
                <a:gd name="T1" fmla="*/ 320 h 512"/>
                <a:gd name="T2" fmla="*/ 532 w 344"/>
                <a:gd name="T3" fmla="*/ 251 h 512"/>
                <a:gd name="T4" fmla="*/ 244 w 344"/>
                <a:gd name="T5" fmla="*/ 16 h 512"/>
                <a:gd name="T6" fmla="*/ 17 w 344"/>
                <a:gd name="T7" fmla="*/ 311 h 512"/>
                <a:gd name="T8" fmla="*/ 52 w 344"/>
                <a:gd name="T9" fmla="*/ 418 h 512"/>
                <a:gd name="T10" fmla="*/ 77 w 344"/>
                <a:gd name="T11" fmla="*/ 480 h 512"/>
                <a:gd name="T12" fmla="*/ 169 w 344"/>
                <a:gd name="T13" fmla="*/ 675 h 512"/>
                <a:gd name="T14" fmla="*/ 353 w 344"/>
                <a:gd name="T15" fmla="*/ 790 h 512"/>
                <a:gd name="T16" fmla="*/ 502 w 344"/>
                <a:gd name="T17" fmla="*/ 600 h 512"/>
                <a:gd name="T18" fmla="*/ 530 w 344"/>
                <a:gd name="T19" fmla="*/ 393 h 512"/>
                <a:gd name="T20" fmla="*/ 530 w 344"/>
                <a:gd name="T21" fmla="*/ 320 h 51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44" h="512">
                  <a:moveTo>
                    <a:pt x="340" y="205"/>
                  </a:moveTo>
                  <a:cubicBezTo>
                    <a:pt x="342" y="190"/>
                    <a:pt x="343" y="175"/>
                    <a:pt x="341" y="160"/>
                  </a:cubicBezTo>
                  <a:cubicBezTo>
                    <a:pt x="330" y="66"/>
                    <a:pt x="247" y="0"/>
                    <a:pt x="156" y="10"/>
                  </a:cubicBezTo>
                  <a:cubicBezTo>
                    <a:pt x="65" y="21"/>
                    <a:pt x="0" y="106"/>
                    <a:pt x="11" y="199"/>
                  </a:cubicBezTo>
                  <a:cubicBezTo>
                    <a:pt x="14" y="224"/>
                    <a:pt x="22" y="247"/>
                    <a:pt x="34" y="267"/>
                  </a:cubicBezTo>
                  <a:cubicBezTo>
                    <a:pt x="40" y="280"/>
                    <a:pt x="48" y="299"/>
                    <a:pt x="49" y="308"/>
                  </a:cubicBezTo>
                  <a:cubicBezTo>
                    <a:pt x="50" y="322"/>
                    <a:pt x="79" y="406"/>
                    <a:pt x="109" y="433"/>
                  </a:cubicBezTo>
                  <a:cubicBezTo>
                    <a:pt x="139" y="460"/>
                    <a:pt x="180" y="512"/>
                    <a:pt x="226" y="506"/>
                  </a:cubicBezTo>
                  <a:cubicBezTo>
                    <a:pt x="272" y="500"/>
                    <a:pt x="317" y="403"/>
                    <a:pt x="322" y="384"/>
                  </a:cubicBezTo>
                  <a:cubicBezTo>
                    <a:pt x="327" y="366"/>
                    <a:pt x="344" y="300"/>
                    <a:pt x="340" y="252"/>
                  </a:cubicBezTo>
                  <a:cubicBezTo>
                    <a:pt x="338" y="235"/>
                    <a:pt x="339" y="214"/>
                    <a:pt x="340" y="205"/>
                  </a:cubicBezTo>
                  <a:close/>
                </a:path>
              </a:pathLst>
            </a:custGeom>
            <a:solidFill>
              <a:srgbClr val="FEF3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255" name="Freeform 364">
              <a:extLst>
                <a:ext uri="{FF2B5EF4-FFF2-40B4-BE49-F238E27FC236}">
                  <a16:creationId xmlns:a16="http://schemas.microsoft.com/office/drawing/2014/main" id="{3A9EF34F-CE20-48BA-908C-B3D56A8EBFB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0" y="1188"/>
              <a:ext cx="471" cy="1394"/>
            </a:xfrm>
            <a:custGeom>
              <a:avLst/>
              <a:gdLst>
                <a:gd name="T0" fmla="*/ 520 w 405"/>
                <a:gd name="T1" fmla="*/ 0 h 1203"/>
                <a:gd name="T2" fmla="*/ 508 w 405"/>
                <a:gd name="T3" fmla="*/ 160 h 1203"/>
                <a:gd name="T4" fmla="*/ 327 w 405"/>
                <a:gd name="T5" fmla="*/ 219 h 1203"/>
                <a:gd name="T6" fmla="*/ 135 w 405"/>
                <a:gd name="T7" fmla="*/ 450 h 1203"/>
                <a:gd name="T8" fmla="*/ 12 w 405"/>
                <a:gd name="T9" fmla="*/ 997 h 1203"/>
                <a:gd name="T10" fmla="*/ 30 w 405"/>
                <a:gd name="T11" fmla="*/ 1432 h 1203"/>
                <a:gd name="T12" fmla="*/ 19 w 405"/>
                <a:gd name="T13" fmla="*/ 1656 h 1203"/>
                <a:gd name="T14" fmla="*/ 14 w 405"/>
                <a:gd name="T15" fmla="*/ 1782 h 1203"/>
                <a:gd name="T16" fmla="*/ 77 w 405"/>
                <a:gd name="T17" fmla="*/ 1829 h 1203"/>
                <a:gd name="T18" fmla="*/ 163 w 405"/>
                <a:gd name="T19" fmla="*/ 1869 h 1203"/>
                <a:gd name="T20" fmla="*/ 167 w 405"/>
                <a:gd name="T21" fmla="*/ 1853 h 1203"/>
                <a:gd name="T22" fmla="*/ 186 w 405"/>
                <a:gd name="T23" fmla="*/ 1841 h 1203"/>
                <a:gd name="T24" fmla="*/ 149 w 405"/>
                <a:gd name="T25" fmla="*/ 1810 h 1203"/>
                <a:gd name="T26" fmla="*/ 144 w 405"/>
                <a:gd name="T27" fmla="*/ 1725 h 1203"/>
                <a:gd name="T28" fmla="*/ 172 w 405"/>
                <a:gd name="T29" fmla="*/ 1686 h 1203"/>
                <a:gd name="T30" fmla="*/ 224 w 405"/>
                <a:gd name="T31" fmla="*/ 1795 h 1203"/>
                <a:gd name="T32" fmla="*/ 233 w 405"/>
                <a:gd name="T33" fmla="*/ 1724 h 1203"/>
                <a:gd name="T34" fmla="*/ 234 w 405"/>
                <a:gd name="T35" fmla="*/ 1607 h 1203"/>
                <a:gd name="T36" fmla="*/ 200 w 405"/>
                <a:gd name="T37" fmla="*/ 1537 h 1203"/>
                <a:gd name="T38" fmla="*/ 167 w 405"/>
                <a:gd name="T39" fmla="*/ 1395 h 1203"/>
                <a:gd name="T40" fmla="*/ 206 w 405"/>
                <a:gd name="T41" fmla="*/ 1076 h 1203"/>
                <a:gd name="T42" fmla="*/ 221 w 405"/>
                <a:gd name="T43" fmla="*/ 913 h 1203"/>
                <a:gd name="T44" fmla="*/ 283 w 405"/>
                <a:gd name="T45" fmla="*/ 708 h 1203"/>
                <a:gd name="T46" fmla="*/ 529 w 405"/>
                <a:gd name="T47" fmla="*/ 498 h 1203"/>
                <a:gd name="T48" fmla="*/ 520 w 405"/>
                <a:gd name="T49" fmla="*/ 0 h 1203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405" h="1203">
                  <a:moveTo>
                    <a:pt x="330" y="0"/>
                  </a:moveTo>
                  <a:cubicBezTo>
                    <a:pt x="330" y="0"/>
                    <a:pt x="344" y="79"/>
                    <a:pt x="323" y="103"/>
                  </a:cubicBezTo>
                  <a:cubicBezTo>
                    <a:pt x="302" y="127"/>
                    <a:pt x="238" y="135"/>
                    <a:pt x="208" y="141"/>
                  </a:cubicBezTo>
                  <a:cubicBezTo>
                    <a:pt x="179" y="148"/>
                    <a:pt x="98" y="144"/>
                    <a:pt x="86" y="289"/>
                  </a:cubicBezTo>
                  <a:cubicBezTo>
                    <a:pt x="74" y="435"/>
                    <a:pt x="16" y="535"/>
                    <a:pt x="8" y="640"/>
                  </a:cubicBezTo>
                  <a:cubicBezTo>
                    <a:pt x="0" y="745"/>
                    <a:pt x="16" y="887"/>
                    <a:pt x="19" y="921"/>
                  </a:cubicBezTo>
                  <a:cubicBezTo>
                    <a:pt x="22" y="956"/>
                    <a:pt x="24" y="1031"/>
                    <a:pt x="12" y="1064"/>
                  </a:cubicBezTo>
                  <a:cubicBezTo>
                    <a:pt x="0" y="1097"/>
                    <a:pt x="9" y="1145"/>
                    <a:pt x="9" y="1145"/>
                  </a:cubicBezTo>
                  <a:cubicBezTo>
                    <a:pt x="9" y="1145"/>
                    <a:pt x="34" y="1175"/>
                    <a:pt x="49" y="1175"/>
                  </a:cubicBezTo>
                  <a:cubicBezTo>
                    <a:pt x="49" y="1175"/>
                    <a:pt x="84" y="1203"/>
                    <a:pt x="103" y="1201"/>
                  </a:cubicBezTo>
                  <a:cubicBezTo>
                    <a:pt x="108" y="1201"/>
                    <a:pt x="107" y="1191"/>
                    <a:pt x="107" y="1191"/>
                  </a:cubicBezTo>
                  <a:cubicBezTo>
                    <a:pt x="107" y="1191"/>
                    <a:pt x="119" y="1193"/>
                    <a:pt x="119" y="1183"/>
                  </a:cubicBezTo>
                  <a:cubicBezTo>
                    <a:pt x="119" y="1173"/>
                    <a:pt x="95" y="1163"/>
                    <a:pt x="95" y="1163"/>
                  </a:cubicBezTo>
                  <a:cubicBezTo>
                    <a:pt x="95" y="1163"/>
                    <a:pt x="93" y="1111"/>
                    <a:pt x="92" y="1109"/>
                  </a:cubicBezTo>
                  <a:cubicBezTo>
                    <a:pt x="91" y="1107"/>
                    <a:pt x="109" y="1084"/>
                    <a:pt x="109" y="1084"/>
                  </a:cubicBezTo>
                  <a:cubicBezTo>
                    <a:pt x="109" y="1084"/>
                    <a:pt x="102" y="1148"/>
                    <a:pt x="143" y="1154"/>
                  </a:cubicBezTo>
                  <a:cubicBezTo>
                    <a:pt x="143" y="1154"/>
                    <a:pt x="146" y="1114"/>
                    <a:pt x="148" y="1108"/>
                  </a:cubicBezTo>
                  <a:cubicBezTo>
                    <a:pt x="150" y="1101"/>
                    <a:pt x="149" y="1033"/>
                    <a:pt x="149" y="1033"/>
                  </a:cubicBezTo>
                  <a:cubicBezTo>
                    <a:pt x="149" y="1033"/>
                    <a:pt x="150" y="1016"/>
                    <a:pt x="127" y="987"/>
                  </a:cubicBezTo>
                  <a:cubicBezTo>
                    <a:pt x="105" y="958"/>
                    <a:pt x="109" y="922"/>
                    <a:pt x="107" y="897"/>
                  </a:cubicBezTo>
                  <a:cubicBezTo>
                    <a:pt x="105" y="873"/>
                    <a:pt x="125" y="710"/>
                    <a:pt x="131" y="692"/>
                  </a:cubicBezTo>
                  <a:cubicBezTo>
                    <a:pt x="137" y="674"/>
                    <a:pt x="142" y="608"/>
                    <a:pt x="140" y="587"/>
                  </a:cubicBezTo>
                  <a:cubicBezTo>
                    <a:pt x="138" y="566"/>
                    <a:pt x="178" y="460"/>
                    <a:pt x="180" y="455"/>
                  </a:cubicBezTo>
                  <a:cubicBezTo>
                    <a:pt x="336" y="320"/>
                    <a:pt x="336" y="320"/>
                    <a:pt x="336" y="320"/>
                  </a:cubicBezTo>
                  <a:cubicBezTo>
                    <a:pt x="336" y="320"/>
                    <a:pt x="405" y="200"/>
                    <a:pt x="330" y="0"/>
                  </a:cubicBezTo>
                  <a:close/>
                </a:path>
              </a:pathLst>
            </a:custGeom>
            <a:solidFill>
              <a:srgbClr val="FEF3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256" name="Freeform 365">
              <a:extLst>
                <a:ext uri="{FF2B5EF4-FFF2-40B4-BE49-F238E27FC236}">
                  <a16:creationId xmlns:a16="http://schemas.microsoft.com/office/drawing/2014/main" id="{7767F92F-38AD-4ED2-AB05-A318B1668497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7" y="1185"/>
              <a:ext cx="371" cy="1436"/>
            </a:xfrm>
            <a:custGeom>
              <a:avLst/>
              <a:gdLst>
                <a:gd name="T0" fmla="*/ 36 w 319"/>
                <a:gd name="T1" fmla="*/ 0 h 1240"/>
                <a:gd name="T2" fmla="*/ 80 w 319"/>
                <a:gd name="T3" fmla="*/ 188 h 1240"/>
                <a:gd name="T4" fmla="*/ 276 w 319"/>
                <a:gd name="T5" fmla="*/ 246 h 1240"/>
                <a:gd name="T6" fmla="*/ 431 w 319"/>
                <a:gd name="T7" fmla="*/ 484 h 1240"/>
                <a:gd name="T8" fmla="*/ 498 w 319"/>
                <a:gd name="T9" fmla="*/ 983 h 1240"/>
                <a:gd name="T10" fmla="*/ 466 w 319"/>
                <a:gd name="T11" fmla="*/ 1404 h 1240"/>
                <a:gd name="T12" fmla="*/ 466 w 319"/>
                <a:gd name="T13" fmla="*/ 1638 h 1240"/>
                <a:gd name="T14" fmla="*/ 455 w 319"/>
                <a:gd name="T15" fmla="*/ 1825 h 1240"/>
                <a:gd name="T16" fmla="*/ 384 w 319"/>
                <a:gd name="T17" fmla="*/ 1890 h 1240"/>
                <a:gd name="T18" fmla="*/ 341 w 319"/>
                <a:gd name="T19" fmla="*/ 1912 h 1240"/>
                <a:gd name="T20" fmla="*/ 308 w 319"/>
                <a:gd name="T21" fmla="*/ 1915 h 1240"/>
                <a:gd name="T22" fmla="*/ 318 w 319"/>
                <a:gd name="T23" fmla="*/ 1858 h 1240"/>
                <a:gd name="T24" fmla="*/ 327 w 319"/>
                <a:gd name="T25" fmla="*/ 1794 h 1240"/>
                <a:gd name="T26" fmla="*/ 304 w 319"/>
                <a:gd name="T27" fmla="*/ 1712 h 1240"/>
                <a:gd name="T28" fmla="*/ 267 w 319"/>
                <a:gd name="T29" fmla="*/ 1834 h 1240"/>
                <a:gd name="T30" fmla="*/ 258 w 319"/>
                <a:gd name="T31" fmla="*/ 1792 h 1240"/>
                <a:gd name="T32" fmla="*/ 259 w 319"/>
                <a:gd name="T33" fmla="*/ 1660 h 1240"/>
                <a:gd name="T34" fmla="*/ 300 w 319"/>
                <a:gd name="T35" fmla="*/ 1578 h 1240"/>
                <a:gd name="T36" fmla="*/ 324 w 319"/>
                <a:gd name="T37" fmla="*/ 1443 h 1240"/>
                <a:gd name="T38" fmla="*/ 316 w 319"/>
                <a:gd name="T39" fmla="*/ 1061 h 1240"/>
                <a:gd name="T40" fmla="*/ 255 w 319"/>
                <a:gd name="T41" fmla="*/ 693 h 1240"/>
                <a:gd name="T42" fmla="*/ 123 w 319"/>
                <a:gd name="T43" fmla="*/ 482 h 1240"/>
                <a:gd name="T44" fmla="*/ 2 w 319"/>
                <a:gd name="T45" fmla="*/ 220 h 1240"/>
                <a:gd name="T46" fmla="*/ 36 w 319"/>
                <a:gd name="T47" fmla="*/ 0 h 1240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319" h="1240">
                  <a:moveTo>
                    <a:pt x="23" y="0"/>
                  </a:moveTo>
                  <a:cubicBezTo>
                    <a:pt x="23" y="0"/>
                    <a:pt x="0" y="105"/>
                    <a:pt x="51" y="121"/>
                  </a:cubicBezTo>
                  <a:cubicBezTo>
                    <a:pt x="102" y="136"/>
                    <a:pt x="160" y="157"/>
                    <a:pt x="175" y="158"/>
                  </a:cubicBezTo>
                  <a:cubicBezTo>
                    <a:pt x="191" y="159"/>
                    <a:pt x="267" y="185"/>
                    <a:pt x="274" y="312"/>
                  </a:cubicBezTo>
                  <a:cubicBezTo>
                    <a:pt x="281" y="440"/>
                    <a:pt x="314" y="598"/>
                    <a:pt x="316" y="633"/>
                  </a:cubicBezTo>
                  <a:cubicBezTo>
                    <a:pt x="319" y="668"/>
                    <a:pt x="315" y="800"/>
                    <a:pt x="297" y="904"/>
                  </a:cubicBezTo>
                  <a:cubicBezTo>
                    <a:pt x="289" y="953"/>
                    <a:pt x="289" y="1011"/>
                    <a:pt x="297" y="1054"/>
                  </a:cubicBezTo>
                  <a:cubicBezTo>
                    <a:pt x="306" y="1097"/>
                    <a:pt x="299" y="1154"/>
                    <a:pt x="289" y="1175"/>
                  </a:cubicBezTo>
                  <a:cubicBezTo>
                    <a:pt x="279" y="1196"/>
                    <a:pt x="254" y="1218"/>
                    <a:pt x="244" y="1217"/>
                  </a:cubicBezTo>
                  <a:cubicBezTo>
                    <a:pt x="244" y="1217"/>
                    <a:pt x="230" y="1239"/>
                    <a:pt x="217" y="1231"/>
                  </a:cubicBezTo>
                  <a:cubicBezTo>
                    <a:pt x="217" y="1231"/>
                    <a:pt x="203" y="1240"/>
                    <a:pt x="196" y="1233"/>
                  </a:cubicBezTo>
                  <a:cubicBezTo>
                    <a:pt x="189" y="1225"/>
                    <a:pt x="198" y="1200"/>
                    <a:pt x="202" y="1196"/>
                  </a:cubicBezTo>
                  <a:cubicBezTo>
                    <a:pt x="206" y="1193"/>
                    <a:pt x="209" y="1166"/>
                    <a:pt x="208" y="1155"/>
                  </a:cubicBezTo>
                  <a:cubicBezTo>
                    <a:pt x="207" y="1144"/>
                    <a:pt x="209" y="1122"/>
                    <a:pt x="193" y="1102"/>
                  </a:cubicBezTo>
                  <a:cubicBezTo>
                    <a:pt x="193" y="1102"/>
                    <a:pt x="198" y="1172"/>
                    <a:pt x="170" y="1181"/>
                  </a:cubicBezTo>
                  <a:cubicBezTo>
                    <a:pt x="164" y="1154"/>
                    <a:pt x="164" y="1154"/>
                    <a:pt x="164" y="1154"/>
                  </a:cubicBezTo>
                  <a:cubicBezTo>
                    <a:pt x="164" y="1154"/>
                    <a:pt x="163" y="1075"/>
                    <a:pt x="165" y="1068"/>
                  </a:cubicBezTo>
                  <a:cubicBezTo>
                    <a:pt x="167" y="1061"/>
                    <a:pt x="172" y="1042"/>
                    <a:pt x="191" y="1016"/>
                  </a:cubicBezTo>
                  <a:cubicBezTo>
                    <a:pt x="211" y="990"/>
                    <a:pt x="210" y="958"/>
                    <a:pt x="206" y="929"/>
                  </a:cubicBezTo>
                  <a:cubicBezTo>
                    <a:pt x="202" y="900"/>
                    <a:pt x="201" y="724"/>
                    <a:pt x="201" y="683"/>
                  </a:cubicBezTo>
                  <a:cubicBezTo>
                    <a:pt x="201" y="642"/>
                    <a:pt x="165" y="477"/>
                    <a:pt x="162" y="446"/>
                  </a:cubicBezTo>
                  <a:cubicBezTo>
                    <a:pt x="78" y="310"/>
                    <a:pt x="78" y="310"/>
                    <a:pt x="78" y="310"/>
                  </a:cubicBezTo>
                  <a:cubicBezTo>
                    <a:pt x="2" y="142"/>
                    <a:pt x="2" y="142"/>
                    <a:pt x="2" y="142"/>
                  </a:cubicBezTo>
                  <a:lnTo>
                    <a:pt x="23" y="0"/>
                  </a:lnTo>
                  <a:close/>
                </a:path>
              </a:pathLst>
            </a:custGeom>
            <a:solidFill>
              <a:srgbClr val="FEF3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257" name="Freeform 366">
              <a:extLst>
                <a:ext uri="{FF2B5EF4-FFF2-40B4-BE49-F238E27FC236}">
                  <a16:creationId xmlns:a16="http://schemas.microsoft.com/office/drawing/2014/main" id="{528B7A9F-79FB-40B4-AC61-BFFFDB4B427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0" y="1164"/>
              <a:ext cx="584" cy="1398"/>
            </a:xfrm>
            <a:custGeom>
              <a:avLst/>
              <a:gdLst>
                <a:gd name="T0" fmla="*/ 244 w 503"/>
                <a:gd name="T1" fmla="*/ 7 h 1207"/>
                <a:gd name="T2" fmla="*/ 269 w 503"/>
                <a:gd name="T3" fmla="*/ 151 h 1207"/>
                <a:gd name="T4" fmla="*/ 20 w 503"/>
                <a:gd name="T5" fmla="*/ 600 h 1207"/>
                <a:gd name="T6" fmla="*/ 20 w 503"/>
                <a:gd name="T7" fmla="*/ 815 h 1207"/>
                <a:gd name="T8" fmla="*/ 27 w 503"/>
                <a:gd name="T9" fmla="*/ 1266 h 1207"/>
                <a:gd name="T10" fmla="*/ 0 w 503"/>
                <a:gd name="T11" fmla="*/ 1608 h 1207"/>
                <a:gd name="T12" fmla="*/ 369 w 503"/>
                <a:gd name="T13" fmla="*/ 1872 h 1207"/>
                <a:gd name="T14" fmla="*/ 771 w 503"/>
                <a:gd name="T15" fmla="*/ 1590 h 1207"/>
                <a:gd name="T16" fmla="*/ 742 w 503"/>
                <a:gd name="T17" fmla="*/ 1422 h 1207"/>
                <a:gd name="T18" fmla="*/ 720 w 503"/>
                <a:gd name="T19" fmla="*/ 1119 h 1207"/>
                <a:gd name="T20" fmla="*/ 780 w 503"/>
                <a:gd name="T21" fmla="*/ 681 h 1207"/>
                <a:gd name="T22" fmla="*/ 634 w 503"/>
                <a:gd name="T23" fmla="*/ 330 h 1207"/>
                <a:gd name="T24" fmla="*/ 553 w 503"/>
                <a:gd name="T25" fmla="*/ 180 h 1207"/>
                <a:gd name="T26" fmla="*/ 567 w 503"/>
                <a:gd name="T27" fmla="*/ 57 h 1207"/>
                <a:gd name="T28" fmla="*/ 561 w 503"/>
                <a:gd name="T29" fmla="*/ 0 h 1207"/>
                <a:gd name="T30" fmla="*/ 244 w 503"/>
                <a:gd name="T31" fmla="*/ 7 h 1207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503" h="1207">
                  <a:moveTo>
                    <a:pt x="156" y="4"/>
                  </a:moveTo>
                  <a:cubicBezTo>
                    <a:pt x="156" y="4"/>
                    <a:pt x="171" y="66"/>
                    <a:pt x="172" y="97"/>
                  </a:cubicBezTo>
                  <a:cubicBezTo>
                    <a:pt x="173" y="127"/>
                    <a:pt x="47" y="365"/>
                    <a:pt x="13" y="386"/>
                  </a:cubicBezTo>
                  <a:cubicBezTo>
                    <a:pt x="13" y="386"/>
                    <a:pt x="6" y="469"/>
                    <a:pt x="13" y="525"/>
                  </a:cubicBezTo>
                  <a:cubicBezTo>
                    <a:pt x="20" y="581"/>
                    <a:pt x="22" y="773"/>
                    <a:pt x="17" y="815"/>
                  </a:cubicBezTo>
                  <a:cubicBezTo>
                    <a:pt x="12" y="858"/>
                    <a:pt x="24" y="873"/>
                    <a:pt x="0" y="1034"/>
                  </a:cubicBezTo>
                  <a:cubicBezTo>
                    <a:pt x="0" y="1034"/>
                    <a:pt x="180" y="1207"/>
                    <a:pt x="236" y="1204"/>
                  </a:cubicBezTo>
                  <a:cubicBezTo>
                    <a:pt x="291" y="1200"/>
                    <a:pt x="493" y="1023"/>
                    <a:pt x="493" y="1023"/>
                  </a:cubicBezTo>
                  <a:cubicBezTo>
                    <a:pt x="493" y="1023"/>
                    <a:pt x="484" y="952"/>
                    <a:pt x="474" y="915"/>
                  </a:cubicBezTo>
                  <a:cubicBezTo>
                    <a:pt x="465" y="877"/>
                    <a:pt x="456" y="775"/>
                    <a:pt x="460" y="720"/>
                  </a:cubicBezTo>
                  <a:cubicBezTo>
                    <a:pt x="464" y="664"/>
                    <a:pt x="503" y="526"/>
                    <a:pt x="499" y="439"/>
                  </a:cubicBezTo>
                  <a:cubicBezTo>
                    <a:pt x="495" y="351"/>
                    <a:pt x="405" y="212"/>
                    <a:pt x="405" y="212"/>
                  </a:cubicBezTo>
                  <a:cubicBezTo>
                    <a:pt x="353" y="116"/>
                    <a:pt x="353" y="116"/>
                    <a:pt x="353" y="116"/>
                  </a:cubicBezTo>
                  <a:cubicBezTo>
                    <a:pt x="362" y="36"/>
                    <a:pt x="362" y="36"/>
                    <a:pt x="362" y="36"/>
                  </a:cubicBezTo>
                  <a:cubicBezTo>
                    <a:pt x="358" y="0"/>
                    <a:pt x="358" y="0"/>
                    <a:pt x="358" y="0"/>
                  </a:cubicBezTo>
                  <a:lnTo>
                    <a:pt x="156" y="4"/>
                  </a:lnTo>
                  <a:close/>
                </a:path>
              </a:pathLst>
            </a:custGeom>
            <a:solidFill>
              <a:srgbClr val="FEF3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258" name="Freeform 367">
              <a:extLst>
                <a:ext uri="{FF2B5EF4-FFF2-40B4-BE49-F238E27FC236}">
                  <a16:creationId xmlns:a16="http://schemas.microsoft.com/office/drawing/2014/main" id="{FAD778E2-7681-413D-83E1-F3655053124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8" y="2347"/>
              <a:ext cx="299" cy="1719"/>
            </a:xfrm>
            <a:custGeom>
              <a:avLst/>
              <a:gdLst>
                <a:gd name="T0" fmla="*/ 45 w 258"/>
                <a:gd name="T1" fmla="*/ 0 h 1484"/>
                <a:gd name="T2" fmla="*/ 22 w 258"/>
                <a:gd name="T3" fmla="*/ 189 h 1484"/>
                <a:gd name="T4" fmla="*/ 36 w 258"/>
                <a:gd name="T5" fmla="*/ 550 h 1484"/>
                <a:gd name="T6" fmla="*/ 76 w 258"/>
                <a:gd name="T7" fmla="*/ 856 h 1484"/>
                <a:gd name="T8" fmla="*/ 95 w 258"/>
                <a:gd name="T9" fmla="*/ 1128 h 1484"/>
                <a:gd name="T10" fmla="*/ 162 w 258"/>
                <a:gd name="T11" fmla="*/ 1688 h 1484"/>
                <a:gd name="T12" fmla="*/ 150 w 258"/>
                <a:gd name="T13" fmla="*/ 1962 h 1484"/>
                <a:gd name="T14" fmla="*/ 96 w 258"/>
                <a:gd name="T15" fmla="*/ 2083 h 1484"/>
                <a:gd name="T16" fmla="*/ 58 w 258"/>
                <a:gd name="T17" fmla="*/ 2143 h 1484"/>
                <a:gd name="T18" fmla="*/ 34 w 258"/>
                <a:gd name="T19" fmla="*/ 2225 h 1484"/>
                <a:gd name="T20" fmla="*/ 65 w 258"/>
                <a:gd name="T21" fmla="*/ 2251 h 1484"/>
                <a:gd name="T22" fmla="*/ 101 w 258"/>
                <a:gd name="T23" fmla="*/ 2268 h 1484"/>
                <a:gd name="T24" fmla="*/ 145 w 258"/>
                <a:gd name="T25" fmla="*/ 2270 h 1484"/>
                <a:gd name="T26" fmla="*/ 192 w 258"/>
                <a:gd name="T27" fmla="*/ 2304 h 1484"/>
                <a:gd name="T28" fmla="*/ 243 w 258"/>
                <a:gd name="T29" fmla="*/ 2248 h 1484"/>
                <a:gd name="T30" fmla="*/ 264 w 258"/>
                <a:gd name="T31" fmla="*/ 2215 h 1484"/>
                <a:gd name="T32" fmla="*/ 299 w 258"/>
                <a:gd name="T33" fmla="*/ 2156 h 1484"/>
                <a:gd name="T34" fmla="*/ 322 w 258"/>
                <a:gd name="T35" fmla="*/ 2098 h 1484"/>
                <a:gd name="T36" fmla="*/ 335 w 258"/>
                <a:gd name="T37" fmla="*/ 2003 h 1484"/>
                <a:gd name="T38" fmla="*/ 336 w 258"/>
                <a:gd name="T39" fmla="*/ 1922 h 1484"/>
                <a:gd name="T40" fmla="*/ 331 w 258"/>
                <a:gd name="T41" fmla="*/ 1698 h 1484"/>
                <a:gd name="T42" fmla="*/ 343 w 258"/>
                <a:gd name="T43" fmla="*/ 1270 h 1484"/>
                <a:gd name="T44" fmla="*/ 356 w 258"/>
                <a:gd name="T45" fmla="*/ 949 h 1484"/>
                <a:gd name="T46" fmla="*/ 353 w 258"/>
                <a:gd name="T47" fmla="*/ 777 h 1484"/>
                <a:gd name="T48" fmla="*/ 371 w 258"/>
                <a:gd name="T49" fmla="*/ 514 h 1484"/>
                <a:gd name="T50" fmla="*/ 400 w 258"/>
                <a:gd name="T51" fmla="*/ 285 h 1484"/>
                <a:gd name="T52" fmla="*/ 398 w 258"/>
                <a:gd name="T53" fmla="*/ 141 h 1484"/>
                <a:gd name="T54" fmla="*/ 45 w 258"/>
                <a:gd name="T55" fmla="*/ 0 h 1484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258" h="1484">
                  <a:moveTo>
                    <a:pt x="29" y="0"/>
                  </a:moveTo>
                  <a:cubicBezTo>
                    <a:pt x="29" y="0"/>
                    <a:pt x="19" y="89"/>
                    <a:pt x="14" y="122"/>
                  </a:cubicBezTo>
                  <a:cubicBezTo>
                    <a:pt x="9" y="156"/>
                    <a:pt x="0" y="270"/>
                    <a:pt x="23" y="354"/>
                  </a:cubicBezTo>
                  <a:cubicBezTo>
                    <a:pt x="46" y="438"/>
                    <a:pt x="52" y="490"/>
                    <a:pt x="49" y="551"/>
                  </a:cubicBezTo>
                  <a:cubicBezTo>
                    <a:pt x="46" y="612"/>
                    <a:pt x="60" y="668"/>
                    <a:pt x="61" y="726"/>
                  </a:cubicBezTo>
                  <a:cubicBezTo>
                    <a:pt x="63" y="784"/>
                    <a:pt x="70" y="964"/>
                    <a:pt x="104" y="1086"/>
                  </a:cubicBezTo>
                  <a:cubicBezTo>
                    <a:pt x="137" y="1208"/>
                    <a:pt x="96" y="1262"/>
                    <a:pt x="96" y="1262"/>
                  </a:cubicBezTo>
                  <a:cubicBezTo>
                    <a:pt x="96" y="1262"/>
                    <a:pt x="71" y="1308"/>
                    <a:pt x="62" y="1340"/>
                  </a:cubicBezTo>
                  <a:cubicBezTo>
                    <a:pt x="57" y="1360"/>
                    <a:pt x="42" y="1365"/>
                    <a:pt x="37" y="1379"/>
                  </a:cubicBezTo>
                  <a:cubicBezTo>
                    <a:pt x="31" y="1394"/>
                    <a:pt x="13" y="1404"/>
                    <a:pt x="22" y="1431"/>
                  </a:cubicBezTo>
                  <a:cubicBezTo>
                    <a:pt x="22" y="1431"/>
                    <a:pt x="28" y="1458"/>
                    <a:pt x="41" y="1448"/>
                  </a:cubicBezTo>
                  <a:cubicBezTo>
                    <a:pt x="41" y="1448"/>
                    <a:pt x="52" y="1467"/>
                    <a:pt x="65" y="1459"/>
                  </a:cubicBezTo>
                  <a:cubicBezTo>
                    <a:pt x="65" y="1459"/>
                    <a:pt x="82" y="1478"/>
                    <a:pt x="93" y="1461"/>
                  </a:cubicBezTo>
                  <a:cubicBezTo>
                    <a:pt x="93" y="1461"/>
                    <a:pt x="91" y="1484"/>
                    <a:pt x="123" y="1482"/>
                  </a:cubicBezTo>
                  <a:cubicBezTo>
                    <a:pt x="155" y="1481"/>
                    <a:pt x="157" y="1467"/>
                    <a:pt x="156" y="1447"/>
                  </a:cubicBezTo>
                  <a:cubicBezTo>
                    <a:pt x="155" y="1428"/>
                    <a:pt x="170" y="1425"/>
                    <a:pt x="170" y="1425"/>
                  </a:cubicBezTo>
                  <a:cubicBezTo>
                    <a:pt x="170" y="1425"/>
                    <a:pt x="192" y="1408"/>
                    <a:pt x="192" y="1387"/>
                  </a:cubicBezTo>
                  <a:cubicBezTo>
                    <a:pt x="192" y="1366"/>
                    <a:pt x="207" y="1349"/>
                    <a:pt x="207" y="1349"/>
                  </a:cubicBezTo>
                  <a:cubicBezTo>
                    <a:pt x="207" y="1349"/>
                    <a:pt x="228" y="1339"/>
                    <a:pt x="215" y="1289"/>
                  </a:cubicBezTo>
                  <a:cubicBezTo>
                    <a:pt x="215" y="1289"/>
                    <a:pt x="223" y="1261"/>
                    <a:pt x="216" y="1236"/>
                  </a:cubicBezTo>
                  <a:cubicBezTo>
                    <a:pt x="210" y="1210"/>
                    <a:pt x="212" y="1124"/>
                    <a:pt x="213" y="1093"/>
                  </a:cubicBezTo>
                  <a:cubicBezTo>
                    <a:pt x="214" y="1061"/>
                    <a:pt x="234" y="886"/>
                    <a:pt x="220" y="817"/>
                  </a:cubicBezTo>
                  <a:cubicBezTo>
                    <a:pt x="198" y="703"/>
                    <a:pt x="229" y="665"/>
                    <a:pt x="229" y="610"/>
                  </a:cubicBezTo>
                  <a:cubicBezTo>
                    <a:pt x="229" y="610"/>
                    <a:pt x="233" y="550"/>
                    <a:pt x="227" y="500"/>
                  </a:cubicBezTo>
                  <a:cubicBezTo>
                    <a:pt x="221" y="450"/>
                    <a:pt x="232" y="394"/>
                    <a:pt x="238" y="331"/>
                  </a:cubicBezTo>
                  <a:cubicBezTo>
                    <a:pt x="244" y="268"/>
                    <a:pt x="256" y="209"/>
                    <a:pt x="257" y="183"/>
                  </a:cubicBezTo>
                  <a:cubicBezTo>
                    <a:pt x="258" y="157"/>
                    <a:pt x="255" y="91"/>
                    <a:pt x="255" y="91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EF3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259" name="Freeform 368">
              <a:extLst>
                <a:ext uri="{FF2B5EF4-FFF2-40B4-BE49-F238E27FC236}">
                  <a16:creationId xmlns:a16="http://schemas.microsoft.com/office/drawing/2014/main" id="{B8424FA8-DBF2-4936-A8C9-B4CF957D26DC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1" y="3827"/>
              <a:ext cx="20" cy="30"/>
            </a:xfrm>
            <a:custGeom>
              <a:avLst/>
              <a:gdLst>
                <a:gd name="T0" fmla="*/ 25 w 17"/>
                <a:gd name="T1" fmla="*/ 0 h 26"/>
                <a:gd name="T2" fmla="*/ 0 w 17"/>
                <a:gd name="T3" fmla="*/ 40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26">
                  <a:moveTo>
                    <a:pt x="15" y="0"/>
                  </a:moveTo>
                  <a:cubicBezTo>
                    <a:pt x="17" y="12"/>
                    <a:pt x="6" y="18"/>
                    <a:pt x="0" y="26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260" name="Freeform 369">
              <a:extLst>
                <a:ext uri="{FF2B5EF4-FFF2-40B4-BE49-F238E27FC236}">
                  <a16:creationId xmlns:a16="http://schemas.microsoft.com/office/drawing/2014/main" id="{FEEA5834-291F-4C1C-8E52-EA7EA9E4831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9" y="3864"/>
              <a:ext cx="18" cy="80"/>
            </a:xfrm>
            <a:custGeom>
              <a:avLst/>
              <a:gdLst>
                <a:gd name="T0" fmla="*/ 1 w 15"/>
                <a:gd name="T1" fmla="*/ 108 h 69"/>
                <a:gd name="T2" fmla="*/ 6 w 15"/>
                <a:gd name="T3" fmla="*/ 50 h 69"/>
                <a:gd name="T4" fmla="*/ 26 w 15"/>
                <a:gd name="T5" fmla="*/ 0 h 6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69">
                  <a:moveTo>
                    <a:pt x="1" y="69"/>
                  </a:moveTo>
                  <a:cubicBezTo>
                    <a:pt x="0" y="57"/>
                    <a:pt x="2" y="44"/>
                    <a:pt x="3" y="32"/>
                  </a:cubicBezTo>
                  <a:cubicBezTo>
                    <a:pt x="3" y="21"/>
                    <a:pt x="7" y="8"/>
                    <a:pt x="15" y="0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261" name="Freeform 370">
              <a:extLst>
                <a:ext uri="{FF2B5EF4-FFF2-40B4-BE49-F238E27FC236}">
                  <a16:creationId xmlns:a16="http://schemas.microsoft.com/office/drawing/2014/main" id="{6831938E-7D0D-4EE6-A2F4-27071C01CEB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4" y="3967"/>
              <a:ext cx="18" cy="54"/>
            </a:xfrm>
            <a:custGeom>
              <a:avLst/>
              <a:gdLst>
                <a:gd name="T0" fmla="*/ 2 w 15"/>
                <a:gd name="T1" fmla="*/ 74 h 46"/>
                <a:gd name="T2" fmla="*/ 7 w 15"/>
                <a:gd name="T3" fmla="*/ 39 h 46"/>
                <a:gd name="T4" fmla="*/ 26 w 15"/>
                <a:gd name="T5" fmla="*/ 0 h 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46">
                  <a:moveTo>
                    <a:pt x="2" y="46"/>
                  </a:moveTo>
                  <a:cubicBezTo>
                    <a:pt x="0" y="40"/>
                    <a:pt x="3" y="30"/>
                    <a:pt x="4" y="24"/>
                  </a:cubicBezTo>
                  <a:cubicBezTo>
                    <a:pt x="6" y="14"/>
                    <a:pt x="11" y="9"/>
                    <a:pt x="15" y="0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262" name="Freeform 371">
              <a:extLst>
                <a:ext uri="{FF2B5EF4-FFF2-40B4-BE49-F238E27FC236}">
                  <a16:creationId xmlns:a16="http://schemas.microsoft.com/office/drawing/2014/main" id="{9C128CF3-0154-482C-9D0E-C2EF7A26F56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7" y="3983"/>
              <a:ext cx="25" cy="62"/>
            </a:xfrm>
            <a:custGeom>
              <a:avLst/>
              <a:gdLst>
                <a:gd name="T0" fmla="*/ 0 w 22"/>
                <a:gd name="T1" fmla="*/ 82 h 54"/>
                <a:gd name="T2" fmla="*/ 11 w 22"/>
                <a:gd name="T3" fmla="*/ 38 h 54"/>
                <a:gd name="T4" fmla="*/ 32 w 22"/>
                <a:gd name="T5" fmla="*/ 0 h 5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54">
                  <a:moveTo>
                    <a:pt x="0" y="54"/>
                  </a:moveTo>
                  <a:cubicBezTo>
                    <a:pt x="0" y="42"/>
                    <a:pt x="0" y="34"/>
                    <a:pt x="8" y="25"/>
                  </a:cubicBezTo>
                  <a:cubicBezTo>
                    <a:pt x="15" y="17"/>
                    <a:pt x="16" y="7"/>
                    <a:pt x="22" y="0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263" name="Freeform 372">
              <a:extLst>
                <a:ext uri="{FF2B5EF4-FFF2-40B4-BE49-F238E27FC236}">
                  <a16:creationId xmlns:a16="http://schemas.microsoft.com/office/drawing/2014/main" id="{8B9FF647-1D70-4F31-BD98-E0F50107BF1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2" y="3984"/>
              <a:ext cx="1" cy="14"/>
            </a:xfrm>
            <a:custGeom>
              <a:avLst/>
              <a:gdLst>
                <a:gd name="T0" fmla="*/ 1 w 1"/>
                <a:gd name="T1" fmla="*/ 19 h 12"/>
                <a:gd name="T2" fmla="*/ 0 w 1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2">
                  <a:moveTo>
                    <a:pt x="1" y="12"/>
                  </a:moveTo>
                  <a:cubicBezTo>
                    <a:pt x="1" y="8"/>
                    <a:pt x="0" y="4"/>
                    <a:pt x="0" y="0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264" name="Freeform 373">
              <a:extLst>
                <a:ext uri="{FF2B5EF4-FFF2-40B4-BE49-F238E27FC236}">
                  <a16:creationId xmlns:a16="http://schemas.microsoft.com/office/drawing/2014/main" id="{51754AA0-4E6A-430F-B33F-D0CD6527CC7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0" y="3984"/>
              <a:ext cx="30" cy="56"/>
            </a:xfrm>
            <a:custGeom>
              <a:avLst/>
              <a:gdLst>
                <a:gd name="T0" fmla="*/ 2 w 26"/>
                <a:gd name="T1" fmla="*/ 73 h 49"/>
                <a:gd name="T2" fmla="*/ 10 w 26"/>
                <a:gd name="T3" fmla="*/ 34 h 49"/>
                <a:gd name="T4" fmla="*/ 40 w 26"/>
                <a:gd name="T5" fmla="*/ 0 h 4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49">
                  <a:moveTo>
                    <a:pt x="2" y="49"/>
                  </a:moveTo>
                  <a:cubicBezTo>
                    <a:pt x="2" y="39"/>
                    <a:pt x="0" y="30"/>
                    <a:pt x="7" y="23"/>
                  </a:cubicBezTo>
                  <a:cubicBezTo>
                    <a:pt x="15" y="16"/>
                    <a:pt x="21" y="9"/>
                    <a:pt x="26" y="0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265" name="Freeform 374">
              <a:extLst>
                <a:ext uri="{FF2B5EF4-FFF2-40B4-BE49-F238E27FC236}">
                  <a16:creationId xmlns:a16="http://schemas.microsoft.com/office/drawing/2014/main" id="{B7EBC86A-0A18-438D-9A4F-97C58DB06CD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0" y="3983"/>
              <a:ext cx="2" cy="11"/>
            </a:xfrm>
            <a:custGeom>
              <a:avLst/>
              <a:gdLst>
                <a:gd name="T0" fmla="*/ 0 w 1"/>
                <a:gd name="T1" fmla="*/ 13 h 10"/>
                <a:gd name="T2" fmla="*/ 8 w 1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0">
                  <a:moveTo>
                    <a:pt x="0" y="10"/>
                  </a:moveTo>
                  <a:cubicBezTo>
                    <a:pt x="1" y="9"/>
                    <a:pt x="1" y="3"/>
                    <a:pt x="1" y="0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266" name="Freeform 375">
              <a:extLst>
                <a:ext uri="{FF2B5EF4-FFF2-40B4-BE49-F238E27FC236}">
                  <a16:creationId xmlns:a16="http://schemas.microsoft.com/office/drawing/2014/main" id="{718C8C66-A0E5-4218-A38E-D8E85C1F484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3" y="3972"/>
              <a:ext cx="27" cy="53"/>
            </a:xfrm>
            <a:custGeom>
              <a:avLst/>
              <a:gdLst>
                <a:gd name="T0" fmla="*/ 1 w 23"/>
                <a:gd name="T1" fmla="*/ 70 h 46"/>
                <a:gd name="T2" fmla="*/ 9 w 23"/>
                <a:gd name="T3" fmla="*/ 28 h 46"/>
                <a:gd name="T4" fmla="*/ 38 w 23"/>
                <a:gd name="T5" fmla="*/ 0 h 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46">
                  <a:moveTo>
                    <a:pt x="1" y="46"/>
                  </a:moveTo>
                  <a:cubicBezTo>
                    <a:pt x="1" y="37"/>
                    <a:pt x="0" y="26"/>
                    <a:pt x="6" y="18"/>
                  </a:cubicBezTo>
                  <a:cubicBezTo>
                    <a:pt x="10" y="12"/>
                    <a:pt x="21" y="7"/>
                    <a:pt x="23" y="0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267" name="Freeform 376">
              <a:extLst>
                <a:ext uri="{FF2B5EF4-FFF2-40B4-BE49-F238E27FC236}">
                  <a16:creationId xmlns:a16="http://schemas.microsoft.com/office/drawing/2014/main" id="{25552112-6F6A-449F-8163-F33CAF858AD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0" y="3971"/>
              <a:ext cx="1" cy="10"/>
            </a:xfrm>
            <a:custGeom>
              <a:avLst/>
              <a:gdLst>
                <a:gd name="T0" fmla="*/ 0 w 1"/>
                <a:gd name="T1" fmla="*/ 12 h 9"/>
                <a:gd name="T2" fmla="*/ 0 w 1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9">
                  <a:moveTo>
                    <a:pt x="0" y="9"/>
                  </a:moveTo>
                  <a:cubicBezTo>
                    <a:pt x="0" y="6"/>
                    <a:pt x="1" y="3"/>
                    <a:pt x="0" y="0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268" name="Freeform 377">
              <a:extLst>
                <a:ext uri="{FF2B5EF4-FFF2-40B4-BE49-F238E27FC236}">
                  <a16:creationId xmlns:a16="http://schemas.microsoft.com/office/drawing/2014/main" id="{843E129F-A870-4437-84BF-F637188A657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5" y="3965"/>
              <a:ext cx="23" cy="46"/>
            </a:xfrm>
            <a:custGeom>
              <a:avLst/>
              <a:gdLst>
                <a:gd name="T0" fmla="*/ 0 w 19"/>
                <a:gd name="T1" fmla="*/ 61 h 40"/>
                <a:gd name="T2" fmla="*/ 8 w 19"/>
                <a:gd name="T3" fmla="*/ 30 h 40"/>
                <a:gd name="T4" fmla="*/ 25 w 19"/>
                <a:gd name="T5" fmla="*/ 17 h 40"/>
                <a:gd name="T6" fmla="*/ 34 w 19"/>
                <a:gd name="T7" fmla="*/ 0 h 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40">
                  <a:moveTo>
                    <a:pt x="0" y="40"/>
                  </a:moveTo>
                  <a:cubicBezTo>
                    <a:pt x="0" y="32"/>
                    <a:pt x="0" y="26"/>
                    <a:pt x="5" y="20"/>
                  </a:cubicBezTo>
                  <a:cubicBezTo>
                    <a:pt x="8" y="17"/>
                    <a:pt x="11" y="14"/>
                    <a:pt x="14" y="11"/>
                  </a:cubicBezTo>
                  <a:cubicBezTo>
                    <a:pt x="16" y="7"/>
                    <a:pt x="17" y="3"/>
                    <a:pt x="19" y="0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269" name="Freeform 378">
              <a:extLst>
                <a:ext uri="{FF2B5EF4-FFF2-40B4-BE49-F238E27FC236}">
                  <a16:creationId xmlns:a16="http://schemas.microsoft.com/office/drawing/2014/main" id="{4DE752A4-2CCE-4EC0-929F-2E2D7EAADCF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8" y="3966"/>
              <a:ext cx="1" cy="12"/>
            </a:xfrm>
            <a:custGeom>
              <a:avLst/>
              <a:gdLst>
                <a:gd name="T0" fmla="*/ 1 w 1"/>
                <a:gd name="T1" fmla="*/ 17 h 10"/>
                <a:gd name="T2" fmla="*/ 0 w 1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0">
                  <a:moveTo>
                    <a:pt x="1" y="10"/>
                  </a:moveTo>
                  <a:cubicBezTo>
                    <a:pt x="1" y="6"/>
                    <a:pt x="0" y="3"/>
                    <a:pt x="0" y="0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270" name="Freeform 379">
              <a:extLst>
                <a:ext uri="{FF2B5EF4-FFF2-40B4-BE49-F238E27FC236}">
                  <a16:creationId xmlns:a16="http://schemas.microsoft.com/office/drawing/2014/main" id="{A6F8C2CC-20EE-4555-94F5-3953890AB7B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4" y="4006"/>
              <a:ext cx="43" cy="33"/>
            </a:xfrm>
            <a:custGeom>
              <a:avLst/>
              <a:gdLst>
                <a:gd name="T0" fmla="*/ 0 w 37"/>
                <a:gd name="T1" fmla="*/ 26 h 29"/>
                <a:gd name="T2" fmla="*/ 8 w 37"/>
                <a:gd name="T3" fmla="*/ 25 h 29"/>
                <a:gd name="T4" fmla="*/ 28 w 37"/>
                <a:gd name="T5" fmla="*/ 26 h 29"/>
                <a:gd name="T6" fmla="*/ 49 w 37"/>
                <a:gd name="T7" fmla="*/ 43 h 29"/>
                <a:gd name="T8" fmla="*/ 53 w 37"/>
                <a:gd name="T9" fmla="*/ 26 h 29"/>
                <a:gd name="T10" fmla="*/ 58 w 37"/>
                <a:gd name="T11" fmla="*/ 11 h 29"/>
                <a:gd name="T12" fmla="*/ 22 w 37"/>
                <a:gd name="T13" fmla="*/ 2 h 29"/>
                <a:gd name="T14" fmla="*/ 9 w 37"/>
                <a:gd name="T15" fmla="*/ 8 h 29"/>
                <a:gd name="T16" fmla="*/ 2 w 37"/>
                <a:gd name="T17" fmla="*/ 28 h 2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7" h="29">
                  <a:moveTo>
                    <a:pt x="0" y="18"/>
                  </a:moveTo>
                  <a:cubicBezTo>
                    <a:pt x="1" y="19"/>
                    <a:pt x="4" y="17"/>
                    <a:pt x="5" y="17"/>
                  </a:cubicBezTo>
                  <a:cubicBezTo>
                    <a:pt x="10" y="16"/>
                    <a:pt x="14" y="17"/>
                    <a:pt x="18" y="18"/>
                  </a:cubicBezTo>
                  <a:cubicBezTo>
                    <a:pt x="23" y="20"/>
                    <a:pt x="29" y="25"/>
                    <a:pt x="31" y="29"/>
                  </a:cubicBezTo>
                  <a:cubicBezTo>
                    <a:pt x="31" y="25"/>
                    <a:pt x="33" y="22"/>
                    <a:pt x="34" y="18"/>
                  </a:cubicBezTo>
                  <a:cubicBezTo>
                    <a:pt x="35" y="15"/>
                    <a:pt x="35" y="11"/>
                    <a:pt x="37" y="8"/>
                  </a:cubicBezTo>
                  <a:cubicBezTo>
                    <a:pt x="29" y="4"/>
                    <a:pt x="22" y="0"/>
                    <a:pt x="14" y="2"/>
                  </a:cubicBezTo>
                  <a:cubicBezTo>
                    <a:pt x="11" y="3"/>
                    <a:pt x="8" y="3"/>
                    <a:pt x="6" y="5"/>
                  </a:cubicBezTo>
                  <a:cubicBezTo>
                    <a:pt x="4" y="9"/>
                    <a:pt x="3" y="15"/>
                    <a:pt x="2" y="19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271" name="Freeform 380">
              <a:extLst>
                <a:ext uri="{FF2B5EF4-FFF2-40B4-BE49-F238E27FC236}">
                  <a16:creationId xmlns:a16="http://schemas.microsoft.com/office/drawing/2014/main" id="{6D25A281-EFC2-4692-9298-09620304C50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9" y="4011"/>
              <a:ext cx="22" cy="14"/>
            </a:xfrm>
            <a:custGeom>
              <a:avLst/>
              <a:gdLst>
                <a:gd name="T0" fmla="*/ 0 w 19"/>
                <a:gd name="T1" fmla="*/ 16 h 12"/>
                <a:gd name="T2" fmla="*/ 10 w 19"/>
                <a:gd name="T3" fmla="*/ 13 h 12"/>
                <a:gd name="T4" fmla="*/ 25 w 19"/>
                <a:gd name="T5" fmla="*/ 19 h 12"/>
                <a:gd name="T6" fmla="*/ 27 w 19"/>
                <a:gd name="T7" fmla="*/ 9 h 12"/>
                <a:gd name="T8" fmla="*/ 29 w 19"/>
                <a:gd name="T9" fmla="*/ 2 h 12"/>
                <a:gd name="T10" fmla="*/ 17 w 19"/>
                <a:gd name="T11" fmla="*/ 0 h 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" h="12">
                  <a:moveTo>
                    <a:pt x="0" y="10"/>
                  </a:moveTo>
                  <a:cubicBezTo>
                    <a:pt x="2" y="9"/>
                    <a:pt x="4" y="7"/>
                    <a:pt x="7" y="8"/>
                  </a:cubicBezTo>
                  <a:cubicBezTo>
                    <a:pt x="11" y="8"/>
                    <a:pt x="13" y="10"/>
                    <a:pt x="16" y="12"/>
                  </a:cubicBezTo>
                  <a:cubicBezTo>
                    <a:pt x="16" y="10"/>
                    <a:pt x="17" y="8"/>
                    <a:pt x="17" y="6"/>
                  </a:cubicBezTo>
                  <a:cubicBezTo>
                    <a:pt x="18" y="5"/>
                    <a:pt x="19" y="3"/>
                    <a:pt x="19" y="2"/>
                  </a:cubicBezTo>
                  <a:cubicBezTo>
                    <a:pt x="18" y="0"/>
                    <a:pt x="13" y="0"/>
                    <a:pt x="11" y="0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272" name="Freeform 381">
              <a:extLst>
                <a:ext uri="{FF2B5EF4-FFF2-40B4-BE49-F238E27FC236}">
                  <a16:creationId xmlns:a16="http://schemas.microsoft.com/office/drawing/2014/main" id="{47BAF58C-1FEF-4EDE-A2B3-23E5A00A742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1" y="4002"/>
              <a:ext cx="16" cy="12"/>
            </a:xfrm>
            <a:custGeom>
              <a:avLst/>
              <a:gdLst>
                <a:gd name="T0" fmla="*/ 0 w 14"/>
                <a:gd name="T1" fmla="*/ 6 h 10"/>
                <a:gd name="T2" fmla="*/ 17 w 14"/>
                <a:gd name="T3" fmla="*/ 17 h 10"/>
                <a:gd name="T4" fmla="*/ 21 w 14"/>
                <a:gd name="T5" fmla="*/ 2 h 10"/>
                <a:gd name="T6" fmla="*/ 15 w 14"/>
                <a:gd name="T7" fmla="*/ 0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0">
                  <a:moveTo>
                    <a:pt x="0" y="3"/>
                  </a:moveTo>
                  <a:cubicBezTo>
                    <a:pt x="4" y="4"/>
                    <a:pt x="10" y="6"/>
                    <a:pt x="11" y="10"/>
                  </a:cubicBezTo>
                  <a:cubicBezTo>
                    <a:pt x="11" y="7"/>
                    <a:pt x="13" y="5"/>
                    <a:pt x="14" y="2"/>
                  </a:cubicBezTo>
                  <a:cubicBezTo>
                    <a:pt x="13" y="1"/>
                    <a:pt x="11" y="1"/>
                    <a:pt x="10" y="0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273" name="Freeform 382">
              <a:extLst>
                <a:ext uri="{FF2B5EF4-FFF2-40B4-BE49-F238E27FC236}">
                  <a16:creationId xmlns:a16="http://schemas.microsoft.com/office/drawing/2014/main" id="{A69DC61F-D8CC-4306-B5E2-ABDC225CA96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2" y="3999"/>
              <a:ext cx="9" cy="6"/>
            </a:xfrm>
            <a:custGeom>
              <a:avLst/>
              <a:gdLst>
                <a:gd name="T0" fmla="*/ 0 w 7"/>
                <a:gd name="T1" fmla="*/ 1 h 5"/>
                <a:gd name="T2" fmla="*/ 13 w 7"/>
                <a:gd name="T3" fmla="*/ 8 h 5"/>
                <a:gd name="T4" fmla="*/ 15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1"/>
                  </a:moveTo>
                  <a:cubicBezTo>
                    <a:pt x="2" y="2"/>
                    <a:pt x="4" y="4"/>
                    <a:pt x="6" y="5"/>
                  </a:cubicBezTo>
                  <a:cubicBezTo>
                    <a:pt x="7" y="4"/>
                    <a:pt x="7" y="2"/>
                    <a:pt x="7" y="0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274" name="Freeform 383">
              <a:extLst>
                <a:ext uri="{FF2B5EF4-FFF2-40B4-BE49-F238E27FC236}">
                  <a16:creationId xmlns:a16="http://schemas.microsoft.com/office/drawing/2014/main" id="{249444C4-F775-4A6A-BECF-3210530C840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5" y="3981"/>
              <a:ext cx="4" cy="7"/>
            </a:xfrm>
            <a:custGeom>
              <a:avLst/>
              <a:gdLst>
                <a:gd name="T0" fmla="*/ 0 w 3"/>
                <a:gd name="T1" fmla="*/ 8 h 6"/>
                <a:gd name="T2" fmla="*/ 0 w 3"/>
                <a:gd name="T3" fmla="*/ 9 h 6"/>
                <a:gd name="T4" fmla="*/ 7 w 3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6">
                  <a:moveTo>
                    <a:pt x="0" y="5"/>
                  </a:moveTo>
                  <a:cubicBezTo>
                    <a:pt x="0" y="5"/>
                    <a:pt x="0" y="6"/>
                    <a:pt x="0" y="6"/>
                  </a:cubicBezTo>
                  <a:cubicBezTo>
                    <a:pt x="1" y="5"/>
                    <a:pt x="3" y="2"/>
                    <a:pt x="3" y="0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275" name="Freeform 384">
              <a:extLst>
                <a:ext uri="{FF2B5EF4-FFF2-40B4-BE49-F238E27FC236}">
                  <a16:creationId xmlns:a16="http://schemas.microsoft.com/office/drawing/2014/main" id="{79E68C9E-DF49-4B36-B8EF-F848F98CC19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9" y="2851"/>
              <a:ext cx="22" cy="144"/>
            </a:xfrm>
            <a:custGeom>
              <a:avLst/>
              <a:gdLst>
                <a:gd name="T0" fmla="*/ 0 w 19"/>
                <a:gd name="T1" fmla="*/ 0 h 125"/>
                <a:gd name="T2" fmla="*/ 27 w 19"/>
                <a:gd name="T3" fmla="*/ 86 h 125"/>
                <a:gd name="T4" fmla="*/ 20 w 19"/>
                <a:gd name="T5" fmla="*/ 191 h 1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25">
                  <a:moveTo>
                    <a:pt x="0" y="0"/>
                  </a:moveTo>
                  <a:cubicBezTo>
                    <a:pt x="7" y="19"/>
                    <a:pt x="15" y="36"/>
                    <a:pt x="17" y="56"/>
                  </a:cubicBezTo>
                  <a:cubicBezTo>
                    <a:pt x="19" y="80"/>
                    <a:pt x="16" y="102"/>
                    <a:pt x="13" y="125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276" name="Freeform 385">
              <a:extLst>
                <a:ext uri="{FF2B5EF4-FFF2-40B4-BE49-F238E27FC236}">
                  <a16:creationId xmlns:a16="http://schemas.microsoft.com/office/drawing/2014/main" id="{6B3BCE49-3945-4701-8B98-865DB6DEF6E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0" y="2955"/>
              <a:ext cx="27" cy="159"/>
            </a:xfrm>
            <a:custGeom>
              <a:avLst/>
              <a:gdLst>
                <a:gd name="T0" fmla="*/ 0 w 23"/>
                <a:gd name="T1" fmla="*/ 0 h 137"/>
                <a:gd name="T2" fmla="*/ 18 w 23"/>
                <a:gd name="T3" fmla="*/ 57 h 137"/>
                <a:gd name="T4" fmla="*/ 36 w 23"/>
                <a:gd name="T5" fmla="*/ 106 h 137"/>
                <a:gd name="T6" fmla="*/ 36 w 23"/>
                <a:gd name="T7" fmla="*/ 167 h 137"/>
                <a:gd name="T8" fmla="*/ 32 w 23"/>
                <a:gd name="T9" fmla="*/ 215 h 1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37">
                  <a:moveTo>
                    <a:pt x="0" y="0"/>
                  </a:moveTo>
                  <a:cubicBezTo>
                    <a:pt x="1" y="15"/>
                    <a:pt x="2" y="26"/>
                    <a:pt x="11" y="36"/>
                  </a:cubicBezTo>
                  <a:cubicBezTo>
                    <a:pt x="20" y="47"/>
                    <a:pt x="22" y="50"/>
                    <a:pt x="22" y="67"/>
                  </a:cubicBezTo>
                  <a:cubicBezTo>
                    <a:pt x="23" y="80"/>
                    <a:pt x="23" y="94"/>
                    <a:pt x="22" y="107"/>
                  </a:cubicBezTo>
                  <a:cubicBezTo>
                    <a:pt x="22" y="115"/>
                    <a:pt x="15" y="131"/>
                    <a:pt x="20" y="137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277" name="Freeform 386">
              <a:extLst>
                <a:ext uri="{FF2B5EF4-FFF2-40B4-BE49-F238E27FC236}">
                  <a16:creationId xmlns:a16="http://schemas.microsoft.com/office/drawing/2014/main" id="{93925311-B141-4413-A3F9-F224F7F8C6D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0" y="3121"/>
              <a:ext cx="58" cy="75"/>
            </a:xfrm>
            <a:custGeom>
              <a:avLst/>
              <a:gdLst>
                <a:gd name="T0" fmla="*/ 10 w 50"/>
                <a:gd name="T1" fmla="*/ 0 h 65"/>
                <a:gd name="T2" fmla="*/ 78 w 50"/>
                <a:gd name="T3" fmla="*/ 53 h 65"/>
                <a:gd name="T4" fmla="*/ 0 w 50"/>
                <a:gd name="T5" fmla="*/ 12 h 6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0" h="65">
                  <a:moveTo>
                    <a:pt x="7" y="0"/>
                  </a:moveTo>
                  <a:cubicBezTo>
                    <a:pt x="5" y="18"/>
                    <a:pt x="34" y="35"/>
                    <a:pt x="50" y="35"/>
                  </a:cubicBezTo>
                  <a:cubicBezTo>
                    <a:pt x="31" y="65"/>
                    <a:pt x="1" y="30"/>
                    <a:pt x="0" y="8"/>
                  </a:cubicBezTo>
                </a:path>
              </a:pathLst>
            </a:custGeom>
            <a:solidFill>
              <a:srgbClr val="F5DB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278" name="Freeform 387">
              <a:extLst>
                <a:ext uri="{FF2B5EF4-FFF2-40B4-BE49-F238E27FC236}">
                  <a16:creationId xmlns:a16="http://schemas.microsoft.com/office/drawing/2014/main" id="{22AA42E6-DB9C-4197-BA6F-08688157618F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2" y="2337"/>
              <a:ext cx="300" cy="1729"/>
            </a:xfrm>
            <a:custGeom>
              <a:avLst/>
              <a:gdLst>
                <a:gd name="T0" fmla="*/ 392 w 258"/>
                <a:gd name="T1" fmla="*/ 0 h 1492"/>
                <a:gd name="T2" fmla="*/ 398 w 258"/>
                <a:gd name="T3" fmla="*/ 200 h 1492"/>
                <a:gd name="T4" fmla="*/ 369 w 258"/>
                <a:gd name="T5" fmla="*/ 564 h 1492"/>
                <a:gd name="T6" fmla="*/ 329 w 258"/>
                <a:gd name="T7" fmla="*/ 870 h 1492"/>
                <a:gd name="T8" fmla="*/ 309 w 258"/>
                <a:gd name="T9" fmla="*/ 1143 h 1492"/>
                <a:gd name="T10" fmla="*/ 243 w 258"/>
                <a:gd name="T11" fmla="*/ 1702 h 1492"/>
                <a:gd name="T12" fmla="*/ 255 w 258"/>
                <a:gd name="T13" fmla="*/ 1977 h 1492"/>
                <a:gd name="T14" fmla="*/ 308 w 258"/>
                <a:gd name="T15" fmla="*/ 2098 h 1492"/>
                <a:gd name="T16" fmla="*/ 349 w 258"/>
                <a:gd name="T17" fmla="*/ 2158 h 1492"/>
                <a:gd name="T18" fmla="*/ 371 w 258"/>
                <a:gd name="T19" fmla="*/ 2240 h 1492"/>
                <a:gd name="T20" fmla="*/ 342 w 258"/>
                <a:gd name="T21" fmla="*/ 2266 h 1492"/>
                <a:gd name="T22" fmla="*/ 306 w 258"/>
                <a:gd name="T23" fmla="*/ 2283 h 1492"/>
                <a:gd name="T24" fmla="*/ 259 w 258"/>
                <a:gd name="T25" fmla="*/ 2285 h 1492"/>
                <a:gd name="T26" fmla="*/ 214 w 258"/>
                <a:gd name="T27" fmla="*/ 2319 h 1492"/>
                <a:gd name="T28" fmla="*/ 160 w 258"/>
                <a:gd name="T29" fmla="*/ 2264 h 1492"/>
                <a:gd name="T30" fmla="*/ 140 w 258"/>
                <a:gd name="T31" fmla="*/ 2231 h 1492"/>
                <a:gd name="T32" fmla="*/ 105 w 258"/>
                <a:gd name="T33" fmla="*/ 2172 h 1492"/>
                <a:gd name="T34" fmla="*/ 80 w 258"/>
                <a:gd name="T35" fmla="*/ 2113 h 1492"/>
                <a:gd name="T36" fmla="*/ 69 w 258"/>
                <a:gd name="T37" fmla="*/ 2019 h 1492"/>
                <a:gd name="T38" fmla="*/ 66 w 258"/>
                <a:gd name="T39" fmla="*/ 1936 h 1492"/>
                <a:gd name="T40" fmla="*/ 72 w 258"/>
                <a:gd name="T41" fmla="*/ 1714 h 1492"/>
                <a:gd name="T42" fmla="*/ 59 w 258"/>
                <a:gd name="T43" fmla="*/ 1284 h 1492"/>
                <a:gd name="T44" fmla="*/ 47 w 258"/>
                <a:gd name="T45" fmla="*/ 962 h 1492"/>
                <a:gd name="T46" fmla="*/ 49 w 258"/>
                <a:gd name="T47" fmla="*/ 791 h 1492"/>
                <a:gd name="T48" fmla="*/ 31 w 258"/>
                <a:gd name="T49" fmla="*/ 527 h 1492"/>
                <a:gd name="T50" fmla="*/ 1 w 258"/>
                <a:gd name="T51" fmla="*/ 297 h 1492"/>
                <a:gd name="T52" fmla="*/ 3 w 258"/>
                <a:gd name="T53" fmla="*/ 154 h 1492"/>
                <a:gd name="T54" fmla="*/ 392 w 258"/>
                <a:gd name="T55" fmla="*/ 0 h 1492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258" h="1492">
                  <a:moveTo>
                    <a:pt x="249" y="0"/>
                  </a:moveTo>
                  <a:cubicBezTo>
                    <a:pt x="249" y="0"/>
                    <a:pt x="257" y="68"/>
                    <a:pt x="253" y="129"/>
                  </a:cubicBezTo>
                  <a:cubicBezTo>
                    <a:pt x="250" y="163"/>
                    <a:pt x="258" y="278"/>
                    <a:pt x="235" y="362"/>
                  </a:cubicBezTo>
                  <a:cubicBezTo>
                    <a:pt x="213" y="446"/>
                    <a:pt x="206" y="498"/>
                    <a:pt x="209" y="559"/>
                  </a:cubicBezTo>
                  <a:cubicBezTo>
                    <a:pt x="213" y="620"/>
                    <a:pt x="199" y="676"/>
                    <a:pt x="197" y="734"/>
                  </a:cubicBezTo>
                  <a:cubicBezTo>
                    <a:pt x="196" y="792"/>
                    <a:pt x="188" y="972"/>
                    <a:pt x="155" y="1094"/>
                  </a:cubicBezTo>
                  <a:cubicBezTo>
                    <a:pt x="121" y="1216"/>
                    <a:pt x="162" y="1270"/>
                    <a:pt x="162" y="1270"/>
                  </a:cubicBezTo>
                  <a:cubicBezTo>
                    <a:pt x="162" y="1270"/>
                    <a:pt x="188" y="1316"/>
                    <a:pt x="196" y="1348"/>
                  </a:cubicBezTo>
                  <a:cubicBezTo>
                    <a:pt x="202" y="1368"/>
                    <a:pt x="217" y="1373"/>
                    <a:pt x="222" y="1387"/>
                  </a:cubicBezTo>
                  <a:cubicBezTo>
                    <a:pt x="227" y="1402"/>
                    <a:pt x="245" y="1412"/>
                    <a:pt x="236" y="1439"/>
                  </a:cubicBezTo>
                  <a:cubicBezTo>
                    <a:pt x="236" y="1439"/>
                    <a:pt x="230" y="1466"/>
                    <a:pt x="218" y="1456"/>
                  </a:cubicBezTo>
                  <a:cubicBezTo>
                    <a:pt x="218" y="1456"/>
                    <a:pt x="207" y="1475"/>
                    <a:pt x="194" y="1467"/>
                  </a:cubicBezTo>
                  <a:cubicBezTo>
                    <a:pt x="194" y="1467"/>
                    <a:pt x="176" y="1486"/>
                    <a:pt x="165" y="1469"/>
                  </a:cubicBezTo>
                  <a:cubicBezTo>
                    <a:pt x="165" y="1469"/>
                    <a:pt x="168" y="1492"/>
                    <a:pt x="136" y="1490"/>
                  </a:cubicBezTo>
                  <a:cubicBezTo>
                    <a:pt x="104" y="1489"/>
                    <a:pt x="102" y="1475"/>
                    <a:pt x="102" y="1455"/>
                  </a:cubicBezTo>
                  <a:cubicBezTo>
                    <a:pt x="103" y="1436"/>
                    <a:pt x="89" y="1433"/>
                    <a:pt x="89" y="1433"/>
                  </a:cubicBezTo>
                  <a:cubicBezTo>
                    <a:pt x="89" y="1433"/>
                    <a:pt x="66" y="1416"/>
                    <a:pt x="66" y="1395"/>
                  </a:cubicBezTo>
                  <a:cubicBezTo>
                    <a:pt x="66" y="1374"/>
                    <a:pt x="51" y="1357"/>
                    <a:pt x="51" y="1357"/>
                  </a:cubicBezTo>
                  <a:cubicBezTo>
                    <a:pt x="51" y="1357"/>
                    <a:pt x="31" y="1347"/>
                    <a:pt x="44" y="1297"/>
                  </a:cubicBezTo>
                  <a:cubicBezTo>
                    <a:pt x="44" y="1297"/>
                    <a:pt x="36" y="1269"/>
                    <a:pt x="42" y="1244"/>
                  </a:cubicBezTo>
                  <a:cubicBezTo>
                    <a:pt x="49" y="1218"/>
                    <a:pt x="47" y="1132"/>
                    <a:pt x="46" y="1101"/>
                  </a:cubicBezTo>
                  <a:cubicBezTo>
                    <a:pt x="44" y="1069"/>
                    <a:pt x="25" y="894"/>
                    <a:pt x="38" y="825"/>
                  </a:cubicBezTo>
                  <a:cubicBezTo>
                    <a:pt x="60" y="711"/>
                    <a:pt x="29" y="673"/>
                    <a:pt x="29" y="618"/>
                  </a:cubicBezTo>
                  <a:cubicBezTo>
                    <a:pt x="29" y="618"/>
                    <a:pt x="25" y="558"/>
                    <a:pt x="31" y="508"/>
                  </a:cubicBezTo>
                  <a:cubicBezTo>
                    <a:pt x="37" y="458"/>
                    <a:pt x="26" y="402"/>
                    <a:pt x="20" y="339"/>
                  </a:cubicBezTo>
                  <a:cubicBezTo>
                    <a:pt x="14" y="276"/>
                    <a:pt x="2" y="217"/>
                    <a:pt x="1" y="191"/>
                  </a:cubicBezTo>
                  <a:cubicBezTo>
                    <a:pt x="0" y="165"/>
                    <a:pt x="3" y="99"/>
                    <a:pt x="3" y="99"/>
                  </a:cubicBezTo>
                  <a:lnTo>
                    <a:pt x="249" y="0"/>
                  </a:lnTo>
                  <a:close/>
                </a:path>
              </a:pathLst>
            </a:custGeom>
            <a:solidFill>
              <a:srgbClr val="FEF3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279" name="Freeform 388">
              <a:extLst>
                <a:ext uri="{FF2B5EF4-FFF2-40B4-BE49-F238E27FC236}">
                  <a16:creationId xmlns:a16="http://schemas.microsoft.com/office/drawing/2014/main" id="{208E5A29-0D79-4D8B-B49A-48A251BF99F6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0" y="3827"/>
              <a:ext cx="19" cy="30"/>
            </a:xfrm>
            <a:custGeom>
              <a:avLst/>
              <a:gdLst>
                <a:gd name="T0" fmla="*/ 2 w 16"/>
                <a:gd name="T1" fmla="*/ 0 h 26"/>
                <a:gd name="T2" fmla="*/ 27 w 16"/>
                <a:gd name="T3" fmla="*/ 40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26">
                  <a:moveTo>
                    <a:pt x="2" y="0"/>
                  </a:moveTo>
                  <a:cubicBezTo>
                    <a:pt x="0" y="12"/>
                    <a:pt x="11" y="18"/>
                    <a:pt x="16" y="26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280" name="Freeform 389">
              <a:extLst>
                <a:ext uri="{FF2B5EF4-FFF2-40B4-BE49-F238E27FC236}">
                  <a16:creationId xmlns:a16="http://schemas.microsoft.com/office/drawing/2014/main" id="{893BF03F-2FA9-42FF-92C6-F75ADB274BF3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4" y="3864"/>
              <a:ext cx="17" cy="80"/>
            </a:xfrm>
            <a:custGeom>
              <a:avLst/>
              <a:gdLst>
                <a:gd name="T0" fmla="*/ 20 w 15"/>
                <a:gd name="T1" fmla="*/ 108 h 69"/>
                <a:gd name="T2" fmla="*/ 18 w 15"/>
                <a:gd name="T3" fmla="*/ 50 h 69"/>
                <a:gd name="T4" fmla="*/ 0 w 15"/>
                <a:gd name="T5" fmla="*/ 0 h 6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69">
                  <a:moveTo>
                    <a:pt x="14" y="69"/>
                  </a:moveTo>
                  <a:cubicBezTo>
                    <a:pt x="15" y="57"/>
                    <a:pt x="12" y="44"/>
                    <a:pt x="12" y="32"/>
                  </a:cubicBezTo>
                  <a:cubicBezTo>
                    <a:pt x="11" y="21"/>
                    <a:pt x="7" y="8"/>
                    <a:pt x="0" y="0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281" name="Freeform 390">
              <a:extLst>
                <a:ext uri="{FF2B5EF4-FFF2-40B4-BE49-F238E27FC236}">
                  <a16:creationId xmlns:a16="http://schemas.microsoft.com/office/drawing/2014/main" id="{48C76F96-1111-4AB3-B87C-C3AECAF14AC3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8" y="3967"/>
              <a:ext cx="18" cy="54"/>
            </a:xfrm>
            <a:custGeom>
              <a:avLst/>
              <a:gdLst>
                <a:gd name="T0" fmla="*/ 24 w 15"/>
                <a:gd name="T1" fmla="*/ 74 h 46"/>
                <a:gd name="T2" fmla="*/ 19 w 15"/>
                <a:gd name="T3" fmla="*/ 39 h 46"/>
                <a:gd name="T4" fmla="*/ 0 w 15"/>
                <a:gd name="T5" fmla="*/ 0 h 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46">
                  <a:moveTo>
                    <a:pt x="14" y="46"/>
                  </a:moveTo>
                  <a:cubicBezTo>
                    <a:pt x="15" y="40"/>
                    <a:pt x="12" y="30"/>
                    <a:pt x="11" y="24"/>
                  </a:cubicBezTo>
                  <a:cubicBezTo>
                    <a:pt x="10" y="14"/>
                    <a:pt x="4" y="9"/>
                    <a:pt x="0" y="0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282" name="Freeform 391">
              <a:extLst>
                <a:ext uri="{FF2B5EF4-FFF2-40B4-BE49-F238E27FC236}">
                  <a16:creationId xmlns:a16="http://schemas.microsoft.com/office/drawing/2014/main" id="{385755F2-B5C6-4B2A-9170-C8114AF48551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9" y="3983"/>
              <a:ext cx="25" cy="62"/>
            </a:xfrm>
            <a:custGeom>
              <a:avLst/>
              <a:gdLst>
                <a:gd name="T0" fmla="*/ 32 w 22"/>
                <a:gd name="T1" fmla="*/ 82 h 54"/>
                <a:gd name="T2" fmla="*/ 19 w 22"/>
                <a:gd name="T3" fmla="*/ 38 h 54"/>
                <a:gd name="T4" fmla="*/ 0 w 22"/>
                <a:gd name="T5" fmla="*/ 0 h 5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54">
                  <a:moveTo>
                    <a:pt x="22" y="54"/>
                  </a:moveTo>
                  <a:cubicBezTo>
                    <a:pt x="22" y="42"/>
                    <a:pt x="21" y="34"/>
                    <a:pt x="13" y="25"/>
                  </a:cubicBezTo>
                  <a:cubicBezTo>
                    <a:pt x="7" y="17"/>
                    <a:pt x="5" y="7"/>
                    <a:pt x="0" y="0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283" name="Freeform 392">
              <a:extLst>
                <a:ext uri="{FF2B5EF4-FFF2-40B4-BE49-F238E27FC236}">
                  <a16:creationId xmlns:a16="http://schemas.microsoft.com/office/drawing/2014/main" id="{4C752144-BB79-4B06-B3E5-2EE7AED42BCC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7" y="3984"/>
              <a:ext cx="2" cy="14"/>
            </a:xfrm>
            <a:custGeom>
              <a:avLst/>
              <a:gdLst>
                <a:gd name="T0" fmla="*/ 0 w 2"/>
                <a:gd name="T1" fmla="*/ 19 h 12"/>
                <a:gd name="T2" fmla="*/ 2 w 2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2">
                  <a:moveTo>
                    <a:pt x="0" y="12"/>
                  </a:moveTo>
                  <a:cubicBezTo>
                    <a:pt x="0" y="8"/>
                    <a:pt x="1" y="4"/>
                    <a:pt x="2" y="0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284" name="Freeform 393">
              <a:extLst>
                <a:ext uri="{FF2B5EF4-FFF2-40B4-BE49-F238E27FC236}">
                  <a16:creationId xmlns:a16="http://schemas.microsoft.com/office/drawing/2014/main" id="{A4CB1B58-8042-4295-A8B1-E4E1D0A071E8}"/>
                </a:ext>
              </a:extLst>
            </p:cNvPr>
            <p:cNvSpPr>
              <a:spLocks/>
            </p:cNvSpPr>
            <p:nvPr/>
          </p:nvSpPr>
          <p:spPr bwMode="auto">
            <a:xfrm>
              <a:off x="5091" y="3984"/>
              <a:ext cx="30" cy="56"/>
            </a:xfrm>
            <a:custGeom>
              <a:avLst/>
              <a:gdLst>
                <a:gd name="T0" fmla="*/ 36 w 26"/>
                <a:gd name="T1" fmla="*/ 73 h 49"/>
                <a:gd name="T2" fmla="*/ 28 w 26"/>
                <a:gd name="T3" fmla="*/ 34 h 49"/>
                <a:gd name="T4" fmla="*/ 0 w 26"/>
                <a:gd name="T5" fmla="*/ 0 h 4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49">
                  <a:moveTo>
                    <a:pt x="23" y="49"/>
                  </a:moveTo>
                  <a:cubicBezTo>
                    <a:pt x="24" y="39"/>
                    <a:pt x="26" y="30"/>
                    <a:pt x="18" y="23"/>
                  </a:cubicBezTo>
                  <a:cubicBezTo>
                    <a:pt x="11" y="16"/>
                    <a:pt x="4" y="9"/>
                    <a:pt x="0" y="0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285" name="Freeform 394">
              <a:extLst>
                <a:ext uri="{FF2B5EF4-FFF2-40B4-BE49-F238E27FC236}">
                  <a16:creationId xmlns:a16="http://schemas.microsoft.com/office/drawing/2014/main" id="{527CC0C2-8323-4D87-9255-B4019EAC6AF1}"/>
                </a:ext>
              </a:extLst>
            </p:cNvPr>
            <p:cNvSpPr>
              <a:spLocks/>
            </p:cNvSpPr>
            <p:nvPr/>
          </p:nvSpPr>
          <p:spPr bwMode="auto">
            <a:xfrm>
              <a:off x="5098" y="3983"/>
              <a:ext cx="1" cy="11"/>
            </a:xfrm>
            <a:custGeom>
              <a:avLst/>
              <a:gdLst>
                <a:gd name="T0" fmla="*/ 1 w 1"/>
                <a:gd name="T1" fmla="*/ 13 h 10"/>
                <a:gd name="T2" fmla="*/ 1 w 1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0">
                  <a:moveTo>
                    <a:pt x="1" y="10"/>
                  </a:moveTo>
                  <a:cubicBezTo>
                    <a:pt x="0" y="9"/>
                    <a:pt x="1" y="3"/>
                    <a:pt x="1" y="0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286" name="Freeform 395">
              <a:extLst>
                <a:ext uri="{FF2B5EF4-FFF2-40B4-BE49-F238E27FC236}">
                  <a16:creationId xmlns:a16="http://schemas.microsoft.com/office/drawing/2014/main" id="{CBDFD88C-293D-4236-9422-069A503E53EA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1" y="3972"/>
              <a:ext cx="26" cy="53"/>
            </a:xfrm>
            <a:custGeom>
              <a:avLst/>
              <a:gdLst>
                <a:gd name="T0" fmla="*/ 35 w 22"/>
                <a:gd name="T1" fmla="*/ 70 h 46"/>
                <a:gd name="T2" fmla="*/ 28 w 22"/>
                <a:gd name="T3" fmla="*/ 28 h 46"/>
                <a:gd name="T4" fmla="*/ 0 w 22"/>
                <a:gd name="T5" fmla="*/ 0 h 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46">
                  <a:moveTo>
                    <a:pt x="21" y="46"/>
                  </a:moveTo>
                  <a:cubicBezTo>
                    <a:pt x="21" y="37"/>
                    <a:pt x="22" y="26"/>
                    <a:pt x="17" y="18"/>
                  </a:cubicBezTo>
                  <a:cubicBezTo>
                    <a:pt x="12" y="12"/>
                    <a:pt x="2" y="7"/>
                    <a:pt x="0" y="0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287" name="Freeform 396">
              <a:extLst>
                <a:ext uri="{FF2B5EF4-FFF2-40B4-BE49-F238E27FC236}">
                  <a16:creationId xmlns:a16="http://schemas.microsoft.com/office/drawing/2014/main" id="{605530CC-170C-4731-807B-E4BBDC72F455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8" y="3971"/>
              <a:ext cx="1" cy="10"/>
            </a:xfrm>
            <a:custGeom>
              <a:avLst/>
              <a:gdLst>
                <a:gd name="T0" fmla="*/ 1 w 1"/>
                <a:gd name="T1" fmla="*/ 12 h 9"/>
                <a:gd name="T2" fmla="*/ 1 w 1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9">
                  <a:moveTo>
                    <a:pt x="1" y="9"/>
                  </a:moveTo>
                  <a:cubicBezTo>
                    <a:pt x="1" y="6"/>
                    <a:pt x="0" y="3"/>
                    <a:pt x="1" y="0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288" name="Freeform 397">
              <a:extLst>
                <a:ext uri="{FF2B5EF4-FFF2-40B4-BE49-F238E27FC236}">
                  <a16:creationId xmlns:a16="http://schemas.microsoft.com/office/drawing/2014/main" id="{687AAFE7-D3C8-4921-877D-6B08750612EE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2" y="3965"/>
              <a:ext cx="23" cy="46"/>
            </a:xfrm>
            <a:custGeom>
              <a:avLst/>
              <a:gdLst>
                <a:gd name="T0" fmla="*/ 29 w 20"/>
                <a:gd name="T1" fmla="*/ 61 h 40"/>
                <a:gd name="T2" fmla="*/ 23 w 20"/>
                <a:gd name="T3" fmla="*/ 30 h 40"/>
                <a:gd name="T4" fmla="*/ 9 w 20"/>
                <a:gd name="T5" fmla="*/ 17 h 40"/>
                <a:gd name="T6" fmla="*/ 0 w 20"/>
                <a:gd name="T7" fmla="*/ 0 h 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40">
                  <a:moveTo>
                    <a:pt x="19" y="40"/>
                  </a:moveTo>
                  <a:cubicBezTo>
                    <a:pt x="19" y="32"/>
                    <a:pt x="20" y="26"/>
                    <a:pt x="15" y="20"/>
                  </a:cubicBezTo>
                  <a:cubicBezTo>
                    <a:pt x="12" y="17"/>
                    <a:pt x="8" y="14"/>
                    <a:pt x="6" y="11"/>
                  </a:cubicBezTo>
                  <a:cubicBezTo>
                    <a:pt x="4" y="7"/>
                    <a:pt x="2" y="3"/>
                    <a:pt x="0" y="0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289" name="Freeform 398">
              <a:extLst>
                <a:ext uri="{FF2B5EF4-FFF2-40B4-BE49-F238E27FC236}">
                  <a16:creationId xmlns:a16="http://schemas.microsoft.com/office/drawing/2014/main" id="{286B5BCE-AB43-40E3-A647-769C4EDDD292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0" y="3966"/>
              <a:ext cx="1" cy="12"/>
            </a:xfrm>
            <a:custGeom>
              <a:avLst/>
              <a:gdLst>
                <a:gd name="T0" fmla="*/ 0 w 1"/>
                <a:gd name="T1" fmla="*/ 17 h 10"/>
                <a:gd name="T2" fmla="*/ 1 w 1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0">
                  <a:moveTo>
                    <a:pt x="0" y="10"/>
                  </a:moveTo>
                  <a:cubicBezTo>
                    <a:pt x="0" y="6"/>
                    <a:pt x="1" y="3"/>
                    <a:pt x="1" y="0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290" name="Freeform 399">
              <a:extLst>
                <a:ext uri="{FF2B5EF4-FFF2-40B4-BE49-F238E27FC236}">
                  <a16:creationId xmlns:a16="http://schemas.microsoft.com/office/drawing/2014/main" id="{8BC2E82E-D33E-456B-A77C-83A7C07590CD}"/>
                </a:ext>
              </a:extLst>
            </p:cNvPr>
            <p:cNvSpPr>
              <a:spLocks/>
            </p:cNvSpPr>
            <p:nvPr/>
          </p:nvSpPr>
          <p:spPr bwMode="auto">
            <a:xfrm>
              <a:off x="5034" y="4006"/>
              <a:ext cx="43" cy="33"/>
            </a:xfrm>
            <a:custGeom>
              <a:avLst/>
              <a:gdLst>
                <a:gd name="T0" fmla="*/ 58 w 37"/>
                <a:gd name="T1" fmla="*/ 26 h 29"/>
                <a:gd name="T2" fmla="*/ 49 w 37"/>
                <a:gd name="T3" fmla="*/ 25 h 29"/>
                <a:gd name="T4" fmla="*/ 30 w 37"/>
                <a:gd name="T5" fmla="*/ 26 h 29"/>
                <a:gd name="T6" fmla="*/ 8 w 37"/>
                <a:gd name="T7" fmla="*/ 43 h 29"/>
                <a:gd name="T8" fmla="*/ 3 w 37"/>
                <a:gd name="T9" fmla="*/ 26 h 29"/>
                <a:gd name="T10" fmla="*/ 0 w 37"/>
                <a:gd name="T11" fmla="*/ 11 h 29"/>
                <a:gd name="T12" fmla="*/ 36 w 37"/>
                <a:gd name="T13" fmla="*/ 2 h 29"/>
                <a:gd name="T14" fmla="*/ 48 w 37"/>
                <a:gd name="T15" fmla="*/ 8 h 29"/>
                <a:gd name="T16" fmla="*/ 56 w 37"/>
                <a:gd name="T17" fmla="*/ 28 h 2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7" h="29">
                  <a:moveTo>
                    <a:pt x="37" y="18"/>
                  </a:moveTo>
                  <a:cubicBezTo>
                    <a:pt x="35" y="19"/>
                    <a:pt x="33" y="17"/>
                    <a:pt x="31" y="17"/>
                  </a:cubicBezTo>
                  <a:cubicBezTo>
                    <a:pt x="27" y="16"/>
                    <a:pt x="23" y="17"/>
                    <a:pt x="19" y="18"/>
                  </a:cubicBezTo>
                  <a:cubicBezTo>
                    <a:pt x="14" y="20"/>
                    <a:pt x="8" y="25"/>
                    <a:pt x="5" y="29"/>
                  </a:cubicBezTo>
                  <a:cubicBezTo>
                    <a:pt x="5" y="25"/>
                    <a:pt x="4" y="22"/>
                    <a:pt x="3" y="18"/>
                  </a:cubicBezTo>
                  <a:cubicBezTo>
                    <a:pt x="1" y="15"/>
                    <a:pt x="1" y="11"/>
                    <a:pt x="0" y="8"/>
                  </a:cubicBezTo>
                  <a:cubicBezTo>
                    <a:pt x="7" y="4"/>
                    <a:pt x="14" y="0"/>
                    <a:pt x="23" y="2"/>
                  </a:cubicBezTo>
                  <a:cubicBezTo>
                    <a:pt x="25" y="3"/>
                    <a:pt x="28" y="3"/>
                    <a:pt x="30" y="5"/>
                  </a:cubicBezTo>
                  <a:cubicBezTo>
                    <a:pt x="33" y="9"/>
                    <a:pt x="33" y="15"/>
                    <a:pt x="35" y="19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291" name="Freeform 400">
              <a:extLst>
                <a:ext uri="{FF2B5EF4-FFF2-40B4-BE49-F238E27FC236}">
                  <a16:creationId xmlns:a16="http://schemas.microsoft.com/office/drawing/2014/main" id="{A299F950-2442-4889-90B8-9DAA2268B72A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9" y="4011"/>
              <a:ext cx="23" cy="14"/>
            </a:xfrm>
            <a:custGeom>
              <a:avLst/>
              <a:gdLst>
                <a:gd name="T0" fmla="*/ 30 w 20"/>
                <a:gd name="T1" fmla="*/ 16 h 12"/>
                <a:gd name="T2" fmla="*/ 18 w 20"/>
                <a:gd name="T3" fmla="*/ 13 h 12"/>
                <a:gd name="T4" fmla="*/ 3 w 20"/>
                <a:gd name="T5" fmla="*/ 19 h 12"/>
                <a:gd name="T6" fmla="*/ 2 w 20"/>
                <a:gd name="T7" fmla="*/ 9 h 12"/>
                <a:gd name="T8" fmla="*/ 1 w 20"/>
                <a:gd name="T9" fmla="*/ 2 h 12"/>
                <a:gd name="T10" fmla="*/ 14 w 20"/>
                <a:gd name="T11" fmla="*/ 0 h 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" h="12">
                  <a:moveTo>
                    <a:pt x="20" y="10"/>
                  </a:moveTo>
                  <a:cubicBezTo>
                    <a:pt x="17" y="9"/>
                    <a:pt x="15" y="7"/>
                    <a:pt x="12" y="8"/>
                  </a:cubicBezTo>
                  <a:cubicBezTo>
                    <a:pt x="8" y="8"/>
                    <a:pt x="6" y="10"/>
                    <a:pt x="3" y="12"/>
                  </a:cubicBezTo>
                  <a:cubicBezTo>
                    <a:pt x="3" y="10"/>
                    <a:pt x="3" y="8"/>
                    <a:pt x="2" y="6"/>
                  </a:cubicBezTo>
                  <a:cubicBezTo>
                    <a:pt x="2" y="5"/>
                    <a:pt x="0" y="3"/>
                    <a:pt x="1" y="2"/>
                  </a:cubicBezTo>
                  <a:cubicBezTo>
                    <a:pt x="2" y="0"/>
                    <a:pt x="7" y="0"/>
                    <a:pt x="9" y="0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292" name="Freeform 401">
              <a:extLst>
                <a:ext uri="{FF2B5EF4-FFF2-40B4-BE49-F238E27FC236}">
                  <a16:creationId xmlns:a16="http://schemas.microsoft.com/office/drawing/2014/main" id="{D225328A-B8BE-4A82-8DBE-488DFF67FAE7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4" y="4002"/>
              <a:ext cx="15" cy="12"/>
            </a:xfrm>
            <a:custGeom>
              <a:avLst/>
              <a:gdLst>
                <a:gd name="T0" fmla="*/ 20 w 13"/>
                <a:gd name="T1" fmla="*/ 6 h 10"/>
                <a:gd name="T2" fmla="*/ 3 w 13"/>
                <a:gd name="T3" fmla="*/ 17 h 10"/>
                <a:gd name="T4" fmla="*/ 0 w 13"/>
                <a:gd name="T5" fmla="*/ 2 h 10"/>
                <a:gd name="T6" fmla="*/ 7 w 13"/>
                <a:gd name="T7" fmla="*/ 0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0">
                  <a:moveTo>
                    <a:pt x="13" y="3"/>
                  </a:moveTo>
                  <a:cubicBezTo>
                    <a:pt x="9" y="4"/>
                    <a:pt x="4" y="6"/>
                    <a:pt x="3" y="10"/>
                  </a:cubicBezTo>
                  <a:cubicBezTo>
                    <a:pt x="3" y="7"/>
                    <a:pt x="1" y="5"/>
                    <a:pt x="0" y="2"/>
                  </a:cubicBezTo>
                  <a:cubicBezTo>
                    <a:pt x="0" y="1"/>
                    <a:pt x="2" y="1"/>
                    <a:pt x="4" y="0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293" name="Freeform 402">
              <a:extLst>
                <a:ext uri="{FF2B5EF4-FFF2-40B4-BE49-F238E27FC236}">
                  <a16:creationId xmlns:a16="http://schemas.microsoft.com/office/drawing/2014/main" id="{E8C39BFC-2DE0-4D8E-9B89-E13B5F05A5EE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9" y="3999"/>
              <a:ext cx="8" cy="6"/>
            </a:xfrm>
            <a:custGeom>
              <a:avLst/>
              <a:gdLst>
                <a:gd name="T0" fmla="*/ 10 w 7"/>
                <a:gd name="T1" fmla="*/ 1 h 5"/>
                <a:gd name="T2" fmla="*/ 1 w 7"/>
                <a:gd name="T3" fmla="*/ 8 h 5"/>
                <a:gd name="T4" fmla="*/ 0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7" y="1"/>
                  </a:moveTo>
                  <a:cubicBezTo>
                    <a:pt x="5" y="2"/>
                    <a:pt x="4" y="4"/>
                    <a:pt x="1" y="5"/>
                  </a:cubicBezTo>
                  <a:cubicBezTo>
                    <a:pt x="1" y="4"/>
                    <a:pt x="0" y="2"/>
                    <a:pt x="0" y="0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294" name="Freeform 403">
              <a:extLst>
                <a:ext uri="{FF2B5EF4-FFF2-40B4-BE49-F238E27FC236}">
                  <a16:creationId xmlns:a16="http://schemas.microsoft.com/office/drawing/2014/main" id="{CA892889-97E9-404F-8900-5CB09BD6CED4}"/>
                </a:ext>
              </a:extLst>
            </p:cNvPr>
            <p:cNvSpPr>
              <a:spLocks/>
            </p:cNvSpPr>
            <p:nvPr/>
          </p:nvSpPr>
          <p:spPr bwMode="auto">
            <a:xfrm>
              <a:off x="5162" y="3981"/>
              <a:ext cx="3" cy="7"/>
            </a:xfrm>
            <a:custGeom>
              <a:avLst/>
              <a:gdLst>
                <a:gd name="T0" fmla="*/ 3 w 3"/>
                <a:gd name="T1" fmla="*/ 8 h 6"/>
                <a:gd name="T2" fmla="*/ 3 w 3"/>
                <a:gd name="T3" fmla="*/ 9 h 6"/>
                <a:gd name="T4" fmla="*/ 0 w 3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6">
                  <a:moveTo>
                    <a:pt x="3" y="5"/>
                  </a:moveTo>
                  <a:cubicBezTo>
                    <a:pt x="3" y="5"/>
                    <a:pt x="3" y="6"/>
                    <a:pt x="3" y="6"/>
                  </a:cubicBezTo>
                  <a:cubicBezTo>
                    <a:pt x="1" y="5"/>
                    <a:pt x="0" y="2"/>
                    <a:pt x="0" y="0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295" name="Freeform 404">
              <a:extLst>
                <a:ext uri="{FF2B5EF4-FFF2-40B4-BE49-F238E27FC236}">
                  <a16:creationId xmlns:a16="http://schemas.microsoft.com/office/drawing/2014/main" id="{4A9DE2A9-919A-415C-8E1E-E34A74BD20A5}"/>
                </a:ext>
              </a:extLst>
            </p:cNvPr>
            <p:cNvSpPr>
              <a:spLocks/>
            </p:cNvSpPr>
            <p:nvPr/>
          </p:nvSpPr>
          <p:spPr bwMode="auto">
            <a:xfrm>
              <a:off x="5109" y="2851"/>
              <a:ext cx="22" cy="144"/>
            </a:xfrm>
            <a:custGeom>
              <a:avLst/>
              <a:gdLst>
                <a:gd name="T0" fmla="*/ 29 w 19"/>
                <a:gd name="T1" fmla="*/ 0 h 125"/>
                <a:gd name="T2" fmla="*/ 2 w 19"/>
                <a:gd name="T3" fmla="*/ 86 h 125"/>
                <a:gd name="T4" fmla="*/ 9 w 19"/>
                <a:gd name="T5" fmla="*/ 191 h 1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25">
                  <a:moveTo>
                    <a:pt x="19" y="0"/>
                  </a:moveTo>
                  <a:cubicBezTo>
                    <a:pt x="13" y="19"/>
                    <a:pt x="4" y="36"/>
                    <a:pt x="2" y="56"/>
                  </a:cubicBezTo>
                  <a:cubicBezTo>
                    <a:pt x="0" y="80"/>
                    <a:pt x="4" y="102"/>
                    <a:pt x="6" y="125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296" name="Freeform 405">
              <a:extLst>
                <a:ext uri="{FF2B5EF4-FFF2-40B4-BE49-F238E27FC236}">
                  <a16:creationId xmlns:a16="http://schemas.microsoft.com/office/drawing/2014/main" id="{E2525556-DF76-455A-AAB8-0C7006EFA5C2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3" y="2955"/>
              <a:ext cx="26" cy="159"/>
            </a:xfrm>
            <a:custGeom>
              <a:avLst/>
              <a:gdLst>
                <a:gd name="T0" fmla="*/ 33 w 23"/>
                <a:gd name="T1" fmla="*/ 0 h 137"/>
                <a:gd name="T2" fmla="*/ 19 w 23"/>
                <a:gd name="T3" fmla="*/ 57 h 137"/>
                <a:gd name="T4" fmla="*/ 1 w 23"/>
                <a:gd name="T5" fmla="*/ 106 h 137"/>
                <a:gd name="T6" fmla="*/ 1 w 23"/>
                <a:gd name="T7" fmla="*/ 167 h 137"/>
                <a:gd name="T8" fmla="*/ 7 w 23"/>
                <a:gd name="T9" fmla="*/ 215 h 1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37">
                  <a:moveTo>
                    <a:pt x="23" y="0"/>
                  </a:moveTo>
                  <a:cubicBezTo>
                    <a:pt x="22" y="15"/>
                    <a:pt x="22" y="26"/>
                    <a:pt x="13" y="36"/>
                  </a:cubicBezTo>
                  <a:cubicBezTo>
                    <a:pt x="3" y="47"/>
                    <a:pt x="2" y="50"/>
                    <a:pt x="1" y="67"/>
                  </a:cubicBezTo>
                  <a:cubicBezTo>
                    <a:pt x="0" y="80"/>
                    <a:pt x="0" y="94"/>
                    <a:pt x="1" y="107"/>
                  </a:cubicBezTo>
                  <a:cubicBezTo>
                    <a:pt x="1" y="115"/>
                    <a:pt x="9" y="131"/>
                    <a:pt x="4" y="137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297" name="Freeform 406">
              <a:extLst>
                <a:ext uri="{FF2B5EF4-FFF2-40B4-BE49-F238E27FC236}">
                  <a16:creationId xmlns:a16="http://schemas.microsoft.com/office/drawing/2014/main" id="{CCEAA267-968D-45FD-B372-367B1EC96EEB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3" y="3121"/>
              <a:ext cx="57" cy="75"/>
            </a:xfrm>
            <a:custGeom>
              <a:avLst/>
              <a:gdLst>
                <a:gd name="T0" fmla="*/ 67 w 49"/>
                <a:gd name="T1" fmla="*/ 0 h 65"/>
                <a:gd name="T2" fmla="*/ 0 w 49"/>
                <a:gd name="T3" fmla="*/ 53 h 65"/>
                <a:gd name="T4" fmla="*/ 77 w 49"/>
                <a:gd name="T5" fmla="*/ 12 h 6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9" h="65">
                  <a:moveTo>
                    <a:pt x="43" y="0"/>
                  </a:moveTo>
                  <a:cubicBezTo>
                    <a:pt x="44" y="18"/>
                    <a:pt x="15" y="35"/>
                    <a:pt x="0" y="35"/>
                  </a:cubicBezTo>
                  <a:cubicBezTo>
                    <a:pt x="19" y="65"/>
                    <a:pt x="49" y="30"/>
                    <a:pt x="49" y="8"/>
                  </a:cubicBezTo>
                </a:path>
              </a:pathLst>
            </a:custGeom>
            <a:solidFill>
              <a:srgbClr val="F5DB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298" name="Freeform 407">
              <a:extLst>
                <a:ext uri="{FF2B5EF4-FFF2-40B4-BE49-F238E27FC236}">
                  <a16:creationId xmlns:a16="http://schemas.microsoft.com/office/drawing/2014/main" id="{08A0B01F-D22C-45ED-97DB-D1CBD838E90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9" y="1018"/>
              <a:ext cx="79" cy="33"/>
            </a:xfrm>
            <a:custGeom>
              <a:avLst/>
              <a:gdLst>
                <a:gd name="T0" fmla="*/ 59 w 68"/>
                <a:gd name="T1" fmla="*/ 39 h 29"/>
                <a:gd name="T2" fmla="*/ 41 w 68"/>
                <a:gd name="T3" fmla="*/ 39 h 29"/>
                <a:gd name="T4" fmla="*/ 14 w 68"/>
                <a:gd name="T5" fmla="*/ 39 h 29"/>
                <a:gd name="T6" fmla="*/ 9 w 68"/>
                <a:gd name="T7" fmla="*/ 36 h 29"/>
                <a:gd name="T8" fmla="*/ 7 w 68"/>
                <a:gd name="T9" fmla="*/ 39 h 29"/>
                <a:gd name="T10" fmla="*/ 1 w 68"/>
                <a:gd name="T11" fmla="*/ 40 h 29"/>
                <a:gd name="T12" fmla="*/ 2 w 68"/>
                <a:gd name="T13" fmla="*/ 32 h 29"/>
                <a:gd name="T14" fmla="*/ 7 w 68"/>
                <a:gd name="T15" fmla="*/ 25 h 29"/>
                <a:gd name="T16" fmla="*/ 17 w 68"/>
                <a:gd name="T17" fmla="*/ 15 h 29"/>
                <a:gd name="T18" fmla="*/ 46 w 68"/>
                <a:gd name="T19" fmla="*/ 1 h 29"/>
                <a:gd name="T20" fmla="*/ 77 w 68"/>
                <a:gd name="T21" fmla="*/ 1 h 29"/>
                <a:gd name="T22" fmla="*/ 93 w 68"/>
                <a:gd name="T23" fmla="*/ 7 h 29"/>
                <a:gd name="T24" fmla="*/ 100 w 68"/>
                <a:gd name="T25" fmla="*/ 9 h 29"/>
                <a:gd name="T26" fmla="*/ 103 w 68"/>
                <a:gd name="T27" fmla="*/ 11 h 29"/>
                <a:gd name="T28" fmla="*/ 107 w 68"/>
                <a:gd name="T29" fmla="*/ 13 h 29"/>
                <a:gd name="T30" fmla="*/ 89 w 68"/>
                <a:gd name="T31" fmla="*/ 31 h 29"/>
                <a:gd name="T32" fmla="*/ 59 w 68"/>
                <a:gd name="T33" fmla="*/ 39 h 29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8" h="29">
                  <a:moveTo>
                    <a:pt x="38" y="26"/>
                  </a:moveTo>
                  <a:cubicBezTo>
                    <a:pt x="34" y="26"/>
                    <a:pt x="30" y="26"/>
                    <a:pt x="26" y="26"/>
                  </a:cubicBezTo>
                  <a:cubicBezTo>
                    <a:pt x="20" y="26"/>
                    <a:pt x="15" y="26"/>
                    <a:pt x="9" y="26"/>
                  </a:cubicBezTo>
                  <a:cubicBezTo>
                    <a:pt x="8" y="26"/>
                    <a:pt x="7" y="25"/>
                    <a:pt x="6" y="25"/>
                  </a:cubicBezTo>
                  <a:cubicBezTo>
                    <a:pt x="5" y="25"/>
                    <a:pt x="4" y="26"/>
                    <a:pt x="4" y="26"/>
                  </a:cubicBezTo>
                  <a:cubicBezTo>
                    <a:pt x="3" y="27"/>
                    <a:pt x="1" y="29"/>
                    <a:pt x="1" y="27"/>
                  </a:cubicBezTo>
                  <a:cubicBezTo>
                    <a:pt x="0" y="25"/>
                    <a:pt x="1" y="23"/>
                    <a:pt x="2" y="22"/>
                  </a:cubicBezTo>
                  <a:cubicBezTo>
                    <a:pt x="3" y="20"/>
                    <a:pt x="3" y="19"/>
                    <a:pt x="4" y="17"/>
                  </a:cubicBezTo>
                  <a:cubicBezTo>
                    <a:pt x="6" y="14"/>
                    <a:pt x="8" y="12"/>
                    <a:pt x="11" y="10"/>
                  </a:cubicBezTo>
                  <a:cubicBezTo>
                    <a:pt x="16" y="5"/>
                    <a:pt x="22" y="3"/>
                    <a:pt x="29" y="1"/>
                  </a:cubicBezTo>
                  <a:cubicBezTo>
                    <a:pt x="36" y="0"/>
                    <a:pt x="43" y="0"/>
                    <a:pt x="49" y="1"/>
                  </a:cubicBezTo>
                  <a:cubicBezTo>
                    <a:pt x="53" y="2"/>
                    <a:pt x="56" y="3"/>
                    <a:pt x="59" y="4"/>
                  </a:cubicBezTo>
                  <a:cubicBezTo>
                    <a:pt x="61" y="5"/>
                    <a:pt x="62" y="5"/>
                    <a:pt x="64" y="6"/>
                  </a:cubicBezTo>
                  <a:cubicBezTo>
                    <a:pt x="64" y="7"/>
                    <a:pt x="65" y="7"/>
                    <a:pt x="66" y="8"/>
                  </a:cubicBezTo>
                  <a:cubicBezTo>
                    <a:pt x="66" y="8"/>
                    <a:pt x="68" y="9"/>
                    <a:pt x="68" y="9"/>
                  </a:cubicBezTo>
                  <a:cubicBezTo>
                    <a:pt x="62" y="11"/>
                    <a:pt x="62" y="18"/>
                    <a:pt x="57" y="21"/>
                  </a:cubicBezTo>
                  <a:cubicBezTo>
                    <a:pt x="52" y="23"/>
                    <a:pt x="44" y="26"/>
                    <a:pt x="38" y="2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299" name="Freeform 408">
              <a:extLst>
                <a:ext uri="{FF2B5EF4-FFF2-40B4-BE49-F238E27FC236}">
                  <a16:creationId xmlns:a16="http://schemas.microsoft.com/office/drawing/2014/main" id="{C777814E-650A-488A-82DF-45A382950BE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6" y="1013"/>
              <a:ext cx="51" cy="38"/>
            </a:xfrm>
            <a:custGeom>
              <a:avLst/>
              <a:gdLst>
                <a:gd name="T0" fmla="*/ 3 w 44"/>
                <a:gd name="T1" fmla="*/ 17 h 33"/>
                <a:gd name="T2" fmla="*/ 10 w 44"/>
                <a:gd name="T3" fmla="*/ 46 h 33"/>
                <a:gd name="T4" fmla="*/ 66 w 44"/>
                <a:gd name="T5" fmla="*/ 38 h 33"/>
                <a:gd name="T6" fmla="*/ 60 w 44"/>
                <a:gd name="T7" fmla="*/ 10 h 33"/>
                <a:gd name="T8" fmla="*/ 3 w 44"/>
                <a:gd name="T9" fmla="*/ 17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" h="33">
                  <a:moveTo>
                    <a:pt x="3" y="11"/>
                  </a:moveTo>
                  <a:cubicBezTo>
                    <a:pt x="3" y="11"/>
                    <a:pt x="0" y="22"/>
                    <a:pt x="7" y="30"/>
                  </a:cubicBezTo>
                  <a:cubicBezTo>
                    <a:pt x="7" y="30"/>
                    <a:pt x="32" y="33"/>
                    <a:pt x="42" y="25"/>
                  </a:cubicBezTo>
                  <a:cubicBezTo>
                    <a:pt x="42" y="25"/>
                    <a:pt x="44" y="11"/>
                    <a:pt x="39" y="7"/>
                  </a:cubicBezTo>
                  <a:cubicBezTo>
                    <a:pt x="39" y="7"/>
                    <a:pt x="18" y="0"/>
                    <a:pt x="3" y="11"/>
                  </a:cubicBezTo>
                  <a:close/>
                </a:path>
              </a:pathLst>
            </a:custGeom>
            <a:solidFill>
              <a:srgbClr val="7E49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300" name="Freeform 409">
              <a:extLst>
                <a:ext uri="{FF2B5EF4-FFF2-40B4-BE49-F238E27FC236}">
                  <a16:creationId xmlns:a16="http://schemas.microsoft.com/office/drawing/2014/main" id="{E6705D8D-1154-4ECF-AD66-2AA552691D43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9" y="1018"/>
              <a:ext cx="79" cy="33"/>
            </a:xfrm>
            <a:custGeom>
              <a:avLst/>
              <a:gdLst>
                <a:gd name="T0" fmla="*/ 58 w 68"/>
                <a:gd name="T1" fmla="*/ 40 h 29"/>
                <a:gd name="T2" fmla="*/ 41 w 68"/>
                <a:gd name="T3" fmla="*/ 40 h 29"/>
                <a:gd name="T4" fmla="*/ 14 w 68"/>
                <a:gd name="T5" fmla="*/ 39 h 29"/>
                <a:gd name="T6" fmla="*/ 9 w 68"/>
                <a:gd name="T7" fmla="*/ 39 h 29"/>
                <a:gd name="T8" fmla="*/ 7 w 68"/>
                <a:gd name="T9" fmla="*/ 40 h 29"/>
                <a:gd name="T10" fmla="*/ 0 w 68"/>
                <a:gd name="T11" fmla="*/ 40 h 29"/>
                <a:gd name="T12" fmla="*/ 2 w 68"/>
                <a:gd name="T13" fmla="*/ 32 h 29"/>
                <a:gd name="T14" fmla="*/ 7 w 68"/>
                <a:gd name="T15" fmla="*/ 26 h 29"/>
                <a:gd name="T16" fmla="*/ 17 w 68"/>
                <a:gd name="T17" fmla="*/ 15 h 29"/>
                <a:gd name="T18" fmla="*/ 46 w 68"/>
                <a:gd name="T19" fmla="*/ 2 h 29"/>
                <a:gd name="T20" fmla="*/ 77 w 68"/>
                <a:gd name="T21" fmla="*/ 2 h 29"/>
                <a:gd name="T22" fmla="*/ 93 w 68"/>
                <a:gd name="T23" fmla="*/ 8 h 29"/>
                <a:gd name="T24" fmla="*/ 100 w 68"/>
                <a:gd name="T25" fmla="*/ 10 h 29"/>
                <a:gd name="T26" fmla="*/ 103 w 68"/>
                <a:gd name="T27" fmla="*/ 11 h 29"/>
                <a:gd name="T28" fmla="*/ 107 w 68"/>
                <a:gd name="T29" fmla="*/ 13 h 29"/>
                <a:gd name="T30" fmla="*/ 89 w 68"/>
                <a:gd name="T31" fmla="*/ 31 h 29"/>
                <a:gd name="T32" fmla="*/ 58 w 68"/>
                <a:gd name="T33" fmla="*/ 40 h 29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8" h="29">
                  <a:moveTo>
                    <a:pt x="37" y="27"/>
                  </a:moveTo>
                  <a:cubicBezTo>
                    <a:pt x="33" y="27"/>
                    <a:pt x="30" y="27"/>
                    <a:pt x="26" y="27"/>
                  </a:cubicBezTo>
                  <a:cubicBezTo>
                    <a:pt x="20" y="27"/>
                    <a:pt x="15" y="27"/>
                    <a:pt x="9" y="26"/>
                  </a:cubicBezTo>
                  <a:cubicBezTo>
                    <a:pt x="8" y="26"/>
                    <a:pt x="7" y="26"/>
                    <a:pt x="6" y="26"/>
                  </a:cubicBezTo>
                  <a:cubicBezTo>
                    <a:pt x="5" y="26"/>
                    <a:pt x="4" y="26"/>
                    <a:pt x="4" y="27"/>
                  </a:cubicBezTo>
                  <a:cubicBezTo>
                    <a:pt x="3" y="28"/>
                    <a:pt x="1" y="29"/>
                    <a:pt x="0" y="27"/>
                  </a:cubicBezTo>
                  <a:cubicBezTo>
                    <a:pt x="0" y="26"/>
                    <a:pt x="1" y="24"/>
                    <a:pt x="2" y="22"/>
                  </a:cubicBezTo>
                  <a:cubicBezTo>
                    <a:pt x="3" y="21"/>
                    <a:pt x="3" y="19"/>
                    <a:pt x="4" y="18"/>
                  </a:cubicBezTo>
                  <a:cubicBezTo>
                    <a:pt x="6" y="15"/>
                    <a:pt x="8" y="12"/>
                    <a:pt x="11" y="10"/>
                  </a:cubicBezTo>
                  <a:cubicBezTo>
                    <a:pt x="16" y="6"/>
                    <a:pt x="22" y="3"/>
                    <a:pt x="29" y="2"/>
                  </a:cubicBezTo>
                  <a:cubicBezTo>
                    <a:pt x="35" y="0"/>
                    <a:pt x="42" y="0"/>
                    <a:pt x="49" y="2"/>
                  </a:cubicBezTo>
                  <a:cubicBezTo>
                    <a:pt x="53" y="2"/>
                    <a:pt x="56" y="3"/>
                    <a:pt x="59" y="5"/>
                  </a:cubicBezTo>
                  <a:cubicBezTo>
                    <a:pt x="61" y="5"/>
                    <a:pt x="62" y="6"/>
                    <a:pt x="64" y="7"/>
                  </a:cubicBezTo>
                  <a:cubicBezTo>
                    <a:pt x="64" y="7"/>
                    <a:pt x="65" y="8"/>
                    <a:pt x="66" y="8"/>
                  </a:cubicBezTo>
                  <a:cubicBezTo>
                    <a:pt x="66" y="8"/>
                    <a:pt x="67" y="9"/>
                    <a:pt x="68" y="9"/>
                  </a:cubicBezTo>
                  <a:cubicBezTo>
                    <a:pt x="62" y="11"/>
                    <a:pt x="62" y="18"/>
                    <a:pt x="57" y="21"/>
                  </a:cubicBezTo>
                  <a:cubicBezTo>
                    <a:pt x="52" y="24"/>
                    <a:pt x="43" y="27"/>
                    <a:pt x="37" y="27"/>
                  </a:cubicBezTo>
                  <a:close/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301" name="Freeform 410">
              <a:extLst>
                <a:ext uri="{FF2B5EF4-FFF2-40B4-BE49-F238E27FC236}">
                  <a16:creationId xmlns:a16="http://schemas.microsoft.com/office/drawing/2014/main" id="{2A3A4882-7ACB-4EA8-8818-0CA6F4A4BE27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8" y="1020"/>
              <a:ext cx="48" cy="22"/>
            </a:xfrm>
            <a:custGeom>
              <a:avLst/>
              <a:gdLst>
                <a:gd name="T0" fmla="*/ 7 w 41"/>
                <a:gd name="T1" fmla="*/ 28 h 19"/>
                <a:gd name="T2" fmla="*/ 22 w 41"/>
                <a:gd name="T3" fmla="*/ 12 h 19"/>
                <a:gd name="T4" fmla="*/ 40 w 41"/>
                <a:gd name="T5" fmla="*/ 12 h 19"/>
                <a:gd name="T6" fmla="*/ 57 w 41"/>
                <a:gd name="T7" fmla="*/ 20 h 19"/>
                <a:gd name="T8" fmla="*/ 54 w 41"/>
                <a:gd name="T9" fmla="*/ 2 h 19"/>
                <a:gd name="T10" fmla="*/ 21 w 41"/>
                <a:gd name="T11" fmla="*/ 2 h 19"/>
                <a:gd name="T12" fmla="*/ 6 w 41"/>
                <a:gd name="T13" fmla="*/ 9 h 19"/>
                <a:gd name="T14" fmla="*/ 2 w 41"/>
                <a:gd name="T15" fmla="*/ 25 h 1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1" h="19">
                  <a:moveTo>
                    <a:pt x="4" y="18"/>
                  </a:moveTo>
                  <a:cubicBezTo>
                    <a:pt x="12" y="19"/>
                    <a:pt x="10" y="11"/>
                    <a:pt x="14" y="8"/>
                  </a:cubicBezTo>
                  <a:cubicBezTo>
                    <a:pt x="18" y="5"/>
                    <a:pt x="22" y="5"/>
                    <a:pt x="25" y="8"/>
                  </a:cubicBezTo>
                  <a:cubicBezTo>
                    <a:pt x="28" y="11"/>
                    <a:pt x="32" y="16"/>
                    <a:pt x="36" y="13"/>
                  </a:cubicBezTo>
                  <a:cubicBezTo>
                    <a:pt x="41" y="9"/>
                    <a:pt x="38" y="3"/>
                    <a:pt x="33" y="2"/>
                  </a:cubicBezTo>
                  <a:cubicBezTo>
                    <a:pt x="26" y="0"/>
                    <a:pt x="19" y="1"/>
                    <a:pt x="13" y="2"/>
                  </a:cubicBezTo>
                  <a:cubicBezTo>
                    <a:pt x="10" y="3"/>
                    <a:pt x="5" y="3"/>
                    <a:pt x="3" y="6"/>
                  </a:cubicBezTo>
                  <a:cubicBezTo>
                    <a:pt x="0" y="9"/>
                    <a:pt x="1" y="13"/>
                    <a:pt x="2" y="16"/>
                  </a:cubicBezTo>
                </a:path>
              </a:pathLst>
            </a:custGeom>
            <a:solidFill>
              <a:srgbClr val="66391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302" name="Oval 411">
              <a:extLst>
                <a:ext uri="{FF2B5EF4-FFF2-40B4-BE49-F238E27FC236}">
                  <a16:creationId xmlns:a16="http://schemas.microsoft.com/office/drawing/2014/main" id="{328BB47E-5FAA-4BD2-A3B2-20A954FDA6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84" y="1026"/>
              <a:ext cx="14" cy="14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0303" name="Freeform 412">
              <a:extLst>
                <a:ext uri="{FF2B5EF4-FFF2-40B4-BE49-F238E27FC236}">
                  <a16:creationId xmlns:a16="http://schemas.microsoft.com/office/drawing/2014/main" id="{E97A063B-6EAD-4219-BFE1-C2E140D8259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3" y="1036"/>
              <a:ext cx="39" cy="10"/>
            </a:xfrm>
            <a:custGeom>
              <a:avLst/>
              <a:gdLst>
                <a:gd name="T0" fmla="*/ 0 w 34"/>
                <a:gd name="T1" fmla="*/ 13 h 8"/>
                <a:gd name="T2" fmla="*/ 7 w 34"/>
                <a:gd name="T3" fmla="*/ 10 h 8"/>
                <a:gd name="T4" fmla="*/ 10 w 34"/>
                <a:gd name="T5" fmla="*/ 8 h 8"/>
                <a:gd name="T6" fmla="*/ 18 w 34"/>
                <a:gd name="T7" fmla="*/ 10 h 8"/>
                <a:gd name="T8" fmla="*/ 37 w 34"/>
                <a:gd name="T9" fmla="*/ 6 h 8"/>
                <a:gd name="T10" fmla="*/ 47 w 34"/>
                <a:gd name="T11" fmla="*/ 1 h 8"/>
                <a:gd name="T12" fmla="*/ 45 w 34"/>
                <a:gd name="T13" fmla="*/ 8 h 8"/>
                <a:gd name="T14" fmla="*/ 28 w 34"/>
                <a:gd name="T15" fmla="*/ 16 h 8"/>
                <a:gd name="T16" fmla="*/ 11 w 34"/>
                <a:gd name="T17" fmla="*/ 14 h 8"/>
                <a:gd name="T18" fmla="*/ 0 w 34"/>
                <a:gd name="T19" fmla="*/ 14 h 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4" h="8">
                  <a:moveTo>
                    <a:pt x="0" y="6"/>
                  </a:moveTo>
                  <a:cubicBezTo>
                    <a:pt x="1" y="6"/>
                    <a:pt x="3" y="6"/>
                    <a:pt x="4" y="5"/>
                  </a:cubicBezTo>
                  <a:cubicBezTo>
                    <a:pt x="5" y="5"/>
                    <a:pt x="6" y="4"/>
                    <a:pt x="7" y="4"/>
                  </a:cubicBezTo>
                  <a:cubicBezTo>
                    <a:pt x="9" y="4"/>
                    <a:pt x="10" y="4"/>
                    <a:pt x="12" y="5"/>
                  </a:cubicBezTo>
                  <a:cubicBezTo>
                    <a:pt x="17" y="6"/>
                    <a:pt x="20" y="4"/>
                    <a:pt x="24" y="3"/>
                  </a:cubicBezTo>
                  <a:cubicBezTo>
                    <a:pt x="26" y="2"/>
                    <a:pt x="29" y="0"/>
                    <a:pt x="31" y="1"/>
                  </a:cubicBezTo>
                  <a:cubicBezTo>
                    <a:pt x="34" y="1"/>
                    <a:pt x="32" y="3"/>
                    <a:pt x="30" y="4"/>
                  </a:cubicBezTo>
                  <a:cubicBezTo>
                    <a:pt x="27" y="7"/>
                    <a:pt x="22" y="7"/>
                    <a:pt x="18" y="8"/>
                  </a:cubicBezTo>
                  <a:cubicBezTo>
                    <a:pt x="15" y="8"/>
                    <a:pt x="11" y="8"/>
                    <a:pt x="8" y="7"/>
                  </a:cubicBezTo>
                  <a:cubicBezTo>
                    <a:pt x="6" y="7"/>
                    <a:pt x="1" y="8"/>
                    <a:pt x="0" y="7"/>
                  </a:cubicBezTo>
                </a:path>
              </a:pathLst>
            </a:custGeom>
            <a:solidFill>
              <a:srgbClr val="A967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304" name="Oval 413">
              <a:extLst>
                <a:ext uri="{FF2B5EF4-FFF2-40B4-BE49-F238E27FC236}">
                  <a16:creationId xmlns:a16="http://schemas.microsoft.com/office/drawing/2014/main" id="{38BB6199-3354-4FB7-B542-0603AA21DF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81" y="1027"/>
              <a:ext cx="8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0305" name="Freeform 414">
              <a:extLst>
                <a:ext uri="{FF2B5EF4-FFF2-40B4-BE49-F238E27FC236}">
                  <a16:creationId xmlns:a16="http://schemas.microsoft.com/office/drawing/2014/main" id="{543584BB-2C37-4CC8-AF56-68BE302C5F9B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6" y="999"/>
              <a:ext cx="71" cy="25"/>
            </a:xfrm>
            <a:custGeom>
              <a:avLst/>
              <a:gdLst>
                <a:gd name="T0" fmla="*/ 0 w 61"/>
                <a:gd name="T1" fmla="*/ 36 h 21"/>
                <a:gd name="T2" fmla="*/ 97 w 61"/>
                <a:gd name="T3" fmla="*/ 29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1" h="21">
                  <a:moveTo>
                    <a:pt x="0" y="21"/>
                  </a:moveTo>
                  <a:cubicBezTo>
                    <a:pt x="0" y="21"/>
                    <a:pt x="35" y="0"/>
                    <a:pt x="61" y="17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306" name="Freeform 415">
              <a:extLst>
                <a:ext uri="{FF2B5EF4-FFF2-40B4-BE49-F238E27FC236}">
                  <a16:creationId xmlns:a16="http://schemas.microsoft.com/office/drawing/2014/main" id="{0D37BCE0-79F6-4C65-BBB9-A772D35D9A62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0" y="1051"/>
              <a:ext cx="51" cy="11"/>
            </a:xfrm>
            <a:custGeom>
              <a:avLst/>
              <a:gdLst>
                <a:gd name="T0" fmla="*/ 0 w 44"/>
                <a:gd name="T1" fmla="*/ 2 h 9"/>
                <a:gd name="T2" fmla="*/ 68 w 44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4" h="9">
                  <a:moveTo>
                    <a:pt x="0" y="2"/>
                  </a:moveTo>
                  <a:cubicBezTo>
                    <a:pt x="0" y="2"/>
                    <a:pt x="32" y="9"/>
                    <a:pt x="44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307" name="Freeform 416">
              <a:extLst>
                <a:ext uri="{FF2B5EF4-FFF2-40B4-BE49-F238E27FC236}">
                  <a16:creationId xmlns:a16="http://schemas.microsoft.com/office/drawing/2014/main" id="{CA4C3DE9-3F5C-4987-B4A5-E8665552D13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2" y="984"/>
              <a:ext cx="81" cy="22"/>
            </a:xfrm>
            <a:custGeom>
              <a:avLst/>
              <a:gdLst>
                <a:gd name="T0" fmla="*/ 0 w 70"/>
                <a:gd name="T1" fmla="*/ 29 h 19"/>
                <a:gd name="T2" fmla="*/ 109 w 70"/>
                <a:gd name="T3" fmla="*/ 23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0" h="19">
                  <a:moveTo>
                    <a:pt x="0" y="19"/>
                  </a:moveTo>
                  <a:cubicBezTo>
                    <a:pt x="0" y="19"/>
                    <a:pt x="26" y="0"/>
                    <a:pt x="70" y="15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308" name="Freeform 417">
              <a:extLst>
                <a:ext uri="{FF2B5EF4-FFF2-40B4-BE49-F238E27FC236}">
                  <a16:creationId xmlns:a16="http://schemas.microsoft.com/office/drawing/2014/main" id="{CBE627BA-74DE-4642-BA0C-215148AC3F3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3" y="1037"/>
              <a:ext cx="82" cy="34"/>
            </a:xfrm>
            <a:custGeom>
              <a:avLst/>
              <a:gdLst>
                <a:gd name="T0" fmla="*/ 55 w 70"/>
                <a:gd name="T1" fmla="*/ 45 h 29"/>
                <a:gd name="T2" fmla="*/ 73 w 70"/>
                <a:gd name="T3" fmla="*/ 39 h 29"/>
                <a:gd name="T4" fmla="*/ 97 w 70"/>
                <a:gd name="T5" fmla="*/ 30 h 29"/>
                <a:gd name="T6" fmla="*/ 103 w 70"/>
                <a:gd name="T7" fmla="*/ 29 h 29"/>
                <a:gd name="T8" fmla="*/ 105 w 70"/>
                <a:gd name="T9" fmla="*/ 29 h 29"/>
                <a:gd name="T10" fmla="*/ 111 w 70"/>
                <a:gd name="T11" fmla="*/ 29 h 29"/>
                <a:gd name="T12" fmla="*/ 107 w 70"/>
                <a:gd name="T13" fmla="*/ 21 h 29"/>
                <a:gd name="T14" fmla="*/ 102 w 70"/>
                <a:gd name="T15" fmla="*/ 16 h 29"/>
                <a:gd name="T16" fmla="*/ 88 w 70"/>
                <a:gd name="T17" fmla="*/ 7 h 29"/>
                <a:gd name="T18" fmla="*/ 56 w 70"/>
                <a:gd name="T19" fmla="*/ 1 h 29"/>
                <a:gd name="T20" fmla="*/ 25 w 70"/>
                <a:gd name="T21" fmla="*/ 9 h 29"/>
                <a:gd name="T22" fmla="*/ 11 w 70"/>
                <a:gd name="T23" fmla="*/ 19 h 29"/>
                <a:gd name="T24" fmla="*/ 6 w 70"/>
                <a:gd name="T25" fmla="*/ 25 h 29"/>
                <a:gd name="T26" fmla="*/ 1 w 70"/>
                <a:gd name="T27" fmla="*/ 27 h 29"/>
                <a:gd name="T28" fmla="*/ 0 w 70"/>
                <a:gd name="T29" fmla="*/ 30 h 29"/>
                <a:gd name="T30" fmla="*/ 22 w 70"/>
                <a:gd name="T31" fmla="*/ 45 h 29"/>
                <a:gd name="T32" fmla="*/ 55 w 70"/>
                <a:gd name="T33" fmla="*/ 45 h 29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70" h="29">
                  <a:moveTo>
                    <a:pt x="34" y="27"/>
                  </a:moveTo>
                  <a:cubicBezTo>
                    <a:pt x="38" y="26"/>
                    <a:pt x="41" y="25"/>
                    <a:pt x="45" y="24"/>
                  </a:cubicBezTo>
                  <a:cubicBezTo>
                    <a:pt x="50" y="23"/>
                    <a:pt x="56" y="21"/>
                    <a:pt x="61" y="19"/>
                  </a:cubicBezTo>
                  <a:cubicBezTo>
                    <a:pt x="62" y="19"/>
                    <a:pt x="63" y="18"/>
                    <a:pt x="64" y="18"/>
                  </a:cubicBezTo>
                  <a:cubicBezTo>
                    <a:pt x="65" y="18"/>
                    <a:pt x="66" y="18"/>
                    <a:pt x="66" y="18"/>
                  </a:cubicBezTo>
                  <a:cubicBezTo>
                    <a:pt x="67" y="19"/>
                    <a:pt x="70" y="20"/>
                    <a:pt x="69" y="18"/>
                  </a:cubicBezTo>
                  <a:cubicBezTo>
                    <a:pt x="69" y="16"/>
                    <a:pt x="68" y="14"/>
                    <a:pt x="67" y="13"/>
                  </a:cubicBezTo>
                  <a:cubicBezTo>
                    <a:pt x="66" y="12"/>
                    <a:pt x="64" y="11"/>
                    <a:pt x="63" y="10"/>
                  </a:cubicBezTo>
                  <a:cubicBezTo>
                    <a:pt x="61" y="7"/>
                    <a:pt x="58" y="6"/>
                    <a:pt x="55" y="4"/>
                  </a:cubicBezTo>
                  <a:cubicBezTo>
                    <a:pt x="49" y="1"/>
                    <a:pt x="42" y="0"/>
                    <a:pt x="35" y="1"/>
                  </a:cubicBezTo>
                  <a:cubicBezTo>
                    <a:pt x="28" y="1"/>
                    <a:pt x="22" y="3"/>
                    <a:pt x="15" y="6"/>
                  </a:cubicBezTo>
                  <a:cubicBezTo>
                    <a:pt x="12" y="8"/>
                    <a:pt x="10" y="10"/>
                    <a:pt x="7" y="12"/>
                  </a:cubicBezTo>
                  <a:cubicBezTo>
                    <a:pt x="6" y="13"/>
                    <a:pt x="4" y="14"/>
                    <a:pt x="3" y="15"/>
                  </a:cubicBezTo>
                  <a:cubicBezTo>
                    <a:pt x="3" y="16"/>
                    <a:pt x="2" y="16"/>
                    <a:pt x="1" y="17"/>
                  </a:cubicBezTo>
                  <a:cubicBezTo>
                    <a:pt x="1" y="17"/>
                    <a:pt x="0" y="19"/>
                    <a:pt x="0" y="19"/>
                  </a:cubicBezTo>
                  <a:cubicBezTo>
                    <a:pt x="6" y="19"/>
                    <a:pt x="8" y="26"/>
                    <a:pt x="14" y="27"/>
                  </a:cubicBezTo>
                  <a:cubicBezTo>
                    <a:pt x="19" y="28"/>
                    <a:pt x="28" y="29"/>
                    <a:pt x="34" y="2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309" name="Freeform 418">
              <a:extLst>
                <a:ext uri="{FF2B5EF4-FFF2-40B4-BE49-F238E27FC236}">
                  <a16:creationId xmlns:a16="http://schemas.microsoft.com/office/drawing/2014/main" id="{30FD306C-EA24-4CDD-AAE6-5A6096888D0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4" y="1034"/>
              <a:ext cx="52" cy="41"/>
            </a:xfrm>
            <a:custGeom>
              <a:avLst/>
              <a:gdLst>
                <a:gd name="T0" fmla="*/ 60 w 45"/>
                <a:gd name="T1" fmla="*/ 9 h 35"/>
                <a:gd name="T2" fmla="*/ 62 w 45"/>
                <a:gd name="T3" fmla="*/ 40 h 35"/>
                <a:gd name="T4" fmla="*/ 9 w 45"/>
                <a:gd name="T5" fmla="*/ 48 h 35"/>
                <a:gd name="T6" fmla="*/ 3 w 45"/>
                <a:gd name="T7" fmla="*/ 19 h 35"/>
                <a:gd name="T8" fmla="*/ 60 w 45"/>
                <a:gd name="T9" fmla="*/ 9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35">
                  <a:moveTo>
                    <a:pt x="39" y="6"/>
                  </a:moveTo>
                  <a:cubicBezTo>
                    <a:pt x="39" y="6"/>
                    <a:pt x="45" y="16"/>
                    <a:pt x="41" y="25"/>
                  </a:cubicBezTo>
                  <a:cubicBezTo>
                    <a:pt x="41" y="25"/>
                    <a:pt x="17" y="35"/>
                    <a:pt x="6" y="30"/>
                  </a:cubicBezTo>
                  <a:cubicBezTo>
                    <a:pt x="6" y="30"/>
                    <a:pt x="0" y="17"/>
                    <a:pt x="3" y="12"/>
                  </a:cubicBezTo>
                  <a:cubicBezTo>
                    <a:pt x="3" y="12"/>
                    <a:pt x="22" y="0"/>
                    <a:pt x="39" y="6"/>
                  </a:cubicBezTo>
                  <a:close/>
                </a:path>
              </a:pathLst>
            </a:custGeom>
            <a:solidFill>
              <a:srgbClr val="7E49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310" name="Freeform 419">
              <a:extLst>
                <a:ext uri="{FF2B5EF4-FFF2-40B4-BE49-F238E27FC236}">
                  <a16:creationId xmlns:a16="http://schemas.microsoft.com/office/drawing/2014/main" id="{9EA0E822-4B7A-424E-B97D-B6153EEE633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3" y="1039"/>
              <a:ext cx="82" cy="33"/>
            </a:xfrm>
            <a:custGeom>
              <a:avLst/>
              <a:gdLst>
                <a:gd name="T0" fmla="*/ 55 w 70"/>
                <a:gd name="T1" fmla="*/ 40 h 29"/>
                <a:gd name="T2" fmla="*/ 73 w 70"/>
                <a:gd name="T3" fmla="*/ 35 h 29"/>
                <a:gd name="T4" fmla="*/ 97 w 70"/>
                <a:gd name="T5" fmla="*/ 26 h 29"/>
                <a:gd name="T6" fmla="*/ 103 w 70"/>
                <a:gd name="T7" fmla="*/ 25 h 29"/>
                <a:gd name="T8" fmla="*/ 107 w 70"/>
                <a:gd name="T9" fmla="*/ 26 h 29"/>
                <a:gd name="T10" fmla="*/ 112 w 70"/>
                <a:gd name="T11" fmla="*/ 25 h 29"/>
                <a:gd name="T12" fmla="*/ 107 w 70"/>
                <a:gd name="T13" fmla="*/ 19 h 29"/>
                <a:gd name="T14" fmla="*/ 102 w 70"/>
                <a:gd name="T15" fmla="*/ 13 h 29"/>
                <a:gd name="T16" fmla="*/ 88 w 70"/>
                <a:gd name="T17" fmla="*/ 7 h 29"/>
                <a:gd name="T18" fmla="*/ 57 w 70"/>
                <a:gd name="T19" fmla="*/ 0 h 29"/>
                <a:gd name="T20" fmla="*/ 26 w 70"/>
                <a:gd name="T21" fmla="*/ 9 h 29"/>
                <a:gd name="T22" fmla="*/ 11 w 70"/>
                <a:gd name="T23" fmla="*/ 17 h 29"/>
                <a:gd name="T24" fmla="*/ 6 w 70"/>
                <a:gd name="T25" fmla="*/ 22 h 29"/>
                <a:gd name="T26" fmla="*/ 2 w 70"/>
                <a:gd name="T27" fmla="*/ 23 h 29"/>
                <a:gd name="T28" fmla="*/ 0 w 70"/>
                <a:gd name="T29" fmla="*/ 26 h 29"/>
                <a:gd name="T30" fmla="*/ 22 w 70"/>
                <a:gd name="T31" fmla="*/ 40 h 29"/>
                <a:gd name="T32" fmla="*/ 55 w 70"/>
                <a:gd name="T33" fmla="*/ 40 h 29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70" h="29">
                  <a:moveTo>
                    <a:pt x="34" y="27"/>
                  </a:moveTo>
                  <a:cubicBezTo>
                    <a:pt x="38" y="26"/>
                    <a:pt x="42" y="25"/>
                    <a:pt x="45" y="24"/>
                  </a:cubicBezTo>
                  <a:cubicBezTo>
                    <a:pt x="51" y="22"/>
                    <a:pt x="56" y="20"/>
                    <a:pt x="61" y="18"/>
                  </a:cubicBezTo>
                  <a:cubicBezTo>
                    <a:pt x="62" y="18"/>
                    <a:pt x="63" y="17"/>
                    <a:pt x="64" y="17"/>
                  </a:cubicBezTo>
                  <a:cubicBezTo>
                    <a:pt x="65" y="17"/>
                    <a:pt x="66" y="17"/>
                    <a:pt x="67" y="18"/>
                  </a:cubicBezTo>
                  <a:cubicBezTo>
                    <a:pt x="68" y="18"/>
                    <a:pt x="70" y="19"/>
                    <a:pt x="70" y="17"/>
                  </a:cubicBezTo>
                  <a:cubicBezTo>
                    <a:pt x="70" y="15"/>
                    <a:pt x="68" y="14"/>
                    <a:pt x="67" y="13"/>
                  </a:cubicBezTo>
                  <a:cubicBezTo>
                    <a:pt x="66" y="11"/>
                    <a:pt x="65" y="10"/>
                    <a:pt x="63" y="9"/>
                  </a:cubicBezTo>
                  <a:cubicBezTo>
                    <a:pt x="61" y="7"/>
                    <a:pt x="58" y="5"/>
                    <a:pt x="55" y="4"/>
                  </a:cubicBezTo>
                  <a:cubicBezTo>
                    <a:pt x="49" y="1"/>
                    <a:pt x="42" y="0"/>
                    <a:pt x="36" y="0"/>
                  </a:cubicBezTo>
                  <a:cubicBezTo>
                    <a:pt x="29" y="1"/>
                    <a:pt x="22" y="3"/>
                    <a:pt x="16" y="6"/>
                  </a:cubicBezTo>
                  <a:cubicBezTo>
                    <a:pt x="13" y="7"/>
                    <a:pt x="10" y="9"/>
                    <a:pt x="7" y="11"/>
                  </a:cubicBezTo>
                  <a:cubicBezTo>
                    <a:pt x="6" y="12"/>
                    <a:pt x="5" y="13"/>
                    <a:pt x="3" y="15"/>
                  </a:cubicBezTo>
                  <a:cubicBezTo>
                    <a:pt x="3" y="15"/>
                    <a:pt x="2" y="16"/>
                    <a:pt x="2" y="16"/>
                  </a:cubicBezTo>
                  <a:cubicBezTo>
                    <a:pt x="2" y="17"/>
                    <a:pt x="0" y="18"/>
                    <a:pt x="0" y="18"/>
                  </a:cubicBezTo>
                  <a:cubicBezTo>
                    <a:pt x="7" y="19"/>
                    <a:pt x="8" y="25"/>
                    <a:pt x="14" y="27"/>
                  </a:cubicBezTo>
                  <a:cubicBezTo>
                    <a:pt x="20" y="28"/>
                    <a:pt x="28" y="29"/>
                    <a:pt x="34" y="27"/>
                  </a:cubicBezTo>
                  <a:close/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311" name="Freeform 420">
              <a:extLst>
                <a:ext uri="{FF2B5EF4-FFF2-40B4-BE49-F238E27FC236}">
                  <a16:creationId xmlns:a16="http://schemas.microsoft.com/office/drawing/2014/main" id="{E57F2246-F8EC-4063-8AAE-59ECC2DA02E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6" y="1041"/>
              <a:ext cx="46" cy="22"/>
            </a:xfrm>
            <a:custGeom>
              <a:avLst/>
              <a:gdLst>
                <a:gd name="T0" fmla="*/ 59 w 40"/>
                <a:gd name="T1" fmla="*/ 20 h 19"/>
                <a:gd name="T2" fmla="*/ 38 w 40"/>
                <a:gd name="T3" fmla="*/ 10 h 19"/>
                <a:gd name="T4" fmla="*/ 23 w 40"/>
                <a:gd name="T5" fmla="*/ 14 h 19"/>
                <a:gd name="T6" fmla="*/ 8 w 40"/>
                <a:gd name="T7" fmla="*/ 27 h 19"/>
                <a:gd name="T8" fmla="*/ 9 w 40"/>
                <a:gd name="T9" fmla="*/ 9 h 19"/>
                <a:gd name="T10" fmla="*/ 38 w 40"/>
                <a:gd name="T11" fmla="*/ 1 h 19"/>
                <a:gd name="T12" fmla="*/ 54 w 40"/>
                <a:gd name="T13" fmla="*/ 2 h 19"/>
                <a:gd name="T14" fmla="*/ 61 w 40"/>
                <a:gd name="T15" fmla="*/ 17 h 1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0" h="19">
                  <a:moveTo>
                    <a:pt x="38" y="13"/>
                  </a:moveTo>
                  <a:cubicBezTo>
                    <a:pt x="30" y="16"/>
                    <a:pt x="31" y="9"/>
                    <a:pt x="25" y="7"/>
                  </a:cubicBezTo>
                  <a:cubicBezTo>
                    <a:pt x="21" y="5"/>
                    <a:pt x="17" y="6"/>
                    <a:pt x="15" y="9"/>
                  </a:cubicBezTo>
                  <a:cubicBezTo>
                    <a:pt x="13" y="13"/>
                    <a:pt x="11" y="19"/>
                    <a:pt x="5" y="17"/>
                  </a:cubicBezTo>
                  <a:cubicBezTo>
                    <a:pt x="0" y="15"/>
                    <a:pt x="2" y="9"/>
                    <a:pt x="6" y="6"/>
                  </a:cubicBezTo>
                  <a:cubicBezTo>
                    <a:pt x="11" y="2"/>
                    <a:pt x="18" y="1"/>
                    <a:pt x="25" y="1"/>
                  </a:cubicBezTo>
                  <a:cubicBezTo>
                    <a:pt x="28" y="1"/>
                    <a:pt x="33" y="0"/>
                    <a:pt x="36" y="2"/>
                  </a:cubicBezTo>
                  <a:cubicBezTo>
                    <a:pt x="39" y="4"/>
                    <a:pt x="39" y="7"/>
                    <a:pt x="40" y="11"/>
                  </a:cubicBezTo>
                </a:path>
              </a:pathLst>
            </a:custGeom>
            <a:solidFill>
              <a:srgbClr val="66391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312" name="Freeform 421">
              <a:extLst>
                <a:ext uri="{FF2B5EF4-FFF2-40B4-BE49-F238E27FC236}">
                  <a16:creationId xmlns:a16="http://schemas.microsoft.com/office/drawing/2014/main" id="{421E3DC1-B663-4AB4-A67C-C95935DE29F2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2" y="1047"/>
              <a:ext cx="15" cy="15"/>
            </a:xfrm>
            <a:custGeom>
              <a:avLst/>
              <a:gdLst>
                <a:gd name="T0" fmla="*/ 1 w 13"/>
                <a:gd name="T1" fmla="*/ 12 h 13"/>
                <a:gd name="T2" fmla="*/ 12 w 13"/>
                <a:gd name="T3" fmla="*/ 18 h 13"/>
                <a:gd name="T4" fmla="*/ 18 w 13"/>
                <a:gd name="T5" fmla="*/ 8 h 13"/>
                <a:gd name="T6" fmla="*/ 8 w 13"/>
                <a:gd name="T7" fmla="*/ 1 h 13"/>
                <a:gd name="T8" fmla="*/ 1 w 13"/>
                <a:gd name="T9" fmla="*/ 12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3">
                  <a:moveTo>
                    <a:pt x="1" y="8"/>
                  </a:moveTo>
                  <a:cubicBezTo>
                    <a:pt x="2" y="11"/>
                    <a:pt x="5" y="13"/>
                    <a:pt x="8" y="12"/>
                  </a:cubicBezTo>
                  <a:cubicBezTo>
                    <a:pt x="12" y="11"/>
                    <a:pt x="13" y="8"/>
                    <a:pt x="12" y="5"/>
                  </a:cubicBezTo>
                  <a:cubicBezTo>
                    <a:pt x="12" y="2"/>
                    <a:pt x="8" y="0"/>
                    <a:pt x="5" y="1"/>
                  </a:cubicBezTo>
                  <a:cubicBezTo>
                    <a:pt x="2" y="2"/>
                    <a:pt x="0" y="5"/>
                    <a:pt x="1" y="8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313" name="Freeform 422">
              <a:extLst>
                <a:ext uri="{FF2B5EF4-FFF2-40B4-BE49-F238E27FC236}">
                  <a16:creationId xmlns:a16="http://schemas.microsoft.com/office/drawing/2014/main" id="{3672BB17-47E5-483A-824A-A078887681B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1" y="1058"/>
              <a:ext cx="40" cy="10"/>
            </a:xfrm>
            <a:custGeom>
              <a:avLst/>
              <a:gdLst>
                <a:gd name="T0" fmla="*/ 51 w 35"/>
                <a:gd name="T1" fmla="*/ 1 h 8"/>
                <a:gd name="T2" fmla="*/ 46 w 35"/>
                <a:gd name="T3" fmla="*/ 1 h 8"/>
                <a:gd name="T4" fmla="*/ 42 w 35"/>
                <a:gd name="T5" fmla="*/ 0 h 8"/>
                <a:gd name="T6" fmla="*/ 33 w 35"/>
                <a:gd name="T7" fmla="*/ 5 h 8"/>
                <a:gd name="T8" fmla="*/ 15 w 35"/>
                <a:gd name="T9" fmla="*/ 8 h 8"/>
                <a:gd name="T10" fmla="*/ 3 w 35"/>
                <a:gd name="T11" fmla="*/ 8 h 8"/>
                <a:gd name="T12" fmla="*/ 8 w 35"/>
                <a:gd name="T13" fmla="*/ 14 h 8"/>
                <a:gd name="T14" fmla="*/ 27 w 35"/>
                <a:gd name="T15" fmla="*/ 14 h 8"/>
                <a:gd name="T16" fmla="*/ 40 w 35"/>
                <a:gd name="T17" fmla="*/ 8 h 8"/>
                <a:gd name="T18" fmla="*/ 53 w 35"/>
                <a:gd name="T19" fmla="*/ 1 h 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5" h="8">
                  <a:moveTo>
                    <a:pt x="34" y="1"/>
                  </a:moveTo>
                  <a:cubicBezTo>
                    <a:pt x="33" y="1"/>
                    <a:pt x="32" y="1"/>
                    <a:pt x="31" y="1"/>
                  </a:cubicBezTo>
                  <a:cubicBezTo>
                    <a:pt x="30" y="1"/>
                    <a:pt x="29" y="0"/>
                    <a:pt x="28" y="0"/>
                  </a:cubicBezTo>
                  <a:cubicBezTo>
                    <a:pt x="26" y="0"/>
                    <a:pt x="24" y="1"/>
                    <a:pt x="22" y="2"/>
                  </a:cubicBezTo>
                  <a:cubicBezTo>
                    <a:pt x="18" y="5"/>
                    <a:pt x="15" y="4"/>
                    <a:pt x="10" y="4"/>
                  </a:cubicBezTo>
                  <a:cubicBezTo>
                    <a:pt x="8" y="4"/>
                    <a:pt x="5" y="3"/>
                    <a:pt x="3" y="4"/>
                  </a:cubicBezTo>
                  <a:cubicBezTo>
                    <a:pt x="0" y="5"/>
                    <a:pt x="3" y="6"/>
                    <a:pt x="5" y="7"/>
                  </a:cubicBezTo>
                  <a:cubicBezTo>
                    <a:pt x="9" y="8"/>
                    <a:pt x="14" y="7"/>
                    <a:pt x="18" y="7"/>
                  </a:cubicBezTo>
                  <a:cubicBezTo>
                    <a:pt x="21" y="6"/>
                    <a:pt x="24" y="5"/>
                    <a:pt x="27" y="4"/>
                  </a:cubicBezTo>
                  <a:cubicBezTo>
                    <a:pt x="29" y="3"/>
                    <a:pt x="34" y="3"/>
                    <a:pt x="35" y="1"/>
                  </a:cubicBezTo>
                </a:path>
              </a:pathLst>
            </a:custGeom>
            <a:solidFill>
              <a:srgbClr val="A967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314" name="Freeform 423">
              <a:extLst>
                <a:ext uri="{FF2B5EF4-FFF2-40B4-BE49-F238E27FC236}">
                  <a16:creationId xmlns:a16="http://schemas.microsoft.com/office/drawing/2014/main" id="{C01BB334-3114-4277-A356-ECD1721C8C5E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2" y="1046"/>
              <a:ext cx="8" cy="8"/>
            </a:xfrm>
            <a:custGeom>
              <a:avLst/>
              <a:gdLst>
                <a:gd name="T0" fmla="*/ 0 w 7"/>
                <a:gd name="T1" fmla="*/ 8 h 7"/>
                <a:gd name="T2" fmla="*/ 7 w 7"/>
                <a:gd name="T3" fmla="*/ 10 h 7"/>
                <a:gd name="T4" fmla="*/ 9 w 7"/>
                <a:gd name="T5" fmla="*/ 3 h 7"/>
                <a:gd name="T6" fmla="*/ 2 w 7"/>
                <a:gd name="T7" fmla="*/ 1 h 7"/>
                <a:gd name="T8" fmla="*/ 0 w 7"/>
                <a:gd name="T9" fmla="*/ 8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0" y="5"/>
                  </a:moveTo>
                  <a:cubicBezTo>
                    <a:pt x="1" y="6"/>
                    <a:pt x="2" y="7"/>
                    <a:pt x="4" y="7"/>
                  </a:cubicBezTo>
                  <a:cubicBezTo>
                    <a:pt x="6" y="6"/>
                    <a:pt x="7" y="4"/>
                    <a:pt x="6" y="3"/>
                  </a:cubicBezTo>
                  <a:cubicBezTo>
                    <a:pt x="6" y="1"/>
                    <a:pt x="4" y="0"/>
                    <a:pt x="2" y="1"/>
                  </a:cubicBezTo>
                  <a:cubicBezTo>
                    <a:pt x="1" y="1"/>
                    <a:pt x="0" y="3"/>
                    <a:pt x="0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315" name="Freeform 424">
              <a:extLst>
                <a:ext uri="{FF2B5EF4-FFF2-40B4-BE49-F238E27FC236}">
                  <a16:creationId xmlns:a16="http://schemas.microsoft.com/office/drawing/2014/main" id="{18DDBEE2-D40A-4E6E-86A9-18196814037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1" y="1022"/>
              <a:ext cx="70" cy="28"/>
            </a:xfrm>
            <a:custGeom>
              <a:avLst/>
              <a:gdLst>
                <a:gd name="T0" fmla="*/ 96 w 60"/>
                <a:gd name="T1" fmla="*/ 18 h 24"/>
                <a:gd name="T2" fmla="*/ 0 w 60"/>
                <a:gd name="T3" fmla="*/ 39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0" h="24">
                  <a:moveTo>
                    <a:pt x="60" y="11"/>
                  </a:moveTo>
                  <a:cubicBezTo>
                    <a:pt x="60" y="11"/>
                    <a:pt x="21" y="0"/>
                    <a:pt x="0" y="24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316" name="Freeform 425">
              <a:extLst>
                <a:ext uri="{FF2B5EF4-FFF2-40B4-BE49-F238E27FC236}">
                  <a16:creationId xmlns:a16="http://schemas.microsoft.com/office/drawing/2014/main" id="{D3E43E79-1426-43E1-9E0C-0F39C7E50C3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5" y="1066"/>
              <a:ext cx="50" cy="18"/>
            </a:xfrm>
            <a:custGeom>
              <a:avLst/>
              <a:gdLst>
                <a:gd name="T0" fmla="*/ 67 w 43"/>
                <a:gd name="T1" fmla="*/ 0 h 15"/>
                <a:gd name="T2" fmla="*/ 0 w 43"/>
                <a:gd name="T3" fmla="*/ 17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3" h="15">
                  <a:moveTo>
                    <a:pt x="43" y="0"/>
                  </a:moveTo>
                  <a:cubicBezTo>
                    <a:pt x="43" y="0"/>
                    <a:pt x="14" y="15"/>
                    <a:pt x="0" y="1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317" name="Freeform 426">
              <a:extLst>
                <a:ext uri="{FF2B5EF4-FFF2-40B4-BE49-F238E27FC236}">
                  <a16:creationId xmlns:a16="http://schemas.microsoft.com/office/drawing/2014/main" id="{605CEEA4-6B4F-4DD2-B008-6730BBAD7E7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2" y="1004"/>
              <a:ext cx="79" cy="31"/>
            </a:xfrm>
            <a:custGeom>
              <a:avLst/>
              <a:gdLst>
                <a:gd name="T0" fmla="*/ 107 w 68"/>
                <a:gd name="T1" fmla="*/ 17 h 27"/>
                <a:gd name="T2" fmla="*/ 0 w 68"/>
                <a:gd name="T3" fmla="*/ 41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8" h="27">
                  <a:moveTo>
                    <a:pt x="68" y="11"/>
                  </a:moveTo>
                  <a:cubicBezTo>
                    <a:pt x="68" y="11"/>
                    <a:pt x="38" y="0"/>
                    <a:pt x="0" y="27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318" name="Freeform 427">
              <a:extLst>
                <a:ext uri="{FF2B5EF4-FFF2-40B4-BE49-F238E27FC236}">
                  <a16:creationId xmlns:a16="http://schemas.microsoft.com/office/drawing/2014/main" id="{4169FB68-C512-4C73-84F0-5ECFEA042AE5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2" y="1119"/>
              <a:ext cx="25" cy="17"/>
            </a:xfrm>
            <a:custGeom>
              <a:avLst/>
              <a:gdLst>
                <a:gd name="T0" fmla="*/ 3 w 22"/>
                <a:gd name="T1" fmla="*/ 11 h 15"/>
                <a:gd name="T2" fmla="*/ 17 w 22"/>
                <a:gd name="T3" fmla="*/ 16 h 15"/>
                <a:gd name="T4" fmla="*/ 32 w 22"/>
                <a:gd name="T5" fmla="*/ 11 h 15"/>
                <a:gd name="T6" fmla="*/ 17 w 22"/>
                <a:gd name="T7" fmla="*/ 19 h 15"/>
                <a:gd name="T8" fmla="*/ 11 w 22"/>
                <a:gd name="T9" fmla="*/ 16 h 15"/>
                <a:gd name="T10" fmla="*/ 9 w 22"/>
                <a:gd name="T11" fmla="*/ 18 h 15"/>
                <a:gd name="T12" fmla="*/ 3 w 22"/>
                <a:gd name="T13" fmla="*/ 11 h 1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" h="15">
                  <a:moveTo>
                    <a:pt x="3" y="8"/>
                  </a:moveTo>
                  <a:cubicBezTo>
                    <a:pt x="7" y="0"/>
                    <a:pt x="9" y="10"/>
                    <a:pt x="11" y="11"/>
                  </a:cubicBezTo>
                  <a:cubicBezTo>
                    <a:pt x="16" y="14"/>
                    <a:pt x="19" y="10"/>
                    <a:pt x="22" y="8"/>
                  </a:cubicBezTo>
                  <a:cubicBezTo>
                    <a:pt x="20" y="12"/>
                    <a:pt x="14" y="15"/>
                    <a:pt x="11" y="13"/>
                  </a:cubicBezTo>
                  <a:cubicBezTo>
                    <a:pt x="10" y="12"/>
                    <a:pt x="9" y="11"/>
                    <a:pt x="8" y="11"/>
                  </a:cubicBezTo>
                  <a:cubicBezTo>
                    <a:pt x="7" y="11"/>
                    <a:pt x="7" y="12"/>
                    <a:pt x="6" y="12"/>
                  </a:cubicBezTo>
                  <a:cubicBezTo>
                    <a:pt x="4" y="12"/>
                    <a:pt x="0" y="9"/>
                    <a:pt x="3" y="8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319" name="Freeform 428">
              <a:extLst>
                <a:ext uri="{FF2B5EF4-FFF2-40B4-BE49-F238E27FC236}">
                  <a16:creationId xmlns:a16="http://schemas.microsoft.com/office/drawing/2014/main" id="{5EFA6275-26AF-4E4C-9DC7-7C6D0ED6A74E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8" y="1129"/>
              <a:ext cx="27" cy="12"/>
            </a:xfrm>
            <a:custGeom>
              <a:avLst/>
              <a:gdLst>
                <a:gd name="T0" fmla="*/ 38 w 23"/>
                <a:gd name="T1" fmla="*/ 8 h 10"/>
                <a:gd name="T2" fmla="*/ 29 w 23"/>
                <a:gd name="T3" fmla="*/ 0 h 10"/>
                <a:gd name="T4" fmla="*/ 22 w 23"/>
                <a:gd name="T5" fmla="*/ 12 h 10"/>
                <a:gd name="T6" fmla="*/ 11 w 23"/>
                <a:gd name="T7" fmla="*/ 16 h 10"/>
                <a:gd name="T8" fmla="*/ 0 w 23"/>
                <a:gd name="T9" fmla="*/ 8 h 10"/>
                <a:gd name="T10" fmla="*/ 9 w 23"/>
                <a:gd name="T11" fmla="*/ 17 h 10"/>
                <a:gd name="T12" fmla="*/ 19 w 23"/>
                <a:gd name="T13" fmla="*/ 16 h 10"/>
                <a:gd name="T14" fmla="*/ 27 w 23"/>
                <a:gd name="T15" fmla="*/ 10 h 10"/>
                <a:gd name="T16" fmla="*/ 32 w 23"/>
                <a:gd name="T17" fmla="*/ 12 h 10"/>
                <a:gd name="T18" fmla="*/ 36 w 23"/>
                <a:gd name="T19" fmla="*/ 7 h 1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3" h="10">
                  <a:moveTo>
                    <a:pt x="23" y="5"/>
                  </a:moveTo>
                  <a:cubicBezTo>
                    <a:pt x="23" y="3"/>
                    <a:pt x="20" y="0"/>
                    <a:pt x="18" y="0"/>
                  </a:cubicBezTo>
                  <a:cubicBezTo>
                    <a:pt x="16" y="0"/>
                    <a:pt x="16" y="6"/>
                    <a:pt x="14" y="7"/>
                  </a:cubicBezTo>
                  <a:cubicBezTo>
                    <a:pt x="12" y="9"/>
                    <a:pt x="10" y="9"/>
                    <a:pt x="7" y="9"/>
                  </a:cubicBezTo>
                  <a:cubicBezTo>
                    <a:pt x="5" y="9"/>
                    <a:pt x="1" y="7"/>
                    <a:pt x="0" y="5"/>
                  </a:cubicBezTo>
                  <a:cubicBezTo>
                    <a:pt x="2" y="7"/>
                    <a:pt x="3" y="9"/>
                    <a:pt x="6" y="10"/>
                  </a:cubicBezTo>
                  <a:cubicBezTo>
                    <a:pt x="8" y="10"/>
                    <a:pt x="11" y="10"/>
                    <a:pt x="12" y="9"/>
                  </a:cubicBezTo>
                  <a:cubicBezTo>
                    <a:pt x="14" y="9"/>
                    <a:pt x="15" y="6"/>
                    <a:pt x="17" y="6"/>
                  </a:cubicBezTo>
                  <a:cubicBezTo>
                    <a:pt x="18" y="6"/>
                    <a:pt x="19" y="7"/>
                    <a:pt x="20" y="7"/>
                  </a:cubicBezTo>
                  <a:cubicBezTo>
                    <a:pt x="22" y="7"/>
                    <a:pt x="22" y="6"/>
                    <a:pt x="22" y="4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320" name="Freeform 429">
              <a:extLst>
                <a:ext uri="{FF2B5EF4-FFF2-40B4-BE49-F238E27FC236}">
                  <a16:creationId xmlns:a16="http://schemas.microsoft.com/office/drawing/2014/main" id="{4DDDDBFB-DBFB-47FC-86AB-E52E68BDC633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8" y="1017"/>
              <a:ext cx="14" cy="68"/>
            </a:xfrm>
            <a:custGeom>
              <a:avLst/>
              <a:gdLst>
                <a:gd name="T0" fmla="*/ 16 w 12"/>
                <a:gd name="T1" fmla="*/ 0 h 59"/>
                <a:gd name="T2" fmla="*/ 19 w 12"/>
                <a:gd name="T3" fmla="*/ 90 h 5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59">
                  <a:moveTo>
                    <a:pt x="10" y="0"/>
                  </a:moveTo>
                  <a:cubicBezTo>
                    <a:pt x="8" y="23"/>
                    <a:pt x="0" y="38"/>
                    <a:pt x="12" y="59"/>
                  </a:cubicBezTo>
                </a:path>
              </a:pathLst>
            </a:custGeom>
            <a:noFill/>
            <a:ln w="158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321" name="Freeform 430">
              <a:extLst>
                <a:ext uri="{FF2B5EF4-FFF2-40B4-BE49-F238E27FC236}">
                  <a16:creationId xmlns:a16="http://schemas.microsoft.com/office/drawing/2014/main" id="{AF7F05E3-6DEA-4E27-8C41-034D25092A9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5" y="1042"/>
              <a:ext cx="1" cy="6"/>
            </a:xfrm>
            <a:custGeom>
              <a:avLst/>
              <a:gdLst>
                <a:gd name="T0" fmla="*/ 0 w 1"/>
                <a:gd name="T1" fmla="*/ 8 h 5"/>
                <a:gd name="T2" fmla="*/ 0 w 1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5">
                  <a:moveTo>
                    <a:pt x="0" y="5"/>
                  </a:moveTo>
                  <a:cubicBezTo>
                    <a:pt x="1" y="3"/>
                    <a:pt x="1" y="1"/>
                    <a:pt x="0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322" name="Freeform 431">
              <a:extLst>
                <a:ext uri="{FF2B5EF4-FFF2-40B4-BE49-F238E27FC236}">
                  <a16:creationId xmlns:a16="http://schemas.microsoft.com/office/drawing/2014/main" id="{2DA5ECBE-BBD3-49BE-BF0D-0F4ADD5595C7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8" y="1054"/>
              <a:ext cx="1" cy="4"/>
            </a:xfrm>
            <a:custGeom>
              <a:avLst/>
              <a:gdLst>
                <a:gd name="T0" fmla="*/ 0 w 1"/>
                <a:gd name="T1" fmla="*/ 4 h 4"/>
                <a:gd name="T2" fmla="*/ 0 w 1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4">
                  <a:moveTo>
                    <a:pt x="0" y="4"/>
                  </a:moveTo>
                  <a:cubicBezTo>
                    <a:pt x="0" y="3"/>
                    <a:pt x="0" y="1"/>
                    <a:pt x="0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323" name="Freeform 432">
              <a:extLst>
                <a:ext uri="{FF2B5EF4-FFF2-40B4-BE49-F238E27FC236}">
                  <a16:creationId xmlns:a16="http://schemas.microsoft.com/office/drawing/2014/main" id="{E72B1F45-F6BA-4B76-BCDA-605998F45E61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3" y="1164"/>
              <a:ext cx="137" cy="41"/>
            </a:xfrm>
            <a:custGeom>
              <a:avLst/>
              <a:gdLst>
                <a:gd name="T0" fmla="*/ 0 w 118"/>
                <a:gd name="T1" fmla="*/ 19 h 36"/>
                <a:gd name="T2" fmla="*/ 65 w 118"/>
                <a:gd name="T3" fmla="*/ 41 h 36"/>
                <a:gd name="T4" fmla="*/ 116 w 118"/>
                <a:gd name="T5" fmla="*/ 39 h 36"/>
                <a:gd name="T6" fmla="*/ 158 w 118"/>
                <a:gd name="T7" fmla="*/ 21 h 36"/>
                <a:gd name="T8" fmla="*/ 185 w 118"/>
                <a:gd name="T9" fmla="*/ 0 h 36"/>
                <a:gd name="T10" fmla="*/ 70 w 118"/>
                <a:gd name="T11" fmla="*/ 54 h 36"/>
                <a:gd name="T12" fmla="*/ 0 w 118"/>
                <a:gd name="T13" fmla="*/ 21 h 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8" h="36">
                  <a:moveTo>
                    <a:pt x="0" y="13"/>
                  </a:moveTo>
                  <a:cubicBezTo>
                    <a:pt x="9" y="25"/>
                    <a:pt x="28" y="26"/>
                    <a:pt x="41" y="28"/>
                  </a:cubicBezTo>
                  <a:cubicBezTo>
                    <a:pt x="51" y="29"/>
                    <a:pt x="64" y="31"/>
                    <a:pt x="74" y="26"/>
                  </a:cubicBezTo>
                  <a:cubicBezTo>
                    <a:pt x="83" y="23"/>
                    <a:pt x="93" y="20"/>
                    <a:pt x="101" y="14"/>
                  </a:cubicBezTo>
                  <a:cubicBezTo>
                    <a:pt x="106" y="10"/>
                    <a:pt x="114" y="6"/>
                    <a:pt x="118" y="0"/>
                  </a:cubicBezTo>
                  <a:cubicBezTo>
                    <a:pt x="99" y="31"/>
                    <a:pt x="71" y="36"/>
                    <a:pt x="45" y="36"/>
                  </a:cubicBezTo>
                  <a:cubicBezTo>
                    <a:pt x="28" y="36"/>
                    <a:pt x="11" y="29"/>
                    <a:pt x="0" y="14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324" name="Freeform 433">
              <a:extLst>
                <a:ext uri="{FF2B5EF4-FFF2-40B4-BE49-F238E27FC236}">
                  <a16:creationId xmlns:a16="http://schemas.microsoft.com/office/drawing/2014/main" id="{9E6060FF-0844-4B1D-837D-6B6D65326600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1" y="1197"/>
              <a:ext cx="95" cy="35"/>
            </a:xfrm>
            <a:custGeom>
              <a:avLst/>
              <a:gdLst>
                <a:gd name="T0" fmla="*/ 0 w 82"/>
                <a:gd name="T1" fmla="*/ 22 h 30"/>
                <a:gd name="T2" fmla="*/ 65 w 82"/>
                <a:gd name="T3" fmla="*/ 47 h 30"/>
                <a:gd name="T4" fmla="*/ 111 w 82"/>
                <a:gd name="T5" fmla="*/ 29 h 30"/>
                <a:gd name="T6" fmla="*/ 127 w 82"/>
                <a:gd name="T7" fmla="*/ 0 h 30"/>
                <a:gd name="T8" fmla="*/ 78 w 82"/>
                <a:gd name="T9" fmla="*/ 34 h 30"/>
                <a:gd name="T10" fmla="*/ 0 w 82"/>
                <a:gd name="T11" fmla="*/ 16 h 3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2" h="30">
                  <a:moveTo>
                    <a:pt x="0" y="14"/>
                  </a:moveTo>
                  <a:cubicBezTo>
                    <a:pt x="10" y="27"/>
                    <a:pt x="24" y="30"/>
                    <a:pt x="41" y="29"/>
                  </a:cubicBezTo>
                  <a:cubicBezTo>
                    <a:pt x="51" y="28"/>
                    <a:pt x="63" y="25"/>
                    <a:pt x="72" y="18"/>
                  </a:cubicBezTo>
                  <a:cubicBezTo>
                    <a:pt x="77" y="13"/>
                    <a:pt x="80" y="5"/>
                    <a:pt x="82" y="0"/>
                  </a:cubicBezTo>
                  <a:cubicBezTo>
                    <a:pt x="82" y="13"/>
                    <a:pt x="59" y="18"/>
                    <a:pt x="50" y="21"/>
                  </a:cubicBezTo>
                  <a:cubicBezTo>
                    <a:pt x="33" y="26"/>
                    <a:pt x="11" y="25"/>
                    <a:pt x="0" y="10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325" name="Freeform 434">
              <a:extLst>
                <a:ext uri="{FF2B5EF4-FFF2-40B4-BE49-F238E27FC236}">
                  <a16:creationId xmlns:a16="http://schemas.microsoft.com/office/drawing/2014/main" id="{1A7EBD7F-688C-4447-AAD3-9AE8CB83D27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3" y="1167"/>
              <a:ext cx="138" cy="84"/>
            </a:xfrm>
            <a:custGeom>
              <a:avLst/>
              <a:gdLst>
                <a:gd name="T0" fmla="*/ 186 w 119"/>
                <a:gd name="T1" fmla="*/ 0 h 72"/>
                <a:gd name="T2" fmla="*/ 0 w 119"/>
                <a:gd name="T3" fmla="*/ 22 h 72"/>
                <a:gd name="T4" fmla="*/ 186 w 119"/>
                <a:gd name="T5" fmla="*/ 0 h 7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9" h="72">
                  <a:moveTo>
                    <a:pt x="119" y="0"/>
                  </a:moveTo>
                  <a:cubicBezTo>
                    <a:pt x="60" y="67"/>
                    <a:pt x="0" y="14"/>
                    <a:pt x="0" y="14"/>
                  </a:cubicBezTo>
                  <a:cubicBezTo>
                    <a:pt x="0" y="14"/>
                    <a:pt x="60" y="72"/>
                    <a:pt x="119" y="0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326" name="Freeform 435">
              <a:extLst>
                <a:ext uri="{FF2B5EF4-FFF2-40B4-BE49-F238E27FC236}">
                  <a16:creationId xmlns:a16="http://schemas.microsoft.com/office/drawing/2014/main" id="{4B95F809-C6EE-4F5C-8FB2-D6829730618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3" y="1174"/>
              <a:ext cx="92" cy="34"/>
            </a:xfrm>
            <a:custGeom>
              <a:avLst/>
              <a:gdLst>
                <a:gd name="T0" fmla="*/ 0 w 79"/>
                <a:gd name="T1" fmla="*/ 27 h 29"/>
                <a:gd name="T2" fmla="*/ 125 w 79"/>
                <a:gd name="T3" fmla="*/ 0 h 29"/>
                <a:gd name="T4" fmla="*/ 0 w 79"/>
                <a:gd name="T5" fmla="*/ 27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9" h="29">
                  <a:moveTo>
                    <a:pt x="0" y="17"/>
                  </a:moveTo>
                  <a:cubicBezTo>
                    <a:pt x="0" y="17"/>
                    <a:pt x="49" y="29"/>
                    <a:pt x="79" y="0"/>
                  </a:cubicBezTo>
                  <a:cubicBezTo>
                    <a:pt x="79" y="0"/>
                    <a:pt x="54" y="24"/>
                    <a:pt x="0" y="17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327" name="Freeform 436">
              <a:extLst>
                <a:ext uri="{FF2B5EF4-FFF2-40B4-BE49-F238E27FC236}">
                  <a16:creationId xmlns:a16="http://schemas.microsoft.com/office/drawing/2014/main" id="{DD51DEAF-D5A9-40B2-84D4-7C4401FB4D09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8" y="1201"/>
              <a:ext cx="96" cy="50"/>
            </a:xfrm>
            <a:custGeom>
              <a:avLst/>
              <a:gdLst>
                <a:gd name="T0" fmla="*/ 0 w 82"/>
                <a:gd name="T1" fmla="*/ 9 h 43"/>
                <a:gd name="T2" fmla="*/ 131 w 82"/>
                <a:gd name="T3" fmla="*/ 0 h 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2" h="43">
                  <a:moveTo>
                    <a:pt x="0" y="6"/>
                  </a:moveTo>
                  <a:cubicBezTo>
                    <a:pt x="0" y="6"/>
                    <a:pt x="39" y="43"/>
                    <a:pt x="82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328" name="Freeform 437">
              <a:extLst>
                <a:ext uri="{FF2B5EF4-FFF2-40B4-BE49-F238E27FC236}">
                  <a16:creationId xmlns:a16="http://schemas.microsoft.com/office/drawing/2014/main" id="{5B54D6C6-E922-436B-BFCB-E1B18237685F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4" y="1102"/>
              <a:ext cx="9" cy="23"/>
            </a:xfrm>
            <a:custGeom>
              <a:avLst/>
              <a:gdLst>
                <a:gd name="T0" fmla="*/ 7 w 8"/>
                <a:gd name="T1" fmla="*/ 30 h 20"/>
                <a:gd name="T2" fmla="*/ 10 w 8"/>
                <a:gd name="T3" fmla="*/ 16 h 20"/>
                <a:gd name="T4" fmla="*/ 0 w 8"/>
                <a:gd name="T5" fmla="*/ 0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20">
                  <a:moveTo>
                    <a:pt x="4" y="20"/>
                  </a:moveTo>
                  <a:cubicBezTo>
                    <a:pt x="6" y="18"/>
                    <a:pt x="8" y="12"/>
                    <a:pt x="7" y="10"/>
                  </a:cubicBezTo>
                  <a:cubicBezTo>
                    <a:pt x="6" y="6"/>
                    <a:pt x="2" y="4"/>
                    <a:pt x="0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329" name="Freeform 438">
              <a:extLst>
                <a:ext uri="{FF2B5EF4-FFF2-40B4-BE49-F238E27FC236}">
                  <a16:creationId xmlns:a16="http://schemas.microsoft.com/office/drawing/2014/main" id="{A7E949DE-E612-460F-8060-9C1F7829A45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3" y="1110"/>
              <a:ext cx="7" cy="21"/>
            </a:xfrm>
            <a:custGeom>
              <a:avLst/>
              <a:gdLst>
                <a:gd name="T0" fmla="*/ 7 w 6"/>
                <a:gd name="T1" fmla="*/ 29 h 18"/>
                <a:gd name="T2" fmla="*/ 0 w 6"/>
                <a:gd name="T3" fmla="*/ 16 h 18"/>
                <a:gd name="T4" fmla="*/ 9 w 6"/>
                <a:gd name="T5" fmla="*/ 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18">
                  <a:moveTo>
                    <a:pt x="4" y="18"/>
                  </a:moveTo>
                  <a:cubicBezTo>
                    <a:pt x="3" y="16"/>
                    <a:pt x="0" y="12"/>
                    <a:pt x="0" y="10"/>
                  </a:cubicBezTo>
                  <a:cubicBezTo>
                    <a:pt x="1" y="7"/>
                    <a:pt x="4" y="3"/>
                    <a:pt x="6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330" name="Freeform 439">
              <a:extLst>
                <a:ext uri="{FF2B5EF4-FFF2-40B4-BE49-F238E27FC236}">
                  <a16:creationId xmlns:a16="http://schemas.microsoft.com/office/drawing/2014/main" id="{0D40A954-DA55-4ABA-B327-2BBAFBECE72B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2" y="1036"/>
              <a:ext cx="13" cy="47"/>
            </a:xfrm>
            <a:custGeom>
              <a:avLst/>
              <a:gdLst>
                <a:gd name="T0" fmla="*/ 18 w 11"/>
                <a:gd name="T1" fmla="*/ 65 h 40"/>
                <a:gd name="T2" fmla="*/ 0 w 11"/>
                <a:gd name="T3" fmla="*/ 0 h 4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40">
                  <a:moveTo>
                    <a:pt x="11" y="40"/>
                  </a:moveTo>
                  <a:cubicBezTo>
                    <a:pt x="11" y="25"/>
                    <a:pt x="6" y="14"/>
                    <a:pt x="0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331" name="Freeform 440">
              <a:extLst>
                <a:ext uri="{FF2B5EF4-FFF2-40B4-BE49-F238E27FC236}">
                  <a16:creationId xmlns:a16="http://schemas.microsoft.com/office/drawing/2014/main" id="{BACF503F-9984-445A-80BC-8273BF30196B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4" y="1200"/>
              <a:ext cx="87" cy="47"/>
            </a:xfrm>
            <a:custGeom>
              <a:avLst/>
              <a:gdLst>
                <a:gd name="T0" fmla="*/ 0 w 75"/>
                <a:gd name="T1" fmla="*/ 9 h 41"/>
                <a:gd name="T2" fmla="*/ 117 w 75"/>
                <a:gd name="T3" fmla="*/ 0 h 41"/>
                <a:gd name="T4" fmla="*/ 0 w 75"/>
                <a:gd name="T5" fmla="*/ 9 h 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5" h="41">
                  <a:moveTo>
                    <a:pt x="0" y="6"/>
                  </a:moveTo>
                  <a:cubicBezTo>
                    <a:pt x="0" y="6"/>
                    <a:pt x="39" y="41"/>
                    <a:pt x="75" y="0"/>
                  </a:cubicBezTo>
                  <a:cubicBezTo>
                    <a:pt x="75" y="0"/>
                    <a:pt x="44" y="30"/>
                    <a:pt x="0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332" name="Freeform 441">
              <a:extLst>
                <a:ext uri="{FF2B5EF4-FFF2-40B4-BE49-F238E27FC236}">
                  <a16:creationId xmlns:a16="http://schemas.microsoft.com/office/drawing/2014/main" id="{B47BACEB-0099-41E3-A0E2-19A363FDA59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8" y="699"/>
              <a:ext cx="394" cy="362"/>
            </a:xfrm>
            <a:custGeom>
              <a:avLst/>
              <a:gdLst>
                <a:gd name="T0" fmla="*/ 277 w 339"/>
                <a:gd name="T1" fmla="*/ 272 h 312"/>
                <a:gd name="T2" fmla="*/ 292 w 339"/>
                <a:gd name="T3" fmla="*/ 334 h 312"/>
                <a:gd name="T4" fmla="*/ 308 w 339"/>
                <a:gd name="T5" fmla="*/ 303 h 312"/>
                <a:gd name="T6" fmla="*/ 308 w 339"/>
                <a:gd name="T7" fmla="*/ 321 h 312"/>
                <a:gd name="T8" fmla="*/ 318 w 339"/>
                <a:gd name="T9" fmla="*/ 278 h 312"/>
                <a:gd name="T10" fmla="*/ 335 w 339"/>
                <a:gd name="T11" fmla="*/ 345 h 312"/>
                <a:gd name="T12" fmla="*/ 344 w 339"/>
                <a:gd name="T13" fmla="*/ 303 h 312"/>
                <a:gd name="T14" fmla="*/ 356 w 339"/>
                <a:gd name="T15" fmla="*/ 368 h 312"/>
                <a:gd name="T16" fmla="*/ 368 w 339"/>
                <a:gd name="T17" fmla="*/ 323 h 312"/>
                <a:gd name="T18" fmla="*/ 370 w 339"/>
                <a:gd name="T19" fmla="*/ 341 h 312"/>
                <a:gd name="T20" fmla="*/ 377 w 339"/>
                <a:gd name="T21" fmla="*/ 313 h 312"/>
                <a:gd name="T22" fmla="*/ 381 w 339"/>
                <a:gd name="T23" fmla="*/ 321 h 312"/>
                <a:gd name="T24" fmla="*/ 386 w 339"/>
                <a:gd name="T25" fmla="*/ 294 h 312"/>
                <a:gd name="T26" fmla="*/ 393 w 339"/>
                <a:gd name="T27" fmla="*/ 302 h 312"/>
                <a:gd name="T28" fmla="*/ 397 w 339"/>
                <a:gd name="T29" fmla="*/ 263 h 312"/>
                <a:gd name="T30" fmla="*/ 420 w 339"/>
                <a:gd name="T31" fmla="*/ 349 h 312"/>
                <a:gd name="T32" fmla="*/ 434 w 339"/>
                <a:gd name="T33" fmla="*/ 281 h 312"/>
                <a:gd name="T34" fmla="*/ 454 w 339"/>
                <a:gd name="T35" fmla="*/ 280 h 312"/>
                <a:gd name="T36" fmla="*/ 467 w 339"/>
                <a:gd name="T37" fmla="*/ 339 h 312"/>
                <a:gd name="T38" fmla="*/ 483 w 339"/>
                <a:gd name="T39" fmla="*/ 289 h 312"/>
                <a:gd name="T40" fmla="*/ 509 w 339"/>
                <a:gd name="T41" fmla="*/ 347 h 312"/>
                <a:gd name="T42" fmla="*/ 509 w 339"/>
                <a:gd name="T43" fmla="*/ 311 h 312"/>
                <a:gd name="T44" fmla="*/ 516 w 339"/>
                <a:gd name="T45" fmla="*/ 379 h 312"/>
                <a:gd name="T46" fmla="*/ 523 w 339"/>
                <a:gd name="T47" fmla="*/ 262 h 312"/>
                <a:gd name="T48" fmla="*/ 466 w 339"/>
                <a:gd name="T49" fmla="*/ 131 h 312"/>
                <a:gd name="T50" fmla="*/ 128 w 339"/>
                <a:gd name="T51" fmla="*/ 65 h 312"/>
                <a:gd name="T52" fmla="*/ 1 w 339"/>
                <a:gd name="T53" fmla="*/ 275 h 312"/>
                <a:gd name="T54" fmla="*/ 12 w 339"/>
                <a:gd name="T55" fmla="*/ 390 h 312"/>
                <a:gd name="T56" fmla="*/ 65 w 339"/>
                <a:gd name="T57" fmla="*/ 487 h 312"/>
                <a:gd name="T58" fmla="*/ 49 w 339"/>
                <a:gd name="T59" fmla="*/ 420 h 312"/>
                <a:gd name="T60" fmla="*/ 33 w 339"/>
                <a:gd name="T61" fmla="*/ 361 h 312"/>
                <a:gd name="T62" fmla="*/ 74 w 339"/>
                <a:gd name="T63" fmla="*/ 411 h 312"/>
                <a:gd name="T64" fmla="*/ 135 w 339"/>
                <a:gd name="T65" fmla="*/ 232 h 312"/>
                <a:gd name="T66" fmla="*/ 152 w 339"/>
                <a:gd name="T67" fmla="*/ 319 h 312"/>
                <a:gd name="T68" fmla="*/ 138 w 339"/>
                <a:gd name="T69" fmla="*/ 267 h 312"/>
                <a:gd name="T70" fmla="*/ 186 w 339"/>
                <a:gd name="T71" fmla="*/ 338 h 312"/>
                <a:gd name="T72" fmla="*/ 172 w 339"/>
                <a:gd name="T73" fmla="*/ 289 h 312"/>
                <a:gd name="T74" fmla="*/ 230 w 339"/>
                <a:gd name="T75" fmla="*/ 349 h 312"/>
                <a:gd name="T76" fmla="*/ 214 w 339"/>
                <a:gd name="T77" fmla="*/ 305 h 312"/>
                <a:gd name="T78" fmla="*/ 251 w 339"/>
                <a:gd name="T79" fmla="*/ 341 h 312"/>
                <a:gd name="T80" fmla="*/ 250 w 339"/>
                <a:gd name="T81" fmla="*/ 302 h 312"/>
                <a:gd name="T82" fmla="*/ 268 w 339"/>
                <a:gd name="T83" fmla="*/ 330 h 312"/>
                <a:gd name="T84" fmla="*/ 270 w 339"/>
                <a:gd name="T85" fmla="*/ 299 h 312"/>
                <a:gd name="T86" fmla="*/ 281 w 339"/>
                <a:gd name="T87" fmla="*/ 316 h 312"/>
                <a:gd name="T88" fmla="*/ 280 w 339"/>
                <a:gd name="T89" fmla="*/ 281 h 312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339" h="312">
                  <a:moveTo>
                    <a:pt x="176" y="174"/>
                  </a:moveTo>
                  <a:cubicBezTo>
                    <a:pt x="180" y="187"/>
                    <a:pt x="187" y="199"/>
                    <a:pt x="186" y="214"/>
                  </a:cubicBezTo>
                  <a:cubicBezTo>
                    <a:pt x="189" y="207"/>
                    <a:pt x="194" y="202"/>
                    <a:pt x="196" y="194"/>
                  </a:cubicBezTo>
                  <a:cubicBezTo>
                    <a:pt x="197" y="197"/>
                    <a:pt x="196" y="202"/>
                    <a:pt x="196" y="206"/>
                  </a:cubicBezTo>
                  <a:cubicBezTo>
                    <a:pt x="202" y="197"/>
                    <a:pt x="203" y="188"/>
                    <a:pt x="203" y="178"/>
                  </a:cubicBezTo>
                  <a:cubicBezTo>
                    <a:pt x="212" y="188"/>
                    <a:pt x="209" y="208"/>
                    <a:pt x="213" y="221"/>
                  </a:cubicBezTo>
                  <a:cubicBezTo>
                    <a:pt x="216" y="212"/>
                    <a:pt x="218" y="203"/>
                    <a:pt x="219" y="194"/>
                  </a:cubicBezTo>
                  <a:cubicBezTo>
                    <a:pt x="220" y="208"/>
                    <a:pt x="227" y="220"/>
                    <a:pt x="226" y="235"/>
                  </a:cubicBezTo>
                  <a:cubicBezTo>
                    <a:pt x="226" y="226"/>
                    <a:pt x="230" y="214"/>
                    <a:pt x="235" y="207"/>
                  </a:cubicBezTo>
                  <a:cubicBezTo>
                    <a:pt x="236" y="211"/>
                    <a:pt x="236" y="214"/>
                    <a:pt x="236" y="218"/>
                  </a:cubicBezTo>
                  <a:cubicBezTo>
                    <a:pt x="239" y="213"/>
                    <a:pt x="240" y="207"/>
                    <a:pt x="240" y="201"/>
                  </a:cubicBezTo>
                  <a:cubicBezTo>
                    <a:pt x="241" y="202"/>
                    <a:pt x="243" y="205"/>
                    <a:pt x="243" y="206"/>
                  </a:cubicBezTo>
                  <a:cubicBezTo>
                    <a:pt x="247" y="201"/>
                    <a:pt x="246" y="194"/>
                    <a:pt x="246" y="188"/>
                  </a:cubicBezTo>
                  <a:cubicBezTo>
                    <a:pt x="247" y="190"/>
                    <a:pt x="249" y="192"/>
                    <a:pt x="250" y="193"/>
                  </a:cubicBezTo>
                  <a:cubicBezTo>
                    <a:pt x="253" y="185"/>
                    <a:pt x="250" y="177"/>
                    <a:pt x="253" y="169"/>
                  </a:cubicBezTo>
                  <a:cubicBezTo>
                    <a:pt x="266" y="184"/>
                    <a:pt x="263" y="205"/>
                    <a:pt x="268" y="223"/>
                  </a:cubicBezTo>
                  <a:cubicBezTo>
                    <a:pt x="269" y="209"/>
                    <a:pt x="268" y="193"/>
                    <a:pt x="276" y="180"/>
                  </a:cubicBezTo>
                  <a:cubicBezTo>
                    <a:pt x="282" y="191"/>
                    <a:pt x="288" y="200"/>
                    <a:pt x="289" y="179"/>
                  </a:cubicBezTo>
                  <a:cubicBezTo>
                    <a:pt x="294" y="191"/>
                    <a:pt x="295" y="205"/>
                    <a:pt x="298" y="217"/>
                  </a:cubicBezTo>
                  <a:cubicBezTo>
                    <a:pt x="301" y="207"/>
                    <a:pt x="304" y="194"/>
                    <a:pt x="308" y="185"/>
                  </a:cubicBezTo>
                  <a:cubicBezTo>
                    <a:pt x="313" y="198"/>
                    <a:pt x="319" y="210"/>
                    <a:pt x="324" y="222"/>
                  </a:cubicBezTo>
                  <a:cubicBezTo>
                    <a:pt x="322" y="214"/>
                    <a:pt x="325" y="207"/>
                    <a:pt x="324" y="199"/>
                  </a:cubicBezTo>
                  <a:cubicBezTo>
                    <a:pt x="327" y="212"/>
                    <a:pt x="332" y="230"/>
                    <a:pt x="329" y="243"/>
                  </a:cubicBezTo>
                  <a:cubicBezTo>
                    <a:pt x="339" y="221"/>
                    <a:pt x="338" y="192"/>
                    <a:pt x="333" y="168"/>
                  </a:cubicBezTo>
                  <a:cubicBezTo>
                    <a:pt x="328" y="136"/>
                    <a:pt x="315" y="111"/>
                    <a:pt x="297" y="84"/>
                  </a:cubicBezTo>
                  <a:cubicBezTo>
                    <a:pt x="251" y="13"/>
                    <a:pt x="152" y="0"/>
                    <a:pt x="82" y="41"/>
                  </a:cubicBezTo>
                  <a:cubicBezTo>
                    <a:pt x="53" y="58"/>
                    <a:pt x="0" y="105"/>
                    <a:pt x="1" y="176"/>
                  </a:cubicBezTo>
                  <a:cubicBezTo>
                    <a:pt x="2" y="201"/>
                    <a:pt x="1" y="225"/>
                    <a:pt x="8" y="250"/>
                  </a:cubicBezTo>
                  <a:cubicBezTo>
                    <a:pt x="13" y="267"/>
                    <a:pt x="23" y="306"/>
                    <a:pt x="41" y="312"/>
                  </a:cubicBezTo>
                  <a:cubicBezTo>
                    <a:pt x="37" y="298"/>
                    <a:pt x="36" y="283"/>
                    <a:pt x="31" y="269"/>
                  </a:cubicBezTo>
                  <a:cubicBezTo>
                    <a:pt x="27" y="257"/>
                    <a:pt x="24" y="244"/>
                    <a:pt x="21" y="231"/>
                  </a:cubicBezTo>
                  <a:cubicBezTo>
                    <a:pt x="32" y="238"/>
                    <a:pt x="41" y="252"/>
                    <a:pt x="47" y="263"/>
                  </a:cubicBezTo>
                  <a:cubicBezTo>
                    <a:pt x="44" y="222"/>
                    <a:pt x="58" y="179"/>
                    <a:pt x="86" y="148"/>
                  </a:cubicBezTo>
                  <a:cubicBezTo>
                    <a:pt x="78" y="170"/>
                    <a:pt x="90" y="185"/>
                    <a:pt x="97" y="204"/>
                  </a:cubicBezTo>
                  <a:cubicBezTo>
                    <a:pt x="91" y="195"/>
                    <a:pt x="90" y="181"/>
                    <a:pt x="88" y="171"/>
                  </a:cubicBezTo>
                  <a:cubicBezTo>
                    <a:pt x="90" y="185"/>
                    <a:pt x="106" y="209"/>
                    <a:pt x="119" y="216"/>
                  </a:cubicBezTo>
                  <a:cubicBezTo>
                    <a:pt x="112" y="209"/>
                    <a:pt x="111" y="195"/>
                    <a:pt x="109" y="185"/>
                  </a:cubicBezTo>
                  <a:cubicBezTo>
                    <a:pt x="117" y="200"/>
                    <a:pt x="131" y="215"/>
                    <a:pt x="146" y="223"/>
                  </a:cubicBezTo>
                  <a:cubicBezTo>
                    <a:pt x="141" y="216"/>
                    <a:pt x="137" y="204"/>
                    <a:pt x="136" y="196"/>
                  </a:cubicBezTo>
                  <a:cubicBezTo>
                    <a:pt x="145" y="203"/>
                    <a:pt x="153" y="210"/>
                    <a:pt x="160" y="218"/>
                  </a:cubicBezTo>
                  <a:cubicBezTo>
                    <a:pt x="159" y="210"/>
                    <a:pt x="159" y="201"/>
                    <a:pt x="159" y="193"/>
                  </a:cubicBezTo>
                  <a:cubicBezTo>
                    <a:pt x="164" y="199"/>
                    <a:pt x="167" y="205"/>
                    <a:pt x="171" y="211"/>
                  </a:cubicBezTo>
                  <a:cubicBezTo>
                    <a:pt x="174" y="205"/>
                    <a:pt x="170" y="197"/>
                    <a:pt x="172" y="191"/>
                  </a:cubicBezTo>
                  <a:cubicBezTo>
                    <a:pt x="175" y="193"/>
                    <a:pt x="177" y="199"/>
                    <a:pt x="179" y="202"/>
                  </a:cubicBezTo>
                  <a:cubicBezTo>
                    <a:pt x="180" y="195"/>
                    <a:pt x="178" y="187"/>
                    <a:pt x="178" y="180"/>
                  </a:cubicBezTo>
                </a:path>
              </a:pathLst>
            </a:custGeom>
            <a:solidFill>
              <a:srgbClr val="66391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333" name="Freeform 442">
              <a:extLst>
                <a:ext uri="{FF2B5EF4-FFF2-40B4-BE49-F238E27FC236}">
                  <a16:creationId xmlns:a16="http://schemas.microsoft.com/office/drawing/2014/main" id="{598C3106-C8B0-4976-8F6A-C12938821E0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8" y="867"/>
              <a:ext cx="89" cy="208"/>
            </a:xfrm>
            <a:custGeom>
              <a:avLst/>
              <a:gdLst>
                <a:gd name="T0" fmla="*/ 122 w 76"/>
                <a:gd name="T1" fmla="*/ 7 h 179"/>
                <a:gd name="T2" fmla="*/ 83 w 76"/>
                <a:gd name="T3" fmla="*/ 96 h 179"/>
                <a:gd name="T4" fmla="*/ 83 w 76"/>
                <a:gd name="T5" fmla="*/ 74 h 179"/>
                <a:gd name="T6" fmla="*/ 74 w 76"/>
                <a:gd name="T7" fmla="*/ 106 h 179"/>
                <a:gd name="T8" fmla="*/ 74 w 76"/>
                <a:gd name="T9" fmla="*/ 156 h 179"/>
                <a:gd name="T10" fmla="*/ 71 w 76"/>
                <a:gd name="T11" fmla="*/ 125 h 179"/>
                <a:gd name="T12" fmla="*/ 66 w 76"/>
                <a:gd name="T13" fmla="*/ 167 h 179"/>
                <a:gd name="T14" fmla="*/ 62 w 76"/>
                <a:gd name="T15" fmla="*/ 202 h 179"/>
                <a:gd name="T16" fmla="*/ 47 w 76"/>
                <a:gd name="T17" fmla="*/ 168 h 179"/>
                <a:gd name="T18" fmla="*/ 49 w 76"/>
                <a:gd name="T19" fmla="*/ 200 h 179"/>
                <a:gd name="T20" fmla="*/ 40 w 76"/>
                <a:gd name="T21" fmla="*/ 185 h 179"/>
                <a:gd name="T22" fmla="*/ 49 w 76"/>
                <a:gd name="T23" fmla="*/ 234 h 179"/>
                <a:gd name="T24" fmla="*/ 46 w 76"/>
                <a:gd name="T25" fmla="*/ 215 h 179"/>
                <a:gd name="T26" fmla="*/ 49 w 76"/>
                <a:gd name="T27" fmla="*/ 250 h 179"/>
                <a:gd name="T28" fmla="*/ 55 w 76"/>
                <a:gd name="T29" fmla="*/ 281 h 179"/>
                <a:gd name="T30" fmla="*/ 30 w 76"/>
                <a:gd name="T31" fmla="*/ 236 h 179"/>
                <a:gd name="T32" fmla="*/ 9 w 76"/>
                <a:gd name="T33" fmla="*/ 181 h 179"/>
                <a:gd name="T34" fmla="*/ 16 w 76"/>
                <a:gd name="T35" fmla="*/ 76 h 179"/>
                <a:gd name="T36" fmla="*/ 55 w 76"/>
                <a:gd name="T37" fmla="*/ 22 h 179"/>
                <a:gd name="T38" fmla="*/ 82 w 76"/>
                <a:gd name="T39" fmla="*/ 0 h 179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76" h="179">
                  <a:moveTo>
                    <a:pt x="76" y="4"/>
                  </a:moveTo>
                  <a:cubicBezTo>
                    <a:pt x="60" y="18"/>
                    <a:pt x="55" y="42"/>
                    <a:pt x="52" y="61"/>
                  </a:cubicBezTo>
                  <a:cubicBezTo>
                    <a:pt x="52" y="56"/>
                    <a:pt x="53" y="52"/>
                    <a:pt x="52" y="47"/>
                  </a:cubicBezTo>
                  <a:cubicBezTo>
                    <a:pt x="51" y="54"/>
                    <a:pt x="47" y="60"/>
                    <a:pt x="46" y="67"/>
                  </a:cubicBezTo>
                  <a:cubicBezTo>
                    <a:pt x="45" y="78"/>
                    <a:pt x="47" y="88"/>
                    <a:pt x="46" y="99"/>
                  </a:cubicBezTo>
                  <a:cubicBezTo>
                    <a:pt x="44" y="93"/>
                    <a:pt x="44" y="86"/>
                    <a:pt x="44" y="80"/>
                  </a:cubicBezTo>
                  <a:cubicBezTo>
                    <a:pt x="42" y="89"/>
                    <a:pt x="41" y="98"/>
                    <a:pt x="41" y="107"/>
                  </a:cubicBezTo>
                  <a:cubicBezTo>
                    <a:pt x="40" y="114"/>
                    <a:pt x="38" y="122"/>
                    <a:pt x="38" y="129"/>
                  </a:cubicBezTo>
                  <a:cubicBezTo>
                    <a:pt x="35" y="123"/>
                    <a:pt x="35" y="114"/>
                    <a:pt x="29" y="108"/>
                  </a:cubicBezTo>
                  <a:cubicBezTo>
                    <a:pt x="32" y="113"/>
                    <a:pt x="31" y="121"/>
                    <a:pt x="31" y="127"/>
                  </a:cubicBezTo>
                  <a:cubicBezTo>
                    <a:pt x="28" y="125"/>
                    <a:pt x="27" y="120"/>
                    <a:pt x="25" y="118"/>
                  </a:cubicBezTo>
                  <a:cubicBezTo>
                    <a:pt x="26" y="128"/>
                    <a:pt x="28" y="139"/>
                    <a:pt x="31" y="149"/>
                  </a:cubicBezTo>
                  <a:cubicBezTo>
                    <a:pt x="29" y="146"/>
                    <a:pt x="28" y="141"/>
                    <a:pt x="28" y="137"/>
                  </a:cubicBezTo>
                  <a:cubicBezTo>
                    <a:pt x="30" y="144"/>
                    <a:pt x="31" y="152"/>
                    <a:pt x="31" y="159"/>
                  </a:cubicBezTo>
                  <a:cubicBezTo>
                    <a:pt x="31" y="165"/>
                    <a:pt x="31" y="173"/>
                    <a:pt x="34" y="179"/>
                  </a:cubicBezTo>
                  <a:cubicBezTo>
                    <a:pt x="27" y="172"/>
                    <a:pt x="23" y="160"/>
                    <a:pt x="19" y="151"/>
                  </a:cubicBezTo>
                  <a:cubicBezTo>
                    <a:pt x="14" y="139"/>
                    <a:pt x="9" y="128"/>
                    <a:pt x="6" y="115"/>
                  </a:cubicBezTo>
                  <a:cubicBezTo>
                    <a:pt x="0" y="93"/>
                    <a:pt x="2" y="69"/>
                    <a:pt x="10" y="48"/>
                  </a:cubicBezTo>
                  <a:cubicBezTo>
                    <a:pt x="15" y="35"/>
                    <a:pt x="24" y="23"/>
                    <a:pt x="34" y="14"/>
                  </a:cubicBezTo>
                  <a:cubicBezTo>
                    <a:pt x="38" y="11"/>
                    <a:pt x="45" y="1"/>
                    <a:pt x="51" y="0"/>
                  </a:cubicBezTo>
                </a:path>
              </a:pathLst>
            </a:custGeom>
            <a:solidFill>
              <a:srgbClr val="66391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334" name="Freeform 443">
              <a:extLst>
                <a:ext uri="{FF2B5EF4-FFF2-40B4-BE49-F238E27FC236}">
                  <a16:creationId xmlns:a16="http://schemas.microsoft.com/office/drawing/2014/main" id="{91FC347E-405B-434C-B496-12706D0CCD95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6" y="889"/>
              <a:ext cx="37" cy="174"/>
            </a:xfrm>
            <a:custGeom>
              <a:avLst/>
              <a:gdLst>
                <a:gd name="T0" fmla="*/ 2 w 32"/>
                <a:gd name="T1" fmla="*/ 26 h 150"/>
                <a:gd name="T2" fmla="*/ 9 w 32"/>
                <a:gd name="T3" fmla="*/ 57 h 150"/>
                <a:gd name="T4" fmla="*/ 17 w 32"/>
                <a:gd name="T5" fmla="*/ 79 h 150"/>
                <a:gd name="T6" fmla="*/ 20 w 32"/>
                <a:gd name="T7" fmla="*/ 109 h 150"/>
                <a:gd name="T8" fmla="*/ 22 w 32"/>
                <a:gd name="T9" fmla="*/ 90 h 150"/>
                <a:gd name="T10" fmla="*/ 23 w 32"/>
                <a:gd name="T11" fmla="*/ 137 h 150"/>
                <a:gd name="T12" fmla="*/ 27 w 32"/>
                <a:gd name="T13" fmla="*/ 118 h 150"/>
                <a:gd name="T14" fmla="*/ 28 w 32"/>
                <a:gd name="T15" fmla="*/ 150 h 150"/>
                <a:gd name="T16" fmla="*/ 31 w 32"/>
                <a:gd name="T17" fmla="*/ 198 h 150"/>
                <a:gd name="T18" fmla="*/ 36 w 32"/>
                <a:gd name="T19" fmla="*/ 179 h 150"/>
                <a:gd name="T20" fmla="*/ 37 w 32"/>
                <a:gd name="T21" fmla="*/ 203 h 150"/>
                <a:gd name="T22" fmla="*/ 39 w 32"/>
                <a:gd name="T23" fmla="*/ 234 h 150"/>
                <a:gd name="T24" fmla="*/ 45 w 32"/>
                <a:gd name="T25" fmla="*/ 195 h 150"/>
                <a:gd name="T26" fmla="*/ 46 w 32"/>
                <a:gd name="T27" fmla="*/ 154 h 150"/>
                <a:gd name="T28" fmla="*/ 46 w 32"/>
                <a:gd name="T29" fmla="*/ 104 h 150"/>
                <a:gd name="T30" fmla="*/ 49 w 32"/>
                <a:gd name="T31" fmla="*/ 56 h 150"/>
                <a:gd name="T32" fmla="*/ 17 w 32"/>
                <a:gd name="T33" fmla="*/ 0 h 150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32" h="150">
                  <a:moveTo>
                    <a:pt x="2" y="16"/>
                  </a:moveTo>
                  <a:cubicBezTo>
                    <a:pt x="0" y="21"/>
                    <a:pt x="4" y="31"/>
                    <a:pt x="6" y="36"/>
                  </a:cubicBezTo>
                  <a:cubicBezTo>
                    <a:pt x="8" y="41"/>
                    <a:pt x="10" y="46"/>
                    <a:pt x="11" y="51"/>
                  </a:cubicBezTo>
                  <a:cubicBezTo>
                    <a:pt x="13" y="57"/>
                    <a:pt x="12" y="63"/>
                    <a:pt x="13" y="70"/>
                  </a:cubicBezTo>
                  <a:cubicBezTo>
                    <a:pt x="13" y="66"/>
                    <a:pt x="14" y="61"/>
                    <a:pt x="14" y="58"/>
                  </a:cubicBezTo>
                  <a:cubicBezTo>
                    <a:pt x="16" y="67"/>
                    <a:pt x="15" y="78"/>
                    <a:pt x="15" y="88"/>
                  </a:cubicBezTo>
                  <a:cubicBezTo>
                    <a:pt x="16" y="84"/>
                    <a:pt x="18" y="80"/>
                    <a:pt x="17" y="76"/>
                  </a:cubicBezTo>
                  <a:cubicBezTo>
                    <a:pt x="19" y="82"/>
                    <a:pt x="18" y="90"/>
                    <a:pt x="18" y="96"/>
                  </a:cubicBezTo>
                  <a:cubicBezTo>
                    <a:pt x="19" y="106"/>
                    <a:pt x="20" y="117"/>
                    <a:pt x="20" y="127"/>
                  </a:cubicBezTo>
                  <a:cubicBezTo>
                    <a:pt x="20" y="124"/>
                    <a:pt x="22" y="119"/>
                    <a:pt x="23" y="115"/>
                  </a:cubicBezTo>
                  <a:cubicBezTo>
                    <a:pt x="23" y="120"/>
                    <a:pt x="23" y="125"/>
                    <a:pt x="24" y="130"/>
                  </a:cubicBezTo>
                  <a:cubicBezTo>
                    <a:pt x="24" y="135"/>
                    <a:pt x="22" y="145"/>
                    <a:pt x="25" y="150"/>
                  </a:cubicBezTo>
                  <a:cubicBezTo>
                    <a:pt x="27" y="141"/>
                    <a:pt x="29" y="134"/>
                    <a:pt x="29" y="125"/>
                  </a:cubicBezTo>
                  <a:cubicBezTo>
                    <a:pt x="29" y="116"/>
                    <a:pt x="30" y="108"/>
                    <a:pt x="30" y="99"/>
                  </a:cubicBezTo>
                  <a:cubicBezTo>
                    <a:pt x="30" y="88"/>
                    <a:pt x="29" y="78"/>
                    <a:pt x="30" y="67"/>
                  </a:cubicBezTo>
                  <a:cubicBezTo>
                    <a:pt x="31" y="56"/>
                    <a:pt x="32" y="45"/>
                    <a:pt x="31" y="35"/>
                  </a:cubicBezTo>
                  <a:cubicBezTo>
                    <a:pt x="30" y="25"/>
                    <a:pt x="21" y="1"/>
                    <a:pt x="11" y="0"/>
                  </a:cubicBezTo>
                </a:path>
              </a:pathLst>
            </a:custGeom>
            <a:solidFill>
              <a:srgbClr val="66391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335" name="Freeform 444">
              <a:extLst>
                <a:ext uri="{FF2B5EF4-FFF2-40B4-BE49-F238E27FC236}">
                  <a16:creationId xmlns:a16="http://schemas.microsoft.com/office/drawing/2014/main" id="{F031DB06-4268-4356-A805-37B42DD4444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9" y="1003"/>
              <a:ext cx="38" cy="98"/>
            </a:xfrm>
            <a:custGeom>
              <a:avLst/>
              <a:gdLst>
                <a:gd name="T0" fmla="*/ 0 w 33"/>
                <a:gd name="T1" fmla="*/ 23 h 85"/>
                <a:gd name="T2" fmla="*/ 16 w 33"/>
                <a:gd name="T3" fmla="*/ 61 h 85"/>
                <a:gd name="T4" fmla="*/ 23 w 33"/>
                <a:gd name="T5" fmla="*/ 84 h 85"/>
                <a:gd name="T6" fmla="*/ 26 w 33"/>
                <a:gd name="T7" fmla="*/ 104 h 85"/>
                <a:gd name="T8" fmla="*/ 28 w 33"/>
                <a:gd name="T9" fmla="*/ 95 h 85"/>
                <a:gd name="T10" fmla="*/ 38 w 33"/>
                <a:gd name="T11" fmla="*/ 130 h 85"/>
                <a:gd name="T12" fmla="*/ 40 w 33"/>
                <a:gd name="T13" fmla="*/ 114 h 85"/>
                <a:gd name="T14" fmla="*/ 51 w 33"/>
                <a:gd name="T15" fmla="*/ 128 h 85"/>
                <a:gd name="T16" fmla="*/ 33 w 33"/>
                <a:gd name="T17" fmla="*/ 67 h 85"/>
                <a:gd name="T18" fmla="*/ 3 w 33"/>
                <a:gd name="T19" fmla="*/ 0 h 8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3" h="85">
                  <a:moveTo>
                    <a:pt x="0" y="15"/>
                  </a:moveTo>
                  <a:cubicBezTo>
                    <a:pt x="0" y="23"/>
                    <a:pt x="7" y="33"/>
                    <a:pt x="10" y="40"/>
                  </a:cubicBezTo>
                  <a:cubicBezTo>
                    <a:pt x="13" y="45"/>
                    <a:pt x="14" y="50"/>
                    <a:pt x="15" y="55"/>
                  </a:cubicBezTo>
                  <a:cubicBezTo>
                    <a:pt x="16" y="59"/>
                    <a:pt x="16" y="64"/>
                    <a:pt x="17" y="68"/>
                  </a:cubicBezTo>
                  <a:cubicBezTo>
                    <a:pt x="17" y="66"/>
                    <a:pt x="18" y="63"/>
                    <a:pt x="18" y="62"/>
                  </a:cubicBezTo>
                  <a:cubicBezTo>
                    <a:pt x="22" y="69"/>
                    <a:pt x="23" y="78"/>
                    <a:pt x="25" y="85"/>
                  </a:cubicBezTo>
                  <a:cubicBezTo>
                    <a:pt x="24" y="82"/>
                    <a:pt x="25" y="78"/>
                    <a:pt x="26" y="75"/>
                  </a:cubicBezTo>
                  <a:cubicBezTo>
                    <a:pt x="28" y="77"/>
                    <a:pt x="30" y="81"/>
                    <a:pt x="33" y="83"/>
                  </a:cubicBezTo>
                  <a:cubicBezTo>
                    <a:pt x="29" y="70"/>
                    <a:pt x="26" y="57"/>
                    <a:pt x="22" y="43"/>
                  </a:cubicBezTo>
                  <a:cubicBezTo>
                    <a:pt x="17" y="28"/>
                    <a:pt x="11" y="14"/>
                    <a:pt x="3" y="0"/>
                  </a:cubicBezTo>
                </a:path>
              </a:pathLst>
            </a:custGeom>
            <a:solidFill>
              <a:srgbClr val="66391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336" name="Freeform 445">
              <a:extLst>
                <a:ext uri="{FF2B5EF4-FFF2-40B4-BE49-F238E27FC236}">
                  <a16:creationId xmlns:a16="http://schemas.microsoft.com/office/drawing/2014/main" id="{C23651B4-A8B9-4A96-A208-FF0B911F916D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4" y="898"/>
              <a:ext cx="46" cy="71"/>
            </a:xfrm>
            <a:custGeom>
              <a:avLst/>
              <a:gdLst>
                <a:gd name="T0" fmla="*/ 0 w 40"/>
                <a:gd name="T1" fmla="*/ 30 h 61"/>
                <a:gd name="T2" fmla="*/ 16 w 40"/>
                <a:gd name="T3" fmla="*/ 49 h 61"/>
                <a:gd name="T4" fmla="*/ 30 w 40"/>
                <a:gd name="T5" fmla="*/ 71 h 61"/>
                <a:gd name="T6" fmla="*/ 28 w 40"/>
                <a:gd name="T7" fmla="*/ 61 h 61"/>
                <a:gd name="T8" fmla="*/ 47 w 40"/>
                <a:gd name="T9" fmla="*/ 90 h 61"/>
                <a:gd name="T10" fmla="*/ 44 w 40"/>
                <a:gd name="T11" fmla="*/ 76 h 61"/>
                <a:gd name="T12" fmla="*/ 61 w 40"/>
                <a:gd name="T13" fmla="*/ 97 h 61"/>
                <a:gd name="T14" fmla="*/ 56 w 40"/>
                <a:gd name="T15" fmla="*/ 84 h 61"/>
                <a:gd name="T16" fmla="*/ 47 w 40"/>
                <a:gd name="T17" fmla="*/ 58 h 61"/>
                <a:gd name="T18" fmla="*/ 32 w 40"/>
                <a:gd name="T19" fmla="*/ 22 h 61"/>
                <a:gd name="T20" fmla="*/ 17 w 40"/>
                <a:gd name="T21" fmla="*/ 0 h 6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0" h="61">
                  <a:moveTo>
                    <a:pt x="0" y="19"/>
                  </a:moveTo>
                  <a:cubicBezTo>
                    <a:pt x="4" y="23"/>
                    <a:pt x="7" y="27"/>
                    <a:pt x="10" y="31"/>
                  </a:cubicBezTo>
                  <a:cubicBezTo>
                    <a:pt x="14" y="35"/>
                    <a:pt x="16" y="41"/>
                    <a:pt x="20" y="45"/>
                  </a:cubicBezTo>
                  <a:cubicBezTo>
                    <a:pt x="19" y="43"/>
                    <a:pt x="19" y="41"/>
                    <a:pt x="18" y="39"/>
                  </a:cubicBezTo>
                  <a:cubicBezTo>
                    <a:pt x="23" y="43"/>
                    <a:pt x="29" y="51"/>
                    <a:pt x="31" y="57"/>
                  </a:cubicBezTo>
                  <a:cubicBezTo>
                    <a:pt x="31" y="54"/>
                    <a:pt x="29" y="51"/>
                    <a:pt x="29" y="48"/>
                  </a:cubicBezTo>
                  <a:cubicBezTo>
                    <a:pt x="33" y="50"/>
                    <a:pt x="37" y="57"/>
                    <a:pt x="40" y="61"/>
                  </a:cubicBezTo>
                  <a:cubicBezTo>
                    <a:pt x="38" y="59"/>
                    <a:pt x="38" y="55"/>
                    <a:pt x="37" y="53"/>
                  </a:cubicBezTo>
                  <a:cubicBezTo>
                    <a:pt x="35" y="48"/>
                    <a:pt x="33" y="42"/>
                    <a:pt x="31" y="37"/>
                  </a:cubicBezTo>
                  <a:cubicBezTo>
                    <a:pt x="27" y="29"/>
                    <a:pt x="23" y="22"/>
                    <a:pt x="21" y="14"/>
                  </a:cubicBezTo>
                  <a:cubicBezTo>
                    <a:pt x="19" y="8"/>
                    <a:pt x="18" y="0"/>
                    <a:pt x="11" y="0"/>
                  </a:cubicBezTo>
                </a:path>
              </a:pathLst>
            </a:custGeom>
            <a:solidFill>
              <a:srgbClr val="66391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337" name="Freeform 446">
              <a:extLst>
                <a:ext uri="{FF2B5EF4-FFF2-40B4-BE49-F238E27FC236}">
                  <a16:creationId xmlns:a16="http://schemas.microsoft.com/office/drawing/2014/main" id="{09159311-492E-47FF-A7C9-574E718384A9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7" y="904"/>
              <a:ext cx="17" cy="77"/>
            </a:xfrm>
            <a:custGeom>
              <a:avLst/>
              <a:gdLst>
                <a:gd name="T0" fmla="*/ 0 w 14"/>
                <a:gd name="T1" fmla="*/ 0 h 66"/>
                <a:gd name="T2" fmla="*/ 2 w 14"/>
                <a:gd name="T3" fmla="*/ 48 h 66"/>
                <a:gd name="T4" fmla="*/ 9 w 14"/>
                <a:gd name="T5" fmla="*/ 35 h 66"/>
                <a:gd name="T6" fmla="*/ 9 w 14"/>
                <a:gd name="T7" fmla="*/ 55 h 66"/>
                <a:gd name="T8" fmla="*/ 6 w 14"/>
                <a:gd name="T9" fmla="*/ 92 h 66"/>
                <a:gd name="T10" fmla="*/ 15 w 14"/>
                <a:gd name="T11" fmla="*/ 68 h 66"/>
                <a:gd name="T12" fmla="*/ 15 w 14"/>
                <a:gd name="T13" fmla="*/ 84 h 66"/>
                <a:gd name="T14" fmla="*/ 19 w 14"/>
                <a:gd name="T15" fmla="*/ 105 h 66"/>
                <a:gd name="T16" fmla="*/ 19 w 14"/>
                <a:gd name="T17" fmla="*/ 82 h 66"/>
                <a:gd name="T18" fmla="*/ 23 w 14"/>
                <a:gd name="T19" fmla="*/ 48 h 66"/>
                <a:gd name="T20" fmla="*/ 18 w 14"/>
                <a:gd name="T21" fmla="*/ 0 h 6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4" h="66">
                  <a:moveTo>
                    <a:pt x="0" y="0"/>
                  </a:moveTo>
                  <a:cubicBezTo>
                    <a:pt x="4" y="8"/>
                    <a:pt x="2" y="22"/>
                    <a:pt x="2" y="30"/>
                  </a:cubicBezTo>
                  <a:cubicBezTo>
                    <a:pt x="2" y="27"/>
                    <a:pt x="5" y="25"/>
                    <a:pt x="5" y="22"/>
                  </a:cubicBezTo>
                  <a:cubicBezTo>
                    <a:pt x="5" y="26"/>
                    <a:pt x="6" y="30"/>
                    <a:pt x="5" y="34"/>
                  </a:cubicBezTo>
                  <a:cubicBezTo>
                    <a:pt x="5" y="42"/>
                    <a:pt x="2" y="50"/>
                    <a:pt x="3" y="58"/>
                  </a:cubicBezTo>
                  <a:cubicBezTo>
                    <a:pt x="2" y="54"/>
                    <a:pt x="6" y="46"/>
                    <a:pt x="8" y="43"/>
                  </a:cubicBezTo>
                  <a:cubicBezTo>
                    <a:pt x="8" y="46"/>
                    <a:pt x="8" y="49"/>
                    <a:pt x="8" y="53"/>
                  </a:cubicBezTo>
                  <a:cubicBezTo>
                    <a:pt x="9" y="57"/>
                    <a:pt x="10" y="62"/>
                    <a:pt x="11" y="66"/>
                  </a:cubicBezTo>
                  <a:cubicBezTo>
                    <a:pt x="10" y="61"/>
                    <a:pt x="11" y="56"/>
                    <a:pt x="11" y="51"/>
                  </a:cubicBezTo>
                  <a:cubicBezTo>
                    <a:pt x="12" y="44"/>
                    <a:pt x="11" y="37"/>
                    <a:pt x="13" y="30"/>
                  </a:cubicBezTo>
                  <a:cubicBezTo>
                    <a:pt x="14" y="19"/>
                    <a:pt x="14" y="11"/>
                    <a:pt x="10" y="0"/>
                  </a:cubicBezTo>
                </a:path>
              </a:pathLst>
            </a:custGeom>
            <a:solidFill>
              <a:srgbClr val="66391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338" name="Freeform 447">
              <a:extLst>
                <a:ext uri="{FF2B5EF4-FFF2-40B4-BE49-F238E27FC236}">
                  <a16:creationId xmlns:a16="http://schemas.microsoft.com/office/drawing/2014/main" id="{E12F65D3-C156-4203-8CDF-0E8578030532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2" y="890"/>
              <a:ext cx="23" cy="83"/>
            </a:xfrm>
            <a:custGeom>
              <a:avLst/>
              <a:gdLst>
                <a:gd name="T0" fmla="*/ 0 w 20"/>
                <a:gd name="T1" fmla="*/ 0 h 71"/>
                <a:gd name="T2" fmla="*/ 8 w 20"/>
                <a:gd name="T3" fmla="*/ 70 h 71"/>
                <a:gd name="T4" fmla="*/ 16 w 20"/>
                <a:gd name="T5" fmla="*/ 43 h 71"/>
                <a:gd name="T6" fmla="*/ 21 w 20"/>
                <a:gd name="T7" fmla="*/ 113 h 71"/>
                <a:gd name="T8" fmla="*/ 23 w 20"/>
                <a:gd name="T9" fmla="*/ 88 h 71"/>
                <a:gd name="T10" fmla="*/ 29 w 20"/>
                <a:gd name="T11" fmla="*/ 112 h 71"/>
                <a:gd name="T12" fmla="*/ 24 w 20"/>
                <a:gd name="T13" fmla="*/ 63 h 71"/>
                <a:gd name="T14" fmla="*/ 23 w 20"/>
                <a:gd name="T15" fmla="*/ 0 h 7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0" h="71">
                  <a:moveTo>
                    <a:pt x="0" y="0"/>
                  </a:moveTo>
                  <a:cubicBezTo>
                    <a:pt x="7" y="15"/>
                    <a:pt x="5" y="28"/>
                    <a:pt x="5" y="44"/>
                  </a:cubicBezTo>
                  <a:cubicBezTo>
                    <a:pt x="7" y="41"/>
                    <a:pt x="8" y="32"/>
                    <a:pt x="10" y="27"/>
                  </a:cubicBezTo>
                  <a:cubicBezTo>
                    <a:pt x="11" y="40"/>
                    <a:pt x="6" y="61"/>
                    <a:pt x="14" y="71"/>
                  </a:cubicBezTo>
                  <a:cubicBezTo>
                    <a:pt x="14" y="66"/>
                    <a:pt x="14" y="59"/>
                    <a:pt x="15" y="55"/>
                  </a:cubicBezTo>
                  <a:cubicBezTo>
                    <a:pt x="17" y="60"/>
                    <a:pt x="16" y="65"/>
                    <a:pt x="19" y="70"/>
                  </a:cubicBezTo>
                  <a:cubicBezTo>
                    <a:pt x="20" y="59"/>
                    <a:pt x="17" y="49"/>
                    <a:pt x="16" y="39"/>
                  </a:cubicBezTo>
                  <a:cubicBezTo>
                    <a:pt x="15" y="26"/>
                    <a:pt x="15" y="13"/>
                    <a:pt x="15" y="0"/>
                  </a:cubicBezTo>
                </a:path>
              </a:pathLst>
            </a:custGeom>
            <a:solidFill>
              <a:srgbClr val="66391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339" name="Freeform 448">
              <a:extLst>
                <a:ext uri="{FF2B5EF4-FFF2-40B4-BE49-F238E27FC236}">
                  <a16:creationId xmlns:a16="http://schemas.microsoft.com/office/drawing/2014/main" id="{0604A651-9EAD-4438-8940-459BBA906422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3" y="900"/>
              <a:ext cx="30" cy="78"/>
            </a:xfrm>
            <a:custGeom>
              <a:avLst/>
              <a:gdLst>
                <a:gd name="T0" fmla="*/ 0 w 26"/>
                <a:gd name="T1" fmla="*/ 0 h 68"/>
                <a:gd name="T2" fmla="*/ 18 w 26"/>
                <a:gd name="T3" fmla="*/ 57 h 68"/>
                <a:gd name="T4" fmla="*/ 21 w 26"/>
                <a:gd name="T5" fmla="*/ 33 h 68"/>
                <a:gd name="T6" fmla="*/ 36 w 26"/>
                <a:gd name="T7" fmla="*/ 102 h 68"/>
                <a:gd name="T8" fmla="*/ 38 w 26"/>
                <a:gd name="T9" fmla="*/ 61 h 68"/>
                <a:gd name="T10" fmla="*/ 37 w 26"/>
                <a:gd name="T11" fmla="*/ 8 h 6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6" h="68">
                  <a:moveTo>
                    <a:pt x="0" y="0"/>
                  </a:moveTo>
                  <a:cubicBezTo>
                    <a:pt x="9" y="12"/>
                    <a:pt x="12" y="24"/>
                    <a:pt x="12" y="38"/>
                  </a:cubicBezTo>
                  <a:cubicBezTo>
                    <a:pt x="14" y="34"/>
                    <a:pt x="13" y="27"/>
                    <a:pt x="14" y="22"/>
                  </a:cubicBezTo>
                  <a:cubicBezTo>
                    <a:pt x="20" y="37"/>
                    <a:pt x="19" y="53"/>
                    <a:pt x="23" y="68"/>
                  </a:cubicBezTo>
                  <a:cubicBezTo>
                    <a:pt x="23" y="59"/>
                    <a:pt x="26" y="49"/>
                    <a:pt x="25" y="40"/>
                  </a:cubicBezTo>
                  <a:cubicBezTo>
                    <a:pt x="25" y="28"/>
                    <a:pt x="22" y="17"/>
                    <a:pt x="24" y="5"/>
                  </a:cubicBezTo>
                </a:path>
              </a:pathLst>
            </a:custGeom>
            <a:solidFill>
              <a:srgbClr val="66391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340" name="Freeform 449">
              <a:extLst>
                <a:ext uri="{FF2B5EF4-FFF2-40B4-BE49-F238E27FC236}">
                  <a16:creationId xmlns:a16="http://schemas.microsoft.com/office/drawing/2014/main" id="{EDED3DC8-8BFB-4F0E-B22E-17611CBC3BF9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4" y="1407"/>
              <a:ext cx="46" cy="14"/>
            </a:xfrm>
            <a:custGeom>
              <a:avLst/>
              <a:gdLst>
                <a:gd name="T0" fmla="*/ 0 w 40"/>
                <a:gd name="T1" fmla="*/ 1 h 12"/>
                <a:gd name="T2" fmla="*/ 28 w 40"/>
                <a:gd name="T3" fmla="*/ 19 h 12"/>
                <a:gd name="T4" fmla="*/ 61 w 40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12">
                  <a:moveTo>
                    <a:pt x="0" y="1"/>
                  </a:moveTo>
                  <a:cubicBezTo>
                    <a:pt x="6" y="6"/>
                    <a:pt x="10" y="12"/>
                    <a:pt x="18" y="12"/>
                  </a:cubicBezTo>
                  <a:cubicBezTo>
                    <a:pt x="26" y="12"/>
                    <a:pt x="36" y="7"/>
                    <a:pt x="40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341" name="Freeform 450">
              <a:extLst>
                <a:ext uri="{FF2B5EF4-FFF2-40B4-BE49-F238E27FC236}">
                  <a16:creationId xmlns:a16="http://schemas.microsoft.com/office/drawing/2014/main" id="{74733AF3-6250-40A6-8DF6-C000238FE442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7" y="1368"/>
              <a:ext cx="147" cy="29"/>
            </a:xfrm>
            <a:custGeom>
              <a:avLst/>
              <a:gdLst>
                <a:gd name="T0" fmla="*/ 0 w 127"/>
                <a:gd name="T1" fmla="*/ 39 h 25"/>
                <a:gd name="T2" fmla="*/ 127 w 127"/>
                <a:gd name="T3" fmla="*/ 9 h 25"/>
                <a:gd name="T4" fmla="*/ 177 w 127"/>
                <a:gd name="T5" fmla="*/ 7 h 25"/>
                <a:gd name="T6" fmla="*/ 193 w 127"/>
                <a:gd name="T7" fmla="*/ 1 h 25"/>
                <a:gd name="T8" fmla="*/ 196 w 127"/>
                <a:gd name="T9" fmla="*/ 1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7" h="25">
                  <a:moveTo>
                    <a:pt x="0" y="25"/>
                  </a:moveTo>
                  <a:cubicBezTo>
                    <a:pt x="26" y="14"/>
                    <a:pt x="54" y="8"/>
                    <a:pt x="82" y="6"/>
                  </a:cubicBezTo>
                  <a:cubicBezTo>
                    <a:pt x="93" y="6"/>
                    <a:pt x="103" y="6"/>
                    <a:pt x="114" y="4"/>
                  </a:cubicBezTo>
                  <a:cubicBezTo>
                    <a:pt x="117" y="3"/>
                    <a:pt x="120" y="2"/>
                    <a:pt x="124" y="1"/>
                  </a:cubicBezTo>
                  <a:cubicBezTo>
                    <a:pt x="125" y="1"/>
                    <a:pt x="127" y="0"/>
                    <a:pt x="126" y="1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342" name="Freeform 451">
              <a:extLst>
                <a:ext uri="{FF2B5EF4-FFF2-40B4-BE49-F238E27FC236}">
                  <a16:creationId xmlns:a16="http://schemas.microsoft.com/office/drawing/2014/main" id="{C9ED56FB-1ECF-4706-B855-6908038490E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9" y="1360"/>
              <a:ext cx="123" cy="40"/>
            </a:xfrm>
            <a:custGeom>
              <a:avLst/>
              <a:gdLst>
                <a:gd name="T0" fmla="*/ 0 w 106"/>
                <a:gd name="T1" fmla="*/ 0 h 35"/>
                <a:gd name="T2" fmla="*/ 87 w 106"/>
                <a:gd name="T3" fmla="*/ 29 h 35"/>
                <a:gd name="T4" fmla="*/ 139 w 106"/>
                <a:gd name="T5" fmla="*/ 40 h 35"/>
                <a:gd name="T6" fmla="*/ 166 w 106"/>
                <a:gd name="T7" fmla="*/ 51 h 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6" h="35">
                  <a:moveTo>
                    <a:pt x="0" y="0"/>
                  </a:moveTo>
                  <a:cubicBezTo>
                    <a:pt x="19" y="4"/>
                    <a:pt x="37" y="15"/>
                    <a:pt x="56" y="19"/>
                  </a:cubicBezTo>
                  <a:cubicBezTo>
                    <a:pt x="67" y="22"/>
                    <a:pt x="78" y="23"/>
                    <a:pt x="89" y="27"/>
                  </a:cubicBezTo>
                  <a:cubicBezTo>
                    <a:pt x="93" y="28"/>
                    <a:pt x="103" y="35"/>
                    <a:pt x="106" y="34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343" name="Freeform 452">
              <a:extLst>
                <a:ext uri="{FF2B5EF4-FFF2-40B4-BE49-F238E27FC236}">
                  <a16:creationId xmlns:a16="http://schemas.microsoft.com/office/drawing/2014/main" id="{4C7AA0A7-6CB6-4282-B907-91D7A0245AB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6" y="1610"/>
              <a:ext cx="34" cy="40"/>
            </a:xfrm>
            <a:custGeom>
              <a:avLst/>
              <a:gdLst>
                <a:gd name="T0" fmla="*/ 23 w 30"/>
                <a:gd name="T1" fmla="*/ 13 h 35"/>
                <a:gd name="T2" fmla="*/ 16 w 30"/>
                <a:gd name="T3" fmla="*/ 43 h 35"/>
                <a:gd name="T4" fmla="*/ 26 w 30"/>
                <a:gd name="T5" fmla="*/ 13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35">
                  <a:moveTo>
                    <a:pt x="16" y="9"/>
                  </a:moveTo>
                  <a:cubicBezTo>
                    <a:pt x="7" y="0"/>
                    <a:pt x="0" y="24"/>
                    <a:pt x="11" y="29"/>
                  </a:cubicBezTo>
                  <a:cubicBezTo>
                    <a:pt x="25" y="35"/>
                    <a:pt x="30" y="15"/>
                    <a:pt x="18" y="9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344" name="Freeform 453">
              <a:extLst>
                <a:ext uri="{FF2B5EF4-FFF2-40B4-BE49-F238E27FC236}">
                  <a16:creationId xmlns:a16="http://schemas.microsoft.com/office/drawing/2014/main" id="{DDCAE93D-1BAB-4B63-9EEC-84D0D543B6F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6" y="1610"/>
              <a:ext cx="34" cy="40"/>
            </a:xfrm>
            <a:custGeom>
              <a:avLst/>
              <a:gdLst>
                <a:gd name="T0" fmla="*/ 23 w 30"/>
                <a:gd name="T1" fmla="*/ 13 h 35"/>
                <a:gd name="T2" fmla="*/ 16 w 30"/>
                <a:gd name="T3" fmla="*/ 43 h 35"/>
                <a:gd name="T4" fmla="*/ 26 w 30"/>
                <a:gd name="T5" fmla="*/ 13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35">
                  <a:moveTo>
                    <a:pt x="16" y="9"/>
                  </a:moveTo>
                  <a:cubicBezTo>
                    <a:pt x="7" y="0"/>
                    <a:pt x="0" y="24"/>
                    <a:pt x="11" y="29"/>
                  </a:cubicBezTo>
                  <a:cubicBezTo>
                    <a:pt x="24" y="35"/>
                    <a:pt x="30" y="15"/>
                    <a:pt x="18" y="9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345" name="Freeform 454">
              <a:extLst>
                <a:ext uri="{FF2B5EF4-FFF2-40B4-BE49-F238E27FC236}">
                  <a16:creationId xmlns:a16="http://schemas.microsoft.com/office/drawing/2014/main" id="{DCA3F1A6-692B-4D34-8EDF-1ED58430411D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8" y="1618"/>
              <a:ext cx="39" cy="37"/>
            </a:xfrm>
            <a:custGeom>
              <a:avLst/>
              <a:gdLst>
                <a:gd name="T0" fmla="*/ 35 w 33"/>
                <a:gd name="T1" fmla="*/ 8 h 32"/>
                <a:gd name="T2" fmla="*/ 18 w 33"/>
                <a:gd name="T3" fmla="*/ 40 h 32"/>
                <a:gd name="T4" fmla="*/ 37 w 33"/>
                <a:gd name="T5" fmla="*/ 12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32">
                  <a:moveTo>
                    <a:pt x="21" y="5"/>
                  </a:moveTo>
                  <a:cubicBezTo>
                    <a:pt x="11" y="0"/>
                    <a:pt x="0" y="21"/>
                    <a:pt x="11" y="26"/>
                  </a:cubicBezTo>
                  <a:cubicBezTo>
                    <a:pt x="25" y="32"/>
                    <a:pt x="33" y="7"/>
                    <a:pt x="22" y="8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346" name="Freeform 455">
              <a:extLst>
                <a:ext uri="{FF2B5EF4-FFF2-40B4-BE49-F238E27FC236}">
                  <a16:creationId xmlns:a16="http://schemas.microsoft.com/office/drawing/2014/main" id="{C89382B7-5F79-4C9E-B779-D846FC345B94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8" y="1618"/>
              <a:ext cx="39" cy="37"/>
            </a:xfrm>
            <a:custGeom>
              <a:avLst/>
              <a:gdLst>
                <a:gd name="T0" fmla="*/ 35 w 33"/>
                <a:gd name="T1" fmla="*/ 8 h 32"/>
                <a:gd name="T2" fmla="*/ 18 w 33"/>
                <a:gd name="T3" fmla="*/ 40 h 32"/>
                <a:gd name="T4" fmla="*/ 37 w 33"/>
                <a:gd name="T5" fmla="*/ 12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32">
                  <a:moveTo>
                    <a:pt x="21" y="5"/>
                  </a:moveTo>
                  <a:cubicBezTo>
                    <a:pt x="11" y="0"/>
                    <a:pt x="0" y="21"/>
                    <a:pt x="11" y="26"/>
                  </a:cubicBezTo>
                  <a:cubicBezTo>
                    <a:pt x="25" y="32"/>
                    <a:pt x="33" y="7"/>
                    <a:pt x="22" y="8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347" name="Freeform 456">
              <a:extLst>
                <a:ext uri="{FF2B5EF4-FFF2-40B4-BE49-F238E27FC236}">
                  <a16:creationId xmlns:a16="http://schemas.microsoft.com/office/drawing/2014/main" id="{BC78129F-3EB5-45ED-981F-6741C77D024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9" y="1657"/>
              <a:ext cx="65" cy="32"/>
            </a:xfrm>
            <a:custGeom>
              <a:avLst/>
              <a:gdLst>
                <a:gd name="T0" fmla="*/ 87 w 56"/>
                <a:gd name="T1" fmla="*/ 24 h 27"/>
                <a:gd name="T2" fmla="*/ 0 w 56"/>
                <a:gd name="T3" fmla="*/ 0 h 27"/>
                <a:gd name="T4" fmla="*/ 87 w 56"/>
                <a:gd name="T5" fmla="*/ 24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6" h="27">
                  <a:moveTo>
                    <a:pt x="56" y="14"/>
                  </a:moveTo>
                  <a:cubicBezTo>
                    <a:pt x="39" y="14"/>
                    <a:pt x="12" y="15"/>
                    <a:pt x="0" y="0"/>
                  </a:cubicBezTo>
                  <a:cubicBezTo>
                    <a:pt x="0" y="0"/>
                    <a:pt x="15" y="27"/>
                    <a:pt x="56" y="14"/>
                  </a:cubicBezTo>
                  <a:close/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348" name="Freeform 457">
              <a:extLst>
                <a:ext uri="{FF2B5EF4-FFF2-40B4-BE49-F238E27FC236}">
                  <a16:creationId xmlns:a16="http://schemas.microsoft.com/office/drawing/2014/main" id="{5F798918-EE17-4C5F-83C6-6D0CBF2B9221}"/>
                </a:ext>
              </a:extLst>
            </p:cNvPr>
            <p:cNvSpPr>
              <a:spLocks/>
            </p:cNvSpPr>
            <p:nvPr/>
          </p:nvSpPr>
          <p:spPr bwMode="auto">
            <a:xfrm>
              <a:off x="5188" y="1540"/>
              <a:ext cx="5" cy="156"/>
            </a:xfrm>
            <a:custGeom>
              <a:avLst/>
              <a:gdLst>
                <a:gd name="T0" fmla="*/ 3 w 5"/>
                <a:gd name="T1" fmla="*/ 212 h 134"/>
                <a:gd name="T2" fmla="*/ 3 w 5"/>
                <a:gd name="T3" fmla="*/ 77 h 134"/>
                <a:gd name="T4" fmla="*/ 1 w 5"/>
                <a:gd name="T5" fmla="*/ 0 h 1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134">
                  <a:moveTo>
                    <a:pt x="3" y="134"/>
                  </a:moveTo>
                  <a:cubicBezTo>
                    <a:pt x="4" y="106"/>
                    <a:pt x="1" y="68"/>
                    <a:pt x="3" y="49"/>
                  </a:cubicBezTo>
                  <a:cubicBezTo>
                    <a:pt x="5" y="33"/>
                    <a:pt x="0" y="15"/>
                    <a:pt x="1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349" name="Freeform 458">
              <a:extLst>
                <a:ext uri="{FF2B5EF4-FFF2-40B4-BE49-F238E27FC236}">
                  <a16:creationId xmlns:a16="http://schemas.microsoft.com/office/drawing/2014/main" id="{1E174C32-0633-4B26-AEA1-D78CAA1A548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7" y="1537"/>
              <a:ext cx="6" cy="183"/>
            </a:xfrm>
            <a:custGeom>
              <a:avLst/>
              <a:gdLst>
                <a:gd name="T0" fmla="*/ 8 w 5"/>
                <a:gd name="T1" fmla="*/ 246 h 158"/>
                <a:gd name="T2" fmla="*/ 2 w 5"/>
                <a:gd name="T3" fmla="*/ 0 h 15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58">
                  <a:moveTo>
                    <a:pt x="5" y="158"/>
                  </a:moveTo>
                  <a:cubicBezTo>
                    <a:pt x="5" y="127"/>
                    <a:pt x="0" y="35"/>
                    <a:pt x="2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350" name="Freeform 459">
              <a:extLst>
                <a:ext uri="{FF2B5EF4-FFF2-40B4-BE49-F238E27FC236}">
                  <a16:creationId xmlns:a16="http://schemas.microsoft.com/office/drawing/2014/main" id="{4B7C7FF7-F6CF-4D58-8343-25A9C0791E7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6" y="1847"/>
              <a:ext cx="29" cy="181"/>
            </a:xfrm>
            <a:custGeom>
              <a:avLst/>
              <a:gdLst>
                <a:gd name="T0" fmla="*/ 36 w 25"/>
                <a:gd name="T1" fmla="*/ 0 h 156"/>
                <a:gd name="T2" fmla="*/ 36 w 25"/>
                <a:gd name="T3" fmla="*/ 244 h 15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156">
                  <a:moveTo>
                    <a:pt x="23" y="0"/>
                  </a:moveTo>
                  <a:cubicBezTo>
                    <a:pt x="0" y="47"/>
                    <a:pt x="25" y="106"/>
                    <a:pt x="23" y="156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351" name="Freeform 460">
              <a:extLst>
                <a:ext uri="{FF2B5EF4-FFF2-40B4-BE49-F238E27FC236}">
                  <a16:creationId xmlns:a16="http://schemas.microsoft.com/office/drawing/2014/main" id="{AF7A91D6-363C-4A16-9AE6-427EA88BE1EC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4" y="1829"/>
              <a:ext cx="12" cy="143"/>
            </a:xfrm>
            <a:custGeom>
              <a:avLst/>
              <a:gdLst>
                <a:gd name="T0" fmla="*/ 0 w 10"/>
                <a:gd name="T1" fmla="*/ 0 h 124"/>
                <a:gd name="T2" fmla="*/ 6 w 10"/>
                <a:gd name="T3" fmla="*/ 31 h 124"/>
                <a:gd name="T4" fmla="*/ 14 w 10"/>
                <a:gd name="T5" fmla="*/ 96 h 124"/>
                <a:gd name="T6" fmla="*/ 16 w 10"/>
                <a:gd name="T7" fmla="*/ 190 h 1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24">
                  <a:moveTo>
                    <a:pt x="0" y="0"/>
                  </a:moveTo>
                  <a:cubicBezTo>
                    <a:pt x="2" y="8"/>
                    <a:pt x="2" y="15"/>
                    <a:pt x="3" y="20"/>
                  </a:cubicBezTo>
                  <a:cubicBezTo>
                    <a:pt x="6" y="34"/>
                    <a:pt x="7" y="48"/>
                    <a:pt x="8" y="62"/>
                  </a:cubicBezTo>
                  <a:cubicBezTo>
                    <a:pt x="10" y="83"/>
                    <a:pt x="9" y="103"/>
                    <a:pt x="9" y="124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352" name="Freeform 461">
              <a:extLst>
                <a:ext uri="{FF2B5EF4-FFF2-40B4-BE49-F238E27FC236}">
                  <a16:creationId xmlns:a16="http://schemas.microsoft.com/office/drawing/2014/main" id="{9A0F4136-F170-440F-89ED-6D766A22BAD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3" y="2063"/>
              <a:ext cx="12" cy="43"/>
            </a:xfrm>
            <a:custGeom>
              <a:avLst/>
              <a:gdLst>
                <a:gd name="T0" fmla="*/ 17 w 10"/>
                <a:gd name="T1" fmla="*/ 0 h 37"/>
                <a:gd name="T2" fmla="*/ 0 w 10"/>
                <a:gd name="T3" fmla="*/ 58 h 3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37">
                  <a:moveTo>
                    <a:pt x="10" y="0"/>
                  </a:moveTo>
                  <a:cubicBezTo>
                    <a:pt x="7" y="12"/>
                    <a:pt x="7" y="26"/>
                    <a:pt x="0" y="37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353" name="Freeform 462">
              <a:extLst>
                <a:ext uri="{FF2B5EF4-FFF2-40B4-BE49-F238E27FC236}">
                  <a16:creationId xmlns:a16="http://schemas.microsoft.com/office/drawing/2014/main" id="{3F32DCD3-3EEB-4695-B874-3DD0CA7F58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7" y="2038"/>
              <a:ext cx="35" cy="43"/>
            </a:xfrm>
            <a:custGeom>
              <a:avLst/>
              <a:gdLst>
                <a:gd name="T0" fmla="*/ 47 w 30"/>
                <a:gd name="T1" fmla="*/ 23 h 37"/>
                <a:gd name="T2" fmla="*/ 30 w 30"/>
                <a:gd name="T3" fmla="*/ 58 h 37"/>
                <a:gd name="T4" fmla="*/ 34 w 30"/>
                <a:gd name="T5" fmla="*/ 40 h 37"/>
                <a:gd name="T6" fmla="*/ 43 w 30"/>
                <a:gd name="T7" fmla="*/ 27 h 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" h="37">
                  <a:moveTo>
                    <a:pt x="29" y="15"/>
                  </a:moveTo>
                  <a:cubicBezTo>
                    <a:pt x="22" y="0"/>
                    <a:pt x="0" y="26"/>
                    <a:pt x="19" y="37"/>
                  </a:cubicBezTo>
                  <a:cubicBezTo>
                    <a:pt x="21" y="33"/>
                    <a:pt x="19" y="29"/>
                    <a:pt x="21" y="25"/>
                  </a:cubicBezTo>
                  <a:cubicBezTo>
                    <a:pt x="23" y="22"/>
                    <a:pt x="30" y="24"/>
                    <a:pt x="27" y="17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354" name="Freeform 463">
              <a:extLst>
                <a:ext uri="{FF2B5EF4-FFF2-40B4-BE49-F238E27FC236}">
                  <a16:creationId xmlns:a16="http://schemas.microsoft.com/office/drawing/2014/main" id="{82633199-D192-4DB2-9EE6-CE0C70DDE01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1" y="2414"/>
              <a:ext cx="9" cy="32"/>
            </a:xfrm>
            <a:custGeom>
              <a:avLst/>
              <a:gdLst>
                <a:gd name="T0" fmla="*/ 8 w 8"/>
                <a:gd name="T1" fmla="*/ 42 h 28"/>
                <a:gd name="T2" fmla="*/ 8 w 8"/>
                <a:gd name="T3" fmla="*/ 21 h 28"/>
                <a:gd name="T4" fmla="*/ 0 w 8"/>
                <a:gd name="T5" fmla="*/ 0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28">
                  <a:moveTo>
                    <a:pt x="5" y="28"/>
                  </a:moveTo>
                  <a:cubicBezTo>
                    <a:pt x="8" y="19"/>
                    <a:pt x="5" y="19"/>
                    <a:pt x="5" y="14"/>
                  </a:cubicBezTo>
                  <a:cubicBezTo>
                    <a:pt x="5" y="8"/>
                    <a:pt x="3" y="5"/>
                    <a:pt x="0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355" name="Freeform 464">
              <a:extLst>
                <a:ext uri="{FF2B5EF4-FFF2-40B4-BE49-F238E27FC236}">
                  <a16:creationId xmlns:a16="http://schemas.microsoft.com/office/drawing/2014/main" id="{22FACF1C-ED0F-4C40-9302-3E1183B4BFE3}"/>
                </a:ext>
              </a:extLst>
            </p:cNvPr>
            <p:cNvSpPr>
              <a:spLocks/>
            </p:cNvSpPr>
            <p:nvPr/>
          </p:nvSpPr>
          <p:spPr bwMode="auto">
            <a:xfrm>
              <a:off x="5256" y="2482"/>
              <a:ext cx="33" cy="128"/>
            </a:xfrm>
            <a:custGeom>
              <a:avLst/>
              <a:gdLst>
                <a:gd name="T0" fmla="*/ 1 w 28"/>
                <a:gd name="T1" fmla="*/ 173 h 110"/>
                <a:gd name="T2" fmla="*/ 38 w 28"/>
                <a:gd name="T3" fmla="*/ 83 h 110"/>
                <a:gd name="T4" fmla="*/ 45 w 28"/>
                <a:gd name="T5" fmla="*/ 0 h 1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110">
                  <a:moveTo>
                    <a:pt x="1" y="110"/>
                  </a:moveTo>
                  <a:cubicBezTo>
                    <a:pt x="0" y="90"/>
                    <a:pt x="17" y="70"/>
                    <a:pt x="23" y="52"/>
                  </a:cubicBezTo>
                  <a:cubicBezTo>
                    <a:pt x="28" y="36"/>
                    <a:pt x="27" y="17"/>
                    <a:pt x="27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356" name="Freeform 465">
              <a:extLst>
                <a:ext uri="{FF2B5EF4-FFF2-40B4-BE49-F238E27FC236}">
                  <a16:creationId xmlns:a16="http://schemas.microsoft.com/office/drawing/2014/main" id="{AB46D429-3E80-42F2-B360-FDD131A0FAE6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7" y="2486"/>
              <a:ext cx="6" cy="7"/>
            </a:xfrm>
            <a:custGeom>
              <a:avLst/>
              <a:gdLst>
                <a:gd name="T0" fmla="*/ 0 w 5"/>
                <a:gd name="T1" fmla="*/ 9 h 6"/>
                <a:gd name="T2" fmla="*/ 8 w 5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6">
                  <a:moveTo>
                    <a:pt x="0" y="6"/>
                  </a:moveTo>
                  <a:cubicBezTo>
                    <a:pt x="1" y="4"/>
                    <a:pt x="3" y="1"/>
                    <a:pt x="5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357" name="Freeform 466">
              <a:extLst>
                <a:ext uri="{FF2B5EF4-FFF2-40B4-BE49-F238E27FC236}">
                  <a16:creationId xmlns:a16="http://schemas.microsoft.com/office/drawing/2014/main" id="{A491D0C8-DB99-4EAD-ADA8-5A0AB4116774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2508"/>
              <a:ext cx="24" cy="74"/>
            </a:xfrm>
            <a:custGeom>
              <a:avLst/>
              <a:gdLst>
                <a:gd name="T0" fmla="*/ 0 w 20"/>
                <a:gd name="T1" fmla="*/ 99 h 64"/>
                <a:gd name="T2" fmla="*/ 17 w 20"/>
                <a:gd name="T3" fmla="*/ 42 h 64"/>
                <a:gd name="T4" fmla="*/ 35 w 20"/>
                <a:gd name="T5" fmla="*/ 0 h 6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64">
                  <a:moveTo>
                    <a:pt x="0" y="64"/>
                  </a:moveTo>
                  <a:cubicBezTo>
                    <a:pt x="3" y="52"/>
                    <a:pt x="7" y="40"/>
                    <a:pt x="10" y="27"/>
                  </a:cubicBezTo>
                  <a:cubicBezTo>
                    <a:pt x="13" y="18"/>
                    <a:pt x="18" y="9"/>
                    <a:pt x="20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358" name="Freeform 467">
              <a:extLst>
                <a:ext uri="{FF2B5EF4-FFF2-40B4-BE49-F238E27FC236}">
                  <a16:creationId xmlns:a16="http://schemas.microsoft.com/office/drawing/2014/main" id="{256BE64C-A2D9-4949-9F2D-3B790822294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27" y="2444"/>
              <a:ext cx="3" cy="20"/>
            </a:xfrm>
            <a:custGeom>
              <a:avLst/>
              <a:gdLst>
                <a:gd name="T0" fmla="*/ 3 w 3"/>
                <a:gd name="T1" fmla="*/ 28 h 17"/>
                <a:gd name="T2" fmla="*/ 0 w 3"/>
                <a:gd name="T3" fmla="*/ 0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7">
                  <a:moveTo>
                    <a:pt x="3" y="17"/>
                  </a:moveTo>
                  <a:cubicBezTo>
                    <a:pt x="3" y="11"/>
                    <a:pt x="0" y="6"/>
                    <a:pt x="0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359" name="Freeform 468">
              <a:extLst>
                <a:ext uri="{FF2B5EF4-FFF2-40B4-BE49-F238E27FC236}">
                  <a16:creationId xmlns:a16="http://schemas.microsoft.com/office/drawing/2014/main" id="{51239862-EDFF-43A9-9D66-CD5E8AD7F6A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0" y="1205"/>
              <a:ext cx="968" cy="2862"/>
            </a:xfrm>
            <a:custGeom>
              <a:avLst/>
              <a:gdLst>
                <a:gd name="T0" fmla="*/ 507 w 833"/>
                <a:gd name="T1" fmla="*/ 137 h 2470"/>
                <a:gd name="T2" fmla="*/ 135 w 833"/>
                <a:gd name="T3" fmla="*/ 429 h 2470"/>
                <a:gd name="T4" fmla="*/ 30 w 833"/>
                <a:gd name="T5" fmla="*/ 1411 h 2470"/>
                <a:gd name="T6" fmla="*/ 14 w 833"/>
                <a:gd name="T7" fmla="*/ 1759 h 2470"/>
                <a:gd name="T8" fmla="*/ 162 w 833"/>
                <a:gd name="T9" fmla="*/ 1846 h 2470"/>
                <a:gd name="T10" fmla="*/ 186 w 833"/>
                <a:gd name="T11" fmla="*/ 1819 h 2470"/>
                <a:gd name="T12" fmla="*/ 144 w 833"/>
                <a:gd name="T13" fmla="*/ 1703 h 2470"/>
                <a:gd name="T14" fmla="*/ 224 w 833"/>
                <a:gd name="T15" fmla="*/ 1772 h 2470"/>
                <a:gd name="T16" fmla="*/ 234 w 833"/>
                <a:gd name="T17" fmla="*/ 1584 h 2470"/>
                <a:gd name="T18" fmla="*/ 167 w 833"/>
                <a:gd name="T19" fmla="*/ 1373 h 2470"/>
                <a:gd name="T20" fmla="*/ 220 w 833"/>
                <a:gd name="T21" fmla="*/ 891 h 2470"/>
                <a:gd name="T22" fmla="*/ 285 w 833"/>
                <a:gd name="T23" fmla="*/ 684 h 2470"/>
                <a:gd name="T24" fmla="*/ 297 w 833"/>
                <a:gd name="T25" fmla="*/ 1213 h 2470"/>
                <a:gd name="T26" fmla="*/ 272 w 833"/>
                <a:gd name="T27" fmla="*/ 1533 h 2470"/>
                <a:gd name="T28" fmla="*/ 261 w 833"/>
                <a:gd name="T29" fmla="*/ 2085 h 2470"/>
                <a:gd name="T30" fmla="*/ 322 w 833"/>
                <a:gd name="T31" fmla="*/ 2664 h 2470"/>
                <a:gd name="T32" fmla="*/ 377 w 833"/>
                <a:gd name="T33" fmla="*/ 3497 h 2470"/>
                <a:gd name="T34" fmla="*/ 284 w 833"/>
                <a:gd name="T35" fmla="*/ 3679 h 2470"/>
                <a:gd name="T36" fmla="*/ 291 w 833"/>
                <a:gd name="T37" fmla="*/ 3787 h 2470"/>
                <a:gd name="T38" fmla="*/ 374 w 833"/>
                <a:gd name="T39" fmla="*/ 3806 h 2470"/>
                <a:gd name="T40" fmla="*/ 472 w 833"/>
                <a:gd name="T41" fmla="*/ 3784 h 2470"/>
                <a:gd name="T42" fmla="*/ 526 w 833"/>
                <a:gd name="T43" fmla="*/ 3692 h 2470"/>
                <a:gd name="T44" fmla="*/ 564 w 833"/>
                <a:gd name="T45" fmla="*/ 3538 h 2470"/>
                <a:gd name="T46" fmla="*/ 560 w 833"/>
                <a:gd name="T47" fmla="*/ 3233 h 2470"/>
                <a:gd name="T48" fmla="*/ 585 w 833"/>
                <a:gd name="T49" fmla="*/ 2482 h 2470"/>
                <a:gd name="T50" fmla="*/ 600 w 833"/>
                <a:gd name="T51" fmla="*/ 2049 h 2470"/>
                <a:gd name="T52" fmla="*/ 630 w 833"/>
                <a:gd name="T53" fmla="*/ 1817 h 2470"/>
                <a:gd name="T54" fmla="*/ 652 w 833"/>
                <a:gd name="T55" fmla="*/ 1816 h 2470"/>
                <a:gd name="T56" fmla="*/ 682 w 833"/>
                <a:gd name="T57" fmla="*/ 2049 h 2470"/>
                <a:gd name="T58" fmla="*/ 697 w 833"/>
                <a:gd name="T59" fmla="*/ 2482 h 2470"/>
                <a:gd name="T60" fmla="*/ 724 w 833"/>
                <a:gd name="T61" fmla="*/ 3233 h 2470"/>
                <a:gd name="T62" fmla="*/ 719 w 833"/>
                <a:gd name="T63" fmla="*/ 3538 h 2470"/>
                <a:gd name="T64" fmla="*/ 757 w 833"/>
                <a:gd name="T65" fmla="*/ 3692 h 2470"/>
                <a:gd name="T66" fmla="*/ 813 w 833"/>
                <a:gd name="T67" fmla="*/ 3784 h 2470"/>
                <a:gd name="T68" fmla="*/ 910 w 833"/>
                <a:gd name="T69" fmla="*/ 3806 h 2470"/>
                <a:gd name="T70" fmla="*/ 994 w 833"/>
                <a:gd name="T71" fmla="*/ 3787 h 2470"/>
                <a:gd name="T72" fmla="*/ 999 w 833"/>
                <a:gd name="T73" fmla="*/ 3679 h 2470"/>
                <a:gd name="T74" fmla="*/ 906 w 833"/>
                <a:gd name="T75" fmla="*/ 3497 h 2470"/>
                <a:gd name="T76" fmla="*/ 960 w 833"/>
                <a:gd name="T77" fmla="*/ 2664 h 2470"/>
                <a:gd name="T78" fmla="*/ 1023 w 833"/>
                <a:gd name="T79" fmla="*/ 2085 h 2470"/>
                <a:gd name="T80" fmla="*/ 1042 w 833"/>
                <a:gd name="T81" fmla="*/ 1520 h 2470"/>
                <a:gd name="T82" fmla="*/ 1014 w 833"/>
                <a:gd name="T83" fmla="*/ 1368 h 2470"/>
                <a:gd name="T84" fmla="*/ 1055 w 833"/>
                <a:gd name="T85" fmla="*/ 655 h 2470"/>
                <a:gd name="T86" fmla="*/ 1123 w 833"/>
                <a:gd name="T87" fmla="*/ 1037 h 2470"/>
                <a:gd name="T88" fmla="*/ 1107 w 833"/>
                <a:gd name="T89" fmla="*/ 1555 h 2470"/>
                <a:gd name="T90" fmla="*/ 1066 w 833"/>
                <a:gd name="T91" fmla="*/ 1768 h 2470"/>
                <a:gd name="T92" fmla="*/ 1110 w 833"/>
                <a:gd name="T93" fmla="*/ 1687 h 2470"/>
                <a:gd name="T94" fmla="*/ 1124 w 833"/>
                <a:gd name="T95" fmla="*/ 1834 h 2470"/>
                <a:gd name="T96" fmla="*/ 1147 w 833"/>
                <a:gd name="T97" fmla="*/ 1889 h 2470"/>
                <a:gd name="T98" fmla="*/ 1260 w 833"/>
                <a:gd name="T99" fmla="*/ 1802 h 2470"/>
                <a:gd name="T100" fmla="*/ 1272 w 833"/>
                <a:gd name="T101" fmla="*/ 1380 h 2470"/>
                <a:gd name="T102" fmla="*/ 1236 w 833"/>
                <a:gd name="T103" fmla="*/ 459 h 2470"/>
                <a:gd name="T104" fmla="*/ 887 w 833"/>
                <a:gd name="T105" fmla="*/ 160 h 2470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833" h="2470">
                  <a:moveTo>
                    <a:pt x="333" y="6"/>
                  </a:moveTo>
                  <a:cubicBezTo>
                    <a:pt x="335" y="31"/>
                    <a:pt x="338" y="72"/>
                    <a:pt x="323" y="88"/>
                  </a:cubicBezTo>
                  <a:cubicBezTo>
                    <a:pt x="302" y="112"/>
                    <a:pt x="238" y="120"/>
                    <a:pt x="208" y="127"/>
                  </a:cubicBezTo>
                  <a:cubicBezTo>
                    <a:pt x="179" y="134"/>
                    <a:pt x="98" y="130"/>
                    <a:pt x="86" y="275"/>
                  </a:cubicBezTo>
                  <a:cubicBezTo>
                    <a:pt x="74" y="420"/>
                    <a:pt x="16" y="520"/>
                    <a:pt x="8" y="626"/>
                  </a:cubicBezTo>
                  <a:cubicBezTo>
                    <a:pt x="0" y="731"/>
                    <a:pt x="16" y="872"/>
                    <a:pt x="19" y="907"/>
                  </a:cubicBezTo>
                  <a:cubicBezTo>
                    <a:pt x="22" y="942"/>
                    <a:pt x="24" y="1016"/>
                    <a:pt x="12" y="1050"/>
                  </a:cubicBezTo>
                  <a:cubicBezTo>
                    <a:pt x="0" y="1083"/>
                    <a:pt x="9" y="1131"/>
                    <a:pt x="9" y="1131"/>
                  </a:cubicBezTo>
                  <a:cubicBezTo>
                    <a:pt x="9" y="1131"/>
                    <a:pt x="35" y="1161"/>
                    <a:pt x="49" y="1161"/>
                  </a:cubicBezTo>
                  <a:cubicBezTo>
                    <a:pt x="49" y="1161"/>
                    <a:pt x="84" y="1188"/>
                    <a:pt x="103" y="1187"/>
                  </a:cubicBezTo>
                  <a:cubicBezTo>
                    <a:pt x="108" y="1187"/>
                    <a:pt x="107" y="1177"/>
                    <a:pt x="107" y="1177"/>
                  </a:cubicBezTo>
                  <a:cubicBezTo>
                    <a:pt x="107" y="1177"/>
                    <a:pt x="119" y="1179"/>
                    <a:pt x="119" y="1169"/>
                  </a:cubicBezTo>
                  <a:cubicBezTo>
                    <a:pt x="119" y="1159"/>
                    <a:pt x="95" y="1149"/>
                    <a:pt x="95" y="1149"/>
                  </a:cubicBezTo>
                  <a:cubicBezTo>
                    <a:pt x="95" y="1149"/>
                    <a:pt x="93" y="1097"/>
                    <a:pt x="92" y="1095"/>
                  </a:cubicBezTo>
                  <a:cubicBezTo>
                    <a:pt x="92" y="1093"/>
                    <a:pt x="109" y="1069"/>
                    <a:pt x="109" y="1069"/>
                  </a:cubicBezTo>
                  <a:cubicBezTo>
                    <a:pt x="109" y="1069"/>
                    <a:pt x="102" y="1133"/>
                    <a:pt x="143" y="1139"/>
                  </a:cubicBezTo>
                  <a:cubicBezTo>
                    <a:pt x="143" y="1139"/>
                    <a:pt x="146" y="1100"/>
                    <a:pt x="148" y="1093"/>
                  </a:cubicBezTo>
                  <a:cubicBezTo>
                    <a:pt x="150" y="1087"/>
                    <a:pt x="149" y="1018"/>
                    <a:pt x="149" y="1018"/>
                  </a:cubicBezTo>
                  <a:cubicBezTo>
                    <a:pt x="149" y="1018"/>
                    <a:pt x="150" y="1001"/>
                    <a:pt x="127" y="972"/>
                  </a:cubicBezTo>
                  <a:cubicBezTo>
                    <a:pt x="105" y="943"/>
                    <a:pt x="109" y="907"/>
                    <a:pt x="107" y="883"/>
                  </a:cubicBezTo>
                  <a:cubicBezTo>
                    <a:pt x="105" y="858"/>
                    <a:pt x="125" y="695"/>
                    <a:pt x="131" y="677"/>
                  </a:cubicBezTo>
                  <a:cubicBezTo>
                    <a:pt x="137" y="659"/>
                    <a:pt x="142" y="594"/>
                    <a:pt x="140" y="573"/>
                  </a:cubicBezTo>
                  <a:cubicBezTo>
                    <a:pt x="138" y="552"/>
                    <a:pt x="178" y="446"/>
                    <a:pt x="180" y="441"/>
                  </a:cubicBezTo>
                  <a:cubicBezTo>
                    <a:pt x="182" y="439"/>
                    <a:pt x="182" y="439"/>
                    <a:pt x="182" y="439"/>
                  </a:cubicBezTo>
                  <a:cubicBezTo>
                    <a:pt x="182" y="457"/>
                    <a:pt x="183" y="474"/>
                    <a:pt x="185" y="490"/>
                  </a:cubicBezTo>
                  <a:cubicBezTo>
                    <a:pt x="192" y="545"/>
                    <a:pt x="194" y="738"/>
                    <a:pt x="189" y="780"/>
                  </a:cubicBezTo>
                  <a:cubicBezTo>
                    <a:pt x="184" y="821"/>
                    <a:pt x="195" y="837"/>
                    <a:pt x="174" y="986"/>
                  </a:cubicBezTo>
                  <a:cubicBezTo>
                    <a:pt x="173" y="986"/>
                    <a:pt x="173" y="986"/>
                    <a:pt x="173" y="986"/>
                  </a:cubicBezTo>
                  <a:cubicBezTo>
                    <a:pt x="173" y="986"/>
                    <a:pt x="163" y="1074"/>
                    <a:pt x="158" y="1108"/>
                  </a:cubicBezTo>
                  <a:cubicBezTo>
                    <a:pt x="154" y="1142"/>
                    <a:pt x="144" y="1256"/>
                    <a:pt x="167" y="1340"/>
                  </a:cubicBezTo>
                  <a:cubicBezTo>
                    <a:pt x="190" y="1424"/>
                    <a:pt x="196" y="1475"/>
                    <a:pt x="193" y="1536"/>
                  </a:cubicBezTo>
                  <a:cubicBezTo>
                    <a:pt x="190" y="1597"/>
                    <a:pt x="204" y="1654"/>
                    <a:pt x="205" y="1712"/>
                  </a:cubicBezTo>
                  <a:cubicBezTo>
                    <a:pt x="207" y="1770"/>
                    <a:pt x="215" y="1950"/>
                    <a:pt x="248" y="2071"/>
                  </a:cubicBezTo>
                  <a:cubicBezTo>
                    <a:pt x="282" y="2193"/>
                    <a:pt x="240" y="2248"/>
                    <a:pt x="240" y="2248"/>
                  </a:cubicBezTo>
                  <a:cubicBezTo>
                    <a:pt x="240" y="2248"/>
                    <a:pt x="215" y="2294"/>
                    <a:pt x="206" y="2326"/>
                  </a:cubicBezTo>
                  <a:cubicBezTo>
                    <a:pt x="201" y="2346"/>
                    <a:pt x="186" y="2351"/>
                    <a:pt x="181" y="2365"/>
                  </a:cubicBezTo>
                  <a:cubicBezTo>
                    <a:pt x="176" y="2379"/>
                    <a:pt x="157" y="2390"/>
                    <a:pt x="166" y="2417"/>
                  </a:cubicBezTo>
                  <a:cubicBezTo>
                    <a:pt x="166" y="2417"/>
                    <a:pt x="172" y="2443"/>
                    <a:pt x="185" y="2434"/>
                  </a:cubicBezTo>
                  <a:cubicBezTo>
                    <a:pt x="185" y="2434"/>
                    <a:pt x="196" y="2453"/>
                    <a:pt x="209" y="2445"/>
                  </a:cubicBezTo>
                  <a:cubicBezTo>
                    <a:pt x="209" y="2445"/>
                    <a:pt x="226" y="2464"/>
                    <a:pt x="238" y="2447"/>
                  </a:cubicBezTo>
                  <a:cubicBezTo>
                    <a:pt x="238" y="2447"/>
                    <a:pt x="235" y="2470"/>
                    <a:pt x="267" y="2468"/>
                  </a:cubicBezTo>
                  <a:cubicBezTo>
                    <a:pt x="299" y="2466"/>
                    <a:pt x="301" y="2453"/>
                    <a:pt x="300" y="2433"/>
                  </a:cubicBezTo>
                  <a:cubicBezTo>
                    <a:pt x="300" y="2413"/>
                    <a:pt x="314" y="2411"/>
                    <a:pt x="314" y="2411"/>
                  </a:cubicBezTo>
                  <a:cubicBezTo>
                    <a:pt x="314" y="2411"/>
                    <a:pt x="336" y="2394"/>
                    <a:pt x="336" y="2373"/>
                  </a:cubicBezTo>
                  <a:cubicBezTo>
                    <a:pt x="336" y="2352"/>
                    <a:pt x="351" y="2334"/>
                    <a:pt x="351" y="2334"/>
                  </a:cubicBezTo>
                  <a:cubicBezTo>
                    <a:pt x="351" y="2334"/>
                    <a:pt x="372" y="2325"/>
                    <a:pt x="359" y="2274"/>
                  </a:cubicBezTo>
                  <a:cubicBezTo>
                    <a:pt x="359" y="2274"/>
                    <a:pt x="367" y="2247"/>
                    <a:pt x="360" y="2221"/>
                  </a:cubicBezTo>
                  <a:cubicBezTo>
                    <a:pt x="354" y="2196"/>
                    <a:pt x="356" y="2110"/>
                    <a:pt x="357" y="2078"/>
                  </a:cubicBezTo>
                  <a:cubicBezTo>
                    <a:pt x="358" y="2047"/>
                    <a:pt x="378" y="1872"/>
                    <a:pt x="364" y="1803"/>
                  </a:cubicBezTo>
                  <a:cubicBezTo>
                    <a:pt x="342" y="1689"/>
                    <a:pt x="373" y="1651"/>
                    <a:pt x="373" y="1596"/>
                  </a:cubicBezTo>
                  <a:cubicBezTo>
                    <a:pt x="373" y="1596"/>
                    <a:pt x="377" y="1536"/>
                    <a:pt x="371" y="1486"/>
                  </a:cubicBezTo>
                  <a:cubicBezTo>
                    <a:pt x="365" y="1436"/>
                    <a:pt x="376" y="1380"/>
                    <a:pt x="382" y="1317"/>
                  </a:cubicBezTo>
                  <a:cubicBezTo>
                    <a:pt x="388" y="1254"/>
                    <a:pt x="400" y="1195"/>
                    <a:pt x="401" y="1169"/>
                  </a:cubicBezTo>
                  <a:cubicBezTo>
                    <a:pt x="401" y="1169"/>
                    <a:pt x="401" y="1168"/>
                    <a:pt x="401" y="1168"/>
                  </a:cubicBezTo>
                  <a:cubicBezTo>
                    <a:pt x="404" y="1168"/>
                    <a:pt x="406" y="1168"/>
                    <a:pt x="408" y="1168"/>
                  </a:cubicBezTo>
                  <a:cubicBezTo>
                    <a:pt x="410" y="1168"/>
                    <a:pt x="413" y="1168"/>
                    <a:pt x="416" y="1167"/>
                  </a:cubicBezTo>
                  <a:cubicBezTo>
                    <a:pt x="416" y="1167"/>
                    <a:pt x="416" y="1168"/>
                    <a:pt x="416" y="1169"/>
                  </a:cubicBezTo>
                  <a:cubicBezTo>
                    <a:pt x="417" y="1195"/>
                    <a:pt x="429" y="1254"/>
                    <a:pt x="435" y="1317"/>
                  </a:cubicBezTo>
                  <a:cubicBezTo>
                    <a:pt x="441" y="1380"/>
                    <a:pt x="452" y="1436"/>
                    <a:pt x="446" y="1486"/>
                  </a:cubicBezTo>
                  <a:cubicBezTo>
                    <a:pt x="440" y="1536"/>
                    <a:pt x="444" y="1596"/>
                    <a:pt x="444" y="1596"/>
                  </a:cubicBezTo>
                  <a:cubicBezTo>
                    <a:pt x="444" y="1651"/>
                    <a:pt x="475" y="1689"/>
                    <a:pt x="453" y="1803"/>
                  </a:cubicBezTo>
                  <a:cubicBezTo>
                    <a:pt x="440" y="1872"/>
                    <a:pt x="459" y="2047"/>
                    <a:pt x="461" y="2078"/>
                  </a:cubicBezTo>
                  <a:cubicBezTo>
                    <a:pt x="462" y="2110"/>
                    <a:pt x="464" y="2196"/>
                    <a:pt x="457" y="2221"/>
                  </a:cubicBezTo>
                  <a:cubicBezTo>
                    <a:pt x="451" y="2247"/>
                    <a:pt x="459" y="2274"/>
                    <a:pt x="459" y="2274"/>
                  </a:cubicBezTo>
                  <a:cubicBezTo>
                    <a:pt x="446" y="2325"/>
                    <a:pt x="467" y="2334"/>
                    <a:pt x="467" y="2334"/>
                  </a:cubicBezTo>
                  <a:cubicBezTo>
                    <a:pt x="467" y="2334"/>
                    <a:pt x="482" y="2352"/>
                    <a:pt x="482" y="2373"/>
                  </a:cubicBezTo>
                  <a:cubicBezTo>
                    <a:pt x="482" y="2394"/>
                    <a:pt x="504" y="2411"/>
                    <a:pt x="504" y="2411"/>
                  </a:cubicBezTo>
                  <a:cubicBezTo>
                    <a:pt x="504" y="2411"/>
                    <a:pt x="518" y="2413"/>
                    <a:pt x="518" y="2433"/>
                  </a:cubicBezTo>
                  <a:cubicBezTo>
                    <a:pt x="517" y="2453"/>
                    <a:pt x="519" y="2466"/>
                    <a:pt x="551" y="2468"/>
                  </a:cubicBezTo>
                  <a:cubicBezTo>
                    <a:pt x="583" y="2470"/>
                    <a:pt x="580" y="2447"/>
                    <a:pt x="580" y="2447"/>
                  </a:cubicBezTo>
                  <a:cubicBezTo>
                    <a:pt x="591" y="2464"/>
                    <a:pt x="609" y="2445"/>
                    <a:pt x="609" y="2445"/>
                  </a:cubicBezTo>
                  <a:cubicBezTo>
                    <a:pt x="622" y="2453"/>
                    <a:pt x="633" y="2434"/>
                    <a:pt x="633" y="2434"/>
                  </a:cubicBezTo>
                  <a:cubicBezTo>
                    <a:pt x="646" y="2443"/>
                    <a:pt x="651" y="2417"/>
                    <a:pt x="651" y="2417"/>
                  </a:cubicBezTo>
                  <a:cubicBezTo>
                    <a:pt x="661" y="2390"/>
                    <a:pt x="642" y="2379"/>
                    <a:pt x="637" y="2365"/>
                  </a:cubicBezTo>
                  <a:cubicBezTo>
                    <a:pt x="632" y="2351"/>
                    <a:pt x="617" y="2346"/>
                    <a:pt x="612" y="2326"/>
                  </a:cubicBezTo>
                  <a:cubicBezTo>
                    <a:pt x="603" y="2294"/>
                    <a:pt x="577" y="2248"/>
                    <a:pt x="577" y="2248"/>
                  </a:cubicBezTo>
                  <a:cubicBezTo>
                    <a:pt x="577" y="2248"/>
                    <a:pt x="536" y="2193"/>
                    <a:pt x="570" y="2071"/>
                  </a:cubicBezTo>
                  <a:cubicBezTo>
                    <a:pt x="603" y="1950"/>
                    <a:pt x="611" y="1770"/>
                    <a:pt x="612" y="1712"/>
                  </a:cubicBezTo>
                  <a:cubicBezTo>
                    <a:pt x="614" y="1654"/>
                    <a:pt x="628" y="1597"/>
                    <a:pt x="625" y="1536"/>
                  </a:cubicBezTo>
                  <a:cubicBezTo>
                    <a:pt x="622" y="1475"/>
                    <a:pt x="628" y="1424"/>
                    <a:pt x="651" y="1340"/>
                  </a:cubicBezTo>
                  <a:cubicBezTo>
                    <a:pt x="673" y="1256"/>
                    <a:pt x="665" y="1141"/>
                    <a:pt x="668" y="1107"/>
                  </a:cubicBezTo>
                  <a:cubicBezTo>
                    <a:pt x="672" y="1046"/>
                    <a:pt x="664" y="977"/>
                    <a:pt x="664" y="977"/>
                  </a:cubicBezTo>
                  <a:cubicBezTo>
                    <a:pt x="664" y="978"/>
                    <a:pt x="664" y="978"/>
                    <a:pt x="664" y="978"/>
                  </a:cubicBezTo>
                  <a:cubicBezTo>
                    <a:pt x="661" y="957"/>
                    <a:pt x="654" y="908"/>
                    <a:pt x="646" y="879"/>
                  </a:cubicBezTo>
                  <a:cubicBezTo>
                    <a:pt x="637" y="842"/>
                    <a:pt x="628" y="740"/>
                    <a:pt x="632" y="685"/>
                  </a:cubicBezTo>
                  <a:cubicBezTo>
                    <a:pt x="636" y="633"/>
                    <a:pt x="670" y="509"/>
                    <a:pt x="672" y="421"/>
                  </a:cubicBezTo>
                  <a:cubicBezTo>
                    <a:pt x="676" y="429"/>
                    <a:pt x="676" y="429"/>
                    <a:pt x="676" y="429"/>
                  </a:cubicBezTo>
                  <a:cubicBezTo>
                    <a:pt x="679" y="460"/>
                    <a:pt x="715" y="625"/>
                    <a:pt x="715" y="666"/>
                  </a:cubicBezTo>
                  <a:cubicBezTo>
                    <a:pt x="715" y="707"/>
                    <a:pt x="717" y="883"/>
                    <a:pt x="720" y="912"/>
                  </a:cubicBezTo>
                  <a:cubicBezTo>
                    <a:pt x="724" y="941"/>
                    <a:pt x="725" y="973"/>
                    <a:pt x="706" y="999"/>
                  </a:cubicBezTo>
                  <a:cubicBezTo>
                    <a:pt x="686" y="1025"/>
                    <a:pt x="681" y="1044"/>
                    <a:pt x="679" y="1051"/>
                  </a:cubicBezTo>
                  <a:cubicBezTo>
                    <a:pt x="677" y="1058"/>
                    <a:pt x="679" y="1137"/>
                    <a:pt x="679" y="1137"/>
                  </a:cubicBezTo>
                  <a:cubicBezTo>
                    <a:pt x="684" y="1164"/>
                    <a:pt x="684" y="1164"/>
                    <a:pt x="684" y="1164"/>
                  </a:cubicBezTo>
                  <a:cubicBezTo>
                    <a:pt x="712" y="1155"/>
                    <a:pt x="707" y="1085"/>
                    <a:pt x="707" y="1085"/>
                  </a:cubicBezTo>
                  <a:cubicBezTo>
                    <a:pt x="723" y="1104"/>
                    <a:pt x="721" y="1127"/>
                    <a:pt x="722" y="1138"/>
                  </a:cubicBezTo>
                  <a:cubicBezTo>
                    <a:pt x="723" y="1149"/>
                    <a:pt x="720" y="1176"/>
                    <a:pt x="716" y="1179"/>
                  </a:cubicBezTo>
                  <a:cubicBezTo>
                    <a:pt x="712" y="1182"/>
                    <a:pt x="703" y="1208"/>
                    <a:pt x="710" y="1215"/>
                  </a:cubicBezTo>
                  <a:cubicBezTo>
                    <a:pt x="717" y="1223"/>
                    <a:pt x="731" y="1214"/>
                    <a:pt x="731" y="1214"/>
                  </a:cubicBezTo>
                  <a:cubicBezTo>
                    <a:pt x="744" y="1222"/>
                    <a:pt x="759" y="1199"/>
                    <a:pt x="759" y="1199"/>
                  </a:cubicBezTo>
                  <a:cubicBezTo>
                    <a:pt x="768" y="1201"/>
                    <a:pt x="793" y="1179"/>
                    <a:pt x="803" y="1158"/>
                  </a:cubicBezTo>
                  <a:cubicBezTo>
                    <a:pt x="813" y="1137"/>
                    <a:pt x="820" y="1080"/>
                    <a:pt x="811" y="1037"/>
                  </a:cubicBezTo>
                  <a:cubicBezTo>
                    <a:pt x="803" y="993"/>
                    <a:pt x="803" y="936"/>
                    <a:pt x="811" y="887"/>
                  </a:cubicBezTo>
                  <a:cubicBezTo>
                    <a:pt x="830" y="783"/>
                    <a:pt x="833" y="651"/>
                    <a:pt x="831" y="616"/>
                  </a:cubicBezTo>
                  <a:cubicBezTo>
                    <a:pt x="828" y="581"/>
                    <a:pt x="796" y="423"/>
                    <a:pt x="788" y="295"/>
                  </a:cubicBezTo>
                  <a:cubicBezTo>
                    <a:pt x="781" y="167"/>
                    <a:pt x="705" y="142"/>
                    <a:pt x="690" y="141"/>
                  </a:cubicBezTo>
                  <a:cubicBezTo>
                    <a:pt x="674" y="140"/>
                    <a:pt x="616" y="119"/>
                    <a:pt x="565" y="103"/>
                  </a:cubicBezTo>
                  <a:cubicBezTo>
                    <a:pt x="531" y="93"/>
                    <a:pt x="531" y="32"/>
                    <a:pt x="534" y="0"/>
                  </a:cubicBezTo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360" name="Freeform 469">
              <a:extLst>
                <a:ext uri="{FF2B5EF4-FFF2-40B4-BE49-F238E27FC236}">
                  <a16:creationId xmlns:a16="http://schemas.microsoft.com/office/drawing/2014/main" id="{91AC4A13-5B53-4041-99A8-E1D2C943A845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5" y="2501"/>
              <a:ext cx="35" cy="103"/>
            </a:xfrm>
            <a:custGeom>
              <a:avLst/>
              <a:gdLst>
                <a:gd name="T0" fmla="*/ 1 w 30"/>
                <a:gd name="T1" fmla="*/ 138 h 89"/>
                <a:gd name="T2" fmla="*/ 15 w 30"/>
                <a:gd name="T3" fmla="*/ 105 h 89"/>
                <a:gd name="T4" fmla="*/ 35 w 30"/>
                <a:gd name="T5" fmla="*/ 67 h 89"/>
                <a:gd name="T6" fmla="*/ 48 w 30"/>
                <a:gd name="T7" fmla="*/ 0 h 8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" h="89">
                  <a:moveTo>
                    <a:pt x="1" y="89"/>
                  </a:moveTo>
                  <a:cubicBezTo>
                    <a:pt x="0" y="82"/>
                    <a:pt x="6" y="74"/>
                    <a:pt x="9" y="68"/>
                  </a:cubicBezTo>
                  <a:cubicBezTo>
                    <a:pt x="13" y="60"/>
                    <a:pt x="17" y="52"/>
                    <a:pt x="22" y="43"/>
                  </a:cubicBezTo>
                  <a:cubicBezTo>
                    <a:pt x="29" y="31"/>
                    <a:pt x="26" y="13"/>
                    <a:pt x="30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361" name="Freeform 470">
              <a:extLst>
                <a:ext uri="{FF2B5EF4-FFF2-40B4-BE49-F238E27FC236}">
                  <a16:creationId xmlns:a16="http://schemas.microsoft.com/office/drawing/2014/main" id="{18819358-CD00-4130-B5E7-065E83F68665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9" y="2491"/>
              <a:ext cx="2" cy="11"/>
            </a:xfrm>
            <a:custGeom>
              <a:avLst/>
              <a:gdLst>
                <a:gd name="T0" fmla="*/ 0 w 2"/>
                <a:gd name="T1" fmla="*/ 16 h 9"/>
                <a:gd name="T2" fmla="*/ 2 w 2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9">
                  <a:moveTo>
                    <a:pt x="0" y="9"/>
                  </a:moveTo>
                  <a:cubicBezTo>
                    <a:pt x="0" y="6"/>
                    <a:pt x="1" y="3"/>
                    <a:pt x="2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362" name="Freeform 471">
              <a:extLst>
                <a:ext uri="{FF2B5EF4-FFF2-40B4-BE49-F238E27FC236}">
                  <a16:creationId xmlns:a16="http://schemas.microsoft.com/office/drawing/2014/main" id="{D50F5BE1-1D7D-4ED2-B0F1-DC8D1D0B17B4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0" y="2494"/>
              <a:ext cx="7" cy="8"/>
            </a:xfrm>
            <a:custGeom>
              <a:avLst/>
              <a:gdLst>
                <a:gd name="T0" fmla="*/ 0 w 6"/>
                <a:gd name="T1" fmla="*/ 10 h 7"/>
                <a:gd name="T2" fmla="*/ 9 w 6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7">
                  <a:moveTo>
                    <a:pt x="0" y="7"/>
                  </a:moveTo>
                  <a:cubicBezTo>
                    <a:pt x="1" y="5"/>
                    <a:pt x="4" y="3"/>
                    <a:pt x="6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363" name="Freeform 472">
              <a:extLst>
                <a:ext uri="{FF2B5EF4-FFF2-40B4-BE49-F238E27FC236}">
                  <a16:creationId xmlns:a16="http://schemas.microsoft.com/office/drawing/2014/main" id="{357758F4-8D5C-4999-ACE9-02C83ECCCA9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36" y="2511"/>
              <a:ext cx="8" cy="5"/>
            </a:xfrm>
            <a:custGeom>
              <a:avLst/>
              <a:gdLst>
                <a:gd name="T0" fmla="*/ 0 w 7"/>
                <a:gd name="T1" fmla="*/ 8 h 4"/>
                <a:gd name="T2" fmla="*/ 10 w 7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4">
                  <a:moveTo>
                    <a:pt x="0" y="4"/>
                  </a:moveTo>
                  <a:cubicBezTo>
                    <a:pt x="2" y="2"/>
                    <a:pt x="4" y="1"/>
                    <a:pt x="7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364" name="Freeform 473">
              <a:extLst>
                <a:ext uri="{FF2B5EF4-FFF2-40B4-BE49-F238E27FC236}">
                  <a16:creationId xmlns:a16="http://schemas.microsoft.com/office/drawing/2014/main" id="{B761A5CA-2E50-48AA-8351-90A3680EAA3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5" y="2472"/>
              <a:ext cx="60" cy="97"/>
            </a:xfrm>
            <a:custGeom>
              <a:avLst/>
              <a:gdLst>
                <a:gd name="T0" fmla="*/ 84 w 51"/>
                <a:gd name="T1" fmla="*/ 129 h 84"/>
                <a:gd name="T2" fmla="*/ 46 w 51"/>
                <a:gd name="T3" fmla="*/ 111 h 84"/>
                <a:gd name="T4" fmla="*/ 18 w 51"/>
                <a:gd name="T5" fmla="*/ 87 h 84"/>
                <a:gd name="T6" fmla="*/ 8 w 51"/>
                <a:gd name="T7" fmla="*/ 44 h 84"/>
                <a:gd name="T8" fmla="*/ 0 w 51"/>
                <a:gd name="T9" fmla="*/ 0 h 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84">
                  <a:moveTo>
                    <a:pt x="51" y="84"/>
                  </a:moveTo>
                  <a:cubicBezTo>
                    <a:pt x="42" y="79"/>
                    <a:pt x="34" y="77"/>
                    <a:pt x="28" y="72"/>
                  </a:cubicBezTo>
                  <a:cubicBezTo>
                    <a:pt x="22" y="67"/>
                    <a:pt x="17" y="59"/>
                    <a:pt x="11" y="56"/>
                  </a:cubicBezTo>
                  <a:cubicBezTo>
                    <a:pt x="10" y="47"/>
                    <a:pt x="6" y="38"/>
                    <a:pt x="5" y="29"/>
                  </a:cubicBezTo>
                  <a:cubicBezTo>
                    <a:pt x="4" y="20"/>
                    <a:pt x="4" y="8"/>
                    <a:pt x="0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365" name="Freeform 474">
              <a:extLst>
                <a:ext uri="{FF2B5EF4-FFF2-40B4-BE49-F238E27FC236}">
                  <a16:creationId xmlns:a16="http://schemas.microsoft.com/office/drawing/2014/main" id="{F095A269-4175-40D4-9C12-F101D919175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2" y="2480"/>
              <a:ext cx="27" cy="71"/>
            </a:xfrm>
            <a:custGeom>
              <a:avLst/>
              <a:gdLst>
                <a:gd name="T0" fmla="*/ 34 w 24"/>
                <a:gd name="T1" fmla="*/ 97 h 61"/>
                <a:gd name="T2" fmla="*/ 0 w 24"/>
                <a:gd name="T3" fmla="*/ 0 h 6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61">
                  <a:moveTo>
                    <a:pt x="24" y="61"/>
                  </a:moveTo>
                  <a:cubicBezTo>
                    <a:pt x="7" y="43"/>
                    <a:pt x="17" y="17"/>
                    <a:pt x="0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366" name="Freeform 475">
              <a:extLst>
                <a:ext uri="{FF2B5EF4-FFF2-40B4-BE49-F238E27FC236}">
                  <a16:creationId xmlns:a16="http://schemas.microsoft.com/office/drawing/2014/main" id="{FCD392DE-B44B-42C3-9773-BB80CA5B7D7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5" y="2496"/>
              <a:ext cx="15" cy="44"/>
            </a:xfrm>
            <a:custGeom>
              <a:avLst/>
              <a:gdLst>
                <a:gd name="T0" fmla="*/ 20 w 13"/>
                <a:gd name="T1" fmla="*/ 59 h 38"/>
                <a:gd name="T2" fmla="*/ 0 w 13"/>
                <a:gd name="T3" fmla="*/ 0 h 3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38">
                  <a:moveTo>
                    <a:pt x="13" y="38"/>
                  </a:moveTo>
                  <a:cubicBezTo>
                    <a:pt x="6" y="26"/>
                    <a:pt x="6" y="11"/>
                    <a:pt x="0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367" name="Freeform 476">
              <a:extLst>
                <a:ext uri="{FF2B5EF4-FFF2-40B4-BE49-F238E27FC236}">
                  <a16:creationId xmlns:a16="http://schemas.microsoft.com/office/drawing/2014/main" id="{18043458-6D2E-44DB-86D8-99B5EC4BA4BE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0" y="1059"/>
              <a:ext cx="2" cy="22"/>
            </a:xfrm>
            <a:custGeom>
              <a:avLst/>
              <a:gdLst>
                <a:gd name="T0" fmla="*/ 0 w 2"/>
                <a:gd name="T1" fmla="*/ 29 h 19"/>
                <a:gd name="T2" fmla="*/ 2 w 2"/>
                <a:gd name="T3" fmla="*/ 0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9">
                  <a:moveTo>
                    <a:pt x="0" y="19"/>
                  </a:moveTo>
                  <a:cubicBezTo>
                    <a:pt x="1" y="13"/>
                    <a:pt x="1" y="6"/>
                    <a:pt x="2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368" name="Freeform 477">
              <a:extLst>
                <a:ext uri="{FF2B5EF4-FFF2-40B4-BE49-F238E27FC236}">
                  <a16:creationId xmlns:a16="http://schemas.microsoft.com/office/drawing/2014/main" id="{B06AE67A-C228-4AEE-98CE-5DA50A0BC26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4" y="1092"/>
              <a:ext cx="314" cy="201"/>
            </a:xfrm>
            <a:custGeom>
              <a:avLst/>
              <a:gdLst>
                <a:gd name="T0" fmla="*/ 0 w 270"/>
                <a:gd name="T1" fmla="*/ 57 h 174"/>
                <a:gd name="T2" fmla="*/ 69 w 270"/>
                <a:gd name="T3" fmla="*/ 171 h 174"/>
                <a:gd name="T4" fmla="*/ 249 w 270"/>
                <a:gd name="T5" fmla="*/ 259 h 174"/>
                <a:gd name="T6" fmla="*/ 405 w 270"/>
                <a:gd name="T7" fmla="*/ 96 h 174"/>
                <a:gd name="T8" fmla="*/ 424 w 270"/>
                <a:gd name="T9" fmla="*/ 0 h 17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0" h="174">
                  <a:moveTo>
                    <a:pt x="0" y="36"/>
                  </a:moveTo>
                  <a:cubicBezTo>
                    <a:pt x="11" y="64"/>
                    <a:pt x="27" y="96"/>
                    <a:pt x="44" y="111"/>
                  </a:cubicBezTo>
                  <a:cubicBezTo>
                    <a:pt x="74" y="138"/>
                    <a:pt x="112" y="174"/>
                    <a:pt x="158" y="168"/>
                  </a:cubicBezTo>
                  <a:cubicBezTo>
                    <a:pt x="204" y="162"/>
                    <a:pt x="252" y="81"/>
                    <a:pt x="257" y="62"/>
                  </a:cubicBezTo>
                  <a:cubicBezTo>
                    <a:pt x="259" y="52"/>
                    <a:pt x="266" y="28"/>
                    <a:pt x="270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369" name="Freeform 478">
              <a:extLst>
                <a:ext uri="{FF2B5EF4-FFF2-40B4-BE49-F238E27FC236}">
                  <a16:creationId xmlns:a16="http://schemas.microsoft.com/office/drawing/2014/main" id="{027F396F-398F-4C8E-9DC0-C5640343011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9" y="1090"/>
              <a:ext cx="8" cy="25"/>
            </a:xfrm>
            <a:custGeom>
              <a:avLst/>
              <a:gdLst>
                <a:gd name="T0" fmla="*/ 0 w 7"/>
                <a:gd name="T1" fmla="*/ 0 h 22"/>
                <a:gd name="T2" fmla="*/ 10 w 7"/>
                <a:gd name="T3" fmla="*/ 32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2">
                  <a:moveTo>
                    <a:pt x="0" y="0"/>
                  </a:moveTo>
                  <a:cubicBezTo>
                    <a:pt x="1" y="6"/>
                    <a:pt x="4" y="14"/>
                    <a:pt x="7" y="22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370" name="Freeform 479">
              <a:extLst>
                <a:ext uri="{FF2B5EF4-FFF2-40B4-BE49-F238E27FC236}">
                  <a16:creationId xmlns:a16="http://schemas.microsoft.com/office/drawing/2014/main" id="{AF2781B4-5865-4A0F-ACC0-0B8C5E3EC70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688" y="699"/>
              <a:ext cx="395" cy="402"/>
            </a:xfrm>
            <a:custGeom>
              <a:avLst/>
              <a:gdLst>
                <a:gd name="T0" fmla="*/ 152 w 340"/>
                <a:gd name="T1" fmla="*/ 316 h 347"/>
                <a:gd name="T2" fmla="*/ 531 w 340"/>
                <a:gd name="T3" fmla="*/ 359 h 347"/>
                <a:gd name="T4" fmla="*/ 526 w 340"/>
                <a:gd name="T5" fmla="*/ 291 h 347"/>
                <a:gd name="T6" fmla="*/ 466 w 340"/>
                <a:gd name="T7" fmla="*/ 130 h 347"/>
                <a:gd name="T8" fmla="*/ 1 w 340"/>
                <a:gd name="T9" fmla="*/ 273 h 347"/>
                <a:gd name="T10" fmla="*/ 42 w 340"/>
                <a:gd name="T11" fmla="*/ 467 h 347"/>
                <a:gd name="T12" fmla="*/ 51 w 340"/>
                <a:gd name="T13" fmla="*/ 492 h 347"/>
                <a:gd name="T14" fmla="*/ 57 w 340"/>
                <a:gd name="T15" fmla="*/ 503 h 347"/>
                <a:gd name="T16" fmla="*/ 69 w 340"/>
                <a:gd name="T17" fmla="*/ 524 h 347"/>
                <a:gd name="T18" fmla="*/ 62 w 340"/>
                <a:gd name="T19" fmla="*/ 474 h 347"/>
                <a:gd name="T20" fmla="*/ 62 w 340"/>
                <a:gd name="T21" fmla="*/ 473 h 347"/>
                <a:gd name="T22" fmla="*/ 62 w 340"/>
                <a:gd name="T23" fmla="*/ 458 h 347"/>
                <a:gd name="T24" fmla="*/ 58 w 340"/>
                <a:gd name="T25" fmla="*/ 439 h 347"/>
                <a:gd name="T26" fmla="*/ 53 w 340"/>
                <a:gd name="T27" fmla="*/ 409 h 347"/>
                <a:gd name="T28" fmla="*/ 59 w 340"/>
                <a:gd name="T29" fmla="*/ 393 h 347"/>
                <a:gd name="T30" fmla="*/ 78 w 340"/>
                <a:gd name="T31" fmla="*/ 392 h 347"/>
                <a:gd name="T32" fmla="*/ 86 w 340"/>
                <a:gd name="T33" fmla="*/ 380 h 347"/>
                <a:gd name="T34" fmla="*/ 95 w 340"/>
                <a:gd name="T35" fmla="*/ 298 h 347"/>
                <a:gd name="T36" fmla="*/ 110 w 340"/>
                <a:gd name="T37" fmla="*/ 260 h 347"/>
                <a:gd name="T38" fmla="*/ 144 w 340"/>
                <a:gd name="T39" fmla="*/ 301 h 347"/>
                <a:gd name="T40" fmla="*/ 186 w 340"/>
                <a:gd name="T41" fmla="*/ 336 h 347"/>
                <a:gd name="T42" fmla="*/ 230 w 340"/>
                <a:gd name="T43" fmla="*/ 346 h 347"/>
                <a:gd name="T44" fmla="*/ 224 w 340"/>
                <a:gd name="T45" fmla="*/ 313 h 347"/>
                <a:gd name="T46" fmla="*/ 242 w 340"/>
                <a:gd name="T47" fmla="*/ 337 h 347"/>
                <a:gd name="T48" fmla="*/ 259 w 340"/>
                <a:gd name="T49" fmla="*/ 356 h 347"/>
                <a:gd name="T50" fmla="*/ 273 w 340"/>
                <a:gd name="T51" fmla="*/ 363 h 347"/>
                <a:gd name="T52" fmla="*/ 259 w 340"/>
                <a:gd name="T53" fmla="*/ 324 h 347"/>
                <a:gd name="T54" fmla="*/ 250 w 340"/>
                <a:gd name="T55" fmla="*/ 301 h 347"/>
                <a:gd name="T56" fmla="*/ 270 w 340"/>
                <a:gd name="T57" fmla="*/ 297 h 347"/>
                <a:gd name="T58" fmla="*/ 279 w 340"/>
                <a:gd name="T59" fmla="*/ 280 h 347"/>
                <a:gd name="T60" fmla="*/ 308 w 340"/>
                <a:gd name="T61" fmla="*/ 302 h 347"/>
                <a:gd name="T62" fmla="*/ 318 w 340"/>
                <a:gd name="T63" fmla="*/ 277 h 347"/>
                <a:gd name="T64" fmla="*/ 326 w 340"/>
                <a:gd name="T65" fmla="*/ 322 h 347"/>
                <a:gd name="T66" fmla="*/ 331 w 340"/>
                <a:gd name="T67" fmla="*/ 327 h 347"/>
                <a:gd name="T68" fmla="*/ 328 w 340"/>
                <a:gd name="T69" fmla="*/ 363 h 347"/>
                <a:gd name="T70" fmla="*/ 333 w 340"/>
                <a:gd name="T71" fmla="*/ 344 h 347"/>
                <a:gd name="T72" fmla="*/ 336 w 340"/>
                <a:gd name="T73" fmla="*/ 342 h 347"/>
                <a:gd name="T74" fmla="*/ 340 w 340"/>
                <a:gd name="T75" fmla="*/ 379 h 347"/>
                <a:gd name="T76" fmla="*/ 343 w 340"/>
                <a:gd name="T77" fmla="*/ 322 h 347"/>
                <a:gd name="T78" fmla="*/ 356 w 340"/>
                <a:gd name="T79" fmla="*/ 365 h 347"/>
                <a:gd name="T80" fmla="*/ 369 w 340"/>
                <a:gd name="T81" fmla="*/ 339 h 347"/>
                <a:gd name="T82" fmla="*/ 381 w 340"/>
                <a:gd name="T83" fmla="*/ 321 h 347"/>
                <a:gd name="T84" fmla="*/ 392 w 340"/>
                <a:gd name="T85" fmla="*/ 301 h 347"/>
                <a:gd name="T86" fmla="*/ 401 w 340"/>
                <a:gd name="T87" fmla="*/ 271 h 347"/>
                <a:gd name="T88" fmla="*/ 414 w 340"/>
                <a:gd name="T89" fmla="*/ 298 h 347"/>
                <a:gd name="T90" fmla="*/ 419 w 340"/>
                <a:gd name="T91" fmla="*/ 345 h 347"/>
                <a:gd name="T92" fmla="*/ 419 w 340"/>
                <a:gd name="T93" fmla="*/ 344 h 347"/>
                <a:gd name="T94" fmla="*/ 423 w 340"/>
                <a:gd name="T95" fmla="*/ 319 h 347"/>
                <a:gd name="T96" fmla="*/ 452 w 340"/>
                <a:gd name="T97" fmla="*/ 291 h 347"/>
                <a:gd name="T98" fmla="*/ 461 w 340"/>
                <a:gd name="T99" fmla="*/ 306 h 347"/>
                <a:gd name="T100" fmla="*/ 468 w 340"/>
                <a:gd name="T101" fmla="*/ 332 h 347"/>
                <a:gd name="T102" fmla="*/ 477 w 340"/>
                <a:gd name="T103" fmla="*/ 331 h 347"/>
                <a:gd name="T104" fmla="*/ 483 w 340"/>
                <a:gd name="T105" fmla="*/ 287 h 347"/>
                <a:gd name="T106" fmla="*/ 493 w 340"/>
                <a:gd name="T107" fmla="*/ 312 h 347"/>
                <a:gd name="T108" fmla="*/ 503 w 340"/>
                <a:gd name="T109" fmla="*/ 364 h 347"/>
                <a:gd name="T110" fmla="*/ 507 w 340"/>
                <a:gd name="T111" fmla="*/ 392 h 347"/>
                <a:gd name="T112" fmla="*/ 511 w 340"/>
                <a:gd name="T113" fmla="*/ 404 h 347"/>
                <a:gd name="T114" fmla="*/ 519 w 340"/>
                <a:gd name="T115" fmla="*/ 433 h 347"/>
                <a:gd name="T116" fmla="*/ 523 w 340"/>
                <a:gd name="T117" fmla="*/ 489 h 347"/>
                <a:gd name="T118" fmla="*/ 531 w 340"/>
                <a:gd name="T119" fmla="*/ 409 h 347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340" h="347">
                  <a:moveTo>
                    <a:pt x="92" y="193"/>
                  </a:moveTo>
                  <a:cubicBezTo>
                    <a:pt x="93" y="197"/>
                    <a:pt x="95" y="201"/>
                    <a:pt x="97" y="204"/>
                  </a:cubicBezTo>
                  <a:cubicBezTo>
                    <a:pt x="95" y="200"/>
                    <a:pt x="94" y="196"/>
                    <a:pt x="92" y="193"/>
                  </a:cubicBezTo>
                  <a:close/>
                  <a:moveTo>
                    <a:pt x="338" y="231"/>
                  </a:moveTo>
                  <a:cubicBezTo>
                    <a:pt x="339" y="220"/>
                    <a:pt x="340" y="209"/>
                    <a:pt x="339" y="199"/>
                  </a:cubicBezTo>
                  <a:cubicBezTo>
                    <a:pt x="339" y="196"/>
                    <a:pt x="337" y="192"/>
                    <a:pt x="336" y="187"/>
                  </a:cubicBezTo>
                  <a:cubicBezTo>
                    <a:pt x="335" y="181"/>
                    <a:pt x="335" y="174"/>
                    <a:pt x="333" y="168"/>
                  </a:cubicBezTo>
                  <a:cubicBezTo>
                    <a:pt x="328" y="136"/>
                    <a:pt x="315" y="111"/>
                    <a:pt x="297" y="84"/>
                  </a:cubicBezTo>
                  <a:cubicBezTo>
                    <a:pt x="251" y="13"/>
                    <a:pt x="152" y="0"/>
                    <a:pt x="82" y="41"/>
                  </a:cubicBezTo>
                  <a:cubicBezTo>
                    <a:pt x="53" y="58"/>
                    <a:pt x="0" y="105"/>
                    <a:pt x="1" y="176"/>
                  </a:cubicBezTo>
                  <a:cubicBezTo>
                    <a:pt x="2" y="201"/>
                    <a:pt x="1" y="225"/>
                    <a:pt x="8" y="250"/>
                  </a:cubicBezTo>
                  <a:cubicBezTo>
                    <a:pt x="12" y="262"/>
                    <a:pt x="18" y="285"/>
                    <a:pt x="27" y="300"/>
                  </a:cubicBezTo>
                  <a:cubicBezTo>
                    <a:pt x="28" y="300"/>
                    <a:pt x="28" y="301"/>
                    <a:pt x="28" y="302"/>
                  </a:cubicBezTo>
                  <a:cubicBezTo>
                    <a:pt x="31" y="307"/>
                    <a:pt x="32" y="312"/>
                    <a:pt x="33" y="317"/>
                  </a:cubicBezTo>
                  <a:cubicBezTo>
                    <a:pt x="34" y="321"/>
                    <a:pt x="34" y="326"/>
                    <a:pt x="35" y="330"/>
                  </a:cubicBezTo>
                  <a:cubicBezTo>
                    <a:pt x="35" y="328"/>
                    <a:pt x="36" y="325"/>
                    <a:pt x="36" y="324"/>
                  </a:cubicBezTo>
                  <a:cubicBezTo>
                    <a:pt x="40" y="331"/>
                    <a:pt x="41" y="340"/>
                    <a:pt x="43" y="347"/>
                  </a:cubicBezTo>
                  <a:cubicBezTo>
                    <a:pt x="42" y="344"/>
                    <a:pt x="43" y="340"/>
                    <a:pt x="44" y="337"/>
                  </a:cubicBezTo>
                  <a:cubicBezTo>
                    <a:pt x="46" y="339"/>
                    <a:pt x="48" y="343"/>
                    <a:pt x="51" y="345"/>
                  </a:cubicBezTo>
                  <a:cubicBezTo>
                    <a:pt x="47" y="332"/>
                    <a:pt x="44" y="319"/>
                    <a:pt x="40" y="305"/>
                  </a:cubicBezTo>
                  <a:cubicBezTo>
                    <a:pt x="40" y="305"/>
                    <a:pt x="40" y="305"/>
                    <a:pt x="40" y="305"/>
                  </a:cubicBezTo>
                  <a:cubicBezTo>
                    <a:pt x="40" y="305"/>
                    <a:pt x="40" y="304"/>
                    <a:pt x="40" y="304"/>
                  </a:cubicBezTo>
                  <a:cubicBezTo>
                    <a:pt x="40" y="300"/>
                    <a:pt x="40" y="296"/>
                    <a:pt x="39" y="292"/>
                  </a:cubicBezTo>
                  <a:cubicBezTo>
                    <a:pt x="39" y="293"/>
                    <a:pt x="40" y="293"/>
                    <a:pt x="40" y="294"/>
                  </a:cubicBezTo>
                  <a:cubicBezTo>
                    <a:pt x="39" y="292"/>
                    <a:pt x="39" y="289"/>
                    <a:pt x="38" y="287"/>
                  </a:cubicBezTo>
                  <a:cubicBezTo>
                    <a:pt x="38" y="286"/>
                    <a:pt x="38" y="284"/>
                    <a:pt x="37" y="282"/>
                  </a:cubicBezTo>
                  <a:cubicBezTo>
                    <a:pt x="37" y="283"/>
                    <a:pt x="37" y="283"/>
                    <a:pt x="37" y="283"/>
                  </a:cubicBezTo>
                  <a:cubicBezTo>
                    <a:pt x="36" y="276"/>
                    <a:pt x="35" y="270"/>
                    <a:pt x="34" y="263"/>
                  </a:cubicBezTo>
                  <a:cubicBezTo>
                    <a:pt x="36" y="265"/>
                    <a:pt x="37" y="270"/>
                    <a:pt x="40" y="272"/>
                  </a:cubicBezTo>
                  <a:cubicBezTo>
                    <a:pt x="40" y="266"/>
                    <a:pt x="41" y="258"/>
                    <a:pt x="38" y="253"/>
                  </a:cubicBezTo>
                  <a:cubicBezTo>
                    <a:pt x="44" y="259"/>
                    <a:pt x="44" y="268"/>
                    <a:pt x="47" y="274"/>
                  </a:cubicBezTo>
                  <a:cubicBezTo>
                    <a:pt x="47" y="267"/>
                    <a:pt x="49" y="259"/>
                    <a:pt x="50" y="252"/>
                  </a:cubicBezTo>
                  <a:cubicBezTo>
                    <a:pt x="50" y="243"/>
                    <a:pt x="51" y="234"/>
                    <a:pt x="53" y="225"/>
                  </a:cubicBezTo>
                  <a:cubicBezTo>
                    <a:pt x="53" y="231"/>
                    <a:pt x="53" y="238"/>
                    <a:pt x="55" y="244"/>
                  </a:cubicBezTo>
                  <a:cubicBezTo>
                    <a:pt x="56" y="233"/>
                    <a:pt x="54" y="223"/>
                    <a:pt x="55" y="212"/>
                  </a:cubicBezTo>
                  <a:cubicBezTo>
                    <a:pt x="56" y="205"/>
                    <a:pt x="60" y="199"/>
                    <a:pt x="61" y="192"/>
                  </a:cubicBezTo>
                  <a:cubicBezTo>
                    <a:pt x="62" y="197"/>
                    <a:pt x="61" y="201"/>
                    <a:pt x="61" y="206"/>
                  </a:cubicBezTo>
                  <a:cubicBezTo>
                    <a:pt x="63" y="194"/>
                    <a:pt x="66" y="179"/>
                    <a:pt x="71" y="167"/>
                  </a:cubicBezTo>
                  <a:cubicBezTo>
                    <a:pt x="76" y="161"/>
                    <a:pt x="81" y="154"/>
                    <a:pt x="86" y="148"/>
                  </a:cubicBezTo>
                  <a:cubicBezTo>
                    <a:pt x="80" y="165"/>
                    <a:pt x="86" y="179"/>
                    <a:pt x="92" y="193"/>
                  </a:cubicBezTo>
                  <a:cubicBezTo>
                    <a:pt x="90" y="186"/>
                    <a:pt x="89" y="177"/>
                    <a:pt x="88" y="171"/>
                  </a:cubicBezTo>
                  <a:cubicBezTo>
                    <a:pt x="90" y="185"/>
                    <a:pt x="106" y="209"/>
                    <a:pt x="119" y="216"/>
                  </a:cubicBezTo>
                  <a:cubicBezTo>
                    <a:pt x="112" y="209"/>
                    <a:pt x="111" y="195"/>
                    <a:pt x="109" y="185"/>
                  </a:cubicBezTo>
                  <a:cubicBezTo>
                    <a:pt x="117" y="200"/>
                    <a:pt x="131" y="215"/>
                    <a:pt x="146" y="223"/>
                  </a:cubicBezTo>
                  <a:cubicBezTo>
                    <a:pt x="141" y="216"/>
                    <a:pt x="137" y="204"/>
                    <a:pt x="136" y="196"/>
                  </a:cubicBezTo>
                  <a:cubicBezTo>
                    <a:pt x="139" y="198"/>
                    <a:pt x="141" y="200"/>
                    <a:pt x="143" y="201"/>
                  </a:cubicBezTo>
                  <a:cubicBezTo>
                    <a:pt x="143" y="202"/>
                    <a:pt x="144" y="203"/>
                    <a:pt x="144" y="203"/>
                  </a:cubicBezTo>
                  <a:cubicBezTo>
                    <a:pt x="148" y="207"/>
                    <a:pt x="150" y="213"/>
                    <a:pt x="154" y="217"/>
                  </a:cubicBezTo>
                  <a:cubicBezTo>
                    <a:pt x="153" y="215"/>
                    <a:pt x="153" y="213"/>
                    <a:pt x="152" y="211"/>
                  </a:cubicBezTo>
                  <a:cubicBezTo>
                    <a:pt x="157" y="215"/>
                    <a:pt x="163" y="223"/>
                    <a:pt x="165" y="229"/>
                  </a:cubicBezTo>
                  <a:cubicBezTo>
                    <a:pt x="165" y="226"/>
                    <a:pt x="163" y="223"/>
                    <a:pt x="163" y="220"/>
                  </a:cubicBezTo>
                  <a:cubicBezTo>
                    <a:pt x="167" y="222"/>
                    <a:pt x="171" y="229"/>
                    <a:pt x="174" y="233"/>
                  </a:cubicBezTo>
                  <a:cubicBezTo>
                    <a:pt x="172" y="231"/>
                    <a:pt x="172" y="227"/>
                    <a:pt x="171" y="225"/>
                  </a:cubicBezTo>
                  <a:cubicBezTo>
                    <a:pt x="169" y="220"/>
                    <a:pt x="167" y="214"/>
                    <a:pt x="165" y="209"/>
                  </a:cubicBezTo>
                  <a:cubicBezTo>
                    <a:pt x="163" y="205"/>
                    <a:pt x="161" y="201"/>
                    <a:pt x="159" y="198"/>
                  </a:cubicBezTo>
                  <a:cubicBezTo>
                    <a:pt x="159" y="196"/>
                    <a:pt x="159" y="195"/>
                    <a:pt x="159" y="193"/>
                  </a:cubicBezTo>
                  <a:cubicBezTo>
                    <a:pt x="164" y="199"/>
                    <a:pt x="167" y="205"/>
                    <a:pt x="171" y="211"/>
                  </a:cubicBezTo>
                  <a:cubicBezTo>
                    <a:pt x="174" y="205"/>
                    <a:pt x="170" y="197"/>
                    <a:pt x="172" y="191"/>
                  </a:cubicBezTo>
                  <a:cubicBezTo>
                    <a:pt x="175" y="193"/>
                    <a:pt x="177" y="199"/>
                    <a:pt x="179" y="202"/>
                  </a:cubicBezTo>
                  <a:cubicBezTo>
                    <a:pt x="180" y="195"/>
                    <a:pt x="178" y="188"/>
                    <a:pt x="178" y="180"/>
                  </a:cubicBezTo>
                  <a:cubicBezTo>
                    <a:pt x="182" y="191"/>
                    <a:pt x="187" y="201"/>
                    <a:pt x="186" y="214"/>
                  </a:cubicBezTo>
                  <a:cubicBezTo>
                    <a:pt x="189" y="207"/>
                    <a:pt x="194" y="202"/>
                    <a:pt x="196" y="194"/>
                  </a:cubicBezTo>
                  <a:cubicBezTo>
                    <a:pt x="197" y="197"/>
                    <a:pt x="196" y="202"/>
                    <a:pt x="196" y="206"/>
                  </a:cubicBezTo>
                  <a:cubicBezTo>
                    <a:pt x="202" y="197"/>
                    <a:pt x="203" y="188"/>
                    <a:pt x="203" y="178"/>
                  </a:cubicBezTo>
                  <a:cubicBezTo>
                    <a:pt x="206" y="181"/>
                    <a:pt x="207" y="184"/>
                    <a:pt x="208" y="188"/>
                  </a:cubicBezTo>
                  <a:cubicBezTo>
                    <a:pt x="209" y="194"/>
                    <a:pt x="208" y="202"/>
                    <a:pt x="208" y="207"/>
                  </a:cubicBezTo>
                  <a:cubicBezTo>
                    <a:pt x="208" y="205"/>
                    <a:pt x="210" y="203"/>
                    <a:pt x="211" y="201"/>
                  </a:cubicBezTo>
                  <a:cubicBezTo>
                    <a:pt x="211" y="204"/>
                    <a:pt x="211" y="207"/>
                    <a:pt x="211" y="210"/>
                  </a:cubicBezTo>
                  <a:cubicBezTo>
                    <a:pt x="211" y="210"/>
                    <a:pt x="211" y="211"/>
                    <a:pt x="211" y="211"/>
                  </a:cubicBezTo>
                  <a:cubicBezTo>
                    <a:pt x="211" y="218"/>
                    <a:pt x="209" y="225"/>
                    <a:pt x="209" y="233"/>
                  </a:cubicBezTo>
                  <a:cubicBezTo>
                    <a:pt x="209" y="229"/>
                    <a:pt x="211" y="224"/>
                    <a:pt x="213" y="221"/>
                  </a:cubicBezTo>
                  <a:cubicBezTo>
                    <a:pt x="213" y="221"/>
                    <a:pt x="213" y="221"/>
                    <a:pt x="213" y="221"/>
                  </a:cubicBezTo>
                  <a:cubicBezTo>
                    <a:pt x="213" y="220"/>
                    <a:pt x="213" y="220"/>
                    <a:pt x="213" y="220"/>
                  </a:cubicBezTo>
                  <a:cubicBezTo>
                    <a:pt x="214" y="220"/>
                    <a:pt x="214" y="220"/>
                    <a:pt x="214" y="220"/>
                  </a:cubicBezTo>
                  <a:cubicBezTo>
                    <a:pt x="214" y="223"/>
                    <a:pt x="214" y="226"/>
                    <a:pt x="214" y="230"/>
                  </a:cubicBezTo>
                  <a:cubicBezTo>
                    <a:pt x="215" y="234"/>
                    <a:pt x="216" y="239"/>
                    <a:pt x="217" y="243"/>
                  </a:cubicBezTo>
                  <a:cubicBezTo>
                    <a:pt x="216" y="238"/>
                    <a:pt x="217" y="233"/>
                    <a:pt x="217" y="228"/>
                  </a:cubicBezTo>
                  <a:cubicBezTo>
                    <a:pt x="218" y="221"/>
                    <a:pt x="217" y="214"/>
                    <a:pt x="219" y="207"/>
                  </a:cubicBezTo>
                  <a:cubicBezTo>
                    <a:pt x="219" y="203"/>
                    <a:pt x="220" y="199"/>
                    <a:pt x="219" y="196"/>
                  </a:cubicBezTo>
                  <a:cubicBezTo>
                    <a:pt x="221" y="209"/>
                    <a:pt x="227" y="221"/>
                    <a:pt x="226" y="235"/>
                  </a:cubicBezTo>
                  <a:cubicBezTo>
                    <a:pt x="226" y="226"/>
                    <a:pt x="230" y="214"/>
                    <a:pt x="235" y="207"/>
                  </a:cubicBezTo>
                  <a:cubicBezTo>
                    <a:pt x="236" y="211"/>
                    <a:pt x="236" y="214"/>
                    <a:pt x="236" y="218"/>
                  </a:cubicBezTo>
                  <a:cubicBezTo>
                    <a:pt x="239" y="213"/>
                    <a:pt x="240" y="207"/>
                    <a:pt x="240" y="201"/>
                  </a:cubicBezTo>
                  <a:cubicBezTo>
                    <a:pt x="241" y="202"/>
                    <a:pt x="243" y="205"/>
                    <a:pt x="243" y="206"/>
                  </a:cubicBezTo>
                  <a:cubicBezTo>
                    <a:pt x="247" y="201"/>
                    <a:pt x="246" y="194"/>
                    <a:pt x="246" y="188"/>
                  </a:cubicBezTo>
                  <a:cubicBezTo>
                    <a:pt x="247" y="190"/>
                    <a:pt x="249" y="192"/>
                    <a:pt x="250" y="193"/>
                  </a:cubicBezTo>
                  <a:cubicBezTo>
                    <a:pt x="253" y="185"/>
                    <a:pt x="250" y="177"/>
                    <a:pt x="253" y="169"/>
                  </a:cubicBezTo>
                  <a:cubicBezTo>
                    <a:pt x="254" y="170"/>
                    <a:pt x="255" y="172"/>
                    <a:pt x="256" y="174"/>
                  </a:cubicBezTo>
                  <a:cubicBezTo>
                    <a:pt x="259" y="185"/>
                    <a:pt x="258" y="196"/>
                    <a:pt x="258" y="209"/>
                  </a:cubicBezTo>
                  <a:cubicBezTo>
                    <a:pt x="260" y="206"/>
                    <a:pt x="261" y="197"/>
                    <a:pt x="263" y="192"/>
                  </a:cubicBezTo>
                  <a:cubicBezTo>
                    <a:pt x="264" y="205"/>
                    <a:pt x="259" y="226"/>
                    <a:pt x="267" y="236"/>
                  </a:cubicBezTo>
                  <a:cubicBezTo>
                    <a:pt x="267" y="231"/>
                    <a:pt x="267" y="226"/>
                    <a:pt x="268" y="222"/>
                  </a:cubicBezTo>
                  <a:cubicBezTo>
                    <a:pt x="268" y="222"/>
                    <a:pt x="268" y="222"/>
                    <a:pt x="268" y="223"/>
                  </a:cubicBezTo>
                  <a:cubicBezTo>
                    <a:pt x="268" y="222"/>
                    <a:pt x="268" y="221"/>
                    <a:pt x="268" y="221"/>
                  </a:cubicBezTo>
                  <a:cubicBezTo>
                    <a:pt x="270" y="225"/>
                    <a:pt x="269" y="230"/>
                    <a:pt x="272" y="235"/>
                  </a:cubicBezTo>
                  <a:cubicBezTo>
                    <a:pt x="273" y="225"/>
                    <a:pt x="270" y="215"/>
                    <a:pt x="269" y="205"/>
                  </a:cubicBezTo>
                  <a:cubicBezTo>
                    <a:pt x="270" y="196"/>
                    <a:pt x="271" y="188"/>
                    <a:pt x="276" y="180"/>
                  </a:cubicBezTo>
                  <a:cubicBezTo>
                    <a:pt x="281" y="189"/>
                    <a:pt x="286" y="196"/>
                    <a:pt x="288" y="187"/>
                  </a:cubicBezTo>
                  <a:cubicBezTo>
                    <a:pt x="291" y="195"/>
                    <a:pt x="292" y="202"/>
                    <a:pt x="292" y="211"/>
                  </a:cubicBezTo>
                  <a:cubicBezTo>
                    <a:pt x="294" y="207"/>
                    <a:pt x="293" y="202"/>
                    <a:pt x="294" y="197"/>
                  </a:cubicBezTo>
                  <a:cubicBezTo>
                    <a:pt x="295" y="204"/>
                    <a:pt x="297" y="210"/>
                    <a:pt x="298" y="217"/>
                  </a:cubicBezTo>
                  <a:cubicBezTo>
                    <a:pt x="298" y="216"/>
                    <a:pt x="299" y="215"/>
                    <a:pt x="299" y="214"/>
                  </a:cubicBezTo>
                  <a:cubicBezTo>
                    <a:pt x="300" y="223"/>
                    <a:pt x="301" y="232"/>
                    <a:pt x="303" y="241"/>
                  </a:cubicBezTo>
                  <a:cubicBezTo>
                    <a:pt x="303" y="232"/>
                    <a:pt x="306" y="222"/>
                    <a:pt x="305" y="213"/>
                  </a:cubicBezTo>
                  <a:cubicBezTo>
                    <a:pt x="305" y="208"/>
                    <a:pt x="304" y="202"/>
                    <a:pt x="304" y="196"/>
                  </a:cubicBezTo>
                  <a:cubicBezTo>
                    <a:pt x="305" y="192"/>
                    <a:pt x="307" y="189"/>
                    <a:pt x="308" y="185"/>
                  </a:cubicBezTo>
                  <a:cubicBezTo>
                    <a:pt x="309" y="189"/>
                    <a:pt x="311" y="193"/>
                    <a:pt x="313" y="196"/>
                  </a:cubicBezTo>
                  <a:cubicBezTo>
                    <a:pt x="313" y="198"/>
                    <a:pt x="314" y="199"/>
                    <a:pt x="314" y="200"/>
                  </a:cubicBezTo>
                  <a:cubicBezTo>
                    <a:pt x="316" y="205"/>
                    <a:pt x="318" y="210"/>
                    <a:pt x="319" y="215"/>
                  </a:cubicBezTo>
                  <a:cubicBezTo>
                    <a:pt x="321" y="221"/>
                    <a:pt x="320" y="227"/>
                    <a:pt x="321" y="234"/>
                  </a:cubicBezTo>
                  <a:cubicBezTo>
                    <a:pt x="321" y="230"/>
                    <a:pt x="322" y="225"/>
                    <a:pt x="322" y="222"/>
                  </a:cubicBezTo>
                  <a:cubicBezTo>
                    <a:pt x="324" y="231"/>
                    <a:pt x="323" y="242"/>
                    <a:pt x="323" y="252"/>
                  </a:cubicBezTo>
                  <a:cubicBezTo>
                    <a:pt x="324" y="248"/>
                    <a:pt x="326" y="244"/>
                    <a:pt x="325" y="240"/>
                  </a:cubicBezTo>
                  <a:cubicBezTo>
                    <a:pt x="327" y="246"/>
                    <a:pt x="326" y="254"/>
                    <a:pt x="326" y="260"/>
                  </a:cubicBezTo>
                  <a:cubicBezTo>
                    <a:pt x="327" y="270"/>
                    <a:pt x="328" y="281"/>
                    <a:pt x="328" y="291"/>
                  </a:cubicBezTo>
                  <a:cubicBezTo>
                    <a:pt x="328" y="288"/>
                    <a:pt x="330" y="283"/>
                    <a:pt x="331" y="279"/>
                  </a:cubicBezTo>
                  <a:cubicBezTo>
                    <a:pt x="331" y="284"/>
                    <a:pt x="331" y="289"/>
                    <a:pt x="332" y="294"/>
                  </a:cubicBezTo>
                  <a:cubicBezTo>
                    <a:pt x="332" y="299"/>
                    <a:pt x="330" y="309"/>
                    <a:pt x="333" y="314"/>
                  </a:cubicBezTo>
                  <a:cubicBezTo>
                    <a:pt x="335" y="305"/>
                    <a:pt x="337" y="298"/>
                    <a:pt x="337" y="289"/>
                  </a:cubicBezTo>
                  <a:cubicBezTo>
                    <a:pt x="337" y="280"/>
                    <a:pt x="338" y="272"/>
                    <a:pt x="338" y="263"/>
                  </a:cubicBezTo>
                  <a:cubicBezTo>
                    <a:pt x="338" y="252"/>
                    <a:pt x="337" y="242"/>
                    <a:pt x="338" y="231"/>
                  </a:cubicBezTo>
                  <a:close/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371" name="Freeform 480">
              <a:extLst>
                <a:ext uri="{FF2B5EF4-FFF2-40B4-BE49-F238E27FC236}">
                  <a16:creationId xmlns:a16="http://schemas.microsoft.com/office/drawing/2014/main" id="{1B72616B-5BFA-401E-B1F7-751555FED87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2" y="1039"/>
              <a:ext cx="83" cy="124"/>
            </a:xfrm>
            <a:custGeom>
              <a:avLst/>
              <a:gdLst>
                <a:gd name="T0" fmla="*/ 46 w 71"/>
                <a:gd name="T1" fmla="*/ 1 h 107"/>
                <a:gd name="T2" fmla="*/ 15 w 71"/>
                <a:gd name="T3" fmla="*/ 3 h 107"/>
                <a:gd name="T4" fmla="*/ 0 w 71"/>
                <a:gd name="T5" fmla="*/ 39 h 107"/>
                <a:gd name="T6" fmla="*/ 29 w 71"/>
                <a:gd name="T7" fmla="*/ 79 h 107"/>
                <a:gd name="T8" fmla="*/ 74 w 71"/>
                <a:gd name="T9" fmla="*/ 147 h 107"/>
                <a:gd name="T10" fmla="*/ 104 w 71"/>
                <a:gd name="T11" fmla="*/ 166 h 107"/>
                <a:gd name="T12" fmla="*/ 113 w 71"/>
                <a:gd name="T13" fmla="*/ 160 h 10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1" h="107">
                  <a:moveTo>
                    <a:pt x="28" y="1"/>
                  </a:moveTo>
                  <a:cubicBezTo>
                    <a:pt x="22" y="0"/>
                    <a:pt x="15" y="0"/>
                    <a:pt x="9" y="3"/>
                  </a:cubicBezTo>
                  <a:cubicBezTo>
                    <a:pt x="1" y="7"/>
                    <a:pt x="0" y="16"/>
                    <a:pt x="0" y="25"/>
                  </a:cubicBezTo>
                  <a:cubicBezTo>
                    <a:pt x="1" y="36"/>
                    <a:pt x="10" y="43"/>
                    <a:pt x="18" y="51"/>
                  </a:cubicBezTo>
                  <a:cubicBezTo>
                    <a:pt x="30" y="64"/>
                    <a:pt x="36" y="81"/>
                    <a:pt x="46" y="95"/>
                  </a:cubicBezTo>
                  <a:cubicBezTo>
                    <a:pt x="51" y="100"/>
                    <a:pt x="57" y="107"/>
                    <a:pt x="65" y="106"/>
                  </a:cubicBezTo>
                  <a:cubicBezTo>
                    <a:pt x="67" y="105"/>
                    <a:pt x="69" y="104"/>
                    <a:pt x="71" y="103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372" name="Freeform 481">
              <a:extLst>
                <a:ext uri="{FF2B5EF4-FFF2-40B4-BE49-F238E27FC236}">
                  <a16:creationId xmlns:a16="http://schemas.microsoft.com/office/drawing/2014/main" id="{2582F782-6BF4-44EB-A4F3-6868050E1647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4" y="962"/>
              <a:ext cx="51" cy="150"/>
            </a:xfrm>
            <a:custGeom>
              <a:avLst/>
              <a:gdLst>
                <a:gd name="T0" fmla="*/ 22 w 44"/>
                <a:gd name="T1" fmla="*/ 14 h 129"/>
                <a:gd name="T2" fmla="*/ 48 w 44"/>
                <a:gd name="T3" fmla="*/ 0 h 129"/>
                <a:gd name="T4" fmla="*/ 66 w 44"/>
                <a:gd name="T5" fmla="*/ 36 h 129"/>
                <a:gd name="T6" fmla="*/ 51 w 44"/>
                <a:gd name="T7" fmla="*/ 81 h 129"/>
                <a:gd name="T8" fmla="*/ 41 w 44"/>
                <a:gd name="T9" fmla="*/ 135 h 129"/>
                <a:gd name="T10" fmla="*/ 20 w 44"/>
                <a:gd name="T11" fmla="*/ 201 h 129"/>
                <a:gd name="T12" fmla="*/ 0 w 44"/>
                <a:gd name="T13" fmla="*/ 200 h 1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4" h="129">
                  <a:moveTo>
                    <a:pt x="14" y="9"/>
                  </a:moveTo>
                  <a:cubicBezTo>
                    <a:pt x="18" y="4"/>
                    <a:pt x="23" y="0"/>
                    <a:pt x="30" y="0"/>
                  </a:cubicBezTo>
                  <a:cubicBezTo>
                    <a:pt x="41" y="2"/>
                    <a:pt x="44" y="13"/>
                    <a:pt x="42" y="23"/>
                  </a:cubicBezTo>
                  <a:cubicBezTo>
                    <a:pt x="40" y="33"/>
                    <a:pt x="37" y="42"/>
                    <a:pt x="33" y="52"/>
                  </a:cubicBezTo>
                  <a:cubicBezTo>
                    <a:pt x="29" y="63"/>
                    <a:pt x="26" y="75"/>
                    <a:pt x="26" y="86"/>
                  </a:cubicBezTo>
                  <a:cubicBezTo>
                    <a:pt x="26" y="99"/>
                    <a:pt x="28" y="121"/>
                    <a:pt x="13" y="128"/>
                  </a:cubicBezTo>
                  <a:cubicBezTo>
                    <a:pt x="9" y="129"/>
                    <a:pt x="5" y="129"/>
                    <a:pt x="0" y="127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373" name="Freeform 482">
              <a:extLst>
                <a:ext uri="{FF2B5EF4-FFF2-40B4-BE49-F238E27FC236}">
                  <a16:creationId xmlns:a16="http://schemas.microsoft.com/office/drawing/2014/main" id="{2B437CAA-156B-46A2-978E-AC2104AEC5E9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1" y="976"/>
              <a:ext cx="23" cy="66"/>
            </a:xfrm>
            <a:custGeom>
              <a:avLst/>
              <a:gdLst>
                <a:gd name="T0" fmla="*/ 0 w 20"/>
                <a:gd name="T1" fmla="*/ 22 h 57"/>
                <a:gd name="T2" fmla="*/ 14 w 20"/>
                <a:gd name="T3" fmla="*/ 2 h 57"/>
                <a:gd name="T4" fmla="*/ 29 w 20"/>
                <a:gd name="T5" fmla="*/ 12 h 57"/>
                <a:gd name="T6" fmla="*/ 21 w 20"/>
                <a:gd name="T7" fmla="*/ 43 h 57"/>
                <a:gd name="T8" fmla="*/ 14 w 20"/>
                <a:gd name="T9" fmla="*/ 88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57">
                  <a:moveTo>
                    <a:pt x="0" y="14"/>
                  </a:moveTo>
                  <a:cubicBezTo>
                    <a:pt x="3" y="10"/>
                    <a:pt x="5" y="4"/>
                    <a:pt x="9" y="2"/>
                  </a:cubicBezTo>
                  <a:cubicBezTo>
                    <a:pt x="15" y="0"/>
                    <a:pt x="18" y="3"/>
                    <a:pt x="19" y="8"/>
                  </a:cubicBezTo>
                  <a:cubicBezTo>
                    <a:pt x="20" y="15"/>
                    <a:pt x="16" y="22"/>
                    <a:pt x="14" y="28"/>
                  </a:cubicBezTo>
                  <a:cubicBezTo>
                    <a:pt x="12" y="37"/>
                    <a:pt x="9" y="47"/>
                    <a:pt x="9" y="57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374" name="Freeform 483">
              <a:extLst>
                <a:ext uri="{FF2B5EF4-FFF2-40B4-BE49-F238E27FC236}">
                  <a16:creationId xmlns:a16="http://schemas.microsoft.com/office/drawing/2014/main" id="{9041D797-B5DA-41B3-9102-DFB88242FB34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8" y="1035"/>
              <a:ext cx="10" cy="41"/>
            </a:xfrm>
            <a:custGeom>
              <a:avLst/>
              <a:gdLst>
                <a:gd name="T0" fmla="*/ 1 w 8"/>
                <a:gd name="T1" fmla="*/ 0 h 35"/>
                <a:gd name="T2" fmla="*/ 8 w 8"/>
                <a:gd name="T3" fmla="*/ 25 h 35"/>
                <a:gd name="T4" fmla="*/ 5 w 8"/>
                <a:gd name="T5" fmla="*/ 56 h 35"/>
                <a:gd name="T6" fmla="*/ 16 w 8"/>
                <a:gd name="T7" fmla="*/ 29 h 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35">
                  <a:moveTo>
                    <a:pt x="1" y="0"/>
                  </a:moveTo>
                  <a:cubicBezTo>
                    <a:pt x="7" y="1"/>
                    <a:pt x="4" y="12"/>
                    <a:pt x="4" y="15"/>
                  </a:cubicBezTo>
                  <a:cubicBezTo>
                    <a:pt x="2" y="22"/>
                    <a:pt x="0" y="28"/>
                    <a:pt x="2" y="35"/>
                  </a:cubicBezTo>
                  <a:cubicBezTo>
                    <a:pt x="2" y="29"/>
                    <a:pt x="6" y="22"/>
                    <a:pt x="8" y="18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375" name="Freeform 484">
              <a:extLst>
                <a:ext uri="{FF2B5EF4-FFF2-40B4-BE49-F238E27FC236}">
                  <a16:creationId xmlns:a16="http://schemas.microsoft.com/office/drawing/2014/main" id="{76EEF677-C11E-4D7A-8B3D-B828AED8A74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7" y="1050"/>
              <a:ext cx="35" cy="62"/>
            </a:xfrm>
            <a:custGeom>
              <a:avLst/>
              <a:gdLst>
                <a:gd name="T0" fmla="*/ 35 w 30"/>
                <a:gd name="T1" fmla="*/ 9 h 53"/>
                <a:gd name="T2" fmla="*/ 9 w 30"/>
                <a:gd name="T3" fmla="*/ 2 h 53"/>
                <a:gd name="T4" fmla="*/ 6 w 30"/>
                <a:gd name="T5" fmla="*/ 25 h 53"/>
                <a:gd name="T6" fmla="*/ 29 w 30"/>
                <a:gd name="T7" fmla="*/ 55 h 53"/>
                <a:gd name="T8" fmla="*/ 48 w 30"/>
                <a:gd name="T9" fmla="*/ 85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53">
                  <a:moveTo>
                    <a:pt x="22" y="6"/>
                  </a:moveTo>
                  <a:cubicBezTo>
                    <a:pt x="17" y="4"/>
                    <a:pt x="12" y="0"/>
                    <a:pt x="6" y="2"/>
                  </a:cubicBezTo>
                  <a:cubicBezTo>
                    <a:pt x="0" y="4"/>
                    <a:pt x="1" y="10"/>
                    <a:pt x="3" y="15"/>
                  </a:cubicBezTo>
                  <a:cubicBezTo>
                    <a:pt x="6" y="23"/>
                    <a:pt x="13" y="29"/>
                    <a:pt x="18" y="34"/>
                  </a:cubicBezTo>
                  <a:cubicBezTo>
                    <a:pt x="23" y="40"/>
                    <a:pt x="27" y="47"/>
                    <a:pt x="30" y="53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376" name="Freeform 485">
              <a:extLst>
                <a:ext uri="{FF2B5EF4-FFF2-40B4-BE49-F238E27FC236}">
                  <a16:creationId xmlns:a16="http://schemas.microsoft.com/office/drawing/2014/main" id="{C1731467-CC02-4C85-957A-36E6AAEC9EE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1" y="1103"/>
              <a:ext cx="13" cy="25"/>
            </a:xfrm>
            <a:custGeom>
              <a:avLst/>
              <a:gdLst>
                <a:gd name="T0" fmla="*/ 13 w 11"/>
                <a:gd name="T1" fmla="*/ 0 h 21"/>
                <a:gd name="T2" fmla="*/ 18 w 11"/>
                <a:gd name="T3" fmla="*/ 36 h 21"/>
                <a:gd name="T4" fmla="*/ 6 w 11"/>
                <a:gd name="T5" fmla="*/ 24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21">
                  <a:moveTo>
                    <a:pt x="8" y="0"/>
                  </a:moveTo>
                  <a:cubicBezTo>
                    <a:pt x="0" y="1"/>
                    <a:pt x="10" y="18"/>
                    <a:pt x="11" y="21"/>
                  </a:cubicBezTo>
                  <a:cubicBezTo>
                    <a:pt x="8" y="21"/>
                    <a:pt x="4" y="16"/>
                    <a:pt x="3" y="14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377" name="Freeform 486">
              <a:extLst>
                <a:ext uri="{FF2B5EF4-FFF2-40B4-BE49-F238E27FC236}">
                  <a16:creationId xmlns:a16="http://schemas.microsoft.com/office/drawing/2014/main" id="{0721B2F8-D632-4701-BEBA-8B6FD8BEC5C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2" y="1043"/>
              <a:ext cx="31" cy="45"/>
            </a:xfrm>
            <a:custGeom>
              <a:avLst/>
              <a:gdLst>
                <a:gd name="T0" fmla="*/ 41 w 27"/>
                <a:gd name="T1" fmla="*/ 1 h 39"/>
                <a:gd name="T2" fmla="*/ 9 w 27"/>
                <a:gd name="T3" fmla="*/ 10 h 39"/>
                <a:gd name="T4" fmla="*/ 26 w 27"/>
                <a:gd name="T5" fmla="*/ 60 h 39"/>
                <a:gd name="T6" fmla="*/ 13 w 27"/>
                <a:gd name="T7" fmla="*/ 21 h 39"/>
                <a:gd name="T8" fmla="*/ 34 w 27"/>
                <a:gd name="T9" fmla="*/ 3 h 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39">
                  <a:moveTo>
                    <a:pt x="27" y="1"/>
                  </a:moveTo>
                  <a:cubicBezTo>
                    <a:pt x="21" y="0"/>
                    <a:pt x="10" y="1"/>
                    <a:pt x="6" y="7"/>
                  </a:cubicBezTo>
                  <a:cubicBezTo>
                    <a:pt x="0" y="17"/>
                    <a:pt x="8" y="33"/>
                    <a:pt x="17" y="39"/>
                  </a:cubicBezTo>
                  <a:cubicBezTo>
                    <a:pt x="10" y="35"/>
                    <a:pt x="7" y="22"/>
                    <a:pt x="9" y="14"/>
                  </a:cubicBezTo>
                  <a:cubicBezTo>
                    <a:pt x="11" y="8"/>
                    <a:pt x="16" y="3"/>
                    <a:pt x="23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378" name="Freeform 487">
              <a:extLst>
                <a:ext uri="{FF2B5EF4-FFF2-40B4-BE49-F238E27FC236}">
                  <a16:creationId xmlns:a16="http://schemas.microsoft.com/office/drawing/2014/main" id="{A93F91BD-7768-4799-BEF6-9C031B219445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3" y="966"/>
              <a:ext cx="27" cy="37"/>
            </a:xfrm>
            <a:custGeom>
              <a:avLst/>
              <a:gdLst>
                <a:gd name="T0" fmla="*/ 0 w 23"/>
                <a:gd name="T1" fmla="*/ 16 h 32"/>
                <a:gd name="T2" fmla="*/ 15 w 23"/>
                <a:gd name="T3" fmla="*/ 1 h 32"/>
                <a:gd name="T4" fmla="*/ 31 w 23"/>
                <a:gd name="T5" fmla="*/ 2 h 32"/>
                <a:gd name="T6" fmla="*/ 36 w 23"/>
                <a:gd name="T7" fmla="*/ 22 h 32"/>
                <a:gd name="T8" fmla="*/ 36 w 23"/>
                <a:gd name="T9" fmla="*/ 37 h 32"/>
                <a:gd name="T10" fmla="*/ 31 w 23"/>
                <a:gd name="T11" fmla="*/ 50 h 32"/>
                <a:gd name="T12" fmla="*/ 32 w 23"/>
                <a:gd name="T13" fmla="*/ 28 h 32"/>
                <a:gd name="T14" fmla="*/ 27 w 23"/>
                <a:gd name="T15" fmla="*/ 10 h 32"/>
                <a:gd name="T16" fmla="*/ 0 w 23"/>
                <a:gd name="T17" fmla="*/ 12 h 3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3" h="32">
                  <a:moveTo>
                    <a:pt x="0" y="10"/>
                  </a:moveTo>
                  <a:cubicBezTo>
                    <a:pt x="0" y="7"/>
                    <a:pt x="6" y="2"/>
                    <a:pt x="9" y="1"/>
                  </a:cubicBezTo>
                  <a:cubicBezTo>
                    <a:pt x="12" y="0"/>
                    <a:pt x="16" y="0"/>
                    <a:pt x="19" y="2"/>
                  </a:cubicBezTo>
                  <a:cubicBezTo>
                    <a:pt x="22" y="5"/>
                    <a:pt x="22" y="10"/>
                    <a:pt x="22" y="14"/>
                  </a:cubicBezTo>
                  <a:cubicBezTo>
                    <a:pt x="23" y="17"/>
                    <a:pt x="23" y="20"/>
                    <a:pt x="22" y="24"/>
                  </a:cubicBezTo>
                  <a:cubicBezTo>
                    <a:pt x="21" y="27"/>
                    <a:pt x="20" y="29"/>
                    <a:pt x="19" y="32"/>
                  </a:cubicBezTo>
                  <a:cubicBezTo>
                    <a:pt x="19" y="28"/>
                    <a:pt x="21" y="23"/>
                    <a:pt x="20" y="18"/>
                  </a:cubicBezTo>
                  <a:cubicBezTo>
                    <a:pt x="20" y="15"/>
                    <a:pt x="20" y="10"/>
                    <a:pt x="17" y="7"/>
                  </a:cubicBezTo>
                  <a:cubicBezTo>
                    <a:pt x="13" y="2"/>
                    <a:pt x="3" y="3"/>
                    <a:pt x="0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379" name="Freeform 488">
              <a:extLst>
                <a:ext uri="{FF2B5EF4-FFF2-40B4-BE49-F238E27FC236}">
                  <a16:creationId xmlns:a16="http://schemas.microsoft.com/office/drawing/2014/main" id="{4452996A-741A-4AB4-A3AC-36C4CDACF41F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2" y="976"/>
              <a:ext cx="18" cy="42"/>
            </a:xfrm>
            <a:custGeom>
              <a:avLst/>
              <a:gdLst>
                <a:gd name="T0" fmla="*/ 1 w 16"/>
                <a:gd name="T1" fmla="*/ 26 h 36"/>
                <a:gd name="T2" fmla="*/ 20 w 16"/>
                <a:gd name="T3" fmla="*/ 11 h 36"/>
                <a:gd name="T4" fmla="*/ 18 w 16"/>
                <a:gd name="T5" fmla="*/ 32 h 36"/>
                <a:gd name="T6" fmla="*/ 11 w 16"/>
                <a:gd name="T7" fmla="*/ 57 h 36"/>
                <a:gd name="T8" fmla="*/ 14 w 16"/>
                <a:gd name="T9" fmla="*/ 27 h 36"/>
                <a:gd name="T10" fmla="*/ 0 w 16"/>
                <a:gd name="T11" fmla="*/ 26 h 3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" h="36">
                  <a:moveTo>
                    <a:pt x="1" y="16"/>
                  </a:moveTo>
                  <a:cubicBezTo>
                    <a:pt x="2" y="13"/>
                    <a:pt x="9" y="0"/>
                    <a:pt x="14" y="7"/>
                  </a:cubicBezTo>
                  <a:cubicBezTo>
                    <a:pt x="16" y="11"/>
                    <a:pt x="13" y="16"/>
                    <a:pt x="12" y="20"/>
                  </a:cubicBezTo>
                  <a:cubicBezTo>
                    <a:pt x="11" y="25"/>
                    <a:pt x="10" y="31"/>
                    <a:pt x="8" y="36"/>
                  </a:cubicBezTo>
                  <a:cubicBezTo>
                    <a:pt x="7" y="30"/>
                    <a:pt x="12" y="23"/>
                    <a:pt x="10" y="17"/>
                  </a:cubicBezTo>
                  <a:cubicBezTo>
                    <a:pt x="8" y="12"/>
                    <a:pt x="3" y="14"/>
                    <a:pt x="0" y="16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380" name="Freeform 489">
              <a:extLst>
                <a:ext uri="{FF2B5EF4-FFF2-40B4-BE49-F238E27FC236}">
                  <a16:creationId xmlns:a16="http://schemas.microsoft.com/office/drawing/2014/main" id="{5F791955-EB12-42C8-BD64-B4D9D9A570E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0" y="1055"/>
              <a:ext cx="23" cy="30"/>
            </a:xfrm>
            <a:custGeom>
              <a:avLst/>
              <a:gdLst>
                <a:gd name="T0" fmla="*/ 30 w 20"/>
                <a:gd name="T1" fmla="*/ 7 h 26"/>
                <a:gd name="T2" fmla="*/ 17 w 20"/>
                <a:gd name="T3" fmla="*/ 1 h 26"/>
                <a:gd name="T4" fmla="*/ 3 w 20"/>
                <a:gd name="T5" fmla="*/ 2 h 26"/>
                <a:gd name="T6" fmla="*/ 10 w 20"/>
                <a:gd name="T7" fmla="*/ 23 h 26"/>
                <a:gd name="T8" fmla="*/ 26 w 20"/>
                <a:gd name="T9" fmla="*/ 40 h 26"/>
                <a:gd name="T10" fmla="*/ 14 w 20"/>
                <a:gd name="T11" fmla="*/ 17 h 26"/>
                <a:gd name="T12" fmla="*/ 29 w 20"/>
                <a:gd name="T13" fmla="*/ 3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26">
                  <a:moveTo>
                    <a:pt x="20" y="4"/>
                  </a:moveTo>
                  <a:cubicBezTo>
                    <a:pt x="17" y="4"/>
                    <a:pt x="14" y="2"/>
                    <a:pt x="11" y="1"/>
                  </a:cubicBezTo>
                  <a:cubicBezTo>
                    <a:pt x="9" y="1"/>
                    <a:pt x="5" y="0"/>
                    <a:pt x="3" y="2"/>
                  </a:cubicBezTo>
                  <a:cubicBezTo>
                    <a:pt x="0" y="6"/>
                    <a:pt x="5" y="12"/>
                    <a:pt x="7" y="15"/>
                  </a:cubicBezTo>
                  <a:cubicBezTo>
                    <a:pt x="10" y="19"/>
                    <a:pt x="14" y="23"/>
                    <a:pt x="17" y="26"/>
                  </a:cubicBezTo>
                  <a:cubicBezTo>
                    <a:pt x="13" y="23"/>
                    <a:pt x="8" y="16"/>
                    <a:pt x="9" y="11"/>
                  </a:cubicBezTo>
                  <a:cubicBezTo>
                    <a:pt x="10" y="6"/>
                    <a:pt x="15" y="3"/>
                    <a:pt x="19" y="3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381" name="Freeform 490">
              <a:extLst>
                <a:ext uri="{FF2B5EF4-FFF2-40B4-BE49-F238E27FC236}">
                  <a16:creationId xmlns:a16="http://schemas.microsoft.com/office/drawing/2014/main" id="{A213D72D-963F-4CA9-B4E1-F020BA5953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9" y="1088"/>
              <a:ext cx="7" cy="22"/>
            </a:xfrm>
            <a:custGeom>
              <a:avLst/>
              <a:gdLst>
                <a:gd name="T0" fmla="*/ 9 w 6"/>
                <a:gd name="T1" fmla="*/ 19 h 19"/>
                <a:gd name="T2" fmla="*/ 7 w 6"/>
                <a:gd name="T3" fmla="*/ 29 h 19"/>
                <a:gd name="T4" fmla="*/ 1 w 6"/>
                <a:gd name="T5" fmla="*/ 16 h 19"/>
                <a:gd name="T6" fmla="*/ 2 w 6"/>
                <a:gd name="T7" fmla="*/ 0 h 19"/>
                <a:gd name="T8" fmla="*/ 8 w 6"/>
                <a:gd name="T9" fmla="*/ 17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19">
                  <a:moveTo>
                    <a:pt x="6" y="12"/>
                  </a:moveTo>
                  <a:cubicBezTo>
                    <a:pt x="4" y="14"/>
                    <a:pt x="5" y="17"/>
                    <a:pt x="4" y="19"/>
                  </a:cubicBezTo>
                  <a:cubicBezTo>
                    <a:pt x="2" y="18"/>
                    <a:pt x="1" y="12"/>
                    <a:pt x="1" y="10"/>
                  </a:cubicBezTo>
                  <a:cubicBezTo>
                    <a:pt x="0" y="7"/>
                    <a:pt x="0" y="2"/>
                    <a:pt x="2" y="0"/>
                  </a:cubicBezTo>
                  <a:cubicBezTo>
                    <a:pt x="4" y="3"/>
                    <a:pt x="4" y="7"/>
                    <a:pt x="5" y="11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382" name="Freeform 491">
              <a:extLst>
                <a:ext uri="{FF2B5EF4-FFF2-40B4-BE49-F238E27FC236}">
                  <a16:creationId xmlns:a16="http://schemas.microsoft.com/office/drawing/2014/main" id="{D0EB0E6E-2821-4EF4-A219-29758A9EBE12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0" y="1064"/>
              <a:ext cx="45" cy="20"/>
            </a:xfrm>
            <a:custGeom>
              <a:avLst/>
              <a:gdLst>
                <a:gd name="T0" fmla="*/ 58 w 38"/>
                <a:gd name="T1" fmla="*/ 1 h 17"/>
                <a:gd name="T2" fmla="*/ 51 w 38"/>
                <a:gd name="T3" fmla="*/ 7 h 17"/>
                <a:gd name="T4" fmla="*/ 37 w 38"/>
                <a:gd name="T5" fmla="*/ 13 h 17"/>
                <a:gd name="T6" fmla="*/ 20 w 38"/>
                <a:gd name="T7" fmla="*/ 19 h 17"/>
                <a:gd name="T8" fmla="*/ 0 w 38"/>
                <a:gd name="T9" fmla="*/ 25 h 17"/>
                <a:gd name="T10" fmla="*/ 15 w 38"/>
                <a:gd name="T11" fmla="*/ 26 h 17"/>
                <a:gd name="T12" fmla="*/ 38 w 38"/>
                <a:gd name="T13" fmla="*/ 16 h 17"/>
                <a:gd name="T14" fmla="*/ 56 w 38"/>
                <a:gd name="T15" fmla="*/ 7 h 17"/>
                <a:gd name="T16" fmla="*/ 63 w 38"/>
                <a:gd name="T17" fmla="*/ 0 h 1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8" h="17">
                  <a:moveTo>
                    <a:pt x="35" y="1"/>
                  </a:moveTo>
                  <a:cubicBezTo>
                    <a:pt x="33" y="2"/>
                    <a:pt x="32" y="3"/>
                    <a:pt x="30" y="4"/>
                  </a:cubicBezTo>
                  <a:cubicBezTo>
                    <a:pt x="28" y="6"/>
                    <a:pt x="25" y="7"/>
                    <a:pt x="22" y="8"/>
                  </a:cubicBezTo>
                  <a:cubicBezTo>
                    <a:pt x="19" y="9"/>
                    <a:pt x="15" y="11"/>
                    <a:pt x="12" y="12"/>
                  </a:cubicBezTo>
                  <a:cubicBezTo>
                    <a:pt x="8" y="13"/>
                    <a:pt x="3" y="14"/>
                    <a:pt x="0" y="15"/>
                  </a:cubicBezTo>
                  <a:cubicBezTo>
                    <a:pt x="1" y="17"/>
                    <a:pt x="7" y="16"/>
                    <a:pt x="9" y="16"/>
                  </a:cubicBezTo>
                  <a:cubicBezTo>
                    <a:pt x="14" y="15"/>
                    <a:pt x="18" y="12"/>
                    <a:pt x="23" y="10"/>
                  </a:cubicBezTo>
                  <a:cubicBezTo>
                    <a:pt x="27" y="9"/>
                    <a:pt x="31" y="7"/>
                    <a:pt x="34" y="4"/>
                  </a:cubicBezTo>
                  <a:cubicBezTo>
                    <a:pt x="36" y="3"/>
                    <a:pt x="37" y="2"/>
                    <a:pt x="38" y="0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383" name="Freeform 492">
              <a:extLst>
                <a:ext uri="{FF2B5EF4-FFF2-40B4-BE49-F238E27FC236}">
                  <a16:creationId xmlns:a16="http://schemas.microsoft.com/office/drawing/2014/main" id="{D52685F8-6713-4AEE-A2A9-579BF392F8D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3" y="1057"/>
              <a:ext cx="36" cy="5"/>
            </a:xfrm>
            <a:custGeom>
              <a:avLst/>
              <a:gdLst>
                <a:gd name="T0" fmla="*/ 0 w 31"/>
                <a:gd name="T1" fmla="*/ 0 h 4"/>
                <a:gd name="T2" fmla="*/ 19 w 31"/>
                <a:gd name="T3" fmla="*/ 1 h 4"/>
                <a:gd name="T4" fmla="*/ 33 w 31"/>
                <a:gd name="T5" fmla="*/ 5 h 4"/>
                <a:gd name="T6" fmla="*/ 49 w 31"/>
                <a:gd name="T7" fmla="*/ 8 h 4"/>
                <a:gd name="T8" fmla="*/ 35 w 31"/>
                <a:gd name="T9" fmla="*/ 8 h 4"/>
                <a:gd name="T10" fmla="*/ 20 w 31"/>
                <a:gd name="T11" fmla="*/ 8 h 4"/>
                <a:gd name="T12" fmla="*/ 1 w 31"/>
                <a:gd name="T13" fmla="*/ 0 h 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4">
                  <a:moveTo>
                    <a:pt x="0" y="0"/>
                  </a:moveTo>
                  <a:cubicBezTo>
                    <a:pt x="4" y="0"/>
                    <a:pt x="8" y="0"/>
                    <a:pt x="12" y="1"/>
                  </a:cubicBezTo>
                  <a:cubicBezTo>
                    <a:pt x="15" y="1"/>
                    <a:pt x="18" y="2"/>
                    <a:pt x="21" y="2"/>
                  </a:cubicBezTo>
                  <a:cubicBezTo>
                    <a:pt x="25" y="2"/>
                    <a:pt x="28" y="3"/>
                    <a:pt x="31" y="4"/>
                  </a:cubicBezTo>
                  <a:cubicBezTo>
                    <a:pt x="28" y="3"/>
                    <a:pt x="25" y="4"/>
                    <a:pt x="22" y="4"/>
                  </a:cubicBezTo>
                  <a:cubicBezTo>
                    <a:pt x="19" y="4"/>
                    <a:pt x="16" y="4"/>
                    <a:pt x="13" y="4"/>
                  </a:cubicBezTo>
                  <a:cubicBezTo>
                    <a:pt x="9" y="3"/>
                    <a:pt x="4" y="2"/>
                    <a:pt x="1" y="0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384" name="Freeform 493">
              <a:extLst>
                <a:ext uri="{FF2B5EF4-FFF2-40B4-BE49-F238E27FC236}">
                  <a16:creationId xmlns:a16="http://schemas.microsoft.com/office/drawing/2014/main" id="{040C2053-0DA7-4977-82B8-71BF4627E4A3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5" y="1017"/>
              <a:ext cx="35" cy="30"/>
            </a:xfrm>
            <a:custGeom>
              <a:avLst/>
              <a:gdLst>
                <a:gd name="T0" fmla="*/ 48 w 30"/>
                <a:gd name="T1" fmla="*/ 1 h 26"/>
                <a:gd name="T2" fmla="*/ 22 w 30"/>
                <a:gd name="T3" fmla="*/ 12 h 26"/>
                <a:gd name="T4" fmla="*/ 9 w 30"/>
                <a:gd name="T5" fmla="*/ 23 h 26"/>
                <a:gd name="T6" fmla="*/ 0 w 30"/>
                <a:gd name="T7" fmla="*/ 40 h 26"/>
                <a:gd name="T8" fmla="*/ 2 w 30"/>
                <a:gd name="T9" fmla="*/ 29 h 26"/>
                <a:gd name="T10" fmla="*/ 8 w 30"/>
                <a:gd name="T11" fmla="*/ 21 h 26"/>
                <a:gd name="T12" fmla="*/ 21 w 30"/>
                <a:gd name="T13" fmla="*/ 10 h 26"/>
                <a:gd name="T14" fmla="*/ 47 w 30"/>
                <a:gd name="T15" fmla="*/ 0 h 2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0" h="26">
                  <a:moveTo>
                    <a:pt x="30" y="1"/>
                  </a:moveTo>
                  <a:cubicBezTo>
                    <a:pt x="25" y="3"/>
                    <a:pt x="19" y="4"/>
                    <a:pt x="14" y="8"/>
                  </a:cubicBezTo>
                  <a:cubicBezTo>
                    <a:pt x="11" y="10"/>
                    <a:pt x="9" y="12"/>
                    <a:pt x="6" y="15"/>
                  </a:cubicBezTo>
                  <a:cubicBezTo>
                    <a:pt x="4" y="18"/>
                    <a:pt x="2" y="22"/>
                    <a:pt x="0" y="26"/>
                  </a:cubicBezTo>
                  <a:cubicBezTo>
                    <a:pt x="0" y="24"/>
                    <a:pt x="1" y="21"/>
                    <a:pt x="2" y="19"/>
                  </a:cubicBezTo>
                  <a:cubicBezTo>
                    <a:pt x="3" y="17"/>
                    <a:pt x="4" y="16"/>
                    <a:pt x="5" y="14"/>
                  </a:cubicBezTo>
                  <a:cubicBezTo>
                    <a:pt x="8" y="11"/>
                    <a:pt x="11" y="10"/>
                    <a:pt x="13" y="7"/>
                  </a:cubicBezTo>
                  <a:cubicBezTo>
                    <a:pt x="18" y="4"/>
                    <a:pt x="23" y="1"/>
                    <a:pt x="29" y="0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385" name="Freeform 494">
              <a:extLst>
                <a:ext uri="{FF2B5EF4-FFF2-40B4-BE49-F238E27FC236}">
                  <a16:creationId xmlns:a16="http://schemas.microsoft.com/office/drawing/2014/main" id="{75A0D8DA-5DE2-466B-B705-5FF9B92C111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0" y="1093"/>
              <a:ext cx="16" cy="43"/>
            </a:xfrm>
            <a:custGeom>
              <a:avLst/>
              <a:gdLst>
                <a:gd name="T0" fmla="*/ 18 w 14"/>
                <a:gd name="T1" fmla="*/ 0 h 37"/>
                <a:gd name="T2" fmla="*/ 10 w 14"/>
                <a:gd name="T3" fmla="*/ 19 h 37"/>
                <a:gd name="T4" fmla="*/ 11 w 14"/>
                <a:gd name="T5" fmla="*/ 38 h 37"/>
                <a:gd name="T6" fmla="*/ 21 w 14"/>
                <a:gd name="T7" fmla="*/ 50 h 37"/>
                <a:gd name="T8" fmla="*/ 17 w 14"/>
                <a:gd name="T9" fmla="*/ 58 h 37"/>
                <a:gd name="T10" fmla="*/ 8 w 14"/>
                <a:gd name="T11" fmla="*/ 42 h 37"/>
                <a:gd name="T12" fmla="*/ 1 w 14"/>
                <a:gd name="T13" fmla="*/ 36 h 37"/>
                <a:gd name="T14" fmla="*/ 1 w 14"/>
                <a:gd name="T15" fmla="*/ 28 h 37"/>
                <a:gd name="T16" fmla="*/ 3 w 14"/>
                <a:gd name="T17" fmla="*/ 14 h 37"/>
                <a:gd name="T18" fmla="*/ 17 w 14"/>
                <a:gd name="T19" fmla="*/ 0 h 3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4" h="37">
                  <a:moveTo>
                    <a:pt x="12" y="0"/>
                  </a:moveTo>
                  <a:cubicBezTo>
                    <a:pt x="10" y="3"/>
                    <a:pt x="8" y="8"/>
                    <a:pt x="7" y="12"/>
                  </a:cubicBezTo>
                  <a:cubicBezTo>
                    <a:pt x="5" y="16"/>
                    <a:pt x="5" y="20"/>
                    <a:pt x="8" y="24"/>
                  </a:cubicBezTo>
                  <a:cubicBezTo>
                    <a:pt x="9" y="27"/>
                    <a:pt x="13" y="29"/>
                    <a:pt x="14" y="32"/>
                  </a:cubicBezTo>
                  <a:cubicBezTo>
                    <a:pt x="14" y="34"/>
                    <a:pt x="12" y="36"/>
                    <a:pt x="11" y="37"/>
                  </a:cubicBezTo>
                  <a:cubicBezTo>
                    <a:pt x="9" y="34"/>
                    <a:pt x="8" y="30"/>
                    <a:pt x="5" y="27"/>
                  </a:cubicBezTo>
                  <a:cubicBezTo>
                    <a:pt x="3" y="26"/>
                    <a:pt x="2" y="25"/>
                    <a:pt x="1" y="23"/>
                  </a:cubicBezTo>
                  <a:cubicBezTo>
                    <a:pt x="0" y="21"/>
                    <a:pt x="1" y="20"/>
                    <a:pt x="1" y="18"/>
                  </a:cubicBezTo>
                  <a:cubicBezTo>
                    <a:pt x="2" y="14"/>
                    <a:pt x="1" y="11"/>
                    <a:pt x="3" y="9"/>
                  </a:cubicBezTo>
                  <a:cubicBezTo>
                    <a:pt x="6" y="6"/>
                    <a:pt x="9" y="3"/>
                    <a:pt x="11" y="0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386" name="Freeform 495">
              <a:extLst>
                <a:ext uri="{FF2B5EF4-FFF2-40B4-BE49-F238E27FC236}">
                  <a16:creationId xmlns:a16="http://schemas.microsoft.com/office/drawing/2014/main" id="{9680D6C1-9E49-4307-9EEE-3A38AB668FBF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2" y="1087"/>
              <a:ext cx="14" cy="33"/>
            </a:xfrm>
            <a:custGeom>
              <a:avLst/>
              <a:gdLst>
                <a:gd name="T0" fmla="*/ 0 w 12"/>
                <a:gd name="T1" fmla="*/ 0 h 28"/>
                <a:gd name="T2" fmla="*/ 11 w 12"/>
                <a:gd name="T3" fmla="*/ 24 h 28"/>
                <a:gd name="T4" fmla="*/ 7 w 12"/>
                <a:gd name="T5" fmla="*/ 46 h 28"/>
                <a:gd name="T6" fmla="*/ 19 w 12"/>
                <a:gd name="T7" fmla="*/ 20 h 28"/>
                <a:gd name="T8" fmla="*/ 13 w 12"/>
                <a:gd name="T9" fmla="*/ 7 h 28"/>
                <a:gd name="T10" fmla="*/ 8 w 12"/>
                <a:gd name="T11" fmla="*/ 1 h 28"/>
                <a:gd name="T12" fmla="*/ 6 w 12"/>
                <a:gd name="T13" fmla="*/ 1 h 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28">
                  <a:moveTo>
                    <a:pt x="0" y="0"/>
                  </a:moveTo>
                  <a:cubicBezTo>
                    <a:pt x="5" y="4"/>
                    <a:pt x="6" y="8"/>
                    <a:pt x="7" y="14"/>
                  </a:cubicBezTo>
                  <a:cubicBezTo>
                    <a:pt x="8" y="19"/>
                    <a:pt x="6" y="23"/>
                    <a:pt x="4" y="28"/>
                  </a:cubicBezTo>
                  <a:cubicBezTo>
                    <a:pt x="9" y="25"/>
                    <a:pt x="12" y="18"/>
                    <a:pt x="12" y="12"/>
                  </a:cubicBezTo>
                  <a:cubicBezTo>
                    <a:pt x="12" y="9"/>
                    <a:pt x="11" y="6"/>
                    <a:pt x="8" y="4"/>
                  </a:cubicBezTo>
                  <a:cubicBezTo>
                    <a:pt x="7" y="3"/>
                    <a:pt x="6" y="2"/>
                    <a:pt x="5" y="1"/>
                  </a:cubicBezTo>
                  <a:cubicBezTo>
                    <a:pt x="4" y="1"/>
                    <a:pt x="3" y="1"/>
                    <a:pt x="3" y="1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387" name="Freeform 496">
              <a:extLst>
                <a:ext uri="{FF2B5EF4-FFF2-40B4-BE49-F238E27FC236}">
                  <a16:creationId xmlns:a16="http://schemas.microsoft.com/office/drawing/2014/main" id="{7211190E-B234-4FB5-8EE5-46236704503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7" y="1007"/>
              <a:ext cx="22" cy="74"/>
            </a:xfrm>
            <a:custGeom>
              <a:avLst/>
              <a:gdLst>
                <a:gd name="T0" fmla="*/ 12 w 19"/>
                <a:gd name="T1" fmla="*/ 7 h 64"/>
                <a:gd name="T2" fmla="*/ 7 w 19"/>
                <a:gd name="T3" fmla="*/ 17 h 64"/>
                <a:gd name="T4" fmla="*/ 2 w 19"/>
                <a:gd name="T5" fmla="*/ 27 h 64"/>
                <a:gd name="T6" fmla="*/ 0 w 19"/>
                <a:gd name="T7" fmla="*/ 52 h 64"/>
                <a:gd name="T8" fmla="*/ 3 w 19"/>
                <a:gd name="T9" fmla="*/ 79 h 64"/>
                <a:gd name="T10" fmla="*/ 14 w 19"/>
                <a:gd name="T11" fmla="*/ 99 h 64"/>
                <a:gd name="T12" fmla="*/ 12 w 19"/>
                <a:gd name="T13" fmla="*/ 75 h 64"/>
                <a:gd name="T14" fmla="*/ 14 w 19"/>
                <a:gd name="T15" fmla="*/ 51 h 64"/>
                <a:gd name="T16" fmla="*/ 17 w 19"/>
                <a:gd name="T17" fmla="*/ 39 h 64"/>
                <a:gd name="T18" fmla="*/ 23 w 19"/>
                <a:gd name="T19" fmla="*/ 28 h 64"/>
                <a:gd name="T20" fmla="*/ 20 w 19"/>
                <a:gd name="T21" fmla="*/ 25 h 64"/>
                <a:gd name="T22" fmla="*/ 22 w 19"/>
                <a:gd name="T23" fmla="*/ 20 h 64"/>
                <a:gd name="T24" fmla="*/ 27 w 19"/>
                <a:gd name="T25" fmla="*/ 8 h 64"/>
                <a:gd name="T26" fmla="*/ 14 w 19"/>
                <a:gd name="T27" fmla="*/ 3 h 64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9" h="64">
                  <a:moveTo>
                    <a:pt x="8" y="4"/>
                  </a:moveTo>
                  <a:cubicBezTo>
                    <a:pt x="7" y="4"/>
                    <a:pt x="5" y="9"/>
                    <a:pt x="4" y="11"/>
                  </a:cubicBezTo>
                  <a:cubicBezTo>
                    <a:pt x="3" y="13"/>
                    <a:pt x="2" y="15"/>
                    <a:pt x="2" y="17"/>
                  </a:cubicBezTo>
                  <a:cubicBezTo>
                    <a:pt x="1" y="23"/>
                    <a:pt x="0" y="29"/>
                    <a:pt x="0" y="34"/>
                  </a:cubicBezTo>
                  <a:cubicBezTo>
                    <a:pt x="0" y="40"/>
                    <a:pt x="1" y="46"/>
                    <a:pt x="3" y="51"/>
                  </a:cubicBezTo>
                  <a:cubicBezTo>
                    <a:pt x="4" y="54"/>
                    <a:pt x="5" y="63"/>
                    <a:pt x="9" y="64"/>
                  </a:cubicBezTo>
                  <a:cubicBezTo>
                    <a:pt x="11" y="59"/>
                    <a:pt x="9" y="53"/>
                    <a:pt x="8" y="48"/>
                  </a:cubicBezTo>
                  <a:cubicBezTo>
                    <a:pt x="7" y="42"/>
                    <a:pt x="7" y="38"/>
                    <a:pt x="9" y="33"/>
                  </a:cubicBezTo>
                  <a:cubicBezTo>
                    <a:pt x="9" y="30"/>
                    <a:pt x="10" y="28"/>
                    <a:pt x="11" y="25"/>
                  </a:cubicBezTo>
                  <a:cubicBezTo>
                    <a:pt x="13" y="24"/>
                    <a:pt x="16" y="20"/>
                    <a:pt x="15" y="18"/>
                  </a:cubicBezTo>
                  <a:cubicBezTo>
                    <a:pt x="15" y="18"/>
                    <a:pt x="14" y="17"/>
                    <a:pt x="13" y="16"/>
                  </a:cubicBezTo>
                  <a:cubicBezTo>
                    <a:pt x="13" y="15"/>
                    <a:pt x="14" y="14"/>
                    <a:pt x="14" y="13"/>
                  </a:cubicBezTo>
                  <a:cubicBezTo>
                    <a:pt x="16" y="10"/>
                    <a:pt x="19" y="8"/>
                    <a:pt x="17" y="5"/>
                  </a:cubicBezTo>
                  <a:cubicBezTo>
                    <a:pt x="15" y="3"/>
                    <a:pt x="11" y="0"/>
                    <a:pt x="9" y="3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388" name="Freeform 497">
              <a:extLst>
                <a:ext uri="{FF2B5EF4-FFF2-40B4-BE49-F238E27FC236}">
                  <a16:creationId xmlns:a16="http://schemas.microsoft.com/office/drawing/2014/main" id="{46D0E75D-40CE-4581-8C5F-C01C3F87886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4" y="1072"/>
              <a:ext cx="30" cy="53"/>
            </a:xfrm>
            <a:custGeom>
              <a:avLst/>
              <a:gdLst>
                <a:gd name="T0" fmla="*/ 3 w 26"/>
                <a:gd name="T1" fmla="*/ 0 h 46"/>
                <a:gd name="T2" fmla="*/ 1 w 26"/>
                <a:gd name="T3" fmla="*/ 47 h 46"/>
                <a:gd name="T4" fmla="*/ 17 w 26"/>
                <a:gd name="T5" fmla="*/ 69 h 46"/>
                <a:gd name="T6" fmla="*/ 31 w 26"/>
                <a:gd name="T7" fmla="*/ 70 h 46"/>
                <a:gd name="T8" fmla="*/ 40 w 26"/>
                <a:gd name="T9" fmla="*/ 68 h 46"/>
                <a:gd name="T10" fmla="*/ 20 w 26"/>
                <a:gd name="T11" fmla="*/ 62 h 46"/>
                <a:gd name="T12" fmla="*/ 12 w 26"/>
                <a:gd name="T13" fmla="*/ 53 h 46"/>
                <a:gd name="T14" fmla="*/ 8 w 26"/>
                <a:gd name="T15" fmla="*/ 40 h 46"/>
                <a:gd name="T16" fmla="*/ 8 w 26"/>
                <a:gd name="T17" fmla="*/ 16 h 46"/>
                <a:gd name="T18" fmla="*/ 3 w 26"/>
                <a:gd name="T19" fmla="*/ 0 h 4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6" h="46">
                  <a:moveTo>
                    <a:pt x="3" y="0"/>
                  </a:moveTo>
                  <a:cubicBezTo>
                    <a:pt x="6" y="11"/>
                    <a:pt x="0" y="21"/>
                    <a:pt x="1" y="31"/>
                  </a:cubicBezTo>
                  <a:cubicBezTo>
                    <a:pt x="2" y="37"/>
                    <a:pt x="6" y="43"/>
                    <a:pt x="11" y="45"/>
                  </a:cubicBezTo>
                  <a:cubicBezTo>
                    <a:pt x="14" y="46"/>
                    <a:pt x="17" y="46"/>
                    <a:pt x="20" y="46"/>
                  </a:cubicBezTo>
                  <a:cubicBezTo>
                    <a:pt x="22" y="46"/>
                    <a:pt x="26" y="46"/>
                    <a:pt x="26" y="44"/>
                  </a:cubicBezTo>
                  <a:cubicBezTo>
                    <a:pt x="22" y="44"/>
                    <a:pt x="17" y="44"/>
                    <a:pt x="13" y="41"/>
                  </a:cubicBezTo>
                  <a:cubicBezTo>
                    <a:pt x="11" y="40"/>
                    <a:pt x="10" y="37"/>
                    <a:pt x="8" y="35"/>
                  </a:cubicBezTo>
                  <a:cubicBezTo>
                    <a:pt x="7" y="32"/>
                    <a:pt x="6" y="29"/>
                    <a:pt x="5" y="26"/>
                  </a:cubicBezTo>
                  <a:cubicBezTo>
                    <a:pt x="4" y="21"/>
                    <a:pt x="5" y="15"/>
                    <a:pt x="5" y="10"/>
                  </a:cubicBezTo>
                  <a:cubicBezTo>
                    <a:pt x="5" y="6"/>
                    <a:pt x="4" y="3"/>
                    <a:pt x="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389" name="Freeform 498">
              <a:extLst>
                <a:ext uri="{FF2B5EF4-FFF2-40B4-BE49-F238E27FC236}">
                  <a16:creationId xmlns:a16="http://schemas.microsoft.com/office/drawing/2014/main" id="{0FF25C25-B828-431B-9BF6-B797EE3F218F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9" y="1019"/>
              <a:ext cx="30" cy="64"/>
            </a:xfrm>
            <a:custGeom>
              <a:avLst/>
              <a:gdLst>
                <a:gd name="T0" fmla="*/ 0 w 26"/>
                <a:gd name="T1" fmla="*/ 1 h 55"/>
                <a:gd name="T2" fmla="*/ 20 w 26"/>
                <a:gd name="T3" fmla="*/ 19 h 55"/>
                <a:gd name="T4" fmla="*/ 28 w 26"/>
                <a:gd name="T5" fmla="*/ 40 h 55"/>
                <a:gd name="T6" fmla="*/ 38 w 26"/>
                <a:gd name="T7" fmla="*/ 86 h 55"/>
                <a:gd name="T8" fmla="*/ 29 w 26"/>
                <a:gd name="T9" fmla="*/ 27 h 55"/>
                <a:gd name="T10" fmla="*/ 16 w 26"/>
                <a:gd name="T11" fmla="*/ 8 h 55"/>
                <a:gd name="T12" fmla="*/ 8 w 26"/>
                <a:gd name="T13" fmla="*/ 1 h 55"/>
                <a:gd name="T14" fmla="*/ 1 w 26"/>
                <a:gd name="T15" fmla="*/ 0 h 5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6" h="55">
                  <a:moveTo>
                    <a:pt x="0" y="1"/>
                  </a:moveTo>
                  <a:cubicBezTo>
                    <a:pt x="5" y="1"/>
                    <a:pt x="11" y="8"/>
                    <a:pt x="13" y="12"/>
                  </a:cubicBezTo>
                  <a:cubicBezTo>
                    <a:pt x="15" y="16"/>
                    <a:pt x="17" y="20"/>
                    <a:pt x="18" y="25"/>
                  </a:cubicBezTo>
                  <a:cubicBezTo>
                    <a:pt x="22" y="35"/>
                    <a:pt x="25" y="44"/>
                    <a:pt x="25" y="55"/>
                  </a:cubicBezTo>
                  <a:cubicBezTo>
                    <a:pt x="26" y="42"/>
                    <a:pt x="25" y="29"/>
                    <a:pt x="19" y="17"/>
                  </a:cubicBezTo>
                  <a:cubicBezTo>
                    <a:pt x="17" y="12"/>
                    <a:pt x="15" y="8"/>
                    <a:pt x="10" y="5"/>
                  </a:cubicBezTo>
                  <a:cubicBezTo>
                    <a:pt x="9" y="3"/>
                    <a:pt x="7" y="2"/>
                    <a:pt x="5" y="1"/>
                  </a:cubicBezTo>
                  <a:cubicBezTo>
                    <a:pt x="4" y="1"/>
                    <a:pt x="2" y="1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390" name="Freeform 499">
              <a:extLst>
                <a:ext uri="{FF2B5EF4-FFF2-40B4-BE49-F238E27FC236}">
                  <a16:creationId xmlns:a16="http://schemas.microsoft.com/office/drawing/2014/main" id="{3FAE8614-AA10-4890-ABAF-A9E84F3C839D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5" y="1085"/>
              <a:ext cx="14" cy="51"/>
            </a:xfrm>
            <a:custGeom>
              <a:avLst/>
              <a:gdLst>
                <a:gd name="T0" fmla="*/ 16 w 12"/>
                <a:gd name="T1" fmla="*/ 0 h 44"/>
                <a:gd name="T2" fmla="*/ 11 w 12"/>
                <a:gd name="T3" fmla="*/ 30 h 44"/>
                <a:gd name="T4" fmla="*/ 16 w 12"/>
                <a:gd name="T5" fmla="*/ 41 h 44"/>
                <a:gd name="T6" fmla="*/ 19 w 12"/>
                <a:gd name="T7" fmla="*/ 50 h 44"/>
                <a:gd name="T8" fmla="*/ 18 w 12"/>
                <a:gd name="T9" fmla="*/ 51 h 44"/>
                <a:gd name="T10" fmla="*/ 16 w 12"/>
                <a:gd name="T11" fmla="*/ 57 h 44"/>
                <a:gd name="T12" fmla="*/ 9 w 12"/>
                <a:gd name="T13" fmla="*/ 67 h 44"/>
                <a:gd name="T14" fmla="*/ 7 w 12"/>
                <a:gd name="T15" fmla="*/ 61 h 44"/>
                <a:gd name="T16" fmla="*/ 2 w 12"/>
                <a:gd name="T17" fmla="*/ 50 h 44"/>
                <a:gd name="T18" fmla="*/ 1 w 12"/>
                <a:gd name="T19" fmla="*/ 30 h 44"/>
                <a:gd name="T20" fmla="*/ 8 w 12"/>
                <a:gd name="T21" fmla="*/ 12 h 44"/>
                <a:gd name="T22" fmla="*/ 15 w 12"/>
                <a:gd name="T23" fmla="*/ 1 h 4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2" h="44">
                  <a:moveTo>
                    <a:pt x="10" y="0"/>
                  </a:moveTo>
                  <a:cubicBezTo>
                    <a:pt x="8" y="6"/>
                    <a:pt x="6" y="12"/>
                    <a:pt x="7" y="19"/>
                  </a:cubicBezTo>
                  <a:cubicBezTo>
                    <a:pt x="8" y="21"/>
                    <a:pt x="9" y="24"/>
                    <a:pt x="10" y="26"/>
                  </a:cubicBezTo>
                  <a:cubicBezTo>
                    <a:pt x="10" y="28"/>
                    <a:pt x="12" y="30"/>
                    <a:pt x="12" y="32"/>
                  </a:cubicBezTo>
                  <a:cubicBezTo>
                    <a:pt x="12" y="32"/>
                    <a:pt x="11" y="33"/>
                    <a:pt x="11" y="33"/>
                  </a:cubicBezTo>
                  <a:cubicBezTo>
                    <a:pt x="10" y="34"/>
                    <a:pt x="10" y="35"/>
                    <a:pt x="10" y="36"/>
                  </a:cubicBezTo>
                  <a:cubicBezTo>
                    <a:pt x="10" y="38"/>
                    <a:pt x="9" y="43"/>
                    <a:pt x="6" y="43"/>
                  </a:cubicBezTo>
                  <a:cubicBezTo>
                    <a:pt x="5" y="44"/>
                    <a:pt x="4" y="41"/>
                    <a:pt x="4" y="40"/>
                  </a:cubicBezTo>
                  <a:cubicBezTo>
                    <a:pt x="3" y="37"/>
                    <a:pt x="3" y="35"/>
                    <a:pt x="2" y="32"/>
                  </a:cubicBezTo>
                  <a:cubicBezTo>
                    <a:pt x="0" y="28"/>
                    <a:pt x="0" y="24"/>
                    <a:pt x="1" y="19"/>
                  </a:cubicBezTo>
                  <a:cubicBezTo>
                    <a:pt x="2" y="16"/>
                    <a:pt x="4" y="12"/>
                    <a:pt x="5" y="8"/>
                  </a:cubicBezTo>
                  <a:cubicBezTo>
                    <a:pt x="6" y="6"/>
                    <a:pt x="7" y="3"/>
                    <a:pt x="9" y="1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391" name="Freeform 500">
              <a:extLst>
                <a:ext uri="{FF2B5EF4-FFF2-40B4-BE49-F238E27FC236}">
                  <a16:creationId xmlns:a16="http://schemas.microsoft.com/office/drawing/2014/main" id="{D4E411B4-2A82-4134-91CA-E02106B5B81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5" y="998"/>
              <a:ext cx="46" cy="26"/>
            </a:xfrm>
            <a:custGeom>
              <a:avLst/>
              <a:gdLst>
                <a:gd name="T0" fmla="*/ 9 w 40"/>
                <a:gd name="T1" fmla="*/ 37 h 22"/>
                <a:gd name="T2" fmla="*/ 44 w 40"/>
                <a:gd name="T3" fmla="*/ 17 h 22"/>
                <a:gd name="T4" fmla="*/ 60 w 40"/>
                <a:gd name="T5" fmla="*/ 9 h 22"/>
                <a:gd name="T6" fmla="*/ 53 w 40"/>
                <a:gd name="T7" fmla="*/ 1 h 22"/>
                <a:gd name="T8" fmla="*/ 32 w 40"/>
                <a:gd name="T9" fmla="*/ 2 h 22"/>
                <a:gd name="T10" fmla="*/ 17 w 40"/>
                <a:gd name="T11" fmla="*/ 9 h 22"/>
                <a:gd name="T12" fmla="*/ 7 w 40"/>
                <a:gd name="T13" fmla="*/ 17 h 22"/>
                <a:gd name="T14" fmla="*/ 1 w 40"/>
                <a:gd name="T15" fmla="*/ 33 h 2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0" h="22">
                  <a:moveTo>
                    <a:pt x="6" y="22"/>
                  </a:moveTo>
                  <a:cubicBezTo>
                    <a:pt x="12" y="16"/>
                    <a:pt x="21" y="12"/>
                    <a:pt x="29" y="10"/>
                  </a:cubicBezTo>
                  <a:cubicBezTo>
                    <a:pt x="32" y="9"/>
                    <a:pt x="39" y="9"/>
                    <a:pt x="39" y="6"/>
                  </a:cubicBezTo>
                  <a:cubicBezTo>
                    <a:pt x="40" y="3"/>
                    <a:pt x="36" y="2"/>
                    <a:pt x="35" y="1"/>
                  </a:cubicBezTo>
                  <a:cubicBezTo>
                    <a:pt x="31" y="0"/>
                    <a:pt x="26" y="1"/>
                    <a:pt x="21" y="2"/>
                  </a:cubicBezTo>
                  <a:cubicBezTo>
                    <a:pt x="17" y="3"/>
                    <a:pt x="14" y="3"/>
                    <a:pt x="11" y="6"/>
                  </a:cubicBezTo>
                  <a:cubicBezTo>
                    <a:pt x="9" y="7"/>
                    <a:pt x="6" y="8"/>
                    <a:pt x="4" y="10"/>
                  </a:cubicBezTo>
                  <a:cubicBezTo>
                    <a:pt x="0" y="11"/>
                    <a:pt x="0" y="16"/>
                    <a:pt x="1" y="20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392" name="Freeform 501">
              <a:extLst>
                <a:ext uri="{FF2B5EF4-FFF2-40B4-BE49-F238E27FC236}">
                  <a16:creationId xmlns:a16="http://schemas.microsoft.com/office/drawing/2014/main" id="{E416F133-61BE-4967-B40A-7186146151E0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7" y="1112"/>
              <a:ext cx="18" cy="26"/>
            </a:xfrm>
            <a:custGeom>
              <a:avLst/>
              <a:gdLst>
                <a:gd name="T0" fmla="*/ 0 w 15"/>
                <a:gd name="T1" fmla="*/ 8 h 23"/>
                <a:gd name="T2" fmla="*/ 8 w 15"/>
                <a:gd name="T3" fmla="*/ 2 h 23"/>
                <a:gd name="T4" fmla="*/ 16 w 15"/>
                <a:gd name="T5" fmla="*/ 11 h 23"/>
                <a:gd name="T6" fmla="*/ 23 w 15"/>
                <a:gd name="T7" fmla="*/ 32 h 23"/>
                <a:gd name="T8" fmla="*/ 1 w 15"/>
                <a:gd name="T9" fmla="*/ 16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23">
                  <a:moveTo>
                    <a:pt x="0" y="5"/>
                  </a:moveTo>
                  <a:cubicBezTo>
                    <a:pt x="0" y="2"/>
                    <a:pt x="3" y="0"/>
                    <a:pt x="5" y="2"/>
                  </a:cubicBezTo>
                  <a:cubicBezTo>
                    <a:pt x="6" y="2"/>
                    <a:pt x="8" y="7"/>
                    <a:pt x="9" y="8"/>
                  </a:cubicBezTo>
                  <a:cubicBezTo>
                    <a:pt x="11" y="12"/>
                    <a:pt x="15" y="18"/>
                    <a:pt x="13" y="22"/>
                  </a:cubicBezTo>
                  <a:cubicBezTo>
                    <a:pt x="8" y="23"/>
                    <a:pt x="1" y="15"/>
                    <a:pt x="1" y="11"/>
                  </a:cubicBezTo>
                </a:path>
              </a:pathLst>
            </a:custGeom>
            <a:solidFill>
              <a:srgbClr val="FEF3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393" name="Freeform 502">
              <a:extLst>
                <a:ext uri="{FF2B5EF4-FFF2-40B4-BE49-F238E27FC236}">
                  <a16:creationId xmlns:a16="http://schemas.microsoft.com/office/drawing/2014/main" id="{D048783E-254E-429B-9C42-20BA5ECF0D5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5" y="1141"/>
              <a:ext cx="21" cy="52"/>
            </a:xfrm>
            <a:custGeom>
              <a:avLst/>
              <a:gdLst>
                <a:gd name="T0" fmla="*/ 29 w 18"/>
                <a:gd name="T1" fmla="*/ 0 h 45"/>
                <a:gd name="T2" fmla="*/ 11 w 18"/>
                <a:gd name="T3" fmla="*/ 32 h 45"/>
                <a:gd name="T4" fmla="*/ 18 w 18"/>
                <a:gd name="T5" fmla="*/ 69 h 45"/>
                <a:gd name="T6" fmla="*/ 29 w 18"/>
                <a:gd name="T7" fmla="*/ 2 h 4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45">
                  <a:moveTo>
                    <a:pt x="18" y="0"/>
                  </a:moveTo>
                  <a:cubicBezTo>
                    <a:pt x="16" y="8"/>
                    <a:pt x="9" y="14"/>
                    <a:pt x="7" y="21"/>
                  </a:cubicBezTo>
                  <a:cubicBezTo>
                    <a:pt x="5" y="29"/>
                    <a:pt x="8" y="37"/>
                    <a:pt x="11" y="45"/>
                  </a:cubicBezTo>
                  <a:cubicBezTo>
                    <a:pt x="0" y="32"/>
                    <a:pt x="8" y="12"/>
                    <a:pt x="18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394" name="Freeform 503">
              <a:extLst>
                <a:ext uri="{FF2B5EF4-FFF2-40B4-BE49-F238E27FC236}">
                  <a16:creationId xmlns:a16="http://schemas.microsoft.com/office/drawing/2014/main" id="{1B0853A0-2616-4234-8430-3EE25A449E8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0" y="1065"/>
              <a:ext cx="22" cy="11"/>
            </a:xfrm>
            <a:custGeom>
              <a:avLst/>
              <a:gdLst>
                <a:gd name="T0" fmla="*/ 0 w 19"/>
                <a:gd name="T1" fmla="*/ 0 h 9"/>
                <a:gd name="T2" fmla="*/ 29 w 19"/>
                <a:gd name="T3" fmla="*/ 16 h 9"/>
                <a:gd name="T4" fmla="*/ 14 w 19"/>
                <a:gd name="T5" fmla="*/ 13 h 9"/>
                <a:gd name="T6" fmla="*/ 2 w 19"/>
                <a:gd name="T7" fmla="*/ 2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9">
                  <a:moveTo>
                    <a:pt x="0" y="0"/>
                  </a:moveTo>
                  <a:cubicBezTo>
                    <a:pt x="7" y="2"/>
                    <a:pt x="12" y="8"/>
                    <a:pt x="19" y="9"/>
                  </a:cubicBezTo>
                  <a:cubicBezTo>
                    <a:pt x="15" y="9"/>
                    <a:pt x="13" y="9"/>
                    <a:pt x="9" y="7"/>
                  </a:cubicBezTo>
                  <a:cubicBezTo>
                    <a:pt x="6" y="6"/>
                    <a:pt x="5" y="3"/>
                    <a:pt x="2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395" name="Freeform 504">
              <a:extLst>
                <a:ext uri="{FF2B5EF4-FFF2-40B4-BE49-F238E27FC236}">
                  <a16:creationId xmlns:a16="http://schemas.microsoft.com/office/drawing/2014/main" id="{6E43011D-6294-4A8F-A5C8-8BA81AE68193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6" y="1034"/>
              <a:ext cx="15" cy="14"/>
            </a:xfrm>
            <a:custGeom>
              <a:avLst/>
              <a:gdLst>
                <a:gd name="T0" fmla="*/ 0 w 13"/>
                <a:gd name="T1" fmla="*/ 18 h 12"/>
                <a:gd name="T2" fmla="*/ 9 w 13"/>
                <a:gd name="T3" fmla="*/ 9 h 12"/>
                <a:gd name="T4" fmla="*/ 20 w 13"/>
                <a:gd name="T5" fmla="*/ 0 h 12"/>
                <a:gd name="T6" fmla="*/ 1 w 13"/>
                <a:gd name="T7" fmla="*/ 19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2">
                  <a:moveTo>
                    <a:pt x="0" y="11"/>
                  </a:moveTo>
                  <a:cubicBezTo>
                    <a:pt x="2" y="11"/>
                    <a:pt x="4" y="8"/>
                    <a:pt x="6" y="6"/>
                  </a:cubicBezTo>
                  <a:cubicBezTo>
                    <a:pt x="8" y="3"/>
                    <a:pt x="11" y="2"/>
                    <a:pt x="13" y="0"/>
                  </a:cubicBezTo>
                  <a:cubicBezTo>
                    <a:pt x="10" y="6"/>
                    <a:pt x="7" y="9"/>
                    <a:pt x="1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396" name="Freeform 505">
              <a:extLst>
                <a:ext uri="{FF2B5EF4-FFF2-40B4-BE49-F238E27FC236}">
                  <a16:creationId xmlns:a16="http://schemas.microsoft.com/office/drawing/2014/main" id="{90D8C4BB-CE18-460C-9940-9EFF6718348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8" y="1024"/>
              <a:ext cx="35" cy="25"/>
            </a:xfrm>
            <a:custGeom>
              <a:avLst/>
              <a:gdLst>
                <a:gd name="T0" fmla="*/ 6 w 30"/>
                <a:gd name="T1" fmla="*/ 20 h 22"/>
                <a:gd name="T2" fmla="*/ 32 w 30"/>
                <a:gd name="T3" fmla="*/ 3 h 22"/>
                <a:gd name="T4" fmla="*/ 48 w 30"/>
                <a:gd name="T5" fmla="*/ 2 h 22"/>
                <a:gd name="T6" fmla="*/ 30 w 30"/>
                <a:gd name="T7" fmla="*/ 11 h 22"/>
                <a:gd name="T8" fmla="*/ 0 w 30"/>
                <a:gd name="T9" fmla="*/ 32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22">
                  <a:moveTo>
                    <a:pt x="3" y="14"/>
                  </a:moveTo>
                  <a:cubicBezTo>
                    <a:pt x="8" y="10"/>
                    <a:pt x="14" y="6"/>
                    <a:pt x="20" y="3"/>
                  </a:cubicBezTo>
                  <a:cubicBezTo>
                    <a:pt x="22" y="2"/>
                    <a:pt x="27" y="0"/>
                    <a:pt x="30" y="2"/>
                  </a:cubicBezTo>
                  <a:cubicBezTo>
                    <a:pt x="28" y="5"/>
                    <a:pt x="22" y="7"/>
                    <a:pt x="19" y="8"/>
                  </a:cubicBezTo>
                  <a:cubicBezTo>
                    <a:pt x="12" y="12"/>
                    <a:pt x="6" y="16"/>
                    <a:pt x="0" y="2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397" name="Freeform 506">
              <a:extLst>
                <a:ext uri="{FF2B5EF4-FFF2-40B4-BE49-F238E27FC236}">
                  <a16:creationId xmlns:a16="http://schemas.microsoft.com/office/drawing/2014/main" id="{7C862470-B290-4224-A1DE-07F74A738143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7" y="999"/>
              <a:ext cx="31" cy="12"/>
            </a:xfrm>
            <a:custGeom>
              <a:avLst/>
              <a:gdLst>
                <a:gd name="T0" fmla="*/ 0 w 26"/>
                <a:gd name="T1" fmla="*/ 0 h 10"/>
                <a:gd name="T2" fmla="*/ 44 w 26"/>
                <a:gd name="T3" fmla="*/ 17 h 10"/>
                <a:gd name="T4" fmla="*/ 20 w 26"/>
                <a:gd name="T5" fmla="*/ 14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10">
                  <a:moveTo>
                    <a:pt x="0" y="0"/>
                  </a:moveTo>
                  <a:cubicBezTo>
                    <a:pt x="6" y="1"/>
                    <a:pt x="24" y="2"/>
                    <a:pt x="26" y="10"/>
                  </a:cubicBezTo>
                  <a:cubicBezTo>
                    <a:pt x="22" y="10"/>
                    <a:pt x="16" y="9"/>
                    <a:pt x="12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398" name="Freeform 507">
              <a:extLst>
                <a:ext uri="{FF2B5EF4-FFF2-40B4-BE49-F238E27FC236}">
                  <a16:creationId xmlns:a16="http://schemas.microsoft.com/office/drawing/2014/main" id="{51A68FF1-FC40-49FB-9CD3-8B0B1A9E173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4" y="1115"/>
              <a:ext cx="66" cy="111"/>
            </a:xfrm>
            <a:custGeom>
              <a:avLst/>
              <a:gdLst>
                <a:gd name="T0" fmla="*/ 0 w 57"/>
                <a:gd name="T1" fmla="*/ 0 h 96"/>
                <a:gd name="T2" fmla="*/ 88 w 57"/>
                <a:gd name="T3" fmla="*/ 148 h 96"/>
                <a:gd name="T4" fmla="*/ 0 w 57"/>
                <a:gd name="T5" fmla="*/ 0 h 9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7" h="96">
                  <a:moveTo>
                    <a:pt x="0" y="0"/>
                  </a:moveTo>
                  <a:cubicBezTo>
                    <a:pt x="0" y="0"/>
                    <a:pt x="18" y="64"/>
                    <a:pt x="57" y="96"/>
                  </a:cubicBezTo>
                  <a:cubicBezTo>
                    <a:pt x="57" y="96"/>
                    <a:pt x="14" y="47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399" name="Freeform 508">
              <a:extLst>
                <a:ext uri="{FF2B5EF4-FFF2-40B4-BE49-F238E27FC236}">
                  <a16:creationId xmlns:a16="http://schemas.microsoft.com/office/drawing/2014/main" id="{4B7F8DDE-276A-4132-9670-8E041057EED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7" y="1241"/>
              <a:ext cx="89" cy="41"/>
            </a:xfrm>
            <a:custGeom>
              <a:avLst/>
              <a:gdLst>
                <a:gd name="T0" fmla="*/ 0 w 77"/>
                <a:gd name="T1" fmla="*/ 0 h 35"/>
                <a:gd name="T2" fmla="*/ 119 w 77"/>
                <a:gd name="T3" fmla="*/ 56 h 35"/>
                <a:gd name="T4" fmla="*/ 0 w 77"/>
                <a:gd name="T5" fmla="*/ 0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7" h="35">
                  <a:moveTo>
                    <a:pt x="0" y="0"/>
                  </a:moveTo>
                  <a:cubicBezTo>
                    <a:pt x="0" y="0"/>
                    <a:pt x="39" y="35"/>
                    <a:pt x="77" y="35"/>
                  </a:cubicBezTo>
                  <a:cubicBezTo>
                    <a:pt x="77" y="35"/>
                    <a:pt x="34" y="25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400" name="Freeform 509">
              <a:extLst>
                <a:ext uri="{FF2B5EF4-FFF2-40B4-BE49-F238E27FC236}">
                  <a16:creationId xmlns:a16="http://schemas.microsoft.com/office/drawing/2014/main" id="{C6C59D77-EFC2-4523-9FCB-0BE49AAE688B}"/>
                </a:ext>
              </a:extLst>
            </p:cNvPr>
            <p:cNvSpPr>
              <a:spLocks/>
            </p:cNvSpPr>
            <p:nvPr/>
          </p:nvSpPr>
          <p:spPr bwMode="auto">
            <a:xfrm>
              <a:off x="5031" y="1047"/>
              <a:ext cx="38" cy="153"/>
            </a:xfrm>
            <a:custGeom>
              <a:avLst/>
              <a:gdLst>
                <a:gd name="T0" fmla="*/ 51 w 33"/>
                <a:gd name="T1" fmla="*/ 0 h 132"/>
                <a:gd name="T2" fmla="*/ 0 w 33"/>
                <a:gd name="T3" fmla="*/ 205 h 132"/>
                <a:gd name="T4" fmla="*/ 51 w 33"/>
                <a:gd name="T5" fmla="*/ 0 h 1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132">
                  <a:moveTo>
                    <a:pt x="33" y="0"/>
                  </a:moveTo>
                  <a:cubicBezTo>
                    <a:pt x="33" y="0"/>
                    <a:pt x="27" y="92"/>
                    <a:pt x="0" y="132"/>
                  </a:cubicBezTo>
                  <a:cubicBezTo>
                    <a:pt x="0" y="132"/>
                    <a:pt x="22" y="89"/>
                    <a:pt x="33" y="0"/>
                  </a:cubicBezTo>
                  <a:close/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401" name="Freeform 510">
              <a:extLst>
                <a:ext uri="{FF2B5EF4-FFF2-40B4-BE49-F238E27FC236}">
                  <a16:creationId xmlns:a16="http://schemas.microsoft.com/office/drawing/2014/main" id="{383E5F10-2633-4A02-A2D0-F1A0D16D43B7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5" y="1040"/>
              <a:ext cx="70" cy="65"/>
            </a:xfrm>
            <a:custGeom>
              <a:avLst/>
              <a:gdLst>
                <a:gd name="T0" fmla="*/ 46 w 60"/>
                <a:gd name="T1" fmla="*/ 30 h 56"/>
                <a:gd name="T2" fmla="*/ 21 w 60"/>
                <a:gd name="T3" fmla="*/ 39 h 56"/>
                <a:gd name="T4" fmla="*/ 2 w 60"/>
                <a:gd name="T5" fmla="*/ 60 h 56"/>
                <a:gd name="T6" fmla="*/ 57 w 60"/>
                <a:gd name="T7" fmla="*/ 67 h 56"/>
                <a:gd name="T8" fmla="*/ 89 w 60"/>
                <a:gd name="T9" fmla="*/ 17 h 56"/>
                <a:gd name="T10" fmla="*/ 70 w 60"/>
                <a:gd name="T11" fmla="*/ 9 h 5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0" h="56">
                  <a:moveTo>
                    <a:pt x="28" y="19"/>
                  </a:moveTo>
                  <a:cubicBezTo>
                    <a:pt x="25" y="17"/>
                    <a:pt x="16" y="23"/>
                    <a:pt x="13" y="25"/>
                  </a:cubicBezTo>
                  <a:cubicBezTo>
                    <a:pt x="8" y="28"/>
                    <a:pt x="3" y="32"/>
                    <a:pt x="2" y="39"/>
                  </a:cubicBezTo>
                  <a:cubicBezTo>
                    <a:pt x="0" y="56"/>
                    <a:pt x="29" y="48"/>
                    <a:pt x="36" y="43"/>
                  </a:cubicBezTo>
                  <a:cubicBezTo>
                    <a:pt x="46" y="37"/>
                    <a:pt x="60" y="24"/>
                    <a:pt x="56" y="11"/>
                  </a:cubicBezTo>
                  <a:cubicBezTo>
                    <a:pt x="55" y="7"/>
                    <a:pt x="47" y="0"/>
                    <a:pt x="44" y="6"/>
                  </a:cubicBezTo>
                </a:path>
              </a:pathLst>
            </a:custGeom>
            <a:solidFill>
              <a:srgbClr val="FAF4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402" name="Freeform 511">
              <a:extLst>
                <a:ext uri="{FF2B5EF4-FFF2-40B4-BE49-F238E27FC236}">
                  <a16:creationId xmlns:a16="http://schemas.microsoft.com/office/drawing/2014/main" id="{E8ABE5A7-B2FC-4040-A0F0-7D5328011FA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5" y="1077"/>
              <a:ext cx="71" cy="67"/>
            </a:xfrm>
            <a:custGeom>
              <a:avLst/>
              <a:gdLst>
                <a:gd name="T0" fmla="*/ 85 w 61"/>
                <a:gd name="T1" fmla="*/ 23 h 58"/>
                <a:gd name="T2" fmla="*/ 35 w 61"/>
                <a:gd name="T3" fmla="*/ 16 h 58"/>
                <a:gd name="T4" fmla="*/ 1 w 61"/>
                <a:gd name="T5" fmla="*/ 21 h 58"/>
                <a:gd name="T6" fmla="*/ 42 w 61"/>
                <a:gd name="T7" fmla="*/ 79 h 58"/>
                <a:gd name="T8" fmla="*/ 97 w 61"/>
                <a:gd name="T9" fmla="*/ 51 h 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1" h="58">
                  <a:moveTo>
                    <a:pt x="54" y="15"/>
                  </a:moveTo>
                  <a:cubicBezTo>
                    <a:pt x="42" y="19"/>
                    <a:pt x="33" y="16"/>
                    <a:pt x="22" y="10"/>
                  </a:cubicBezTo>
                  <a:cubicBezTo>
                    <a:pt x="14" y="5"/>
                    <a:pt x="0" y="0"/>
                    <a:pt x="1" y="14"/>
                  </a:cubicBezTo>
                  <a:cubicBezTo>
                    <a:pt x="2" y="29"/>
                    <a:pt x="12" y="45"/>
                    <a:pt x="27" y="51"/>
                  </a:cubicBezTo>
                  <a:cubicBezTo>
                    <a:pt x="42" y="58"/>
                    <a:pt x="57" y="47"/>
                    <a:pt x="61" y="33"/>
                  </a:cubicBezTo>
                </a:path>
              </a:pathLst>
            </a:custGeom>
            <a:solidFill>
              <a:srgbClr val="FAF4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403" name="Freeform 512">
              <a:extLst>
                <a:ext uri="{FF2B5EF4-FFF2-40B4-BE49-F238E27FC236}">
                  <a16:creationId xmlns:a16="http://schemas.microsoft.com/office/drawing/2014/main" id="{DD2BAE0A-A135-4189-8C45-07ACBFE6A36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2" y="885"/>
              <a:ext cx="49" cy="186"/>
            </a:xfrm>
            <a:custGeom>
              <a:avLst/>
              <a:gdLst>
                <a:gd name="T0" fmla="*/ 67 w 42"/>
                <a:gd name="T1" fmla="*/ 2 h 161"/>
                <a:gd name="T2" fmla="*/ 63 w 42"/>
                <a:gd name="T3" fmla="*/ 37 h 161"/>
                <a:gd name="T4" fmla="*/ 63 w 42"/>
                <a:gd name="T5" fmla="*/ 85 h 161"/>
                <a:gd name="T6" fmla="*/ 49 w 42"/>
                <a:gd name="T7" fmla="*/ 117 h 161"/>
                <a:gd name="T8" fmla="*/ 39 w 42"/>
                <a:gd name="T9" fmla="*/ 156 h 161"/>
                <a:gd name="T10" fmla="*/ 22 w 42"/>
                <a:gd name="T11" fmla="*/ 248 h 161"/>
                <a:gd name="T12" fmla="*/ 7 w 42"/>
                <a:gd name="T13" fmla="*/ 206 h 161"/>
                <a:gd name="T14" fmla="*/ 2 w 42"/>
                <a:gd name="T15" fmla="*/ 176 h 161"/>
                <a:gd name="T16" fmla="*/ 9 w 42"/>
                <a:gd name="T17" fmla="*/ 186 h 161"/>
                <a:gd name="T18" fmla="*/ 9 w 42"/>
                <a:gd name="T19" fmla="*/ 178 h 161"/>
                <a:gd name="T20" fmla="*/ 18 w 42"/>
                <a:gd name="T21" fmla="*/ 183 h 161"/>
                <a:gd name="T22" fmla="*/ 22 w 42"/>
                <a:gd name="T23" fmla="*/ 139 h 161"/>
                <a:gd name="T24" fmla="*/ 32 w 42"/>
                <a:gd name="T25" fmla="*/ 128 h 161"/>
                <a:gd name="T26" fmla="*/ 32 w 42"/>
                <a:gd name="T27" fmla="*/ 103 h 161"/>
                <a:gd name="T28" fmla="*/ 35 w 42"/>
                <a:gd name="T29" fmla="*/ 83 h 161"/>
                <a:gd name="T30" fmla="*/ 41 w 42"/>
                <a:gd name="T31" fmla="*/ 77 h 161"/>
                <a:gd name="T32" fmla="*/ 47 w 42"/>
                <a:gd name="T33" fmla="*/ 62 h 161"/>
                <a:gd name="T34" fmla="*/ 64 w 42"/>
                <a:gd name="T35" fmla="*/ 0 h 161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42" h="161">
                  <a:moveTo>
                    <a:pt x="42" y="2"/>
                  </a:moveTo>
                  <a:cubicBezTo>
                    <a:pt x="40" y="9"/>
                    <a:pt x="39" y="16"/>
                    <a:pt x="39" y="24"/>
                  </a:cubicBezTo>
                  <a:cubicBezTo>
                    <a:pt x="38" y="34"/>
                    <a:pt x="41" y="45"/>
                    <a:pt x="39" y="55"/>
                  </a:cubicBezTo>
                  <a:cubicBezTo>
                    <a:pt x="31" y="54"/>
                    <a:pt x="32" y="69"/>
                    <a:pt x="31" y="75"/>
                  </a:cubicBezTo>
                  <a:cubicBezTo>
                    <a:pt x="28" y="84"/>
                    <a:pt x="27" y="93"/>
                    <a:pt x="24" y="101"/>
                  </a:cubicBezTo>
                  <a:cubicBezTo>
                    <a:pt x="17" y="120"/>
                    <a:pt x="10" y="141"/>
                    <a:pt x="14" y="161"/>
                  </a:cubicBezTo>
                  <a:cubicBezTo>
                    <a:pt x="11" y="152"/>
                    <a:pt x="6" y="143"/>
                    <a:pt x="4" y="133"/>
                  </a:cubicBezTo>
                  <a:cubicBezTo>
                    <a:pt x="3" y="127"/>
                    <a:pt x="0" y="120"/>
                    <a:pt x="2" y="114"/>
                  </a:cubicBezTo>
                  <a:cubicBezTo>
                    <a:pt x="4" y="115"/>
                    <a:pt x="5" y="118"/>
                    <a:pt x="6" y="120"/>
                  </a:cubicBezTo>
                  <a:cubicBezTo>
                    <a:pt x="6" y="118"/>
                    <a:pt x="6" y="117"/>
                    <a:pt x="6" y="115"/>
                  </a:cubicBezTo>
                  <a:cubicBezTo>
                    <a:pt x="8" y="116"/>
                    <a:pt x="9" y="118"/>
                    <a:pt x="11" y="119"/>
                  </a:cubicBezTo>
                  <a:cubicBezTo>
                    <a:pt x="16" y="111"/>
                    <a:pt x="9" y="97"/>
                    <a:pt x="14" y="90"/>
                  </a:cubicBezTo>
                  <a:cubicBezTo>
                    <a:pt x="17" y="87"/>
                    <a:pt x="19" y="90"/>
                    <a:pt x="20" y="83"/>
                  </a:cubicBezTo>
                  <a:cubicBezTo>
                    <a:pt x="20" y="78"/>
                    <a:pt x="20" y="72"/>
                    <a:pt x="20" y="67"/>
                  </a:cubicBezTo>
                  <a:cubicBezTo>
                    <a:pt x="20" y="63"/>
                    <a:pt x="19" y="57"/>
                    <a:pt x="22" y="54"/>
                  </a:cubicBezTo>
                  <a:cubicBezTo>
                    <a:pt x="23" y="52"/>
                    <a:pt x="24" y="52"/>
                    <a:pt x="26" y="50"/>
                  </a:cubicBezTo>
                  <a:cubicBezTo>
                    <a:pt x="28" y="48"/>
                    <a:pt x="28" y="44"/>
                    <a:pt x="29" y="41"/>
                  </a:cubicBezTo>
                  <a:cubicBezTo>
                    <a:pt x="31" y="27"/>
                    <a:pt x="33" y="12"/>
                    <a:pt x="40" y="0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404" name="Freeform 513">
              <a:extLst>
                <a:ext uri="{FF2B5EF4-FFF2-40B4-BE49-F238E27FC236}">
                  <a16:creationId xmlns:a16="http://schemas.microsoft.com/office/drawing/2014/main" id="{9C0990FA-DEB2-4226-A924-2410C43CA3E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9" y="888"/>
              <a:ext cx="52" cy="72"/>
            </a:xfrm>
            <a:custGeom>
              <a:avLst/>
              <a:gdLst>
                <a:gd name="T0" fmla="*/ 0 w 45"/>
                <a:gd name="T1" fmla="*/ 0 h 62"/>
                <a:gd name="T2" fmla="*/ 8 w 45"/>
                <a:gd name="T3" fmla="*/ 48 h 62"/>
                <a:gd name="T4" fmla="*/ 29 w 45"/>
                <a:gd name="T5" fmla="*/ 87 h 62"/>
                <a:gd name="T6" fmla="*/ 29 w 45"/>
                <a:gd name="T7" fmla="*/ 84 h 62"/>
                <a:gd name="T8" fmla="*/ 52 w 45"/>
                <a:gd name="T9" fmla="*/ 98 h 62"/>
                <a:gd name="T10" fmla="*/ 52 w 45"/>
                <a:gd name="T11" fmla="*/ 94 h 62"/>
                <a:gd name="T12" fmla="*/ 69 w 45"/>
                <a:gd name="T13" fmla="*/ 98 h 62"/>
                <a:gd name="T14" fmla="*/ 36 w 45"/>
                <a:gd name="T15" fmla="*/ 66 h 62"/>
                <a:gd name="T16" fmla="*/ 36 w 45"/>
                <a:gd name="T17" fmla="*/ 74 h 62"/>
                <a:gd name="T18" fmla="*/ 12 w 45"/>
                <a:gd name="T19" fmla="*/ 44 h 62"/>
                <a:gd name="T20" fmla="*/ 2 w 45"/>
                <a:gd name="T21" fmla="*/ 1 h 6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5" h="62">
                  <a:moveTo>
                    <a:pt x="0" y="0"/>
                  </a:moveTo>
                  <a:cubicBezTo>
                    <a:pt x="0" y="10"/>
                    <a:pt x="3" y="20"/>
                    <a:pt x="5" y="30"/>
                  </a:cubicBezTo>
                  <a:cubicBezTo>
                    <a:pt x="8" y="37"/>
                    <a:pt x="12" y="51"/>
                    <a:pt x="19" y="56"/>
                  </a:cubicBezTo>
                  <a:cubicBezTo>
                    <a:pt x="18" y="55"/>
                    <a:pt x="19" y="54"/>
                    <a:pt x="19" y="53"/>
                  </a:cubicBezTo>
                  <a:cubicBezTo>
                    <a:pt x="24" y="56"/>
                    <a:pt x="28" y="62"/>
                    <a:pt x="34" y="62"/>
                  </a:cubicBezTo>
                  <a:cubicBezTo>
                    <a:pt x="34" y="61"/>
                    <a:pt x="34" y="61"/>
                    <a:pt x="34" y="60"/>
                  </a:cubicBezTo>
                  <a:cubicBezTo>
                    <a:pt x="37" y="61"/>
                    <a:pt x="42" y="62"/>
                    <a:pt x="45" y="62"/>
                  </a:cubicBezTo>
                  <a:cubicBezTo>
                    <a:pt x="35" y="60"/>
                    <a:pt x="28" y="51"/>
                    <a:pt x="23" y="42"/>
                  </a:cubicBezTo>
                  <a:cubicBezTo>
                    <a:pt x="23" y="44"/>
                    <a:pt x="24" y="46"/>
                    <a:pt x="23" y="47"/>
                  </a:cubicBezTo>
                  <a:cubicBezTo>
                    <a:pt x="15" y="46"/>
                    <a:pt x="11" y="35"/>
                    <a:pt x="8" y="28"/>
                  </a:cubicBezTo>
                  <a:cubicBezTo>
                    <a:pt x="5" y="20"/>
                    <a:pt x="2" y="10"/>
                    <a:pt x="2" y="1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405" name="Freeform 514">
              <a:extLst>
                <a:ext uri="{FF2B5EF4-FFF2-40B4-BE49-F238E27FC236}">
                  <a16:creationId xmlns:a16="http://schemas.microsoft.com/office/drawing/2014/main" id="{14FA766F-A151-4AF0-BE8A-78AB7277822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9" y="1003"/>
              <a:ext cx="56" cy="41"/>
            </a:xfrm>
            <a:custGeom>
              <a:avLst/>
              <a:gdLst>
                <a:gd name="T0" fmla="*/ 1 w 48"/>
                <a:gd name="T1" fmla="*/ 54 h 36"/>
                <a:gd name="T2" fmla="*/ 37 w 48"/>
                <a:gd name="T3" fmla="*/ 22 h 36"/>
                <a:gd name="T4" fmla="*/ 76 w 48"/>
                <a:gd name="T5" fmla="*/ 1 h 36"/>
                <a:gd name="T6" fmla="*/ 60 w 48"/>
                <a:gd name="T7" fmla="*/ 0 h 36"/>
                <a:gd name="T8" fmla="*/ 32 w 48"/>
                <a:gd name="T9" fmla="*/ 8 h 36"/>
                <a:gd name="T10" fmla="*/ 13 w 48"/>
                <a:gd name="T11" fmla="*/ 25 h 36"/>
                <a:gd name="T12" fmla="*/ 1 w 48"/>
                <a:gd name="T13" fmla="*/ 50 h 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8" h="36">
                  <a:moveTo>
                    <a:pt x="1" y="36"/>
                  </a:moveTo>
                  <a:cubicBezTo>
                    <a:pt x="5" y="27"/>
                    <a:pt x="15" y="20"/>
                    <a:pt x="23" y="15"/>
                  </a:cubicBezTo>
                  <a:cubicBezTo>
                    <a:pt x="31" y="11"/>
                    <a:pt x="43" y="8"/>
                    <a:pt x="48" y="1"/>
                  </a:cubicBezTo>
                  <a:cubicBezTo>
                    <a:pt x="47" y="0"/>
                    <a:pt x="40" y="0"/>
                    <a:pt x="38" y="0"/>
                  </a:cubicBezTo>
                  <a:cubicBezTo>
                    <a:pt x="31" y="0"/>
                    <a:pt x="26" y="2"/>
                    <a:pt x="20" y="5"/>
                  </a:cubicBezTo>
                  <a:cubicBezTo>
                    <a:pt x="15" y="8"/>
                    <a:pt x="11" y="12"/>
                    <a:pt x="8" y="17"/>
                  </a:cubicBezTo>
                  <a:cubicBezTo>
                    <a:pt x="5" y="21"/>
                    <a:pt x="0" y="29"/>
                    <a:pt x="1" y="3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406" name="Freeform 515">
              <a:extLst>
                <a:ext uri="{FF2B5EF4-FFF2-40B4-BE49-F238E27FC236}">
                  <a16:creationId xmlns:a16="http://schemas.microsoft.com/office/drawing/2014/main" id="{D8DCBB12-5BCC-4CD4-AAB0-155FD5BFA5E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7" y="1141"/>
              <a:ext cx="23" cy="17"/>
            </a:xfrm>
            <a:custGeom>
              <a:avLst/>
              <a:gdLst>
                <a:gd name="T0" fmla="*/ 0 w 20"/>
                <a:gd name="T1" fmla="*/ 0 h 15"/>
                <a:gd name="T2" fmla="*/ 20 w 20"/>
                <a:gd name="T3" fmla="*/ 20 h 15"/>
                <a:gd name="T4" fmla="*/ 30 w 20"/>
                <a:gd name="T5" fmla="*/ 16 h 15"/>
                <a:gd name="T6" fmla="*/ 1 w 20"/>
                <a:gd name="T7" fmla="*/ 2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15">
                  <a:moveTo>
                    <a:pt x="0" y="0"/>
                  </a:moveTo>
                  <a:cubicBezTo>
                    <a:pt x="3" y="5"/>
                    <a:pt x="7" y="13"/>
                    <a:pt x="13" y="14"/>
                  </a:cubicBezTo>
                  <a:cubicBezTo>
                    <a:pt x="16" y="15"/>
                    <a:pt x="19" y="15"/>
                    <a:pt x="20" y="11"/>
                  </a:cubicBezTo>
                  <a:cubicBezTo>
                    <a:pt x="13" y="11"/>
                    <a:pt x="4" y="8"/>
                    <a:pt x="1" y="2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407" name="Freeform 516">
              <a:extLst>
                <a:ext uri="{FF2B5EF4-FFF2-40B4-BE49-F238E27FC236}">
                  <a16:creationId xmlns:a16="http://schemas.microsoft.com/office/drawing/2014/main" id="{0B22408B-C3EE-445C-8EA5-745F0328C63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1" y="1220"/>
              <a:ext cx="102" cy="79"/>
            </a:xfrm>
            <a:custGeom>
              <a:avLst/>
              <a:gdLst>
                <a:gd name="T0" fmla="*/ 0 w 87"/>
                <a:gd name="T1" fmla="*/ 102 h 68"/>
                <a:gd name="T2" fmla="*/ 67 w 87"/>
                <a:gd name="T3" fmla="*/ 80 h 68"/>
                <a:gd name="T4" fmla="*/ 121 w 87"/>
                <a:gd name="T5" fmla="*/ 38 h 68"/>
                <a:gd name="T6" fmla="*/ 141 w 87"/>
                <a:gd name="T7" fmla="*/ 0 h 68"/>
                <a:gd name="T8" fmla="*/ 134 w 87"/>
                <a:gd name="T9" fmla="*/ 51 h 68"/>
                <a:gd name="T10" fmla="*/ 95 w 87"/>
                <a:gd name="T11" fmla="*/ 84 h 68"/>
                <a:gd name="T12" fmla="*/ 48 w 87"/>
                <a:gd name="T13" fmla="*/ 100 h 68"/>
                <a:gd name="T14" fmla="*/ 9 w 87"/>
                <a:gd name="T15" fmla="*/ 107 h 6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7" h="68">
                  <a:moveTo>
                    <a:pt x="0" y="65"/>
                  </a:moveTo>
                  <a:cubicBezTo>
                    <a:pt x="18" y="65"/>
                    <a:pt x="29" y="60"/>
                    <a:pt x="42" y="51"/>
                  </a:cubicBezTo>
                  <a:cubicBezTo>
                    <a:pt x="54" y="44"/>
                    <a:pt x="63" y="30"/>
                    <a:pt x="75" y="24"/>
                  </a:cubicBezTo>
                  <a:cubicBezTo>
                    <a:pt x="77" y="15"/>
                    <a:pt x="87" y="10"/>
                    <a:pt x="87" y="0"/>
                  </a:cubicBezTo>
                  <a:cubicBezTo>
                    <a:pt x="87" y="10"/>
                    <a:pt x="85" y="23"/>
                    <a:pt x="83" y="33"/>
                  </a:cubicBezTo>
                  <a:cubicBezTo>
                    <a:pt x="81" y="45"/>
                    <a:pt x="70" y="48"/>
                    <a:pt x="59" y="53"/>
                  </a:cubicBezTo>
                  <a:cubicBezTo>
                    <a:pt x="50" y="57"/>
                    <a:pt x="40" y="62"/>
                    <a:pt x="30" y="64"/>
                  </a:cubicBezTo>
                  <a:cubicBezTo>
                    <a:pt x="25" y="65"/>
                    <a:pt x="7" y="66"/>
                    <a:pt x="6" y="68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408" name="Freeform 517">
              <a:extLst>
                <a:ext uri="{FF2B5EF4-FFF2-40B4-BE49-F238E27FC236}">
                  <a16:creationId xmlns:a16="http://schemas.microsoft.com/office/drawing/2014/main" id="{09C0A784-E036-4B2E-9632-3248B0D1F8B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4" y="1376"/>
              <a:ext cx="131" cy="51"/>
            </a:xfrm>
            <a:custGeom>
              <a:avLst/>
              <a:gdLst>
                <a:gd name="T0" fmla="*/ 6 w 112"/>
                <a:gd name="T1" fmla="*/ 0 h 44"/>
                <a:gd name="T2" fmla="*/ 105 w 112"/>
                <a:gd name="T3" fmla="*/ 37 h 44"/>
                <a:gd name="T4" fmla="*/ 179 w 112"/>
                <a:gd name="T5" fmla="*/ 66 h 44"/>
                <a:gd name="T6" fmla="*/ 75 w 112"/>
                <a:gd name="T7" fmla="*/ 51 h 44"/>
                <a:gd name="T8" fmla="*/ 34 w 112"/>
                <a:gd name="T9" fmla="*/ 26 h 44"/>
                <a:gd name="T10" fmla="*/ 0 w 112"/>
                <a:gd name="T11" fmla="*/ 1 h 4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2" h="44">
                  <a:moveTo>
                    <a:pt x="3" y="0"/>
                  </a:moveTo>
                  <a:cubicBezTo>
                    <a:pt x="24" y="3"/>
                    <a:pt x="47" y="15"/>
                    <a:pt x="66" y="24"/>
                  </a:cubicBezTo>
                  <a:cubicBezTo>
                    <a:pt x="80" y="31"/>
                    <a:pt x="96" y="38"/>
                    <a:pt x="112" y="42"/>
                  </a:cubicBezTo>
                  <a:cubicBezTo>
                    <a:pt x="89" y="44"/>
                    <a:pt x="68" y="43"/>
                    <a:pt x="47" y="33"/>
                  </a:cubicBezTo>
                  <a:cubicBezTo>
                    <a:pt x="37" y="28"/>
                    <a:pt x="29" y="23"/>
                    <a:pt x="21" y="16"/>
                  </a:cubicBezTo>
                  <a:cubicBezTo>
                    <a:pt x="16" y="11"/>
                    <a:pt x="3" y="7"/>
                    <a:pt x="0" y="1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409" name="Freeform 518">
              <a:extLst>
                <a:ext uri="{FF2B5EF4-FFF2-40B4-BE49-F238E27FC236}">
                  <a16:creationId xmlns:a16="http://schemas.microsoft.com/office/drawing/2014/main" id="{F9ADDE47-7F0A-44D4-AA5E-0C2608D65ED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0" y="1398"/>
              <a:ext cx="37" cy="23"/>
            </a:xfrm>
            <a:custGeom>
              <a:avLst/>
              <a:gdLst>
                <a:gd name="T0" fmla="*/ 0 w 32"/>
                <a:gd name="T1" fmla="*/ 1 h 20"/>
                <a:gd name="T2" fmla="*/ 25 w 32"/>
                <a:gd name="T3" fmla="*/ 28 h 20"/>
                <a:gd name="T4" fmla="*/ 50 w 32"/>
                <a:gd name="T5" fmla="*/ 16 h 20"/>
                <a:gd name="T6" fmla="*/ 7 w 32"/>
                <a:gd name="T7" fmla="*/ 0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20">
                  <a:moveTo>
                    <a:pt x="0" y="1"/>
                  </a:moveTo>
                  <a:cubicBezTo>
                    <a:pt x="4" y="6"/>
                    <a:pt x="9" y="15"/>
                    <a:pt x="16" y="18"/>
                  </a:cubicBezTo>
                  <a:cubicBezTo>
                    <a:pt x="22" y="20"/>
                    <a:pt x="29" y="14"/>
                    <a:pt x="32" y="10"/>
                  </a:cubicBezTo>
                  <a:cubicBezTo>
                    <a:pt x="24" y="13"/>
                    <a:pt x="7" y="10"/>
                    <a:pt x="4" y="0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410" name="Freeform 519">
              <a:extLst>
                <a:ext uri="{FF2B5EF4-FFF2-40B4-BE49-F238E27FC236}">
                  <a16:creationId xmlns:a16="http://schemas.microsoft.com/office/drawing/2014/main" id="{DA0ABC50-4BA2-44C0-B2CF-B9127A28555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3" y="1385"/>
              <a:ext cx="146" cy="36"/>
            </a:xfrm>
            <a:custGeom>
              <a:avLst/>
              <a:gdLst>
                <a:gd name="T0" fmla="*/ 0 w 125"/>
                <a:gd name="T1" fmla="*/ 41 h 31"/>
                <a:gd name="T2" fmla="*/ 40 w 125"/>
                <a:gd name="T3" fmla="*/ 26 h 31"/>
                <a:gd name="T4" fmla="*/ 106 w 125"/>
                <a:gd name="T5" fmla="*/ 12 h 31"/>
                <a:gd name="T6" fmla="*/ 200 w 125"/>
                <a:gd name="T7" fmla="*/ 1 h 31"/>
                <a:gd name="T8" fmla="*/ 150 w 125"/>
                <a:gd name="T9" fmla="*/ 16 h 31"/>
                <a:gd name="T10" fmla="*/ 84 w 125"/>
                <a:gd name="T11" fmla="*/ 33 h 31"/>
                <a:gd name="T12" fmla="*/ 35 w 125"/>
                <a:gd name="T13" fmla="*/ 42 h 31"/>
                <a:gd name="T14" fmla="*/ 2 w 125"/>
                <a:gd name="T15" fmla="*/ 45 h 3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5" h="31">
                  <a:moveTo>
                    <a:pt x="0" y="26"/>
                  </a:moveTo>
                  <a:cubicBezTo>
                    <a:pt x="9" y="23"/>
                    <a:pt x="16" y="18"/>
                    <a:pt x="25" y="16"/>
                  </a:cubicBezTo>
                  <a:cubicBezTo>
                    <a:pt x="38" y="12"/>
                    <a:pt x="53" y="10"/>
                    <a:pt x="67" y="8"/>
                  </a:cubicBezTo>
                  <a:cubicBezTo>
                    <a:pt x="86" y="6"/>
                    <a:pt x="106" y="2"/>
                    <a:pt x="125" y="1"/>
                  </a:cubicBezTo>
                  <a:cubicBezTo>
                    <a:pt x="115" y="0"/>
                    <a:pt x="103" y="7"/>
                    <a:pt x="94" y="10"/>
                  </a:cubicBezTo>
                  <a:cubicBezTo>
                    <a:pt x="80" y="15"/>
                    <a:pt x="67" y="18"/>
                    <a:pt x="53" y="21"/>
                  </a:cubicBezTo>
                  <a:cubicBezTo>
                    <a:pt x="42" y="24"/>
                    <a:pt x="32" y="25"/>
                    <a:pt x="22" y="27"/>
                  </a:cubicBezTo>
                  <a:cubicBezTo>
                    <a:pt x="16" y="28"/>
                    <a:pt x="7" y="31"/>
                    <a:pt x="2" y="29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411" name="Freeform 520">
              <a:extLst>
                <a:ext uri="{FF2B5EF4-FFF2-40B4-BE49-F238E27FC236}">
                  <a16:creationId xmlns:a16="http://schemas.microsoft.com/office/drawing/2014/main" id="{46B736FF-9E4B-49A2-B892-9FA52DDA3B5B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2" y="1364"/>
              <a:ext cx="117" cy="30"/>
            </a:xfrm>
            <a:custGeom>
              <a:avLst/>
              <a:gdLst>
                <a:gd name="T0" fmla="*/ 0 w 101"/>
                <a:gd name="T1" fmla="*/ 40 h 26"/>
                <a:gd name="T2" fmla="*/ 73 w 101"/>
                <a:gd name="T3" fmla="*/ 10 h 26"/>
                <a:gd name="T4" fmla="*/ 158 w 101"/>
                <a:gd name="T5" fmla="*/ 1 h 26"/>
                <a:gd name="T6" fmla="*/ 68 w 101"/>
                <a:gd name="T7" fmla="*/ 7 h 26"/>
                <a:gd name="T8" fmla="*/ 3 w 101"/>
                <a:gd name="T9" fmla="*/ 33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1" h="26">
                  <a:moveTo>
                    <a:pt x="0" y="26"/>
                  </a:moveTo>
                  <a:cubicBezTo>
                    <a:pt x="16" y="19"/>
                    <a:pt x="31" y="13"/>
                    <a:pt x="47" y="7"/>
                  </a:cubicBezTo>
                  <a:cubicBezTo>
                    <a:pt x="63" y="1"/>
                    <a:pt x="84" y="1"/>
                    <a:pt x="101" y="1"/>
                  </a:cubicBezTo>
                  <a:cubicBezTo>
                    <a:pt x="83" y="1"/>
                    <a:pt x="62" y="0"/>
                    <a:pt x="44" y="4"/>
                  </a:cubicBezTo>
                  <a:cubicBezTo>
                    <a:pt x="28" y="6"/>
                    <a:pt x="16" y="16"/>
                    <a:pt x="3" y="2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412" name="Freeform 521">
              <a:extLst>
                <a:ext uri="{FF2B5EF4-FFF2-40B4-BE49-F238E27FC236}">
                  <a16:creationId xmlns:a16="http://schemas.microsoft.com/office/drawing/2014/main" id="{D601F046-F0B6-4FED-8518-D30B7A41156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7" y="1356"/>
              <a:ext cx="119" cy="37"/>
            </a:xfrm>
            <a:custGeom>
              <a:avLst/>
              <a:gdLst>
                <a:gd name="T0" fmla="*/ 0 w 102"/>
                <a:gd name="T1" fmla="*/ 0 h 32"/>
                <a:gd name="T2" fmla="*/ 40 w 102"/>
                <a:gd name="T3" fmla="*/ 10 h 32"/>
                <a:gd name="T4" fmla="*/ 76 w 102"/>
                <a:gd name="T5" fmla="*/ 22 h 32"/>
                <a:gd name="T6" fmla="*/ 121 w 102"/>
                <a:gd name="T7" fmla="*/ 36 h 32"/>
                <a:gd name="T8" fmla="*/ 162 w 102"/>
                <a:gd name="T9" fmla="*/ 50 h 32"/>
                <a:gd name="T10" fmla="*/ 131 w 102"/>
                <a:gd name="T11" fmla="*/ 34 h 32"/>
                <a:gd name="T12" fmla="*/ 89 w 102"/>
                <a:gd name="T13" fmla="*/ 20 h 32"/>
                <a:gd name="T14" fmla="*/ 13 w 102"/>
                <a:gd name="T15" fmla="*/ 2 h 3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2" h="32">
                  <a:moveTo>
                    <a:pt x="0" y="0"/>
                  </a:moveTo>
                  <a:cubicBezTo>
                    <a:pt x="8" y="0"/>
                    <a:pt x="17" y="5"/>
                    <a:pt x="25" y="7"/>
                  </a:cubicBezTo>
                  <a:cubicBezTo>
                    <a:pt x="33" y="9"/>
                    <a:pt x="40" y="12"/>
                    <a:pt x="48" y="14"/>
                  </a:cubicBezTo>
                  <a:cubicBezTo>
                    <a:pt x="57" y="17"/>
                    <a:pt x="67" y="20"/>
                    <a:pt x="76" y="23"/>
                  </a:cubicBezTo>
                  <a:cubicBezTo>
                    <a:pt x="84" y="26"/>
                    <a:pt x="96" y="26"/>
                    <a:pt x="102" y="32"/>
                  </a:cubicBezTo>
                  <a:cubicBezTo>
                    <a:pt x="95" y="30"/>
                    <a:pt x="89" y="26"/>
                    <a:pt x="82" y="22"/>
                  </a:cubicBezTo>
                  <a:cubicBezTo>
                    <a:pt x="74" y="18"/>
                    <a:pt x="65" y="15"/>
                    <a:pt x="56" y="13"/>
                  </a:cubicBezTo>
                  <a:cubicBezTo>
                    <a:pt x="40" y="8"/>
                    <a:pt x="23" y="6"/>
                    <a:pt x="8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413" name="Freeform 522">
              <a:extLst>
                <a:ext uri="{FF2B5EF4-FFF2-40B4-BE49-F238E27FC236}">
                  <a16:creationId xmlns:a16="http://schemas.microsoft.com/office/drawing/2014/main" id="{59946CC8-2DDA-4077-B673-1D27B3844EE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9" y="1229"/>
              <a:ext cx="99" cy="112"/>
            </a:xfrm>
            <a:custGeom>
              <a:avLst/>
              <a:gdLst>
                <a:gd name="T0" fmla="*/ 89 w 85"/>
                <a:gd name="T1" fmla="*/ 0 h 97"/>
                <a:gd name="T2" fmla="*/ 0 w 85"/>
                <a:gd name="T3" fmla="*/ 149 h 97"/>
                <a:gd name="T4" fmla="*/ 89 w 85"/>
                <a:gd name="T5" fmla="*/ 0 h 9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5" h="97">
                  <a:moveTo>
                    <a:pt x="56" y="0"/>
                  </a:moveTo>
                  <a:cubicBezTo>
                    <a:pt x="56" y="0"/>
                    <a:pt x="82" y="77"/>
                    <a:pt x="0" y="97"/>
                  </a:cubicBezTo>
                  <a:cubicBezTo>
                    <a:pt x="0" y="97"/>
                    <a:pt x="85" y="94"/>
                    <a:pt x="5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414" name="Freeform 523">
              <a:extLst>
                <a:ext uri="{FF2B5EF4-FFF2-40B4-BE49-F238E27FC236}">
                  <a16:creationId xmlns:a16="http://schemas.microsoft.com/office/drawing/2014/main" id="{D76A15CC-7476-45B1-8BD8-A88F51EC939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7" y="1358"/>
              <a:ext cx="123" cy="163"/>
            </a:xfrm>
            <a:custGeom>
              <a:avLst/>
              <a:gdLst>
                <a:gd name="T0" fmla="*/ 166 w 106"/>
                <a:gd name="T1" fmla="*/ 3 h 140"/>
                <a:gd name="T2" fmla="*/ 0 w 106"/>
                <a:gd name="T3" fmla="*/ 221 h 140"/>
                <a:gd name="T4" fmla="*/ 166 w 106"/>
                <a:gd name="T5" fmla="*/ 3 h 1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6" h="140">
                  <a:moveTo>
                    <a:pt x="106" y="3"/>
                  </a:moveTo>
                  <a:cubicBezTo>
                    <a:pt x="106" y="3"/>
                    <a:pt x="11" y="0"/>
                    <a:pt x="0" y="140"/>
                  </a:cubicBezTo>
                  <a:cubicBezTo>
                    <a:pt x="0" y="140"/>
                    <a:pt x="33" y="19"/>
                    <a:pt x="106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415" name="Freeform 524">
              <a:extLst>
                <a:ext uri="{FF2B5EF4-FFF2-40B4-BE49-F238E27FC236}">
                  <a16:creationId xmlns:a16="http://schemas.microsoft.com/office/drawing/2014/main" id="{FA4674B0-8B80-4744-86F6-42818B82B18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1" y="1828"/>
              <a:ext cx="28" cy="494"/>
            </a:xfrm>
            <a:custGeom>
              <a:avLst/>
              <a:gdLst>
                <a:gd name="T0" fmla="*/ 39 w 24"/>
                <a:gd name="T1" fmla="*/ 0 h 427"/>
                <a:gd name="T2" fmla="*/ 7 w 24"/>
                <a:gd name="T3" fmla="*/ 238 h 427"/>
                <a:gd name="T4" fmla="*/ 32 w 24"/>
                <a:gd name="T5" fmla="*/ 662 h 427"/>
                <a:gd name="T6" fmla="*/ 26 w 24"/>
                <a:gd name="T7" fmla="*/ 245 h 427"/>
                <a:gd name="T8" fmla="*/ 39 w 24"/>
                <a:gd name="T9" fmla="*/ 0 h 4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427">
                  <a:moveTo>
                    <a:pt x="24" y="0"/>
                  </a:moveTo>
                  <a:cubicBezTo>
                    <a:pt x="24" y="0"/>
                    <a:pt x="0" y="85"/>
                    <a:pt x="4" y="154"/>
                  </a:cubicBezTo>
                  <a:cubicBezTo>
                    <a:pt x="8" y="224"/>
                    <a:pt x="20" y="427"/>
                    <a:pt x="20" y="427"/>
                  </a:cubicBezTo>
                  <a:cubicBezTo>
                    <a:pt x="20" y="427"/>
                    <a:pt x="17" y="187"/>
                    <a:pt x="16" y="158"/>
                  </a:cubicBezTo>
                  <a:cubicBezTo>
                    <a:pt x="14" y="130"/>
                    <a:pt x="14" y="38"/>
                    <a:pt x="2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416" name="Freeform 525">
              <a:extLst>
                <a:ext uri="{FF2B5EF4-FFF2-40B4-BE49-F238E27FC236}">
                  <a16:creationId xmlns:a16="http://schemas.microsoft.com/office/drawing/2014/main" id="{F4BE679C-4BEF-4059-9081-146D8F116809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5" y="1663"/>
              <a:ext cx="73" cy="34"/>
            </a:xfrm>
            <a:custGeom>
              <a:avLst/>
              <a:gdLst>
                <a:gd name="T0" fmla="*/ 0 w 63"/>
                <a:gd name="T1" fmla="*/ 25 h 29"/>
                <a:gd name="T2" fmla="*/ 98 w 63"/>
                <a:gd name="T3" fmla="*/ 0 h 29"/>
                <a:gd name="T4" fmla="*/ 0 w 63"/>
                <a:gd name="T5" fmla="*/ 25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3" h="29">
                  <a:moveTo>
                    <a:pt x="0" y="15"/>
                  </a:moveTo>
                  <a:cubicBezTo>
                    <a:pt x="0" y="15"/>
                    <a:pt x="42" y="23"/>
                    <a:pt x="63" y="0"/>
                  </a:cubicBezTo>
                  <a:cubicBezTo>
                    <a:pt x="63" y="0"/>
                    <a:pt x="56" y="29"/>
                    <a:pt x="0" y="15"/>
                  </a:cubicBezTo>
                  <a:close/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417" name="Freeform 526">
              <a:extLst>
                <a:ext uri="{FF2B5EF4-FFF2-40B4-BE49-F238E27FC236}">
                  <a16:creationId xmlns:a16="http://schemas.microsoft.com/office/drawing/2014/main" id="{8AE6D8CA-BB76-40C0-9DAC-51A423BC5BB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3" y="2469"/>
              <a:ext cx="39" cy="90"/>
            </a:xfrm>
            <a:custGeom>
              <a:avLst/>
              <a:gdLst>
                <a:gd name="T0" fmla="*/ 11 w 33"/>
                <a:gd name="T1" fmla="*/ 0 h 77"/>
                <a:gd name="T2" fmla="*/ 13 w 33"/>
                <a:gd name="T3" fmla="*/ 78 h 77"/>
                <a:gd name="T4" fmla="*/ 54 w 33"/>
                <a:gd name="T5" fmla="*/ 122 h 77"/>
                <a:gd name="T6" fmla="*/ 6 w 33"/>
                <a:gd name="T7" fmla="*/ 82 h 77"/>
                <a:gd name="T8" fmla="*/ 13 w 33"/>
                <a:gd name="T9" fmla="*/ 7 h 7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77">
                  <a:moveTo>
                    <a:pt x="7" y="0"/>
                  </a:moveTo>
                  <a:cubicBezTo>
                    <a:pt x="7" y="16"/>
                    <a:pt x="5" y="33"/>
                    <a:pt x="8" y="49"/>
                  </a:cubicBezTo>
                  <a:cubicBezTo>
                    <a:pt x="10" y="60"/>
                    <a:pt x="24" y="69"/>
                    <a:pt x="33" y="76"/>
                  </a:cubicBezTo>
                  <a:cubicBezTo>
                    <a:pt x="20" y="77"/>
                    <a:pt x="6" y="63"/>
                    <a:pt x="3" y="51"/>
                  </a:cubicBezTo>
                  <a:cubicBezTo>
                    <a:pt x="0" y="37"/>
                    <a:pt x="1" y="17"/>
                    <a:pt x="8" y="4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418" name="Freeform 527">
              <a:extLst>
                <a:ext uri="{FF2B5EF4-FFF2-40B4-BE49-F238E27FC236}">
                  <a16:creationId xmlns:a16="http://schemas.microsoft.com/office/drawing/2014/main" id="{583A5D66-FF0E-458B-92CB-BFC38D3358B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7" y="2355"/>
              <a:ext cx="22" cy="119"/>
            </a:xfrm>
            <a:custGeom>
              <a:avLst/>
              <a:gdLst>
                <a:gd name="T0" fmla="*/ 10 w 19"/>
                <a:gd name="T1" fmla="*/ 0 h 103"/>
                <a:gd name="T2" fmla="*/ 27 w 19"/>
                <a:gd name="T3" fmla="*/ 37 h 103"/>
                <a:gd name="T4" fmla="*/ 29 w 19"/>
                <a:gd name="T5" fmla="*/ 85 h 103"/>
                <a:gd name="T6" fmla="*/ 23 w 19"/>
                <a:gd name="T7" fmla="*/ 158 h 103"/>
                <a:gd name="T8" fmla="*/ 3 w 19"/>
                <a:gd name="T9" fmla="*/ 158 h 103"/>
                <a:gd name="T10" fmla="*/ 9 w 19"/>
                <a:gd name="T11" fmla="*/ 119 h 103"/>
                <a:gd name="T12" fmla="*/ 14 w 19"/>
                <a:gd name="T13" fmla="*/ 69 h 103"/>
                <a:gd name="T14" fmla="*/ 10 w 19"/>
                <a:gd name="T15" fmla="*/ 3 h 10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9" h="103">
                  <a:moveTo>
                    <a:pt x="7" y="0"/>
                  </a:moveTo>
                  <a:cubicBezTo>
                    <a:pt x="11" y="8"/>
                    <a:pt x="15" y="16"/>
                    <a:pt x="17" y="24"/>
                  </a:cubicBezTo>
                  <a:cubicBezTo>
                    <a:pt x="19" y="34"/>
                    <a:pt x="19" y="45"/>
                    <a:pt x="19" y="55"/>
                  </a:cubicBezTo>
                  <a:cubicBezTo>
                    <a:pt x="18" y="71"/>
                    <a:pt x="16" y="87"/>
                    <a:pt x="15" y="103"/>
                  </a:cubicBezTo>
                  <a:cubicBezTo>
                    <a:pt x="11" y="103"/>
                    <a:pt x="7" y="102"/>
                    <a:pt x="3" y="103"/>
                  </a:cubicBezTo>
                  <a:cubicBezTo>
                    <a:pt x="0" y="97"/>
                    <a:pt x="6" y="84"/>
                    <a:pt x="6" y="77"/>
                  </a:cubicBezTo>
                  <a:cubicBezTo>
                    <a:pt x="7" y="66"/>
                    <a:pt x="9" y="56"/>
                    <a:pt x="9" y="45"/>
                  </a:cubicBezTo>
                  <a:cubicBezTo>
                    <a:pt x="9" y="31"/>
                    <a:pt x="10" y="17"/>
                    <a:pt x="7" y="3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419" name="Freeform 528">
              <a:extLst>
                <a:ext uri="{FF2B5EF4-FFF2-40B4-BE49-F238E27FC236}">
                  <a16:creationId xmlns:a16="http://schemas.microsoft.com/office/drawing/2014/main" id="{B3C7D4AF-0BBA-41CB-BC42-33BFC4970B6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7" y="2475"/>
              <a:ext cx="58" cy="99"/>
            </a:xfrm>
            <a:custGeom>
              <a:avLst/>
              <a:gdLst>
                <a:gd name="T0" fmla="*/ 8 w 50"/>
                <a:gd name="T1" fmla="*/ 0 h 85"/>
                <a:gd name="T2" fmla="*/ 12 w 50"/>
                <a:gd name="T3" fmla="*/ 51 h 85"/>
                <a:gd name="T4" fmla="*/ 26 w 50"/>
                <a:gd name="T5" fmla="*/ 87 h 85"/>
                <a:gd name="T6" fmla="*/ 51 w 50"/>
                <a:gd name="T7" fmla="*/ 114 h 85"/>
                <a:gd name="T8" fmla="*/ 78 w 50"/>
                <a:gd name="T9" fmla="*/ 134 h 85"/>
                <a:gd name="T10" fmla="*/ 10 w 50"/>
                <a:gd name="T11" fmla="*/ 83 h 85"/>
                <a:gd name="T12" fmla="*/ 3 w 50"/>
                <a:gd name="T13" fmla="*/ 3 h 8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0" h="85">
                  <a:moveTo>
                    <a:pt x="5" y="0"/>
                  </a:moveTo>
                  <a:cubicBezTo>
                    <a:pt x="5" y="11"/>
                    <a:pt x="7" y="22"/>
                    <a:pt x="8" y="33"/>
                  </a:cubicBezTo>
                  <a:cubicBezTo>
                    <a:pt x="8" y="41"/>
                    <a:pt x="11" y="49"/>
                    <a:pt x="16" y="55"/>
                  </a:cubicBezTo>
                  <a:cubicBezTo>
                    <a:pt x="21" y="61"/>
                    <a:pt x="27" y="67"/>
                    <a:pt x="33" y="72"/>
                  </a:cubicBezTo>
                  <a:cubicBezTo>
                    <a:pt x="38" y="76"/>
                    <a:pt x="45" y="79"/>
                    <a:pt x="50" y="85"/>
                  </a:cubicBezTo>
                  <a:cubicBezTo>
                    <a:pt x="35" y="79"/>
                    <a:pt x="14" y="68"/>
                    <a:pt x="7" y="52"/>
                  </a:cubicBezTo>
                  <a:cubicBezTo>
                    <a:pt x="0" y="37"/>
                    <a:pt x="3" y="19"/>
                    <a:pt x="3" y="3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420" name="Freeform 529">
              <a:extLst>
                <a:ext uri="{FF2B5EF4-FFF2-40B4-BE49-F238E27FC236}">
                  <a16:creationId xmlns:a16="http://schemas.microsoft.com/office/drawing/2014/main" id="{B887B6EA-3A39-4525-8903-8765F12B8E2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9" y="2486"/>
              <a:ext cx="17" cy="51"/>
            </a:xfrm>
            <a:custGeom>
              <a:avLst/>
              <a:gdLst>
                <a:gd name="T0" fmla="*/ 1 w 14"/>
                <a:gd name="T1" fmla="*/ 0 h 44"/>
                <a:gd name="T2" fmla="*/ 25 w 14"/>
                <a:gd name="T3" fmla="*/ 68 h 44"/>
                <a:gd name="T4" fmla="*/ 6 w 14"/>
                <a:gd name="T5" fmla="*/ 36 h 44"/>
                <a:gd name="T6" fmla="*/ 0 w 14"/>
                <a:gd name="T7" fmla="*/ 3 h 4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44">
                  <a:moveTo>
                    <a:pt x="1" y="0"/>
                  </a:moveTo>
                  <a:cubicBezTo>
                    <a:pt x="6" y="14"/>
                    <a:pt x="11" y="30"/>
                    <a:pt x="14" y="44"/>
                  </a:cubicBezTo>
                  <a:cubicBezTo>
                    <a:pt x="9" y="36"/>
                    <a:pt x="5" y="32"/>
                    <a:pt x="3" y="23"/>
                  </a:cubicBezTo>
                  <a:cubicBezTo>
                    <a:pt x="2" y="16"/>
                    <a:pt x="0" y="9"/>
                    <a:pt x="0" y="3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421" name="Freeform 530">
              <a:extLst>
                <a:ext uri="{FF2B5EF4-FFF2-40B4-BE49-F238E27FC236}">
                  <a16:creationId xmlns:a16="http://schemas.microsoft.com/office/drawing/2014/main" id="{FBF60121-0341-491A-AB3B-23B2B91E4F4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3" y="2504"/>
              <a:ext cx="5" cy="13"/>
            </a:xfrm>
            <a:custGeom>
              <a:avLst/>
              <a:gdLst>
                <a:gd name="T0" fmla="*/ 0 w 4"/>
                <a:gd name="T1" fmla="*/ 0 h 11"/>
                <a:gd name="T2" fmla="*/ 6 w 4"/>
                <a:gd name="T3" fmla="*/ 18 h 11"/>
                <a:gd name="T4" fmla="*/ 1 w 4"/>
                <a:gd name="T5" fmla="*/ 1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11">
                  <a:moveTo>
                    <a:pt x="0" y="0"/>
                  </a:moveTo>
                  <a:cubicBezTo>
                    <a:pt x="1" y="0"/>
                    <a:pt x="4" y="7"/>
                    <a:pt x="3" y="11"/>
                  </a:cubicBezTo>
                  <a:cubicBezTo>
                    <a:pt x="1" y="9"/>
                    <a:pt x="1" y="4"/>
                    <a:pt x="1" y="1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422" name="Freeform 531">
              <a:extLst>
                <a:ext uri="{FF2B5EF4-FFF2-40B4-BE49-F238E27FC236}">
                  <a16:creationId xmlns:a16="http://schemas.microsoft.com/office/drawing/2014/main" id="{B7EFC9BD-BCDE-40CD-8B6E-B9074B2E4A9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8" y="2486"/>
              <a:ext cx="8" cy="32"/>
            </a:xfrm>
            <a:custGeom>
              <a:avLst/>
              <a:gdLst>
                <a:gd name="T0" fmla="*/ 3 w 7"/>
                <a:gd name="T1" fmla="*/ 0 h 28"/>
                <a:gd name="T2" fmla="*/ 7 w 7"/>
                <a:gd name="T3" fmla="*/ 42 h 28"/>
                <a:gd name="T4" fmla="*/ 8 w 7"/>
                <a:gd name="T5" fmla="*/ 2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28">
                  <a:moveTo>
                    <a:pt x="3" y="0"/>
                  </a:moveTo>
                  <a:cubicBezTo>
                    <a:pt x="7" y="8"/>
                    <a:pt x="1" y="20"/>
                    <a:pt x="4" y="28"/>
                  </a:cubicBezTo>
                  <a:cubicBezTo>
                    <a:pt x="0" y="24"/>
                    <a:pt x="2" y="7"/>
                    <a:pt x="5" y="2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423" name="Freeform 532">
              <a:extLst>
                <a:ext uri="{FF2B5EF4-FFF2-40B4-BE49-F238E27FC236}">
                  <a16:creationId xmlns:a16="http://schemas.microsoft.com/office/drawing/2014/main" id="{8C9F9FB7-5838-4D62-A2FF-BDBC6CA360B9}"/>
                </a:ext>
              </a:extLst>
            </p:cNvPr>
            <p:cNvSpPr>
              <a:spLocks/>
            </p:cNvSpPr>
            <p:nvPr/>
          </p:nvSpPr>
          <p:spPr bwMode="auto">
            <a:xfrm>
              <a:off x="5204" y="2464"/>
              <a:ext cx="26" cy="87"/>
            </a:xfrm>
            <a:custGeom>
              <a:avLst/>
              <a:gdLst>
                <a:gd name="T0" fmla="*/ 27 w 23"/>
                <a:gd name="T1" fmla="*/ 0 h 75"/>
                <a:gd name="T2" fmla="*/ 24 w 23"/>
                <a:gd name="T3" fmla="*/ 66 h 75"/>
                <a:gd name="T4" fmla="*/ 18 w 23"/>
                <a:gd name="T5" fmla="*/ 90 h 75"/>
                <a:gd name="T6" fmla="*/ 8 w 23"/>
                <a:gd name="T7" fmla="*/ 117 h 75"/>
                <a:gd name="T8" fmla="*/ 16 w 23"/>
                <a:gd name="T9" fmla="*/ 67 h 75"/>
                <a:gd name="T10" fmla="*/ 23 w 23"/>
                <a:gd name="T11" fmla="*/ 35 h 75"/>
                <a:gd name="T12" fmla="*/ 27 w 23"/>
                <a:gd name="T13" fmla="*/ 2 h 7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75">
                  <a:moveTo>
                    <a:pt x="19" y="0"/>
                  </a:moveTo>
                  <a:cubicBezTo>
                    <a:pt x="23" y="13"/>
                    <a:pt x="20" y="30"/>
                    <a:pt x="17" y="42"/>
                  </a:cubicBezTo>
                  <a:cubicBezTo>
                    <a:pt x="15" y="47"/>
                    <a:pt x="14" y="52"/>
                    <a:pt x="12" y="58"/>
                  </a:cubicBezTo>
                  <a:cubicBezTo>
                    <a:pt x="10" y="63"/>
                    <a:pt x="10" y="71"/>
                    <a:pt x="5" y="75"/>
                  </a:cubicBezTo>
                  <a:cubicBezTo>
                    <a:pt x="0" y="68"/>
                    <a:pt x="9" y="49"/>
                    <a:pt x="11" y="43"/>
                  </a:cubicBezTo>
                  <a:cubicBezTo>
                    <a:pt x="14" y="36"/>
                    <a:pt x="15" y="29"/>
                    <a:pt x="16" y="22"/>
                  </a:cubicBezTo>
                  <a:cubicBezTo>
                    <a:pt x="16" y="15"/>
                    <a:pt x="19" y="8"/>
                    <a:pt x="19" y="2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424" name="Freeform 533">
              <a:extLst>
                <a:ext uri="{FF2B5EF4-FFF2-40B4-BE49-F238E27FC236}">
                  <a16:creationId xmlns:a16="http://schemas.microsoft.com/office/drawing/2014/main" id="{984241DB-5010-4242-A740-709A9819A9A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43" y="2486"/>
              <a:ext cx="40" cy="128"/>
            </a:xfrm>
            <a:custGeom>
              <a:avLst/>
              <a:gdLst>
                <a:gd name="T0" fmla="*/ 54 w 34"/>
                <a:gd name="T1" fmla="*/ 0 h 111"/>
                <a:gd name="T2" fmla="*/ 53 w 34"/>
                <a:gd name="T3" fmla="*/ 58 h 111"/>
                <a:gd name="T4" fmla="*/ 31 w 34"/>
                <a:gd name="T5" fmla="*/ 104 h 111"/>
                <a:gd name="T6" fmla="*/ 15 w 34"/>
                <a:gd name="T7" fmla="*/ 149 h 111"/>
                <a:gd name="T8" fmla="*/ 7 w 34"/>
                <a:gd name="T9" fmla="*/ 163 h 111"/>
                <a:gd name="T10" fmla="*/ 19 w 34"/>
                <a:gd name="T11" fmla="*/ 116 h 111"/>
                <a:gd name="T12" fmla="*/ 54 w 34"/>
                <a:gd name="T13" fmla="*/ 8 h 1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4" h="111">
                  <a:moveTo>
                    <a:pt x="33" y="0"/>
                  </a:moveTo>
                  <a:cubicBezTo>
                    <a:pt x="33" y="12"/>
                    <a:pt x="34" y="26"/>
                    <a:pt x="32" y="37"/>
                  </a:cubicBezTo>
                  <a:cubicBezTo>
                    <a:pt x="29" y="48"/>
                    <a:pt x="24" y="58"/>
                    <a:pt x="19" y="68"/>
                  </a:cubicBezTo>
                  <a:cubicBezTo>
                    <a:pt x="15" y="77"/>
                    <a:pt x="12" y="88"/>
                    <a:pt x="9" y="97"/>
                  </a:cubicBezTo>
                  <a:cubicBezTo>
                    <a:pt x="9" y="100"/>
                    <a:pt x="8" y="111"/>
                    <a:pt x="4" y="106"/>
                  </a:cubicBezTo>
                  <a:cubicBezTo>
                    <a:pt x="0" y="100"/>
                    <a:pt x="10" y="81"/>
                    <a:pt x="12" y="76"/>
                  </a:cubicBezTo>
                  <a:cubicBezTo>
                    <a:pt x="20" y="53"/>
                    <a:pt x="29" y="30"/>
                    <a:pt x="33" y="5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425" name="Freeform 534">
              <a:extLst>
                <a:ext uri="{FF2B5EF4-FFF2-40B4-BE49-F238E27FC236}">
                  <a16:creationId xmlns:a16="http://schemas.microsoft.com/office/drawing/2014/main" id="{69281951-80AD-4748-9CF8-7626B95C066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72" y="2498"/>
              <a:ext cx="43" cy="113"/>
            </a:xfrm>
            <a:custGeom>
              <a:avLst/>
              <a:gdLst>
                <a:gd name="T0" fmla="*/ 58 w 37"/>
                <a:gd name="T1" fmla="*/ 0 h 97"/>
                <a:gd name="T2" fmla="*/ 53 w 37"/>
                <a:gd name="T3" fmla="*/ 40 h 97"/>
                <a:gd name="T4" fmla="*/ 44 w 37"/>
                <a:gd name="T5" fmla="*/ 65 h 97"/>
                <a:gd name="T6" fmla="*/ 20 w 37"/>
                <a:gd name="T7" fmla="*/ 118 h 97"/>
                <a:gd name="T8" fmla="*/ 10 w 37"/>
                <a:gd name="T9" fmla="*/ 140 h 97"/>
                <a:gd name="T10" fmla="*/ 12 w 37"/>
                <a:gd name="T11" fmla="*/ 121 h 97"/>
                <a:gd name="T12" fmla="*/ 56 w 37"/>
                <a:gd name="T13" fmla="*/ 3 h 9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7" h="97">
                  <a:moveTo>
                    <a:pt x="37" y="0"/>
                  </a:moveTo>
                  <a:cubicBezTo>
                    <a:pt x="36" y="9"/>
                    <a:pt x="35" y="17"/>
                    <a:pt x="34" y="25"/>
                  </a:cubicBezTo>
                  <a:cubicBezTo>
                    <a:pt x="33" y="31"/>
                    <a:pt x="31" y="36"/>
                    <a:pt x="28" y="41"/>
                  </a:cubicBezTo>
                  <a:cubicBezTo>
                    <a:pt x="23" y="52"/>
                    <a:pt x="17" y="64"/>
                    <a:pt x="13" y="75"/>
                  </a:cubicBezTo>
                  <a:cubicBezTo>
                    <a:pt x="12" y="80"/>
                    <a:pt x="11" y="85"/>
                    <a:pt x="7" y="88"/>
                  </a:cubicBezTo>
                  <a:cubicBezTo>
                    <a:pt x="0" y="97"/>
                    <a:pt x="6" y="79"/>
                    <a:pt x="8" y="76"/>
                  </a:cubicBezTo>
                  <a:cubicBezTo>
                    <a:pt x="18" y="51"/>
                    <a:pt x="30" y="29"/>
                    <a:pt x="35" y="3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426" name="Freeform 535">
              <a:extLst>
                <a:ext uri="{FF2B5EF4-FFF2-40B4-BE49-F238E27FC236}">
                  <a16:creationId xmlns:a16="http://schemas.microsoft.com/office/drawing/2014/main" id="{2470AB6C-76D0-4C40-9157-CFE95E41A8C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3" y="2508"/>
              <a:ext cx="31" cy="82"/>
            </a:xfrm>
            <a:custGeom>
              <a:avLst/>
              <a:gdLst>
                <a:gd name="T0" fmla="*/ 41 w 27"/>
                <a:gd name="T1" fmla="*/ 0 h 71"/>
                <a:gd name="T2" fmla="*/ 32 w 27"/>
                <a:gd name="T3" fmla="*/ 21 h 71"/>
                <a:gd name="T4" fmla="*/ 26 w 27"/>
                <a:gd name="T5" fmla="*/ 43 h 71"/>
                <a:gd name="T6" fmla="*/ 15 w 27"/>
                <a:gd name="T7" fmla="*/ 87 h 71"/>
                <a:gd name="T8" fmla="*/ 9 w 27"/>
                <a:gd name="T9" fmla="*/ 103 h 71"/>
                <a:gd name="T10" fmla="*/ 8 w 27"/>
                <a:gd name="T11" fmla="*/ 87 h 71"/>
                <a:gd name="T12" fmla="*/ 20 w 27"/>
                <a:gd name="T13" fmla="*/ 51 h 71"/>
                <a:gd name="T14" fmla="*/ 34 w 27"/>
                <a:gd name="T15" fmla="*/ 17 h 7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7" h="71">
                  <a:moveTo>
                    <a:pt x="27" y="0"/>
                  </a:moveTo>
                  <a:cubicBezTo>
                    <a:pt x="27" y="5"/>
                    <a:pt x="23" y="9"/>
                    <a:pt x="21" y="14"/>
                  </a:cubicBezTo>
                  <a:cubicBezTo>
                    <a:pt x="19" y="19"/>
                    <a:pt x="18" y="23"/>
                    <a:pt x="17" y="28"/>
                  </a:cubicBezTo>
                  <a:cubicBezTo>
                    <a:pt x="15" y="38"/>
                    <a:pt x="12" y="47"/>
                    <a:pt x="10" y="56"/>
                  </a:cubicBezTo>
                  <a:cubicBezTo>
                    <a:pt x="9" y="58"/>
                    <a:pt x="8" y="66"/>
                    <a:pt x="6" y="67"/>
                  </a:cubicBezTo>
                  <a:cubicBezTo>
                    <a:pt x="0" y="71"/>
                    <a:pt x="5" y="58"/>
                    <a:pt x="5" y="56"/>
                  </a:cubicBezTo>
                  <a:cubicBezTo>
                    <a:pt x="8" y="48"/>
                    <a:pt x="10" y="41"/>
                    <a:pt x="13" y="33"/>
                  </a:cubicBezTo>
                  <a:cubicBezTo>
                    <a:pt x="16" y="27"/>
                    <a:pt x="18" y="17"/>
                    <a:pt x="23" y="11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427" name="Freeform 536">
              <a:extLst>
                <a:ext uri="{FF2B5EF4-FFF2-40B4-BE49-F238E27FC236}">
                  <a16:creationId xmlns:a16="http://schemas.microsoft.com/office/drawing/2014/main" id="{E8F69DE7-6F3F-4593-87A3-7DA7FF72946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5" y="2519"/>
              <a:ext cx="22" cy="41"/>
            </a:xfrm>
            <a:custGeom>
              <a:avLst/>
              <a:gdLst>
                <a:gd name="T0" fmla="*/ 29 w 19"/>
                <a:gd name="T1" fmla="*/ 0 h 35"/>
                <a:gd name="T2" fmla="*/ 0 w 19"/>
                <a:gd name="T3" fmla="*/ 56 h 35"/>
                <a:gd name="T4" fmla="*/ 12 w 19"/>
                <a:gd name="T5" fmla="*/ 32 h 35"/>
                <a:gd name="T6" fmla="*/ 25 w 19"/>
                <a:gd name="T7" fmla="*/ 6 h 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35">
                  <a:moveTo>
                    <a:pt x="19" y="0"/>
                  </a:moveTo>
                  <a:cubicBezTo>
                    <a:pt x="17" y="11"/>
                    <a:pt x="11" y="31"/>
                    <a:pt x="0" y="35"/>
                  </a:cubicBezTo>
                  <a:cubicBezTo>
                    <a:pt x="1" y="30"/>
                    <a:pt x="6" y="25"/>
                    <a:pt x="8" y="20"/>
                  </a:cubicBezTo>
                  <a:cubicBezTo>
                    <a:pt x="10" y="14"/>
                    <a:pt x="14" y="8"/>
                    <a:pt x="16" y="3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428" name="Freeform 537">
              <a:extLst>
                <a:ext uri="{FF2B5EF4-FFF2-40B4-BE49-F238E27FC236}">
                  <a16:creationId xmlns:a16="http://schemas.microsoft.com/office/drawing/2014/main" id="{E8BFA265-FF7E-4E27-A25F-2B2BF848830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1" y="1677"/>
              <a:ext cx="104" cy="580"/>
            </a:xfrm>
            <a:custGeom>
              <a:avLst/>
              <a:gdLst>
                <a:gd name="T0" fmla="*/ 140 w 89"/>
                <a:gd name="T1" fmla="*/ 0 h 501"/>
                <a:gd name="T2" fmla="*/ 143 w 89"/>
                <a:gd name="T3" fmla="*/ 39 h 501"/>
                <a:gd name="T4" fmla="*/ 75 w 89"/>
                <a:gd name="T5" fmla="*/ 243 h 501"/>
                <a:gd name="T6" fmla="*/ 56 w 89"/>
                <a:gd name="T7" fmla="*/ 414 h 501"/>
                <a:gd name="T8" fmla="*/ 22 w 89"/>
                <a:gd name="T9" fmla="*/ 777 h 501"/>
                <a:gd name="T10" fmla="*/ 19 w 89"/>
                <a:gd name="T11" fmla="*/ 517 h 501"/>
                <a:gd name="T12" fmla="*/ 47 w 89"/>
                <a:gd name="T13" fmla="*/ 317 h 501"/>
                <a:gd name="T14" fmla="*/ 108 w 89"/>
                <a:gd name="T15" fmla="*/ 79 h 501"/>
                <a:gd name="T16" fmla="*/ 140 w 89"/>
                <a:gd name="T17" fmla="*/ 0 h 50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9" h="501">
                  <a:moveTo>
                    <a:pt x="88" y="0"/>
                  </a:moveTo>
                  <a:cubicBezTo>
                    <a:pt x="89" y="25"/>
                    <a:pt x="89" y="25"/>
                    <a:pt x="89" y="25"/>
                  </a:cubicBezTo>
                  <a:cubicBezTo>
                    <a:pt x="89" y="25"/>
                    <a:pt x="54" y="125"/>
                    <a:pt x="47" y="156"/>
                  </a:cubicBezTo>
                  <a:cubicBezTo>
                    <a:pt x="39" y="188"/>
                    <a:pt x="48" y="226"/>
                    <a:pt x="35" y="267"/>
                  </a:cubicBezTo>
                  <a:cubicBezTo>
                    <a:pt x="22" y="309"/>
                    <a:pt x="8" y="476"/>
                    <a:pt x="14" y="501"/>
                  </a:cubicBezTo>
                  <a:cubicBezTo>
                    <a:pt x="14" y="501"/>
                    <a:pt x="0" y="388"/>
                    <a:pt x="12" y="333"/>
                  </a:cubicBezTo>
                  <a:cubicBezTo>
                    <a:pt x="25" y="277"/>
                    <a:pt x="28" y="242"/>
                    <a:pt x="29" y="205"/>
                  </a:cubicBezTo>
                  <a:cubicBezTo>
                    <a:pt x="31" y="168"/>
                    <a:pt x="65" y="75"/>
                    <a:pt x="68" y="51"/>
                  </a:cubicBezTo>
                  <a:cubicBezTo>
                    <a:pt x="71" y="27"/>
                    <a:pt x="88" y="0"/>
                    <a:pt x="88" y="0"/>
                  </a:cubicBezTo>
                  <a:close/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429" name="Freeform 538">
              <a:extLst>
                <a:ext uri="{FF2B5EF4-FFF2-40B4-BE49-F238E27FC236}">
                  <a16:creationId xmlns:a16="http://schemas.microsoft.com/office/drawing/2014/main" id="{48DD5A34-B868-4D95-A9F0-BC3FF437815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12" y="1380"/>
              <a:ext cx="102" cy="137"/>
            </a:xfrm>
            <a:custGeom>
              <a:avLst/>
              <a:gdLst>
                <a:gd name="T0" fmla="*/ 0 w 88"/>
                <a:gd name="T1" fmla="*/ 0 h 118"/>
                <a:gd name="T2" fmla="*/ 137 w 88"/>
                <a:gd name="T3" fmla="*/ 185 h 118"/>
                <a:gd name="T4" fmla="*/ 0 w 88"/>
                <a:gd name="T5" fmla="*/ 0 h 1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8" h="118">
                  <a:moveTo>
                    <a:pt x="0" y="0"/>
                  </a:moveTo>
                  <a:cubicBezTo>
                    <a:pt x="0" y="0"/>
                    <a:pt x="76" y="8"/>
                    <a:pt x="88" y="118"/>
                  </a:cubicBezTo>
                  <a:cubicBezTo>
                    <a:pt x="88" y="118"/>
                    <a:pt x="76" y="47"/>
                    <a:pt x="0" y="0"/>
                  </a:cubicBezTo>
                  <a:close/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430" name="Freeform 539">
              <a:extLst>
                <a:ext uri="{FF2B5EF4-FFF2-40B4-BE49-F238E27FC236}">
                  <a16:creationId xmlns:a16="http://schemas.microsoft.com/office/drawing/2014/main" id="{8C52490B-310F-4C10-A1A9-92AB2F3B2EC9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3" y="1625"/>
              <a:ext cx="60" cy="561"/>
            </a:xfrm>
            <a:custGeom>
              <a:avLst/>
              <a:gdLst>
                <a:gd name="T0" fmla="*/ 0 w 51"/>
                <a:gd name="T1" fmla="*/ 0 h 484"/>
                <a:gd name="T2" fmla="*/ 36 w 51"/>
                <a:gd name="T3" fmla="*/ 225 h 484"/>
                <a:gd name="T4" fmla="*/ 45 w 51"/>
                <a:gd name="T5" fmla="*/ 753 h 484"/>
                <a:gd name="T6" fmla="*/ 46 w 51"/>
                <a:gd name="T7" fmla="*/ 454 h 484"/>
                <a:gd name="T8" fmla="*/ 22 w 51"/>
                <a:gd name="T9" fmla="*/ 243 h 484"/>
                <a:gd name="T10" fmla="*/ 0 w 51"/>
                <a:gd name="T11" fmla="*/ 0 h 48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1" h="484">
                  <a:moveTo>
                    <a:pt x="0" y="0"/>
                  </a:moveTo>
                  <a:cubicBezTo>
                    <a:pt x="0" y="0"/>
                    <a:pt x="16" y="108"/>
                    <a:pt x="22" y="144"/>
                  </a:cubicBezTo>
                  <a:cubicBezTo>
                    <a:pt x="29" y="182"/>
                    <a:pt x="51" y="234"/>
                    <a:pt x="27" y="484"/>
                  </a:cubicBezTo>
                  <a:cubicBezTo>
                    <a:pt x="27" y="484"/>
                    <a:pt x="29" y="364"/>
                    <a:pt x="28" y="292"/>
                  </a:cubicBezTo>
                  <a:cubicBezTo>
                    <a:pt x="27" y="238"/>
                    <a:pt x="27" y="193"/>
                    <a:pt x="14" y="156"/>
                  </a:cubicBezTo>
                  <a:cubicBezTo>
                    <a:pt x="2" y="118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431" name="Freeform 540">
              <a:extLst>
                <a:ext uri="{FF2B5EF4-FFF2-40B4-BE49-F238E27FC236}">
                  <a16:creationId xmlns:a16="http://schemas.microsoft.com/office/drawing/2014/main" id="{1E5CCF93-CEFE-4669-9AEB-3026C0F6A172}"/>
                </a:ext>
              </a:extLst>
            </p:cNvPr>
            <p:cNvSpPr>
              <a:spLocks/>
            </p:cNvSpPr>
            <p:nvPr/>
          </p:nvSpPr>
          <p:spPr bwMode="auto">
            <a:xfrm>
              <a:off x="5222" y="1797"/>
              <a:ext cx="43" cy="479"/>
            </a:xfrm>
            <a:custGeom>
              <a:avLst/>
              <a:gdLst>
                <a:gd name="T0" fmla="*/ 0 w 37"/>
                <a:gd name="T1" fmla="*/ 0 h 413"/>
                <a:gd name="T2" fmla="*/ 40 w 37"/>
                <a:gd name="T3" fmla="*/ 257 h 413"/>
                <a:gd name="T4" fmla="*/ 48 w 37"/>
                <a:gd name="T5" fmla="*/ 645 h 413"/>
                <a:gd name="T6" fmla="*/ 50 w 37"/>
                <a:gd name="T7" fmla="*/ 371 h 413"/>
                <a:gd name="T8" fmla="*/ 36 w 37"/>
                <a:gd name="T9" fmla="*/ 128 h 413"/>
                <a:gd name="T10" fmla="*/ 0 w 37"/>
                <a:gd name="T11" fmla="*/ 0 h 41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7" h="413">
                  <a:moveTo>
                    <a:pt x="0" y="0"/>
                  </a:moveTo>
                  <a:cubicBezTo>
                    <a:pt x="0" y="0"/>
                    <a:pt x="28" y="123"/>
                    <a:pt x="25" y="165"/>
                  </a:cubicBezTo>
                  <a:cubicBezTo>
                    <a:pt x="22" y="207"/>
                    <a:pt x="23" y="379"/>
                    <a:pt x="30" y="413"/>
                  </a:cubicBezTo>
                  <a:cubicBezTo>
                    <a:pt x="30" y="413"/>
                    <a:pt x="28" y="273"/>
                    <a:pt x="32" y="238"/>
                  </a:cubicBezTo>
                  <a:cubicBezTo>
                    <a:pt x="37" y="203"/>
                    <a:pt x="30" y="110"/>
                    <a:pt x="23" y="82"/>
                  </a:cubicBezTo>
                  <a:cubicBezTo>
                    <a:pt x="16" y="53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432" name="Freeform 541">
              <a:extLst>
                <a:ext uri="{FF2B5EF4-FFF2-40B4-BE49-F238E27FC236}">
                  <a16:creationId xmlns:a16="http://schemas.microsoft.com/office/drawing/2014/main" id="{EB8BB45C-1603-419F-8577-F007D670B49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1" y="1850"/>
              <a:ext cx="54" cy="18"/>
            </a:xfrm>
            <a:custGeom>
              <a:avLst/>
              <a:gdLst>
                <a:gd name="T0" fmla="*/ 71 w 47"/>
                <a:gd name="T1" fmla="*/ 23 h 16"/>
                <a:gd name="T2" fmla="*/ 0 w 47"/>
                <a:gd name="T3" fmla="*/ 11 h 16"/>
                <a:gd name="T4" fmla="*/ 71 w 47"/>
                <a:gd name="T5" fmla="*/ 23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7" h="16">
                  <a:moveTo>
                    <a:pt x="47" y="16"/>
                  </a:moveTo>
                  <a:cubicBezTo>
                    <a:pt x="47" y="16"/>
                    <a:pt x="7" y="4"/>
                    <a:pt x="0" y="8"/>
                  </a:cubicBezTo>
                  <a:cubicBezTo>
                    <a:pt x="0" y="8"/>
                    <a:pt x="30" y="0"/>
                    <a:pt x="47" y="16"/>
                  </a:cubicBezTo>
                  <a:close/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433" name="Freeform 542">
              <a:extLst>
                <a:ext uri="{FF2B5EF4-FFF2-40B4-BE49-F238E27FC236}">
                  <a16:creationId xmlns:a16="http://schemas.microsoft.com/office/drawing/2014/main" id="{9F467177-44C4-4567-B144-19B7C7250D43}"/>
                </a:ext>
              </a:extLst>
            </p:cNvPr>
            <p:cNvSpPr>
              <a:spLocks/>
            </p:cNvSpPr>
            <p:nvPr/>
          </p:nvSpPr>
          <p:spPr bwMode="auto">
            <a:xfrm>
              <a:off x="5277" y="1889"/>
              <a:ext cx="58" cy="21"/>
            </a:xfrm>
            <a:custGeom>
              <a:avLst/>
              <a:gdLst>
                <a:gd name="T0" fmla="*/ 0 w 50"/>
                <a:gd name="T1" fmla="*/ 29 h 18"/>
                <a:gd name="T2" fmla="*/ 78 w 50"/>
                <a:gd name="T3" fmla="*/ 9 h 18"/>
                <a:gd name="T4" fmla="*/ 0 w 50"/>
                <a:gd name="T5" fmla="*/ 29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0" h="18">
                  <a:moveTo>
                    <a:pt x="0" y="18"/>
                  </a:moveTo>
                  <a:cubicBezTo>
                    <a:pt x="0" y="18"/>
                    <a:pt x="33" y="3"/>
                    <a:pt x="50" y="6"/>
                  </a:cubicBezTo>
                  <a:cubicBezTo>
                    <a:pt x="50" y="6"/>
                    <a:pt x="14" y="0"/>
                    <a:pt x="0" y="18"/>
                  </a:cubicBezTo>
                  <a:close/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434" name="Freeform 543">
              <a:extLst>
                <a:ext uri="{FF2B5EF4-FFF2-40B4-BE49-F238E27FC236}">
                  <a16:creationId xmlns:a16="http://schemas.microsoft.com/office/drawing/2014/main" id="{AB86105A-3B11-4FD1-B694-D04DAE8DDE9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8" y="2941"/>
              <a:ext cx="38" cy="133"/>
            </a:xfrm>
            <a:custGeom>
              <a:avLst/>
              <a:gdLst>
                <a:gd name="T0" fmla="*/ 0 w 32"/>
                <a:gd name="T1" fmla="*/ 0 h 115"/>
                <a:gd name="T2" fmla="*/ 17 w 32"/>
                <a:gd name="T3" fmla="*/ 61 h 115"/>
                <a:gd name="T4" fmla="*/ 44 w 32"/>
                <a:gd name="T5" fmla="*/ 178 h 115"/>
                <a:gd name="T6" fmla="*/ 37 w 32"/>
                <a:gd name="T7" fmla="*/ 75 h 115"/>
                <a:gd name="T8" fmla="*/ 1 w 32"/>
                <a:gd name="T9" fmla="*/ 2 h 1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115">
                  <a:moveTo>
                    <a:pt x="0" y="0"/>
                  </a:moveTo>
                  <a:cubicBezTo>
                    <a:pt x="0" y="17"/>
                    <a:pt x="2" y="26"/>
                    <a:pt x="10" y="40"/>
                  </a:cubicBezTo>
                  <a:cubicBezTo>
                    <a:pt x="23" y="61"/>
                    <a:pt x="32" y="90"/>
                    <a:pt x="26" y="115"/>
                  </a:cubicBezTo>
                  <a:cubicBezTo>
                    <a:pt x="31" y="92"/>
                    <a:pt x="30" y="70"/>
                    <a:pt x="22" y="48"/>
                  </a:cubicBezTo>
                  <a:cubicBezTo>
                    <a:pt x="16" y="32"/>
                    <a:pt x="5" y="19"/>
                    <a:pt x="1" y="2"/>
                  </a:cubicBezTo>
                </a:path>
              </a:pathLst>
            </a:custGeom>
            <a:solidFill>
              <a:srgbClr val="F5DB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435" name="Freeform 544">
              <a:extLst>
                <a:ext uri="{FF2B5EF4-FFF2-40B4-BE49-F238E27FC236}">
                  <a16:creationId xmlns:a16="http://schemas.microsoft.com/office/drawing/2014/main" id="{86B35CE9-AE64-42A2-B9AF-B4DE34EDC54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0" y="2949"/>
              <a:ext cx="38" cy="126"/>
            </a:xfrm>
            <a:custGeom>
              <a:avLst/>
              <a:gdLst>
                <a:gd name="T0" fmla="*/ 51 w 33"/>
                <a:gd name="T1" fmla="*/ 0 h 109"/>
                <a:gd name="T2" fmla="*/ 32 w 33"/>
                <a:gd name="T3" fmla="*/ 66 h 109"/>
                <a:gd name="T4" fmla="*/ 12 w 33"/>
                <a:gd name="T5" fmla="*/ 169 h 109"/>
                <a:gd name="T6" fmla="*/ 16 w 33"/>
                <a:gd name="T7" fmla="*/ 79 h 109"/>
                <a:gd name="T8" fmla="*/ 41 w 33"/>
                <a:gd name="T9" fmla="*/ 9 h 10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109">
                  <a:moveTo>
                    <a:pt x="33" y="0"/>
                  </a:moveTo>
                  <a:cubicBezTo>
                    <a:pt x="33" y="18"/>
                    <a:pt x="29" y="27"/>
                    <a:pt x="21" y="42"/>
                  </a:cubicBezTo>
                  <a:cubicBezTo>
                    <a:pt x="10" y="63"/>
                    <a:pt x="12" y="86"/>
                    <a:pt x="8" y="109"/>
                  </a:cubicBezTo>
                  <a:cubicBezTo>
                    <a:pt x="0" y="96"/>
                    <a:pt x="8" y="66"/>
                    <a:pt x="10" y="51"/>
                  </a:cubicBezTo>
                  <a:cubicBezTo>
                    <a:pt x="13" y="33"/>
                    <a:pt x="18" y="20"/>
                    <a:pt x="27" y="6"/>
                  </a:cubicBezTo>
                </a:path>
              </a:pathLst>
            </a:custGeom>
            <a:solidFill>
              <a:srgbClr val="F5DB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436" name="Freeform 545">
              <a:extLst>
                <a:ext uri="{FF2B5EF4-FFF2-40B4-BE49-F238E27FC236}">
                  <a16:creationId xmlns:a16="http://schemas.microsoft.com/office/drawing/2014/main" id="{883AFD93-13EC-42AA-A981-8771234C0248}"/>
                </a:ext>
              </a:extLst>
            </p:cNvPr>
            <p:cNvSpPr>
              <a:spLocks/>
            </p:cNvSpPr>
            <p:nvPr/>
          </p:nvSpPr>
          <p:spPr bwMode="auto">
            <a:xfrm>
              <a:off x="5111" y="2861"/>
              <a:ext cx="22" cy="123"/>
            </a:xfrm>
            <a:custGeom>
              <a:avLst/>
              <a:gdLst>
                <a:gd name="T0" fmla="*/ 29 w 19"/>
                <a:gd name="T1" fmla="*/ 0 h 106"/>
                <a:gd name="T2" fmla="*/ 19 w 19"/>
                <a:gd name="T3" fmla="*/ 166 h 106"/>
                <a:gd name="T4" fmla="*/ 20 w 19"/>
                <a:gd name="T5" fmla="*/ 31 h 10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06">
                  <a:moveTo>
                    <a:pt x="19" y="0"/>
                  </a:moveTo>
                  <a:cubicBezTo>
                    <a:pt x="0" y="29"/>
                    <a:pt x="5" y="74"/>
                    <a:pt x="12" y="106"/>
                  </a:cubicBezTo>
                  <a:cubicBezTo>
                    <a:pt x="12" y="80"/>
                    <a:pt x="4" y="44"/>
                    <a:pt x="13" y="20"/>
                  </a:cubicBezTo>
                </a:path>
              </a:pathLst>
            </a:custGeom>
            <a:solidFill>
              <a:srgbClr val="F5DB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437" name="Freeform 546">
              <a:extLst>
                <a:ext uri="{FF2B5EF4-FFF2-40B4-BE49-F238E27FC236}">
                  <a16:creationId xmlns:a16="http://schemas.microsoft.com/office/drawing/2014/main" id="{E8ADD7B4-C5AC-43DD-89C6-9BDEC6153EA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3" y="2859"/>
              <a:ext cx="27" cy="121"/>
            </a:xfrm>
            <a:custGeom>
              <a:avLst/>
              <a:gdLst>
                <a:gd name="T0" fmla="*/ 1 w 23"/>
                <a:gd name="T1" fmla="*/ 0 h 105"/>
                <a:gd name="T2" fmla="*/ 19 w 23"/>
                <a:gd name="T3" fmla="*/ 160 h 105"/>
                <a:gd name="T4" fmla="*/ 11 w 23"/>
                <a:gd name="T5" fmla="*/ 89 h 105"/>
                <a:gd name="T6" fmla="*/ 0 w 23"/>
                <a:gd name="T7" fmla="*/ 14 h 10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105">
                  <a:moveTo>
                    <a:pt x="1" y="0"/>
                  </a:moveTo>
                  <a:cubicBezTo>
                    <a:pt x="15" y="34"/>
                    <a:pt x="23" y="69"/>
                    <a:pt x="12" y="105"/>
                  </a:cubicBezTo>
                  <a:cubicBezTo>
                    <a:pt x="10" y="89"/>
                    <a:pt x="10" y="73"/>
                    <a:pt x="7" y="58"/>
                  </a:cubicBezTo>
                  <a:cubicBezTo>
                    <a:pt x="5" y="42"/>
                    <a:pt x="1" y="25"/>
                    <a:pt x="0" y="9"/>
                  </a:cubicBezTo>
                </a:path>
              </a:pathLst>
            </a:custGeom>
            <a:solidFill>
              <a:srgbClr val="F5DB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438" name="Freeform 547">
              <a:extLst>
                <a:ext uri="{FF2B5EF4-FFF2-40B4-BE49-F238E27FC236}">
                  <a16:creationId xmlns:a16="http://schemas.microsoft.com/office/drawing/2014/main" id="{A1AF2BCE-F93F-466A-A508-D70A19EF6E1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2" y="2984"/>
              <a:ext cx="87" cy="103"/>
            </a:xfrm>
            <a:custGeom>
              <a:avLst/>
              <a:gdLst>
                <a:gd name="T0" fmla="*/ 0 w 75"/>
                <a:gd name="T1" fmla="*/ 10 h 89"/>
                <a:gd name="T2" fmla="*/ 61 w 75"/>
                <a:gd name="T3" fmla="*/ 1 h 89"/>
                <a:gd name="T4" fmla="*/ 95 w 75"/>
                <a:gd name="T5" fmla="*/ 17 h 89"/>
                <a:gd name="T6" fmla="*/ 113 w 75"/>
                <a:gd name="T7" fmla="*/ 91 h 89"/>
                <a:gd name="T8" fmla="*/ 99 w 75"/>
                <a:gd name="T9" fmla="*/ 105 h 89"/>
                <a:gd name="T10" fmla="*/ 78 w 75"/>
                <a:gd name="T11" fmla="*/ 45 h 89"/>
                <a:gd name="T12" fmla="*/ 36 w 75"/>
                <a:gd name="T13" fmla="*/ 22 h 89"/>
                <a:gd name="T14" fmla="*/ 1 w 75"/>
                <a:gd name="T15" fmla="*/ 22 h 8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5" h="89">
                  <a:moveTo>
                    <a:pt x="0" y="7"/>
                  </a:moveTo>
                  <a:cubicBezTo>
                    <a:pt x="11" y="9"/>
                    <a:pt x="27" y="0"/>
                    <a:pt x="40" y="1"/>
                  </a:cubicBezTo>
                  <a:cubicBezTo>
                    <a:pt x="49" y="2"/>
                    <a:pt x="56" y="4"/>
                    <a:pt x="61" y="11"/>
                  </a:cubicBezTo>
                  <a:cubicBezTo>
                    <a:pt x="75" y="27"/>
                    <a:pt x="73" y="39"/>
                    <a:pt x="72" y="59"/>
                  </a:cubicBezTo>
                  <a:cubicBezTo>
                    <a:pt x="72" y="69"/>
                    <a:pt x="65" y="89"/>
                    <a:pt x="63" y="68"/>
                  </a:cubicBezTo>
                  <a:cubicBezTo>
                    <a:pt x="62" y="52"/>
                    <a:pt x="62" y="41"/>
                    <a:pt x="50" y="29"/>
                  </a:cubicBezTo>
                  <a:cubicBezTo>
                    <a:pt x="43" y="22"/>
                    <a:pt x="34" y="16"/>
                    <a:pt x="23" y="14"/>
                  </a:cubicBezTo>
                  <a:cubicBezTo>
                    <a:pt x="17" y="13"/>
                    <a:pt x="3" y="18"/>
                    <a:pt x="1" y="1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439" name="Freeform 548">
              <a:extLst>
                <a:ext uri="{FF2B5EF4-FFF2-40B4-BE49-F238E27FC236}">
                  <a16:creationId xmlns:a16="http://schemas.microsoft.com/office/drawing/2014/main" id="{50AA27F6-0A92-4F23-8BC2-DAA9987435F6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9" y="2982"/>
              <a:ext cx="97" cy="100"/>
            </a:xfrm>
            <a:custGeom>
              <a:avLst/>
              <a:gdLst>
                <a:gd name="T0" fmla="*/ 2 w 84"/>
                <a:gd name="T1" fmla="*/ 100 h 87"/>
                <a:gd name="T2" fmla="*/ 9 w 84"/>
                <a:gd name="T3" fmla="*/ 51 h 87"/>
                <a:gd name="T4" fmla="*/ 44 w 84"/>
                <a:gd name="T5" fmla="*/ 21 h 87"/>
                <a:gd name="T6" fmla="*/ 115 w 84"/>
                <a:gd name="T7" fmla="*/ 21 h 87"/>
                <a:gd name="T8" fmla="*/ 115 w 84"/>
                <a:gd name="T9" fmla="*/ 45 h 87"/>
                <a:gd name="T10" fmla="*/ 61 w 84"/>
                <a:gd name="T11" fmla="*/ 68 h 87"/>
                <a:gd name="T12" fmla="*/ 29 w 84"/>
                <a:gd name="T13" fmla="*/ 118 h 87"/>
                <a:gd name="T14" fmla="*/ 2 w 84"/>
                <a:gd name="T15" fmla="*/ 114 h 8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4" h="87">
                  <a:moveTo>
                    <a:pt x="2" y="66"/>
                  </a:moveTo>
                  <a:cubicBezTo>
                    <a:pt x="2" y="55"/>
                    <a:pt x="0" y="43"/>
                    <a:pt x="6" y="33"/>
                  </a:cubicBezTo>
                  <a:cubicBezTo>
                    <a:pt x="11" y="25"/>
                    <a:pt x="22" y="18"/>
                    <a:pt x="29" y="14"/>
                  </a:cubicBezTo>
                  <a:cubicBezTo>
                    <a:pt x="44" y="5"/>
                    <a:pt x="62" y="0"/>
                    <a:pt x="75" y="14"/>
                  </a:cubicBezTo>
                  <a:cubicBezTo>
                    <a:pt x="82" y="22"/>
                    <a:pt x="84" y="26"/>
                    <a:pt x="75" y="30"/>
                  </a:cubicBezTo>
                  <a:cubicBezTo>
                    <a:pt x="64" y="35"/>
                    <a:pt x="50" y="35"/>
                    <a:pt x="40" y="44"/>
                  </a:cubicBezTo>
                  <a:cubicBezTo>
                    <a:pt x="28" y="53"/>
                    <a:pt x="28" y="68"/>
                    <a:pt x="19" y="78"/>
                  </a:cubicBezTo>
                  <a:cubicBezTo>
                    <a:pt x="14" y="84"/>
                    <a:pt x="1" y="87"/>
                    <a:pt x="2" y="7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440" name="Freeform 549">
              <a:extLst>
                <a:ext uri="{FF2B5EF4-FFF2-40B4-BE49-F238E27FC236}">
                  <a16:creationId xmlns:a16="http://schemas.microsoft.com/office/drawing/2014/main" id="{E1CA7CBE-25E7-4174-BAFD-FF6554BE1C3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2" y="3214"/>
              <a:ext cx="58" cy="401"/>
            </a:xfrm>
            <a:custGeom>
              <a:avLst/>
              <a:gdLst>
                <a:gd name="T0" fmla="*/ 0 w 50"/>
                <a:gd name="T1" fmla="*/ 0 h 346"/>
                <a:gd name="T2" fmla="*/ 32 w 50"/>
                <a:gd name="T3" fmla="*/ 253 h 346"/>
                <a:gd name="T4" fmla="*/ 78 w 50"/>
                <a:gd name="T5" fmla="*/ 539 h 346"/>
                <a:gd name="T6" fmla="*/ 20 w 50"/>
                <a:gd name="T7" fmla="*/ 3 h 34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0" h="346">
                  <a:moveTo>
                    <a:pt x="0" y="0"/>
                  </a:moveTo>
                  <a:cubicBezTo>
                    <a:pt x="13" y="53"/>
                    <a:pt x="13" y="109"/>
                    <a:pt x="21" y="162"/>
                  </a:cubicBezTo>
                  <a:cubicBezTo>
                    <a:pt x="30" y="224"/>
                    <a:pt x="43" y="285"/>
                    <a:pt x="50" y="346"/>
                  </a:cubicBezTo>
                  <a:cubicBezTo>
                    <a:pt x="37" y="231"/>
                    <a:pt x="33" y="115"/>
                    <a:pt x="13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441" name="Freeform 550">
              <a:extLst>
                <a:ext uri="{FF2B5EF4-FFF2-40B4-BE49-F238E27FC236}">
                  <a16:creationId xmlns:a16="http://schemas.microsoft.com/office/drawing/2014/main" id="{F2C031EB-A18C-4646-B21A-79C3DEC89C9F}"/>
                </a:ext>
              </a:extLst>
            </p:cNvPr>
            <p:cNvSpPr>
              <a:spLocks/>
            </p:cNvSpPr>
            <p:nvPr/>
          </p:nvSpPr>
          <p:spPr bwMode="auto">
            <a:xfrm>
              <a:off x="5035" y="3214"/>
              <a:ext cx="54" cy="358"/>
            </a:xfrm>
            <a:custGeom>
              <a:avLst/>
              <a:gdLst>
                <a:gd name="T0" fmla="*/ 59 w 46"/>
                <a:gd name="T1" fmla="*/ 0 h 309"/>
                <a:gd name="T2" fmla="*/ 59 w 46"/>
                <a:gd name="T3" fmla="*/ 134 h 309"/>
                <a:gd name="T4" fmla="*/ 46 w 46"/>
                <a:gd name="T5" fmla="*/ 294 h 309"/>
                <a:gd name="T6" fmla="*/ 13 w 46"/>
                <a:gd name="T7" fmla="*/ 481 h 309"/>
                <a:gd name="T8" fmla="*/ 39 w 46"/>
                <a:gd name="T9" fmla="*/ 42 h 30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6" h="309">
                  <a:moveTo>
                    <a:pt x="37" y="0"/>
                  </a:moveTo>
                  <a:cubicBezTo>
                    <a:pt x="46" y="24"/>
                    <a:pt x="38" y="61"/>
                    <a:pt x="37" y="86"/>
                  </a:cubicBezTo>
                  <a:cubicBezTo>
                    <a:pt x="35" y="120"/>
                    <a:pt x="32" y="155"/>
                    <a:pt x="28" y="189"/>
                  </a:cubicBezTo>
                  <a:cubicBezTo>
                    <a:pt x="25" y="220"/>
                    <a:pt x="25" y="286"/>
                    <a:pt x="8" y="309"/>
                  </a:cubicBezTo>
                  <a:cubicBezTo>
                    <a:pt x="0" y="215"/>
                    <a:pt x="23" y="121"/>
                    <a:pt x="24" y="2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442" name="Freeform 551">
              <a:extLst>
                <a:ext uri="{FF2B5EF4-FFF2-40B4-BE49-F238E27FC236}">
                  <a16:creationId xmlns:a16="http://schemas.microsoft.com/office/drawing/2014/main" id="{71F1D02C-83E6-4834-B3E6-1A23F6613C6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5" y="1839"/>
              <a:ext cx="76" cy="447"/>
            </a:xfrm>
            <a:custGeom>
              <a:avLst/>
              <a:gdLst>
                <a:gd name="T0" fmla="*/ 28 w 66"/>
                <a:gd name="T1" fmla="*/ 0 h 386"/>
                <a:gd name="T2" fmla="*/ 2 w 66"/>
                <a:gd name="T3" fmla="*/ 95 h 386"/>
                <a:gd name="T4" fmla="*/ 21 w 66"/>
                <a:gd name="T5" fmla="*/ 228 h 386"/>
                <a:gd name="T6" fmla="*/ 101 w 66"/>
                <a:gd name="T7" fmla="*/ 600 h 386"/>
                <a:gd name="T8" fmla="*/ 41 w 66"/>
                <a:gd name="T9" fmla="*/ 264 h 386"/>
                <a:gd name="T10" fmla="*/ 23 w 66"/>
                <a:gd name="T11" fmla="*/ 122 h 386"/>
                <a:gd name="T12" fmla="*/ 24 w 66"/>
                <a:gd name="T13" fmla="*/ 10 h 38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6" h="386">
                  <a:moveTo>
                    <a:pt x="18" y="0"/>
                  </a:moveTo>
                  <a:cubicBezTo>
                    <a:pt x="9" y="20"/>
                    <a:pt x="0" y="39"/>
                    <a:pt x="2" y="61"/>
                  </a:cubicBezTo>
                  <a:cubicBezTo>
                    <a:pt x="5" y="90"/>
                    <a:pt x="12" y="118"/>
                    <a:pt x="14" y="147"/>
                  </a:cubicBezTo>
                  <a:cubicBezTo>
                    <a:pt x="19" y="225"/>
                    <a:pt x="15" y="320"/>
                    <a:pt x="66" y="386"/>
                  </a:cubicBezTo>
                  <a:cubicBezTo>
                    <a:pt x="42" y="315"/>
                    <a:pt x="30" y="245"/>
                    <a:pt x="27" y="170"/>
                  </a:cubicBezTo>
                  <a:cubicBezTo>
                    <a:pt x="25" y="139"/>
                    <a:pt x="20" y="110"/>
                    <a:pt x="15" y="79"/>
                  </a:cubicBezTo>
                  <a:cubicBezTo>
                    <a:pt x="12" y="57"/>
                    <a:pt x="8" y="27"/>
                    <a:pt x="16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443" name="Freeform 552">
              <a:extLst>
                <a:ext uri="{FF2B5EF4-FFF2-40B4-BE49-F238E27FC236}">
                  <a16:creationId xmlns:a16="http://schemas.microsoft.com/office/drawing/2014/main" id="{813FBDA6-D816-4F0C-80EE-32A687340E9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8" y="1610"/>
              <a:ext cx="69" cy="59"/>
            </a:xfrm>
            <a:custGeom>
              <a:avLst/>
              <a:gdLst>
                <a:gd name="T0" fmla="*/ 0 w 59"/>
                <a:gd name="T1" fmla="*/ 0 h 51"/>
                <a:gd name="T2" fmla="*/ 35 w 59"/>
                <a:gd name="T3" fmla="*/ 60 h 51"/>
                <a:gd name="T4" fmla="*/ 95 w 59"/>
                <a:gd name="T5" fmla="*/ 79 h 51"/>
                <a:gd name="T6" fmla="*/ 8 w 59"/>
                <a:gd name="T7" fmla="*/ 12 h 5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9" h="51">
                  <a:moveTo>
                    <a:pt x="0" y="0"/>
                  </a:moveTo>
                  <a:cubicBezTo>
                    <a:pt x="5" y="14"/>
                    <a:pt x="12" y="29"/>
                    <a:pt x="22" y="39"/>
                  </a:cubicBezTo>
                  <a:cubicBezTo>
                    <a:pt x="34" y="51"/>
                    <a:pt x="44" y="47"/>
                    <a:pt x="59" y="51"/>
                  </a:cubicBezTo>
                  <a:cubicBezTo>
                    <a:pt x="33" y="45"/>
                    <a:pt x="19" y="28"/>
                    <a:pt x="5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444" name="Freeform 553">
              <a:extLst>
                <a:ext uri="{FF2B5EF4-FFF2-40B4-BE49-F238E27FC236}">
                  <a16:creationId xmlns:a16="http://schemas.microsoft.com/office/drawing/2014/main" id="{F24905C0-BDB0-4EE2-AF51-AB9A38A2B3EA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5" y="1625"/>
              <a:ext cx="96" cy="51"/>
            </a:xfrm>
            <a:custGeom>
              <a:avLst/>
              <a:gdLst>
                <a:gd name="T0" fmla="*/ 0 w 83"/>
                <a:gd name="T1" fmla="*/ 61 h 44"/>
                <a:gd name="T2" fmla="*/ 75 w 83"/>
                <a:gd name="T3" fmla="*/ 52 h 44"/>
                <a:gd name="T4" fmla="*/ 128 w 83"/>
                <a:gd name="T5" fmla="*/ 0 h 44"/>
                <a:gd name="T6" fmla="*/ 22 w 83"/>
                <a:gd name="T7" fmla="*/ 68 h 4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3" h="44">
                  <a:moveTo>
                    <a:pt x="0" y="40"/>
                  </a:moveTo>
                  <a:cubicBezTo>
                    <a:pt x="18" y="40"/>
                    <a:pt x="34" y="44"/>
                    <a:pt x="48" y="34"/>
                  </a:cubicBezTo>
                  <a:cubicBezTo>
                    <a:pt x="61" y="25"/>
                    <a:pt x="76" y="14"/>
                    <a:pt x="83" y="0"/>
                  </a:cubicBezTo>
                  <a:cubicBezTo>
                    <a:pt x="64" y="14"/>
                    <a:pt x="40" y="43"/>
                    <a:pt x="14" y="4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445" name="Freeform 554">
              <a:extLst>
                <a:ext uri="{FF2B5EF4-FFF2-40B4-BE49-F238E27FC236}">
                  <a16:creationId xmlns:a16="http://schemas.microsoft.com/office/drawing/2014/main" id="{EDA4130E-68CD-4783-B4C3-97053F82DE9E}"/>
                </a:ext>
              </a:extLst>
            </p:cNvPr>
            <p:cNvSpPr>
              <a:spLocks/>
            </p:cNvSpPr>
            <p:nvPr/>
          </p:nvSpPr>
          <p:spPr bwMode="auto">
            <a:xfrm>
              <a:off x="5192" y="1541"/>
              <a:ext cx="28" cy="233"/>
            </a:xfrm>
            <a:custGeom>
              <a:avLst/>
              <a:gdLst>
                <a:gd name="T0" fmla="*/ 2 w 24"/>
                <a:gd name="T1" fmla="*/ 1 h 201"/>
                <a:gd name="T2" fmla="*/ 7 w 24"/>
                <a:gd name="T3" fmla="*/ 41 h 201"/>
                <a:gd name="T4" fmla="*/ 8 w 24"/>
                <a:gd name="T5" fmla="*/ 89 h 201"/>
                <a:gd name="T6" fmla="*/ 7 w 24"/>
                <a:gd name="T7" fmla="*/ 160 h 201"/>
                <a:gd name="T8" fmla="*/ 39 w 24"/>
                <a:gd name="T9" fmla="*/ 313 h 201"/>
                <a:gd name="T10" fmla="*/ 22 w 24"/>
                <a:gd name="T11" fmla="*/ 219 h 201"/>
                <a:gd name="T12" fmla="*/ 18 w 24"/>
                <a:gd name="T13" fmla="*/ 121 h 201"/>
                <a:gd name="T14" fmla="*/ 9 w 24"/>
                <a:gd name="T15" fmla="*/ 51 h 201"/>
                <a:gd name="T16" fmla="*/ 0 w 24"/>
                <a:gd name="T17" fmla="*/ 0 h 20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4" h="201">
                  <a:moveTo>
                    <a:pt x="2" y="1"/>
                  </a:moveTo>
                  <a:cubicBezTo>
                    <a:pt x="1" y="2"/>
                    <a:pt x="4" y="22"/>
                    <a:pt x="4" y="26"/>
                  </a:cubicBezTo>
                  <a:cubicBezTo>
                    <a:pt x="5" y="37"/>
                    <a:pt x="5" y="47"/>
                    <a:pt x="5" y="57"/>
                  </a:cubicBezTo>
                  <a:cubicBezTo>
                    <a:pt x="5" y="72"/>
                    <a:pt x="4" y="87"/>
                    <a:pt x="4" y="103"/>
                  </a:cubicBezTo>
                  <a:cubicBezTo>
                    <a:pt x="5" y="136"/>
                    <a:pt x="16" y="168"/>
                    <a:pt x="24" y="201"/>
                  </a:cubicBezTo>
                  <a:cubicBezTo>
                    <a:pt x="15" y="183"/>
                    <a:pt x="16" y="160"/>
                    <a:pt x="14" y="141"/>
                  </a:cubicBezTo>
                  <a:cubicBezTo>
                    <a:pt x="11" y="120"/>
                    <a:pt x="12" y="99"/>
                    <a:pt x="11" y="78"/>
                  </a:cubicBezTo>
                  <a:cubicBezTo>
                    <a:pt x="10" y="63"/>
                    <a:pt x="9" y="48"/>
                    <a:pt x="6" y="33"/>
                  </a:cubicBezTo>
                  <a:cubicBezTo>
                    <a:pt x="4" y="22"/>
                    <a:pt x="0" y="10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446" name="Freeform 555">
              <a:extLst>
                <a:ext uri="{FF2B5EF4-FFF2-40B4-BE49-F238E27FC236}">
                  <a16:creationId xmlns:a16="http://schemas.microsoft.com/office/drawing/2014/main" id="{0EC6A78E-961C-44A0-926B-7D584D12D66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2" y="1678"/>
              <a:ext cx="37" cy="680"/>
            </a:xfrm>
            <a:custGeom>
              <a:avLst/>
              <a:gdLst>
                <a:gd name="T0" fmla="*/ 10 w 32"/>
                <a:gd name="T1" fmla="*/ 0 h 587"/>
                <a:gd name="T2" fmla="*/ 23 w 32"/>
                <a:gd name="T3" fmla="*/ 217 h 587"/>
                <a:gd name="T4" fmla="*/ 20 w 32"/>
                <a:gd name="T5" fmla="*/ 594 h 587"/>
                <a:gd name="T6" fmla="*/ 0 w 32"/>
                <a:gd name="T7" fmla="*/ 913 h 587"/>
                <a:gd name="T8" fmla="*/ 28 w 32"/>
                <a:gd name="T9" fmla="*/ 677 h 587"/>
                <a:gd name="T10" fmla="*/ 45 w 32"/>
                <a:gd name="T11" fmla="*/ 255 h 587"/>
                <a:gd name="T12" fmla="*/ 10 w 32"/>
                <a:gd name="T13" fmla="*/ 0 h 58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" h="587">
                  <a:moveTo>
                    <a:pt x="7" y="0"/>
                  </a:moveTo>
                  <a:cubicBezTo>
                    <a:pt x="7" y="0"/>
                    <a:pt x="13" y="102"/>
                    <a:pt x="15" y="139"/>
                  </a:cubicBezTo>
                  <a:cubicBezTo>
                    <a:pt x="16" y="176"/>
                    <a:pt x="16" y="358"/>
                    <a:pt x="13" y="382"/>
                  </a:cubicBezTo>
                  <a:cubicBezTo>
                    <a:pt x="11" y="406"/>
                    <a:pt x="7" y="552"/>
                    <a:pt x="0" y="587"/>
                  </a:cubicBezTo>
                  <a:cubicBezTo>
                    <a:pt x="0" y="587"/>
                    <a:pt x="19" y="493"/>
                    <a:pt x="18" y="435"/>
                  </a:cubicBezTo>
                  <a:cubicBezTo>
                    <a:pt x="17" y="376"/>
                    <a:pt x="32" y="195"/>
                    <a:pt x="29" y="164"/>
                  </a:cubicBezTo>
                  <a:cubicBezTo>
                    <a:pt x="31" y="123"/>
                    <a:pt x="21" y="38"/>
                    <a:pt x="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447" name="Freeform 556">
              <a:extLst>
                <a:ext uri="{FF2B5EF4-FFF2-40B4-BE49-F238E27FC236}">
                  <a16:creationId xmlns:a16="http://schemas.microsoft.com/office/drawing/2014/main" id="{128CFA2A-59E9-4AD7-AF64-E3C8FEFA8A63}"/>
                </a:ext>
              </a:extLst>
            </p:cNvPr>
            <p:cNvSpPr>
              <a:spLocks/>
            </p:cNvSpPr>
            <p:nvPr/>
          </p:nvSpPr>
          <p:spPr bwMode="auto">
            <a:xfrm>
              <a:off x="5115" y="1690"/>
              <a:ext cx="68" cy="785"/>
            </a:xfrm>
            <a:custGeom>
              <a:avLst/>
              <a:gdLst>
                <a:gd name="T0" fmla="*/ 90 w 58"/>
                <a:gd name="T1" fmla="*/ 0 h 678"/>
                <a:gd name="T2" fmla="*/ 45 w 58"/>
                <a:gd name="T3" fmla="*/ 299 h 678"/>
                <a:gd name="T4" fmla="*/ 39 w 58"/>
                <a:gd name="T5" fmla="*/ 676 h 678"/>
                <a:gd name="T6" fmla="*/ 86 w 58"/>
                <a:gd name="T7" fmla="*/ 1052 h 678"/>
                <a:gd name="T8" fmla="*/ 45 w 58"/>
                <a:gd name="T9" fmla="*/ 788 h 678"/>
                <a:gd name="T10" fmla="*/ 7 w 58"/>
                <a:gd name="T11" fmla="*/ 435 h 678"/>
                <a:gd name="T12" fmla="*/ 90 w 58"/>
                <a:gd name="T13" fmla="*/ 0 h 67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8" h="678">
                  <a:moveTo>
                    <a:pt x="56" y="0"/>
                  </a:moveTo>
                  <a:cubicBezTo>
                    <a:pt x="56" y="0"/>
                    <a:pt x="44" y="116"/>
                    <a:pt x="27" y="193"/>
                  </a:cubicBezTo>
                  <a:cubicBezTo>
                    <a:pt x="11" y="269"/>
                    <a:pt x="9" y="373"/>
                    <a:pt x="24" y="435"/>
                  </a:cubicBezTo>
                  <a:cubicBezTo>
                    <a:pt x="40" y="498"/>
                    <a:pt x="56" y="589"/>
                    <a:pt x="53" y="678"/>
                  </a:cubicBezTo>
                  <a:cubicBezTo>
                    <a:pt x="53" y="678"/>
                    <a:pt x="55" y="569"/>
                    <a:pt x="27" y="508"/>
                  </a:cubicBezTo>
                  <a:cubicBezTo>
                    <a:pt x="0" y="447"/>
                    <a:pt x="4" y="310"/>
                    <a:pt x="4" y="281"/>
                  </a:cubicBezTo>
                  <a:cubicBezTo>
                    <a:pt x="4" y="252"/>
                    <a:pt x="58" y="26"/>
                    <a:pt x="56" y="0"/>
                  </a:cubicBezTo>
                  <a:close/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448" name="Freeform 557">
              <a:extLst>
                <a:ext uri="{FF2B5EF4-FFF2-40B4-BE49-F238E27FC236}">
                  <a16:creationId xmlns:a16="http://schemas.microsoft.com/office/drawing/2014/main" id="{ACE114E3-C5C4-47F5-BC0C-FCDBFCEDE1E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1" y="2330"/>
              <a:ext cx="100" cy="165"/>
            </a:xfrm>
            <a:custGeom>
              <a:avLst/>
              <a:gdLst>
                <a:gd name="T0" fmla="*/ 0 w 86"/>
                <a:gd name="T1" fmla="*/ 0 h 142"/>
                <a:gd name="T2" fmla="*/ 35 w 86"/>
                <a:gd name="T3" fmla="*/ 48 h 142"/>
                <a:gd name="T4" fmla="*/ 69 w 86"/>
                <a:gd name="T5" fmla="*/ 117 h 142"/>
                <a:gd name="T6" fmla="*/ 135 w 86"/>
                <a:gd name="T7" fmla="*/ 223 h 142"/>
                <a:gd name="T8" fmla="*/ 58 w 86"/>
                <a:gd name="T9" fmla="*/ 109 h 142"/>
                <a:gd name="T10" fmla="*/ 0 w 86"/>
                <a:gd name="T11" fmla="*/ 14 h 14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6" h="142">
                  <a:moveTo>
                    <a:pt x="0" y="0"/>
                  </a:moveTo>
                  <a:cubicBezTo>
                    <a:pt x="6" y="11"/>
                    <a:pt x="16" y="20"/>
                    <a:pt x="22" y="30"/>
                  </a:cubicBezTo>
                  <a:cubicBezTo>
                    <a:pt x="31" y="45"/>
                    <a:pt x="37" y="61"/>
                    <a:pt x="44" y="75"/>
                  </a:cubicBezTo>
                  <a:cubicBezTo>
                    <a:pt x="57" y="98"/>
                    <a:pt x="76" y="119"/>
                    <a:pt x="86" y="142"/>
                  </a:cubicBezTo>
                  <a:cubicBezTo>
                    <a:pt x="65" y="134"/>
                    <a:pt x="47" y="91"/>
                    <a:pt x="37" y="70"/>
                  </a:cubicBezTo>
                  <a:cubicBezTo>
                    <a:pt x="27" y="47"/>
                    <a:pt x="17" y="27"/>
                    <a:pt x="0" y="9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449" name="Freeform 558">
              <a:extLst>
                <a:ext uri="{FF2B5EF4-FFF2-40B4-BE49-F238E27FC236}">
                  <a16:creationId xmlns:a16="http://schemas.microsoft.com/office/drawing/2014/main" id="{361945EF-CB9D-4BC0-9415-0220EFDD788A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9" y="2345"/>
              <a:ext cx="87" cy="145"/>
            </a:xfrm>
            <a:custGeom>
              <a:avLst/>
              <a:gdLst>
                <a:gd name="T0" fmla="*/ 0 w 75"/>
                <a:gd name="T1" fmla="*/ 195 h 125"/>
                <a:gd name="T2" fmla="*/ 57 w 75"/>
                <a:gd name="T3" fmla="*/ 107 h 125"/>
                <a:gd name="T4" fmla="*/ 117 w 75"/>
                <a:gd name="T5" fmla="*/ 0 h 125"/>
                <a:gd name="T6" fmla="*/ 92 w 75"/>
                <a:gd name="T7" fmla="*/ 48 h 125"/>
                <a:gd name="T8" fmla="*/ 59 w 75"/>
                <a:gd name="T9" fmla="*/ 107 h 125"/>
                <a:gd name="T10" fmla="*/ 31 w 75"/>
                <a:gd name="T11" fmla="*/ 152 h 125"/>
                <a:gd name="T12" fmla="*/ 8 w 75"/>
                <a:gd name="T13" fmla="*/ 188 h 1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5" h="125">
                  <a:moveTo>
                    <a:pt x="0" y="125"/>
                  </a:moveTo>
                  <a:cubicBezTo>
                    <a:pt x="16" y="111"/>
                    <a:pt x="25" y="86"/>
                    <a:pt x="36" y="68"/>
                  </a:cubicBezTo>
                  <a:cubicBezTo>
                    <a:pt x="48" y="46"/>
                    <a:pt x="58" y="19"/>
                    <a:pt x="75" y="0"/>
                  </a:cubicBezTo>
                  <a:cubicBezTo>
                    <a:pt x="72" y="11"/>
                    <a:pt x="64" y="21"/>
                    <a:pt x="59" y="30"/>
                  </a:cubicBezTo>
                  <a:cubicBezTo>
                    <a:pt x="52" y="43"/>
                    <a:pt x="45" y="56"/>
                    <a:pt x="38" y="68"/>
                  </a:cubicBezTo>
                  <a:cubicBezTo>
                    <a:pt x="33" y="78"/>
                    <a:pt x="27" y="88"/>
                    <a:pt x="20" y="97"/>
                  </a:cubicBezTo>
                  <a:cubicBezTo>
                    <a:pt x="15" y="104"/>
                    <a:pt x="7" y="112"/>
                    <a:pt x="5" y="121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450" name="Freeform 559">
              <a:extLst>
                <a:ext uri="{FF2B5EF4-FFF2-40B4-BE49-F238E27FC236}">
                  <a16:creationId xmlns:a16="http://schemas.microsoft.com/office/drawing/2014/main" id="{55061A8A-EDBF-4125-8F40-F57120FFAA4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5" y="2502"/>
              <a:ext cx="115" cy="112"/>
            </a:xfrm>
            <a:custGeom>
              <a:avLst/>
              <a:gdLst>
                <a:gd name="T0" fmla="*/ 1 w 99"/>
                <a:gd name="T1" fmla="*/ 9 h 97"/>
                <a:gd name="T2" fmla="*/ 14 w 99"/>
                <a:gd name="T3" fmla="*/ 106 h 97"/>
                <a:gd name="T4" fmla="*/ 102 w 99"/>
                <a:gd name="T5" fmla="*/ 137 h 97"/>
                <a:gd name="T6" fmla="*/ 116 w 99"/>
                <a:gd name="T7" fmla="*/ 0 h 9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9" h="97">
                  <a:moveTo>
                    <a:pt x="1" y="6"/>
                  </a:moveTo>
                  <a:cubicBezTo>
                    <a:pt x="5" y="25"/>
                    <a:pt x="0" y="51"/>
                    <a:pt x="9" y="69"/>
                  </a:cubicBezTo>
                  <a:cubicBezTo>
                    <a:pt x="20" y="88"/>
                    <a:pt x="44" y="97"/>
                    <a:pt x="65" y="89"/>
                  </a:cubicBezTo>
                  <a:cubicBezTo>
                    <a:pt x="99" y="76"/>
                    <a:pt x="91" y="23"/>
                    <a:pt x="74" y="0"/>
                  </a:cubicBezTo>
                </a:path>
              </a:pathLst>
            </a:custGeom>
            <a:solidFill>
              <a:srgbClr val="FEF3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451" name="Freeform 560">
              <a:extLst>
                <a:ext uri="{FF2B5EF4-FFF2-40B4-BE49-F238E27FC236}">
                  <a16:creationId xmlns:a16="http://schemas.microsoft.com/office/drawing/2014/main" id="{67311DD8-3636-458F-AD22-8CF64F900F37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1" y="2509"/>
              <a:ext cx="108" cy="105"/>
            </a:xfrm>
            <a:custGeom>
              <a:avLst/>
              <a:gdLst>
                <a:gd name="T0" fmla="*/ 2 w 93"/>
                <a:gd name="T1" fmla="*/ 0 h 91"/>
                <a:gd name="T2" fmla="*/ 16 w 93"/>
                <a:gd name="T3" fmla="*/ 97 h 91"/>
                <a:gd name="T4" fmla="*/ 101 w 93"/>
                <a:gd name="T5" fmla="*/ 128 h 91"/>
                <a:gd name="T6" fmla="*/ 137 w 93"/>
                <a:gd name="T7" fmla="*/ 46 h 91"/>
                <a:gd name="T8" fmla="*/ 145 w 93"/>
                <a:gd name="T9" fmla="*/ 0 h 9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3" h="91">
                  <a:moveTo>
                    <a:pt x="2" y="0"/>
                  </a:moveTo>
                  <a:cubicBezTo>
                    <a:pt x="6" y="19"/>
                    <a:pt x="0" y="45"/>
                    <a:pt x="10" y="63"/>
                  </a:cubicBezTo>
                  <a:cubicBezTo>
                    <a:pt x="20" y="82"/>
                    <a:pt x="45" y="91"/>
                    <a:pt x="65" y="83"/>
                  </a:cubicBezTo>
                  <a:cubicBezTo>
                    <a:pt x="86" y="75"/>
                    <a:pt x="88" y="52"/>
                    <a:pt x="88" y="30"/>
                  </a:cubicBezTo>
                  <a:cubicBezTo>
                    <a:pt x="88" y="21"/>
                    <a:pt x="83" y="9"/>
                    <a:pt x="93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452" name="Freeform 561">
              <a:extLst>
                <a:ext uri="{FF2B5EF4-FFF2-40B4-BE49-F238E27FC236}">
                  <a16:creationId xmlns:a16="http://schemas.microsoft.com/office/drawing/2014/main" id="{1F1A0D26-69D7-4FD3-A69F-64BC74F56F2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7" y="2512"/>
              <a:ext cx="39" cy="70"/>
            </a:xfrm>
            <a:custGeom>
              <a:avLst/>
              <a:gdLst>
                <a:gd name="T0" fmla="*/ 8 w 34"/>
                <a:gd name="T1" fmla="*/ 0 h 60"/>
                <a:gd name="T2" fmla="*/ 2 w 34"/>
                <a:gd name="T3" fmla="*/ 65 h 60"/>
                <a:gd name="T4" fmla="*/ 26 w 34"/>
                <a:gd name="T5" fmla="*/ 95 h 60"/>
                <a:gd name="T6" fmla="*/ 50 w 34"/>
                <a:gd name="T7" fmla="*/ 70 h 60"/>
                <a:gd name="T8" fmla="*/ 47 w 34"/>
                <a:gd name="T9" fmla="*/ 22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60">
                  <a:moveTo>
                    <a:pt x="5" y="0"/>
                  </a:moveTo>
                  <a:cubicBezTo>
                    <a:pt x="7" y="15"/>
                    <a:pt x="3" y="27"/>
                    <a:pt x="2" y="41"/>
                  </a:cubicBezTo>
                  <a:cubicBezTo>
                    <a:pt x="0" y="54"/>
                    <a:pt x="5" y="58"/>
                    <a:pt x="17" y="59"/>
                  </a:cubicBezTo>
                  <a:cubicBezTo>
                    <a:pt x="30" y="60"/>
                    <a:pt x="32" y="56"/>
                    <a:pt x="33" y="44"/>
                  </a:cubicBezTo>
                  <a:cubicBezTo>
                    <a:pt x="34" y="34"/>
                    <a:pt x="33" y="22"/>
                    <a:pt x="31" y="14"/>
                  </a:cubicBezTo>
                </a:path>
              </a:pathLst>
            </a:custGeom>
            <a:solidFill>
              <a:srgbClr val="FEF3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453" name="Freeform 562">
              <a:extLst>
                <a:ext uri="{FF2B5EF4-FFF2-40B4-BE49-F238E27FC236}">
                  <a16:creationId xmlns:a16="http://schemas.microsoft.com/office/drawing/2014/main" id="{D5DAB295-84F6-47BE-8E58-6608290EB7FD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7" y="2513"/>
              <a:ext cx="39" cy="70"/>
            </a:xfrm>
            <a:custGeom>
              <a:avLst/>
              <a:gdLst>
                <a:gd name="T0" fmla="*/ 8 w 34"/>
                <a:gd name="T1" fmla="*/ 0 h 60"/>
                <a:gd name="T2" fmla="*/ 2 w 34"/>
                <a:gd name="T3" fmla="*/ 65 h 60"/>
                <a:gd name="T4" fmla="*/ 26 w 34"/>
                <a:gd name="T5" fmla="*/ 95 h 60"/>
                <a:gd name="T6" fmla="*/ 50 w 34"/>
                <a:gd name="T7" fmla="*/ 70 h 60"/>
                <a:gd name="T8" fmla="*/ 47 w 34"/>
                <a:gd name="T9" fmla="*/ 22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60">
                  <a:moveTo>
                    <a:pt x="5" y="0"/>
                  </a:moveTo>
                  <a:cubicBezTo>
                    <a:pt x="7" y="14"/>
                    <a:pt x="3" y="27"/>
                    <a:pt x="2" y="41"/>
                  </a:cubicBezTo>
                  <a:cubicBezTo>
                    <a:pt x="0" y="54"/>
                    <a:pt x="5" y="58"/>
                    <a:pt x="17" y="59"/>
                  </a:cubicBezTo>
                  <a:cubicBezTo>
                    <a:pt x="30" y="60"/>
                    <a:pt x="32" y="56"/>
                    <a:pt x="33" y="44"/>
                  </a:cubicBezTo>
                  <a:cubicBezTo>
                    <a:pt x="34" y="34"/>
                    <a:pt x="33" y="22"/>
                    <a:pt x="31" y="14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454" name="Freeform 563">
              <a:extLst>
                <a:ext uri="{FF2B5EF4-FFF2-40B4-BE49-F238E27FC236}">
                  <a16:creationId xmlns:a16="http://schemas.microsoft.com/office/drawing/2014/main" id="{D60CF39E-7162-499D-A61D-20AD8D6E25CC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8" y="2510"/>
              <a:ext cx="47" cy="90"/>
            </a:xfrm>
            <a:custGeom>
              <a:avLst/>
              <a:gdLst>
                <a:gd name="T0" fmla="*/ 0 w 41"/>
                <a:gd name="T1" fmla="*/ 1 h 78"/>
                <a:gd name="T2" fmla="*/ 3 w 41"/>
                <a:gd name="T3" fmla="*/ 40 h 78"/>
                <a:gd name="T4" fmla="*/ 9 w 41"/>
                <a:gd name="T5" fmla="*/ 77 h 78"/>
                <a:gd name="T6" fmla="*/ 24 w 41"/>
                <a:gd name="T7" fmla="*/ 110 h 78"/>
                <a:gd name="T8" fmla="*/ 62 w 41"/>
                <a:gd name="T9" fmla="*/ 120 h 78"/>
                <a:gd name="T10" fmla="*/ 28 w 41"/>
                <a:gd name="T11" fmla="*/ 96 h 78"/>
                <a:gd name="T12" fmla="*/ 17 w 41"/>
                <a:gd name="T13" fmla="*/ 53 h 78"/>
                <a:gd name="T14" fmla="*/ 9 w 41"/>
                <a:gd name="T15" fmla="*/ 17 h 78"/>
                <a:gd name="T16" fmla="*/ 0 w 41"/>
                <a:gd name="T17" fmla="*/ 0 h 7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1" h="78">
                  <a:moveTo>
                    <a:pt x="0" y="1"/>
                  </a:moveTo>
                  <a:cubicBezTo>
                    <a:pt x="0" y="9"/>
                    <a:pt x="2" y="18"/>
                    <a:pt x="3" y="26"/>
                  </a:cubicBezTo>
                  <a:cubicBezTo>
                    <a:pt x="4" y="34"/>
                    <a:pt x="4" y="42"/>
                    <a:pt x="6" y="50"/>
                  </a:cubicBezTo>
                  <a:cubicBezTo>
                    <a:pt x="7" y="57"/>
                    <a:pt x="10" y="66"/>
                    <a:pt x="16" y="71"/>
                  </a:cubicBezTo>
                  <a:cubicBezTo>
                    <a:pt x="22" y="77"/>
                    <a:pt x="32" y="78"/>
                    <a:pt x="41" y="78"/>
                  </a:cubicBezTo>
                  <a:cubicBezTo>
                    <a:pt x="32" y="78"/>
                    <a:pt x="23" y="69"/>
                    <a:pt x="18" y="62"/>
                  </a:cubicBezTo>
                  <a:cubicBezTo>
                    <a:pt x="13" y="54"/>
                    <a:pt x="13" y="44"/>
                    <a:pt x="11" y="35"/>
                  </a:cubicBezTo>
                  <a:cubicBezTo>
                    <a:pt x="10" y="27"/>
                    <a:pt x="9" y="18"/>
                    <a:pt x="6" y="11"/>
                  </a:cubicBezTo>
                  <a:cubicBezTo>
                    <a:pt x="4" y="8"/>
                    <a:pt x="2" y="4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455" name="Freeform 564">
              <a:extLst>
                <a:ext uri="{FF2B5EF4-FFF2-40B4-BE49-F238E27FC236}">
                  <a16:creationId xmlns:a16="http://schemas.microsoft.com/office/drawing/2014/main" id="{C136DD78-0F66-493F-9BF7-BF2559C78CEC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1" y="2518"/>
              <a:ext cx="11" cy="59"/>
            </a:xfrm>
            <a:custGeom>
              <a:avLst/>
              <a:gdLst>
                <a:gd name="T0" fmla="*/ 9 w 9"/>
                <a:gd name="T1" fmla="*/ 0 h 51"/>
                <a:gd name="T2" fmla="*/ 13 w 9"/>
                <a:gd name="T3" fmla="*/ 28 h 51"/>
                <a:gd name="T4" fmla="*/ 7 w 9"/>
                <a:gd name="T5" fmla="*/ 50 h 51"/>
                <a:gd name="T6" fmla="*/ 16 w 9"/>
                <a:gd name="T7" fmla="*/ 79 h 51"/>
                <a:gd name="T8" fmla="*/ 16 w 9"/>
                <a:gd name="T9" fmla="*/ 40 h 51"/>
                <a:gd name="T10" fmla="*/ 9 w 9"/>
                <a:gd name="T11" fmla="*/ 2 h 5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" h="51">
                  <a:moveTo>
                    <a:pt x="5" y="0"/>
                  </a:moveTo>
                  <a:cubicBezTo>
                    <a:pt x="5" y="6"/>
                    <a:pt x="7" y="12"/>
                    <a:pt x="7" y="18"/>
                  </a:cubicBezTo>
                  <a:cubicBezTo>
                    <a:pt x="7" y="23"/>
                    <a:pt x="5" y="28"/>
                    <a:pt x="4" y="32"/>
                  </a:cubicBezTo>
                  <a:cubicBezTo>
                    <a:pt x="3" y="39"/>
                    <a:pt x="0" y="50"/>
                    <a:pt x="9" y="51"/>
                  </a:cubicBezTo>
                  <a:cubicBezTo>
                    <a:pt x="2" y="46"/>
                    <a:pt x="9" y="33"/>
                    <a:pt x="9" y="26"/>
                  </a:cubicBezTo>
                  <a:cubicBezTo>
                    <a:pt x="9" y="20"/>
                    <a:pt x="9" y="7"/>
                    <a:pt x="5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456" name="Freeform 565">
              <a:extLst>
                <a:ext uri="{FF2B5EF4-FFF2-40B4-BE49-F238E27FC236}">
                  <a16:creationId xmlns:a16="http://schemas.microsoft.com/office/drawing/2014/main" id="{9C6F8E73-00CE-4F2B-A9C2-AC7B79D9C60A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6" y="2531"/>
              <a:ext cx="10" cy="48"/>
            </a:xfrm>
            <a:custGeom>
              <a:avLst/>
              <a:gdLst>
                <a:gd name="T0" fmla="*/ 1 w 8"/>
                <a:gd name="T1" fmla="*/ 0 h 42"/>
                <a:gd name="T2" fmla="*/ 0 w 8"/>
                <a:gd name="T3" fmla="*/ 63 h 42"/>
                <a:gd name="T4" fmla="*/ 14 w 8"/>
                <a:gd name="T5" fmla="*/ 22 h 42"/>
                <a:gd name="T6" fmla="*/ 5 w 8"/>
                <a:gd name="T7" fmla="*/ 1 h 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42">
                  <a:moveTo>
                    <a:pt x="1" y="0"/>
                  </a:moveTo>
                  <a:cubicBezTo>
                    <a:pt x="5" y="13"/>
                    <a:pt x="6" y="30"/>
                    <a:pt x="0" y="42"/>
                  </a:cubicBezTo>
                  <a:cubicBezTo>
                    <a:pt x="6" y="37"/>
                    <a:pt x="8" y="23"/>
                    <a:pt x="7" y="15"/>
                  </a:cubicBezTo>
                  <a:cubicBezTo>
                    <a:pt x="6" y="10"/>
                    <a:pt x="4" y="6"/>
                    <a:pt x="2" y="1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457" name="Freeform 566">
              <a:extLst>
                <a:ext uri="{FF2B5EF4-FFF2-40B4-BE49-F238E27FC236}">
                  <a16:creationId xmlns:a16="http://schemas.microsoft.com/office/drawing/2014/main" id="{08E2A7DA-F8EF-49C0-8A08-1DF361131E7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2" y="2525"/>
              <a:ext cx="52" cy="81"/>
            </a:xfrm>
            <a:custGeom>
              <a:avLst/>
              <a:gdLst>
                <a:gd name="T0" fmla="*/ 60 w 45"/>
                <a:gd name="T1" fmla="*/ 0 h 70"/>
                <a:gd name="T2" fmla="*/ 52 w 45"/>
                <a:gd name="T3" fmla="*/ 87 h 70"/>
                <a:gd name="T4" fmla="*/ 27 w 45"/>
                <a:gd name="T5" fmla="*/ 104 h 70"/>
                <a:gd name="T6" fmla="*/ 0 w 45"/>
                <a:gd name="T7" fmla="*/ 104 h 70"/>
                <a:gd name="T8" fmla="*/ 31 w 45"/>
                <a:gd name="T9" fmla="*/ 88 h 70"/>
                <a:gd name="T10" fmla="*/ 51 w 45"/>
                <a:gd name="T11" fmla="*/ 61 h 70"/>
                <a:gd name="T12" fmla="*/ 57 w 45"/>
                <a:gd name="T13" fmla="*/ 28 h 70"/>
                <a:gd name="T14" fmla="*/ 59 w 45"/>
                <a:gd name="T15" fmla="*/ 1 h 7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5" h="70">
                  <a:moveTo>
                    <a:pt x="39" y="0"/>
                  </a:moveTo>
                  <a:cubicBezTo>
                    <a:pt x="39" y="19"/>
                    <a:pt x="45" y="39"/>
                    <a:pt x="34" y="56"/>
                  </a:cubicBezTo>
                  <a:cubicBezTo>
                    <a:pt x="30" y="61"/>
                    <a:pt x="23" y="65"/>
                    <a:pt x="17" y="67"/>
                  </a:cubicBezTo>
                  <a:cubicBezTo>
                    <a:pt x="13" y="69"/>
                    <a:pt x="4" y="70"/>
                    <a:pt x="0" y="67"/>
                  </a:cubicBezTo>
                  <a:cubicBezTo>
                    <a:pt x="8" y="65"/>
                    <a:pt x="14" y="63"/>
                    <a:pt x="20" y="57"/>
                  </a:cubicBezTo>
                  <a:cubicBezTo>
                    <a:pt x="26" y="53"/>
                    <a:pt x="30" y="46"/>
                    <a:pt x="33" y="40"/>
                  </a:cubicBezTo>
                  <a:cubicBezTo>
                    <a:pt x="35" y="33"/>
                    <a:pt x="36" y="25"/>
                    <a:pt x="36" y="18"/>
                  </a:cubicBezTo>
                  <a:cubicBezTo>
                    <a:pt x="36" y="13"/>
                    <a:pt x="35" y="6"/>
                    <a:pt x="38" y="1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458" name="Freeform 567">
              <a:extLst>
                <a:ext uri="{FF2B5EF4-FFF2-40B4-BE49-F238E27FC236}">
                  <a16:creationId xmlns:a16="http://schemas.microsoft.com/office/drawing/2014/main" id="{72E76E24-4D90-4CC5-8566-32E22BE1083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4" y="2513"/>
              <a:ext cx="44" cy="124"/>
            </a:xfrm>
            <a:custGeom>
              <a:avLst/>
              <a:gdLst>
                <a:gd name="T0" fmla="*/ 50 w 38"/>
                <a:gd name="T1" fmla="*/ 0 h 107"/>
                <a:gd name="T2" fmla="*/ 47 w 38"/>
                <a:gd name="T3" fmla="*/ 41 h 107"/>
                <a:gd name="T4" fmla="*/ 41 w 38"/>
                <a:gd name="T5" fmla="*/ 95 h 107"/>
                <a:gd name="T6" fmla="*/ 8 w 38"/>
                <a:gd name="T7" fmla="*/ 130 h 107"/>
                <a:gd name="T8" fmla="*/ 1 w 38"/>
                <a:gd name="T9" fmla="*/ 140 h 107"/>
                <a:gd name="T10" fmla="*/ 9 w 38"/>
                <a:gd name="T11" fmla="*/ 167 h 107"/>
                <a:gd name="T12" fmla="*/ 37 w 38"/>
                <a:gd name="T13" fmla="*/ 127 h 107"/>
                <a:gd name="T14" fmla="*/ 58 w 38"/>
                <a:gd name="T15" fmla="*/ 73 h 107"/>
                <a:gd name="T16" fmla="*/ 51 w 38"/>
                <a:gd name="T17" fmla="*/ 27 h 107"/>
                <a:gd name="T18" fmla="*/ 50 w 38"/>
                <a:gd name="T19" fmla="*/ 2 h 10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8" h="107">
                  <a:moveTo>
                    <a:pt x="32" y="0"/>
                  </a:moveTo>
                  <a:cubicBezTo>
                    <a:pt x="27" y="8"/>
                    <a:pt x="29" y="17"/>
                    <a:pt x="30" y="26"/>
                  </a:cubicBezTo>
                  <a:cubicBezTo>
                    <a:pt x="32" y="38"/>
                    <a:pt x="31" y="50"/>
                    <a:pt x="26" y="61"/>
                  </a:cubicBezTo>
                  <a:cubicBezTo>
                    <a:pt x="22" y="71"/>
                    <a:pt x="15" y="79"/>
                    <a:pt x="5" y="84"/>
                  </a:cubicBezTo>
                  <a:cubicBezTo>
                    <a:pt x="2" y="86"/>
                    <a:pt x="0" y="86"/>
                    <a:pt x="1" y="90"/>
                  </a:cubicBezTo>
                  <a:cubicBezTo>
                    <a:pt x="2" y="96"/>
                    <a:pt x="3" y="102"/>
                    <a:pt x="6" y="107"/>
                  </a:cubicBezTo>
                  <a:cubicBezTo>
                    <a:pt x="11" y="99"/>
                    <a:pt x="19" y="91"/>
                    <a:pt x="24" y="82"/>
                  </a:cubicBezTo>
                  <a:cubicBezTo>
                    <a:pt x="31" y="71"/>
                    <a:pt x="35" y="59"/>
                    <a:pt x="37" y="47"/>
                  </a:cubicBezTo>
                  <a:cubicBezTo>
                    <a:pt x="38" y="36"/>
                    <a:pt x="36" y="26"/>
                    <a:pt x="33" y="17"/>
                  </a:cubicBezTo>
                  <a:cubicBezTo>
                    <a:pt x="32" y="13"/>
                    <a:pt x="30" y="5"/>
                    <a:pt x="32" y="2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459" name="Freeform 568">
              <a:extLst>
                <a:ext uri="{FF2B5EF4-FFF2-40B4-BE49-F238E27FC236}">
                  <a16:creationId xmlns:a16="http://schemas.microsoft.com/office/drawing/2014/main" id="{6FE456ED-D09A-4317-BC7C-7DB2B84423EC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7" y="2517"/>
              <a:ext cx="39" cy="110"/>
            </a:xfrm>
            <a:custGeom>
              <a:avLst/>
              <a:gdLst>
                <a:gd name="T0" fmla="*/ 6 w 33"/>
                <a:gd name="T1" fmla="*/ 0 h 95"/>
                <a:gd name="T2" fmla="*/ 6 w 33"/>
                <a:gd name="T3" fmla="*/ 20 h 95"/>
                <a:gd name="T4" fmla="*/ 6 w 33"/>
                <a:gd name="T5" fmla="*/ 45 h 95"/>
                <a:gd name="T6" fmla="*/ 13 w 33"/>
                <a:gd name="T7" fmla="*/ 88 h 95"/>
                <a:gd name="T8" fmla="*/ 35 w 33"/>
                <a:gd name="T9" fmla="*/ 113 h 95"/>
                <a:gd name="T10" fmla="*/ 54 w 33"/>
                <a:gd name="T11" fmla="*/ 126 h 95"/>
                <a:gd name="T12" fmla="*/ 47 w 33"/>
                <a:gd name="T13" fmla="*/ 147 h 95"/>
                <a:gd name="T14" fmla="*/ 18 w 33"/>
                <a:gd name="T15" fmla="*/ 117 h 95"/>
                <a:gd name="T16" fmla="*/ 1 w 33"/>
                <a:gd name="T17" fmla="*/ 68 h 95"/>
                <a:gd name="T18" fmla="*/ 1 w 33"/>
                <a:gd name="T19" fmla="*/ 28 h 95"/>
                <a:gd name="T20" fmla="*/ 2 w 33"/>
                <a:gd name="T21" fmla="*/ 0 h 9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3" h="95">
                  <a:moveTo>
                    <a:pt x="3" y="0"/>
                  </a:moveTo>
                  <a:cubicBezTo>
                    <a:pt x="2" y="3"/>
                    <a:pt x="3" y="9"/>
                    <a:pt x="3" y="13"/>
                  </a:cubicBezTo>
                  <a:cubicBezTo>
                    <a:pt x="3" y="19"/>
                    <a:pt x="3" y="24"/>
                    <a:pt x="3" y="29"/>
                  </a:cubicBezTo>
                  <a:cubicBezTo>
                    <a:pt x="3" y="39"/>
                    <a:pt x="4" y="48"/>
                    <a:pt x="8" y="57"/>
                  </a:cubicBezTo>
                  <a:cubicBezTo>
                    <a:pt x="11" y="63"/>
                    <a:pt x="15" y="69"/>
                    <a:pt x="21" y="73"/>
                  </a:cubicBezTo>
                  <a:cubicBezTo>
                    <a:pt x="25" y="75"/>
                    <a:pt x="30" y="77"/>
                    <a:pt x="33" y="81"/>
                  </a:cubicBezTo>
                  <a:cubicBezTo>
                    <a:pt x="31" y="84"/>
                    <a:pt x="32" y="91"/>
                    <a:pt x="29" y="95"/>
                  </a:cubicBezTo>
                  <a:cubicBezTo>
                    <a:pt x="23" y="88"/>
                    <a:pt x="16" y="83"/>
                    <a:pt x="11" y="75"/>
                  </a:cubicBezTo>
                  <a:cubicBezTo>
                    <a:pt x="5" y="66"/>
                    <a:pt x="2" y="55"/>
                    <a:pt x="1" y="44"/>
                  </a:cubicBezTo>
                  <a:cubicBezTo>
                    <a:pt x="1" y="36"/>
                    <a:pt x="1" y="27"/>
                    <a:pt x="1" y="18"/>
                  </a:cubicBezTo>
                  <a:cubicBezTo>
                    <a:pt x="2" y="13"/>
                    <a:pt x="0" y="5"/>
                    <a:pt x="2" y="0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460" name="Freeform 569">
              <a:extLst>
                <a:ext uri="{FF2B5EF4-FFF2-40B4-BE49-F238E27FC236}">
                  <a16:creationId xmlns:a16="http://schemas.microsoft.com/office/drawing/2014/main" id="{3F27E31C-070A-40B0-9122-55A763092842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1" y="2648"/>
              <a:ext cx="34" cy="347"/>
            </a:xfrm>
            <a:custGeom>
              <a:avLst/>
              <a:gdLst>
                <a:gd name="T0" fmla="*/ 0 w 29"/>
                <a:gd name="T1" fmla="*/ 0 h 300"/>
                <a:gd name="T2" fmla="*/ 34 w 29"/>
                <a:gd name="T3" fmla="*/ 257 h 300"/>
                <a:gd name="T4" fmla="*/ 27 w 29"/>
                <a:gd name="T5" fmla="*/ 464 h 300"/>
                <a:gd name="T6" fmla="*/ 41 w 29"/>
                <a:gd name="T7" fmla="*/ 333 h 300"/>
                <a:gd name="T8" fmla="*/ 0 w 29"/>
                <a:gd name="T9" fmla="*/ 0 h 3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300">
                  <a:moveTo>
                    <a:pt x="0" y="0"/>
                  </a:moveTo>
                  <a:cubicBezTo>
                    <a:pt x="0" y="0"/>
                    <a:pt x="19" y="126"/>
                    <a:pt x="21" y="166"/>
                  </a:cubicBezTo>
                  <a:cubicBezTo>
                    <a:pt x="23" y="207"/>
                    <a:pt x="16" y="268"/>
                    <a:pt x="17" y="300"/>
                  </a:cubicBezTo>
                  <a:cubicBezTo>
                    <a:pt x="17" y="300"/>
                    <a:pt x="22" y="236"/>
                    <a:pt x="26" y="215"/>
                  </a:cubicBezTo>
                  <a:cubicBezTo>
                    <a:pt x="29" y="193"/>
                    <a:pt x="21" y="84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461" name="Freeform 570">
              <a:extLst>
                <a:ext uri="{FF2B5EF4-FFF2-40B4-BE49-F238E27FC236}">
                  <a16:creationId xmlns:a16="http://schemas.microsoft.com/office/drawing/2014/main" id="{1D43B8C9-2D73-47C0-B278-6FC83BFBF501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4" y="2642"/>
              <a:ext cx="35" cy="378"/>
            </a:xfrm>
            <a:custGeom>
              <a:avLst/>
              <a:gdLst>
                <a:gd name="T0" fmla="*/ 48 w 30"/>
                <a:gd name="T1" fmla="*/ 0 h 326"/>
                <a:gd name="T2" fmla="*/ 13 w 30"/>
                <a:gd name="T3" fmla="*/ 336 h 326"/>
                <a:gd name="T4" fmla="*/ 25 w 30"/>
                <a:gd name="T5" fmla="*/ 508 h 326"/>
                <a:gd name="T6" fmla="*/ 7 w 30"/>
                <a:gd name="T7" fmla="*/ 364 h 326"/>
                <a:gd name="T8" fmla="*/ 48 w 30"/>
                <a:gd name="T9" fmla="*/ 0 h 3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326">
                  <a:moveTo>
                    <a:pt x="30" y="0"/>
                  </a:moveTo>
                  <a:cubicBezTo>
                    <a:pt x="30" y="0"/>
                    <a:pt x="5" y="180"/>
                    <a:pt x="8" y="216"/>
                  </a:cubicBezTo>
                  <a:cubicBezTo>
                    <a:pt x="11" y="252"/>
                    <a:pt x="17" y="303"/>
                    <a:pt x="15" y="326"/>
                  </a:cubicBezTo>
                  <a:cubicBezTo>
                    <a:pt x="15" y="326"/>
                    <a:pt x="7" y="254"/>
                    <a:pt x="4" y="234"/>
                  </a:cubicBezTo>
                  <a:cubicBezTo>
                    <a:pt x="0" y="214"/>
                    <a:pt x="7" y="89"/>
                    <a:pt x="30" y="0"/>
                  </a:cubicBezTo>
                  <a:close/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462" name="Freeform 571">
              <a:extLst>
                <a:ext uri="{FF2B5EF4-FFF2-40B4-BE49-F238E27FC236}">
                  <a16:creationId xmlns:a16="http://schemas.microsoft.com/office/drawing/2014/main" id="{441F7CC9-F03C-4C0F-B5F1-208242839FB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8" y="2435"/>
              <a:ext cx="51" cy="358"/>
            </a:xfrm>
            <a:custGeom>
              <a:avLst/>
              <a:gdLst>
                <a:gd name="T0" fmla="*/ 57 w 44"/>
                <a:gd name="T1" fmla="*/ 0 h 309"/>
                <a:gd name="T2" fmla="*/ 68 w 44"/>
                <a:gd name="T3" fmla="*/ 481 h 309"/>
                <a:gd name="T4" fmla="*/ 57 w 44"/>
                <a:gd name="T5" fmla="*/ 0 h 30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4" h="309">
                  <a:moveTo>
                    <a:pt x="36" y="0"/>
                  </a:moveTo>
                  <a:cubicBezTo>
                    <a:pt x="36" y="0"/>
                    <a:pt x="0" y="167"/>
                    <a:pt x="44" y="309"/>
                  </a:cubicBezTo>
                  <a:cubicBezTo>
                    <a:pt x="44" y="309"/>
                    <a:pt x="13" y="187"/>
                    <a:pt x="3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463" name="Freeform 572">
              <a:extLst>
                <a:ext uri="{FF2B5EF4-FFF2-40B4-BE49-F238E27FC236}">
                  <a16:creationId xmlns:a16="http://schemas.microsoft.com/office/drawing/2014/main" id="{2A4FC21A-C2BC-42E7-9EE0-86656619F3C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8" y="3214"/>
              <a:ext cx="52" cy="406"/>
            </a:xfrm>
            <a:custGeom>
              <a:avLst/>
              <a:gdLst>
                <a:gd name="T0" fmla="*/ 0 w 45"/>
                <a:gd name="T1" fmla="*/ 0 h 350"/>
                <a:gd name="T2" fmla="*/ 69 w 45"/>
                <a:gd name="T3" fmla="*/ 546 h 350"/>
                <a:gd name="T4" fmla="*/ 0 w 45"/>
                <a:gd name="T5" fmla="*/ 0 h 3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5" h="350">
                  <a:moveTo>
                    <a:pt x="0" y="0"/>
                  </a:moveTo>
                  <a:cubicBezTo>
                    <a:pt x="0" y="0"/>
                    <a:pt x="13" y="253"/>
                    <a:pt x="45" y="350"/>
                  </a:cubicBezTo>
                  <a:cubicBezTo>
                    <a:pt x="45" y="350"/>
                    <a:pt x="4" y="4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464" name="Freeform 573">
              <a:extLst>
                <a:ext uri="{FF2B5EF4-FFF2-40B4-BE49-F238E27FC236}">
                  <a16:creationId xmlns:a16="http://schemas.microsoft.com/office/drawing/2014/main" id="{AADF7EC9-F5D3-4211-8BD4-52C2002DDEE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0" y="3805"/>
              <a:ext cx="74" cy="140"/>
            </a:xfrm>
            <a:custGeom>
              <a:avLst/>
              <a:gdLst>
                <a:gd name="T0" fmla="*/ 93 w 64"/>
                <a:gd name="T1" fmla="*/ 0 h 121"/>
                <a:gd name="T2" fmla="*/ 46 w 64"/>
                <a:gd name="T3" fmla="*/ 93 h 121"/>
                <a:gd name="T4" fmla="*/ 31 w 64"/>
                <a:gd name="T5" fmla="*/ 142 h 121"/>
                <a:gd name="T6" fmla="*/ 0 w 64"/>
                <a:gd name="T7" fmla="*/ 187 h 121"/>
                <a:gd name="T8" fmla="*/ 42 w 64"/>
                <a:gd name="T9" fmla="*/ 140 h 121"/>
                <a:gd name="T10" fmla="*/ 62 w 64"/>
                <a:gd name="T11" fmla="*/ 96 h 121"/>
                <a:gd name="T12" fmla="*/ 99 w 64"/>
                <a:gd name="T13" fmla="*/ 0 h 1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4" h="121">
                  <a:moveTo>
                    <a:pt x="60" y="0"/>
                  </a:moveTo>
                  <a:cubicBezTo>
                    <a:pt x="47" y="18"/>
                    <a:pt x="37" y="39"/>
                    <a:pt x="30" y="60"/>
                  </a:cubicBezTo>
                  <a:cubicBezTo>
                    <a:pt x="28" y="70"/>
                    <a:pt x="26" y="82"/>
                    <a:pt x="20" y="92"/>
                  </a:cubicBezTo>
                  <a:cubicBezTo>
                    <a:pt x="13" y="101"/>
                    <a:pt x="5" y="110"/>
                    <a:pt x="0" y="121"/>
                  </a:cubicBezTo>
                  <a:cubicBezTo>
                    <a:pt x="7" y="110"/>
                    <a:pt x="19" y="101"/>
                    <a:pt x="27" y="91"/>
                  </a:cubicBezTo>
                  <a:cubicBezTo>
                    <a:pt x="35" y="82"/>
                    <a:pt x="37" y="73"/>
                    <a:pt x="41" y="62"/>
                  </a:cubicBezTo>
                  <a:cubicBezTo>
                    <a:pt x="48" y="42"/>
                    <a:pt x="55" y="20"/>
                    <a:pt x="6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465" name="Freeform 574">
              <a:extLst>
                <a:ext uri="{FF2B5EF4-FFF2-40B4-BE49-F238E27FC236}">
                  <a16:creationId xmlns:a16="http://schemas.microsoft.com/office/drawing/2014/main" id="{B2304DBC-6FD5-4814-97D5-4C8A01DC35A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8" y="3974"/>
              <a:ext cx="22" cy="24"/>
            </a:xfrm>
            <a:custGeom>
              <a:avLst/>
              <a:gdLst>
                <a:gd name="T0" fmla="*/ 0 w 19"/>
                <a:gd name="T1" fmla="*/ 31 h 20"/>
                <a:gd name="T2" fmla="*/ 25 w 19"/>
                <a:gd name="T3" fmla="*/ 0 h 20"/>
                <a:gd name="T4" fmla="*/ 1 w 19"/>
                <a:gd name="T5" fmla="*/ 31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20">
                  <a:moveTo>
                    <a:pt x="0" y="18"/>
                  </a:moveTo>
                  <a:cubicBezTo>
                    <a:pt x="5" y="13"/>
                    <a:pt x="12" y="6"/>
                    <a:pt x="16" y="0"/>
                  </a:cubicBezTo>
                  <a:cubicBezTo>
                    <a:pt x="19" y="6"/>
                    <a:pt x="7" y="20"/>
                    <a:pt x="1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466" name="Freeform 575">
              <a:extLst>
                <a:ext uri="{FF2B5EF4-FFF2-40B4-BE49-F238E27FC236}">
                  <a16:creationId xmlns:a16="http://schemas.microsoft.com/office/drawing/2014/main" id="{48D4E6B6-D87A-4C44-A09E-2BEB0E60885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2" y="3980"/>
              <a:ext cx="14" cy="26"/>
            </a:xfrm>
            <a:custGeom>
              <a:avLst/>
              <a:gdLst>
                <a:gd name="T0" fmla="*/ 0 w 12"/>
                <a:gd name="T1" fmla="*/ 37 h 22"/>
                <a:gd name="T2" fmla="*/ 9 w 12"/>
                <a:gd name="T3" fmla="*/ 21 h 22"/>
                <a:gd name="T4" fmla="*/ 18 w 12"/>
                <a:gd name="T5" fmla="*/ 0 h 22"/>
                <a:gd name="T6" fmla="*/ 1 w 12"/>
                <a:gd name="T7" fmla="*/ 37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22">
                  <a:moveTo>
                    <a:pt x="0" y="22"/>
                  </a:moveTo>
                  <a:cubicBezTo>
                    <a:pt x="1" y="19"/>
                    <a:pt x="5" y="17"/>
                    <a:pt x="6" y="13"/>
                  </a:cubicBezTo>
                  <a:cubicBezTo>
                    <a:pt x="8" y="9"/>
                    <a:pt x="8" y="4"/>
                    <a:pt x="11" y="0"/>
                  </a:cubicBezTo>
                  <a:cubicBezTo>
                    <a:pt x="12" y="11"/>
                    <a:pt x="10" y="16"/>
                    <a:pt x="1" y="2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467" name="Freeform 576">
              <a:extLst>
                <a:ext uri="{FF2B5EF4-FFF2-40B4-BE49-F238E27FC236}">
                  <a16:creationId xmlns:a16="http://schemas.microsoft.com/office/drawing/2014/main" id="{19A73C6C-DC1F-4896-A956-672CF56D106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8" y="3973"/>
              <a:ext cx="17" cy="28"/>
            </a:xfrm>
            <a:custGeom>
              <a:avLst/>
              <a:gdLst>
                <a:gd name="T0" fmla="*/ 0 w 15"/>
                <a:gd name="T1" fmla="*/ 39 h 24"/>
                <a:gd name="T2" fmla="*/ 14 w 15"/>
                <a:gd name="T3" fmla="*/ 0 h 24"/>
                <a:gd name="T4" fmla="*/ 3 w 15"/>
                <a:gd name="T5" fmla="*/ 35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24">
                  <a:moveTo>
                    <a:pt x="0" y="24"/>
                  </a:moveTo>
                  <a:cubicBezTo>
                    <a:pt x="3" y="17"/>
                    <a:pt x="5" y="6"/>
                    <a:pt x="10" y="0"/>
                  </a:cubicBezTo>
                  <a:cubicBezTo>
                    <a:pt x="15" y="8"/>
                    <a:pt x="12" y="18"/>
                    <a:pt x="3" y="2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468" name="Freeform 577">
              <a:extLst>
                <a:ext uri="{FF2B5EF4-FFF2-40B4-BE49-F238E27FC236}">
                  <a16:creationId xmlns:a16="http://schemas.microsoft.com/office/drawing/2014/main" id="{F363605B-1855-4BA5-83E1-3DD5F3CF6849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4" y="3964"/>
              <a:ext cx="22" cy="44"/>
            </a:xfrm>
            <a:custGeom>
              <a:avLst/>
              <a:gdLst>
                <a:gd name="T0" fmla="*/ 0 w 19"/>
                <a:gd name="T1" fmla="*/ 0 h 38"/>
                <a:gd name="T2" fmla="*/ 28 w 19"/>
                <a:gd name="T3" fmla="*/ 59 h 38"/>
                <a:gd name="T4" fmla="*/ 3 w 19"/>
                <a:gd name="T5" fmla="*/ 3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38">
                  <a:moveTo>
                    <a:pt x="0" y="0"/>
                  </a:moveTo>
                  <a:cubicBezTo>
                    <a:pt x="9" y="8"/>
                    <a:pt x="16" y="26"/>
                    <a:pt x="18" y="38"/>
                  </a:cubicBezTo>
                  <a:cubicBezTo>
                    <a:pt x="19" y="22"/>
                    <a:pt x="10" y="14"/>
                    <a:pt x="3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469" name="Freeform 578">
              <a:extLst>
                <a:ext uri="{FF2B5EF4-FFF2-40B4-BE49-F238E27FC236}">
                  <a16:creationId xmlns:a16="http://schemas.microsoft.com/office/drawing/2014/main" id="{47E4C215-A47C-44EC-8E28-4AF903A1B9FD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1" y="3980"/>
              <a:ext cx="12" cy="28"/>
            </a:xfrm>
            <a:custGeom>
              <a:avLst/>
              <a:gdLst>
                <a:gd name="T0" fmla="*/ 6 w 10"/>
                <a:gd name="T1" fmla="*/ 0 h 24"/>
                <a:gd name="T2" fmla="*/ 17 w 10"/>
                <a:gd name="T3" fmla="*/ 39 h 24"/>
                <a:gd name="T4" fmla="*/ 7 w 10"/>
                <a:gd name="T5" fmla="*/ 6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24">
                  <a:moveTo>
                    <a:pt x="3" y="0"/>
                  </a:moveTo>
                  <a:cubicBezTo>
                    <a:pt x="0" y="7"/>
                    <a:pt x="6" y="19"/>
                    <a:pt x="10" y="24"/>
                  </a:cubicBezTo>
                  <a:cubicBezTo>
                    <a:pt x="4" y="18"/>
                    <a:pt x="8" y="9"/>
                    <a:pt x="4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470" name="Freeform 579">
              <a:extLst>
                <a:ext uri="{FF2B5EF4-FFF2-40B4-BE49-F238E27FC236}">
                  <a16:creationId xmlns:a16="http://schemas.microsoft.com/office/drawing/2014/main" id="{8BFEF7F3-44D7-4AAF-BCA1-A3B04EAF3D25}"/>
                </a:ext>
              </a:extLst>
            </p:cNvPr>
            <p:cNvSpPr>
              <a:spLocks/>
            </p:cNvSpPr>
            <p:nvPr/>
          </p:nvSpPr>
          <p:spPr bwMode="auto">
            <a:xfrm>
              <a:off x="5106" y="3974"/>
              <a:ext cx="16" cy="24"/>
            </a:xfrm>
            <a:custGeom>
              <a:avLst/>
              <a:gdLst>
                <a:gd name="T0" fmla="*/ 0 w 14"/>
                <a:gd name="T1" fmla="*/ 0 h 20"/>
                <a:gd name="T2" fmla="*/ 18 w 14"/>
                <a:gd name="T3" fmla="*/ 35 h 20"/>
                <a:gd name="T4" fmla="*/ 1 w 14"/>
                <a:gd name="T5" fmla="*/ 1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20">
                  <a:moveTo>
                    <a:pt x="0" y="0"/>
                  </a:moveTo>
                  <a:cubicBezTo>
                    <a:pt x="2" y="6"/>
                    <a:pt x="6" y="19"/>
                    <a:pt x="12" y="20"/>
                  </a:cubicBezTo>
                  <a:cubicBezTo>
                    <a:pt x="14" y="14"/>
                    <a:pt x="6" y="5"/>
                    <a:pt x="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471" name="Freeform 580">
              <a:extLst>
                <a:ext uri="{FF2B5EF4-FFF2-40B4-BE49-F238E27FC236}">
                  <a16:creationId xmlns:a16="http://schemas.microsoft.com/office/drawing/2014/main" id="{52616E41-F5E0-4409-9320-96E163209799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5" y="3964"/>
              <a:ext cx="6" cy="19"/>
            </a:xfrm>
            <a:custGeom>
              <a:avLst/>
              <a:gdLst>
                <a:gd name="T0" fmla="*/ 0 w 5"/>
                <a:gd name="T1" fmla="*/ 2 h 16"/>
                <a:gd name="T2" fmla="*/ 7 w 5"/>
                <a:gd name="T3" fmla="*/ 27 h 16"/>
                <a:gd name="T4" fmla="*/ 0 w 5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16">
                  <a:moveTo>
                    <a:pt x="0" y="2"/>
                  </a:moveTo>
                  <a:cubicBezTo>
                    <a:pt x="0" y="7"/>
                    <a:pt x="1" y="12"/>
                    <a:pt x="4" y="16"/>
                  </a:cubicBezTo>
                  <a:cubicBezTo>
                    <a:pt x="5" y="11"/>
                    <a:pt x="1" y="5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472" name="Freeform 581">
              <a:extLst>
                <a:ext uri="{FF2B5EF4-FFF2-40B4-BE49-F238E27FC236}">
                  <a16:creationId xmlns:a16="http://schemas.microsoft.com/office/drawing/2014/main" id="{BC26D67E-2FE9-4976-814E-FB18EEF9679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4" y="3971"/>
              <a:ext cx="14" cy="36"/>
            </a:xfrm>
            <a:custGeom>
              <a:avLst/>
              <a:gdLst>
                <a:gd name="T0" fmla="*/ 18 w 12"/>
                <a:gd name="T1" fmla="*/ 0 h 31"/>
                <a:gd name="T2" fmla="*/ 15 w 12"/>
                <a:gd name="T3" fmla="*/ 30 h 31"/>
                <a:gd name="T4" fmla="*/ 1 w 12"/>
                <a:gd name="T5" fmla="*/ 49 h 31"/>
                <a:gd name="T6" fmla="*/ 2 w 12"/>
                <a:gd name="T7" fmla="*/ 30 h 31"/>
                <a:gd name="T8" fmla="*/ 13 w 12"/>
                <a:gd name="T9" fmla="*/ 7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31">
                  <a:moveTo>
                    <a:pt x="11" y="0"/>
                  </a:moveTo>
                  <a:cubicBezTo>
                    <a:pt x="11" y="6"/>
                    <a:pt x="12" y="13"/>
                    <a:pt x="9" y="19"/>
                  </a:cubicBezTo>
                  <a:cubicBezTo>
                    <a:pt x="8" y="23"/>
                    <a:pt x="5" y="31"/>
                    <a:pt x="1" y="31"/>
                  </a:cubicBezTo>
                  <a:cubicBezTo>
                    <a:pt x="0" y="27"/>
                    <a:pt x="1" y="23"/>
                    <a:pt x="2" y="19"/>
                  </a:cubicBezTo>
                  <a:cubicBezTo>
                    <a:pt x="3" y="15"/>
                    <a:pt x="4" y="7"/>
                    <a:pt x="8" y="4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473" name="Freeform 582">
              <a:extLst>
                <a:ext uri="{FF2B5EF4-FFF2-40B4-BE49-F238E27FC236}">
                  <a16:creationId xmlns:a16="http://schemas.microsoft.com/office/drawing/2014/main" id="{04C68B95-12FC-4FF5-9188-A7AABA90970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6" y="3974"/>
              <a:ext cx="12" cy="43"/>
            </a:xfrm>
            <a:custGeom>
              <a:avLst/>
              <a:gdLst>
                <a:gd name="T0" fmla="*/ 12 w 11"/>
                <a:gd name="T1" fmla="*/ 0 h 37"/>
                <a:gd name="T2" fmla="*/ 13 w 11"/>
                <a:gd name="T3" fmla="*/ 36 h 37"/>
                <a:gd name="T4" fmla="*/ 1 w 11"/>
                <a:gd name="T5" fmla="*/ 58 h 37"/>
                <a:gd name="T6" fmla="*/ 2 w 11"/>
                <a:gd name="T7" fmla="*/ 36 h 37"/>
                <a:gd name="T8" fmla="*/ 10 w 11"/>
                <a:gd name="T9" fmla="*/ 7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37">
                  <a:moveTo>
                    <a:pt x="9" y="0"/>
                  </a:moveTo>
                  <a:cubicBezTo>
                    <a:pt x="9" y="8"/>
                    <a:pt x="11" y="16"/>
                    <a:pt x="10" y="23"/>
                  </a:cubicBezTo>
                  <a:cubicBezTo>
                    <a:pt x="10" y="26"/>
                    <a:pt x="4" y="37"/>
                    <a:pt x="1" y="37"/>
                  </a:cubicBezTo>
                  <a:cubicBezTo>
                    <a:pt x="0" y="32"/>
                    <a:pt x="1" y="28"/>
                    <a:pt x="2" y="23"/>
                  </a:cubicBezTo>
                  <a:cubicBezTo>
                    <a:pt x="3" y="16"/>
                    <a:pt x="6" y="11"/>
                    <a:pt x="7" y="4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474" name="Freeform 583">
              <a:extLst>
                <a:ext uri="{FF2B5EF4-FFF2-40B4-BE49-F238E27FC236}">
                  <a16:creationId xmlns:a16="http://schemas.microsoft.com/office/drawing/2014/main" id="{1F8D6897-2544-4C58-B335-712CFB9FD13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7" y="4033"/>
              <a:ext cx="25" cy="16"/>
            </a:xfrm>
            <a:custGeom>
              <a:avLst/>
              <a:gdLst>
                <a:gd name="T0" fmla="*/ 0 w 22"/>
                <a:gd name="T1" fmla="*/ 1 h 13"/>
                <a:gd name="T2" fmla="*/ 30 w 22"/>
                <a:gd name="T3" fmla="*/ 0 h 13"/>
                <a:gd name="T4" fmla="*/ 1 w 22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3">
                  <a:moveTo>
                    <a:pt x="0" y="1"/>
                  </a:moveTo>
                  <a:cubicBezTo>
                    <a:pt x="5" y="8"/>
                    <a:pt x="22" y="13"/>
                    <a:pt x="20" y="0"/>
                  </a:cubicBezTo>
                  <a:cubicBezTo>
                    <a:pt x="15" y="3"/>
                    <a:pt x="4" y="5"/>
                    <a:pt x="1" y="0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475" name="Freeform 584">
              <a:extLst>
                <a:ext uri="{FF2B5EF4-FFF2-40B4-BE49-F238E27FC236}">
                  <a16:creationId xmlns:a16="http://schemas.microsoft.com/office/drawing/2014/main" id="{D0D6C2C5-9175-476F-A84E-D49C4E2F7F1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6" y="4030"/>
              <a:ext cx="63" cy="29"/>
            </a:xfrm>
            <a:custGeom>
              <a:avLst/>
              <a:gdLst>
                <a:gd name="T0" fmla="*/ 9 w 55"/>
                <a:gd name="T1" fmla="*/ 12 h 25"/>
                <a:gd name="T2" fmla="*/ 55 w 55"/>
                <a:gd name="T3" fmla="*/ 35 h 25"/>
                <a:gd name="T4" fmla="*/ 82 w 55"/>
                <a:gd name="T5" fmla="*/ 0 h 25"/>
                <a:gd name="T6" fmla="*/ 54 w 55"/>
                <a:gd name="T7" fmla="*/ 30 h 25"/>
                <a:gd name="T8" fmla="*/ 15 w 55"/>
                <a:gd name="T9" fmla="*/ 14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5" h="25">
                  <a:moveTo>
                    <a:pt x="6" y="8"/>
                  </a:moveTo>
                  <a:cubicBezTo>
                    <a:pt x="0" y="25"/>
                    <a:pt x="27" y="24"/>
                    <a:pt x="37" y="22"/>
                  </a:cubicBezTo>
                  <a:cubicBezTo>
                    <a:pt x="50" y="20"/>
                    <a:pt x="55" y="13"/>
                    <a:pt x="55" y="0"/>
                  </a:cubicBezTo>
                  <a:cubicBezTo>
                    <a:pt x="55" y="8"/>
                    <a:pt x="44" y="17"/>
                    <a:pt x="36" y="19"/>
                  </a:cubicBezTo>
                  <a:cubicBezTo>
                    <a:pt x="26" y="21"/>
                    <a:pt x="16" y="16"/>
                    <a:pt x="10" y="9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476" name="Freeform 585">
              <a:extLst>
                <a:ext uri="{FF2B5EF4-FFF2-40B4-BE49-F238E27FC236}">
                  <a16:creationId xmlns:a16="http://schemas.microsoft.com/office/drawing/2014/main" id="{5DF795A1-13C5-410F-9C49-76957E7E06F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5" y="3912"/>
              <a:ext cx="27" cy="87"/>
            </a:xfrm>
            <a:custGeom>
              <a:avLst/>
              <a:gdLst>
                <a:gd name="T0" fmla="*/ 1 w 24"/>
                <a:gd name="T1" fmla="*/ 116 h 75"/>
                <a:gd name="T2" fmla="*/ 21 w 24"/>
                <a:gd name="T3" fmla="*/ 92 h 75"/>
                <a:gd name="T4" fmla="*/ 32 w 24"/>
                <a:gd name="T5" fmla="*/ 70 h 75"/>
                <a:gd name="T6" fmla="*/ 33 w 24"/>
                <a:gd name="T7" fmla="*/ 37 h 75"/>
                <a:gd name="T8" fmla="*/ 33 w 24"/>
                <a:gd name="T9" fmla="*/ 0 h 75"/>
                <a:gd name="T10" fmla="*/ 24 w 24"/>
                <a:gd name="T11" fmla="*/ 59 h 75"/>
                <a:gd name="T12" fmla="*/ 12 w 24"/>
                <a:gd name="T13" fmla="*/ 86 h 75"/>
                <a:gd name="T14" fmla="*/ 1 w 24"/>
                <a:gd name="T15" fmla="*/ 117 h 7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4" h="75">
                  <a:moveTo>
                    <a:pt x="1" y="74"/>
                  </a:moveTo>
                  <a:cubicBezTo>
                    <a:pt x="2" y="67"/>
                    <a:pt x="11" y="64"/>
                    <a:pt x="15" y="59"/>
                  </a:cubicBezTo>
                  <a:cubicBezTo>
                    <a:pt x="19" y="55"/>
                    <a:pt x="21" y="51"/>
                    <a:pt x="22" y="45"/>
                  </a:cubicBezTo>
                  <a:cubicBezTo>
                    <a:pt x="23" y="38"/>
                    <a:pt x="23" y="31"/>
                    <a:pt x="23" y="24"/>
                  </a:cubicBezTo>
                  <a:cubicBezTo>
                    <a:pt x="23" y="16"/>
                    <a:pt x="24" y="7"/>
                    <a:pt x="23" y="0"/>
                  </a:cubicBezTo>
                  <a:cubicBezTo>
                    <a:pt x="23" y="13"/>
                    <a:pt x="21" y="26"/>
                    <a:pt x="17" y="38"/>
                  </a:cubicBezTo>
                  <a:cubicBezTo>
                    <a:pt x="15" y="45"/>
                    <a:pt x="12" y="50"/>
                    <a:pt x="9" y="55"/>
                  </a:cubicBezTo>
                  <a:cubicBezTo>
                    <a:pt x="6" y="61"/>
                    <a:pt x="0" y="68"/>
                    <a:pt x="1" y="75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477" name="Freeform 586">
              <a:extLst>
                <a:ext uri="{FF2B5EF4-FFF2-40B4-BE49-F238E27FC236}">
                  <a16:creationId xmlns:a16="http://schemas.microsoft.com/office/drawing/2014/main" id="{48A2EC4C-A497-421C-BBDD-2A14FF2FCA0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4" y="3852"/>
              <a:ext cx="22" cy="71"/>
            </a:xfrm>
            <a:custGeom>
              <a:avLst/>
              <a:gdLst>
                <a:gd name="T0" fmla="*/ 0 w 19"/>
                <a:gd name="T1" fmla="*/ 93 h 62"/>
                <a:gd name="T2" fmla="*/ 27 w 19"/>
                <a:gd name="T3" fmla="*/ 50 h 62"/>
                <a:gd name="T4" fmla="*/ 27 w 19"/>
                <a:gd name="T5" fmla="*/ 0 h 62"/>
                <a:gd name="T6" fmla="*/ 25 w 19"/>
                <a:gd name="T7" fmla="*/ 21 h 62"/>
                <a:gd name="T8" fmla="*/ 14 w 19"/>
                <a:gd name="T9" fmla="*/ 34 h 62"/>
                <a:gd name="T10" fmla="*/ 9 w 19"/>
                <a:gd name="T11" fmla="*/ 57 h 62"/>
                <a:gd name="T12" fmla="*/ 3 w 19"/>
                <a:gd name="T13" fmla="*/ 80 h 6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" h="62">
                  <a:moveTo>
                    <a:pt x="0" y="62"/>
                  </a:moveTo>
                  <a:cubicBezTo>
                    <a:pt x="3" y="50"/>
                    <a:pt x="15" y="44"/>
                    <a:pt x="17" y="33"/>
                  </a:cubicBezTo>
                  <a:cubicBezTo>
                    <a:pt x="19" y="22"/>
                    <a:pt x="16" y="11"/>
                    <a:pt x="17" y="0"/>
                  </a:cubicBezTo>
                  <a:cubicBezTo>
                    <a:pt x="17" y="5"/>
                    <a:pt x="17" y="10"/>
                    <a:pt x="16" y="14"/>
                  </a:cubicBezTo>
                  <a:cubicBezTo>
                    <a:pt x="14" y="18"/>
                    <a:pt x="11" y="20"/>
                    <a:pt x="9" y="23"/>
                  </a:cubicBezTo>
                  <a:cubicBezTo>
                    <a:pt x="7" y="28"/>
                    <a:pt x="7" y="33"/>
                    <a:pt x="6" y="38"/>
                  </a:cubicBezTo>
                  <a:cubicBezTo>
                    <a:pt x="5" y="43"/>
                    <a:pt x="3" y="48"/>
                    <a:pt x="3" y="53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478" name="Freeform 587">
              <a:extLst>
                <a:ext uri="{FF2B5EF4-FFF2-40B4-BE49-F238E27FC236}">
                  <a16:creationId xmlns:a16="http://schemas.microsoft.com/office/drawing/2014/main" id="{32FC71C6-3930-44BA-997F-F501F7E32ED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2" y="3774"/>
              <a:ext cx="37" cy="103"/>
            </a:xfrm>
            <a:custGeom>
              <a:avLst/>
              <a:gdLst>
                <a:gd name="T0" fmla="*/ 42 w 31"/>
                <a:gd name="T1" fmla="*/ 0 h 89"/>
                <a:gd name="T2" fmla="*/ 42 w 31"/>
                <a:gd name="T3" fmla="*/ 67 h 89"/>
                <a:gd name="T4" fmla="*/ 20 w 31"/>
                <a:gd name="T5" fmla="*/ 95 h 89"/>
                <a:gd name="T6" fmla="*/ 6 w 31"/>
                <a:gd name="T7" fmla="*/ 138 h 89"/>
                <a:gd name="T8" fmla="*/ 10 w 31"/>
                <a:gd name="T9" fmla="*/ 100 h 89"/>
                <a:gd name="T10" fmla="*/ 27 w 31"/>
                <a:gd name="T11" fmla="*/ 61 h 89"/>
                <a:gd name="T12" fmla="*/ 37 w 31"/>
                <a:gd name="T13" fmla="*/ 31 h 89"/>
                <a:gd name="T14" fmla="*/ 37 w 31"/>
                <a:gd name="T15" fmla="*/ 3 h 8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1" h="89">
                  <a:moveTo>
                    <a:pt x="24" y="0"/>
                  </a:moveTo>
                  <a:cubicBezTo>
                    <a:pt x="29" y="14"/>
                    <a:pt x="31" y="29"/>
                    <a:pt x="24" y="43"/>
                  </a:cubicBezTo>
                  <a:cubicBezTo>
                    <a:pt x="20" y="49"/>
                    <a:pt x="15" y="55"/>
                    <a:pt x="12" y="61"/>
                  </a:cubicBezTo>
                  <a:cubicBezTo>
                    <a:pt x="6" y="70"/>
                    <a:pt x="5" y="79"/>
                    <a:pt x="3" y="89"/>
                  </a:cubicBezTo>
                  <a:cubicBezTo>
                    <a:pt x="0" y="83"/>
                    <a:pt x="4" y="70"/>
                    <a:pt x="6" y="64"/>
                  </a:cubicBezTo>
                  <a:cubicBezTo>
                    <a:pt x="8" y="56"/>
                    <a:pt x="13" y="48"/>
                    <a:pt x="16" y="40"/>
                  </a:cubicBezTo>
                  <a:cubicBezTo>
                    <a:pt x="19" y="33"/>
                    <a:pt x="22" y="28"/>
                    <a:pt x="22" y="20"/>
                  </a:cubicBezTo>
                  <a:cubicBezTo>
                    <a:pt x="23" y="14"/>
                    <a:pt x="22" y="9"/>
                    <a:pt x="22" y="3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479" name="Freeform 588">
              <a:extLst>
                <a:ext uri="{FF2B5EF4-FFF2-40B4-BE49-F238E27FC236}">
                  <a16:creationId xmlns:a16="http://schemas.microsoft.com/office/drawing/2014/main" id="{284CF445-2884-41E9-A932-10BF700B3C4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2" y="3963"/>
              <a:ext cx="14" cy="25"/>
            </a:xfrm>
            <a:custGeom>
              <a:avLst/>
              <a:gdLst>
                <a:gd name="T0" fmla="*/ 16 w 12"/>
                <a:gd name="T1" fmla="*/ 0 h 22"/>
                <a:gd name="T2" fmla="*/ 9 w 12"/>
                <a:gd name="T3" fmla="*/ 17 h 22"/>
                <a:gd name="T4" fmla="*/ 0 w 12"/>
                <a:gd name="T5" fmla="*/ 32 h 22"/>
                <a:gd name="T6" fmla="*/ 15 w 12"/>
                <a:gd name="T7" fmla="*/ 22 h 22"/>
                <a:gd name="T8" fmla="*/ 16 w 12"/>
                <a:gd name="T9" fmla="*/ 2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22">
                  <a:moveTo>
                    <a:pt x="10" y="0"/>
                  </a:moveTo>
                  <a:cubicBezTo>
                    <a:pt x="9" y="3"/>
                    <a:pt x="8" y="8"/>
                    <a:pt x="6" y="11"/>
                  </a:cubicBezTo>
                  <a:cubicBezTo>
                    <a:pt x="4" y="15"/>
                    <a:pt x="0" y="18"/>
                    <a:pt x="0" y="22"/>
                  </a:cubicBezTo>
                  <a:cubicBezTo>
                    <a:pt x="4" y="20"/>
                    <a:pt x="7" y="19"/>
                    <a:pt x="9" y="15"/>
                  </a:cubicBezTo>
                  <a:cubicBezTo>
                    <a:pt x="10" y="12"/>
                    <a:pt x="12" y="5"/>
                    <a:pt x="10" y="2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480" name="Freeform 589">
              <a:extLst>
                <a:ext uri="{FF2B5EF4-FFF2-40B4-BE49-F238E27FC236}">
                  <a16:creationId xmlns:a16="http://schemas.microsoft.com/office/drawing/2014/main" id="{042B1477-01E6-4DE2-B58D-C55C5CA058D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9" y="3869"/>
              <a:ext cx="15" cy="49"/>
            </a:xfrm>
            <a:custGeom>
              <a:avLst/>
              <a:gdLst>
                <a:gd name="T0" fmla="*/ 2 w 13"/>
                <a:gd name="T1" fmla="*/ 0 h 42"/>
                <a:gd name="T2" fmla="*/ 10 w 13"/>
                <a:gd name="T3" fmla="*/ 18 h 42"/>
                <a:gd name="T4" fmla="*/ 16 w 13"/>
                <a:gd name="T5" fmla="*/ 37 h 42"/>
                <a:gd name="T6" fmla="*/ 18 w 13"/>
                <a:gd name="T7" fmla="*/ 67 h 42"/>
                <a:gd name="T8" fmla="*/ 7 w 13"/>
                <a:gd name="T9" fmla="*/ 30 h 42"/>
                <a:gd name="T10" fmla="*/ 0 w 13"/>
                <a:gd name="T11" fmla="*/ 1 h 4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" h="42">
                  <a:moveTo>
                    <a:pt x="2" y="0"/>
                  </a:moveTo>
                  <a:cubicBezTo>
                    <a:pt x="2" y="4"/>
                    <a:pt x="5" y="7"/>
                    <a:pt x="7" y="11"/>
                  </a:cubicBezTo>
                  <a:cubicBezTo>
                    <a:pt x="8" y="15"/>
                    <a:pt x="9" y="19"/>
                    <a:pt x="10" y="23"/>
                  </a:cubicBezTo>
                  <a:cubicBezTo>
                    <a:pt x="11" y="29"/>
                    <a:pt x="13" y="36"/>
                    <a:pt x="12" y="42"/>
                  </a:cubicBezTo>
                  <a:cubicBezTo>
                    <a:pt x="11" y="34"/>
                    <a:pt x="6" y="27"/>
                    <a:pt x="4" y="19"/>
                  </a:cubicBezTo>
                  <a:cubicBezTo>
                    <a:pt x="2" y="13"/>
                    <a:pt x="2" y="7"/>
                    <a:pt x="0" y="1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481" name="Freeform 590">
              <a:extLst>
                <a:ext uri="{FF2B5EF4-FFF2-40B4-BE49-F238E27FC236}">
                  <a16:creationId xmlns:a16="http://schemas.microsoft.com/office/drawing/2014/main" id="{666E077A-C5DD-4E24-AE34-282CE147141A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4" y="3945"/>
              <a:ext cx="33" cy="55"/>
            </a:xfrm>
            <a:custGeom>
              <a:avLst/>
              <a:gdLst>
                <a:gd name="T0" fmla="*/ 0 w 29"/>
                <a:gd name="T1" fmla="*/ 0 h 47"/>
                <a:gd name="T2" fmla="*/ 20 w 29"/>
                <a:gd name="T3" fmla="*/ 54 h 47"/>
                <a:gd name="T4" fmla="*/ 43 w 29"/>
                <a:gd name="T5" fmla="*/ 75 h 47"/>
                <a:gd name="T6" fmla="*/ 20 w 29"/>
                <a:gd name="T7" fmla="*/ 46 h 47"/>
                <a:gd name="T8" fmla="*/ 9 w 29"/>
                <a:gd name="T9" fmla="*/ 22 h 47"/>
                <a:gd name="T10" fmla="*/ 0 w 29"/>
                <a:gd name="T11" fmla="*/ 6 h 4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9" h="47">
                  <a:moveTo>
                    <a:pt x="0" y="0"/>
                  </a:moveTo>
                  <a:cubicBezTo>
                    <a:pt x="0" y="13"/>
                    <a:pt x="5" y="24"/>
                    <a:pt x="14" y="33"/>
                  </a:cubicBezTo>
                  <a:cubicBezTo>
                    <a:pt x="18" y="38"/>
                    <a:pt x="23" y="44"/>
                    <a:pt x="29" y="47"/>
                  </a:cubicBezTo>
                  <a:cubicBezTo>
                    <a:pt x="24" y="41"/>
                    <a:pt x="18" y="35"/>
                    <a:pt x="14" y="28"/>
                  </a:cubicBezTo>
                  <a:cubicBezTo>
                    <a:pt x="11" y="24"/>
                    <a:pt x="9" y="19"/>
                    <a:pt x="6" y="14"/>
                  </a:cubicBezTo>
                  <a:cubicBezTo>
                    <a:pt x="5" y="12"/>
                    <a:pt x="2" y="4"/>
                    <a:pt x="0" y="3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482" name="Freeform 591">
              <a:extLst>
                <a:ext uri="{FF2B5EF4-FFF2-40B4-BE49-F238E27FC236}">
                  <a16:creationId xmlns:a16="http://schemas.microsoft.com/office/drawing/2014/main" id="{BE0BA5C5-F812-4131-B012-4CC6816C71FE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3" y="4038"/>
              <a:ext cx="55" cy="22"/>
            </a:xfrm>
            <a:custGeom>
              <a:avLst/>
              <a:gdLst>
                <a:gd name="T0" fmla="*/ 0 w 48"/>
                <a:gd name="T1" fmla="*/ 20 h 19"/>
                <a:gd name="T2" fmla="*/ 29 w 48"/>
                <a:gd name="T3" fmla="*/ 29 h 19"/>
                <a:gd name="T4" fmla="*/ 48 w 48"/>
                <a:gd name="T5" fmla="*/ 25 h 19"/>
                <a:gd name="T6" fmla="*/ 71 w 48"/>
                <a:gd name="T7" fmla="*/ 0 h 19"/>
                <a:gd name="T8" fmla="*/ 61 w 48"/>
                <a:gd name="T9" fmla="*/ 7 h 19"/>
                <a:gd name="T10" fmla="*/ 37 w 48"/>
                <a:gd name="T11" fmla="*/ 19 h 19"/>
                <a:gd name="T12" fmla="*/ 13 w 48"/>
                <a:gd name="T13" fmla="*/ 22 h 19"/>
                <a:gd name="T14" fmla="*/ 1 w 48"/>
                <a:gd name="T15" fmla="*/ 20 h 1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8" h="19">
                  <a:moveTo>
                    <a:pt x="0" y="13"/>
                  </a:moveTo>
                  <a:cubicBezTo>
                    <a:pt x="6" y="15"/>
                    <a:pt x="13" y="18"/>
                    <a:pt x="19" y="19"/>
                  </a:cubicBezTo>
                  <a:cubicBezTo>
                    <a:pt x="23" y="19"/>
                    <a:pt x="28" y="17"/>
                    <a:pt x="32" y="16"/>
                  </a:cubicBezTo>
                  <a:cubicBezTo>
                    <a:pt x="39" y="14"/>
                    <a:pt x="48" y="8"/>
                    <a:pt x="47" y="0"/>
                  </a:cubicBezTo>
                  <a:cubicBezTo>
                    <a:pt x="46" y="2"/>
                    <a:pt x="43" y="3"/>
                    <a:pt x="40" y="4"/>
                  </a:cubicBezTo>
                  <a:cubicBezTo>
                    <a:pt x="35" y="7"/>
                    <a:pt x="30" y="10"/>
                    <a:pt x="24" y="12"/>
                  </a:cubicBezTo>
                  <a:cubicBezTo>
                    <a:pt x="19" y="13"/>
                    <a:pt x="14" y="14"/>
                    <a:pt x="9" y="14"/>
                  </a:cubicBezTo>
                  <a:cubicBezTo>
                    <a:pt x="7" y="14"/>
                    <a:pt x="3" y="15"/>
                    <a:pt x="1" y="13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483" name="Freeform 592">
              <a:extLst>
                <a:ext uri="{FF2B5EF4-FFF2-40B4-BE49-F238E27FC236}">
                  <a16:creationId xmlns:a16="http://schemas.microsoft.com/office/drawing/2014/main" id="{392CF597-2A1B-412B-A507-479345001932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8" y="4036"/>
              <a:ext cx="24" cy="11"/>
            </a:xfrm>
            <a:custGeom>
              <a:avLst/>
              <a:gdLst>
                <a:gd name="T0" fmla="*/ 0 w 21"/>
                <a:gd name="T1" fmla="*/ 0 h 10"/>
                <a:gd name="T2" fmla="*/ 31 w 21"/>
                <a:gd name="T3" fmla="*/ 0 h 10"/>
                <a:gd name="T4" fmla="*/ 2 w 21"/>
                <a:gd name="T5" fmla="*/ 3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10">
                  <a:moveTo>
                    <a:pt x="0" y="0"/>
                  </a:moveTo>
                  <a:cubicBezTo>
                    <a:pt x="3" y="10"/>
                    <a:pt x="17" y="8"/>
                    <a:pt x="21" y="0"/>
                  </a:cubicBezTo>
                  <a:cubicBezTo>
                    <a:pt x="17" y="5"/>
                    <a:pt x="5" y="8"/>
                    <a:pt x="2" y="3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484" name="Freeform 593">
              <a:extLst>
                <a:ext uri="{FF2B5EF4-FFF2-40B4-BE49-F238E27FC236}">
                  <a16:creationId xmlns:a16="http://schemas.microsoft.com/office/drawing/2014/main" id="{8FBCF4D8-0519-4D7C-B1E5-15B71051F91A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2" y="4022"/>
              <a:ext cx="19" cy="16"/>
            </a:xfrm>
            <a:custGeom>
              <a:avLst/>
              <a:gdLst>
                <a:gd name="T0" fmla="*/ 0 w 16"/>
                <a:gd name="T1" fmla="*/ 7 h 14"/>
                <a:gd name="T2" fmla="*/ 27 w 16"/>
                <a:gd name="T3" fmla="*/ 0 h 14"/>
                <a:gd name="T4" fmla="*/ 7 w 16"/>
                <a:gd name="T5" fmla="*/ 3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4">
                  <a:moveTo>
                    <a:pt x="0" y="4"/>
                  </a:moveTo>
                  <a:cubicBezTo>
                    <a:pt x="1" y="14"/>
                    <a:pt x="15" y="7"/>
                    <a:pt x="16" y="0"/>
                  </a:cubicBezTo>
                  <a:cubicBezTo>
                    <a:pt x="14" y="3"/>
                    <a:pt x="6" y="8"/>
                    <a:pt x="4" y="3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485" name="Freeform 594">
              <a:extLst>
                <a:ext uri="{FF2B5EF4-FFF2-40B4-BE49-F238E27FC236}">
                  <a16:creationId xmlns:a16="http://schemas.microsoft.com/office/drawing/2014/main" id="{DC1489EA-D129-41B6-BFCD-4AA0D56A8E6E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0" y="4010"/>
              <a:ext cx="12" cy="14"/>
            </a:xfrm>
            <a:custGeom>
              <a:avLst/>
              <a:gdLst>
                <a:gd name="T0" fmla="*/ 0 w 10"/>
                <a:gd name="T1" fmla="*/ 9 h 12"/>
                <a:gd name="T2" fmla="*/ 16 w 10"/>
                <a:gd name="T3" fmla="*/ 0 h 12"/>
                <a:gd name="T4" fmla="*/ 6 w 10"/>
                <a:gd name="T5" fmla="*/ 7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2">
                  <a:moveTo>
                    <a:pt x="0" y="6"/>
                  </a:moveTo>
                  <a:cubicBezTo>
                    <a:pt x="3" y="12"/>
                    <a:pt x="10" y="4"/>
                    <a:pt x="9" y="0"/>
                  </a:cubicBezTo>
                  <a:cubicBezTo>
                    <a:pt x="7" y="1"/>
                    <a:pt x="6" y="3"/>
                    <a:pt x="3" y="4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486" name="Freeform 595">
              <a:extLst>
                <a:ext uri="{FF2B5EF4-FFF2-40B4-BE49-F238E27FC236}">
                  <a16:creationId xmlns:a16="http://schemas.microsoft.com/office/drawing/2014/main" id="{A3B78371-095E-4027-ACF8-260AC49F9911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0" y="3985"/>
              <a:ext cx="13" cy="30"/>
            </a:xfrm>
            <a:custGeom>
              <a:avLst/>
              <a:gdLst>
                <a:gd name="T0" fmla="*/ 1 w 11"/>
                <a:gd name="T1" fmla="*/ 0 h 26"/>
                <a:gd name="T2" fmla="*/ 2 w 11"/>
                <a:gd name="T3" fmla="*/ 21 h 26"/>
                <a:gd name="T4" fmla="*/ 18 w 11"/>
                <a:gd name="T5" fmla="*/ 40 h 26"/>
                <a:gd name="T6" fmla="*/ 9 w 11"/>
                <a:gd name="T7" fmla="*/ 18 h 26"/>
                <a:gd name="T8" fmla="*/ 2 w 11"/>
                <a:gd name="T9" fmla="*/ 1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26">
                  <a:moveTo>
                    <a:pt x="1" y="0"/>
                  </a:moveTo>
                  <a:cubicBezTo>
                    <a:pt x="2" y="4"/>
                    <a:pt x="0" y="10"/>
                    <a:pt x="2" y="14"/>
                  </a:cubicBezTo>
                  <a:cubicBezTo>
                    <a:pt x="4" y="19"/>
                    <a:pt x="6" y="24"/>
                    <a:pt x="11" y="26"/>
                  </a:cubicBezTo>
                  <a:cubicBezTo>
                    <a:pt x="8" y="22"/>
                    <a:pt x="7" y="17"/>
                    <a:pt x="6" y="12"/>
                  </a:cubicBezTo>
                  <a:cubicBezTo>
                    <a:pt x="5" y="8"/>
                    <a:pt x="3" y="5"/>
                    <a:pt x="2" y="1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487" name="Freeform 596">
              <a:extLst>
                <a:ext uri="{FF2B5EF4-FFF2-40B4-BE49-F238E27FC236}">
                  <a16:creationId xmlns:a16="http://schemas.microsoft.com/office/drawing/2014/main" id="{91E31788-F0BE-4B78-9859-1C28BE83FF28}"/>
                </a:ext>
              </a:extLst>
            </p:cNvPr>
            <p:cNvSpPr>
              <a:spLocks/>
            </p:cNvSpPr>
            <p:nvPr/>
          </p:nvSpPr>
          <p:spPr bwMode="auto">
            <a:xfrm>
              <a:off x="5103" y="3980"/>
              <a:ext cx="14" cy="25"/>
            </a:xfrm>
            <a:custGeom>
              <a:avLst/>
              <a:gdLst>
                <a:gd name="T0" fmla="*/ 0 w 12"/>
                <a:gd name="T1" fmla="*/ 0 h 21"/>
                <a:gd name="T2" fmla="*/ 6 w 12"/>
                <a:gd name="T3" fmla="*/ 21 h 21"/>
                <a:gd name="T4" fmla="*/ 19 w 12"/>
                <a:gd name="T5" fmla="*/ 36 h 21"/>
                <a:gd name="T6" fmla="*/ 1 w 12"/>
                <a:gd name="T7" fmla="*/ 2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21">
                  <a:moveTo>
                    <a:pt x="0" y="0"/>
                  </a:moveTo>
                  <a:cubicBezTo>
                    <a:pt x="0" y="5"/>
                    <a:pt x="0" y="9"/>
                    <a:pt x="3" y="13"/>
                  </a:cubicBezTo>
                  <a:cubicBezTo>
                    <a:pt x="5" y="17"/>
                    <a:pt x="9" y="19"/>
                    <a:pt x="12" y="21"/>
                  </a:cubicBezTo>
                  <a:cubicBezTo>
                    <a:pt x="11" y="14"/>
                    <a:pt x="7" y="5"/>
                    <a:pt x="1" y="2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488" name="Freeform 597">
              <a:extLst>
                <a:ext uri="{FF2B5EF4-FFF2-40B4-BE49-F238E27FC236}">
                  <a16:creationId xmlns:a16="http://schemas.microsoft.com/office/drawing/2014/main" id="{15A38754-19D1-4BCF-9D06-03998E294C36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2" y="3972"/>
              <a:ext cx="14" cy="20"/>
            </a:xfrm>
            <a:custGeom>
              <a:avLst/>
              <a:gdLst>
                <a:gd name="T0" fmla="*/ 0 w 12"/>
                <a:gd name="T1" fmla="*/ 0 h 17"/>
                <a:gd name="T2" fmla="*/ 19 w 12"/>
                <a:gd name="T3" fmla="*/ 28 h 17"/>
                <a:gd name="T4" fmla="*/ 2 w 12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7">
                  <a:moveTo>
                    <a:pt x="0" y="0"/>
                  </a:moveTo>
                  <a:cubicBezTo>
                    <a:pt x="2" y="7"/>
                    <a:pt x="5" y="12"/>
                    <a:pt x="12" y="17"/>
                  </a:cubicBezTo>
                  <a:cubicBezTo>
                    <a:pt x="11" y="11"/>
                    <a:pt x="7" y="1"/>
                    <a:pt x="2" y="0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489" name="Freeform 598">
              <a:extLst>
                <a:ext uri="{FF2B5EF4-FFF2-40B4-BE49-F238E27FC236}">
                  <a16:creationId xmlns:a16="http://schemas.microsoft.com/office/drawing/2014/main" id="{59929EDA-0C52-4FCF-A5A6-346C183E12EF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1" y="3865"/>
              <a:ext cx="29" cy="102"/>
            </a:xfrm>
            <a:custGeom>
              <a:avLst/>
              <a:gdLst>
                <a:gd name="T0" fmla="*/ 0 w 25"/>
                <a:gd name="T1" fmla="*/ 0 h 88"/>
                <a:gd name="T2" fmla="*/ 16 w 25"/>
                <a:gd name="T3" fmla="*/ 78 h 88"/>
                <a:gd name="T4" fmla="*/ 22 w 25"/>
                <a:gd name="T5" fmla="*/ 107 h 88"/>
                <a:gd name="T6" fmla="*/ 39 w 25"/>
                <a:gd name="T7" fmla="*/ 137 h 88"/>
                <a:gd name="T8" fmla="*/ 20 w 25"/>
                <a:gd name="T9" fmla="*/ 51 h 88"/>
                <a:gd name="T10" fmla="*/ 1 w 25"/>
                <a:gd name="T11" fmla="*/ 2 h 8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" h="88">
                  <a:moveTo>
                    <a:pt x="0" y="0"/>
                  </a:moveTo>
                  <a:cubicBezTo>
                    <a:pt x="13" y="15"/>
                    <a:pt x="10" y="33"/>
                    <a:pt x="10" y="50"/>
                  </a:cubicBezTo>
                  <a:cubicBezTo>
                    <a:pt x="10" y="57"/>
                    <a:pt x="12" y="62"/>
                    <a:pt x="14" y="68"/>
                  </a:cubicBezTo>
                  <a:cubicBezTo>
                    <a:pt x="17" y="75"/>
                    <a:pt x="22" y="81"/>
                    <a:pt x="25" y="88"/>
                  </a:cubicBezTo>
                  <a:cubicBezTo>
                    <a:pt x="13" y="76"/>
                    <a:pt x="15" y="50"/>
                    <a:pt x="13" y="33"/>
                  </a:cubicBezTo>
                  <a:cubicBezTo>
                    <a:pt x="11" y="21"/>
                    <a:pt x="7" y="12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490" name="Freeform 599">
              <a:extLst>
                <a:ext uri="{FF2B5EF4-FFF2-40B4-BE49-F238E27FC236}">
                  <a16:creationId xmlns:a16="http://schemas.microsoft.com/office/drawing/2014/main" id="{707F05B1-7B1A-4085-8EFA-2D3A172EB658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7" y="3790"/>
              <a:ext cx="31" cy="64"/>
            </a:xfrm>
            <a:custGeom>
              <a:avLst/>
              <a:gdLst>
                <a:gd name="T0" fmla="*/ 9 w 27"/>
                <a:gd name="T1" fmla="*/ 0 h 55"/>
                <a:gd name="T2" fmla="*/ 41 w 27"/>
                <a:gd name="T3" fmla="*/ 86 h 55"/>
                <a:gd name="T4" fmla="*/ 20 w 27"/>
                <a:gd name="T5" fmla="*/ 44 h 55"/>
                <a:gd name="T6" fmla="*/ 11 w 27"/>
                <a:gd name="T7" fmla="*/ 8 h 5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55">
                  <a:moveTo>
                    <a:pt x="6" y="0"/>
                  </a:moveTo>
                  <a:cubicBezTo>
                    <a:pt x="0" y="21"/>
                    <a:pt x="10" y="42"/>
                    <a:pt x="27" y="55"/>
                  </a:cubicBezTo>
                  <a:cubicBezTo>
                    <a:pt x="18" y="49"/>
                    <a:pt x="16" y="38"/>
                    <a:pt x="13" y="28"/>
                  </a:cubicBezTo>
                  <a:cubicBezTo>
                    <a:pt x="11" y="21"/>
                    <a:pt x="8" y="13"/>
                    <a:pt x="8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491" name="Freeform 600">
              <a:extLst>
                <a:ext uri="{FF2B5EF4-FFF2-40B4-BE49-F238E27FC236}">
                  <a16:creationId xmlns:a16="http://schemas.microsoft.com/office/drawing/2014/main" id="{13A0A2C4-6950-45D8-979E-6440FEE7DBE7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2" y="3966"/>
              <a:ext cx="31" cy="85"/>
            </a:xfrm>
            <a:custGeom>
              <a:avLst/>
              <a:gdLst>
                <a:gd name="T0" fmla="*/ 0 w 27"/>
                <a:gd name="T1" fmla="*/ 0 h 73"/>
                <a:gd name="T2" fmla="*/ 21 w 27"/>
                <a:gd name="T3" fmla="*/ 61 h 73"/>
                <a:gd name="T4" fmla="*/ 41 w 27"/>
                <a:gd name="T5" fmla="*/ 115 h 73"/>
                <a:gd name="T6" fmla="*/ 32 w 27"/>
                <a:gd name="T7" fmla="*/ 66 h 73"/>
                <a:gd name="T8" fmla="*/ 9 w 27"/>
                <a:gd name="T9" fmla="*/ 2 h 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73">
                  <a:moveTo>
                    <a:pt x="0" y="0"/>
                  </a:moveTo>
                  <a:cubicBezTo>
                    <a:pt x="11" y="10"/>
                    <a:pt x="12" y="25"/>
                    <a:pt x="14" y="39"/>
                  </a:cubicBezTo>
                  <a:cubicBezTo>
                    <a:pt x="15" y="51"/>
                    <a:pt x="11" y="69"/>
                    <a:pt x="27" y="73"/>
                  </a:cubicBezTo>
                  <a:cubicBezTo>
                    <a:pt x="16" y="66"/>
                    <a:pt x="22" y="52"/>
                    <a:pt x="21" y="42"/>
                  </a:cubicBezTo>
                  <a:cubicBezTo>
                    <a:pt x="20" y="27"/>
                    <a:pt x="13" y="14"/>
                    <a:pt x="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492" name="Freeform 601">
              <a:extLst>
                <a:ext uri="{FF2B5EF4-FFF2-40B4-BE49-F238E27FC236}">
                  <a16:creationId xmlns:a16="http://schemas.microsoft.com/office/drawing/2014/main" id="{E8023A74-22A4-46F6-B475-E9D7BA5D9D9F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2" y="3856"/>
              <a:ext cx="17" cy="51"/>
            </a:xfrm>
            <a:custGeom>
              <a:avLst/>
              <a:gdLst>
                <a:gd name="T0" fmla="*/ 2 w 14"/>
                <a:gd name="T1" fmla="*/ 0 h 44"/>
                <a:gd name="T2" fmla="*/ 6 w 14"/>
                <a:gd name="T3" fmla="*/ 41 h 44"/>
                <a:gd name="T4" fmla="*/ 25 w 14"/>
                <a:gd name="T5" fmla="*/ 68 h 44"/>
                <a:gd name="T6" fmla="*/ 11 w 14"/>
                <a:gd name="T7" fmla="*/ 36 h 44"/>
                <a:gd name="T8" fmla="*/ 7 w 14"/>
                <a:gd name="T9" fmla="*/ 8 h 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44">
                  <a:moveTo>
                    <a:pt x="2" y="0"/>
                  </a:moveTo>
                  <a:cubicBezTo>
                    <a:pt x="0" y="8"/>
                    <a:pt x="1" y="18"/>
                    <a:pt x="3" y="26"/>
                  </a:cubicBezTo>
                  <a:cubicBezTo>
                    <a:pt x="5" y="33"/>
                    <a:pt x="9" y="38"/>
                    <a:pt x="14" y="44"/>
                  </a:cubicBezTo>
                  <a:cubicBezTo>
                    <a:pt x="8" y="40"/>
                    <a:pt x="7" y="29"/>
                    <a:pt x="6" y="23"/>
                  </a:cubicBezTo>
                  <a:cubicBezTo>
                    <a:pt x="5" y="17"/>
                    <a:pt x="2" y="10"/>
                    <a:pt x="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493" name="Freeform 602">
              <a:extLst>
                <a:ext uri="{FF2B5EF4-FFF2-40B4-BE49-F238E27FC236}">
                  <a16:creationId xmlns:a16="http://schemas.microsoft.com/office/drawing/2014/main" id="{11894F65-FC10-4BFF-BD67-977F53CA359D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2" y="3276"/>
              <a:ext cx="26" cy="454"/>
            </a:xfrm>
            <a:custGeom>
              <a:avLst/>
              <a:gdLst>
                <a:gd name="T0" fmla="*/ 15 w 22"/>
                <a:gd name="T1" fmla="*/ 0 h 392"/>
                <a:gd name="T2" fmla="*/ 21 w 22"/>
                <a:gd name="T3" fmla="*/ 257 h 392"/>
                <a:gd name="T4" fmla="*/ 7 w 22"/>
                <a:gd name="T5" fmla="*/ 609 h 392"/>
                <a:gd name="T6" fmla="*/ 6 w 22"/>
                <a:gd name="T7" fmla="*/ 254 h 392"/>
                <a:gd name="T8" fmla="*/ 15 w 22"/>
                <a:gd name="T9" fmla="*/ 0 h 3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392">
                  <a:moveTo>
                    <a:pt x="9" y="0"/>
                  </a:moveTo>
                  <a:cubicBezTo>
                    <a:pt x="9" y="0"/>
                    <a:pt x="22" y="42"/>
                    <a:pt x="13" y="166"/>
                  </a:cubicBezTo>
                  <a:cubicBezTo>
                    <a:pt x="4" y="290"/>
                    <a:pt x="4" y="392"/>
                    <a:pt x="4" y="392"/>
                  </a:cubicBezTo>
                  <a:cubicBezTo>
                    <a:pt x="4" y="392"/>
                    <a:pt x="0" y="181"/>
                    <a:pt x="3" y="163"/>
                  </a:cubicBezTo>
                  <a:cubicBezTo>
                    <a:pt x="6" y="145"/>
                    <a:pt x="15" y="24"/>
                    <a:pt x="9" y="0"/>
                  </a:cubicBezTo>
                  <a:close/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494" name="Freeform 603">
              <a:extLst>
                <a:ext uri="{FF2B5EF4-FFF2-40B4-BE49-F238E27FC236}">
                  <a16:creationId xmlns:a16="http://schemas.microsoft.com/office/drawing/2014/main" id="{AF57BD0F-F3A8-4F7A-BCAE-58C7143010CD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7" y="3232"/>
              <a:ext cx="45" cy="368"/>
            </a:xfrm>
            <a:custGeom>
              <a:avLst/>
              <a:gdLst>
                <a:gd name="T0" fmla="*/ 60 w 39"/>
                <a:gd name="T1" fmla="*/ 0 h 318"/>
                <a:gd name="T2" fmla="*/ 0 w 39"/>
                <a:gd name="T3" fmla="*/ 493 h 318"/>
                <a:gd name="T4" fmla="*/ 60 w 39"/>
                <a:gd name="T5" fmla="*/ 0 h 3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318">
                  <a:moveTo>
                    <a:pt x="39" y="0"/>
                  </a:moveTo>
                  <a:cubicBezTo>
                    <a:pt x="39" y="0"/>
                    <a:pt x="23" y="248"/>
                    <a:pt x="0" y="318"/>
                  </a:cubicBezTo>
                  <a:cubicBezTo>
                    <a:pt x="0" y="318"/>
                    <a:pt x="37" y="43"/>
                    <a:pt x="39" y="0"/>
                  </a:cubicBezTo>
                  <a:close/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495" name="Freeform 604">
              <a:extLst>
                <a:ext uri="{FF2B5EF4-FFF2-40B4-BE49-F238E27FC236}">
                  <a16:creationId xmlns:a16="http://schemas.microsoft.com/office/drawing/2014/main" id="{E4C6636E-5515-45F8-9EF2-B95DE237BBDA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8" y="3267"/>
              <a:ext cx="34" cy="417"/>
            </a:xfrm>
            <a:custGeom>
              <a:avLst/>
              <a:gdLst>
                <a:gd name="T0" fmla="*/ 32 w 29"/>
                <a:gd name="T1" fmla="*/ 0 h 360"/>
                <a:gd name="T2" fmla="*/ 16 w 29"/>
                <a:gd name="T3" fmla="*/ 222 h 360"/>
                <a:gd name="T4" fmla="*/ 34 w 29"/>
                <a:gd name="T5" fmla="*/ 559 h 360"/>
                <a:gd name="T6" fmla="*/ 34 w 29"/>
                <a:gd name="T7" fmla="*/ 281 h 360"/>
                <a:gd name="T8" fmla="*/ 32 w 29"/>
                <a:gd name="T9" fmla="*/ 0 h 3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360">
                  <a:moveTo>
                    <a:pt x="20" y="0"/>
                  </a:moveTo>
                  <a:cubicBezTo>
                    <a:pt x="20" y="0"/>
                    <a:pt x="0" y="71"/>
                    <a:pt x="10" y="143"/>
                  </a:cubicBezTo>
                  <a:cubicBezTo>
                    <a:pt x="20" y="215"/>
                    <a:pt x="22" y="345"/>
                    <a:pt x="21" y="360"/>
                  </a:cubicBezTo>
                  <a:cubicBezTo>
                    <a:pt x="21" y="360"/>
                    <a:pt x="29" y="231"/>
                    <a:pt x="21" y="181"/>
                  </a:cubicBezTo>
                  <a:cubicBezTo>
                    <a:pt x="13" y="131"/>
                    <a:pt x="12" y="58"/>
                    <a:pt x="2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496" name="Freeform 605">
              <a:extLst>
                <a:ext uri="{FF2B5EF4-FFF2-40B4-BE49-F238E27FC236}">
                  <a16:creationId xmlns:a16="http://schemas.microsoft.com/office/drawing/2014/main" id="{16A178CA-303D-4371-A7CF-F2347D1D7CF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7" y="752"/>
              <a:ext cx="237" cy="142"/>
            </a:xfrm>
            <a:custGeom>
              <a:avLst/>
              <a:gdLst>
                <a:gd name="T0" fmla="*/ 12 w 204"/>
                <a:gd name="T1" fmla="*/ 92 h 122"/>
                <a:gd name="T2" fmla="*/ 2 w 204"/>
                <a:gd name="T3" fmla="*/ 143 h 122"/>
                <a:gd name="T4" fmla="*/ 42 w 204"/>
                <a:gd name="T5" fmla="*/ 192 h 122"/>
                <a:gd name="T6" fmla="*/ 27 w 204"/>
                <a:gd name="T7" fmla="*/ 126 h 122"/>
                <a:gd name="T8" fmla="*/ 58 w 204"/>
                <a:gd name="T9" fmla="*/ 157 h 122"/>
                <a:gd name="T10" fmla="*/ 44 w 204"/>
                <a:gd name="T11" fmla="*/ 125 h 122"/>
                <a:gd name="T12" fmla="*/ 76 w 204"/>
                <a:gd name="T13" fmla="*/ 141 h 122"/>
                <a:gd name="T14" fmla="*/ 59 w 204"/>
                <a:gd name="T15" fmla="*/ 113 h 122"/>
                <a:gd name="T16" fmla="*/ 119 w 204"/>
                <a:gd name="T17" fmla="*/ 114 h 122"/>
                <a:gd name="T18" fmla="*/ 182 w 204"/>
                <a:gd name="T19" fmla="*/ 129 h 122"/>
                <a:gd name="T20" fmla="*/ 209 w 204"/>
                <a:gd name="T21" fmla="*/ 141 h 122"/>
                <a:gd name="T22" fmla="*/ 181 w 204"/>
                <a:gd name="T23" fmla="*/ 106 h 122"/>
                <a:gd name="T24" fmla="*/ 153 w 204"/>
                <a:gd name="T25" fmla="*/ 80 h 122"/>
                <a:gd name="T26" fmla="*/ 225 w 204"/>
                <a:gd name="T27" fmla="*/ 114 h 122"/>
                <a:gd name="T28" fmla="*/ 278 w 204"/>
                <a:gd name="T29" fmla="*/ 154 h 122"/>
                <a:gd name="T30" fmla="*/ 299 w 204"/>
                <a:gd name="T31" fmla="*/ 173 h 122"/>
                <a:gd name="T32" fmla="*/ 243 w 204"/>
                <a:gd name="T33" fmla="*/ 74 h 122"/>
                <a:gd name="T34" fmla="*/ 318 w 204"/>
                <a:gd name="T35" fmla="*/ 156 h 122"/>
                <a:gd name="T36" fmla="*/ 301 w 204"/>
                <a:gd name="T37" fmla="*/ 100 h 122"/>
                <a:gd name="T38" fmla="*/ 281 w 204"/>
                <a:gd name="T39" fmla="*/ 50 h 122"/>
                <a:gd name="T40" fmla="*/ 319 w 204"/>
                <a:gd name="T41" fmla="*/ 107 h 122"/>
                <a:gd name="T42" fmla="*/ 308 w 204"/>
                <a:gd name="T43" fmla="*/ 83 h 122"/>
                <a:gd name="T44" fmla="*/ 267 w 204"/>
                <a:gd name="T45" fmla="*/ 35 h 122"/>
                <a:gd name="T46" fmla="*/ 206 w 204"/>
                <a:gd name="T47" fmla="*/ 0 h 122"/>
                <a:gd name="T48" fmla="*/ 223 w 204"/>
                <a:gd name="T49" fmla="*/ 16 h 122"/>
                <a:gd name="T50" fmla="*/ 244 w 204"/>
                <a:gd name="T51" fmla="*/ 50 h 122"/>
                <a:gd name="T52" fmla="*/ 201 w 204"/>
                <a:gd name="T53" fmla="*/ 33 h 122"/>
                <a:gd name="T54" fmla="*/ 225 w 204"/>
                <a:gd name="T55" fmla="*/ 74 h 122"/>
                <a:gd name="T56" fmla="*/ 194 w 204"/>
                <a:gd name="T57" fmla="*/ 64 h 122"/>
                <a:gd name="T58" fmla="*/ 220 w 204"/>
                <a:gd name="T59" fmla="*/ 90 h 122"/>
                <a:gd name="T60" fmla="*/ 192 w 204"/>
                <a:gd name="T61" fmla="*/ 85 h 122"/>
                <a:gd name="T62" fmla="*/ 130 w 204"/>
                <a:gd name="T63" fmla="*/ 61 h 122"/>
                <a:gd name="T64" fmla="*/ 94 w 204"/>
                <a:gd name="T65" fmla="*/ 59 h 122"/>
                <a:gd name="T66" fmla="*/ 136 w 204"/>
                <a:gd name="T67" fmla="*/ 102 h 122"/>
                <a:gd name="T68" fmla="*/ 91 w 204"/>
                <a:gd name="T69" fmla="*/ 85 h 122"/>
                <a:gd name="T70" fmla="*/ 48 w 204"/>
                <a:gd name="T71" fmla="*/ 77 h 122"/>
                <a:gd name="T72" fmla="*/ 57 w 204"/>
                <a:gd name="T73" fmla="*/ 98 h 122"/>
                <a:gd name="T74" fmla="*/ 33 w 204"/>
                <a:gd name="T75" fmla="*/ 88 h 122"/>
                <a:gd name="T76" fmla="*/ 33 w 204"/>
                <a:gd name="T77" fmla="*/ 99 h 122"/>
                <a:gd name="T78" fmla="*/ 16 w 204"/>
                <a:gd name="T79" fmla="*/ 105 h 122"/>
                <a:gd name="T80" fmla="*/ 7 w 204"/>
                <a:gd name="T81" fmla="*/ 93 h 122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204" h="122">
                  <a:moveTo>
                    <a:pt x="8" y="58"/>
                  </a:moveTo>
                  <a:cubicBezTo>
                    <a:pt x="1" y="66"/>
                    <a:pt x="0" y="82"/>
                    <a:pt x="2" y="91"/>
                  </a:cubicBezTo>
                  <a:cubicBezTo>
                    <a:pt x="5" y="106"/>
                    <a:pt x="16" y="114"/>
                    <a:pt x="27" y="122"/>
                  </a:cubicBezTo>
                  <a:cubicBezTo>
                    <a:pt x="15" y="114"/>
                    <a:pt x="15" y="93"/>
                    <a:pt x="17" y="80"/>
                  </a:cubicBezTo>
                  <a:cubicBezTo>
                    <a:pt x="19" y="88"/>
                    <a:pt x="29" y="98"/>
                    <a:pt x="37" y="100"/>
                  </a:cubicBezTo>
                  <a:cubicBezTo>
                    <a:pt x="31" y="96"/>
                    <a:pt x="29" y="86"/>
                    <a:pt x="28" y="79"/>
                  </a:cubicBezTo>
                  <a:cubicBezTo>
                    <a:pt x="35" y="82"/>
                    <a:pt x="40" y="89"/>
                    <a:pt x="48" y="89"/>
                  </a:cubicBezTo>
                  <a:cubicBezTo>
                    <a:pt x="45" y="83"/>
                    <a:pt x="41" y="78"/>
                    <a:pt x="38" y="71"/>
                  </a:cubicBezTo>
                  <a:cubicBezTo>
                    <a:pt x="51" y="72"/>
                    <a:pt x="64" y="71"/>
                    <a:pt x="76" y="72"/>
                  </a:cubicBezTo>
                  <a:cubicBezTo>
                    <a:pt x="90" y="73"/>
                    <a:pt x="103" y="77"/>
                    <a:pt x="116" y="82"/>
                  </a:cubicBezTo>
                  <a:cubicBezTo>
                    <a:pt x="122" y="83"/>
                    <a:pt x="129" y="85"/>
                    <a:pt x="133" y="89"/>
                  </a:cubicBezTo>
                  <a:cubicBezTo>
                    <a:pt x="127" y="83"/>
                    <a:pt x="121" y="74"/>
                    <a:pt x="115" y="67"/>
                  </a:cubicBezTo>
                  <a:cubicBezTo>
                    <a:pt x="110" y="62"/>
                    <a:pt x="105" y="54"/>
                    <a:pt x="98" y="51"/>
                  </a:cubicBezTo>
                  <a:cubicBezTo>
                    <a:pt x="115" y="53"/>
                    <a:pt x="130" y="63"/>
                    <a:pt x="144" y="72"/>
                  </a:cubicBezTo>
                  <a:cubicBezTo>
                    <a:pt x="156" y="79"/>
                    <a:pt x="167" y="87"/>
                    <a:pt x="177" y="97"/>
                  </a:cubicBezTo>
                  <a:cubicBezTo>
                    <a:pt x="181" y="101"/>
                    <a:pt x="185" y="107"/>
                    <a:pt x="190" y="110"/>
                  </a:cubicBezTo>
                  <a:cubicBezTo>
                    <a:pt x="179" y="88"/>
                    <a:pt x="171" y="65"/>
                    <a:pt x="155" y="47"/>
                  </a:cubicBezTo>
                  <a:cubicBezTo>
                    <a:pt x="179" y="53"/>
                    <a:pt x="190" y="81"/>
                    <a:pt x="203" y="99"/>
                  </a:cubicBezTo>
                  <a:cubicBezTo>
                    <a:pt x="200" y="87"/>
                    <a:pt x="197" y="76"/>
                    <a:pt x="192" y="64"/>
                  </a:cubicBezTo>
                  <a:cubicBezTo>
                    <a:pt x="188" y="54"/>
                    <a:pt x="182" y="43"/>
                    <a:pt x="179" y="32"/>
                  </a:cubicBezTo>
                  <a:cubicBezTo>
                    <a:pt x="189" y="40"/>
                    <a:pt x="202" y="56"/>
                    <a:pt x="204" y="68"/>
                  </a:cubicBezTo>
                  <a:cubicBezTo>
                    <a:pt x="200" y="64"/>
                    <a:pt x="199" y="57"/>
                    <a:pt x="196" y="52"/>
                  </a:cubicBezTo>
                  <a:cubicBezTo>
                    <a:pt x="190" y="41"/>
                    <a:pt x="180" y="30"/>
                    <a:pt x="170" y="22"/>
                  </a:cubicBezTo>
                  <a:cubicBezTo>
                    <a:pt x="159" y="13"/>
                    <a:pt x="144" y="3"/>
                    <a:pt x="131" y="0"/>
                  </a:cubicBezTo>
                  <a:cubicBezTo>
                    <a:pt x="136" y="2"/>
                    <a:pt x="139" y="7"/>
                    <a:pt x="142" y="10"/>
                  </a:cubicBezTo>
                  <a:cubicBezTo>
                    <a:pt x="147" y="17"/>
                    <a:pt x="154" y="24"/>
                    <a:pt x="156" y="32"/>
                  </a:cubicBezTo>
                  <a:cubicBezTo>
                    <a:pt x="150" y="29"/>
                    <a:pt x="136" y="17"/>
                    <a:pt x="128" y="21"/>
                  </a:cubicBezTo>
                  <a:cubicBezTo>
                    <a:pt x="122" y="24"/>
                    <a:pt x="142" y="42"/>
                    <a:pt x="144" y="47"/>
                  </a:cubicBezTo>
                  <a:cubicBezTo>
                    <a:pt x="137" y="48"/>
                    <a:pt x="130" y="44"/>
                    <a:pt x="124" y="40"/>
                  </a:cubicBezTo>
                  <a:cubicBezTo>
                    <a:pt x="127" y="45"/>
                    <a:pt x="140" y="53"/>
                    <a:pt x="140" y="57"/>
                  </a:cubicBezTo>
                  <a:cubicBezTo>
                    <a:pt x="140" y="62"/>
                    <a:pt x="125" y="55"/>
                    <a:pt x="122" y="54"/>
                  </a:cubicBezTo>
                  <a:cubicBezTo>
                    <a:pt x="109" y="49"/>
                    <a:pt x="97" y="42"/>
                    <a:pt x="83" y="39"/>
                  </a:cubicBezTo>
                  <a:cubicBezTo>
                    <a:pt x="77" y="37"/>
                    <a:pt x="66" y="36"/>
                    <a:pt x="60" y="38"/>
                  </a:cubicBezTo>
                  <a:cubicBezTo>
                    <a:pt x="70" y="44"/>
                    <a:pt x="82" y="55"/>
                    <a:pt x="87" y="65"/>
                  </a:cubicBezTo>
                  <a:cubicBezTo>
                    <a:pt x="79" y="67"/>
                    <a:pt x="66" y="56"/>
                    <a:pt x="58" y="54"/>
                  </a:cubicBezTo>
                  <a:cubicBezTo>
                    <a:pt x="51" y="52"/>
                    <a:pt x="36" y="45"/>
                    <a:pt x="30" y="49"/>
                  </a:cubicBezTo>
                  <a:cubicBezTo>
                    <a:pt x="30" y="54"/>
                    <a:pt x="36" y="57"/>
                    <a:pt x="36" y="62"/>
                  </a:cubicBezTo>
                  <a:cubicBezTo>
                    <a:pt x="32" y="60"/>
                    <a:pt x="27" y="55"/>
                    <a:pt x="21" y="56"/>
                  </a:cubicBezTo>
                  <a:cubicBezTo>
                    <a:pt x="21" y="58"/>
                    <a:pt x="21" y="60"/>
                    <a:pt x="21" y="63"/>
                  </a:cubicBezTo>
                  <a:cubicBezTo>
                    <a:pt x="14" y="49"/>
                    <a:pt x="15" y="65"/>
                    <a:pt x="10" y="66"/>
                  </a:cubicBezTo>
                  <a:cubicBezTo>
                    <a:pt x="6" y="68"/>
                    <a:pt x="6" y="62"/>
                    <a:pt x="4" y="59"/>
                  </a:cubicBezTo>
                </a:path>
              </a:pathLst>
            </a:custGeom>
            <a:solidFill>
              <a:srgbClr val="904F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497" name="Freeform 606">
              <a:extLst>
                <a:ext uri="{FF2B5EF4-FFF2-40B4-BE49-F238E27FC236}">
                  <a16:creationId xmlns:a16="http://schemas.microsoft.com/office/drawing/2014/main" id="{9D8713A4-AFEE-4675-94A0-922F1098F2F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7" y="774"/>
              <a:ext cx="95" cy="117"/>
            </a:xfrm>
            <a:custGeom>
              <a:avLst/>
              <a:gdLst>
                <a:gd name="T0" fmla="*/ 126 w 82"/>
                <a:gd name="T1" fmla="*/ 68 h 101"/>
                <a:gd name="T2" fmla="*/ 104 w 82"/>
                <a:gd name="T3" fmla="*/ 98 h 101"/>
                <a:gd name="T4" fmla="*/ 81 w 82"/>
                <a:gd name="T5" fmla="*/ 155 h 101"/>
                <a:gd name="T6" fmla="*/ 92 w 82"/>
                <a:gd name="T7" fmla="*/ 96 h 101"/>
                <a:gd name="T8" fmla="*/ 37 w 82"/>
                <a:gd name="T9" fmla="*/ 158 h 101"/>
                <a:gd name="T10" fmla="*/ 42 w 82"/>
                <a:gd name="T11" fmla="*/ 125 h 101"/>
                <a:gd name="T12" fmla="*/ 57 w 82"/>
                <a:gd name="T13" fmla="*/ 71 h 101"/>
                <a:gd name="T14" fmla="*/ 27 w 82"/>
                <a:gd name="T15" fmla="*/ 104 h 101"/>
                <a:gd name="T16" fmla="*/ 8 w 82"/>
                <a:gd name="T17" fmla="*/ 141 h 101"/>
                <a:gd name="T18" fmla="*/ 17 w 82"/>
                <a:gd name="T19" fmla="*/ 108 h 101"/>
                <a:gd name="T20" fmla="*/ 28 w 82"/>
                <a:gd name="T21" fmla="*/ 71 h 101"/>
                <a:gd name="T22" fmla="*/ 0 w 82"/>
                <a:gd name="T23" fmla="*/ 120 h 101"/>
                <a:gd name="T24" fmla="*/ 12 w 82"/>
                <a:gd name="T25" fmla="*/ 92 h 101"/>
                <a:gd name="T26" fmla="*/ 43 w 82"/>
                <a:gd name="T27" fmla="*/ 41 h 101"/>
                <a:gd name="T28" fmla="*/ 96 w 82"/>
                <a:gd name="T29" fmla="*/ 0 h 101"/>
                <a:gd name="T30" fmla="*/ 76 w 82"/>
                <a:gd name="T31" fmla="*/ 27 h 101"/>
                <a:gd name="T32" fmla="*/ 58 w 82"/>
                <a:gd name="T33" fmla="*/ 66 h 101"/>
                <a:gd name="T34" fmla="*/ 102 w 82"/>
                <a:gd name="T35" fmla="*/ 29 h 101"/>
                <a:gd name="T36" fmla="*/ 82 w 82"/>
                <a:gd name="T37" fmla="*/ 68 h 101"/>
                <a:gd name="T38" fmla="*/ 109 w 82"/>
                <a:gd name="T39" fmla="*/ 50 h 101"/>
                <a:gd name="T40" fmla="*/ 101 w 82"/>
                <a:gd name="T41" fmla="*/ 71 h 101"/>
                <a:gd name="T42" fmla="*/ 127 w 82"/>
                <a:gd name="T43" fmla="*/ 58 h 101"/>
                <a:gd name="T44" fmla="*/ 120 w 82"/>
                <a:gd name="T45" fmla="*/ 70 h 101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82" h="101">
                  <a:moveTo>
                    <a:pt x="81" y="44"/>
                  </a:moveTo>
                  <a:cubicBezTo>
                    <a:pt x="75" y="49"/>
                    <a:pt x="71" y="56"/>
                    <a:pt x="67" y="63"/>
                  </a:cubicBezTo>
                  <a:cubicBezTo>
                    <a:pt x="61" y="74"/>
                    <a:pt x="53" y="87"/>
                    <a:pt x="52" y="100"/>
                  </a:cubicBezTo>
                  <a:cubicBezTo>
                    <a:pt x="44" y="88"/>
                    <a:pt x="56" y="73"/>
                    <a:pt x="59" y="62"/>
                  </a:cubicBezTo>
                  <a:cubicBezTo>
                    <a:pt x="42" y="67"/>
                    <a:pt x="34" y="89"/>
                    <a:pt x="24" y="101"/>
                  </a:cubicBezTo>
                  <a:cubicBezTo>
                    <a:pt x="23" y="94"/>
                    <a:pt x="25" y="87"/>
                    <a:pt x="27" y="80"/>
                  </a:cubicBezTo>
                  <a:cubicBezTo>
                    <a:pt x="29" y="70"/>
                    <a:pt x="38" y="57"/>
                    <a:pt x="36" y="46"/>
                  </a:cubicBezTo>
                  <a:cubicBezTo>
                    <a:pt x="28" y="49"/>
                    <a:pt x="21" y="61"/>
                    <a:pt x="17" y="67"/>
                  </a:cubicBezTo>
                  <a:cubicBezTo>
                    <a:pt x="12" y="75"/>
                    <a:pt x="7" y="82"/>
                    <a:pt x="5" y="91"/>
                  </a:cubicBezTo>
                  <a:cubicBezTo>
                    <a:pt x="8" y="84"/>
                    <a:pt x="9" y="76"/>
                    <a:pt x="11" y="69"/>
                  </a:cubicBezTo>
                  <a:cubicBezTo>
                    <a:pt x="13" y="62"/>
                    <a:pt x="16" y="54"/>
                    <a:pt x="18" y="46"/>
                  </a:cubicBezTo>
                  <a:cubicBezTo>
                    <a:pt x="10" y="53"/>
                    <a:pt x="2" y="68"/>
                    <a:pt x="0" y="78"/>
                  </a:cubicBezTo>
                  <a:cubicBezTo>
                    <a:pt x="1" y="71"/>
                    <a:pt x="5" y="65"/>
                    <a:pt x="8" y="59"/>
                  </a:cubicBezTo>
                  <a:cubicBezTo>
                    <a:pt x="14" y="48"/>
                    <a:pt x="20" y="36"/>
                    <a:pt x="28" y="26"/>
                  </a:cubicBezTo>
                  <a:cubicBezTo>
                    <a:pt x="37" y="15"/>
                    <a:pt x="49" y="5"/>
                    <a:pt x="62" y="0"/>
                  </a:cubicBezTo>
                  <a:cubicBezTo>
                    <a:pt x="56" y="3"/>
                    <a:pt x="52" y="12"/>
                    <a:pt x="49" y="17"/>
                  </a:cubicBezTo>
                  <a:cubicBezTo>
                    <a:pt x="45" y="24"/>
                    <a:pt x="37" y="34"/>
                    <a:pt x="37" y="42"/>
                  </a:cubicBezTo>
                  <a:cubicBezTo>
                    <a:pt x="40" y="31"/>
                    <a:pt x="56" y="22"/>
                    <a:pt x="66" y="19"/>
                  </a:cubicBezTo>
                  <a:cubicBezTo>
                    <a:pt x="62" y="26"/>
                    <a:pt x="53" y="35"/>
                    <a:pt x="53" y="44"/>
                  </a:cubicBezTo>
                  <a:cubicBezTo>
                    <a:pt x="59" y="42"/>
                    <a:pt x="63" y="31"/>
                    <a:pt x="70" y="32"/>
                  </a:cubicBezTo>
                  <a:cubicBezTo>
                    <a:pt x="69" y="37"/>
                    <a:pt x="65" y="41"/>
                    <a:pt x="65" y="46"/>
                  </a:cubicBezTo>
                  <a:cubicBezTo>
                    <a:pt x="71" y="46"/>
                    <a:pt x="76" y="39"/>
                    <a:pt x="82" y="37"/>
                  </a:cubicBezTo>
                  <a:cubicBezTo>
                    <a:pt x="81" y="40"/>
                    <a:pt x="79" y="42"/>
                    <a:pt x="78" y="45"/>
                  </a:cubicBezTo>
                </a:path>
              </a:pathLst>
            </a:custGeom>
            <a:solidFill>
              <a:srgbClr val="904F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498" name="Freeform 607">
              <a:extLst>
                <a:ext uri="{FF2B5EF4-FFF2-40B4-BE49-F238E27FC236}">
                  <a16:creationId xmlns:a16="http://schemas.microsoft.com/office/drawing/2014/main" id="{E288D5EE-BA9D-4DC6-86A7-F1BC14385B8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0" y="1628"/>
              <a:ext cx="5" cy="7"/>
            </a:xfrm>
            <a:custGeom>
              <a:avLst/>
              <a:gdLst>
                <a:gd name="T0" fmla="*/ 3 w 5"/>
                <a:gd name="T1" fmla="*/ 1 h 6"/>
                <a:gd name="T2" fmla="*/ 1 w 5"/>
                <a:gd name="T3" fmla="*/ 0 h 6"/>
                <a:gd name="T4" fmla="*/ 4 w 5"/>
                <a:gd name="T5" fmla="*/ 9 h 6"/>
                <a:gd name="T6" fmla="*/ 4 w 5"/>
                <a:gd name="T7" fmla="*/ 7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6">
                  <a:moveTo>
                    <a:pt x="3" y="1"/>
                  </a:moveTo>
                  <a:cubicBezTo>
                    <a:pt x="2" y="1"/>
                    <a:pt x="2" y="0"/>
                    <a:pt x="1" y="0"/>
                  </a:cubicBezTo>
                  <a:cubicBezTo>
                    <a:pt x="0" y="3"/>
                    <a:pt x="1" y="6"/>
                    <a:pt x="4" y="6"/>
                  </a:cubicBezTo>
                  <a:cubicBezTo>
                    <a:pt x="5" y="5"/>
                    <a:pt x="4" y="5"/>
                    <a:pt x="4" y="4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499" name="Freeform 608">
              <a:extLst>
                <a:ext uri="{FF2B5EF4-FFF2-40B4-BE49-F238E27FC236}">
                  <a16:creationId xmlns:a16="http://schemas.microsoft.com/office/drawing/2014/main" id="{D880FF8A-2470-43F5-9141-2461F645B8D8}"/>
                </a:ext>
              </a:extLst>
            </p:cNvPr>
            <p:cNvSpPr>
              <a:spLocks/>
            </p:cNvSpPr>
            <p:nvPr/>
          </p:nvSpPr>
          <p:spPr bwMode="auto">
            <a:xfrm>
              <a:off x="5093" y="1632"/>
              <a:ext cx="6" cy="8"/>
            </a:xfrm>
            <a:custGeom>
              <a:avLst/>
              <a:gdLst>
                <a:gd name="T0" fmla="*/ 8 w 5"/>
                <a:gd name="T1" fmla="*/ 1 h 7"/>
                <a:gd name="T2" fmla="*/ 8 w 5"/>
                <a:gd name="T3" fmla="*/ 1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7">
                  <a:moveTo>
                    <a:pt x="5" y="1"/>
                  </a:moveTo>
                  <a:cubicBezTo>
                    <a:pt x="3" y="0"/>
                    <a:pt x="0" y="7"/>
                    <a:pt x="5" y="7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</p:grpSp>
      <p:grpSp>
        <p:nvGrpSpPr>
          <p:cNvPr id="29700" name="young-girl-in-yellow-dress">
            <a:extLst>
              <a:ext uri="{FF2B5EF4-FFF2-40B4-BE49-F238E27FC236}">
                <a16:creationId xmlns:a16="http://schemas.microsoft.com/office/drawing/2014/main" id="{439F9879-4F9F-44BE-AA81-F0DA90DB09DB}"/>
              </a:ext>
            </a:extLst>
          </p:cNvPr>
          <p:cNvGrpSpPr>
            <a:grpSpLocks/>
          </p:cNvGrpSpPr>
          <p:nvPr/>
        </p:nvGrpSpPr>
        <p:grpSpPr bwMode="auto">
          <a:xfrm>
            <a:off x="3962400" y="1219200"/>
            <a:ext cx="1558925" cy="5262563"/>
            <a:chOff x="1536" y="720"/>
            <a:chExt cx="982" cy="3315"/>
          </a:xfrm>
        </p:grpSpPr>
        <p:sp>
          <p:nvSpPr>
            <p:cNvPr id="29931" name="Freeform 610">
              <a:extLst>
                <a:ext uri="{FF2B5EF4-FFF2-40B4-BE49-F238E27FC236}">
                  <a16:creationId xmlns:a16="http://schemas.microsoft.com/office/drawing/2014/main" id="{98005723-0E5F-4658-B0BA-D8321AB0CF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4" y="1095"/>
              <a:ext cx="76" cy="88"/>
            </a:xfrm>
            <a:custGeom>
              <a:avLst/>
              <a:gdLst>
                <a:gd name="T0" fmla="*/ 45 w 49"/>
                <a:gd name="T1" fmla="*/ 0 h 57"/>
                <a:gd name="T2" fmla="*/ 40 w 49"/>
                <a:gd name="T3" fmla="*/ 62 h 57"/>
                <a:gd name="T4" fmla="*/ 0 w 49"/>
                <a:gd name="T5" fmla="*/ 114 h 57"/>
                <a:gd name="T6" fmla="*/ 56 w 49"/>
                <a:gd name="T7" fmla="*/ 69 h 57"/>
                <a:gd name="T8" fmla="*/ 53 w 49"/>
                <a:gd name="T9" fmla="*/ 102 h 57"/>
                <a:gd name="T10" fmla="*/ 22 w 49"/>
                <a:gd name="T11" fmla="*/ 150 h 57"/>
                <a:gd name="T12" fmla="*/ 53 w 49"/>
                <a:gd name="T13" fmla="*/ 128 h 57"/>
                <a:gd name="T14" fmla="*/ 79 w 49"/>
                <a:gd name="T15" fmla="*/ 107 h 57"/>
                <a:gd name="T16" fmla="*/ 74 w 49"/>
                <a:gd name="T17" fmla="*/ 148 h 57"/>
                <a:gd name="T18" fmla="*/ 53 w 49"/>
                <a:gd name="T19" fmla="*/ 191 h 57"/>
                <a:gd name="T20" fmla="*/ 109 w 49"/>
                <a:gd name="T21" fmla="*/ 117 h 57"/>
                <a:gd name="T22" fmla="*/ 113 w 49"/>
                <a:gd name="T23" fmla="*/ 154 h 57"/>
                <a:gd name="T24" fmla="*/ 104 w 49"/>
                <a:gd name="T25" fmla="*/ 202 h 57"/>
                <a:gd name="T26" fmla="*/ 135 w 49"/>
                <a:gd name="T27" fmla="*/ 148 h 57"/>
                <a:gd name="T28" fmla="*/ 149 w 49"/>
                <a:gd name="T29" fmla="*/ 210 h 57"/>
                <a:gd name="T30" fmla="*/ 157 w 49"/>
                <a:gd name="T31" fmla="*/ 170 h 57"/>
                <a:gd name="T32" fmla="*/ 183 w 49"/>
                <a:gd name="T33" fmla="*/ 198 h 57"/>
                <a:gd name="T34" fmla="*/ 157 w 49"/>
                <a:gd name="T35" fmla="*/ 110 h 57"/>
                <a:gd name="T36" fmla="*/ 130 w 49"/>
                <a:gd name="T37" fmla="*/ 29 h 57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49" h="57">
                  <a:moveTo>
                    <a:pt x="12" y="0"/>
                  </a:moveTo>
                  <a:cubicBezTo>
                    <a:pt x="12" y="6"/>
                    <a:pt x="13" y="11"/>
                    <a:pt x="11" y="17"/>
                  </a:cubicBezTo>
                  <a:cubicBezTo>
                    <a:pt x="9" y="22"/>
                    <a:pt x="6" y="31"/>
                    <a:pt x="0" y="31"/>
                  </a:cubicBezTo>
                  <a:cubicBezTo>
                    <a:pt x="6" y="28"/>
                    <a:pt x="10" y="24"/>
                    <a:pt x="15" y="19"/>
                  </a:cubicBezTo>
                  <a:cubicBezTo>
                    <a:pt x="14" y="22"/>
                    <a:pt x="15" y="25"/>
                    <a:pt x="14" y="28"/>
                  </a:cubicBezTo>
                  <a:cubicBezTo>
                    <a:pt x="13" y="33"/>
                    <a:pt x="9" y="38"/>
                    <a:pt x="6" y="41"/>
                  </a:cubicBezTo>
                  <a:cubicBezTo>
                    <a:pt x="9" y="40"/>
                    <a:pt x="11" y="37"/>
                    <a:pt x="14" y="35"/>
                  </a:cubicBezTo>
                  <a:cubicBezTo>
                    <a:pt x="16" y="33"/>
                    <a:pt x="19" y="32"/>
                    <a:pt x="21" y="29"/>
                  </a:cubicBezTo>
                  <a:cubicBezTo>
                    <a:pt x="21" y="32"/>
                    <a:pt x="21" y="36"/>
                    <a:pt x="20" y="40"/>
                  </a:cubicBezTo>
                  <a:cubicBezTo>
                    <a:pt x="19" y="44"/>
                    <a:pt x="15" y="48"/>
                    <a:pt x="14" y="52"/>
                  </a:cubicBezTo>
                  <a:cubicBezTo>
                    <a:pt x="20" y="48"/>
                    <a:pt x="30" y="40"/>
                    <a:pt x="29" y="32"/>
                  </a:cubicBezTo>
                  <a:cubicBezTo>
                    <a:pt x="28" y="35"/>
                    <a:pt x="30" y="39"/>
                    <a:pt x="30" y="42"/>
                  </a:cubicBezTo>
                  <a:cubicBezTo>
                    <a:pt x="29" y="46"/>
                    <a:pt x="27" y="51"/>
                    <a:pt x="28" y="55"/>
                  </a:cubicBezTo>
                  <a:cubicBezTo>
                    <a:pt x="31" y="50"/>
                    <a:pt x="33" y="45"/>
                    <a:pt x="36" y="40"/>
                  </a:cubicBezTo>
                  <a:cubicBezTo>
                    <a:pt x="38" y="45"/>
                    <a:pt x="39" y="51"/>
                    <a:pt x="40" y="57"/>
                  </a:cubicBezTo>
                  <a:cubicBezTo>
                    <a:pt x="40" y="54"/>
                    <a:pt x="39" y="47"/>
                    <a:pt x="42" y="46"/>
                  </a:cubicBezTo>
                  <a:cubicBezTo>
                    <a:pt x="44" y="45"/>
                    <a:pt x="47" y="53"/>
                    <a:pt x="49" y="54"/>
                  </a:cubicBezTo>
                  <a:cubicBezTo>
                    <a:pt x="48" y="46"/>
                    <a:pt x="46" y="37"/>
                    <a:pt x="42" y="30"/>
                  </a:cubicBezTo>
                  <a:cubicBezTo>
                    <a:pt x="39" y="23"/>
                    <a:pt x="35" y="16"/>
                    <a:pt x="35" y="8"/>
                  </a:cubicBezTo>
                </a:path>
              </a:pathLst>
            </a:custGeom>
            <a:solidFill>
              <a:srgbClr val="F299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9932" name="Freeform 611">
              <a:extLst>
                <a:ext uri="{FF2B5EF4-FFF2-40B4-BE49-F238E27FC236}">
                  <a16:creationId xmlns:a16="http://schemas.microsoft.com/office/drawing/2014/main" id="{FA5BE3E6-900C-49C2-9FF2-78D3BF0952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6" y="1032"/>
              <a:ext cx="68" cy="151"/>
            </a:xfrm>
            <a:custGeom>
              <a:avLst/>
              <a:gdLst>
                <a:gd name="T0" fmla="*/ 0 w 44"/>
                <a:gd name="T1" fmla="*/ 202 h 98"/>
                <a:gd name="T2" fmla="*/ 5 w 44"/>
                <a:gd name="T3" fmla="*/ 359 h 98"/>
                <a:gd name="T4" fmla="*/ 22 w 44"/>
                <a:gd name="T5" fmla="*/ 293 h 98"/>
                <a:gd name="T6" fmla="*/ 36 w 44"/>
                <a:gd name="T7" fmla="*/ 339 h 98"/>
                <a:gd name="T8" fmla="*/ 36 w 44"/>
                <a:gd name="T9" fmla="*/ 245 h 98"/>
                <a:gd name="T10" fmla="*/ 87 w 44"/>
                <a:gd name="T11" fmla="*/ 311 h 98"/>
                <a:gd name="T12" fmla="*/ 56 w 44"/>
                <a:gd name="T13" fmla="*/ 242 h 98"/>
                <a:gd name="T14" fmla="*/ 102 w 44"/>
                <a:gd name="T15" fmla="*/ 271 h 98"/>
                <a:gd name="T16" fmla="*/ 82 w 44"/>
                <a:gd name="T17" fmla="*/ 194 h 98"/>
                <a:gd name="T18" fmla="*/ 148 w 44"/>
                <a:gd name="T19" fmla="*/ 210 h 98"/>
                <a:gd name="T20" fmla="*/ 88 w 44"/>
                <a:gd name="T21" fmla="*/ 162 h 98"/>
                <a:gd name="T22" fmla="*/ 162 w 44"/>
                <a:gd name="T23" fmla="*/ 157 h 98"/>
                <a:gd name="T24" fmla="*/ 102 w 44"/>
                <a:gd name="T25" fmla="*/ 148 h 98"/>
                <a:gd name="T26" fmla="*/ 74 w 44"/>
                <a:gd name="T27" fmla="*/ 92 h 98"/>
                <a:gd name="T28" fmla="*/ 134 w 44"/>
                <a:gd name="T29" fmla="*/ 131 h 98"/>
                <a:gd name="T30" fmla="*/ 70 w 44"/>
                <a:gd name="T31" fmla="*/ 0 h 98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44" h="98">
                  <a:moveTo>
                    <a:pt x="0" y="55"/>
                  </a:moveTo>
                  <a:cubicBezTo>
                    <a:pt x="0" y="70"/>
                    <a:pt x="1" y="84"/>
                    <a:pt x="1" y="98"/>
                  </a:cubicBezTo>
                  <a:cubicBezTo>
                    <a:pt x="1" y="93"/>
                    <a:pt x="3" y="85"/>
                    <a:pt x="6" y="80"/>
                  </a:cubicBezTo>
                  <a:cubicBezTo>
                    <a:pt x="6" y="85"/>
                    <a:pt x="7" y="89"/>
                    <a:pt x="10" y="93"/>
                  </a:cubicBezTo>
                  <a:cubicBezTo>
                    <a:pt x="8" y="84"/>
                    <a:pt x="11" y="75"/>
                    <a:pt x="10" y="67"/>
                  </a:cubicBezTo>
                  <a:cubicBezTo>
                    <a:pt x="11" y="74"/>
                    <a:pt x="15" y="84"/>
                    <a:pt x="23" y="85"/>
                  </a:cubicBezTo>
                  <a:cubicBezTo>
                    <a:pt x="15" y="84"/>
                    <a:pt x="15" y="72"/>
                    <a:pt x="15" y="66"/>
                  </a:cubicBezTo>
                  <a:cubicBezTo>
                    <a:pt x="17" y="71"/>
                    <a:pt x="23" y="75"/>
                    <a:pt x="28" y="74"/>
                  </a:cubicBezTo>
                  <a:cubicBezTo>
                    <a:pt x="23" y="70"/>
                    <a:pt x="23" y="60"/>
                    <a:pt x="22" y="53"/>
                  </a:cubicBezTo>
                  <a:cubicBezTo>
                    <a:pt x="26" y="58"/>
                    <a:pt x="35" y="59"/>
                    <a:pt x="40" y="57"/>
                  </a:cubicBezTo>
                  <a:cubicBezTo>
                    <a:pt x="34" y="56"/>
                    <a:pt x="25" y="50"/>
                    <a:pt x="24" y="44"/>
                  </a:cubicBezTo>
                  <a:cubicBezTo>
                    <a:pt x="32" y="47"/>
                    <a:pt x="36" y="46"/>
                    <a:pt x="44" y="43"/>
                  </a:cubicBezTo>
                  <a:cubicBezTo>
                    <a:pt x="39" y="42"/>
                    <a:pt x="33" y="43"/>
                    <a:pt x="28" y="40"/>
                  </a:cubicBezTo>
                  <a:cubicBezTo>
                    <a:pt x="21" y="35"/>
                    <a:pt x="25" y="29"/>
                    <a:pt x="20" y="25"/>
                  </a:cubicBezTo>
                  <a:cubicBezTo>
                    <a:pt x="23" y="31"/>
                    <a:pt x="31" y="34"/>
                    <a:pt x="36" y="36"/>
                  </a:cubicBezTo>
                  <a:cubicBezTo>
                    <a:pt x="25" y="25"/>
                    <a:pt x="16" y="17"/>
                    <a:pt x="19" y="0"/>
                  </a:cubicBezTo>
                </a:path>
              </a:pathLst>
            </a:custGeom>
            <a:solidFill>
              <a:srgbClr val="F299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9933" name="Freeform 612">
              <a:extLst>
                <a:ext uri="{FF2B5EF4-FFF2-40B4-BE49-F238E27FC236}">
                  <a16:creationId xmlns:a16="http://schemas.microsoft.com/office/drawing/2014/main" id="{72D029ED-86AB-4DF6-AAEE-12235EDD43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8" y="950"/>
              <a:ext cx="76" cy="219"/>
            </a:xfrm>
            <a:custGeom>
              <a:avLst/>
              <a:gdLst>
                <a:gd name="T0" fmla="*/ 8 w 49"/>
                <a:gd name="T1" fmla="*/ 413 h 142"/>
                <a:gd name="T2" fmla="*/ 0 w 49"/>
                <a:gd name="T3" fmla="*/ 521 h 142"/>
                <a:gd name="T4" fmla="*/ 40 w 49"/>
                <a:gd name="T5" fmla="*/ 444 h 142"/>
                <a:gd name="T6" fmla="*/ 60 w 49"/>
                <a:gd name="T7" fmla="*/ 517 h 142"/>
                <a:gd name="T8" fmla="*/ 62 w 49"/>
                <a:gd name="T9" fmla="*/ 407 h 142"/>
                <a:gd name="T10" fmla="*/ 121 w 49"/>
                <a:gd name="T11" fmla="*/ 447 h 142"/>
                <a:gd name="T12" fmla="*/ 96 w 49"/>
                <a:gd name="T13" fmla="*/ 387 h 142"/>
                <a:gd name="T14" fmla="*/ 183 w 49"/>
                <a:gd name="T15" fmla="*/ 359 h 142"/>
                <a:gd name="T16" fmla="*/ 130 w 49"/>
                <a:gd name="T17" fmla="*/ 333 h 142"/>
                <a:gd name="T18" fmla="*/ 157 w 49"/>
                <a:gd name="T19" fmla="*/ 341 h 142"/>
                <a:gd name="T20" fmla="*/ 127 w 49"/>
                <a:gd name="T21" fmla="*/ 298 h 142"/>
                <a:gd name="T22" fmla="*/ 115 w 49"/>
                <a:gd name="T23" fmla="*/ 211 h 142"/>
                <a:gd name="T24" fmla="*/ 19 w 49"/>
                <a:gd name="T25" fmla="*/ 0 h 14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9" h="142">
                  <a:moveTo>
                    <a:pt x="2" y="113"/>
                  </a:moveTo>
                  <a:cubicBezTo>
                    <a:pt x="2" y="123"/>
                    <a:pt x="3" y="133"/>
                    <a:pt x="0" y="142"/>
                  </a:cubicBezTo>
                  <a:cubicBezTo>
                    <a:pt x="6" y="138"/>
                    <a:pt x="10" y="128"/>
                    <a:pt x="11" y="121"/>
                  </a:cubicBezTo>
                  <a:cubicBezTo>
                    <a:pt x="11" y="128"/>
                    <a:pt x="12" y="134"/>
                    <a:pt x="16" y="141"/>
                  </a:cubicBezTo>
                  <a:cubicBezTo>
                    <a:pt x="13" y="131"/>
                    <a:pt x="15" y="120"/>
                    <a:pt x="17" y="111"/>
                  </a:cubicBezTo>
                  <a:cubicBezTo>
                    <a:pt x="19" y="118"/>
                    <a:pt x="24" y="124"/>
                    <a:pt x="32" y="122"/>
                  </a:cubicBezTo>
                  <a:cubicBezTo>
                    <a:pt x="29" y="117"/>
                    <a:pt x="25" y="113"/>
                    <a:pt x="26" y="106"/>
                  </a:cubicBezTo>
                  <a:cubicBezTo>
                    <a:pt x="36" y="107"/>
                    <a:pt x="41" y="102"/>
                    <a:pt x="49" y="98"/>
                  </a:cubicBezTo>
                  <a:cubicBezTo>
                    <a:pt x="43" y="100"/>
                    <a:pt x="37" y="96"/>
                    <a:pt x="35" y="91"/>
                  </a:cubicBezTo>
                  <a:cubicBezTo>
                    <a:pt x="37" y="92"/>
                    <a:pt x="40" y="92"/>
                    <a:pt x="42" y="93"/>
                  </a:cubicBezTo>
                  <a:cubicBezTo>
                    <a:pt x="39" y="89"/>
                    <a:pt x="36" y="86"/>
                    <a:pt x="34" y="81"/>
                  </a:cubicBezTo>
                  <a:cubicBezTo>
                    <a:pt x="30" y="73"/>
                    <a:pt x="32" y="67"/>
                    <a:pt x="31" y="58"/>
                  </a:cubicBezTo>
                  <a:cubicBezTo>
                    <a:pt x="28" y="36"/>
                    <a:pt x="17" y="18"/>
                    <a:pt x="5" y="0"/>
                  </a:cubicBezTo>
                </a:path>
              </a:pathLst>
            </a:custGeom>
            <a:solidFill>
              <a:srgbClr val="CC70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9934" name="Freeform 613">
              <a:extLst>
                <a:ext uri="{FF2B5EF4-FFF2-40B4-BE49-F238E27FC236}">
                  <a16:creationId xmlns:a16="http://schemas.microsoft.com/office/drawing/2014/main" id="{D38499DE-B574-4C77-A7E4-7E55B17CCD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2" y="921"/>
              <a:ext cx="115" cy="261"/>
            </a:xfrm>
            <a:custGeom>
              <a:avLst/>
              <a:gdLst>
                <a:gd name="T0" fmla="*/ 47 w 74"/>
                <a:gd name="T1" fmla="*/ 0 h 169"/>
                <a:gd name="T2" fmla="*/ 82 w 74"/>
                <a:gd name="T3" fmla="*/ 246 h 169"/>
                <a:gd name="T4" fmla="*/ 26 w 74"/>
                <a:gd name="T5" fmla="*/ 505 h 169"/>
                <a:gd name="T6" fmla="*/ 89 w 74"/>
                <a:gd name="T7" fmla="*/ 468 h 169"/>
                <a:gd name="T8" fmla="*/ 47 w 74"/>
                <a:gd name="T9" fmla="*/ 568 h 169"/>
                <a:gd name="T10" fmla="*/ 109 w 74"/>
                <a:gd name="T11" fmla="*/ 513 h 169"/>
                <a:gd name="T12" fmla="*/ 95 w 74"/>
                <a:gd name="T13" fmla="*/ 588 h 169"/>
                <a:gd name="T14" fmla="*/ 148 w 74"/>
                <a:gd name="T15" fmla="*/ 527 h 169"/>
                <a:gd name="T16" fmla="*/ 154 w 74"/>
                <a:gd name="T17" fmla="*/ 604 h 169"/>
                <a:gd name="T18" fmla="*/ 182 w 74"/>
                <a:gd name="T19" fmla="*/ 553 h 169"/>
                <a:gd name="T20" fmla="*/ 204 w 74"/>
                <a:gd name="T21" fmla="*/ 622 h 169"/>
                <a:gd name="T22" fmla="*/ 205 w 74"/>
                <a:gd name="T23" fmla="*/ 570 h 169"/>
                <a:gd name="T24" fmla="*/ 266 w 74"/>
                <a:gd name="T25" fmla="*/ 578 h 169"/>
                <a:gd name="T26" fmla="*/ 205 w 74"/>
                <a:gd name="T27" fmla="*/ 364 h 169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74" h="169">
                  <a:moveTo>
                    <a:pt x="12" y="0"/>
                  </a:moveTo>
                  <a:cubicBezTo>
                    <a:pt x="0" y="16"/>
                    <a:pt x="16" y="51"/>
                    <a:pt x="22" y="67"/>
                  </a:cubicBezTo>
                  <a:cubicBezTo>
                    <a:pt x="30" y="90"/>
                    <a:pt x="30" y="124"/>
                    <a:pt x="7" y="137"/>
                  </a:cubicBezTo>
                  <a:cubicBezTo>
                    <a:pt x="15" y="137"/>
                    <a:pt x="21" y="134"/>
                    <a:pt x="24" y="127"/>
                  </a:cubicBezTo>
                  <a:cubicBezTo>
                    <a:pt x="26" y="137"/>
                    <a:pt x="19" y="147"/>
                    <a:pt x="12" y="154"/>
                  </a:cubicBezTo>
                  <a:cubicBezTo>
                    <a:pt x="18" y="152"/>
                    <a:pt x="25" y="146"/>
                    <a:pt x="29" y="139"/>
                  </a:cubicBezTo>
                  <a:cubicBezTo>
                    <a:pt x="29" y="146"/>
                    <a:pt x="29" y="155"/>
                    <a:pt x="25" y="160"/>
                  </a:cubicBezTo>
                  <a:cubicBezTo>
                    <a:pt x="31" y="156"/>
                    <a:pt x="36" y="150"/>
                    <a:pt x="39" y="143"/>
                  </a:cubicBezTo>
                  <a:cubicBezTo>
                    <a:pt x="41" y="150"/>
                    <a:pt x="40" y="157"/>
                    <a:pt x="41" y="164"/>
                  </a:cubicBezTo>
                  <a:cubicBezTo>
                    <a:pt x="45" y="161"/>
                    <a:pt x="46" y="155"/>
                    <a:pt x="48" y="150"/>
                  </a:cubicBezTo>
                  <a:cubicBezTo>
                    <a:pt x="50" y="156"/>
                    <a:pt x="51" y="164"/>
                    <a:pt x="54" y="169"/>
                  </a:cubicBezTo>
                  <a:cubicBezTo>
                    <a:pt x="55" y="164"/>
                    <a:pt x="55" y="160"/>
                    <a:pt x="55" y="155"/>
                  </a:cubicBezTo>
                  <a:cubicBezTo>
                    <a:pt x="60" y="166"/>
                    <a:pt x="68" y="169"/>
                    <a:pt x="71" y="157"/>
                  </a:cubicBezTo>
                  <a:cubicBezTo>
                    <a:pt x="74" y="142"/>
                    <a:pt x="61" y="111"/>
                    <a:pt x="55" y="99"/>
                  </a:cubicBezTo>
                </a:path>
              </a:pathLst>
            </a:custGeom>
            <a:solidFill>
              <a:srgbClr val="CC70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9935" name="Freeform 614">
              <a:extLst>
                <a:ext uri="{FF2B5EF4-FFF2-40B4-BE49-F238E27FC236}">
                  <a16:creationId xmlns:a16="http://schemas.microsoft.com/office/drawing/2014/main" id="{61E91FBA-6F65-4F0A-97B6-EE0FFC0F45D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8" y="722"/>
              <a:ext cx="415" cy="555"/>
            </a:xfrm>
            <a:custGeom>
              <a:avLst/>
              <a:gdLst>
                <a:gd name="T0" fmla="*/ 983 w 268"/>
                <a:gd name="T1" fmla="*/ 540 h 360"/>
                <a:gd name="T2" fmla="*/ 983 w 268"/>
                <a:gd name="T3" fmla="*/ 412 h 360"/>
                <a:gd name="T4" fmla="*/ 465 w 268"/>
                <a:gd name="T5" fmla="*/ 29 h 360"/>
                <a:gd name="T6" fmla="*/ 29 w 268"/>
                <a:gd name="T7" fmla="*/ 523 h 360"/>
                <a:gd name="T8" fmla="*/ 96 w 268"/>
                <a:gd name="T9" fmla="*/ 718 h 360"/>
                <a:gd name="T10" fmla="*/ 141 w 268"/>
                <a:gd name="T11" fmla="*/ 837 h 360"/>
                <a:gd name="T12" fmla="*/ 311 w 268"/>
                <a:gd name="T13" fmla="*/ 1195 h 360"/>
                <a:gd name="T14" fmla="*/ 635 w 268"/>
                <a:gd name="T15" fmla="*/ 1300 h 360"/>
                <a:gd name="T16" fmla="*/ 928 w 268"/>
                <a:gd name="T17" fmla="*/ 1056 h 360"/>
                <a:gd name="T18" fmla="*/ 980 w 268"/>
                <a:gd name="T19" fmla="*/ 675 h 360"/>
                <a:gd name="T20" fmla="*/ 983 w 268"/>
                <a:gd name="T21" fmla="*/ 540 h 36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68" h="360">
                  <a:moveTo>
                    <a:pt x="265" y="147"/>
                  </a:moveTo>
                  <a:cubicBezTo>
                    <a:pt x="266" y="136"/>
                    <a:pt x="267" y="124"/>
                    <a:pt x="265" y="112"/>
                  </a:cubicBezTo>
                  <a:cubicBezTo>
                    <a:pt x="257" y="40"/>
                    <a:pt x="196" y="0"/>
                    <a:pt x="125" y="8"/>
                  </a:cubicBezTo>
                  <a:cubicBezTo>
                    <a:pt x="54" y="16"/>
                    <a:pt x="0" y="70"/>
                    <a:pt x="8" y="143"/>
                  </a:cubicBezTo>
                  <a:cubicBezTo>
                    <a:pt x="11" y="162"/>
                    <a:pt x="17" y="180"/>
                    <a:pt x="26" y="196"/>
                  </a:cubicBezTo>
                  <a:cubicBezTo>
                    <a:pt x="31" y="206"/>
                    <a:pt x="37" y="221"/>
                    <a:pt x="38" y="228"/>
                  </a:cubicBezTo>
                  <a:cubicBezTo>
                    <a:pt x="38" y="239"/>
                    <a:pt x="61" y="305"/>
                    <a:pt x="84" y="326"/>
                  </a:cubicBezTo>
                  <a:cubicBezTo>
                    <a:pt x="108" y="347"/>
                    <a:pt x="135" y="360"/>
                    <a:pt x="171" y="355"/>
                  </a:cubicBezTo>
                  <a:cubicBezTo>
                    <a:pt x="207" y="351"/>
                    <a:pt x="247" y="302"/>
                    <a:pt x="250" y="288"/>
                  </a:cubicBezTo>
                  <a:cubicBezTo>
                    <a:pt x="254" y="273"/>
                    <a:pt x="268" y="222"/>
                    <a:pt x="264" y="184"/>
                  </a:cubicBezTo>
                  <a:cubicBezTo>
                    <a:pt x="263" y="171"/>
                    <a:pt x="264" y="154"/>
                    <a:pt x="265" y="147"/>
                  </a:cubicBezTo>
                  <a:close/>
                </a:path>
              </a:pathLst>
            </a:custGeom>
            <a:solidFill>
              <a:srgbClr val="FEF3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9936" name="Freeform 615">
              <a:extLst>
                <a:ext uri="{FF2B5EF4-FFF2-40B4-BE49-F238E27FC236}">
                  <a16:creationId xmlns:a16="http://schemas.microsoft.com/office/drawing/2014/main" id="{547C97EB-0219-4AAA-A196-D99627B9347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9" y="782"/>
              <a:ext cx="138" cy="244"/>
            </a:xfrm>
            <a:custGeom>
              <a:avLst/>
              <a:gdLst>
                <a:gd name="T0" fmla="*/ 0 w 89"/>
                <a:gd name="T1" fmla="*/ 48 h 158"/>
                <a:gd name="T2" fmla="*/ 29 w 89"/>
                <a:gd name="T3" fmla="*/ 76 h 158"/>
                <a:gd name="T4" fmla="*/ 56 w 89"/>
                <a:gd name="T5" fmla="*/ 128 h 158"/>
                <a:gd name="T6" fmla="*/ 109 w 89"/>
                <a:gd name="T7" fmla="*/ 224 h 158"/>
                <a:gd name="T8" fmla="*/ 104 w 89"/>
                <a:gd name="T9" fmla="*/ 198 h 158"/>
                <a:gd name="T10" fmla="*/ 169 w 89"/>
                <a:gd name="T11" fmla="*/ 306 h 158"/>
                <a:gd name="T12" fmla="*/ 243 w 89"/>
                <a:gd name="T13" fmla="*/ 452 h 158"/>
                <a:gd name="T14" fmla="*/ 276 w 89"/>
                <a:gd name="T15" fmla="*/ 548 h 158"/>
                <a:gd name="T16" fmla="*/ 313 w 89"/>
                <a:gd name="T17" fmla="*/ 574 h 158"/>
                <a:gd name="T18" fmla="*/ 327 w 89"/>
                <a:gd name="T19" fmla="*/ 513 h 158"/>
                <a:gd name="T20" fmla="*/ 318 w 89"/>
                <a:gd name="T21" fmla="*/ 394 h 158"/>
                <a:gd name="T22" fmla="*/ 271 w 89"/>
                <a:gd name="T23" fmla="*/ 263 h 158"/>
                <a:gd name="T24" fmla="*/ 74 w 89"/>
                <a:gd name="T25" fmla="*/ 0 h 15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89" h="158">
                  <a:moveTo>
                    <a:pt x="0" y="13"/>
                  </a:moveTo>
                  <a:cubicBezTo>
                    <a:pt x="2" y="16"/>
                    <a:pt x="6" y="18"/>
                    <a:pt x="8" y="21"/>
                  </a:cubicBezTo>
                  <a:cubicBezTo>
                    <a:pt x="11" y="25"/>
                    <a:pt x="13" y="30"/>
                    <a:pt x="15" y="35"/>
                  </a:cubicBezTo>
                  <a:cubicBezTo>
                    <a:pt x="19" y="43"/>
                    <a:pt x="23" y="54"/>
                    <a:pt x="29" y="61"/>
                  </a:cubicBezTo>
                  <a:cubicBezTo>
                    <a:pt x="28" y="59"/>
                    <a:pt x="27" y="56"/>
                    <a:pt x="28" y="54"/>
                  </a:cubicBezTo>
                  <a:cubicBezTo>
                    <a:pt x="34" y="63"/>
                    <a:pt x="42" y="72"/>
                    <a:pt x="45" y="83"/>
                  </a:cubicBezTo>
                  <a:cubicBezTo>
                    <a:pt x="48" y="96"/>
                    <a:pt x="58" y="111"/>
                    <a:pt x="65" y="123"/>
                  </a:cubicBezTo>
                  <a:cubicBezTo>
                    <a:pt x="70" y="130"/>
                    <a:pt x="69" y="143"/>
                    <a:pt x="74" y="149"/>
                  </a:cubicBezTo>
                  <a:cubicBezTo>
                    <a:pt x="77" y="152"/>
                    <a:pt x="79" y="158"/>
                    <a:pt x="84" y="156"/>
                  </a:cubicBezTo>
                  <a:cubicBezTo>
                    <a:pt x="88" y="154"/>
                    <a:pt x="88" y="142"/>
                    <a:pt x="88" y="139"/>
                  </a:cubicBezTo>
                  <a:cubicBezTo>
                    <a:pt x="89" y="128"/>
                    <a:pt x="88" y="118"/>
                    <a:pt x="85" y="107"/>
                  </a:cubicBezTo>
                  <a:cubicBezTo>
                    <a:pt x="82" y="95"/>
                    <a:pt x="79" y="82"/>
                    <a:pt x="73" y="71"/>
                  </a:cubicBezTo>
                  <a:cubicBezTo>
                    <a:pt x="67" y="60"/>
                    <a:pt x="24" y="13"/>
                    <a:pt x="20" y="0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9937" name="Freeform 616">
              <a:extLst>
                <a:ext uri="{FF2B5EF4-FFF2-40B4-BE49-F238E27FC236}">
                  <a16:creationId xmlns:a16="http://schemas.microsoft.com/office/drawing/2014/main" id="{63F7754D-7B23-45D2-8AFB-0E56A731D33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7" y="803"/>
              <a:ext cx="262" cy="274"/>
            </a:xfrm>
            <a:custGeom>
              <a:avLst/>
              <a:gdLst>
                <a:gd name="T0" fmla="*/ 629 w 169"/>
                <a:gd name="T1" fmla="*/ 14 h 177"/>
                <a:gd name="T2" fmla="*/ 623 w 169"/>
                <a:gd name="T3" fmla="*/ 96 h 177"/>
                <a:gd name="T4" fmla="*/ 577 w 169"/>
                <a:gd name="T5" fmla="*/ 170 h 177"/>
                <a:gd name="T6" fmla="*/ 521 w 169"/>
                <a:gd name="T7" fmla="*/ 204 h 177"/>
                <a:gd name="T8" fmla="*/ 451 w 169"/>
                <a:gd name="T9" fmla="*/ 231 h 177"/>
                <a:gd name="T10" fmla="*/ 462 w 169"/>
                <a:gd name="T11" fmla="*/ 215 h 177"/>
                <a:gd name="T12" fmla="*/ 310 w 169"/>
                <a:gd name="T13" fmla="*/ 245 h 177"/>
                <a:gd name="T14" fmla="*/ 318 w 169"/>
                <a:gd name="T15" fmla="*/ 235 h 177"/>
                <a:gd name="T16" fmla="*/ 189 w 169"/>
                <a:gd name="T17" fmla="*/ 231 h 177"/>
                <a:gd name="T18" fmla="*/ 121 w 169"/>
                <a:gd name="T19" fmla="*/ 245 h 177"/>
                <a:gd name="T20" fmla="*/ 93 w 169"/>
                <a:gd name="T21" fmla="*/ 311 h 177"/>
                <a:gd name="T22" fmla="*/ 93 w 169"/>
                <a:gd name="T23" fmla="*/ 385 h 177"/>
                <a:gd name="T24" fmla="*/ 70 w 169"/>
                <a:gd name="T25" fmla="*/ 454 h 177"/>
                <a:gd name="T26" fmla="*/ 67 w 169"/>
                <a:gd name="T27" fmla="*/ 515 h 177"/>
                <a:gd name="T28" fmla="*/ 34 w 169"/>
                <a:gd name="T29" fmla="*/ 656 h 177"/>
                <a:gd name="T30" fmla="*/ 14 w 169"/>
                <a:gd name="T31" fmla="*/ 529 h 177"/>
                <a:gd name="T32" fmla="*/ 19 w 169"/>
                <a:gd name="T33" fmla="*/ 460 h 177"/>
                <a:gd name="T34" fmla="*/ 5 w 169"/>
                <a:gd name="T35" fmla="*/ 372 h 177"/>
                <a:gd name="T36" fmla="*/ 5 w 169"/>
                <a:gd name="T37" fmla="*/ 283 h 177"/>
                <a:gd name="T38" fmla="*/ 14 w 169"/>
                <a:gd name="T39" fmla="*/ 184 h 177"/>
                <a:gd name="T40" fmla="*/ 74 w 169"/>
                <a:gd name="T41" fmla="*/ 122 h 177"/>
                <a:gd name="T42" fmla="*/ 183 w 169"/>
                <a:gd name="T43" fmla="*/ 104 h 177"/>
                <a:gd name="T44" fmla="*/ 372 w 169"/>
                <a:gd name="T45" fmla="*/ 110 h 177"/>
                <a:gd name="T46" fmla="*/ 515 w 169"/>
                <a:gd name="T47" fmla="*/ 53 h 177"/>
                <a:gd name="T48" fmla="*/ 611 w 169"/>
                <a:gd name="T49" fmla="*/ 0 h 177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69" h="177">
                  <a:moveTo>
                    <a:pt x="169" y="4"/>
                  </a:moveTo>
                  <a:cubicBezTo>
                    <a:pt x="168" y="11"/>
                    <a:pt x="169" y="19"/>
                    <a:pt x="167" y="26"/>
                  </a:cubicBezTo>
                  <a:cubicBezTo>
                    <a:pt x="165" y="34"/>
                    <a:pt x="161" y="40"/>
                    <a:pt x="155" y="46"/>
                  </a:cubicBezTo>
                  <a:cubicBezTo>
                    <a:pt x="151" y="50"/>
                    <a:pt x="145" y="52"/>
                    <a:pt x="140" y="55"/>
                  </a:cubicBezTo>
                  <a:cubicBezTo>
                    <a:pt x="135" y="57"/>
                    <a:pt x="127" y="61"/>
                    <a:pt x="121" y="62"/>
                  </a:cubicBezTo>
                  <a:cubicBezTo>
                    <a:pt x="122" y="61"/>
                    <a:pt x="123" y="59"/>
                    <a:pt x="124" y="58"/>
                  </a:cubicBezTo>
                  <a:cubicBezTo>
                    <a:pt x="110" y="58"/>
                    <a:pt x="97" y="66"/>
                    <a:pt x="83" y="66"/>
                  </a:cubicBezTo>
                  <a:cubicBezTo>
                    <a:pt x="84" y="65"/>
                    <a:pt x="85" y="64"/>
                    <a:pt x="85" y="63"/>
                  </a:cubicBezTo>
                  <a:cubicBezTo>
                    <a:pt x="74" y="63"/>
                    <a:pt x="62" y="64"/>
                    <a:pt x="51" y="62"/>
                  </a:cubicBezTo>
                  <a:cubicBezTo>
                    <a:pt x="45" y="62"/>
                    <a:pt x="38" y="63"/>
                    <a:pt x="32" y="66"/>
                  </a:cubicBezTo>
                  <a:cubicBezTo>
                    <a:pt x="26" y="70"/>
                    <a:pt x="25" y="78"/>
                    <a:pt x="25" y="84"/>
                  </a:cubicBezTo>
                  <a:cubicBezTo>
                    <a:pt x="24" y="91"/>
                    <a:pt x="25" y="98"/>
                    <a:pt x="25" y="104"/>
                  </a:cubicBezTo>
                  <a:cubicBezTo>
                    <a:pt x="25" y="112"/>
                    <a:pt x="21" y="115"/>
                    <a:pt x="19" y="122"/>
                  </a:cubicBezTo>
                  <a:cubicBezTo>
                    <a:pt x="17" y="127"/>
                    <a:pt x="16" y="134"/>
                    <a:pt x="18" y="139"/>
                  </a:cubicBezTo>
                  <a:cubicBezTo>
                    <a:pt x="20" y="148"/>
                    <a:pt x="13" y="169"/>
                    <a:pt x="9" y="177"/>
                  </a:cubicBezTo>
                  <a:cubicBezTo>
                    <a:pt x="9" y="169"/>
                    <a:pt x="7" y="151"/>
                    <a:pt x="4" y="143"/>
                  </a:cubicBezTo>
                  <a:cubicBezTo>
                    <a:pt x="1" y="137"/>
                    <a:pt x="5" y="130"/>
                    <a:pt x="5" y="124"/>
                  </a:cubicBezTo>
                  <a:cubicBezTo>
                    <a:pt x="4" y="116"/>
                    <a:pt x="2" y="108"/>
                    <a:pt x="1" y="100"/>
                  </a:cubicBezTo>
                  <a:cubicBezTo>
                    <a:pt x="0" y="92"/>
                    <a:pt x="0" y="84"/>
                    <a:pt x="1" y="76"/>
                  </a:cubicBezTo>
                  <a:cubicBezTo>
                    <a:pt x="1" y="67"/>
                    <a:pt x="1" y="58"/>
                    <a:pt x="4" y="50"/>
                  </a:cubicBezTo>
                  <a:cubicBezTo>
                    <a:pt x="7" y="42"/>
                    <a:pt x="12" y="37"/>
                    <a:pt x="20" y="33"/>
                  </a:cubicBezTo>
                  <a:cubicBezTo>
                    <a:pt x="29" y="27"/>
                    <a:pt x="38" y="28"/>
                    <a:pt x="49" y="28"/>
                  </a:cubicBezTo>
                  <a:cubicBezTo>
                    <a:pt x="66" y="28"/>
                    <a:pt x="83" y="34"/>
                    <a:pt x="100" y="30"/>
                  </a:cubicBezTo>
                  <a:cubicBezTo>
                    <a:pt x="114" y="27"/>
                    <a:pt x="126" y="22"/>
                    <a:pt x="138" y="14"/>
                  </a:cubicBezTo>
                  <a:cubicBezTo>
                    <a:pt x="146" y="9"/>
                    <a:pt x="154" y="2"/>
                    <a:pt x="164" y="0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9938" name="Freeform 617">
              <a:extLst>
                <a:ext uri="{FF2B5EF4-FFF2-40B4-BE49-F238E27FC236}">
                  <a16:creationId xmlns:a16="http://schemas.microsoft.com/office/drawing/2014/main" id="{33EE3B0F-33F1-4165-B14E-C823618A7A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6" y="1200"/>
              <a:ext cx="982" cy="2826"/>
            </a:xfrm>
            <a:custGeom>
              <a:avLst/>
              <a:gdLst>
                <a:gd name="T0" fmla="*/ 2300 w 634"/>
                <a:gd name="T1" fmla="*/ 3024 h 1830"/>
                <a:gd name="T2" fmla="*/ 2268 w 634"/>
                <a:gd name="T3" fmla="*/ 2335 h 1830"/>
                <a:gd name="T4" fmla="*/ 2159 w 634"/>
                <a:gd name="T5" fmla="*/ 1499 h 1830"/>
                <a:gd name="T6" fmla="*/ 1725 w 634"/>
                <a:gd name="T7" fmla="*/ 346 h 1830"/>
                <a:gd name="T8" fmla="*/ 1403 w 634"/>
                <a:gd name="T9" fmla="*/ 14 h 1830"/>
                <a:gd name="T10" fmla="*/ 1231 w 634"/>
                <a:gd name="T11" fmla="*/ 122 h 1830"/>
                <a:gd name="T12" fmla="*/ 1183 w 634"/>
                <a:gd name="T13" fmla="*/ 127 h 1830"/>
                <a:gd name="T14" fmla="*/ 967 w 634"/>
                <a:gd name="T15" fmla="*/ 29 h 1830"/>
                <a:gd name="T16" fmla="*/ 757 w 634"/>
                <a:gd name="T17" fmla="*/ 338 h 1830"/>
                <a:gd name="T18" fmla="*/ 341 w 634"/>
                <a:gd name="T19" fmla="*/ 811 h 1830"/>
                <a:gd name="T20" fmla="*/ 141 w 634"/>
                <a:gd name="T21" fmla="*/ 1771 h 1830"/>
                <a:gd name="T22" fmla="*/ 79 w 634"/>
                <a:gd name="T23" fmla="*/ 2614 h 1830"/>
                <a:gd name="T24" fmla="*/ 8 w 634"/>
                <a:gd name="T25" fmla="*/ 3226 h 1830"/>
                <a:gd name="T26" fmla="*/ 48 w 634"/>
                <a:gd name="T27" fmla="*/ 3343 h 1830"/>
                <a:gd name="T28" fmla="*/ 223 w 634"/>
                <a:gd name="T29" fmla="*/ 3487 h 1830"/>
                <a:gd name="T30" fmla="*/ 293 w 634"/>
                <a:gd name="T31" fmla="*/ 3451 h 1830"/>
                <a:gd name="T32" fmla="*/ 319 w 634"/>
                <a:gd name="T33" fmla="*/ 3422 h 1830"/>
                <a:gd name="T34" fmla="*/ 316 w 634"/>
                <a:gd name="T35" fmla="*/ 3260 h 1830"/>
                <a:gd name="T36" fmla="*/ 263 w 634"/>
                <a:gd name="T37" fmla="*/ 2953 h 1830"/>
                <a:gd name="T38" fmla="*/ 438 w 634"/>
                <a:gd name="T39" fmla="*/ 1808 h 1830"/>
                <a:gd name="T40" fmla="*/ 590 w 634"/>
                <a:gd name="T41" fmla="*/ 1410 h 1830"/>
                <a:gd name="T42" fmla="*/ 587 w 634"/>
                <a:gd name="T43" fmla="*/ 2085 h 1830"/>
                <a:gd name="T44" fmla="*/ 513 w 634"/>
                <a:gd name="T45" fmla="*/ 3147 h 1830"/>
                <a:gd name="T46" fmla="*/ 664 w 634"/>
                <a:gd name="T47" fmla="*/ 4367 h 1830"/>
                <a:gd name="T48" fmla="*/ 712 w 634"/>
                <a:gd name="T49" fmla="*/ 5507 h 1830"/>
                <a:gd name="T50" fmla="*/ 844 w 634"/>
                <a:gd name="T51" fmla="*/ 6279 h 1830"/>
                <a:gd name="T52" fmla="*/ 699 w 634"/>
                <a:gd name="T53" fmla="*/ 6582 h 1830"/>
                <a:gd name="T54" fmla="*/ 743 w 634"/>
                <a:gd name="T55" fmla="*/ 6694 h 1830"/>
                <a:gd name="T56" fmla="*/ 953 w 634"/>
                <a:gd name="T57" fmla="*/ 6705 h 1830"/>
                <a:gd name="T58" fmla="*/ 1149 w 634"/>
                <a:gd name="T59" fmla="*/ 6577 h 1830"/>
                <a:gd name="T60" fmla="*/ 1159 w 634"/>
                <a:gd name="T61" fmla="*/ 6353 h 1830"/>
                <a:gd name="T62" fmla="*/ 1124 w 634"/>
                <a:gd name="T63" fmla="*/ 6135 h 1830"/>
                <a:gd name="T64" fmla="*/ 1137 w 634"/>
                <a:gd name="T65" fmla="*/ 4886 h 1830"/>
                <a:gd name="T66" fmla="*/ 1132 w 634"/>
                <a:gd name="T67" fmla="*/ 4190 h 1830"/>
                <a:gd name="T68" fmla="*/ 1132 w 634"/>
                <a:gd name="T69" fmla="*/ 3180 h 1830"/>
                <a:gd name="T70" fmla="*/ 1173 w 634"/>
                <a:gd name="T71" fmla="*/ 3181 h 1830"/>
                <a:gd name="T72" fmla="*/ 1224 w 634"/>
                <a:gd name="T73" fmla="*/ 3172 h 1830"/>
                <a:gd name="T74" fmla="*/ 1224 w 634"/>
                <a:gd name="T75" fmla="*/ 3614 h 1830"/>
                <a:gd name="T76" fmla="*/ 1231 w 634"/>
                <a:gd name="T77" fmla="*/ 4548 h 1830"/>
                <a:gd name="T78" fmla="*/ 1273 w 634"/>
                <a:gd name="T79" fmla="*/ 5871 h 1830"/>
                <a:gd name="T80" fmla="*/ 1219 w 634"/>
                <a:gd name="T81" fmla="*/ 6267 h 1830"/>
                <a:gd name="T82" fmla="*/ 1193 w 634"/>
                <a:gd name="T83" fmla="*/ 6477 h 1830"/>
                <a:gd name="T84" fmla="*/ 1253 w 634"/>
                <a:gd name="T85" fmla="*/ 6699 h 1830"/>
                <a:gd name="T86" fmla="*/ 1512 w 634"/>
                <a:gd name="T87" fmla="*/ 6713 h 1830"/>
                <a:gd name="T88" fmla="*/ 1653 w 634"/>
                <a:gd name="T89" fmla="*/ 6639 h 1830"/>
                <a:gd name="T90" fmla="*/ 1535 w 634"/>
                <a:gd name="T91" fmla="*/ 6415 h 1830"/>
                <a:gd name="T92" fmla="*/ 1530 w 634"/>
                <a:gd name="T93" fmla="*/ 6043 h 1830"/>
                <a:gd name="T94" fmla="*/ 1677 w 634"/>
                <a:gd name="T95" fmla="*/ 4688 h 1830"/>
                <a:gd name="T96" fmla="*/ 1792 w 634"/>
                <a:gd name="T97" fmla="*/ 3737 h 1830"/>
                <a:gd name="T98" fmla="*/ 1832 w 634"/>
                <a:gd name="T99" fmla="*/ 2582 h 1830"/>
                <a:gd name="T100" fmla="*/ 1752 w 634"/>
                <a:gd name="T101" fmla="*/ 1805 h 1830"/>
                <a:gd name="T102" fmla="*/ 1832 w 634"/>
                <a:gd name="T103" fmla="*/ 1410 h 1830"/>
                <a:gd name="T104" fmla="*/ 2015 w 634"/>
                <a:gd name="T105" fmla="*/ 2332 h 1830"/>
                <a:gd name="T106" fmla="*/ 2066 w 634"/>
                <a:gd name="T107" fmla="*/ 3059 h 1830"/>
                <a:gd name="T108" fmla="*/ 2045 w 634"/>
                <a:gd name="T109" fmla="*/ 3388 h 1830"/>
                <a:gd name="T110" fmla="*/ 2029 w 634"/>
                <a:gd name="T111" fmla="*/ 3444 h 1830"/>
                <a:gd name="T112" fmla="*/ 2032 w 634"/>
                <a:gd name="T113" fmla="*/ 3513 h 1830"/>
                <a:gd name="T114" fmla="*/ 2252 w 634"/>
                <a:gd name="T115" fmla="*/ 3425 h 1830"/>
                <a:gd name="T116" fmla="*/ 2326 w 634"/>
                <a:gd name="T117" fmla="*/ 3283 h 1830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634" h="1830">
                  <a:moveTo>
                    <a:pt x="631" y="876"/>
                  </a:moveTo>
                  <a:cubicBezTo>
                    <a:pt x="629" y="872"/>
                    <a:pt x="624" y="840"/>
                    <a:pt x="619" y="821"/>
                  </a:cubicBezTo>
                  <a:cubicBezTo>
                    <a:pt x="615" y="806"/>
                    <a:pt x="610" y="740"/>
                    <a:pt x="613" y="710"/>
                  </a:cubicBezTo>
                  <a:cubicBezTo>
                    <a:pt x="615" y="686"/>
                    <a:pt x="609" y="649"/>
                    <a:pt x="610" y="634"/>
                  </a:cubicBezTo>
                  <a:cubicBezTo>
                    <a:pt x="611" y="544"/>
                    <a:pt x="599" y="498"/>
                    <a:pt x="595" y="481"/>
                  </a:cubicBezTo>
                  <a:cubicBezTo>
                    <a:pt x="591" y="464"/>
                    <a:pt x="588" y="442"/>
                    <a:pt x="581" y="407"/>
                  </a:cubicBezTo>
                  <a:cubicBezTo>
                    <a:pt x="547" y="251"/>
                    <a:pt x="531" y="166"/>
                    <a:pt x="521" y="142"/>
                  </a:cubicBezTo>
                  <a:cubicBezTo>
                    <a:pt x="515" y="126"/>
                    <a:pt x="500" y="99"/>
                    <a:pt x="464" y="94"/>
                  </a:cubicBezTo>
                  <a:cubicBezTo>
                    <a:pt x="451" y="92"/>
                    <a:pt x="439" y="91"/>
                    <a:pt x="429" y="87"/>
                  </a:cubicBezTo>
                  <a:cubicBezTo>
                    <a:pt x="405" y="78"/>
                    <a:pt x="372" y="64"/>
                    <a:pt x="378" y="4"/>
                  </a:cubicBezTo>
                  <a:cubicBezTo>
                    <a:pt x="376" y="7"/>
                    <a:pt x="377" y="5"/>
                    <a:pt x="374" y="8"/>
                  </a:cubicBezTo>
                  <a:cubicBezTo>
                    <a:pt x="361" y="19"/>
                    <a:pt x="345" y="31"/>
                    <a:pt x="331" y="33"/>
                  </a:cubicBezTo>
                  <a:cubicBezTo>
                    <a:pt x="326" y="34"/>
                    <a:pt x="321" y="33"/>
                    <a:pt x="317" y="33"/>
                  </a:cubicBezTo>
                  <a:cubicBezTo>
                    <a:pt x="318" y="34"/>
                    <a:pt x="318" y="34"/>
                    <a:pt x="318" y="34"/>
                  </a:cubicBezTo>
                  <a:cubicBezTo>
                    <a:pt x="318" y="34"/>
                    <a:pt x="306" y="33"/>
                    <a:pt x="302" y="33"/>
                  </a:cubicBezTo>
                  <a:cubicBezTo>
                    <a:pt x="287" y="30"/>
                    <a:pt x="273" y="19"/>
                    <a:pt x="260" y="8"/>
                  </a:cubicBezTo>
                  <a:cubicBezTo>
                    <a:pt x="256" y="6"/>
                    <a:pt x="254" y="3"/>
                    <a:pt x="251" y="0"/>
                  </a:cubicBezTo>
                  <a:cubicBezTo>
                    <a:pt x="272" y="67"/>
                    <a:pt x="228" y="86"/>
                    <a:pt x="204" y="92"/>
                  </a:cubicBezTo>
                  <a:cubicBezTo>
                    <a:pt x="193" y="96"/>
                    <a:pt x="146" y="97"/>
                    <a:pt x="121" y="129"/>
                  </a:cubicBezTo>
                  <a:cubicBezTo>
                    <a:pt x="111" y="143"/>
                    <a:pt x="97" y="194"/>
                    <a:pt x="92" y="220"/>
                  </a:cubicBezTo>
                  <a:cubicBezTo>
                    <a:pt x="88" y="246"/>
                    <a:pt x="63" y="350"/>
                    <a:pt x="55" y="389"/>
                  </a:cubicBezTo>
                  <a:cubicBezTo>
                    <a:pt x="48" y="424"/>
                    <a:pt x="42" y="464"/>
                    <a:pt x="38" y="481"/>
                  </a:cubicBezTo>
                  <a:cubicBezTo>
                    <a:pt x="35" y="498"/>
                    <a:pt x="19" y="543"/>
                    <a:pt x="20" y="633"/>
                  </a:cubicBezTo>
                  <a:cubicBezTo>
                    <a:pt x="20" y="649"/>
                    <a:pt x="19" y="686"/>
                    <a:pt x="21" y="710"/>
                  </a:cubicBezTo>
                  <a:cubicBezTo>
                    <a:pt x="24" y="740"/>
                    <a:pt x="19" y="806"/>
                    <a:pt x="15" y="821"/>
                  </a:cubicBezTo>
                  <a:cubicBezTo>
                    <a:pt x="9" y="840"/>
                    <a:pt x="5" y="872"/>
                    <a:pt x="2" y="876"/>
                  </a:cubicBezTo>
                  <a:cubicBezTo>
                    <a:pt x="0" y="881"/>
                    <a:pt x="5" y="887"/>
                    <a:pt x="7" y="892"/>
                  </a:cubicBezTo>
                  <a:cubicBezTo>
                    <a:pt x="10" y="896"/>
                    <a:pt x="9" y="901"/>
                    <a:pt x="13" y="908"/>
                  </a:cubicBezTo>
                  <a:cubicBezTo>
                    <a:pt x="15" y="913"/>
                    <a:pt x="23" y="924"/>
                    <a:pt x="27" y="930"/>
                  </a:cubicBezTo>
                  <a:cubicBezTo>
                    <a:pt x="31" y="936"/>
                    <a:pt x="47" y="943"/>
                    <a:pt x="60" y="947"/>
                  </a:cubicBezTo>
                  <a:cubicBezTo>
                    <a:pt x="69" y="950"/>
                    <a:pt x="85" y="958"/>
                    <a:pt x="86" y="954"/>
                  </a:cubicBezTo>
                  <a:cubicBezTo>
                    <a:pt x="89" y="946"/>
                    <a:pt x="86" y="940"/>
                    <a:pt x="79" y="937"/>
                  </a:cubicBezTo>
                  <a:cubicBezTo>
                    <a:pt x="75" y="935"/>
                    <a:pt x="85" y="942"/>
                    <a:pt x="87" y="935"/>
                  </a:cubicBezTo>
                  <a:cubicBezTo>
                    <a:pt x="88" y="933"/>
                    <a:pt x="88" y="932"/>
                    <a:pt x="86" y="929"/>
                  </a:cubicBezTo>
                  <a:cubicBezTo>
                    <a:pt x="88" y="924"/>
                    <a:pt x="87" y="924"/>
                    <a:pt x="83" y="920"/>
                  </a:cubicBezTo>
                  <a:cubicBezTo>
                    <a:pt x="89" y="919"/>
                    <a:pt x="88" y="896"/>
                    <a:pt x="85" y="885"/>
                  </a:cubicBezTo>
                  <a:cubicBezTo>
                    <a:pt x="86" y="877"/>
                    <a:pt x="86" y="849"/>
                    <a:pt x="79" y="830"/>
                  </a:cubicBezTo>
                  <a:cubicBezTo>
                    <a:pt x="75" y="819"/>
                    <a:pt x="71" y="809"/>
                    <a:pt x="71" y="802"/>
                  </a:cubicBezTo>
                  <a:cubicBezTo>
                    <a:pt x="67" y="785"/>
                    <a:pt x="82" y="666"/>
                    <a:pt x="94" y="632"/>
                  </a:cubicBezTo>
                  <a:cubicBezTo>
                    <a:pt x="117" y="562"/>
                    <a:pt x="115" y="503"/>
                    <a:pt x="118" y="491"/>
                  </a:cubicBezTo>
                  <a:cubicBezTo>
                    <a:pt x="120" y="478"/>
                    <a:pt x="157" y="308"/>
                    <a:pt x="161" y="279"/>
                  </a:cubicBezTo>
                  <a:cubicBezTo>
                    <a:pt x="159" y="383"/>
                    <a:pt x="159" y="383"/>
                    <a:pt x="159" y="383"/>
                  </a:cubicBezTo>
                  <a:cubicBezTo>
                    <a:pt x="161" y="418"/>
                    <a:pt x="159" y="464"/>
                    <a:pt x="160" y="483"/>
                  </a:cubicBezTo>
                  <a:cubicBezTo>
                    <a:pt x="162" y="508"/>
                    <a:pt x="155" y="522"/>
                    <a:pt x="158" y="566"/>
                  </a:cubicBezTo>
                  <a:cubicBezTo>
                    <a:pt x="159" y="590"/>
                    <a:pt x="155" y="641"/>
                    <a:pt x="145" y="697"/>
                  </a:cubicBezTo>
                  <a:cubicBezTo>
                    <a:pt x="135" y="742"/>
                    <a:pt x="140" y="773"/>
                    <a:pt x="138" y="855"/>
                  </a:cubicBezTo>
                  <a:cubicBezTo>
                    <a:pt x="137" y="912"/>
                    <a:pt x="140" y="949"/>
                    <a:pt x="147" y="1017"/>
                  </a:cubicBezTo>
                  <a:cubicBezTo>
                    <a:pt x="154" y="1074"/>
                    <a:pt x="171" y="1144"/>
                    <a:pt x="179" y="1186"/>
                  </a:cubicBezTo>
                  <a:cubicBezTo>
                    <a:pt x="187" y="1227"/>
                    <a:pt x="180" y="1246"/>
                    <a:pt x="182" y="1273"/>
                  </a:cubicBezTo>
                  <a:cubicBezTo>
                    <a:pt x="184" y="1300"/>
                    <a:pt x="170" y="1402"/>
                    <a:pt x="192" y="1495"/>
                  </a:cubicBezTo>
                  <a:cubicBezTo>
                    <a:pt x="210" y="1570"/>
                    <a:pt x="218" y="1623"/>
                    <a:pt x="222" y="1641"/>
                  </a:cubicBezTo>
                  <a:cubicBezTo>
                    <a:pt x="231" y="1681"/>
                    <a:pt x="223" y="1685"/>
                    <a:pt x="227" y="1705"/>
                  </a:cubicBezTo>
                  <a:cubicBezTo>
                    <a:pt x="231" y="1725"/>
                    <a:pt x="231" y="1722"/>
                    <a:pt x="220" y="1742"/>
                  </a:cubicBezTo>
                  <a:cubicBezTo>
                    <a:pt x="210" y="1754"/>
                    <a:pt x="194" y="1781"/>
                    <a:pt x="188" y="1787"/>
                  </a:cubicBezTo>
                  <a:cubicBezTo>
                    <a:pt x="183" y="1793"/>
                    <a:pt x="186" y="1800"/>
                    <a:pt x="188" y="1803"/>
                  </a:cubicBezTo>
                  <a:cubicBezTo>
                    <a:pt x="184" y="1813"/>
                    <a:pt x="196" y="1818"/>
                    <a:pt x="200" y="1818"/>
                  </a:cubicBezTo>
                  <a:cubicBezTo>
                    <a:pt x="199" y="1828"/>
                    <a:pt x="221" y="1827"/>
                    <a:pt x="226" y="1823"/>
                  </a:cubicBezTo>
                  <a:cubicBezTo>
                    <a:pt x="232" y="1828"/>
                    <a:pt x="249" y="1828"/>
                    <a:pt x="256" y="1821"/>
                  </a:cubicBezTo>
                  <a:cubicBezTo>
                    <a:pt x="266" y="1830"/>
                    <a:pt x="285" y="1830"/>
                    <a:pt x="297" y="1819"/>
                  </a:cubicBezTo>
                  <a:cubicBezTo>
                    <a:pt x="309" y="1808"/>
                    <a:pt x="310" y="1797"/>
                    <a:pt x="309" y="1786"/>
                  </a:cubicBezTo>
                  <a:cubicBezTo>
                    <a:pt x="307" y="1776"/>
                    <a:pt x="310" y="1772"/>
                    <a:pt x="313" y="1759"/>
                  </a:cubicBezTo>
                  <a:cubicBezTo>
                    <a:pt x="315" y="1746"/>
                    <a:pt x="317" y="1735"/>
                    <a:pt x="312" y="1725"/>
                  </a:cubicBezTo>
                  <a:cubicBezTo>
                    <a:pt x="306" y="1716"/>
                    <a:pt x="306" y="1712"/>
                    <a:pt x="306" y="1702"/>
                  </a:cubicBezTo>
                  <a:cubicBezTo>
                    <a:pt x="306" y="1692"/>
                    <a:pt x="310" y="1678"/>
                    <a:pt x="303" y="1666"/>
                  </a:cubicBezTo>
                  <a:cubicBezTo>
                    <a:pt x="297" y="1654"/>
                    <a:pt x="289" y="1625"/>
                    <a:pt x="290" y="1594"/>
                  </a:cubicBezTo>
                  <a:cubicBezTo>
                    <a:pt x="291" y="1563"/>
                    <a:pt x="317" y="1387"/>
                    <a:pt x="306" y="1327"/>
                  </a:cubicBezTo>
                  <a:cubicBezTo>
                    <a:pt x="295" y="1267"/>
                    <a:pt x="299" y="1255"/>
                    <a:pt x="302" y="1235"/>
                  </a:cubicBezTo>
                  <a:cubicBezTo>
                    <a:pt x="305" y="1214"/>
                    <a:pt x="311" y="1181"/>
                    <a:pt x="305" y="1138"/>
                  </a:cubicBezTo>
                  <a:cubicBezTo>
                    <a:pt x="303" y="1121"/>
                    <a:pt x="304" y="1051"/>
                    <a:pt x="304" y="981"/>
                  </a:cubicBezTo>
                  <a:cubicBezTo>
                    <a:pt x="305" y="935"/>
                    <a:pt x="306" y="878"/>
                    <a:pt x="305" y="863"/>
                  </a:cubicBezTo>
                  <a:cubicBezTo>
                    <a:pt x="305" y="862"/>
                    <a:pt x="305" y="862"/>
                    <a:pt x="305" y="862"/>
                  </a:cubicBezTo>
                  <a:cubicBezTo>
                    <a:pt x="309" y="863"/>
                    <a:pt x="312" y="864"/>
                    <a:pt x="316" y="864"/>
                  </a:cubicBezTo>
                  <a:cubicBezTo>
                    <a:pt x="316" y="864"/>
                    <a:pt x="316" y="864"/>
                    <a:pt x="316" y="864"/>
                  </a:cubicBezTo>
                  <a:cubicBezTo>
                    <a:pt x="320" y="864"/>
                    <a:pt x="325" y="863"/>
                    <a:pt x="329" y="861"/>
                  </a:cubicBezTo>
                  <a:cubicBezTo>
                    <a:pt x="328" y="863"/>
                    <a:pt x="328" y="863"/>
                    <a:pt x="328" y="863"/>
                  </a:cubicBezTo>
                  <a:cubicBezTo>
                    <a:pt x="326" y="873"/>
                    <a:pt x="329" y="935"/>
                    <a:pt x="329" y="981"/>
                  </a:cubicBezTo>
                  <a:cubicBezTo>
                    <a:pt x="330" y="1051"/>
                    <a:pt x="330" y="1121"/>
                    <a:pt x="328" y="1138"/>
                  </a:cubicBezTo>
                  <a:cubicBezTo>
                    <a:pt x="322" y="1181"/>
                    <a:pt x="329" y="1214"/>
                    <a:pt x="331" y="1235"/>
                  </a:cubicBezTo>
                  <a:cubicBezTo>
                    <a:pt x="334" y="1255"/>
                    <a:pt x="338" y="1267"/>
                    <a:pt x="328" y="1327"/>
                  </a:cubicBezTo>
                  <a:cubicBezTo>
                    <a:pt x="317" y="1387"/>
                    <a:pt x="342" y="1563"/>
                    <a:pt x="343" y="1594"/>
                  </a:cubicBezTo>
                  <a:cubicBezTo>
                    <a:pt x="345" y="1625"/>
                    <a:pt x="337" y="1654"/>
                    <a:pt x="330" y="1666"/>
                  </a:cubicBezTo>
                  <a:cubicBezTo>
                    <a:pt x="324" y="1678"/>
                    <a:pt x="328" y="1692"/>
                    <a:pt x="328" y="1702"/>
                  </a:cubicBezTo>
                  <a:cubicBezTo>
                    <a:pt x="328" y="1712"/>
                    <a:pt x="327" y="1716"/>
                    <a:pt x="322" y="1725"/>
                  </a:cubicBezTo>
                  <a:cubicBezTo>
                    <a:pt x="316" y="1735"/>
                    <a:pt x="318" y="1746"/>
                    <a:pt x="321" y="1759"/>
                  </a:cubicBezTo>
                  <a:cubicBezTo>
                    <a:pt x="324" y="1772"/>
                    <a:pt x="326" y="1776"/>
                    <a:pt x="325" y="1786"/>
                  </a:cubicBezTo>
                  <a:cubicBezTo>
                    <a:pt x="324" y="1797"/>
                    <a:pt x="325" y="1808"/>
                    <a:pt x="337" y="1819"/>
                  </a:cubicBezTo>
                  <a:cubicBezTo>
                    <a:pt x="349" y="1830"/>
                    <a:pt x="367" y="1830"/>
                    <a:pt x="378" y="1821"/>
                  </a:cubicBezTo>
                  <a:cubicBezTo>
                    <a:pt x="384" y="1828"/>
                    <a:pt x="401" y="1828"/>
                    <a:pt x="407" y="1823"/>
                  </a:cubicBezTo>
                  <a:cubicBezTo>
                    <a:pt x="413" y="1827"/>
                    <a:pt x="435" y="1828"/>
                    <a:pt x="434" y="1818"/>
                  </a:cubicBezTo>
                  <a:cubicBezTo>
                    <a:pt x="438" y="1818"/>
                    <a:pt x="449" y="1813"/>
                    <a:pt x="445" y="1803"/>
                  </a:cubicBezTo>
                  <a:cubicBezTo>
                    <a:pt x="448" y="1800"/>
                    <a:pt x="451" y="1793"/>
                    <a:pt x="445" y="1787"/>
                  </a:cubicBezTo>
                  <a:cubicBezTo>
                    <a:pt x="440" y="1781"/>
                    <a:pt x="423" y="1754"/>
                    <a:pt x="413" y="1742"/>
                  </a:cubicBezTo>
                  <a:cubicBezTo>
                    <a:pt x="402" y="1722"/>
                    <a:pt x="403" y="1725"/>
                    <a:pt x="407" y="1705"/>
                  </a:cubicBezTo>
                  <a:cubicBezTo>
                    <a:pt x="411" y="1685"/>
                    <a:pt x="402" y="1681"/>
                    <a:pt x="412" y="1641"/>
                  </a:cubicBezTo>
                  <a:cubicBezTo>
                    <a:pt x="416" y="1623"/>
                    <a:pt x="425" y="1578"/>
                    <a:pt x="441" y="1501"/>
                  </a:cubicBezTo>
                  <a:cubicBezTo>
                    <a:pt x="456" y="1425"/>
                    <a:pt x="449" y="1300"/>
                    <a:pt x="451" y="1273"/>
                  </a:cubicBezTo>
                  <a:cubicBezTo>
                    <a:pt x="453" y="1246"/>
                    <a:pt x="445" y="1229"/>
                    <a:pt x="453" y="1187"/>
                  </a:cubicBezTo>
                  <a:cubicBezTo>
                    <a:pt x="461" y="1146"/>
                    <a:pt x="474" y="1072"/>
                    <a:pt x="482" y="1015"/>
                  </a:cubicBezTo>
                  <a:cubicBezTo>
                    <a:pt x="495" y="932"/>
                    <a:pt x="494" y="909"/>
                    <a:pt x="497" y="865"/>
                  </a:cubicBezTo>
                  <a:cubicBezTo>
                    <a:pt x="503" y="777"/>
                    <a:pt x="499" y="748"/>
                    <a:pt x="493" y="701"/>
                  </a:cubicBezTo>
                  <a:cubicBezTo>
                    <a:pt x="483" y="645"/>
                    <a:pt x="482" y="591"/>
                    <a:pt x="482" y="567"/>
                  </a:cubicBezTo>
                  <a:cubicBezTo>
                    <a:pt x="482" y="537"/>
                    <a:pt x="470" y="515"/>
                    <a:pt x="471" y="490"/>
                  </a:cubicBezTo>
                  <a:cubicBezTo>
                    <a:pt x="472" y="471"/>
                    <a:pt x="471" y="307"/>
                    <a:pt x="465" y="259"/>
                  </a:cubicBezTo>
                  <a:cubicBezTo>
                    <a:pt x="493" y="383"/>
                    <a:pt x="493" y="383"/>
                    <a:pt x="493" y="383"/>
                  </a:cubicBezTo>
                  <a:cubicBezTo>
                    <a:pt x="497" y="412"/>
                    <a:pt x="513" y="478"/>
                    <a:pt x="516" y="491"/>
                  </a:cubicBezTo>
                  <a:cubicBezTo>
                    <a:pt x="518" y="503"/>
                    <a:pt x="519" y="563"/>
                    <a:pt x="542" y="633"/>
                  </a:cubicBezTo>
                  <a:cubicBezTo>
                    <a:pt x="554" y="666"/>
                    <a:pt x="566" y="785"/>
                    <a:pt x="563" y="802"/>
                  </a:cubicBezTo>
                  <a:cubicBezTo>
                    <a:pt x="563" y="809"/>
                    <a:pt x="561" y="820"/>
                    <a:pt x="556" y="831"/>
                  </a:cubicBezTo>
                  <a:cubicBezTo>
                    <a:pt x="550" y="850"/>
                    <a:pt x="548" y="877"/>
                    <a:pt x="549" y="885"/>
                  </a:cubicBezTo>
                  <a:cubicBezTo>
                    <a:pt x="547" y="896"/>
                    <a:pt x="540" y="916"/>
                    <a:pt x="550" y="920"/>
                  </a:cubicBezTo>
                  <a:cubicBezTo>
                    <a:pt x="547" y="924"/>
                    <a:pt x="546" y="924"/>
                    <a:pt x="547" y="929"/>
                  </a:cubicBezTo>
                  <a:cubicBezTo>
                    <a:pt x="546" y="932"/>
                    <a:pt x="545" y="933"/>
                    <a:pt x="546" y="935"/>
                  </a:cubicBezTo>
                  <a:cubicBezTo>
                    <a:pt x="549" y="942"/>
                    <a:pt x="560" y="934"/>
                    <a:pt x="556" y="936"/>
                  </a:cubicBezTo>
                  <a:cubicBezTo>
                    <a:pt x="549" y="940"/>
                    <a:pt x="544" y="946"/>
                    <a:pt x="547" y="954"/>
                  </a:cubicBezTo>
                  <a:cubicBezTo>
                    <a:pt x="549" y="958"/>
                    <a:pt x="565" y="950"/>
                    <a:pt x="574" y="947"/>
                  </a:cubicBezTo>
                  <a:cubicBezTo>
                    <a:pt x="586" y="943"/>
                    <a:pt x="602" y="936"/>
                    <a:pt x="606" y="930"/>
                  </a:cubicBezTo>
                  <a:cubicBezTo>
                    <a:pt x="610" y="924"/>
                    <a:pt x="618" y="913"/>
                    <a:pt x="621" y="908"/>
                  </a:cubicBezTo>
                  <a:cubicBezTo>
                    <a:pt x="624" y="901"/>
                    <a:pt x="624" y="896"/>
                    <a:pt x="626" y="892"/>
                  </a:cubicBezTo>
                  <a:cubicBezTo>
                    <a:pt x="629" y="887"/>
                    <a:pt x="634" y="881"/>
                    <a:pt x="631" y="876"/>
                  </a:cubicBezTo>
                </a:path>
              </a:pathLst>
            </a:custGeom>
            <a:solidFill>
              <a:srgbClr val="FEF3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9939" name="Freeform 618">
              <a:extLst>
                <a:ext uri="{FF2B5EF4-FFF2-40B4-BE49-F238E27FC236}">
                  <a16:creationId xmlns:a16="http://schemas.microsoft.com/office/drawing/2014/main" id="{D12BE1BF-4C13-46FD-A603-CA22DA6ED5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4" y="1245"/>
              <a:ext cx="36" cy="100"/>
            </a:xfrm>
            <a:custGeom>
              <a:avLst/>
              <a:gdLst>
                <a:gd name="T0" fmla="*/ 31 w 23"/>
                <a:gd name="T1" fmla="*/ 0 h 65"/>
                <a:gd name="T2" fmla="*/ 34 w 23"/>
                <a:gd name="T3" fmla="*/ 28 h 65"/>
                <a:gd name="T4" fmla="*/ 42 w 23"/>
                <a:gd name="T5" fmla="*/ 100 h 65"/>
                <a:gd name="T6" fmla="*/ 61 w 23"/>
                <a:gd name="T7" fmla="*/ 171 h 65"/>
                <a:gd name="T8" fmla="*/ 88 w 23"/>
                <a:gd name="T9" fmla="*/ 237 h 65"/>
                <a:gd name="T10" fmla="*/ 20 w 23"/>
                <a:gd name="T11" fmla="*/ 100 h 65"/>
                <a:gd name="T12" fmla="*/ 0 w 23"/>
                <a:gd name="T13" fmla="*/ 34 h 6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65">
                  <a:moveTo>
                    <a:pt x="8" y="0"/>
                  </a:moveTo>
                  <a:cubicBezTo>
                    <a:pt x="8" y="3"/>
                    <a:pt x="9" y="6"/>
                    <a:pt x="9" y="8"/>
                  </a:cubicBezTo>
                  <a:cubicBezTo>
                    <a:pt x="9" y="14"/>
                    <a:pt x="10" y="21"/>
                    <a:pt x="11" y="27"/>
                  </a:cubicBezTo>
                  <a:cubicBezTo>
                    <a:pt x="12" y="34"/>
                    <a:pt x="14" y="40"/>
                    <a:pt x="16" y="47"/>
                  </a:cubicBezTo>
                  <a:cubicBezTo>
                    <a:pt x="18" y="53"/>
                    <a:pt x="21" y="59"/>
                    <a:pt x="23" y="65"/>
                  </a:cubicBezTo>
                  <a:cubicBezTo>
                    <a:pt x="11" y="59"/>
                    <a:pt x="7" y="39"/>
                    <a:pt x="5" y="27"/>
                  </a:cubicBezTo>
                  <a:cubicBezTo>
                    <a:pt x="4" y="24"/>
                    <a:pt x="3" y="14"/>
                    <a:pt x="0" y="9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9940" name="Freeform 619">
              <a:extLst>
                <a:ext uri="{FF2B5EF4-FFF2-40B4-BE49-F238E27FC236}">
                  <a16:creationId xmlns:a16="http://schemas.microsoft.com/office/drawing/2014/main" id="{9802FA9E-CC5E-4EB6-B46B-7A118A0E3F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2" y="1362"/>
              <a:ext cx="170" cy="17"/>
            </a:xfrm>
            <a:custGeom>
              <a:avLst/>
              <a:gdLst>
                <a:gd name="T0" fmla="*/ 5 w 110"/>
                <a:gd name="T1" fmla="*/ 34 h 11"/>
                <a:gd name="T2" fmla="*/ 198 w 110"/>
                <a:gd name="T3" fmla="*/ 26 h 11"/>
                <a:gd name="T4" fmla="*/ 406 w 110"/>
                <a:gd name="T5" fmla="*/ 14 h 11"/>
                <a:gd name="T6" fmla="*/ 360 w 110"/>
                <a:gd name="T7" fmla="*/ 8 h 11"/>
                <a:gd name="T8" fmla="*/ 250 w 110"/>
                <a:gd name="T9" fmla="*/ 8 h 11"/>
                <a:gd name="T10" fmla="*/ 110 w 110"/>
                <a:gd name="T11" fmla="*/ 0 h 11"/>
                <a:gd name="T12" fmla="*/ 0 w 110"/>
                <a:gd name="T13" fmla="*/ 40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0" h="11">
                  <a:moveTo>
                    <a:pt x="1" y="9"/>
                  </a:moveTo>
                  <a:cubicBezTo>
                    <a:pt x="18" y="3"/>
                    <a:pt x="37" y="5"/>
                    <a:pt x="54" y="7"/>
                  </a:cubicBezTo>
                  <a:cubicBezTo>
                    <a:pt x="73" y="10"/>
                    <a:pt x="91" y="6"/>
                    <a:pt x="110" y="4"/>
                  </a:cubicBezTo>
                  <a:cubicBezTo>
                    <a:pt x="107" y="1"/>
                    <a:pt x="102" y="2"/>
                    <a:pt x="98" y="2"/>
                  </a:cubicBezTo>
                  <a:cubicBezTo>
                    <a:pt x="88" y="2"/>
                    <a:pt x="78" y="2"/>
                    <a:pt x="68" y="2"/>
                  </a:cubicBezTo>
                  <a:cubicBezTo>
                    <a:pt x="54" y="3"/>
                    <a:pt x="44" y="0"/>
                    <a:pt x="30" y="0"/>
                  </a:cubicBezTo>
                  <a:cubicBezTo>
                    <a:pt x="22" y="1"/>
                    <a:pt x="3" y="2"/>
                    <a:pt x="0" y="11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9941" name="Freeform 620">
              <a:extLst>
                <a:ext uri="{FF2B5EF4-FFF2-40B4-BE49-F238E27FC236}">
                  <a16:creationId xmlns:a16="http://schemas.microsoft.com/office/drawing/2014/main" id="{C5D77ED1-F315-4060-B8FC-C84714501D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8" y="1387"/>
              <a:ext cx="34" cy="40"/>
            </a:xfrm>
            <a:custGeom>
              <a:avLst/>
              <a:gdLst>
                <a:gd name="T0" fmla="*/ 0 w 22"/>
                <a:gd name="T1" fmla="*/ 0 h 26"/>
                <a:gd name="T2" fmla="*/ 34 w 22"/>
                <a:gd name="T3" fmla="*/ 75 h 26"/>
                <a:gd name="T4" fmla="*/ 82 w 22"/>
                <a:gd name="T5" fmla="*/ 35 h 26"/>
                <a:gd name="T6" fmla="*/ 56 w 22"/>
                <a:gd name="T7" fmla="*/ 48 h 26"/>
                <a:gd name="T8" fmla="*/ 12 w 22"/>
                <a:gd name="T9" fmla="*/ 0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6">
                  <a:moveTo>
                    <a:pt x="0" y="0"/>
                  </a:moveTo>
                  <a:cubicBezTo>
                    <a:pt x="1" y="5"/>
                    <a:pt x="4" y="17"/>
                    <a:pt x="9" y="21"/>
                  </a:cubicBezTo>
                  <a:cubicBezTo>
                    <a:pt x="14" y="26"/>
                    <a:pt x="22" y="17"/>
                    <a:pt x="22" y="10"/>
                  </a:cubicBezTo>
                  <a:cubicBezTo>
                    <a:pt x="20" y="12"/>
                    <a:pt x="18" y="13"/>
                    <a:pt x="15" y="13"/>
                  </a:cubicBezTo>
                  <a:cubicBezTo>
                    <a:pt x="11" y="13"/>
                    <a:pt x="2" y="4"/>
                    <a:pt x="3" y="0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9942" name="Freeform 621">
              <a:extLst>
                <a:ext uri="{FF2B5EF4-FFF2-40B4-BE49-F238E27FC236}">
                  <a16:creationId xmlns:a16="http://schemas.microsoft.com/office/drawing/2014/main" id="{13991745-1CCE-4C01-BD1B-9653F3C73DE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4" y="2108"/>
              <a:ext cx="19" cy="19"/>
            </a:xfrm>
            <a:custGeom>
              <a:avLst/>
              <a:gdLst>
                <a:gd name="T0" fmla="*/ 0 w 12"/>
                <a:gd name="T1" fmla="*/ 33 h 12"/>
                <a:gd name="T2" fmla="*/ 48 w 12"/>
                <a:gd name="T3" fmla="*/ 33 h 12"/>
                <a:gd name="T4" fmla="*/ 35 w 12"/>
                <a:gd name="T5" fmla="*/ 8 h 12"/>
                <a:gd name="T6" fmla="*/ 8 w 12"/>
                <a:gd name="T7" fmla="*/ 8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2">
                  <a:moveTo>
                    <a:pt x="0" y="8"/>
                  </a:moveTo>
                  <a:cubicBezTo>
                    <a:pt x="2" y="11"/>
                    <a:pt x="9" y="12"/>
                    <a:pt x="12" y="8"/>
                  </a:cubicBezTo>
                  <a:cubicBezTo>
                    <a:pt x="12" y="7"/>
                    <a:pt x="11" y="3"/>
                    <a:pt x="9" y="2"/>
                  </a:cubicBezTo>
                  <a:cubicBezTo>
                    <a:pt x="7" y="0"/>
                    <a:pt x="5" y="1"/>
                    <a:pt x="2" y="2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9943" name="Freeform 622">
              <a:extLst>
                <a:ext uri="{FF2B5EF4-FFF2-40B4-BE49-F238E27FC236}">
                  <a16:creationId xmlns:a16="http://schemas.microsoft.com/office/drawing/2014/main" id="{BCE9BAB6-95AC-44DF-9DF3-A4277F7902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0" y="2466"/>
              <a:ext cx="143" cy="61"/>
            </a:xfrm>
            <a:custGeom>
              <a:avLst/>
              <a:gdLst>
                <a:gd name="T0" fmla="*/ 8 w 92"/>
                <a:gd name="T1" fmla="*/ 69 h 39"/>
                <a:gd name="T2" fmla="*/ 176 w 92"/>
                <a:gd name="T3" fmla="*/ 144 h 39"/>
                <a:gd name="T4" fmla="*/ 263 w 92"/>
                <a:gd name="T5" fmla="*/ 116 h 39"/>
                <a:gd name="T6" fmla="*/ 345 w 92"/>
                <a:gd name="T7" fmla="*/ 0 h 39"/>
                <a:gd name="T8" fmla="*/ 292 w 92"/>
                <a:gd name="T9" fmla="*/ 47 h 39"/>
                <a:gd name="T10" fmla="*/ 188 w 92"/>
                <a:gd name="T11" fmla="*/ 83 h 39"/>
                <a:gd name="T12" fmla="*/ 82 w 92"/>
                <a:gd name="T13" fmla="*/ 56 h 39"/>
                <a:gd name="T14" fmla="*/ 0 w 92"/>
                <a:gd name="T15" fmla="*/ 34 h 3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2" h="39">
                  <a:moveTo>
                    <a:pt x="2" y="18"/>
                  </a:moveTo>
                  <a:cubicBezTo>
                    <a:pt x="16" y="29"/>
                    <a:pt x="28" y="39"/>
                    <a:pt x="47" y="38"/>
                  </a:cubicBezTo>
                  <a:cubicBezTo>
                    <a:pt x="55" y="38"/>
                    <a:pt x="64" y="36"/>
                    <a:pt x="70" y="30"/>
                  </a:cubicBezTo>
                  <a:cubicBezTo>
                    <a:pt x="78" y="23"/>
                    <a:pt x="90" y="10"/>
                    <a:pt x="92" y="0"/>
                  </a:cubicBezTo>
                  <a:cubicBezTo>
                    <a:pt x="86" y="1"/>
                    <a:pt x="82" y="8"/>
                    <a:pt x="78" y="12"/>
                  </a:cubicBezTo>
                  <a:cubicBezTo>
                    <a:pt x="70" y="19"/>
                    <a:pt x="61" y="22"/>
                    <a:pt x="50" y="22"/>
                  </a:cubicBezTo>
                  <a:cubicBezTo>
                    <a:pt x="39" y="22"/>
                    <a:pt x="31" y="18"/>
                    <a:pt x="22" y="15"/>
                  </a:cubicBezTo>
                  <a:cubicBezTo>
                    <a:pt x="15" y="14"/>
                    <a:pt x="3" y="15"/>
                    <a:pt x="0" y="9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9944" name="Freeform 623">
              <a:extLst>
                <a:ext uri="{FF2B5EF4-FFF2-40B4-BE49-F238E27FC236}">
                  <a16:creationId xmlns:a16="http://schemas.microsoft.com/office/drawing/2014/main" id="{47013070-DEE6-47D4-8BDE-7E253FF0EA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2" y="2513"/>
              <a:ext cx="55" cy="589"/>
            </a:xfrm>
            <a:custGeom>
              <a:avLst/>
              <a:gdLst>
                <a:gd name="T0" fmla="*/ 0 w 35"/>
                <a:gd name="T1" fmla="*/ 0 h 382"/>
                <a:gd name="T2" fmla="*/ 129 w 35"/>
                <a:gd name="T3" fmla="*/ 128 h 382"/>
                <a:gd name="T4" fmla="*/ 96 w 35"/>
                <a:gd name="T5" fmla="*/ 589 h 382"/>
                <a:gd name="T6" fmla="*/ 101 w 35"/>
                <a:gd name="T7" fmla="*/ 1044 h 382"/>
                <a:gd name="T8" fmla="*/ 77 w 35"/>
                <a:gd name="T9" fmla="*/ 1400 h 382"/>
                <a:gd name="T10" fmla="*/ 60 w 35"/>
                <a:gd name="T11" fmla="*/ 1035 h 382"/>
                <a:gd name="T12" fmla="*/ 22 w 35"/>
                <a:gd name="T13" fmla="*/ 352 h 382"/>
                <a:gd name="T14" fmla="*/ 0 w 35"/>
                <a:gd name="T15" fmla="*/ 0 h 38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5" h="382">
                  <a:moveTo>
                    <a:pt x="0" y="0"/>
                  </a:moveTo>
                  <a:cubicBezTo>
                    <a:pt x="15" y="11"/>
                    <a:pt x="33" y="10"/>
                    <a:pt x="33" y="35"/>
                  </a:cubicBezTo>
                  <a:cubicBezTo>
                    <a:pt x="33" y="60"/>
                    <a:pt x="24" y="110"/>
                    <a:pt x="25" y="161"/>
                  </a:cubicBezTo>
                  <a:cubicBezTo>
                    <a:pt x="26" y="212"/>
                    <a:pt x="25" y="262"/>
                    <a:pt x="26" y="285"/>
                  </a:cubicBezTo>
                  <a:cubicBezTo>
                    <a:pt x="27" y="308"/>
                    <a:pt x="35" y="334"/>
                    <a:pt x="20" y="382"/>
                  </a:cubicBezTo>
                  <a:cubicBezTo>
                    <a:pt x="25" y="363"/>
                    <a:pt x="25" y="315"/>
                    <a:pt x="15" y="282"/>
                  </a:cubicBezTo>
                  <a:cubicBezTo>
                    <a:pt x="5" y="249"/>
                    <a:pt x="3" y="130"/>
                    <a:pt x="6" y="96"/>
                  </a:cubicBezTo>
                  <a:cubicBezTo>
                    <a:pt x="9" y="61"/>
                    <a:pt x="13" y="14"/>
                    <a:pt x="0" y="0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9945" name="Freeform 624">
              <a:extLst>
                <a:ext uri="{FF2B5EF4-FFF2-40B4-BE49-F238E27FC236}">
                  <a16:creationId xmlns:a16="http://schemas.microsoft.com/office/drawing/2014/main" id="{76F8EC87-4F3B-4036-B727-3938F458A76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9" y="3234"/>
              <a:ext cx="42" cy="458"/>
            </a:xfrm>
            <a:custGeom>
              <a:avLst/>
              <a:gdLst>
                <a:gd name="T0" fmla="*/ 73 w 27"/>
                <a:gd name="T1" fmla="*/ 0 h 297"/>
                <a:gd name="T2" fmla="*/ 62 w 27"/>
                <a:gd name="T3" fmla="*/ 557 h 297"/>
                <a:gd name="T4" fmla="*/ 19 w 27"/>
                <a:gd name="T5" fmla="*/ 1089 h 297"/>
                <a:gd name="T6" fmla="*/ 73 w 27"/>
                <a:gd name="T7" fmla="*/ 0 h 29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297">
                  <a:moveTo>
                    <a:pt x="19" y="0"/>
                  </a:moveTo>
                  <a:cubicBezTo>
                    <a:pt x="24" y="28"/>
                    <a:pt x="27" y="84"/>
                    <a:pt x="17" y="152"/>
                  </a:cubicBezTo>
                  <a:cubicBezTo>
                    <a:pt x="7" y="219"/>
                    <a:pt x="4" y="271"/>
                    <a:pt x="5" y="297"/>
                  </a:cubicBezTo>
                  <a:cubicBezTo>
                    <a:pt x="0" y="253"/>
                    <a:pt x="16" y="71"/>
                    <a:pt x="19" y="0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9946" name="Freeform 625">
              <a:extLst>
                <a:ext uri="{FF2B5EF4-FFF2-40B4-BE49-F238E27FC236}">
                  <a16:creationId xmlns:a16="http://schemas.microsoft.com/office/drawing/2014/main" id="{2FBC01CB-08D2-44BE-8D4B-EA0CEBAC961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5" y="1378"/>
              <a:ext cx="128" cy="11"/>
            </a:xfrm>
            <a:custGeom>
              <a:avLst/>
              <a:gdLst>
                <a:gd name="T0" fmla="*/ 136 w 82"/>
                <a:gd name="T1" fmla="*/ 27 h 7"/>
                <a:gd name="T2" fmla="*/ 312 w 82"/>
                <a:gd name="T3" fmla="*/ 13 h 7"/>
                <a:gd name="T4" fmla="*/ 195 w 82"/>
                <a:gd name="T5" fmla="*/ 8 h 7"/>
                <a:gd name="T6" fmla="*/ 0 w 82"/>
                <a:gd name="T7" fmla="*/ 5 h 7"/>
                <a:gd name="T8" fmla="*/ 136 w 82"/>
                <a:gd name="T9" fmla="*/ 27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2" h="7">
                  <a:moveTo>
                    <a:pt x="36" y="7"/>
                  </a:moveTo>
                  <a:cubicBezTo>
                    <a:pt x="48" y="6"/>
                    <a:pt x="69" y="2"/>
                    <a:pt x="82" y="3"/>
                  </a:cubicBezTo>
                  <a:cubicBezTo>
                    <a:pt x="75" y="0"/>
                    <a:pt x="65" y="1"/>
                    <a:pt x="51" y="2"/>
                  </a:cubicBezTo>
                  <a:cubicBezTo>
                    <a:pt x="36" y="2"/>
                    <a:pt x="11" y="5"/>
                    <a:pt x="0" y="1"/>
                  </a:cubicBezTo>
                  <a:cubicBezTo>
                    <a:pt x="18" y="7"/>
                    <a:pt x="26" y="6"/>
                    <a:pt x="36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9947" name="Freeform 626">
              <a:extLst>
                <a:ext uri="{FF2B5EF4-FFF2-40B4-BE49-F238E27FC236}">
                  <a16:creationId xmlns:a16="http://schemas.microsoft.com/office/drawing/2014/main" id="{1910C94C-E6E3-4A3D-A54B-EE304C164AE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9" y="1378"/>
              <a:ext cx="127" cy="11"/>
            </a:xfrm>
            <a:custGeom>
              <a:avLst/>
              <a:gdLst>
                <a:gd name="T0" fmla="*/ 170 w 82"/>
                <a:gd name="T1" fmla="*/ 27 h 7"/>
                <a:gd name="T2" fmla="*/ 0 w 82"/>
                <a:gd name="T3" fmla="*/ 13 h 7"/>
                <a:gd name="T4" fmla="*/ 115 w 82"/>
                <a:gd name="T5" fmla="*/ 8 h 7"/>
                <a:gd name="T6" fmla="*/ 305 w 82"/>
                <a:gd name="T7" fmla="*/ 5 h 7"/>
                <a:gd name="T8" fmla="*/ 170 w 82"/>
                <a:gd name="T9" fmla="*/ 27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2" h="7">
                  <a:moveTo>
                    <a:pt x="46" y="7"/>
                  </a:moveTo>
                  <a:cubicBezTo>
                    <a:pt x="33" y="6"/>
                    <a:pt x="13" y="2"/>
                    <a:pt x="0" y="3"/>
                  </a:cubicBezTo>
                  <a:cubicBezTo>
                    <a:pt x="7" y="0"/>
                    <a:pt x="17" y="1"/>
                    <a:pt x="31" y="2"/>
                  </a:cubicBezTo>
                  <a:cubicBezTo>
                    <a:pt x="45" y="2"/>
                    <a:pt x="71" y="5"/>
                    <a:pt x="82" y="1"/>
                  </a:cubicBezTo>
                  <a:cubicBezTo>
                    <a:pt x="64" y="7"/>
                    <a:pt x="55" y="6"/>
                    <a:pt x="46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9948" name="Freeform 627">
              <a:extLst>
                <a:ext uri="{FF2B5EF4-FFF2-40B4-BE49-F238E27FC236}">
                  <a16:creationId xmlns:a16="http://schemas.microsoft.com/office/drawing/2014/main" id="{80986147-DA21-4270-967A-EC7F2AADBD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8" y="1259"/>
              <a:ext cx="46" cy="103"/>
            </a:xfrm>
            <a:custGeom>
              <a:avLst/>
              <a:gdLst>
                <a:gd name="T0" fmla="*/ 101 w 30"/>
                <a:gd name="T1" fmla="*/ 0 h 67"/>
                <a:gd name="T2" fmla="*/ 40 w 30"/>
                <a:gd name="T3" fmla="*/ 114 h 67"/>
                <a:gd name="T4" fmla="*/ 0 w 30"/>
                <a:gd name="T5" fmla="*/ 243 h 67"/>
                <a:gd name="T6" fmla="*/ 61 w 30"/>
                <a:gd name="T7" fmla="*/ 106 h 67"/>
                <a:gd name="T8" fmla="*/ 109 w 30"/>
                <a:gd name="T9" fmla="*/ 5 h 6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67">
                  <a:moveTo>
                    <a:pt x="28" y="0"/>
                  </a:moveTo>
                  <a:cubicBezTo>
                    <a:pt x="22" y="10"/>
                    <a:pt x="15" y="20"/>
                    <a:pt x="11" y="31"/>
                  </a:cubicBezTo>
                  <a:cubicBezTo>
                    <a:pt x="6" y="43"/>
                    <a:pt x="4" y="55"/>
                    <a:pt x="0" y="67"/>
                  </a:cubicBezTo>
                  <a:cubicBezTo>
                    <a:pt x="5" y="54"/>
                    <a:pt x="11" y="42"/>
                    <a:pt x="17" y="29"/>
                  </a:cubicBezTo>
                  <a:cubicBezTo>
                    <a:pt x="21" y="20"/>
                    <a:pt x="28" y="10"/>
                    <a:pt x="3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9949" name="Freeform 628">
              <a:extLst>
                <a:ext uri="{FF2B5EF4-FFF2-40B4-BE49-F238E27FC236}">
                  <a16:creationId xmlns:a16="http://schemas.microsoft.com/office/drawing/2014/main" id="{CD87E4F2-E023-4538-870B-0097BCEF8C8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4" y="1968"/>
              <a:ext cx="28" cy="342"/>
            </a:xfrm>
            <a:custGeom>
              <a:avLst/>
              <a:gdLst>
                <a:gd name="T0" fmla="*/ 39 w 18"/>
                <a:gd name="T1" fmla="*/ 324 h 222"/>
                <a:gd name="T2" fmla="*/ 8 w 18"/>
                <a:gd name="T3" fmla="*/ 812 h 222"/>
                <a:gd name="T4" fmla="*/ 5 w 18"/>
                <a:gd name="T5" fmla="*/ 522 h 222"/>
                <a:gd name="T6" fmla="*/ 68 w 18"/>
                <a:gd name="T7" fmla="*/ 0 h 222"/>
                <a:gd name="T8" fmla="*/ 39 w 18"/>
                <a:gd name="T9" fmla="*/ 324 h 2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222">
                  <a:moveTo>
                    <a:pt x="10" y="88"/>
                  </a:moveTo>
                  <a:cubicBezTo>
                    <a:pt x="8" y="104"/>
                    <a:pt x="4" y="194"/>
                    <a:pt x="2" y="222"/>
                  </a:cubicBezTo>
                  <a:cubicBezTo>
                    <a:pt x="2" y="222"/>
                    <a:pt x="0" y="200"/>
                    <a:pt x="1" y="143"/>
                  </a:cubicBezTo>
                  <a:cubicBezTo>
                    <a:pt x="2" y="86"/>
                    <a:pt x="5" y="28"/>
                    <a:pt x="18" y="0"/>
                  </a:cubicBezTo>
                  <a:cubicBezTo>
                    <a:pt x="14" y="12"/>
                    <a:pt x="12" y="63"/>
                    <a:pt x="10" y="8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9950" name="Freeform 629">
              <a:extLst>
                <a:ext uri="{FF2B5EF4-FFF2-40B4-BE49-F238E27FC236}">
                  <a16:creationId xmlns:a16="http://schemas.microsoft.com/office/drawing/2014/main" id="{0C238565-18DF-48ED-AF98-BB401CAEC2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4" y="1989"/>
              <a:ext cx="67" cy="366"/>
            </a:xfrm>
            <a:custGeom>
              <a:avLst/>
              <a:gdLst>
                <a:gd name="T0" fmla="*/ 157 w 43"/>
                <a:gd name="T1" fmla="*/ 0 h 237"/>
                <a:gd name="T2" fmla="*/ 108 w 43"/>
                <a:gd name="T3" fmla="*/ 406 h 237"/>
                <a:gd name="T4" fmla="*/ 0 w 43"/>
                <a:gd name="T5" fmla="*/ 873 h 237"/>
                <a:gd name="T6" fmla="*/ 69 w 43"/>
                <a:gd name="T7" fmla="*/ 434 h 237"/>
                <a:gd name="T8" fmla="*/ 157 w 43"/>
                <a:gd name="T9" fmla="*/ 0 h 2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" h="237">
                  <a:moveTo>
                    <a:pt x="42" y="0"/>
                  </a:moveTo>
                  <a:cubicBezTo>
                    <a:pt x="43" y="19"/>
                    <a:pt x="40" y="70"/>
                    <a:pt x="28" y="110"/>
                  </a:cubicBezTo>
                  <a:cubicBezTo>
                    <a:pt x="15" y="149"/>
                    <a:pt x="5" y="195"/>
                    <a:pt x="0" y="237"/>
                  </a:cubicBezTo>
                  <a:cubicBezTo>
                    <a:pt x="6" y="209"/>
                    <a:pt x="11" y="148"/>
                    <a:pt x="18" y="118"/>
                  </a:cubicBezTo>
                  <a:cubicBezTo>
                    <a:pt x="25" y="88"/>
                    <a:pt x="43" y="10"/>
                    <a:pt x="42" y="0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9951" name="Freeform 630">
              <a:extLst>
                <a:ext uri="{FF2B5EF4-FFF2-40B4-BE49-F238E27FC236}">
                  <a16:creationId xmlns:a16="http://schemas.microsoft.com/office/drawing/2014/main" id="{BFF37A49-8CE9-4AB2-B071-5ED9758726E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1" y="1968"/>
              <a:ext cx="28" cy="342"/>
            </a:xfrm>
            <a:custGeom>
              <a:avLst/>
              <a:gdLst>
                <a:gd name="T0" fmla="*/ 30 w 18"/>
                <a:gd name="T1" fmla="*/ 324 h 222"/>
                <a:gd name="T2" fmla="*/ 61 w 18"/>
                <a:gd name="T3" fmla="*/ 812 h 222"/>
                <a:gd name="T4" fmla="*/ 62 w 18"/>
                <a:gd name="T5" fmla="*/ 522 h 222"/>
                <a:gd name="T6" fmla="*/ 0 w 18"/>
                <a:gd name="T7" fmla="*/ 0 h 222"/>
                <a:gd name="T8" fmla="*/ 30 w 18"/>
                <a:gd name="T9" fmla="*/ 324 h 2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222">
                  <a:moveTo>
                    <a:pt x="8" y="88"/>
                  </a:moveTo>
                  <a:cubicBezTo>
                    <a:pt x="10" y="104"/>
                    <a:pt x="14" y="194"/>
                    <a:pt x="16" y="222"/>
                  </a:cubicBezTo>
                  <a:cubicBezTo>
                    <a:pt x="16" y="222"/>
                    <a:pt x="18" y="200"/>
                    <a:pt x="17" y="143"/>
                  </a:cubicBezTo>
                  <a:cubicBezTo>
                    <a:pt x="16" y="86"/>
                    <a:pt x="13" y="28"/>
                    <a:pt x="0" y="0"/>
                  </a:cubicBezTo>
                  <a:cubicBezTo>
                    <a:pt x="5" y="12"/>
                    <a:pt x="6" y="63"/>
                    <a:pt x="8" y="88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9952" name="Freeform 631">
              <a:extLst>
                <a:ext uri="{FF2B5EF4-FFF2-40B4-BE49-F238E27FC236}">
                  <a16:creationId xmlns:a16="http://schemas.microsoft.com/office/drawing/2014/main" id="{97910EA1-B507-495D-AA17-6F206FA653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1" y="1988"/>
              <a:ext cx="66" cy="366"/>
            </a:xfrm>
            <a:custGeom>
              <a:avLst/>
              <a:gdLst>
                <a:gd name="T0" fmla="*/ 5 w 43"/>
                <a:gd name="T1" fmla="*/ 0 h 237"/>
                <a:gd name="T2" fmla="*/ 54 w 43"/>
                <a:gd name="T3" fmla="*/ 406 h 237"/>
                <a:gd name="T4" fmla="*/ 155 w 43"/>
                <a:gd name="T5" fmla="*/ 873 h 237"/>
                <a:gd name="T6" fmla="*/ 89 w 43"/>
                <a:gd name="T7" fmla="*/ 434 h 237"/>
                <a:gd name="T8" fmla="*/ 5 w 43"/>
                <a:gd name="T9" fmla="*/ 0 h 2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" h="237">
                  <a:moveTo>
                    <a:pt x="1" y="0"/>
                  </a:moveTo>
                  <a:cubicBezTo>
                    <a:pt x="0" y="19"/>
                    <a:pt x="3" y="70"/>
                    <a:pt x="15" y="110"/>
                  </a:cubicBezTo>
                  <a:cubicBezTo>
                    <a:pt x="28" y="149"/>
                    <a:pt x="38" y="195"/>
                    <a:pt x="43" y="237"/>
                  </a:cubicBezTo>
                  <a:cubicBezTo>
                    <a:pt x="37" y="209"/>
                    <a:pt x="32" y="148"/>
                    <a:pt x="25" y="118"/>
                  </a:cubicBezTo>
                  <a:cubicBezTo>
                    <a:pt x="17" y="88"/>
                    <a:pt x="0" y="1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9953" name="Freeform 632">
              <a:extLst>
                <a:ext uri="{FF2B5EF4-FFF2-40B4-BE49-F238E27FC236}">
                  <a16:creationId xmlns:a16="http://schemas.microsoft.com/office/drawing/2014/main" id="{9238A34E-1782-45BC-9EB5-7FA655E2F8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9" y="2540"/>
              <a:ext cx="73" cy="104"/>
            </a:xfrm>
            <a:custGeom>
              <a:avLst/>
              <a:gdLst>
                <a:gd name="T0" fmla="*/ 95 w 47"/>
                <a:gd name="T1" fmla="*/ 0 h 67"/>
                <a:gd name="T2" fmla="*/ 138 w 47"/>
                <a:gd name="T3" fmla="*/ 231 h 67"/>
                <a:gd name="T4" fmla="*/ 171 w 47"/>
                <a:gd name="T5" fmla="*/ 222 h 67"/>
                <a:gd name="T6" fmla="*/ 138 w 47"/>
                <a:gd name="T7" fmla="*/ 154 h 67"/>
                <a:gd name="T8" fmla="*/ 123 w 47"/>
                <a:gd name="T9" fmla="*/ 75 h 67"/>
                <a:gd name="T10" fmla="*/ 104 w 47"/>
                <a:gd name="T11" fmla="*/ 0 h 6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7" h="67">
                  <a:moveTo>
                    <a:pt x="25" y="0"/>
                  </a:moveTo>
                  <a:cubicBezTo>
                    <a:pt x="0" y="15"/>
                    <a:pt x="15" y="53"/>
                    <a:pt x="37" y="62"/>
                  </a:cubicBezTo>
                  <a:cubicBezTo>
                    <a:pt x="42" y="64"/>
                    <a:pt x="47" y="67"/>
                    <a:pt x="46" y="59"/>
                  </a:cubicBezTo>
                  <a:cubicBezTo>
                    <a:pt x="45" y="53"/>
                    <a:pt x="38" y="48"/>
                    <a:pt x="37" y="41"/>
                  </a:cubicBezTo>
                  <a:cubicBezTo>
                    <a:pt x="35" y="34"/>
                    <a:pt x="34" y="27"/>
                    <a:pt x="33" y="20"/>
                  </a:cubicBezTo>
                  <a:cubicBezTo>
                    <a:pt x="33" y="13"/>
                    <a:pt x="34" y="5"/>
                    <a:pt x="28" y="0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9954" name="Freeform 633">
              <a:extLst>
                <a:ext uri="{FF2B5EF4-FFF2-40B4-BE49-F238E27FC236}">
                  <a16:creationId xmlns:a16="http://schemas.microsoft.com/office/drawing/2014/main" id="{77A98A56-AEF4-41F8-AF00-4B0D82B250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0" y="2540"/>
              <a:ext cx="59" cy="101"/>
            </a:xfrm>
            <a:custGeom>
              <a:avLst/>
              <a:gdLst>
                <a:gd name="T0" fmla="*/ 67 w 38"/>
                <a:gd name="T1" fmla="*/ 14 h 65"/>
                <a:gd name="T2" fmla="*/ 40 w 38"/>
                <a:gd name="T3" fmla="*/ 117 h 65"/>
                <a:gd name="T4" fmla="*/ 0 w 38"/>
                <a:gd name="T5" fmla="*/ 197 h 65"/>
                <a:gd name="T6" fmla="*/ 48 w 38"/>
                <a:gd name="T7" fmla="*/ 225 h 65"/>
                <a:gd name="T8" fmla="*/ 123 w 38"/>
                <a:gd name="T9" fmla="*/ 135 h 65"/>
                <a:gd name="T10" fmla="*/ 82 w 38"/>
                <a:gd name="T11" fmla="*/ 0 h 6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8" h="65">
                  <a:moveTo>
                    <a:pt x="18" y="4"/>
                  </a:moveTo>
                  <a:cubicBezTo>
                    <a:pt x="15" y="13"/>
                    <a:pt x="13" y="22"/>
                    <a:pt x="11" y="31"/>
                  </a:cubicBezTo>
                  <a:cubicBezTo>
                    <a:pt x="9" y="38"/>
                    <a:pt x="8" y="49"/>
                    <a:pt x="0" y="53"/>
                  </a:cubicBezTo>
                  <a:cubicBezTo>
                    <a:pt x="5" y="59"/>
                    <a:pt x="2" y="65"/>
                    <a:pt x="13" y="60"/>
                  </a:cubicBezTo>
                  <a:cubicBezTo>
                    <a:pt x="21" y="54"/>
                    <a:pt x="30" y="45"/>
                    <a:pt x="33" y="36"/>
                  </a:cubicBezTo>
                  <a:cubicBezTo>
                    <a:pt x="38" y="21"/>
                    <a:pt x="36" y="10"/>
                    <a:pt x="22" y="0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9955" name="Freeform 634">
              <a:extLst>
                <a:ext uri="{FF2B5EF4-FFF2-40B4-BE49-F238E27FC236}">
                  <a16:creationId xmlns:a16="http://schemas.microsoft.com/office/drawing/2014/main" id="{CC4A0738-8346-48E5-9745-10A555F7B43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0" y="3041"/>
              <a:ext cx="81" cy="78"/>
            </a:xfrm>
            <a:custGeom>
              <a:avLst/>
              <a:gdLst>
                <a:gd name="T0" fmla="*/ 0 w 52"/>
                <a:gd name="T1" fmla="*/ 128 h 51"/>
                <a:gd name="T2" fmla="*/ 178 w 52"/>
                <a:gd name="T3" fmla="*/ 0 h 51"/>
                <a:gd name="T4" fmla="*/ 162 w 52"/>
                <a:gd name="T5" fmla="*/ 102 h 51"/>
                <a:gd name="T6" fmla="*/ 30 w 52"/>
                <a:gd name="T7" fmla="*/ 142 h 5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2" h="51">
                  <a:moveTo>
                    <a:pt x="0" y="36"/>
                  </a:moveTo>
                  <a:cubicBezTo>
                    <a:pt x="21" y="51"/>
                    <a:pt x="42" y="13"/>
                    <a:pt x="47" y="0"/>
                  </a:cubicBezTo>
                  <a:cubicBezTo>
                    <a:pt x="49" y="11"/>
                    <a:pt x="52" y="21"/>
                    <a:pt x="43" y="29"/>
                  </a:cubicBezTo>
                  <a:cubicBezTo>
                    <a:pt x="35" y="37"/>
                    <a:pt x="19" y="40"/>
                    <a:pt x="8" y="40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9956" name="Freeform 635">
              <a:extLst>
                <a:ext uri="{FF2B5EF4-FFF2-40B4-BE49-F238E27FC236}">
                  <a16:creationId xmlns:a16="http://schemas.microsoft.com/office/drawing/2014/main" id="{BC7AD81A-5807-438E-8D4C-42EEF6810C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8" y="3249"/>
              <a:ext cx="68" cy="442"/>
            </a:xfrm>
            <a:custGeom>
              <a:avLst/>
              <a:gdLst>
                <a:gd name="T0" fmla="*/ 29 w 44"/>
                <a:gd name="T1" fmla="*/ 0 h 286"/>
                <a:gd name="T2" fmla="*/ 36 w 44"/>
                <a:gd name="T3" fmla="*/ 561 h 286"/>
                <a:gd name="T4" fmla="*/ 162 w 44"/>
                <a:gd name="T5" fmla="*/ 1056 h 286"/>
                <a:gd name="T6" fmla="*/ 76 w 44"/>
                <a:gd name="T7" fmla="*/ 508 h 286"/>
                <a:gd name="T8" fmla="*/ 29 w 44"/>
                <a:gd name="T9" fmla="*/ 0 h 2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" h="286">
                  <a:moveTo>
                    <a:pt x="8" y="0"/>
                  </a:moveTo>
                  <a:cubicBezTo>
                    <a:pt x="0" y="26"/>
                    <a:pt x="0" y="112"/>
                    <a:pt x="10" y="152"/>
                  </a:cubicBezTo>
                  <a:cubicBezTo>
                    <a:pt x="19" y="193"/>
                    <a:pt x="41" y="269"/>
                    <a:pt x="44" y="286"/>
                  </a:cubicBezTo>
                  <a:cubicBezTo>
                    <a:pt x="40" y="254"/>
                    <a:pt x="25" y="159"/>
                    <a:pt x="21" y="138"/>
                  </a:cubicBezTo>
                  <a:cubicBezTo>
                    <a:pt x="16" y="117"/>
                    <a:pt x="6" y="32"/>
                    <a:pt x="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9957" name="Freeform 636">
              <a:extLst>
                <a:ext uri="{FF2B5EF4-FFF2-40B4-BE49-F238E27FC236}">
                  <a16:creationId xmlns:a16="http://schemas.microsoft.com/office/drawing/2014/main" id="{65D77BFD-659A-44C8-B6BD-D78893D970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7" y="3240"/>
              <a:ext cx="40" cy="499"/>
            </a:xfrm>
            <a:custGeom>
              <a:avLst/>
              <a:gdLst>
                <a:gd name="T0" fmla="*/ 62 w 26"/>
                <a:gd name="T1" fmla="*/ 1191 h 323"/>
                <a:gd name="T2" fmla="*/ 26 w 26"/>
                <a:gd name="T3" fmla="*/ 494 h 323"/>
                <a:gd name="T4" fmla="*/ 43 w 26"/>
                <a:gd name="T5" fmla="*/ 0 h 323"/>
                <a:gd name="T6" fmla="*/ 75 w 26"/>
                <a:gd name="T7" fmla="*/ 516 h 323"/>
                <a:gd name="T8" fmla="*/ 62 w 26"/>
                <a:gd name="T9" fmla="*/ 1191 h 3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323">
                  <a:moveTo>
                    <a:pt x="17" y="323"/>
                  </a:moveTo>
                  <a:cubicBezTo>
                    <a:pt x="23" y="303"/>
                    <a:pt x="13" y="191"/>
                    <a:pt x="7" y="134"/>
                  </a:cubicBezTo>
                  <a:cubicBezTo>
                    <a:pt x="0" y="77"/>
                    <a:pt x="3" y="25"/>
                    <a:pt x="12" y="0"/>
                  </a:cubicBezTo>
                  <a:cubicBezTo>
                    <a:pt x="8" y="20"/>
                    <a:pt x="15" y="88"/>
                    <a:pt x="21" y="140"/>
                  </a:cubicBezTo>
                  <a:cubicBezTo>
                    <a:pt x="26" y="192"/>
                    <a:pt x="25" y="300"/>
                    <a:pt x="17" y="32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9958" name="Freeform 637">
              <a:extLst>
                <a:ext uri="{FF2B5EF4-FFF2-40B4-BE49-F238E27FC236}">
                  <a16:creationId xmlns:a16="http://schemas.microsoft.com/office/drawing/2014/main" id="{24C68265-4B2B-42F8-8299-64A6B025EC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5" y="3251"/>
              <a:ext cx="66" cy="438"/>
            </a:xfrm>
            <a:custGeom>
              <a:avLst/>
              <a:gdLst>
                <a:gd name="T0" fmla="*/ 115 w 43"/>
                <a:gd name="T1" fmla="*/ 0 h 284"/>
                <a:gd name="T2" fmla="*/ 123 w 43"/>
                <a:gd name="T3" fmla="*/ 557 h 284"/>
                <a:gd name="T4" fmla="*/ 0 w 43"/>
                <a:gd name="T5" fmla="*/ 1043 h 284"/>
                <a:gd name="T6" fmla="*/ 101 w 43"/>
                <a:gd name="T7" fmla="*/ 433 h 284"/>
                <a:gd name="T8" fmla="*/ 115 w 43"/>
                <a:gd name="T9" fmla="*/ 0 h 2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" h="284">
                  <a:moveTo>
                    <a:pt x="32" y="0"/>
                  </a:moveTo>
                  <a:cubicBezTo>
                    <a:pt x="37" y="34"/>
                    <a:pt x="43" y="102"/>
                    <a:pt x="34" y="152"/>
                  </a:cubicBezTo>
                  <a:cubicBezTo>
                    <a:pt x="26" y="202"/>
                    <a:pt x="7" y="259"/>
                    <a:pt x="0" y="284"/>
                  </a:cubicBezTo>
                  <a:cubicBezTo>
                    <a:pt x="2" y="257"/>
                    <a:pt x="26" y="173"/>
                    <a:pt x="28" y="118"/>
                  </a:cubicBezTo>
                  <a:cubicBezTo>
                    <a:pt x="30" y="63"/>
                    <a:pt x="35" y="9"/>
                    <a:pt x="32" y="0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9959" name="Freeform 638">
              <a:extLst>
                <a:ext uri="{FF2B5EF4-FFF2-40B4-BE49-F238E27FC236}">
                  <a16:creationId xmlns:a16="http://schemas.microsoft.com/office/drawing/2014/main" id="{81805578-A4B4-4B00-B56E-DD239070F5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9" y="3769"/>
              <a:ext cx="29" cy="121"/>
            </a:xfrm>
            <a:custGeom>
              <a:avLst/>
              <a:gdLst>
                <a:gd name="T0" fmla="*/ 63 w 19"/>
                <a:gd name="T1" fmla="*/ 0 h 78"/>
                <a:gd name="T2" fmla="*/ 47 w 19"/>
                <a:gd name="T3" fmla="*/ 169 h 78"/>
                <a:gd name="T4" fmla="*/ 53 w 19"/>
                <a:gd name="T5" fmla="*/ 292 h 78"/>
                <a:gd name="T6" fmla="*/ 5 w 19"/>
                <a:gd name="T7" fmla="*/ 195 h 78"/>
                <a:gd name="T8" fmla="*/ 41 w 19"/>
                <a:gd name="T9" fmla="*/ 137 h 78"/>
                <a:gd name="T10" fmla="*/ 67 w 19"/>
                <a:gd name="T11" fmla="*/ 34 h 7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" h="78">
                  <a:moveTo>
                    <a:pt x="18" y="0"/>
                  </a:moveTo>
                  <a:cubicBezTo>
                    <a:pt x="18" y="16"/>
                    <a:pt x="17" y="29"/>
                    <a:pt x="13" y="45"/>
                  </a:cubicBezTo>
                  <a:cubicBezTo>
                    <a:pt x="10" y="57"/>
                    <a:pt x="15" y="66"/>
                    <a:pt x="15" y="78"/>
                  </a:cubicBezTo>
                  <a:cubicBezTo>
                    <a:pt x="12" y="70"/>
                    <a:pt x="0" y="59"/>
                    <a:pt x="1" y="52"/>
                  </a:cubicBezTo>
                  <a:cubicBezTo>
                    <a:pt x="2" y="47"/>
                    <a:pt x="10" y="42"/>
                    <a:pt x="12" y="37"/>
                  </a:cubicBezTo>
                  <a:cubicBezTo>
                    <a:pt x="16" y="28"/>
                    <a:pt x="13" y="17"/>
                    <a:pt x="19" y="9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9960" name="Freeform 639">
              <a:extLst>
                <a:ext uri="{FF2B5EF4-FFF2-40B4-BE49-F238E27FC236}">
                  <a16:creationId xmlns:a16="http://schemas.microsoft.com/office/drawing/2014/main" id="{EC486CB8-FE50-4DA6-B478-66B99484443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3" y="3709"/>
              <a:ext cx="29" cy="135"/>
            </a:xfrm>
            <a:custGeom>
              <a:avLst/>
              <a:gdLst>
                <a:gd name="T0" fmla="*/ 47 w 19"/>
                <a:gd name="T1" fmla="*/ 137 h 87"/>
                <a:gd name="T2" fmla="*/ 41 w 19"/>
                <a:gd name="T3" fmla="*/ 324 h 87"/>
                <a:gd name="T4" fmla="*/ 18 w 19"/>
                <a:gd name="T5" fmla="*/ 157 h 87"/>
                <a:gd name="T6" fmla="*/ 5 w 19"/>
                <a:gd name="T7" fmla="*/ 67 h 87"/>
                <a:gd name="T8" fmla="*/ 8 w 19"/>
                <a:gd name="T9" fmla="*/ 0 h 87"/>
                <a:gd name="T10" fmla="*/ 49 w 19"/>
                <a:gd name="T11" fmla="*/ 135 h 8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" h="87">
                  <a:moveTo>
                    <a:pt x="13" y="37"/>
                  </a:moveTo>
                  <a:cubicBezTo>
                    <a:pt x="19" y="54"/>
                    <a:pt x="19" y="69"/>
                    <a:pt x="12" y="87"/>
                  </a:cubicBezTo>
                  <a:cubicBezTo>
                    <a:pt x="14" y="73"/>
                    <a:pt x="11" y="55"/>
                    <a:pt x="5" y="42"/>
                  </a:cubicBezTo>
                  <a:cubicBezTo>
                    <a:pt x="1" y="32"/>
                    <a:pt x="0" y="28"/>
                    <a:pt x="1" y="18"/>
                  </a:cubicBezTo>
                  <a:cubicBezTo>
                    <a:pt x="2" y="12"/>
                    <a:pt x="5" y="6"/>
                    <a:pt x="2" y="0"/>
                  </a:cubicBezTo>
                  <a:cubicBezTo>
                    <a:pt x="4" y="12"/>
                    <a:pt x="10" y="25"/>
                    <a:pt x="14" y="36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9961" name="Freeform 640">
              <a:extLst>
                <a:ext uri="{FF2B5EF4-FFF2-40B4-BE49-F238E27FC236}">
                  <a16:creationId xmlns:a16="http://schemas.microsoft.com/office/drawing/2014/main" id="{27DFAFD6-D126-492F-A748-3B04533957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4" y="3038"/>
              <a:ext cx="59" cy="78"/>
            </a:xfrm>
            <a:custGeom>
              <a:avLst/>
              <a:gdLst>
                <a:gd name="T0" fmla="*/ 0 w 38"/>
                <a:gd name="T1" fmla="*/ 142 h 51"/>
                <a:gd name="T2" fmla="*/ 113 w 38"/>
                <a:gd name="T3" fmla="*/ 0 h 51"/>
                <a:gd name="T4" fmla="*/ 14 w 38"/>
                <a:gd name="T5" fmla="*/ 150 h 5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51">
                  <a:moveTo>
                    <a:pt x="0" y="40"/>
                  </a:moveTo>
                  <a:cubicBezTo>
                    <a:pt x="22" y="49"/>
                    <a:pt x="31" y="11"/>
                    <a:pt x="30" y="0"/>
                  </a:cubicBezTo>
                  <a:cubicBezTo>
                    <a:pt x="38" y="16"/>
                    <a:pt x="30" y="51"/>
                    <a:pt x="4" y="42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9962" name="Freeform 641">
              <a:extLst>
                <a:ext uri="{FF2B5EF4-FFF2-40B4-BE49-F238E27FC236}">
                  <a16:creationId xmlns:a16="http://schemas.microsoft.com/office/drawing/2014/main" id="{635A6C5E-0C4B-4321-B5FA-2B9C7B337D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2" y="2513"/>
              <a:ext cx="81" cy="210"/>
            </a:xfrm>
            <a:custGeom>
              <a:avLst/>
              <a:gdLst>
                <a:gd name="T0" fmla="*/ 114 w 52"/>
                <a:gd name="T1" fmla="*/ 48 h 136"/>
                <a:gd name="T2" fmla="*/ 87 w 52"/>
                <a:gd name="T3" fmla="*/ 500 h 136"/>
                <a:gd name="T4" fmla="*/ 107 w 52"/>
                <a:gd name="T5" fmla="*/ 332 h 136"/>
                <a:gd name="T6" fmla="*/ 109 w 52"/>
                <a:gd name="T7" fmla="*/ 162 h 136"/>
                <a:gd name="T8" fmla="*/ 134 w 52"/>
                <a:gd name="T9" fmla="*/ 82 h 136"/>
                <a:gd name="T10" fmla="*/ 196 w 52"/>
                <a:gd name="T11" fmla="*/ 0 h 136"/>
                <a:gd name="T12" fmla="*/ 101 w 52"/>
                <a:gd name="T13" fmla="*/ 56 h 1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2" h="136">
                  <a:moveTo>
                    <a:pt x="30" y="13"/>
                  </a:moveTo>
                  <a:cubicBezTo>
                    <a:pt x="0" y="26"/>
                    <a:pt x="34" y="104"/>
                    <a:pt x="23" y="136"/>
                  </a:cubicBezTo>
                  <a:cubicBezTo>
                    <a:pt x="21" y="120"/>
                    <a:pt x="26" y="105"/>
                    <a:pt x="28" y="90"/>
                  </a:cubicBezTo>
                  <a:cubicBezTo>
                    <a:pt x="29" y="75"/>
                    <a:pt x="27" y="59"/>
                    <a:pt x="29" y="44"/>
                  </a:cubicBezTo>
                  <a:cubicBezTo>
                    <a:pt x="29" y="36"/>
                    <a:pt x="31" y="29"/>
                    <a:pt x="35" y="22"/>
                  </a:cubicBezTo>
                  <a:cubicBezTo>
                    <a:pt x="39" y="16"/>
                    <a:pt x="45" y="2"/>
                    <a:pt x="52" y="0"/>
                  </a:cubicBezTo>
                  <a:cubicBezTo>
                    <a:pt x="43" y="3"/>
                    <a:pt x="36" y="11"/>
                    <a:pt x="27" y="1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9963" name="Freeform 642">
              <a:extLst>
                <a:ext uri="{FF2B5EF4-FFF2-40B4-BE49-F238E27FC236}">
                  <a16:creationId xmlns:a16="http://schemas.microsoft.com/office/drawing/2014/main" id="{BDE460C1-03E2-421B-AB48-28996350F0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1" y="2940"/>
              <a:ext cx="32" cy="243"/>
            </a:xfrm>
            <a:custGeom>
              <a:avLst/>
              <a:gdLst>
                <a:gd name="T0" fmla="*/ 35 w 21"/>
                <a:gd name="T1" fmla="*/ 0 h 157"/>
                <a:gd name="T2" fmla="*/ 27 w 21"/>
                <a:gd name="T3" fmla="*/ 289 h 157"/>
                <a:gd name="T4" fmla="*/ 53 w 21"/>
                <a:gd name="T5" fmla="*/ 582 h 157"/>
                <a:gd name="T6" fmla="*/ 61 w 21"/>
                <a:gd name="T7" fmla="*/ 316 h 157"/>
                <a:gd name="T8" fmla="*/ 41 w 21"/>
                <a:gd name="T9" fmla="*/ 79 h 157"/>
                <a:gd name="T10" fmla="*/ 35 w 21"/>
                <a:gd name="T11" fmla="*/ 0 h 15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157">
                  <a:moveTo>
                    <a:pt x="10" y="0"/>
                  </a:moveTo>
                  <a:cubicBezTo>
                    <a:pt x="9" y="23"/>
                    <a:pt x="0" y="49"/>
                    <a:pt x="8" y="78"/>
                  </a:cubicBezTo>
                  <a:cubicBezTo>
                    <a:pt x="16" y="108"/>
                    <a:pt x="21" y="131"/>
                    <a:pt x="15" y="157"/>
                  </a:cubicBezTo>
                  <a:cubicBezTo>
                    <a:pt x="21" y="136"/>
                    <a:pt x="21" y="104"/>
                    <a:pt x="17" y="85"/>
                  </a:cubicBezTo>
                  <a:cubicBezTo>
                    <a:pt x="14" y="68"/>
                    <a:pt x="11" y="35"/>
                    <a:pt x="12" y="21"/>
                  </a:cubicBezTo>
                  <a:cubicBezTo>
                    <a:pt x="14" y="6"/>
                    <a:pt x="10" y="0"/>
                    <a:pt x="1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9964" name="Freeform 643">
              <a:extLst>
                <a:ext uri="{FF2B5EF4-FFF2-40B4-BE49-F238E27FC236}">
                  <a16:creationId xmlns:a16="http://schemas.microsoft.com/office/drawing/2014/main" id="{D7D411CA-21B8-4BD5-9815-CF386E94B08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7" y="3947"/>
              <a:ext cx="121" cy="71"/>
            </a:xfrm>
            <a:custGeom>
              <a:avLst/>
              <a:gdLst>
                <a:gd name="T0" fmla="*/ 45 w 78"/>
                <a:gd name="T1" fmla="*/ 133 h 46"/>
                <a:gd name="T2" fmla="*/ 217 w 78"/>
                <a:gd name="T3" fmla="*/ 136 h 46"/>
                <a:gd name="T4" fmla="*/ 250 w 78"/>
                <a:gd name="T5" fmla="*/ 0 h 46"/>
                <a:gd name="T6" fmla="*/ 239 w 78"/>
                <a:gd name="T7" fmla="*/ 48 h 46"/>
                <a:gd name="T8" fmla="*/ 161 w 78"/>
                <a:gd name="T9" fmla="*/ 76 h 46"/>
                <a:gd name="T10" fmla="*/ 14 w 78"/>
                <a:gd name="T11" fmla="*/ 66 h 46"/>
                <a:gd name="T12" fmla="*/ 22 w 78"/>
                <a:gd name="T13" fmla="*/ 136 h 4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8" h="46">
                  <a:moveTo>
                    <a:pt x="12" y="36"/>
                  </a:moveTo>
                  <a:cubicBezTo>
                    <a:pt x="23" y="46"/>
                    <a:pt x="45" y="42"/>
                    <a:pt x="58" y="37"/>
                  </a:cubicBezTo>
                  <a:cubicBezTo>
                    <a:pt x="78" y="28"/>
                    <a:pt x="74" y="16"/>
                    <a:pt x="67" y="0"/>
                  </a:cubicBezTo>
                  <a:cubicBezTo>
                    <a:pt x="67" y="6"/>
                    <a:pt x="68" y="8"/>
                    <a:pt x="64" y="13"/>
                  </a:cubicBezTo>
                  <a:cubicBezTo>
                    <a:pt x="59" y="17"/>
                    <a:pt x="49" y="20"/>
                    <a:pt x="43" y="21"/>
                  </a:cubicBezTo>
                  <a:cubicBezTo>
                    <a:pt x="30" y="24"/>
                    <a:pt x="16" y="21"/>
                    <a:pt x="4" y="18"/>
                  </a:cubicBezTo>
                  <a:cubicBezTo>
                    <a:pt x="0" y="23"/>
                    <a:pt x="6" y="32"/>
                    <a:pt x="6" y="37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9965" name="Freeform 644">
              <a:extLst>
                <a:ext uri="{FF2B5EF4-FFF2-40B4-BE49-F238E27FC236}">
                  <a16:creationId xmlns:a16="http://schemas.microsoft.com/office/drawing/2014/main" id="{5015FA86-AD54-4008-A117-A6613366E2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5" y="3853"/>
              <a:ext cx="129" cy="154"/>
            </a:xfrm>
            <a:custGeom>
              <a:avLst/>
              <a:gdLst>
                <a:gd name="T0" fmla="*/ 0 w 83"/>
                <a:gd name="T1" fmla="*/ 365 h 100"/>
                <a:gd name="T2" fmla="*/ 90 w 83"/>
                <a:gd name="T3" fmla="*/ 353 h 100"/>
                <a:gd name="T4" fmla="*/ 157 w 83"/>
                <a:gd name="T5" fmla="*/ 360 h 100"/>
                <a:gd name="T6" fmla="*/ 222 w 83"/>
                <a:gd name="T7" fmla="*/ 339 h 100"/>
                <a:gd name="T8" fmla="*/ 263 w 83"/>
                <a:gd name="T9" fmla="*/ 282 h 100"/>
                <a:gd name="T10" fmla="*/ 283 w 83"/>
                <a:gd name="T11" fmla="*/ 131 h 100"/>
                <a:gd name="T12" fmla="*/ 266 w 83"/>
                <a:gd name="T13" fmla="*/ 0 h 100"/>
                <a:gd name="T14" fmla="*/ 222 w 83"/>
                <a:gd name="T15" fmla="*/ 74 h 100"/>
                <a:gd name="T16" fmla="*/ 225 w 83"/>
                <a:gd name="T17" fmla="*/ 168 h 100"/>
                <a:gd name="T18" fmla="*/ 182 w 83"/>
                <a:gd name="T19" fmla="*/ 251 h 100"/>
                <a:gd name="T20" fmla="*/ 109 w 83"/>
                <a:gd name="T21" fmla="*/ 330 h 10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3" h="100">
                  <a:moveTo>
                    <a:pt x="0" y="100"/>
                  </a:moveTo>
                  <a:cubicBezTo>
                    <a:pt x="8" y="98"/>
                    <a:pt x="15" y="96"/>
                    <a:pt x="24" y="97"/>
                  </a:cubicBezTo>
                  <a:cubicBezTo>
                    <a:pt x="30" y="98"/>
                    <a:pt x="36" y="100"/>
                    <a:pt x="42" y="99"/>
                  </a:cubicBezTo>
                  <a:cubicBezTo>
                    <a:pt x="47" y="98"/>
                    <a:pt x="55" y="95"/>
                    <a:pt x="59" y="93"/>
                  </a:cubicBezTo>
                  <a:cubicBezTo>
                    <a:pt x="67" y="89"/>
                    <a:pt x="67" y="84"/>
                    <a:pt x="70" y="77"/>
                  </a:cubicBezTo>
                  <a:cubicBezTo>
                    <a:pt x="74" y="63"/>
                    <a:pt x="74" y="50"/>
                    <a:pt x="75" y="36"/>
                  </a:cubicBezTo>
                  <a:cubicBezTo>
                    <a:pt x="76" y="25"/>
                    <a:pt x="83" y="8"/>
                    <a:pt x="71" y="0"/>
                  </a:cubicBezTo>
                  <a:cubicBezTo>
                    <a:pt x="67" y="4"/>
                    <a:pt x="60" y="14"/>
                    <a:pt x="59" y="20"/>
                  </a:cubicBezTo>
                  <a:cubicBezTo>
                    <a:pt x="57" y="28"/>
                    <a:pt x="61" y="38"/>
                    <a:pt x="60" y="46"/>
                  </a:cubicBezTo>
                  <a:cubicBezTo>
                    <a:pt x="59" y="55"/>
                    <a:pt x="54" y="62"/>
                    <a:pt x="48" y="69"/>
                  </a:cubicBezTo>
                  <a:cubicBezTo>
                    <a:pt x="43" y="76"/>
                    <a:pt x="40" y="90"/>
                    <a:pt x="29" y="90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9966" name="Freeform 645">
              <a:extLst>
                <a:ext uri="{FF2B5EF4-FFF2-40B4-BE49-F238E27FC236}">
                  <a16:creationId xmlns:a16="http://schemas.microsoft.com/office/drawing/2014/main" id="{0F79D576-CB9E-49E8-AECB-1EDB785445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8" y="2110"/>
              <a:ext cx="34" cy="12"/>
            </a:xfrm>
            <a:custGeom>
              <a:avLst/>
              <a:gdLst>
                <a:gd name="T0" fmla="*/ 0 w 22"/>
                <a:gd name="T1" fmla="*/ 26 h 8"/>
                <a:gd name="T2" fmla="*/ 40 w 22"/>
                <a:gd name="T3" fmla="*/ 0 h 8"/>
                <a:gd name="T4" fmla="*/ 82 w 22"/>
                <a:gd name="T5" fmla="*/ 27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8">
                  <a:moveTo>
                    <a:pt x="0" y="7"/>
                  </a:moveTo>
                  <a:cubicBezTo>
                    <a:pt x="5" y="1"/>
                    <a:pt x="6" y="0"/>
                    <a:pt x="11" y="0"/>
                  </a:cubicBezTo>
                  <a:cubicBezTo>
                    <a:pt x="16" y="0"/>
                    <a:pt x="17" y="1"/>
                    <a:pt x="22" y="8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9967" name="Freeform 646">
              <a:extLst>
                <a:ext uri="{FF2B5EF4-FFF2-40B4-BE49-F238E27FC236}">
                  <a16:creationId xmlns:a16="http://schemas.microsoft.com/office/drawing/2014/main" id="{0810B7D9-0127-47D4-B447-46087A2E7F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4" y="2116"/>
              <a:ext cx="24" cy="9"/>
            </a:xfrm>
            <a:custGeom>
              <a:avLst/>
              <a:gdLst>
                <a:gd name="T0" fmla="*/ 0 w 15"/>
                <a:gd name="T1" fmla="*/ 0 h 6"/>
                <a:gd name="T2" fmla="*/ 61 w 15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6">
                  <a:moveTo>
                    <a:pt x="0" y="0"/>
                  </a:moveTo>
                  <a:cubicBezTo>
                    <a:pt x="1" y="6"/>
                    <a:pt x="12" y="6"/>
                    <a:pt x="15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9968" name="Freeform 647">
              <a:extLst>
                <a:ext uri="{FF2B5EF4-FFF2-40B4-BE49-F238E27FC236}">
                  <a16:creationId xmlns:a16="http://schemas.microsoft.com/office/drawing/2014/main" id="{4E6A8FB8-3417-48D8-8322-C363932A491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1" y="1367"/>
              <a:ext cx="174" cy="19"/>
            </a:xfrm>
            <a:custGeom>
              <a:avLst/>
              <a:gdLst>
                <a:gd name="T0" fmla="*/ 0 w 112"/>
                <a:gd name="T1" fmla="*/ 0 h 12"/>
                <a:gd name="T2" fmla="*/ 113 w 112"/>
                <a:gd name="T3" fmla="*/ 25 h 12"/>
                <a:gd name="T4" fmla="*/ 239 w 112"/>
                <a:gd name="T5" fmla="*/ 25 h 12"/>
                <a:gd name="T6" fmla="*/ 409 w 112"/>
                <a:gd name="T7" fmla="*/ 33 h 12"/>
                <a:gd name="T8" fmla="*/ 419 w 112"/>
                <a:gd name="T9" fmla="*/ 48 h 12"/>
                <a:gd name="T10" fmla="*/ 415 w 112"/>
                <a:gd name="T11" fmla="*/ 27 h 12"/>
                <a:gd name="T12" fmla="*/ 239 w 112"/>
                <a:gd name="T13" fmla="*/ 16 h 12"/>
                <a:gd name="T14" fmla="*/ 117 w 112"/>
                <a:gd name="T15" fmla="*/ 16 h 12"/>
                <a:gd name="T16" fmla="*/ 0 w 112"/>
                <a:gd name="T17" fmla="*/ 0 h 1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2" h="12">
                  <a:moveTo>
                    <a:pt x="0" y="0"/>
                  </a:moveTo>
                  <a:cubicBezTo>
                    <a:pt x="5" y="1"/>
                    <a:pt x="24" y="3"/>
                    <a:pt x="30" y="6"/>
                  </a:cubicBezTo>
                  <a:cubicBezTo>
                    <a:pt x="36" y="8"/>
                    <a:pt x="50" y="7"/>
                    <a:pt x="64" y="6"/>
                  </a:cubicBezTo>
                  <a:cubicBezTo>
                    <a:pt x="83" y="4"/>
                    <a:pt x="103" y="3"/>
                    <a:pt x="109" y="8"/>
                  </a:cubicBezTo>
                  <a:cubicBezTo>
                    <a:pt x="110" y="9"/>
                    <a:pt x="112" y="10"/>
                    <a:pt x="112" y="12"/>
                  </a:cubicBezTo>
                  <a:cubicBezTo>
                    <a:pt x="112" y="10"/>
                    <a:pt x="112" y="8"/>
                    <a:pt x="111" y="7"/>
                  </a:cubicBezTo>
                  <a:cubicBezTo>
                    <a:pt x="104" y="1"/>
                    <a:pt x="84" y="2"/>
                    <a:pt x="64" y="4"/>
                  </a:cubicBezTo>
                  <a:cubicBezTo>
                    <a:pt x="50" y="5"/>
                    <a:pt x="36" y="6"/>
                    <a:pt x="31" y="4"/>
                  </a:cubicBezTo>
                  <a:cubicBezTo>
                    <a:pt x="25" y="1"/>
                    <a:pt x="7" y="1"/>
                    <a:pt x="0" y="0"/>
                  </a:cubicBezTo>
                </a:path>
              </a:pathLst>
            </a:custGeom>
            <a:solidFill>
              <a:srgbClr val="7575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9969" name="Freeform 648">
              <a:extLst>
                <a:ext uri="{FF2B5EF4-FFF2-40B4-BE49-F238E27FC236}">
                  <a16:creationId xmlns:a16="http://schemas.microsoft.com/office/drawing/2014/main" id="{9FD4CB1E-2E13-4C01-9638-44A6E0F92BD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1" y="1404"/>
              <a:ext cx="33" cy="17"/>
            </a:xfrm>
            <a:custGeom>
              <a:avLst/>
              <a:gdLst>
                <a:gd name="T0" fmla="*/ 0 w 21"/>
                <a:gd name="T1" fmla="*/ 0 h 11"/>
                <a:gd name="T2" fmla="*/ 35 w 21"/>
                <a:gd name="T3" fmla="*/ 40 h 11"/>
                <a:gd name="T4" fmla="*/ 82 w 21"/>
                <a:gd name="T5" fmla="*/ 5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11">
                  <a:moveTo>
                    <a:pt x="0" y="0"/>
                  </a:moveTo>
                  <a:cubicBezTo>
                    <a:pt x="3" y="7"/>
                    <a:pt x="6" y="11"/>
                    <a:pt x="9" y="11"/>
                  </a:cubicBezTo>
                  <a:cubicBezTo>
                    <a:pt x="12" y="11"/>
                    <a:pt x="16" y="7"/>
                    <a:pt x="21" y="1"/>
                  </a:cubicBezTo>
                </a:path>
              </a:pathLst>
            </a:custGeom>
            <a:noFill/>
            <a:ln w="158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9970" name="Freeform 649">
              <a:extLst>
                <a:ext uri="{FF2B5EF4-FFF2-40B4-BE49-F238E27FC236}">
                  <a16:creationId xmlns:a16="http://schemas.microsoft.com/office/drawing/2014/main" id="{B2E3FB55-EA5A-432E-9708-12558DEC67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3" y="3952"/>
              <a:ext cx="29" cy="61"/>
            </a:xfrm>
            <a:custGeom>
              <a:avLst/>
              <a:gdLst>
                <a:gd name="T0" fmla="*/ 63 w 19"/>
                <a:gd name="T1" fmla="*/ 0 h 40"/>
                <a:gd name="T2" fmla="*/ 47 w 19"/>
                <a:gd name="T3" fmla="*/ 41 h 40"/>
                <a:gd name="T4" fmla="*/ 26 w 19"/>
                <a:gd name="T5" fmla="*/ 142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40">
                  <a:moveTo>
                    <a:pt x="18" y="0"/>
                  </a:moveTo>
                  <a:cubicBezTo>
                    <a:pt x="19" y="4"/>
                    <a:pt x="17" y="8"/>
                    <a:pt x="13" y="12"/>
                  </a:cubicBezTo>
                  <a:cubicBezTo>
                    <a:pt x="9" y="17"/>
                    <a:pt x="0" y="31"/>
                    <a:pt x="7" y="4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9971" name="Freeform 650">
              <a:extLst>
                <a:ext uri="{FF2B5EF4-FFF2-40B4-BE49-F238E27FC236}">
                  <a16:creationId xmlns:a16="http://schemas.microsoft.com/office/drawing/2014/main" id="{265D43D4-6BDF-47AF-B195-15208EDE25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8" y="3953"/>
              <a:ext cx="42" cy="60"/>
            </a:xfrm>
            <a:custGeom>
              <a:avLst/>
              <a:gdLst>
                <a:gd name="T0" fmla="*/ 101 w 27"/>
                <a:gd name="T1" fmla="*/ 0 h 39"/>
                <a:gd name="T2" fmla="*/ 47 w 27"/>
                <a:gd name="T3" fmla="*/ 54 h 39"/>
                <a:gd name="T4" fmla="*/ 19 w 27"/>
                <a:gd name="T5" fmla="*/ 142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39">
                  <a:moveTo>
                    <a:pt x="27" y="0"/>
                  </a:moveTo>
                  <a:cubicBezTo>
                    <a:pt x="23" y="8"/>
                    <a:pt x="14" y="12"/>
                    <a:pt x="12" y="15"/>
                  </a:cubicBezTo>
                  <a:cubicBezTo>
                    <a:pt x="3" y="23"/>
                    <a:pt x="0" y="32"/>
                    <a:pt x="5" y="39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9972" name="Freeform 651">
              <a:extLst>
                <a:ext uri="{FF2B5EF4-FFF2-40B4-BE49-F238E27FC236}">
                  <a16:creationId xmlns:a16="http://schemas.microsoft.com/office/drawing/2014/main" id="{C27C47C6-C2F6-4E7F-96E2-CC8FC41E61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4" y="3950"/>
              <a:ext cx="45" cy="59"/>
            </a:xfrm>
            <a:custGeom>
              <a:avLst/>
              <a:gdLst>
                <a:gd name="T0" fmla="*/ 109 w 29"/>
                <a:gd name="T1" fmla="*/ 0 h 38"/>
                <a:gd name="T2" fmla="*/ 48 w 29"/>
                <a:gd name="T3" fmla="*/ 61 h 38"/>
                <a:gd name="T4" fmla="*/ 5 w 29"/>
                <a:gd name="T5" fmla="*/ 143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38">
                  <a:moveTo>
                    <a:pt x="29" y="0"/>
                  </a:moveTo>
                  <a:cubicBezTo>
                    <a:pt x="24" y="5"/>
                    <a:pt x="18" y="11"/>
                    <a:pt x="13" y="16"/>
                  </a:cubicBezTo>
                  <a:cubicBezTo>
                    <a:pt x="7" y="21"/>
                    <a:pt x="0" y="30"/>
                    <a:pt x="1" y="38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9973" name="Freeform 652">
              <a:extLst>
                <a:ext uri="{FF2B5EF4-FFF2-40B4-BE49-F238E27FC236}">
                  <a16:creationId xmlns:a16="http://schemas.microsoft.com/office/drawing/2014/main" id="{CE152BBB-080F-44B3-91C6-A812D3D3F0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7" y="3942"/>
              <a:ext cx="31" cy="45"/>
            </a:xfrm>
            <a:custGeom>
              <a:avLst/>
              <a:gdLst>
                <a:gd name="T0" fmla="*/ 74 w 20"/>
                <a:gd name="T1" fmla="*/ 0 h 29"/>
                <a:gd name="T2" fmla="*/ 29 w 20"/>
                <a:gd name="T3" fmla="*/ 45 h 29"/>
                <a:gd name="T4" fmla="*/ 0 w 20"/>
                <a:gd name="T5" fmla="*/ 109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29">
                  <a:moveTo>
                    <a:pt x="20" y="0"/>
                  </a:moveTo>
                  <a:cubicBezTo>
                    <a:pt x="17" y="5"/>
                    <a:pt x="12" y="8"/>
                    <a:pt x="8" y="12"/>
                  </a:cubicBezTo>
                  <a:cubicBezTo>
                    <a:pt x="4" y="15"/>
                    <a:pt x="0" y="22"/>
                    <a:pt x="0" y="29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9974" name="Freeform 653">
              <a:extLst>
                <a:ext uri="{FF2B5EF4-FFF2-40B4-BE49-F238E27FC236}">
                  <a16:creationId xmlns:a16="http://schemas.microsoft.com/office/drawing/2014/main" id="{C62F0FED-3270-4F34-BA36-BD9CD43ACD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2" y="3976"/>
              <a:ext cx="44" cy="22"/>
            </a:xfrm>
            <a:custGeom>
              <a:avLst/>
              <a:gdLst>
                <a:gd name="T0" fmla="*/ 0 w 29"/>
                <a:gd name="T1" fmla="*/ 49 h 14"/>
                <a:gd name="T2" fmla="*/ 76 w 29"/>
                <a:gd name="T3" fmla="*/ 55 h 14"/>
                <a:gd name="T4" fmla="*/ 55 w 29"/>
                <a:gd name="T5" fmla="*/ 0 h 14"/>
                <a:gd name="T6" fmla="*/ 0 w 29"/>
                <a:gd name="T7" fmla="*/ 49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" h="14">
                  <a:moveTo>
                    <a:pt x="0" y="13"/>
                  </a:moveTo>
                  <a:cubicBezTo>
                    <a:pt x="10" y="12"/>
                    <a:pt x="20" y="12"/>
                    <a:pt x="22" y="14"/>
                  </a:cubicBezTo>
                  <a:cubicBezTo>
                    <a:pt x="29" y="4"/>
                    <a:pt x="21" y="0"/>
                    <a:pt x="16" y="0"/>
                  </a:cubicBezTo>
                  <a:cubicBezTo>
                    <a:pt x="3" y="1"/>
                    <a:pt x="0" y="11"/>
                    <a:pt x="0" y="13"/>
                  </a:cubicBezTo>
                  <a:close/>
                </a:path>
              </a:pathLst>
            </a:custGeom>
            <a:noFill/>
            <a:ln w="158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9975" name="Freeform 654">
              <a:extLst>
                <a:ext uri="{FF2B5EF4-FFF2-40B4-BE49-F238E27FC236}">
                  <a16:creationId xmlns:a16="http://schemas.microsoft.com/office/drawing/2014/main" id="{7EAA0E67-2236-4003-9618-E94C8291D6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5" y="3992"/>
              <a:ext cx="22" cy="17"/>
            </a:xfrm>
            <a:custGeom>
              <a:avLst/>
              <a:gdLst>
                <a:gd name="T0" fmla="*/ 0 w 14"/>
                <a:gd name="T1" fmla="*/ 40 h 11"/>
                <a:gd name="T2" fmla="*/ 55 w 14"/>
                <a:gd name="T3" fmla="*/ 36 h 11"/>
                <a:gd name="T4" fmla="*/ 0 w 14"/>
                <a:gd name="T5" fmla="*/ 4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1">
                  <a:moveTo>
                    <a:pt x="0" y="11"/>
                  </a:moveTo>
                  <a:cubicBezTo>
                    <a:pt x="3" y="11"/>
                    <a:pt x="12" y="9"/>
                    <a:pt x="14" y="10"/>
                  </a:cubicBezTo>
                  <a:cubicBezTo>
                    <a:pt x="13" y="1"/>
                    <a:pt x="1" y="0"/>
                    <a:pt x="0" y="11"/>
                  </a:cubicBezTo>
                  <a:close/>
                </a:path>
              </a:pathLst>
            </a:custGeom>
            <a:noFill/>
            <a:ln w="158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9976" name="Freeform 655">
              <a:extLst>
                <a:ext uri="{FF2B5EF4-FFF2-40B4-BE49-F238E27FC236}">
                  <a16:creationId xmlns:a16="http://schemas.microsoft.com/office/drawing/2014/main" id="{41BE6106-59F0-4686-9C90-338F11F34F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5" y="3995"/>
              <a:ext cx="18" cy="15"/>
            </a:xfrm>
            <a:custGeom>
              <a:avLst/>
              <a:gdLst>
                <a:gd name="T0" fmla="*/ 0 w 12"/>
                <a:gd name="T1" fmla="*/ 27 h 10"/>
                <a:gd name="T2" fmla="*/ 41 w 12"/>
                <a:gd name="T3" fmla="*/ 26 h 10"/>
                <a:gd name="T4" fmla="*/ 0 w 12"/>
                <a:gd name="T5" fmla="*/ 27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0">
                  <a:moveTo>
                    <a:pt x="0" y="8"/>
                  </a:moveTo>
                  <a:cubicBezTo>
                    <a:pt x="3" y="9"/>
                    <a:pt x="9" y="10"/>
                    <a:pt x="12" y="7"/>
                  </a:cubicBezTo>
                  <a:cubicBezTo>
                    <a:pt x="11" y="0"/>
                    <a:pt x="0" y="4"/>
                    <a:pt x="0" y="8"/>
                  </a:cubicBezTo>
                  <a:close/>
                </a:path>
              </a:pathLst>
            </a:custGeom>
            <a:noFill/>
            <a:ln w="158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9977" name="Freeform 656">
              <a:extLst>
                <a:ext uri="{FF2B5EF4-FFF2-40B4-BE49-F238E27FC236}">
                  <a16:creationId xmlns:a16="http://schemas.microsoft.com/office/drawing/2014/main" id="{7AF85EA9-9BAD-4C32-9012-00EFCFE2C37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2" y="3983"/>
              <a:ext cx="13" cy="12"/>
            </a:xfrm>
            <a:custGeom>
              <a:avLst/>
              <a:gdLst>
                <a:gd name="T0" fmla="*/ 0 w 9"/>
                <a:gd name="T1" fmla="*/ 18 h 8"/>
                <a:gd name="T2" fmla="*/ 25 w 9"/>
                <a:gd name="T3" fmla="*/ 21 h 8"/>
                <a:gd name="T4" fmla="*/ 0 w 9"/>
                <a:gd name="T5" fmla="*/ 18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8">
                  <a:moveTo>
                    <a:pt x="0" y="5"/>
                  </a:moveTo>
                  <a:cubicBezTo>
                    <a:pt x="1" y="7"/>
                    <a:pt x="5" y="8"/>
                    <a:pt x="8" y="6"/>
                  </a:cubicBezTo>
                  <a:cubicBezTo>
                    <a:pt x="9" y="0"/>
                    <a:pt x="1" y="1"/>
                    <a:pt x="0" y="5"/>
                  </a:cubicBezTo>
                  <a:close/>
                </a:path>
              </a:pathLst>
            </a:custGeom>
            <a:noFill/>
            <a:ln w="158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9978" name="Freeform 657">
              <a:extLst>
                <a:ext uri="{FF2B5EF4-FFF2-40B4-BE49-F238E27FC236}">
                  <a16:creationId xmlns:a16="http://schemas.microsoft.com/office/drawing/2014/main" id="{73502E5A-84BD-45E3-B1F5-F076030DDC1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5" y="2596"/>
              <a:ext cx="64" cy="39"/>
            </a:xfrm>
            <a:custGeom>
              <a:avLst/>
              <a:gdLst>
                <a:gd name="T0" fmla="*/ 0 w 41"/>
                <a:gd name="T1" fmla="*/ 0 h 25"/>
                <a:gd name="T2" fmla="*/ 47 w 41"/>
                <a:gd name="T3" fmla="*/ 47 h 25"/>
                <a:gd name="T4" fmla="*/ 122 w 41"/>
                <a:gd name="T5" fmla="*/ 80 h 25"/>
                <a:gd name="T6" fmla="*/ 156 w 41"/>
                <a:gd name="T7" fmla="*/ 95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1" h="25">
                  <a:moveTo>
                    <a:pt x="0" y="0"/>
                  </a:moveTo>
                  <a:cubicBezTo>
                    <a:pt x="4" y="2"/>
                    <a:pt x="7" y="10"/>
                    <a:pt x="12" y="12"/>
                  </a:cubicBezTo>
                  <a:cubicBezTo>
                    <a:pt x="19" y="17"/>
                    <a:pt x="26" y="18"/>
                    <a:pt x="32" y="21"/>
                  </a:cubicBezTo>
                  <a:cubicBezTo>
                    <a:pt x="35" y="23"/>
                    <a:pt x="39" y="24"/>
                    <a:pt x="41" y="25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9979" name="Freeform 658">
              <a:extLst>
                <a:ext uri="{FF2B5EF4-FFF2-40B4-BE49-F238E27FC236}">
                  <a16:creationId xmlns:a16="http://schemas.microsoft.com/office/drawing/2014/main" id="{C84948D1-C47A-45EF-9345-DB0245867E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5" y="2604"/>
              <a:ext cx="54" cy="43"/>
            </a:xfrm>
            <a:custGeom>
              <a:avLst/>
              <a:gdLst>
                <a:gd name="T0" fmla="*/ 128 w 35"/>
                <a:gd name="T1" fmla="*/ 101 h 28"/>
                <a:gd name="T2" fmla="*/ 40 w 35"/>
                <a:gd name="T3" fmla="*/ 52 h 28"/>
                <a:gd name="T4" fmla="*/ 0 w 35"/>
                <a:gd name="T5" fmla="*/ 0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28">
                  <a:moveTo>
                    <a:pt x="35" y="28"/>
                  </a:moveTo>
                  <a:cubicBezTo>
                    <a:pt x="25" y="18"/>
                    <a:pt x="18" y="16"/>
                    <a:pt x="11" y="14"/>
                  </a:cubicBezTo>
                  <a:cubicBezTo>
                    <a:pt x="11" y="12"/>
                    <a:pt x="5" y="5"/>
                    <a:pt x="0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9980" name="Freeform 659">
              <a:extLst>
                <a:ext uri="{FF2B5EF4-FFF2-40B4-BE49-F238E27FC236}">
                  <a16:creationId xmlns:a16="http://schemas.microsoft.com/office/drawing/2014/main" id="{48DFEFAB-7037-4F75-A82C-784CAE027C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7" y="2540"/>
              <a:ext cx="70" cy="84"/>
            </a:xfrm>
            <a:custGeom>
              <a:avLst/>
              <a:gdLst>
                <a:gd name="T0" fmla="*/ 170 w 45"/>
                <a:gd name="T1" fmla="*/ 199 h 54"/>
                <a:gd name="T2" fmla="*/ 95 w 45"/>
                <a:gd name="T3" fmla="*/ 143 h 54"/>
                <a:gd name="T4" fmla="*/ 75 w 45"/>
                <a:gd name="T5" fmla="*/ 40 h 54"/>
                <a:gd name="T6" fmla="*/ 47 w 45"/>
                <a:gd name="T7" fmla="*/ 0 h 54"/>
                <a:gd name="T8" fmla="*/ 0 w 45"/>
                <a:gd name="T9" fmla="*/ 82 h 54"/>
                <a:gd name="T10" fmla="*/ 19 w 45"/>
                <a:gd name="T11" fmla="*/ 156 h 5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5" h="54">
                  <a:moveTo>
                    <a:pt x="45" y="53"/>
                  </a:moveTo>
                  <a:cubicBezTo>
                    <a:pt x="34" y="54"/>
                    <a:pt x="26" y="44"/>
                    <a:pt x="25" y="38"/>
                  </a:cubicBezTo>
                  <a:cubicBezTo>
                    <a:pt x="22" y="32"/>
                    <a:pt x="21" y="15"/>
                    <a:pt x="20" y="11"/>
                  </a:cubicBezTo>
                  <a:cubicBezTo>
                    <a:pt x="20" y="6"/>
                    <a:pt x="19" y="0"/>
                    <a:pt x="12" y="0"/>
                  </a:cubicBezTo>
                  <a:cubicBezTo>
                    <a:pt x="4" y="5"/>
                    <a:pt x="0" y="15"/>
                    <a:pt x="0" y="22"/>
                  </a:cubicBezTo>
                  <a:cubicBezTo>
                    <a:pt x="1" y="29"/>
                    <a:pt x="5" y="34"/>
                    <a:pt x="5" y="41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9981" name="Freeform 660">
              <a:extLst>
                <a:ext uri="{FF2B5EF4-FFF2-40B4-BE49-F238E27FC236}">
                  <a16:creationId xmlns:a16="http://schemas.microsoft.com/office/drawing/2014/main" id="{04009873-E3FF-4B4C-A3FC-D01C1885ED0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6" y="2662"/>
              <a:ext cx="24" cy="10"/>
            </a:xfrm>
            <a:custGeom>
              <a:avLst/>
              <a:gdLst>
                <a:gd name="T0" fmla="*/ 54 w 16"/>
                <a:gd name="T1" fmla="*/ 28 h 6"/>
                <a:gd name="T2" fmla="*/ 0 w 16"/>
                <a:gd name="T3" fmla="*/ 2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6">
                  <a:moveTo>
                    <a:pt x="16" y="6"/>
                  </a:moveTo>
                  <a:cubicBezTo>
                    <a:pt x="10" y="2"/>
                    <a:pt x="2" y="0"/>
                    <a:pt x="0" y="4"/>
                  </a:cubicBezTo>
                </a:path>
              </a:pathLst>
            </a:custGeom>
            <a:noFill/>
            <a:ln w="158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9982" name="Freeform 661">
              <a:extLst>
                <a:ext uri="{FF2B5EF4-FFF2-40B4-BE49-F238E27FC236}">
                  <a16:creationId xmlns:a16="http://schemas.microsoft.com/office/drawing/2014/main" id="{CD6747FE-F8D0-48D4-BC72-634DC9A9667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1" y="2531"/>
              <a:ext cx="6" cy="16"/>
            </a:xfrm>
            <a:custGeom>
              <a:avLst/>
              <a:gdLst>
                <a:gd name="T0" fmla="*/ 14 w 4"/>
                <a:gd name="T1" fmla="*/ 42 h 10"/>
                <a:gd name="T2" fmla="*/ 0 w 4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0">
                  <a:moveTo>
                    <a:pt x="4" y="10"/>
                  </a:moveTo>
                  <a:cubicBezTo>
                    <a:pt x="3" y="6"/>
                    <a:pt x="1" y="3"/>
                    <a:pt x="0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9983" name="Freeform 662">
              <a:extLst>
                <a:ext uri="{FF2B5EF4-FFF2-40B4-BE49-F238E27FC236}">
                  <a16:creationId xmlns:a16="http://schemas.microsoft.com/office/drawing/2014/main" id="{5307E07B-B68B-432B-9A9D-B34CF0DFD62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9" y="2562"/>
              <a:ext cx="39" cy="42"/>
            </a:xfrm>
            <a:custGeom>
              <a:avLst/>
              <a:gdLst>
                <a:gd name="T0" fmla="*/ 95 w 25"/>
                <a:gd name="T1" fmla="*/ 101 h 27"/>
                <a:gd name="T2" fmla="*/ 42 w 25"/>
                <a:gd name="T3" fmla="*/ 75 h 27"/>
                <a:gd name="T4" fmla="*/ 0 w 25"/>
                <a:gd name="T5" fmla="*/ 0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27">
                  <a:moveTo>
                    <a:pt x="25" y="27"/>
                  </a:moveTo>
                  <a:cubicBezTo>
                    <a:pt x="21" y="24"/>
                    <a:pt x="14" y="27"/>
                    <a:pt x="11" y="20"/>
                  </a:cubicBezTo>
                  <a:cubicBezTo>
                    <a:pt x="8" y="14"/>
                    <a:pt x="1" y="9"/>
                    <a:pt x="0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9984" name="Freeform 663">
              <a:extLst>
                <a:ext uri="{FF2B5EF4-FFF2-40B4-BE49-F238E27FC236}">
                  <a16:creationId xmlns:a16="http://schemas.microsoft.com/office/drawing/2014/main" id="{6FE11331-46A0-4EB1-A47F-DE312567C2B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7" y="2550"/>
              <a:ext cx="26" cy="40"/>
            </a:xfrm>
            <a:custGeom>
              <a:avLst/>
              <a:gdLst>
                <a:gd name="T0" fmla="*/ 61 w 17"/>
                <a:gd name="T1" fmla="*/ 95 h 26"/>
                <a:gd name="T2" fmla="*/ 35 w 17"/>
                <a:gd name="T3" fmla="*/ 80 h 26"/>
                <a:gd name="T4" fmla="*/ 0 w 17"/>
                <a:gd name="T5" fmla="*/ 0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6">
                  <a:moveTo>
                    <a:pt x="17" y="26"/>
                  </a:moveTo>
                  <a:cubicBezTo>
                    <a:pt x="16" y="22"/>
                    <a:pt x="13" y="24"/>
                    <a:pt x="10" y="22"/>
                  </a:cubicBezTo>
                  <a:cubicBezTo>
                    <a:pt x="7" y="21"/>
                    <a:pt x="1" y="6"/>
                    <a:pt x="0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9985" name="Freeform 664">
              <a:extLst>
                <a:ext uri="{FF2B5EF4-FFF2-40B4-BE49-F238E27FC236}">
                  <a16:creationId xmlns:a16="http://schemas.microsoft.com/office/drawing/2014/main" id="{267978ED-C542-44BF-AD9E-CA0F967D20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5" y="2598"/>
              <a:ext cx="4" cy="17"/>
            </a:xfrm>
            <a:custGeom>
              <a:avLst/>
              <a:gdLst>
                <a:gd name="T0" fmla="*/ 7 w 3"/>
                <a:gd name="T1" fmla="*/ 0 h 11"/>
                <a:gd name="T2" fmla="*/ 5 w 3"/>
                <a:gd name="T3" fmla="*/ 4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1">
                  <a:moveTo>
                    <a:pt x="3" y="0"/>
                  </a:moveTo>
                  <a:cubicBezTo>
                    <a:pt x="0" y="1"/>
                    <a:pt x="2" y="8"/>
                    <a:pt x="2" y="11"/>
                  </a:cubicBezTo>
                </a:path>
              </a:pathLst>
            </a:custGeom>
            <a:noFill/>
            <a:ln w="158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9986" name="Freeform 665">
              <a:extLst>
                <a:ext uri="{FF2B5EF4-FFF2-40B4-BE49-F238E27FC236}">
                  <a16:creationId xmlns:a16="http://schemas.microsoft.com/office/drawing/2014/main" id="{097EF38D-A47A-46F7-B211-C7D382C969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7" y="2468"/>
              <a:ext cx="177" cy="68"/>
            </a:xfrm>
            <a:custGeom>
              <a:avLst/>
              <a:gdLst>
                <a:gd name="T0" fmla="*/ 214 w 114"/>
                <a:gd name="T1" fmla="*/ 155 h 44"/>
                <a:gd name="T2" fmla="*/ 214 w 114"/>
                <a:gd name="T3" fmla="*/ 155 h 44"/>
                <a:gd name="T4" fmla="*/ 0 w 114"/>
                <a:gd name="T5" fmla="*/ 0 h 44"/>
                <a:gd name="T6" fmla="*/ 214 w 114"/>
                <a:gd name="T7" fmla="*/ 162 h 44"/>
                <a:gd name="T8" fmla="*/ 214 w 114"/>
                <a:gd name="T9" fmla="*/ 162 h 44"/>
                <a:gd name="T10" fmla="*/ 427 w 114"/>
                <a:gd name="T11" fmla="*/ 0 h 44"/>
                <a:gd name="T12" fmla="*/ 214 w 114"/>
                <a:gd name="T13" fmla="*/ 155 h 4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4" h="44">
                  <a:moveTo>
                    <a:pt x="57" y="42"/>
                  </a:moveTo>
                  <a:cubicBezTo>
                    <a:pt x="57" y="42"/>
                    <a:pt x="57" y="42"/>
                    <a:pt x="57" y="42"/>
                  </a:cubicBezTo>
                  <a:cubicBezTo>
                    <a:pt x="37" y="42"/>
                    <a:pt x="9" y="19"/>
                    <a:pt x="0" y="0"/>
                  </a:cubicBezTo>
                  <a:cubicBezTo>
                    <a:pt x="9" y="20"/>
                    <a:pt x="36" y="44"/>
                    <a:pt x="57" y="44"/>
                  </a:cubicBezTo>
                  <a:cubicBezTo>
                    <a:pt x="57" y="44"/>
                    <a:pt x="57" y="44"/>
                    <a:pt x="57" y="44"/>
                  </a:cubicBezTo>
                  <a:cubicBezTo>
                    <a:pt x="78" y="44"/>
                    <a:pt x="105" y="20"/>
                    <a:pt x="114" y="0"/>
                  </a:cubicBezTo>
                  <a:cubicBezTo>
                    <a:pt x="105" y="19"/>
                    <a:pt x="77" y="42"/>
                    <a:pt x="57" y="42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9987" name="Freeform 666">
              <a:extLst>
                <a:ext uri="{FF2B5EF4-FFF2-40B4-BE49-F238E27FC236}">
                  <a16:creationId xmlns:a16="http://schemas.microsoft.com/office/drawing/2014/main" id="{B74239A2-D225-4BD7-B0C7-3D10190C9F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4" y="3824"/>
              <a:ext cx="6" cy="32"/>
            </a:xfrm>
            <a:custGeom>
              <a:avLst/>
              <a:gdLst>
                <a:gd name="T0" fmla="*/ 14 w 4"/>
                <a:gd name="T1" fmla="*/ 0 h 21"/>
                <a:gd name="T2" fmla="*/ 0 w 4"/>
                <a:gd name="T3" fmla="*/ 75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1">
                  <a:moveTo>
                    <a:pt x="4" y="0"/>
                  </a:moveTo>
                  <a:cubicBezTo>
                    <a:pt x="4" y="8"/>
                    <a:pt x="0" y="21"/>
                    <a:pt x="0" y="21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9988" name="Freeform 667">
              <a:extLst>
                <a:ext uri="{FF2B5EF4-FFF2-40B4-BE49-F238E27FC236}">
                  <a16:creationId xmlns:a16="http://schemas.microsoft.com/office/drawing/2014/main" id="{5F16C202-27CE-4D70-B4F8-74AEAA04DD2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7" y="1367"/>
              <a:ext cx="175" cy="19"/>
            </a:xfrm>
            <a:custGeom>
              <a:avLst/>
              <a:gdLst>
                <a:gd name="T0" fmla="*/ 305 w 113"/>
                <a:gd name="T1" fmla="*/ 16 h 12"/>
                <a:gd name="T2" fmla="*/ 178 w 113"/>
                <a:gd name="T3" fmla="*/ 16 h 12"/>
                <a:gd name="T4" fmla="*/ 8 w 113"/>
                <a:gd name="T5" fmla="*/ 27 h 12"/>
                <a:gd name="T6" fmla="*/ 5 w 113"/>
                <a:gd name="T7" fmla="*/ 48 h 12"/>
                <a:gd name="T8" fmla="*/ 14 w 113"/>
                <a:gd name="T9" fmla="*/ 33 h 12"/>
                <a:gd name="T10" fmla="*/ 178 w 113"/>
                <a:gd name="T11" fmla="*/ 25 h 12"/>
                <a:gd name="T12" fmla="*/ 310 w 113"/>
                <a:gd name="T13" fmla="*/ 25 h 12"/>
                <a:gd name="T14" fmla="*/ 420 w 113"/>
                <a:gd name="T15" fmla="*/ 0 h 12"/>
                <a:gd name="T16" fmla="*/ 305 w 113"/>
                <a:gd name="T17" fmla="*/ 16 h 1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3" h="12">
                  <a:moveTo>
                    <a:pt x="82" y="4"/>
                  </a:moveTo>
                  <a:cubicBezTo>
                    <a:pt x="76" y="6"/>
                    <a:pt x="63" y="5"/>
                    <a:pt x="48" y="4"/>
                  </a:cubicBezTo>
                  <a:cubicBezTo>
                    <a:pt x="29" y="2"/>
                    <a:pt x="9" y="1"/>
                    <a:pt x="2" y="7"/>
                  </a:cubicBezTo>
                  <a:cubicBezTo>
                    <a:pt x="0" y="8"/>
                    <a:pt x="1" y="10"/>
                    <a:pt x="1" y="12"/>
                  </a:cubicBezTo>
                  <a:cubicBezTo>
                    <a:pt x="1" y="10"/>
                    <a:pt x="2" y="9"/>
                    <a:pt x="4" y="8"/>
                  </a:cubicBezTo>
                  <a:cubicBezTo>
                    <a:pt x="9" y="3"/>
                    <a:pt x="30" y="4"/>
                    <a:pt x="48" y="6"/>
                  </a:cubicBezTo>
                  <a:cubicBezTo>
                    <a:pt x="63" y="7"/>
                    <a:pt x="77" y="8"/>
                    <a:pt x="83" y="6"/>
                  </a:cubicBezTo>
                  <a:cubicBezTo>
                    <a:pt x="89" y="3"/>
                    <a:pt x="107" y="1"/>
                    <a:pt x="113" y="0"/>
                  </a:cubicBezTo>
                  <a:cubicBezTo>
                    <a:pt x="106" y="1"/>
                    <a:pt x="88" y="1"/>
                    <a:pt x="82" y="4"/>
                  </a:cubicBezTo>
                </a:path>
              </a:pathLst>
            </a:custGeom>
            <a:solidFill>
              <a:srgbClr val="7575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9989" name="Freeform 668">
              <a:extLst>
                <a:ext uri="{FF2B5EF4-FFF2-40B4-BE49-F238E27FC236}">
                  <a16:creationId xmlns:a16="http://schemas.microsoft.com/office/drawing/2014/main" id="{B4D361AF-7267-4828-9CA1-7800FA67BB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1" y="3952"/>
              <a:ext cx="30" cy="61"/>
            </a:xfrm>
            <a:custGeom>
              <a:avLst/>
              <a:gdLst>
                <a:gd name="T0" fmla="*/ 5 w 19"/>
                <a:gd name="T1" fmla="*/ 0 h 40"/>
                <a:gd name="T2" fmla="*/ 21 w 19"/>
                <a:gd name="T3" fmla="*/ 41 h 40"/>
                <a:gd name="T4" fmla="*/ 43 w 19"/>
                <a:gd name="T5" fmla="*/ 142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40">
                  <a:moveTo>
                    <a:pt x="1" y="0"/>
                  </a:moveTo>
                  <a:cubicBezTo>
                    <a:pt x="0" y="4"/>
                    <a:pt x="2" y="8"/>
                    <a:pt x="5" y="12"/>
                  </a:cubicBezTo>
                  <a:cubicBezTo>
                    <a:pt x="10" y="17"/>
                    <a:pt x="19" y="31"/>
                    <a:pt x="11" y="4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9990" name="Freeform 669">
              <a:extLst>
                <a:ext uri="{FF2B5EF4-FFF2-40B4-BE49-F238E27FC236}">
                  <a16:creationId xmlns:a16="http://schemas.microsoft.com/office/drawing/2014/main" id="{67CA5503-3F89-4DB5-B98C-11C28C3067A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2" y="3953"/>
              <a:ext cx="42" cy="60"/>
            </a:xfrm>
            <a:custGeom>
              <a:avLst/>
              <a:gdLst>
                <a:gd name="T0" fmla="*/ 0 w 27"/>
                <a:gd name="T1" fmla="*/ 0 h 39"/>
                <a:gd name="T2" fmla="*/ 61 w 27"/>
                <a:gd name="T3" fmla="*/ 54 h 39"/>
                <a:gd name="T4" fmla="*/ 82 w 27"/>
                <a:gd name="T5" fmla="*/ 142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39">
                  <a:moveTo>
                    <a:pt x="0" y="0"/>
                  </a:moveTo>
                  <a:cubicBezTo>
                    <a:pt x="5" y="8"/>
                    <a:pt x="13" y="12"/>
                    <a:pt x="16" y="15"/>
                  </a:cubicBezTo>
                  <a:cubicBezTo>
                    <a:pt x="24" y="23"/>
                    <a:pt x="27" y="32"/>
                    <a:pt x="22" y="39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9991" name="Freeform 670">
              <a:extLst>
                <a:ext uri="{FF2B5EF4-FFF2-40B4-BE49-F238E27FC236}">
                  <a16:creationId xmlns:a16="http://schemas.microsoft.com/office/drawing/2014/main" id="{05E7A801-ED25-4E74-8EF1-3C8DF6689C9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5" y="3950"/>
              <a:ext cx="45" cy="59"/>
            </a:xfrm>
            <a:custGeom>
              <a:avLst/>
              <a:gdLst>
                <a:gd name="T0" fmla="*/ 0 w 29"/>
                <a:gd name="T1" fmla="*/ 0 h 38"/>
                <a:gd name="T2" fmla="*/ 61 w 29"/>
                <a:gd name="T3" fmla="*/ 53 h 38"/>
                <a:gd name="T4" fmla="*/ 104 w 29"/>
                <a:gd name="T5" fmla="*/ 143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38">
                  <a:moveTo>
                    <a:pt x="0" y="0"/>
                  </a:moveTo>
                  <a:cubicBezTo>
                    <a:pt x="5" y="5"/>
                    <a:pt x="9" y="8"/>
                    <a:pt x="16" y="14"/>
                  </a:cubicBezTo>
                  <a:cubicBezTo>
                    <a:pt x="26" y="23"/>
                    <a:pt x="29" y="30"/>
                    <a:pt x="28" y="38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9992" name="Freeform 671">
              <a:extLst>
                <a:ext uri="{FF2B5EF4-FFF2-40B4-BE49-F238E27FC236}">
                  <a16:creationId xmlns:a16="http://schemas.microsoft.com/office/drawing/2014/main" id="{253A3BAE-DB65-40FA-97A8-53E259E44A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4" y="3942"/>
              <a:ext cx="33" cy="45"/>
            </a:xfrm>
            <a:custGeom>
              <a:avLst/>
              <a:gdLst>
                <a:gd name="T0" fmla="*/ 0 w 21"/>
                <a:gd name="T1" fmla="*/ 0 h 29"/>
                <a:gd name="T2" fmla="*/ 47 w 21"/>
                <a:gd name="T3" fmla="*/ 45 h 29"/>
                <a:gd name="T4" fmla="*/ 77 w 21"/>
                <a:gd name="T5" fmla="*/ 109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29">
                  <a:moveTo>
                    <a:pt x="0" y="0"/>
                  </a:moveTo>
                  <a:cubicBezTo>
                    <a:pt x="3" y="5"/>
                    <a:pt x="8" y="8"/>
                    <a:pt x="12" y="12"/>
                  </a:cubicBezTo>
                  <a:cubicBezTo>
                    <a:pt x="16" y="15"/>
                    <a:pt x="21" y="22"/>
                    <a:pt x="20" y="29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9993" name="Freeform 672">
              <a:extLst>
                <a:ext uri="{FF2B5EF4-FFF2-40B4-BE49-F238E27FC236}">
                  <a16:creationId xmlns:a16="http://schemas.microsoft.com/office/drawing/2014/main" id="{F108BA56-8981-484B-A287-5FE20A776C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6" y="3976"/>
              <a:ext cx="44" cy="22"/>
            </a:xfrm>
            <a:custGeom>
              <a:avLst/>
              <a:gdLst>
                <a:gd name="T0" fmla="*/ 102 w 29"/>
                <a:gd name="T1" fmla="*/ 49 h 14"/>
                <a:gd name="T2" fmla="*/ 27 w 29"/>
                <a:gd name="T3" fmla="*/ 55 h 14"/>
                <a:gd name="T4" fmla="*/ 49 w 29"/>
                <a:gd name="T5" fmla="*/ 0 h 14"/>
                <a:gd name="T6" fmla="*/ 102 w 29"/>
                <a:gd name="T7" fmla="*/ 49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" h="14">
                  <a:moveTo>
                    <a:pt x="29" y="13"/>
                  </a:moveTo>
                  <a:cubicBezTo>
                    <a:pt x="20" y="12"/>
                    <a:pt x="10" y="12"/>
                    <a:pt x="8" y="14"/>
                  </a:cubicBezTo>
                  <a:cubicBezTo>
                    <a:pt x="0" y="4"/>
                    <a:pt x="8" y="0"/>
                    <a:pt x="14" y="0"/>
                  </a:cubicBezTo>
                  <a:cubicBezTo>
                    <a:pt x="26" y="1"/>
                    <a:pt x="29" y="11"/>
                    <a:pt x="29" y="13"/>
                  </a:cubicBezTo>
                  <a:close/>
                </a:path>
              </a:pathLst>
            </a:custGeom>
            <a:noFill/>
            <a:ln w="158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9994" name="Freeform 673">
              <a:extLst>
                <a:ext uri="{FF2B5EF4-FFF2-40B4-BE49-F238E27FC236}">
                  <a16:creationId xmlns:a16="http://schemas.microsoft.com/office/drawing/2014/main" id="{7B2D9506-DB79-4852-83C8-410BC155AAC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5" y="3992"/>
              <a:ext cx="22" cy="17"/>
            </a:xfrm>
            <a:custGeom>
              <a:avLst/>
              <a:gdLst>
                <a:gd name="T0" fmla="*/ 55 w 14"/>
                <a:gd name="T1" fmla="*/ 40 h 11"/>
                <a:gd name="T2" fmla="*/ 0 w 14"/>
                <a:gd name="T3" fmla="*/ 36 h 11"/>
                <a:gd name="T4" fmla="*/ 55 w 14"/>
                <a:gd name="T5" fmla="*/ 4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1">
                  <a:moveTo>
                    <a:pt x="14" y="11"/>
                  </a:moveTo>
                  <a:cubicBezTo>
                    <a:pt x="12" y="11"/>
                    <a:pt x="2" y="9"/>
                    <a:pt x="0" y="10"/>
                  </a:cubicBezTo>
                  <a:cubicBezTo>
                    <a:pt x="1" y="1"/>
                    <a:pt x="14" y="0"/>
                    <a:pt x="14" y="11"/>
                  </a:cubicBezTo>
                  <a:close/>
                </a:path>
              </a:pathLst>
            </a:custGeom>
            <a:noFill/>
            <a:ln w="158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9995" name="Freeform 674">
              <a:extLst>
                <a:ext uri="{FF2B5EF4-FFF2-40B4-BE49-F238E27FC236}">
                  <a16:creationId xmlns:a16="http://schemas.microsoft.com/office/drawing/2014/main" id="{B462D0D7-1EC2-4A63-9D49-879390C2EE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9" y="3995"/>
              <a:ext cx="18" cy="15"/>
            </a:xfrm>
            <a:custGeom>
              <a:avLst/>
              <a:gdLst>
                <a:gd name="T0" fmla="*/ 41 w 12"/>
                <a:gd name="T1" fmla="*/ 27 h 10"/>
                <a:gd name="T2" fmla="*/ 0 w 12"/>
                <a:gd name="T3" fmla="*/ 26 h 10"/>
                <a:gd name="T4" fmla="*/ 41 w 12"/>
                <a:gd name="T5" fmla="*/ 27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0">
                  <a:moveTo>
                    <a:pt x="12" y="8"/>
                  </a:moveTo>
                  <a:cubicBezTo>
                    <a:pt x="10" y="9"/>
                    <a:pt x="3" y="10"/>
                    <a:pt x="0" y="7"/>
                  </a:cubicBezTo>
                  <a:cubicBezTo>
                    <a:pt x="2" y="0"/>
                    <a:pt x="12" y="4"/>
                    <a:pt x="12" y="8"/>
                  </a:cubicBezTo>
                  <a:close/>
                </a:path>
              </a:pathLst>
            </a:custGeom>
            <a:noFill/>
            <a:ln w="158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9996" name="Freeform 675">
              <a:extLst>
                <a:ext uri="{FF2B5EF4-FFF2-40B4-BE49-F238E27FC236}">
                  <a16:creationId xmlns:a16="http://schemas.microsoft.com/office/drawing/2014/main" id="{2AA4D82A-646A-4ABA-A105-7CEC04DC923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7" y="3983"/>
              <a:ext cx="15" cy="12"/>
            </a:xfrm>
            <a:custGeom>
              <a:avLst/>
              <a:gdLst>
                <a:gd name="T0" fmla="*/ 35 w 10"/>
                <a:gd name="T1" fmla="*/ 18 h 8"/>
                <a:gd name="T2" fmla="*/ 8 w 10"/>
                <a:gd name="T3" fmla="*/ 21 h 8"/>
                <a:gd name="T4" fmla="*/ 35 w 10"/>
                <a:gd name="T5" fmla="*/ 18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8">
                  <a:moveTo>
                    <a:pt x="10" y="5"/>
                  </a:moveTo>
                  <a:cubicBezTo>
                    <a:pt x="9" y="7"/>
                    <a:pt x="5" y="8"/>
                    <a:pt x="2" y="6"/>
                  </a:cubicBezTo>
                  <a:cubicBezTo>
                    <a:pt x="0" y="0"/>
                    <a:pt x="9" y="1"/>
                    <a:pt x="10" y="5"/>
                  </a:cubicBezTo>
                  <a:close/>
                </a:path>
              </a:pathLst>
            </a:custGeom>
            <a:noFill/>
            <a:ln w="158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9997" name="Freeform 676">
              <a:extLst>
                <a:ext uri="{FF2B5EF4-FFF2-40B4-BE49-F238E27FC236}">
                  <a16:creationId xmlns:a16="http://schemas.microsoft.com/office/drawing/2014/main" id="{34BB5935-0DEC-46C9-8FEF-DC6CD989D1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2" y="1541"/>
              <a:ext cx="30" cy="25"/>
            </a:xfrm>
            <a:custGeom>
              <a:avLst/>
              <a:gdLst>
                <a:gd name="T0" fmla="*/ 0 w 19"/>
                <a:gd name="T1" fmla="*/ 34 h 16"/>
                <a:gd name="T2" fmla="*/ 35 w 19"/>
                <a:gd name="T3" fmla="*/ 5 h 16"/>
                <a:gd name="T4" fmla="*/ 74 w 19"/>
                <a:gd name="T5" fmla="*/ 31 h 16"/>
                <a:gd name="T6" fmla="*/ 39 w 19"/>
                <a:gd name="T7" fmla="*/ 61 h 16"/>
                <a:gd name="T8" fmla="*/ 0 w 19"/>
                <a:gd name="T9" fmla="*/ 34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16">
                  <a:moveTo>
                    <a:pt x="0" y="9"/>
                  </a:moveTo>
                  <a:cubicBezTo>
                    <a:pt x="0" y="5"/>
                    <a:pt x="4" y="1"/>
                    <a:pt x="9" y="1"/>
                  </a:cubicBezTo>
                  <a:cubicBezTo>
                    <a:pt x="14" y="0"/>
                    <a:pt x="18" y="3"/>
                    <a:pt x="19" y="8"/>
                  </a:cubicBezTo>
                  <a:cubicBezTo>
                    <a:pt x="19" y="12"/>
                    <a:pt x="15" y="16"/>
                    <a:pt x="10" y="16"/>
                  </a:cubicBezTo>
                  <a:cubicBezTo>
                    <a:pt x="5" y="16"/>
                    <a:pt x="1" y="13"/>
                    <a:pt x="0" y="9"/>
                  </a:cubicBezTo>
                </a:path>
              </a:pathLst>
            </a:custGeom>
            <a:solidFill>
              <a:srgbClr val="FDE4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9998" name="Freeform 677">
              <a:extLst>
                <a:ext uri="{FF2B5EF4-FFF2-40B4-BE49-F238E27FC236}">
                  <a16:creationId xmlns:a16="http://schemas.microsoft.com/office/drawing/2014/main" id="{4AD8F7ED-E4E5-4E09-BB64-F40377BEFA3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832" y="1549"/>
              <a:ext cx="12" cy="11"/>
            </a:xfrm>
            <a:custGeom>
              <a:avLst/>
              <a:gdLst>
                <a:gd name="T0" fmla="*/ 26 w 8"/>
                <a:gd name="T1" fmla="*/ 8 h 7"/>
                <a:gd name="T2" fmla="*/ 26 w 8"/>
                <a:gd name="T3" fmla="*/ 14 h 7"/>
                <a:gd name="T4" fmla="*/ 18 w 8"/>
                <a:gd name="T5" fmla="*/ 20 h 7"/>
                <a:gd name="T6" fmla="*/ 14 w 8"/>
                <a:gd name="T7" fmla="*/ 20 h 7"/>
                <a:gd name="T8" fmla="*/ 8 w 8"/>
                <a:gd name="T9" fmla="*/ 20 h 7"/>
                <a:gd name="T10" fmla="*/ 5 w 8"/>
                <a:gd name="T11" fmla="*/ 13 h 7"/>
                <a:gd name="T12" fmla="*/ 5 w 8"/>
                <a:gd name="T13" fmla="*/ 13 h 7"/>
                <a:gd name="T14" fmla="*/ 5 w 8"/>
                <a:gd name="T15" fmla="*/ 13 h 7"/>
                <a:gd name="T16" fmla="*/ 5 w 8"/>
                <a:gd name="T17" fmla="*/ 8 h 7"/>
                <a:gd name="T18" fmla="*/ 5 w 8"/>
                <a:gd name="T19" fmla="*/ 8 h 7"/>
                <a:gd name="T20" fmla="*/ 0 w 8"/>
                <a:gd name="T21" fmla="*/ 8 h 7"/>
                <a:gd name="T22" fmla="*/ 0 w 8"/>
                <a:gd name="T23" fmla="*/ 13 h 7"/>
                <a:gd name="T24" fmla="*/ 5 w 8"/>
                <a:gd name="T25" fmla="*/ 22 h 7"/>
                <a:gd name="T26" fmla="*/ 14 w 8"/>
                <a:gd name="T27" fmla="*/ 27 h 7"/>
                <a:gd name="T28" fmla="*/ 26 w 8"/>
                <a:gd name="T29" fmla="*/ 20 h 7"/>
                <a:gd name="T30" fmla="*/ 27 w 8"/>
                <a:gd name="T31" fmla="*/ 13 h 7"/>
                <a:gd name="T32" fmla="*/ 26 w 8"/>
                <a:gd name="T33" fmla="*/ 8 h 7"/>
                <a:gd name="T34" fmla="*/ 12 w 8"/>
                <a:gd name="T35" fmla="*/ 5 h 7"/>
                <a:gd name="T36" fmla="*/ 12 w 8"/>
                <a:gd name="T37" fmla="*/ 5 h 7"/>
                <a:gd name="T38" fmla="*/ 14 w 8"/>
                <a:gd name="T39" fmla="*/ 5 h 7"/>
                <a:gd name="T40" fmla="*/ 14 w 8"/>
                <a:gd name="T41" fmla="*/ 0 h 7"/>
                <a:gd name="T42" fmla="*/ 14 w 8"/>
                <a:gd name="T43" fmla="*/ 0 h 7"/>
                <a:gd name="T44" fmla="*/ 12 w 8"/>
                <a:gd name="T45" fmla="*/ 0 h 7"/>
                <a:gd name="T46" fmla="*/ 12 w 8"/>
                <a:gd name="T47" fmla="*/ 0 h 7"/>
                <a:gd name="T48" fmla="*/ 12 w 8"/>
                <a:gd name="T49" fmla="*/ 5 h 7"/>
                <a:gd name="T50" fmla="*/ 12 w 8"/>
                <a:gd name="T51" fmla="*/ 5 h 7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8" h="7">
                  <a:moveTo>
                    <a:pt x="7" y="2"/>
                  </a:moveTo>
                  <a:cubicBezTo>
                    <a:pt x="7" y="3"/>
                    <a:pt x="7" y="4"/>
                    <a:pt x="7" y="4"/>
                  </a:cubicBezTo>
                  <a:cubicBezTo>
                    <a:pt x="6" y="4"/>
                    <a:pt x="6" y="5"/>
                    <a:pt x="5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3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7" y="5"/>
                    <a:pt x="7" y="5"/>
                    <a:pt x="7" y="5"/>
                  </a:cubicBezTo>
                  <a:cubicBezTo>
                    <a:pt x="8" y="3"/>
                    <a:pt x="8" y="3"/>
                    <a:pt x="8" y="3"/>
                  </a:cubicBezTo>
                  <a:lnTo>
                    <a:pt x="7" y="2"/>
                  </a:lnTo>
                  <a:close/>
                  <a:moveTo>
                    <a:pt x="3" y="1"/>
                  </a:moveTo>
                  <a:cubicBezTo>
                    <a:pt x="3" y="1"/>
                    <a:pt x="3" y="1"/>
                    <a:pt x="3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1"/>
                    <a:pt x="4" y="1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1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9999" name="Freeform 678">
              <a:extLst>
                <a:ext uri="{FF2B5EF4-FFF2-40B4-BE49-F238E27FC236}">
                  <a16:creationId xmlns:a16="http://schemas.microsoft.com/office/drawing/2014/main" id="{3F5EDCAE-1652-4A81-99E5-71236C0DC30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822" y="1541"/>
              <a:ext cx="30" cy="27"/>
            </a:xfrm>
            <a:custGeom>
              <a:avLst/>
              <a:gdLst>
                <a:gd name="T0" fmla="*/ 69 w 19"/>
                <a:gd name="T1" fmla="*/ 33 h 17"/>
                <a:gd name="T2" fmla="*/ 74 w 19"/>
                <a:gd name="T3" fmla="*/ 27 h 17"/>
                <a:gd name="T4" fmla="*/ 69 w 19"/>
                <a:gd name="T5" fmla="*/ 16 h 17"/>
                <a:gd name="T6" fmla="*/ 69 w 19"/>
                <a:gd name="T7" fmla="*/ 16 h 17"/>
                <a:gd name="T8" fmla="*/ 68 w 19"/>
                <a:gd name="T9" fmla="*/ 16 h 17"/>
                <a:gd name="T10" fmla="*/ 69 w 19"/>
                <a:gd name="T11" fmla="*/ 33 h 17"/>
                <a:gd name="T12" fmla="*/ 69 w 19"/>
                <a:gd name="T13" fmla="*/ 33 h 17"/>
                <a:gd name="T14" fmla="*/ 62 w 19"/>
                <a:gd name="T15" fmla="*/ 52 h 17"/>
                <a:gd name="T16" fmla="*/ 39 w 19"/>
                <a:gd name="T17" fmla="*/ 60 h 17"/>
                <a:gd name="T18" fmla="*/ 13 w 19"/>
                <a:gd name="T19" fmla="*/ 52 h 17"/>
                <a:gd name="T20" fmla="*/ 8 w 19"/>
                <a:gd name="T21" fmla="*/ 52 h 17"/>
                <a:gd name="T22" fmla="*/ 39 w 19"/>
                <a:gd name="T23" fmla="*/ 64 h 17"/>
                <a:gd name="T24" fmla="*/ 68 w 19"/>
                <a:gd name="T25" fmla="*/ 56 h 17"/>
                <a:gd name="T26" fmla="*/ 74 w 19"/>
                <a:gd name="T27" fmla="*/ 40 h 17"/>
                <a:gd name="T28" fmla="*/ 68 w 19"/>
                <a:gd name="T29" fmla="*/ 43 h 17"/>
                <a:gd name="T30" fmla="*/ 62 w 19"/>
                <a:gd name="T31" fmla="*/ 52 h 17"/>
                <a:gd name="T32" fmla="*/ 13 w 19"/>
                <a:gd name="T33" fmla="*/ 16 h 17"/>
                <a:gd name="T34" fmla="*/ 8 w 19"/>
                <a:gd name="T35" fmla="*/ 13 h 17"/>
                <a:gd name="T36" fmla="*/ 5 w 19"/>
                <a:gd name="T37" fmla="*/ 16 h 17"/>
                <a:gd name="T38" fmla="*/ 8 w 19"/>
                <a:gd name="T39" fmla="*/ 21 h 17"/>
                <a:gd name="T40" fmla="*/ 13 w 19"/>
                <a:gd name="T41" fmla="*/ 16 h 17"/>
                <a:gd name="T42" fmla="*/ 0 w 19"/>
                <a:gd name="T43" fmla="*/ 27 h 17"/>
                <a:gd name="T44" fmla="*/ 0 w 19"/>
                <a:gd name="T45" fmla="*/ 27 h 17"/>
                <a:gd name="T46" fmla="*/ 0 w 19"/>
                <a:gd name="T47" fmla="*/ 27 h 17"/>
                <a:gd name="T48" fmla="*/ 0 w 19"/>
                <a:gd name="T49" fmla="*/ 27 h 17"/>
                <a:gd name="T50" fmla="*/ 60 w 19"/>
                <a:gd name="T51" fmla="*/ 13 h 17"/>
                <a:gd name="T52" fmla="*/ 62 w 19"/>
                <a:gd name="T53" fmla="*/ 8 h 17"/>
                <a:gd name="T54" fmla="*/ 47 w 19"/>
                <a:gd name="T55" fmla="*/ 0 h 17"/>
                <a:gd name="T56" fmla="*/ 47 w 19"/>
                <a:gd name="T57" fmla="*/ 8 h 17"/>
                <a:gd name="T58" fmla="*/ 60 w 19"/>
                <a:gd name="T59" fmla="*/ 13 h 17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19" h="17">
                  <a:moveTo>
                    <a:pt x="18" y="8"/>
                  </a:moveTo>
                  <a:cubicBezTo>
                    <a:pt x="18" y="8"/>
                    <a:pt x="19" y="8"/>
                    <a:pt x="19" y="7"/>
                  </a:cubicBezTo>
                  <a:cubicBezTo>
                    <a:pt x="19" y="6"/>
                    <a:pt x="19" y="5"/>
                    <a:pt x="18" y="4"/>
                  </a:cubicBezTo>
                  <a:cubicBezTo>
                    <a:pt x="18" y="4"/>
                    <a:pt x="18" y="4"/>
                    <a:pt x="18" y="4"/>
                  </a:cubicBezTo>
                  <a:cubicBezTo>
                    <a:pt x="17" y="4"/>
                    <a:pt x="17" y="4"/>
                    <a:pt x="17" y="4"/>
                  </a:cubicBezTo>
                  <a:cubicBezTo>
                    <a:pt x="17" y="5"/>
                    <a:pt x="18" y="7"/>
                    <a:pt x="18" y="8"/>
                  </a:cubicBezTo>
                  <a:cubicBezTo>
                    <a:pt x="18" y="8"/>
                    <a:pt x="18" y="8"/>
                    <a:pt x="18" y="8"/>
                  </a:cubicBezTo>
                  <a:moveTo>
                    <a:pt x="16" y="13"/>
                  </a:moveTo>
                  <a:cubicBezTo>
                    <a:pt x="15" y="14"/>
                    <a:pt x="12" y="15"/>
                    <a:pt x="10" y="15"/>
                  </a:cubicBezTo>
                  <a:cubicBezTo>
                    <a:pt x="7" y="15"/>
                    <a:pt x="5" y="14"/>
                    <a:pt x="3" y="13"/>
                  </a:cubicBezTo>
                  <a:cubicBezTo>
                    <a:pt x="3" y="13"/>
                    <a:pt x="2" y="13"/>
                    <a:pt x="2" y="13"/>
                  </a:cubicBezTo>
                  <a:cubicBezTo>
                    <a:pt x="4" y="15"/>
                    <a:pt x="7" y="17"/>
                    <a:pt x="10" y="16"/>
                  </a:cubicBezTo>
                  <a:cubicBezTo>
                    <a:pt x="13" y="16"/>
                    <a:pt x="15" y="15"/>
                    <a:pt x="17" y="14"/>
                  </a:cubicBezTo>
                  <a:cubicBezTo>
                    <a:pt x="18" y="13"/>
                    <a:pt x="19" y="12"/>
                    <a:pt x="19" y="10"/>
                  </a:cubicBezTo>
                  <a:cubicBezTo>
                    <a:pt x="19" y="11"/>
                    <a:pt x="18" y="11"/>
                    <a:pt x="17" y="11"/>
                  </a:cubicBezTo>
                  <a:cubicBezTo>
                    <a:pt x="17" y="12"/>
                    <a:pt x="17" y="12"/>
                    <a:pt x="16" y="13"/>
                  </a:cubicBezTo>
                  <a:moveTo>
                    <a:pt x="3" y="4"/>
                  </a:moveTo>
                  <a:cubicBezTo>
                    <a:pt x="3" y="3"/>
                    <a:pt x="3" y="3"/>
                    <a:pt x="2" y="3"/>
                  </a:cubicBezTo>
                  <a:cubicBezTo>
                    <a:pt x="2" y="3"/>
                    <a:pt x="1" y="4"/>
                    <a:pt x="1" y="4"/>
                  </a:cubicBezTo>
                  <a:cubicBezTo>
                    <a:pt x="1" y="5"/>
                    <a:pt x="2" y="5"/>
                    <a:pt x="2" y="5"/>
                  </a:cubicBezTo>
                  <a:cubicBezTo>
                    <a:pt x="2" y="5"/>
                    <a:pt x="3" y="4"/>
                    <a:pt x="3" y="4"/>
                  </a:cubicBezTo>
                  <a:moveTo>
                    <a:pt x="0" y="7"/>
                  </a:moveTo>
                  <a:cubicBezTo>
                    <a:pt x="0" y="7"/>
                    <a:pt x="0" y="7"/>
                    <a:pt x="0" y="7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7"/>
                    <a:pt x="0" y="7"/>
                    <a:pt x="0" y="7"/>
                  </a:cubicBezTo>
                  <a:moveTo>
                    <a:pt x="15" y="3"/>
                  </a:moveTo>
                  <a:cubicBezTo>
                    <a:pt x="15" y="2"/>
                    <a:pt x="16" y="2"/>
                    <a:pt x="16" y="2"/>
                  </a:cubicBezTo>
                  <a:cubicBezTo>
                    <a:pt x="15" y="1"/>
                    <a:pt x="13" y="1"/>
                    <a:pt x="12" y="0"/>
                  </a:cubicBezTo>
                  <a:cubicBezTo>
                    <a:pt x="12" y="1"/>
                    <a:pt x="12" y="1"/>
                    <a:pt x="12" y="2"/>
                  </a:cubicBezTo>
                  <a:cubicBezTo>
                    <a:pt x="13" y="2"/>
                    <a:pt x="14" y="2"/>
                    <a:pt x="15" y="3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000" name="Freeform 679">
              <a:extLst>
                <a:ext uri="{FF2B5EF4-FFF2-40B4-BE49-F238E27FC236}">
                  <a16:creationId xmlns:a16="http://schemas.microsoft.com/office/drawing/2014/main" id="{175B45F0-7FEC-4D6F-80BE-4695C399F45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2" y="1541"/>
              <a:ext cx="29" cy="24"/>
            </a:xfrm>
            <a:custGeom>
              <a:avLst/>
              <a:gdLst>
                <a:gd name="T0" fmla="*/ 67 w 19"/>
                <a:gd name="T1" fmla="*/ 34 h 15"/>
                <a:gd name="T2" fmla="*/ 35 w 19"/>
                <a:gd name="T3" fmla="*/ 0 h 15"/>
                <a:gd name="T4" fmla="*/ 0 w 19"/>
                <a:gd name="T5" fmla="*/ 29 h 15"/>
                <a:gd name="T6" fmla="*/ 32 w 19"/>
                <a:gd name="T7" fmla="*/ 61 h 15"/>
                <a:gd name="T8" fmla="*/ 67 w 19"/>
                <a:gd name="T9" fmla="*/ 34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15">
                  <a:moveTo>
                    <a:pt x="19" y="8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1" y="3"/>
                    <a:pt x="0" y="7"/>
                  </a:cubicBezTo>
                  <a:cubicBezTo>
                    <a:pt x="0" y="11"/>
                    <a:pt x="4" y="15"/>
                    <a:pt x="9" y="15"/>
                  </a:cubicBezTo>
                  <a:cubicBezTo>
                    <a:pt x="14" y="15"/>
                    <a:pt x="18" y="12"/>
                    <a:pt x="19" y="8"/>
                  </a:cubicBezTo>
                </a:path>
              </a:pathLst>
            </a:custGeom>
            <a:solidFill>
              <a:srgbClr val="FDE4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001" name="Freeform 680">
              <a:extLst>
                <a:ext uri="{FF2B5EF4-FFF2-40B4-BE49-F238E27FC236}">
                  <a16:creationId xmlns:a16="http://schemas.microsoft.com/office/drawing/2014/main" id="{BC6F694D-86AF-414B-A212-7062268F4CD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191" y="1548"/>
              <a:ext cx="12" cy="10"/>
            </a:xfrm>
            <a:custGeom>
              <a:avLst/>
              <a:gdLst>
                <a:gd name="T0" fmla="*/ 0 w 8"/>
                <a:gd name="T1" fmla="*/ 9 h 7"/>
                <a:gd name="T2" fmla="*/ 5 w 8"/>
                <a:gd name="T3" fmla="*/ 19 h 7"/>
                <a:gd name="T4" fmla="*/ 12 w 8"/>
                <a:gd name="T5" fmla="*/ 20 h 7"/>
                <a:gd name="T6" fmla="*/ 21 w 8"/>
                <a:gd name="T7" fmla="*/ 19 h 7"/>
                <a:gd name="T8" fmla="*/ 27 w 8"/>
                <a:gd name="T9" fmla="*/ 13 h 7"/>
                <a:gd name="T10" fmla="*/ 26 w 8"/>
                <a:gd name="T11" fmla="*/ 6 h 7"/>
                <a:gd name="T12" fmla="*/ 21 w 8"/>
                <a:gd name="T13" fmla="*/ 6 h 7"/>
                <a:gd name="T14" fmla="*/ 21 w 8"/>
                <a:gd name="T15" fmla="*/ 9 h 7"/>
                <a:gd name="T16" fmla="*/ 21 w 8"/>
                <a:gd name="T17" fmla="*/ 9 h 7"/>
                <a:gd name="T18" fmla="*/ 21 w 8"/>
                <a:gd name="T19" fmla="*/ 13 h 7"/>
                <a:gd name="T20" fmla="*/ 21 w 8"/>
                <a:gd name="T21" fmla="*/ 13 h 7"/>
                <a:gd name="T22" fmla="*/ 18 w 8"/>
                <a:gd name="T23" fmla="*/ 14 h 7"/>
                <a:gd name="T24" fmla="*/ 12 w 8"/>
                <a:gd name="T25" fmla="*/ 19 h 7"/>
                <a:gd name="T26" fmla="*/ 8 w 8"/>
                <a:gd name="T27" fmla="*/ 14 h 7"/>
                <a:gd name="T28" fmla="*/ 5 w 8"/>
                <a:gd name="T29" fmla="*/ 13 h 7"/>
                <a:gd name="T30" fmla="*/ 0 w 8"/>
                <a:gd name="T31" fmla="*/ 9 h 7"/>
                <a:gd name="T32" fmla="*/ 14 w 8"/>
                <a:gd name="T33" fmla="*/ 1 h 7"/>
                <a:gd name="T34" fmla="*/ 14 w 8"/>
                <a:gd name="T35" fmla="*/ 0 h 7"/>
                <a:gd name="T36" fmla="*/ 14 w 8"/>
                <a:gd name="T37" fmla="*/ 0 h 7"/>
                <a:gd name="T38" fmla="*/ 12 w 8"/>
                <a:gd name="T39" fmla="*/ 0 h 7"/>
                <a:gd name="T40" fmla="*/ 12 w 8"/>
                <a:gd name="T41" fmla="*/ 1 h 7"/>
                <a:gd name="T42" fmla="*/ 12 w 8"/>
                <a:gd name="T43" fmla="*/ 1 h 7"/>
                <a:gd name="T44" fmla="*/ 14 w 8"/>
                <a:gd name="T45" fmla="*/ 1 h 7"/>
                <a:gd name="T46" fmla="*/ 14 w 8"/>
                <a:gd name="T47" fmla="*/ 1 h 7"/>
                <a:gd name="T48" fmla="*/ 14 w 8"/>
                <a:gd name="T49" fmla="*/ 1 h 7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8" h="7">
                  <a:moveTo>
                    <a:pt x="0" y="3"/>
                  </a:moveTo>
                  <a:cubicBezTo>
                    <a:pt x="1" y="6"/>
                    <a:pt x="1" y="6"/>
                    <a:pt x="1" y="6"/>
                  </a:cubicBezTo>
                  <a:cubicBezTo>
                    <a:pt x="3" y="7"/>
                    <a:pt x="3" y="7"/>
                    <a:pt x="3" y="7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6" y="2"/>
                    <a:pt x="6" y="2"/>
                    <a:pt x="6" y="3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1" y="5"/>
                    <a:pt x="1" y="5"/>
                    <a:pt x="1" y="4"/>
                  </a:cubicBezTo>
                  <a:cubicBezTo>
                    <a:pt x="0" y="4"/>
                    <a:pt x="0" y="3"/>
                    <a:pt x="0" y="3"/>
                  </a:cubicBezTo>
                  <a:close/>
                  <a:moveTo>
                    <a:pt x="4" y="1"/>
                  </a:moveTo>
                  <a:cubicBezTo>
                    <a:pt x="4" y="1"/>
                    <a:pt x="4" y="1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1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002" name="Freeform 681">
              <a:extLst>
                <a:ext uri="{FF2B5EF4-FFF2-40B4-BE49-F238E27FC236}">
                  <a16:creationId xmlns:a16="http://schemas.microsoft.com/office/drawing/2014/main" id="{B08E061B-9E0F-433F-A789-275CF7CB292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182" y="1541"/>
              <a:ext cx="29" cy="25"/>
            </a:xfrm>
            <a:custGeom>
              <a:avLst/>
              <a:gdLst>
                <a:gd name="T0" fmla="*/ 35 w 19"/>
                <a:gd name="T1" fmla="*/ 0 h 16"/>
                <a:gd name="T2" fmla="*/ 40 w 19"/>
                <a:gd name="T3" fmla="*/ 0 h 16"/>
                <a:gd name="T4" fmla="*/ 35 w 19"/>
                <a:gd name="T5" fmla="*/ 0 h 16"/>
                <a:gd name="T6" fmla="*/ 35 w 19"/>
                <a:gd name="T7" fmla="*/ 0 h 16"/>
                <a:gd name="T8" fmla="*/ 35 w 19"/>
                <a:gd name="T9" fmla="*/ 0 h 16"/>
                <a:gd name="T10" fmla="*/ 35 w 19"/>
                <a:gd name="T11" fmla="*/ 0 h 16"/>
                <a:gd name="T12" fmla="*/ 8 w 19"/>
                <a:gd name="T13" fmla="*/ 39 h 16"/>
                <a:gd name="T14" fmla="*/ 0 w 19"/>
                <a:gd name="T15" fmla="*/ 39 h 16"/>
                <a:gd name="T16" fmla="*/ 8 w 19"/>
                <a:gd name="T17" fmla="*/ 48 h 16"/>
                <a:gd name="T18" fmla="*/ 32 w 19"/>
                <a:gd name="T19" fmla="*/ 61 h 16"/>
                <a:gd name="T20" fmla="*/ 61 w 19"/>
                <a:gd name="T21" fmla="*/ 48 h 16"/>
                <a:gd name="T22" fmla="*/ 56 w 19"/>
                <a:gd name="T23" fmla="*/ 47 h 16"/>
                <a:gd name="T24" fmla="*/ 32 w 19"/>
                <a:gd name="T25" fmla="*/ 56 h 16"/>
                <a:gd name="T26" fmla="*/ 12 w 19"/>
                <a:gd name="T27" fmla="*/ 47 h 16"/>
                <a:gd name="T28" fmla="*/ 8 w 19"/>
                <a:gd name="T29" fmla="*/ 39 h 16"/>
                <a:gd name="T30" fmla="*/ 67 w 19"/>
                <a:gd name="T31" fmla="*/ 22 h 16"/>
                <a:gd name="T32" fmla="*/ 67 w 19"/>
                <a:gd name="T33" fmla="*/ 22 h 16"/>
                <a:gd name="T34" fmla="*/ 67 w 19"/>
                <a:gd name="T35" fmla="*/ 22 h 16"/>
                <a:gd name="T36" fmla="*/ 67 w 19"/>
                <a:gd name="T37" fmla="*/ 22 h 16"/>
                <a:gd name="T38" fmla="*/ 26 w 19"/>
                <a:gd name="T39" fmla="*/ 5 h 16"/>
                <a:gd name="T40" fmla="*/ 26 w 19"/>
                <a:gd name="T41" fmla="*/ 0 h 16"/>
                <a:gd name="T42" fmla="*/ 12 w 19"/>
                <a:gd name="T43" fmla="*/ 5 h 16"/>
                <a:gd name="T44" fmla="*/ 14 w 19"/>
                <a:gd name="T45" fmla="*/ 8 h 16"/>
                <a:gd name="T46" fmla="*/ 26 w 19"/>
                <a:gd name="T47" fmla="*/ 5 h 16"/>
                <a:gd name="T48" fmla="*/ 49 w 19"/>
                <a:gd name="T49" fmla="*/ 5 h 16"/>
                <a:gd name="T50" fmla="*/ 53 w 19"/>
                <a:gd name="T51" fmla="*/ 5 h 16"/>
                <a:gd name="T52" fmla="*/ 47 w 19"/>
                <a:gd name="T53" fmla="*/ 0 h 16"/>
                <a:gd name="T54" fmla="*/ 49 w 19"/>
                <a:gd name="T55" fmla="*/ 5 h 16"/>
                <a:gd name="T56" fmla="*/ 49 w 19"/>
                <a:gd name="T57" fmla="*/ 5 h 1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19" h="16">
                  <a:moveTo>
                    <a:pt x="10" y="0"/>
                  </a:moveTo>
                  <a:cubicBezTo>
                    <a:pt x="10" y="0"/>
                    <a:pt x="10" y="0"/>
                    <a:pt x="11" y="0"/>
                  </a:cubicBezTo>
                  <a:cubicBezTo>
                    <a:pt x="11" y="0"/>
                    <a:pt x="11" y="0"/>
                    <a:pt x="10" y="0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10" y="0"/>
                    <a:pt x="10" y="0"/>
                    <a:pt x="10" y="0"/>
                  </a:cubicBezTo>
                  <a:moveTo>
                    <a:pt x="2" y="10"/>
                  </a:moveTo>
                  <a:cubicBezTo>
                    <a:pt x="1" y="10"/>
                    <a:pt x="1" y="10"/>
                    <a:pt x="0" y="10"/>
                  </a:cubicBezTo>
                  <a:cubicBezTo>
                    <a:pt x="0" y="11"/>
                    <a:pt x="1" y="12"/>
                    <a:pt x="2" y="13"/>
                  </a:cubicBezTo>
                  <a:cubicBezTo>
                    <a:pt x="4" y="15"/>
                    <a:pt x="6" y="16"/>
                    <a:pt x="9" y="16"/>
                  </a:cubicBezTo>
                  <a:cubicBezTo>
                    <a:pt x="12" y="16"/>
                    <a:pt x="15" y="15"/>
                    <a:pt x="17" y="13"/>
                  </a:cubicBezTo>
                  <a:cubicBezTo>
                    <a:pt x="17" y="12"/>
                    <a:pt x="16" y="12"/>
                    <a:pt x="16" y="12"/>
                  </a:cubicBezTo>
                  <a:cubicBezTo>
                    <a:pt x="14" y="14"/>
                    <a:pt x="12" y="15"/>
                    <a:pt x="9" y="15"/>
                  </a:cubicBezTo>
                  <a:cubicBezTo>
                    <a:pt x="7" y="14"/>
                    <a:pt x="5" y="14"/>
                    <a:pt x="3" y="12"/>
                  </a:cubicBezTo>
                  <a:cubicBezTo>
                    <a:pt x="2" y="11"/>
                    <a:pt x="2" y="11"/>
                    <a:pt x="2" y="10"/>
                  </a:cubicBezTo>
                  <a:moveTo>
                    <a:pt x="19" y="6"/>
                  </a:moveTo>
                  <a:cubicBezTo>
                    <a:pt x="19" y="6"/>
                    <a:pt x="19" y="6"/>
                    <a:pt x="19" y="6"/>
                  </a:cubicBezTo>
                  <a:cubicBezTo>
                    <a:pt x="19" y="6"/>
                    <a:pt x="19" y="6"/>
                    <a:pt x="19" y="6"/>
                  </a:cubicBezTo>
                  <a:cubicBezTo>
                    <a:pt x="19" y="6"/>
                    <a:pt x="19" y="6"/>
                    <a:pt x="19" y="6"/>
                  </a:cubicBezTo>
                  <a:moveTo>
                    <a:pt x="7" y="1"/>
                  </a:moveTo>
                  <a:cubicBezTo>
                    <a:pt x="7" y="0"/>
                    <a:pt x="7" y="0"/>
                    <a:pt x="7" y="0"/>
                  </a:cubicBezTo>
                  <a:cubicBezTo>
                    <a:pt x="6" y="0"/>
                    <a:pt x="4" y="0"/>
                    <a:pt x="3" y="1"/>
                  </a:cubicBezTo>
                  <a:cubicBezTo>
                    <a:pt x="4" y="1"/>
                    <a:pt x="4" y="2"/>
                    <a:pt x="4" y="2"/>
                  </a:cubicBezTo>
                  <a:cubicBezTo>
                    <a:pt x="5" y="1"/>
                    <a:pt x="6" y="1"/>
                    <a:pt x="7" y="1"/>
                  </a:cubicBezTo>
                  <a:moveTo>
                    <a:pt x="14" y="1"/>
                  </a:moveTo>
                  <a:cubicBezTo>
                    <a:pt x="14" y="1"/>
                    <a:pt x="14" y="1"/>
                    <a:pt x="15" y="1"/>
                  </a:cubicBezTo>
                  <a:cubicBezTo>
                    <a:pt x="14" y="0"/>
                    <a:pt x="14" y="0"/>
                    <a:pt x="13" y="0"/>
                  </a:cubicBezTo>
                  <a:cubicBezTo>
                    <a:pt x="13" y="0"/>
                    <a:pt x="14" y="1"/>
                    <a:pt x="14" y="1"/>
                  </a:cubicBezTo>
                  <a:cubicBezTo>
                    <a:pt x="14" y="1"/>
                    <a:pt x="14" y="1"/>
                    <a:pt x="14" y="1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003" name="Freeform 682">
              <a:extLst>
                <a:ext uri="{FF2B5EF4-FFF2-40B4-BE49-F238E27FC236}">
                  <a16:creationId xmlns:a16="http://schemas.microsoft.com/office/drawing/2014/main" id="{AFA1AF8B-D7AA-4B58-9F34-3FB34AE34E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3" y="2591"/>
              <a:ext cx="71" cy="44"/>
            </a:xfrm>
            <a:custGeom>
              <a:avLst/>
              <a:gdLst>
                <a:gd name="T0" fmla="*/ 0 w 46"/>
                <a:gd name="T1" fmla="*/ 108 h 28"/>
                <a:gd name="T2" fmla="*/ 36 w 46"/>
                <a:gd name="T3" fmla="*/ 94 h 28"/>
                <a:gd name="T4" fmla="*/ 107 w 46"/>
                <a:gd name="T5" fmla="*/ 60 h 28"/>
                <a:gd name="T6" fmla="*/ 170 w 46"/>
                <a:gd name="T7" fmla="*/ 0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6" h="28">
                  <a:moveTo>
                    <a:pt x="0" y="28"/>
                  </a:moveTo>
                  <a:cubicBezTo>
                    <a:pt x="3" y="27"/>
                    <a:pt x="6" y="26"/>
                    <a:pt x="10" y="24"/>
                  </a:cubicBezTo>
                  <a:cubicBezTo>
                    <a:pt x="15" y="21"/>
                    <a:pt x="23" y="20"/>
                    <a:pt x="29" y="15"/>
                  </a:cubicBezTo>
                  <a:cubicBezTo>
                    <a:pt x="35" y="13"/>
                    <a:pt x="42" y="2"/>
                    <a:pt x="46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004" name="Freeform 683">
              <a:extLst>
                <a:ext uri="{FF2B5EF4-FFF2-40B4-BE49-F238E27FC236}">
                  <a16:creationId xmlns:a16="http://schemas.microsoft.com/office/drawing/2014/main" id="{19A01C87-8F51-4EC7-99ED-E2E2D418F1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7" y="2602"/>
              <a:ext cx="53" cy="43"/>
            </a:xfrm>
            <a:custGeom>
              <a:avLst/>
              <a:gdLst>
                <a:gd name="T0" fmla="*/ 129 w 34"/>
                <a:gd name="T1" fmla="*/ 0 h 28"/>
                <a:gd name="T2" fmla="*/ 75 w 34"/>
                <a:gd name="T3" fmla="*/ 58 h 28"/>
                <a:gd name="T4" fmla="*/ 0 w 34"/>
                <a:gd name="T5" fmla="*/ 101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28">
                  <a:moveTo>
                    <a:pt x="34" y="0"/>
                  </a:moveTo>
                  <a:cubicBezTo>
                    <a:pt x="29" y="5"/>
                    <a:pt x="19" y="14"/>
                    <a:pt x="20" y="16"/>
                  </a:cubicBezTo>
                  <a:cubicBezTo>
                    <a:pt x="13" y="19"/>
                    <a:pt x="10" y="19"/>
                    <a:pt x="0" y="28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005" name="Freeform 684">
              <a:extLst>
                <a:ext uri="{FF2B5EF4-FFF2-40B4-BE49-F238E27FC236}">
                  <a16:creationId xmlns:a16="http://schemas.microsoft.com/office/drawing/2014/main" id="{E2DA46C5-AB52-470D-84E0-D6645F31EA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6" y="2540"/>
              <a:ext cx="75" cy="84"/>
            </a:xfrm>
            <a:custGeom>
              <a:avLst/>
              <a:gdLst>
                <a:gd name="T0" fmla="*/ 156 w 48"/>
                <a:gd name="T1" fmla="*/ 149 h 54"/>
                <a:gd name="T2" fmla="*/ 183 w 48"/>
                <a:gd name="T3" fmla="*/ 79 h 54"/>
                <a:gd name="T4" fmla="*/ 122 w 48"/>
                <a:gd name="T5" fmla="*/ 0 h 54"/>
                <a:gd name="T6" fmla="*/ 92 w 48"/>
                <a:gd name="T7" fmla="*/ 40 h 54"/>
                <a:gd name="T8" fmla="*/ 75 w 48"/>
                <a:gd name="T9" fmla="*/ 143 h 54"/>
                <a:gd name="T10" fmla="*/ 0 w 48"/>
                <a:gd name="T11" fmla="*/ 199 h 5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8" h="54">
                  <a:moveTo>
                    <a:pt x="41" y="40"/>
                  </a:moveTo>
                  <a:cubicBezTo>
                    <a:pt x="41" y="32"/>
                    <a:pt x="47" y="29"/>
                    <a:pt x="48" y="21"/>
                  </a:cubicBezTo>
                  <a:cubicBezTo>
                    <a:pt x="48" y="14"/>
                    <a:pt x="40" y="5"/>
                    <a:pt x="32" y="0"/>
                  </a:cubicBezTo>
                  <a:cubicBezTo>
                    <a:pt x="26" y="0"/>
                    <a:pt x="25" y="6"/>
                    <a:pt x="24" y="11"/>
                  </a:cubicBezTo>
                  <a:cubicBezTo>
                    <a:pt x="24" y="15"/>
                    <a:pt x="22" y="32"/>
                    <a:pt x="20" y="38"/>
                  </a:cubicBezTo>
                  <a:cubicBezTo>
                    <a:pt x="19" y="44"/>
                    <a:pt x="11" y="54"/>
                    <a:pt x="0" y="53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006" name="Freeform 685">
              <a:extLst>
                <a:ext uri="{FF2B5EF4-FFF2-40B4-BE49-F238E27FC236}">
                  <a16:creationId xmlns:a16="http://schemas.microsoft.com/office/drawing/2014/main" id="{930AEAAD-6D67-4B31-8ADF-F1C69B3960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3" y="2662"/>
              <a:ext cx="23" cy="10"/>
            </a:xfrm>
            <a:custGeom>
              <a:avLst/>
              <a:gdLst>
                <a:gd name="T0" fmla="*/ 54 w 15"/>
                <a:gd name="T1" fmla="*/ 20 h 6"/>
                <a:gd name="T2" fmla="*/ 0 w 15"/>
                <a:gd name="T3" fmla="*/ 28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6">
                  <a:moveTo>
                    <a:pt x="15" y="4"/>
                  </a:moveTo>
                  <a:cubicBezTo>
                    <a:pt x="13" y="0"/>
                    <a:pt x="6" y="2"/>
                    <a:pt x="0" y="6"/>
                  </a:cubicBezTo>
                </a:path>
              </a:pathLst>
            </a:custGeom>
            <a:noFill/>
            <a:ln w="158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007" name="Freeform 686">
              <a:extLst>
                <a:ext uri="{FF2B5EF4-FFF2-40B4-BE49-F238E27FC236}">
                  <a16:creationId xmlns:a16="http://schemas.microsoft.com/office/drawing/2014/main" id="{4D2B6780-C535-480A-9B07-190EF279AA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7" y="2531"/>
              <a:ext cx="6" cy="16"/>
            </a:xfrm>
            <a:custGeom>
              <a:avLst/>
              <a:gdLst>
                <a:gd name="T0" fmla="*/ 14 w 4"/>
                <a:gd name="T1" fmla="*/ 0 h 10"/>
                <a:gd name="T2" fmla="*/ 0 w 4"/>
                <a:gd name="T3" fmla="*/ 42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0">
                  <a:moveTo>
                    <a:pt x="4" y="0"/>
                  </a:moveTo>
                  <a:cubicBezTo>
                    <a:pt x="3" y="3"/>
                    <a:pt x="0" y="6"/>
                    <a:pt x="0" y="1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008" name="Freeform 687">
              <a:extLst>
                <a:ext uri="{FF2B5EF4-FFF2-40B4-BE49-F238E27FC236}">
                  <a16:creationId xmlns:a16="http://schemas.microsoft.com/office/drawing/2014/main" id="{15C9C669-0D19-4600-8DFF-531A19567C4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6" y="2562"/>
              <a:ext cx="37" cy="42"/>
            </a:xfrm>
            <a:custGeom>
              <a:avLst/>
              <a:gdLst>
                <a:gd name="T0" fmla="*/ 88 w 24"/>
                <a:gd name="T1" fmla="*/ 0 h 27"/>
                <a:gd name="T2" fmla="*/ 52 w 24"/>
                <a:gd name="T3" fmla="*/ 75 h 27"/>
                <a:gd name="T4" fmla="*/ 0 w 24"/>
                <a:gd name="T5" fmla="*/ 101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27">
                  <a:moveTo>
                    <a:pt x="24" y="0"/>
                  </a:moveTo>
                  <a:cubicBezTo>
                    <a:pt x="23" y="9"/>
                    <a:pt x="17" y="14"/>
                    <a:pt x="14" y="20"/>
                  </a:cubicBezTo>
                  <a:cubicBezTo>
                    <a:pt x="11" y="27"/>
                    <a:pt x="3" y="24"/>
                    <a:pt x="0" y="27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009" name="Freeform 688">
              <a:extLst>
                <a:ext uri="{FF2B5EF4-FFF2-40B4-BE49-F238E27FC236}">
                  <a16:creationId xmlns:a16="http://schemas.microsoft.com/office/drawing/2014/main" id="{1D958CA6-AC1A-443A-8D87-A2D607A930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0" y="2550"/>
              <a:ext cx="27" cy="40"/>
            </a:xfrm>
            <a:custGeom>
              <a:avLst/>
              <a:gdLst>
                <a:gd name="T0" fmla="*/ 68 w 17"/>
                <a:gd name="T1" fmla="*/ 0 h 26"/>
                <a:gd name="T2" fmla="*/ 27 w 17"/>
                <a:gd name="T3" fmla="*/ 80 h 26"/>
                <a:gd name="T4" fmla="*/ 0 w 17"/>
                <a:gd name="T5" fmla="*/ 95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6">
                  <a:moveTo>
                    <a:pt x="17" y="0"/>
                  </a:moveTo>
                  <a:cubicBezTo>
                    <a:pt x="15" y="6"/>
                    <a:pt x="10" y="21"/>
                    <a:pt x="7" y="22"/>
                  </a:cubicBezTo>
                  <a:cubicBezTo>
                    <a:pt x="3" y="24"/>
                    <a:pt x="1" y="22"/>
                    <a:pt x="0" y="26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010" name="Freeform 689">
              <a:extLst>
                <a:ext uri="{FF2B5EF4-FFF2-40B4-BE49-F238E27FC236}">
                  <a16:creationId xmlns:a16="http://schemas.microsoft.com/office/drawing/2014/main" id="{52527894-6A92-4784-B3BA-B2ED41BDC95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6" y="1236"/>
              <a:ext cx="982" cy="2790"/>
            </a:xfrm>
            <a:custGeom>
              <a:avLst/>
              <a:gdLst>
                <a:gd name="T0" fmla="*/ 638 w 634"/>
                <a:gd name="T1" fmla="*/ 279 h 1807"/>
                <a:gd name="T2" fmla="*/ 194 w 634"/>
                <a:gd name="T3" fmla="*/ 1385 h 1807"/>
                <a:gd name="T4" fmla="*/ 74 w 634"/>
                <a:gd name="T5" fmla="*/ 2245 h 1807"/>
                <a:gd name="T6" fmla="*/ 56 w 634"/>
                <a:gd name="T7" fmla="*/ 2937 h 1807"/>
                <a:gd name="T8" fmla="*/ 26 w 634"/>
                <a:gd name="T9" fmla="*/ 3199 h 1807"/>
                <a:gd name="T10" fmla="*/ 101 w 634"/>
                <a:gd name="T11" fmla="*/ 3338 h 1807"/>
                <a:gd name="T12" fmla="*/ 319 w 634"/>
                <a:gd name="T13" fmla="*/ 3426 h 1807"/>
                <a:gd name="T14" fmla="*/ 324 w 634"/>
                <a:gd name="T15" fmla="*/ 3357 h 1807"/>
                <a:gd name="T16" fmla="*/ 310 w 634"/>
                <a:gd name="T17" fmla="*/ 3301 h 1807"/>
                <a:gd name="T18" fmla="*/ 297 w 634"/>
                <a:gd name="T19" fmla="*/ 2971 h 1807"/>
                <a:gd name="T20" fmla="*/ 341 w 634"/>
                <a:gd name="T21" fmla="*/ 2256 h 1807"/>
                <a:gd name="T22" fmla="*/ 604 w 634"/>
                <a:gd name="T23" fmla="*/ 894 h 1807"/>
                <a:gd name="T24" fmla="*/ 595 w 634"/>
                <a:gd name="T25" fmla="*/ 1678 h 1807"/>
                <a:gd name="T26" fmla="*/ 541 w 634"/>
                <a:gd name="T27" fmla="*/ 2481 h 1807"/>
                <a:gd name="T28" fmla="*/ 664 w 634"/>
                <a:gd name="T29" fmla="*/ 4281 h 1807"/>
                <a:gd name="T30" fmla="*/ 703 w 634"/>
                <a:gd name="T31" fmla="*/ 5359 h 1807"/>
                <a:gd name="T32" fmla="*/ 844 w 634"/>
                <a:gd name="T33" fmla="*/ 6191 h 1807"/>
                <a:gd name="T34" fmla="*/ 699 w 634"/>
                <a:gd name="T35" fmla="*/ 6494 h 1807"/>
                <a:gd name="T36" fmla="*/ 743 w 634"/>
                <a:gd name="T37" fmla="*/ 6605 h 1807"/>
                <a:gd name="T38" fmla="*/ 953 w 634"/>
                <a:gd name="T39" fmla="*/ 6618 h 1807"/>
                <a:gd name="T40" fmla="*/ 1149 w 634"/>
                <a:gd name="T41" fmla="*/ 6489 h 1807"/>
                <a:gd name="T42" fmla="*/ 1159 w 634"/>
                <a:gd name="T43" fmla="*/ 6266 h 1807"/>
                <a:gd name="T44" fmla="*/ 1124 w 634"/>
                <a:gd name="T45" fmla="*/ 6048 h 1807"/>
                <a:gd name="T46" fmla="*/ 1137 w 634"/>
                <a:gd name="T47" fmla="*/ 4799 h 1807"/>
                <a:gd name="T48" fmla="*/ 1132 w 634"/>
                <a:gd name="T49" fmla="*/ 4105 h 1807"/>
                <a:gd name="T50" fmla="*/ 1132 w 634"/>
                <a:gd name="T51" fmla="*/ 3093 h 1807"/>
                <a:gd name="T52" fmla="*/ 1173 w 634"/>
                <a:gd name="T53" fmla="*/ 3097 h 1807"/>
                <a:gd name="T54" fmla="*/ 1224 w 634"/>
                <a:gd name="T55" fmla="*/ 3085 h 1807"/>
                <a:gd name="T56" fmla="*/ 1224 w 634"/>
                <a:gd name="T57" fmla="*/ 3526 h 1807"/>
                <a:gd name="T58" fmla="*/ 1231 w 634"/>
                <a:gd name="T59" fmla="*/ 4461 h 1807"/>
                <a:gd name="T60" fmla="*/ 1273 w 634"/>
                <a:gd name="T61" fmla="*/ 5784 h 1807"/>
                <a:gd name="T62" fmla="*/ 1219 w 634"/>
                <a:gd name="T63" fmla="*/ 6179 h 1807"/>
                <a:gd name="T64" fmla="*/ 1193 w 634"/>
                <a:gd name="T65" fmla="*/ 6389 h 1807"/>
                <a:gd name="T66" fmla="*/ 1253 w 634"/>
                <a:gd name="T67" fmla="*/ 6610 h 1807"/>
                <a:gd name="T68" fmla="*/ 1512 w 634"/>
                <a:gd name="T69" fmla="*/ 6625 h 1807"/>
                <a:gd name="T70" fmla="*/ 1653 w 634"/>
                <a:gd name="T71" fmla="*/ 6551 h 1807"/>
                <a:gd name="T72" fmla="*/ 1535 w 634"/>
                <a:gd name="T73" fmla="*/ 6327 h 1807"/>
                <a:gd name="T74" fmla="*/ 1530 w 634"/>
                <a:gd name="T75" fmla="*/ 5955 h 1807"/>
                <a:gd name="T76" fmla="*/ 1677 w 634"/>
                <a:gd name="T77" fmla="*/ 4601 h 1807"/>
                <a:gd name="T78" fmla="*/ 1792 w 634"/>
                <a:gd name="T79" fmla="*/ 3652 h 1807"/>
                <a:gd name="T80" fmla="*/ 1795 w 634"/>
                <a:gd name="T81" fmla="*/ 2038 h 1807"/>
                <a:gd name="T82" fmla="*/ 1753 w 634"/>
                <a:gd name="T83" fmla="*/ 1149 h 1807"/>
                <a:gd name="T84" fmla="*/ 1832 w 634"/>
                <a:gd name="T85" fmla="*/ 1325 h 1807"/>
                <a:gd name="T86" fmla="*/ 2015 w 634"/>
                <a:gd name="T87" fmla="*/ 2245 h 1807"/>
                <a:gd name="T88" fmla="*/ 2066 w 634"/>
                <a:gd name="T89" fmla="*/ 2975 h 1807"/>
                <a:gd name="T90" fmla="*/ 2045 w 634"/>
                <a:gd name="T91" fmla="*/ 3301 h 1807"/>
                <a:gd name="T92" fmla="*/ 2029 w 634"/>
                <a:gd name="T93" fmla="*/ 3357 h 1807"/>
                <a:gd name="T94" fmla="*/ 2032 w 634"/>
                <a:gd name="T95" fmla="*/ 3426 h 1807"/>
                <a:gd name="T96" fmla="*/ 2252 w 634"/>
                <a:gd name="T97" fmla="*/ 3338 h 1807"/>
                <a:gd name="T98" fmla="*/ 2326 w 634"/>
                <a:gd name="T99" fmla="*/ 3199 h 1807"/>
                <a:gd name="T100" fmla="*/ 2300 w 634"/>
                <a:gd name="T101" fmla="*/ 2937 h 1807"/>
                <a:gd name="T102" fmla="*/ 2268 w 634"/>
                <a:gd name="T103" fmla="*/ 2240 h 1807"/>
                <a:gd name="T104" fmla="*/ 2151 w 634"/>
                <a:gd name="T105" fmla="*/ 1385 h 1807"/>
                <a:gd name="T106" fmla="*/ 1725 w 634"/>
                <a:gd name="T107" fmla="*/ 262 h 1807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0" t="0" r="r" b="b"/>
              <a:pathLst>
                <a:path w="634" h="1807">
                  <a:moveTo>
                    <a:pt x="256" y="0"/>
                  </a:moveTo>
                  <a:cubicBezTo>
                    <a:pt x="263" y="69"/>
                    <a:pt x="184" y="74"/>
                    <a:pt x="172" y="76"/>
                  </a:cubicBezTo>
                  <a:cubicBezTo>
                    <a:pt x="166" y="77"/>
                    <a:pt x="134" y="86"/>
                    <a:pt x="116" y="113"/>
                  </a:cubicBezTo>
                  <a:cubicBezTo>
                    <a:pt x="106" y="126"/>
                    <a:pt x="58" y="339"/>
                    <a:pt x="52" y="376"/>
                  </a:cubicBezTo>
                  <a:cubicBezTo>
                    <a:pt x="47" y="412"/>
                    <a:pt x="42" y="441"/>
                    <a:pt x="38" y="458"/>
                  </a:cubicBezTo>
                  <a:cubicBezTo>
                    <a:pt x="35" y="475"/>
                    <a:pt x="19" y="520"/>
                    <a:pt x="20" y="610"/>
                  </a:cubicBezTo>
                  <a:cubicBezTo>
                    <a:pt x="20" y="626"/>
                    <a:pt x="19" y="663"/>
                    <a:pt x="21" y="687"/>
                  </a:cubicBezTo>
                  <a:cubicBezTo>
                    <a:pt x="24" y="717"/>
                    <a:pt x="19" y="783"/>
                    <a:pt x="15" y="798"/>
                  </a:cubicBezTo>
                  <a:cubicBezTo>
                    <a:pt x="9" y="817"/>
                    <a:pt x="5" y="849"/>
                    <a:pt x="2" y="853"/>
                  </a:cubicBezTo>
                  <a:cubicBezTo>
                    <a:pt x="0" y="858"/>
                    <a:pt x="5" y="864"/>
                    <a:pt x="7" y="869"/>
                  </a:cubicBezTo>
                  <a:cubicBezTo>
                    <a:pt x="10" y="873"/>
                    <a:pt x="9" y="878"/>
                    <a:pt x="13" y="885"/>
                  </a:cubicBezTo>
                  <a:cubicBezTo>
                    <a:pt x="15" y="890"/>
                    <a:pt x="23" y="901"/>
                    <a:pt x="27" y="907"/>
                  </a:cubicBezTo>
                  <a:cubicBezTo>
                    <a:pt x="31" y="913"/>
                    <a:pt x="47" y="920"/>
                    <a:pt x="60" y="924"/>
                  </a:cubicBezTo>
                  <a:cubicBezTo>
                    <a:pt x="69" y="927"/>
                    <a:pt x="85" y="935"/>
                    <a:pt x="86" y="931"/>
                  </a:cubicBezTo>
                  <a:cubicBezTo>
                    <a:pt x="89" y="923"/>
                    <a:pt x="87" y="917"/>
                    <a:pt x="80" y="914"/>
                  </a:cubicBezTo>
                  <a:cubicBezTo>
                    <a:pt x="76" y="912"/>
                    <a:pt x="85" y="919"/>
                    <a:pt x="87" y="912"/>
                  </a:cubicBezTo>
                  <a:cubicBezTo>
                    <a:pt x="88" y="910"/>
                    <a:pt x="88" y="909"/>
                    <a:pt x="86" y="906"/>
                  </a:cubicBezTo>
                  <a:cubicBezTo>
                    <a:pt x="88" y="901"/>
                    <a:pt x="87" y="901"/>
                    <a:pt x="83" y="897"/>
                  </a:cubicBezTo>
                  <a:cubicBezTo>
                    <a:pt x="89" y="896"/>
                    <a:pt x="88" y="872"/>
                    <a:pt x="86" y="861"/>
                  </a:cubicBezTo>
                  <a:cubicBezTo>
                    <a:pt x="87" y="853"/>
                    <a:pt x="87" y="826"/>
                    <a:pt x="80" y="807"/>
                  </a:cubicBezTo>
                  <a:cubicBezTo>
                    <a:pt x="75" y="796"/>
                    <a:pt x="71" y="786"/>
                    <a:pt x="71" y="779"/>
                  </a:cubicBezTo>
                  <a:cubicBezTo>
                    <a:pt x="67" y="762"/>
                    <a:pt x="80" y="646"/>
                    <a:pt x="92" y="613"/>
                  </a:cubicBezTo>
                  <a:cubicBezTo>
                    <a:pt x="115" y="543"/>
                    <a:pt x="115" y="480"/>
                    <a:pt x="118" y="468"/>
                  </a:cubicBezTo>
                  <a:cubicBezTo>
                    <a:pt x="120" y="455"/>
                    <a:pt x="158" y="272"/>
                    <a:pt x="163" y="243"/>
                  </a:cubicBezTo>
                  <a:cubicBezTo>
                    <a:pt x="158" y="333"/>
                    <a:pt x="158" y="333"/>
                    <a:pt x="158" y="333"/>
                  </a:cubicBezTo>
                  <a:cubicBezTo>
                    <a:pt x="160" y="368"/>
                    <a:pt x="159" y="438"/>
                    <a:pt x="160" y="456"/>
                  </a:cubicBezTo>
                  <a:cubicBezTo>
                    <a:pt x="161" y="481"/>
                    <a:pt x="153" y="508"/>
                    <a:pt x="155" y="551"/>
                  </a:cubicBezTo>
                  <a:cubicBezTo>
                    <a:pt x="157" y="574"/>
                    <a:pt x="155" y="618"/>
                    <a:pt x="145" y="674"/>
                  </a:cubicBezTo>
                  <a:cubicBezTo>
                    <a:pt x="140" y="693"/>
                    <a:pt x="129" y="862"/>
                    <a:pt x="147" y="990"/>
                  </a:cubicBezTo>
                  <a:cubicBezTo>
                    <a:pt x="154" y="1040"/>
                    <a:pt x="169" y="1107"/>
                    <a:pt x="179" y="1163"/>
                  </a:cubicBezTo>
                  <a:cubicBezTo>
                    <a:pt x="187" y="1204"/>
                    <a:pt x="180" y="1223"/>
                    <a:pt x="182" y="1250"/>
                  </a:cubicBezTo>
                  <a:cubicBezTo>
                    <a:pt x="183" y="1265"/>
                    <a:pt x="168" y="1351"/>
                    <a:pt x="189" y="1456"/>
                  </a:cubicBezTo>
                  <a:cubicBezTo>
                    <a:pt x="204" y="1532"/>
                    <a:pt x="218" y="1600"/>
                    <a:pt x="222" y="1618"/>
                  </a:cubicBezTo>
                  <a:cubicBezTo>
                    <a:pt x="231" y="1658"/>
                    <a:pt x="223" y="1662"/>
                    <a:pt x="227" y="1682"/>
                  </a:cubicBezTo>
                  <a:cubicBezTo>
                    <a:pt x="231" y="1702"/>
                    <a:pt x="231" y="1699"/>
                    <a:pt x="220" y="1719"/>
                  </a:cubicBezTo>
                  <a:cubicBezTo>
                    <a:pt x="210" y="1731"/>
                    <a:pt x="194" y="1758"/>
                    <a:pt x="188" y="1764"/>
                  </a:cubicBezTo>
                  <a:cubicBezTo>
                    <a:pt x="183" y="1770"/>
                    <a:pt x="186" y="1777"/>
                    <a:pt x="188" y="1780"/>
                  </a:cubicBezTo>
                  <a:cubicBezTo>
                    <a:pt x="184" y="1790"/>
                    <a:pt x="196" y="1795"/>
                    <a:pt x="200" y="1795"/>
                  </a:cubicBezTo>
                  <a:cubicBezTo>
                    <a:pt x="199" y="1805"/>
                    <a:pt x="221" y="1804"/>
                    <a:pt x="226" y="1800"/>
                  </a:cubicBezTo>
                  <a:cubicBezTo>
                    <a:pt x="232" y="1805"/>
                    <a:pt x="249" y="1805"/>
                    <a:pt x="256" y="1798"/>
                  </a:cubicBezTo>
                  <a:cubicBezTo>
                    <a:pt x="266" y="1807"/>
                    <a:pt x="285" y="1807"/>
                    <a:pt x="297" y="1796"/>
                  </a:cubicBezTo>
                  <a:cubicBezTo>
                    <a:pt x="309" y="1785"/>
                    <a:pt x="310" y="1774"/>
                    <a:pt x="309" y="1763"/>
                  </a:cubicBezTo>
                  <a:cubicBezTo>
                    <a:pt x="307" y="1753"/>
                    <a:pt x="310" y="1749"/>
                    <a:pt x="313" y="1736"/>
                  </a:cubicBezTo>
                  <a:cubicBezTo>
                    <a:pt x="315" y="1723"/>
                    <a:pt x="317" y="1712"/>
                    <a:pt x="312" y="1702"/>
                  </a:cubicBezTo>
                  <a:cubicBezTo>
                    <a:pt x="306" y="1693"/>
                    <a:pt x="306" y="1689"/>
                    <a:pt x="306" y="1679"/>
                  </a:cubicBezTo>
                  <a:cubicBezTo>
                    <a:pt x="306" y="1669"/>
                    <a:pt x="310" y="1655"/>
                    <a:pt x="303" y="1643"/>
                  </a:cubicBezTo>
                  <a:cubicBezTo>
                    <a:pt x="297" y="1631"/>
                    <a:pt x="289" y="1602"/>
                    <a:pt x="290" y="1571"/>
                  </a:cubicBezTo>
                  <a:cubicBezTo>
                    <a:pt x="291" y="1540"/>
                    <a:pt x="317" y="1364"/>
                    <a:pt x="306" y="1304"/>
                  </a:cubicBezTo>
                  <a:cubicBezTo>
                    <a:pt x="295" y="1244"/>
                    <a:pt x="299" y="1232"/>
                    <a:pt x="302" y="1212"/>
                  </a:cubicBezTo>
                  <a:cubicBezTo>
                    <a:pt x="305" y="1191"/>
                    <a:pt x="311" y="1158"/>
                    <a:pt x="305" y="1115"/>
                  </a:cubicBezTo>
                  <a:cubicBezTo>
                    <a:pt x="303" y="1098"/>
                    <a:pt x="304" y="1028"/>
                    <a:pt x="304" y="958"/>
                  </a:cubicBezTo>
                  <a:cubicBezTo>
                    <a:pt x="305" y="912"/>
                    <a:pt x="309" y="857"/>
                    <a:pt x="305" y="840"/>
                  </a:cubicBezTo>
                  <a:cubicBezTo>
                    <a:pt x="305" y="839"/>
                    <a:pt x="305" y="839"/>
                    <a:pt x="305" y="839"/>
                  </a:cubicBezTo>
                  <a:cubicBezTo>
                    <a:pt x="309" y="840"/>
                    <a:pt x="312" y="841"/>
                    <a:pt x="316" y="841"/>
                  </a:cubicBezTo>
                  <a:cubicBezTo>
                    <a:pt x="316" y="841"/>
                    <a:pt x="316" y="841"/>
                    <a:pt x="316" y="841"/>
                  </a:cubicBezTo>
                  <a:cubicBezTo>
                    <a:pt x="320" y="841"/>
                    <a:pt x="325" y="840"/>
                    <a:pt x="329" y="838"/>
                  </a:cubicBezTo>
                  <a:cubicBezTo>
                    <a:pt x="328" y="840"/>
                    <a:pt x="328" y="840"/>
                    <a:pt x="328" y="840"/>
                  </a:cubicBezTo>
                  <a:cubicBezTo>
                    <a:pt x="325" y="859"/>
                    <a:pt x="329" y="912"/>
                    <a:pt x="329" y="958"/>
                  </a:cubicBezTo>
                  <a:cubicBezTo>
                    <a:pt x="330" y="1028"/>
                    <a:pt x="330" y="1098"/>
                    <a:pt x="328" y="1115"/>
                  </a:cubicBezTo>
                  <a:cubicBezTo>
                    <a:pt x="322" y="1158"/>
                    <a:pt x="329" y="1191"/>
                    <a:pt x="331" y="1212"/>
                  </a:cubicBezTo>
                  <a:cubicBezTo>
                    <a:pt x="334" y="1232"/>
                    <a:pt x="338" y="1244"/>
                    <a:pt x="328" y="1304"/>
                  </a:cubicBezTo>
                  <a:cubicBezTo>
                    <a:pt x="317" y="1364"/>
                    <a:pt x="342" y="1540"/>
                    <a:pt x="343" y="1571"/>
                  </a:cubicBezTo>
                  <a:cubicBezTo>
                    <a:pt x="345" y="1602"/>
                    <a:pt x="337" y="1631"/>
                    <a:pt x="330" y="1643"/>
                  </a:cubicBezTo>
                  <a:cubicBezTo>
                    <a:pt x="324" y="1655"/>
                    <a:pt x="328" y="1669"/>
                    <a:pt x="328" y="1679"/>
                  </a:cubicBezTo>
                  <a:cubicBezTo>
                    <a:pt x="328" y="1689"/>
                    <a:pt x="327" y="1693"/>
                    <a:pt x="322" y="1702"/>
                  </a:cubicBezTo>
                  <a:cubicBezTo>
                    <a:pt x="316" y="1712"/>
                    <a:pt x="318" y="1723"/>
                    <a:pt x="321" y="1736"/>
                  </a:cubicBezTo>
                  <a:cubicBezTo>
                    <a:pt x="324" y="1749"/>
                    <a:pt x="326" y="1753"/>
                    <a:pt x="325" y="1763"/>
                  </a:cubicBezTo>
                  <a:cubicBezTo>
                    <a:pt x="324" y="1774"/>
                    <a:pt x="325" y="1785"/>
                    <a:pt x="337" y="1796"/>
                  </a:cubicBezTo>
                  <a:cubicBezTo>
                    <a:pt x="349" y="1807"/>
                    <a:pt x="367" y="1807"/>
                    <a:pt x="378" y="1798"/>
                  </a:cubicBezTo>
                  <a:cubicBezTo>
                    <a:pt x="384" y="1805"/>
                    <a:pt x="401" y="1805"/>
                    <a:pt x="407" y="1800"/>
                  </a:cubicBezTo>
                  <a:cubicBezTo>
                    <a:pt x="413" y="1804"/>
                    <a:pt x="435" y="1805"/>
                    <a:pt x="434" y="1795"/>
                  </a:cubicBezTo>
                  <a:cubicBezTo>
                    <a:pt x="438" y="1795"/>
                    <a:pt x="449" y="1790"/>
                    <a:pt x="445" y="1780"/>
                  </a:cubicBezTo>
                  <a:cubicBezTo>
                    <a:pt x="448" y="1777"/>
                    <a:pt x="451" y="1770"/>
                    <a:pt x="445" y="1764"/>
                  </a:cubicBezTo>
                  <a:cubicBezTo>
                    <a:pt x="440" y="1758"/>
                    <a:pt x="423" y="1731"/>
                    <a:pt x="413" y="1719"/>
                  </a:cubicBezTo>
                  <a:cubicBezTo>
                    <a:pt x="402" y="1699"/>
                    <a:pt x="403" y="1702"/>
                    <a:pt x="407" y="1682"/>
                  </a:cubicBezTo>
                  <a:cubicBezTo>
                    <a:pt x="411" y="1662"/>
                    <a:pt x="402" y="1658"/>
                    <a:pt x="412" y="1618"/>
                  </a:cubicBezTo>
                  <a:cubicBezTo>
                    <a:pt x="416" y="1600"/>
                    <a:pt x="432" y="1528"/>
                    <a:pt x="444" y="1452"/>
                  </a:cubicBezTo>
                  <a:cubicBezTo>
                    <a:pt x="455" y="1375"/>
                    <a:pt x="449" y="1277"/>
                    <a:pt x="451" y="1250"/>
                  </a:cubicBezTo>
                  <a:cubicBezTo>
                    <a:pt x="453" y="1223"/>
                    <a:pt x="445" y="1206"/>
                    <a:pt x="453" y="1164"/>
                  </a:cubicBezTo>
                  <a:cubicBezTo>
                    <a:pt x="461" y="1123"/>
                    <a:pt x="477" y="1050"/>
                    <a:pt x="482" y="992"/>
                  </a:cubicBezTo>
                  <a:cubicBezTo>
                    <a:pt x="491" y="907"/>
                    <a:pt x="507" y="808"/>
                    <a:pt x="493" y="678"/>
                  </a:cubicBezTo>
                  <a:cubicBezTo>
                    <a:pt x="483" y="622"/>
                    <a:pt x="482" y="576"/>
                    <a:pt x="483" y="554"/>
                  </a:cubicBezTo>
                  <a:cubicBezTo>
                    <a:pt x="483" y="507"/>
                    <a:pt x="470" y="484"/>
                    <a:pt x="471" y="458"/>
                  </a:cubicBezTo>
                  <a:cubicBezTo>
                    <a:pt x="472" y="447"/>
                    <a:pt x="476" y="375"/>
                    <a:pt x="472" y="312"/>
                  </a:cubicBezTo>
                  <a:cubicBezTo>
                    <a:pt x="469" y="272"/>
                    <a:pt x="463" y="244"/>
                    <a:pt x="464" y="230"/>
                  </a:cubicBezTo>
                  <a:cubicBezTo>
                    <a:pt x="493" y="360"/>
                    <a:pt x="493" y="360"/>
                    <a:pt x="493" y="360"/>
                  </a:cubicBezTo>
                  <a:cubicBezTo>
                    <a:pt x="497" y="389"/>
                    <a:pt x="513" y="455"/>
                    <a:pt x="516" y="468"/>
                  </a:cubicBezTo>
                  <a:cubicBezTo>
                    <a:pt x="518" y="480"/>
                    <a:pt x="519" y="540"/>
                    <a:pt x="542" y="610"/>
                  </a:cubicBezTo>
                  <a:cubicBezTo>
                    <a:pt x="554" y="643"/>
                    <a:pt x="566" y="762"/>
                    <a:pt x="563" y="779"/>
                  </a:cubicBezTo>
                  <a:cubicBezTo>
                    <a:pt x="563" y="786"/>
                    <a:pt x="561" y="797"/>
                    <a:pt x="556" y="808"/>
                  </a:cubicBezTo>
                  <a:cubicBezTo>
                    <a:pt x="550" y="827"/>
                    <a:pt x="548" y="853"/>
                    <a:pt x="548" y="862"/>
                  </a:cubicBezTo>
                  <a:cubicBezTo>
                    <a:pt x="546" y="873"/>
                    <a:pt x="539" y="894"/>
                    <a:pt x="550" y="897"/>
                  </a:cubicBezTo>
                  <a:cubicBezTo>
                    <a:pt x="547" y="901"/>
                    <a:pt x="546" y="901"/>
                    <a:pt x="547" y="906"/>
                  </a:cubicBezTo>
                  <a:cubicBezTo>
                    <a:pt x="546" y="909"/>
                    <a:pt x="545" y="910"/>
                    <a:pt x="546" y="912"/>
                  </a:cubicBezTo>
                  <a:cubicBezTo>
                    <a:pt x="549" y="919"/>
                    <a:pt x="558" y="912"/>
                    <a:pt x="554" y="914"/>
                  </a:cubicBezTo>
                  <a:cubicBezTo>
                    <a:pt x="547" y="917"/>
                    <a:pt x="544" y="923"/>
                    <a:pt x="547" y="931"/>
                  </a:cubicBezTo>
                  <a:cubicBezTo>
                    <a:pt x="549" y="935"/>
                    <a:pt x="565" y="927"/>
                    <a:pt x="574" y="924"/>
                  </a:cubicBezTo>
                  <a:cubicBezTo>
                    <a:pt x="586" y="920"/>
                    <a:pt x="602" y="913"/>
                    <a:pt x="606" y="907"/>
                  </a:cubicBezTo>
                  <a:cubicBezTo>
                    <a:pt x="610" y="901"/>
                    <a:pt x="618" y="890"/>
                    <a:pt x="621" y="885"/>
                  </a:cubicBezTo>
                  <a:cubicBezTo>
                    <a:pt x="624" y="878"/>
                    <a:pt x="624" y="873"/>
                    <a:pt x="626" y="869"/>
                  </a:cubicBezTo>
                  <a:cubicBezTo>
                    <a:pt x="629" y="864"/>
                    <a:pt x="634" y="858"/>
                    <a:pt x="631" y="853"/>
                  </a:cubicBezTo>
                  <a:cubicBezTo>
                    <a:pt x="629" y="849"/>
                    <a:pt x="624" y="817"/>
                    <a:pt x="619" y="798"/>
                  </a:cubicBezTo>
                  <a:cubicBezTo>
                    <a:pt x="615" y="783"/>
                    <a:pt x="610" y="717"/>
                    <a:pt x="613" y="687"/>
                  </a:cubicBezTo>
                  <a:cubicBezTo>
                    <a:pt x="615" y="663"/>
                    <a:pt x="610" y="625"/>
                    <a:pt x="610" y="609"/>
                  </a:cubicBezTo>
                  <a:cubicBezTo>
                    <a:pt x="611" y="519"/>
                    <a:pt x="599" y="475"/>
                    <a:pt x="595" y="458"/>
                  </a:cubicBezTo>
                  <a:cubicBezTo>
                    <a:pt x="591" y="441"/>
                    <a:pt x="584" y="412"/>
                    <a:pt x="579" y="376"/>
                  </a:cubicBezTo>
                  <a:cubicBezTo>
                    <a:pt x="569" y="302"/>
                    <a:pt x="526" y="128"/>
                    <a:pt x="519" y="113"/>
                  </a:cubicBezTo>
                  <a:cubicBezTo>
                    <a:pt x="510" y="91"/>
                    <a:pt x="480" y="74"/>
                    <a:pt x="464" y="71"/>
                  </a:cubicBezTo>
                  <a:cubicBezTo>
                    <a:pt x="452" y="69"/>
                    <a:pt x="377" y="63"/>
                    <a:pt x="378" y="1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011" name="Freeform 690">
              <a:extLst>
                <a:ext uri="{FF2B5EF4-FFF2-40B4-BE49-F238E27FC236}">
                  <a16:creationId xmlns:a16="http://schemas.microsoft.com/office/drawing/2014/main" id="{6E2DE062-892D-4CC8-83D0-86A80EE1C5F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2" y="2598"/>
              <a:ext cx="5" cy="17"/>
            </a:xfrm>
            <a:custGeom>
              <a:avLst/>
              <a:gdLst>
                <a:gd name="T0" fmla="*/ 0 w 3"/>
                <a:gd name="T1" fmla="*/ 0 h 11"/>
                <a:gd name="T2" fmla="*/ 5 w 3"/>
                <a:gd name="T3" fmla="*/ 4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1">
                  <a:moveTo>
                    <a:pt x="0" y="0"/>
                  </a:moveTo>
                  <a:cubicBezTo>
                    <a:pt x="3" y="1"/>
                    <a:pt x="2" y="8"/>
                    <a:pt x="1" y="11"/>
                  </a:cubicBezTo>
                </a:path>
              </a:pathLst>
            </a:custGeom>
            <a:noFill/>
            <a:ln w="158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012" name="Freeform 691">
              <a:extLst>
                <a:ext uri="{FF2B5EF4-FFF2-40B4-BE49-F238E27FC236}">
                  <a16:creationId xmlns:a16="http://schemas.microsoft.com/office/drawing/2014/main" id="{DEF59F8A-8D30-4AC5-A06B-FA461EB80F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2" y="3824"/>
              <a:ext cx="8" cy="32"/>
            </a:xfrm>
            <a:custGeom>
              <a:avLst/>
              <a:gdLst>
                <a:gd name="T0" fmla="*/ 0 w 5"/>
                <a:gd name="T1" fmla="*/ 0 h 21"/>
                <a:gd name="T2" fmla="*/ 21 w 5"/>
                <a:gd name="T3" fmla="*/ 75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1">
                  <a:moveTo>
                    <a:pt x="0" y="0"/>
                  </a:moveTo>
                  <a:cubicBezTo>
                    <a:pt x="0" y="8"/>
                    <a:pt x="5" y="21"/>
                    <a:pt x="5" y="21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013" name="Freeform 692">
              <a:extLst>
                <a:ext uri="{FF2B5EF4-FFF2-40B4-BE49-F238E27FC236}">
                  <a16:creationId xmlns:a16="http://schemas.microsoft.com/office/drawing/2014/main" id="{CDEB233B-B346-4B82-A764-F6393C5F66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0" y="2088"/>
              <a:ext cx="48" cy="32"/>
            </a:xfrm>
            <a:custGeom>
              <a:avLst/>
              <a:gdLst>
                <a:gd name="T0" fmla="*/ 0 w 31"/>
                <a:gd name="T1" fmla="*/ 53 h 21"/>
                <a:gd name="T2" fmla="*/ 93 w 31"/>
                <a:gd name="T3" fmla="*/ 75 h 21"/>
                <a:gd name="T4" fmla="*/ 5 w 31"/>
                <a:gd name="T5" fmla="*/ 49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21">
                  <a:moveTo>
                    <a:pt x="0" y="15"/>
                  </a:moveTo>
                  <a:cubicBezTo>
                    <a:pt x="7" y="8"/>
                    <a:pt x="21" y="12"/>
                    <a:pt x="25" y="21"/>
                  </a:cubicBezTo>
                  <a:cubicBezTo>
                    <a:pt x="31" y="14"/>
                    <a:pt x="6" y="0"/>
                    <a:pt x="1" y="1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014" name="Freeform 693">
              <a:extLst>
                <a:ext uri="{FF2B5EF4-FFF2-40B4-BE49-F238E27FC236}">
                  <a16:creationId xmlns:a16="http://schemas.microsoft.com/office/drawing/2014/main" id="{C277CE3E-4A2F-4FE2-9B87-DD8C4A1A3A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4" y="3953"/>
              <a:ext cx="26" cy="16"/>
            </a:xfrm>
            <a:custGeom>
              <a:avLst/>
              <a:gdLst>
                <a:gd name="T0" fmla="*/ 26 w 17"/>
                <a:gd name="T1" fmla="*/ 5 h 10"/>
                <a:gd name="T2" fmla="*/ 54 w 17"/>
                <a:gd name="T3" fmla="*/ 13 h 10"/>
                <a:gd name="T4" fmla="*/ 21 w 17"/>
                <a:gd name="T5" fmla="*/ 16 h 10"/>
                <a:gd name="T6" fmla="*/ 5 w 17"/>
                <a:gd name="T7" fmla="*/ 26 h 10"/>
                <a:gd name="T8" fmla="*/ 47 w 17"/>
                <a:gd name="T9" fmla="*/ 42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0">
                  <a:moveTo>
                    <a:pt x="7" y="1"/>
                  </a:moveTo>
                  <a:cubicBezTo>
                    <a:pt x="9" y="1"/>
                    <a:pt x="14" y="0"/>
                    <a:pt x="15" y="3"/>
                  </a:cubicBezTo>
                  <a:cubicBezTo>
                    <a:pt x="17" y="8"/>
                    <a:pt x="7" y="4"/>
                    <a:pt x="6" y="4"/>
                  </a:cubicBezTo>
                  <a:cubicBezTo>
                    <a:pt x="4" y="3"/>
                    <a:pt x="0" y="3"/>
                    <a:pt x="1" y="6"/>
                  </a:cubicBezTo>
                  <a:cubicBezTo>
                    <a:pt x="2" y="10"/>
                    <a:pt x="10" y="8"/>
                    <a:pt x="13" y="10"/>
                  </a:cubicBezTo>
                </a:path>
              </a:pathLst>
            </a:custGeom>
            <a:noFill/>
            <a:ln w="7938" cap="flat">
              <a:solidFill>
                <a:srgbClr val="FEF3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015" name="Freeform 694">
              <a:extLst>
                <a:ext uri="{FF2B5EF4-FFF2-40B4-BE49-F238E27FC236}">
                  <a16:creationId xmlns:a16="http://schemas.microsoft.com/office/drawing/2014/main" id="{F96E2B9B-21CD-4272-B702-DB01259670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9" y="3955"/>
              <a:ext cx="15" cy="11"/>
            </a:xfrm>
            <a:custGeom>
              <a:avLst/>
              <a:gdLst>
                <a:gd name="T0" fmla="*/ 35 w 10"/>
                <a:gd name="T1" fmla="*/ 20 h 7"/>
                <a:gd name="T2" fmla="*/ 0 w 10"/>
                <a:gd name="T3" fmla="*/ 0 h 7"/>
                <a:gd name="T4" fmla="*/ 26 w 10"/>
                <a:gd name="T5" fmla="*/ 27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7">
                  <a:moveTo>
                    <a:pt x="10" y="5"/>
                  </a:moveTo>
                  <a:cubicBezTo>
                    <a:pt x="9" y="1"/>
                    <a:pt x="3" y="0"/>
                    <a:pt x="0" y="0"/>
                  </a:cubicBezTo>
                  <a:cubicBezTo>
                    <a:pt x="1" y="3"/>
                    <a:pt x="3" y="6"/>
                    <a:pt x="7" y="7"/>
                  </a:cubicBezTo>
                </a:path>
              </a:pathLst>
            </a:custGeom>
            <a:noFill/>
            <a:ln w="7938" cap="flat">
              <a:solidFill>
                <a:srgbClr val="FEF3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016" name="Freeform 695">
              <a:extLst>
                <a:ext uri="{FF2B5EF4-FFF2-40B4-BE49-F238E27FC236}">
                  <a16:creationId xmlns:a16="http://schemas.microsoft.com/office/drawing/2014/main" id="{20C717A6-6200-4BD1-B1E8-363E3652A32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9" y="3947"/>
              <a:ext cx="23" cy="17"/>
            </a:xfrm>
            <a:custGeom>
              <a:avLst/>
              <a:gdLst>
                <a:gd name="T0" fmla="*/ 54 w 15"/>
                <a:gd name="T1" fmla="*/ 26 h 11"/>
                <a:gd name="T2" fmla="*/ 18 w 15"/>
                <a:gd name="T3" fmla="*/ 12 h 11"/>
                <a:gd name="T4" fmla="*/ 49 w 15"/>
                <a:gd name="T5" fmla="*/ 4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1">
                  <a:moveTo>
                    <a:pt x="15" y="7"/>
                  </a:moveTo>
                  <a:cubicBezTo>
                    <a:pt x="14" y="5"/>
                    <a:pt x="8" y="0"/>
                    <a:pt x="5" y="3"/>
                  </a:cubicBezTo>
                  <a:cubicBezTo>
                    <a:pt x="0" y="7"/>
                    <a:pt x="12" y="10"/>
                    <a:pt x="14" y="11"/>
                  </a:cubicBezTo>
                </a:path>
              </a:pathLst>
            </a:custGeom>
            <a:noFill/>
            <a:ln w="7938" cap="flat">
              <a:solidFill>
                <a:srgbClr val="FEF3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017" name="Freeform 696">
              <a:extLst>
                <a:ext uri="{FF2B5EF4-FFF2-40B4-BE49-F238E27FC236}">
                  <a16:creationId xmlns:a16="http://schemas.microsoft.com/office/drawing/2014/main" id="{CF8403CA-E374-42C8-A05D-D480487E01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0" y="3942"/>
              <a:ext cx="11" cy="8"/>
            </a:xfrm>
            <a:custGeom>
              <a:avLst/>
              <a:gdLst>
                <a:gd name="T0" fmla="*/ 27 w 7"/>
                <a:gd name="T1" fmla="*/ 21 h 5"/>
                <a:gd name="T2" fmla="*/ 0 w 7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5">
                  <a:moveTo>
                    <a:pt x="7" y="5"/>
                  </a:moveTo>
                  <a:cubicBezTo>
                    <a:pt x="5" y="3"/>
                    <a:pt x="3" y="2"/>
                    <a:pt x="0" y="0"/>
                  </a:cubicBezTo>
                </a:path>
              </a:pathLst>
            </a:custGeom>
            <a:noFill/>
            <a:ln w="7938" cap="flat">
              <a:solidFill>
                <a:srgbClr val="FEF3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018" name="Freeform 697">
              <a:extLst>
                <a:ext uri="{FF2B5EF4-FFF2-40B4-BE49-F238E27FC236}">
                  <a16:creationId xmlns:a16="http://schemas.microsoft.com/office/drawing/2014/main" id="{36F90A57-9B91-4DD6-B0D5-C4711CD5601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3" y="3952"/>
              <a:ext cx="19" cy="11"/>
            </a:xfrm>
            <a:custGeom>
              <a:avLst/>
              <a:gdLst>
                <a:gd name="T0" fmla="*/ 5 w 12"/>
                <a:gd name="T1" fmla="*/ 8 h 7"/>
                <a:gd name="T2" fmla="*/ 43 w 12"/>
                <a:gd name="T3" fmla="*/ 14 h 7"/>
                <a:gd name="T4" fmla="*/ 0 w 12"/>
                <a:gd name="T5" fmla="*/ 22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7">
                  <a:moveTo>
                    <a:pt x="1" y="2"/>
                  </a:moveTo>
                  <a:cubicBezTo>
                    <a:pt x="3" y="2"/>
                    <a:pt x="12" y="0"/>
                    <a:pt x="11" y="4"/>
                  </a:cubicBezTo>
                  <a:cubicBezTo>
                    <a:pt x="10" y="7"/>
                    <a:pt x="3" y="6"/>
                    <a:pt x="0" y="6"/>
                  </a:cubicBezTo>
                </a:path>
              </a:pathLst>
            </a:custGeom>
            <a:noFill/>
            <a:ln w="7938" cap="flat">
              <a:solidFill>
                <a:srgbClr val="FEF3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019" name="Freeform 698">
              <a:extLst>
                <a:ext uri="{FF2B5EF4-FFF2-40B4-BE49-F238E27FC236}">
                  <a16:creationId xmlns:a16="http://schemas.microsoft.com/office/drawing/2014/main" id="{23023F6C-703E-4505-A3E2-A343D6989B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7" y="3955"/>
              <a:ext cx="22" cy="14"/>
            </a:xfrm>
            <a:custGeom>
              <a:avLst/>
              <a:gdLst>
                <a:gd name="T0" fmla="*/ 0 w 14"/>
                <a:gd name="T1" fmla="*/ 14 h 9"/>
                <a:gd name="T2" fmla="*/ 39 w 14"/>
                <a:gd name="T3" fmla="*/ 8 h 9"/>
                <a:gd name="T4" fmla="*/ 5 w 14"/>
                <a:gd name="T5" fmla="*/ 34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9">
                  <a:moveTo>
                    <a:pt x="0" y="4"/>
                  </a:moveTo>
                  <a:cubicBezTo>
                    <a:pt x="3" y="2"/>
                    <a:pt x="7" y="0"/>
                    <a:pt x="10" y="2"/>
                  </a:cubicBezTo>
                  <a:cubicBezTo>
                    <a:pt x="14" y="7"/>
                    <a:pt x="4" y="9"/>
                    <a:pt x="1" y="9"/>
                  </a:cubicBezTo>
                </a:path>
              </a:pathLst>
            </a:custGeom>
            <a:noFill/>
            <a:ln w="7938" cap="flat">
              <a:solidFill>
                <a:srgbClr val="FEF3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020" name="Freeform 699">
              <a:extLst>
                <a:ext uri="{FF2B5EF4-FFF2-40B4-BE49-F238E27FC236}">
                  <a16:creationId xmlns:a16="http://schemas.microsoft.com/office/drawing/2014/main" id="{1D7A39FA-1327-4A07-8461-56756C9E13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0" y="3950"/>
              <a:ext cx="16" cy="8"/>
            </a:xfrm>
            <a:custGeom>
              <a:avLst/>
              <a:gdLst>
                <a:gd name="T0" fmla="*/ 42 w 10"/>
                <a:gd name="T1" fmla="*/ 0 h 5"/>
                <a:gd name="T2" fmla="*/ 0 w 10"/>
                <a:gd name="T3" fmla="*/ 21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5">
                  <a:moveTo>
                    <a:pt x="10" y="0"/>
                  </a:moveTo>
                  <a:cubicBezTo>
                    <a:pt x="7" y="2"/>
                    <a:pt x="3" y="3"/>
                    <a:pt x="0" y="5"/>
                  </a:cubicBezTo>
                </a:path>
              </a:pathLst>
            </a:custGeom>
            <a:noFill/>
            <a:ln w="7938" cap="flat">
              <a:solidFill>
                <a:srgbClr val="FEF3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021" name="Freeform 700">
              <a:extLst>
                <a:ext uri="{FF2B5EF4-FFF2-40B4-BE49-F238E27FC236}">
                  <a16:creationId xmlns:a16="http://schemas.microsoft.com/office/drawing/2014/main" id="{88D26048-F873-49BE-8574-CEA2349491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9" y="3944"/>
              <a:ext cx="14" cy="6"/>
            </a:xfrm>
            <a:custGeom>
              <a:avLst/>
              <a:gdLst>
                <a:gd name="T0" fmla="*/ 34 w 9"/>
                <a:gd name="T1" fmla="*/ 0 h 4"/>
                <a:gd name="T2" fmla="*/ 0 w 9"/>
                <a:gd name="T3" fmla="*/ 14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4">
                  <a:moveTo>
                    <a:pt x="9" y="0"/>
                  </a:moveTo>
                  <a:cubicBezTo>
                    <a:pt x="6" y="0"/>
                    <a:pt x="2" y="1"/>
                    <a:pt x="0" y="4"/>
                  </a:cubicBezTo>
                </a:path>
              </a:pathLst>
            </a:custGeom>
            <a:noFill/>
            <a:ln w="7938" cap="flat">
              <a:solidFill>
                <a:srgbClr val="FEF3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022" name="Freeform 701">
              <a:extLst>
                <a:ext uri="{FF2B5EF4-FFF2-40B4-BE49-F238E27FC236}">
                  <a16:creationId xmlns:a16="http://schemas.microsoft.com/office/drawing/2014/main" id="{534C6228-8BB7-4308-9C63-8AAB126CFB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2" y="1262"/>
              <a:ext cx="52" cy="124"/>
            </a:xfrm>
            <a:custGeom>
              <a:avLst/>
              <a:gdLst>
                <a:gd name="T0" fmla="*/ 12 w 34"/>
                <a:gd name="T1" fmla="*/ 5 h 80"/>
                <a:gd name="T2" fmla="*/ 28 w 34"/>
                <a:gd name="T3" fmla="*/ 26 h 80"/>
                <a:gd name="T4" fmla="*/ 75 w 34"/>
                <a:gd name="T5" fmla="*/ 141 h 80"/>
                <a:gd name="T6" fmla="*/ 122 w 34"/>
                <a:gd name="T7" fmla="*/ 298 h 80"/>
                <a:gd name="T8" fmla="*/ 83 w 34"/>
                <a:gd name="T9" fmla="*/ 245 h 80"/>
                <a:gd name="T10" fmla="*/ 35 w 34"/>
                <a:gd name="T11" fmla="*/ 127 h 80"/>
                <a:gd name="T12" fmla="*/ 0 w 34"/>
                <a:gd name="T13" fmla="*/ 0 h 8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4" h="80">
                  <a:moveTo>
                    <a:pt x="3" y="1"/>
                  </a:moveTo>
                  <a:cubicBezTo>
                    <a:pt x="5" y="3"/>
                    <a:pt x="6" y="5"/>
                    <a:pt x="8" y="7"/>
                  </a:cubicBezTo>
                  <a:cubicBezTo>
                    <a:pt x="14" y="17"/>
                    <a:pt x="19" y="28"/>
                    <a:pt x="21" y="38"/>
                  </a:cubicBezTo>
                  <a:cubicBezTo>
                    <a:pt x="24" y="53"/>
                    <a:pt x="27" y="67"/>
                    <a:pt x="34" y="80"/>
                  </a:cubicBezTo>
                  <a:cubicBezTo>
                    <a:pt x="30" y="77"/>
                    <a:pt x="26" y="72"/>
                    <a:pt x="23" y="66"/>
                  </a:cubicBezTo>
                  <a:cubicBezTo>
                    <a:pt x="18" y="56"/>
                    <a:pt x="13" y="45"/>
                    <a:pt x="10" y="34"/>
                  </a:cubicBezTo>
                  <a:cubicBezTo>
                    <a:pt x="6" y="22"/>
                    <a:pt x="4" y="11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023" name="Freeform 702">
              <a:extLst>
                <a:ext uri="{FF2B5EF4-FFF2-40B4-BE49-F238E27FC236}">
                  <a16:creationId xmlns:a16="http://schemas.microsoft.com/office/drawing/2014/main" id="{CA4C4CB4-AA34-4749-AA9C-B3FCF1BBE3B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1" y="1264"/>
              <a:ext cx="34" cy="101"/>
            </a:xfrm>
            <a:custGeom>
              <a:avLst/>
              <a:gdLst>
                <a:gd name="T0" fmla="*/ 0 w 22"/>
                <a:gd name="T1" fmla="*/ 0 h 66"/>
                <a:gd name="T2" fmla="*/ 8 w 22"/>
                <a:gd name="T3" fmla="*/ 12 h 66"/>
                <a:gd name="T4" fmla="*/ 34 w 22"/>
                <a:gd name="T5" fmla="*/ 89 h 66"/>
                <a:gd name="T6" fmla="*/ 82 w 22"/>
                <a:gd name="T7" fmla="*/ 237 h 66"/>
                <a:gd name="T8" fmla="*/ 45 w 22"/>
                <a:gd name="T9" fmla="*/ 66 h 66"/>
                <a:gd name="T10" fmla="*/ 14 w 22"/>
                <a:gd name="T11" fmla="*/ 8 h 6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66">
                  <a:moveTo>
                    <a:pt x="0" y="0"/>
                  </a:moveTo>
                  <a:cubicBezTo>
                    <a:pt x="1" y="1"/>
                    <a:pt x="1" y="2"/>
                    <a:pt x="2" y="3"/>
                  </a:cubicBezTo>
                  <a:cubicBezTo>
                    <a:pt x="6" y="10"/>
                    <a:pt x="8" y="17"/>
                    <a:pt x="9" y="25"/>
                  </a:cubicBezTo>
                  <a:cubicBezTo>
                    <a:pt x="12" y="39"/>
                    <a:pt x="17" y="52"/>
                    <a:pt x="22" y="66"/>
                  </a:cubicBezTo>
                  <a:cubicBezTo>
                    <a:pt x="17" y="51"/>
                    <a:pt x="18" y="34"/>
                    <a:pt x="12" y="18"/>
                  </a:cubicBezTo>
                  <a:cubicBezTo>
                    <a:pt x="10" y="13"/>
                    <a:pt x="7" y="7"/>
                    <a:pt x="4" y="2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024" name="Freeform 703">
              <a:extLst>
                <a:ext uri="{FF2B5EF4-FFF2-40B4-BE49-F238E27FC236}">
                  <a16:creationId xmlns:a16="http://schemas.microsoft.com/office/drawing/2014/main" id="{F34AD8B8-1838-4710-91FD-6297696790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7" y="1038"/>
              <a:ext cx="73" cy="110"/>
            </a:xfrm>
            <a:custGeom>
              <a:avLst/>
              <a:gdLst>
                <a:gd name="T0" fmla="*/ 116 w 47"/>
                <a:gd name="T1" fmla="*/ 26 h 71"/>
                <a:gd name="T2" fmla="*/ 75 w 47"/>
                <a:gd name="T3" fmla="*/ 5 h 71"/>
                <a:gd name="T4" fmla="*/ 26 w 47"/>
                <a:gd name="T5" fmla="*/ 8 h 71"/>
                <a:gd name="T6" fmla="*/ 0 w 47"/>
                <a:gd name="T7" fmla="*/ 56 h 71"/>
                <a:gd name="T8" fmla="*/ 39 w 47"/>
                <a:gd name="T9" fmla="*/ 122 h 71"/>
                <a:gd name="T10" fmla="*/ 101 w 47"/>
                <a:gd name="T11" fmla="*/ 231 h 71"/>
                <a:gd name="T12" fmla="*/ 148 w 47"/>
                <a:gd name="T13" fmla="*/ 259 h 71"/>
                <a:gd name="T14" fmla="*/ 176 w 47"/>
                <a:gd name="T15" fmla="*/ 215 h 7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7" h="71">
                  <a:moveTo>
                    <a:pt x="31" y="7"/>
                  </a:moveTo>
                  <a:cubicBezTo>
                    <a:pt x="27" y="7"/>
                    <a:pt x="24" y="2"/>
                    <a:pt x="20" y="1"/>
                  </a:cubicBezTo>
                  <a:cubicBezTo>
                    <a:pt x="16" y="0"/>
                    <a:pt x="11" y="0"/>
                    <a:pt x="7" y="2"/>
                  </a:cubicBezTo>
                  <a:cubicBezTo>
                    <a:pt x="1" y="4"/>
                    <a:pt x="0" y="10"/>
                    <a:pt x="0" y="15"/>
                  </a:cubicBezTo>
                  <a:cubicBezTo>
                    <a:pt x="0" y="22"/>
                    <a:pt x="6" y="28"/>
                    <a:pt x="10" y="33"/>
                  </a:cubicBezTo>
                  <a:cubicBezTo>
                    <a:pt x="18" y="41"/>
                    <a:pt x="21" y="53"/>
                    <a:pt x="27" y="62"/>
                  </a:cubicBezTo>
                  <a:cubicBezTo>
                    <a:pt x="30" y="66"/>
                    <a:pt x="33" y="71"/>
                    <a:pt x="39" y="70"/>
                  </a:cubicBezTo>
                  <a:cubicBezTo>
                    <a:pt x="45" y="69"/>
                    <a:pt x="45" y="63"/>
                    <a:pt x="47" y="58"/>
                  </a:cubicBezTo>
                </a:path>
              </a:pathLst>
            </a:custGeom>
            <a:solidFill>
              <a:srgbClr val="FEF3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025" name="Freeform 704">
              <a:extLst>
                <a:ext uri="{FF2B5EF4-FFF2-40B4-BE49-F238E27FC236}">
                  <a16:creationId xmlns:a16="http://schemas.microsoft.com/office/drawing/2014/main" id="{D65566F2-F94A-4D3F-84A0-77F7BF05A45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7" y="978"/>
              <a:ext cx="56" cy="126"/>
            </a:xfrm>
            <a:custGeom>
              <a:avLst/>
              <a:gdLst>
                <a:gd name="T0" fmla="*/ 53 w 36"/>
                <a:gd name="T1" fmla="*/ 35 h 82"/>
                <a:gd name="T2" fmla="*/ 101 w 36"/>
                <a:gd name="T3" fmla="*/ 0 h 82"/>
                <a:gd name="T4" fmla="*/ 131 w 36"/>
                <a:gd name="T5" fmla="*/ 52 h 82"/>
                <a:gd name="T6" fmla="*/ 109 w 36"/>
                <a:gd name="T7" fmla="*/ 120 h 82"/>
                <a:gd name="T8" fmla="*/ 95 w 36"/>
                <a:gd name="T9" fmla="*/ 197 h 82"/>
                <a:gd name="T10" fmla="*/ 61 w 36"/>
                <a:gd name="T11" fmla="*/ 290 h 82"/>
                <a:gd name="T12" fmla="*/ 0 w 36"/>
                <a:gd name="T13" fmla="*/ 263 h 8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6" h="82">
                  <a:moveTo>
                    <a:pt x="14" y="10"/>
                  </a:moveTo>
                  <a:cubicBezTo>
                    <a:pt x="17" y="5"/>
                    <a:pt x="21" y="0"/>
                    <a:pt x="27" y="0"/>
                  </a:cubicBezTo>
                  <a:cubicBezTo>
                    <a:pt x="34" y="1"/>
                    <a:pt x="36" y="8"/>
                    <a:pt x="35" y="14"/>
                  </a:cubicBezTo>
                  <a:cubicBezTo>
                    <a:pt x="33" y="21"/>
                    <a:pt x="32" y="26"/>
                    <a:pt x="29" y="33"/>
                  </a:cubicBezTo>
                  <a:cubicBezTo>
                    <a:pt x="27" y="39"/>
                    <a:pt x="25" y="47"/>
                    <a:pt x="25" y="54"/>
                  </a:cubicBezTo>
                  <a:cubicBezTo>
                    <a:pt x="25" y="62"/>
                    <a:pt x="26" y="76"/>
                    <a:pt x="16" y="80"/>
                  </a:cubicBezTo>
                  <a:cubicBezTo>
                    <a:pt x="11" y="82"/>
                    <a:pt x="2" y="77"/>
                    <a:pt x="0" y="72"/>
                  </a:cubicBezTo>
                </a:path>
              </a:pathLst>
            </a:custGeom>
            <a:solidFill>
              <a:srgbClr val="FEF3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026" name="Freeform 705">
              <a:extLst>
                <a:ext uri="{FF2B5EF4-FFF2-40B4-BE49-F238E27FC236}">
                  <a16:creationId xmlns:a16="http://schemas.microsoft.com/office/drawing/2014/main" id="{3CE72CB6-9BE5-4011-AC87-2764464E04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7" y="1032"/>
              <a:ext cx="14" cy="48"/>
            </a:xfrm>
            <a:custGeom>
              <a:avLst/>
              <a:gdLst>
                <a:gd name="T0" fmla="*/ 34 w 9"/>
                <a:gd name="T1" fmla="*/ 115 h 31"/>
                <a:gd name="T2" fmla="*/ 0 w 9"/>
                <a:gd name="T3" fmla="*/ 0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31">
                  <a:moveTo>
                    <a:pt x="9" y="31"/>
                  </a:moveTo>
                  <a:cubicBezTo>
                    <a:pt x="9" y="19"/>
                    <a:pt x="5" y="10"/>
                    <a:pt x="0" y="0"/>
                  </a:cubicBezTo>
                </a:path>
              </a:pathLst>
            </a:custGeom>
            <a:noFill/>
            <a:ln w="158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027" name="Freeform 706">
              <a:extLst>
                <a:ext uri="{FF2B5EF4-FFF2-40B4-BE49-F238E27FC236}">
                  <a16:creationId xmlns:a16="http://schemas.microsoft.com/office/drawing/2014/main" id="{C3421E11-62DF-402A-AB48-7959D84C7F9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4" y="1091"/>
              <a:ext cx="327" cy="188"/>
            </a:xfrm>
            <a:custGeom>
              <a:avLst/>
              <a:gdLst>
                <a:gd name="T0" fmla="*/ 0 w 211"/>
                <a:gd name="T1" fmla="*/ 100 h 122"/>
                <a:gd name="T2" fmla="*/ 130 w 211"/>
                <a:gd name="T3" fmla="*/ 316 h 122"/>
                <a:gd name="T4" fmla="*/ 462 w 211"/>
                <a:gd name="T5" fmla="*/ 427 h 122"/>
                <a:gd name="T6" fmla="*/ 750 w 211"/>
                <a:gd name="T7" fmla="*/ 176 h 122"/>
                <a:gd name="T8" fmla="*/ 786 w 211"/>
                <a:gd name="T9" fmla="*/ 0 h 1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1" h="122">
                  <a:moveTo>
                    <a:pt x="0" y="27"/>
                  </a:moveTo>
                  <a:cubicBezTo>
                    <a:pt x="9" y="49"/>
                    <a:pt x="22" y="75"/>
                    <a:pt x="35" y="86"/>
                  </a:cubicBezTo>
                  <a:cubicBezTo>
                    <a:pt x="58" y="107"/>
                    <a:pt x="88" y="122"/>
                    <a:pt x="124" y="117"/>
                  </a:cubicBezTo>
                  <a:cubicBezTo>
                    <a:pt x="159" y="112"/>
                    <a:pt x="197" y="63"/>
                    <a:pt x="201" y="48"/>
                  </a:cubicBezTo>
                  <a:cubicBezTo>
                    <a:pt x="203" y="40"/>
                    <a:pt x="208" y="21"/>
                    <a:pt x="211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028" name="Freeform 707">
              <a:extLst>
                <a:ext uri="{FF2B5EF4-FFF2-40B4-BE49-F238E27FC236}">
                  <a16:creationId xmlns:a16="http://schemas.microsoft.com/office/drawing/2014/main" id="{B055E909-DC7A-407C-8086-031050C0AB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7" y="1038"/>
              <a:ext cx="63" cy="110"/>
            </a:xfrm>
            <a:custGeom>
              <a:avLst/>
              <a:gdLst>
                <a:gd name="T0" fmla="*/ 69 w 41"/>
                <a:gd name="T1" fmla="*/ 5 h 71"/>
                <a:gd name="T2" fmla="*/ 26 w 41"/>
                <a:gd name="T3" fmla="*/ 8 h 71"/>
                <a:gd name="T4" fmla="*/ 0 w 41"/>
                <a:gd name="T5" fmla="*/ 56 h 71"/>
                <a:gd name="T6" fmla="*/ 35 w 41"/>
                <a:gd name="T7" fmla="*/ 122 h 71"/>
                <a:gd name="T8" fmla="*/ 97 w 41"/>
                <a:gd name="T9" fmla="*/ 231 h 71"/>
                <a:gd name="T10" fmla="*/ 137 w 41"/>
                <a:gd name="T11" fmla="*/ 259 h 71"/>
                <a:gd name="T12" fmla="*/ 149 w 41"/>
                <a:gd name="T13" fmla="*/ 257 h 7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1" h="71">
                  <a:moveTo>
                    <a:pt x="19" y="1"/>
                  </a:moveTo>
                  <a:cubicBezTo>
                    <a:pt x="15" y="0"/>
                    <a:pt x="10" y="0"/>
                    <a:pt x="7" y="2"/>
                  </a:cubicBezTo>
                  <a:cubicBezTo>
                    <a:pt x="1" y="4"/>
                    <a:pt x="0" y="10"/>
                    <a:pt x="0" y="15"/>
                  </a:cubicBezTo>
                  <a:cubicBezTo>
                    <a:pt x="0" y="22"/>
                    <a:pt x="5" y="28"/>
                    <a:pt x="10" y="33"/>
                  </a:cubicBezTo>
                  <a:cubicBezTo>
                    <a:pt x="18" y="41"/>
                    <a:pt x="21" y="53"/>
                    <a:pt x="27" y="62"/>
                  </a:cubicBezTo>
                  <a:cubicBezTo>
                    <a:pt x="29" y="66"/>
                    <a:pt x="33" y="71"/>
                    <a:pt x="38" y="70"/>
                  </a:cubicBezTo>
                  <a:cubicBezTo>
                    <a:pt x="39" y="70"/>
                    <a:pt x="40" y="70"/>
                    <a:pt x="41" y="69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029" name="Freeform 708">
              <a:extLst>
                <a:ext uri="{FF2B5EF4-FFF2-40B4-BE49-F238E27FC236}">
                  <a16:creationId xmlns:a16="http://schemas.microsoft.com/office/drawing/2014/main" id="{638D40FE-FD18-4A41-89EE-941450FBE6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1" y="976"/>
              <a:ext cx="42" cy="125"/>
            </a:xfrm>
            <a:custGeom>
              <a:avLst/>
              <a:gdLst>
                <a:gd name="T0" fmla="*/ 30 w 27"/>
                <a:gd name="T1" fmla="*/ 22 h 81"/>
                <a:gd name="T2" fmla="*/ 68 w 27"/>
                <a:gd name="T3" fmla="*/ 5 h 81"/>
                <a:gd name="T4" fmla="*/ 96 w 27"/>
                <a:gd name="T5" fmla="*/ 54 h 81"/>
                <a:gd name="T6" fmla="*/ 75 w 27"/>
                <a:gd name="T7" fmla="*/ 122 h 81"/>
                <a:gd name="T8" fmla="*/ 61 w 27"/>
                <a:gd name="T9" fmla="*/ 198 h 81"/>
                <a:gd name="T10" fmla="*/ 26 w 27"/>
                <a:gd name="T11" fmla="*/ 293 h 81"/>
                <a:gd name="T12" fmla="*/ 0 w 27"/>
                <a:gd name="T13" fmla="*/ 293 h 8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" h="81">
                  <a:moveTo>
                    <a:pt x="8" y="6"/>
                  </a:moveTo>
                  <a:cubicBezTo>
                    <a:pt x="11" y="3"/>
                    <a:pt x="14" y="0"/>
                    <a:pt x="18" y="1"/>
                  </a:cubicBezTo>
                  <a:cubicBezTo>
                    <a:pt x="25" y="1"/>
                    <a:pt x="27" y="9"/>
                    <a:pt x="26" y="15"/>
                  </a:cubicBezTo>
                  <a:cubicBezTo>
                    <a:pt x="24" y="21"/>
                    <a:pt x="23" y="27"/>
                    <a:pt x="20" y="33"/>
                  </a:cubicBezTo>
                  <a:cubicBezTo>
                    <a:pt x="18" y="40"/>
                    <a:pt x="16" y="47"/>
                    <a:pt x="16" y="54"/>
                  </a:cubicBezTo>
                  <a:cubicBezTo>
                    <a:pt x="16" y="62"/>
                    <a:pt x="17" y="76"/>
                    <a:pt x="7" y="80"/>
                  </a:cubicBezTo>
                  <a:cubicBezTo>
                    <a:pt x="5" y="81"/>
                    <a:pt x="2" y="81"/>
                    <a:pt x="0" y="8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030" name="Freeform 709">
              <a:extLst>
                <a:ext uri="{FF2B5EF4-FFF2-40B4-BE49-F238E27FC236}">
                  <a16:creationId xmlns:a16="http://schemas.microsoft.com/office/drawing/2014/main" id="{3FC77791-2CED-4C73-86C9-9589462ED1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3" y="989"/>
              <a:ext cx="21" cy="54"/>
            </a:xfrm>
            <a:custGeom>
              <a:avLst/>
              <a:gdLst>
                <a:gd name="T0" fmla="*/ 0 w 13"/>
                <a:gd name="T1" fmla="*/ 29 h 35"/>
                <a:gd name="T2" fmla="*/ 26 w 13"/>
                <a:gd name="T3" fmla="*/ 5 h 35"/>
                <a:gd name="T4" fmla="*/ 50 w 13"/>
                <a:gd name="T5" fmla="*/ 19 h 35"/>
                <a:gd name="T6" fmla="*/ 39 w 13"/>
                <a:gd name="T7" fmla="*/ 66 h 35"/>
                <a:gd name="T8" fmla="*/ 26 w 13"/>
                <a:gd name="T9" fmla="*/ 128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35">
                  <a:moveTo>
                    <a:pt x="0" y="8"/>
                  </a:moveTo>
                  <a:cubicBezTo>
                    <a:pt x="2" y="6"/>
                    <a:pt x="3" y="2"/>
                    <a:pt x="6" y="1"/>
                  </a:cubicBezTo>
                  <a:cubicBezTo>
                    <a:pt x="10" y="0"/>
                    <a:pt x="12" y="2"/>
                    <a:pt x="12" y="5"/>
                  </a:cubicBezTo>
                  <a:cubicBezTo>
                    <a:pt x="13" y="9"/>
                    <a:pt x="10" y="14"/>
                    <a:pt x="9" y="18"/>
                  </a:cubicBezTo>
                  <a:cubicBezTo>
                    <a:pt x="8" y="23"/>
                    <a:pt x="6" y="30"/>
                    <a:pt x="6" y="35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031" name="Freeform 710">
              <a:extLst>
                <a:ext uri="{FF2B5EF4-FFF2-40B4-BE49-F238E27FC236}">
                  <a16:creationId xmlns:a16="http://schemas.microsoft.com/office/drawing/2014/main" id="{7D686604-B212-436E-AB89-96B8DBA9F7C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2" y="1038"/>
              <a:ext cx="8" cy="34"/>
            </a:xfrm>
            <a:custGeom>
              <a:avLst/>
              <a:gdLst>
                <a:gd name="T0" fmla="*/ 5 w 5"/>
                <a:gd name="T1" fmla="*/ 0 h 22"/>
                <a:gd name="T2" fmla="*/ 8 w 5"/>
                <a:gd name="T3" fmla="*/ 34 h 22"/>
                <a:gd name="T4" fmla="*/ 5 w 5"/>
                <a:gd name="T5" fmla="*/ 82 h 22"/>
                <a:gd name="T6" fmla="*/ 21 w 5"/>
                <a:gd name="T7" fmla="*/ 40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22">
                  <a:moveTo>
                    <a:pt x="1" y="0"/>
                  </a:moveTo>
                  <a:cubicBezTo>
                    <a:pt x="4" y="0"/>
                    <a:pt x="3" y="7"/>
                    <a:pt x="2" y="9"/>
                  </a:cubicBezTo>
                  <a:cubicBezTo>
                    <a:pt x="1" y="13"/>
                    <a:pt x="0" y="17"/>
                    <a:pt x="1" y="22"/>
                  </a:cubicBezTo>
                  <a:cubicBezTo>
                    <a:pt x="1" y="18"/>
                    <a:pt x="4" y="14"/>
                    <a:pt x="5" y="11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032" name="Freeform 711">
              <a:extLst>
                <a:ext uri="{FF2B5EF4-FFF2-40B4-BE49-F238E27FC236}">
                  <a16:creationId xmlns:a16="http://schemas.microsoft.com/office/drawing/2014/main" id="{6C6E61B7-4628-4407-A3CF-47483FCD5A8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1" y="1049"/>
              <a:ext cx="26" cy="54"/>
            </a:xfrm>
            <a:custGeom>
              <a:avLst/>
              <a:gdLst>
                <a:gd name="T0" fmla="*/ 49 w 17"/>
                <a:gd name="T1" fmla="*/ 12 h 35"/>
                <a:gd name="T2" fmla="*/ 14 w 17"/>
                <a:gd name="T3" fmla="*/ 0 h 35"/>
                <a:gd name="T4" fmla="*/ 5 w 17"/>
                <a:gd name="T5" fmla="*/ 34 h 35"/>
                <a:gd name="T6" fmla="*/ 35 w 17"/>
                <a:gd name="T7" fmla="*/ 80 h 35"/>
                <a:gd name="T8" fmla="*/ 61 w 17"/>
                <a:gd name="T9" fmla="*/ 128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35">
                  <a:moveTo>
                    <a:pt x="14" y="3"/>
                  </a:moveTo>
                  <a:cubicBezTo>
                    <a:pt x="11" y="2"/>
                    <a:pt x="7" y="0"/>
                    <a:pt x="4" y="0"/>
                  </a:cubicBezTo>
                  <a:cubicBezTo>
                    <a:pt x="0" y="1"/>
                    <a:pt x="0" y="6"/>
                    <a:pt x="1" y="9"/>
                  </a:cubicBezTo>
                  <a:cubicBezTo>
                    <a:pt x="3" y="14"/>
                    <a:pt x="7" y="18"/>
                    <a:pt x="10" y="22"/>
                  </a:cubicBezTo>
                  <a:cubicBezTo>
                    <a:pt x="13" y="26"/>
                    <a:pt x="15" y="30"/>
                    <a:pt x="17" y="35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033" name="Freeform 712">
              <a:extLst>
                <a:ext uri="{FF2B5EF4-FFF2-40B4-BE49-F238E27FC236}">
                  <a16:creationId xmlns:a16="http://schemas.microsoft.com/office/drawing/2014/main" id="{201324F6-097D-4E06-816E-FC2237CD5E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7" y="1095"/>
              <a:ext cx="9" cy="22"/>
            </a:xfrm>
            <a:custGeom>
              <a:avLst/>
              <a:gdLst>
                <a:gd name="T0" fmla="*/ 18 w 6"/>
                <a:gd name="T1" fmla="*/ 0 h 14"/>
                <a:gd name="T2" fmla="*/ 21 w 6"/>
                <a:gd name="T3" fmla="*/ 55 h 14"/>
                <a:gd name="T4" fmla="*/ 5 w 6"/>
                <a:gd name="T5" fmla="*/ 35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14">
                  <a:moveTo>
                    <a:pt x="5" y="0"/>
                  </a:moveTo>
                  <a:cubicBezTo>
                    <a:pt x="0" y="0"/>
                    <a:pt x="6" y="12"/>
                    <a:pt x="6" y="14"/>
                  </a:cubicBezTo>
                  <a:cubicBezTo>
                    <a:pt x="4" y="14"/>
                    <a:pt x="2" y="10"/>
                    <a:pt x="1" y="9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034" name="Freeform 713">
              <a:extLst>
                <a:ext uri="{FF2B5EF4-FFF2-40B4-BE49-F238E27FC236}">
                  <a16:creationId xmlns:a16="http://schemas.microsoft.com/office/drawing/2014/main" id="{EBF22E5F-FEA4-4699-9B4B-30682009EC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7" y="1043"/>
              <a:ext cx="28" cy="37"/>
            </a:xfrm>
            <a:custGeom>
              <a:avLst/>
              <a:gdLst>
                <a:gd name="T0" fmla="*/ 68 w 18"/>
                <a:gd name="T1" fmla="*/ 0 h 24"/>
                <a:gd name="T2" fmla="*/ 14 w 18"/>
                <a:gd name="T3" fmla="*/ 12 h 24"/>
                <a:gd name="T4" fmla="*/ 39 w 18"/>
                <a:gd name="T5" fmla="*/ 88 h 24"/>
                <a:gd name="T6" fmla="*/ 22 w 18"/>
                <a:gd name="T7" fmla="*/ 29 h 24"/>
                <a:gd name="T8" fmla="*/ 56 w 18"/>
                <a:gd name="T9" fmla="*/ 5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24">
                  <a:moveTo>
                    <a:pt x="18" y="0"/>
                  </a:moveTo>
                  <a:cubicBezTo>
                    <a:pt x="14" y="0"/>
                    <a:pt x="7" y="0"/>
                    <a:pt x="4" y="3"/>
                  </a:cubicBezTo>
                  <a:cubicBezTo>
                    <a:pt x="0" y="10"/>
                    <a:pt x="5" y="20"/>
                    <a:pt x="10" y="24"/>
                  </a:cubicBezTo>
                  <a:cubicBezTo>
                    <a:pt x="5" y="22"/>
                    <a:pt x="4" y="13"/>
                    <a:pt x="6" y="8"/>
                  </a:cubicBezTo>
                  <a:cubicBezTo>
                    <a:pt x="7" y="4"/>
                    <a:pt x="11" y="1"/>
                    <a:pt x="15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035" name="Freeform 714">
              <a:extLst>
                <a:ext uri="{FF2B5EF4-FFF2-40B4-BE49-F238E27FC236}">
                  <a16:creationId xmlns:a16="http://schemas.microsoft.com/office/drawing/2014/main" id="{F95D236C-0F88-495B-AC22-C28C3BC1A1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5" y="981"/>
              <a:ext cx="25" cy="39"/>
            </a:xfrm>
            <a:custGeom>
              <a:avLst/>
              <a:gdLst>
                <a:gd name="T0" fmla="*/ 0 w 16"/>
                <a:gd name="T1" fmla="*/ 22 h 25"/>
                <a:gd name="T2" fmla="*/ 31 w 16"/>
                <a:gd name="T3" fmla="*/ 0 h 25"/>
                <a:gd name="T4" fmla="*/ 53 w 16"/>
                <a:gd name="T5" fmla="*/ 8 h 25"/>
                <a:gd name="T6" fmla="*/ 56 w 16"/>
                <a:gd name="T7" fmla="*/ 47 h 25"/>
                <a:gd name="T8" fmla="*/ 48 w 16"/>
                <a:gd name="T9" fmla="*/ 73 h 25"/>
                <a:gd name="T10" fmla="*/ 39 w 16"/>
                <a:gd name="T11" fmla="*/ 95 h 25"/>
                <a:gd name="T12" fmla="*/ 48 w 16"/>
                <a:gd name="T13" fmla="*/ 56 h 25"/>
                <a:gd name="T14" fmla="*/ 47 w 16"/>
                <a:gd name="T15" fmla="*/ 22 h 25"/>
                <a:gd name="T16" fmla="*/ 0 w 16"/>
                <a:gd name="T17" fmla="*/ 14 h 2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6" h="25">
                  <a:moveTo>
                    <a:pt x="0" y="6"/>
                  </a:moveTo>
                  <a:cubicBezTo>
                    <a:pt x="1" y="3"/>
                    <a:pt x="6" y="1"/>
                    <a:pt x="8" y="0"/>
                  </a:cubicBezTo>
                  <a:cubicBezTo>
                    <a:pt x="10" y="0"/>
                    <a:pt x="13" y="1"/>
                    <a:pt x="14" y="2"/>
                  </a:cubicBezTo>
                  <a:cubicBezTo>
                    <a:pt x="16" y="5"/>
                    <a:pt x="15" y="9"/>
                    <a:pt x="15" y="12"/>
                  </a:cubicBezTo>
                  <a:cubicBezTo>
                    <a:pt x="14" y="14"/>
                    <a:pt x="14" y="17"/>
                    <a:pt x="13" y="19"/>
                  </a:cubicBezTo>
                  <a:cubicBezTo>
                    <a:pt x="12" y="21"/>
                    <a:pt x="11" y="23"/>
                    <a:pt x="10" y="25"/>
                  </a:cubicBezTo>
                  <a:cubicBezTo>
                    <a:pt x="11" y="22"/>
                    <a:pt x="12" y="19"/>
                    <a:pt x="13" y="15"/>
                  </a:cubicBezTo>
                  <a:cubicBezTo>
                    <a:pt x="13" y="12"/>
                    <a:pt x="14" y="9"/>
                    <a:pt x="12" y="6"/>
                  </a:cubicBezTo>
                  <a:cubicBezTo>
                    <a:pt x="10" y="1"/>
                    <a:pt x="4" y="1"/>
                    <a:pt x="0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036" name="Freeform 715">
              <a:extLst>
                <a:ext uri="{FF2B5EF4-FFF2-40B4-BE49-F238E27FC236}">
                  <a16:creationId xmlns:a16="http://schemas.microsoft.com/office/drawing/2014/main" id="{92C95C4E-12E2-4946-8456-B91C5CFF87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5" y="989"/>
              <a:ext cx="15" cy="34"/>
            </a:xfrm>
            <a:custGeom>
              <a:avLst/>
              <a:gdLst>
                <a:gd name="T0" fmla="*/ 0 w 10"/>
                <a:gd name="T1" fmla="*/ 36 h 22"/>
                <a:gd name="T2" fmla="*/ 27 w 10"/>
                <a:gd name="T3" fmla="*/ 14 h 22"/>
                <a:gd name="T4" fmla="*/ 26 w 10"/>
                <a:gd name="T5" fmla="*/ 45 h 22"/>
                <a:gd name="T6" fmla="*/ 18 w 10"/>
                <a:gd name="T7" fmla="*/ 82 h 22"/>
                <a:gd name="T8" fmla="*/ 21 w 10"/>
                <a:gd name="T9" fmla="*/ 36 h 22"/>
                <a:gd name="T10" fmla="*/ 0 w 10"/>
                <a:gd name="T11" fmla="*/ 36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" h="22">
                  <a:moveTo>
                    <a:pt x="0" y="10"/>
                  </a:moveTo>
                  <a:cubicBezTo>
                    <a:pt x="1" y="8"/>
                    <a:pt x="6" y="0"/>
                    <a:pt x="8" y="4"/>
                  </a:cubicBezTo>
                  <a:cubicBezTo>
                    <a:pt x="10" y="7"/>
                    <a:pt x="8" y="10"/>
                    <a:pt x="7" y="12"/>
                  </a:cubicBezTo>
                  <a:cubicBezTo>
                    <a:pt x="6" y="16"/>
                    <a:pt x="6" y="19"/>
                    <a:pt x="5" y="22"/>
                  </a:cubicBezTo>
                  <a:cubicBezTo>
                    <a:pt x="4" y="19"/>
                    <a:pt x="7" y="14"/>
                    <a:pt x="6" y="10"/>
                  </a:cubicBezTo>
                  <a:cubicBezTo>
                    <a:pt x="5" y="7"/>
                    <a:pt x="2" y="9"/>
                    <a:pt x="0" y="10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037" name="Freeform 716">
              <a:extLst>
                <a:ext uri="{FF2B5EF4-FFF2-40B4-BE49-F238E27FC236}">
                  <a16:creationId xmlns:a16="http://schemas.microsoft.com/office/drawing/2014/main" id="{9B51240E-E42B-4067-ABDF-470E5B5E739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2" y="1052"/>
              <a:ext cx="19" cy="26"/>
            </a:xfrm>
            <a:custGeom>
              <a:avLst/>
              <a:gdLst>
                <a:gd name="T0" fmla="*/ 48 w 12"/>
                <a:gd name="T1" fmla="*/ 12 h 17"/>
                <a:gd name="T2" fmla="*/ 27 w 12"/>
                <a:gd name="T3" fmla="*/ 5 h 17"/>
                <a:gd name="T4" fmla="*/ 8 w 12"/>
                <a:gd name="T5" fmla="*/ 5 h 17"/>
                <a:gd name="T6" fmla="*/ 16 w 12"/>
                <a:gd name="T7" fmla="*/ 35 h 17"/>
                <a:gd name="T8" fmla="*/ 40 w 12"/>
                <a:gd name="T9" fmla="*/ 61 h 17"/>
                <a:gd name="T10" fmla="*/ 21 w 12"/>
                <a:gd name="T11" fmla="*/ 26 h 17"/>
                <a:gd name="T12" fmla="*/ 48 w 12"/>
                <a:gd name="T13" fmla="*/ 12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17">
                  <a:moveTo>
                    <a:pt x="12" y="3"/>
                  </a:moveTo>
                  <a:cubicBezTo>
                    <a:pt x="11" y="3"/>
                    <a:pt x="9" y="2"/>
                    <a:pt x="7" y="1"/>
                  </a:cubicBezTo>
                  <a:cubicBezTo>
                    <a:pt x="6" y="1"/>
                    <a:pt x="3" y="0"/>
                    <a:pt x="2" y="1"/>
                  </a:cubicBezTo>
                  <a:cubicBezTo>
                    <a:pt x="0" y="3"/>
                    <a:pt x="2" y="8"/>
                    <a:pt x="4" y="10"/>
                  </a:cubicBezTo>
                  <a:cubicBezTo>
                    <a:pt x="6" y="12"/>
                    <a:pt x="8" y="15"/>
                    <a:pt x="10" y="17"/>
                  </a:cubicBezTo>
                  <a:cubicBezTo>
                    <a:pt x="7" y="15"/>
                    <a:pt x="4" y="11"/>
                    <a:pt x="5" y="7"/>
                  </a:cubicBezTo>
                  <a:cubicBezTo>
                    <a:pt x="6" y="4"/>
                    <a:pt x="9" y="2"/>
                    <a:pt x="12" y="3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038" name="Freeform 717">
              <a:extLst>
                <a:ext uri="{FF2B5EF4-FFF2-40B4-BE49-F238E27FC236}">
                  <a16:creationId xmlns:a16="http://schemas.microsoft.com/office/drawing/2014/main" id="{15D7A75B-18B9-43E5-81B8-7FCA5FB9F11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5" y="1083"/>
              <a:ext cx="5" cy="18"/>
            </a:xfrm>
            <a:custGeom>
              <a:avLst/>
              <a:gdLst>
                <a:gd name="T0" fmla="*/ 13 w 3"/>
                <a:gd name="T1" fmla="*/ 27 h 12"/>
                <a:gd name="T2" fmla="*/ 8 w 3"/>
                <a:gd name="T3" fmla="*/ 41 h 12"/>
                <a:gd name="T4" fmla="*/ 0 w 3"/>
                <a:gd name="T5" fmla="*/ 21 h 12"/>
                <a:gd name="T6" fmla="*/ 5 w 3"/>
                <a:gd name="T7" fmla="*/ 0 h 12"/>
                <a:gd name="T8" fmla="*/ 13 w 3"/>
                <a:gd name="T9" fmla="*/ 26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12">
                  <a:moveTo>
                    <a:pt x="3" y="8"/>
                  </a:moveTo>
                  <a:cubicBezTo>
                    <a:pt x="2" y="8"/>
                    <a:pt x="2" y="10"/>
                    <a:pt x="2" y="12"/>
                  </a:cubicBezTo>
                  <a:cubicBezTo>
                    <a:pt x="1" y="11"/>
                    <a:pt x="0" y="7"/>
                    <a:pt x="0" y="6"/>
                  </a:cubicBezTo>
                  <a:cubicBezTo>
                    <a:pt x="0" y="4"/>
                    <a:pt x="0" y="1"/>
                    <a:pt x="1" y="0"/>
                  </a:cubicBezTo>
                  <a:cubicBezTo>
                    <a:pt x="2" y="1"/>
                    <a:pt x="2" y="4"/>
                    <a:pt x="3" y="7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039" name="Freeform 718">
              <a:extLst>
                <a:ext uri="{FF2B5EF4-FFF2-40B4-BE49-F238E27FC236}">
                  <a16:creationId xmlns:a16="http://schemas.microsoft.com/office/drawing/2014/main" id="{815583F6-8590-4BC8-9249-194E5D848B4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5" y="1013"/>
              <a:ext cx="31" cy="67"/>
            </a:xfrm>
            <a:custGeom>
              <a:avLst/>
              <a:gdLst>
                <a:gd name="T0" fmla="*/ 0 w 20"/>
                <a:gd name="T1" fmla="*/ 5 h 43"/>
                <a:gd name="T2" fmla="*/ 39 w 20"/>
                <a:gd name="T3" fmla="*/ 34 h 43"/>
                <a:gd name="T4" fmla="*/ 53 w 20"/>
                <a:gd name="T5" fmla="*/ 73 h 43"/>
                <a:gd name="T6" fmla="*/ 70 w 20"/>
                <a:gd name="T7" fmla="*/ 162 h 43"/>
                <a:gd name="T8" fmla="*/ 56 w 20"/>
                <a:gd name="T9" fmla="*/ 53 h 43"/>
                <a:gd name="T10" fmla="*/ 29 w 20"/>
                <a:gd name="T11" fmla="*/ 14 h 43"/>
                <a:gd name="T12" fmla="*/ 14 w 20"/>
                <a:gd name="T13" fmla="*/ 5 h 43"/>
                <a:gd name="T14" fmla="*/ 5 w 20"/>
                <a:gd name="T15" fmla="*/ 0 h 4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0" h="43">
                  <a:moveTo>
                    <a:pt x="0" y="1"/>
                  </a:moveTo>
                  <a:cubicBezTo>
                    <a:pt x="4" y="0"/>
                    <a:pt x="8" y="6"/>
                    <a:pt x="10" y="9"/>
                  </a:cubicBezTo>
                  <a:cubicBezTo>
                    <a:pt x="12" y="12"/>
                    <a:pt x="13" y="16"/>
                    <a:pt x="14" y="19"/>
                  </a:cubicBezTo>
                  <a:cubicBezTo>
                    <a:pt x="17" y="27"/>
                    <a:pt x="19" y="35"/>
                    <a:pt x="19" y="43"/>
                  </a:cubicBezTo>
                  <a:cubicBezTo>
                    <a:pt x="20" y="33"/>
                    <a:pt x="19" y="23"/>
                    <a:pt x="15" y="14"/>
                  </a:cubicBezTo>
                  <a:cubicBezTo>
                    <a:pt x="13" y="9"/>
                    <a:pt x="11" y="7"/>
                    <a:pt x="8" y="4"/>
                  </a:cubicBezTo>
                  <a:cubicBezTo>
                    <a:pt x="6" y="3"/>
                    <a:pt x="5" y="2"/>
                    <a:pt x="4" y="1"/>
                  </a:cubicBezTo>
                  <a:cubicBezTo>
                    <a:pt x="3" y="1"/>
                    <a:pt x="1" y="1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040" name="Freeform 719">
              <a:extLst>
                <a:ext uri="{FF2B5EF4-FFF2-40B4-BE49-F238E27FC236}">
                  <a16:creationId xmlns:a16="http://schemas.microsoft.com/office/drawing/2014/main" id="{B64C6465-6E4D-4947-893E-76C4413A24D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3" y="1111"/>
              <a:ext cx="18" cy="26"/>
            </a:xfrm>
            <a:custGeom>
              <a:avLst/>
              <a:gdLst>
                <a:gd name="T0" fmla="*/ 0 w 12"/>
                <a:gd name="T1" fmla="*/ 12 h 17"/>
                <a:gd name="T2" fmla="*/ 14 w 12"/>
                <a:gd name="T3" fmla="*/ 5 h 17"/>
                <a:gd name="T4" fmla="*/ 26 w 12"/>
                <a:gd name="T5" fmla="*/ 21 h 17"/>
                <a:gd name="T6" fmla="*/ 35 w 12"/>
                <a:gd name="T7" fmla="*/ 61 h 17"/>
                <a:gd name="T8" fmla="*/ 5 w 12"/>
                <a:gd name="T9" fmla="*/ 28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7">
                  <a:moveTo>
                    <a:pt x="0" y="3"/>
                  </a:moveTo>
                  <a:cubicBezTo>
                    <a:pt x="0" y="1"/>
                    <a:pt x="3" y="0"/>
                    <a:pt x="4" y="1"/>
                  </a:cubicBezTo>
                  <a:cubicBezTo>
                    <a:pt x="5" y="1"/>
                    <a:pt x="6" y="5"/>
                    <a:pt x="7" y="6"/>
                  </a:cubicBezTo>
                  <a:cubicBezTo>
                    <a:pt x="9" y="9"/>
                    <a:pt x="12" y="14"/>
                    <a:pt x="10" y="17"/>
                  </a:cubicBezTo>
                  <a:cubicBezTo>
                    <a:pt x="6" y="17"/>
                    <a:pt x="1" y="11"/>
                    <a:pt x="1" y="8"/>
                  </a:cubicBezTo>
                </a:path>
              </a:pathLst>
            </a:custGeom>
            <a:solidFill>
              <a:srgbClr val="FEF3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041" name="Freeform 720">
              <a:extLst>
                <a:ext uri="{FF2B5EF4-FFF2-40B4-BE49-F238E27FC236}">
                  <a16:creationId xmlns:a16="http://schemas.microsoft.com/office/drawing/2014/main" id="{30BC7B2D-1EDB-46EB-B899-7B982CD71E7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0" y="1018"/>
              <a:ext cx="35" cy="26"/>
            </a:xfrm>
            <a:custGeom>
              <a:avLst/>
              <a:gdLst>
                <a:gd name="T0" fmla="*/ 8 w 23"/>
                <a:gd name="T1" fmla="*/ 40 h 17"/>
                <a:gd name="T2" fmla="*/ 53 w 23"/>
                <a:gd name="T3" fmla="*/ 12 h 17"/>
                <a:gd name="T4" fmla="*/ 81 w 23"/>
                <a:gd name="T5" fmla="*/ 8 h 17"/>
                <a:gd name="T6" fmla="*/ 49 w 23"/>
                <a:gd name="T7" fmla="*/ 26 h 17"/>
                <a:gd name="T8" fmla="*/ 0 w 23"/>
                <a:gd name="T9" fmla="*/ 61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7">
                  <a:moveTo>
                    <a:pt x="2" y="11"/>
                  </a:moveTo>
                  <a:cubicBezTo>
                    <a:pt x="6" y="8"/>
                    <a:pt x="11" y="5"/>
                    <a:pt x="15" y="3"/>
                  </a:cubicBezTo>
                  <a:cubicBezTo>
                    <a:pt x="17" y="2"/>
                    <a:pt x="21" y="0"/>
                    <a:pt x="23" y="2"/>
                  </a:cubicBezTo>
                  <a:cubicBezTo>
                    <a:pt x="21" y="4"/>
                    <a:pt x="17" y="5"/>
                    <a:pt x="14" y="7"/>
                  </a:cubicBezTo>
                  <a:cubicBezTo>
                    <a:pt x="9" y="10"/>
                    <a:pt x="4" y="13"/>
                    <a:pt x="0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042" name="Freeform 721">
              <a:extLst>
                <a:ext uri="{FF2B5EF4-FFF2-40B4-BE49-F238E27FC236}">
                  <a16:creationId xmlns:a16="http://schemas.microsoft.com/office/drawing/2014/main" id="{00573BF5-B4D2-496B-B098-69164178F1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4" y="1114"/>
              <a:ext cx="70" cy="116"/>
            </a:xfrm>
            <a:custGeom>
              <a:avLst/>
              <a:gdLst>
                <a:gd name="T0" fmla="*/ 0 w 45"/>
                <a:gd name="T1" fmla="*/ 0 h 75"/>
                <a:gd name="T2" fmla="*/ 170 w 45"/>
                <a:gd name="T3" fmla="*/ 277 h 75"/>
                <a:gd name="T4" fmla="*/ 0 w 45"/>
                <a:gd name="T5" fmla="*/ 0 h 7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5" h="75">
                  <a:moveTo>
                    <a:pt x="0" y="0"/>
                  </a:moveTo>
                  <a:cubicBezTo>
                    <a:pt x="0" y="0"/>
                    <a:pt x="14" y="50"/>
                    <a:pt x="45" y="75"/>
                  </a:cubicBezTo>
                  <a:cubicBezTo>
                    <a:pt x="45" y="75"/>
                    <a:pt x="11" y="37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043" name="Freeform 722">
              <a:extLst>
                <a:ext uri="{FF2B5EF4-FFF2-40B4-BE49-F238E27FC236}">
                  <a16:creationId xmlns:a16="http://schemas.microsoft.com/office/drawing/2014/main" id="{7162E36B-8B1D-49E0-873C-5BE79500CF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6" y="1035"/>
              <a:ext cx="73" cy="68"/>
            </a:xfrm>
            <a:custGeom>
              <a:avLst/>
              <a:gdLst>
                <a:gd name="T0" fmla="*/ 82 w 47"/>
                <a:gd name="T1" fmla="*/ 56 h 44"/>
                <a:gd name="T2" fmla="*/ 39 w 47"/>
                <a:gd name="T3" fmla="*/ 74 h 44"/>
                <a:gd name="T4" fmla="*/ 8 w 47"/>
                <a:gd name="T5" fmla="*/ 110 h 44"/>
                <a:gd name="T6" fmla="*/ 104 w 47"/>
                <a:gd name="T7" fmla="*/ 127 h 44"/>
                <a:gd name="T8" fmla="*/ 162 w 47"/>
                <a:gd name="T9" fmla="*/ 34 h 44"/>
                <a:gd name="T10" fmla="*/ 127 w 47"/>
                <a:gd name="T11" fmla="*/ 19 h 4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7" h="44">
                  <a:moveTo>
                    <a:pt x="22" y="15"/>
                  </a:moveTo>
                  <a:cubicBezTo>
                    <a:pt x="19" y="14"/>
                    <a:pt x="12" y="18"/>
                    <a:pt x="10" y="20"/>
                  </a:cubicBezTo>
                  <a:cubicBezTo>
                    <a:pt x="6" y="22"/>
                    <a:pt x="2" y="25"/>
                    <a:pt x="2" y="30"/>
                  </a:cubicBezTo>
                  <a:cubicBezTo>
                    <a:pt x="0" y="44"/>
                    <a:pt x="22" y="37"/>
                    <a:pt x="28" y="34"/>
                  </a:cubicBezTo>
                  <a:cubicBezTo>
                    <a:pt x="36" y="29"/>
                    <a:pt x="47" y="19"/>
                    <a:pt x="43" y="9"/>
                  </a:cubicBezTo>
                  <a:cubicBezTo>
                    <a:pt x="42" y="6"/>
                    <a:pt x="36" y="0"/>
                    <a:pt x="34" y="5"/>
                  </a:cubicBezTo>
                </a:path>
              </a:pathLst>
            </a:custGeom>
            <a:solidFill>
              <a:srgbClr val="FAF4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044" name="Freeform 723">
              <a:extLst>
                <a:ext uri="{FF2B5EF4-FFF2-40B4-BE49-F238E27FC236}">
                  <a16:creationId xmlns:a16="http://schemas.microsoft.com/office/drawing/2014/main" id="{97B684F6-037E-4096-9F6B-ED0F9C0830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6" y="1074"/>
              <a:ext cx="74" cy="69"/>
            </a:xfrm>
            <a:custGeom>
              <a:avLst/>
              <a:gdLst>
                <a:gd name="T0" fmla="*/ 154 w 48"/>
                <a:gd name="T1" fmla="*/ 43 h 45"/>
                <a:gd name="T2" fmla="*/ 62 w 48"/>
                <a:gd name="T3" fmla="*/ 28 h 45"/>
                <a:gd name="T4" fmla="*/ 5 w 48"/>
                <a:gd name="T5" fmla="*/ 40 h 45"/>
                <a:gd name="T6" fmla="*/ 76 w 48"/>
                <a:gd name="T7" fmla="*/ 144 h 45"/>
                <a:gd name="T8" fmla="*/ 176 w 48"/>
                <a:gd name="T9" fmla="*/ 94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45">
                  <a:moveTo>
                    <a:pt x="42" y="12"/>
                  </a:moveTo>
                  <a:cubicBezTo>
                    <a:pt x="33" y="15"/>
                    <a:pt x="26" y="12"/>
                    <a:pt x="17" y="8"/>
                  </a:cubicBezTo>
                  <a:cubicBezTo>
                    <a:pt x="11" y="4"/>
                    <a:pt x="0" y="0"/>
                    <a:pt x="1" y="11"/>
                  </a:cubicBezTo>
                  <a:cubicBezTo>
                    <a:pt x="2" y="23"/>
                    <a:pt x="9" y="36"/>
                    <a:pt x="21" y="40"/>
                  </a:cubicBezTo>
                  <a:cubicBezTo>
                    <a:pt x="33" y="45"/>
                    <a:pt x="44" y="37"/>
                    <a:pt x="48" y="26"/>
                  </a:cubicBezTo>
                </a:path>
              </a:pathLst>
            </a:custGeom>
            <a:solidFill>
              <a:srgbClr val="FAF4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045" name="Freeform 724">
              <a:extLst>
                <a:ext uri="{FF2B5EF4-FFF2-40B4-BE49-F238E27FC236}">
                  <a16:creationId xmlns:a16="http://schemas.microsoft.com/office/drawing/2014/main" id="{37D35B89-CC75-44F7-8A54-829650D589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5" y="1033"/>
              <a:ext cx="84" cy="34"/>
            </a:xfrm>
            <a:custGeom>
              <a:avLst/>
              <a:gdLst>
                <a:gd name="T0" fmla="*/ 96 w 54"/>
                <a:gd name="T1" fmla="*/ 76 h 22"/>
                <a:gd name="T2" fmla="*/ 131 w 54"/>
                <a:gd name="T3" fmla="*/ 66 h 22"/>
                <a:gd name="T4" fmla="*/ 177 w 54"/>
                <a:gd name="T5" fmla="*/ 53 h 22"/>
                <a:gd name="T6" fmla="*/ 188 w 54"/>
                <a:gd name="T7" fmla="*/ 48 h 22"/>
                <a:gd name="T8" fmla="*/ 196 w 54"/>
                <a:gd name="T9" fmla="*/ 53 h 22"/>
                <a:gd name="T10" fmla="*/ 204 w 54"/>
                <a:gd name="T11" fmla="*/ 48 h 22"/>
                <a:gd name="T12" fmla="*/ 196 w 54"/>
                <a:gd name="T13" fmla="*/ 36 h 22"/>
                <a:gd name="T14" fmla="*/ 184 w 54"/>
                <a:gd name="T15" fmla="*/ 26 h 22"/>
                <a:gd name="T16" fmla="*/ 157 w 54"/>
                <a:gd name="T17" fmla="*/ 14 h 22"/>
                <a:gd name="T18" fmla="*/ 101 w 54"/>
                <a:gd name="T19" fmla="*/ 0 h 22"/>
                <a:gd name="T20" fmla="*/ 47 w 54"/>
                <a:gd name="T21" fmla="*/ 14 h 22"/>
                <a:gd name="T22" fmla="*/ 19 w 54"/>
                <a:gd name="T23" fmla="*/ 34 h 22"/>
                <a:gd name="T24" fmla="*/ 8 w 54"/>
                <a:gd name="T25" fmla="*/ 40 h 22"/>
                <a:gd name="T26" fmla="*/ 5 w 54"/>
                <a:gd name="T27" fmla="*/ 48 h 22"/>
                <a:gd name="T28" fmla="*/ 0 w 54"/>
                <a:gd name="T29" fmla="*/ 53 h 22"/>
                <a:gd name="T30" fmla="*/ 40 w 54"/>
                <a:gd name="T31" fmla="*/ 76 h 22"/>
                <a:gd name="T32" fmla="*/ 96 w 54"/>
                <a:gd name="T33" fmla="*/ 76 h 2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54" h="22">
                  <a:moveTo>
                    <a:pt x="26" y="21"/>
                  </a:moveTo>
                  <a:cubicBezTo>
                    <a:pt x="29" y="20"/>
                    <a:pt x="32" y="19"/>
                    <a:pt x="35" y="18"/>
                  </a:cubicBezTo>
                  <a:cubicBezTo>
                    <a:pt x="39" y="17"/>
                    <a:pt x="43" y="16"/>
                    <a:pt x="47" y="14"/>
                  </a:cubicBezTo>
                  <a:cubicBezTo>
                    <a:pt x="48" y="14"/>
                    <a:pt x="49" y="13"/>
                    <a:pt x="50" y="13"/>
                  </a:cubicBezTo>
                  <a:cubicBezTo>
                    <a:pt x="50" y="13"/>
                    <a:pt x="51" y="14"/>
                    <a:pt x="52" y="14"/>
                  </a:cubicBezTo>
                  <a:cubicBezTo>
                    <a:pt x="52" y="14"/>
                    <a:pt x="54" y="15"/>
                    <a:pt x="54" y="13"/>
                  </a:cubicBezTo>
                  <a:cubicBezTo>
                    <a:pt x="54" y="12"/>
                    <a:pt x="53" y="11"/>
                    <a:pt x="52" y="10"/>
                  </a:cubicBezTo>
                  <a:cubicBezTo>
                    <a:pt x="51" y="9"/>
                    <a:pt x="50" y="8"/>
                    <a:pt x="49" y="7"/>
                  </a:cubicBezTo>
                  <a:cubicBezTo>
                    <a:pt x="47" y="5"/>
                    <a:pt x="45" y="5"/>
                    <a:pt x="42" y="4"/>
                  </a:cubicBezTo>
                  <a:cubicBezTo>
                    <a:pt x="37" y="2"/>
                    <a:pt x="33" y="0"/>
                    <a:pt x="27" y="0"/>
                  </a:cubicBezTo>
                  <a:cubicBezTo>
                    <a:pt x="22" y="1"/>
                    <a:pt x="17" y="2"/>
                    <a:pt x="12" y="4"/>
                  </a:cubicBezTo>
                  <a:cubicBezTo>
                    <a:pt x="10" y="6"/>
                    <a:pt x="7" y="7"/>
                    <a:pt x="5" y="9"/>
                  </a:cubicBezTo>
                  <a:cubicBezTo>
                    <a:pt x="4" y="10"/>
                    <a:pt x="3" y="11"/>
                    <a:pt x="2" y="11"/>
                  </a:cubicBezTo>
                  <a:cubicBezTo>
                    <a:pt x="2" y="12"/>
                    <a:pt x="1" y="12"/>
                    <a:pt x="1" y="13"/>
                  </a:cubicBezTo>
                  <a:cubicBezTo>
                    <a:pt x="1" y="13"/>
                    <a:pt x="0" y="14"/>
                    <a:pt x="0" y="14"/>
                  </a:cubicBezTo>
                  <a:cubicBezTo>
                    <a:pt x="5" y="15"/>
                    <a:pt x="6" y="20"/>
                    <a:pt x="11" y="21"/>
                  </a:cubicBezTo>
                  <a:cubicBezTo>
                    <a:pt x="15" y="22"/>
                    <a:pt x="22" y="22"/>
                    <a:pt x="26" y="2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046" name="Freeform 725">
              <a:extLst>
                <a:ext uri="{FF2B5EF4-FFF2-40B4-BE49-F238E27FC236}">
                  <a16:creationId xmlns:a16="http://schemas.microsoft.com/office/drawing/2014/main" id="{5BA0436F-F1BF-453B-81AB-B26CB3C82C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4" y="1027"/>
              <a:ext cx="56" cy="44"/>
            </a:xfrm>
            <a:custGeom>
              <a:avLst/>
              <a:gdLst>
                <a:gd name="T0" fmla="*/ 121 w 36"/>
                <a:gd name="T1" fmla="*/ 27 h 28"/>
                <a:gd name="T2" fmla="*/ 123 w 36"/>
                <a:gd name="T3" fmla="*/ 82 h 28"/>
                <a:gd name="T4" fmla="*/ 22 w 36"/>
                <a:gd name="T5" fmla="*/ 96 h 28"/>
                <a:gd name="T6" fmla="*/ 12 w 36"/>
                <a:gd name="T7" fmla="*/ 35 h 28"/>
                <a:gd name="T8" fmla="*/ 121 w 36"/>
                <a:gd name="T9" fmla="*/ 27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28">
                  <a:moveTo>
                    <a:pt x="32" y="7"/>
                  </a:moveTo>
                  <a:cubicBezTo>
                    <a:pt x="32" y="7"/>
                    <a:pt x="36" y="14"/>
                    <a:pt x="33" y="21"/>
                  </a:cubicBezTo>
                  <a:cubicBezTo>
                    <a:pt x="33" y="21"/>
                    <a:pt x="14" y="28"/>
                    <a:pt x="6" y="25"/>
                  </a:cubicBezTo>
                  <a:cubicBezTo>
                    <a:pt x="6" y="25"/>
                    <a:pt x="0" y="16"/>
                    <a:pt x="3" y="9"/>
                  </a:cubicBezTo>
                  <a:cubicBezTo>
                    <a:pt x="3" y="9"/>
                    <a:pt x="13" y="0"/>
                    <a:pt x="32" y="7"/>
                  </a:cubicBezTo>
                  <a:close/>
                </a:path>
              </a:pathLst>
            </a:custGeom>
            <a:solidFill>
              <a:srgbClr val="659B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047" name="Freeform 726">
              <a:extLst>
                <a:ext uri="{FF2B5EF4-FFF2-40B4-BE49-F238E27FC236}">
                  <a16:creationId xmlns:a16="http://schemas.microsoft.com/office/drawing/2014/main" id="{977DCCF2-66F3-4B4F-B319-958B424F43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5" y="1030"/>
              <a:ext cx="84" cy="39"/>
            </a:xfrm>
            <a:custGeom>
              <a:avLst/>
              <a:gdLst>
                <a:gd name="T0" fmla="*/ 101 w 54"/>
                <a:gd name="T1" fmla="*/ 87 h 25"/>
                <a:gd name="T2" fmla="*/ 131 w 54"/>
                <a:gd name="T3" fmla="*/ 80 h 25"/>
                <a:gd name="T4" fmla="*/ 182 w 54"/>
                <a:gd name="T5" fmla="*/ 66 h 25"/>
                <a:gd name="T6" fmla="*/ 184 w 54"/>
                <a:gd name="T7" fmla="*/ 61 h 25"/>
                <a:gd name="T8" fmla="*/ 196 w 54"/>
                <a:gd name="T9" fmla="*/ 61 h 25"/>
                <a:gd name="T10" fmla="*/ 199 w 54"/>
                <a:gd name="T11" fmla="*/ 53 h 25"/>
                <a:gd name="T12" fmla="*/ 196 w 54"/>
                <a:gd name="T13" fmla="*/ 47 h 25"/>
                <a:gd name="T14" fmla="*/ 106 w 54"/>
                <a:gd name="T15" fmla="*/ 12 h 25"/>
                <a:gd name="T16" fmla="*/ 5 w 54"/>
                <a:gd name="T17" fmla="*/ 56 h 25"/>
                <a:gd name="T18" fmla="*/ 0 w 54"/>
                <a:gd name="T19" fmla="*/ 66 h 25"/>
                <a:gd name="T20" fmla="*/ 40 w 54"/>
                <a:gd name="T21" fmla="*/ 87 h 25"/>
                <a:gd name="T22" fmla="*/ 101 w 54"/>
                <a:gd name="T23" fmla="*/ 87 h 2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4" h="25">
                  <a:moveTo>
                    <a:pt x="27" y="23"/>
                  </a:moveTo>
                  <a:cubicBezTo>
                    <a:pt x="29" y="22"/>
                    <a:pt x="32" y="22"/>
                    <a:pt x="35" y="21"/>
                  </a:cubicBezTo>
                  <a:cubicBezTo>
                    <a:pt x="39" y="20"/>
                    <a:pt x="44" y="18"/>
                    <a:pt x="48" y="17"/>
                  </a:cubicBezTo>
                  <a:cubicBezTo>
                    <a:pt x="48" y="16"/>
                    <a:pt x="49" y="16"/>
                    <a:pt x="49" y="16"/>
                  </a:cubicBezTo>
                  <a:cubicBezTo>
                    <a:pt x="50" y="16"/>
                    <a:pt x="52" y="16"/>
                    <a:pt x="52" y="16"/>
                  </a:cubicBezTo>
                  <a:cubicBezTo>
                    <a:pt x="50" y="16"/>
                    <a:pt x="54" y="17"/>
                    <a:pt x="53" y="14"/>
                  </a:cubicBezTo>
                  <a:cubicBezTo>
                    <a:pt x="53" y="13"/>
                    <a:pt x="53" y="13"/>
                    <a:pt x="52" y="12"/>
                  </a:cubicBezTo>
                  <a:cubicBezTo>
                    <a:pt x="47" y="7"/>
                    <a:pt x="33" y="3"/>
                    <a:pt x="28" y="3"/>
                  </a:cubicBezTo>
                  <a:cubicBezTo>
                    <a:pt x="9" y="0"/>
                    <a:pt x="1" y="14"/>
                    <a:pt x="1" y="15"/>
                  </a:cubicBezTo>
                  <a:cubicBezTo>
                    <a:pt x="0" y="15"/>
                    <a:pt x="0" y="17"/>
                    <a:pt x="0" y="17"/>
                  </a:cubicBezTo>
                  <a:cubicBezTo>
                    <a:pt x="5" y="17"/>
                    <a:pt x="6" y="22"/>
                    <a:pt x="11" y="23"/>
                  </a:cubicBezTo>
                  <a:cubicBezTo>
                    <a:pt x="15" y="24"/>
                    <a:pt x="22" y="25"/>
                    <a:pt x="27" y="23"/>
                  </a:cubicBezTo>
                  <a:close/>
                </a:path>
              </a:pathLst>
            </a:custGeom>
            <a:noFill/>
            <a:ln w="158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048" name="Freeform 727">
              <a:extLst>
                <a:ext uri="{FF2B5EF4-FFF2-40B4-BE49-F238E27FC236}">
                  <a16:creationId xmlns:a16="http://schemas.microsoft.com/office/drawing/2014/main" id="{EFEDDE34-4EC6-42EC-931F-5EAE5C1E8D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3" y="1041"/>
              <a:ext cx="15" cy="17"/>
            </a:xfrm>
            <a:custGeom>
              <a:avLst/>
              <a:gdLst>
                <a:gd name="T0" fmla="*/ 0 w 10"/>
                <a:gd name="T1" fmla="*/ 26 h 11"/>
                <a:gd name="T2" fmla="*/ 21 w 10"/>
                <a:gd name="T3" fmla="*/ 36 h 11"/>
                <a:gd name="T4" fmla="*/ 32 w 10"/>
                <a:gd name="T5" fmla="*/ 14 h 11"/>
                <a:gd name="T6" fmla="*/ 12 w 10"/>
                <a:gd name="T7" fmla="*/ 5 h 11"/>
                <a:gd name="T8" fmla="*/ 0 w 10"/>
                <a:gd name="T9" fmla="*/ 26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1">
                  <a:moveTo>
                    <a:pt x="0" y="7"/>
                  </a:moveTo>
                  <a:cubicBezTo>
                    <a:pt x="1" y="9"/>
                    <a:pt x="4" y="11"/>
                    <a:pt x="6" y="10"/>
                  </a:cubicBezTo>
                  <a:cubicBezTo>
                    <a:pt x="9" y="9"/>
                    <a:pt x="10" y="7"/>
                    <a:pt x="9" y="4"/>
                  </a:cubicBezTo>
                  <a:cubicBezTo>
                    <a:pt x="9" y="2"/>
                    <a:pt x="6" y="0"/>
                    <a:pt x="3" y="1"/>
                  </a:cubicBezTo>
                  <a:cubicBezTo>
                    <a:pt x="1" y="2"/>
                    <a:pt x="0" y="4"/>
                    <a:pt x="0" y="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049" name="Freeform 728">
              <a:extLst>
                <a:ext uri="{FF2B5EF4-FFF2-40B4-BE49-F238E27FC236}">
                  <a16:creationId xmlns:a16="http://schemas.microsoft.com/office/drawing/2014/main" id="{1CEC801A-DFE2-4392-80E6-9B8976F033E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2" y="1055"/>
              <a:ext cx="42" cy="9"/>
            </a:xfrm>
            <a:custGeom>
              <a:avLst/>
              <a:gdLst>
                <a:gd name="T0" fmla="*/ 101 w 27"/>
                <a:gd name="T1" fmla="*/ 0 h 6"/>
                <a:gd name="T2" fmla="*/ 90 w 27"/>
                <a:gd name="T3" fmla="*/ 5 h 6"/>
                <a:gd name="T4" fmla="*/ 82 w 27"/>
                <a:gd name="T5" fmla="*/ 0 h 6"/>
                <a:gd name="T6" fmla="*/ 62 w 27"/>
                <a:gd name="T7" fmla="*/ 8 h 6"/>
                <a:gd name="T8" fmla="*/ 30 w 27"/>
                <a:gd name="T9" fmla="*/ 12 h 6"/>
                <a:gd name="T10" fmla="*/ 12 w 27"/>
                <a:gd name="T11" fmla="*/ 12 h 6"/>
                <a:gd name="T12" fmla="*/ 14 w 27"/>
                <a:gd name="T13" fmla="*/ 18 h 6"/>
                <a:gd name="T14" fmla="*/ 53 w 27"/>
                <a:gd name="T15" fmla="*/ 18 h 6"/>
                <a:gd name="T16" fmla="*/ 79 w 27"/>
                <a:gd name="T17" fmla="*/ 12 h 6"/>
                <a:gd name="T18" fmla="*/ 101 w 27"/>
                <a:gd name="T19" fmla="*/ 5 h 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7" h="6">
                  <a:moveTo>
                    <a:pt x="27" y="0"/>
                  </a:moveTo>
                  <a:cubicBezTo>
                    <a:pt x="26" y="0"/>
                    <a:pt x="25" y="1"/>
                    <a:pt x="24" y="1"/>
                  </a:cubicBezTo>
                  <a:cubicBezTo>
                    <a:pt x="23" y="0"/>
                    <a:pt x="22" y="0"/>
                    <a:pt x="22" y="0"/>
                  </a:cubicBezTo>
                  <a:cubicBezTo>
                    <a:pt x="20" y="0"/>
                    <a:pt x="19" y="1"/>
                    <a:pt x="17" y="2"/>
                  </a:cubicBezTo>
                  <a:cubicBezTo>
                    <a:pt x="14" y="3"/>
                    <a:pt x="11" y="3"/>
                    <a:pt x="8" y="3"/>
                  </a:cubicBezTo>
                  <a:cubicBezTo>
                    <a:pt x="7" y="3"/>
                    <a:pt x="4" y="2"/>
                    <a:pt x="3" y="3"/>
                  </a:cubicBezTo>
                  <a:cubicBezTo>
                    <a:pt x="0" y="4"/>
                    <a:pt x="3" y="5"/>
                    <a:pt x="4" y="5"/>
                  </a:cubicBezTo>
                  <a:cubicBezTo>
                    <a:pt x="7" y="6"/>
                    <a:pt x="11" y="6"/>
                    <a:pt x="14" y="5"/>
                  </a:cubicBezTo>
                  <a:cubicBezTo>
                    <a:pt x="16" y="5"/>
                    <a:pt x="19" y="4"/>
                    <a:pt x="21" y="3"/>
                  </a:cubicBezTo>
                  <a:cubicBezTo>
                    <a:pt x="22" y="3"/>
                    <a:pt x="27" y="2"/>
                    <a:pt x="27" y="1"/>
                  </a:cubicBezTo>
                </a:path>
              </a:pathLst>
            </a:custGeom>
            <a:solidFill>
              <a:srgbClr val="93B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050" name="Freeform 729">
              <a:extLst>
                <a:ext uri="{FF2B5EF4-FFF2-40B4-BE49-F238E27FC236}">
                  <a16:creationId xmlns:a16="http://schemas.microsoft.com/office/drawing/2014/main" id="{F38D54F2-5EAE-4C94-A350-94EA3AD94A2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2" y="1041"/>
              <a:ext cx="10" cy="9"/>
            </a:xfrm>
            <a:custGeom>
              <a:avLst/>
              <a:gdLst>
                <a:gd name="T0" fmla="*/ 5 w 6"/>
                <a:gd name="T1" fmla="*/ 14 h 6"/>
                <a:gd name="T2" fmla="*/ 20 w 6"/>
                <a:gd name="T3" fmla="*/ 18 h 6"/>
                <a:gd name="T4" fmla="*/ 28 w 6"/>
                <a:gd name="T5" fmla="*/ 8 h 6"/>
                <a:gd name="T6" fmla="*/ 8 w 6"/>
                <a:gd name="T7" fmla="*/ 5 h 6"/>
                <a:gd name="T8" fmla="*/ 5 w 6"/>
                <a:gd name="T9" fmla="*/ 14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4"/>
                  </a:moveTo>
                  <a:cubicBezTo>
                    <a:pt x="1" y="5"/>
                    <a:pt x="2" y="6"/>
                    <a:pt x="4" y="5"/>
                  </a:cubicBezTo>
                  <a:cubicBezTo>
                    <a:pt x="5" y="5"/>
                    <a:pt x="6" y="3"/>
                    <a:pt x="6" y="2"/>
                  </a:cubicBezTo>
                  <a:cubicBezTo>
                    <a:pt x="5" y="1"/>
                    <a:pt x="4" y="0"/>
                    <a:pt x="2" y="1"/>
                  </a:cubicBezTo>
                  <a:cubicBezTo>
                    <a:pt x="1" y="1"/>
                    <a:pt x="0" y="2"/>
                    <a:pt x="1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051" name="Freeform 730">
              <a:extLst>
                <a:ext uri="{FF2B5EF4-FFF2-40B4-BE49-F238E27FC236}">
                  <a16:creationId xmlns:a16="http://schemas.microsoft.com/office/drawing/2014/main" id="{41CCB0D5-FF85-470F-9F35-25B4CA17CDC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2" y="1007"/>
              <a:ext cx="71" cy="33"/>
            </a:xfrm>
            <a:custGeom>
              <a:avLst/>
              <a:gdLst>
                <a:gd name="T0" fmla="*/ 170 w 46"/>
                <a:gd name="T1" fmla="*/ 61 h 21"/>
                <a:gd name="T2" fmla="*/ 0 w 46"/>
                <a:gd name="T3" fmla="*/ 82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6" h="21">
                  <a:moveTo>
                    <a:pt x="46" y="16"/>
                  </a:moveTo>
                  <a:cubicBezTo>
                    <a:pt x="46" y="16"/>
                    <a:pt x="19" y="0"/>
                    <a:pt x="0" y="21"/>
                  </a:cubicBezTo>
                </a:path>
              </a:pathLst>
            </a:custGeom>
            <a:noFill/>
            <a:ln w="158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052" name="Freeform 731">
              <a:extLst>
                <a:ext uri="{FF2B5EF4-FFF2-40B4-BE49-F238E27FC236}">
                  <a16:creationId xmlns:a16="http://schemas.microsoft.com/office/drawing/2014/main" id="{9481D797-B039-40CF-8FCE-0470A1DCCBF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8" y="1003"/>
              <a:ext cx="90" cy="34"/>
            </a:xfrm>
            <a:custGeom>
              <a:avLst/>
              <a:gdLst>
                <a:gd name="T0" fmla="*/ 217 w 58"/>
                <a:gd name="T1" fmla="*/ 26 h 22"/>
                <a:gd name="T2" fmla="*/ 0 w 58"/>
                <a:gd name="T3" fmla="*/ 82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8" h="22">
                  <a:moveTo>
                    <a:pt x="58" y="7"/>
                  </a:moveTo>
                  <a:cubicBezTo>
                    <a:pt x="58" y="7"/>
                    <a:pt x="13" y="0"/>
                    <a:pt x="0" y="22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053" name="Freeform 732">
              <a:extLst>
                <a:ext uri="{FF2B5EF4-FFF2-40B4-BE49-F238E27FC236}">
                  <a16:creationId xmlns:a16="http://schemas.microsoft.com/office/drawing/2014/main" id="{48664556-B1AB-47A6-8830-6CC315F5955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1" y="1050"/>
              <a:ext cx="2" cy="4"/>
            </a:xfrm>
            <a:custGeom>
              <a:avLst/>
              <a:gdLst>
                <a:gd name="T0" fmla="*/ 8 w 1"/>
                <a:gd name="T1" fmla="*/ 16 h 2"/>
                <a:gd name="T2" fmla="*/ 8 w 1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">
                  <a:moveTo>
                    <a:pt x="1" y="2"/>
                  </a:moveTo>
                  <a:cubicBezTo>
                    <a:pt x="1" y="1"/>
                    <a:pt x="0" y="1"/>
                    <a:pt x="1" y="0"/>
                  </a:cubicBezTo>
                </a:path>
              </a:pathLst>
            </a:custGeom>
            <a:noFill/>
            <a:ln w="158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054" name="Freeform 733">
              <a:extLst>
                <a:ext uri="{FF2B5EF4-FFF2-40B4-BE49-F238E27FC236}">
                  <a16:creationId xmlns:a16="http://schemas.microsoft.com/office/drawing/2014/main" id="{A4C7453E-DC10-4152-A451-4DD1620CA5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5" y="1066"/>
              <a:ext cx="47" cy="22"/>
            </a:xfrm>
            <a:custGeom>
              <a:avLst/>
              <a:gdLst>
                <a:gd name="T0" fmla="*/ 108 w 30"/>
                <a:gd name="T1" fmla="*/ 5 h 14"/>
                <a:gd name="T2" fmla="*/ 94 w 30"/>
                <a:gd name="T3" fmla="*/ 13 h 14"/>
                <a:gd name="T4" fmla="*/ 69 w 30"/>
                <a:gd name="T5" fmla="*/ 22 h 14"/>
                <a:gd name="T6" fmla="*/ 39 w 30"/>
                <a:gd name="T7" fmla="*/ 35 h 14"/>
                <a:gd name="T8" fmla="*/ 0 w 30"/>
                <a:gd name="T9" fmla="*/ 47 h 14"/>
                <a:gd name="T10" fmla="*/ 27 w 30"/>
                <a:gd name="T11" fmla="*/ 47 h 14"/>
                <a:gd name="T12" fmla="*/ 74 w 30"/>
                <a:gd name="T13" fmla="*/ 31 h 14"/>
                <a:gd name="T14" fmla="*/ 103 w 30"/>
                <a:gd name="T15" fmla="*/ 14 h 14"/>
                <a:gd name="T16" fmla="*/ 116 w 30"/>
                <a:gd name="T17" fmla="*/ 0 h 1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0" h="14">
                  <a:moveTo>
                    <a:pt x="28" y="1"/>
                  </a:moveTo>
                  <a:cubicBezTo>
                    <a:pt x="27" y="2"/>
                    <a:pt x="25" y="2"/>
                    <a:pt x="24" y="3"/>
                  </a:cubicBezTo>
                  <a:cubicBezTo>
                    <a:pt x="22" y="4"/>
                    <a:pt x="20" y="5"/>
                    <a:pt x="18" y="6"/>
                  </a:cubicBezTo>
                  <a:cubicBezTo>
                    <a:pt x="15" y="7"/>
                    <a:pt x="12" y="8"/>
                    <a:pt x="10" y="9"/>
                  </a:cubicBezTo>
                  <a:cubicBezTo>
                    <a:pt x="7" y="11"/>
                    <a:pt x="3" y="11"/>
                    <a:pt x="0" y="12"/>
                  </a:cubicBezTo>
                  <a:cubicBezTo>
                    <a:pt x="1" y="14"/>
                    <a:pt x="6" y="12"/>
                    <a:pt x="7" y="12"/>
                  </a:cubicBezTo>
                  <a:cubicBezTo>
                    <a:pt x="12" y="12"/>
                    <a:pt x="15" y="10"/>
                    <a:pt x="19" y="8"/>
                  </a:cubicBezTo>
                  <a:cubicBezTo>
                    <a:pt x="22" y="7"/>
                    <a:pt x="25" y="6"/>
                    <a:pt x="27" y="4"/>
                  </a:cubicBezTo>
                  <a:cubicBezTo>
                    <a:pt x="29" y="3"/>
                    <a:pt x="29" y="1"/>
                    <a:pt x="30" y="0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055" name="Freeform 734">
              <a:extLst>
                <a:ext uri="{FF2B5EF4-FFF2-40B4-BE49-F238E27FC236}">
                  <a16:creationId xmlns:a16="http://schemas.microsoft.com/office/drawing/2014/main" id="{92132ADC-17A6-4B57-82C5-60CA8E65575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2" y="1063"/>
              <a:ext cx="22" cy="9"/>
            </a:xfrm>
            <a:custGeom>
              <a:avLst/>
              <a:gdLst>
                <a:gd name="T0" fmla="*/ 0 w 14"/>
                <a:gd name="T1" fmla="*/ 0 h 6"/>
                <a:gd name="T2" fmla="*/ 55 w 14"/>
                <a:gd name="T3" fmla="*/ 21 h 6"/>
                <a:gd name="T4" fmla="*/ 27 w 14"/>
                <a:gd name="T5" fmla="*/ 18 h 6"/>
                <a:gd name="T6" fmla="*/ 5 w 14"/>
                <a:gd name="T7" fmla="*/ 5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6">
                  <a:moveTo>
                    <a:pt x="0" y="0"/>
                  </a:moveTo>
                  <a:cubicBezTo>
                    <a:pt x="5" y="1"/>
                    <a:pt x="9" y="6"/>
                    <a:pt x="14" y="6"/>
                  </a:cubicBezTo>
                  <a:cubicBezTo>
                    <a:pt x="12" y="6"/>
                    <a:pt x="9" y="6"/>
                    <a:pt x="7" y="5"/>
                  </a:cubicBezTo>
                  <a:cubicBezTo>
                    <a:pt x="5" y="4"/>
                    <a:pt x="3" y="2"/>
                    <a:pt x="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056" name="Freeform 735">
              <a:extLst>
                <a:ext uri="{FF2B5EF4-FFF2-40B4-BE49-F238E27FC236}">
                  <a16:creationId xmlns:a16="http://schemas.microsoft.com/office/drawing/2014/main" id="{7B2BF9D1-A592-40D4-B1AB-BC3A9B6903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7" y="1037"/>
              <a:ext cx="48" cy="18"/>
            </a:xfrm>
            <a:custGeom>
              <a:avLst/>
              <a:gdLst>
                <a:gd name="T0" fmla="*/ 8 w 31"/>
                <a:gd name="T1" fmla="*/ 14 h 12"/>
                <a:gd name="T2" fmla="*/ 14 w 31"/>
                <a:gd name="T3" fmla="*/ 41 h 12"/>
                <a:gd name="T4" fmla="*/ 29 w 31"/>
                <a:gd name="T5" fmla="*/ 35 h 12"/>
                <a:gd name="T6" fmla="*/ 34 w 31"/>
                <a:gd name="T7" fmla="*/ 21 h 12"/>
                <a:gd name="T8" fmla="*/ 56 w 31"/>
                <a:gd name="T9" fmla="*/ 12 h 12"/>
                <a:gd name="T10" fmla="*/ 79 w 31"/>
                <a:gd name="T11" fmla="*/ 14 h 12"/>
                <a:gd name="T12" fmla="*/ 87 w 31"/>
                <a:gd name="T13" fmla="*/ 26 h 12"/>
                <a:gd name="T14" fmla="*/ 101 w 31"/>
                <a:gd name="T15" fmla="*/ 32 h 12"/>
                <a:gd name="T16" fmla="*/ 108 w 31"/>
                <a:gd name="T17" fmla="*/ 12 h 12"/>
                <a:gd name="T18" fmla="*/ 74 w 31"/>
                <a:gd name="T19" fmla="*/ 5 h 12"/>
                <a:gd name="T20" fmla="*/ 53 w 31"/>
                <a:gd name="T21" fmla="*/ 5 h 12"/>
                <a:gd name="T22" fmla="*/ 36 w 31"/>
                <a:gd name="T23" fmla="*/ 5 h 12"/>
                <a:gd name="T24" fmla="*/ 12 w 31"/>
                <a:gd name="T25" fmla="*/ 14 h 1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1" h="12">
                  <a:moveTo>
                    <a:pt x="2" y="4"/>
                  </a:moveTo>
                  <a:cubicBezTo>
                    <a:pt x="1" y="7"/>
                    <a:pt x="0" y="11"/>
                    <a:pt x="4" y="12"/>
                  </a:cubicBezTo>
                  <a:cubicBezTo>
                    <a:pt x="6" y="12"/>
                    <a:pt x="7" y="11"/>
                    <a:pt x="8" y="10"/>
                  </a:cubicBezTo>
                  <a:cubicBezTo>
                    <a:pt x="8" y="9"/>
                    <a:pt x="9" y="7"/>
                    <a:pt x="9" y="6"/>
                  </a:cubicBezTo>
                  <a:cubicBezTo>
                    <a:pt x="11" y="4"/>
                    <a:pt x="13" y="3"/>
                    <a:pt x="15" y="3"/>
                  </a:cubicBezTo>
                  <a:cubicBezTo>
                    <a:pt x="17" y="3"/>
                    <a:pt x="20" y="2"/>
                    <a:pt x="21" y="4"/>
                  </a:cubicBezTo>
                  <a:cubicBezTo>
                    <a:pt x="22" y="5"/>
                    <a:pt x="22" y="6"/>
                    <a:pt x="23" y="7"/>
                  </a:cubicBezTo>
                  <a:cubicBezTo>
                    <a:pt x="24" y="9"/>
                    <a:pt x="25" y="9"/>
                    <a:pt x="27" y="9"/>
                  </a:cubicBezTo>
                  <a:cubicBezTo>
                    <a:pt x="31" y="10"/>
                    <a:pt x="30" y="5"/>
                    <a:pt x="29" y="3"/>
                  </a:cubicBezTo>
                  <a:cubicBezTo>
                    <a:pt x="27" y="1"/>
                    <a:pt x="22" y="1"/>
                    <a:pt x="20" y="1"/>
                  </a:cubicBezTo>
                  <a:cubicBezTo>
                    <a:pt x="18" y="0"/>
                    <a:pt x="16" y="1"/>
                    <a:pt x="14" y="1"/>
                  </a:cubicBezTo>
                  <a:cubicBezTo>
                    <a:pt x="13" y="1"/>
                    <a:pt x="12" y="0"/>
                    <a:pt x="10" y="1"/>
                  </a:cubicBezTo>
                  <a:cubicBezTo>
                    <a:pt x="8" y="1"/>
                    <a:pt x="3" y="2"/>
                    <a:pt x="3" y="4"/>
                  </a:cubicBezTo>
                </a:path>
              </a:pathLst>
            </a:custGeom>
            <a:solidFill>
              <a:srgbClr val="4268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057" name="Freeform 736">
              <a:extLst>
                <a:ext uri="{FF2B5EF4-FFF2-40B4-BE49-F238E27FC236}">
                  <a16:creationId xmlns:a16="http://schemas.microsoft.com/office/drawing/2014/main" id="{57E0EA2B-338F-4E10-8FEB-882419BD88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4" y="1052"/>
              <a:ext cx="13" cy="9"/>
            </a:xfrm>
            <a:custGeom>
              <a:avLst/>
              <a:gdLst>
                <a:gd name="T0" fmla="*/ 34 w 8"/>
                <a:gd name="T1" fmla="*/ 0 h 6"/>
                <a:gd name="T2" fmla="*/ 21 w 8"/>
                <a:gd name="T3" fmla="*/ 14 h 6"/>
                <a:gd name="T4" fmla="*/ 0 w 8"/>
                <a:gd name="T5" fmla="*/ 21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8" y="0"/>
                  </a:moveTo>
                  <a:cubicBezTo>
                    <a:pt x="7" y="1"/>
                    <a:pt x="6" y="3"/>
                    <a:pt x="5" y="4"/>
                  </a:cubicBezTo>
                  <a:cubicBezTo>
                    <a:pt x="3" y="5"/>
                    <a:pt x="1" y="5"/>
                    <a:pt x="0" y="6"/>
                  </a:cubicBezTo>
                </a:path>
              </a:pathLst>
            </a:custGeom>
            <a:noFill/>
            <a:ln w="158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058" name="Freeform 737">
              <a:extLst>
                <a:ext uri="{FF2B5EF4-FFF2-40B4-BE49-F238E27FC236}">
                  <a16:creationId xmlns:a16="http://schemas.microsoft.com/office/drawing/2014/main" id="{644D8055-9272-4F6B-840C-6E54DC6E5B8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4" y="1046"/>
              <a:ext cx="17" cy="6"/>
            </a:xfrm>
            <a:custGeom>
              <a:avLst/>
              <a:gdLst>
                <a:gd name="T0" fmla="*/ 40 w 11"/>
                <a:gd name="T1" fmla="*/ 0 h 4"/>
                <a:gd name="T2" fmla="*/ 22 w 11"/>
                <a:gd name="T3" fmla="*/ 8 h 4"/>
                <a:gd name="T4" fmla="*/ 0 w 11"/>
                <a:gd name="T5" fmla="*/ 14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4">
                  <a:moveTo>
                    <a:pt x="11" y="0"/>
                  </a:moveTo>
                  <a:cubicBezTo>
                    <a:pt x="10" y="1"/>
                    <a:pt x="8" y="1"/>
                    <a:pt x="6" y="2"/>
                  </a:cubicBezTo>
                  <a:cubicBezTo>
                    <a:pt x="5" y="3"/>
                    <a:pt x="2" y="4"/>
                    <a:pt x="0" y="4"/>
                  </a:cubicBezTo>
                </a:path>
              </a:pathLst>
            </a:custGeom>
            <a:noFill/>
            <a:ln w="158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059" name="Freeform 738">
              <a:extLst>
                <a:ext uri="{FF2B5EF4-FFF2-40B4-BE49-F238E27FC236}">
                  <a16:creationId xmlns:a16="http://schemas.microsoft.com/office/drawing/2014/main" id="{19DF9AE4-5198-4448-982E-6438F2250CD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2" y="1040"/>
              <a:ext cx="15" cy="3"/>
            </a:xfrm>
            <a:custGeom>
              <a:avLst/>
              <a:gdLst>
                <a:gd name="T0" fmla="*/ 35 w 10"/>
                <a:gd name="T1" fmla="*/ 0 h 2"/>
                <a:gd name="T2" fmla="*/ 0 w 10"/>
                <a:gd name="T3" fmla="*/ 5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">
                  <a:moveTo>
                    <a:pt x="10" y="0"/>
                  </a:moveTo>
                  <a:cubicBezTo>
                    <a:pt x="7" y="1"/>
                    <a:pt x="4" y="2"/>
                    <a:pt x="0" y="1"/>
                  </a:cubicBezTo>
                </a:path>
              </a:pathLst>
            </a:custGeom>
            <a:noFill/>
            <a:ln w="158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060" name="Freeform 739">
              <a:extLst>
                <a:ext uri="{FF2B5EF4-FFF2-40B4-BE49-F238E27FC236}">
                  <a16:creationId xmlns:a16="http://schemas.microsoft.com/office/drawing/2014/main" id="{D118AAE4-242A-4E91-A9F1-1D6FEDE9B67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1" y="1033"/>
              <a:ext cx="13" cy="5"/>
            </a:xfrm>
            <a:custGeom>
              <a:avLst/>
              <a:gdLst>
                <a:gd name="T0" fmla="*/ 34 w 8"/>
                <a:gd name="T1" fmla="*/ 13 h 3"/>
                <a:gd name="T2" fmla="*/ 21 w 8"/>
                <a:gd name="T3" fmla="*/ 8 h 3"/>
                <a:gd name="T4" fmla="*/ 0 w 8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3">
                  <a:moveTo>
                    <a:pt x="8" y="3"/>
                  </a:moveTo>
                  <a:cubicBezTo>
                    <a:pt x="8" y="2"/>
                    <a:pt x="6" y="2"/>
                    <a:pt x="5" y="2"/>
                  </a:cubicBezTo>
                  <a:cubicBezTo>
                    <a:pt x="3" y="2"/>
                    <a:pt x="1" y="1"/>
                    <a:pt x="0" y="0"/>
                  </a:cubicBezTo>
                </a:path>
              </a:pathLst>
            </a:custGeom>
            <a:noFill/>
            <a:ln w="158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061" name="Freeform 740">
              <a:extLst>
                <a:ext uri="{FF2B5EF4-FFF2-40B4-BE49-F238E27FC236}">
                  <a16:creationId xmlns:a16="http://schemas.microsoft.com/office/drawing/2014/main" id="{D2309048-0520-4F6B-B9AA-4BFA3EC4B2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1" y="1029"/>
              <a:ext cx="7" cy="6"/>
            </a:xfrm>
            <a:custGeom>
              <a:avLst/>
              <a:gdLst>
                <a:gd name="T0" fmla="*/ 14 w 5"/>
                <a:gd name="T1" fmla="*/ 14 h 4"/>
                <a:gd name="T2" fmla="*/ 0 w 5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4">
                  <a:moveTo>
                    <a:pt x="5" y="4"/>
                  </a:moveTo>
                  <a:cubicBezTo>
                    <a:pt x="3" y="3"/>
                    <a:pt x="2" y="2"/>
                    <a:pt x="0" y="0"/>
                  </a:cubicBezTo>
                </a:path>
              </a:pathLst>
            </a:custGeom>
            <a:noFill/>
            <a:ln w="158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062" name="Freeform 741">
              <a:extLst>
                <a:ext uri="{FF2B5EF4-FFF2-40B4-BE49-F238E27FC236}">
                  <a16:creationId xmlns:a16="http://schemas.microsoft.com/office/drawing/2014/main" id="{930C5EA1-EB99-46F2-B0A1-BD87EB24047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5" y="1061"/>
              <a:ext cx="11" cy="6"/>
            </a:xfrm>
            <a:custGeom>
              <a:avLst/>
              <a:gdLst>
                <a:gd name="T0" fmla="*/ 27 w 7"/>
                <a:gd name="T1" fmla="*/ 8 h 4"/>
                <a:gd name="T2" fmla="*/ 0 w 7"/>
                <a:gd name="T3" fmla="*/ 14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4">
                  <a:moveTo>
                    <a:pt x="7" y="2"/>
                  </a:moveTo>
                  <a:cubicBezTo>
                    <a:pt x="6" y="0"/>
                    <a:pt x="1" y="4"/>
                    <a:pt x="0" y="4"/>
                  </a:cubicBezTo>
                </a:path>
              </a:pathLst>
            </a:custGeom>
            <a:noFill/>
            <a:ln w="158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063" name="Freeform 742">
              <a:extLst>
                <a:ext uri="{FF2B5EF4-FFF2-40B4-BE49-F238E27FC236}">
                  <a16:creationId xmlns:a16="http://schemas.microsoft.com/office/drawing/2014/main" id="{9F32809B-96FE-4FDD-BF8F-84BCCDF5FB2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4" y="1066"/>
              <a:ext cx="5" cy="5"/>
            </a:xfrm>
            <a:custGeom>
              <a:avLst/>
              <a:gdLst>
                <a:gd name="T0" fmla="*/ 13 w 3"/>
                <a:gd name="T1" fmla="*/ 0 h 3"/>
                <a:gd name="T2" fmla="*/ 0 w 3"/>
                <a:gd name="T3" fmla="*/ 13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3">
                  <a:moveTo>
                    <a:pt x="3" y="0"/>
                  </a:moveTo>
                  <a:cubicBezTo>
                    <a:pt x="2" y="1"/>
                    <a:pt x="1" y="2"/>
                    <a:pt x="0" y="3"/>
                  </a:cubicBezTo>
                </a:path>
              </a:pathLst>
            </a:custGeom>
            <a:noFill/>
            <a:ln w="158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064" name="Freeform 743">
              <a:extLst>
                <a:ext uri="{FF2B5EF4-FFF2-40B4-BE49-F238E27FC236}">
                  <a16:creationId xmlns:a16="http://schemas.microsoft.com/office/drawing/2014/main" id="{0DB78181-E6AF-4C5E-98D7-7682DF51AB7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4" y="1043"/>
              <a:ext cx="8" cy="21"/>
            </a:xfrm>
            <a:custGeom>
              <a:avLst/>
              <a:gdLst>
                <a:gd name="T0" fmla="*/ 13 w 5"/>
                <a:gd name="T1" fmla="*/ 0 h 14"/>
                <a:gd name="T2" fmla="*/ 21 w 5"/>
                <a:gd name="T3" fmla="*/ 48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4">
                  <a:moveTo>
                    <a:pt x="3" y="0"/>
                  </a:moveTo>
                  <a:cubicBezTo>
                    <a:pt x="3" y="0"/>
                    <a:pt x="0" y="6"/>
                    <a:pt x="5" y="14"/>
                  </a:cubicBezTo>
                </a:path>
              </a:pathLst>
            </a:custGeom>
            <a:noFill/>
            <a:ln w="158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065" name="Freeform 744">
              <a:extLst>
                <a:ext uri="{FF2B5EF4-FFF2-40B4-BE49-F238E27FC236}">
                  <a16:creationId xmlns:a16="http://schemas.microsoft.com/office/drawing/2014/main" id="{EC7018B4-AACB-4961-844F-96C41807D3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5" y="1040"/>
              <a:ext cx="5" cy="20"/>
            </a:xfrm>
            <a:custGeom>
              <a:avLst/>
              <a:gdLst>
                <a:gd name="T0" fmla="*/ 0 w 3"/>
                <a:gd name="T1" fmla="*/ 0 h 13"/>
                <a:gd name="T2" fmla="*/ 0 w 3"/>
                <a:gd name="T3" fmla="*/ 48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3">
                  <a:moveTo>
                    <a:pt x="0" y="0"/>
                  </a:moveTo>
                  <a:cubicBezTo>
                    <a:pt x="0" y="0"/>
                    <a:pt x="3" y="7"/>
                    <a:pt x="0" y="13"/>
                  </a:cubicBezTo>
                </a:path>
              </a:pathLst>
            </a:custGeom>
            <a:noFill/>
            <a:ln w="158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066" name="Freeform 745">
              <a:extLst>
                <a:ext uri="{FF2B5EF4-FFF2-40B4-BE49-F238E27FC236}">
                  <a16:creationId xmlns:a16="http://schemas.microsoft.com/office/drawing/2014/main" id="{62A86A13-7649-415E-9B20-ACB21047BA9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6" y="1009"/>
              <a:ext cx="82" cy="35"/>
            </a:xfrm>
            <a:custGeom>
              <a:avLst/>
              <a:gdLst>
                <a:gd name="T0" fmla="*/ 104 w 53"/>
                <a:gd name="T1" fmla="*/ 76 h 23"/>
                <a:gd name="T2" fmla="*/ 70 w 53"/>
                <a:gd name="T3" fmla="*/ 76 h 23"/>
                <a:gd name="T4" fmla="*/ 22 w 53"/>
                <a:gd name="T5" fmla="*/ 70 h 23"/>
                <a:gd name="T6" fmla="*/ 12 w 53"/>
                <a:gd name="T7" fmla="*/ 70 h 23"/>
                <a:gd name="T8" fmla="*/ 8 w 53"/>
                <a:gd name="T9" fmla="*/ 70 h 23"/>
                <a:gd name="T10" fmla="*/ 0 w 53"/>
                <a:gd name="T11" fmla="*/ 67 h 23"/>
                <a:gd name="T12" fmla="*/ 5 w 53"/>
                <a:gd name="T13" fmla="*/ 61 h 23"/>
                <a:gd name="T14" fmla="*/ 12 w 53"/>
                <a:gd name="T15" fmla="*/ 49 h 23"/>
                <a:gd name="T16" fmla="*/ 34 w 53"/>
                <a:gd name="T17" fmla="*/ 32 h 23"/>
                <a:gd name="T18" fmla="*/ 101 w 53"/>
                <a:gd name="T19" fmla="*/ 8 h 23"/>
                <a:gd name="T20" fmla="*/ 144 w 53"/>
                <a:gd name="T21" fmla="*/ 8 h 23"/>
                <a:gd name="T22" fmla="*/ 170 w 53"/>
                <a:gd name="T23" fmla="*/ 18 h 23"/>
                <a:gd name="T24" fmla="*/ 184 w 53"/>
                <a:gd name="T25" fmla="*/ 27 h 23"/>
                <a:gd name="T26" fmla="*/ 189 w 53"/>
                <a:gd name="T27" fmla="*/ 32 h 23"/>
                <a:gd name="T28" fmla="*/ 196 w 53"/>
                <a:gd name="T29" fmla="*/ 35 h 23"/>
                <a:gd name="T30" fmla="*/ 161 w 53"/>
                <a:gd name="T31" fmla="*/ 67 h 23"/>
                <a:gd name="T32" fmla="*/ 104 w 53"/>
                <a:gd name="T33" fmla="*/ 76 h 2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53" h="23">
                  <a:moveTo>
                    <a:pt x="28" y="22"/>
                  </a:moveTo>
                  <a:cubicBezTo>
                    <a:pt x="25" y="22"/>
                    <a:pt x="22" y="22"/>
                    <a:pt x="19" y="22"/>
                  </a:cubicBezTo>
                  <a:cubicBezTo>
                    <a:pt x="15" y="21"/>
                    <a:pt x="10" y="21"/>
                    <a:pt x="6" y="20"/>
                  </a:cubicBezTo>
                  <a:cubicBezTo>
                    <a:pt x="5" y="20"/>
                    <a:pt x="4" y="20"/>
                    <a:pt x="3" y="20"/>
                  </a:cubicBezTo>
                  <a:cubicBezTo>
                    <a:pt x="3" y="20"/>
                    <a:pt x="3" y="20"/>
                    <a:pt x="2" y="20"/>
                  </a:cubicBezTo>
                  <a:cubicBezTo>
                    <a:pt x="1" y="21"/>
                    <a:pt x="0" y="21"/>
                    <a:pt x="0" y="19"/>
                  </a:cubicBezTo>
                  <a:cubicBezTo>
                    <a:pt x="0" y="18"/>
                    <a:pt x="0" y="18"/>
                    <a:pt x="1" y="17"/>
                  </a:cubicBezTo>
                  <a:cubicBezTo>
                    <a:pt x="1" y="16"/>
                    <a:pt x="2" y="15"/>
                    <a:pt x="3" y="14"/>
                  </a:cubicBezTo>
                  <a:cubicBezTo>
                    <a:pt x="4" y="12"/>
                    <a:pt x="7" y="11"/>
                    <a:pt x="9" y="9"/>
                  </a:cubicBezTo>
                  <a:cubicBezTo>
                    <a:pt x="14" y="6"/>
                    <a:pt x="21" y="3"/>
                    <a:pt x="27" y="2"/>
                  </a:cubicBezTo>
                  <a:cubicBezTo>
                    <a:pt x="32" y="1"/>
                    <a:pt x="34" y="0"/>
                    <a:pt x="39" y="2"/>
                  </a:cubicBezTo>
                  <a:cubicBezTo>
                    <a:pt x="41" y="2"/>
                    <a:pt x="44" y="4"/>
                    <a:pt x="46" y="5"/>
                  </a:cubicBezTo>
                  <a:cubicBezTo>
                    <a:pt x="47" y="6"/>
                    <a:pt x="48" y="7"/>
                    <a:pt x="50" y="8"/>
                  </a:cubicBezTo>
                  <a:cubicBezTo>
                    <a:pt x="50" y="8"/>
                    <a:pt x="51" y="9"/>
                    <a:pt x="51" y="9"/>
                  </a:cubicBezTo>
                  <a:cubicBezTo>
                    <a:pt x="51" y="9"/>
                    <a:pt x="52" y="10"/>
                    <a:pt x="53" y="10"/>
                  </a:cubicBezTo>
                  <a:cubicBezTo>
                    <a:pt x="48" y="12"/>
                    <a:pt x="48" y="17"/>
                    <a:pt x="43" y="19"/>
                  </a:cubicBezTo>
                  <a:cubicBezTo>
                    <a:pt x="39" y="21"/>
                    <a:pt x="33" y="23"/>
                    <a:pt x="28" y="2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067" name="Freeform 746">
              <a:extLst>
                <a:ext uri="{FF2B5EF4-FFF2-40B4-BE49-F238E27FC236}">
                  <a16:creationId xmlns:a16="http://schemas.microsoft.com/office/drawing/2014/main" id="{87F51E5A-88B1-4D73-8367-FFBE2479F1D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1" y="1003"/>
              <a:ext cx="57" cy="44"/>
            </a:xfrm>
            <a:custGeom>
              <a:avLst/>
              <a:gdLst>
                <a:gd name="T0" fmla="*/ 12 w 37"/>
                <a:gd name="T1" fmla="*/ 39 h 29"/>
                <a:gd name="T2" fmla="*/ 18 w 37"/>
                <a:gd name="T3" fmla="*/ 88 h 29"/>
                <a:gd name="T4" fmla="*/ 116 w 37"/>
                <a:gd name="T5" fmla="*/ 80 h 29"/>
                <a:gd name="T6" fmla="*/ 114 w 37"/>
                <a:gd name="T7" fmla="*/ 26 h 29"/>
                <a:gd name="T8" fmla="*/ 12 w 37"/>
                <a:gd name="T9" fmla="*/ 39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" h="29">
                  <a:moveTo>
                    <a:pt x="3" y="11"/>
                  </a:moveTo>
                  <a:cubicBezTo>
                    <a:pt x="3" y="11"/>
                    <a:pt x="0" y="19"/>
                    <a:pt x="5" y="25"/>
                  </a:cubicBezTo>
                  <a:cubicBezTo>
                    <a:pt x="5" y="25"/>
                    <a:pt x="24" y="29"/>
                    <a:pt x="32" y="23"/>
                  </a:cubicBezTo>
                  <a:cubicBezTo>
                    <a:pt x="32" y="23"/>
                    <a:pt x="37" y="14"/>
                    <a:pt x="31" y="7"/>
                  </a:cubicBezTo>
                  <a:cubicBezTo>
                    <a:pt x="31" y="7"/>
                    <a:pt x="21" y="0"/>
                    <a:pt x="3" y="11"/>
                  </a:cubicBezTo>
                  <a:close/>
                </a:path>
              </a:pathLst>
            </a:custGeom>
            <a:solidFill>
              <a:srgbClr val="659B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068" name="Freeform 747">
              <a:extLst>
                <a:ext uri="{FF2B5EF4-FFF2-40B4-BE49-F238E27FC236}">
                  <a16:creationId xmlns:a16="http://schemas.microsoft.com/office/drawing/2014/main" id="{E23F232A-C123-4175-B28D-BB66977FD5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6" y="1003"/>
              <a:ext cx="80" cy="41"/>
            </a:xfrm>
            <a:custGeom>
              <a:avLst/>
              <a:gdLst>
                <a:gd name="T0" fmla="*/ 102 w 52"/>
                <a:gd name="T1" fmla="*/ 94 h 27"/>
                <a:gd name="T2" fmla="*/ 69 w 52"/>
                <a:gd name="T3" fmla="*/ 90 h 27"/>
                <a:gd name="T4" fmla="*/ 22 w 52"/>
                <a:gd name="T5" fmla="*/ 88 h 27"/>
                <a:gd name="T6" fmla="*/ 12 w 52"/>
                <a:gd name="T7" fmla="*/ 84 h 27"/>
                <a:gd name="T8" fmla="*/ 8 w 52"/>
                <a:gd name="T9" fmla="*/ 88 h 27"/>
                <a:gd name="T10" fmla="*/ 0 w 52"/>
                <a:gd name="T11" fmla="*/ 84 h 27"/>
                <a:gd name="T12" fmla="*/ 0 w 52"/>
                <a:gd name="T13" fmla="*/ 74 h 27"/>
                <a:gd name="T14" fmla="*/ 80 w 52"/>
                <a:gd name="T15" fmla="*/ 26 h 27"/>
                <a:gd name="T16" fmla="*/ 189 w 52"/>
                <a:gd name="T17" fmla="*/ 46 h 27"/>
                <a:gd name="T18" fmla="*/ 189 w 52"/>
                <a:gd name="T19" fmla="*/ 53 h 27"/>
                <a:gd name="T20" fmla="*/ 157 w 52"/>
                <a:gd name="T21" fmla="*/ 80 h 27"/>
                <a:gd name="T22" fmla="*/ 102 w 52"/>
                <a:gd name="T23" fmla="*/ 94 h 2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2" h="27">
                  <a:moveTo>
                    <a:pt x="28" y="27"/>
                  </a:moveTo>
                  <a:cubicBezTo>
                    <a:pt x="25" y="27"/>
                    <a:pt x="22" y="26"/>
                    <a:pt x="19" y="26"/>
                  </a:cubicBezTo>
                  <a:cubicBezTo>
                    <a:pt x="14" y="26"/>
                    <a:pt x="10" y="25"/>
                    <a:pt x="6" y="25"/>
                  </a:cubicBezTo>
                  <a:cubicBezTo>
                    <a:pt x="5" y="24"/>
                    <a:pt x="4" y="24"/>
                    <a:pt x="3" y="24"/>
                  </a:cubicBezTo>
                  <a:cubicBezTo>
                    <a:pt x="3" y="24"/>
                    <a:pt x="2" y="25"/>
                    <a:pt x="2" y="25"/>
                  </a:cubicBezTo>
                  <a:cubicBezTo>
                    <a:pt x="1" y="25"/>
                    <a:pt x="0" y="25"/>
                    <a:pt x="0" y="24"/>
                  </a:cubicBezTo>
                  <a:cubicBezTo>
                    <a:pt x="0" y="23"/>
                    <a:pt x="0" y="22"/>
                    <a:pt x="0" y="21"/>
                  </a:cubicBezTo>
                  <a:cubicBezTo>
                    <a:pt x="4" y="15"/>
                    <a:pt x="18" y="8"/>
                    <a:pt x="22" y="7"/>
                  </a:cubicBezTo>
                  <a:cubicBezTo>
                    <a:pt x="40" y="0"/>
                    <a:pt x="51" y="13"/>
                    <a:pt x="52" y="13"/>
                  </a:cubicBezTo>
                  <a:cubicBezTo>
                    <a:pt x="52" y="13"/>
                    <a:pt x="52" y="15"/>
                    <a:pt x="52" y="15"/>
                  </a:cubicBezTo>
                  <a:cubicBezTo>
                    <a:pt x="48" y="16"/>
                    <a:pt x="48" y="21"/>
                    <a:pt x="43" y="23"/>
                  </a:cubicBezTo>
                  <a:cubicBezTo>
                    <a:pt x="39" y="25"/>
                    <a:pt x="33" y="27"/>
                    <a:pt x="28" y="27"/>
                  </a:cubicBezTo>
                  <a:close/>
                </a:path>
              </a:pathLst>
            </a:custGeom>
            <a:noFill/>
            <a:ln w="158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069" name="Freeform 748">
              <a:extLst>
                <a:ext uri="{FF2B5EF4-FFF2-40B4-BE49-F238E27FC236}">
                  <a16:creationId xmlns:a16="http://schemas.microsoft.com/office/drawing/2014/main" id="{54120B69-1929-4AA2-9747-1B0E9D9C526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3" y="1018"/>
              <a:ext cx="15" cy="15"/>
            </a:xfrm>
            <a:custGeom>
              <a:avLst/>
              <a:gdLst>
                <a:gd name="T0" fmla="*/ 35 w 10"/>
                <a:gd name="T1" fmla="*/ 21 h 10"/>
                <a:gd name="T2" fmla="*/ 18 w 10"/>
                <a:gd name="T3" fmla="*/ 35 h 10"/>
                <a:gd name="T4" fmla="*/ 5 w 10"/>
                <a:gd name="T5" fmla="*/ 18 h 10"/>
                <a:gd name="T6" fmla="*/ 21 w 10"/>
                <a:gd name="T7" fmla="*/ 5 h 10"/>
                <a:gd name="T8" fmla="*/ 35 w 10"/>
                <a:gd name="T9" fmla="*/ 21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0">
                  <a:moveTo>
                    <a:pt x="10" y="6"/>
                  </a:moveTo>
                  <a:cubicBezTo>
                    <a:pt x="10" y="8"/>
                    <a:pt x="8" y="10"/>
                    <a:pt x="5" y="10"/>
                  </a:cubicBezTo>
                  <a:cubicBezTo>
                    <a:pt x="2" y="10"/>
                    <a:pt x="0" y="8"/>
                    <a:pt x="1" y="5"/>
                  </a:cubicBezTo>
                  <a:cubicBezTo>
                    <a:pt x="1" y="2"/>
                    <a:pt x="3" y="0"/>
                    <a:pt x="6" y="1"/>
                  </a:cubicBezTo>
                  <a:cubicBezTo>
                    <a:pt x="8" y="1"/>
                    <a:pt x="10" y="3"/>
                    <a:pt x="10" y="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070" name="Freeform 749">
              <a:extLst>
                <a:ext uri="{FF2B5EF4-FFF2-40B4-BE49-F238E27FC236}">
                  <a16:creationId xmlns:a16="http://schemas.microsoft.com/office/drawing/2014/main" id="{2D495740-12BA-47FD-B7A9-EE248A03B9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9" y="1032"/>
              <a:ext cx="42" cy="9"/>
            </a:xfrm>
            <a:custGeom>
              <a:avLst/>
              <a:gdLst>
                <a:gd name="T0" fmla="*/ 0 w 27"/>
                <a:gd name="T1" fmla="*/ 12 h 6"/>
                <a:gd name="T2" fmla="*/ 12 w 27"/>
                <a:gd name="T3" fmla="*/ 12 h 6"/>
                <a:gd name="T4" fmla="*/ 19 w 27"/>
                <a:gd name="T5" fmla="*/ 8 h 6"/>
                <a:gd name="T6" fmla="*/ 39 w 27"/>
                <a:gd name="T7" fmla="*/ 12 h 6"/>
                <a:gd name="T8" fmla="*/ 73 w 27"/>
                <a:gd name="T9" fmla="*/ 8 h 6"/>
                <a:gd name="T10" fmla="*/ 95 w 27"/>
                <a:gd name="T11" fmla="*/ 5 h 6"/>
                <a:gd name="T12" fmla="*/ 90 w 27"/>
                <a:gd name="T13" fmla="*/ 12 h 6"/>
                <a:gd name="T14" fmla="*/ 53 w 27"/>
                <a:gd name="T15" fmla="*/ 18 h 6"/>
                <a:gd name="T16" fmla="*/ 26 w 27"/>
                <a:gd name="T17" fmla="*/ 18 h 6"/>
                <a:gd name="T18" fmla="*/ 0 w 27"/>
                <a:gd name="T19" fmla="*/ 14 h 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7" h="6">
                  <a:moveTo>
                    <a:pt x="0" y="3"/>
                  </a:moveTo>
                  <a:cubicBezTo>
                    <a:pt x="1" y="3"/>
                    <a:pt x="2" y="3"/>
                    <a:pt x="3" y="3"/>
                  </a:cubicBezTo>
                  <a:cubicBezTo>
                    <a:pt x="4" y="3"/>
                    <a:pt x="5" y="2"/>
                    <a:pt x="5" y="2"/>
                  </a:cubicBezTo>
                  <a:cubicBezTo>
                    <a:pt x="7" y="2"/>
                    <a:pt x="8" y="2"/>
                    <a:pt x="10" y="3"/>
                  </a:cubicBezTo>
                  <a:cubicBezTo>
                    <a:pt x="13" y="4"/>
                    <a:pt x="16" y="3"/>
                    <a:pt x="19" y="2"/>
                  </a:cubicBezTo>
                  <a:cubicBezTo>
                    <a:pt x="21" y="1"/>
                    <a:pt x="23" y="0"/>
                    <a:pt x="25" y="1"/>
                  </a:cubicBezTo>
                  <a:cubicBezTo>
                    <a:pt x="27" y="1"/>
                    <a:pt x="25" y="3"/>
                    <a:pt x="24" y="3"/>
                  </a:cubicBezTo>
                  <a:cubicBezTo>
                    <a:pt x="21" y="5"/>
                    <a:pt x="17" y="5"/>
                    <a:pt x="14" y="5"/>
                  </a:cubicBezTo>
                  <a:cubicBezTo>
                    <a:pt x="11" y="6"/>
                    <a:pt x="9" y="5"/>
                    <a:pt x="7" y="5"/>
                  </a:cubicBezTo>
                  <a:cubicBezTo>
                    <a:pt x="5" y="5"/>
                    <a:pt x="1" y="5"/>
                    <a:pt x="0" y="4"/>
                  </a:cubicBezTo>
                </a:path>
              </a:pathLst>
            </a:custGeom>
            <a:solidFill>
              <a:srgbClr val="93B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071" name="Freeform 750">
              <a:extLst>
                <a:ext uri="{FF2B5EF4-FFF2-40B4-BE49-F238E27FC236}">
                  <a16:creationId xmlns:a16="http://schemas.microsoft.com/office/drawing/2014/main" id="{6C10C313-4557-4205-AC7C-6FB34787F8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0" y="1020"/>
              <a:ext cx="7" cy="7"/>
            </a:xfrm>
            <a:custGeom>
              <a:avLst/>
              <a:gdLst>
                <a:gd name="T0" fmla="*/ 14 w 5"/>
                <a:gd name="T1" fmla="*/ 8 h 5"/>
                <a:gd name="T2" fmla="*/ 6 w 5"/>
                <a:gd name="T3" fmla="*/ 14 h 5"/>
                <a:gd name="T4" fmla="*/ 0 w 5"/>
                <a:gd name="T5" fmla="*/ 8 h 5"/>
                <a:gd name="T6" fmla="*/ 8 w 5"/>
                <a:gd name="T7" fmla="*/ 0 h 5"/>
                <a:gd name="T8" fmla="*/ 14 w 5"/>
                <a:gd name="T9" fmla="*/ 8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5" y="3"/>
                  </a:moveTo>
                  <a:cubicBezTo>
                    <a:pt x="5" y="4"/>
                    <a:pt x="4" y="5"/>
                    <a:pt x="2" y="5"/>
                  </a:cubicBezTo>
                  <a:cubicBezTo>
                    <a:pt x="1" y="5"/>
                    <a:pt x="0" y="4"/>
                    <a:pt x="0" y="3"/>
                  </a:cubicBezTo>
                  <a:cubicBezTo>
                    <a:pt x="0" y="1"/>
                    <a:pt x="1" y="0"/>
                    <a:pt x="3" y="0"/>
                  </a:cubicBezTo>
                  <a:cubicBezTo>
                    <a:pt x="4" y="0"/>
                    <a:pt x="5" y="2"/>
                    <a:pt x="5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072" name="Freeform 751">
              <a:extLst>
                <a:ext uri="{FF2B5EF4-FFF2-40B4-BE49-F238E27FC236}">
                  <a16:creationId xmlns:a16="http://schemas.microsoft.com/office/drawing/2014/main" id="{5194083D-D767-4148-BB71-FCAAC28C1B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5" y="983"/>
              <a:ext cx="71" cy="32"/>
            </a:xfrm>
            <a:custGeom>
              <a:avLst/>
              <a:gdLst>
                <a:gd name="T0" fmla="*/ 0 w 46"/>
                <a:gd name="T1" fmla="*/ 75 h 21"/>
                <a:gd name="T2" fmla="*/ 170 w 46"/>
                <a:gd name="T3" fmla="*/ 61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6" h="21">
                  <a:moveTo>
                    <a:pt x="0" y="21"/>
                  </a:moveTo>
                  <a:cubicBezTo>
                    <a:pt x="0" y="21"/>
                    <a:pt x="23" y="0"/>
                    <a:pt x="46" y="17"/>
                  </a:cubicBezTo>
                </a:path>
              </a:pathLst>
            </a:custGeom>
            <a:noFill/>
            <a:ln w="158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073" name="Freeform 752">
              <a:extLst>
                <a:ext uri="{FF2B5EF4-FFF2-40B4-BE49-F238E27FC236}">
                  <a16:creationId xmlns:a16="http://schemas.microsoft.com/office/drawing/2014/main" id="{F40115DB-83F8-4DE2-ABC1-AE758532B1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7" y="973"/>
              <a:ext cx="91" cy="30"/>
            </a:xfrm>
            <a:custGeom>
              <a:avLst/>
              <a:gdLst>
                <a:gd name="T0" fmla="*/ 0 w 59"/>
                <a:gd name="T1" fmla="*/ 62 h 19"/>
                <a:gd name="T2" fmla="*/ 216 w 59"/>
                <a:gd name="T3" fmla="*/ 74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9" h="19">
                  <a:moveTo>
                    <a:pt x="0" y="16"/>
                  </a:moveTo>
                  <a:cubicBezTo>
                    <a:pt x="0" y="16"/>
                    <a:pt x="42" y="0"/>
                    <a:pt x="59" y="19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074" name="Freeform 753">
              <a:extLst>
                <a:ext uri="{FF2B5EF4-FFF2-40B4-BE49-F238E27FC236}">
                  <a16:creationId xmlns:a16="http://schemas.microsoft.com/office/drawing/2014/main" id="{19CD5C92-7217-4C16-9A07-DAEB3F3D1D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0" y="1035"/>
              <a:ext cx="1" cy="5"/>
            </a:xfrm>
            <a:custGeom>
              <a:avLst/>
              <a:gdLst>
                <a:gd name="T0" fmla="*/ 0 w 1"/>
                <a:gd name="T1" fmla="*/ 13 h 3"/>
                <a:gd name="T2" fmla="*/ 0 w 1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cubicBezTo>
                    <a:pt x="0" y="2"/>
                    <a:pt x="0" y="1"/>
                    <a:pt x="0" y="0"/>
                  </a:cubicBezTo>
                </a:path>
              </a:pathLst>
            </a:custGeom>
            <a:noFill/>
            <a:ln w="158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075" name="Freeform 754">
              <a:extLst>
                <a:ext uri="{FF2B5EF4-FFF2-40B4-BE49-F238E27FC236}">
                  <a16:creationId xmlns:a16="http://schemas.microsoft.com/office/drawing/2014/main" id="{FB254EE0-A17A-4B49-A4C5-DBBF4DE874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4" y="1054"/>
              <a:ext cx="48" cy="10"/>
            </a:xfrm>
            <a:custGeom>
              <a:avLst/>
              <a:gdLst>
                <a:gd name="T0" fmla="*/ 8 w 31"/>
                <a:gd name="T1" fmla="*/ 0 h 7"/>
                <a:gd name="T2" fmla="*/ 22 w 31"/>
                <a:gd name="T3" fmla="*/ 6 h 7"/>
                <a:gd name="T4" fmla="*/ 48 w 31"/>
                <a:gd name="T5" fmla="*/ 9 h 7"/>
                <a:gd name="T6" fmla="*/ 82 w 31"/>
                <a:gd name="T7" fmla="*/ 14 h 7"/>
                <a:gd name="T8" fmla="*/ 115 w 31"/>
                <a:gd name="T9" fmla="*/ 14 h 7"/>
                <a:gd name="T10" fmla="*/ 93 w 31"/>
                <a:gd name="T11" fmla="*/ 20 h 7"/>
                <a:gd name="T12" fmla="*/ 48 w 31"/>
                <a:gd name="T13" fmla="*/ 14 h 7"/>
                <a:gd name="T14" fmla="*/ 12 w 31"/>
                <a:gd name="T15" fmla="*/ 6 h 7"/>
                <a:gd name="T16" fmla="*/ 0 w 31"/>
                <a:gd name="T17" fmla="*/ 0 h 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1" h="7">
                  <a:moveTo>
                    <a:pt x="2" y="0"/>
                  </a:moveTo>
                  <a:cubicBezTo>
                    <a:pt x="4" y="0"/>
                    <a:pt x="5" y="1"/>
                    <a:pt x="6" y="2"/>
                  </a:cubicBezTo>
                  <a:cubicBezTo>
                    <a:pt x="8" y="2"/>
                    <a:pt x="11" y="3"/>
                    <a:pt x="13" y="3"/>
                  </a:cubicBezTo>
                  <a:cubicBezTo>
                    <a:pt x="16" y="3"/>
                    <a:pt x="19" y="4"/>
                    <a:pt x="22" y="5"/>
                  </a:cubicBezTo>
                  <a:cubicBezTo>
                    <a:pt x="25" y="5"/>
                    <a:pt x="28" y="5"/>
                    <a:pt x="31" y="5"/>
                  </a:cubicBezTo>
                  <a:cubicBezTo>
                    <a:pt x="31" y="7"/>
                    <a:pt x="26" y="7"/>
                    <a:pt x="25" y="7"/>
                  </a:cubicBezTo>
                  <a:cubicBezTo>
                    <a:pt x="20" y="7"/>
                    <a:pt x="17" y="6"/>
                    <a:pt x="13" y="5"/>
                  </a:cubicBezTo>
                  <a:cubicBezTo>
                    <a:pt x="9" y="5"/>
                    <a:pt x="6" y="4"/>
                    <a:pt x="3" y="2"/>
                  </a:cubicBezTo>
                  <a:cubicBezTo>
                    <a:pt x="2" y="2"/>
                    <a:pt x="1" y="1"/>
                    <a:pt x="0" y="0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076" name="Freeform 755">
              <a:extLst>
                <a:ext uri="{FF2B5EF4-FFF2-40B4-BE49-F238E27FC236}">
                  <a16:creationId xmlns:a16="http://schemas.microsoft.com/office/drawing/2014/main" id="{1AA9A6B3-03B9-4FE8-A815-56841C00B0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1" y="1030"/>
              <a:ext cx="21" cy="16"/>
            </a:xfrm>
            <a:custGeom>
              <a:avLst/>
              <a:gdLst>
                <a:gd name="T0" fmla="*/ 48 w 14"/>
                <a:gd name="T1" fmla="*/ 0 h 10"/>
                <a:gd name="T2" fmla="*/ 0 w 14"/>
                <a:gd name="T3" fmla="*/ 42 h 10"/>
                <a:gd name="T4" fmla="*/ 27 w 14"/>
                <a:gd name="T5" fmla="*/ 29 h 10"/>
                <a:gd name="T6" fmla="*/ 41 w 14"/>
                <a:gd name="T7" fmla="*/ 8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0">
                  <a:moveTo>
                    <a:pt x="14" y="0"/>
                  </a:moveTo>
                  <a:cubicBezTo>
                    <a:pt x="9" y="2"/>
                    <a:pt x="5" y="8"/>
                    <a:pt x="0" y="10"/>
                  </a:cubicBezTo>
                  <a:cubicBezTo>
                    <a:pt x="3" y="9"/>
                    <a:pt x="5" y="8"/>
                    <a:pt x="8" y="7"/>
                  </a:cubicBezTo>
                  <a:cubicBezTo>
                    <a:pt x="10" y="5"/>
                    <a:pt x="11" y="3"/>
                    <a:pt x="12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077" name="Freeform 756">
              <a:extLst>
                <a:ext uri="{FF2B5EF4-FFF2-40B4-BE49-F238E27FC236}">
                  <a16:creationId xmlns:a16="http://schemas.microsoft.com/office/drawing/2014/main" id="{B4DCF002-6E60-45C2-8C9F-18D3352A4D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7" y="1013"/>
              <a:ext cx="47" cy="20"/>
            </a:xfrm>
            <a:custGeom>
              <a:avLst/>
              <a:gdLst>
                <a:gd name="T0" fmla="*/ 103 w 30"/>
                <a:gd name="T1" fmla="*/ 8 h 13"/>
                <a:gd name="T2" fmla="*/ 103 w 30"/>
                <a:gd name="T3" fmla="*/ 34 h 13"/>
                <a:gd name="T4" fmla="*/ 83 w 30"/>
                <a:gd name="T5" fmla="*/ 28 h 13"/>
                <a:gd name="T6" fmla="*/ 77 w 30"/>
                <a:gd name="T7" fmla="*/ 18 h 13"/>
                <a:gd name="T8" fmla="*/ 53 w 30"/>
                <a:gd name="T9" fmla="*/ 12 h 13"/>
                <a:gd name="T10" fmla="*/ 31 w 30"/>
                <a:gd name="T11" fmla="*/ 18 h 13"/>
                <a:gd name="T12" fmla="*/ 27 w 30"/>
                <a:gd name="T13" fmla="*/ 28 h 13"/>
                <a:gd name="T14" fmla="*/ 13 w 30"/>
                <a:gd name="T15" fmla="*/ 40 h 13"/>
                <a:gd name="T16" fmla="*/ 5 w 30"/>
                <a:gd name="T17" fmla="*/ 22 h 13"/>
                <a:gd name="T18" fmla="*/ 34 w 30"/>
                <a:gd name="T19" fmla="*/ 8 h 13"/>
                <a:gd name="T20" fmla="*/ 53 w 30"/>
                <a:gd name="T21" fmla="*/ 5 h 13"/>
                <a:gd name="T22" fmla="*/ 69 w 30"/>
                <a:gd name="T23" fmla="*/ 0 h 13"/>
                <a:gd name="T24" fmla="*/ 100 w 30"/>
                <a:gd name="T25" fmla="*/ 8 h 1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0" h="13">
                  <a:moveTo>
                    <a:pt x="27" y="2"/>
                  </a:moveTo>
                  <a:cubicBezTo>
                    <a:pt x="29" y="4"/>
                    <a:pt x="30" y="8"/>
                    <a:pt x="27" y="9"/>
                  </a:cubicBezTo>
                  <a:cubicBezTo>
                    <a:pt x="25" y="10"/>
                    <a:pt x="24" y="10"/>
                    <a:pt x="22" y="8"/>
                  </a:cubicBezTo>
                  <a:cubicBezTo>
                    <a:pt x="22" y="7"/>
                    <a:pt x="21" y="6"/>
                    <a:pt x="20" y="5"/>
                  </a:cubicBezTo>
                  <a:cubicBezTo>
                    <a:pt x="18" y="3"/>
                    <a:pt x="16" y="3"/>
                    <a:pt x="14" y="3"/>
                  </a:cubicBezTo>
                  <a:cubicBezTo>
                    <a:pt x="12" y="3"/>
                    <a:pt x="9" y="3"/>
                    <a:pt x="8" y="5"/>
                  </a:cubicBezTo>
                  <a:cubicBezTo>
                    <a:pt x="7" y="6"/>
                    <a:pt x="8" y="7"/>
                    <a:pt x="7" y="8"/>
                  </a:cubicBezTo>
                  <a:cubicBezTo>
                    <a:pt x="7" y="10"/>
                    <a:pt x="5" y="11"/>
                    <a:pt x="3" y="11"/>
                  </a:cubicBezTo>
                  <a:cubicBezTo>
                    <a:pt x="0" y="13"/>
                    <a:pt x="0" y="8"/>
                    <a:pt x="1" y="6"/>
                  </a:cubicBezTo>
                  <a:cubicBezTo>
                    <a:pt x="2" y="4"/>
                    <a:pt x="6" y="2"/>
                    <a:pt x="9" y="2"/>
                  </a:cubicBezTo>
                  <a:cubicBezTo>
                    <a:pt x="11" y="1"/>
                    <a:pt x="12" y="1"/>
                    <a:pt x="14" y="1"/>
                  </a:cubicBezTo>
                  <a:cubicBezTo>
                    <a:pt x="16" y="1"/>
                    <a:pt x="17" y="0"/>
                    <a:pt x="18" y="0"/>
                  </a:cubicBezTo>
                  <a:cubicBezTo>
                    <a:pt x="20" y="0"/>
                    <a:pt x="25" y="0"/>
                    <a:pt x="26" y="2"/>
                  </a:cubicBezTo>
                </a:path>
              </a:pathLst>
            </a:custGeom>
            <a:solidFill>
              <a:srgbClr val="4268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078" name="Freeform 757">
              <a:extLst>
                <a:ext uri="{FF2B5EF4-FFF2-40B4-BE49-F238E27FC236}">
                  <a16:creationId xmlns:a16="http://schemas.microsoft.com/office/drawing/2014/main" id="{B0A431DE-DF19-4831-82BE-777E92F418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5" y="1023"/>
              <a:ext cx="13" cy="4"/>
            </a:xfrm>
            <a:custGeom>
              <a:avLst/>
              <a:gdLst>
                <a:gd name="T0" fmla="*/ 0 w 9"/>
                <a:gd name="T1" fmla="*/ 0 h 3"/>
                <a:gd name="T2" fmla="*/ 13 w 9"/>
                <a:gd name="T3" fmla="*/ 5 h 3"/>
                <a:gd name="T4" fmla="*/ 27 w 9"/>
                <a:gd name="T5" fmla="*/ 7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3">
                  <a:moveTo>
                    <a:pt x="0" y="0"/>
                  </a:moveTo>
                  <a:cubicBezTo>
                    <a:pt x="1" y="0"/>
                    <a:pt x="2" y="2"/>
                    <a:pt x="4" y="2"/>
                  </a:cubicBezTo>
                  <a:cubicBezTo>
                    <a:pt x="6" y="3"/>
                    <a:pt x="8" y="3"/>
                    <a:pt x="9" y="3"/>
                  </a:cubicBezTo>
                </a:path>
              </a:pathLst>
            </a:custGeom>
            <a:noFill/>
            <a:ln w="158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079" name="Freeform 758">
              <a:extLst>
                <a:ext uri="{FF2B5EF4-FFF2-40B4-BE49-F238E27FC236}">
                  <a16:creationId xmlns:a16="http://schemas.microsoft.com/office/drawing/2014/main" id="{8D033DEB-CC73-4D0E-A970-CBA1C06BA0B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8" y="1016"/>
              <a:ext cx="17" cy="4"/>
            </a:xfrm>
            <a:custGeom>
              <a:avLst/>
              <a:gdLst>
                <a:gd name="T0" fmla="*/ 0 w 11"/>
                <a:gd name="T1" fmla="*/ 0 h 2"/>
                <a:gd name="T2" fmla="*/ 19 w 11"/>
                <a:gd name="T3" fmla="*/ 8 h 2"/>
                <a:gd name="T4" fmla="*/ 40 w 11"/>
                <a:gd name="T5" fmla="*/ 16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2">
                  <a:moveTo>
                    <a:pt x="0" y="0"/>
                  </a:moveTo>
                  <a:cubicBezTo>
                    <a:pt x="1" y="1"/>
                    <a:pt x="4" y="1"/>
                    <a:pt x="5" y="1"/>
                  </a:cubicBezTo>
                  <a:cubicBezTo>
                    <a:pt x="7" y="2"/>
                    <a:pt x="10" y="2"/>
                    <a:pt x="11" y="2"/>
                  </a:cubicBezTo>
                </a:path>
              </a:pathLst>
            </a:custGeom>
            <a:noFill/>
            <a:ln w="158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080" name="Freeform 759">
              <a:extLst>
                <a:ext uri="{FF2B5EF4-FFF2-40B4-BE49-F238E27FC236}">
                  <a16:creationId xmlns:a16="http://schemas.microsoft.com/office/drawing/2014/main" id="{22A7137B-DDF7-42E8-B347-F0B9AC477D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1" y="1010"/>
              <a:ext cx="15" cy="3"/>
            </a:xfrm>
            <a:custGeom>
              <a:avLst/>
              <a:gdLst>
                <a:gd name="T0" fmla="*/ 0 w 10"/>
                <a:gd name="T1" fmla="*/ 8 h 2"/>
                <a:gd name="T2" fmla="*/ 35 w 10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">
                  <a:moveTo>
                    <a:pt x="0" y="2"/>
                  </a:moveTo>
                  <a:cubicBezTo>
                    <a:pt x="4" y="1"/>
                    <a:pt x="7" y="2"/>
                    <a:pt x="10" y="0"/>
                  </a:cubicBezTo>
                </a:path>
              </a:pathLst>
            </a:custGeom>
            <a:noFill/>
            <a:ln w="158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081" name="Freeform 760">
              <a:extLst>
                <a:ext uri="{FF2B5EF4-FFF2-40B4-BE49-F238E27FC236}">
                  <a16:creationId xmlns:a16="http://schemas.microsoft.com/office/drawing/2014/main" id="{948FF005-775B-4B41-90B9-8D4B85C71A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4" y="1006"/>
              <a:ext cx="13" cy="6"/>
            </a:xfrm>
            <a:custGeom>
              <a:avLst/>
              <a:gdLst>
                <a:gd name="T0" fmla="*/ 0 w 8"/>
                <a:gd name="T1" fmla="*/ 14 h 4"/>
                <a:gd name="T2" fmla="*/ 13 w 8"/>
                <a:gd name="T3" fmla="*/ 8 h 4"/>
                <a:gd name="T4" fmla="*/ 34 w 8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4">
                  <a:moveTo>
                    <a:pt x="0" y="4"/>
                  </a:moveTo>
                  <a:cubicBezTo>
                    <a:pt x="0" y="3"/>
                    <a:pt x="2" y="3"/>
                    <a:pt x="3" y="2"/>
                  </a:cubicBezTo>
                  <a:cubicBezTo>
                    <a:pt x="5" y="2"/>
                    <a:pt x="7" y="1"/>
                    <a:pt x="8" y="0"/>
                  </a:cubicBezTo>
                </a:path>
              </a:pathLst>
            </a:custGeom>
            <a:noFill/>
            <a:ln w="158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082" name="Freeform 761">
              <a:extLst>
                <a:ext uri="{FF2B5EF4-FFF2-40B4-BE49-F238E27FC236}">
                  <a16:creationId xmlns:a16="http://schemas.microsoft.com/office/drawing/2014/main" id="{F1A1569E-2841-4024-BD0D-6A254A2540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0" y="1003"/>
              <a:ext cx="6" cy="7"/>
            </a:xfrm>
            <a:custGeom>
              <a:avLst/>
              <a:gdLst>
                <a:gd name="T0" fmla="*/ 0 w 4"/>
                <a:gd name="T1" fmla="*/ 14 h 5"/>
                <a:gd name="T2" fmla="*/ 14 w 4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5">
                  <a:moveTo>
                    <a:pt x="0" y="5"/>
                  </a:moveTo>
                  <a:cubicBezTo>
                    <a:pt x="1" y="4"/>
                    <a:pt x="3" y="2"/>
                    <a:pt x="4" y="0"/>
                  </a:cubicBezTo>
                </a:path>
              </a:pathLst>
            </a:custGeom>
            <a:noFill/>
            <a:ln w="158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083" name="Freeform 762">
              <a:extLst>
                <a:ext uri="{FF2B5EF4-FFF2-40B4-BE49-F238E27FC236}">
                  <a16:creationId xmlns:a16="http://schemas.microsoft.com/office/drawing/2014/main" id="{1847DD0E-1BB7-42C3-86B2-59B7C2E8D7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7" y="1033"/>
              <a:ext cx="12" cy="4"/>
            </a:xfrm>
            <a:custGeom>
              <a:avLst/>
              <a:gdLst>
                <a:gd name="T0" fmla="*/ 0 w 8"/>
                <a:gd name="T1" fmla="*/ 8 h 2"/>
                <a:gd name="T2" fmla="*/ 27 w 8"/>
                <a:gd name="T3" fmla="*/ 16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">
                  <a:moveTo>
                    <a:pt x="0" y="1"/>
                  </a:moveTo>
                  <a:cubicBezTo>
                    <a:pt x="1" y="0"/>
                    <a:pt x="7" y="2"/>
                    <a:pt x="8" y="2"/>
                  </a:cubicBezTo>
                </a:path>
              </a:pathLst>
            </a:custGeom>
            <a:noFill/>
            <a:ln w="158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084" name="Freeform 763">
              <a:extLst>
                <a:ext uri="{FF2B5EF4-FFF2-40B4-BE49-F238E27FC236}">
                  <a16:creationId xmlns:a16="http://schemas.microsoft.com/office/drawing/2014/main" id="{81054195-D235-49F2-B84E-628442504A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5" y="1038"/>
              <a:ext cx="5" cy="3"/>
            </a:xfrm>
            <a:custGeom>
              <a:avLst/>
              <a:gdLst>
                <a:gd name="T0" fmla="*/ 0 w 3"/>
                <a:gd name="T1" fmla="*/ 0 h 2"/>
                <a:gd name="T2" fmla="*/ 13 w 3"/>
                <a:gd name="T3" fmla="*/ 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">
                  <a:moveTo>
                    <a:pt x="0" y="0"/>
                  </a:moveTo>
                  <a:cubicBezTo>
                    <a:pt x="1" y="1"/>
                    <a:pt x="2" y="1"/>
                    <a:pt x="3" y="2"/>
                  </a:cubicBezTo>
                </a:path>
              </a:pathLst>
            </a:custGeom>
            <a:noFill/>
            <a:ln w="158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085" name="Freeform 764">
              <a:extLst>
                <a:ext uri="{FF2B5EF4-FFF2-40B4-BE49-F238E27FC236}">
                  <a16:creationId xmlns:a16="http://schemas.microsoft.com/office/drawing/2014/main" id="{7D4EABD6-7A01-4677-A516-905CB18AD6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1" y="1015"/>
              <a:ext cx="6" cy="23"/>
            </a:xfrm>
            <a:custGeom>
              <a:avLst/>
              <a:gdLst>
                <a:gd name="T0" fmla="*/ 0 w 4"/>
                <a:gd name="T1" fmla="*/ 0 h 15"/>
                <a:gd name="T2" fmla="*/ 0 w 4"/>
                <a:gd name="T3" fmla="*/ 54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5">
                  <a:moveTo>
                    <a:pt x="0" y="0"/>
                  </a:moveTo>
                  <a:cubicBezTo>
                    <a:pt x="0" y="0"/>
                    <a:pt x="4" y="6"/>
                    <a:pt x="0" y="15"/>
                  </a:cubicBezTo>
                </a:path>
              </a:pathLst>
            </a:custGeom>
            <a:noFill/>
            <a:ln w="158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086" name="Freeform 765">
              <a:extLst>
                <a:ext uri="{FF2B5EF4-FFF2-40B4-BE49-F238E27FC236}">
                  <a16:creationId xmlns:a16="http://schemas.microsoft.com/office/drawing/2014/main" id="{44F5339B-386A-4000-BB61-7541B30C33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3" y="1023"/>
              <a:ext cx="6" cy="18"/>
            </a:xfrm>
            <a:custGeom>
              <a:avLst/>
              <a:gdLst>
                <a:gd name="T0" fmla="*/ 8 w 4"/>
                <a:gd name="T1" fmla="*/ 0 h 12"/>
                <a:gd name="T2" fmla="*/ 14 w 4"/>
                <a:gd name="T3" fmla="*/ 41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2">
                  <a:moveTo>
                    <a:pt x="2" y="0"/>
                  </a:moveTo>
                  <a:cubicBezTo>
                    <a:pt x="2" y="0"/>
                    <a:pt x="0" y="7"/>
                    <a:pt x="4" y="12"/>
                  </a:cubicBezTo>
                </a:path>
              </a:pathLst>
            </a:custGeom>
            <a:noFill/>
            <a:ln w="158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087" name="Freeform 766">
              <a:extLst>
                <a:ext uri="{FF2B5EF4-FFF2-40B4-BE49-F238E27FC236}">
                  <a16:creationId xmlns:a16="http://schemas.microsoft.com/office/drawing/2014/main" id="{DDF3A05E-CD86-490D-AD26-6FF1707E5D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6" y="1104"/>
              <a:ext cx="82" cy="38"/>
            </a:xfrm>
            <a:custGeom>
              <a:avLst/>
              <a:gdLst>
                <a:gd name="T0" fmla="*/ 22 w 53"/>
                <a:gd name="T1" fmla="*/ 0 h 24"/>
                <a:gd name="T2" fmla="*/ 36 w 53"/>
                <a:gd name="T3" fmla="*/ 63 h 24"/>
                <a:gd name="T4" fmla="*/ 74 w 53"/>
                <a:gd name="T5" fmla="*/ 73 h 24"/>
                <a:gd name="T6" fmla="*/ 110 w 53"/>
                <a:gd name="T7" fmla="*/ 90 h 24"/>
                <a:gd name="T8" fmla="*/ 135 w 53"/>
                <a:gd name="T9" fmla="*/ 73 h 24"/>
                <a:gd name="T10" fmla="*/ 175 w 53"/>
                <a:gd name="T11" fmla="*/ 55 h 24"/>
                <a:gd name="T12" fmla="*/ 183 w 53"/>
                <a:gd name="T13" fmla="*/ 0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3" h="24">
                  <a:moveTo>
                    <a:pt x="6" y="0"/>
                  </a:moveTo>
                  <a:cubicBezTo>
                    <a:pt x="6" y="7"/>
                    <a:pt x="0" y="13"/>
                    <a:pt x="10" y="16"/>
                  </a:cubicBezTo>
                  <a:cubicBezTo>
                    <a:pt x="14" y="16"/>
                    <a:pt x="17" y="16"/>
                    <a:pt x="20" y="18"/>
                  </a:cubicBezTo>
                  <a:cubicBezTo>
                    <a:pt x="23" y="19"/>
                    <a:pt x="27" y="24"/>
                    <a:pt x="30" y="23"/>
                  </a:cubicBezTo>
                  <a:cubicBezTo>
                    <a:pt x="33" y="23"/>
                    <a:pt x="34" y="19"/>
                    <a:pt x="36" y="18"/>
                  </a:cubicBezTo>
                  <a:cubicBezTo>
                    <a:pt x="40" y="15"/>
                    <a:pt x="44" y="16"/>
                    <a:pt x="47" y="14"/>
                  </a:cubicBezTo>
                  <a:cubicBezTo>
                    <a:pt x="49" y="13"/>
                    <a:pt x="53" y="11"/>
                    <a:pt x="49" y="0"/>
                  </a:cubicBezTo>
                </a:path>
              </a:pathLst>
            </a:custGeom>
            <a:noFill/>
            <a:ln w="158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088" name="Freeform 767">
              <a:extLst>
                <a:ext uri="{FF2B5EF4-FFF2-40B4-BE49-F238E27FC236}">
                  <a16:creationId xmlns:a16="http://schemas.microsoft.com/office/drawing/2014/main" id="{0284A5B2-E68D-4BCB-B658-1685A03AA8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6" y="1179"/>
              <a:ext cx="91" cy="32"/>
            </a:xfrm>
            <a:custGeom>
              <a:avLst/>
              <a:gdLst>
                <a:gd name="T0" fmla="*/ 0 w 59"/>
                <a:gd name="T1" fmla="*/ 18 h 21"/>
                <a:gd name="T2" fmla="*/ 216 w 59"/>
                <a:gd name="T3" fmla="*/ 0 h 21"/>
                <a:gd name="T4" fmla="*/ 0 w 59"/>
                <a:gd name="T5" fmla="*/ 18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9" h="21">
                  <a:moveTo>
                    <a:pt x="0" y="5"/>
                  </a:moveTo>
                  <a:cubicBezTo>
                    <a:pt x="0" y="5"/>
                    <a:pt x="38" y="16"/>
                    <a:pt x="59" y="0"/>
                  </a:cubicBezTo>
                  <a:cubicBezTo>
                    <a:pt x="59" y="0"/>
                    <a:pt x="39" y="21"/>
                    <a:pt x="0" y="5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089" name="Freeform 768">
              <a:extLst>
                <a:ext uri="{FF2B5EF4-FFF2-40B4-BE49-F238E27FC236}">
                  <a16:creationId xmlns:a16="http://schemas.microsoft.com/office/drawing/2014/main" id="{C14F4407-92D3-4FB5-8B3C-CCC585147E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1" y="1168"/>
              <a:ext cx="8" cy="12"/>
            </a:xfrm>
            <a:custGeom>
              <a:avLst/>
              <a:gdLst>
                <a:gd name="T0" fmla="*/ 0 w 5"/>
                <a:gd name="T1" fmla="*/ 0 h 8"/>
                <a:gd name="T2" fmla="*/ 8 w 5"/>
                <a:gd name="T3" fmla="*/ 14 h 8"/>
                <a:gd name="T4" fmla="*/ 13 w 5"/>
                <a:gd name="T5" fmla="*/ 27 h 8"/>
                <a:gd name="T6" fmla="*/ 5 w 5"/>
                <a:gd name="T7" fmla="*/ 0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8">
                  <a:moveTo>
                    <a:pt x="0" y="0"/>
                  </a:moveTo>
                  <a:cubicBezTo>
                    <a:pt x="1" y="1"/>
                    <a:pt x="2" y="3"/>
                    <a:pt x="2" y="4"/>
                  </a:cubicBezTo>
                  <a:cubicBezTo>
                    <a:pt x="3" y="6"/>
                    <a:pt x="2" y="8"/>
                    <a:pt x="3" y="8"/>
                  </a:cubicBezTo>
                  <a:cubicBezTo>
                    <a:pt x="5" y="5"/>
                    <a:pt x="3" y="2"/>
                    <a:pt x="1" y="0"/>
                  </a:cubicBezTo>
                </a:path>
              </a:pathLst>
            </a:custGeom>
            <a:solidFill>
              <a:srgbClr val="F2C8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090" name="Freeform 769">
              <a:extLst>
                <a:ext uri="{FF2B5EF4-FFF2-40B4-BE49-F238E27FC236}">
                  <a16:creationId xmlns:a16="http://schemas.microsoft.com/office/drawing/2014/main" id="{3D558FE0-64C1-4C43-AC15-58350097CAA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6" y="1176"/>
              <a:ext cx="9" cy="12"/>
            </a:xfrm>
            <a:custGeom>
              <a:avLst/>
              <a:gdLst>
                <a:gd name="T0" fmla="*/ 21 w 6"/>
                <a:gd name="T1" fmla="*/ 0 h 8"/>
                <a:gd name="T2" fmla="*/ 12 w 6"/>
                <a:gd name="T3" fmla="*/ 27 h 8"/>
                <a:gd name="T4" fmla="*/ 14 w 6"/>
                <a:gd name="T5" fmla="*/ 5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8">
                  <a:moveTo>
                    <a:pt x="6" y="0"/>
                  </a:moveTo>
                  <a:cubicBezTo>
                    <a:pt x="3" y="1"/>
                    <a:pt x="2" y="6"/>
                    <a:pt x="3" y="8"/>
                  </a:cubicBezTo>
                  <a:cubicBezTo>
                    <a:pt x="0" y="7"/>
                    <a:pt x="1" y="1"/>
                    <a:pt x="4" y="1"/>
                  </a:cubicBezTo>
                </a:path>
              </a:pathLst>
            </a:custGeom>
            <a:solidFill>
              <a:srgbClr val="F2C8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091" name="Freeform 770">
              <a:extLst>
                <a:ext uri="{FF2B5EF4-FFF2-40B4-BE49-F238E27FC236}">
                  <a16:creationId xmlns:a16="http://schemas.microsoft.com/office/drawing/2014/main" id="{D30E9854-DF09-4FED-970D-9A18CCF7B8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8" y="1176"/>
              <a:ext cx="104" cy="30"/>
            </a:xfrm>
            <a:custGeom>
              <a:avLst/>
              <a:gdLst>
                <a:gd name="T0" fmla="*/ 0 w 67"/>
                <a:gd name="T1" fmla="*/ 14 h 20"/>
                <a:gd name="T2" fmla="*/ 250 w 67"/>
                <a:gd name="T3" fmla="*/ 0 h 20"/>
                <a:gd name="T4" fmla="*/ 0 w 67"/>
                <a:gd name="T5" fmla="*/ 14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7" h="20">
                  <a:moveTo>
                    <a:pt x="0" y="4"/>
                  </a:moveTo>
                  <a:cubicBezTo>
                    <a:pt x="0" y="4"/>
                    <a:pt x="42" y="20"/>
                    <a:pt x="67" y="0"/>
                  </a:cubicBezTo>
                  <a:cubicBezTo>
                    <a:pt x="67" y="0"/>
                    <a:pt x="37" y="8"/>
                    <a:pt x="0" y="4"/>
                  </a:cubicBezTo>
                  <a:close/>
                </a:path>
              </a:pathLst>
            </a:custGeom>
            <a:solidFill>
              <a:srgbClr val="EFC7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092" name="Freeform 771">
              <a:extLst>
                <a:ext uri="{FF2B5EF4-FFF2-40B4-BE49-F238E27FC236}">
                  <a16:creationId xmlns:a16="http://schemas.microsoft.com/office/drawing/2014/main" id="{E6228CA9-C8B8-42F7-8BEF-7D92127245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9" y="1196"/>
              <a:ext cx="56" cy="32"/>
            </a:xfrm>
            <a:custGeom>
              <a:avLst/>
              <a:gdLst>
                <a:gd name="T0" fmla="*/ 0 w 36"/>
                <a:gd name="T1" fmla="*/ 21 h 21"/>
                <a:gd name="T2" fmla="*/ 135 w 36"/>
                <a:gd name="T3" fmla="*/ 0 h 21"/>
                <a:gd name="T4" fmla="*/ 0 w 36"/>
                <a:gd name="T5" fmla="*/ 21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21">
                  <a:moveTo>
                    <a:pt x="0" y="6"/>
                  </a:moveTo>
                  <a:cubicBezTo>
                    <a:pt x="0" y="6"/>
                    <a:pt x="21" y="14"/>
                    <a:pt x="36" y="0"/>
                  </a:cubicBezTo>
                  <a:cubicBezTo>
                    <a:pt x="36" y="0"/>
                    <a:pt x="23" y="21"/>
                    <a:pt x="0" y="6"/>
                  </a:cubicBezTo>
                  <a:close/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093" name="Freeform 772">
              <a:extLst>
                <a:ext uri="{FF2B5EF4-FFF2-40B4-BE49-F238E27FC236}">
                  <a16:creationId xmlns:a16="http://schemas.microsoft.com/office/drawing/2014/main" id="{50536D94-15EC-4B4F-9580-257856616A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6" y="1196"/>
              <a:ext cx="59" cy="24"/>
            </a:xfrm>
            <a:custGeom>
              <a:avLst/>
              <a:gdLst>
                <a:gd name="T0" fmla="*/ 0 w 38"/>
                <a:gd name="T1" fmla="*/ 12 h 16"/>
                <a:gd name="T2" fmla="*/ 143 w 38"/>
                <a:gd name="T3" fmla="*/ 0 h 16"/>
                <a:gd name="T4" fmla="*/ 0 w 38"/>
                <a:gd name="T5" fmla="*/ 12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16">
                  <a:moveTo>
                    <a:pt x="0" y="3"/>
                  </a:moveTo>
                  <a:cubicBezTo>
                    <a:pt x="0" y="3"/>
                    <a:pt x="18" y="16"/>
                    <a:pt x="38" y="0"/>
                  </a:cubicBezTo>
                  <a:cubicBezTo>
                    <a:pt x="38" y="0"/>
                    <a:pt x="22" y="11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094" name="Freeform 773">
              <a:extLst>
                <a:ext uri="{FF2B5EF4-FFF2-40B4-BE49-F238E27FC236}">
                  <a16:creationId xmlns:a16="http://schemas.microsoft.com/office/drawing/2014/main" id="{CF267265-434C-4AF4-8209-5096A12A2FC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7" y="1571"/>
              <a:ext cx="10" cy="46"/>
            </a:xfrm>
            <a:custGeom>
              <a:avLst/>
              <a:gdLst>
                <a:gd name="T0" fmla="*/ 28 w 6"/>
                <a:gd name="T1" fmla="*/ 109 h 30"/>
                <a:gd name="T2" fmla="*/ 0 w 6"/>
                <a:gd name="T3" fmla="*/ 0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0">
                  <a:moveTo>
                    <a:pt x="6" y="30"/>
                  </a:moveTo>
                  <a:cubicBezTo>
                    <a:pt x="6" y="21"/>
                    <a:pt x="5" y="8"/>
                    <a:pt x="0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095" name="Freeform 774">
              <a:extLst>
                <a:ext uri="{FF2B5EF4-FFF2-40B4-BE49-F238E27FC236}">
                  <a16:creationId xmlns:a16="http://schemas.microsoft.com/office/drawing/2014/main" id="{F0963C73-5647-4AA3-9CA4-C6FD21B3EB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1" y="1543"/>
              <a:ext cx="10" cy="49"/>
            </a:xfrm>
            <a:custGeom>
              <a:avLst/>
              <a:gdLst>
                <a:gd name="T0" fmla="*/ 8 w 6"/>
                <a:gd name="T1" fmla="*/ 115 h 32"/>
                <a:gd name="T2" fmla="*/ 5 w 6"/>
                <a:gd name="T3" fmla="*/ 67 h 32"/>
                <a:gd name="T4" fmla="*/ 28 w 6"/>
                <a:gd name="T5" fmla="*/ 0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32">
                  <a:moveTo>
                    <a:pt x="2" y="32"/>
                  </a:moveTo>
                  <a:cubicBezTo>
                    <a:pt x="0" y="29"/>
                    <a:pt x="1" y="23"/>
                    <a:pt x="1" y="19"/>
                  </a:cubicBezTo>
                  <a:cubicBezTo>
                    <a:pt x="1" y="13"/>
                    <a:pt x="1" y="5"/>
                    <a:pt x="6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096" name="Freeform 775">
              <a:extLst>
                <a:ext uri="{FF2B5EF4-FFF2-40B4-BE49-F238E27FC236}">
                  <a16:creationId xmlns:a16="http://schemas.microsoft.com/office/drawing/2014/main" id="{1BC5092E-1134-45A4-AF49-54771291C0A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0" y="732"/>
              <a:ext cx="187" cy="331"/>
            </a:xfrm>
            <a:custGeom>
              <a:avLst/>
              <a:gdLst>
                <a:gd name="T0" fmla="*/ 447 w 121"/>
                <a:gd name="T1" fmla="*/ 135 h 214"/>
                <a:gd name="T2" fmla="*/ 249 w 121"/>
                <a:gd name="T3" fmla="*/ 201 h 214"/>
                <a:gd name="T4" fmla="*/ 122 w 121"/>
                <a:gd name="T5" fmla="*/ 380 h 214"/>
                <a:gd name="T6" fmla="*/ 110 w 121"/>
                <a:gd name="T7" fmla="*/ 609 h 214"/>
                <a:gd name="T8" fmla="*/ 114 w 121"/>
                <a:gd name="T9" fmla="*/ 704 h 214"/>
                <a:gd name="T10" fmla="*/ 127 w 121"/>
                <a:gd name="T11" fmla="*/ 787 h 214"/>
                <a:gd name="T12" fmla="*/ 128 w 121"/>
                <a:gd name="T13" fmla="*/ 792 h 214"/>
                <a:gd name="T14" fmla="*/ 19 w 121"/>
                <a:gd name="T15" fmla="*/ 569 h 214"/>
                <a:gd name="T16" fmla="*/ 40 w 121"/>
                <a:gd name="T17" fmla="*/ 271 h 214"/>
                <a:gd name="T18" fmla="*/ 215 w 121"/>
                <a:gd name="T19" fmla="*/ 87 h 214"/>
                <a:gd name="T20" fmla="*/ 311 w 121"/>
                <a:gd name="T21" fmla="*/ 45 h 214"/>
                <a:gd name="T22" fmla="*/ 406 w 121"/>
                <a:gd name="T23" fmla="*/ 0 h 214"/>
                <a:gd name="T24" fmla="*/ 433 w 121"/>
                <a:gd name="T25" fmla="*/ 130 h 21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21" h="214">
                  <a:moveTo>
                    <a:pt x="121" y="36"/>
                  </a:moveTo>
                  <a:cubicBezTo>
                    <a:pt x="99" y="39"/>
                    <a:pt x="86" y="41"/>
                    <a:pt x="67" y="54"/>
                  </a:cubicBezTo>
                  <a:cubicBezTo>
                    <a:pt x="49" y="65"/>
                    <a:pt x="37" y="83"/>
                    <a:pt x="33" y="103"/>
                  </a:cubicBezTo>
                  <a:cubicBezTo>
                    <a:pt x="28" y="124"/>
                    <a:pt x="30" y="144"/>
                    <a:pt x="30" y="165"/>
                  </a:cubicBezTo>
                  <a:cubicBezTo>
                    <a:pt x="30" y="173"/>
                    <a:pt x="30" y="181"/>
                    <a:pt x="31" y="190"/>
                  </a:cubicBezTo>
                  <a:cubicBezTo>
                    <a:pt x="31" y="193"/>
                    <a:pt x="35" y="213"/>
                    <a:pt x="34" y="213"/>
                  </a:cubicBezTo>
                  <a:cubicBezTo>
                    <a:pt x="35" y="213"/>
                    <a:pt x="35" y="214"/>
                    <a:pt x="35" y="214"/>
                  </a:cubicBezTo>
                  <a:cubicBezTo>
                    <a:pt x="25" y="194"/>
                    <a:pt x="11" y="178"/>
                    <a:pt x="5" y="154"/>
                  </a:cubicBezTo>
                  <a:cubicBezTo>
                    <a:pt x="0" y="130"/>
                    <a:pt x="0" y="96"/>
                    <a:pt x="11" y="73"/>
                  </a:cubicBezTo>
                  <a:cubicBezTo>
                    <a:pt x="21" y="53"/>
                    <a:pt x="37" y="32"/>
                    <a:pt x="58" y="23"/>
                  </a:cubicBezTo>
                  <a:cubicBezTo>
                    <a:pt x="67" y="19"/>
                    <a:pt x="76" y="17"/>
                    <a:pt x="84" y="12"/>
                  </a:cubicBezTo>
                  <a:cubicBezTo>
                    <a:pt x="92" y="8"/>
                    <a:pt x="101" y="0"/>
                    <a:pt x="110" y="0"/>
                  </a:cubicBezTo>
                  <a:cubicBezTo>
                    <a:pt x="115" y="10"/>
                    <a:pt x="117" y="24"/>
                    <a:pt x="117" y="35"/>
                  </a:cubicBezTo>
                </a:path>
              </a:pathLst>
            </a:custGeom>
            <a:solidFill>
              <a:srgbClr val="F299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097" name="Freeform 776">
              <a:extLst>
                <a:ext uri="{FF2B5EF4-FFF2-40B4-BE49-F238E27FC236}">
                  <a16:creationId xmlns:a16="http://schemas.microsoft.com/office/drawing/2014/main" id="{D075F777-E140-4866-946E-8915BBBC614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1" y="729"/>
              <a:ext cx="240" cy="263"/>
            </a:xfrm>
            <a:custGeom>
              <a:avLst/>
              <a:gdLst>
                <a:gd name="T0" fmla="*/ 0 w 155"/>
                <a:gd name="T1" fmla="*/ 5 h 170"/>
                <a:gd name="T2" fmla="*/ 22 w 155"/>
                <a:gd name="T3" fmla="*/ 141 h 170"/>
                <a:gd name="T4" fmla="*/ 218 w 155"/>
                <a:gd name="T5" fmla="*/ 144 h 170"/>
                <a:gd name="T6" fmla="*/ 401 w 155"/>
                <a:gd name="T7" fmla="*/ 257 h 170"/>
                <a:gd name="T8" fmla="*/ 508 w 155"/>
                <a:gd name="T9" fmla="*/ 446 h 170"/>
                <a:gd name="T10" fmla="*/ 547 w 155"/>
                <a:gd name="T11" fmla="*/ 630 h 170"/>
                <a:gd name="T12" fmla="*/ 556 w 155"/>
                <a:gd name="T13" fmla="*/ 385 h 170"/>
                <a:gd name="T14" fmla="*/ 455 w 155"/>
                <a:gd name="T15" fmla="*/ 150 h 170"/>
                <a:gd name="T16" fmla="*/ 88 w 155"/>
                <a:gd name="T17" fmla="*/ 8 h 170"/>
                <a:gd name="T18" fmla="*/ 12 w 155"/>
                <a:gd name="T19" fmla="*/ 12 h 17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55" h="170">
                  <a:moveTo>
                    <a:pt x="0" y="1"/>
                  </a:moveTo>
                  <a:cubicBezTo>
                    <a:pt x="3" y="13"/>
                    <a:pt x="7" y="25"/>
                    <a:pt x="6" y="38"/>
                  </a:cubicBezTo>
                  <a:cubicBezTo>
                    <a:pt x="24" y="39"/>
                    <a:pt x="41" y="34"/>
                    <a:pt x="59" y="39"/>
                  </a:cubicBezTo>
                  <a:cubicBezTo>
                    <a:pt x="77" y="44"/>
                    <a:pt x="95" y="57"/>
                    <a:pt x="108" y="69"/>
                  </a:cubicBezTo>
                  <a:cubicBezTo>
                    <a:pt x="121" y="81"/>
                    <a:pt x="132" y="103"/>
                    <a:pt x="137" y="120"/>
                  </a:cubicBezTo>
                  <a:cubicBezTo>
                    <a:pt x="141" y="135"/>
                    <a:pt x="148" y="154"/>
                    <a:pt x="147" y="170"/>
                  </a:cubicBezTo>
                  <a:cubicBezTo>
                    <a:pt x="155" y="154"/>
                    <a:pt x="154" y="122"/>
                    <a:pt x="150" y="104"/>
                  </a:cubicBezTo>
                  <a:cubicBezTo>
                    <a:pt x="146" y="82"/>
                    <a:pt x="136" y="60"/>
                    <a:pt x="123" y="41"/>
                  </a:cubicBezTo>
                  <a:cubicBezTo>
                    <a:pt x="101" y="7"/>
                    <a:pt x="62" y="0"/>
                    <a:pt x="24" y="2"/>
                  </a:cubicBezTo>
                  <a:cubicBezTo>
                    <a:pt x="17" y="2"/>
                    <a:pt x="10" y="3"/>
                    <a:pt x="3" y="3"/>
                  </a:cubicBezTo>
                </a:path>
              </a:pathLst>
            </a:custGeom>
            <a:solidFill>
              <a:srgbClr val="F299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098" name="Freeform 777">
              <a:extLst>
                <a:ext uri="{FF2B5EF4-FFF2-40B4-BE49-F238E27FC236}">
                  <a16:creationId xmlns:a16="http://schemas.microsoft.com/office/drawing/2014/main" id="{141A6BA9-9DF7-48B0-81A5-9FD743EA09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7" y="728"/>
              <a:ext cx="169" cy="174"/>
            </a:xfrm>
            <a:custGeom>
              <a:avLst/>
              <a:gdLst>
                <a:gd name="T0" fmla="*/ 406 w 109"/>
                <a:gd name="T1" fmla="*/ 12 h 113"/>
                <a:gd name="T2" fmla="*/ 332 w 109"/>
                <a:gd name="T3" fmla="*/ 5 h 113"/>
                <a:gd name="T4" fmla="*/ 250 w 109"/>
                <a:gd name="T5" fmla="*/ 26 h 113"/>
                <a:gd name="T6" fmla="*/ 293 w 109"/>
                <a:gd name="T7" fmla="*/ 26 h 113"/>
                <a:gd name="T8" fmla="*/ 144 w 109"/>
                <a:gd name="T9" fmla="*/ 83 h 113"/>
                <a:gd name="T10" fmla="*/ 211 w 109"/>
                <a:gd name="T11" fmla="*/ 69 h 113"/>
                <a:gd name="T12" fmla="*/ 34 w 109"/>
                <a:gd name="T13" fmla="*/ 197 h 113"/>
                <a:gd name="T14" fmla="*/ 82 w 109"/>
                <a:gd name="T15" fmla="*/ 162 h 113"/>
                <a:gd name="T16" fmla="*/ 14 w 109"/>
                <a:gd name="T17" fmla="*/ 259 h 113"/>
                <a:gd name="T18" fmla="*/ 5 w 109"/>
                <a:gd name="T19" fmla="*/ 413 h 113"/>
                <a:gd name="T20" fmla="*/ 361 w 109"/>
                <a:gd name="T21" fmla="*/ 54 h 11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09" h="113">
                  <a:moveTo>
                    <a:pt x="109" y="3"/>
                  </a:moveTo>
                  <a:cubicBezTo>
                    <a:pt x="102" y="3"/>
                    <a:pt x="96" y="0"/>
                    <a:pt x="89" y="1"/>
                  </a:cubicBezTo>
                  <a:cubicBezTo>
                    <a:pt x="82" y="1"/>
                    <a:pt x="73" y="5"/>
                    <a:pt x="67" y="7"/>
                  </a:cubicBezTo>
                  <a:cubicBezTo>
                    <a:pt x="71" y="7"/>
                    <a:pt x="75" y="7"/>
                    <a:pt x="79" y="7"/>
                  </a:cubicBezTo>
                  <a:cubicBezTo>
                    <a:pt x="69" y="7"/>
                    <a:pt x="45" y="15"/>
                    <a:pt x="39" y="23"/>
                  </a:cubicBezTo>
                  <a:cubicBezTo>
                    <a:pt x="44" y="21"/>
                    <a:pt x="51" y="19"/>
                    <a:pt x="57" y="19"/>
                  </a:cubicBezTo>
                  <a:cubicBezTo>
                    <a:pt x="39" y="25"/>
                    <a:pt x="19" y="39"/>
                    <a:pt x="9" y="54"/>
                  </a:cubicBezTo>
                  <a:cubicBezTo>
                    <a:pt x="12" y="50"/>
                    <a:pt x="17" y="46"/>
                    <a:pt x="22" y="44"/>
                  </a:cubicBezTo>
                  <a:cubicBezTo>
                    <a:pt x="16" y="53"/>
                    <a:pt x="8" y="60"/>
                    <a:pt x="4" y="71"/>
                  </a:cubicBezTo>
                  <a:cubicBezTo>
                    <a:pt x="0" y="85"/>
                    <a:pt x="1" y="99"/>
                    <a:pt x="1" y="113"/>
                  </a:cubicBezTo>
                  <a:cubicBezTo>
                    <a:pt x="14" y="67"/>
                    <a:pt x="59" y="37"/>
                    <a:pt x="97" y="15"/>
                  </a:cubicBezTo>
                </a:path>
              </a:pathLst>
            </a:custGeom>
            <a:solidFill>
              <a:srgbClr val="F299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099" name="Freeform 778">
              <a:extLst>
                <a:ext uri="{FF2B5EF4-FFF2-40B4-BE49-F238E27FC236}">
                  <a16:creationId xmlns:a16="http://schemas.microsoft.com/office/drawing/2014/main" id="{A502A9FD-945F-49E3-9B90-564B38C6C6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3" y="722"/>
              <a:ext cx="243" cy="236"/>
            </a:xfrm>
            <a:custGeom>
              <a:avLst/>
              <a:gdLst>
                <a:gd name="T0" fmla="*/ 0 w 157"/>
                <a:gd name="T1" fmla="*/ 26 h 153"/>
                <a:gd name="T2" fmla="*/ 167 w 157"/>
                <a:gd name="T3" fmla="*/ 0 h 153"/>
                <a:gd name="T4" fmla="*/ 122 w 157"/>
                <a:gd name="T5" fmla="*/ 19 h 153"/>
                <a:gd name="T6" fmla="*/ 347 w 157"/>
                <a:gd name="T7" fmla="*/ 35 h 153"/>
                <a:gd name="T8" fmla="*/ 285 w 157"/>
                <a:gd name="T9" fmla="*/ 35 h 153"/>
                <a:gd name="T10" fmla="*/ 474 w 157"/>
                <a:gd name="T11" fmla="*/ 162 h 153"/>
                <a:gd name="T12" fmla="*/ 432 w 157"/>
                <a:gd name="T13" fmla="*/ 136 h 153"/>
                <a:gd name="T14" fmla="*/ 560 w 157"/>
                <a:gd name="T15" fmla="*/ 350 h 153"/>
                <a:gd name="T16" fmla="*/ 548 w 157"/>
                <a:gd name="T17" fmla="*/ 561 h 153"/>
                <a:gd name="T18" fmla="*/ 393 w 157"/>
                <a:gd name="T19" fmla="*/ 205 h 153"/>
                <a:gd name="T20" fmla="*/ 263 w 157"/>
                <a:gd name="T21" fmla="*/ 100 h 153"/>
                <a:gd name="T22" fmla="*/ 136 w 157"/>
                <a:gd name="T23" fmla="*/ 52 h 153"/>
                <a:gd name="T24" fmla="*/ 45 w 157"/>
                <a:gd name="T25" fmla="*/ 35 h 15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57" h="153">
                  <a:moveTo>
                    <a:pt x="0" y="7"/>
                  </a:moveTo>
                  <a:cubicBezTo>
                    <a:pt x="15" y="2"/>
                    <a:pt x="29" y="0"/>
                    <a:pt x="45" y="0"/>
                  </a:cubicBezTo>
                  <a:cubicBezTo>
                    <a:pt x="42" y="1"/>
                    <a:pt x="35" y="4"/>
                    <a:pt x="33" y="5"/>
                  </a:cubicBezTo>
                  <a:cubicBezTo>
                    <a:pt x="52" y="0"/>
                    <a:pt x="75" y="0"/>
                    <a:pt x="94" y="10"/>
                  </a:cubicBezTo>
                  <a:cubicBezTo>
                    <a:pt x="88" y="10"/>
                    <a:pt x="80" y="10"/>
                    <a:pt x="77" y="10"/>
                  </a:cubicBezTo>
                  <a:cubicBezTo>
                    <a:pt x="99" y="8"/>
                    <a:pt x="117" y="28"/>
                    <a:pt x="128" y="44"/>
                  </a:cubicBezTo>
                  <a:cubicBezTo>
                    <a:pt x="124" y="41"/>
                    <a:pt x="121" y="38"/>
                    <a:pt x="116" y="37"/>
                  </a:cubicBezTo>
                  <a:cubicBezTo>
                    <a:pt x="135" y="41"/>
                    <a:pt x="146" y="79"/>
                    <a:pt x="151" y="95"/>
                  </a:cubicBezTo>
                  <a:cubicBezTo>
                    <a:pt x="155" y="112"/>
                    <a:pt x="157" y="137"/>
                    <a:pt x="148" y="153"/>
                  </a:cubicBezTo>
                  <a:cubicBezTo>
                    <a:pt x="137" y="119"/>
                    <a:pt x="129" y="85"/>
                    <a:pt x="106" y="56"/>
                  </a:cubicBezTo>
                  <a:cubicBezTo>
                    <a:pt x="97" y="43"/>
                    <a:pt x="84" y="35"/>
                    <a:pt x="71" y="27"/>
                  </a:cubicBezTo>
                  <a:cubicBezTo>
                    <a:pt x="59" y="21"/>
                    <a:pt x="49" y="17"/>
                    <a:pt x="37" y="14"/>
                  </a:cubicBezTo>
                  <a:cubicBezTo>
                    <a:pt x="29" y="12"/>
                    <a:pt x="20" y="12"/>
                    <a:pt x="12" y="10"/>
                  </a:cubicBezTo>
                </a:path>
              </a:pathLst>
            </a:custGeom>
            <a:solidFill>
              <a:srgbClr val="F299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100" name="Freeform 779">
              <a:extLst>
                <a:ext uri="{FF2B5EF4-FFF2-40B4-BE49-F238E27FC236}">
                  <a16:creationId xmlns:a16="http://schemas.microsoft.com/office/drawing/2014/main" id="{BDF79265-51C7-41BF-8343-1AD7721EDDC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9" y="720"/>
              <a:ext cx="42" cy="70"/>
            </a:xfrm>
            <a:custGeom>
              <a:avLst/>
              <a:gdLst>
                <a:gd name="T0" fmla="*/ 61 w 27"/>
                <a:gd name="T1" fmla="*/ 30 h 45"/>
                <a:gd name="T2" fmla="*/ 101 w 27"/>
                <a:gd name="T3" fmla="*/ 5 h 45"/>
                <a:gd name="T4" fmla="*/ 73 w 27"/>
                <a:gd name="T5" fmla="*/ 8 h 45"/>
                <a:gd name="T6" fmla="*/ 53 w 27"/>
                <a:gd name="T7" fmla="*/ 22 h 45"/>
                <a:gd name="T8" fmla="*/ 0 w 27"/>
                <a:gd name="T9" fmla="*/ 12 h 45"/>
                <a:gd name="T10" fmla="*/ 22 w 27"/>
                <a:gd name="T11" fmla="*/ 26 h 45"/>
                <a:gd name="T12" fmla="*/ 26 w 27"/>
                <a:gd name="T13" fmla="*/ 48 h 45"/>
                <a:gd name="T14" fmla="*/ 39 w 27"/>
                <a:gd name="T15" fmla="*/ 135 h 45"/>
                <a:gd name="T16" fmla="*/ 47 w 27"/>
                <a:gd name="T17" fmla="*/ 157 h 45"/>
                <a:gd name="T18" fmla="*/ 61 w 27"/>
                <a:gd name="T19" fmla="*/ 162 h 45"/>
                <a:gd name="T20" fmla="*/ 95 w 27"/>
                <a:gd name="T21" fmla="*/ 156 h 45"/>
                <a:gd name="T22" fmla="*/ 90 w 27"/>
                <a:gd name="T23" fmla="*/ 117 h 45"/>
                <a:gd name="T24" fmla="*/ 82 w 27"/>
                <a:gd name="T25" fmla="*/ 68 h 45"/>
                <a:gd name="T26" fmla="*/ 82 w 27"/>
                <a:gd name="T27" fmla="*/ 39 h 45"/>
                <a:gd name="T28" fmla="*/ 79 w 27"/>
                <a:gd name="T29" fmla="*/ 26 h 45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7" h="45">
                  <a:moveTo>
                    <a:pt x="16" y="8"/>
                  </a:moveTo>
                  <a:cubicBezTo>
                    <a:pt x="15" y="6"/>
                    <a:pt x="25" y="1"/>
                    <a:pt x="27" y="1"/>
                  </a:cubicBezTo>
                  <a:cubicBezTo>
                    <a:pt x="24" y="0"/>
                    <a:pt x="21" y="2"/>
                    <a:pt x="19" y="2"/>
                  </a:cubicBezTo>
                  <a:cubicBezTo>
                    <a:pt x="17" y="3"/>
                    <a:pt x="15" y="4"/>
                    <a:pt x="14" y="6"/>
                  </a:cubicBezTo>
                  <a:cubicBezTo>
                    <a:pt x="10" y="4"/>
                    <a:pt x="4" y="2"/>
                    <a:pt x="0" y="3"/>
                  </a:cubicBezTo>
                  <a:cubicBezTo>
                    <a:pt x="2" y="4"/>
                    <a:pt x="4" y="4"/>
                    <a:pt x="6" y="7"/>
                  </a:cubicBezTo>
                  <a:cubicBezTo>
                    <a:pt x="7" y="9"/>
                    <a:pt x="6" y="11"/>
                    <a:pt x="7" y="13"/>
                  </a:cubicBezTo>
                  <a:cubicBezTo>
                    <a:pt x="7" y="21"/>
                    <a:pt x="10" y="28"/>
                    <a:pt x="10" y="36"/>
                  </a:cubicBezTo>
                  <a:cubicBezTo>
                    <a:pt x="11" y="37"/>
                    <a:pt x="10" y="41"/>
                    <a:pt x="12" y="42"/>
                  </a:cubicBezTo>
                  <a:cubicBezTo>
                    <a:pt x="12" y="43"/>
                    <a:pt x="15" y="43"/>
                    <a:pt x="16" y="43"/>
                  </a:cubicBezTo>
                  <a:cubicBezTo>
                    <a:pt x="18" y="44"/>
                    <a:pt x="24" y="45"/>
                    <a:pt x="25" y="41"/>
                  </a:cubicBezTo>
                  <a:cubicBezTo>
                    <a:pt x="26" y="38"/>
                    <a:pt x="24" y="34"/>
                    <a:pt x="24" y="31"/>
                  </a:cubicBezTo>
                  <a:cubicBezTo>
                    <a:pt x="23" y="26"/>
                    <a:pt x="23" y="22"/>
                    <a:pt x="22" y="18"/>
                  </a:cubicBezTo>
                  <a:cubicBezTo>
                    <a:pt x="22" y="15"/>
                    <a:pt x="22" y="12"/>
                    <a:pt x="22" y="10"/>
                  </a:cubicBezTo>
                  <a:cubicBezTo>
                    <a:pt x="22" y="8"/>
                    <a:pt x="22" y="7"/>
                    <a:pt x="21" y="7"/>
                  </a:cubicBezTo>
                </a:path>
              </a:pathLst>
            </a:custGeom>
            <a:solidFill>
              <a:srgbClr val="F299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101" name="Freeform 780">
              <a:extLst>
                <a:ext uri="{FF2B5EF4-FFF2-40B4-BE49-F238E27FC236}">
                  <a16:creationId xmlns:a16="http://schemas.microsoft.com/office/drawing/2014/main" id="{1459E60D-398B-4D91-A494-F8171A6DA3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4" y="782"/>
              <a:ext cx="115" cy="201"/>
            </a:xfrm>
            <a:custGeom>
              <a:avLst/>
              <a:gdLst>
                <a:gd name="T0" fmla="*/ 0 w 74"/>
                <a:gd name="T1" fmla="*/ 34 h 130"/>
                <a:gd name="T2" fmla="*/ 89 w 74"/>
                <a:gd name="T3" fmla="*/ 122 h 130"/>
                <a:gd name="T4" fmla="*/ 154 w 74"/>
                <a:gd name="T5" fmla="*/ 250 h 130"/>
                <a:gd name="T6" fmla="*/ 135 w 74"/>
                <a:gd name="T7" fmla="*/ 209 h 130"/>
                <a:gd name="T8" fmla="*/ 214 w 74"/>
                <a:gd name="T9" fmla="*/ 332 h 130"/>
                <a:gd name="T10" fmla="*/ 204 w 74"/>
                <a:gd name="T11" fmla="*/ 292 h 130"/>
                <a:gd name="T12" fmla="*/ 239 w 74"/>
                <a:gd name="T13" fmla="*/ 387 h 130"/>
                <a:gd name="T14" fmla="*/ 266 w 74"/>
                <a:gd name="T15" fmla="*/ 481 h 130"/>
                <a:gd name="T16" fmla="*/ 225 w 74"/>
                <a:gd name="T17" fmla="*/ 210 h 130"/>
                <a:gd name="T18" fmla="*/ 8 w 74"/>
                <a:gd name="T19" fmla="*/ 0 h 130"/>
                <a:gd name="T20" fmla="*/ 14 w 74"/>
                <a:gd name="T21" fmla="*/ 0 h 13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4" h="130">
                  <a:moveTo>
                    <a:pt x="0" y="9"/>
                  </a:moveTo>
                  <a:cubicBezTo>
                    <a:pt x="4" y="18"/>
                    <a:pt x="18" y="24"/>
                    <a:pt x="24" y="33"/>
                  </a:cubicBezTo>
                  <a:cubicBezTo>
                    <a:pt x="29" y="43"/>
                    <a:pt x="39" y="57"/>
                    <a:pt x="41" y="68"/>
                  </a:cubicBezTo>
                  <a:cubicBezTo>
                    <a:pt x="40" y="66"/>
                    <a:pt x="37" y="60"/>
                    <a:pt x="36" y="56"/>
                  </a:cubicBezTo>
                  <a:cubicBezTo>
                    <a:pt x="45" y="65"/>
                    <a:pt x="54" y="77"/>
                    <a:pt x="57" y="90"/>
                  </a:cubicBezTo>
                  <a:cubicBezTo>
                    <a:pt x="57" y="86"/>
                    <a:pt x="56" y="82"/>
                    <a:pt x="54" y="79"/>
                  </a:cubicBezTo>
                  <a:cubicBezTo>
                    <a:pt x="58" y="88"/>
                    <a:pt x="61" y="96"/>
                    <a:pt x="64" y="105"/>
                  </a:cubicBezTo>
                  <a:cubicBezTo>
                    <a:pt x="66" y="112"/>
                    <a:pt x="66" y="125"/>
                    <a:pt x="71" y="130"/>
                  </a:cubicBezTo>
                  <a:cubicBezTo>
                    <a:pt x="74" y="106"/>
                    <a:pt x="70" y="80"/>
                    <a:pt x="60" y="57"/>
                  </a:cubicBezTo>
                  <a:cubicBezTo>
                    <a:pt x="49" y="35"/>
                    <a:pt x="27" y="4"/>
                    <a:pt x="2" y="0"/>
                  </a:cubicBezTo>
                  <a:cubicBezTo>
                    <a:pt x="2" y="0"/>
                    <a:pt x="3" y="0"/>
                    <a:pt x="4" y="0"/>
                  </a:cubicBezTo>
                </a:path>
              </a:pathLst>
            </a:custGeom>
            <a:solidFill>
              <a:srgbClr val="F299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102" name="Freeform 781">
              <a:extLst>
                <a:ext uri="{FF2B5EF4-FFF2-40B4-BE49-F238E27FC236}">
                  <a16:creationId xmlns:a16="http://schemas.microsoft.com/office/drawing/2014/main" id="{F2B07975-F0EB-49BD-99C4-800112CFFE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0" y="800"/>
              <a:ext cx="98" cy="164"/>
            </a:xfrm>
            <a:custGeom>
              <a:avLst/>
              <a:gdLst>
                <a:gd name="T0" fmla="*/ 0 w 63"/>
                <a:gd name="T1" fmla="*/ 0 h 106"/>
                <a:gd name="T2" fmla="*/ 61 w 63"/>
                <a:gd name="T3" fmla="*/ 74 h 106"/>
                <a:gd name="T4" fmla="*/ 96 w 63"/>
                <a:gd name="T5" fmla="*/ 150 h 106"/>
                <a:gd name="T6" fmla="*/ 90 w 63"/>
                <a:gd name="T7" fmla="*/ 127 h 106"/>
                <a:gd name="T8" fmla="*/ 90 w 63"/>
                <a:gd name="T9" fmla="*/ 127 h 106"/>
                <a:gd name="T10" fmla="*/ 96 w 63"/>
                <a:gd name="T11" fmla="*/ 130 h 106"/>
                <a:gd name="T12" fmla="*/ 165 w 63"/>
                <a:gd name="T13" fmla="*/ 263 h 106"/>
                <a:gd name="T14" fmla="*/ 157 w 63"/>
                <a:gd name="T15" fmla="*/ 232 h 106"/>
                <a:gd name="T16" fmla="*/ 208 w 63"/>
                <a:gd name="T17" fmla="*/ 357 h 106"/>
                <a:gd name="T18" fmla="*/ 208 w 63"/>
                <a:gd name="T19" fmla="*/ 345 h 106"/>
                <a:gd name="T20" fmla="*/ 226 w 63"/>
                <a:gd name="T21" fmla="*/ 393 h 106"/>
                <a:gd name="T22" fmla="*/ 222 w 63"/>
                <a:gd name="T23" fmla="*/ 231 h 106"/>
                <a:gd name="T24" fmla="*/ 174 w 63"/>
                <a:gd name="T25" fmla="*/ 122 h 106"/>
                <a:gd name="T26" fmla="*/ 106 w 63"/>
                <a:gd name="T27" fmla="*/ 26 h 10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63" h="106">
                  <a:moveTo>
                    <a:pt x="0" y="0"/>
                  </a:moveTo>
                  <a:cubicBezTo>
                    <a:pt x="6" y="6"/>
                    <a:pt x="13" y="12"/>
                    <a:pt x="16" y="20"/>
                  </a:cubicBezTo>
                  <a:cubicBezTo>
                    <a:pt x="20" y="26"/>
                    <a:pt x="21" y="36"/>
                    <a:pt x="26" y="41"/>
                  </a:cubicBezTo>
                  <a:cubicBezTo>
                    <a:pt x="25" y="39"/>
                    <a:pt x="25" y="36"/>
                    <a:pt x="24" y="34"/>
                  </a:cubicBezTo>
                  <a:cubicBezTo>
                    <a:pt x="24" y="34"/>
                    <a:pt x="24" y="34"/>
                    <a:pt x="24" y="34"/>
                  </a:cubicBezTo>
                  <a:cubicBezTo>
                    <a:pt x="25" y="35"/>
                    <a:pt x="25" y="35"/>
                    <a:pt x="26" y="35"/>
                  </a:cubicBezTo>
                  <a:cubicBezTo>
                    <a:pt x="30" y="48"/>
                    <a:pt x="37" y="58"/>
                    <a:pt x="44" y="71"/>
                  </a:cubicBezTo>
                  <a:cubicBezTo>
                    <a:pt x="43" y="68"/>
                    <a:pt x="43" y="65"/>
                    <a:pt x="42" y="63"/>
                  </a:cubicBezTo>
                  <a:cubicBezTo>
                    <a:pt x="49" y="73"/>
                    <a:pt x="51" y="85"/>
                    <a:pt x="55" y="96"/>
                  </a:cubicBezTo>
                  <a:cubicBezTo>
                    <a:pt x="55" y="95"/>
                    <a:pt x="55" y="94"/>
                    <a:pt x="55" y="93"/>
                  </a:cubicBezTo>
                  <a:cubicBezTo>
                    <a:pt x="58" y="97"/>
                    <a:pt x="58" y="101"/>
                    <a:pt x="60" y="106"/>
                  </a:cubicBezTo>
                  <a:cubicBezTo>
                    <a:pt x="60" y="91"/>
                    <a:pt x="63" y="78"/>
                    <a:pt x="59" y="62"/>
                  </a:cubicBezTo>
                  <a:cubicBezTo>
                    <a:pt x="57" y="51"/>
                    <a:pt x="52" y="42"/>
                    <a:pt x="46" y="33"/>
                  </a:cubicBezTo>
                  <a:cubicBezTo>
                    <a:pt x="41" y="25"/>
                    <a:pt x="35" y="12"/>
                    <a:pt x="28" y="7"/>
                  </a:cubicBezTo>
                </a:path>
              </a:pathLst>
            </a:custGeom>
            <a:solidFill>
              <a:srgbClr val="F299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103" name="Freeform 782">
              <a:extLst>
                <a:ext uri="{FF2B5EF4-FFF2-40B4-BE49-F238E27FC236}">
                  <a16:creationId xmlns:a16="http://schemas.microsoft.com/office/drawing/2014/main" id="{156541C1-0F10-419E-9E43-95327222FF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3" y="847"/>
              <a:ext cx="99" cy="273"/>
            </a:xfrm>
            <a:custGeom>
              <a:avLst/>
              <a:gdLst>
                <a:gd name="T0" fmla="*/ 77 w 64"/>
                <a:gd name="T1" fmla="*/ 0 h 177"/>
                <a:gd name="T2" fmla="*/ 45 w 64"/>
                <a:gd name="T3" fmla="*/ 407 h 177"/>
                <a:gd name="T4" fmla="*/ 77 w 64"/>
                <a:gd name="T5" fmla="*/ 364 h 177"/>
                <a:gd name="T6" fmla="*/ 48 w 64"/>
                <a:gd name="T7" fmla="*/ 501 h 177"/>
                <a:gd name="T8" fmla="*/ 82 w 64"/>
                <a:gd name="T9" fmla="*/ 461 h 177"/>
                <a:gd name="T10" fmla="*/ 53 w 64"/>
                <a:gd name="T11" fmla="*/ 591 h 177"/>
                <a:gd name="T12" fmla="*/ 108 w 64"/>
                <a:gd name="T13" fmla="*/ 561 h 177"/>
                <a:gd name="T14" fmla="*/ 114 w 64"/>
                <a:gd name="T15" fmla="*/ 649 h 177"/>
                <a:gd name="T16" fmla="*/ 122 w 64"/>
                <a:gd name="T17" fmla="*/ 242 h 17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4" h="177">
                  <a:moveTo>
                    <a:pt x="21" y="0"/>
                  </a:moveTo>
                  <a:cubicBezTo>
                    <a:pt x="0" y="35"/>
                    <a:pt x="25" y="76"/>
                    <a:pt x="12" y="111"/>
                  </a:cubicBezTo>
                  <a:cubicBezTo>
                    <a:pt x="16" y="108"/>
                    <a:pt x="18" y="103"/>
                    <a:pt x="21" y="99"/>
                  </a:cubicBezTo>
                  <a:cubicBezTo>
                    <a:pt x="22" y="113"/>
                    <a:pt x="17" y="124"/>
                    <a:pt x="13" y="137"/>
                  </a:cubicBezTo>
                  <a:cubicBezTo>
                    <a:pt x="17" y="135"/>
                    <a:pt x="20" y="130"/>
                    <a:pt x="22" y="126"/>
                  </a:cubicBezTo>
                  <a:cubicBezTo>
                    <a:pt x="22" y="136"/>
                    <a:pt x="16" y="153"/>
                    <a:pt x="14" y="161"/>
                  </a:cubicBezTo>
                  <a:cubicBezTo>
                    <a:pt x="18" y="158"/>
                    <a:pt x="27" y="157"/>
                    <a:pt x="29" y="153"/>
                  </a:cubicBezTo>
                  <a:cubicBezTo>
                    <a:pt x="29" y="161"/>
                    <a:pt x="31" y="169"/>
                    <a:pt x="31" y="177"/>
                  </a:cubicBezTo>
                  <a:cubicBezTo>
                    <a:pt x="64" y="146"/>
                    <a:pt x="41" y="103"/>
                    <a:pt x="33" y="66"/>
                  </a:cubicBezTo>
                </a:path>
              </a:pathLst>
            </a:custGeom>
            <a:solidFill>
              <a:srgbClr val="F299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104" name="Freeform 783">
              <a:extLst>
                <a:ext uri="{FF2B5EF4-FFF2-40B4-BE49-F238E27FC236}">
                  <a16:creationId xmlns:a16="http://schemas.microsoft.com/office/drawing/2014/main" id="{DA820242-3788-4A39-B460-8583BA85F1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5" y="854"/>
              <a:ext cx="84" cy="204"/>
            </a:xfrm>
            <a:custGeom>
              <a:avLst/>
              <a:gdLst>
                <a:gd name="T0" fmla="*/ 30 w 54"/>
                <a:gd name="T1" fmla="*/ 0 h 132"/>
                <a:gd name="T2" fmla="*/ 73 w 54"/>
                <a:gd name="T3" fmla="*/ 128 h 132"/>
                <a:gd name="T4" fmla="*/ 157 w 54"/>
                <a:gd name="T5" fmla="*/ 244 h 132"/>
                <a:gd name="T6" fmla="*/ 101 w 54"/>
                <a:gd name="T7" fmla="*/ 229 h 132"/>
                <a:gd name="T8" fmla="*/ 204 w 54"/>
                <a:gd name="T9" fmla="*/ 371 h 132"/>
                <a:gd name="T10" fmla="*/ 121 w 54"/>
                <a:gd name="T11" fmla="*/ 325 h 132"/>
                <a:gd name="T12" fmla="*/ 149 w 54"/>
                <a:gd name="T13" fmla="*/ 391 h 132"/>
                <a:gd name="T14" fmla="*/ 90 w 54"/>
                <a:gd name="T15" fmla="*/ 371 h 132"/>
                <a:gd name="T16" fmla="*/ 121 w 54"/>
                <a:gd name="T17" fmla="*/ 487 h 132"/>
                <a:gd name="T18" fmla="*/ 56 w 54"/>
                <a:gd name="T19" fmla="*/ 411 h 132"/>
                <a:gd name="T20" fmla="*/ 61 w 54"/>
                <a:gd name="T21" fmla="*/ 481 h 132"/>
                <a:gd name="T22" fmla="*/ 12 w 54"/>
                <a:gd name="T23" fmla="*/ 87 h 13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4" h="132">
                  <a:moveTo>
                    <a:pt x="8" y="0"/>
                  </a:moveTo>
                  <a:cubicBezTo>
                    <a:pt x="16" y="9"/>
                    <a:pt x="16" y="24"/>
                    <a:pt x="19" y="35"/>
                  </a:cubicBezTo>
                  <a:cubicBezTo>
                    <a:pt x="23" y="47"/>
                    <a:pt x="32" y="58"/>
                    <a:pt x="42" y="66"/>
                  </a:cubicBezTo>
                  <a:cubicBezTo>
                    <a:pt x="36" y="67"/>
                    <a:pt x="32" y="64"/>
                    <a:pt x="27" y="62"/>
                  </a:cubicBezTo>
                  <a:cubicBezTo>
                    <a:pt x="32" y="77"/>
                    <a:pt x="43" y="89"/>
                    <a:pt x="54" y="100"/>
                  </a:cubicBezTo>
                  <a:cubicBezTo>
                    <a:pt x="46" y="98"/>
                    <a:pt x="39" y="93"/>
                    <a:pt x="32" y="88"/>
                  </a:cubicBezTo>
                  <a:cubicBezTo>
                    <a:pt x="31" y="95"/>
                    <a:pt x="34" y="102"/>
                    <a:pt x="40" y="106"/>
                  </a:cubicBezTo>
                  <a:cubicBezTo>
                    <a:pt x="35" y="106"/>
                    <a:pt x="28" y="104"/>
                    <a:pt x="24" y="100"/>
                  </a:cubicBezTo>
                  <a:cubicBezTo>
                    <a:pt x="24" y="112"/>
                    <a:pt x="28" y="121"/>
                    <a:pt x="32" y="132"/>
                  </a:cubicBezTo>
                  <a:cubicBezTo>
                    <a:pt x="25" y="128"/>
                    <a:pt x="18" y="118"/>
                    <a:pt x="15" y="111"/>
                  </a:cubicBezTo>
                  <a:cubicBezTo>
                    <a:pt x="15" y="117"/>
                    <a:pt x="14" y="124"/>
                    <a:pt x="16" y="130"/>
                  </a:cubicBezTo>
                  <a:cubicBezTo>
                    <a:pt x="4" y="98"/>
                    <a:pt x="0" y="57"/>
                    <a:pt x="3" y="23"/>
                  </a:cubicBezTo>
                </a:path>
              </a:pathLst>
            </a:custGeom>
            <a:solidFill>
              <a:srgbClr val="F299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105" name="Freeform 784">
              <a:extLst>
                <a:ext uri="{FF2B5EF4-FFF2-40B4-BE49-F238E27FC236}">
                  <a16:creationId xmlns:a16="http://schemas.microsoft.com/office/drawing/2014/main" id="{40B61317-A714-41C7-AE43-A4B76DEC6E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1" y="924"/>
              <a:ext cx="56" cy="162"/>
            </a:xfrm>
            <a:custGeom>
              <a:avLst/>
              <a:gdLst>
                <a:gd name="T0" fmla="*/ 8 w 36"/>
                <a:gd name="T1" fmla="*/ 123 h 105"/>
                <a:gd name="T2" fmla="*/ 131 w 36"/>
                <a:gd name="T3" fmla="*/ 386 h 105"/>
                <a:gd name="T4" fmla="*/ 79 w 36"/>
                <a:gd name="T5" fmla="*/ 319 h 105"/>
                <a:gd name="T6" fmla="*/ 135 w 36"/>
                <a:gd name="T7" fmla="*/ 346 h 105"/>
                <a:gd name="T8" fmla="*/ 73 w 36"/>
                <a:gd name="T9" fmla="*/ 242 h 105"/>
                <a:gd name="T10" fmla="*/ 123 w 36"/>
                <a:gd name="T11" fmla="*/ 276 h 105"/>
                <a:gd name="T12" fmla="*/ 0 w 36"/>
                <a:gd name="T13" fmla="*/ 0 h 10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6" h="105">
                  <a:moveTo>
                    <a:pt x="2" y="34"/>
                  </a:moveTo>
                  <a:cubicBezTo>
                    <a:pt x="10" y="60"/>
                    <a:pt x="4" y="94"/>
                    <a:pt x="35" y="105"/>
                  </a:cubicBezTo>
                  <a:cubicBezTo>
                    <a:pt x="27" y="103"/>
                    <a:pt x="22" y="94"/>
                    <a:pt x="21" y="87"/>
                  </a:cubicBezTo>
                  <a:cubicBezTo>
                    <a:pt x="24" y="93"/>
                    <a:pt x="30" y="92"/>
                    <a:pt x="36" y="94"/>
                  </a:cubicBezTo>
                  <a:cubicBezTo>
                    <a:pt x="24" y="89"/>
                    <a:pt x="24" y="76"/>
                    <a:pt x="19" y="66"/>
                  </a:cubicBezTo>
                  <a:cubicBezTo>
                    <a:pt x="22" y="71"/>
                    <a:pt x="28" y="72"/>
                    <a:pt x="33" y="75"/>
                  </a:cubicBezTo>
                  <a:cubicBezTo>
                    <a:pt x="12" y="58"/>
                    <a:pt x="21" y="20"/>
                    <a:pt x="0" y="0"/>
                  </a:cubicBezTo>
                </a:path>
              </a:pathLst>
            </a:custGeom>
            <a:solidFill>
              <a:srgbClr val="F299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106" name="Freeform 785">
              <a:extLst>
                <a:ext uri="{FF2B5EF4-FFF2-40B4-BE49-F238E27FC236}">
                  <a16:creationId xmlns:a16="http://schemas.microsoft.com/office/drawing/2014/main" id="{476265A7-4CBD-4307-99E9-EBADCA3B72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6" y="976"/>
              <a:ext cx="53" cy="70"/>
            </a:xfrm>
            <a:custGeom>
              <a:avLst/>
              <a:gdLst>
                <a:gd name="T0" fmla="*/ 0 w 34"/>
                <a:gd name="T1" fmla="*/ 73 h 45"/>
                <a:gd name="T2" fmla="*/ 129 w 34"/>
                <a:gd name="T3" fmla="*/ 135 h 45"/>
                <a:gd name="T4" fmla="*/ 5 w 34"/>
                <a:gd name="T5" fmla="*/ 0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45">
                  <a:moveTo>
                    <a:pt x="0" y="19"/>
                  </a:moveTo>
                  <a:cubicBezTo>
                    <a:pt x="0" y="30"/>
                    <a:pt x="25" y="45"/>
                    <a:pt x="34" y="36"/>
                  </a:cubicBezTo>
                  <a:cubicBezTo>
                    <a:pt x="14" y="38"/>
                    <a:pt x="14" y="6"/>
                    <a:pt x="1" y="0"/>
                  </a:cubicBezTo>
                </a:path>
              </a:pathLst>
            </a:custGeom>
            <a:solidFill>
              <a:srgbClr val="F299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107" name="Freeform 786">
              <a:extLst>
                <a:ext uri="{FF2B5EF4-FFF2-40B4-BE49-F238E27FC236}">
                  <a16:creationId xmlns:a16="http://schemas.microsoft.com/office/drawing/2014/main" id="{9B20FDCD-2971-4F4E-A3EE-3DF2E76EF5C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7" y="1016"/>
              <a:ext cx="50" cy="51"/>
            </a:xfrm>
            <a:custGeom>
              <a:avLst/>
              <a:gdLst>
                <a:gd name="T0" fmla="*/ 0 w 32"/>
                <a:gd name="T1" fmla="*/ 0 h 33"/>
                <a:gd name="T2" fmla="*/ 122 w 32"/>
                <a:gd name="T3" fmla="*/ 96 h 33"/>
                <a:gd name="T4" fmla="*/ 0 w 32"/>
                <a:gd name="T5" fmla="*/ 66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33">
                  <a:moveTo>
                    <a:pt x="0" y="0"/>
                  </a:moveTo>
                  <a:cubicBezTo>
                    <a:pt x="4" y="11"/>
                    <a:pt x="19" y="28"/>
                    <a:pt x="32" y="26"/>
                  </a:cubicBezTo>
                  <a:cubicBezTo>
                    <a:pt x="25" y="33"/>
                    <a:pt x="0" y="27"/>
                    <a:pt x="0" y="18"/>
                  </a:cubicBezTo>
                </a:path>
              </a:pathLst>
            </a:custGeom>
            <a:solidFill>
              <a:srgbClr val="F299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108" name="Freeform 787">
              <a:extLst>
                <a:ext uri="{FF2B5EF4-FFF2-40B4-BE49-F238E27FC236}">
                  <a16:creationId xmlns:a16="http://schemas.microsoft.com/office/drawing/2014/main" id="{8A0E390F-2169-49D4-BC3D-0FCE8F8D247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5" y="972"/>
              <a:ext cx="62" cy="166"/>
            </a:xfrm>
            <a:custGeom>
              <a:avLst/>
              <a:gdLst>
                <a:gd name="T0" fmla="*/ 60 w 40"/>
                <a:gd name="T1" fmla="*/ 0 h 108"/>
                <a:gd name="T2" fmla="*/ 74 w 40"/>
                <a:gd name="T3" fmla="*/ 131 h 108"/>
                <a:gd name="T4" fmla="*/ 5 w 40"/>
                <a:gd name="T5" fmla="*/ 232 h 108"/>
                <a:gd name="T6" fmla="*/ 67 w 40"/>
                <a:gd name="T7" fmla="*/ 177 h 108"/>
                <a:gd name="T8" fmla="*/ 0 w 40"/>
                <a:gd name="T9" fmla="*/ 338 h 108"/>
                <a:gd name="T10" fmla="*/ 56 w 40"/>
                <a:gd name="T11" fmla="*/ 272 h 108"/>
                <a:gd name="T12" fmla="*/ 5 w 40"/>
                <a:gd name="T13" fmla="*/ 387 h 108"/>
                <a:gd name="T14" fmla="*/ 109 w 40"/>
                <a:gd name="T15" fmla="*/ 295 h 108"/>
                <a:gd name="T16" fmla="*/ 115 w 40"/>
                <a:gd name="T17" fmla="*/ 109 h 10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0" h="108">
                  <a:moveTo>
                    <a:pt x="16" y="0"/>
                  </a:moveTo>
                  <a:cubicBezTo>
                    <a:pt x="24" y="6"/>
                    <a:pt x="23" y="27"/>
                    <a:pt x="20" y="36"/>
                  </a:cubicBezTo>
                  <a:cubicBezTo>
                    <a:pt x="17" y="46"/>
                    <a:pt x="11" y="59"/>
                    <a:pt x="1" y="64"/>
                  </a:cubicBezTo>
                  <a:cubicBezTo>
                    <a:pt x="7" y="62"/>
                    <a:pt x="15" y="57"/>
                    <a:pt x="18" y="49"/>
                  </a:cubicBezTo>
                  <a:cubicBezTo>
                    <a:pt x="14" y="65"/>
                    <a:pt x="7" y="78"/>
                    <a:pt x="0" y="93"/>
                  </a:cubicBezTo>
                  <a:cubicBezTo>
                    <a:pt x="5" y="89"/>
                    <a:pt x="14" y="83"/>
                    <a:pt x="15" y="75"/>
                  </a:cubicBezTo>
                  <a:cubicBezTo>
                    <a:pt x="20" y="85"/>
                    <a:pt x="10" y="102"/>
                    <a:pt x="1" y="107"/>
                  </a:cubicBezTo>
                  <a:cubicBezTo>
                    <a:pt x="13" y="108"/>
                    <a:pt x="25" y="90"/>
                    <a:pt x="29" y="81"/>
                  </a:cubicBezTo>
                  <a:cubicBezTo>
                    <a:pt x="36" y="66"/>
                    <a:pt x="40" y="46"/>
                    <a:pt x="31" y="30"/>
                  </a:cubicBezTo>
                </a:path>
              </a:pathLst>
            </a:custGeom>
            <a:solidFill>
              <a:srgbClr val="F299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109" name="Freeform 788">
              <a:extLst>
                <a:ext uri="{FF2B5EF4-FFF2-40B4-BE49-F238E27FC236}">
                  <a16:creationId xmlns:a16="http://schemas.microsoft.com/office/drawing/2014/main" id="{882BFD96-5BA3-4B43-AEEA-7FF8B491E8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3" y="1176"/>
              <a:ext cx="96" cy="10"/>
            </a:xfrm>
            <a:custGeom>
              <a:avLst/>
              <a:gdLst>
                <a:gd name="T0" fmla="*/ 0 w 62"/>
                <a:gd name="T1" fmla="*/ 13 h 7"/>
                <a:gd name="T2" fmla="*/ 231 w 62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2" h="7">
                  <a:moveTo>
                    <a:pt x="0" y="4"/>
                  </a:moveTo>
                  <a:cubicBezTo>
                    <a:pt x="0" y="4"/>
                    <a:pt x="42" y="7"/>
                    <a:pt x="62" y="0"/>
                  </a:cubicBezTo>
                </a:path>
              </a:pathLst>
            </a:custGeom>
            <a:noFill/>
            <a:ln w="158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110" name="Freeform 789">
              <a:extLst>
                <a:ext uri="{FF2B5EF4-FFF2-40B4-BE49-F238E27FC236}">
                  <a16:creationId xmlns:a16="http://schemas.microsoft.com/office/drawing/2014/main" id="{3C863A6C-B7ED-439B-B183-1305FA19D70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7" y="1197"/>
              <a:ext cx="56" cy="20"/>
            </a:xfrm>
            <a:custGeom>
              <a:avLst/>
              <a:gdLst>
                <a:gd name="T0" fmla="*/ 0 w 36"/>
                <a:gd name="T1" fmla="*/ 14 h 13"/>
                <a:gd name="T2" fmla="*/ 135 w 36"/>
                <a:gd name="T3" fmla="*/ 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" h="13">
                  <a:moveTo>
                    <a:pt x="0" y="4"/>
                  </a:moveTo>
                  <a:cubicBezTo>
                    <a:pt x="0" y="4"/>
                    <a:pt x="20" y="13"/>
                    <a:pt x="36" y="0"/>
                  </a:cubicBezTo>
                </a:path>
              </a:pathLst>
            </a:custGeom>
            <a:noFill/>
            <a:ln w="158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111" name="Freeform 790">
              <a:extLst>
                <a:ext uri="{FF2B5EF4-FFF2-40B4-BE49-F238E27FC236}">
                  <a16:creationId xmlns:a16="http://schemas.microsoft.com/office/drawing/2014/main" id="{A1AE7406-22DC-47E4-8651-F99E95F8FE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6" y="763"/>
              <a:ext cx="97" cy="111"/>
            </a:xfrm>
            <a:custGeom>
              <a:avLst/>
              <a:gdLst>
                <a:gd name="T0" fmla="*/ 14 w 63"/>
                <a:gd name="T1" fmla="*/ 69 h 72"/>
                <a:gd name="T2" fmla="*/ 80 w 63"/>
                <a:gd name="T3" fmla="*/ 133 h 72"/>
                <a:gd name="T4" fmla="*/ 149 w 63"/>
                <a:gd name="T5" fmla="*/ 245 h 72"/>
                <a:gd name="T6" fmla="*/ 128 w 63"/>
                <a:gd name="T7" fmla="*/ 150 h 72"/>
                <a:gd name="T8" fmla="*/ 203 w 63"/>
                <a:gd name="T9" fmla="*/ 264 h 72"/>
                <a:gd name="T10" fmla="*/ 157 w 63"/>
                <a:gd name="T11" fmla="*/ 96 h 72"/>
                <a:gd name="T12" fmla="*/ 229 w 63"/>
                <a:gd name="T13" fmla="*/ 190 h 72"/>
                <a:gd name="T14" fmla="*/ 52 w 63"/>
                <a:gd name="T15" fmla="*/ 0 h 72"/>
                <a:gd name="T16" fmla="*/ 114 w 63"/>
                <a:gd name="T17" fmla="*/ 122 h 72"/>
                <a:gd name="T18" fmla="*/ 48 w 63"/>
                <a:gd name="T19" fmla="*/ 60 h 72"/>
                <a:gd name="T20" fmla="*/ 66 w 63"/>
                <a:gd name="T21" fmla="*/ 93 h 72"/>
                <a:gd name="T22" fmla="*/ 0 w 63"/>
                <a:gd name="T23" fmla="*/ 66 h 72"/>
                <a:gd name="T24" fmla="*/ 8 w 63"/>
                <a:gd name="T25" fmla="*/ 66 h 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3" h="72">
                  <a:moveTo>
                    <a:pt x="4" y="19"/>
                  </a:moveTo>
                  <a:cubicBezTo>
                    <a:pt x="9" y="25"/>
                    <a:pt x="17" y="30"/>
                    <a:pt x="22" y="36"/>
                  </a:cubicBezTo>
                  <a:cubicBezTo>
                    <a:pt x="31" y="45"/>
                    <a:pt x="35" y="56"/>
                    <a:pt x="41" y="67"/>
                  </a:cubicBezTo>
                  <a:cubicBezTo>
                    <a:pt x="38" y="60"/>
                    <a:pt x="36" y="49"/>
                    <a:pt x="35" y="41"/>
                  </a:cubicBezTo>
                  <a:cubicBezTo>
                    <a:pt x="43" y="51"/>
                    <a:pt x="50" y="60"/>
                    <a:pt x="56" y="72"/>
                  </a:cubicBezTo>
                  <a:cubicBezTo>
                    <a:pt x="53" y="56"/>
                    <a:pt x="53" y="40"/>
                    <a:pt x="43" y="26"/>
                  </a:cubicBezTo>
                  <a:cubicBezTo>
                    <a:pt x="52" y="33"/>
                    <a:pt x="55" y="46"/>
                    <a:pt x="63" y="52"/>
                  </a:cubicBezTo>
                  <a:cubicBezTo>
                    <a:pt x="59" y="28"/>
                    <a:pt x="29" y="16"/>
                    <a:pt x="14" y="0"/>
                  </a:cubicBezTo>
                  <a:cubicBezTo>
                    <a:pt x="22" y="6"/>
                    <a:pt x="30" y="22"/>
                    <a:pt x="31" y="33"/>
                  </a:cubicBezTo>
                  <a:cubicBezTo>
                    <a:pt x="27" y="26"/>
                    <a:pt x="19" y="22"/>
                    <a:pt x="13" y="16"/>
                  </a:cubicBezTo>
                  <a:cubicBezTo>
                    <a:pt x="14" y="20"/>
                    <a:pt x="16" y="22"/>
                    <a:pt x="18" y="25"/>
                  </a:cubicBezTo>
                  <a:cubicBezTo>
                    <a:pt x="12" y="22"/>
                    <a:pt x="6" y="22"/>
                    <a:pt x="0" y="18"/>
                  </a:cubicBezTo>
                  <a:cubicBezTo>
                    <a:pt x="1" y="17"/>
                    <a:pt x="1" y="18"/>
                    <a:pt x="2" y="18"/>
                  </a:cubicBezTo>
                </a:path>
              </a:pathLst>
            </a:custGeom>
            <a:solidFill>
              <a:srgbClr val="F7B4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112" name="Freeform 791">
              <a:extLst>
                <a:ext uri="{FF2B5EF4-FFF2-40B4-BE49-F238E27FC236}">
                  <a16:creationId xmlns:a16="http://schemas.microsoft.com/office/drawing/2014/main" id="{B9A9347F-3EC1-4CC9-87DF-13F8AF40AC4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9" y="722"/>
              <a:ext cx="291" cy="308"/>
            </a:xfrm>
            <a:custGeom>
              <a:avLst/>
              <a:gdLst>
                <a:gd name="T0" fmla="*/ 686 w 188"/>
                <a:gd name="T1" fmla="*/ 189 h 200"/>
                <a:gd name="T2" fmla="*/ 649 w 188"/>
                <a:gd name="T3" fmla="*/ 311 h 200"/>
                <a:gd name="T4" fmla="*/ 520 w 188"/>
                <a:gd name="T5" fmla="*/ 391 h 200"/>
                <a:gd name="T6" fmla="*/ 556 w 188"/>
                <a:gd name="T7" fmla="*/ 365 h 200"/>
                <a:gd name="T8" fmla="*/ 398 w 188"/>
                <a:gd name="T9" fmla="*/ 420 h 200"/>
                <a:gd name="T10" fmla="*/ 433 w 188"/>
                <a:gd name="T11" fmla="*/ 377 h 200"/>
                <a:gd name="T12" fmla="*/ 271 w 188"/>
                <a:gd name="T13" fmla="*/ 394 h 200"/>
                <a:gd name="T14" fmla="*/ 127 w 188"/>
                <a:gd name="T15" fmla="*/ 339 h 200"/>
                <a:gd name="T16" fmla="*/ 135 w 188"/>
                <a:gd name="T17" fmla="*/ 448 h 200"/>
                <a:gd name="T18" fmla="*/ 144 w 188"/>
                <a:gd name="T19" fmla="*/ 590 h 200"/>
                <a:gd name="T20" fmla="*/ 101 w 188"/>
                <a:gd name="T21" fmla="*/ 519 h 200"/>
                <a:gd name="T22" fmla="*/ 127 w 188"/>
                <a:gd name="T23" fmla="*/ 650 h 200"/>
                <a:gd name="T24" fmla="*/ 101 w 188"/>
                <a:gd name="T25" fmla="*/ 614 h 200"/>
                <a:gd name="T26" fmla="*/ 104 w 188"/>
                <a:gd name="T27" fmla="*/ 698 h 200"/>
                <a:gd name="T28" fmla="*/ 101 w 188"/>
                <a:gd name="T29" fmla="*/ 676 h 200"/>
                <a:gd name="T30" fmla="*/ 93 w 188"/>
                <a:gd name="T31" fmla="*/ 730 h 200"/>
                <a:gd name="T32" fmla="*/ 183 w 188"/>
                <a:gd name="T33" fmla="*/ 189 h 200"/>
                <a:gd name="T34" fmla="*/ 697 w 188"/>
                <a:gd name="T35" fmla="*/ 140 h 200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88" h="200">
                  <a:moveTo>
                    <a:pt x="185" y="52"/>
                  </a:moveTo>
                  <a:cubicBezTo>
                    <a:pt x="184" y="63"/>
                    <a:pt x="183" y="73"/>
                    <a:pt x="175" y="85"/>
                  </a:cubicBezTo>
                  <a:cubicBezTo>
                    <a:pt x="168" y="96"/>
                    <a:pt x="153" y="103"/>
                    <a:pt x="140" y="107"/>
                  </a:cubicBezTo>
                  <a:cubicBezTo>
                    <a:pt x="143" y="105"/>
                    <a:pt x="147" y="102"/>
                    <a:pt x="150" y="100"/>
                  </a:cubicBezTo>
                  <a:cubicBezTo>
                    <a:pt x="137" y="108"/>
                    <a:pt x="123" y="115"/>
                    <a:pt x="107" y="115"/>
                  </a:cubicBezTo>
                  <a:cubicBezTo>
                    <a:pt x="110" y="111"/>
                    <a:pt x="115" y="108"/>
                    <a:pt x="117" y="103"/>
                  </a:cubicBezTo>
                  <a:cubicBezTo>
                    <a:pt x="103" y="107"/>
                    <a:pt x="88" y="113"/>
                    <a:pt x="73" y="108"/>
                  </a:cubicBezTo>
                  <a:cubicBezTo>
                    <a:pt x="61" y="103"/>
                    <a:pt x="47" y="91"/>
                    <a:pt x="34" y="93"/>
                  </a:cubicBezTo>
                  <a:cubicBezTo>
                    <a:pt x="36" y="101"/>
                    <a:pt x="37" y="113"/>
                    <a:pt x="36" y="123"/>
                  </a:cubicBezTo>
                  <a:cubicBezTo>
                    <a:pt x="35" y="137"/>
                    <a:pt x="36" y="148"/>
                    <a:pt x="39" y="162"/>
                  </a:cubicBezTo>
                  <a:cubicBezTo>
                    <a:pt x="33" y="157"/>
                    <a:pt x="30" y="149"/>
                    <a:pt x="27" y="142"/>
                  </a:cubicBezTo>
                  <a:cubicBezTo>
                    <a:pt x="30" y="154"/>
                    <a:pt x="30" y="166"/>
                    <a:pt x="34" y="178"/>
                  </a:cubicBezTo>
                  <a:cubicBezTo>
                    <a:pt x="31" y="175"/>
                    <a:pt x="29" y="172"/>
                    <a:pt x="27" y="168"/>
                  </a:cubicBezTo>
                  <a:cubicBezTo>
                    <a:pt x="27" y="176"/>
                    <a:pt x="28" y="183"/>
                    <a:pt x="28" y="191"/>
                  </a:cubicBezTo>
                  <a:cubicBezTo>
                    <a:pt x="28" y="188"/>
                    <a:pt x="27" y="187"/>
                    <a:pt x="27" y="185"/>
                  </a:cubicBezTo>
                  <a:cubicBezTo>
                    <a:pt x="24" y="189"/>
                    <a:pt x="26" y="195"/>
                    <a:pt x="25" y="200"/>
                  </a:cubicBezTo>
                  <a:cubicBezTo>
                    <a:pt x="5" y="151"/>
                    <a:pt x="0" y="85"/>
                    <a:pt x="49" y="52"/>
                  </a:cubicBezTo>
                  <a:cubicBezTo>
                    <a:pt x="87" y="26"/>
                    <a:pt x="149" y="0"/>
                    <a:pt x="188" y="38"/>
                  </a:cubicBezTo>
                </a:path>
              </a:pathLst>
            </a:custGeom>
            <a:solidFill>
              <a:srgbClr val="F299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113" name="Freeform 792">
              <a:extLst>
                <a:ext uri="{FF2B5EF4-FFF2-40B4-BE49-F238E27FC236}">
                  <a16:creationId xmlns:a16="http://schemas.microsoft.com/office/drawing/2014/main" id="{25CCE1D0-75F0-4D6E-AD21-A5694739DE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3" y="830"/>
              <a:ext cx="43" cy="57"/>
            </a:xfrm>
            <a:custGeom>
              <a:avLst/>
              <a:gdLst>
                <a:gd name="T0" fmla="*/ 0 w 28"/>
                <a:gd name="T1" fmla="*/ 26 h 37"/>
                <a:gd name="T2" fmla="*/ 74 w 28"/>
                <a:gd name="T3" fmla="*/ 136 h 37"/>
                <a:gd name="T4" fmla="*/ 97 w 28"/>
                <a:gd name="T5" fmla="*/ 109 h 37"/>
                <a:gd name="T6" fmla="*/ 74 w 28"/>
                <a:gd name="T7" fmla="*/ 69 h 37"/>
                <a:gd name="T8" fmla="*/ 26 w 28"/>
                <a:gd name="T9" fmla="*/ 0 h 37"/>
                <a:gd name="T10" fmla="*/ 0 w 28"/>
                <a:gd name="T11" fmla="*/ 28 h 3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" h="37">
                  <a:moveTo>
                    <a:pt x="0" y="7"/>
                  </a:moveTo>
                  <a:cubicBezTo>
                    <a:pt x="3" y="15"/>
                    <a:pt x="12" y="32"/>
                    <a:pt x="20" y="37"/>
                  </a:cubicBezTo>
                  <a:cubicBezTo>
                    <a:pt x="21" y="35"/>
                    <a:pt x="27" y="32"/>
                    <a:pt x="27" y="30"/>
                  </a:cubicBezTo>
                  <a:cubicBezTo>
                    <a:pt x="28" y="27"/>
                    <a:pt x="21" y="21"/>
                    <a:pt x="20" y="19"/>
                  </a:cubicBezTo>
                  <a:cubicBezTo>
                    <a:pt x="15" y="13"/>
                    <a:pt x="11" y="6"/>
                    <a:pt x="7" y="0"/>
                  </a:cubicBezTo>
                  <a:cubicBezTo>
                    <a:pt x="4" y="2"/>
                    <a:pt x="3" y="5"/>
                    <a:pt x="0" y="8"/>
                  </a:cubicBezTo>
                </a:path>
              </a:pathLst>
            </a:custGeom>
            <a:solidFill>
              <a:srgbClr val="5A5C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114" name="Freeform 793">
              <a:extLst>
                <a:ext uri="{FF2B5EF4-FFF2-40B4-BE49-F238E27FC236}">
                  <a16:creationId xmlns:a16="http://schemas.microsoft.com/office/drawing/2014/main" id="{04FC3CE4-13D8-4663-9577-0A90C87485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8" y="816"/>
              <a:ext cx="43" cy="51"/>
            </a:xfrm>
            <a:custGeom>
              <a:avLst/>
              <a:gdLst>
                <a:gd name="T0" fmla="*/ 74 w 28"/>
                <a:gd name="T1" fmla="*/ 122 h 33"/>
                <a:gd name="T2" fmla="*/ 48 w 28"/>
                <a:gd name="T3" fmla="*/ 110 h 33"/>
                <a:gd name="T4" fmla="*/ 18 w 28"/>
                <a:gd name="T5" fmla="*/ 88 h 33"/>
                <a:gd name="T6" fmla="*/ 5 w 28"/>
                <a:gd name="T7" fmla="*/ 62 h 33"/>
                <a:gd name="T8" fmla="*/ 26 w 28"/>
                <a:gd name="T9" fmla="*/ 29 h 33"/>
                <a:gd name="T10" fmla="*/ 66 w 28"/>
                <a:gd name="T11" fmla="*/ 5 h 33"/>
                <a:gd name="T12" fmla="*/ 88 w 28"/>
                <a:gd name="T13" fmla="*/ 36 h 33"/>
                <a:gd name="T14" fmla="*/ 97 w 28"/>
                <a:gd name="T15" fmla="*/ 82 h 33"/>
                <a:gd name="T16" fmla="*/ 97 w 28"/>
                <a:gd name="T17" fmla="*/ 100 h 33"/>
                <a:gd name="T18" fmla="*/ 83 w 28"/>
                <a:gd name="T19" fmla="*/ 110 h 3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8" h="33">
                  <a:moveTo>
                    <a:pt x="20" y="33"/>
                  </a:moveTo>
                  <a:cubicBezTo>
                    <a:pt x="19" y="31"/>
                    <a:pt x="15" y="31"/>
                    <a:pt x="13" y="30"/>
                  </a:cubicBezTo>
                  <a:cubicBezTo>
                    <a:pt x="10" y="28"/>
                    <a:pt x="8" y="26"/>
                    <a:pt x="5" y="24"/>
                  </a:cubicBezTo>
                  <a:cubicBezTo>
                    <a:pt x="3" y="22"/>
                    <a:pt x="0" y="20"/>
                    <a:pt x="1" y="17"/>
                  </a:cubicBezTo>
                  <a:cubicBezTo>
                    <a:pt x="2" y="14"/>
                    <a:pt x="5" y="10"/>
                    <a:pt x="7" y="8"/>
                  </a:cubicBezTo>
                  <a:cubicBezTo>
                    <a:pt x="9" y="6"/>
                    <a:pt x="15" y="0"/>
                    <a:pt x="18" y="1"/>
                  </a:cubicBezTo>
                  <a:cubicBezTo>
                    <a:pt x="22" y="1"/>
                    <a:pt x="23" y="7"/>
                    <a:pt x="24" y="10"/>
                  </a:cubicBezTo>
                  <a:cubicBezTo>
                    <a:pt x="25" y="14"/>
                    <a:pt x="26" y="18"/>
                    <a:pt x="27" y="22"/>
                  </a:cubicBezTo>
                  <a:cubicBezTo>
                    <a:pt x="27" y="23"/>
                    <a:pt x="28" y="26"/>
                    <a:pt x="27" y="27"/>
                  </a:cubicBezTo>
                  <a:cubicBezTo>
                    <a:pt x="27" y="29"/>
                    <a:pt x="24" y="29"/>
                    <a:pt x="23" y="30"/>
                  </a:cubicBezTo>
                </a:path>
              </a:pathLst>
            </a:custGeom>
            <a:solidFill>
              <a:srgbClr val="5A5C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115" name="Freeform 794">
              <a:extLst>
                <a:ext uri="{FF2B5EF4-FFF2-40B4-BE49-F238E27FC236}">
                  <a16:creationId xmlns:a16="http://schemas.microsoft.com/office/drawing/2014/main" id="{0F366903-8720-4493-B11C-70CE013164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2" y="862"/>
              <a:ext cx="43" cy="45"/>
            </a:xfrm>
            <a:custGeom>
              <a:avLst/>
              <a:gdLst>
                <a:gd name="T0" fmla="*/ 0 w 28"/>
                <a:gd name="T1" fmla="*/ 22 h 29"/>
                <a:gd name="T2" fmla="*/ 18 w 28"/>
                <a:gd name="T3" fmla="*/ 88 h 29"/>
                <a:gd name="T4" fmla="*/ 35 w 28"/>
                <a:gd name="T5" fmla="*/ 101 h 29"/>
                <a:gd name="T6" fmla="*/ 75 w 28"/>
                <a:gd name="T7" fmla="*/ 74 h 29"/>
                <a:gd name="T8" fmla="*/ 97 w 28"/>
                <a:gd name="T9" fmla="*/ 48 h 29"/>
                <a:gd name="T10" fmla="*/ 88 w 28"/>
                <a:gd name="T11" fmla="*/ 29 h 29"/>
                <a:gd name="T12" fmla="*/ 54 w 28"/>
                <a:gd name="T13" fmla="*/ 12 h 29"/>
                <a:gd name="T14" fmla="*/ 22 w 28"/>
                <a:gd name="T15" fmla="*/ 0 h 2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8" h="29">
                  <a:moveTo>
                    <a:pt x="0" y="6"/>
                  </a:moveTo>
                  <a:cubicBezTo>
                    <a:pt x="0" y="12"/>
                    <a:pt x="3" y="19"/>
                    <a:pt x="5" y="24"/>
                  </a:cubicBezTo>
                  <a:cubicBezTo>
                    <a:pt x="6" y="28"/>
                    <a:pt x="7" y="29"/>
                    <a:pt x="10" y="27"/>
                  </a:cubicBezTo>
                  <a:cubicBezTo>
                    <a:pt x="14" y="26"/>
                    <a:pt x="18" y="23"/>
                    <a:pt x="21" y="20"/>
                  </a:cubicBezTo>
                  <a:cubicBezTo>
                    <a:pt x="23" y="18"/>
                    <a:pt x="26" y="16"/>
                    <a:pt x="27" y="13"/>
                  </a:cubicBezTo>
                  <a:cubicBezTo>
                    <a:pt x="28" y="11"/>
                    <a:pt x="26" y="10"/>
                    <a:pt x="24" y="8"/>
                  </a:cubicBezTo>
                  <a:cubicBezTo>
                    <a:pt x="21" y="6"/>
                    <a:pt x="18" y="4"/>
                    <a:pt x="15" y="3"/>
                  </a:cubicBezTo>
                  <a:cubicBezTo>
                    <a:pt x="12" y="2"/>
                    <a:pt x="9" y="1"/>
                    <a:pt x="6" y="0"/>
                  </a:cubicBezTo>
                </a:path>
              </a:pathLst>
            </a:custGeom>
            <a:solidFill>
              <a:srgbClr val="5A5C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116" name="Freeform 795">
              <a:extLst>
                <a:ext uri="{FF2B5EF4-FFF2-40B4-BE49-F238E27FC236}">
                  <a16:creationId xmlns:a16="http://schemas.microsoft.com/office/drawing/2014/main" id="{F181C85E-9920-430F-BC50-2BB0755D4E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1" y="842"/>
              <a:ext cx="23" cy="15"/>
            </a:xfrm>
            <a:custGeom>
              <a:avLst/>
              <a:gdLst>
                <a:gd name="T0" fmla="*/ 49 w 15"/>
                <a:gd name="T1" fmla="*/ 32 h 10"/>
                <a:gd name="T2" fmla="*/ 21 w 15"/>
                <a:gd name="T3" fmla="*/ 21 h 10"/>
                <a:gd name="T4" fmla="*/ 12 w 15"/>
                <a:gd name="T5" fmla="*/ 5 h 10"/>
                <a:gd name="T6" fmla="*/ 54 w 15"/>
                <a:gd name="T7" fmla="*/ 35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0">
                  <a:moveTo>
                    <a:pt x="14" y="9"/>
                  </a:moveTo>
                  <a:cubicBezTo>
                    <a:pt x="12" y="9"/>
                    <a:pt x="8" y="7"/>
                    <a:pt x="6" y="6"/>
                  </a:cubicBezTo>
                  <a:cubicBezTo>
                    <a:pt x="5" y="5"/>
                    <a:pt x="0" y="2"/>
                    <a:pt x="3" y="1"/>
                  </a:cubicBezTo>
                  <a:cubicBezTo>
                    <a:pt x="5" y="0"/>
                    <a:pt x="12" y="9"/>
                    <a:pt x="15" y="10"/>
                  </a:cubicBezTo>
                </a:path>
              </a:pathLst>
            </a:custGeom>
            <a:solidFill>
              <a:srgbClr val="4145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117" name="Freeform 796">
              <a:extLst>
                <a:ext uri="{FF2B5EF4-FFF2-40B4-BE49-F238E27FC236}">
                  <a16:creationId xmlns:a16="http://schemas.microsoft.com/office/drawing/2014/main" id="{238CAF64-D8AC-4FDB-BE0F-9EC17E76144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5" y="825"/>
              <a:ext cx="8" cy="28"/>
            </a:xfrm>
            <a:custGeom>
              <a:avLst/>
              <a:gdLst>
                <a:gd name="T0" fmla="*/ 16 w 5"/>
                <a:gd name="T1" fmla="*/ 68 h 18"/>
                <a:gd name="T2" fmla="*/ 13 w 5"/>
                <a:gd name="T3" fmla="*/ 22 h 18"/>
                <a:gd name="T4" fmla="*/ 0 w 5"/>
                <a:gd name="T5" fmla="*/ 14 h 18"/>
                <a:gd name="T6" fmla="*/ 13 w 5"/>
                <a:gd name="T7" fmla="*/ 39 h 18"/>
                <a:gd name="T8" fmla="*/ 16 w 5"/>
                <a:gd name="T9" fmla="*/ 68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18">
                  <a:moveTo>
                    <a:pt x="4" y="18"/>
                  </a:moveTo>
                  <a:cubicBezTo>
                    <a:pt x="5" y="16"/>
                    <a:pt x="4" y="8"/>
                    <a:pt x="3" y="6"/>
                  </a:cubicBezTo>
                  <a:cubicBezTo>
                    <a:pt x="3" y="4"/>
                    <a:pt x="0" y="0"/>
                    <a:pt x="0" y="4"/>
                  </a:cubicBezTo>
                  <a:cubicBezTo>
                    <a:pt x="0" y="6"/>
                    <a:pt x="2" y="8"/>
                    <a:pt x="3" y="10"/>
                  </a:cubicBezTo>
                  <a:cubicBezTo>
                    <a:pt x="4" y="13"/>
                    <a:pt x="4" y="15"/>
                    <a:pt x="4" y="18"/>
                  </a:cubicBezTo>
                </a:path>
              </a:pathLst>
            </a:custGeom>
            <a:solidFill>
              <a:srgbClr val="4145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118" name="Freeform 797">
              <a:extLst>
                <a:ext uri="{FF2B5EF4-FFF2-40B4-BE49-F238E27FC236}">
                  <a16:creationId xmlns:a16="http://schemas.microsoft.com/office/drawing/2014/main" id="{D882FD0D-8E0C-4B17-B819-4EDB72F4D91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8" y="876"/>
              <a:ext cx="8" cy="17"/>
            </a:xfrm>
            <a:custGeom>
              <a:avLst/>
              <a:gdLst>
                <a:gd name="T0" fmla="*/ 0 w 5"/>
                <a:gd name="T1" fmla="*/ 0 h 11"/>
                <a:gd name="T2" fmla="*/ 21 w 5"/>
                <a:gd name="T3" fmla="*/ 40 h 11"/>
                <a:gd name="T4" fmla="*/ 0 w 5"/>
                <a:gd name="T5" fmla="*/ 5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11">
                  <a:moveTo>
                    <a:pt x="0" y="0"/>
                  </a:moveTo>
                  <a:cubicBezTo>
                    <a:pt x="1" y="3"/>
                    <a:pt x="2" y="11"/>
                    <a:pt x="5" y="11"/>
                  </a:cubicBezTo>
                  <a:cubicBezTo>
                    <a:pt x="5" y="8"/>
                    <a:pt x="2" y="3"/>
                    <a:pt x="0" y="1"/>
                  </a:cubicBezTo>
                </a:path>
              </a:pathLst>
            </a:custGeom>
            <a:solidFill>
              <a:srgbClr val="4145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119" name="Freeform 798">
              <a:extLst>
                <a:ext uri="{FF2B5EF4-FFF2-40B4-BE49-F238E27FC236}">
                  <a16:creationId xmlns:a16="http://schemas.microsoft.com/office/drawing/2014/main" id="{CE32D3EE-A4EB-4214-BE3D-FB5B07F5D10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6" y="871"/>
              <a:ext cx="20" cy="8"/>
            </a:xfrm>
            <a:custGeom>
              <a:avLst/>
              <a:gdLst>
                <a:gd name="T0" fmla="*/ 5 w 13"/>
                <a:gd name="T1" fmla="*/ 0 h 5"/>
                <a:gd name="T2" fmla="*/ 34 w 13"/>
                <a:gd name="T3" fmla="*/ 8 h 5"/>
                <a:gd name="T4" fmla="*/ 35 w 13"/>
                <a:gd name="T5" fmla="*/ 21 h 5"/>
                <a:gd name="T6" fmla="*/ 0 w 13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5">
                  <a:moveTo>
                    <a:pt x="1" y="0"/>
                  </a:moveTo>
                  <a:cubicBezTo>
                    <a:pt x="3" y="1"/>
                    <a:pt x="7" y="1"/>
                    <a:pt x="9" y="2"/>
                  </a:cubicBezTo>
                  <a:cubicBezTo>
                    <a:pt x="11" y="4"/>
                    <a:pt x="13" y="5"/>
                    <a:pt x="10" y="5"/>
                  </a:cubicBezTo>
                  <a:cubicBezTo>
                    <a:pt x="7" y="5"/>
                    <a:pt x="2" y="2"/>
                    <a:pt x="0" y="0"/>
                  </a:cubicBezTo>
                </a:path>
              </a:pathLst>
            </a:custGeom>
            <a:solidFill>
              <a:srgbClr val="4145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120" name="Freeform 799">
              <a:extLst>
                <a:ext uri="{FF2B5EF4-FFF2-40B4-BE49-F238E27FC236}">
                  <a16:creationId xmlns:a16="http://schemas.microsoft.com/office/drawing/2014/main" id="{75F0E477-4ED8-45E3-BCA6-4CFE6B42FA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9" y="840"/>
              <a:ext cx="6" cy="13"/>
            </a:xfrm>
            <a:custGeom>
              <a:avLst/>
              <a:gdLst>
                <a:gd name="T0" fmla="*/ 14 w 4"/>
                <a:gd name="T1" fmla="*/ 34 h 8"/>
                <a:gd name="T2" fmla="*/ 0 w 4"/>
                <a:gd name="T3" fmla="*/ 0 h 8"/>
                <a:gd name="T4" fmla="*/ 14 w 4"/>
                <a:gd name="T5" fmla="*/ 34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8">
                  <a:moveTo>
                    <a:pt x="4" y="8"/>
                  </a:moveTo>
                  <a:cubicBezTo>
                    <a:pt x="3" y="5"/>
                    <a:pt x="0" y="4"/>
                    <a:pt x="0" y="0"/>
                  </a:cubicBezTo>
                  <a:cubicBezTo>
                    <a:pt x="2" y="2"/>
                    <a:pt x="3" y="5"/>
                    <a:pt x="4" y="8"/>
                  </a:cubicBezTo>
                </a:path>
              </a:pathLst>
            </a:custGeom>
            <a:solidFill>
              <a:srgbClr val="4145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121" name="Freeform 800">
              <a:extLst>
                <a:ext uri="{FF2B5EF4-FFF2-40B4-BE49-F238E27FC236}">
                  <a16:creationId xmlns:a16="http://schemas.microsoft.com/office/drawing/2014/main" id="{A27E4F38-5BB6-43D7-9EAD-CBDD95FBAA9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2" y="873"/>
              <a:ext cx="10" cy="12"/>
            </a:xfrm>
            <a:custGeom>
              <a:avLst/>
              <a:gdLst>
                <a:gd name="T0" fmla="*/ 5 w 6"/>
                <a:gd name="T1" fmla="*/ 5 h 8"/>
                <a:gd name="T2" fmla="*/ 28 w 6"/>
                <a:gd name="T3" fmla="*/ 26 h 8"/>
                <a:gd name="T4" fmla="*/ 0 w 6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8">
                  <a:moveTo>
                    <a:pt x="1" y="1"/>
                  </a:moveTo>
                  <a:cubicBezTo>
                    <a:pt x="0" y="3"/>
                    <a:pt x="3" y="8"/>
                    <a:pt x="6" y="7"/>
                  </a:cubicBezTo>
                  <a:cubicBezTo>
                    <a:pt x="5" y="5"/>
                    <a:pt x="2" y="2"/>
                    <a:pt x="0" y="0"/>
                  </a:cubicBezTo>
                </a:path>
              </a:pathLst>
            </a:custGeom>
            <a:solidFill>
              <a:srgbClr val="4145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122" name="Freeform 801">
              <a:extLst>
                <a:ext uri="{FF2B5EF4-FFF2-40B4-BE49-F238E27FC236}">
                  <a16:creationId xmlns:a16="http://schemas.microsoft.com/office/drawing/2014/main" id="{D99FB0C7-B798-4EEA-97DD-D4C40D1C58F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2" y="854"/>
              <a:ext cx="17" cy="16"/>
            </a:xfrm>
            <a:custGeom>
              <a:avLst/>
              <a:gdLst>
                <a:gd name="T0" fmla="*/ 40 w 11"/>
                <a:gd name="T1" fmla="*/ 5 h 10"/>
                <a:gd name="T2" fmla="*/ 14 w 11"/>
                <a:gd name="T3" fmla="*/ 13 h 10"/>
                <a:gd name="T4" fmla="*/ 19 w 11"/>
                <a:gd name="T5" fmla="*/ 42 h 10"/>
                <a:gd name="T6" fmla="*/ 40 w 11"/>
                <a:gd name="T7" fmla="*/ 8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0">
                  <a:moveTo>
                    <a:pt x="11" y="1"/>
                  </a:moveTo>
                  <a:cubicBezTo>
                    <a:pt x="8" y="0"/>
                    <a:pt x="6" y="0"/>
                    <a:pt x="4" y="3"/>
                  </a:cubicBezTo>
                  <a:cubicBezTo>
                    <a:pt x="2" y="5"/>
                    <a:pt x="2" y="8"/>
                    <a:pt x="5" y="10"/>
                  </a:cubicBezTo>
                  <a:cubicBezTo>
                    <a:pt x="0" y="5"/>
                    <a:pt x="7" y="2"/>
                    <a:pt x="11" y="2"/>
                  </a:cubicBezTo>
                </a:path>
              </a:pathLst>
            </a:custGeom>
            <a:solidFill>
              <a:srgbClr val="4145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123" name="Freeform 802">
              <a:extLst>
                <a:ext uri="{FF2B5EF4-FFF2-40B4-BE49-F238E27FC236}">
                  <a16:creationId xmlns:a16="http://schemas.microsoft.com/office/drawing/2014/main" id="{501E4D2F-C1D7-454E-929B-C93D5A6F09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2" y="862"/>
              <a:ext cx="17" cy="16"/>
            </a:xfrm>
            <a:custGeom>
              <a:avLst/>
              <a:gdLst>
                <a:gd name="T0" fmla="*/ 0 w 11"/>
                <a:gd name="T1" fmla="*/ 26 h 10"/>
                <a:gd name="T2" fmla="*/ 22 w 11"/>
                <a:gd name="T3" fmla="*/ 0 h 10"/>
                <a:gd name="T4" fmla="*/ 0 w 11"/>
                <a:gd name="T5" fmla="*/ 26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0">
                  <a:moveTo>
                    <a:pt x="0" y="6"/>
                  </a:moveTo>
                  <a:cubicBezTo>
                    <a:pt x="3" y="10"/>
                    <a:pt x="11" y="3"/>
                    <a:pt x="6" y="0"/>
                  </a:cubicBezTo>
                  <a:cubicBezTo>
                    <a:pt x="5" y="3"/>
                    <a:pt x="4" y="6"/>
                    <a:pt x="0" y="6"/>
                  </a:cubicBezTo>
                </a:path>
              </a:pathLst>
            </a:custGeom>
            <a:solidFill>
              <a:srgbClr val="8685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124" name="Freeform 803">
              <a:extLst>
                <a:ext uri="{FF2B5EF4-FFF2-40B4-BE49-F238E27FC236}">
                  <a16:creationId xmlns:a16="http://schemas.microsoft.com/office/drawing/2014/main" id="{51247D5D-77FF-4CB5-A175-6753A7F3C38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8" y="819"/>
              <a:ext cx="23" cy="28"/>
            </a:xfrm>
            <a:custGeom>
              <a:avLst/>
              <a:gdLst>
                <a:gd name="T0" fmla="*/ 8 w 15"/>
                <a:gd name="T1" fmla="*/ 62 h 18"/>
                <a:gd name="T2" fmla="*/ 26 w 15"/>
                <a:gd name="T3" fmla="*/ 30 h 18"/>
                <a:gd name="T4" fmla="*/ 54 w 15"/>
                <a:gd name="T5" fmla="*/ 0 h 18"/>
                <a:gd name="T6" fmla="*/ 26 w 15"/>
                <a:gd name="T7" fmla="*/ 34 h 18"/>
                <a:gd name="T8" fmla="*/ 8 w 15"/>
                <a:gd name="T9" fmla="*/ 68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8">
                  <a:moveTo>
                    <a:pt x="2" y="17"/>
                  </a:moveTo>
                  <a:cubicBezTo>
                    <a:pt x="0" y="13"/>
                    <a:pt x="4" y="10"/>
                    <a:pt x="7" y="8"/>
                  </a:cubicBezTo>
                  <a:cubicBezTo>
                    <a:pt x="9" y="5"/>
                    <a:pt x="12" y="2"/>
                    <a:pt x="15" y="0"/>
                  </a:cubicBezTo>
                  <a:cubicBezTo>
                    <a:pt x="12" y="3"/>
                    <a:pt x="9" y="6"/>
                    <a:pt x="7" y="9"/>
                  </a:cubicBezTo>
                  <a:cubicBezTo>
                    <a:pt x="5" y="11"/>
                    <a:pt x="2" y="15"/>
                    <a:pt x="2" y="18"/>
                  </a:cubicBezTo>
                </a:path>
              </a:pathLst>
            </a:custGeom>
            <a:solidFill>
              <a:srgbClr val="8685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125" name="Freeform 804">
              <a:extLst>
                <a:ext uri="{FF2B5EF4-FFF2-40B4-BE49-F238E27FC236}">
                  <a16:creationId xmlns:a16="http://schemas.microsoft.com/office/drawing/2014/main" id="{0C101EC6-91C1-424E-BEE9-F238F2171DD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1" y="884"/>
              <a:ext cx="28" cy="21"/>
            </a:xfrm>
            <a:custGeom>
              <a:avLst/>
              <a:gdLst>
                <a:gd name="T0" fmla="*/ 0 w 18"/>
                <a:gd name="T1" fmla="*/ 35 h 14"/>
                <a:gd name="T2" fmla="*/ 34 w 18"/>
                <a:gd name="T3" fmla="*/ 27 h 14"/>
                <a:gd name="T4" fmla="*/ 68 w 18"/>
                <a:gd name="T5" fmla="*/ 0 h 14"/>
                <a:gd name="T6" fmla="*/ 5 w 18"/>
                <a:gd name="T7" fmla="*/ 35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14">
                  <a:moveTo>
                    <a:pt x="0" y="10"/>
                  </a:moveTo>
                  <a:cubicBezTo>
                    <a:pt x="3" y="14"/>
                    <a:pt x="6" y="10"/>
                    <a:pt x="9" y="8"/>
                  </a:cubicBezTo>
                  <a:cubicBezTo>
                    <a:pt x="12" y="6"/>
                    <a:pt x="16" y="3"/>
                    <a:pt x="18" y="0"/>
                  </a:cubicBezTo>
                  <a:cubicBezTo>
                    <a:pt x="15" y="1"/>
                    <a:pt x="3" y="14"/>
                    <a:pt x="1" y="10"/>
                  </a:cubicBezTo>
                </a:path>
              </a:pathLst>
            </a:custGeom>
            <a:solidFill>
              <a:srgbClr val="8685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126" name="Freeform 805">
              <a:extLst>
                <a:ext uri="{FF2B5EF4-FFF2-40B4-BE49-F238E27FC236}">
                  <a16:creationId xmlns:a16="http://schemas.microsoft.com/office/drawing/2014/main" id="{7356ADB9-CA24-4490-8FC2-A740B33663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8" y="816"/>
              <a:ext cx="77" cy="91"/>
            </a:xfrm>
            <a:custGeom>
              <a:avLst/>
              <a:gdLst>
                <a:gd name="T0" fmla="*/ 168 w 50"/>
                <a:gd name="T1" fmla="*/ 140 h 59"/>
                <a:gd name="T2" fmla="*/ 131 w 50"/>
                <a:gd name="T3" fmla="*/ 122 h 59"/>
                <a:gd name="T4" fmla="*/ 122 w 50"/>
                <a:gd name="T5" fmla="*/ 117 h 59"/>
                <a:gd name="T6" fmla="*/ 109 w 50"/>
                <a:gd name="T7" fmla="*/ 102 h 59"/>
                <a:gd name="T8" fmla="*/ 100 w 50"/>
                <a:gd name="T9" fmla="*/ 88 h 59"/>
                <a:gd name="T10" fmla="*/ 95 w 50"/>
                <a:gd name="T11" fmla="*/ 80 h 59"/>
                <a:gd name="T12" fmla="*/ 88 w 50"/>
                <a:gd name="T13" fmla="*/ 35 h 59"/>
                <a:gd name="T14" fmla="*/ 66 w 50"/>
                <a:gd name="T15" fmla="*/ 5 h 59"/>
                <a:gd name="T16" fmla="*/ 26 w 50"/>
                <a:gd name="T17" fmla="*/ 29 h 59"/>
                <a:gd name="T18" fmla="*/ 5 w 50"/>
                <a:gd name="T19" fmla="*/ 62 h 59"/>
                <a:gd name="T20" fmla="*/ 18 w 50"/>
                <a:gd name="T21" fmla="*/ 88 h 59"/>
                <a:gd name="T22" fmla="*/ 48 w 50"/>
                <a:gd name="T23" fmla="*/ 110 h 59"/>
                <a:gd name="T24" fmla="*/ 62 w 50"/>
                <a:gd name="T25" fmla="*/ 114 h 59"/>
                <a:gd name="T26" fmla="*/ 80 w 50"/>
                <a:gd name="T27" fmla="*/ 140 h 59"/>
                <a:gd name="T28" fmla="*/ 100 w 50"/>
                <a:gd name="T29" fmla="*/ 197 h 59"/>
                <a:gd name="T30" fmla="*/ 116 w 50"/>
                <a:gd name="T31" fmla="*/ 210 h 59"/>
                <a:gd name="T32" fmla="*/ 157 w 50"/>
                <a:gd name="T33" fmla="*/ 184 h 59"/>
                <a:gd name="T34" fmla="*/ 176 w 50"/>
                <a:gd name="T35" fmla="*/ 157 h 59"/>
                <a:gd name="T36" fmla="*/ 168 w 50"/>
                <a:gd name="T37" fmla="*/ 140 h 59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50" h="59">
                  <a:moveTo>
                    <a:pt x="46" y="38"/>
                  </a:moveTo>
                  <a:cubicBezTo>
                    <a:pt x="43" y="36"/>
                    <a:pt x="40" y="34"/>
                    <a:pt x="36" y="33"/>
                  </a:cubicBezTo>
                  <a:cubicBezTo>
                    <a:pt x="35" y="32"/>
                    <a:pt x="34" y="32"/>
                    <a:pt x="33" y="32"/>
                  </a:cubicBezTo>
                  <a:cubicBezTo>
                    <a:pt x="32" y="30"/>
                    <a:pt x="30" y="29"/>
                    <a:pt x="30" y="28"/>
                  </a:cubicBezTo>
                  <a:cubicBezTo>
                    <a:pt x="29" y="26"/>
                    <a:pt x="28" y="25"/>
                    <a:pt x="27" y="24"/>
                  </a:cubicBezTo>
                  <a:cubicBezTo>
                    <a:pt x="27" y="23"/>
                    <a:pt x="27" y="22"/>
                    <a:pt x="26" y="22"/>
                  </a:cubicBezTo>
                  <a:cubicBezTo>
                    <a:pt x="26" y="18"/>
                    <a:pt x="25" y="14"/>
                    <a:pt x="24" y="10"/>
                  </a:cubicBezTo>
                  <a:cubicBezTo>
                    <a:pt x="23" y="7"/>
                    <a:pt x="21" y="1"/>
                    <a:pt x="18" y="1"/>
                  </a:cubicBezTo>
                  <a:cubicBezTo>
                    <a:pt x="15" y="0"/>
                    <a:pt x="9" y="6"/>
                    <a:pt x="7" y="8"/>
                  </a:cubicBezTo>
                  <a:cubicBezTo>
                    <a:pt x="5" y="10"/>
                    <a:pt x="1" y="14"/>
                    <a:pt x="1" y="17"/>
                  </a:cubicBezTo>
                  <a:cubicBezTo>
                    <a:pt x="0" y="20"/>
                    <a:pt x="3" y="21"/>
                    <a:pt x="5" y="24"/>
                  </a:cubicBezTo>
                  <a:cubicBezTo>
                    <a:pt x="8" y="26"/>
                    <a:pt x="10" y="28"/>
                    <a:pt x="13" y="30"/>
                  </a:cubicBezTo>
                  <a:cubicBezTo>
                    <a:pt x="14" y="30"/>
                    <a:pt x="16" y="30"/>
                    <a:pt x="17" y="31"/>
                  </a:cubicBezTo>
                  <a:cubicBezTo>
                    <a:pt x="19" y="34"/>
                    <a:pt x="20" y="36"/>
                    <a:pt x="22" y="38"/>
                  </a:cubicBezTo>
                  <a:cubicBezTo>
                    <a:pt x="23" y="44"/>
                    <a:pt x="25" y="49"/>
                    <a:pt x="27" y="54"/>
                  </a:cubicBezTo>
                  <a:cubicBezTo>
                    <a:pt x="28" y="58"/>
                    <a:pt x="29" y="59"/>
                    <a:pt x="32" y="57"/>
                  </a:cubicBezTo>
                  <a:cubicBezTo>
                    <a:pt x="36" y="55"/>
                    <a:pt x="40" y="53"/>
                    <a:pt x="43" y="50"/>
                  </a:cubicBezTo>
                  <a:cubicBezTo>
                    <a:pt x="45" y="48"/>
                    <a:pt x="47" y="46"/>
                    <a:pt x="48" y="43"/>
                  </a:cubicBezTo>
                  <a:cubicBezTo>
                    <a:pt x="50" y="41"/>
                    <a:pt x="48" y="40"/>
                    <a:pt x="46" y="38"/>
                  </a:cubicBezTo>
                  <a:close/>
                </a:path>
              </a:pathLst>
            </a:custGeom>
            <a:noFill/>
            <a:ln w="158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127" name="Freeform 806">
              <a:extLst>
                <a:ext uri="{FF2B5EF4-FFF2-40B4-BE49-F238E27FC236}">
                  <a16:creationId xmlns:a16="http://schemas.microsoft.com/office/drawing/2014/main" id="{6AD0F423-470C-4910-8804-AD7504CAE3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4" y="853"/>
              <a:ext cx="12" cy="11"/>
            </a:xfrm>
            <a:custGeom>
              <a:avLst/>
              <a:gdLst>
                <a:gd name="T0" fmla="*/ 0 w 8"/>
                <a:gd name="T1" fmla="*/ 27 h 7"/>
                <a:gd name="T2" fmla="*/ 27 w 8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7">
                  <a:moveTo>
                    <a:pt x="0" y="7"/>
                  </a:moveTo>
                  <a:cubicBezTo>
                    <a:pt x="0" y="3"/>
                    <a:pt x="6" y="0"/>
                    <a:pt x="8" y="0"/>
                  </a:cubicBezTo>
                </a:path>
              </a:pathLst>
            </a:custGeom>
            <a:noFill/>
            <a:ln w="158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128" name="Freeform 807">
              <a:extLst>
                <a:ext uri="{FF2B5EF4-FFF2-40B4-BE49-F238E27FC236}">
                  <a16:creationId xmlns:a16="http://schemas.microsoft.com/office/drawing/2014/main" id="{2FAFBE2D-072F-43DA-852A-36FD96799AD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2" y="867"/>
              <a:ext cx="12" cy="9"/>
            </a:xfrm>
            <a:custGeom>
              <a:avLst/>
              <a:gdLst>
                <a:gd name="T0" fmla="*/ 0 w 8"/>
                <a:gd name="T1" fmla="*/ 21 h 6"/>
                <a:gd name="T2" fmla="*/ 21 w 8"/>
                <a:gd name="T3" fmla="*/ 14 h 6"/>
                <a:gd name="T4" fmla="*/ 27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6"/>
                  </a:moveTo>
                  <a:cubicBezTo>
                    <a:pt x="2" y="6"/>
                    <a:pt x="4" y="6"/>
                    <a:pt x="6" y="4"/>
                  </a:cubicBezTo>
                  <a:cubicBezTo>
                    <a:pt x="7" y="3"/>
                    <a:pt x="8" y="1"/>
                    <a:pt x="8" y="0"/>
                  </a:cubicBezTo>
                </a:path>
              </a:pathLst>
            </a:custGeom>
            <a:noFill/>
            <a:ln w="158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129" name="Freeform 808">
              <a:extLst>
                <a:ext uri="{FF2B5EF4-FFF2-40B4-BE49-F238E27FC236}">
                  <a16:creationId xmlns:a16="http://schemas.microsoft.com/office/drawing/2014/main" id="{550B1449-B857-4B27-9668-C3447164730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9" y="782"/>
              <a:ext cx="181" cy="85"/>
            </a:xfrm>
            <a:custGeom>
              <a:avLst/>
              <a:gdLst>
                <a:gd name="T0" fmla="*/ 425 w 117"/>
                <a:gd name="T1" fmla="*/ 29 h 55"/>
                <a:gd name="T2" fmla="*/ 232 w 117"/>
                <a:gd name="T3" fmla="*/ 202 h 55"/>
                <a:gd name="T4" fmla="*/ 319 w 117"/>
                <a:gd name="T5" fmla="*/ 114 h 55"/>
                <a:gd name="T6" fmla="*/ 130 w 117"/>
                <a:gd name="T7" fmla="*/ 192 h 55"/>
                <a:gd name="T8" fmla="*/ 201 w 117"/>
                <a:gd name="T9" fmla="*/ 127 h 55"/>
                <a:gd name="T10" fmla="*/ 135 w 117"/>
                <a:gd name="T11" fmla="*/ 148 h 55"/>
                <a:gd name="T12" fmla="*/ 19 w 117"/>
                <a:gd name="T13" fmla="*/ 170 h 55"/>
                <a:gd name="T14" fmla="*/ 77 w 117"/>
                <a:gd name="T15" fmla="*/ 136 h 55"/>
                <a:gd name="T16" fmla="*/ 0 w 117"/>
                <a:gd name="T17" fmla="*/ 141 h 55"/>
                <a:gd name="T18" fmla="*/ 266 w 117"/>
                <a:gd name="T19" fmla="*/ 14 h 55"/>
                <a:gd name="T20" fmla="*/ 150 w 117"/>
                <a:gd name="T21" fmla="*/ 93 h 55"/>
                <a:gd name="T22" fmla="*/ 351 w 117"/>
                <a:gd name="T23" fmla="*/ 22 h 55"/>
                <a:gd name="T24" fmla="*/ 292 w 117"/>
                <a:gd name="T25" fmla="*/ 96 h 55"/>
                <a:gd name="T26" fmla="*/ 433 w 117"/>
                <a:gd name="T27" fmla="*/ 0 h 55"/>
                <a:gd name="T28" fmla="*/ 419 w 117"/>
                <a:gd name="T29" fmla="*/ 56 h 55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17" h="55">
                  <a:moveTo>
                    <a:pt x="115" y="8"/>
                  </a:moveTo>
                  <a:cubicBezTo>
                    <a:pt x="114" y="33"/>
                    <a:pt x="82" y="48"/>
                    <a:pt x="63" y="55"/>
                  </a:cubicBezTo>
                  <a:cubicBezTo>
                    <a:pt x="74" y="52"/>
                    <a:pt x="83" y="42"/>
                    <a:pt x="86" y="31"/>
                  </a:cubicBezTo>
                  <a:cubicBezTo>
                    <a:pt x="71" y="39"/>
                    <a:pt x="53" y="51"/>
                    <a:pt x="35" y="52"/>
                  </a:cubicBezTo>
                  <a:cubicBezTo>
                    <a:pt x="41" y="47"/>
                    <a:pt x="51" y="42"/>
                    <a:pt x="54" y="34"/>
                  </a:cubicBezTo>
                  <a:cubicBezTo>
                    <a:pt x="48" y="33"/>
                    <a:pt x="42" y="38"/>
                    <a:pt x="36" y="40"/>
                  </a:cubicBezTo>
                  <a:cubicBezTo>
                    <a:pt x="26" y="43"/>
                    <a:pt x="15" y="43"/>
                    <a:pt x="5" y="46"/>
                  </a:cubicBezTo>
                  <a:cubicBezTo>
                    <a:pt x="10" y="43"/>
                    <a:pt x="16" y="41"/>
                    <a:pt x="21" y="37"/>
                  </a:cubicBezTo>
                  <a:cubicBezTo>
                    <a:pt x="14" y="37"/>
                    <a:pt x="5" y="38"/>
                    <a:pt x="0" y="38"/>
                  </a:cubicBezTo>
                  <a:cubicBezTo>
                    <a:pt x="23" y="30"/>
                    <a:pt x="56" y="24"/>
                    <a:pt x="72" y="4"/>
                  </a:cubicBezTo>
                  <a:cubicBezTo>
                    <a:pt x="67" y="16"/>
                    <a:pt x="52" y="20"/>
                    <a:pt x="41" y="25"/>
                  </a:cubicBezTo>
                  <a:cubicBezTo>
                    <a:pt x="51" y="34"/>
                    <a:pt x="86" y="12"/>
                    <a:pt x="95" y="6"/>
                  </a:cubicBezTo>
                  <a:cubicBezTo>
                    <a:pt x="94" y="14"/>
                    <a:pt x="84" y="21"/>
                    <a:pt x="79" y="26"/>
                  </a:cubicBezTo>
                  <a:cubicBezTo>
                    <a:pt x="95" y="22"/>
                    <a:pt x="108" y="12"/>
                    <a:pt x="117" y="0"/>
                  </a:cubicBezTo>
                  <a:cubicBezTo>
                    <a:pt x="116" y="5"/>
                    <a:pt x="115" y="10"/>
                    <a:pt x="113" y="15"/>
                  </a:cubicBezTo>
                </a:path>
              </a:pathLst>
            </a:custGeom>
            <a:solidFill>
              <a:srgbClr val="F7B4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130" name="Freeform 809">
              <a:extLst>
                <a:ext uri="{FF2B5EF4-FFF2-40B4-BE49-F238E27FC236}">
                  <a16:creationId xmlns:a16="http://schemas.microsoft.com/office/drawing/2014/main" id="{4C317498-0560-47BF-B091-83AD7E00CE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7" y="769"/>
              <a:ext cx="101" cy="50"/>
            </a:xfrm>
            <a:custGeom>
              <a:avLst/>
              <a:gdLst>
                <a:gd name="T0" fmla="*/ 225 w 65"/>
                <a:gd name="T1" fmla="*/ 66 h 32"/>
                <a:gd name="T2" fmla="*/ 48 w 65"/>
                <a:gd name="T3" fmla="*/ 117 h 32"/>
                <a:gd name="T4" fmla="*/ 113 w 65"/>
                <a:gd name="T5" fmla="*/ 88 h 32"/>
                <a:gd name="T6" fmla="*/ 0 w 65"/>
                <a:gd name="T7" fmla="*/ 95 h 32"/>
                <a:gd name="T8" fmla="*/ 121 w 65"/>
                <a:gd name="T9" fmla="*/ 39 h 32"/>
                <a:gd name="T10" fmla="*/ 205 w 65"/>
                <a:gd name="T11" fmla="*/ 0 h 32"/>
                <a:gd name="T12" fmla="*/ 109 w 65"/>
                <a:gd name="T13" fmla="*/ 66 h 32"/>
                <a:gd name="T14" fmla="*/ 182 w 65"/>
                <a:gd name="T15" fmla="*/ 53 h 32"/>
                <a:gd name="T16" fmla="*/ 244 w 65"/>
                <a:gd name="T17" fmla="*/ 47 h 32"/>
                <a:gd name="T18" fmla="*/ 210 w 65"/>
                <a:gd name="T19" fmla="*/ 75 h 3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5" h="32">
                  <a:moveTo>
                    <a:pt x="60" y="17"/>
                  </a:moveTo>
                  <a:cubicBezTo>
                    <a:pt x="46" y="28"/>
                    <a:pt x="30" y="28"/>
                    <a:pt x="13" y="31"/>
                  </a:cubicBezTo>
                  <a:cubicBezTo>
                    <a:pt x="17" y="32"/>
                    <a:pt x="26" y="26"/>
                    <a:pt x="30" y="23"/>
                  </a:cubicBezTo>
                  <a:cubicBezTo>
                    <a:pt x="19" y="23"/>
                    <a:pt x="10" y="23"/>
                    <a:pt x="0" y="25"/>
                  </a:cubicBezTo>
                  <a:cubicBezTo>
                    <a:pt x="10" y="19"/>
                    <a:pt x="21" y="15"/>
                    <a:pt x="32" y="10"/>
                  </a:cubicBezTo>
                  <a:cubicBezTo>
                    <a:pt x="39" y="6"/>
                    <a:pt x="48" y="4"/>
                    <a:pt x="55" y="0"/>
                  </a:cubicBezTo>
                  <a:cubicBezTo>
                    <a:pt x="47" y="6"/>
                    <a:pt x="36" y="9"/>
                    <a:pt x="29" y="17"/>
                  </a:cubicBezTo>
                  <a:cubicBezTo>
                    <a:pt x="35" y="16"/>
                    <a:pt x="42" y="15"/>
                    <a:pt x="48" y="14"/>
                  </a:cubicBezTo>
                  <a:cubicBezTo>
                    <a:pt x="53" y="14"/>
                    <a:pt x="62" y="14"/>
                    <a:pt x="65" y="12"/>
                  </a:cubicBezTo>
                  <a:cubicBezTo>
                    <a:pt x="64" y="16"/>
                    <a:pt x="59" y="19"/>
                    <a:pt x="56" y="20"/>
                  </a:cubicBezTo>
                </a:path>
              </a:pathLst>
            </a:custGeom>
            <a:solidFill>
              <a:srgbClr val="F7B4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131" name="Freeform 810">
              <a:extLst>
                <a:ext uri="{FF2B5EF4-FFF2-40B4-BE49-F238E27FC236}">
                  <a16:creationId xmlns:a16="http://schemas.microsoft.com/office/drawing/2014/main" id="{8A3C39FB-3D0A-460E-9150-961AE5EB24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9" y="796"/>
              <a:ext cx="60" cy="38"/>
            </a:xfrm>
            <a:custGeom>
              <a:avLst/>
              <a:gdLst>
                <a:gd name="T0" fmla="*/ 0 w 39"/>
                <a:gd name="T1" fmla="*/ 88 h 25"/>
                <a:gd name="T2" fmla="*/ 142 w 39"/>
                <a:gd name="T3" fmla="*/ 0 h 25"/>
                <a:gd name="T4" fmla="*/ 100 w 39"/>
                <a:gd name="T5" fmla="*/ 41 h 25"/>
                <a:gd name="T6" fmla="*/ 69 w 39"/>
                <a:gd name="T7" fmla="*/ 88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" h="25">
                  <a:moveTo>
                    <a:pt x="0" y="25"/>
                  </a:moveTo>
                  <a:cubicBezTo>
                    <a:pt x="15" y="19"/>
                    <a:pt x="24" y="5"/>
                    <a:pt x="39" y="0"/>
                  </a:cubicBezTo>
                  <a:cubicBezTo>
                    <a:pt x="36" y="5"/>
                    <a:pt x="30" y="7"/>
                    <a:pt x="27" y="12"/>
                  </a:cubicBezTo>
                  <a:cubicBezTo>
                    <a:pt x="24" y="16"/>
                    <a:pt x="23" y="21"/>
                    <a:pt x="19" y="25"/>
                  </a:cubicBezTo>
                </a:path>
              </a:pathLst>
            </a:custGeom>
            <a:solidFill>
              <a:srgbClr val="F7B4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132" name="Freeform 811">
              <a:extLst>
                <a:ext uri="{FF2B5EF4-FFF2-40B4-BE49-F238E27FC236}">
                  <a16:creationId xmlns:a16="http://schemas.microsoft.com/office/drawing/2014/main" id="{A9760840-DF65-4BAD-9B38-B19781A8D2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5" y="2270"/>
              <a:ext cx="53" cy="587"/>
            </a:xfrm>
            <a:custGeom>
              <a:avLst/>
              <a:gdLst>
                <a:gd name="T0" fmla="*/ 83 w 34"/>
                <a:gd name="T1" fmla="*/ 0 h 380"/>
                <a:gd name="T2" fmla="*/ 129 w 34"/>
                <a:gd name="T3" fmla="*/ 1401 h 380"/>
                <a:gd name="T4" fmla="*/ 83 w 34"/>
                <a:gd name="T5" fmla="*/ 0 h 38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380">
                  <a:moveTo>
                    <a:pt x="22" y="0"/>
                  </a:moveTo>
                  <a:cubicBezTo>
                    <a:pt x="22" y="0"/>
                    <a:pt x="0" y="234"/>
                    <a:pt x="34" y="380"/>
                  </a:cubicBezTo>
                  <a:cubicBezTo>
                    <a:pt x="34" y="380"/>
                    <a:pt x="12" y="116"/>
                    <a:pt x="2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133" name="Freeform 812">
              <a:extLst>
                <a:ext uri="{FF2B5EF4-FFF2-40B4-BE49-F238E27FC236}">
                  <a16:creationId xmlns:a16="http://schemas.microsoft.com/office/drawing/2014/main" id="{508BC24E-BDA0-48CC-9140-96452D1504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4" y="2460"/>
              <a:ext cx="54" cy="480"/>
            </a:xfrm>
            <a:custGeom>
              <a:avLst/>
              <a:gdLst>
                <a:gd name="T0" fmla="*/ 128 w 35"/>
                <a:gd name="T1" fmla="*/ 0 h 311"/>
                <a:gd name="T2" fmla="*/ 0 w 35"/>
                <a:gd name="T3" fmla="*/ 1144 h 311"/>
                <a:gd name="T4" fmla="*/ 128 w 35"/>
                <a:gd name="T5" fmla="*/ 0 h 3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311">
                  <a:moveTo>
                    <a:pt x="35" y="0"/>
                  </a:moveTo>
                  <a:cubicBezTo>
                    <a:pt x="35" y="0"/>
                    <a:pt x="21" y="223"/>
                    <a:pt x="0" y="311"/>
                  </a:cubicBezTo>
                  <a:cubicBezTo>
                    <a:pt x="0" y="311"/>
                    <a:pt x="28" y="21"/>
                    <a:pt x="35" y="0"/>
                  </a:cubicBezTo>
                  <a:close/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134" name="Freeform 813">
              <a:extLst>
                <a:ext uri="{FF2B5EF4-FFF2-40B4-BE49-F238E27FC236}">
                  <a16:creationId xmlns:a16="http://schemas.microsoft.com/office/drawing/2014/main" id="{DBD0ADE1-36E0-4552-B0E0-85B8C17DC3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2" y="1566"/>
              <a:ext cx="34" cy="249"/>
            </a:xfrm>
            <a:custGeom>
              <a:avLst/>
              <a:gdLst>
                <a:gd name="T0" fmla="*/ 8 w 22"/>
                <a:gd name="T1" fmla="*/ 0 h 161"/>
                <a:gd name="T2" fmla="*/ 34 w 22"/>
                <a:gd name="T3" fmla="*/ 167 h 161"/>
                <a:gd name="T4" fmla="*/ 14 w 22"/>
                <a:gd name="T5" fmla="*/ 292 h 161"/>
                <a:gd name="T6" fmla="*/ 22 w 22"/>
                <a:gd name="T7" fmla="*/ 595 h 161"/>
                <a:gd name="T8" fmla="*/ 74 w 22"/>
                <a:gd name="T9" fmla="*/ 218 h 161"/>
                <a:gd name="T10" fmla="*/ 8 w 22"/>
                <a:gd name="T11" fmla="*/ 0 h 16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161">
                  <a:moveTo>
                    <a:pt x="2" y="0"/>
                  </a:moveTo>
                  <a:cubicBezTo>
                    <a:pt x="1" y="14"/>
                    <a:pt x="10" y="30"/>
                    <a:pt x="9" y="45"/>
                  </a:cubicBezTo>
                  <a:cubicBezTo>
                    <a:pt x="9" y="57"/>
                    <a:pt x="5" y="68"/>
                    <a:pt x="4" y="79"/>
                  </a:cubicBezTo>
                  <a:cubicBezTo>
                    <a:pt x="2" y="104"/>
                    <a:pt x="0" y="137"/>
                    <a:pt x="6" y="161"/>
                  </a:cubicBezTo>
                  <a:cubicBezTo>
                    <a:pt x="13" y="128"/>
                    <a:pt x="16" y="93"/>
                    <a:pt x="20" y="59"/>
                  </a:cubicBezTo>
                  <a:cubicBezTo>
                    <a:pt x="22" y="36"/>
                    <a:pt x="21" y="16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135" name="Freeform 814">
              <a:extLst>
                <a:ext uri="{FF2B5EF4-FFF2-40B4-BE49-F238E27FC236}">
                  <a16:creationId xmlns:a16="http://schemas.microsoft.com/office/drawing/2014/main" id="{0E84B21B-BB11-49DE-9D78-6C3C5C124F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0" y="1543"/>
              <a:ext cx="42" cy="266"/>
            </a:xfrm>
            <a:custGeom>
              <a:avLst/>
              <a:gdLst>
                <a:gd name="T0" fmla="*/ 75 w 27"/>
                <a:gd name="T1" fmla="*/ 0 h 172"/>
                <a:gd name="T2" fmla="*/ 56 w 27"/>
                <a:gd name="T3" fmla="*/ 127 h 172"/>
                <a:gd name="T4" fmla="*/ 73 w 27"/>
                <a:gd name="T5" fmla="*/ 277 h 172"/>
                <a:gd name="T6" fmla="*/ 90 w 27"/>
                <a:gd name="T7" fmla="*/ 636 h 172"/>
                <a:gd name="T8" fmla="*/ 75 w 27"/>
                <a:gd name="T9" fmla="*/ 445 h 172"/>
                <a:gd name="T10" fmla="*/ 34 w 27"/>
                <a:gd name="T11" fmla="*/ 263 h 172"/>
                <a:gd name="T12" fmla="*/ 62 w 27"/>
                <a:gd name="T13" fmla="*/ 19 h 17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" h="172">
                  <a:moveTo>
                    <a:pt x="20" y="0"/>
                  </a:moveTo>
                  <a:cubicBezTo>
                    <a:pt x="21" y="9"/>
                    <a:pt x="15" y="23"/>
                    <a:pt x="15" y="34"/>
                  </a:cubicBezTo>
                  <a:cubicBezTo>
                    <a:pt x="15" y="48"/>
                    <a:pt x="17" y="61"/>
                    <a:pt x="19" y="75"/>
                  </a:cubicBezTo>
                  <a:cubicBezTo>
                    <a:pt x="24" y="106"/>
                    <a:pt x="27" y="139"/>
                    <a:pt x="24" y="172"/>
                  </a:cubicBezTo>
                  <a:cubicBezTo>
                    <a:pt x="20" y="156"/>
                    <a:pt x="22" y="136"/>
                    <a:pt x="20" y="120"/>
                  </a:cubicBezTo>
                  <a:cubicBezTo>
                    <a:pt x="17" y="103"/>
                    <a:pt x="12" y="87"/>
                    <a:pt x="9" y="71"/>
                  </a:cubicBezTo>
                  <a:cubicBezTo>
                    <a:pt x="7" y="54"/>
                    <a:pt x="0" y="16"/>
                    <a:pt x="17" y="5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136" name="Freeform 815">
              <a:extLst>
                <a:ext uri="{FF2B5EF4-FFF2-40B4-BE49-F238E27FC236}">
                  <a16:creationId xmlns:a16="http://schemas.microsoft.com/office/drawing/2014/main" id="{7CD7AD55-DF78-4E3F-B957-0FF7C4EB52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4" y="1582"/>
              <a:ext cx="53" cy="47"/>
            </a:xfrm>
            <a:custGeom>
              <a:avLst/>
              <a:gdLst>
                <a:gd name="T0" fmla="*/ 5 w 34"/>
                <a:gd name="T1" fmla="*/ 76 h 31"/>
                <a:gd name="T2" fmla="*/ 129 w 34"/>
                <a:gd name="T3" fmla="*/ 108 h 31"/>
                <a:gd name="T4" fmla="*/ 0 w 34"/>
                <a:gd name="T5" fmla="*/ 88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31">
                  <a:moveTo>
                    <a:pt x="1" y="22"/>
                  </a:moveTo>
                  <a:cubicBezTo>
                    <a:pt x="7" y="0"/>
                    <a:pt x="28" y="22"/>
                    <a:pt x="34" y="31"/>
                  </a:cubicBezTo>
                  <a:cubicBezTo>
                    <a:pt x="22" y="24"/>
                    <a:pt x="14" y="21"/>
                    <a:pt x="0" y="25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137" name="Freeform 816">
              <a:extLst>
                <a:ext uri="{FF2B5EF4-FFF2-40B4-BE49-F238E27FC236}">
                  <a16:creationId xmlns:a16="http://schemas.microsoft.com/office/drawing/2014/main" id="{C112F08F-23E7-48C0-B8C0-086847C7F0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0" y="1804"/>
              <a:ext cx="235" cy="287"/>
            </a:xfrm>
            <a:custGeom>
              <a:avLst/>
              <a:gdLst>
                <a:gd name="T0" fmla="*/ 289 w 152"/>
                <a:gd name="T1" fmla="*/ 26 h 186"/>
                <a:gd name="T2" fmla="*/ 40 w 152"/>
                <a:gd name="T3" fmla="*/ 352 h 186"/>
                <a:gd name="T4" fmla="*/ 258 w 152"/>
                <a:gd name="T5" fmla="*/ 614 h 186"/>
                <a:gd name="T6" fmla="*/ 543 w 152"/>
                <a:gd name="T7" fmla="*/ 284 h 186"/>
                <a:gd name="T8" fmla="*/ 445 w 152"/>
                <a:gd name="T9" fmla="*/ 0 h 1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2" h="186">
                  <a:moveTo>
                    <a:pt x="78" y="7"/>
                  </a:moveTo>
                  <a:cubicBezTo>
                    <a:pt x="48" y="7"/>
                    <a:pt x="17" y="72"/>
                    <a:pt x="11" y="96"/>
                  </a:cubicBezTo>
                  <a:cubicBezTo>
                    <a:pt x="0" y="139"/>
                    <a:pt x="17" y="186"/>
                    <a:pt x="70" y="167"/>
                  </a:cubicBezTo>
                  <a:cubicBezTo>
                    <a:pt x="113" y="151"/>
                    <a:pt x="139" y="120"/>
                    <a:pt x="147" y="77"/>
                  </a:cubicBezTo>
                  <a:cubicBezTo>
                    <a:pt x="152" y="49"/>
                    <a:pt x="147" y="15"/>
                    <a:pt x="120" y="0"/>
                  </a:cubicBezTo>
                </a:path>
              </a:pathLst>
            </a:custGeom>
            <a:solidFill>
              <a:srgbClr val="F7F2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138" name="Freeform 817">
              <a:extLst>
                <a:ext uri="{FF2B5EF4-FFF2-40B4-BE49-F238E27FC236}">
                  <a16:creationId xmlns:a16="http://schemas.microsoft.com/office/drawing/2014/main" id="{948362E4-A2D0-4702-BD54-85883E134BB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7" y="2161"/>
              <a:ext cx="209" cy="217"/>
            </a:xfrm>
            <a:custGeom>
              <a:avLst/>
              <a:gdLst>
                <a:gd name="T0" fmla="*/ 0 w 135"/>
                <a:gd name="T1" fmla="*/ 100 h 141"/>
                <a:gd name="T2" fmla="*/ 502 w 135"/>
                <a:gd name="T3" fmla="*/ 232 h 141"/>
                <a:gd name="T4" fmla="*/ 108 w 135"/>
                <a:gd name="T5" fmla="*/ 0 h 1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5" h="141">
                  <a:moveTo>
                    <a:pt x="0" y="27"/>
                  </a:moveTo>
                  <a:cubicBezTo>
                    <a:pt x="6" y="77"/>
                    <a:pt x="135" y="141"/>
                    <a:pt x="135" y="64"/>
                  </a:cubicBezTo>
                  <a:cubicBezTo>
                    <a:pt x="135" y="13"/>
                    <a:pt x="68" y="0"/>
                    <a:pt x="29" y="0"/>
                  </a:cubicBezTo>
                </a:path>
              </a:pathLst>
            </a:custGeom>
            <a:solidFill>
              <a:srgbClr val="F7F2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139" name="Freeform 818">
              <a:extLst>
                <a:ext uri="{FF2B5EF4-FFF2-40B4-BE49-F238E27FC236}">
                  <a16:creationId xmlns:a16="http://schemas.microsoft.com/office/drawing/2014/main" id="{C7814391-1E00-4365-BACB-84DFC65521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2" y="1254"/>
              <a:ext cx="81" cy="110"/>
            </a:xfrm>
            <a:custGeom>
              <a:avLst/>
              <a:gdLst>
                <a:gd name="T0" fmla="*/ 184 w 52"/>
                <a:gd name="T1" fmla="*/ 0 h 71"/>
                <a:gd name="T2" fmla="*/ 182 w 52"/>
                <a:gd name="T3" fmla="*/ 60 h 71"/>
                <a:gd name="T4" fmla="*/ 151 w 52"/>
                <a:gd name="T5" fmla="*/ 130 h 71"/>
                <a:gd name="T6" fmla="*/ 95 w 52"/>
                <a:gd name="T7" fmla="*/ 175 h 71"/>
                <a:gd name="T8" fmla="*/ 48 w 52"/>
                <a:gd name="T9" fmla="*/ 201 h 71"/>
                <a:gd name="T10" fmla="*/ 0 w 52"/>
                <a:gd name="T11" fmla="*/ 218 h 71"/>
                <a:gd name="T12" fmla="*/ 190 w 52"/>
                <a:gd name="T13" fmla="*/ 19 h 7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2" h="71">
                  <a:moveTo>
                    <a:pt x="49" y="0"/>
                  </a:moveTo>
                  <a:cubicBezTo>
                    <a:pt x="47" y="4"/>
                    <a:pt x="49" y="11"/>
                    <a:pt x="48" y="16"/>
                  </a:cubicBezTo>
                  <a:cubicBezTo>
                    <a:pt x="47" y="22"/>
                    <a:pt x="44" y="30"/>
                    <a:pt x="40" y="35"/>
                  </a:cubicBezTo>
                  <a:cubicBezTo>
                    <a:pt x="36" y="41"/>
                    <a:pt x="31" y="44"/>
                    <a:pt x="25" y="47"/>
                  </a:cubicBezTo>
                  <a:cubicBezTo>
                    <a:pt x="21" y="50"/>
                    <a:pt x="17" y="53"/>
                    <a:pt x="13" y="54"/>
                  </a:cubicBezTo>
                  <a:cubicBezTo>
                    <a:pt x="9" y="55"/>
                    <a:pt x="4" y="57"/>
                    <a:pt x="0" y="59"/>
                  </a:cubicBezTo>
                  <a:cubicBezTo>
                    <a:pt x="34" y="71"/>
                    <a:pt x="52" y="34"/>
                    <a:pt x="5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140" name="Freeform 819">
              <a:extLst>
                <a:ext uri="{FF2B5EF4-FFF2-40B4-BE49-F238E27FC236}">
                  <a16:creationId xmlns:a16="http://schemas.microsoft.com/office/drawing/2014/main" id="{F9CD99DB-2A1A-4F0E-9DD8-08499CFB6B8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2" y="1239"/>
              <a:ext cx="127" cy="51"/>
            </a:xfrm>
            <a:custGeom>
              <a:avLst/>
              <a:gdLst>
                <a:gd name="T0" fmla="*/ 0 w 82"/>
                <a:gd name="T1" fmla="*/ 36 h 33"/>
                <a:gd name="T2" fmla="*/ 305 w 82"/>
                <a:gd name="T3" fmla="*/ 0 h 33"/>
                <a:gd name="T4" fmla="*/ 0 w 82"/>
                <a:gd name="T5" fmla="*/ 36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2" h="33">
                  <a:moveTo>
                    <a:pt x="0" y="10"/>
                  </a:moveTo>
                  <a:cubicBezTo>
                    <a:pt x="0" y="10"/>
                    <a:pt x="49" y="33"/>
                    <a:pt x="82" y="0"/>
                  </a:cubicBezTo>
                  <a:cubicBezTo>
                    <a:pt x="82" y="0"/>
                    <a:pt x="51" y="27"/>
                    <a:pt x="0" y="10"/>
                  </a:cubicBezTo>
                  <a:close/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141" name="Freeform 820">
              <a:extLst>
                <a:ext uri="{FF2B5EF4-FFF2-40B4-BE49-F238E27FC236}">
                  <a16:creationId xmlns:a16="http://schemas.microsoft.com/office/drawing/2014/main" id="{0BC7270F-83E3-4882-BE06-9F885417F2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2" y="868"/>
              <a:ext cx="36" cy="156"/>
            </a:xfrm>
            <a:custGeom>
              <a:avLst/>
              <a:gdLst>
                <a:gd name="T0" fmla="*/ 83 w 23"/>
                <a:gd name="T1" fmla="*/ 34 h 101"/>
                <a:gd name="T2" fmla="*/ 88 w 23"/>
                <a:gd name="T3" fmla="*/ 148 h 101"/>
                <a:gd name="T4" fmla="*/ 69 w 23"/>
                <a:gd name="T5" fmla="*/ 114 h 101"/>
                <a:gd name="T6" fmla="*/ 53 w 23"/>
                <a:gd name="T7" fmla="*/ 236 h 101"/>
                <a:gd name="T8" fmla="*/ 53 w 23"/>
                <a:gd name="T9" fmla="*/ 372 h 101"/>
                <a:gd name="T10" fmla="*/ 27 w 23"/>
                <a:gd name="T11" fmla="*/ 222 h 101"/>
                <a:gd name="T12" fmla="*/ 0 w 23"/>
                <a:gd name="T13" fmla="*/ 86 h 101"/>
                <a:gd name="T14" fmla="*/ 20 w 23"/>
                <a:gd name="T15" fmla="*/ 158 h 101"/>
                <a:gd name="T16" fmla="*/ 31 w 23"/>
                <a:gd name="T17" fmla="*/ 0 h 101"/>
                <a:gd name="T18" fmla="*/ 39 w 23"/>
                <a:gd name="T19" fmla="*/ 76 h 101"/>
                <a:gd name="T20" fmla="*/ 56 w 23"/>
                <a:gd name="T21" fmla="*/ 29 h 101"/>
                <a:gd name="T22" fmla="*/ 69 w 23"/>
                <a:gd name="T23" fmla="*/ 40 h 101"/>
                <a:gd name="T24" fmla="*/ 81 w 23"/>
                <a:gd name="T25" fmla="*/ 34 h 10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3" h="101">
                  <a:moveTo>
                    <a:pt x="22" y="9"/>
                  </a:moveTo>
                  <a:cubicBezTo>
                    <a:pt x="22" y="19"/>
                    <a:pt x="20" y="31"/>
                    <a:pt x="23" y="40"/>
                  </a:cubicBezTo>
                  <a:cubicBezTo>
                    <a:pt x="21" y="38"/>
                    <a:pt x="20" y="34"/>
                    <a:pt x="18" y="31"/>
                  </a:cubicBezTo>
                  <a:cubicBezTo>
                    <a:pt x="18" y="42"/>
                    <a:pt x="16" y="53"/>
                    <a:pt x="14" y="64"/>
                  </a:cubicBezTo>
                  <a:cubicBezTo>
                    <a:pt x="13" y="76"/>
                    <a:pt x="16" y="89"/>
                    <a:pt x="14" y="101"/>
                  </a:cubicBezTo>
                  <a:cubicBezTo>
                    <a:pt x="6" y="94"/>
                    <a:pt x="8" y="71"/>
                    <a:pt x="7" y="60"/>
                  </a:cubicBezTo>
                  <a:cubicBezTo>
                    <a:pt x="5" y="48"/>
                    <a:pt x="1" y="35"/>
                    <a:pt x="0" y="23"/>
                  </a:cubicBezTo>
                  <a:cubicBezTo>
                    <a:pt x="2" y="29"/>
                    <a:pt x="3" y="36"/>
                    <a:pt x="5" y="43"/>
                  </a:cubicBezTo>
                  <a:cubicBezTo>
                    <a:pt x="5" y="29"/>
                    <a:pt x="7" y="15"/>
                    <a:pt x="8" y="0"/>
                  </a:cubicBezTo>
                  <a:cubicBezTo>
                    <a:pt x="7" y="7"/>
                    <a:pt x="8" y="15"/>
                    <a:pt x="10" y="21"/>
                  </a:cubicBezTo>
                  <a:cubicBezTo>
                    <a:pt x="10" y="17"/>
                    <a:pt x="13" y="11"/>
                    <a:pt x="15" y="8"/>
                  </a:cubicBezTo>
                  <a:cubicBezTo>
                    <a:pt x="16" y="9"/>
                    <a:pt x="17" y="9"/>
                    <a:pt x="18" y="11"/>
                  </a:cubicBezTo>
                  <a:cubicBezTo>
                    <a:pt x="19" y="10"/>
                    <a:pt x="21" y="9"/>
                    <a:pt x="21" y="9"/>
                  </a:cubicBezTo>
                </a:path>
              </a:pathLst>
            </a:custGeom>
            <a:solidFill>
              <a:srgbClr val="F7B4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142" name="Freeform 821">
              <a:extLst>
                <a:ext uri="{FF2B5EF4-FFF2-40B4-BE49-F238E27FC236}">
                  <a16:creationId xmlns:a16="http://schemas.microsoft.com/office/drawing/2014/main" id="{B2DA3510-D2DE-41CD-99E6-E715B092219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8" y="848"/>
              <a:ext cx="37" cy="51"/>
            </a:xfrm>
            <a:custGeom>
              <a:avLst/>
              <a:gdLst>
                <a:gd name="T0" fmla="*/ 0 w 24"/>
                <a:gd name="T1" fmla="*/ 0 h 33"/>
                <a:gd name="T2" fmla="*/ 34 w 24"/>
                <a:gd name="T3" fmla="*/ 34 h 33"/>
                <a:gd name="T4" fmla="*/ 66 w 24"/>
                <a:gd name="T5" fmla="*/ 48 h 33"/>
                <a:gd name="T6" fmla="*/ 80 w 24"/>
                <a:gd name="T7" fmla="*/ 82 h 33"/>
                <a:gd name="T8" fmla="*/ 76 w 24"/>
                <a:gd name="T9" fmla="*/ 122 h 33"/>
                <a:gd name="T10" fmla="*/ 74 w 24"/>
                <a:gd name="T11" fmla="*/ 82 h 33"/>
                <a:gd name="T12" fmla="*/ 48 w 24"/>
                <a:gd name="T13" fmla="*/ 45 h 33"/>
                <a:gd name="T14" fmla="*/ 14 w 24"/>
                <a:gd name="T15" fmla="*/ 22 h 33"/>
                <a:gd name="T16" fmla="*/ 0 w 24"/>
                <a:gd name="T17" fmla="*/ 5 h 3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4" h="33">
                  <a:moveTo>
                    <a:pt x="0" y="0"/>
                  </a:moveTo>
                  <a:cubicBezTo>
                    <a:pt x="2" y="2"/>
                    <a:pt x="6" y="6"/>
                    <a:pt x="9" y="9"/>
                  </a:cubicBezTo>
                  <a:cubicBezTo>
                    <a:pt x="12" y="10"/>
                    <a:pt x="15" y="11"/>
                    <a:pt x="18" y="13"/>
                  </a:cubicBezTo>
                  <a:cubicBezTo>
                    <a:pt x="20" y="15"/>
                    <a:pt x="22" y="19"/>
                    <a:pt x="22" y="22"/>
                  </a:cubicBezTo>
                  <a:cubicBezTo>
                    <a:pt x="22" y="24"/>
                    <a:pt x="24" y="33"/>
                    <a:pt x="21" y="33"/>
                  </a:cubicBezTo>
                  <a:cubicBezTo>
                    <a:pt x="20" y="30"/>
                    <a:pt x="20" y="26"/>
                    <a:pt x="20" y="22"/>
                  </a:cubicBezTo>
                  <a:cubicBezTo>
                    <a:pt x="19" y="18"/>
                    <a:pt x="16" y="15"/>
                    <a:pt x="13" y="12"/>
                  </a:cubicBezTo>
                  <a:cubicBezTo>
                    <a:pt x="10" y="10"/>
                    <a:pt x="7" y="8"/>
                    <a:pt x="4" y="6"/>
                  </a:cubicBezTo>
                  <a:cubicBezTo>
                    <a:pt x="2" y="5"/>
                    <a:pt x="1" y="3"/>
                    <a:pt x="0" y="1"/>
                  </a:cubicBezTo>
                </a:path>
              </a:pathLst>
            </a:custGeom>
            <a:solidFill>
              <a:srgbClr val="CC70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143" name="Freeform 822">
              <a:extLst>
                <a:ext uri="{FF2B5EF4-FFF2-40B4-BE49-F238E27FC236}">
                  <a16:creationId xmlns:a16="http://schemas.microsoft.com/office/drawing/2014/main" id="{907AAD33-DAE5-4774-B643-A640AE55FB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0" y="1126"/>
              <a:ext cx="69" cy="25"/>
            </a:xfrm>
            <a:custGeom>
              <a:avLst/>
              <a:gdLst>
                <a:gd name="T0" fmla="*/ 0 w 44"/>
                <a:gd name="T1" fmla="*/ 0 h 16"/>
                <a:gd name="T2" fmla="*/ 47 w 44"/>
                <a:gd name="T3" fmla="*/ 14 h 16"/>
                <a:gd name="T4" fmla="*/ 86 w 44"/>
                <a:gd name="T5" fmla="*/ 39 h 16"/>
                <a:gd name="T6" fmla="*/ 122 w 44"/>
                <a:gd name="T7" fmla="*/ 31 h 16"/>
                <a:gd name="T8" fmla="*/ 169 w 44"/>
                <a:gd name="T9" fmla="*/ 5 h 16"/>
                <a:gd name="T10" fmla="*/ 129 w 44"/>
                <a:gd name="T11" fmla="*/ 42 h 16"/>
                <a:gd name="T12" fmla="*/ 88 w 44"/>
                <a:gd name="T13" fmla="*/ 61 h 16"/>
                <a:gd name="T14" fmla="*/ 49 w 44"/>
                <a:gd name="T15" fmla="*/ 31 h 16"/>
                <a:gd name="T16" fmla="*/ 8 w 44"/>
                <a:gd name="T17" fmla="*/ 8 h 1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4" h="16">
                  <a:moveTo>
                    <a:pt x="0" y="0"/>
                  </a:moveTo>
                  <a:cubicBezTo>
                    <a:pt x="5" y="2"/>
                    <a:pt x="8" y="4"/>
                    <a:pt x="12" y="4"/>
                  </a:cubicBezTo>
                  <a:cubicBezTo>
                    <a:pt x="16" y="5"/>
                    <a:pt x="19" y="7"/>
                    <a:pt x="22" y="10"/>
                  </a:cubicBezTo>
                  <a:cubicBezTo>
                    <a:pt x="26" y="13"/>
                    <a:pt x="29" y="12"/>
                    <a:pt x="32" y="8"/>
                  </a:cubicBezTo>
                  <a:cubicBezTo>
                    <a:pt x="35" y="5"/>
                    <a:pt x="40" y="3"/>
                    <a:pt x="44" y="1"/>
                  </a:cubicBezTo>
                  <a:cubicBezTo>
                    <a:pt x="41" y="5"/>
                    <a:pt x="37" y="7"/>
                    <a:pt x="33" y="11"/>
                  </a:cubicBezTo>
                  <a:cubicBezTo>
                    <a:pt x="30" y="14"/>
                    <a:pt x="28" y="16"/>
                    <a:pt x="23" y="16"/>
                  </a:cubicBezTo>
                  <a:cubicBezTo>
                    <a:pt x="19" y="15"/>
                    <a:pt x="17" y="11"/>
                    <a:pt x="13" y="8"/>
                  </a:cubicBezTo>
                  <a:cubicBezTo>
                    <a:pt x="9" y="6"/>
                    <a:pt x="3" y="6"/>
                    <a:pt x="2" y="2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144" name="Freeform 823">
              <a:extLst>
                <a:ext uri="{FF2B5EF4-FFF2-40B4-BE49-F238E27FC236}">
                  <a16:creationId xmlns:a16="http://schemas.microsoft.com/office/drawing/2014/main" id="{AC2D4CFD-0B83-4E56-9C50-A16D0111A7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1" y="1086"/>
              <a:ext cx="31" cy="34"/>
            </a:xfrm>
            <a:custGeom>
              <a:avLst/>
              <a:gdLst>
                <a:gd name="T0" fmla="*/ 14 w 20"/>
                <a:gd name="T1" fmla="*/ 0 h 22"/>
                <a:gd name="T2" fmla="*/ 5 w 20"/>
                <a:gd name="T3" fmla="*/ 45 h 22"/>
                <a:gd name="T4" fmla="*/ 53 w 20"/>
                <a:gd name="T5" fmla="*/ 82 h 22"/>
                <a:gd name="T6" fmla="*/ 39 w 20"/>
                <a:gd name="T7" fmla="*/ 53 h 22"/>
                <a:gd name="T8" fmla="*/ 26 w 20"/>
                <a:gd name="T9" fmla="*/ 22 h 22"/>
                <a:gd name="T10" fmla="*/ 19 w 20"/>
                <a:gd name="T11" fmla="*/ 8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" h="22">
                  <a:moveTo>
                    <a:pt x="4" y="0"/>
                  </a:moveTo>
                  <a:cubicBezTo>
                    <a:pt x="2" y="4"/>
                    <a:pt x="0" y="7"/>
                    <a:pt x="1" y="12"/>
                  </a:cubicBezTo>
                  <a:cubicBezTo>
                    <a:pt x="1" y="17"/>
                    <a:pt x="8" y="22"/>
                    <a:pt x="14" y="22"/>
                  </a:cubicBezTo>
                  <a:cubicBezTo>
                    <a:pt x="20" y="21"/>
                    <a:pt x="11" y="16"/>
                    <a:pt x="10" y="14"/>
                  </a:cubicBezTo>
                  <a:cubicBezTo>
                    <a:pt x="8" y="11"/>
                    <a:pt x="8" y="9"/>
                    <a:pt x="7" y="6"/>
                  </a:cubicBezTo>
                  <a:cubicBezTo>
                    <a:pt x="7" y="4"/>
                    <a:pt x="7" y="2"/>
                    <a:pt x="5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145" name="Freeform 824">
              <a:extLst>
                <a:ext uri="{FF2B5EF4-FFF2-40B4-BE49-F238E27FC236}">
                  <a16:creationId xmlns:a16="http://schemas.microsoft.com/office/drawing/2014/main" id="{3153EA5F-97E2-4ADA-8C5A-890AB83AC19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4" y="1111"/>
              <a:ext cx="7" cy="17"/>
            </a:xfrm>
            <a:custGeom>
              <a:avLst/>
              <a:gdLst>
                <a:gd name="T0" fmla="*/ 6 w 5"/>
                <a:gd name="T1" fmla="*/ 0 h 11"/>
                <a:gd name="T2" fmla="*/ 14 w 5"/>
                <a:gd name="T3" fmla="*/ 34 h 11"/>
                <a:gd name="T4" fmla="*/ 1 w 5"/>
                <a:gd name="T5" fmla="*/ 5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11">
                  <a:moveTo>
                    <a:pt x="2" y="0"/>
                  </a:moveTo>
                  <a:cubicBezTo>
                    <a:pt x="2" y="2"/>
                    <a:pt x="0" y="11"/>
                    <a:pt x="5" y="9"/>
                  </a:cubicBezTo>
                  <a:cubicBezTo>
                    <a:pt x="1" y="8"/>
                    <a:pt x="1" y="4"/>
                    <a:pt x="1" y="1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146" name="Freeform 825">
              <a:extLst>
                <a:ext uri="{FF2B5EF4-FFF2-40B4-BE49-F238E27FC236}">
                  <a16:creationId xmlns:a16="http://schemas.microsoft.com/office/drawing/2014/main" id="{90AACF93-DE5E-4D17-AAFF-4037016ABBC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6" y="1111"/>
              <a:ext cx="7" cy="14"/>
            </a:xfrm>
            <a:custGeom>
              <a:avLst/>
              <a:gdLst>
                <a:gd name="T0" fmla="*/ 8 w 5"/>
                <a:gd name="T1" fmla="*/ 0 h 9"/>
                <a:gd name="T2" fmla="*/ 11 w 5"/>
                <a:gd name="T3" fmla="*/ 22 h 9"/>
                <a:gd name="T4" fmla="*/ 0 w 5"/>
                <a:gd name="T5" fmla="*/ 34 h 9"/>
                <a:gd name="T6" fmla="*/ 8 w 5"/>
                <a:gd name="T7" fmla="*/ 5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9">
                  <a:moveTo>
                    <a:pt x="3" y="0"/>
                  </a:moveTo>
                  <a:cubicBezTo>
                    <a:pt x="4" y="1"/>
                    <a:pt x="5" y="4"/>
                    <a:pt x="4" y="6"/>
                  </a:cubicBezTo>
                  <a:cubicBezTo>
                    <a:pt x="4" y="8"/>
                    <a:pt x="2" y="8"/>
                    <a:pt x="0" y="9"/>
                  </a:cubicBezTo>
                  <a:cubicBezTo>
                    <a:pt x="3" y="6"/>
                    <a:pt x="4" y="5"/>
                    <a:pt x="3" y="1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147" name="Freeform 826">
              <a:extLst>
                <a:ext uri="{FF2B5EF4-FFF2-40B4-BE49-F238E27FC236}">
                  <a16:creationId xmlns:a16="http://schemas.microsoft.com/office/drawing/2014/main" id="{7D363ACD-2FFE-4921-854E-E59CF6CE71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0" y="1016"/>
              <a:ext cx="47" cy="68"/>
            </a:xfrm>
            <a:custGeom>
              <a:avLst/>
              <a:gdLst>
                <a:gd name="T0" fmla="*/ 13 w 30"/>
                <a:gd name="T1" fmla="*/ 0 h 44"/>
                <a:gd name="T2" fmla="*/ 60 w 30"/>
                <a:gd name="T3" fmla="*/ 14 h 44"/>
                <a:gd name="T4" fmla="*/ 88 w 30"/>
                <a:gd name="T5" fmla="*/ 48 h 44"/>
                <a:gd name="T6" fmla="*/ 116 w 30"/>
                <a:gd name="T7" fmla="*/ 162 h 44"/>
                <a:gd name="T8" fmla="*/ 83 w 30"/>
                <a:gd name="T9" fmla="*/ 93 h 44"/>
                <a:gd name="T10" fmla="*/ 42 w 30"/>
                <a:gd name="T11" fmla="*/ 62 h 44"/>
                <a:gd name="T12" fmla="*/ 14 w 30"/>
                <a:gd name="T13" fmla="*/ 29 h 44"/>
                <a:gd name="T14" fmla="*/ 0 w 30"/>
                <a:gd name="T15" fmla="*/ 19 h 44"/>
                <a:gd name="T16" fmla="*/ 8 w 30"/>
                <a:gd name="T17" fmla="*/ 5 h 4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0" h="44">
                  <a:moveTo>
                    <a:pt x="3" y="0"/>
                  </a:moveTo>
                  <a:cubicBezTo>
                    <a:pt x="7" y="0"/>
                    <a:pt x="12" y="2"/>
                    <a:pt x="15" y="4"/>
                  </a:cubicBezTo>
                  <a:cubicBezTo>
                    <a:pt x="19" y="6"/>
                    <a:pt x="22" y="9"/>
                    <a:pt x="23" y="13"/>
                  </a:cubicBezTo>
                  <a:cubicBezTo>
                    <a:pt x="27" y="23"/>
                    <a:pt x="29" y="33"/>
                    <a:pt x="30" y="44"/>
                  </a:cubicBezTo>
                  <a:cubicBezTo>
                    <a:pt x="29" y="37"/>
                    <a:pt x="27" y="30"/>
                    <a:pt x="22" y="25"/>
                  </a:cubicBezTo>
                  <a:cubicBezTo>
                    <a:pt x="18" y="22"/>
                    <a:pt x="14" y="21"/>
                    <a:pt x="11" y="17"/>
                  </a:cubicBezTo>
                  <a:cubicBezTo>
                    <a:pt x="8" y="14"/>
                    <a:pt x="7" y="11"/>
                    <a:pt x="4" y="8"/>
                  </a:cubicBezTo>
                  <a:cubicBezTo>
                    <a:pt x="2" y="8"/>
                    <a:pt x="1" y="7"/>
                    <a:pt x="0" y="5"/>
                  </a:cubicBezTo>
                  <a:cubicBezTo>
                    <a:pt x="0" y="4"/>
                    <a:pt x="0" y="1"/>
                    <a:pt x="2" y="1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148" name="Freeform 827">
              <a:extLst>
                <a:ext uri="{FF2B5EF4-FFF2-40B4-BE49-F238E27FC236}">
                  <a16:creationId xmlns:a16="http://schemas.microsoft.com/office/drawing/2014/main" id="{4E2B4499-CC49-4B89-95E0-AF374537F7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2" y="1012"/>
              <a:ext cx="45" cy="17"/>
            </a:xfrm>
            <a:custGeom>
              <a:avLst/>
              <a:gdLst>
                <a:gd name="T0" fmla="*/ 79 w 29"/>
                <a:gd name="T1" fmla="*/ 40 h 11"/>
                <a:gd name="T2" fmla="*/ 62 w 29"/>
                <a:gd name="T3" fmla="*/ 29 h 11"/>
                <a:gd name="T4" fmla="*/ 40 w 29"/>
                <a:gd name="T5" fmla="*/ 22 h 11"/>
                <a:gd name="T6" fmla="*/ 0 w 29"/>
                <a:gd name="T7" fmla="*/ 8 h 11"/>
                <a:gd name="T8" fmla="*/ 56 w 29"/>
                <a:gd name="T9" fmla="*/ 8 h 11"/>
                <a:gd name="T10" fmla="*/ 109 w 29"/>
                <a:gd name="T11" fmla="*/ 36 h 1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9" h="11">
                  <a:moveTo>
                    <a:pt x="21" y="11"/>
                  </a:moveTo>
                  <a:cubicBezTo>
                    <a:pt x="20" y="10"/>
                    <a:pt x="18" y="9"/>
                    <a:pt x="17" y="8"/>
                  </a:cubicBezTo>
                  <a:cubicBezTo>
                    <a:pt x="15" y="7"/>
                    <a:pt x="13" y="7"/>
                    <a:pt x="11" y="6"/>
                  </a:cubicBezTo>
                  <a:cubicBezTo>
                    <a:pt x="8" y="6"/>
                    <a:pt x="4" y="2"/>
                    <a:pt x="0" y="2"/>
                  </a:cubicBezTo>
                  <a:cubicBezTo>
                    <a:pt x="3" y="0"/>
                    <a:pt x="11" y="2"/>
                    <a:pt x="15" y="2"/>
                  </a:cubicBezTo>
                  <a:cubicBezTo>
                    <a:pt x="19" y="2"/>
                    <a:pt x="28" y="3"/>
                    <a:pt x="29" y="10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149" name="Freeform 828">
              <a:extLst>
                <a:ext uri="{FF2B5EF4-FFF2-40B4-BE49-F238E27FC236}">
                  <a16:creationId xmlns:a16="http://schemas.microsoft.com/office/drawing/2014/main" id="{B5299DED-FD93-4FAE-A9F5-7BF47B5D88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2" y="995"/>
              <a:ext cx="45" cy="57"/>
            </a:xfrm>
            <a:custGeom>
              <a:avLst/>
              <a:gdLst>
                <a:gd name="T0" fmla="*/ 96 w 29"/>
                <a:gd name="T1" fmla="*/ 14 h 37"/>
                <a:gd name="T2" fmla="*/ 82 w 29"/>
                <a:gd name="T3" fmla="*/ 22 h 37"/>
                <a:gd name="T4" fmla="*/ 67 w 29"/>
                <a:gd name="T5" fmla="*/ 34 h 37"/>
                <a:gd name="T6" fmla="*/ 34 w 29"/>
                <a:gd name="T7" fmla="*/ 60 h 37"/>
                <a:gd name="T8" fmla="*/ 8 w 29"/>
                <a:gd name="T9" fmla="*/ 136 h 37"/>
                <a:gd name="T10" fmla="*/ 8 w 29"/>
                <a:gd name="T11" fmla="*/ 66 h 37"/>
                <a:gd name="T12" fmla="*/ 34 w 29"/>
                <a:gd name="T13" fmla="*/ 22 h 37"/>
                <a:gd name="T14" fmla="*/ 79 w 29"/>
                <a:gd name="T15" fmla="*/ 5 h 37"/>
                <a:gd name="T16" fmla="*/ 101 w 29"/>
                <a:gd name="T17" fmla="*/ 0 h 37"/>
                <a:gd name="T18" fmla="*/ 101 w 29"/>
                <a:gd name="T19" fmla="*/ 14 h 3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9" h="37">
                  <a:moveTo>
                    <a:pt x="26" y="4"/>
                  </a:moveTo>
                  <a:cubicBezTo>
                    <a:pt x="25" y="6"/>
                    <a:pt x="23" y="6"/>
                    <a:pt x="22" y="6"/>
                  </a:cubicBezTo>
                  <a:cubicBezTo>
                    <a:pt x="20" y="7"/>
                    <a:pt x="19" y="8"/>
                    <a:pt x="18" y="9"/>
                  </a:cubicBezTo>
                  <a:cubicBezTo>
                    <a:pt x="15" y="11"/>
                    <a:pt x="11" y="13"/>
                    <a:pt x="9" y="16"/>
                  </a:cubicBezTo>
                  <a:cubicBezTo>
                    <a:pt x="5" y="21"/>
                    <a:pt x="0" y="30"/>
                    <a:pt x="2" y="37"/>
                  </a:cubicBezTo>
                  <a:cubicBezTo>
                    <a:pt x="0" y="31"/>
                    <a:pt x="1" y="24"/>
                    <a:pt x="2" y="18"/>
                  </a:cubicBezTo>
                  <a:cubicBezTo>
                    <a:pt x="3" y="14"/>
                    <a:pt x="5" y="9"/>
                    <a:pt x="9" y="6"/>
                  </a:cubicBezTo>
                  <a:cubicBezTo>
                    <a:pt x="12" y="4"/>
                    <a:pt x="17" y="2"/>
                    <a:pt x="21" y="1"/>
                  </a:cubicBezTo>
                  <a:cubicBezTo>
                    <a:pt x="22" y="1"/>
                    <a:pt x="25" y="0"/>
                    <a:pt x="27" y="0"/>
                  </a:cubicBezTo>
                  <a:cubicBezTo>
                    <a:pt x="29" y="1"/>
                    <a:pt x="29" y="3"/>
                    <a:pt x="27" y="4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150" name="Freeform 829">
              <a:extLst>
                <a:ext uri="{FF2B5EF4-FFF2-40B4-BE49-F238E27FC236}">
                  <a16:creationId xmlns:a16="http://schemas.microsoft.com/office/drawing/2014/main" id="{34988136-FEC7-41E2-BA9A-E69264AF69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8" y="998"/>
              <a:ext cx="14" cy="39"/>
            </a:xfrm>
            <a:custGeom>
              <a:avLst/>
              <a:gdLst>
                <a:gd name="T0" fmla="*/ 34 w 9"/>
                <a:gd name="T1" fmla="*/ 8 h 25"/>
                <a:gd name="T2" fmla="*/ 12 w 9"/>
                <a:gd name="T3" fmla="*/ 47 h 25"/>
                <a:gd name="T4" fmla="*/ 5 w 9"/>
                <a:gd name="T5" fmla="*/ 95 h 25"/>
                <a:gd name="T6" fmla="*/ 5 w 9"/>
                <a:gd name="T7" fmla="*/ 34 h 25"/>
                <a:gd name="T8" fmla="*/ 26 w 9"/>
                <a:gd name="T9" fmla="*/ 5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25">
                  <a:moveTo>
                    <a:pt x="9" y="2"/>
                  </a:moveTo>
                  <a:cubicBezTo>
                    <a:pt x="6" y="5"/>
                    <a:pt x="4" y="8"/>
                    <a:pt x="3" y="12"/>
                  </a:cubicBezTo>
                  <a:cubicBezTo>
                    <a:pt x="2" y="16"/>
                    <a:pt x="3" y="21"/>
                    <a:pt x="1" y="25"/>
                  </a:cubicBezTo>
                  <a:cubicBezTo>
                    <a:pt x="0" y="20"/>
                    <a:pt x="0" y="13"/>
                    <a:pt x="1" y="9"/>
                  </a:cubicBezTo>
                  <a:cubicBezTo>
                    <a:pt x="2" y="7"/>
                    <a:pt x="5" y="0"/>
                    <a:pt x="7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151" name="Freeform 830">
              <a:extLst>
                <a:ext uri="{FF2B5EF4-FFF2-40B4-BE49-F238E27FC236}">
                  <a16:creationId xmlns:a16="http://schemas.microsoft.com/office/drawing/2014/main" id="{7F283D71-20AD-4AB5-B055-2D149E6107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4" y="989"/>
              <a:ext cx="26" cy="38"/>
            </a:xfrm>
            <a:custGeom>
              <a:avLst/>
              <a:gdLst>
                <a:gd name="T0" fmla="*/ 28 w 17"/>
                <a:gd name="T1" fmla="*/ 88 h 25"/>
                <a:gd name="T2" fmla="*/ 40 w 17"/>
                <a:gd name="T3" fmla="*/ 67 h 25"/>
                <a:gd name="T4" fmla="*/ 61 w 17"/>
                <a:gd name="T5" fmla="*/ 49 h 25"/>
                <a:gd name="T6" fmla="*/ 40 w 17"/>
                <a:gd name="T7" fmla="*/ 32 h 25"/>
                <a:gd name="T8" fmla="*/ 21 w 17"/>
                <a:gd name="T9" fmla="*/ 8 h 25"/>
                <a:gd name="T10" fmla="*/ 0 w 17"/>
                <a:gd name="T11" fmla="*/ 26 h 25"/>
                <a:gd name="T12" fmla="*/ 18 w 17"/>
                <a:gd name="T13" fmla="*/ 76 h 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" h="25">
                  <a:moveTo>
                    <a:pt x="8" y="25"/>
                  </a:moveTo>
                  <a:cubicBezTo>
                    <a:pt x="9" y="23"/>
                    <a:pt x="10" y="21"/>
                    <a:pt x="11" y="19"/>
                  </a:cubicBezTo>
                  <a:cubicBezTo>
                    <a:pt x="12" y="18"/>
                    <a:pt x="17" y="16"/>
                    <a:pt x="17" y="14"/>
                  </a:cubicBezTo>
                  <a:cubicBezTo>
                    <a:pt x="17" y="12"/>
                    <a:pt x="12" y="10"/>
                    <a:pt x="11" y="9"/>
                  </a:cubicBezTo>
                  <a:cubicBezTo>
                    <a:pt x="9" y="7"/>
                    <a:pt x="8" y="4"/>
                    <a:pt x="6" y="2"/>
                  </a:cubicBezTo>
                  <a:cubicBezTo>
                    <a:pt x="2" y="0"/>
                    <a:pt x="0" y="3"/>
                    <a:pt x="0" y="7"/>
                  </a:cubicBezTo>
                  <a:cubicBezTo>
                    <a:pt x="0" y="12"/>
                    <a:pt x="3" y="18"/>
                    <a:pt x="5" y="2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152" name="Freeform 831">
              <a:extLst>
                <a:ext uri="{FF2B5EF4-FFF2-40B4-BE49-F238E27FC236}">
                  <a16:creationId xmlns:a16="http://schemas.microsoft.com/office/drawing/2014/main" id="{5BA224AC-7BCA-4046-A472-A0DCA700EB8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7" y="949"/>
              <a:ext cx="31" cy="43"/>
            </a:xfrm>
            <a:custGeom>
              <a:avLst/>
              <a:gdLst>
                <a:gd name="T0" fmla="*/ 0 w 20"/>
                <a:gd name="T1" fmla="*/ 74 h 28"/>
                <a:gd name="T2" fmla="*/ 53 w 20"/>
                <a:gd name="T3" fmla="*/ 101 h 28"/>
                <a:gd name="T4" fmla="*/ 67 w 20"/>
                <a:gd name="T5" fmla="*/ 34 h 28"/>
                <a:gd name="T6" fmla="*/ 14 w 20"/>
                <a:gd name="T7" fmla="*/ 52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28">
                  <a:moveTo>
                    <a:pt x="0" y="20"/>
                  </a:moveTo>
                  <a:cubicBezTo>
                    <a:pt x="6" y="19"/>
                    <a:pt x="10" y="25"/>
                    <a:pt x="14" y="28"/>
                  </a:cubicBezTo>
                  <a:cubicBezTo>
                    <a:pt x="17" y="23"/>
                    <a:pt x="20" y="14"/>
                    <a:pt x="18" y="9"/>
                  </a:cubicBezTo>
                  <a:cubicBezTo>
                    <a:pt x="14" y="0"/>
                    <a:pt x="7" y="9"/>
                    <a:pt x="4" y="1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153" name="Freeform 832">
              <a:extLst>
                <a:ext uri="{FF2B5EF4-FFF2-40B4-BE49-F238E27FC236}">
                  <a16:creationId xmlns:a16="http://schemas.microsoft.com/office/drawing/2014/main" id="{56461F37-7BB7-4EA0-9BE9-FC517F507C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2" y="902"/>
              <a:ext cx="37" cy="43"/>
            </a:xfrm>
            <a:custGeom>
              <a:avLst/>
              <a:gdLst>
                <a:gd name="T0" fmla="*/ 83 w 24"/>
                <a:gd name="T1" fmla="*/ 12 h 28"/>
                <a:gd name="T2" fmla="*/ 14 w 24"/>
                <a:gd name="T3" fmla="*/ 18 h 28"/>
                <a:gd name="T4" fmla="*/ 19 w 24"/>
                <a:gd name="T5" fmla="*/ 101 h 28"/>
                <a:gd name="T6" fmla="*/ 19 w 24"/>
                <a:gd name="T7" fmla="*/ 75 h 28"/>
                <a:gd name="T8" fmla="*/ 29 w 24"/>
                <a:gd name="T9" fmla="*/ 40 h 28"/>
                <a:gd name="T10" fmla="*/ 88 w 24"/>
                <a:gd name="T11" fmla="*/ 14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28">
                  <a:moveTo>
                    <a:pt x="23" y="3"/>
                  </a:moveTo>
                  <a:cubicBezTo>
                    <a:pt x="18" y="3"/>
                    <a:pt x="8" y="0"/>
                    <a:pt x="4" y="5"/>
                  </a:cubicBezTo>
                  <a:cubicBezTo>
                    <a:pt x="2" y="9"/>
                    <a:pt x="0" y="26"/>
                    <a:pt x="5" y="28"/>
                  </a:cubicBezTo>
                  <a:cubicBezTo>
                    <a:pt x="6" y="26"/>
                    <a:pt x="5" y="23"/>
                    <a:pt x="5" y="21"/>
                  </a:cubicBezTo>
                  <a:cubicBezTo>
                    <a:pt x="5" y="18"/>
                    <a:pt x="6" y="14"/>
                    <a:pt x="8" y="11"/>
                  </a:cubicBezTo>
                  <a:cubicBezTo>
                    <a:pt x="10" y="7"/>
                    <a:pt x="19" y="2"/>
                    <a:pt x="24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154" name="Freeform 833">
              <a:extLst>
                <a:ext uri="{FF2B5EF4-FFF2-40B4-BE49-F238E27FC236}">
                  <a16:creationId xmlns:a16="http://schemas.microsoft.com/office/drawing/2014/main" id="{9A467B64-5F0C-49D0-849C-B28181E8BB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5" y="831"/>
              <a:ext cx="19" cy="42"/>
            </a:xfrm>
            <a:custGeom>
              <a:avLst/>
              <a:gdLst>
                <a:gd name="T0" fmla="*/ 5 w 12"/>
                <a:gd name="T1" fmla="*/ 0 h 27"/>
                <a:gd name="T2" fmla="*/ 48 w 12"/>
                <a:gd name="T3" fmla="*/ 101 h 27"/>
                <a:gd name="T4" fmla="*/ 13 w 12"/>
                <a:gd name="T5" fmla="*/ 61 h 27"/>
                <a:gd name="T6" fmla="*/ 5 w 12"/>
                <a:gd name="T7" fmla="*/ 30 h 27"/>
                <a:gd name="T8" fmla="*/ 0 w 12"/>
                <a:gd name="T9" fmla="*/ 5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27">
                  <a:moveTo>
                    <a:pt x="1" y="0"/>
                  </a:moveTo>
                  <a:cubicBezTo>
                    <a:pt x="3" y="10"/>
                    <a:pt x="7" y="19"/>
                    <a:pt x="12" y="27"/>
                  </a:cubicBezTo>
                  <a:cubicBezTo>
                    <a:pt x="8" y="27"/>
                    <a:pt x="5" y="19"/>
                    <a:pt x="3" y="16"/>
                  </a:cubicBezTo>
                  <a:cubicBezTo>
                    <a:pt x="2" y="13"/>
                    <a:pt x="2" y="11"/>
                    <a:pt x="1" y="8"/>
                  </a:cubicBezTo>
                  <a:cubicBezTo>
                    <a:pt x="1" y="6"/>
                    <a:pt x="2" y="2"/>
                    <a:pt x="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155" name="Freeform 834">
              <a:extLst>
                <a:ext uri="{FF2B5EF4-FFF2-40B4-BE49-F238E27FC236}">
                  <a16:creationId xmlns:a16="http://schemas.microsoft.com/office/drawing/2014/main" id="{09F9FD17-9AAF-47CE-BBA1-59F9703B5C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0" y="1568"/>
              <a:ext cx="39" cy="193"/>
            </a:xfrm>
            <a:custGeom>
              <a:avLst/>
              <a:gdLst>
                <a:gd name="T0" fmla="*/ 66 w 25"/>
                <a:gd name="T1" fmla="*/ 0 h 125"/>
                <a:gd name="T2" fmla="*/ 80 w 25"/>
                <a:gd name="T3" fmla="*/ 150 h 125"/>
                <a:gd name="T4" fmla="*/ 48 w 25"/>
                <a:gd name="T5" fmla="*/ 276 h 125"/>
                <a:gd name="T6" fmla="*/ 0 w 25"/>
                <a:gd name="T7" fmla="*/ 460 h 125"/>
                <a:gd name="T8" fmla="*/ 42 w 25"/>
                <a:gd name="T9" fmla="*/ 205 h 125"/>
                <a:gd name="T10" fmla="*/ 61 w 25"/>
                <a:gd name="T11" fmla="*/ 14 h 12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" h="125">
                  <a:moveTo>
                    <a:pt x="17" y="0"/>
                  </a:moveTo>
                  <a:cubicBezTo>
                    <a:pt x="23" y="13"/>
                    <a:pt x="25" y="26"/>
                    <a:pt x="21" y="41"/>
                  </a:cubicBezTo>
                  <a:cubicBezTo>
                    <a:pt x="19" y="52"/>
                    <a:pt x="17" y="64"/>
                    <a:pt x="13" y="75"/>
                  </a:cubicBezTo>
                  <a:cubicBezTo>
                    <a:pt x="8" y="91"/>
                    <a:pt x="6" y="109"/>
                    <a:pt x="0" y="125"/>
                  </a:cubicBezTo>
                  <a:cubicBezTo>
                    <a:pt x="3" y="102"/>
                    <a:pt x="9" y="79"/>
                    <a:pt x="11" y="56"/>
                  </a:cubicBezTo>
                  <a:cubicBezTo>
                    <a:pt x="12" y="39"/>
                    <a:pt x="17" y="20"/>
                    <a:pt x="16" y="4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156" name="Freeform 835">
              <a:extLst>
                <a:ext uri="{FF2B5EF4-FFF2-40B4-BE49-F238E27FC236}">
                  <a16:creationId xmlns:a16="http://schemas.microsoft.com/office/drawing/2014/main" id="{54E18074-0E1C-4421-BDD3-3F14F0DF8AE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5" y="1926"/>
              <a:ext cx="73" cy="28"/>
            </a:xfrm>
            <a:custGeom>
              <a:avLst/>
              <a:gdLst>
                <a:gd name="T0" fmla="*/ 176 w 47"/>
                <a:gd name="T1" fmla="*/ 62 h 18"/>
                <a:gd name="T2" fmla="*/ 121 w 47"/>
                <a:gd name="T3" fmla="*/ 19 h 18"/>
                <a:gd name="T4" fmla="*/ 0 w 47"/>
                <a:gd name="T5" fmla="*/ 12 h 18"/>
                <a:gd name="T6" fmla="*/ 165 w 47"/>
                <a:gd name="T7" fmla="*/ 68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7" h="18">
                  <a:moveTo>
                    <a:pt x="47" y="17"/>
                  </a:moveTo>
                  <a:cubicBezTo>
                    <a:pt x="45" y="12"/>
                    <a:pt x="36" y="7"/>
                    <a:pt x="32" y="5"/>
                  </a:cubicBezTo>
                  <a:cubicBezTo>
                    <a:pt x="22" y="0"/>
                    <a:pt x="9" y="0"/>
                    <a:pt x="0" y="3"/>
                  </a:cubicBezTo>
                  <a:cubicBezTo>
                    <a:pt x="13" y="5"/>
                    <a:pt x="38" y="5"/>
                    <a:pt x="44" y="18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157" name="Freeform 836">
              <a:extLst>
                <a:ext uri="{FF2B5EF4-FFF2-40B4-BE49-F238E27FC236}">
                  <a16:creationId xmlns:a16="http://schemas.microsoft.com/office/drawing/2014/main" id="{F0195C23-8739-4D85-A43B-60F7CFF343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9" y="1574"/>
              <a:ext cx="53" cy="227"/>
            </a:xfrm>
            <a:custGeom>
              <a:avLst/>
              <a:gdLst>
                <a:gd name="T0" fmla="*/ 5 w 34"/>
                <a:gd name="T1" fmla="*/ 0 h 147"/>
                <a:gd name="T2" fmla="*/ 42 w 34"/>
                <a:gd name="T3" fmla="*/ 236 h 147"/>
                <a:gd name="T4" fmla="*/ 129 w 34"/>
                <a:gd name="T5" fmla="*/ 542 h 147"/>
                <a:gd name="T6" fmla="*/ 109 w 34"/>
                <a:gd name="T7" fmla="*/ 474 h 147"/>
                <a:gd name="T8" fmla="*/ 87 w 34"/>
                <a:gd name="T9" fmla="*/ 351 h 147"/>
                <a:gd name="T10" fmla="*/ 56 w 34"/>
                <a:gd name="T11" fmla="*/ 202 h 147"/>
                <a:gd name="T12" fmla="*/ 8 w 34"/>
                <a:gd name="T13" fmla="*/ 8 h 14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4" h="147">
                  <a:moveTo>
                    <a:pt x="1" y="0"/>
                  </a:moveTo>
                  <a:cubicBezTo>
                    <a:pt x="0" y="21"/>
                    <a:pt x="6" y="44"/>
                    <a:pt x="11" y="64"/>
                  </a:cubicBezTo>
                  <a:cubicBezTo>
                    <a:pt x="18" y="92"/>
                    <a:pt x="31" y="119"/>
                    <a:pt x="34" y="147"/>
                  </a:cubicBezTo>
                  <a:cubicBezTo>
                    <a:pt x="34" y="141"/>
                    <a:pt x="31" y="135"/>
                    <a:pt x="29" y="129"/>
                  </a:cubicBezTo>
                  <a:cubicBezTo>
                    <a:pt x="27" y="117"/>
                    <a:pt x="26" y="106"/>
                    <a:pt x="23" y="95"/>
                  </a:cubicBezTo>
                  <a:cubicBezTo>
                    <a:pt x="20" y="82"/>
                    <a:pt x="18" y="68"/>
                    <a:pt x="15" y="55"/>
                  </a:cubicBezTo>
                  <a:cubicBezTo>
                    <a:pt x="11" y="37"/>
                    <a:pt x="6" y="19"/>
                    <a:pt x="2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158" name="Freeform 837">
              <a:extLst>
                <a:ext uri="{FF2B5EF4-FFF2-40B4-BE49-F238E27FC236}">
                  <a16:creationId xmlns:a16="http://schemas.microsoft.com/office/drawing/2014/main" id="{753A8D1F-3E56-4C6D-8C5E-6C0886A9BF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7" y="1370"/>
              <a:ext cx="98" cy="256"/>
            </a:xfrm>
            <a:custGeom>
              <a:avLst/>
              <a:gdLst>
                <a:gd name="T0" fmla="*/ 0 w 63"/>
                <a:gd name="T1" fmla="*/ 0 h 166"/>
                <a:gd name="T2" fmla="*/ 87 w 63"/>
                <a:gd name="T3" fmla="*/ 60 h 166"/>
                <a:gd name="T4" fmla="*/ 143 w 63"/>
                <a:gd name="T5" fmla="*/ 180 h 166"/>
                <a:gd name="T6" fmla="*/ 188 w 63"/>
                <a:gd name="T7" fmla="*/ 345 h 166"/>
                <a:gd name="T8" fmla="*/ 215 w 63"/>
                <a:gd name="T9" fmla="*/ 469 h 166"/>
                <a:gd name="T10" fmla="*/ 236 w 63"/>
                <a:gd name="T11" fmla="*/ 609 h 166"/>
                <a:gd name="T12" fmla="*/ 184 w 63"/>
                <a:gd name="T13" fmla="*/ 413 h 166"/>
                <a:gd name="T14" fmla="*/ 135 w 63"/>
                <a:gd name="T15" fmla="*/ 259 h 166"/>
                <a:gd name="T16" fmla="*/ 87 w 63"/>
                <a:gd name="T17" fmla="*/ 122 h 166"/>
                <a:gd name="T18" fmla="*/ 5 w 63"/>
                <a:gd name="T19" fmla="*/ 12 h 16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3" h="166">
                  <a:moveTo>
                    <a:pt x="0" y="0"/>
                  </a:moveTo>
                  <a:cubicBezTo>
                    <a:pt x="7" y="1"/>
                    <a:pt x="19" y="11"/>
                    <a:pt x="23" y="16"/>
                  </a:cubicBezTo>
                  <a:cubicBezTo>
                    <a:pt x="31" y="25"/>
                    <a:pt x="34" y="37"/>
                    <a:pt x="38" y="49"/>
                  </a:cubicBezTo>
                  <a:cubicBezTo>
                    <a:pt x="44" y="63"/>
                    <a:pt x="47" y="79"/>
                    <a:pt x="50" y="94"/>
                  </a:cubicBezTo>
                  <a:cubicBezTo>
                    <a:pt x="52" y="105"/>
                    <a:pt x="55" y="117"/>
                    <a:pt x="57" y="128"/>
                  </a:cubicBezTo>
                  <a:cubicBezTo>
                    <a:pt x="58" y="140"/>
                    <a:pt x="63" y="155"/>
                    <a:pt x="63" y="166"/>
                  </a:cubicBezTo>
                  <a:cubicBezTo>
                    <a:pt x="57" y="149"/>
                    <a:pt x="53" y="131"/>
                    <a:pt x="49" y="113"/>
                  </a:cubicBezTo>
                  <a:cubicBezTo>
                    <a:pt x="46" y="99"/>
                    <a:pt x="41" y="84"/>
                    <a:pt x="36" y="71"/>
                  </a:cubicBezTo>
                  <a:cubicBezTo>
                    <a:pt x="32" y="58"/>
                    <a:pt x="29" y="44"/>
                    <a:pt x="23" y="33"/>
                  </a:cubicBezTo>
                  <a:cubicBezTo>
                    <a:pt x="17" y="23"/>
                    <a:pt x="5" y="14"/>
                    <a:pt x="1" y="3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159" name="Freeform 838">
              <a:extLst>
                <a:ext uri="{FF2B5EF4-FFF2-40B4-BE49-F238E27FC236}">
                  <a16:creationId xmlns:a16="http://schemas.microsoft.com/office/drawing/2014/main" id="{12B46B28-32E1-4F13-B646-F7551FDDDC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0" y="1382"/>
              <a:ext cx="87" cy="207"/>
            </a:xfrm>
            <a:custGeom>
              <a:avLst/>
              <a:gdLst>
                <a:gd name="T0" fmla="*/ 210 w 56"/>
                <a:gd name="T1" fmla="*/ 0 h 134"/>
                <a:gd name="T2" fmla="*/ 87 w 56"/>
                <a:gd name="T3" fmla="*/ 167 h 134"/>
                <a:gd name="T4" fmla="*/ 40 w 56"/>
                <a:gd name="T5" fmla="*/ 324 h 134"/>
                <a:gd name="T6" fmla="*/ 5 w 56"/>
                <a:gd name="T7" fmla="*/ 494 h 134"/>
                <a:gd name="T8" fmla="*/ 109 w 56"/>
                <a:gd name="T9" fmla="*/ 202 h 134"/>
                <a:gd name="T10" fmla="*/ 154 w 56"/>
                <a:gd name="T11" fmla="*/ 82 h 134"/>
                <a:gd name="T12" fmla="*/ 191 w 56"/>
                <a:gd name="T13" fmla="*/ 12 h 13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6" h="134">
                  <a:moveTo>
                    <a:pt x="56" y="0"/>
                  </a:moveTo>
                  <a:cubicBezTo>
                    <a:pt x="36" y="4"/>
                    <a:pt x="29" y="29"/>
                    <a:pt x="23" y="45"/>
                  </a:cubicBezTo>
                  <a:cubicBezTo>
                    <a:pt x="19" y="59"/>
                    <a:pt x="16" y="74"/>
                    <a:pt x="11" y="88"/>
                  </a:cubicBezTo>
                  <a:cubicBezTo>
                    <a:pt x="6" y="101"/>
                    <a:pt x="0" y="120"/>
                    <a:pt x="1" y="134"/>
                  </a:cubicBezTo>
                  <a:cubicBezTo>
                    <a:pt x="7" y="107"/>
                    <a:pt x="20" y="81"/>
                    <a:pt x="29" y="55"/>
                  </a:cubicBezTo>
                  <a:cubicBezTo>
                    <a:pt x="33" y="44"/>
                    <a:pt x="36" y="33"/>
                    <a:pt x="41" y="22"/>
                  </a:cubicBezTo>
                  <a:cubicBezTo>
                    <a:pt x="43" y="16"/>
                    <a:pt x="46" y="7"/>
                    <a:pt x="51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160" name="Freeform 839">
              <a:extLst>
                <a:ext uri="{FF2B5EF4-FFF2-40B4-BE49-F238E27FC236}">
                  <a16:creationId xmlns:a16="http://schemas.microsoft.com/office/drawing/2014/main" id="{1E4557DB-69BF-4C66-82E9-43928EC58B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0" y="1285"/>
              <a:ext cx="682" cy="1685"/>
            </a:xfrm>
            <a:custGeom>
              <a:avLst/>
              <a:gdLst>
                <a:gd name="T0" fmla="*/ 543 w 440"/>
                <a:gd name="T1" fmla="*/ 14 h 1091"/>
                <a:gd name="T2" fmla="*/ 1071 w 440"/>
                <a:gd name="T3" fmla="*/ 0 h 1091"/>
                <a:gd name="T4" fmla="*/ 1389 w 440"/>
                <a:gd name="T5" fmla="*/ 128 h 1091"/>
                <a:gd name="T6" fmla="*/ 1380 w 440"/>
                <a:gd name="T7" fmla="*/ 806 h 1091"/>
                <a:gd name="T8" fmla="*/ 1638 w 440"/>
                <a:gd name="T9" fmla="*/ 3804 h 1091"/>
                <a:gd name="T10" fmla="*/ 0 w 440"/>
                <a:gd name="T11" fmla="*/ 3804 h 1091"/>
                <a:gd name="T12" fmla="*/ 53 w 440"/>
                <a:gd name="T13" fmla="*/ 3328 h 1091"/>
                <a:gd name="T14" fmla="*/ 202 w 440"/>
                <a:gd name="T15" fmla="*/ 862 h 1091"/>
                <a:gd name="T16" fmla="*/ 175 w 440"/>
                <a:gd name="T17" fmla="*/ 170 h 1091"/>
                <a:gd name="T18" fmla="*/ 543 w 440"/>
                <a:gd name="T19" fmla="*/ 14 h 109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40" h="1091">
                  <a:moveTo>
                    <a:pt x="146" y="4"/>
                  </a:moveTo>
                  <a:cubicBezTo>
                    <a:pt x="146" y="4"/>
                    <a:pt x="231" y="66"/>
                    <a:pt x="288" y="0"/>
                  </a:cubicBezTo>
                  <a:cubicBezTo>
                    <a:pt x="288" y="0"/>
                    <a:pt x="321" y="29"/>
                    <a:pt x="373" y="35"/>
                  </a:cubicBezTo>
                  <a:cubicBezTo>
                    <a:pt x="373" y="35"/>
                    <a:pt x="365" y="193"/>
                    <a:pt x="370" y="219"/>
                  </a:cubicBezTo>
                  <a:cubicBezTo>
                    <a:pt x="375" y="246"/>
                    <a:pt x="427" y="983"/>
                    <a:pt x="440" y="1033"/>
                  </a:cubicBezTo>
                  <a:cubicBezTo>
                    <a:pt x="440" y="1033"/>
                    <a:pt x="250" y="1091"/>
                    <a:pt x="0" y="1033"/>
                  </a:cubicBezTo>
                  <a:cubicBezTo>
                    <a:pt x="0" y="1033"/>
                    <a:pt x="14" y="962"/>
                    <a:pt x="14" y="903"/>
                  </a:cubicBezTo>
                  <a:cubicBezTo>
                    <a:pt x="14" y="845"/>
                    <a:pt x="57" y="274"/>
                    <a:pt x="54" y="234"/>
                  </a:cubicBezTo>
                  <a:cubicBezTo>
                    <a:pt x="51" y="194"/>
                    <a:pt x="55" y="67"/>
                    <a:pt x="47" y="46"/>
                  </a:cubicBezTo>
                  <a:cubicBezTo>
                    <a:pt x="47" y="46"/>
                    <a:pt x="103" y="33"/>
                    <a:pt x="146" y="4"/>
                  </a:cubicBezTo>
                  <a:close/>
                </a:path>
              </a:pathLst>
            </a:custGeom>
            <a:solidFill>
              <a:srgbClr val="F1EC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161" name="Freeform 840">
              <a:extLst>
                <a:ext uri="{FF2B5EF4-FFF2-40B4-BE49-F238E27FC236}">
                  <a16:creationId xmlns:a16="http://schemas.microsoft.com/office/drawing/2014/main" id="{A9C734A1-2D2A-4A58-85AE-0CB5C4B560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8" y="1311"/>
              <a:ext cx="115" cy="291"/>
            </a:xfrm>
            <a:custGeom>
              <a:avLst/>
              <a:gdLst>
                <a:gd name="T0" fmla="*/ 14 w 74"/>
                <a:gd name="T1" fmla="*/ 183 h 188"/>
                <a:gd name="T2" fmla="*/ 22 w 74"/>
                <a:gd name="T3" fmla="*/ 480 h 188"/>
                <a:gd name="T4" fmla="*/ 53 w 74"/>
                <a:gd name="T5" fmla="*/ 697 h 188"/>
                <a:gd name="T6" fmla="*/ 131 w 74"/>
                <a:gd name="T7" fmla="*/ 604 h 188"/>
                <a:gd name="T8" fmla="*/ 197 w 74"/>
                <a:gd name="T9" fmla="*/ 489 h 188"/>
                <a:gd name="T10" fmla="*/ 191 w 74"/>
                <a:gd name="T11" fmla="*/ 406 h 188"/>
                <a:gd name="T12" fmla="*/ 252 w 74"/>
                <a:gd name="T13" fmla="*/ 327 h 188"/>
                <a:gd name="T14" fmla="*/ 204 w 74"/>
                <a:gd name="T15" fmla="*/ 245 h 188"/>
                <a:gd name="T16" fmla="*/ 274 w 74"/>
                <a:gd name="T17" fmla="*/ 175 h 188"/>
                <a:gd name="T18" fmla="*/ 210 w 74"/>
                <a:gd name="T19" fmla="*/ 104 h 188"/>
                <a:gd name="T20" fmla="*/ 249 w 74"/>
                <a:gd name="T21" fmla="*/ 56 h 188"/>
                <a:gd name="T22" fmla="*/ 89 w 74"/>
                <a:gd name="T23" fmla="*/ 74 h 188"/>
                <a:gd name="T24" fmla="*/ 14 w 74"/>
                <a:gd name="T25" fmla="*/ 183 h 18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74" h="188">
                  <a:moveTo>
                    <a:pt x="4" y="49"/>
                  </a:moveTo>
                  <a:cubicBezTo>
                    <a:pt x="5" y="77"/>
                    <a:pt x="0" y="101"/>
                    <a:pt x="6" y="129"/>
                  </a:cubicBezTo>
                  <a:cubicBezTo>
                    <a:pt x="10" y="148"/>
                    <a:pt x="10" y="168"/>
                    <a:pt x="14" y="188"/>
                  </a:cubicBezTo>
                  <a:cubicBezTo>
                    <a:pt x="13" y="177"/>
                    <a:pt x="26" y="167"/>
                    <a:pt x="35" y="163"/>
                  </a:cubicBezTo>
                  <a:cubicBezTo>
                    <a:pt x="18" y="145"/>
                    <a:pt x="46" y="141"/>
                    <a:pt x="53" y="132"/>
                  </a:cubicBezTo>
                  <a:cubicBezTo>
                    <a:pt x="45" y="127"/>
                    <a:pt x="45" y="116"/>
                    <a:pt x="51" y="109"/>
                  </a:cubicBezTo>
                  <a:cubicBezTo>
                    <a:pt x="59" y="100"/>
                    <a:pt x="74" y="104"/>
                    <a:pt x="67" y="88"/>
                  </a:cubicBezTo>
                  <a:cubicBezTo>
                    <a:pt x="63" y="80"/>
                    <a:pt x="48" y="77"/>
                    <a:pt x="54" y="66"/>
                  </a:cubicBezTo>
                  <a:cubicBezTo>
                    <a:pt x="58" y="56"/>
                    <a:pt x="74" y="62"/>
                    <a:pt x="73" y="47"/>
                  </a:cubicBezTo>
                  <a:cubicBezTo>
                    <a:pt x="72" y="37"/>
                    <a:pt x="58" y="37"/>
                    <a:pt x="56" y="28"/>
                  </a:cubicBezTo>
                  <a:cubicBezTo>
                    <a:pt x="54" y="18"/>
                    <a:pt x="65" y="21"/>
                    <a:pt x="66" y="15"/>
                  </a:cubicBezTo>
                  <a:cubicBezTo>
                    <a:pt x="69" y="0"/>
                    <a:pt x="31" y="18"/>
                    <a:pt x="24" y="20"/>
                  </a:cubicBezTo>
                  <a:lnTo>
                    <a:pt x="4" y="49"/>
                  </a:lnTo>
                  <a:close/>
                </a:path>
              </a:pathLst>
            </a:custGeom>
            <a:solidFill>
              <a:srgbClr val="F1EC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162" name="Freeform 841">
              <a:extLst>
                <a:ext uri="{FF2B5EF4-FFF2-40B4-BE49-F238E27FC236}">
                  <a16:creationId xmlns:a16="http://schemas.microsoft.com/office/drawing/2014/main" id="{1E84F937-ABD5-437C-B597-C9E586E6BA6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9" y="1324"/>
              <a:ext cx="116" cy="290"/>
            </a:xfrm>
            <a:custGeom>
              <a:avLst/>
              <a:gdLst>
                <a:gd name="T0" fmla="*/ 263 w 75"/>
                <a:gd name="T1" fmla="*/ 180 h 188"/>
                <a:gd name="T2" fmla="*/ 255 w 75"/>
                <a:gd name="T3" fmla="*/ 474 h 188"/>
                <a:gd name="T4" fmla="*/ 223 w 75"/>
                <a:gd name="T5" fmla="*/ 690 h 188"/>
                <a:gd name="T6" fmla="*/ 148 w 75"/>
                <a:gd name="T7" fmla="*/ 602 h 188"/>
                <a:gd name="T8" fmla="*/ 76 w 75"/>
                <a:gd name="T9" fmla="*/ 486 h 188"/>
                <a:gd name="T10" fmla="*/ 88 w 75"/>
                <a:gd name="T11" fmla="*/ 404 h 188"/>
                <a:gd name="T12" fmla="*/ 29 w 75"/>
                <a:gd name="T13" fmla="*/ 324 h 188"/>
                <a:gd name="T14" fmla="*/ 76 w 75"/>
                <a:gd name="T15" fmla="*/ 242 h 188"/>
                <a:gd name="T16" fmla="*/ 5 w 75"/>
                <a:gd name="T17" fmla="*/ 176 h 188"/>
                <a:gd name="T18" fmla="*/ 70 w 75"/>
                <a:gd name="T19" fmla="*/ 102 h 188"/>
                <a:gd name="T20" fmla="*/ 29 w 75"/>
                <a:gd name="T21" fmla="*/ 54 h 188"/>
                <a:gd name="T22" fmla="*/ 184 w 75"/>
                <a:gd name="T23" fmla="*/ 76 h 188"/>
                <a:gd name="T24" fmla="*/ 263 w 75"/>
                <a:gd name="T25" fmla="*/ 180 h 18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75" h="188">
                  <a:moveTo>
                    <a:pt x="71" y="49"/>
                  </a:moveTo>
                  <a:cubicBezTo>
                    <a:pt x="70" y="77"/>
                    <a:pt x="75" y="101"/>
                    <a:pt x="69" y="129"/>
                  </a:cubicBezTo>
                  <a:cubicBezTo>
                    <a:pt x="64" y="149"/>
                    <a:pt x="65" y="169"/>
                    <a:pt x="60" y="188"/>
                  </a:cubicBezTo>
                  <a:cubicBezTo>
                    <a:pt x="62" y="177"/>
                    <a:pt x="49" y="167"/>
                    <a:pt x="40" y="164"/>
                  </a:cubicBezTo>
                  <a:cubicBezTo>
                    <a:pt x="56" y="145"/>
                    <a:pt x="29" y="141"/>
                    <a:pt x="21" y="132"/>
                  </a:cubicBezTo>
                  <a:cubicBezTo>
                    <a:pt x="30" y="128"/>
                    <a:pt x="30" y="116"/>
                    <a:pt x="24" y="110"/>
                  </a:cubicBezTo>
                  <a:cubicBezTo>
                    <a:pt x="16" y="101"/>
                    <a:pt x="1" y="105"/>
                    <a:pt x="8" y="88"/>
                  </a:cubicBezTo>
                  <a:cubicBezTo>
                    <a:pt x="12" y="80"/>
                    <a:pt x="26" y="78"/>
                    <a:pt x="21" y="66"/>
                  </a:cubicBezTo>
                  <a:cubicBezTo>
                    <a:pt x="17" y="57"/>
                    <a:pt x="0" y="62"/>
                    <a:pt x="1" y="48"/>
                  </a:cubicBezTo>
                  <a:cubicBezTo>
                    <a:pt x="2" y="37"/>
                    <a:pt x="16" y="38"/>
                    <a:pt x="19" y="28"/>
                  </a:cubicBezTo>
                  <a:cubicBezTo>
                    <a:pt x="21" y="18"/>
                    <a:pt x="9" y="21"/>
                    <a:pt x="8" y="15"/>
                  </a:cubicBezTo>
                  <a:cubicBezTo>
                    <a:pt x="5" y="0"/>
                    <a:pt x="43" y="19"/>
                    <a:pt x="50" y="21"/>
                  </a:cubicBezTo>
                  <a:lnTo>
                    <a:pt x="71" y="49"/>
                  </a:lnTo>
                  <a:close/>
                </a:path>
              </a:pathLst>
            </a:custGeom>
            <a:solidFill>
              <a:srgbClr val="F1EC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163" name="Freeform 842">
              <a:extLst>
                <a:ext uri="{FF2B5EF4-FFF2-40B4-BE49-F238E27FC236}">
                  <a16:creationId xmlns:a16="http://schemas.microsoft.com/office/drawing/2014/main" id="{FA063B3A-3C49-4125-9276-58F6A43F87F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9" y="1285"/>
              <a:ext cx="683" cy="1685"/>
            </a:xfrm>
            <a:custGeom>
              <a:avLst/>
              <a:gdLst>
                <a:gd name="T0" fmla="*/ 1586 w 441"/>
                <a:gd name="T1" fmla="*/ 3328 h 1091"/>
                <a:gd name="T2" fmla="*/ 1380 w 441"/>
                <a:gd name="T3" fmla="*/ 806 h 1091"/>
                <a:gd name="T4" fmla="*/ 1369 w 441"/>
                <a:gd name="T5" fmla="*/ 697 h 1091"/>
                <a:gd name="T6" fmla="*/ 1422 w 441"/>
                <a:gd name="T7" fmla="*/ 663 h 1091"/>
                <a:gd name="T8" fmla="*/ 1490 w 441"/>
                <a:gd name="T9" fmla="*/ 548 h 1091"/>
                <a:gd name="T10" fmla="*/ 1482 w 441"/>
                <a:gd name="T11" fmla="*/ 465 h 1091"/>
                <a:gd name="T12" fmla="*/ 1538 w 441"/>
                <a:gd name="T13" fmla="*/ 386 h 1091"/>
                <a:gd name="T14" fmla="*/ 1490 w 441"/>
                <a:gd name="T15" fmla="*/ 306 h 1091"/>
                <a:gd name="T16" fmla="*/ 1564 w 441"/>
                <a:gd name="T17" fmla="*/ 236 h 1091"/>
                <a:gd name="T18" fmla="*/ 1502 w 441"/>
                <a:gd name="T19" fmla="*/ 167 h 1091"/>
                <a:gd name="T20" fmla="*/ 1538 w 441"/>
                <a:gd name="T21" fmla="*/ 117 h 1091"/>
                <a:gd name="T22" fmla="*/ 1389 w 441"/>
                <a:gd name="T23" fmla="*/ 136 h 1091"/>
                <a:gd name="T24" fmla="*/ 1389 w 441"/>
                <a:gd name="T25" fmla="*/ 128 h 1091"/>
                <a:gd name="T26" fmla="*/ 1075 w 441"/>
                <a:gd name="T27" fmla="*/ 0 h 1091"/>
                <a:gd name="T28" fmla="*/ 547 w 441"/>
                <a:gd name="T29" fmla="*/ 14 h 1091"/>
                <a:gd name="T30" fmla="*/ 184 w 441"/>
                <a:gd name="T31" fmla="*/ 170 h 1091"/>
                <a:gd name="T32" fmla="*/ 184 w 441"/>
                <a:gd name="T33" fmla="*/ 170 h 1091"/>
                <a:gd name="T34" fmla="*/ 29 w 441"/>
                <a:gd name="T35" fmla="*/ 148 h 1091"/>
                <a:gd name="T36" fmla="*/ 70 w 441"/>
                <a:gd name="T37" fmla="*/ 196 h 1091"/>
                <a:gd name="T38" fmla="*/ 5 w 441"/>
                <a:gd name="T39" fmla="*/ 270 h 1091"/>
                <a:gd name="T40" fmla="*/ 79 w 441"/>
                <a:gd name="T41" fmla="*/ 337 h 1091"/>
                <a:gd name="T42" fmla="*/ 29 w 441"/>
                <a:gd name="T43" fmla="*/ 417 h 1091"/>
                <a:gd name="T44" fmla="*/ 88 w 441"/>
                <a:gd name="T45" fmla="*/ 499 h 1091"/>
                <a:gd name="T46" fmla="*/ 79 w 441"/>
                <a:gd name="T47" fmla="*/ 578 h 1091"/>
                <a:gd name="T48" fmla="*/ 149 w 441"/>
                <a:gd name="T49" fmla="*/ 697 h 1091"/>
                <a:gd name="T50" fmla="*/ 201 w 441"/>
                <a:gd name="T51" fmla="*/ 731 h 1091"/>
                <a:gd name="T52" fmla="*/ 204 w 441"/>
                <a:gd name="T53" fmla="*/ 862 h 1091"/>
                <a:gd name="T54" fmla="*/ 56 w 441"/>
                <a:gd name="T55" fmla="*/ 3328 h 1091"/>
                <a:gd name="T56" fmla="*/ 5 w 441"/>
                <a:gd name="T57" fmla="*/ 3804 h 1091"/>
                <a:gd name="T58" fmla="*/ 1639 w 441"/>
                <a:gd name="T59" fmla="*/ 3804 h 1091"/>
                <a:gd name="T60" fmla="*/ 1586 w 441"/>
                <a:gd name="T61" fmla="*/ 3328 h 1091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441" h="1091">
                  <a:moveTo>
                    <a:pt x="427" y="903"/>
                  </a:moveTo>
                  <a:cubicBezTo>
                    <a:pt x="406" y="677"/>
                    <a:pt x="375" y="240"/>
                    <a:pt x="371" y="219"/>
                  </a:cubicBezTo>
                  <a:cubicBezTo>
                    <a:pt x="370" y="214"/>
                    <a:pt x="369" y="203"/>
                    <a:pt x="369" y="189"/>
                  </a:cubicBezTo>
                  <a:cubicBezTo>
                    <a:pt x="373" y="185"/>
                    <a:pt x="378" y="182"/>
                    <a:pt x="383" y="180"/>
                  </a:cubicBezTo>
                  <a:cubicBezTo>
                    <a:pt x="366" y="162"/>
                    <a:pt x="394" y="158"/>
                    <a:pt x="401" y="149"/>
                  </a:cubicBezTo>
                  <a:cubicBezTo>
                    <a:pt x="393" y="144"/>
                    <a:pt x="393" y="132"/>
                    <a:pt x="399" y="126"/>
                  </a:cubicBezTo>
                  <a:cubicBezTo>
                    <a:pt x="407" y="117"/>
                    <a:pt x="422" y="121"/>
                    <a:pt x="414" y="105"/>
                  </a:cubicBezTo>
                  <a:cubicBezTo>
                    <a:pt x="411" y="97"/>
                    <a:pt x="396" y="94"/>
                    <a:pt x="401" y="83"/>
                  </a:cubicBezTo>
                  <a:cubicBezTo>
                    <a:pt x="406" y="73"/>
                    <a:pt x="422" y="79"/>
                    <a:pt x="421" y="64"/>
                  </a:cubicBezTo>
                  <a:cubicBezTo>
                    <a:pt x="420" y="54"/>
                    <a:pt x="406" y="54"/>
                    <a:pt x="404" y="45"/>
                  </a:cubicBezTo>
                  <a:cubicBezTo>
                    <a:pt x="402" y="35"/>
                    <a:pt x="413" y="38"/>
                    <a:pt x="414" y="32"/>
                  </a:cubicBezTo>
                  <a:cubicBezTo>
                    <a:pt x="417" y="17"/>
                    <a:pt x="383" y="33"/>
                    <a:pt x="374" y="37"/>
                  </a:cubicBezTo>
                  <a:cubicBezTo>
                    <a:pt x="374" y="36"/>
                    <a:pt x="374" y="35"/>
                    <a:pt x="374" y="35"/>
                  </a:cubicBezTo>
                  <a:cubicBezTo>
                    <a:pt x="322" y="29"/>
                    <a:pt x="289" y="0"/>
                    <a:pt x="289" y="0"/>
                  </a:cubicBezTo>
                  <a:cubicBezTo>
                    <a:pt x="232" y="66"/>
                    <a:pt x="147" y="4"/>
                    <a:pt x="147" y="4"/>
                  </a:cubicBezTo>
                  <a:cubicBezTo>
                    <a:pt x="108" y="30"/>
                    <a:pt x="60" y="43"/>
                    <a:pt x="50" y="46"/>
                  </a:cubicBezTo>
                  <a:cubicBezTo>
                    <a:pt x="50" y="46"/>
                    <a:pt x="50" y="46"/>
                    <a:pt x="50" y="46"/>
                  </a:cubicBezTo>
                  <a:cubicBezTo>
                    <a:pt x="43" y="44"/>
                    <a:pt x="5" y="25"/>
                    <a:pt x="8" y="40"/>
                  </a:cubicBezTo>
                  <a:cubicBezTo>
                    <a:pt x="9" y="46"/>
                    <a:pt x="21" y="43"/>
                    <a:pt x="19" y="53"/>
                  </a:cubicBezTo>
                  <a:cubicBezTo>
                    <a:pt x="16" y="63"/>
                    <a:pt x="2" y="62"/>
                    <a:pt x="1" y="73"/>
                  </a:cubicBezTo>
                  <a:cubicBezTo>
                    <a:pt x="0" y="87"/>
                    <a:pt x="17" y="82"/>
                    <a:pt x="21" y="91"/>
                  </a:cubicBezTo>
                  <a:cubicBezTo>
                    <a:pt x="26" y="103"/>
                    <a:pt x="12" y="105"/>
                    <a:pt x="8" y="113"/>
                  </a:cubicBezTo>
                  <a:cubicBezTo>
                    <a:pt x="1" y="130"/>
                    <a:pt x="16" y="126"/>
                    <a:pt x="24" y="135"/>
                  </a:cubicBezTo>
                  <a:cubicBezTo>
                    <a:pt x="30" y="141"/>
                    <a:pt x="30" y="153"/>
                    <a:pt x="21" y="157"/>
                  </a:cubicBezTo>
                  <a:cubicBezTo>
                    <a:pt x="29" y="166"/>
                    <a:pt x="56" y="170"/>
                    <a:pt x="40" y="189"/>
                  </a:cubicBezTo>
                  <a:cubicBezTo>
                    <a:pt x="44" y="190"/>
                    <a:pt x="50" y="194"/>
                    <a:pt x="54" y="198"/>
                  </a:cubicBezTo>
                  <a:cubicBezTo>
                    <a:pt x="54" y="213"/>
                    <a:pt x="54" y="225"/>
                    <a:pt x="55" y="234"/>
                  </a:cubicBezTo>
                  <a:cubicBezTo>
                    <a:pt x="57" y="274"/>
                    <a:pt x="15" y="845"/>
                    <a:pt x="15" y="903"/>
                  </a:cubicBezTo>
                  <a:cubicBezTo>
                    <a:pt x="15" y="961"/>
                    <a:pt x="1" y="1033"/>
                    <a:pt x="1" y="1033"/>
                  </a:cubicBezTo>
                  <a:cubicBezTo>
                    <a:pt x="251" y="1091"/>
                    <a:pt x="441" y="1033"/>
                    <a:pt x="441" y="1033"/>
                  </a:cubicBezTo>
                  <a:cubicBezTo>
                    <a:pt x="438" y="1021"/>
                    <a:pt x="433" y="972"/>
                    <a:pt x="427" y="903"/>
                  </a:cubicBezTo>
                  <a:close/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164" name="Freeform 843">
              <a:extLst>
                <a:ext uri="{FF2B5EF4-FFF2-40B4-BE49-F238E27FC236}">
                  <a16:creationId xmlns:a16="http://schemas.microsoft.com/office/drawing/2014/main" id="{DD069F05-4CDD-4DBC-A8B1-157BEA3CEB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2" y="1350"/>
              <a:ext cx="39" cy="57"/>
            </a:xfrm>
            <a:custGeom>
              <a:avLst/>
              <a:gdLst>
                <a:gd name="T0" fmla="*/ 56 w 25"/>
                <a:gd name="T1" fmla="*/ 0 h 37"/>
                <a:gd name="T2" fmla="*/ 42 w 25"/>
                <a:gd name="T3" fmla="*/ 83 h 37"/>
                <a:gd name="T4" fmla="*/ 48 w 25"/>
                <a:gd name="T5" fmla="*/ 128 h 37"/>
                <a:gd name="T6" fmla="*/ 34 w 25"/>
                <a:gd name="T7" fmla="*/ 106 h 37"/>
                <a:gd name="T8" fmla="*/ 80 w 25"/>
                <a:gd name="T9" fmla="*/ 69 h 37"/>
                <a:gd name="T10" fmla="*/ 61 w 25"/>
                <a:gd name="T11" fmla="*/ 12 h 3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" h="37">
                  <a:moveTo>
                    <a:pt x="15" y="0"/>
                  </a:moveTo>
                  <a:cubicBezTo>
                    <a:pt x="25" y="10"/>
                    <a:pt x="21" y="18"/>
                    <a:pt x="11" y="23"/>
                  </a:cubicBezTo>
                  <a:cubicBezTo>
                    <a:pt x="3" y="28"/>
                    <a:pt x="0" y="37"/>
                    <a:pt x="13" y="35"/>
                  </a:cubicBezTo>
                  <a:cubicBezTo>
                    <a:pt x="10" y="35"/>
                    <a:pt x="8" y="33"/>
                    <a:pt x="9" y="29"/>
                  </a:cubicBezTo>
                  <a:cubicBezTo>
                    <a:pt x="16" y="27"/>
                    <a:pt x="20" y="27"/>
                    <a:pt x="21" y="19"/>
                  </a:cubicBezTo>
                  <a:cubicBezTo>
                    <a:pt x="22" y="13"/>
                    <a:pt x="20" y="6"/>
                    <a:pt x="16" y="3"/>
                  </a:cubicBezTo>
                </a:path>
              </a:pathLst>
            </a:custGeom>
            <a:solidFill>
              <a:srgbClr val="FAD0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165" name="Freeform 844">
              <a:extLst>
                <a:ext uri="{FF2B5EF4-FFF2-40B4-BE49-F238E27FC236}">
                  <a16:creationId xmlns:a16="http://schemas.microsoft.com/office/drawing/2014/main" id="{683E8EDC-16DA-4FB6-93FC-44E1E6DAD2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1" y="1427"/>
              <a:ext cx="44" cy="63"/>
            </a:xfrm>
            <a:custGeom>
              <a:avLst/>
              <a:gdLst>
                <a:gd name="T0" fmla="*/ 69 w 28"/>
                <a:gd name="T1" fmla="*/ 0 h 41"/>
                <a:gd name="T2" fmla="*/ 20 w 28"/>
                <a:gd name="T3" fmla="*/ 75 h 41"/>
                <a:gd name="T4" fmla="*/ 86 w 28"/>
                <a:gd name="T5" fmla="*/ 149 h 41"/>
                <a:gd name="T6" fmla="*/ 35 w 28"/>
                <a:gd name="T7" fmla="*/ 97 h 41"/>
                <a:gd name="T8" fmla="*/ 66 w 28"/>
                <a:gd name="T9" fmla="*/ 28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41">
                  <a:moveTo>
                    <a:pt x="18" y="0"/>
                  </a:moveTo>
                  <a:cubicBezTo>
                    <a:pt x="20" y="14"/>
                    <a:pt x="14" y="14"/>
                    <a:pt x="5" y="21"/>
                  </a:cubicBezTo>
                  <a:cubicBezTo>
                    <a:pt x="0" y="30"/>
                    <a:pt x="17" y="35"/>
                    <a:pt x="22" y="41"/>
                  </a:cubicBezTo>
                  <a:cubicBezTo>
                    <a:pt x="20" y="38"/>
                    <a:pt x="9" y="30"/>
                    <a:pt x="9" y="27"/>
                  </a:cubicBezTo>
                  <a:cubicBezTo>
                    <a:pt x="9" y="22"/>
                    <a:pt x="28" y="15"/>
                    <a:pt x="17" y="8"/>
                  </a:cubicBezTo>
                </a:path>
              </a:pathLst>
            </a:custGeom>
            <a:solidFill>
              <a:srgbClr val="FAD0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166" name="Freeform 845">
              <a:extLst>
                <a:ext uri="{FF2B5EF4-FFF2-40B4-BE49-F238E27FC236}">
                  <a16:creationId xmlns:a16="http://schemas.microsoft.com/office/drawing/2014/main" id="{2CB7ADC6-8D17-4791-BB91-0B0C5F4EFB5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9" y="1518"/>
              <a:ext cx="42" cy="48"/>
            </a:xfrm>
            <a:custGeom>
              <a:avLst/>
              <a:gdLst>
                <a:gd name="T0" fmla="*/ 34 w 27"/>
                <a:gd name="T1" fmla="*/ 0 h 31"/>
                <a:gd name="T2" fmla="*/ 56 w 27"/>
                <a:gd name="T3" fmla="*/ 45 h 31"/>
                <a:gd name="T4" fmla="*/ 82 w 27"/>
                <a:gd name="T5" fmla="*/ 115 h 31"/>
                <a:gd name="T6" fmla="*/ 39 w 27"/>
                <a:gd name="T7" fmla="*/ 14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31">
                  <a:moveTo>
                    <a:pt x="9" y="0"/>
                  </a:moveTo>
                  <a:cubicBezTo>
                    <a:pt x="0" y="7"/>
                    <a:pt x="9" y="7"/>
                    <a:pt x="15" y="12"/>
                  </a:cubicBezTo>
                  <a:cubicBezTo>
                    <a:pt x="21" y="18"/>
                    <a:pt x="18" y="25"/>
                    <a:pt x="22" y="31"/>
                  </a:cubicBezTo>
                  <a:cubicBezTo>
                    <a:pt x="27" y="19"/>
                    <a:pt x="7" y="10"/>
                    <a:pt x="10" y="4"/>
                  </a:cubicBezTo>
                </a:path>
              </a:pathLst>
            </a:custGeom>
            <a:solidFill>
              <a:srgbClr val="FAD0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167" name="Freeform 846">
              <a:extLst>
                <a:ext uri="{FF2B5EF4-FFF2-40B4-BE49-F238E27FC236}">
                  <a16:creationId xmlns:a16="http://schemas.microsoft.com/office/drawing/2014/main" id="{AB93D543-3B06-4E31-8E85-F96B7C7E6B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1" y="1331"/>
              <a:ext cx="48" cy="53"/>
            </a:xfrm>
            <a:custGeom>
              <a:avLst/>
              <a:gdLst>
                <a:gd name="T0" fmla="*/ 96 w 31"/>
                <a:gd name="T1" fmla="*/ 8 h 34"/>
                <a:gd name="T2" fmla="*/ 70 w 31"/>
                <a:gd name="T3" fmla="*/ 73 h 34"/>
                <a:gd name="T4" fmla="*/ 115 w 31"/>
                <a:gd name="T5" fmla="*/ 129 h 34"/>
                <a:gd name="T6" fmla="*/ 79 w 31"/>
                <a:gd name="T7" fmla="*/ 22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34">
                  <a:moveTo>
                    <a:pt x="26" y="2"/>
                  </a:moveTo>
                  <a:cubicBezTo>
                    <a:pt x="17" y="0"/>
                    <a:pt x="15" y="13"/>
                    <a:pt x="19" y="19"/>
                  </a:cubicBezTo>
                  <a:cubicBezTo>
                    <a:pt x="24" y="25"/>
                    <a:pt x="31" y="24"/>
                    <a:pt x="31" y="34"/>
                  </a:cubicBezTo>
                  <a:cubicBezTo>
                    <a:pt x="29" y="28"/>
                    <a:pt x="0" y="10"/>
                    <a:pt x="21" y="6"/>
                  </a:cubicBezTo>
                </a:path>
              </a:pathLst>
            </a:custGeom>
            <a:solidFill>
              <a:srgbClr val="FAD0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168" name="Freeform 847">
              <a:extLst>
                <a:ext uri="{FF2B5EF4-FFF2-40B4-BE49-F238E27FC236}">
                  <a16:creationId xmlns:a16="http://schemas.microsoft.com/office/drawing/2014/main" id="{C5F7852C-4A71-40F6-AF0E-5EDFE691F3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6" y="1399"/>
              <a:ext cx="49" cy="70"/>
            </a:xfrm>
            <a:custGeom>
              <a:avLst/>
              <a:gdLst>
                <a:gd name="T0" fmla="*/ 72 w 32"/>
                <a:gd name="T1" fmla="*/ 8 h 45"/>
                <a:gd name="T2" fmla="*/ 49 w 32"/>
                <a:gd name="T3" fmla="*/ 95 h 45"/>
                <a:gd name="T4" fmla="*/ 66 w 32"/>
                <a:gd name="T5" fmla="*/ 170 h 45"/>
                <a:gd name="T6" fmla="*/ 75 w 32"/>
                <a:gd name="T7" fmla="*/ 149 h 45"/>
                <a:gd name="T8" fmla="*/ 47 w 32"/>
                <a:gd name="T9" fmla="*/ 26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45">
                  <a:moveTo>
                    <a:pt x="20" y="2"/>
                  </a:moveTo>
                  <a:cubicBezTo>
                    <a:pt x="7" y="0"/>
                    <a:pt x="8" y="17"/>
                    <a:pt x="14" y="25"/>
                  </a:cubicBezTo>
                  <a:cubicBezTo>
                    <a:pt x="16" y="29"/>
                    <a:pt x="32" y="42"/>
                    <a:pt x="18" y="45"/>
                  </a:cubicBezTo>
                  <a:cubicBezTo>
                    <a:pt x="20" y="43"/>
                    <a:pt x="20" y="41"/>
                    <a:pt x="21" y="40"/>
                  </a:cubicBezTo>
                  <a:cubicBezTo>
                    <a:pt x="5" y="35"/>
                    <a:pt x="0" y="19"/>
                    <a:pt x="13" y="7"/>
                  </a:cubicBezTo>
                </a:path>
              </a:pathLst>
            </a:custGeom>
            <a:solidFill>
              <a:srgbClr val="FAD0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169" name="Freeform 848">
              <a:extLst>
                <a:ext uri="{FF2B5EF4-FFF2-40B4-BE49-F238E27FC236}">
                  <a16:creationId xmlns:a16="http://schemas.microsoft.com/office/drawing/2014/main" id="{FAEF49D6-3DF8-4715-9FBA-40E75CB6B4C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5" y="1492"/>
              <a:ext cx="33" cy="60"/>
            </a:xfrm>
            <a:custGeom>
              <a:avLst/>
              <a:gdLst>
                <a:gd name="T0" fmla="*/ 69 w 21"/>
                <a:gd name="T1" fmla="*/ 0 h 39"/>
                <a:gd name="T2" fmla="*/ 82 w 21"/>
                <a:gd name="T3" fmla="*/ 69 h 39"/>
                <a:gd name="T4" fmla="*/ 8 w 21"/>
                <a:gd name="T5" fmla="*/ 142 h 39"/>
                <a:gd name="T6" fmla="*/ 27 w 21"/>
                <a:gd name="T7" fmla="*/ 80 h 39"/>
                <a:gd name="T8" fmla="*/ 47 w 21"/>
                <a:gd name="T9" fmla="*/ 58 h 39"/>
                <a:gd name="T10" fmla="*/ 55 w 21"/>
                <a:gd name="T11" fmla="*/ 28 h 3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39">
                  <a:moveTo>
                    <a:pt x="18" y="0"/>
                  </a:moveTo>
                  <a:cubicBezTo>
                    <a:pt x="15" y="8"/>
                    <a:pt x="19" y="12"/>
                    <a:pt x="21" y="19"/>
                  </a:cubicBezTo>
                  <a:cubicBezTo>
                    <a:pt x="11" y="19"/>
                    <a:pt x="0" y="26"/>
                    <a:pt x="2" y="39"/>
                  </a:cubicBezTo>
                  <a:cubicBezTo>
                    <a:pt x="2" y="31"/>
                    <a:pt x="2" y="28"/>
                    <a:pt x="7" y="22"/>
                  </a:cubicBezTo>
                  <a:cubicBezTo>
                    <a:pt x="9" y="19"/>
                    <a:pt x="11" y="19"/>
                    <a:pt x="12" y="16"/>
                  </a:cubicBezTo>
                  <a:cubicBezTo>
                    <a:pt x="13" y="14"/>
                    <a:pt x="12" y="11"/>
                    <a:pt x="14" y="8"/>
                  </a:cubicBezTo>
                </a:path>
              </a:pathLst>
            </a:custGeom>
            <a:solidFill>
              <a:srgbClr val="FAD0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170" name="Freeform 849">
              <a:extLst>
                <a:ext uri="{FF2B5EF4-FFF2-40B4-BE49-F238E27FC236}">
                  <a16:creationId xmlns:a16="http://schemas.microsoft.com/office/drawing/2014/main" id="{E90D7086-6905-4DA7-B192-0CD306C87FB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8" y="1369"/>
              <a:ext cx="23" cy="205"/>
            </a:xfrm>
            <a:custGeom>
              <a:avLst/>
              <a:gdLst>
                <a:gd name="T0" fmla="*/ 5 w 15"/>
                <a:gd name="T1" fmla="*/ 0 h 133"/>
                <a:gd name="T2" fmla="*/ 28 w 15"/>
                <a:gd name="T3" fmla="*/ 83 h 133"/>
                <a:gd name="T4" fmla="*/ 49 w 15"/>
                <a:gd name="T5" fmla="*/ 216 h 133"/>
                <a:gd name="T6" fmla="*/ 48 w 15"/>
                <a:gd name="T7" fmla="*/ 356 h 133"/>
                <a:gd name="T8" fmla="*/ 54 w 15"/>
                <a:gd name="T9" fmla="*/ 487 h 133"/>
                <a:gd name="T10" fmla="*/ 28 w 15"/>
                <a:gd name="T11" fmla="*/ 223 h 133"/>
                <a:gd name="T12" fmla="*/ 28 w 15"/>
                <a:gd name="T13" fmla="*/ 102 h 133"/>
                <a:gd name="T14" fmla="*/ 0 w 15"/>
                <a:gd name="T15" fmla="*/ 14 h 13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5" h="133">
                  <a:moveTo>
                    <a:pt x="1" y="0"/>
                  </a:moveTo>
                  <a:cubicBezTo>
                    <a:pt x="2" y="7"/>
                    <a:pt x="6" y="15"/>
                    <a:pt x="8" y="23"/>
                  </a:cubicBezTo>
                  <a:cubicBezTo>
                    <a:pt x="12" y="34"/>
                    <a:pt x="13" y="47"/>
                    <a:pt x="14" y="59"/>
                  </a:cubicBezTo>
                  <a:cubicBezTo>
                    <a:pt x="15" y="72"/>
                    <a:pt x="13" y="84"/>
                    <a:pt x="13" y="97"/>
                  </a:cubicBezTo>
                  <a:cubicBezTo>
                    <a:pt x="13" y="109"/>
                    <a:pt x="15" y="121"/>
                    <a:pt x="15" y="133"/>
                  </a:cubicBezTo>
                  <a:cubicBezTo>
                    <a:pt x="8" y="109"/>
                    <a:pt x="8" y="86"/>
                    <a:pt x="8" y="61"/>
                  </a:cubicBezTo>
                  <a:cubicBezTo>
                    <a:pt x="8" y="50"/>
                    <a:pt x="9" y="39"/>
                    <a:pt x="8" y="28"/>
                  </a:cubicBezTo>
                  <a:cubicBezTo>
                    <a:pt x="6" y="19"/>
                    <a:pt x="2" y="12"/>
                    <a:pt x="0" y="4"/>
                  </a:cubicBezTo>
                </a:path>
              </a:pathLst>
            </a:custGeom>
            <a:solidFill>
              <a:srgbClr val="FAD0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171" name="Freeform 850">
              <a:extLst>
                <a:ext uri="{FF2B5EF4-FFF2-40B4-BE49-F238E27FC236}">
                  <a16:creationId xmlns:a16="http://schemas.microsoft.com/office/drawing/2014/main" id="{8AD22B8F-9372-4536-B1DC-38C3A2F2855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8" y="1353"/>
              <a:ext cx="27" cy="196"/>
            </a:xfrm>
            <a:custGeom>
              <a:avLst/>
              <a:gdLst>
                <a:gd name="T0" fmla="*/ 59 w 18"/>
                <a:gd name="T1" fmla="*/ 8 h 127"/>
                <a:gd name="T2" fmla="*/ 12 w 18"/>
                <a:gd name="T3" fmla="*/ 231 h 127"/>
                <a:gd name="T4" fmla="*/ 8 w 18"/>
                <a:gd name="T5" fmla="*/ 466 h 127"/>
                <a:gd name="T6" fmla="*/ 26 w 18"/>
                <a:gd name="T7" fmla="*/ 326 h 127"/>
                <a:gd name="T8" fmla="*/ 35 w 18"/>
                <a:gd name="T9" fmla="*/ 188 h 127"/>
                <a:gd name="T10" fmla="*/ 53 w 18"/>
                <a:gd name="T11" fmla="*/ 74 h 127"/>
                <a:gd name="T12" fmla="*/ 62 w 18"/>
                <a:gd name="T13" fmla="*/ 0 h 1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" h="127">
                  <a:moveTo>
                    <a:pt x="17" y="2"/>
                  </a:moveTo>
                  <a:cubicBezTo>
                    <a:pt x="13" y="1"/>
                    <a:pt x="4" y="55"/>
                    <a:pt x="3" y="63"/>
                  </a:cubicBezTo>
                  <a:cubicBezTo>
                    <a:pt x="0" y="84"/>
                    <a:pt x="0" y="105"/>
                    <a:pt x="2" y="127"/>
                  </a:cubicBezTo>
                  <a:cubicBezTo>
                    <a:pt x="6" y="116"/>
                    <a:pt x="5" y="100"/>
                    <a:pt x="7" y="89"/>
                  </a:cubicBezTo>
                  <a:cubicBezTo>
                    <a:pt x="9" y="76"/>
                    <a:pt x="8" y="64"/>
                    <a:pt x="10" y="51"/>
                  </a:cubicBezTo>
                  <a:cubicBezTo>
                    <a:pt x="12" y="41"/>
                    <a:pt x="14" y="31"/>
                    <a:pt x="15" y="20"/>
                  </a:cubicBezTo>
                  <a:cubicBezTo>
                    <a:pt x="16" y="15"/>
                    <a:pt x="15" y="5"/>
                    <a:pt x="18" y="0"/>
                  </a:cubicBezTo>
                </a:path>
              </a:pathLst>
            </a:custGeom>
            <a:solidFill>
              <a:srgbClr val="FAD0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172" name="Freeform 851">
              <a:extLst>
                <a:ext uri="{FF2B5EF4-FFF2-40B4-BE49-F238E27FC236}">
                  <a16:creationId xmlns:a16="http://schemas.microsoft.com/office/drawing/2014/main" id="{65BF01C8-F0DA-4D15-876D-4FCE83A9E8F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2" y="1402"/>
              <a:ext cx="59" cy="65"/>
            </a:xfrm>
            <a:custGeom>
              <a:avLst/>
              <a:gdLst>
                <a:gd name="T0" fmla="*/ 61 w 38"/>
                <a:gd name="T1" fmla="*/ 87 h 42"/>
                <a:gd name="T2" fmla="*/ 62 w 38"/>
                <a:gd name="T3" fmla="*/ 0 h 42"/>
                <a:gd name="T4" fmla="*/ 75 w 38"/>
                <a:gd name="T5" fmla="*/ 87 h 42"/>
                <a:gd name="T6" fmla="*/ 95 w 38"/>
                <a:gd name="T7" fmla="*/ 127 h 42"/>
                <a:gd name="T8" fmla="*/ 30 w 38"/>
                <a:gd name="T9" fmla="*/ 60 h 42"/>
                <a:gd name="T10" fmla="*/ 53 w 38"/>
                <a:gd name="T11" fmla="*/ 101 h 4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8" h="42">
                  <a:moveTo>
                    <a:pt x="16" y="23"/>
                  </a:moveTo>
                  <a:cubicBezTo>
                    <a:pt x="15" y="16"/>
                    <a:pt x="12" y="6"/>
                    <a:pt x="17" y="0"/>
                  </a:cubicBezTo>
                  <a:cubicBezTo>
                    <a:pt x="23" y="4"/>
                    <a:pt x="21" y="16"/>
                    <a:pt x="20" y="23"/>
                  </a:cubicBezTo>
                  <a:cubicBezTo>
                    <a:pt x="25" y="8"/>
                    <a:pt x="38" y="27"/>
                    <a:pt x="25" y="34"/>
                  </a:cubicBezTo>
                  <a:cubicBezTo>
                    <a:pt x="23" y="29"/>
                    <a:pt x="14" y="15"/>
                    <a:pt x="8" y="16"/>
                  </a:cubicBezTo>
                  <a:cubicBezTo>
                    <a:pt x="0" y="17"/>
                    <a:pt x="0" y="42"/>
                    <a:pt x="14" y="27"/>
                  </a:cubicBezTo>
                </a:path>
              </a:pathLst>
            </a:custGeom>
            <a:solidFill>
              <a:srgbClr val="FAD0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173" name="Freeform 852">
              <a:extLst>
                <a:ext uri="{FF2B5EF4-FFF2-40B4-BE49-F238E27FC236}">
                  <a16:creationId xmlns:a16="http://schemas.microsoft.com/office/drawing/2014/main" id="{4858C1E7-9332-4AC4-AECF-654B441049A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9" y="1535"/>
              <a:ext cx="56" cy="44"/>
            </a:xfrm>
            <a:custGeom>
              <a:avLst/>
              <a:gdLst>
                <a:gd name="T0" fmla="*/ 48 w 36"/>
                <a:gd name="T1" fmla="*/ 96 h 28"/>
                <a:gd name="T2" fmla="*/ 40 w 36"/>
                <a:gd name="T3" fmla="*/ 0 h 28"/>
                <a:gd name="T4" fmla="*/ 56 w 36"/>
                <a:gd name="T5" fmla="*/ 74 h 28"/>
                <a:gd name="T6" fmla="*/ 82 w 36"/>
                <a:gd name="T7" fmla="*/ 108 h 28"/>
                <a:gd name="T8" fmla="*/ 87 w 36"/>
                <a:gd name="T9" fmla="*/ 104 h 28"/>
                <a:gd name="T10" fmla="*/ 0 w 36"/>
                <a:gd name="T11" fmla="*/ 90 h 28"/>
                <a:gd name="T12" fmla="*/ 34 w 36"/>
                <a:gd name="T13" fmla="*/ 104 h 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6" h="28">
                  <a:moveTo>
                    <a:pt x="13" y="25"/>
                  </a:moveTo>
                  <a:cubicBezTo>
                    <a:pt x="8" y="19"/>
                    <a:pt x="8" y="6"/>
                    <a:pt x="11" y="0"/>
                  </a:cubicBezTo>
                  <a:cubicBezTo>
                    <a:pt x="17" y="2"/>
                    <a:pt x="17" y="13"/>
                    <a:pt x="15" y="19"/>
                  </a:cubicBezTo>
                  <a:cubicBezTo>
                    <a:pt x="22" y="0"/>
                    <a:pt x="36" y="20"/>
                    <a:pt x="22" y="28"/>
                  </a:cubicBezTo>
                  <a:cubicBezTo>
                    <a:pt x="22" y="28"/>
                    <a:pt x="23" y="28"/>
                    <a:pt x="23" y="27"/>
                  </a:cubicBezTo>
                  <a:cubicBezTo>
                    <a:pt x="16" y="21"/>
                    <a:pt x="9" y="16"/>
                    <a:pt x="0" y="23"/>
                  </a:cubicBezTo>
                  <a:cubicBezTo>
                    <a:pt x="2" y="24"/>
                    <a:pt x="6" y="26"/>
                    <a:pt x="9" y="27"/>
                  </a:cubicBezTo>
                </a:path>
              </a:pathLst>
            </a:custGeom>
            <a:solidFill>
              <a:srgbClr val="FAD0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174" name="Freeform 853">
              <a:extLst>
                <a:ext uri="{FF2B5EF4-FFF2-40B4-BE49-F238E27FC236}">
                  <a16:creationId xmlns:a16="http://schemas.microsoft.com/office/drawing/2014/main" id="{7241311A-9949-4D10-92C3-28F0B363F5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6" y="1450"/>
              <a:ext cx="66" cy="44"/>
            </a:xfrm>
            <a:custGeom>
              <a:avLst/>
              <a:gdLst>
                <a:gd name="T0" fmla="*/ 87 w 43"/>
                <a:gd name="T1" fmla="*/ 86 h 28"/>
                <a:gd name="T2" fmla="*/ 80 w 43"/>
                <a:gd name="T3" fmla="*/ 0 h 28"/>
                <a:gd name="T4" fmla="*/ 89 w 43"/>
                <a:gd name="T5" fmla="*/ 74 h 28"/>
                <a:gd name="T6" fmla="*/ 120 w 43"/>
                <a:gd name="T7" fmla="*/ 82 h 28"/>
                <a:gd name="T8" fmla="*/ 35 w 43"/>
                <a:gd name="T9" fmla="*/ 74 h 28"/>
                <a:gd name="T10" fmla="*/ 69 w 43"/>
                <a:gd name="T11" fmla="*/ 96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3" h="28">
                  <a:moveTo>
                    <a:pt x="24" y="22"/>
                  </a:moveTo>
                  <a:cubicBezTo>
                    <a:pt x="20" y="16"/>
                    <a:pt x="19" y="7"/>
                    <a:pt x="22" y="0"/>
                  </a:cubicBezTo>
                  <a:cubicBezTo>
                    <a:pt x="27" y="3"/>
                    <a:pt x="27" y="14"/>
                    <a:pt x="25" y="19"/>
                  </a:cubicBezTo>
                  <a:cubicBezTo>
                    <a:pt x="22" y="6"/>
                    <a:pt x="43" y="2"/>
                    <a:pt x="33" y="21"/>
                  </a:cubicBezTo>
                  <a:cubicBezTo>
                    <a:pt x="28" y="19"/>
                    <a:pt x="16" y="16"/>
                    <a:pt x="10" y="19"/>
                  </a:cubicBezTo>
                  <a:cubicBezTo>
                    <a:pt x="0" y="24"/>
                    <a:pt x="11" y="28"/>
                    <a:pt x="19" y="25"/>
                  </a:cubicBezTo>
                </a:path>
              </a:pathLst>
            </a:custGeom>
            <a:solidFill>
              <a:srgbClr val="FAD0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175" name="Freeform 854">
              <a:extLst>
                <a:ext uri="{FF2B5EF4-FFF2-40B4-BE49-F238E27FC236}">
                  <a16:creationId xmlns:a16="http://schemas.microsoft.com/office/drawing/2014/main" id="{999B607A-C9B2-4785-B28C-8CE39E11C0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0" y="1455"/>
              <a:ext cx="44" cy="59"/>
            </a:xfrm>
            <a:custGeom>
              <a:avLst/>
              <a:gdLst>
                <a:gd name="T0" fmla="*/ 49 w 28"/>
                <a:gd name="T1" fmla="*/ 75 h 38"/>
                <a:gd name="T2" fmla="*/ 20 w 28"/>
                <a:gd name="T3" fmla="*/ 0 h 38"/>
                <a:gd name="T4" fmla="*/ 60 w 28"/>
                <a:gd name="T5" fmla="*/ 62 h 38"/>
                <a:gd name="T6" fmla="*/ 69 w 28"/>
                <a:gd name="T7" fmla="*/ 61 h 38"/>
                <a:gd name="T8" fmla="*/ 5 w 28"/>
                <a:gd name="T9" fmla="*/ 73 h 38"/>
                <a:gd name="T10" fmla="*/ 42 w 28"/>
                <a:gd name="T11" fmla="*/ 89 h 38"/>
                <a:gd name="T12" fmla="*/ 39 w 28"/>
                <a:gd name="T13" fmla="*/ 127 h 38"/>
                <a:gd name="T14" fmla="*/ 69 w 28"/>
                <a:gd name="T15" fmla="*/ 61 h 38"/>
                <a:gd name="T16" fmla="*/ 66 w 28"/>
                <a:gd name="T17" fmla="*/ 62 h 3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8" h="38">
                  <a:moveTo>
                    <a:pt x="13" y="20"/>
                  </a:moveTo>
                  <a:cubicBezTo>
                    <a:pt x="7" y="16"/>
                    <a:pt x="2" y="7"/>
                    <a:pt x="5" y="0"/>
                  </a:cubicBezTo>
                  <a:cubicBezTo>
                    <a:pt x="13" y="0"/>
                    <a:pt x="16" y="11"/>
                    <a:pt x="15" y="17"/>
                  </a:cubicBezTo>
                  <a:cubicBezTo>
                    <a:pt x="13" y="7"/>
                    <a:pt x="28" y="11"/>
                    <a:pt x="18" y="16"/>
                  </a:cubicBezTo>
                  <a:cubicBezTo>
                    <a:pt x="14" y="18"/>
                    <a:pt x="3" y="11"/>
                    <a:pt x="1" y="19"/>
                  </a:cubicBezTo>
                  <a:cubicBezTo>
                    <a:pt x="0" y="25"/>
                    <a:pt x="7" y="26"/>
                    <a:pt x="11" y="24"/>
                  </a:cubicBezTo>
                  <a:cubicBezTo>
                    <a:pt x="4" y="24"/>
                    <a:pt x="4" y="32"/>
                    <a:pt x="10" y="34"/>
                  </a:cubicBezTo>
                  <a:cubicBezTo>
                    <a:pt x="19" y="38"/>
                    <a:pt x="24" y="21"/>
                    <a:pt x="18" y="16"/>
                  </a:cubicBezTo>
                  <a:cubicBezTo>
                    <a:pt x="18" y="16"/>
                    <a:pt x="17" y="17"/>
                    <a:pt x="17" y="17"/>
                  </a:cubicBezTo>
                </a:path>
              </a:pathLst>
            </a:custGeom>
            <a:solidFill>
              <a:srgbClr val="FAD0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176" name="Freeform 855">
              <a:extLst>
                <a:ext uri="{FF2B5EF4-FFF2-40B4-BE49-F238E27FC236}">
                  <a16:creationId xmlns:a16="http://schemas.microsoft.com/office/drawing/2014/main" id="{B3017EEC-59C1-4260-9875-6A056AA45F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6" y="1370"/>
              <a:ext cx="40" cy="53"/>
            </a:xfrm>
            <a:custGeom>
              <a:avLst/>
              <a:gdLst>
                <a:gd name="T0" fmla="*/ 69 w 26"/>
                <a:gd name="T1" fmla="*/ 83 h 34"/>
                <a:gd name="T2" fmla="*/ 58 w 26"/>
                <a:gd name="T3" fmla="*/ 22 h 34"/>
                <a:gd name="T4" fmla="*/ 89 w 26"/>
                <a:gd name="T5" fmla="*/ 90 h 34"/>
                <a:gd name="T6" fmla="*/ 48 w 26"/>
                <a:gd name="T7" fmla="*/ 114 h 34"/>
                <a:gd name="T8" fmla="*/ 18 w 26"/>
                <a:gd name="T9" fmla="*/ 87 h 34"/>
                <a:gd name="T10" fmla="*/ 95 w 26"/>
                <a:gd name="T11" fmla="*/ 100 h 3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6" h="34">
                  <a:moveTo>
                    <a:pt x="19" y="22"/>
                  </a:moveTo>
                  <a:cubicBezTo>
                    <a:pt x="11" y="23"/>
                    <a:pt x="12" y="10"/>
                    <a:pt x="16" y="6"/>
                  </a:cubicBezTo>
                  <a:cubicBezTo>
                    <a:pt x="25" y="0"/>
                    <a:pt x="25" y="19"/>
                    <a:pt x="25" y="24"/>
                  </a:cubicBezTo>
                  <a:cubicBezTo>
                    <a:pt x="16" y="9"/>
                    <a:pt x="0" y="28"/>
                    <a:pt x="13" y="30"/>
                  </a:cubicBezTo>
                  <a:cubicBezTo>
                    <a:pt x="16" y="25"/>
                    <a:pt x="10" y="22"/>
                    <a:pt x="5" y="23"/>
                  </a:cubicBezTo>
                  <a:cubicBezTo>
                    <a:pt x="6" y="31"/>
                    <a:pt x="22" y="34"/>
                    <a:pt x="26" y="26"/>
                  </a:cubicBezTo>
                </a:path>
              </a:pathLst>
            </a:custGeom>
            <a:solidFill>
              <a:srgbClr val="FAD0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177" name="Freeform 856">
              <a:extLst>
                <a:ext uri="{FF2B5EF4-FFF2-40B4-BE49-F238E27FC236}">
                  <a16:creationId xmlns:a16="http://schemas.microsoft.com/office/drawing/2014/main" id="{5BF1295E-6CFE-4887-B647-5AA02DD07E2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2" y="1342"/>
              <a:ext cx="50" cy="74"/>
            </a:xfrm>
            <a:custGeom>
              <a:avLst/>
              <a:gdLst>
                <a:gd name="T0" fmla="*/ 75 w 32"/>
                <a:gd name="T1" fmla="*/ 88 h 48"/>
                <a:gd name="T2" fmla="*/ 83 w 32"/>
                <a:gd name="T3" fmla="*/ 0 h 48"/>
                <a:gd name="T4" fmla="*/ 92 w 32"/>
                <a:gd name="T5" fmla="*/ 83 h 48"/>
                <a:gd name="T6" fmla="*/ 122 w 32"/>
                <a:gd name="T7" fmla="*/ 83 h 48"/>
                <a:gd name="T8" fmla="*/ 31 w 32"/>
                <a:gd name="T9" fmla="*/ 83 h 48"/>
                <a:gd name="T10" fmla="*/ 56 w 32"/>
                <a:gd name="T11" fmla="*/ 100 h 48"/>
                <a:gd name="T12" fmla="*/ 22 w 32"/>
                <a:gd name="T13" fmla="*/ 136 h 48"/>
                <a:gd name="T14" fmla="*/ 95 w 32"/>
                <a:gd name="T15" fmla="*/ 117 h 4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2" h="48">
                  <a:moveTo>
                    <a:pt x="20" y="24"/>
                  </a:moveTo>
                  <a:cubicBezTo>
                    <a:pt x="10" y="25"/>
                    <a:pt x="18" y="3"/>
                    <a:pt x="22" y="0"/>
                  </a:cubicBezTo>
                  <a:cubicBezTo>
                    <a:pt x="29" y="3"/>
                    <a:pt x="27" y="18"/>
                    <a:pt x="24" y="23"/>
                  </a:cubicBezTo>
                  <a:cubicBezTo>
                    <a:pt x="24" y="18"/>
                    <a:pt x="31" y="17"/>
                    <a:pt x="32" y="23"/>
                  </a:cubicBezTo>
                  <a:cubicBezTo>
                    <a:pt x="26" y="25"/>
                    <a:pt x="12" y="14"/>
                    <a:pt x="8" y="23"/>
                  </a:cubicBezTo>
                  <a:cubicBezTo>
                    <a:pt x="5" y="29"/>
                    <a:pt x="15" y="36"/>
                    <a:pt x="15" y="27"/>
                  </a:cubicBezTo>
                  <a:cubicBezTo>
                    <a:pt x="16" y="15"/>
                    <a:pt x="0" y="25"/>
                    <a:pt x="6" y="37"/>
                  </a:cubicBezTo>
                  <a:cubicBezTo>
                    <a:pt x="12" y="48"/>
                    <a:pt x="21" y="40"/>
                    <a:pt x="25" y="32"/>
                  </a:cubicBezTo>
                </a:path>
              </a:pathLst>
            </a:custGeom>
            <a:solidFill>
              <a:srgbClr val="FAD0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178" name="Freeform 857">
              <a:extLst>
                <a:ext uri="{FF2B5EF4-FFF2-40B4-BE49-F238E27FC236}">
                  <a16:creationId xmlns:a16="http://schemas.microsoft.com/office/drawing/2014/main" id="{741D1D6D-EF0C-4B6D-8981-34C5D101CB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8" y="1562"/>
              <a:ext cx="41" cy="46"/>
            </a:xfrm>
            <a:custGeom>
              <a:avLst/>
              <a:gdLst>
                <a:gd name="T0" fmla="*/ 62 w 26"/>
                <a:gd name="T1" fmla="*/ 66 h 30"/>
                <a:gd name="T2" fmla="*/ 74 w 26"/>
                <a:gd name="T3" fmla="*/ 0 h 30"/>
                <a:gd name="T4" fmla="*/ 82 w 26"/>
                <a:gd name="T5" fmla="*/ 61 h 30"/>
                <a:gd name="T6" fmla="*/ 47 w 26"/>
                <a:gd name="T7" fmla="*/ 83 h 30"/>
                <a:gd name="T8" fmla="*/ 8 w 26"/>
                <a:gd name="T9" fmla="*/ 80 h 30"/>
                <a:gd name="T10" fmla="*/ 62 w 26"/>
                <a:gd name="T11" fmla="*/ 87 h 3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6" h="30">
                  <a:moveTo>
                    <a:pt x="16" y="18"/>
                  </a:moveTo>
                  <a:cubicBezTo>
                    <a:pt x="12" y="14"/>
                    <a:pt x="14" y="3"/>
                    <a:pt x="19" y="0"/>
                  </a:cubicBezTo>
                  <a:cubicBezTo>
                    <a:pt x="23" y="3"/>
                    <a:pt x="26" y="14"/>
                    <a:pt x="21" y="17"/>
                  </a:cubicBezTo>
                  <a:cubicBezTo>
                    <a:pt x="12" y="5"/>
                    <a:pt x="1" y="18"/>
                    <a:pt x="12" y="23"/>
                  </a:cubicBezTo>
                  <a:cubicBezTo>
                    <a:pt x="12" y="17"/>
                    <a:pt x="4" y="17"/>
                    <a:pt x="2" y="22"/>
                  </a:cubicBezTo>
                  <a:cubicBezTo>
                    <a:pt x="0" y="30"/>
                    <a:pt x="13" y="27"/>
                    <a:pt x="16" y="24"/>
                  </a:cubicBezTo>
                </a:path>
              </a:pathLst>
            </a:custGeom>
            <a:solidFill>
              <a:srgbClr val="FAD0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179" name="Freeform 858">
              <a:extLst>
                <a:ext uri="{FF2B5EF4-FFF2-40B4-BE49-F238E27FC236}">
                  <a16:creationId xmlns:a16="http://schemas.microsoft.com/office/drawing/2014/main" id="{DC81778D-7010-4F76-AD02-FF43228EA0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1" y="1375"/>
              <a:ext cx="20" cy="52"/>
            </a:xfrm>
            <a:custGeom>
              <a:avLst/>
              <a:gdLst>
                <a:gd name="T0" fmla="*/ 35 w 13"/>
                <a:gd name="T1" fmla="*/ 96 h 34"/>
                <a:gd name="T2" fmla="*/ 12 w 13"/>
                <a:gd name="T3" fmla="*/ 8 h 34"/>
                <a:gd name="T4" fmla="*/ 48 w 13"/>
                <a:gd name="T5" fmla="*/ 66 h 34"/>
                <a:gd name="T6" fmla="*/ 8 w 13"/>
                <a:gd name="T7" fmla="*/ 67 h 34"/>
                <a:gd name="T8" fmla="*/ 40 w 13"/>
                <a:gd name="T9" fmla="*/ 93 h 34"/>
                <a:gd name="T10" fmla="*/ 0 w 13"/>
                <a:gd name="T11" fmla="*/ 107 h 34"/>
                <a:gd name="T12" fmla="*/ 43 w 13"/>
                <a:gd name="T13" fmla="*/ 101 h 3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34">
                  <a:moveTo>
                    <a:pt x="10" y="27"/>
                  </a:moveTo>
                  <a:cubicBezTo>
                    <a:pt x="5" y="20"/>
                    <a:pt x="0" y="11"/>
                    <a:pt x="3" y="2"/>
                  </a:cubicBezTo>
                  <a:cubicBezTo>
                    <a:pt x="11" y="0"/>
                    <a:pt x="12" y="13"/>
                    <a:pt x="13" y="18"/>
                  </a:cubicBezTo>
                  <a:cubicBezTo>
                    <a:pt x="11" y="15"/>
                    <a:pt x="5" y="15"/>
                    <a:pt x="2" y="19"/>
                  </a:cubicBezTo>
                  <a:cubicBezTo>
                    <a:pt x="0" y="25"/>
                    <a:pt x="7" y="33"/>
                    <a:pt x="11" y="26"/>
                  </a:cubicBezTo>
                  <a:cubicBezTo>
                    <a:pt x="7" y="25"/>
                    <a:pt x="2" y="26"/>
                    <a:pt x="0" y="30"/>
                  </a:cubicBezTo>
                  <a:cubicBezTo>
                    <a:pt x="3" y="34"/>
                    <a:pt x="9" y="31"/>
                    <a:pt x="12" y="28"/>
                  </a:cubicBezTo>
                </a:path>
              </a:pathLst>
            </a:custGeom>
            <a:solidFill>
              <a:srgbClr val="FAD0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180" name="Freeform 859">
              <a:extLst>
                <a:ext uri="{FF2B5EF4-FFF2-40B4-BE49-F238E27FC236}">
                  <a16:creationId xmlns:a16="http://schemas.microsoft.com/office/drawing/2014/main" id="{456DF99F-989E-4C75-889A-7BBD847103B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9" y="1353"/>
              <a:ext cx="45" cy="57"/>
            </a:xfrm>
            <a:custGeom>
              <a:avLst/>
              <a:gdLst>
                <a:gd name="T0" fmla="*/ 40 w 29"/>
                <a:gd name="T1" fmla="*/ 66 h 37"/>
                <a:gd name="T2" fmla="*/ 39 w 29"/>
                <a:gd name="T3" fmla="*/ 0 h 37"/>
                <a:gd name="T4" fmla="*/ 53 w 29"/>
                <a:gd name="T5" fmla="*/ 62 h 37"/>
                <a:gd name="T6" fmla="*/ 87 w 29"/>
                <a:gd name="T7" fmla="*/ 35 h 37"/>
                <a:gd name="T8" fmla="*/ 56 w 29"/>
                <a:gd name="T9" fmla="*/ 80 h 37"/>
                <a:gd name="T10" fmla="*/ 70 w 29"/>
                <a:gd name="T11" fmla="*/ 74 h 37"/>
                <a:gd name="T12" fmla="*/ 0 w 29"/>
                <a:gd name="T13" fmla="*/ 83 h 37"/>
                <a:gd name="T14" fmla="*/ 56 w 29"/>
                <a:gd name="T15" fmla="*/ 88 h 3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9" h="37">
                  <a:moveTo>
                    <a:pt x="11" y="18"/>
                  </a:moveTo>
                  <a:cubicBezTo>
                    <a:pt x="9" y="13"/>
                    <a:pt x="8" y="5"/>
                    <a:pt x="10" y="0"/>
                  </a:cubicBezTo>
                  <a:cubicBezTo>
                    <a:pt x="12" y="5"/>
                    <a:pt x="14" y="12"/>
                    <a:pt x="14" y="17"/>
                  </a:cubicBezTo>
                  <a:cubicBezTo>
                    <a:pt x="13" y="14"/>
                    <a:pt x="18" y="7"/>
                    <a:pt x="23" y="10"/>
                  </a:cubicBezTo>
                  <a:cubicBezTo>
                    <a:pt x="29" y="13"/>
                    <a:pt x="20" y="23"/>
                    <a:pt x="15" y="22"/>
                  </a:cubicBezTo>
                  <a:cubicBezTo>
                    <a:pt x="16" y="22"/>
                    <a:pt x="17" y="21"/>
                    <a:pt x="19" y="20"/>
                  </a:cubicBezTo>
                  <a:cubicBezTo>
                    <a:pt x="13" y="19"/>
                    <a:pt x="0" y="11"/>
                    <a:pt x="0" y="23"/>
                  </a:cubicBezTo>
                  <a:cubicBezTo>
                    <a:pt x="1" y="37"/>
                    <a:pt x="10" y="26"/>
                    <a:pt x="15" y="24"/>
                  </a:cubicBezTo>
                </a:path>
              </a:pathLst>
            </a:custGeom>
            <a:solidFill>
              <a:srgbClr val="FAD0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181" name="Freeform 860">
              <a:extLst>
                <a:ext uri="{FF2B5EF4-FFF2-40B4-BE49-F238E27FC236}">
                  <a16:creationId xmlns:a16="http://schemas.microsoft.com/office/drawing/2014/main" id="{83A2C686-4949-495E-8627-35A145DAB1B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9" y="1341"/>
              <a:ext cx="28" cy="48"/>
            </a:xfrm>
            <a:custGeom>
              <a:avLst/>
              <a:gdLst>
                <a:gd name="T0" fmla="*/ 48 w 18"/>
                <a:gd name="T1" fmla="*/ 82 h 31"/>
                <a:gd name="T2" fmla="*/ 47 w 18"/>
                <a:gd name="T3" fmla="*/ 0 h 31"/>
                <a:gd name="T4" fmla="*/ 56 w 18"/>
                <a:gd name="T5" fmla="*/ 67 h 31"/>
                <a:gd name="T6" fmla="*/ 53 w 18"/>
                <a:gd name="T7" fmla="*/ 53 h 31"/>
                <a:gd name="T8" fmla="*/ 68 w 18"/>
                <a:gd name="T9" fmla="*/ 53 h 31"/>
                <a:gd name="T10" fmla="*/ 0 w 18"/>
                <a:gd name="T11" fmla="*/ 62 h 31"/>
                <a:gd name="T12" fmla="*/ 53 w 18"/>
                <a:gd name="T13" fmla="*/ 87 h 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" h="31">
                  <a:moveTo>
                    <a:pt x="13" y="22"/>
                  </a:moveTo>
                  <a:cubicBezTo>
                    <a:pt x="8" y="19"/>
                    <a:pt x="9" y="5"/>
                    <a:pt x="12" y="0"/>
                  </a:cubicBezTo>
                  <a:cubicBezTo>
                    <a:pt x="16" y="4"/>
                    <a:pt x="15" y="12"/>
                    <a:pt x="15" y="18"/>
                  </a:cubicBezTo>
                  <a:cubicBezTo>
                    <a:pt x="14" y="17"/>
                    <a:pt x="14" y="16"/>
                    <a:pt x="14" y="14"/>
                  </a:cubicBezTo>
                  <a:cubicBezTo>
                    <a:pt x="16" y="14"/>
                    <a:pt x="17" y="14"/>
                    <a:pt x="18" y="14"/>
                  </a:cubicBezTo>
                  <a:cubicBezTo>
                    <a:pt x="14" y="20"/>
                    <a:pt x="6" y="15"/>
                    <a:pt x="0" y="17"/>
                  </a:cubicBezTo>
                  <a:cubicBezTo>
                    <a:pt x="0" y="24"/>
                    <a:pt x="11" y="31"/>
                    <a:pt x="14" y="23"/>
                  </a:cubicBezTo>
                </a:path>
              </a:pathLst>
            </a:custGeom>
            <a:solidFill>
              <a:srgbClr val="FAD0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182" name="Freeform 861">
              <a:extLst>
                <a:ext uri="{FF2B5EF4-FFF2-40B4-BE49-F238E27FC236}">
                  <a16:creationId xmlns:a16="http://schemas.microsoft.com/office/drawing/2014/main" id="{8A24245C-980A-49B2-8680-76A558F6E82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7" y="1314"/>
              <a:ext cx="57" cy="41"/>
            </a:xfrm>
            <a:custGeom>
              <a:avLst/>
              <a:gdLst>
                <a:gd name="T0" fmla="*/ 60 w 37"/>
                <a:gd name="T1" fmla="*/ 55 h 26"/>
                <a:gd name="T2" fmla="*/ 80 w 37"/>
                <a:gd name="T3" fmla="*/ 0 h 26"/>
                <a:gd name="T4" fmla="*/ 96 w 37"/>
                <a:gd name="T5" fmla="*/ 47 h 26"/>
                <a:gd name="T6" fmla="*/ 34 w 37"/>
                <a:gd name="T7" fmla="*/ 43 h 26"/>
                <a:gd name="T8" fmla="*/ 40 w 37"/>
                <a:gd name="T9" fmla="*/ 52 h 26"/>
                <a:gd name="T10" fmla="*/ 5 w 37"/>
                <a:gd name="T11" fmla="*/ 47 h 26"/>
                <a:gd name="T12" fmla="*/ 96 w 37"/>
                <a:gd name="T13" fmla="*/ 62 h 26"/>
                <a:gd name="T14" fmla="*/ 131 w 37"/>
                <a:gd name="T15" fmla="*/ 52 h 26"/>
                <a:gd name="T16" fmla="*/ 88 w 37"/>
                <a:gd name="T17" fmla="*/ 103 h 26"/>
                <a:gd name="T18" fmla="*/ 69 w 37"/>
                <a:gd name="T19" fmla="*/ 82 h 2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7" h="26">
                  <a:moveTo>
                    <a:pt x="16" y="14"/>
                  </a:moveTo>
                  <a:cubicBezTo>
                    <a:pt x="16" y="9"/>
                    <a:pt x="19" y="3"/>
                    <a:pt x="22" y="0"/>
                  </a:cubicBezTo>
                  <a:cubicBezTo>
                    <a:pt x="27" y="2"/>
                    <a:pt x="26" y="8"/>
                    <a:pt x="26" y="12"/>
                  </a:cubicBezTo>
                  <a:cubicBezTo>
                    <a:pt x="26" y="1"/>
                    <a:pt x="14" y="6"/>
                    <a:pt x="9" y="11"/>
                  </a:cubicBezTo>
                  <a:cubicBezTo>
                    <a:pt x="9" y="11"/>
                    <a:pt x="11" y="13"/>
                    <a:pt x="11" y="13"/>
                  </a:cubicBezTo>
                  <a:cubicBezTo>
                    <a:pt x="11" y="8"/>
                    <a:pt x="2" y="6"/>
                    <a:pt x="1" y="12"/>
                  </a:cubicBezTo>
                  <a:cubicBezTo>
                    <a:pt x="0" y="25"/>
                    <a:pt x="20" y="21"/>
                    <a:pt x="26" y="16"/>
                  </a:cubicBezTo>
                  <a:cubicBezTo>
                    <a:pt x="29" y="14"/>
                    <a:pt x="35" y="3"/>
                    <a:pt x="36" y="13"/>
                  </a:cubicBezTo>
                  <a:cubicBezTo>
                    <a:pt x="37" y="19"/>
                    <a:pt x="29" y="25"/>
                    <a:pt x="24" y="26"/>
                  </a:cubicBezTo>
                  <a:cubicBezTo>
                    <a:pt x="21" y="26"/>
                    <a:pt x="18" y="23"/>
                    <a:pt x="19" y="21"/>
                  </a:cubicBezTo>
                </a:path>
              </a:pathLst>
            </a:custGeom>
            <a:solidFill>
              <a:srgbClr val="FAD0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183" name="Freeform 862">
              <a:extLst>
                <a:ext uri="{FF2B5EF4-FFF2-40B4-BE49-F238E27FC236}">
                  <a16:creationId xmlns:a16="http://schemas.microsoft.com/office/drawing/2014/main" id="{CE6FD8F6-DED1-423D-B5CC-EFCB5B6F68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6" y="1398"/>
              <a:ext cx="46" cy="60"/>
            </a:xfrm>
            <a:custGeom>
              <a:avLst/>
              <a:gdLst>
                <a:gd name="T0" fmla="*/ 40 w 30"/>
                <a:gd name="T1" fmla="*/ 80 h 39"/>
                <a:gd name="T2" fmla="*/ 48 w 30"/>
                <a:gd name="T3" fmla="*/ 0 h 39"/>
                <a:gd name="T4" fmla="*/ 58 w 30"/>
                <a:gd name="T5" fmla="*/ 74 h 39"/>
                <a:gd name="T6" fmla="*/ 89 w 30"/>
                <a:gd name="T7" fmla="*/ 52 h 39"/>
                <a:gd name="T8" fmla="*/ 58 w 30"/>
                <a:gd name="T9" fmla="*/ 83 h 39"/>
                <a:gd name="T10" fmla="*/ 8 w 30"/>
                <a:gd name="T11" fmla="*/ 74 h 39"/>
                <a:gd name="T12" fmla="*/ 49 w 30"/>
                <a:gd name="T13" fmla="*/ 88 h 39"/>
                <a:gd name="T14" fmla="*/ 48 w 30"/>
                <a:gd name="T15" fmla="*/ 142 h 39"/>
                <a:gd name="T16" fmla="*/ 66 w 30"/>
                <a:gd name="T17" fmla="*/ 109 h 3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0" h="39">
                  <a:moveTo>
                    <a:pt x="11" y="22"/>
                  </a:moveTo>
                  <a:cubicBezTo>
                    <a:pt x="11" y="15"/>
                    <a:pt x="10" y="7"/>
                    <a:pt x="13" y="0"/>
                  </a:cubicBezTo>
                  <a:cubicBezTo>
                    <a:pt x="18" y="4"/>
                    <a:pt x="16" y="14"/>
                    <a:pt x="16" y="20"/>
                  </a:cubicBezTo>
                  <a:cubicBezTo>
                    <a:pt x="16" y="15"/>
                    <a:pt x="22" y="8"/>
                    <a:pt x="25" y="14"/>
                  </a:cubicBezTo>
                  <a:cubicBezTo>
                    <a:pt x="30" y="22"/>
                    <a:pt x="21" y="25"/>
                    <a:pt x="16" y="23"/>
                  </a:cubicBezTo>
                  <a:cubicBezTo>
                    <a:pt x="12" y="21"/>
                    <a:pt x="4" y="7"/>
                    <a:pt x="2" y="20"/>
                  </a:cubicBezTo>
                  <a:cubicBezTo>
                    <a:pt x="0" y="29"/>
                    <a:pt x="9" y="27"/>
                    <a:pt x="14" y="24"/>
                  </a:cubicBezTo>
                  <a:cubicBezTo>
                    <a:pt x="12" y="29"/>
                    <a:pt x="10" y="34"/>
                    <a:pt x="13" y="39"/>
                  </a:cubicBezTo>
                  <a:cubicBezTo>
                    <a:pt x="18" y="38"/>
                    <a:pt x="19" y="32"/>
                    <a:pt x="18" y="30"/>
                  </a:cubicBezTo>
                </a:path>
              </a:pathLst>
            </a:custGeom>
            <a:solidFill>
              <a:srgbClr val="FAD0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184" name="Freeform 863">
              <a:extLst>
                <a:ext uri="{FF2B5EF4-FFF2-40B4-BE49-F238E27FC236}">
                  <a16:creationId xmlns:a16="http://schemas.microsoft.com/office/drawing/2014/main" id="{27A50D28-3CB4-4C64-9DF1-CF22889A700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8" y="1531"/>
              <a:ext cx="40" cy="58"/>
            </a:xfrm>
            <a:custGeom>
              <a:avLst/>
              <a:gdLst>
                <a:gd name="T0" fmla="*/ 35 w 26"/>
                <a:gd name="T1" fmla="*/ 85 h 38"/>
                <a:gd name="T2" fmla="*/ 14 w 26"/>
                <a:gd name="T3" fmla="*/ 0 h 38"/>
                <a:gd name="T4" fmla="*/ 40 w 26"/>
                <a:gd name="T5" fmla="*/ 67 h 38"/>
                <a:gd name="T6" fmla="*/ 5 w 26"/>
                <a:gd name="T7" fmla="*/ 75 h 38"/>
                <a:gd name="T8" fmla="*/ 18 w 26"/>
                <a:gd name="T9" fmla="*/ 96 h 38"/>
                <a:gd name="T10" fmla="*/ 43 w 26"/>
                <a:gd name="T11" fmla="*/ 72 h 38"/>
                <a:gd name="T12" fmla="*/ 43 w 26"/>
                <a:gd name="T13" fmla="*/ 85 h 38"/>
                <a:gd name="T14" fmla="*/ 48 w 26"/>
                <a:gd name="T15" fmla="*/ 136 h 38"/>
                <a:gd name="T16" fmla="*/ 58 w 26"/>
                <a:gd name="T17" fmla="*/ 89 h 3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6" h="38">
                  <a:moveTo>
                    <a:pt x="10" y="24"/>
                  </a:moveTo>
                  <a:cubicBezTo>
                    <a:pt x="11" y="16"/>
                    <a:pt x="13" y="3"/>
                    <a:pt x="4" y="0"/>
                  </a:cubicBezTo>
                  <a:cubicBezTo>
                    <a:pt x="3" y="8"/>
                    <a:pt x="8" y="13"/>
                    <a:pt x="11" y="19"/>
                  </a:cubicBezTo>
                  <a:cubicBezTo>
                    <a:pt x="8" y="18"/>
                    <a:pt x="3" y="16"/>
                    <a:pt x="1" y="21"/>
                  </a:cubicBezTo>
                  <a:cubicBezTo>
                    <a:pt x="0" y="24"/>
                    <a:pt x="2" y="27"/>
                    <a:pt x="5" y="27"/>
                  </a:cubicBezTo>
                  <a:cubicBezTo>
                    <a:pt x="10" y="28"/>
                    <a:pt x="10" y="23"/>
                    <a:pt x="12" y="20"/>
                  </a:cubicBezTo>
                  <a:cubicBezTo>
                    <a:pt x="26" y="5"/>
                    <a:pt x="26" y="29"/>
                    <a:pt x="12" y="24"/>
                  </a:cubicBezTo>
                  <a:cubicBezTo>
                    <a:pt x="10" y="27"/>
                    <a:pt x="6" y="38"/>
                    <a:pt x="13" y="38"/>
                  </a:cubicBezTo>
                  <a:cubicBezTo>
                    <a:pt x="19" y="37"/>
                    <a:pt x="17" y="27"/>
                    <a:pt x="16" y="25"/>
                  </a:cubicBezTo>
                </a:path>
              </a:pathLst>
            </a:custGeom>
            <a:solidFill>
              <a:srgbClr val="FAD0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185" name="Freeform 864">
              <a:extLst>
                <a:ext uri="{FF2B5EF4-FFF2-40B4-BE49-F238E27FC236}">
                  <a16:creationId xmlns:a16="http://schemas.microsoft.com/office/drawing/2014/main" id="{57441FBF-8317-4C1F-84CC-06CF2881B3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5" y="1594"/>
              <a:ext cx="62" cy="52"/>
            </a:xfrm>
            <a:custGeom>
              <a:avLst/>
              <a:gdLst>
                <a:gd name="T0" fmla="*/ 74 w 40"/>
                <a:gd name="T1" fmla="*/ 83 h 34"/>
                <a:gd name="T2" fmla="*/ 74 w 40"/>
                <a:gd name="T3" fmla="*/ 5 h 34"/>
                <a:gd name="T4" fmla="*/ 93 w 40"/>
                <a:gd name="T5" fmla="*/ 67 h 34"/>
                <a:gd name="T6" fmla="*/ 26 w 40"/>
                <a:gd name="T7" fmla="*/ 49 h 34"/>
                <a:gd name="T8" fmla="*/ 60 w 40"/>
                <a:gd name="T9" fmla="*/ 87 h 34"/>
                <a:gd name="T10" fmla="*/ 121 w 40"/>
                <a:gd name="T11" fmla="*/ 66 h 34"/>
                <a:gd name="T12" fmla="*/ 62 w 40"/>
                <a:gd name="T13" fmla="*/ 87 h 34"/>
                <a:gd name="T14" fmla="*/ 79 w 40"/>
                <a:gd name="T15" fmla="*/ 87 h 3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0" h="34">
                  <a:moveTo>
                    <a:pt x="20" y="23"/>
                  </a:moveTo>
                  <a:cubicBezTo>
                    <a:pt x="15" y="20"/>
                    <a:pt x="14" y="2"/>
                    <a:pt x="20" y="1"/>
                  </a:cubicBezTo>
                  <a:cubicBezTo>
                    <a:pt x="27" y="0"/>
                    <a:pt x="25" y="16"/>
                    <a:pt x="25" y="19"/>
                  </a:cubicBezTo>
                  <a:cubicBezTo>
                    <a:pt x="21" y="18"/>
                    <a:pt x="10" y="11"/>
                    <a:pt x="7" y="14"/>
                  </a:cubicBezTo>
                  <a:cubicBezTo>
                    <a:pt x="0" y="20"/>
                    <a:pt x="10" y="27"/>
                    <a:pt x="16" y="24"/>
                  </a:cubicBezTo>
                  <a:cubicBezTo>
                    <a:pt x="21" y="23"/>
                    <a:pt x="26" y="11"/>
                    <a:pt x="32" y="18"/>
                  </a:cubicBezTo>
                  <a:cubicBezTo>
                    <a:pt x="40" y="28"/>
                    <a:pt x="19" y="34"/>
                    <a:pt x="17" y="24"/>
                  </a:cubicBezTo>
                  <a:cubicBezTo>
                    <a:pt x="18" y="24"/>
                    <a:pt x="20" y="24"/>
                    <a:pt x="21" y="24"/>
                  </a:cubicBezTo>
                </a:path>
              </a:pathLst>
            </a:custGeom>
            <a:solidFill>
              <a:srgbClr val="FAD0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186" name="Freeform 865">
              <a:extLst>
                <a:ext uri="{FF2B5EF4-FFF2-40B4-BE49-F238E27FC236}">
                  <a16:creationId xmlns:a16="http://schemas.microsoft.com/office/drawing/2014/main" id="{0CC48CAD-638D-4CED-8DC4-1D01B8D3D69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7" y="1494"/>
              <a:ext cx="42" cy="41"/>
            </a:xfrm>
            <a:custGeom>
              <a:avLst/>
              <a:gdLst>
                <a:gd name="T0" fmla="*/ 39 w 27"/>
                <a:gd name="T1" fmla="*/ 49 h 27"/>
                <a:gd name="T2" fmla="*/ 40 w 27"/>
                <a:gd name="T3" fmla="*/ 0 h 27"/>
                <a:gd name="T4" fmla="*/ 47 w 27"/>
                <a:gd name="T5" fmla="*/ 49 h 27"/>
                <a:gd name="T6" fmla="*/ 5 w 27"/>
                <a:gd name="T7" fmla="*/ 55 h 27"/>
                <a:gd name="T8" fmla="*/ 47 w 27"/>
                <a:gd name="T9" fmla="*/ 53 h 27"/>
                <a:gd name="T10" fmla="*/ 87 w 27"/>
                <a:gd name="T11" fmla="*/ 49 h 27"/>
                <a:gd name="T12" fmla="*/ 34 w 27"/>
                <a:gd name="T13" fmla="*/ 70 h 27"/>
                <a:gd name="T14" fmla="*/ 39 w 27"/>
                <a:gd name="T15" fmla="*/ 67 h 2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7" h="27">
                  <a:moveTo>
                    <a:pt x="10" y="14"/>
                  </a:moveTo>
                  <a:cubicBezTo>
                    <a:pt x="9" y="10"/>
                    <a:pt x="8" y="3"/>
                    <a:pt x="11" y="0"/>
                  </a:cubicBezTo>
                  <a:cubicBezTo>
                    <a:pt x="15" y="3"/>
                    <a:pt x="15" y="10"/>
                    <a:pt x="12" y="14"/>
                  </a:cubicBezTo>
                  <a:cubicBezTo>
                    <a:pt x="8" y="10"/>
                    <a:pt x="1" y="9"/>
                    <a:pt x="1" y="16"/>
                  </a:cubicBezTo>
                  <a:cubicBezTo>
                    <a:pt x="0" y="27"/>
                    <a:pt x="8" y="18"/>
                    <a:pt x="12" y="15"/>
                  </a:cubicBezTo>
                  <a:cubicBezTo>
                    <a:pt x="12" y="9"/>
                    <a:pt x="21" y="8"/>
                    <a:pt x="23" y="14"/>
                  </a:cubicBezTo>
                  <a:cubicBezTo>
                    <a:pt x="27" y="24"/>
                    <a:pt x="14" y="23"/>
                    <a:pt x="9" y="20"/>
                  </a:cubicBezTo>
                  <a:cubicBezTo>
                    <a:pt x="9" y="19"/>
                    <a:pt x="10" y="20"/>
                    <a:pt x="10" y="19"/>
                  </a:cubicBezTo>
                </a:path>
              </a:pathLst>
            </a:custGeom>
            <a:solidFill>
              <a:srgbClr val="FAD0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187" name="Freeform 866">
              <a:extLst>
                <a:ext uri="{FF2B5EF4-FFF2-40B4-BE49-F238E27FC236}">
                  <a16:creationId xmlns:a16="http://schemas.microsoft.com/office/drawing/2014/main" id="{40A870F7-B778-4FF0-8173-A3E76C0AF6D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6" y="1657"/>
              <a:ext cx="70" cy="65"/>
            </a:xfrm>
            <a:custGeom>
              <a:avLst/>
              <a:gdLst>
                <a:gd name="T0" fmla="*/ 62 w 45"/>
                <a:gd name="T1" fmla="*/ 60 h 42"/>
                <a:gd name="T2" fmla="*/ 62 w 45"/>
                <a:gd name="T3" fmla="*/ 62 h 42"/>
                <a:gd name="T4" fmla="*/ 53 w 45"/>
                <a:gd name="T5" fmla="*/ 0 h 42"/>
                <a:gd name="T6" fmla="*/ 82 w 45"/>
                <a:gd name="T7" fmla="*/ 67 h 42"/>
                <a:gd name="T8" fmla="*/ 87 w 45"/>
                <a:gd name="T9" fmla="*/ 96 h 42"/>
                <a:gd name="T10" fmla="*/ 95 w 45"/>
                <a:gd name="T11" fmla="*/ 149 h 42"/>
                <a:gd name="T12" fmla="*/ 73 w 45"/>
                <a:gd name="T13" fmla="*/ 88 h 42"/>
                <a:gd name="T14" fmla="*/ 73 w 45"/>
                <a:gd name="T15" fmla="*/ 88 h 42"/>
                <a:gd name="T16" fmla="*/ 53 w 45"/>
                <a:gd name="T17" fmla="*/ 53 h 4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5" h="42">
                  <a:moveTo>
                    <a:pt x="17" y="16"/>
                  </a:moveTo>
                  <a:cubicBezTo>
                    <a:pt x="17" y="17"/>
                    <a:pt x="18" y="17"/>
                    <a:pt x="17" y="17"/>
                  </a:cubicBezTo>
                  <a:cubicBezTo>
                    <a:pt x="14" y="12"/>
                    <a:pt x="13" y="6"/>
                    <a:pt x="14" y="0"/>
                  </a:cubicBezTo>
                  <a:cubicBezTo>
                    <a:pt x="21" y="2"/>
                    <a:pt x="24" y="13"/>
                    <a:pt x="22" y="18"/>
                  </a:cubicBezTo>
                  <a:cubicBezTo>
                    <a:pt x="22" y="3"/>
                    <a:pt x="45" y="33"/>
                    <a:pt x="23" y="26"/>
                  </a:cubicBezTo>
                  <a:cubicBezTo>
                    <a:pt x="26" y="28"/>
                    <a:pt x="32" y="39"/>
                    <a:pt x="25" y="40"/>
                  </a:cubicBezTo>
                  <a:cubicBezTo>
                    <a:pt x="18" y="42"/>
                    <a:pt x="18" y="27"/>
                    <a:pt x="19" y="24"/>
                  </a:cubicBezTo>
                  <a:cubicBezTo>
                    <a:pt x="19" y="23"/>
                    <a:pt x="19" y="23"/>
                    <a:pt x="19" y="24"/>
                  </a:cubicBezTo>
                  <a:cubicBezTo>
                    <a:pt x="8" y="31"/>
                    <a:pt x="0" y="11"/>
                    <a:pt x="14" y="14"/>
                  </a:cubicBezTo>
                </a:path>
              </a:pathLst>
            </a:custGeom>
            <a:solidFill>
              <a:srgbClr val="FAD0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188" name="Freeform 867">
              <a:extLst>
                <a:ext uri="{FF2B5EF4-FFF2-40B4-BE49-F238E27FC236}">
                  <a16:creationId xmlns:a16="http://schemas.microsoft.com/office/drawing/2014/main" id="{2A0EAABA-7234-4CE6-965A-C959A71EF6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0" y="1637"/>
              <a:ext cx="56" cy="60"/>
            </a:xfrm>
            <a:custGeom>
              <a:avLst/>
              <a:gdLst>
                <a:gd name="T0" fmla="*/ 61 w 36"/>
                <a:gd name="T1" fmla="*/ 66 h 39"/>
                <a:gd name="T2" fmla="*/ 82 w 36"/>
                <a:gd name="T3" fmla="*/ 5 h 39"/>
                <a:gd name="T4" fmla="*/ 82 w 36"/>
                <a:gd name="T5" fmla="*/ 54 h 39"/>
                <a:gd name="T6" fmla="*/ 123 w 36"/>
                <a:gd name="T7" fmla="*/ 106 h 39"/>
                <a:gd name="T8" fmla="*/ 73 w 36"/>
                <a:gd name="T9" fmla="*/ 74 h 39"/>
                <a:gd name="T10" fmla="*/ 34 w 36"/>
                <a:gd name="T11" fmla="*/ 135 h 39"/>
                <a:gd name="T12" fmla="*/ 61 w 36"/>
                <a:gd name="T13" fmla="*/ 75 h 39"/>
                <a:gd name="T14" fmla="*/ 56 w 36"/>
                <a:gd name="T15" fmla="*/ 48 h 3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6" h="39">
                  <a:moveTo>
                    <a:pt x="16" y="18"/>
                  </a:moveTo>
                  <a:cubicBezTo>
                    <a:pt x="17" y="14"/>
                    <a:pt x="17" y="1"/>
                    <a:pt x="22" y="1"/>
                  </a:cubicBezTo>
                  <a:cubicBezTo>
                    <a:pt x="29" y="0"/>
                    <a:pt x="25" y="13"/>
                    <a:pt x="22" y="15"/>
                  </a:cubicBezTo>
                  <a:cubicBezTo>
                    <a:pt x="27" y="13"/>
                    <a:pt x="36" y="22"/>
                    <a:pt x="33" y="29"/>
                  </a:cubicBezTo>
                  <a:cubicBezTo>
                    <a:pt x="28" y="39"/>
                    <a:pt x="16" y="28"/>
                    <a:pt x="19" y="20"/>
                  </a:cubicBezTo>
                  <a:cubicBezTo>
                    <a:pt x="19" y="26"/>
                    <a:pt x="16" y="37"/>
                    <a:pt x="9" y="37"/>
                  </a:cubicBezTo>
                  <a:cubicBezTo>
                    <a:pt x="7" y="31"/>
                    <a:pt x="10" y="23"/>
                    <a:pt x="16" y="21"/>
                  </a:cubicBezTo>
                  <a:cubicBezTo>
                    <a:pt x="0" y="24"/>
                    <a:pt x="8" y="4"/>
                    <a:pt x="15" y="13"/>
                  </a:cubicBezTo>
                </a:path>
              </a:pathLst>
            </a:custGeom>
            <a:solidFill>
              <a:srgbClr val="FAD0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189" name="Freeform 868">
              <a:extLst>
                <a:ext uri="{FF2B5EF4-FFF2-40B4-BE49-F238E27FC236}">
                  <a16:creationId xmlns:a16="http://schemas.microsoft.com/office/drawing/2014/main" id="{AFEF0CE3-B9EE-4CE7-A882-FE382642B1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1" y="1617"/>
              <a:ext cx="56" cy="57"/>
            </a:xfrm>
            <a:custGeom>
              <a:avLst/>
              <a:gdLst>
                <a:gd name="T0" fmla="*/ 61 w 36"/>
                <a:gd name="T1" fmla="*/ 60 h 37"/>
                <a:gd name="T2" fmla="*/ 73 w 36"/>
                <a:gd name="T3" fmla="*/ 0 h 37"/>
                <a:gd name="T4" fmla="*/ 82 w 36"/>
                <a:gd name="T5" fmla="*/ 60 h 37"/>
                <a:gd name="T6" fmla="*/ 34 w 36"/>
                <a:gd name="T7" fmla="*/ 34 h 37"/>
                <a:gd name="T8" fmla="*/ 56 w 36"/>
                <a:gd name="T9" fmla="*/ 74 h 37"/>
                <a:gd name="T10" fmla="*/ 117 w 36"/>
                <a:gd name="T11" fmla="*/ 60 h 37"/>
                <a:gd name="T12" fmla="*/ 79 w 36"/>
                <a:gd name="T13" fmla="*/ 75 h 37"/>
                <a:gd name="T14" fmla="*/ 61 w 36"/>
                <a:gd name="T15" fmla="*/ 136 h 37"/>
                <a:gd name="T16" fmla="*/ 79 w 36"/>
                <a:gd name="T17" fmla="*/ 83 h 3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6" h="37">
                  <a:moveTo>
                    <a:pt x="16" y="16"/>
                  </a:moveTo>
                  <a:cubicBezTo>
                    <a:pt x="14" y="11"/>
                    <a:pt x="15" y="4"/>
                    <a:pt x="19" y="0"/>
                  </a:cubicBezTo>
                  <a:cubicBezTo>
                    <a:pt x="24" y="4"/>
                    <a:pt x="23" y="11"/>
                    <a:pt x="22" y="16"/>
                  </a:cubicBezTo>
                  <a:cubicBezTo>
                    <a:pt x="20" y="15"/>
                    <a:pt x="12" y="7"/>
                    <a:pt x="9" y="9"/>
                  </a:cubicBezTo>
                  <a:cubicBezTo>
                    <a:pt x="0" y="11"/>
                    <a:pt x="5" y="23"/>
                    <a:pt x="15" y="20"/>
                  </a:cubicBezTo>
                  <a:cubicBezTo>
                    <a:pt x="19" y="19"/>
                    <a:pt x="27" y="10"/>
                    <a:pt x="31" y="16"/>
                  </a:cubicBezTo>
                  <a:cubicBezTo>
                    <a:pt x="36" y="22"/>
                    <a:pt x="25" y="28"/>
                    <a:pt x="21" y="21"/>
                  </a:cubicBezTo>
                  <a:cubicBezTo>
                    <a:pt x="17" y="24"/>
                    <a:pt x="14" y="32"/>
                    <a:pt x="16" y="37"/>
                  </a:cubicBezTo>
                  <a:cubicBezTo>
                    <a:pt x="20" y="34"/>
                    <a:pt x="21" y="28"/>
                    <a:pt x="21" y="23"/>
                  </a:cubicBezTo>
                </a:path>
              </a:pathLst>
            </a:custGeom>
            <a:solidFill>
              <a:srgbClr val="FAD0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190" name="Freeform 869">
              <a:extLst>
                <a:ext uri="{FF2B5EF4-FFF2-40B4-BE49-F238E27FC236}">
                  <a16:creationId xmlns:a16="http://schemas.microsoft.com/office/drawing/2014/main" id="{80AD8C29-867D-4739-889D-1B4F3121E3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6" y="1458"/>
              <a:ext cx="45" cy="56"/>
            </a:xfrm>
            <a:custGeom>
              <a:avLst/>
              <a:gdLst>
                <a:gd name="T0" fmla="*/ 48 w 29"/>
                <a:gd name="T1" fmla="*/ 48 h 36"/>
                <a:gd name="T2" fmla="*/ 26 w 29"/>
                <a:gd name="T3" fmla="*/ 5 h 36"/>
                <a:gd name="T4" fmla="*/ 53 w 29"/>
                <a:gd name="T5" fmla="*/ 47 h 36"/>
                <a:gd name="T6" fmla="*/ 88 w 29"/>
                <a:gd name="T7" fmla="*/ 56 h 36"/>
                <a:gd name="T8" fmla="*/ 5 w 29"/>
                <a:gd name="T9" fmla="*/ 79 h 36"/>
                <a:gd name="T10" fmla="*/ 53 w 29"/>
                <a:gd name="T11" fmla="*/ 61 h 36"/>
                <a:gd name="T12" fmla="*/ 74 w 29"/>
                <a:gd name="T13" fmla="*/ 96 h 36"/>
                <a:gd name="T14" fmla="*/ 70 w 29"/>
                <a:gd name="T15" fmla="*/ 56 h 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9" h="36">
                  <a:moveTo>
                    <a:pt x="13" y="13"/>
                  </a:moveTo>
                  <a:cubicBezTo>
                    <a:pt x="8" y="12"/>
                    <a:pt x="6" y="6"/>
                    <a:pt x="7" y="1"/>
                  </a:cubicBezTo>
                  <a:cubicBezTo>
                    <a:pt x="12" y="3"/>
                    <a:pt x="15" y="7"/>
                    <a:pt x="14" y="12"/>
                  </a:cubicBezTo>
                  <a:cubicBezTo>
                    <a:pt x="12" y="0"/>
                    <a:pt x="29" y="6"/>
                    <a:pt x="24" y="15"/>
                  </a:cubicBezTo>
                  <a:cubicBezTo>
                    <a:pt x="18" y="11"/>
                    <a:pt x="1" y="11"/>
                    <a:pt x="1" y="21"/>
                  </a:cubicBezTo>
                  <a:cubicBezTo>
                    <a:pt x="0" y="36"/>
                    <a:pt x="11" y="20"/>
                    <a:pt x="14" y="16"/>
                  </a:cubicBezTo>
                  <a:cubicBezTo>
                    <a:pt x="12" y="20"/>
                    <a:pt x="15" y="26"/>
                    <a:pt x="20" y="26"/>
                  </a:cubicBezTo>
                  <a:cubicBezTo>
                    <a:pt x="22" y="22"/>
                    <a:pt x="19" y="17"/>
                    <a:pt x="19" y="15"/>
                  </a:cubicBezTo>
                </a:path>
              </a:pathLst>
            </a:custGeom>
            <a:solidFill>
              <a:srgbClr val="FAD0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191" name="Freeform 870">
              <a:extLst>
                <a:ext uri="{FF2B5EF4-FFF2-40B4-BE49-F238E27FC236}">
                  <a16:creationId xmlns:a16="http://schemas.microsoft.com/office/drawing/2014/main" id="{E73B5485-3C39-4960-A34E-EBB8ED384E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6" y="1512"/>
              <a:ext cx="39" cy="54"/>
            </a:xfrm>
            <a:custGeom>
              <a:avLst/>
              <a:gdLst>
                <a:gd name="T0" fmla="*/ 34 w 25"/>
                <a:gd name="T1" fmla="*/ 60 h 35"/>
                <a:gd name="T2" fmla="*/ 53 w 25"/>
                <a:gd name="T3" fmla="*/ 54 h 35"/>
                <a:gd name="T4" fmla="*/ 5 w 25"/>
                <a:gd name="T5" fmla="*/ 66 h 35"/>
                <a:gd name="T6" fmla="*/ 48 w 25"/>
                <a:gd name="T7" fmla="*/ 54 h 35"/>
                <a:gd name="T8" fmla="*/ 61 w 25"/>
                <a:gd name="T9" fmla="*/ 54 h 35"/>
                <a:gd name="T10" fmla="*/ 73 w 25"/>
                <a:gd name="T11" fmla="*/ 52 h 3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" h="35">
                  <a:moveTo>
                    <a:pt x="9" y="16"/>
                  </a:moveTo>
                  <a:cubicBezTo>
                    <a:pt x="5" y="5"/>
                    <a:pt x="17" y="0"/>
                    <a:pt x="14" y="15"/>
                  </a:cubicBezTo>
                  <a:cubicBezTo>
                    <a:pt x="9" y="11"/>
                    <a:pt x="1" y="8"/>
                    <a:pt x="1" y="18"/>
                  </a:cubicBezTo>
                  <a:cubicBezTo>
                    <a:pt x="0" y="28"/>
                    <a:pt x="8" y="17"/>
                    <a:pt x="13" y="15"/>
                  </a:cubicBezTo>
                  <a:cubicBezTo>
                    <a:pt x="10" y="35"/>
                    <a:pt x="25" y="23"/>
                    <a:pt x="16" y="15"/>
                  </a:cubicBezTo>
                  <a:cubicBezTo>
                    <a:pt x="24" y="24"/>
                    <a:pt x="25" y="5"/>
                    <a:pt x="19" y="14"/>
                  </a:cubicBezTo>
                </a:path>
              </a:pathLst>
            </a:custGeom>
            <a:solidFill>
              <a:srgbClr val="FAD0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192" name="Freeform 871">
              <a:extLst>
                <a:ext uri="{FF2B5EF4-FFF2-40B4-BE49-F238E27FC236}">
                  <a16:creationId xmlns:a16="http://schemas.microsoft.com/office/drawing/2014/main" id="{A841ABDA-53CA-4EDE-9ED9-E0805B4137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2" y="1489"/>
              <a:ext cx="46" cy="46"/>
            </a:xfrm>
            <a:custGeom>
              <a:avLst/>
              <a:gdLst>
                <a:gd name="T0" fmla="*/ 66 w 30"/>
                <a:gd name="T1" fmla="*/ 61 h 30"/>
                <a:gd name="T2" fmla="*/ 75 w 30"/>
                <a:gd name="T3" fmla="*/ 0 h 30"/>
                <a:gd name="T4" fmla="*/ 83 w 30"/>
                <a:gd name="T5" fmla="*/ 49 h 30"/>
                <a:gd name="T6" fmla="*/ 43 w 30"/>
                <a:gd name="T7" fmla="*/ 40 h 30"/>
                <a:gd name="T8" fmla="*/ 18 w 30"/>
                <a:gd name="T9" fmla="*/ 80 h 30"/>
                <a:gd name="T10" fmla="*/ 74 w 30"/>
                <a:gd name="T11" fmla="*/ 58 h 30"/>
                <a:gd name="T12" fmla="*/ 66 w 30"/>
                <a:gd name="T13" fmla="*/ 101 h 30"/>
                <a:gd name="T14" fmla="*/ 101 w 30"/>
                <a:gd name="T15" fmla="*/ 58 h 3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0" h="30">
                  <a:moveTo>
                    <a:pt x="18" y="17"/>
                  </a:moveTo>
                  <a:cubicBezTo>
                    <a:pt x="18" y="11"/>
                    <a:pt x="17" y="4"/>
                    <a:pt x="21" y="0"/>
                  </a:cubicBezTo>
                  <a:cubicBezTo>
                    <a:pt x="24" y="2"/>
                    <a:pt x="26" y="11"/>
                    <a:pt x="23" y="14"/>
                  </a:cubicBezTo>
                  <a:cubicBezTo>
                    <a:pt x="20" y="17"/>
                    <a:pt x="16" y="11"/>
                    <a:pt x="12" y="11"/>
                  </a:cubicBezTo>
                  <a:cubicBezTo>
                    <a:pt x="8" y="12"/>
                    <a:pt x="0" y="18"/>
                    <a:pt x="5" y="22"/>
                  </a:cubicBezTo>
                  <a:cubicBezTo>
                    <a:pt x="9" y="26"/>
                    <a:pt x="15" y="17"/>
                    <a:pt x="20" y="16"/>
                  </a:cubicBezTo>
                  <a:cubicBezTo>
                    <a:pt x="20" y="20"/>
                    <a:pt x="17" y="23"/>
                    <a:pt x="18" y="28"/>
                  </a:cubicBezTo>
                  <a:cubicBezTo>
                    <a:pt x="26" y="30"/>
                    <a:pt x="30" y="22"/>
                    <a:pt x="28" y="16"/>
                  </a:cubicBezTo>
                </a:path>
              </a:pathLst>
            </a:custGeom>
            <a:solidFill>
              <a:srgbClr val="FAD0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193" name="Freeform 872">
              <a:extLst>
                <a:ext uri="{FF2B5EF4-FFF2-40B4-BE49-F238E27FC236}">
                  <a16:creationId xmlns:a16="http://schemas.microsoft.com/office/drawing/2014/main" id="{2E72A4A1-D423-46FE-8977-2BB918269B1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9" y="1339"/>
              <a:ext cx="29" cy="26"/>
            </a:xfrm>
            <a:custGeom>
              <a:avLst/>
              <a:gdLst>
                <a:gd name="T0" fmla="*/ 47 w 19"/>
                <a:gd name="T1" fmla="*/ 18 h 17"/>
                <a:gd name="T2" fmla="*/ 61 w 19"/>
                <a:gd name="T3" fmla="*/ 0 h 17"/>
                <a:gd name="T4" fmla="*/ 49 w 19"/>
                <a:gd name="T5" fmla="*/ 54 h 17"/>
                <a:gd name="T6" fmla="*/ 8 w 19"/>
                <a:gd name="T7" fmla="*/ 14 h 17"/>
                <a:gd name="T8" fmla="*/ 40 w 19"/>
                <a:gd name="T9" fmla="*/ 57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17">
                  <a:moveTo>
                    <a:pt x="13" y="5"/>
                  </a:moveTo>
                  <a:cubicBezTo>
                    <a:pt x="13" y="3"/>
                    <a:pt x="14" y="1"/>
                    <a:pt x="17" y="0"/>
                  </a:cubicBezTo>
                  <a:cubicBezTo>
                    <a:pt x="19" y="5"/>
                    <a:pt x="17" y="11"/>
                    <a:pt x="14" y="15"/>
                  </a:cubicBezTo>
                  <a:cubicBezTo>
                    <a:pt x="11" y="11"/>
                    <a:pt x="8" y="4"/>
                    <a:pt x="2" y="4"/>
                  </a:cubicBezTo>
                  <a:cubicBezTo>
                    <a:pt x="0" y="10"/>
                    <a:pt x="4" y="17"/>
                    <a:pt x="11" y="16"/>
                  </a:cubicBezTo>
                </a:path>
              </a:pathLst>
            </a:custGeom>
            <a:solidFill>
              <a:srgbClr val="FAD0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194" name="Freeform 873">
              <a:extLst>
                <a:ext uri="{FF2B5EF4-FFF2-40B4-BE49-F238E27FC236}">
                  <a16:creationId xmlns:a16="http://schemas.microsoft.com/office/drawing/2014/main" id="{D3AF942B-237F-4657-B07F-0978263D19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1" y="1759"/>
              <a:ext cx="502" cy="113"/>
            </a:xfrm>
            <a:custGeom>
              <a:avLst/>
              <a:gdLst>
                <a:gd name="T0" fmla="*/ 0 w 324"/>
                <a:gd name="T1" fmla="*/ 0 h 73"/>
                <a:gd name="T2" fmla="*/ 1205 w 324"/>
                <a:gd name="T3" fmla="*/ 0 h 7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24" h="73">
                  <a:moveTo>
                    <a:pt x="0" y="0"/>
                  </a:moveTo>
                  <a:cubicBezTo>
                    <a:pt x="0" y="0"/>
                    <a:pt x="177" y="73"/>
                    <a:pt x="324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195" name="Freeform 874">
              <a:extLst>
                <a:ext uri="{FF2B5EF4-FFF2-40B4-BE49-F238E27FC236}">
                  <a16:creationId xmlns:a16="http://schemas.microsoft.com/office/drawing/2014/main" id="{12B7A93E-C01E-4A38-A7B1-5013A3A2B7E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5" y="1667"/>
              <a:ext cx="61" cy="69"/>
            </a:xfrm>
            <a:custGeom>
              <a:avLst/>
              <a:gdLst>
                <a:gd name="T0" fmla="*/ 69 w 39"/>
                <a:gd name="T1" fmla="*/ 83 h 45"/>
                <a:gd name="T2" fmla="*/ 47 w 39"/>
                <a:gd name="T3" fmla="*/ 12 h 45"/>
                <a:gd name="T4" fmla="*/ 83 w 39"/>
                <a:gd name="T5" fmla="*/ 75 h 45"/>
                <a:gd name="T6" fmla="*/ 8 w 39"/>
                <a:gd name="T7" fmla="*/ 80 h 45"/>
                <a:gd name="T8" fmla="*/ 27 w 39"/>
                <a:gd name="T9" fmla="*/ 127 h 45"/>
                <a:gd name="T10" fmla="*/ 95 w 39"/>
                <a:gd name="T11" fmla="*/ 75 h 45"/>
                <a:gd name="T12" fmla="*/ 92 w 39"/>
                <a:gd name="T13" fmla="*/ 80 h 45"/>
                <a:gd name="T14" fmla="*/ 149 w 39"/>
                <a:gd name="T15" fmla="*/ 89 h 45"/>
                <a:gd name="T16" fmla="*/ 75 w 39"/>
                <a:gd name="T17" fmla="*/ 94 h 45"/>
                <a:gd name="T18" fmla="*/ 92 w 39"/>
                <a:gd name="T19" fmla="*/ 163 h 45"/>
                <a:gd name="T20" fmla="*/ 100 w 39"/>
                <a:gd name="T21" fmla="*/ 113 h 4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9" h="45">
                  <a:moveTo>
                    <a:pt x="18" y="23"/>
                  </a:moveTo>
                  <a:cubicBezTo>
                    <a:pt x="13" y="21"/>
                    <a:pt x="3" y="6"/>
                    <a:pt x="12" y="3"/>
                  </a:cubicBezTo>
                  <a:cubicBezTo>
                    <a:pt x="21" y="0"/>
                    <a:pt x="23" y="16"/>
                    <a:pt x="22" y="21"/>
                  </a:cubicBezTo>
                  <a:cubicBezTo>
                    <a:pt x="14" y="21"/>
                    <a:pt x="6" y="12"/>
                    <a:pt x="2" y="22"/>
                  </a:cubicBezTo>
                  <a:cubicBezTo>
                    <a:pt x="0" y="27"/>
                    <a:pt x="3" y="34"/>
                    <a:pt x="7" y="35"/>
                  </a:cubicBezTo>
                  <a:cubicBezTo>
                    <a:pt x="14" y="36"/>
                    <a:pt x="21" y="25"/>
                    <a:pt x="25" y="21"/>
                  </a:cubicBezTo>
                  <a:cubicBezTo>
                    <a:pt x="24" y="22"/>
                    <a:pt x="24" y="23"/>
                    <a:pt x="24" y="22"/>
                  </a:cubicBezTo>
                  <a:cubicBezTo>
                    <a:pt x="26" y="24"/>
                    <a:pt x="39" y="33"/>
                    <a:pt x="39" y="25"/>
                  </a:cubicBezTo>
                  <a:cubicBezTo>
                    <a:pt x="39" y="16"/>
                    <a:pt x="23" y="21"/>
                    <a:pt x="20" y="26"/>
                  </a:cubicBezTo>
                  <a:cubicBezTo>
                    <a:pt x="19" y="29"/>
                    <a:pt x="18" y="44"/>
                    <a:pt x="24" y="45"/>
                  </a:cubicBezTo>
                  <a:cubicBezTo>
                    <a:pt x="30" y="45"/>
                    <a:pt x="28" y="34"/>
                    <a:pt x="26" y="31"/>
                  </a:cubicBezTo>
                </a:path>
              </a:pathLst>
            </a:custGeom>
            <a:solidFill>
              <a:srgbClr val="FAD0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196" name="Freeform 875">
              <a:extLst>
                <a:ext uri="{FF2B5EF4-FFF2-40B4-BE49-F238E27FC236}">
                  <a16:creationId xmlns:a16="http://schemas.microsoft.com/office/drawing/2014/main" id="{4A8A84A7-62AE-4826-BB10-776B0D3569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7" y="1710"/>
              <a:ext cx="51" cy="63"/>
            </a:xfrm>
            <a:custGeom>
              <a:avLst/>
              <a:gdLst>
                <a:gd name="T0" fmla="*/ 66 w 33"/>
                <a:gd name="T1" fmla="*/ 74 h 41"/>
                <a:gd name="T2" fmla="*/ 66 w 33"/>
                <a:gd name="T3" fmla="*/ 0 h 41"/>
                <a:gd name="T4" fmla="*/ 96 w 33"/>
                <a:gd name="T5" fmla="*/ 88 h 41"/>
                <a:gd name="T6" fmla="*/ 5 w 33"/>
                <a:gd name="T7" fmla="*/ 74 h 41"/>
                <a:gd name="T8" fmla="*/ 122 w 33"/>
                <a:gd name="T9" fmla="*/ 61 h 41"/>
                <a:gd name="T10" fmla="*/ 66 w 33"/>
                <a:gd name="T11" fmla="*/ 83 h 41"/>
                <a:gd name="T12" fmla="*/ 60 w 33"/>
                <a:gd name="T13" fmla="*/ 149 h 41"/>
                <a:gd name="T14" fmla="*/ 74 w 33"/>
                <a:gd name="T15" fmla="*/ 101 h 4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3" h="41">
                  <a:moveTo>
                    <a:pt x="18" y="20"/>
                  </a:moveTo>
                  <a:cubicBezTo>
                    <a:pt x="16" y="14"/>
                    <a:pt x="15" y="6"/>
                    <a:pt x="18" y="0"/>
                  </a:cubicBezTo>
                  <a:cubicBezTo>
                    <a:pt x="25" y="5"/>
                    <a:pt x="24" y="16"/>
                    <a:pt x="26" y="24"/>
                  </a:cubicBezTo>
                  <a:cubicBezTo>
                    <a:pt x="23" y="23"/>
                    <a:pt x="0" y="7"/>
                    <a:pt x="1" y="20"/>
                  </a:cubicBezTo>
                  <a:cubicBezTo>
                    <a:pt x="1" y="26"/>
                    <a:pt x="26" y="16"/>
                    <a:pt x="33" y="17"/>
                  </a:cubicBezTo>
                  <a:cubicBezTo>
                    <a:pt x="33" y="24"/>
                    <a:pt x="20" y="32"/>
                    <a:pt x="18" y="23"/>
                  </a:cubicBezTo>
                  <a:cubicBezTo>
                    <a:pt x="12" y="25"/>
                    <a:pt x="9" y="39"/>
                    <a:pt x="16" y="41"/>
                  </a:cubicBezTo>
                  <a:cubicBezTo>
                    <a:pt x="19" y="37"/>
                    <a:pt x="18" y="32"/>
                    <a:pt x="20" y="28"/>
                  </a:cubicBezTo>
                </a:path>
              </a:pathLst>
            </a:custGeom>
            <a:solidFill>
              <a:srgbClr val="FAD0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197" name="Freeform 876">
              <a:extLst>
                <a:ext uri="{FF2B5EF4-FFF2-40B4-BE49-F238E27FC236}">
                  <a16:creationId xmlns:a16="http://schemas.microsoft.com/office/drawing/2014/main" id="{AAF4F1A9-F34F-493A-BE7E-F733251562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1" y="1719"/>
              <a:ext cx="52" cy="66"/>
            </a:xfrm>
            <a:custGeom>
              <a:avLst/>
              <a:gdLst>
                <a:gd name="T0" fmla="*/ 43 w 34"/>
                <a:gd name="T1" fmla="*/ 101 h 43"/>
                <a:gd name="T2" fmla="*/ 43 w 34"/>
                <a:gd name="T3" fmla="*/ 0 h 43"/>
                <a:gd name="T4" fmla="*/ 67 w 34"/>
                <a:gd name="T5" fmla="*/ 89 h 43"/>
                <a:gd name="T6" fmla="*/ 0 w 34"/>
                <a:gd name="T7" fmla="*/ 94 h 43"/>
                <a:gd name="T8" fmla="*/ 47 w 34"/>
                <a:gd name="T9" fmla="*/ 87 h 43"/>
                <a:gd name="T10" fmla="*/ 14 w 34"/>
                <a:gd name="T11" fmla="*/ 106 h 43"/>
                <a:gd name="T12" fmla="*/ 101 w 34"/>
                <a:gd name="T13" fmla="*/ 54 h 43"/>
                <a:gd name="T14" fmla="*/ 54 w 34"/>
                <a:gd name="T15" fmla="*/ 106 h 43"/>
                <a:gd name="T16" fmla="*/ 80 w 34"/>
                <a:gd name="T17" fmla="*/ 155 h 43"/>
                <a:gd name="T18" fmla="*/ 49 w 34"/>
                <a:gd name="T19" fmla="*/ 114 h 4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4" h="43">
                  <a:moveTo>
                    <a:pt x="12" y="28"/>
                  </a:moveTo>
                  <a:cubicBezTo>
                    <a:pt x="12" y="19"/>
                    <a:pt x="9" y="9"/>
                    <a:pt x="12" y="0"/>
                  </a:cubicBezTo>
                  <a:cubicBezTo>
                    <a:pt x="18" y="4"/>
                    <a:pt x="20" y="17"/>
                    <a:pt x="19" y="25"/>
                  </a:cubicBezTo>
                  <a:cubicBezTo>
                    <a:pt x="13" y="19"/>
                    <a:pt x="4" y="16"/>
                    <a:pt x="0" y="26"/>
                  </a:cubicBezTo>
                  <a:cubicBezTo>
                    <a:pt x="5" y="28"/>
                    <a:pt x="10" y="28"/>
                    <a:pt x="13" y="24"/>
                  </a:cubicBezTo>
                  <a:cubicBezTo>
                    <a:pt x="11" y="27"/>
                    <a:pt x="8" y="29"/>
                    <a:pt x="4" y="29"/>
                  </a:cubicBezTo>
                  <a:cubicBezTo>
                    <a:pt x="14" y="31"/>
                    <a:pt x="20" y="12"/>
                    <a:pt x="28" y="15"/>
                  </a:cubicBezTo>
                  <a:cubicBezTo>
                    <a:pt x="34" y="18"/>
                    <a:pt x="21" y="39"/>
                    <a:pt x="15" y="29"/>
                  </a:cubicBezTo>
                  <a:cubicBezTo>
                    <a:pt x="21" y="31"/>
                    <a:pt x="23" y="37"/>
                    <a:pt x="22" y="43"/>
                  </a:cubicBezTo>
                  <a:cubicBezTo>
                    <a:pt x="17" y="41"/>
                    <a:pt x="13" y="37"/>
                    <a:pt x="14" y="31"/>
                  </a:cubicBezTo>
                </a:path>
              </a:pathLst>
            </a:custGeom>
            <a:solidFill>
              <a:srgbClr val="FAD0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198" name="Freeform 877">
              <a:extLst>
                <a:ext uri="{FF2B5EF4-FFF2-40B4-BE49-F238E27FC236}">
                  <a16:creationId xmlns:a16="http://schemas.microsoft.com/office/drawing/2014/main" id="{063B0295-BCB9-42FB-8E5D-2E43C35F29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0" y="1634"/>
              <a:ext cx="44" cy="57"/>
            </a:xfrm>
            <a:custGeom>
              <a:avLst/>
              <a:gdLst>
                <a:gd name="T0" fmla="*/ 55 w 28"/>
                <a:gd name="T1" fmla="*/ 60 h 37"/>
                <a:gd name="T2" fmla="*/ 61 w 28"/>
                <a:gd name="T3" fmla="*/ 0 h 37"/>
                <a:gd name="T4" fmla="*/ 86 w 28"/>
                <a:gd name="T5" fmla="*/ 69 h 37"/>
                <a:gd name="T6" fmla="*/ 8 w 28"/>
                <a:gd name="T7" fmla="*/ 80 h 37"/>
                <a:gd name="T8" fmla="*/ 82 w 28"/>
                <a:gd name="T9" fmla="*/ 74 h 37"/>
                <a:gd name="T10" fmla="*/ 101 w 28"/>
                <a:gd name="T11" fmla="*/ 136 h 37"/>
                <a:gd name="T12" fmla="*/ 96 w 28"/>
                <a:gd name="T13" fmla="*/ 92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" h="37">
                  <a:moveTo>
                    <a:pt x="14" y="16"/>
                  </a:moveTo>
                  <a:cubicBezTo>
                    <a:pt x="12" y="11"/>
                    <a:pt x="12" y="5"/>
                    <a:pt x="16" y="0"/>
                  </a:cubicBezTo>
                  <a:cubicBezTo>
                    <a:pt x="22" y="3"/>
                    <a:pt x="23" y="13"/>
                    <a:pt x="22" y="19"/>
                  </a:cubicBezTo>
                  <a:cubicBezTo>
                    <a:pt x="17" y="18"/>
                    <a:pt x="3" y="12"/>
                    <a:pt x="2" y="22"/>
                  </a:cubicBezTo>
                  <a:cubicBezTo>
                    <a:pt x="0" y="35"/>
                    <a:pt x="18" y="22"/>
                    <a:pt x="21" y="20"/>
                  </a:cubicBezTo>
                  <a:cubicBezTo>
                    <a:pt x="23" y="26"/>
                    <a:pt x="22" y="32"/>
                    <a:pt x="26" y="37"/>
                  </a:cubicBezTo>
                  <a:cubicBezTo>
                    <a:pt x="28" y="33"/>
                    <a:pt x="27" y="26"/>
                    <a:pt x="25" y="25"/>
                  </a:cubicBezTo>
                </a:path>
              </a:pathLst>
            </a:custGeom>
            <a:solidFill>
              <a:srgbClr val="FAD0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199" name="Freeform 878">
              <a:extLst>
                <a:ext uri="{FF2B5EF4-FFF2-40B4-BE49-F238E27FC236}">
                  <a16:creationId xmlns:a16="http://schemas.microsoft.com/office/drawing/2014/main" id="{D012F35D-09F8-430C-926B-E57495ACC4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1" y="1713"/>
              <a:ext cx="51" cy="48"/>
            </a:xfrm>
            <a:custGeom>
              <a:avLst/>
              <a:gdLst>
                <a:gd name="T0" fmla="*/ 76 w 33"/>
                <a:gd name="T1" fmla="*/ 67 h 31"/>
                <a:gd name="T2" fmla="*/ 66 w 33"/>
                <a:gd name="T3" fmla="*/ 0 h 31"/>
                <a:gd name="T4" fmla="*/ 96 w 33"/>
                <a:gd name="T5" fmla="*/ 62 h 31"/>
                <a:gd name="T6" fmla="*/ 26 w 33"/>
                <a:gd name="T7" fmla="*/ 62 h 31"/>
                <a:gd name="T8" fmla="*/ 100 w 33"/>
                <a:gd name="T9" fmla="*/ 62 h 31"/>
                <a:gd name="T10" fmla="*/ 96 w 33"/>
                <a:gd name="T11" fmla="*/ 74 h 31"/>
                <a:gd name="T12" fmla="*/ 110 w 33"/>
                <a:gd name="T13" fmla="*/ 67 h 31"/>
                <a:gd name="T14" fmla="*/ 110 w 33"/>
                <a:gd name="T15" fmla="*/ 88 h 3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3" h="31">
                  <a:moveTo>
                    <a:pt x="21" y="18"/>
                  </a:moveTo>
                  <a:cubicBezTo>
                    <a:pt x="16" y="14"/>
                    <a:pt x="14" y="6"/>
                    <a:pt x="18" y="0"/>
                  </a:cubicBezTo>
                  <a:cubicBezTo>
                    <a:pt x="24" y="3"/>
                    <a:pt x="27" y="10"/>
                    <a:pt x="26" y="17"/>
                  </a:cubicBezTo>
                  <a:cubicBezTo>
                    <a:pt x="21" y="14"/>
                    <a:pt x="10" y="8"/>
                    <a:pt x="7" y="17"/>
                  </a:cubicBezTo>
                  <a:cubicBezTo>
                    <a:pt x="0" y="31"/>
                    <a:pt x="23" y="20"/>
                    <a:pt x="27" y="17"/>
                  </a:cubicBezTo>
                  <a:cubicBezTo>
                    <a:pt x="28" y="18"/>
                    <a:pt x="27" y="19"/>
                    <a:pt x="26" y="20"/>
                  </a:cubicBezTo>
                  <a:cubicBezTo>
                    <a:pt x="27" y="19"/>
                    <a:pt x="29" y="18"/>
                    <a:pt x="30" y="18"/>
                  </a:cubicBezTo>
                  <a:cubicBezTo>
                    <a:pt x="31" y="21"/>
                    <a:pt x="33" y="25"/>
                    <a:pt x="30" y="24"/>
                  </a:cubicBezTo>
                </a:path>
              </a:pathLst>
            </a:custGeom>
            <a:solidFill>
              <a:srgbClr val="FAD0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200" name="Freeform 879">
              <a:extLst>
                <a:ext uri="{FF2B5EF4-FFF2-40B4-BE49-F238E27FC236}">
                  <a16:creationId xmlns:a16="http://schemas.microsoft.com/office/drawing/2014/main" id="{134C830C-212F-4978-B780-822E5C3F72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9" y="1580"/>
              <a:ext cx="34" cy="48"/>
            </a:xfrm>
            <a:custGeom>
              <a:avLst/>
              <a:gdLst>
                <a:gd name="T0" fmla="*/ 34 w 22"/>
                <a:gd name="T1" fmla="*/ 48 h 31"/>
                <a:gd name="T2" fmla="*/ 40 w 22"/>
                <a:gd name="T3" fmla="*/ 0 h 31"/>
                <a:gd name="T4" fmla="*/ 66 w 22"/>
                <a:gd name="T5" fmla="*/ 48 h 31"/>
                <a:gd name="T6" fmla="*/ 82 w 22"/>
                <a:gd name="T7" fmla="*/ 70 h 31"/>
                <a:gd name="T8" fmla="*/ 66 w 22"/>
                <a:gd name="T9" fmla="*/ 60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31">
                  <a:moveTo>
                    <a:pt x="9" y="13"/>
                  </a:moveTo>
                  <a:cubicBezTo>
                    <a:pt x="7" y="9"/>
                    <a:pt x="9" y="4"/>
                    <a:pt x="11" y="0"/>
                  </a:cubicBezTo>
                  <a:cubicBezTo>
                    <a:pt x="17" y="0"/>
                    <a:pt x="19" y="8"/>
                    <a:pt x="18" y="13"/>
                  </a:cubicBezTo>
                  <a:cubicBezTo>
                    <a:pt x="0" y="3"/>
                    <a:pt x="4" y="31"/>
                    <a:pt x="22" y="19"/>
                  </a:cubicBezTo>
                  <a:cubicBezTo>
                    <a:pt x="18" y="19"/>
                    <a:pt x="19" y="17"/>
                    <a:pt x="18" y="16"/>
                  </a:cubicBezTo>
                </a:path>
              </a:pathLst>
            </a:custGeom>
            <a:solidFill>
              <a:srgbClr val="FAD0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201" name="Freeform 880">
              <a:extLst>
                <a:ext uri="{FF2B5EF4-FFF2-40B4-BE49-F238E27FC236}">
                  <a16:creationId xmlns:a16="http://schemas.microsoft.com/office/drawing/2014/main" id="{9482359A-B6A7-4113-94A5-7CC0784040A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7" y="1755"/>
              <a:ext cx="42" cy="41"/>
            </a:xfrm>
            <a:custGeom>
              <a:avLst/>
              <a:gdLst>
                <a:gd name="T0" fmla="*/ 61 w 27"/>
                <a:gd name="T1" fmla="*/ 62 h 27"/>
                <a:gd name="T2" fmla="*/ 68 w 27"/>
                <a:gd name="T3" fmla="*/ 0 h 27"/>
                <a:gd name="T4" fmla="*/ 90 w 27"/>
                <a:gd name="T5" fmla="*/ 41 h 27"/>
                <a:gd name="T6" fmla="*/ 0 w 27"/>
                <a:gd name="T7" fmla="*/ 53 h 27"/>
                <a:gd name="T8" fmla="*/ 87 w 27"/>
                <a:gd name="T9" fmla="*/ 59 h 27"/>
                <a:gd name="T10" fmla="*/ 87 w 27"/>
                <a:gd name="T11" fmla="*/ 94 h 27"/>
                <a:gd name="T12" fmla="*/ 90 w 27"/>
                <a:gd name="T13" fmla="*/ 55 h 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" h="27">
                  <a:moveTo>
                    <a:pt x="16" y="18"/>
                  </a:moveTo>
                  <a:cubicBezTo>
                    <a:pt x="13" y="12"/>
                    <a:pt x="15" y="5"/>
                    <a:pt x="18" y="0"/>
                  </a:cubicBezTo>
                  <a:cubicBezTo>
                    <a:pt x="23" y="1"/>
                    <a:pt x="25" y="7"/>
                    <a:pt x="24" y="12"/>
                  </a:cubicBezTo>
                  <a:cubicBezTo>
                    <a:pt x="15" y="10"/>
                    <a:pt x="9" y="13"/>
                    <a:pt x="0" y="15"/>
                  </a:cubicBezTo>
                  <a:cubicBezTo>
                    <a:pt x="1" y="25"/>
                    <a:pt x="17" y="20"/>
                    <a:pt x="23" y="17"/>
                  </a:cubicBezTo>
                  <a:cubicBezTo>
                    <a:pt x="23" y="20"/>
                    <a:pt x="24" y="24"/>
                    <a:pt x="23" y="27"/>
                  </a:cubicBezTo>
                  <a:cubicBezTo>
                    <a:pt x="27" y="24"/>
                    <a:pt x="27" y="19"/>
                    <a:pt x="24" y="16"/>
                  </a:cubicBezTo>
                </a:path>
              </a:pathLst>
            </a:custGeom>
            <a:solidFill>
              <a:srgbClr val="FAD0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202" name="Freeform 881">
              <a:extLst>
                <a:ext uri="{FF2B5EF4-FFF2-40B4-BE49-F238E27FC236}">
                  <a16:creationId xmlns:a16="http://schemas.microsoft.com/office/drawing/2014/main" id="{2D55A75E-2EE9-4643-9B29-3B8837CBA6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7" y="1734"/>
              <a:ext cx="80" cy="45"/>
            </a:xfrm>
            <a:custGeom>
              <a:avLst/>
              <a:gdLst>
                <a:gd name="T0" fmla="*/ 95 w 52"/>
                <a:gd name="T1" fmla="*/ 40 h 29"/>
                <a:gd name="T2" fmla="*/ 88 w 52"/>
                <a:gd name="T3" fmla="*/ 0 h 29"/>
                <a:gd name="T4" fmla="*/ 120 w 52"/>
                <a:gd name="T5" fmla="*/ 53 h 29"/>
                <a:gd name="T6" fmla="*/ 52 w 52"/>
                <a:gd name="T7" fmla="*/ 39 h 29"/>
                <a:gd name="T8" fmla="*/ 131 w 52"/>
                <a:gd name="T9" fmla="*/ 53 h 29"/>
                <a:gd name="T10" fmla="*/ 95 w 52"/>
                <a:gd name="T11" fmla="*/ 62 h 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2" h="29">
                  <a:moveTo>
                    <a:pt x="26" y="11"/>
                  </a:moveTo>
                  <a:cubicBezTo>
                    <a:pt x="22" y="9"/>
                    <a:pt x="22" y="4"/>
                    <a:pt x="24" y="0"/>
                  </a:cubicBezTo>
                  <a:cubicBezTo>
                    <a:pt x="30" y="1"/>
                    <a:pt x="33" y="8"/>
                    <a:pt x="33" y="14"/>
                  </a:cubicBezTo>
                  <a:cubicBezTo>
                    <a:pt x="27" y="13"/>
                    <a:pt x="20" y="12"/>
                    <a:pt x="14" y="10"/>
                  </a:cubicBezTo>
                  <a:cubicBezTo>
                    <a:pt x="0" y="26"/>
                    <a:pt x="34" y="13"/>
                    <a:pt x="36" y="14"/>
                  </a:cubicBezTo>
                  <a:cubicBezTo>
                    <a:pt x="52" y="21"/>
                    <a:pt x="21" y="29"/>
                    <a:pt x="26" y="17"/>
                  </a:cubicBezTo>
                </a:path>
              </a:pathLst>
            </a:custGeom>
            <a:solidFill>
              <a:srgbClr val="FAD0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203" name="Freeform 882">
              <a:extLst>
                <a:ext uri="{FF2B5EF4-FFF2-40B4-BE49-F238E27FC236}">
                  <a16:creationId xmlns:a16="http://schemas.microsoft.com/office/drawing/2014/main" id="{B5B8D518-8F70-40CF-A3C2-9B73D845E5B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2" y="1622"/>
              <a:ext cx="59" cy="55"/>
            </a:xfrm>
            <a:custGeom>
              <a:avLst/>
              <a:gdLst>
                <a:gd name="T0" fmla="*/ 73 w 38"/>
                <a:gd name="T1" fmla="*/ 67 h 36"/>
                <a:gd name="T2" fmla="*/ 62 w 38"/>
                <a:gd name="T3" fmla="*/ 0 h 36"/>
                <a:gd name="T4" fmla="*/ 89 w 38"/>
                <a:gd name="T5" fmla="*/ 66 h 36"/>
                <a:gd name="T6" fmla="*/ 26 w 38"/>
                <a:gd name="T7" fmla="*/ 66 h 36"/>
                <a:gd name="T8" fmla="*/ 62 w 38"/>
                <a:gd name="T9" fmla="*/ 67 h 36"/>
                <a:gd name="T10" fmla="*/ 73 w 38"/>
                <a:gd name="T11" fmla="*/ 81 h 3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8" h="36">
                  <a:moveTo>
                    <a:pt x="19" y="19"/>
                  </a:moveTo>
                  <a:cubicBezTo>
                    <a:pt x="15" y="15"/>
                    <a:pt x="13" y="5"/>
                    <a:pt x="17" y="0"/>
                  </a:cubicBezTo>
                  <a:cubicBezTo>
                    <a:pt x="21" y="5"/>
                    <a:pt x="22" y="12"/>
                    <a:pt x="24" y="18"/>
                  </a:cubicBezTo>
                  <a:cubicBezTo>
                    <a:pt x="18" y="18"/>
                    <a:pt x="10" y="12"/>
                    <a:pt x="7" y="18"/>
                  </a:cubicBezTo>
                  <a:cubicBezTo>
                    <a:pt x="0" y="29"/>
                    <a:pt x="15" y="21"/>
                    <a:pt x="17" y="19"/>
                  </a:cubicBezTo>
                  <a:cubicBezTo>
                    <a:pt x="38" y="7"/>
                    <a:pt x="31" y="36"/>
                    <a:pt x="19" y="23"/>
                  </a:cubicBezTo>
                </a:path>
              </a:pathLst>
            </a:custGeom>
            <a:solidFill>
              <a:srgbClr val="FAD0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204" name="Freeform 883">
              <a:extLst>
                <a:ext uri="{FF2B5EF4-FFF2-40B4-BE49-F238E27FC236}">
                  <a16:creationId xmlns:a16="http://schemas.microsoft.com/office/drawing/2014/main" id="{B798F557-328C-4550-826A-E3E3168FCF7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2" y="1586"/>
              <a:ext cx="22" cy="51"/>
            </a:xfrm>
            <a:custGeom>
              <a:avLst/>
              <a:gdLst>
                <a:gd name="T0" fmla="*/ 20 w 14"/>
                <a:gd name="T1" fmla="*/ 53 h 33"/>
                <a:gd name="T2" fmla="*/ 13 w 14"/>
                <a:gd name="T3" fmla="*/ 0 h 33"/>
                <a:gd name="T4" fmla="*/ 49 w 14"/>
                <a:gd name="T5" fmla="*/ 56 h 33"/>
                <a:gd name="T6" fmla="*/ 8 w 14"/>
                <a:gd name="T7" fmla="*/ 48 h 33"/>
                <a:gd name="T8" fmla="*/ 13 w 14"/>
                <a:gd name="T9" fmla="*/ 87 h 33"/>
                <a:gd name="T10" fmla="*/ 55 w 14"/>
                <a:gd name="T11" fmla="*/ 74 h 33"/>
                <a:gd name="T12" fmla="*/ 22 w 14"/>
                <a:gd name="T13" fmla="*/ 122 h 33"/>
                <a:gd name="T14" fmla="*/ 49 w 14"/>
                <a:gd name="T15" fmla="*/ 82 h 3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4" h="33">
                  <a:moveTo>
                    <a:pt x="5" y="14"/>
                  </a:moveTo>
                  <a:cubicBezTo>
                    <a:pt x="1" y="11"/>
                    <a:pt x="0" y="4"/>
                    <a:pt x="3" y="0"/>
                  </a:cubicBezTo>
                  <a:cubicBezTo>
                    <a:pt x="9" y="2"/>
                    <a:pt x="12" y="9"/>
                    <a:pt x="13" y="15"/>
                  </a:cubicBezTo>
                  <a:cubicBezTo>
                    <a:pt x="9" y="14"/>
                    <a:pt x="5" y="12"/>
                    <a:pt x="2" y="13"/>
                  </a:cubicBezTo>
                  <a:cubicBezTo>
                    <a:pt x="1" y="16"/>
                    <a:pt x="1" y="20"/>
                    <a:pt x="3" y="23"/>
                  </a:cubicBezTo>
                  <a:cubicBezTo>
                    <a:pt x="6" y="22"/>
                    <a:pt x="10" y="21"/>
                    <a:pt x="14" y="20"/>
                  </a:cubicBezTo>
                  <a:cubicBezTo>
                    <a:pt x="13" y="25"/>
                    <a:pt x="10" y="29"/>
                    <a:pt x="6" y="33"/>
                  </a:cubicBezTo>
                  <a:cubicBezTo>
                    <a:pt x="8" y="29"/>
                    <a:pt x="10" y="24"/>
                    <a:pt x="13" y="22"/>
                  </a:cubicBezTo>
                </a:path>
              </a:pathLst>
            </a:custGeom>
            <a:solidFill>
              <a:srgbClr val="FAD0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205" name="Freeform 884">
              <a:extLst>
                <a:ext uri="{FF2B5EF4-FFF2-40B4-BE49-F238E27FC236}">
                  <a16:creationId xmlns:a16="http://schemas.microsoft.com/office/drawing/2014/main" id="{75F85B8F-6638-4BB8-8BC8-4D29293DE2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5" y="1722"/>
              <a:ext cx="22" cy="29"/>
            </a:xfrm>
            <a:custGeom>
              <a:avLst/>
              <a:gdLst>
                <a:gd name="T0" fmla="*/ 22 w 14"/>
                <a:gd name="T1" fmla="*/ 61 h 19"/>
                <a:gd name="T2" fmla="*/ 27 w 14"/>
                <a:gd name="T3" fmla="*/ 0 h 19"/>
                <a:gd name="T4" fmla="*/ 49 w 14"/>
                <a:gd name="T5" fmla="*/ 53 h 19"/>
                <a:gd name="T6" fmla="*/ 0 w 14"/>
                <a:gd name="T7" fmla="*/ 41 h 19"/>
                <a:gd name="T8" fmla="*/ 49 w 14"/>
                <a:gd name="T9" fmla="*/ 41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9">
                  <a:moveTo>
                    <a:pt x="6" y="17"/>
                  </a:moveTo>
                  <a:cubicBezTo>
                    <a:pt x="4" y="11"/>
                    <a:pt x="2" y="5"/>
                    <a:pt x="7" y="0"/>
                  </a:cubicBezTo>
                  <a:cubicBezTo>
                    <a:pt x="12" y="2"/>
                    <a:pt x="14" y="9"/>
                    <a:pt x="13" y="15"/>
                  </a:cubicBezTo>
                  <a:cubicBezTo>
                    <a:pt x="9" y="12"/>
                    <a:pt x="4" y="9"/>
                    <a:pt x="0" y="12"/>
                  </a:cubicBezTo>
                  <a:cubicBezTo>
                    <a:pt x="2" y="19"/>
                    <a:pt x="9" y="18"/>
                    <a:pt x="13" y="12"/>
                  </a:cubicBezTo>
                </a:path>
              </a:pathLst>
            </a:custGeom>
            <a:solidFill>
              <a:srgbClr val="FAD0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206" name="Freeform 885">
              <a:extLst>
                <a:ext uri="{FF2B5EF4-FFF2-40B4-BE49-F238E27FC236}">
                  <a16:creationId xmlns:a16="http://schemas.microsoft.com/office/drawing/2014/main" id="{9C65E96E-B538-4953-AB64-5E4C79D677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3" y="1352"/>
              <a:ext cx="21" cy="38"/>
            </a:xfrm>
            <a:custGeom>
              <a:avLst/>
              <a:gdLst>
                <a:gd name="T0" fmla="*/ 16 w 13"/>
                <a:gd name="T1" fmla="*/ 46 h 25"/>
                <a:gd name="T2" fmla="*/ 55 w 13"/>
                <a:gd name="T3" fmla="*/ 53 h 25"/>
                <a:gd name="T4" fmla="*/ 13 w 13"/>
                <a:gd name="T5" fmla="*/ 41 h 25"/>
                <a:gd name="T6" fmla="*/ 55 w 13"/>
                <a:gd name="T7" fmla="*/ 61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25">
                  <a:moveTo>
                    <a:pt x="4" y="13"/>
                  </a:moveTo>
                  <a:cubicBezTo>
                    <a:pt x="0" y="0"/>
                    <a:pt x="10" y="5"/>
                    <a:pt x="13" y="15"/>
                  </a:cubicBezTo>
                  <a:cubicBezTo>
                    <a:pt x="10" y="13"/>
                    <a:pt x="6" y="12"/>
                    <a:pt x="3" y="12"/>
                  </a:cubicBezTo>
                  <a:cubicBezTo>
                    <a:pt x="1" y="19"/>
                    <a:pt x="9" y="25"/>
                    <a:pt x="13" y="17"/>
                  </a:cubicBezTo>
                </a:path>
              </a:pathLst>
            </a:custGeom>
            <a:solidFill>
              <a:srgbClr val="FAD0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207" name="Freeform 886">
              <a:extLst>
                <a:ext uri="{FF2B5EF4-FFF2-40B4-BE49-F238E27FC236}">
                  <a16:creationId xmlns:a16="http://schemas.microsoft.com/office/drawing/2014/main" id="{B578738C-D388-4BD6-9CB1-4FFF483BF5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6" y="1765"/>
              <a:ext cx="41" cy="40"/>
            </a:xfrm>
            <a:custGeom>
              <a:avLst/>
              <a:gdLst>
                <a:gd name="T0" fmla="*/ 27 w 27"/>
                <a:gd name="T1" fmla="*/ 66 h 26"/>
                <a:gd name="T2" fmla="*/ 62 w 27"/>
                <a:gd name="T3" fmla="*/ 54 h 26"/>
                <a:gd name="T4" fmla="*/ 0 w 27"/>
                <a:gd name="T5" fmla="*/ 54 h 26"/>
                <a:gd name="T6" fmla="*/ 55 w 27"/>
                <a:gd name="T7" fmla="*/ 66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26">
                  <a:moveTo>
                    <a:pt x="8" y="18"/>
                  </a:moveTo>
                  <a:cubicBezTo>
                    <a:pt x="10" y="0"/>
                    <a:pt x="27" y="7"/>
                    <a:pt x="18" y="15"/>
                  </a:cubicBezTo>
                  <a:cubicBezTo>
                    <a:pt x="13" y="19"/>
                    <a:pt x="5" y="12"/>
                    <a:pt x="0" y="15"/>
                  </a:cubicBezTo>
                  <a:cubicBezTo>
                    <a:pt x="2" y="26"/>
                    <a:pt x="12" y="17"/>
                    <a:pt x="16" y="18"/>
                  </a:cubicBezTo>
                </a:path>
              </a:pathLst>
            </a:custGeom>
            <a:solidFill>
              <a:srgbClr val="FAD0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208" name="Freeform 887">
              <a:extLst>
                <a:ext uri="{FF2B5EF4-FFF2-40B4-BE49-F238E27FC236}">
                  <a16:creationId xmlns:a16="http://schemas.microsoft.com/office/drawing/2014/main" id="{782A3752-0371-41C6-AE5B-E7598BC1253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1" y="1634"/>
              <a:ext cx="28" cy="46"/>
            </a:xfrm>
            <a:custGeom>
              <a:avLst/>
              <a:gdLst>
                <a:gd name="T0" fmla="*/ 39 w 18"/>
                <a:gd name="T1" fmla="*/ 49 h 30"/>
                <a:gd name="T2" fmla="*/ 30 w 18"/>
                <a:gd name="T3" fmla="*/ 0 h 30"/>
                <a:gd name="T4" fmla="*/ 40 w 18"/>
                <a:gd name="T5" fmla="*/ 58 h 30"/>
                <a:gd name="T6" fmla="*/ 8 w 18"/>
                <a:gd name="T7" fmla="*/ 48 h 30"/>
                <a:gd name="T8" fmla="*/ 19 w 18"/>
                <a:gd name="T9" fmla="*/ 74 h 30"/>
                <a:gd name="T10" fmla="*/ 48 w 18"/>
                <a:gd name="T11" fmla="*/ 48 h 30"/>
                <a:gd name="T12" fmla="*/ 48 w 18"/>
                <a:gd name="T13" fmla="*/ 49 h 30"/>
                <a:gd name="T14" fmla="*/ 39 w 18"/>
                <a:gd name="T15" fmla="*/ 49 h 30"/>
                <a:gd name="T16" fmla="*/ 61 w 18"/>
                <a:gd name="T17" fmla="*/ 94 h 30"/>
                <a:gd name="T18" fmla="*/ 47 w 18"/>
                <a:gd name="T19" fmla="*/ 61 h 3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8" h="30">
                  <a:moveTo>
                    <a:pt x="10" y="14"/>
                  </a:moveTo>
                  <a:cubicBezTo>
                    <a:pt x="7" y="12"/>
                    <a:pt x="6" y="4"/>
                    <a:pt x="8" y="0"/>
                  </a:cubicBezTo>
                  <a:cubicBezTo>
                    <a:pt x="13" y="3"/>
                    <a:pt x="11" y="11"/>
                    <a:pt x="11" y="16"/>
                  </a:cubicBezTo>
                  <a:cubicBezTo>
                    <a:pt x="8" y="14"/>
                    <a:pt x="5" y="8"/>
                    <a:pt x="2" y="13"/>
                  </a:cubicBezTo>
                  <a:cubicBezTo>
                    <a:pt x="0" y="16"/>
                    <a:pt x="2" y="20"/>
                    <a:pt x="5" y="20"/>
                  </a:cubicBezTo>
                  <a:cubicBezTo>
                    <a:pt x="7" y="20"/>
                    <a:pt x="10" y="14"/>
                    <a:pt x="13" y="13"/>
                  </a:cubicBezTo>
                  <a:cubicBezTo>
                    <a:pt x="13" y="12"/>
                    <a:pt x="13" y="14"/>
                    <a:pt x="13" y="14"/>
                  </a:cubicBezTo>
                  <a:cubicBezTo>
                    <a:pt x="12" y="14"/>
                    <a:pt x="11" y="14"/>
                    <a:pt x="10" y="14"/>
                  </a:cubicBezTo>
                  <a:cubicBezTo>
                    <a:pt x="11" y="17"/>
                    <a:pt x="18" y="24"/>
                    <a:pt x="16" y="26"/>
                  </a:cubicBezTo>
                  <a:cubicBezTo>
                    <a:pt x="13" y="30"/>
                    <a:pt x="7" y="20"/>
                    <a:pt x="12" y="17"/>
                  </a:cubicBezTo>
                </a:path>
              </a:pathLst>
            </a:custGeom>
            <a:solidFill>
              <a:srgbClr val="FAD0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209" name="Freeform 888">
              <a:extLst>
                <a:ext uri="{FF2B5EF4-FFF2-40B4-BE49-F238E27FC236}">
                  <a16:creationId xmlns:a16="http://schemas.microsoft.com/office/drawing/2014/main" id="{7025535C-DF18-4B18-9CF0-F8E9FF68B3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3" y="1345"/>
              <a:ext cx="28" cy="206"/>
            </a:xfrm>
            <a:custGeom>
              <a:avLst/>
              <a:gdLst>
                <a:gd name="T0" fmla="*/ 53 w 18"/>
                <a:gd name="T1" fmla="*/ 8 h 133"/>
                <a:gd name="T2" fmla="*/ 30 w 18"/>
                <a:gd name="T3" fmla="*/ 110 h 133"/>
                <a:gd name="T4" fmla="*/ 12 w 18"/>
                <a:gd name="T5" fmla="*/ 235 h 133"/>
                <a:gd name="T6" fmla="*/ 0 w 18"/>
                <a:gd name="T7" fmla="*/ 372 h 133"/>
                <a:gd name="T8" fmla="*/ 8 w 18"/>
                <a:gd name="T9" fmla="*/ 494 h 133"/>
                <a:gd name="T10" fmla="*/ 19 w 18"/>
                <a:gd name="T11" fmla="*/ 341 h 133"/>
                <a:gd name="T12" fmla="*/ 22 w 18"/>
                <a:gd name="T13" fmla="*/ 305 h 133"/>
                <a:gd name="T14" fmla="*/ 40 w 18"/>
                <a:gd name="T15" fmla="*/ 293 h 133"/>
                <a:gd name="T16" fmla="*/ 47 w 18"/>
                <a:gd name="T17" fmla="*/ 235 h 133"/>
                <a:gd name="T18" fmla="*/ 48 w 18"/>
                <a:gd name="T19" fmla="*/ 197 h 133"/>
                <a:gd name="T20" fmla="*/ 62 w 18"/>
                <a:gd name="T21" fmla="*/ 170 h 133"/>
                <a:gd name="T22" fmla="*/ 48 w 18"/>
                <a:gd name="T23" fmla="*/ 127 h 133"/>
                <a:gd name="T24" fmla="*/ 61 w 18"/>
                <a:gd name="T25" fmla="*/ 101 h 133"/>
                <a:gd name="T26" fmla="*/ 61 w 18"/>
                <a:gd name="T27" fmla="*/ 34 h 133"/>
                <a:gd name="T28" fmla="*/ 56 w 18"/>
                <a:gd name="T29" fmla="*/ 0 h 13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8" h="133">
                  <a:moveTo>
                    <a:pt x="14" y="2"/>
                  </a:moveTo>
                  <a:cubicBezTo>
                    <a:pt x="10" y="9"/>
                    <a:pt x="9" y="21"/>
                    <a:pt x="8" y="30"/>
                  </a:cubicBezTo>
                  <a:cubicBezTo>
                    <a:pt x="7" y="41"/>
                    <a:pt x="5" y="52"/>
                    <a:pt x="3" y="63"/>
                  </a:cubicBezTo>
                  <a:cubicBezTo>
                    <a:pt x="2" y="75"/>
                    <a:pt x="0" y="88"/>
                    <a:pt x="0" y="100"/>
                  </a:cubicBezTo>
                  <a:cubicBezTo>
                    <a:pt x="0" y="111"/>
                    <a:pt x="1" y="122"/>
                    <a:pt x="2" y="133"/>
                  </a:cubicBezTo>
                  <a:cubicBezTo>
                    <a:pt x="2" y="120"/>
                    <a:pt x="5" y="105"/>
                    <a:pt x="5" y="92"/>
                  </a:cubicBezTo>
                  <a:cubicBezTo>
                    <a:pt x="5" y="89"/>
                    <a:pt x="4" y="84"/>
                    <a:pt x="6" y="82"/>
                  </a:cubicBezTo>
                  <a:cubicBezTo>
                    <a:pt x="7" y="79"/>
                    <a:pt x="9" y="80"/>
                    <a:pt x="11" y="79"/>
                  </a:cubicBezTo>
                  <a:cubicBezTo>
                    <a:pt x="14" y="75"/>
                    <a:pt x="12" y="68"/>
                    <a:pt x="12" y="63"/>
                  </a:cubicBezTo>
                  <a:cubicBezTo>
                    <a:pt x="12" y="60"/>
                    <a:pt x="11" y="56"/>
                    <a:pt x="13" y="53"/>
                  </a:cubicBezTo>
                  <a:cubicBezTo>
                    <a:pt x="14" y="50"/>
                    <a:pt x="16" y="49"/>
                    <a:pt x="17" y="46"/>
                  </a:cubicBezTo>
                  <a:cubicBezTo>
                    <a:pt x="17" y="42"/>
                    <a:pt x="14" y="38"/>
                    <a:pt x="13" y="34"/>
                  </a:cubicBezTo>
                  <a:cubicBezTo>
                    <a:pt x="13" y="31"/>
                    <a:pt x="15" y="30"/>
                    <a:pt x="16" y="27"/>
                  </a:cubicBezTo>
                  <a:cubicBezTo>
                    <a:pt x="18" y="21"/>
                    <a:pt x="15" y="15"/>
                    <a:pt x="16" y="9"/>
                  </a:cubicBezTo>
                  <a:cubicBezTo>
                    <a:pt x="17" y="4"/>
                    <a:pt x="18" y="3"/>
                    <a:pt x="15" y="0"/>
                  </a:cubicBezTo>
                </a:path>
              </a:pathLst>
            </a:custGeom>
            <a:solidFill>
              <a:srgbClr val="F7F2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210" name="Freeform 889">
              <a:extLst>
                <a:ext uri="{FF2B5EF4-FFF2-40B4-BE49-F238E27FC236}">
                  <a16:creationId xmlns:a16="http://schemas.microsoft.com/office/drawing/2014/main" id="{FB351DD6-7711-4BCD-B590-3611838C7EC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2" y="1348"/>
              <a:ext cx="38" cy="217"/>
            </a:xfrm>
            <a:custGeom>
              <a:avLst/>
              <a:gdLst>
                <a:gd name="T0" fmla="*/ 46 w 25"/>
                <a:gd name="T1" fmla="*/ 34 h 140"/>
                <a:gd name="T2" fmla="*/ 55 w 25"/>
                <a:gd name="T3" fmla="*/ 82 h 140"/>
                <a:gd name="T4" fmla="*/ 70 w 25"/>
                <a:gd name="T5" fmla="*/ 153 h 140"/>
                <a:gd name="T6" fmla="*/ 74 w 25"/>
                <a:gd name="T7" fmla="*/ 271 h 140"/>
                <a:gd name="T8" fmla="*/ 81 w 25"/>
                <a:gd name="T9" fmla="*/ 521 h 140"/>
                <a:gd name="T10" fmla="*/ 67 w 25"/>
                <a:gd name="T11" fmla="*/ 451 h 140"/>
                <a:gd name="T12" fmla="*/ 46 w 25"/>
                <a:gd name="T13" fmla="*/ 414 h 140"/>
                <a:gd name="T14" fmla="*/ 53 w 25"/>
                <a:gd name="T15" fmla="*/ 380 h 140"/>
                <a:gd name="T16" fmla="*/ 53 w 25"/>
                <a:gd name="T17" fmla="*/ 350 h 140"/>
                <a:gd name="T18" fmla="*/ 32 w 25"/>
                <a:gd name="T19" fmla="*/ 298 h 140"/>
                <a:gd name="T20" fmla="*/ 40 w 25"/>
                <a:gd name="T21" fmla="*/ 257 h 140"/>
                <a:gd name="T22" fmla="*/ 35 w 25"/>
                <a:gd name="T23" fmla="*/ 209 h 140"/>
                <a:gd name="T24" fmla="*/ 27 w 25"/>
                <a:gd name="T25" fmla="*/ 130 h 140"/>
                <a:gd name="T26" fmla="*/ 12 w 25"/>
                <a:gd name="T27" fmla="*/ 67 h 140"/>
                <a:gd name="T28" fmla="*/ 12 w 25"/>
                <a:gd name="T29" fmla="*/ 34 h 140"/>
                <a:gd name="T30" fmla="*/ 5 w 25"/>
                <a:gd name="T31" fmla="*/ 12 h 140"/>
                <a:gd name="T32" fmla="*/ 35 w 25"/>
                <a:gd name="T33" fmla="*/ 22 h 140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25" h="140">
                  <a:moveTo>
                    <a:pt x="13" y="9"/>
                  </a:moveTo>
                  <a:cubicBezTo>
                    <a:pt x="12" y="13"/>
                    <a:pt x="15" y="19"/>
                    <a:pt x="16" y="22"/>
                  </a:cubicBezTo>
                  <a:cubicBezTo>
                    <a:pt x="19" y="28"/>
                    <a:pt x="19" y="34"/>
                    <a:pt x="20" y="41"/>
                  </a:cubicBezTo>
                  <a:cubicBezTo>
                    <a:pt x="21" y="52"/>
                    <a:pt x="21" y="62"/>
                    <a:pt x="21" y="73"/>
                  </a:cubicBezTo>
                  <a:cubicBezTo>
                    <a:pt x="20" y="95"/>
                    <a:pt x="24" y="117"/>
                    <a:pt x="23" y="140"/>
                  </a:cubicBezTo>
                  <a:cubicBezTo>
                    <a:pt x="25" y="135"/>
                    <a:pt x="21" y="126"/>
                    <a:pt x="19" y="121"/>
                  </a:cubicBezTo>
                  <a:cubicBezTo>
                    <a:pt x="17" y="118"/>
                    <a:pt x="13" y="115"/>
                    <a:pt x="13" y="111"/>
                  </a:cubicBezTo>
                  <a:cubicBezTo>
                    <a:pt x="12" y="107"/>
                    <a:pt x="14" y="106"/>
                    <a:pt x="15" y="102"/>
                  </a:cubicBezTo>
                  <a:cubicBezTo>
                    <a:pt x="17" y="98"/>
                    <a:pt x="17" y="97"/>
                    <a:pt x="15" y="94"/>
                  </a:cubicBezTo>
                  <a:cubicBezTo>
                    <a:pt x="12" y="89"/>
                    <a:pt x="10" y="85"/>
                    <a:pt x="9" y="80"/>
                  </a:cubicBezTo>
                  <a:cubicBezTo>
                    <a:pt x="9" y="75"/>
                    <a:pt x="10" y="73"/>
                    <a:pt x="11" y="69"/>
                  </a:cubicBezTo>
                  <a:cubicBezTo>
                    <a:pt x="12" y="65"/>
                    <a:pt x="11" y="61"/>
                    <a:pt x="10" y="56"/>
                  </a:cubicBezTo>
                  <a:cubicBezTo>
                    <a:pt x="9" y="48"/>
                    <a:pt x="7" y="44"/>
                    <a:pt x="8" y="35"/>
                  </a:cubicBezTo>
                  <a:cubicBezTo>
                    <a:pt x="9" y="29"/>
                    <a:pt x="4" y="25"/>
                    <a:pt x="3" y="18"/>
                  </a:cubicBezTo>
                  <a:cubicBezTo>
                    <a:pt x="3" y="15"/>
                    <a:pt x="4" y="12"/>
                    <a:pt x="3" y="9"/>
                  </a:cubicBezTo>
                  <a:cubicBezTo>
                    <a:pt x="2" y="8"/>
                    <a:pt x="0" y="5"/>
                    <a:pt x="1" y="3"/>
                  </a:cubicBezTo>
                  <a:cubicBezTo>
                    <a:pt x="3" y="0"/>
                    <a:pt x="8" y="5"/>
                    <a:pt x="10" y="6"/>
                  </a:cubicBezTo>
                </a:path>
              </a:pathLst>
            </a:custGeom>
            <a:solidFill>
              <a:srgbClr val="F7F2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211" name="Freeform 890">
              <a:extLst>
                <a:ext uri="{FF2B5EF4-FFF2-40B4-BE49-F238E27FC236}">
                  <a16:creationId xmlns:a16="http://schemas.microsoft.com/office/drawing/2014/main" id="{F26821EF-E9A9-40D8-87B0-10C2502FCCE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9" y="1291"/>
              <a:ext cx="184" cy="172"/>
            </a:xfrm>
            <a:custGeom>
              <a:avLst/>
              <a:gdLst>
                <a:gd name="T0" fmla="*/ 162 w 119"/>
                <a:gd name="T1" fmla="*/ 0 h 111"/>
                <a:gd name="T2" fmla="*/ 0 w 119"/>
                <a:gd name="T3" fmla="*/ 62 h 111"/>
                <a:gd name="T4" fmla="*/ 441 w 119"/>
                <a:gd name="T5" fmla="*/ 101 h 111"/>
                <a:gd name="T6" fmla="*/ 162 w 119"/>
                <a:gd name="T7" fmla="*/ 0 h 1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9" h="111">
                  <a:moveTo>
                    <a:pt x="44" y="0"/>
                  </a:moveTo>
                  <a:cubicBezTo>
                    <a:pt x="0" y="17"/>
                    <a:pt x="0" y="17"/>
                    <a:pt x="0" y="17"/>
                  </a:cubicBezTo>
                  <a:cubicBezTo>
                    <a:pt x="0" y="17"/>
                    <a:pt x="119" y="111"/>
                    <a:pt x="119" y="27"/>
                  </a:cubicBezTo>
                  <a:cubicBezTo>
                    <a:pt x="119" y="27"/>
                    <a:pt x="85" y="29"/>
                    <a:pt x="44" y="0"/>
                  </a:cubicBezTo>
                  <a:close/>
                </a:path>
              </a:pathLst>
            </a:custGeom>
            <a:solidFill>
              <a:srgbClr val="FAD0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212" name="Freeform 891">
              <a:extLst>
                <a:ext uri="{FF2B5EF4-FFF2-40B4-BE49-F238E27FC236}">
                  <a16:creationId xmlns:a16="http://schemas.microsoft.com/office/drawing/2014/main" id="{B5C60925-9670-41E3-8183-49B86D07ED1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8" y="1285"/>
              <a:ext cx="162" cy="162"/>
            </a:xfrm>
            <a:custGeom>
              <a:avLst/>
              <a:gdLst>
                <a:gd name="T0" fmla="*/ 236 w 105"/>
                <a:gd name="T1" fmla="*/ 0 h 105"/>
                <a:gd name="T2" fmla="*/ 386 w 105"/>
                <a:gd name="T3" fmla="*/ 69 h 105"/>
                <a:gd name="T4" fmla="*/ 0 w 105"/>
                <a:gd name="T5" fmla="*/ 114 h 105"/>
                <a:gd name="T6" fmla="*/ 236 w 105"/>
                <a:gd name="T7" fmla="*/ 0 h 10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5" h="105">
                  <a:moveTo>
                    <a:pt x="64" y="0"/>
                  </a:moveTo>
                  <a:cubicBezTo>
                    <a:pt x="105" y="19"/>
                    <a:pt x="105" y="19"/>
                    <a:pt x="105" y="19"/>
                  </a:cubicBezTo>
                  <a:cubicBezTo>
                    <a:pt x="105" y="19"/>
                    <a:pt x="17" y="105"/>
                    <a:pt x="0" y="31"/>
                  </a:cubicBezTo>
                  <a:cubicBezTo>
                    <a:pt x="0" y="31"/>
                    <a:pt x="48" y="26"/>
                    <a:pt x="64" y="0"/>
                  </a:cubicBezTo>
                  <a:close/>
                </a:path>
              </a:pathLst>
            </a:custGeom>
            <a:solidFill>
              <a:srgbClr val="FAD0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213" name="Freeform 892">
              <a:extLst>
                <a:ext uri="{FF2B5EF4-FFF2-40B4-BE49-F238E27FC236}">
                  <a16:creationId xmlns:a16="http://schemas.microsoft.com/office/drawing/2014/main" id="{BF2B5006-7042-447D-8143-DCEDAE13CBA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9" y="1291"/>
              <a:ext cx="184" cy="172"/>
            </a:xfrm>
            <a:custGeom>
              <a:avLst/>
              <a:gdLst>
                <a:gd name="T0" fmla="*/ 162 w 119"/>
                <a:gd name="T1" fmla="*/ 0 h 111"/>
                <a:gd name="T2" fmla="*/ 0 w 119"/>
                <a:gd name="T3" fmla="*/ 62 h 111"/>
                <a:gd name="T4" fmla="*/ 441 w 119"/>
                <a:gd name="T5" fmla="*/ 101 h 111"/>
                <a:gd name="T6" fmla="*/ 162 w 119"/>
                <a:gd name="T7" fmla="*/ 0 h 1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9" h="111">
                  <a:moveTo>
                    <a:pt x="44" y="0"/>
                  </a:moveTo>
                  <a:cubicBezTo>
                    <a:pt x="0" y="17"/>
                    <a:pt x="0" y="17"/>
                    <a:pt x="0" y="17"/>
                  </a:cubicBezTo>
                  <a:cubicBezTo>
                    <a:pt x="0" y="17"/>
                    <a:pt x="119" y="111"/>
                    <a:pt x="119" y="27"/>
                  </a:cubicBezTo>
                  <a:cubicBezTo>
                    <a:pt x="119" y="27"/>
                    <a:pt x="85" y="29"/>
                    <a:pt x="44" y="0"/>
                  </a:cubicBezTo>
                  <a:close/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214" name="Freeform 893">
              <a:extLst>
                <a:ext uri="{FF2B5EF4-FFF2-40B4-BE49-F238E27FC236}">
                  <a16:creationId xmlns:a16="http://schemas.microsoft.com/office/drawing/2014/main" id="{5377EDB8-7F7C-4942-9FBB-0A90093C58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8" y="1285"/>
              <a:ext cx="162" cy="162"/>
            </a:xfrm>
            <a:custGeom>
              <a:avLst/>
              <a:gdLst>
                <a:gd name="T0" fmla="*/ 236 w 105"/>
                <a:gd name="T1" fmla="*/ 0 h 105"/>
                <a:gd name="T2" fmla="*/ 386 w 105"/>
                <a:gd name="T3" fmla="*/ 69 h 105"/>
                <a:gd name="T4" fmla="*/ 0 w 105"/>
                <a:gd name="T5" fmla="*/ 114 h 105"/>
                <a:gd name="T6" fmla="*/ 236 w 105"/>
                <a:gd name="T7" fmla="*/ 0 h 10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5" h="105">
                  <a:moveTo>
                    <a:pt x="64" y="0"/>
                  </a:moveTo>
                  <a:cubicBezTo>
                    <a:pt x="105" y="19"/>
                    <a:pt x="105" y="19"/>
                    <a:pt x="105" y="19"/>
                  </a:cubicBezTo>
                  <a:cubicBezTo>
                    <a:pt x="105" y="19"/>
                    <a:pt x="17" y="105"/>
                    <a:pt x="0" y="31"/>
                  </a:cubicBezTo>
                  <a:cubicBezTo>
                    <a:pt x="0" y="31"/>
                    <a:pt x="48" y="26"/>
                    <a:pt x="64" y="0"/>
                  </a:cubicBezTo>
                  <a:close/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215" name="Freeform 894">
              <a:extLst>
                <a:ext uri="{FF2B5EF4-FFF2-40B4-BE49-F238E27FC236}">
                  <a16:creationId xmlns:a16="http://schemas.microsoft.com/office/drawing/2014/main" id="{2B2CA851-40CC-411D-8146-23E9824215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7" y="1341"/>
              <a:ext cx="65" cy="46"/>
            </a:xfrm>
            <a:custGeom>
              <a:avLst/>
              <a:gdLst>
                <a:gd name="T0" fmla="*/ 0 w 42"/>
                <a:gd name="T1" fmla="*/ 5 h 30"/>
                <a:gd name="T2" fmla="*/ 156 w 42"/>
                <a:gd name="T3" fmla="*/ 58 h 30"/>
                <a:gd name="T4" fmla="*/ 67 w 42"/>
                <a:gd name="T5" fmla="*/ 54 h 30"/>
                <a:gd name="T6" fmla="*/ 26 w 42"/>
                <a:gd name="T7" fmla="*/ 26 h 30"/>
                <a:gd name="T8" fmla="*/ 0 w 42"/>
                <a:gd name="T9" fmla="*/ 0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30">
                  <a:moveTo>
                    <a:pt x="0" y="1"/>
                  </a:moveTo>
                  <a:cubicBezTo>
                    <a:pt x="8" y="17"/>
                    <a:pt x="26" y="30"/>
                    <a:pt x="42" y="16"/>
                  </a:cubicBezTo>
                  <a:cubicBezTo>
                    <a:pt x="35" y="20"/>
                    <a:pt x="25" y="19"/>
                    <a:pt x="18" y="15"/>
                  </a:cubicBezTo>
                  <a:cubicBezTo>
                    <a:pt x="14" y="13"/>
                    <a:pt x="10" y="10"/>
                    <a:pt x="7" y="7"/>
                  </a:cubicBezTo>
                  <a:cubicBezTo>
                    <a:pt x="5" y="5"/>
                    <a:pt x="3" y="0"/>
                    <a:pt x="0" y="0"/>
                  </a:cubicBezTo>
                </a:path>
              </a:pathLst>
            </a:custGeom>
            <a:solidFill>
              <a:srgbClr val="F1EC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216" name="Freeform 895">
              <a:extLst>
                <a:ext uri="{FF2B5EF4-FFF2-40B4-BE49-F238E27FC236}">
                  <a16:creationId xmlns:a16="http://schemas.microsoft.com/office/drawing/2014/main" id="{8E5CD2AD-E096-4D96-B085-7572603D181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0" y="1348"/>
              <a:ext cx="68" cy="39"/>
            </a:xfrm>
            <a:custGeom>
              <a:avLst/>
              <a:gdLst>
                <a:gd name="T0" fmla="*/ 158 w 44"/>
                <a:gd name="T1" fmla="*/ 0 h 25"/>
                <a:gd name="T2" fmla="*/ 0 w 44"/>
                <a:gd name="T3" fmla="*/ 56 h 25"/>
                <a:gd name="T4" fmla="*/ 96 w 44"/>
                <a:gd name="T5" fmla="*/ 61 h 25"/>
                <a:gd name="T6" fmla="*/ 144 w 44"/>
                <a:gd name="T7" fmla="*/ 12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4" h="25">
                  <a:moveTo>
                    <a:pt x="43" y="0"/>
                  </a:moveTo>
                  <a:cubicBezTo>
                    <a:pt x="44" y="24"/>
                    <a:pt x="15" y="25"/>
                    <a:pt x="0" y="15"/>
                  </a:cubicBezTo>
                  <a:cubicBezTo>
                    <a:pt x="8" y="18"/>
                    <a:pt x="18" y="20"/>
                    <a:pt x="26" y="16"/>
                  </a:cubicBezTo>
                  <a:cubicBezTo>
                    <a:pt x="32" y="13"/>
                    <a:pt x="35" y="7"/>
                    <a:pt x="39" y="3"/>
                  </a:cubicBezTo>
                </a:path>
              </a:pathLst>
            </a:custGeom>
            <a:solidFill>
              <a:srgbClr val="F1EC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217" name="Freeform 896">
              <a:extLst>
                <a:ext uri="{FF2B5EF4-FFF2-40B4-BE49-F238E27FC236}">
                  <a16:creationId xmlns:a16="http://schemas.microsoft.com/office/drawing/2014/main" id="{A6F12D11-D48D-405E-9997-2B9988B04FB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9" y="1296"/>
              <a:ext cx="56" cy="28"/>
            </a:xfrm>
            <a:custGeom>
              <a:avLst/>
              <a:gdLst>
                <a:gd name="T0" fmla="*/ 0 w 36"/>
                <a:gd name="T1" fmla="*/ 53 h 18"/>
                <a:gd name="T2" fmla="*/ 135 w 36"/>
                <a:gd name="T3" fmla="*/ 0 h 18"/>
                <a:gd name="T4" fmla="*/ 8 w 36"/>
                <a:gd name="T5" fmla="*/ 53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18">
                  <a:moveTo>
                    <a:pt x="0" y="14"/>
                  </a:moveTo>
                  <a:cubicBezTo>
                    <a:pt x="4" y="18"/>
                    <a:pt x="29" y="1"/>
                    <a:pt x="36" y="0"/>
                  </a:cubicBezTo>
                  <a:cubicBezTo>
                    <a:pt x="27" y="8"/>
                    <a:pt x="15" y="15"/>
                    <a:pt x="2" y="1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218" name="Freeform 897">
              <a:extLst>
                <a:ext uri="{FF2B5EF4-FFF2-40B4-BE49-F238E27FC236}">
                  <a16:creationId xmlns:a16="http://schemas.microsoft.com/office/drawing/2014/main" id="{0A7C4DAA-0D36-4B3D-A91B-73060FD225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8" y="1293"/>
              <a:ext cx="50" cy="25"/>
            </a:xfrm>
            <a:custGeom>
              <a:avLst/>
              <a:gdLst>
                <a:gd name="T0" fmla="*/ 5 w 32"/>
                <a:gd name="T1" fmla="*/ 0 h 16"/>
                <a:gd name="T2" fmla="*/ 31 w 32"/>
                <a:gd name="T3" fmla="*/ 14 h 16"/>
                <a:gd name="T4" fmla="*/ 66 w 32"/>
                <a:gd name="T5" fmla="*/ 31 h 16"/>
                <a:gd name="T6" fmla="*/ 122 w 32"/>
                <a:gd name="T7" fmla="*/ 61 h 16"/>
                <a:gd name="T8" fmla="*/ 53 w 32"/>
                <a:gd name="T9" fmla="*/ 47 h 16"/>
                <a:gd name="T10" fmla="*/ 8 w 32"/>
                <a:gd name="T11" fmla="*/ 13 h 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2" h="16">
                  <a:moveTo>
                    <a:pt x="1" y="0"/>
                  </a:moveTo>
                  <a:cubicBezTo>
                    <a:pt x="0" y="1"/>
                    <a:pt x="6" y="3"/>
                    <a:pt x="8" y="4"/>
                  </a:cubicBezTo>
                  <a:cubicBezTo>
                    <a:pt x="11" y="5"/>
                    <a:pt x="14" y="7"/>
                    <a:pt x="17" y="8"/>
                  </a:cubicBezTo>
                  <a:cubicBezTo>
                    <a:pt x="21" y="11"/>
                    <a:pt x="27" y="13"/>
                    <a:pt x="32" y="16"/>
                  </a:cubicBezTo>
                  <a:cubicBezTo>
                    <a:pt x="26" y="14"/>
                    <a:pt x="20" y="15"/>
                    <a:pt x="14" y="12"/>
                  </a:cubicBezTo>
                  <a:cubicBezTo>
                    <a:pt x="10" y="9"/>
                    <a:pt x="6" y="6"/>
                    <a:pt x="2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219" name="Freeform 898">
              <a:extLst>
                <a:ext uri="{FF2B5EF4-FFF2-40B4-BE49-F238E27FC236}">
                  <a16:creationId xmlns:a16="http://schemas.microsoft.com/office/drawing/2014/main" id="{3460B835-E27F-4B7D-9059-E4856DA5EA7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7" y="1299"/>
              <a:ext cx="38" cy="20"/>
            </a:xfrm>
            <a:custGeom>
              <a:avLst/>
              <a:gdLst>
                <a:gd name="T0" fmla="*/ 21 w 24"/>
                <a:gd name="T1" fmla="*/ 0 h 13"/>
                <a:gd name="T2" fmla="*/ 95 w 24"/>
                <a:gd name="T3" fmla="*/ 43 h 13"/>
                <a:gd name="T4" fmla="*/ 0 w 24"/>
                <a:gd name="T5" fmla="*/ 8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13">
                  <a:moveTo>
                    <a:pt x="5" y="0"/>
                  </a:moveTo>
                  <a:cubicBezTo>
                    <a:pt x="8" y="2"/>
                    <a:pt x="18" y="10"/>
                    <a:pt x="24" y="12"/>
                  </a:cubicBezTo>
                  <a:cubicBezTo>
                    <a:pt x="16" y="13"/>
                    <a:pt x="6" y="4"/>
                    <a:pt x="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220" name="Freeform 899">
              <a:extLst>
                <a:ext uri="{FF2B5EF4-FFF2-40B4-BE49-F238E27FC236}">
                  <a16:creationId xmlns:a16="http://schemas.microsoft.com/office/drawing/2014/main" id="{862515AD-C0E7-47BB-903B-21D97FACF9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7" y="1294"/>
              <a:ext cx="24" cy="20"/>
            </a:xfrm>
            <a:custGeom>
              <a:avLst/>
              <a:gdLst>
                <a:gd name="T0" fmla="*/ 48 w 16"/>
                <a:gd name="T1" fmla="*/ 0 h 13"/>
                <a:gd name="T2" fmla="*/ 0 w 16"/>
                <a:gd name="T3" fmla="*/ 48 h 13"/>
                <a:gd name="T4" fmla="*/ 54 w 16"/>
                <a:gd name="T5" fmla="*/ 14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3">
                  <a:moveTo>
                    <a:pt x="14" y="0"/>
                  </a:moveTo>
                  <a:cubicBezTo>
                    <a:pt x="10" y="6"/>
                    <a:pt x="4" y="9"/>
                    <a:pt x="0" y="13"/>
                  </a:cubicBezTo>
                  <a:cubicBezTo>
                    <a:pt x="6" y="11"/>
                    <a:pt x="11" y="7"/>
                    <a:pt x="16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221" name="Freeform 900">
              <a:extLst>
                <a:ext uri="{FF2B5EF4-FFF2-40B4-BE49-F238E27FC236}">
                  <a16:creationId xmlns:a16="http://schemas.microsoft.com/office/drawing/2014/main" id="{504BAF05-BE57-4934-B933-1777E8E6415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9" y="1358"/>
              <a:ext cx="25" cy="14"/>
            </a:xfrm>
            <a:custGeom>
              <a:avLst/>
              <a:gdLst>
                <a:gd name="T0" fmla="*/ 0 w 16"/>
                <a:gd name="T1" fmla="*/ 0 h 9"/>
                <a:gd name="T2" fmla="*/ 61 w 16"/>
                <a:gd name="T3" fmla="*/ 34 h 9"/>
                <a:gd name="T4" fmla="*/ 5 w 16"/>
                <a:gd name="T5" fmla="*/ 5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9">
                  <a:moveTo>
                    <a:pt x="0" y="0"/>
                  </a:moveTo>
                  <a:cubicBezTo>
                    <a:pt x="5" y="5"/>
                    <a:pt x="9" y="8"/>
                    <a:pt x="16" y="9"/>
                  </a:cubicBezTo>
                  <a:cubicBezTo>
                    <a:pt x="11" y="8"/>
                    <a:pt x="5" y="5"/>
                    <a:pt x="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222" name="Freeform 901">
              <a:extLst>
                <a:ext uri="{FF2B5EF4-FFF2-40B4-BE49-F238E27FC236}">
                  <a16:creationId xmlns:a16="http://schemas.microsoft.com/office/drawing/2014/main" id="{C353A1AC-5C1F-45BF-8D1E-F2B1D202A1A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6" y="1365"/>
              <a:ext cx="21" cy="16"/>
            </a:xfrm>
            <a:custGeom>
              <a:avLst/>
              <a:gdLst>
                <a:gd name="T0" fmla="*/ 48 w 14"/>
                <a:gd name="T1" fmla="*/ 0 h 10"/>
                <a:gd name="T2" fmla="*/ 0 w 14"/>
                <a:gd name="T3" fmla="*/ 42 h 10"/>
                <a:gd name="T4" fmla="*/ 45 w 14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0">
                  <a:moveTo>
                    <a:pt x="14" y="0"/>
                  </a:moveTo>
                  <a:cubicBezTo>
                    <a:pt x="9" y="3"/>
                    <a:pt x="7" y="8"/>
                    <a:pt x="0" y="10"/>
                  </a:cubicBezTo>
                  <a:cubicBezTo>
                    <a:pt x="6" y="10"/>
                    <a:pt x="11" y="6"/>
                    <a:pt x="1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223" name="Freeform 902">
              <a:extLst>
                <a:ext uri="{FF2B5EF4-FFF2-40B4-BE49-F238E27FC236}">
                  <a16:creationId xmlns:a16="http://schemas.microsoft.com/office/drawing/2014/main" id="{1C884A7D-8CCC-46D8-91BD-39A65FE0F8A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9" y="1790"/>
              <a:ext cx="116" cy="754"/>
            </a:xfrm>
            <a:custGeom>
              <a:avLst/>
              <a:gdLst>
                <a:gd name="T0" fmla="*/ 130 w 75"/>
                <a:gd name="T1" fmla="*/ 0 h 488"/>
                <a:gd name="T2" fmla="*/ 150 w 75"/>
                <a:gd name="T3" fmla="*/ 451 h 488"/>
                <a:gd name="T4" fmla="*/ 108 w 75"/>
                <a:gd name="T5" fmla="*/ 936 h 488"/>
                <a:gd name="T6" fmla="*/ 76 w 75"/>
                <a:gd name="T7" fmla="*/ 1800 h 488"/>
                <a:gd name="T8" fmla="*/ 258 w 75"/>
                <a:gd name="T9" fmla="*/ 785 h 488"/>
                <a:gd name="T10" fmla="*/ 144 w 75"/>
                <a:gd name="T11" fmla="*/ 14 h 48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5" h="488">
                  <a:moveTo>
                    <a:pt x="35" y="0"/>
                  </a:moveTo>
                  <a:cubicBezTo>
                    <a:pt x="34" y="41"/>
                    <a:pt x="41" y="82"/>
                    <a:pt x="41" y="122"/>
                  </a:cubicBezTo>
                  <a:cubicBezTo>
                    <a:pt x="41" y="168"/>
                    <a:pt x="36" y="209"/>
                    <a:pt x="29" y="254"/>
                  </a:cubicBezTo>
                  <a:cubicBezTo>
                    <a:pt x="19" y="326"/>
                    <a:pt x="0" y="416"/>
                    <a:pt x="21" y="488"/>
                  </a:cubicBezTo>
                  <a:cubicBezTo>
                    <a:pt x="37" y="401"/>
                    <a:pt x="75" y="304"/>
                    <a:pt x="70" y="213"/>
                  </a:cubicBezTo>
                  <a:cubicBezTo>
                    <a:pt x="65" y="143"/>
                    <a:pt x="37" y="76"/>
                    <a:pt x="39" y="4"/>
                  </a:cubicBezTo>
                </a:path>
              </a:pathLst>
            </a:custGeom>
            <a:solidFill>
              <a:srgbClr val="F7F2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224" name="Freeform 903">
              <a:extLst>
                <a:ext uri="{FF2B5EF4-FFF2-40B4-BE49-F238E27FC236}">
                  <a16:creationId xmlns:a16="http://schemas.microsoft.com/office/drawing/2014/main" id="{73D4A2E2-4034-4BEC-8694-4EB6B93B05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5" y="2368"/>
              <a:ext cx="228" cy="526"/>
            </a:xfrm>
            <a:custGeom>
              <a:avLst/>
              <a:gdLst>
                <a:gd name="T0" fmla="*/ 87 w 147"/>
                <a:gd name="T1" fmla="*/ 0 h 341"/>
                <a:gd name="T2" fmla="*/ 14 w 147"/>
                <a:gd name="T3" fmla="*/ 284 h 341"/>
                <a:gd name="T4" fmla="*/ 19 w 147"/>
                <a:gd name="T5" fmla="*/ 654 h 341"/>
                <a:gd name="T6" fmla="*/ 549 w 147"/>
                <a:gd name="T7" fmla="*/ 1251 h 341"/>
                <a:gd name="T8" fmla="*/ 171 w 147"/>
                <a:gd name="T9" fmla="*/ 737 h 341"/>
                <a:gd name="T10" fmla="*/ 70 w 147"/>
                <a:gd name="T11" fmla="*/ 45 h 34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7" h="341">
                  <a:moveTo>
                    <a:pt x="23" y="0"/>
                  </a:moveTo>
                  <a:cubicBezTo>
                    <a:pt x="23" y="26"/>
                    <a:pt x="6" y="51"/>
                    <a:pt x="4" y="77"/>
                  </a:cubicBezTo>
                  <a:cubicBezTo>
                    <a:pt x="1" y="109"/>
                    <a:pt x="0" y="146"/>
                    <a:pt x="5" y="178"/>
                  </a:cubicBezTo>
                  <a:cubicBezTo>
                    <a:pt x="15" y="252"/>
                    <a:pt x="75" y="319"/>
                    <a:pt x="147" y="341"/>
                  </a:cubicBezTo>
                  <a:cubicBezTo>
                    <a:pt x="95" y="314"/>
                    <a:pt x="64" y="253"/>
                    <a:pt x="46" y="201"/>
                  </a:cubicBezTo>
                  <a:cubicBezTo>
                    <a:pt x="26" y="141"/>
                    <a:pt x="38" y="73"/>
                    <a:pt x="19" y="12"/>
                  </a:cubicBezTo>
                </a:path>
              </a:pathLst>
            </a:custGeom>
            <a:solidFill>
              <a:srgbClr val="F7F2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225" name="Freeform 904">
              <a:extLst>
                <a:ext uri="{FF2B5EF4-FFF2-40B4-BE49-F238E27FC236}">
                  <a16:creationId xmlns:a16="http://schemas.microsoft.com/office/drawing/2014/main" id="{072117D8-2CEB-4D4F-9A53-DF167182588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1" y="2551"/>
              <a:ext cx="193" cy="252"/>
            </a:xfrm>
            <a:custGeom>
              <a:avLst/>
              <a:gdLst>
                <a:gd name="T0" fmla="*/ 8 w 124"/>
                <a:gd name="T1" fmla="*/ 0 h 163"/>
                <a:gd name="T2" fmla="*/ 123 w 124"/>
                <a:gd name="T3" fmla="*/ 366 h 163"/>
                <a:gd name="T4" fmla="*/ 467 w 124"/>
                <a:gd name="T5" fmla="*/ 603 h 163"/>
                <a:gd name="T6" fmla="*/ 182 w 124"/>
                <a:gd name="T7" fmla="*/ 314 h 163"/>
                <a:gd name="T8" fmla="*/ 79 w 124"/>
                <a:gd name="T9" fmla="*/ 135 h 163"/>
                <a:gd name="T10" fmla="*/ 0 w 124"/>
                <a:gd name="T11" fmla="*/ 19 h 16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4" h="163">
                  <a:moveTo>
                    <a:pt x="2" y="0"/>
                  </a:moveTo>
                  <a:cubicBezTo>
                    <a:pt x="8" y="33"/>
                    <a:pt x="16" y="69"/>
                    <a:pt x="33" y="99"/>
                  </a:cubicBezTo>
                  <a:cubicBezTo>
                    <a:pt x="54" y="136"/>
                    <a:pt x="85" y="151"/>
                    <a:pt x="124" y="163"/>
                  </a:cubicBezTo>
                  <a:cubicBezTo>
                    <a:pt x="96" y="154"/>
                    <a:pt x="65" y="110"/>
                    <a:pt x="48" y="85"/>
                  </a:cubicBezTo>
                  <a:cubicBezTo>
                    <a:pt x="38" y="70"/>
                    <a:pt x="29" y="53"/>
                    <a:pt x="21" y="36"/>
                  </a:cubicBezTo>
                  <a:cubicBezTo>
                    <a:pt x="15" y="25"/>
                    <a:pt x="5" y="16"/>
                    <a:pt x="0" y="5"/>
                  </a:cubicBezTo>
                </a:path>
              </a:pathLst>
            </a:custGeom>
            <a:solidFill>
              <a:srgbClr val="F7F2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226" name="Freeform 905">
              <a:extLst>
                <a:ext uri="{FF2B5EF4-FFF2-40B4-BE49-F238E27FC236}">
                  <a16:creationId xmlns:a16="http://schemas.microsoft.com/office/drawing/2014/main" id="{5D8A07A0-0DE2-4708-A828-2A9D27C85E3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6" y="2351"/>
              <a:ext cx="76" cy="540"/>
            </a:xfrm>
            <a:custGeom>
              <a:avLst/>
              <a:gdLst>
                <a:gd name="T0" fmla="*/ 183 w 49"/>
                <a:gd name="T1" fmla="*/ 1231 h 350"/>
                <a:gd name="T2" fmla="*/ 109 w 49"/>
                <a:gd name="T3" fmla="*/ 588 h 350"/>
                <a:gd name="T4" fmla="*/ 74 w 49"/>
                <a:gd name="T5" fmla="*/ 293 h 350"/>
                <a:gd name="T6" fmla="*/ 62 w 49"/>
                <a:gd name="T7" fmla="*/ 133 h 350"/>
                <a:gd name="T8" fmla="*/ 48 w 49"/>
                <a:gd name="T9" fmla="*/ 0 h 350"/>
                <a:gd name="T10" fmla="*/ 53 w 49"/>
                <a:gd name="T11" fmla="*/ 560 h 350"/>
                <a:gd name="T12" fmla="*/ 87 w 49"/>
                <a:gd name="T13" fmla="*/ 921 h 350"/>
                <a:gd name="T14" fmla="*/ 0 w 49"/>
                <a:gd name="T15" fmla="*/ 1285 h 350"/>
                <a:gd name="T16" fmla="*/ 183 w 49"/>
                <a:gd name="T17" fmla="*/ 1245 h 35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9" h="350">
                  <a:moveTo>
                    <a:pt x="49" y="335"/>
                  </a:moveTo>
                  <a:cubicBezTo>
                    <a:pt x="30" y="280"/>
                    <a:pt x="35" y="217"/>
                    <a:pt x="29" y="160"/>
                  </a:cubicBezTo>
                  <a:cubicBezTo>
                    <a:pt x="26" y="133"/>
                    <a:pt x="22" y="107"/>
                    <a:pt x="20" y="80"/>
                  </a:cubicBezTo>
                  <a:cubicBezTo>
                    <a:pt x="19" y="65"/>
                    <a:pt x="18" y="50"/>
                    <a:pt x="17" y="36"/>
                  </a:cubicBezTo>
                  <a:cubicBezTo>
                    <a:pt x="16" y="26"/>
                    <a:pt x="17" y="9"/>
                    <a:pt x="13" y="0"/>
                  </a:cubicBezTo>
                  <a:cubicBezTo>
                    <a:pt x="18" y="50"/>
                    <a:pt x="12" y="101"/>
                    <a:pt x="14" y="152"/>
                  </a:cubicBezTo>
                  <a:cubicBezTo>
                    <a:pt x="15" y="185"/>
                    <a:pt x="21" y="218"/>
                    <a:pt x="23" y="251"/>
                  </a:cubicBezTo>
                  <a:cubicBezTo>
                    <a:pt x="26" y="284"/>
                    <a:pt x="40" y="337"/>
                    <a:pt x="0" y="350"/>
                  </a:cubicBezTo>
                  <a:cubicBezTo>
                    <a:pt x="18" y="348"/>
                    <a:pt x="33" y="342"/>
                    <a:pt x="49" y="339"/>
                  </a:cubicBezTo>
                </a:path>
              </a:pathLst>
            </a:custGeom>
            <a:solidFill>
              <a:srgbClr val="FAD0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227" name="Freeform 906">
              <a:extLst>
                <a:ext uri="{FF2B5EF4-FFF2-40B4-BE49-F238E27FC236}">
                  <a16:creationId xmlns:a16="http://schemas.microsoft.com/office/drawing/2014/main" id="{975CAFC6-66D2-4B70-B4EF-EE75960012C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3" y="1775"/>
              <a:ext cx="387" cy="89"/>
            </a:xfrm>
            <a:custGeom>
              <a:avLst/>
              <a:gdLst>
                <a:gd name="T0" fmla="*/ 0 w 250"/>
                <a:gd name="T1" fmla="*/ 61 h 58"/>
                <a:gd name="T2" fmla="*/ 927 w 250"/>
                <a:gd name="T3" fmla="*/ 0 h 58"/>
                <a:gd name="T4" fmla="*/ 927 w 250"/>
                <a:gd name="T5" fmla="*/ 83 h 58"/>
                <a:gd name="T6" fmla="*/ 0 w 250"/>
                <a:gd name="T7" fmla="*/ 61 h 5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0" h="58">
                  <a:moveTo>
                    <a:pt x="0" y="17"/>
                  </a:moveTo>
                  <a:cubicBezTo>
                    <a:pt x="0" y="17"/>
                    <a:pt x="151" y="52"/>
                    <a:pt x="250" y="0"/>
                  </a:cubicBezTo>
                  <a:cubicBezTo>
                    <a:pt x="250" y="23"/>
                    <a:pt x="250" y="23"/>
                    <a:pt x="250" y="23"/>
                  </a:cubicBezTo>
                  <a:cubicBezTo>
                    <a:pt x="250" y="23"/>
                    <a:pt x="55" y="58"/>
                    <a:pt x="0" y="17"/>
                  </a:cubicBezTo>
                  <a:close/>
                </a:path>
              </a:pathLst>
            </a:custGeom>
            <a:solidFill>
              <a:srgbClr val="FAD0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228" name="Freeform 907">
              <a:extLst>
                <a:ext uri="{FF2B5EF4-FFF2-40B4-BE49-F238E27FC236}">
                  <a16:creationId xmlns:a16="http://schemas.microsoft.com/office/drawing/2014/main" id="{7745396B-9DC8-4DA0-AD36-55B27388F1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3" y="3834"/>
              <a:ext cx="263" cy="201"/>
            </a:xfrm>
            <a:custGeom>
              <a:avLst/>
              <a:gdLst>
                <a:gd name="T0" fmla="*/ 224 w 170"/>
                <a:gd name="T1" fmla="*/ 148 h 130"/>
                <a:gd name="T2" fmla="*/ 340 w 170"/>
                <a:gd name="T3" fmla="*/ 277 h 130"/>
                <a:gd name="T4" fmla="*/ 563 w 170"/>
                <a:gd name="T5" fmla="*/ 29 h 130"/>
                <a:gd name="T6" fmla="*/ 582 w 170"/>
                <a:gd name="T7" fmla="*/ 12 h 130"/>
                <a:gd name="T8" fmla="*/ 608 w 170"/>
                <a:gd name="T9" fmla="*/ 150 h 130"/>
                <a:gd name="T10" fmla="*/ 446 w 170"/>
                <a:gd name="T11" fmla="*/ 473 h 130"/>
                <a:gd name="T12" fmla="*/ 110 w 170"/>
                <a:gd name="T13" fmla="*/ 289 h 130"/>
                <a:gd name="T14" fmla="*/ 224 w 170"/>
                <a:gd name="T15" fmla="*/ 148 h 13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70" h="130">
                  <a:moveTo>
                    <a:pt x="61" y="40"/>
                  </a:moveTo>
                  <a:cubicBezTo>
                    <a:pt x="61" y="40"/>
                    <a:pt x="55" y="69"/>
                    <a:pt x="92" y="75"/>
                  </a:cubicBezTo>
                  <a:cubicBezTo>
                    <a:pt x="129" y="81"/>
                    <a:pt x="145" y="49"/>
                    <a:pt x="152" y="8"/>
                  </a:cubicBezTo>
                  <a:cubicBezTo>
                    <a:pt x="152" y="8"/>
                    <a:pt x="155" y="0"/>
                    <a:pt x="157" y="3"/>
                  </a:cubicBezTo>
                  <a:cubicBezTo>
                    <a:pt x="157" y="3"/>
                    <a:pt x="165" y="19"/>
                    <a:pt x="164" y="41"/>
                  </a:cubicBezTo>
                  <a:cubicBezTo>
                    <a:pt x="163" y="63"/>
                    <a:pt x="170" y="130"/>
                    <a:pt x="120" y="128"/>
                  </a:cubicBezTo>
                  <a:cubicBezTo>
                    <a:pt x="70" y="127"/>
                    <a:pt x="0" y="124"/>
                    <a:pt x="30" y="78"/>
                  </a:cubicBezTo>
                  <a:cubicBezTo>
                    <a:pt x="44" y="57"/>
                    <a:pt x="61" y="40"/>
                    <a:pt x="61" y="40"/>
                  </a:cubicBezTo>
                  <a:close/>
                </a:path>
              </a:pathLst>
            </a:custGeom>
            <a:solidFill>
              <a:srgbClr val="FAD0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229" name="Freeform 908">
              <a:extLst>
                <a:ext uri="{FF2B5EF4-FFF2-40B4-BE49-F238E27FC236}">
                  <a16:creationId xmlns:a16="http://schemas.microsoft.com/office/drawing/2014/main" id="{7183D135-E2E4-445D-8648-E943203945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0" y="3836"/>
              <a:ext cx="138" cy="72"/>
            </a:xfrm>
            <a:custGeom>
              <a:avLst/>
              <a:gdLst>
                <a:gd name="T0" fmla="*/ 332 w 89"/>
                <a:gd name="T1" fmla="*/ 97 h 47"/>
                <a:gd name="T2" fmla="*/ 34 w 89"/>
                <a:gd name="T3" fmla="*/ 72 h 47"/>
                <a:gd name="T4" fmla="*/ 0 w 89"/>
                <a:gd name="T5" fmla="*/ 129 h 47"/>
                <a:gd name="T6" fmla="*/ 318 w 89"/>
                <a:gd name="T7" fmla="*/ 169 h 47"/>
                <a:gd name="T8" fmla="*/ 332 w 89"/>
                <a:gd name="T9" fmla="*/ 97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9" h="47">
                  <a:moveTo>
                    <a:pt x="89" y="27"/>
                  </a:moveTo>
                  <a:cubicBezTo>
                    <a:pt x="89" y="27"/>
                    <a:pt x="42" y="0"/>
                    <a:pt x="9" y="20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36"/>
                    <a:pt x="50" y="21"/>
                    <a:pt x="85" y="47"/>
                  </a:cubicBezTo>
                  <a:lnTo>
                    <a:pt x="89" y="27"/>
                  </a:lnTo>
                  <a:close/>
                </a:path>
              </a:pathLst>
            </a:custGeom>
            <a:solidFill>
              <a:srgbClr val="FAD0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230" name="Freeform 909">
              <a:extLst>
                <a:ext uri="{FF2B5EF4-FFF2-40B4-BE49-F238E27FC236}">
                  <a16:creationId xmlns:a16="http://schemas.microsoft.com/office/drawing/2014/main" id="{EDAD02D7-C5A0-46B5-8A8F-FACD7E55A86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5" y="3871"/>
              <a:ext cx="26" cy="36"/>
            </a:xfrm>
            <a:custGeom>
              <a:avLst/>
              <a:gdLst>
                <a:gd name="T0" fmla="*/ 12 w 17"/>
                <a:gd name="T1" fmla="*/ 83 h 23"/>
                <a:gd name="T2" fmla="*/ 43 w 17"/>
                <a:gd name="T3" fmla="*/ 49 h 23"/>
                <a:gd name="T4" fmla="*/ 61 w 17"/>
                <a:gd name="T5" fmla="*/ 8 h 23"/>
                <a:gd name="T6" fmla="*/ 14 w 17"/>
                <a:gd name="T7" fmla="*/ 27 h 23"/>
                <a:gd name="T8" fmla="*/ 12 w 17"/>
                <a:gd name="T9" fmla="*/ 88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23">
                  <a:moveTo>
                    <a:pt x="3" y="22"/>
                  </a:moveTo>
                  <a:cubicBezTo>
                    <a:pt x="6" y="20"/>
                    <a:pt x="10" y="16"/>
                    <a:pt x="12" y="13"/>
                  </a:cubicBezTo>
                  <a:cubicBezTo>
                    <a:pt x="14" y="10"/>
                    <a:pt x="16" y="5"/>
                    <a:pt x="17" y="2"/>
                  </a:cubicBezTo>
                  <a:cubicBezTo>
                    <a:pt x="11" y="0"/>
                    <a:pt x="7" y="1"/>
                    <a:pt x="4" y="7"/>
                  </a:cubicBezTo>
                  <a:cubicBezTo>
                    <a:pt x="2" y="11"/>
                    <a:pt x="0" y="20"/>
                    <a:pt x="3" y="23"/>
                  </a:cubicBezTo>
                </a:path>
              </a:pathLst>
            </a:custGeom>
            <a:solidFill>
              <a:srgbClr val="F4A4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231" name="Freeform 910">
              <a:extLst>
                <a:ext uri="{FF2B5EF4-FFF2-40B4-BE49-F238E27FC236}">
                  <a16:creationId xmlns:a16="http://schemas.microsoft.com/office/drawing/2014/main" id="{34D23647-752D-4C6F-9FE0-79E52D9E27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4" y="3972"/>
              <a:ext cx="172" cy="52"/>
            </a:xfrm>
            <a:custGeom>
              <a:avLst/>
              <a:gdLst>
                <a:gd name="T0" fmla="*/ 386 w 111"/>
                <a:gd name="T1" fmla="*/ 14 h 34"/>
                <a:gd name="T2" fmla="*/ 359 w 111"/>
                <a:gd name="T3" fmla="*/ 5 h 34"/>
                <a:gd name="T4" fmla="*/ 319 w 111"/>
                <a:gd name="T5" fmla="*/ 12 h 34"/>
                <a:gd name="T6" fmla="*/ 245 w 111"/>
                <a:gd name="T7" fmla="*/ 35 h 34"/>
                <a:gd name="T8" fmla="*/ 74 w 111"/>
                <a:gd name="T9" fmla="*/ 28 h 34"/>
                <a:gd name="T10" fmla="*/ 22 w 111"/>
                <a:gd name="T11" fmla="*/ 12 h 34"/>
                <a:gd name="T12" fmla="*/ 8 w 111"/>
                <a:gd name="T13" fmla="*/ 54 h 34"/>
                <a:gd name="T14" fmla="*/ 82 w 111"/>
                <a:gd name="T15" fmla="*/ 93 h 34"/>
                <a:gd name="T16" fmla="*/ 135 w 111"/>
                <a:gd name="T17" fmla="*/ 101 h 34"/>
                <a:gd name="T18" fmla="*/ 195 w 111"/>
                <a:gd name="T19" fmla="*/ 107 h 34"/>
                <a:gd name="T20" fmla="*/ 310 w 111"/>
                <a:gd name="T21" fmla="*/ 110 h 34"/>
                <a:gd name="T22" fmla="*/ 380 w 111"/>
                <a:gd name="T23" fmla="*/ 107 h 34"/>
                <a:gd name="T24" fmla="*/ 386 w 111"/>
                <a:gd name="T25" fmla="*/ 18 h 3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11" h="34">
                  <a:moveTo>
                    <a:pt x="104" y="4"/>
                  </a:moveTo>
                  <a:cubicBezTo>
                    <a:pt x="102" y="4"/>
                    <a:pt x="100" y="2"/>
                    <a:pt x="97" y="1"/>
                  </a:cubicBezTo>
                  <a:cubicBezTo>
                    <a:pt x="93" y="0"/>
                    <a:pt x="89" y="1"/>
                    <a:pt x="86" y="3"/>
                  </a:cubicBezTo>
                  <a:cubicBezTo>
                    <a:pt x="79" y="6"/>
                    <a:pt x="73" y="9"/>
                    <a:pt x="66" y="10"/>
                  </a:cubicBezTo>
                  <a:cubicBezTo>
                    <a:pt x="51" y="12"/>
                    <a:pt x="35" y="14"/>
                    <a:pt x="20" y="8"/>
                  </a:cubicBezTo>
                  <a:cubicBezTo>
                    <a:pt x="17" y="6"/>
                    <a:pt x="10" y="2"/>
                    <a:pt x="6" y="3"/>
                  </a:cubicBezTo>
                  <a:cubicBezTo>
                    <a:pt x="0" y="4"/>
                    <a:pt x="0" y="11"/>
                    <a:pt x="2" y="15"/>
                  </a:cubicBezTo>
                  <a:cubicBezTo>
                    <a:pt x="6" y="23"/>
                    <a:pt x="13" y="25"/>
                    <a:pt x="22" y="26"/>
                  </a:cubicBezTo>
                  <a:cubicBezTo>
                    <a:pt x="26" y="27"/>
                    <a:pt x="31" y="27"/>
                    <a:pt x="36" y="28"/>
                  </a:cubicBezTo>
                  <a:cubicBezTo>
                    <a:pt x="42" y="30"/>
                    <a:pt x="46" y="29"/>
                    <a:pt x="52" y="30"/>
                  </a:cubicBezTo>
                  <a:cubicBezTo>
                    <a:pt x="62" y="30"/>
                    <a:pt x="72" y="31"/>
                    <a:pt x="83" y="31"/>
                  </a:cubicBezTo>
                  <a:cubicBezTo>
                    <a:pt x="88" y="31"/>
                    <a:pt x="98" y="34"/>
                    <a:pt x="102" y="30"/>
                  </a:cubicBezTo>
                  <a:cubicBezTo>
                    <a:pt x="110" y="24"/>
                    <a:pt x="111" y="12"/>
                    <a:pt x="104" y="5"/>
                  </a:cubicBezTo>
                </a:path>
              </a:pathLst>
            </a:custGeom>
            <a:solidFill>
              <a:srgbClr val="F7D6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232" name="Freeform 911">
              <a:extLst>
                <a:ext uri="{FF2B5EF4-FFF2-40B4-BE49-F238E27FC236}">
                  <a16:creationId xmlns:a16="http://schemas.microsoft.com/office/drawing/2014/main" id="{C996435F-EAE8-4603-B1ED-5E26E5739A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9" y="3868"/>
              <a:ext cx="113" cy="39"/>
            </a:xfrm>
            <a:custGeom>
              <a:avLst/>
              <a:gdLst>
                <a:gd name="T0" fmla="*/ 0 w 73"/>
                <a:gd name="T1" fmla="*/ 39 h 25"/>
                <a:gd name="T2" fmla="*/ 271 w 73"/>
                <a:gd name="T3" fmla="*/ 95 h 25"/>
                <a:gd name="T4" fmla="*/ 0 w 73"/>
                <a:gd name="T5" fmla="*/ 39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3" h="25">
                  <a:moveTo>
                    <a:pt x="0" y="10"/>
                  </a:moveTo>
                  <a:cubicBezTo>
                    <a:pt x="0" y="10"/>
                    <a:pt x="50" y="3"/>
                    <a:pt x="73" y="25"/>
                  </a:cubicBezTo>
                  <a:cubicBezTo>
                    <a:pt x="73" y="25"/>
                    <a:pt x="58" y="0"/>
                    <a:pt x="0" y="10"/>
                  </a:cubicBezTo>
                  <a:close/>
                </a:path>
              </a:pathLst>
            </a:custGeom>
            <a:solidFill>
              <a:srgbClr val="F7D6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233" name="Freeform 912">
              <a:extLst>
                <a:ext uri="{FF2B5EF4-FFF2-40B4-BE49-F238E27FC236}">
                  <a16:creationId xmlns:a16="http://schemas.microsoft.com/office/drawing/2014/main" id="{77ED5A2C-DBF3-447A-8917-4F3F521BDF9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8" y="3913"/>
              <a:ext cx="133" cy="51"/>
            </a:xfrm>
            <a:custGeom>
              <a:avLst/>
              <a:gdLst>
                <a:gd name="T0" fmla="*/ 19 w 86"/>
                <a:gd name="T1" fmla="*/ 0 h 33"/>
                <a:gd name="T2" fmla="*/ 136 w 86"/>
                <a:gd name="T3" fmla="*/ 100 h 33"/>
                <a:gd name="T4" fmla="*/ 319 w 86"/>
                <a:gd name="T5" fmla="*/ 12 h 33"/>
                <a:gd name="T6" fmla="*/ 136 w 86"/>
                <a:gd name="T7" fmla="*/ 108 h 33"/>
                <a:gd name="T8" fmla="*/ 14 w 86"/>
                <a:gd name="T9" fmla="*/ 0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6" h="33">
                  <a:moveTo>
                    <a:pt x="5" y="0"/>
                  </a:moveTo>
                  <a:cubicBezTo>
                    <a:pt x="5" y="0"/>
                    <a:pt x="8" y="23"/>
                    <a:pt x="37" y="27"/>
                  </a:cubicBezTo>
                  <a:cubicBezTo>
                    <a:pt x="67" y="30"/>
                    <a:pt x="86" y="3"/>
                    <a:pt x="86" y="3"/>
                  </a:cubicBezTo>
                  <a:cubicBezTo>
                    <a:pt x="86" y="3"/>
                    <a:pt x="73" y="33"/>
                    <a:pt x="37" y="29"/>
                  </a:cubicBezTo>
                  <a:cubicBezTo>
                    <a:pt x="0" y="25"/>
                    <a:pt x="4" y="0"/>
                    <a:pt x="4" y="0"/>
                  </a:cubicBezTo>
                </a:path>
              </a:pathLst>
            </a:custGeom>
            <a:solidFill>
              <a:srgbClr val="F7D6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234" name="Freeform 913">
              <a:extLst>
                <a:ext uri="{FF2B5EF4-FFF2-40B4-BE49-F238E27FC236}">
                  <a16:creationId xmlns:a16="http://schemas.microsoft.com/office/drawing/2014/main" id="{D85BDFC8-446E-462D-9221-B0E0D544011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1" y="3834"/>
              <a:ext cx="265" cy="201"/>
            </a:xfrm>
            <a:custGeom>
              <a:avLst/>
              <a:gdLst>
                <a:gd name="T0" fmla="*/ 615 w 171"/>
                <a:gd name="T1" fmla="*/ 150 h 130"/>
                <a:gd name="T2" fmla="*/ 589 w 171"/>
                <a:gd name="T3" fmla="*/ 12 h 130"/>
                <a:gd name="T4" fmla="*/ 569 w 171"/>
                <a:gd name="T5" fmla="*/ 29 h 130"/>
                <a:gd name="T6" fmla="*/ 555 w 171"/>
                <a:gd name="T7" fmla="*/ 96 h 130"/>
                <a:gd name="T8" fmla="*/ 271 w 171"/>
                <a:gd name="T9" fmla="*/ 76 h 130"/>
                <a:gd name="T10" fmla="*/ 237 w 171"/>
                <a:gd name="T11" fmla="*/ 136 h 130"/>
                <a:gd name="T12" fmla="*/ 533 w 171"/>
                <a:gd name="T13" fmla="*/ 167 h 130"/>
                <a:gd name="T14" fmla="*/ 346 w 171"/>
                <a:gd name="T15" fmla="*/ 277 h 130"/>
                <a:gd name="T16" fmla="*/ 231 w 171"/>
                <a:gd name="T17" fmla="*/ 148 h 130"/>
                <a:gd name="T18" fmla="*/ 115 w 171"/>
                <a:gd name="T19" fmla="*/ 289 h 130"/>
                <a:gd name="T20" fmla="*/ 451 w 171"/>
                <a:gd name="T21" fmla="*/ 473 h 130"/>
                <a:gd name="T22" fmla="*/ 615 w 171"/>
                <a:gd name="T23" fmla="*/ 150 h 13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71" h="130">
                  <a:moveTo>
                    <a:pt x="165" y="41"/>
                  </a:moveTo>
                  <a:cubicBezTo>
                    <a:pt x="165" y="19"/>
                    <a:pt x="158" y="3"/>
                    <a:pt x="158" y="3"/>
                  </a:cubicBezTo>
                  <a:cubicBezTo>
                    <a:pt x="156" y="0"/>
                    <a:pt x="153" y="8"/>
                    <a:pt x="153" y="8"/>
                  </a:cubicBezTo>
                  <a:cubicBezTo>
                    <a:pt x="152" y="14"/>
                    <a:pt x="151" y="21"/>
                    <a:pt x="149" y="26"/>
                  </a:cubicBezTo>
                  <a:cubicBezTo>
                    <a:pt x="138" y="21"/>
                    <a:pt x="100" y="4"/>
                    <a:pt x="73" y="21"/>
                  </a:cubicBezTo>
                  <a:cubicBezTo>
                    <a:pt x="64" y="37"/>
                    <a:pt x="64" y="37"/>
                    <a:pt x="64" y="37"/>
                  </a:cubicBezTo>
                  <a:cubicBezTo>
                    <a:pt x="64" y="37"/>
                    <a:pt x="109" y="23"/>
                    <a:pt x="143" y="45"/>
                  </a:cubicBezTo>
                  <a:cubicBezTo>
                    <a:pt x="133" y="66"/>
                    <a:pt x="118" y="79"/>
                    <a:pt x="93" y="75"/>
                  </a:cubicBezTo>
                  <a:cubicBezTo>
                    <a:pt x="56" y="69"/>
                    <a:pt x="62" y="40"/>
                    <a:pt x="62" y="40"/>
                  </a:cubicBezTo>
                  <a:cubicBezTo>
                    <a:pt x="62" y="40"/>
                    <a:pt x="45" y="57"/>
                    <a:pt x="31" y="78"/>
                  </a:cubicBezTo>
                  <a:cubicBezTo>
                    <a:pt x="0" y="124"/>
                    <a:pt x="71" y="127"/>
                    <a:pt x="121" y="128"/>
                  </a:cubicBezTo>
                  <a:cubicBezTo>
                    <a:pt x="171" y="130"/>
                    <a:pt x="164" y="63"/>
                    <a:pt x="165" y="41"/>
                  </a:cubicBezTo>
                  <a:close/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235" name="Freeform 914">
              <a:extLst>
                <a:ext uri="{FF2B5EF4-FFF2-40B4-BE49-F238E27FC236}">
                  <a16:creationId xmlns:a16="http://schemas.microsoft.com/office/drawing/2014/main" id="{EDEECB69-86C9-459C-B3AF-BC7AF8DB58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3" y="3871"/>
              <a:ext cx="28" cy="34"/>
            </a:xfrm>
            <a:custGeom>
              <a:avLst/>
              <a:gdLst>
                <a:gd name="T0" fmla="*/ 68 w 18"/>
                <a:gd name="T1" fmla="*/ 8 h 22"/>
                <a:gd name="T2" fmla="*/ 19 w 18"/>
                <a:gd name="T3" fmla="*/ 26 h 22"/>
                <a:gd name="T4" fmla="*/ 14 w 18"/>
                <a:gd name="T5" fmla="*/ 82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22">
                  <a:moveTo>
                    <a:pt x="18" y="2"/>
                  </a:moveTo>
                  <a:cubicBezTo>
                    <a:pt x="12" y="0"/>
                    <a:pt x="8" y="1"/>
                    <a:pt x="5" y="7"/>
                  </a:cubicBezTo>
                  <a:cubicBezTo>
                    <a:pt x="3" y="11"/>
                    <a:pt x="0" y="19"/>
                    <a:pt x="4" y="22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236" name="Freeform 915">
              <a:extLst>
                <a:ext uri="{FF2B5EF4-FFF2-40B4-BE49-F238E27FC236}">
                  <a16:creationId xmlns:a16="http://schemas.microsoft.com/office/drawing/2014/main" id="{858340B4-9173-401C-865F-F088C29AE67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1" y="3874"/>
              <a:ext cx="14" cy="16"/>
            </a:xfrm>
            <a:custGeom>
              <a:avLst/>
              <a:gdLst>
                <a:gd name="T0" fmla="*/ 34 w 9"/>
                <a:gd name="T1" fmla="*/ 8 h 10"/>
                <a:gd name="T2" fmla="*/ 14 w 9"/>
                <a:gd name="T3" fmla="*/ 13 h 10"/>
                <a:gd name="T4" fmla="*/ 5 w 9"/>
                <a:gd name="T5" fmla="*/ 42 h 10"/>
                <a:gd name="T6" fmla="*/ 8 w 9"/>
                <a:gd name="T7" fmla="*/ 34 h 10"/>
                <a:gd name="T8" fmla="*/ 19 w 9"/>
                <a:gd name="T9" fmla="*/ 21 h 10"/>
                <a:gd name="T10" fmla="*/ 30 w 9"/>
                <a:gd name="T11" fmla="*/ 8 h 1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" h="10">
                  <a:moveTo>
                    <a:pt x="9" y="2"/>
                  </a:moveTo>
                  <a:cubicBezTo>
                    <a:pt x="7" y="0"/>
                    <a:pt x="5" y="1"/>
                    <a:pt x="4" y="3"/>
                  </a:cubicBezTo>
                  <a:cubicBezTo>
                    <a:pt x="2" y="4"/>
                    <a:pt x="0" y="8"/>
                    <a:pt x="1" y="10"/>
                  </a:cubicBezTo>
                  <a:cubicBezTo>
                    <a:pt x="2" y="9"/>
                    <a:pt x="2" y="8"/>
                    <a:pt x="2" y="8"/>
                  </a:cubicBezTo>
                  <a:cubicBezTo>
                    <a:pt x="3" y="6"/>
                    <a:pt x="4" y="6"/>
                    <a:pt x="5" y="5"/>
                  </a:cubicBezTo>
                  <a:cubicBezTo>
                    <a:pt x="6" y="4"/>
                    <a:pt x="7" y="3"/>
                    <a:pt x="8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237" name="Freeform 916">
              <a:extLst>
                <a:ext uri="{FF2B5EF4-FFF2-40B4-BE49-F238E27FC236}">
                  <a16:creationId xmlns:a16="http://schemas.microsoft.com/office/drawing/2014/main" id="{CBCCB94A-8D45-4DCD-8BAA-D3976AD73BE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9" y="3924"/>
              <a:ext cx="94" cy="59"/>
            </a:xfrm>
            <a:custGeom>
              <a:avLst/>
              <a:gdLst>
                <a:gd name="T0" fmla="*/ 0 w 61"/>
                <a:gd name="T1" fmla="*/ 0 h 38"/>
                <a:gd name="T2" fmla="*/ 223 w 61"/>
                <a:gd name="T3" fmla="*/ 48 h 38"/>
                <a:gd name="T4" fmla="*/ 0 w 61"/>
                <a:gd name="T5" fmla="*/ 0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1" h="38">
                  <a:moveTo>
                    <a:pt x="0" y="0"/>
                  </a:moveTo>
                  <a:cubicBezTo>
                    <a:pt x="0" y="0"/>
                    <a:pt x="17" y="34"/>
                    <a:pt x="61" y="13"/>
                  </a:cubicBezTo>
                  <a:cubicBezTo>
                    <a:pt x="61" y="13"/>
                    <a:pt x="20" y="38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238" name="Freeform 917">
              <a:extLst>
                <a:ext uri="{FF2B5EF4-FFF2-40B4-BE49-F238E27FC236}">
                  <a16:creationId xmlns:a16="http://schemas.microsoft.com/office/drawing/2014/main" id="{1D069295-8045-4D16-8561-3E3488D34D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4" y="3871"/>
              <a:ext cx="109" cy="27"/>
            </a:xfrm>
            <a:custGeom>
              <a:avLst/>
              <a:gdLst>
                <a:gd name="T0" fmla="*/ 0 w 70"/>
                <a:gd name="T1" fmla="*/ 27 h 17"/>
                <a:gd name="T2" fmla="*/ 265 w 70"/>
                <a:gd name="T3" fmla="*/ 68 h 17"/>
                <a:gd name="T4" fmla="*/ 0 w 70"/>
                <a:gd name="T5" fmla="*/ 27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0" h="17">
                  <a:moveTo>
                    <a:pt x="0" y="7"/>
                  </a:moveTo>
                  <a:cubicBezTo>
                    <a:pt x="0" y="7"/>
                    <a:pt x="49" y="2"/>
                    <a:pt x="70" y="17"/>
                  </a:cubicBezTo>
                  <a:cubicBezTo>
                    <a:pt x="70" y="17"/>
                    <a:pt x="52" y="0"/>
                    <a:pt x="0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239" name="Freeform 918">
              <a:extLst>
                <a:ext uri="{FF2B5EF4-FFF2-40B4-BE49-F238E27FC236}">
                  <a16:creationId xmlns:a16="http://schemas.microsoft.com/office/drawing/2014/main" id="{7F07665C-D119-4281-9967-4B8480FF705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7" y="3885"/>
              <a:ext cx="27" cy="116"/>
            </a:xfrm>
            <a:custGeom>
              <a:avLst/>
              <a:gdLst>
                <a:gd name="T0" fmla="*/ 60 w 17"/>
                <a:gd name="T1" fmla="*/ 8 h 75"/>
                <a:gd name="T2" fmla="*/ 68 w 17"/>
                <a:gd name="T3" fmla="*/ 74 h 75"/>
                <a:gd name="T4" fmla="*/ 64 w 17"/>
                <a:gd name="T5" fmla="*/ 136 h 75"/>
                <a:gd name="T6" fmla="*/ 52 w 17"/>
                <a:gd name="T7" fmla="*/ 209 h 75"/>
                <a:gd name="T8" fmla="*/ 35 w 17"/>
                <a:gd name="T9" fmla="*/ 251 h 75"/>
                <a:gd name="T10" fmla="*/ 27 w 17"/>
                <a:gd name="T11" fmla="*/ 277 h 75"/>
                <a:gd name="T12" fmla="*/ 21 w 17"/>
                <a:gd name="T13" fmla="*/ 156 h 75"/>
                <a:gd name="T14" fmla="*/ 21 w 17"/>
                <a:gd name="T15" fmla="*/ 82 h 75"/>
                <a:gd name="T16" fmla="*/ 40 w 17"/>
                <a:gd name="T17" fmla="*/ 34 h 75"/>
                <a:gd name="T18" fmla="*/ 60 w 17"/>
                <a:gd name="T19" fmla="*/ 0 h 7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7" h="75">
                  <a:moveTo>
                    <a:pt x="15" y="2"/>
                  </a:moveTo>
                  <a:cubicBezTo>
                    <a:pt x="17" y="8"/>
                    <a:pt x="17" y="15"/>
                    <a:pt x="17" y="20"/>
                  </a:cubicBezTo>
                  <a:cubicBezTo>
                    <a:pt x="17" y="26"/>
                    <a:pt x="17" y="32"/>
                    <a:pt x="16" y="37"/>
                  </a:cubicBezTo>
                  <a:cubicBezTo>
                    <a:pt x="16" y="44"/>
                    <a:pt x="14" y="50"/>
                    <a:pt x="13" y="56"/>
                  </a:cubicBezTo>
                  <a:cubicBezTo>
                    <a:pt x="12" y="60"/>
                    <a:pt x="11" y="64"/>
                    <a:pt x="9" y="68"/>
                  </a:cubicBezTo>
                  <a:cubicBezTo>
                    <a:pt x="8" y="70"/>
                    <a:pt x="8" y="73"/>
                    <a:pt x="7" y="75"/>
                  </a:cubicBezTo>
                  <a:cubicBezTo>
                    <a:pt x="7" y="64"/>
                    <a:pt x="0" y="52"/>
                    <a:pt x="5" y="42"/>
                  </a:cubicBezTo>
                  <a:cubicBezTo>
                    <a:pt x="8" y="36"/>
                    <a:pt x="4" y="29"/>
                    <a:pt x="5" y="22"/>
                  </a:cubicBezTo>
                  <a:cubicBezTo>
                    <a:pt x="5" y="18"/>
                    <a:pt x="7" y="13"/>
                    <a:pt x="10" y="9"/>
                  </a:cubicBezTo>
                  <a:cubicBezTo>
                    <a:pt x="12" y="6"/>
                    <a:pt x="14" y="4"/>
                    <a:pt x="15" y="0"/>
                  </a:cubicBezTo>
                </a:path>
              </a:pathLst>
            </a:custGeom>
            <a:solidFill>
              <a:srgbClr val="F7AF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240" name="Freeform 919">
              <a:extLst>
                <a:ext uri="{FF2B5EF4-FFF2-40B4-BE49-F238E27FC236}">
                  <a16:creationId xmlns:a16="http://schemas.microsoft.com/office/drawing/2014/main" id="{DDB6353B-5721-4AB1-A391-398CE7E43F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9" y="3834"/>
              <a:ext cx="263" cy="201"/>
            </a:xfrm>
            <a:custGeom>
              <a:avLst/>
              <a:gdLst>
                <a:gd name="T0" fmla="*/ 399 w 170"/>
                <a:gd name="T1" fmla="*/ 148 h 130"/>
                <a:gd name="T2" fmla="*/ 289 w 170"/>
                <a:gd name="T3" fmla="*/ 277 h 130"/>
                <a:gd name="T4" fmla="*/ 62 w 170"/>
                <a:gd name="T5" fmla="*/ 29 h 130"/>
                <a:gd name="T6" fmla="*/ 48 w 170"/>
                <a:gd name="T7" fmla="*/ 12 h 130"/>
                <a:gd name="T8" fmla="*/ 19 w 170"/>
                <a:gd name="T9" fmla="*/ 150 h 130"/>
                <a:gd name="T10" fmla="*/ 184 w 170"/>
                <a:gd name="T11" fmla="*/ 473 h 130"/>
                <a:gd name="T12" fmla="*/ 515 w 170"/>
                <a:gd name="T13" fmla="*/ 289 h 130"/>
                <a:gd name="T14" fmla="*/ 399 w 170"/>
                <a:gd name="T15" fmla="*/ 148 h 13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70" h="130">
                  <a:moveTo>
                    <a:pt x="108" y="40"/>
                  </a:moveTo>
                  <a:cubicBezTo>
                    <a:pt x="108" y="40"/>
                    <a:pt x="115" y="69"/>
                    <a:pt x="78" y="75"/>
                  </a:cubicBezTo>
                  <a:cubicBezTo>
                    <a:pt x="40" y="81"/>
                    <a:pt x="24" y="49"/>
                    <a:pt x="17" y="8"/>
                  </a:cubicBezTo>
                  <a:cubicBezTo>
                    <a:pt x="17" y="8"/>
                    <a:pt x="15" y="0"/>
                    <a:pt x="13" y="3"/>
                  </a:cubicBezTo>
                  <a:cubicBezTo>
                    <a:pt x="13" y="3"/>
                    <a:pt x="5" y="19"/>
                    <a:pt x="5" y="41"/>
                  </a:cubicBezTo>
                  <a:cubicBezTo>
                    <a:pt x="6" y="63"/>
                    <a:pt x="0" y="130"/>
                    <a:pt x="50" y="128"/>
                  </a:cubicBezTo>
                  <a:cubicBezTo>
                    <a:pt x="100" y="127"/>
                    <a:pt x="170" y="124"/>
                    <a:pt x="139" y="78"/>
                  </a:cubicBezTo>
                  <a:cubicBezTo>
                    <a:pt x="125" y="57"/>
                    <a:pt x="108" y="40"/>
                    <a:pt x="108" y="40"/>
                  </a:cubicBezTo>
                  <a:close/>
                </a:path>
              </a:pathLst>
            </a:custGeom>
            <a:solidFill>
              <a:srgbClr val="FAD0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241" name="Freeform 920">
              <a:extLst>
                <a:ext uri="{FF2B5EF4-FFF2-40B4-BE49-F238E27FC236}">
                  <a16:creationId xmlns:a16="http://schemas.microsoft.com/office/drawing/2014/main" id="{D63BAE8C-6BD4-49D1-AD41-3140DCFE8E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7" y="3836"/>
              <a:ext cx="136" cy="72"/>
            </a:xfrm>
            <a:custGeom>
              <a:avLst/>
              <a:gdLst>
                <a:gd name="T0" fmla="*/ 0 w 88"/>
                <a:gd name="T1" fmla="*/ 97 h 47"/>
                <a:gd name="T2" fmla="*/ 292 w 88"/>
                <a:gd name="T3" fmla="*/ 72 h 47"/>
                <a:gd name="T4" fmla="*/ 325 w 88"/>
                <a:gd name="T5" fmla="*/ 129 h 47"/>
                <a:gd name="T6" fmla="*/ 14 w 88"/>
                <a:gd name="T7" fmla="*/ 169 h 47"/>
                <a:gd name="T8" fmla="*/ 0 w 88"/>
                <a:gd name="T9" fmla="*/ 97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8" h="47">
                  <a:moveTo>
                    <a:pt x="0" y="27"/>
                  </a:moveTo>
                  <a:cubicBezTo>
                    <a:pt x="0" y="27"/>
                    <a:pt x="47" y="0"/>
                    <a:pt x="79" y="20"/>
                  </a:cubicBezTo>
                  <a:cubicBezTo>
                    <a:pt x="88" y="36"/>
                    <a:pt x="88" y="36"/>
                    <a:pt x="88" y="36"/>
                  </a:cubicBezTo>
                  <a:cubicBezTo>
                    <a:pt x="88" y="36"/>
                    <a:pt x="38" y="21"/>
                    <a:pt x="4" y="47"/>
                  </a:cubicBezTo>
                  <a:lnTo>
                    <a:pt x="0" y="27"/>
                  </a:lnTo>
                  <a:close/>
                </a:path>
              </a:pathLst>
            </a:custGeom>
            <a:solidFill>
              <a:srgbClr val="FAD0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242" name="Freeform 921">
              <a:extLst>
                <a:ext uri="{FF2B5EF4-FFF2-40B4-BE49-F238E27FC236}">
                  <a16:creationId xmlns:a16="http://schemas.microsoft.com/office/drawing/2014/main" id="{D2533976-9ED2-4F1B-9B8F-26E2CEC27E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4" y="3871"/>
              <a:ext cx="25" cy="36"/>
            </a:xfrm>
            <a:custGeom>
              <a:avLst/>
              <a:gdLst>
                <a:gd name="T0" fmla="*/ 48 w 16"/>
                <a:gd name="T1" fmla="*/ 83 h 23"/>
                <a:gd name="T2" fmla="*/ 14 w 16"/>
                <a:gd name="T3" fmla="*/ 49 h 23"/>
                <a:gd name="T4" fmla="*/ 0 w 16"/>
                <a:gd name="T5" fmla="*/ 8 h 23"/>
                <a:gd name="T6" fmla="*/ 48 w 16"/>
                <a:gd name="T7" fmla="*/ 27 h 23"/>
                <a:gd name="T8" fmla="*/ 48 w 16"/>
                <a:gd name="T9" fmla="*/ 88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23">
                  <a:moveTo>
                    <a:pt x="13" y="22"/>
                  </a:moveTo>
                  <a:cubicBezTo>
                    <a:pt x="10" y="20"/>
                    <a:pt x="6" y="16"/>
                    <a:pt x="4" y="13"/>
                  </a:cubicBezTo>
                  <a:cubicBezTo>
                    <a:pt x="3" y="10"/>
                    <a:pt x="0" y="5"/>
                    <a:pt x="0" y="2"/>
                  </a:cubicBezTo>
                  <a:cubicBezTo>
                    <a:pt x="6" y="0"/>
                    <a:pt x="10" y="1"/>
                    <a:pt x="13" y="7"/>
                  </a:cubicBezTo>
                  <a:cubicBezTo>
                    <a:pt x="14" y="11"/>
                    <a:pt x="16" y="20"/>
                    <a:pt x="13" y="23"/>
                  </a:cubicBezTo>
                </a:path>
              </a:pathLst>
            </a:custGeom>
            <a:solidFill>
              <a:srgbClr val="F4A4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243" name="Freeform 922">
              <a:extLst>
                <a:ext uri="{FF2B5EF4-FFF2-40B4-BE49-F238E27FC236}">
                  <a16:creationId xmlns:a16="http://schemas.microsoft.com/office/drawing/2014/main" id="{6A6BF157-B5F5-4C55-ACC1-72945D1EC2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9" y="3972"/>
              <a:ext cx="171" cy="52"/>
            </a:xfrm>
            <a:custGeom>
              <a:avLst/>
              <a:gdLst>
                <a:gd name="T0" fmla="*/ 22 w 110"/>
                <a:gd name="T1" fmla="*/ 14 h 34"/>
                <a:gd name="T2" fmla="*/ 48 w 110"/>
                <a:gd name="T3" fmla="*/ 5 h 34"/>
                <a:gd name="T4" fmla="*/ 95 w 110"/>
                <a:gd name="T5" fmla="*/ 12 h 34"/>
                <a:gd name="T6" fmla="*/ 169 w 110"/>
                <a:gd name="T7" fmla="*/ 35 h 34"/>
                <a:gd name="T8" fmla="*/ 339 w 110"/>
                <a:gd name="T9" fmla="*/ 28 h 34"/>
                <a:gd name="T10" fmla="*/ 392 w 110"/>
                <a:gd name="T11" fmla="*/ 12 h 34"/>
                <a:gd name="T12" fmla="*/ 406 w 110"/>
                <a:gd name="T13" fmla="*/ 54 h 34"/>
                <a:gd name="T14" fmla="*/ 334 w 110"/>
                <a:gd name="T15" fmla="*/ 93 h 34"/>
                <a:gd name="T16" fmla="*/ 278 w 110"/>
                <a:gd name="T17" fmla="*/ 101 h 34"/>
                <a:gd name="T18" fmla="*/ 218 w 110"/>
                <a:gd name="T19" fmla="*/ 107 h 34"/>
                <a:gd name="T20" fmla="*/ 106 w 110"/>
                <a:gd name="T21" fmla="*/ 110 h 34"/>
                <a:gd name="T22" fmla="*/ 30 w 110"/>
                <a:gd name="T23" fmla="*/ 107 h 34"/>
                <a:gd name="T24" fmla="*/ 22 w 110"/>
                <a:gd name="T25" fmla="*/ 18 h 3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10" h="34">
                  <a:moveTo>
                    <a:pt x="6" y="4"/>
                  </a:moveTo>
                  <a:cubicBezTo>
                    <a:pt x="8" y="4"/>
                    <a:pt x="10" y="2"/>
                    <a:pt x="13" y="1"/>
                  </a:cubicBezTo>
                  <a:cubicBezTo>
                    <a:pt x="17" y="0"/>
                    <a:pt x="21" y="1"/>
                    <a:pt x="25" y="3"/>
                  </a:cubicBezTo>
                  <a:cubicBezTo>
                    <a:pt x="32" y="6"/>
                    <a:pt x="37" y="9"/>
                    <a:pt x="45" y="10"/>
                  </a:cubicBezTo>
                  <a:cubicBezTo>
                    <a:pt x="60" y="12"/>
                    <a:pt x="76" y="14"/>
                    <a:pt x="90" y="8"/>
                  </a:cubicBezTo>
                  <a:cubicBezTo>
                    <a:pt x="94" y="6"/>
                    <a:pt x="100" y="2"/>
                    <a:pt x="104" y="3"/>
                  </a:cubicBezTo>
                  <a:cubicBezTo>
                    <a:pt x="110" y="4"/>
                    <a:pt x="110" y="11"/>
                    <a:pt x="108" y="15"/>
                  </a:cubicBezTo>
                  <a:cubicBezTo>
                    <a:pt x="105" y="23"/>
                    <a:pt x="97" y="25"/>
                    <a:pt x="89" y="26"/>
                  </a:cubicBezTo>
                  <a:cubicBezTo>
                    <a:pt x="84" y="27"/>
                    <a:pt x="79" y="27"/>
                    <a:pt x="74" y="28"/>
                  </a:cubicBezTo>
                  <a:cubicBezTo>
                    <a:pt x="69" y="30"/>
                    <a:pt x="64" y="29"/>
                    <a:pt x="58" y="30"/>
                  </a:cubicBezTo>
                  <a:cubicBezTo>
                    <a:pt x="48" y="30"/>
                    <a:pt x="38" y="31"/>
                    <a:pt x="28" y="31"/>
                  </a:cubicBezTo>
                  <a:cubicBezTo>
                    <a:pt x="22" y="31"/>
                    <a:pt x="13" y="34"/>
                    <a:pt x="8" y="30"/>
                  </a:cubicBezTo>
                  <a:cubicBezTo>
                    <a:pt x="1" y="24"/>
                    <a:pt x="0" y="12"/>
                    <a:pt x="6" y="5"/>
                  </a:cubicBezTo>
                </a:path>
              </a:pathLst>
            </a:custGeom>
            <a:solidFill>
              <a:srgbClr val="F7D6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244" name="Freeform 923">
              <a:extLst>
                <a:ext uri="{FF2B5EF4-FFF2-40B4-BE49-F238E27FC236}">
                  <a16:creationId xmlns:a16="http://schemas.microsoft.com/office/drawing/2014/main" id="{2942D8CB-632B-4C3A-9F2F-F0BD223F19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3" y="3868"/>
              <a:ext cx="112" cy="39"/>
            </a:xfrm>
            <a:custGeom>
              <a:avLst/>
              <a:gdLst>
                <a:gd name="T0" fmla="*/ 271 w 72"/>
                <a:gd name="T1" fmla="*/ 39 h 25"/>
                <a:gd name="T2" fmla="*/ 0 w 72"/>
                <a:gd name="T3" fmla="*/ 95 h 25"/>
                <a:gd name="T4" fmla="*/ 271 w 72"/>
                <a:gd name="T5" fmla="*/ 39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2" h="25">
                  <a:moveTo>
                    <a:pt x="72" y="10"/>
                  </a:moveTo>
                  <a:cubicBezTo>
                    <a:pt x="72" y="10"/>
                    <a:pt x="22" y="3"/>
                    <a:pt x="0" y="25"/>
                  </a:cubicBezTo>
                  <a:cubicBezTo>
                    <a:pt x="0" y="25"/>
                    <a:pt x="15" y="0"/>
                    <a:pt x="72" y="10"/>
                  </a:cubicBezTo>
                  <a:close/>
                </a:path>
              </a:pathLst>
            </a:custGeom>
            <a:solidFill>
              <a:srgbClr val="F7D6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245" name="Freeform 924">
              <a:extLst>
                <a:ext uri="{FF2B5EF4-FFF2-40B4-BE49-F238E27FC236}">
                  <a16:creationId xmlns:a16="http://schemas.microsoft.com/office/drawing/2014/main" id="{19CD3AE7-F406-4740-A55A-21E936E75C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2" y="3913"/>
              <a:ext cx="134" cy="51"/>
            </a:xfrm>
            <a:custGeom>
              <a:avLst/>
              <a:gdLst>
                <a:gd name="T0" fmla="*/ 305 w 86"/>
                <a:gd name="T1" fmla="*/ 0 h 33"/>
                <a:gd name="T2" fmla="*/ 184 w 86"/>
                <a:gd name="T3" fmla="*/ 100 h 33"/>
                <a:gd name="T4" fmla="*/ 0 w 86"/>
                <a:gd name="T5" fmla="*/ 12 h 33"/>
                <a:gd name="T6" fmla="*/ 190 w 86"/>
                <a:gd name="T7" fmla="*/ 108 h 33"/>
                <a:gd name="T8" fmla="*/ 310 w 86"/>
                <a:gd name="T9" fmla="*/ 0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6" h="33">
                  <a:moveTo>
                    <a:pt x="81" y="0"/>
                  </a:moveTo>
                  <a:cubicBezTo>
                    <a:pt x="81" y="0"/>
                    <a:pt x="79" y="23"/>
                    <a:pt x="49" y="27"/>
                  </a:cubicBezTo>
                  <a:cubicBezTo>
                    <a:pt x="19" y="30"/>
                    <a:pt x="0" y="3"/>
                    <a:pt x="0" y="3"/>
                  </a:cubicBezTo>
                  <a:cubicBezTo>
                    <a:pt x="0" y="3"/>
                    <a:pt x="14" y="33"/>
                    <a:pt x="50" y="29"/>
                  </a:cubicBezTo>
                  <a:cubicBezTo>
                    <a:pt x="86" y="25"/>
                    <a:pt x="82" y="0"/>
                    <a:pt x="82" y="0"/>
                  </a:cubicBezTo>
                </a:path>
              </a:pathLst>
            </a:custGeom>
            <a:solidFill>
              <a:srgbClr val="F7D6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246" name="Freeform 925">
              <a:extLst>
                <a:ext uri="{FF2B5EF4-FFF2-40B4-BE49-F238E27FC236}">
                  <a16:creationId xmlns:a16="http://schemas.microsoft.com/office/drawing/2014/main" id="{E2CA24FB-2F2E-4E27-887F-FBCAD553C8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9" y="3834"/>
              <a:ext cx="263" cy="201"/>
            </a:xfrm>
            <a:custGeom>
              <a:avLst/>
              <a:gdLst>
                <a:gd name="T0" fmla="*/ 22 w 170"/>
                <a:gd name="T1" fmla="*/ 150 h 130"/>
                <a:gd name="T2" fmla="*/ 48 w 170"/>
                <a:gd name="T3" fmla="*/ 12 h 130"/>
                <a:gd name="T4" fmla="*/ 62 w 170"/>
                <a:gd name="T5" fmla="*/ 29 h 130"/>
                <a:gd name="T6" fmla="*/ 77 w 170"/>
                <a:gd name="T7" fmla="*/ 96 h 130"/>
                <a:gd name="T8" fmla="*/ 359 w 170"/>
                <a:gd name="T9" fmla="*/ 76 h 130"/>
                <a:gd name="T10" fmla="*/ 398 w 170"/>
                <a:gd name="T11" fmla="*/ 136 h 130"/>
                <a:gd name="T12" fmla="*/ 104 w 170"/>
                <a:gd name="T13" fmla="*/ 167 h 130"/>
                <a:gd name="T14" fmla="*/ 289 w 170"/>
                <a:gd name="T15" fmla="*/ 277 h 130"/>
                <a:gd name="T16" fmla="*/ 399 w 170"/>
                <a:gd name="T17" fmla="*/ 148 h 130"/>
                <a:gd name="T18" fmla="*/ 520 w 170"/>
                <a:gd name="T19" fmla="*/ 289 h 130"/>
                <a:gd name="T20" fmla="*/ 184 w 170"/>
                <a:gd name="T21" fmla="*/ 473 h 130"/>
                <a:gd name="T22" fmla="*/ 22 w 170"/>
                <a:gd name="T23" fmla="*/ 150 h 13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70" h="130">
                  <a:moveTo>
                    <a:pt x="6" y="41"/>
                  </a:moveTo>
                  <a:cubicBezTo>
                    <a:pt x="5" y="19"/>
                    <a:pt x="13" y="3"/>
                    <a:pt x="13" y="3"/>
                  </a:cubicBezTo>
                  <a:cubicBezTo>
                    <a:pt x="15" y="0"/>
                    <a:pt x="17" y="8"/>
                    <a:pt x="17" y="8"/>
                  </a:cubicBezTo>
                  <a:cubicBezTo>
                    <a:pt x="18" y="14"/>
                    <a:pt x="20" y="21"/>
                    <a:pt x="21" y="26"/>
                  </a:cubicBezTo>
                  <a:cubicBezTo>
                    <a:pt x="33" y="21"/>
                    <a:pt x="70" y="4"/>
                    <a:pt x="97" y="21"/>
                  </a:cubicBezTo>
                  <a:cubicBezTo>
                    <a:pt x="107" y="37"/>
                    <a:pt x="107" y="37"/>
                    <a:pt x="107" y="37"/>
                  </a:cubicBezTo>
                  <a:cubicBezTo>
                    <a:pt x="107" y="37"/>
                    <a:pt x="62" y="23"/>
                    <a:pt x="28" y="45"/>
                  </a:cubicBezTo>
                  <a:cubicBezTo>
                    <a:pt x="37" y="66"/>
                    <a:pt x="53" y="79"/>
                    <a:pt x="78" y="75"/>
                  </a:cubicBezTo>
                  <a:cubicBezTo>
                    <a:pt x="115" y="69"/>
                    <a:pt x="108" y="40"/>
                    <a:pt x="108" y="40"/>
                  </a:cubicBezTo>
                  <a:cubicBezTo>
                    <a:pt x="108" y="40"/>
                    <a:pt x="126" y="57"/>
                    <a:pt x="140" y="78"/>
                  </a:cubicBezTo>
                  <a:cubicBezTo>
                    <a:pt x="170" y="124"/>
                    <a:pt x="100" y="127"/>
                    <a:pt x="50" y="128"/>
                  </a:cubicBezTo>
                  <a:cubicBezTo>
                    <a:pt x="0" y="130"/>
                    <a:pt x="6" y="63"/>
                    <a:pt x="6" y="41"/>
                  </a:cubicBezTo>
                  <a:close/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247" name="Freeform 926">
              <a:extLst>
                <a:ext uri="{FF2B5EF4-FFF2-40B4-BE49-F238E27FC236}">
                  <a16:creationId xmlns:a16="http://schemas.microsoft.com/office/drawing/2014/main" id="{3986F24B-607A-4148-9713-6CDA4E5E37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4" y="3871"/>
              <a:ext cx="26" cy="34"/>
            </a:xfrm>
            <a:custGeom>
              <a:avLst/>
              <a:gdLst>
                <a:gd name="T0" fmla="*/ 0 w 17"/>
                <a:gd name="T1" fmla="*/ 8 h 22"/>
                <a:gd name="T2" fmla="*/ 47 w 17"/>
                <a:gd name="T3" fmla="*/ 26 h 22"/>
                <a:gd name="T4" fmla="*/ 49 w 17"/>
                <a:gd name="T5" fmla="*/ 82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2">
                  <a:moveTo>
                    <a:pt x="0" y="2"/>
                  </a:moveTo>
                  <a:cubicBezTo>
                    <a:pt x="6" y="0"/>
                    <a:pt x="10" y="1"/>
                    <a:pt x="13" y="7"/>
                  </a:cubicBezTo>
                  <a:cubicBezTo>
                    <a:pt x="14" y="11"/>
                    <a:pt x="17" y="19"/>
                    <a:pt x="14" y="22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248" name="Freeform 927">
              <a:extLst>
                <a:ext uri="{FF2B5EF4-FFF2-40B4-BE49-F238E27FC236}">
                  <a16:creationId xmlns:a16="http://schemas.microsoft.com/office/drawing/2014/main" id="{3DA4B21B-A31C-4177-A7AA-F320EB51CA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0" y="3874"/>
              <a:ext cx="14" cy="16"/>
            </a:xfrm>
            <a:custGeom>
              <a:avLst/>
              <a:gdLst>
                <a:gd name="T0" fmla="*/ 0 w 9"/>
                <a:gd name="T1" fmla="*/ 8 h 10"/>
                <a:gd name="T2" fmla="*/ 19 w 9"/>
                <a:gd name="T3" fmla="*/ 13 h 10"/>
                <a:gd name="T4" fmla="*/ 26 w 9"/>
                <a:gd name="T5" fmla="*/ 42 h 10"/>
                <a:gd name="T6" fmla="*/ 22 w 9"/>
                <a:gd name="T7" fmla="*/ 34 h 10"/>
                <a:gd name="T8" fmla="*/ 12 w 9"/>
                <a:gd name="T9" fmla="*/ 21 h 10"/>
                <a:gd name="T10" fmla="*/ 0 w 9"/>
                <a:gd name="T11" fmla="*/ 8 h 1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" h="10">
                  <a:moveTo>
                    <a:pt x="0" y="2"/>
                  </a:moveTo>
                  <a:cubicBezTo>
                    <a:pt x="2" y="0"/>
                    <a:pt x="3" y="1"/>
                    <a:pt x="5" y="3"/>
                  </a:cubicBezTo>
                  <a:cubicBezTo>
                    <a:pt x="6" y="4"/>
                    <a:pt x="9" y="8"/>
                    <a:pt x="7" y="10"/>
                  </a:cubicBezTo>
                  <a:cubicBezTo>
                    <a:pt x="7" y="9"/>
                    <a:pt x="6" y="8"/>
                    <a:pt x="6" y="8"/>
                  </a:cubicBezTo>
                  <a:cubicBezTo>
                    <a:pt x="5" y="6"/>
                    <a:pt x="5" y="6"/>
                    <a:pt x="3" y="5"/>
                  </a:cubicBezTo>
                  <a:cubicBezTo>
                    <a:pt x="2" y="4"/>
                    <a:pt x="1" y="3"/>
                    <a:pt x="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249" name="Freeform 928">
              <a:extLst>
                <a:ext uri="{FF2B5EF4-FFF2-40B4-BE49-F238E27FC236}">
                  <a16:creationId xmlns:a16="http://schemas.microsoft.com/office/drawing/2014/main" id="{901FC526-CDE4-40F3-B4AD-145CFF2649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0" y="3924"/>
              <a:ext cx="96" cy="59"/>
            </a:xfrm>
            <a:custGeom>
              <a:avLst/>
              <a:gdLst>
                <a:gd name="T0" fmla="*/ 231 w 62"/>
                <a:gd name="T1" fmla="*/ 0 h 38"/>
                <a:gd name="T2" fmla="*/ 0 w 62"/>
                <a:gd name="T3" fmla="*/ 48 h 38"/>
                <a:gd name="T4" fmla="*/ 231 w 62"/>
                <a:gd name="T5" fmla="*/ 0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2" h="38">
                  <a:moveTo>
                    <a:pt x="62" y="0"/>
                  </a:moveTo>
                  <a:cubicBezTo>
                    <a:pt x="62" y="0"/>
                    <a:pt x="45" y="34"/>
                    <a:pt x="0" y="13"/>
                  </a:cubicBezTo>
                  <a:cubicBezTo>
                    <a:pt x="0" y="13"/>
                    <a:pt x="41" y="38"/>
                    <a:pt x="6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250" name="Freeform 929">
              <a:extLst>
                <a:ext uri="{FF2B5EF4-FFF2-40B4-BE49-F238E27FC236}">
                  <a16:creationId xmlns:a16="http://schemas.microsoft.com/office/drawing/2014/main" id="{31E75661-0664-4181-91A0-E1F251E8C4A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1" y="3871"/>
              <a:ext cx="108" cy="27"/>
            </a:xfrm>
            <a:custGeom>
              <a:avLst/>
              <a:gdLst>
                <a:gd name="T0" fmla="*/ 258 w 70"/>
                <a:gd name="T1" fmla="*/ 27 h 17"/>
                <a:gd name="T2" fmla="*/ 0 w 70"/>
                <a:gd name="T3" fmla="*/ 68 h 17"/>
                <a:gd name="T4" fmla="*/ 258 w 70"/>
                <a:gd name="T5" fmla="*/ 27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0" h="17">
                  <a:moveTo>
                    <a:pt x="70" y="7"/>
                  </a:moveTo>
                  <a:cubicBezTo>
                    <a:pt x="70" y="7"/>
                    <a:pt x="22" y="2"/>
                    <a:pt x="0" y="17"/>
                  </a:cubicBezTo>
                  <a:cubicBezTo>
                    <a:pt x="0" y="17"/>
                    <a:pt x="18" y="0"/>
                    <a:pt x="70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251" name="Freeform 930">
              <a:extLst>
                <a:ext uri="{FF2B5EF4-FFF2-40B4-BE49-F238E27FC236}">
                  <a16:creationId xmlns:a16="http://schemas.microsoft.com/office/drawing/2014/main" id="{3F2DD0C7-1B77-4D50-920D-2536E3C5BF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0" y="3885"/>
              <a:ext cx="26" cy="116"/>
            </a:xfrm>
            <a:custGeom>
              <a:avLst/>
              <a:gdLst>
                <a:gd name="T0" fmla="*/ 8 w 17"/>
                <a:gd name="T1" fmla="*/ 8 h 75"/>
                <a:gd name="T2" fmla="*/ 5 w 17"/>
                <a:gd name="T3" fmla="*/ 74 h 75"/>
                <a:gd name="T4" fmla="*/ 5 w 17"/>
                <a:gd name="T5" fmla="*/ 136 h 75"/>
                <a:gd name="T6" fmla="*/ 14 w 17"/>
                <a:gd name="T7" fmla="*/ 209 h 75"/>
                <a:gd name="T8" fmla="*/ 28 w 17"/>
                <a:gd name="T9" fmla="*/ 251 h 75"/>
                <a:gd name="T10" fmla="*/ 40 w 17"/>
                <a:gd name="T11" fmla="*/ 277 h 75"/>
                <a:gd name="T12" fmla="*/ 43 w 17"/>
                <a:gd name="T13" fmla="*/ 156 h 75"/>
                <a:gd name="T14" fmla="*/ 43 w 17"/>
                <a:gd name="T15" fmla="*/ 82 h 75"/>
                <a:gd name="T16" fmla="*/ 26 w 17"/>
                <a:gd name="T17" fmla="*/ 34 h 75"/>
                <a:gd name="T18" fmla="*/ 12 w 17"/>
                <a:gd name="T19" fmla="*/ 0 h 7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7" h="75">
                  <a:moveTo>
                    <a:pt x="2" y="2"/>
                  </a:moveTo>
                  <a:cubicBezTo>
                    <a:pt x="0" y="8"/>
                    <a:pt x="1" y="15"/>
                    <a:pt x="1" y="20"/>
                  </a:cubicBezTo>
                  <a:cubicBezTo>
                    <a:pt x="1" y="26"/>
                    <a:pt x="0" y="32"/>
                    <a:pt x="1" y="37"/>
                  </a:cubicBezTo>
                  <a:cubicBezTo>
                    <a:pt x="2" y="44"/>
                    <a:pt x="3" y="50"/>
                    <a:pt x="4" y="56"/>
                  </a:cubicBezTo>
                  <a:cubicBezTo>
                    <a:pt x="5" y="60"/>
                    <a:pt x="7" y="64"/>
                    <a:pt x="8" y="68"/>
                  </a:cubicBezTo>
                  <a:cubicBezTo>
                    <a:pt x="9" y="70"/>
                    <a:pt x="9" y="73"/>
                    <a:pt x="11" y="75"/>
                  </a:cubicBezTo>
                  <a:cubicBezTo>
                    <a:pt x="11" y="64"/>
                    <a:pt x="17" y="52"/>
                    <a:pt x="12" y="42"/>
                  </a:cubicBezTo>
                  <a:cubicBezTo>
                    <a:pt x="10" y="36"/>
                    <a:pt x="13" y="29"/>
                    <a:pt x="12" y="22"/>
                  </a:cubicBezTo>
                  <a:cubicBezTo>
                    <a:pt x="12" y="18"/>
                    <a:pt x="10" y="13"/>
                    <a:pt x="7" y="9"/>
                  </a:cubicBezTo>
                  <a:cubicBezTo>
                    <a:pt x="5" y="6"/>
                    <a:pt x="3" y="4"/>
                    <a:pt x="3" y="0"/>
                  </a:cubicBezTo>
                </a:path>
              </a:pathLst>
            </a:custGeom>
            <a:solidFill>
              <a:srgbClr val="F7AF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</p:grpSp>
      <p:grpSp>
        <p:nvGrpSpPr>
          <p:cNvPr id="29701" name="Female-child-full-body-standing">
            <a:extLst>
              <a:ext uri="{FF2B5EF4-FFF2-40B4-BE49-F238E27FC236}">
                <a16:creationId xmlns:a16="http://schemas.microsoft.com/office/drawing/2014/main" id="{C14E0239-5807-4BAA-8435-D6F2D034194E}"/>
              </a:ext>
            </a:extLst>
          </p:cNvPr>
          <p:cNvGrpSpPr>
            <a:grpSpLocks/>
          </p:cNvGrpSpPr>
          <p:nvPr/>
        </p:nvGrpSpPr>
        <p:grpSpPr bwMode="auto">
          <a:xfrm>
            <a:off x="2133600" y="1217613"/>
            <a:ext cx="1558925" cy="5254625"/>
            <a:chOff x="384" y="719"/>
            <a:chExt cx="982" cy="3310"/>
          </a:xfrm>
        </p:grpSpPr>
        <p:sp>
          <p:nvSpPr>
            <p:cNvPr id="29702" name="Freeform 932">
              <a:extLst>
                <a:ext uri="{FF2B5EF4-FFF2-40B4-BE49-F238E27FC236}">
                  <a16:creationId xmlns:a16="http://schemas.microsoft.com/office/drawing/2014/main" id="{3A43EC79-4A5D-4CA9-8357-A25D3BBDC205}"/>
                </a:ext>
              </a:extLst>
            </p:cNvPr>
            <p:cNvSpPr>
              <a:spLocks/>
            </p:cNvSpPr>
            <p:nvPr/>
          </p:nvSpPr>
          <p:spPr bwMode="auto">
            <a:xfrm>
              <a:off x="652" y="1094"/>
              <a:ext cx="76" cy="88"/>
            </a:xfrm>
            <a:custGeom>
              <a:avLst/>
              <a:gdLst>
                <a:gd name="T0" fmla="*/ 45 w 49"/>
                <a:gd name="T1" fmla="*/ 0 h 57"/>
                <a:gd name="T2" fmla="*/ 40 w 49"/>
                <a:gd name="T3" fmla="*/ 62 h 57"/>
                <a:gd name="T4" fmla="*/ 0 w 49"/>
                <a:gd name="T5" fmla="*/ 114 h 57"/>
                <a:gd name="T6" fmla="*/ 56 w 49"/>
                <a:gd name="T7" fmla="*/ 69 h 57"/>
                <a:gd name="T8" fmla="*/ 53 w 49"/>
                <a:gd name="T9" fmla="*/ 102 h 57"/>
                <a:gd name="T10" fmla="*/ 22 w 49"/>
                <a:gd name="T11" fmla="*/ 150 h 57"/>
                <a:gd name="T12" fmla="*/ 53 w 49"/>
                <a:gd name="T13" fmla="*/ 128 h 57"/>
                <a:gd name="T14" fmla="*/ 79 w 49"/>
                <a:gd name="T15" fmla="*/ 107 h 57"/>
                <a:gd name="T16" fmla="*/ 74 w 49"/>
                <a:gd name="T17" fmla="*/ 148 h 57"/>
                <a:gd name="T18" fmla="*/ 53 w 49"/>
                <a:gd name="T19" fmla="*/ 191 h 57"/>
                <a:gd name="T20" fmla="*/ 109 w 49"/>
                <a:gd name="T21" fmla="*/ 117 h 57"/>
                <a:gd name="T22" fmla="*/ 109 w 49"/>
                <a:gd name="T23" fmla="*/ 154 h 57"/>
                <a:gd name="T24" fmla="*/ 104 w 49"/>
                <a:gd name="T25" fmla="*/ 202 h 57"/>
                <a:gd name="T26" fmla="*/ 135 w 49"/>
                <a:gd name="T27" fmla="*/ 148 h 57"/>
                <a:gd name="T28" fmla="*/ 149 w 49"/>
                <a:gd name="T29" fmla="*/ 210 h 57"/>
                <a:gd name="T30" fmla="*/ 157 w 49"/>
                <a:gd name="T31" fmla="*/ 170 h 57"/>
                <a:gd name="T32" fmla="*/ 183 w 49"/>
                <a:gd name="T33" fmla="*/ 198 h 57"/>
                <a:gd name="T34" fmla="*/ 157 w 49"/>
                <a:gd name="T35" fmla="*/ 110 h 57"/>
                <a:gd name="T36" fmla="*/ 130 w 49"/>
                <a:gd name="T37" fmla="*/ 29 h 57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49" h="57">
                  <a:moveTo>
                    <a:pt x="12" y="0"/>
                  </a:moveTo>
                  <a:cubicBezTo>
                    <a:pt x="12" y="6"/>
                    <a:pt x="13" y="11"/>
                    <a:pt x="11" y="17"/>
                  </a:cubicBezTo>
                  <a:cubicBezTo>
                    <a:pt x="9" y="22"/>
                    <a:pt x="6" y="31"/>
                    <a:pt x="0" y="31"/>
                  </a:cubicBezTo>
                  <a:cubicBezTo>
                    <a:pt x="6" y="28"/>
                    <a:pt x="10" y="24"/>
                    <a:pt x="15" y="19"/>
                  </a:cubicBezTo>
                  <a:cubicBezTo>
                    <a:pt x="14" y="22"/>
                    <a:pt x="15" y="25"/>
                    <a:pt x="14" y="28"/>
                  </a:cubicBezTo>
                  <a:cubicBezTo>
                    <a:pt x="13" y="33"/>
                    <a:pt x="9" y="38"/>
                    <a:pt x="6" y="41"/>
                  </a:cubicBezTo>
                  <a:cubicBezTo>
                    <a:pt x="9" y="40"/>
                    <a:pt x="11" y="37"/>
                    <a:pt x="14" y="35"/>
                  </a:cubicBezTo>
                  <a:cubicBezTo>
                    <a:pt x="16" y="33"/>
                    <a:pt x="19" y="32"/>
                    <a:pt x="21" y="29"/>
                  </a:cubicBezTo>
                  <a:cubicBezTo>
                    <a:pt x="21" y="32"/>
                    <a:pt x="21" y="36"/>
                    <a:pt x="20" y="40"/>
                  </a:cubicBezTo>
                  <a:cubicBezTo>
                    <a:pt x="19" y="44"/>
                    <a:pt x="15" y="48"/>
                    <a:pt x="14" y="52"/>
                  </a:cubicBezTo>
                  <a:cubicBezTo>
                    <a:pt x="20" y="48"/>
                    <a:pt x="30" y="40"/>
                    <a:pt x="29" y="32"/>
                  </a:cubicBezTo>
                  <a:cubicBezTo>
                    <a:pt x="28" y="35"/>
                    <a:pt x="30" y="39"/>
                    <a:pt x="29" y="42"/>
                  </a:cubicBezTo>
                  <a:cubicBezTo>
                    <a:pt x="29" y="46"/>
                    <a:pt x="27" y="51"/>
                    <a:pt x="28" y="55"/>
                  </a:cubicBezTo>
                  <a:cubicBezTo>
                    <a:pt x="31" y="50"/>
                    <a:pt x="33" y="45"/>
                    <a:pt x="36" y="40"/>
                  </a:cubicBezTo>
                  <a:cubicBezTo>
                    <a:pt x="38" y="45"/>
                    <a:pt x="39" y="51"/>
                    <a:pt x="40" y="57"/>
                  </a:cubicBezTo>
                  <a:cubicBezTo>
                    <a:pt x="40" y="54"/>
                    <a:pt x="39" y="47"/>
                    <a:pt x="42" y="46"/>
                  </a:cubicBezTo>
                  <a:cubicBezTo>
                    <a:pt x="44" y="45"/>
                    <a:pt x="47" y="53"/>
                    <a:pt x="49" y="54"/>
                  </a:cubicBezTo>
                  <a:cubicBezTo>
                    <a:pt x="48" y="46"/>
                    <a:pt x="46" y="37"/>
                    <a:pt x="42" y="30"/>
                  </a:cubicBezTo>
                  <a:cubicBezTo>
                    <a:pt x="39" y="23"/>
                    <a:pt x="35" y="16"/>
                    <a:pt x="35" y="8"/>
                  </a:cubicBezTo>
                </a:path>
              </a:pathLst>
            </a:custGeom>
            <a:solidFill>
              <a:srgbClr val="F299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9703" name="Freeform 933">
              <a:extLst>
                <a:ext uri="{FF2B5EF4-FFF2-40B4-BE49-F238E27FC236}">
                  <a16:creationId xmlns:a16="http://schemas.microsoft.com/office/drawing/2014/main" id="{969C2BF2-0934-4101-B07D-36DACA1E02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3" y="1031"/>
              <a:ext cx="69" cy="151"/>
            </a:xfrm>
            <a:custGeom>
              <a:avLst/>
              <a:gdLst>
                <a:gd name="T0" fmla="*/ 0 w 44"/>
                <a:gd name="T1" fmla="*/ 202 h 98"/>
                <a:gd name="T2" fmla="*/ 5 w 44"/>
                <a:gd name="T3" fmla="*/ 359 h 98"/>
                <a:gd name="T4" fmla="*/ 22 w 44"/>
                <a:gd name="T5" fmla="*/ 293 h 98"/>
                <a:gd name="T6" fmla="*/ 39 w 44"/>
                <a:gd name="T7" fmla="*/ 339 h 98"/>
                <a:gd name="T8" fmla="*/ 39 w 44"/>
                <a:gd name="T9" fmla="*/ 245 h 98"/>
                <a:gd name="T10" fmla="*/ 88 w 44"/>
                <a:gd name="T11" fmla="*/ 311 h 98"/>
                <a:gd name="T12" fmla="*/ 60 w 44"/>
                <a:gd name="T13" fmla="*/ 242 h 98"/>
                <a:gd name="T14" fmla="*/ 108 w 44"/>
                <a:gd name="T15" fmla="*/ 271 h 98"/>
                <a:gd name="T16" fmla="*/ 86 w 44"/>
                <a:gd name="T17" fmla="*/ 194 h 98"/>
                <a:gd name="T18" fmla="*/ 155 w 44"/>
                <a:gd name="T19" fmla="*/ 210 h 98"/>
                <a:gd name="T20" fmla="*/ 94 w 44"/>
                <a:gd name="T21" fmla="*/ 162 h 98"/>
                <a:gd name="T22" fmla="*/ 169 w 44"/>
                <a:gd name="T23" fmla="*/ 157 h 98"/>
                <a:gd name="T24" fmla="*/ 108 w 44"/>
                <a:gd name="T25" fmla="*/ 148 h 98"/>
                <a:gd name="T26" fmla="*/ 77 w 44"/>
                <a:gd name="T27" fmla="*/ 92 h 98"/>
                <a:gd name="T28" fmla="*/ 138 w 44"/>
                <a:gd name="T29" fmla="*/ 131 h 98"/>
                <a:gd name="T30" fmla="*/ 74 w 44"/>
                <a:gd name="T31" fmla="*/ 0 h 98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44" h="98">
                  <a:moveTo>
                    <a:pt x="0" y="55"/>
                  </a:moveTo>
                  <a:cubicBezTo>
                    <a:pt x="0" y="70"/>
                    <a:pt x="1" y="84"/>
                    <a:pt x="1" y="98"/>
                  </a:cubicBezTo>
                  <a:cubicBezTo>
                    <a:pt x="1" y="93"/>
                    <a:pt x="3" y="85"/>
                    <a:pt x="6" y="80"/>
                  </a:cubicBezTo>
                  <a:cubicBezTo>
                    <a:pt x="5" y="85"/>
                    <a:pt x="7" y="89"/>
                    <a:pt x="10" y="93"/>
                  </a:cubicBezTo>
                  <a:cubicBezTo>
                    <a:pt x="8" y="84"/>
                    <a:pt x="11" y="75"/>
                    <a:pt x="10" y="67"/>
                  </a:cubicBezTo>
                  <a:cubicBezTo>
                    <a:pt x="11" y="74"/>
                    <a:pt x="15" y="84"/>
                    <a:pt x="23" y="85"/>
                  </a:cubicBezTo>
                  <a:cubicBezTo>
                    <a:pt x="15" y="84"/>
                    <a:pt x="15" y="72"/>
                    <a:pt x="15" y="66"/>
                  </a:cubicBezTo>
                  <a:cubicBezTo>
                    <a:pt x="17" y="71"/>
                    <a:pt x="23" y="75"/>
                    <a:pt x="28" y="74"/>
                  </a:cubicBezTo>
                  <a:cubicBezTo>
                    <a:pt x="23" y="70"/>
                    <a:pt x="23" y="60"/>
                    <a:pt x="22" y="53"/>
                  </a:cubicBezTo>
                  <a:cubicBezTo>
                    <a:pt x="26" y="58"/>
                    <a:pt x="35" y="59"/>
                    <a:pt x="40" y="57"/>
                  </a:cubicBezTo>
                  <a:cubicBezTo>
                    <a:pt x="34" y="56"/>
                    <a:pt x="25" y="50"/>
                    <a:pt x="24" y="44"/>
                  </a:cubicBezTo>
                  <a:cubicBezTo>
                    <a:pt x="32" y="47"/>
                    <a:pt x="36" y="46"/>
                    <a:pt x="44" y="43"/>
                  </a:cubicBezTo>
                  <a:cubicBezTo>
                    <a:pt x="39" y="42"/>
                    <a:pt x="33" y="43"/>
                    <a:pt x="28" y="40"/>
                  </a:cubicBezTo>
                  <a:cubicBezTo>
                    <a:pt x="21" y="35"/>
                    <a:pt x="24" y="29"/>
                    <a:pt x="20" y="25"/>
                  </a:cubicBezTo>
                  <a:cubicBezTo>
                    <a:pt x="23" y="31"/>
                    <a:pt x="31" y="34"/>
                    <a:pt x="36" y="36"/>
                  </a:cubicBezTo>
                  <a:cubicBezTo>
                    <a:pt x="24" y="25"/>
                    <a:pt x="16" y="17"/>
                    <a:pt x="19" y="0"/>
                  </a:cubicBezTo>
                </a:path>
              </a:pathLst>
            </a:custGeom>
            <a:solidFill>
              <a:srgbClr val="F299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9704" name="Freeform 934">
              <a:extLst>
                <a:ext uri="{FF2B5EF4-FFF2-40B4-BE49-F238E27FC236}">
                  <a16:creationId xmlns:a16="http://schemas.microsoft.com/office/drawing/2014/main" id="{4B5F3E09-035D-4667-B040-0CCCF4F938A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6" y="949"/>
              <a:ext cx="76" cy="219"/>
            </a:xfrm>
            <a:custGeom>
              <a:avLst/>
              <a:gdLst>
                <a:gd name="T0" fmla="*/ 8 w 49"/>
                <a:gd name="T1" fmla="*/ 413 h 142"/>
                <a:gd name="T2" fmla="*/ 0 w 49"/>
                <a:gd name="T3" fmla="*/ 521 h 142"/>
                <a:gd name="T4" fmla="*/ 40 w 49"/>
                <a:gd name="T5" fmla="*/ 444 h 142"/>
                <a:gd name="T6" fmla="*/ 60 w 49"/>
                <a:gd name="T7" fmla="*/ 517 h 142"/>
                <a:gd name="T8" fmla="*/ 62 w 49"/>
                <a:gd name="T9" fmla="*/ 407 h 142"/>
                <a:gd name="T10" fmla="*/ 121 w 49"/>
                <a:gd name="T11" fmla="*/ 447 h 142"/>
                <a:gd name="T12" fmla="*/ 96 w 49"/>
                <a:gd name="T13" fmla="*/ 387 h 142"/>
                <a:gd name="T14" fmla="*/ 183 w 49"/>
                <a:gd name="T15" fmla="*/ 359 h 142"/>
                <a:gd name="T16" fmla="*/ 130 w 49"/>
                <a:gd name="T17" fmla="*/ 333 h 142"/>
                <a:gd name="T18" fmla="*/ 157 w 49"/>
                <a:gd name="T19" fmla="*/ 341 h 142"/>
                <a:gd name="T20" fmla="*/ 127 w 49"/>
                <a:gd name="T21" fmla="*/ 298 h 142"/>
                <a:gd name="T22" fmla="*/ 115 w 49"/>
                <a:gd name="T23" fmla="*/ 211 h 142"/>
                <a:gd name="T24" fmla="*/ 19 w 49"/>
                <a:gd name="T25" fmla="*/ 0 h 14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9" h="142">
                  <a:moveTo>
                    <a:pt x="2" y="113"/>
                  </a:moveTo>
                  <a:cubicBezTo>
                    <a:pt x="2" y="123"/>
                    <a:pt x="3" y="133"/>
                    <a:pt x="0" y="142"/>
                  </a:cubicBezTo>
                  <a:cubicBezTo>
                    <a:pt x="6" y="138"/>
                    <a:pt x="10" y="128"/>
                    <a:pt x="11" y="121"/>
                  </a:cubicBezTo>
                  <a:cubicBezTo>
                    <a:pt x="11" y="128"/>
                    <a:pt x="12" y="134"/>
                    <a:pt x="16" y="141"/>
                  </a:cubicBezTo>
                  <a:cubicBezTo>
                    <a:pt x="13" y="131"/>
                    <a:pt x="15" y="120"/>
                    <a:pt x="17" y="111"/>
                  </a:cubicBezTo>
                  <a:cubicBezTo>
                    <a:pt x="19" y="118"/>
                    <a:pt x="24" y="124"/>
                    <a:pt x="32" y="122"/>
                  </a:cubicBezTo>
                  <a:cubicBezTo>
                    <a:pt x="29" y="117"/>
                    <a:pt x="25" y="113"/>
                    <a:pt x="26" y="106"/>
                  </a:cubicBezTo>
                  <a:cubicBezTo>
                    <a:pt x="36" y="107"/>
                    <a:pt x="41" y="102"/>
                    <a:pt x="49" y="98"/>
                  </a:cubicBezTo>
                  <a:cubicBezTo>
                    <a:pt x="43" y="100"/>
                    <a:pt x="37" y="96"/>
                    <a:pt x="35" y="91"/>
                  </a:cubicBezTo>
                  <a:cubicBezTo>
                    <a:pt x="37" y="92"/>
                    <a:pt x="40" y="92"/>
                    <a:pt x="42" y="93"/>
                  </a:cubicBezTo>
                  <a:cubicBezTo>
                    <a:pt x="39" y="89"/>
                    <a:pt x="36" y="86"/>
                    <a:pt x="34" y="81"/>
                  </a:cubicBezTo>
                  <a:cubicBezTo>
                    <a:pt x="30" y="73"/>
                    <a:pt x="32" y="67"/>
                    <a:pt x="31" y="58"/>
                  </a:cubicBezTo>
                  <a:cubicBezTo>
                    <a:pt x="28" y="36"/>
                    <a:pt x="16" y="18"/>
                    <a:pt x="5" y="0"/>
                  </a:cubicBezTo>
                </a:path>
              </a:pathLst>
            </a:custGeom>
            <a:solidFill>
              <a:srgbClr val="CC70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9705" name="Freeform 935">
              <a:extLst>
                <a:ext uri="{FF2B5EF4-FFF2-40B4-BE49-F238E27FC236}">
                  <a16:creationId xmlns:a16="http://schemas.microsoft.com/office/drawing/2014/main" id="{958C86AE-391B-46DF-9724-4383C1B378F1}"/>
                </a:ext>
              </a:extLst>
            </p:cNvPr>
            <p:cNvSpPr>
              <a:spLocks/>
            </p:cNvSpPr>
            <p:nvPr/>
          </p:nvSpPr>
          <p:spPr bwMode="auto">
            <a:xfrm>
              <a:off x="630" y="920"/>
              <a:ext cx="115" cy="261"/>
            </a:xfrm>
            <a:custGeom>
              <a:avLst/>
              <a:gdLst>
                <a:gd name="T0" fmla="*/ 47 w 74"/>
                <a:gd name="T1" fmla="*/ 0 h 169"/>
                <a:gd name="T2" fmla="*/ 82 w 74"/>
                <a:gd name="T3" fmla="*/ 246 h 169"/>
                <a:gd name="T4" fmla="*/ 26 w 74"/>
                <a:gd name="T5" fmla="*/ 505 h 169"/>
                <a:gd name="T6" fmla="*/ 89 w 74"/>
                <a:gd name="T7" fmla="*/ 468 h 169"/>
                <a:gd name="T8" fmla="*/ 40 w 74"/>
                <a:gd name="T9" fmla="*/ 568 h 169"/>
                <a:gd name="T10" fmla="*/ 106 w 74"/>
                <a:gd name="T11" fmla="*/ 513 h 169"/>
                <a:gd name="T12" fmla="*/ 95 w 74"/>
                <a:gd name="T13" fmla="*/ 588 h 169"/>
                <a:gd name="T14" fmla="*/ 148 w 74"/>
                <a:gd name="T15" fmla="*/ 527 h 169"/>
                <a:gd name="T16" fmla="*/ 154 w 74"/>
                <a:gd name="T17" fmla="*/ 604 h 169"/>
                <a:gd name="T18" fmla="*/ 182 w 74"/>
                <a:gd name="T19" fmla="*/ 553 h 169"/>
                <a:gd name="T20" fmla="*/ 204 w 74"/>
                <a:gd name="T21" fmla="*/ 622 h 169"/>
                <a:gd name="T22" fmla="*/ 205 w 74"/>
                <a:gd name="T23" fmla="*/ 570 h 169"/>
                <a:gd name="T24" fmla="*/ 266 w 74"/>
                <a:gd name="T25" fmla="*/ 578 h 169"/>
                <a:gd name="T26" fmla="*/ 205 w 74"/>
                <a:gd name="T27" fmla="*/ 364 h 169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74" h="169">
                  <a:moveTo>
                    <a:pt x="12" y="0"/>
                  </a:moveTo>
                  <a:cubicBezTo>
                    <a:pt x="0" y="16"/>
                    <a:pt x="16" y="51"/>
                    <a:pt x="22" y="67"/>
                  </a:cubicBezTo>
                  <a:cubicBezTo>
                    <a:pt x="30" y="90"/>
                    <a:pt x="30" y="124"/>
                    <a:pt x="7" y="137"/>
                  </a:cubicBezTo>
                  <a:cubicBezTo>
                    <a:pt x="15" y="137"/>
                    <a:pt x="21" y="134"/>
                    <a:pt x="24" y="127"/>
                  </a:cubicBezTo>
                  <a:cubicBezTo>
                    <a:pt x="26" y="137"/>
                    <a:pt x="19" y="147"/>
                    <a:pt x="11" y="154"/>
                  </a:cubicBezTo>
                  <a:cubicBezTo>
                    <a:pt x="18" y="152"/>
                    <a:pt x="25" y="146"/>
                    <a:pt x="28" y="139"/>
                  </a:cubicBezTo>
                  <a:cubicBezTo>
                    <a:pt x="29" y="146"/>
                    <a:pt x="29" y="155"/>
                    <a:pt x="25" y="160"/>
                  </a:cubicBezTo>
                  <a:cubicBezTo>
                    <a:pt x="31" y="156"/>
                    <a:pt x="36" y="150"/>
                    <a:pt x="39" y="143"/>
                  </a:cubicBezTo>
                  <a:cubicBezTo>
                    <a:pt x="41" y="150"/>
                    <a:pt x="40" y="157"/>
                    <a:pt x="41" y="164"/>
                  </a:cubicBezTo>
                  <a:cubicBezTo>
                    <a:pt x="45" y="161"/>
                    <a:pt x="46" y="155"/>
                    <a:pt x="48" y="150"/>
                  </a:cubicBezTo>
                  <a:cubicBezTo>
                    <a:pt x="50" y="156"/>
                    <a:pt x="51" y="164"/>
                    <a:pt x="54" y="169"/>
                  </a:cubicBezTo>
                  <a:cubicBezTo>
                    <a:pt x="54" y="164"/>
                    <a:pt x="55" y="160"/>
                    <a:pt x="55" y="155"/>
                  </a:cubicBezTo>
                  <a:cubicBezTo>
                    <a:pt x="60" y="166"/>
                    <a:pt x="68" y="169"/>
                    <a:pt x="71" y="157"/>
                  </a:cubicBezTo>
                  <a:cubicBezTo>
                    <a:pt x="74" y="142"/>
                    <a:pt x="61" y="111"/>
                    <a:pt x="55" y="99"/>
                  </a:cubicBezTo>
                </a:path>
              </a:pathLst>
            </a:custGeom>
            <a:solidFill>
              <a:srgbClr val="CC70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9706" name="Freeform 936">
              <a:extLst>
                <a:ext uri="{FF2B5EF4-FFF2-40B4-BE49-F238E27FC236}">
                  <a16:creationId xmlns:a16="http://schemas.microsoft.com/office/drawing/2014/main" id="{22323676-2B10-491A-AE0D-606B28A95899}"/>
                </a:ext>
              </a:extLst>
            </p:cNvPr>
            <p:cNvSpPr>
              <a:spLocks/>
            </p:cNvSpPr>
            <p:nvPr/>
          </p:nvSpPr>
          <p:spPr bwMode="auto">
            <a:xfrm>
              <a:off x="635" y="720"/>
              <a:ext cx="416" cy="557"/>
            </a:xfrm>
            <a:custGeom>
              <a:avLst/>
              <a:gdLst>
                <a:gd name="T0" fmla="*/ 984 w 269"/>
                <a:gd name="T1" fmla="*/ 543 h 360"/>
                <a:gd name="T2" fmla="*/ 984 w 269"/>
                <a:gd name="T3" fmla="*/ 415 h 360"/>
                <a:gd name="T4" fmla="*/ 467 w 269"/>
                <a:gd name="T5" fmla="*/ 29 h 360"/>
                <a:gd name="T6" fmla="*/ 34 w 269"/>
                <a:gd name="T7" fmla="*/ 529 h 360"/>
                <a:gd name="T8" fmla="*/ 101 w 269"/>
                <a:gd name="T9" fmla="*/ 726 h 360"/>
                <a:gd name="T10" fmla="*/ 144 w 269"/>
                <a:gd name="T11" fmla="*/ 845 h 360"/>
                <a:gd name="T12" fmla="*/ 314 w 269"/>
                <a:gd name="T13" fmla="*/ 1207 h 360"/>
                <a:gd name="T14" fmla="*/ 636 w 269"/>
                <a:gd name="T15" fmla="*/ 1314 h 360"/>
                <a:gd name="T16" fmla="*/ 928 w 269"/>
                <a:gd name="T17" fmla="*/ 1068 h 360"/>
                <a:gd name="T18" fmla="*/ 980 w 269"/>
                <a:gd name="T19" fmla="*/ 682 h 360"/>
                <a:gd name="T20" fmla="*/ 984 w 269"/>
                <a:gd name="T21" fmla="*/ 543 h 36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69" h="360">
                  <a:moveTo>
                    <a:pt x="266" y="147"/>
                  </a:moveTo>
                  <a:cubicBezTo>
                    <a:pt x="267" y="136"/>
                    <a:pt x="268" y="124"/>
                    <a:pt x="266" y="112"/>
                  </a:cubicBezTo>
                  <a:cubicBezTo>
                    <a:pt x="258" y="40"/>
                    <a:pt x="197" y="0"/>
                    <a:pt x="126" y="8"/>
                  </a:cubicBezTo>
                  <a:cubicBezTo>
                    <a:pt x="55" y="16"/>
                    <a:pt x="0" y="70"/>
                    <a:pt x="9" y="143"/>
                  </a:cubicBezTo>
                  <a:cubicBezTo>
                    <a:pt x="11" y="162"/>
                    <a:pt x="18" y="180"/>
                    <a:pt x="27" y="196"/>
                  </a:cubicBezTo>
                  <a:cubicBezTo>
                    <a:pt x="32" y="206"/>
                    <a:pt x="38" y="221"/>
                    <a:pt x="39" y="228"/>
                  </a:cubicBezTo>
                  <a:cubicBezTo>
                    <a:pt x="39" y="239"/>
                    <a:pt x="62" y="305"/>
                    <a:pt x="85" y="326"/>
                  </a:cubicBezTo>
                  <a:cubicBezTo>
                    <a:pt x="108" y="347"/>
                    <a:pt x="136" y="360"/>
                    <a:pt x="172" y="355"/>
                  </a:cubicBezTo>
                  <a:cubicBezTo>
                    <a:pt x="208" y="351"/>
                    <a:pt x="247" y="302"/>
                    <a:pt x="251" y="288"/>
                  </a:cubicBezTo>
                  <a:cubicBezTo>
                    <a:pt x="255" y="273"/>
                    <a:pt x="269" y="222"/>
                    <a:pt x="265" y="184"/>
                  </a:cubicBezTo>
                  <a:cubicBezTo>
                    <a:pt x="264" y="171"/>
                    <a:pt x="265" y="154"/>
                    <a:pt x="266" y="147"/>
                  </a:cubicBezTo>
                  <a:close/>
                </a:path>
              </a:pathLst>
            </a:custGeom>
            <a:solidFill>
              <a:srgbClr val="FEF3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9707" name="Freeform 937">
              <a:extLst>
                <a:ext uri="{FF2B5EF4-FFF2-40B4-BE49-F238E27FC236}">
                  <a16:creationId xmlns:a16="http://schemas.microsoft.com/office/drawing/2014/main" id="{17354E4C-3470-452F-9B33-EAFC858D5D8E}"/>
                </a:ext>
              </a:extLst>
            </p:cNvPr>
            <p:cNvSpPr>
              <a:spLocks/>
            </p:cNvSpPr>
            <p:nvPr/>
          </p:nvSpPr>
          <p:spPr bwMode="auto">
            <a:xfrm>
              <a:off x="927" y="780"/>
              <a:ext cx="137" cy="245"/>
            </a:xfrm>
            <a:custGeom>
              <a:avLst/>
              <a:gdLst>
                <a:gd name="T0" fmla="*/ 0 w 88"/>
                <a:gd name="T1" fmla="*/ 48 h 158"/>
                <a:gd name="T2" fmla="*/ 30 w 88"/>
                <a:gd name="T3" fmla="*/ 79 h 158"/>
                <a:gd name="T4" fmla="*/ 56 w 88"/>
                <a:gd name="T5" fmla="*/ 130 h 158"/>
                <a:gd name="T6" fmla="*/ 109 w 88"/>
                <a:gd name="T7" fmla="*/ 228 h 158"/>
                <a:gd name="T8" fmla="*/ 107 w 88"/>
                <a:gd name="T9" fmla="*/ 202 h 158"/>
                <a:gd name="T10" fmla="*/ 170 w 88"/>
                <a:gd name="T11" fmla="*/ 310 h 158"/>
                <a:gd name="T12" fmla="*/ 244 w 88"/>
                <a:gd name="T13" fmla="*/ 459 h 158"/>
                <a:gd name="T14" fmla="*/ 279 w 88"/>
                <a:gd name="T15" fmla="*/ 555 h 158"/>
                <a:gd name="T16" fmla="*/ 318 w 88"/>
                <a:gd name="T17" fmla="*/ 581 h 158"/>
                <a:gd name="T18" fmla="*/ 332 w 88"/>
                <a:gd name="T19" fmla="*/ 519 h 158"/>
                <a:gd name="T20" fmla="*/ 321 w 88"/>
                <a:gd name="T21" fmla="*/ 399 h 158"/>
                <a:gd name="T22" fmla="*/ 276 w 88"/>
                <a:gd name="T23" fmla="*/ 265 h 158"/>
                <a:gd name="T24" fmla="*/ 75 w 88"/>
                <a:gd name="T25" fmla="*/ 0 h 15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88" h="158">
                  <a:moveTo>
                    <a:pt x="0" y="13"/>
                  </a:moveTo>
                  <a:cubicBezTo>
                    <a:pt x="2" y="16"/>
                    <a:pt x="6" y="18"/>
                    <a:pt x="8" y="21"/>
                  </a:cubicBezTo>
                  <a:cubicBezTo>
                    <a:pt x="11" y="25"/>
                    <a:pt x="13" y="30"/>
                    <a:pt x="15" y="35"/>
                  </a:cubicBezTo>
                  <a:cubicBezTo>
                    <a:pt x="19" y="43"/>
                    <a:pt x="23" y="54"/>
                    <a:pt x="29" y="61"/>
                  </a:cubicBezTo>
                  <a:cubicBezTo>
                    <a:pt x="28" y="59"/>
                    <a:pt x="27" y="56"/>
                    <a:pt x="28" y="54"/>
                  </a:cubicBezTo>
                  <a:cubicBezTo>
                    <a:pt x="34" y="63"/>
                    <a:pt x="42" y="72"/>
                    <a:pt x="45" y="83"/>
                  </a:cubicBezTo>
                  <a:cubicBezTo>
                    <a:pt x="48" y="96"/>
                    <a:pt x="58" y="111"/>
                    <a:pt x="65" y="123"/>
                  </a:cubicBezTo>
                  <a:cubicBezTo>
                    <a:pt x="69" y="130"/>
                    <a:pt x="69" y="143"/>
                    <a:pt x="74" y="149"/>
                  </a:cubicBezTo>
                  <a:cubicBezTo>
                    <a:pt x="77" y="152"/>
                    <a:pt x="79" y="158"/>
                    <a:pt x="84" y="156"/>
                  </a:cubicBezTo>
                  <a:cubicBezTo>
                    <a:pt x="88" y="154"/>
                    <a:pt x="88" y="142"/>
                    <a:pt x="88" y="139"/>
                  </a:cubicBezTo>
                  <a:cubicBezTo>
                    <a:pt x="88" y="128"/>
                    <a:pt x="88" y="118"/>
                    <a:pt x="85" y="107"/>
                  </a:cubicBezTo>
                  <a:cubicBezTo>
                    <a:pt x="82" y="95"/>
                    <a:pt x="79" y="82"/>
                    <a:pt x="73" y="71"/>
                  </a:cubicBezTo>
                  <a:cubicBezTo>
                    <a:pt x="67" y="60"/>
                    <a:pt x="24" y="13"/>
                    <a:pt x="20" y="0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9708" name="Freeform 938">
              <a:extLst>
                <a:ext uri="{FF2B5EF4-FFF2-40B4-BE49-F238E27FC236}">
                  <a16:creationId xmlns:a16="http://schemas.microsoft.com/office/drawing/2014/main" id="{66896736-4FF7-40F1-ACB7-A616D989EDDC}"/>
                </a:ext>
              </a:extLst>
            </p:cNvPr>
            <p:cNvSpPr>
              <a:spLocks/>
            </p:cNvSpPr>
            <p:nvPr/>
          </p:nvSpPr>
          <p:spPr bwMode="auto">
            <a:xfrm>
              <a:off x="675" y="802"/>
              <a:ext cx="262" cy="274"/>
            </a:xfrm>
            <a:custGeom>
              <a:avLst/>
              <a:gdLst>
                <a:gd name="T0" fmla="*/ 629 w 169"/>
                <a:gd name="T1" fmla="*/ 14 h 177"/>
                <a:gd name="T2" fmla="*/ 623 w 169"/>
                <a:gd name="T3" fmla="*/ 96 h 177"/>
                <a:gd name="T4" fmla="*/ 577 w 169"/>
                <a:gd name="T5" fmla="*/ 170 h 177"/>
                <a:gd name="T6" fmla="*/ 521 w 169"/>
                <a:gd name="T7" fmla="*/ 204 h 177"/>
                <a:gd name="T8" fmla="*/ 451 w 169"/>
                <a:gd name="T9" fmla="*/ 231 h 177"/>
                <a:gd name="T10" fmla="*/ 462 w 169"/>
                <a:gd name="T11" fmla="*/ 215 h 177"/>
                <a:gd name="T12" fmla="*/ 310 w 169"/>
                <a:gd name="T13" fmla="*/ 245 h 177"/>
                <a:gd name="T14" fmla="*/ 318 w 169"/>
                <a:gd name="T15" fmla="*/ 235 h 177"/>
                <a:gd name="T16" fmla="*/ 189 w 169"/>
                <a:gd name="T17" fmla="*/ 231 h 177"/>
                <a:gd name="T18" fmla="*/ 121 w 169"/>
                <a:gd name="T19" fmla="*/ 245 h 177"/>
                <a:gd name="T20" fmla="*/ 88 w 169"/>
                <a:gd name="T21" fmla="*/ 311 h 177"/>
                <a:gd name="T22" fmla="*/ 93 w 169"/>
                <a:gd name="T23" fmla="*/ 385 h 177"/>
                <a:gd name="T24" fmla="*/ 70 w 169"/>
                <a:gd name="T25" fmla="*/ 454 h 177"/>
                <a:gd name="T26" fmla="*/ 67 w 169"/>
                <a:gd name="T27" fmla="*/ 515 h 177"/>
                <a:gd name="T28" fmla="*/ 34 w 169"/>
                <a:gd name="T29" fmla="*/ 656 h 177"/>
                <a:gd name="T30" fmla="*/ 12 w 169"/>
                <a:gd name="T31" fmla="*/ 529 h 177"/>
                <a:gd name="T32" fmla="*/ 19 w 169"/>
                <a:gd name="T33" fmla="*/ 460 h 177"/>
                <a:gd name="T34" fmla="*/ 5 w 169"/>
                <a:gd name="T35" fmla="*/ 372 h 177"/>
                <a:gd name="T36" fmla="*/ 5 w 169"/>
                <a:gd name="T37" fmla="*/ 283 h 177"/>
                <a:gd name="T38" fmla="*/ 14 w 169"/>
                <a:gd name="T39" fmla="*/ 184 h 177"/>
                <a:gd name="T40" fmla="*/ 74 w 169"/>
                <a:gd name="T41" fmla="*/ 122 h 177"/>
                <a:gd name="T42" fmla="*/ 183 w 169"/>
                <a:gd name="T43" fmla="*/ 104 h 177"/>
                <a:gd name="T44" fmla="*/ 372 w 169"/>
                <a:gd name="T45" fmla="*/ 110 h 177"/>
                <a:gd name="T46" fmla="*/ 515 w 169"/>
                <a:gd name="T47" fmla="*/ 53 h 177"/>
                <a:gd name="T48" fmla="*/ 611 w 169"/>
                <a:gd name="T49" fmla="*/ 0 h 177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69" h="177">
                  <a:moveTo>
                    <a:pt x="169" y="4"/>
                  </a:moveTo>
                  <a:cubicBezTo>
                    <a:pt x="168" y="11"/>
                    <a:pt x="169" y="19"/>
                    <a:pt x="167" y="26"/>
                  </a:cubicBezTo>
                  <a:cubicBezTo>
                    <a:pt x="165" y="34"/>
                    <a:pt x="161" y="40"/>
                    <a:pt x="155" y="46"/>
                  </a:cubicBezTo>
                  <a:cubicBezTo>
                    <a:pt x="150" y="50"/>
                    <a:pt x="145" y="52"/>
                    <a:pt x="140" y="55"/>
                  </a:cubicBezTo>
                  <a:cubicBezTo>
                    <a:pt x="135" y="57"/>
                    <a:pt x="127" y="61"/>
                    <a:pt x="121" y="62"/>
                  </a:cubicBezTo>
                  <a:cubicBezTo>
                    <a:pt x="122" y="61"/>
                    <a:pt x="123" y="59"/>
                    <a:pt x="124" y="58"/>
                  </a:cubicBezTo>
                  <a:cubicBezTo>
                    <a:pt x="110" y="58"/>
                    <a:pt x="97" y="66"/>
                    <a:pt x="83" y="66"/>
                  </a:cubicBezTo>
                  <a:cubicBezTo>
                    <a:pt x="84" y="65"/>
                    <a:pt x="85" y="64"/>
                    <a:pt x="85" y="63"/>
                  </a:cubicBezTo>
                  <a:cubicBezTo>
                    <a:pt x="74" y="63"/>
                    <a:pt x="62" y="64"/>
                    <a:pt x="51" y="62"/>
                  </a:cubicBezTo>
                  <a:cubicBezTo>
                    <a:pt x="45" y="62"/>
                    <a:pt x="38" y="63"/>
                    <a:pt x="32" y="66"/>
                  </a:cubicBezTo>
                  <a:cubicBezTo>
                    <a:pt x="26" y="70"/>
                    <a:pt x="25" y="78"/>
                    <a:pt x="24" y="84"/>
                  </a:cubicBezTo>
                  <a:cubicBezTo>
                    <a:pt x="24" y="91"/>
                    <a:pt x="25" y="98"/>
                    <a:pt x="25" y="104"/>
                  </a:cubicBezTo>
                  <a:cubicBezTo>
                    <a:pt x="25" y="112"/>
                    <a:pt x="21" y="115"/>
                    <a:pt x="19" y="122"/>
                  </a:cubicBezTo>
                  <a:cubicBezTo>
                    <a:pt x="17" y="127"/>
                    <a:pt x="16" y="134"/>
                    <a:pt x="18" y="139"/>
                  </a:cubicBezTo>
                  <a:cubicBezTo>
                    <a:pt x="20" y="148"/>
                    <a:pt x="13" y="169"/>
                    <a:pt x="9" y="177"/>
                  </a:cubicBezTo>
                  <a:cubicBezTo>
                    <a:pt x="9" y="169"/>
                    <a:pt x="7" y="151"/>
                    <a:pt x="3" y="143"/>
                  </a:cubicBezTo>
                  <a:cubicBezTo>
                    <a:pt x="1" y="137"/>
                    <a:pt x="5" y="130"/>
                    <a:pt x="5" y="124"/>
                  </a:cubicBezTo>
                  <a:cubicBezTo>
                    <a:pt x="4" y="116"/>
                    <a:pt x="2" y="108"/>
                    <a:pt x="1" y="100"/>
                  </a:cubicBezTo>
                  <a:cubicBezTo>
                    <a:pt x="0" y="92"/>
                    <a:pt x="0" y="84"/>
                    <a:pt x="1" y="76"/>
                  </a:cubicBezTo>
                  <a:cubicBezTo>
                    <a:pt x="1" y="67"/>
                    <a:pt x="1" y="58"/>
                    <a:pt x="4" y="50"/>
                  </a:cubicBezTo>
                  <a:cubicBezTo>
                    <a:pt x="7" y="42"/>
                    <a:pt x="12" y="37"/>
                    <a:pt x="20" y="33"/>
                  </a:cubicBezTo>
                  <a:cubicBezTo>
                    <a:pt x="29" y="27"/>
                    <a:pt x="38" y="28"/>
                    <a:pt x="49" y="28"/>
                  </a:cubicBezTo>
                  <a:cubicBezTo>
                    <a:pt x="66" y="28"/>
                    <a:pt x="83" y="34"/>
                    <a:pt x="100" y="30"/>
                  </a:cubicBezTo>
                  <a:cubicBezTo>
                    <a:pt x="114" y="27"/>
                    <a:pt x="126" y="22"/>
                    <a:pt x="138" y="14"/>
                  </a:cubicBezTo>
                  <a:cubicBezTo>
                    <a:pt x="146" y="9"/>
                    <a:pt x="154" y="2"/>
                    <a:pt x="164" y="0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9709" name="Freeform 939">
              <a:extLst>
                <a:ext uri="{FF2B5EF4-FFF2-40B4-BE49-F238E27FC236}">
                  <a16:creationId xmlns:a16="http://schemas.microsoft.com/office/drawing/2014/main" id="{C4F4862D-0DBB-403B-9D6A-A3DEC737450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" y="1199"/>
              <a:ext cx="982" cy="2830"/>
            </a:xfrm>
            <a:custGeom>
              <a:avLst/>
              <a:gdLst>
                <a:gd name="T0" fmla="*/ 2300 w 634"/>
                <a:gd name="T1" fmla="*/ 3037 h 1830"/>
                <a:gd name="T2" fmla="*/ 2268 w 634"/>
                <a:gd name="T3" fmla="*/ 2344 h 1830"/>
                <a:gd name="T4" fmla="*/ 2159 w 634"/>
                <a:gd name="T5" fmla="*/ 1505 h 1830"/>
                <a:gd name="T6" fmla="*/ 1725 w 634"/>
                <a:gd name="T7" fmla="*/ 346 h 1830"/>
                <a:gd name="T8" fmla="*/ 1403 w 634"/>
                <a:gd name="T9" fmla="*/ 14 h 1830"/>
                <a:gd name="T10" fmla="*/ 1231 w 634"/>
                <a:gd name="T11" fmla="*/ 122 h 1830"/>
                <a:gd name="T12" fmla="*/ 1183 w 634"/>
                <a:gd name="T13" fmla="*/ 127 h 1830"/>
                <a:gd name="T14" fmla="*/ 967 w 634"/>
                <a:gd name="T15" fmla="*/ 29 h 1830"/>
                <a:gd name="T16" fmla="*/ 757 w 634"/>
                <a:gd name="T17" fmla="*/ 340 h 1830"/>
                <a:gd name="T18" fmla="*/ 341 w 634"/>
                <a:gd name="T19" fmla="*/ 813 h 1830"/>
                <a:gd name="T20" fmla="*/ 141 w 634"/>
                <a:gd name="T21" fmla="*/ 1780 h 1830"/>
                <a:gd name="T22" fmla="*/ 79 w 634"/>
                <a:gd name="T23" fmla="*/ 2626 h 1830"/>
                <a:gd name="T24" fmla="*/ 8 w 634"/>
                <a:gd name="T25" fmla="*/ 3240 h 1830"/>
                <a:gd name="T26" fmla="*/ 48 w 634"/>
                <a:gd name="T27" fmla="*/ 3357 h 1830"/>
                <a:gd name="T28" fmla="*/ 223 w 634"/>
                <a:gd name="T29" fmla="*/ 3501 h 1830"/>
                <a:gd name="T30" fmla="*/ 293 w 634"/>
                <a:gd name="T31" fmla="*/ 3466 h 1830"/>
                <a:gd name="T32" fmla="*/ 319 w 634"/>
                <a:gd name="T33" fmla="*/ 3436 h 1830"/>
                <a:gd name="T34" fmla="*/ 316 w 634"/>
                <a:gd name="T35" fmla="*/ 3274 h 1830"/>
                <a:gd name="T36" fmla="*/ 263 w 634"/>
                <a:gd name="T37" fmla="*/ 2966 h 1830"/>
                <a:gd name="T38" fmla="*/ 438 w 634"/>
                <a:gd name="T39" fmla="*/ 1816 h 1830"/>
                <a:gd name="T40" fmla="*/ 590 w 634"/>
                <a:gd name="T41" fmla="*/ 1415 h 1830"/>
                <a:gd name="T42" fmla="*/ 587 w 634"/>
                <a:gd name="T43" fmla="*/ 2092 h 1830"/>
                <a:gd name="T44" fmla="*/ 513 w 634"/>
                <a:gd name="T45" fmla="*/ 3161 h 1830"/>
                <a:gd name="T46" fmla="*/ 664 w 634"/>
                <a:gd name="T47" fmla="*/ 4386 h 1830"/>
                <a:gd name="T48" fmla="*/ 712 w 634"/>
                <a:gd name="T49" fmla="*/ 5529 h 1830"/>
                <a:gd name="T50" fmla="*/ 844 w 634"/>
                <a:gd name="T51" fmla="*/ 6306 h 1830"/>
                <a:gd name="T52" fmla="*/ 699 w 634"/>
                <a:gd name="T53" fmla="*/ 6610 h 1830"/>
                <a:gd name="T54" fmla="*/ 743 w 634"/>
                <a:gd name="T55" fmla="*/ 6722 h 1830"/>
                <a:gd name="T56" fmla="*/ 953 w 634"/>
                <a:gd name="T57" fmla="*/ 6735 h 1830"/>
                <a:gd name="T58" fmla="*/ 1149 w 634"/>
                <a:gd name="T59" fmla="*/ 6605 h 1830"/>
                <a:gd name="T60" fmla="*/ 1159 w 634"/>
                <a:gd name="T61" fmla="*/ 6381 h 1830"/>
                <a:gd name="T62" fmla="*/ 1124 w 634"/>
                <a:gd name="T63" fmla="*/ 6161 h 1830"/>
                <a:gd name="T64" fmla="*/ 1137 w 634"/>
                <a:gd name="T65" fmla="*/ 4907 h 1830"/>
                <a:gd name="T66" fmla="*/ 1132 w 634"/>
                <a:gd name="T67" fmla="*/ 4209 h 1830"/>
                <a:gd name="T68" fmla="*/ 1132 w 634"/>
                <a:gd name="T69" fmla="*/ 3193 h 1830"/>
                <a:gd name="T70" fmla="*/ 1173 w 634"/>
                <a:gd name="T71" fmla="*/ 3195 h 1830"/>
                <a:gd name="T72" fmla="*/ 1224 w 634"/>
                <a:gd name="T73" fmla="*/ 3183 h 1830"/>
                <a:gd name="T74" fmla="*/ 1224 w 634"/>
                <a:gd name="T75" fmla="*/ 3628 h 1830"/>
                <a:gd name="T76" fmla="*/ 1231 w 634"/>
                <a:gd name="T77" fmla="*/ 4568 h 1830"/>
                <a:gd name="T78" fmla="*/ 1273 w 634"/>
                <a:gd name="T79" fmla="*/ 5895 h 1830"/>
                <a:gd name="T80" fmla="*/ 1214 w 634"/>
                <a:gd name="T81" fmla="*/ 6294 h 1830"/>
                <a:gd name="T82" fmla="*/ 1193 w 634"/>
                <a:gd name="T83" fmla="*/ 6504 h 1830"/>
                <a:gd name="T84" fmla="*/ 1253 w 634"/>
                <a:gd name="T85" fmla="*/ 6727 h 1830"/>
                <a:gd name="T86" fmla="*/ 1512 w 634"/>
                <a:gd name="T87" fmla="*/ 6741 h 1830"/>
                <a:gd name="T88" fmla="*/ 1653 w 634"/>
                <a:gd name="T89" fmla="*/ 6667 h 1830"/>
                <a:gd name="T90" fmla="*/ 1535 w 634"/>
                <a:gd name="T91" fmla="*/ 6443 h 1830"/>
                <a:gd name="T92" fmla="*/ 1530 w 634"/>
                <a:gd name="T93" fmla="*/ 6070 h 1830"/>
                <a:gd name="T94" fmla="*/ 1677 w 634"/>
                <a:gd name="T95" fmla="*/ 4709 h 1830"/>
                <a:gd name="T96" fmla="*/ 1792 w 634"/>
                <a:gd name="T97" fmla="*/ 3755 h 1830"/>
                <a:gd name="T98" fmla="*/ 1832 w 634"/>
                <a:gd name="T99" fmla="*/ 2592 h 1830"/>
                <a:gd name="T100" fmla="*/ 1752 w 634"/>
                <a:gd name="T101" fmla="*/ 1812 h 1830"/>
                <a:gd name="T102" fmla="*/ 1828 w 634"/>
                <a:gd name="T103" fmla="*/ 1415 h 1830"/>
                <a:gd name="T104" fmla="*/ 2015 w 634"/>
                <a:gd name="T105" fmla="*/ 2341 h 1830"/>
                <a:gd name="T106" fmla="*/ 2066 w 634"/>
                <a:gd name="T107" fmla="*/ 3073 h 1830"/>
                <a:gd name="T108" fmla="*/ 2045 w 634"/>
                <a:gd name="T109" fmla="*/ 3404 h 1830"/>
                <a:gd name="T110" fmla="*/ 2029 w 634"/>
                <a:gd name="T111" fmla="*/ 3458 h 1830"/>
                <a:gd name="T112" fmla="*/ 2032 w 634"/>
                <a:gd name="T113" fmla="*/ 3527 h 1830"/>
                <a:gd name="T114" fmla="*/ 2252 w 634"/>
                <a:gd name="T115" fmla="*/ 3439 h 1830"/>
                <a:gd name="T116" fmla="*/ 2326 w 634"/>
                <a:gd name="T117" fmla="*/ 3299 h 1830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634" h="1830">
                  <a:moveTo>
                    <a:pt x="631" y="876"/>
                  </a:moveTo>
                  <a:cubicBezTo>
                    <a:pt x="629" y="872"/>
                    <a:pt x="624" y="840"/>
                    <a:pt x="619" y="821"/>
                  </a:cubicBezTo>
                  <a:cubicBezTo>
                    <a:pt x="615" y="806"/>
                    <a:pt x="610" y="740"/>
                    <a:pt x="613" y="710"/>
                  </a:cubicBezTo>
                  <a:cubicBezTo>
                    <a:pt x="615" y="686"/>
                    <a:pt x="609" y="649"/>
                    <a:pt x="610" y="634"/>
                  </a:cubicBezTo>
                  <a:cubicBezTo>
                    <a:pt x="610" y="544"/>
                    <a:pt x="599" y="498"/>
                    <a:pt x="595" y="481"/>
                  </a:cubicBezTo>
                  <a:cubicBezTo>
                    <a:pt x="591" y="464"/>
                    <a:pt x="588" y="442"/>
                    <a:pt x="581" y="407"/>
                  </a:cubicBezTo>
                  <a:cubicBezTo>
                    <a:pt x="547" y="251"/>
                    <a:pt x="531" y="166"/>
                    <a:pt x="521" y="142"/>
                  </a:cubicBezTo>
                  <a:cubicBezTo>
                    <a:pt x="515" y="126"/>
                    <a:pt x="500" y="99"/>
                    <a:pt x="464" y="94"/>
                  </a:cubicBezTo>
                  <a:cubicBezTo>
                    <a:pt x="451" y="92"/>
                    <a:pt x="439" y="91"/>
                    <a:pt x="429" y="87"/>
                  </a:cubicBezTo>
                  <a:cubicBezTo>
                    <a:pt x="405" y="78"/>
                    <a:pt x="372" y="64"/>
                    <a:pt x="378" y="4"/>
                  </a:cubicBezTo>
                  <a:cubicBezTo>
                    <a:pt x="376" y="7"/>
                    <a:pt x="377" y="5"/>
                    <a:pt x="374" y="8"/>
                  </a:cubicBezTo>
                  <a:cubicBezTo>
                    <a:pt x="361" y="19"/>
                    <a:pt x="345" y="31"/>
                    <a:pt x="331" y="33"/>
                  </a:cubicBezTo>
                  <a:cubicBezTo>
                    <a:pt x="326" y="34"/>
                    <a:pt x="321" y="33"/>
                    <a:pt x="317" y="33"/>
                  </a:cubicBezTo>
                  <a:cubicBezTo>
                    <a:pt x="318" y="34"/>
                    <a:pt x="318" y="34"/>
                    <a:pt x="318" y="34"/>
                  </a:cubicBezTo>
                  <a:cubicBezTo>
                    <a:pt x="318" y="34"/>
                    <a:pt x="306" y="33"/>
                    <a:pt x="302" y="33"/>
                  </a:cubicBezTo>
                  <a:cubicBezTo>
                    <a:pt x="287" y="30"/>
                    <a:pt x="273" y="19"/>
                    <a:pt x="260" y="8"/>
                  </a:cubicBezTo>
                  <a:cubicBezTo>
                    <a:pt x="256" y="6"/>
                    <a:pt x="254" y="3"/>
                    <a:pt x="251" y="0"/>
                  </a:cubicBezTo>
                  <a:cubicBezTo>
                    <a:pt x="272" y="67"/>
                    <a:pt x="228" y="86"/>
                    <a:pt x="204" y="92"/>
                  </a:cubicBezTo>
                  <a:cubicBezTo>
                    <a:pt x="193" y="96"/>
                    <a:pt x="146" y="97"/>
                    <a:pt x="121" y="129"/>
                  </a:cubicBezTo>
                  <a:cubicBezTo>
                    <a:pt x="111" y="143"/>
                    <a:pt x="96" y="194"/>
                    <a:pt x="92" y="220"/>
                  </a:cubicBezTo>
                  <a:cubicBezTo>
                    <a:pt x="88" y="246"/>
                    <a:pt x="63" y="350"/>
                    <a:pt x="55" y="389"/>
                  </a:cubicBezTo>
                  <a:cubicBezTo>
                    <a:pt x="48" y="424"/>
                    <a:pt x="42" y="464"/>
                    <a:pt x="38" y="481"/>
                  </a:cubicBezTo>
                  <a:cubicBezTo>
                    <a:pt x="34" y="498"/>
                    <a:pt x="19" y="543"/>
                    <a:pt x="19" y="633"/>
                  </a:cubicBezTo>
                  <a:cubicBezTo>
                    <a:pt x="20" y="649"/>
                    <a:pt x="19" y="686"/>
                    <a:pt x="21" y="710"/>
                  </a:cubicBezTo>
                  <a:cubicBezTo>
                    <a:pt x="24" y="740"/>
                    <a:pt x="19" y="806"/>
                    <a:pt x="15" y="821"/>
                  </a:cubicBezTo>
                  <a:cubicBezTo>
                    <a:pt x="9" y="840"/>
                    <a:pt x="5" y="872"/>
                    <a:pt x="2" y="876"/>
                  </a:cubicBezTo>
                  <a:cubicBezTo>
                    <a:pt x="0" y="881"/>
                    <a:pt x="5" y="887"/>
                    <a:pt x="7" y="892"/>
                  </a:cubicBezTo>
                  <a:cubicBezTo>
                    <a:pt x="10" y="896"/>
                    <a:pt x="9" y="901"/>
                    <a:pt x="13" y="908"/>
                  </a:cubicBezTo>
                  <a:cubicBezTo>
                    <a:pt x="15" y="913"/>
                    <a:pt x="23" y="924"/>
                    <a:pt x="27" y="930"/>
                  </a:cubicBezTo>
                  <a:cubicBezTo>
                    <a:pt x="31" y="936"/>
                    <a:pt x="47" y="943"/>
                    <a:pt x="60" y="947"/>
                  </a:cubicBezTo>
                  <a:cubicBezTo>
                    <a:pt x="68" y="950"/>
                    <a:pt x="85" y="958"/>
                    <a:pt x="86" y="954"/>
                  </a:cubicBezTo>
                  <a:cubicBezTo>
                    <a:pt x="89" y="946"/>
                    <a:pt x="86" y="940"/>
                    <a:pt x="79" y="937"/>
                  </a:cubicBezTo>
                  <a:cubicBezTo>
                    <a:pt x="75" y="935"/>
                    <a:pt x="85" y="942"/>
                    <a:pt x="87" y="935"/>
                  </a:cubicBezTo>
                  <a:cubicBezTo>
                    <a:pt x="88" y="933"/>
                    <a:pt x="88" y="932"/>
                    <a:pt x="86" y="929"/>
                  </a:cubicBezTo>
                  <a:cubicBezTo>
                    <a:pt x="88" y="924"/>
                    <a:pt x="86" y="924"/>
                    <a:pt x="83" y="920"/>
                  </a:cubicBezTo>
                  <a:cubicBezTo>
                    <a:pt x="89" y="919"/>
                    <a:pt x="88" y="896"/>
                    <a:pt x="85" y="885"/>
                  </a:cubicBezTo>
                  <a:cubicBezTo>
                    <a:pt x="86" y="877"/>
                    <a:pt x="86" y="849"/>
                    <a:pt x="79" y="830"/>
                  </a:cubicBezTo>
                  <a:cubicBezTo>
                    <a:pt x="75" y="819"/>
                    <a:pt x="71" y="809"/>
                    <a:pt x="71" y="802"/>
                  </a:cubicBezTo>
                  <a:cubicBezTo>
                    <a:pt x="67" y="785"/>
                    <a:pt x="82" y="666"/>
                    <a:pt x="94" y="632"/>
                  </a:cubicBezTo>
                  <a:cubicBezTo>
                    <a:pt x="116" y="562"/>
                    <a:pt x="115" y="503"/>
                    <a:pt x="118" y="491"/>
                  </a:cubicBezTo>
                  <a:cubicBezTo>
                    <a:pt x="120" y="478"/>
                    <a:pt x="156" y="308"/>
                    <a:pt x="161" y="279"/>
                  </a:cubicBezTo>
                  <a:cubicBezTo>
                    <a:pt x="159" y="383"/>
                    <a:pt x="159" y="383"/>
                    <a:pt x="159" y="383"/>
                  </a:cubicBezTo>
                  <a:cubicBezTo>
                    <a:pt x="161" y="418"/>
                    <a:pt x="159" y="464"/>
                    <a:pt x="160" y="483"/>
                  </a:cubicBezTo>
                  <a:cubicBezTo>
                    <a:pt x="162" y="508"/>
                    <a:pt x="155" y="522"/>
                    <a:pt x="158" y="566"/>
                  </a:cubicBezTo>
                  <a:cubicBezTo>
                    <a:pt x="159" y="590"/>
                    <a:pt x="155" y="641"/>
                    <a:pt x="144" y="697"/>
                  </a:cubicBezTo>
                  <a:cubicBezTo>
                    <a:pt x="135" y="742"/>
                    <a:pt x="140" y="773"/>
                    <a:pt x="138" y="855"/>
                  </a:cubicBezTo>
                  <a:cubicBezTo>
                    <a:pt x="137" y="912"/>
                    <a:pt x="140" y="949"/>
                    <a:pt x="147" y="1017"/>
                  </a:cubicBezTo>
                  <a:cubicBezTo>
                    <a:pt x="154" y="1074"/>
                    <a:pt x="171" y="1144"/>
                    <a:pt x="179" y="1186"/>
                  </a:cubicBezTo>
                  <a:cubicBezTo>
                    <a:pt x="187" y="1227"/>
                    <a:pt x="180" y="1246"/>
                    <a:pt x="182" y="1273"/>
                  </a:cubicBezTo>
                  <a:cubicBezTo>
                    <a:pt x="184" y="1300"/>
                    <a:pt x="170" y="1402"/>
                    <a:pt x="192" y="1495"/>
                  </a:cubicBezTo>
                  <a:cubicBezTo>
                    <a:pt x="209" y="1570"/>
                    <a:pt x="218" y="1623"/>
                    <a:pt x="222" y="1641"/>
                  </a:cubicBezTo>
                  <a:cubicBezTo>
                    <a:pt x="231" y="1681"/>
                    <a:pt x="223" y="1685"/>
                    <a:pt x="227" y="1705"/>
                  </a:cubicBezTo>
                  <a:cubicBezTo>
                    <a:pt x="231" y="1725"/>
                    <a:pt x="231" y="1722"/>
                    <a:pt x="220" y="1742"/>
                  </a:cubicBezTo>
                  <a:cubicBezTo>
                    <a:pt x="210" y="1754"/>
                    <a:pt x="194" y="1781"/>
                    <a:pt x="188" y="1787"/>
                  </a:cubicBezTo>
                  <a:cubicBezTo>
                    <a:pt x="183" y="1793"/>
                    <a:pt x="186" y="1800"/>
                    <a:pt x="188" y="1803"/>
                  </a:cubicBezTo>
                  <a:cubicBezTo>
                    <a:pt x="184" y="1813"/>
                    <a:pt x="196" y="1818"/>
                    <a:pt x="200" y="1818"/>
                  </a:cubicBezTo>
                  <a:cubicBezTo>
                    <a:pt x="199" y="1828"/>
                    <a:pt x="221" y="1827"/>
                    <a:pt x="226" y="1823"/>
                  </a:cubicBezTo>
                  <a:cubicBezTo>
                    <a:pt x="232" y="1828"/>
                    <a:pt x="249" y="1828"/>
                    <a:pt x="256" y="1821"/>
                  </a:cubicBezTo>
                  <a:cubicBezTo>
                    <a:pt x="266" y="1830"/>
                    <a:pt x="285" y="1830"/>
                    <a:pt x="297" y="1819"/>
                  </a:cubicBezTo>
                  <a:cubicBezTo>
                    <a:pt x="309" y="1808"/>
                    <a:pt x="310" y="1797"/>
                    <a:pt x="309" y="1786"/>
                  </a:cubicBezTo>
                  <a:cubicBezTo>
                    <a:pt x="307" y="1776"/>
                    <a:pt x="310" y="1772"/>
                    <a:pt x="313" y="1759"/>
                  </a:cubicBezTo>
                  <a:cubicBezTo>
                    <a:pt x="315" y="1746"/>
                    <a:pt x="317" y="1735"/>
                    <a:pt x="312" y="1725"/>
                  </a:cubicBezTo>
                  <a:cubicBezTo>
                    <a:pt x="306" y="1716"/>
                    <a:pt x="306" y="1711"/>
                    <a:pt x="306" y="1702"/>
                  </a:cubicBezTo>
                  <a:cubicBezTo>
                    <a:pt x="306" y="1692"/>
                    <a:pt x="310" y="1678"/>
                    <a:pt x="303" y="1666"/>
                  </a:cubicBezTo>
                  <a:cubicBezTo>
                    <a:pt x="297" y="1654"/>
                    <a:pt x="289" y="1625"/>
                    <a:pt x="290" y="1594"/>
                  </a:cubicBezTo>
                  <a:cubicBezTo>
                    <a:pt x="291" y="1563"/>
                    <a:pt x="317" y="1387"/>
                    <a:pt x="306" y="1327"/>
                  </a:cubicBezTo>
                  <a:cubicBezTo>
                    <a:pt x="295" y="1267"/>
                    <a:pt x="299" y="1255"/>
                    <a:pt x="302" y="1235"/>
                  </a:cubicBezTo>
                  <a:cubicBezTo>
                    <a:pt x="305" y="1214"/>
                    <a:pt x="311" y="1181"/>
                    <a:pt x="305" y="1138"/>
                  </a:cubicBezTo>
                  <a:cubicBezTo>
                    <a:pt x="303" y="1121"/>
                    <a:pt x="304" y="1051"/>
                    <a:pt x="304" y="981"/>
                  </a:cubicBezTo>
                  <a:cubicBezTo>
                    <a:pt x="305" y="935"/>
                    <a:pt x="306" y="878"/>
                    <a:pt x="305" y="863"/>
                  </a:cubicBezTo>
                  <a:cubicBezTo>
                    <a:pt x="305" y="862"/>
                    <a:pt x="305" y="862"/>
                    <a:pt x="305" y="862"/>
                  </a:cubicBezTo>
                  <a:cubicBezTo>
                    <a:pt x="309" y="863"/>
                    <a:pt x="312" y="864"/>
                    <a:pt x="316" y="864"/>
                  </a:cubicBezTo>
                  <a:cubicBezTo>
                    <a:pt x="316" y="864"/>
                    <a:pt x="316" y="864"/>
                    <a:pt x="316" y="864"/>
                  </a:cubicBezTo>
                  <a:cubicBezTo>
                    <a:pt x="320" y="864"/>
                    <a:pt x="325" y="863"/>
                    <a:pt x="329" y="861"/>
                  </a:cubicBezTo>
                  <a:cubicBezTo>
                    <a:pt x="328" y="863"/>
                    <a:pt x="328" y="863"/>
                    <a:pt x="328" y="863"/>
                  </a:cubicBezTo>
                  <a:cubicBezTo>
                    <a:pt x="326" y="873"/>
                    <a:pt x="329" y="935"/>
                    <a:pt x="329" y="981"/>
                  </a:cubicBezTo>
                  <a:cubicBezTo>
                    <a:pt x="330" y="1051"/>
                    <a:pt x="330" y="1121"/>
                    <a:pt x="328" y="1138"/>
                  </a:cubicBezTo>
                  <a:cubicBezTo>
                    <a:pt x="322" y="1181"/>
                    <a:pt x="329" y="1214"/>
                    <a:pt x="331" y="1235"/>
                  </a:cubicBezTo>
                  <a:cubicBezTo>
                    <a:pt x="334" y="1255"/>
                    <a:pt x="338" y="1267"/>
                    <a:pt x="327" y="1327"/>
                  </a:cubicBezTo>
                  <a:cubicBezTo>
                    <a:pt x="317" y="1387"/>
                    <a:pt x="342" y="1563"/>
                    <a:pt x="343" y="1594"/>
                  </a:cubicBezTo>
                  <a:cubicBezTo>
                    <a:pt x="345" y="1625"/>
                    <a:pt x="337" y="1654"/>
                    <a:pt x="330" y="1666"/>
                  </a:cubicBezTo>
                  <a:cubicBezTo>
                    <a:pt x="323" y="1678"/>
                    <a:pt x="327" y="1692"/>
                    <a:pt x="327" y="1702"/>
                  </a:cubicBezTo>
                  <a:cubicBezTo>
                    <a:pt x="327" y="1711"/>
                    <a:pt x="327" y="1716"/>
                    <a:pt x="322" y="1725"/>
                  </a:cubicBezTo>
                  <a:cubicBezTo>
                    <a:pt x="316" y="1735"/>
                    <a:pt x="318" y="1746"/>
                    <a:pt x="321" y="1759"/>
                  </a:cubicBezTo>
                  <a:cubicBezTo>
                    <a:pt x="323" y="1772"/>
                    <a:pt x="326" y="1776"/>
                    <a:pt x="325" y="1786"/>
                  </a:cubicBezTo>
                  <a:cubicBezTo>
                    <a:pt x="323" y="1797"/>
                    <a:pt x="325" y="1808"/>
                    <a:pt x="337" y="1819"/>
                  </a:cubicBezTo>
                  <a:cubicBezTo>
                    <a:pt x="349" y="1830"/>
                    <a:pt x="367" y="1830"/>
                    <a:pt x="378" y="1821"/>
                  </a:cubicBezTo>
                  <a:cubicBezTo>
                    <a:pt x="384" y="1828"/>
                    <a:pt x="401" y="1828"/>
                    <a:pt x="407" y="1823"/>
                  </a:cubicBezTo>
                  <a:cubicBezTo>
                    <a:pt x="413" y="1827"/>
                    <a:pt x="435" y="1828"/>
                    <a:pt x="433" y="1818"/>
                  </a:cubicBezTo>
                  <a:cubicBezTo>
                    <a:pt x="437" y="1818"/>
                    <a:pt x="449" y="1813"/>
                    <a:pt x="445" y="1803"/>
                  </a:cubicBezTo>
                  <a:cubicBezTo>
                    <a:pt x="448" y="1800"/>
                    <a:pt x="450" y="1793"/>
                    <a:pt x="445" y="1787"/>
                  </a:cubicBezTo>
                  <a:cubicBezTo>
                    <a:pt x="440" y="1781"/>
                    <a:pt x="423" y="1754"/>
                    <a:pt x="413" y="1742"/>
                  </a:cubicBezTo>
                  <a:cubicBezTo>
                    <a:pt x="402" y="1722"/>
                    <a:pt x="403" y="1725"/>
                    <a:pt x="407" y="1705"/>
                  </a:cubicBezTo>
                  <a:cubicBezTo>
                    <a:pt x="411" y="1685"/>
                    <a:pt x="402" y="1681"/>
                    <a:pt x="412" y="1641"/>
                  </a:cubicBezTo>
                  <a:cubicBezTo>
                    <a:pt x="416" y="1623"/>
                    <a:pt x="425" y="1578"/>
                    <a:pt x="441" y="1501"/>
                  </a:cubicBezTo>
                  <a:cubicBezTo>
                    <a:pt x="456" y="1425"/>
                    <a:pt x="449" y="1300"/>
                    <a:pt x="451" y="1273"/>
                  </a:cubicBezTo>
                  <a:cubicBezTo>
                    <a:pt x="453" y="1246"/>
                    <a:pt x="445" y="1229"/>
                    <a:pt x="453" y="1187"/>
                  </a:cubicBezTo>
                  <a:cubicBezTo>
                    <a:pt x="461" y="1146"/>
                    <a:pt x="474" y="1072"/>
                    <a:pt x="482" y="1015"/>
                  </a:cubicBezTo>
                  <a:cubicBezTo>
                    <a:pt x="495" y="932"/>
                    <a:pt x="494" y="909"/>
                    <a:pt x="497" y="865"/>
                  </a:cubicBezTo>
                  <a:cubicBezTo>
                    <a:pt x="503" y="777"/>
                    <a:pt x="499" y="748"/>
                    <a:pt x="493" y="701"/>
                  </a:cubicBezTo>
                  <a:cubicBezTo>
                    <a:pt x="483" y="645"/>
                    <a:pt x="482" y="591"/>
                    <a:pt x="482" y="567"/>
                  </a:cubicBezTo>
                  <a:cubicBezTo>
                    <a:pt x="482" y="537"/>
                    <a:pt x="470" y="515"/>
                    <a:pt x="471" y="490"/>
                  </a:cubicBezTo>
                  <a:cubicBezTo>
                    <a:pt x="472" y="471"/>
                    <a:pt x="471" y="307"/>
                    <a:pt x="465" y="259"/>
                  </a:cubicBezTo>
                  <a:cubicBezTo>
                    <a:pt x="492" y="383"/>
                    <a:pt x="492" y="383"/>
                    <a:pt x="492" y="383"/>
                  </a:cubicBezTo>
                  <a:cubicBezTo>
                    <a:pt x="497" y="412"/>
                    <a:pt x="513" y="478"/>
                    <a:pt x="516" y="491"/>
                  </a:cubicBezTo>
                  <a:cubicBezTo>
                    <a:pt x="518" y="503"/>
                    <a:pt x="519" y="563"/>
                    <a:pt x="542" y="633"/>
                  </a:cubicBezTo>
                  <a:cubicBezTo>
                    <a:pt x="554" y="666"/>
                    <a:pt x="566" y="785"/>
                    <a:pt x="563" y="802"/>
                  </a:cubicBezTo>
                  <a:cubicBezTo>
                    <a:pt x="563" y="809"/>
                    <a:pt x="561" y="820"/>
                    <a:pt x="556" y="831"/>
                  </a:cubicBezTo>
                  <a:cubicBezTo>
                    <a:pt x="549" y="850"/>
                    <a:pt x="548" y="877"/>
                    <a:pt x="549" y="885"/>
                  </a:cubicBezTo>
                  <a:cubicBezTo>
                    <a:pt x="546" y="896"/>
                    <a:pt x="540" y="916"/>
                    <a:pt x="550" y="920"/>
                  </a:cubicBezTo>
                  <a:cubicBezTo>
                    <a:pt x="547" y="924"/>
                    <a:pt x="546" y="924"/>
                    <a:pt x="547" y="929"/>
                  </a:cubicBezTo>
                  <a:cubicBezTo>
                    <a:pt x="545" y="932"/>
                    <a:pt x="545" y="933"/>
                    <a:pt x="546" y="935"/>
                  </a:cubicBezTo>
                  <a:cubicBezTo>
                    <a:pt x="549" y="942"/>
                    <a:pt x="560" y="934"/>
                    <a:pt x="556" y="936"/>
                  </a:cubicBezTo>
                  <a:cubicBezTo>
                    <a:pt x="549" y="940"/>
                    <a:pt x="544" y="946"/>
                    <a:pt x="547" y="954"/>
                  </a:cubicBezTo>
                  <a:cubicBezTo>
                    <a:pt x="549" y="958"/>
                    <a:pt x="565" y="950"/>
                    <a:pt x="573" y="947"/>
                  </a:cubicBezTo>
                  <a:cubicBezTo>
                    <a:pt x="586" y="943"/>
                    <a:pt x="602" y="936"/>
                    <a:pt x="606" y="930"/>
                  </a:cubicBezTo>
                  <a:cubicBezTo>
                    <a:pt x="610" y="924"/>
                    <a:pt x="618" y="913"/>
                    <a:pt x="621" y="908"/>
                  </a:cubicBezTo>
                  <a:cubicBezTo>
                    <a:pt x="624" y="901"/>
                    <a:pt x="624" y="896"/>
                    <a:pt x="626" y="892"/>
                  </a:cubicBezTo>
                  <a:cubicBezTo>
                    <a:pt x="629" y="887"/>
                    <a:pt x="634" y="881"/>
                    <a:pt x="631" y="876"/>
                  </a:cubicBezTo>
                </a:path>
              </a:pathLst>
            </a:custGeom>
            <a:solidFill>
              <a:srgbClr val="FEF3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9710" name="Freeform 940">
              <a:extLst>
                <a:ext uri="{FF2B5EF4-FFF2-40B4-BE49-F238E27FC236}">
                  <a16:creationId xmlns:a16="http://schemas.microsoft.com/office/drawing/2014/main" id="{0C284F83-45AD-4AF2-8B1A-BFAF4C473D47}"/>
                </a:ext>
              </a:extLst>
            </p:cNvPr>
            <p:cNvSpPr>
              <a:spLocks/>
            </p:cNvSpPr>
            <p:nvPr/>
          </p:nvSpPr>
          <p:spPr bwMode="auto">
            <a:xfrm>
              <a:off x="952" y="1244"/>
              <a:ext cx="36" cy="101"/>
            </a:xfrm>
            <a:custGeom>
              <a:avLst/>
              <a:gdLst>
                <a:gd name="T0" fmla="*/ 31 w 23"/>
                <a:gd name="T1" fmla="*/ 0 h 65"/>
                <a:gd name="T2" fmla="*/ 34 w 23"/>
                <a:gd name="T3" fmla="*/ 30 h 65"/>
                <a:gd name="T4" fmla="*/ 42 w 23"/>
                <a:gd name="T5" fmla="*/ 101 h 65"/>
                <a:gd name="T6" fmla="*/ 61 w 23"/>
                <a:gd name="T7" fmla="*/ 176 h 65"/>
                <a:gd name="T8" fmla="*/ 88 w 23"/>
                <a:gd name="T9" fmla="*/ 244 h 65"/>
                <a:gd name="T10" fmla="*/ 20 w 23"/>
                <a:gd name="T11" fmla="*/ 101 h 65"/>
                <a:gd name="T12" fmla="*/ 0 w 23"/>
                <a:gd name="T13" fmla="*/ 34 h 6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65">
                  <a:moveTo>
                    <a:pt x="8" y="0"/>
                  </a:moveTo>
                  <a:cubicBezTo>
                    <a:pt x="8" y="3"/>
                    <a:pt x="9" y="6"/>
                    <a:pt x="9" y="8"/>
                  </a:cubicBezTo>
                  <a:cubicBezTo>
                    <a:pt x="9" y="14"/>
                    <a:pt x="10" y="21"/>
                    <a:pt x="11" y="27"/>
                  </a:cubicBezTo>
                  <a:cubicBezTo>
                    <a:pt x="12" y="34"/>
                    <a:pt x="14" y="40"/>
                    <a:pt x="16" y="47"/>
                  </a:cubicBezTo>
                  <a:cubicBezTo>
                    <a:pt x="18" y="53"/>
                    <a:pt x="21" y="59"/>
                    <a:pt x="23" y="65"/>
                  </a:cubicBezTo>
                  <a:cubicBezTo>
                    <a:pt x="11" y="59"/>
                    <a:pt x="7" y="39"/>
                    <a:pt x="5" y="27"/>
                  </a:cubicBezTo>
                  <a:cubicBezTo>
                    <a:pt x="4" y="24"/>
                    <a:pt x="3" y="14"/>
                    <a:pt x="0" y="9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9711" name="Freeform 941">
              <a:extLst>
                <a:ext uri="{FF2B5EF4-FFF2-40B4-BE49-F238E27FC236}">
                  <a16:creationId xmlns:a16="http://schemas.microsoft.com/office/drawing/2014/main" id="{60B4330E-B252-4DEA-A333-474722464BA5}"/>
                </a:ext>
              </a:extLst>
            </p:cNvPr>
            <p:cNvSpPr>
              <a:spLocks/>
            </p:cNvSpPr>
            <p:nvPr/>
          </p:nvSpPr>
          <p:spPr bwMode="auto">
            <a:xfrm>
              <a:off x="920" y="1362"/>
              <a:ext cx="170" cy="17"/>
            </a:xfrm>
            <a:custGeom>
              <a:avLst/>
              <a:gdLst>
                <a:gd name="T0" fmla="*/ 5 w 110"/>
                <a:gd name="T1" fmla="*/ 34 h 11"/>
                <a:gd name="T2" fmla="*/ 198 w 110"/>
                <a:gd name="T3" fmla="*/ 26 h 11"/>
                <a:gd name="T4" fmla="*/ 406 w 110"/>
                <a:gd name="T5" fmla="*/ 14 h 11"/>
                <a:gd name="T6" fmla="*/ 359 w 110"/>
                <a:gd name="T7" fmla="*/ 8 h 11"/>
                <a:gd name="T8" fmla="*/ 250 w 110"/>
                <a:gd name="T9" fmla="*/ 8 h 11"/>
                <a:gd name="T10" fmla="*/ 110 w 110"/>
                <a:gd name="T11" fmla="*/ 0 h 11"/>
                <a:gd name="T12" fmla="*/ 0 w 110"/>
                <a:gd name="T13" fmla="*/ 40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0" h="11">
                  <a:moveTo>
                    <a:pt x="1" y="9"/>
                  </a:moveTo>
                  <a:cubicBezTo>
                    <a:pt x="18" y="3"/>
                    <a:pt x="37" y="5"/>
                    <a:pt x="54" y="7"/>
                  </a:cubicBezTo>
                  <a:cubicBezTo>
                    <a:pt x="73" y="10"/>
                    <a:pt x="91" y="6"/>
                    <a:pt x="110" y="4"/>
                  </a:cubicBezTo>
                  <a:cubicBezTo>
                    <a:pt x="107" y="1"/>
                    <a:pt x="102" y="2"/>
                    <a:pt x="97" y="2"/>
                  </a:cubicBezTo>
                  <a:cubicBezTo>
                    <a:pt x="88" y="2"/>
                    <a:pt x="78" y="2"/>
                    <a:pt x="68" y="2"/>
                  </a:cubicBezTo>
                  <a:cubicBezTo>
                    <a:pt x="54" y="3"/>
                    <a:pt x="44" y="0"/>
                    <a:pt x="30" y="0"/>
                  </a:cubicBezTo>
                  <a:cubicBezTo>
                    <a:pt x="22" y="1"/>
                    <a:pt x="3" y="2"/>
                    <a:pt x="0" y="11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9712" name="Freeform 942">
              <a:extLst>
                <a:ext uri="{FF2B5EF4-FFF2-40B4-BE49-F238E27FC236}">
                  <a16:creationId xmlns:a16="http://schemas.microsoft.com/office/drawing/2014/main" id="{652C38C5-78E3-4EB2-BD81-EAC501D9DFB5}"/>
                </a:ext>
              </a:extLst>
            </p:cNvPr>
            <p:cNvSpPr>
              <a:spLocks/>
            </p:cNvSpPr>
            <p:nvPr/>
          </p:nvSpPr>
          <p:spPr bwMode="auto">
            <a:xfrm>
              <a:off x="856" y="1386"/>
              <a:ext cx="34" cy="41"/>
            </a:xfrm>
            <a:custGeom>
              <a:avLst/>
              <a:gdLst>
                <a:gd name="T0" fmla="*/ 0 w 22"/>
                <a:gd name="T1" fmla="*/ 0 h 26"/>
                <a:gd name="T2" fmla="*/ 34 w 22"/>
                <a:gd name="T3" fmla="*/ 82 h 26"/>
                <a:gd name="T4" fmla="*/ 82 w 22"/>
                <a:gd name="T5" fmla="*/ 39 h 26"/>
                <a:gd name="T6" fmla="*/ 56 w 22"/>
                <a:gd name="T7" fmla="*/ 52 h 26"/>
                <a:gd name="T8" fmla="*/ 12 w 22"/>
                <a:gd name="T9" fmla="*/ 0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6">
                  <a:moveTo>
                    <a:pt x="0" y="0"/>
                  </a:moveTo>
                  <a:cubicBezTo>
                    <a:pt x="1" y="5"/>
                    <a:pt x="4" y="17"/>
                    <a:pt x="9" y="21"/>
                  </a:cubicBezTo>
                  <a:cubicBezTo>
                    <a:pt x="14" y="26"/>
                    <a:pt x="22" y="17"/>
                    <a:pt x="22" y="10"/>
                  </a:cubicBezTo>
                  <a:cubicBezTo>
                    <a:pt x="20" y="12"/>
                    <a:pt x="18" y="13"/>
                    <a:pt x="15" y="13"/>
                  </a:cubicBezTo>
                  <a:cubicBezTo>
                    <a:pt x="11" y="13"/>
                    <a:pt x="2" y="4"/>
                    <a:pt x="3" y="0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9713" name="Freeform 943">
              <a:extLst>
                <a:ext uri="{FF2B5EF4-FFF2-40B4-BE49-F238E27FC236}">
                  <a16:creationId xmlns:a16="http://schemas.microsoft.com/office/drawing/2014/main" id="{87B19680-36DC-4E50-96ED-302F2DE3CB2A}"/>
                </a:ext>
              </a:extLst>
            </p:cNvPr>
            <p:cNvSpPr>
              <a:spLocks/>
            </p:cNvSpPr>
            <p:nvPr/>
          </p:nvSpPr>
          <p:spPr bwMode="auto">
            <a:xfrm>
              <a:off x="862" y="2108"/>
              <a:ext cx="19" cy="19"/>
            </a:xfrm>
            <a:custGeom>
              <a:avLst/>
              <a:gdLst>
                <a:gd name="T0" fmla="*/ 0 w 12"/>
                <a:gd name="T1" fmla="*/ 33 h 12"/>
                <a:gd name="T2" fmla="*/ 43 w 12"/>
                <a:gd name="T3" fmla="*/ 33 h 12"/>
                <a:gd name="T4" fmla="*/ 35 w 12"/>
                <a:gd name="T5" fmla="*/ 8 h 12"/>
                <a:gd name="T6" fmla="*/ 8 w 12"/>
                <a:gd name="T7" fmla="*/ 8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2">
                  <a:moveTo>
                    <a:pt x="0" y="8"/>
                  </a:moveTo>
                  <a:cubicBezTo>
                    <a:pt x="2" y="11"/>
                    <a:pt x="9" y="12"/>
                    <a:pt x="11" y="8"/>
                  </a:cubicBezTo>
                  <a:cubicBezTo>
                    <a:pt x="12" y="7"/>
                    <a:pt x="11" y="3"/>
                    <a:pt x="9" y="2"/>
                  </a:cubicBezTo>
                  <a:cubicBezTo>
                    <a:pt x="7" y="0"/>
                    <a:pt x="5" y="1"/>
                    <a:pt x="2" y="2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9714" name="Freeform 944">
              <a:extLst>
                <a:ext uri="{FF2B5EF4-FFF2-40B4-BE49-F238E27FC236}">
                  <a16:creationId xmlns:a16="http://schemas.microsoft.com/office/drawing/2014/main" id="{81FBA351-AB3E-42B0-A27C-79B17B2E67DE}"/>
                </a:ext>
              </a:extLst>
            </p:cNvPr>
            <p:cNvSpPr>
              <a:spLocks/>
            </p:cNvSpPr>
            <p:nvPr/>
          </p:nvSpPr>
          <p:spPr bwMode="auto">
            <a:xfrm>
              <a:off x="808" y="2467"/>
              <a:ext cx="143" cy="60"/>
            </a:xfrm>
            <a:custGeom>
              <a:avLst/>
              <a:gdLst>
                <a:gd name="T0" fmla="*/ 8 w 92"/>
                <a:gd name="T1" fmla="*/ 66 h 39"/>
                <a:gd name="T2" fmla="*/ 176 w 92"/>
                <a:gd name="T3" fmla="*/ 137 h 39"/>
                <a:gd name="T4" fmla="*/ 263 w 92"/>
                <a:gd name="T5" fmla="*/ 109 h 39"/>
                <a:gd name="T6" fmla="*/ 345 w 92"/>
                <a:gd name="T7" fmla="*/ 0 h 39"/>
                <a:gd name="T8" fmla="*/ 292 w 92"/>
                <a:gd name="T9" fmla="*/ 43 h 39"/>
                <a:gd name="T10" fmla="*/ 188 w 92"/>
                <a:gd name="T11" fmla="*/ 80 h 39"/>
                <a:gd name="T12" fmla="*/ 79 w 92"/>
                <a:gd name="T13" fmla="*/ 54 h 39"/>
                <a:gd name="T14" fmla="*/ 0 w 92"/>
                <a:gd name="T15" fmla="*/ 34 h 3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2" h="39">
                  <a:moveTo>
                    <a:pt x="2" y="18"/>
                  </a:moveTo>
                  <a:cubicBezTo>
                    <a:pt x="16" y="29"/>
                    <a:pt x="28" y="39"/>
                    <a:pt x="47" y="38"/>
                  </a:cubicBezTo>
                  <a:cubicBezTo>
                    <a:pt x="55" y="38"/>
                    <a:pt x="64" y="36"/>
                    <a:pt x="70" y="30"/>
                  </a:cubicBezTo>
                  <a:cubicBezTo>
                    <a:pt x="78" y="23"/>
                    <a:pt x="90" y="10"/>
                    <a:pt x="92" y="0"/>
                  </a:cubicBezTo>
                  <a:cubicBezTo>
                    <a:pt x="86" y="1"/>
                    <a:pt x="82" y="8"/>
                    <a:pt x="78" y="12"/>
                  </a:cubicBezTo>
                  <a:cubicBezTo>
                    <a:pt x="70" y="19"/>
                    <a:pt x="60" y="22"/>
                    <a:pt x="50" y="22"/>
                  </a:cubicBezTo>
                  <a:cubicBezTo>
                    <a:pt x="39" y="22"/>
                    <a:pt x="31" y="18"/>
                    <a:pt x="21" y="15"/>
                  </a:cubicBezTo>
                  <a:cubicBezTo>
                    <a:pt x="15" y="14"/>
                    <a:pt x="3" y="15"/>
                    <a:pt x="0" y="9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9715" name="Freeform 945">
              <a:extLst>
                <a:ext uri="{FF2B5EF4-FFF2-40B4-BE49-F238E27FC236}">
                  <a16:creationId xmlns:a16="http://schemas.microsoft.com/office/drawing/2014/main" id="{CC90CAD7-96E1-4550-944A-A28B37BC1DE5}"/>
                </a:ext>
              </a:extLst>
            </p:cNvPr>
            <p:cNvSpPr>
              <a:spLocks/>
            </p:cNvSpPr>
            <p:nvPr/>
          </p:nvSpPr>
          <p:spPr bwMode="auto">
            <a:xfrm>
              <a:off x="800" y="2513"/>
              <a:ext cx="55" cy="591"/>
            </a:xfrm>
            <a:custGeom>
              <a:avLst/>
              <a:gdLst>
                <a:gd name="T0" fmla="*/ 0 w 35"/>
                <a:gd name="T1" fmla="*/ 0 h 382"/>
                <a:gd name="T2" fmla="*/ 129 w 35"/>
                <a:gd name="T3" fmla="*/ 130 h 382"/>
                <a:gd name="T4" fmla="*/ 96 w 35"/>
                <a:gd name="T5" fmla="*/ 596 h 382"/>
                <a:gd name="T6" fmla="*/ 101 w 35"/>
                <a:gd name="T7" fmla="*/ 1055 h 382"/>
                <a:gd name="T8" fmla="*/ 77 w 35"/>
                <a:gd name="T9" fmla="*/ 1414 h 382"/>
                <a:gd name="T10" fmla="*/ 60 w 35"/>
                <a:gd name="T11" fmla="*/ 1044 h 382"/>
                <a:gd name="T12" fmla="*/ 22 w 35"/>
                <a:gd name="T13" fmla="*/ 357 h 382"/>
                <a:gd name="T14" fmla="*/ 0 w 35"/>
                <a:gd name="T15" fmla="*/ 0 h 38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5" h="382">
                  <a:moveTo>
                    <a:pt x="0" y="0"/>
                  </a:moveTo>
                  <a:cubicBezTo>
                    <a:pt x="15" y="11"/>
                    <a:pt x="33" y="10"/>
                    <a:pt x="33" y="35"/>
                  </a:cubicBezTo>
                  <a:cubicBezTo>
                    <a:pt x="33" y="60"/>
                    <a:pt x="24" y="110"/>
                    <a:pt x="25" y="161"/>
                  </a:cubicBezTo>
                  <a:cubicBezTo>
                    <a:pt x="26" y="212"/>
                    <a:pt x="25" y="262"/>
                    <a:pt x="26" y="285"/>
                  </a:cubicBezTo>
                  <a:cubicBezTo>
                    <a:pt x="27" y="308"/>
                    <a:pt x="35" y="334"/>
                    <a:pt x="20" y="382"/>
                  </a:cubicBezTo>
                  <a:cubicBezTo>
                    <a:pt x="25" y="363"/>
                    <a:pt x="25" y="315"/>
                    <a:pt x="15" y="282"/>
                  </a:cubicBezTo>
                  <a:cubicBezTo>
                    <a:pt x="5" y="249"/>
                    <a:pt x="3" y="130"/>
                    <a:pt x="6" y="96"/>
                  </a:cubicBezTo>
                  <a:cubicBezTo>
                    <a:pt x="9" y="61"/>
                    <a:pt x="13" y="14"/>
                    <a:pt x="0" y="0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9716" name="Freeform 946">
              <a:extLst>
                <a:ext uri="{FF2B5EF4-FFF2-40B4-BE49-F238E27FC236}">
                  <a16:creationId xmlns:a16="http://schemas.microsoft.com/office/drawing/2014/main" id="{9FBD3CCA-6B37-418D-9360-B55E08E8F896}"/>
                </a:ext>
              </a:extLst>
            </p:cNvPr>
            <p:cNvSpPr>
              <a:spLocks/>
            </p:cNvSpPr>
            <p:nvPr/>
          </p:nvSpPr>
          <p:spPr bwMode="auto">
            <a:xfrm>
              <a:off x="818" y="3235"/>
              <a:ext cx="41" cy="460"/>
            </a:xfrm>
            <a:custGeom>
              <a:avLst/>
              <a:gdLst>
                <a:gd name="T0" fmla="*/ 67 w 27"/>
                <a:gd name="T1" fmla="*/ 0 h 297"/>
                <a:gd name="T2" fmla="*/ 59 w 27"/>
                <a:gd name="T3" fmla="*/ 564 h 297"/>
                <a:gd name="T4" fmla="*/ 18 w 27"/>
                <a:gd name="T5" fmla="*/ 1103 h 297"/>
                <a:gd name="T6" fmla="*/ 67 w 27"/>
                <a:gd name="T7" fmla="*/ 0 h 29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297">
                  <a:moveTo>
                    <a:pt x="19" y="0"/>
                  </a:moveTo>
                  <a:cubicBezTo>
                    <a:pt x="24" y="28"/>
                    <a:pt x="27" y="84"/>
                    <a:pt x="17" y="152"/>
                  </a:cubicBezTo>
                  <a:cubicBezTo>
                    <a:pt x="7" y="219"/>
                    <a:pt x="4" y="271"/>
                    <a:pt x="5" y="297"/>
                  </a:cubicBezTo>
                  <a:cubicBezTo>
                    <a:pt x="0" y="253"/>
                    <a:pt x="16" y="71"/>
                    <a:pt x="19" y="0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9717" name="Freeform 947">
              <a:extLst>
                <a:ext uri="{FF2B5EF4-FFF2-40B4-BE49-F238E27FC236}">
                  <a16:creationId xmlns:a16="http://schemas.microsoft.com/office/drawing/2014/main" id="{6462106D-6E3E-46F8-A86F-23039D758188}"/>
                </a:ext>
              </a:extLst>
            </p:cNvPr>
            <p:cNvSpPr>
              <a:spLocks/>
            </p:cNvSpPr>
            <p:nvPr/>
          </p:nvSpPr>
          <p:spPr bwMode="auto">
            <a:xfrm>
              <a:off x="694" y="1377"/>
              <a:ext cx="127" cy="11"/>
            </a:xfrm>
            <a:custGeom>
              <a:avLst/>
              <a:gdLst>
                <a:gd name="T0" fmla="*/ 135 w 82"/>
                <a:gd name="T1" fmla="*/ 27 h 7"/>
                <a:gd name="T2" fmla="*/ 305 w 82"/>
                <a:gd name="T3" fmla="*/ 13 h 7"/>
                <a:gd name="T4" fmla="*/ 184 w 82"/>
                <a:gd name="T5" fmla="*/ 8 h 7"/>
                <a:gd name="T6" fmla="*/ 0 w 82"/>
                <a:gd name="T7" fmla="*/ 5 h 7"/>
                <a:gd name="T8" fmla="*/ 135 w 82"/>
                <a:gd name="T9" fmla="*/ 27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2" h="7">
                  <a:moveTo>
                    <a:pt x="36" y="7"/>
                  </a:moveTo>
                  <a:cubicBezTo>
                    <a:pt x="48" y="6"/>
                    <a:pt x="69" y="2"/>
                    <a:pt x="82" y="3"/>
                  </a:cubicBezTo>
                  <a:cubicBezTo>
                    <a:pt x="75" y="0"/>
                    <a:pt x="65" y="1"/>
                    <a:pt x="50" y="2"/>
                  </a:cubicBezTo>
                  <a:cubicBezTo>
                    <a:pt x="36" y="2"/>
                    <a:pt x="11" y="5"/>
                    <a:pt x="0" y="1"/>
                  </a:cubicBezTo>
                  <a:cubicBezTo>
                    <a:pt x="18" y="7"/>
                    <a:pt x="26" y="6"/>
                    <a:pt x="36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9718" name="Freeform 948">
              <a:extLst>
                <a:ext uri="{FF2B5EF4-FFF2-40B4-BE49-F238E27FC236}">
                  <a16:creationId xmlns:a16="http://schemas.microsoft.com/office/drawing/2014/main" id="{E757B3B0-A386-4B08-8510-1693CD285DA6}"/>
                </a:ext>
              </a:extLst>
            </p:cNvPr>
            <p:cNvSpPr>
              <a:spLocks/>
            </p:cNvSpPr>
            <p:nvPr/>
          </p:nvSpPr>
          <p:spPr bwMode="auto">
            <a:xfrm>
              <a:off x="937" y="1377"/>
              <a:ext cx="127" cy="11"/>
            </a:xfrm>
            <a:custGeom>
              <a:avLst/>
              <a:gdLst>
                <a:gd name="T0" fmla="*/ 170 w 82"/>
                <a:gd name="T1" fmla="*/ 27 h 7"/>
                <a:gd name="T2" fmla="*/ 0 w 82"/>
                <a:gd name="T3" fmla="*/ 13 h 7"/>
                <a:gd name="T4" fmla="*/ 115 w 82"/>
                <a:gd name="T5" fmla="*/ 8 h 7"/>
                <a:gd name="T6" fmla="*/ 305 w 82"/>
                <a:gd name="T7" fmla="*/ 5 h 7"/>
                <a:gd name="T8" fmla="*/ 170 w 82"/>
                <a:gd name="T9" fmla="*/ 27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2" h="7">
                  <a:moveTo>
                    <a:pt x="46" y="7"/>
                  </a:moveTo>
                  <a:cubicBezTo>
                    <a:pt x="33" y="6"/>
                    <a:pt x="13" y="2"/>
                    <a:pt x="0" y="3"/>
                  </a:cubicBezTo>
                  <a:cubicBezTo>
                    <a:pt x="7" y="0"/>
                    <a:pt x="17" y="1"/>
                    <a:pt x="31" y="2"/>
                  </a:cubicBezTo>
                  <a:cubicBezTo>
                    <a:pt x="45" y="2"/>
                    <a:pt x="71" y="5"/>
                    <a:pt x="82" y="1"/>
                  </a:cubicBezTo>
                  <a:cubicBezTo>
                    <a:pt x="63" y="7"/>
                    <a:pt x="55" y="6"/>
                    <a:pt x="46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9719" name="Freeform 949">
              <a:extLst>
                <a:ext uri="{FF2B5EF4-FFF2-40B4-BE49-F238E27FC236}">
                  <a16:creationId xmlns:a16="http://schemas.microsoft.com/office/drawing/2014/main" id="{99FBE4EB-35B4-4CF8-AEC6-4D43748CAD76}"/>
                </a:ext>
              </a:extLst>
            </p:cNvPr>
            <p:cNvSpPr>
              <a:spLocks/>
            </p:cNvSpPr>
            <p:nvPr/>
          </p:nvSpPr>
          <p:spPr bwMode="auto">
            <a:xfrm>
              <a:off x="906" y="1258"/>
              <a:ext cx="45" cy="104"/>
            </a:xfrm>
            <a:custGeom>
              <a:avLst/>
              <a:gdLst>
                <a:gd name="T0" fmla="*/ 104 w 29"/>
                <a:gd name="T1" fmla="*/ 0 h 67"/>
                <a:gd name="T2" fmla="*/ 40 w 29"/>
                <a:gd name="T3" fmla="*/ 116 h 67"/>
                <a:gd name="T4" fmla="*/ 0 w 29"/>
                <a:gd name="T5" fmla="*/ 250 h 67"/>
                <a:gd name="T6" fmla="*/ 62 w 29"/>
                <a:gd name="T7" fmla="*/ 109 h 67"/>
                <a:gd name="T8" fmla="*/ 109 w 29"/>
                <a:gd name="T9" fmla="*/ 5 h 6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67">
                  <a:moveTo>
                    <a:pt x="28" y="0"/>
                  </a:moveTo>
                  <a:cubicBezTo>
                    <a:pt x="22" y="10"/>
                    <a:pt x="15" y="20"/>
                    <a:pt x="11" y="31"/>
                  </a:cubicBezTo>
                  <a:cubicBezTo>
                    <a:pt x="6" y="43"/>
                    <a:pt x="4" y="55"/>
                    <a:pt x="0" y="67"/>
                  </a:cubicBezTo>
                  <a:cubicBezTo>
                    <a:pt x="5" y="54"/>
                    <a:pt x="11" y="42"/>
                    <a:pt x="17" y="29"/>
                  </a:cubicBezTo>
                  <a:cubicBezTo>
                    <a:pt x="21" y="20"/>
                    <a:pt x="28" y="10"/>
                    <a:pt x="29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9720" name="Freeform 950">
              <a:extLst>
                <a:ext uri="{FF2B5EF4-FFF2-40B4-BE49-F238E27FC236}">
                  <a16:creationId xmlns:a16="http://schemas.microsoft.com/office/drawing/2014/main" id="{549E01D5-2441-478C-89E2-9F13E78D198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" y="1968"/>
              <a:ext cx="28" cy="343"/>
            </a:xfrm>
            <a:custGeom>
              <a:avLst/>
              <a:gdLst>
                <a:gd name="T0" fmla="*/ 39 w 18"/>
                <a:gd name="T1" fmla="*/ 324 h 222"/>
                <a:gd name="T2" fmla="*/ 8 w 18"/>
                <a:gd name="T3" fmla="*/ 819 h 222"/>
                <a:gd name="T4" fmla="*/ 5 w 18"/>
                <a:gd name="T5" fmla="*/ 527 h 222"/>
                <a:gd name="T6" fmla="*/ 68 w 18"/>
                <a:gd name="T7" fmla="*/ 0 h 222"/>
                <a:gd name="T8" fmla="*/ 39 w 18"/>
                <a:gd name="T9" fmla="*/ 324 h 2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222">
                  <a:moveTo>
                    <a:pt x="10" y="88"/>
                  </a:moveTo>
                  <a:cubicBezTo>
                    <a:pt x="8" y="104"/>
                    <a:pt x="4" y="194"/>
                    <a:pt x="2" y="222"/>
                  </a:cubicBezTo>
                  <a:cubicBezTo>
                    <a:pt x="2" y="222"/>
                    <a:pt x="0" y="200"/>
                    <a:pt x="1" y="143"/>
                  </a:cubicBezTo>
                  <a:cubicBezTo>
                    <a:pt x="2" y="86"/>
                    <a:pt x="5" y="28"/>
                    <a:pt x="18" y="0"/>
                  </a:cubicBezTo>
                  <a:cubicBezTo>
                    <a:pt x="13" y="12"/>
                    <a:pt x="12" y="63"/>
                    <a:pt x="10" y="8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9721" name="Freeform 951">
              <a:extLst>
                <a:ext uri="{FF2B5EF4-FFF2-40B4-BE49-F238E27FC236}">
                  <a16:creationId xmlns:a16="http://schemas.microsoft.com/office/drawing/2014/main" id="{5FF6100E-AD7D-4B2E-92F8-6C6EBFE7DCD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" y="1989"/>
              <a:ext cx="68" cy="367"/>
            </a:xfrm>
            <a:custGeom>
              <a:avLst/>
              <a:gdLst>
                <a:gd name="T0" fmla="*/ 158 w 44"/>
                <a:gd name="T1" fmla="*/ 0 h 237"/>
                <a:gd name="T2" fmla="*/ 108 w 44"/>
                <a:gd name="T3" fmla="*/ 407 h 237"/>
                <a:gd name="T4" fmla="*/ 0 w 44"/>
                <a:gd name="T5" fmla="*/ 880 h 237"/>
                <a:gd name="T6" fmla="*/ 70 w 44"/>
                <a:gd name="T7" fmla="*/ 438 h 237"/>
                <a:gd name="T8" fmla="*/ 158 w 44"/>
                <a:gd name="T9" fmla="*/ 0 h 2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" h="237">
                  <a:moveTo>
                    <a:pt x="43" y="0"/>
                  </a:moveTo>
                  <a:cubicBezTo>
                    <a:pt x="44" y="19"/>
                    <a:pt x="41" y="70"/>
                    <a:pt x="29" y="110"/>
                  </a:cubicBezTo>
                  <a:cubicBezTo>
                    <a:pt x="16" y="149"/>
                    <a:pt x="6" y="195"/>
                    <a:pt x="0" y="237"/>
                  </a:cubicBezTo>
                  <a:cubicBezTo>
                    <a:pt x="7" y="209"/>
                    <a:pt x="12" y="148"/>
                    <a:pt x="19" y="118"/>
                  </a:cubicBezTo>
                  <a:cubicBezTo>
                    <a:pt x="26" y="88"/>
                    <a:pt x="44" y="10"/>
                    <a:pt x="43" y="0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9722" name="Freeform 952">
              <a:extLst>
                <a:ext uri="{FF2B5EF4-FFF2-40B4-BE49-F238E27FC236}">
                  <a16:creationId xmlns:a16="http://schemas.microsoft.com/office/drawing/2014/main" id="{763CE83C-9289-40BB-B519-8D458805ABA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9" y="1968"/>
              <a:ext cx="28" cy="343"/>
            </a:xfrm>
            <a:custGeom>
              <a:avLst/>
              <a:gdLst>
                <a:gd name="T0" fmla="*/ 30 w 18"/>
                <a:gd name="T1" fmla="*/ 324 h 222"/>
                <a:gd name="T2" fmla="*/ 61 w 18"/>
                <a:gd name="T3" fmla="*/ 819 h 222"/>
                <a:gd name="T4" fmla="*/ 62 w 18"/>
                <a:gd name="T5" fmla="*/ 527 h 222"/>
                <a:gd name="T6" fmla="*/ 0 w 18"/>
                <a:gd name="T7" fmla="*/ 0 h 222"/>
                <a:gd name="T8" fmla="*/ 30 w 18"/>
                <a:gd name="T9" fmla="*/ 324 h 2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222">
                  <a:moveTo>
                    <a:pt x="8" y="88"/>
                  </a:moveTo>
                  <a:cubicBezTo>
                    <a:pt x="10" y="104"/>
                    <a:pt x="14" y="194"/>
                    <a:pt x="16" y="222"/>
                  </a:cubicBezTo>
                  <a:cubicBezTo>
                    <a:pt x="16" y="222"/>
                    <a:pt x="18" y="200"/>
                    <a:pt x="17" y="143"/>
                  </a:cubicBezTo>
                  <a:cubicBezTo>
                    <a:pt x="16" y="86"/>
                    <a:pt x="13" y="28"/>
                    <a:pt x="0" y="0"/>
                  </a:cubicBezTo>
                  <a:cubicBezTo>
                    <a:pt x="4" y="12"/>
                    <a:pt x="6" y="63"/>
                    <a:pt x="8" y="88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9723" name="Freeform 953">
              <a:extLst>
                <a:ext uri="{FF2B5EF4-FFF2-40B4-BE49-F238E27FC236}">
                  <a16:creationId xmlns:a16="http://schemas.microsoft.com/office/drawing/2014/main" id="{619479C7-8C3A-44F7-BB83-2B13CC8C0B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8" y="1988"/>
              <a:ext cx="67" cy="366"/>
            </a:xfrm>
            <a:custGeom>
              <a:avLst/>
              <a:gdLst>
                <a:gd name="T0" fmla="*/ 5 w 43"/>
                <a:gd name="T1" fmla="*/ 0 h 237"/>
                <a:gd name="T2" fmla="*/ 56 w 43"/>
                <a:gd name="T3" fmla="*/ 406 h 237"/>
                <a:gd name="T4" fmla="*/ 162 w 43"/>
                <a:gd name="T5" fmla="*/ 873 h 237"/>
                <a:gd name="T6" fmla="*/ 95 w 43"/>
                <a:gd name="T7" fmla="*/ 434 h 237"/>
                <a:gd name="T8" fmla="*/ 5 w 43"/>
                <a:gd name="T9" fmla="*/ 0 h 2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" h="237">
                  <a:moveTo>
                    <a:pt x="1" y="0"/>
                  </a:moveTo>
                  <a:cubicBezTo>
                    <a:pt x="0" y="19"/>
                    <a:pt x="2" y="70"/>
                    <a:pt x="15" y="110"/>
                  </a:cubicBezTo>
                  <a:cubicBezTo>
                    <a:pt x="28" y="149"/>
                    <a:pt x="38" y="195"/>
                    <a:pt x="43" y="237"/>
                  </a:cubicBezTo>
                  <a:cubicBezTo>
                    <a:pt x="36" y="209"/>
                    <a:pt x="32" y="148"/>
                    <a:pt x="25" y="118"/>
                  </a:cubicBezTo>
                  <a:cubicBezTo>
                    <a:pt x="17" y="88"/>
                    <a:pt x="0" y="1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9724" name="Freeform 954">
              <a:extLst>
                <a:ext uri="{FF2B5EF4-FFF2-40B4-BE49-F238E27FC236}">
                  <a16:creationId xmlns:a16="http://schemas.microsoft.com/office/drawing/2014/main" id="{E692D895-DD2B-44D6-ACF3-296172360AE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" y="2541"/>
              <a:ext cx="73" cy="104"/>
            </a:xfrm>
            <a:custGeom>
              <a:avLst/>
              <a:gdLst>
                <a:gd name="T0" fmla="*/ 95 w 47"/>
                <a:gd name="T1" fmla="*/ 0 h 67"/>
                <a:gd name="T2" fmla="*/ 138 w 47"/>
                <a:gd name="T3" fmla="*/ 231 h 67"/>
                <a:gd name="T4" fmla="*/ 171 w 47"/>
                <a:gd name="T5" fmla="*/ 222 h 67"/>
                <a:gd name="T6" fmla="*/ 135 w 47"/>
                <a:gd name="T7" fmla="*/ 154 h 67"/>
                <a:gd name="T8" fmla="*/ 123 w 47"/>
                <a:gd name="T9" fmla="*/ 75 h 67"/>
                <a:gd name="T10" fmla="*/ 104 w 47"/>
                <a:gd name="T11" fmla="*/ 0 h 6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7" h="67">
                  <a:moveTo>
                    <a:pt x="25" y="0"/>
                  </a:moveTo>
                  <a:cubicBezTo>
                    <a:pt x="0" y="15"/>
                    <a:pt x="15" y="53"/>
                    <a:pt x="37" y="62"/>
                  </a:cubicBezTo>
                  <a:cubicBezTo>
                    <a:pt x="42" y="64"/>
                    <a:pt x="47" y="67"/>
                    <a:pt x="46" y="59"/>
                  </a:cubicBezTo>
                  <a:cubicBezTo>
                    <a:pt x="45" y="53"/>
                    <a:pt x="38" y="48"/>
                    <a:pt x="36" y="41"/>
                  </a:cubicBezTo>
                  <a:cubicBezTo>
                    <a:pt x="35" y="34"/>
                    <a:pt x="34" y="27"/>
                    <a:pt x="33" y="20"/>
                  </a:cubicBezTo>
                  <a:cubicBezTo>
                    <a:pt x="33" y="13"/>
                    <a:pt x="34" y="5"/>
                    <a:pt x="28" y="0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9725" name="Freeform 955">
              <a:extLst>
                <a:ext uri="{FF2B5EF4-FFF2-40B4-BE49-F238E27FC236}">
                  <a16:creationId xmlns:a16="http://schemas.microsoft.com/office/drawing/2014/main" id="{D2869FC0-1EB1-4DEF-B8FF-5ABE30445C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8" y="2541"/>
              <a:ext cx="59" cy="101"/>
            </a:xfrm>
            <a:custGeom>
              <a:avLst/>
              <a:gdLst>
                <a:gd name="T0" fmla="*/ 67 w 38"/>
                <a:gd name="T1" fmla="*/ 14 h 65"/>
                <a:gd name="T2" fmla="*/ 40 w 38"/>
                <a:gd name="T3" fmla="*/ 117 h 65"/>
                <a:gd name="T4" fmla="*/ 0 w 38"/>
                <a:gd name="T5" fmla="*/ 197 h 65"/>
                <a:gd name="T6" fmla="*/ 47 w 38"/>
                <a:gd name="T7" fmla="*/ 225 h 65"/>
                <a:gd name="T8" fmla="*/ 123 w 38"/>
                <a:gd name="T9" fmla="*/ 135 h 65"/>
                <a:gd name="T10" fmla="*/ 82 w 38"/>
                <a:gd name="T11" fmla="*/ 0 h 6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8" h="65">
                  <a:moveTo>
                    <a:pt x="18" y="4"/>
                  </a:moveTo>
                  <a:cubicBezTo>
                    <a:pt x="15" y="13"/>
                    <a:pt x="13" y="22"/>
                    <a:pt x="11" y="31"/>
                  </a:cubicBezTo>
                  <a:cubicBezTo>
                    <a:pt x="9" y="38"/>
                    <a:pt x="8" y="49"/>
                    <a:pt x="0" y="53"/>
                  </a:cubicBezTo>
                  <a:cubicBezTo>
                    <a:pt x="5" y="59"/>
                    <a:pt x="2" y="65"/>
                    <a:pt x="12" y="60"/>
                  </a:cubicBezTo>
                  <a:cubicBezTo>
                    <a:pt x="21" y="54"/>
                    <a:pt x="30" y="45"/>
                    <a:pt x="33" y="36"/>
                  </a:cubicBezTo>
                  <a:cubicBezTo>
                    <a:pt x="38" y="21"/>
                    <a:pt x="36" y="10"/>
                    <a:pt x="22" y="0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9726" name="Freeform 956">
              <a:extLst>
                <a:ext uri="{FF2B5EF4-FFF2-40B4-BE49-F238E27FC236}">
                  <a16:creationId xmlns:a16="http://schemas.microsoft.com/office/drawing/2014/main" id="{35EFAEEE-3E50-4B35-ABEA-8309D829B1E5}"/>
                </a:ext>
              </a:extLst>
            </p:cNvPr>
            <p:cNvSpPr>
              <a:spLocks/>
            </p:cNvSpPr>
            <p:nvPr/>
          </p:nvSpPr>
          <p:spPr bwMode="auto">
            <a:xfrm>
              <a:off x="697" y="3042"/>
              <a:ext cx="82" cy="79"/>
            </a:xfrm>
            <a:custGeom>
              <a:avLst/>
              <a:gdLst>
                <a:gd name="T0" fmla="*/ 0 w 53"/>
                <a:gd name="T1" fmla="*/ 135 h 51"/>
                <a:gd name="T2" fmla="*/ 176 w 53"/>
                <a:gd name="T3" fmla="*/ 0 h 51"/>
                <a:gd name="T4" fmla="*/ 162 w 53"/>
                <a:gd name="T5" fmla="*/ 108 h 51"/>
                <a:gd name="T6" fmla="*/ 34 w 53"/>
                <a:gd name="T7" fmla="*/ 149 h 5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3" h="51">
                  <a:moveTo>
                    <a:pt x="0" y="36"/>
                  </a:moveTo>
                  <a:cubicBezTo>
                    <a:pt x="22" y="51"/>
                    <a:pt x="43" y="13"/>
                    <a:pt x="48" y="0"/>
                  </a:cubicBezTo>
                  <a:cubicBezTo>
                    <a:pt x="50" y="11"/>
                    <a:pt x="53" y="21"/>
                    <a:pt x="44" y="29"/>
                  </a:cubicBezTo>
                  <a:cubicBezTo>
                    <a:pt x="36" y="37"/>
                    <a:pt x="20" y="40"/>
                    <a:pt x="9" y="40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9727" name="Freeform 957">
              <a:extLst>
                <a:ext uri="{FF2B5EF4-FFF2-40B4-BE49-F238E27FC236}">
                  <a16:creationId xmlns:a16="http://schemas.microsoft.com/office/drawing/2014/main" id="{F1F8EAF7-6F2D-4126-B9FF-C504189C48D2}"/>
                </a:ext>
              </a:extLst>
            </p:cNvPr>
            <p:cNvSpPr>
              <a:spLocks/>
            </p:cNvSpPr>
            <p:nvPr/>
          </p:nvSpPr>
          <p:spPr bwMode="auto">
            <a:xfrm>
              <a:off x="666" y="3251"/>
              <a:ext cx="68" cy="442"/>
            </a:xfrm>
            <a:custGeom>
              <a:avLst/>
              <a:gdLst>
                <a:gd name="T0" fmla="*/ 29 w 44"/>
                <a:gd name="T1" fmla="*/ 0 h 286"/>
                <a:gd name="T2" fmla="*/ 36 w 44"/>
                <a:gd name="T3" fmla="*/ 561 h 286"/>
                <a:gd name="T4" fmla="*/ 162 w 44"/>
                <a:gd name="T5" fmla="*/ 1056 h 286"/>
                <a:gd name="T6" fmla="*/ 74 w 44"/>
                <a:gd name="T7" fmla="*/ 508 h 286"/>
                <a:gd name="T8" fmla="*/ 29 w 44"/>
                <a:gd name="T9" fmla="*/ 0 h 2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" h="286">
                  <a:moveTo>
                    <a:pt x="8" y="0"/>
                  </a:moveTo>
                  <a:cubicBezTo>
                    <a:pt x="0" y="26"/>
                    <a:pt x="0" y="112"/>
                    <a:pt x="10" y="152"/>
                  </a:cubicBezTo>
                  <a:cubicBezTo>
                    <a:pt x="19" y="193"/>
                    <a:pt x="41" y="269"/>
                    <a:pt x="44" y="286"/>
                  </a:cubicBezTo>
                  <a:cubicBezTo>
                    <a:pt x="40" y="254"/>
                    <a:pt x="25" y="159"/>
                    <a:pt x="20" y="138"/>
                  </a:cubicBezTo>
                  <a:cubicBezTo>
                    <a:pt x="16" y="117"/>
                    <a:pt x="6" y="32"/>
                    <a:pt x="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9728" name="Freeform 958">
              <a:extLst>
                <a:ext uri="{FF2B5EF4-FFF2-40B4-BE49-F238E27FC236}">
                  <a16:creationId xmlns:a16="http://schemas.microsoft.com/office/drawing/2014/main" id="{A4AC2E1D-DCF4-4B93-B2C5-5DFA3829EF46}"/>
                </a:ext>
              </a:extLst>
            </p:cNvPr>
            <p:cNvSpPr>
              <a:spLocks/>
            </p:cNvSpPr>
            <p:nvPr/>
          </p:nvSpPr>
          <p:spPr bwMode="auto">
            <a:xfrm>
              <a:off x="895" y="3242"/>
              <a:ext cx="40" cy="499"/>
            </a:xfrm>
            <a:custGeom>
              <a:avLst/>
              <a:gdLst>
                <a:gd name="T0" fmla="*/ 62 w 26"/>
                <a:gd name="T1" fmla="*/ 1191 h 323"/>
                <a:gd name="T2" fmla="*/ 26 w 26"/>
                <a:gd name="T3" fmla="*/ 494 h 323"/>
                <a:gd name="T4" fmla="*/ 43 w 26"/>
                <a:gd name="T5" fmla="*/ 0 h 323"/>
                <a:gd name="T6" fmla="*/ 75 w 26"/>
                <a:gd name="T7" fmla="*/ 516 h 323"/>
                <a:gd name="T8" fmla="*/ 62 w 26"/>
                <a:gd name="T9" fmla="*/ 1191 h 3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323">
                  <a:moveTo>
                    <a:pt x="17" y="323"/>
                  </a:moveTo>
                  <a:cubicBezTo>
                    <a:pt x="23" y="303"/>
                    <a:pt x="13" y="191"/>
                    <a:pt x="7" y="134"/>
                  </a:cubicBezTo>
                  <a:cubicBezTo>
                    <a:pt x="0" y="77"/>
                    <a:pt x="2" y="25"/>
                    <a:pt x="12" y="0"/>
                  </a:cubicBezTo>
                  <a:cubicBezTo>
                    <a:pt x="8" y="20"/>
                    <a:pt x="15" y="88"/>
                    <a:pt x="21" y="140"/>
                  </a:cubicBezTo>
                  <a:cubicBezTo>
                    <a:pt x="26" y="192"/>
                    <a:pt x="25" y="300"/>
                    <a:pt x="17" y="32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9729" name="Freeform 959">
              <a:extLst>
                <a:ext uri="{FF2B5EF4-FFF2-40B4-BE49-F238E27FC236}">
                  <a16:creationId xmlns:a16="http://schemas.microsoft.com/office/drawing/2014/main" id="{FD256B89-62C3-47AD-B833-64736476D31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3" y="3252"/>
              <a:ext cx="66" cy="440"/>
            </a:xfrm>
            <a:custGeom>
              <a:avLst/>
              <a:gdLst>
                <a:gd name="T0" fmla="*/ 115 w 43"/>
                <a:gd name="T1" fmla="*/ 0 h 284"/>
                <a:gd name="T2" fmla="*/ 123 w 43"/>
                <a:gd name="T3" fmla="*/ 564 h 284"/>
                <a:gd name="T4" fmla="*/ 0 w 43"/>
                <a:gd name="T5" fmla="*/ 1057 h 284"/>
                <a:gd name="T6" fmla="*/ 101 w 43"/>
                <a:gd name="T7" fmla="*/ 440 h 284"/>
                <a:gd name="T8" fmla="*/ 115 w 43"/>
                <a:gd name="T9" fmla="*/ 0 h 2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" h="284">
                  <a:moveTo>
                    <a:pt x="32" y="0"/>
                  </a:moveTo>
                  <a:cubicBezTo>
                    <a:pt x="37" y="34"/>
                    <a:pt x="43" y="102"/>
                    <a:pt x="34" y="152"/>
                  </a:cubicBezTo>
                  <a:cubicBezTo>
                    <a:pt x="26" y="202"/>
                    <a:pt x="7" y="259"/>
                    <a:pt x="0" y="284"/>
                  </a:cubicBezTo>
                  <a:cubicBezTo>
                    <a:pt x="2" y="257"/>
                    <a:pt x="26" y="173"/>
                    <a:pt x="28" y="118"/>
                  </a:cubicBezTo>
                  <a:cubicBezTo>
                    <a:pt x="30" y="63"/>
                    <a:pt x="35" y="9"/>
                    <a:pt x="32" y="0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9730" name="Freeform 960">
              <a:extLst>
                <a:ext uri="{FF2B5EF4-FFF2-40B4-BE49-F238E27FC236}">
                  <a16:creationId xmlns:a16="http://schemas.microsoft.com/office/drawing/2014/main" id="{0136CA07-5C4E-40FD-AA33-67E5629FD618}"/>
                </a:ext>
              </a:extLst>
            </p:cNvPr>
            <p:cNvSpPr>
              <a:spLocks/>
            </p:cNvSpPr>
            <p:nvPr/>
          </p:nvSpPr>
          <p:spPr bwMode="auto">
            <a:xfrm>
              <a:off x="977" y="3772"/>
              <a:ext cx="29" cy="121"/>
            </a:xfrm>
            <a:custGeom>
              <a:avLst/>
              <a:gdLst>
                <a:gd name="T0" fmla="*/ 63 w 19"/>
                <a:gd name="T1" fmla="*/ 0 h 78"/>
                <a:gd name="T2" fmla="*/ 47 w 19"/>
                <a:gd name="T3" fmla="*/ 169 h 78"/>
                <a:gd name="T4" fmla="*/ 53 w 19"/>
                <a:gd name="T5" fmla="*/ 292 h 78"/>
                <a:gd name="T6" fmla="*/ 5 w 19"/>
                <a:gd name="T7" fmla="*/ 195 h 78"/>
                <a:gd name="T8" fmla="*/ 41 w 19"/>
                <a:gd name="T9" fmla="*/ 137 h 78"/>
                <a:gd name="T10" fmla="*/ 67 w 19"/>
                <a:gd name="T11" fmla="*/ 34 h 7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" h="78">
                  <a:moveTo>
                    <a:pt x="18" y="0"/>
                  </a:moveTo>
                  <a:cubicBezTo>
                    <a:pt x="18" y="16"/>
                    <a:pt x="17" y="29"/>
                    <a:pt x="13" y="45"/>
                  </a:cubicBezTo>
                  <a:cubicBezTo>
                    <a:pt x="10" y="57"/>
                    <a:pt x="15" y="66"/>
                    <a:pt x="15" y="78"/>
                  </a:cubicBezTo>
                  <a:cubicBezTo>
                    <a:pt x="12" y="70"/>
                    <a:pt x="0" y="59"/>
                    <a:pt x="1" y="52"/>
                  </a:cubicBezTo>
                  <a:cubicBezTo>
                    <a:pt x="2" y="47"/>
                    <a:pt x="10" y="42"/>
                    <a:pt x="12" y="37"/>
                  </a:cubicBezTo>
                  <a:cubicBezTo>
                    <a:pt x="16" y="28"/>
                    <a:pt x="13" y="17"/>
                    <a:pt x="19" y="9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9731" name="Freeform 961">
              <a:extLst>
                <a:ext uri="{FF2B5EF4-FFF2-40B4-BE49-F238E27FC236}">
                  <a16:creationId xmlns:a16="http://schemas.microsoft.com/office/drawing/2014/main" id="{746937C1-DA9D-49BB-AC16-894CE942A191}"/>
                </a:ext>
              </a:extLst>
            </p:cNvPr>
            <p:cNvSpPr>
              <a:spLocks/>
            </p:cNvSpPr>
            <p:nvPr/>
          </p:nvSpPr>
          <p:spPr bwMode="auto">
            <a:xfrm>
              <a:off x="821" y="3712"/>
              <a:ext cx="29" cy="134"/>
            </a:xfrm>
            <a:custGeom>
              <a:avLst/>
              <a:gdLst>
                <a:gd name="T0" fmla="*/ 47 w 19"/>
                <a:gd name="T1" fmla="*/ 136 h 87"/>
                <a:gd name="T2" fmla="*/ 41 w 19"/>
                <a:gd name="T3" fmla="*/ 317 h 87"/>
                <a:gd name="T4" fmla="*/ 18 w 19"/>
                <a:gd name="T5" fmla="*/ 154 h 87"/>
                <a:gd name="T6" fmla="*/ 5 w 19"/>
                <a:gd name="T7" fmla="*/ 66 h 87"/>
                <a:gd name="T8" fmla="*/ 8 w 19"/>
                <a:gd name="T9" fmla="*/ 0 h 87"/>
                <a:gd name="T10" fmla="*/ 49 w 19"/>
                <a:gd name="T11" fmla="*/ 131 h 8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" h="87">
                  <a:moveTo>
                    <a:pt x="13" y="37"/>
                  </a:moveTo>
                  <a:cubicBezTo>
                    <a:pt x="19" y="54"/>
                    <a:pt x="19" y="69"/>
                    <a:pt x="12" y="87"/>
                  </a:cubicBezTo>
                  <a:cubicBezTo>
                    <a:pt x="14" y="73"/>
                    <a:pt x="11" y="55"/>
                    <a:pt x="5" y="42"/>
                  </a:cubicBezTo>
                  <a:cubicBezTo>
                    <a:pt x="1" y="32"/>
                    <a:pt x="0" y="28"/>
                    <a:pt x="1" y="18"/>
                  </a:cubicBezTo>
                  <a:cubicBezTo>
                    <a:pt x="2" y="12"/>
                    <a:pt x="5" y="6"/>
                    <a:pt x="2" y="0"/>
                  </a:cubicBezTo>
                  <a:cubicBezTo>
                    <a:pt x="4" y="12"/>
                    <a:pt x="10" y="25"/>
                    <a:pt x="14" y="36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9732" name="Freeform 962">
              <a:extLst>
                <a:ext uri="{FF2B5EF4-FFF2-40B4-BE49-F238E27FC236}">
                  <a16:creationId xmlns:a16="http://schemas.microsoft.com/office/drawing/2014/main" id="{D148A4A9-7602-45A8-8F7E-7BC649DEFE9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2" y="3039"/>
              <a:ext cx="59" cy="79"/>
            </a:xfrm>
            <a:custGeom>
              <a:avLst/>
              <a:gdLst>
                <a:gd name="T0" fmla="*/ 0 w 38"/>
                <a:gd name="T1" fmla="*/ 149 h 51"/>
                <a:gd name="T2" fmla="*/ 113 w 38"/>
                <a:gd name="T3" fmla="*/ 0 h 51"/>
                <a:gd name="T4" fmla="*/ 14 w 38"/>
                <a:gd name="T5" fmla="*/ 156 h 5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51">
                  <a:moveTo>
                    <a:pt x="0" y="40"/>
                  </a:moveTo>
                  <a:cubicBezTo>
                    <a:pt x="22" y="49"/>
                    <a:pt x="31" y="11"/>
                    <a:pt x="30" y="0"/>
                  </a:cubicBezTo>
                  <a:cubicBezTo>
                    <a:pt x="38" y="16"/>
                    <a:pt x="30" y="51"/>
                    <a:pt x="4" y="42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9733" name="Freeform 963">
              <a:extLst>
                <a:ext uri="{FF2B5EF4-FFF2-40B4-BE49-F238E27FC236}">
                  <a16:creationId xmlns:a16="http://schemas.microsoft.com/office/drawing/2014/main" id="{D4EA332D-63A1-4D00-ABF0-C6790A18FAAC}"/>
                </a:ext>
              </a:extLst>
            </p:cNvPr>
            <p:cNvSpPr>
              <a:spLocks/>
            </p:cNvSpPr>
            <p:nvPr/>
          </p:nvSpPr>
          <p:spPr bwMode="auto">
            <a:xfrm>
              <a:off x="870" y="2513"/>
              <a:ext cx="81" cy="211"/>
            </a:xfrm>
            <a:custGeom>
              <a:avLst/>
              <a:gdLst>
                <a:gd name="T0" fmla="*/ 114 w 52"/>
                <a:gd name="T1" fmla="*/ 48 h 136"/>
                <a:gd name="T2" fmla="*/ 87 w 52"/>
                <a:gd name="T3" fmla="*/ 507 h 136"/>
                <a:gd name="T4" fmla="*/ 107 w 52"/>
                <a:gd name="T5" fmla="*/ 337 h 136"/>
                <a:gd name="T6" fmla="*/ 109 w 52"/>
                <a:gd name="T7" fmla="*/ 164 h 136"/>
                <a:gd name="T8" fmla="*/ 134 w 52"/>
                <a:gd name="T9" fmla="*/ 82 h 136"/>
                <a:gd name="T10" fmla="*/ 196 w 52"/>
                <a:gd name="T11" fmla="*/ 0 h 136"/>
                <a:gd name="T12" fmla="*/ 101 w 52"/>
                <a:gd name="T13" fmla="*/ 56 h 1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2" h="136">
                  <a:moveTo>
                    <a:pt x="30" y="13"/>
                  </a:moveTo>
                  <a:cubicBezTo>
                    <a:pt x="0" y="26"/>
                    <a:pt x="34" y="104"/>
                    <a:pt x="23" y="136"/>
                  </a:cubicBezTo>
                  <a:cubicBezTo>
                    <a:pt x="21" y="120"/>
                    <a:pt x="26" y="105"/>
                    <a:pt x="28" y="90"/>
                  </a:cubicBezTo>
                  <a:cubicBezTo>
                    <a:pt x="29" y="75"/>
                    <a:pt x="27" y="59"/>
                    <a:pt x="29" y="44"/>
                  </a:cubicBezTo>
                  <a:cubicBezTo>
                    <a:pt x="29" y="36"/>
                    <a:pt x="31" y="29"/>
                    <a:pt x="35" y="22"/>
                  </a:cubicBezTo>
                  <a:cubicBezTo>
                    <a:pt x="39" y="16"/>
                    <a:pt x="45" y="2"/>
                    <a:pt x="52" y="0"/>
                  </a:cubicBezTo>
                  <a:cubicBezTo>
                    <a:pt x="43" y="3"/>
                    <a:pt x="35" y="11"/>
                    <a:pt x="27" y="1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9734" name="Freeform 964">
              <a:extLst>
                <a:ext uri="{FF2B5EF4-FFF2-40B4-BE49-F238E27FC236}">
                  <a16:creationId xmlns:a16="http://schemas.microsoft.com/office/drawing/2014/main" id="{02914B9D-CA07-418A-A887-DB1F05FE96BB}"/>
                </a:ext>
              </a:extLst>
            </p:cNvPr>
            <p:cNvSpPr>
              <a:spLocks/>
            </p:cNvSpPr>
            <p:nvPr/>
          </p:nvSpPr>
          <p:spPr bwMode="auto">
            <a:xfrm>
              <a:off x="889" y="2942"/>
              <a:ext cx="32" cy="242"/>
            </a:xfrm>
            <a:custGeom>
              <a:avLst/>
              <a:gdLst>
                <a:gd name="T0" fmla="*/ 35 w 21"/>
                <a:gd name="T1" fmla="*/ 0 h 157"/>
                <a:gd name="T2" fmla="*/ 27 w 21"/>
                <a:gd name="T3" fmla="*/ 285 h 157"/>
                <a:gd name="T4" fmla="*/ 53 w 21"/>
                <a:gd name="T5" fmla="*/ 575 h 157"/>
                <a:gd name="T6" fmla="*/ 61 w 21"/>
                <a:gd name="T7" fmla="*/ 311 h 157"/>
                <a:gd name="T8" fmla="*/ 41 w 21"/>
                <a:gd name="T9" fmla="*/ 76 h 157"/>
                <a:gd name="T10" fmla="*/ 35 w 21"/>
                <a:gd name="T11" fmla="*/ 0 h 15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157">
                  <a:moveTo>
                    <a:pt x="10" y="0"/>
                  </a:moveTo>
                  <a:cubicBezTo>
                    <a:pt x="9" y="23"/>
                    <a:pt x="0" y="49"/>
                    <a:pt x="8" y="78"/>
                  </a:cubicBezTo>
                  <a:cubicBezTo>
                    <a:pt x="16" y="108"/>
                    <a:pt x="21" y="131"/>
                    <a:pt x="15" y="157"/>
                  </a:cubicBezTo>
                  <a:cubicBezTo>
                    <a:pt x="21" y="136"/>
                    <a:pt x="21" y="104"/>
                    <a:pt x="17" y="85"/>
                  </a:cubicBezTo>
                  <a:cubicBezTo>
                    <a:pt x="14" y="68"/>
                    <a:pt x="11" y="35"/>
                    <a:pt x="12" y="21"/>
                  </a:cubicBezTo>
                  <a:cubicBezTo>
                    <a:pt x="14" y="6"/>
                    <a:pt x="10" y="0"/>
                    <a:pt x="1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9735" name="Freeform 965">
              <a:extLst>
                <a:ext uri="{FF2B5EF4-FFF2-40B4-BE49-F238E27FC236}">
                  <a16:creationId xmlns:a16="http://schemas.microsoft.com/office/drawing/2014/main" id="{46658C69-22D9-42B6-8D84-72DF10A5B8A4}"/>
                </a:ext>
              </a:extLst>
            </p:cNvPr>
            <p:cNvSpPr>
              <a:spLocks/>
            </p:cNvSpPr>
            <p:nvPr/>
          </p:nvSpPr>
          <p:spPr bwMode="auto">
            <a:xfrm>
              <a:off x="955" y="3950"/>
              <a:ext cx="121" cy="71"/>
            </a:xfrm>
            <a:custGeom>
              <a:avLst/>
              <a:gdLst>
                <a:gd name="T0" fmla="*/ 45 w 78"/>
                <a:gd name="T1" fmla="*/ 133 h 46"/>
                <a:gd name="T2" fmla="*/ 217 w 78"/>
                <a:gd name="T3" fmla="*/ 136 h 46"/>
                <a:gd name="T4" fmla="*/ 250 w 78"/>
                <a:gd name="T5" fmla="*/ 0 h 46"/>
                <a:gd name="T6" fmla="*/ 239 w 78"/>
                <a:gd name="T7" fmla="*/ 48 h 46"/>
                <a:gd name="T8" fmla="*/ 161 w 78"/>
                <a:gd name="T9" fmla="*/ 76 h 46"/>
                <a:gd name="T10" fmla="*/ 14 w 78"/>
                <a:gd name="T11" fmla="*/ 66 h 46"/>
                <a:gd name="T12" fmla="*/ 22 w 78"/>
                <a:gd name="T13" fmla="*/ 136 h 4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8" h="46">
                  <a:moveTo>
                    <a:pt x="12" y="36"/>
                  </a:moveTo>
                  <a:cubicBezTo>
                    <a:pt x="23" y="46"/>
                    <a:pt x="45" y="42"/>
                    <a:pt x="58" y="37"/>
                  </a:cubicBezTo>
                  <a:cubicBezTo>
                    <a:pt x="78" y="28"/>
                    <a:pt x="74" y="16"/>
                    <a:pt x="67" y="0"/>
                  </a:cubicBezTo>
                  <a:cubicBezTo>
                    <a:pt x="67" y="6"/>
                    <a:pt x="68" y="8"/>
                    <a:pt x="64" y="13"/>
                  </a:cubicBezTo>
                  <a:cubicBezTo>
                    <a:pt x="59" y="17"/>
                    <a:pt x="49" y="20"/>
                    <a:pt x="43" y="21"/>
                  </a:cubicBezTo>
                  <a:cubicBezTo>
                    <a:pt x="30" y="24"/>
                    <a:pt x="16" y="21"/>
                    <a:pt x="4" y="18"/>
                  </a:cubicBezTo>
                  <a:cubicBezTo>
                    <a:pt x="0" y="23"/>
                    <a:pt x="6" y="32"/>
                    <a:pt x="6" y="37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9736" name="Freeform 966">
              <a:extLst>
                <a:ext uri="{FF2B5EF4-FFF2-40B4-BE49-F238E27FC236}">
                  <a16:creationId xmlns:a16="http://schemas.microsoft.com/office/drawing/2014/main" id="{731D1CAF-A969-4C29-95A5-F8CA94271071}"/>
                </a:ext>
              </a:extLst>
            </p:cNvPr>
            <p:cNvSpPr>
              <a:spLocks/>
            </p:cNvSpPr>
            <p:nvPr/>
          </p:nvSpPr>
          <p:spPr bwMode="auto">
            <a:xfrm>
              <a:off x="743" y="3855"/>
              <a:ext cx="129" cy="155"/>
            </a:xfrm>
            <a:custGeom>
              <a:avLst/>
              <a:gdLst>
                <a:gd name="T0" fmla="*/ 0 w 83"/>
                <a:gd name="T1" fmla="*/ 372 h 100"/>
                <a:gd name="T2" fmla="*/ 90 w 83"/>
                <a:gd name="T3" fmla="*/ 361 h 100"/>
                <a:gd name="T4" fmla="*/ 157 w 83"/>
                <a:gd name="T5" fmla="*/ 367 h 100"/>
                <a:gd name="T6" fmla="*/ 222 w 83"/>
                <a:gd name="T7" fmla="*/ 346 h 100"/>
                <a:gd name="T8" fmla="*/ 263 w 83"/>
                <a:gd name="T9" fmla="*/ 285 h 100"/>
                <a:gd name="T10" fmla="*/ 283 w 83"/>
                <a:gd name="T11" fmla="*/ 135 h 100"/>
                <a:gd name="T12" fmla="*/ 266 w 83"/>
                <a:gd name="T13" fmla="*/ 0 h 100"/>
                <a:gd name="T14" fmla="*/ 222 w 83"/>
                <a:gd name="T15" fmla="*/ 74 h 100"/>
                <a:gd name="T16" fmla="*/ 225 w 83"/>
                <a:gd name="T17" fmla="*/ 171 h 100"/>
                <a:gd name="T18" fmla="*/ 182 w 83"/>
                <a:gd name="T19" fmla="*/ 257 h 100"/>
                <a:gd name="T20" fmla="*/ 109 w 83"/>
                <a:gd name="T21" fmla="*/ 336 h 10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3" h="100">
                  <a:moveTo>
                    <a:pt x="0" y="100"/>
                  </a:moveTo>
                  <a:cubicBezTo>
                    <a:pt x="8" y="98"/>
                    <a:pt x="15" y="96"/>
                    <a:pt x="24" y="97"/>
                  </a:cubicBezTo>
                  <a:cubicBezTo>
                    <a:pt x="30" y="98"/>
                    <a:pt x="36" y="100"/>
                    <a:pt x="42" y="99"/>
                  </a:cubicBezTo>
                  <a:cubicBezTo>
                    <a:pt x="47" y="98"/>
                    <a:pt x="55" y="95"/>
                    <a:pt x="59" y="93"/>
                  </a:cubicBezTo>
                  <a:cubicBezTo>
                    <a:pt x="67" y="89"/>
                    <a:pt x="67" y="84"/>
                    <a:pt x="70" y="77"/>
                  </a:cubicBezTo>
                  <a:cubicBezTo>
                    <a:pt x="74" y="63"/>
                    <a:pt x="74" y="50"/>
                    <a:pt x="75" y="36"/>
                  </a:cubicBezTo>
                  <a:cubicBezTo>
                    <a:pt x="76" y="25"/>
                    <a:pt x="83" y="8"/>
                    <a:pt x="71" y="0"/>
                  </a:cubicBezTo>
                  <a:cubicBezTo>
                    <a:pt x="67" y="4"/>
                    <a:pt x="60" y="14"/>
                    <a:pt x="59" y="20"/>
                  </a:cubicBezTo>
                  <a:cubicBezTo>
                    <a:pt x="57" y="28"/>
                    <a:pt x="61" y="38"/>
                    <a:pt x="60" y="46"/>
                  </a:cubicBezTo>
                  <a:cubicBezTo>
                    <a:pt x="59" y="55"/>
                    <a:pt x="54" y="62"/>
                    <a:pt x="48" y="69"/>
                  </a:cubicBezTo>
                  <a:cubicBezTo>
                    <a:pt x="43" y="76"/>
                    <a:pt x="40" y="90"/>
                    <a:pt x="29" y="90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9737" name="Freeform 967">
              <a:extLst>
                <a:ext uri="{FF2B5EF4-FFF2-40B4-BE49-F238E27FC236}">
                  <a16:creationId xmlns:a16="http://schemas.microsoft.com/office/drawing/2014/main" id="{BAEED0F1-51E4-4722-8DF9-08613D2AF8C4}"/>
                </a:ext>
              </a:extLst>
            </p:cNvPr>
            <p:cNvSpPr>
              <a:spLocks/>
            </p:cNvSpPr>
            <p:nvPr/>
          </p:nvSpPr>
          <p:spPr bwMode="auto">
            <a:xfrm>
              <a:off x="856" y="2110"/>
              <a:ext cx="34" cy="12"/>
            </a:xfrm>
            <a:custGeom>
              <a:avLst/>
              <a:gdLst>
                <a:gd name="T0" fmla="*/ 0 w 22"/>
                <a:gd name="T1" fmla="*/ 26 h 8"/>
                <a:gd name="T2" fmla="*/ 40 w 22"/>
                <a:gd name="T3" fmla="*/ 0 h 8"/>
                <a:gd name="T4" fmla="*/ 82 w 22"/>
                <a:gd name="T5" fmla="*/ 27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8">
                  <a:moveTo>
                    <a:pt x="0" y="7"/>
                  </a:moveTo>
                  <a:cubicBezTo>
                    <a:pt x="5" y="1"/>
                    <a:pt x="6" y="0"/>
                    <a:pt x="11" y="0"/>
                  </a:cubicBezTo>
                  <a:cubicBezTo>
                    <a:pt x="16" y="0"/>
                    <a:pt x="17" y="1"/>
                    <a:pt x="22" y="8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9738" name="Freeform 968">
              <a:extLst>
                <a:ext uri="{FF2B5EF4-FFF2-40B4-BE49-F238E27FC236}">
                  <a16:creationId xmlns:a16="http://schemas.microsoft.com/office/drawing/2014/main" id="{53DA2445-BE53-4871-B911-05605AB8C487}"/>
                </a:ext>
              </a:extLst>
            </p:cNvPr>
            <p:cNvSpPr>
              <a:spLocks/>
            </p:cNvSpPr>
            <p:nvPr/>
          </p:nvSpPr>
          <p:spPr bwMode="auto">
            <a:xfrm>
              <a:off x="862" y="2116"/>
              <a:ext cx="22" cy="9"/>
            </a:xfrm>
            <a:custGeom>
              <a:avLst/>
              <a:gdLst>
                <a:gd name="T0" fmla="*/ 0 w 14"/>
                <a:gd name="T1" fmla="*/ 0 h 6"/>
                <a:gd name="T2" fmla="*/ 55 w 14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6">
                  <a:moveTo>
                    <a:pt x="0" y="0"/>
                  </a:moveTo>
                  <a:cubicBezTo>
                    <a:pt x="1" y="6"/>
                    <a:pt x="12" y="6"/>
                    <a:pt x="14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9739" name="Freeform 969">
              <a:extLst>
                <a:ext uri="{FF2B5EF4-FFF2-40B4-BE49-F238E27FC236}">
                  <a16:creationId xmlns:a16="http://schemas.microsoft.com/office/drawing/2014/main" id="{4B177473-0E49-4428-9232-7377F39E24C2}"/>
                </a:ext>
              </a:extLst>
            </p:cNvPr>
            <p:cNvSpPr>
              <a:spLocks/>
            </p:cNvSpPr>
            <p:nvPr/>
          </p:nvSpPr>
          <p:spPr bwMode="auto">
            <a:xfrm>
              <a:off x="658" y="1366"/>
              <a:ext cx="175" cy="19"/>
            </a:xfrm>
            <a:custGeom>
              <a:avLst/>
              <a:gdLst>
                <a:gd name="T0" fmla="*/ 0 w 113"/>
                <a:gd name="T1" fmla="*/ 0 h 12"/>
                <a:gd name="T2" fmla="*/ 115 w 113"/>
                <a:gd name="T3" fmla="*/ 25 h 12"/>
                <a:gd name="T4" fmla="*/ 242 w 113"/>
                <a:gd name="T5" fmla="*/ 25 h 12"/>
                <a:gd name="T6" fmla="*/ 407 w 113"/>
                <a:gd name="T7" fmla="*/ 33 h 12"/>
                <a:gd name="T8" fmla="*/ 420 w 113"/>
                <a:gd name="T9" fmla="*/ 48 h 12"/>
                <a:gd name="T10" fmla="*/ 415 w 113"/>
                <a:gd name="T11" fmla="*/ 27 h 12"/>
                <a:gd name="T12" fmla="*/ 242 w 113"/>
                <a:gd name="T13" fmla="*/ 16 h 12"/>
                <a:gd name="T14" fmla="*/ 119 w 113"/>
                <a:gd name="T15" fmla="*/ 16 h 12"/>
                <a:gd name="T16" fmla="*/ 0 w 113"/>
                <a:gd name="T17" fmla="*/ 0 h 1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3" h="12">
                  <a:moveTo>
                    <a:pt x="0" y="0"/>
                  </a:moveTo>
                  <a:cubicBezTo>
                    <a:pt x="6" y="1"/>
                    <a:pt x="25" y="3"/>
                    <a:pt x="31" y="6"/>
                  </a:cubicBezTo>
                  <a:cubicBezTo>
                    <a:pt x="37" y="8"/>
                    <a:pt x="51" y="7"/>
                    <a:pt x="65" y="6"/>
                  </a:cubicBezTo>
                  <a:cubicBezTo>
                    <a:pt x="83" y="4"/>
                    <a:pt x="104" y="3"/>
                    <a:pt x="110" y="8"/>
                  </a:cubicBezTo>
                  <a:cubicBezTo>
                    <a:pt x="111" y="9"/>
                    <a:pt x="113" y="10"/>
                    <a:pt x="113" y="12"/>
                  </a:cubicBezTo>
                  <a:cubicBezTo>
                    <a:pt x="113" y="10"/>
                    <a:pt x="113" y="8"/>
                    <a:pt x="112" y="7"/>
                  </a:cubicBezTo>
                  <a:cubicBezTo>
                    <a:pt x="105" y="1"/>
                    <a:pt x="85" y="2"/>
                    <a:pt x="65" y="4"/>
                  </a:cubicBezTo>
                  <a:cubicBezTo>
                    <a:pt x="51" y="5"/>
                    <a:pt x="37" y="6"/>
                    <a:pt x="32" y="4"/>
                  </a:cubicBezTo>
                  <a:cubicBezTo>
                    <a:pt x="26" y="1"/>
                    <a:pt x="8" y="1"/>
                    <a:pt x="0" y="0"/>
                  </a:cubicBezTo>
                </a:path>
              </a:pathLst>
            </a:custGeom>
            <a:solidFill>
              <a:srgbClr val="7575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9740" name="Freeform 970">
              <a:extLst>
                <a:ext uri="{FF2B5EF4-FFF2-40B4-BE49-F238E27FC236}">
                  <a16:creationId xmlns:a16="http://schemas.microsoft.com/office/drawing/2014/main" id="{DC0C18B9-267F-440C-9A7F-CCC530E93D4D}"/>
                </a:ext>
              </a:extLst>
            </p:cNvPr>
            <p:cNvSpPr>
              <a:spLocks/>
            </p:cNvSpPr>
            <p:nvPr/>
          </p:nvSpPr>
          <p:spPr bwMode="auto">
            <a:xfrm>
              <a:off x="859" y="1403"/>
              <a:ext cx="33" cy="17"/>
            </a:xfrm>
            <a:custGeom>
              <a:avLst/>
              <a:gdLst>
                <a:gd name="T0" fmla="*/ 0 w 21"/>
                <a:gd name="T1" fmla="*/ 0 h 11"/>
                <a:gd name="T2" fmla="*/ 35 w 21"/>
                <a:gd name="T3" fmla="*/ 40 h 11"/>
                <a:gd name="T4" fmla="*/ 82 w 21"/>
                <a:gd name="T5" fmla="*/ 5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11">
                  <a:moveTo>
                    <a:pt x="0" y="0"/>
                  </a:moveTo>
                  <a:cubicBezTo>
                    <a:pt x="3" y="7"/>
                    <a:pt x="6" y="11"/>
                    <a:pt x="9" y="11"/>
                  </a:cubicBezTo>
                  <a:cubicBezTo>
                    <a:pt x="12" y="11"/>
                    <a:pt x="16" y="7"/>
                    <a:pt x="21" y="1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9741" name="Freeform 971">
              <a:extLst>
                <a:ext uri="{FF2B5EF4-FFF2-40B4-BE49-F238E27FC236}">
                  <a16:creationId xmlns:a16="http://schemas.microsoft.com/office/drawing/2014/main" id="{E99B096F-A0B1-40FA-93FE-44FC46432FD0}"/>
                </a:ext>
              </a:extLst>
            </p:cNvPr>
            <p:cNvSpPr>
              <a:spLocks/>
            </p:cNvSpPr>
            <p:nvPr/>
          </p:nvSpPr>
          <p:spPr bwMode="auto">
            <a:xfrm>
              <a:off x="771" y="3954"/>
              <a:ext cx="29" cy="62"/>
            </a:xfrm>
            <a:custGeom>
              <a:avLst/>
              <a:gdLst>
                <a:gd name="T0" fmla="*/ 63 w 19"/>
                <a:gd name="T1" fmla="*/ 0 h 40"/>
                <a:gd name="T2" fmla="*/ 47 w 19"/>
                <a:gd name="T3" fmla="*/ 45 h 40"/>
                <a:gd name="T4" fmla="*/ 26 w 19"/>
                <a:gd name="T5" fmla="*/ 149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40">
                  <a:moveTo>
                    <a:pt x="18" y="0"/>
                  </a:moveTo>
                  <a:cubicBezTo>
                    <a:pt x="19" y="4"/>
                    <a:pt x="17" y="8"/>
                    <a:pt x="13" y="12"/>
                  </a:cubicBezTo>
                  <a:cubicBezTo>
                    <a:pt x="9" y="17"/>
                    <a:pt x="0" y="31"/>
                    <a:pt x="7" y="4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9742" name="Freeform 972">
              <a:extLst>
                <a:ext uri="{FF2B5EF4-FFF2-40B4-BE49-F238E27FC236}">
                  <a16:creationId xmlns:a16="http://schemas.microsoft.com/office/drawing/2014/main" id="{A5F6A097-A6EA-466C-94E8-91E65E5EDAD1}"/>
                </a:ext>
              </a:extLst>
            </p:cNvPr>
            <p:cNvSpPr>
              <a:spLocks/>
            </p:cNvSpPr>
            <p:nvPr/>
          </p:nvSpPr>
          <p:spPr bwMode="auto">
            <a:xfrm>
              <a:off x="726" y="3956"/>
              <a:ext cx="42" cy="60"/>
            </a:xfrm>
            <a:custGeom>
              <a:avLst/>
              <a:gdLst>
                <a:gd name="T0" fmla="*/ 101 w 27"/>
                <a:gd name="T1" fmla="*/ 0 h 39"/>
                <a:gd name="T2" fmla="*/ 47 w 27"/>
                <a:gd name="T3" fmla="*/ 54 h 39"/>
                <a:gd name="T4" fmla="*/ 19 w 27"/>
                <a:gd name="T5" fmla="*/ 142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39">
                  <a:moveTo>
                    <a:pt x="27" y="0"/>
                  </a:moveTo>
                  <a:cubicBezTo>
                    <a:pt x="23" y="8"/>
                    <a:pt x="14" y="12"/>
                    <a:pt x="12" y="15"/>
                  </a:cubicBezTo>
                  <a:cubicBezTo>
                    <a:pt x="3" y="23"/>
                    <a:pt x="0" y="32"/>
                    <a:pt x="5" y="39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9743" name="Freeform 973">
              <a:extLst>
                <a:ext uri="{FF2B5EF4-FFF2-40B4-BE49-F238E27FC236}">
                  <a16:creationId xmlns:a16="http://schemas.microsoft.com/office/drawing/2014/main" id="{8D103B7F-993D-452F-A33C-709A68165CE7}"/>
                </a:ext>
              </a:extLst>
            </p:cNvPr>
            <p:cNvSpPr>
              <a:spLocks/>
            </p:cNvSpPr>
            <p:nvPr/>
          </p:nvSpPr>
          <p:spPr bwMode="auto">
            <a:xfrm>
              <a:off x="692" y="3953"/>
              <a:ext cx="45" cy="59"/>
            </a:xfrm>
            <a:custGeom>
              <a:avLst/>
              <a:gdLst>
                <a:gd name="T0" fmla="*/ 109 w 29"/>
                <a:gd name="T1" fmla="*/ 0 h 38"/>
                <a:gd name="T2" fmla="*/ 48 w 29"/>
                <a:gd name="T3" fmla="*/ 61 h 38"/>
                <a:gd name="T4" fmla="*/ 5 w 29"/>
                <a:gd name="T5" fmla="*/ 143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38">
                  <a:moveTo>
                    <a:pt x="29" y="0"/>
                  </a:moveTo>
                  <a:cubicBezTo>
                    <a:pt x="24" y="5"/>
                    <a:pt x="18" y="11"/>
                    <a:pt x="13" y="16"/>
                  </a:cubicBezTo>
                  <a:cubicBezTo>
                    <a:pt x="7" y="21"/>
                    <a:pt x="0" y="30"/>
                    <a:pt x="1" y="38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9744" name="Freeform 974">
              <a:extLst>
                <a:ext uri="{FF2B5EF4-FFF2-40B4-BE49-F238E27FC236}">
                  <a16:creationId xmlns:a16="http://schemas.microsoft.com/office/drawing/2014/main" id="{84767A01-BF5B-4454-8706-A8A949705C52}"/>
                </a:ext>
              </a:extLst>
            </p:cNvPr>
            <p:cNvSpPr>
              <a:spLocks/>
            </p:cNvSpPr>
            <p:nvPr/>
          </p:nvSpPr>
          <p:spPr bwMode="auto">
            <a:xfrm>
              <a:off x="675" y="3945"/>
              <a:ext cx="31" cy="45"/>
            </a:xfrm>
            <a:custGeom>
              <a:avLst/>
              <a:gdLst>
                <a:gd name="T0" fmla="*/ 74 w 20"/>
                <a:gd name="T1" fmla="*/ 0 h 29"/>
                <a:gd name="T2" fmla="*/ 29 w 20"/>
                <a:gd name="T3" fmla="*/ 45 h 29"/>
                <a:gd name="T4" fmla="*/ 0 w 20"/>
                <a:gd name="T5" fmla="*/ 109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29">
                  <a:moveTo>
                    <a:pt x="20" y="0"/>
                  </a:moveTo>
                  <a:cubicBezTo>
                    <a:pt x="17" y="5"/>
                    <a:pt x="12" y="8"/>
                    <a:pt x="8" y="12"/>
                  </a:cubicBezTo>
                  <a:cubicBezTo>
                    <a:pt x="4" y="15"/>
                    <a:pt x="0" y="22"/>
                    <a:pt x="0" y="29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9745" name="Freeform 975">
              <a:extLst>
                <a:ext uri="{FF2B5EF4-FFF2-40B4-BE49-F238E27FC236}">
                  <a16:creationId xmlns:a16="http://schemas.microsoft.com/office/drawing/2014/main" id="{DFE8D98B-2BE3-4CF8-A9C0-D5ADFBF047E9}"/>
                </a:ext>
              </a:extLst>
            </p:cNvPr>
            <p:cNvSpPr>
              <a:spLocks/>
            </p:cNvSpPr>
            <p:nvPr/>
          </p:nvSpPr>
          <p:spPr bwMode="auto">
            <a:xfrm>
              <a:off x="790" y="3979"/>
              <a:ext cx="45" cy="22"/>
            </a:xfrm>
            <a:custGeom>
              <a:avLst/>
              <a:gdLst>
                <a:gd name="T0" fmla="*/ 0 w 29"/>
                <a:gd name="T1" fmla="*/ 49 h 14"/>
                <a:gd name="T2" fmla="*/ 82 w 29"/>
                <a:gd name="T3" fmla="*/ 55 h 14"/>
                <a:gd name="T4" fmla="*/ 61 w 29"/>
                <a:gd name="T5" fmla="*/ 0 h 14"/>
                <a:gd name="T6" fmla="*/ 0 w 29"/>
                <a:gd name="T7" fmla="*/ 49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" h="14">
                  <a:moveTo>
                    <a:pt x="0" y="13"/>
                  </a:moveTo>
                  <a:cubicBezTo>
                    <a:pt x="9" y="12"/>
                    <a:pt x="20" y="12"/>
                    <a:pt x="22" y="14"/>
                  </a:cubicBezTo>
                  <a:cubicBezTo>
                    <a:pt x="29" y="4"/>
                    <a:pt x="21" y="0"/>
                    <a:pt x="16" y="0"/>
                  </a:cubicBezTo>
                  <a:cubicBezTo>
                    <a:pt x="3" y="1"/>
                    <a:pt x="0" y="11"/>
                    <a:pt x="0" y="13"/>
                  </a:cubicBezTo>
                  <a:close/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9746" name="Freeform 976">
              <a:extLst>
                <a:ext uri="{FF2B5EF4-FFF2-40B4-BE49-F238E27FC236}">
                  <a16:creationId xmlns:a16="http://schemas.microsoft.com/office/drawing/2014/main" id="{30020641-113B-4EFB-99C3-EAA0B4ACC5CD}"/>
                </a:ext>
              </a:extLst>
            </p:cNvPr>
            <p:cNvSpPr>
              <a:spLocks/>
            </p:cNvSpPr>
            <p:nvPr/>
          </p:nvSpPr>
          <p:spPr bwMode="auto">
            <a:xfrm>
              <a:off x="743" y="3995"/>
              <a:ext cx="22" cy="17"/>
            </a:xfrm>
            <a:custGeom>
              <a:avLst/>
              <a:gdLst>
                <a:gd name="T0" fmla="*/ 0 w 14"/>
                <a:gd name="T1" fmla="*/ 40 h 11"/>
                <a:gd name="T2" fmla="*/ 55 w 14"/>
                <a:gd name="T3" fmla="*/ 36 h 11"/>
                <a:gd name="T4" fmla="*/ 0 w 14"/>
                <a:gd name="T5" fmla="*/ 4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1">
                  <a:moveTo>
                    <a:pt x="0" y="11"/>
                  </a:moveTo>
                  <a:cubicBezTo>
                    <a:pt x="3" y="11"/>
                    <a:pt x="12" y="9"/>
                    <a:pt x="14" y="10"/>
                  </a:cubicBezTo>
                  <a:cubicBezTo>
                    <a:pt x="13" y="1"/>
                    <a:pt x="1" y="0"/>
                    <a:pt x="0" y="11"/>
                  </a:cubicBezTo>
                  <a:close/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9747" name="Freeform 977">
              <a:extLst>
                <a:ext uri="{FF2B5EF4-FFF2-40B4-BE49-F238E27FC236}">
                  <a16:creationId xmlns:a16="http://schemas.microsoft.com/office/drawing/2014/main" id="{F7863C61-F083-473B-9693-C5E0C110E0D7}"/>
                </a:ext>
              </a:extLst>
            </p:cNvPr>
            <p:cNvSpPr>
              <a:spLocks/>
            </p:cNvSpPr>
            <p:nvPr/>
          </p:nvSpPr>
          <p:spPr bwMode="auto">
            <a:xfrm>
              <a:off x="703" y="3998"/>
              <a:ext cx="19" cy="15"/>
            </a:xfrm>
            <a:custGeom>
              <a:avLst/>
              <a:gdLst>
                <a:gd name="T0" fmla="*/ 0 w 12"/>
                <a:gd name="T1" fmla="*/ 27 h 10"/>
                <a:gd name="T2" fmla="*/ 48 w 12"/>
                <a:gd name="T3" fmla="*/ 26 h 10"/>
                <a:gd name="T4" fmla="*/ 0 w 12"/>
                <a:gd name="T5" fmla="*/ 27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0">
                  <a:moveTo>
                    <a:pt x="0" y="8"/>
                  </a:moveTo>
                  <a:cubicBezTo>
                    <a:pt x="3" y="9"/>
                    <a:pt x="9" y="10"/>
                    <a:pt x="12" y="7"/>
                  </a:cubicBezTo>
                  <a:cubicBezTo>
                    <a:pt x="11" y="0"/>
                    <a:pt x="0" y="4"/>
                    <a:pt x="0" y="8"/>
                  </a:cubicBezTo>
                  <a:close/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9748" name="Freeform 978">
              <a:extLst>
                <a:ext uri="{FF2B5EF4-FFF2-40B4-BE49-F238E27FC236}">
                  <a16:creationId xmlns:a16="http://schemas.microsoft.com/office/drawing/2014/main" id="{30EEA697-01E7-4C5E-968E-E732C621512A}"/>
                </a:ext>
              </a:extLst>
            </p:cNvPr>
            <p:cNvSpPr>
              <a:spLocks/>
            </p:cNvSpPr>
            <p:nvPr/>
          </p:nvSpPr>
          <p:spPr bwMode="auto">
            <a:xfrm>
              <a:off x="680" y="3985"/>
              <a:ext cx="14" cy="13"/>
            </a:xfrm>
            <a:custGeom>
              <a:avLst/>
              <a:gdLst>
                <a:gd name="T0" fmla="*/ 0 w 9"/>
                <a:gd name="T1" fmla="*/ 21 h 8"/>
                <a:gd name="T2" fmla="*/ 30 w 9"/>
                <a:gd name="T3" fmla="*/ 26 h 8"/>
                <a:gd name="T4" fmla="*/ 0 w 9"/>
                <a:gd name="T5" fmla="*/ 21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8">
                  <a:moveTo>
                    <a:pt x="0" y="5"/>
                  </a:moveTo>
                  <a:cubicBezTo>
                    <a:pt x="1" y="7"/>
                    <a:pt x="5" y="8"/>
                    <a:pt x="8" y="6"/>
                  </a:cubicBezTo>
                  <a:cubicBezTo>
                    <a:pt x="9" y="0"/>
                    <a:pt x="1" y="1"/>
                    <a:pt x="0" y="5"/>
                  </a:cubicBezTo>
                  <a:close/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9749" name="Freeform 979">
              <a:extLst>
                <a:ext uri="{FF2B5EF4-FFF2-40B4-BE49-F238E27FC236}">
                  <a16:creationId xmlns:a16="http://schemas.microsoft.com/office/drawing/2014/main" id="{85A5F85C-D498-4E9A-9A3B-679ADEC5687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" y="2597"/>
              <a:ext cx="63" cy="39"/>
            </a:xfrm>
            <a:custGeom>
              <a:avLst/>
              <a:gdLst>
                <a:gd name="T0" fmla="*/ 0 w 41"/>
                <a:gd name="T1" fmla="*/ 0 h 25"/>
                <a:gd name="T2" fmla="*/ 43 w 41"/>
                <a:gd name="T3" fmla="*/ 47 h 25"/>
                <a:gd name="T4" fmla="*/ 115 w 41"/>
                <a:gd name="T5" fmla="*/ 80 h 25"/>
                <a:gd name="T6" fmla="*/ 149 w 41"/>
                <a:gd name="T7" fmla="*/ 95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1" h="25">
                  <a:moveTo>
                    <a:pt x="0" y="0"/>
                  </a:moveTo>
                  <a:cubicBezTo>
                    <a:pt x="4" y="2"/>
                    <a:pt x="7" y="10"/>
                    <a:pt x="12" y="12"/>
                  </a:cubicBezTo>
                  <a:cubicBezTo>
                    <a:pt x="18" y="17"/>
                    <a:pt x="26" y="18"/>
                    <a:pt x="32" y="21"/>
                  </a:cubicBezTo>
                  <a:cubicBezTo>
                    <a:pt x="35" y="23"/>
                    <a:pt x="39" y="24"/>
                    <a:pt x="41" y="25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9750" name="Freeform 980">
              <a:extLst>
                <a:ext uri="{FF2B5EF4-FFF2-40B4-BE49-F238E27FC236}">
                  <a16:creationId xmlns:a16="http://schemas.microsoft.com/office/drawing/2014/main" id="{C81EEE94-7644-476B-8858-79285FD5B68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" y="2605"/>
              <a:ext cx="54" cy="43"/>
            </a:xfrm>
            <a:custGeom>
              <a:avLst/>
              <a:gdLst>
                <a:gd name="T0" fmla="*/ 128 w 35"/>
                <a:gd name="T1" fmla="*/ 101 h 28"/>
                <a:gd name="T2" fmla="*/ 40 w 35"/>
                <a:gd name="T3" fmla="*/ 52 h 28"/>
                <a:gd name="T4" fmla="*/ 0 w 35"/>
                <a:gd name="T5" fmla="*/ 0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28">
                  <a:moveTo>
                    <a:pt x="35" y="28"/>
                  </a:moveTo>
                  <a:cubicBezTo>
                    <a:pt x="25" y="18"/>
                    <a:pt x="18" y="16"/>
                    <a:pt x="11" y="14"/>
                  </a:cubicBezTo>
                  <a:cubicBezTo>
                    <a:pt x="11" y="12"/>
                    <a:pt x="5" y="5"/>
                    <a:pt x="0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9751" name="Freeform 981">
              <a:extLst>
                <a:ext uri="{FF2B5EF4-FFF2-40B4-BE49-F238E27FC236}">
                  <a16:creationId xmlns:a16="http://schemas.microsoft.com/office/drawing/2014/main" id="{7CBD0ED5-C229-446C-A221-056F9F8E758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" y="2541"/>
              <a:ext cx="70" cy="84"/>
            </a:xfrm>
            <a:custGeom>
              <a:avLst/>
              <a:gdLst>
                <a:gd name="T0" fmla="*/ 170 w 45"/>
                <a:gd name="T1" fmla="*/ 199 h 54"/>
                <a:gd name="T2" fmla="*/ 95 w 45"/>
                <a:gd name="T3" fmla="*/ 143 h 54"/>
                <a:gd name="T4" fmla="*/ 75 w 45"/>
                <a:gd name="T5" fmla="*/ 40 h 54"/>
                <a:gd name="T6" fmla="*/ 47 w 45"/>
                <a:gd name="T7" fmla="*/ 0 h 54"/>
                <a:gd name="T8" fmla="*/ 0 w 45"/>
                <a:gd name="T9" fmla="*/ 82 h 54"/>
                <a:gd name="T10" fmla="*/ 19 w 45"/>
                <a:gd name="T11" fmla="*/ 156 h 5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5" h="54">
                  <a:moveTo>
                    <a:pt x="45" y="53"/>
                  </a:moveTo>
                  <a:cubicBezTo>
                    <a:pt x="33" y="54"/>
                    <a:pt x="26" y="44"/>
                    <a:pt x="25" y="38"/>
                  </a:cubicBezTo>
                  <a:cubicBezTo>
                    <a:pt x="22" y="32"/>
                    <a:pt x="21" y="15"/>
                    <a:pt x="20" y="11"/>
                  </a:cubicBezTo>
                  <a:cubicBezTo>
                    <a:pt x="20" y="6"/>
                    <a:pt x="19" y="0"/>
                    <a:pt x="12" y="0"/>
                  </a:cubicBezTo>
                  <a:cubicBezTo>
                    <a:pt x="4" y="5"/>
                    <a:pt x="0" y="15"/>
                    <a:pt x="0" y="22"/>
                  </a:cubicBezTo>
                  <a:cubicBezTo>
                    <a:pt x="1" y="29"/>
                    <a:pt x="5" y="34"/>
                    <a:pt x="5" y="41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9752" name="Freeform 982">
              <a:extLst>
                <a:ext uri="{FF2B5EF4-FFF2-40B4-BE49-F238E27FC236}">
                  <a16:creationId xmlns:a16="http://schemas.microsoft.com/office/drawing/2014/main" id="{1B175082-3DA0-4F9E-9F0A-E6A1392C3667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" y="2663"/>
              <a:ext cx="23" cy="10"/>
            </a:xfrm>
            <a:custGeom>
              <a:avLst/>
              <a:gdLst>
                <a:gd name="T0" fmla="*/ 54 w 15"/>
                <a:gd name="T1" fmla="*/ 28 h 6"/>
                <a:gd name="T2" fmla="*/ 0 w 15"/>
                <a:gd name="T3" fmla="*/ 2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6">
                  <a:moveTo>
                    <a:pt x="15" y="6"/>
                  </a:moveTo>
                  <a:cubicBezTo>
                    <a:pt x="10" y="2"/>
                    <a:pt x="2" y="0"/>
                    <a:pt x="0" y="4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9753" name="Freeform 983">
              <a:extLst>
                <a:ext uri="{FF2B5EF4-FFF2-40B4-BE49-F238E27FC236}">
                  <a16:creationId xmlns:a16="http://schemas.microsoft.com/office/drawing/2014/main" id="{C2A6BF42-AD17-482D-B35A-8314A79FAAE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" y="2532"/>
              <a:ext cx="6" cy="15"/>
            </a:xfrm>
            <a:custGeom>
              <a:avLst/>
              <a:gdLst>
                <a:gd name="T0" fmla="*/ 14 w 4"/>
                <a:gd name="T1" fmla="*/ 35 h 10"/>
                <a:gd name="T2" fmla="*/ 0 w 4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0">
                  <a:moveTo>
                    <a:pt x="4" y="10"/>
                  </a:moveTo>
                  <a:cubicBezTo>
                    <a:pt x="3" y="6"/>
                    <a:pt x="1" y="3"/>
                    <a:pt x="0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9754" name="Freeform 984">
              <a:extLst>
                <a:ext uri="{FF2B5EF4-FFF2-40B4-BE49-F238E27FC236}">
                  <a16:creationId xmlns:a16="http://schemas.microsoft.com/office/drawing/2014/main" id="{670B074A-E2D8-4149-8B12-848CA711750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" y="2563"/>
              <a:ext cx="39" cy="42"/>
            </a:xfrm>
            <a:custGeom>
              <a:avLst/>
              <a:gdLst>
                <a:gd name="T0" fmla="*/ 95 w 25"/>
                <a:gd name="T1" fmla="*/ 101 h 27"/>
                <a:gd name="T2" fmla="*/ 42 w 25"/>
                <a:gd name="T3" fmla="*/ 75 h 27"/>
                <a:gd name="T4" fmla="*/ 0 w 25"/>
                <a:gd name="T5" fmla="*/ 0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27">
                  <a:moveTo>
                    <a:pt x="25" y="27"/>
                  </a:moveTo>
                  <a:cubicBezTo>
                    <a:pt x="21" y="24"/>
                    <a:pt x="14" y="27"/>
                    <a:pt x="11" y="20"/>
                  </a:cubicBezTo>
                  <a:cubicBezTo>
                    <a:pt x="8" y="14"/>
                    <a:pt x="1" y="9"/>
                    <a:pt x="0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9755" name="Freeform 985">
              <a:extLst>
                <a:ext uri="{FF2B5EF4-FFF2-40B4-BE49-F238E27FC236}">
                  <a16:creationId xmlns:a16="http://schemas.microsoft.com/office/drawing/2014/main" id="{A19D23D1-8B60-4AFA-9E0C-030DBF37BF9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" y="2551"/>
              <a:ext cx="27" cy="40"/>
            </a:xfrm>
            <a:custGeom>
              <a:avLst/>
              <a:gdLst>
                <a:gd name="T0" fmla="*/ 68 w 17"/>
                <a:gd name="T1" fmla="*/ 95 h 26"/>
                <a:gd name="T2" fmla="*/ 40 w 17"/>
                <a:gd name="T3" fmla="*/ 80 h 26"/>
                <a:gd name="T4" fmla="*/ 0 w 17"/>
                <a:gd name="T5" fmla="*/ 0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6">
                  <a:moveTo>
                    <a:pt x="17" y="26"/>
                  </a:moveTo>
                  <a:cubicBezTo>
                    <a:pt x="16" y="22"/>
                    <a:pt x="13" y="24"/>
                    <a:pt x="10" y="22"/>
                  </a:cubicBezTo>
                  <a:cubicBezTo>
                    <a:pt x="6" y="21"/>
                    <a:pt x="1" y="6"/>
                    <a:pt x="0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9756" name="Freeform 986">
              <a:extLst>
                <a:ext uri="{FF2B5EF4-FFF2-40B4-BE49-F238E27FC236}">
                  <a16:creationId xmlns:a16="http://schemas.microsoft.com/office/drawing/2014/main" id="{18C6172F-6F34-4ACB-BE8C-37DD522A2CEA}"/>
                </a:ext>
              </a:extLst>
            </p:cNvPr>
            <p:cNvSpPr>
              <a:spLocks/>
            </p:cNvSpPr>
            <p:nvPr/>
          </p:nvSpPr>
          <p:spPr bwMode="auto">
            <a:xfrm>
              <a:off x="503" y="2599"/>
              <a:ext cx="5" cy="17"/>
            </a:xfrm>
            <a:custGeom>
              <a:avLst/>
              <a:gdLst>
                <a:gd name="T0" fmla="*/ 13 w 3"/>
                <a:gd name="T1" fmla="*/ 0 h 11"/>
                <a:gd name="T2" fmla="*/ 8 w 3"/>
                <a:gd name="T3" fmla="*/ 4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1">
                  <a:moveTo>
                    <a:pt x="3" y="0"/>
                  </a:moveTo>
                  <a:cubicBezTo>
                    <a:pt x="0" y="1"/>
                    <a:pt x="2" y="8"/>
                    <a:pt x="2" y="11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9757" name="Freeform 987">
              <a:extLst>
                <a:ext uri="{FF2B5EF4-FFF2-40B4-BE49-F238E27FC236}">
                  <a16:creationId xmlns:a16="http://schemas.microsoft.com/office/drawing/2014/main" id="{9503CD8F-9DAB-4757-A1C9-988ECF85A9AA}"/>
                </a:ext>
              </a:extLst>
            </p:cNvPr>
            <p:cNvSpPr>
              <a:spLocks/>
            </p:cNvSpPr>
            <p:nvPr/>
          </p:nvSpPr>
          <p:spPr bwMode="auto">
            <a:xfrm>
              <a:off x="785" y="2469"/>
              <a:ext cx="177" cy="68"/>
            </a:xfrm>
            <a:custGeom>
              <a:avLst/>
              <a:gdLst>
                <a:gd name="T0" fmla="*/ 214 w 114"/>
                <a:gd name="T1" fmla="*/ 155 h 44"/>
                <a:gd name="T2" fmla="*/ 214 w 114"/>
                <a:gd name="T3" fmla="*/ 155 h 44"/>
                <a:gd name="T4" fmla="*/ 0 w 114"/>
                <a:gd name="T5" fmla="*/ 0 h 44"/>
                <a:gd name="T6" fmla="*/ 214 w 114"/>
                <a:gd name="T7" fmla="*/ 162 h 44"/>
                <a:gd name="T8" fmla="*/ 214 w 114"/>
                <a:gd name="T9" fmla="*/ 162 h 44"/>
                <a:gd name="T10" fmla="*/ 427 w 114"/>
                <a:gd name="T11" fmla="*/ 0 h 44"/>
                <a:gd name="T12" fmla="*/ 214 w 114"/>
                <a:gd name="T13" fmla="*/ 155 h 4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4" h="44">
                  <a:moveTo>
                    <a:pt x="57" y="42"/>
                  </a:moveTo>
                  <a:cubicBezTo>
                    <a:pt x="57" y="42"/>
                    <a:pt x="57" y="42"/>
                    <a:pt x="57" y="42"/>
                  </a:cubicBezTo>
                  <a:cubicBezTo>
                    <a:pt x="37" y="42"/>
                    <a:pt x="9" y="19"/>
                    <a:pt x="0" y="0"/>
                  </a:cubicBezTo>
                  <a:cubicBezTo>
                    <a:pt x="9" y="20"/>
                    <a:pt x="36" y="44"/>
                    <a:pt x="57" y="44"/>
                  </a:cubicBezTo>
                  <a:cubicBezTo>
                    <a:pt x="57" y="44"/>
                    <a:pt x="57" y="44"/>
                    <a:pt x="57" y="44"/>
                  </a:cubicBezTo>
                  <a:cubicBezTo>
                    <a:pt x="78" y="44"/>
                    <a:pt x="105" y="20"/>
                    <a:pt x="114" y="0"/>
                  </a:cubicBezTo>
                  <a:cubicBezTo>
                    <a:pt x="105" y="19"/>
                    <a:pt x="77" y="42"/>
                    <a:pt x="57" y="42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9758" name="Freeform 988">
              <a:extLst>
                <a:ext uri="{FF2B5EF4-FFF2-40B4-BE49-F238E27FC236}">
                  <a16:creationId xmlns:a16="http://schemas.microsoft.com/office/drawing/2014/main" id="{9F3AC670-BBFA-4AD8-B96F-340A74AA528F}"/>
                </a:ext>
              </a:extLst>
            </p:cNvPr>
            <p:cNvSpPr>
              <a:spLocks/>
            </p:cNvSpPr>
            <p:nvPr/>
          </p:nvSpPr>
          <p:spPr bwMode="auto">
            <a:xfrm>
              <a:off x="852" y="3826"/>
              <a:ext cx="6" cy="32"/>
            </a:xfrm>
            <a:custGeom>
              <a:avLst/>
              <a:gdLst>
                <a:gd name="T0" fmla="*/ 14 w 4"/>
                <a:gd name="T1" fmla="*/ 0 h 21"/>
                <a:gd name="T2" fmla="*/ 0 w 4"/>
                <a:gd name="T3" fmla="*/ 75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1">
                  <a:moveTo>
                    <a:pt x="4" y="0"/>
                  </a:moveTo>
                  <a:cubicBezTo>
                    <a:pt x="4" y="8"/>
                    <a:pt x="0" y="21"/>
                    <a:pt x="0" y="21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9759" name="Freeform 989">
              <a:extLst>
                <a:ext uri="{FF2B5EF4-FFF2-40B4-BE49-F238E27FC236}">
                  <a16:creationId xmlns:a16="http://schemas.microsoft.com/office/drawing/2014/main" id="{69BD544E-F5DA-41C9-9185-E0027DACA151}"/>
                </a:ext>
              </a:extLst>
            </p:cNvPr>
            <p:cNvSpPr>
              <a:spLocks/>
            </p:cNvSpPr>
            <p:nvPr/>
          </p:nvSpPr>
          <p:spPr bwMode="auto">
            <a:xfrm>
              <a:off x="915" y="1366"/>
              <a:ext cx="175" cy="19"/>
            </a:xfrm>
            <a:custGeom>
              <a:avLst/>
              <a:gdLst>
                <a:gd name="T0" fmla="*/ 305 w 113"/>
                <a:gd name="T1" fmla="*/ 16 h 12"/>
                <a:gd name="T2" fmla="*/ 178 w 113"/>
                <a:gd name="T3" fmla="*/ 16 h 12"/>
                <a:gd name="T4" fmla="*/ 8 w 113"/>
                <a:gd name="T5" fmla="*/ 27 h 12"/>
                <a:gd name="T6" fmla="*/ 5 w 113"/>
                <a:gd name="T7" fmla="*/ 48 h 12"/>
                <a:gd name="T8" fmla="*/ 12 w 113"/>
                <a:gd name="T9" fmla="*/ 33 h 12"/>
                <a:gd name="T10" fmla="*/ 178 w 113"/>
                <a:gd name="T11" fmla="*/ 25 h 12"/>
                <a:gd name="T12" fmla="*/ 310 w 113"/>
                <a:gd name="T13" fmla="*/ 25 h 12"/>
                <a:gd name="T14" fmla="*/ 420 w 113"/>
                <a:gd name="T15" fmla="*/ 0 h 12"/>
                <a:gd name="T16" fmla="*/ 305 w 113"/>
                <a:gd name="T17" fmla="*/ 16 h 1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3" h="12">
                  <a:moveTo>
                    <a:pt x="82" y="4"/>
                  </a:moveTo>
                  <a:cubicBezTo>
                    <a:pt x="76" y="6"/>
                    <a:pt x="63" y="5"/>
                    <a:pt x="48" y="4"/>
                  </a:cubicBezTo>
                  <a:cubicBezTo>
                    <a:pt x="29" y="2"/>
                    <a:pt x="8" y="1"/>
                    <a:pt x="2" y="7"/>
                  </a:cubicBezTo>
                  <a:cubicBezTo>
                    <a:pt x="0" y="8"/>
                    <a:pt x="1" y="10"/>
                    <a:pt x="1" y="12"/>
                  </a:cubicBezTo>
                  <a:cubicBezTo>
                    <a:pt x="1" y="10"/>
                    <a:pt x="2" y="9"/>
                    <a:pt x="3" y="8"/>
                  </a:cubicBezTo>
                  <a:cubicBezTo>
                    <a:pt x="9" y="3"/>
                    <a:pt x="30" y="4"/>
                    <a:pt x="48" y="6"/>
                  </a:cubicBezTo>
                  <a:cubicBezTo>
                    <a:pt x="63" y="7"/>
                    <a:pt x="77" y="8"/>
                    <a:pt x="83" y="6"/>
                  </a:cubicBezTo>
                  <a:cubicBezTo>
                    <a:pt x="89" y="3"/>
                    <a:pt x="107" y="1"/>
                    <a:pt x="113" y="0"/>
                  </a:cubicBezTo>
                  <a:cubicBezTo>
                    <a:pt x="106" y="1"/>
                    <a:pt x="88" y="1"/>
                    <a:pt x="82" y="4"/>
                  </a:cubicBezTo>
                </a:path>
              </a:pathLst>
            </a:custGeom>
            <a:solidFill>
              <a:srgbClr val="7575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9760" name="Freeform 990">
              <a:extLst>
                <a:ext uri="{FF2B5EF4-FFF2-40B4-BE49-F238E27FC236}">
                  <a16:creationId xmlns:a16="http://schemas.microsoft.com/office/drawing/2014/main" id="{F4E2163A-2185-41BF-883D-9117465AAA58}"/>
                </a:ext>
              </a:extLst>
            </p:cNvPr>
            <p:cNvSpPr>
              <a:spLocks/>
            </p:cNvSpPr>
            <p:nvPr/>
          </p:nvSpPr>
          <p:spPr bwMode="auto">
            <a:xfrm>
              <a:off x="949" y="3954"/>
              <a:ext cx="30" cy="62"/>
            </a:xfrm>
            <a:custGeom>
              <a:avLst/>
              <a:gdLst>
                <a:gd name="T0" fmla="*/ 5 w 19"/>
                <a:gd name="T1" fmla="*/ 0 h 40"/>
                <a:gd name="T2" fmla="*/ 21 w 19"/>
                <a:gd name="T3" fmla="*/ 45 h 40"/>
                <a:gd name="T4" fmla="*/ 43 w 19"/>
                <a:gd name="T5" fmla="*/ 149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40">
                  <a:moveTo>
                    <a:pt x="1" y="0"/>
                  </a:moveTo>
                  <a:cubicBezTo>
                    <a:pt x="0" y="4"/>
                    <a:pt x="2" y="8"/>
                    <a:pt x="5" y="12"/>
                  </a:cubicBezTo>
                  <a:cubicBezTo>
                    <a:pt x="10" y="17"/>
                    <a:pt x="19" y="31"/>
                    <a:pt x="11" y="4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9761" name="Freeform 991">
              <a:extLst>
                <a:ext uri="{FF2B5EF4-FFF2-40B4-BE49-F238E27FC236}">
                  <a16:creationId xmlns:a16="http://schemas.microsoft.com/office/drawing/2014/main" id="{FD6148E4-1AC3-4911-B724-68D26FDDF09B}"/>
                </a:ext>
              </a:extLst>
            </p:cNvPr>
            <p:cNvSpPr>
              <a:spLocks/>
            </p:cNvSpPr>
            <p:nvPr/>
          </p:nvSpPr>
          <p:spPr bwMode="auto">
            <a:xfrm>
              <a:off x="980" y="3956"/>
              <a:ext cx="42" cy="60"/>
            </a:xfrm>
            <a:custGeom>
              <a:avLst/>
              <a:gdLst>
                <a:gd name="T0" fmla="*/ 0 w 27"/>
                <a:gd name="T1" fmla="*/ 0 h 39"/>
                <a:gd name="T2" fmla="*/ 61 w 27"/>
                <a:gd name="T3" fmla="*/ 54 h 39"/>
                <a:gd name="T4" fmla="*/ 82 w 27"/>
                <a:gd name="T5" fmla="*/ 142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39">
                  <a:moveTo>
                    <a:pt x="0" y="0"/>
                  </a:moveTo>
                  <a:cubicBezTo>
                    <a:pt x="4" y="8"/>
                    <a:pt x="13" y="12"/>
                    <a:pt x="16" y="15"/>
                  </a:cubicBezTo>
                  <a:cubicBezTo>
                    <a:pt x="24" y="23"/>
                    <a:pt x="27" y="32"/>
                    <a:pt x="22" y="39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9762" name="Freeform 992">
              <a:extLst>
                <a:ext uri="{FF2B5EF4-FFF2-40B4-BE49-F238E27FC236}">
                  <a16:creationId xmlns:a16="http://schemas.microsoft.com/office/drawing/2014/main" id="{D62F912F-D777-4F23-9B04-A95CEBCC9F1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3" y="3953"/>
              <a:ext cx="45" cy="59"/>
            </a:xfrm>
            <a:custGeom>
              <a:avLst/>
              <a:gdLst>
                <a:gd name="T0" fmla="*/ 0 w 29"/>
                <a:gd name="T1" fmla="*/ 0 h 38"/>
                <a:gd name="T2" fmla="*/ 61 w 29"/>
                <a:gd name="T3" fmla="*/ 53 h 38"/>
                <a:gd name="T4" fmla="*/ 104 w 29"/>
                <a:gd name="T5" fmla="*/ 143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38">
                  <a:moveTo>
                    <a:pt x="0" y="0"/>
                  </a:moveTo>
                  <a:cubicBezTo>
                    <a:pt x="5" y="5"/>
                    <a:pt x="9" y="8"/>
                    <a:pt x="16" y="14"/>
                  </a:cubicBezTo>
                  <a:cubicBezTo>
                    <a:pt x="26" y="23"/>
                    <a:pt x="29" y="30"/>
                    <a:pt x="28" y="38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9763" name="Freeform 993">
              <a:extLst>
                <a:ext uri="{FF2B5EF4-FFF2-40B4-BE49-F238E27FC236}">
                  <a16:creationId xmlns:a16="http://schemas.microsoft.com/office/drawing/2014/main" id="{37940DF6-F7BC-424D-B8EA-0C9843B2782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2" y="3945"/>
              <a:ext cx="31" cy="45"/>
            </a:xfrm>
            <a:custGeom>
              <a:avLst/>
              <a:gdLst>
                <a:gd name="T0" fmla="*/ 0 w 20"/>
                <a:gd name="T1" fmla="*/ 0 h 29"/>
                <a:gd name="T2" fmla="*/ 45 w 20"/>
                <a:gd name="T3" fmla="*/ 45 h 29"/>
                <a:gd name="T4" fmla="*/ 74 w 20"/>
                <a:gd name="T5" fmla="*/ 109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29">
                  <a:moveTo>
                    <a:pt x="0" y="0"/>
                  </a:moveTo>
                  <a:cubicBezTo>
                    <a:pt x="3" y="5"/>
                    <a:pt x="8" y="8"/>
                    <a:pt x="12" y="12"/>
                  </a:cubicBezTo>
                  <a:cubicBezTo>
                    <a:pt x="16" y="15"/>
                    <a:pt x="20" y="22"/>
                    <a:pt x="20" y="29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9764" name="Freeform 994">
              <a:extLst>
                <a:ext uri="{FF2B5EF4-FFF2-40B4-BE49-F238E27FC236}">
                  <a16:creationId xmlns:a16="http://schemas.microsoft.com/office/drawing/2014/main" id="{65DBEA83-35BE-4301-8079-FC0D86EA649C}"/>
                </a:ext>
              </a:extLst>
            </p:cNvPr>
            <p:cNvSpPr>
              <a:spLocks/>
            </p:cNvSpPr>
            <p:nvPr/>
          </p:nvSpPr>
          <p:spPr bwMode="auto">
            <a:xfrm>
              <a:off x="914" y="3979"/>
              <a:ext cx="44" cy="22"/>
            </a:xfrm>
            <a:custGeom>
              <a:avLst/>
              <a:gdLst>
                <a:gd name="T0" fmla="*/ 102 w 29"/>
                <a:gd name="T1" fmla="*/ 49 h 14"/>
                <a:gd name="T2" fmla="*/ 26 w 29"/>
                <a:gd name="T3" fmla="*/ 55 h 14"/>
                <a:gd name="T4" fmla="*/ 49 w 29"/>
                <a:gd name="T5" fmla="*/ 0 h 14"/>
                <a:gd name="T6" fmla="*/ 102 w 29"/>
                <a:gd name="T7" fmla="*/ 49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" h="14">
                  <a:moveTo>
                    <a:pt x="29" y="13"/>
                  </a:moveTo>
                  <a:cubicBezTo>
                    <a:pt x="20" y="12"/>
                    <a:pt x="10" y="12"/>
                    <a:pt x="7" y="14"/>
                  </a:cubicBezTo>
                  <a:cubicBezTo>
                    <a:pt x="0" y="4"/>
                    <a:pt x="8" y="0"/>
                    <a:pt x="14" y="0"/>
                  </a:cubicBezTo>
                  <a:cubicBezTo>
                    <a:pt x="26" y="1"/>
                    <a:pt x="29" y="11"/>
                    <a:pt x="29" y="13"/>
                  </a:cubicBezTo>
                  <a:close/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9765" name="Freeform 995">
              <a:extLst>
                <a:ext uri="{FF2B5EF4-FFF2-40B4-BE49-F238E27FC236}">
                  <a16:creationId xmlns:a16="http://schemas.microsoft.com/office/drawing/2014/main" id="{2215F648-7316-499A-93AB-4E40CD3BEBFE}"/>
                </a:ext>
              </a:extLst>
            </p:cNvPr>
            <p:cNvSpPr>
              <a:spLocks/>
            </p:cNvSpPr>
            <p:nvPr/>
          </p:nvSpPr>
          <p:spPr bwMode="auto">
            <a:xfrm>
              <a:off x="983" y="3995"/>
              <a:ext cx="22" cy="17"/>
            </a:xfrm>
            <a:custGeom>
              <a:avLst/>
              <a:gdLst>
                <a:gd name="T0" fmla="*/ 55 w 14"/>
                <a:gd name="T1" fmla="*/ 40 h 11"/>
                <a:gd name="T2" fmla="*/ 0 w 14"/>
                <a:gd name="T3" fmla="*/ 36 h 11"/>
                <a:gd name="T4" fmla="*/ 55 w 14"/>
                <a:gd name="T5" fmla="*/ 4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1">
                  <a:moveTo>
                    <a:pt x="14" y="11"/>
                  </a:moveTo>
                  <a:cubicBezTo>
                    <a:pt x="12" y="11"/>
                    <a:pt x="2" y="9"/>
                    <a:pt x="0" y="10"/>
                  </a:cubicBezTo>
                  <a:cubicBezTo>
                    <a:pt x="1" y="1"/>
                    <a:pt x="14" y="0"/>
                    <a:pt x="14" y="11"/>
                  </a:cubicBezTo>
                  <a:close/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9766" name="Freeform 996">
              <a:extLst>
                <a:ext uri="{FF2B5EF4-FFF2-40B4-BE49-F238E27FC236}">
                  <a16:creationId xmlns:a16="http://schemas.microsoft.com/office/drawing/2014/main" id="{E6269BA0-B379-4884-9D1D-32928F315D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7" y="3998"/>
              <a:ext cx="18" cy="15"/>
            </a:xfrm>
            <a:custGeom>
              <a:avLst/>
              <a:gdLst>
                <a:gd name="T0" fmla="*/ 41 w 12"/>
                <a:gd name="T1" fmla="*/ 27 h 10"/>
                <a:gd name="T2" fmla="*/ 0 w 12"/>
                <a:gd name="T3" fmla="*/ 26 h 10"/>
                <a:gd name="T4" fmla="*/ 41 w 12"/>
                <a:gd name="T5" fmla="*/ 27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0">
                  <a:moveTo>
                    <a:pt x="12" y="8"/>
                  </a:moveTo>
                  <a:cubicBezTo>
                    <a:pt x="10" y="9"/>
                    <a:pt x="3" y="10"/>
                    <a:pt x="0" y="7"/>
                  </a:cubicBezTo>
                  <a:cubicBezTo>
                    <a:pt x="2" y="0"/>
                    <a:pt x="12" y="4"/>
                    <a:pt x="12" y="8"/>
                  </a:cubicBezTo>
                  <a:close/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9767" name="Freeform 997">
              <a:extLst>
                <a:ext uri="{FF2B5EF4-FFF2-40B4-BE49-F238E27FC236}">
                  <a16:creationId xmlns:a16="http://schemas.microsoft.com/office/drawing/2014/main" id="{45E97DE2-C359-4655-95A0-58DBB41EBED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4" y="3985"/>
              <a:ext cx="16" cy="13"/>
            </a:xfrm>
            <a:custGeom>
              <a:avLst/>
              <a:gdLst>
                <a:gd name="T0" fmla="*/ 42 w 10"/>
                <a:gd name="T1" fmla="*/ 21 h 8"/>
                <a:gd name="T2" fmla="*/ 8 w 10"/>
                <a:gd name="T3" fmla="*/ 26 h 8"/>
                <a:gd name="T4" fmla="*/ 42 w 10"/>
                <a:gd name="T5" fmla="*/ 21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8">
                  <a:moveTo>
                    <a:pt x="10" y="5"/>
                  </a:moveTo>
                  <a:cubicBezTo>
                    <a:pt x="9" y="7"/>
                    <a:pt x="5" y="8"/>
                    <a:pt x="2" y="6"/>
                  </a:cubicBezTo>
                  <a:cubicBezTo>
                    <a:pt x="0" y="0"/>
                    <a:pt x="8" y="1"/>
                    <a:pt x="10" y="5"/>
                  </a:cubicBezTo>
                  <a:close/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9768" name="Freeform 998">
              <a:extLst>
                <a:ext uri="{FF2B5EF4-FFF2-40B4-BE49-F238E27FC236}">
                  <a16:creationId xmlns:a16="http://schemas.microsoft.com/office/drawing/2014/main" id="{2818A283-942A-48AA-B439-29E87FE588E0}"/>
                </a:ext>
              </a:extLst>
            </p:cNvPr>
            <p:cNvSpPr>
              <a:spLocks/>
            </p:cNvSpPr>
            <p:nvPr/>
          </p:nvSpPr>
          <p:spPr bwMode="auto">
            <a:xfrm>
              <a:off x="670" y="1541"/>
              <a:ext cx="30" cy="25"/>
            </a:xfrm>
            <a:custGeom>
              <a:avLst/>
              <a:gdLst>
                <a:gd name="T0" fmla="*/ 0 w 19"/>
                <a:gd name="T1" fmla="*/ 34 h 16"/>
                <a:gd name="T2" fmla="*/ 35 w 19"/>
                <a:gd name="T3" fmla="*/ 5 h 16"/>
                <a:gd name="T4" fmla="*/ 74 w 19"/>
                <a:gd name="T5" fmla="*/ 31 h 16"/>
                <a:gd name="T6" fmla="*/ 39 w 19"/>
                <a:gd name="T7" fmla="*/ 61 h 16"/>
                <a:gd name="T8" fmla="*/ 0 w 19"/>
                <a:gd name="T9" fmla="*/ 34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16">
                  <a:moveTo>
                    <a:pt x="0" y="9"/>
                  </a:moveTo>
                  <a:cubicBezTo>
                    <a:pt x="0" y="5"/>
                    <a:pt x="4" y="1"/>
                    <a:pt x="9" y="1"/>
                  </a:cubicBezTo>
                  <a:cubicBezTo>
                    <a:pt x="14" y="0"/>
                    <a:pt x="18" y="3"/>
                    <a:pt x="19" y="8"/>
                  </a:cubicBezTo>
                  <a:cubicBezTo>
                    <a:pt x="19" y="12"/>
                    <a:pt x="15" y="16"/>
                    <a:pt x="10" y="16"/>
                  </a:cubicBezTo>
                  <a:cubicBezTo>
                    <a:pt x="5" y="16"/>
                    <a:pt x="1" y="13"/>
                    <a:pt x="0" y="9"/>
                  </a:cubicBezTo>
                </a:path>
              </a:pathLst>
            </a:custGeom>
            <a:solidFill>
              <a:srgbClr val="FDE4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9769" name="Freeform 999">
              <a:extLst>
                <a:ext uri="{FF2B5EF4-FFF2-40B4-BE49-F238E27FC236}">
                  <a16:creationId xmlns:a16="http://schemas.microsoft.com/office/drawing/2014/main" id="{09A5B502-AAFC-45B2-B51E-C1F3FB53527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80" y="1549"/>
              <a:ext cx="12" cy="11"/>
            </a:xfrm>
            <a:custGeom>
              <a:avLst/>
              <a:gdLst>
                <a:gd name="T0" fmla="*/ 26 w 8"/>
                <a:gd name="T1" fmla="*/ 8 h 7"/>
                <a:gd name="T2" fmla="*/ 21 w 8"/>
                <a:gd name="T3" fmla="*/ 14 h 7"/>
                <a:gd name="T4" fmla="*/ 18 w 8"/>
                <a:gd name="T5" fmla="*/ 20 h 7"/>
                <a:gd name="T6" fmla="*/ 14 w 8"/>
                <a:gd name="T7" fmla="*/ 20 h 7"/>
                <a:gd name="T8" fmla="*/ 8 w 8"/>
                <a:gd name="T9" fmla="*/ 20 h 7"/>
                <a:gd name="T10" fmla="*/ 5 w 8"/>
                <a:gd name="T11" fmla="*/ 13 h 7"/>
                <a:gd name="T12" fmla="*/ 5 w 8"/>
                <a:gd name="T13" fmla="*/ 13 h 7"/>
                <a:gd name="T14" fmla="*/ 5 w 8"/>
                <a:gd name="T15" fmla="*/ 13 h 7"/>
                <a:gd name="T16" fmla="*/ 5 w 8"/>
                <a:gd name="T17" fmla="*/ 8 h 7"/>
                <a:gd name="T18" fmla="*/ 5 w 8"/>
                <a:gd name="T19" fmla="*/ 8 h 7"/>
                <a:gd name="T20" fmla="*/ 0 w 8"/>
                <a:gd name="T21" fmla="*/ 8 h 7"/>
                <a:gd name="T22" fmla="*/ 0 w 8"/>
                <a:gd name="T23" fmla="*/ 13 h 7"/>
                <a:gd name="T24" fmla="*/ 5 w 8"/>
                <a:gd name="T25" fmla="*/ 22 h 7"/>
                <a:gd name="T26" fmla="*/ 14 w 8"/>
                <a:gd name="T27" fmla="*/ 27 h 7"/>
                <a:gd name="T28" fmla="*/ 26 w 8"/>
                <a:gd name="T29" fmla="*/ 20 h 7"/>
                <a:gd name="T30" fmla="*/ 27 w 8"/>
                <a:gd name="T31" fmla="*/ 13 h 7"/>
                <a:gd name="T32" fmla="*/ 26 w 8"/>
                <a:gd name="T33" fmla="*/ 8 h 7"/>
                <a:gd name="T34" fmla="*/ 12 w 8"/>
                <a:gd name="T35" fmla="*/ 5 h 7"/>
                <a:gd name="T36" fmla="*/ 12 w 8"/>
                <a:gd name="T37" fmla="*/ 5 h 7"/>
                <a:gd name="T38" fmla="*/ 14 w 8"/>
                <a:gd name="T39" fmla="*/ 5 h 7"/>
                <a:gd name="T40" fmla="*/ 14 w 8"/>
                <a:gd name="T41" fmla="*/ 0 h 7"/>
                <a:gd name="T42" fmla="*/ 14 w 8"/>
                <a:gd name="T43" fmla="*/ 0 h 7"/>
                <a:gd name="T44" fmla="*/ 12 w 8"/>
                <a:gd name="T45" fmla="*/ 0 h 7"/>
                <a:gd name="T46" fmla="*/ 12 w 8"/>
                <a:gd name="T47" fmla="*/ 0 h 7"/>
                <a:gd name="T48" fmla="*/ 12 w 8"/>
                <a:gd name="T49" fmla="*/ 5 h 7"/>
                <a:gd name="T50" fmla="*/ 12 w 8"/>
                <a:gd name="T51" fmla="*/ 5 h 7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8" h="7">
                  <a:moveTo>
                    <a:pt x="7" y="2"/>
                  </a:moveTo>
                  <a:cubicBezTo>
                    <a:pt x="7" y="3"/>
                    <a:pt x="7" y="4"/>
                    <a:pt x="6" y="4"/>
                  </a:cubicBezTo>
                  <a:cubicBezTo>
                    <a:pt x="6" y="4"/>
                    <a:pt x="6" y="5"/>
                    <a:pt x="5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3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7" y="5"/>
                    <a:pt x="7" y="5"/>
                    <a:pt x="7" y="5"/>
                  </a:cubicBezTo>
                  <a:cubicBezTo>
                    <a:pt x="8" y="3"/>
                    <a:pt x="8" y="3"/>
                    <a:pt x="8" y="3"/>
                  </a:cubicBezTo>
                  <a:lnTo>
                    <a:pt x="7" y="2"/>
                  </a:lnTo>
                  <a:close/>
                  <a:moveTo>
                    <a:pt x="3" y="1"/>
                  </a:moveTo>
                  <a:cubicBezTo>
                    <a:pt x="3" y="1"/>
                    <a:pt x="3" y="1"/>
                    <a:pt x="3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1"/>
                    <a:pt x="4" y="1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1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9770" name="Freeform 1000">
              <a:extLst>
                <a:ext uri="{FF2B5EF4-FFF2-40B4-BE49-F238E27FC236}">
                  <a16:creationId xmlns:a16="http://schemas.microsoft.com/office/drawing/2014/main" id="{81EC9C8E-A1A6-49B5-BF9D-CE18FDDE747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70" y="1541"/>
              <a:ext cx="30" cy="26"/>
            </a:xfrm>
            <a:custGeom>
              <a:avLst/>
              <a:gdLst>
                <a:gd name="T0" fmla="*/ 69 w 19"/>
                <a:gd name="T1" fmla="*/ 28 h 17"/>
                <a:gd name="T2" fmla="*/ 74 w 19"/>
                <a:gd name="T3" fmla="*/ 26 h 17"/>
                <a:gd name="T4" fmla="*/ 69 w 19"/>
                <a:gd name="T5" fmla="*/ 14 h 17"/>
                <a:gd name="T6" fmla="*/ 68 w 19"/>
                <a:gd name="T7" fmla="*/ 14 h 17"/>
                <a:gd name="T8" fmla="*/ 68 w 19"/>
                <a:gd name="T9" fmla="*/ 14 h 17"/>
                <a:gd name="T10" fmla="*/ 69 w 19"/>
                <a:gd name="T11" fmla="*/ 28 h 17"/>
                <a:gd name="T12" fmla="*/ 69 w 19"/>
                <a:gd name="T13" fmla="*/ 28 h 17"/>
                <a:gd name="T14" fmla="*/ 62 w 19"/>
                <a:gd name="T15" fmla="*/ 47 h 17"/>
                <a:gd name="T16" fmla="*/ 39 w 19"/>
                <a:gd name="T17" fmla="*/ 54 h 17"/>
                <a:gd name="T18" fmla="*/ 13 w 19"/>
                <a:gd name="T19" fmla="*/ 47 h 17"/>
                <a:gd name="T20" fmla="*/ 8 w 19"/>
                <a:gd name="T21" fmla="*/ 47 h 17"/>
                <a:gd name="T22" fmla="*/ 39 w 19"/>
                <a:gd name="T23" fmla="*/ 57 h 17"/>
                <a:gd name="T24" fmla="*/ 68 w 19"/>
                <a:gd name="T25" fmla="*/ 49 h 17"/>
                <a:gd name="T26" fmla="*/ 74 w 19"/>
                <a:gd name="T27" fmla="*/ 35 h 17"/>
                <a:gd name="T28" fmla="*/ 68 w 19"/>
                <a:gd name="T29" fmla="*/ 40 h 17"/>
                <a:gd name="T30" fmla="*/ 62 w 19"/>
                <a:gd name="T31" fmla="*/ 47 h 17"/>
                <a:gd name="T32" fmla="*/ 13 w 19"/>
                <a:gd name="T33" fmla="*/ 14 h 17"/>
                <a:gd name="T34" fmla="*/ 8 w 19"/>
                <a:gd name="T35" fmla="*/ 12 h 17"/>
                <a:gd name="T36" fmla="*/ 5 w 19"/>
                <a:gd name="T37" fmla="*/ 14 h 17"/>
                <a:gd name="T38" fmla="*/ 8 w 19"/>
                <a:gd name="T39" fmla="*/ 18 h 17"/>
                <a:gd name="T40" fmla="*/ 13 w 19"/>
                <a:gd name="T41" fmla="*/ 14 h 17"/>
                <a:gd name="T42" fmla="*/ 0 w 19"/>
                <a:gd name="T43" fmla="*/ 26 h 17"/>
                <a:gd name="T44" fmla="*/ 0 w 19"/>
                <a:gd name="T45" fmla="*/ 26 h 17"/>
                <a:gd name="T46" fmla="*/ 0 w 19"/>
                <a:gd name="T47" fmla="*/ 26 h 17"/>
                <a:gd name="T48" fmla="*/ 0 w 19"/>
                <a:gd name="T49" fmla="*/ 26 h 17"/>
                <a:gd name="T50" fmla="*/ 60 w 19"/>
                <a:gd name="T51" fmla="*/ 12 h 17"/>
                <a:gd name="T52" fmla="*/ 62 w 19"/>
                <a:gd name="T53" fmla="*/ 8 h 17"/>
                <a:gd name="T54" fmla="*/ 47 w 19"/>
                <a:gd name="T55" fmla="*/ 0 h 17"/>
                <a:gd name="T56" fmla="*/ 47 w 19"/>
                <a:gd name="T57" fmla="*/ 8 h 17"/>
                <a:gd name="T58" fmla="*/ 60 w 19"/>
                <a:gd name="T59" fmla="*/ 12 h 17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19" h="17">
                  <a:moveTo>
                    <a:pt x="18" y="8"/>
                  </a:moveTo>
                  <a:cubicBezTo>
                    <a:pt x="18" y="8"/>
                    <a:pt x="19" y="8"/>
                    <a:pt x="19" y="7"/>
                  </a:cubicBezTo>
                  <a:cubicBezTo>
                    <a:pt x="19" y="6"/>
                    <a:pt x="19" y="5"/>
                    <a:pt x="18" y="4"/>
                  </a:cubicBezTo>
                  <a:cubicBezTo>
                    <a:pt x="18" y="4"/>
                    <a:pt x="18" y="4"/>
                    <a:pt x="17" y="4"/>
                  </a:cubicBezTo>
                  <a:cubicBezTo>
                    <a:pt x="17" y="4"/>
                    <a:pt x="17" y="4"/>
                    <a:pt x="17" y="4"/>
                  </a:cubicBezTo>
                  <a:cubicBezTo>
                    <a:pt x="17" y="5"/>
                    <a:pt x="18" y="7"/>
                    <a:pt x="18" y="8"/>
                  </a:cubicBezTo>
                  <a:cubicBezTo>
                    <a:pt x="18" y="8"/>
                    <a:pt x="18" y="8"/>
                    <a:pt x="18" y="8"/>
                  </a:cubicBezTo>
                  <a:moveTo>
                    <a:pt x="16" y="13"/>
                  </a:moveTo>
                  <a:cubicBezTo>
                    <a:pt x="14" y="14"/>
                    <a:pt x="12" y="15"/>
                    <a:pt x="10" y="15"/>
                  </a:cubicBezTo>
                  <a:cubicBezTo>
                    <a:pt x="7" y="15"/>
                    <a:pt x="5" y="14"/>
                    <a:pt x="3" y="13"/>
                  </a:cubicBezTo>
                  <a:cubicBezTo>
                    <a:pt x="3" y="13"/>
                    <a:pt x="2" y="13"/>
                    <a:pt x="2" y="13"/>
                  </a:cubicBezTo>
                  <a:cubicBezTo>
                    <a:pt x="4" y="15"/>
                    <a:pt x="7" y="17"/>
                    <a:pt x="10" y="16"/>
                  </a:cubicBezTo>
                  <a:cubicBezTo>
                    <a:pt x="13" y="16"/>
                    <a:pt x="15" y="15"/>
                    <a:pt x="17" y="14"/>
                  </a:cubicBezTo>
                  <a:cubicBezTo>
                    <a:pt x="18" y="13"/>
                    <a:pt x="19" y="12"/>
                    <a:pt x="19" y="10"/>
                  </a:cubicBezTo>
                  <a:cubicBezTo>
                    <a:pt x="18" y="11"/>
                    <a:pt x="18" y="11"/>
                    <a:pt x="17" y="11"/>
                  </a:cubicBezTo>
                  <a:cubicBezTo>
                    <a:pt x="17" y="12"/>
                    <a:pt x="17" y="12"/>
                    <a:pt x="16" y="13"/>
                  </a:cubicBezTo>
                  <a:moveTo>
                    <a:pt x="3" y="4"/>
                  </a:moveTo>
                  <a:cubicBezTo>
                    <a:pt x="3" y="3"/>
                    <a:pt x="3" y="3"/>
                    <a:pt x="2" y="3"/>
                  </a:cubicBezTo>
                  <a:cubicBezTo>
                    <a:pt x="2" y="3"/>
                    <a:pt x="1" y="4"/>
                    <a:pt x="1" y="4"/>
                  </a:cubicBezTo>
                  <a:cubicBezTo>
                    <a:pt x="1" y="5"/>
                    <a:pt x="1" y="5"/>
                    <a:pt x="2" y="5"/>
                  </a:cubicBezTo>
                  <a:cubicBezTo>
                    <a:pt x="2" y="5"/>
                    <a:pt x="3" y="4"/>
                    <a:pt x="3" y="4"/>
                  </a:cubicBezTo>
                  <a:moveTo>
                    <a:pt x="0" y="7"/>
                  </a:moveTo>
                  <a:cubicBezTo>
                    <a:pt x="0" y="7"/>
                    <a:pt x="0" y="7"/>
                    <a:pt x="0" y="7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7"/>
                    <a:pt x="0" y="7"/>
                    <a:pt x="0" y="7"/>
                  </a:cubicBezTo>
                  <a:moveTo>
                    <a:pt x="15" y="3"/>
                  </a:moveTo>
                  <a:cubicBezTo>
                    <a:pt x="15" y="2"/>
                    <a:pt x="15" y="2"/>
                    <a:pt x="16" y="2"/>
                  </a:cubicBezTo>
                  <a:cubicBezTo>
                    <a:pt x="15" y="1"/>
                    <a:pt x="13" y="1"/>
                    <a:pt x="12" y="0"/>
                  </a:cubicBezTo>
                  <a:cubicBezTo>
                    <a:pt x="12" y="1"/>
                    <a:pt x="12" y="1"/>
                    <a:pt x="12" y="2"/>
                  </a:cubicBezTo>
                  <a:cubicBezTo>
                    <a:pt x="13" y="2"/>
                    <a:pt x="14" y="2"/>
                    <a:pt x="15" y="3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9771" name="Freeform 1001">
              <a:extLst>
                <a:ext uri="{FF2B5EF4-FFF2-40B4-BE49-F238E27FC236}">
                  <a16:creationId xmlns:a16="http://schemas.microsoft.com/office/drawing/2014/main" id="{F15D3E47-C2C4-4DCE-AC22-D1995C96AA6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0" y="1541"/>
              <a:ext cx="29" cy="23"/>
            </a:xfrm>
            <a:custGeom>
              <a:avLst/>
              <a:gdLst>
                <a:gd name="T0" fmla="*/ 67 w 19"/>
                <a:gd name="T1" fmla="*/ 28 h 15"/>
                <a:gd name="T2" fmla="*/ 35 w 19"/>
                <a:gd name="T3" fmla="*/ 0 h 15"/>
                <a:gd name="T4" fmla="*/ 0 w 19"/>
                <a:gd name="T5" fmla="*/ 26 h 15"/>
                <a:gd name="T6" fmla="*/ 32 w 19"/>
                <a:gd name="T7" fmla="*/ 54 h 15"/>
                <a:gd name="T8" fmla="*/ 67 w 19"/>
                <a:gd name="T9" fmla="*/ 28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15">
                  <a:moveTo>
                    <a:pt x="19" y="8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1" y="3"/>
                    <a:pt x="0" y="7"/>
                  </a:cubicBezTo>
                  <a:cubicBezTo>
                    <a:pt x="0" y="11"/>
                    <a:pt x="4" y="15"/>
                    <a:pt x="9" y="15"/>
                  </a:cubicBezTo>
                  <a:cubicBezTo>
                    <a:pt x="14" y="15"/>
                    <a:pt x="18" y="12"/>
                    <a:pt x="19" y="8"/>
                  </a:cubicBezTo>
                </a:path>
              </a:pathLst>
            </a:custGeom>
            <a:solidFill>
              <a:srgbClr val="FDE4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9772" name="Freeform 1002">
              <a:extLst>
                <a:ext uri="{FF2B5EF4-FFF2-40B4-BE49-F238E27FC236}">
                  <a16:creationId xmlns:a16="http://schemas.microsoft.com/office/drawing/2014/main" id="{A0D40F9C-6250-493E-83E0-87E99DC3BB3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039" y="1547"/>
              <a:ext cx="12" cy="11"/>
            </a:xfrm>
            <a:custGeom>
              <a:avLst/>
              <a:gdLst>
                <a:gd name="T0" fmla="*/ 0 w 8"/>
                <a:gd name="T1" fmla="*/ 13 h 7"/>
                <a:gd name="T2" fmla="*/ 5 w 8"/>
                <a:gd name="T3" fmla="*/ 22 h 7"/>
                <a:gd name="T4" fmla="*/ 12 w 8"/>
                <a:gd name="T5" fmla="*/ 27 h 7"/>
                <a:gd name="T6" fmla="*/ 21 w 8"/>
                <a:gd name="T7" fmla="*/ 22 h 7"/>
                <a:gd name="T8" fmla="*/ 27 w 8"/>
                <a:gd name="T9" fmla="*/ 14 h 7"/>
                <a:gd name="T10" fmla="*/ 26 w 8"/>
                <a:gd name="T11" fmla="*/ 8 h 7"/>
                <a:gd name="T12" fmla="*/ 21 w 8"/>
                <a:gd name="T13" fmla="*/ 8 h 7"/>
                <a:gd name="T14" fmla="*/ 21 w 8"/>
                <a:gd name="T15" fmla="*/ 13 h 7"/>
                <a:gd name="T16" fmla="*/ 21 w 8"/>
                <a:gd name="T17" fmla="*/ 13 h 7"/>
                <a:gd name="T18" fmla="*/ 21 w 8"/>
                <a:gd name="T19" fmla="*/ 14 h 7"/>
                <a:gd name="T20" fmla="*/ 21 w 8"/>
                <a:gd name="T21" fmla="*/ 14 h 7"/>
                <a:gd name="T22" fmla="*/ 18 w 8"/>
                <a:gd name="T23" fmla="*/ 20 h 7"/>
                <a:gd name="T24" fmla="*/ 12 w 8"/>
                <a:gd name="T25" fmla="*/ 22 h 7"/>
                <a:gd name="T26" fmla="*/ 8 w 8"/>
                <a:gd name="T27" fmla="*/ 20 h 7"/>
                <a:gd name="T28" fmla="*/ 5 w 8"/>
                <a:gd name="T29" fmla="*/ 14 h 7"/>
                <a:gd name="T30" fmla="*/ 0 w 8"/>
                <a:gd name="T31" fmla="*/ 13 h 7"/>
                <a:gd name="T32" fmla="*/ 14 w 8"/>
                <a:gd name="T33" fmla="*/ 5 h 7"/>
                <a:gd name="T34" fmla="*/ 14 w 8"/>
                <a:gd name="T35" fmla="*/ 0 h 7"/>
                <a:gd name="T36" fmla="*/ 14 w 8"/>
                <a:gd name="T37" fmla="*/ 0 h 7"/>
                <a:gd name="T38" fmla="*/ 12 w 8"/>
                <a:gd name="T39" fmla="*/ 0 h 7"/>
                <a:gd name="T40" fmla="*/ 12 w 8"/>
                <a:gd name="T41" fmla="*/ 5 h 7"/>
                <a:gd name="T42" fmla="*/ 12 w 8"/>
                <a:gd name="T43" fmla="*/ 5 h 7"/>
                <a:gd name="T44" fmla="*/ 14 w 8"/>
                <a:gd name="T45" fmla="*/ 5 h 7"/>
                <a:gd name="T46" fmla="*/ 14 w 8"/>
                <a:gd name="T47" fmla="*/ 5 h 7"/>
                <a:gd name="T48" fmla="*/ 14 w 8"/>
                <a:gd name="T49" fmla="*/ 5 h 7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8" h="7">
                  <a:moveTo>
                    <a:pt x="0" y="3"/>
                  </a:moveTo>
                  <a:cubicBezTo>
                    <a:pt x="1" y="6"/>
                    <a:pt x="1" y="6"/>
                    <a:pt x="1" y="6"/>
                  </a:cubicBezTo>
                  <a:cubicBezTo>
                    <a:pt x="3" y="7"/>
                    <a:pt x="3" y="7"/>
                    <a:pt x="3" y="7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6" y="2"/>
                    <a:pt x="6" y="2"/>
                    <a:pt x="6" y="3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1" y="5"/>
                    <a:pt x="1" y="5"/>
                    <a:pt x="1" y="4"/>
                  </a:cubicBezTo>
                  <a:cubicBezTo>
                    <a:pt x="0" y="4"/>
                    <a:pt x="0" y="3"/>
                    <a:pt x="0" y="3"/>
                  </a:cubicBezTo>
                  <a:close/>
                  <a:moveTo>
                    <a:pt x="4" y="1"/>
                  </a:moveTo>
                  <a:cubicBezTo>
                    <a:pt x="4" y="1"/>
                    <a:pt x="4" y="1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1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9773" name="Freeform 1003">
              <a:extLst>
                <a:ext uri="{FF2B5EF4-FFF2-40B4-BE49-F238E27FC236}">
                  <a16:creationId xmlns:a16="http://schemas.microsoft.com/office/drawing/2014/main" id="{7ED1AF26-319E-420D-B4ED-D343B4F9FE4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030" y="1541"/>
              <a:ext cx="29" cy="25"/>
            </a:xfrm>
            <a:custGeom>
              <a:avLst/>
              <a:gdLst>
                <a:gd name="T0" fmla="*/ 35 w 19"/>
                <a:gd name="T1" fmla="*/ 0 h 16"/>
                <a:gd name="T2" fmla="*/ 40 w 19"/>
                <a:gd name="T3" fmla="*/ 0 h 16"/>
                <a:gd name="T4" fmla="*/ 35 w 19"/>
                <a:gd name="T5" fmla="*/ 0 h 16"/>
                <a:gd name="T6" fmla="*/ 35 w 19"/>
                <a:gd name="T7" fmla="*/ 0 h 16"/>
                <a:gd name="T8" fmla="*/ 35 w 19"/>
                <a:gd name="T9" fmla="*/ 0 h 16"/>
                <a:gd name="T10" fmla="*/ 35 w 19"/>
                <a:gd name="T11" fmla="*/ 0 h 16"/>
                <a:gd name="T12" fmla="*/ 8 w 19"/>
                <a:gd name="T13" fmla="*/ 39 h 16"/>
                <a:gd name="T14" fmla="*/ 0 w 19"/>
                <a:gd name="T15" fmla="*/ 39 h 16"/>
                <a:gd name="T16" fmla="*/ 8 w 19"/>
                <a:gd name="T17" fmla="*/ 48 h 16"/>
                <a:gd name="T18" fmla="*/ 32 w 19"/>
                <a:gd name="T19" fmla="*/ 61 h 16"/>
                <a:gd name="T20" fmla="*/ 61 w 19"/>
                <a:gd name="T21" fmla="*/ 48 h 16"/>
                <a:gd name="T22" fmla="*/ 56 w 19"/>
                <a:gd name="T23" fmla="*/ 47 h 16"/>
                <a:gd name="T24" fmla="*/ 32 w 19"/>
                <a:gd name="T25" fmla="*/ 56 h 16"/>
                <a:gd name="T26" fmla="*/ 12 w 19"/>
                <a:gd name="T27" fmla="*/ 47 h 16"/>
                <a:gd name="T28" fmla="*/ 8 w 19"/>
                <a:gd name="T29" fmla="*/ 39 h 16"/>
                <a:gd name="T30" fmla="*/ 67 w 19"/>
                <a:gd name="T31" fmla="*/ 22 h 16"/>
                <a:gd name="T32" fmla="*/ 67 w 19"/>
                <a:gd name="T33" fmla="*/ 22 h 16"/>
                <a:gd name="T34" fmla="*/ 67 w 19"/>
                <a:gd name="T35" fmla="*/ 22 h 16"/>
                <a:gd name="T36" fmla="*/ 67 w 19"/>
                <a:gd name="T37" fmla="*/ 22 h 16"/>
                <a:gd name="T38" fmla="*/ 26 w 19"/>
                <a:gd name="T39" fmla="*/ 5 h 16"/>
                <a:gd name="T40" fmla="*/ 26 w 19"/>
                <a:gd name="T41" fmla="*/ 0 h 16"/>
                <a:gd name="T42" fmla="*/ 12 w 19"/>
                <a:gd name="T43" fmla="*/ 5 h 16"/>
                <a:gd name="T44" fmla="*/ 14 w 19"/>
                <a:gd name="T45" fmla="*/ 8 h 16"/>
                <a:gd name="T46" fmla="*/ 26 w 19"/>
                <a:gd name="T47" fmla="*/ 5 h 16"/>
                <a:gd name="T48" fmla="*/ 49 w 19"/>
                <a:gd name="T49" fmla="*/ 5 h 16"/>
                <a:gd name="T50" fmla="*/ 53 w 19"/>
                <a:gd name="T51" fmla="*/ 5 h 16"/>
                <a:gd name="T52" fmla="*/ 47 w 19"/>
                <a:gd name="T53" fmla="*/ 0 h 16"/>
                <a:gd name="T54" fmla="*/ 49 w 19"/>
                <a:gd name="T55" fmla="*/ 5 h 16"/>
                <a:gd name="T56" fmla="*/ 49 w 19"/>
                <a:gd name="T57" fmla="*/ 5 h 1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19" h="16">
                  <a:moveTo>
                    <a:pt x="10" y="0"/>
                  </a:moveTo>
                  <a:cubicBezTo>
                    <a:pt x="10" y="0"/>
                    <a:pt x="10" y="0"/>
                    <a:pt x="11" y="0"/>
                  </a:cubicBezTo>
                  <a:cubicBezTo>
                    <a:pt x="10" y="0"/>
                    <a:pt x="11" y="0"/>
                    <a:pt x="10" y="0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10" y="0"/>
                    <a:pt x="10" y="0"/>
                    <a:pt x="10" y="0"/>
                  </a:cubicBezTo>
                  <a:moveTo>
                    <a:pt x="2" y="10"/>
                  </a:moveTo>
                  <a:cubicBezTo>
                    <a:pt x="1" y="10"/>
                    <a:pt x="1" y="10"/>
                    <a:pt x="0" y="10"/>
                  </a:cubicBezTo>
                  <a:cubicBezTo>
                    <a:pt x="0" y="11"/>
                    <a:pt x="1" y="12"/>
                    <a:pt x="2" y="13"/>
                  </a:cubicBezTo>
                  <a:cubicBezTo>
                    <a:pt x="4" y="15"/>
                    <a:pt x="6" y="16"/>
                    <a:pt x="9" y="16"/>
                  </a:cubicBezTo>
                  <a:cubicBezTo>
                    <a:pt x="12" y="16"/>
                    <a:pt x="15" y="15"/>
                    <a:pt x="17" y="13"/>
                  </a:cubicBezTo>
                  <a:cubicBezTo>
                    <a:pt x="17" y="12"/>
                    <a:pt x="16" y="12"/>
                    <a:pt x="16" y="12"/>
                  </a:cubicBezTo>
                  <a:cubicBezTo>
                    <a:pt x="14" y="14"/>
                    <a:pt x="12" y="15"/>
                    <a:pt x="9" y="15"/>
                  </a:cubicBezTo>
                  <a:cubicBezTo>
                    <a:pt x="7" y="14"/>
                    <a:pt x="5" y="14"/>
                    <a:pt x="3" y="12"/>
                  </a:cubicBezTo>
                  <a:cubicBezTo>
                    <a:pt x="2" y="11"/>
                    <a:pt x="2" y="11"/>
                    <a:pt x="2" y="10"/>
                  </a:cubicBezTo>
                  <a:moveTo>
                    <a:pt x="19" y="6"/>
                  </a:moveTo>
                  <a:cubicBezTo>
                    <a:pt x="19" y="6"/>
                    <a:pt x="19" y="6"/>
                    <a:pt x="19" y="6"/>
                  </a:cubicBezTo>
                  <a:cubicBezTo>
                    <a:pt x="19" y="6"/>
                    <a:pt x="19" y="6"/>
                    <a:pt x="19" y="6"/>
                  </a:cubicBezTo>
                  <a:cubicBezTo>
                    <a:pt x="19" y="6"/>
                    <a:pt x="19" y="6"/>
                    <a:pt x="19" y="6"/>
                  </a:cubicBezTo>
                  <a:moveTo>
                    <a:pt x="7" y="1"/>
                  </a:moveTo>
                  <a:cubicBezTo>
                    <a:pt x="7" y="0"/>
                    <a:pt x="7" y="0"/>
                    <a:pt x="7" y="0"/>
                  </a:cubicBezTo>
                  <a:cubicBezTo>
                    <a:pt x="6" y="0"/>
                    <a:pt x="4" y="0"/>
                    <a:pt x="3" y="1"/>
                  </a:cubicBezTo>
                  <a:cubicBezTo>
                    <a:pt x="4" y="1"/>
                    <a:pt x="4" y="2"/>
                    <a:pt x="4" y="2"/>
                  </a:cubicBezTo>
                  <a:cubicBezTo>
                    <a:pt x="5" y="1"/>
                    <a:pt x="6" y="1"/>
                    <a:pt x="7" y="1"/>
                  </a:cubicBezTo>
                  <a:moveTo>
                    <a:pt x="14" y="1"/>
                  </a:moveTo>
                  <a:cubicBezTo>
                    <a:pt x="14" y="1"/>
                    <a:pt x="14" y="1"/>
                    <a:pt x="15" y="1"/>
                  </a:cubicBezTo>
                  <a:cubicBezTo>
                    <a:pt x="14" y="0"/>
                    <a:pt x="14" y="0"/>
                    <a:pt x="13" y="0"/>
                  </a:cubicBezTo>
                  <a:cubicBezTo>
                    <a:pt x="13" y="0"/>
                    <a:pt x="13" y="1"/>
                    <a:pt x="14" y="1"/>
                  </a:cubicBezTo>
                  <a:cubicBezTo>
                    <a:pt x="14" y="1"/>
                    <a:pt x="14" y="1"/>
                    <a:pt x="14" y="1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9774" name="Freeform 1004">
              <a:extLst>
                <a:ext uri="{FF2B5EF4-FFF2-40B4-BE49-F238E27FC236}">
                  <a16:creationId xmlns:a16="http://schemas.microsoft.com/office/drawing/2014/main" id="{254541F4-D26D-4C76-AC39-FF41797238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1" y="2592"/>
              <a:ext cx="71" cy="44"/>
            </a:xfrm>
            <a:custGeom>
              <a:avLst/>
              <a:gdLst>
                <a:gd name="T0" fmla="*/ 0 w 46"/>
                <a:gd name="T1" fmla="*/ 108 h 28"/>
                <a:gd name="T2" fmla="*/ 36 w 46"/>
                <a:gd name="T3" fmla="*/ 94 h 28"/>
                <a:gd name="T4" fmla="*/ 107 w 46"/>
                <a:gd name="T5" fmla="*/ 60 h 28"/>
                <a:gd name="T6" fmla="*/ 170 w 46"/>
                <a:gd name="T7" fmla="*/ 0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6" h="28">
                  <a:moveTo>
                    <a:pt x="0" y="28"/>
                  </a:moveTo>
                  <a:cubicBezTo>
                    <a:pt x="3" y="27"/>
                    <a:pt x="6" y="26"/>
                    <a:pt x="10" y="24"/>
                  </a:cubicBezTo>
                  <a:cubicBezTo>
                    <a:pt x="15" y="21"/>
                    <a:pt x="23" y="20"/>
                    <a:pt x="29" y="15"/>
                  </a:cubicBezTo>
                  <a:cubicBezTo>
                    <a:pt x="35" y="13"/>
                    <a:pt x="42" y="2"/>
                    <a:pt x="46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9775" name="Freeform 1005">
              <a:extLst>
                <a:ext uri="{FF2B5EF4-FFF2-40B4-BE49-F238E27FC236}">
                  <a16:creationId xmlns:a16="http://schemas.microsoft.com/office/drawing/2014/main" id="{C263A3D0-7D8D-47C4-8DC9-D9AE683864A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5" y="2603"/>
              <a:ext cx="53" cy="43"/>
            </a:xfrm>
            <a:custGeom>
              <a:avLst/>
              <a:gdLst>
                <a:gd name="T0" fmla="*/ 129 w 34"/>
                <a:gd name="T1" fmla="*/ 0 h 28"/>
                <a:gd name="T2" fmla="*/ 75 w 34"/>
                <a:gd name="T3" fmla="*/ 58 h 28"/>
                <a:gd name="T4" fmla="*/ 0 w 34"/>
                <a:gd name="T5" fmla="*/ 101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28">
                  <a:moveTo>
                    <a:pt x="34" y="0"/>
                  </a:moveTo>
                  <a:cubicBezTo>
                    <a:pt x="29" y="5"/>
                    <a:pt x="19" y="14"/>
                    <a:pt x="20" y="16"/>
                  </a:cubicBezTo>
                  <a:cubicBezTo>
                    <a:pt x="13" y="19"/>
                    <a:pt x="10" y="19"/>
                    <a:pt x="0" y="28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9776" name="Freeform 1006">
              <a:extLst>
                <a:ext uri="{FF2B5EF4-FFF2-40B4-BE49-F238E27FC236}">
                  <a16:creationId xmlns:a16="http://schemas.microsoft.com/office/drawing/2014/main" id="{0C639558-BB0F-431F-94FF-28A0441E27D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4" y="2541"/>
              <a:ext cx="74" cy="84"/>
            </a:xfrm>
            <a:custGeom>
              <a:avLst/>
              <a:gdLst>
                <a:gd name="T0" fmla="*/ 150 w 48"/>
                <a:gd name="T1" fmla="*/ 149 h 54"/>
                <a:gd name="T2" fmla="*/ 176 w 48"/>
                <a:gd name="T3" fmla="*/ 79 h 54"/>
                <a:gd name="T4" fmla="*/ 117 w 48"/>
                <a:gd name="T5" fmla="*/ 0 h 54"/>
                <a:gd name="T6" fmla="*/ 88 w 48"/>
                <a:gd name="T7" fmla="*/ 40 h 54"/>
                <a:gd name="T8" fmla="*/ 74 w 48"/>
                <a:gd name="T9" fmla="*/ 143 h 54"/>
                <a:gd name="T10" fmla="*/ 0 w 48"/>
                <a:gd name="T11" fmla="*/ 199 h 5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8" h="54">
                  <a:moveTo>
                    <a:pt x="41" y="40"/>
                  </a:moveTo>
                  <a:cubicBezTo>
                    <a:pt x="41" y="32"/>
                    <a:pt x="47" y="29"/>
                    <a:pt x="48" y="21"/>
                  </a:cubicBezTo>
                  <a:cubicBezTo>
                    <a:pt x="48" y="14"/>
                    <a:pt x="40" y="5"/>
                    <a:pt x="32" y="0"/>
                  </a:cubicBezTo>
                  <a:cubicBezTo>
                    <a:pt x="26" y="0"/>
                    <a:pt x="25" y="6"/>
                    <a:pt x="24" y="11"/>
                  </a:cubicBezTo>
                  <a:cubicBezTo>
                    <a:pt x="24" y="15"/>
                    <a:pt x="22" y="32"/>
                    <a:pt x="20" y="38"/>
                  </a:cubicBezTo>
                  <a:cubicBezTo>
                    <a:pt x="19" y="44"/>
                    <a:pt x="11" y="54"/>
                    <a:pt x="0" y="53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9777" name="Freeform 1007">
              <a:extLst>
                <a:ext uri="{FF2B5EF4-FFF2-40B4-BE49-F238E27FC236}">
                  <a16:creationId xmlns:a16="http://schemas.microsoft.com/office/drawing/2014/main" id="{47A7D68D-3EA6-49D0-A2BF-E0FBC116BB2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1" y="2663"/>
              <a:ext cx="23" cy="10"/>
            </a:xfrm>
            <a:custGeom>
              <a:avLst/>
              <a:gdLst>
                <a:gd name="T0" fmla="*/ 54 w 15"/>
                <a:gd name="T1" fmla="*/ 20 h 6"/>
                <a:gd name="T2" fmla="*/ 0 w 15"/>
                <a:gd name="T3" fmla="*/ 28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6">
                  <a:moveTo>
                    <a:pt x="15" y="4"/>
                  </a:moveTo>
                  <a:cubicBezTo>
                    <a:pt x="13" y="0"/>
                    <a:pt x="6" y="2"/>
                    <a:pt x="0" y="6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9778" name="Freeform 1008">
              <a:extLst>
                <a:ext uri="{FF2B5EF4-FFF2-40B4-BE49-F238E27FC236}">
                  <a16:creationId xmlns:a16="http://schemas.microsoft.com/office/drawing/2014/main" id="{0EEC09AF-8BED-4643-94D0-C38B8AE762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4" y="2532"/>
              <a:ext cx="6" cy="15"/>
            </a:xfrm>
            <a:custGeom>
              <a:avLst/>
              <a:gdLst>
                <a:gd name="T0" fmla="*/ 14 w 4"/>
                <a:gd name="T1" fmla="*/ 0 h 10"/>
                <a:gd name="T2" fmla="*/ 0 w 4"/>
                <a:gd name="T3" fmla="*/ 35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0">
                  <a:moveTo>
                    <a:pt x="4" y="0"/>
                  </a:moveTo>
                  <a:cubicBezTo>
                    <a:pt x="2" y="3"/>
                    <a:pt x="0" y="6"/>
                    <a:pt x="0" y="1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9779" name="Freeform 1009">
              <a:extLst>
                <a:ext uri="{FF2B5EF4-FFF2-40B4-BE49-F238E27FC236}">
                  <a16:creationId xmlns:a16="http://schemas.microsoft.com/office/drawing/2014/main" id="{F540BA11-18C3-42E1-8A76-423B6D2442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3" y="2563"/>
              <a:ext cx="38" cy="42"/>
            </a:xfrm>
            <a:custGeom>
              <a:avLst/>
              <a:gdLst>
                <a:gd name="T0" fmla="*/ 95 w 24"/>
                <a:gd name="T1" fmla="*/ 0 h 27"/>
                <a:gd name="T2" fmla="*/ 55 w 24"/>
                <a:gd name="T3" fmla="*/ 75 h 27"/>
                <a:gd name="T4" fmla="*/ 0 w 24"/>
                <a:gd name="T5" fmla="*/ 101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27">
                  <a:moveTo>
                    <a:pt x="24" y="0"/>
                  </a:moveTo>
                  <a:cubicBezTo>
                    <a:pt x="23" y="9"/>
                    <a:pt x="17" y="14"/>
                    <a:pt x="14" y="20"/>
                  </a:cubicBezTo>
                  <a:cubicBezTo>
                    <a:pt x="11" y="27"/>
                    <a:pt x="3" y="24"/>
                    <a:pt x="0" y="27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9780" name="Freeform 1010">
              <a:extLst>
                <a:ext uri="{FF2B5EF4-FFF2-40B4-BE49-F238E27FC236}">
                  <a16:creationId xmlns:a16="http://schemas.microsoft.com/office/drawing/2014/main" id="{3AEAA51F-38D1-405A-AC84-D88F7BB32C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8" y="2551"/>
              <a:ext cx="26" cy="40"/>
            </a:xfrm>
            <a:custGeom>
              <a:avLst/>
              <a:gdLst>
                <a:gd name="T0" fmla="*/ 61 w 17"/>
                <a:gd name="T1" fmla="*/ 0 h 26"/>
                <a:gd name="T2" fmla="*/ 26 w 17"/>
                <a:gd name="T3" fmla="*/ 80 h 26"/>
                <a:gd name="T4" fmla="*/ 0 w 17"/>
                <a:gd name="T5" fmla="*/ 95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6">
                  <a:moveTo>
                    <a:pt x="17" y="0"/>
                  </a:moveTo>
                  <a:cubicBezTo>
                    <a:pt x="15" y="6"/>
                    <a:pt x="10" y="21"/>
                    <a:pt x="7" y="22"/>
                  </a:cubicBezTo>
                  <a:cubicBezTo>
                    <a:pt x="3" y="24"/>
                    <a:pt x="1" y="22"/>
                    <a:pt x="0" y="26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9781" name="Freeform 1011">
              <a:extLst>
                <a:ext uri="{FF2B5EF4-FFF2-40B4-BE49-F238E27FC236}">
                  <a16:creationId xmlns:a16="http://schemas.microsoft.com/office/drawing/2014/main" id="{2412C5B4-54F0-4788-80F6-A7623CEE5B8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" y="1235"/>
              <a:ext cx="982" cy="2794"/>
            </a:xfrm>
            <a:custGeom>
              <a:avLst/>
              <a:gdLst>
                <a:gd name="T0" fmla="*/ 638 w 634"/>
                <a:gd name="T1" fmla="*/ 281 h 1807"/>
                <a:gd name="T2" fmla="*/ 194 w 634"/>
                <a:gd name="T3" fmla="*/ 1388 h 1807"/>
                <a:gd name="T4" fmla="*/ 70 w 634"/>
                <a:gd name="T5" fmla="*/ 2254 h 1807"/>
                <a:gd name="T6" fmla="*/ 56 w 634"/>
                <a:gd name="T7" fmla="*/ 2950 h 1807"/>
                <a:gd name="T8" fmla="*/ 26 w 634"/>
                <a:gd name="T9" fmla="*/ 3213 h 1807"/>
                <a:gd name="T10" fmla="*/ 101 w 634"/>
                <a:gd name="T11" fmla="*/ 3352 h 1807"/>
                <a:gd name="T12" fmla="*/ 319 w 634"/>
                <a:gd name="T13" fmla="*/ 3443 h 1807"/>
                <a:gd name="T14" fmla="*/ 324 w 634"/>
                <a:gd name="T15" fmla="*/ 3371 h 1807"/>
                <a:gd name="T16" fmla="*/ 310 w 634"/>
                <a:gd name="T17" fmla="*/ 3317 h 1807"/>
                <a:gd name="T18" fmla="*/ 297 w 634"/>
                <a:gd name="T19" fmla="*/ 2984 h 1807"/>
                <a:gd name="T20" fmla="*/ 341 w 634"/>
                <a:gd name="T21" fmla="*/ 2267 h 1807"/>
                <a:gd name="T22" fmla="*/ 604 w 634"/>
                <a:gd name="T23" fmla="*/ 898 h 1807"/>
                <a:gd name="T24" fmla="*/ 595 w 634"/>
                <a:gd name="T25" fmla="*/ 1685 h 1807"/>
                <a:gd name="T26" fmla="*/ 534 w 634"/>
                <a:gd name="T27" fmla="*/ 2491 h 1807"/>
                <a:gd name="T28" fmla="*/ 664 w 634"/>
                <a:gd name="T29" fmla="*/ 4298 h 1807"/>
                <a:gd name="T30" fmla="*/ 703 w 634"/>
                <a:gd name="T31" fmla="*/ 5382 h 1807"/>
                <a:gd name="T32" fmla="*/ 844 w 634"/>
                <a:gd name="T33" fmla="*/ 6219 h 1807"/>
                <a:gd name="T34" fmla="*/ 699 w 634"/>
                <a:gd name="T35" fmla="*/ 6522 h 1807"/>
                <a:gd name="T36" fmla="*/ 743 w 634"/>
                <a:gd name="T37" fmla="*/ 6635 h 1807"/>
                <a:gd name="T38" fmla="*/ 953 w 634"/>
                <a:gd name="T39" fmla="*/ 6646 h 1807"/>
                <a:gd name="T40" fmla="*/ 1149 w 634"/>
                <a:gd name="T41" fmla="*/ 6517 h 1807"/>
                <a:gd name="T42" fmla="*/ 1159 w 634"/>
                <a:gd name="T43" fmla="*/ 6293 h 1807"/>
                <a:gd name="T44" fmla="*/ 1124 w 634"/>
                <a:gd name="T45" fmla="*/ 6072 h 1807"/>
                <a:gd name="T46" fmla="*/ 1137 w 634"/>
                <a:gd name="T47" fmla="*/ 4820 h 1807"/>
                <a:gd name="T48" fmla="*/ 1132 w 634"/>
                <a:gd name="T49" fmla="*/ 4122 h 1807"/>
                <a:gd name="T50" fmla="*/ 1132 w 634"/>
                <a:gd name="T51" fmla="*/ 3106 h 1807"/>
                <a:gd name="T52" fmla="*/ 1173 w 634"/>
                <a:gd name="T53" fmla="*/ 3108 h 1807"/>
                <a:gd name="T54" fmla="*/ 1224 w 634"/>
                <a:gd name="T55" fmla="*/ 3099 h 1807"/>
                <a:gd name="T56" fmla="*/ 1224 w 634"/>
                <a:gd name="T57" fmla="*/ 3541 h 1807"/>
                <a:gd name="T58" fmla="*/ 1231 w 634"/>
                <a:gd name="T59" fmla="*/ 4481 h 1807"/>
                <a:gd name="T60" fmla="*/ 1273 w 634"/>
                <a:gd name="T61" fmla="*/ 5808 h 1807"/>
                <a:gd name="T62" fmla="*/ 1214 w 634"/>
                <a:gd name="T63" fmla="*/ 6206 h 1807"/>
                <a:gd name="T64" fmla="*/ 1193 w 634"/>
                <a:gd name="T65" fmla="*/ 6417 h 1807"/>
                <a:gd name="T66" fmla="*/ 1253 w 634"/>
                <a:gd name="T67" fmla="*/ 6639 h 1807"/>
                <a:gd name="T68" fmla="*/ 1512 w 634"/>
                <a:gd name="T69" fmla="*/ 6653 h 1807"/>
                <a:gd name="T70" fmla="*/ 1653 w 634"/>
                <a:gd name="T71" fmla="*/ 6579 h 1807"/>
                <a:gd name="T72" fmla="*/ 1535 w 634"/>
                <a:gd name="T73" fmla="*/ 6355 h 1807"/>
                <a:gd name="T74" fmla="*/ 1530 w 634"/>
                <a:gd name="T75" fmla="*/ 5982 h 1807"/>
                <a:gd name="T76" fmla="*/ 1677 w 634"/>
                <a:gd name="T77" fmla="*/ 4622 h 1807"/>
                <a:gd name="T78" fmla="*/ 1792 w 634"/>
                <a:gd name="T79" fmla="*/ 3668 h 1807"/>
                <a:gd name="T80" fmla="*/ 1795 w 634"/>
                <a:gd name="T81" fmla="*/ 2049 h 1807"/>
                <a:gd name="T82" fmla="*/ 1753 w 634"/>
                <a:gd name="T83" fmla="*/ 1152 h 1807"/>
                <a:gd name="T84" fmla="*/ 1828 w 634"/>
                <a:gd name="T85" fmla="*/ 1331 h 1807"/>
                <a:gd name="T86" fmla="*/ 2015 w 634"/>
                <a:gd name="T87" fmla="*/ 2254 h 1807"/>
                <a:gd name="T88" fmla="*/ 2066 w 634"/>
                <a:gd name="T89" fmla="*/ 2986 h 1807"/>
                <a:gd name="T90" fmla="*/ 2045 w 634"/>
                <a:gd name="T91" fmla="*/ 3317 h 1807"/>
                <a:gd name="T92" fmla="*/ 2029 w 634"/>
                <a:gd name="T93" fmla="*/ 3371 h 1807"/>
                <a:gd name="T94" fmla="*/ 2032 w 634"/>
                <a:gd name="T95" fmla="*/ 3443 h 1807"/>
                <a:gd name="T96" fmla="*/ 2252 w 634"/>
                <a:gd name="T97" fmla="*/ 3352 h 1807"/>
                <a:gd name="T98" fmla="*/ 2326 w 634"/>
                <a:gd name="T99" fmla="*/ 3213 h 1807"/>
                <a:gd name="T100" fmla="*/ 2300 w 634"/>
                <a:gd name="T101" fmla="*/ 2950 h 1807"/>
                <a:gd name="T102" fmla="*/ 2268 w 634"/>
                <a:gd name="T103" fmla="*/ 2253 h 1807"/>
                <a:gd name="T104" fmla="*/ 2151 w 634"/>
                <a:gd name="T105" fmla="*/ 1388 h 1807"/>
                <a:gd name="T106" fmla="*/ 1725 w 634"/>
                <a:gd name="T107" fmla="*/ 263 h 1807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0" t="0" r="r" b="b"/>
              <a:pathLst>
                <a:path w="634" h="1807">
                  <a:moveTo>
                    <a:pt x="256" y="0"/>
                  </a:moveTo>
                  <a:cubicBezTo>
                    <a:pt x="263" y="69"/>
                    <a:pt x="184" y="74"/>
                    <a:pt x="172" y="76"/>
                  </a:cubicBezTo>
                  <a:cubicBezTo>
                    <a:pt x="166" y="77"/>
                    <a:pt x="134" y="86"/>
                    <a:pt x="116" y="113"/>
                  </a:cubicBezTo>
                  <a:cubicBezTo>
                    <a:pt x="106" y="126"/>
                    <a:pt x="58" y="339"/>
                    <a:pt x="52" y="376"/>
                  </a:cubicBezTo>
                  <a:cubicBezTo>
                    <a:pt x="47" y="412"/>
                    <a:pt x="42" y="441"/>
                    <a:pt x="38" y="458"/>
                  </a:cubicBezTo>
                  <a:cubicBezTo>
                    <a:pt x="34" y="475"/>
                    <a:pt x="19" y="520"/>
                    <a:pt x="19" y="610"/>
                  </a:cubicBezTo>
                  <a:cubicBezTo>
                    <a:pt x="20" y="626"/>
                    <a:pt x="19" y="663"/>
                    <a:pt x="21" y="687"/>
                  </a:cubicBezTo>
                  <a:cubicBezTo>
                    <a:pt x="24" y="717"/>
                    <a:pt x="19" y="783"/>
                    <a:pt x="15" y="798"/>
                  </a:cubicBezTo>
                  <a:cubicBezTo>
                    <a:pt x="9" y="817"/>
                    <a:pt x="5" y="849"/>
                    <a:pt x="2" y="853"/>
                  </a:cubicBezTo>
                  <a:cubicBezTo>
                    <a:pt x="0" y="858"/>
                    <a:pt x="5" y="864"/>
                    <a:pt x="7" y="869"/>
                  </a:cubicBezTo>
                  <a:cubicBezTo>
                    <a:pt x="10" y="873"/>
                    <a:pt x="9" y="878"/>
                    <a:pt x="13" y="885"/>
                  </a:cubicBezTo>
                  <a:cubicBezTo>
                    <a:pt x="15" y="890"/>
                    <a:pt x="23" y="901"/>
                    <a:pt x="27" y="907"/>
                  </a:cubicBezTo>
                  <a:cubicBezTo>
                    <a:pt x="31" y="913"/>
                    <a:pt x="47" y="920"/>
                    <a:pt x="60" y="924"/>
                  </a:cubicBezTo>
                  <a:cubicBezTo>
                    <a:pt x="68" y="927"/>
                    <a:pt x="85" y="935"/>
                    <a:pt x="86" y="931"/>
                  </a:cubicBezTo>
                  <a:cubicBezTo>
                    <a:pt x="89" y="923"/>
                    <a:pt x="87" y="917"/>
                    <a:pt x="80" y="914"/>
                  </a:cubicBezTo>
                  <a:cubicBezTo>
                    <a:pt x="76" y="912"/>
                    <a:pt x="85" y="919"/>
                    <a:pt x="87" y="912"/>
                  </a:cubicBezTo>
                  <a:cubicBezTo>
                    <a:pt x="88" y="910"/>
                    <a:pt x="88" y="909"/>
                    <a:pt x="86" y="906"/>
                  </a:cubicBezTo>
                  <a:cubicBezTo>
                    <a:pt x="88" y="901"/>
                    <a:pt x="86" y="901"/>
                    <a:pt x="83" y="897"/>
                  </a:cubicBezTo>
                  <a:cubicBezTo>
                    <a:pt x="89" y="896"/>
                    <a:pt x="88" y="872"/>
                    <a:pt x="86" y="861"/>
                  </a:cubicBezTo>
                  <a:cubicBezTo>
                    <a:pt x="87" y="853"/>
                    <a:pt x="87" y="826"/>
                    <a:pt x="80" y="807"/>
                  </a:cubicBezTo>
                  <a:cubicBezTo>
                    <a:pt x="75" y="796"/>
                    <a:pt x="71" y="786"/>
                    <a:pt x="71" y="779"/>
                  </a:cubicBezTo>
                  <a:cubicBezTo>
                    <a:pt x="67" y="762"/>
                    <a:pt x="80" y="646"/>
                    <a:pt x="92" y="613"/>
                  </a:cubicBezTo>
                  <a:cubicBezTo>
                    <a:pt x="115" y="543"/>
                    <a:pt x="115" y="480"/>
                    <a:pt x="118" y="468"/>
                  </a:cubicBezTo>
                  <a:cubicBezTo>
                    <a:pt x="120" y="455"/>
                    <a:pt x="158" y="272"/>
                    <a:pt x="163" y="243"/>
                  </a:cubicBezTo>
                  <a:cubicBezTo>
                    <a:pt x="158" y="333"/>
                    <a:pt x="158" y="333"/>
                    <a:pt x="158" y="333"/>
                  </a:cubicBezTo>
                  <a:cubicBezTo>
                    <a:pt x="160" y="368"/>
                    <a:pt x="159" y="438"/>
                    <a:pt x="160" y="456"/>
                  </a:cubicBezTo>
                  <a:cubicBezTo>
                    <a:pt x="161" y="481"/>
                    <a:pt x="153" y="508"/>
                    <a:pt x="155" y="551"/>
                  </a:cubicBezTo>
                  <a:cubicBezTo>
                    <a:pt x="157" y="574"/>
                    <a:pt x="155" y="618"/>
                    <a:pt x="144" y="674"/>
                  </a:cubicBezTo>
                  <a:cubicBezTo>
                    <a:pt x="140" y="693"/>
                    <a:pt x="129" y="862"/>
                    <a:pt x="147" y="990"/>
                  </a:cubicBezTo>
                  <a:cubicBezTo>
                    <a:pt x="154" y="1040"/>
                    <a:pt x="169" y="1107"/>
                    <a:pt x="179" y="1163"/>
                  </a:cubicBezTo>
                  <a:cubicBezTo>
                    <a:pt x="187" y="1204"/>
                    <a:pt x="180" y="1223"/>
                    <a:pt x="182" y="1250"/>
                  </a:cubicBezTo>
                  <a:cubicBezTo>
                    <a:pt x="183" y="1265"/>
                    <a:pt x="168" y="1351"/>
                    <a:pt x="189" y="1456"/>
                  </a:cubicBezTo>
                  <a:cubicBezTo>
                    <a:pt x="204" y="1532"/>
                    <a:pt x="218" y="1600"/>
                    <a:pt x="222" y="1618"/>
                  </a:cubicBezTo>
                  <a:cubicBezTo>
                    <a:pt x="231" y="1658"/>
                    <a:pt x="223" y="1662"/>
                    <a:pt x="227" y="1682"/>
                  </a:cubicBezTo>
                  <a:cubicBezTo>
                    <a:pt x="231" y="1702"/>
                    <a:pt x="231" y="1699"/>
                    <a:pt x="220" y="1719"/>
                  </a:cubicBezTo>
                  <a:cubicBezTo>
                    <a:pt x="210" y="1731"/>
                    <a:pt x="194" y="1758"/>
                    <a:pt x="188" y="1764"/>
                  </a:cubicBezTo>
                  <a:cubicBezTo>
                    <a:pt x="183" y="1770"/>
                    <a:pt x="186" y="1777"/>
                    <a:pt x="188" y="1780"/>
                  </a:cubicBezTo>
                  <a:cubicBezTo>
                    <a:pt x="184" y="1790"/>
                    <a:pt x="196" y="1795"/>
                    <a:pt x="200" y="1795"/>
                  </a:cubicBezTo>
                  <a:cubicBezTo>
                    <a:pt x="199" y="1805"/>
                    <a:pt x="221" y="1804"/>
                    <a:pt x="226" y="1800"/>
                  </a:cubicBezTo>
                  <a:cubicBezTo>
                    <a:pt x="232" y="1805"/>
                    <a:pt x="249" y="1805"/>
                    <a:pt x="256" y="1798"/>
                  </a:cubicBezTo>
                  <a:cubicBezTo>
                    <a:pt x="266" y="1807"/>
                    <a:pt x="285" y="1807"/>
                    <a:pt x="297" y="1796"/>
                  </a:cubicBezTo>
                  <a:cubicBezTo>
                    <a:pt x="309" y="1785"/>
                    <a:pt x="310" y="1774"/>
                    <a:pt x="309" y="1763"/>
                  </a:cubicBezTo>
                  <a:cubicBezTo>
                    <a:pt x="307" y="1753"/>
                    <a:pt x="310" y="1749"/>
                    <a:pt x="313" y="1736"/>
                  </a:cubicBezTo>
                  <a:cubicBezTo>
                    <a:pt x="315" y="1723"/>
                    <a:pt x="317" y="1712"/>
                    <a:pt x="312" y="1702"/>
                  </a:cubicBezTo>
                  <a:cubicBezTo>
                    <a:pt x="306" y="1693"/>
                    <a:pt x="306" y="1688"/>
                    <a:pt x="306" y="1679"/>
                  </a:cubicBezTo>
                  <a:cubicBezTo>
                    <a:pt x="306" y="1669"/>
                    <a:pt x="310" y="1655"/>
                    <a:pt x="303" y="1643"/>
                  </a:cubicBezTo>
                  <a:cubicBezTo>
                    <a:pt x="297" y="1631"/>
                    <a:pt x="289" y="1602"/>
                    <a:pt x="290" y="1571"/>
                  </a:cubicBezTo>
                  <a:cubicBezTo>
                    <a:pt x="291" y="1540"/>
                    <a:pt x="317" y="1364"/>
                    <a:pt x="306" y="1304"/>
                  </a:cubicBezTo>
                  <a:cubicBezTo>
                    <a:pt x="295" y="1244"/>
                    <a:pt x="299" y="1232"/>
                    <a:pt x="302" y="1212"/>
                  </a:cubicBezTo>
                  <a:cubicBezTo>
                    <a:pt x="305" y="1191"/>
                    <a:pt x="311" y="1158"/>
                    <a:pt x="305" y="1115"/>
                  </a:cubicBezTo>
                  <a:cubicBezTo>
                    <a:pt x="303" y="1098"/>
                    <a:pt x="304" y="1028"/>
                    <a:pt x="304" y="958"/>
                  </a:cubicBezTo>
                  <a:cubicBezTo>
                    <a:pt x="305" y="912"/>
                    <a:pt x="308" y="857"/>
                    <a:pt x="305" y="840"/>
                  </a:cubicBezTo>
                  <a:cubicBezTo>
                    <a:pt x="305" y="839"/>
                    <a:pt x="305" y="839"/>
                    <a:pt x="305" y="839"/>
                  </a:cubicBezTo>
                  <a:cubicBezTo>
                    <a:pt x="309" y="840"/>
                    <a:pt x="312" y="841"/>
                    <a:pt x="316" y="841"/>
                  </a:cubicBezTo>
                  <a:cubicBezTo>
                    <a:pt x="316" y="841"/>
                    <a:pt x="316" y="841"/>
                    <a:pt x="316" y="841"/>
                  </a:cubicBezTo>
                  <a:cubicBezTo>
                    <a:pt x="320" y="841"/>
                    <a:pt x="325" y="840"/>
                    <a:pt x="329" y="838"/>
                  </a:cubicBezTo>
                  <a:cubicBezTo>
                    <a:pt x="328" y="840"/>
                    <a:pt x="328" y="840"/>
                    <a:pt x="328" y="840"/>
                  </a:cubicBezTo>
                  <a:cubicBezTo>
                    <a:pt x="325" y="859"/>
                    <a:pt x="329" y="912"/>
                    <a:pt x="329" y="958"/>
                  </a:cubicBezTo>
                  <a:cubicBezTo>
                    <a:pt x="330" y="1028"/>
                    <a:pt x="330" y="1098"/>
                    <a:pt x="328" y="1115"/>
                  </a:cubicBezTo>
                  <a:cubicBezTo>
                    <a:pt x="322" y="1158"/>
                    <a:pt x="329" y="1191"/>
                    <a:pt x="331" y="1212"/>
                  </a:cubicBezTo>
                  <a:cubicBezTo>
                    <a:pt x="334" y="1232"/>
                    <a:pt x="338" y="1244"/>
                    <a:pt x="327" y="1304"/>
                  </a:cubicBezTo>
                  <a:cubicBezTo>
                    <a:pt x="317" y="1364"/>
                    <a:pt x="342" y="1540"/>
                    <a:pt x="343" y="1571"/>
                  </a:cubicBezTo>
                  <a:cubicBezTo>
                    <a:pt x="345" y="1602"/>
                    <a:pt x="337" y="1631"/>
                    <a:pt x="330" y="1643"/>
                  </a:cubicBezTo>
                  <a:cubicBezTo>
                    <a:pt x="323" y="1655"/>
                    <a:pt x="327" y="1669"/>
                    <a:pt x="327" y="1679"/>
                  </a:cubicBezTo>
                  <a:cubicBezTo>
                    <a:pt x="327" y="1688"/>
                    <a:pt x="327" y="1693"/>
                    <a:pt x="322" y="1702"/>
                  </a:cubicBezTo>
                  <a:cubicBezTo>
                    <a:pt x="316" y="1712"/>
                    <a:pt x="318" y="1723"/>
                    <a:pt x="321" y="1736"/>
                  </a:cubicBezTo>
                  <a:cubicBezTo>
                    <a:pt x="323" y="1749"/>
                    <a:pt x="326" y="1753"/>
                    <a:pt x="325" y="1763"/>
                  </a:cubicBezTo>
                  <a:cubicBezTo>
                    <a:pt x="323" y="1774"/>
                    <a:pt x="325" y="1785"/>
                    <a:pt x="337" y="1796"/>
                  </a:cubicBezTo>
                  <a:cubicBezTo>
                    <a:pt x="349" y="1807"/>
                    <a:pt x="367" y="1807"/>
                    <a:pt x="378" y="1798"/>
                  </a:cubicBezTo>
                  <a:cubicBezTo>
                    <a:pt x="384" y="1805"/>
                    <a:pt x="401" y="1805"/>
                    <a:pt x="407" y="1800"/>
                  </a:cubicBezTo>
                  <a:cubicBezTo>
                    <a:pt x="413" y="1804"/>
                    <a:pt x="435" y="1805"/>
                    <a:pt x="433" y="1795"/>
                  </a:cubicBezTo>
                  <a:cubicBezTo>
                    <a:pt x="437" y="1795"/>
                    <a:pt x="449" y="1790"/>
                    <a:pt x="445" y="1780"/>
                  </a:cubicBezTo>
                  <a:cubicBezTo>
                    <a:pt x="448" y="1777"/>
                    <a:pt x="450" y="1770"/>
                    <a:pt x="445" y="1764"/>
                  </a:cubicBezTo>
                  <a:cubicBezTo>
                    <a:pt x="440" y="1758"/>
                    <a:pt x="423" y="1731"/>
                    <a:pt x="413" y="1719"/>
                  </a:cubicBezTo>
                  <a:cubicBezTo>
                    <a:pt x="402" y="1699"/>
                    <a:pt x="403" y="1702"/>
                    <a:pt x="407" y="1682"/>
                  </a:cubicBezTo>
                  <a:cubicBezTo>
                    <a:pt x="411" y="1662"/>
                    <a:pt x="402" y="1658"/>
                    <a:pt x="412" y="1618"/>
                  </a:cubicBezTo>
                  <a:cubicBezTo>
                    <a:pt x="416" y="1600"/>
                    <a:pt x="432" y="1528"/>
                    <a:pt x="444" y="1452"/>
                  </a:cubicBezTo>
                  <a:cubicBezTo>
                    <a:pt x="455" y="1375"/>
                    <a:pt x="449" y="1277"/>
                    <a:pt x="451" y="1250"/>
                  </a:cubicBezTo>
                  <a:cubicBezTo>
                    <a:pt x="453" y="1223"/>
                    <a:pt x="445" y="1206"/>
                    <a:pt x="453" y="1164"/>
                  </a:cubicBezTo>
                  <a:cubicBezTo>
                    <a:pt x="461" y="1123"/>
                    <a:pt x="477" y="1050"/>
                    <a:pt x="482" y="992"/>
                  </a:cubicBezTo>
                  <a:cubicBezTo>
                    <a:pt x="491" y="907"/>
                    <a:pt x="507" y="808"/>
                    <a:pt x="493" y="678"/>
                  </a:cubicBezTo>
                  <a:cubicBezTo>
                    <a:pt x="483" y="622"/>
                    <a:pt x="482" y="576"/>
                    <a:pt x="483" y="554"/>
                  </a:cubicBezTo>
                  <a:cubicBezTo>
                    <a:pt x="483" y="507"/>
                    <a:pt x="470" y="484"/>
                    <a:pt x="471" y="458"/>
                  </a:cubicBezTo>
                  <a:cubicBezTo>
                    <a:pt x="471" y="447"/>
                    <a:pt x="476" y="375"/>
                    <a:pt x="472" y="312"/>
                  </a:cubicBezTo>
                  <a:cubicBezTo>
                    <a:pt x="469" y="272"/>
                    <a:pt x="463" y="244"/>
                    <a:pt x="464" y="230"/>
                  </a:cubicBezTo>
                  <a:cubicBezTo>
                    <a:pt x="492" y="360"/>
                    <a:pt x="492" y="360"/>
                    <a:pt x="492" y="360"/>
                  </a:cubicBezTo>
                  <a:cubicBezTo>
                    <a:pt x="497" y="389"/>
                    <a:pt x="513" y="455"/>
                    <a:pt x="516" y="468"/>
                  </a:cubicBezTo>
                  <a:cubicBezTo>
                    <a:pt x="518" y="480"/>
                    <a:pt x="519" y="540"/>
                    <a:pt x="542" y="610"/>
                  </a:cubicBezTo>
                  <a:cubicBezTo>
                    <a:pt x="554" y="643"/>
                    <a:pt x="566" y="762"/>
                    <a:pt x="563" y="779"/>
                  </a:cubicBezTo>
                  <a:cubicBezTo>
                    <a:pt x="563" y="786"/>
                    <a:pt x="561" y="797"/>
                    <a:pt x="556" y="808"/>
                  </a:cubicBezTo>
                  <a:cubicBezTo>
                    <a:pt x="549" y="827"/>
                    <a:pt x="548" y="853"/>
                    <a:pt x="548" y="862"/>
                  </a:cubicBezTo>
                  <a:cubicBezTo>
                    <a:pt x="546" y="873"/>
                    <a:pt x="539" y="894"/>
                    <a:pt x="550" y="897"/>
                  </a:cubicBezTo>
                  <a:cubicBezTo>
                    <a:pt x="547" y="901"/>
                    <a:pt x="546" y="901"/>
                    <a:pt x="547" y="906"/>
                  </a:cubicBezTo>
                  <a:cubicBezTo>
                    <a:pt x="545" y="909"/>
                    <a:pt x="545" y="910"/>
                    <a:pt x="546" y="912"/>
                  </a:cubicBezTo>
                  <a:cubicBezTo>
                    <a:pt x="549" y="919"/>
                    <a:pt x="558" y="912"/>
                    <a:pt x="554" y="914"/>
                  </a:cubicBezTo>
                  <a:cubicBezTo>
                    <a:pt x="547" y="917"/>
                    <a:pt x="544" y="923"/>
                    <a:pt x="547" y="931"/>
                  </a:cubicBezTo>
                  <a:cubicBezTo>
                    <a:pt x="549" y="935"/>
                    <a:pt x="565" y="927"/>
                    <a:pt x="573" y="924"/>
                  </a:cubicBezTo>
                  <a:cubicBezTo>
                    <a:pt x="586" y="920"/>
                    <a:pt x="602" y="913"/>
                    <a:pt x="606" y="907"/>
                  </a:cubicBezTo>
                  <a:cubicBezTo>
                    <a:pt x="610" y="901"/>
                    <a:pt x="618" y="890"/>
                    <a:pt x="621" y="885"/>
                  </a:cubicBezTo>
                  <a:cubicBezTo>
                    <a:pt x="624" y="878"/>
                    <a:pt x="624" y="873"/>
                    <a:pt x="626" y="869"/>
                  </a:cubicBezTo>
                  <a:cubicBezTo>
                    <a:pt x="629" y="864"/>
                    <a:pt x="634" y="858"/>
                    <a:pt x="631" y="853"/>
                  </a:cubicBezTo>
                  <a:cubicBezTo>
                    <a:pt x="629" y="849"/>
                    <a:pt x="624" y="817"/>
                    <a:pt x="619" y="798"/>
                  </a:cubicBezTo>
                  <a:cubicBezTo>
                    <a:pt x="615" y="783"/>
                    <a:pt x="610" y="717"/>
                    <a:pt x="613" y="687"/>
                  </a:cubicBezTo>
                  <a:cubicBezTo>
                    <a:pt x="615" y="663"/>
                    <a:pt x="609" y="625"/>
                    <a:pt x="610" y="609"/>
                  </a:cubicBezTo>
                  <a:cubicBezTo>
                    <a:pt x="611" y="519"/>
                    <a:pt x="599" y="475"/>
                    <a:pt x="595" y="458"/>
                  </a:cubicBezTo>
                  <a:cubicBezTo>
                    <a:pt x="591" y="441"/>
                    <a:pt x="584" y="412"/>
                    <a:pt x="579" y="376"/>
                  </a:cubicBezTo>
                  <a:cubicBezTo>
                    <a:pt x="569" y="302"/>
                    <a:pt x="526" y="128"/>
                    <a:pt x="519" y="113"/>
                  </a:cubicBezTo>
                  <a:cubicBezTo>
                    <a:pt x="509" y="91"/>
                    <a:pt x="480" y="74"/>
                    <a:pt x="464" y="71"/>
                  </a:cubicBezTo>
                  <a:cubicBezTo>
                    <a:pt x="452" y="69"/>
                    <a:pt x="377" y="63"/>
                    <a:pt x="378" y="1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9782" name="Freeform 1012">
              <a:extLst>
                <a:ext uri="{FF2B5EF4-FFF2-40B4-BE49-F238E27FC236}">
                  <a16:creationId xmlns:a16="http://schemas.microsoft.com/office/drawing/2014/main" id="{63BB5F32-8CFE-41EB-8EE7-34EA810057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0" y="2599"/>
              <a:ext cx="5" cy="17"/>
            </a:xfrm>
            <a:custGeom>
              <a:avLst/>
              <a:gdLst>
                <a:gd name="T0" fmla="*/ 0 w 3"/>
                <a:gd name="T1" fmla="*/ 0 h 11"/>
                <a:gd name="T2" fmla="*/ 5 w 3"/>
                <a:gd name="T3" fmla="*/ 4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1">
                  <a:moveTo>
                    <a:pt x="0" y="0"/>
                  </a:moveTo>
                  <a:cubicBezTo>
                    <a:pt x="3" y="1"/>
                    <a:pt x="2" y="8"/>
                    <a:pt x="1" y="11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9783" name="Freeform 1013">
              <a:extLst>
                <a:ext uri="{FF2B5EF4-FFF2-40B4-BE49-F238E27FC236}">
                  <a16:creationId xmlns:a16="http://schemas.microsoft.com/office/drawing/2014/main" id="{62C4A747-A607-42D4-96B5-24B6AFD82391}"/>
                </a:ext>
              </a:extLst>
            </p:cNvPr>
            <p:cNvSpPr>
              <a:spLocks/>
            </p:cNvSpPr>
            <p:nvPr/>
          </p:nvSpPr>
          <p:spPr bwMode="auto">
            <a:xfrm>
              <a:off x="890" y="3826"/>
              <a:ext cx="8" cy="32"/>
            </a:xfrm>
            <a:custGeom>
              <a:avLst/>
              <a:gdLst>
                <a:gd name="T0" fmla="*/ 0 w 5"/>
                <a:gd name="T1" fmla="*/ 0 h 21"/>
                <a:gd name="T2" fmla="*/ 21 w 5"/>
                <a:gd name="T3" fmla="*/ 75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1">
                  <a:moveTo>
                    <a:pt x="0" y="0"/>
                  </a:moveTo>
                  <a:cubicBezTo>
                    <a:pt x="0" y="8"/>
                    <a:pt x="5" y="21"/>
                    <a:pt x="5" y="21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9784" name="Freeform 1014">
              <a:extLst>
                <a:ext uri="{FF2B5EF4-FFF2-40B4-BE49-F238E27FC236}">
                  <a16:creationId xmlns:a16="http://schemas.microsoft.com/office/drawing/2014/main" id="{7AA8A4CA-82FF-4390-9F32-56190D9950CA}"/>
                </a:ext>
              </a:extLst>
            </p:cNvPr>
            <p:cNvSpPr>
              <a:spLocks/>
            </p:cNvSpPr>
            <p:nvPr/>
          </p:nvSpPr>
          <p:spPr bwMode="auto">
            <a:xfrm>
              <a:off x="858" y="2088"/>
              <a:ext cx="48" cy="33"/>
            </a:xfrm>
            <a:custGeom>
              <a:avLst/>
              <a:gdLst>
                <a:gd name="T0" fmla="*/ 0 w 31"/>
                <a:gd name="T1" fmla="*/ 60 h 21"/>
                <a:gd name="T2" fmla="*/ 93 w 31"/>
                <a:gd name="T3" fmla="*/ 82 h 21"/>
                <a:gd name="T4" fmla="*/ 5 w 31"/>
                <a:gd name="T5" fmla="*/ 55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21">
                  <a:moveTo>
                    <a:pt x="0" y="15"/>
                  </a:moveTo>
                  <a:cubicBezTo>
                    <a:pt x="7" y="8"/>
                    <a:pt x="21" y="12"/>
                    <a:pt x="25" y="21"/>
                  </a:cubicBezTo>
                  <a:cubicBezTo>
                    <a:pt x="31" y="14"/>
                    <a:pt x="6" y="0"/>
                    <a:pt x="1" y="1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9785" name="Freeform 1015">
              <a:extLst>
                <a:ext uri="{FF2B5EF4-FFF2-40B4-BE49-F238E27FC236}">
                  <a16:creationId xmlns:a16="http://schemas.microsoft.com/office/drawing/2014/main" id="{E3382254-37A4-4CA1-964B-8BE3318C98D8}"/>
                </a:ext>
              </a:extLst>
            </p:cNvPr>
            <p:cNvSpPr>
              <a:spLocks/>
            </p:cNvSpPr>
            <p:nvPr/>
          </p:nvSpPr>
          <p:spPr bwMode="auto">
            <a:xfrm>
              <a:off x="782" y="3956"/>
              <a:ext cx="26" cy="15"/>
            </a:xfrm>
            <a:custGeom>
              <a:avLst/>
              <a:gdLst>
                <a:gd name="T0" fmla="*/ 26 w 17"/>
                <a:gd name="T1" fmla="*/ 5 h 10"/>
                <a:gd name="T2" fmla="*/ 54 w 17"/>
                <a:gd name="T3" fmla="*/ 8 h 10"/>
                <a:gd name="T4" fmla="*/ 21 w 17"/>
                <a:gd name="T5" fmla="*/ 14 h 10"/>
                <a:gd name="T6" fmla="*/ 5 w 17"/>
                <a:gd name="T7" fmla="*/ 21 h 10"/>
                <a:gd name="T8" fmla="*/ 47 w 17"/>
                <a:gd name="T9" fmla="*/ 35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0">
                  <a:moveTo>
                    <a:pt x="7" y="1"/>
                  </a:moveTo>
                  <a:cubicBezTo>
                    <a:pt x="9" y="1"/>
                    <a:pt x="14" y="0"/>
                    <a:pt x="15" y="2"/>
                  </a:cubicBezTo>
                  <a:cubicBezTo>
                    <a:pt x="17" y="8"/>
                    <a:pt x="7" y="4"/>
                    <a:pt x="6" y="4"/>
                  </a:cubicBezTo>
                  <a:cubicBezTo>
                    <a:pt x="4" y="3"/>
                    <a:pt x="0" y="3"/>
                    <a:pt x="1" y="6"/>
                  </a:cubicBezTo>
                  <a:cubicBezTo>
                    <a:pt x="2" y="10"/>
                    <a:pt x="10" y="8"/>
                    <a:pt x="13" y="10"/>
                  </a:cubicBezTo>
                </a:path>
              </a:pathLst>
            </a:custGeom>
            <a:noFill/>
            <a:ln w="7938" cap="flat">
              <a:solidFill>
                <a:srgbClr val="FEF3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9786" name="Freeform 1016">
              <a:extLst>
                <a:ext uri="{FF2B5EF4-FFF2-40B4-BE49-F238E27FC236}">
                  <a16:creationId xmlns:a16="http://schemas.microsoft.com/office/drawing/2014/main" id="{1D780460-3CFB-496D-97AA-8556416DD1B6}"/>
                </a:ext>
              </a:extLst>
            </p:cNvPr>
            <p:cNvSpPr>
              <a:spLocks/>
            </p:cNvSpPr>
            <p:nvPr/>
          </p:nvSpPr>
          <p:spPr bwMode="auto">
            <a:xfrm>
              <a:off x="757" y="3957"/>
              <a:ext cx="16" cy="11"/>
            </a:xfrm>
            <a:custGeom>
              <a:avLst/>
              <a:gdLst>
                <a:gd name="T0" fmla="*/ 42 w 10"/>
                <a:gd name="T1" fmla="*/ 20 h 7"/>
                <a:gd name="T2" fmla="*/ 0 w 10"/>
                <a:gd name="T3" fmla="*/ 0 h 7"/>
                <a:gd name="T4" fmla="*/ 29 w 10"/>
                <a:gd name="T5" fmla="*/ 27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7">
                  <a:moveTo>
                    <a:pt x="10" y="5"/>
                  </a:moveTo>
                  <a:cubicBezTo>
                    <a:pt x="8" y="1"/>
                    <a:pt x="3" y="0"/>
                    <a:pt x="0" y="0"/>
                  </a:cubicBezTo>
                  <a:cubicBezTo>
                    <a:pt x="1" y="3"/>
                    <a:pt x="3" y="6"/>
                    <a:pt x="7" y="7"/>
                  </a:cubicBezTo>
                </a:path>
              </a:pathLst>
            </a:custGeom>
            <a:noFill/>
            <a:ln w="7938" cap="flat">
              <a:solidFill>
                <a:srgbClr val="FEF3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9787" name="Freeform 1017">
              <a:extLst>
                <a:ext uri="{FF2B5EF4-FFF2-40B4-BE49-F238E27FC236}">
                  <a16:creationId xmlns:a16="http://schemas.microsoft.com/office/drawing/2014/main" id="{1441AFCB-A14C-4DC6-BD43-02ACE806FAC6}"/>
                </a:ext>
              </a:extLst>
            </p:cNvPr>
            <p:cNvSpPr>
              <a:spLocks/>
            </p:cNvSpPr>
            <p:nvPr/>
          </p:nvSpPr>
          <p:spPr bwMode="auto">
            <a:xfrm>
              <a:off x="717" y="3950"/>
              <a:ext cx="23" cy="17"/>
            </a:xfrm>
            <a:custGeom>
              <a:avLst/>
              <a:gdLst>
                <a:gd name="T0" fmla="*/ 54 w 15"/>
                <a:gd name="T1" fmla="*/ 26 h 11"/>
                <a:gd name="T2" fmla="*/ 18 w 15"/>
                <a:gd name="T3" fmla="*/ 12 h 11"/>
                <a:gd name="T4" fmla="*/ 49 w 15"/>
                <a:gd name="T5" fmla="*/ 4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1">
                  <a:moveTo>
                    <a:pt x="15" y="7"/>
                  </a:moveTo>
                  <a:cubicBezTo>
                    <a:pt x="13" y="5"/>
                    <a:pt x="8" y="0"/>
                    <a:pt x="5" y="3"/>
                  </a:cubicBezTo>
                  <a:cubicBezTo>
                    <a:pt x="0" y="7"/>
                    <a:pt x="12" y="10"/>
                    <a:pt x="14" y="11"/>
                  </a:cubicBezTo>
                </a:path>
              </a:pathLst>
            </a:custGeom>
            <a:noFill/>
            <a:ln w="7938" cap="flat">
              <a:solidFill>
                <a:srgbClr val="FEF3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9788" name="Freeform 1018">
              <a:extLst>
                <a:ext uri="{FF2B5EF4-FFF2-40B4-BE49-F238E27FC236}">
                  <a16:creationId xmlns:a16="http://schemas.microsoft.com/office/drawing/2014/main" id="{8413E47B-354D-45C8-B37B-7C358FF3AC36}"/>
                </a:ext>
              </a:extLst>
            </p:cNvPr>
            <p:cNvSpPr>
              <a:spLocks/>
            </p:cNvSpPr>
            <p:nvPr/>
          </p:nvSpPr>
          <p:spPr bwMode="auto">
            <a:xfrm>
              <a:off x="698" y="3945"/>
              <a:ext cx="11" cy="8"/>
            </a:xfrm>
            <a:custGeom>
              <a:avLst/>
              <a:gdLst>
                <a:gd name="T0" fmla="*/ 27 w 7"/>
                <a:gd name="T1" fmla="*/ 21 h 5"/>
                <a:gd name="T2" fmla="*/ 0 w 7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5">
                  <a:moveTo>
                    <a:pt x="7" y="5"/>
                  </a:moveTo>
                  <a:cubicBezTo>
                    <a:pt x="5" y="3"/>
                    <a:pt x="3" y="2"/>
                    <a:pt x="0" y="0"/>
                  </a:cubicBezTo>
                </a:path>
              </a:pathLst>
            </a:custGeom>
            <a:noFill/>
            <a:ln w="7938" cap="flat">
              <a:solidFill>
                <a:srgbClr val="FEF3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9789" name="Freeform 1019">
              <a:extLst>
                <a:ext uri="{FF2B5EF4-FFF2-40B4-BE49-F238E27FC236}">
                  <a16:creationId xmlns:a16="http://schemas.microsoft.com/office/drawing/2014/main" id="{B46F1CFC-FE30-4792-B78E-4890C4F5F824}"/>
                </a:ext>
              </a:extLst>
            </p:cNvPr>
            <p:cNvSpPr>
              <a:spLocks/>
            </p:cNvSpPr>
            <p:nvPr/>
          </p:nvSpPr>
          <p:spPr bwMode="auto">
            <a:xfrm>
              <a:off x="941" y="3954"/>
              <a:ext cx="19" cy="11"/>
            </a:xfrm>
            <a:custGeom>
              <a:avLst/>
              <a:gdLst>
                <a:gd name="T0" fmla="*/ 5 w 12"/>
                <a:gd name="T1" fmla="*/ 8 h 7"/>
                <a:gd name="T2" fmla="*/ 43 w 12"/>
                <a:gd name="T3" fmla="*/ 14 h 7"/>
                <a:gd name="T4" fmla="*/ 0 w 12"/>
                <a:gd name="T5" fmla="*/ 22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7">
                  <a:moveTo>
                    <a:pt x="1" y="2"/>
                  </a:moveTo>
                  <a:cubicBezTo>
                    <a:pt x="3" y="2"/>
                    <a:pt x="12" y="0"/>
                    <a:pt x="11" y="4"/>
                  </a:cubicBezTo>
                  <a:cubicBezTo>
                    <a:pt x="10" y="7"/>
                    <a:pt x="2" y="6"/>
                    <a:pt x="0" y="6"/>
                  </a:cubicBezTo>
                </a:path>
              </a:pathLst>
            </a:custGeom>
            <a:noFill/>
            <a:ln w="7938" cap="flat">
              <a:solidFill>
                <a:srgbClr val="FEF3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9790" name="Freeform 1020">
              <a:extLst>
                <a:ext uri="{FF2B5EF4-FFF2-40B4-BE49-F238E27FC236}">
                  <a16:creationId xmlns:a16="http://schemas.microsoft.com/office/drawing/2014/main" id="{99C5D24B-FB36-4524-B60D-646B5DFC5F50}"/>
                </a:ext>
              </a:extLst>
            </p:cNvPr>
            <p:cNvSpPr>
              <a:spLocks/>
            </p:cNvSpPr>
            <p:nvPr/>
          </p:nvSpPr>
          <p:spPr bwMode="auto">
            <a:xfrm>
              <a:off x="975" y="3957"/>
              <a:ext cx="22" cy="14"/>
            </a:xfrm>
            <a:custGeom>
              <a:avLst/>
              <a:gdLst>
                <a:gd name="T0" fmla="*/ 0 w 14"/>
                <a:gd name="T1" fmla="*/ 14 h 9"/>
                <a:gd name="T2" fmla="*/ 39 w 14"/>
                <a:gd name="T3" fmla="*/ 8 h 9"/>
                <a:gd name="T4" fmla="*/ 0 w 14"/>
                <a:gd name="T5" fmla="*/ 34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9">
                  <a:moveTo>
                    <a:pt x="0" y="4"/>
                  </a:moveTo>
                  <a:cubicBezTo>
                    <a:pt x="3" y="2"/>
                    <a:pt x="7" y="0"/>
                    <a:pt x="10" y="2"/>
                  </a:cubicBezTo>
                  <a:cubicBezTo>
                    <a:pt x="14" y="7"/>
                    <a:pt x="4" y="9"/>
                    <a:pt x="0" y="9"/>
                  </a:cubicBezTo>
                </a:path>
              </a:pathLst>
            </a:custGeom>
            <a:noFill/>
            <a:ln w="7938" cap="flat">
              <a:solidFill>
                <a:srgbClr val="FEF3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9791" name="Freeform 1021">
              <a:extLst>
                <a:ext uri="{FF2B5EF4-FFF2-40B4-BE49-F238E27FC236}">
                  <a16:creationId xmlns:a16="http://schemas.microsoft.com/office/drawing/2014/main" id="{E546642E-89DC-4D33-9740-F41207164D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8" y="3953"/>
              <a:ext cx="15" cy="8"/>
            </a:xfrm>
            <a:custGeom>
              <a:avLst/>
              <a:gdLst>
                <a:gd name="T0" fmla="*/ 35 w 10"/>
                <a:gd name="T1" fmla="*/ 0 h 5"/>
                <a:gd name="T2" fmla="*/ 0 w 10"/>
                <a:gd name="T3" fmla="*/ 21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5">
                  <a:moveTo>
                    <a:pt x="10" y="0"/>
                  </a:moveTo>
                  <a:cubicBezTo>
                    <a:pt x="7" y="2"/>
                    <a:pt x="3" y="3"/>
                    <a:pt x="0" y="5"/>
                  </a:cubicBezTo>
                </a:path>
              </a:pathLst>
            </a:custGeom>
            <a:noFill/>
            <a:ln w="7938" cap="flat">
              <a:solidFill>
                <a:srgbClr val="FEF3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9792" name="Freeform 1022">
              <a:extLst>
                <a:ext uri="{FF2B5EF4-FFF2-40B4-BE49-F238E27FC236}">
                  <a16:creationId xmlns:a16="http://schemas.microsoft.com/office/drawing/2014/main" id="{23ADE9FD-1FC2-43E0-B208-872F0BF5BE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7" y="3947"/>
              <a:ext cx="14" cy="6"/>
            </a:xfrm>
            <a:custGeom>
              <a:avLst/>
              <a:gdLst>
                <a:gd name="T0" fmla="*/ 34 w 9"/>
                <a:gd name="T1" fmla="*/ 0 h 4"/>
                <a:gd name="T2" fmla="*/ 0 w 9"/>
                <a:gd name="T3" fmla="*/ 14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4">
                  <a:moveTo>
                    <a:pt x="9" y="0"/>
                  </a:moveTo>
                  <a:cubicBezTo>
                    <a:pt x="6" y="0"/>
                    <a:pt x="1" y="1"/>
                    <a:pt x="0" y="4"/>
                  </a:cubicBezTo>
                </a:path>
              </a:pathLst>
            </a:custGeom>
            <a:noFill/>
            <a:ln w="7938" cap="flat">
              <a:solidFill>
                <a:srgbClr val="FEF3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9793" name="Freeform 1023">
              <a:extLst>
                <a:ext uri="{FF2B5EF4-FFF2-40B4-BE49-F238E27FC236}">
                  <a16:creationId xmlns:a16="http://schemas.microsoft.com/office/drawing/2014/main" id="{FB6A6AF0-C966-4CA3-9499-84326D7E4B1C}"/>
                </a:ext>
              </a:extLst>
            </p:cNvPr>
            <p:cNvSpPr>
              <a:spLocks/>
            </p:cNvSpPr>
            <p:nvPr/>
          </p:nvSpPr>
          <p:spPr bwMode="auto">
            <a:xfrm>
              <a:off x="810" y="1261"/>
              <a:ext cx="52" cy="124"/>
            </a:xfrm>
            <a:custGeom>
              <a:avLst/>
              <a:gdLst>
                <a:gd name="T0" fmla="*/ 12 w 34"/>
                <a:gd name="T1" fmla="*/ 5 h 80"/>
                <a:gd name="T2" fmla="*/ 28 w 34"/>
                <a:gd name="T3" fmla="*/ 26 h 80"/>
                <a:gd name="T4" fmla="*/ 75 w 34"/>
                <a:gd name="T5" fmla="*/ 141 h 80"/>
                <a:gd name="T6" fmla="*/ 122 w 34"/>
                <a:gd name="T7" fmla="*/ 298 h 80"/>
                <a:gd name="T8" fmla="*/ 83 w 34"/>
                <a:gd name="T9" fmla="*/ 245 h 80"/>
                <a:gd name="T10" fmla="*/ 35 w 34"/>
                <a:gd name="T11" fmla="*/ 127 h 80"/>
                <a:gd name="T12" fmla="*/ 0 w 34"/>
                <a:gd name="T13" fmla="*/ 0 h 8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4" h="80">
                  <a:moveTo>
                    <a:pt x="3" y="1"/>
                  </a:moveTo>
                  <a:cubicBezTo>
                    <a:pt x="5" y="3"/>
                    <a:pt x="6" y="5"/>
                    <a:pt x="8" y="7"/>
                  </a:cubicBezTo>
                  <a:cubicBezTo>
                    <a:pt x="14" y="17"/>
                    <a:pt x="19" y="28"/>
                    <a:pt x="21" y="38"/>
                  </a:cubicBezTo>
                  <a:cubicBezTo>
                    <a:pt x="24" y="53"/>
                    <a:pt x="27" y="67"/>
                    <a:pt x="34" y="80"/>
                  </a:cubicBezTo>
                  <a:cubicBezTo>
                    <a:pt x="30" y="77"/>
                    <a:pt x="26" y="72"/>
                    <a:pt x="23" y="66"/>
                  </a:cubicBezTo>
                  <a:cubicBezTo>
                    <a:pt x="18" y="56"/>
                    <a:pt x="13" y="45"/>
                    <a:pt x="10" y="34"/>
                  </a:cubicBezTo>
                  <a:cubicBezTo>
                    <a:pt x="6" y="22"/>
                    <a:pt x="4" y="11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9794" name="Freeform 1024">
              <a:extLst>
                <a:ext uri="{FF2B5EF4-FFF2-40B4-BE49-F238E27FC236}">
                  <a16:creationId xmlns:a16="http://schemas.microsoft.com/office/drawing/2014/main" id="{0E5BBB5D-574D-4265-9D69-0B0655B39007}"/>
                </a:ext>
              </a:extLst>
            </p:cNvPr>
            <p:cNvSpPr>
              <a:spLocks/>
            </p:cNvSpPr>
            <p:nvPr/>
          </p:nvSpPr>
          <p:spPr bwMode="auto">
            <a:xfrm>
              <a:off x="819" y="1263"/>
              <a:ext cx="34" cy="102"/>
            </a:xfrm>
            <a:custGeom>
              <a:avLst/>
              <a:gdLst>
                <a:gd name="T0" fmla="*/ 0 w 22"/>
                <a:gd name="T1" fmla="*/ 0 h 66"/>
                <a:gd name="T2" fmla="*/ 8 w 22"/>
                <a:gd name="T3" fmla="*/ 12 h 66"/>
                <a:gd name="T4" fmla="*/ 34 w 22"/>
                <a:gd name="T5" fmla="*/ 93 h 66"/>
                <a:gd name="T6" fmla="*/ 82 w 22"/>
                <a:gd name="T7" fmla="*/ 244 h 66"/>
                <a:gd name="T8" fmla="*/ 45 w 22"/>
                <a:gd name="T9" fmla="*/ 66 h 66"/>
                <a:gd name="T10" fmla="*/ 12 w 22"/>
                <a:gd name="T11" fmla="*/ 8 h 6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66">
                  <a:moveTo>
                    <a:pt x="0" y="0"/>
                  </a:moveTo>
                  <a:cubicBezTo>
                    <a:pt x="1" y="1"/>
                    <a:pt x="1" y="2"/>
                    <a:pt x="2" y="3"/>
                  </a:cubicBezTo>
                  <a:cubicBezTo>
                    <a:pt x="6" y="10"/>
                    <a:pt x="8" y="17"/>
                    <a:pt x="9" y="25"/>
                  </a:cubicBezTo>
                  <a:cubicBezTo>
                    <a:pt x="12" y="39"/>
                    <a:pt x="17" y="52"/>
                    <a:pt x="22" y="66"/>
                  </a:cubicBezTo>
                  <a:cubicBezTo>
                    <a:pt x="17" y="51"/>
                    <a:pt x="18" y="34"/>
                    <a:pt x="12" y="18"/>
                  </a:cubicBezTo>
                  <a:cubicBezTo>
                    <a:pt x="10" y="13"/>
                    <a:pt x="7" y="7"/>
                    <a:pt x="3" y="2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9795" name="Freeform 1025">
              <a:extLst>
                <a:ext uri="{FF2B5EF4-FFF2-40B4-BE49-F238E27FC236}">
                  <a16:creationId xmlns:a16="http://schemas.microsoft.com/office/drawing/2014/main" id="{2B79408F-6736-4C97-B357-5AED90A571A4}"/>
                </a:ext>
              </a:extLst>
            </p:cNvPr>
            <p:cNvSpPr>
              <a:spLocks/>
            </p:cNvSpPr>
            <p:nvPr/>
          </p:nvSpPr>
          <p:spPr bwMode="auto">
            <a:xfrm>
              <a:off x="655" y="1037"/>
              <a:ext cx="73" cy="110"/>
            </a:xfrm>
            <a:custGeom>
              <a:avLst/>
              <a:gdLst>
                <a:gd name="T0" fmla="*/ 116 w 47"/>
                <a:gd name="T1" fmla="*/ 26 h 71"/>
                <a:gd name="T2" fmla="*/ 75 w 47"/>
                <a:gd name="T3" fmla="*/ 5 h 71"/>
                <a:gd name="T4" fmla="*/ 26 w 47"/>
                <a:gd name="T5" fmla="*/ 8 h 71"/>
                <a:gd name="T6" fmla="*/ 0 w 47"/>
                <a:gd name="T7" fmla="*/ 56 h 71"/>
                <a:gd name="T8" fmla="*/ 39 w 47"/>
                <a:gd name="T9" fmla="*/ 122 h 71"/>
                <a:gd name="T10" fmla="*/ 101 w 47"/>
                <a:gd name="T11" fmla="*/ 231 h 71"/>
                <a:gd name="T12" fmla="*/ 143 w 47"/>
                <a:gd name="T13" fmla="*/ 259 h 71"/>
                <a:gd name="T14" fmla="*/ 176 w 47"/>
                <a:gd name="T15" fmla="*/ 215 h 7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7" h="71">
                  <a:moveTo>
                    <a:pt x="31" y="7"/>
                  </a:moveTo>
                  <a:cubicBezTo>
                    <a:pt x="27" y="7"/>
                    <a:pt x="24" y="2"/>
                    <a:pt x="20" y="1"/>
                  </a:cubicBezTo>
                  <a:cubicBezTo>
                    <a:pt x="16" y="0"/>
                    <a:pt x="11" y="0"/>
                    <a:pt x="7" y="2"/>
                  </a:cubicBezTo>
                  <a:cubicBezTo>
                    <a:pt x="1" y="4"/>
                    <a:pt x="0" y="10"/>
                    <a:pt x="0" y="15"/>
                  </a:cubicBezTo>
                  <a:cubicBezTo>
                    <a:pt x="0" y="22"/>
                    <a:pt x="6" y="28"/>
                    <a:pt x="10" y="33"/>
                  </a:cubicBezTo>
                  <a:cubicBezTo>
                    <a:pt x="18" y="41"/>
                    <a:pt x="21" y="53"/>
                    <a:pt x="27" y="62"/>
                  </a:cubicBezTo>
                  <a:cubicBezTo>
                    <a:pt x="30" y="66"/>
                    <a:pt x="33" y="71"/>
                    <a:pt x="38" y="70"/>
                  </a:cubicBezTo>
                  <a:cubicBezTo>
                    <a:pt x="45" y="69"/>
                    <a:pt x="45" y="63"/>
                    <a:pt x="47" y="58"/>
                  </a:cubicBezTo>
                </a:path>
              </a:pathLst>
            </a:custGeom>
            <a:solidFill>
              <a:srgbClr val="FEF3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9796" name="Freeform 1026">
              <a:extLst>
                <a:ext uri="{FF2B5EF4-FFF2-40B4-BE49-F238E27FC236}">
                  <a16:creationId xmlns:a16="http://schemas.microsoft.com/office/drawing/2014/main" id="{B16A4894-0500-4EAC-BDCE-3F5C2FF6B91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5" y="977"/>
              <a:ext cx="56" cy="127"/>
            </a:xfrm>
            <a:custGeom>
              <a:avLst/>
              <a:gdLst>
                <a:gd name="T0" fmla="*/ 53 w 36"/>
                <a:gd name="T1" fmla="*/ 36 h 82"/>
                <a:gd name="T2" fmla="*/ 101 w 36"/>
                <a:gd name="T3" fmla="*/ 0 h 82"/>
                <a:gd name="T4" fmla="*/ 131 w 36"/>
                <a:gd name="T5" fmla="*/ 53 h 82"/>
                <a:gd name="T6" fmla="*/ 109 w 36"/>
                <a:gd name="T7" fmla="*/ 122 h 82"/>
                <a:gd name="T8" fmla="*/ 95 w 36"/>
                <a:gd name="T9" fmla="*/ 201 h 82"/>
                <a:gd name="T10" fmla="*/ 61 w 36"/>
                <a:gd name="T11" fmla="*/ 297 h 82"/>
                <a:gd name="T12" fmla="*/ 0 w 36"/>
                <a:gd name="T13" fmla="*/ 268 h 8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6" h="82">
                  <a:moveTo>
                    <a:pt x="14" y="10"/>
                  </a:moveTo>
                  <a:cubicBezTo>
                    <a:pt x="17" y="5"/>
                    <a:pt x="21" y="0"/>
                    <a:pt x="27" y="0"/>
                  </a:cubicBezTo>
                  <a:cubicBezTo>
                    <a:pt x="34" y="1"/>
                    <a:pt x="36" y="8"/>
                    <a:pt x="35" y="14"/>
                  </a:cubicBezTo>
                  <a:cubicBezTo>
                    <a:pt x="33" y="21"/>
                    <a:pt x="32" y="26"/>
                    <a:pt x="29" y="33"/>
                  </a:cubicBezTo>
                  <a:cubicBezTo>
                    <a:pt x="27" y="39"/>
                    <a:pt x="25" y="47"/>
                    <a:pt x="25" y="54"/>
                  </a:cubicBezTo>
                  <a:cubicBezTo>
                    <a:pt x="24" y="62"/>
                    <a:pt x="26" y="76"/>
                    <a:pt x="16" y="80"/>
                  </a:cubicBezTo>
                  <a:cubicBezTo>
                    <a:pt x="11" y="82"/>
                    <a:pt x="2" y="77"/>
                    <a:pt x="0" y="72"/>
                  </a:cubicBezTo>
                </a:path>
              </a:pathLst>
            </a:custGeom>
            <a:solidFill>
              <a:srgbClr val="FEF3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9797" name="Freeform 1027">
              <a:extLst>
                <a:ext uri="{FF2B5EF4-FFF2-40B4-BE49-F238E27FC236}">
                  <a16:creationId xmlns:a16="http://schemas.microsoft.com/office/drawing/2014/main" id="{F40E55FB-BC3B-43D3-B57A-7822898A23E5}"/>
                </a:ext>
              </a:extLst>
            </p:cNvPr>
            <p:cNvSpPr>
              <a:spLocks/>
            </p:cNvSpPr>
            <p:nvPr/>
          </p:nvSpPr>
          <p:spPr bwMode="auto">
            <a:xfrm>
              <a:off x="845" y="1031"/>
              <a:ext cx="14" cy="48"/>
            </a:xfrm>
            <a:custGeom>
              <a:avLst/>
              <a:gdLst>
                <a:gd name="T0" fmla="*/ 34 w 9"/>
                <a:gd name="T1" fmla="*/ 115 h 31"/>
                <a:gd name="T2" fmla="*/ 0 w 9"/>
                <a:gd name="T3" fmla="*/ 0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31">
                  <a:moveTo>
                    <a:pt x="9" y="31"/>
                  </a:moveTo>
                  <a:cubicBezTo>
                    <a:pt x="9" y="19"/>
                    <a:pt x="5" y="10"/>
                    <a:pt x="0" y="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9798" name="Freeform 1028">
              <a:extLst>
                <a:ext uri="{FF2B5EF4-FFF2-40B4-BE49-F238E27FC236}">
                  <a16:creationId xmlns:a16="http://schemas.microsoft.com/office/drawing/2014/main" id="{74D9C68E-9EF2-402B-A7AC-BB134D4EBD1A}"/>
                </a:ext>
              </a:extLst>
            </p:cNvPr>
            <p:cNvSpPr>
              <a:spLocks/>
            </p:cNvSpPr>
            <p:nvPr/>
          </p:nvSpPr>
          <p:spPr bwMode="auto">
            <a:xfrm>
              <a:off x="712" y="1090"/>
              <a:ext cx="327" cy="188"/>
            </a:xfrm>
            <a:custGeom>
              <a:avLst/>
              <a:gdLst>
                <a:gd name="T0" fmla="*/ 0 w 211"/>
                <a:gd name="T1" fmla="*/ 100 h 122"/>
                <a:gd name="T2" fmla="*/ 127 w 211"/>
                <a:gd name="T3" fmla="*/ 316 h 122"/>
                <a:gd name="T4" fmla="*/ 462 w 211"/>
                <a:gd name="T5" fmla="*/ 427 h 122"/>
                <a:gd name="T6" fmla="*/ 750 w 211"/>
                <a:gd name="T7" fmla="*/ 176 h 122"/>
                <a:gd name="T8" fmla="*/ 786 w 211"/>
                <a:gd name="T9" fmla="*/ 0 h 1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1" h="122">
                  <a:moveTo>
                    <a:pt x="0" y="27"/>
                  </a:moveTo>
                  <a:cubicBezTo>
                    <a:pt x="9" y="49"/>
                    <a:pt x="22" y="75"/>
                    <a:pt x="34" y="86"/>
                  </a:cubicBezTo>
                  <a:cubicBezTo>
                    <a:pt x="58" y="107"/>
                    <a:pt x="88" y="122"/>
                    <a:pt x="124" y="117"/>
                  </a:cubicBezTo>
                  <a:cubicBezTo>
                    <a:pt x="159" y="112"/>
                    <a:pt x="197" y="63"/>
                    <a:pt x="201" y="48"/>
                  </a:cubicBezTo>
                  <a:cubicBezTo>
                    <a:pt x="203" y="40"/>
                    <a:pt x="208" y="21"/>
                    <a:pt x="211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9799" name="Freeform 1029">
              <a:extLst>
                <a:ext uri="{FF2B5EF4-FFF2-40B4-BE49-F238E27FC236}">
                  <a16:creationId xmlns:a16="http://schemas.microsoft.com/office/drawing/2014/main" id="{7810A2F0-2706-46E8-B4D3-EBA87396C7DB}"/>
                </a:ext>
              </a:extLst>
            </p:cNvPr>
            <p:cNvSpPr>
              <a:spLocks/>
            </p:cNvSpPr>
            <p:nvPr/>
          </p:nvSpPr>
          <p:spPr bwMode="auto">
            <a:xfrm>
              <a:off x="655" y="1037"/>
              <a:ext cx="63" cy="110"/>
            </a:xfrm>
            <a:custGeom>
              <a:avLst/>
              <a:gdLst>
                <a:gd name="T0" fmla="*/ 69 w 41"/>
                <a:gd name="T1" fmla="*/ 5 h 71"/>
                <a:gd name="T2" fmla="*/ 22 w 41"/>
                <a:gd name="T3" fmla="*/ 8 h 71"/>
                <a:gd name="T4" fmla="*/ 0 w 41"/>
                <a:gd name="T5" fmla="*/ 56 h 71"/>
                <a:gd name="T6" fmla="*/ 35 w 41"/>
                <a:gd name="T7" fmla="*/ 122 h 71"/>
                <a:gd name="T8" fmla="*/ 97 w 41"/>
                <a:gd name="T9" fmla="*/ 231 h 71"/>
                <a:gd name="T10" fmla="*/ 137 w 41"/>
                <a:gd name="T11" fmla="*/ 259 h 71"/>
                <a:gd name="T12" fmla="*/ 149 w 41"/>
                <a:gd name="T13" fmla="*/ 257 h 7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1" h="71">
                  <a:moveTo>
                    <a:pt x="19" y="1"/>
                  </a:moveTo>
                  <a:cubicBezTo>
                    <a:pt x="15" y="0"/>
                    <a:pt x="10" y="0"/>
                    <a:pt x="6" y="2"/>
                  </a:cubicBezTo>
                  <a:cubicBezTo>
                    <a:pt x="1" y="4"/>
                    <a:pt x="0" y="10"/>
                    <a:pt x="0" y="15"/>
                  </a:cubicBezTo>
                  <a:cubicBezTo>
                    <a:pt x="0" y="22"/>
                    <a:pt x="5" y="28"/>
                    <a:pt x="10" y="33"/>
                  </a:cubicBezTo>
                  <a:cubicBezTo>
                    <a:pt x="18" y="41"/>
                    <a:pt x="20" y="53"/>
                    <a:pt x="27" y="62"/>
                  </a:cubicBezTo>
                  <a:cubicBezTo>
                    <a:pt x="29" y="66"/>
                    <a:pt x="33" y="71"/>
                    <a:pt x="38" y="70"/>
                  </a:cubicBezTo>
                  <a:cubicBezTo>
                    <a:pt x="39" y="70"/>
                    <a:pt x="40" y="70"/>
                    <a:pt x="41" y="69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9800" name="Freeform 1030">
              <a:extLst>
                <a:ext uri="{FF2B5EF4-FFF2-40B4-BE49-F238E27FC236}">
                  <a16:creationId xmlns:a16="http://schemas.microsoft.com/office/drawing/2014/main" id="{044D5764-E8F4-42AC-A32F-B04A44B418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9" y="975"/>
              <a:ext cx="42" cy="125"/>
            </a:xfrm>
            <a:custGeom>
              <a:avLst/>
              <a:gdLst>
                <a:gd name="T0" fmla="*/ 30 w 27"/>
                <a:gd name="T1" fmla="*/ 22 h 81"/>
                <a:gd name="T2" fmla="*/ 68 w 27"/>
                <a:gd name="T3" fmla="*/ 5 h 81"/>
                <a:gd name="T4" fmla="*/ 96 w 27"/>
                <a:gd name="T5" fmla="*/ 54 h 81"/>
                <a:gd name="T6" fmla="*/ 75 w 27"/>
                <a:gd name="T7" fmla="*/ 122 h 81"/>
                <a:gd name="T8" fmla="*/ 61 w 27"/>
                <a:gd name="T9" fmla="*/ 198 h 81"/>
                <a:gd name="T10" fmla="*/ 26 w 27"/>
                <a:gd name="T11" fmla="*/ 293 h 81"/>
                <a:gd name="T12" fmla="*/ 0 w 27"/>
                <a:gd name="T13" fmla="*/ 293 h 8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" h="81">
                  <a:moveTo>
                    <a:pt x="8" y="6"/>
                  </a:moveTo>
                  <a:cubicBezTo>
                    <a:pt x="11" y="3"/>
                    <a:pt x="14" y="0"/>
                    <a:pt x="18" y="1"/>
                  </a:cubicBezTo>
                  <a:cubicBezTo>
                    <a:pt x="25" y="1"/>
                    <a:pt x="27" y="9"/>
                    <a:pt x="26" y="15"/>
                  </a:cubicBezTo>
                  <a:cubicBezTo>
                    <a:pt x="24" y="21"/>
                    <a:pt x="23" y="27"/>
                    <a:pt x="20" y="33"/>
                  </a:cubicBezTo>
                  <a:cubicBezTo>
                    <a:pt x="18" y="40"/>
                    <a:pt x="16" y="47"/>
                    <a:pt x="16" y="54"/>
                  </a:cubicBezTo>
                  <a:cubicBezTo>
                    <a:pt x="15" y="62"/>
                    <a:pt x="17" y="76"/>
                    <a:pt x="7" y="80"/>
                  </a:cubicBezTo>
                  <a:cubicBezTo>
                    <a:pt x="5" y="81"/>
                    <a:pt x="2" y="81"/>
                    <a:pt x="0" y="8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9801" name="Freeform 1031">
              <a:extLst>
                <a:ext uri="{FF2B5EF4-FFF2-40B4-BE49-F238E27FC236}">
                  <a16:creationId xmlns:a16="http://schemas.microsoft.com/office/drawing/2014/main" id="{62ACBCEF-5B66-4501-BCB9-98E73ABC872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1" y="988"/>
              <a:ext cx="20" cy="54"/>
            </a:xfrm>
            <a:custGeom>
              <a:avLst/>
              <a:gdLst>
                <a:gd name="T0" fmla="*/ 0 w 13"/>
                <a:gd name="T1" fmla="*/ 29 h 35"/>
                <a:gd name="T2" fmla="*/ 22 w 13"/>
                <a:gd name="T3" fmla="*/ 5 h 35"/>
                <a:gd name="T4" fmla="*/ 43 w 13"/>
                <a:gd name="T5" fmla="*/ 19 h 35"/>
                <a:gd name="T6" fmla="*/ 34 w 13"/>
                <a:gd name="T7" fmla="*/ 66 h 35"/>
                <a:gd name="T8" fmla="*/ 22 w 13"/>
                <a:gd name="T9" fmla="*/ 128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35">
                  <a:moveTo>
                    <a:pt x="0" y="8"/>
                  </a:moveTo>
                  <a:cubicBezTo>
                    <a:pt x="2" y="6"/>
                    <a:pt x="3" y="2"/>
                    <a:pt x="6" y="1"/>
                  </a:cubicBezTo>
                  <a:cubicBezTo>
                    <a:pt x="10" y="0"/>
                    <a:pt x="12" y="2"/>
                    <a:pt x="12" y="5"/>
                  </a:cubicBezTo>
                  <a:cubicBezTo>
                    <a:pt x="13" y="9"/>
                    <a:pt x="10" y="14"/>
                    <a:pt x="9" y="18"/>
                  </a:cubicBezTo>
                  <a:cubicBezTo>
                    <a:pt x="8" y="23"/>
                    <a:pt x="6" y="30"/>
                    <a:pt x="6" y="35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9802" name="Freeform 1032">
              <a:extLst>
                <a:ext uri="{FF2B5EF4-FFF2-40B4-BE49-F238E27FC236}">
                  <a16:creationId xmlns:a16="http://schemas.microsoft.com/office/drawing/2014/main" id="{FD65AB10-1ADD-474D-9245-FE5A0A3F8B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0" y="1037"/>
              <a:ext cx="8" cy="34"/>
            </a:xfrm>
            <a:custGeom>
              <a:avLst/>
              <a:gdLst>
                <a:gd name="T0" fmla="*/ 5 w 5"/>
                <a:gd name="T1" fmla="*/ 0 h 22"/>
                <a:gd name="T2" fmla="*/ 8 w 5"/>
                <a:gd name="T3" fmla="*/ 34 h 22"/>
                <a:gd name="T4" fmla="*/ 5 w 5"/>
                <a:gd name="T5" fmla="*/ 82 h 22"/>
                <a:gd name="T6" fmla="*/ 21 w 5"/>
                <a:gd name="T7" fmla="*/ 40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22">
                  <a:moveTo>
                    <a:pt x="1" y="0"/>
                  </a:moveTo>
                  <a:cubicBezTo>
                    <a:pt x="4" y="0"/>
                    <a:pt x="2" y="7"/>
                    <a:pt x="2" y="9"/>
                  </a:cubicBezTo>
                  <a:cubicBezTo>
                    <a:pt x="1" y="13"/>
                    <a:pt x="0" y="17"/>
                    <a:pt x="1" y="22"/>
                  </a:cubicBezTo>
                  <a:cubicBezTo>
                    <a:pt x="1" y="18"/>
                    <a:pt x="4" y="14"/>
                    <a:pt x="5" y="11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9803" name="Freeform 1033">
              <a:extLst>
                <a:ext uri="{FF2B5EF4-FFF2-40B4-BE49-F238E27FC236}">
                  <a16:creationId xmlns:a16="http://schemas.microsoft.com/office/drawing/2014/main" id="{3EBCAC38-2F27-44C3-BB64-EB2B1FFB9151}"/>
                </a:ext>
              </a:extLst>
            </p:cNvPr>
            <p:cNvSpPr>
              <a:spLocks/>
            </p:cNvSpPr>
            <p:nvPr/>
          </p:nvSpPr>
          <p:spPr bwMode="auto">
            <a:xfrm>
              <a:off x="669" y="1048"/>
              <a:ext cx="26" cy="54"/>
            </a:xfrm>
            <a:custGeom>
              <a:avLst/>
              <a:gdLst>
                <a:gd name="T0" fmla="*/ 47 w 17"/>
                <a:gd name="T1" fmla="*/ 12 h 35"/>
                <a:gd name="T2" fmla="*/ 14 w 17"/>
                <a:gd name="T3" fmla="*/ 0 h 35"/>
                <a:gd name="T4" fmla="*/ 5 w 17"/>
                <a:gd name="T5" fmla="*/ 34 h 35"/>
                <a:gd name="T6" fmla="*/ 35 w 17"/>
                <a:gd name="T7" fmla="*/ 80 h 35"/>
                <a:gd name="T8" fmla="*/ 61 w 17"/>
                <a:gd name="T9" fmla="*/ 128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35">
                  <a:moveTo>
                    <a:pt x="13" y="3"/>
                  </a:moveTo>
                  <a:cubicBezTo>
                    <a:pt x="11" y="2"/>
                    <a:pt x="7" y="0"/>
                    <a:pt x="4" y="0"/>
                  </a:cubicBezTo>
                  <a:cubicBezTo>
                    <a:pt x="0" y="1"/>
                    <a:pt x="0" y="6"/>
                    <a:pt x="1" y="9"/>
                  </a:cubicBezTo>
                  <a:cubicBezTo>
                    <a:pt x="3" y="14"/>
                    <a:pt x="7" y="18"/>
                    <a:pt x="10" y="22"/>
                  </a:cubicBezTo>
                  <a:cubicBezTo>
                    <a:pt x="13" y="26"/>
                    <a:pt x="15" y="30"/>
                    <a:pt x="17" y="35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9804" name="Freeform 1034">
              <a:extLst>
                <a:ext uri="{FF2B5EF4-FFF2-40B4-BE49-F238E27FC236}">
                  <a16:creationId xmlns:a16="http://schemas.microsoft.com/office/drawing/2014/main" id="{DB858906-9307-4965-9006-5AF4B0BFAFD7}"/>
                </a:ext>
              </a:extLst>
            </p:cNvPr>
            <p:cNvSpPr>
              <a:spLocks/>
            </p:cNvSpPr>
            <p:nvPr/>
          </p:nvSpPr>
          <p:spPr bwMode="auto">
            <a:xfrm>
              <a:off x="695" y="1094"/>
              <a:ext cx="9" cy="22"/>
            </a:xfrm>
            <a:custGeom>
              <a:avLst/>
              <a:gdLst>
                <a:gd name="T0" fmla="*/ 18 w 6"/>
                <a:gd name="T1" fmla="*/ 0 h 14"/>
                <a:gd name="T2" fmla="*/ 21 w 6"/>
                <a:gd name="T3" fmla="*/ 55 h 14"/>
                <a:gd name="T4" fmla="*/ 5 w 6"/>
                <a:gd name="T5" fmla="*/ 35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14">
                  <a:moveTo>
                    <a:pt x="5" y="0"/>
                  </a:moveTo>
                  <a:cubicBezTo>
                    <a:pt x="0" y="0"/>
                    <a:pt x="5" y="12"/>
                    <a:pt x="6" y="14"/>
                  </a:cubicBezTo>
                  <a:cubicBezTo>
                    <a:pt x="4" y="14"/>
                    <a:pt x="2" y="10"/>
                    <a:pt x="1" y="9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9805" name="Freeform 1035">
              <a:extLst>
                <a:ext uri="{FF2B5EF4-FFF2-40B4-BE49-F238E27FC236}">
                  <a16:creationId xmlns:a16="http://schemas.microsoft.com/office/drawing/2014/main" id="{2D48575F-E1BE-40D5-870E-EE1B514D716F}"/>
                </a:ext>
              </a:extLst>
            </p:cNvPr>
            <p:cNvSpPr>
              <a:spLocks/>
            </p:cNvSpPr>
            <p:nvPr/>
          </p:nvSpPr>
          <p:spPr bwMode="auto">
            <a:xfrm>
              <a:off x="655" y="1042"/>
              <a:ext cx="28" cy="37"/>
            </a:xfrm>
            <a:custGeom>
              <a:avLst/>
              <a:gdLst>
                <a:gd name="T0" fmla="*/ 68 w 18"/>
                <a:gd name="T1" fmla="*/ 0 h 24"/>
                <a:gd name="T2" fmla="*/ 14 w 18"/>
                <a:gd name="T3" fmla="*/ 12 h 24"/>
                <a:gd name="T4" fmla="*/ 39 w 18"/>
                <a:gd name="T5" fmla="*/ 88 h 24"/>
                <a:gd name="T6" fmla="*/ 22 w 18"/>
                <a:gd name="T7" fmla="*/ 29 h 24"/>
                <a:gd name="T8" fmla="*/ 56 w 18"/>
                <a:gd name="T9" fmla="*/ 5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24">
                  <a:moveTo>
                    <a:pt x="18" y="0"/>
                  </a:moveTo>
                  <a:cubicBezTo>
                    <a:pt x="14" y="0"/>
                    <a:pt x="7" y="0"/>
                    <a:pt x="4" y="3"/>
                  </a:cubicBezTo>
                  <a:cubicBezTo>
                    <a:pt x="0" y="10"/>
                    <a:pt x="5" y="20"/>
                    <a:pt x="10" y="24"/>
                  </a:cubicBezTo>
                  <a:cubicBezTo>
                    <a:pt x="5" y="22"/>
                    <a:pt x="4" y="13"/>
                    <a:pt x="6" y="8"/>
                  </a:cubicBezTo>
                  <a:cubicBezTo>
                    <a:pt x="7" y="4"/>
                    <a:pt x="11" y="1"/>
                    <a:pt x="15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9806" name="Freeform 1036">
              <a:extLst>
                <a:ext uri="{FF2B5EF4-FFF2-40B4-BE49-F238E27FC236}">
                  <a16:creationId xmlns:a16="http://schemas.microsoft.com/office/drawing/2014/main" id="{AC470DC4-B4A4-4C48-A133-649224FEBB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3" y="980"/>
              <a:ext cx="25" cy="39"/>
            </a:xfrm>
            <a:custGeom>
              <a:avLst/>
              <a:gdLst>
                <a:gd name="T0" fmla="*/ 0 w 16"/>
                <a:gd name="T1" fmla="*/ 22 h 25"/>
                <a:gd name="T2" fmla="*/ 31 w 16"/>
                <a:gd name="T3" fmla="*/ 0 h 25"/>
                <a:gd name="T4" fmla="*/ 53 w 16"/>
                <a:gd name="T5" fmla="*/ 8 h 25"/>
                <a:gd name="T6" fmla="*/ 56 w 16"/>
                <a:gd name="T7" fmla="*/ 47 h 25"/>
                <a:gd name="T8" fmla="*/ 48 w 16"/>
                <a:gd name="T9" fmla="*/ 73 h 25"/>
                <a:gd name="T10" fmla="*/ 39 w 16"/>
                <a:gd name="T11" fmla="*/ 95 h 25"/>
                <a:gd name="T12" fmla="*/ 48 w 16"/>
                <a:gd name="T13" fmla="*/ 56 h 25"/>
                <a:gd name="T14" fmla="*/ 47 w 16"/>
                <a:gd name="T15" fmla="*/ 22 h 25"/>
                <a:gd name="T16" fmla="*/ 0 w 16"/>
                <a:gd name="T17" fmla="*/ 14 h 2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6" h="25">
                  <a:moveTo>
                    <a:pt x="0" y="6"/>
                  </a:moveTo>
                  <a:cubicBezTo>
                    <a:pt x="1" y="3"/>
                    <a:pt x="6" y="1"/>
                    <a:pt x="8" y="0"/>
                  </a:cubicBezTo>
                  <a:cubicBezTo>
                    <a:pt x="10" y="0"/>
                    <a:pt x="13" y="1"/>
                    <a:pt x="14" y="2"/>
                  </a:cubicBezTo>
                  <a:cubicBezTo>
                    <a:pt x="16" y="5"/>
                    <a:pt x="15" y="9"/>
                    <a:pt x="15" y="12"/>
                  </a:cubicBezTo>
                  <a:cubicBezTo>
                    <a:pt x="14" y="14"/>
                    <a:pt x="14" y="17"/>
                    <a:pt x="13" y="19"/>
                  </a:cubicBezTo>
                  <a:cubicBezTo>
                    <a:pt x="12" y="21"/>
                    <a:pt x="11" y="23"/>
                    <a:pt x="10" y="25"/>
                  </a:cubicBezTo>
                  <a:cubicBezTo>
                    <a:pt x="11" y="22"/>
                    <a:pt x="12" y="19"/>
                    <a:pt x="13" y="15"/>
                  </a:cubicBezTo>
                  <a:cubicBezTo>
                    <a:pt x="13" y="12"/>
                    <a:pt x="14" y="9"/>
                    <a:pt x="12" y="6"/>
                  </a:cubicBezTo>
                  <a:cubicBezTo>
                    <a:pt x="10" y="1"/>
                    <a:pt x="3" y="1"/>
                    <a:pt x="0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9807" name="Freeform 1037">
              <a:extLst>
                <a:ext uri="{FF2B5EF4-FFF2-40B4-BE49-F238E27FC236}">
                  <a16:creationId xmlns:a16="http://schemas.microsoft.com/office/drawing/2014/main" id="{E2878E8D-78F2-4DD1-B905-30F3251A76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3" y="988"/>
              <a:ext cx="15" cy="34"/>
            </a:xfrm>
            <a:custGeom>
              <a:avLst/>
              <a:gdLst>
                <a:gd name="T0" fmla="*/ 0 w 10"/>
                <a:gd name="T1" fmla="*/ 36 h 22"/>
                <a:gd name="T2" fmla="*/ 27 w 10"/>
                <a:gd name="T3" fmla="*/ 14 h 22"/>
                <a:gd name="T4" fmla="*/ 26 w 10"/>
                <a:gd name="T5" fmla="*/ 45 h 22"/>
                <a:gd name="T6" fmla="*/ 18 w 10"/>
                <a:gd name="T7" fmla="*/ 82 h 22"/>
                <a:gd name="T8" fmla="*/ 21 w 10"/>
                <a:gd name="T9" fmla="*/ 36 h 22"/>
                <a:gd name="T10" fmla="*/ 0 w 10"/>
                <a:gd name="T11" fmla="*/ 36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" h="22">
                  <a:moveTo>
                    <a:pt x="0" y="10"/>
                  </a:moveTo>
                  <a:cubicBezTo>
                    <a:pt x="1" y="8"/>
                    <a:pt x="5" y="0"/>
                    <a:pt x="8" y="4"/>
                  </a:cubicBezTo>
                  <a:cubicBezTo>
                    <a:pt x="10" y="7"/>
                    <a:pt x="8" y="10"/>
                    <a:pt x="7" y="12"/>
                  </a:cubicBezTo>
                  <a:cubicBezTo>
                    <a:pt x="6" y="16"/>
                    <a:pt x="6" y="19"/>
                    <a:pt x="5" y="22"/>
                  </a:cubicBezTo>
                  <a:cubicBezTo>
                    <a:pt x="4" y="19"/>
                    <a:pt x="7" y="14"/>
                    <a:pt x="6" y="10"/>
                  </a:cubicBezTo>
                  <a:cubicBezTo>
                    <a:pt x="5" y="7"/>
                    <a:pt x="2" y="9"/>
                    <a:pt x="0" y="10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9808" name="Freeform 1038">
              <a:extLst>
                <a:ext uri="{FF2B5EF4-FFF2-40B4-BE49-F238E27FC236}">
                  <a16:creationId xmlns:a16="http://schemas.microsoft.com/office/drawing/2014/main" id="{C553CBF4-FDDC-40EB-82C1-336485A882EB}"/>
                </a:ext>
              </a:extLst>
            </p:cNvPr>
            <p:cNvSpPr>
              <a:spLocks/>
            </p:cNvSpPr>
            <p:nvPr/>
          </p:nvSpPr>
          <p:spPr bwMode="auto">
            <a:xfrm>
              <a:off x="670" y="1051"/>
              <a:ext cx="19" cy="26"/>
            </a:xfrm>
            <a:custGeom>
              <a:avLst/>
              <a:gdLst>
                <a:gd name="T0" fmla="*/ 48 w 12"/>
                <a:gd name="T1" fmla="*/ 12 h 17"/>
                <a:gd name="T2" fmla="*/ 27 w 12"/>
                <a:gd name="T3" fmla="*/ 5 h 17"/>
                <a:gd name="T4" fmla="*/ 8 w 12"/>
                <a:gd name="T5" fmla="*/ 5 h 17"/>
                <a:gd name="T6" fmla="*/ 16 w 12"/>
                <a:gd name="T7" fmla="*/ 35 h 17"/>
                <a:gd name="T8" fmla="*/ 40 w 12"/>
                <a:gd name="T9" fmla="*/ 61 h 17"/>
                <a:gd name="T10" fmla="*/ 21 w 12"/>
                <a:gd name="T11" fmla="*/ 26 h 17"/>
                <a:gd name="T12" fmla="*/ 48 w 12"/>
                <a:gd name="T13" fmla="*/ 12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17">
                  <a:moveTo>
                    <a:pt x="12" y="3"/>
                  </a:moveTo>
                  <a:cubicBezTo>
                    <a:pt x="11" y="3"/>
                    <a:pt x="9" y="2"/>
                    <a:pt x="7" y="1"/>
                  </a:cubicBezTo>
                  <a:cubicBezTo>
                    <a:pt x="6" y="1"/>
                    <a:pt x="3" y="0"/>
                    <a:pt x="2" y="1"/>
                  </a:cubicBezTo>
                  <a:cubicBezTo>
                    <a:pt x="0" y="3"/>
                    <a:pt x="2" y="8"/>
                    <a:pt x="4" y="10"/>
                  </a:cubicBezTo>
                  <a:cubicBezTo>
                    <a:pt x="6" y="12"/>
                    <a:pt x="8" y="15"/>
                    <a:pt x="10" y="17"/>
                  </a:cubicBezTo>
                  <a:cubicBezTo>
                    <a:pt x="7" y="15"/>
                    <a:pt x="4" y="11"/>
                    <a:pt x="5" y="7"/>
                  </a:cubicBezTo>
                  <a:cubicBezTo>
                    <a:pt x="6" y="4"/>
                    <a:pt x="9" y="2"/>
                    <a:pt x="12" y="3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9809" name="Freeform 1039">
              <a:extLst>
                <a:ext uri="{FF2B5EF4-FFF2-40B4-BE49-F238E27FC236}">
                  <a16:creationId xmlns:a16="http://schemas.microsoft.com/office/drawing/2014/main" id="{459E7C1E-84BC-400E-8749-106294C61F8D}"/>
                </a:ext>
              </a:extLst>
            </p:cNvPr>
            <p:cNvSpPr>
              <a:spLocks/>
            </p:cNvSpPr>
            <p:nvPr/>
          </p:nvSpPr>
          <p:spPr bwMode="auto">
            <a:xfrm>
              <a:off x="692" y="1082"/>
              <a:ext cx="6" cy="18"/>
            </a:xfrm>
            <a:custGeom>
              <a:avLst/>
              <a:gdLst>
                <a:gd name="T0" fmla="*/ 14 w 4"/>
                <a:gd name="T1" fmla="*/ 27 h 12"/>
                <a:gd name="T2" fmla="*/ 12 w 4"/>
                <a:gd name="T3" fmla="*/ 41 h 12"/>
                <a:gd name="T4" fmla="*/ 5 w 4"/>
                <a:gd name="T5" fmla="*/ 21 h 12"/>
                <a:gd name="T6" fmla="*/ 8 w 4"/>
                <a:gd name="T7" fmla="*/ 0 h 12"/>
                <a:gd name="T8" fmla="*/ 14 w 4"/>
                <a:gd name="T9" fmla="*/ 26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12">
                  <a:moveTo>
                    <a:pt x="4" y="8"/>
                  </a:moveTo>
                  <a:cubicBezTo>
                    <a:pt x="3" y="8"/>
                    <a:pt x="3" y="10"/>
                    <a:pt x="3" y="12"/>
                  </a:cubicBezTo>
                  <a:cubicBezTo>
                    <a:pt x="2" y="11"/>
                    <a:pt x="1" y="7"/>
                    <a:pt x="1" y="6"/>
                  </a:cubicBezTo>
                  <a:cubicBezTo>
                    <a:pt x="1" y="4"/>
                    <a:pt x="0" y="1"/>
                    <a:pt x="2" y="0"/>
                  </a:cubicBezTo>
                  <a:cubicBezTo>
                    <a:pt x="3" y="1"/>
                    <a:pt x="3" y="4"/>
                    <a:pt x="4" y="7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9810" name="Freeform 1040">
              <a:extLst>
                <a:ext uri="{FF2B5EF4-FFF2-40B4-BE49-F238E27FC236}">
                  <a16:creationId xmlns:a16="http://schemas.microsoft.com/office/drawing/2014/main" id="{996D59A4-2F3F-4EAF-B5EE-ED3E0ECA6136}"/>
                </a:ext>
              </a:extLst>
            </p:cNvPr>
            <p:cNvSpPr>
              <a:spLocks/>
            </p:cNvSpPr>
            <p:nvPr/>
          </p:nvSpPr>
          <p:spPr bwMode="auto">
            <a:xfrm>
              <a:off x="833" y="1012"/>
              <a:ext cx="31" cy="67"/>
            </a:xfrm>
            <a:custGeom>
              <a:avLst/>
              <a:gdLst>
                <a:gd name="T0" fmla="*/ 0 w 20"/>
                <a:gd name="T1" fmla="*/ 5 h 43"/>
                <a:gd name="T2" fmla="*/ 39 w 20"/>
                <a:gd name="T3" fmla="*/ 34 h 43"/>
                <a:gd name="T4" fmla="*/ 53 w 20"/>
                <a:gd name="T5" fmla="*/ 73 h 43"/>
                <a:gd name="T6" fmla="*/ 70 w 20"/>
                <a:gd name="T7" fmla="*/ 162 h 43"/>
                <a:gd name="T8" fmla="*/ 56 w 20"/>
                <a:gd name="T9" fmla="*/ 53 h 43"/>
                <a:gd name="T10" fmla="*/ 29 w 20"/>
                <a:gd name="T11" fmla="*/ 14 h 43"/>
                <a:gd name="T12" fmla="*/ 14 w 20"/>
                <a:gd name="T13" fmla="*/ 5 h 43"/>
                <a:gd name="T14" fmla="*/ 5 w 20"/>
                <a:gd name="T15" fmla="*/ 0 h 4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0" h="43">
                  <a:moveTo>
                    <a:pt x="0" y="1"/>
                  </a:moveTo>
                  <a:cubicBezTo>
                    <a:pt x="4" y="0"/>
                    <a:pt x="8" y="6"/>
                    <a:pt x="10" y="9"/>
                  </a:cubicBezTo>
                  <a:cubicBezTo>
                    <a:pt x="12" y="12"/>
                    <a:pt x="13" y="16"/>
                    <a:pt x="14" y="19"/>
                  </a:cubicBezTo>
                  <a:cubicBezTo>
                    <a:pt x="17" y="27"/>
                    <a:pt x="19" y="35"/>
                    <a:pt x="19" y="43"/>
                  </a:cubicBezTo>
                  <a:cubicBezTo>
                    <a:pt x="20" y="33"/>
                    <a:pt x="19" y="23"/>
                    <a:pt x="15" y="14"/>
                  </a:cubicBezTo>
                  <a:cubicBezTo>
                    <a:pt x="13" y="9"/>
                    <a:pt x="11" y="7"/>
                    <a:pt x="8" y="4"/>
                  </a:cubicBezTo>
                  <a:cubicBezTo>
                    <a:pt x="6" y="3"/>
                    <a:pt x="5" y="2"/>
                    <a:pt x="4" y="1"/>
                  </a:cubicBezTo>
                  <a:cubicBezTo>
                    <a:pt x="3" y="1"/>
                    <a:pt x="1" y="1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9811" name="Freeform 1041">
              <a:extLst>
                <a:ext uri="{FF2B5EF4-FFF2-40B4-BE49-F238E27FC236}">
                  <a16:creationId xmlns:a16="http://schemas.microsoft.com/office/drawing/2014/main" id="{835F7ED4-0C09-44C5-8413-5F5FDA7ADF2D}"/>
                </a:ext>
              </a:extLst>
            </p:cNvPr>
            <p:cNvSpPr>
              <a:spLocks/>
            </p:cNvSpPr>
            <p:nvPr/>
          </p:nvSpPr>
          <p:spPr bwMode="auto">
            <a:xfrm>
              <a:off x="841" y="1110"/>
              <a:ext cx="18" cy="26"/>
            </a:xfrm>
            <a:custGeom>
              <a:avLst/>
              <a:gdLst>
                <a:gd name="T0" fmla="*/ 0 w 12"/>
                <a:gd name="T1" fmla="*/ 12 h 17"/>
                <a:gd name="T2" fmla="*/ 14 w 12"/>
                <a:gd name="T3" fmla="*/ 5 h 17"/>
                <a:gd name="T4" fmla="*/ 26 w 12"/>
                <a:gd name="T5" fmla="*/ 21 h 17"/>
                <a:gd name="T6" fmla="*/ 35 w 12"/>
                <a:gd name="T7" fmla="*/ 61 h 17"/>
                <a:gd name="T8" fmla="*/ 5 w 12"/>
                <a:gd name="T9" fmla="*/ 28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7">
                  <a:moveTo>
                    <a:pt x="0" y="3"/>
                  </a:moveTo>
                  <a:cubicBezTo>
                    <a:pt x="0" y="1"/>
                    <a:pt x="2" y="0"/>
                    <a:pt x="4" y="1"/>
                  </a:cubicBezTo>
                  <a:cubicBezTo>
                    <a:pt x="5" y="1"/>
                    <a:pt x="6" y="5"/>
                    <a:pt x="7" y="6"/>
                  </a:cubicBezTo>
                  <a:cubicBezTo>
                    <a:pt x="9" y="9"/>
                    <a:pt x="12" y="14"/>
                    <a:pt x="10" y="17"/>
                  </a:cubicBezTo>
                  <a:cubicBezTo>
                    <a:pt x="6" y="17"/>
                    <a:pt x="1" y="11"/>
                    <a:pt x="1" y="8"/>
                  </a:cubicBezTo>
                </a:path>
              </a:pathLst>
            </a:custGeom>
            <a:solidFill>
              <a:srgbClr val="FEF3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9812" name="Freeform 1042">
              <a:extLst>
                <a:ext uri="{FF2B5EF4-FFF2-40B4-BE49-F238E27FC236}">
                  <a16:creationId xmlns:a16="http://schemas.microsoft.com/office/drawing/2014/main" id="{0F2F033D-3D33-42BB-BB1A-89CF32D397DB}"/>
                </a:ext>
              </a:extLst>
            </p:cNvPr>
            <p:cNvSpPr>
              <a:spLocks/>
            </p:cNvSpPr>
            <p:nvPr/>
          </p:nvSpPr>
          <p:spPr bwMode="auto">
            <a:xfrm>
              <a:off x="728" y="1017"/>
              <a:ext cx="35" cy="26"/>
            </a:xfrm>
            <a:custGeom>
              <a:avLst/>
              <a:gdLst>
                <a:gd name="T0" fmla="*/ 8 w 23"/>
                <a:gd name="T1" fmla="*/ 40 h 17"/>
                <a:gd name="T2" fmla="*/ 53 w 23"/>
                <a:gd name="T3" fmla="*/ 12 h 17"/>
                <a:gd name="T4" fmla="*/ 81 w 23"/>
                <a:gd name="T5" fmla="*/ 8 h 17"/>
                <a:gd name="T6" fmla="*/ 49 w 23"/>
                <a:gd name="T7" fmla="*/ 26 h 17"/>
                <a:gd name="T8" fmla="*/ 0 w 23"/>
                <a:gd name="T9" fmla="*/ 61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7">
                  <a:moveTo>
                    <a:pt x="2" y="11"/>
                  </a:moveTo>
                  <a:cubicBezTo>
                    <a:pt x="6" y="8"/>
                    <a:pt x="11" y="5"/>
                    <a:pt x="15" y="3"/>
                  </a:cubicBezTo>
                  <a:cubicBezTo>
                    <a:pt x="17" y="2"/>
                    <a:pt x="21" y="0"/>
                    <a:pt x="23" y="2"/>
                  </a:cubicBezTo>
                  <a:cubicBezTo>
                    <a:pt x="21" y="4"/>
                    <a:pt x="17" y="5"/>
                    <a:pt x="14" y="7"/>
                  </a:cubicBezTo>
                  <a:cubicBezTo>
                    <a:pt x="9" y="10"/>
                    <a:pt x="4" y="13"/>
                    <a:pt x="0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9813" name="Freeform 1043">
              <a:extLst>
                <a:ext uri="{FF2B5EF4-FFF2-40B4-BE49-F238E27FC236}">
                  <a16:creationId xmlns:a16="http://schemas.microsoft.com/office/drawing/2014/main" id="{821E995A-0332-437E-91F7-1A72FC8E572A}"/>
                </a:ext>
              </a:extLst>
            </p:cNvPr>
            <p:cNvSpPr>
              <a:spLocks/>
            </p:cNvSpPr>
            <p:nvPr/>
          </p:nvSpPr>
          <p:spPr bwMode="auto">
            <a:xfrm>
              <a:off x="712" y="1113"/>
              <a:ext cx="70" cy="116"/>
            </a:xfrm>
            <a:custGeom>
              <a:avLst/>
              <a:gdLst>
                <a:gd name="T0" fmla="*/ 0 w 45"/>
                <a:gd name="T1" fmla="*/ 0 h 75"/>
                <a:gd name="T2" fmla="*/ 170 w 45"/>
                <a:gd name="T3" fmla="*/ 277 h 75"/>
                <a:gd name="T4" fmla="*/ 0 w 45"/>
                <a:gd name="T5" fmla="*/ 0 h 7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5" h="75">
                  <a:moveTo>
                    <a:pt x="0" y="0"/>
                  </a:moveTo>
                  <a:cubicBezTo>
                    <a:pt x="0" y="0"/>
                    <a:pt x="14" y="50"/>
                    <a:pt x="45" y="75"/>
                  </a:cubicBezTo>
                  <a:cubicBezTo>
                    <a:pt x="45" y="75"/>
                    <a:pt x="11" y="37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9814" name="Freeform 1044">
              <a:extLst>
                <a:ext uri="{FF2B5EF4-FFF2-40B4-BE49-F238E27FC236}">
                  <a16:creationId xmlns:a16="http://schemas.microsoft.com/office/drawing/2014/main" id="{4408F7A3-0656-4415-9666-3A6211F003E4}"/>
                </a:ext>
              </a:extLst>
            </p:cNvPr>
            <p:cNvSpPr>
              <a:spLocks/>
            </p:cNvSpPr>
            <p:nvPr/>
          </p:nvSpPr>
          <p:spPr bwMode="auto">
            <a:xfrm>
              <a:off x="954" y="1034"/>
              <a:ext cx="73" cy="68"/>
            </a:xfrm>
            <a:custGeom>
              <a:avLst/>
              <a:gdLst>
                <a:gd name="T0" fmla="*/ 82 w 47"/>
                <a:gd name="T1" fmla="*/ 56 h 44"/>
                <a:gd name="T2" fmla="*/ 39 w 47"/>
                <a:gd name="T3" fmla="*/ 74 h 44"/>
                <a:gd name="T4" fmla="*/ 8 w 47"/>
                <a:gd name="T5" fmla="*/ 110 h 44"/>
                <a:gd name="T6" fmla="*/ 104 w 47"/>
                <a:gd name="T7" fmla="*/ 127 h 44"/>
                <a:gd name="T8" fmla="*/ 162 w 47"/>
                <a:gd name="T9" fmla="*/ 34 h 44"/>
                <a:gd name="T10" fmla="*/ 127 w 47"/>
                <a:gd name="T11" fmla="*/ 19 h 4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7" h="44">
                  <a:moveTo>
                    <a:pt x="22" y="15"/>
                  </a:moveTo>
                  <a:cubicBezTo>
                    <a:pt x="19" y="14"/>
                    <a:pt x="12" y="18"/>
                    <a:pt x="10" y="20"/>
                  </a:cubicBezTo>
                  <a:cubicBezTo>
                    <a:pt x="6" y="22"/>
                    <a:pt x="2" y="25"/>
                    <a:pt x="2" y="30"/>
                  </a:cubicBezTo>
                  <a:cubicBezTo>
                    <a:pt x="0" y="44"/>
                    <a:pt x="22" y="37"/>
                    <a:pt x="28" y="34"/>
                  </a:cubicBezTo>
                  <a:cubicBezTo>
                    <a:pt x="36" y="29"/>
                    <a:pt x="47" y="19"/>
                    <a:pt x="43" y="9"/>
                  </a:cubicBezTo>
                  <a:cubicBezTo>
                    <a:pt x="42" y="6"/>
                    <a:pt x="36" y="0"/>
                    <a:pt x="34" y="5"/>
                  </a:cubicBezTo>
                </a:path>
              </a:pathLst>
            </a:custGeom>
            <a:solidFill>
              <a:srgbClr val="FAF4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9815" name="Freeform 1045">
              <a:extLst>
                <a:ext uri="{FF2B5EF4-FFF2-40B4-BE49-F238E27FC236}">
                  <a16:creationId xmlns:a16="http://schemas.microsoft.com/office/drawing/2014/main" id="{797F3B9E-36D9-4B42-8C3A-82B2246B57E1}"/>
                </a:ext>
              </a:extLst>
            </p:cNvPr>
            <p:cNvSpPr>
              <a:spLocks/>
            </p:cNvSpPr>
            <p:nvPr/>
          </p:nvSpPr>
          <p:spPr bwMode="auto">
            <a:xfrm>
              <a:off x="714" y="1073"/>
              <a:ext cx="74" cy="69"/>
            </a:xfrm>
            <a:custGeom>
              <a:avLst/>
              <a:gdLst>
                <a:gd name="T0" fmla="*/ 154 w 48"/>
                <a:gd name="T1" fmla="*/ 43 h 45"/>
                <a:gd name="T2" fmla="*/ 62 w 48"/>
                <a:gd name="T3" fmla="*/ 28 h 45"/>
                <a:gd name="T4" fmla="*/ 5 w 48"/>
                <a:gd name="T5" fmla="*/ 40 h 45"/>
                <a:gd name="T6" fmla="*/ 76 w 48"/>
                <a:gd name="T7" fmla="*/ 144 h 45"/>
                <a:gd name="T8" fmla="*/ 176 w 48"/>
                <a:gd name="T9" fmla="*/ 94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45">
                  <a:moveTo>
                    <a:pt x="42" y="12"/>
                  </a:moveTo>
                  <a:cubicBezTo>
                    <a:pt x="33" y="15"/>
                    <a:pt x="26" y="12"/>
                    <a:pt x="17" y="8"/>
                  </a:cubicBezTo>
                  <a:cubicBezTo>
                    <a:pt x="11" y="4"/>
                    <a:pt x="0" y="0"/>
                    <a:pt x="1" y="11"/>
                  </a:cubicBezTo>
                  <a:cubicBezTo>
                    <a:pt x="2" y="23"/>
                    <a:pt x="9" y="36"/>
                    <a:pt x="21" y="40"/>
                  </a:cubicBezTo>
                  <a:cubicBezTo>
                    <a:pt x="33" y="45"/>
                    <a:pt x="44" y="37"/>
                    <a:pt x="48" y="26"/>
                  </a:cubicBezTo>
                </a:path>
              </a:pathLst>
            </a:custGeom>
            <a:solidFill>
              <a:srgbClr val="FAF4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9816" name="Freeform 1046">
              <a:extLst>
                <a:ext uri="{FF2B5EF4-FFF2-40B4-BE49-F238E27FC236}">
                  <a16:creationId xmlns:a16="http://schemas.microsoft.com/office/drawing/2014/main" id="{91D8DD2F-77C4-4C74-8A88-59D17F90C52A}"/>
                </a:ext>
              </a:extLst>
            </p:cNvPr>
            <p:cNvSpPr>
              <a:spLocks/>
            </p:cNvSpPr>
            <p:nvPr/>
          </p:nvSpPr>
          <p:spPr bwMode="auto">
            <a:xfrm>
              <a:off x="743" y="1032"/>
              <a:ext cx="84" cy="34"/>
            </a:xfrm>
            <a:custGeom>
              <a:avLst/>
              <a:gdLst>
                <a:gd name="T0" fmla="*/ 96 w 54"/>
                <a:gd name="T1" fmla="*/ 76 h 22"/>
                <a:gd name="T2" fmla="*/ 131 w 54"/>
                <a:gd name="T3" fmla="*/ 66 h 22"/>
                <a:gd name="T4" fmla="*/ 177 w 54"/>
                <a:gd name="T5" fmla="*/ 53 h 22"/>
                <a:gd name="T6" fmla="*/ 188 w 54"/>
                <a:gd name="T7" fmla="*/ 48 h 22"/>
                <a:gd name="T8" fmla="*/ 196 w 54"/>
                <a:gd name="T9" fmla="*/ 53 h 22"/>
                <a:gd name="T10" fmla="*/ 204 w 54"/>
                <a:gd name="T11" fmla="*/ 48 h 22"/>
                <a:gd name="T12" fmla="*/ 196 w 54"/>
                <a:gd name="T13" fmla="*/ 36 h 22"/>
                <a:gd name="T14" fmla="*/ 184 w 54"/>
                <a:gd name="T15" fmla="*/ 26 h 22"/>
                <a:gd name="T16" fmla="*/ 157 w 54"/>
                <a:gd name="T17" fmla="*/ 14 h 22"/>
                <a:gd name="T18" fmla="*/ 101 w 54"/>
                <a:gd name="T19" fmla="*/ 0 h 22"/>
                <a:gd name="T20" fmla="*/ 47 w 54"/>
                <a:gd name="T21" fmla="*/ 14 h 22"/>
                <a:gd name="T22" fmla="*/ 19 w 54"/>
                <a:gd name="T23" fmla="*/ 34 h 22"/>
                <a:gd name="T24" fmla="*/ 8 w 54"/>
                <a:gd name="T25" fmla="*/ 40 h 22"/>
                <a:gd name="T26" fmla="*/ 5 w 54"/>
                <a:gd name="T27" fmla="*/ 48 h 22"/>
                <a:gd name="T28" fmla="*/ 0 w 54"/>
                <a:gd name="T29" fmla="*/ 53 h 22"/>
                <a:gd name="T30" fmla="*/ 40 w 54"/>
                <a:gd name="T31" fmla="*/ 76 h 22"/>
                <a:gd name="T32" fmla="*/ 96 w 54"/>
                <a:gd name="T33" fmla="*/ 76 h 2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54" h="22">
                  <a:moveTo>
                    <a:pt x="26" y="21"/>
                  </a:moveTo>
                  <a:cubicBezTo>
                    <a:pt x="29" y="20"/>
                    <a:pt x="32" y="19"/>
                    <a:pt x="35" y="18"/>
                  </a:cubicBezTo>
                  <a:cubicBezTo>
                    <a:pt x="39" y="17"/>
                    <a:pt x="43" y="16"/>
                    <a:pt x="47" y="14"/>
                  </a:cubicBezTo>
                  <a:cubicBezTo>
                    <a:pt x="48" y="14"/>
                    <a:pt x="49" y="13"/>
                    <a:pt x="50" y="13"/>
                  </a:cubicBezTo>
                  <a:cubicBezTo>
                    <a:pt x="50" y="13"/>
                    <a:pt x="51" y="14"/>
                    <a:pt x="52" y="14"/>
                  </a:cubicBezTo>
                  <a:cubicBezTo>
                    <a:pt x="52" y="14"/>
                    <a:pt x="54" y="15"/>
                    <a:pt x="54" y="13"/>
                  </a:cubicBezTo>
                  <a:cubicBezTo>
                    <a:pt x="54" y="12"/>
                    <a:pt x="53" y="11"/>
                    <a:pt x="52" y="10"/>
                  </a:cubicBezTo>
                  <a:cubicBezTo>
                    <a:pt x="51" y="9"/>
                    <a:pt x="50" y="8"/>
                    <a:pt x="49" y="7"/>
                  </a:cubicBezTo>
                  <a:cubicBezTo>
                    <a:pt x="47" y="5"/>
                    <a:pt x="44" y="5"/>
                    <a:pt x="42" y="4"/>
                  </a:cubicBezTo>
                  <a:cubicBezTo>
                    <a:pt x="37" y="2"/>
                    <a:pt x="33" y="0"/>
                    <a:pt x="27" y="0"/>
                  </a:cubicBezTo>
                  <a:cubicBezTo>
                    <a:pt x="22" y="1"/>
                    <a:pt x="17" y="2"/>
                    <a:pt x="12" y="4"/>
                  </a:cubicBezTo>
                  <a:cubicBezTo>
                    <a:pt x="10" y="6"/>
                    <a:pt x="7" y="7"/>
                    <a:pt x="5" y="9"/>
                  </a:cubicBezTo>
                  <a:cubicBezTo>
                    <a:pt x="4" y="10"/>
                    <a:pt x="3" y="11"/>
                    <a:pt x="2" y="11"/>
                  </a:cubicBezTo>
                  <a:cubicBezTo>
                    <a:pt x="2" y="12"/>
                    <a:pt x="1" y="12"/>
                    <a:pt x="1" y="13"/>
                  </a:cubicBezTo>
                  <a:cubicBezTo>
                    <a:pt x="1" y="13"/>
                    <a:pt x="0" y="14"/>
                    <a:pt x="0" y="14"/>
                  </a:cubicBezTo>
                  <a:cubicBezTo>
                    <a:pt x="5" y="15"/>
                    <a:pt x="6" y="20"/>
                    <a:pt x="11" y="21"/>
                  </a:cubicBezTo>
                  <a:cubicBezTo>
                    <a:pt x="15" y="22"/>
                    <a:pt x="22" y="22"/>
                    <a:pt x="26" y="2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9817" name="Freeform 1047">
              <a:extLst>
                <a:ext uri="{FF2B5EF4-FFF2-40B4-BE49-F238E27FC236}">
                  <a16:creationId xmlns:a16="http://schemas.microsoft.com/office/drawing/2014/main" id="{974585C5-8EF5-4390-B552-1D9A57D2B5EC}"/>
                </a:ext>
              </a:extLst>
            </p:cNvPr>
            <p:cNvSpPr>
              <a:spLocks/>
            </p:cNvSpPr>
            <p:nvPr/>
          </p:nvSpPr>
          <p:spPr bwMode="auto">
            <a:xfrm>
              <a:off x="751" y="1026"/>
              <a:ext cx="57" cy="44"/>
            </a:xfrm>
            <a:custGeom>
              <a:avLst/>
              <a:gdLst>
                <a:gd name="T0" fmla="*/ 122 w 37"/>
                <a:gd name="T1" fmla="*/ 27 h 28"/>
                <a:gd name="T2" fmla="*/ 123 w 37"/>
                <a:gd name="T3" fmla="*/ 82 h 28"/>
                <a:gd name="T4" fmla="*/ 26 w 37"/>
                <a:gd name="T5" fmla="*/ 96 h 28"/>
                <a:gd name="T6" fmla="*/ 14 w 37"/>
                <a:gd name="T7" fmla="*/ 35 h 28"/>
                <a:gd name="T8" fmla="*/ 122 w 37"/>
                <a:gd name="T9" fmla="*/ 27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" h="28">
                  <a:moveTo>
                    <a:pt x="33" y="7"/>
                  </a:moveTo>
                  <a:cubicBezTo>
                    <a:pt x="33" y="7"/>
                    <a:pt x="37" y="14"/>
                    <a:pt x="34" y="21"/>
                  </a:cubicBezTo>
                  <a:cubicBezTo>
                    <a:pt x="34" y="21"/>
                    <a:pt x="15" y="28"/>
                    <a:pt x="7" y="25"/>
                  </a:cubicBezTo>
                  <a:cubicBezTo>
                    <a:pt x="7" y="25"/>
                    <a:pt x="0" y="16"/>
                    <a:pt x="4" y="9"/>
                  </a:cubicBezTo>
                  <a:cubicBezTo>
                    <a:pt x="4" y="9"/>
                    <a:pt x="14" y="0"/>
                    <a:pt x="33" y="7"/>
                  </a:cubicBezTo>
                  <a:close/>
                </a:path>
              </a:pathLst>
            </a:custGeom>
            <a:solidFill>
              <a:srgbClr val="659B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9818" name="Freeform 1048">
              <a:extLst>
                <a:ext uri="{FF2B5EF4-FFF2-40B4-BE49-F238E27FC236}">
                  <a16:creationId xmlns:a16="http://schemas.microsoft.com/office/drawing/2014/main" id="{EA7F66E6-BF3A-4C4A-97FF-31A406F74808}"/>
                </a:ext>
              </a:extLst>
            </p:cNvPr>
            <p:cNvSpPr>
              <a:spLocks/>
            </p:cNvSpPr>
            <p:nvPr/>
          </p:nvSpPr>
          <p:spPr bwMode="auto">
            <a:xfrm>
              <a:off x="743" y="1029"/>
              <a:ext cx="84" cy="39"/>
            </a:xfrm>
            <a:custGeom>
              <a:avLst/>
              <a:gdLst>
                <a:gd name="T0" fmla="*/ 96 w 54"/>
                <a:gd name="T1" fmla="*/ 87 h 25"/>
                <a:gd name="T2" fmla="*/ 131 w 54"/>
                <a:gd name="T3" fmla="*/ 80 h 25"/>
                <a:gd name="T4" fmla="*/ 182 w 54"/>
                <a:gd name="T5" fmla="*/ 66 h 25"/>
                <a:gd name="T6" fmla="*/ 184 w 54"/>
                <a:gd name="T7" fmla="*/ 61 h 25"/>
                <a:gd name="T8" fmla="*/ 196 w 54"/>
                <a:gd name="T9" fmla="*/ 61 h 25"/>
                <a:gd name="T10" fmla="*/ 199 w 54"/>
                <a:gd name="T11" fmla="*/ 53 h 25"/>
                <a:gd name="T12" fmla="*/ 196 w 54"/>
                <a:gd name="T13" fmla="*/ 47 h 25"/>
                <a:gd name="T14" fmla="*/ 106 w 54"/>
                <a:gd name="T15" fmla="*/ 12 h 25"/>
                <a:gd name="T16" fmla="*/ 0 w 54"/>
                <a:gd name="T17" fmla="*/ 56 h 25"/>
                <a:gd name="T18" fmla="*/ 0 w 54"/>
                <a:gd name="T19" fmla="*/ 66 h 25"/>
                <a:gd name="T20" fmla="*/ 40 w 54"/>
                <a:gd name="T21" fmla="*/ 87 h 25"/>
                <a:gd name="T22" fmla="*/ 96 w 54"/>
                <a:gd name="T23" fmla="*/ 87 h 2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4" h="25">
                  <a:moveTo>
                    <a:pt x="26" y="23"/>
                  </a:moveTo>
                  <a:cubicBezTo>
                    <a:pt x="29" y="22"/>
                    <a:pt x="32" y="22"/>
                    <a:pt x="35" y="21"/>
                  </a:cubicBezTo>
                  <a:cubicBezTo>
                    <a:pt x="39" y="20"/>
                    <a:pt x="44" y="18"/>
                    <a:pt x="48" y="17"/>
                  </a:cubicBezTo>
                  <a:cubicBezTo>
                    <a:pt x="48" y="16"/>
                    <a:pt x="48" y="16"/>
                    <a:pt x="49" y="16"/>
                  </a:cubicBezTo>
                  <a:cubicBezTo>
                    <a:pt x="50" y="16"/>
                    <a:pt x="52" y="16"/>
                    <a:pt x="52" y="16"/>
                  </a:cubicBezTo>
                  <a:cubicBezTo>
                    <a:pt x="50" y="16"/>
                    <a:pt x="54" y="17"/>
                    <a:pt x="53" y="14"/>
                  </a:cubicBezTo>
                  <a:cubicBezTo>
                    <a:pt x="53" y="13"/>
                    <a:pt x="53" y="13"/>
                    <a:pt x="52" y="12"/>
                  </a:cubicBezTo>
                  <a:cubicBezTo>
                    <a:pt x="47" y="7"/>
                    <a:pt x="33" y="3"/>
                    <a:pt x="28" y="3"/>
                  </a:cubicBezTo>
                  <a:cubicBezTo>
                    <a:pt x="9" y="0"/>
                    <a:pt x="1" y="14"/>
                    <a:pt x="0" y="15"/>
                  </a:cubicBezTo>
                  <a:cubicBezTo>
                    <a:pt x="0" y="15"/>
                    <a:pt x="0" y="17"/>
                    <a:pt x="0" y="17"/>
                  </a:cubicBezTo>
                  <a:cubicBezTo>
                    <a:pt x="5" y="17"/>
                    <a:pt x="6" y="22"/>
                    <a:pt x="11" y="23"/>
                  </a:cubicBezTo>
                  <a:cubicBezTo>
                    <a:pt x="15" y="24"/>
                    <a:pt x="22" y="25"/>
                    <a:pt x="26" y="23"/>
                  </a:cubicBezTo>
                  <a:close/>
                </a:path>
              </a:pathLst>
            </a:custGeom>
            <a:noFill/>
            <a:ln w="317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9819" name="Freeform 1049">
              <a:extLst>
                <a:ext uri="{FF2B5EF4-FFF2-40B4-BE49-F238E27FC236}">
                  <a16:creationId xmlns:a16="http://schemas.microsoft.com/office/drawing/2014/main" id="{80EB2BE1-E1B8-4498-AFD0-DBDA512A0F93}"/>
                </a:ext>
              </a:extLst>
            </p:cNvPr>
            <p:cNvSpPr>
              <a:spLocks/>
            </p:cNvSpPr>
            <p:nvPr/>
          </p:nvSpPr>
          <p:spPr bwMode="auto">
            <a:xfrm>
              <a:off x="771" y="1040"/>
              <a:ext cx="16" cy="17"/>
            </a:xfrm>
            <a:custGeom>
              <a:avLst/>
              <a:gdLst>
                <a:gd name="T0" fmla="*/ 0 w 10"/>
                <a:gd name="T1" fmla="*/ 26 h 11"/>
                <a:gd name="T2" fmla="*/ 26 w 10"/>
                <a:gd name="T3" fmla="*/ 36 h 11"/>
                <a:gd name="T4" fmla="*/ 35 w 10"/>
                <a:gd name="T5" fmla="*/ 14 h 11"/>
                <a:gd name="T6" fmla="*/ 13 w 10"/>
                <a:gd name="T7" fmla="*/ 5 h 11"/>
                <a:gd name="T8" fmla="*/ 0 w 10"/>
                <a:gd name="T9" fmla="*/ 26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1">
                  <a:moveTo>
                    <a:pt x="0" y="7"/>
                  </a:moveTo>
                  <a:cubicBezTo>
                    <a:pt x="1" y="9"/>
                    <a:pt x="4" y="11"/>
                    <a:pt x="6" y="10"/>
                  </a:cubicBezTo>
                  <a:cubicBezTo>
                    <a:pt x="8" y="9"/>
                    <a:pt x="10" y="7"/>
                    <a:pt x="9" y="4"/>
                  </a:cubicBezTo>
                  <a:cubicBezTo>
                    <a:pt x="8" y="2"/>
                    <a:pt x="6" y="0"/>
                    <a:pt x="3" y="1"/>
                  </a:cubicBezTo>
                  <a:cubicBezTo>
                    <a:pt x="1" y="2"/>
                    <a:pt x="0" y="4"/>
                    <a:pt x="0" y="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9820" name="Freeform 1050">
              <a:extLst>
                <a:ext uri="{FF2B5EF4-FFF2-40B4-BE49-F238E27FC236}">
                  <a16:creationId xmlns:a16="http://schemas.microsoft.com/office/drawing/2014/main" id="{C0B2D474-0C70-4040-B44D-C1458AC30384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" y="1054"/>
              <a:ext cx="42" cy="9"/>
            </a:xfrm>
            <a:custGeom>
              <a:avLst/>
              <a:gdLst>
                <a:gd name="T0" fmla="*/ 101 w 27"/>
                <a:gd name="T1" fmla="*/ 0 h 6"/>
                <a:gd name="T2" fmla="*/ 90 w 27"/>
                <a:gd name="T3" fmla="*/ 5 h 6"/>
                <a:gd name="T4" fmla="*/ 82 w 27"/>
                <a:gd name="T5" fmla="*/ 0 h 6"/>
                <a:gd name="T6" fmla="*/ 62 w 27"/>
                <a:gd name="T7" fmla="*/ 8 h 6"/>
                <a:gd name="T8" fmla="*/ 30 w 27"/>
                <a:gd name="T9" fmla="*/ 12 h 6"/>
                <a:gd name="T10" fmla="*/ 8 w 27"/>
                <a:gd name="T11" fmla="*/ 12 h 6"/>
                <a:gd name="T12" fmla="*/ 14 w 27"/>
                <a:gd name="T13" fmla="*/ 18 h 6"/>
                <a:gd name="T14" fmla="*/ 53 w 27"/>
                <a:gd name="T15" fmla="*/ 18 h 6"/>
                <a:gd name="T16" fmla="*/ 79 w 27"/>
                <a:gd name="T17" fmla="*/ 12 h 6"/>
                <a:gd name="T18" fmla="*/ 101 w 27"/>
                <a:gd name="T19" fmla="*/ 5 h 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7" h="6">
                  <a:moveTo>
                    <a:pt x="27" y="0"/>
                  </a:moveTo>
                  <a:cubicBezTo>
                    <a:pt x="26" y="0"/>
                    <a:pt x="25" y="1"/>
                    <a:pt x="24" y="1"/>
                  </a:cubicBezTo>
                  <a:cubicBezTo>
                    <a:pt x="23" y="0"/>
                    <a:pt x="22" y="0"/>
                    <a:pt x="22" y="0"/>
                  </a:cubicBezTo>
                  <a:cubicBezTo>
                    <a:pt x="20" y="0"/>
                    <a:pt x="19" y="1"/>
                    <a:pt x="17" y="2"/>
                  </a:cubicBezTo>
                  <a:cubicBezTo>
                    <a:pt x="14" y="3"/>
                    <a:pt x="11" y="3"/>
                    <a:pt x="8" y="3"/>
                  </a:cubicBezTo>
                  <a:cubicBezTo>
                    <a:pt x="6" y="3"/>
                    <a:pt x="4" y="2"/>
                    <a:pt x="2" y="3"/>
                  </a:cubicBezTo>
                  <a:cubicBezTo>
                    <a:pt x="0" y="4"/>
                    <a:pt x="2" y="5"/>
                    <a:pt x="4" y="5"/>
                  </a:cubicBezTo>
                  <a:cubicBezTo>
                    <a:pt x="7" y="6"/>
                    <a:pt x="11" y="6"/>
                    <a:pt x="14" y="5"/>
                  </a:cubicBezTo>
                  <a:cubicBezTo>
                    <a:pt x="16" y="5"/>
                    <a:pt x="19" y="4"/>
                    <a:pt x="21" y="3"/>
                  </a:cubicBezTo>
                  <a:cubicBezTo>
                    <a:pt x="22" y="3"/>
                    <a:pt x="27" y="2"/>
                    <a:pt x="27" y="1"/>
                  </a:cubicBezTo>
                </a:path>
              </a:pathLst>
            </a:custGeom>
            <a:solidFill>
              <a:srgbClr val="93B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9821" name="Freeform 1051">
              <a:extLst>
                <a:ext uri="{FF2B5EF4-FFF2-40B4-BE49-F238E27FC236}">
                  <a16:creationId xmlns:a16="http://schemas.microsoft.com/office/drawing/2014/main" id="{ED26E252-6E3E-41CA-B133-B24A78F55E6B}"/>
                </a:ext>
              </a:extLst>
            </p:cNvPr>
            <p:cNvSpPr>
              <a:spLocks/>
            </p:cNvSpPr>
            <p:nvPr/>
          </p:nvSpPr>
          <p:spPr bwMode="auto">
            <a:xfrm>
              <a:off x="780" y="1040"/>
              <a:ext cx="10" cy="9"/>
            </a:xfrm>
            <a:custGeom>
              <a:avLst/>
              <a:gdLst>
                <a:gd name="T0" fmla="*/ 5 w 6"/>
                <a:gd name="T1" fmla="*/ 14 h 6"/>
                <a:gd name="T2" fmla="*/ 20 w 6"/>
                <a:gd name="T3" fmla="*/ 18 h 6"/>
                <a:gd name="T4" fmla="*/ 22 w 6"/>
                <a:gd name="T5" fmla="*/ 8 h 6"/>
                <a:gd name="T6" fmla="*/ 8 w 6"/>
                <a:gd name="T7" fmla="*/ 5 h 6"/>
                <a:gd name="T8" fmla="*/ 5 w 6"/>
                <a:gd name="T9" fmla="*/ 14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4"/>
                  </a:moveTo>
                  <a:cubicBezTo>
                    <a:pt x="1" y="5"/>
                    <a:pt x="2" y="6"/>
                    <a:pt x="4" y="5"/>
                  </a:cubicBezTo>
                  <a:cubicBezTo>
                    <a:pt x="5" y="5"/>
                    <a:pt x="6" y="3"/>
                    <a:pt x="5" y="2"/>
                  </a:cubicBezTo>
                  <a:cubicBezTo>
                    <a:pt x="5" y="1"/>
                    <a:pt x="4" y="0"/>
                    <a:pt x="2" y="1"/>
                  </a:cubicBezTo>
                  <a:cubicBezTo>
                    <a:pt x="1" y="1"/>
                    <a:pt x="0" y="2"/>
                    <a:pt x="1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9822" name="Freeform 1052">
              <a:extLst>
                <a:ext uri="{FF2B5EF4-FFF2-40B4-BE49-F238E27FC236}">
                  <a16:creationId xmlns:a16="http://schemas.microsoft.com/office/drawing/2014/main" id="{5AF7F399-12FB-42D6-8626-2A44AF2D2392}"/>
                </a:ext>
              </a:extLst>
            </p:cNvPr>
            <p:cNvSpPr>
              <a:spLocks/>
            </p:cNvSpPr>
            <p:nvPr/>
          </p:nvSpPr>
          <p:spPr bwMode="auto">
            <a:xfrm>
              <a:off x="740" y="1006"/>
              <a:ext cx="71" cy="33"/>
            </a:xfrm>
            <a:custGeom>
              <a:avLst/>
              <a:gdLst>
                <a:gd name="T0" fmla="*/ 170 w 46"/>
                <a:gd name="T1" fmla="*/ 61 h 21"/>
                <a:gd name="T2" fmla="*/ 0 w 46"/>
                <a:gd name="T3" fmla="*/ 82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6" h="21">
                  <a:moveTo>
                    <a:pt x="46" y="16"/>
                  </a:moveTo>
                  <a:cubicBezTo>
                    <a:pt x="46" y="16"/>
                    <a:pt x="19" y="0"/>
                    <a:pt x="0" y="21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9823" name="Freeform 1053">
              <a:extLst>
                <a:ext uri="{FF2B5EF4-FFF2-40B4-BE49-F238E27FC236}">
                  <a16:creationId xmlns:a16="http://schemas.microsoft.com/office/drawing/2014/main" id="{20E74D00-BCD3-49F9-AD51-04FF60EE994C}"/>
                </a:ext>
              </a:extLst>
            </p:cNvPr>
            <p:cNvSpPr>
              <a:spLocks/>
            </p:cNvSpPr>
            <p:nvPr/>
          </p:nvSpPr>
          <p:spPr bwMode="auto">
            <a:xfrm>
              <a:off x="726" y="1001"/>
              <a:ext cx="90" cy="35"/>
            </a:xfrm>
            <a:custGeom>
              <a:avLst/>
              <a:gdLst>
                <a:gd name="T0" fmla="*/ 217 w 58"/>
                <a:gd name="T1" fmla="*/ 29 h 22"/>
                <a:gd name="T2" fmla="*/ 0 w 58"/>
                <a:gd name="T3" fmla="*/ 89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8" h="22">
                  <a:moveTo>
                    <a:pt x="58" y="7"/>
                  </a:moveTo>
                  <a:cubicBezTo>
                    <a:pt x="58" y="7"/>
                    <a:pt x="13" y="0"/>
                    <a:pt x="0" y="22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9824" name="Freeform 1054">
              <a:extLst>
                <a:ext uri="{FF2B5EF4-FFF2-40B4-BE49-F238E27FC236}">
                  <a16:creationId xmlns:a16="http://schemas.microsoft.com/office/drawing/2014/main" id="{65CEF674-18BF-4B3A-BACE-9184C140FF13}"/>
                </a:ext>
              </a:extLst>
            </p:cNvPr>
            <p:cNvSpPr>
              <a:spLocks/>
            </p:cNvSpPr>
            <p:nvPr/>
          </p:nvSpPr>
          <p:spPr bwMode="auto">
            <a:xfrm>
              <a:off x="819" y="1049"/>
              <a:ext cx="2" cy="4"/>
            </a:xfrm>
            <a:custGeom>
              <a:avLst/>
              <a:gdLst>
                <a:gd name="T0" fmla="*/ 8 w 1"/>
                <a:gd name="T1" fmla="*/ 16 h 2"/>
                <a:gd name="T2" fmla="*/ 8 w 1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">
                  <a:moveTo>
                    <a:pt x="1" y="2"/>
                  </a:moveTo>
                  <a:cubicBezTo>
                    <a:pt x="1" y="1"/>
                    <a:pt x="0" y="1"/>
                    <a:pt x="1" y="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9825" name="Freeform 1055">
              <a:extLst>
                <a:ext uri="{FF2B5EF4-FFF2-40B4-BE49-F238E27FC236}">
                  <a16:creationId xmlns:a16="http://schemas.microsoft.com/office/drawing/2014/main" id="{EE8809A9-F2DB-4A24-BD31-C70EDB78C9C2}"/>
                </a:ext>
              </a:extLst>
            </p:cNvPr>
            <p:cNvSpPr>
              <a:spLocks/>
            </p:cNvSpPr>
            <p:nvPr/>
          </p:nvSpPr>
          <p:spPr bwMode="auto">
            <a:xfrm>
              <a:off x="783" y="1065"/>
              <a:ext cx="47" cy="22"/>
            </a:xfrm>
            <a:custGeom>
              <a:avLst/>
              <a:gdLst>
                <a:gd name="T0" fmla="*/ 108 w 30"/>
                <a:gd name="T1" fmla="*/ 5 h 14"/>
                <a:gd name="T2" fmla="*/ 94 w 30"/>
                <a:gd name="T3" fmla="*/ 13 h 14"/>
                <a:gd name="T4" fmla="*/ 69 w 30"/>
                <a:gd name="T5" fmla="*/ 22 h 14"/>
                <a:gd name="T6" fmla="*/ 39 w 30"/>
                <a:gd name="T7" fmla="*/ 35 h 14"/>
                <a:gd name="T8" fmla="*/ 0 w 30"/>
                <a:gd name="T9" fmla="*/ 47 h 14"/>
                <a:gd name="T10" fmla="*/ 27 w 30"/>
                <a:gd name="T11" fmla="*/ 47 h 14"/>
                <a:gd name="T12" fmla="*/ 74 w 30"/>
                <a:gd name="T13" fmla="*/ 31 h 14"/>
                <a:gd name="T14" fmla="*/ 103 w 30"/>
                <a:gd name="T15" fmla="*/ 14 h 14"/>
                <a:gd name="T16" fmla="*/ 116 w 30"/>
                <a:gd name="T17" fmla="*/ 0 h 1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0" h="14">
                  <a:moveTo>
                    <a:pt x="28" y="1"/>
                  </a:moveTo>
                  <a:cubicBezTo>
                    <a:pt x="27" y="2"/>
                    <a:pt x="25" y="2"/>
                    <a:pt x="24" y="3"/>
                  </a:cubicBezTo>
                  <a:cubicBezTo>
                    <a:pt x="22" y="4"/>
                    <a:pt x="20" y="5"/>
                    <a:pt x="18" y="6"/>
                  </a:cubicBezTo>
                  <a:cubicBezTo>
                    <a:pt x="15" y="7"/>
                    <a:pt x="12" y="8"/>
                    <a:pt x="10" y="9"/>
                  </a:cubicBezTo>
                  <a:cubicBezTo>
                    <a:pt x="7" y="11"/>
                    <a:pt x="3" y="11"/>
                    <a:pt x="0" y="12"/>
                  </a:cubicBezTo>
                  <a:cubicBezTo>
                    <a:pt x="1" y="14"/>
                    <a:pt x="6" y="12"/>
                    <a:pt x="7" y="12"/>
                  </a:cubicBezTo>
                  <a:cubicBezTo>
                    <a:pt x="11" y="12"/>
                    <a:pt x="15" y="10"/>
                    <a:pt x="19" y="8"/>
                  </a:cubicBezTo>
                  <a:cubicBezTo>
                    <a:pt x="22" y="7"/>
                    <a:pt x="25" y="6"/>
                    <a:pt x="27" y="4"/>
                  </a:cubicBezTo>
                  <a:cubicBezTo>
                    <a:pt x="29" y="3"/>
                    <a:pt x="29" y="1"/>
                    <a:pt x="30" y="0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9826" name="Freeform 1056">
              <a:extLst>
                <a:ext uri="{FF2B5EF4-FFF2-40B4-BE49-F238E27FC236}">
                  <a16:creationId xmlns:a16="http://schemas.microsoft.com/office/drawing/2014/main" id="{DC70AF59-6CC0-4301-8047-275E50381B26}"/>
                </a:ext>
              </a:extLst>
            </p:cNvPr>
            <p:cNvSpPr>
              <a:spLocks/>
            </p:cNvSpPr>
            <p:nvPr/>
          </p:nvSpPr>
          <p:spPr bwMode="auto">
            <a:xfrm>
              <a:off x="740" y="1062"/>
              <a:ext cx="22" cy="9"/>
            </a:xfrm>
            <a:custGeom>
              <a:avLst/>
              <a:gdLst>
                <a:gd name="T0" fmla="*/ 0 w 14"/>
                <a:gd name="T1" fmla="*/ 0 h 6"/>
                <a:gd name="T2" fmla="*/ 55 w 14"/>
                <a:gd name="T3" fmla="*/ 21 h 6"/>
                <a:gd name="T4" fmla="*/ 27 w 14"/>
                <a:gd name="T5" fmla="*/ 18 h 6"/>
                <a:gd name="T6" fmla="*/ 5 w 14"/>
                <a:gd name="T7" fmla="*/ 5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6">
                  <a:moveTo>
                    <a:pt x="0" y="0"/>
                  </a:moveTo>
                  <a:cubicBezTo>
                    <a:pt x="5" y="1"/>
                    <a:pt x="9" y="6"/>
                    <a:pt x="14" y="6"/>
                  </a:cubicBezTo>
                  <a:cubicBezTo>
                    <a:pt x="11" y="6"/>
                    <a:pt x="9" y="6"/>
                    <a:pt x="7" y="5"/>
                  </a:cubicBezTo>
                  <a:cubicBezTo>
                    <a:pt x="4" y="4"/>
                    <a:pt x="3" y="2"/>
                    <a:pt x="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9827" name="Freeform 1057">
              <a:extLst>
                <a:ext uri="{FF2B5EF4-FFF2-40B4-BE49-F238E27FC236}">
                  <a16:creationId xmlns:a16="http://schemas.microsoft.com/office/drawing/2014/main" id="{90F045F8-B008-426A-8CC6-E78A89E24E05}"/>
                </a:ext>
              </a:extLst>
            </p:cNvPr>
            <p:cNvSpPr>
              <a:spLocks/>
            </p:cNvSpPr>
            <p:nvPr/>
          </p:nvSpPr>
          <p:spPr bwMode="auto">
            <a:xfrm>
              <a:off x="756" y="1036"/>
              <a:ext cx="48" cy="18"/>
            </a:xfrm>
            <a:custGeom>
              <a:avLst/>
              <a:gdLst>
                <a:gd name="T0" fmla="*/ 8 w 31"/>
                <a:gd name="T1" fmla="*/ 14 h 12"/>
                <a:gd name="T2" fmla="*/ 14 w 31"/>
                <a:gd name="T3" fmla="*/ 41 h 12"/>
                <a:gd name="T4" fmla="*/ 29 w 31"/>
                <a:gd name="T5" fmla="*/ 35 h 12"/>
                <a:gd name="T6" fmla="*/ 34 w 31"/>
                <a:gd name="T7" fmla="*/ 21 h 12"/>
                <a:gd name="T8" fmla="*/ 56 w 31"/>
                <a:gd name="T9" fmla="*/ 12 h 12"/>
                <a:gd name="T10" fmla="*/ 79 w 31"/>
                <a:gd name="T11" fmla="*/ 14 h 12"/>
                <a:gd name="T12" fmla="*/ 87 w 31"/>
                <a:gd name="T13" fmla="*/ 26 h 12"/>
                <a:gd name="T14" fmla="*/ 101 w 31"/>
                <a:gd name="T15" fmla="*/ 32 h 12"/>
                <a:gd name="T16" fmla="*/ 104 w 31"/>
                <a:gd name="T17" fmla="*/ 12 h 12"/>
                <a:gd name="T18" fmla="*/ 74 w 31"/>
                <a:gd name="T19" fmla="*/ 5 h 12"/>
                <a:gd name="T20" fmla="*/ 53 w 31"/>
                <a:gd name="T21" fmla="*/ 5 h 12"/>
                <a:gd name="T22" fmla="*/ 36 w 31"/>
                <a:gd name="T23" fmla="*/ 5 h 12"/>
                <a:gd name="T24" fmla="*/ 8 w 31"/>
                <a:gd name="T25" fmla="*/ 14 h 1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1" h="12">
                  <a:moveTo>
                    <a:pt x="2" y="4"/>
                  </a:moveTo>
                  <a:cubicBezTo>
                    <a:pt x="1" y="7"/>
                    <a:pt x="0" y="11"/>
                    <a:pt x="4" y="12"/>
                  </a:cubicBezTo>
                  <a:cubicBezTo>
                    <a:pt x="6" y="12"/>
                    <a:pt x="7" y="11"/>
                    <a:pt x="8" y="10"/>
                  </a:cubicBezTo>
                  <a:cubicBezTo>
                    <a:pt x="8" y="9"/>
                    <a:pt x="9" y="7"/>
                    <a:pt x="9" y="6"/>
                  </a:cubicBezTo>
                  <a:cubicBezTo>
                    <a:pt x="11" y="4"/>
                    <a:pt x="13" y="3"/>
                    <a:pt x="15" y="3"/>
                  </a:cubicBezTo>
                  <a:cubicBezTo>
                    <a:pt x="17" y="3"/>
                    <a:pt x="20" y="2"/>
                    <a:pt x="21" y="4"/>
                  </a:cubicBezTo>
                  <a:cubicBezTo>
                    <a:pt x="22" y="5"/>
                    <a:pt x="22" y="6"/>
                    <a:pt x="23" y="7"/>
                  </a:cubicBezTo>
                  <a:cubicBezTo>
                    <a:pt x="24" y="9"/>
                    <a:pt x="25" y="9"/>
                    <a:pt x="27" y="9"/>
                  </a:cubicBezTo>
                  <a:cubicBezTo>
                    <a:pt x="31" y="10"/>
                    <a:pt x="30" y="5"/>
                    <a:pt x="28" y="3"/>
                  </a:cubicBezTo>
                  <a:cubicBezTo>
                    <a:pt x="27" y="1"/>
                    <a:pt x="22" y="1"/>
                    <a:pt x="20" y="1"/>
                  </a:cubicBezTo>
                  <a:cubicBezTo>
                    <a:pt x="18" y="0"/>
                    <a:pt x="16" y="1"/>
                    <a:pt x="14" y="1"/>
                  </a:cubicBezTo>
                  <a:cubicBezTo>
                    <a:pt x="13" y="1"/>
                    <a:pt x="12" y="0"/>
                    <a:pt x="10" y="1"/>
                  </a:cubicBezTo>
                  <a:cubicBezTo>
                    <a:pt x="8" y="1"/>
                    <a:pt x="3" y="2"/>
                    <a:pt x="2" y="4"/>
                  </a:cubicBezTo>
                </a:path>
              </a:pathLst>
            </a:custGeom>
            <a:solidFill>
              <a:srgbClr val="4268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9828" name="Freeform 1058">
              <a:extLst>
                <a:ext uri="{FF2B5EF4-FFF2-40B4-BE49-F238E27FC236}">
                  <a16:creationId xmlns:a16="http://schemas.microsoft.com/office/drawing/2014/main" id="{B4AB93E2-69B4-4827-B425-796940CDE94F}"/>
                </a:ext>
              </a:extLst>
            </p:cNvPr>
            <p:cNvSpPr>
              <a:spLocks/>
            </p:cNvSpPr>
            <p:nvPr/>
          </p:nvSpPr>
          <p:spPr bwMode="auto">
            <a:xfrm>
              <a:off x="731" y="1051"/>
              <a:ext cx="14" cy="9"/>
            </a:xfrm>
            <a:custGeom>
              <a:avLst/>
              <a:gdLst>
                <a:gd name="T0" fmla="*/ 34 w 9"/>
                <a:gd name="T1" fmla="*/ 0 h 6"/>
                <a:gd name="T2" fmla="*/ 22 w 9"/>
                <a:gd name="T3" fmla="*/ 14 h 6"/>
                <a:gd name="T4" fmla="*/ 0 w 9"/>
                <a:gd name="T5" fmla="*/ 21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6">
                  <a:moveTo>
                    <a:pt x="9" y="0"/>
                  </a:moveTo>
                  <a:cubicBezTo>
                    <a:pt x="8" y="1"/>
                    <a:pt x="7" y="3"/>
                    <a:pt x="6" y="4"/>
                  </a:cubicBezTo>
                  <a:cubicBezTo>
                    <a:pt x="4" y="5"/>
                    <a:pt x="2" y="5"/>
                    <a:pt x="0" y="6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9829" name="Freeform 1059">
              <a:extLst>
                <a:ext uri="{FF2B5EF4-FFF2-40B4-BE49-F238E27FC236}">
                  <a16:creationId xmlns:a16="http://schemas.microsoft.com/office/drawing/2014/main" id="{8376FA9F-26B9-4002-BAE5-C27DD6DF05B4}"/>
                </a:ext>
              </a:extLst>
            </p:cNvPr>
            <p:cNvSpPr>
              <a:spLocks/>
            </p:cNvSpPr>
            <p:nvPr/>
          </p:nvSpPr>
          <p:spPr bwMode="auto">
            <a:xfrm>
              <a:off x="732" y="1045"/>
              <a:ext cx="17" cy="6"/>
            </a:xfrm>
            <a:custGeom>
              <a:avLst/>
              <a:gdLst>
                <a:gd name="T0" fmla="*/ 40 w 11"/>
                <a:gd name="T1" fmla="*/ 0 h 4"/>
                <a:gd name="T2" fmla="*/ 22 w 11"/>
                <a:gd name="T3" fmla="*/ 8 h 4"/>
                <a:gd name="T4" fmla="*/ 0 w 11"/>
                <a:gd name="T5" fmla="*/ 14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4">
                  <a:moveTo>
                    <a:pt x="11" y="0"/>
                  </a:moveTo>
                  <a:cubicBezTo>
                    <a:pt x="10" y="1"/>
                    <a:pt x="8" y="1"/>
                    <a:pt x="6" y="2"/>
                  </a:cubicBezTo>
                  <a:cubicBezTo>
                    <a:pt x="5" y="3"/>
                    <a:pt x="2" y="4"/>
                    <a:pt x="0" y="4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9830" name="Freeform 1060">
              <a:extLst>
                <a:ext uri="{FF2B5EF4-FFF2-40B4-BE49-F238E27FC236}">
                  <a16:creationId xmlns:a16="http://schemas.microsoft.com/office/drawing/2014/main" id="{EFE7873E-EF98-473A-94AF-CDFA4874AA68}"/>
                </a:ext>
              </a:extLst>
            </p:cNvPr>
            <p:cNvSpPr>
              <a:spLocks/>
            </p:cNvSpPr>
            <p:nvPr/>
          </p:nvSpPr>
          <p:spPr bwMode="auto">
            <a:xfrm>
              <a:off x="740" y="1039"/>
              <a:ext cx="16" cy="3"/>
            </a:xfrm>
            <a:custGeom>
              <a:avLst/>
              <a:gdLst>
                <a:gd name="T0" fmla="*/ 42 w 10"/>
                <a:gd name="T1" fmla="*/ 0 h 2"/>
                <a:gd name="T2" fmla="*/ 0 w 10"/>
                <a:gd name="T3" fmla="*/ 5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">
                  <a:moveTo>
                    <a:pt x="10" y="0"/>
                  </a:moveTo>
                  <a:cubicBezTo>
                    <a:pt x="7" y="1"/>
                    <a:pt x="4" y="2"/>
                    <a:pt x="0" y="1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9831" name="Freeform 1061">
              <a:extLst>
                <a:ext uri="{FF2B5EF4-FFF2-40B4-BE49-F238E27FC236}">
                  <a16:creationId xmlns:a16="http://schemas.microsoft.com/office/drawing/2014/main" id="{B09A7A51-8ABA-4BB7-B0A5-654E98361C92}"/>
                </a:ext>
              </a:extLst>
            </p:cNvPr>
            <p:cNvSpPr>
              <a:spLocks/>
            </p:cNvSpPr>
            <p:nvPr/>
          </p:nvSpPr>
          <p:spPr bwMode="auto">
            <a:xfrm>
              <a:off x="749" y="1032"/>
              <a:ext cx="13" cy="5"/>
            </a:xfrm>
            <a:custGeom>
              <a:avLst/>
              <a:gdLst>
                <a:gd name="T0" fmla="*/ 34 w 8"/>
                <a:gd name="T1" fmla="*/ 13 h 3"/>
                <a:gd name="T2" fmla="*/ 21 w 8"/>
                <a:gd name="T3" fmla="*/ 8 h 3"/>
                <a:gd name="T4" fmla="*/ 0 w 8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3">
                  <a:moveTo>
                    <a:pt x="8" y="3"/>
                  </a:moveTo>
                  <a:cubicBezTo>
                    <a:pt x="8" y="2"/>
                    <a:pt x="6" y="2"/>
                    <a:pt x="5" y="2"/>
                  </a:cubicBezTo>
                  <a:cubicBezTo>
                    <a:pt x="3" y="2"/>
                    <a:pt x="1" y="1"/>
                    <a:pt x="0" y="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9832" name="Freeform 1062">
              <a:extLst>
                <a:ext uri="{FF2B5EF4-FFF2-40B4-BE49-F238E27FC236}">
                  <a16:creationId xmlns:a16="http://schemas.microsoft.com/office/drawing/2014/main" id="{0B65F483-E5B1-446E-BBED-D342F3B8941D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" y="1028"/>
              <a:ext cx="7" cy="6"/>
            </a:xfrm>
            <a:custGeom>
              <a:avLst/>
              <a:gdLst>
                <a:gd name="T0" fmla="*/ 14 w 5"/>
                <a:gd name="T1" fmla="*/ 14 h 4"/>
                <a:gd name="T2" fmla="*/ 0 w 5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4">
                  <a:moveTo>
                    <a:pt x="5" y="4"/>
                  </a:moveTo>
                  <a:cubicBezTo>
                    <a:pt x="3" y="3"/>
                    <a:pt x="2" y="2"/>
                    <a:pt x="0" y="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9833" name="Freeform 1063">
              <a:extLst>
                <a:ext uri="{FF2B5EF4-FFF2-40B4-BE49-F238E27FC236}">
                  <a16:creationId xmlns:a16="http://schemas.microsoft.com/office/drawing/2014/main" id="{D408464A-6BBF-4B5F-8B03-72CA31288A1D}"/>
                </a:ext>
              </a:extLst>
            </p:cNvPr>
            <p:cNvSpPr>
              <a:spLocks/>
            </p:cNvSpPr>
            <p:nvPr/>
          </p:nvSpPr>
          <p:spPr bwMode="auto">
            <a:xfrm>
              <a:off x="743" y="1060"/>
              <a:ext cx="11" cy="6"/>
            </a:xfrm>
            <a:custGeom>
              <a:avLst/>
              <a:gdLst>
                <a:gd name="T0" fmla="*/ 27 w 7"/>
                <a:gd name="T1" fmla="*/ 8 h 4"/>
                <a:gd name="T2" fmla="*/ 0 w 7"/>
                <a:gd name="T3" fmla="*/ 14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4">
                  <a:moveTo>
                    <a:pt x="7" y="2"/>
                  </a:moveTo>
                  <a:cubicBezTo>
                    <a:pt x="6" y="0"/>
                    <a:pt x="1" y="4"/>
                    <a:pt x="0" y="4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9834" name="Freeform 1064">
              <a:extLst>
                <a:ext uri="{FF2B5EF4-FFF2-40B4-BE49-F238E27FC236}">
                  <a16:creationId xmlns:a16="http://schemas.microsoft.com/office/drawing/2014/main" id="{578DC4AC-0B14-4080-8099-26C050810C99}"/>
                </a:ext>
              </a:extLst>
            </p:cNvPr>
            <p:cNvSpPr>
              <a:spLocks/>
            </p:cNvSpPr>
            <p:nvPr/>
          </p:nvSpPr>
          <p:spPr bwMode="auto">
            <a:xfrm>
              <a:off x="752" y="1065"/>
              <a:ext cx="5" cy="5"/>
            </a:xfrm>
            <a:custGeom>
              <a:avLst/>
              <a:gdLst>
                <a:gd name="T0" fmla="*/ 13 w 3"/>
                <a:gd name="T1" fmla="*/ 0 h 3"/>
                <a:gd name="T2" fmla="*/ 0 w 3"/>
                <a:gd name="T3" fmla="*/ 13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3">
                  <a:moveTo>
                    <a:pt x="3" y="0"/>
                  </a:moveTo>
                  <a:cubicBezTo>
                    <a:pt x="2" y="1"/>
                    <a:pt x="1" y="2"/>
                    <a:pt x="0" y="3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9835" name="Freeform 1065">
              <a:extLst>
                <a:ext uri="{FF2B5EF4-FFF2-40B4-BE49-F238E27FC236}">
                  <a16:creationId xmlns:a16="http://schemas.microsoft.com/office/drawing/2014/main" id="{2EF0B5B7-BB3F-4E87-9C25-768D93F3C74C}"/>
                </a:ext>
              </a:extLst>
            </p:cNvPr>
            <p:cNvSpPr>
              <a:spLocks/>
            </p:cNvSpPr>
            <p:nvPr/>
          </p:nvSpPr>
          <p:spPr bwMode="auto">
            <a:xfrm>
              <a:off x="752" y="1042"/>
              <a:ext cx="8" cy="21"/>
            </a:xfrm>
            <a:custGeom>
              <a:avLst/>
              <a:gdLst>
                <a:gd name="T0" fmla="*/ 13 w 5"/>
                <a:gd name="T1" fmla="*/ 0 h 14"/>
                <a:gd name="T2" fmla="*/ 21 w 5"/>
                <a:gd name="T3" fmla="*/ 48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4">
                  <a:moveTo>
                    <a:pt x="3" y="0"/>
                  </a:moveTo>
                  <a:cubicBezTo>
                    <a:pt x="3" y="0"/>
                    <a:pt x="0" y="6"/>
                    <a:pt x="5" y="14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9836" name="Freeform 1066">
              <a:extLst>
                <a:ext uri="{FF2B5EF4-FFF2-40B4-BE49-F238E27FC236}">
                  <a16:creationId xmlns:a16="http://schemas.microsoft.com/office/drawing/2014/main" id="{76812FD0-EF08-40CB-B18A-B1EDB37EFEFB}"/>
                </a:ext>
              </a:extLst>
            </p:cNvPr>
            <p:cNvSpPr>
              <a:spLocks/>
            </p:cNvSpPr>
            <p:nvPr/>
          </p:nvSpPr>
          <p:spPr bwMode="auto">
            <a:xfrm>
              <a:off x="804" y="1039"/>
              <a:ext cx="4" cy="20"/>
            </a:xfrm>
            <a:custGeom>
              <a:avLst/>
              <a:gdLst>
                <a:gd name="T0" fmla="*/ 0 w 3"/>
                <a:gd name="T1" fmla="*/ 0 h 13"/>
                <a:gd name="T2" fmla="*/ 0 w 3"/>
                <a:gd name="T3" fmla="*/ 48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3">
                  <a:moveTo>
                    <a:pt x="0" y="0"/>
                  </a:moveTo>
                  <a:cubicBezTo>
                    <a:pt x="0" y="0"/>
                    <a:pt x="3" y="7"/>
                    <a:pt x="0" y="13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9837" name="Freeform 1067">
              <a:extLst>
                <a:ext uri="{FF2B5EF4-FFF2-40B4-BE49-F238E27FC236}">
                  <a16:creationId xmlns:a16="http://schemas.microsoft.com/office/drawing/2014/main" id="{F482ED69-6E56-43DB-B8A7-346B45932039}"/>
                </a:ext>
              </a:extLst>
            </p:cNvPr>
            <p:cNvSpPr>
              <a:spLocks/>
            </p:cNvSpPr>
            <p:nvPr/>
          </p:nvSpPr>
          <p:spPr bwMode="auto">
            <a:xfrm>
              <a:off x="914" y="1008"/>
              <a:ext cx="80" cy="35"/>
            </a:xfrm>
            <a:custGeom>
              <a:avLst/>
              <a:gdLst>
                <a:gd name="T0" fmla="*/ 102 w 52"/>
                <a:gd name="T1" fmla="*/ 76 h 23"/>
                <a:gd name="T2" fmla="*/ 69 w 52"/>
                <a:gd name="T3" fmla="*/ 76 h 23"/>
                <a:gd name="T4" fmla="*/ 22 w 52"/>
                <a:gd name="T5" fmla="*/ 70 h 23"/>
                <a:gd name="T6" fmla="*/ 12 w 52"/>
                <a:gd name="T7" fmla="*/ 70 h 23"/>
                <a:gd name="T8" fmla="*/ 8 w 52"/>
                <a:gd name="T9" fmla="*/ 70 h 23"/>
                <a:gd name="T10" fmla="*/ 0 w 52"/>
                <a:gd name="T11" fmla="*/ 67 h 23"/>
                <a:gd name="T12" fmla="*/ 5 w 52"/>
                <a:gd name="T13" fmla="*/ 61 h 23"/>
                <a:gd name="T14" fmla="*/ 12 w 52"/>
                <a:gd name="T15" fmla="*/ 49 h 23"/>
                <a:gd name="T16" fmla="*/ 34 w 52"/>
                <a:gd name="T17" fmla="*/ 32 h 23"/>
                <a:gd name="T18" fmla="*/ 100 w 52"/>
                <a:gd name="T19" fmla="*/ 8 h 23"/>
                <a:gd name="T20" fmla="*/ 142 w 52"/>
                <a:gd name="T21" fmla="*/ 8 h 23"/>
                <a:gd name="T22" fmla="*/ 168 w 52"/>
                <a:gd name="T23" fmla="*/ 18 h 23"/>
                <a:gd name="T24" fmla="*/ 182 w 52"/>
                <a:gd name="T25" fmla="*/ 27 h 23"/>
                <a:gd name="T26" fmla="*/ 185 w 52"/>
                <a:gd name="T27" fmla="*/ 32 h 23"/>
                <a:gd name="T28" fmla="*/ 189 w 52"/>
                <a:gd name="T29" fmla="*/ 35 h 23"/>
                <a:gd name="T30" fmla="*/ 157 w 52"/>
                <a:gd name="T31" fmla="*/ 67 h 23"/>
                <a:gd name="T32" fmla="*/ 102 w 52"/>
                <a:gd name="T33" fmla="*/ 76 h 2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52" h="23">
                  <a:moveTo>
                    <a:pt x="28" y="22"/>
                  </a:moveTo>
                  <a:cubicBezTo>
                    <a:pt x="25" y="22"/>
                    <a:pt x="22" y="22"/>
                    <a:pt x="19" y="22"/>
                  </a:cubicBezTo>
                  <a:cubicBezTo>
                    <a:pt x="15" y="21"/>
                    <a:pt x="10" y="21"/>
                    <a:pt x="6" y="20"/>
                  </a:cubicBezTo>
                  <a:cubicBezTo>
                    <a:pt x="5" y="20"/>
                    <a:pt x="4" y="20"/>
                    <a:pt x="3" y="20"/>
                  </a:cubicBezTo>
                  <a:cubicBezTo>
                    <a:pt x="3" y="20"/>
                    <a:pt x="2" y="20"/>
                    <a:pt x="2" y="20"/>
                  </a:cubicBezTo>
                  <a:cubicBezTo>
                    <a:pt x="1" y="21"/>
                    <a:pt x="0" y="21"/>
                    <a:pt x="0" y="19"/>
                  </a:cubicBezTo>
                  <a:cubicBezTo>
                    <a:pt x="0" y="18"/>
                    <a:pt x="0" y="18"/>
                    <a:pt x="1" y="17"/>
                  </a:cubicBezTo>
                  <a:cubicBezTo>
                    <a:pt x="1" y="16"/>
                    <a:pt x="2" y="15"/>
                    <a:pt x="3" y="14"/>
                  </a:cubicBezTo>
                  <a:cubicBezTo>
                    <a:pt x="4" y="12"/>
                    <a:pt x="7" y="11"/>
                    <a:pt x="9" y="9"/>
                  </a:cubicBezTo>
                  <a:cubicBezTo>
                    <a:pt x="14" y="6"/>
                    <a:pt x="21" y="3"/>
                    <a:pt x="27" y="2"/>
                  </a:cubicBezTo>
                  <a:cubicBezTo>
                    <a:pt x="32" y="1"/>
                    <a:pt x="34" y="0"/>
                    <a:pt x="39" y="2"/>
                  </a:cubicBezTo>
                  <a:cubicBezTo>
                    <a:pt x="41" y="2"/>
                    <a:pt x="44" y="4"/>
                    <a:pt x="46" y="5"/>
                  </a:cubicBezTo>
                  <a:cubicBezTo>
                    <a:pt x="47" y="6"/>
                    <a:pt x="48" y="7"/>
                    <a:pt x="50" y="8"/>
                  </a:cubicBezTo>
                  <a:cubicBezTo>
                    <a:pt x="50" y="8"/>
                    <a:pt x="51" y="9"/>
                    <a:pt x="51" y="9"/>
                  </a:cubicBezTo>
                  <a:cubicBezTo>
                    <a:pt x="51" y="9"/>
                    <a:pt x="52" y="10"/>
                    <a:pt x="52" y="10"/>
                  </a:cubicBezTo>
                  <a:cubicBezTo>
                    <a:pt x="48" y="12"/>
                    <a:pt x="48" y="17"/>
                    <a:pt x="43" y="19"/>
                  </a:cubicBezTo>
                  <a:cubicBezTo>
                    <a:pt x="39" y="21"/>
                    <a:pt x="33" y="23"/>
                    <a:pt x="28" y="2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9838" name="Freeform 1068">
              <a:extLst>
                <a:ext uri="{FF2B5EF4-FFF2-40B4-BE49-F238E27FC236}">
                  <a16:creationId xmlns:a16="http://schemas.microsoft.com/office/drawing/2014/main" id="{BF437969-68E8-4E08-AF5F-5F6EF412CF27}"/>
                </a:ext>
              </a:extLst>
            </p:cNvPr>
            <p:cNvSpPr>
              <a:spLocks/>
            </p:cNvSpPr>
            <p:nvPr/>
          </p:nvSpPr>
          <p:spPr bwMode="auto">
            <a:xfrm>
              <a:off x="929" y="1001"/>
              <a:ext cx="57" cy="45"/>
            </a:xfrm>
            <a:custGeom>
              <a:avLst/>
              <a:gdLst>
                <a:gd name="T0" fmla="*/ 12 w 37"/>
                <a:gd name="T1" fmla="*/ 40 h 29"/>
                <a:gd name="T2" fmla="*/ 18 w 37"/>
                <a:gd name="T3" fmla="*/ 95 h 29"/>
                <a:gd name="T4" fmla="*/ 116 w 37"/>
                <a:gd name="T5" fmla="*/ 87 h 29"/>
                <a:gd name="T6" fmla="*/ 114 w 37"/>
                <a:gd name="T7" fmla="*/ 26 h 29"/>
                <a:gd name="T8" fmla="*/ 12 w 37"/>
                <a:gd name="T9" fmla="*/ 40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" h="29">
                  <a:moveTo>
                    <a:pt x="3" y="11"/>
                  </a:moveTo>
                  <a:cubicBezTo>
                    <a:pt x="3" y="11"/>
                    <a:pt x="0" y="19"/>
                    <a:pt x="5" y="25"/>
                  </a:cubicBezTo>
                  <a:cubicBezTo>
                    <a:pt x="5" y="25"/>
                    <a:pt x="24" y="29"/>
                    <a:pt x="32" y="23"/>
                  </a:cubicBezTo>
                  <a:cubicBezTo>
                    <a:pt x="32" y="23"/>
                    <a:pt x="37" y="14"/>
                    <a:pt x="31" y="7"/>
                  </a:cubicBezTo>
                  <a:cubicBezTo>
                    <a:pt x="31" y="7"/>
                    <a:pt x="21" y="0"/>
                    <a:pt x="3" y="11"/>
                  </a:cubicBezTo>
                  <a:close/>
                </a:path>
              </a:pathLst>
            </a:custGeom>
            <a:solidFill>
              <a:srgbClr val="659B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9839" name="Freeform 1069">
              <a:extLst>
                <a:ext uri="{FF2B5EF4-FFF2-40B4-BE49-F238E27FC236}">
                  <a16:creationId xmlns:a16="http://schemas.microsoft.com/office/drawing/2014/main" id="{92DBE788-84F1-4B82-90D8-9E52918ECA13}"/>
                </a:ext>
              </a:extLst>
            </p:cNvPr>
            <p:cNvSpPr>
              <a:spLocks/>
            </p:cNvSpPr>
            <p:nvPr/>
          </p:nvSpPr>
          <p:spPr bwMode="auto">
            <a:xfrm>
              <a:off x="914" y="1001"/>
              <a:ext cx="80" cy="42"/>
            </a:xfrm>
            <a:custGeom>
              <a:avLst/>
              <a:gdLst>
                <a:gd name="T0" fmla="*/ 102 w 52"/>
                <a:gd name="T1" fmla="*/ 101 h 27"/>
                <a:gd name="T2" fmla="*/ 69 w 52"/>
                <a:gd name="T3" fmla="*/ 96 h 27"/>
                <a:gd name="T4" fmla="*/ 22 w 52"/>
                <a:gd name="T5" fmla="*/ 95 h 27"/>
                <a:gd name="T6" fmla="*/ 12 w 52"/>
                <a:gd name="T7" fmla="*/ 90 h 27"/>
                <a:gd name="T8" fmla="*/ 5 w 52"/>
                <a:gd name="T9" fmla="*/ 95 h 27"/>
                <a:gd name="T10" fmla="*/ 0 w 52"/>
                <a:gd name="T11" fmla="*/ 90 h 27"/>
                <a:gd name="T12" fmla="*/ 0 w 52"/>
                <a:gd name="T13" fmla="*/ 79 h 27"/>
                <a:gd name="T14" fmla="*/ 80 w 52"/>
                <a:gd name="T15" fmla="*/ 26 h 27"/>
                <a:gd name="T16" fmla="*/ 189 w 52"/>
                <a:gd name="T17" fmla="*/ 48 h 27"/>
                <a:gd name="T18" fmla="*/ 189 w 52"/>
                <a:gd name="T19" fmla="*/ 56 h 27"/>
                <a:gd name="T20" fmla="*/ 157 w 52"/>
                <a:gd name="T21" fmla="*/ 87 h 27"/>
                <a:gd name="T22" fmla="*/ 102 w 52"/>
                <a:gd name="T23" fmla="*/ 101 h 2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2" h="27">
                  <a:moveTo>
                    <a:pt x="28" y="27"/>
                  </a:moveTo>
                  <a:cubicBezTo>
                    <a:pt x="25" y="27"/>
                    <a:pt x="22" y="26"/>
                    <a:pt x="19" y="26"/>
                  </a:cubicBezTo>
                  <a:cubicBezTo>
                    <a:pt x="14" y="26"/>
                    <a:pt x="10" y="25"/>
                    <a:pt x="6" y="25"/>
                  </a:cubicBezTo>
                  <a:cubicBezTo>
                    <a:pt x="5" y="24"/>
                    <a:pt x="4" y="24"/>
                    <a:pt x="3" y="24"/>
                  </a:cubicBezTo>
                  <a:cubicBezTo>
                    <a:pt x="3" y="24"/>
                    <a:pt x="2" y="25"/>
                    <a:pt x="1" y="25"/>
                  </a:cubicBezTo>
                  <a:cubicBezTo>
                    <a:pt x="1" y="25"/>
                    <a:pt x="0" y="25"/>
                    <a:pt x="0" y="24"/>
                  </a:cubicBezTo>
                  <a:cubicBezTo>
                    <a:pt x="0" y="23"/>
                    <a:pt x="0" y="22"/>
                    <a:pt x="0" y="21"/>
                  </a:cubicBezTo>
                  <a:cubicBezTo>
                    <a:pt x="4" y="15"/>
                    <a:pt x="17" y="8"/>
                    <a:pt x="22" y="7"/>
                  </a:cubicBezTo>
                  <a:cubicBezTo>
                    <a:pt x="40" y="0"/>
                    <a:pt x="51" y="13"/>
                    <a:pt x="52" y="13"/>
                  </a:cubicBezTo>
                  <a:cubicBezTo>
                    <a:pt x="52" y="13"/>
                    <a:pt x="52" y="15"/>
                    <a:pt x="52" y="15"/>
                  </a:cubicBezTo>
                  <a:cubicBezTo>
                    <a:pt x="48" y="16"/>
                    <a:pt x="48" y="21"/>
                    <a:pt x="43" y="23"/>
                  </a:cubicBezTo>
                  <a:cubicBezTo>
                    <a:pt x="39" y="25"/>
                    <a:pt x="33" y="27"/>
                    <a:pt x="28" y="27"/>
                  </a:cubicBezTo>
                  <a:close/>
                </a:path>
              </a:pathLst>
            </a:custGeom>
            <a:noFill/>
            <a:ln w="317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9840" name="Freeform 1070">
              <a:extLst>
                <a:ext uri="{FF2B5EF4-FFF2-40B4-BE49-F238E27FC236}">
                  <a16:creationId xmlns:a16="http://schemas.microsoft.com/office/drawing/2014/main" id="{10DCB013-705F-42EC-8FB7-4F1622A65749}"/>
                </a:ext>
              </a:extLst>
            </p:cNvPr>
            <p:cNvSpPr>
              <a:spLocks/>
            </p:cNvSpPr>
            <p:nvPr/>
          </p:nvSpPr>
          <p:spPr bwMode="auto">
            <a:xfrm>
              <a:off x="951" y="1017"/>
              <a:ext cx="15" cy="15"/>
            </a:xfrm>
            <a:custGeom>
              <a:avLst/>
              <a:gdLst>
                <a:gd name="T0" fmla="*/ 35 w 10"/>
                <a:gd name="T1" fmla="*/ 21 h 10"/>
                <a:gd name="T2" fmla="*/ 18 w 10"/>
                <a:gd name="T3" fmla="*/ 35 h 10"/>
                <a:gd name="T4" fmla="*/ 5 w 10"/>
                <a:gd name="T5" fmla="*/ 18 h 10"/>
                <a:gd name="T6" fmla="*/ 21 w 10"/>
                <a:gd name="T7" fmla="*/ 5 h 10"/>
                <a:gd name="T8" fmla="*/ 35 w 10"/>
                <a:gd name="T9" fmla="*/ 21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0">
                  <a:moveTo>
                    <a:pt x="10" y="6"/>
                  </a:moveTo>
                  <a:cubicBezTo>
                    <a:pt x="10" y="8"/>
                    <a:pt x="7" y="10"/>
                    <a:pt x="5" y="10"/>
                  </a:cubicBezTo>
                  <a:cubicBezTo>
                    <a:pt x="2" y="10"/>
                    <a:pt x="0" y="8"/>
                    <a:pt x="1" y="5"/>
                  </a:cubicBezTo>
                  <a:cubicBezTo>
                    <a:pt x="1" y="2"/>
                    <a:pt x="3" y="0"/>
                    <a:pt x="6" y="1"/>
                  </a:cubicBezTo>
                  <a:cubicBezTo>
                    <a:pt x="8" y="1"/>
                    <a:pt x="10" y="3"/>
                    <a:pt x="10" y="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9841" name="Freeform 1071">
              <a:extLst>
                <a:ext uri="{FF2B5EF4-FFF2-40B4-BE49-F238E27FC236}">
                  <a16:creationId xmlns:a16="http://schemas.microsoft.com/office/drawing/2014/main" id="{8C8DDAC0-F9D3-4F47-B9BC-33D878B87BCF}"/>
                </a:ext>
              </a:extLst>
            </p:cNvPr>
            <p:cNvSpPr>
              <a:spLocks/>
            </p:cNvSpPr>
            <p:nvPr/>
          </p:nvSpPr>
          <p:spPr bwMode="auto">
            <a:xfrm>
              <a:off x="937" y="1031"/>
              <a:ext cx="42" cy="9"/>
            </a:xfrm>
            <a:custGeom>
              <a:avLst/>
              <a:gdLst>
                <a:gd name="T0" fmla="*/ 0 w 27"/>
                <a:gd name="T1" fmla="*/ 12 h 6"/>
                <a:gd name="T2" fmla="*/ 12 w 27"/>
                <a:gd name="T3" fmla="*/ 12 h 6"/>
                <a:gd name="T4" fmla="*/ 19 w 27"/>
                <a:gd name="T5" fmla="*/ 8 h 6"/>
                <a:gd name="T6" fmla="*/ 39 w 27"/>
                <a:gd name="T7" fmla="*/ 12 h 6"/>
                <a:gd name="T8" fmla="*/ 73 w 27"/>
                <a:gd name="T9" fmla="*/ 8 h 6"/>
                <a:gd name="T10" fmla="*/ 95 w 27"/>
                <a:gd name="T11" fmla="*/ 5 h 6"/>
                <a:gd name="T12" fmla="*/ 90 w 27"/>
                <a:gd name="T13" fmla="*/ 12 h 6"/>
                <a:gd name="T14" fmla="*/ 53 w 27"/>
                <a:gd name="T15" fmla="*/ 18 h 6"/>
                <a:gd name="T16" fmla="*/ 26 w 27"/>
                <a:gd name="T17" fmla="*/ 18 h 6"/>
                <a:gd name="T18" fmla="*/ 0 w 27"/>
                <a:gd name="T19" fmla="*/ 14 h 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7" h="6">
                  <a:moveTo>
                    <a:pt x="0" y="3"/>
                  </a:moveTo>
                  <a:cubicBezTo>
                    <a:pt x="1" y="3"/>
                    <a:pt x="2" y="3"/>
                    <a:pt x="3" y="3"/>
                  </a:cubicBezTo>
                  <a:cubicBezTo>
                    <a:pt x="4" y="3"/>
                    <a:pt x="5" y="2"/>
                    <a:pt x="5" y="2"/>
                  </a:cubicBezTo>
                  <a:cubicBezTo>
                    <a:pt x="7" y="2"/>
                    <a:pt x="8" y="2"/>
                    <a:pt x="10" y="3"/>
                  </a:cubicBezTo>
                  <a:cubicBezTo>
                    <a:pt x="13" y="4"/>
                    <a:pt x="16" y="3"/>
                    <a:pt x="19" y="2"/>
                  </a:cubicBezTo>
                  <a:cubicBezTo>
                    <a:pt x="21" y="1"/>
                    <a:pt x="23" y="0"/>
                    <a:pt x="25" y="1"/>
                  </a:cubicBezTo>
                  <a:cubicBezTo>
                    <a:pt x="27" y="1"/>
                    <a:pt x="25" y="3"/>
                    <a:pt x="24" y="3"/>
                  </a:cubicBezTo>
                  <a:cubicBezTo>
                    <a:pt x="21" y="5"/>
                    <a:pt x="17" y="5"/>
                    <a:pt x="14" y="5"/>
                  </a:cubicBezTo>
                  <a:cubicBezTo>
                    <a:pt x="11" y="6"/>
                    <a:pt x="9" y="5"/>
                    <a:pt x="7" y="5"/>
                  </a:cubicBezTo>
                  <a:cubicBezTo>
                    <a:pt x="5" y="5"/>
                    <a:pt x="1" y="5"/>
                    <a:pt x="0" y="4"/>
                  </a:cubicBezTo>
                </a:path>
              </a:pathLst>
            </a:custGeom>
            <a:solidFill>
              <a:srgbClr val="93B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9842" name="Freeform 1072">
              <a:extLst>
                <a:ext uri="{FF2B5EF4-FFF2-40B4-BE49-F238E27FC236}">
                  <a16:creationId xmlns:a16="http://schemas.microsoft.com/office/drawing/2014/main" id="{3BAA67B6-7DDB-4836-AA62-FD49D9C8C3C3}"/>
                </a:ext>
              </a:extLst>
            </p:cNvPr>
            <p:cNvSpPr>
              <a:spLocks/>
            </p:cNvSpPr>
            <p:nvPr/>
          </p:nvSpPr>
          <p:spPr bwMode="auto">
            <a:xfrm>
              <a:off x="948" y="1019"/>
              <a:ext cx="7" cy="7"/>
            </a:xfrm>
            <a:custGeom>
              <a:avLst/>
              <a:gdLst>
                <a:gd name="T0" fmla="*/ 14 w 5"/>
                <a:gd name="T1" fmla="*/ 8 h 5"/>
                <a:gd name="T2" fmla="*/ 6 w 5"/>
                <a:gd name="T3" fmla="*/ 14 h 5"/>
                <a:gd name="T4" fmla="*/ 0 w 5"/>
                <a:gd name="T5" fmla="*/ 8 h 5"/>
                <a:gd name="T6" fmla="*/ 8 w 5"/>
                <a:gd name="T7" fmla="*/ 0 h 5"/>
                <a:gd name="T8" fmla="*/ 14 w 5"/>
                <a:gd name="T9" fmla="*/ 8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5" y="3"/>
                  </a:moveTo>
                  <a:cubicBezTo>
                    <a:pt x="5" y="4"/>
                    <a:pt x="4" y="5"/>
                    <a:pt x="2" y="5"/>
                  </a:cubicBezTo>
                  <a:cubicBezTo>
                    <a:pt x="1" y="5"/>
                    <a:pt x="0" y="4"/>
                    <a:pt x="0" y="3"/>
                  </a:cubicBezTo>
                  <a:cubicBezTo>
                    <a:pt x="0" y="1"/>
                    <a:pt x="1" y="0"/>
                    <a:pt x="3" y="0"/>
                  </a:cubicBezTo>
                  <a:cubicBezTo>
                    <a:pt x="4" y="0"/>
                    <a:pt x="5" y="2"/>
                    <a:pt x="5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9843" name="Freeform 1073">
              <a:extLst>
                <a:ext uri="{FF2B5EF4-FFF2-40B4-BE49-F238E27FC236}">
                  <a16:creationId xmlns:a16="http://schemas.microsoft.com/office/drawing/2014/main" id="{F26770E0-34E8-4D84-B737-1BBB0917F322}"/>
                </a:ext>
              </a:extLst>
            </p:cNvPr>
            <p:cNvSpPr>
              <a:spLocks/>
            </p:cNvSpPr>
            <p:nvPr/>
          </p:nvSpPr>
          <p:spPr bwMode="auto">
            <a:xfrm>
              <a:off x="923" y="981"/>
              <a:ext cx="71" cy="33"/>
            </a:xfrm>
            <a:custGeom>
              <a:avLst/>
              <a:gdLst>
                <a:gd name="T0" fmla="*/ 0 w 46"/>
                <a:gd name="T1" fmla="*/ 82 h 21"/>
                <a:gd name="T2" fmla="*/ 170 w 46"/>
                <a:gd name="T3" fmla="*/ 66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6" h="21">
                  <a:moveTo>
                    <a:pt x="0" y="21"/>
                  </a:moveTo>
                  <a:cubicBezTo>
                    <a:pt x="0" y="21"/>
                    <a:pt x="23" y="0"/>
                    <a:pt x="46" y="17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9844" name="Freeform 1074">
              <a:extLst>
                <a:ext uri="{FF2B5EF4-FFF2-40B4-BE49-F238E27FC236}">
                  <a16:creationId xmlns:a16="http://schemas.microsoft.com/office/drawing/2014/main" id="{5D8DEBB6-3D84-455C-A14C-186477B52A64}"/>
                </a:ext>
              </a:extLst>
            </p:cNvPr>
            <p:cNvSpPr>
              <a:spLocks/>
            </p:cNvSpPr>
            <p:nvPr/>
          </p:nvSpPr>
          <p:spPr bwMode="auto">
            <a:xfrm>
              <a:off x="915" y="972"/>
              <a:ext cx="91" cy="29"/>
            </a:xfrm>
            <a:custGeom>
              <a:avLst/>
              <a:gdLst>
                <a:gd name="T0" fmla="*/ 0 w 59"/>
                <a:gd name="T1" fmla="*/ 56 h 19"/>
                <a:gd name="T2" fmla="*/ 216 w 59"/>
                <a:gd name="T3" fmla="*/ 67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9" h="19">
                  <a:moveTo>
                    <a:pt x="0" y="16"/>
                  </a:moveTo>
                  <a:cubicBezTo>
                    <a:pt x="0" y="16"/>
                    <a:pt x="42" y="0"/>
                    <a:pt x="59" y="19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9845" name="Freeform 1075">
              <a:extLst>
                <a:ext uri="{FF2B5EF4-FFF2-40B4-BE49-F238E27FC236}">
                  <a16:creationId xmlns:a16="http://schemas.microsoft.com/office/drawing/2014/main" id="{A78AFCBA-E1C4-4E75-BF48-8DD95C61A0B7}"/>
                </a:ext>
              </a:extLst>
            </p:cNvPr>
            <p:cNvSpPr>
              <a:spLocks/>
            </p:cNvSpPr>
            <p:nvPr/>
          </p:nvSpPr>
          <p:spPr bwMode="auto">
            <a:xfrm>
              <a:off x="918" y="1034"/>
              <a:ext cx="1" cy="5"/>
            </a:xfrm>
            <a:custGeom>
              <a:avLst/>
              <a:gdLst>
                <a:gd name="T0" fmla="*/ 0 w 1"/>
                <a:gd name="T1" fmla="*/ 13 h 3"/>
                <a:gd name="T2" fmla="*/ 0 w 1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cubicBezTo>
                    <a:pt x="0" y="2"/>
                    <a:pt x="0" y="1"/>
                    <a:pt x="0" y="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9846" name="Freeform 1076">
              <a:extLst>
                <a:ext uri="{FF2B5EF4-FFF2-40B4-BE49-F238E27FC236}">
                  <a16:creationId xmlns:a16="http://schemas.microsoft.com/office/drawing/2014/main" id="{0F0F5695-CCA9-4A52-8FC2-F1EDC1A76B61}"/>
                </a:ext>
              </a:extLst>
            </p:cNvPr>
            <p:cNvSpPr>
              <a:spLocks/>
            </p:cNvSpPr>
            <p:nvPr/>
          </p:nvSpPr>
          <p:spPr bwMode="auto">
            <a:xfrm>
              <a:off x="912" y="1053"/>
              <a:ext cx="48" cy="10"/>
            </a:xfrm>
            <a:custGeom>
              <a:avLst/>
              <a:gdLst>
                <a:gd name="T0" fmla="*/ 8 w 31"/>
                <a:gd name="T1" fmla="*/ 0 h 7"/>
                <a:gd name="T2" fmla="*/ 22 w 31"/>
                <a:gd name="T3" fmla="*/ 6 h 7"/>
                <a:gd name="T4" fmla="*/ 48 w 31"/>
                <a:gd name="T5" fmla="*/ 9 h 7"/>
                <a:gd name="T6" fmla="*/ 82 w 31"/>
                <a:gd name="T7" fmla="*/ 14 h 7"/>
                <a:gd name="T8" fmla="*/ 115 w 31"/>
                <a:gd name="T9" fmla="*/ 14 h 7"/>
                <a:gd name="T10" fmla="*/ 93 w 31"/>
                <a:gd name="T11" fmla="*/ 20 h 7"/>
                <a:gd name="T12" fmla="*/ 48 w 31"/>
                <a:gd name="T13" fmla="*/ 14 h 7"/>
                <a:gd name="T14" fmla="*/ 12 w 31"/>
                <a:gd name="T15" fmla="*/ 6 h 7"/>
                <a:gd name="T16" fmla="*/ 0 w 31"/>
                <a:gd name="T17" fmla="*/ 0 h 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1" h="7">
                  <a:moveTo>
                    <a:pt x="2" y="0"/>
                  </a:moveTo>
                  <a:cubicBezTo>
                    <a:pt x="4" y="0"/>
                    <a:pt x="5" y="1"/>
                    <a:pt x="6" y="2"/>
                  </a:cubicBezTo>
                  <a:cubicBezTo>
                    <a:pt x="8" y="2"/>
                    <a:pt x="11" y="3"/>
                    <a:pt x="13" y="3"/>
                  </a:cubicBezTo>
                  <a:cubicBezTo>
                    <a:pt x="16" y="3"/>
                    <a:pt x="19" y="4"/>
                    <a:pt x="22" y="5"/>
                  </a:cubicBezTo>
                  <a:cubicBezTo>
                    <a:pt x="25" y="5"/>
                    <a:pt x="28" y="5"/>
                    <a:pt x="31" y="5"/>
                  </a:cubicBezTo>
                  <a:cubicBezTo>
                    <a:pt x="31" y="7"/>
                    <a:pt x="26" y="7"/>
                    <a:pt x="25" y="7"/>
                  </a:cubicBezTo>
                  <a:cubicBezTo>
                    <a:pt x="20" y="7"/>
                    <a:pt x="17" y="6"/>
                    <a:pt x="13" y="5"/>
                  </a:cubicBezTo>
                  <a:cubicBezTo>
                    <a:pt x="9" y="5"/>
                    <a:pt x="6" y="4"/>
                    <a:pt x="3" y="2"/>
                  </a:cubicBezTo>
                  <a:cubicBezTo>
                    <a:pt x="2" y="2"/>
                    <a:pt x="1" y="1"/>
                    <a:pt x="0" y="0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9847" name="Freeform 1077">
              <a:extLst>
                <a:ext uri="{FF2B5EF4-FFF2-40B4-BE49-F238E27FC236}">
                  <a16:creationId xmlns:a16="http://schemas.microsoft.com/office/drawing/2014/main" id="{B8401E90-A0C1-475A-B0F1-FF2B6232A4EE}"/>
                </a:ext>
              </a:extLst>
            </p:cNvPr>
            <p:cNvSpPr>
              <a:spLocks/>
            </p:cNvSpPr>
            <p:nvPr/>
          </p:nvSpPr>
          <p:spPr bwMode="auto">
            <a:xfrm>
              <a:off x="979" y="1029"/>
              <a:ext cx="21" cy="16"/>
            </a:xfrm>
            <a:custGeom>
              <a:avLst/>
              <a:gdLst>
                <a:gd name="T0" fmla="*/ 48 w 14"/>
                <a:gd name="T1" fmla="*/ 0 h 10"/>
                <a:gd name="T2" fmla="*/ 0 w 14"/>
                <a:gd name="T3" fmla="*/ 42 h 10"/>
                <a:gd name="T4" fmla="*/ 27 w 14"/>
                <a:gd name="T5" fmla="*/ 29 h 10"/>
                <a:gd name="T6" fmla="*/ 41 w 14"/>
                <a:gd name="T7" fmla="*/ 8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0">
                  <a:moveTo>
                    <a:pt x="14" y="0"/>
                  </a:moveTo>
                  <a:cubicBezTo>
                    <a:pt x="9" y="2"/>
                    <a:pt x="5" y="8"/>
                    <a:pt x="0" y="10"/>
                  </a:cubicBezTo>
                  <a:cubicBezTo>
                    <a:pt x="3" y="9"/>
                    <a:pt x="5" y="8"/>
                    <a:pt x="8" y="7"/>
                  </a:cubicBezTo>
                  <a:cubicBezTo>
                    <a:pt x="10" y="5"/>
                    <a:pt x="11" y="3"/>
                    <a:pt x="12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9848" name="Freeform 1078">
              <a:extLst>
                <a:ext uri="{FF2B5EF4-FFF2-40B4-BE49-F238E27FC236}">
                  <a16:creationId xmlns:a16="http://schemas.microsoft.com/office/drawing/2014/main" id="{FDBFFD55-591F-4045-A1E6-DAC8812A4E85}"/>
                </a:ext>
              </a:extLst>
            </p:cNvPr>
            <p:cNvSpPr>
              <a:spLocks/>
            </p:cNvSpPr>
            <p:nvPr/>
          </p:nvSpPr>
          <p:spPr bwMode="auto">
            <a:xfrm>
              <a:off x="935" y="1012"/>
              <a:ext cx="47" cy="20"/>
            </a:xfrm>
            <a:custGeom>
              <a:avLst/>
              <a:gdLst>
                <a:gd name="T0" fmla="*/ 103 w 30"/>
                <a:gd name="T1" fmla="*/ 8 h 13"/>
                <a:gd name="T2" fmla="*/ 103 w 30"/>
                <a:gd name="T3" fmla="*/ 34 h 13"/>
                <a:gd name="T4" fmla="*/ 83 w 30"/>
                <a:gd name="T5" fmla="*/ 28 h 13"/>
                <a:gd name="T6" fmla="*/ 77 w 30"/>
                <a:gd name="T7" fmla="*/ 18 h 13"/>
                <a:gd name="T8" fmla="*/ 53 w 30"/>
                <a:gd name="T9" fmla="*/ 12 h 13"/>
                <a:gd name="T10" fmla="*/ 31 w 30"/>
                <a:gd name="T11" fmla="*/ 18 h 13"/>
                <a:gd name="T12" fmla="*/ 27 w 30"/>
                <a:gd name="T13" fmla="*/ 28 h 13"/>
                <a:gd name="T14" fmla="*/ 13 w 30"/>
                <a:gd name="T15" fmla="*/ 40 h 13"/>
                <a:gd name="T16" fmla="*/ 5 w 30"/>
                <a:gd name="T17" fmla="*/ 22 h 13"/>
                <a:gd name="T18" fmla="*/ 34 w 30"/>
                <a:gd name="T19" fmla="*/ 8 h 13"/>
                <a:gd name="T20" fmla="*/ 53 w 30"/>
                <a:gd name="T21" fmla="*/ 5 h 13"/>
                <a:gd name="T22" fmla="*/ 69 w 30"/>
                <a:gd name="T23" fmla="*/ 0 h 13"/>
                <a:gd name="T24" fmla="*/ 100 w 30"/>
                <a:gd name="T25" fmla="*/ 8 h 1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0" h="13">
                  <a:moveTo>
                    <a:pt x="27" y="2"/>
                  </a:moveTo>
                  <a:cubicBezTo>
                    <a:pt x="29" y="4"/>
                    <a:pt x="30" y="8"/>
                    <a:pt x="27" y="9"/>
                  </a:cubicBezTo>
                  <a:cubicBezTo>
                    <a:pt x="25" y="10"/>
                    <a:pt x="24" y="10"/>
                    <a:pt x="22" y="8"/>
                  </a:cubicBezTo>
                  <a:cubicBezTo>
                    <a:pt x="22" y="7"/>
                    <a:pt x="21" y="6"/>
                    <a:pt x="20" y="5"/>
                  </a:cubicBezTo>
                  <a:cubicBezTo>
                    <a:pt x="18" y="3"/>
                    <a:pt x="16" y="3"/>
                    <a:pt x="14" y="3"/>
                  </a:cubicBezTo>
                  <a:cubicBezTo>
                    <a:pt x="12" y="3"/>
                    <a:pt x="9" y="3"/>
                    <a:pt x="8" y="5"/>
                  </a:cubicBezTo>
                  <a:cubicBezTo>
                    <a:pt x="7" y="6"/>
                    <a:pt x="8" y="7"/>
                    <a:pt x="7" y="8"/>
                  </a:cubicBezTo>
                  <a:cubicBezTo>
                    <a:pt x="7" y="10"/>
                    <a:pt x="5" y="11"/>
                    <a:pt x="3" y="11"/>
                  </a:cubicBezTo>
                  <a:cubicBezTo>
                    <a:pt x="0" y="13"/>
                    <a:pt x="0" y="8"/>
                    <a:pt x="1" y="6"/>
                  </a:cubicBezTo>
                  <a:cubicBezTo>
                    <a:pt x="2" y="4"/>
                    <a:pt x="6" y="2"/>
                    <a:pt x="9" y="2"/>
                  </a:cubicBezTo>
                  <a:cubicBezTo>
                    <a:pt x="11" y="1"/>
                    <a:pt x="12" y="1"/>
                    <a:pt x="14" y="1"/>
                  </a:cubicBezTo>
                  <a:cubicBezTo>
                    <a:pt x="15" y="1"/>
                    <a:pt x="17" y="0"/>
                    <a:pt x="18" y="0"/>
                  </a:cubicBezTo>
                  <a:cubicBezTo>
                    <a:pt x="20" y="0"/>
                    <a:pt x="25" y="0"/>
                    <a:pt x="26" y="2"/>
                  </a:cubicBezTo>
                </a:path>
              </a:pathLst>
            </a:custGeom>
            <a:solidFill>
              <a:srgbClr val="4268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9849" name="Freeform 1079">
              <a:extLst>
                <a:ext uri="{FF2B5EF4-FFF2-40B4-BE49-F238E27FC236}">
                  <a16:creationId xmlns:a16="http://schemas.microsoft.com/office/drawing/2014/main" id="{58BF2963-ABBC-4255-BA37-ABCDBA2A0DE5}"/>
                </a:ext>
              </a:extLst>
            </p:cNvPr>
            <p:cNvSpPr>
              <a:spLocks/>
            </p:cNvSpPr>
            <p:nvPr/>
          </p:nvSpPr>
          <p:spPr bwMode="auto">
            <a:xfrm>
              <a:off x="992" y="1022"/>
              <a:ext cx="14" cy="4"/>
            </a:xfrm>
            <a:custGeom>
              <a:avLst/>
              <a:gdLst>
                <a:gd name="T0" fmla="*/ 0 w 9"/>
                <a:gd name="T1" fmla="*/ 0 h 3"/>
                <a:gd name="T2" fmla="*/ 14 w 9"/>
                <a:gd name="T3" fmla="*/ 5 h 3"/>
                <a:gd name="T4" fmla="*/ 34 w 9"/>
                <a:gd name="T5" fmla="*/ 7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3">
                  <a:moveTo>
                    <a:pt x="0" y="0"/>
                  </a:moveTo>
                  <a:cubicBezTo>
                    <a:pt x="1" y="0"/>
                    <a:pt x="2" y="2"/>
                    <a:pt x="4" y="2"/>
                  </a:cubicBezTo>
                  <a:cubicBezTo>
                    <a:pt x="6" y="3"/>
                    <a:pt x="8" y="3"/>
                    <a:pt x="9" y="3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9850" name="Freeform 1080">
              <a:extLst>
                <a:ext uri="{FF2B5EF4-FFF2-40B4-BE49-F238E27FC236}">
                  <a16:creationId xmlns:a16="http://schemas.microsoft.com/office/drawing/2014/main" id="{91F277A6-7B57-46D7-A49F-FDFE46EB05F5}"/>
                </a:ext>
              </a:extLst>
            </p:cNvPr>
            <p:cNvSpPr>
              <a:spLocks/>
            </p:cNvSpPr>
            <p:nvPr/>
          </p:nvSpPr>
          <p:spPr bwMode="auto">
            <a:xfrm>
              <a:off x="986" y="1015"/>
              <a:ext cx="17" cy="4"/>
            </a:xfrm>
            <a:custGeom>
              <a:avLst/>
              <a:gdLst>
                <a:gd name="T0" fmla="*/ 0 w 11"/>
                <a:gd name="T1" fmla="*/ 0 h 2"/>
                <a:gd name="T2" fmla="*/ 19 w 11"/>
                <a:gd name="T3" fmla="*/ 8 h 2"/>
                <a:gd name="T4" fmla="*/ 40 w 11"/>
                <a:gd name="T5" fmla="*/ 16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2">
                  <a:moveTo>
                    <a:pt x="0" y="0"/>
                  </a:moveTo>
                  <a:cubicBezTo>
                    <a:pt x="1" y="1"/>
                    <a:pt x="4" y="1"/>
                    <a:pt x="5" y="1"/>
                  </a:cubicBezTo>
                  <a:cubicBezTo>
                    <a:pt x="7" y="2"/>
                    <a:pt x="10" y="2"/>
                    <a:pt x="11" y="2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9851" name="Freeform 1081">
              <a:extLst>
                <a:ext uri="{FF2B5EF4-FFF2-40B4-BE49-F238E27FC236}">
                  <a16:creationId xmlns:a16="http://schemas.microsoft.com/office/drawing/2014/main" id="{7CAA99B1-336D-423D-8EB0-668CC8665D0F}"/>
                </a:ext>
              </a:extLst>
            </p:cNvPr>
            <p:cNvSpPr>
              <a:spLocks/>
            </p:cNvSpPr>
            <p:nvPr/>
          </p:nvSpPr>
          <p:spPr bwMode="auto">
            <a:xfrm>
              <a:off x="979" y="1009"/>
              <a:ext cx="15" cy="3"/>
            </a:xfrm>
            <a:custGeom>
              <a:avLst/>
              <a:gdLst>
                <a:gd name="T0" fmla="*/ 0 w 10"/>
                <a:gd name="T1" fmla="*/ 8 h 2"/>
                <a:gd name="T2" fmla="*/ 35 w 10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">
                  <a:moveTo>
                    <a:pt x="0" y="2"/>
                  </a:moveTo>
                  <a:cubicBezTo>
                    <a:pt x="4" y="1"/>
                    <a:pt x="7" y="2"/>
                    <a:pt x="10" y="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9852" name="Freeform 1082">
              <a:extLst>
                <a:ext uri="{FF2B5EF4-FFF2-40B4-BE49-F238E27FC236}">
                  <a16:creationId xmlns:a16="http://schemas.microsoft.com/office/drawing/2014/main" id="{BD5D7216-F88D-4903-ABAC-E2698E474FAA}"/>
                </a:ext>
              </a:extLst>
            </p:cNvPr>
            <p:cNvSpPr>
              <a:spLocks/>
            </p:cNvSpPr>
            <p:nvPr/>
          </p:nvSpPr>
          <p:spPr bwMode="auto">
            <a:xfrm>
              <a:off x="972" y="1005"/>
              <a:ext cx="13" cy="6"/>
            </a:xfrm>
            <a:custGeom>
              <a:avLst/>
              <a:gdLst>
                <a:gd name="T0" fmla="*/ 0 w 8"/>
                <a:gd name="T1" fmla="*/ 14 h 4"/>
                <a:gd name="T2" fmla="*/ 13 w 8"/>
                <a:gd name="T3" fmla="*/ 8 h 4"/>
                <a:gd name="T4" fmla="*/ 34 w 8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4">
                  <a:moveTo>
                    <a:pt x="0" y="4"/>
                  </a:moveTo>
                  <a:cubicBezTo>
                    <a:pt x="0" y="3"/>
                    <a:pt x="2" y="3"/>
                    <a:pt x="3" y="2"/>
                  </a:cubicBezTo>
                  <a:cubicBezTo>
                    <a:pt x="5" y="2"/>
                    <a:pt x="6" y="1"/>
                    <a:pt x="8" y="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9853" name="Freeform 1083">
              <a:extLst>
                <a:ext uri="{FF2B5EF4-FFF2-40B4-BE49-F238E27FC236}">
                  <a16:creationId xmlns:a16="http://schemas.microsoft.com/office/drawing/2014/main" id="{466AE230-CF14-4B4B-8D20-0C24997BF659}"/>
                </a:ext>
              </a:extLst>
            </p:cNvPr>
            <p:cNvSpPr>
              <a:spLocks/>
            </p:cNvSpPr>
            <p:nvPr/>
          </p:nvSpPr>
          <p:spPr bwMode="auto">
            <a:xfrm>
              <a:off x="968" y="1001"/>
              <a:ext cx="6" cy="8"/>
            </a:xfrm>
            <a:custGeom>
              <a:avLst/>
              <a:gdLst>
                <a:gd name="T0" fmla="*/ 0 w 4"/>
                <a:gd name="T1" fmla="*/ 21 h 5"/>
                <a:gd name="T2" fmla="*/ 14 w 4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5">
                  <a:moveTo>
                    <a:pt x="0" y="5"/>
                  </a:moveTo>
                  <a:cubicBezTo>
                    <a:pt x="1" y="4"/>
                    <a:pt x="3" y="2"/>
                    <a:pt x="4" y="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9854" name="Freeform 1084">
              <a:extLst>
                <a:ext uri="{FF2B5EF4-FFF2-40B4-BE49-F238E27FC236}">
                  <a16:creationId xmlns:a16="http://schemas.microsoft.com/office/drawing/2014/main" id="{872B2A79-8D73-48B4-8AD1-D8E620EBB5D0}"/>
                </a:ext>
              </a:extLst>
            </p:cNvPr>
            <p:cNvSpPr>
              <a:spLocks/>
            </p:cNvSpPr>
            <p:nvPr/>
          </p:nvSpPr>
          <p:spPr bwMode="auto">
            <a:xfrm>
              <a:off x="985" y="1032"/>
              <a:ext cx="12" cy="4"/>
            </a:xfrm>
            <a:custGeom>
              <a:avLst/>
              <a:gdLst>
                <a:gd name="T0" fmla="*/ 0 w 8"/>
                <a:gd name="T1" fmla="*/ 8 h 2"/>
                <a:gd name="T2" fmla="*/ 27 w 8"/>
                <a:gd name="T3" fmla="*/ 16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">
                  <a:moveTo>
                    <a:pt x="0" y="1"/>
                  </a:moveTo>
                  <a:cubicBezTo>
                    <a:pt x="1" y="0"/>
                    <a:pt x="7" y="2"/>
                    <a:pt x="8" y="2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9855" name="Freeform 1085">
              <a:extLst>
                <a:ext uri="{FF2B5EF4-FFF2-40B4-BE49-F238E27FC236}">
                  <a16:creationId xmlns:a16="http://schemas.microsoft.com/office/drawing/2014/main" id="{E9EE74EB-D134-4B2A-96C6-3C5EBA45896E}"/>
                </a:ext>
              </a:extLst>
            </p:cNvPr>
            <p:cNvSpPr>
              <a:spLocks/>
            </p:cNvSpPr>
            <p:nvPr/>
          </p:nvSpPr>
          <p:spPr bwMode="auto">
            <a:xfrm>
              <a:off x="983" y="1037"/>
              <a:ext cx="5" cy="3"/>
            </a:xfrm>
            <a:custGeom>
              <a:avLst/>
              <a:gdLst>
                <a:gd name="T0" fmla="*/ 0 w 3"/>
                <a:gd name="T1" fmla="*/ 0 h 2"/>
                <a:gd name="T2" fmla="*/ 13 w 3"/>
                <a:gd name="T3" fmla="*/ 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">
                  <a:moveTo>
                    <a:pt x="0" y="0"/>
                  </a:moveTo>
                  <a:cubicBezTo>
                    <a:pt x="1" y="1"/>
                    <a:pt x="2" y="1"/>
                    <a:pt x="3" y="2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9856" name="Freeform 1086">
              <a:extLst>
                <a:ext uri="{FF2B5EF4-FFF2-40B4-BE49-F238E27FC236}">
                  <a16:creationId xmlns:a16="http://schemas.microsoft.com/office/drawing/2014/main" id="{B4B707BA-9EA1-447B-AABA-42BB582E21D8}"/>
                </a:ext>
              </a:extLst>
            </p:cNvPr>
            <p:cNvSpPr>
              <a:spLocks/>
            </p:cNvSpPr>
            <p:nvPr/>
          </p:nvSpPr>
          <p:spPr bwMode="auto">
            <a:xfrm>
              <a:off x="979" y="1014"/>
              <a:ext cx="6" cy="23"/>
            </a:xfrm>
            <a:custGeom>
              <a:avLst/>
              <a:gdLst>
                <a:gd name="T0" fmla="*/ 0 w 4"/>
                <a:gd name="T1" fmla="*/ 0 h 15"/>
                <a:gd name="T2" fmla="*/ 0 w 4"/>
                <a:gd name="T3" fmla="*/ 54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5">
                  <a:moveTo>
                    <a:pt x="0" y="0"/>
                  </a:moveTo>
                  <a:cubicBezTo>
                    <a:pt x="0" y="0"/>
                    <a:pt x="4" y="6"/>
                    <a:pt x="0" y="15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9857" name="Freeform 1087">
              <a:extLst>
                <a:ext uri="{FF2B5EF4-FFF2-40B4-BE49-F238E27FC236}">
                  <a16:creationId xmlns:a16="http://schemas.microsoft.com/office/drawing/2014/main" id="{DCD044E5-D6DA-4C72-92CF-963E731B490D}"/>
                </a:ext>
              </a:extLst>
            </p:cNvPr>
            <p:cNvSpPr>
              <a:spLocks/>
            </p:cNvSpPr>
            <p:nvPr/>
          </p:nvSpPr>
          <p:spPr bwMode="auto">
            <a:xfrm>
              <a:off x="931" y="1022"/>
              <a:ext cx="6" cy="18"/>
            </a:xfrm>
            <a:custGeom>
              <a:avLst/>
              <a:gdLst>
                <a:gd name="T0" fmla="*/ 8 w 4"/>
                <a:gd name="T1" fmla="*/ 0 h 12"/>
                <a:gd name="T2" fmla="*/ 14 w 4"/>
                <a:gd name="T3" fmla="*/ 41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2">
                  <a:moveTo>
                    <a:pt x="2" y="0"/>
                  </a:moveTo>
                  <a:cubicBezTo>
                    <a:pt x="2" y="0"/>
                    <a:pt x="0" y="7"/>
                    <a:pt x="4" y="12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9858" name="Freeform 1088">
              <a:extLst>
                <a:ext uri="{FF2B5EF4-FFF2-40B4-BE49-F238E27FC236}">
                  <a16:creationId xmlns:a16="http://schemas.microsoft.com/office/drawing/2014/main" id="{0072879D-2680-4670-B13D-765468170AEB}"/>
                </a:ext>
              </a:extLst>
            </p:cNvPr>
            <p:cNvSpPr>
              <a:spLocks/>
            </p:cNvSpPr>
            <p:nvPr/>
          </p:nvSpPr>
          <p:spPr bwMode="auto">
            <a:xfrm>
              <a:off x="844" y="1104"/>
              <a:ext cx="82" cy="37"/>
            </a:xfrm>
            <a:custGeom>
              <a:avLst/>
              <a:gdLst>
                <a:gd name="T0" fmla="*/ 22 w 53"/>
                <a:gd name="T1" fmla="*/ 0 h 24"/>
                <a:gd name="T2" fmla="*/ 36 w 53"/>
                <a:gd name="T3" fmla="*/ 60 h 24"/>
                <a:gd name="T4" fmla="*/ 74 w 53"/>
                <a:gd name="T5" fmla="*/ 66 h 24"/>
                <a:gd name="T6" fmla="*/ 110 w 53"/>
                <a:gd name="T7" fmla="*/ 83 h 24"/>
                <a:gd name="T8" fmla="*/ 135 w 53"/>
                <a:gd name="T9" fmla="*/ 66 h 24"/>
                <a:gd name="T10" fmla="*/ 175 w 53"/>
                <a:gd name="T11" fmla="*/ 52 h 24"/>
                <a:gd name="T12" fmla="*/ 183 w 53"/>
                <a:gd name="T13" fmla="*/ 0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3" h="24">
                  <a:moveTo>
                    <a:pt x="6" y="0"/>
                  </a:moveTo>
                  <a:cubicBezTo>
                    <a:pt x="6" y="7"/>
                    <a:pt x="0" y="13"/>
                    <a:pt x="10" y="16"/>
                  </a:cubicBezTo>
                  <a:cubicBezTo>
                    <a:pt x="14" y="16"/>
                    <a:pt x="17" y="16"/>
                    <a:pt x="20" y="18"/>
                  </a:cubicBezTo>
                  <a:cubicBezTo>
                    <a:pt x="23" y="19"/>
                    <a:pt x="26" y="24"/>
                    <a:pt x="30" y="23"/>
                  </a:cubicBezTo>
                  <a:cubicBezTo>
                    <a:pt x="33" y="23"/>
                    <a:pt x="34" y="19"/>
                    <a:pt x="36" y="18"/>
                  </a:cubicBezTo>
                  <a:cubicBezTo>
                    <a:pt x="40" y="15"/>
                    <a:pt x="44" y="16"/>
                    <a:pt x="47" y="14"/>
                  </a:cubicBezTo>
                  <a:cubicBezTo>
                    <a:pt x="49" y="13"/>
                    <a:pt x="53" y="11"/>
                    <a:pt x="49" y="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9859" name="Freeform 1089">
              <a:extLst>
                <a:ext uri="{FF2B5EF4-FFF2-40B4-BE49-F238E27FC236}">
                  <a16:creationId xmlns:a16="http://schemas.microsoft.com/office/drawing/2014/main" id="{297D5F47-A6C1-4B8E-8583-2C451E728549}"/>
                </a:ext>
              </a:extLst>
            </p:cNvPr>
            <p:cNvSpPr>
              <a:spLocks/>
            </p:cNvSpPr>
            <p:nvPr/>
          </p:nvSpPr>
          <p:spPr bwMode="auto">
            <a:xfrm>
              <a:off x="844" y="1178"/>
              <a:ext cx="91" cy="32"/>
            </a:xfrm>
            <a:custGeom>
              <a:avLst/>
              <a:gdLst>
                <a:gd name="T0" fmla="*/ 0 w 59"/>
                <a:gd name="T1" fmla="*/ 18 h 21"/>
                <a:gd name="T2" fmla="*/ 216 w 59"/>
                <a:gd name="T3" fmla="*/ 0 h 21"/>
                <a:gd name="T4" fmla="*/ 0 w 59"/>
                <a:gd name="T5" fmla="*/ 18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9" h="21">
                  <a:moveTo>
                    <a:pt x="0" y="5"/>
                  </a:moveTo>
                  <a:cubicBezTo>
                    <a:pt x="0" y="5"/>
                    <a:pt x="38" y="16"/>
                    <a:pt x="59" y="0"/>
                  </a:cubicBezTo>
                  <a:cubicBezTo>
                    <a:pt x="59" y="0"/>
                    <a:pt x="39" y="21"/>
                    <a:pt x="0" y="5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9860" name="Freeform 1090">
              <a:extLst>
                <a:ext uri="{FF2B5EF4-FFF2-40B4-BE49-F238E27FC236}">
                  <a16:creationId xmlns:a16="http://schemas.microsoft.com/office/drawing/2014/main" id="{67737D1E-619A-4EA1-957E-B5DDAA5A50D7}"/>
                </a:ext>
              </a:extLst>
            </p:cNvPr>
            <p:cNvSpPr>
              <a:spLocks/>
            </p:cNvSpPr>
            <p:nvPr/>
          </p:nvSpPr>
          <p:spPr bwMode="auto">
            <a:xfrm>
              <a:off x="949" y="1167"/>
              <a:ext cx="8" cy="12"/>
            </a:xfrm>
            <a:custGeom>
              <a:avLst/>
              <a:gdLst>
                <a:gd name="T0" fmla="*/ 0 w 5"/>
                <a:gd name="T1" fmla="*/ 0 h 8"/>
                <a:gd name="T2" fmla="*/ 8 w 5"/>
                <a:gd name="T3" fmla="*/ 14 h 8"/>
                <a:gd name="T4" fmla="*/ 13 w 5"/>
                <a:gd name="T5" fmla="*/ 27 h 8"/>
                <a:gd name="T6" fmla="*/ 5 w 5"/>
                <a:gd name="T7" fmla="*/ 0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8">
                  <a:moveTo>
                    <a:pt x="0" y="0"/>
                  </a:moveTo>
                  <a:cubicBezTo>
                    <a:pt x="1" y="1"/>
                    <a:pt x="2" y="3"/>
                    <a:pt x="2" y="4"/>
                  </a:cubicBezTo>
                  <a:cubicBezTo>
                    <a:pt x="3" y="6"/>
                    <a:pt x="2" y="8"/>
                    <a:pt x="3" y="8"/>
                  </a:cubicBezTo>
                  <a:cubicBezTo>
                    <a:pt x="5" y="5"/>
                    <a:pt x="3" y="2"/>
                    <a:pt x="1" y="0"/>
                  </a:cubicBezTo>
                </a:path>
              </a:pathLst>
            </a:custGeom>
            <a:solidFill>
              <a:srgbClr val="F2C8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9861" name="Freeform 1091">
              <a:extLst>
                <a:ext uri="{FF2B5EF4-FFF2-40B4-BE49-F238E27FC236}">
                  <a16:creationId xmlns:a16="http://schemas.microsoft.com/office/drawing/2014/main" id="{07721F6F-F347-4685-AFAD-CEA890CE4007}"/>
                </a:ext>
              </a:extLst>
            </p:cNvPr>
            <p:cNvSpPr>
              <a:spLocks/>
            </p:cNvSpPr>
            <p:nvPr/>
          </p:nvSpPr>
          <p:spPr bwMode="auto">
            <a:xfrm>
              <a:off x="824" y="1175"/>
              <a:ext cx="9" cy="12"/>
            </a:xfrm>
            <a:custGeom>
              <a:avLst/>
              <a:gdLst>
                <a:gd name="T0" fmla="*/ 21 w 6"/>
                <a:gd name="T1" fmla="*/ 0 h 8"/>
                <a:gd name="T2" fmla="*/ 12 w 6"/>
                <a:gd name="T3" fmla="*/ 27 h 8"/>
                <a:gd name="T4" fmla="*/ 14 w 6"/>
                <a:gd name="T5" fmla="*/ 5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8">
                  <a:moveTo>
                    <a:pt x="6" y="0"/>
                  </a:moveTo>
                  <a:cubicBezTo>
                    <a:pt x="3" y="1"/>
                    <a:pt x="2" y="6"/>
                    <a:pt x="3" y="8"/>
                  </a:cubicBezTo>
                  <a:cubicBezTo>
                    <a:pt x="0" y="7"/>
                    <a:pt x="1" y="1"/>
                    <a:pt x="4" y="1"/>
                  </a:cubicBezTo>
                </a:path>
              </a:pathLst>
            </a:custGeom>
            <a:solidFill>
              <a:srgbClr val="F2C8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9862" name="Freeform 1092">
              <a:extLst>
                <a:ext uri="{FF2B5EF4-FFF2-40B4-BE49-F238E27FC236}">
                  <a16:creationId xmlns:a16="http://schemas.microsoft.com/office/drawing/2014/main" id="{59226588-173E-4162-9B7D-2ABEFAD5E488}"/>
                </a:ext>
              </a:extLst>
            </p:cNvPr>
            <p:cNvSpPr>
              <a:spLocks/>
            </p:cNvSpPr>
            <p:nvPr/>
          </p:nvSpPr>
          <p:spPr bwMode="auto">
            <a:xfrm>
              <a:off x="836" y="1175"/>
              <a:ext cx="104" cy="31"/>
            </a:xfrm>
            <a:custGeom>
              <a:avLst/>
              <a:gdLst>
                <a:gd name="T0" fmla="*/ 0 w 67"/>
                <a:gd name="T1" fmla="*/ 14 h 20"/>
                <a:gd name="T2" fmla="*/ 250 w 67"/>
                <a:gd name="T3" fmla="*/ 0 h 20"/>
                <a:gd name="T4" fmla="*/ 0 w 67"/>
                <a:gd name="T5" fmla="*/ 14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7" h="20">
                  <a:moveTo>
                    <a:pt x="0" y="4"/>
                  </a:moveTo>
                  <a:cubicBezTo>
                    <a:pt x="0" y="4"/>
                    <a:pt x="42" y="20"/>
                    <a:pt x="67" y="0"/>
                  </a:cubicBezTo>
                  <a:cubicBezTo>
                    <a:pt x="67" y="0"/>
                    <a:pt x="37" y="8"/>
                    <a:pt x="0" y="4"/>
                  </a:cubicBezTo>
                  <a:close/>
                </a:path>
              </a:pathLst>
            </a:custGeom>
            <a:solidFill>
              <a:srgbClr val="EFC7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9863" name="Freeform 1093">
              <a:extLst>
                <a:ext uri="{FF2B5EF4-FFF2-40B4-BE49-F238E27FC236}">
                  <a16:creationId xmlns:a16="http://schemas.microsoft.com/office/drawing/2014/main" id="{4DFE3248-B6FE-42A2-AD2A-8CC3A72E5039}"/>
                </a:ext>
              </a:extLst>
            </p:cNvPr>
            <p:cNvSpPr>
              <a:spLocks/>
            </p:cNvSpPr>
            <p:nvPr/>
          </p:nvSpPr>
          <p:spPr bwMode="auto">
            <a:xfrm>
              <a:off x="867" y="1195"/>
              <a:ext cx="54" cy="32"/>
            </a:xfrm>
            <a:custGeom>
              <a:avLst/>
              <a:gdLst>
                <a:gd name="T0" fmla="*/ 0 w 35"/>
                <a:gd name="T1" fmla="*/ 21 h 21"/>
                <a:gd name="T2" fmla="*/ 128 w 35"/>
                <a:gd name="T3" fmla="*/ 0 h 21"/>
                <a:gd name="T4" fmla="*/ 0 w 35"/>
                <a:gd name="T5" fmla="*/ 21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21">
                  <a:moveTo>
                    <a:pt x="0" y="6"/>
                  </a:moveTo>
                  <a:cubicBezTo>
                    <a:pt x="0" y="6"/>
                    <a:pt x="21" y="14"/>
                    <a:pt x="35" y="0"/>
                  </a:cubicBezTo>
                  <a:cubicBezTo>
                    <a:pt x="35" y="0"/>
                    <a:pt x="23" y="21"/>
                    <a:pt x="0" y="6"/>
                  </a:cubicBezTo>
                  <a:close/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9864" name="Freeform 1094">
              <a:extLst>
                <a:ext uri="{FF2B5EF4-FFF2-40B4-BE49-F238E27FC236}">
                  <a16:creationId xmlns:a16="http://schemas.microsoft.com/office/drawing/2014/main" id="{B7849FD0-84FF-44EC-9993-A7B0E8A9DC74}"/>
                </a:ext>
              </a:extLst>
            </p:cNvPr>
            <p:cNvSpPr>
              <a:spLocks/>
            </p:cNvSpPr>
            <p:nvPr/>
          </p:nvSpPr>
          <p:spPr bwMode="auto">
            <a:xfrm>
              <a:off x="864" y="1195"/>
              <a:ext cx="59" cy="24"/>
            </a:xfrm>
            <a:custGeom>
              <a:avLst/>
              <a:gdLst>
                <a:gd name="T0" fmla="*/ 0 w 38"/>
                <a:gd name="T1" fmla="*/ 12 h 16"/>
                <a:gd name="T2" fmla="*/ 143 w 38"/>
                <a:gd name="T3" fmla="*/ 0 h 16"/>
                <a:gd name="T4" fmla="*/ 0 w 38"/>
                <a:gd name="T5" fmla="*/ 12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16">
                  <a:moveTo>
                    <a:pt x="0" y="3"/>
                  </a:moveTo>
                  <a:cubicBezTo>
                    <a:pt x="0" y="3"/>
                    <a:pt x="18" y="16"/>
                    <a:pt x="38" y="0"/>
                  </a:cubicBezTo>
                  <a:cubicBezTo>
                    <a:pt x="38" y="0"/>
                    <a:pt x="22" y="11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9865" name="Freeform 1095">
              <a:extLst>
                <a:ext uri="{FF2B5EF4-FFF2-40B4-BE49-F238E27FC236}">
                  <a16:creationId xmlns:a16="http://schemas.microsoft.com/office/drawing/2014/main" id="{E67D4623-0747-4E25-9694-EA3144A8E893}"/>
                </a:ext>
              </a:extLst>
            </p:cNvPr>
            <p:cNvSpPr>
              <a:spLocks/>
            </p:cNvSpPr>
            <p:nvPr/>
          </p:nvSpPr>
          <p:spPr bwMode="auto">
            <a:xfrm>
              <a:off x="626" y="1570"/>
              <a:ext cx="9" cy="47"/>
            </a:xfrm>
            <a:custGeom>
              <a:avLst/>
              <a:gdLst>
                <a:gd name="T0" fmla="*/ 21 w 6"/>
                <a:gd name="T1" fmla="*/ 116 h 30"/>
                <a:gd name="T2" fmla="*/ 0 w 6"/>
                <a:gd name="T3" fmla="*/ 0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0">
                  <a:moveTo>
                    <a:pt x="6" y="30"/>
                  </a:moveTo>
                  <a:cubicBezTo>
                    <a:pt x="6" y="21"/>
                    <a:pt x="5" y="8"/>
                    <a:pt x="0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9866" name="Freeform 1096">
              <a:extLst>
                <a:ext uri="{FF2B5EF4-FFF2-40B4-BE49-F238E27FC236}">
                  <a16:creationId xmlns:a16="http://schemas.microsoft.com/office/drawing/2014/main" id="{65302A5F-37D4-43D4-AED2-8D9139F5C79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9" y="1543"/>
              <a:ext cx="10" cy="49"/>
            </a:xfrm>
            <a:custGeom>
              <a:avLst/>
              <a:gdLst>
                <a:gd name="T0" fmla="*/ 8 w 6"/>
                <a:gd name="T1" fmla="*/ 115 h 32"/>
                <a:gd name="T2" fmla="*/ 5 w 6"/>
                <a:gd name="T3" fmla="*/ 67 h 32"/>
                <a:gd name="T4" fmla="*/ 28 w 6"/>
                <a:gd name="T5" fmla="*/ 0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32">
                  <a:moveTo>
                    <a:pt x="2" y="32"/>
                  </a:moveTo>
                  <a:cubicBezTo>
                    <a:pt x="0" y="29"/>
                    <a:pt x="1" y="23"/>
                    <a:pt x="1" y="19"/>
                  </a:cubicBezTo>
                  <a:cubicBezTo>
                    <a:pt x="1" y="13"/>
                    <a:pt x="1" y="5"/>
                    <a:pt x="6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9867" name="Freeform 1097">
              <a:extLst>
                <a:ext uri="{FF2B5EF4-FFF2-40B4-BE49-F238E27FC236}">
                  <a16:creationId xmlns:a16="http://schemas.microsoft.com/office/drawing/2014/main" id="{B41F797E-9C9F-4EBA-A724-40BB586521FA}"/>
                </a:ext>
              </a:extLst>
            </p:cNvPr>
            <p:cNvSpPr>
              <a:spLocks/>
            </p:cNvSpPr>
            <p:nvPr/>
          </p:nvSpPr>
          <p:spPr bwMode="auto">
            <a:xfrm>
              <a:off x="638" y="731"/>
              <a:ext cx="187" cy="331"/>
            </a:xfrm>
            <a:custGeom>
              <a:avLst/>
              <a:gdLst>
                <a:gd name="T0" fmla="*/ 447 w 121"/>
                <a:gd name="T1" fmla="*/ 135 h 214"/>
                <a:gd name="T2" fmla="*/ 249 w 121"/>
                <a:gd name="T3" fmla="*/ 201 h 214"/>
                <a:gd name="T4" fmla="*/ 122 w 121"/>
                <a:gd name="T5" fmla="*/ 380 h 214"/>
                <a:gd name="T6" fmla="*/ 110 w 121"/>
                <a:gd name="T7" fmla="*/ 609 h 214"/>
                <a:gd name="T8" fmla="*/ 114 w 121"/>
                <a:gd name="T9" fmla="*/ 704 h 214"/>
                <a:gd name="T10" fmla="*/ 127 w 121"/>
                <a:gd name="T11" fmla="*/ 787 h 214"/>
                <a:gd name="T12" fmla="*/ 128 w 121"/>
                <a:gd name="T13" fmla="*/ 792 h 214"/>
                <a:gd name="T14" fmla="*/ 19 w 121"/>
                <a:gd name="T15" fmla="*/ 569 h 214"/>
                <a:gd name="T16" fmla="*/ 40 w 121"/>
                <a:gd name="T17" fmla="*/ 271 h 214"/>
                <a:gd name="T18" fmla="*/ 215 w 121"/>
                <a:gd name="T19" fmla="*/ 87 h 214"/>
                <a:gd name="T20" fmla="*/ 311 w 121"/>
                <a:gd name="T21" fmla="*/ 45 h 214"/>
                <a:gd name="T22" fmla="*/ 406 w 121"/>
                <a:gd name="T23" fmla="*/ 0 h 214"/>
                <a:gd name="T24" fmla="*/ 433 w 121"/>
                <a:gd name="T25" fmla="*/ 130 h 21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21" h="214">
                  <a:moveTo>
                    <a:pt x="121" y="36"/>
                  </a:moveTo>
                  <a:cubicBezTo>
                    <a:pt x="99" y="39"/>
                    <a:pt x="86" y="41"/>
                    <a:pt x="67" y="54"/>
                  </a:cubicBezTo>
                  <a:cubicBezTo>
                    <a:pt x="49" y="65"/>
                    <a:pt x="37" y="83"/>
                    <a:pt x="33" y="103"/>
                  </a:cubicBezTo>
                  <a:cubicBezTo>
                    <a:pt x="28" y="124"/>
                    <a:pt x="30" y="144"/>
                    <a:pt x="30" y="165"/>
                  </a:cubicBezTo>
                  <a:cubicBezTo>
                    <a:pt x="30" y="173"/>
                    <a:pt x="30" y="181"/>
                    <a:pt x="31" y="190"/>
                  </a:cubicBezTo>
                  <a:cubicBezTo>
                    <a:pt x="31" y="193"/>
                    <a:pt x="35" y="213"/>
                    <a:pt x="34" y="213"/>
                  </a:cubicBezTo>
                  <a:cubicBezTo>
                    <a:pt x="34" y="213"/>
                    <a:pt x="35" y="214"/>
                    <a:pt x="35" y="214"/>
                  </a:cubicBezTo>
                  <a:cubicBezTo>
                    <a:pt x="25" y="194"/>
                    <a:pt x="11" y="178"/>
                    <a:pt x="5" y="154"/>
                  </a:cubicBezTo>
                  <a:cubicBezTo>
                    <a:pt x="0" y="130"/>
                    <a:pt x="0" y="96"/>
                    <a:pt x="11" y="73"/>
                  </a:cubicBezTo>
                  <a:cubicBezTo>
                    <a:pt x="20" y="53"/>
                    <a:pt x="37" y="32"/>
                    <a:pt x="58" y="23"/>
                  </a:cubicBezTo>
                  <a:cubicBezTo>
                    <a:pt x="67" y="19"/>
                    <a:pt x="76" y="17"/>
                    <a:pt x="84" y="12"/>
                  </a:cubicBezTo>
                  <a:cubicBezTo>
                    <a:pt x="92" y="8"/>
                    <a:pt x="101" y="0"/>
                    <a:pt x="110" y="0"/>
                  </a:cubicBezTo>
                  <a:cubicBezTo>
                    <a:pt x="115" y="10"/>
                    <a:pt x="117" y="24"/>
                    <a:pt x="117" y="35"/>
                  </a:cubicBezTo>
                </a:path>
              </a:pathLst>
            </a:custGeom>
            <a:solidFill>
              <a:srgbClr val="F299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9868" name="Freeform 1098">
              <a:extLst>
                <a:ext uri="{FF2B5EF4-FFF2-40B4-BE49-F238E27FC236}">
                  <a16:creationId xmlns:a16="http://schemas.microsoft.com/office/drawing/2014/main" id="{F9BC3C59-61E6-4291-990B-BC5A05F1FEF1}"/>
                </a:ext>
              </a:extLst>
            </p:cNvPr>
            <p:cNvSpPr>
              <a:spLocks/>
            </p:cNvSpPr>
            <p:nvPr/>
          </p:nvSpPr>
          <p:spPr bwMode="auto">
            <a:xfrm>
              <a:off x="819" y="728"/>
              <a:ext cx="240" cy="263"/>
            </a:xfrm>
            <a:custGeom>
              <a:avLst/>
              <a:gdLst>
                <a:gd name="T0" fmla="*/ 0 w 155"/>
                <a:gd name="T1" fmla="*/ 5 h 170"/>
                <a:gd name="T2" fmla="*/ 22 w 155"/>
                <a:gd name="T3" fmla="*/ 141 h 170"/>
                <a:gd name="T4" fmla="*/ 218 w 155"/>
                <a:gd name="T5" fmla="*/ 144 h 170"/>
                <a:gd name="T6" fmla="*/ 401 w 155"/>
                <a:gd name="T7" fmla="*/ 257 h 170"/>
                <a:gd name="T8" fmla="*/ 508 w 155"/>
                <a:gd name="T9" fmla="*/ 446 h 170"/>
                <a:gd name="T10" fmla="*/ 547 w 155"/>
                <a:gd name="T11" fmla="*/ 630 h 170"/>
                <a:gd name="T12" fmla="*/ 556 w 155"/>
                <a:gd name="T13" fmla="*/ 385 h 170"/>
                <a:gd name="T14" fmla="*/ 455 w 155"/>
                <a:gd name="T15" fmla="*/ 150 h 170"/>
                <a:gd name="T16" fmla="*/ 88 w 155"/>
                <a:gd name="T17" fmla="*/ 8 h 170"/>
                <a:gd name="T18" fmla="*/ 12 w 155"/>
                <a:gd name="T19" fmla="*/ 12 h 17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55" h="170">
                  <a:moveTo>
                    <a:pt x="0" y="1"/>
                  </a:moveTo>
                  <a:cubicBezTo>
                    <a:pt x="3" y="13"/>
                    <a:pt x="7" y="25"/>
                    <a:pt x="6" y="38"/>
                  </a:cubicBezTo>
                  <a:cubicBezTo>
                    <a:pt x="24" y="39"/>
                    <a:pt x="41" y="34"/>
                    <a:pt x="59" y="39"/>
                  </a:cubicBezTo>
                  <a:cubicBezTo>
                    <a:pt x="77" y="44"/>
                    <a:pt x="95" y="57"/>
                    <a:pt x="108" y="69"/>
                  </a:cubicBezTo>
                  <a:cubicBezTo>
                    <a:pt x="121" y="81"/>
                    <a:pt x="132" y="103"/>
                    <a:pt x="137" y="120"/>
                  </a:cubicBezTo>
                  <a:cubicBezTo>
                    <a:pt x="141" y="135"/>
                    <a:pt x="148" y="154"/>
                    <a:pt x="147" y="170"/>
                  </a:cubicBezTo>
                  <a:cubicBezTo>
                    <a:pt x="155" y="154"/>
                    <a:pt x="154" y="122"/>
                    <a:pt x="150" y="104"/>
                  </a:cubicBezTo>
                  <a:cubicBezTo>
                    <a:pt x="146" y="82"/>
                    <a:pt x="136" y="60"/>
                    <a:pt x="123" y="41"/>
                  </a:cubicBezTo>
                  <a:cubicBezTo>
                    <a:pt x="101" y="7"/>
                    <a:pt x="62" y="0"/>
                    <a:pt x="24" y="2"/>
                  </a:cubicBezTo>
                  <a:cubicBezTo>
                    <a:pt x="17" y="2"/>
                    <a:pt x="10" y="3"/>
                    <a:pt x="3" y="3"/>
                  </a:cubicBezTo>
                </a:path>
              </a:pathLst>
            </a:custGeom>
            <a:solidFill>
              <a:srgbClr val="F299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9869" name="Freeform 1099">
              <a:extLst>
                <a:ext uri="{FF2B5EF4-FFF2-40B4-BE49-F238E27FC236}">
                  <a16:creationId xmlns:a16="http://schemas.microsoft.com/office/drawing/2014/main" id="{ECD47391-ACC1-4BDC-8283-CB352206DC97}"/>
                </a:ext>
              </a:extLst>
            </p:cNvPr>
            <p:cNvSpPr>
              <a:spLocks/>
            </p:cNvSpPr>
            <p:nvPr/>
          </p:nvSpPr>
          <p:spPr bwMode="auto">
            <a:xfrm>
              <a:off x="646" y="726"/>
              <a:ext cx="168" cy="175"/>
            </a:xfrm>
            <a:custGeom>
              <a:avLst/>
              <a:gdLst>
                <a:gd name="T0" fmla="*/ 399 w 109"/>
                <a:gd name="T1" fmla="*/ 12 h 113"/>
                <a:gd name="T2" fmla="*/ 325 w 109"/>
                <a:gd name="T3" fmla="*/ 5 h 113"/>
                <a:gd name="T4" fmla="*/ 245 w 109"/>
                <a:gd name="T5" fmla="*/ 26 h 113"/>
                <a:gd name="T6" fmla="*/ 290 w 109"/>
                <a:gd name="T7" fmla="*/ 26 h 113"/>
                <a:gd name="T8" fmla="*/ 142 w 109"/>
                <a:gd name="T9" fmla="*/ 87 h 113"/>
                <a:gd name="T10" fmla="*/ 210 w 109"/>
                <a:gd name="T11" fmla="*/ 70 h 113"/>
                <a:gd name="T12" fmla="*/ 28 w 109"/>
                <a:gd name="T13" fmla="*/ 201 h 113"/>
                <a:gd name="T14" fmla="*/ 80 w 109"/>
                <a:gd name="T15" fmla="*/ 163 h 113"/>
                <a:gd name="T16" fmla="*/ 14 w 109"/>
                <a:gd name="T17" fmla="*/ 263 h 113"/>
                <a:gd name="T18" fmla="*/ 5 w 109"/>
                <a:gd name="T19" fmla="*/ 420 h 113"/>
                <a:gd name="T20" fmla="*/ 356 w 109"/>
                <a:gd name="T21" fmla="*/ 56 h 11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09" h="113">
                  <a:moveTo>
                    <a:pt x="109" y="3"/>
                  </a:moveTo>
                  <a:cubicBezTo>
                    <a:pt x="102" y="3"/>
                    <a:pt x="96" y="0"/>
                    <a:pt x="89" y="1"/>
                  </a:cubicBezTo>
                  <a:cubicBezTo>
                    <a:pt x="82" y="1"/>
                    <a:pt x="73" y="5"/>
                    <a:pt x="67" y="7"/>
                  </a:cubicBezTo>
                  <a:cubicBezTo>
                    <a:pt x="71" y="7"/>
                    <a:pt x="75" y="7"/>
                    <a:pt x="79" y="7"/>
                  </a:cubicBezTo>
                  <a:cubicBezTo>
                    <a:pt x="69" y="7"/>
                    <a:pt x="44" y="15"/>
                    <a:pt x="39" y="23"/>
                  </a:cubicBezTo>
                  <a:cubicBezTo>
                    <a:pt x="44" y="21"/>
                    <a:pt x="51" y="19"/>
                    <a:pt x="57" y="19"/>
                  </a:cubicBezTo>
                  <a:cubicBezTo>
                    <a:pt x="39" y="25"/>
                    <a:pt x="19" y="39"/>
                    <a:pt x="8" y="54"/>
                  </a:cubicBezTo>
                  <a:cubicBezTo>
                    <a:pt x="12" y="50"/>
                    <a:pt x="17" y="46"/>
                    <a:pt x="22" y="44"/>
                  </a:cubicBezTo>
                  <a:cubicBezTo>
                    <a:pt x="16" y="53"/>
                    <a:pt x="8" y="60"/>
                    <a:pt x="4" y="71"/>
                  </a:cubicBezTo>
                  <a:cubicBezTo>
                    <a:pt x="0" y="85"/>
                    <a:pt x="1" y="99"/>
                    <a:pt x="1" y="113"/>
                  </a:cubicBezTo>
                  <a:cubicBezTo>
                    <a:pt x="14" y="67"/>
                    <a:pt x="59" y="37"/>
                    <a:pt x="97" y="15"/>
                  </a:cubicBezTo>
                </a:path>
              </a:pathLst>
            </a:custGeom>
            <a:solidFill>
              <a:srgbClr val="F299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9870" name="Freeform 1100">
              <a:extLst>
                <a:ext uri="{FF2B5EF4-FFF2-40B4-BE49-F238E27FC236}">
                  <a16:creationId xmlns:a16="http://schemas.microsoft.com/office/drawing/2014/main" id="{2A55EA4B-1678-484E-8FA6-6A61F6A5DAD9}"/>
                </a:ext>
              </a:extLst>
            </p:cNvPr>
            <p:cNvSpPr>
              <a:spLocks/>
            </p:cNvSpPr>
            <p:nvPr/>
          </p:nvSpPr>
          <p:spPr bwMode="auto">
            <a:xfrm>
              <a:off x="821" y="720"/>
              <a:ext cx="243" cy="237"/>
            </a:xfrm>
            <a:custGeom>
              <a:avLst/>
              <a:gdLst>
                <a:gd name="T0" fmla="*/ 0 w 157"/>
                <a:gd name="T1" fmla="*/ 26 h 153"/>
                <a:gd name="T2" fmla="*/ 167 w 157"/>
                <a:gd name="T3" fmla="*/ 0 h 153"/>
                <a:gd name="T4" fmla="*/ 122 w 157"/>
                <a:gd name="T5" fmla="*/ 19 h 153"/>
                <a:gd name="T6" fmla="*/ 345 w 157"/>
                <a:gd name="T7" fmla="*/ 36 h 153"/>
                <a:gd name="T8" fmla="*/ 285 w 157"/>
                <a:gd name="T9" fmla="*/ 36 h 153"/>
                <a:gd name="T10" fmla="*/ 474 w 157"/>
                <a:gd name="T11" fmla="*/ 163 h 153"/>
                <a:gd name="T12" fmla="*/ 432 w 157"/>
                <a:gd name="T13" fmla="*/ 136 h 153"/>
                <a:gd name="T14" fmla="*/ 556 w 157"/>
                <a:gd name="T15" fmla="*/ 353 h 153"/>
                <a:gd name="T16" fmla="*/ 548 w 157"/>
                <a:gd name="T17" fmla="*/ 568 h 153"/>
                <a:gd name="T18" fmla="*/ 393 w 157"/>
                <a:gd name="T19" fmla="*/ 209 h 153"/>
                <a:gd name="T20" fmla="*/ 258 w 157"/>
                <a:gd name="T21" fmla="*/ 101 h 153"/>
                <a:gd name="T22" fmla="*/ 136 w 157"/>
                <a:gd name="T23" fmla="*/ 53 h 153"/>
                <a:gd name="T24" fmla="*/ 45 w 157"/>
                <a:gd name="T25" fmla="*/ 36 h 15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57" h="153">
                  <a:moveTo>
                    <a:pt x="0" y="7"/>
                  </a:moveTo>
                  <a:cubicBezTo>
                    <a:pt x="15" y="2"/>
                    <a:pt x="29" y="0"/>
                    <a:pt x="45" y="0"/>
                  </a:cubicBezTo>
                  <a:cubicBezTo>
                    <a:pt x="42" y="1"/>
                    <a:pt x="35" y="4"/>
                    <a:pt x="33" y="5"/>
                  </a:cubicBezTo>
                  <a:cubicBezTo>
                    <a:pt x="52" y="0"/>
                    <a:pt x="75" y="0"/>
                    <a:pt x="93" y="10"/>
                  </a:cubicBezTo>
                  <a:cubicBezTo>
                    <a:pt x="88" y="10"/>
                    <a:pt x="80" y="10"/>
                    <a:pt x="77" y="10"/>
                  </a:cubicBezTo>
                  <a:cubicBezTo>
                    <a:pt x="99" y="8"/>
                    <a:pt x="117" y="28"/>
                    <a:pt x="128" y="44"/>
                  </a:cubicBezTo>
                  <a:cubicBezTo>
                    <a:pt x="124" y="41"/>
                    <a:pt x="121" y="38"/>
                    <a:pt x="116" y="37"/>
                  </a:cubicBezTo>
                  <a:cubicBezTo>
                    <a:pt x="134" y="41"/>
                    <a:pt x="146" y="79"/>
                    <a:pt x="150" y="95"/>
                  </a:cubicBezTo>
                  <a:cubicBezTo>
                    <a:pt x="155" y="112"/>
                    <a:pt x="157" y="137"/>
                    <a:pt x="148" y="153"/>
                  </a:cubicBezTo>
                  <a:cubicBezTo>
                    <a:pt x="137" y="119"/>
                    <a:pt x="129" y="85"/>
                    <a:pt x="106" y="56"/>
                  </a:cubicBezTo>
                  <a:cubicBezTo>
                    <a:pt x="97" y="43"/>
                    <a:pt x="84" y="35"/>
                    <a:pt x="70" y="27"/>
                  </a:cubicBezTo>
                  <a:cubicBezTo>
                    <a:pt x="59" y="21"/>
                    <a:pt x="49" y="17"/>
                    <a:pt x="37" y="14"/>
                  </a:cubicBezTo>
                  <a:cubicBezTo>
                    <a:pt x="29" y="12"/>
                    <a:pt x="20" y="12"/>
                    <a:pt x="12" y="10"/>
                  </a:cubicBezTo>
                </a:path>
              </a:pathLst>
            </a:custGeom>
            <a:solidFill>
              <a:srgbClr val="F299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9871" name="Freeform 1101">
              <a:extLst>
                <a:ext uri="{FF2B5EF4-FFF2-40B4-BE49-F238E27FC236}">
                  <a16:creationId xmlns:a16="http://schemas.microsoft.com/office/drawing/2014/main" id="{FC4C6DCC-951A-4A37-A6FC-E298E47562C4}"/>
                </a:ext>
              </a:extLst>
            </p:cNvPr>
            <p:cNvSpPr>
              <a:spLocks/>
            </p:cNvSpPr>
            <p:nvPr/>
          </p:nvSpPr>
          <p:spPr bwMode="auto">
            <a:xfrm>
              <a:off x="797" y="719"/>
              <a:ext cx="41" cy="69"/>
            </a:xfrm>
            <a:custGeom>
              <a:avLst/>
              <a:gdLst>
                <a:gd name="T0" fmla="*/ 62 w 26"/>
                <a:gd name="T1" fmla="*/ 28 h 45"/>
                <a:gd name="T2" fmla="*/ 103 w 26"/>
                <a:gd name="T3" fmla="*/ 5 h 45"/>
                <a:gd name="T4" fmla="*/ 69 w 26"/>
                <a:gd name="T5" fmla="*/ 8 h 45"/>
                <a:gd name="T6" fmla="*/ 52 w 26"/>
                <a:gd name="T7" fmla="*/ 21 h 45"/>
                <a:gd name="T8" fmla="*/ 0 w 26"/>
                <a:gd name="T9" fmla="*/ 12 h 45"/>
                <a:gd name="T10" fmla="*/ 22 w 26"/>
                <a:gd name="T11" fmla="*/ 26 h 45"/>
                <a:gd name="T12" fmla="*/ 22 w 26"/>
                <a:gd name="T13" fmla="*/ 48 h 45"/>
                <a:gd name="T14" fmla="*/ 39 w 26"/>
                <a:gd name="T15" fmla="*/ 129 h 45"/>
                <a:gd name="T16" fmla="*/ 43 w 26"/>
                <a:gd name="T17" fmla="*/ 150 h 45"/>
                <a:gd name="T18" fmla="*/ 62 w 26"/>
                <a:gd name="T19" fmla="*/ 155 h 45"/>
                <a:gd name="T20" fmla="*/ 98 w 26"/>
                <a:gd name="T21" fmla="*/ 149 h 45"/>
                <a:gd name="T22" fmla="*/ 95 w 26"/>
                <a:gd name="T23" fmla="*/ 113 h 45"/>
                <a:gd name="T24" fmla="*/ 87 w 26"/>
                <a:gd name="T25" fmla="*/ 66 h 45"/>
                <a:gd name="T26" fmla="*/ 87 w 26"/>
                <a:gd name="T27" fmla="*/ 35 h 45"/>
                <a:gd name="T28" fmla="*/ 82 w 26"/>
                <a:gd name="T29" fmla="*/ 26 h 45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6" h="45">
                  <a:moveTo>
                    <a:pt x="16" y="8"/>
                  </a:moveTo>
                  <a:cubicBezTo>
                    <a:pt x="15" y="6"/>
                    <a:pt x="25" y="1"/>
                    <a:pt x="26" y="1"/>
                  </a:cubicBezTo>
                  <a:cubicBezTo>
                    <a:pt x="24" y="0"/>
                    <a:pt x="21" y="2"/>
                    <a:pt x="18" y="2"/>
                  </a:cubicBezTo>
                  <a:cubicBezTo>
                    <a:pt x="17" y="3"/>
                    <a:pt x="15" y="4"/>
                    <a:pt x="13" y="6"/>
                  </a:cubicBezTo>
                  <a:cubicBezTo>
                    <a:pt x="10" y="4"/>
                    <a:pt x="4" y="2"/>
                    <a:pt x="0" y="3"/>
                  </a:cubicBezTo>
                  <a:cubicBezTo>
                    <a:pt x="2" y="4"/>
                    <a:pt x="4" y="4"/>
                    <a:pt x="6" y="7"/>
                  </a:cubicBezTo>
                  <a:cubicBezTo>
                    <a:pt x="7" y="9"/>
                    <a:pt x="6" y="11"/>
                    <a:pt x="6" y="13"/>
                  </a:cubicBezTo>
                  <a:cubicBezTo>
                    <a:pt x="7" y="21"/>
                    <a:pt x="10" y="28"/>
                    <a:pt x="10" y="36"/>
                  </a:cubicBezTo>
                  <a:cubicBezTo>
                    <a:pt x="11" y="37"/>
                    <a:pt x="10" y="41"/>
                    <a:pt x="11" y="42"/>
                  </a:cubicBezTo>
                  <a:cubicBezTo>
                    <a:pt x="12" y="43"/>
                    <a:pt x="15" y="43"/>
                    <a:pt x="16" y="43"/>
                  </a:cubicBezTo>
                  <a:cubicBezTo>
                    <a:pt x="18" y="44"/>
                    <a:pt x="24" y="45"/>
                    <a:pt x="25" y="41"/>
                  </a:cubicBezTo>
                  <a:cubicBezTo>
                    <a:pt x="26" y="38"/>
                    <a:pt x="24" y="34"/>
                    <a:pt x="24" y="31"/>
                  </a:cubicBezTo>
                  <a:cubicBezTo>
                    <a:pt x="23" y="26"/>
                    <a:pt x="23" y="22"/>
                    <a:pt x="22" y="18"/>
                  </a:cubicBezTo>
                  <a:cubicBezTo>
                    <a:pt x="22" y="15"/>
                    <a:pt x="22" y="12"/>
                    <a:pt x="22" y="10"/>
                  </a:cubicBezTo>
                  <a:cubicBezTo>
                    <a:pt x="22" y="8"/>
                    <a:pt x="22" y="7"/>
                    <a:pt x="21" y="7"/>
                  </a:cubicBezTo>
                </a:path>
              </a:pathLst>
            </a:custGeom>
            <a:solidFill>
              <a:srgbClr val="F299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9872" name="Freeform 1102">
              <a:extLst>
                <a:ext uri="{FF2B5EF4-FFF2-40B4-BE49-F238E27FC236}">
                  <a16:creationId xmlns:a16="http://schemas.microsoft.com/office/drawing/2014/main" id="{4F7A53F8-DB46-48DA-A91F-FD3BE2EB93B0}"/>
                </a:ext>
              </a:extLst>
            </p:cNvPr>
            <p:cNvSpPr>
              <a:spLocks/>
            </p:cNvSpPr>
            <p:nvPr/>
          </p:nvSpPr>
          <p:spPr bwMode="auto">
            <a:xfrm>
              <a:off x="932" y="780"/>
              <a:ext cx="115" cy="201"/>
            </a:xfrm>
            <a:custGeom>
              <a:avLst/>
              <a:gdLst>
                <a:gd name="T0" fmla="*/ 0 w 74"/>
                <a:gd name="T1" fmla="*/ 34 h 130"/>
                <a:gd name="T2" fmla="*/ 87 w 74"/>
                <a:gd name="T3" fmla="*/ 122 h 130"/>
                <a:gd name="T4" fmla="*/ 154 w 74"/>
                <a:gd name="T5" fmla="*/ 250 h 130"/>
                <a:gd name="T6" fmla="*/ 135 w 74"/>
                <a:gd name="T7" fmla="*/ 209 h 130"/>
                <a:gd name="T8" fmla="*/ 214 w 74"/>
                <a:gd name="T9" fmla="*/ 332 h 130"/>
                <a:gd name="T10" fmla="*/ 204 w 74"/>
                <a:gd name="T11" fmla="*/ 292 h 130"/>
                <a:gd name="T12" fmla="*/ 239 w 74"/>
                <a:gd name="T13" fmla="*/ 387 h 130"/>
                <a:gd name="T14" fmla="*/ 266 w 74"/>
                <a:gd name="T15" fmla="*/ 481 h 130"/>
                <a:gd name="T16" fmla="*/ 225 w 74"/>
                <a:gd name="T17" fmla="*/ 210 h 130"/>
                <a:gd name="T18" fmla="*/ 8 w 74"/>
                <a:gd name="T19" fmla="*/ 0 h 130"/>
                <a:gd name="T20" fmla="*/ 14 w 74"/>
                <a:gd name="T21" fmla="*/ 0 h 13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4" h="130">
                  <a:moveTo>
                    <a:pt x="0" y="9"/>
                  </a:moveTo>
                  <a:cubicBezTo>
                    <a:pt x="4" y="18"/>
                    <a:pt x="18" y="24"/>
                    <a:pt x="23" y="33"/>
                  </a:cubicBezTo>
                  <a:cubicBezTo>
                    <a:pt x="29" y="43"/>
                    <a:pt x="38" y="57"/>
                    <a:pt x="41" y="68"/>
                  </a:cubicBezTo>
                  <a:cubicBezTo>
                    <a:pt x="40" y="66"/>
                    <a:pt x="37" y="60"/>
                    <a:pt x="36" y="56"/>
                  </a:cubicBezTo>
                  <a:cubicBezTo>
                    <a:pt x="45" y="65"/>
                    <a:pt x="54" y="77"/>
                    <a:pt x="57" y="90"/>
                  </a:cubicBezTo>
                  <a:cubicBezTo>
                    <a:pt x="57" y="86"/>
                    <a:pt x="56" y="82"/>
                    <a:pt x="54" y="79"/>
                  </a:cubicBezTo>
                  <a:cubicBezTo>
                    <a:pt x="58" y="88"/>
                    <a:pt x="61" y="96"/>
                    <a:pt x="64" y="105"/>
                  </a:cubicBezTo>
                  <a:cubicBezTo>
                    <a:pt x="66" y="112"/>
                    <a:pt x="66" y="125"/>
                    <a:pt x="71" y="130"/>
                  </a:cubicBezTo>
                  <a:cubicBezTo>
                    <a:pt x="74" y="106"/>
                    <a:pt x="70" y="80"/>
                    <a:pt x="60" y="57"/>
                  </a:cubicBezTo>
                  <a:cubicBezTo>
                    <a:pt x="49" y="35"/>
                    <a:pt x="27" y="4"/>
                    <a:pt x="2" y="0"/>
                  </a:cubicBezTo>
                  <a:cubicBezTo>
                    <a:pt x="2" y="0"/>
                    <a:pt x="3" y="0"/>
                    <a:pt x="4" y="0"/>
                  </a:cubicBezTo>
                </a:path>
              </a:pathLst>
            </a:custGeom>
            <a:solidFill>
              <a:srgbClr val="F299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9873" name="Freeform 1103">
              <a:extLst>
                <a:ext uri="{FF2B5EF4-FFF2-40B4-BE49-F238E27FC236}">
                  <a16:creationId xmlns:a16="http://schemas.microsoft.com/office/drawing/2014/main" id="{DD1B2B9F-DA15-4A4E-910C-97ADC8CC1125}"/>
                </a:ext>
              </a:extLst>
            </p:cNvPr>
            <p:cNvSpPr>
              <a:spLocks/>
            </p:cNvSpPr>
            <p:nvPr/>
          </p:nvSpPr>
          <p:spPr bwMode="auto">
            <a:xfrm>
              <a:off x="938" y="799"/>
              <a:ext cx="98" cy="164"/>
            </a:xfrm>
            <a:custGeom>
              <a:avLst/>
              <a:gdLst>
                <a:gd name="T0" fmla="*/ 0 w 63"/>
                <a:gd name="T1" fmla="*/ 0 h 106"/>
                <a:gd name="T2" fmla="*/ 61 w 63"/>
                <a:gd name="T3" fmla="*/ 74 h 106"/>
                <a:gd name="T4" fmla="*/ 96 w 63"/>
                <a:gd name="T5" fmla="*/ 150 h 106"/>
                <a:gd name="T6" fmla="*/ 90 w 63"/>
                <a:gd name="T7" fmla="*/ 127 h 106"/>
                <a:gd name="T8" fmla="*/ 90 w 63"/>
                <a:gd name="T9" fmla="*/ 127 h 106"/>
                <a:gd name="T10" fmla="*/ 96 w 63"/>
                <a:gd name="T11" fmla="*/ 130 h 106"/>
                <a:gd name="T12" fmla="*/ 165 w 63"/>
                <a:gd name="T13" fmla="*/ 263 h 106"/>
                <a:gd name="T14" fmla="*/ 157 w 63"/>
                <a:gd name="T15" fmla="*/ 232 h 106"/>
                <a:gd name="T16" fmla="*/ 208 w 63"/>
                <a:gd name="T17" fmla="*/ 357 h 106"/>
                <a:gd name="T18" fmla="*/ 208 w 63"/>
                <a:gd name="T19" fmla="*/ 345 h 106"/>
                <a:gd name="T20" fmla="*/ 226 w 63"/>
                <a:gd name="T21" fmla="*/ 393 h 106"/>
                <a:gd name="T22" fmla="*/ 222 w 63"/>
                <a:gd name="T23" fmla="*/ 231 h 106"/>
                <a:gd name="T24" fmla="*/ 174 w 63"/>
                <a:gd name="T25" fmla="*/ 122 h 106"/>
                <a:gd name="T26" fmla="*/ 106 w 63"/>
                <a:gd name="T27" fmla="*/ 26 h 10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63" h="106">
                  <a:moveTo>
                    <a:pt x="0" y="0"/>
                  </a:moveTo>
                  <a:cubicBezTo>
                    <a:pt x="6" y="6"/>
                    <a:pt x="12" y="12"/>
                    <a:pt x="16" y="20"/>
                  </a:cubicBezTo>
                  <a:cubicBezTo>
                    <a:pt x="20" y="26"/>
                    <a:pt x="21" y="36"/>
                    <a:pt x="26" y="41"/>
                  </a:cubicBezTo>
                  <a:cubicBezTo>
                    <a:pt x="25" y="39"/>
                    <a:pt x="25" y="36"/>
                    <a:pt x="24" y="34"/>
                  </a:cubicBezTo>
                  <a:cubicBezTo>
                    <a:pt x="24" y="34"/>
                    <a:pt x="24" y="34"/>
                    <a:pt x="24" y="34"/>
                  </a:cubicBezTo>
                  <a:cubicBezTo>
                    <a:pt x="25" y="35"/>
                    <a:pt x="25" y="35"/>
                    <a:pt x="26" y="35"/>
                  </a:cubicBezTo>
                  <a:cubicBezTo>
                    <a:pt x="30" y="48"/>
                    <a:pt x="37" y="58"/>
                    <a:pt x="44" y="71"/>
                  </a:cubicBezTo>
                  <a:cubicBezTo>
                    <a:pt x="43" y="68"/>
                    <a:pt x="43" y="65"/>
                    <a:pt x="42" y="63"/>
                  </a:cubicBezTo>
                  <a:cubicBezTo>
                    <a:pt x="49" y="73"/>
                    <a:pt x="50" y="85"/>
                    <a:pt x="55" y="96"/>
                  </a:cubicBezTo>
                  <a:cubicBezTo>
                    <a:pt x="55" y="95"/>
                    <a:pt x="55" y="94"/>
                    <a:pt x="55" y="93"/>
                  </a:cubicBezTo>
                  <a:cubicBezTo>
                    <a:pt x="58" y="97"/>
                    <a:pt x="58" y="101"/>
                    <a:pt x="60" y="106"/>
                  </a:cubicBezTo>
                  <a:cubicBezTo>
                    <a:pt x="60" y="91"/>
                    <a:pt x="63" y="78"/>
                    <a:pt x="59" y="62"/>
                  </a:cubicBezTo>
                  <a:cubicBezTo>
                    <a:pt x="56" y="51"/>
                    <a:pt x="52" y="42"/>
                    <a:pt x="46" y="33"/>
                  </a:cubicBezTo>
                  <a:cubicBezTo>
                    <a:pt x="41" y="25"/>
                    <a:pt x="35" y="12"/>
                    <a:pt x="28" y="7"/>
                  </a:cubicBezTo>
                </a:path>
              </a:pathLst>
            </a:custGeom>
            <a:solidFill>
              <a:srgbClr val="F299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9874" name="Freeform 1104">
              <a:extLst>
                <a:ext uri="{FF2B5EF4-FFF2-40B4-BE49-F238E27FC236}">
                  <a16:creationId xmlns:a16="http://schemas.microsoft.com/office/drawing/2014/main" id="{8E76FCC1-815C-4240-A892-44038DF0BA4F}"/>
                </a:ext>
              </a:extLst>
            </p:cNvPr>
            <p:cNvSpPr>
              <a:spLocks/>
            </p:cNvSpPr>
            <p:nvPr/>
          </p:nvSpPr>
          <p:spPr bwMode="auto">
            <a:xfrm>
              <a:off x="621" y="845"/>
              <a:ext cx="99" cy="274"/>
            </a:xfrm>
            <a:custGeom>
              <a:avLst/>
              <a:gdLst>
                <a:gd name="T0" fmla="*/ 77 w 64"/>
                <a:gd name="T1" fmla="*/ 0 h 177"/>
                <a:gd name="T2" fmla="*/ 45 w 64"/>
                <a:gd name="T3" fmla="*/ 412 h 177"/>
                <a:gd name="T4" fmla="*/ 77 w 64"/>
                <a:gd name="T5" fmla="*/ 367 h 177"/>
                <a:gd name="T6" fmla="*/ 48 w 64"/>
                <a:gd name="T7" fmla="*/ 508 h 177"/>
                <a:gd name="T8" fmla="*/ 82 w 64"/>
                <a:gd name="T9" fmla="*/ 468 h 177"/>
                <a:gd name="T10" fmla="*/ 53 w 64"/>
                <a:gd name="T11" fmla="*/ 596 h 177"/>
                <a:gd name="T12" fmla="*/ 108 w 64"/>
                <a:gd name="T13" fmla="*/ 568 h 177"/>
                <a:gd name="T14" fmla="*/ 114 w 64"/>
                <a:gd name="T15" fmla="*/ 656 h 177"/>
                <a:gd name="T16" fmla="*/ 122 w 64"/>
                <a:gd name="T17" fmla="*/ 245 h 17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4" h="177">
                  <a:moveTo>
                    <a:pt x="21" y="0"/>
                  </a:moveTo>
                  <a:cubicBezTo>
                    <a:pt x="0" y="35"/>
                    <a:pt x="25" y="76"/>
                    <a:pt x="12" y="111"/>
                  </a:cubicBezTo>
                  <a:cubicBezTo>
                    <a:pt x="15" y="108"/>
                    <a:pt x="18" y="103"/>
                    <a:pt x="21" y="99"/>
                  </a:cubicBezTo>
                  <a:cubicBezTo>
                    <a:pt x="22" y="113"/>
                    <a:pt x="17" y="124"/>
                    <a:pt x="13" y="137"/>
                  </a:cubicBezTo>
                  <a:cubicBezTo>
                    <a:pt x="17" y="135"/>
                    <a:pt x="20" y="130"/>
                    <a:pt x="22" y="126"/>
                  </a:cubicBezTo>
                  <a:cubicBezTo>
                    <a:pt x="22" y="136"/>
                    <a:pt x="16" y="153"/>
                    <a:pt x="14" y="161"/>
                  </a:cubicBezTo>
                  <a:cubicBezTo>
                    <a:pt x="18" y="158"/>
                    <a:pt x="27" y="157"/>
                    <a:pt x="29" y="153"/>
                  </a:cubicBezTo>
                  <a:cubicBezTo>
                    <a:pt x="29" y="161"/>
                    <a:pt x="31" y="169"/>
                    <a:pt x="31" y="177"/>
                  </a:cubicBezTo>
                  <a:cubicBezTo>
                    <a:pt x="64" y="146"/>
                    <a:pt x="41" y="103"/>
                    <a:pt x="33" y="66"/>
                  </a:cubicBezTo>
                </a:path>
              </a:pathLst>
            </a:custGeom>
            <a:solidFill>
              <a:srgbClr val="F299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9875" name="Freeform 1105">
              <a:extLst>
                <a:ext uri="{FF2B5EF4-FFF2-40B4-BE49-F238E27FC236}">
                  <a16:creationId xmlns:a16="http://schemas.microsoft.com/office/drawing/2014/main" id="{FD74ECC4-4965-4A12-BF0B-B3E87DC9D7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3" y="853"/>
              <a:ext cx="83" cy="204"/>
            </a:xfrm>
            <a:custGeom>
              <a:avLst/>
              <a:gdLst>
                <a:gd name="T0" fmla="*/ 28 w 54"/>
                <a:gd name="T1" fmla="*/ 0 h 132"/>
                <a:gd name="T2" fmla="*/ 69 w 54"/>
                <a:gd name="T3" fmla="*/ 128 h 132"/>
                <a:gd name="T4" fmla="*/ 154 w 54"/>
                <a:gd name="T5" fmla="*/ 244 h 132"/>
                <a:gd name="T6" fmla="*/ 100 w 54"/>
                <a:gd name="T7" fmla="*/ 229 h 132"/>
                <a:gd name="T8" fmla="*/ 197 w 54"/>
                <a:gd name="T9" fmla="*/ 371 h 132"/>
                <a:gd name="T10" fmla="*/ 115 w 54"/>
                <a:gd name="T11" fmla="*/ 325 h 132"/>
                <a:gd name="T12" fmla="*/ 144 w 54"/>
                <a:gd name="T13" fmla="*/ 391 h 132"/>
                <a:gd name="T14" fmla="*/ 88 w 54"/>
                <a:gd name="T15" fmla="*/ 371 h 132"/>
                <a:gd name="T16" fmla="*/ 115 w 54"/>
                <a:gd name="T17" fmla="*/ 487 h 132"/>
                <a:gd name="T18" fmla="*/ 54 w 54"/>
                <a:gd name="T19" fmla="*/ 411 h 132"/>
                <a:gd name="T20" fmla="*/ 58 w 54"/>
                <a:gd name="T21" fmla="*/ 481 h 132"/>
                <a:gd name="T22" fmla="*/ 12 w 54"/>
                <a:gd name="T23" fmla="*/ 87 h 13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4" h="132">
                  <a:moveTo>
                    <a:pt x="8" y="0"/>
                  </a:moveTo>
                  <a:cubicBezTo>
                    <a:pt x="15" y="9"/>
                    <a:pt x="16" y="24"/>
                    <a:pt x="19" y="35"/>
                  </a:cubicBezTo>
                  <a:cubicBezTo>
                    <a:pt x="23" y="47"/>
                    <a:pt x="31" y="58"/>
                    <a:pt x="42" y="66"/>
                  </a:cubicBezTo>
                  <a:cubicBezTo>
                    <a:pt x="36" y="67"/>
                    <a:pt x="31" y="64"/>
                    <a:pt x="27" y="62"/>
                  </a:cubicBezTo>
                  <a:cubicBezTo>
                    <a:pt x="32" y="77"/>
                    <a:pt x="43" y="89"/>
                    <a:pt x="54" y="100"/>
                  </a:cubicBezTo>
                  <a:cubicBezTo>
                    <a:pt x="45" y="98"/>
                    <a:pt x="39" y="93"/>
                    <a:pt x="32" y="88"/>
                  </a:cubicBezTo>
                  <a:cubicBezTo>
                    <a:pt x="31" y="95"/>
                    <a:pt x="34" y="102"/>
                    <a:pt x="40" y="106"/>
                  </a:cubicBezTo>
                  <a:cubicBezTo>
                    <a:pt x="35" y="106"/>
                    <a:pt x="28" y="104"/>
                    <a:pt x="24" y="100"/>
                  </a:cubicBezTo>
                  <a:cubicBezTo>
                    <a:pt x="24" y="112"/>
                    <a:pt x="28" y="121"/>
                    <a:pt x="32" y="132"/>
                  </a:cubicBezTo>
                  <a:cubicBezTo>
                    <a:pt x="25" y="128"/>
                    <a:pt x="18" y="118"/>
                    <a:pt x="15" y="111"/>
                  </a:cubicBezTo>
                  <a:cubicBezTo>
                    <a:pt x="15" y="117"/>
                    <a:pt x="14" y="124"/>
                    <a:pt x="16" y="130"/>
                  </a:cubicBezTo>
                  <a:cubicBezTo>
                    <a:pt x="4" y="98"/>
                    <a:pt x="0" y="57"/>
                    <a:pt x="3" y="23"/>
                  </a:cubicBezTo>
                </a:path>
              </a:pathLst>
            </a:custGeom>
            <a:solidFill>
              <a:srgbClr val="F299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9876" name="Freeform 1106">
              <a:extLst>
                <a:ext uri="{FF2B5EF4-FFF2-40B4-BE49-F238E27FC236}">
                  <a16:creationId xmlns:a16="http://schemas.microsoft.com/office/drawing/2014/main" id="{4B5F1F28-8D25-42D4-BA2B-451E4FB811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9" y="923"/>
              <a:ext cx="56" cy="162"/>
            </a:xfrm>
            <a:custGeom>
              <a:avLst/>
              <a:gdLst>
                <a:gd name="T0" fmla="*/ 8 w 36"/>
                <a:gd name="T1" fmla="*/ 123 h 105"/>
                <a:gd name="T2" fmla="*/ 131 w 36"/>
                <a:gd name="T3" fmla="*/ 386 h 105"/>
                <a:gd name="T4" fmla="*/ 79 w 36"/>
                <a:gd name="T5" fmla="*/ 319 h 105"/>
                <a:gd name="T6" fmla="*/ 135 w 36"/>
                <a:gd name="T7" fmla="*/ 346 h 105"/>
                <a:gd name="T8" fmla="*/ 73 w 36"/>
                <a:gd name="T9" fmla="*/ 242 h 105"/>
                <a:gd name="T10" fmla="*/ 123 w 36"/>
                <a:gd name="T11" fmla="*/ 276 h 105"/>
                <a:gd name="T12" fmla="*/ 0 w 36"/>
                <a:gd name="T13" fmla="*/ 0 h 10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6" h="105">
                  <a:moveTo>
                    <a:pt x="2" y="34"/>
                  </a:moveTo>
                  <a:cubicBezTo>
                    <a:pt x="10" y="60"/>
                    <a:pt x="4" y="94"/>
                    <a:pt x="35" y="105"/>
                  </a:cubicBezTo>
                  <a:cubicBezTo>
                    <a:pt x="27" y="103"/>
                    <a:pt x="22" y="94"/>
                    <a:pt x="21" y="87"/>
                  </a:cubicBezTo>
                  <a:cubicBezTo>
                    <a:pt x="23" y="93"/>
                    <a:pt x="30" y="92"/>
                    <a:pt x="36" y="94"/>
                  </a:cubicBezTo>
                  <a:cubicBezTo>
                    <a:pt x="24" y="89"/>
                    <a:pt x="23" y="76"/>
                    <a:pt x="19" y="66"/>
                  </a:cubicBezTo>
                  <a:cubicBezTo>
                    <a:pt x="22" y="71"/>
                    <a:pt x="28" y="72"/>
                    <a:pt x="33" y="75"/>
                  </a:cubicBezTo>
                  <a:cubicBezTo>
                    <a:pt x="12" y="58"/>
                    <a:pt x="21" y="20"/>
                    <a:pt x="0" y="0"/>
                  </a:cubicBezTo>
                </a:path>
              </a:pathLst>
            </a:custGeom>
            <a:solidFill>
              <a:srgbClr val="F299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9877" name="Freeform 1107">
              <a:extLst>
                <a:ext uri="{FF2B5EF4-FFF2-40B4-BE49-F238E27FC236}">
                  <a16:creationId xmlns:a16="http://schemas.microsoft.com/office/drawing/2014/main" id="{8D3A63D6-D7F1-4EE4-801D-119AC175CC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4" y="975"/>
              <a:ext cx="52" cy="70"/>
            </a:xfrm>
            <a:custGeom>
              <a:avLst/>
              <a:gdLst>
                <a:gd name="T0" fmla="*/ 0 w 34"/>
                <a:gd name="T1" fmla="*/ 73 h 45"/>
                <a:gd name="T2" fmla="*/ 122 w 34"/>
                <a:gd name="T3" fmla="*/ 135 h 45"/>
                <a:gd name="T4" fmla="*/ 5 w 34"/>
                <a:gd name="T5" fmla="*/ 0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45">
                  <a:moveTo>
                    <a:pt x="0" y="19"/>
                  </a:moveTo>
                  <a:cubicBezTo>
                    <a:pt x="0" y="30"/>
                    <a:pt x="25" y="45"/>
                    <a:pt x="34" y="36"/>
                  </a:cubicBezTo>
                  <a:cubicBezTo>
                    <a:pt x="14" y="38"/>
                    <a:pt x="14" y="6"/>
                    <a:pt x="1" y="0"/>
                  </a:cubicBezTo>
                </a:path>
              </a:pathLst>
            </a:custGeom>
            <a:solidFill>
              <a:srgbClr val="F299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9878" name="Freeform 1108">
              <a:extLst>
                <a:ext uri="{FF2B5EF4-FFF2-40B4-BE49-F238E27FC236}">
                  <a16:creationId xmlns:a16="http://schemas.microsoft.com/office/drawing/2014/main" id="{3F554E51-8502-4527-AE90-3FA42E4327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5" y="1015"/>
              <a:ext cx="50" cy="51"/>
            </a:xfrm>
            <a:custGeom>
              <a:avLst/>
              <a:gdLst>
                <a:gd name="T0" fmla="*/ 0 w 32"/>
                <a:gd name="T1" fmla="*/ 0 h 33"/>
                <a:gd name="T2" fmla="*/ 122 w 32"/>
                <a:gd name="T3" fmla="*/ 96 h 33"/>
                <a:gd name="T4" fmla="*/ 0 w 32"/>
                <a:gd name="T5" fmla="*/ 66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33">
                  <a:moveTo>
                    <a:pt x="0" y="0"/>
                  </a:moveTo>
                  <a:cubicBezTo>
                    <a:pt x="4" y="11"/>
                    <a:pt x="19" y="28"/>
                    <a:pt x="32" y="26"/>
                  </a:cubicBezTo>
                  <a:cubicBezTo>
                    <a:pt x="24" y="33"/>
                    <a:pt x="0" y="27"/>
                    <a:pt x="0" y="18"/>
                  </a:cubicBezTo>
                </a:path>
              </a:pathLst>
            </a:custGeom>
            <a:solidFill>
              <a:srgbClr val="F299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9879" name="Freeform 1109">
              <a:extLst>
                <a:ext uri="{FF2B5EF4-FFF2-40B4-BE49-F238E27FC236}">
                  <a16:creationId xmlns:a16="http://schemas.microsoft.com/office/drawing/2014/main" id="{238069E2-864E-419A-BBCF-7DF1EE5D74F5}"/>
                </a:ext>
              </a:extLst>
            </p:cNvPr>
            <p:cNvSpPr>
              <a:spLocks/>
            </p:cNvSpPr>
            <p:nvPr/>
          </p:nvSpPr>
          <p:spPr bwMode="auto">
            <a:xfrm>
              <a:off x="633" y="971"/>
              <a:ext cx="62" cy="167"/>
            </a:xfrm>
            <a:custGeom>
              <a:avLst/>
              <a:gdLst>
                <a:gd name="T0" fmla="*/ 60 w 40"/>
                <a:gd name="T1" fmla="*/ 0 h 108"/>
                <a:gd name="T2" fmla="*/ 74 w 40"/>
                <a:gd name="T3" fmla="*/ 135 h 108"/>
                <a:gd name="T4" fmla="*/ 5 w 40"/>
                <a:gd name="T5" fmla="*/ 237 h 108"/>
                <a:gd name="T6" fmla="*/ 67 w 40"/>
                <a:gd name="T7" fmla="*/ 182 h 108"/>
                <a:gd name="T8" fmla="*/ 0 w 40"/>
                <a:gd name="T9" fmla="*/ 345 h 108"/>
                <a:gd name="T10" fmla="*/ 56 w 40"/>
                <a:gd name="T11" fmla="*/ 277 h 108"/>
                <a:gd name="T12" fmla="*/ 5 w 40"/>
                <a:gd name="T13" fmla="*/ 394 h 108"/>
                <a:gd name="T14" fmla="*/ 109 w 40"/>
                <a:gd name="T15" fmla="*/ 298 h 108"/>
                <a:gd name="T16" fmla="*/ 115 w 40"/>
                <a:gd name="T17" fmla="*/ 110 h 10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0" h="108">
                  <a:moveTo>
                    <a:pt x="16" y="0"/>
                  </a:moveTo>
                  <a:cubicBezTo>
                    <a:pt x="24" y="6"/>
                    <a:pt x="23" y="27"/>
                    <a:pt x="20" y="36"/>
                  </a:cubicBezTo>
                  <a:cubicBezTo>
                    <a:pt x="17" y="46"/>
                    <a:pt x="10" y="59"/>
                    <a:pt x="1" y="64"/>
                  </a:cubicBezTo>
                  <a:cubicBezTo>
                    <a:pt x="7" y="62"/>
                    <a:pt x="15" y="57"/>
                    <a:pt x="18" y="49"/>
                  </a:cubicBezTo>
                  <a:cubicBezTo>
                    <a:pt x="14" y="65"/>
                    <a:pt x="7" y="78"/>
                    <a:pt x="0" y="93"/>
                  </a:cubicBezTo>
                  <a:cubicBezTo>
                    <a:pt x="5" y="89"/>
                    <a:pt x="14" y="83"/>
                    <a:pt x="15" y="75"/>
                  </a:cubicBezTo>
                  <a:cubicBezTo>
                    <a:pt x="20" y="85"/>
                    <a:pt x="10" y="102"/>
                    <a:pt x="1" y="107"/>
                  </a:cubicBezTo>
                  <a:cubicBezTo>
                    <a:pt x="13" y="108"/>
                    <a:pt x="25" y="90"/>
                    <a:pt x="29" y="81"/>
                  </a:cubicBezTo>
                  <a:cubicBezTo>
                    <a:pt x="36" y="66"/>
                    <a:pt x="40" y="46"/>
                    <a:pt x="31" y="30"/>
                  </a:cubicBezTo>
                </a:path>
              </a:pathLst>
            </a:custGeom>
            <a:solidFill>
              <a:srgbClr val="F299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9880" name="Freeform 1110">
              <a:extLst>
                <a:ext uri="{FF2B5EF4-FFF2-40B4-BE49-F238E27FC236}">
                  <a16:creationId xmlns:a16="http://schemas.microsoft.com/office/drawing/2014/main" id="{69EDD7BA-3AEA-40F5-BDE5-D14193CA358A}"/>
                </a:ext>
              </a:extLst>
            </p:cNvPr>
            <p:cNvSpPr>
              <a:spLocks/>
            </p:cNvSpPr>
            <p:nvPr/>
          </p:nvSpPr>
          <p:spPr bwMode="auto">
            <a:xfrm>
              <a:off x="841" y="1175"/>
              <a:ext cx="96" cy="10"/>
            </a:xfrm>
            <a:custGeom>
              <a:avLst/>
              <a:gdLst>
                <a:gd name="T0" fmla="*/ 0 w 62"/>
                <a:gd name="T1" fmla="*/ 13 h 7"/>
                <a:gd name="T2" fmla="*/ 231 w 62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2" h="7">
                  <a:moveTo>
                    <a:pt x="0" y="4"/>
                  </a:moveTo>
                  <a:cubicBezTo>
                    <a:pt x="0" y="4"/>
                    <a:pt x="42" y="7"/>
                    <a:pt x="62" y="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9881" name="Freeform 1111">
              <a:extLst>
                <a:ext uri="{FF2B5EF4-FFF2-40B4-BE49-F238E27FC236}">
                  <a16:creationId xmlns:a16="http://schemas.microsoft.com/office/drawing/2014/main" id="{38404763-675B-4BFF-A7B6-ED67368D0314}"/>
                </a:ext>
              </a:extLst>
            </p:cNvPr>
            <p:cNvSpPr>
              <a:spLocks/>
            </p:cNvSpPr>
            <p:nvPr/>
          </p:nvSpPr>
          <p:spPr bwMode="auto">
            <a:xfrm>
              <a:off x="866" y="1196"/>
              <a:ext cx="55" cy="20"/>
            </a:xfrm>
            <a:custGeom>
              <a:avLst/>
              <a:gdLst>
                <a:gd name="T0" fmla="*/ 0 w 36"/>
                <a:gd name="T1" fmla="*/ 14 h 13"/>
                <a:gd name="T2" fmla="*/ 128 w 36"/>
                <a:gd name="T3" fmla="*/ 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" h="13">
                  <a:moveTo>
                    <a:pt x="0" y="4"/>
                  </a:moveTo>
                  <a:cubicBezTo>
                    <a:pt x="0" y="4"/>
                    <a:pt x="20" y="13"/>
                    <a:pt x="36" y="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9882" name="Freeform 1112">
              <a:extLst>
                <a:ext uri="{FF2B5EF4-FFF2-40B4-BE49-F238E27FC236}">
                  <a16:creationId xmlns:a16="http://schemas.microsoft.com/office/drawing/2014/main" id="{7145D818-B4E0-4492-8EC9-5A0AA3303077}"/>
                </a:ext>
              </a:extLst>
            </p:cNvPr>
            <p:cNvSpPr>
              <a:spLocks/>
            </p:cNvSpPr>
            <p:nvPr/>
          </p:nvSpPr>
          <p:spPr bwMode="auto">
            <a:xfrm>
              <a:off x="934" y="762"/>
              <a:ext cx="97" cy="111"/>
            </a:xfrm>
            <a:custGeom>
              <a:avLst/>
              <a:gdLst>
                <a:gd name="T0" fmla="*/ 14 w 63"/>
                <a:gd name="T1" fmla="*/ 69 h 72"/>
                <a:gd name="T2" fmla="*/ 80 w 63"/>
                <a:gd name="T3" fmla="*/ 133 h 72"/>
                <a:gd name="T4" fmla="*/ 149 w 63"/>
                <a:gd name="T5" fmla="*/ 245 h 72"/>
                <a:gd name="T6" fmla="*/ 128 w 63"/>
                <a:gd name="T7" fmla="*/ 150 h 72"/>
                <a:gd name="T8" fmla="*/ 203 w 63"/>
                <a:gd name="T9" fmla="*/ 264 h 72"/>
                <a:gd name="T10" fmla="*/ 157 w 63"/>
                <a:gd name="T11" fmla="*/ 96 h 72"/>
                <a:gd name="T12" fmla="*/ 229 w 63"/>
                <a:gd name="T13" fmla="*/ 190 h 72"/>
                <a:gd name="T14" fmla="*/ 52 w 63"/>
                <a:gd name="T15" fmla="*/ 0 h 72"/>
                <a:gd name="T16" fmla="*/ 114 w 63"/>
                <a:gd name="T17" fmla="*/ 122 h 72"/>
                <a:gd name="T18" fmla="*/ 48 w 63"/>
                <a:gd name="T19" fmla="*/ 60 h 72"/>
                <a:gd name="T20" fmla="*/ 66 w 63"/>
                <a:gd name="T21" fmla="*/ 93 h 72"/>
                <a:gd name="T22" fmla="*/ 0 w 63"/>
                <a:gd name="T23" fmla="*/ 66 h 72"/>
                <a:gd name="T24" fmla="*/ 8 w 63"/>
                <a:gd name="T25" fmla="*/ 66 h 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3" h="72">
                  <a:moveTo>
                    <a:pt x="4" y="19"/>
                  </a:moveTo>
                  <a:cubicBezTo>
                    <a:pt x="9" y="25"/>
                    <a:pt x="17" y="30"/>
                    <a:pt x="22" y="36"/>
                  </a:cubicBezTo>
                  <a:cubicBezTo>
                    <a:pt x="31" y="45"/>
                    <a:pt x="35" y="56"/>
                    <a:pt x="41" y="67"/>
                  </a:cubicBezTo>
                  <a:cubicBezTo>
                    <a:pt x="38" y="60"/>
                    <a:pt x="36" y="49"/>
                    <a:pt x="35" y="41"/>
                  </a:cubicBezTo>
                  <a:cubicBezTo>
                    <a:pt x="43" y="51"/>
                    <a:pt x="50" y="60"/>
                    <a:pt x="56" y="72"/>
                  </a:cubicBezTo>
                  <a:cubicBezTo>
                    <a:pt x="53" y="56"/>
                    <a:pt x="53" y="40"/>
                    <a:pt x="43" y="26"/>
                  </a:cubicBezTo>
                  <a:cubicBezTo>
                    <a:pt x="52" y="33"/>
                    <a:pt x="55" y="46"/>
                    <a:pt x="63" y="52"/>
                  </a:cubicBezTo>
                  <a:cubicBezTo>
                    <a:pt x="59" y="28"/>
                    <a:pt x="29" y="16"/>
                    <a:pt x="14" y="0"/>
                  </a:cubicBezTo>
                  <a:cubicBezTo>
                    <a:pt x="22" y="6"/>
                    <a:pt x="30" y="22"/>
                    <a:pt x="31" y="33"/>
                  </a:cubicBezTo>
                  <a:cubicBezTo>
                    <a:pt x="27" y="26"/>
                    <a:pt x="18" y="22"/>
                    <a:pt x="13" y="16"/>
                  </a:cubicBezTo>
                  <a:cubicBezTo>
                    <a:pt x="14" y="20"/>
                    <a:pt x="16" y="22"/>
                    <a:pt x="18" y="25"/>
                  </a:cubicBezTo>
                  <a:cubicBezTo>
                    <a:pt x="12" y="22"/>
                    <a:pt x="6" y="22"/>
                    <a:pt x="0" y="18"/>
                  </a:cubicBezTo>
                  <a:cubicBezTo>
                    <a:pt x="1" y="17"/>
                    <a:pt x="1" y="18"/>
                    <a:pt x="2" y="18"/>
                  </a:cubicBezTo>
                </a:path>
              </a:pathLst>
            </a:custGeom>
            <a:solidFill>
              <a:srgbClr val="F7B4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9883" name="Freeform 1113">
              <a:extLst>
                <a:ext uri="{FF2B5EF4-FFF2-40B4-BE49-F238E27FC236}">
                  <a16:creationId xmlns:a16="http://schemas.microsoft.com/office/drawing/2014/main" id="{E120A5E0-CF72-4A6C-8EE6-495BBDE871DE}"/>
                </a:ext>
              </a:extLst>
            </p:cNvPr>
            <p:cNvSpPr>
              <a:spLocks/>
            </p:cNvSpPr>
            <p:nvPr/>
          </p:nvSpPr>
          <p:spPr bwMode="auto">
            <a:xfrm>
              <a:off x="647" y="720"/>
              <a:ext cx="291" cy="309"/>
            </a:xfrm>
            <a:custGeom>
              <a:avLst/>
              <a:gdLst>
                <a:gd name="T0" fmla="*/ 686 w 188"/>
                <a:gd name="T1" fmla="*/ 192 h 200"/>
                <a:gd name="T2" fmla="*/ 649 w 188"/>
                <a:gd name="T3" fmla="*/ 312 h 200"/>
                <a:gd name="T4" fmla="*/ 520 w 188"/>
                <a:gd name="T5" fmla="*/ 394 h 200"/>
                <a:gd name="T6" fmla="*/ 554 w 188"/>
                <a:gd name="T7" fmla="*/ 369 h 200"/>
                <a:gd name="T8" fmla="*/ 398 w 188"/>
                <a:gd name="T9" fmla="*/ 425 h 200"/>
                <a:gd name="T10" fmla="*/ 433 w 188"/>
                <a:gd name="T11" fmla="*/ 380 h 200"/>
                <a:gd name="T12" fmla="*/ 271 w 188"/>
                <a:gd name="T13" fmla="*/ 399 h 200"/>
                <a:gd name="T14" fmla="*/ 127 w 188"/>
                <a:gd name="T15" fmla="*/ 343 h 200"/>
                <a:gd name="T16" fmla="*/ 135 w 188"/>
                <a:gd name="T17" fmla="*/ 454 h 200"/>
                <a:gd name="T18" fmla="*/ 141 w 188"/>
                <a:gd name="T19" fmla="*/ 596 h 200"/>
                <a:gd name="T20" fmla="*/ 101 w 188"/>
                <a:gd name="T21" fmla="*/ 522 h 200"/>
                <a:gd name="T22" fmla="*/ 127 w 188"/>
                <a:gd name="T23" fmla="*/ 657 h 200"/>
                <a:gd name="T24" fmla="*/ 101 w 188"/>
                <a:gd name="T25" fmla="*/ 621 h 200"/>
                <a:gd name="T26" fmla="*/ 104 w 188"/>
                <a:gd name="T27" fmla="*/ 705 h 200"/>
                <a:gd name="T28" fmla="*/ 101 w 188"/>
                <a:gd name="T29" fmla="*/ 683 h 200"/>
                <a:gd name="T30" fmla="*/ 93 w 188"/>
                <a:gd name="T31" fmla="*/ 737 h 200"/>
                <a:gd name="T32" fmla="*/ 183 w 188"/>
                <a:gd name="T33" fmla="*/ 192 h 200"/>
                <a:gd name="T34" fmla="*/ 697 w 188"/>
                <a:gd name="T35" fmla="*/ 141 h 200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88" h="200">
                  <a:moveTo>
                    <a:pt x="185" y="52"/>
                  </a:moveTo>
                  <a:cubicBezTo>
                    <a:pt x="184" y="63"/>
                    <a:pt x="183" y="73"/>
                    <a:pt x="175" y="85"/>
                  </a:cubicBezTo>
                  <a:cubicBezTo>
                    <a:pt x="167" y="96"/>
                    <a:pt x="153" y="103"/>
                    <a:pt x="140" y="107"/>
                  </a:cubicBezTo>
                  <a:cubicBezTo>
                    <a:pt x="143" y="105"/>
                    <a:pt x="147" y="102"/>
                    <a:pt x="149" y="100"/>
                  </a:cubicBezTo>
                  <a:cubicBezTo>
                    <a:pt x="137" y="108"/>
                    <a:pt x="123" y="115"/>
                    <a:pt x="107" y="115"/>
                  </a:cubicBezTo>
                  <a:cubicBezTo>
                    <a:pt x="110" y="111"/>
                    <a:pt x="115" y="108"/>
                    <a:pt x="117" y="103"/>
                  </a:cubicBezTo>
                  <a:cubicBezTo>
                    <a:pt x="103" y="107"/>
                    <a:pt x="88" y="113"/>
                    <a:pt x="73" y="108"/>
                  </a:cubicBezTo>
                  <a:cubicBezTo>
                    <a:pt x="61" y="103"/>
                    <a:pt x="47" y="91"/>
                    <a:pt x="34" y="93"/>
                  </a:cubicBezTo>
                  <a:cubicBezTo>
                    <a:pt x="36" y="101"/>
                    <a:pt x="37" y="113"/>
                    <a:pt x="36" y="123"/>
                  </a:cubicBezTo>
                  <a:cubicBezTo>
                    <a:pt x="35" y="137"/>
                    <a:pt x="36" y="148"/>
                    <a:pt x="38" y="162"/>
                  </a:cubicBezTo>
                  <a:cubicBezTo>
                    <a:pt x="33" y="157"/>
                    <a:pt x="30" y="149"/>
                    <a:pt x="27" y="142"/>
                  </a:cubicBezTo>
                  <a:cubicBezTo>
                    <a:pt x="29" y="154"/>
                    <a:pt x="30" y="166"/>
                    <a:pt x="34" y="178"/>
                  </a:cubicBezTo>
                  <a:cubicBezTo>
                    <a:pt x="31" y="175"/>
                    <a:pt x="29" y="172"/>
                    <a:pt x="27" y="168"/>
                  </a:cubicBezTo>
                  <a:cubicBezTo>
                    <a:pt x="27" y="176"/>
                    <a:pt x="28" y="183"/>
                    <a:pt x="28" y="191"/>
                  </a:cubicBezTo>
                  <a:cubicBezTo>
                    <a:pt x="28" y="188"/>
                    <a:pt x="27" y="187"/>
                    <a:pt x="27" y="185"/>
                  </a:cubicBezTo>
                  <a:cubicBezTo>
                    <a:pt x="24" y="189"/>
                    <a:pt x="26" y="195"/>
                    <a:pt x="25" y="200"/>
                  </a:cubicBezTo>
                  <a:cubicBezTo>
                    <a:pt x="5" y="151"/>
                    <a:pt x="0" y="85"/>
                    <a:pt x="49" y="52"/>
                  </a:cubicBezTo>
                  <a:cubicBezTo>
                    <a:pt x="86" y="26"/>
                    <a:pt x="149" y="0"/>
                    <a:pt x="188" y="38"/>
                  </a:cubicBezTo>
                </a:path>
              </a:pathLst>
            </a:custGeom>
            <a:solidFill>
              <a:srgbClr val="F299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9884" name="Freeform 1114">
              <a:extLst>
                <a:ext uri="{FF2B5EF4-FFF2-40B4-BE49-F238E27FC236}">
                  <a16:creationId xmlns:a16="http://schemas.microsoft.com/office/drawing/2014/main" id="{666DECD2-64FC-4B90-982C-F75EB8D5F4B4}"/>
                </a:ext>
              </a:extLst>
            </p:cNvPr>
            <p:cNvSpPr>
              <a:spLocks/>
            </p:cNvSpPr>
            <p:nvPr/>
          </p:nvSpPr>
          <p:spPr bwMode="auto">
            <a:xfrm>
              <a:off x="681" y="828"/>
              <a:ext cx="44" cy="58"/>
            </a:xfrm>
            <a:custGeom>
              <a:avLst/>
              <a:gdLst>
                <a:gd name="T0" fmla="*/ 0 w 28"/>
                <a:gd name="T1" fmla="*/ 27 h 37"/>
                <a:gd name="T2" fmla="*/ 77 w 28"/>
                <a:gd name="T3" fmla="*/ 143 h 37"/>
                <a:gd name="T4" fmla="*/ 104 w 28"/>
                <a:gd name="T5" fmla="*/ 116 h 37"/>
                <a:gd name="T6" fmla="*/ 77 w 28"/>
                <a:gd name="T7" fmla="*/ 74 h 37"/>
                <a:gd name="T8" fmla="*/ 27 w 28"/>
                <a:gd name="T9" fmla="*/ 0 h 37"/>
                <a:gd name="T10" fmla="*/ 0 w 28"/>
                <a:gd name="T11" fmla="*/ 31 h 3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" h="37">
                  <a:moveTo>
                    <a:pt x="0" y="7"/>
                  </a:moveTo>
                  <a:cubicBezTo>
                    <a:pt x="3" y="15"/>
                    <a:pt x="12" y="32"/>
                    <a:pt x="20" y="37"/>
                  </a:cubicBezTo>
                  <a:cubicBezTo>
                    <a:pt x="21" y="35"/>
                    <a:pt x="27" y="32"/>
                    <a:pt x="27" y="30"/>
                  </a:cubicBezTo>
                  <a:cubicBezTo>
                    <a:pt x="28" y="27"/>
                    <a:pt x="21" y="21"/>
                    <a:pt x="20" y="19"/>
                  </a:cubicBezTo>
                  <a:cubicBezTo>
                    <a:pt x="15" y="13"/>
                    <a:pt x="11" y="6"/>
                    <a:pt x="7" y="0"/>
                  </a:cubicBezTo>
                  <a:cubicBezTo>
                    <a:pt x="4" y="2"/>
                    <a:pt x="3" y="5"/>
                    <a:pt x="0" y="8"/>
                  </a:cubicBezTo>
                </a:path>
              </a:pathLst>
            </a:custGeom>
            <a:solidFill>
              <a:srgbClr val="5A5C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9885" name="Freeform 1115">
              <a:extLst>
                <a:ext uri="{FF2B5EF4-FFF2-40B4-BE49-F238E27FC236}">
                  <a16:creationId xmlns:a16="http://schemas.microsoft.com/office/drawing/2014/main" id="{33A72F85-3670-406E-AA98-0D694FC14A38}"/>
                </a:ext>
              </a:extLst>
            </p:cNvPr>
            <p:cNvSpPr>
              <a:spLocks/>
            </p:cNvSpPr>
            <p:nvPr/>
          </p:nvSpPr>
          <p:spPr bwMode="auto">
            <a:xfrm>
              <a:off x="666" y="814"/>
              <a:ext cx="43" cy="51"/>
            </a:xfrm>
            <a:custGeom>
              <a:avLst/>
              <a:gdLst>
                <a:gd name="T0" fmla="*/ 74 w 28"/>
                <a:gd name="T1" fmla="*/ 122 h 33"/>
                <a:gd name="T2" fmla="*/ 48 w 28"/>
                <a:gd name="T3" fmla="*/ 110 h 33"/>
                <a:gd name="T4" fmla="*/ 18 w 28"/>
                <a:gd name="T5" fmla="*/ 88 h 33"/>
                <a:gd name="T6" fmla="*/ 5 w 28"/>
                <a:gd name="T7" fmla="*/ 62 h 33"/>
                <a:gd name="T8" fmla="*/ 26 w 28"/>
                <a:gd name="T9" fmla="*/ 29 h 33"/>
                <a:gd name="T10" fmla="*/ 66 w 28"/>
                <a:gd name="T11" fmla="*/ 5 h 33"/>
                <a:gd name="T12" fmla="*/ 88 w 28"/>
                <a:gd name="T13" fmla="*/ 36 h 33"/>
                <a:gd name="T14" fmla="*/ 97 w 28"/>
                <a:gd name="T15" fmla="*/ 82 h 33"/>
                <a:gd name="T16" fmla="*/ 97 w 28"/>
                <a:gd name="T17" fmla="*/ 100 h 33"/>
                <a:gd name="T18" fmla="*/ 83 w 28"/>
                <a:gd name="T19" fmla="*/ 110 h 3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8" h="33">
                  <a:moveTo>
                    <a:pt x="20" y="33"/>
                  </a:moveTo>
                  <a:cubicBezTo>
                    <a:pt x="19" y="31"/>
                    <a:pt x="15" y="31"/>
                    <a:pt x="13" y="30"/>
                  </a:cubicBezTo>
                  <a:cubicBezTo>
                    <a:pt x="10" y="28"/>
                    <a:pt x="8" y="26"/>
                    <a:pt x="5" y="24"/>
                  </a:cubicBezTo>
                  <a:cubicBezTo>
                    <a:pt x="3" y="22"/>
                    <a:pt x="0" y="20"/>
                    <a:pt x="1" y="17"/>
                  </a:cubicBezTo>
                  <a:cubicBezTo>
                    <a:pt x="2" y="14"/>
                    <a:pt x="5" y="10"/>
                    <a:pt x="7" y="8"/>
                  </a:cubicBezTo>
                  <a:cubicBezTo>
                    <a:pt x="9" y="6"/>
                    <a:pt x="15" y="0"/>
                    <a:pt x="18" y="1"/>
                  </a:cubicBezTo>
                  <a:cubicBezTo>
                    <a:pt x="21" y="1"/>
                    <a:pt x="23" y="7"/>
                    <a:pt x="24" y="10"/>
                  </a:cubicBezTo>
                  <a:cubicBezTo>
                    <a:pt x="25" y="14"/>
                    <a:pt x="26" y="18"/>
                    <a:pt x="27" y="22"/>
                  </a:cubicBezTo>
                  <a:cubicBezTo>
                    <a:pt x="27" y="23"/>
                    <a:pt x="28" y="26"/>
                    <a:pt x="27" y="27"/>
                  </a:cubicBezTo>
                  <a:cubicBezTo>
                    <a:pt x="27" y="29"/>
                    <a:pt x="24" y="29"/>
                    <a:pt x="23" y="30"/>
                  </a:cubicBezTo>
                </a:path>
              </a:pathLst>
            </a:custGeom>
            <a:solidFill>
              <a:srgbClr val="5A5C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9886" name="Freeform 1116">
              <a:extLst>
                <a:ext uri="{FF2B5EF4-FFF2-40B4-BE49-F238E27FC236}">
                  <a16:creationId xmlns:a16="http://schemas.microsoft.com/office/drawing/2014/main" id="{C830FC64-5CB8-4827-8ED5-DDAF399F3844}"/>
                </a:ext>
              </a:extLst>
            </p:cNvPr>
            <p:cNvSpPr>
              <a:spLocks/>
            </p:cNvSpPr>
            <p:nvPr/>
          </p:nvSpPr>
          <p:spPr bwMode="auto">
            <a:xfrm>
              <a:off x="700" y="861"/>
              <a:ext cx="43" cy="45"/>
            </a:xfrm>
            <a:custGeom>
              <a:avLst/>
              <a:gdLst>
                <a:gd name="T0" fmla="*/ 0 w 28"/>
                <a:gd name="T1" fmla="*/ 22 h 29"/>
                <a:gd name="T2" fmla="*/ 18 w 28"/>
                <a:gd name="T3" fmla="*/ 88 h 29"/>
                <a:gd name="T4" fmla="*/ 35 w 28"/>
                <a:gd name="T5" fmla="*/ 101 h 29"/>
                <a:gd name="T6" fmla="*/ 75 w 28"/>
                <a:gd name="T7" fmla="*/ 74 h 29"/>
                <a:gd name="T8" fmla="*/ 94 w 28"/>
                <a:gd name="T9" fmla="*/ 48 h 29"/>
                <a:gd name="T10" fmla="*/ 88 w 28"/>
                <a:gd name="T11" fmla="*/ 29 h 29"/>
                <a:gd name="T12" fmla="*/ 52 w 28"/>
                <a:gd name="T13" fmla="*/ 12 h 29"/>
                <a:gd name="T14" fmla="*/ 22 w 28"/>
                <a:gd name="T15" fmla="*/ 0 h 2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8" h="29">
                  <a:moveTo>
                    <a:pt x="0" y="6"/>
                  </a:moveTo>
                  <a:cubicBezTo>
                    <a:pt x="0" y="12"/>
                    <a:pt x="3" y="19"/>
                    <a:pt x="5" y="24"/>
                  </a:cubicBezTo>
                  <a:cubicBezTo>
                    <a:pt x="6" y="28"/>
                    <a:pt x="7" y="29"/>
                    <a:pt x="10" y="27"/>
                  </a:cubicBezTo>
                  <a:cubicBezTo>
                    <a:pt x="14" y="26"/>
                    <a:pt x="18" y="23"/>
                    <a:pt x="21" y="20"/>
                  </a:cubicBezTo>
                  <a:cubicBezTo>
                    <a:pt x="23" y="18"/>
                    <a:pt x="25" y="16"/>
                    <a:pt x="26" y="13"/>
                  </a:cubicBezTo>
                  <a:cubicBezTo>
                    <a:pt x="28" y="11"/>
                    <a:pt x="26" y="10"/>
                    <a:pt x="24" y="8"/>
                  </a:cubicBezTo>
                  <a:cubicBezTo>
                    <a:pt x="21" y="6"/>
                    <a:pt x="18" y="4"/>
                    <a:pt x="14" y="3"/>
                  </a:cubicBezTo>
                  <a:cubicBezTo>
                    <a:pt x="12" y="2"/>
                    <a:pt x="9" y="1"/>
                    <a:pt x="6" y="0"/>
                  </a:cubicBezTo>
                </a:path>
              </a:pathLst>
            </a:custGeom>
            <a:solidFill>
              <a:srgbClr val="5A5C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9887" name="Freeform 1117">
              <a:extLst>
                <a:ext uri="{FF2B5EF4-FFF2-40B4-BE49-F238E27FC236}">
                  <a16:creationId xmlns:a16="http://schemas.microsoft.com/office/drawing/2014/main" id="{EA10070B-9D1F-4D23-B80E-7266177DB345}"/>
                </a:ext>
              </a:extLst>
            </p:cNvPr>
            <p:cNvSpPr>
              <a:spLocks/>
            </p:cNvSpPr>
            <p:nvPr/>
          </p:nvSpPr>
          <p:spPr bwMode="auto">
            <a:xfrm>
              <a:off x="669" y="841"/>
              <a:ext cx="23" cy="15"/>
            </a:xfrm>
            <a:custGeom>
              <a:avLst/>
              <a:gdLst>
                <a:gd name="T0" fmla="*/ 49 w 15"/>
                <a:gd name="T1" fmla="*/ 32 h 10"/>
                <a:gd name="T2" fmla="*/ 21 w 15"/>
                <a:gd name="T3" fmla="*/ 21 h 10"/>
                <a:gd name="T4" fmla="*/ 12 w 15"/>
                <a:gd name="T5" fmla="*/ 5 h 10"/>
                <a:gd name="T6" fmla="*/ 54 w 15"/>
                <a:gd name="T7" fmla="*/ 35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0">
                  <a:moveTo>
                    <a:pt x="14" y="9"/>
                  </a:moveTo>
                  <a:cubicBezTo>
                    <a:pt x="12" y="9"/>
                    <a:pt x="8" y="7"/>
                    <a:pt x="6" y="6"/>
                  </a:cubicBezTo>
                  <a:cubicBezTo>
                    <a:pt x="5" y="5"/>
                    <a:pt x="0" y="2"/>
                    <a:pt x="3" y="1"/>
                  </a:cubicBezTo>
                  <a:cubicBezTo>
                    <a:pt x="5" y="0"/>
                    <a:pt x="12" y="9"/>
                    <a:pt x="15" y="10"/>
                  </a:cubicBezTo>
                </a:path>
              </a:pathLst>
            </a:custGeom>
            <a:solidFill>
              <a:srgbClr val="4145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9888" name="Freeform 1118">
              <a:extLst>
                <a:ext uri="{FF2B5EF4-FFF2-40B4-BE49-F238E27FC236}">
                  <a16:creationId xmlns:a16="http://schemas.microsoft.com/office/drawing/2014/main" id="{C9B4DEB0-52A1-490B-8663-DB5DFE765AA0}"/>
                </a:ext>
              </a:extLst>
            </p:cNvPr>
            <p:cNvSpPr>
              <a:spLocks/>
            </p:cNvSpPr>
            <p:nvPr/>
          </p:nvSpPr>
          <p:spPr bwMode="auto">
            <a:xfrm>
              <a:off x="692" y="824"/>
              <a:ext cx="9" cy="28"/>
            </a:xfrm>
            <a:custGeom>
              <a:avLst/>
              <a:gdLst>
                <a:gd name="T0" fmla="*/ 18 w 6"/>
                <a:gd name="T1" fmla="*/ 68 h 18"/>
                <a:gd name="T2" fmla="*/ 14 w 6"/>
                <a:gd name="T3" fmla="*/ 22 h 18"/>
                <a:gd name="T4" fmla="*/ 5 w 6"/>
                <a:gd name="T5" fmla="*/ 14 h 18"/>
                <a:gd name="T6" fmla="*/ 14 w 6"/>
                <a:gd name="T7" fmla="*/ 39 h 18"/>
                <a:gd name="T8" fmla="*/ 18 w 6"/>
                <a:gd name="T9" fmla="*/ 68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18">
                  <a:moveTo>
                    <a:pt x="5" y="18"/>
                  </a:moveTo>
                  <a:cubicBezTo>
                    <a:pt x="6" y="16"/>
                    <a:pt x="5" y="8"/>
                    <a:pt x="4" y="6"/>
                  </a:cubicBezTo>
                  <a:cubicBezTo>
                    <a:pt x="4" y="4"/>
                    <a:pt x="0" y="0"/>
                    <a:pt x="1" y="4"/>
                  </a:cubicBezTo>
                  <a:cubicBezTo>
                    <a:pt x="1" y="6"/>
                    <a:pt x="3" y="8"/>
                    <a:pt x="4" y="10"/>
                  </a:cubicBezTo>
                  <a:cubicBezTo>
                    <a:pt x="5" y="13"/>
                    <a:pt x="5" y="15"/>
                    <a:pt x="5" y="18"/>
                  </a:cubicBezTo>
                </a:path>
              </a:pathLst>
            </a:custGeom>
            <a:solidFill>
              <a:srgbClr val="4145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9889" name="Freeform 1119">
              <a:extLst>
                <a:ext uri="{FF2B5EF4-FFF2-40B4-BE49-F238E27FC236}">
                  <a16:creationId xmlns:a16="http://schemas.microsoft.com/office/drawing/2014/main" id="{DF49DDFC-DD25-428B-9036-7E0F5C5157D6}"/>
                </a:ext>
              </a:extLst>
            </p:cNvPr>
            <p:cNvSpPr>
              <a:spLocks/>
            </p:cNvSpPr>
            <p:nvPr/>
          </p:nvSpPr>
          <p:spPr bwMode="auto">
            <a:xfrm>
              <a:off x="706" y="875"/>
              <a:ext cx="8" cy="17"/>
            </a:xfrm>
            <a:custGeom>
              <a:avLst/>
              <a:gdLst>
                <a:gd name="T0" fmla="*/ 0 w 5"/>
                <a:gd name="T1" fmla="*/ 0 h 11"/>
                <a:gd name="T2" fmla="*/ 21 w 5"/>
                <a:gd name="T3" fmla="*/ 40 h 11"/>
                <a:gd name="T4" fmla="*/ 0 w 5"/>
                <a:gd name="T5" fmla="*/ 5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11">
                  <a:moveTo>
                    <a:pt x="0" y="0"/>
                  </a:moveTo>
                  <a:cubicBezTo>
                    <a:pt x="1" y="3"/>
                    <a:pt x="2" y="11"/>
                    <a:pt x="5" y="11"/>
                  </a:cubicBezTo>
                  <a:cubicBezTo>
                    <a:pt x="5" y="8"/>
                    <a:pt x="2" y="3"/>
                    <a:pt x="0" y="1"/>
                  </a:cubicBezTo>
                </a:path>
              </a:pathLst>
            </a:custGeom>
            <a:solidFill>
              <a:srgbClr val="4145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9890" name="Freeform 1120">
              <a:extLst>
                <a:ext uri="{FF2B5EF4-FFF2-40B4-BE49-F238E27FC236}">
                  <a16:creationId xmlns:a16="http://schemas.microsoft.com/office/drawing/2014/main" id="{9F96EEB9-17E6-40BC-A52A-4D4C9C0795AB}"/>
                </a:ext>
              </a:extLst>
            </p:cNvPr>
            <p:cNvSpPr>
              <a:spLocks/>
            </p:cNvSpPr>
            <p:nvPr/>
          </p:nvSpPr>
          <p:spPr bwMode="auto">
            <a:xfrm>
              <a:off x="714" y="870"/>
              <a:ext cx="18" cy="8"/>
            </a:xfrm>
            <a:custGeom>
              <a:avLst/>
              <a:gdLst>
                <a:gd name="T0" fmla="*/ 5 w 12"/>
                <a:gd name="T1" fmla="*/ 0 h 5"/>
                <a:gd name="T2" fmla="*/ 32 w 12"/>
                <a:gd name="T3" fmla="*/ 8 h 5"/>
                <a:gd name="T4" fmla="*/ 35 w 12"/>
                <a:gd name="T5" fmla="*/ 21 h 5"/>
                <a:gd name="T6" fmla="*/ 0 w 12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5">
                  <a:moveTo>
                    <a:pt x="1" y="0"/>
                  </a:moveTo>
                  <a:cubicBezTo>
                    <a:pt x="3" y="1"/>
                    <a:pt x="7" y="1"/>
                    <a:pt x="9" y="2"/>
                  </a:cubicBezTo>
                  <a:cubicBezTo>
                    <a:pt x="11" y="4"/>
                    <a:pt x="12" y="5"/>
                    <a:pt x="10" y="5"/>
                  </a:cubicBezTo>
                  <a:cubicBezTo>
                    <a:pt x="7" y="5"/>
                    <a:pt x="2" y="2"/>
                    <a:pt x="0" y="0"/>
                  </a:cubicBezTo>
                </a:path>
              </a:pathLst>
            </a:custGeom>
            <a:solidFill>
              <a:srgbClr val="4145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9891" name="Freeform 1121">
              <a:extLst>
                <a:ext uri="{FF2B5EF4-FFF2-40B4-BE49-F238E27FC236}">
                  <a16:creationId xmlns:a16="http://schemas.microsoft.com/office/drawing/2014/main" id="{505AD3AE-0AC8-4F07-91C6-F01A57F3276D}"/>
                </a:ext>
              </a:extLst>
            </p:cNvPr>
            <p:cNvSpPr>
              <a:spLocks/>
            </p:cNvSpPr>
            <p:nvPr/>
          </p:nvSpPr>
          <p:spPr bwMode="auto">
            <a:xfrm>
              <a:off x="686" y="839"/>
              <a:ext cx="8" cy="13"/>
            </a:xfrm>
            <a:custGeom>
              <a:avLst/>
              <a:gdLst>
                <a:gd name="T0" fmla="*/ 21 w 5"/>
                <a:gd name="T1" fmla="*/ 34 h 8"/>
                <a:gd name="T2" fmla="*/ 0 w 5"/>
                <a:gd name="T3" fmla="*/ 0 h 8"/>
                <a:gd name="T4" fmla="*/ 21 w 5"/>
                <a:gd name="T5" fmla="*/ 34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8">
                  <a:moveTo>
                    <a:pt x="5" y="8"/>
                  </a:moveTo>
                  <a:cubicBezTo>
                    <a:pt x="4" y="5"/>
                    <a:pt x="1" y="4"/>
                    <a:pt x="0" y="0"/>
                  </a:cubicBezTo>
                  <a:cubicBezTo>
                    <a:pt x="3" y="2"/>
                    <a:pt x="4" y="5"/>
                    <a:pt x="5" y="8"/>
                  </a:cubicBezTo>
                </a:path>
              </a:pathLst>
            </a:custGeom>
            <a:solidFill>
              <a:srgbClr val="4145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9892" name="Freeform 1122">
              <a:extLst>
                <a:ext uri="{FF2B5EF4-FFF2-40B4-BE49-F238E27FC236}">
                  <a16:creationId xmlns:a16="http://schemas.microsoft.com/office/drawing/2014/main" id="{75E3482A-E23F-4073-BDF8-596C1C083465}"/>
                </a:ext>
              </a:extLst>
            </p:cNvPr>
            <p:cNvSpPr>
              <a:spLocks/>
            </p:cNvSpPr>
            <p:nvPr/>
          </p:nvSpPr>
          <p:spPr bwMode="auto">
            <a:xfrm>
              <a:off x="711" y="872"/>
              <a:ext cx="9" cy="12"/>
            </a:xfrm>
            <a:custGeom>
              <a:avLst/>
              <a:gdLst>
                <a:gd name="T0" fmla="*/ 5 w 6"/>
                <a:gd name="T1" fmla="*/ 5 h 8"/>
                <a:gd name="T2" fmla="*/ 21 w 6"/>
                <a:gd name="T3" fmla="*/ 26 h 8"/>
                <a:gd name="T4" fmla="*/ 0 w 6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8">
                  <a:moveTo>
                    <a:pt x="1" y="1"/>
                  </a:moveTo>
                  <a:cubicBezTo>
                    <a:pt x="0" y="3"/>
                    <a:pt x="3" y="8"/>
                    <a:pt x="6" y="7"/>
                  </a:cubicBezTo>
                  <a:cubicBezTo>
                    <a:pt x="5" y="5"/>
                    <a:pt x="2" y="2"/>
                    <a:pt x="0" y="0"/>
                  </a:cubicBezTo>
                </a:path>
              </a:pathLst>
            </a:custGeom>
            <a:solidFill>
              <a:srgbClr val="4145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9893" name="Freeform 1123">
              <a:extLst>
                <a:ext uri="{FF2B5EF4-FFF2-40B4-BE49-F238E27FC236}">
                  <a16:creationId xmlns:a16="http://schemas.microsoft.com/office/drawing/2014/main" id="{E8DD0934-B24A-43AA-9D67-7934EB661F8F}"/>
                </a:ext>
              </a:extLst>
            </p:cNvPr>
            <p:cNvSpPr>
              <a:spLocks/>
            </p:cNvSpPr>
            <p:nvPr/>
          </p:nvSpPr>
          <p:spPr bwMode="auto">
            <a:xfrm>
              <a:off x="691" y="853"/>
              <a:ext cx="17" cy="16"/>
            </a:xfrm>
            <a:custGeom>
              <a:avLst/>
              <a:gdLst>
                <a:gd name="T0" fmla="*/ 40 w 11"/>
                <a:gd name="T1" fmla="*/ 5 h 10"/>
                <a:gd name="T2" fmla="*/ 14 w 11"/>
                <a:gd name="T3" fmla="*/ 13 h 10"/>
                <a:gd name="T4" fmla="*/ 19 w 11"/>
                <a:gd name="T5" fmla="*/ 42 h 10"/>
                <a:gd name="T6" fmla="*/ 40 w 11"/>
                <a:gd name="T7" fmla="*/ 8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0">
                  <a:moveTo>
                    <a:pt x="11" y="1"/>
                  </a:moveTo>
                  <a:cubicBezTo>
                    <a:pt x="8" y="0"/>
                    <a:pt x="6" y="0"/>
                    <a:pt x="4" y="3"/>
                  </a:cubicBezTo>
                  <a:cubicBezTo>
                    <a:pt x="2" y="5"/>
                    <a:pt x="2" y="8"/>
                    <a:pt x="5" y="10"/>
                  </a:cubicBezTo>
                  <a:cubicBezTo>
                    <a:pt x="0" y="5"/>
                    <a:pt x="7" y="2"/>
                    <a:pt x="11" y="2"/>
                  </a:cubicBezTo>
                </a:path>
              </a:pathLst>
            </a:custGeom>
            <a:solidFill>
              <a:srgbClr val="4145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9894" name="Freeform 1124">
              <a:extLst>
                <a:ext uri="{FF2B5EF4-FFF2-40B4-BE49-F238E27FC236}">
                  <a16:creationId xmlns:a16="http://schemas.microsoft.com/office/drawing/2014/main" id="{3171F5A7-1534-479D-BD69-C77C49127EDD}"/>
                </a:ext>
              </a:extLst>
            </p:cNvPr>
            <p:cNvSpPr>
              <a:spLocks/>
            </p:cNvSpPr>
            <p:nvPr/>
          </p:nvSpPr>
          <p:spPr bwMode="auto">
            <a:xfrm>
              <a:off x="700" y="861"/>
              <a:ext cx="17" cy="15"/>
            </a:xfrm>
            <a:custGeom>
              <a:avLst/>
              <a:gdLst>
                <a:gd name="T0" fmla="*/ 0 w 11"/>
                <a:gd name="T1" fmla="*/ 21 h 10"/>
                <a:gd name="T2" fmla="*/ 22 w 11"/>
                <a:gd name="T3" fmla="*/ 0 h 10"/>
                <a:gd name="T4" fmla="*/ 0 w 11"/>
                <a:gd name="T5" fmla="*/ 21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0">
                  <a:moveTo>
                    <a:pt x="0" y="6"/>
                  </a:moveTo>
                  <a:cubicBezTo>
                    <a:pt x="2" y="10"/>
                    <a:pt x="11" y="3"/>
                    <a:pt x="6" y="0"/>
                  </a:cubicBezTo>
                  <a:cubicBezTo>
                    <a:pt x="5" y="3"/>
                    <a:pt x="4" y="6"/>
                    <a:pt x="0" y="6"/>
                  </a:cubicBezTo>
                </a:path>
              </a:pathLst>
            </a:custGeom>
            <a:solidFill>
              <a:srgbClr val="8685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9895" name="Freeform 1125">
              <a:extLst>
                <a:ext uri="{FF2B5EF4-FFF2-40B4-BE49-F238E27FC236}">
                  <a16:creationId xmlns:a16="http://schemas.microsoft.com/office/drawing/2014/main" id="{85472285-6DB2-4BF3-99DE-46FB0B049745}"/>
                </a:ext>
              </a:extLst>
            </p:cNvPr>
            <p:cNvSpPr>
              <a:spLocks/>
            </p:cNvSpPr>
            <p:nvPr/>
          </p:nvSpPr>
          <p:spPr bwMode="auto">
            <a:xfrm>
              <a:off x="666" y="818"/>
              <a:ext cx="23" cy="27"/>
            </a:xfrm>
            <a:custGeom>
              <a:avLst/>
              <a:gdLst>
                <a:gd name="T0" fmla="*/ 8 w 15"/>
                <a:gd name="T1" fmla="*/ 59 h 18"/>
                <a:gd name="T2" fmla="*/ 26 w 15"/>
                <a:gd name="T3" fmla="*/ 27 h 18"/>
                <a:gd name="T4" fmla="*/ 54 w 15"/>
                <a:gd name="T5" fmla="*/ 0 h 18"/>
                <a:gd name="T6" fmla="*/ 26 w 15"/>
                <a:gd name="T7" fmla="*/ 32 h 18"/>
                <a:gd name="T8" fmla="*/ 8 w 15"/>
                <a:gd name="T9" fmla="*/ 62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8">
                  <a:moveTo>
                    <a:pt x="2" y="17"/>
                  </a:moveTo>
                  <a:cubicBezTo>
                    <a:pt x="0" y="13"/>
                    <a:pt x="4" y="10"/>
                    <a:pt x="7" y="8"/>
                  </a:cubicBezTo>
                  <a:cubicBezTo>
                    <a:pt x="9" y="5"/>
                    <a:pt x="12" y="2"/>
                    <a:pt x="15" y="0"/>
                  </a:cubicBezTo>
                  <a:cubicBezTo>
                    <a:pt x="12" y="3"/>
                    <a:pt x="9" y="6"/>
                    <a:pt x="7" y="9"/>
                  </a:cubicBezTo>
                  <a:cubicBezTo>
                    <a:pt x="5" y="11"/>
                    <a:pt x="2" y="15"/>
                    <a:pt x="2" y="18"/>
                  </a:cubicBezTo>
                </a:path>
              </a:pathLst>
            </a:custGeom>
            <a:solidFill>
              <a:srgbClr val="8685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9896" name="Freeform 1126">
              <a:extLst>
                <a:ext uri="{FF2B5EF4-FFF2-40B4-BE49-F238E27FC236}">
                  <a16:creationId xmlns:a16="http://schemas.microsoft.com/office/drawing/2014/main" id="{D758F14F-EC20-454E-9995-CC4B5D44C9DB}"/>
                </a:ext>
              </a:extLst>
            </p:cNvPr>
            <p:cNvSpPr>
              <a:spLocks/>
            </p:cNvSpPr>
            <p:nvPr/>
          </p:nvSpPr>
          <p:spPr bwMode="auto">
            <a:xfrm>
              <a:off x="709" y="882"/>
              <a:ext cx="28" cy="22"/>
            </a:xfrm>
            <a:custGeom>
              <a:avLst/>
              <a:gdLst>
                <a:gd name="T0" fmla="*/ 0 w 18"/>
                <a:gd name="T1" fmla="*/ 39 h 14"/>
                <a:gd name="T2" fmla="*/ 34 w 18"/>
                <a:gd name="T3" fmla="*/ 31 h 14"/>
                <a:gd name="T4" fmla="*/ 68 w 18"/>
                <a:gd name="T5" fmla="*/ 0 h 14"/>
                <a:gd name="T6" fmla="*/ 5 w 18"/>
                <a:gd name="T7" fmla="*/ 39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14">
                  <a:moveTo>
                    <a:pt x="0" y="10"/>
                  </a:moveTo>
                  <a:cubicBezTo>
                    <a:pt x="2" y="14"/>
                    <a:pt x="6" y="10"/>
                    <a:pt x="9" y="8"/>
                  </a:cubicBezTo>
                  <a:cubicBezTo>
                    <a:pt x="12" y="6"/>
                    <a:pt x="16" y="3"/>
                    <a:pt x="18" y="0"/>
                  </a:cubicBezTo>
                  <a:cubicBezTo>
                    <a:pt x="15" y="1"/>
                    <a:pt x="3" y="14"/>
                    <a:pt x="1" y="10"/>
                  </a:cubicBezTo>
                </a:path>
              </a:pathLst>
            </a:custGeom>
            <a:solidFill>
              <a:srgbClr val="8685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9897" name="Freeform 1127">
              <a:extLst>
                <a:ext uri="{FF2B5EF4-FFF2-40B4-BE49-F238E27FC236}">
                  <a16:creationId xmlns:a16="http://schemas.microsoft.com/office/drawing/2014/main" id="{912B7523-0213-4F49-BACE-8919179014AA}"/>
                </a:ext>
              </a:extLst>
            </p:cNvPr>
            <p:cNvSpPr>
              <a:spLocks/>
            </p:cNvSpPr>
            <p:nvPr/>
          </p:nvSpPr>
          <p:spPr bwMode="auto">
            <a:xfrm>
              <a:off x="666" y="814"/>
              <a:ext cx="77" cy="92"/>
            </a:xfrm>
            <a:custGeom>
              <a:avLst/>
              <a:gdLst>
                <a:gd name="T0" fmla="*/ 168 w 50"/>
                <a:gd name="T1" fmla="*/ 143 h 59"/>
                <a:gd name="T2" fmla="*/ 131 w 50"/>
                <a:gd name="T3" fmla="*/ 125 h 59"/>
                <a:gd name="T4" fmla="*/ 122 w 50"/>
                <a:gd name="T5" fmla="*/ 122 h 59"/>
                <a:gd name="T6" fmla="*/ 106 w 50"/>
                <a:gd name="T7" fmla="*/ 108 h 59"/>
                <a:gd name="T8" fmla="*/ 100 w 50"/>
                <a:gd name="T9" fmla="*/ 90 h 59"/>
                <a:gd name="T10" fmla="*/ 95 w 50"/>
                <a:gd name="T11" fmla="*/ 83 h 59"/>
                <a:gd name="T12" fmla="*/ 88 w 50"/>
                <a:gd name="T13" fmla="*/ 39 h 59"/>
                <a:gd name="T14" fmla="*/ 66 w 50"/>
                <a:gd name="T15" fmla="*/ 5 h 59"/>
                <a:gd name="T16" fmla="*/ 26 w 50"/>
                <a:gd name="T17" fmla="*/ 30 h 59"/>
                <a:gd name="T18" fmla="*/ 5 w 50"/>
                <a:gd name="T19" fmla="*/ 65 h 59"/>
                <a:gd name="T20" fmla="*/ 18 w 50"/>
                <a:gd name="T21" fmla="*/ 90 h 59"/>
                <a:gd name="T22" fmla="*/ 48 w 50"/>
                <a:gd name="T23" fmla="*/ 114 h 59"/>
                <a:gd name="T24" fmla="*/ 62 w 50"/>
                <a:gd name="T25" fmla="*/ 117 h 59"/>
                <a:gd name="T26" fmla="*/ 80 w 50"/>
                <a:gd name="T27" fmla="*/ 143 h 59"/>
                <a:gd name="T28" fmla="*/ 100 w 50"/>
                <a:gd name="T29" fmla="*/ 204 h 59"/>
                <a:gd name="T30" fmla="*/ 116 w 50"/>
                <a:gd name="T31" fmla="*/ 217 h 59"/>
                <a:gd name="T32" fmla="*/ 157 w 50"/>
                <a:gd name="T33" fmla="*/ 190 h 59"/>
                <a:gd name="T34" fmla="*/ 176 w 50"/>
                <a:gd name="T35" fmla="*/ 162 h 59"/>
                <a:gd name="T36" fmla="*/ 168 w 50"/>
                <a:gd name="T37" fmla="*/ 143 h 59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50" h="59">
                  <a:moveTo>
                    <a:pt x="46" y="38"/>
                  </a:moveTo>
                  <a:cubicBezTo>
                    <a:pt x="43" y="36"/>
                    <a:pt x="40" y="34"/>
                    <a:pt x="36" y="33"/>
                  </a:cubicBezTo>
                  <a:cubicBezTo>
                    <a:pt x="35" y="32"/>
                    <a:pt x="34" y="32"/>
                    <a:pt x="33" y="32"/>
                  </a:cubicBezTo>
                  <a:cubicBezTo>
                    <a:pt x="31" y="30"/>
                    <a:pt x="30" y="29"/>
                    <a:pt x="29" y="28"/>
                  </a:cubicBezTo>
                  <a:cubicBezTo>
                    <a:pt x="29" y="26"/>
                    <a:pt x="28" y="25"/>
                    <a:pt x="27" y="24"/>
                  </a:cubicBezTo>
                  <a:cubicBezTo>
                    <a:pt x="27" y="23"/>
                    <a:pt x="26" y="22"/>
                    <a:pt x="26" y="22"/>
                  </a:cubicBezTo>
                  <a:cubicBezTo>
                    <a:pt x="26" y="18"/>
                    <a:pt x="25" y="14"/>
                    <a:pt x="24" y="10"/>
                  </a:cubicBezTo>
                  <a:cubicBezTo>
                    <a:pt x="23" y="7"/>
                    <a:pt x="21" y="1"/>
                    <a:pt x="18" y="1"/>
                  </a:cubicBezTo>
                  <a:cubicBezTo>
                    <a:pt x="15" y="0"/>
                    <a:pt x="9" y="6"/>
                    <a:pt x="7" y="8"/>
                  </a:cubicBezTo>
                  <a:cubicBezTo>
                    <a:pt x="5" y="10"/>
                    <a:pt x="1" y="14"/>
                    <a:pt x="1" y="17"/>
                  </a:cubicBezTo>
                  <a:cubicBezTo>
                    <a:pt x="0" y="20"/>
                    <a:pt x="3" y="21"/>
                    <a:pt x="5" y="24"/>
                  </a:cubicBezTo>
                  <a:cubicBezTo>
                    <a:pt x="8" y="26"/>
                    <a:pt x="10" y="28"/>
                    <a:pt x="13" y="30"/>
                  </a:cubicBezTo>
                  <a:cubicBezTo>
                    <a:pt x="14" y="30"/>
                    <a:pt x="16" y="30"/>
                    <a:pt x="17" y="31"/>
                  </a:cubicBezTo>
                  <a:cubicBezTo>
                    <a:pt x="19" y="34"/>
                    <a:pt x="20" y="36"/>
                    <a:pt x="22" y="38"/>
                  </a:cubicBezTo>
                  <a:cubicBezTo>
                    <a:pt x="23" y="44"/>
                    <a:pt x="25" y="49"/>
                    <a:pt x="27" y="54"/>
                  </a:cubicBezTo>
                  <a:cubicBezTo>
                    <a:pt x="28" y="58"/>
                    <a:pt x="29" y="59"/>
                    <a:pt x="32" y="57"/>
                  </a:cubicBezTo>
                  <a:cubicBezTo>
                    <a:pt x="36" y="55"/>
                    <a:pt x="40" y="53"/>
                    <a:pt x="43" y="50"/>
                  </a:cubicBezTo>
                  <a:cubicBezTo>
                    <a:pt x="45" y="48"/>
                    <a:pt x="47" y="46"/>
                    <a:pt x="48" y="43"/>
                  </a:cubicBezTo>
                  <a:cubicBezTo>
                    <a:pt x="50" y="41"/>
                    <a:pt x="48" y="40"/>
                    <a:pt x="46" y="38"/>
                  </a:cubicBezTo>
                  <a:close/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9898" name="Freeform 1128">
              <a:extLst>
                <a:ext uri="{FF2B5EF4-FFF2-40B4-BE49-F238E27FC236}">
                  <a16:creationId xmlns:a16="http://schemas.microsoft.com/office/drawing/2014/main" id="{12877844-3CE3-467E-AB7B-F0F230A00833}"/>
                </a:ext>
              </a:extLst>
            </p:cNvPr>
            <p:cNvSpPr>
              <a:spLocks/>
            </p:cNvSpPr>
            <p:nvPr/>
          </p:nvSpPr>
          <p:spPr bwMode="auto">
            <a:xfrm>
              <a:off x="692" y="852"/>
              <a:ext cx="12" cy="10"/>
            </a:xfrm>
            <a:custGeom>
              <a:avLst/>
              <a:gdLst>
                <a:gd name="T0" fmla="*/ 0 w 8"/>
                <a:gd name="T1" fmla="*/ 20 h 7"/>
                <a:gd name="T2" fmla="*/ 27 w 8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7">
                  <a:moveTo>
                    <a:pt x="0" y="7"/>
                  </a:moveTo>
                  <a:cubicBezTo>
                    <a:pt x="0" y="3"/>
                    <a:pt x="6" y="0"/>
                    <a:pt x="8" y="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9899" name="Freeform 1129">
              <a:extLst>
                <a:ext uri="{FF2B5EF4-FFF2-40B4-BE49-F238E27FC236}">
                  <a16:creationId xmlns:a16="http://schemas.microsoft.com/office/drawing/2014/main" id="{B60F6163-B94F-4A7A-A846-C99C0D91E1EC}"/>
                </a:ext>
              </a:extLst>
            </p:cNvPr>
            <p:cNvSpPr>
              <a:spLocks/>
            </p:cNvSpPr>
            <p:nvPr/>
          </p:nvSpPr>
          <p:spPr bwMode="auto">
            <a:xfrm>
              <a:off x="700" y="865"/>
              <a:ext cx="12" cy="10"/>
            </a:xfrm>
            <a:custGeom>
              <a:avLst/>
              <a:gdLst>
                <a:gd name="T0" fmla="*/ 0 w 8"/>
                <a:gd name="T1" fmla="*/ 28 h 6"/>
                <a:gd name="T2" fmla="*/ 21 w 8"/>
                <a:gd name="T3" fmla="*/ 20 h 6"/>
                <a:gd name="T4" fmla="*/ 27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6"/>
                  </a:moveTo>
                  <a:cubicBezTo>
                    <a:pt x="2" y="6"/>
                    <a:pt x="4" y="6"/>
                    <a:pt x="6" y="4"/>
                  </a:cubicBezTo>
                  <a:cubicBezTo>
                    <a:pt x="7" y="3"/>
                    <a:pt x="8" y="1"/>
                    <a:pt x="8" y="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9900" name="Freeform 1130">
              <a:extLst>
                <a:ext uri="{FF2B5EF4-FFF2-40B4-BE49-F238E27FC236}">
                  <a16:creationId xmlns:a16="http://schemas.microsoft.com/office/drawing/2014/main" id="{439190BD-72ED-4B84-8153-E9CE6AC59A0E}"/>
                </a:ext>
              </a:extLst>
            </p:cNvPr>
            <p:cNvSpPr>
              <a:spLocks/>
            </p:cNvSpPr>
            <p:nvPr/>
          </p:nvSpPr>
          <p:spPr bwMode="auto">
            <a:xfrm>
              <a:off x="737" y="780"/>
              <a:ext cx="181" cy="85"/>
            </a:xfrm>
            <a:custGeom>
              <a:avLst/>
              <a:gdLst>
                <a:gd name="T0" fmla="*/ 425 w 117"/>
                <a:gd name="T1" fmla="*/ 29 h 55"/>
                <a:gd name="T2" fmla="*/ 232 w 117"/>
                <a:gd name="T3" fmla="*/ 202 h 55"/>
                <a:gd name="T4" fmla="*/ 319 w 117"/>
                <a:gd name="T5" fmla="*/ 114 h 55"/>
                <a:gd name="T6" fmla="*/ 130 w 117"/>
                <a:gd name="T7" fmla="*/ 192 h 55"/>
                <a:gd name="T8" fmla="*/ 201 w 117"/>
                <a:gd name="T9" fmla="*/ 127 h 55"/>
                <a:gd name="T10" fmla="*/ 135 w 117"/>
                <a:gd name="T11" fmla="*/ 148 h 55"/>
                <a:gd name="T12" fmla="*/ 19 w 117"/>
                <a:gd name="T13" fmla="*/ 170 h 55"/>
                <a:gd name="T14" fmla="*/ 77 w 117"/>
                <a:gd name="T15" fmla="*/ 136 h 55"/>
                <a:gd name="T16" fmla="*/ 0 w 117"/>
                <a:gd name="T17" fmla="*/ 141 h 55"/>
                <a:gd name="T18" fmla="*/ 266 w 117"/>
                <a:gd name="T19" fmla="*/ 14 h 55"/>
                <a:gd name="T20" fmla="*/ 150 w 117"/>
                <a:gd name="T21" fmla="*/ 93 h 55"/>
                <a:gd name="T22" fmla="*/ 351 w 117"/>
                <a:gd name="T23" fmla="*/ 22 h 55"/>
                <a:gd name="T24" fmla="*/ 292 w 117"/>
                <a:gd name="T25" fmla="*/ 96 h 55"/>
                <a:gd name="T26" fmla="*/ 433 w 117"/>
                <a:gd name="T27" fmla="*/ 0 h 55"/>
                <a:gd name="T28" fmla="*/ 419 w 117"/>
                <a:gd name="T29" fmla="*/ 56 h 55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17" h="55">
                  <a:moveTo>
                    <a:pt x="115" y="8"/>
                  </a:moveTo>
                  <a:cubicBezTo>
                    <a:pt x="114" y="33"/>
                    <a:pt x="82" y="48"/>
                    <a:pt x="63" y="55"/>
                  </a:cubicBezTo>
                  <a:cubicBezTo>
                    <a:pt x="74" y="52"/>
                    <a:pt x="83" y="42"/>
                    <a:pt x="86" y="31"/>
                  </a:cubicBezTo>
                  <a:cubicBezTo>
                    <a:pt x="71" y="39"/>
                    <a:pt x="53" y="51"/>
                    <a:pt x="35" y="52"/>
                  </a:cubicBezTo>
                  <a:cubicBezTo>
                    <a:pt x="41" y="47"/>
                    <a:pt x="51" y="42"/>
                    <a:pt x="54" y="34"/>
                  </a:cubicBezTo>
                  <a:cubicBezTo>
                    <a:pt x="48" y="33"/>
                    <a:pt x="42" y="38"/>
                    <a:pt x="36" y="40"/>
                  </a:cubicBezTo>
                  <a:cubicBezTo>
                    <a:pt x="26" y="43"/>
                    <a:pt x="15" y="43"/>
                    <a:pt x="5" y="46"/>
                  </a:cubicBezTo>
                  <a:cubicBezTo>
                    <a:pt x="10" y="43"/>
                    <a:pt x="16" y="41"/>
                    <a:pt x="21" y="37"/>
                  </a:cubicBezTo>
                  <a:cubicBezTo>
                    <a:pt x="14" y="37"/>
                    <a:pt x="5" y="38"/>
                    <a:pt x="0" y="38"/>
                  </a:cubicBezTo>
                  <a:cubicBezTo>
                    <a:pt x="22" y="30"/>
                    <a:pt x="56" y="24"/>
                    <a:pt x="72" y="4"/>
                  </a:cubicBezTo>
                  <a:cubicBezTo>
                    <a:pt x="67" y="16"/>
                    <a:pt x="52" y="20"/>
                    <a:pt x="41" y="25"/>
                  </a:cubicBezTo>
                  <a:cubicBezTo>
                    <a:pt x="51" y="34"/>
                    <a:pt x="86" y="12"/>
                    <a:pt x="95" y="6"/>
                  </a:cubicBezTo>
                  <a:cubicBezTo>
                    <a:pt x="94" y="14"/>
                    <a:pt x="84" y="21"/>
                    <a:pt x="79" y="26"/>
                  </a:cubicBezTo>
                  <a:cubicBezTo>
                    <a:pt x="95" y="22"/>
                    <a:pt x="108" y="12"/>
                    <a:pt x="117" y="0"/>
                  </a:cubicBezTo>
                  <a:cubicBezTo>
                    <a:pt x="116" y="5"/>
                    <a:pt x="115" y="10"/>
                    <a:pt x="113" y="15"/>
                  </a:cubicBezTo>
                </a:path>
              </a:pathLst>
            </a:custGeom>
            <a:solidFill>
              <a:srgbClr val="F7B4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9901" name="Freeform 1131">
              <a:extLst>
                <a:ext uri="{FF2B5EF4-FFF2-40B4-BE49-F238E27FC236}">
                  <a16:creationId xmlns:a16="http://schemas.microsoft.com/office/drawing/2014/main" id="{6D03032B-F70E-448E-BBB5-B0E64D9FC3D1}"/>
                </a:ext>
              </a:extLst>
            </p:cNvPr>
            <p:cNvSpPr>
              <a:spLocks/>
            </p:cNvSpPr>
            <p:nvPr/>
          </p:nvSpPr>
          <p:spPr bwMode="auto">
            <a:xfrm>
              <a:off x="695" y="768"/>
              <a:ext cx="101" cy="50"/>
            </a:xfrm>
            <a:custGeom>
              <a:avLst/>
              <a:gdLst>
                <a:gd name="T0" fmla="*/ 225 w 65"/>
                <a:gd name="T1" fmla="*/ 66 h 32"/>
                <a:gd name="T2" fmla="*/ 48 w 65"/>
                <a:gd name="T3" fmla="*/ 117 h 32"/>
                <a:gd name="T4" fmla="*/ 113 w 65"/>
                <a:gd name="T5" fmla="*/ 88 h 32"/>
                <a:gd name="T6" fmla="*/ 0 w 65"/>
                <a:gd name="T7" fmla="*/ 95 h 32"/>
                <a:gd name="T8" fmla="*/ 121 w 65"/>
                <a:gd name="T9" fmla="*/ 39 h 32"/>
                <a:gd name="T10" fmla="*/ 205 w 65"/>
                <a:gd name="T11" fmla="*/ 0 h 32"/>
                <a:gd name="T12" fmla="*/ 109 w 65"/>
                <a:gd name="T13" fmla="*/ 66 h 32"/>
                <a:gd name="T14" fmla="*/ 182 w 65"/>
                <a:gd name="T15" fmla="*/ 53 h 32"/>
                <a:gd name="T16" fmla="*/ 244 w 65"/>
                <a:gd name="T17" fmla="*/ 47 h 32"/>
                <a:gd name="T18" fmla="*/ 205 w 65"/>
                <a:gd name="T19" fmla="*/ 75 h 3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5" h="32">
                  <a:moveTo>
                    <a:pt x="60" y="17"/>
                  </a:moveTo>
                  <a:cubicBezTo>
                    <a:pt x="46" y="28"/>
                    <a:pt x="30" y="28"/>
                    <a:pt x="13" y="31"/>
                  </a:cubicBezTo>
                  <a:cubicBezTo>
                    <a:pt x="17" y="32"/>
                    <a:pt x="26" y="26"/>
                    <a:pt x="30" y="23"/>
                  </a:cubicBezTo>
                  <a:cubicBezTo>
                    <a:pt x="19" y="23"/>
                    <a:pt x="10" y="23"/>
                    <a:pt x="0" y="25"/>
                  </a:cubicBezTo>
                  <a:cubicBezTo>
                    <a:pt x="10" y="19"/>
                    <a:pt x="21" y="15"/>
                    <a:pt x="32" y="10"/>
                  </a:cubicBezTo>
                  <a:cubicBezTo>
                    <a:pt x="39" y="6"/>
                    <a:pt x="48" y="4"/>
                    <a:pt x="55" y="0"/>
                  </a:cubicBezTo>
                  <a:cubicBezTo>
                    <a:pt x="47" y="6"/>
                    <a:pt x="35" y="9"/>
                    <a:pt x="29" y="17"/>
                  </a:cubicBezTo>
                  <a:cubicBezTo>
                    <a:pt x="35" y="16"/>
                    <a:pt x="42" y="15"/>
                    <a:pt x="48" y="14"/>
                  </a:cubicBezTo>
                  <a:cubicBezTo>
                    <a:pt x="53" y="14"/>
                    <a:pt x="62" y="14"/>
                    <a:pt x="65" y="12"/>
                  </a:cubicBezTo>
                  <a:cubicBezTo>
                    <a:pt x="64" y="16"/>
                    <a:pt x="59" y="19"/>
                    <a:pt x="55" y="20"/>
                  </a:cubicBezTo>
                </a:path>
              </a:pathLst>
            </a:custGeom>
            <a:solidFill>
              <a:srgbClr val="F7B4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9902" name="Freeform 1132">
              <a:extLst>
                <a:ext uri="{FF2B5EF4-FFF2-40B4-BE49-F238E27FC236}">
                  <a16:creationId xmlns:a16="http://schemas.microsoft.com/office/drawing/2014/main" id="{6BBE3883-FB14-4127-AE97-3076343BCEFC}"/>
                </a:ext>
              </a:extLst>
            </p:cNvPr>
            <p:cNvSpPr>
              <a:spLocks/>
            </p:cNvSpPr>
            <p:nvPr/>
          </p:nvSpPr>
          <p:spPr bwMode="auto">
            <a:xfrm>
              <a:off x="757" y="794"/>
              <a:ext cx="61" cy="39"/>
            </a:xfrm>
            <a:custGeom>
              <a:avLst/>
              <a:gdLst>
                <a:gd name="T0" fmla="*/ 0 w 39"/>
                <a:gd name="T1" fmla="*/ 95 h 25"/>
                <a:gd name="T2" fmla="*/ 149 w 39"/>
                <a:gd name="T3" fmla="*/ 0 h 25"/>
                <a:gd name="T4" fmla="*/ 103 w 39"/>
                <a:gd name="T5" fmla="*/ 47 h 25"/>
                <a:gd name="T6" fmla="*/ 69 w 39"/>
                <a:gd name="T7" fmla="*/ 95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" h="25">
                  <a:moveTo>
                    <a:pt x="0" y="25"/>
                  </a:moveTo>
                  <a:cubicBezTo>
                    <a:pt x="15" y="19"/>
                    <a:pt x="24" y="5"/>
                    <a:pt x="39" y="0"/>
                  </a:cubicBezTo>
                  <a:cubicBezTo>
                    <a:pt x="36" y="5"/>
                    <a:pt x="30" y="7"/>
                    <a:pt x="27" y="12"/>
                  </a:cubicBezTo>
                  <a:cubicBezTo>
                    <a:pt x="24" y="16"/>
                    <a:pt x="23" y="21"/>
                    <a:pt x="18" y="25"/>
                  </a:cubicBezTo>
                </a:path>
              </a:pathLst>
            </a:custGeom>
            <a:solidFill>
              <a:srgbClr val="F7B4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9903" name="Freeform 1133">
              <a:extLst>
                <a:ext uri="{FF2B5EF4-FFF2-40B4-BE49-F238E27FC236}">
                  <a16:creationId xmlns:a16="http://schemas.microsoft.com/office/drawing/2014/main" id="{72BBF817-B851-47A2-AD35-61CD770D3CF2}"/>
                </a:ext>
              </a:extLst>
            </p:cNvPr>
            <p:cNvSpPr>
              <a:spLocks/>
            </p:cNvSpPr>
            <p:nvPr/>
          </p:nvSpPr>
          <p:spPr bwMode="auto">
            <a:xfrm>
              <a:off x="584" y="2271"/>
              <a:ext cx="52" cy="587"/>
            </a:xfrm>
            <a:custGeom>
              <a:avLst/>
              <a:gdLst>
                <a:gd name="T0" fmla="*/ 80 w 34"/>
                <a:gd name="T1" fmla="*/ 0 h 380"/>
                <a:gd name="T2" fmla="*/ 122 w 34"/>
                <a:gd name="T3" fmla="*/ 1401 h 380"/>
                <a:gd name="T4" fmla="*/ 80 w 34"/>
                <a:gd name="T5" fmla="*/ 0 h 38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380">
                  <a:moveTo>
                    <a:pt x="22" y="0"/>
                  </a:moveTo>
                  <a:cubicBezTo>
                    <a:pt x="22" y="0"/>
                    <a:pt x="0" y="234"/>
                    <a:pt x="34" y="380"/>
                  </a:cubicBezTo>
                  <a:cubicBezTo>
                    <a:pt x="34" y="380"/>
                    <a:pt x="12" y="116"/>
                    <a:pt x="2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9904" name="Freeform 1134">
              <a:extLst>
                <a:ext uri="{FF2B5EF4-FFF2-40B4-BE49-F238E27FC236}">
                  <a16:creationId xmlns:a16="http://schemas.microsoft.com/office/drawing/2014/main" id="{255F1218-D4CB-4C3A-ACD8-CB0CAB4E651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2" y="2461"/>
              <a:ext cx="54" cy="481"/>
            </a:xfrm>
            <a:custGeom>
              <a:avLst/>
              <a:gdLst>
                <a:gd name="T0" fmla="*/ 128 w 35"/>
                <a:gd name="T1" fmla="*/ 0 h 311"/>
                <a:gd name="T2" fmla="*/ 0 w 35"/>
                <a:gd name="T3" fmla="*/ 1151 h 311"/>
                <a:gd name="T4" fmla="*/ 128 w 35"/>
                <a:gd name="T5" fmla="*/ 0 h 3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311">
                  <a:moveTo>
                    <a:pt x="35" y="0"/>
                  </a:moveTo>
                  <a:cubicBezTo>
                    <a:pt x="35" y="0"/>
                    <a:pt x="21" y="223"/>
                    <a:pt x="0" y="311"/>
                  </a:cubicBezTo>
                  <a:cubicBezTo>
                    <a:pt x="0" y="311"/>
                    <a:pt x="28" y="21"/>
                    <a:pt x="35" y="0"/>
                  </a:cubicBezTo>
                  <a:close/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9905" name="Freeform 1135">
              <a:extLst>
                <a:ext uri="{FF2B5EF4-FFF2-40B4-BE49-F238E27FC236}">
                  <a16:creationId xmlns:a16="http://schemas.microsoft.com/office/drawing/2014/main" id="{19BBFFCA-1122-4734-B518-D185F933D851}"/>
                </a:ext>
              </a:extLst>
            </p:cNvPr>
            <p:cNvSpPr>
              <a:spLocks/>
            </p:cNvSpPr>
            <p:nvPr/>
          </p:nvSpPr>
          <p:spPr bwMode="auto">
            <a:xfrm>
              <a:off x="630" y="1566"/>
              <a:ext cx="34" cy="249"/>
            </a:xfrm>
            <a:custGeom>
              <a:avLst/>
              <a:gdLst>
                <a:gd name="T0" fmla="*/ 8 w 22"/>
                <a:gd name="T1" fmla="*/ 0 h 161"/>
                <a:gd name="T2" fmla="*/ 34 w 22"/>
                <a:gd name="T3" fmla="*/ 167 h 161"/>
                <a:gd name="T4" fmla="*/ 14 w 22"/>
                <a:gd name="T5" fmla="*/ 292 h 161"/>
                <a:gd name="T6" fmla="*/ 22 w 22"/>
                <a:gd name="T7" fmla="*/ 595 h 161"/>
                <a:gd name="T8" fmla="*/ 74 w 22"/>
                <a:gd name="T9" fmla="*/ 218 h 161"/>
                <a:gd name="T10" fmla="*/ 8 w 22"/>
                <a:gd name="T11" fmla="*/ 0 h 16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161">
                  <a:moveTo>
                    <a:pt x="2" y="0"/>
                  </a:moveTo>
                  <a:cubicBezTo>
                    <a:pt x="1" y="14"/>
                    <a:pt x="10" y="30"/>
                    <a:pt x="9" y="45"/>
                  </a:cubicBezTo>
                  <a:cubicBezTo>
                    <a:pt x="8" y="57"/>
                    <a:pt x="5" y="68"/>
                    <a:pt x="4" y="79"/>
                  </a:cubicBezTo>
                  <a:cubicBezTo>
                    <a:pt x="2" y="104"/>
                    <a:pt x="0" y="137"/>
                    <a:pt x="6" y="161"/>
                  </a:cubicBezTo>
                  <a:cubicBezTo>
                    <a:pt x="13" y="128"/>
                    <a:pt x="16" y="93"/>
                    <a:pt x="20" y="59"/>
                  </a:cubicBezTo>
                  <a:cubicBezTo>
                    <a:pt x="22" y="36"/>
                    <a:pt x="21" y="16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9906" name="Freeform 1136">
              <a:extLst>
                <a:ext uri="{FF2B5EF4-FFF2-40B4-BE49-F238E27FC236}">
                  <a16:creationId xmlns:a16="http://schemas.microsoft.com/office/drawing/2014/main" id="{9544C5C3-6F20-4FA2-B1EA-1DF75C974AA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8" y="1543"/>
              <a:ext cx="42" cy="266"/>
            </a:xfrm>
            <a:custGeom>
              <a:avLst/>
              <a:gdLst>
                <a:gd name="T0" fmla="*/ 75 w 27"/>
                <a:gd name="T1" fmla="*/ 0 h 172"/>
                <a:gd name="T2" fmla="*/ 56 w 27"/>
                <a:gd name="T3" fmla="*/ 127 h 172"/>
                <a:gd name="T4" fmla="*/ 73 w 27"/>
                <a:gd name="T5" fmla="*/ 277 h 172"/>
                <a:gd name="T6" fmla="*/ 90 w 27"/>
                <a:gd name="T7" fmla="*/ 636 h 172"/>
                <a:gd name="T8" fmla="*/ 75 w 27"/>
                <a:gd name="T9" fmla="*/ 445 h 172"/>
                <a:gd name="T10" fmla="*/ 34 w 27"/>
                <a:gd name="T11" fmla="*/ 263 h 172"/>
                <a:gd name="T12" fmla="*/ 62 w 27"/>
                <a:gd name="T13" fmla="*/ 19 h 17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" h="172">
                  <a:moveTo>
                    <a:pt x="20" y="0"/>
                  </a:moveTo>
                  <a:cubicBezTo>
                    <a:pt x="21" y="9"/>
                    <a:pt x="14" y="23"/>
                    <a:pt x="15" y="34"/>
                  </a:cubicBezTo>
                  <a:cubicBezTo>
                    <a:pt x="15" y="48"/>
                    <a:pt x="16" y="61"/>
                    <a:pt x="19" y="75"/>
                  </a:cubicBezTo>
                  <a:cubicBezTo>
                    <a:pt x="24" y="106"/>
                    <a:pt x="27" y="139"/>
                    <a:pt x="24" y="172"/>
                  </a:cubicBezTo>
                  <a:cubicBezTo>
                    <a:pt x="20" y="156"/>
                    <a:pt x="22" y="136"/>
                    <a:pt x="20" y="120"/>
                  </a:cubicBezTo>
                  <a:cubicBezTo>
                    <a:pt x="17" y="103"/>
                    <a:pt x="12" y="87"/>
                    <a:pt x="9" y="71"/>
                  </a:cubicBezTo>
                  <a:cubicBezTo>
                    <a:pt x="7" y="54"/>
                    <a:pt x="0" y="16"/>
                    <a:pt x="17" y="5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9907" name="Freeform 1137">
              <a:extLst>
                <a:ext uri="{FF2B5EF4-FFF2-40B4-BE49-F238E27FC236}">
                  <a16:creationId xmlns:a16="http://schemas.microsoft.com/office/drawing/2014/main" id="{70AF80FE-F970-45F6-8DF5-AA50CA244131}"/>
                </a:ext>
              </a:extLst>
            </p:cNvPr>
            <p:cNvSpPr>
              <a:spLocks/>
            </p:cNvSpPr>
            <p:nvPr/>
          </p:nvSpPr>
          <p:spPr bwMode="auto">
            <a:xfrm>
              <a:off x="842" y="1581"/>
              <a:ext cx="53" cy="48"/>
            </a:xfrm>
            <a:custGeom>
              <a:avLst/>
              <a:gdLst>
                <a:gd name="T0" fmla="*/ 5 w 34"/>
                <a:gd name="T1" fmla="*/ 82 h 31"/>
                <a:gd name="T2" fmla="*/ 129 w 34"/>
                <a:gd name="T3" fmla="*/ 115 h 31"/>
                <a:gd name="T4" fmla="*/ 0 w 34"/>
                <a:gd name="T5" fmla="*/ 93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31">
                  <a:moveTo>
                    <a:pt x="1" y="22"/>
                  </a:moveTo>
                  <a:cubicBezTo>
                    <a:pt x="7" y="0"/>
                    <a:pt x="28" y="22"/>
                    <a:pt x="34" y="31"/>
                  </a:cubicBezTo>
                  <a:cubicBezTo>
                    <a:pt x="22" y="24"/>
                    <a:pt x="14" y="21"/>
                    <a:pt x="0" y="25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9908" name="Freeform 1138">
              <a:extLst>
                <a:ext uri="{FF2B5EF4-FFF2-40B4-BE49-F238E27FC236}">
                  <a16:creationId xmlns:a16="http://schemas.microsoft.com/office/drawing/2014/main" id="{A456920E-242C-4D50-9640-6D3B663B790B}"/>
                </a:ext>
              </a:extLst>
            </p:cNvPr>
            <p:cNvSpPr>
              <a:spLocks/>
            </p:cNvSpPr>
            <p:nvPr/>
          </p:nvSpPr>
          <p:spPr bwMode="auto">
            <a:xfrm>
              <a:off x="728" y="1804"/>
              <a:ext cx="235" cy="287"/>
            </a:xfrm>
            <a:custGeom>
              <a:avLst/>
              <a:gdLst>
                <a:gd name="T0" fmla="*/ 289 w 152"/>
                <a:gd name="T1" fmla="*/ 26 h 186"/>
                <a:gd name="T2" fmla="*/ 40 w 152"/>
                <a:gd name="T3" fmla="*/ 352 h 186"/>
                <a:gd name="T4" fmla="*/ 258 w 152"/>
                <a:gd name="T5" fmla="*/ 614 h 186"/>
                <a:gd name="T6" fmla="*/ 543 w 152"/>
                <a:gd name="T7" fmla="*/ 284 h 186"/>
                <a:gd name="T8" fmla="*/ 445 w 152"/>
                <a:gd name="T9" fmla="*/ 0 h 1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2" h="186">
                  <a:moveTo>
                    <a:pt x="78" y="7"/>
                  </a:moveTo>
                  <a:cubicBezTo>
                    <a:pt x="48" y="7"/>
                    <a:pt x="17" y="72"/>
                    <a:pt x="11" y="96"/>
                  </a:cubicBezTo>
                  <a:cubicBezTo>
                    <a:pt x="0" y="139"/>
                    <a:pt x="17" y="186"/>
                    <a:pt x="70" y="167"/>
                  </a:cubicBezTo>
                  <a:cubicBezTo>
                    <a:pt x="113" y="151"/>
                    <a:pt x="139" y="120"/>
                    <a:pt x="147" y="77"/>
                  </a:cubicBezTo>
                  <a:cubicBezTo>
                    <a:pt x="152" y="49"/>
                    <a:pt x="147" y="15"/>
                    <a:pt x="120" y="0"/>
                  </a:cubicBezTo>
                </a:path>
              </a:pathLst>
            </a:custGeom>
            <a:solidFill>
              <a:srgbClr val="F7F2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9909" name="Freeform 1139">
              <a:extLst>
                <a:ext uri="{FF2B5EF4-FFF2-40B4-BE49-F238E27FC236}">
                  <a16:creationId xmlns:a16="http://schemas.microsoft.com/office/drawing/2014/main" id="{DBAEE848-9DE1-4EEE-AB36-CE09C5546D4C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" y="2161"/>
              <a:ext cx="209" cy="218"/>
            </a:xfrm>
            <a:custGeom>
              <a:avLst/>
              <a:gdLst>
                <a:gd name="T0" fmla="*/ 0 w 135"/>
                <a:gd name="T1" fmla="*/ 100 h 141"/>
                <a:gd name="T2" fmla="*/ 502 w 135"/>
                <a:gd name="T3" fmla="*/ 237 h 141"/>
                <a:gd name="T4" fmla="*/ 108 w 135"/>
                <a:gd name="T5" fmla="*/ 0 h 1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5" h="141">
                  <a:moveTo>
                    <a:pt x="0" y="27"/>
                  </a:moveTo>
                  <a:cubicBezTo>
                    <a:pt x="6" y="77"/>
                    <a:pt x="135" y="141"/>
                    <a:pt x="135" y="64"/>
                  </a:cubicBezTo>
                  <a:cubicBezTo>
                    <a:pt x="135" y="13"/>
                    <a:pt x="68" y="0"/>
                    <a:pt x="29" y="0"/>
                  </a:cubicBezTo>
                </a:path>
              </a:pathLst>
            </a:custGeom>
            <a:solidFill>
              <a:srgbClr val="F7F2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9910" name="Freeform 1140">
              <a:extLst>
                <a:ext uri="{FF2B5EF4-FFF2-40B4-BE49-F238E27FC236}">
                  <a16:creationId xmlns:a16="http://schemas.microsoft.com/office/drawing/2014/main" id="{C97B8FA7-6485-4997-BF64-BBCB004B4685}"/>
                </a:ext>
              </a:extLst>
            </p:cNvPr>
            <p:cNvSpPr>
              <a:spLocks/>
            </p:cNvSpPr>
            <p:nvPr/>
          </p:nvSpPr>
          <p:spPr bwMode="auto">
            <a:xfrm>
              <a:off x="711" y="1253"/>
              <a:ext cx="80" cy="110"/>
            </a:xfrm>
            <a:custGeom>
              <a:avLst/>
              <a:gdLst>
                <a:gd name="T0" fmla="*/ 177 w 52"/>
                <a:gd name="T1" fmla="*/ 0 h 71"/>
                <a:gd name="T2" fmla="*/ 175 w 52"/>
                <a:gd name="T3" fmla="*/ 60 h 71"/>
                <a:gd name="T4" fmla="*/ 146 w 52"/>
                <a:gd name="T5" fmla="*/ 130 h 71"/>
                <a:gd name="T6" fmla="*/ 89 w 52"/>
                <a:gd name="T7" fmla="*/ 175 h 71"/>
                <a:gd name="T8" fmla="*/ 48 w 52"/>
                <a:gd name="T9" fmla="*/ 201 h 71"/>
                <a:gd name="T10" fmla="*/ 0 w 52"/>
                <a:gd name="T11" fmla="*/ 218 h 71"/>
                <a:gd name="T12" fmla="*/ 182 w 52"/>
                <a:gd name="T13" fmla="*/ 19 h 7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2" h="71">
                  <a:moveTo>
                    <a:pt x="49" y="0"/>
                  </a:moveTo>
                  <a:cubicBezTo>
                    <a:pt x="47" y="4"/>
                    <a:pt x="49" y="11"/>
                    <a:pt x="48" y="16"/>
                  </a:cubicBezTo>
                  <a:cubicBezTo>
                    <a:pt x="47" y="22"/>
                    <a:pt x="44" y="30"/>
                    <a:pt x="40" y="35"/>
                  </a:cubicBezTo>
                  <a:cubicBezTo>
                    <a:pt x="36" y="41"/>
                    <a:pt x="31" y="44"/>
                    <a:pt x="25" y="47"/>
                  </a:cubicBezTo>
                  <a:cubicBezTo>
                    <a:pt x="21" y="50"/>
                    <a:pt x="17" y="53"/>
                    <a:pt x="13" y="54"/>
                  </a:cubicBezTo>
                  <a:cubicBezTo>
                    <a:pt x="9" y="55"/>
                    <a:pt x="4" y="57"/>
                    <a:pt x="0" y="59"/>
                  </a:cubicBezTo>
                  <a:cubicBezTo>
                    <a:pt x="34" y="71"/>
                    <a:pt x="52" y="34"/>
                    <a:pt x="5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9911" name="Freeform 1141">
              <a:extLst>
                <a:ext uri="{FF2B5EF4-FFF2-40B4-BE49-F238E27FC236}">
                  <a16:creationId xmlns:a16="http://schemas.microsoft.com/office/drawing/2014/main" id="{4A338029-C5C7-45ED-B270-E6F7AA4F2467}"/>
                </a:ext>
              </a:extLst>
            </p:cNvPr>
            <p:cNvSpPr>
              <a:spLocks/>
            </p:cNvSpPr>
            <p:nvPr/>
          </p:nvSpPr>
          <p:spPr bwMode="auto">
            <a:xfrm>
              <a:off x="830" y="1238"/>
              <a:ext cx="127" cy="51"/>
            </a:xfrm>
            <a:custGeom>
              <a:avLst/>
              <a:gdLst>
                <a:gd name="T0" fmla="*/ 0 w 82"/>
                <a:gd name="T1" fmla="*/ 36 h 33"/>
                <a:gd name="T2" fmla="*/ 305 w 82"/>
                <a:gd name="T3" fmla="*/ 0 h 33"/>
                <a:gd name="T4" fmla="*/ 0 w 82"/>
                <a:gd name="T5" fmla="*/ 36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2" h="33">
                  <a:moveTo>
                    <a:pt x="0" y="10"/>
                  </a:moveTo>
                  <a:cubicBezTo>
                    <a:pt x="0" y="10"/>
                    <a:pt x="49" y="33"/>
                    <a:pt x="82" y="0"/>
                  </a:cubicBezTo>
                  <a:cubicBezTo>
                    <a:pt x="82" y="0"/>
                    <a:pt x="51" y="27"/>
                    <a:pt x="0" y="10"/>
                  </a:cubicBezTo>
                  <a:close/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9912" name="Freeform 1142">
              <a:extLst>
                <a:ext uri="{FF2B5EF4-FFF2-40B4-BE49-F238E27FC236}">
                  <a16:creationId xmlns:a16="http://schemas.microsoft.com/office/drawing/2014/main" id="{56B58D36-0D2B-4243-ACFB-E3B416E92D6D}"/>
                </a:ext>
              </a:extLst>
            </p:cNvPr>
            <p:cNvSpPr>
              <a:spLocks/>
            </p:cNvSpPr>
            <p:nvPr/>
          </p:nvSpPr>
          <p:spPr bwMode="auto">
            <a:xfrm>
              <a:off x="650" y="867"/>
              <a:ext cx="36" cy="156"/>
            </a:xfrm>
            <a:custGeom>
              <a:avLst/>
              <a:gdLst>
                <a:gd name="T0" fmla="*/ 83 w 23"/>
                <a:gd name="T1" fmla="*/ 34 h 101"/>
                <a:gd name="T2" fmla="*/ 88 w 23"/>
                <a:gd name="T3" fmla="*/ 148 h 101"/>
                <a:gd name="T4" fmla="*/ 69 w 23"/>
                <a:gd name="T5" fmla="*/ 114 h 101"/>
                <a:gd name="T6" fmla="*/ 53 w 23"/>
                <a:gd name="T7" fmla="*/ 236 h 101"/>
                <a:gd name="T8" fmla="*/ 53 w 23"/>
                <a:gd name="T9" fmla="*/ 372 h 101"/>
                <a:gd name="T10" fmla="*/ 27 w 23"/>
                <a:gd name="T11" fmla="*/ 222 h 101"/>
                <a:gd name="T12" fmla="*/ 0 w 23"/>
                <a:gd name="T13" fmla="*/ 86 h 101"/>
                <a:gd name="T14" fmla="*/ 20 w 23"/>
                <a:gd name="T15" fmla="*/ 158 h 101"/>
                <a:gd name="T16" fmla="*/ 27 w 23"/>
                <a:gd name="T17" fmla="*/ 0 h 101"/>
                <a:gd name="T18" fmla="*/ 39 w 23"/>
                <a:gd name="T19" fmla="*/ 76 h 101"/>
                <a:gd name="T20" fmla="*/ 56 w 23"/>
                <a:gd name="T21" fmla="*/ 29 h 101"/>
                <a:gd name="T22" fmla="*/ 69 w 23"/>
                <a:gd name="T23" fmla="*/ 40 h 101"/>
                <a:gd name="T24" fmla="*/ 81 w 23"/>
                <a:gd name="T25" fmla="*/ 34 h 10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3" h="101">
                  <a:moveTo>
                    <a:pt x="22" y="9"/>
                  </a:moveTo>
                  <a:cubicBezTo>
                    <a:pt x="22" y="19"/>
                    <a:pt x="20" y="31"/>
                    <a:pt x="23" y="40"/>
                  </a:cubicBezTo>
                  <a:cubicBezTo>
                    <a:pt x="21" y="38"/>
                    <a:pt x="20" y="34"/>
                    <a:pt x="18" y="31"/>
                  </a:cubicBezTo>
                  <a:cubicBezTo>
                    <a:pt x="18" y="42"/>
                    <a:pt x="16" y="53"/>
                    <a:pt x="14" y="64"/>
                  </a:cubicBezTo>
                  <a:cubicBezTo>
                    <a:pt x="13" y="76"/>
                    <a:pt x="16" y="89"/>
                    <a:pt x="14" y="101"/>
                  </a:cubicBezTo>
                  <a:cubicBezTo>
                    <a:pt x="6" y="94"/>
                    <a:pt x="8" y="71"/>
                    <a:pt x="7" y="60"/>
                  </a:cubicBezTo>
                  <a:cubicBezTo>
                    <a:pt x="5" y="48"/>
                    <a:pt x="1" y="35"/>
                    <a:pt x="0" y="23"/>
                  </a:cubicBezTo>
                  <a:cubicBezTo>
                    <a:pt x="2" y="29"/>
                    <a:pt x="2" y="36"/>
                    <a:pt x="5" y="43"/>
                  </a:cubicBezTo>
                  <a:cubicBezTo>
                    <a:pt x="4" y="29"/>
                    <a:pt x="7" y="15"/>
                    <a:pt x="7" y="0"/>
                  </a:cubicBezTo>
                  <a:cubicBezTo>
                    <a:pt x="7" y="7"/>
                    <a:pt x="8" y="15"/>
                    <a:pt x="10" y="21"/>
                  </a:cubicBezTo>
                  <a:cubicBezTo>
                    <a:pt x="10" y="17"/>
                    <a:pt x="13" y="11"/>
                    <a:pt x="15" y="8"/>
                  </a:cubicBezTo>
                  <a:cubicBezTo>
                    <a:pt x="16" y="9"/>
                    <a:pt x="17" y="9"/>
                    <a:pt x="18" y="11"/>
                  </a:cubicBezTo>
                  <a:cubicBezTo>
                    <a:pt x="18" y="10"/>
                    <a:pt x="21" y="9"/>
                    <a:pt x="21" y="9"/>
                  </a:cubicBezTo>
                </a:path>
              </a:pathLst>
            </a:custGeom>
            <a:solidFill>
              <a:srgbClr val="F7B4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9913" name="Freeform 1143">
              <a:extLst>
                <a:ext uri="{FF2B5EF4-FFF2-40B4-BE49-F238E27FC236}">
                  <a16:creationId xmlns:a16="http://schemas.microsoft.com/office/drawing/2014/main" id="{485D14EC-3354-4AC0-820B-B4931316721B}"/>
                </a:ext>
              </a:extLst>
            </p:cNvPr>
            <p:cNvSpPr>
              <a:spLocks/>
            </p:cNvSpPr>
            <p:nvPr/>
          </p:nvSpPr>
          <p:spPr bwMode="auto">
            <a:xfrm>
              <a:off x="666" y="847"/>
              <a:ext cx="37" cy="51"/>
            </a:xfrm>
            <a:custGeom>
              <a:avLst/>
              <a:gdLst>
                <a:gd name="T0" fmla="*/ 0 w 24"/>
                <a:gd name="T1" fmla="*/ 0 h 33"/>
                <a:gd name="T2" fmla="*/ 34 w 24"/>
                <a:gd name="T3" fmla="*/ 34 h 33"/>
                <a:gd name="T4" fmla="*/ 66 w 24"/>
                <a:gd name="T5" fmla="*/ 48 h 33"/>
                <a:gd name="T6" fmla="*/ 80 w 24"/>
                <a:gd name="T7" fmla="*/ 82 h 33"/>
                <a:gd name="T8" fmla="*/ 76 w 24"/>
                <a:gd name="T9" fmla="*/ 122 h 33"/>
                <a:gd name="T10" fmla="*/ 74 w 24"/>
                <a:gd name="T11" fmla="*/ 82 h 33"/>
                <a:gd name="T12" fmla="*/ 48 w 24"/>
                <a:gd name="T13" fmla="*/ 45 h 33"/>
                <a:gd name="T14" fmla="*/ 14 w 24"/>
                <a:gd name="T15" fmla="*/ 22 h 33"/>
                <a:gd name="T16" fmla="*/ 0 w 24"/>
                <a:gd name="T17" fmla="*/ 5 h 3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4" h="33">
                  <a:moveTo>
                    <a:pt x="0" y="0"/>
                  </a:moveTo>
                  <a:cubicBezTo>
                    <a:pt x="2" y="2"/>
                    <a:pt x="6" y="6"/>
                    <a:pt x="9" y="9"/>
                  </a:cubicBezTo>
                  <a:cubicBezTo>
                    <a:pt x="12" y="10"/>
                    <a:pt x="15" y="11"/>
                    <a:pt x="18" y="13"/>
                  </a:cubicBezTo>
                  <a:cubicBezTo>
                    <a:pt x="20" y="15"/>
                    <a:pt x="22" y="19"/>
                    <a:pt x="22" y="22"/>
                  </a:cubicBezTo>
                  <a:cubicBezTo>
                    <a:pt x="22" y="24"/>
                    <a:pt x="24" y="33"/>
                    <a:pt x="21" y="33"/>
                  </a:cubicBezTo>
                  <a:cubicBezTo>
                    <a:pt x="20" y="30"/>
                    <a:pt x="20" y="26"/>
                    <a:pt x="20" y="22"/>
                  </a:cubicBezTo>
                  <a:cubicBezTo>
                    <a:pt x="19" y="18"/>
                    <a:pt x="16" y="15"/>
                    <a:pt x="13" y="12"/>
                  </a:cubicBezTo>
                  <a:cubicBezTo>
                    <a:pt x="10" y="10"/>
                    <a:pt x="7" y="8"/>
                    <a:pt x="4" y="6"/>
                  </a:cubicBezTo>
                  <a:cubicBezTo>
                    <a:pt x="2" y="5"/>
                    <a:pt x="1" y="3"/>
                    <a:pt x="0" y="1"/>
                  </a:cubicBezTo>
                </a:path>
              </a:pathLst>
            </a:custGeom>
            <a:solidFill>
              <a:srgbClr val="CC70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9914" name="Freeform 1144">
              <a:extLst>
                <a:ext uri="{FF2B5EF4-FFF2-40B4-BE49-F238E27FC236}">
                  <a16:creationId xmlns:a16="http://schemas.microsoft.com/office/drawing/2014/main" id="{BC124806-4F69-4A45-A2DC-D2E07A4F8949}"/>
                </a:ext>
              </a:extLst>
            </p:cNvPr>
            <p:cNvSpPr>
              <a:spLocks/>
            </p:cNvSpPr>
            <p:nvPr/>
          </p:nvSpPr>
          <p:spPr bwMode="auto">
            <a:xfrm>
              <a:off x="848" y="1125"/>
              <a:ext cx="69" cy="25"/>
            </a:xfrm>
            <a:custGeom>
              <a:avLst/>
              <a:gdLst>
                <a:gd name="T0" fmla="*/ 0 w 44"/>
                <a:gd name="T1" fmla="*/ 0 h 16"/>
                <a:gd name="T2" fmla="*/ 47 w 44"/>
                <a:gd name="T3" fmla="*/ 14 h 16"/>
                <a:gd name="T4" fmla="*/ 86 w 44"/>
                <a:gd name="T5" fmla="*/ 39 h 16"/>
                <a:gd name="T6" fmla="*/ 122 w 44"/>
                <a:gd name="T7" fmla="*/ 31 h 16"/>
                <a:gd name="T8" fmla="*/ 169 w 44"/>
                <a:gd name="T9" fmla="*/ 5 h 16"/>
                <a:gd name="T10" fmla="*/ 129 w 44"/>
                <a:gd name="T11" fmla="*/ 42 h 16"/>
                <a:gd name="T12" fmla="*/ 88 w 44"/>
                <a:gd name="T13" fmla="*/ 61 h 16"/>
                <a:gd name="T14" fmla="*/ 49 w 44"/>
                <a:gd name="T15" fmla="*/ 31 h 16"/>
                <a:gd name="T16" fmla="*/ 5 w 44"/>
                <a:gd name="T17" fmla="*/ 8 h 1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4" h="16">
                  <a:moveTo>
                    <a:pt x="0" y="0"/>
                  </a:moveTo>
                  <a:cubicBezTo>
                    <a:pt x="5" y="2"/>
                    <a:pt x="8" y="4"/>
                    <a:pt x="12" y="4"/>
                  </a:cubicBezTo>
                  <a:cubicBezTo>
                    <a:pt x="16" y="5"/>
                    <a:pt x="19" y="7"/>
                    <a:pt x="22" y="10"/>
                  </a:cubicBezTo>
                  <a:cubicBezTo>
                    <a:pt x="26" y="13"/>
                    <a:pt x="29" y="12"/>
                    <a:pt x="32" y="8"/>
                  </a:cubicBezTo>
                  <a:cubicBezTo>
                    <a:pt x="35" y="5"/>
                    <a:pt x="40" y="3"/>
                    <a:pt x="44" y="1"/>
                  </a:cubicBezTo>
                  <a:cubicBezTo>
                    <a:pt x="41" y="5"/>
                    <a:pt x="37" y="7"/>
                    <a:pt x="33" y="11"/>
                  </a:cubicBezTo>
                  <a:cubicBezTo>
                    <a:pt x="30" y="14"/>
                    <a:pt x="28" y="16"/>
                    <a:pt x="23" y="16"/>
                  </a:cubicBezTo>
                  <a:cubicBezTo>
                    <a:pt x="18" y="15"/>
                    <a:pt x="17" y="11"/>
                    <a:pt x="13" y="8"/>
                  </a:cubicBezTo>
                  <a:cubicBezTo>
                    <a:pt x="9" y="6"/>
                    <a:pt x="3" y="6"/>
                    <a:pt x="1" y="2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9915" name="Freeform 1145">
              <a:extLst>
                <a:ext uri="{FF2B5EF4-FFF2-40B4-BE49-F238E27FC236}">
                  <a16:creationId xmlns:a16="http://schemas.microsoft.com/office/drawing/2014/main" id="{9B05AA67-6163-4527-8225-3B15C906E744}"/>
                </a:ext>
              </a:extLst>
            </p:cNvPr>
            <p:cNvSpPr>
              <a:spLocks/>
            </p:cNvSpPr>
            <p:nvPr/>
          </p:nvSpPr>
          <p:spPr bwMode="auto">
            <a:xfrm>
              <a:off x="859" y="1085"/>
              <a:ext cx="31" cy="34"/>
            </a:xfrm>
            <a:custGeom>
              <a:avLst/>
              <a:gdLst>
                <a:gd name="T0" fmla="*/ 14 w 20"/>
                <a:gd name="T1" fmla="*/ 0 h 22"/>
                <a:gd name="T2" fmla="*/ 5 w 20"/>
                <a:gd name="T3" fmla="*/ 45 h 22"/>
                <a:gd name="T4" fmla="*/ 53 w 20"/>
                <a:gd name="T5" fmla="*/ 82 h 22"/>
                <a:gd name="T6" fmla="*/ 39 w 20"/>
                <a:gd name="T7" fmla="*/ 53 h 22"/>
                <a:gd name="T8" fmla="*/ 26 w 20"/>
                <a:gd name="T9" fmla="*/ 22 h 22"/>
                <a:gd name="T10" fmla="*/ 19 w 20"/>
                <a:gd name="T11" fmla="*/ 8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" h="22">
                  <a:moveTo>
                    <a:pt x="4" y="0"/>
                  </a:moveTo>
                  <a:cubicBezTo>
                    <a:pt x="2" y="4"/>
                    <a:pt x="0" y="7"/>
                    <a:pt x="1" y="12"/>
                  </a:cubicBezTo>
                  <a:cubicBezTo>
                    <a:pt x="1" y="17"/>
                    <a:pt x="8" y="22"/>
                    <a:pt x="14" y="22"/>
                  </a:cubicBezTo>
                  <a:cubicBezTo>
                    <a:pt x="20" y="21"/>
                    <a:pt x="11" y="16"/>
                    <a:pt x="10" y="14"/>
                  </a:cubicBezTo>
                  <a:cubicBezTo>
                    <a:pt x="8" y="11"/>
                    <a:pt x="8" y="9"/>
                    <a:pt x="7" y="6"/>
                  </a:cubicBezTo>
                  <a:cubicBezTo>
                    <a:pt x="7" y="4"/>
                    <a:pt x="7" y="2"/>
                    <a:pt x="5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9916" name="Freeform 1146">
              <a:extLst>
                <a:ext uri="{FF2B5EF4-FFF2-40B4-BE49-F238E27FC236}">
                  <a16:creationId xmlns:a16="http://schemas.microsoft.com/office/drawing/2014/main" id="{9B5A1645-6A48-409E-B7BB-38DD9E62CD6A}"/>
                </a:ext>
              </a:extLst>
            </p:cNvPr>
            <p:cNvSpPr>
              <a:spLocks/>
            </p:cNvSpPr>
            <p:nvPr/>
          </p:nvSpPr>
          <p:spPr bwMode="auto">
            <a:xfrm>
              <a:off x="852" y="1110"/>
              <a:ext cx="7" cy="17"/>
            </a:xfrm>
            <a:custGeom>
              <a:avLst/>
              <a:gdLst>
                <a:gd name="T0" fmla="*/ 6 w 5"/>
                <a:gd name="T1" fmla="*/ 0 h 11"/>
                <a:gd name="T2" fmla="*/ 14 w 5"/>
                <a:gd name="T3" fmla="*/ 34 h 11"/>
                <a:gd name="T4" fmla="*/ 1 w 5"/>
                <a:gd name="T5" fmla="*/ 5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11">
                  <a:moveTo>
                    <a:pt x="2" y="0"/>
                  </a:moveTo>
                  <a:cubicBezTo>
                    <a:pt x="1" y="2"/>
                    <a:pt x="0" y="11"/>
                    <a:pt x="5" y="9"/>
                  </a:cubicBezTo>
                  <a:cubicBezTo>
                    <a:pt x="1" y="8"/>
                    <a:pt x="1" y="4"/>
                    <a:pt x="1" y="1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9917" name="Freeform 1147">
              <a:extLst>
                <a:ext uri="{FF2B5EF4-FFF2-40B4-BE49-F238E27FC236}">
                  <a16:creationId xmlns:a16="http://schemas.microsoft.com/office/drawing/2014/main" id="{AF91DFE2-57DE-407A-872F-A4782BEFCADE}"/>
                </a:ext>
              </a:extLst>
            </p:cNvPr>
            <p:cNvSpPr>
              <a:spLocks/>
            </p:cNvSpPr>
            <p:nvPr/>
          </p:nvSpPr>
          <p:spPr bwMode="auto">
            <a:xfrm>
              <a:off x="914" y="1110"/>
              <a:ext cx="7" cy="14"/>
            </a:xfrm>
            <a:custGeom>
              <a:avLst/>
              <a:gdLst>
                <a:gd name="T0" fmla="*/ 8 w 5"/>
                <a:gd name="T1" fmla="*/ 0 h 9"/>
                <a:gd name="T2" fmla="*/ 11 w 5"/>
                <a:gd name="T3" fmla="*/ 22 h 9"/>
                <a:gd name="T4" fmla="*/ 0 w 5"/>
                <a:gd name="T5" fmla="*/ 34 h 9"/>
                <a:gd name="T6" fmla="*/ 8 w 5"/>
                <a:gd name="T7" fmla="*/ 5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9">
                  <a:moveTo>
                    <a:pt x="3" y="0"/>
                  </a:moveTo>
                  <a:cubicBezTo>
                    <a:pt x="4" y="1"/>
                    <a:pt x="5" y="4"/>
                    <a:pt x="4" y="6"/>
                  </a:cubicBezTo>
                  <a:cubicBezTo>
                    <a:pt x="4" y="8"/>
                    <a:pt x="2" y="8"/>
                    <a:pt x="0" y="9"/>
                  </a:cubicBezTo>
                  <a:cubicBezTo>
                    <a:pt x="3" y="6"/>
                    <a:pt x="4" y="5"/>
                    <a:pt x="3" y="1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9918" name="Freeform 1148">
              <a:extLst>
                <a:ext uri="{FF2B5EF4-FFF2-40B4-BE49-F238E27FC236}">
                  <a16:creationId xmlns:a16="http://schemas.microsoft.com/office/drawing/2014/main" id="{B9201AAB-B4AA-4675-AF9D-C650F8680CA3}"/>
                </a:ext>
              </a:extLst>
            </p:cNvPr>
            <p:cNvSpPr>
              <a:spLocks/>
            </p:cNvSpPr>
            <p:nvPr/>
          </p:nvSpPr>
          <p:spPr bwMode="auto">
            <a:xfrm>
              <a:off x="808" y="1015"/>
              <a:ext cx="47" cy="68"/>
            </a:xfrm>
            <a:custGeom>
              <a:avLst/>
              <a:gdLst>
                <a:gd name="T0" fmla="*/ 13 w 30"/>
                <a:gd name="T1" fmla="*/ 0 h 44"/>
                <a:gd name="T2" fmla="*/ 60 w 30"/>
                <a:gd name="T3" fmla="*/ 14 h 44"/>
                <a:gd name="T4" fmla="*/ 88 w 30"/>
                <a:gd name="T5" fmla="*/ 48 h 44"/>
                <a:gd name="T6" fmla="*/ 116 w 30"/>
                <a:gd name="T7" fmla="*/ 162 h 44"/>
                <a:gd name="T8" fmla="*/ 83 w 30"/>
                <a:gd name="T9" fmla="*/ 93 h 44"/>
                <a:gd name="T10" fmla="*/ 42 w 30"/>
                <a:gd name="T11" fmla="*/ 62 h 44"/>
                <a:gd name="T12" fmla="*/ 14 w 30"/>
                <a:gd name="T13" fmla="*/ 29 h 44"/>
                <a:gd name="T14" fmla="*/ 0 w 30"/>
                <a:gd name="T15" fmla="*/ 19 h 44"/>
                <a:gd name="T16" fmla="*/ 8 w 30"/>
                <a:gd name="T17" fmla="*/ 5 h 4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0" h="44">
                  <a:moveTo>
                    <a:pt x="3" y="0"/>
                  </a:moveTo>
                  <a:cubicBezTo>
                    <a:pt x="6" y="0"/>
                    <a:pt x="12" y="2"/>
                    <a:pt x="15" y="4"/>
                  </a:cubicBezTo>
                  <a:cubicBezTo>
                    <a:pt x="19" y="6"/>
                    <a:pt x="21" y="9"/>
                    <a:pt x="23" y="13"/>
                  </a:cubicBezTo>
                  <a:cubicBezTo>
                    <a:pt x="27" y="23"/>
                    <a:pt x="29" y="33"/>
                    <a:pt x="30" y="44"/>
                  </a:cubicBezTo>
                  <a:cubicBezTo>
                    <a:pt x="29" y="37"/>
                    <a:pt x="27" y="30"/>
                    <a:pt x="22" y="25"/>
                  </a:cubicBezTo>
                  <a:cubicBezTo>
                    <a:pt x="18" y="22"/>
                    <a:pt x="14" y="21"/>
                    <a:pt x="11" y="17"/>
                  </a:cubicBezTo>
                  <a:cubicBezTo>
                    <a:pt x="8" y="14"/>
                    <a:pt x="7" y="11"/>
                    <a:pt x="4" y="8"/>
                  </a:cubicBezTo>
                  <a:cubicBezTo>
                    <a:pt x="2" y="8"/>
                    <a:pt x="1" y="7"/>
                    <a:pt x="0" y="5"/>
                  </a:cubicBezTo>
                  <a:cubicBezTo>
                    <a:pt x="0" y="4"/>
                    <a:pt x="0" y="1"/>
                    <a:pt x="2" y="1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9919" name="Freeform 1149">
              <a:extLst>
                <a:ext uri="{FF2B5EF4-FFF2-40B4-BE49-F238E27FC236}">
                  <a16:creationId xmlns:a16="http://schemas.microsoft.com/office/drawing/2014/main" id="{6A6DE9C7-3E8E-40CE-A18F-642C6C9801B3}"/>
                </a:ext>
              </a:extLst>
            </p:cNvPr>
            <p:cNvSpPr>
              <a:spLocks/>
            </p:cNvSpPr>
            <p:nvPr/>
          </p:nvSpPr>
          <p:spPr bwMode="auto">
            <a:xfrm>
              <a:off x="780" y="1011"/>
              <a:ext cx="45" cy="17"/>
            </a:xfrm>
            <a:custGeom>
              <a:avLst/>
              <a:gdLst>
                <a:gd name="T0" fmla="*/ 79 w 29"/>
                <a:gd name="T1" fmla="*/ 40 h 11"/>
                <a:gd name="T2" fmla="*/ 62 w 29"/>
                <a:gd name="T3" fmla="*/ 29 h 11"/>
                <a:gd name="T4" fmla="*/ 40 w 29"/>
                <a:gd name="T5" fmla="*/ 22 h 11"/>
                <a:gd name="T6" fmla="*/ 0 w 29"/>
                <a:gd name="T7" fmla="*/ 8 h 11"/>
                <a:gd name="T8" fmla="*/ 53 w 29"/>
                <a:gd name="T9" fmla="*/ 8 h 11"/>
                <a:gd name="T10" fmla="*/ 109 w 29"/>
                <a:gd name="T11" fmla="*/ 36 h 1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9" h="11">
                  <a:moveTo>
                    <a:pt x="21" y="11"/>
                  </a:moveTo>
                  <a:cubicBezTo>
                    <a:pt x="20" y="10"/>
                    <a:pt x="18" y="9"/>
                    <a:pt x="17" y="8"/>
                  </a:cubicBezTo>
                  <a:cubicBezTo>
                    <a:pt x="15" y="7"/>
                    <a:pt x="13" y="7"/>
                    <a:pt x="11" y="6"/>
                  </a:cubicBezTo>
                  <a:cubicBezTo>
                    <a:pt x="8" y="6"/>
                    <a:pt x="4" y="2"/>
                    <a:pt x="0" y="2"/>
                  </a:cubicBezTo>
                  <a:cubicBezTo>
                    <a:pt x="3" y="0"/>
                    <a:pt x="11" y="2"/>
                    <a:pt x="14" y="2"/>
                  </a:cubicBezTo>
                  <a:cubicBezTo>
                    <a:pt x="19" y="2"/>
                    <a:pt x="28" y="3"/>
                    <a:pt x="29" y="10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9920" name="Freeform 1150">
              <a:extLst>
                <a:ext uri="{FF2B5EF4-FFF2-40B4-BE49-F238E27FC236}">
                  <a16:creationId xmlns:a16="http://schemas.microsoft.com/office/drawing/2014/main" id="{F586F685-DDC7-4489-B03C-D009D243DEA5}"/>
                </a:ext>
              </a:extLst>
            </p:cNvPr>
            <p:cNvSpPr>
              <a:spLocks/>
            </p:cNvSpPr>
            <p:nvPr/>
          </p:nvSpPr>
          <p:spPr bwMode="auto">
            <a:xfrm>
              <a:off x="900" y="994"/>
              <a:ext cx="44" cy="57"/>
            </a:xfrm>
            <a:custGeom>
              <a:avLst/>
              <a:gdLst>
                <a:gd name="T0" fmla="*/ 90 w 29"/>
                <a:gd name="T1" fmla="*/ 14 h 37"/>
                <a:gd name="T2" fmla="*/ 76 w 29"/>
                <a:gd name="T3" fmla="*/ 22 h 37"/>
                <a:gd name="T4" fmla="*/ 62 w 29"/>
                <a:gd name="T5" fmla="*/ 34 h 37"/>
                <a:gd name="T6" fmla="*/ 32 w 29"/>
                <a:gd name="T7" fmla="*/ 60 h 37"/>
                <a:gd name="T8" fmla="*/ 8 w 29"/>
                <a:gd name="T9" fmla="*/ 136 h 37"/>
                <a:gd name="T10" fmla="*/ 8 w 29"/>
                <a:gd name="T11" fmla="*/ 66 h 37"/>
                <a:gd name="T12" fmla="*/ 32 w 29"/>
                <a:gd name="T13" fmla="*/ 22 h 37"/>
                <a:gd name="T14" fmla="*/ 74 w 29"/>
                <a:gd name="T15" fmla="*/ 5 h 37"/>
                <a:gd name="T16" fmla="*/ 94 w 29"/>
                <a:gd name="T17" fmla="*/ 0 h 37"/>
                <a:gd name="T18" fmla="*/ 94 w 29"/>
                <a:gd name="T19" fmla="*/ 14 h 3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9" h="37">
                  <a:moveTo>
                    <a:pt x="26" y="4"/>
                  </a:moveTo>
                  <a:cubicBezTo>
                    <a:pt x="25" y="6"/>
                    <a:pt x="23" y="6"/>
                    <a:pt x="22" y="6"/>
                  </a:cubicBezTo>
                  <a:cubicBezTo>
                    <a:pt x="20" y="7"/>
                    <a:pt x="19" y="8"/>
                    <a:pt x="18" y="9"/>
                  </a:cubicBezTo>
                  <a:cubicBezTo>
                    <a:pt x="14" y="11"/>
                    <a:pt x="11" y="13"/>
                    <a:pt x="9" y="16"/>
                  </a:cubicBezTo>
                  <a:cubicBezTo>
                    <a:pt x="5" y="21"/>
                    <a:pt x="0" y="30"/>
                    <a:pt x="2" y="37"/>
                  </a:cubicBezTo>
                  <a:cubicBezTo>
                    <a:pt x="0" y="31"/>
                    <a:pt x="1" y="24"/>
                    <a:pt x="2" y="18"/>
                  </a:cubicBezTo>
                  <a:cubicBezTo>
                    <a:pt x="3" y="14"/>
                    <a:pt x="5" y="9"/>
                    <a:pt x="9" y="6"/>
                  </a:cubicBezTo>
                  <a:cubicBezTo>
                    <a:pt x="12" y="4"/>
                    <a:pt x="17" y="2"/>
                    <a:pt x="21" y="1"/>
                  </a:cubicBezTo>
                  <a:cubicBezTo>
                    <a:pt x="22" y="1"/>
                    <a:pt x="25" y="0"/>
                    <a:pt x="27" y="0"/>
                  </a:cubicBezTo>
                  <a:cubicBezTo>
                    <a:pt x="29" y="1"/>
                    <a:pt x="29" y="3"/>
                    <a:pt x="27" y="4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9921" name="Freeform 1151">
              <a:extLst>
                <a:ext uri="{FF2B5EF4-FFF2-40B4-BE49-F238E27FC236}">
                  <a16:creationId xmlns:a16="http://schemas.microsoft.com/office/drawing/2014/main" id="{67A60375-D90B-4838-884C-2C3565A81059}"/>
                </a:ext>
              </a:extLst>
            </p:cNvPr>
            <p:cNvSpPr>
              <a:spLocks/>
            </p:cNvSpPr>
            <p:nvPr/>
          </p:nvSpPr>
          <p:spPr bwMode="auto">
            <a:xfrm>
              <a:off x="896" y="997"/>
              <a:ext cx="14" cy="39"/>
            </a:xfrm>
            <a:custGeom>
              <a:avLst/>
              <a:gdLst>
                <a:gd name="T0" fmla="*/ 34 w 9"/>
                <a:gd name="T1" fmla="*/ 8 h 25"/>
                <a:gd name="T2" fmla="*/ 12 w 9"/>
                <a:gd name="T3" fmla="*/ 47 h 25"/>
                <a:gd name="T4" fmla="*/ 5 w 9"/>
                <a:gd name="T5" fmla="*/ 95 h 25"/>
                <a:gd name="T6" fmla="*/ 5 w 9"/>
                <a:gd name="T7" fmla="*/ 34 h 25"/>
                <a:gd name="T8" fmla="*/ 26 w 9"/>
                <a:gd name="T9" fmla="*/ 5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25">
                  <a:moveTo>
                    <a:pt x="9" y="2"/>
                  </a:moveTo>
                  <a:cubicBezTo>
                    <a:pt x="6" y="5"/>
                    <a:pt x="4" y="8"/>
                    <a:pt x="3" y="12"/>
                  </a:cubicBezTo>
                  <a:cubicBezTo>
                    <a:pt x="1" y="16"/>
                    <a:pt x="3" y="21"/>
                    <a:pt x="1" y="25"/>
                  </a:cubicBezTo>
                  <a:cubicBezTo>
                    <a:pt x="0" y="20"/>
                    <a:pt x="0" y="13"/>
                    <a:pt x="1" y="9"/>
                  </a:cubicBezTo>
                  <a:cubicBezTo>
                    <a:pt x="2" y="7"/>
                    <a:pt x="5" y="0"/>
                    <a:pt x="7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9922" name="Freeform 1152">
              <a:extLst>
                <a:ext uri="{FF2B5EF4-FFF2-40B4-BE49-F238E27FC236}">
                  <a16:creationId xmlns:a16="http://schemas.microsoft.com/office/drawing/2014/main" id="{540C613F-1BC7-4DF1-B20F-D026B709613F}"/>
                </a:ext>
              </a:extLst>
            </p:cNvPr>
            <p:cNvSpPr>
              <a:spLocks/>
            </p:cNvSpPr>
            <p:nvPr/>
          </p:nvSpPr>
          <p:spPr bwMode="auto">
            <a:xfrm>
              <a:off x="712" y="988"/>
              <a:ext cx="27" cy="38"/>
            </a:xfrm>
            <a:custGeom>
              <a:avLst/>
              <a:gdLst>
                <a:gd name="T0" fmla="*/ 33 w 17"/>
                <a:gd name="T1" fmla="*/ 88 h 25"/>
                <a:gd name="T2" fmla="*/ 43 w 17"/>
                <a:gd name="T3" fmla="*/ 67 h 25"/>
                <a:gd name="T4" fmla="*/ 68 w 17"/>
                <a:gd name="T5" fmla="*/ 49 h 25"/>
                <a:gd name="T6" fmla="*/ 43 w 17"/>
                <a:gd name="T7" fmla="*/ 32 h 25"/>
                <a:gd name="T8" fmla="*/ 25 w 17"/>
                <a:gd name="T9" fmla="*/ 8 h 25"/>
                <a:gd name="T10" fmla="*/ 0 w 17"/>
                <a:gd name="T11" fmla="*/ 26 h 25"/>
                <a:gd name="T12" fmla="*/ 21 w 17"/>
                <a:gd name="T13" fmla="*/ 76 h 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" h="25">
                  <a:moveTo>
                    <a:pt x="8" y="25"/>
                  </a:moveTo>
                  <a:cubicBezTo>
                    <a:pt x="9" y="23"/>
                    <a:pt x="10" y="21"/>
                    <a:pt x="11" y="19"/>
                  </a:cubicBezTo>
                  <a:cubicBezTo>
                    <a:pt x="12" y="18"/>
                    <a:pt x="17" y="16"/>
                    <a:pt x="17" y="14"/>
                  </a:cubicBezTo>
                  <a:cubicBezTo>
                    <a:pt x="17" y="12"/>
                    <a:pt x="12" y="10"/>
                    <a:pt x="11" y="9"/>
                  </a:cubicBezTo>
                  <a:cubicBezTo>
                    <a:pt x="9" y="7"/>
                    <a:pt x="8" y="4"/>
                    <a:pt x="6" y="2"/>
                  </a:cubicBezTo>
                  <a:cubicBezTo>
                    <a:pt x="2" y="0"/>
                    <a:pt x="0" y="3"/>
                    <a:pt x="0" y="7"/>
                  </a:cubicBezTo>
                  <a:cubicBezTo>
                    <a:pt x="0" y="12"/>
                    <a:pt x="3" y="18"/>
                    <a:pt x="5" y="2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9923" name="Freeform 1153">
              <a:extLst>
                <a:ext uri="{FF2B5EF4-FFF2-40B4-BE49-F238E27FC236}">
                  <a16:creationId xmlns:a16="http://schemas.microsoft.com/office/drawing/2014/main" id="{4F5691E7-F3A2-4ACB-AE47-A1C552567B59}"/>
                </a:ext>
              </a:extLst>
            </p:cNvPr>
            <p:cNvSpPr>
              <a:spLocks/>
            </p:cNvSpPr>
            <p:nvPr/>
          </p:nvSpPr>
          <p:spPr bwMode="auto">
            <a:xfrm>
              <a:off x="985" y="947"/>
              <a:ext cx="31" cy="44"/>
            </a:xfrm>
            <a:custGeom>
              <a:avLst/>
              <a:gdLst>
                <a:gd name="T0" fmla="*/ 0 w 20"/>
                <a:gd name="T1" fmla="*/ 77 h 28"/>
                <a:gd name="T2" fmla="*/ 53 w 20"/>
                <a:gd name="T3" fmla="*/ 108 h 28"/>
                <a:gd name="T4" fmla="*/ 67 w 20"/>
                <a:gd name="T5" fmla="*/ 35 h 28"/>
                <a:gd name="T6" fmla="*/ 12 w 20"/>
                <a:gd name="T7" fmla="*/ 55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28">
                  <a:moveTo>
                    <a:pt x="0" y="20"/>
                  </a:moveTo>
                  <a:cubicBezTo>
                    <a:pt x="6" y="19"/>
                    <a:pt x="10" y="25"/>
                    <a:pt x="14" y="28"/>
                  </a:cubicBezTo>
                  <a:cubicBezTo>
                    <a:pt x="17" y="23"/>
                    <a:pt x="20" y="14"/>
                    <a:pt x="18" y="9"/>
                  </a:cubicBezTo>
                  <a:cubicBezTo>
                    <a:pt x="14" y="0"/>
                    <a:pt x="7" y="9"/>
                    <a:pt x="3" y="1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9924" name="Freeform 1154">
              <a:extLst>
                <a:ext uri="{FF2B5EF4-FFF2-40B4-BE49-F238E27FC236}">
                  <a16:creationId xmlns:a16="http://schemas.microsoft.com/office/drawing/2014/main" id="{97EE1648-1415-424B-9F5B-B3AC400FBFE4}"/>
                </a:ext>
              </a:extLst>
            </p:cNvPr>
            <p:cNvSpPr>
              <a:spLocks/>
            </p:cNvSpPr>
            <p:nvPr/>
          </p:nvSpPr>
          <p:spPr bwMode="auto">
            <a:xfrm>
              <a:off x="720" y="901"/>
              <a:ext cx="37" cy="43"/>
            </a:xfrm>
            <a:custGeom>
              <a:avLst/>
              <a:gdLst>
                <a:gd name="T0" fmla="*/ 83 w 24"/>
                <a:gd name="T1" fmla="*/ 12 h 28"/>
                <a:gd name="T2" fmla="*/ 14 w 24"/>
                <a:gd name="T3" fmla="*/ 18 h 28"/>
                <a:gd name="T4" fmla="*/ 19 w 24"/>
                <a:gd name="T5" fmla="*/ 101 h 28"/>
                <a:gd name="T6" fmla="*/ 19 w 24"/>
                <a:gd name="T7" fmla="*/ 75 h 28"/>
                <a:gd name="T8" fmla="*/ 29 w 24"/>
                <a:gd name="T9" fmla="*/ 40 h 28"/>
                <a:gd name="T10" fmla="*/ 88 w 24"/>
                <a:gd name="T11" fmla="*/ 14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28">
                  <a:moveTo>
                    <a:pt x="23" y="3"/>
                  </a:moveTo>
                  <a:cubicBezTo>
                    <a:pt x="18" y="3"/>
                    <a:pt x="8" y="0"/>
                    <a:pt x="4" y="5"/>
                  </a:cubicBezTo>
                  <a:cubicBezTo>
                    <a:pt x="2" y="9"/>
                    <a:pt x="0" y="26"/>
                    <a:pt x="5" y="28"/>
                  </a:cubicBezTo>
                  <a:cubicBezTo>
                    <a:pt x="6" y="26"/>
                    <a:pt x="5" y="23"/>
                    <a:pt x="5" y="21"/>
                  </a:cubicBezTo>
                  <a:cubicBezTo>
                    <a:pt x="5" y="18"/>
                    <a:pt x="6" y="14"/>
                    <a:pt x="8" y="11"/>
                  </a:cubicBezTo>
                  <a:cubicBezTo>
                    <a:pt x="10" y="7"/>
                    <a:pt x="19" y="2"/>
                    <a:pt x="24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9925" name="Freeform 1155">
              <a:extLst>
                <a:ext uri="{FF2B5EF4-FFF2-40B4-BE49-F238E27FC236}">
                  <a16:creationId xmlns:a16="http://schemas.microsoft.com/office/drawing/2014/main" id="{AFA8B3CA-8BEC-454F-A3EC-93613D036D1A}"/>
                </a:ext>
              </a:extLst>
            </p:cNvPr>
            <p:cNvSpPr>
              <a:spLocks/>
            </p:cNvSpPr>
            <p:nvPr/>
          </p:nvSpPr>
          <p:spPr bwMode="auto">
            <a:xfrm>
              <a:off x="943" y="830"/>
              <a:ext cx="19" cy="42"/>
            </a:xfrm>
            <a:custGeom>
              <a:avLst/>
              <a:gdLst>
                <a:gd name="T0" fmla="*/ 5 w 12"/>
                <a:gd name="T1" fmla="*/ 0 h 27"/>
                <a:gd name="T2" fmla="*/ 48 w 12"/>
                <a:gd name="T3" fmla="*/ 101 h 27"/>
                <a:gd name="T4" fmla="*/ 13 w 12"/>
                <a:gd name="T5" fmla="*/ 61 h 27"/>
                <a:gd name="T6" fmla="*/ 5 w 12"/>
                <a:gd name="T7" fmla="*/ 30 h 27"/>
                <a:gd name="T8" fmla="*/ 0 w 12"/>
                <a:gd name="T9" fmla="*/ 5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27">
                  <a:moveTo>
                    <a:pt x="1" y="0"/>
                  </a:moveTo>
                  <a:cubicBezTo>
                    <a:pt x="3" y="10"/>
                    <a:pt x="7" y="19"/>
                    <a:pt x="12" y="27"/>
                  </a:cubicBezTo>
                  <a:cubicBezTo>
                    <a:pt x="8" y="27"/>
                    <a:pt x="5" y="19"/>
                    <a:pt x="3" y="16"/>
                  </a:cubicBezTo>
                  <a:cubicBezTo>
                    <a:pt x="2" y="13"/>
                    <a:pt x="2" y="11"/>
                    <a:pt x="1" y="8"/>
                  </a:cubicBezTo>
                  <a:cubicBezTo>
                    <a:pt x="1" y="6"/>
                    <a:pt x="1" y="2"/>
                    <a:pt x="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9926" name="Freeform 1156">
              <a:extLst>
                <a:ext uri="{FF2B5EF4-FFF2-40B4-BE49-F238E27FC236}">
                  <a16:creationId xmlns:a16="http://schemas.microsoft.com/office/drawing/2014/main" id="{5C986FA0-511B-4B4B-8C37-02647132944F}"/>
                </a:ext>
              </a:extLst>
            </p:cNvPr>
            <p:cNvSpPr>
              <a:spLocks/>
            </p:cNvSpPr>
            <p:nvPr/>
          </p:nvSpPr>
          <p:spPr bwMode="auto">
            <a:xfrm>
              <a:off x="588" y="1567"/>
              <a:ext cx="39" cy="194"/>
            </a:xfrm>
            <a:custGeom>
              <a:avLst/>
              <a:gdLst>
                <a:gd name="T0" fmla="*/ 66 w 25"/>
                <a:gd name="T1" fmla="*/ 0 h 125"/>
                <a:gd name="T2" fmla="*/ 80 w 25"/>
                <a:gd name="T3" fmla="*/ 154 h 125"/>
                <a:gd name="T4" fmla="*/ 48 w 25"/>
                <a:gd name="T5" fmla="*/ 279 h 125"/>
                <a:gd name="T6" fmla="*/ 0 w 25"/>
                <a:gd name="T7" fmla="*/ 467 h 125"/>
                <a:gd name="T8" fmla="*/ 42 w 25"/>
                <a:gd name="T9" fmla="*/ 210 h 125"/>
                <a:gd name="T10" fmla="*/ 61 w 25"/>
                <a:gd name="T11" fmla="*/ 14 h 12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" h="125">
                  <a:moveTo>
                    <a:pt x="17" y="0"/>
                  </a:moveTo>
                  <a:cubicBezTo>
                    <a:pt x="23" y="13"/>
                    <a:pt x="25" y="26"/>
                    <a:pt x="21" y="41"/>
                  </a:cubicBezTo>
                  <a:cubicBezTo>
                    <a:pt x="19" y="52"/>
                    <a:pt x="17" y="64"/>
                    <a:pt x="13" y="75"/>
                  </a:cubicBezTo>
                  <a:cubicBezTo>
                    <a:pt x="8" y="91"/>
                    <a:pt x="6" y="109"/>
                    <a:pt x="0" y="125"/>
                  </a:cubicBezTo>
                  <a:cubicBezTo>
                    <a:pt x="3" y="102"/>
                    <a:pt x="9" y="79"/>
                    <a:pt x="11" y="56"/>
                  </a:cubicBezTo>
                  <a:cubicBezTo>
                    <a:pt x="12" y="39"/>
                    <a:pt x="17" y="20"/>
                    <a:pt x="16" y="4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9927" name="Freeform 1157">
              <a:extLst>
                <a:ext uri="{FF2B5EF4-FFF2-40B4-BE49-F238E27FC236}">
                  <a16:creationId xmlns:a16="http://schemas.microsoft.com/office/drawing/2014/main" id="{AB64997C-8DEF-4193-B2D2-AE6AD593B50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" y="1926"/>
              <a:ext cx="73" cy="28"/>
            </a:xfrm>
            <a:custGeom>
              <a:avLst/>
              <a:gdLst>
                <a:gd name="T0" fmla="*/ 176 w 47"/>
                <a:gd name="T1" fmla="*/ 62 h 18"/>
                <a:gd name="T2" fmla="*/ 116 w 47"/>
                <a:gd name="T3" fmla="*/ 19 h 18"/>
                <a:gd name="T4" fmla="*/ 0 w 47"/>
                <a:gd name="T5" fmla="*/ 12 h 18"/>
                <a:gd name="T6" fmla="*/ 165 w 47"/>
                <a:gd name="T7" fmla="*/ 68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7" h="18">
                  <a:moveTo>
                    <a:pt x="47" y="17"/>
                  </a:moveTo>
                  <a:cubicBezTo>
                    <a:pt x="45" y="12"/>
                    <a:pt x="36" y="7"/>
                    <a:pt x="31" y="5"/>
                  </a:cubicBezTo>
                  <a:cubicBezTo>
                    <a:pt x="22" y="0"/>
                    <a:pt x="9" y="0"/>
                    <a:pt x="0" y="3"/>
                  </a:cubicBezTo>
                  <a:cubicBezTo>
                    <a:pt x="12" y="5"/>
                    <a:pt x="38" y="5"/>
                    <a:pt x="44" y="18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9928" name="Freeform 1158">
              <a:extLst>
                <a:ext uri="{FF2B5EF4-FFF2-40B4-BE49-F238E27FC236}">
                  <a16:creationId xmlns:a16="http://schemas.microsoft.com/office/drawing/2014/main" id="{0175687E-BE77-4F25-AE2F-274F4A2C62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7" y="1574"/>
              <a:ext cx="53" cy="227"/>
            </a:xfrm>
            <a:custGeom>
              <a:avLst/>
              <a:gdLst>
                <a:gd name="T0" fmla="*/ 5 w 34"/>
                <a:gd name="T1" fmla="*/ 0 h 147"/>
                <a:gd name="T2" fmla="*/ 42 w 34"/>
                <a:gd name="T3" fmla="*/ 236 h 147"/>
                <a:gd name="T4" fmla="*/ 129 w 34"/>
                <a:gd name="T5" fmla="*/ 542 h 147"/>
                <a:gd name="T6" fmla="*/ 109 w 34"/>
                <a:gd name="T7" fmla="*/ 474 h 147"/>
                <a:gd name="T8" fmla="*/ 87 w 34"/>
                <a:gd name="T9" fmla="*/ 351 h 147"/>
                <a:gd name="T10" fmla="*/ 56 w 34"/>
                <a:gd name="T11" fmla="*/ 202 h 147"/>
                <a:gd name="T12" fmla="*/ 8 w 34"/>
                <a:gd name="T13" fmla="*/ 8 h 14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4" h="147">
                  <a:moveTo>
                    <a:pt x="1" y="0"/>
                  </a:moveTo>
                  <a:cubicBezTo>
                    <a:pt x="0" y="21"/>
                    <a:pt x="6" y="44"/>
                    <a:pt x="11" y="64"/>
                  </a:cubicBezTo>
                  <a:cubicBezTo>
                    <a:pt x="18" y="92"/>
                    <a:pt x="31" y="119"/>
                    <a:pt x="34" y="147"/>
                  </a:cubicBezTo>
                  <a:cubicBezTo>
                    <a:pt x="34" y="141"/>
                    <a:pt x="31" y="135"/>
                    <a:pt x="29" y="129"/>
                  </a:cubicBezTo>
                  <a:cubicBezTo>
                    <a:pt x="27" y="117"/>
                    <a:pt x="26" y="106"/>
                    <a:pt x="23" y="95"/>
                  </a:cubicBezTo>
                  <a:cubicBezTo>
                    <a:pt x="20" y="82"/>
                    <a:pt x="18" y="68"/>
                    <a:pt x="15" y="55"/>
                  </a:cubicBezTo>
                  <a:cubicBezTo>
                    <a:pt x="11" y="37"/>
                    <a:pt x="6" y="19"/>
                    <a:pt x="2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9929" name="Freeform 1159">
              <a:extLst>
                <a:ext uri="{FF2B5EF4-FFF2-40B4-BE49-F238E27FC236}">
                  <a16:creationId xmlns:a16="http://schemas.microsoft.com/office/drawing/2014/main" id="{3732284F-023B-40C8-A1F9-2CFAFB09351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5" y="1369"/>
              <a:ext cx="97" cy="257"/>
            </a:xfrm>
            <a:custGeom>
              <a:avLst/>
              <a:gdLst>
                <a:gd name="T0" fmla="*/ 0 w 63"/>
                <a:gd name="T1" fmla="*/ 0 h 166"/>
                <a:gd name="T2" fmla="*/ 83 w 63"/>
                <a:gd name="T3" fmla="*/ 60 h 166"/>
                <a:gd name="T4" fmla="*/ 140 w 63"/>
                <a:gd name="T5" fmla="*/ 183 h 166"/>
                <a:gd name="T6" fmla="*/ 183 w 63"/>
                <a:gd name="T7" fmla="*/ 350 h 166"/>
                <a:gd name="T8" fmla="*/ 208 w 63"/>
                <a:gd name="T9" fmla="*/ 475 h 166"/>
                <a:gd name="T10" fmla="*/ 229 w 63"/>
                <a:gd name="T11" fmla="*/ 616 h 166"/>
                <a:gd name="T12" fmla="*/ 177 w 63"/>
                <a:gd name="T13" fmla="*/ 420 h 166"/>
                <a:gd name="T14" fmla="*/ 131 w 63"/>
                <a:gd name="T15" fmla="*/ 263 h 166"/>
                <a:gd name="T16" fmla="*/ 83 w 63"/>
                <a:gd name="T17" fmla="*/ 122 h 166"/>
                <a:gd name="T18" fmla="*/ 5 w 63"/>
                <a:gd name="T19" fmla="*/ 12 h 16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3" h="166">
                  <a:moveTo>
                    <a:pt x="0" y="0"/>
                  </a:moveTo>
                  <a:cubicBezTo>
                    <a:pt x="7" y="1"/>
                    <a:pt x="18" y="11"/>
                    <a:pt x="23" y="16"/>
                  </a:cubicBezTo>
                  <a:cubicBezTo>
                    <a:pt x="31" y="25"/>
                    <a:pt x="34" y="37"/>
                    <a:pt x="38" y="49"/>
                  </a:cubicBezTo>
                  <a:cubicBezTo>
                    <a:pt x="44" y="63"/>
                    <a:pt x="47" y="79"/>
                    <a:pt x="50" y="94"/>
                  </a:cubicBezTo>
                  <a:cubicBezTo>
                    <a:pt x="52" y="105"/>
                    <a:pt x="55" y="117"/>
                    <a:pt x="57" y="128"/>
                  </a:cubicBezTo>
                  <a:cubicBezTo>
                    <a:pt x="58" y="140"/>
                    <a:pt x="63" y="155"/>
                    <a:pt x="63" y="166"/>
                  </a:cubicBezTo>
                  <a:cubicBezTo>
                    <a:pt x="57" y="149"/>
                    <a:pt x="53" y="131"/>
                    <a:pt x="49" y="113"/>
                  </a:cubicBezTo>
                  <a:cubicBezTo>
                    <a:pt x="46" y="99"/>
                    <a:pt x="40" y="84"/>
                    <a:pt x="36" y="71"/>
                  </a:cubicBezTo>
                  <a:cubicBezTo>
                    <a:pt x="32" y="58"/>
                    <a:pt x="29" y="44"/>
                    <a:pt x="23" y="33"/>
                  </a:cubicBezTo>
                  <a:cubicBezTo>
                    <a:pt x="17" y="23"/>
                    <a:pt x="5" y="14"/>
                    <a:pt x="1" y="3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9930" name="Freeform 1160">
              <a:extLst>
                <a:ext uri="{FF2B5EF4-FFF2-40B4-BE49-F238E27FC236}">
                  <a16:creationId xmlns:a16="http://schemas.microsoft.com/office/drawing/2014/main" id="{EBFFC3D4-6645-4F41-80B8-2DF8E8822B31}"/>
                </a:ext>
              </a:extLst>
            </p:cNvPr>
            <p:cNvSpPr>
              <a:spLocks/>
            </p:cNvSpPr>
            <p:nvPr/>
          </p:nvSpPr>
          <p:spPr bwMode="auto">
            <a:xfrm>
              <a:off x="519" y="1382"/>
              <a:ext cx="86" cy="207"/>
            </a:xfrm>
            <a:custGeom>
              <a:avLst/>
              <a:gdLst>
                <a:gd name="T0" fmla="*/ 203 w 56"/>
                <a:gd name="T1" fmla="*/ 0 h 134"/>
                <a:gd name="T2" fmla="*/ 83 w 56"/>
                <a:gd name="T3" fmla="*/ 167 h 134"/>
                <a:gd name="T4" fmla="*/ 40 w 56"/>
                <a:gd name="T5" fmla="*/ 324 h 134"/>
                <a:gd name="T6" fmla="*/ 0 w 56"/>
                <a:gd name="T7" fmla="*/ 494 h 134"/>
                <a:gd name="T8" fmla="*/ 106 w 56"/>
                <a:gd name="T9" fmla="*/ 202 h 134"/>
                <a:gd name="T10" fmla="*/ 149 w 56"/>
                <a:gd name="T11" fmla="*/ 82 h 134"/>
                <a:gd name="T12" fmla="*/ 184 w 56"/>
                <a:gd name="T13" fmla="*/ 12 h 13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6" h="134">
                  <a:moveTo>
                    <a:pt x="56" y="0"/>
                  </a:moveTo>
                  <a:cubicBezTo>
                    <a:pt x="36" y="4"/>
                    <a:pt x="29" y="29"/>
                    <a:pt x="23" y="45"/>
                  </a:cubicBezTo>
                  <a:cubicBezTo>
                    <a:pt x="19" y="59"/>
                    <a:pt x="15" y="74"/>
                    <a:pt x="11" y="88"/>
                  </a:cubicBezTo>
                  <a:cubicBezTo>
                    <a:pt x="6" y="101"/>
                    <a:pt x="0" y="120"/>
                    <a:pt x="0" y="134"/>
                  </a:cubicBezTo>
                  <a:cubicBezTo>
                    <a:pt x="7" y="107"/>
                    <a:pt x="20" y="81"/>
                    <a:pt x="29" y="55"/>
                  </a:cubicBezTo>
                  <a:cubicBezTo>
                    <a:pt x="33" y="44"/>
                    <a:pt x="36" y="33"/>
                    <a:pt x="41" y="22"/>
                  </a:cubicBezTo>
                  <a:cubicBezTo>
                    <a:pt x="43" y="16"/>
                    <a:pt x="46" y="7"/>
                    <a:pt x="51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</p:grpSp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0721" name="Full-body-male-child-illustration">
            <a:extLst>
              <a:ext uri="{FF2B5EF4-FFF2-40B4-BE49-F238E27FC236}">
                <a16:creationId xmlns:a16="http://schemas.microsoft.com/office/drawing/2014/main" id="{BA1D029E-A254-4CBB-8508-9687AC0370B8}"/>
              </a:ext>
            </a:extLst>
          </p:cNvPr>
          <p:cNvGrpSpPr>
            <a:grpSpLocks/>
          </p:cNvGrpSpPr>
          <p:nvPr/>
        </p:nvGrpSpPr>
        <p:grpSpPr bwMode="auto">
          <a:xfrm>
            <a:off x="8458200" y="1177925"/>
            <a:ext cx="1477963" cy="5273675"/>
            <a:chOff x="3212" y="714"/>
            <a:chExt cx="931" cy="3322"/>
          </a:xfrm>
        </p:grpSpPr>
        <p:grpSp>
          <p:nvGrpSpPr>
            <p:cNvPr id="31378" name="Group 3">
              <a:extLst>
                <a:ext uri="{FF2B5EF4-FFF2-40B4-BE49-F238E27FC236}">
                  <a16:creationId xmlns:a16="http://schemas.microsoft.com/office/drawing/2014/main" id="{0F983728-749E-4403-8437-0522A6F1C93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212" y="741"/>
              <a:ext cx="931" cy="3295"/>
              <a:chOff x="3212" y="741"/>
              <a:chExt cx="931" cy="3295"/>
            </a:xfrm>
          </p:grpSpPr>
          <p:sp>
            <p:nvSpPr>
              <p:cNvPr id="31384" name="Freeform 4">
                <a:extLst>
                  <a:ext uri="{FF2B5EF4-FFF2-40B4-BE49-F238E27FC236}">
                    <a16:creationId xmlns:a16="http://schemas.microsoft.com/office/drawing/2014/main" id="{0F71D2BB-4B76-40E1-B41A-E0F059F532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2" y="1155"/>
                <a:ext cx="931" cy="2881"/>
              </a:xfrm>
              <a:custGeom>
                <a:avLst/>
                <a:gdLst>
                  <a:gd name="T0" fmla="*/ 3339 w 486"/>
                  <a:gd name="T1" fmla="*/ 3643 h 1519"/>
                  <a:gd name="T2" fmla="*/ 3122 w 486"/>
                  <a:gd name="T3" fmla="*/ 1155 h 1519"/>
                  <a:gd name="T4" fmla="*/ 2209 w 486"/>
                  <a:gd name="T5" fmla="*/ 389 h 1519"/>
                  <a:gd name="T6" fmla="*/ 1372 w 486"/>
                  <a:gd name="T7" fmla="*/ 40 h 1519"/>
                  <a:gd name="T8" fmla="*/ 745 w 486"/>
                  <a:gd name="T9" fmla="*/ 518 h 1519"/>
                  <a:gd name="T10" fmla="*/ 48 w 486"/>
                  <a:gd name="T11" fmla="*/ 2496 h 1519"/>
                  <a:gd name="T12" fmla="*/ 40 w 486"/>
                  <a:gd name="T13" fmla="*/ 4269 h 1519"/>
                  <a:gd name="T14" fmla="*/ 232 w 486"/>
                  <a:gd name="T15" fmla="*/ 4967 h 1519"/>
                  <a:gd name="T16" fmla="*/ 437 w 486"/>
                  <a:gd name="T17" fmla="*/ 5051 h 1519"/>
                  <a:gd name="T18" fmla="*/ 400 w 486"/>
                  <a:gd name="T19" fmla="*/ 4715 h 1519"/>
                  <a:gd name="T20" fmla="*/ 554 w 486"/>
                  <a:gd name="T21" fmla="*/ 4838 h 1519"/>
                  <a:gd name="T22" fmla="*/ 598 w 486"/>
                  <a:gd name="T23" fmla="*/ 4360 h 1519"/>
                  <a:gd name="T24" fmla="*/ 458 w 486"/>
                  <a:gd name="T25" fmla="*/ 3767 h 1519"/>
                  <a:gd name="T26" fmla="*/ 745 w 486"/>
                  <a:gd name="T27" fmla="*/ 1741 h 1519"/>
                  <a:gd name="T28" fmla="*/ 877 w 486"/>
                  <a:gd name="T29" fmla="*/ 2824 h 1519"/>
                  <a:gd name="T30" fmla="*/ 682 w 486"/>
                  <a:gd name="T31" fmla="*/ 4055 h 1519"/>
                  <a:gd name="T32" fmla="*/ 638 w 486"/>
                  <a:gd name="T33" fmla="*/ 4597 h 1519"/>
                  <a:gd name="T34" fmla="*/ 730 w 486"/>
                  <a:gd name="T35" fmla="*/ 6422 h 1519"/>
                  <a:gd name="T36" fmla="*/ 851 w 486"/>
                  <a:gd name="T37" fmla="*/ 8683 h 1519"/>
                  <a:gd name="T38" fmla="*/ 621 w 486"/>
                  <a:gd name="T39" fmla="*/ 9749 h 1519"/>
                  <a:gd name="T40" fmla="*/ 429 w 486"/>
                  <a:gd name="T41" fmla="*/ 10126 h 1519"/>
                  <a:gd name="T42" fmla="*/ 605 w 486"/>
                  <a:gd name="T43" fmla="*/ 10255 h 1519"/>
                  <a:gd name="T44" fmla="*/ 845 w 486"/>
                  <a:gd name="T45" fmla="*/ 10363 h 1519"/>
                  <a:gd name="T46" fmla="*/ 1054 w 486"/>
                  <a:gd name="T47" fmla="*/ 10134 h 1519"/>
                  <a:gd name="T48" fmla="*/ 1230 w 486"/>
                  <a:gd name="T49" fmla="*/ 9817 h 1519"/>
                  <a:gd name="T50" fmla="*/ 1291 w 486"/>
                  <a:gd name="T51" fmla="*/ 9343 h 1519"/>
                  <a:gd name="T52" fmla="*/ 1398 w 486"/>
                  <a:gd name="T53" fmla="*/ 7579 h 1519"/>
                  <a:gd name="T54" fmla="*/ 1490 w 486"/>
                  <a:gd name="T55" fmla="*/ 6242 h 1519"/>
                  <a:gd name="T56" fmla="*/ 1688 w 486"/>
                  <a:gd name="T57" fmla="*/ 4914 h 1519"/>
                  <a:gd name="T58" fmla="*/ 1728 w 486"/>
                  <a:gd name="T59" fmla="*/ 4914 h 1519"/>
                  <a:gd name="T60" fmla="*/ 1927 w 486"/>
                  <a:gd name="T61" fmla="*/ 6242 h 1519"/>
                  <a:gd name="T62" fmla="*/ 2025 w 486"/>
                  <a:gd name="T63" fmla="*/ 7579 h 1519"/>
                  <a:gd name="T64" fmla="*/ 2128 w 486"/>
                  <a:gd name="T65" fmla="*/ 9343 h 1519"/>
                  <a:gd name="T66" fmla="*/ 2188 w 486"/>
                  <a:gd name="T67" fmla="*/ 9817 h 1519"/>
                  <a:gd name="T68" fmla="*/ 2364 w 486"/>
                  <a:gd name="T69" fmla="*/ 10134 h 1519"/>
                  <a:gd name="T70" fmla="*/ 2573 w 486"/>
                  <a:gd name="T71" fmla="*/ 10363 h 1519"/>
                  <a:gd name="T72" fmla="*/ 2810 w 486"/>
                  <a:gd name="T73" fmla="*/ 10255 h 1519"/>
                  <a:gd name="T74" fmla="*/ 2986 w 486"/>
                  <a:gd name="T75" fmla="*/ 10126 h 1519"/>
                  <a:gd name="T76" fmla="*/ 2797 w 486"/>
                  <a:gd name="T77" fmla="*/ 9749 h 1519"/>
                  <a:gd name="T78" fmla="*/ 2573 w 486"/>
                  <a:gd name="T79" fmla="*/ 8683 h 1519"/>
                  <a:gd name="T80" fmla="*/ 2693 w 486"/>
                  <a:gd name="T81" fmla="*/ 6422 h 1519"/>
                  <a:gd name="T82" fmla="*/ 2785 w 486"/>
                  <a:gd name="T83" fmla="*/ 4597 h 1519"/>
                  <a:gd name="T84" fmla="*/ 2734 w 486"/>
                  <a:gd name="T85" fmla="*/ 4055 h 1519"/>
                  <a:gd name="T86" fmla="*/ 2540 w 486"/>
                  <a:gd name="T87" fmla="*/ 2824 h 1519"/>
                  <a:gd name="T88" fmla="*/ 2678 w 486"/>
                  <a:gd name="T89" fmla="*/ 1741 h 1519"/>
                  <a:gd name="T90" fmla="*/ 2958 w 486"/>
                  <a:gd name="T91" fmla="*/ 3767 h 1519"/>
                  <a:gd name="T92" fmla="*/ 2818 w 486"/>
                  <a:gd name="T93" fmla="*/ 4360 h 1519"/>
                  <a:gd name="T94" fmla="*/ 2862 w 486"/>
                  <a:gd name="T95" fmla="*/ 4838 h 1519"/>
                  <a:gd name="T96" fmla="*/ 3017 w 486"/>
                  <a:gd name="T97" fmla="*/ 4715 h 1519"/>
                  <a:gd name="T98" fmla="*/ 2979 w 486"/>
                  <a:gd name="T99" fmla="*/ 5051 h 1519"/>
                  <a:gd name="T100" fmla="*/ 3186 w 486"/>
                  <a:gd name="T101" fmla="*/ 4967 h 1519"/>
                  <a:gd name="T102" fmla="*/ 3375 w 486"/>
                  <a:gd name="T103" fmla="*/ 4269 h 1519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0" t="0" r="r" b="b"/>
                <a:pathLst>
                  <a:path w="486" h="1519">
                    <a:moveTo>
                      <a:pt x="480" y="626"/>
                    </a:moveTo>
                    <a:cubicBezTo>
                      <a:pt x="474" y="600"/>
                      <a:pt x="472" y="564"/>
                      <a:pt x="475" y="534"/>
                    </a:cubicBezTo>
                    <a:cubicBezTo>
                      <a:pt x="483" y="469"/>
                      <a:pt x="481" y="387"/>
                      <a:pt x="479" y="366"/>
                    </a:cubicBezTo>
                    <a:cubicBezTo>
                      <a:pt x="476" y="344"/>
                      <a:pt x="452" y="247"/>
                      <a:pt x="444" y="169"/>
                    </a:cubicBezTo>
                    <a:cubicBezTo>
                      <a:pt x="436" y="90"/>
                      <a:pt x="389" y="76"/>
                      <a:pt x="380" y="76"/>
                    </a:cubicBezTo>
                    <a:cubicBezTo>
                      <a:pt x="370" y="76"/>
                      <a:pt x="345" y="65"/>
                      <a:pt x="314" y="57"/>
                    </a:cubicBezTo>
                    <a:cubicBezTo>
                      <a:pt x="293" y="51"/>
                      <a:pt x="291" y="20"/>
                      <a:pt x="292" y="0"/>
                    </a:cubicBezTo>
                    <a:cubicBezTo>
                      <a:pt x="249" y="7"/>
                      <a:pt x="195" y="6"/>
                      <a:pt x="195" y="6"/>
                    </a:cubicBezTo>
                    <a:cubicBezTo>
                      <a:pt x="195" y="6"/>
                      <a:pt x="194" y="51"/>
                      <a:pt x="173" y="57"/>
                    </a:cubicBezTo>
                    <a:cubicBezTo>
                      <a:pt x="142" y="65"/>
                      <a:pt x="116" y="76"/>
                      <a:pt x="106" y="76"/>
                    </a:cubicBezTo>
                    <a:cubicBezTo>
                      <a:pt x="97" y="76"/>
                      <a:pt x="50" y="90"/>
                      <a:pt x="42" y="169"/>
                    </a:cubicBezTo>
                    <a:cubicBezTo>
                      <a:pt x="34" y="247"/>
                      <a:pt x="10" y="344"/>
                      <a:pt x="7" y="366"/>
                    </a:cubicBezTo>
                    <a:cubicBezTo>
                      <a:pt x="5" y="387"/>
                      <a:pt x="3" y="469"/>
                      <a:pt x="11" y="534"/>
                    </a:cubicBezTo>
                    <a:cubicBezTo>
                      <a:pt x="14" y="564"/>
                      <a:pt x="13" y="600"/>
                      <a:pt x="6" y="626"/>
                    </a:cubicBezTo>
                    <a:cubicBezTo>
                      <a:pt x="0" y="653"/>
                      <a:pt x="2" y="688"/>
                      <a:pt x="7" y="702"/>
                    </a:cubicBezTo>
                    <a:cubicBezTo>
                      <a:pt x="13" y="715"/>
                      <a:pt x="27" y="729"/>
                      <a:pt x="33" y="728"/>
                    </a:cubicBezTo>
                    <a:cubicBezTo>
                      <a:pt x="33" y="728"/>
                      <a:pt x="41" y="743"/>
                      <a:pt x="49" y="738"/>
                    </a:cubicBezTo>
                    <a:cubicBezTo>
                      <a:pt x="49" y="738"/>
                      <a:pt x="57" y="744"/>
                      <a:pt x="62" y="740"/>
                    </a:cubicBezTo>
                    <a:cubicBezTo>
                      <a:pt x="66" y="735"/>
                      <a:pt x="62" y="719"/>
                      <a:pt x="59" y="717"/>
                    </a:cubicBezTo>
                    <a:cubicBezTo>
                      <a:pt x="57" y="715"/>
                      <a:pt x="56" y="698"/>
                      <a:pt x="57" y="691"/>
                    </a:cubicBezTo>
                    <a:cubicBezTo>
                      <a:pt x="58" y="685"/>
                      <a:pt x="56" y="668"/>
                      <a:pt x="66" y="657"/>
                    </a:cubicBezTo>
                    <a:cubicBezTo>
                      <a:pt x="66" y="657"/>
                      <a:pt x="62" y="702"/>
                      <a:pt x="79" y="709"/>
                    </a:cubicBezTo>
                    <a:cubicBezTo>
                      <a:pt x="79" y="709"/>
                      <a:pt x="84" y="706"/>
                      <a:pt x="83" y="692"/>
                    </a:cubicBezTo>
                    <a:cubicBezTo>
                      <a:pt x="82" y="685"/>
                      <a:pt x="86" y="644"/>
                      <a:pt x="85" y="639"/>
                    </a:cubicBezTo>
                    <a:cubicBezTo>
                      <a:pt x="85" y="634"/>
                      <a:pt x="82" y="623"/>
                      <a:pt x="71" y="606"/>
                    </a:cubicBezTo>
                    <a:cubicBezTo>
                      <a:pt x="60" y="589"/>
                      <a:pt x="62" y="569"/>
                      <a:pt x="65" y="552"/>
                    </a:cubicBezTo>
                    <a:cubicBezTo>
                      <a:pt x="68" y="534"/>
                      <a:pt x="74" y="425"/>
                      <a:pt x="75" y="400"/>
                    </a:cubicBezTo>
                    <a:cubicBezTo>
                      <a:pt x="76" y="375"/>
                      <a:pt x="103" y="274"/>
                      <a:pt x="106" y="255"/>
                    </a:cubicBezTo>
                    <a:cubicBezTo>
                      <a:pt x="109" y="250"/>
                      <a:pt x="109" y="250"/>
                      <a:pt x="109" y="250"/>
                    </a:cubicBezTo>
                    <a:cubicBezTo>
                      <a:pt x="107" y="304"/>
                      <a:pt x="124" y="382"/>
                      <a:pt x="125" y="414"/>
                    </a:cubicBezTo>
                    <a:cubicBezTo>
                      <a:pt x="125" y="449"/>
                      <a:pt x="117" y="511"/>
                      <a:pt x="110" y="534"/>
                    </a:cubicBezTo>
                    <a:cubicBezTo>
                      <a:pt x="105" y="551"/>
                      <a:pt x="99" y="581"/>
                      <a:pt x="97" y="594"/>
                    </a:cubicBezTo>
                    <a:cubicBezTo>
                      <a:pt x="96" y="594"/>
                      <a:pt x="96" y="594"/>
                      <a:pt x="96" y="594"/>
                    </a:cubicBezTo>
                    <a:cubicBezTo>
                      <a:pt x="96" y="594"/>
                      <a:pt x="90" y="636"/>
                      <a:pt x="91" y="674"/>
                    </a:cubicBezTo>
                    <a:cubicBezTo>
                      <a:pt x="91" y="695"/>
                      <a:pt x="83" y="766"/>
                      <a:pt x="94" y="818"/>
                    </a:cubicBezTo>
                    <a:cubicBezTo>
                      <a:pt x="105" y="871"/>
                      <a:pt x="107" y="903"/>
                      <a:pt x="104" y="941"/>
                    </a:cubicBezTo>
                    <a:cubicBezTo>
                      <a:pt x="100" y="978"/>
                      <a:pt x="107" y="1014"/>
                      <a:pt x="106" y="1049"/>
                    </a:cubicBezTo>
                    <a:cubicBezTo>
                      <a:pt x="105" y="1085"/>
                      <a:pt x="104" y="1197"/>
                      <a:pt x="121" y="1273"/>
                    </a:cubicBezTo>
                    <a:cubicBezTo>
                      <a:pt x="137" y="1349"/>
                      <a:pt x="111" y="1382"/>
                      <a:pt x="111" y="1382"/>
                    </a:cubicBezTo>
                    <a:cubicBezTo>
                      <a:pt x="111" y="1382"/>
                      <a:pt x="94" y="1410"/>
                      <a:pt x="88" y="1429"/>
                    </a:cubicBezTo>
                    <a:cubicBezTo>
                      <a:pt x="84" y="1441"/>
                      <a:pt x="75" y="1444"/>
                      <a:pt x="71" y="1453"/>
                    </a:cubicBezTo>
                    <a:cubicBezTo>
                      <a:pt x="68" y="1461"/>
                      <a:pt x="56" y="1467"/>
                      <a:pt x="61" y="1484"/>
                    </a:cubicBezTo>
                    <a:cubicBezTo>
                      <a:pt x="61" y="1484"/>
                      <a:pt x="64" y="1501"/>
                      <a:pt x="72" y="1495"/>
                    </a:cubicBezTo>
                    <a:cubicBezTo>
                      <a:pt x="72" y="1495"/>
                      <a:pt x="78" y="1507"/>
                      <a:pt x="86" y="1503"/>
                    </a:cubicBezTo>
                    <a:cubicBezTo>
                      <a:pt x="86" y="1503"/>
                      <a:pt x="96" y="1515"/>
                      <a:pt x="103" y="1505"/>
                    </a:cubicBezTo>
                    <a:cubicBezTo>
                      <a:pt x="103" y="1505"/>
                      <a:pt x="101" y="1519"/>
                      <a:pt x="120" y="1519"/>
                    </a:cubicBezTo>
                    <a:cubicBezTo>
                      <a:pt x="139" y="1519"/>
                      <a:pt x="141" y="1510"/>
                      <a:pt x="141" y="1498"/>
                    </a:cubicBezTo>
                    <a:cubicBezTo>
                      <a:pt x="141" y="1486"/>
                      <a:pt x="150" y="1485"/>
                      <a:pt x="150" y="1485"/>
                    </a:cubicBezTo>
                    <a:cubicBezTo>
                      <a:pt x="150" y="1485"/>
                      <a:pt x="164" y="1475"/>
                      <a:pt x="165" y="1462"/>
                    </a:cubicBezTo>
                    <a:cubicBezTo>
                      <a:pt x="165" y="1449"/>
                      <a:pt x="175" y="1439"/>
                      <a:pt x="175" y="1439"/>
                    </a:cubicBezTo>
                    <a:cubicBezTo>
                      <a:pt x="175" y="1439"/>
                      <a:pt x="188" y="1434"/>
                      <a:pt x="181" y="1402"/>
                    </a:cubicBezTo>
                    <a:cubicBezTo>
                      <a:pt x="181" y="1402"/>
                      <a:pt x="187" y="1385"/>
                      <a:pt x="184" y="1369"/>
                    </a:cubicBezTo>
                    <a:cubicBezTo>
                      <a:pt x="180" y="1353"/>
                      <a:pt x="184" y="1300"/>
                      <a:pt x="186" y="1281"/>
                    </a:cubicBezTo>
                    <a:cubicBezTo>
                      <a:pt x="188" y="1261"/>
                      <a:pt x="205" y="1154"/>
                      <a:pt x="199" y="1111"/>
                    </a:cubicBezTo>
                    <a:cubicBezTo>
                      <a:pt x="189" y="1040"/>
                      <a:pt x="209" y="1017"/>
                      <a:pt x="210" y="983"/>
                    </a:cubicBezTo>
                    <a:cubicBezTo>
                      <a:pt x="210" y="983"/>
                      <a:pt x="214" y="946"/>
                      <a:pt x="212" y="915"/>
                    </a:cubicBezTo>
                    <a:cubicBezTo>
                      <a:pt x="210" y="884"/>
                      <a:pt x="218" y="850"/>
                      <a:pt x="224" y="811"/>
                    </a:cubicBezTo>
                    <a:cubicBezTo>
                      <a:pt x="229" y="772"/>
                      <a:pt x="233" y="734"/>
                      <a:pt x="240" y="720"/>
                    </a:cubicBezTo>
                    <a:cubicBezTo>
                      <a:pt x="242" y="716"/>
                      <a:pt x="244" y="710"/>
                      <a:pt x="245" y="704"/>
                    </a:cubicBezTo>
                    <a:cubicBezTo>
                      <a:pt x="246" y="714"/>
                      <a:pt x="246" y="720"/>
                      <a:pt x="246" y="720"/>
                    </a:cubicBezTo>
                    <a:cubicBezTo>
                      <a:pt x="248" y="736"/>
                      <a:pt x="257" y="772"/>
                      <a:pt x="262" y="811"/>
                    </a:cubicBezTo>
                    <a:cubicBezTo>
                      <a:pt x="268" y="850"/>
                      <a:pt x="276" y="884"/>
                      <a:pt x="274" y="915"/>
                    </a:cubicBezTo>
                    <a:cubicBezTo>
                      <a:pt x="272" y="946"/>
                      <a:pt x="276" y="983"/>
                      <a:pt x="276" y="983"/>
                    </a:cubicBezTo>
                    <a:cubicBezTo>
                      <a:pt x="278" y="1017"/>
                      <a:pt x="297" y="1040"/>
                      <a:pt x="288" y="1111"/>
                    </a:cubicBezTo>
                    <a:cubicBezTo>
                      <a:pt x="282" y="1154"/>
                      <a:pt x="299" y="1261"/>
                      <a:pt x="300" y="1281"/>
                    </a:cubicBezTo>
                    <a:cubicBezTo>
                      <a:pt x="302" y="1300"/>
                      <a:pt x="306" y="1353"/>
                      <a:pt x="303" y="1369"/>
                    </a:cubicBezTo>
                    <a:cubicBezTo>
                      <a:pt x="299" y="1385"/>
                      <a:pt x="305" y="1402"/>
                      <a:pt x="305" y="1402"/>
                    </a:cubicBezTo>
                    <a:cubicBezTo>
                      <a:pt x="299" y="1434"/>
                      <a:pt x="311" y="1439"/>
                      <a:pt x="311" y="1439"/>
                    </a:cubicBezTo>
                    <a:cubicBezTo>
                      <a:pt x="311" y="1439"/>
                      <a:pt x="321" y="1449"/>
                      <a:pt x="322" y="1462"/>
                    </a:cubicBezTo>
                    <a:cubicBezTo>
                      <a:pt x="322" y="1475"/>
                      <a:pt x="336" y="1485"/>
                      <a:pt x="336" y="1485"/>
                    </a:cubicBezTo>
                    <a:cubicBezTo>
                      <a:pt x="336" y="1485"/>
                      <a:pt x="345" y="1486"/>
                      <a:pt x="345" y="1498"/>
                    </a:cubicBezTo>
                    <a:cubicBezTo>
                      <a:pt x="345" y="1510"/>
                      <a:pt x="347" y="1519"/>
                      <a:pt x="366" y="1519"/>
                    </a:cubicBezTo>
                    <a:cubicBezTo>
                      <a:pt x="385" y="1519"/>
                      <a:pt x="383" y="1505"/>
                      <a:pt x="383" y="1505"/>
                    </a:cubicBezTo>
                    <a:cubicBezTo>
                      <a:pt x="390" y="1515"/>
                      <a:pt x="400" y="1503"/>
                      <a:pt x="400" y="1503"/>
                    </a:cubicBezTo>
                    <a:cubicBezTo>
                      <a:pt x="408" y="1507"/>
                      <a:pt x="415" y="1495"/>
                      <a:pt x="415" y="1495"/>
                    </a:cubicBezTo>
                    <a:cubicBezTo>
                      <a:pt x="422" y="1501"/>
                      <a:pt x="425" y="1484"/>
                      <a:pt x="425" y="1484"/>
                    </a:cubicBezTo>
                    <a:cubicBezTo>
                      <a:pt x="430" y="1467"/>
                      <a:pt x="418" y="1461"/>
                      <a:pt x="415" y="1453"/>
                    </a:cubicBezTo>
                    <a:cubicBezTo>
                      <a:pt x="411" y="1444"/>
                      <a:pt x="402" y="1441"/>
                      <a:pt x="398" y="1429"/>
                    </a:cubicBezTo>
                    <a:cubicBezTo>
                      <a:pt x="392" y="1410"/>
                      <a:pt x="376" y="1382"/>
                      <a:pt x="376" y="1382"/>
                    </a:cubicBezTo>
                    <a:cubicBezTo>
                      <a:pt x="376" y="1382"/>
                      <a:pt x="349" y="1349"/>
                      <a:pt x="366" y="1273"/>
                    </a:cubicBezTo>
                    <a:cubicBezTo>
                      <a:pt x="382" y="1197"/>
                      <a:pt x="381" y="1085"/>
                      <a:pt x="381" y="1049"/>
                    </a:cubicBezTo>
                    <a:cubicBezTo>
                      <a:pt x="380" y="1014"/>
                      <a:pt x="386" y="978"/>
                      <a:pt x="383" y="941"/>
                    </a:cubicBezTo>
                    <a:cubicBezTo>
                      <a:pt x="379" y="903"/>
                      <a:pt x="381" y="871"/>
                      <a:pt x="392" y="818"/>
                    </a:cubicBezTo>
                    <a:cubicBezTo>
                      <a:pt x="404" y="766"/>
                      <a:pt x="395" y="695"/>
                      <a:pt x="396" y="674"/>
                    </a:cubicBezTo>
                    <a:cubicBezTo>
                      <a:pt x="397" y="636"/>
                      <a:pt x="390" y="594"/>
                      <a:pt x="390" y="594"/>
                    </a:cubicBezTo>
                    <a:cubicBezTo>
                      <a:pt x="389" y="594"/>
                      <a:pt x="389" y="594"/>
                      <a:pt x="389" y="594"/>
                    </a:cubicBezTo>
                    <a:cubicBezTo>
                      <a:pt x="387" y="581"/>
                      <a:pt x="381" y="551"/>
                      <a:pt x="376" y="534"/>
                    </a:cubicBezTo>
                    <a:cubicBezTo>
                      <a:pt x="369" y="511"/>
                      <a:pt x="361" y="449"/>
                      <a:pt x="361" y="414"/>
                    </a:cubicBezTo>
                    <a:cubicBezTo>
                      <a:pt x="362" y="382"/>
                      <a:pt x="379" y="304"/>
                      <a:pt x="378" y="250"/>
                    </a:cubicBezTo>
                    <a:cubicBezTo>
                      <a:pt x="381" y="255"/>
                      <a:pt x="381" y="255"/>
                      <a:pt x="381" y="255"/>
                    </a:cubicBezTo>
                    <a:cubicBezTo>
                      <a:pt x="383" y="274"/>
                      <a:pt x="410" y="375"/>
                      <a:pt x="411" y="400"/>
                    </a:cubicBezTo>
                    <a:cubicBezTo>
                      <a:pt x="412" y="425"/>
                      <a:pt x="418" y="534"/>
                      <a:pt x="421" y="552"/>
                    </a:cubicBezTo>
                    <a:cubicBezTo>
                      <a:pt x="424" y="569"/>
                      <a:pt x="426" y="589"/>
                      <a:pt x="415" y="606"/>
                    </a:cubicBezTo>
                    <a:cubicBezTo>
                      <a:pt x="404" y="623"/>
                      <a:pt x="402" y="634"/>
                      <a:pt x="401" y="639"/>
                    </a:cubicBezTo>
                    <a:cubicBezTo>
                      <a:pt x="400" y="644"/>
                      <a:pt x="404" y="685"/>
                      <a:pt x="403" y="692"/>
                    </a:cubicBezTo>
                    <a:cubicBezTo>
                      <a:pt x="402" y="706"/>
                      <a:pt x="407" y="709"/>
                      <a:pt x="407" y="709"/>
                    </a:cubicBezTo>
                    <a:cubicBezTo>
                      <a:pt x="424" y="702"/>
                      <a:pt x="420" y="657"/>
                      <a:pt x="420" y="657"/>
                    </a:cubicBezTo>
                    <a:cubicBezTo>
                      <a:pt x="430" y="668"/>
                      <a:pt x="428" y="685"/>
                      <a:pt x="429" y="691"/>
                    </a:cubicBezTo>
                    <a:cubicBezTo>
                      <a:pt x="430" y="698"/>
                      <a:pt x="429" y="715"/>
                      <a:pt x="427" y="717"/>
                    </a:cubicBezTo>
                    <a:cubicBezTo>
                      <a:pt x="425" y="719"/>
                      <a:pt x="420" y="735"/>
                      <a:pt x="424" y="740"/>
                    </a:cubicBezTo>
                    <a:cubicBezTo>
                      <a:pt x="429" y="744"/>
                      <a:pt x="437" y="738"/>
                      <a:pt x="437" y="738"/>
                    </a:cubicBezTo>
                    <a:cubicBezTo>
                      <a:pt x="445" y="743"/>
                      <a:pt x="453" y="728"/>
                      <a:pt x="453" y="728"/>
                    </a:cubicBezTo>
                    <a:cubicBezTo>
                      <a:pt x="459" y="729"/>
                      <a:pt x="473" y="715"/>
                      <a:pt x="479" y="702"/>
                    </a:cubicBezTo>
                    <a:cubicBezTo>
                      <a:pt x="484" y="688"/>
                      <a:pt x="486" y="653"/>
                      <a:pt x="480" y="626"/>
                    </a:cubicBezTo>
                    <a:close/>
                  </a:path>
                </a:pathLst>
              </a:custGeom>
              <a:solidFill>
                <a:srgbClr val="A961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1385" name="Freeform 5">
                <a:extLst>
                  <a:ext uri="{FF2B5EF4-FFF2-40B4-BE49-F238E27FC236}">
                    <a16:creationId xmlns:a16="http://schemas.microsoft.com/office/drawing/2014/main" id="{577DCE0C-27A0-48CB-A3D4-9C9CD4B1F0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2" y="1155"/>
                <a:ext cx="931" cy="2881"/>
              </a:xfrm>
              <a:custGeom>
                <a:avLst/>
                <a:gdLst>
                  <a:gd name="T0" fmla="*/ 3339 w 486"/>
                  <a:gd name="T1" fmla="*/ 3643 h 1519"/>
                  <a:gd name="T2" fmla="*/ 3122 w 486"/>
                  <a:gd name="T3" fmla="*/ 1155 h 1519"/>
                  <a:gd name="T4" fmla="*/ 2209 w 486"/>
                  <a:gd name="T5" fmla="*/ 389 h 1519"/>
                  <a:gd name="T6" fmla="*/ 1372 w 486"/>
                  <a:gd name="T7" fmla="*/ 40 h 1519"/>
                  <a:gd name="T8" fmla="*/ 745 w 486"/>
                  <a:gd name="T9" fmla="*/ 518 h 1519"/>
                  <a:gd name="T10" fmla="*/ 48 w 486"/>
                  <a:gd name="T11" fmla="*/ 2496 h 1519"/>
                  <a:gd name="T12" fmla="*/ 40 w 486"/>
                  <a:gd name="T13" fmla="*/ 4269 h 1519"/>
                  <a:gd name="T14" fmla="*/ 232 w 486"/>
                  <a:gd name="T15" fmla="*/ 4967 h 1519"/>
                  <a:gd name="T16" fmla="*/ 437 w 486"/>
                  <a:gd name="T17" fmla="*/ 5051 h 1519"/>
                  <a:gd name="T18" fmla="*/ 400 w 486"/>
                  <a:gd name="T19" fmla="*/ 4715 h 1519"/>
                  <a:gd name="T20" fmla="*/ 554 w 486"/>
                  <a:gd name="T21" fmla="*/ 4838 h 1519"/>
                  <a:gd name="T22" fmla="*/ 598 w 486"/>
                  <a:gd name="T23" fmla="*/ 4360 h 1519"/>
                  <a:gd name="T24" fmla="*/ 458 w 486"/>
                  <a:gd name="T25" fmla="*/ 3767 h 1519"/>
                  <a:gd name="T26" fmla="*/ 745 w 486"/>
                  <a:gd name="T27" fmla="*/ 1741 h 1519"/>
                  <a:gd name="T28" fmla="*/ 877 w 486"/>
                  <a:gd name="T29" fmla="*/ 2824 h 1519"/>
                  <a:gd name="T30" fmla="*/ 682 w 486"/>
                  <a:gd name="T31" fmla="*/ 4055 h 1519"/>
                  <a:gd name="T32" fmla="*/ 638 w 486"/>
                  <a:gd name="T33" fmla="*/ 4597 h 1519"/>
                  <a:gd name="T34" fmla="*/ 730 w 486"/>
                  <a:gd name="T35" fmla="*/ 6422 h 1519"/>
                  <a:gd name="T36" fmla="*/ 851 w 486"/>
                  <a:gd name="T37" fmla="*/ 8683 h 1519"/>
                  <a:gd name="T38" fmla="*/ 621 w 486"/>
                  <a:gd name="T39" fmla="*/ 9749 h 1519"/>
                  <a:gd name="T40" fmla="*/ 429 w 486"/>
                  <a:gd name="T41" fmla="*/ 10126 h 1519"/>
                  <a:gd name="T42" fmla="*/ 605 w 486"/>
                  <a:gd name="T43" fmla="*/ 10255 h 1519"/>
                  <a:gd name="T44" fmla="*/ 845 w 486"/>
                  <a:gd name="T45" fmla="*/ 10363 h 1519"/>
                  <a:gd name="T46" fmla="*/ 1054 w 486"/>
                  <a:gd name="T47" fmla="*/ 10134 h 1519"/>
                  <a:gd name="T48" fmla="*/ 1230 w 486"/>
                  <a:gd name="T49" fmla="*/ 9817 h 1519"/>
                  <a:gd name="T50" fmla="*/ 1291 w 486"/>
                  <a:gd name="T51" fmla="*/ 9343 h 1519"/>
                  <a:gd name="T52" fmla="*/ 1398 w 486"/>
                  <a:gd name="T53" fmla="*/ 7579 h 1519"/>
                  <a:gd name="T54" fmla="*/ 1490 w 486"/>
                  <a:gd name="T55" fmla="*/ 6242 h 1519"/>
                  <a:gd name="T56" fmla="*/ 1688 w 486"/>
                  <a:gd name="T57" fmla="*/ 4914 h 1519"/>
                  <a:gd name="T58" fmla="*/ 1728 w 486"/>
                  <a:gd name="T59" fmla="*/ 4914 h 1519"/>
                  <a:gd name="T60" fmla="*/ 1927 w 486"/>
                  <a:gd name="T61" fmla="*/ 6242 h 1519"/>
                  <a:gd name="T62" fmla="*/ 2025 w 486"/>
                  <a:gd name="T63" fmla="*/ 7579 h 1519"/>
                  <a:gd name="T64" fmla="*/ 2128 w 486"/>
                  <a:gd name="T65" fmla="*/ 9343 h 1519"/>
                  <a:gd name="T66" fmla="*/ 2188 w 486"/>
                  <a:gd name="T67" fmla="*/ 9817 h 1519"/>
                  <a:gd name="T68" fmla="*/ 2364 w 486"/>
                  <a:gd name="T69" fmla="*/ 10134 h 1519"/>
                  <a:gd name="T70" fmla="*/ 2573 w 486"/>
                  <a:gd name="T71" fmla="*/ 10363 h 1519"/>
                  <a:gd name="T72" fmla="*/ 2810 w 486"/>
                  <a:gd name="T73" fmla="*/ 10255 h 1519"/>
                  <a:gd name="T74" fmla="*/ 2986 w 486"/>
                  <a:gd name="T75" fmla="*/ 10126 h 1519"/>
                  <a:gd name="T76" fmla="*/ 2797 w 486"/>
                  <a:gd name="T77" fmla="*/ 9749 h 1519"/>
                  <a:gd name="T78" fmla="*/ 2573 w 486"/>
                  <a:gd name="T79" fmla="*/ 8683 h 1519"/>
                  <a:gd name="T80" fmla="*/ 2693 w 486"/>
                  <a:gd name="T81" fmla="*/ 6422 h 1519"/>
                  <a:gd name="T82" fmla="*/ 2785 w 486"/>
                  <a:gd name="T83" fmla="*/ 4597 h 1519"/>
                  <a:gd name="T84" fmla="*/ 2734 w 486"/>
                  <a:gd name="T85" fmla="*/ 4055 h 1519"/>
                  <a:gd name="T86" fmla="*/ 2540 w 486"/>
                  <a:gd name="T87" fmla="*/ 2824 h 1519"/>
                  <a:gd name="T88" fmla="*/ 2678 w 486"/>
                  <a:gd name="T89" fmla="*/ 1741 h 1519"/>
                  <a:gd name="T90" fmla="*/ 2958 w 486"/>
                  <a:gd name="T91" fmla="*/ 3767 h 1519"/>
                  <a:gd name="T92" fmla="*/ 2818 w 486"/>
                  <a:gd name="T93" fmla="*/ 4360 h 1519"/>
                  <a:gd name="T94" fmla="*/ 2862 w 486"/>
                  <a:gd name="T95" fmla="*/ 4838 h 1519"/>
                  <a:gd name="T96" fmla="*/ 3017 w 486"/>
                  <a:gd name="T97" fmla="*/ 4715 h 1519"/>
                  <a:gd name="T98" fmla="*/ 2979 w 486"/>
                  <a:gd name="T99" fmla="*/ 5051 h 1519"/>
                  <a:gd name="T100" fmla="*/ 3186 w 486"/>
                  <a:gd name="T101" fmla="*/ 4967 h 1519"/>
                  <a:gd name="T102" fmla="*/ 3375 w 486"/>
                  <a:gd name="T103" fmla="*/ 4269 h 1519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0" t="0" r="r" b="b"/>
                <a:pathLst>
                  <a:path w="486" h="1519">
                    <a:moveTo>
                      <a:pt x="480" y="626"/>
                    </a:moveTo>
                    <a:cubicBezTo>
                      <a:pt x="474" y="600"/>
                      <a:pt x="472" y="564"/>
                      <a:pt x="475" y="534"/>
                    </a:cubicBezTo>
                    <a:cubicBezTo>
                      <a:pt x="483" y="469"/>
                      <a:pt x="481" y="387"/>
                      <a:pt x="479" y="366"/>
                    </a:cubicBezTo>
                    <a:cubicBezTo>
                      <a:pt x="476" y="344"/>
                      <a:pt x="452" y="247"/>
                      <a:pt x="444" y="169"/>
                    </a:cubicBezTo>
                    <a:cubicBezTo>
                      <a:pt x="436" y="90"/>
                      <a:pt x="389" y="76"/>
                      <a:pt x="380" y="76"/>
                    </a:cubicBezTo>
                    <a:cubicBezTo>
                      <a:pt x="370" y="76"/>
                      <a:pt x="345" y="65"/>
                      <a:pt x="314" y="57"/>
                    </a:cubicBezTo>
                    <a:cubicBezTo>
                      <a:pt x="293" y="51"/>
                      <a:pt x="291" y="20"/>
                      <a:pt x="292" y="0"/>
                    </a:cubicBezTo>
                    <a:cubicBezTo>
                      <a:pt x="249" y="7"/>
                      <a:pt x="195" y="6"/>
                      <a:pt x="195" y="6"/>
                    </a:cubicBezTo>
                    <a:cubicBezTo>
                      <a:pt x="195" y="6"/>
                      <a:pt x="194" y="51"/>
                      <a:pt x="173" y="57"/>
                    </a:cubicBezTo>
                    <a:cubicBezTo>
                      <a:pt x="142" y="65"/>
                      <a:pt x="116" y="76"/>
                      <a:pt x="106" y="76"/>
                    </a:cubicBezTo>
                    <a:cubicBezTo>
                      <a:pt x="97" y="76"/>
                      <a:pt x="50" y="90"/>
                      <a:pt x="42" y="169"/>
                    </a:cubicBezTo>
                    <a:cubicBezTo>
                      <a:pt x="34" y="247"/>
                      <a:pt x="10" y="344"/>
                      <a:pt x="7" y="366"/>
                    </a:cubicBezTo>
                    <a:cubicBezTo>
                      <a:pt x="5" y="387"/>
                      <a:pt x="3" y="469"/>
                      <a:pt x="11" y="534"/>
                    </a:cubicBezTo>
                    <a:cubicBezTo>
                      <a:pt x="14" y="564"/>
                      <a:pt x="13" y="600"/>
                      <a:pt x="6" y="626"/>
                    </a:cubicBezTo>
                    <a:cubicBezTo>
                      <a:pt x="0" y="653"/>
                      <a:pt x="2" y="688"/>
                      <a:pt x="7" y="702"/>
                    </a:cubicBezTo>
                    <a:cubicBezTo>
                      <a:pt x="13" y="715"/>
                      <a:pt x="27" y="729"/>
                      <a:pt x="33" y="728"/>
                    </a:cubicBezTo>
                    <a:cubicBezTo>
                      <a:pt x="33" y="728"/>
                      <a:pt x="41" y="743"/>
                      <a:pt x="49" y="738"/>
                    </a:cubicBezTo>
                    <a:cubicBezTo>
                      <a:pt x="49" y="738"/>
                      <a:pt x="57" y="744"/>
                      <a:pt x="62" y="740"/>
                    </a:cubicBezTo>
                    <a:cubicBezTo>
                      <a:pt x="66" y="735"/>
                      <a:pt x="62" y="719"/>
                      <a:pt x="59" y="717"/>
                    </a:cubicBezTo>
                    <a:cubicBezTo>
                      <a:pt x="57" y="715"/>
                      <a:pt x="56" y="698"/>
                      <a:pt x="57" y="691"/>
                    </a:cubicBezTo>
                    <a:cubicBezTo>
                      <a:pt x="58" y="685"/>
                      <a:pt x="56" y="668"/>
                      <a:pt x="66" y="657"/>
                    </a:cubicBezTo>
                    <a:cubicBezTo>
                      <a:pt x="66" y="657"/>
                      <a:pt x="62" y="702"/>
                      <a:pt x="79" y="709"/>
                    </a:cubicBezTo>
                    <a:cubicBezTo>
                      <a:pt x="79" y="709"/>
                      <a:pt x="84" y="706"/>
                      <a:pt x="83" y="692"/>
                    </a:cubicBezTo>
                    <a:cubicBezTo>
                      <a:pt x="82" y="685"/>
                      <a:pt x="86" y="644"/>
                      <a:pt x="85" y="639"/>
                    </a:cubicBezTo>
                    <a:cubicBezTo>
                      <a:pt x="85" y="634"/>
                      <a:pt x="82" y="623"/>
                      <a:pt x="71" y="606"/>
                    </a:cubicBezTo>
                    <a:cubicBezTo>
                      <a:pt x="60" y="589"/>
                      <a:pt x="62" y="569"/>
                      <a:pt x="65" y="552"/>
                    </a:cubicBezTo>
                    <a:cubicBezTo>
                      <a:pt x="68" y="534"/>
                      <a:pt x="74" y="425"/>
                      <a:pt x="75" y="400"/>
                    </a:cubicBezTo>
                    <a:cubicBezTo>
                      <a:pt x="76" y="375"/>
                      <a:pt x="103" y="274"/>
                      <a:pt x="106" y="255"/>
                    </a:cubicBezTo>
                    <a:cubicBezTo>
                      <a:pt x="109" y="250"/>
                      <a:pt x="109" y="250"/>
                      <a:pt x="109" y="250"/>
                    </a:cubicBezTo>
                    <a:cubicBezTo>
                      <a:pt x="107" y="304"/>
                      <a:pt x="124" y="382"/>
                      <a:pt x="125" y="414"/>
                    </a:cubicBezTo>
                    <a:cubicBezTo>
                      <a:pt x="125" y="449"/>
                      <a:pt x="117" y="511"/>
                      <a:pt x="110" y="534"/>
                    </a:cubicBezTo>
                    <a:cubicBezTo>
                      <a:pt x="105" y="551"/>
                      <a:pt x="99" y="581"/>
                      <a:pt x="97" y="594"/>
                    </a:cubicBezTo>
                    <a:cubicBezTo>
                      <a:pt x="96" y="594"/>
                      <a:pt x="96" y="594"/>
                      <a:pt x="96" y="594"/>
                    </a:cubicBezTo>
                    <a:cubicBezTo>
                      <a:pt x="96" y="594"/>
                      <a:pt x="90" y="636"/>
                      <a:pt x="91" y="674"/>
                    </a:cubicBezTo>
                    <a:cubicBezTo>
                      <a:pt x="91" y="695"/>
                      <a:pt x="83" y="766"/>
                      <a:pt x="94" y="818"/>
                    </a:cubicBezTo>
                    <a:cubicBezTo>
                      <a:pt x="105" y="871"/>
                      <a:pt x="107" y="903"/>
                      <a:pt x="104" y="941"/>
                    </a:cubicBezTo>
                    <a:cubicBezTo>
                      <a:pt x="100" y="978"/>
                      <a:pt x="107" y="1014"/>
                      <a:pt x="106" y="1049"/>
                    </a:cubicBezTo>
                    <a:cubicBezTo>
                      <a:pt x="105" y="1085"/>
                      <a:pt x="104" y="1197"/>
                      <a:pt x="121" y="1273"/>
                    </a:cubicBezTo>
                    <a:cubicBezTo>
                      <a:pt x="137" y="1349"/>
                      <a:pt x="111" y="1382"/>
                      <a:pt x="111" y="1382"/>
                    </a:cubicBezTo>
                    <a:cubicBezTo>
                      <a:pt x="111" y="1382"/>
                      <a:pt x="94" y="1410"/>
                      <a:pt x="88" y="1429"/>
                    </a:cubicBezTo>
                    <a:cubicBezTo>
                      <a:pt x="84" y="1441"/>
                      <a:pt x="75" y="1444"/>
                      <a:pt x="71" y="1453"/>
                    </a:cubicBezTo>
                    <a:cubicBezTo>
                      <a:pt x="68" y="1461"/>
                      <a:pt x="56" y="1467"/>
                      <a:pt x="61" y="1484"/>
                    </a:cubicBezTo>
                    <a:cubicBezTo>
                      <a:pt x="61" y="1484"/>
                      <a:pt x="64" y="1501"/>
                      <a:pt x="72" y="1495"/>
                    </a:cubicBezTo>
                    <a:cubicBezTo>
                      <a:pt x="72" y="1495"/>
                      <a:pt x="78" y="1507"/>
                      <a:pt x="86" y="1503"/>
                    </a:cubicBezTo>
                    <a:cubicBezTo>
                      <a:pt x="86" y="1503"/>
                      <a:pt x="96" y="1515"/>
                      <a:pt x="103" y="1505"/>
                    </a:cubicBezTo>
                    <a:cubicBezTo>
                      <a:pt x="103" y="1505"/>
                      <a:pt x="101" y="1519"/>
                      <a:pt x="120" y="1519"/>
                    </a:cubicBezTo>
                    <a:cubicBezTo>
                      <a:pt x="139" y="1519"/>
                      <a:pt x="141" y="1510"/>
                      <a:pt x="141" y="1498"/>
                    </a:cubicBezTo>
                    <a:cubicBezTo>
                      <a:pt x="141" y="1486"/>
                      <a:pt x="150" y="1485"/>
                      <a:pt x="150" y="1485"/>
                    </a:cubicBezTo>
                    <a:cubicBezTo>
                      <a:pt x="150" y="1485"/>
                      <a:pt x="164" y="1475"/>
                      <a:pt x="165" y="1462"/>
                    </a:cubicBezTo>
                    <a:cubicBezTo>
                      <a:pt x="165" y="1449"/>
                      <a:pt x="175" y="1439"/>
                      <a:pt x="175" y="1439"/>
                    </a:cubicBezTo>
                    <a:cubicBezTo>
                      <a:pt x="175" y="1439"/>
                      <a:pt x="188" y="1434"/>
                      <a:pt x="181" y="1402"/>
                    </a:cubicBezTo>
                    <a:cubicBezTo>
                      <a:pt x="181" y="1402"/>
                      <a:pt x="187" y="1385"/>
                      <a:pt x="184" y="1369"/>
                    </a:cubicBezTo>
                    <a:cubicBezTo>
                      <a:pt x="180" y="1353"/>
                      <a:pt x="184" y="1300"/>
                      <a:pt x="186" y="1281"/>
                    </a:cubicBezTo>
                    <a:cubicBezTo>
                      <a:pt x="188" y="1261"/>
                      <a:pt x="205" y="1154"/>
                      <a:pt x="199" y="1111"/>
                    </a:cubicBezTo>
                    <a:cubicBezTo>
                      <a:pt x="189" y="1040"/>
                      <a:pt x="209" y="1017"/>
                      <a:pt x="210" y="983"/>
                    </a:cubicBezTo>
                    <a:cubicBezTo>
                      <a:pt x="210" y="983"/>
                      <a:pt x="214" y="946"/>
                      <a:pt x="212" y="915"/>
                    </a:cubicBezTo>
                    <a:cubicBezTo>
                      <a:pt x="210" y="884"/>
                      <a:pt x="218" y="850"/>
                      <a:pt x="224" y="811"/>
                    </a:cubicBezTo>
                    <a:cubicBezTo>
                      <a:pt x="229" y="772"/>
                      <a:pt x="233" y="734"/>
                      <a:pt x="240" y="720"/>
                    </a:cubicBezTo>
                    <a:cubicBezTo>
                      <a:pt x="242" y="716"/>
                      <a:pt x="244" y="710"/>
                      <a:pt x="245" y="704"/>
                    </a:cubicBezTo>
                    <a:cubicBezTo>
                      <a:pt x="246" y="714"/>
                      <a:pt x="246" y="720"/>
                      <a:pt x="246" y="720"/>
                    </a:cubicBezTo>
                    <a:cubicBezTo>
                      <a:pt x="248" y="736"/>
                      <a:pt x="257" y="772"/>
                      <a:pt x="262" y="811"/>
                    </a:cubicBezTo>
                    <a:cubicBezTo>
                      <a:pt x="268" y="850"/>
                      <a:pt x="276" y="884"/>
                      <a:pt x="274" y="915"/>
                    </a:cubicBezTo>
                    <a:cubicBezTo>
                      <a:pt x="272" y="946"/>
                      <a:pt x="276" y="983"/>
                      <a:pt x="276" y="983"/>
                    </a:cubicBezTo>
                    <a:cubicBezTo>
                      <a:pt x="278" y="1017"/>
                      <a:pt x="297" y="1040"/>
                      <a:pt x="288" y="1111"/>
                    </a:cubicBezTo>
                    <a:cubicBezTo>
                      <a:pt x="282" y="1154"/>
                      <a:pt x="299" y="1261"/>
                      <a:pt x="300" y="1281"/>
                    </a:cubicBezTo>
                    <a:cubicBezTo>
                      <a:pt x="302" y="1300"/>
                      <a:pt x="306" y="1353"/>
                      <a:pt x="303" y="1369"/>
                    </a:cubicBezTo>
                    <a:cubicBezTo>
                      <a:pt x="299" y="1385"/>
                      <a:pt x="305" y="1402"/>
                      <a:pt x="305" y="1402"/>
                    </a:cubicBezTo>
                    <a:cubicBezTo>
                      <a:pt x="299" y="1434"/>
                      <a:pt x="311" y="1439"/>
                      <a:pt x="311" y="1439"/>
                    </a:cubicBezTo>
                    <a:cubicBezTo>
                      <a:pt x="311" y="1439"/>
                      <a:pt x="321" y="1449"/>
                      <a:pt x="322" y="1462"/>
                    </a:cubicBezTo>
                    <a:cubicBezTo>
                      <a:pt x="322" y="1475"/>
                      <a:pt x="336" y="1485"/>
                      <a:pt x="336" y="1485"/>
                    </a:cubicBezTo>
                    <a:cubicBezTo>
                      <a:pt x="336" y="1485"/>
                      <a:pt x="345" y="1486"/>
                      <a:pt x="345" y="1498"/>
                    </a:cubicBezTo>
                    <a:cubicBezTo>
                      <a:pt x="345" y="1510"/>
                      <a:pt x="347" y="1519"/>
                      <a:pt x="366" y="1519"/>
                    </a:cubicBezTo>
                    <a:cubicBezTo>
                      <a:pt x="385" y="1519"/>
                      <a:pt x="383" y="1505"/>
                      <a:pt x="383" y="1505"/>
                    </a:cubicBezTo>
                    <a:cubicBezTo>
                      <a:pt x="390" y="1515"/>
                      <a:pt x="400" y="1503"/>
                      <a:pt x="400" y="1503"/>
                    </a:cubicBezTo>
                    <a:cubicBezTo>
                      <a:pt x="408" y="1507"/>
                      <a:pt x="415" y="1495"/>
                      <a:pt x="415" y="1495"/>
                    </a:cubicBezTo>
                    <a:cubicBezTo>
                      <a:pt x="422" y="1501"/>
                      <a:pt x="425" y="1484"/>
                      <a:pt x="425" y="1484"/>
                    </a:cubicBezTo>
                    <a:cubicBezTo>
                      <a:pt x="430" y="1467"/>
                      <a:pt x="418" y="1461"/>
                      <a:pt x="415" y="1453"/>
                    </a:cubicBezTo>
                    <a:cubicBezTo>
                      <a:pt x="411" y="1444"/>
                      <a:pt x="402" y="1441"/>
                      <a:pt x="398" y="1429"/>
                    </a:cubicBezTo>
                    <a:cubicBezTo>
                      <a:pt x="392" y="1410"/>
                      <a:pt x="376" y="1382"/>
                      <a:pt x="376" y="1382"/>
                    </a:cubicBezTo>
                    <a:cubicBezTo>
                      <a:pt x="376" y="1382"/>
                      <a:pt x="349" y="1349"/>
                      <a:pt x="366" y="1273"/>
                    </a:cubicBezTo>
                    <a:cubicBezTo>
                      <a:pt x="382" y="1197"/>
                      <a:pt x="381" y="1085"/>
                      <a:pt x="381" y="1049"/>
                    </a:cubicBezTo>
                    <a:cubicBezTo>
                      <a:pt x="380" y="1014"/>
                      <a:pt x="386" y="978"/>
                      <a:pt x="383" y="941"/>
                    </a:cubicBezTo>
                    <a:cubicBezTo>
                      <a:pt x="379" y="903"/>
                      <a:pt x="381" y="871"/>
                      <a:pt x="392" y="818"/>
                    </a:cubicBezTo>
                    <a:cubicBezTo>
                      <a:pt x="404" y="766"/>
                      <a:pt x="395" y="695"/>
                      <a:pt x="396" y="674"/>
                    </a:cubicBezTo>
                    <a:cubicBezTo>
                      <a:pt x="397" y="636"/>
                      <a:pt x="390" y="594"/>
                      <a:pt x="390" y="594"/>
                    </a:cubicBezTo>
                    <a:cubicBezTo>
                      <a:pt x="389" y="594"/>
                      <a:pt x="389" y="594"/>
                      <a:pt x="389" y="594"/>
                    </a:cubicBezTo>
                    <a:cubicBezTo>
                      <a:pt x="387" y="581"/>
                      <a:pt x="381" y="551"/>
                      <a:pt x="376" y="534"/>
                    </a:cubicBezTo>
                    <a:cubicBezTo>
                      <a:pt x="369" y="511"/>
                      <a:pt x="361" y="449"/>
                      <a:pt x="361" y="414"/>
                    </a:cubicBezTo>
                    <a:cubicBezTo>
                      <a:pt x="362" y="382"/>
                      <a:pt x="379" y="304"/>
                      <a:pt x="378" y="250"/>
                    </a:cubicBezTo>
                    <a:cubicBezTo>
                      <a:pt x="381" y="255"/>
                      <a:pt x="381" y="255"/>
                      <a:pt x="381" y="255"/>
                    </a:cubicBezTo>
                    <a:cubicBezTo>
                      <a:pt x="383" y="274"/>
                      <a:pt x="410" y="375"/>
                      <a:pt x="411" y="400"/>
                    </a:cubicBezTo>
                    <a:cubicBezTo>
                      <a:pt x="412" y="425"/>
                      <a:pt x="418" y="534"/>
                      <a:pt x="421" y="552"/>
                    </a:cubicBezTo>
                    <a:cubicBezTo>
                      <a:pt x="424" y="569"/>
                      <a:pt x="426" y="589"/>
                      <a:pt x="415" y="606"/>
                    </a:cubicBezTo>
                    <a:cubicBezTo>
                      <a:pt x="404" y="623"/>
                      <a:pt x="402" y="634"/>
                      <a:pt x="401" y="639"/>
                    </a:cubicBezTo>
                    <a:cubicBezTo>
                      <a:pt x="400" y="644"/>
                      <a:pt x="404" y="685"/>
                      <a:pt x="403" y="692"/>
                    </a:cubicBezTo>
                    <a:cubicBezTo>
                      <a:pt x="402" y="706"/>
                      <a:pt x="407" y="709"/>
                      <a:pt x="407" y="709"/>
                    </a:cubicBezTo>
                    <a:cubicBezTo>
                      <a:pt x="424" y="702"/>
                      <a:pt x="420" y="657"/>
                      <a:pt x="420" y="657"/>
                    </a:cubicBezTo>
                    <a:cubicBezTo>
                      <a:pt x="430" y="668"/>
                      <a:pt x="428" y="685"/>
                      <a:pt x="429" y="691"/>
                    </a:cubicBezTo>
                    <a:cubicBezTo>
                      <a:pt x="430" y="698"/>
                      <a:pt x="429" y="715"/>
                      <a:pt x="427" y="717"/>
                    </a:cubicBezTo>
                    <a:cubicBezTo>
                      <a:pt x="425" y="719"/>
                      <a:pt x="420" y="735"/>
                      <a:pt x="424" y="740"/>
                    </a:cubicBezTo>
                    <a:cubicBezTo>
                      <a:pt x="429" y="744"/>
                      <a:pt x="437" y="738"/>
                      <a:pt x="437" y="738"/>
                    </a:cubicBezTo>
                    <a:cubicBezTo>
                      <a:pt x="445" y="743"/>
                      <a:pt x="453" y="728"/>
                      <a:pt x="453" y="728"/>
                    </a:cubicBezTo>
                    <a:cubicBezTo>
                      <a:pt x="459" y="729"/>
                      <a:pt x="473" y="715"/>
                      <a:pt x="479" y="702"/>
                    </a:cubicBezTo>
                    <a:cubicBezTo>
                      <a:pt x="484" y="688"/>
                      <a:pt x="486" y="653"/>
                      <a:pt x="480" y="626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1386" name="Freeform 6">
                <a:extLst>
                  <a:ext uri="{FF2B5EF4-FFF2-40B4-BE49-F238E27FC236}">
                    <a16:creationId xmlns:a16="http://schemas.microsoft.com/office/drawing/2014/main" id="{356529E4-3EE1-451E-9D01-4038AEF94A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6" y="3814"/>
                <a:ext cx="17" cy="17"/>
              </a:xfrm>
              <a:custGeom>
                <a:avLst/>
                <a:gdLst>
                  <a:gd name="T0" fmla="*/ 0 w 9"/>
                  <a:gd name="T1" fmla="*/ 0 h 9"/>
                  <a:gd name="T2" fmla="*/ 60 w 9"/>
                  <a:gd name="T3" fmla="*/ 6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9">
                    <a:moveTo>
                      <a:pt x="0" y="0"/>
                    </a:moveTo>
                    <a:cubicBezTo>
                      <a:pt x="1" y="5"/>
                      <a:pt x="5" y="4"/>
                      <a:pt x="9" y="9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1387" name="Freeform 7">
                <a:extLst>
                  <a:ext uri="{FF2B5EF4-FFF2-40B4-BE49-F238E27FC236}">
                    <a16:creationId xmlns:a16="http://schemas.microsoft.com/office/drawing/2014/main" id="{C2F8633A-A2ED-4C2C-BD13-3AF0FEC639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8" y="3839"/>
                <a:ext cx="21" cy="80"/>
              </a:xfrm>
              <a:custGeom>
                <a:avLst/>
                <a:gdLst>
                  <a:gd name="T0" fmla="*/ 76 w 11"/>
                  <a:gd name="T1" fmla="*/ 290 h 42"/>
                  <a:gd name="T2" fmla="*/ 55 w 11"/>
                  <a:gd name="T3" fmla="*/ 131 h 42"/>
                  <a:gd name="T4" fmla="*/ 0 w 11"/>
                  <a:gd name="T5" fmla="*/ 0 h 4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42">
                    <a:moveTo>
                      <a:pt x="11" y="42"/>
                    </a:moveTo>
                    <a:cubicBezTo>
                      <a:pt x="11" y="35"/>
                      <a:pt x="9" y="27"/>
                      <a:pt x="8" y="19"/>
                    </a:cubicBezTo>
                    <a:cubicBezTo>
                      <a:pt x="8" y="13"/>
                      <a:pt x="5" y="5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1388" name="Freeform 8">
                <a:extLst>
                  <a:ext uri="{FF2B5EF4-FFF2-40B4-BE49-F238E27FC236}">
                    <a16:creationId xmlns:a16="http://schemas.microsoft.com/office/drawing/2014/main" id="{26066FC1-B856-4EFF-BFDD-CF56ED02DB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8" y="3941"/>
                <a:ext cx="19" cy="53"/>
              </a:xfrm>
              <a:custGeom>
                <a:avLst/>
                <a:gdLst>
                  <a:gd name="T0" fmla="*/ 68 w 10"/>
                  <a:gd name="T1" fmla="*/ 189 h 28"/>
                  <a:gd name="T2" fmla="*/ 48 w 10"/>
                  <a:gd name="T3" fmla="*/ 97 h 28"/>
                  <a:gd name="T4" fmla="*/ 0 w 10"/>
                  <a:gd name="T5" fmla="*/ 0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28">
                    <a:moveTo>
                      <a:pt x="10" y="28"/>
                    </a:moveTo>
                    <a:cubicBezTo>
                      <a:pt x="10" y="24"/>
                      <a:pt x="8" y="18"/>
                      <a:pt x="7" y="14"/>
                    </a:cubicBezTo>
                    <a:cubicBezTo>
                      <a:pt x="6" y="8"/>
                      <a:pt x="3" y="5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1389" name="Freeform 9">
                <a:extLst>
                  <a:ext uri="{FF2B5EF4-FFF2-40B4-BE49-F238E27FC236}">
                    <a16:creationId xmlns:a16="http://schemas.microsoft.com/office/drawing/2014/main" id="{AD1A09D1-067C-428E-996D-8D84D47DC5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7" y="3953"/>
                <a:ext cx="29" cy="62"/>
              </a:xfrm>
              <a:custGeom>
                <a:avLst/>
                <a:gdLst>
                  <a:gd name="T0" fmla="*/ 108 w 15"/>
                  <a:gd name="T1" fmla="*/ 218 h 33"/>
                  <a:gd name="T2" fmla="*/ 64 w 15"/>
                  <a:gd name="T3" fmla="*/ 100 h 33"/>
                  <a:gd name="T4" fmla="*/ 0 w 15"/>
                  <a:gd name="T5" fmla="*/ 0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33">
                    <a:moveTo>
                      <a:pt x="15" y="33"/>
                    </a:moveTo>
                    <a:cubicBezTo>
                      <a:pt x="15" y="25"/>
                      <a:pt x="14" y="21"/>
                      <a:pt x="9" y="15"/>
                    </a:cubicBezTo>
                    <a:cubicBezTo>
                      <a:pt x="5" y="11"/>
                      <a:pt x="4" y="4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1390" name="Freeform 10">
                <a:extLst>
                  <a:ext uri="{FF2B5EF4-FFF2-40B4-BE49-F238E27FC236}">
                    <a16:creationId xmlns:a16="http://schemas.microsoft.com/office/drawing/2014/main" id="{F008A9DE-8F5A-4DA7-8939-49EAA083AA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6" y="3953"/>
                <a:ext cx="2" cy="15"/>
              </a:xfrm>
              <a:custGeom>
                <a:avLst/>
                <a:gdLst>
                  <a:gd name="T0" fmla="*/ 0 w 1"/>
                  <a:gd name="T1" fmla="*/ 53 h 8"/>
                  <a:gd name="T2" fmla="*/ 8 w 1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8">
                    <a:moveTo>
                      <a:pt x="0" y="8"/>
                    </a:moveTo>
                    <a:cubicBezTo>
                      <a:pt x="0" y="5"/>
                      <a:pt x="1" y="3"/>
                      <a:pt x="1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1391" name="Freeform 11">
                <a:extLst>
                  <a:ext uri="{FF2B5EF4-FFF2-40B4-BE49-F238E27FC236}">
                    <a16:creationId xmlns:a16="http://schemas.microsoft.com/office/drawing/2014/main" id="{BA6419D0-DD4E-4647-866F-D19BBBA5C9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9" y="3953"/>
                <a:ext cx="33" cy="55"/>
              </a:xfrm>
              <a:custGeom>
                <a:avLst/>
                <a:gdLst>
                  <a:gd name="T0" fmla="*/ 116 w 17"/>
                  <a:gd name="T1" fmla="*/ 197 h 29"/>
                  <a:gd name="T2" fmla="*/ 87 w 17"/>
                  <a:gd name="T3" fmla="*/ 97 h 29"/>
                  <a:gd name="T4" fmla="*/ 0 w 17"/>
                  <a:gd name="T5" fmla="*/ 0 h 2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29">
                    <a:moveTo>
                      <a:pt x="16" y="29"/>
                    </a:moveTo>
                    <a:cubicBezTo>
                      <a:pt x="16" y="23"/>
                      <a:pt x="17" y="18"/>
                      <a:pt x="12" y="14"/>
                    </a:cubicBezTo>
                    <a:cubicBezTo>
                      <a:pt x="7" y="9"/>
                      <a:pt x="3" y="5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1392" name="Freeform 12">
                <a:extLst>
                  <a:ext uri="{FF2B5EF4-FFF2-40B4-BE49-F238E27FC236}">
                    <a16:creationId xmlns:a16="http://schemas.microsoft.com/office/drawing/2014/main" id="{F2FF46C5-A605-4B18-B4E7-81A91C4190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7" y="3951"/>
                <a:ext cx="2" cy="11"/>
              </a:xfrm>
              <a:custGeom>
                <a:avLst/>
                <a:gdLst>
                  <a:gd name="T0" fmla="*/ 8 w 1"/>
                  <a:gd name="T1" fmla="*/ 37 h 6"/>
                  <a:gd name="T2" fmla="*/ 0 w 1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6">
                    <a:moveTo>
                      <a:pt x="1" y="6"/>
                    </a:moveTo>
                    <a:cubicBezTo>
                      <a:pt x="0" y="6"/>
                      <a:pt x="0" y="2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1393" name="Freeform 13">
                <a:extLst>
                  <a:ext uri="{FF2B5EF4-FFF2-40B4-BE49-F238E27FC236}">
                    <a16:creationId xmlns:a16="http://schemas.microsoft.com/office/drawing/2014/main" id="{09717A95-3921-40CB-B3A6-5BDBC1E5AD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8" y="3939"/>
                <a:ext cx="29" cy="52"/>
              </a:xfrm>
              <a:custGeom>
                <a:avLst/>
                <a:gdLst>
                  <a:gd name="T0" fmla="*/ 108 w 15"/>
                  <a:gd name="T1" fmla="*/ 193 h 27"/>
                  <a:gd name="T2" fmla="*/ 79 w 15"/>
                  <a:gd name="T3" fmla="*/ 77 h 27"/>
                  <a:gd name="T4" fmla="*/ 0 w 15"/>
                  <a:gd name="T5" fmla="*/ 0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27">
                    <a:moveTo>
                      <a:pt x="15" y="27"/>
                    </a:moveTo>
                    <a:cubicBezTo>
                      <a:pt x="15" y="22"/>
                      <a:pt x="15" y="15"/>
                      <a:pt x="11" y="11"/>
                    </a:cubicBezTo>
                    <a:cubicBezTo>
                      <a:pt x="8" y="7"/>
                      <a:pt x="2" y="4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1394" name="Freeform 14">
                <a:extLst>
                  <a:ext uri="{FF2B5EF4-FFF2-40B4-BE49-F238E27FC236}">
                    <a16:creationId xmlns:a16="http://schemas.microsoft.com/office/drawing/2014/main" id="{8E56F6F8-63DB-40EC-A2CF-5B4E625900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6" y="3937"/>
                <a:ext cx="2" cy="12"/>
              </a:xfrm>
              <a:custGeom>
                <a:avLst/>
                <a:gdLst>
                  <a:gd name="T0" fmla="*/ 8 w 1"/>
                  <a:gd name="T1" fmla="*/ 48 h 6"/>
                  <a:gd name="T2" fmla="*/ 8 w 1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6">
                    <a:moveTo>
                      <a:pt x="1" y="6"/>
                    </a:moveTo>
                    <a:cubicBezTo>
                      <a:pt x="1" y="4"/>
                      <a:pt x="0" y="2"/>
                      <a:pt x="1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1395" name="Freeform 15">
                <a:extLst>
                  <a:ext uri="{FF2B5EF4-FFF2-40B4-BE49-F238E27FC236}">
                    <a16:creationId xmlns:a16="http://schemas.microsoft.com/office/drawing/2014/main" id="{024BDF18-A3DB-4172-A508-C62092C986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9" y="3932"/>
                <a:ext cx="25" cy="45"/>
              </a:xfrm>
              <a:custGeom>
                <a:avLst/>
                <a:gdLst>
                  <a:gd name="T0" fmla="*/ 92 w 13"/>
                  <a:gd name="T1" fmla="*/ 158 h 24"/>
                  <a:gd name="T2" fmla="*/ 71 w 13"/>
                  <a:gd name="T3" fmla="*/ 81 h 24"/>
                  <a:gd name="T4" fmla="*/ 29 w 13"/>
                  <a:gd name="T5" fmla="*/ 39 h 24"/>
                  <a:gd name="T6" fmla="*/ 0 w 13"/>
                  <a:gd name="T7" fmla="*/ 0 h 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24">
                    <a:moveTo>
                      <a:pt x="13" y="24"/>
                    </a:moveTo>
                    <a:cubicBezTo>
                      <a:pt x="13" y="19"/>
                      <a:pt x="13" y="15"/>
                      <a:pt x="10" y="12"/>
                    </a:cubicBezTo>
                    <a:cubicBezTo>
                      <a:pt x="8" y="10"/>
                      <a:pt x="6" y="8"/>
                      <a:pt x="4" y="6"/>
                    </a:cubicBezTo>
                    <a:cubicBezTo>
                      <a:pt x="3" y="4"/>
                      <a:pt x="2" y="1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1396" name="Freeform 16">
                <a:extLst>
                  <a:ext uri="{FF2B5EF4-FFF2-40B4-BE49-F238E27FC236}">
                    <a16:creationId xmlns:a16="http://schemas.microsoft.com/office/drawing/2014/main" id="{8F36090C-F47D-468B-A203-3F47F9E10A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9" y="3932"/>
                <a:ext cx="1" cy="11"/>
              </a:xfrm>
              <a:custGeom>
                <a:avLst/>
                <a:gdLst>
                  <a:gd name="T0" fmla="*/ 0 w 1"/>
                  <a:gd name="T1" fmla="*/ 37 h 6"/>
                  <a:gd name="T2" fmla="*/ 0 w 1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6">
                    <a:moveTo>
                      <a:pt x="0" y="6"/>
                    </a:moveTo>
                    <a:cubicBezTo>
                      <a:pt x="0" y="4"/>
                      <a:pt x="0" y="2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1397" name="Freeform 17">
                <a:extLst>
                  <a:ext uri="{FF2B5EF4-FFF2-40B4-BE49-F238E27FC236}">
                    <a16:creationId xmlns:a16="http://schemas.microsoft.com/office/drawing/2014/main" id="{D07B75A0-B0FF-44A0-9069-475265D74C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6" y="3977"/>
                <a:ext cx="42" cy="34"/>
              </a:xfrm>
              <a:custGeom>
                <a:avLst/>
                <a:gdLst>
                  <a:gd name="T0" fmla="*/ 153 w 22"/>
                  <a:gd name="T1" fmla="*/ 68 h 18"/>
                  <a:gd name="T2" fmla="*/ 132 w 22"/>
                  <a:gd name="T3" fmla="*/ 68 h 18"/>
                  <a:gd name="T4" fmla="*/ 76 w 22"/>
                  <a:gd name="T5" fmla="*/ 76 h 18"/>
                  <a:gd name="T6" fmla="*/ 21 w 22"/>
                  <a:gd name="T7" fmla="*/ 121 h 18"/>
                  <a:gd name="T8" fmla="*/ 8 w 22"/>
                  <a:gd name="T9" fmla="*/ 76 h 18"/>
                  <a:gd name="T10" fmla="*/ 0 w 22"/>
                  <a:gd name="T11" fmla="*/ 32 h 18"/>
                  <a:gd name="T12" fmla="*/ 92 w 22"/>
                  <a:gd name="T13" fmla="*/ 8 h 18"/>
                  <a:gd name="T14" fmla="*/ 124 w 22"/>
                  <a:gd name="T15" fmla="*/ 21 h 18"/>
                  <a:gd name="T16" fmla="*/ 145 w 22"/>
                  <a:gd name="T17" fmla="*/ 76 h 1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2" h="18">
                    <a:moveTo>
                      <a:pt x="22" y="10"/>
                    </a:moveTo>
                    <a:cubicBezTo>
                      <a:pt x="21" y="11"/>
                      <a:pt x="20" y="10"/>
                      <a:pt x="19" y="10"/>
                    </a:cubicBezTo>
                    <a:cubicBezTo>
                      <a:pt x="16" y="9"/>
                      <a:pt x="14" y="10"/>
                      <a:pt x="11" y="11"/>
                    </a:cubicBezTo>
                    <a:cubicBezTo>
                      <a:pt x="8" y="12"/>
                      <a:pt x="5" y="15"/>
                      <a:pt x="3" y="18"/>
                    </a:cubicBezTo>
                    <a:cubicBezTo>
                      <a:pt x="3" y="15"/>
                      <a:pt x="2" y="13"/>
                      <a:pt x="1" y="11"/>
                    </a:cubicBezTo>
                    <a:cubicBezTo>
                      <a:pt x="1" y="9"/>
                      <a:pt x="1" y="7"/>
                      <a:pt x="0" y="5"/>
                    </a:cubicBezTo>
                    <a:cubicBezTo>
                      <a:pt x="4" y="3"/>
                      <a:pt x="8" y="0"/>
                      <a:pt x="13" y="1"/>
                    </a:cubicBezTo>
                    <a:cubicBezTo>
                      <a:pt x="15" y="1"/>
                      <a:pt x="17" y="1"/>
                      <a:pt x="18" y="3"/>
                    </a:cubicBezTo>
                    <a:cubicBezTo>
                      <a:pt x="19" y="5"/>
                      <a:pt x="20" y="8"/>
                      <a:pt x="21" y="11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1398" name="Freeform 18">
                <a:extLst>
                  <a:ext uri="{FF2B5EF4-FFF2-40B4-BE49-F238E27FC236}">
                    <a16:creationId xmlns:a16="http://schemas.microsoft.com/office/drawing/2014/main" id="{B9D8FC0E-7A1D-47E0-AA6B-460BAAB164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9" y="3981"/>
                <a:ext cx="23" cy="13"/>
              </a:xfrm>
              <a:custGeom>
                <a:avLst/>
                <a:gdLst>
                  <a:gd name="T0" fmla="*/ 84 w 12"/>
                  <a:gd name="T1" fmla="*/ 32 h 7"/>
                  <a:gd name="T2" fmla="*/ 48 w 12"/>
                  <a:gd name="T3" fmla="*/ 24 h 7"/>
                  <a:gd name="T4" fmla="*/ 15 w 12"/>
                  <a:gd name="T5" fmla="*/ 45 h 7"/>
                  <a:gd name="T6" fmla="*/ 8 w 12"/>
                  <a:gd name="T7" fmla="*/ 24 h 7"/>
                  <a:gd name="T8" fmla="*/ 0 w 12"/>
                  <a:gd name="T9" fmla="*/ 7 h 7"/>
                  <a:gd name="T10" fmla="*/ 36 w 12"/>
                  <a:gd name="T11" fmla="*/ 0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7">
                    <a:moveTo>
                      <a:pt x="12" y="5"/>
                    </a:moveTo>
                    <a:cubicBezTo>
                      <a:pt x="10" y="5"/>
                      <a:pt x="9" y="4"/>
                      <a:pt x="7" y="4"/>
                    </a:cubicBezTo>
                    <a:cubicBezTo>
                      <a:pt x="5" y="5"/>
                      <a:pt x="4" y="6"/>
                      <a:pt x="2" y="7"/>
                    </a:cubicBezTo>
                    <a:cubicBezTo>
                      <a:pt x="2" y="6"/>
                      <a:pt x="2" y="5"/>
                      <a:pt x="1" y="4"/>
                    </a:cubicBezTo>
                    <a:cubicBezTo>
                      <a:pt x="1" y="3"/>
                      <a:pt x="0" y="2"/>
                      <a:pt x="0" y="1"/>
                    </a:cubicBezTo>
                    <a:cubicBezTo>
                      <a:pt x="1" y="0"/>
                      <a:pt x="4" y="0"/>
                      <a:pt x="5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1399" name="Freeform 19">
                <a:extLst>
                  <a:ext uri="{FF2B5EF4-FFF2-40B4-BE49-F238E27FC236}">
                    <a16:creationId xmlns:a16="http://schemas.microsoft.com/office/drawing/2014/main" id="{56E00F02-C790-4C2A-98A3-9DEADCC674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2" y="3970"/>
                <a:ext cx="17" cy="11"/>
              </a:xfrm>
              <a:custGeom>
                <a:avLst/>
                <a:gdLst>
                  <a:gd name="T0" fmla="*/ 60 w 9"/>
                  <a:gd name="T1" fmla="*/ 7 h 6"/>
                  <a:gd name="T2" fmla="*/ 15 w 9"/>
                  <a:gd name="T3" fmla="*/ 37 h 6"/>
                  <a:gd name="T4" fmla="*/ 0 w 9"/>
                  <a:gd name="T5" fmla="*/ 7 h 6"/>
                  <a:gd name="T6" fmla="*/ 21 w 9"/>
                  <a:gd name="T7" fmla="*/ 0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6">
                    <a:moveTo>
                      <a:pt x="9" y="1"/>
                    </a:moveTo>
                    <a:cubicBezTo>
                      <a:pt x="6" y="2"/>
                      <a:pt x="3" y="3"/>
                      <a:pt x="2" y="6"/>
                    </a:cubicBezTo>
                    <a:cubicBezTo>
                      <a:pt x="2" y="4"/>
                      <a:pt x="1" y="3"/>
                      <a:pt x="0" y="1"/>
                    </a:cubicBezTo>
                    <a:cubicBezTo>
                      <a:pt x="1" y="1"/>
                      <a:pt x="2" y="0"/>
                      <a:pt x="3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1400" name="Freeform 20">
                <a:extLst>
                  <a:ext uri="{FF2B5EF4-FFF2-40B4-BE49-F238E27FC236}">
                    <a16:creationId xmlns:a16="http://schemas.microsoft.com/office/drawing/2014/main" id="{40E6A518-44A2-4ECA-9009-A0754F0168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9" y="3966"/>
                <a:ext cx="7" cy="6"/>
              </a:xfrm>
              <a:custGeom>
                <a:avLst/>
                <a:gdLst>
                  <a:gd name="T0" fmla="*/ 21 w 4"/>
                  <a:gd name="T1" fmla="*/ 0 h 3"/>
                  <a:gd name="T2" fmla="*/ 7 w 4"/>
                  <a:gd name="T3" fmla="*/ 24 h 3"/>
                  <a:gd name="T4" fmla="*/ 0 w 4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4" y="0"/>
                    </a:moveTo>
                    <a:cubicBezTo>
                      <a:pt x="3" y="0"/>
                      <a:pt x="2" y="2"/>
                      <a:pt x="1" y="3"/>
                    </a:cubicBezTo>
                    <a:cubicBezTo>
                      <a:pt x="0" y="2"/>
                      <a:pt x="0" y="1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1401" name="Freeform 21">
                <a:extLst>
                  <a:ext uri="{FF2B5EF4-FFF2-40B4-BE49-F238E27FC236}">
                    <a16:creationId xmlns:a16="http://schemas.microsoft.com/office/drawing/2014/main" id="{7E85EA77-985F-43B9-9CB1-07DBA36B15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0" y="3947"/>
                <a:ext cx="4" cy="6"/>
              </a:xfrm>
              <a:custGeom>
                <a:avLst/>
                <a:gdLst>
                  <a:gd name="T0" fmla="*/ 16 w 2"/>
                  <a:gd name="T1" fmla="*/ 24 h 3"/>
                  <a:gd name="T2" fmla="*/ 16 w 2"/>
                  <a:gd name="T3" fmla="*/ 24 h 3"/>
                  <a:gd name="T4" fmla="*/ 0 w 2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cubicBezTo>
                      <a:pt x="2" y="3"/>
                      <a:pt x="2" y="3"/>
                      <a:pt x="2" y="3"/>
                    </a:cubicBezTo>
                    <a:cubicBezTo>
                      <a:pt x="1" y="3"/>
                      <a:pt x="0" y="1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1402" name="Freeform 22">
                <a:extLst>
                  <a:ext uri="{FF2B5EF4-FFF2-40B4-BE49-F238E27FC236}">
                    <a16:creationId xmlns:a16="http://schemas.microsoft.com/office/drawing/2014/main" id="{9B842A0B-BE02-4862-A36B-671E0495A1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7" y="2915"/>
                <a:ext cx="21" cy="161"/>
              </a:xfrm>
              <a:custGeom>
                <a:avLst/>
                <a:gdLst>
                  <a:gd name="T0" fmla="*/ 76 w 11"/>
                  <a:gd name="T1" fmla="*/ 0 h 85"/>
                  <a:gd name="T2" fmla="*/ 40 w 11"/>
                  <a:gd name="T3" fmla="*/ 152 h 85"/>
                  <a:gd name="T4" fmla="*/ 0 w 11"/>
                  <a:gd name="T5" fmla="*/ 288 h 85"/>
                  <a:gd name="T6" fmla="*/ 8 w 11"/>
                  <a:gd name="T7" fmla="*/ 449 h 85"/>
                  <a:gd name="T8" fmla="*/ 21 w 11"/>
                  <a:gd name="T9" fmla="*/ 578 h 8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85">
                    <a:moveTo>
                      <a:pt x="11" y="0"/>
                    </a:moveTo>
                    <a:cubicBezTo>
                      <a:pt x="11" y="9"/>
                      <a:pt x="11" y="16"/>
                      <a:pt x="6" y="22"/>
                    </a:cubicBezTo>
                    <a:cubicBezTo>
                      <a:pt x="0" y="29"/>
                      <a:pt x="0" y="31"/>
                      <a:pt x="0" y="42"/>
                    </a:cubicBezTo>
                    <a:cubicBezTo>
                      <a:pt x="0" y="50"/>
                      <a:pt x="0" y="58"/>
                      <a:pt x="1" y="66"/>
                    </a:cubicBezTo>
                    <a:cubicBezTo>
                      <a:pt x="1" y="71"/>
                      <a:pt x="6" y="81"/>
                      <a:pt x="3" y="85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1403" name="Freeform 23">
                <a:extLst>
                  <a:ext uri="{FF2B5EF4-FFF2-40B4-BE49-F238E27FC236}">
                    <a16:creationId xmlns:a16="http://schemas.microsoft.com/office/drawing/2014/main" id="{47DB7D13-6BFF-448C-8CE0-0F6237A31A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1" y="3078"/>
                <a:ext cx="55" cy="78"/>
              </a:xfrm>
              <a:custGeom>
                <a:avLst/>
                <a:gdLst>
                  <a:gd name="T0" fmla="*/ 169 w 29"/>
                  <a:gd name="T1" fmla="*/ 0 h 41"/>
                  <a:gd name="T2" fmla="*/ 0 w 29"/>
                  <a:gd name="T3" fmla="*/ 160 h 41"/>
                  <a:gd name="T4" fmla="*/ 197 w 29"/>
                  <a:gd name="T5" fmla="*/ 36 h 4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9" h="41">
                    <a:moveTo>
                      <a:pt x="25" y="0"/>
                    </a:moveTo>
                    <a:cubicBezTo>
                      <a:pt x="26" y="11"/>
                      <a:pt x="9" y="23"/>
                      <a:pt x="0" y="23"/>
                    </a:cubicBezTo>
                    <a:cubicBezTo>
                      <a:pt x="12" y="41"/>
                      <a:pt x="29" y="19"/>
                      <a:pt x="29" y="5"/>
                    </a:cubicBezTo>
                  </a:path>
                </a:pathLst>
              </a:custGeom>
              <a:solidFill>
                <a:srgbClr val="C1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1404" name="Freeform 24">
                <a:extLst>
                  <a:ext uri="{FF2B5EF4-FFF2-40B4-BE49-F238E27FC236}">
                    <a16:creationId xmlns:a16="http://schemas.microsoft.com/office/drawing/2014/main" id="{5389FAD9-4A78-44BA-B900-ADBA51C809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1" y="1559"/>
                <a:ext cx="38" cy="36"/>
              </a:xfrm>
              <a:custGeom>
                <a:avLst/>
                <a:gdLst>
                  <a:gd name="T0" fmla="*/ 91 w 20"/>
                  <a:gd name="T1" fmla="*/ 21 h 19"/>
                  <a:gd name="T2" fmla="*/ 48 w 20"/>
                  <a:gd name="T3" fmla="*/ 108 h 19"/>
                  <a:gd name="T4" fmla="*/ 91 w 20"/>
                  <a:gd name="T5" fmla="*/ 32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19">
                    <a:moveTo>
                      <a:pt x="13" y="3"/>
                    </a:moveTo>
                    <a:cubicBezTo>
                      <a:pt x="6" y="0"/>
                      <a:pt x="0" y="13"/>
                      <a:pt x="7" y="16"/>
                    </a:cubicBezTo>
                    <a:cubicBezTo>
                      <a:pt x="15" y="19"/>
                      <a:pt x="20" y="4"/>
                      <a:pt x="13" y="5"/>
                    </a:cubicBezTo>
                  </a:path>
                </a:pathLst>
              </a:custGeom>
              <a:solidFill>
                <a:srgbClr val="A961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1405" name="Freeform 25">
                <a:extLst>
                  <a:ext uri="{FF2B5EF4-FFF2-40B4-BE49-F238E27FC236}">
                    <a16:creationId xmlns:a16="http://schemas.microsoft.com/office/drawing/2014/main" id="{17FFA6AF-E3D9-4354-9EB1-FE8E0DC9B9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1" y="1559"/>
                <a:ext cx="38" cy="36"/>
              </a:xfrm>
              <a:custGeom>
                <a:avLst/>
                <a:gdLst>
                  <a:gd name="T0" fmla="*/ 91 w 20"/>
                  <a:gd name="T1" fmla="*/ 21 h 19"/>
                  <a:gd name="T2" fmla="*/ 48 w 20"/>
                  <a:gd name="T3" fmla="*/ 108 h 19"/>
                  <a:gd name="T4" fmla="*/ 91 w 20"/>
                  <a:gd name="T5" fmla="*/ 28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19">
                    <a:moveTo>
                      <a:pt x="13" y="3"/>
                    </a:moveTo>
                    <a:cubicBezTo>
                      <a:pt x="6" y="0"/>
                      <a:pt x="0" y="13"/>
                      <a:pt x="7" y="16"/>
                    </a:cubicBezTo>
                    <a:cubicBezTo>
                      <a:pt x="16" y="19"/>
                      <a:pt x="20" y="4"/>
                      <a:pt x="13" y="4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1406" name="Freeform 26">
                <a:extLst>
                  <a:ext uri="{FF2B5EF4-FFF2-40B4-BE49-F238E27FC236}">
                    <a16:creationId xmlns:a16="http://schemas.microsoft.com/office/drawing/2014/main" id="{8203D2ED-99FA-48A5-A398-50A652C1C9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6" y="1475"/>
                <a:ext cx="10" cy="158"/>
              </a:xfrm>
              <a:custGeom>
                <a:avLst/>
                <a:gdLst>
                  <a:gd name="T0" fmla="*/ 40 w 5"/>
                  <a:gd name="T1" fmla="*/ 573 h 83"/>
                  <a:gd name="T2" fmla="*/ 24 w 5"/>
                  <a:gd name="T3" fmla="*/ 207 h 83"/>
                  <a:gd name="T4" fmla="*/ 0 w 5"/>
                  <a:gd name="T5" fmla="*/ 0 h 8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83">
                    <a:moveTo>
                      <a:pt x="5" y="83"/>
                    </a:moveTo>
                    <a:cubicBezTo>
                      <a:pt x="5" y="65"/>
                      <a:pt x="2" y="42"/>
                      <a:pt x="3" y="30"/>
                    </a:cubicBezTo>
                    <a:cubicBezTo>
                      <a:pt x="3" y="20"/>
                      <a:pt x="0" y="9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1407" name="Freeform 27">
                <a:extLst>
                  <a:ext uri="{FF2B5EF4-FFF2-40B4-BE49-F238E27FC236}">
                    <a16:creationId xmlns:a16="http://schemas.microsoft.com/office/drawing/2014/main" id="{DF298220-9714-43B3-8C44-395E5056EC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3" y="2424"/>
                <a:ext cx="31" cy="131"/>
              </a:xfrm>
              <a:custGeom>
                <a:avLst/>
                <a:gdLst>
                  <a:gd name="T0" fmla="*/ 16 w 16"/>
                  <a:gd name="T1" fmla="*/ 473 h 69"/>
                  <a:gd name="T2" fmla="*/ 93 w 16"/>
                  <a:gd name="T3" fmla="*/ 220 h 69"/>
                  <a:gd name="T4" fmla="*/ 101 w 16"/>
                  <a:gd name="T5" fmla="*/ 0 h 6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69">
                    <a:moveTo>
                      <a:pt x="2" y="69"/>
                    </a:moveTo>
                    <a:cubicBezTo>
                      <a:pt x="0" y="56"/>
                      <a:pt x="10" y="43"/>
                      <a:pt x="13" y="32"/>
                    </a:cubicBezTo>
                    <a:cubicBezTo>
                      <a:pt x="16" y="22"/>
                      <a:pt x="15" y="10"/>
                      <a:pt x="14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1408" name="Freeform 28">
                <a:extLst>
                  <a:ext uri="{FF2B5EF4-FFF2-40B4-BE49-F238E27FC236}">
                    <a16:creationId xmlns:a16="http://schemas.microsoft.com/office/drawing/2014/main" id="{EAB215C2-35BB-4892-8C71-951C9F1871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0" y="2426"/>
                <a:ext cx="6" cy="9"/>
              </a:xfrm>
              <a:custGeom>
                <a:avLst/>
                <a:gdLst>
                  <a:gd name="T0" fmla="*/ 0 w 3"/>
                  <a:gd name="T1" fmla="*/ 29 h 5"/>
                  <a:gd name="T2" fmla="*/ 24 w 3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5">
                    <a:moveTo>
                      <a:pt x="0" y="5"/>
                    </a:moveTo>
                    <a:cubicBezTo>
                      <a:pt x="1" y="3"/>
                      <a:pt x="2" y="1"/>
                      <a:pt x="3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1409" name="Freeform 29">
                <a:extLst>
                  <a:ext uri="{FF2B5EF4-FFF2-40B4-BE49-F238E27FC236}">
                    <a16:creationId xmlns:a16="http://schemas.microsoft.com/office/drawing/2014/main" id="{4246ACE4-3540-4A70-B850-293226B4C1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3" y="2446"/>
                <a:ext cx="19" cy="76"/>
              </a:xfrm>
              <a:custGeom>
                <a:avLst/>
                <a:gdLst>
                  <a:gd name="T0" fmla="*/ 0 w 10"/>
                  <a:gd name="T1" fmla="*/ 274 h 40"/>
                  <a:gd name="T2" fmla="*/ 36 w 10"/>
                  <a:gd name="T3" fmla="*/ 116 h 40"/>
                  <a:gd name="T4" fmla="*/ 68 w 10"/>
                  <a:gd name="T5" fmla="*/ 0 h 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40">
                    <a:moveTo>
                      <a:pt x="0" y="40"/>
                    </a:moveTo>
                    <a:cubicBezTo>
                      <a:pt x="2" y="32"/>
                      <a:pt x="4" y="25"/>
                      <a:pt x="5" y="17"/>
                    </a:cubicBezTo>
                    <a:cubicBezTo>
                      <a:pt x="7" y="11"/>
                      <a:pt x="9" y="6"/>
                      <a:pt x="10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1410" name="Freeform 30">
                <a:extLst>
                  <a:ext uri="{FF2B5EF4-FFF2-40B4-BE49-F238E27FC236}">
                    <a16:creationId xmlns:a16="http://schemas.microsoft.com/office/drawing/2014/main" id="{0FA0144D-64CD-4F4D-8E57-3B5027975D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0" y="2441"/>
                <a:ext cx="25" cy="96"/>
              </a:xfrm>
              <a:custGeom>
                <a:avLst/>
                <a:gdLst>
                  <a:gd name="T0" fmla="*/ 0 w 13"/>
                  <a:gd name="T1" fmla="*/ 341 h 51"/>
                  <a:gd name="T2" fmla="*/ 63 w 13"/>
                  <a:gd name="T3" fmla="*/ 181 h 51"/>
                  <a:gd name="T4" fmla="*/ 92 w 13"/>
                  <a:gd name="T5" fmla="*/ 0 h 5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51">
                    <a:moveTo>
                      <a:pt x="0" y="51"/>
                    </a:moveTo>
                    <a:cubicBezTo>
                      <a:pt x="2" y="46"/>
                      <a:pt x="6" y="32"/>
                      <a:pt x="9" y="27"/>
                    </a:cubicBezTo>
                    <a:cubicBezTo>
                      <a:pt x="13" y="19"/>
                      <a:pt x="11" y="8"/>
                      <a:pt x="13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1411" name="Freeform 31">
                <a:extLst>
                  <a:ext uri="{FF2B5EF4-FFF2-40B4-BE49-F238E27FC236}">
                    <a16:creationId xmlns:a16="http://schemas.microsoft.com/office/drawing/2014/main" id="{26DD21A7-2ED7-43D9-AA66-9430328896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3" y="2431"/>
                <a:ext cx="2" cy="10"/>
              </a:xfrm>
              <a:custGeom>
                <a:avLst/>
                <a:gdLst>
                  <a:gd name="T0" fmla="*/ 0 w 1"/>
                  <a:gd name="T1" fmla="*/ 40 h 5"/>
                  <a:gd name="T2" fmla="*/ 8 w 1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5">
                    <a:moveTo>
                      <a:pt x="0" y="5"/>
                    </a:moveTo>
                    <a:cubicBezTo>
                      <a:pt x="0" y="4"/>
                      <a:pt x="0" y="2"/>
                      <a:pt x="1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1412" name="Freeform 32">
                <a:extLst>
                  <a:ext uri="{FF2B5EF4-FFF2-40B4-BE49-F238E27FC236}">
                    <a16:creationId xmlns:a16="http://schemas.microsoft.com/office/drawing/2014/main" id="{B6A1A6B2-C992-4395-9CF6-F0ABAEEF42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3" y="2433"/>
                <a:ext cx="7" cy="10"/>
              </a:xfrm>
              <a:custGeom>
                <a:avLst/>
                <a:gdLst>
                  <a:gd name="T0" fmla="*/ 0 w 4"/>
                  <a:gd name="T1" fmla="*/ 40 h 5"/>
                  <a:gd name="T2" fmla="*/ 21 w 4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5">
                    <a:moveTo>
                      <a:pt x="0" y="5"/>
                    </a:moveTo>
                    <a:cubicBezTo>
                      <a:pt x="1" y="3"/>
                      <a:pt x="3" y="2"/>
                      <a:pt x="4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1413" name="Freeform 33">
                <a:extLst>
                  <a:ext uri="{FF2B5EF4-FFF2-40B4-BE49-F238E27FC236}">
                    <a16:creationId xmlns:a16="http://schemas.microsoft.com/office/drawing/2014/main" id="{945D1DAD-0312-44EA-968E-A54985FA96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0" y="2450"/>
                <a:ext cx="8" cy="4"/>
              </a:xfrm>
              <a:custGeom>
                <a:avLst/>
                <a:gdLst>
                  <a:gd name="T0" fmla="*/ 0 w 4"/>
                  <a:gd name="T1" fmla="*/ 16 h 2"/>
                  <a:gd name="T2" fmla="*/ 32 w 4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">
                    <a:moveTo>
                      <a:pt x="0" y="2"/>
                    </a:moveTo>
                    <a:cubicBezTo>
                      <a:pt x="1" y="1"/>
                      <a:pt x="3" y="0"/>
                      <a:pt x="4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1414" name="Freeform 34">
                <a:extLst>
                  <a:ext uri="{FF2B5EF4-FFF2-40B4-BE49-F238E27FC236}">
                    <a16:creationId xmlns:a16="http://schemas.microsoft.com/office/drawing/2014/main" id="{DD443120-44C4-4B32-82EA-C77C844C1E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7" y="1323"/>
                <a:ext cx="141" cy="42"/>
              </a:xfrm>
              <a:custGeom>
                <a:avLst/>
                <a:gdLst>
                  <a:gd name="T0" fmla="*/ 0 w 74"/>
                  <a:gd name="T1" fmla="*/ 132 h 22"/>
                  <a:gd name="T2" fmla="*/ 97 w 74"/>
                  <a:gd name="T3" fmla="*/ 84 h 22"/>
                  <a:gd name="T4" fmla="*/ 269 w 74"/>
                  <a:gd name="T5" fmla="*/ 40 h 22"/>
                  <a:gd name="T6" fmla="*/ 513 w 74"/>
                  <a:gd name="T7" fmla="*/ 0 h 22"/>
                  <a:gd name="T8" fmla="*/ 389 w 74"/>
                  <a:gd name="T9" fmla="*/ 40 h 22"/>
                  <a:gd name="T10" fmla="*/ 213 w 74"/>
                  <a:gd name="T11" fmla="*/ 105 h 22"/>
                  <a:gd name="T12" fmla="*/ 91 w 74"/>
                  <a:gd name="T13" fmla="*/ 132 h 22"/>
                  <a:gd name="T14" fmla="*/ 8 w 74"/>
                  <a:gd name="T15" fmla="*/ 145 h 2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4" h="22">
                    <a:moveTo>
                      <a:pt x="0" y="19"/>
                    </a:moveTo>
                    <a:cubicBezTo>
                      <a:pt x="5" y="17"/>
                      <a:pt x="9" y="14"/>
                      <a:pt x="14" y="12"/>
                    </a:cubicBezTo>
                    <a:cubicBezTo>
                      <a:pt x="23" y="9"/>
                      <a:pt x="31" y="8"/>
                      <a:pt x="39" y="6"/>
                    </a:cubicBezTo>
                    <a:cubicBezTo>
                      <a:pt x="51" y="4"/>
                      <a:pt x="63" y="1"/>
                      <a:pt x="74" y="0"/>
                    </a:cubicBezTo>
                    <a:cubicBezTo>
                      <a:pt x="68" y="0"/>
                      <a:pt x="61" y="4"/>
                      <a:pt x="56" y="6"/>
                    </a:cubicBezTo>
                    <a:cubicBezTo>
                      <a:pt x="48" y="10"/>
                      <a:pt x="40" y="12"/>
                      <a:pt x="31" y="15"/>
                    </a:cubicBezTo>
                    <a:cubicBezTo>
                      <a:pt x="25" y="16"/>
                      <a:pt x="19" y="18"/>
                      <a:pt x="13" y="19"/>
                    </a:cubicBezTo>
                    <a:cubicBezTo>
                      <a:pt x="9" y="20"/>
                      <a:pt x="4" y="22"/>
                      <a:pt x="1" y="21"/>
                    </a:cubicBezTo>
                  </a:path>
                </a:pathLst>
              </a:custGeom>
              <a:solidFill>
                <a:srgbClr val="C1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1415" name="Freeform 35">
                <a:extLst>
                  <a:ext uri="{FF2B5EF4-FFF2-40B4-BE49-F238E27FC236}">
                    <a16:creationId xmlns:a16="http://schemas.microsoft.com/office/drawing/2014/main" id="{134C0FAE-D439-4339-98BF-49A90ED173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5" y="1302"/>
                <a:ext cx="115" cy="37"/>
              </a:xfrm>
              <a:custGeom>
                <a:avLst/>
                <a:gdLst>
                  <a:gd name="T0" fmla="*/ 0 w 60"/>
                  <a:gd name="T1" fmla="*/ 140 h 19"/>
                  <a:gd name="T2" fmla="*/ 192 w 60"/>
                  <a:gd name="T3" fmla="*/ 45 h 19"/>
                  <a:gd name="T4" fmla="*/ 422 w 60"/>
                  <a:gd name="T5" fmla="*/ 0 h 19"/>
                  <a:gd name="T6" fmla="*/ 176 w 60"/>
                  <a:gd name="T7" fmla="*/ 31 h 19"/>
                  <a:gd name="T8" fmla="*/ 8 w 60"/>
                  <a:gd name="T9" fmla="*/ 117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0" h="19">
                    <a:moveTo>
                      <a:pt x="0" y="19"/>
                    </a:moveTo>
                    <a:cubicBezTo>
                      <a:pt x="9" y="14"/>
                      <a:pt x="18" y="10"/>
                      <a:pt x="27" y="6"/>
                    </a:cubicBezTo>
                    <a:cubicBezTo>
                      <a:pt x="37" y="2"/>
                      <a:pt x="50" y="1"/>
                      <a:pt x="60" y="0"/>
                    </a:cubicBezTo>
                    <a:cubicBezTo>
                      <a:pt x="49" y="1"/>
                      <a:pt x="37" y="1"/>
                      <a:pt x="25" y="4"/>
                    </a:cubicBezTo>
                    <a:cubicBezTo>
                      <a:pt x="16" y="6"/>
                      <a:pt x="9" y="13"/>
                      <a:pt x="1" y="16"/>
                    </a:cubicBezTo>
                  </a:path>
                </a:pathLst>
              </a:custGeom>
              <a:solidFill>
                <a:srgbClr val="8E4C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1416" name="Freeform 36">
                <a:extLst>
                  <a:ext uri="{FF2B5EF4-FFF2-40B4-BE49-F238E27FC236}">
                    <a16:creationId xmlns:a16="http://schemas.microsoft.com/office/drawing/2014/main" id="{4710DB88-6977-4331-BDEB-67E07164BF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9" y="1600"/>
                <a:ext cx="73" cy="36"/>
              </a:xfrm>
              <a:custGeom>
                <a:avLst/>
                <a:gdLst>
                  <a:gd name="T0" fmla="*/ 0 w 38"/>
                  <a:gd name="T1" fmla="*/ 83 h 19"/>
                  <a:gd name="T2" fmla="*/ 269 w 38"/>
                  <a:gd name="T3" fmla="*/ 0 h 19"/>
                  <a:gd name="T4" fmla="*/ 0 w 38"/>
                  <a:gd name="T5" fmla="*/ 83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8" h="19">
                    <a:moveTo>
                      <a:pt x="0" y="12"/>
                    </a:moveTo>
                    <a:cubicBezTo>
                      <a:pt x="0" y="12"/>
                      <a:pt x="26" y="15"/>
                      <a:pt x="38" y="0"/>
                    </a:cubicBezTo>
                    <a:cubicBezTo>
                      <a:pt x="38" y="0"/>
                      <a:pt x="35" y="19"/>
                      <a:pt x="0" y="12"/>
                    </a:cubicBezTo>
                    <a:close/>
                  </a:path>
                </a:pathLst>
              </a:custGeom>
              <a:solidFill>
                <a:srgbClr val="C1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1417" name="Freeform 37">
                <a:extLst>
                  <a:ext uri="{FF2B5EF4-FFF2-40B4-BE49-F238E27FC236}">
                    <a16:creationId xmlns:a16="http://schemas.microsoft.com/office/drawing/2014/main" id="{AC30B623-DFD0-416F-B1B8-AA92DE4C89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2" y="2427"/>
                <a:ext cx="36" cy="131"/>
              </a:xfrm>
              <a:custGeom>
                <a:avLst/>
                <a:gdLst>
                  <a:gd name="T0" fmla="*/ 116 w 19"/>
                  <a:gd name="T1" fmla="*/ 0 h 69"/>
                  <a:gd name="T2" fmla="*/ 121 w 19"/>
                  <a:gd name="T3" fmla="*/ 159 h 69"/>
                  <a:gd name="T4" fmla="*/ 76 w 19"/>
                  <a:gd name="T5" fmla="*/ 289 h 69"/>
                  <a:gd name="T6" fmla="*/ 40 w 19"/>
                  <a:gd name="T7" fmla="*/ 418 h 69"/>
                  <a:gd name="T8" fmla="*/ 21 w 19"/>
                  <a:gd name="T9" fmla="*/ 450 h 69"/>
                  <a:gd name="T10" fmla="*/ 47 w 19"/>
                  <a:gd name="T11" fmla="*/ 321 h 69"/>
                  <a:gd name="T12" fmla="*/ 116 w 19"/>
                  <a:gd name="T13" fmla="*/ 21 h 6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69">
                    <a:moveTo>
                      <a:pt x="17" y="0"/>
                    </a:moveTo>
                    <a:cubicBezTo>
                      <a:pt x="18" y="7"/>
                      <a:pt x="19" y="15"/>
                      <a:pt x="18" y="23"/>
                    </a:cubicBezTo>
                    <a:cubicBezTo>
                      <a:pt x="16" y="30"/>
                      <a:pt x="14" y="36"/>
                      <a:pt x="11" y="42"/>
                    </a:cubicBezTo>
                    <a:cubicBezTo>
                      <a:pt x="9" y="48"/>
                      <a:pt x="7" y="55"/>
                      <a:pt x="6" y="61"/>
                    </a:cubicBezTo>
                    <a:cubicBezTo>
                      <a:pt x="6" y="62"/>
                      <a:pt x="6" y="69"/>
                      <a:pt x="3" y="66"/>
                    </a:cubicBezTo>
                    <a:cubicBezTo>
                      <a:pt x="0" y="63"/>
                      <a:pt x="6" y="50"/>
                      <a:pt x="7" y="47"/>
                    </a:cubicBezTo>
                    <a:cubicBezTo>
                      <a:pt x="11" y="33"/>
                      <a:pt x="16" y="18"/>
                      <a:pt x="17" y="3"/>
                    </a:cubicBezTo>
                  </a:path>
                </a:pathLst>
              </a:custGeom>
              <a:solidFill>
                <a:srgbClr val="C1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1418" name="Freeform 38">
                <a:extLst>
                  <a:ext uri="{FF2B5EF4-FFF2-40B4-BE49-F238E27FC236}">
                    <a16:creationId xmlns:a16="http://schemas.microsoft.com/office/drawing/2014/main" id="{D817B703-A1F8-4D94-A187-CB86F7EE2F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0" y="2439"/>
                <a:ext cx="39" cy="116"/>
              </a:xfrm>
              <a:custGeom>
                <a:avLst/>
                <a:gdLst>
                  <a:gd name="T0" fmla="*/ 148 w 20"/>
                  <a:gd name="T1" fmla="*/ 0 h 61"/>
                  <a:gd name="T2" fmla="*/ 140 w 20"/>
                  <a:gd name="T3" fmla="*/ 105 h 61"/>
                  <a:gd name="T4" fmla="*/ 117 w 20"/>
                  <a:gd name="T5" fmla="*/ 173 h 61"/>
                  <a:gd name="T6" fmla="*/ 60 w 20"/>
                  <a:gd name="T7" fmla="*/ 321 h 61"/>
                  <a:gd name="T8" fmla="*/ 39 w 20"/>
                  <a:gd name="T9" fmla="*/ 380 h 61"/>
                  <a:gd name="T10" fmla="*/ 39 w 20"/>
                  <a:gd name="T11" fmla="*/ 321 h 61"/>
                  <a:gd name="T12" fmla="*/ 140 w 20"/>
                  <a:gd name="T13" fmla="*/ 15 h 6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" h="61">
                    <a:moveTo>
                      <a:pt x="20" y="0"/>
                    </a:moveTo>
                    <a:cubicBezTo>
                      <a:pt x="19" y="5"/>
                      <a:pt x="19" y="10"/>
                      <a:pt x="19" y="15"/>
                    </a:cubicBezTo>
                    <a:cubicBezTo>
                      <a:pt x="19" y="19"/>
                      <a:pt x="17" y="22"/>
                      <a:pt x="16" y="25"/>
                    </a:cubicBezTo>
                    <a:cubicBezTo>
                      <a:pt x="13" y="32"/>
                      <a:pt x="10" y="40"/>
                      <a:pt x="8" y="47"/>
                    </a:cubicBezTo>
                    <a:cubicBezTo>
                      <a:pt x="7" y="50"/>
                      <a:pt x="7" y="53"/>
                      <a:pt x="5" y="55"/>
                    </a:cubicBezTo>
                    <a:cubicBezTo>
                      <a:pt x="0" y="61"/>
                      <a:pt x="4" y="49"/>
                      <a:pt x="5" y="47"/>
                    </a:cubicBezTo>
                    <a:cubicBezTo>
                      <a:pt x="10" y="32"/>
                      <a:pt x="17" y="18"/>
                      <a:pt x="19" y="2"/>
                    </a:cubicBezTo>
                  </a:path>
                </a:pathLst>
              </a:custGeom>
              <a:solidFill>
                <a:srgbClr val="C1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1419" name="Freeform 39">
                <a:extLst>
                  <a:ext uri="{FF2B5EF4-FFF2-40B4-BE49-F238E27FC236}">
                    <a16:creationId xmlns:a16="http://schemas.microsoft.com/office/drawing/2014/main" id="{B4E4F91A-86FF-482D-A0C8-20CB3FA6FB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1" y="2446"/>
                <a:ext cx="27" cy="86"/>
              </a:xfrm>
              <a:custGeom>
                <a:avLst/>
                <a:gdLst>
                  <a:gd name="T0" fmla="*/ 100 w 14"/>
                  <a:gd name="T1" fmla="*/ 0 h 45"/>
                  <a:gd name="T2" fmla="*/ 79 w 14"/>
                  <a:gd name="T3" fmla="*/ 61 h 45"/>
                  <a:gd name="T4" fmla="*/ 64 w 14"/>
                  <a:gd name="T5" fmla="*/ 124 h 45"/>
                  <a:gd name="T6" fmla="*/ 37 w 14"/>
                  <a:gd name="T7" fmla="*/ 245 h 45"/>
                  <a:gd name="T8" fmla="*/ 23 w 14"/>
                  <a:gd name="T9" fmla="*/ 292 h 45"/>
                  <a:gd name="T10" fmla="*/ 23 w 14"/>
                  <a:gd name="T11" fmla="*/ 245 h 45"/>
                  <a:gd name="T12" fmla="*/ 52 w 14"/>
                  <a:gd name="T13" fmla="*/ 145 h 45"/>
                  <a:gd name="T14" fmla="*/ 85 w 14"/>
                  <a:gd name="T15" fmla="*/ 48 h 4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4" h="45">
                    <a:moveTo>
                      <a:pt x="14" y="0"/>
                    </a:moveTo>
                    <a:cubicBezTo>
                      <a:pt x="14" y="3"/>
                      <a:pt x="12" y="6"/>
                      <a:pt x="11" y="9"/>
                    </a:cubicBezTo>
                    <a:cubicBezTo>
                      <a:pt x="10" y="12"/>
                      <a:pt x="9" y="15"/>
                      <a:pt x="9" y="18"/>
                    </a:cubicBezTo>
                    <a:cubicBezTo>
                      <a:pt x="8" y="24"/>
                      <a:pt x="6" y="29"/>
                      <a:pt x="5" y="35"/>
                    </a:cubicBezTo>
                    <a:cubicBezTo>
                      <a:pt x="5" y="37"/>
                      <a:pt x="5" y="41"/>
                      <a:pt x="3" y="42"/>
                    </a:cubicBezTo>
                    <a:cubicBezTo>
                      <a:pt x="0" y="45"/>
                      <a:pt x="2" y="37"/>
                      <a:pt x="3" y="35"/>
                    </a:cubicBezTo>
                    <a:cubicBezTo>
                      <a:pt x="4" y="31"/>
                      <a:pt x="5" y="26"/>
                      <a:pt x="7" y="21"/>
                    </a:cubicBezTo>
                    <a:cubicBezTo>
                      <a:pt x="8" y="17"/>
                      <a:pt x="9" y="11"/>
                      <a:pt x="12" y="7"/>
                    </a:cubicBezTo>
                  </a:path>
                </a:pathLst>
              </a:custGeom>
              <a:solidFill>
                <a:srgbClr val="C1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1420" name="Freeform 40">
                <a:extLst>
                  <a:ext uri="{FF2B5EF4-FFF2-40B4-BE49-F238E27FC236}">
                    <a16:creationId xmlns:a16="http://schemas.microsoft.com/office/drawing/2014/main" id="{366CC6DE-C86B-4B75-98AD-9EEEC6D2E1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0" y="2458"/>
                <a:ext cx="21" cy="42"/>
              </a:xfrm>
              <a:custGeom>
                <a:avLst/>
                <a:gdLst>
                  <a:gd name="T0" fmla="*/ 76 w 11"/>
                  <a:gd name="T1" fmla="*/ 0 h 22"/>
                  <a:gd name="T2" fmla="*/ 0 w 11"/>
                  <a:gd name="T3" fmla="*/ 153 h 22"/>
                  <a:gd name="T4" fmla="*/ 36 w 11"/>
                  <a:gd name="T5" fmla="*/ 84 h 22"/>
                  <a:gd name="T6" fmla="*/ 61 w 11"/>
                  <a:gd name="T7" fmla="*/ 15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22">
                    <a:moveTo>
                      <a:pt x="11" y="0"/>
                    </a:moveTo>
                    <a:cubicBezTo>
                      <a:pt x="10" y="7"/>
                      <a:pt x="7" y="19"/>
                      <a:pt x="0" y="22"/>
                    </a:cubicBezTo>
                    <a:cubicBezTo>
                      <a:pt x="1" y="19"/>
                      <a:pt x="3" y="16"/>
                      <a:pt x="5" y="12"/>
                    </a:cubicBezTo>
                    <a:cubicBezTo>
                      <a:pt x="6" y="9"/>
                      <a:pt x="8" y="5"/>
                      <a:pt x="9" y="2"/>
                    </a:cubicBezTo>
                  </a:path>
                </a:pathLst>
              </a:custGeom>
              <a:solidFill>
                <a:srgbClr val="C1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1421" name="Freeform 41">
                <a:extLst>
                  <a:ext uri="{FF2B5EF4-FFF2-40B4-BE49-F238E27FC236}">
                    <a16:creationId xmlns:a16="http://schemas.microsoft.com/office/drawing/2014/main" id="{FE842B37-FCD8-475A-9EAC-AC924D0049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2" y="1312"/>
                <a:ext cx="107" cy="133"/>
              </a:xfrm>
              <a:custGeom>
                <a:avLst/>
                <a:gdLst>
                  <a:gd name="T0" fmla="*/ 0 w 56"/>
                  <a:gd name="T1" fmla="*/ 0 h 70"/>
                  <a:gd name="T2" fmla="*/ 390 w 56"/>
                  <a:gd name="T3" fmla="*/ 481 h 70"/>
                  <a:gd name="T4" fmla="*/ 0 w 56"/>
                  <a:gd name="T5" fmla="*/ 0 h 7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6" h="70">
                    <a:moveTo>
                      <a:pt x="0" y="0"/>
                    </a:moveTo>
                    <a:cubicBezTo>
                      <a:pt x="0" y="0"/>
                      <a:pt x="45" y="3"/>
                      <a:pt x="56" y="70"/>
                    </a:cubicBezTo>
                    <a:cubicBezTo>
                      <a:pt x="56" y="70"/>
                      <a:pt x="47" y="27"/>
                      <a:pt x="0" y="0"/>
                    </a:cubicBezTo>
                    <a:close/>
                  </a:path>
                </a:pathLst>
              </a:custGeom>
              <a:solidFill>
                <a:srgbClr val="C1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1422" name="Freeform 42">
                <a:extLst>
                  <a:ext uri="{FF2B5EF4-FFF2-40B4-BE49-F238E27FC236}">
                    <a16:creationId xmlns:a16="http://schemas.microsoft.com/office/drawing/2014/main" id="{8EE512A9-4731-4426-B196-5ECCB8C70B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4" y="1553"/>
                <a:ext cx="71" cy="567"/>
              </a:xfrm>
              <a:custGeom>
                <a:avLst/>
                <a:gdLst>
                  <a:gd name="T0" fmla="*/ 0 w 37"/>
                  <a:gd name="T1" fmla="*/ 0 h 299"/>
                  <a:gd name="T2" fmla="*/ 129 w 37"/>
                  <a:gd name="T3" fmla="*/ 607 h 299"/>
                  <a:gd name="T4" fmla="*/ 213 w 37"/>
                  <a:gd name="T5" fmla="*/ 2039 h 299"/>
                  <a:gd name="T6" fmla="*/ 177 w 37"/>
                  <a:gd name="T7" fmla="*/ 1227 h 299"/>
                  <a:gd name="T8" fmla="*/ 92 w 37"/>
                  <a:gd name="T9" fmla="*/ 654 h 299"/>
                  <a:gd name="T10" fmla="*/ 0 w 37"/>
                  <a:gd name="T11" fmla="*/ 0 h 29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7" h="299">
                    <a:moveTo>
                      <a:pt x="0" y="0"/>
                    </a:moveTo>
                    <a:cubicBezTo>
                      <a:pt x="0" y="0"/>
                      <a:pt x="12" y="67"/>
                      <a:pt x="18" y="89"/>
                    </a:cubicBezTo>
                    <a:cubicBezTo>
                      <a:pt x="23" y="112"/>
                      <a:pt x="37" y="144"/>
                      <a:pt x="30" y="299"/>
                    </a:cubicBezTo>
                    <a:cubicBezTo>
                      <a:pt x="30" y="299"/>
                      <a:pt x="28" y="224"/>
                      <a:pt x="25" y="180"/>
                    </a:cubicBezTo>
                    <a:cubicBezTo>
                      <a:pt x="23" y="146"/>
                      <a:pt x="21" y="119"/>
                      <a:pt x="13" y="96"/>
                    </a:cubicBezTo>
                    <a:cubicBezTo>
                      <a:pt x="4" y="73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C1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1423" name="Freeform 43">
                <a:extLst>
                  <a:ext uri="{FF2B5EF4-FFF2-40B4-BE49-F238E27FC236}">
                    <a16:creationId xmlns:a16="http://schemas.microsoft.com/office/drawing/2014/main" id="{B1D7CEBE-4E72-4D32-8A3F-C01BB56BF4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2" y="1733"/>
                <a:ext cx="58" cy="484"/>
              </a:xfrm>
              <a:custGeom>
                <a:avLst/>
                <a:gdLst>
                  <a:gd name="T0" fmla="*/ 0 w 30"/>
                  <a:gd name="T1" fmla="*/ 0 h 255"/>
                  <a:gd name="T2" fmla="*/ 145 w 30"/>
                  <a:gd name="T3" fmla="*/ 691 h 255"/>
                  <a:gd name="T4" fmla="*/ 217 w 30"/>
                  <a:gd name="T5" fmla="*/ 1744 h 255"/>
                  <a:gd name="T6" fmla="*/ 188 w 30"/>
                  <a:gd name="T7" fmla="*/ 998 h 255"/>
                  <a:gd name="T8" fmla="*/ 116 w 30"/>
                  <a:gd name="T9" fmla="*/ 342 h 255"/>
                  <a:gd name="T10" fmla="*/ 0 w 30"/>
                  <a:gd name="T11" fmla="*/ 0 h 25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0" h="255">
                    <a:moveTo>
                      <a:pt x="0" y="0"/>
                    </a:moveTo>
                    <a:cubicBezTo>
                      <a:pt x="0" y="0"/>
                      <a:pt x="20" y="75"/>
                      <a:pt x="20" y="101"/>
                    </a:cubicBezTo>
                    <a:cubicBezTo>
                      <a:pt x="19" y="127"/>
                      <a:pt x="25" y="234"/>
                      <a:pt x="30" y="255"/>
                    </a:cubicBezTo>
                    <a:cubicBezTo>
                      <a:pt x="30" y="255"/>
                      <a:pt x="25" y="168"/>
                      <a:pt x="26" y="146"/>
                    </a:cubicBezTo>
                    <a:cubicBezTo>
                      <a:pt x="28" y="125"/>
                      <a:pt x="21" y="67"/>
                      <a:pt x="16" y="50"/>
                    </a:cubicBezTo>
                    <a:cubicBezTo>
                      <a:pt x="11" y="33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E4C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1424" name="Freeform 44">
                <a:extLst>
                  <a:ext uri="{FF2B5EF4-FFF2-40B4-BE49-F238E27FC236}">
                    <a16:creationId xmlns:a16="http://schemas.microsoft.com/office/drawing/2014/main" id="{FF29EF75-1C5E-4F89-9E2F-5CE9F09AB9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2" y="1822"/>
                <a:ext cx="57" cy="23"/>
              </a:xfrm>
              <a:custGeom>
                <a:avLst/>
                <a:gdLst>
                  <a:gd name="T0" fmla="*/ 0 w 30"/>
                  <a:gd name="T1" fmla="*/ 84 h 12"/>
                  <a:gd name="T2" fmla="*/ 205 w 30"/>
                  <a:gd name="T3" fmla="*/ 23 h 12"/>
                  <a:gd name="T4" fmla="*/ 0 w 30"/>
                  <a:gd name="T5" fmla="*/ 84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0" h="12">
                    <a:moveTo>
                      <a:pt x="0" y="12"/>
                    </a:moveTo>
                    <a:cubicBezTo>
                      <a:pt x="0" y="12"/>
                      <a:pt x="19" y="1"/>
                      <a:pt x="30" y="3"/>
                    </a:cubicBezTo>
                    <a:cubicBezTo>
                      <a:pt x="30" y="3"/>
                      <a:pt x="8" y="0"/>
                      <a:pt x="0" y="12"/>
                    </a:cubicBezTo>
                    <a:close/>
                  </a:path>
                </a:pathLst>
              </a:custGeom>
              <a:solidFill>
                <a:srgbClr val="C1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1425" name="Freeform 45">
                <a:extLst>
                  <a:ext uri="{FF2B5EF4-FFF2-40B4-BE49-F238E27FC236}">
                    <a16:creationId xmlns:a16="http://schemas.microsoft.com/office/drawing/2014/main" id="{42BF2FBA-32B6-4599-81E1-F1820B8C56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4" y="2909"/>
                <a:ext cx="33" cy="129"/>
              </a:xfrm>
              <a:custGeom>
                <a:avLst/>
                <a:gdLst>
                  <a:gd name="T0" fmla="*/ 124 w 17"/>
                  <a:gd name="T1" fmla="*/ 0 h 68"/>
                  <a:gd name="T2" fmla="*/ 80 w 17"/>
                  <a:gd name="T3" fmla="*/ 176 h 68"/>
                  <a:gd name="T4" fmla="*/ 37 w 17"/>
                  <a:gd name="T5" fmla="*/ 465 h 68"/>
                  <a:gd name="T6" fmla="*/ 31 w 17"/>
                  <a:gd name="T7" fmla="*/ 220 h 68"/>
                  <a:gd name="T8" fmla="*/ 95 w 17"/>
                  <a:gd name="T9" fmla="*/ 28 h 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68">
                    <a:moveTo>
                      <a:pt x="17" y="0"/>
                    </a:moveTo>
                    <a:cubicBezTo>
                      <a:pt x="17" y="11"/>
                      <a:pt x="15" y="17"/>
                      <a:pt x="11" y="26"/>
                    </a:cubicBezTo>
                    <a:cubicBezTo>
                      <a:pt x="5" y="40"/>
                      <a:pt x="7" y="54"/>
                      <a:pt x="5" y="68"/>
                    </a:cubicBezTo>
                    <a:cubicBezTo>
                      <a:pt x="0" y="60"/>
                      <a:pt x="4" y="41"/>
                      <a:pt x="4" y="32"/>
                    </a:cubicBezTo>
                    <a:cubicBezTo>
                      <a:pt x="5" y="21"/>
                      <a:pt x="8" y="13"/>
                      <a:pt x="13" y="4"/>
                    </a:cubicBezTo>
                  </a:path>
                </a:pathLst>
              </a:custGeom>
              <a:solidFill>
                <a:srgbClr val="C1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1426" name="Freeform 46">
                <a:extLst>
                  <a:ext uri="{FF2B5EF4-FFF2-40B4-BE49-F238E27FC236}">
                    <a16:creationId xmlns:a16="http://schemas.microsoft.com/office/drawing/2014/main" id="{6A848527-BC82-4D3E-AE24-464C38E8EA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5" y="2814"/>
                <a:ext cx="21" cy="124"/>
              </a:xfrm>
              <a:custGeom>
                <a:avLst/>
                <a:gdLst>
                  <a:gd name="T0" fmla="*/ 76 w 11"/>
                  <a:gd name="T1" fmla="*/ 0 h 65"/>
                  <a:gd name="T2" fmla="*/ 69 w 11"/>
                  <a:gd name="T3" fmla="*/ 452 h 65"/>
                  <a:gd name="T4" fmla="*/ 55 w 11"/>
                  <a:gd name="T5" fmla="*/ 84 h 6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65">
                    <a:moveTo>
                      <a:pt x="11" y="0"/>
                    </a:moveTo>
                    <a:cubicBezTo>
                      <a:pt x="0" y="18"/>
                      <a:pt x="5" y="46"/>
                      <a:pt x="10" y="65"/>
                    </a:cubicBezTo>
                    <a:cubicBezTo>
                      <a:pt x="9" y="50"/>
                      <a:pt x="3" y="27"/>
                      <a:pt x="8" y="12"/>
                    </a:cubicBezTo>
                  </a:path>
                </a:pathLst>
              </a:custGeom>
              <a:solidFill>
                <a:srgbClr val="C1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1427" name="Freeform 47">
                <a:extLst>
                  <a:ext uri="{FF2B5EF4-FFF2-40B4-BE49-F238E27FC236}">
                    <a16:creationId xmlns:a16="http://schemas.microsoft.com/office/drawing/2014/main" id="{E25EECC0-5964-4D2D-8761-7049DC3E8A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9" y="1562"/>
                <a:ext cx="94" cy="55"/>
              </a:xfrm>
              <a:custGeom>
                <a:avLst/>
                <a:gdLst>
                  <a:gd name="T0" fmla="*/ 0 w 49"/>
                  <a:gd name="T1" fmla="*/ 184 h 29"/>
                  <a:gd name="T2" fmla="*/ 205 w 49"/>
                  <a:gd name="T3" fmla="*/ 152 h 29"/>
                  <a:gd name="T4" fmla="*/ 345 w 49"/>
                  <a:gd name="T5" fmla="*/ 0 h 29"/>
                  <a:gd name="T6" fmla="*/ 63 w 49"/>
                  <a:gd name="T7" fmla="*/ 197 h 2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9" h="29">
                    <a:moveTo>
                      <a:pt x="0" y="27"/>
                    </a:moveTo>
                    <a:cubicBezTo>
                      <a:pt x="11" y="26"/>
                      <a:pt x="21" y="28"/>
                      <a:pt x="29" y="22"/>
                    </a:cubicBezTo>
                    <a:cubicBezTo>
                      <a:pt x="36" y="16"/>
                      <a:pt x="45" y="9"/>
                      <a:pt x="49" y="0"/>
                    </a:cubicBezTo>
                    <a:cubicBezTo>
                      <a:pt x="38" y="9"/>
                      <a:pt x="24" y="27"/>
                      <a:pt x="9" y="29"/>
                    </a:cubicBezTo>
                  </a:path>
                </a:pathLst>
              </a:custGeom>
              <a:solidFill>
                <a:srgbClr val="8E4C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1428" name="Freeform 48">
                <a:extLst>
                  <a:ext uri="{FF2B5EF4-FFF2-40B4-BE49-F238E27FC236}">
                    <a16:creationId xmlns:a16="http://schemas.microsoft.com/office/drawing/2014/main" id="{CFF7F75D-7BEE-4936-B0E8-3D9E0551EE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0" y="1475"/>
                <a:ext cx="39" cy="235"/>
              </a:xfrm>
              <a:custGeom>
                <a:avLst/>
                <a:gdLst>
                  <a:gd name="T0" fmla="*/ 8 w 20"/>
                  <a:gd name="T1" fmla="*/ 8 h 124"/>
                  <a:gd name="T2" fmla="*/ 23 w 20"/>
                  <a:gd name="T3" fmla="*/ 116 h 124"/>
                  <a:gd name="T4" fmla="*/ 31 w 20"/>
                  <a:gd name="T5" fmla="*/ 237 h 124"/>
                  <a:gd name="T6" fmla="*/ 39 w 20"/>
                  <a:gd name="T7" fmla="*/ 434 h 124"/>
                  <a:gd name="T8" fmla="*/ 148 w 20"/>
                  <a:gd name="T9" fmla="*/ 843 h 124"/>
                  <a:gd name="T10" fmla="*/ 88 w 20"/>
                  <a:gd name="T11" fmla="*/ 593 h 124"/>
                  <a:gd name="T12" fmla="*/ 60 w 20"/>
                  <a:gd name="T13" fmla="*/ 334 h 124"/>
                  <a:gd name="T14" fmla="*/ 31 w 20"/>
                  <a:gd name="T15" fmla="*/ 136 h 124"/>
                  <a:gd name="T16" fmla="*/ 0 w 20"/>
                  <a:gd name="T17" fmla="*/ 0 h 12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0" h="124">
                    <a:moveTo>
                      <a:pt x="1" y="1"/>
                    </a:moveTo>
                    <a:cubicBezTo>
                      <a:pt x="0" y="2"/>
                      <a:pt x="3" y="14"/>
                      <a:pt x="3" y="17"/>
                    </a:cubicBezTo>
                    <a:cubicBezTo>
                      <a:pt x="3" y="23"/>
                      <a:pt x="4" y="29"/>
                      <a:pt x="4" y="35"/>
                    </a:cubicBezTo>
                    <a:cubicBezTo>
                      <a:pt x="5" y="45"/>
                      <a:pt x="4" y="54"/>
                      <a:pt x="5" y="64"/>
                    </a:cubicBezTo>
                    <a:cubicBezTo>
                      <a:pt x="7" y="85"/>
                      <a:pt x="14" y="104"/>
                      <a:pt x="20" y="124"/>
                    </a:cubicBezTo>
                    <a:cubicBezTo>
                      <a:pt x="14" y="113"/>
                      <a:pt x="14" y="99"/>
                      <a:pt x="12" y="87"/>
                    </a:cubicBezTo>
                    <a:cubicBezTo>
                      <a:pt x="10" y="74"/>
                      <a:pt x="9" y="61"/>
                      <a:pt x="8" y="49"/>
                    </a:cubicBezTo>
                    <a:cubicBezTo>
                      <a:pt x="7" y="39"/>
                      <a:pt x="7" y="30"/>
                      <a:pt x="4" y="20"/>
                    </a:cubicBezTo>
                    <a:cubicBezTo>
                      <a:pt x="3" y="14"/>
                      <a:pt x="0" y="7"/>
                      <a:pt x="0" y="0"/>
                    </a:cubicBezTo>
                  </a:path>
                </a:pathLst>
              </a:custGeom>
              <a:solidFill>
                <a:srgbClr val="8E4C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1429" name="Freeform 49">
                <a:extLst>
                  <a:ext uri="{FF2B5EF4-FFF2-40B4-BE49-F238E27FC236}">
                    <a16:creationId xmlns:a16="http://schemas.microsoft.com/office/drawing/2014/main" id="{C5BE80D7-480B-487D-9190-F515BD1346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0" y="1627"/>
                <a:ext cx="81" cy="795"/>
              </a:xfrm>
              <a:custGeom>
                <a:avLst/>
                <a:gdLst>
                  <a:gd name="T0" fmla="*/ 172 w 42"/>
                  <a:gd name="T1" fmla="*/ 0 h 419"/>
                  <a:gd name="T2" fmla="*/ 85 w 42"/>
                  <a:gd name="T3" fmla="*/ 822 h 419"/>
                  <a:gd name="T4" fmla="*/ 123 w 42"/>
                  <a:gd name="T5" fmla="*/ 1842 h 419"/>
                  <a:gd name="T6" fmla="*/ 301 w 42"/>
                  <a:gd name="T7" fmla="*/ 2861 h 419"/>
                  <a:gd name="T8" fmla="*/ 152 w 42"/>
                  <a:gd name="T9" fmla="*/ 2154 h 419"/>
                  <a:gd name="T10" fmla="*/ 8 w 42"/>
                  <a:gd name="T11" fmla="*/ 1195 h 419"/>
                  <a:gd name="T12" fmla="*/ 172 w 42"/>
                  <a:gd name="T13" fmla="*/ 0 h 4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2" h="419">
                    <a:moveTo>
                      <a:pt x="24" y="0"/>
                    </a:moveTo>
                    <a:cubicBezTo>
                      <a:pt x="24" y="0"/>
                      <a:pt x="20" y="72"/>
                      <a:pt x="12" y="120"/>
                    </a:cubicBezTo>
                    <a:cubicBezTo>
                      <a:pt x="4" y="167"/>
                      <a:pt x="6" y="232"/>
                      <a:pt x="17" y="270"/>
                    </a:cubicBezTo>
                    <a:cubicBezTo>
                      <a:pt x="28" y="308"/>
                      <a:pt x="41" y="364"/>
                      <a:pt x="42" y="419"/>
                    </a:cubicBezTo>
                    <a:cubicBezTo>
                      <a:pt x="42" y="419"/>
                      <a:pt x="40" y="352"/>
                      <a:pt x="21" y="315"/>
                    </a:cubicBezTo>
                    <a:cubicBezTo>
                      <a:pt x="3" y="278"/>
                      <a:pt x="2" y="193"/>
                      <a:pt x="1" y="175"/>
                    </a:cubicBezTo>
                    <a:cubicBezTo>
                      <a:pt x="0" y="157"/>
                      <a:pt x="25" y="16"/>
                      <a:pt x="24" y="0"/>
                    </a:cubicBezTo>
                    <a:close/>
                  </a:path>
                </a:pathLst>
              </a:custGeom>
              <a:solidFill>
                <a:srgbClr val="C1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1430" name="Freeform 50">
                <a:extLst>
                  <a:ext uri="{FF2B5EF4-FFF2-40B4-BE49-F238E27FC236}">
                    <a16:creationId xmlns:a16="http://schemas.microsoft.com/office/drawing/2014/main" id="{CAB84898-A1C6-48A7-A812-6C76B886DD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5" y="2297"/>
                <a:ext cx="80" cy="151"/>
              </a:xfrm>
              <a:custGeom>
                <a:avLst/>
                <a:gdLst>
                  <a:gd name="T0" fmla="*/ 0 w 42"/>
                  <a:gd name="T1" fmla="*/ 538 h 80"/>
                  <a:gd name="T2" fmla="*/ 137 w 42"/>
                  <a:gd name="T3" fmla="*/ 296 h 80"/>
                  <a:gd name="T4" fmla="*/ 290 w 42"/>
                  <a:gd name="T5" fmla="*/ 0 h 80"/>
                  <a:gd name="T6" fmla="*/ 229 w 42"/>
                  <a:gd name="T7" fmla="*/ 128 h 80"/>
                  <a:gd name="T8" fmla="*/ 152 w 42"/>
                  <a:gd name="T9" fmla="*/ 296 h 80"/>
                  <a:gd name="T10" fmla="*/ 76 w 42"/>
                  <a:gd name="T11" fmla="*/ 417 h 80"/>
                  <a:gd name="T12" fmla="*/ 21 w 42"/>
                  <a:gd name="T13" fmla="*/ 517 h 8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2" h="80">
                    <a:moveTo>
                      <a:pt x="0" y="80"/>
                    </a:moveTo>
                    <a:cubicBezTo>
                      <a:pt x="9" y="71"/>
                      <a:pt x="14" y="55"/>
                      <a:pt x="20" y="44"/>
                    </a:cubicBezTo>
                    <a:cubicBezTo>
                      <a:pt x="27" y="29"/>
                      <a:pt x="32" y="13"/>
                      <a:pt x="42" y="0"/>
                    </a:cubicBezTo>
                    <a:cubicBezTo>
                      <a:pt x="40" y="7"/>
                      <a:pt x="36" y="13"/>
                      <a:pt x="33" y="19"/>
                    </a:cubicBezTo>
                    <a:cubicBezTo>
                      <a:pt x="29" y="27"/>
                      <a:pt x="25" y="36"/>
                      <a:pt x="22" y="44"/>
                    </a:cubicBezTo>
                    <a:cubicBezTo>
                      <a:pt x="19" y="50"/>
                      <a:pt x="15" y="56"/>
                      <a:pt x="11" y="62"/>
                    </a:cubicBezTo>
                    <a:cubicBezTo>
                      <a:pt x="8" y="67"/>
                      <a:pt x="4" y="72"/>
                      <a:pt x="3" y="77"/>
                    </a:cubicBezTo>
                  </a:path>
                </a:pathLst>
              </a:custGeom>
              <a:solidFill>
                <a:srgbClr val="8E4C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1431" name="Freeform 51">
                <a:extLst>
                  <a:ext uri="{FF2B5EF4-FFF2-40B4-BE49-F238E27FC236}">
                    <a16:creationId xmlns:a16="http://schemas.microsoft.com/office/drawing/2014/main" id="{73F2605E-B135-4208-BA26-38887AE218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8" y="2456"/>
                <a:ext cx="127" cy="106"/>
              </a:xfrm>
              <a:custGeom>
                <a:avLst/>
                <a:gdLst>
                  <a:gd name="T0" fmla="*/ 0 w 66"/>
                  <a:gd name="T1" fmla="*/ 0 h 56"/>
                  <a:gd name="T2" fmla="*/ 37 w 66"/>
                  <a:gd name="T3" fmla="*/ 265 h 56"/>
                  <a:gd name="T4" fmla="*/ 277 w 66"/>
                  <a:gd name="T5" fmla="*/ 352 h 56"/>
                  <a:gd name="T6" fmla="*/ 400 w 66"/>
                  <a:gd name="T7" fmla="*/ 0 h 5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6" h="56">
                    <a:moveTo>
                      <a:pt x="0" y="0"/>
                    </a:moveTo>
                    <a:cubicBezTo>
                      <a:pt x="3" y="12"/>
                      <a:pt x="0" y="28"/>
                      <a:pt x="5" y="39"/>
                    </a:cubicBezTo>
                    <a:cubicBezTo>
                      <a:pt x="12" y="51"/>
                      <a:pt x="26" y="56"/>
                      <a:pt x="39" y="52"/>
                    </a:cubicBezTo>
                    <a:cubicBezTo>
                      <a:pt x="66" y="42"/>
                      <a:pt x="45" y="7"/>
                      <a:pt x="56" y="0"/>
                    </a:cubicBezTo>
                  </a:path>
                </a:pathLst>
              </a:custGeom>
              <a:solidFill>
                <a:srgbClr val="A961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1432" name="Freeform 52">
                <a:extLst>
                  <a:ext uri="{FF2B5EF4-FFF2-40B4-BE49-F238E27FC236}">
                    <a16:creationId xmlns:a16="http://schemas.microsoft.com/office/drawing/2014/main" id="{1E36BBF6-54C8-449A-8826-1E722CD451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8" y="2456"/>
                <a:ext cx="107" cy="108"/>
              </a:xfrm>
              <a:custGeom>
                <a:avLst/>
                <a:gdLst>
                  <a:gd name="T0" fmla="*/ 8 w 56"/>
                  <a:gd name="T1" fmla="*/ 8 h 57"/>
                  <a:gd name="T2" fmla="*/ 40 w 56"/>
                  <a:gd name="T3" fmla="*/ 265 h 57"/>
                  <a:gd name="T4" fmla="*/ 273 w 56"/>
                  <a:gd name="T5" fmla="*/ 356 h 57"/>
                  <a:gd name="T6" fmla="*/ 369 w 56"/>
                  <a:gd name="T7" fmla="*/ 129 h 57"/>
                  <a:gd name="T8" fmla="*/ 390 w 56"/>
                  <a:gd name="T9" fmla="*/ 0 h 5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57">
                    <a:moveTo>
                      <a:pt x="1" y="1"/>
                    </a:moveTo>
                    <a:cubicBezTo>
                      <a:pt x="3" y="13"/>
                      <a:pt x="0" y="28"/>
                      <a:pt x="6" y="39"/>
                    </a:cubicBezTo>
                    <a:cubicBezTo>
                      <a:pt x="12" y="51"/>
                      <a:pt x="27" y="57"/>
                      <a:pt x="39" y="52"/>
                    </a:cubicBezTo>
                    <a:cubicBezTo>
                      <a:pt x="52" y="47"/>
                      <a:pt x="53" y="33"/>
                      <a:pt x="53" y="19"/>
                    </a:cubicBezTo>
                    <a:cubicBezTo>
                      <a:pt x="53" y="13"/>
                      <a:pt x="50" y="6"/>
                      <a:pt x="56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1433" name="Freeform 53">
                <a:extLst>
                  <a:ext uri="{FF2B5EF4-FFF2-40B4-BE49-F238E27FC236}">
                    <a16:creationId xmlns:a16="http://schemas.microsoft.com/office/drawing/2014/main" id="{4107CC6A-A961-4263-83B7-5A763FFC96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9" y="2462"/>
                <a:ext cx="40" cy="68"/>
              </a:xfrm>
              <a:custGeom>
                <a:avLst/>
                <a:gdLst>
                  <a:gd name="T0" fmla="*/ 21 w 21"/>
                  <a:gd name="T1" fmla="*/ 0 h 36"/>
                  <a:gd name="T2" fmla="*/ 8 w 21"/>
                  <a:gd name="T3" fmla="*/ 168 h 36"/>
                  <a:gd name="T4" fmla="*/ 69 w 21"/>
                  <a:gd name="T5" fmla="*/ 242 h 36"/>
                  <a:gd name="T6" fmla="*/ 137 w 21"/>
                  <a:gd name="T7" fmla="*/ 176 h 36"/>
                  <a:gd name="T8" fmla="*/ 124 w 21"/>
                  <a:gd name="T9" fmla="*/ 53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36">
                    <a:moveTo>
                      <a:pt x="3" y="0"/>
                    </a:moveTo>
                    <a:cubicBezTo>
                      <a:pt x="4" y="8"/>
                      <a:pt x="2" y="16"/>
                      <a:pt x="1" y="25"/>
                    </a:cubicBezTo>
                    <a:cubicBezTo>
                      <a:pt x="0" y="33"/>
                      <a:pt x="3" y="35"/>
                      <a:pt x="10" y="36"/>
                    </a:cubicBezTo>
                    <a:cubicBezTo>
                      <a:pt x="18" y="36"/>
                      <a:pt x="19" y="34"/>
                      <a:pt x="20" y="26"/>
                    </a:cubicBezTo>
                    <a:cubicBezTo>
                      <a:pt x="21" y="20"/>
                      <a:pt x="20" y="13"/>
                      <a:pt x="18" y="8"/>
                    </a:cubicBezTo>
                  </a:path>
                </a:pathLst>
              </a:custGeom>
              <a:solidFill>
                <a:srgbClr val="A961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1434" name="Freeform 54">
                <a:extLst>
                  <a:ext uri="{FF2B5EF4-FFF2-40B4-BE49-F238E27FC236}">
                    <a16:creationId xmlns:a16="http://schemas.microsoft.com/office/drawing/2014/main" id="{B2E3F62D-EC47-48AC-819E-62F7AB4672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9" y="2462"/>
                <a:ext cx="40" cy="70"/>
              </a:xfrm>
              <a:custGeom>
                <a:avLst/>
                <a:gdLst>
                  <a:gd name="T0" fmla="*/ 21 w 21"/>
                  <a:gd name="T1" fmla="*/ 0 h 37"/>
                  <a:gd name="T2" fmla="*/ 8 w 21"/>
                  <a:gd name="T3" fmla="*/ 168 h 37"/>
                  <a:gd name="T4" fmla="*/ 69 w 21"/>
                  <a:gd name="T5" fmla="*/ 244 h 37"/>
                  <a:gd name="T6" fmla="*/ 137 w 21"/>
                  <a:gd name="T7" fmla="*/ 182 h 37"/>
                  <a:gd name="T8" fmla="*/ 124 w 21"/>
                  <a:gd name="T9" fmla="*/ 53 h 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37">
                    <a:moveTo>
                      <a:pt x="3" y="0"/>
                    </a:moveTo>
                    <a:cubicBezTo>
                      <a:pt x="4" y="9"/>
                      <a:pt x="2" y="17"/>
                      <a:pt x="1" y="25"/>
                    </a:cubicBezTo>
                    <a:cubicBezTo>
                      <a:pt x="0" y="33"/>
                      <a:pt x="3" y="36"/>
                      <a:pt x="10" y="36"/>
                    </a:cubicBezTo>
                    <a:cubicBezTo>
                      <a:pt x="18" y="37"/>
                      <a:pt x="19" y="34"/>
                      <a:pt x="20" y="27"/>
                    </a:cubicBezTo>
                    <a:cubicBezTo>
                      <a:pt x="21" y="21"/>
                      <a:pt x="20" y="13"/>
                      <a:pt x="18" y="8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1435" name="Freeform 55">
                <a:extLst>
                  <a:ext uri="{FF2B5EF4-FFF2-40B4-BE49-F238E27FC236}">
                    <a16:creationId xmlns:a16="http://schemas.microsoft.com/office/drawing/2014/main" id="{3F502116-1539-42AB-A193-10888D033E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0" y="2458"/>
                <a:ext cx="46" cy="93"/>
              </a:xfrm>
              <a:custGeom>
                <a:avLst/>
                <a:gdLst>
                  <a:gd name="T0" fmla="*/ 0 w 24"/>
                  <a:gd name="T1" fmla="*/ 8 h 49"/>
                  <a:gd name="T2" fmla="*/ 8 w 24"/>
                  <a:gd name="T3" fmla="*/ 108 h 49"/>
                  <a:gd name="T4" fmla="*/ 23 w 24"/>
                  <a:gd name="T5" fmla="*/ 213 h 49"/>
                  <a:gd name="T6" fmla="*/ 63 w 24"/>
                  <a:gd name="T7" fmla="*/ 302 h 49"/>
                  <a:gd name="T8" fmla="*/ 169 w 24"/>
                  <a:gd name="T9" fmla="*/ 336 h 49"/>
                  <a:gd name="T10" fmla="*/ 77 w 24"/>
                  <a:gd name="T11" fmla="*/ 266 h 49"/>
                  <a:gd name="T12" fmla="*/ 48 w 24"/>
                  <a:gd name="T13" fmla="*/ 144 h 49"/>
                  <a:gd name="T14" fmla="*/ 23 w 24"/>
                  <a:gd name="T15" fmla="*/ 47 h 49"/>
                  <a:gd name="T16" fmla="*/ 0 w 24"/>
                  <a:gd name="T17" fmla="*/ 0 h 4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4" h="49">
                    <a:moveTo>
                      <a:pt x="0" y="1"/>
                    </a:moveTo>
                    <a:cubicBezTo>
                      <a:pt x="0" y="6"/>
                      <a:pt x="1" y="11"/>
                      <a:pt x="1" y="16"/>
                    </a:cubicBezTo>
                    <a:cubicBezTo>
                      <a:pt x="2" y="21"/>
                      <a:pt x="3" y="26"/>
                      <a:pt x="3" y="31"/>
                    </a:cubicBezTo>
                    <a:cubicBezTo>
                      <a:pt x="4" y="35"/>
                      <a:pt x="6" y="41"/>
                      <a:pt x="9" y="44"/>
                    </a:cubicBezTo>
                    <a:cubicBezTo>
                      <a:pt x="13" y="48"/>
                      <a:pt x="19" y="48"/>
                      <a:pt x="24" y="49"/>
                    </a:cubicBezTo>
                    <a:cubicBezTo>
                      <a:pt x="19" y="48"/>
                      <a:pt x="14" y="43"/>
                      <a:pt x="11" y="39"/>
                    </a:cubicBezTo>
                    <a:cubicBezTo>
                      <a:pt x="8" y="33"/>
                      <a:pt x="7" y="27"/>
                      <a:pt x="7" y="21"/>
                    </a:cubicBezTo>
                    <a:cubicBezTo>
                      <a:pt x="6" y="17"/>
                      <a:pt x="5" y="11"/>
                      <a:pt x="3" y="7"/>
                    </a:cubicBezTo>
                    <a:cubicBezTo>
                      <a:pt x="2" y="5"/>
                      <a:pt x="1" y="3"/>
                      <a:pt x="0" y="0"/>
                    </a:cubicBezTo>
                  </a:path>
                </a:pathLst>
              </a:custGeom>
              <a:solidFill>
                <a:srgbClr val="8E4C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1436" name="Freeform 56">
                <a:extLst>
                  <a:ext uri="{FF2B5EF4-FFF2-40B4-BE49-F238E27FC236}">
                    <a16:creationId xmlns:a16="http://schemas.microsoft.com/office/drawing/2014/main" id="{2BBF22B6-F239-4110-A2C8-E1EED5F267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3" y="2467"/>
                <a:ext cx="11" cy="59"/>
              </a:xfrm>
              <a:custGeom>
                <a:avLst/>
                <a:gdLst>
                  <a:gd name="T0" fmla="*/ 20 w 6"/>
                  <a:gd name="T1" fmla="*/ 0 h 31"/>
                  <a:gd name="T2" fmla="*/ 24 w 6"/>
                  <a:gd name="T3" fmla="*/ 76 h 31"/>
                  <a:gd name="T4" fmla="*/ 20 w 6"/>
                  <a:gd name="T5" fmla="*/ 131 h 31"/>
                  <a:gd name="T6" fmla="*/ 37 w 6"/>
                  <a:gd name="T7" fmla="*/ 213 h 31"/>
                  <a:gd name="T8" fmla="*/ 37 w 6"/>
                  <a:gd name="T9" fmla="*/ 105 h 31"/>
                  <a:gd name="T10" fmla="*/ 20 w 6"/>
                  <a:gd name="T11" fmla="*/ 8 h 3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" h="31">
                    <a:moveTo>
                      <a:pt x="3" y="0"/>
                    </a:moveTo>
                    <a:cubicBezTo>
                      <a:pt x="3" y="3"/>
                      <a:pt x="4" y="7"/>
                      <a:pt x="4" y="11"/>
                    </a:cubicBezTo>
                    <a:cubicBezTo>
                      <a:pt x="4" y="14"/>
                      <a:pt x="4" y="16"/>
                      <a:pt x="3" y="19"/>
                    </a:cubicBezTo>
                    <a:cubicBezTo>
                      <a:pt x="2" y="23"/>
                      <a:pt x="0" y="30"/>
                      <a:pt x="6" y="31"/>
                    </a:cubicBezTo>
                    <a:cubicBezTo>
                      <a:pt x="2" y="28"/>
                      <a:pt x="6" y="20"/>
                      <a:pt x="6" y="15"/>
                    </a:cubicBezTo>
                    <a:cubicBezTo>
                      <a:pt x="6" y="12"/>
                      <a:pt x="6" y="4"/>
                      <a:pt x="3" y="1"/>
                    </a:cubicBezTo>
                  </a:path>
                </a:pathLst>
              </a:custGeom>
              <a:solidFill>
                <a:srgbClr val="8E4C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1437" name="Freeform 57">
                <a:extLst>
                  <a:ext uri="{FF2B5EF4-FFF2-40B4-BE49-F238E27FC236}">
                    <a16:creationId xmlns:a16="http://schemas.microsoft.com/office/drawing/2014/main" id="{A00E7ED5-32C5-44A9-B655-A3B759B9BF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4" y="2473"/>
                <a:ext cx="52" cy="82"/>
              </a:xfrm>
              <a:custGeom>
                <a:avLst/>
                <a:gdLst>
                  <a:gd name="T0" fmla="*/ 164 w 27"/>
                  <a:gd name="T1" fmla="*/ 0 h 43"/>
                  <a:gd name="T2" fmla="*/ 144 w 27"/>
                  <a:gd name="T3" fmla="*/ 244 h 43"/>
                  <a:gd name="T4" fmla="*/ 71 w 27"/>
                  <a:gd name="T5" fmla="*/ 292 h 43"/>
                  <a:gd name="T6" fmla="*/ 0 w 27"/>
                  <a:gd name="T7" fmla="*/ 284 h 43"/>
                  <a:gd name="T8" fmla="*/ 85 w 27"/>
                  <a:gd name="T9" fmla="*/ 252 h 43"/>
                  <a:gd name="T10" fmla="*/ 144 w 27"/>
                  <a:gd name="T11" fmla="*/ 175 h 43"/>
                  <a:gd name="T12" fmla="*/ 148 w 27"/>
                  <a:gd name="T13" fmla="*/ 76 h 43"/>
                  <a:gd name="T14" fmla="*/ 164 w 27"/>
                  <a:gd name="T15" fmla="*/ 8 h 4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7" h="43">
                    <a:moveTo>
                      <a:pt x="23" y="0"/>
                    </a:moveTo>
                    <a:cubicBezTo>
                      <a:pt x="24" y="12"/>
                      <a:pt x="27" y="24"/>
                      <a:pt x="20" y="35"/>
                    </a:cubicBezTo>
                    <a:cubicBezTo>
                      <a:pt x="18" y="38"/>
                      <a:pt x="14" y="41"/>
                      <a:pt x="10" y="42"/>
                    </a:cubicBezTo>
                    <a:cubicBezTo>
                      <a:pt x="7" y="43"/>
                      <a:pt x="2" y="43"/>
                      <a:pt x="0" y="41"/>
                    </a:cubicBezTo>
                    <a:cubicBezTo>
                      <a:pt x="5" y="40"/>
                      <a:pt x="8" y="39"/>
                      <a:pt x="12" y="36"/>
                    </a:cubicBezTo>
                    <a:cubicBezTo>
                      <a:pt x="15" y="33"/>
                      <a:pt x="18" y="29"/>
                      <a:pt x="20" y="25"/>
                    </a:cubicBezTo>
                    <a:cubicBezTo>
                      <a:pt x="21" y="21"/>
                      <a:pt x="21" y="16"/>
                      <a:pt x="21" y="11"/>
                    </a:cubicBezTo>
                    <a:cubicBezTo>
                      <a:pt x="21" y="8"/>
                      <a:pt x="21" y="4"/>
                      <a:pt x="23" y="1"/>
                    </a:cubicBezTo>
                  </a:path>
                </a:pathLst>
              </a:custGeom>
              <a:solidFill>
                <a:srgbClr val="C1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1438" name="Freeform 58">
                <a:extLst>
                  <a:ext uri="{FF2B5EF4-FFF2-40B4-BE49-F238E27FC236}">
                    <a16:creationId xmlns:a16="http://schemas.microsoft.com/office/drawing/2014/main" id="{CAF47D42-78BC-422D-87A3-F05863AA6F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6" y="2610"/>
                <a:ext cx="44" cy="351"/>
              </a:xfrm>
              <a:custGeom>
                <a:avLst/>
                <a:gdLst>
                  <a:gd name="T0" fmla="*/ 0 w 23"/>
                  <a:gd name="T1" fmla="*/ 0 h 185"/>
                  <a:gd name="T2" fmla="*/ 121 w 23"/>
                  <a:gd name="T3" fmla="*/ 698 h 185"/>
                  <a:gd name="T4" fmla="*/ 132 w 23"/>
                  <a:gd name="T5" fmla="*/ 1264 h 185"/>
                  <a:gd name="T6" fmla="*/ 147 w 23"/>
                  <a:gd name="T7" fmla="*/ 899 h 185"/>
                  <a:gd name="T8" fmla="*/ 0 w 23"/>
                  <a:gd name="T9" fmla="*/ 0 h 18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185">
                    <a:moveTo>
                      <a:pt x="0" y="0"/>
                    </a:moveTo>
                    <a:cubicBezTo>
                      <a:pt x="0" y="0"/>
                      <a:pt x="15" y="77"/>
                      <a:pt x="17" y="102"/>
                    </a:cubicBezTo>
                    <a:cubicBezTo>
                      <a:pt x="19" y="127"/>
                      <a:pt x="17" y="165"/>
                      <a:pt x="19" y="185"/>
                    </a:cubicBezTo>
                    <a:cubicBezTo>
                      <a:pt x="19" y="185"/>
                      <a:pt x="20" y="145"/>
                      <a:pt x="21" y="132"/>
                    </a:cubicBezTo>
                    <a:cubicBezTo>
                      <a:pt x="23" y="118"/>
                      <a:pt x="15" y="51"/>
                      <a:pt x="0" y="0"/>
                    </a:cubicBezTo>
                    <a:close/>
                  </a:path>
                </a:pathLst>
              </a:custGeom>
              <a:solidFill>
                <a:srgbClr val="8E4C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1439" name="Freeform 59">
                <a:extLst>
                  <a:ext uri="{FF2B5EF4-FFF2-40B4-BE49-F238E27FC236}">
                    <a16:creationId xmlns:a16="http://schemas.microsoft.com/office/drawing/2014/main" id="{7C646628-D190-4AC7-82DD-499FF2245D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1" y="3937"/>
                <a:ext cx="25" cy="44"/>
              </a:xfrm>
              <a:custGeom>
                <a:avLst/>
                <a:gdLst>
                  <a:gd name="T0" fmla="*/ 0 w 13"/>
                  <a:gd name="T1" fmla="*/ 0 h 23"/>
                  <a:gd name="T2" fmla="*/ 92 w 13"/>
                  <a:gd name="T3" fmla="*/ 161 h 23"/>
                  <a:gd name="T4" fmla="*/ 15 w 13"/>
                  <a:gd name="T5" fmla="*/ 8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23">
                    <a:moveTo>
                      <a:pt x="0" y="0"/>
                    </a:moveTo>
                    <a:cubicBezTo>
                      <a:pt x="6" y="4"/>
                      <a:pt x="11" y="16"/>
                      <a:pt x="13" y="23"/>
                    </a:cubicBezTo>
                    <a:cubicBezTo>
                      <a:pt x="13" y="13"/>
                      <a:pt x="7" y="8"/>
                      <a:pt x="2" y="1"/>
                    </a:cubicBezTo>
                  </a:path>
                </a:pathLst>
              </a:custGeom>
              <a:solidFill>
                <a:srgbClr val="8E4C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1440" name="Freeform 60">
                <a:extLst>
                  <a:ext uri="{FF2B5EF4-FFF2-40B4-BE49-F238E27FC236}">
                    <a16:creationId xmlns:a16="http://schemas.microsoft.com/office/drawing/2014/main" id="{5E6E5DC3-7CF4-41E5-B487-D54BAE3CF2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0" y="3951"/>
                <a:ext cx="14" cy="26"/>
              </a:xfrm>
              <a:custGeom>
                <a:avLst/>
                <a:gdLst>
                  <a:gd name="T0" fmla="*/ 16 w 7"/>
                  <a:gd name="T1" fmla="*/ 0 h 14"/>
                  <a:gd name="T2" fmla="*/ 56 w 7"/>
                  <a:gd name="T3" fmla="*/ 89 h 14"/>
                  <a:gd name="T4" fmla="*/ 24 w 7"/>
                  <a:gd name="T5" fmla="*/ 13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4">
                    <a:moveTo>
                      <a:pt x="2" y="0"/>
                    </a:moveTo>
                    <a:cubicBezTo>
                      <a:pt x="0" y="4"/>
                      <a:pt x="4" y="11"/>
                      <a:pt x="7" y="14"/>
                    </a:cubicBezTo>
                    <a:cubicBezTo>
                      <a:pt x="3" y="11"/>
                      <a:pt x="5" y="5"/>
                      <a:pt x="3" y="2"/>
                    </a:cubicBezTo>
                  </a:path>
                </a:pathLst>
              </a:custGeom>
              <a:solidFill>
                <a:srgbClr val="8E4C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1441" name="Freeform 61">
                <a:extLst>
                  <a:ext uri="{FF2B5EF4-FFF2-40B4-BE49-F238E27FC236}">
                    <a16:creationId xmlns:a16="http://schemas.microsoft.com/office/drawing/2014/main" id="{B20EB611-1C1C-4547-B6AD-FCB5C431E4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5" y="3941"/>
                <a:ext cx="17" cy="25"/>
              </a:xfrm>
              <a:custGeom>
                <a:avLst/>
                <a:gdLst>
                  <a:gd name="T0" fmla="*/ 0 w 9"/>
                  <a:gd name="T1" fmla="*/ 0 h 13"/>
                  <a:gd name="T2" fmla="*/ 53 w 9"/>
                  <a:gd name="T3" fmla="*/ 92 h 13"/>
                  <a:gd name="T4" fmla="*/ 8 w 9"/>
                  <a:gd name="T5" fmla="*/ 8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3">
                    <a:moveTo>
                      <a:pt x="0" y="0"/>
                    </a:moveTo>
                    <a:cubicBezTo>
                      <a:pt x="1" y="4"/>
                      <a:pt x="4" y="12"/>
                      <a:pt x="8" y="13"/>
                    </a:cubicBezTo>
                    <a:cubicBezTo>
                      <a:pt x="9" y="8"/>
                      <a:pt x="4" y="3"/>
                      <a:pt x="1" y="1"/>
                    </a:cubicBezTo>
                  </a:path>
                </a:pathLst>
              </a:custGeom>
              <a:solidFill>
                <a:srgbClr val="8E4C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1442" name="Freeform 62">
                <a:extLst>
                  <a:ext uri="{FF2B5EF4-FFF2-40B4-BE49-F238E27FC236}">
                    <a16:creationId xmlns:a16="http://schemas.microsoft.com/office/drawing/2014/main" id="{05E89CC2-74CF-43E2-8E2E-FF461832ED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3" y="3932"/>
                <a:ext cx="6" cy="17"/>
              </a:xfrm>
              <a:custGeom>
                <a:avLst/>
                <a:gdLst>
                  <a:gd name="T0" fmla="*/ 0 w 3"/>
                  <a:gd name="T1" fmla="*/ 8 h 9"/>
                  <a:gd name="T2" fmla="*/ 16 w 3"/>
                  <a:gd name="T3" fmla="*/ 60 h 9"/>
                  <a:gd name="T4" fmla="*/ 0 w 3"/>
                  <a:gd name="T5" fmla="*/ 0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9">
                    <a:moveTo>
                      <a:pt x="0" y="1"/>
                    </a:moveTo>
                    <a:cubicBezTo>
                      <a:pt x="0" y="3"/>
                      <a:pt x="1" y="7"/>
                      <a:pt x="2" y="9"/>
                    </a:cubicBezTo>
                    <a:cubicBezTo>
                      <a:pt x="3" y="6"/>
                      <a:pt x="1" y="2"/>
                      <a:pt x="0" y="0"/>
                    </a:cubicBezTo>
                  </a:path>
                </a:pathLst>
              </a:custGeom>
              <a:solidFill>
                <a:srgbClr val="8E4C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1443" name="Freeform 63">
                <a:extLst>
                  <a:ext uri="{FF2B5EF4-FFF2-40B4-BE49-F238E27FC236}">
                    <a16:creationId xmlns:a16="http://schemas.microsoft.com/office/drawing/2014/main" id="{9D511082-8CD0-490B-85FE-C43C500A68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4" y="3843"/>
                <a:ext cx="17" cy="49"/>
              </a:xfrm>
              <a:custGeom>
                <a:avLst/>
                <a:gdLst>
                  <a:gd name="T0" fmla="*/ 8 w 9"/>
                  <a:gd name="T1" fmla="*/ 0 h 26"/>
                  <a:gd name="T2" fmla="*/ 28 w 9"/>
                  <a:gd name="T3" fmla="*/ 47 h 26"/>
                  <a:gd name="T4" fmla="*/ 47 w 9"/>
                  <a:gd name="T5" fmla="*/ 92 h 26"/>
                  <a:gd name="T6" fmla="*/ 53 w 9"/>
                  <a:gd name="T7" fmla="*/ 173 h 26"/>
                  <a:gd name="T8" fmla="*/ 21 w 9"/>
                  <a:gd name="T9" fmla="*/ 81 h 26"/>
                  <a:gd name="T10" fmla="*/ 0 w 9"/>
                  <a:gd name="T11" fmla="*/ 8 h 2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" h="26">
                    <a:moveTo>
                      <a:pt x="1" y="0"/>
                    </a:moveTo>
                    <a:cubicBezTo>
                      <a:pt x="1" y="3"/>
                      <a:pt x="3" y="5"/>
                      <a:pt x="4" y="7"/>
                    </a:cubicBezTo>
                    <a:cubicBezTo>
                      <a:pt x="5" y="9"/>
                      <a:pt x="6" y="12"/>
                      <a:pt x="7" y="14"/>
                    </a:cubicBezTo>
                    <a:cubicBezTo>
                      <a:pt x="8" y="18"/>
                      <a:pt x="9" y="22"/>
                      <a:pt x="8" y="26"/>
                    </a:cubicBezTo>
                    <a:cubicBezTo>
                      <a:pt x="8" y="21"/>
                      <a:pt x="5" y="17"/>
                      <a:pt x="3" y="12"/>
                    </a:cubicBezTo>
                    <a:cubicBezTo>
                      <a:pt x="2" y="9"/>
                      <a:pt x="1" y="5"/>
                      <a:pt x="0" y="1"/>
                    </a:cubicBezTo>
                  </a:path>
                </a:pathLst>
              </a:custGeom>
              <a:solidFill>
                <a:srgbClr val="C1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1444" name="Freeform 64">
                <a:extLst>
                  <a:ext uri="{FF2B5EF4-FFF2-40B4-BE49-F238E27FC236}">
                    <a16:creationId xmlns:a16="http://schemas.microsoft.com/office/drawing/2014/main" id="{E48C7792-423B-41AD-BFCC-EA6EE417B9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3" y="3920"/>
                <a:ext cx="34" cy="54"/>
              </a:xfrm>
              <a:custGeom>
                <a:avLst/>
                <a:gdLst>
                  <a:gd name="T0" fmla="*/ 0 w 18"/>
                  <a:gd name="T1" fmla="*/ 0 h 28"/>
                  <a:gd name="T2" fmla="*/ 60 w 18"/>
                  <a:gd name="T3" fmla="*/ 145 h 28"/>
                  <a:gd name="T4" fmla="*/ 121 w 18"/>
                  <a:gd name="T5" fmla="*/ 201 h 28"/>
                  <a:gd name="T6" fmla="*/ 60 w 18"/>
                  <a:gd name="T7" fmla="*/ 123 h 28"/>
                  <a:gd name="T8" fmla="*/ 28 w 18"/>
                  <a:gd name="T9" fmla="*/ 56 h 28"/>
                  <a:gd name="T10" fmla="*/ 0 w 18"/>
                  <a:gd name="T11" fmla="*/ 8 h 2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8" h="28">
                    <a:moveTo>
                      <a:pt x="0" y="0"/>
                    </a:moveTo>
                    <a:cubicBezTo>
                      <a:pt x="0" y="8"/>
                      <a:pt x="3" y="14"/>
                      <a:pt x="9" y="20"/>
                    </a:cubicBezTo>
                    <a:cubicBezTo>
                      <a:pt x="11" y="23"/>
                      <a:pt x="15" y="26"/>
                      <a:pt x="18" y="28"/>
                    </a:cubicBezTo>
                    <a:cubicBezTo>
                      <a:pt x="15" y="24"/>
                      <a:pt x="12" y="21"/>
                      <a:pt x="9" y="17"/>
                    </a:cubicBezTo>
                    <a:cubicBezTo>
                      <a:pt x="7" y="14"/>
                      <a:pt x="5" y="11"/>
                      <a:pt x="4" y="8"/>
                    </a:cubicBezTo>
                    <a:cubicBezTo>
                      <a:pt x="3" y="7"/>
                      <a:pt x="1" y="2"/>
                      <a:pt x="0" y="1"/>
                    </a:cubicBezTo>
                  </a:path>
                </a:pathLst>
              </a:custGeom>
              <a:solidFill>
                <a:srgbClr val="C1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1445" name="Freeform 65">
                <a:extLst>
                  <a:ext uri="{FF2B5EF4-FFF2-40B4-BE49-F238E27FC236}">
                    <a16:creationId xmlns:a16="http://schemas.microsoft.com/office/drawing/2014/main" id="{D92DDD61-F156-4C3C-A633-662064C353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6" y="4008"/>
                <a:ext cx="54" cy="24"/>
              </a:xfrm>
              <a:custGeom>
                <a:avLst/>
                <a:gdLst>
                  <a:gd name="T0" fmla="*/ 0 w 28"/>
                  <a:gd name="T1" fmla="*/ 61 h 13"/>
                  <a:gd name="T2" fmla="*/ 79 w 28"/>
                  <a:gd name="T3" fmla="*/ 81 h 13"/>
                  <a:gd name="T4" fmla="*/ 137 w 28"/>
                  <a:gd name="T5" fmla="*/ 61 h 13"/>
                  <a:gd name="T6" fmla="*/ 193 w 28"/>
                  <a:gd name="T7" fmla="*/ 0 h 13"/>
                  <a:gd name="T8" fmla="*/ 164 w 28"/>
                  <a:gd name="T9" fmla="*/ 20 h 13"/>
                  <a:gd name="T10" fmla="*/ 100 w 28"/>
                  <a:gd name="T11" fmla="*/ 52 h 13"/>
                  <a:gd name="T12" fmla="*/ 37 w 28"/>
                  <a:gd name="T13" fmla="*/ 61 h 13"/>
                  <a:gd name="T14" fmla="*/ 0 w 28"/>
                  <a:gd name="T15" fmla="*/ 61 h 1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8" h="13">
                    <a:moveTo>
                      <a:pt x="0" y="10"/>
                    </a:moveTo>
                    <a:cubicBezTo>
                      <a:pt x="3" y="11"/>
                      <a:pt x="7" y="13"/>
                      <a:pt x="11" y="13"/>
                    </a:cubicBezTo>
                    <a:cubicBezTo>
                      <a:pt x="14" y="13"/>
                      <a:pt x="17" y="11"/>
                      <a:pt x="19" y="10"/>
                    </a:cubicBezTo>
                    <a:cubicBezTo>
                      <a:pt x="23" y="9"/>
                      <a:pt x="28" y="5"/>
                      <a:pt x="27" y="0"/>
                    </a:cubicBezTo>
                    <a:cubicBezTo>
                      <a:pt x="27" y="2"/>
                      <a:pt x="25" y="2"/>
                      <a:pt x="23" y="3"/>
                    </a:cubicBezTo>
                    <a:cubicBezTo>
                      <a:pt x="20" y="5"/>
                      <a:pt x="18" y="7"/>
                      <a:pt x="14" y="8"/>
                    </a:cubicBezTo>
                    <a:cubicBezTo>
                      <a:pt x="11" y="9"/>
                      <a:pt x="8" y="10"/>
                      <a:pt x="5" y="10"/>
                    </a:cubicBezTo>
                    <a:cubicBezTo>
                      <a:pt x="4" y="10"/>
                      <a:pt x="1" y="11"/>
                      <a:pt x="0" y="10"/>
                    </a:cubicBezTo>
                  </a:path>
                </a:pathLst>
              </a:custGeom>
              <a:solidFill>
                <a:srgbClr val="C1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1446" name="Freeform 66">
                <a:extLst>
                  <a:ext uri="{FF2B5EF4-FFF2-40B4-BE49-F238E27FC236}">
                    <a16:creationId xmlns:a16="http://schemas.microsoft.com/office/drawing/2014/main" id="{F1AA536E-0ADA-428B-B99F-27A761609A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9" y="4004"/>
                <a:ext cx="23" cy="13"/>
              </a:xfrm>
              <a:custGeom>
                <a:avLst/>
                <a:gdLst>
                  <a:gd name="T0" fmla="*/ 0 w 12"/>
                  <a:gd name="T1" fmla="*/ 7 h 7"/>
                  <a:gd name="T2" fmla="*/ 84 w 12"/>
                  <a:gd name="T3" fmla="*/ 0 h 7"/>
                  <a:gd name="T4" fmla="*/ 8 w 12"/>
                  <a:gd name="T5" fmla="*/ 13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7">
                    <a:moveTo>
                      <a:pt x="0" y="1"/>
                    </a:moveTo>
                    <a:cubicBezTo>
                      <a:pt x="2" y="7"/>
                      <a:pt x="10" y="5"/>
                      <a:pt x="12" y="0"/>
                    </a:cubicBezTo>
                    <a:cubicBezTo>
                      <a:pt x="10" y="3"/>
                      <a:pt x="3" y="5"/>
                      <a:pt x="1" y="2"/>
                    </a:cubicBezTo>
                  </a:path>
                </a:pathLst>
              </a:custGeom>
              <a:solidFill>
                <a:srgbClr val="C1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1447" name="Freeform 67">
                <a:extLst>
                  <a:ext uri="{FF2B5EF4-FFF2-40B4-BE49-F238E27FC236}">
                    <a16:creationId xmlns:a16="http://schemas.microsoft.com/office/drawing/2014/main" id="{3A32AC79-7896-430E-8EFC-6E6A81E584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4" y="3989"/>
                <a:ext cx="17" cy="17"/>
              </a:xfrm>
              <a:custGeom>
                <a:avLst/>
                <a:gdLst>
                  <a:gd name="T0" fmla="*/ 0 w 9"/>
                  <a:gd name="T1" fmla="*/ 21 h 9"/>
                  <a:gd name="T2" fmla="*/ 60 w 9"/>
                  <a:gd name="T3" fmla="*/ 0 h 9"/>
                  <a:gd name="T4" fmla="*/ 15 w 9"/>
                  <a:gd name="T5" fmla="*/ 15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9">
                    <a:moveTo>
                      <a:pt x="0" y="3"/>
                    </a:moveTo>
                    <a:cubicBezTo>
                      <a:pt x="1" y="9"/>
                      <a:pt x="9" y="4"/>
                      <a:pt x="9" y="0"/>
                    </a:cubicBezTo>
                    <a:cubicBezTo>
                      <a:pt x="8" y="2"/>
                      <a:pt x="4" y="5"/>
                      <a:pt x="2" y="2"/>
                    </a:cubicBezTo>
                  </a:path>
                </a:pathLst>
              </a:custGeom>
              <a:solidFill>
                <a:srgbClr val="C1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1448" name="Freeform 68">
                <a:extLst>
                  <a:ext uri="{FF2B5EF4-FFF2-40B4-BE49-F238E27FC236}">
                    <a16:creationId xmlns:a16="http://schemas.microsoft.com/office/drawing/2014/main" id="{BE5DE002-FC08-499D-B939-001E874D80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1" y="3975"/>
                <a:ext cx="11" cy="16"/>
              </a:xfrm>
              <a:custGeom>
                <a:avLst/>
                <a:gdLst>
                  <a:gd name="T0" fmla="*/ 0 w 6"/>
                  <a:gd name="T1" fmla="*/ 32 h 8"/>
                  <a:gd name="T2" fmla="*/ 31 w 6"/>
                  <a:gd name="T3" fmla="*/ 0 h 8"/>
                  <a:gd name="T4" fmla="*/ 13 w 6"/>
                  <a:gd name="T5" fmla="*/ 24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8">
                    <a:moveTo>
                      <a:pt x="0" y="4"/>
                    </a:moveTo>
                    <a:cubicBezTo>
                      <a:pt x="2" y="8"/>
                      <a:pt x="6" y="3"/>
                      <a:pt x="5" y="0"/>
                    </a:cubicBezTo>
                    <a:cubicBezTo>
                      <a:pt x="4" y="1"/>
                      <a:pt x="3" y="2"/>
                      <a:pt x="2" y="3"/>
                    </a:cubicBezTo>
                  </a:path>
                </a:pathLst>
              </a:custGeom>
              <a:solidFill>
                <a:srgbClr val="C1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1449" name="Freeform 69">
                <a:extLst>
                  <a:ext uri="{FF2B5EF4-FFF2-40B4-BE49-F238E27FC236}">
                    <a16:creationId xmlns:a16="http://schemas.microsoft.com/office/drawing/2014/main" id="{B9A30406-D6FB-4A22-83B7-0BA0CF00FC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0" y="3955"/>
                <a:ext cx="14" cy="30"/>
              </a:xfrm>
              <a:custGeom>
                <a:avLst/>
                <a:gdLst>
                  <a:gd name="T0" fmla="*/ 0 w 7"/>
                  <a:gd name="T1" fmla="*/ 0 h 16"/>
                  <a:gd name="T2" fmla="*/ 8 w 7"/>
                  <a:gd name="T3" fmla="*/ 60 h 16"/>
                  <a:gd name="T4" fmla="*/ 56 w 7"/>
                  <a:gd name="T5" fmla="*/ 105 h 16"/>
                  <a:gd name="T6" fmla="*/ 24 w 7"/>
                  <a:gd name="T7" fmla="*/ 45 h 16"/>
                  <a:gd name="T8" fmla="*/ 8 w 7"/>
                  <a:gd name="T9" fmla="*/ 0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16">
                    <a:moveTo>
                      <a:pt x="0" y="0"/>
                    </a:moveTo>
                    <a:cubicBezTo>
                      <a:pt x="1" y="3"/>
                      <a:pt x="0" y="6"/>
                      <a:pt x="1" y="9"/>
                    </a:cubicBezTo>
                    <a:cubicBezTo>
                      <a:pt x="2" y="12"/>
                      <a:pt x="4" y="15"/>
                      <a:pt x="7" y="16"/>
                    </a:cubicBezTo>
                    <a:cubicBezTo>
                      <a:pt x="5" y="13"/>
                      <a:pt x="4" y="10"/>
                      <a:pt x="3" y="7"/>
                    </a:cubicBezTo>
                    <a:cubicBezTo>
                      <a:pt x="3" y="5"/>
                      <a:pt x="1" y="3"/>
                      <a:pt x="1" y="0"/>
                    </a:cubicBezTo>
                  </a:path>
                </a:pathLst>
              </a:custGeom>
              <a:solidFill>
                <a:srgbClr val="C1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1450" name="Freeform 70">
                <a:extLst>
                  <a:ext uri="{FF2B5EF4-FFF2-40B4-BE49-F238E27FC236}">
                    <a16:creationId xmlns:a16="http://schemas.microsoft.com/office/drawing/2014/main" id="{D85EEDA4-3E48-45E3-8FCF-8CCF7CA2F7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1" y="3949"/>
                <a:ext cx="15" cy="25"/>
              </a:xfrm>
              <a:custGeom>
                <a:avLst/>
                <a:gdLst>
                  <a:gd name="T0" fmla="*/ 0 w 8"/>
                  <a:gd name="T1" fmla="*/ 0 h 13"/>
                  <a:gd name="T2" fmla="*/ 15 w 8"/>
                  <a:gd name="T3" fmla="*/ 56 h 13"/>
                  <a:gd name="T4" fmla="*/ 53 w 8"/>
                  <a:gd name="T5" fmla="*/ 92 h 13"/>
                  <a:gd name="T6" fmla="*/ 8 w 8"/>
                  <a:gd name="T7" fmla="*/ 8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13">
                    <a:moveTo>
                      <a:pt x="0" y="0"/>
                    </a:moveTo>
                    <a:cubicBezTo>
                      <a:pt x="1" y="3"/>
                      <a:pt x="0" y="6"/>
                      <a:pt x="2" y="8"/>
                    </a:cubicBezTo>
                    <a:cubicBezTo>
                      <a:pt x="4" y="10"/>
                      <a:pt x="6" y="11"/>
                      <a:pt x="8" y="13"/>
                    </a:cubicBezTo>
                    <a:cubicBezTo>
                      <a:pt x="7" y="8"/>
                      <a:pt x="5" y="2"/>
                      <a:pt x="1" y="1"/>
                    </a:cubicBezTo>
                  </a:path>
                </a:pathLst>
              </a:custGeom>
              <a:solidFill>
                <a:srgbClr val="C1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1451" name="Freeform 71">
                <a:extLst>
                  <a:ext uri="{FF2B5EF4-FFF2-40B4-BE49-F238E27FC236}">
                    <a16:creationId xmlns:a16="http://schemas.microsoft.com/office/drawing/2014/main" id="{AB16C124-67FD-4025-AB62-34E5B96616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0" y="3937"/>
                <a:ext cx="15" cy="21"/>
              </a:xfrm>
              <a:custGeom>
                <a:avLst/>
                <a:gdLst>
                  <a:gd name="T0" fmla="*/ 0 w 8"/>
                  <a:gd name="T1" fmla="*/ 0 h 11"/>
                  <a:gd name="T2" fmla="*/ 53 w 8"/>
                  <a:gd name="T3" fmla="*/ 76 h 11"/>
                  <a:gd name="T4" fmla="*/ 8 w 8"/>
                  <a:gd name="T5" fmla="*/ 0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1">
                    <a:moveTo>
                      <a:pt x="0" y="0"/>
                    </a:moveTo>
                    <a:cubicBezTo>
                      <a:pt x="1" y="5"/>
                      <a:pt x="4" y="8"/>
                      <a:pt x="8" y="11"/>
                    </a:cubicBezTo>
                    <a:cubicBezTo>
                      <a:pt x="7" y="7"/>
                      <a:pt x="5" y="1"/>
                      <a:pt x="1" y="0"/>
                    </a:cubicBezTo>
                  </a:path>
                </a:pathLst>
              </a:custGeom>
              <a:solidFill>
                <a:srgbClr val="C1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1452" name="Freeform 72">
                <a:extLst>
                  <a:ext uri="{FF2B5EF4-FFF2-40B4-BE49-F238E27FC236}">
                    <a16:creationId xmlns:a16="http://schemas.microsoft.com/office/drawing/2014/main" id="{EFF194EF-FBED-48FB-9080-0C9143F3D1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5" y="3839"/>
                <a:ext cx="35" cy="102"/>
              </a:xfrm>
              <a:custGeom>
                <a:avLst/>
                <a:gdLst>
                  <a:gd name="T0" fmla="*/ 0 w 18"/>
                  <a:gd name="T1" fmla="*/ 0 h 54"/>
                  <a:gd name="T2" fmla="*/ 60 w 18"/>
                  <a:gd name="T3" fmla="*/ 210 h 54"/>
                  <a:gd name="T4" fmla="*/ 72 w 18"/>
                  <a:gd name="T5" fmla="*/ 281 h 54"/>
                  <a:gd name="T6" fmla="*/ 132 w 18"/>
                  <a:gd name="T7" fmla="*/ 365 h 54"/>
                  <a:gd name="T8" fmla="*/ 68 w 18"/>
                  <a:gd name="T9" fmla="*/ 144 h 54"/>
                  <a:gd name="T10" fmla="*/ 0 w 18"/>
                  <a:gd name="T11" fmla="*/ 8 h 5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8" h="54">
                    <a:moveTo>
                      <a:pt x="0" y="0"/>
                    </a:moveTo>
                    <a:cubicBezTo>
                      <a:pt x="8" y="9"/>
                      <a:pt x="7" y="20"/>
                      <a:pt x="8" y="31"/>
                    </a:cubicBezTo>
                    <a:cubicBezTo>
                      <a:pt x="8" y="35"/>
                      <a:pt x="9" y="39"/>
                      <a:pt x="10" y="42"/>
                    </a:cubicBezTo>
                    <a:cubicBezTo>
                      <a:pt x="12" y="46"/>
                      <a:pt x="16" y="50"/>
                      <a:pt x="18" y="54"/>
                    </a:cubicBezTo>
                    <a:cubicBezTo>
                      <a:pt x="10" y="47"/>
                      <a:pt x="11" y="30"/>
                      <a:pt x="9" y="21"/>
                    </a:cubicBezTo>
                    <a:cubicBezTo>
                      <a:pt x="7" y="13"/>
                      <a:pt x="4" y="7"/>
                      <a:pt x="0" y="1"/>
                    </a:cubicBezTo>
                  </a:path>
                </a:pathLst>
              </a:custGeom>
              <a:solidFill>
                <a:srgbClr val="8E4C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1453" name="Freeform 73">
                <a:extLst>
                  <a:ext uri="{FF2B5EF4-FFF2-40B4-BE49-F238E27FC236}">
                    <a16:creationId xmlns:a16="http://schemas.microsoft.com/office/drawing/2014/main" id="{A25135B7-59A6-4A94-B56B-8F539B8277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9" y="3763"/>
                <a:ext cx="32" cy="64"/>
              </a:xfrm>
              <a:custGeom>
                <a:avLst/>
                <a:gdLst>
                  <a:gd name="T0" fmla="*/ 21 w 17"/>
                  <a:gd name="T1" fmla="*/ 0 h 34"/>
                  <a:gd name="T2" fmla="*/ 113 w 17"/>
                  <a:gd name="T3" fmla="*/ 226 h 34"/>
                  <a:gd name="T4" fmla="*/ 53 w 17"/>
                  <a:gd name="T5" fmla="*/ 120 h 34"/>
                  <a:gd name="T6" fmla="*/ 28 w 17"/>
                  <a:gd name="T7" fmla="*/ 28 h 3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34">
                    <a:moveTo>
                      <a:pt x="3" y="0"/>
                    </a:moveTo>
                    <a:cubicBezTo>
                      <a:pt x="0" y="13"/>
                      <a:pt x="6" y="26"/>
                      <a:pt x="17" y="34"/>
                    </a:cubicBezTo>
                    <a:cubicBezTo>
                      <a:pt x="12" y="30"/>
                      <a:pt x="10" y="24"/>
                      <a:pt x="8" y="18"/>
                    </a:cubicBezTo>
                    <a:cubicBezTo>
                      <a:pt x="7" y="13"/>
                      <a:pt x="5" y="9"/>
                      <a:pt x="4" y="4"/>
                    </a:cubicBezTo>
                  </a:path>
                </a:pathLst>
              </a:custGeom>
              <a:solidFill>
                <a:srgbClr val="8E4C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1454" name="Freeform 74">
                <a:extLst>
                  <a:ext uri="{FF2B5EF4-FFF2-40B4-BE49-F238E27FC236}">
                    <a16:creationId xmlns:a16="http://schemas.microsoft.com/office/drawing/2014/main" id="{0B9A64CB-1667-446A-B096-D3E6F0E095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1" y="3939"/>
                <a:ext cx="35" cy="84"/>
              </a:xfrm>
              <a:custGeom>
                <a:avLst/>
                <a:gdLst>
                  <a:gd name="T0" fmla="*/ 0 w 18"/>
                  <a:gd name="T1" fmla="*/ 0 h 44"/>
                  <a:gd name="T2" fmla="*/ 68 w 18"/>
                  <a:gd name="T3" fmla="*/ 168 h 44"/>
                  <a:gd name="T4" fmla="*/ 132 w 18"/>
                  <a:gd name="T5" fmla="*/ 305 h 44"/>
                  <a:gd name="T6" fmla="*/ 103 w 18"/>
                  <a:gd name="T7" fmla="*/ 176 h 44"/>
                  <a:gd name="T8" fmla="*/ 23 w 18"/>
                  <a:gd name="T9" fmla="*/ 8 h 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44">
                    <a:moveTo>
                      <a:pt x="0" y="0"/>
                    </a:moveTo>
                    <a:cubicBezTo>
                      <a:pt x="6" y="6"/>
                      <a:pt x="8" y="15"/>
                      <a:pt x="9" y="24"/>
                    </a:cubicBezTo>
                    <a:cubicBezTo>
                      <a:pt x="10" y="31"/>
                      <a:pt x="8" y="42"/>
                      <a:pt x="18" y="44"/>
                    </a:cubicBezTo>
                    <a:cubicBezTo>
                      <a:pt x="11" y="40"/>
                      <a:pt x="14" y="32"/>
                      <a:pt x="14" y="25"/>
                    </a:cubicBezTo>
                    <a:cubicBezTo>
                      <a:pt x="12" y="16"/>
                      <a:pt x="8" y="8"/>
                      <a:pt x="3" y="1"/>
                    </a:cubicBezTo>
                  </a:path>
                </a:pathLst>
              </a:custGeom>
              <a:solidFill>
                <a:srgbClr val="8E4C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1455" name="Freeform 75">
                <a:extLst>
                  <a:ext uri="{FF2B5EF4-FFF2-40B4-BE49-F238E27FC236}">
                    <a16:creationId xmlns:a16="http://schemas.microsoft.com/office/drawing/2014/main" id="{4DFCAB0D-8EF2-453B-BCFD-06B9724F04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6" y="3831"/>
                <a:ext cx="19" cy="51"/>
              </a:xfrm>
              <a:custGeom>
                <a:avLst/>
                <a:gdLst>
                  <a:gd name="T0" fmla="*/ 15 w 10"/>
                  <a:gd name="T1" fmla="*/ 0 h 27"/>
                  <a:gd name="T2" fmla="*/ 21 w 10"/>
                  <a:gd name="T3" fmla="*/ 108 h 27"/>
                  <a:gd name="T4" fmla="*/ 68 w 10"/>
                  <a:gd name="T5" fmla="*/ 181 h 27"/>
                  <a:gd name="T6" fmla="*/ 29 w 10"/>
                  <a:gd name="T7" fmla="*/ 93 h 27"/>
                  <a:gd name="T8" fmla="*/ 21 w 10"/>
                  <a:gd name="T9" fmla="*/ 21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27">
                    <a:moveTo>
                      <a:pt x="2" y="0"/>
                    </a:moveTo>
                    <a:cubicBezTo>
                      <a:pt x="0" y="5"/>
                      <a:pt x="1" y="11"/>
                      <a:pt x="3" y="16"/>
                    </a:cubicBezTo>
                    <a:cubicBezTo>
                      <a:pt x="4" y="20"/>
                      <a:pt x="6" y="23"/>
                      <a:pt x="10" y="27"/>
                    </a:cubicBezTo>
                    <a:cubicBezTo>
                      <a:pt x="6" y="24"/>
                      <a:pt x="5" y="17"/>
                      <a:pt x="4" y="14"/>
                    </a:cubicBezTo>
                    <a:cubicBezTo>
                      <a:pt x="3" y="10"/>
                      <a:pt x="2" y="6"/>
                      <a:pt x="3" y="3"/>
                    </a:cubicBezTo>
                  </a:path>
                </a:pathLst>
              </a:custGeom>
              <a:solidFill>
                <a:srgbClr val="8E4C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1456" name="Freeform 76">
                <a:extLst>
                  <a:ext uri="{FF2B5EF4-FFF2-40B4-BE49-F238E27FC236}">
                    <a16:creationId xmlns:a16="http://schemas.microsoft.com/office/drawing/2014/main" id="{FDB1E1F1-E41A-44FA-9501-48927D094C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7" y="3190"/>
                <a:ext cx="27" cy="376"/>
              </a:xfrm>
              <a:custGeom>
                <a:avLst/>
                <a:gdLst>
                  <a:gd name="T0" fmla="*/ 100 w 14"/>
                  <a:gd name="T1" fmla="*/ 0 h 198"/>
                  <a:gd name="T2" fmla="*/ 0 w 14"/>
                  <a:gd name="T3" fmla="*/ 1356 h 198"/>
                  <a:gd name="T4" fmla="*/ 100 w 14"/>
                  <a:gd name="T5" fmla="*/ 0 h 19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98">
                    <a:moveTo>
                      <a:pt x="14" y="0"/>
                    </a:moveTo>
                    <a:cubicBezTo>
                      <a:pt x="14" y="0"/>
                      <a:pt x="12" y="154"/>
                      <a:pt x="0" y="198"/>
                    </a:cubicBezTo>
                    <a:cubicBezTo>
                      <a:pt x="0" y="198"/>
                      <a:pt x="14" y="27"/>
                      <a:pt x="14" y="0"/>
                    </a:cubicBezTo>
                    <a:close/>
                  </a:path>
                </a:pathLst>
              </a:custGeom>
              <a:solidFill>
                <a:srgbClr val="C1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1457" name="Freeform 77">
                <a:extLst>
                  <a:ext uri="{FF2B5EF4-FFF2-40B4-BE49-F238E27FC236}">
                    <a16:creationId xmlns:a16="http://schemas.microsoft.com/office/drawing/2014/main" id="{4FF30F8E-4FD1-4A02-A82A-393BD17F29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8" y="3234"/>
                <a:ext cx="42" cy="421"/>
              </a:xfrm>
              <a:custGeom>
                <a:avLst/>
                <a:gdLst>
                  <a:gd name="T0" fmla="*/ 69 w 22"/>
                  <a:gd name="T1" fmla="*/ 0 h 222"/>
                  <a:gd name="T2" fmla="*/ 55 w 22"/>
                  <a:gd name="T3" fmla="*/ 607 h 222"/>
                  <a:gd name="T4" fmla="*/ 145 w 22"/>
                  <a:gd name="T5" fmla="*/ 1513 h 222"/>
                  <a:gd name="T6" fmla="*/ 113 w 22"/>
                  <a:gd name="T7" fmla="*/ 762 h 222"/>
                  <a:gd name="T8" fmla="*/ 69 w 22"/>
                  <a:gd name="T9" fmla="*/ 0 h 2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222">
                    <a:moveTo>
                      <a:pt x="10" y="0"/>
                    </a:moveTo>
                    <a:cubicBezTo>
                      <a:pt x="10" y="0"/>
                      <a:pt x="0" y="45"/>
                      <a:pt x="8" y="89"/>
                    </a:cubicBezTo>
                    <a:cubicBezTo>
                      <a:pt x="16" y="133"/>
                      <a:pt x="21" y="213"/>
                      <a:pt x="21" y="222"/>
                    </a:cubicBezTo>
                    <a:cubicBezTo>
                      <a:pt x="21" y="222"/>
                      <a:pt x="22" y="143"/>
                      <a:pt x="16" y="112"/>
                    </a:cubicBezTo>
                    <a:cubicBezTo>
                      <a:pt x="9" y="81"/>
                      <a:pt x="7" y="36"/>
                      <a:pt x="10" y="0"/>
                    </a:cubicBezTo>
                    <a:close/>
                  </a:path>
                </a:pathLst>
              </a:custGeom>
              <a:solidFill>
                <a:srgbClr val="8E4C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1458" name="Freeform 78">
                <a:extLst>
                  <a:ext uri="{FF2B5EF4-FFF2-40B4-BE49-F238E27FC236}">
                    <a16:creationId xmlns:a16="http://schemas.microsoft.com/office/drawing/2014/main" id="{0926C0FE-1927-4401-94E9-BDB3A7035A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6" y="1572"/>
                <a:ext cx="6" cy="7"/>
              </a:xfrm>
              <a:custGeom>
                <a:avLst/>
                <a:gdLst>
                  <a:gd name="T0" fmla="*/ 24 w 3"/>
                  <a:gd name="T1" fmla="*/ 7 h 4"/>
                  <a:gd name="T2" fmla="*/ 24 w 3"/>
                  <a:gd name="T3" fmla="*/ 21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2" y="0"/>
                      <a:pt x="0" y="4"/>
                      <a:pt x="3" y="4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1459" name="Freeform 79">
                <a:extLst>
                  <a:ext uri="{FF2B5EF4-FFF2-40B4-BE49-F238E27FC236}">
                    <a16:creationId xmlns:a16="http://schemas.microsoft.com/office/drawing/2014/main" id="{339397D5-F728-4FA5-9C62-57B3258E84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2" y="3812"/>
                <a:ext cx="19" cy="19"/>
              </a:xfrm>
              <a:custGeom>
                <a:avLst/>
                <a:gdLst>
                  <a:gd name="T0" fmla="*/ 68 w 10"/>
                  <a:gd name="T1" fmla="*/ 0 h 10"/>
                  <a:gd name="T2" fmla="*/ 0 w 10"/>
                  <a:gd name="T3" fmla="*/ 68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10">
                    <a:moveTo>
                      <a:pt x="10" y="0"/>
                    </a:moveTo>
                    <a:cubicBezTo>
                      <a:pt x="7" y="7"/>
                      <a:pt x="4" y="5"/>
                      <a:pt x="0" y="1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1460" name="Freeform 80">
                <a:extLst>
                  <a:ext uri="{FF2B5EF4-FFF2-40B4-BE49-F238E27FC236}">
                    <a16:creationId xmlns:a16="http://schemas.microsoft.com/office/drawing/2014/main" id="{F4C5A464-E757-4215-A96D-63AFD16D5F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6" y="3839"/>
                <a:ext cx="21" cy="80"/>
              </a:xfrm>
              <a:custGeom>
                <a:avLst/>
                <a:gdLst>
                  <a:gd name="T0" fmla="*/ 8 w 11"/>
                  <a:gd name="T1" fmla="*/ 290 h 42"/>
                  <a:gd name="T2" fmla="*/ 21 w 11"/>
                  <a:gd name="T3" fmla="*/ 131 h 42"/>
                  <a:gd name="T4" fmla="*/ 76 w 11"/>
                  <a:gd name="T5" fmla="*/ 0 h 4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42">
                    <a:moveTo>
                      <a:pt x="1" y="42"/>
                    </a:moveTo>
                    <a:cubicBezTo>
                      <a:pt x="0" y="35"/>
                      <a:pt x="2" y="27"/>
                      <a:pt x="3" y="19"/>
                    </a:cubicBezTo>
                    <a:cubicBezTo>
                      <a:pt x="4" y="13"/>
                      <a:pt x="6" y="5"/>
                      <a:pt x="11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1461" name="Freeform 81">
                <a:extLst>
                  <a:ext uri="{FF2B5EF4-FFF2-40B4-BE49-F238E27FC236}">
                    <a16:creationId xmlns:a16="http://schemas.microsoft.com/office/drawing/2014/main" id="{A9F5686B-1746-44E9-96BF-10D0DC3C2F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8" y="3941"/>
                <a:ext cx="20" cy="53"/>
              </a:xfrm>
              <a:custGeom>
                <a:avLst/>
                <a:gdLst>
                  <a:gd name="T0" fmla="*/ 8 w 10"/>
                  <a:gd name="T1" fmla="*/ 189 h 28"/>
                  <a:gd name="T2" fmla="*/ 24 w 10"/>
                  <a:gd name="T3" fmla="*/ 97 h 28"/>
                  <a:gd name="T4" fmla="*/ 80 w 10"/>
                  <a:gd name="T5" fmla="*/ 0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28">
                    <a:moveTo>
                      <a:pt x="1" y="28"/>
                    </a:moveTo>
                    <a:cubicBezTo>
                      <a:pt x="0" y="24"/>
                      <a:pt x="2" y="18"/>
                      <a:pt x="3" y="14"/>
                    </a:cubicBezTo>
                    <a:cubicBezTo>
                      <a:pt x="4" y="8"/>
                      <a:pt x="8" y="5"/>
                      <a:pt x="10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1462" name="Freeform 82">
                <a:extLst>
                  <a:ext uri="{FF2B5EF4-FFF2-40B4-BE49-F238E27FC236}">
                    <a16:creationId xmlns:a16="http://schemas.microsoft.com/office/drawing/2014/main" id="{3B0D8557-208C-49EB-826D-1903B3AEE7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9" y="3953"/>
                <a:ext cx="29" cy="62"/>
              </a:xfrm>
              <a:custGeom>
                <a:avLst/>
                <a:gdLst>
                  <a:gd name="T0" fmla="*/ 0 w 15"/>
                  <a:gd name="T1" fmla="*/ 218 h 33"/>
                  <a:gd name="T2" fmla="*/ 44 w 15"/>
                  <a:gd name="T3" fmla="*/ 100 h 33"/>
                  <a:gd name="T4" fmla="*/ 108 w 15"/>
                  <a:gd name="T5" fmla="*/ 0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33">
                    <a:moveTo>
                      <a:pt x="0" y="33"/>
                    </a:moveTo>
                    <a:cubicBezTo>
                      <a:pt x="0" y="25"/>
                      <a:pt x="1" y="21"/>
                      <a:pt x="6" y="15"/>
                    </a:cubicBezTo>
                    <a:cubicBezTo>
                      <a:pt x="10" y="11"/>
                      <a:pt x="11" y="4"/>
                      <a:pt x="15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1463" name="Freeform 83">
                <a:extLst>
                  <a:ext uri="{FF2B5EF4-FFF2-40B4-BE49-F238E27FC236}">
                    <a16:creationId xmlns:a16="http://schemas.microsoft.com/office/drawing/2014/main" id="{79EB5D69-764B-44FD-9492-E418992CD0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9" y="3953"/>
                <a:ext cx="1" cy="15"/>
              </a:xfrm>
              <a:custGeom>
                <a:avLst/>
                <a:gdLst>
                  <a:gd name="T0" fmla="*/ 0 w 1"/>
                  <a:gd name="T1" fmla="*/ 53 h 8"/>
                  <a:gd name="T2" fmla="*/ 0 w 1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8">
                    <a:moveTo>
                      <a:pt x="0" y="8"/>
                    </a:moveTo>
                    <a:cubicBezTo>
                      <a:pt x="0" y="5"/>
                      <a:pt x="0" y="3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1464" name="Freeform 84">
                <a:extLst>
                  <a:ext uri="{FF2B5EF4-FFF2-40B4-BE49-F238E27FC236}">
                    <a16:creationId xmlns:a16="http://schemas.microsoft.com/office/drawing/2014/main" id="{062A6572-7F62-443D-89D8-F0A178B276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5" y="3953"/>
                <a:ext cx="31" cy="55"/>
              </a:xfrm>
              <a:custGeom>
                <a:avLst/>
                <a:gdLst>
                  <a:gd name="T0" fmla="*/ 8 w 16"/>
                  <a:gd name="T1" fmla="*/ 197 h 29"/>
                  <a:gd name="T2" fmla="*/ 31 w 16"/>
                  <a:gd name="T3" fmla="*/ 97 h 29"/>
                  <a:gd name="T4" fmla="*/ 116 w 16"/>
                  <a:gd name="T5" fmla="*/ 0 h 2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29">
                    <a:moveTo>
                      <a:pt x="1" y="29"/>
                    </a:moveTo>
                    <a:cubicBezTo>
                      <a:pt x="0" y="23"/>
                      <a:pt x="0" y="18"/>
                      <a:pt x="4" y="14"/>
                    </a:cubicBezTo>
                    <a:cubicBezTo>
                      <a:pt x="9" y="9"/>
                      <a:pt x="13" y="5"/>
                      <a:pt x="16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1465" name="Freeform 85">
                <a:extLst>
                  <a:ext uri="{FF2B5EF4-FFF2-40B4-BE49-F238E27FC236}">
                    <a16:creationId xmlns:a16="http://schemas.microsoft.com/office/drawing/2014/main" id="{C66CB227-5DBE-4514-8726-CF7D628897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6" y="3951"/>
                <a:ext cx="2" cy="11"/>
              </a:xfrm>
              <a:custGeom>
                <a:avLst/>
                <a:gdLst>
                  <a:gd name="T0" fmla="*/ 0 w 1"/>
                  <a:gd name="T1" fmla="*/ 37 h 6"/>
                  <a:gd name="T2" fmla="*/ 8 w 1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6">
                    <a:moveTo>
                      <a:pt x="0" y="6"/>
                    </a:moveTo>
                    <a:cubicBezTo>
                      <a:pt x="1" y="6"/>
                      <a:pt x="1" y="2"/>
                      <a:pt x="1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1466" name="Freeform 86">
                <a:extLst>
                  <a:ext uri="{FF2B5EF4-FFF2-40B4-BE49-F238E27FC236}">
                    <a16:creationId xmlns:a16="http://schemas.microsoft.com/office/drawing/2014/main" id="{88CB8980-6989-46D1-875F-1770A0F34A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8" y="3939"/>
                <a:ext cx="29" cy="52"/>
              </a:xfrm>
              <a:custGeom>
                <a:avLst/>
                <a:gdLst>
                  <a:gd name="T0" fmla="*/ 0 w 15"/>
                  <a:gd name="T1" fmla="*/ 193 h 27"/>
                  <a:gd name="T2" fmla="*/ 29 w 15"/>
                  <a:gd name="T3" fmla="*/ 77 h 27"/>
                  <a:gd name="T4" fmla="*/ 108 w 15"/>
                  <a:gd name="T5" fmla="*/ 0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27">
                    <a:moveTo>
                      <a:pt x="0" y="27"/>
                    </a:moveTo>
                    <a:cubicBezTo>
                      <a:pt x="1" y="22"/>
                      <a:pt x="0" y="15"/>
                      <a:pt x="4" y="11"/>
                    </a:cubicBezTo>
                    <a:cubicBezTo>
                      <a:pt x="7" y="7"/>
                      <a:pt x="13" y="4"/>
                      <a:pt x="15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1467" name="Freeform 87">
                <a:extLst>
                  <a:ext uri="{FF2B5EF4-FFF2-40B4-BE49-F238E27FC236}">
                    <a16:creationId xmlns:a16="http://schemas.microsoft.com/office/drawing/2014/main" id="{1C246770-8B8F-4281-88D4-1CB2527D87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7" y="3937"/>
                <a:ext cx="2" cy="12"/>
              </a:xfrm>
              <a:custGeom>
                <a:avLst/>
                <a:gdLst>
                  <a:gd name="T0" fmla="*/ 0 w 1"/>
                  <a:gd name="T1" fmla="*/ 48 h 6"/>
                  <a:gd name="T2" fmla="*/ 0 w 1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6">
                    <a:moveTo>
                      <a:pt x="0" y="6"/>
                    </a:moveTo>
                    <a:cubicBezTo>
                      <a:pt x="0" y="4"/>
                      <a:pt x="1" y="2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1468" name="Freeform 88">
                <a:extLst>
                  <a:ext uri="{FF2B5EF4-FFF2-40B4-BE49-F238E27FC236}">
                    <a16:creationId xmlns:a16="http://schemas.microsoft.com/office/drawing/2014/main" id="{6475DB21-C321-444E-B79D-B5914C00FC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1" y="3932"/>
                <a:ext cx="25" cy="45"/>
              </a:xfrm>
              <a:custGeom>
                <a:avLst/>
                <a:gdLst>
                  <a:gd name="T0" fmla="*/ 0 w 13"/>
                  <a:gd name="T1" fmla="*/ 158 h 24"/>
                  <a:gd name="T2" fmla="*/ 29 w 13"/>
                  <a:gd name="T3" fmla="*/ 81 h 24"/>
                  <a:gd name="T4" fmla="*/ 63 w 13"/>
                  <a:gd name="T5" fmla="*/ 39 h 24"/>
                  <a:gd name="T6" fmla="*/ 92 w 13"/>
                  <a:gd name="T7" fmla="*/ 0 h 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24">
                    <a:moveTo>
                      <a:pt x="0" y="24"/>
                    </a:moveTo>
                    <a:cubicBezTo>
                      <a:pt x="0" y="19"/>
                      <a:pt x="0" y="15"/>
                      <a:pt x="4" y="12"/>
                    </a:cubicBezTo>
                    <a:cubicBezTo>
                      <a:pt x="5" y="10"/>
                      <a:pt x="8" y="8"/>
                      <a:pt x="9" y="6"/>
                    </a:cubicBezTo>
                    <a:cubicBezTo>
                      <a:pt x="11" y="4"/>
                      <a:pt x="12" y="1"/>
                      <a:pt x="13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1469" name="Freeform 89">
                <a:extLst>
                  <a:ext uri="{FF2B5EF4-FFF2-40B4-BE49-F238E27FC236}">
                    <a16:creationId xmlns:a16="http://schemas.microsoft.com/office/drawing/2014/main" id="{DB389C5A-BD55-409B-A0A9-717399F967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6" y="3932"/>
                <a:ext cx="1" cy="11"/>
              </a:xfrm>
              <a:custGeom>
                <a:avLst/>
                <a:gdLst>
                  <a:gd name="T0" fmla="*/ 0 w 1"/>
                  <a:gd name="T1" fmla="*/ 37 h 6"/>
                  <a:gd name="T2" fmla="*/ 0 w 1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6">
                    <a:moveTo>
                      <a:pt x="0" y="6"/>
                    </a:moveTo>
                    <a:cubicBezTo>
                      <a:pt x="0" y="4"/>
                      <a:pt x="0" y="2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1470" name="Freeform 90">
                <a:extLst>
                  <a:ext uri="{FF2B5EF4-FFF2-40B4-BE49-F238E27FC236}">
                    <a16:creationId xmlns:a16="http://schemas.microsoft.com/office/drawing/2014/main" id="{9BCC955E-FCD5-4BD5-B463-CC015356D8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7" y="3977"/>
                <a:ext cx="44" cy="34"/>
              </a:xfrm>
              <a:custGeom>
                <a:avLst/>
                <a:gdLst>
                  <a:gd name="T0" fmla="*/ 0 w 23"/>
                  <a:gd name="T1" fmla="*/ 68 h 18"/>
                  <a:gd name="T2" fmla="*/ 29 w 23"/>
                  <a:gd name="T3" fmla="*/ 68 h 18"/>
                  <a:gd name="T4" fmla="*/ 77 w 23"/>
                  <a:gd name="T5" fmla="*/ 76 h 18"/>
                  <a:gd name="T6" fmla="*/ 132 w 23"/>
                  <a:gd name="T7" fmla="*/ 121 h 18"/>
                  <a:gd name="T8" fmla="*/ 147 w 23"/>
                  <a:gd name="T9" fmla="*/ 76 h 18"/>
                  <a:gd name="T10" fmla="*/ 161 w 23"/>
                  <a:gd name="T11" fmla="*/ 32 h 18"/>
                  <a:gd name="T12" fmla="*/ 63 w 23"/>
                  <a:gd name="T13" fmla="*/ 8 h 18"/>
                  <a:gd name="T14" fmla="*/ 36 w 23"/>
                  <a:gd name="T15" fmla="*/ 21 h 18"/>
                  <a:gd name="T16" fmla="*/ 8 w 23"/>
                  <a:gd name="T17" fmla="*/ 76 h 1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3" h="18">
                    <a:moveTo>
                      <a:pt x="0" y="10"/>
                    </a:moveTo>
                    <a:cubicBezTo>
                      <a:pt x="1" y="11"/>
                      <a:pt x="3" y="10"/>
                      <a:pt x="4" y="10"/>
                    </a:cubicBezTo>
                    <a:cubicBezTo>
                      <a:pt x="6" y="9"/>
                      <a:pt x="9" y="10"/>
                      <a:pt x="11" y="11"/>
                    </a:cubicBezTo>
                    <a:cubicBezTo>
                      <a:pt x="14" y="12"/>
                      <a:pt x="18" y="15"/>
                      <a:pt x="19" y="18"/>
                    </a:cubicBezTo>
                    <a:cubicBezTo>
                      <a:pt x="19" y="15"/>
                      <a:pt x="20" y="13"/>
                      <a:pt x="21" y="11"/>
                    </a:cubicBezTo>
                    <a:cubicBezTo>
                      <a:pt x="22" y="9"/>
                      <a:pt x="22" y="7"/>
                      <a:pt x="23" y="5"/>
                    </a:cubicBezTo>
                    <a:cubicBezTo>
                      <a:pt x="18" y="3"/>
                      <a:pt x="14" y="0"/>
                      <a:pt x="9" y="1"/>
                    </a:cubicBezTo>
                    <a:cubicBezTo>
                      <a:pt x="8" y="1"/>
                      <a:pt x="6" y="1"/>
                      <a:pt x="5" y="3"/>
                    </a:cubicBezTo>
                    <a:cubicBezTo>
                      <a:pt x="3" y="5"/>
                      <a:pt x="2" y="8"/>
                      <a:pt x="1" y="11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1471" name="Freeform 91">
                <a:extLst>
                  <a:ext uri="{FF2B5EF4-FFF2-40B4-BE49-F238E27FC236}">
                    <a16:creationId xmlns:a16="http://schemas.microsoft.com/office/drawing/2014/main" id="{49B603F9-8679-4764-8D2A-131EBE8CC8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3" y="3981"/>
                <a:ext cx="23" cy="13"/>
              </a:xfrm>
              <a:custGeom>
                <a:avLst/>
                <a:gdLst>
                  <a:gd name="T0" fmla="*/ 0 w 12"/>
                  <a:gd name="T1" fmla="*/ 32 h 7"/>
                  <a:gd name="T2" fmla="*/ 36 w 12"/>
                  <a:gd name="T3" fmla="*/ 24 h 7"/>
                  <a:gd name="T4" fmla="*/ 69 w 12"/>
                  <a:gd name="T5" fmla="*/ 45 h 7"/>
                  <a:gd name="T6" fmla="*/ 77 w 12"/>
                  <a:gd name="T7" fmla="*/ 24 h 7"/>
                  <a:gd name="T8" fmla="*/ 84 w 12"/>
                  <a:gd name="T9" fmla="*/ 7 h 7"/>
                  <a:gd name="T10" fmla="*/ 48 w 12"/>
                  <a:gd name="T11" fmla="*/ 0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7">
                    <a:moveTo>
                      <a:pt x="0" y="5"/>
                    </a:moveTo>
                    <a:cubicBezTo>
                      <a:pt x="2" y="5"/>
                      <a:pt x="3" y="4"/>
                      <a:pt x="5" y="4"/>
                    </a:cubicBezTo>
                    <a:cubicBezTo>
                      <a:pt x="7" y="5"/>
                      <a:pt x="8" y="6"/>
                      <a:pt x="10" y="7"/>
                    </a:cubicBezTo>
                    <a:cubicBezTo>
                      <a:pt x="10" y="6"/>
                      <a:pt x="10" y="5"/>
                      <a:pt x="11" y="4"/>
                    </a:cubicBezTo>
                    <a:cubicBezTo>
                      <a:pt x="11" y="3"/>
                      <a:pt x="12" y="2"/>
                      <a:pt x="12" y="1"/>
                    </a:cubicBezTo>
                    <a:cubicBezTo>
                      <a:pt x="12" y="0"/>
                      <a:pt x="8" y="0"/>
                      <a:pt x="7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1472" name="Freeform 92">
                <a:extLst>
                  <a:ext uri="{FF2B5EF4-FFF2-40B4-BE49-F238E27FC236}">
                    <a16:creationId xmlns:a16="http://schemas.microsoft.com/office/drawing/2014/main" id="{1F7385B7-C56A-429C-8760-0DB36550E5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8" y="3970"/>
                <a:ext cx="15" cy="11"/>
              </a:xfrm>
              <a:custGeom>
                <a:avLst/>
                <a:gdLst>
                  <a:gd name="T0" fmla="*/ 0 w 8"/>
                  <a:gd name="T1" fmla="*/ 7 h 6"/>
                  <a:gd name="T2" fmla="*/ 39 w 8"/>
                  <a:gd name="T3" fmla="*/ 37 h 6"/>
                  <a:gd name="T4" fmla="*/ 53 w 8"/>
                  <a:gd name="T5" fmla="*/ 7 h 6"/>
                  <a:gd name="T6" fmla="*/ 32 w 8"/>
                  <a:gd name="T7" fmla="*/ 0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6">
                    <a:moveTo>
                      <a:pt x="0" y="1"/>
                    </a:moveTo>
                    <a:cubicBezTo>
                      <a:pt x="2" y="2"/>
                      <a:pt x="5" y="3"/>
                      <a:pt x="6" y="6"/>
                    </a:cubicBezTo>
                    <a:cubicBezTo>
                      <a:pt x="6" y="4"/>
                      <a:pt x="7" y="3"/>
                      <a:pt x="8" y="1"/>
                    </a:cubicBezTo>
                    <a:cubicBezTo>
                      <a:pt x="7" y="1"/>
                      <a:pt x="6" y="0"/>
                      <a:pt x="5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1473" name="Freeform 93">
                <a:extLst>
                  <a:ext uri="{FF2B5EF4-FFF2-40B4-BE49-F238E27FC236}">
                    <a16:creationId xmlns:a16="http://schemas.microsoft.com/office/drawing/2014/main" id="{6A79ABEF-341D-45FE-A209-039CB007B6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9" y="3966"/>
                <a:ext cx="7" cy="6"/>
              </a:xfrm>
              <a:custGeom>
                <a:avLst/>
                <a:gdLst>
                  <a:gd name="T0" fmla="*/ 0 w 4"/>
                  <a:gd name="T1" fmla="*/ 0 h 3"/>
                  <a:gd name="T2" fmla="*/ 21 w 4"/>
                  <a:gd name="T3" fmla="*/ 24 h 3"/>
                  <a:gd name="T4" fmla="*/ 21 w 4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0" y="0"/>
                    </a:moveTo>
                    <a:cubicBezTo>
                      <a:pt x="1" y="0"/>
                      <a:pt x="2" y="2"/>
                      <a:pt x="4" y="3"/>
                    </a:cubicBezTo>
                    <a:cubicBezTo>
                      <a:pt x="4" y="2"/>
                      <a:pt x="4" y="1"/>
                      <a:pt x="4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1474" name="Freeform 94">
                <a:extLst>
                  <a:ext uri="{FF2B5EF4-FFF2-40B4-BE49-F238E27FC236}">
                    <a16:creationId xmlns:a16="http://schemas.microsoft.com/office/drawing/2014/main" id="{ECAD3E54-3245-4501-9D2D-901023458F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1" y="3947"/>
                <a:ext cx="6" cy="6"/>
              </a:xfrm>
              <a:custGeom>
                <a:avLst/>
                <a:gdLst>
                  <a:gd name="T0" fmla="*/ 8 w 3"/>
                  <a:gd name="T1" fmla="*/ 24 h 3"/>
                  <a:gd name="T2" fmla="*/ 8 w 3"/>
                  <a:gd name="T3" fmla="*/ 24 h 3"/>
                  <a:gd name="T4" fmla="*/ 24 w 3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3"/>
                      <a:pt x="0" y="3"/>
                      <a:pt x="1" y="3"/>
                    </a:cubicBezTo>
                    <a:cubicBezTo>
                      <a:pt x="2" y="3"/>
                      <a:pt x="2" y="1"/>
                      <a:pt x="3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1475" name="Freeform 95">
                <a:extLst>
                  <a:ext uri="{FF2B5EF4-FFF2-40B4-BE49-F238E27FC236}">
                    <a16:creationId xmlns:a16="http://schemas.microsoft.com/office/drawing/2014/main" id="{E9762DA3-35F4-4342-B1C5-C478DE5FF6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7" y="2915"/>
                <a:ext cx="23" cy="161"/>
              </a:xfrm>
              <a:custGeom>
                <a:avLst/>
                <a:gdLst>
                  <a:gd name="T0" fmla="*/ 0 w 12"/>
                  <a:gd name="T1" fmla="*/ 0 h 85"/>
                  <a:gd name="T2" fmla="*/ 36 w 12"/>
                  <a:gd name="T3" fmla="*/ 152 h 85"/>
                  <a:gd name="T4" fmla="*/ 84 w 12"/>
                  <a:gd name="T5" fmla="*/ 288 h 85"/>
                  <a:gd name="T6" fmla="*/ 69 w 12"/>
                  <a:gd name="T7" fmla="*/ 449 h 85"/>
                  <a:gd name="T8" fmla="*/ 56 w 12"/>
                  <a:gd name="T9" fmla="*/ 578 h 8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85">
                    <a:moveTo>
                      <a:pt x="0" y="0"/>
                    </a:moveTo>
                    <a:cubicBezTo>
                      <a:pt x="0" y="9"/>
                      <a:pt x="0" y="16"/>
                      <a:pt x="5" y="22"/>
                    </a:cubicBezTo>
                    <a:cubicBezTo>
                      <a:pt x="11" y="29"/>
                      <a:pt x="12" y="31"/>
                      <a:pt x="12" y="42"/>
                    </a:cubicBezTo>
                    <a:cubicBezTo>
                      <a:pt x="12" y="50"/>
                      <a:pt x="11" y="58"/>
                      <a:pt x="10" y="66"/>
                    </a:cubicBezTo>
                    <a:cubicBezTo>
                      <a:pt x="10" y="71"/>
                      <a:pt x="5" y="81"/>
                      <a:pt x="8" y="85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1476" name="Freeform 96">
                <a:extLst>
                  <a:ext uri="{FF2B5EF4-FFF2-40B4-BE49-F238E27FC236}">
                    <a16:creationId xmlns:a16="http://schemas.microsoft.com/office/drawing/2014/main" id="{236CF7A9-497D-48B3-B55C-6D6DECA53D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9" y="3078"/>
                <a:ext cx="55" cy="78"/>
              </a:xfrm>
              <a:custGeom>
                <a:avLst/>
                <a:gdLst>
                  <a:gd name="T0" fmla="*/ 28 w 29"/>
                  <a:gd name="T1" fmla="*/ 0 h 41"/>
                  <a:gd name="T2" fmla="*/ 197 w 29"/>
                  <a:gd name="T3" fmla="*/ 160 h 41"/>
                  <a:gd name="T4" fmla="*/ 0 w 29"/>
                  <a:gd name="T5" fmla="*/ 36 h 4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9" h="41">
                    <a:moveTo>
                      <a:pt x="4" y="0"/>
                    </a:moveTo>
                    <a:cubicBezTo>
                      <a:pt x="3" y="11"/>
                      <a:pt x="20" y="23"/>
                      <a:pt x="29" y="23"/>
                    </a:cubicBezTo>
                    <a:cubicBezTo>
                      <a:pt x="17" y="41"/>
                      <a:pt x="0" y="19"/>
                      <a:pt x="0" y="5"/>
                    </a:cubicBezTo>
                  </a:path>
                </a:pathLst>
              </a:custGeom>
              <a:solidFill>
                <a:srgbClr val="C1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1477" name="Freeform 97">
                <a:extLst>
                  <a:ext uri="{FF2B5EF4-FFF2-40B4-BE49-F238E27FC236}">
                    <a16:creationId xmlns:a16="http://schemas.microsoft.com/office/drawing/2014/main" id="{86B54E8A-BC55-46B6-ABFA-C5CC857ACD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8" y="1559"/>
                <a:ext cx="36" cy="36"/>
              </a:xfrm>
              <a:custGeom>
                <a:avLst/>
                <a:gdLst>
                  <a:gd name="T0" fmla="*/ 47 w 19"/>
                  <a:gd name="T1" fmla="*/ 21 h 19"/>
                  <a:gd name="T2" fmla="*/ 83 w 19"/>
                  <a:gd name="T3" fmla="*/ 108 h 19"/>
                  <a:gd name="T4" fmla="*/ 40 w 19"/>
                  <a:gd name="T5" fmla="*/ 32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19">
                    <a:moveTo>
                      <a:pt x="7" y="3"/>
                    </a:moveTo>
                    <a:cubicBezTo>
                      <a:pt x="13" y="0"/>
                      <a:pt x="19" y="13"/>
                      <a:pt x="12" y="16"/>
                    </a:cubicBezTo>
                    <a:cubicBezTo>
                      <a:pt x="4" y="19"/>
                      <a:pt x="0" y="4"/>
                      <a:pt x="6" y="5"/>
                    </a:cubicBezTo>
                  </a:path>
                </a:pathLst>
              </a:custGeom>
              <a:solidFill>
                <a:srgbClr val="A961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1478" name="Freeform 98">
                <a:extLst>
                  <a:ext uri="{FF2B5EF4-FFF2-40B4-BE49-F238E27FC236}">
                    <a16:creationId xmlns:a16="http://schemas.microsoft.com/office/drawing/2014/main" id="{9A168133-55BD-4897-8DD1-8EF71C5795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8" y="1559"/>
                <a:ext cx="36" cy="36"/>
              </a:xfrm>
              <a:custGeom>
                <a:avLst/>
                <a:gdLst>
                  <a:gd name="T0" fmla="*/ 47 w 19"/>
                  <a:gd name="T1" fmla="*/ 21 h 19"/>
                  <a:gd name="T2" fmla="*/ 83 w 19"/>
                  <a:gd name="T3" fmla="*/ 108 h 19"/>
                  <a:gd name="T4" fmla="*/ 40 w 19"/>
                  <a:gd name="T5" fmla="*/ 28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19">
                    <a:moveTo>
                      <a:pt x="7" y="3"/>
                    </a:moveTo>
                    <a:cubicBezTo>
                      <a:pt x="13" y="0"/>
                      <a:pt x="19" y="13"/>
                      <a:pt x="12" y="16"/>
                    </a:cubicBezTo>
                    <a:cubicBezTo>
                      <a:pt x="4" y="19"/>
                      <a:pt x="0" y="4"/>
                      <a:pt x="6" y="4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1479" name="Freeform 99">
                <a:extLst>
                  <a:ext uri="{FF2B5EF4-FFF2-40B4-BE49-F238E27FC236}">
                    <a16:creationId xmlns:a16="http://schemas.microsoft.com/office/drawing/2014/main" id="{87DE6C4C-1D3F-4DC3-9A4B-1F0A2D49E0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9" y="1475"/>
                <a:ext cx="12" cy="158"/>
              </a:xfrm>
              <a:custGeom>
                <a:avLst/>
                <a:gdLst>
                  <a:gd name="T0" fmla="*/ 0 w 6"/>
                  <a:gd name="T1" fmla="*/ 573 h 83"/>
                  <a:gd name="T2" fmla="*/ 24 w 6"/>
                  <a:gd name="T3" fmla="*/ 207 h 83"/>
                  <a:gd name="T4" fmla="*/ 40 w 6"/>
                  <a:gd name="T5" fmla="*/ 0 h 8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83">
                    <a:moveTo>
                      <a:pt x="0" y="83"/>
                    </a:moveTo>
                    <a:cubicBezTo>
                      <a:pt x="1" y="65"/>
                      <a:pt x="3" y="42"/>
                      <a:pt x="3" y="30"/>
                    </a:cubicBezTo>
                    <a:cubicBezTo>
                      <a:pt x="2" y="20"/>
                      <a:pt x="6" y="9"/>
                      <a:pt x="5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1480" name="Freeform 100">
                <a:extLst>
                  <a:ext uri="{FF2B5EF4-FFF2-40B4-BE49-F238E27FC236}">
                    <a16:creationId xmlns:a16="http://schemas.microsoft.com/office/drawing/2014/main" id="{9DE67265-684A-4290-8BBE-15672745A8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2" y="1777"/>
                <a:ext cx="27" cy="169"/>
              </a:xfrm>
              <a:custGeom>
                <a:avLst/>
                <a:gdLst>
                  <a:gd name="T0" fmla="*/ 29 w 14"/>
                  <a:gd name="T1" fmla="*/ 518 h 89"/>
                  <a:gd name="T2" fmla="*/ 52 w 14"/>
                  <a:gd name="T3" fmla="*/ 260 h 89"/>
                  <a:gd name="T4" fmla="*/ 79 w 14"/>
                  <a:gd name="T5" fmla="*/ 84 h 89"/>
                  <a:gd name="T6" fmla="*/ 100 w 14"/>
                  <a:gd name="T7" fmla="*/ 0 h 89"/>
                  <a:gd name="T8" fmla="*/ 29 w 14"/>
                  <a:gd name="T9" fmla="*/ 518 h 8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89">
                    <a:moveTo>
                      <a:pt x="4" y="76"/>
                    </a:moveTo>
                    <a:cubicBezTo>
                      <a:pt x="6" y="89"/>
                      <a:pt x="5" y="50"/>
                      <a:pt x="7" y="38"/>
                    </a:cubicBezTo>
                    <a:cubicBezTo>
                      <a:pt x="8" y="29"/>
                      <a:pt x="9" y="21"/>
                      <a:pt x="11" y="12"/>
                    </a:cubicBezTo>
                    <a:cubicBezTo>
                      <a:pt x="12" y="9"/>
                      <a:pt x="12" y="4"/>
                      <a:pt x="14" y="0"/>
                    </a:cubicBezTo>
                    <a:cubicBezTo>
                      <a:pt x="14" y="0"/>
                      <a:pt x="0" y="34"/>
                      <a:pt x="4" y="76"/>
                    </a:cubicBezTo>
                    <a:close/>
                  </a:path>
                </a:pathLst>
              </a:custGeom>
              <a:solidFill>
                <a:srgbClr val="8E4C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1481" name="Freeform 101">
                <a:extLst>
                  <a:ext uri="{FF2B5EF4-FFF2-40B4-BE49-F238E27FC236}">
                    <a16:creationId xmlns:a16="http://schemas.microsoft.com/office/drawing/2014/main" id="{073A12ED-7F67-4C79-8ED8-812CF30A26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8" y="1991"/>
                <a:ext cx="17" cy="67"/>
              </a:xfrm>
              <a:custGeom>
                <a:avLst/>
                <a:gdLst>
                  <a:gd name="T0" fmla="*/ 60 w 9"/>
                  <a:gd name="T1" fmla="*/ 245 h 35"/>
                  <a:gd name="T2" fmla="*/ 28 w 9"/>
                  <a:gd name="T3" fmla="*/ 77 h 35"/>
                  <a:gd name="T4" fmla="*/ 60 w 9"/>
                  <a:gd name="T5" fmla="*/ 245 h 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35">
                    <a:moveTo>
                      <a:pt x="9" y="35"/>
                    </a:moveTo>
                    <a:cubicBezTo>
                      <a:pt x="5" y="28"/>
                      <a:pt x="2" y="19"/>
                      <a:pt x="4" y="11"/>
                    </a:cubicBezTo>
                    <a:cubicBezTo>
                      <a:pt x="6" y="0"/>
                      <a:pt x="0" y="22"/>
                      <a:pt x="9" y="35"/>
                    </a:cubicBezTo>
                    <a:close/>
                  </a:path>
                </a:pathLst>
              </a:custGeom>
              <a:solidFill>
                <a:srgbClr val="8E4C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1482" name="Freeform 102">
                <a:extLst>
                  <a:ext uri="{FF2B5EF4-FFF2-40B4-BE49-F238E27FC236}">
                    <a16:creationId xmlns:a16="http://schemas.microsoft.com/office/drawing/2014/main" id="{215E7B44-A900-4F9E-B244-2659B25760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2" y="1777"/>
                <a:ext cx="25" cy="169"/>
              </a:xfrm>
              <a:custGeom>
                <a:avLst/>
                <a:gdLst>
                  <a:gd name="T0" fmla="*/ 63 w 13"/>
                  <a:gd name="T1" fmla="*/ 518 h 89"/>
                  <a:gd name="T2" fmla="*/ 48 w 13"/>
                  <a:gd name="T3" fmla="*/ 260 h 89"/>
                  <a:gd name="T4" fmla="*/ 15 w 13"/>
                  <a:gd name="T5" fmla="*/ 84 h 89"/>
                  <a:gd name="T6" fmla="*/ 0 w 13"/>
                  <a:gd name="T7" fmla="*/ 0 h 89"/>
                  <a:gd name="T8" fmla="*/ 63 w 13"/>
                  <a:gd name="T9" fmla="*/ 518 h 8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89">
                    <a:moveTo>
                      <a:pt x="9" y="76"/>
                    </a:moveTo>
                    <a:cubicBezTo>
                      <a:pt x="8" y="89"/>
                      <a:pt x="8" y="50"/>
                      <a:pt x="7" y="38"/>
                    </a:cubicBezTo>
                    <a:cubicBezTo>
                      <a:pt x="5" y="29"/>
                      <a:pt x="4" y="21"/>
                      <a:pt x="2" y="12"/>
                    </a:cubicBezTo>
                    <a:cubicBezTo>
                      <a:pt x="1" y="9"/>
                      <a:pt x="1" y="4"/>
                      <a:pt x="0" y="0"/>
                    </a:cubicBezTo>
                    <a:cubicBezTo>
                      <a:pt x="0" y="0"/>
                      <a:pt x="13" y="34"/>
                      <a:pt x="9" y="76"/>
                    </a:cubicBezTo>
                    <a:close/>
                  </a:path>
                </a:pathLst>
              </a:custGeom>
              <a:solidFill>
                <a:srgbClr val="8E4C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1483" name="Freeform 103">
                <a:extLst>
                  <a:ext uri="{FF2B5EF4-FFF2-40B4-BE49-F238E27FC236}">
                    <a16:creationId xmlns:a16="http://schemas.microsoft.com/office/drawing/2014/main" id="{D88DE5DE-5BF1-4DD2-95DF-3765F9EE11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6" y="1991"/>
                <a:ext cx="15" cy="67"/>
              </a:xfrm>
              <a:custGeom>
                <a:avLst/>
                <a:gdLst>
                  <a:gd name="T0" fmla="*/ 0 w 8"/>
                  <a:gd name="T1" fmla="*/ 245 h 35"/>
                  <a:gd name="T2" fmla="*/ 28 w 8"/>
                  <a:gd name="T3" fmla="*/ 77 h 35"/>
                  <a:gd name="T4" fmla="*/ 0 w 8"/>
                  <a:gd name="T5" fmla="*/ 245 h 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35">
                    <a:moveTo>
                      <a:pt x="0" y="35"/>
                    </a:moveTo>
                    <a:cubicBezTo>
                      <a:pt x="3" y="28"/>
                      <a:pt x="6" y="19"/>
                      <a:pt x="4" y="11"/>
                    </a:cubicBezTo>
                    <a:cubicBezTo>
                      <a:pt x="2" y="0"/>
                      <a:pt x="8" y="22"/>
                      <a:pt x="0" y="35"/>
                    </a:cubicBezTo>
                    <a:close/>
                  </a:path>
                </a:pathLst>
              </a:custGeom>
              <a:solidFill>
                <a:srgbClr val="8E4C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1484" name="Freeform 104">
                <a:extLst>
                  <a:ext uri="{FF2B5EF4-FFF2-40B4-BE49-F238E27FC236}">
                    <a16:creationId xmlns:a16="http://schemas.microsoft.com/office/drawing/2014/main" id="{91CEF984-61C6-4D9D-87B3-5917A97D3F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1" y="2424"/>
                <a:ext cx="31" cy="131"/>
              </a:xfrm>
              <a:custGeom>
                <a:avLst/>
                <a:gdLst>
                  <a:gd name="T0" fmla="*/ 101 w 16"/>
                  <a:gd name="T1" fmla="*/ 473 h 69"/>
                  <a:gd name="T2" fmla="*/ 23 w 16"/>
                  <a:gd name="T3" fmla="*/ 220 h 69"/>
                  <a:gd name="T4" fmla="*/ 16 w 16"/>
                  <a:gd name="T5" fmla="*/ 0 h 6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69">
                    <a:moveTo>
                      <a:pt x="14" y="69"/>
                    </a:moveTo>
                    <a:cubicBezTo>
                      <a:pt x="16" y="56"/>
                      <a:pt x="6" y="43"/>
                      <a:pt x="3" y="32"/>
                    </a:cubicBezTo>
                    <a:cubicBezTo>
                      <a:pt x="0" y="22"/>
                      <a:pt x="2" y="10"/>
                      <a:pt x="2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1485" name="Freeform 105">
                <a:extLst>
                  <a:ext uri="{FF2B5EF4-FFF2-40B4-BE49-F238E27FC236}">
                    <a16:creationId xmlns:a16="http://schemas.microsoft.com/office/drawing/2014/main" id="{D6CF177F-E1AC-4F62-B28B-E56DEA5E0F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9" y="2426"/>
                <a:ext cx="6" cy="9"/>
              </a:xfrm>
              <a:custGeom>
                <a:avLst/>
                <a:gdLst>
                  <a:gd name="T0" fmla="*/ 24 w 3"/>
                  <a:gd name="T1" fmla="*/ 29 h 5"/>
                  <a:gd name="T2" fmla="*/ 0 w 3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5">
                    <a:moveTo>
                      <a:pt x="3" y="5"/>
                    </a:moveTo>
                    <a:cubicBezTo>
                      <a:pt x="2" y="3"/>
                      <a:pt x="1" y="1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1486" name="Freeform 106">
                <a:extLst>
                  <a:ext uri="{FF2B5EF4-FFF2-40B4-BE49-F238E27FC236}">
                    <a16:creationId xmlns:a16="http://schemas.microsoft.com/office/drawing/2014/main" id="{B6E24F40-214F-44D5-892E-F87B2F0107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3" y="2446"/>
                <a:ext cx="19" cy="76"/>
              </a:xfrm>
              <a:custGeom>
                <a:avLst/>
                <a:gdLst>
                  <a:gd name="T0" fmla="*/ 68 w 10"/>
                  <a:gd name="T1" fmla="*/ 274 h 40"/>
                  <a:gd name="T2" fmla="*/ 36 w 10"/>
                  <a:gd name="T3" fmla="*/ 116 h 40"/>
                  <a:gd name="T4" fmla="*/ 0 w 10"/>
                  <a:gd name="T5" fmla="*/ 0 h 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40">
                    <a:moveTo>
                      <a:pt x="10" y="40"/>
                    </a:moveTo>
                    <a:cubicBezTo>
                      <a:pt x="8" y="32"/>
                      <a:pt x="7" y="25"/>
                      <a:pt x="5" y="17"/>
                    </a:cubicBezTo>
                    <a:cubicBezTo>
                      <a:pt x="4" y="11"/>
                      <a:pt x="1" y="6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1487" name="Freeform 107">
                <a:extLst>
                  <a:ext uri="{FF2B5EF4-FFF2-40B4-BE49-F238E27FC236}">
                    <a16:creationId xmlns:a16="http://schemas.microsoft.com/office/drawing/2014/main" id="{5F8E9D97-7042-42AD-9F6D-2D4777243C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2" y="2441"/>
                <a:ext cx="23" cy="96"/>
              </a:xfrm>
              <a:custGeom>
                <a:avLst/>
                <a:gdLst>
                  <a:gd name="T0" fmla="*/ 84 w 12"/>
                  <a:gd name="T1" fmla="*/ 341 h 51"/>
                  <a:gd name="T2" fmla="*/ 29 w 12"/>
                  <a:gd name="T3" fmla="*/ 181 h 51"/>
                  <a:gd name="T4" fmla="*/ 0 w 12"/>
                  <a:gd name="T5" fmla="*/ 0 h 5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51">
                    <a:moveTo>
                      <a:pt x="12" y="51"/>
                    </a:moveTo>
                    <a:cubicBezTo>
                      <a:pt x="10" y="46"/>
                      <a:pt x="6" y="32"/>
                      <a:pt x="4" y="27"/>
                    </a:cubicBezTo>
                    <a:cubicBezTo>
                      <a:pt x="0" y="19"/>
                      <a:pt x="2" y="8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1488" name="Freeform 108">
                <a:extLst>
                  <a:ext uri="{FF2B5EF4-FFF2-40B4-BE49-F238E27FC236}">
                    <a16:creationId xmlns:a16="http://schemas.microsoft.com/office/drawing/2014/main" id="{478F2477-8656-407E-8A08-493CEE1721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1" y="2431"/>
                <a:ext cx="3" cy="10"/>
              </a:xfrm>
              <a:custGeom>
                <a:avLst/>
                <a:gdLst>
                  <a:gd name="T0" fmla="*/ 5 w 2"/>
                  <a:gd name="T1" fmla="*/ 40 h 5"/>
                  <a:gd name="T2" fmla="*/ 0 w 2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5">
                    <a:moveTo>
                      <a:pt x="1" y="5"/>
                    </a:moveTo>
                    <a:cubicBezTo>
                      <a:pt x="2" y="4"/>
                      <a:pt x="1" y="2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1489" name="Freeform 109">
                <a:extLst>
                  <a:ext uri="{FF2B5EF4-FFF2-40B4-BE49-F238E27FC236}">
                    <a16:creationId xmlns:a16="http://schemas.microsoft.com/office/drawing/2014/main" id="{6DE4CBC2-F995-4BD9-9F1B-E4F2A19FC5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5" y="2433"/>
                <a:ext cx="7" cy="10"/>
              </a:xfrm>
              <a:custGeom>
                <a:avLst/>
                <a:gdLst>
                  <a:gd name="T0" fmla="*/ 21 w 4"/>
                  <a:gd name="T1" fmla="*/ 40 h 5"/>
                  <a:gd name="T2" fmla="*/ 0 w 4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5">
                    <a:moveTo>
                      <a:pt x="4" y="5"/>
                    </a:moveTo>
                    <a:cubicBezTo>
                      <a:pt x="3" y="3"/>
                      <a:pt x="2" y="2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1490" name="Freeform 110">
                <a:extLst>
                  <a:ext uri="{FF2B5EF4-FFF2-40B4-BE49-F238E27FC236}">
                    <a16:creationId xmlns:a16="http://schemas.microsoft.com/office/drawing/2014/main" id="{8673BE72-1BA4-4240-88EA-808C79E8E3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8" y="2450"/>
                <a:ext cx="7" cy="4"/>
              </a:xfrm>
              <a:custGeom>
                <a:avLst/>
                <a:gdLst>
                  <a:gd name="T0" fmla="*/ 21 w 4"/>
                  <a:gd name="T1" fmla="*/ 16 h 2"/>
                  <a:gd name="T2" fmla="*/ 0 w 4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0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1491" name="Freeform 111">
                <a:extLst>
                  <a:ext uri="{FF2B5EF4-FFF2-40B4-BE49-F238E27FC236}">
                    <a16:creationId xmlns:a16="http://schemas.microsoft.com/office/drawing/2014/main" id="{09C153AA-C88A-47A2-AEAA-AD07DFD2DD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7" y="1323"/>
                <a:ext cx="141" cy="42"/>
              </a:xfrm>
              <a:custGeom>
                <a:avLst/>
                <a:gdLst>
                  <a:gd name="T0" fmla="*/ 513 w 74"/>
                  <a:gd name="T1" fmla="*/ 132 h 22"/>
                  <a:gd name="T2" fmla="*/ 413 w 74"/>
                  <a:gd name="T3" fmla="*/ 84 h 22"/>
                  <a:gd name="T4" fmla="*/ 244 w 74"/>
                  <a:gd name="T5" fmla="*/ 40 h 22"/>
                  <a:gd name="T6" fmla="*/ 0 w 74"/>
                  <a:gd name="T7" fmla="*/ 0 h 22"/>
                  <a:gd name="T8" fmla="*/ 124 w 74"/>
                  <a:gd name="T9" fmla="*/ 40 h 22"/>
                  <a:gd name="T10" fmla="*/ 297 w 74"/>
                  <a:gd name="T11" fmla="*/ 105 h 22"/>
                  <a:gd name="T12" fmla="*/ 421 w 74"/>
                  <a:gd name="T13" fmla="*/ 132 h 22"/>
                  <a:gd name="T14" fmla="*/ 505 w 74"/>
                  <a:gd name="T15" fmla="*/ 145 h 2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4" h="22">
                    <a:moveTo>
                      <a:pt x="74" y="19"/>
                    </a:moveTo>
                    <a:cubicBezTo>
                      <a:pt x="69" y="17"/>
                      <a:pt x="65" y="14"/>
                      <a:pt x="60" y="12"/>
                    </a:cubicBezTo>
                    <a:cubicBezTo>
                      <a:pt x="52" y="9"/>
                      <a:pt x="43" y="8"/>
                      <a:pt x="35" y="6"/>
                    </a:cubicBezTo>
                    <a:cubicBezTo>
                      <a:pt x="23" y="4"/>
                      <a:pt x="12" y="1"/>
                      <a:pt x="0" y="0"/>
                    </a:cubicBezTo>
                    <a:cubicBezTo>
                      <a:pt x="6" y="0"/>
                      <a:pt x="13" y="4"/>
                      <a:pt x="18" y="6"/>
                    </a:cubicBezTo>
                    <a:cubicBezTo>
                      <a:pt x="26" y="10"/>
                      <a:pt x="35" y="12"/>
                      <a:pt x="43" y="15"/>
                    </a:cubicBezTo>
                    <a:cubicBezTo>
                      <a:pt x="49" y="16"/>
                      <a:pt x="55" y="18"/>
                      <a:pt x="61" y="19"/>
                    </a:cubicBezTo>
                    <a:cubicBezTo>
                      <a:pt x="65" y="20"/>
                      <a:pt x="70" y="22"/>
                      <a:pt x="73" y="21"/>
                    </a:cubicBezTo>
                  </a:path>
                </a:pathLst>
              </a:custGeom>
              <a:solidFill>
                <a:srgbClr val="C1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1492" name="Freeform 112">
                <a:extLst>
                  <a:ext uri="{FF2B5EF4-FFF2-40B4-BE49-F238E27FC236}">
                    <a16:creationId xmlns:a16="http://schemas.microsoft.com/office/drawing/2014/main" id="{BC4F3264-0387-4BD9-91A7-371B3B6207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5" y="1302"/>
                <a:ext cx="115" cy="37"/>
              </a:xfrm>
              <a:custGeom>
                <a:avLst/>
                <a:gdLst>
                  <a:gd name="T0" fmla="*/ 422 w 60"/>
                  <a:gd name="T1" fmla="*/ 140 h 19"/>
                  <a:gd name="T2" fmla="*/ 232 w 60"/>
                  <a:gd name="T3" fmla="*/ 45 h 19"/>
                  <a:gd name="T4" fmla="*/ 0 w 60"/>
                  <a:gd name="T5" fmla="*/ 0 h 19"/>
                  <a:gd name="T6" fmla="*/ 245 w 60"/>
                  <a:gd name="T7" fmla="*/ 31 h 19"/>
                  <a:gd name="T8" fmla="*/ 416 w 60"/>
                  <a:gd name="T9" fmla="*/ 117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0" h="19">
                    <a:moveTo>
                      <a:pt x="60" y="19"/>
                    </a:moveTo>
                    <a:cubicBezTo>
                      <a:pt x="51" y="14"/>
                      <a:pt x="42" y="10"/>
                      <a:pt x="33" y="6"/>
                    </a:cubicBezTo>
                    <a:cubicBezTo>
                      <a:pt x="23" y="2"/>
                      <a:pt x="11" y="1"/>
                      <a:pt x="0" y="0"/>
                    </a:cubicBezTo>
                    <a:cubicBezTo>
                      <a:pt x="11" y="1"/>
                      <a:pt x="24" y="1"/>
                      <a:pt x="35" y="4"/>
                    </a:cubicBezTo>
                    <a:cubicBezTo>
                      <a:pt x="44" y="6"/>
                      <a:pt x="51" y="13"/>
                      <a:pt x="59" y="16"/>
                    </a:cubicBezTo>
                  </a:path>
                </a:pathLst>
              </a:custGeom>
              <a:solidFill>
                <a:srgbClr val="8E4C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1493" name="Freeform 113">
                <a:extLst>
                  <a:ext uri="{FF2B5EF4-FFF2-40B4-BE49-F238E27FC236}">
                    <a16:creationId xmlns:a16="http://schemas.microsoft.com/office/drawing/2014/main" id="{21E7FCB2-A24C-43F7-82CD-E91EACD66F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3" y="1600"/>
                <a:ext cx="73" cy="36"/>
              </a:xfrm>
              <a:custGeom>
                <a:avLst/>
                <a:gdLst>
                  <a:gd name="T0" fmla="*/ 269 w 38"/>
                  <a:gd name="T1" fmla="*/ 83 h 19"/>
                  <a:gd name="T2" fmla="*/ 0 w 38"/>
                  <a:gd name="T3" fmla="*/ 0 h 19"/>
                  <a:gd name="T4" fmla="*/ 269 w 38"/>
                  <a:gd name="T5" fmla="*/ 83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8" h="19">
                    <a:moveTo>
                      <a:pt x="38" y="12"/>
                    </a:moveTo>
                    <a:cubicBezTo>
                      <a:pt x="38" y="12"/>
                      <a:pt x="12" y="15"/>
                      <a:pt x="0" y="0"/>
                    </a:cubicBezTo>
                    <a:cubicBezTo>
                      <a:pt x="0" y="0"/>
                      <a:pt x="3" y="19"/>
                      <a:pt x="38" y="12"/>
                    </a:cubicBezTo>
                    <a:close/>
                  </a:path>
                </a:pathLst>
              </a:custGeom>
              <a:solidFill>
                <a:srgbClr val="C1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1494" name="Freeform 114">
                <a:extLst>
                  <a:ext uri="{FF2B5EF4-FFF2-40B4-BE49-F238E27FC236}">
                    <a16:creationId xmlns:a16="http://schemas.microsoft.com/office/drawing/2014/main" id="{9C289C2F-5A33-497E-AB14-5F5F2A7A18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7" y="2427"/>
                <a:ext cx="36" cy="131"/>
              </a:xfrm>
              <a:custGeom>
                <a:avLst/>
                <a:gdLst>
                  <a:gd name="T0" fmla="*/ 15 w 19"/>
                  <a:gd name="T1" fmla="*/ 0 h 69"/>
                  <a:gd name="T2" fmla="*/ 15 w 19"/>
                  <a:gd name="T3" fmla="*/ 159 h 69"/>
                  <a:gd name="T4" fmla="*/ 53 w 19"/>
                  <a:gd name="T5" fmla="*/ 289 h 69"/>
                  <a:gd name="T6" fmla="*/ 89 w 19"/>
                  <a:gd name="T7" fmla="*/ 418 h 69"/>
                  <a:gd name="T8" fmla="*/ 108 w 19"/>
                  <a:gd name="T9" fmla="*/ 450 h 69"/>
                  <a:gd name="T10" fmla="*/ 89 w 19"/>
                  <a:gd name="T11" fmla="*/ 321 h 69"/>
                  <a:gd name="T12" fmla="*/ 15 w 19"/>
                  <a:gd name="T13" fmla="*/ 21 h 6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69">
                    <a:moveTo>
                      <a:pt x="2" y="0"/>
                    </a:moveTo>
                    <a:cubicBezTo>
                      <a:pt x="1" y="7"/>
                      <a:pt x="0" y="15"/>
                      <a:pt x="2" y="23"/>
                    </a:cubicBezTo>
                    <a:cubicBezTo>
                      <a:pt x="3" y="30"/>
                      <a:pt x="6" y="36"/>
                      <a:pt x="8" y="42"/>
                    </a:cubicBezTo>
                    <a:cubicBezTo>
                      <a:pt x="10" y="48"/>
                      <a:pt x="12" y="55"/>
                      <a:pt x="13" y="61"/>
                    </a:cubicBezTo>
                    <a:cubicBezTo>
                      <a:pt x="14" y="62"/>
                      <a:pt x="14" y="69"/>
                      <a:pt x="16" y="66"/>
                    </a:cubicBezTo>
                    <a:cubicBezTo>
                      <a:pt x="19" y="63"/>
                      <a:pt x="14" y="50"/>
                      <a:pt x="13" y="47"/>
                    </a:cubicBezTo>
                    <a:cubicBezTo>
                      <a:pt x="8" y="33"/>
                      <a:pt x="3" y="18"/>
                      <a:pt x="2" y="3"/>
                    </a:cubicBezTo>
                  </a:path>
                </a:pathLst>
              </a:custGeom>
              <a:solidFill>
                <a:srgbClr val="C1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1495" name="Freeform 115">
                <a:extLst>
                  <a:ext uri="{FF2B5EF4-FFF2-40B4-BE49-F238E27FC236}">
                    <a16:creationId xmlns:a16="http://schemas.microsoft.com/office/drawing/2014/main" id="{5B1B8A74-2854-4350-9191-614D2781CB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6" y="2439"/>
                <a:ext cx="39" cy="116"/>
              </a:xfrm>
              <a:custGeom>
                <a:avLst/>
                <a:gdLst>
                  <a:gd name="T0" fmla="*/ 0 w 20"/>
                  <a:gd name="T1" fmla="*/ 0 h 61"/>
                  <a:gd name="T2" fmla="*/ 8 w 20"/>
                  <a:gd name="T3" fmla="*/ 105 h 61"/>
                  <a:gd name="T4" fmla="*/ 31 w 20"/>
                  <a:gd name="T5" fmla="*/ 173 h 61"/>
                  <a:gd name="T6" fmla="*/ 88 w 20"/>
                  <a:gd name="T7" fmla="*/ 321 h 61"/>
                  <a:gd name="T8" fmla="*/ 111 w 20"/>
                  <a:gd name="T9" fmla="*/ 380 h 61"/>
                  <a:gd name="T10" fmla="*/ 117 w 20"/>
                  <a:gd name="T11" fmla="*/ 321 h 61"/>
                  <a:gd name="T12" fmla="*/ 8 w 20"/>
                  <a:gd name="T13" fmla="*/ 15 h 6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" h="61">
                    <a:moveTo>
                      <a:pt x="0" y="0"/>
                    </a:moveTo>
                    <a:cubicBezTo>
                      <a:pt x="1" y="5"/>
                      <a:pt x="1" y="10"/>
                      <a:pt x="1" y="15"/>
                    </a:cubicBezTo>
                    <a:cubicBezTo>
                      <a:pt x="2" y="19"/>
                      <a:pt x="3" y="22"/>
                      <a:pt x="4" y="25"/>
                    </a:cubicBezTo>
                    <a:cubicBezTo>
                      <a:pt x="7" y="32"/>
                      <a:pt x="10" y="40"/>
                      <a:pt x="12" y="47"/>
                    </a:cubicBezTo>
                    <a:cubicBezTo>
                      <a:pt x="13" y="50"/>
                      <a:pt x="14" y="53"/>
                      <a:pt x="15" y="55"/>
                    </a:cubicBezTo>
                    <a:cubicBezTo>
                      <a:pt x="20" y="61"/>
                      <a:pt x="16" y="49"/>
                      <a:pt x="16" y="47"/>
                    </a:cubicBezTo>
                    <a:cubicBezTo>
                      <a:pt x="10" y="32"/>
                      <a:pt x="3" y="18"/>
                      <a:pt x="1" y="2"/>
                    </a:cubicBezTo>
                  </a:path>
                </a:pathLst>
              </a:custGeom>
              <a:solidFill>
                <a:srgbClr val="C1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1496" name="Freeform 116">
                <a:extLst>
                  <a:ext uri="{FF2B5EF4-FFF2-40B4-BE49-F238E27FC236}">
                    <a16:creationId xmlns:a16="http://schemas.microsoft.com/office/drawing/2014/main" id="{D6C47E25-49EC-48BB-9D13-3A92F19FD7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7" y="2446"/>
                <a:ext cx="29" cy="86"/>
              </a:xfrm>
              <a:custGeom>
                <a:avLst/>
                <a:gdLst>
                  <a:gd name="T0" fmla="*/ 0 w 15"/>
                  <a:gd name="T1" fmla="*/ 0 h 45"/>
                  <a:gd name="T2" fmla="*/ 23 w 15"/>
                  <a:gd name="T3" fmla="*/ 61 h 45"/>
                  <a:gd name="T4" fmla="*/ 44 w 15"/>
                  <a:gd name="T5" fmla="*/ 124 h 45"/>
                  <a:gd name="T6" fmla="*/ 64 w 15"/>
                  <a:gd name="T7" fmla="*/ 245 h 45"/>
                  <a:gd name="T8" fmla="*/ 79 w 15"/>
                  <a:gd name="T9" fmla="*/ 292 h 45"/>
                  <a:gd name="T10" fmla="*/ 85 w 15"/>
                  <a:gd name="T11" fmla="*/ 245 h 45"/>
                  <a:gd name="T12" fmla="*/ 56 w 15"/>
                  <a:gd name="T13" fmla="*/ 145 h 45"/>
                  <a:gd name="T14" fmla="*/ 15 w 15"/>
                  <a:gd name="T15" fmla="*/ 48 h 4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5" h="45">
                    <a:moveTo>
                      <a:pt x="0" y="0"/>
                    </a:moveTo>
                    <a:cubicBezTo>
                      <a:pt x="0" y="3"/>
                      <a:pt x="2" y="6"/>
                      <a:pt x="3" y="9"/>
                    </a:cubicBezTo>
                    <a:cubicBezTo>
                      <a:pt x="5" y="12"/>
                      <a:pt x="5" y="15"/>
                      <a:pt x="6" y="18"/>
                    </a:cubicBezTo>
                    <a:cubicBezTo>
                      <a:pt x="7" y="24"/>
                      <a:pt x="8" y="29"/>
                      <a:pt x="9" y="35"/>
                    </a:cubicBezTo>
                    <a:cubicBezTo>
                      <a:pt x="9" y="37"/>
                      <a:pt x="10" y="41"/>
                      <a:pt x="11" y="42"/>
                    </a:cubicBezTo>
                    <a:cubicBezTo>
                      <a:pt x="15" y="45"/>
                      <a:pt x="12" y="37"/>
                      <a:pt x="12" y="35"/>
                    </a:cubicBezTo>
                    <a:cubicBezTo>
                      <a:pt x="11" y="31"/>
                      <a:pt x="9" y="26"/>
                      <a:pt x="8" y="21"/>
                    </a:cubicBezTo>
                    <a:cubicBezTo>
                      <a:pt x="6" y="17"/>
                      <a:pt x="5" y="11"/>
                      <a:pt x="2" y="7"/>
                    </a:cubicBezTo>
                  </a:path>
                </a:pathLst>
              </a:custGeom>
              <a:solidFill>
                <a:srgbClr val="C1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1497" name="Freeform 117">
                <a:extLst>
                  <a:ext uri="{FF2B5EF4-FFF2-40B4-BE49-F238E27FC236}">
                    <a16:creationId xmlns:a16="http://schemas.microsoft.com/office/drawing/2014/main" id="{BD530835-9EF5-4C05-A5CF-82AE2E4E3C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6" y="2458"/>
                <a:ext cx="19" cy="42"/>
              </a:xfrm>
              <a:custGeom>
                <a:avLst/>
                <a:gdLst>
                  <a:gd name="T0" fmla="*/ 0 w 10"/>
                  <a:gd name="T1" fmla="*/ 0 h 22"/>
                  <a:gd name="T2" fmla="*/ 68 w 10"/>
                  <a:gd name="T3" fmla="*/ 153 h 22"/>
                  <a:gd name="T4" fmla="*/ 40 w 10"/>
                  <a:gd name="T5" fmla="*/ 84 h 22"/>
                  <a:gd name="T6" fmla="*/ 8 w 10"/>
                  <a:gd name="T7" fmla="*/ 15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22">
                    <a:moveTo>
                      <a:pt x="0" y="0"/>
                    </a:moveTo>
                    <a:cubicBezTo>
                      <a:pt x="0" y="7"/>
                      <a:pt x="3" y="19"/>
                      <a:pt x="10" y="22"/>
                    </a:cubicBezTo>
                    <a:cubicBezTo>
                      <a:pt x="10" y="19"/>
                      <a:pt x="7" y="16"/>
                      <a:pt x="6" y="12"/>
                    </a:cubicBezTo>
                    <a:cubicBezTo>
                      <a:pt x="4" y="9"/>
                      <a:pt x="2" y="5"/>
                      <a:pt x="1" y="2"/>
                    </a:cubicBezTo>
                  </a:path>
                </a:pathLst>
              </a:custGeom>
              <a:solidFill>
                <a:srgbClr val="C1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1498" name="Freeform 118">
                <a:extLst>
                  <a:ext uri="{FF2B5EF4-FFF2-40B4-BE49-F238E27FC236}">
                    <a16:creationId xmlns:a16="http://schemas.microsoft.com/office/drawing/2014/main" id="{292C479E-D258-495A-836B-D1C9393472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6" y="1312"/>
                <a:ext cx="109" cy="133"/>
              </a:xfrm>
              <a:custGeom>
                <a:avLst/>
                <a:gdLst>
                  <a:gd name="T0" fmla="*/ 398 w 57"/>
                  <a:gd name="T1" fmla="*/ 0 h 70"/>
                  <a:gd name="T2" fmla="*/ 0 w 57"/>
                  <a:gd name="T3" fmla="*/ 481 h 70"/>
                  <a:gd name="T4" fmla="*/ 398 w 57"/>
                  <a:gd name="T5" fmla="*/ 0 h 7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7" h="70">
                    <a:moveTo>
                      <a:pt x="57" y="0"/>
                    </a:moveTo>
                    <a:cubicBezTo>
                      <a:pt x="57" y="0"/>
                      <a:pt x="11" y="3"/>
                      <a:pt x="0" y="70"/>
                    </a:cubicBezTo>
                    <a:cubicBezTo>
                      <a:pt x="0" y="70"/>
                      <a:pt x="10" y="27"/>
                      <a:pt x="57" y="0"/>
                    </a:cubicBezTo>
                    <a:close/>
                  </a:path>
                </a:pathLst>
              </a:custGeom>
              <a:solidFill>
                <a:srgbClr val="C1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1499" name="Freeform 119">
                <a:extLst>
                  <a:ext uri="{FF2B5EF4-FFF2-40B4-BE49-F238E27FC236}">
                    <a16:creationId xmlns:a16="http://schemas.microsoft.com/office/drawing/2014/main" id="{3E90B9F4-FAE3-4B50-9A13-9A9E65474D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0" y="1553"/>
                <a:ext cx="71" cy="567"/>
              </a:xfrm>
              <a:custGeom>
                <a:avLst/>
                <a:gdLst>
                  <a:gd name="T0" fmla="*/ 261 w 37"/>
                  <a:gd name="T1" fmla="*/ 0 h 299"/>
                  <a:gd name="T2" fmla="*/ 140 w 37"/>
                  <a:gd name="T3" fmla="*/ 607 h 299"/>
                  <a:gd name="T4" fmla="*/ 48 w 37"/>
                  <a:gd name="T5" fmla="*/ 2039 h 299"/>
                  <a:gd name="T6" fmla="*/ 84 w 37"/>
                  <a:gd name="T7" fmla="*/ 1227 h 299"/>
                  <a:gd name="T8" fmla="*/ 169 w 37"/>
                  <a:gd name="T9" fmla="*/ 654 h 299"/>
                  <a:gd name="T10" fmla="*/ 261 w 37"/>
                  <a:gd name="T11" fmla="*/ 0 h 29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7" h="299">
                    <a:moveTo>
                      <a:pt x="37" y="0"/>
                    </a:moveTo>
                    <a:cubicBezTo>
                      <a:pt x="37" y="0"/>
                      <a:pt x="25" y="67"/>
                      <a:pt x="20" y="89"/>
                    </a:cubicBezTo>
                    <a:cubicBezTo>
                      <a:pt x="14" y="112"/>
                      <a:pt x="0" y="144"/>
                      <a:pt x="7" y="299"/>
                    </a:cubicBezTo>
                    <a:cubicBezTo>
                      <a:pt x="7" y="299"/>
                      <a:pt x="9" y="224"/>
                      <a:pt x="12" y="180"/>
                    </a:cubicBezTo>
                    <a:cubicBezTo>
                      <a:pt x="15" y="146"/>
                      <a:pt x="16" y="119"/>
                      <a:pt x="24" y="96"/>
                    </a:cubicBezTo>
                    <a:cubicBezTo>
                      <a:pt x="33" y="73"/>
                      <a:pt x="37" y="0"/>
                      <a:pt x="37" y="0"/>
                    </a:cubicBezTo>
                    <a:close/>
                  </a:path>
                </a:pathLst>
              </a:custGeom>
              <a:solidFill>
                <a:srgbClr val="C1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1500" name="Freeform 120">
                <a:extLst>
                  <a:ext uri="{FF2B5EF4-FFF2-40B4-BE49-F238E27FC236}">
                    <a16:creationId xmlns:a16="http://schemas.microsoft.com/office/drawing/2014/main" id="{8992C963-7BE1-4CF1-81CC-9CAC69F17A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5" y="1733"/>
                <a:ext cx="58" cy="484"/>
              </a:xfrm>
              <a:custGeom>
                <a:avLst/>
                <a:gdLst>
                  <a:gd name="T0" fmla="*/ 217 w 30"/>
                  <a:gd name="T1" fmla="*/ 0 h 255"/>
                  <a:gd name="T2" fmla="*/ 72 w 30"/>
                  <a:gd name="T3" fmla="*/ 691 h 255"/>
                  <a:gd name="T4" fmla="*/ 0 w 30"/>
                  <a:gd name="T5" fmla="*/ 1744 h 255"/>
                  <a:gd name="T6" fmla="*/ 29 w 30"/>
                  <a:gd name="T7" fmla="*/ 998 h 255"/>
                  <a:gd name="T8" fmla="*/ 101 w 30"/>
                  <a:gd name="T9" fmla="*/ 342 h 255"/>
                  <a:gd name="T10" fmla="*/ 217 w 30"/>
                  <a:gd name="T11" fmla="*/ 0 h 25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0" h="255">
                    <a:moveTo>
                      <a:pt x="30" y="0"/>
                    </a:moveTo>
                    <a:cubicBezTo>
                      <a:pt x="30" y="0"/>
                      <a:pt x="10" y="75"/>
                      <a:pt x="10" y="101"/>
                    </a:cubicBezTo>
                    <a:cubicBezTo>
                      <a:pt x="11" y="127"/>
                      <a:pt x="5" y="234"/>
                      <a:pt x="0" y="255"/>
                    </a:cubicBezTo>
                    <a:cubicBezTo>
                      <a:pt x="0" y="255"/>
                      <a:pt x="6" y="168"/>
                      <a:pt x="4" y="146"/>
                    </a:cubicBezTo>
                    <a:cubicBezTo>
                      <a:pt x="2" y="125"/>
                      <a:pt x="9" y="67"/>
                      <a:pt x="14" y="50"/>
                    </a:cubicBezTo>
                    <a:cubicBezTo>
                      <a:pt x="19" y="33"/>
                      <a:pt x="30" y="0"/>
                      <a:pt x="30" y="0"/>
                    </a:cubicBezTo>
                    <a:close/>
                  </a:path>
                </a:pathLst>
              </a:custGeom>
              <a:solidFill>
                <a:srgbClr val="8E4C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1501" name="Freeform 121">
                <a:extLst>
                  <a:ext uri="{FF2B5EF4-FFF2-40B4-BE49-F238E27FC236}">
                    <a16:creationId xmlns:a16="http://schemas.microsoft.com/office/drawing/2014/main" id="{6A8D90E6-B086-477A-98C5-6088CBD358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6" y="1822"/>
                <a:ext cx="59" cy="23"/>
              </a:xfrm>
              <a:custGeom>
                <a:avLst/>
                <a:gdLst>
                  <a:gd name="T0" fmla="*/ 213 w 31"/>
                  <a:gd name="T1" fmla="*/ 84 h 12"/>
                  <a:gd name="T2" fmla="*/ 0 w 31"/>
                  <a:gd name="T3" fmla="*/ 23 h 12"/>
                  <a:gd name="T4" fmla="*/ 213 w 31"/>
                  <a:gd name="T5" fmla="*/ 84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1" h="12">
                    <a:moveTo>
                      <a:pt x="31" y="12"/>
                    </a:moveTo>
                    <a:cubicBezTo>
                      <a:pt x="31" y="12"/>
                      <a:pt x="11" y="1"/>
                      <a:pt x="0" y="3"/>
                    </a:cubicBezTo>
                    <a:cubicBezTo>
                      <a:pt x="0" y="3"/>
                      <a:pt x="22" y="0"/>
                      <a:pt x="31" y="12"/>
                    </a:cubicBezTo>
                    <a:close/>
                  </a:path>
                </a:pathLst>
              </a:custGeom>
              <a:solidFill>
                <a:srgbClr val="C1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1502" name="Freeform 122">
                <a:extLst>
                  <a:ext uri="{FF2B5EF4-FFF2-40B4-BE49-F238E27FC236}">
                    <a16:creationId xmlns:a16="http://schemas.microsoft.com/office/drawing/2014/main" id="{DF4B2225-5934-49AE-9AC4-78F17623EC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8" y="2909"/>
                <a:ext cx="35" cy="129"/>
              </a:xfrm>
              <a:custGeom>
                <a:avLst/>
                <a:gdLst>
                  <a:gd name="T0" fmla="*/ 0 w 18"/>
                  <a:gd name="T1" fmla="*/ 0 h 68"/>
                  <a:gd name="T2" fmla="*/ 45 w 18"/>
                  <a:gd name="T3" fmla="*/ 176 h 68"/>
                  <a:gd name="T4" fmla="*/ 88 w 18"/>
                  <a:gd name="T5" fmla="*/ 465 h 68"/>
                  <a:gd name="T6" fmla="*/ 95 w 18"/>
                  <a:gd name="T7" fmla="*/ 220 h 68"/>
                  <a:gd name="T8" fmla="*/ 31 w 18"/>
                  <a:gd name="T9" fmla="*/ 28 h 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68">
                    <a:moveTo>
                      <a:pt x="0" y="0"/>
                    </a:moveTo>
                    <a:cubicBezTo>
                      <a:pt x="0" y="11"/>
                      <a:pt x="2" y="17"/>
                      <a:pt x="6" y="26"/>
                    </a:cubicBezTo>
                    <a:cubicBezTo>
                      <a:pt x="13" y="40"/>
                      <a:pt x="10" y="54"/>
                      <a:pt x="12" y="68"/>
                    </a:cubicBezTo>
                    <a:cubicBezTo>
                      <a:pt x="18" y="60"/>
                      <a:pt x="14" y="41"/>
                      <a:pt x="13" y="32"/>
                    </a:cubicBezTo>
                    <a:cubicBezTo>
                      <a:pt x="12" y="21"/>
                      <a:pt x="9" y="13"/>
                      <a:pt x="4" y="4"/>
                    </a:cubicBezTo>
                  </a:path>
                </a:pathLst>
              </a:custGeom>
              <a:solidFill>
                <a:srgbClr val="C1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1503" name="Freeform 123">
                <a:extLst>
                  <a:ext uri="{FF2B5EF4-FFF2-40B4-BE49-F238E27FC236}">
                    <a16:creationId xmlns:a16="http://schemas.microsoft.com/office/drawing/2014/main" id="{5EF1D0B4-C9C8-4878-87E7-11E71D93D7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9" y="2814"/>
                <a:ext cx="21" cy="124"/>
              </a:xfrm>
              <a:custGeom>
                <a:avLst/>
                <a:gdLst>
                  <a:gd name="T0" fmla="*/ 0 w 11"/>
                  <a:gd name="T1" fmla="*/ 0 h 65"/>
                  <a:gd name="T2" fmla="*/ 8 w 11"/>
                  <a:gd name="T3" fmla="*/ 452 h 65"/>
                  <a:gd name="T4" fmla="*/ 21 w 11"/>
                  <a:gd name="T5" fmla="*/ 84 h 6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65">
                    <a:moveTo>
                      <a:pt x="0" y="0"/>
                    </a:moveTo>
                    <a:cubicBezTo>
                      <a:pt x="11" y="18"/>
                      <a:pt x="7" y="46"/>
                      <a:pt x="1" y="65"/>
                    </a:cubicBezTo>
                    <a:cubicBezTo>
                      <a:pt x="2" y="50"/>
                      <a:pt x="8" y="27"/>
                      <a:pt x="3" y="12"/>
                    </a:cubicBezTo>
                  </a:path>
                </a:pathLst>
              </a:custGeom>
              <a:solidFill>
                <a:srgbClr val="C1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1504" name="Freeform 124">
                <a:extLst>
                  <a:ext uri="{FF2B5EF4-FFF2-40B4-BE49-F238E27FC236}">
                    <a16:creationId xmlns:a16="http://schemas.microsoft.com/office/drawing/2014/main" id="{0102BECF-29C8-419D-B356-DF368314B5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2" y="1562"/>
                <a:ext cx="94" cy="55"/>
              </a:xfrm>
              <a:custGeom>
                <a:avLst/>
                <a:gdLst>
                  <a:gd name="T0" fmla="*/ 345 w 49"/>
                  <a:gd name="T1" fmla="*/ 184 h 29"/>
                  <a:gd name="T2" fmla="*/ 140 w 49"/>
                  <a:gd name="T3" fmla="*/ 152 h 29"/>
                  <a:gd name="T4" fmla="*/ 0 w 49"/>
                  <a:gd name="T5" fmla="*/ 0 h 29"/>
                  <a:gd name="T6" fmla="*/ 292 w 49"/>
                  <a:gd name="T7" fmla="*/ 197 h 2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9" h="29">
                    <a:moveTo>
                      <a:pt x="49" y="27"/>
                    </a:moveTo>
                    <a:cubicBezTo>
                      <a:pt x="38" y="26"/>
                      <a:pt x="29" y="28"/>
                      <a:pt x="20" y="22"/>
                    </a:cubicBezTo>
                    <a:cubicBezTo>
                      <a:pt x="13" y="16"/>
                      <a:pt x="4" y="9"/>
                      <a:pt x="0" y="0"/>
                    </a:cubicBezTo>
                    <a:cubicBezTo>
                      <a:pt x="12" y="9"/>
                      <a:pt x="25" y="27"/>
                      <a:pt x="41" y="29"/>
                    </a:cubicBezTo>
                  </a:path>
                </a:pathLst>
              </a:custGeom>
              <a:solidFill>
                <a:srgbClr val="8E4C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1505" name="Freeform 125">
                <a:extLst>
                  <a:ext uri="{FF2B5EF4-FFF2-40B4-BE49-F238E27FC236}">
                    <a16:creationId xmlns:a16="http://schemas.microsoft.com/office/drawing/2014/main" id="{83B59EB9-63CE-42E7-9D90-6AADE715CA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8" y="1475"/>
                <a:ext cx="39" cy="235"/>
              </a:xfrm>
              <a:custGeom>
                <a:avLst/>
                <a:gdLst>
                  <a:gd name="T0" fmla="*/ 133 w 20"/>
                  <a:gd name="T1" fmla="*/ 8 h 124"/>
                  <a:gd name="T2" fmla="*/ 117 w 20"/>
                  <a:gd name="T3" fmla="*/ 116 h 124"/>
                  <a:gd name="T4" fmla="*/ 111 w 20"/>
                  <a:gd name="T5" fmla="*/ 237 h 124"/>
                  <a:gd name="T6" fmla="*/ 103 w 20"/>
                  <a:gd name="T7" fmla="*/ 434 h 124"/>
                  <a:gd name="T8" fmla="*/ 0 w 20"/>
                  <a:gd name="T9" fmla="*/ 843 h 124"/>
                  <a:gd name="T10" fmla="*/ 53 w 20"/>
                  <a:gd name="T11" fmla="*/ 593 h 124"/>
                  <a:gd name="T12" fmla="*/ 80 w 20"/>
                  <a:gd name="T13" fmla="*/ 334 h 124"/>
                  <a:gd name="T14" fmla="*/ 111 w 20"/>
                  <a:gd name="T15" fmla="*/ 136 h 124"/>
                  <a:gd name="T16" fmla="*/ 148 w 20"/>
                  <a:gd name="T17" fmla="*/ 0 h 12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0" h="124">
                    <a:moveTo>
                      <a:pt x="18" y="1"/>
                    </a:moveTo>
                    <a:cubicBezTo>
                      <a:pt x="19" y="2"/>
                      <a:pt x="17" y="14"/>
                      <a:pt x="16" y="17"/>
                    </a:cubicBezTo>
                    <a:cubicBezTo>
                      <a:pt x="16" y="23"/>
                      <a:pt x="15" y="29"/>
                      <a:pt x="15" y="35"/>
                    </a:cubicBezTo>
                    <a:cubicBezTo>
                      <a:pt x="15" y="45"/>
                      <a:pt x="15" y="54"/>
                      <a:pt x="14" y="64"/>
                    </a:cubicBezTo>
                    <a:cubicBezTo>
                      <a:pt x="12" y="85"/>
                      <a:pt x="5" y="104"/>
                      <a:pt x="0" y="124"/>
                    </a:cubicBezTo>
                    <a:cubicBezTo>
                      <a:pt x="5" y="113"/>
                      <a:pt x="5" y="99"/>
                      <a:pt x="7" y="87"/>
                    </a:cubicBezTo>
                    <a:cubicBezTo>
                      <a:pt x="9" y="74"/>
                      <a:pt x="10" y="61"/>
                      <a:pt x="11" y="49"/>
                    </a:cubicBezTo>
                    <a:cubicBezTo>
                      <a:pt x="12" y="39"/>
                      <a:pt x="13" y="30"/>
                      <a:pt x="15" y="20"/>
                    </a:cubicBezTo>
                    <a:cubicBezTo>
                      <a:pt x="17" y="14"/>
                      <a:pt x="19" y="7"/>
                      <a:pt x="20" y="0"/>
                    </a:cubicBezTo>
                  </a:path>
                </a:pathLst>
              </a:custGeom>
              <a:solidFill>
                <a:srgbClr val="8E4C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1506" name="Freeform 126">
                <a:extLst>
                  <a:ext uri="{FF2B5EF4-FFF2-40B4-BE49-F238E27FC236}">
                    <a16:creationId xmlns:a16="http://schemas.microsoft.com/office/drawing/2014/main" id="{50E9E79C-9F71-488B-ABCE-9D2821B23E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4" y="1627"/>
                <a:ext cx="81" cy="795"/>
              </a:xfrm>
              <a:custGeom>
                <a:avLst/>
                <a:gdLst>
                  <a:gd name="T0" fmla="*/ 137 w 42"/>
                  <a:gd name="T1" fmla="*/ 0 h 419"/>
                  <a:gd name="T2" fmla="*/ 216 w 42"/>
                  <a:gd name="T3" fmla="*/ 822 h 419"/>
                  <a:gd name="T4" fmla="*/ 179 w 42"/>
                  <a:gd name="T5" fmla="*/ 1842 h 419"/>
                  <a:gd name="T6" fmla="*/ 0 w 42"/>
                  <a:gd name="T7" fmla="*/ 2861 h 419"/>
                  <a:gd name="T8" fmla="*/ 152 w 42"/>
                  <a:gd name="T9" fmla="*/ 2154 h 419"/>
                  <a:gd name="T10" fmla="*/ 293 w 42"/>
                  <a:gd name="T11" fmla="*/ 1195 h 419"/>
                  <a:gd name="T12" fmla="*/ 137 w 42"/>
                  <a:gd name="T13" fmla="*/ 0 h 4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2" h="419">
                    <a:moveTo>
                      <a:pt x="19" y="0"/>
                    </a:moveTo>
                    <a:cubicBezTo>
                      <a:pt x="19" y="0"/>
                      <a:pt x="23" y="72"/>
                      <a:pt x="30" y="120"/>
                    </a:cubicBezTo>
                    <a:cubicBezTo>
                      <a:pt x="38" y="167"/>
                      <a:pt x="36" y="232"/>
                      <a:pt x="25" y="270"/>
                    </a:cubicBezTo>
                    <a:cubicBezTo>
                      <a:pt x="14" y="308"/>
                      <a:pt x="1" y="364"/>
                      <a:pt x="0" y="419"/>
                    </a:cubicBezTo>
                    <a:cubicBezTo>
                      <a:pt x="0" y="419"/>
                      <a:pt x="3" y="352"/>
                      <a:pt x="21" y="315"/>
                    </a:cubicBezTo>
                    <a:cubicBezTo>
                      <a:pt x="39" y="278"/>
                      <a:pt x="41" y="193"/>
                      <a:pt x="41" y="175"/>
                    </a:cubicBezTo>
                    <a:cubicBezTo>
                      <a:pt x="42" y="157"/>
                      <a:pt x="17" y="16"/>
                      <a:pt x="19" y="0"/>
                    </a:cubicBezTo>
                    <a:close/>
                  </a:path>
                </a:pathLst>
              </a:custGeom>
              <a:solidFill>
                <a:srgbClr val="C1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1507" name="Freeform 127">
                <a:extLst>
                  <a:ext uri="{FF2B5EF4-FFF2-40B4-BE49-F238E27FC236}">
                    <a16:creationId xmlns:a16="http://schemas.microsoft.com/office/drawing/2014/main" id="{68017E80-AC20-4A06-AD00-3F8B1A3ED3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0" y="2297"/>
                <a:ext cx="81" cy="151"/>
              </a:xfrm>
              <a:custGeom>
                <a:avLst/>
                <a:gdLst>
                  <a:gd name="T0" fmla="*/ 301 w 42"/>
                  <a:gd name="T1" fmla="*/ 538 h 80"/>
                  <a:gd name="T2" fmla="*/ 156 w 42"/>
                  <a:gd name="T3" fmla="*/ 296 h 80"/>
                  <a:gd name="T4" fmla="*/ 0 w 42"/>
                  <a:gd name="T5" fmla="*/ 0 h 80"/>
                  <a:gd name="T6" fmla="*/ 71 w 42"/>
                  <a:gd name="T7" fmla="*/ 128 h 80"/>
                  <a:gd name="T8" fmla="*/ 152 w 42"/>
                  <a:gd name="T9" fmla="*/ 296 h 80"/>
                  <a:gd name="T10" fmla="*/ 224 w 42"/>
                  <a:gd name="T11" fmla="*/ 417 h 80"/>
                  <a:gd name="T12" fmla="*/ 280 w 42"/>
                  <a:gd name="T13" fmla="*/ 517 h 8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2" h="80">
                    <a:moveTo>
                      <a:pt x="42" y="80"/>
                    </a:moveTo>
                    <a:cubicBezTo>
                      <a:pt x="33" y="71"/>
                      <a:pt x="28" y="55"/>
                      <a:pt x="22" y="44"/>
                    </a:cubicBezTo>
                    <a:cubicBezTo>
                      <a:pt x="15" y="29"/>
                      <a:pt x="10" y="13"/>
                      <a:pt x="0" y="0"/>
                    </a:cubicBezTo>
                    <a:cubicBezTo>
                      <a:pt x="2" y="7"/>
                      <a:pt x="6" y="13"/>
                      <a:pt x="10" y="19"/>
                    </a:cubicBezTo>
                    <a:cubicBezTo>
                      <a:pt x="14" y="27"/>
                      <a:pt x="17" y="36"/>
                      <a:pt x="21" y="44"/>
                    </a:cubicBezTo>
                    <a:cubicBezTo>
                      <a:pt x="24" y="50"/>
                      <a:pt x="27" y="56"/>
                      <a:pt x="31" y="62"/>
                    </a:cubicBezTo>
                    <a:cubicBezTo>
                      <a:pt x="34" y="67"/>
                      <a:pt x="38" y="72"/>
                      <a:pt x="39" y="77"/>
                    </a:cubicBezTo>
                  </a:path>
                </a:pathLst>
              </a:custGeom>
              <a:solidFill>
                <a:srgbClr val="8E4C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1508" name="Freeform 128">
                <a:extLst>
                  <a:ext uri="{FF2B5EF4-FFF2-40B4-BE49-F238E27FC236}">
                    <a16:creationId xmlns:a16="http://schemas.microsoft.com/office/drawing/2014/main" id="{3371DB6D-9F4A-4DD6-AED3-EEB15C8C49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5" y="2610"/>
                <a:ext cx="44" cy="351"/>
              </a:xfrm>
              <a:custGeom>
                <a:avLst/>
                <a:gdLst>
                  <a:gd name="T0" fmla="*/ 161 w 23"/>
                  <a:gd name="T1" fmla="*/ 0 h 185"/>
                  <a:gd name="T2" fmla="*/ 40 w 23"/>
                  <a:gd name="T3" fmla="*/ 698 h 185"/>
                  <a:gd name="T4" fmla="*/ 29 w 23"/>
                  <a:gd name="T5" fmla="*/ 1264 h 185"/>
                  <a:gd name="T6" fmla="*/ 15 w 23"/>
                  <a:gd name="T7" fmla="*/ 899 h 185"/>
                  <a:gd name="T8" fmla="*/ 161 w 23"/>
                  <a:gd name="T9" fmla="*/ 0 h 18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185">
                    <a:moveTo>
                      <a:pt x="23" y="0"/>
                    </a:moveTo>
                    <a:cubicBezTo>
                      <a:pt x="23" y="0"/>
                      <a:pt x="9" y="77"/>
                      <a:pt x="6" y="102"/>
                    </a:cubicBezTo>
                    <a:cubicBezTo>
                      <a:pt x="4" y="127"/>
                      <a:pt x="6" y="165"/>
                      <a:pt x="4" y="185"/>
                    </a:cubicBezTo>
                    <a:cubicBezTo>
                      <a:pt x="4" y="185"/>
                      <a:pt x="3" y="145"/>
                      <a:pt x="2" y="132"/>
                    </a:cubicBezTo>
                    <a:cubicBezTo>
                      <a:pt x="0" y="118"/>
                      <a:pt x="8" y="51"/>
                      <a:pt x="23" y="0"/>
                    </a:cubicBezTo>
                    <a:close/>
                  </a:path>
                </a:pathLst>
              </a:custGeom>
              <a:solidFill>
                <a:srgbClr val="8E4C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1509" name="Freeform 129">
                <a:extLst>
                  <a:ext uri="{FF2B5EF4-FFF2-40B4-BE49-F238E27FC236}">
                    <a16:creationId xmlns:a16="http://schemas.microsoft.com/office/drawing/2014/main" id="{7E84365D-4809-44F4-B7C9-5FAE3C3C8C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9" y="3937"/>
                <a:ext cx="25" cy="44"/>
              </a:xfrm>
              <a:custGeom>
                <a:avLst/>
                <a:gdLst>
                  <a:gd name="T0" fmla="*/ 92 w 13"/>
                  <a:gd name="T1" fmla="*/ 0 h 23"/>
                  <a:gd name="T2" fmla="*/ 0 w 13"/>
                  <a:gd name="T3" fmla="*/ 161 h 23"/>
                  <a:gd name="T4" fmla="*/ 77 w 13"/>
                  <a:gd name="T5" fmla="*/ 8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23">
                    <a:moveTo>
                      <a:pt x="13" y="0"/>
                    </a:moveTo>
                    <a:cubicBezTo>
                      <a:pt x="7" y="4"/>
                      <a:pt x="2" y="16"/>
                      <a:pt x="0" y="23"/>
                    </a:cubicBezTo>
                    <a:cubicBezTo>
                      <a:pt x="1" y="13"/>
                      <a:pt x="6" y="8"/>
                      <a:pt x="11" y="1"/>
                    </a:cubicBezTo>
                  </a:path>
                </a:pathLst>
              </a:custGeom>
              <a:solidFill>
                <a:srgbClr val="8E4C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1510" name="Freeform 130">
                <a:extLst>
                  <a:ext uri="{FF2B5EF4-FFF2-40B4-BE49-F238E27FC236}">
                    <a16:creationId xmlns:a16="http://schemas.microsoft.com/office/drawing/2014/main" id="{AB162F65-89B9-4454-A43C-D1625D2DC5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1" y="3951"/>
                <a:ext cx="14" cy="26"/>
              </a:xfrm>
              <a:custGeom>
                <a:avLst/>
                <a:gdLst>
                  <a:gd name="T0" fmla="*/ 48 w 7"/>
                  <a:gd name="T1" fmla="*/ 0 h 14"/>
                  <a:gd name="T2" fmla="*/ 0 w 7"/>
                  <a:gd name="T3" fmla="*/ 89 h 14"/>
                  <a:gd name="T4" fmla="*/ 40 w 7"/>
                  <a:gd name="T5" fmla="*/ 13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4">
                    <a:moveTo>
                      <a:pt x="6" y="0"/>
                    </a:moveTo>
                    <a:cubicBezTo>
                      <a:pt x="7" y="4"/>
                      <a:pt x="3" y="11"/>
                      <a:pt x="0" y="14"/>
                    </a:cubicBezTo>
                    <a:cubicBezTo>
                      <a:pt x="4" y="11"/>
                      <a:pt x="2" y="5"/>
                      <a:pt x="5" y="2"/>
                    </a:cubicBezTo>
                  </a:path>
                </a:pathLst>
              </a:custGeom>
              <a:solidFill>
                <a:srgbClr val="8E4C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1511" name="Freeform 131">
                <a:extLst>
                  <a:ext uri="{FF2B5EF4-FFF2-40B4-BE49-F238E27FC236}">
                    <a16:creationId xmlns:a16="http://schemas.microsoft.com/office/drawing/2014/main" id="{545BF301-3FD0-47A3-AD17-EF3830F23C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3" y="3941"/>
                <a:ext cx="17" cy="25"/>
              </a:xfrm>
              <a:custGeom>
                <a:avLst/>
                <a:gdLst>
                  <a:gd name="T0" fmla="*/ 60 w 9"/>
                  <a:gd name="T1" fmla="*/ 0 h 13"/>
                  <a:gd name="T2" fmla="*/ 8 w 9"/>
                  <a:gd name="T3" fmla="*/ 92 h 13"/>
                  <a:gd name="T4" fmla="*/ 60 w 9"/>
                  <a:gd name="T5" fmla="*/ 8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3">
                    <a:moveTo>
                      <a:pt x="9" y="0"/>
                    </a:moveTo>
                    <a:cubicBezTo>
                      <a:pt x="8" y="4"/>
                      <a:pt x="5" y="12"/>
                      <a:pt x="1" y="13"/>
                    </a:cubicBezTo>
                    <a:cubicBezTo>
                      <a:pt x="0" y="8"/>
                      <a:pt x="5" y="3"/>
                      <a:pt x="9" y="1"/>
                    </a:cubicBezTo>
                  </a:path>
                </a:pathLst>
              </a:custGeom>
              <a:solidFill>
                <a:srgbClr val="8E4C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1512" name="Freeform 132">
                <a:extLst>
                  <a:ext uri="{FF2B5EF4-FFF2-40B4-BE49-F238E27FC236}">
                    <a16:creationId xmlns:a16="http://schemas.microsoft.com/office/drawing/2014/main" id="{04FC12D0-196B-4D67-B517-183CC3D6DE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6" y="3932"/>
                <a:ext cx="7" cy="17"/>
              </a:xfrm>
              <a:custGeom>
                <a:avLst/>
                <a:gdLst>
                  <a:gd name="T0" fmla="*/ 21 w 4"/>
                  <a:gd name="T1" fmla="*/ 8 h 9"/>
                  <a:gd name="T2" fmla="*/ 7 w 4"/>
                  <a:gd name="T3" fmla="*/ 60 h 9"/>
                  <a:gd name="T4" fmla="*/ 21 w 4"/>
                  <a:gd name="T5" fmla="*/ 0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9">
                    <a:moveTo>
                      <a:pt x="4" y="1"/>
                    </a:moveTo>
                    <a:cubicBezTo>
                      <a:pt x="4" y="3"/>
                      <a:pt x="3" y="7"/>
                      <a:pt x="1" y="9"/>
                    </a:cubicBezTo>
                    <a:cubicBezTo>
                      <a:pt x="0" y="6"/>
                      <a:pt x="3" y="2"/>
                      <a:pt x="4" y="0"/>
                    </a:cubicBezTo>
                  </a:path>
                </a:pathLst>
              </a:custGeom>
              <a:solidFill>
                <a:srgbClr val="8E4C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1513" name="Freeform 133">
                <a:extLst>
                  <a:ext uri="{FF2B5EF4-FFF2-40B4-BE49-F238E27FC236}">
                    <a16:creationId xmlns:a16="http://schemas.microsoft.com/office/drawing/2014/main" id="{F70249A3-B226-4A54-B33D-905323134E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6" y="3843"/>
                <a:ext cx="15" cy="49"/>
              </a:xfrm>
              <a:custGeom>
                <a:avLst/>
                <a:gdLst>
                  <a:gd name="T0" fmla="*/ 45 w 8"/>
                  <a:gd name="T1" fmla="*/ 0 h 26"/>
                  <a:gd name="T2" fmla="*/ 28 w 8"/>
                  <a:gd name="T3" fmla="*/ 47 h 26"/>
                  <a:gd name="T4" fmla="*/ 15 w 8"/>
                  <a:gd name="T5" fmla="*/ 92 h 26"/>
                  <a:gd name="T6" fmla="*/ 0 w 8"/>
                  <a:gd name="T7" fmla="*/ 173 h 26"/>
                  <a:gd name="T8" fmla="*/ 32 w 8"/>
                  <a:gd name="T9" fmla="*/ 81 h 26"/>
                  <a:gd name="T10" fmla="*/ 53 w 8"/>
                  <a:gd name="T11" fmla="*/ 8 h 2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" h="26">
                    <a:moveTo>
                      <a:pt x="7" y="0"/>
                    </a:moveTo>
                    <a:cubicBezTo>
                      <a:pt x="7" y="3"/>
                      <a:pt x="5" y="5"/>
                      <a:pt x="4" y="7"/>
                    </a:cubicBezTo>
                    <a:cubicBezTo>
                      <a:pt x="3" y="9"/>
                      <a:pt x="2" y="12"/>
                      <a:pt x="2" y="14"/>
                    </a:cubicBezTo>
                    <a:cubicBezTo>
                      <a:pt x="1" y="18"/>
                      <a:pt x="0" y="22"/>
                      <a:pt x="0" y="26"/>
                    </a:cubicBezTo>
                    <a:cubicBezTo>
                      <a:pt x="1" y="21"/>
                      <a:pt x="4" y="17"/>
                      <a:pt x="5" y="12"/>
                    </a:cubicBezTo>
                    <a:cubicBezTo>
                      <a:pt x="7" y="9"/>
                      <a:pt x="7" y="5"/>
                      <a:pt x="8" y="1"/>
                    </a:cubicBezTo>
                  </a:path>
                </a:pathLst>
              </a:custGeom>
              <a:solidFill>
                <a:srgbClr val="C1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1514" name="Freeform 134">
                <a:extLst>
                  <a:ext uri="{FF2B5EF4-FFF2-40B4-BE49-F238E27FC236}">
                    <a16:creationId xmlns:a16="http://schemas.microsoft.com/office/drawing/2014/main" id="{0B955C90-C498-4B76-9C00-CD8EE26F0D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8" y="3920"/>
                <a:ext cx="34" cy="54"/>
              </a:xfrm>
              <a:custGeom>
                <a:avLst/>
                <a:gdLst>
                  <a:gd name="T0" fmla="*/ 121 w 18"/>
                  <a:gd name="T1" fmla="*/ 0 h 28"/>
                  <a:gd name="T2" fmla="*/ 60 w 18"/>
                  <a:gd name="T3" fmla="*/ 145 h 28"/>
                  <a:gd name="T4" fmla="*/ 0 w 18"/>
                  <a:gd name="T5" fmla="*/ 201 h 28"/>
                  <a:gd name="T6" fmla="*/ 60 w 18"/>
                  <a:gd name="T7" fmla="*/ 123 h 28"/>
                  <a:gd name="T8" fmla="*/ 100 w 18"/>
                  <a:gd name="T9" fmla="*/ 56 h 28"/>
                  <a:gd name="T10" fmla="*/ 121 w 18"/>
                  <a:gd name="T11" fmla="*/ 8 h 2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8" h="28">
                    <a:moveTo>
                      <a:pt x="18" y="0"/>
                    </a:moveTo>
                    <a:cubicBezTo>
                      <a:pt x="18" y="8"/>
                      <a:pt x="15" y="14"/>
                      <a:pt x="9" y="20"/>
                    </a:cubicBezTo>
                    <a:cubicBezTo>
                      <a:pt x="7" y="23"/>
                      <a:pt x="3" y="26"/>
                      <a:pt x="0" y="28"/>
                    </a:cubicBezTo>
                    <a:cubicBezTo>
                      <a:pt x="3" y="24"/>
                      <a:pt x="7" y="21"/>
                      <a:pt x="9" y="17"/>
                    </a:cubicBezTo>
                    <a:cubicBezTo>
                      <a:pt x="11" y="14"/>
                      <a:pt x="13" y="11"/>
                      <a:pt x="15" y="8"/>
                    </a:cubicBezTo>
                    <a:cubicBezTo>
                      <a:pt x="16" y="7"/>
                      <a:pt x="17" y="2"/>
                      <a:pt x="18" y="1"/>
                    </a:cubicBezTo>
                  </a:path>
                </a:pathLst>
              </a:custGeom>
              <a:solidFill>
                <a:srgbClr val="C1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1515" name="Freeform 135">
                <a:extLst>
                  <a:ext uri="{FF2B5EF4-FFF2-40B4-BE49-F238E27FC236}">
                    <a16:creationId xmlns:a16="http://schemas.microsoft.com/office/drawing/2014/main" id="{26B83065-E6A6-474B-B135-B5EC07AF8C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5" y="4008"/>
                <a:ext cx="54" cy="24"/>
              </a:xfrm>
              <a:custGeom>
                <a:avLst/>
                <a:gdLst>
                  <a:gd name="T0" fmla="*/ 201 w 28"/>
                  <a:gd name="T1" fmla="*/ 61 h 13"/>
                  <a:gd name="T2" fmla="*/ 123 w 28"/>
                  <a:gd name="T3" fmla="*/ 81 h 13"/>
                  <a:gd name="T4" fmla="*/ 64 w 28"/>
                  <a:gd name="T5" fmla="*/ 61 h 13"/>
                  <a:gd name="T6" fmla="*/ 8 w 28"/>
                  <a:gd name="T7" fmla="*/ 0 h 13"/>
                  <a:gd name="T8" fmla="*/ 37 w 28"/>
                  <a:gd name="T9" fmla="*/ 20 h 13"/>
                  <a:gd name="T10" fmla="*/ 100 w 28"/>
                  <a:gd name="T11" fmla="*/ 52 h 13"/>
                  <a:gd name="T12" fmla="*/ 164 w 28"/>
                  <a:gd name="T13" fmla="*/ 61 h 13"/>
                  <a:gd name="T14" fmla="*/ 201 w 28"/>
                  <a:gd name="T15" fmla="*/ 61 h 1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8" h="13">
                    <a:moveTo>
                      <a:pt x="28" y="10"/>
                    </a:moveTo>
                    <a:cubicBezTo>
                      <a:pt x="25" y="11"/>
                      <a:pt x="21" y="13"/>
                      <a:pt x="17" y="13"/>
                    </a:cubicBezTo>
                    <a:cubicBezTo>
                      <a:pt x="15" y="13"/>
                      <a:pt x="12" y="11"/>
                      <a:pt x="9" y="10"/>
                    </a:cubicBezTo>
                    <a:cubicBezTo>
                      <a:pt x="5" y="9"/>
                      <a:pt x="0" y="5"/>
                      <a:pt x="1" y="0"/>
                    </a:cubicBezTo>
                    <a:cubicBezTo>
                      <a:pt x="2" y="2"/>
                      <a:pt x="3" y="2"/>
                      <a:pt x="5" y="3"/>
                    </a:cubicBezTo>
                    <a:cubicBezTo>
                      <a:pt x="8" y="5"/>
                      <a:pt x="11" y="7"/>
                      <a:pt x="14" y="8"/>
                    </a:cubicBezTo>
                    <a:cubicBezTo>
                      <a:pt x="17" y="9"/>
                      <a:pt x="20" y="10"/>
                      <a:pt x="23" y="10"/>
                    </a:cubicBezTo>
                    <a:cubicBezTo>
                      <a:pt x="24" y="10"/>
                      <a:pt x="27" y="11"/>
                      <a:pt x="28" y="10"/>
                    </a:cubicBezTo>
                  </a:path>
                </a:pathLst>
              </a:custGeom>
              <a:solidFill>
                <a:srgbClr val="C1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1516" name="Freeform 136">
                <a:extLst>
                  <a:ext uri="{FF2B5EF4-FFF2-40B4-BE49-F238E27FC236}">
                    <a16:creationId xmlns:a16="http://schemas.microsoft.com/office/drawing/2014/main" id="{A818B951-7735-4D36-B01A-F2A429A041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3" y="4004"/>
                <a:ext cx="23" cy="13"/>
              </a:xfrm>
              <a:custGeom>
                <a:avLst/>
                <a:gdLst>
                  <a:gd name="T0" fmla="*/ 84 w 12"/>
                  <a:gd name="T1" fmla="*/ 7 h 7"/>
                  <a:gd name="T2" fmla="*/ 0 w 12"/>
                  <a:gd name="T3" fmla="*/ 0 h 7"/>
                  <a:gd name="T4" fmla="*/ 77 w 12"/>
                  <a:gd name="T5" fmla="*/ 13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7">
                    <a:moveTo>
                      <a:pt x="12" y="1"/>
                    </a:moveTo>
                    <a:cubicBezTo>
                      <a:pt x="11" y="7"/>
                      <a:pt x="2" y="5"/>
                      <a:pt x="0" y="0"/>
                    </a:cubicBezTo>
                    <a:cubicBezTo>
                      <a:pt x="2" y="3"/>
                      <a:pt x="9" y="5"/>
                      <a:pt x="11" y="2"/>
                    </a:cubicBezTo>
                  </a:path>
                </a:pathLst>
              </a:custGeom>
              <a:solidFill>
                <a:srgbClr val="C1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1517" name="Freeform 137">
                <a:extLst>
                  <a:ext uri="{FF2B5EF4-FFF2-40B4-BE49-F238E27FC236}">
                    <a16:creationId xmlns:a16="http://schemas.microsoft.com/office/drawing/2014/main" id="{7BF8B98E-B741-4610-AE73-44D5637797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4" y="3989"/>
                <a:ext cx="19" cy="17"/>
              </a:xfrm>
              <a:custGeom>
                <a:avLst/>
                <a:gdLst>
                  <a:gd name="T0" fmla="*/ 68 w 10"/>
                  <a:gd name="T1" fmla="*/ 21 h 9"/>
                  <a:gd name="T2" fmla="*/ 0 w 10"/>
                  <a:gd name="T3" fmla="*/ 0 h 9"/>
                  <a:gd name="T4" fmla="*/ 48 w 10"/>
                  <a:gd name="T5" fmla="*/ 15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9">
                    <a:moveTo>
                      <a:pt x="10" y="3"/>
                    </a:moveTo>
                    <a:cubicBezTo>
                      <a:pt x="9" y="9"/>
                      <a:pt x="1" y="4"/>
                      <a:pt x="0" y="0"/>
                    </a:cubicBezTo>
                    <a:cubicBezTo>
                      <a:pt x="1" y="2"/>
                      <a:pt x="6" y="5"/>
                      <a:pt x="7" y="2"/>
                    </a:cubicBezTo>
                  </a:path>
                </a:pathLst>
              </a:custGeom>
              <a:solidFill>
                <a:srgbClr val="C1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1518" name="Freeform 138">
                <a:extLst>
                  <a:ext uri="{FF2B5EF4-FFF2-40B4-BE49-F238E27FC236}">
                    <a16:creationId xmlns:a16="http://schemas.microsoft.com/office/drawing/2014/main" id="{4ECA53CE-A202-48B2-BC00-BCEE563BF9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5" y="3975"/>
                <a:ext cx="11" cy="16"/>
              </a:xfrm>
              <a:custGeom>
                <a:avLst/>
                <a:gdLst>
                  <a:gd name="T0" fmla="*/ 37 w 6"/>
                  <a:gd name="T1" fmla="*/ 32 h 8"/>
                  <a:gd name="T2" fmla="*/ 0 w 6"/>
                  <a:gd name="T3" fmla="*/ 0 h 8"/>
                  <a:gd name="T4" fmla="*/ 24 w 6"/>
                  <a:gd name="T5" fmla="*/ 24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8">
                    <a:moveTo>
                      <a:pt x="6" y="4"/>
                    </a:moveTo>
                    <a:cubicBezTo>
                      <a:pt x="3" y="8"/>
                      <a:pt x="0" y="3"/>
                      <a:pt x="0" y="0"/>
                    </a:cubicBezTo>
                    <a:cubicBezTo>
                      <a:pt x="1" y="1"/>
                      <a:pt x="2" y="2"/>
                      <a:pt x="4" y="3"/>
                    </a:cubicBezTo>
                  </a:path>
                </a:pathLst>
              </a:custGeom>
              <a:solidFill>
                <a:srgbClr val="C1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1519" name="Freeform 139">
                <a:extLst>
                  <a:ext uri="{FF2B5EF4-FFF2-40B4-BE49-F238E27FC236}">
                    <a16:creationId xmlns:a16="http://schemas.microsoft.com/office/drawing/2014/main" id="{2D01F73F-60E7-4B35-ADB6-F03B3BFD73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3" y="3955"/>
                <a:ext cx="12" cy="30"/>
              </a:xfrm>
              <a:custGeom>
                <a:avLst/>
                <a:gdLst>
                  <a:gd name="T0" fmla="*/ 48 w 6"/>
                  <a:gd name="T1" fmla="*/ 0 h 16"/>
                  <a:gd name="T2" fmla="*/ 40 w 6"/>
                  <a:gd name="T3" fmla="*/ 60 h 16"/>
                  <a:gd name="T4" fmla="*/ 0 w 6"/>
                  <a:gd name="T5" fmla="*/ 105 h 16"/>
                  <a:gd name="T6" fmla="*/ 24 w 6"/>
                  <a:gd name="T7" fmla="*/ 45 h 16"/>
                  <a:gd name="T8" fmla="*/ 40 w 6"/>
                  <a:gd name="T9" fmla="*/ 0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16">
                    <a:moveTo>
                      <a:pt x="6" y="0"/>
                    </a:moveTo>
                    <a:cubicBezTo>
                      <a:pt x="6" y="3"/>
                      <a:pt x="6" y="6"/>
                      <a:pt x="5" y="9"/>
                    </a:cubicBezTo>
                    <a:cubicBezTo>
                      <a:pt x="4" y="12"/>
                      <a:pt x="2" y="15"/>
                      <a:pt x="0" y="16"/>
                    </a:cubicBezTo>
                    <a:cubicBezTo>
                      <a:pt x="2" y="13"/>
                      <a:pt x="2" y="10"/>
                      <a:pt x="3" y="7"/>
                    </a:cubicBezTo>
                    <a:cubicBezTo>
                      <a:pt x="3" y="5"/>
                      <a:pt x="5" y="3"/>
                      <a:pt x="5" y="0"/>
                    </a:cubicBezTo>
                  </a:path>
                </a:pathLst>
              </a:custGeom>
              <a:solidFill>
                <a:srgbClr val="C1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1520" name="Freeform 140">
                <a:extLst>
                  <a:ext uri="{FF2B5EF4-FFF2-40B4-BE49-F238E27FC236}">
                    <a16:creationId xmlns:a16="http://schemas.microsoft.com/office/drawing/2014/main" id="{FE714555-FBFA-4E82-A4F4-2A5D4C16AC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9" y="3949"/>
                <a:ext cx="15" cy="25"/>
              </a:xfrm>
              <a:custGeom>
                <a:avLst/>
                <a:gdLst>
                  <a:gd name="T0" fmla="*/ 53 w 8"/>
                  <a:gd name="T1" fmla="*/ 0 h 13"/>
                  <a:gd name="T2" fmla="*/ 39 w 8"/>
                  <a:gd name="T3" fmla="*/ 56 h 13"/>
                  <a:gd name="T4" fmla="*/ 0 w 8"/>
                  <a:gd name="T5" fmla="*/ 92 h 13"/>
                  <a:gd name="T6" fmla="*/ 53 w 8"/>
                  <a:gd name="T7" fmla="*/ 8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13">
                    <a:moveTo>
                      <a:pt x="8" y="0"/>
                    </a:moveTo>
                    <a:cubicBezTo>
                      <a:pt x="8" y="3"/>
                      <a:pt x="8" y="6"/>
                      <a:pt x="6" y="8"/>
                    </a:cubicBezTo>
                    <a:cubicBezTo>
                      <a:pt x="4" y="10"/>
                      <a:pt x="2" y="11"/>
                      <a:pt x="0" y="13"/>
                    </a:cubicBezTo>
                    <a:cubicBezTo>
                      <a:pt x="1" y="8"/>
                      <a:pt x="3" y="2"/>
                      <a:pt x="8" y="1"/>
                    </a:cubicBezTo>
                  </a:path>
                </a:pathLst>
              </a:custGeom>
              <a:solidFill>
                <a:srgbClr val="C1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1521" name="Freeform 141">
                <a:extLst>
                  <a:ext uri="{FF2B5EF4-FFF2-40B4-BE49-F238E27FC236}">
                    <a16:creationId xmlns:a16="http://schemas.microsoft.com/office/drawing/2014/main" id="{5D7C189D-3B04-4A7C-B789-65DF939463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0" y="3937"/>
                <a:ext cx="15" cy="21"/>
              </a:xfrm>
              <a:custGeom>
                <a:avLst/>
                <a:gdLst>
                  <a:gd name="T0" fmla="*/ 53 w 8"/>
                  <a:gd name="T1" fmla="*/ 0 h 11"/>
                  <a:gd name="T2" fmla="*/ 0 w 8"/>
                  <a:gd name="T3" fmla="*/ 76 h 11"/>
                  <a:gd name="T4" fmla="*/ 45 w 8"/>
                  <a:gd name="T5" fmla="*/ 0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1">
                    <a:moveTo>
                      <a:pt x="8" y="0"/>
                    </a:moveTo>
                    <a:cubicBezTo>
                      <a:pt x="7" y="5"/>
                      <a:pt x="5" y="8"/>
                      <a:pt x="0" y="11"/>
                    </a:cubicBezTo>
                    <a:cubicBezTo>
                      <a:pt x="1" y="7"/>
                      <a:pt x="4" y="1"/>
                      <a:pt x="7" y="0"/>
                    </a:cubicBezTo>
                  </a:path>
                </a:pathLst>
              </a:custGeom>
              <a:solidFill>
                <a:srgbClr val="C1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1522" name="Freeform 142">
                <a:extLst>
                  <a:ext uri="{FF2B5EF4-FFF2-40B4-BE49-F238E27FC236}">
                    <a16:creationId xmlns:a16="http://schemas.microsoft.com/office/drawing/2014/main" id="{E1689081-6E38-4F36-B291-6DC1AAAA06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7" y="3839"/>
                <a:ext cx="35" cy="102"/>
              </a:xfrm>
              <a:custGeom>
                <a:avLst/>
                <a:gdLst>
                  <a:gd name="T0" fmla="*/ 132 w 18"/>
                  <a:gd name="T1" fmla="*/ 0 h 54"/>
                  <a:gd name="T2" fmla="*/ 72 w 18"/>
                  <a:gd name="T3" fmla="*/ 210 h 54"/>
                  <a:gd name="T4" fmla="*/ 53 w 18"/>
                  <a:gd name="T5" fmla="*/ 281 h 54"/>
                  <a:gd name="T6" fmla="*/ 0 w 18"/>
                  <a:gd name="T7" fmla="*/ 365 h 54"/>
                  <a:gd name="T8" fmla="*/ 68 w 18"/>
                  <a:gd name="T9" fmla="*/ 144 h 54"/>
                  <a:gd name="T10" fmla="*/ 124 w 18"/>
                  <a:gd name="T11" fmla="*/ 8 h 5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8" h="54">
                    <a:moveTo>
                      <a:pt x="18" y="0"/>
                    </a:moveTo>
                    <a:cubicBezTo>
                      <a:pt x="9" y="9"/>
                      <a:pt x="11" y="20"/>
                      <a:pt x="10" y="31"/>
                    </a:cubicBezTo>
                    <a:cubicBezTo>
                      <a:pt x="9" y="35"/>
                      <a:pt x="9" y="39"/>
                      <a:pt x="7" y="42"/>
                    </a:cubicBezTo>
                    <a:cubicBezTo>
                      <a:pt x="5" y="46"/>
                      <a:pt x="2" y="50"/>
                      <a:pt x="0" y="54"/>
                    </a:cubicBezTo>
                    <a:cubicBezTo>
                      <a:pt x="7" y="47"/>
                      <a:pt x="7" y="30"/>
                      <a:pt x="9" y="21"/>
                    </a:cubicBezTo>
                    <a:cubicBezTo>
                      <a:pt x="10" y="13"/>
                      <a:pt x="13" y="7"/>
                      <a:pt x="17" y="1"/>
                    </a:cubicBezTo>
                  </a:path>
                </a:pathLst>
              </a:custGeom>
              <a:solidFill>
                <a:srgbClr val="8E4C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1523" name="Freeform 143">
                <a:extLst>
                  <a:ext uri="{FF2B5EF4-FFF2-40B4-BE49-F238E27FC236}">
                    <a16:creationId xmlns:a16="http://schemas.microsoft.com/office/drawing/2014/main" id="{98B04BBE-B34B-4C9E-9D0C-8CF5B8C366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4" y="3763"/>
                <a:ext cx="32" cy="64"/>
              </a:xfrm>
              <a:custGeom>
                <a:avLst/>
                <a:gdLst>
                  <a:gd name="T0" fmla="*/ 92 w 17"/>
                  <a:gd name="T1" fmla="*/ 0 h 34"/>
                  <a:gd name="T2" fmla="*/ 0 w 17"/>
                  <a:gd name="T3" fmla="*/ 226 h 34"/>
                  <a:gd name="T4" fmla="*/ 60 w 17"/>
                  <a:gd name="T5" fmla="*/ 120 h 34"/>
                  <a:gd name="T6" fmla="*/ 85 w 17"/>
                  <a:gd name="T7" fmla="*/ 28 h 3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34">
                    <a:moveTo>
                      <a:pt x="14" y="0"/>
                    </a:moveTo>
                    <a:cubicBezTo>
                      <a:pt x="17" y="13"/>
                      <a:pt x="11" y="26"/>
                      <a:pt x="0" y="34"/>
                    </a:cubicBezTo>
                    <a:cubicBezTo>
                      <a:pt x="6" y="30"/>
                      <a:pt x="7" y="24"/>
                      <a:pt x="9" y="18"/>
                    </a:cubicBezTo>
                    <a:cubicBezTo>
                      <a:pt x="11" y="13"/>
                      <a:pt x="13" y="9"/>
                      <a:pt x="13" y="4"/>
                    </a:cubicBezTo>
                  </a:path>
                </a:pathLst>
              </a:custGeom>
              <a:solidFill>
                <a:srgbClr val="8E4C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1524" name="Freeform 144">
                <a:extLst>
                  <a:ext uri="{FF2B5EF4-FFF2-40B4-BE49-F238E27FC236}">
                    <a16:creationId xmlns:a16="http://schemas.microsoft.com/office/drawing/2014/main" id="{6CE120D3-5444-49D8-BC6F-C06C6A2002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1" y="3939"/>
                <a:ext cx="35" cy="84"/>
              </a:xfrm>
              <a:custGeom>
                <a:avLst/>
                <a:gdLst>
                  <a:gd name="T0" fmla="*/ 132 w 18"/>
                  <a:gd name="T1" fmla="*/ 0 h 44"/>
                  <a:gd name="T2" fmla="*/ 60 w 18"/>
                  <a:gd name="T3" fmla="*/ 168 h 44"/>
                  <a:gd name="T4" fmla="*/ 0 w 18"/>
                  <a:gd name="T5" fmla="*/ 305 h 44"/>
                  <a:gd name="T6" fmla="*/ 31 w 18"/>
                  <a:gd name="T7" fmla="*/ 176 h 44"/>
                  <a:gd name="T8" fmla="*/ 103 w 18"/>
                  <a:gd name="T9" fmla="*/ 8 h 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44">
                    <a:moveTo>
                      <a:pt x="18" y="0"/>
                    </a:moveTo>
                    <a:cubicBezTo>
                      <a:pt x="11" y="6"/>
                      <a:pt x="9" y="15"/>
                      <a:pt x="8" y="24"/>
                    </a:cubicBezTo>
                    <a:cubicBezTo>
                      <a:pt x="7" y="31"/>
                      <a:pt x="9" y="42"/>
                      <a:pt x="0" y="44"/>
                    </a:cubicBezTo>
                    <a:cubicBezTo>
                      <a:pt x="6" y="40"/>
                      <a:pt x="3" y="32"/>
                      <a:pt x="4" y="25"/>
                    </a:cubicBezTo>
                    <a:cubicBezTo>
                      <a:pt x="5" y="16"/>
                      <a:pt x="9" y="8"/>
                      <a:pt x="14" y="1"/>
                    </a:cubicBezTo>
                  </a:path>
                </a:pathLst>
              </a:custGeom>
              <a:solidFill>
                <a:srgbClr val="8E4C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1525" name="Freeform 145">
                <a:extLst>
                  <a:ext uri="{FF2B5EF4-FFF2-40B4-BE49-F238E27FC236}">
                    <a16:creationId xmlns:a16="http://schemas.microsoft.com/office/drawing/2014/main" id="{D7CF3E20-8AF7-4F38-AA33-47803F4F63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2" y="3831"/>
                <a:ext cx="17" cy="51"/>
              </a:xfrm>
              <a:custGeom>
                <a:avLst/>
                <a:gdLst>
                  <a:gd name="T0" fmla="*/ 53 w 9"/>
                  <a:gd name="T1" fmla="*/ 0 h 27"/>
                  <a:gd name="T2" fmla="*/ 40 w 9"/>
                  <a:gd name="T3" fmla="*/ 108 h 27"/>
                  <a:gd name="T4" fmla="*/ 0 w 9"/>
                  <a:gd name="T5" fmla="*/ 181 h 27"/>
                  <a:gd name="T6" fmla="*/ 32 w 9"/>
                  <a:gd name="T7" fmla="*/ 93 h 27"/>
                  <a:gd name="T8" fmla="*/ 40 w 9"/>
                  <a:gd name="T9" fmla="*/ 21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27">
                    <a:moveTo>
                      <a:pt x="8" y="0"/>
                    </a:moveTo>
                    <a:cubicBezTo>
                      <a:pt x="9" y="5"/>
                      <a:pt x="8" y="11"/>
                      <a:pt x="6" y="16"/>
                    </a:cubicBezTo>
                    <a:cubicBezTo>
                      <a:pt x="5" y="20"/>
                      <a:pt x="3" y="23"/>
                      <a:pt x="0" y="27"/>
                    </a:cubicBezTo>
                    <a:cubicBezTo>
                      <a:pt x="3" y="24"/>
                      <a:pt x="4" y="17"/>
                      <a:pt x="5" y="14"/>
                    </a:cubicBezTo>
                    <a:cubicBezTo>
                      <a:pt x="6" y="10"/>
                      <a:pt x="8" y="6"/>
                      <a:pt x="6" y="3"/>
                    </a:cubicBezTo>
                  </a:path>
                </a:pathLst>
              </a:custGeom>
              <a:solidFill>
                <a:srgbClr val="8E4C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1526" name="Freeform 146">
                <a:extLst>
                  <a:ext uri="{FF2B5EF4-FFF2-40B4-BE49-F238E27FC236}">
                    <a16:creationId xmlns:a16="http://schemas.microsoft.com/office/drawing/2014/main" id="{C6387271-1005-4D7A-96A0-15D78DC733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1" y="3190"/>
                <a:ext cx="27" cy="376"/>
              </a:xfrm>
              <a:custGeom>
                <a:avLst/>
                <a:gdLst>
                  <a:gd name="T0" fmla="*/ 0 w 14"/>
                  <a:gd name="T1" fmla="*/ 0 h 198"/>
                  <a:gd name="T2" fmla="*/ 100 w 14"/>
                  <a:gd name="T3" fmla="*/ 1356 h 198"/>
                  <a:gd name="T4" fmla="*/ 0 w 14"/>
                  <a:gd name="T5" fmla="*/ 0 h 19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98">
                    <a:moveTo>
                      <a:pt x="0" y="0"/>
                    </a:moveTo>
                    <a:cubicBezTo>
                      <a:pt x="0" y="0"/>
                      <a:pt x="3" y="154"/>
                      <a:pt x="14" y="198"/>
                    </a:cubicBezTo>
                    <a:cubicBezTo>
                      <a:pt x="14" y="198"/>
                      <a:pt x="0" y="27"/>
                      <a:pt x="0" y="0"/>
                    </a:cubicBezTo>
                    <a:close/>
                  </a:path>
                </a:pathLst>
              </a:custGeom>
              <a:solidFill>
                <a:srgbClr val="C1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1527" name="Freeform 147">
                <a:extLst>
                  <a:ext uri="{FF2B5EF4-FFF2-40B4-BE49-F238E27FC236}">
                    <a16:creationId xmlns:a16="http://schemas.microsoft.com/office/drawing/2014/main" id="{05CAC85C-9AD1-4671-836E-600779EB9E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5" y="3234"/>
                <a:ext cx="42" cy="421"/>
              </a:xfrm>
              <a:custGeom>
                <a:avLst/>
                <a:gdLst>
                  <a:gd name="T0" fmla="*/ 84 w 22"/>
                  <a:gd name="T1" fmla="*/ 0 h 222"/>
                  <a:gd name="T2" fmla="*/ 99 w 22"/>
                  <a:gd name="T3" fmla="*/ 607 h 222"/>
                  <a:gd name="T4" fmla="*/ 8 w 22"/>
                  <a:gd name="T5" fmla="*/ 1513 h 222"/>
                  <a:gd name="T6" fmla="*/ 40 w 22"/>
                  <a:gd name="T7" fmla="*/ 762 h 222"/>
                  <a:gd name="T8" fmla="*/ 84 w 22"/>
                  <a:gd name="T9" fmla="*/ 0 h 2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222">
                    <a:moveTo>
                      <a:pt x="12" y="0"/>
                    </a:moveTo>
                    <a:cubicBezTo>
                      <a:pt x="12" y="0"/>
                      <a:pt x="22" y="45"/>
                      <a:pt x="14" y="89"/>
                    </a:cubicBezTo>
                    <a:cubicBezTo>
                      <a:pt x="6" y="133"/>
                      <a:pt x="1" y="213"/>
                      <a:pt x="1" y="222"/>
                    </a:cubicBezTo>
                    <a:cubicBezTo>
                      <a:pt x="1" y="222"/>
                      <a:pt x="0" y="143"/>
                      <a:pt x="6" y="112"/>
                    </a:cubicBezTo>
                    <a:cubicBezTo>
                      <a:pt x="13" y="81"/>
                      <a:pt x="16" y="36"/>
                      <a:pt x="12" y="0"/>
                    </a:cubicBezTo>
                    <a:close/>
                  </a:path>
                </a:pathLst>
              </a:custGeom>
              <a:solidFill>
                <a:srgbClr val="8E4C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1528" name="Freeform 148">
                <a:extLst>
                  <a:ext uri="{FF2B5EF4-FFF2-40B4-BE49-F238E27FC236}">
                    <a16:creationId xmlns:a16="http://schemas.microsoft.com/office/drawing/2014/main" id="{C8FBEB04-DEE5-43B5-B5AC-7217A3FE32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3" y="1572"/>
                <a:ext cx="6" cy="7"/>
              </a:xfrm>
              <a:custGeom>
                <a:avLst/>
                <a:gdLst>
                  <a:gd name="T0" fmla="*/ 0 w 3"/>
                  <a:gd name="T1" fmla="*/ 7 h 4"/>
                  <a:gd name="T2" fmla="*/ 0 w 3"/>
                  <a:gd name="T3" fmla="*/ 21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4">
                    <a:moveTo>
                      <a:pt x="0" y="1"/>
                    </a:moveTo>
                    <a:cubicBezTo>
                      <a:pt x="2" y="0"/>
                      <a:pt x="3" y="4"/>
                      <a:pt x="0" y="4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1529" name="Freeform 149">
                <a:extLst>
                  <a:ext uri="{FF2B5EF4-FFF2-40B4-BE49-F238E27FC236}">
                    <a16:creationId xmlns:a16="http://schemas.microsoft.com/office/drawing/2014/main" id="{B3BA8B6C-25BD-4E36-B6D3-478F863D35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1" y="2503"/>
                <a:ext cx="12" cy="25"/>
              </a:xfrm>
              <a:custGeom>
                <a:avLst/>
                <a:gdLst>
                  <a:gd name="T0" fmla="*/ 0 w 6"/>
                  <a:gd name="T1" fmla="*/ 85 h 13"/>
                  <a:gd name="T2" fmla="*/ 40 w 6"/>
                  <a:gd name="T3" fmla="*/ 44 h 13"/>
                  <a:gd name="T4" fmla="*/ 0 w 6"/>
                  <a:gd name="T5" fmla="*/ 92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13">
                    <a:moveTo>
                      <a:pt x="0" y="12"/>
                    </a:moveTo>
                    <a:cubicBezTo>
                      <a:pt x="1" y="11"/>
                      <a:pt x="5" y="0"/>
                      <a:pt x="5" y="6"/>
                    </a:cubicBezTo>
                    <a:cubicBezTo>
                      <a:pt x="6" y="10"/>
                      <a:pt x="3" y="11"/>
                      <a:pt x="0" y="13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1530" name="Freeform 150">
                <a:extLst>
                  <a:ext uri="{FF2B5EF4-FFF2-40B4-BE49-F238E27FC236}">
                    <a16:creationId xmlns:a16="http://schemas.microsoft.com/office/drawing/2014/main" id="{DE34F22B-FBA7-4A44-9B97-216A872D55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4" y="2465"/>
                <a:ext cx="13" cy="29"/>
              </a:xfrm>
              <a:custGeom>
                <a:avLst/>
                <a:gdLst>
                  <a:gd name="T0" fmla="*/ 0 w 7"/>
                  <a:gd name="T1" fmla="*/ 8 h 15"/>
                  <a:gd name="T2" fmla="*/ 37 w 7"/>
                  <a:gd name="T3" fmla="*/ 8 h 15"/>
                  <a:gd name="T4" fmla="*/ 37 w 7"/>
                  <a:gd name="T5" fmla="*/ 52 h 15"/>
                  <a:gd name="T6" fmla="*/ 32 w 7"/>
                  <a:gd name="T7" fmla="*/ 93 h 15"/>
                  <a:gd name="T8" fmla="*/ 13 w 7"/>
                  <a:gd name="T9" fmla="*/ 108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15">
                    <a:moveTo>
                      <a:pt x="0" y="1"/>
                    </a:moveTo>
                    <a:cubicBezTo>
                      <a:pt x="2" y="1"/>
                      <a:pt x="4" y="0"/>
                      <a:pt x="6" y="1"/>
                    </a:cubicBezTo>
                    <a:cubicBezTo>
                      <a:pt x="7" y="2"/>
                      <a:pt x="6" y="5"/>
                      <a:pt x="6" y="7"/>
                    </a:cubicBezTo>
                    <a:cubicBezTo>
                      <a:pt x="6" y="8"/>
                      <a:pt x="6" y="11"/>
                      <a:pt x="5" y="13"/>
                    </a:cubicBezTo>
                    <a:cubicBezTo>
                      <a:pt x="4" y="14"/>
                      <a:pt x="3" y="14"/>
                      <a:pt x="2" y="15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1531" name="Freeform 151">
                <a:extLst>
                  <a:ext uri="{FF2B5EF4-FFF2-40B4-BE49-F238E27FC236}">
                    <a16:creationId xmlns:a16="http://schemas.microsoft.com/office/drawing/2014/main" id="{BB01DDEE-62C7-47B6-A7BA-55A1FA30B9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2" y="2528"/>
                <a:ext cx="17" cy="25"/>
              </a:xfrm>
              <a:custGeom>
                <a:avLst/>
                <a:gdLst>
                  <a:gd name="T0" fmla="*/ 60 w 9"/>
                  <a:gd name="T1" fmla="*/ 23 h 13"/>
                  <a:gd name="T2" fmla="*/ 15 w 9"/>
                  <a:gd name="T3" fmla="*/ 37 h 13"/>
                  <a:gd name="T4" fmla="*/ 8 w 9"/>
                  <a:gd name="T5" fmla="*/ 92 h 13"/>
                  <a:gd name="T6" fmla="*/ 53 w 9"/>
                  <a:gd name="T7" fmla="*/ 92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13">
                    <a:moveTo>
                      <a:pt x="9" y="3"/>
                    </a:moveTo>
                    <a:cubicBezTo>
                      <a:pt x="8" y="0"/>
                      <a:pt x="3" y="3"/>
                      <a:pt x="2" y="5"/>
                    </a:cubicBezTo>
                    <a:cubicBezTo>
                      <a:pt x="1" y="7"/>
                      <a:pt x="0" y="11"/>
                      <a:pt x="1" y="13"/>
                    </a:cubicBezTo>
                    <a:cubicBezTo>
                      <a:pt x="3" y="12"/>
                      <a:pt x="6" y="10"/>
                      <a:pt x="8" y="13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1532" name="Freeform 152">
                <a:extLst>
                  <a:ext uri="{FF2B5EF4-FFF2-40B4-BE49-F238E27FC236}">
                    <a16:creationId xmlns:a16="http://schemas.microsoft.com/office/drawing/2014/main" id="{B3803037-8C18-4397-A196-E04DBA0266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7" y="2522"/>
                <a:ext cx="23" cy="27"/>
              </a:xfrm>
              <a:custGeom>
                <a:avLst/>
                <a:gdLst>
                  <a:gd name="T0" fmla="*/ 44 w 12"/>
                  <a:gd name="T1" fmla="*/ 100 h 14"/>
                  <a:gd name="T2" fmla="*/ 0 w 12"/>
                  <a:gd name="T3" fmla="*/ 85 h 14"/>
                  <a:gd name="T4" fmla="*/ 44 w 12"/>
                  <a:gd name="T5" fmla="*/ 23 h 14"/>
                  <a:gd name="T6" fmla="*/ 84 w 12"/>
                  <a:gd name="T7" fmla="*/ 52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14">
                    <a:moveTo>
                      <a:pt x="6" y="14"/>
                    </a:moveTo>
                    <a:cubicBezTo>
                      <a:pt x="5" y="12"/>
                      <a:pt x="2" y="11"/>
                      <a:pt x="0" y="12"/>
                    </a:cubicBezTo>
                    <a:cubicBezTo>
                      <a:pt x="2" y="10"/>
                      <a:pt x="3" y="5"/>
                      <a:pt x="6" y="3"/>
                    </a:cubicBezTo>
                    <a:cubicBezTo>
                      <a:pt x="9" y="0"/>
                      <a:pt x="12" y="3"/>
                      <a:pt x="12" y="7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1533" name="Freeform 153">
                <a:extLst>
                  <a:ext uri="{FF2B5EF4-FFF2-40B4-BE49-F238E27FC236}">
                    <a16:creationId xmlns:a16="http://schemas.microsoft.com/office/drawing/2014/main" id="{4A9A1434-C0A0-492A-AB73-7FEF841F88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8" y="2465"/>
                <a:ext cx="13" cy="33"/>
              </a:xfrm>
              <a:custGeom>
                <a:avLst/>
                <a:gdLst>
                  <a:gd name="T0" fmla="*/ 45 w 7"/>
                  <a:gd name="T1" fmla="*/ 8 h 17"/>
                  <a:gd name="T2" fmla="*/ 7 w 7"/>
                  <a:gd name="T3" fmla="*/ 52 h 17"/>
                  <a:gd name="T4" fmla="*/ 20 w 7"/>
                  <a:gd name="T5" fmla="*/ 124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7">
                    <a:moveTo>
                      <a:pt x="7" y="1"/>
                    </a:moveTo>
                    <a:cubicBezTo>
                      <a:pt x="2" y="0"/>
                      <a:pt x="2" y="3"/>
                      <a:pt x="1" y="7"/>
                    </a:cubicBezTo>
                    <a:cubicBezTo>
                      <a:pt x="1" y="10"/>
                      <a:pt x="0" y="15"/>
                      <a:pt x="3" y="17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1534" name="Freeform 154">
                <a:extLst>
                  <a:ext uri="{FF2B5EF4-FFF2-40B4-BE49-F238E27FC236}">
                    <a16:creationId xmlns:a16="http://schemas.microsoft.com/office/drawing/2014/main" id="{994BCC20-0C9B-45E3-B9E8-026E805074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5" y="2528"/>
                <a:ext cx="21" cy="25"/>
              </a:xfrm>
              <a:custGeom>
                <a:avLst/>
                <a:gdLst>
                  <a:gd name="T0" fmla="*/ 36 w 11"/>
                  <a:gd name="T1" fmla="*/ 71 h 13"/>
                  <a:gd name="T2" fmla="*/ 76 w 11"/>
                  <a:gd name="T3" fmla="*/ 85 h 13"/>
                  <a:gd name="T4" fmla="*/ 61 w 11"/>
                  <a:gd name="T5" fmla="*/ 44 h 13"/>
                  <a:gd name="T6" fmla="*/ 40 w 11"/>
                  <a:gd name="T7" fmla="*/ 8 h 13"/>
                  <a:gd name="T8" fmla="*/ 0 w 11"/>
                  <a:gd name="T9" fmla="*/ 23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3">
                    <a:moveTo>
                      <a:pt x="5" y="10"/>
                    </a:moveTo>
                    <a:cubicBezTo>
                      <a:pt x="6" y="12"/>
                      <a:pt x="10" y="13"/>
                      <a:pt x="11" y="12"/>
                    </a:cubicBezTo>
                    <a:cubicBezTo>
                      <a:pt x="11" y="10"/>
                      <a:pt x="10" y="8"/>
                      <a:pt x="9" y="6"/>
                    </a:cubicBezTo>
                    <a:cubicBezTo>
                      <a:pt x="8" y="4"/>
                      <a:pt x="7" y="2"/>
                      <a:pt x="6" y="1"/>
                    </a:cubicBezTo>
                    <a:cubicBezTo>
                      <a:pt x="5" y="0"/>
                      <a:pt x="0" y="1"/>
                      <a:pt x="0" y="3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1535" name="Freeform 155">
                <a:extLst>
                  <a:ext uri="{FF2B5EF4-FFF2-40B4-BE49-F238E27FC236}">
                    <a16:creationId xmlns:a16="http://schemas.microsoft.com/office/drawing/2014/main" id="{0647A1BF-4EA4-4FFD-96F2-87E55ADC95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6" y="2528"/>
                <a:ext cx="17" cy="27"/>
              </a:xfrm>
              <a:custGeom>
                <a:avLst/>
                <a:gdLst>
                  <a:gd name="T0" fmla="*/ 15 w 9"/>
                  <a:gd name="T1" fmla="*/ 93 h 14"/>
                  <a:gd name="T2" fmla="*/ 40 w 9"/>
                  <a:gd name="T3" fmla="*/ 93 h 14"/>
                  <a:gd name="T4" fmla="*/ 60 w 9"/>
                  <a:gd name="T5" fmla="*/ 100 h 14"/>
                  <a:gd name="T6" fmla="*/ 47 w 9"/>
                  <a:gd name="T7" fmla="*/ 64 h 14"/>
                  <a:gd name="T8" fmla="*/ 32 w 9"/>
                  <a:gd name="T9" fmla="*/ 29 h 14"/>
                  <a:gd name="T10" fmla="*/ 0 w 9"/>
                  <a:gd name="T11" fmla="*/ 8 h 1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" h="14">
                    <a:moveTo>
                      <a:pt x="2" y="13"/>
                    </a:moveTo>
                    <a:cubicBezTo>
                      <a:pt x="2" y="13"/>
                      <a:pt x="5" y="13"/>
                      <a:pt x="6" y="13"/>
                    </a:cubicBezTo>
                    <a:cubicBezTo>
                      <a:pt x="7" y="13"/>
                      <a:pt x="8" y="13"/>
                      <a:pt x="9" y="14"/>
                    </a:cubicBezTo>
                    <a:cubicBezTo>
                      <a:pt x="8" y="13"/>
                      <a:pt x="8" y="11"/>
                      <a:pt x="7" y="9"/>
                    </a:cubicBezTo>
                    <a:cubicBezTo>
                      <a:pt x="6" y="8"/>
                      <a:pt x="6" y="6"/>
                      <a:pt x="5" y="4"/>
                    </a:cubicBezTo>
                    <a:cubicBezTo>
                      <a:pt x="4" y="2"/>
                      <a:pt x="2" y="0"/>
                      <a:pt x="0" y="1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1536" name="Freeform 156">
                <a:extLst>
                  <a:ext uri="{FF2B5EF4-FFF2-40B4-BE49-F238E27FC236}">
                    <a16:creationId xmlns:a16="http://schemas.microsoft.com/office/drawing/2014/main" id="{0674A77D-C812-4393-9EA2-309E32C3C2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1" y="2511"/>
                <a:ext cx="17" cy="19"/>
              </a:xfrm>
              <a:custGeom>
                <a:avLst/>
                <a:gdLst>
                  <a:gd name="T0" fmla="*/ 28 w 9"/>
                  <a:gd name="T1" fmla="*/ 61 h 10"/>
                  <a:gd name="T2" fmla="*/ 60 w 9"/>
                  <a:gd name="T3" fmla="*/ 61 h 10"/>
                  <a:gd name="T4" fmla="*/ 53 w 9"/>
                  <a:gd name="T5" fmla="*/ 40 h 10"/>
                  <a:gd name="T6" fmla="*/ 40 w 9"/>
                  <a:gd name="T7" fmla="*/ 21 h 10"/>
                  <a:gd name="T8" fmla="*/ 21 w 9"/>
                  <a:gd name="T9" fmla="*/ 0 h 10"/>
                  <a:gd name="T10" fmla="*/ 0 w 9"/>
                  <a:gd name="T11" fmla="*/ 0 h 1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" h="10">
                    <a:moveTo>
                      <a:pt x="4" y="9"/>
                    </a:moveTo>
                    <a:cubicBezTo>
                      <a:pt x="5" y="9"/>
                      <a:pt x="8" y="10"/>
                      <a:pt x="9" y="9"/>
                    </a:cubicBezTo>
                    <a:cubicBezTo>
                      <a:pt x="9" y="9"/>
                      <a:pt x="8" y="7"/>
                      <a:pt x="8" y="6"/>
                    </a:cubicBezTo>
                    <a:cubicBezTo>
                      <a:pt x="7" y="5"/>
                      <a:pt x="7" y="4"/>
                      <a:pt x="6" y="3"/>
                    </a:cubicBezTo>
                    <a:cubicBezTo>
                      <a:pt x="6" y="1"/>
                      <a:pt x="5" y="1"/>
                      <a:pt x="3" y="0"/>
                    </a:cubicBezTo>
                    <a:cubicBezTo>
                      <a:pt x="2" y="0"/>
                      <a:pt x="1" y="0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1537" name="Freeform 157">
                <a:extLst>
                  <a:ext uri="{FF2B5EF4-FFF2-40B4-BE49-F238E27FC236}">
                    <a16:creationId xmlns:a16="http://schemas.microsoft.com/office/drawing/2014/main" id="{1FDD9091-F6BC-4603-B031-0AEB71AEFC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7" y="1306"/>
                <a:ext cx="143" cy="36"/>
              </a:xfrm>
              <a:custGeom>
                <a:avLst/>
                <a:gdLst>
                  <a:gd name="T0" fmla="*/ 521 w 75"/>
                  <a:gd name="T1" fmla="*/ 129 h 19"/>
                  <a:gd name="T2" fmla="*/ 137 w 75"/>
                  <a:gd name="T3" fmla="*/ 40 h 19"/>
                  <a:gd name="T4" fmla="*/ 0 w 75"/>
                  <a:gd name="T5" fmla="*/ 0 h 19"/>
                  <a:gd name="T6" fmla="*/ 137 w 75"/>
                  <a:gd name="T7" fmla="*/ 32 h 19"/>
                  <a:gd name="T8" fmla="*/ 521 w 75"/>
                  <a:gd name="T9" fmla="*/ 129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5" h="19">
                    <a:moveTo>
                      <a:pt x="75" y="19"/>
                    </a:moveTo>
                    <a:cubicBezTo>
                      <a:pt x="52" y="6"/>
                      <a:pt x="28" y="6"/>
                      <a:pt x="20" y="6"/>
                    </a:cubicBezTo>
                    <a:cubicBezTo>
                      <a:pt x="11" y="5"/>
                      <a:pt x="0" y="0"/>
                      <a:pt x="0" y="0"/>
                    </a:cubicBezTo>
                    <a:cubicBezTo>
                      <a:pt x="0" y="0"/>
                      <a:pt x="11" y="4"/>
                      <a:pt x="20" y="5"/>
                    </a:cubicBezTo>
                    <a:cubicBezTo>
                      <a:pt x="28" y="5"/>
                      <a:pt x="52" y="6"/>
                      <a:pt x="75" y="19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1538" name="Freeform 158">
                <a:extLst>
                  <a:ext uri="{FF2B5EF4-FFF2-40B4-BE49-F238E27FC236}">
                    <a16:creationId xmlns:a16="http://schemas.microsoft.com/office/drawing/2014/main" id="{621845E2-7897-4E04-A239-A0CBA4FDAE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3" y="1306"/>
                <a:ext cx="143" cy="36"/>
              </a:xfrm>
              <a:custGeom>
                <a:avLst/>
                <a:gdLst>
                  <a:gd name="T0" fmla="*/ 0 w 75"/>
                  <a:gd name="T1" fmla="*/ 129 h 19"/>
                  <a:gd name="T2" fmla="*/ 381 w 75"/>
                  <a:gd name="T3" fmla="*/ 40 h 19"/>
                  <a:gd name="T4" fmla="*/ 521 w 75"/>
                  <a:gd name="T5" fmla="*/ 0 h 19"/>
                  <a:gd name="T6" fmla="*/ 381 w 75"/>
                  <a:gd name="T7" fmla="*/ 32 h 19"/>
                  <a:gd name="T8" fmla="*/ 0 w 75"/>
                  <a:gd name="T9" fmla="*/ 129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5" h="19">
                    <a:moveTo>
                      <a:pt x="0" y="19"/>
                    </a:moveTo>
                    <a:cubicBezTo>
                      <a:pt x="23" y="6"/>
                      <a:pt x="47" y="6"/>
                      <a:pt x="55" y="6"/>
                    </a:cubicBezTo>
                    <a:cubicBezTo>
                      <a:pt x="64" y="5"/>
                      <a:pt x="75" y="0"/>
                      <a:pt x="75" y="0"/>
                    </a:cubicBezTo>
                    <a:cubicBezTo>
                      <a:pt x="75" y="0"/>
                      <a:pt x="64" y="4"/>
                      <a:pt x="55" y="5"/>
                    </a:cubicBezTo>
                    <a:cubicBezTo>
                      <a:pt x="47" y="5"/>
                      <a:pt x="23" y="6"/>
                      <a:pt x="0" y="19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1539" name="Freeform 159">
                <a:extLst>
                  <a:ext uri="{FF2B5EF4-FFF2-40B4-BE49-F238E27FC236}">
                    <a16:creationId xmlns:a16="http://schemas.microsoft.com/office/drawing/2014/main" id="{2C9EC5FF-90DF-4B81-B619-D4F1A5BFFC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7" y="2131"/>
                <a:ext cx="19" cy="25"/>
              </a:xfrm>
              <a:custGeom>
                <a:avLst/>
                <a:gdLst>
                  <a:gd name="T0" fmla="*/ 68 w 10"/>
                  <a:gd name="T1" fmla="*/ 8 h 13"/>
                  <a:gd name="T2" fmla="*/ 48 w 10"/>
                  <a:gd name="T3" fmla="*/ 15 h 13"/>
                  <a:gd name="T4" fmla="*/ 61 w 10"/>
                  <a:gd name="T5" fmla="*/ 77 h 13"/>
                  <a:gd name="T6" fmla="*/ 55 w 10"/>
                  <a:gd name="T7" fmla="*/ 8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13">
                    <a:moveTo>
                      <a:pt x="10" y="1"/>
                    </a:moveTo>
                    <a:cubicBezTo>
                      <a:pt x="9" y="1"/>
                      <a:pt x="8" y="1"/>
                      <a:pt x="7" y="2"/>
                    </a:cubicBezTo>
                    <a:cubicBezTo>
                      <a:pt x="7" y="6"/>
                      <a:pt x="6" y="9"/>
                      <a:pt x="9" y="11"/>
                    </a:cubicBezTo>
                    <a:cubicBezTo>
                      <a:pt x="1" y="13"/>
                      <a:pt x="0" y="0"/>
                      <a:pt x="8" y="1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1540" name="Freeform 160">
                <a:extLst>
                  <a:ext uri="{FF2B5EF4-FFF2-40B4-BE49-F238E27FC236}">
                    <a16:creationId xmlns:a16="http://schemas.microsoft.com/office/drawing/2014/main" id="{469365A6-BEE2-43E9-8984-8CC483EE1F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2" y="1557"/>
                <a:ext cx="16" cy="17"/>
              </a:xfrm>
              <a:custGeom>
                <a:avLst/>
                <a:gdLst>
                  <a:gd name="T0" fmla="*/ 0 w 16"/>
                  <a:gd name="T1" fmla="*/ 0 h 17"/>
                  <a:gd name="T2" fmla="*/ 0 w 16"/>
                  <a:gd name="T3" fmla="*/ 11 h 17"/>
                  <a:gd name="T4" fmla="*/ 6 w 16"/>
                  <a:gd name="T5" fmla="*/ 17 h 17"/>
                  <a:gd name="T6" fmla="*/ 16 w 16"/>
                  <a:gd name="T7" fmla="*/ 5 h 17"/>
                  <a:gd name="T8" fmla="*/ 0 w 16"/>
                  <a:gd name="T9" fmla="*/ 0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17">
                    <a:moveTo>
                      <a:pt x="0" y="0"/>
                    </a:moveTo>
                    <a:lnTo>
                      <a:pt x="0" y="11"/>
                    </a:lnTo>
                    <a:lnTo>
                      <a:pt x="6" y="17"/>
                    </a:lnTo>
                    <a:lnTo>
                      <a:pt x="16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961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1541" name="Freeform 161">
                <a:extLst>
                  <a:ext uri="{FF2B5EF4-FFF2-40B4-BE49-F238E27FC236}">
                    <a16:creationId xmlns:a16="http://schemas.microsoft.com/office/drawing/2014/main" id="{87371FBF-0172-4F70-B0EE-8BFE170710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7" y="1560"/>
                <a:ext cx="11" cy="12"/>
              </a:xfrm>
              <a:custGeom>
                <a:avLst/>
                <a:gdLst>
                  <a:gd name="T0" fmla="*/ 8 w 11"/>
                  <a:gd name="T1" fmla="*/ 0 h 12"/>
                  <a:gd name="T2" fmla="*/ 11 w 11"/>
                  <a:gd name="T3" fmla="*/ 10 h 12"/>
                  <a:gd name="T4" fmla="*/ 8 w 11"/>
                  <a:gd name="T5" fmla="*/ 12 h 12"/>
                  <a:gd name="T6" fmla="*/ 0 w 11"/>
                  <a:gd name="T7" fmla="*/ 4 h 12"/>
                  <a:gd name="T8" fmla="*/ 8 w 11"/>
                  <a:gd name="T9" fmla="*/ 0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2">
                    <a:moveTo>
                      <a:pt x="8" y="0"/>
                    </a:moveTo>
                    <a:lnTo>
                      <a:pt x="11" y="10"/>
                    </a:lnTo>
                    <a:lnTo>
                      <a:pt x="8" y="12"/>
                    </a:lnTo>
                    <a:lnTo>
                      <a:pt x="0" y="4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A961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1542" name="Freeform 162">
                <a:extLst>
                  <a:ext uri="{FF2B5EF4-FFF2-40B4-BE49-F238E27FC236}">
                    <a16:creationId xmlns:a16="http://schemas.microsoft.com/office/drawing/2014/main" id="{25656EAA-FE72-40A1-A1D5-C7F4B4AE4D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5" y="1576"/>
                <a:ext cx="8" cy="7"/>
              </a:xfrm>
              <a:custGeom>
                <a:avLst/>
                <a:gdLst>
                  <a:gd name="T0" fmla="*/ 8 w 8"/>
                  <a:gd name="T1" fmla="*/ 2 h 7"/>
                  <a:gd name="T2" fmla="*/ 0 w 8"/>
                  <a:gd name="T3" fmla="*/ 0 h 7"/>
                  <a:gd name="T4" fmla="*/ 0 w 8"/>
                  <a:gd name="T5" fmla="*/ 7 h 7"/>
                  <a:gd name="T6" fmla="*/ 8 w 8"/>
                  <a:gd name="T7" fmla="*/ 2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7">
                    <a:moveTo>
                      <a:pt x="8" y="2"/>
                    </a:moveTo>
                    <a:lnTo>
                      <a:pt x="0" y="0"/>
                    </a:lnTo>
                    <a:lnTo>
                      <a:pt x="0" y="7"/>
                    </a:lnTo>
                    <a:lnTo>
                      <a:pt x="8" y="2"/>
                    </a:lnTo>
                    <a:close/>
                  </a:path>
                </a:pathLst>
              </a:custGeom>
              <a:solidFill>
                <a:srgbClr val="A961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1543" name="Freeform 163">
                <a:extLst>
                  <a:ext uri="{FF2B5EF4-FFF2-40B4-BE49-F238E27FC236}">
                    <a16:creationId xmlns:a16="http://schemas.microsoft.com/office/drawing/2014/main" id="{51DCA7E4-B794-4947-9CBC-162D11AC30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8" y="1557"/>
                <a:ext cx="17" cy="17"/>
              </a:xfrm>
              <a:custGeom>
                <a:avLst/>
                <a:gdLst>
                  <a:gd name="T0" fmla="*/ 11 w 17"/>
                  <a:gd name="T1" fmla="*/ 0 h 17"/>
                  <a:gd name="T2" fmla="*/ 17 w 17"/>
                  <a:gd name="T3" fmla="*/ 11 h 17"/>
                  <a:gd name="T4" fmla="*/ 11 w 17"/>
                  <a:gd name="T5" fmla="*/ 17 h 17"/>
                  <a:gd name="T6" fmla="*/ 0 w 17"/>
                  <a:gd name="T7" fmla="*/ 5 h 17"/>
                  <a:gd name="T8" fmla="*/ 11 w 17"/>
                  <a:gd name="T9" fmla="*/ 0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17">
                    <a:moveTo>
                      <a:pt x="11" y="0"/>
                    </a:moveTo>
                    <a:lnTo>
                      <a:pt x="17" y="11"/>
                    </a:lnTo>
                    <a:lnTo>
                      <a:pt x="11" y="17"/>
                    </a:lnTo>
                    <a:lnTo>
                      <a:pt x="0" y="5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rgbClr val="A961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1544" name="Freeform 164">
                <a:extLst>
                  <a:ext uri="{FF2B5EF4-FFF2-40B4-BE49-F238E27FC236}">
                    <a16:creationId xmlns:a16="http://schemas.microsoft.com/office/drawing/2014/main" id="{D3258808-B5ED-4D60-942D-9B112502EB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9" y="1560"/>
                <a:ext cx="9" cy="14"/>
              </a:xfrm>
              <a:custGeom>
                <a:avLst/>
                <a:gdLst>
                  <a:gd name="T0" fmla="*/ 3 w 9"/>
                  <a:gd name="T1" fmla="*/ 0 h 14"/>
                  <a:gd name="T2" fmla="*/ 0 w 9"/>
                  <a:gd name="T3" fmla="*/ 8 h 14"/>
                  <a:gd name="T4" fmla="*/ 2 w 9"/>
                  <a:gd name="T5" fmla="*/ 14 h 14"/>
                  <a:gd name="T6" fmla="*/ 9 w 9"/>
                  <a:gd name="T7" fmla="*/ 4 h 14"/>
                  <a:gd name="T8" fmla="*/ 3 w 9"/>
                  <a:gd name="T9" fmla="*/ 0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14">
                    <a:moveTo>
                      <a:pt x="3" y="0"/>
                    </a:moveTo>
                    <a:lnTo>
                      <a:pt x="0" y="8"/>
                    </a:lnTo>
                    <a:lnTo>
                      <a:pt x="2" y="14"/>
                    </a:lnTo>
                    <a:lnTo>
                      <a:pt x="9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A961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1545" name="Freeform 165">
                <a:extLst>
                  <a:ext uri="{FF2B5EF4-FFF2-40B4-BE49-F238E27FC236}">
                    <a16:creationId xmlns:a16="http://schemas.microsoft.com/office/drawing/2014/main" id="{37081375-F77F-4C44-8323-11DECB7679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9" y="963"/>
                <a:ext cx="67" cy="136"/>
              </a:xfrm>
              <a:custGeom>
                <a:avLst/>
                <a:gdLst>
                  <a:gd name="T0" fmla="*/ 191 w 35"/>
                  <a:gd name="T1" fmla="*/ 60 h 72"/>
                  <a:gd name="T2" fmla="*/ 124 w 35"/>
                  <a:gd name="T3" fmla="*/ 15 h 72"/>
                  <a:gd name="T4" fmla="*/ 48 w 35"/>
                  <a:gd name="T5" fmla="*/ 15 h 72"/>
                  <a:gd name="T6" fmla="*/ 0 w 35"/>
                  <a:gd name="T7" fmla="*/ 100 h 72"/>
                  <a:gd name="T8" fmla="*/ 21 w 35"/>
                  <a:gd name="T9" fmla="*/ 257 h 72"/>
                  <a:gd name="T10" fmla="*/ 132 w 35"/>
                  <a:gd name="T11" fmla="*/ 425 h 72"/>
                  <a:gd name="T12" fmla="*/ 197 w 35"/>
                  <a:gd name="T13" fmla="*/ 485 h 72"/>
                  <a:gd name="T14" fmla="*/ 245 w 35"/>
                  <a:gd name="T15" fmla="*/ 402 h 7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5" h="72">
                    <a:moveTo>
                      <a:pt x="27" y="9"/>
                    </a:moveTo>
                    <a:cubicBezTo>
                      <a:pt x="24" y="8"/>
                      <a:pt x="21" y="3"/>
                      <a:pt x="18" y="2"/>
                    </a:cubicBezTo>
                    <a:cubicBezTo>
                      <a:pt x="15" y="0"/>
                      <a:pt x="11" y="0"/>
                      <a:pt x="7" y="2"/>
                    </a:cubicBezTo>
                    <a:cubicBezTo>
                      <a:pt x="2" y="4"/>
                      <a:pt x="1" y="9"/>
                      <a:pt x="0" y="15"/>
                    </a:cubicBezTo>
                    <a:cubicBezTo>
                      <a:pt x="0" y="22"/>
                      <a:pt x="0" y="33"/>
                      <a:pt x="3" y="38"/>
                    </a:cubicBezTo>
                    <a:cubicBezTo>
                      <a:pt x="9" y="47"/>
                      <a:pt x="14" y="53"/>
                      <a:pt x="19" y="63"/>
                    </a:cubicBezTo>
                    <a:cubicBezTo>
                      <a:pt x="21" y="67"/>
                      <a:pt x="23" y="72"/>
                      <a:pt x="28" y="72"/>
                    </a:cubicBezTo>
                    <a:cubicBezTo>
                      <a:pt x="33" y="71"/>
                      <a:pt x="34" y="65"/>
                      <a:pt x="35" y="60"/>
                    </a:cubicBezTo>
                  </a:path>
                </a:pathLst>
              </a:custGeom>
              <a:solidFill>
                <a:srgbClr val="A961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1546" name="Freeform 166">
                <a:extLst>
                  <a:ext uri="{FF2B5EF4-FFF2-40B4-BE49-F238E27FC236}">
                    <a16:creationId xmlns:a16="http://schemas.microsoft.com/office/drawing/2014/main" id="{E92602F9-B135-4361-98B1-6C21D0F710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9" y="963"/>
                <a:ext cx="67" cy="136"/>
              </a:xfrm>
              <a:custGeom>
                <a:avLst/>
                <a:gdLst>
                  <a:gd name="T0" fmla="*/ 191 w 35"/>
                  <a:gd name="T1" fmla="*/ 60 h 72"/>
                  <a:gd name="T2" fmla="*/ 124 w 35"/>
                  <a:gd name="T3" fmla="*/ 15 h 72"/>
                  <a:gd name="T4" fmla="*/ 48 w 35"/>
                  <a:gd name="T5" fmla="*/ 15 h 72"/>
                  <a:gd name="T6" fmla="*/ 0 w 35"/>
                  <a:gd name="T7" fmla="*/ 100 h 72"/>
                  <a:gd name="T8" fmla="*/ 21 w 35"/>
                  <a:gd name="T9" fmla="*/ 257 h 72"/>
                  <a:gd name="T10" fmla="*/ 132 w 35"/>
                  <a:gd name="T11" fmla="*/ 425 h 72"/>
                  <a:gd name="T12" fmla="*/ 197 w 35"/>
                  <a:gd name="T13" fmla="*/ 485 h 72"/>
                  <a:gd name="T14" fmla="*/ 245 w 35"/>
                  <a:gd name="T15" fmla="*/ 402 h 7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5" h="72">
                    <a:moveTo>
                      <a:pt x="27" y="9"/>
                    </a:moveTo>
                    <a:cubicBezTo>
                      <a:pt x="24" y="8"/>
                      <a:pt x="21" y="3"/>
                      <a:pt x="18" y="2"/>
                    </a:cubicBezTo>
                    <a:cubicBezTo>
                      <a:pt x="15" y="0"/>
                      <a:pt x="11" y="0"/>
                      <a:pt x="7" y="2"/>
                    </a:cubicBezTo>
                    <a:cubicBezTo>
                      <a:pt x="2" y="4"/>
                      <a:pt x="1" y="9"/>
                      <a:pt x="0" y="15"/>
                    </a:cubicBezTo>
                    <a:cubicBezTo>
                      <a:pt x="0" y="22"/>
                      <a:pt x="0" y="33"/>
                      <a:pt x="3" y="38"/>
                    </a:cubicBezTo>
                    <a:cubicBezTo>
                      <a:pt x="9" y="47"/>
                      <a:pt x="14" y="53"/>
                      <a:pt x="19" y="63"/>
                    </a:cubicBezTo>
                    <a:cubicBezTo>
                      <a:pt x="21" y="67"/>
                      <a:pt x="23" y="72"/>
                      <a:pt x="28" y="72"/>
                    </a:cubicBezTo>
                    <a:cubicBezTo>
                      <a:pt x="33" y="71"/>
                      <a:pt x="34" y="65"/>
                      <a:pt x="35" y="6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1547" name="Freeform 167">
                <a:extLst>
                  <a:ext uri="{FF2B5EF4-FFF2-40B4-BE49-F238E27FC236}">
                    <a16:creationId xmlns:a16="http://schemas.microsoft.com/office/drawing/2014/main" id="{A76A1E18-ACA0-47B8-BD27-F42F5A4723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5" y="976"/>
                <a:ext cx="30" cy="68"/>
              </a:xfrm>
              <a:custGeom>
                <a:avLst/>
                <a:gdLst>
                  <a:gd name="T0" fmla="*/ 105 w 16"/>
                  <a:gd name="T1" fmla="*/ 242 h 36"/>
                  <a:gd name="T2" fmla="*/ 45 w 16"/>
                  <a:gd name="T3" fmla="*/ 176 h 36"/>
                  <a:gd name="T4" fmla="*/ 28 w 16"/>
                  <a:gd name="T5" fmla="*/ 68 h 36"/>
                  <a:gd name="T6" fmla="*/ 60 w 16"/>
                  <a:gd name="T7" fmla="*/ 8 h 36"/>
                  <a:gd name="T8" fmla="*/ 105 w 16"/>
                  <a:gd name="T9" fmla="*/ 28 h 36"/>
                  <a:gd name="T10" fmla="*/ 60 w 16"/>
                  <a:gd name="T11" fmla="*/ 15 h 36"/>
                  <a:gd name="T12" fmla="*/ 45 w 16"/>
                  <a:gd name="T13" fmla="*/ 168 h 36"/>
                  <a:gd name="T14" fmla="*/ 105 w 16"/>
                  <a:gd name="T15" fmla="*/ 242 h 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6" h="36">
                    <a:moveTo>
                      <a:pt x="16" y="36"/>
                    </a:moveTo>
                    <a:cubicBezTo>
                      <a:pt x="15" y="31"/>
                      <a:pt x="9" y="30"/>
                      <a:pt x="7" y="26"/>
                    </a:cubicBezTo>
                    <a:cubicBezTo>
                      <a:pt x="5" y="22"/>
                      <a:pt x="3" y="15"/>
                      <a:pt x="4" y="10"/>
                    </a:cubicBezTo>
                    <a:cubicBezTo>
                      <a:pt x="4" y="7"/>
                      <a:pt x="5" y="1"/>
                      <a:pt x="9" y="1"/>
                    </a:cubicBezTo>
                    <a:cubicBezTo>
                      <a:pt x="11" y="0"/>
                      <a:pt x="14" y="3"/>
                      <a:pt x="16" y="4"/>
                    </a:cubicBezTo>
                    <a:cubicBezTo>
                      <a:pt x="16" y="4"/>
                      <a:pt x="11" y="1"/>
                      <a:pt x="9" y="2"/>
                    </a:cubicBezTo>
                    <a:cubicBezTo>
                      <a:pt x="7" y="3"/>
                      <a:pt x="0" y="14"/>
                      <a:pt x="7" y="25"/>
                    </a:cubicBezTo>
                    <a:cubicBezTo>
                      <a:pt x="15" y="36"/>
                      <a:pt x="14" y="28"/>
                      <a:pt x="16" y="36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1548" name="Freeform 168">
                <a:extLst>
                  <a:ext uri="{FF2B5EF4-FFF2-40B4-BE49-F238E27FC236}">
                    <a16:creationId xmlns:a16="http://schemas.microsoft.com/office/drawing/2014/main" id="{96956246-3863-4C06-B976-67CF3FB81F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7" y="1031"/>
                <a:ext cx="8" cy="32"/>
              </a:xfrm>
              <a:custGeom>
                <a:avLst/>
                <a:gdLst>
                  <a:gd name="T0" fmla="*/ 0 w 4"/>
                  <a:gd name="T1" fmla="*/ 75 h 17"/>
                  <a:gd name="T2" fmla="*/ 32 w 4"/>
                  <a:gd name="T3" fmla="*/ 113 h 17"/>
                  <a:gd name="T4" fmla="*/ 32 w 4"/>
                  <a:gd name="T5" fmla="*/ 15 h 17"/>
                  <a:gd name="T6" fmla="*/ 32 w 4"/>
                  <a:gd name="T7" fmla="*/ 15 h 17"/>
                  <a:gd name="T8" fmla="*/ 8 w 4"/>
                  <a:gd name="T9" fmla="*/ 32 h 17"/>
                  <a:gd name="T10" fmla="*/ 24 w 4"/>
                  <a:gd name="T11" fmla="*/ 105 h 17"/>
                  <a:gd name="T12" fmla="*/ 0 w 4"/>
                  <a:gd name="T13" fmla="*/ 75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" h="17">
                    <a:moveTo>
                      <a:pt x="0" y="11"/>
                    </a:moveTo>
                    <a:cubicBezTo>
                      <a:pt x="1" y="12"/>
                      <a:pt x="2" y="16"/>
                      <a:pt x="4" y="17"/>
                    </a:cubicBezTo>
                    <a:cubicBezTo>
                      <a:pt x="4" y="14"/>
                      <a:pt x="0" y="3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2" y="0"/>
                      <a:pt x="1" y="5"/>
                    </a:cubicBezTo>
                    <a:cubicBezTo>
                      <a:pt x="1" y="10"/>
                      <a:pt x="3" y="16"/>
                      <a:pt x="3" y="16"/>
                    </a:cubicBezTo>
                    <a:lnTo>
                      <a:pt x="0" y="1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1549" name="Freeform 169">
                <a:extLst>
                  <a:ext uri="{FF2B5EF4-FFF2-40B4-BE49-F238E27FC236}">
                    <a16:creationId xmlns:a16="http://schemas.microsoft.com/office/drawing/2014/main" id="{62C608C0-FA16-4028-A973-0C790EB7E7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9" y="969"/>
                <a:ext cx="30" cy="45"/>
              </a:xfrm>
              <a:custGeom>
                <a:avLst/>
                <a:gdLst>
                  <a:gd name="T0" fmla="*/ 105 w 16"/>
                  <a:gd name="T1" fmla="*/ 8 h 24"/>
                  <a:gd name="T2" fmla="*/ 32 w 16"/>
                  <a:gd name="T3" fmla="*/ 21 h 24"/>
                  <a:gd name="T4" fmla="*/ 45 w 16"/>
                  <a:gd name="T5" fmla="*/ 158 h 24"/>
                  <a:gd name="T6" fmla="*/ 32 w 16"/>
                  <a:gd name="T7" fmla="*/ 53 h 24"/>
                  <a:gd name="T8" fmla="*/ 92 w 16"/>
                  <a:gd name="T9" fmla="*/ 15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24">
                    <a:moveTo>
                      <a:pt x="16" y="1"/>
                    </a:moveTo>
                    <a:cubicBezTo>
                      <a:pt x="13" y="0"/>
                      <a:pt x="7" y="0"/>
                      <a:pt x="5" y="3"/>
                    </a:cubicBezTo>
                    <a:cubicBezTo>
                      <a:pt x="0" y="9"/>
                      <a:pt x="3" y="20"/>
                      <a:pt x="7" y="24"/>
                    </a:cubicBezTo>
                    <a:cubicBezTo>
                      <a:pt x="4" y="22"/>
                      <a:pt x="3" y="13"/>
                      <a:pt x="5" y="8"/>
                    </a:cubicBezTo>
                    <a:cubicBezTo>
                      <a:pt x="7" y="4"/>
                      <a:pt x="10" y="1"/>
                      <a:pt x="14" y="2"/>
                    </a:cubicBezTo>
                  </a:path>
                </a:pathLst>
              </a:custGeom>
              <a:solidFill>
                <a:srgbClr val="8E4C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1550" name="Freeform 170">
                <a:extLst>
                  <a:ext uri="{FF2B5EF4-FFF2-40B4-BE49-F238E27FC236}">
                    <a16:creationId xmlns:a16="http://schemas.microsoft.com/office/drawing/2014/main" id="{7B30FE49-707C-4BB2-A48C-87BFA2E680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4" y="980"/>
                <a:ext cx="21" cy="34"/>
              </a:xfrm>
              <a:custGeom>
                <a:avLst/>
                <a:gdLst>
                  <a:gd name="T0" fmla="*/ 76 w 11"/>
                  <a:gd name="T1" fmla="*/ 28 h 18"/>
                  <a:gd name="T2" fmla="*/ 48 w 11"/>
                  <a:gd name="T3" fmla="*/ 15 h 18"/>
                  <a:gd name="T4" fmla="*/ 15 w 11"/>
                  <a:gd name="T5" fmla="*/ 8 h 18"/>
                  <a:gd name="T6" fmla="*/ 21 w 11"/>
                  <a:gd name="T7" fmla="*/ 68 h 18"/>
                  <a:gd name="T8" fmla="*/ 55 w 11"/>
                  <a:gd name="T9" fmla="*/ 121 h 18"/>
                  <a:gd name="T10" fmla="*/ 36 w 11"/>
                  <a:gd name="T11" fmla="*/ 47 h 18"/>
                  <a:gd name="T12" fmla="*/ 76 w 11"/>
                  <a:gd name="T13" fmla="*/ 28 h 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8">
                    <a:moveTo>
                      <a:pt x="11" y="4"/>
                    </a:moveTo>
                    <a:cubicBezTo>
                      <a:pt x="10" y="4"/>
                      <a:pt x="8" y="2"/>
                      <a:pt x="7" y="2"/>
                    </a:cubicBezTo>
                    <a:cubicBezTo>
                      <a:pt x="6" y="1"/>
                      <a:pt x="3" y="0"/>
                      <a:pt x="2" y="1"/>
                    </a:cubicBezTo>
                    <a:cubicBezTo>
                      <a:pt x="0" y="4"/>
                      <a:pt x="2" y="8"/>
                      <a:pt x="3" y="10"/>
                    </a:cubicBezTo>
                    <a:cubicBezTo>
                      <a:pt x="5" y="13"/>
                      <a:pt x="6" y="16"/>
                      <a:pt x="8" y="18"/>
                    </a:cubicBezTo>
                    <a:cubicBezTo>
                      <a:pt x="6" y="16"/>
                      <a:pt x="4" y="11"/>
                      <a:pt x="5" y="7"/>
                    </a:cubicBezTo>
                    <a:cubicBezTo>
                      <a:pt x="5" y="5"/>
                      <a:pt x="9" y="3"/>
                      <a:pt x="11" y="4"/>
                    </a:cubicBezTo>
                  </a:path>
                </a:pathLst>
              </a:custGeom>
              <a:solidFill>
                <a:srgbClr val="C1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1551" name="Freeform 171">
                <a:extLst>
                  <a:ext uri="{FF2B5EF4-FFF2-40B4-BE49-F238E27FC236}">
                    <a16:creationId xmlns:a16="http://schemas.microsoft.com/office/drawing/2014/main" id="{39078056-C1D4-4791-9392-DE0071D6CF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5" y="1020"/>
                <a:ext cx="6" cy="23"/>
              </a:xfrm>
              <a:custGeom>
                <a:avLst/>
                <a:gdLst>
                  <a:gd name="T0" fmla="*/ 24 w 3"/>
                  <a:gd name="T1" fmla="*/ 56 h 12"/>
                  <a:gd name="T2" fmla="*/ 8 w 3"/>
                  <a:gd name="T3" fmla="*/ 84 h 12"/>
                  <a:gd name="T4" fmla="*/ 0 w 3"/>
                  <a:gd name="T5" fmla="*/ 44 h 12"/>
                  <a:gd name="T6" fmla="*/ 16 w 3"/>
                  <a:gd name="T7" fmla="*/ 0 h 12"/>
                  <a:gd name="T8" fmla="*/ 24 w 3"/>
                  <a:gd name="T9" fmla="*/ 48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12">
                    <a:moveTo>
                      <a:pt x="3" y="8"/>
                    </a:moveTo>
                    <a:cubicBezTo>
                      <a:pt x="2" y="9"/>
                      <a:pt x="2" y="10"/>
                      <a:pt x="1" y="12"/>
                    </a:cubicBezTo>
                    <a:cubicBezTo>
                      <a:pt x="0" y="11"/>
                      <a:pt x="0" y="7"/>
                      <a:pt x="0" y="6"/>
                    </a:cubicBezTo>
                    <a:cubicBezTo>
                      <a:pt x="0" y="4"/>
                      <a:pt x="0" y="1"/>
                      <a:pt x="2" y="0"/>
                    </a:cubicBezTo>
                    <a:cubicBezTo>
                      <a:pt x="3" y="2"/>
                      <a:pt x="2" y="5"/>
                      <a:pt x="3" y="7"/>
                    </a:cubicBezTo>
                  </a:path>
                </a:pathLst>
              </a:custGeom>
              <a:solidFill>
                <a:srgbClr val="C1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1552" name="Freeform 172">
                <a:extLst>
                  <a:ext uri="{FF2B5EF4-FFF2-40B4-BE49-F238E27FC236}">
                    <a16:creationId xmlns:a16="http://schemas.microsoft.com/office/drawing/2014/main" id="{BF997485-FACD-4772-A67B-09EBE7831C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9" y="963"/>
                <a:ext cx="69" cy="136"/>
              </a:xfrm>
              <a:custGeom>
                <a:avLst/>
                <a:gdLst>
                  <a:gd name="T0" fmla="*/ 56 w 36"/>
                  <a:gd name="T1" fmla="*/ 60 h 72"/>
                  <a:gd name="T2" fmla="*/ 121 w 36"/>
                  <a:gd name="T3" fmla="*/ 15 h 72"/>
                  <a:gd name="T4" fmla="*/ 199 w 36"/>
                  <a:gd name="T5" fmla="*/ 15 h 72"/>
                  <a:gd name="T6" fmla="*/ 245 w 36"/>
                  <a:gd name="T7" fmla="*/ 100 h 72"/>
                  <a:gd name="T8" fmla="*/ 224 w 36"/>
                  <a:gd name="T9" fmla="*/ 257 h 72"/>
                  <a:gd name="T10" fmla="*/ 113 w 36"/>
                  <a:gd name="T11" fmla="*/ 425 h 72"/>
                  <a:gd name="T12" fmla="*/ 48 w 36"/>
                  <a:gd name="T13" fmla="*/ 485 h 72"/>
                  <a:gd name="T14" fmla="*/ 0 w 36"/>
                  <a:gd name="T15" fmla="*/ 402 h 7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6" h="72">
                    <a:moveTo>
                      <a:pt x="8" y="9"/>
                    </a:moveTo>
                    <a:cubicBezTo>
                      <a:pt x="11" y="8"/>
                      <a:pt x="14" y="3"/>
                      <a:pt x="17" y="2"/>
                    </a:cubicBezTo>
                    <a:cubicBezTo>
                      <a:pt x="20" y="0"/>
                      <a:pt x="25" y="0"/>
                      <a:pt x="28" y="2"/>
                    </a:cubicBezTo>
                    <a:cubicBezTo>
                      <a:pt x="33" y="4"/>
                      <a:pt x="34" y="9"/>
                      <a:pt x="35" y="15"/>
                    </a:cubicBezTo>
                    <a:cubicBezTo>
                      <a:pt x="36" y="22"/>
                      <a:pt x="35" y="33"/>
                      <a:pt x="32" y="38"/>
                    </a:cubicBezTo>
                    <a:cubicBezTo>
                      <a:pt x="26" y="47"/>
                      <a:pt x="21" y="53"/>
                      <a:pt x="16" y="63"/>
                    </a:cubicBezTo>
                    <a:cubicBezTo>
                      <a:pt x="15" y="67"/>
                      <a:pt x="12" y="72"/>
                      <a:pt x="7" y="72"/>
                    </a:cubicBezTo>
                    <a:cubicBezTo>
                      <a:pt x="2" y="71"/>
                      <a:pt x="1" y="65"/>
                      <a:pt x="0" y="60"/>
                    </a:cubicBezTo>
                  </a:path>
                </a:pathLst>
              </a:custGeom>
              <a:solidFill>
                <a:srgbClr val="A961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1553" name="Freeform 173">
                <a:extLst>
                  <a:ext uri="{FF2B5EF4-FFF2-40B4-BE49-F238E27FC236}">
                    <a16:creationId xmlns:a16="http://schemas.microsoft.com/office/drawing/2014/main" id="{918A4F7C-FD0B-4BD1-A5EB-38A65A2DBB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9" y="963"/>
                <a:ext cx="69" cy="136"/>
              </a:xfrm>
              <a:custGeom>
                <a:avLst/>
                <a:gdLst>
                  <a:gd name="T0" fmla="*/ 56 w 36"/>
                  <a:gd name="T1" fmla="*/ 60 h 72"/>
                  <a:gd name="T2" fmla="*/ 121 w 36"/>
                  <a:gd name="T3" fmla="*/ 15 h 72"/>
                  <a:gd name="T4" fmla="*/ 199 w 36"/>
                  <a:gd name="T5" fmla="*/ 15 h 72"/>
                  <a:gd name="T6" fmla="*/ 245 w 36"/>
                  <a:gd name="T7" fmla="*/ 100 h 72"/>
                  <a:gd name="T8" fmla="*/ 224 w 36"/>
                  <a:gd name="T9" fmla="*/ 257 h 72"/>
                  <a:gd name="T10" fmla="*/ 113 w 36"/>
                  <a:gd name="T11" fmla="*/ 425 h 72"/>
                  <a:gd name="T12" fmla="*/ 48 w 36"/>
                  <a:gd name="T13" fmla="*/ 485 h 72"/>
                  <a:gd name="T14" fmla="*/ 0 w 36"/>
                  <a:gd name="T15" fmla="*/ 402 h 7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6" h="72">
                    <a:moveTo>
                      <a:pt x="8" y="9"/>
                    </a:moveTo>
                    <a:cubicBezTo>
                      <a:pt x="11" y="8"/>
                      <a:pt x="14" y="3"/>
                      <a:pt x="17" y="2"/>
                    </a:cubicBezTo>
                    <a:cubicBezTo>
                      <a:pt x="20" y="0"/>
                      <a:pt x="25" y="0"/>
                      <a:pt x="28" y="2"/>
                    </a:cubicBezTo>
                    <a:cubicBezTo>
                      <a:pt x="33" y="4"/>
                      <a:pt x="34" y="9"/>
                      <a:pt x="35" y="15"/>
                    </a:cubicBezTo>
                    <a:cubicBezTo>
                      <a:pt x="36" y="22"/>
                      <a:pt x="35" y="33"/>
                      <a:pt x="32" y="38"/>
                    </a:cubicBezTo>
                    <a:cubicBezTo>
                      <a:pt x="26" y="47"/>
                      <a:pt x="21" y="53"/>
                      <a:pt x="16" y="63"/>
                    </a:cubicBezTo>
                    <a:cubicBezTo>
                      <a:pt x="15" y="67"/>
                      <a:pt x="12" y="72"/>
                      <a:pt x="7" y="72"/>
                    </a:cubicBezTo>
                    <a:cubicBezTo>
                      <a:pt x="2" y="71"/>
                      <a:pt x="1" y="65"/>
                      <a:pt x="0" y="6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1554" name="Freeform 174">
                <a:extLst>
                  <a:ext uri="{FF2B5EF4-FFF2-40B4-BE49-F238E27FC236}">
                    <a16:creationId xmlns:a16="http://schemas.microsoft.com/office/drawing/2014/main" id="{B946BE50-A071-4E1F-86AC-988805337A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0" y="976"/>
                <a:ext cx="30" cy="68"/>
              </a:xfrm>
              <a:custGeom>
                <a:avLst/>
                <a:gdLst>
                  <a:gd name="T0" fmla="*/ 0 w 16"/>
                  <a:gd name="T1" fmla="*/ 242 h 36"/>
                  <a:gd name="T2" fmla="*/ 60 w 16"/>
                  <a:gd name="T3" fmla="*/ 176 h 36"/>
                  <a:gd name="T4" fmla="*/ 81 w 16"/>
                  <a:gd name="T5" fmla="*/ 68 h 36"/>
                  <a:gd name="T6" fmla="*/ 53 w 16"/>
                  <a:gd name="T7" fmla="*/ 8 h 36"/>
                  <a:gd name="T8" fmla="*/ 0 w 16"/>
                  <a:gd name="T9" fmla="*/ 28 h 36"/>
                  <a:gd name="T10" fmla="*/ 53 w 16"/>
                  <a:gd name="T11" fmla="*/ 15 h 36"/>
                  <a:gd name="T12" fmla="*/ 60 w 16"/>
                  <a:gd name="T13" fmla="*/ 168 h 36"/>
                  <a:gd name="T14" fmla="*/ 0 w 16"/>
                  <a:gd name="T15" fmla="*/ 242 h 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6" h="36">
                    <a:moveTo>
                      <a:pt x="0" y="36"/>
                    </a:moveTo>
                    <a:cubicBezTo>
                      <a:pt x="1" y="31"/>
                      <a:pt x="7" y="30"/>
                      <a:pt x="9" y="26"/>
                    </a:cubicBezTo>
                    <a:cubicBezTo>
                      <a:pt x="11" y="22"/>
                      <a:pt x="14" y="15"/>
                      <a:pt x="12" y="10"/>
                    </a:cubicBezTo>
                    <a:cubicBezTo>
                      <a:pt x="12" y="7"/>
                      <a:pt x="11" y="1"/>
                      <a:pt x="8" y="1"/>
                    </a:cubicBezTo>
                    <a:cubicBezTo>
                      <a:pt x="5" y="0"/>
                      <a:pt x="2" y="3"/>
                      <a:pt x="0" y="4"/>
                    </a:cubicBezTo>
                    <a:cubicBezTo>
                      <a:pt x="0" y="4"/>
                      <a:pt x="6" y="1"/>
                      <a:pt x="8" y="2"/>
                    </a:cubicBezTo>
                    <a:cubicBezTo>
                      <a:pt x="10" y="3"/>
                      <a:pt x="16" y="14"/>
                      <a:pt x="9" y="25"/>
                    </a:cubicBezTo>
                    <a:cubicBezTo>
                      <a:pt x="1" y="36"/>
                      <a:pt x="2" y="28"/>
                      <a:pt x="0" y="36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1555" name="Freeform 175">
                <a:extLst>
                  <a:ext uri="{FF2B5EF4-FFF2-40B4-BE49-F238E27FC236}">
                    <a16:creationId xmlns:a16="http://schemas.microsoft.com/office/drawing/2014/main" id="{0D8AAF33-E886-493F-86C2-F940BC09C0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0" y="1031"/>
                <a:ext cx="8" cy="32"/>
              </a:xfrm>
              <a:custGeom>
                <a:avLst/>
                <a:gdLst>
                  <a:gd name="T0" fmla="*/ 32 w 4"/>
                  <a:gd name="T1" fmla="*/ 75 h 17"/>
                  <a:gd name="T2" fmla="*/ 0 w 4"/>
                  <a:gd name="T3" fmla="*/ 113 h 17"/>
                  <a:gd name="T4" fmla="*/ 0 w 4"/>
                  <a:gd name="T5" fmla="*/ 15 h 17"/>
                  <a:gd name="T6" fmla="*/ 0 w 4"/>
                  <a:gd name="T7" fmla="*/ 15 h 17"/>
                  <a:gd name="T8" fmla="*/ 24 w 4"/>
                  <a:gd name="T9" fmla="*/ 32 h 17"/>
                  <a:gd name="T10" fmla="*/ 8 w 4"/>
                  <a:gd name="T11" fmla="*/ 105 h 17"/>
                  <a:gd name="T12" fmla="*/ 32 w 4"/>
                  <a:gd name="T13" fmla="*/ 75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" h="17">
                    <a:moveTo>
                      <a:pt x="4" y="11"/>
                    </a:moveTo>
                    <a:cubicBezTo>
                      <a:pt x="3" y="12"/>
                      <a:pt x="2" y="16"/>
                      <a:pt x="0" y="17"/>
                    </a:cubicBezTo>
                    <a:cubicBezTo>
                      <a:pt x="0" y="14"/>
                      <a:pt x="4" y="3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3" y="0"/>
                      <a:pt x="3" y="5"/>
                    </a:cubicBezTo>
                    <a:cubicBezTo>
                      <a:pt x="3" y="10"/>
                      <a:pt x="1" y="16"/>
                      <a:pt x="1" y="16"/>
                    </a:cubicBezTo>
                    <a:lnTo>
                      <a:pt x="4" y="1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1556" name="Freeform 176">
                <a:extLst>
                  <a:ext uri="{FF2B5EF4-FFF2-40B4-BE49-F238E27FC236}">
                    <a16:creationId xmlns:a16="http://schemas.microsoft.com/office/drawing/2014/main" id="{F980045D-D07F-416C-9E84-FA73D4CCFD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6" y="969"/>
                <a:ext cx="30" cy="45"/>
              </a:xfrm>
              <a:custGeom>
                <a:avLst/>
                <a:gdLst>
                  <a:gd name="T0" fmla="*/ 0 w 16"/>
                  <a:gd name="T1" fmla="*/ 8 h 24"/>
                  <a:gd name="T2" fmla="*/ 81 w 16"/>
                  <a:gd name="T3" fmla="*/ 21 h 24"/>
                  <a:gd name="T4" fmla="*/ 60 w 16"/>
                  <a:gd name="T5" fmla="*/ 158 h 24"/>
                  <a:gd name="T6" fmla="*/ 73 w 16"/>
                  <a:gd name="T7" fmla="*/ 53 h 24"/>
                  <a:gd name="T8" fmla="*/ 15 w 16"/>
                  <a:gd name="T9" fmla="*/ 15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24">
                    <a:moveTo>
                      <a:pt x="0" y="1"/>
                    </a:moveTo>
                    <a:cubicBezTo>
                      <a:pt x="3" y="0"/>
                      <a:pt x="9" y="0"/>
                      <a:pt x="12" y="3"/>
                    </a:cubicBezTo>
                    <a:cubicBezTo>
                      <a:pt x="16" y="9"/>
                      <a:pt x="13" y="20"/>
                      <a:pt x="9" y="24"/>
                    </a:cubicBezTo>
                    <a:cubicBezTo>
                      <a:pt x="12" y="22"/>
                      <a:pt x="13" y="13"/>
                      <a:pt x="11" y="8"/>
                    </a:cubicBezTo>
                    <a:cubicBezTo>
                      <a:pt x="9" y="4"/>
                      <a:pt x="6" y="1"/>
                      <a:pt x="2" y="2"/>
                    </a:cubicBezTo>
                  </a:path>
                </a:pathLst>
              </a:custGeom>
              <a:solidFill>
                <a:srgbClr val="8E4C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1557" name="Freeform 177">
                <a:extLst>
                  <a:ext uri="{FF2B5EF4-FFF2-40B4-BE49-F238E27FC236}">
                    <a16:creationId xmlns:a16="http://schemas.microsoft.com/office/drawing/2014/main" id="{DCF23C88-1403-475B-937C-EF8D886F93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0" y="980"/>
                <a:ext cx="21" cy="34"/>
              </a:xfrm>
              <a:custGeom>
                <a:avLst/>
                <a:gdLst>
                  <a:gd name="T0" fmla="*/ 0 w 11"/>
                  <a:gd name="T1" fmla="*/ 28 h 18"/>
                  <a:gd name="T2" fmla="*/ 29 w 11"/>
                  <a:gd name="T3" fmla="*/ 15 h 18"/>
                  <a:gd name="T4" fmla="*/ 61 w 11"/>
                  <a:gd name="T5" fmla="*/ 8 h 18"/>
                  <a:gd name="T6" fmla="*/ 55 w 11"/>
                  <a:gd name="T7" fmla="*/ 68 h 18"/>
                  <a:gd name="T8" fmla="*/ 21 w 11"/>
                  <a:gd name="T9" fmla="*/ 121 h 18"/>
                  <a:gd name="T10" fmla="*/ 40 w 11"/>
                  <a:gd name="T11" fmla="*/ 47 h 18"/>
                  <a:gd name="T12" fmla="*/ 0 w 11"/>
                  <a:gd name="T13" fmla="*/ 28 h 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8">
                    <a:moveTo>
                      <a:pt x="0" y="4"/>
                    </a:moveTo>
                    <a:cubicBezTo>
                      <a:pt x="1" y="4"/>
                      <a:pt x="3" y="2"/>
                      <a:pt x="4" y="2"/>
                    </a:cubicBezTo>
                    <a:cubicBezTo>
                      <a:pt x="5" y="1"/>
                      <a:pt x="8" y="0"/>
                      <a:pt x="9" y="1"/>
                    </a:cubicBezTo>
                    <a:cubicBezTo>
                      <a:pt x="11" y="4"/>
                      <a:pt x="9" y="8"/>
                      <a:pt x="8" y="10"/>
                    </a:cubicBezTo>
                    <a:cubicBezTo>
                      <a:pt x="6" y="13"/>
                      <a:pt x="5" y="16"/>
                      <a:pt x="3" y="18"/>
                    </a:cubicBezTo>
                    <a:cubicBezTo>
                      <a:pt x="5" y="16"/>
                      <a:pt x="7" y="11"/>
                      <a:pt x="6" y="7"/>
                    </a:cubicBezTo>
                    <a:cubicBezTo>
                      <a:pt x="6" y="5"/>
                      <a:pt x="2" y="3"/>
                      <a:pt x="0" y="4"/>
                    </a:cubicBezTo>
                  </a:path>
                </a:pathLst>
              </a:custGeom>
              <a:solidFill>
                <a:srgbClr val="C1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1558" name="Freeform 178">
                <a:extLst>
                  <a:ext uri="{FF2B5EF4-FFF2-40B4-BE49-F238E27FC236}">
                    <a16:creationId xmlns:a16="http://schemas.microsoft.com/office/drawing/2014/main" id="{9338A57B-D50B-4AAE-AA2D-CDB0C50B3B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4" y="1020"/>
                <a:ext cx="6" cy="23"/>
              </a:xfrm>
              <a:custGeom>
                <a:avLst/>
                <a:gdLst>
                  <a:gd name="T0" fmla="*/ 0 w 3"/>
                  <a:gd name="T1" fmla="*/ 56 h 12"/>
                  <a:gd name="T2" fmla="*/ 16 w 3"/>
                  <a:gd name="T3" fmla="*/ 84 h 12"/>
                  <a:gd name="T4" fmla="*/ 24 w 3"/>
                  <a:gd name="T5" fmla="*/ 44 h 12"/>
                  <a:gd name="T6" fmla="*/ 8 w 3"/>
                  <a:gd name="T7" fmla="*/ 0 h 12"/>
                  <a:gd name="T8" fmla="*/ 0 w 3"/>
                  <a:gd name="T9" fmla="*/ 48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12">
                    <a:moveTo>
                      <a:pt x="0" y="8"/>
                    </a:moveTo>
                    <a:cubicBezTo>
                      <a:pt x="1" y="9"/>
                      <a:pt x="1" y="10"/>
                      <a:pt x="2" y="12"/>
                    </a:cubicBezTo>
                    <a:cubicBezTo>
                      <a:pt x="3" y="11"/>
                      <a:pt x="3" y="7"/>
                      <a:pt x="3" y="6"/>
                    </a:cubicBezTo>
                    <a:cubicBezTo>
                      <a:pt x="3" y="4"/>
                      <a:pt x="3" y="1"/>
                      <a:pt x="1" y="0"/>
                    </a:cubicBezTo>
                    <a:cubicBezTo>
                      <a:pt x="0" y="2"/>
                      <a:pt x="1" y="5"/>
                      <a:pt x="0" y="7"/>
                    </a:cubicBezTo>
                  </a:path>
                </a:pathLst>
              </a:custGeom>
              <a:solidFill>
                <a:srgbClr val="C1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1559" name="Freeform 179">
                <a:extLst>
                  <a:ext uri="{FF2B5EF4-FFF2-40B4-BE49-F238E27FC236}">
                    <a16:creationId xmlns:a16="http://schemas.microsoft.com/office/drawing/2014/main" id="{D0C14770-0D2F-4A68-B629-5217080F49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9" y="741"/>
                <a:ext cx="353" cy="493"/>
              </a:xfrm>
              <a:custGeom>
                <a:avLst/>
                <a:gdLst>
                  <a:gd name="T0" fmla="*/ 1299 w 184"/>
                  <a:gd name="T1" fmla="*/ 601 h 260"/>
                  <a:gd name="T2" fmla="*/ 645 w 184"/>
                  <a:gd name="T3" fmla="*/ 8 h 260"/>
                  <a:gd name="T4" fmla="*/ 0 w 184"/>
                  <a:gd name="T5" fmla="*/ 607 h 260"/>
                  <a:gd name="T6" fmla="*/ 36 w 184"/>
                  <a:gd name="T7" fmla="*/ 914 h 260"/>
                  <a:gd name="T8" fmla="*/ 224 w 184"/>
                  <a:gd name="T9" fmla="*/ 1468 h 260"/>
                  <a:gd name="T10" fmla="*/ 685 w 184"/>
                  <a:gd name="T11" fmla="*/ 1765 h 260"/>
                  <a:gd name="T12" fmla="*/ 1151 w 184"/>
                  <a:gd name="T13" fmla="*/ 1356 h 260"/>
                  <a:gd name="T14" fmla="*/ 1291 w 184"/>
                  <a:gd name="T15" fmla="*/ 813 h 260"/>
                  <a:gd name="T16" fmla="*/ 1299 w 184"/>
                  <a:gd name="T17" fmla="*/ 601 h 26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84" h="260">
                    <a:moveTo>
                      <a:pt x="184" y="88"/>
                    </a:moveTo>
                    <a:cubicBezTo>
                      <a:pt x="184" y="30"/>
                      <a:pt x="146" y="0"/>
                      <a:pt x="91" y="1"/>
                    </a:cubicBezTo>
                    <a:cubicBezTo>
                      <a:pt x="36" y="1"/>
                      <a:pt x="0" y="31"/>
                      <a:pt x="0" y="89"/>
                    </a:cubicBezTo>
                    <a:cubicBezTo>
                      <a:pt x="1" y="105"/>
                      <a:pt x="5" y="128"/>
                      <a:pt x="5" y="134"/>
                    </a:cubicBezTo>
                    <a:cubicBezTo>
                      <a:pt x="5" y="142"/>
                      <a:pt x="16" y="196"/>
                      <a:pt x="32" y="215"/>
                    </a:cubicBezTo>
                    <a:cubicBezTo>
                      <a:pt x="49" y="233"/>
                      <a:pt x="69" y="260"/>
                      <a:pt x="97" y="259"/>
                    </a:cubicBezTo>
                    <a:cubicBezTo>
                      <a:pt x="125" y="259"/>
                      <a:pt x="159" y="211"/>
                      <a:pt x="163" y="199"/>
                    </a:cubicBezTo>
                    <a:cubicBezTo>
                      <a:pt x="167" y="188"/>
                      <a:pt x="182" y="149"/>
                      <a:pt x="183" y="119"/>
                    </a:cubicBezTo>
                    <a:cubicBezTo>
                      <a:pt x="183" y="108"/>
                      <a:pt x="184" y="97"/>
                      <a:pt x="184" y="88"/>
                    </a:cubicBezTo>
                    <a:close/>
                  </a:path>
                </a:pathLst>
              </a:custGeom>
              <a:solidFill>
                <a:srgbClr val="A961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1560" name="Freeform 180">
                <a:extLst>
                  <a:ext uri="{FF2B5EF4-FFF2-40B4-BE49-F238E27FC236}">
                    <a16:creationId xmlns:a16="http://schemas.microsoft.com/office/drawing/2014/main" id="{EF7C6FED-9A18-415B-B0F9-6957AB1DF2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9" y="741"/>
                <a:ext cx="353" cy="493"/>
              </a:xfrm>
              <a:custGeom>
                <a:avLst/>
                <a:gdLst>
                  <a:gd name="T0" fmla="*/ 1299 w 184"/>
                  <a:gd name="T1" fmla="*/ 601 h 260"/>
                  <a:gd name="T2" fmla="*/ 645 w 184"/>
                  <a:gd name="T3" fmla="*/ 8 h 260"/>
                  <a:gd name="T4" fmla="*/ 0 w 184"/>
                  <a:gd name="T5" fmla="*/ 607 h 260"/>
                  <a:gd name="T6" fmla="*/ 36 w 184"/>
                  <a:gd name="T7" fmla="*/ 914 h 260"/>
                  <a:gd name="T8" fmla="*/ 224 w 184"/>
                  <a:gd name="T9" fmla="*/ 1468 h 260"/>
                  <a:gd name="T10" fmla="*/ 685 w 184"/>
                  <a:gd name="T11" fmla="*/ 1765 h 260"/>
                  <a:gd name="T12" fmla="*/ 1151 w 184"/>
                  <a:gd name="T13" fmla="*/ 1356 h 260"/>
                  <a:gd name="T14" fmla="*/ 1291 w 184"/>
                  <a:gd name="T15" fmla="*/ 813 h 260"/>
                  <a:gd name="T16" fmla="*/ 1299 w 184"/>
                  <a:gd name="T17" fmla="*/ 601 h 26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84" h="260">
                    <a:moveTo>
                      <a:pt x="184" y="88"/>
                    </a:moveTo>
                    <a:cubicBezTo>
                      <a:pt x="184" y="30"/>
                      <a:pt x="146" y="0"/>
                      <a:pt x="91" y="1"/>
                    </a:cubicBezTo>
                    <a:cubicBezTo>
                      <a:pt x="36" y="1"/>
                      <a:pt x="0" y="31"/>
                      <a:pt x="0" y="89"/>
                    </a:cubicBezTo>
                    <a:cubicBezTo>
                      <a:pt x="1" y="105"/>
                      <a:pt x="5" y="128"/>
                      <a:pt x="5" y="134"/>
                    </a:cubicBezTo>
                    <a:cubicBezTo>
                      <a:pt x="5" y="142"/>
                      <a:pt x="16" y="196"/>
                      <a:pt x="32" y="215"/>
                    </a:cubicBezTo>
                    <a:cubicBezTo>
                      <a:pt x="49" y="233"/>
                      <a:pt x="69" y="260"/>
                      <a:pt x="97" y="259"/>
                    </a:cubicBezTo>
                    <a:cubicBezTo>
                      <a:pt x="125" y="259"/>
                      <a:pt x="159" y="211"/>
                      <a:pt x="163" y="199"/>
                    </a:cubicBezTo>
                    <a:cubicBezTo>
                      <a:pt x="167" y="188"/>
                      <a:pt x="182" y="149"/>
                      <a:pt x="183" y="119"/>
                    </a:cubicBezTo>
                    <a:cubicBezTo>
                      <a:pt x="183" y="108"/>
                      <a:pt x="184" y="97"/>
                      <a:pt x="184" y="88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1561" name="Freeform 181">
                <a:extLst>
                  <a:ext uri="{FF2B5EF4-FFF2-40B4-BE49-F238E27FC236}">
                    <a16:creationId xmlns:a16="http://schemas.microsoft.com/office/drawing/2014/main" id="{57338346-9577-495C-B2A0-CAD21B43DB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1" y="1126"/>
                <a:ext cx="139" cy="42"/>
              </a:xfrm>
              <a:custGeom>
                <a:avLst/>
                <a:gdLst>
                  <a:gd name="T0" fmla="*/ 0 w 73"/>
                  <a:gd name="T1" fmla="*/ 48 h 22"/>
                  <a:gd name="T2" fmla="*/ 105 w 73"/>
                  <a:gd name="T3" fmla="*/ 29 h 22"/>
                  <a:gd name="T4" fmla="*/ 228 w 73"/>
                  <a:gd name="T5" fmla="*/ 15 h 22"/>
                  <a:gd name="T6" fmla="*/ 261 w 73"/>
                  <a:gd name="T7" fmla="*/ 21 h 22"/>
                  <a:gd name="T8" fmla="*/ 297 w 73"/>
                  <a:gd name="T9" fmla="*/ 15 h 22"/>
                  <a:gd name="T10" fmla="*/ 366 w 73"/>
                  <a:gd name="T11" fmla="*/ 15 h 22"/>
                  <a:gd name="T12" fmla="*/ 505 w 73"/>
                  <a:gd name="T13" fmla="*/ 48 h 22"/>
                  <a:gd name="T14" fmla="*/ 442 w 73"/>
                  <a:gd name="T15" fmla="*/ 105 h 22"/>
                  <a:gd name="T16" fmla="*/ 268 w 73"/>
                  <a:gd name="T17" fmla="*/ 145 h 22"/>
                  <a:gd name="T18" fmla="*/ 124 w 73"/>
                  <a:gd name="T19" fmla="*/ 124 h 22"/>
                  <a:gd name="T20" fmla="*/ 0 w 73"/>
                  <a:gd name="T21" fmla="*/ 48 h 2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73" h="22">
                    <a:moveTo>
                      <a:pt x="0" y="7"/>
                    </a:moveTo>
                    <a:cubicBezTo>
                      <a:pt x="0" y="7"/>
                      <a:pt x="5" y="10"/>
                      <a:pt x="15" y="4"/>
                    </a:cubicBezTo>
                    <a:cubicBezTo>
                      <a:pt x="20" y="2"/>
                      <a:pt x="28" y="0"/>
                      <a:pt x="33" y="2"/>
                    </a:cubicBezTo>
                    <a:cubicBezTo>
                      <a:pt x="39" y="3"/>
                      <a:pt x="38" y="3"/>
                      <a:pt x="38" y="3"/>
                    </a:cubicBezTo>
                    <a:cubicBezTo>
                      <a:pt x="38" y="3"/>
                      <a:pt x="40" y="2"/>
                      <a:pt x="43" y="2"/>
                    </a:cubicBezTo>
                    <a:cubicBezTo>
                      <a:pt x="47" y="1"/>
                      <a:pt x="50" y="1"/>
                      <a:pt x="53" y="2"/>
                    </a:cubicBezTo>
                    <a:cubicBezTo>
                      <a:pt x="56" y="3"/>
                      <a:pt x="64" y="9"/>
                      <a:pt x="73" y="7"/>
                    </a:cubicBezTo>
                    <a:cubicBezTo>
                      <a:pt x="73" y="7"/>
                      <a:pt x="70" y="11"/>
                      <a:pt x="64" y="15"/>
                    </a:cubicBezTo>
                    <a:cubicBezTo>
                      <a:pt x="57" y="20"/>
                      <a:pt x="46" y="21"/>
                      <a:pt x="39" y="21"/>
                    </a:cubicBezTo>
                    <a:cubicBezTo>
                      <a:pt x="32" y="22"/>
                      <a:pt x="22" y="20"/>
                      <a:pt x="18" y="18"/>
                    </a:cubicBezTo>
                    <a:cubicBezTo>
                      <a:pt x="8" y="15"/>
                      <a:pt x="7" y="10"/>
                      <a:pt x="0" y="7"/>
                    </a:cubicBezTo>
                    <a:close/>
                  </a:path>
                </a:pathLst>
              </a:custGeom>
              <a:solidFill>
                <a:srgbClr val="C1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1562" name="Freeform 182">
                <a:extLst>
                  <a:ext uri="{FF2B5EF4-FFF2-40B4-BE49-F238E27FC236}">
                    <a16:creationId xmlns:a16="http://schemas.microsoft.com/office/drawing/2014/main" id="{F0EC2365-1F80-474E-B0B0-E5A94CD479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7" y="1118"/>
                <a:ext cx="147" cy="31"/>
              </a:xfrm>
              <a:custGeom>
                <a:avLst/>
                <a:gdLst>
                  <a:gd name="T0" fmla="*/ 277 w 77"/>
                  <a:gd name="T1" fmla="*/ 52 h 16"/>
                  <a:gd name="T2" fmla="*/ 536 w 77"/>
                  <a:gd name="T3" fmla="*/ 72 h 16"/>
                  <a:gd name="T4" fmla="*/ 473 w 77"/>
                  <a:gd name="T5" fmla="*/ 72 h 16"/>
                  <a:gd name="T6" fmla="*/ 405 w 77"/>
                  <a:gd name="T7" fmla="*/ 52 h 16"/>
                  <a:gd name="T8" fmla="*/ 277 w 77"/>
                  <a:gd name="T9" fmla="*/ 45 h 16"/>
                  <a:gd name="T10" fmla="*/ 277 w 77"/>
                  <a:gd name="T11" fmla="*/ 45 h 16"/>
                  <a:gd name="T12" fmla="*/ 145 w 77"/>
                  <a:gd name="T13" fmla="*/ 52 h 16"/>
                  <a:gd name="T14" fmla="*/ 76 w 77"/>
                  <a:gd name="T15" fmla="*/ 72 h 16"/>
                  <a:gd name="T16" fmla="*/ 0 w 77"/>
                  <a:gd name="T17" fmla="*/ 79 h 16"/>
                  <a:gd name="T18" fmla="*/ 277 w 77"/>
                  <a:gd name="T19" fmla="*/ 52 h 1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77" h="16">
                    <a:moveTo>
                      <a:pt x="40" y="7"/>
                    </a:moveTo>
                    <a:cubicBezTo>
                      <a:pt x="53" y="0"/>
                      <a:pt x="64" y="15"/>
                      <a:pt x="77" y="10"/>
                    </a:cubicBezTo>
                    <a:cubicBezTo>
                      <a:pt x="74" y="11"/>
                      <a:pt x="71" y="12"/>
                      <a:pt x="68" y="10"/>
                    </a:cubicBezTo>
                    <a:cubicBezTo>
                      <a:pt x="65" y="9"/>
                      <a:pt x="62" y="8"/>
                      <a:pt x="58" y="7"/>
                    </a:cubicBezTo>
                    <a:cubicBezTo>
                      <a:pt x="51" y="5"/>
                      <a:pt x="47" y="5"/>
                      <a:pt x="40" y="6"/>
                    </a:cubicBezTo>
                    <a:cubicBezTo>
                      <a:pt x="40" y="6"/>
                      <a:pt x="40" y="6"/>
                      <a:pt x="40" y="6"/>
                    </a:cubicBezTo>
                    <a:cubicBezTo>
                      <a:pt x="33" y="5"/>
                      <a:pt x="29" y="4"/>
                      <a:pt x="21" y="7"/>
                    </a:cubicBezTo>
                    <a:cubicBezTo>
                      <a:pt x="18" y="8"/>
                      <a:pt x="14" y="9"/>
                      <a:pt x="11" y="10"/>
                    </a:cubicBezTo>
                    <a:cubicBezTo>
                      <a:pt x="8" y="11"/>
                      <a:pt x="4" y="12"/>
                      <a:pt x="0" y="11"/>
                    </a:cubicBezTo>
                    <a:cubicBezTo>
                      <a:pt x="12" y="16"/>
                      <a:pt x="26" y="0"/>
                      <a:pt x="40" y="7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1563" name="Freeform 183">
                <a:extLst>
                  <a:ext uri="{FF2B5EF4-FFF2-40B4-BE49-F238E27FC236}">
                    <a16:creationId xmlns:a16="http://schemas.microsoft.com/office/drawing/2014/main" id="{BA79018C-A90E-4EAC-BDFD-B06D777353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2" y="1149"/>
                <a:ext cx="117" cy="43"/>
              </a:xfrm>
              <a:custGeom>
                <a:avLst/>
                <a:gdLst>
                  <a:gd name="T0" fmla="*/ 0 w 61"/>
                  <a:gd name="T1" fmla="*/ 0 h 23"/>
                  <a:gd name="T2" fmla="*/ 430 w 61"/>
                  <a:gd name="T3" fmla="*/ 0 h 23"/>
                  <a:gd name="T4" fmla="*/ 0 w 61"/>
                  <a:gd name="T5" fmla="*/ 0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1" h="23">
                    <a:moveTo>
                      <a:pt x="0" y="0"/>
                    </a:moveTo>
                    <a:cubicBezTo>
                      <a:pt x="0" y="0"/>
                      <a:pt x="31" y="20"/>
                      <a:pt x="61" y="0"/>
                    </a:cubicBezTo>
                    <a:cubicBezTo>
                      <a:pt x="61" y="0"/>
                      <a:pt x="35" y="23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1564" name="Freeform 184">
                <a:extLst>
                  <a:ext uri="{FF2B5EF4-FFF2-40B4-BE49-F238E27FC236}">
                    <a16:creationId xmlns:a16="http://schemas.microsoft.com/office/drawing/2014/main" id="{C89D55B6-CC08-4B56-9CAF-4A5CC67A46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2" y="1143"/>
                <a:ext cx="121" cy="10"/>
              </a:xfrm>
              <a:custGeom>
                <a:avLst/>
                <a:gdLst>
                  <a:gd name="T0" fmla="*/ 0 w 63"/>
                  <a:gd name="T1" fmla="*/ 0 h 5"/>
                  <a:gd name="T2" fmla="*/ 446 w 63"/>
                  <a:gd name="T3" fmla="*/ 0 h 5"/>
                  <a:gd name="T4" fmla="*/ 0 w 63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3" h="5">
                    <a:moveTo>
                      <a:pt x="0" y="0"/>
                    </a:moveTo>
                    <a:cubicBezTo>
                      <a:pt x="0" y="0"/>
                      <a:pt x="35" y="4"/>
                      <a:pt x="63" y="0"/>
                    </a:cubicBezTo>
                    <a:cubicBezTo>
                      <a:pt x="63" y="0"/>
                      <a:pt x="41" y="5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1565" name="Freeform 185">
                <a:extLst>
                  <a:ext uri="{FF2B5EF4-FFF2-40B4-BE49-F238E27FC236}">
                    <a16:creationId xmlns:a16="http://schemas.microsoft.com/office/drawing/2014/main" id="{4CB876E1-393C-450A-B286-DC0B479E75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1" y="925"/>
                <a:ext cx="168" cy="294"/>
              </a:xfrm>
              <a:custGeom>
                <a:avLst/>
                <a:gdLst>
                  <a:gd name="T0" fmla="*/ 15 w 88"/>
                  <a:gd name="T1" fmla="*/ 0 h 155"/>
                  <a:gd name="T2" fmla="*/ 8 w 88"/>
                  <a:gd name="T3" fmla="*/ 220 h 155"/>
                  <a:gd name="T4" fmla="*/ 48 w 88"/>
                  <a:gd name="T5" fmla="*/ 417 h 155"/>
                  <a:gd name="T6" fmla="*/ 200 w 88"/>
                  <a:gd name="T7" fmla="*/ 783 h 155"/>
                  <a:gd name="T8" fmla="*/ 389 w 88"/>
                  <a:gd name="T9" fmla="*/ 975 h 155"/>
                  <a:gd name="T10" fmla="*/ 496 w 88"/>
                  <a:gd name="T11" fmla="*/ 1043 h 155"/>
                  <a:gd name="T12" fmla="*/ 613 w 88"/>
                  <a:gd name="T13" fmla="*/ 1058 h 155"/>
                  <a:gd name="T14" fmla="*/ 328 w 88"/>
                  <a:gd name="T15" fmla="*/ 854 h 155"/>
                  <a:gd name="T16" fmla="*/ 145 w 88"/>
                  <a:gd name="T17" fmla="*/ 615 h 155"/>
                  <a:gd name="T18" fmla="*/ 21 w 88"/>
                  <a:gd name="T19" fmla="*/ 47 h 155"/>
                  <a:gd name="T20" fmla="*/ 15 w 88"/>
                  <a:gd name="T21" fmla="*/ 0 h 15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8" h="155">
                    <a:moveTo>
                      <a:pt x="2" y="0"/>
                    </a:moveTo>
                    <a:cubicBezTo>
                      <a:pt x="5" y="8"/>
                      <a:pt x="0" y="22"/>
                      <a:pt x="1" y="32"/>
                    </a:cubicBezTo>
                    <a:cubicBezTo>
                      <a:pt x="2" y="42"/>
                      <a:pt x="4" y="51"/>
                      <a:pt x="7" y="61"/>
                    </a:cubicBezTo>
                    <a:cubicBezTo>
                      <a:pt x="12" y="78"/>
                      <a:pt x="15" y="102"/>
                      <a:pt x="29" y="115"/>
                    </a:cubicBezTo>
                    <a:cubicBezTo>
                      <a:pt x="38" y="124"/>
                      <a:pt x="46" y="134"/>
                      <a:pt x="56" y="143"/>
                    </a:cubicBezTo>
                    <a:cubicBezTo>
                      <a:pt x="61" y="146"/>
                      <a:pt x="65" y="151"/>
                      <a:pt x="71" y="153"/>
                    </a:cubicBezTo>
                    <a:cubicBezTo>
                      <a:pt x="76" y="155"/>
                      <a:pt x="83" y="153"/>
                      <a:pt x="88" y="155"/>
                    </a:cubicBezTo>
                    <a:cubicBezTo>
                      <a:pt x="72" y="155"/>
                      <a:pt x="56" y="137"/>
                      <a:pt x="47" y="125"/>
                    </a:cubicBezTo>
                    <a:cubicBezTo>
                      <a:pt x="37" y="114"/>
                      <a:pt x="26" y="104"/>
                      <a:pt x="21" y="90"/>
                    </a:cubicBezTo>
                    <a:cubicBezTo>
                      <a:pt x="11" y="63"/>
                      <a:pt x="4" y="35"/>
                      <a:pt x="3" y="7"/>
                    </a:cubicBezTo>
                    <a:cubicBezTo>
                      <a:pt x="2" y="5"/>
                      <a:pt x="3" y="1"/>
                      <a:pt x="2" y="0"/>
                    </a:cubicBezTo>
                  </a:path>
                </a:pathLst>
              </a:custGeom>
              <a:solidFill>
                <a:srgbClr val="C1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1566" name="Freeform 186">
                <a:extLst>
                  <a:ext uri="{FF2B5EF4-FFF2-40B4-BE49-F238E27FC236}">
                    <a16:creationId xmlns:a16="http://schemas.microsoft.com/office/drawing/2014/main" id="{2E285027-9A7E-49A8-BD1D-232AE0BE26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5" y="940"/>
                <a:ext cx="19" cy="46"/>
              </a:xfrm>
              <a:custGeom>
                <a:avLst/>
                <a:gdLst>
                  <a:gd name="T0" fmla="*/ 15 w 10"/>
                  <a:gd name="T1" fmla="*/ 169 h 24"/>
                  <a:gd name="T2" fmla="*/ 29 w 10"/>
                  <a:gd name="T3" fmla="*/ 107 h 24"/>
                  <a:gd name="T4" fmla="*/ 68 w 10"/>
                  <a:gd name="T5" fmla="*/ 84 h 24"/>
                  <a:gd name="T6" fmla="*/ 15 w 10"/>
                  <a:gd name="T7" fmla="*/ 63 h 24"/>
                  <a:gd name="T8" fmla="*/ 0 w 10"/>
                  <a:gd name="T9" fmla="*/ 0 h 24"/>
                  <a:gd name="T10" fmla="*/ 8 w 10"/>
                  <a:gd name="T11" fmla="*/ 69 h 24"/>
                  <a:gd name="T12" fmla="*/ 8 w 10"/>
                  <a:gd name="T13" fmla="*/ 128 h 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24">
                    <a:moveTo>
                      <a:pt x="2" y="24"/>
                    </a:moveTo>
                    <a:cubicBezTo>
                      <a:pt x="2" y="21"/>
                      <a:pt x="1" y="18"/>
                      <a:pt x="4" y="15"/>
                    </a:cubicBezTo>
                    <a:cubicBezTo>
                      <a:pt x="5" y="13"/>
                      <a:pt x="8" y="13"/>
                      <a:pt x="10" y="12"/>
                    </a:cubicBezTo>
                    <a:cubicBezTo>
                      <a:pt x="6" y="12"/>
                      <a:pt x="4" y="12"/>
                      <a:pt x="2" y="9"/>
                    </a:cubicBezTo>
                    <a:cubicBezTo>
                      <a:pt x="1" y="6"/>
                      <a:pt x="1" y="3"/>
                      <a:pt x="0" y="0"/>
                    </a:cubicBezTo>
                    <a:cubicBezTo>
                      <a:pt x="0" y="3"/>
                      <a:pt x="1" y="7"/>
                      <a:pt x="1" y="10"/>
                    </a:cubicBezTo>
                    <a:cubicBezTo>
                      <a:pt x="1" y="12"/>
                      <a:pt x="0" y="16"/>
                      <a:pt x="1" y="18"/>
                    </a:cubicBezTo>
                  </a:path>
                </a:pathLst>
              </a:custGeom>
              <a:solidFill>
                <a:srgbClr val="C1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1567" name="Freeform 187">
                <a:extLst>
                  <a:ext uri="{FF2B5EF4-FFF2-40B4-BE49-F238E27FC236}">
                    <a16:creationId xmlns:a16="http://schemas.microsoft.com/office/drawing/2014/main" id="{C9F4A8CE-61C0-4BC1-85FD-AC9A7CBC72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3" y="1060"/>
                <a:ext cx="98" cy="39"/>
              </a:xfrm>
              <a:custGeom>
                <a:avLst/>
                <a:gdLst>
                  <a:gd name="T0" fmla="*/ 340 w 51"/>
                  <a:gd name="T1" fmla="*/ 0 h 21"/>
                  <a:gd name="T2" fmla="*/ 313 w 51"/>
                  <a:gd name="T3" fmla="*/ 84 h 21"/>
                  <a:gd name="T4" fmla="*/ 261 w 51"/>
                  <a:gd name="T5" fmla="*/ 89 h 21"/>
                  <a:gd name="T6" fmla="*/ 200 w 51"/>
                  <a:gd name="T7" fmla="*/ 128 h 21"/>
                  <a:gd name="T8" fmla="*/ 177 w 51"/>
                  <a:gd name="T9" fmla="*/ 128 h 21"/>
                  <a:gd name="T10" fmla="*/ 108 w 51"/>
                  <a:gd name="T11" fmla="*/ 84 h 21"/>
                  <a:gd name="T12" fmla="*/ 56 w 51"/>
                  <a:gd name="T13" fmla="*/ 84 h 21"/>
                  <a:gd name="T14" fmla="*/ 29 w 51"/>
                  <a:gd name="T15" fmla="*/ 0 h 21"/>
                  <a:gd name="T16" fmla="*/ 37 w 51"/>
                  <a:gd name="T17" fmla="*/ 45 h 21"/>
                  <a:gd name="T18" fmla="*/ 85 w 51"/>
                  <a:gd name="T19" fmla="*/ 84 h 21"/>
                  <a:gd name="T20" fmla="*/ 136 w 51"/>
                  <a:gd name="T21" fmla="*/ 97 h 21"/>
                  <a:gd name="T22" fmla="*/ 256 w 51"/>
                  <a:gd name="T23" fmla="*/ 89 h 21"/>
                  <a:gd name="T24" fmla="*/ 284 w 51"/>
                  <a:gd name="T25" fmla="*/ 84 h 21"/>
                  <a:gd name="T26" fmla="*/ 325 w 51"/>
                  <a:gd name="T27" fmla="*/ 59 h 21"/>
                  <a:gd name="T28" fmla="*/ 340 w 51"/>
                  <a:gd name="T29" fmla="*/ 0 h 21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51" h="21">
                    <a:moveTo>
                      <a:pt x="48" y="0"/>
                    </a:moveTo>
                    <a:cubicBezTo>
                      <a:pt x="51" y="4"/>
                      <a:pt x="48" y="8"/>
                      <a:pt x="44" y="13"/>
                    </a:cubicBezTo>
                    <a:cubicBezTo>
                      <a:pt x="41" y="16"/>
                      <a:pt x="39" y="13"/>
                      <a:pt x="37" y="14"/>
                    </a:cubicBezTo>
                    <a:cubicBezTo>
                      <a:pt x="35" y="14"/>
                      <a:pt x="33" y="19"/>
                      <a:pt x="28" y="20"/>
                    </a:cubicBezTo>
                    <a:cubicBezTo>
                      <a:pt x="26" y="20"/>
                      <a:pt x="26" y="20"/>
                      <a:pt x="25" y="20"/>
                    </a:cubicBezTo>
                    <a:cubicBezTo>
                      <a:pt x="19" y="19"/>
                      <a:pt x="17" y="14"/>
                      <a:pt x="15" y="13"/>
                    </a:cubicBezTo>
                    <a:cubicBezTo>
                      <a:pt x="12" y="13"/>
                      <a:pt x="11" y="16"/>
                      <a:pt x="8" y="13"/>
                    </a:cubicBezTo>
                    <a:cubicBezTo>
                      <a:pt x="4" y="7"/>
                      <a:pt x="0" y="1"/>
                      <a:pt x="4" y="0"/>
                    </a:cubicBezTo>
                    <a:cubicBezTo>
                      <a:pt x="4" y="0"/>
                      <a:pt x="2" y="2"/>
                      <a:pt x="5" y="7"/>
                    </a:cubicBezTo>
                    <a:cubicBezTo>
                      <a:pt x="8" y="12"/>
                      <a:pt x="10" y="14"/>
                      <a:pt x="12" y="13"/>
                    </a:cubicBezTo>
                    <a:cubicBezTo>
                      <a:pt x="15" y="12"/>
                      <a:pt x="15" y="12"/>
                      <a:pt x="19" y="15"/>
                    </a:cubicBezTo>
                    <a:cubicBezTo>
                      <a:pt x="25" y="21"/>
                      <a:pt x="28" y="20"/>
                      <a:pt x="36" y="14"/>
                    </a:cubicBezTo>
                    <a:cubicBezTo>
                      <a:pt x="37" y="12"/>
                      <a:pt x="38" y="13"/>
                      <a:pt x="40" y="13"/>
                    </a:cubicBezTo>
                    <a:cubicBezTo>
                      <a:pt x="41" y="14"/>
                      <a:pt x="44" y="13"/>
                      <a:pt x="46" y="9"/>
                    </a:cubicBezTo>
                    <a:cubicBezTo>
                      <a:pt x="47" y="6"/>
                      <a:pt x="50" y="4"/>
                      <a:pt x="48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1568" name="Freeform 188">
                <a:extLst>
                  <a:ext uri="{FF2B5EF4-FFF2-40B4-BE49-F238E27FC236}">
                    <a16:creationId xmlns:a16="http://schemas.microsoft.com/office/drawing/2014/main" id="{F42F15DE-5B8C-4128-9825-9A97EBBAEF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3" y="965"/>
                <a:ext cx="88" cy="42"/>
              </a:xfrm>
              <a:custGeom>
                <a:avLst/>
                <a:gdLst>
                  <a:gd name="T0" fmla="*/ 0 w 46"/>
                  <a:gd name="T1" fmla="*/ 99 h 22"/>
                  <a:gd name="T2" fmla="*/ 168 w 46"/>
                  <a:gd name="T3" fmla="*/ 15 h 22"/>
                  <a:gd name="T4" fmla="*/ 293 w 46"/>
                  <a:gd name="T5" fmla="*/ 99 h 22"/>
                  <a:gd name="T6" fmla="*/ 201 w 46"/>
                  <a:gd name="T7" fmla="*/ 132 h 22"/>
                  <a:gd name="T8" fmla="*/ 0 w 46"/>
                  <a:gd name="T9" fmla="*/ 99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6" h="22">
                    <a:moveTo>
                      <a:pt x="0" y="14"/>
                    </a:moveTo>
                    <a:cubicBezTo>
                      <a:pt x="0" y="14"/>
                      <a:pt x="9" y="0"/>
                      <a:pt x="24" y="2"/>
                    </a:cubicBezTo>
                    <a:cubicBezTo>
                      <a:pt x="38" y="5"/>
                      <a:pt x="46" y="10"/>
                      <a:pt x="42" y="14"/>
                    </a:cubicBezTo>
                    <a:cubicBezTo>
                      <a:pt x="38" y="18"/>
                      <a:pt x="33" y="17"/>
                      <a:pt x="29" y="19"/>
                    </a:cubicBezTo>
                    <a:cubicBezTo>
                      <a:pt x="25" y="21"/>
                      <a:pt x="5" y="22"/>
                      <a:pt x="0" y="14"/>
                    </a:cubicBezTo>
                    <a:close/>
                  </a:path>
                </a:pathLst>
              </a:custGeom>
              <a:solidFill>
                <a:srgbClr val="603A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1569" name="Freeform 189">
                <a:extLst>
                  <a:ext uri="{FF2B5EF4-FFF2-40B4-BE49-F238E27FC236}">
                    <a16:creationId xmlns:a16="http://schemas.microsoft.com/office/drawing/2014/main" id="{18AB889B-10B7-4CB5-9EBE-C18A6DF735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9" y="972"/>
                <a:ext cx="74" cy="31"/>
              </a:xfrm>
              <a:custGeom>
                <a:avLst/>
                <a:gdLst>
                  <a:gd name="T0" fmla="*/ 0 w 39"/>
                  <a:gd name="T1" fmla="*/ 72 h 16"/>
                  <a:gd name="T2" fmla="*/ 123 w 39"/>
                  <a:gd name="T3" fmla="*/ 0 h 16"/>
                  <a:gd name="T4" fmla="*/ 237 w 39"/>
                  <a:gd name="T5" fmla="*/ 37 h 16"/>
                  <a:gd name="T6" fmla="*/ 237 w 39"/>
                  <a:gd name="T7" fmla="*/ 72 h 16"/>
                  <a:gd name="T8" fmla="*/ 157 w 39"/>
                  <a:gd name="T9" fmla="*/ 101 h 16"/>
                  <a:gd name="T10" fmla="*/ 0 w 39"/>
                  <a:gd name="T11" fmla="*/ 72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9" h="16">
                    <a:moveTo>
                      <a:pt x="0" y="10"/>
                    </a:moveTo>
                    <a:cubicBezTo>
                      <a:pt x="4" y="6"/>
                      <a:pt x="8" y="1"/>
                      <a:pt x="18" y="0"/>
                    </a:cubicBezTo>
                    <a:cubicBezTo>
                      <a:pt x="28" y="0"/>
                      <a:pt x="33" y="5"/>
                      <a:pt x="35" y="5"/>
                    </a:cubicBezTo>
                    <a:cubicBezTo>
                      <a:pt x="39" y="6"/>
                      <a:pt x="38" y="9"/>
                      <a:pt x="35" y="10"/>
                    </a:cubicBezTo>
                    <a:cubicBezTo>
                      <a:pt x="33" y="11"/>
                      <a:pt x="26" y="12"/>
                      <a:pt x="23" y="14"/>
                    </a:cubicBezTo>
                    <a:cubicBezTo>
                      <a:pt x="20" y="16"/>
                      <a:pt x="8" y="14"/>
                      <a:pt x="0" y="1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1570" name="Freeform 190">
                <a:extLst>
                  <a:ext uri="{FF2B5EF4-FFF2-40B4-BE49-F238E27FC236}">
                    <a16:creationId xmlns:a16="http://schemas.microsoft.com/office/drawing/2014/main" id="{248FB550-8F95-4653-93EF-0126AF4644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0" y="972"/>
                <a:ext cx="29" cy="29"/>
              </a:xfrm>
              <a:custGeom>
                <a:avLst/>
                <a:gdLst>
                  <a:gd name="T0" fmla="*/ 52 w 15"/>
                  <a:gd name="T1" fmla="*/ 0 h 15"/>
                  <a:gd name="T2" fmla="*/ 8 w 15"/>
                  <a:gd name="T3" fmla="*/ 15 h 15"/>
                  <a:gd name="T4" fmla="*/ 0 w 15"/>
                  <a:gd name="T5" fmla="*/ 56 h 15"/>
                  <a:gd name="T6" fmla="*/ 37 w 15"/>
                  <a:gd name="T7" fmla="*/ 108 h 15"/>
                  <a:gd name="T8" fmla="*/ 72 w 15"/>
                  <a:gd name="T9" fmla="*/ 108 h 15"/>
                  <a:gd name="T10" fmla="*/ 108 w 15"/>
                  <a:gd name="T11" fmla="*/ 44 h 15"/>
                  <a:gd name="T12" fmla="*/ 79 w 15"/>
                  <a:gd name="T13" fmla="*/ 8 h 15"/>
                  <a:gd name="T14" fmla="*/ 52 w 15"/>
                  <a:gd name="T15" fmla="*/ 0 h 1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5" h="15">
                    <a:moveTo>
                      <a:pt x="7" y="0"/>
                    </a:moveTo>
                    <a:cubicBezTo>
                      <a:pt x="2" y="1"/>
                      <a:pt x="2" y="1"/>
                      <a:pt x="1" y="2"/>
                    </a:cubicBezTo>
                    <a:cubicBezTo>
                      <a:pt x="0" y="4"/>
                      <a:pt x="0" y="6"/>
                      <a:pt x="0" y="8"/>
                    </a:cubicBezTo>
                    <a:cubicBezTo>
                      <a:pt x="0" y="11"/>
                      <a:pt x="3" y="14"/>
                      <a:pt x="5" y="15"/>
                    </a:cubicBezTo>
                    <a:cubicBezTo>
                      <a:pt x="7" y="15"/>
                      <a:pt x="9" y="15"/>
                      <a:pt x="10" y="15"/>
                    </a:cubicBezTo>
                    <a:cubicBezTo>
                      <a:pt x="13" y="13"/>
                      <a:pt x="15" y="10"/>
                      <a:pt x="15" y="6"/>
                    </a:cubicBezTo>
                    <a:cubicBezTo>
                      <a:pt x="14" y="3"/>
                      <a:pt x="13" y="2"/>
                      <a:pt x="11" y="1"/>
                    </a:cubicBezTo>
                    <a:cubicBezTo>
                      <a:pt x="9" y="1"/>
                      <a:pt x="8" y="0"/>
                      <a:pt x="7" y="0"/>
                    </a:cubicBezTo>
                  </a:path>
                </a:pathLst>
              </a:custGeom>
              <a:solidFill>
                <a:srgbClr val="2A100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1571" name="Freeform 191">
                <a:extLst>
                  <a:ext uri="{FF2B5EF4-FFF2-40B4-BE49-F238E27FC236}">
                    <a16:creationId xmlns:a16="http://schemas.microsoft.com/office/drawing/2014/main" id="{6811316A-535F-4AB6-96E0-18F8A1D053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9" y="972"/>
                <a:ext cx="74" cy="31"/>
              </a:xfrm>
              <a:custGeom>
                <a:avLst/>
                <a:gdLst>
                  <a:gd name="T0" fmla="*/ 0 w 39"/>
                  <a:gd name="T1" fmla="*/ 72 h 16"/>
                  <a:gd name="T2" fmla="*/ 123 w 39"/>
                  <a:gd name="T3" fmla="*/ 0 h 16"/>
                  <a:gd name="T4" fmla="*/ 237 w 39"/>
                  <a:gd name="T5" fmla="*/ 37 h 16"/>
                  <a:gd name="T6" fmla="*/ 237 w 39"/>
                  <a:gd name="T7" fmla="*/ 72 h 16"/>
                  <a:gd name="T8" fmla="*/ 157 w 39"/>
                  <a:gd name="T9" fmla="*/ 101 h 16"/>
                  <a:gd name="T10" fmla="*/ 0 w 39"/>
                  <a:gd name="T11" fmla="*/ 72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9" h="16">
                    <a:moveTo>
                      <a:pt x="0" y="10"/>
                    </a:moveTo>
                    <a:cubicBezTo>
                      <a:pt x="4" y="6"/>
                      <a:pt x="8" y="1"/>
                      <a:pt x="18" y="0"/>
                    </a:cubicBezTo>
                    <a:cubicBezTo>
                      <a:pt x="28" y="0"/>
                      <a:pt x="33" y="5"/>
                      <a:pt x="35" y="5"/>
                    </a:cubicBezTo>
                    <a:cubicBezTo>
                      <a:pt x="39" y="6"/>
                      <a:pt x="38" y="9"/>
                      <a:pt x="35" y="10"/>
                    </a:cubicBezTo>
                    <a:cubicBezTo>
                      <a:pt x="33" y="11"/>
                      <a:pt x="26" y="12"/>
                      <a:pt x="23" y="14"/>
                    </a:cubicBezTo>
                    <a:cubicBezTo>
                      <a:pt x="20" y="16"/>
                      <a:pt x="8" y="14"/>
                      <a:pt x="0" y="10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1572" name="Freeform 192">
                <a:extLst>
                  <a:ext uri="{FF2B5EF4-FFF2-40B4-BE49-F238E27FC236}">
                    <a16:creationId xmlns:a16="http://schemas.microsoft.com/office/drawing/2014/main" id="{E21FDE82-98E1-457C-BBF3-BA34CF00DE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9" y="982"/>
                <a:ext cx="8" cy="7"/>
              </a:xfrm>
              <a:custGeom>
                <a:avLst/>
                <a:gdLst>
                  <a:gd name="T0" fmla="*/ 8 w 4"/>
                  <a:gd name="T1" fmla="*/ 12 h 4"/>
                  <a:gd name="T2" fmla="*/ 16 w 4"/>
                  <a:gd name="T3" fmla="*/ 0 h 4"/>
                  <a:gd name="T4" fmla="*/ 32 w 4"/>
                  <a:gd name="T5" fmla="*/ 12 h 4"/>
                  <a:gd name="T6" fmla="*/ 24 w 4"/>
                  <a:gd name="T7" fmla="*/ 21 h 4"/>
                  <a:gd name="T8" fmla="*/ 8 w 4"/>
                  <a:gd name="T9" fmla="*/ 1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2"/>
                    </a:move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3"/>
                      <a:pt x="1" y="2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1573" name="Freeform 193">
                <a:extLst>
                  <a:ext uri="{FF2B5EF4-FFF2-40B4-BE49-F238E27FC236}">
                    <a16:creationId xmlns:a16="http://schemas.microsoft.com/office/drawing/2014/main" id="{A04404EF-D274-4704-9948-13CEEFD602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9" y="982"/>
                <a:ext cx="8" cy="7"/>
              </a:xfrm>
              <a:custGeom>
                <a:avLst/>
                <a:gdLst>
                  <a:gd name="T0" fmla="*/ 8 w 4"/>
                  <a:gd name="T1" fmla="*/ 12 h 4"/>
                  <a:gd name="T2" fmla="*/ 16 w 4"/>
                  <a:gd name="T3" fmla="*/ 0 h 4"/>
                  <a:gd name="T4" fmla="*/ 32 w 4"/>
                  <a:gd name="T5" fmla="*/ 12 h 4"/>
                  <a:gd name="T6" fmla="*/ 24 w 4"/>
                  <a:gd name="T7" fmla="*/ 21 h 4"/>
                  <a:gd name="T8" fmla="*/ 8 w 4"/>
                  <a:gd name="T9" fmla="*/ 1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2"/>
                    </a:move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3"/>
                      <a:pt x="1" y="2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1574" name="Freeform 194">
                <a:extLst>
                  <a:ext uri="{FF2B5EF4-FFF2-40B4-BE49-F238E27FC236}">
                    <a16:creationId xmlns:a16="http://schemas.microsoft.com/office/drawing/2014/main" id="{731D4E39-0C57-4961-848A-60E583D0FA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1" y="963"/>
                <a:ext cx="77" cy="15"/>
              </a:xfrm>
              <a:custGeom>
                <a:avLst/>
                <a:gdLst>
                  <a:gd name="T0" fmla="*/ 285 w 40"/>
                  <a:gd name="T1" fmla="*/ 45 h 8"/>
                  <a:gd name="T2" fmla="*/ 0 w 40"/>
                  <a:gd name="T3" fmla="*/ 53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0" h="8">
                    <a:moveTo>
                      <a:pt x="40" y="7"/>
                    </a:moveTo>
                    <a:cubicBezTo>
                      <a:pt x="29" y="0"/>
                      <a:pt x="9" y="0"/>
                      <a:pt x="0" y="8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1575" name="Freeform 195">
                <a:extLst>
                  <a:ext uri="{FF2B5EF4-FFF2-40B4-BE49-F238E27FC236}">
                    <a16:creationId xmlns:a16="http://schemas.microsoft.com/office/drawing/2014/main" id="{E7864228-6666-4EC2-896E-71EEAA9DD1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6" y="980"/>
                <a:ext cx="7" cy="8"/>
              </a:xfrm>
              <a:custGeom>
                <a:avLst/>
                <a:gdLst>
                  <a:gd name="T0" fmla="*/ 21 w 4"/>
                  <a:gd name="T1" fmla="*/ 8 h 4"/>
                  <a:gd name="T2" fmla="*/ 7 w 4"/>
                  <a:gd name="T3" fmla="*/ 0 h 4"/>
                  <a:gd name="T4" fmla="*/ 0 w 4"/>
                  <a:gd name="T5" fmla="*/ 16 h 4"/>
                  <a:gd name="T6" fmla="*/ 12 w 4"/>
                  <a:gd name="T7" fmla="*/ 32 h 4"/>
                  <a:gd name="T8" fmla="*/ 21 w 4"/>
                  <a:gd name="T9" fmla="*/ 8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3" y="0"/>
                      <a:pt x="2" y="0"/>
                      <a:pt x="1" y="0"/>
                    </a:cubicBezTo>
                    <a:cubicBezTo>
                      <a:pt x="0" y="0"/>
                      <a:pt x="0" y="1"/>
                      <a:pt x="0" y="2"/>
                    </a:cubicBezTo>
                    <a:cubicBezTo>
                      <a:pt x="0" y="3"/>
                      <a:pt x="1" y="4"/>
                      <a:pt x="2" y="4"/>
                    </a:cubicBezTo>
                    <a:cubicBezTo>
                      <a:pt x="3" y="3"/>
                      <a:pt x="4" y="2"/>
                      <a:pt x="4" y="1"/>
                    </a:cubicBezTo>
                  </a:path>
                </a:pathLst>
              </a:custGeom>
              <a:solidFill>
                <a:srgbClr val="E5AF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1576" name="Freeform 196">
                <a:extLst>
                  <a:ext uri="{FF2B5EF4-FFF2-40B4-BE49-F238E27FC236}">
                    <a16:creationId xmlns:a16="http://schemas.microsoft.com/office/drawing/2014/main" id="{81FC5B21-D087-4187-B60F-D09DB51B49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5" y="927"/>
                <a:ext cx="79" cy="32"/>
              </a:xfrm>
              <a:custGeom>
                <a:avLst/>
                <a:gdLst>
                  <a:gd name="T0" fmla="*/ 293 w 41"/>
                  <a:gd name="T1" fmla="*/ 45 h 17"/>
                  <a:gd name="T2" fmla="*/ 0 w 41"/>
                  <a:gd name="T3" fmla="*/ 113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1" h="17">
                    <a:moveTo>
                      <a:pt x="41" y="7"/>
                    </a:moveTo>
                    <a:cubicBezTo>
                      <a:pt x="41" y="7"/>
                      <a:pt x="11" y="0"/>
                      <a:pt x="0" y="17"/>
                    </a:cubicBezTo>
                  </a:path>
                </a:pathLst>
              </a:custGeom>
              <a:noFill/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1577" name="Freeform 197">
                <a:extLst>
                  <a:ext uri="{FF2B5EF4-FFF2-40B4-BE49-F238E27FC236}">
                    <a16:creationId xmlns:a16="http://schemas.microsoft.com/office/drawing/2014/main" id="{22795789-719C-4974-BF8C-07100B188B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4" y="965"/>
                <a:ext cx="90" cy="42"/>
              </a:xfrm>
              <a:custGeom>
                <a:avLst/>
                <a:gdLst>
                  <a:gd name="T0" fmla="*/ 329 w 47"/>
                  <a:gd name="T1" fmla="*/ 99 h 22"/>
                  <a:gd name="T2" fmla="*/ 161 w 47"/>
                  <a:gd name="T3" fmla="*/ 15 h 22"/>
                  <a:gd name="T4" fmla="*/ 29 w 47"/>
                  <a:gd name="T5" fmla="*/ 99 h 22"/>
                  <a:gd name="T6" fmla="*/ 124 w 47"/>
                  <a:gd name="T7" fmla="*/ 132 h 22"/>
                  <a:gd name="T8" fmla="*/ 329 w 47"/>
                  <a:gd name="T9" fmla="*/ 99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7" h="22">
                    <a:moveTo>
                      <a:pt x="47" y="14"/>
                    </a:moveTo>
                    <a:cubicBezTo>
                      <a:pt x="47" y="14"/>
                      <a:pt x="37" y="0"/>
                      <a:pt x="23" y="2"/>
                    </a:cubicBezTo>
                    <a:cubicBezTo>
                      <a:pt x="9" y="5"/>
                      <a:pt x="0" y="10"/>
                      <a:pt x="4" y="14"/>
                    </a:cubicBezTo>
                    <a:cubicBezTo>
                      <a:pt x="8" y="18"/>
                      <a:pt x="14" y="17"/>
                      <a:pt x="18" y="19"/>
                    </a:cubicBezTo>
                    <a:cubicBezTo>
                      <a:pt x="22" y="21"/>
                      <a:pt x="42" y="22"/>
                      <a:pt x="47" y="14"/>
                    </a:cubicBezTo>
                    <a:close/>
                  </a:path>
                </a:pathLst>
              </a:custGeom>
              <a:solidFill>
                <a:srgbClr val="603A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1578" name="Freeform 198">
                <a:extLst>
                  <a:ext uri="{FF2B5EF4-FFF2-40B4-BE49-F238E27FC236}">
                    <a16:creationId xmlns:a16="http://schemas.microsoft.com/office/drawing/2014/main" id="{931BFB99-85F9-424B-8B7B-43D91D4A1D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2" y="972"/>
                <a:ext cx="74" cy="31"/>
              </a:xfrm>
              <a:custGeom>
                <a:avLst/>
                <a:gdLst>
                  <a:gd name="T0" fmla="*/ 266 w 39"/>
                  <a:gd name="T1" fmla="*/ 72 h 16"/>
                  <a:gd name="T2" fmla="*/ 152 w 39"/>
                  <a:gd name="T3" fmla="*/ 0 h 16"/>
                  <a:gd name="T4" fmla="*/ 28 w 39"/>
                  <a:gd name="T5" fmla="*/ 37 h 16"/>
                  <a:gd name="T6" fmla="*/ 32 w 39"/>
                  <a:gd name="T7" fmla="*/ 72 h 16"/>
                  <a:gd name="T8" fmla="*/ 116 w 39"/>
                  <a:gd name="T9" fmla="*/ 101 h 16"/>
                  <a:gd name="T10" fmla="*/ 266 w 39"/>
                  <a:gd name="T11" fmla="*/ 72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9" h="16">
                    <a:moveTo>
                      <a:pt x="39" y="10"/>
                    </a:moveTo>
                    <a:cubicBezTo>
                      <a:pt x="35" y="6"/>
                      <a:pt x="32" y="1"/>
                      <a:pt x="22" y="0"/>
                    </a:cubicBezTo>
                    <a:cubicBezTo>
                      <a:pt x="12" y="0"/>
                      <a:pt x="7" y="5"/>
                      <a:pt x="4" y="5"/>
                    </a:cubicBezTo>
                    <a:cubicBezTo>
                      <a:pt x="0" y="6"/>
                      <a:pt x="2" y="9"/>
                      <a:pt x="5" y="10"/>
                    </a:cubicBezTo>
                    <a:cubicBezTo>
                      <a:pt x="7" y="11"/>
                      <a:pt x="14" y="12"/>
                      <a:pt x="17" y="14"/>
                    </a:cubicBezTo>
                    <a:cubicBezTo>
                      <a:pt x="20" y="16"/>
                      <a:pt x="32" y="14"/>
                      <a:pt x="39" y="1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1579" name="Freeform 199">
                <a:extLst>
                  <a:ext uri="{FF2B5EF4-FFF2-40B4-BE49-F238E27FC236}">
                    <a16:creationId xmlns:a16="http://schemas.microsoft.com/office/drawing/2014/main" id="{AA731B50-632E-4DCC-890D-CD6349B6EB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6" y="972"/>
                <a:ext cx="31" cy="29"/>
              </a:xfrm>
              <a:custGeom>
                <a:avLst/>
                <a:gdLst>
                  <a:gd name="T0" fmla="*/ 64 w 16"/>
                  <a:gd name="T1" fmla="*/ 0 h 15"/>
                  <a:gd name="T2" fmla="*/ 109 w 16"/>
                  <a:gd name="T3" fmla="*/ 15 h 15"/>
                  <a:gd name="T4" fmla="*/ 116 w 16"/>
                  <a:gd name="T5" fmla="*/ 56 h 15"/>
                  <a:gd name="T6" fmla="*/ 79 w 16"/>
                  <a:gd name="T7" fmla="*/ 108 h 15"/>
                  <a:gd name="T8" fmla="*/ 45 w 16"/>
                  <a:gd name="T9" fmla="*/ 108 h 15"/>
                  <a:gd name="T10" fmla="*/ 8 w 16"/>
                  <a:gd name="T11" fmla="*/ 44 h 15"/>
                  <a:gd name="T12" fmla="*/ 37 w 16"/>
                  <a:gd name="T13" fmla="*/ 8 h 15"/>
                  <a:gd name="T14" fmla="*/ 64 w 16"/>
                  <a:gd name="T15" fmla="*/ 0 h 1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6" h="15">
                    <a:moveTo>
                      <a:pt x="9" y="0"/>
                    </a:moveTo>
                    <a:cubicBezTo>
                      <a:pt x="13" y="1"/>
                      <a:pt x="13" y="1"/>
                      <a:pt x="15" y="2"/>
                    </a:cubicBezTo>
                    <a:cubicBezTo>
                      <a:pt x="16" y="4"/>
                      <a:pt x="16" y="6"/>
                      <a:pt x="16" y="8"/>
                    </a:cubicBezTo>
                    <a:cubicBezTo>
                      <a:pt x="15" y="11"/>
                      <a:pt x="13" y="14"/>
                      <a:pt x="11" y="15"/>
                    </a:cubicBezTo>
                    <a:cubicBezTo>
                      <a:pt x="9" y="15"/>
                      <a:pt x="7" y="15"/>
                      <a:pt x="6" y="15"/>
                    </a:cubicBezTo>
                    <a:cubicBezTo>
                      <a:pt x="3" y="13"/>
                      <a:pt x="0" y="10"/>
                      <a:pt x="1" y="6"/>
                    </a:cubicBezTo>
                    <a:cubicBezTo>
                      <a:pt x="1" y="3"/>
                      <a:pt x="3" y="2"/>
                      <a:pt x="5" y="1"/>
                    </a:cubicBezTo>
                    <a:cubicBezTo>
                      <a:pt x="6" y="1"/>
                      <a:pt x="8" y="0"/>
                      <a:pt x="9" y="0"/>
                    </a:cubicBezTo>
                  </a:path>
                </a:pathLst>
              </a:custGeom>
              <a:solidFill>
                <a:srgbClr val="2A100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1580" name="Freeform 200">
                <a:extLst>
                  <a:ext uri="{FF2B5EF4-FFF2-40B4-BE49-F238E27FC236}">
                    <a16:creationId xmlns:a16="http://schemas.microsoft.com/office/drawing/2014/main" id="{6651C339-80D0-47A7-8ED8-D244CC40BC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2" y="972"/>
                <a:ext cx="74" cy="31"/>
              </a:xfrm>
              <a:custGeom>
                <a:avLst/>
                <a:gdLst>
                  <a:gd name="T0" fmla="*/ 266 w 39"/>
                  <a:gd name="T1" fmla="*/ 72 h 16"/>
                  <a:gd name="T2" fmla="*/ 152 w 39"/>
                  <a:gd name="T3" fmla="*/ 0 h 16"/>
                  <a:gd name="T4" fmla="*/ 28 w 39"/>
                  <a:gd name="T5" fmla="*/ 37 h 16"/>
                  <a:gd name="T6" fmla="*/ 32 w 39"/>
                  <a:gd name="T7" fmla="*/ 72 h 16"/>
                  <a:gd name="T8" fmla="*/ 116 w 39"/>
                  <a:gd name="T9" fmla="*/ 101 h 16"/>
                  <a:gd name="T10" fmla="*/ 266 w 39"/>
                  <a:gd name="T11" fmla="*/ 72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9" h="16">
                    <a:moveTo>
                      <a:pt x="39" y="10"/>
                    </a:moveTo>
                    <a:cubicBezTo>
                      <a:pt x="35" y="6"/>
                      <a:pt x="32" y="1"/>
                      <a:pt x="22" y="0"/>
                    </a:cubicBezTo>
                    <a:cubicBezTo>
                      <a:pt x="12" y="0"/>
                      <a:pt x="7" y="5"/>
                      <a:pt x="4" y="5"/>
                    </a:cubicBezTo>
                    <a:cubicBezTo>
                      <a:pt x="0" y="6"/>
                      <a:pt x="2" y="9"/>
                      <a:pt x="5" y="10"/>
                    </a:cubicBezTo>
                    <a:cubicBezTo>
                      <a:pt x="7" y="11"/>
                      <a:pt x="14" y="12"/>
                      <a:pt x="17" y="14"/>
                    </a:cubicBezTo>
                    <a:cubicBezTo>
                      <a:pt x="20" y="16"/>
                      <a:pt x="32" y="14"/>
                      <a:pt x="39" y="10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1581" name="Freeform 201">
                <a:extLst>
                  <a:ext uri="{FF2B5EF4-FFF2-40B4-BE49-F238E27FC236}">
                    <a16:creationId xmlns:a16="http://schemas.microsoft.com/office/drawing/2014/main" id="{FD4B7EA4-4F6D-41A5-92EA-C8B726DCD8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8" y="982"/>
                <a:ext cx="8" cy="7"/>
              </a:xfrm>
              <a:custGeom>
                <a:avLst/>
                <a:gdLst>
                  <a:gd name="T0" fmla="*/ 32 w 4"/>
                  <a:gd name="T1" fmla="*/ 12 h 4"/>
                  <a:gd name="T2" fmla="*/ 24 w 4"/>
                  <a:gd name="T3" fmla="*/ 0 h 4"/>
                  <a:gd name="T4" fmla="*/ 8 w 4"/>
                  <a:gd name="T5" fmla="*/ 12 h 4"/>
                  <a:gd name="T6" fmla="*/ 16 w 4"/>
                  <a:gd name="T7" fmla="*/ 21 h 4"/>
                  <a:gd name="T8" fmla="*/ 32 w 4"/>
                  <a:gd name="T9" fmla="*/ 1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1"/>
                      <a:pt x="4" y="0"/>
                      <a:pt x="3" y="0"/>
                    </a:cubicBezTo>
                    <a:cubicBezTo>
                      <a:pt x="2" y="0"/>
                      <a:pt x="1" y="1"/>
                      <a:pt x="1" y="2"/>
                    </a:cubicBezTo>
                    <a:cubicBezTo>
                      <a:pt x="0" y="3"/>
                      <a:pt x="1" y="4"/>
                      <a:pt x="2" y="4"/>
                    </a:cubicBezTo>
                    <a:cubicBezTo>
                      <a:pt x="3" y="4"/>
                      <a:pt x="4" y="3"/>
                      <a:pt x="4" y="2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1582" name="Freeform 202">
                <a:extLst>
                  <a:ext uri="{FF2B5EF4-FFF2-40B4-BE49-F238E27FC236}">
                    <a16:creationId xmlns:a16="http://schemas.microsoft.com/office/drawing/2014/main" id="{F65BDFD2-EE51-4778-8536-078226138B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8" y="982"/>
                <a:ext cx="8" cy="7"/>
              </a:xfrm>
              <a:custGeom>
                <a:avLst/>
                <a:gdLst>
                  <a:gd name="T0" fmla="*/ 32 w 4"/>
                  <a:gd name="T1" fmla="*/ 12 h 4"/>
                  <a:gd name="T2" fmla="*/ 24 w 4"/>
                  <a:gd name="T3" fmla="*/ 0 h 4"/>
                  <a:gd name="T4" fmla="*/ 8 w 4"/>
                  <a:gd name="T5" fmla="*/ 12 h 4"/>
                  <a:gd name="T6" fmla="*/ 16 w 4"/>
                  <a:gd name="T7" fmla="*/ 21 h 4"/>
                  <a:gd name="T8" fmla="*/ 32 w 4"/>
                  <a:gd name="T9" fmla="*/ 1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1"/>
                      <a:pt x="4" y="0"/>
                      <a:pt x="3" y="0"/>
                    </a:cubicBezTo>
                    <a:cubicBezTo>
                      <a:pt x="2" y="0"/>
                      <a:pt x="1" y="1"/>
                      <a:pt x="1" y="2"/>
                    </a:cubicBezTo>
                    <a:cubicBezTo>
                      <a:pt x="0" y="3"/>
                      <a:pt x="1" y="4"/>
                      <a:pt x="2" y="4"/>
                    </a:cubicBezTo>
                    <a:cubicBezTo>
                      <a:pt x="3" y="4"/>
                      <a:pt x="4" y="3"/>
                      <a:pt x="4" y="2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1583" name="Freeform 203">
                <a:extLst>
                  <a:ext uri="{FF2B5EF4-FFF2-40B4-BE49-F238E27FC236}">
                    <a16:creationId xmlns:a16="http://schemas.microsoft.com/office/drawing/2014/main" id="{B3CC5386-6CD4-42CF-857B-7DE161354D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9" y="963"/>
                <a:ext cx="77" cy="15"/>
              </a:xfrm>
              <a:custGeom>
                <a:avLst/>
                <a:gdLst>
                  <a:gd name="T0" fmla="*/ 0 w 40"/>
                  <a:gd name="T1" fmla="*/ 45 h 8"/>
                  <a:gd name="T2" fmla="*/ 285 w 40"/>
                  <a:gd name="T3" fmla="*/ 53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0" h="8">
                    <a:moveTo>
                      <a:pt x="0" y="7"/>
                    </a:moveTo>
                    <a:cubicBezTo>
                      <a:pt x="11" y="0"/>
                      <a:pt x="31" y="0"/>
                      <a:pt x="40" y="8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</p:grpSp>
        <p:sp>
          <p:nvSpPr>
            <p:cNvPr id="31379" name="Freeform 204">
              <a:extLst>
                <a:ext uri="{FF2B5EF4-FFF2-40B4-BE49-F238E27FC236}">
                  <a16:creationId xmlns:a16="http://schemas.microsoft.com/office/drawing/2014/main" id="{B6D81FDC-2793-4EA3-B60B-9A852889D2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4" y="980"/>
              <a:ext cx="7" cy="8"/>
            </a:xfrm>
            <a:custGeom>
              <a:avLst/>
              <a:gdLst>
                <a:gd name="T0" fmla="*/ 0 w 4"/>
                <a:gd name="T1" fmla="*/ 8 h 4"/>
                <a:gd name="T2" fmla="*/ 12 w 4"/>
                <a:gd name="T3" fmla="*/ 0 h 4"/>
                <a:gd name="T4" fmla="*/ 21 w 4"/>
                <a:gd name="T5" fmla="*/ 16 h 4"/>
                <a:gd name="T6" fmla="*/ 12 w 4"/>
                <a:gd name="T7" fmla="*/ 32 h 4"/>
                <a:gd name="T8" fmla="*/ 0 w 4"/>
                <a:gd name="T9" fmla="*/ 8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0" y="1"/>
                  </a:moveTo>
                  <a:cubicBezTo>
                    <a:pt x="0" y="0"/>
                    <a:pt x="1" y="0"/>
                    <a:pt x="2" y="0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4" y="3"/>
                    <a:pt x="3" y="4"/>
                    <a:pt x="2" y="4"/>
                  </a:cubicBezTo>
                  <a:cubicBezTo>
                    <a:pt x="1" y="3"/>
                    <a:pt x="0" y="2"/>
                    <a:pt x="0" y="1"/>
                  </a:cubicBezTo>
                </a:path>
              </a:pathLst>
            </a:custGeom>
            <a:solidFill>
              <a:srgbClr val="E5AF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380" name="Freeform 205">
              <a:extLst>
                <a:ext uri="{FF2B5EF4-FFF2-40B4-BE49-F238E27FC236}">
                  <a16:creationId xmlns:a16="http://schemas.microsoft.com/office/drawing/2014/main" id="{5C70C253-032C-4551-9999-3137811BDC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1" y="927"/>
              <a:ext cx="81" cy="32"/>
            </a:xfrm>
            <a:custGeom>
              <a:avLst/>
              <a:gdLst>
                <a:gd name="T0" fmla="*/ 0 w 42"/>
                <a:gd name="T1" fmla="*/ 45 h 17"/>
                <a:gd name="T2" fmla="*/ 301 w 42"/>
                <a:gd name="T3" fmla="*/ 113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2" h="17">
                  <a:moveTo>
                    <a:pt x="0" y="7"/>
                  </a:moveTo>
                  <a:cubicBezTo>
                    <a:pt x="0" y="7"/>
                    <a:pt x="31" y="0"/>
                    <a:pt x="42" y="17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381" name="Freeform 206">
              <a:extLst>
                <a:ext uri="{FF2B5EF4-FFF2-40B4-BE49-F238E27FC236}">
                  <a16:creationId xmlns:a16="http://schemas.microsoft.com/office/drawing/2014/main" id="{2A09885C-54DE-4DAF-AD47-E5B17FD37A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3" y="722"/>
              <a:ext cx="407" cy="336"/>
            </a:xfrm>
            <a:custGeom>
              <a:avLst/>
              <a:gdLst>
                <a:gd name="T0" fmla="*/ 682 w 213"/>
                <a:gd name="T1" fmla="*/ 47 h 177"/>
                <a:gd name="T2" fmla="*/ 139 w 213"/>
                <a:gd name="T3" fmla="*/ 342 h 177"/>
                <a:gd name="T4" fmla="*/ 153 w 213"/>
                <a:gd name="T5" fmla="*/ 1183 h 177"/>
                <a:gd name="T6" fmla="*/ 197 w 213"/>
                <a:gd name="T7" fmla="*/ 1128 h 177"/>
                <a:gd name="T8" fmla="*/ 183 w 213"/>
                <a:gd name="T9" fmla="*/ 904 h 177"/>
                <a:gd name="T10" fmla="*/ 189 w 213"/>
                <a:gd name="T11" fmla="*/ 938 h 177"/>
                <a:gd name="T12" fmla="*/ 252 w 213"/>
                <a:gd name="T13" fmla="*/ 775 h 177"/>
                <a:gd name="T14" fmla="*/ 229 w 213"/>
                <a:gd name="T15" fmla="*/ 854 h 177"/>
                <a:gd name="T16" fmla="*/ 829 w 213"/>
                <a:gd name="T17" fmla="*/ 623 h 177"/>
                <a:gd name="T18" fmla="*/ 990 w 213"/>
                <a:gd name="T19" fmla="*/ 710 h 177"/>
                <a:gd name="T20" fmla="*/ 971 w 213"/>
                <a:gd name="T21" fmla="*/ 685 h 177"/>
                <a:gd name="T22" fmla="*/ 1110 w 213"/>
                <a:gd name="T23" fmla="*/ 754 h 177"/>
                <a:gd name="T24" fmla="*/ 1286 w 213"/>
                <a:gd name="T25" fmla="*/ 923 h 177"/>
                <a:gd name="T26" fmla="*/ 1303 w 213"/>
                <a:gd name="T27" fmla="*/ 898 h 177"/>
                <a:gd name="T28" fmla="*/ 1290 w 213"/>
                <a:gd name="T29" fmla="*/ 1135 h 177"/>
                <a:gd name="T30" fmla="*/ 1332 w 213"/>
                <a:gd name="T31" fmla="*/ 1211 h 177"/>
                <a:gd name="T32" fmla="*/ 1380 w 213"/>
                <a:gd name="T33" fmla="*/ 382 h 177"/>
                <a:gd name="T34" fmla="*/ 682 w 213"/>
                <a:gd name="T35" fmla="*/ 47 h 177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213" h="177">
                  <a:moveTo>
                    <a:pt x="98" y="7"/>
                  </a:moveTo>
                  <a:cubicBezTo>
                    <a:pt x="98" y="7"/>
                    <a:pt x="41" y="5"/>
                    <a:pt x="20" y="50"/>
                  </a:cubicBezTo>
                  <a:cubicBezTo>
                    <a:pt x="0" y="94"/>
                    <a:pt x="16" y="158"/>
                    <a:pt x="22" y="173"/>
                  </a:cubicBezTo>
                  <a:cubicBezTo>
                    <a:pt x="28" y="165"/>
                    <a:pt x="28" y="165"/>
                    <a:pt x="28" y="165"/>
                  </a:cubicBezTo>
                  <a:cubicBezTo>
                    <a:pt x="28" y="165"/>
                    <a:pt x="23" y="146"/>
                    <a:pt x="26" y="132"/>
                  </a:cubicBezTo>
                  <a:cubicBezTo>
                    <a:pt x="27" y="137"/>
                    <a:pt x="27" y="137"/>
                    <a:pt x="27" y="137"/>
                  </a:cubicBezTo>
                  <a:cubicBezTo>
                    <a:pt x="27" y="137"/>
                    <a:pt x="31" y="118"/>
                    <a:pt x="36" y="113"/>
                  </a:cubicBezTo>
                  <a:cubicBezTo>
                    <a:pt x="33" y="125"/>
                    <a:pt x="33" y="125"/>
                    <a:pt x="33" y="125"/>
                  </a:cubicBezTo>
                  <a:cubicBezTo>
                    <a:pt x="33" y="125"/>
                    <a:pt x="79" y="115"/>
                    <a:pt x="119" y="91"/>
                  </a:cubicBezTo>
                  <a:cubicBezTo>
                    <a:pt x="119" y="91"/>
                    <a:pt x="132" y="102"/>
                    <a:pt x="142" y="104"/>
                  </a:cubicBezTo>
                  <a:cubicBezTo>
                    <a:pt x="139" y="100"/>
                    <a:pt x="139" y="100"/>
                    <a:pt x="139" y="100"/>
                  </a:cubicBezTo>
                  <a:cubicBezTo>
                    <a:pt x="139" y="100"/>
                    <a:pt x="152" y="108"/>
                    <a:pt x="159" y="110"/>
                  </a:cubicBezTo>
                  <a:cubicBezTo>
                    <a:pt x="159" y="110"/>
                    <a:pt x="184" y="124"/>
                    <a:pt x="184" y="135"/>
                  </a:cubicBezTo>
                  <a:cubicBezTo>
                    <a:pt x="187" y="131"/>
                    <a:pt x="187" y="131"/>
                    <a:pt x="187" y="131"/>
                  </a:cubicBezTo>
                  <a:cubicBezTo>
                    <a:pt x="187" y="131"/>
                    <a:pt x="188" y="160"/>
                    <a:pt x="185" y="166"/>
                  </a:cubicBezTo>
                  <a:cubicBezTo>
                    <a:pt x="191" y="177"/>
                    <a:pt x="191" y="177"/>
                    <a:pt x="191" y="177"/>
                  </a:cubicBezTo>
                  <a:cubicBezTo>
                    <a:pt x="191" y="177"/>
                    <a:pt x="213" y="94"/>
                    <a:pt x="198" y="56"/>
                  </a:cubicBezTo>
                  <a:cubicBezTo>
                    <a:pt x="182" y="17"/>
                    <a:pt x="137" y="0"/>
                    <a:pt x="98" y="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382" name="Freeform 207">
              <a:extLst>
                <a:ext uri="{FF2B5EF4-FFF2-40B4-BE49-F238E27FC236}">
                  <a16:creationId xmlns:a16="http://schemas.microsoft.com/office/drawing/2014/main" id="{159EA5A0-0612-4289-A02A-F88D0E8ACAF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1" y="728"/>
              <a:ext cx="69" cy="24"/>
            </a:xfrm>
            <a:custGeom>
              <a:avLst/>
              <a:gdLst>
                <a:gd name="T0" fmla="*/ 240 w 36"/>
                <a:gd name="T1" fmla="*/ 24 h 13"/>
                <a:gd name="T2" fmla="*/ 77 w 36"/>
                <a:gd name="T3" fmla="*/ 24 h 13"/>
                <a:gd name="T4" fmla="*/ 128 w 36"/>
                <a:gd name="T5" fmla="*/ 24 h 13"/>
                <a:gd name="T6" fmla="*/ 0 w 36"/>
                <a:gd name="T7" fmla="*/ 81 h 13"/>
                <a:gd name="T8" fmla="*/ 128 w 36"/>
                <a:gd name="T9" fmla="*/ 57 h 13"/>
                <a:gd name="T10" fmla="*/ 253 w 36"/>
                <a:gd name="T11" fmla="*/ 52 h 1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6" h="13">
                  <a:moveTo>
                    <a:pt x="34" y="4"/>
                  </a:moveTo>
                  <a:cubicBezTo>
                    <a:pt x="28" y="1"/>
                    <a:pt x="17" y="0"/>
                    <a:pt x="11" y="4"/>
                  </a:cubicBezTo>
                  <a:cubicBezTo>
                    <a:pt x="13" y="4"/>
                    <a:pt x="16" y="3"/>
                    <a:pt x="18" y="4"/>
                  </a:cubicBezTo>
                  <a:cubicBezTo>
                    <a:pt x="13" y="4"/>
                    <a:pt x="2" y="7"/>
                    <a:pt x="0" y="13"/>
                  </a:cubicBezTo>
                  <a:cubicBezTo>
                    <a:pt x="6" y="11"/>
                    <a:pt x="12" y="9"/>
                    <a:pt x="18" y="9"/>
                  </a:cubicBezTo>
                  <a:cubicBezTo>
                    <a:pt x="23" y="8"/>
                    <a:pt x="31" y="6"/>
                    <a:pt x="36" y="8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383" name="Freeform 208">
              <a:extLst>
                <a:ext uri="{FF2B5EF4-FFF2-40B4-BE49-F238E27FC236}">
                  <a16:creationId xmlns:a16="http://schemas.microsoft.com/office/drawing/2014/main" id="{B36C371C-7CF2-497E-914A-880E8E690D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5" y="714"/>
              <a:ext cx="76" cy="29"/>
            </a:xfrm>
            <a:custGeom>
              <a:avLst/>
              <a:gdLst>
                <a:gd name="T0" fmla="*/ 0 w 40"/>
                <a:gd name="T1" fmla="*/ 79 h 15"/>
                <a:gd name="T2" fmla="*/ 165 w 40"/>
                <a:gd name="T3" fmla="*/ 23 h 15"/>
                <a:gd name="T4" fmla="*/ 105 w 40"/>
                <a:gd name="T5" fmla="*/ 52 h 15"/>
                <a:gd name="T6" fmla="*/ 241 w 40"/>
                <a:gd name="T7" fmla="*/ 64 h 15"/>
                <a:gd name="T8" fmla="*/ 184 w 40"/>
                <a:gd name="T9" fmla="*/ 56 h 15"/>
                <a:gd name="T10" fmla="*/ 274 w 40"/>
                <a:gd name="T11" fmla="*/ 101 h 15"/>
                <a:gd name="T12" fmla="*/ 177 w 40"/>
                <a:gd name="T13" fmla="*/ 93 h 15"/>
                <a:gd name="T14" fmla="*/ 105 w 40"/>
                <a:gd name="T15" fmla="*/ 101 h 1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0" h="15">
                  <a:moveTo>
                    <a:pt x="0" y="11"/>
                  </a:moveTo>
                  <a:cubicBezTo>
                    <a:pt x="7" y="6"/>
                    <a:pt x="15" y="0"/>
                    <a:pt x="24" y="3"/>
                  </a:cubicBezTo>
                  <a:cubicBezTo>
                    <a:pt x="21" y="4"/>
                    <a:pt x="16" y="5"/>
                    <a:pt x="15" y="7"/>
                  </a:cubicBezTo>
                  <a:cubicBezTo>
                    <a:pt x="22" y="6"/>
                    <a:pt x="28" y="5"/>
                    <a:pt x="35" y="9"/>
                  </a:cubicBezTo>
                  <a:cubicBezTo>
                    <a:pt x="33" y="9"/>
                    <a:pt x="30" y="8"/>
                    <a:pt x="27" y="8"/>
                  </a:cubicBezTo>
                  <a:cubicBezTo>
                    <a:pt x="32" y="10"/>
                    <a:pt x="36" y="11"/>
                    <a:pt x="40" y="14"/>
                  </a:cubicBezTo>
                  <a:cubicBezTo>
                    <a:pt x="35" y="14"/>
                    <a:pt x="31" y="13"/>
                    <a:pt x="26" y="13"/>
                  </a:cubicBezTo>
                  <a:cubicBezTo>
                    <a:pt x="22" y="13"/>
                    <a:pt x="19" y="15"/>
                    <a:pt x="15" y="14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</p:grpSp>
      <p:grpSp>
        <p:nvGrpSpPr>
          <p:cNvPr id="30722" name="female-child-full-body-illustration">
            <a:extLst>
              <a:ext uri="{FF2B5EF4-FFF2-40B4-BE49-F238E27FC236}">
                <a16:creationId xmlns:a16="http://schemas.microsoft.com/office/drawing/2014/main" id="{27B3D763-DE67-4684-82ED-BFAE6CBB8B37}"/>
              </a:ext>
            </a:extLst>
          </p:cNvPr>
          <p:cNvGrpSpPr>
            <a:grpSpLocks/>
          </p:cNvGrpSpPr>
          <p:nvPr/>
        </p:nvGrpSpPr>
        <p:grpSpPr bwMode="auto">
          <a:xfrm>
            <a:off x="4271963" y="1196975"/>
            <a:ext cx="1519237" cy="5257800"/>
            <a:chOff x="382" y="716"/>
            <a:chExt cx="957" cy="3312"/>
          </a:xfrm>
        </p:grpSpPr>
        <p:sp>
          <p:nvSpPr>
            <p:cNvPr id="31224" name="Freeform 210">
              <a:extLst>
                <a:ext uri="{FF2B5EF4-FFF2-40B4-BE49-F238E27FC236}">
                  <a16:creationId xmlns:a16="http://schemas.microsoft.com/office/drawing/2014/main" id="{64B7E9E1-543E-4F07-9C68-4C935ABB89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" y="1168"/>
              <a:ext cx="957" cy="2860"/>
            </a:xfrm>
            <a:custGeom>
              <a:avLst/>
              <a:gdLst>
                <a:gd name="T0" fmla="*/ 3033 w 531"/>
                <a:gd name="T1" fmla="*/ 4145 h 1591"/>
                <a:gd name="T2" fmla="*/ 2992 w 531"/>
                <a:gd name="T3" fmla="*/ 3200 h 1591"/>
                <a:gd name="T4" fmla="*/ 2846 w 531"/>
                <a:gd name="T5" fmla="*/ 2055 h 1591"/>
                <a:gd name="T6" fmla="*/ 2276 w 531"/>
                <a:gd name="T7" fmla="*/ 475 h 1591"/>
                <a:gd name="T8" fmla="*/ 1855 w 531"/>
                <a:gd name="T9" fmla="*/ 23 h 1591"/>
                <a:gd name="T10" fmla="*/ 1620 w 531"/>
                <a:gd name="T11" fmla="*/ 167 h 1591"/>
                <a:gd name="T12" fmla="*/ 1555 w 531"/>
                <a:gd name="T13" fmla="*/ 174 h 1591"/>
                <a:gd name="T14" fmla="*/ 1276 w 531"/>
                <a:gd name="T15" fmla="*/ 41 h 1591"/>
                <a:gd name="T16" fmla="*/ 1000 w 531"/>
                <a:gd name="T17" fmla="*/ 471 h 1591"/>
                <a:gd name="T18" fmla="*/ 458 w 531"/>
                <a:gd name="T19" fmla="*/ 1109 h 1591"/>
                <a:gd name="T20" fmla="*/ 189 w 531"/>
                <a:gd name="T21" fmla="*/ 2427 h 1591"/>
                <a:gd name="T22" fmla="*/ 105 w 531"/>
                <a:gd name="T23" fmla="*/ 3584 h 1591"/>
                <a:gd name="T24" fmla="*/ 13 w 531"/>
                <a:gd name="T25" fmla="*/ 4428 h 1591"/>
                <a:gd name="T26" fmla="*/ 65 w 531"/>
                <a:gd name="T27" fmla="*/ 4582 h 1591"/>
                <a:gd name="T28" fmla="*/ 299 w 531"/>
                <a:gd name="T29" fmla="*/ 4780 h 1591"/>
                <a:gd name="T30" fmla="*/ 393 w 531"/>
                <a:gd name="T31" fmla="*/ 4735 h 1591"/>
                <a:gd name="T32" fmla="*/ 422 w 531"/>
                <a:gd name="T33" fmla="*/ 4692 h 1591"/>
                <a:gd name="T34" fmla="*/ 422 w 531"/>
                <a:gd name="T35" fmla="*/ 4472 h 1591"/>
                <a:gd name="T36" fmla="*/ 351 w 531"/>
                <a:gd name="T37" fmla="*/ 4048 h 1591"/>
                <a:gd name="T38" fmla="*/ 579 w 531"/>
                <a:gd name="T39" fmla="*/ 2483 h 1591"/>
                <a:gd name="T40" fmla="*/ 780 w 531"/>
                <a:gd name="T41" fmla="*/ 1936 h 1591"/>
                <a:gd name="T42" fmla="*/ 773 w 531"/>
                <a:gd name="T43" fmla="*/ 2856 h 1591"/>
                <a:gd name="T44" fmla="*/ 679 w 531"/>
                <a:gd name="T45" fmla="*/ 4320 h 1591"/>
                <a:gd name="T46" fmla="*/ 878 w 531"/>
                <a:gd name="T47" fmla="*/ 5988 h 1591"/>
                <a:gd name="T48" fmla="*/ 943 w 531"/>
                <a:gd name="T49" fmla="*/ 7552 h 1591"/>
                <a:gd name="T50" fmla="*/ 1110 w 531"/>
                <a:gd name="T51" fmla="*/ 8609 h 1591"/>
                <a:gd name="T52" fmla="*/ 926 w 531"/>
                <a:gd name="T53" fmla="*/ 9026 h 1591"/>
                <a:gd name="T54" fmla="*/ 984 w 531"/>
                <a:gd name="T55" fmla="*/ 9177 h 1591"/>
                <a:gd name="T56" fmla="*/ 1254 w 531"/>
                <a:gd name="T57" fmla="*/ 9200 h 1591"/>
                <a:gd name="T58" fmla="*/ 1518 w 531"/>
                <a:gd name="T59" fmla="*/ 9022 h 1591"/>
                <a:gd name="T60" fmla="*/ 1527 w 531"/>
                <a:gd name="T61" fmla="*/ 8711 h 1591"/>
                <a:gd name="T62" fmla="*/ 1487 w 531"/>
                <a:gd name="T63" fmla="*/ 8411 h 1591"/>
                <a:gd name="T64" fmla="*/ 1503 w 531"/>
                <a:gd name="T65" fmla="*/ 6701 h 1591"/>
                <a:gd name="T66" fmla="*/ 1498 w 531"/>
                <a:gd name="T67" fmla="*/ 5745 h 1591"/>
                <a:gd name="T68" fmla="*/ 1498 w 531"/>
                <a:gd name="T69" fmla="*/ 4356 h 1591"/>
                <a:gd name="T70" fmla="*/ 1552 w 531"/>
                <a:gd name="T71" fmla="*/ 4363 h 1591"/>
                <a:gd name="T72" fmla="*/ 1615 w 531"/>
                <a:gd name="T73" fmla="*/ 4350 h 1591"/>
                <a:gd name="T74" fmla="*/ 1615 w 531"/>
                <a:gd name="T75" fmla="*/ 4954 h 1591"/>
                <a:gd name="T76" fmla="*/ 1627 w 531"/>
                <a:gd name="T77" fmla="*/ 6240 h 1591"/>
                <a:gd name="T78" fmla="*/ 1685 w 531"/>
                <a:gd name="T79" fmla="*/ 8050 h 1591"/>
                <a:gd name="T80" fmla="*/ 1604 w 531"/>
                <a:gd name="T81" fmla="*/ 8596 h 1591"/>
                <a:gd name="T82" fmla="*/ 1575 w 531"/>
                <a:gd name="T83" fmla="*/ 8884 h 1591"/>
                <a:gd name="T84" fmla="*/ 1651 w 531"/>
                <a:gd name="T85" fmla="*/ 9189 h 1591"/>
                <a:gd name="T86" fmla="*/ 1997 w 531"/>
                <a:gd name="T87" fmla="*/ 9206 h 1591"/>
                <a:gd name="T88" fmla="*/ 2183 w 531"/>
                <a:gd name="T89" fmla="*/ 9108 h 1591"/>
                <a:gd name="T90" fmla="*/ 2028 w 531"/>
                <a:gd name="T91" fmla="*/ 8796 h 1591"/>
                <a:gd name="T92" fmla="*/ 2020 w 531"/>
                <a:gd name="T93" fmla="*/ 8289 h 1591"/>
                <a:gd name="T94" fmla="*/ 2211 w 531"/>
                <a:gd name="T95" fmla="*/ 6430 h 1591"/>
                <a:gd name="T96" fmla="*/ 2365 w 531"/>
                <a:gd name="T97" fmla="*/ 5129 h 1591"/>
                <a:gd name="T98" fmla="*/ 2417 w 531"/>
                <a:gd name="T99" fmla="*/ 3545 h 1591"/>
                <a:gd name="T100" fmla="*/ 2312 w 531"/>
                <a:gd name="T101" fmla="*/ 2475 h 1591"/>
                <a:gd name="T102" fmla="*/ 2417 w 531"/>
                <a:gd name="T103" fmla="*/ 1936 h 1591"/>
                <a:gd name="T104" fmla="*/ 2657 w 531"/>
                <a:gd name="T105" fmla="*/ 3200 h 1591"/>
                <a:gd name="T106" fmla="*/ 2729 w 531"/>
                <a:gd name="T107" fmla="*/ 4201 h 1591"/>
                <a:gd name="T108" fmla="*/ 2700 w 531"/>
                <a:gd name="T109" fmla="*/ 4647 h 1591"/>
                <a:gd name="T110" fmla="*/ 2680 w 531"/>
                <a:gd name="T111" fmla="*/ 4721 h 1591"/>
                <a:gd name="T112" fmla="*/ 2680 w 531"/>
                <a:gd name="T113" fmla="*/ 4821 h 1591"/>
                <a:gd name="T114" fmla="*/ 2976 w 531"/>
                <a:gd name="T115" fmla="*/ 4692 h 1591"/>
                <a:gd name="T116" fmla="*/ 3073 w 531"/>
                <a:gd name="T117" fmla="*/ 4501 h 1591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531" h="1591">
                  <a:moveTo>
                    <a:pt x="529" y="762"/>
                  </a:moveTo>
                  <a:cubicBezTo>
                    <a:pt x="527" y="758"/>
                    <a:pt x="523" y="730"/>
                    <a:pt x="518" y="714"/>
                  </a:cubicBezTo>
                  <a:cubicBezTo>
                    <a:pt x="515" y="701"/>
                    <a:pt x="511" y="644"/>
                    <a:pt x="513" y="617"/>
                  </a:cubicBezTo>
                  <a:cubicBezTo>
                    <a:pt x="515" y="597"/>
                    <a:pt x="510" y="565"/>
                    <a:pt x="511" y="551"/>
                  </a:cubicBezTo>
                  <a:cubicBezTo>
                    <a:pt x="511" y="473"/>
                    <a:pt x="502" y="433"/>
                    <a:pt x="498" y="418"/>
                  </a:cubicBezTo>
                  <a:cubicBezTo>
                    <a:pt x="495" y="404"/>
                    <a:pt x="493" y="385"/>
                    <a:pt x="486" y="354"/>
                  </a:cubicBezTo>
                  <a:cubicBezTo>
                    <a:pt x="458" y="219"/>
                    <a:pt x="445" y="145"/>
                    <a:pt x="437" y="124"/>
                  </a:cubicBezTo>
                  <a:cubicBezTo>
                    <a:pt x="431" y="110"/>
                    <a:pt x="419" y="87"/>
                    <a:pt x="389" y="82"/>
                  </a:cubicBezTo>
                  <a:cubicBezTo>
                    <a:pt x="378" y="80"/>
                    <a:pt x="368" y="79"/>
                    <a:pt x="359" y="76"/>
                  </a:cubicBezTo>
                  <a:cubicBezTo>
                    <a:pt x="339" y="68"/>
                    <a:pt x="312" y="56"/>
                    <a:pt x="317" y="4"/>
                  </a:cubicBezTo>
                  <a:cubicBezTo>
                    <a:pt x="315" y="6"/>
                    <a:pt x="316" y="5"/>
                    <a:pt x="313" y="7"/>
                  </a:cubicBezTo>
                  <a:cubicBezTo>
                    <a:pt x="302" y="17"/>
                    <a:pt x="289" y="27"/>
                    <a:pt x="277" y="29"/>
                  </a:cubicBezTo>
                  <a:cubicBezTo>
                    <a:pt x="274" y="30"/>
                    <a:pt x="269" y="29"/>
                    <a:pt x="266" y="29"/>
                  </a:cubicBezTo>
                  <a:cubicBezTo>
                    <a:pt x="266" y="30"/>
                    <a:pt x="266" y="30"/>
                    <a:pt x="266" y="30"/>
                  </a:cubicBezTo>
                  <a:cubicBezTo>
                    <a:pt x="266" y="30"/>
                    <a:pt x="257" y="29"/>
                    <a:pt x="253" y="29"/>
                  </a:cubicBezTo>
                  <a:cubicBezTo>
                    <a:pt x="241" y="27"/>
                    <a:pt x="229" y="17"/>
                    <a:pt x="218" y="7"/>
                  </a:cubicBezTo>
                  <a:cubicBezTo>
                    <a:pt x="215" y="5"/>
                    <a:pt x="213" y="3"/>
                    <a:pt x="211" y="0"/>
                  </a:cubicBezTo>
                  <a:cubicBezTo>
                    <a:pt x="228" y="59"/>
                    <a:pt x="191" y="75"/>
                    <a:pt x="171" y="81"/>
                  </a:cubicBezTo>
                  <a:cubicBezTo>
                    <a:pt x="162" y="83"/>
                    <a:pt x="122" y="84"/>
                    <a:pt x="102" y="112"/>
                  </a:cubicBezTo>
                  <a:cubicBezTo>
                    <a:pt x="93" y="124"/>
                    <a:pt x="81" y="169"/>
                    <a:pt x="78" y="191"/>
                  </a:cubicBezTo>
                  <a:cubicBezTo>
                    <a:pt x="74" y="214"/>
                    <a:pt x="53" y="305"/>
                    <a:pt x="47" y="338"/>
                  </a:cubicBezTo>
                  <a:cubicBezTo>
                    <a:pt x="41" y="369"/>
                    <a:pt x="36" y="404"/>
                    <a:pt x="32" y="418"/>
                  </a:cubicBezTo>
                  <a:cubicBezTo>
                    <a:pt x="29" y="433"/>
                    <a:pt x="16" y="473"/>
                    <a:pt x="17" y="551"/>
                  </a:cubicBezTo>
                  <a:cubicBezTo>
                    <a:pt x="17" y="564"/>
                    <a:pt x="16" y="597"/>
                    <a:pt x="18" y="617"/>
                  </a:cubicBezTo>
                  <a:cubicBezTo>
                    <a:pt x="20" y="644"/>
                    <a:pt x="16" y="701"/>
                    <a:pt x="13" y="714"/>
                  </a:cubicBezTo>
                  <a:cubicBezTo>
                    <a:pt x="8" y="730"/>
                    <a:pt x="4" y="758"/>
                    <a:pt x="2" y="762"/>
                  </a:cubicBezTo>
                  <a:cubicBezTo>
                    <a:pt x="0" y="766"/>
                    <a:pt x="4" y="771"/>
                    <a:pt x="6" y="775"/>
                  </a:cubicBezTo>
                  <a:cubicBezTo>
                    <a:pt x="9" y="779"/>
                    <a:pt x="8" y="783"/>
                    <a:pt x="11" y="789"/>
                  </a:cubicBezTo>
                  <a:cubicBezTo>
                    <a:pt x="13" y="794"/>
                    <a:pt x="20" y="803"/>
                    <a:pt x="23" y="808"/>
                  </a:cubicBezTo>
                  <a:cubicBezTo>
                    <a:pt x="27" y="814"/>
                    <a:pt x="40" y="820"/>
                    <a:pt x="51" y="823"/>
                  </a:cubicBezTo>
                  <a:cubicBezTo>
                    <a:pt x="58" y="826"/>
                    <a:pt x="71" y="833"/>
                    <a:pt x="73" y="830"/>
                  </a:cubicBezTo>
                  <a:cubicBezTo>
                    <a:pt x="75" y="823"/>
                    <a:pt x="72" y="818"/>
                    <a:pt x="67" y="815"/>
                  </a:cubicBezTo>
                  <a:cubicBezTo>
                    <a:pt x="63" y="813"/>
                    <a:pt x="71" y="820"/>
                    <a:pt x="73" y="813"/>
                  </a:cubicBezTo>
                  <a:cubicBezTo>
                    <a:pt x="74" y="812"/>
                    <a:pt x="74" y="811"/>
                    <a:pt x="72" y="808"/>
                  </a:cubicBezTo>
                  <a:cubicBezTo>
                    <a:pt x="74" y="804"/>
                    <a:pt x="73" y="804"/>
                    <a:pt x="70" y="800"/>
                  </a:cubicBezTo>
                  <a:cubicBezTo>
                    <a:pt x="75" y="799"/>
                    <a:pt x="74" y="779"/>
                    <a:pt x="72" y="770"/>
                  </a:cubicBezTo>
                  <a:cubicBezTo>
                    <a:pt x="72" y="762"/>
                    <a:pt x="72" y="738"/>
                    <a:pt x="67" y="722"/>
                  </a:cubicBezTo>
                  <a:cubicBezTo>
                    <a:pt x="63" y="712"/>
                    <a:pt x="59" y="704"/>
                    <a:pt x="60" y="697"/>
                  </a:cubicBezTo>
                  <a:cubicBezTo>
                    <a:pt x="57" y="683"/>
                    <a:pt x="69" y="579"/>
                    <a:pt x="79" y="550"/>
                  </a:cubicBezTo>
                  <a:cubicBezTo>
                    <a:pt x="98" y="489"/>
                    <a:pt x="97" y="438"/>
                    <a:pt x="99" y="427"/>
                  </a:cubicBezTo>
                  <a:cubicBezTo>
                    <a:pt x="101" y="416"/>
                    <a:pt x="131" y="268"/>
                    <a:pt x="135" y="243"/>
                  </a:cubicBezTo>
                  <a:cubicBezTo>
                    <a:pt x="133" y="333"/>
                    <a:pt x="133" y="333"/>
                    <a:pt x="133" y="333"/>
                  </a:cubicBezTo>
                  <a:cubicBezTo>
                    <a:pt x="135" y="364"/>
                    <a:pt x="134" y="404"/>
                    <a:pt x="135" y="420"/>
                  </a:cubicBezTo>
                  <a:cubicBezTo>
                    <a:pt x="136" y="442"/>
                    <a:pt x="130" y="454"/>
                    <a:pt x="132" y="492"/>
                  </a:cubicBezTo>
                  <a:cubicBezTo>
                    <a:pt x="133" y="513"/>
                    <a:pt x="130" y="558"/>
                    <a:pt x="121" y="607"/>
                  </a:cubicBezTo>
                  <a:cubicBezTo>
                    <a:pt x="113" y="645"/>
                    <a:pt x="117" y="672"/>
                    <a:pt x="116" y="744"/>
                  </a:cubicBezTo>
                  <a:cubicBezTo>
                    <a:pt x="115" y="794"/>
                    <a:pt x="117" y="825"/>
                    <a:pt x="124" y="884"/>
                  </a:cubicBezTo>
                  <a:cubicBezTo>
                    <a:pt x="129" y="934"/>
                    <a:pt x="144" y="995"/>
                    <a:pt x="150" y="1031"/>
                  </a:cubicBezTo>
                  <a:cubicBezTo>
                    <a:pt x="157" y="1067"/>
                    <a:pt x="151" y="1084"/>
                    <a:pt x="153" y="1107"/>
                  </a:cubicBezTo>
                  <a:cubicBezTo>
                    <a:pt x="154" y="1131"/>
                    <a:pt x="143" y="1219"/>
                    <a:pt x="161" y="1300"/>
                  </a:cubicBezTo>
                  <a:cubicBezTo>
                    <a:pt x="176" y="1365"/>
                    <a:pt x="182" y="1411"/>
                    <a:pt x="186" y="1427"/>
                  </a:cubicBezTo>
                  <a:cubicBezTo>
                    <a:pt x="194" y="1461"/>
                    <a:pt x="187" y="1465"/>
                    <a:pt x="190" y="1482"/>
                  </a:cubicBezTo>
                  <a:cubicBezTo>
                    <a:pt x="194" y="1500"/>
                    <a:pt x="194" y="1498"/>
                    <a:pt x="185" y="1514"/>
                  </a:cubicBezTo>
                  <a:cubicBezTo>
                    <a:pt x="176" y="1525"/>
                    <a:pt x="162" y="1549"/>
                    <a:pt x="158" y="1554"/>
                  </a:cubicBezTo>
                  <a:cubicBezTo>
                    <a:pt x="154" y="1559"/>
                    <a:pt x="156" y="1565"/>
                    <a:pt x="158" y="1568"/>
                  </a:cubicBezTo>
                  <a:cubicBezTo>
                    <a:pt x="155" y="1576"/>
                    <a:pt x="164" y="1580"/>
                    <a:pt x="168" y="1580"/>
                  </a:cubicBezTo>
                  <a:cubicBezTo>
                    <a:pt x="167" y="1590"/>
                    <a:pt x="185" y="1589"/>
                    <a:pt x="190" y="1585"/>
                  </a:cubicBezTo>
                  <a:cubicBezTo>
                    <a:pt x="195" y="1590"/>
                    <a:pt x="209" y="1590"/>
                    <a:pt x="214" y="1584"/>
                  </a:cubicBezTo>
                  <a:cubicBezTo>
                    <a:pt x="223" y="1591"/>
                    <a:pt x="239" y="1591"/>
                    <a:pt x="249" y="1582"/>
                  </a:cubicBezTo>
                  <a:cubicBezTo>
                    <a:pt x="259" y="1572"/>
                    <a:pt x="260" y="1563"/>
                    <a:pt x="259" y="1553"/>
                  </a:cubicBezTo>
                  <a:cubicBezTo>
                    <a:pt x="258" y="1544"/>
                    <a:pt x="260" y="1541"/>
                    <a:pt x="262" y="1529"/>
                  </a:cubicBezTo>
                  <a:cubicBezTo>
                    <a:pt x="264" y="1518"/>
                    <a:pt x="266" y="1509"/>
                    <a:pt x="261" y="1500"/>
                  </a:cubicBezTo>
                  <a:cubicBezTo>
                    <a:pt x="257" y="1492"/>
                    <a:pt x="257" y="1488"/>
                    <a:pt x="257" y="1480"/>
                  </a:cubicBezTo>
                  <a:cubicBezTo>
                    <a:pt x="257" y="1471"/>
                    <a:pt x="260" y="1459"/>
                    <a:pt x="254" y="1448"/>
                  </a:cubicBezTo>
                  <a:cubicBezTo>
                    <a:pt x="249" y="1438"/>
                    <a:pt x="242" y="1413"/>
                    <a:pt x="243" y="1386"/>
                  </a:cubicBezTo>
                  <a:cubicBezTo>
                    <a:pt x="244" y="1359"/>
                    <a:pt x="265" y="1206"/>
                    <a:pt x="257" y="1154"/>
                  </a:cubicBezTo>
                  <a:cubicBezTo>
                    <a:pt x="248" y="1102"/>
                    <a:pt x="251" y="1091"/>
                    <a:pt x="253" y="1074"/>
                  </a:cubicBezTo>
                  <a:cubicBezTo>
                    <a:pt x="255" y="1056"/>
                    <a:pt x="261" y="1027"/>
                    <a:pt x="256" y="989"/>
                  </a:cubicBezTo>
                  <a:cubicBezTo>
                    <a:pt x="254" y="975"/>
                    <a:pt x="255" y="914"/>
                    <a:pt x="255" y="853"/>
                  </a:cubicBezTo>
                  <a:cubicBezTo>
                    <a:pt x="255" y="813"/>
                    <a:pt x="256" y="763"/>
                    <a:pt x="256" y="750"/>
                  </a:cubicBezTo>
                  <a:cubicBezTo>
                    <a:pt x="256" y="750"/>
                    <a:pt x="256" y="750"/>
                    <a:pt x="256" y="750"/>
                  </a:cubicBezTo>
                  <a:cubicBezTo>
                    <a:pt x="259" y="751"/>
                    <a:pt x="262" y="751"/>
                    <a:pt x="265" y="751"/>
                  </a:cubicBezTo>
                  <a:cubicBezTo>
                    <a:pt x="265" y="751"/>
                    <a:pt x="265" y="751"/>
                    <a:pt x="265" y="751"/>
                  </a:cubicBezTo>
                  <a:cubicBezTo>
                    <a:pt x="269" y="751"/>
                    <a:pt x="272" y="750"/>
                    <a:pt x="276" y="749"/>
                  </a:cubicBezTo>
                  <a:cubicBezTo>
                    <a:pt x="275" y="750"/>
                    <a:pt x="275" y="750"/>
                    <a:pt x="275" y="750"/>
                  </a:cubicBezTo>
                  <a:cubicBezTo>
                    <a:pt x="273" y="759"/>
                    <a:pt x="276" y="813"/>
                    <a:pt x="276" y="853"/>
                  </a:cubicBezTo>
                  <a:cubicBezTo>
                    <a:pt x="276" y="914"/>
                    <a:pt x="277" y="975"/>
                    <a:pt x="275" y="989"/>
                  </a:cubicBezTo>
                  <a:cubicBezTo>
                    <a:pt x="270" y="1027"/>
                    <a:pt x="276" y="1056"/>
                    <a:pt x="278" y="1074"/>
                  </a:cubicBezTo>
                  <a:cubicBezTo>
                    <a:pt x="280" y="1091"/>
                    <a:pt x="283" y="1102"/>
                    <a:pt x="274" y="1154"/>
                  </a:cubicBezTo>
                  <a:cubicBezTo>
                    <a:pt x="266" y="1206"/>
                    <a:pt x="287" y="1359"/>
                    <a:pt x="288" y="1386"/>
                  </a:cubicBezTo>
                  <a:cubicBezTo>
                    <a:pt x="289" y="1413"/>
                    <a:pt x="282" y="1438"/>
                    <a:pt x="277" y="1448"/>
                  </a:cubicBezTo>
                  <a:cubicBezTo>
                    <a:pt x="271" y="1459"/>
                    <a:pt x="274" y="1471"/>
                    <a:pt x="274" y="1480"/>
                  </a:cubicBezTo>
                  <a:cubicBezTo>
                    <a:pt x="274" y="1488"/>
                    <a:pt x="274" y="1492"/>
                    <a:pt x="270" y="1500"/>
                  </a:cubicBezTo>
                  <a:cubicBezTo>
                    <a:pt x="265" y="1509"/>
                    <a:pt x="267" y="1518"/>
                    <a:pt x="269" y="1529"/>
                  </a:cubicBezTo>
                  <a:cubicBezTo>
                    <a:pt x="271" y="1541"/>
                    <a:pt x="273" y="1544"/>
                    <a:pt x="272" y="1553"/>
                  </a:cubicBezTo>
                  <a:cubicBezTo>
                    <a:pt x="271" y="1563"/>
                    <a:pt x="272" y="1572"/>
                    <a:pt x="282" y="1582"/>
                  </a:cubicBezTo>
                  <a:cubicBezTo>
                    <a:pt x="292" y="1591"/>
                    <a:pt x="308" y="1591"/>
                    <a:pt x="317" y="1584"/>
                  </a:cubicBezTo>
                  <a:cubicBezTo>
                    <a:pt x="322" y="1590"/>
                    <a:pt x="336" y="1590"/>
                    <a:pt x="341" y="1585"/>
                  </a:cubicBezTo>
                  <a:cubicBezTo>
                    <a:pt x="346" y="1589"/>
                    <a:pt x="364" y="1590"/>
                    <a:pt x="363" y="1580"/>
                  </a:cubicBezTo>
                  <a:cubicBezTo>
                    <a:pt x="367" y="1580"/>
                    <a:pt x="376" y="1576"/>
                    <a:pt x="373" y="1568"/>
                  </a:cubicBezTo>
                  <a:cubicBezTo>
                    <a:pt x="375" y="1565"/>
                    <a:pt x="377" y="1559"/>
                    <a:pt x="373" y="1554"/>
                  </a:cubicBezTo>
                  <a:cubicBezTo>
                    <a:pt x="369" y="1549"/>
                    <a:pt x="355" y="1525"/>
                    <a:pt x="346" y="1514"/>
                  </a:cubicBezTo>
                  <a:cubicBezTo>
                    <a:pt x="337" y="1498"/>
                    <a:pt x="337" y="1500"/>
                    <a:pt x="341" y="1482"/>
                  </a:cubicBezTo>
                  <a:cubicBezTo>
                    <a:pt x="344" y="1465"/>
                    <a:pt x="337" y="1461"/>
                    <a:pt x="345" y="1427"/>
                  </a:cubicBezTo>
                  <a:cubicBezTo>
                    <a:pt x="348" y="1411"/>
                    <a:pt x="356" y="1372"/>
                    <a:pt x="369" y="1305"/>
                  </a:cubicBezTo>
                  <a:cubicBezTo>
                    <a:pt x="382" y="1239"/>
                    <a:pt x="377" y="1131"/>
                    <a:pt x="378" y="1107"/>
                  </a:cubicBezTo>
                  <a:cubicBezTo>
                    <a:pt x="380" y="1084"/>
                    <a:pt x="373" y="1069"/>
                    <a:pt x="380" y="1033"/>
                  </a:cubicBezTo>
                  <a:cubicBezTo>
                    <a:pt x="386" y="997"/>
                    <a:pt x="397" y="933"/>
                    <a:pt x="404" y="883"/>
                  </a:cubicBezTo>
                  <a:cubicBezTo>
                    <a:pt x="414" y="811"/>
                    <a:pt x="413" y="790"/>
                    <a:pt x="416" y="752"/>
                  </a:cubicBezTo>
                  <a:cubicBezTo>
                    <a:pt x="422" y="676"/>
                    <a:pt x="418" y="651"/>
                    <a:pt x="413" y="610"/>
                  </a:cubicBezTo>
                  <a:cubicBezTo>
                    <a:pt x="404" y="561"/>
                    <a:pt x="404" y="514"/>
                    <a:pt x="404" y="493"/>
                  </a:cubicBezTo>
                  <a:cubicBezTo>
                    <a:pt x="404" y="467"/>
                    <a:pt x="394" y="448"/>
                    <a:pt x="395" y="426"/>
                  </a:cubicBezTo>
                  <a:cubicBezTo>
                    <a:pt x="396" y="410"/>
                    <a:pt x="395" y="267"/>
                    <a:pt x="390" y="226"/>
                  </a:cubicBezTo>
                  <a:cubicBezTo>
                    <a:pt x="413" y="333"/>
                    <a:pt x="413" y="333"/>
                    <a:pt x="413" y="333"/>
                  </a:cubicBezTo>
                  <a:cubicBezTo>
                    <a:pt x="417" y="358"/>
                    <a:pt x="430" y="416"/>
                    <a:pt x="432" y="427"/>
                  </a:cubicBezTo>
                  <a:cubicBezTo>
                    <a:pt x="434" y="438"/>
                    <a:pt x="435" y="490"/>
                    <a:pt x="454" y="551"/>
                  </a:cubicBezTo>
                  <a:cubicBezTo>
                    <a:pt x="464" y="580"/>
                    <a:pt x="474" y="683"/>
                    <a:pt x="471" y="697"/>
                  </a:cubicBezTo>
                  <a:cubicBezTo>
                    <a:pt x="472" y="704"/>
                    <a:pt x="470" y="713"/>
                    <a:pt x="466" y="723"/>
                  </a:cubicBezTo>
                  <a:cubicBezTo>
                    <a:pt x="460" y="739"/>
                    <a:pt x="459" y="762"/>
                    <a:pt x="460" y="770"/>
                  </a:cubicBezTo>
                  <a:cubicBezTo>
                    <a:pt x="458" y="779"/>
                    <a:pt x="453" y="797"/>
                    <a:pt x="461" y="800"/>
                  </a:cubicBezTo>
                  <a:cubicBezTo>
                    <a:pt x="458" y="804"/>
                    <a:pt x="457" y="804"/>
                    <a:pt x="458" y="808"/>
                  </a:cubicBezTo>
                  <a:cubicBezTo>
                    <a:pt x="457" y="811"/>
                    <a:pt x="457" y="812"/>
                    <a:pt x="458" y="813"/>
                  </a:cubicBezTo>
                  <a:cubicBezTo>
                    <a:pt x="460" y="820"/>
                    <a:pt x="469" y="812"/>
                    <a:pt x="465" y="814"/>
                  </a:cubicBezTo>
                  <a:cubicBezTo>
                    <a:pt x="460" y="817"/>
                    <a:pt x="456" y="823"/>
                    <a:pt x="458" y="830"/>
                  </a:cubicBezTo>
                  <a:cubicBezTo>
                    <a:pt x="460" y="833"/>
                    <a:pt x="473" y="826"/>
                    <a:pt x="480" y="823"/>
                  </a:cubicBezTo>
                  <a:cubicBezTo>
                    <a:pt x="491" y="820"/>
                    <a:pt x="504" y="814"/>
                    <a:pt x="508" y="808"/>
                  </a:cubicBezTo>
                  <a:cubicBezTo>
                    <a:pt x="511" y="803"/>
                    <a:pt x="518" y="794"/>
                    <a:pt x="520" y="789"/>
                  </a:cubicBezTo>
                  <a:cubicBezTo>
                    <a:pt x="523" y="783"/>
                    <a:pt x="522" y="779"/>
                    <a:pt x="525" y="775"/>
                  </a:cubicBezTo>
                  <a:cubicBezTo>
                    <a:pt x="527" y="771"/>
                    <a:pt x="531" y="766"/>
                    <a:pt x="529" y="762"/>
                  </a:cubicBezTo>
                </a:path>
              </a:pathLst>
            </a:custGeom>
            <a:solidFill>
              <a:srgbClr val="A961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225" name="Freeform 211">
              <a:extLst>
                <a:ext uri="{FF2B5EF4-FFF2-40B4-BE49-F238E27FC236}">
                  <a16:creationId xmlns:a16="http://schemas.microsoft.com/office/drawing/2014/main" id="{CD8F805C-AF26-43F7-A402-059D7B82953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" y="1168"/>
              <a:ext cx="957" cy="2860"/>
            </a:xfrm>
            <a:custGeom>
              <a:avLst/>
              <a:gdLst>
                <a:gd name="T0" fmla="*/ 3033 w 531"/>
                <a:gd name="T1" fmla="*/ 4145 h 1591"/>
                <a:gd name="T2" fmla="*/ 2992 w 531"/>
                <a:gd name="T3" fmla="*/ 3200 h 1591"/>
                <a:gd name="T4" fmla="*/ 2846 w 531"/>
                <a:gd name="T5" fmla="*/ 2055 h 1591"/>
                <a:gd name="T6" fmla="*/ 2276 w 531"/>
                <a:gd name="T7" fmla="*/ 475 h 1591"/>
                <a:gd name="T8" fmla="*/ 1855 w 531"/>
                <a:gd name="T9" fmla="*/ 23 h 1591"/>
                <a:gd name="T10" fmla="*/ 1620 w 531"/>
                <a:gd name="T11" fmla="*/ 167 h 1591"/>
                <a:gd name="T12" fmla="*/ 1555 w 531"/>
                <a:gd name="T13" fmla="*/ 174 h 1591"/>
                <a:gd name="T14" fmla="*/ 1276 w 531"/>
                <a:gd name="T15" fmla="*/ 41 h 1591"/>
                <a:gd name="T16" fmla="*/ 1000 w 531"/>
                <a:gd name="T17" fmla="*/ 471 h 1591"/>
                <a:gd name="T18" fmla="*/ 458 w 531"/>
                <a:gd name="T19" fmla="*/ 1109 h 1591"/>
                <a:gd name="T20" fmla="*/ 189 w 531"/>
                <a:gd name="T21" fmla="*/ 2427 h 1591"/>
                <a:gd name="T22" fmla="*/ 105 w 531"/>
                <a:gd name="T23" fmla="*/ 3584 h 1591"/>
                <a:gd name="T24" fmla="*/ 13 w 531"/>
                <a:gd name="T25" fmla="*/ 4428 h 1591"/>
                <a:gd name="T26" fmla="*/ 65 w 531"/>
                <a:gd name="T27" fmla="*/ 4582 h 1591"/>
                <a:gd name="T28" fmla="*/ 299 w 531"/>
                <a:gd name="T29" fmla="*/ 4780 h 1591"/>
                <a:gd name="T30" fmla="*/ 393 w 531"/>
                <a:gd name="T31" fmla="*/ 4735 h 1591"/>
                <a:gd name="T32" fmla="*/ 422 w 531"/>
                <a:gd name="T33" fmla="*/ 4692 h 1591"/>
                <a:gd name="T34" fmla="*/ 422 w 531"/>
                <a:gd name="T35" fmla="*/ 4472 h 1591"/>
                <a:gd name="T36" fmla="*/ 351 w 531"/>
                <a:gd name="T37" fmla="*/ 4048 h 1591"/>
                <a:gd name="T38" fmla="*/ 579 w 531"/>
                <a:gd name="T39" fmla="*/ 2483 h 1591"/>
                <a:gd name="T40" fmla="*/ 780 w 531"/>
                <a:gd name="T41" fmla="*/ 1936 h 1591"/>
                <a:gd name="T42" fmla="*/ 773 w 531"/>
                <a:gd name="T43" fmla="*/ 2856 h 1591"/>
                <a:gd name="T44" fmla="*/ 679 w 531"/>
                <a:gd name="T45" fmla="*/ 4320 h 1591"/>
                <a:gd name="T46" fmla="*/ 878 w 531"/>
                <a:gd name="T47" fmla="*/ 5988 h 1591"/>
                <a:gd name="T48" fmla="*/ 943 w 531"/>
                <a:gd name="T49" fmla="*/ 7552 h 1591"/>
                <a:gd name="T50" fmla="*/ 1110 w 531"/>
                <a:gd name="T51" fmla="*/ 8609 h 1591"/>
                <a:gd name="T52" fmla="*/ 926 w 531"/>
                <a:gd name="T53" fmla="*/ 9026 h 1591"/>
                <a:gd name="T54" fmla="*/ 984 w 531"/>
                <a:gd name="T55" fmla="*/ 9177 h 1591"/>
                <a:gd name="T56" fmla="*/ 1254 w 531"/>
                <a:gd name="T57" fmla="*/ 9200 h 1591"/>
                <a:gd name="T58" fmla="*/ 1518 w 531"/>
                <a:gd name="T59" fmla="*/ 9022 h 1591"/>
                <a:gd name="T60" fmla="*/ 1527 w 531"/>
                <a:gd name="T61" fmla="*/ 8711 h 1591"/>
                <a:gd name="T62" fmla="*/ 1487 w 531"/>
                <a:gd name="T63" fmla="*/ 8411 h 1591"/>
                <a:gd name="T64" fmla="*/ 1503 w 531"/>
                <a:gd name="T65" fmla="*/ 6701 h 1591"/>
                <a:gd name="T66" fmla="*/ 1498 w 531"/>
                <a:gd name="T67" fmla="*/ 5745 h 1591"/>
                <a:gd name="T68" fmla="*/ 1498 w 531"/>
                <a:gd name="T69" fmla="*/ 4356 h 1591"/>
                <a:gd name="T70" fmla="*/ 1552 w 531"/>
                <a:gd name="T71" fmla="*/ 4363 h 1591"/>
                <a:gd name="T72" fmla="*/ 1615 w 531"/>
                <a:gd name="T73" fmla="*/ 4350 h 1591"/>
                <a:gd name="T74" fmla="*/ 1615 w 531"/>
                <a:gd name="T75" fmla="*/ 4954 h 1591"/>
                <a:gd name="T76" fmla="*/ 1627 w 531"/>
                <a:gd name="T77" fmla="*/ 6240 h 1591"/>
                <a:gd name="T78" fmla="*/ 1685 w 531"/>
                <a:gd name="T79" fmla="*/ 8050 h 1591"/>
                <a:gd name="T80" fmla="*/ 1604 w 531"/>
                <a:gd name="T81" fmla="*/ 8596 h 1591"/>
                <a:gd name="T82" fmla="*/ 1575 w 531"/>
                <a:gd name="T83" fmla="*/ 8884 h 1591"/>
                <a:gd name="T84" fmla="*/ 1651 w 531"/>
                <a:gd name="T85" fmla="*/ 9189 h 1591"/>
                <a:gd name="T86" fmla="*/ 1997 w 531"/>
                <a:gd name="T87" fmla="*/ 9206 h 1591"/>
                <a:gd name="T88" fmla="*/ 2183 w 531"/>
                <a:gd name="T89" fmla="*/ 9108 h 1591"/>
                <a:gd name="T90" fmla="*/ 2028 w 531"/>
                <a:gd name="T91" fmla="*/ 8796 h 1591"/>
                <a:gd name="T92" fmla="*/ 2020 w 531"/>
                <a:gd name="T93" fmla="*/ 8289 h 1591"/>
                <a:gd name="T94" fmla="*/ 2211 w 531"/>
                <a:gd name="T95" fmla="*/ 6430 h 1591"/>
                <a:gd name="T96" fmla="*/ 2365 w 531"/>
                <a:gd name="T97" fmla="*/ 5129 h 1591"/>
                <a:gd name="T98" fmla="*/ 2417 w 531"/>
                <a:gd name="T99" fmla="*/ 3545 h 1591"/>
                <a:gd name="T100" fmla="*/ 2312 w 531"/>
                <a:gd name="T101" fmla="*/ 2475 h 1591"/>
                <a:gd name="T102" fmla="*/ 2417 w 531"/>
                <a:gd name="T103" fmla="*/ 1936 h 1591"/>
                <a:gd name="T104" fmla="*/ 2657 w 531"/>
                <a:gd name="T105" fmla="*/ 3200 h 1591"/>
                <a:gd name="T106" fmla="*/ 2729 w 531"/>
                <a:gd name="T107" fmla="*/ 4201 h 1591"/>
                <a:gd name="T108" fmla="*/ 2700 w 531"/>
                <a:gd name="T109" fmla="*/ 4647 h 1591"/>
                <a:gd name="T110" fmla="*/ 2680 w 531"/>
                <a:gd name="T111" fmla="*/ 4721 h 1591"/>
                <a:gd name="T112" fmla="*/ 2680 w 531"/>
                <a:gd name="T113" fmla="*/ 4821 h 1591"/>
                <a:gd name="T114" fmla="*/ 2976 w 531"/>
                <a:gd name="T115" fmla="*/ 4692 h 1591"/>
                <a:gd name="T116" fmla="*/ 3073 w 531"/>
                <a:gd name="T117" fmla="*/ 4501 h 1591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531" h="1591">
                  <a:moveTo>
                    <a:pt x="529" y="762"/>
                  </a:moveTo>
                  <a:cubicBezTo>
                    <a:pt x="527" y="758"/>
                    <a:pt x="523" y="730"/>
                    <a:pt x="518" y="714"/>
                  </a:cubicBezTo>
                  <a:cubicBezTo>
                    <a:pt x="515" y="701"/>
                    <a:pt x="511" y="644"/>
                    <a:pt x="513" y="617"/>
                  </a:cubicBezTo>
                  <a:cubicBezTo>
                    <a:pt x="515" y="597"/>
                    <a:pt x="510" y="565"/>
                    <a:pt x="511" y="551"/>
                  </a:cubicBezTo>
                  <a:cubicBezTo>
                    <a:pt x="511" y="473"/>
                    <a:pt x="502" y="433"/>
                    <a:pt x="498" y="418"/>
                  </a:cubicBezTo>
                  <a:cubicBezTo>
                    <a:pt x="495" y="404"/>
                    <a:pt x="493" y="385"/>
                    <a:pt x="486" y="354"/>
                  </a:cubicBezTo>
                  <a:cubicBezTo>
                    <a:pt x="458" y="219"/>
                    <a:pt x="445" y="145"/>
                    <a:pt x="437" y="124"/>
                  </a:cubicBezTo>
                  <a:cubicBezTo>
                    <a:pt x="431" y="110"/>
                    <a:pt x="419" y="87"/>
                    <a:pt x="389" y="82"/>
                  </a:cubicBezTo>
                  <a:cubicBezTo>
                    <a:pt x="378" y="80"/>
                    <a:pt x="368" y="79"/>
                    <a:pt x="359" y="76"/>
                  </a:cubicBezTo>
                  <a:cubicBezTo>
                    <a:pt x="339" y="68"/>
                    <a:pt x="312" y="56"/>
                    <a:pt x="317" y="4"/>
                  </a:cubicBezTo>
                  <a:cubicBezTo>
                    <a:pt x="315" y="6"/>
                    <a:pt x="316" y="5"/>
                    <a:pt x="313" y="7"/>
                  </a:cubicBezTo>
                  <a:cubicBezTo>
                    <a:pt x="302" y="17"/>
                    <a:pt x="289" y="27"/>
                    <a:pt x="277" y="29"/>
                  </a:cubicBezTo>
                  <a:cubicBezTo>
                    <a:pt x="274" y="30"/>
                    <a:pt x="269" y="29"/>
                    <a:pt x="266" y="29"/>
                  </a:cubicBezTo>
                  <a:cubicBezTo>
                    <a:pt x="266" y="30"/>
                    <a:pt x="266" y="30"/>
                    <a:pt x="266" y="30"/>
                  </a:cubicBezTo>
                  <a:cubicBezTo>
                    <a:pt x="266" y="30"/>
                    <a:pt x="257" y="29"/>
                    <a:pt x="253" y="29"/>
                  </a:cubicBezTo>
                  <a:cubicBezTo>
                    <a:pt x="241" y="27"/>
                    <a:pt x="229" y="17"/>
                    <a:pt x="218" y="7"/>
                  </a:cubicBezTo>
                  <a:cubicBezTo>
                    <a:pt x="215" y="5"/>
                    <a:pt x="213" y="3"/>
                    <a:pt x="211" y="0"/>
                  </a:cubicBezTo>
                  <a:cubicBezTo>
                    <a:pt x="228" y="59"/>
                    <a:pt x="191" y="75"/>
                    <a:pt x="171" y="81"/>
                  </a:cubicBezTo>
                  <a:cubicBezTo>
                    <a:pt x="162" y="83"/>
                    <a:pt x="122" y="84"/>
                    <a:pt x="102" y="112"/>
                  </a:cubicBezTo>
                  <a:cubicBezTo>
                    <a:pt x="93" y="124"/>
                    <a:pt x="81" y="169"/>
                    <a:pt x="78" y="191"/>
                  </a:cubicBezTo>
                  <a:cubicBezTo>
                    <a:pt x="74" y="214"/>
                    <a:pt x="53" y="305"/>
                    <a:pt x="47" y="338"/>
                  </a:cubicBezTo>
                  <a:cubicBezTo>
                    <a:pt x="41" y="369"/>
                    <a:pt x="36" y="404"/>
                    <a:pt x="32" y="418"/>
                  </a:cubicBezTo>
                  <a:cubicBezTo>
                    <a:pt x="29" y="433"/>
                    <a:pt x="16" y="473"/>
                    <a:pt x="17" y="551"/>
                  </a:cubicBezTo>
                  <a:cubicBezTo>
                    <a:pt x="17" y="564"/>
                    <a:pt x="16" y="597"/>
                    <a:pt x="18" y="617"/>
                  </a:cubicBezTo>
                  <a:cubicBezTo>
                    <a:pt x="20" y="644"/>
                    <a:pt x="16" y="701"/>
                    <a:pt x="13" y="714"/>
                  </a:cubicBezTo>
                  <a:cubicBezTo>
                    <a:pt x="8" y="730"/>
                    <a:pt x="4" y="758"/>
                    <a:pt x="2" y="762"/>
                  </a:cubicBezTo>
                  <a:cubicBezTo>
                    <a:pt x="0" y="766"/>
                    <a:pt x="4" y="771"/>
                    <a:pt x="6" y="775"/>
                  </a:cubicBezTo>
                  <a:cubicBezTo>
                    <a:pt x="9" y="779"/>
                    <a:pt x="8" y="783"/>
                    <a:pt x="11" y="789"/>
                  </a:cubicBezTo>
                  <a:cubicBezTo>
                    <a:pt x="13" y="794"/>
                    <a:pt x="20" y="803"/>
                    <a:pt x="23" y="808"/>
                  </a:cubicBezTo>
                  <a:cubicBezTo>
                    <a:pt x="27" y="814"/>
                    <a:pt x="40" y="820"/>
                    <a:pt x="51" y="823"/>
                  </a:cubicBezTo>
                  <a:cubicBezTo>
                    <a:pt x="58" y="826"/>
                    <a:pt x="71" y="833"/>
                    <a:pt x="73" y="830"/>
                  </a:cubicBezTo>
                  <a:cubicBezTo>
                    <a:pt x="75" y="823"/>
                    <a:pt x="72" y="818"/>
                    <a:pt x="67" y="815"/>
                  </a:cubicBezTo>
                  <a:cubicBezTo>
                    <a:pt x="63" y="813"/>
                    <a:pt x="71" y="820"/>
                    <a:pt x="73" y="813"/>
                  </a:cubicBezTo>
                  <a:cubicBezTo>
                    <a:pt x="74" y="812"/>
                    <a:pt x="74" y="811"/>
                    <a:pt x="72" y="808"/>
                  </a:cubicBezTo>
                  <a:cubicBezTo>
                    <a:pt x="74" y="804"/>
                    <a:pt x="73" y="804"/>
                    <a:pt x="70" y="800"/>
                  </a:cubicBezTo>
                  <a:cubicBezTo>
                    <a:pt x="75" y="799"/>
                    <a:pt x="74" y="779"/>
                    <a:pt x="72" y="770"/>
                  </a:cubicBezTo>
                  <a:cubicBezTo>
                    <a:pt x="72" y="762"/>
                    <a:pt x="72" y="738"/>
                    <a:pt x="67" y="722"/>
                  </a:cubicBezTo>
                  <a:cubicBezTo>
                    <a:pt x="63" y="712"/>
                    <a:pt x="59" y="704"/>
                    <a:pt x="60" y="697"/>
                  </a:cubicBezTo>
                  <a:cubicBezTo>
                    <a:pt x="57" y="683"/>
                    <a:pt x="69" y="579"/>
                    <a:pt x="79" y="550"/>
                  </a:cubicBezTo>
                  <a:cubicBezTo>
                    <a:pt x="98" y="489"/>
                    <a:pt x="97" y="438"/>
                    <a:pt x="99" y="427"/>
                  </a:cubicBezTo>
                  <a:cubicBezTo>
                    <a:pt x="101" y="416"/>
                    <a:pt x="131" y="268"/>
                    <a:pt x="135" y="243"/>
                  </a:cubicBezTo>
                  <a:cubicBezTo>
                    <a:pt x="133" y="333"/>
                    <a:pt x="133" y="333"/>
                    <a:pt x="133" y="333"/>
                  </a:cubicBezTo>
                  <a:cubicBezTo>
                    <a:pt x="135" y="364"/>
                    <a:pt x="134" y="404"/>
                    <a:pt x="135" y="420"/>
                  </a:cubicBezTo>
                  <a:cubicBezTo>
                    <a:pt x="136" y="442"/>
                    <a:pt x="130" y="454"/>
                    <a:pt x="132" y="492"/>
                  </a:cubicBezTo>
                  <a:cubicBezTo>
                    <a:pt x="133" y="513"/>
                    <a:pt x="130" y="558"/>
                    <a:pt x="121" y="607"/>
                  </a:cubicBezTo>
                  <a:cubicBezTo>
                    <a:pt x="113" y="645"/>
                    <a:pt x="117" y="672"/>
                    <a:pt x="116" y="744"/>
                  </a:cubicBezTo>
                  <a:cubicBezTo>
                    <a:pt x="115" y="794"/>
                    <a:pt x="117" y="825"/>
                    <a:pt x="124" y="884"/>
                  </a:cubicBezTo>
                  <a:cubicBezTo>
                    <a:pt x="129" y="934"/>
                    <a:pt x="144" y="995"/>
                    <a:pt x="150" y="1031"/>
                  </a:cubicBezTo>
                  <a:cubicBezTo>
                    <a:pt x="157" y="1067"/>
                    <a:pt x="151" y="1084"/>
                    <a:pt x="153" y="1107"/>
                  </a:cubicBezTo>
                  <a:cubicBezTo>
                    <a:pt x="154" y="1131"/>
                    <a:pt x="143" y="1219"/>
                    <a:pt x="161" y="1300"/>
                  </a:cubicBezTo>
                  <a:cubicBezTo>
                    <a:pt x="176" y="1365"/>
                    <a:pt x="182" y="1411"/>
                    <a:pt x="186" y="1427"/>
                  </a:cubicBezTo>
                  <a:cubicBezTo>
                    <a:pt x="194" y="1461"/>
                    <a:pt x="187" y="1465"/>
                    <a:pt x="190" y="1482"/>
                  </a:cubicBezTo>
                  <a:cubicBezTo>
                    <a:pt x="194" y="1500"/>
                    <a:pt x="194" y="1498"/>
                    <a:pt x="185" y="1514"/>
                  </a:cubicBezTo>
                  <a:cubicBezTo>
                    <a:pt x="176" y="1525"/>
                    <a:pt x="162" y="1549"/>
                    <a:pt x="158" y="1554"/>
                  </a:cubicBezTo>
                  <a:cubicBezTo>
                    <a:pt x="154" y="1559"/>
                    <a:pt x="156" y="1565"/>
                    <a:pt x="158" y="1568"/>
                  </a:cubicBezTo>
                  <a:cubicBezTo>
                    <a:pt x="155" y="1576"/>
                    <a:pt x="164" y="1580"/>
                    <a:pt x="168" y="1580"/>
                  </a:cubicBezTo>
                  <a:cubicBezTo>
                    <a:pt x="167" y="1590"/>
                    <a:pt x="185" y="1589"/>
                    <a:pt x="190" y="1585"/>
                  </a:cubicBezTo>
                  <a:cubicBezTo>
                    <a:pt x="195" y="1590"/>
                    <a:pt x="209" y="1590"/>
                    <a:pt x="214" y="1584"/>
                  </a:cubicBezTo>
                  <a:cubicBezTo>
                    <a:pt x="223" y="1591"/>
                    <a:pt x="239" y="1591"/>
                    <a:pt x="249" y="1582"/>
                  </a:cubicBezTo>
                  <a:cubicBezTo>
                    <a:pt x="259" y="1572"/>
                    <a:pt x="260" y="1563"/>
                    <a:pt x="259" y="1553"/>
                  </a:cubicBezTo>
                  <a:cubicBezTo>
                    <a:pt x="258" y="1544"/>
                    <a:pt x="260" y="1541"/>
                    <a:pt x="262" y="1529"/>
                  </a:cubicBezTo>
                  <a:cubicBezTo>
                    <a:pt x="264" y="1518"/>
                    <a:pt x="266" y="1509"/>
                    <a:pt x="261" y="1500"/>
                  </a:cubicBezTo>
                  <a:cubicBezTo>
                    <a:pt x="257" y="1492"/>
                    <a:pt x="257" y="1488"/>
                    <a:pt x="257" y="1480"/>
                  </a:cubicBezTo>
                  <a:cubicBezTo>
                    <a:pt x="257" y="1471"/>
                    <a:pt x="260" y="1459"/>
                    <a:pt x="254" y="1448"/>
                  </a:cubicBezTo>
                  <a:cubicBezTo>
                    <a:pt x="249" y="1438"/>
                    <a:pt x="242" y="1413"/>
                    <a:pt x="243" y="1386"/>
                  </a:cubicBezTo>
                  <a:cubicBezTo>
                    <a:pt x="244" y="1359"/>
                    <a:pt x="265" y="1206"/>
                    <a:pt x="257" y="1154"/>
                  </a:cubicBezTo>
                  <a:cubicBezTo>
                    <a:pt x="248" y="1102"/>
                    <a:pt x="251" y="1091"/>
                    <a:pt x="253" y="1074"/>
                  </a:cubicBezTo>
                  <a:cubicBezTo>
                    <a:pt x="255" y="1056"/>
                    <a:pt x="261" y="1027"/>
                    <a:pt x="256" y="989"/>
                  </a:cubicBezTo>
                  <a:cubicBezTo>
                    <a:pt x="254" y="975"/>
                    <a:pt x="255" y="914"/>
                    <a:pt x="255" y="853"/>
                  </a:cubicBezTo>
                  <a:cubicBezTo>
                    <a:pt x="255" y="813"/>
                    <a:pt x="256" y="763"/>
                    <a:pt x="256" y="750"/>
                  </a:cubicBezTo>
                  <a:cubicBezTo>
                    <a:pt x="256" y="750"/>
                    <a:pt x="256" y="750"/>
                    <a:pt x="256" y="750"/>
                  </a:cubicBezTo>
                  <a:cubicBezTo>
                    <a:pt x="259" y="751"/>
                    <a:pt x="262" y="751"/>
                    <a:pt x="265" y="751"/>
                  </a:cubicBezTo>
                  <a:cubicBezTo>
                    <a:pt x="265" y="751"/>
                    <a:pt x="265" y="751"/>
                    <a:pt x="265" y="751"/>
                  </a:cubicBezTo>
                  <a:cubicBezTo>
                    <a:pt x="269" y="751"/>
                    <a:pt x="272" y="750"/>
                    <a:pt x="276" y="749"/>
                  </a:cubicBezTo>
                  <a:cubicBezTo>
                    <a:pt x="275" y="750"/>
                    <a:pt x="275" y="750"/>
                    <a:pt x="275" y="750"/>
                  </a:cubicBezTo>
                  <a:cubicBezTo>
                    <a:pt x="273" y="759"/>
                    <a:pt x="276" y="813"/>
                    <a:pt x="276" y="853"/>
                  </a:cubicBezTo>
                  <a:cubicBezTo>
                    <a:pt x="276" y="914"/>
                    <a:pt x="277" y="975"/>
                    <a:pt x="275" y="989"/>
                  </a:cubicBezTo>
                  <a:cubicBezTo>
                    <a:pt x="270" y="1027"/>
                    <a:pt x="276" y="1056"/>
                    <a:pt x="278" y="1074"/>
                  </a:cubicBezTo>
                  <a:cubicBezTo>
                    <a:pt x="280" y="1091"/>
                    <a:pt x="283" y="1102"/>
                    <a:pt x="274" y="1154"/>
                  </a:cubicBezTo>
                  <a:cubicBezTo>
                    <a:pt x="266" y="1206"/>
                    <a:pt x="287" y="1359"/>
                    <a:pt x="288" y="1386"/>
                  </a:cubicBezTo>
                  <a:cubicBezTo>
                    <a:pt x="289" y="1413"/>
                    <a:pt x="282" y="1438"/>
                    <a:pt x="277" y="1448"/>
                  </a:cubicBezTo>
                  <a:cubicBezTo>
                    <a:pt x="271" y="1459"/>
                    <a:pt x="274" y="1471"/>
                    <a:pt x="274" y="1480"/>
                  </a:cubicBezTo>
                  <a:cubicBezTo>
                    <a:pt x="274" y="1488"/>
                    <a:pt x="274" y="1492"/>
                    <a:pt x="270" y="1500"/>
                  </a:cubicBezTo>
                  <a:cubicBezTo>
                    <a:pt x="265" y="1509"/>
                    <a:pt x="267" y="1518"/>
                    <a:pt x="269" y="1529"/>
                  </a:cubicBezTo>
                  <a:cubicBezTo>
                    <a:pt x="271" y="1541"/>
                    <a:pt x="273" y="1544"/>
                    <a:pt x="272" y="1553"/>
                  </a:cubicBezTo>
                  <a:cubicBezTo>
                    <a:pt x="271" y="1563"/>
                    <a:pt x="272" y="1572"/>
                    <a:pt x="282" y="1582"/>
                  </a:cubicBezTo>
                  <a:cubicBezTo>
                    <a:pt x="292" y="1591"/>
                    <a:pt x="308" y="1591"/>
                    <a:pt x="317" y="1584"/>
                  </a:cubicBezTo>
                  <a:cubicBezTo>
                    <a:pt x="322" y="1590"/>
                    <a:pt x="336" y="1590"/>
                    <a:pt x="341" y="1585"/>
                  </a:cubicBezTo>
                  <a:cubicBezTo>
                    <a:pt x="346" y="1589"/>
                    <a:pt x="364" y="1590"/>
                    <a:pt x="363" y="1580"/>
                  </a:cubicBezTo>
                  <a:cubicBezTo>
                    <a:pt x="367" y="1580"/>
                    <a:pt x="376" y="1576"/>
                    <a:pt x="373" y="1568"/>
                  </a:cubicBezTo>
                  <a:cubicBezTo>
                    <a:pt x="375" y="1565"/>
                    <a:pt x="377" y="1559"/>
                    <a:pt x="373" y="1554"/>
                  </a:cubicBezTo>
                  <a:cubicBezTo>
                    <a:pt x="369" y="1549"/>
                    <a:pt x="355" y="1525"/>
                    <a:pt x="346" y="1514"/>
                  </a:cubicBezTo>
                  <a:cubicBezTo>
                    <a:pt x="337" y="1498"/>
                    <a:pt x="337" y="1500"/>
                    <a:pt x="341" y="1482"/>
                  </a:cubicBezTo>
                  <a:cubicBezTo>
                    <a:pt x="344" y="1465"/>
                    <a:pt x="337" y="1461"/>
                    <a:pt x="345" y="1427"/>
                  </a:cubicBezTo>
                  <a:cubicBezTo>
                    <a:pt x="348" y="1411"/>
                    <a:pt x="356" y="1372"/>
                    <a:pt x="369" y="1305"/>
                  </a:cubicBezTo>
                  <a:cubicBezTo>
                    <a:pt x="382" y="1239"/>
                    <a:pt x="377" y="1131"/>
                    <a:pt x="378" y="1107"/>
                  </a:cubicBezTo>
                  <a:cubicBezTo>
                    <a:pt x="380" y="1084"/>
                    <a:pt x="373" y="1069"/>
                    <a:pt x="380" y="1033"/>
                  </a:cubicBezTo>
                  <a:cubicBezTo>
                    <a:pt x="386" y="997"/>
                    <a:pt x="397" y="933"/>
                    <a:pt x="404" y="883"/>
                  </a:cubicBezTo>
                  <a:cubicBezTo>
                    <a:pt x="414" y="811"/>
                    <a:pt x="413" y="790"/>
                    <a:pt x="416" y="752"/>
                  </a:cubicBezTo>
                  <a:cubicBezTo>
                    <a:pt x="422" y="676"/>
                    <a:pt x="418" y="651"/>
                    <a:pt x="413" y="610"/>
                  </a:cubicBezTo>
                  <a:cubicBezTo>
                    <a:pt x="404" y="561"/>
                    <a:pt x="404" y="514"/>
                    <a:pt x="404" y="493"/>
                  </a:cubicBezTo>
                  <a:cubicBezTo>
                    <a:pt x="404" y="467"/>
                    <a:pt x="394" y="448"/>
                    <a:pt x="395" y="426"/>
                  </a:cubicBezTo>
                  <a:cubicBezTo>
                    <a:pt x="396" y="410"/>
                    <a:pt x="395" y="267"/>
                    <a:pt x="390" y="226"/>
                  </a:cubicBezTo>
                  <a:cubicBezTo>
                    <a:pt x="413" y="333"/>
                    <a:pt x="413" y="333"/>
                    <a:pt x="413" y="333"/>
                  </a:cubicBezTo>
                  <a:cubicBezTo>
                    <a:pt x="417" y="358"/>
                    <a:pt x="430" y="416"/>
                    <a:pt x="432" y="427"/>
                  </a:cubicBezTo>
                  <a:cubicBezTo>
                    <a:pt x="434" y="438"/>
                    <a:pt x="435" y="490"/>
                    <a:pt x="454" y="551"/>
                  </a:cubicBezTo>
                  <a:cubicBezTo>
                    <a:pt x="464" y="580"/>
                    <a:pt x="474" y="683"/>
                    <a:pt x="471" y="697"/>
                  </a:cubicBezTo>
                  <a:cubicBezTo>
                    <a:pt x="472" y="704"/>
                    <a:pt x="470" y="713"/>
                    <a:pt x="466" y="723"/>
                  </a:cubicBezTo>
                  <a:cubicBezTo>
                    <a:pt x="460" y="739"/>
                    <a:pt x="459" y="762"/>
                    <a:pt x="460" y="770"/>
                  </a:cubicBezTo>
                  <a:cubicBezTo>
                    <a:pt x="458" y="779"/>
                    <a:pt x="453" y="797"/>
                    <a:pt x="461" y="800"/>
                  </a:cubicBezTo>
                  <a:cubicBezTo>
                    <a:pt x="458" y="804"/>
                    <a:pt x="457" y="804"/>
                    <a:pt x="458" y="808"/>
                  </a:cubicBezTo>
                  <a:cubicBezTo>
                    <a:pt x="457" y="811"/>
                    <a:pt x="457" y="812"/>
                    <a:pt x="458" y="813"/>
                  </a:cubicBezTo>
                  <a:cubicBezTo>
                    <a:pt x="460" y="820"/>
                    <a:pt x="469" y="812"/>
                    <a:pt x="465" y="814"/>
                  </a:cubicBezTo>
                  <a:cubicBezTo>
                    <a:pt x="460" y="817"/>
                    <a:pt x="456" y="823"/>
                    <a:pt x="458" y="830"/>
                  </a:cubicBezTo>
                  <a:cubicBezTo>
                    <a:pt x="460" y="833"/>
                    <a:pt x="473" y="826"/>
                    <a:pt x="480" y="823"/>
                  </a:cubicBezTo>
                  <a:cubicBezTo>
                    <a:pt x="491" y="820"/>
                    <a:pt x="504" y="814"/>
                    <a:pt x="508" y="808"/>
                  </a:cubicBezTo>
                  <a:cubicBezTo>
                    <a:pt x="511" y="803"/>
                    <a:pt x="518" y="794"/>
                    <a:pt x="520" y="789"/>
                  </a:cubicBezTo>
                  <a:cubicBezTo>
                    <a:pt x="523" y="783"/>
                    <a:pt x="522" y="779"/>
                    <a:pt x="525" y="775"/>
                  </a:cubicBezTo>
                  <a:cubicBezTo>
                    <a:pt x="527" y="771"/>
                    <a:pt x="531" y="766"/>
                    <a:pt x="529" y="762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226" name="Freeform 212">
              <a:extLst>
                <a:ext uri="{FF2B5EF4-FFF2-40B4-BE49-F238E27FC236}">
                  <a16:creationId xmlns:a16="http://schemas.microsoft.com/office/drawing/2014/main" id="{B70CBF59-5E50-451F-962E-DAFD01129CE6}"/>
                </a:ext>
              </a:extLst>
            </p:cNvPr>
            <p:cNvSpPr>
              <a:spLocks/>
            </p:cNvSpPr>
            <p:nvPr/>
          </p:nvSpPr>
          <p:spPr bwMode="auto">
            <a:xfrm>
              <a:off x="935" y="1213"/>
              <a:ext cx="36" cy="102"/>
            </a:xfrm>
            <a:custGeom>
              <a:avLst/>
              <a:gdLst>
                <a:gd name="T0" fmla="*/ 45 w 20"/>
                <a:gd name="T1" fmla="*/ 0 h 57"/>
                <a:gd name="T2" fmla="*/ 45 w 20"/>
                <a:gd name="T3" fmla="*/ 45 h 57"/>
                <a:gd name="T4" fmla="*/ 58 w 20"/>
                <a:gd name="T5" fmla="*/ 138 h 57"/>
                <a:gd name="T6" fmla="*/ 81 w 20"/>
                <a:gd name="T7" fmla="*/ 234 h 57"/>
                <a:gd name="T8" fmla="*/ 117 w 20"/>
                <a:gd name="T9" fmla="*/ 327 h 57"/>
                <a:gd name="T10" fmla="*/ 29 w 20"/>
                <a:gd name="T11" fmla="*/ 138 h 57"/>
                <a:gd name="T12" fmla="*/ 0 w 20"/>
                <a:gd name="T13" fmla="*/ 52 h 5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57">
                  <a:moveTo>
                    <a:pt x="8" y="0"/>
                  </a:moveTo>
                  <a:cubicBezTo>
                    <a:pt x="8" y="3"/>
                    <a:pt x="8" y="6"/>
                    <a:pt x="8" y="8"/>
                  </a:cubicBezTo>
                  <a:cubicBezTo>
                    <a:pt x="8" y="13"/>
                    <a:pt x="9" y="18"/>
                    <a:pt x="10" y="24"/>
                  </a:cubicBezTo>
                  <a:cubicBezTo>
                    <a:pt x="11" y="30"/>
                    <a:pt x="12" y="36"/>
                    <a:pt x="14" y="41"/>
                  </a:cubicBezTo>
                  <a:cubicBezTo>
                    <a:pt x="15" y="47"/>
                    <a:pt x="18" y="52"/>
                    <a:pt x="20" y="57"/>
                  </a:cubicBezTo>
                  <a:cubicBezTo>
                    <a:pt x="10" y="52"/>
                    <a:pt x="6" y="34"/>
                    <a:pt x="5" y="24"/>
                  </a:cubicBezTo>
                  <a:cubicBezTo>
                    <a:pt x="4" y="21"/>
                    <a:pt x="3" y="13"/>
                    <a:pt x="0" y="9"/>
                  </a:cubicBezTo>
                </a:path>
              </a:pathLst>
            </a:custGeom>
            <a:solidFill>
              <a:srgbClr val="8E4C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227" name="Freeform 213">
              <a:extLst>
                <a:ext uri="{FF2B5EF4-FFF2-40B4-BE49-F238E27FC236}">
                  <a16:creationId xmlns:a16="http://schemas.microsoft.com/office/drawing/2014/main" id="{6116C1F9-C942-41C7-88AF-F8420FF4C369}"/>
                </a:ext>
              </a:extLst>
            </p:cNvPr>
            <p:cNvSpPr>
              <a:spLocks/>
            </p:cNvSpPr>
            <p:nvPr/>
          </p:nvSpPr>
          <p:spPr bwMode="auto">
            <a:xfrm>
              <a:off x="905" y="1333"/>
              <a:ext cx="165" cy="16"/>
            </a:xfrm>
            <a:custGeom>
              <a:avLst/>
              <a:gdLst>
                <a:gd name="T0" fmla="*/ 7 w 92"/>
                <a:gd name="T1" fmla="*/ 37 h 9"/>
                <a:gd name="T2" fmla="*/ 260 w 92"/>
                <a:gd name="T3" fmla="*/ 36 h 9"/>
                <a:gd name="T4" fmla="*/ 531 w 92"/>
                <a:gd name="T5" fmla="*/ 16 h 9"/>
                <a:gd name="T6" fmla="*/ 473 w 92"/>
                <a:gd name="T7" fmla="*/ 7 h 9"/>
                <a:gd name="T8" fmla="*/ 328 w 92"/>
                <a:gd name="T9" fmla="*/ 12 h 9"/>
                <a:gd name="T10" fmla="*/ 145 w 92"/>
                <a:gd name="T11" fmla="*/ 0 h 9"/>
                <a:gd name="T12" fmla="*/ 0 w 92"/>
                <a:gd name="T13" fmla="*/ 50 h 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2" h="9">
                  <a:moveTo>
                    <a:pt x="1" y="7"/>
                  </a:moveTo>
                  <a:cubicBezTo>
                    <a:pt x="15" y="2"/>
                    <a:pt x="31" y="4"/>
                    <a:pt x="45" y="6"/>
                  </a:cubicBezTo>
                  <a:cubicBezTo>
                    <a:pt x="61" y="8"/>
                    <a:pt x="76" y="4"/>
                    <a:pt x="92" y="3"/>
                  </a:cubicBezTo>
                  <a:cubicBezTo>
                    <a:pt x="89" y="1"/>
                    <a:pt x="85" y="1"/>
                    <a:pt x="82" y="1"/>
                  </a:cubicBezTo>
                  <a:cubicBezTo>
                    <a:pt x="73" y="1"/>
                    <a:pt x="65" y="1"/>
                    <a:pt x="57" y="2"/>
                  </a:cubicBezTo>
                  <a:cubicBezTo>
                    <a:pt x="46" y="2"/>
                    <a:pt x="37" y="0"/>
                    <a:pt x="25" y="0"/>
                  </a:cubicBezTo>
                  <a:cubicBezTo>
                    <a:pt x="18" y="0"/>
                    <a:pt x="2" y="2"/>
                    <a:pt x="0" y="9"/>
                  </a:cubicBezTo>
                </a:path>
              </a:pathLst>
            </a:custGeom>
            <a:solidFill>
              <a:srgbClr val="8E4C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228" name="Freeform 214">
              <a:extLst>
                <a:ext uri="{FF2B5EF4-FFF2-40B4-BE49-F238E27FC236}">
                  <a16:creationId xmlns:a16="http://schemas.microsoft.com/office/drawing/2014/main" id="{5810E9A1-C88A-47D3-8660-25091A7C30CA}"/>
                </a:ext>
              </a:extLst>
            </p:cNvPr>
            <p:cNvSpPr>
              <a:spLocks/>
            </p:cNvSpPr>
            <p:nvPr/>
          </p:nvSpPr>
          <p:spPr bwMode="auto">
            <a:xfrm>
              <a:off x="841" y="1356"/>
              <a:ext cx="35" cy="42"/>
            </a:xfrm>
            <a:custGeom>
              <a:avLst/>
              <a:gdLst>
                <a:gd name="T0" fmla="*/ 0 w 19"/>
                <a:gd name="T1" fmla="*/ 0 h 23"/>
                <a:gd name="T2" fmla="*/ 52 w 19"/>
                <a:gd name="T3" fmla="*/ 117 h 23"/>
                <a:gd name="T4" fmla="*/ 118 w 19"/>
                <a:gd name="T5" fmla="*/ 53 h 23"/>
                <a:gd name="T6" fmla="*/ 88 w 19"/>
                <a:gd name="T7" fmla="*/ 73 h 23"/>
                <a:gd name="T8" fmla="*/ 20 w 19"/>
                <a:gd name="T9" fmla="*/ 7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23">
                  <a:moveTo>
                    <a:pt x="0" y="0"/>
                  </a:moveTo>
                  <a:cubicBezTo>
                    <a:pt x="1" y="5"/>
                    <a:pt x="4" y="15"/>
                    <a:pt x="8" y="19"/>
                  </a:cubicBezTo>
                  <a:cubicBezTo>
                    <a:pt x="12" y="23"/>
                    <a:pt x="19" y="15"/>
                    <a:pt x="19" y="9"/>
                  </a:cubicBezTo>
                  <a:cubicBezTo>
                    <a:pt x="18" y="11"/>
                    <a:pt x="16" y="12"/>
                    <a:pt x="14" y="12"/>
                  </a:cubicBezTo>
                  <a:cubicBezTo>
                    <a:pt x="10" y="12"/>
                    <a:pt x="2" y="4"/>
                    <a:pt x="3" y="1"/>
                  </a:cubicBezTo>
                </a:path>
              </a:pathLst>
            </a:custGeom>
            <a:solidFill>
              <a:srgbClr val="8E4C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229" name="Freeform 215">
              <a:extLst>
                <a:ext uri="{FF2B5EF4-FFF2-40B4-BE49-F238E27FC236}">
                  <a16:creationId xmlns:a16="http://schemas.microsoft.com/office/drawing/2014/main" id="{B9F69D22-D6DD-4CDA-A338-959BD0FE3468}"/>
                </a:ext>
              </a:extLst>
            </p:cNvPr>
            <p:cNvSpPr>
              <a:spLocks/>
            </p:cNvSpPr>
            <p:nvPr/>
          </p:nvSpPr>
          <p:spPr bwMode="auto">
            <a:xfrm>
              <a:off x="849" y="2086"/>
              <a:ext cx="18" cy="20"/>
            </a:xfrm>
            <a:custGeom>
              <a:avLst/>
              <a:gdLst>
                <a:gd name="T0" fmla="*/ 0 w 10"/>
                <a:gd name="T1" fmla="*/ 44 h 11"/>
                <a:gd name="T2" fmla="*/ 58 w 10"/>
                <a:gd name="T3" fmla="*/ 49 h 11"/>
                <a:gd name="T4" fmla="*/ 45 w 10"/>
                <a:gd name="T5" fmla="*/ 13 h 11"/>
                <a:gd name="T6" fmla="*/ 13 w 10"/>
                <a:gd name="T7" fmla="*/ 13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1">
                  <a:moveTo>
                    <a:pt x="0" y="7"/>
                  </a:moveTo>
                  <a:cubicBezTo>
                    <a:pt x="2" y="10"/>
                    <a:pt x="8" y="11"/>
                    <a:pt x="10" y="8"/>
                  </a:cubicBezTo>
                  <a:cubicBezTo>
                    <a:pt x="10" y="6"/>
                    <a:pt x="9" y="3"/>
                    <a:pt x="8" y="2"/>
                  </a:cubicBezTo>
                  <a:cubicBezTo>
                    <a:pt x="6" y="0"/>
                    <a:pt x="4" y="1"/>
                    <a:pt x="2" y="2"/>
                  </a:cubicBezTo>
                </a:path>
              </a:pathLst>
            </a:custGeom>
            <a:solidFill>
              <a:srgbClr val="8E4C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230" name="Freeform 216">
              <a:extLst>
                <a:ext uri="{FF2B5EF4-FFF2-40B4-BE49-F238E27FC236}">
                  <a16:creationId xmlns:a16="http://schemas.microsoft.com/office/drawing/2014/main" id="{33A1A09D-10C5-47D1-A414-C4CBC1485E7C}"/>
                </a:ext>
              </a:extLst>
            </p:cNvPr>
            <p:cNvSpPr>
              <a:spLocks/>
            </p:cNvSpPr>
            <p:nvPr/>
          </p:nvSpPr>
          <p:spPr bwMode="auto">
            <a:xfrm>
              <a:off x="796" y="2449"/>
              <a:ext cx="137" cy="62"/>
            </a:xfrm>
            <a:custGeom>
              <a:avLst/>
              <a:gdLst>
                <a:gd name="T0" fmla="*/ 7 w 76"/>
                <a:gd name="T1" fmla="*/ 97 h 34"/>
                <a:gd name="T2" fmla="*/ 227 w 76"/>
                <a:gd name="T3" fmla="*/ 199 h 34"/>
                <a:gd name="T4" fmla="*/ 341 w 76"/>
                <a:gd name="T5" fmla="*/ 162 h 34"/>
                <a:gd name="T6" fmla="*/ 445 w 76"/>
                <a:gd name="T7" fmla="*/ 0 h 34"/>
                <a:gd name="T8" fmla="*/ 380 w 76"/>
                <a:gd name="T9" fmla="*/ 60 h 34"/>
                <a:gd name="T10" fmla="*/ 240 w 76"/>
                <a:gd name="T11" fmla="*/ 120 h 34"/>
                <a:gd name="T12" fmla="*/ 105 w 76"/>
                <a:gd name="T13" fmla="*/ 80 h 34"/>
                <a:gd name="T14" fmla="*/ 0 w 76"/>
                <a:gd name="T15" fmla="*/ 49 h 3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6" h="34">
                  <a:moveTo>
                    <a:pt x="1" y="16"/>
                  </a:moveTo>
                  <a:cubicBezTo>
                    <a:pt x="13" y="25"/>
                    <a:pt x="23" y="34"/>
                    <a:pt x="39" y="33"/>
                  </a:cubicBezTo>
                  <a:cubicBezTo>
                    <a:pt x="46" y="33"/>
                    <a:pt x="53" y="31"/>
                    <a:pt x="58" y="27"/>
                  </a:cubicBezTo>
                  <a:cubicBezTo>
                    <a:pt x="65" y="21"/>
                    <a:pt x="75" y="9"/>
                    <a:pt x="76" y="0"/>
                  </a:cubicBezTo>
                  <a:cubicBezTo>
                    <a:pt x="72" y="1"/>
                    <a:pt x="68" y="7"/>
                    <a:pt x="65" y="10"/>
                  </a:cubicBezTo>
                  <a:cubicBezTo>
                    <a:pt x="58" y="17"/>
                    <a:pt x="50" y="19"/>
                    <a:pt x="41" y="20"/>
                  </a:cubicBezTo>
                  <a:cubicBezTo>
                    <a:pt x="32" y="20"/>
                    <a:pt x="26" y="16"/>
                    <a:pt x="18" y="13"/>
                  </a:cubicBezTo>
                  <a:cubicBezTo>
                    <a:pt x="13" y="12"/>
                    <a:pt x="2" y="14"/>
                    <a:pt x="0" y="8"/>
                  </a:cubicBezTo>
                </a:path>
              </a:pathLst>
            </a:custGeom>
            <a:solidFill>
              <a:srgbClr val="8E4C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231" name="Freeform 217">
              <a:extLst>
                <a:ext uri="{FF2B5EF4-FFF2-40B4-BE49-F238E27FC236}">
                  <a16:creationId xmlns:a16="http://schemas.microsoft.com/office/drawing/2014/main" id="{DA4C1135-CCF6-46D1-9D6D-D348EED02A34}"/>
                </a:ext>
              </a:extLst>
            </p:cNvPr>
            <p:cNvSpPr>
              <a:spLocks/>
            </p:cNvSpPr>
            <p:nvPr/>
          </p:nvSpPr>
          <p:spPr bwMode="auto">
            <a:xfrm>
              <a:off x="789" y="2496"/>
              <a:ext cx="52" cy="597"/>
            </a:xfrm>
            <a:custGeom>
              <a:avLst/>
              <a:gdLst>
                <a:gd name="T0" fmla="*/ 0 w 29"/>
                <a:gd name="T1" fmla="*/ 0 h 332"/>
                <a:gd name="T2" fmla="*/ 154 w 29"/>
                <a:gd name="T3" fmla="*/ 182 h 332"/>
                <a:gd name="T4" fmla="*/ 117 w 29"/>
                <a:gd name="T5" fmla="*/ 815 h 332"/>
                <a:gd name="T6" fmla="*/ 122 w 29"/>
                <a:gd name="T7" fmla="*/ 1442 h 332"/>
                <a:gd name="T8" fmla="*/ 97 w 29"/>
                <a:gd name="T9" fmla="*/ 1931 h 332"/>
                <a:gd name="T10" fmla="*/ 70 w 29"/>
                <a:gd name="T11" fmla="*/ 1426 h 332"/>
                <a:gd name="T12" fmla="*/ 23 w 29"/>
                <a:gd name="T13" fmla="*/ 482 h 332"/>
                <a:gd name="T14" fmla="*/ 0 w 29"/>
                <a:gd name="T15" fmla="*/ 0 h 33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9" h="332">
                  <a:moveTo>
                    <a:pt x="0" y="0"/>
                  </a:moveTo>
                  <a:cubicBezTo>
                    <a:pt x="12" y="10"/>
                    <a:pt x="27" y="9"/>
                    <a:pt x="27" y="31"/>
                  </a:cubicBezTo>
                  <a:cubicBezTo>
                    <a:pt x="27" y="53"/>
                    <a:pt x="19" y="96"/>
                    <a:pt x="20" y="140"/>
                  </a:cubicBezTo>
                  <a:cubicBezTo>
                    <a:pt x="21" y="185"/>
                    <a:pt x="20" y="228"/>
                    <a:pt x="21" y="248"/>
                  </a:cubicBezTo>
                  <a:cubicBezTo>
                    <a:pt x="22" y="268"/>
                    <a:pt x="29" y="291"/>
                    <a:pt x="17" y="332"/>
                  </a:cubicBezTo>
                  <a:cubicBezTo>
                    <a:pt x="20" y="316"/>
                    <a:pt x="20" y="274"/>
                    <a:pt x="12" y="245"/>
                  </a:cubicBezTo>
                  <a:cubicBezTo>
                    <a:pt x="4" y="216"/>
                    <a:pt x="2" y="113"/>
                    <a:pt x="4" y="83"/>
                  </a:cubicBezTo>
                  <a:cubicBezTo>
                    <a:pt x="7" y="54"/>
                    <a:pt x="10" y="12"/>
                    <a:pt x="0" y="0"/>
                  </a:cubicBezTo>
                </a:path>
              </a:pathLst>
            </a:custGeom>
            <a:solidFill>
              <a:srgbClr val="8E4C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232" name="Freeform 218">
              <a:extLst>
                <a:ext uri="{FF2B5EF4-FFF2-40B4-BE49-F238E27FC236}">
                  <a16:creationId xmlns:a16="http://schemas.microsoft.com/office/drawing/2014/main" id="{AC933670-FB4B-44A7-A4E0-2244756B178F}"/>
                </a:ext>
              </a:extLst>
            </p:cNvPr>
            <p:cNvSpPr>
              <a:spLocks/>
            </p:cNvSpPr>
            <p:nvPr/>
          </p:nvSpPr>
          <p:spPr bwMode="auto">
            <a:xfrm>
              <a:off x="805" y="3226"/>
              <a:ext cx="40" cy="464"/>
            </a:xfrm>
            <a:custGeom>
              <a:avLst/>
              <a:gdLst>
                <a:gd name="T0" fmla="*/ 96 w 22"/>
                <a:gd name="T1" fmla="*/ 0 h 258"/>
                <a:gd name="T2" fmla="*/ 82 w 22"/>
                <a:gd name="T3" fmla="*/ 766 h 258"/>
                <a:gd name="T4" fmla="*/ 24 w 22"/>
                <a:gd name="T5" fmla="*/ 1500 h 258"/>
                <a:gd name="T6" fmla="*/ 96 w 22"/>
                <a:gd name="T7" fmla="*/ 0 h 25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258">
                  <a:moveTo>
                    <a:pt x="16" y="0"/>
                  </a:moveTo>
                  <a:cubicBezTo>
                    <a:pt x="20" y="24"/>
                    <a:pt x="22" y="73"/>
                    <a:pt x="14" y="132"/>
                  </a:cubicBezTo>
                  <a:cubicBezTo>
                    <a:pt x="6" y="191"/>
                    <a:pt x="3" y="236"/>
                    <a:pt x="4" y="258"/>
                  </a:cubicBezTo>
                  <a:cubicBezTo>
                    <a:pt x="0" y="220"/>
                    <a:pt x="13" y="62"/>
                    <a:pt x="16" y="0"/>
                  </a:cubicBezTo>
                </a:path>
              </a:pathLst>
            </a:custGeom>
            <a:solidFill>
              <a:srgbClr val="8E4C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233" name="Freeform 219">
              <a:extLst>
                <a:ext uri="{FF2B5EF4-FFF2-40B4-BE49-F238E27FC236}">
                  <a16:creationId xmlns:a16="http://schemas.microsoft.com/office/drawing/2014/main" id="{7B6E2B63-5B40-4D5F-A039-5A676DF51046}"/>
                </a:ext>
              </a:extLst>
            </p:cNvPr>
            <p:cNvSpPr>
              <a:spLocks/>
            </p:cNvSpPr>
            <p:nvPr/>
          </p:nvSpPr>
          <p:spPr bwMode="auto">
            <a:xfrm>
              <a:off x="683" y="1347"/>
              <a:ext cx="124" cy="13"/>
            </a:xfrm>
            <a:custGeom>
              <a:avLst/>
              <a:gdLst>
                <a:gd name="T0" fmla="*/ 182 w 69"/>
                <a:gd name="T1" fmla="*/ 37 h 7"/>
                <a:gd name="T2" fmla="*/ 401 w 69"/>
                <a:gd name="T3" fmla="*/ 20 h 7"/>
                <a:gd name="T4" fmla="*/ 248 w 69"/>
                <a:gd name="T5" fmla="*/ 13 h 7"/>
                <a:gd name="T6" fmla="*/ 0 w 69"/>
                <a:gd name="T7" fmla="*/ 7 h 7"/>
                <a:gd name="T8" fmla="*/ 182 w 69"/>
                <a:gd name="T9" fmla="*/ 37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9" h="7">
                  <a:moveTo>
                    <a:pt x="31" y="6"/>
                  </a:moveTo>
                  <a:cubicBezTo>
                    <a:pt x="41" y="5"/>
                    <a:pt x="58" y="2"/>
                    <a:pt x="69" y="3"/>
                  </a:cubicBezTo>
                  <a:cubicBezTo>
                    <a:pt x="63" y="0"/>
                    <a:pt x="55" y="1"/>
                    <a:pt x="43" y="2"/>
                  </a:cubicBezTo>
                  <a:cubicBezTo>
                    <a:pt x="31" y="2"/>
                    <a:pt x="10" y="5"/>
                    <a:pt x="0" y="1"/>
                  </a:cubicBezTo>
                  <a:cubicBezTo>
                    <a:pt x="16" y="7"/>
                    <a:pt x="23" y="5"/>
                    <a:pt x="31" y="6"/>
                  </a:cubicBezTo>
                </a:path>
              </a:pathLst>
            </a:custGeom>
            <a:solidFill>
              <a:srgbClr val="C17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234" name="Freeform 220">
              <a:extLst>
                <a:ext uri="{FF2B5EF4-FFF2-40B4-BE49-F238E27FC236}">
                  <a16:creationId xmlns:a16="http://schemas.microsoft.com/office/drawing/2014/main" id="{E7116191-861F-4164-869C-BEBD29874787}"/>
                </a:ext>
              </a:extLst>
            </p:cNvPr>
            <p:cNvSpPr>
              <a:spLocks/>
            </p:cNvSpPr>
            <p:nvPr/>
          </p:nvSpPr>
          <p:spPr bwMode="auto">
            <a:xfrm>
              <a:off x="921" y="1347"/>
              <a:ext cx="124" cy="13"/>
            </a:xfrm>
            <a:custGeom>
              <a:avLst/>
              <a:gdLst>
                <a:gd name="T0" fmla="*/ 219 w 69"/>
                <a:gd name="T1" fmla="*/ 37 h 7"/>
                <a:gd name="T2" fmla="*/ 0 w 69"/>
                <a:gd name="T3" fmla="*/ 20 h 7"/>
                <a:gd name="T4" fmla="*/ 151 w 69"/>
                <a:gd name="T5" fmla="*/ 13 h 7"/>
                <a:gd name="T6" fmla="*/ 401 w 69"/>
                <a:gd name="T7" fmla="*/ 7 h 7"/>
                <a:gd name="T8" fmla="*/ 219 w 69"/>
                <a:gd name="T9" fmla="*/ 37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9" h="7">
                  <a:moveTo>
                    <a:pt x="38" y="6"/>
                  </a:moveTo>
                  <a:cubicBezTo>
                    <a:pt x="28" y="5"/>
                    <a:pt x="11" y="2"/>
                    <a:pt x="0" y="3"/>
                  </a:cubicBezTo>
                  <a:cubicBezTo>
                    <a:pt x="6" y="0"/>
                    <a:pt x="14" y="1"/>
                    <a:pt x="26" y="2"/>
                  </a:cubicBezTo>
                  <a:cubicBezTo>
                    <a:pt x="38" y="2"/>
                    <a:pt x="60" y="5"/>
                    <a:pt x="69" y="1"/>
                  </a:cubicBezTo>
                  <a:cubicBezTo>
                    <a:pt x="53" y="7"/>
                    <a:pt x="47" y="5"/>
                    <a:pt x="38" y="6"/>
                  </a:cubicBezTo>
                </a:path>
              </a:pathLst>
            </a:custGeom>
            <a:solidFill>
              <a:srgbClr val="C17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235" name="Freeform 221">
              <a:extLst>
                <a:ext uri="{FF2B5EF4-FFF2-40B4-BE49-F238E27FC236}">
                  <a16:creationId xmlns:a16="http://schemas.microsoft.com/office/drawing/2014/main" id="{12712B19-8D29-4DB3-B547-6F0DA9179AA4}"/>
                </a:ext>
              </a:extLst>
            </p:cNvPr>
            <p:cNvSpPr>
              <a:spLocks/>
            </p:cNvSpPr>
            <p:nvPr/>
          </p:nvSpPr>
          <p:spPr bwMode="auto">
            <a:xfrm>
              <a:off x="890" y="1227"/>
              <a:ext cx="45" cy="104"/>
            </a:xfrm>
            <a:custGeom>
              <a:avLst/>
              <a:gdLst>
                <a:gd name="T0" fmla="*/ 139 w 25"/>
                <a:gd name="T1" fmla="*/ 0 h 58"/>
                <a:gd name="T2" fmla="*/ 58 w 25"/>
                <a:gd name="T3" fmla="*/ 154 h 58"/>
                <a:gd name="T4" fmla="*/ 0 w 25"/>
                <a:gd name="T5" fmla="*/ 334 h 58"/>
                <a:gd name="T6" fmla="*/ 88 w 25"/>
                <a:gd name="T7" fmla="*/ 145 h 58"/>
                <a:gd name="T8" fmla="*/ 146 w 25"/>
                <a:gd name="T9" fmla="*/ 7 h 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58">
                  <a:moveTo>
                    <a:pt x="24" y="0"/>
                  </a:moveTo>
                  <a:cubicBezTo>
                    <a:pt x="19" y="9"/>
                    <a:pt x="13" y="18"/>
                    <a:pt x="10" y="27"/>
                  </a:cubicBezTo>
                  <a:cubicBezTo>
                    <a:pt x="6" y="38"/>
                    <a:pt x="3" y="48"/>
                    <a:pt x="0" y="58"/>
                  </a:cubicBezTo>
                  <a:cubicBezTo>
                    <a:pt x="4" y="47"/>
                    <a:pt x="10" y="36"/>
                    <a:pt x="15" y="25"/>
                  </a:cubicBezTo>
                  <a:cubicBezTo>
                    <a:pt x="18" y="18"/>
                    <a:pt x="24" y="9"/>
                    <a:pt x="25" y="1"/>
                  </a:cubicBezTo>
                </a:path>
              </a:pathLst>
            </a:custGeom>
            <a:solidFill>
              <a:srgbClr val="C17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236" name="Freeform 222">
              <a:extLst>
                <a:ext uri="{FF2B5EF4-FFF2-40B4-BE49-F238E27FC236}">
                  <a16:creationId xmlns:a16="http://schemas.microsoft.com/office/drawing/2014/main" id="{C249D8D3-E1FC-4EB2-A2FD-FBD372CA8B2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" y="1946"/>
              <a:ext cx="27" cy="347"/>
            </a:xfrm>
            <a:custGeom>
              <a:avLst/>
              <a:gdLst>
                <a:gd name="T0" fmla="*/ 45 w 15"/>
                <a:gd name="T1" fmla="*/ 437 h 193"/>
                <a:gd name="T2" fmla="*/ 13 w 15"/>
                <a:gd name="T3" fmla="*/ 1122 h 193"/>
                <a:gd name="T4" fmla="*/ 7 w 15"/>
                <a:gd name="T5" fmla="*/ 721 h 193"/>
                <a:gd name="T6" fmla="*/ 88 w 15"/>
                <a:gd name="T7" fmla="*/ 0 h 193"/>
                <a:gd name="T8" fmla="*/ 45 w 15"/>
                <a:gd name="T9" fmla="*/ 437 h 1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93">
                  <a:moveTo>
                    <a:pt x="8" y="75"/>
                  </a:moveTo>
                  <a:cubicBezTo>
                    <a:pt x="7" y="89"/>
                    <a:pt x="4" y="168"/>
                    <a:pt x="2" y="193"/>
                  </a:cubicBezTo>
                  <a:cubicBezTo>
                    <a:pt x="2" y="193"/>
                    <a:pt x="0" y="173"/>
                    <a:pt x="1" y="124"/>
                  </a:cubicBezTo>
                  <a:cubicBezTo>
                    <a:pt x="2" y="74"/>
                    <a:pt x="5" y="23"/>
                    <a:pt x="15" y="0"/>
                  </a:cubicBezTo>
                  <a:cubicBezTo>
                    <a:pt x="12" y="9"/>
                    <a:pt x="10" y="54"/>
                    <a:pt x="8" y="75"/>
                  </a:cubicBezTo>
                </a:path>
              </a:pathLst>
            </a:custGeom>
            <a:solidFill>
              <a:srgbClr val="C17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237" name="Freeform 223">
              <a:extLst>
                <a:ext uri="{FF2B5EF4-FFF2-40B4-BE49-F238E27FC236}">
                  <a16:creationId xmlns:a16="http://schemas.microsoft.com/office/drawing/2014/main" id="{828F27D3-19BF-4495-88A7-797F847A4A29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" y="1968"/>
              <a:ext cx="65" cy="368"/>
            </a:xfrm>
            <a:custGeom>
              <a:avLst/>
              <a:gdLst>
                <a:gd name="T0" fmla="*/ 206 w 36"/>
                <a:gd name="T1" fmla="*/ 0 h 205"/>
                <a:gd name="T2" fmla="*/ 137 w 36"/>
                <a:gd name="T3" fmla="*/ 551 h 205"/>
                <a:gd name="T4" fmla="*/ 0 w 36"/>
                <a:gd name="T5" fmla="*/ 1187 h 205"/>
                <a:gd name="T6" fmla="*/ 88 w 36"/>
                <a:gd name="T7" fmla="*/ 591 h 205"/>
                <a:gd name="T8" fmla="*/ 206 w 36"/>
                <a:gd name="T9" fmla="*/ 0 h 20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205">
                  <a:moveTo>
                    <a:pt x="35" y="0"/>
                  </a:moveTo>
                  <a:cubicBezTo>
                    <a:pt x="36" y="16"/>
                    <a:pt x="34" y="61"/>
                    <a:pt x="23" y="95"/>
                  </a:cubicBezTo>
                  <a:cubicBezTo>
                    <a:pt x="13" y="129"/>
                    <a:pt x="4" y="169"/>
                    <a:pt x="0" y="205"/>
                  </a:cubicBezTo>
                  <a:cubicBezTo>
                    <a:pt x="5" y="181"/>
                    <a:pt x="9" y="128"/>
                    <a:pt x="15" y="102"/>
                  </a:cubicBezTo>
                  <a:cubicBezTo>
                    <a:pt x="21" y="76"/>
                    <a:pt x="36" y="9"/>
                    <a:pt x="35" y="0"/>
                  </a:cubicBezTo>
                </a:path>
              </a:pathLst>
            </a:custGeom>
            <a:solidFill>
              <a:srgbClr val="8E4C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238" name="Freeform 224">
              <a:extLst>
                <a:ext uri="{FF2B5EF4-FFF2-40B4-BE49-F238E27FC236}">
                  <a16:creationId xmlns:a16="http://schemas.microsoft.com/office/drawing/2014/main" id="{EA7C7DDF-63B7-4B1C-86A1-26E2AEC1F7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4" y="1946"/>
              <a:ext cx="27" cy="347"/>
            </a:xfrm>
            <a:custGeom>
              <a:avLst/>
              <a:gdLst>
                <a:gd name="T0" fmla="*/ 41 w 15"/>
                <a:gd name="T1" fmla="*/ 437 h 193"/>
                <a:gd name="T2" fmla="*/ 74 w 15"/>
                <a:gd name="T3" fmla="*/ 1122 h 193"/>
                <a:gd name="T4" fmla="*/ 81 w 15"/>
                <a:gd name="T5" fmla="*/ 721 h 193"/>
                <a:gd name="T6" fmla="*/ 0 w 15"/>
                <a:gd name="T7" fmla="*/ 0 h 193"/>
                <a:gd name="T8" fmla="*/ 41 w 15"/>
                <a:gd name="T9" fmla="*/ 437 h 1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93">
                  <a:moveTo>
                    <a:pt x="7" y="75"/>
                  </a:moveTo>
                  <a:cubicBezTo>
                    <a:pt x="8" y="89"/>
                    <a:pt x="12" y="168"/>
                    <a:pt x="13" y="193"/>
                  </a:cubicBezTo>
                  <a:cubicBezTo>
                    <a:pt x="13" y="193"/>
                    <a:pt x="15" y="173"/>
                    <a:pt x="14" y="124"/>
                  </a:cubicBezTo>
                  <a:cubicBezTo>
                    <a:pt x="14" y="74"/>
                    <a:pt x="11" y="23"/>
                    <a:pt x="0" y="0"/>
                  </a:cubicBezTo>
                  <a:cubicBezTo>
                    <a:pt x="4" y="9"/>
                    <a:pt x="5" y="54"/>
                    <a:pt x="7" y="75"/>
                  </a:cubicBezTo>
                </a:path>
              </a:pathLst>
            </a:custGeom>
            <a:solidFill>
              <a:srgbClr val="8E4C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239" name="Freeform 225">
              <a:extLst>
                <a:ext uri="{FF2B5EF4-FFF2-40B4-BE49-F238E27FC236}">
                  <a16:creationId xmlns:a16="http://schemas.microsoft.com/office/drawing/2014/main" id="{92D292E6-5B3B-4A14-BABC-1AB322E5D4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5" y="1966"/>
              <a:ext cx="66" cy="368"/>
            </a:xfrm>
            <a:custGeom>
              <a:avLst/>
              <a:gdLst>
                <a:gd name="T0" fmla="*/ 7 w 37"/>
                <a:gd name="T1" fmla="*/ 0 h 205"/>
                <a:gd name="T2" fmla="*/ 73 w 37"/>
                <a:gd name="T3" fmla="*/ 551 h 205"/>
                <a:gd name="T4" fmla="*/ 210 w 37"/>
                <a:gd name="T5" fmla="*/ 1187 h 205"/>
                <a:gd name="T6" fmla="*/ 118 w 37"/>
                <a:gd name="T7" fmla="*/ 591 h 205"/>
                <a:gd name="T8" fmla="*/ 7 w 37"/>
                <a:gd name="T9" fmla="*/ 0 h 20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" h="205">
                  <a:moveTo>
                    <a:pt x="1" y="0"/>
                  </a:moveTo>
                  <a:cubicBezTo>
                    <a:pt x="0" y="16"/>
                    <a:pt x="3" y="61"/>
                    <a:pt x="13" y="95"/>
                  </a:cubicBezTo>
                  <a:cubicBezTo>
                    <a:pt x="24" y="130"/>
                    <a:pt x="32" y="169"/>
                    <a:pt x="37" y="205"/>
                  </a:cubicBezTo>
                  <a:cubicBezTo>
                    <a:pt x="31" y="181"/>
                    <a:pt x="27" y="128"/>
                    <a:pt x="21" y="102"/>
                  </a:cubicBezTo>
                  <a:cubicBezTo>
                    <a:pt x="15" y="76"/>
                    <a:pt x="0" y="9"/>
                    <a:pt x="1" y="0"/>
                  </a:cubicBezTo>
                </a:path>
              </a:pathLst>
            </a:custGeom>
            <a:solidFill>
              <a:srgbClr val="C17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240" name="Freeform 226">
              <a:extLst>
                <a:ext uri="{FF2B5EF4-FFF2-40B4-BE49-F238E27FC236}">
                  <a16:creationId xmlns:a16="http://schemas.microsoft.com/office/drawing/2014/main" id="{C42B66A1-A8F7-42B3-B8CD-4F8875A5C2B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" y="2525"/>
              <a:ext cx="71" cy="104"/>
            </a:xfrm>
            <a:custGeom>
              <a:avLst/>
              <a:gdLst>
                <a:gd name="T0" fmla="*/ 120 w 39"/>
                <a:gd name="T1" fmla="*/ 0 h 58"/>
                <a:gd name="T2" fmla="*/ 186 w 39"/>
                <a:gd name="T3" fmla="*/ 312 h 58"/>
                <a:gd name="T4" fmla="*/ 229 w 39"/>
                <a:gd name="T5" fmla="*/ 292 h 58"/>
                <a:gd name="T6" fmla="*/ 182 w 39"/>
                <a:gd name="T7" fmla="*/ 210 h 58"/>
                <a:gd name="T8" fmla="*/ 169 w 39"/>
                <a:gd name="T9" fmla="*/ 97 h 58"/>
                <a:gd name="T10" fmla="*/ 138 w 39"/>
                <a:gd name="T11" fmla="*/ 0 h 5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9" h="58">
                  <a:moveTo>
                    <a:pt x="20" y="0"/>
                  </a:moveTo>
                  <a:cubicBezTo>
                    <a:pt x="0" y="13"/>
                    <a:pt x="13" y="46"/>
                    <a:pt x="31" y="54"/>
                  </a:cubicBezTo>
                  <a:cubicBezTo>
                    <a:pt x="35" y="56"/>
                    <a:pt x="39" y="58"/>
                    <a:pt x="38" y="51"/>
                  </a:cubicBezTo>
                  <a:cubicBezTo>
                    <a:pt x="37" y="46"/>
                    <a:pt x="31" y="42"/>
                    <a:pt x="30" y="36"/>
                  </a:cubicBezTo>
                  <a:cubicBezTo>
                    <a:pt x="29" y="30"/>
                    <a:pt x="28" y="23"/>
                    <a:pt x="28" y="17"/>
                  </a:cubicBezTo>
                  <a:cubicBezTo>
                    <a:pt x="27" y="11"/>
                    <a:pt x="28" y="4"/>
                    <a:pt x="23" y="0"/>
                  </a:cubicBezTo>
                </a:path>
              </a:pathLst>
            </a:custGeom>
            <a:solidFill>
              <a:srgbClr val="8E4C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241" name="Freeform 227">
              <a:extLst>
                <a:ext uri="{FF2B5EF4-FFF2-40B4-BE49-F238E27FC236}">
                  <a16:creationId xmlns:a16="http://schemas.microsoft.com/office/drawing/2014/main" id="{16F6F7A9-F92D-4761-8D91-704E9A32C67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3" y="2525"/>
              <a:ext cx="58" cy="102"/>
            </a:xfrm>
            <a:custGeom>
              <a:avLst/>
              <a:gdLst>
                <a:gd name="T0" fmla="*/ 89 w 32"/>
                <a:gd name="T1" fmla="*/ 16 h 57"/>
                <a:gd name="T2" fmla="*/ 60 w 32"/>
                <a:gd name="T3" fmla="*/ 154 h 57"/>
                <a:gd name="T4" fmla="*/ 0 w 32"/>
                <a:gd name="T5" fmla="*/ 263 h 57"/>
                <a:gd name="T6" fmla="*/ 65 w 32"/>
                <a:gd name="T7" fmla="*/ 297 h 57"/>
                <a:gd name="T8" fmla="*/ 167 w 32"/>
                <a:gd name="T9" fmla="*/ 175 h 57"/>
                <a:gd name="T10" fmla="*/ 112 w 32"/>
                <a:gd name="T11" fmla="*/ 0 h 5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2" h="57">
                  <a:moveTo>
                    <a:pt x="15" y="3"/>
                  </a:moveTo>
                  <a:cubicBezTo>
                    <a:pt x="13" y="11"/>
                    <a:pt x="12" y="19"/>
                    <a:pt x="10" y="27"/>
                  </a:cubicBezTo>
                  <a:cubicBezTo>
                    <a:pt x="8" y="33"/>
                    <a:pt x="7" y="42"/>
                    <a:pt x="0" y="46"/>
                  </a:cubicBezTo>
                  <a:cubicBezTo>
                    <a:pt x="5" y="51"/>
                    <a:pt x="2" y="57"/>
                    <a:pt x="11" y="52"/>
                  </a:cubicBezTo>
                  <a:cubicBezTo>
                    <a:pt x="18" y="47"/>
                    <a:pt x="26" y="39"/>
                    <a:pt x="28" y="31"/>
                  </a:cubicBezTo>
                  <a:cubicBezTo>
                    <a:pt x="32" y="18"/>
                    <a:pt x="30" y="9"/>
                    <a:pt x="19" y="0"/>
                  </a:cubicBezTo>
                </a:path>
              </a:pathLst>
            </a:custGeom>
            <a:solidFill>
              <a:srgbClr val="8E4C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242" name="Freeform 228">
              <a:extLst>
                <a:ext uri="{FF2B5EF4-FFF2-40B4-BE49-F238E27FC236}">
                  <a16:creationId xmlns:a16="http://schemas.microsoft.com/office/drawing/2014/main" id="{F00EFD96-2A41-4B4C-A9CD-CEDA9FEDED0B}"/>
                </a:ext>
              </a:extLst>
            </p:cNvPr>
            <p:cNvSpPr>
              <a:spLocks/>
            </p:cNvSpPr>
            <p:nvPr/>
          </p:nvSpPr>
          <p:spPr bwMode="auto">
            <a:xfrm>
              <a:off x="688" y="3032"/>
              <a:ext cx="80" cy="79"/>
            </a:xfrm>
            <a:custGeom>
              <a:avLst/>
              <a:gdLst>
                <a:gd name="T0" fmla="*/ 0 w 44"/>
                <a:gd name="T1" fmla="*/ 181 h 44"/>
                <a:gd name="T2" fmla="*/ 242 w 44"/>
                <a:gd name="T3" fmla="*/ 0 h 44"/>
                <a:gd name="T4" fmla="*/ 215 w 44"/>
                <a:gd name="T5" fmla="*/ 145 h 44"/>
                <a:gd name="T6" fmla="*/ 44 w 44"/>
                <a:gd name="T7" fmla="*/ 198 h 4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4" h="44">
                  <a:moveTo>
                    <a:pt x="0" y="31"/>
                  </a:moveTo>
                  <a:cubicBezTo>
                    <a:pt x="18" y="44"/>
                    <a:pt x="36" y="11"/>
                    <a:pt x="40" y="0"/>
                  </a:cubicBezTo>
                  <a:cubicBezTo>
                    <a:pt x="41" y="9"/>
                    <a:pt x="44" y="17"/>
                    <a:pt x="36" y="25"/>
                  </a:cubicBezTo>
                  <a:cubicBezTo>
                    <a:pt x="30" y="32"/>
                    <a:pt x="16" y="35"/>
                    <a:pt x="7" y="34"/>
                  </a:cubicBezTo>
                </a:path>
              </a:pathLst>
            </a:custGeom>
            <a:solidFill>
              <a:srgbClr val="8E4C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243" name="Freeform 229">
              <a:extLst>
                <a:ext uri="{FF2B5EF4-FFF2-40B4-BE49-F238E27FC236}">
                  <a16:creationId xmlns:a16="http://schemas.microsoft.com/office/drawing/2014/main" id="{0FD90494-ACDC-4FAA-98D3-EB287386FA16}"/>
                </a:ext>
              </a:extLst>
            </p:cNvPr>
            <p:cNvSpPr>
              <a:spLocks/>
            </p:cNvSpPr>
            <p:nvPr/>
          </p:nvSpPr>
          <p:spPr bwMode="auto">
            <a:xfrm>
              <a:off x="658" y="3242"/>
              <a:ext cx="65" cy="446"/>
            </a:xfrm>
            <a:custGeom>
              <a:avLst/>
              <a:gdLst>
                <a:gd name="T0" fmla="*/ 36 w 36"/>
                <a:gd name="T1" fmla="*/ 0 h 248"/>
                <a:gd name="T2" fmla="*/ 45 w 36"/>
                <a:gd name="T3" fmla="*/ 766 h 248"/>
                <a:gd name="T4" fmla="*/ 211 w 36"/>
                <a:gd name="T5" fmla="*/ 1442 h 248"/>
                <a:gd name="T6" fmla="*/ 101 w 36"/>
                <a:gd name="T7" fmla="*/ 698 h 248"/>
                <a:gd name="T8" fmla="*/ 36 w 36"/>
                <a:gd name="T9" fmla="*/ 0 h 2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248">
                  <a:moveTo>
                    <a:pt x="6" y="0"/>
                  </a:moveTo>
                  <a:cubicBezTo>
                    <a:pt x="0" y="22"/>
                    <a:pt x="0" y="97"/>
                    <a:pt x="8" y="132"/>
                  </a:cubicBezTo>
                  <a:cubicBezTo>
                    <a:pt x="16" y="168"/>
                    <a:pt x="34" y="234"/>
                    <a:pt x="36" y="248"/>
                  </a:cubicBezTo>
                  <a:cubicBezTo>
                    <a:pt x="33" y="221"/>
                    <a:pt x="20" y="138"/>
                    <a:pt x="17" y="120"/>
                  </a:cubicBezTo>
                  <a:cubicBezTo>
                    <a:pt x="13" y="101"/>
                    <a:pt x="4" y="27"/>
                    <a:pt x="6" y="0"/>
                  </a:cubicBezTo>
                </a:path>
              </a:pathLst>
            </a:custGeom>
            <a:solidFill>
              <a:srgbClr val="C17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244" name="Freeform 230">
              <a:extLst>
                <a:ext uri="{FF2B5EF4-FFF2-40B4-BE49-F238E27FC236}">
                  <a16:creationId xmlns:a16="http://schemas.microsoft.com/office/drawing/2014/main" id="{428A62E6-FC1F-4F1C-8F40-4A869098649C}"/>
                </a:ext>
              </a:extLst>
            </p:cNvPr>
            <p:cNvSpPr>
              <a:spLocks/>
            </p:cNvSpPr>
            <p:nvPr/>
          </p:nvSpPr>
          <p:spPr bwMode="auto">
            <a:xfrm>
              <a:off x="881" y="3231"/>
              <a:ext cx="38" cy="507"/>
            </a:xfrm>
            <a:custGeom>
              <a:avLst/>
              <a:gdLst>
                <a:gd name="T0" fmla="*/ 81 w 21"/>
                <a:gd name="T1" fmla="*/ 1640 h 282"/>
                <a:gd name="T2" fmla="*/ 29 w 21"/>
                <a:gd name="T3" fmla="*/ 680 h 282"/>
                <a:gd name="T4" fmla="*/ 60 w 21"/>
                <a:gd name="T5" fmla="*/ 0 h 282"/>
                <a:gd name="T6" fmla="*/ 101 w 21"/>
                <a:gd name="T7" fmla="*/ 708 h 282"/>
                <a:gd name="T8" fmla="*/ 81 w 21"/>
                <a:gd name="T9" fmla="*/ 1640 h 28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282">
                  <a:moveTo>
                    <a:pt x="14" y="282"/>
                  </a:moveTo>
                  <a:cubicBezTo>
                    <a:pt x="19" y="264"/>
                    <a:pt x="11" y="167"/>
                    <a:pt x="5" y="117"/>
                  </a:cubicBezTo>
                  <a:cubicBezTo>
                    <a:pt x="0" y="68"/>
                    <a:pt x="2" y="22"/>
                    <a:pt x="10" y="0"/>
                  </a:cubicBezTo>
                  <a:cubicBezTo>
                    <a:pt x="6" y="18"/>
                    <a:pt x="12" y="77"/>
                    <a:pt x="17" y="122"/>
                  </a:cubicBezTo>
                  <a:cubicBezTo>
                    <a:pt x="21" y="167"/>
                    <a:pt x="20" y="262"/>
                    <a:pt x="14" y="282"/>
                  </a:cubicBezTo>
                </a:path>
              </a:pathLst>
            </a:custGeom>
            <a:solidFill>
              <a:srgbClr val="C17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245" name="Freeform 231">
              <a:extLst>
                <a:ext uri="{FF2B5EF4-FFF2-40B4-BE49-F238E27FC236}">
                  <a16:creationId xmlns:a16="http://schemas.microsoft.com/office/drawing/2014/main" id="{EEC1778E-3A33-49A2-8DEA-B8189B7D89C5}"/>
                </a:ext>
              </a:extLst>
            </p:cNvPr>
            <p:cNvSpPr>
              <a:spLocks/>
            </p:cNvSpPr>
            <p:nvPr/>
          </p:nvSpPr>
          <p:spPr bwMode="auto">
            <a:xfrm>
              <a:off x="995" y="3242"/>
              <a:ext cx="64" cy="444"/>
            </a:xfrm>
            <a:custGeom>
              <a:avLst/>
              <a:gdLst>
                <a:gd name="T0" fmla="*/ 151 w 36"/>
                <a:gd name="T1" fmla="*/ 0 h 247"/>
                <a:gd name="T2" fmla="*/ 164 w 36"/>
                <a:gd name="T3" fmla="*/ 773 h 247"/>
                <a:gd name="T4" fmla="*/ 0 w 36"/>
                <a:gd name="T5" fmla="*/ 1434 h 247"/>
                <a:gd name="T6" fmla="*/ 130 w 36"/>
                <a:gd name="T7" fmla="*/ 604 h 247"/>
                <a:gd name="T8" fmla="*/ 151 w 36"/>
                <a:gd name="T9" fmla="*/ 0 h 2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247">
                  <a:moveTo>
                    <a:pt x="27" y="0"/>
                  </a:moveTo>
                  <a:cubicBezTo>
                    <a:pt x="31" y="31"/>
                    <a:pt x="36" y="89"/>
                    <a:pt x="29" y="133"/>
                  </a:cubicBezTo>
                  <a:cubicBezTo>
                    <a:pt x="22" y="177"/>
                    <a:pt x="6" y="226"/>
                    <a:pt x="0" y="247"/>
                  </a:cubicBezTo>
                  <a:cubicBezTo>
                    <a:pt x="2" y="225"/>
                    <a:pt x="22" y="152"/>
                    <a:pt x="23" y="104"/>
                  </a:cubicBezTo>
                  <a:cubicBezTo>
                    <a:pt x="25" y="56"/>
                    <a:pt x="30" y="9"/>
                    <a:pt x="27" y="0"/>
                  </a:cubicBezTo>
                </a:path>
              </a:pathLst>
            </a:custGeom>
            <a:solidFill>
              <a:srgbClr val="8E4C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246" name="Freeform 232">
              <a:extLst>
                <a:ext uri="{FF2B5EF4-FFF2-40B4-BE49-F238E27FC236}">
                  <a16:creationId xmlns:a16="http://schemas.microsoft.com/office/drawing/2014/main" id="{8EB2F9B3-E86C-466B-9788-8ACDA95D961E}"/>
                </a:ext>
              </a:extLst>
            </p:cNvPr>
            <p:cNvSpPr>
              <a:spLocks/>
            </p:cNvSpPr>
            <p:nvPr/>
          </p:nvSpPr>
          <p:spPr bwMode="auto">
            <a:xfrm>
              <a:off x="960" y="3769"/>
              <a:ext cx="29" cy="120"/>
            </a:xfrm>
            <a:custGeom>
              <a:avLst/>
              <a:gdLst>
                <a:gd name="T0" fmla="*/ 89 w 16"/>
                <a:gd name="T1" fmla="*/ 0 h 67"/>
                <a:gd name="T2" fmla="*/ 65 w 16"/>
                <a:gd name="T3" fmla="*/ 224 h 67"/>
                <a:gd name="T4" fmla="*/ 80 w 16"/>
                <a:gd name="T5" fmla="*/ 385 h 67"/>
                <a:gd name="T6" fmla="*/ 7 w 16"/>
                <a:gd name="T7" fmla="*/ 260 h 67"/>
                <a:gd name="T8" fmla="*/ 60 w 16"/>
                <a:gd name="T9" fmla="*/ 183 h 67"/>
                <a:gd name="T10" fmla="*/ 96 w 16"/>
                <a:gd name="T11" fmla="*/ 45 h 6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" h="67">
                  <a:moveTo>
                    <a:pt x="15" y="0"/>
                  </a:moveTo>
                  <a:cubicBezTo>
                    <a:pt x="15" y="14"/>
                    <a:pt x="14" y="25"/>
                    <a:pt x="11" y="39"/>
                  </a:cubicBezTo>
                  <a:cubicBezTo>
                    <a:pt x="8" y="49"/>
                    <a:pt x="13" y="57"/>
                    <a:pt x="13" y="67"/>
                  </a:cubicBezTo>
                  <a:cubicBezTo>
                    <a:pt x="10" y="61"/>
                    <a:pt x="0" y="51"/>
                    <a:pt x="1" y="45"/>
                  </a:cubicBezTo>
                  <a:cubicBezTo>
                    <a:pt x="2" y="41"/>
                    <a:pt x="8" y="36"/>
                    <a:pt x="10" y="32"/>
                  </a:cubicBezTo>
                  <a:cubicBezTo>
                    <a:pt x="13" y="24"/>
                    <a:pt x="11" y="15"/>
                    <a:pt x="16" y="8"/>
                  </a:cubicBezTo>
                </a:path>
              </a:pathLst>
            </a:custGeom>
            <a:solidFill>
              <a:srgbClr val="8E4C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247" name="Freeform 233">
              <a:extLst>
                <a:ext uri="{FF2B5EF4-FFF2-40B4-BE49-F238E27FC236}">
                  <a16:creationId xmlns:a16="http://schemas.microsoft.com/office/drawing/2014/main" id="{3C6A40B5-8602-4476-A6B4-C90160734BA4}"/>
                </a:ext>
              </a:extLst>
            </p:cNvPr>
            <p:cNvSpPr>
              <a:spLocks/>
            </p:cNvSpPr>
            <p:nvPr/>
          </p:nvSpPr>
          <p:spPr bwMode="auto">
            <a:xfrm>
              <a:off x="807" y="3708"/>
              <a:ext cx="29" cy="135"/>
            </a:xfrm>
            <a:custGeom>
              <a:avLst/>
              <a:gdLst>
                <a:gd name="T0" fmla="*/ 65 w 16"/>
                <a:gd name="T1" fmla="*/ 187 h 75"/>
                <a:gd name="T2" fmla="*/ 60 w 16"/>
                <a:gd name="T3" fmla="*/ 437 h 75"/>
                <a:gd name="T4" fmla="*/ 29 w 16"/>
                <a:gd name="T5" fmla="*/ 211 h 75"/>
                <a:gd name="T6" fmla="*/ 7 w 16"/>
                <a:gd name="T7" fmla="*/ 94 h 75"/>
                <a:gd name="T8" fmla="*/ 13 w 16"/>
                <a:gd name="T9" fmla="*/ 0 h 75"/>
                <a:gd name="T10" fmla="*/ 73 w 16"/>
                <a:gd name="T11" fmla="*/ 182 h 7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" h="75">
                  <a:moveTo>
                    <a:pt x="11" y="32"/>
                  </a:moveTo>
                  <a:cubicBezTo>
                    <a:pt x="16" y="47"/>
                    <a:pt x="16" y="60"/>
                    <a:pt x="10" y="75"/>
                  </a:cubicBezTo>
                  <a:cubicBezTo>
                    <a:pt x="12" y="63"/>
                    <a:pt x="10" y="48"/>
                    <a:pt x="5" y="36"/>
                  </a:cubicBezTo>
                  <a:cubicBezTo>
                    <a:pt x="2" y="28"/>
                    <a:pt x="0" y="25"/>
                    <a:pt x="1" y="16"/>
                  </a:cubicBezTo>
                  <a:cubicBezTo>
                    <a:pt x="2" y="11"/>
                    <a:pt x="4" y="5"/>
                    <a:pt x="2" y="0"/>
                  </a:cubicBezTo>
                  <a:cubicBezTo>
                    <a:pt x="4" y="10"/>
                    <a:pt x="9" y="21"/>
                    <a:pt x="12" y="31"/>
                  </a:cubicBezTo>
                </a:path>
              </a:pathLst>
            </a:custGeom>
            <a:solidFill>
              <a:srgbClr val="8E4C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248" name="Freeform 234">
              <a:extLst>
                <a:ext uri="{FF2B5EF4-FFF2-40B4-BE49-F238E27FC236}">
                  <a16:creationId xmlns:a16="http://schemas.microsoft.com/office/drawing/2014/main" id="{BEC8EA36-97D4-4216-A521-1272E16DB8BA}"/>
                </a:ext>
              </a:extLst>
            </p:cNvPr>
            <p:cNvSpPr>
              <a:spLocks/>
            </p:cNvSpPr>
            <p:nvPr/>
          </p:nvSpPr>
          <p:spPr bwMode="auto">
            <a:xfrm>
              <a:off x="984" y="3028"/>
              <a:ext cx="57" cy="79"/>
            </a:xfrm>
            <a:custGeom>
              <a:avLst/>
              <a:gdLst>
                <a:gd name="T0" fmla="*/ 0 w 32"/>
                <a:gd name="T1" fmla="*/ 203 h 44"/>
                <a:gd name="T2" fmla="*/ 143 w 32"/>
                <a:gd name="T3" fmla="*/ 0 h 44"/>
                <a:gd name="T4" fmla="*/ 21 w 32"/>
                <a:gd name="T5" fmla="*/ 210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44">
                  <a:moveTo>
                    <a:pt x="0" y="35"/>
                  </a:moveTo>
                  <a:cubicBezTo>
                    <a:pt x="19" y="42"/>
                    <a:pt x="26" y="10"/>
                    <a:pt x="25" y="0"/>
                  </a:cubicBezTo>
                  <a:cubicBezTo>
                    <a:pt x="32" y="14"/>
                    <a:pt x="26" y="44"/>
                    <a:pt x="4" y="36"/>
                  </a:cubicBezTo>
                </a:path>
              </a:pathLst>
            </a:custGeom>
            <a:solidFill>
              <a:srgbClr val="8E4C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249" name="Freeform 235">
              <a:extLst>
                <a:ext uri="{FF2B5EF4-FFF2-40B4-BE49-F238E27FC236}">
                  <a16:creationId xmlns:a16="http://schemas.microsoft.com/office/drawing/2014/main" id="{010FC79A-C677-4A15-B1B1-2C1CD8E1C66F}"/>
                </a:ext>
              </a:extLst>
            </p:cNvPr>
            <p:cNvSpPr>
              <a:spLocks/>
            </p:cNvSpPr>
            <p:nvPr/>
          </p:nvSpPr>
          <p:spPr bwMode="auto">
            <a:xfrm>
              <a:off x="856" y="2496"/>
              <a:ext cx="79" cy="212"/>
            </a:xfrm>
            <a:custGeom>
              <a:avLst/>
              <a:gdLst>
                <a:gd name="T0" fmla="*/ 145 w 44"/>
                <a:gd name="T1" fmla="*/ 72 h 118"/>
                <a:gd name="T2" fmla="*/ 110 w 44"/>
                <a:gd name="T3" fmla="*/ 685 h 118"/>
                <a:gd name="T4" fmla="*/ 133 w 44"/>
                <a:gd name="T5" fmla="*/ 458 h 118"/>
                <a:gd name="T6" fmla="*/ 138 w 44"/>
                <a:gd name="T7" fmla="*/ 226 h 118"/>
                <a:gd name="T8" fmla="*/ 174 w 44"/>
                <a:gd name="T9" fmla="*/ 110 h 118"/>
                <a:gd name="T10" fmla="*/ 255 w 44"/>
                <a:gd name="T11" fmla="*/ 0 h 118"/>
                <a:gd name="T12" fmla="*/ 129 w 44"/>
                <a:gd name="T13" fmla="*/ 74 h 1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4" h="118">
                  <a:moveTo>
                    <a:pt x="25" y="12"/>
                  </a:moveTo>
                  <a:cubicBezTo>
                    <a:pt x="0" y="22"/>
                    <a:pt x="29" y="91"/>
                    <a:pt x="19" y="118"/>
                  </a:cubicBezTo>
                  <a:cubicBezTo>
                    <a:pt x="18" y="105"/>
                    <a:pt x="22" y="92"/>
                    <a:pt x="23" y="79"/>
                  </a:cubicBezTo>
                  <a:cubicBezTo>
                    <a:pt x="25" y="65"/>
                    <a:pt x="23" y="52"/>
                    <a:pt x="24" y="39"/>
                  </a:cubicBezTo>
                  <a:cubicBezTo>
                    <a:pt x="25" y="31"/>
                    <a:pt x="26" y="26"/>
                    <a:pt x="30" y="19"/>
                  </a:cubicBezTo>
                  <a:cubicBezTo>
                    <a:pt x="33" y="14"/>
                    <a:pt x="38" y="2"/>
                    <a:pt x="44" y="0"/>
                  </a:cubicBezTo>
                  <a:cubicBezTo>
                    <a:pt x="36" y="3"/>
                    <a:pt x="30" y="10"/>
                    <a:pt x="22" y="13"/>
                  </a:cubicBezTo>
                </a:path>
              </a:pathLst>
            </a:custGeom>
            <a:solidFill>
              <a:srgbClr val="C17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250" name="Freeform 236">
              <a:extLst>
                <a:ext uri="{FF2B5EF4-FFF2-40B4-BE49-F238E27FC236}">
                  <a16:creationId xmlns:a16="http://schemas.microsoft.com/office/drawing/2014/main" id="{2066521C-2521-41FF-B7D2-1E6FDBB720E0}"/>
                </a:ext>
              </a:extLst>
            </p:cNvPr>
            <p:cNvSpPr>
              <a:spLocks/>
            </p:cNvSpPr>
            <p:nvPr/>
          </p:nvSpPr>
          <p:spPr bwMode="auto">
            <a:xfrm>
              <a:off x="874" y="2929"/>
              <a:ext cx="32" cy="247"/>
            </a:xfrm>
            <a:custGeom>
              <a:avLst/>
              <a:gdLst>
                <a:gd name="T0" fmla="*/ 50 w 18"/>
                <a:gd name="T1" fmla="*/ 0 h 137"/>
                <a:gd name="T2" fmla="*/ 37 w 18"/>
                <a:gd name="T3" fmla="*/ 400 h 137"/>
                <a:gd name="T4" fmla="*/ 73 w 18"/>
                <a:gd name="T5" fmla="*/ 802 h 137"/>
                <a:gd name="T6" fmla="*/ 78 w 18"/>
                <a:gd name="T7" fmla="*/ 433 h 137"/>
                <a:gd name="T8" fmla="*/ 64 w 18"/>
                <a:gd name="T9" fmla="*/ 105 h 137"/>
                <a:gd name="T10" fmla="*/ 50 w 18"/>
                <a:gd name="T11" fmla="*/ 0 h 13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" h="137">
                  <a:moveTo>
                    <a:pt x="9" y="0"/>
                  </a:moveTo>
                  <a:cubicBezTo>
                    <a:pt x="8" y="20"/>
                    <a:pt x="0" y="43"/>
                    <a:pt x="7" y="68"/>
                  </a:cubicBezTo>
                  <a:cubicBezTo>
                    <a:pt x="14" y="94"/>
                    <a:pt x="17" y="114"/>
                    <a:pt x="13" y="137"/>
                  </a:cubicBezTo>
                  <a:cubicBezTo>
                    <a:pt x="18" y="118"/>
                    <a:pt x="17" y="90"/>
                    <a:pt x="14" y="74"/>
                  </a:cubicBezTo>
                  <a:cubicBezTo>
                    <a:pt x="12" y="59"/>
                    <a:pt x="9" y="31"/>
                    <a:pt x="11" y="18"/>
                  </a:cubicBezTo>
                  <a:cubicBezTo>
                    <a:pt x="12" y="5"/>
                    <a:pt x="9" y="0"/>
                    <a:pt x="9" y="0"/>
                  </a:cubicBezTo>
                </a:path>
              </a:pathLst>
            </a:custGeom>
            <a:solidFill>
              <a:srgbClr val="C17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251" name="Freeform 237">
              <a:extLst>
                <a:ext uri="{FF2B5EF4-FFF2-40B4-BE49-F238E27FC236}">
                  <a16:creationId xmlns:a16="http://schemas.microsoft.com/office/drawing/2014/main" id="{C6C1A23B-171E-4B5F-B2DC-2D3D89F61D9A}"/>
                </a:ext>
              </a:extLst>
            </p:cNvPr>
            <p:cNvSpPr>
              <a:spLocks/>
            </p:cNvSpPr>
            <p:nvPr/>
          </p:nvSpPr>
          <p:spPr bwMode="auto">
            <a:xfrm>
              <a:off x="939" y="3949"/>
              <a:ext cx="117" cy="72"/>
            </a:xfrm>
            <a:custGeom>
              <a:avLst/>
              <a:gdLst>
                <a:gd name="T0" fmla="*/ 58 w 65"/>
                <a:gd name="T1" fmla="*/ 182 h 40"/>
                <a:gd name="T2" fmla="*/ 284 w 65"/>
                <a:gd name="T3" fmla="*/ 187 h 40"/>
                <a:gd name="T4" fmla="*/ 328 w 65"/>
                <a:gd name="T5" fmla="*/ 0 h 40"/>
                <a:gd name="T6" fmla="*/ 308 w 65"/>
                <a:gd name="T7" fmla="*/ 65 h 40"/>
                <a:gd name="T8" fmla="*/ 211 w 65"/>
                <a:gd name="T9" fmla="*/ 104 h 40"/>
                <a:gd name="T10" fmla="*/ 16 w 65"/>
                <a:gd name="T11" fmla="*/ 94 h 40"/>
                <a:gd name="T12" fmla="*/ 29 w 65"/>
                <a:gd name="T13" fmla="*/ 187 h 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5" h="40">
                  <a:moveTo>
                    <a:pt x="10" y="31"/>
                  </a:moveTo>
                  <a:cubicBezTo>
                    <a:pt x="20" y="40"/>
                    <a:pt x="38" y="37"/>
                    <a:pt x="49" y="32"/>
                  </a:cubicBezTo>
                  <a:cubicBezTo>
                    <a:pt x="65" y="24"/>
                    <a:pt x="62" y="14"/>
                    <a:pt x="56" y="0"/>
                  </a:cubicBezTo>
                  <a:cubicBezTo>
                    <a:pt x="56" y="5"/>
                    <a:pt x="57" y="7"/>
                    <a:pt x="53" y="11"/>
                  </a:cubicBezTo>
                  <a:cubicBezTo>
                    <a:pt x="50" y="15"/>
                    <a:pt x="41" y="17"/>
                    <a:pt x="36" y="18"/>
                  </a:cubicBezTo>
                  <a:cubicBezTo>
                    <a:pt x="25" y="21"/>
                    <a:pt x="14" y="19"/>
                    <a:pt x="3" y="16"/>
                  </a:cubicBezTo>
                  <a:cubicBezTo>
                    <a:pt x="0" y="20"/>
                    <a:pt x="5" y="28"/>
                    <a:pt x="5" y="32"/>
                  </a:cubicBezTo>
                </a:path>
              </a:pathLst>
            </a:custGeom>
            <a:solidFill>
              <a:srgbClr val="8E4C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252" name="Freeform 238">
              <a:extLst>
                <a:ext uri="{FF2B5EF4-FFF2-40B4-BE49-F238E27FC236}">
                  <a16:creationId xmlns:a16="http://schemas.microsoft.com/office/drawing/2014/main" id="{3017D50C-77B5-44F3-A9CB-3AC6D4AAAD33}"/>
                </a:ext>
              </a:extLst>
            </p:cNvPr>
            <p:cNvSpPr>
              <a:spLocks/>
            </p:cNvSpPr>
            <p:nvPr/>
          </p:nvSpPr>
          <p:spPr bwMode="auto">
            <a:xfrm>
              <a:off x="733" y="3853"/>
              <a:ext cx="125" cy="157"/>
            </a:xfrm>
            <a:custGeom>
              <a:avLst/>
              <a:gdLst>
                <a:gd name="T0" fmla="*/ 0 w 69"/>
                <a:gd name="T1" fmla="*/ 511 h 87"/>
                <a:gd name="T2" fmla="*/ 112 w 69"/>
                <a:gd name="T3" fmla="*/ 494 h 87"/>
                <a:gd name="T4" fmla="*/ 207 w 69"/>
                <a:gd name="T5" fmla="*/ 505 h 87"/>
                <a:gd name="T6" fmla="*/ 292 w 69"/>
                <a:gd name="T7" fmla="*/ 475 h 87"/>
                <a:gd name="T8" fmla="*/ 344 w 69"/>
                <a:gd name="T9" fmla="*/ 393 h 87"/>
                <a:gd name="T10" fmla="*/ 368 w 69"/>
                <a:gd name="T11" fmla="*/ 182 h 87"/>
                <a:gd name="T12" fmla="*/ 351 w 69"/>
                <a:gd name="T13" fmla="*/ 0 h 87"/>
                <a:gd name="T14" fmla="*/ 292 w 69"/>
                <a:gd name="T15" fmla="*/ 101 h 87"/>
                <a:gd name="T16" fmla="*/ 299 w 69"/>
                <a:gd name="T17" fmla="*/ 235 h 87"/>
                <a:gd name="T18" fmla="*/ 236 w 69"/>
                <a:gd name="T19" fmla="*/ 352 h 87"/>
                <a:gd name="T20" fmla="*/ 141 w 69"/>
                <a:gd name="T21" fmla="*/ 458 h 8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9" h="87">
                  <a:moveTo>
                    <a:pt x="0" y="87"/>
                  </a:moveTo>
                  <a:cubicBezTo>
                    <a:pt x="6" y="85"/>
                    <a:pt x="12" y="83"/>
                    <a:pt x="19" y="84"/>
                  </a:cubicBezTo>
                  <a:cubicBezTo>
                    <a:pt x="25" y="85"/>
                    <a:pt x="30" y="86"/>
                    <a:pt x="35" y="86"/>
                  </a:cubicBezTo>
                  <a:cubicBezTo>
                    <a:pt x="39" y="85"/>
                    <a:pt x="45" y="83"/>
                    <a:pt x="49" y="81"/>
                  </a:cubicBezTo>
                  <a:cubicBezTo>
                    <a:pt x="56" y="77"/>
                    <a:pt x="56" y="73"/>
                    <a:pt x="58" y="67"/>
                  </a:cubicBezTo>
                  <a:cubicBezTo>
                    <a:pt x="61" y="55"/>
                    <a:pt x="62" y="43"/>
                    <a:pt x="62" y="31"/>
                  </a:cubicBezTo>
                  <a:cubicBezTo>
                    <a:pt x="63" y="21"/>
                    <a:pt x="69" y="7"/>
                    <a:pt x="59" y="0"/>
                  </a:cubicBezTo>
                  <a:cubicBezTo>
                    <a:pt x="56" y="3"/>
                    <a:pt x="50" y="12"/>
                    <a:pt x="49" y="17"/>
                  </a:cubicBezTo>
                  <a:cubicBezTo>
                    <a:pt x="47" y="24"/>
                    <a:pt x="51" y="33"/>
                    <a:pt x="50" y="40"/>
                  </a:cubicBezTo>
                  <a:cubicBezTo>
                    <a:pt x="49" y="48"/>
                    <a:pt x="45" y="54"/>
                    <a:pt x="40" y="60"/>
                  </a:cubicBezTo>
                  <a:cubicBezTo>
                    <a:pt x="35" y="66"/>
                    <a:pt x="33" y="78"/>
                    <a:pt x="24" y="78"/>
                  </a:cubicBezTo>
                </a:path>
              </a:pathLst>
            </a:custGeom>
            <a:solidFill>
              <a:srgbClr val="8E4C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253" name="Freeform 239">
              <a:extLst>
                <a:ext uri="{FF2B5EF4-FFF2-40B4-BE49-F238E27FC236}">
                  <a16:creationId xmlns:a16="http://schemas.microsoft.com/office/drawing/2014/main" id="{24567181-6DC0-479B-995E-A9522B37D5ED}"/>
                </a:ext>
              </a:extLst>
            </p:cNvPr>
            <p:cNvSpPr>
              <a:spLocks/>
            </p:cNvSpPr>
            <p:nvPr/>
          </p:nvSpPr>
          <p:spPr bwMode="auto">
            <a:xfrm>
              <a:off x="841" y="2088"/>
              <a:ext cx="35" cy="13"/>
            </a:xfrm>
            <a:custGeom>
              <a:avLst/>
              <a:gdLst>
                <a:gd name="T0" fmla="*/ 0 w 19"/>
                <a:gd name="T1" fmla="*/ 45 h 7"/>
                <a:gd name="T2" fmla="*/ 61 w 19"/>
                <a:gd name="T3" fmla="*/ 0 h 7"/>
                <a:gd name="T4" fmla="*/ 118 w 19"/>
                <a:gd name="T5" fmla="*/ 45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7">
                  <a:moveTo>
                    <a:pt x="0" y="7"/>
                  </a:moveTo>
                  <a:cubicBezTo>
                    <a:pt x="5" y="1"/>
                    <a:pt x="5" y="0"/>
                    <a:pt x="10" y="0"/>
                  </a:cubicBezTo>
                  <a:cubicBezTo>
                    <a:pt x="14" y="0"/>
                    <a:pt x="15" y="2"/>
                    <a:pt x="19" y="7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254" name="Freeform 240">
              <a:extLst>
                <a:ext uri="{FF2B5EF4-FFF2-40B4-BE49-F238E27FC236}">
                  <a16:creationId xmlns:a16="http://schemas.microsoft.com/office/drawing/2014/main" id="{5DDFD4C4-7ED1-4E41-BD10-9F4C99B6F3A4}"/>
                </a:ext>
              </a:extLst>
            </p:cNvPr>
            <p:cNvSpPr>
              <a:spLocks/>
            </p:cNvSpPr>
            <p:nvPr/>
          </p:nvSpPr>
          <p:spPr bwMode="auto">
            <a:xfrm>
              <a:off x="849" y="2095"/>
              <a:ext cx="21" cy="9"/>
            </a:xfrm>
            <a:custGeom>
              <a:avLst/>
              <a:gdLst>
                <a:gd name="T0" fmla="*/ 0 w 12"/>
                <a:gd name="T1" fmla="*/ 0 h 5"/>
                <a:gd name="T2" fmla="*/ 65 w 12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5">
                  <a:moveTo>
                    <a:pt x="0" y="0"/>
                  </a:moveTo>
                  <a:cubicBezTo>
                    <a:pt x="1" y="5"/>
                    <a:pt x="10" y="5"/>
                    <a:pt x="12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255" name="Freeform 241">
              <a:extLst>
                <a:ext uri="{FF2B5EF4-FFF2-40B4-BE49-F238E27FC236}">
                  <a16:creationId xmlns:a16="http://schemas.microsoft.com/office/drawing/2014/main" id="{16309817-83A8-4DD6-B8D2-9797A6B1FF82}"/>
                </a:ext>
              </a:extLst>
            </p:cNvPr>
            <p:cNvSpPr>
              <a:spLocks/>
            </p:cNvSpPr>
            <p:nvPr/>
          </p:nvSpPr>
          <p:spPr bwMode="auto">
            <a:xfrm>
              <a:off x="651" y="1337"/>
              <a:ext cx="169" cy="18"/>
            </a:xfrm>
            <a:custGeom>
              <a:avLst/>
              <a:gdLst>
                <a:gd name="T0" fmla="*/ 0 w 94"/>
                <a:gd name="T1" fmla="*/ 0 h 10"/>
                <a:gd name="T2" fmla="*/ 146 w 94"/>
                <a:gd name="T3" fmla="*/ 29 h 10"/>
                <a:gd name="T4" fmla="*/ 313 w 94"/>
                <a:gd name="T5" fmla="*/ 29 h 10"/>
                <a:gd name="T6" fmla="*/ 534 w 94"/>
                <a:gd name="T7" fmla="*/ 41 h 10"/>
                <a:gd name="T8" fmla="*/ 547 w 94"/>
                <a:gd name="T9" fmla="*/ 58 h 10"/>
                <a:gd name="T10" fmla="*/ 539 w 94"/>
                <a:gd name="T11" fmla="*/ 36 h 10"/>
                <a:gd name="T12" fmla="*/ 313 w 94"/>
                <a:gd name="T13" fmla="*/ 16 h 10"/>
                <a:gd name="T14" fmla="*/ 153 w 94"/>
                <a:gd name="T15" fmla="*/ 16 h 10"/>
                <a:gd name="T16" fmla="*/ 0 w 94"/>
                <a:gd name="T17" fmla="*/ 0 h 1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4" h="10">
                  <a:moveTo>
                    <a:pt x="0" y="0"/>
                  </a:moveTo>
                  <a:cubicBezTo>
                    <a:pt x="5" y="1"/>
                    <a:pt x="20" y="3"/>
                    <a:pt x="25" y="5"/>
                  </a:cubicBezTo>
                  <a:cubicBezTo>
                    <a:pt x="30" y="7"/>
                    <a:pt x="42" y="6"/>
                    <a:pt x="54" y="5"/>
                  </a:cubicBezTo>
                  <a:cubicBezTo>
                    <a:pt x="69" y="4"/>
                    <a:pt x="87" y="3"/>
                    <a:pt x="92" y="7"/>
                  </a:cubicBezTo>
                  <a:cubicBezTo>
                    <a:pt x="92" y="8"/>
                    <a:pt x="94" y="9"/>
                    <a:pt x="94" y="10"/>
                  </a:cubicBezTo>
                  <a:cubicBezTo>
                    <a:pt x="94" y="9"/>
                    <a:pt x="94" y="7"/>
                    <a:pt x="93" y="6"/>
                  </a:cubicBezTo>
                  <a:cubicBezTo>
                    <a:pt x="87" y="1"/>
                    <a:pt x="70" y="2"/>
                    <a:pt x="54" y="3"/>
                  </a:cubicBezTo>
                  <a:cubicBezTo>
                    <a:pt x="42" y="4"/>
                    <a:pt x="31" y="5"/>
                    <a:pt x="26" y="3"/>
                  </a:cubicBezTo>
                  <a:cubicBezTo>
                    <a:pt x="21" y="1"/>
                    <a:pt x="6" y="1"/>
                    <a:pt x="0" y="0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256" name="Freeform 242">
              <a:extLst>
                <a:ext uri="{FF2B5EF4-FFF2-40B4-BE49-F238E27FC236}">
                  <a16:creationId xmlns:a16="http://schemas.microsoft.com/office/drawing/2014/main" id="{995AA9A2-0B59-4517-801F-58CF1E8B7F25}"/>
                </a:ext>
              </a:extLst>
            </p:cNvPr>
            <p:cNvSpPr>
              <a:spLocks/>
            </p:cNvSpPr>
            <p:nvPr/>
          </p:nvSpPr>
          <p:spPr bwMode="auto">
            <a:xfrm>
              <a:off x="845" y="1374"/>
              <a:ext cx="33" cy="18"/>
            </a:xfrm>
            <a:custGeom>
              <a:avLst/>
              <a:gdLst>
                <a:gd name="T0" fmla="*/ 0 w 18"/>
                <a:gd name="T1" fmla="*/ 0 h 10"/>
                <a:gd name="T2" fmla="*/ 51 w 18"/>
                <a:gd name="T3" fmla="*/ 58 h 10"/>
                <a:gd name="T4" fmla="*/ 112 w 18"/>
                <a:gd name="T5" fmla="*/ 7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0">
                  <a:moveTo>
                    <a:pt x="0" y="0"/>
                  </a:moveTo>
                  <a:cubicBezTo>
                    <a:pt x="3" y="6"/>
                    <a:pt x="5" y="10"/>
                    <a:pt x="8" y="10"/>
                  </a:cubicBezTo>
                  <a:cubicBezTo>
                    <a:pt x="10" y="10"/>
                    <a:pt x="14" y="6"/>
                    <a:pt x="18" y="1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257" name="Freeform 243">
              <a:extLst>
                <a:ext uri="{FF2B5EF4-FFF2-40B4-BE49-F238E27FC236}">
                  <a16:creationId xmlns:a16="http://schemas.microsoft.com/office/drawing/2014/main" id="{45919317-5700-4BA7-80CF-2D746DAF029A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" y="3952"/>
              <a:ext cx="28" cy="63"/>
            </a:xfrm>
            <a:custGeom>
              <a:avLst/>
              <a:gdLst>
                <a:gd name="T0" fmla="*/ 81 w 16"/>
                <a:gd name="T1" fmla="*/ 0 h 35"/>
                <a:gd name="T2" fmla="*/ 65 w 16"/>
                <a:gd name="T3" fmla="*/ 65 h 35"/>
                <a:gd name="T4" fmla="*/ 37 w 16"/>
                <a:gd name="T5" fmla="*/ 203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35">
                  <a:moveTo>
                    <a:pt x="15" y="0"/>
                  </a:moveTo>
                  <a:cubicBezTo>
                    <a:pt x="16" y="4"/>
                    <a:pt x="15" y="8"/>
                    <a:pt x="12" y="11"/>
                  </a:cubicBezTo>
                  <a:cubicBezTo>
                    <a:pt x="8" y="15"/>
                    <a:pt x="0" y="28"/>
                    <a:pt x="7" y="35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258" name="Freeform 244">
              <a:extLst>
                <a:ext uri="{FF2B5EF4-FFF2-40B4-BE49-F238E27FC236}">
                  <a16:creationId xmlns:a16="http://schemas.microsoft.com/office/drawing/2014/main" id="{A2694278-CEFB-40AC-8792-0DB22B60A61C}"/>
                </a:ext>
              </a:extLst>
            </p:cNvPr>
            <p:cNvSpPr>
              <a:spLocks/>
            </p:cNvSpPr>
            <p:nvPr/>
          </p:nvSpPr>
          <p:spPr bwMode="auto">
            <a:xfrm>
              <a:off x="717" y="3956"/>
              <a:ext cx="40" cy="59"/>
            </a:xfrm>
            <a:custGeom>
              <a:avLst/>
              <a:gdLst>
                <a:gd name="T0" fmla="*/ 133 w 22"/>
                <a:gd name="T1" fmla="*/ 0 h 33"/>
                <a:gd name="T2" fmla="*/ 53 w 22"/>
                <a:gd name="T3" fmla="*/ 68 h 33"/>
                <a:gd name="T4" fmla="*/ 24 w 22"/>
                <a:gd name="T5" fmla="*/ 188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33">
                  <a:moveTo>
                    <a:pt x="22" y="0"/>
                  </a:moveTo>
                  <a:cubicBezTo>
                    <a:pt x="19" y="6"/>
                    <a:pt x="11" y="10"/>
                    <a:pt x="9" y="12"/>
                  </a:cubicBezTo>
                  <a:cubicBezTo>
                    <a:pt x="2" y="19"/>
                    <a:pt x="0" y="27"/>
                    <a:pt x="4" y="33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259" name="Freeform 245">
              <a:extLst>
                <a:ext uri="{FF2B5EF4-FFF2-40B4-BE49-F238E27FC236}">
                  <a16:creationId xmlns:a16="http://schemas.microsoft.com/office/drawing/2014/main" id="{370A9867-5784-4D21-8C1F-D13D500F5DB3}"/>
                </a:ext>
              </a:extLst>
            </p:cNvPr>
            <p:cNvSpPr>
              <a:spLocks/>
            </p:cNvSpPr>
            <p:nvPr/>
          </p:nvSpPr>
          <p:spPr bwMode="auto">
            <a:xfrm>
              <a:off x="683" y="3952"/>
              <a:ext cx="43" cy="60"/>
            </a:xfrm>
            <a:custGeom>
              <a:avLst/>
              <a:gdLst>
                <a:gd name="T0" fmla="*/ 138 w 24"/>
                <a:gd name="T1" fmla="*/ 0 h 33"/>
                <a:gd name="T2" fmla="*/ 57 w 24"/>
                <a:gd name="T3" fmla="*/ 82 h 33"/>
                <a:gd name="T4" fmla="*/ 7 w 24"/>
                <a:gd name="T5" fmla="*/ 198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33">
                  <a:moveTo>
                    <a:pt x="24" y="0"/>
                  </a:moveTo>
                  <a:cubicBezTo>
                    <a:pt x="20" y="4"/>
                    <a:pt x="15" y="9"/>
                    <a:pt x="10" y="14"/>
                  </a:cubicBezTo>
                  <a:cubicBezTo>
                    <a:pt x="6" y="18"/>
                    <a:pt x="0" y="26"/>
                    <a:pt x="1" y="33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260" name="Freeform 246">
              <a:extLst>
                <a:ext uri="{FF2B5EF4-FFF2-40B4-BE49-F238E27FC236}">
                  <a16:creationId xmlns:a16="http://schemas.microsoft.com/office/drawing/2014/main" id="{6EB6B85B-38FF-46E9-B54C-67631C5D184D}"/>
                </a:ext>
              </a:extLst>
            </p:cNvPr>
            <p:cNvSpPr>
              <a:spLocks/>
            </p:cNvSpPr>
            <p:nvPr/>
          </p:nvSpPr>
          <p:spPr bwMode="auto">
            <a:xfrm>
              <a:off x="667" y="3943"/>
              <a:ext cx="30" cy="45"/>
            </a:xfrm>
            <a:custGeom>
              <a:avLst/>
              <a:gdLst>
                <a:gd name="T0" fmla="*/ 94 w 17"/>
                <a:gd name="T1" fmla="*/ 0 h 25"/>
                <a:gd name="T2" fmla="*/ 37 w 17"/>
                <a:gd name="T3" fmla="*/ 58 h 25"/>
                <a:gd name="T4" fmla="*/ 0 w 17"/>
                <a:gd name="T5" fmla="*/ 146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5">
                  <a:moveTo>
                    <a:pt x="17" y="0"/>
                  </a:moveTo>
                  <a:cubicBezTo>
                    <a:pt x="14" y="4"/>
                    <a:pt x="10" y="7"/>
                    <a:pt x="7" y="10"/>
                  </a:cubicBezTo>
                  <a:cubicBezTo>
                    <a:pt x="3" y="13"/>
                    <a:pt x="0" y="20"/>
                    <a:pt x="0" y="25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261" name="Freeform 247">
              <a:extLst>
                <a:ext uri="{FF2B5EF4-FFF2-40B4-BE49-F238E27FC236}">
                  <a16:creationId xmlns:a16="http://schemas.microsoft.com/office/drawing/2014/main" id="{CEB0E379-7E3F-4CA4-95FC-2146B5969A15}"/>
                </a:ext>
              </a:extLst>
            </p:cNvPr>
            <p:cNvSpPr>
              <a:spLocks/>
            </p:cNvSpPr>
            <p:nvPr/>
          </p:nvSpPr>
          <p:spPr bwMode="auto">
            <a:xfrm>
              <a:off x="778" y="3977"/>
              <a:ext cx="44" cy="22"/>
            </a:xfrm>
            <a:custGeom>
              <a:avLst/>
              <a:gdLst>
                <a:gd name="T0" fmla="*/ 0 w 24"/>
                <a:gd name="T1" fmla="*/ 73 h 12"/>
                <a:gd name="T2" fmla="*/ 112 w 24"/>
                <a:gd name="T3" fmla="*/ 73 h 12"/>
                <a:gd name="T4" fmla="*/ 81 w 24"/>
                <a:gd name="T5" fmla="*/ 7 h 12"/>
                <a:gd name="T6" fmla="*/ 0 w 24"/>
                <a:gd name="T7" fmla="*/ 73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12">
                  <a:moveTo>
                    <a:pt x="0" y="12"/>
                  </a:moveTo>
                  <a:cubicBezTo>
                    <a:pt x="8" y="11"/>
                    <a:pt x="16" y="11"/>
                    <a:pt x="18" y="12"/>
                  </a:cubicBezTo>
                  <a:cubicBezTo>
                    <a:pt x="24" y="4"/>
                    <a:pt x="17" y="0"/>
                    <a:pt x="13" y="1"/>
                  </a:cubicBezTo>
                  <a:cubicBezTo>
                    <a:pt x="2" y="1"/>
                    <a:pt x="0" y="10"/>
                    <a:pt x="0" y="12"/>
                  </a:cubicBezTo>
                  <a:close/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262" name="Freeform 248">
              <a:extLst>
                <a:ext uri="{FF2B5EF4-FFF2-40B4-BE49-F238E27FC236}">
                  <a16:creationId xmlns:a16="http://schemas.microsoft.com/office/drawing/2014/main" id="{34871429-455B-423A-AA1E-3B804EBD1F3C}"/>
                </a:ext>
              </a:extLst>
            </p:cNvPr>
            <p:cNvSpPr>
              <a:spLocks/>
            </p:cNvSpPr>
            <p:nvPr/>
          </p:nvSpPr>
          <p:spPr bwMode="auto">
            <a:xfrm>
              <a:off x="733" y="3994"/>
              <a:ext cx="20" cy="18"/>
            </a:xfrm>
            <a:custGeom>
              <a:avLst/>
              <a:gdLst>
                <a:gd name="T0" fmla="*/ 0 w 11"/>
                <a:gd name="T1" fmla="*/ 58 h 10"/>
                <a:gd name="T2" fmla="*/ 65 w 11"/>
                <a:gd name="T3" fmla="*/ 52 h 10"/>
                <a:gd name="T4" fmla="*/ 0 w 11"/>
                <a:gd name="T5" fmla="*/ 58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0">
                  <a:moveTo>
                    <a:pt x="0" y="10"/>
                  </a:moveTo>
                  <a:cubicBezTo>
                    <a:pt x="2" y="9"/>
                    <a:pt x="10" y="8"/>
                    <a:pt x="11" y="9"/>
                  </a:cubicBezTo>
                  <a:cubicBezTo>
                    <a:pt x="11" y="1"/>
                    <a:pt x="0" y="0"/>
                    <a:pt x="0" y="10"/>
                  </a:cubicBezTo>
                  <a:close/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263" name="Freeform 249">
              <a:extLst>
                <a:ext uri="{FF2B5EF4-FFF2-40B4-BE49-F238E27FC236}">
                  <a16:creationId xmlns:a16="http://schemas.microsoft.com/office/drawing/2014/main" id="{3EECC4FE-9093-4D68-A22E-B33D2319CCD8}"/>
                </a:ext>
              </a:extLst>
            </p:cNvPr>
            <p:cNvSpPr>
              <a:spLocks/>
            </p:cNvSpPr>
            <p:nvPr/>
          </p:nvSpPr>
          <p:spPr bwMode="auto">
            <a:xfrm>
              <a:off x="694" y="3997"/>
              <a:ext cx="18" cy="15"/>
            </a:xfrm>
            <a:custGeom>
              <a:avLst/>
              <a:gdLst>
                <a:gd name="T0" fmla="*/ 0 w 10"/>
                <a:gd name="T1" fmla="*/ 45 h 8"/>
                <a:gd name="T2" fmla="*/ 58 w 10"/>
                <a:gd name="T3" fmla="*/ 39 h 8"/>
                <a:gd name="T4" fmla="*/ 0 w 10"/>
                <a:gd name="T5" fmla="*/ 45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8">
                  <a:moveTo>
                    <a:pt x="0" y="7"/>
                  </a:moveTo>
                  <a:cubicBezTo>
                    <a:pt x="2" y="8"/>
                    <a:pt x="8" y="8"/>
                    <a:pt x="10" y="6"/>
                  </a:cubicBezTo>
                  <a:cubicBezTo>
                    <a:pt x="9" y="0"/>
                    <a:pt x="0" y="3"/>
                    <a:pt x="0" y="7"/>
                  </a:cubicBezTo>
                  <a:close/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264" name="Freeform 250">
              <a:extLst>
                <a:ext uri="{FF2B5EF4-FFF2-40B4-BE49-F238E27FC236}">
                  <a16:creationId xmlns:a16="http://schemas.microsoft.com/office/drawing/2014/main" id="{9396C58F-EA9D-44FA-9C82-E31F71BBD9A0}"/>
                </a:ext>
              </a:extLst>
            </p:cNvPr>
            <p:cNvSpPr>
              <a:spLocks/>
            </p:cNvSpPr>
            <p:nvPr/>
          </p:nvSpPr>
          <p:spPr bwMode="auto">
            <a:xfrm>
              <a:off x="670" y="3985"/>
              <a:ext cx="15" cy="12"/>
            </a:xfrm>
            <a:custGeom>
              <a:avLst/>
              <a:gdLst>
                <a:gd name="T0" fmla="*/ 0 w 8"/>
                <a:gd name="T1" fmla="*/ 21 h 7"/>
                <a:gd name="T2" fmla="*/ 45 w 8"/>
                <a:gd name="T3" fmla="*/ 26 h 7"/>
                <a:gd name="T4" fmla="*/ 0 w 8"/>
                <a:gd name="T5" fmla="*/ 21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7">
                  <a:moveTo>
                    <a:pt x="0" y="4"/>
                  </a:moveTo>
                  <a:cubicBezTo>
                    <a:pt x="1" y="6"/>
                    <a:pt x="4" y="7"/>
                    <a:pt x="7" y="5"/>
                  </a:cubicBezTo>
                  <a:cubicBezTo>
                    <a:pt x="8" y="0"/>
                    <a:pt x="1" y="0"/>
                    <a:pt x="0" y="4"/>
                  </a:cubicBezTo>
                  <a:close/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265" name="Freeform 251">
              <a:extLst>
                <a:ext uri="{FF2B5EF4-FFF2-40B4-BE49-F238E27FC236}">
                  <a16:creationId xmlns:a16="http://schemas.microsoft.com/office/drawing/2014/main" id="{29D131C9-83E3-46DF-8CC8-5CA8AE3D55D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" y="2581"/>
              <a:ext cx="61" cy="39"/>
            </a:xfrm>
            <a:custGeom>
              <a:avLst/>
              <a:gdLst>
                <a:gd name="T0" fmla="*/ 0 w 34"/>
                <a:gd name="T1" fmla="*/ 0 h 22"/>
                <a:gd name="T2" fmla="*/ 57 w 34"/>
                <a:gd name="T3" fmla="*/ 62 h 22"/>
                <a:gd name="T4" fmla="*/ 154 w 34"/>
                <a:gd name="T5" fmla="*/ 106 h 22"/>
                <a:gd name="T6" fmla="*/ 196 w 34"/>
                <a:gd name="T7" fmla="*/ 122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" h="22">
                  <a:moveTo>
                    <a:pt x="0" y="0"/>
                  </a:moveTo>
                  <a:cubicBezTo>
                    <a:pt x="3" y="2"/>
                    <a:pt x="6" y="9"/>
                    <a:pt x="10" y="11"/>
                  </a:cubicBezTo>
                  <a:cubicBezTo>
                    <a:pt x="15" y="15"/>
                    <a:pt x="22" y="16"/>
                    <a:pt x="27" y="19"/>
                  </a:cubicBezTo>
                  <a:cubicBezTo>
                    <a:pt x="29" y="20"/>
                    <a:pt x="33" y="21"/>
                    <a:pt x="34" y="22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266" name="Freeform 252">
              <a:extLst>
                <a:ext uri="{FF2B5EF4-FFF2-40B4-BE49-F238E27FC236}">
                  <a16:creationId xmlns:a16="http://schemas.microsoft.com/office/drawing/2014/main" id="{84E3DDE2-D99A-4C23-9E63-C1D8D88ADFD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" y="2588"/>
              <a:ext cx="54" cy="45"/>
            </a:xfrm>
            <a:custGeom>
              <a:avLst/>
              <a:gdLst>
                <a:gd name="T0" fmla="*/ 175 w 30"/>
                <a:gd name="T1" fmla="*/ 146 h 25"/>
                <a:gd name="T2" fmla="*/ 52 w 30"/>
                <a:gd name="T3" fmla="*/ 74 h 25"/>
                <a:gd name="T4" fmla="*/ 0 w 30"/>
                <a:gd name="T5" fmla="*/ 0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25">
                  <a:moveTo>
                    <a:pt x="30" y="25"/>
                  </a:moveTo>
                  <a:cubicBezTo>
                    <a:pt x="21" y="17"/>
                    <a:pt x="15" y="15"/>
                    <a:pt x="9" y="13"/>
                  </a:cubicBezTo>
                  <a:cubicBezTo>
                    <a:pt x="10" y="11"/>
                    <a:pt x="4" y="5"/>
                    <a:pt x="0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267" name="Freeform 253">
              <a:extLst>
                <a:ext uri="{FF2B5EF4-FFF2-40B4-BE49-F238E27FC236}">
                  <a16:creationId xmlns:a16="http://schemas.microsoft.com/office/drawing/2014/main" id="{E099047F-A5EE-47B8-B07B-16270BE12CE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" y="2525"/>
              <a:ext cx="67" cy="84"/>
            </a:xfrm>
            <a:custGeom>
              <a:avLst/>
              <a:gdLst>
                <a:gd name="T0" fmla="*/ 219 w 37"/>
                <a:gd name="T1" fmla="*/ 263 h 47"/>
                <a:gd name="T2" fmla="*/ 125 w 37"/>
                <a:gd name="T3" fmla="*/ 188 h 47"/>
                <a:gd name="T4" fmla="*/ 101 w 37"/>
                <a:gd name="T5" fmla="*/ 52 h 47"/>
                <a:gd name="T6" fmla="*/ 60 w 37"/>
                <a:gd name="T7" fmla="*/ 0 h 47"/>
                <a:gd name="T8" fmla="*/ 0 w 37"/>
                <a:gd name="T9" fmla="*/ 109 h 47"/>
                <a:gd name="T10" fmla="*/ 24 w 37"/>
                <a:gd name="T11" fmla="*/ 202 h 4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7" h="47">
                  <a:moveTo>
                    <a:pt x="37" y="46"/>
                  </a:moveTo>
                  <a:cubicBezTo>
                    <a:pt x="28" y="47"/>
                    <a:pt x="21" y="38"/>
                    <a:pt x="21" y="33"/>
                  </a:cubicBezTo>
                  <a:cubicBezTo>
                    <a:pt x="19" y="28"/>
                    <a:pt x="17" y="13"/>
                    <a:pt x="17" y="9"/>
                  </a:cubicBezTo>
                  <a:cubicBezTo>
                    <a:pt x="16" y="5"/>
                    <a:pt x="16" y="0"/>
                    <a:pt x="10" y="0"/>
                  </a:cubicBezTo>
                  <a:cubicBezTo>
                    <a:pt x="3" y="5"/>
                    <a:pt x="0" y="13"/>
                    <a:pt x="0" y="19"/>
                  </a:cubicBezTo>
                  <a:cubicBezTo>
                    <a:pt x="0" y="25"/>
                    <a:pt x="4" y="29"/>
                    <a:pt x="4" y="35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268" name="Freeform 254">
              <a:extLst>
                <a:ext uri="{FF2B5EF4-FFF2-40B4-BE49-F238E27FC236}">
                  <a16:creationId xmlns:a16="http://schemas.microsoft.com/office/drawing/2014/main" id="{5D4367F6-408E-4C48-AD39-7BF8579235E9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" y="2649"/>
              <a:ext cx="24" cy="9"/>
            </a:xfrm>
            <a:custGeom>
              <a:avLst/>
              <a:gdLst>
                <a:gd name="T0" fmla="*/ 81 w 13"/>
                <a:gd name="T1" fmla="*/ 29 h 5"/>
                <a:gd name="T2" fmla="*/ 0 w 13"/>
                <a:gd name="T3" fmla="*/ 16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5">
                  <a:moveTo>
                    <a:pt x="13" y="5"/>
                  </a:moveTo>
                  <a:cubicBezTo>
                    <a:pt x="8" y="1"/>
                    <a:pt x="2" y="0"/>
                    <a:pt x="0" y="3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269" name="Freeform 255">
              <a:extLst>
                <a:ext uri="{FF2B5EF4-FFF2-40B4-BE49-F238E27FC236}">
                  <a16:creationId xmlns:a16="http://schemas.microsoft.com/office/drawing/2014/main" id="{31D55B72-1BE5-4745-81B0-A6DA21436FD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" y="2516"/>
              <a:ext cx="5" cy="16"/>
            </a:xfrm>
            <a:custGeom>
              <a:avLst/>
              <a:gdLst>
                <a:gd name="T0" fmla="*/ 13 w 3"/>
                <a:gd name="T1" fmla="*/ 50 h 9"/>
                <a:gd name="T2" fmla="*/ 0 w 3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9">
                  <a:moveTo>
                    <a:pt x="3" y="9"/>
                  </a:moveTo>
                  <a:cubicBezTo>
                    <a:pt x="3" y="5"/>
                    <a:pt x="1" y="2"/>
                    <a:pt x="0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270" name="Freeform 256">
              <a:extLst>
                <a:ext uri="{FF2B5EF4-FFF2-40B4-BE49-F238E27FC236}">
                  <a16:creationId xmlns:a16="http://schemas.microsoft.com/office/drawing/2014/main" id="{F4A221BF-5D20-4534-A78B-D796A0CFFD0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" y="2546"/>
              <a:ext cx="38" cy="44"/>
            </a:xfrm>
            <a:custGeom>
              <a:avLst/>
              <a:gdLst>
                <a:gd name="T0" fmla="*/ 125 w 21"/>
                <a:gd name="T1" fmla="*/ 149 h 24"/>
                <a:gd name="T2" fmla="*/ 52 w 21"/>
                <a:gd name="T3" fmla="*/ 112 h 24"/>
                <a:gd name="T4" fmla="*/ 0 w 21"/>
                <a:gd name="T5" fmla="*/ 0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24">
                  <a:moveTo>
                    <a:pt x="21" y="24"/>
                  </a:moveTo>
                  <a:cubicBezTo>
                    <a:pt x="18" y="21"/>
                    <a:pt x="11" y="23"/>
                    <a:pt x="9" y="18"/>
                  </a:cubicBezTo>
                  <a:cubicBezTo>
                    <a:pt x="6" y="12"/>
                    <a:pt x="1" y="8"/>
                    <a:pt x="0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271" name="Freeform 257">
              <a:extLst>
                <a:ext uri="{FF2B5EF4-FFF2-40B4-BE49-F238E27FC236}">
                  <a16:creationId xmlns:a16="http://schemas.microsoft.com/office/drawing/2014/main" id="{2E5F2AC2-C15E-41A7-84BB-B8FF777BECC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" y="2534"/>
              <a:ext cx="26" cy="39"/>
            </a:xfrm>
            <a:custGeom>
              <a:avLst/>
              <a:gdLst>
                <a:gd name="T0" fmla="*/ 89 w 14"/>
                <a:gd name="T1" fmla="*/ 122 h 22"/>
                <a:gd name="T2" fmla="*/ 52 w 14"/>
                <a:gd name="T3" fmla="*/ 110 h 22"/>
                <a:gd name="T4" fmla="*/ 0 w 14"/>
                <a:gd name="T5" fmla="*/ 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22">
                  <a:moveTo>
                    <a:pt x="14" y="22"/>
                  </a:moveTo>
                  <a:cubicBezTo>
                    <a:pt x="13" y="19"/>
                    <a:pt x="11" y="21"/>
                    <a:pt x="8" y="20"/>
                  </a:cubicBezTo>
                  <a:cubicBezTo>
                    <a:pt x="5" y="18"/>
                    <a:pt x="1" y="5"/>
                    <a:pt x="0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272" name="Freeform 258">
              <a:extLst>
                <a:ext uri="{FF2B5EF4-FFF2-40B4-BE49-F238E27FC236}">
                  <a16:creationId xmlns:a16="http://schemas.microsoft.com/office/drawing/2014/main" id="{3C289915-06EA-416C-820C-AA3E86D931E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" y="2582"/>
              <a:ext cx="6" cy="17"/>
            </a:xfrm>
            <a:custGeom>
              <a:avLst/>
              <a:gdLst>
                <a:gd name="T0" fmla="*/ 24 w 3"/>
                <a:gd name="T1" fmla="*/ 0 h 9"/>
                <a:gd name="T2" fmla="*/ 16 w 3"/>
                <a:gd name="T3" fmla="*/ 6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9">
                  <a:moveTo>
                    <a:pt x="3" y="0"/>
                  </a:moveTo>
                  <a:cubicBezTo>
                    <a:pt x="0" y="1"/>
                    <a:pt x="1" y="7"/>
                    <a:pt x="2" y="9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273" name="Freeform 259">
              <a:extLst>
                <a:ext uri="{FF2B5EF4-FFF2-40B4-BE49-F238E27FC236}">
                  <a16:creationId xmlns:a16="http://schemas.microsoft.com/office/drawing/2014/main" id="{3EE80115-0DAE-4309-AF13-64968E179F7E}"/>
                </a:ext>
              </a:extLst>
            </p:cNvPr>
            <p:cNvSpPr>
              <a:spLocks/>
            </p:cNvSpPr>
            <p:nvPr/>
          </p:nvSpPr>
          <p:spPr bwMode="auto">
            <a:xfrm>
              <a:off x="773" y="2451"/>
              <a:ext cx="173" cy="69"/>
            </a:xfrm>
            <a:custGeom>
              <a:avLst/>
              <a:gdLst>
                <a:gd name="T0" fmla="*/ 283 w 96"/>
                <a:gd name="T1" fmla="*/ 214 h 38"/>
                <a:gd name="T2" fmla="*/ 283 w 96"/>
                <a:gd name="T3" fmla="*/ 214 h 38"/>
                <a:gd name="T4" fmla="*/ 0 w 96"/>
                <a:gd name="T5" fmla="*/ 0 h 38"/>
                <a:gd name="T6" fmla="*/ 283 w 96"/>
                <a:gd name="T7" fmla="*/ 227 h 38"/>
                <a:gd name="T8" fmla="*/ 283 w 96"/>
                <a:gd name="T9" fmla="*/ 227 h 38"/>
                <a:gd name="T10" fmla="*/ 562 w 96"/>
                <a:gd name="T11" fmla="*/ 0 h 38"/>
                <a:gd name="T12" fmla="*/ 283 w 96"/>
                <a:gd name="T13" fmla="*/ 214 h 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6" h="38">
                  <a:moveTo>
                    <a:pt x="48" y="36"/>
                  </a:moveTo>
                  <a:cubicBezTo>
                    <a:pt x="48" y="36"/>
                    <a:pt x="48" y="36"/>
                    <a:pt x="48" y="36"/>
                  </a:cubicBezTo>
                  <a:cubicBezTo>
                    <a:pt x="31" y="36"/>
                    <a:pt x="7" y="17"/>
                    <a:pt x="0" y="0"/>
                  </a:cubicBezTo>
                  <a:cubicBezTo>
                    <a:pt x="8" y="17"/>
                    <a:pt x="31" y="38"/>
                    <a:pt x="48" y="38"/>
                  </a:cubicBezTo>
                  <a:cubicBezTo>
                    <a:pt x="48" y="38"/>
                    <a:pt x="48" y="38"/>
                    <a:pt x="48" y="38"/>
                  </a:cubicBezTo>
                  <a:cubicBezTo>
                    <a:pt x="65" y="38"/>
                    <a:pt x="88" y="17"/>
                    <a:pt x="96" y="0"/>
                  </a:cubicBezTo>
                  <a:cubicBezTo>
                    <a:pt x="88" y="17"/>
                    <a:pt x="65" y="36"/>
                    <a:pt x="48" y="36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274" name="Freeform 260">
              <a:extLst>
                <a:ext uri="{FF2B5EF4-FFF2-40B4-BE49-F238E27FC236}">
                  <a16:creationId xmlns:a16="http://schemas.microsoft.com/office/drawing/2014/main" id="{F50FC216-5836-477C-B132-6E1FEF535BD7}"/>
                </a:ext>
              </a:extLst>
            </p:cNvPr>
            <p:cNvSpPr>
              <a:spLocks/>
            </p:cNvSpPr>
            <p:nvPr/>
          </p:nvSpPr>
          <p:spPr bwMode="auto">
            <a:xfrm>
              <a:off x="838" y="3825"/>
              <a:ext cx="7" cy="32"/>
            </a:xfrm>
            <a:custGeom>
              <a:avLst/>
              <a:gdLst>
                <a:gd name="T0" fmla="*/ 21 w 4"/>
                <a:gd name="T1" fmla="*/ 0 h 18"/>
                <a:gd name="T2" fmla="*/ 0 w 4"/>
                <a:gd name="T3" fmla="*/ 101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8">
                  <a:moveTo>
                    <a:pt x="4" y="0"/>
                  </a:moveTo>
                  <a:cubicBezTo>
                    <a:pt x="4" y="7"/>
                    <a:pt x="0" y="18"/>
                    <a:pt x="0" y="18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275" name="Freeform 261">
              <a:extLst>
                <a:ext uri="{FF2B5EF4-FFF2-40B4-BE49-F238E27FC236}">
                  <a16:creationId xmlns:a16="http://schemas.microsoft.com/office/drawing/2014/main" id="{A022DCB2-831D-404E-8810-1507E344EEAC}"/>
                </a:ext>
              </a:extLst>
            </p:cNvPr>
            <p:cNvSpPr>
              <a:spLocks/>
            </p:cNvSpPr>
            <p:nvPr/>
          </p:nvSpPr>
          <p:spPr bwMode="auto">
            <a:xfrm>
              <a:off x="901" y="1337"/>
              <a:ext cx="169" cy="18"/>
            </a:xfrm>
            <a:custGeom>
              <a:avLst/>
              <a:gdLst>
                <a:gd name="T0" fmla="*/ 394 w 94"/>
                <a:gd name="T1" fmla="*/ 16 h 10"/>
                <a:gd name="T2" fmla="*/ 232 w 94"/>
                <a:gd name="T3" fmla="*/ 16 h 10"/>
                <a:gd name="T4" fmla="*/ 7 w 94"/>
                <a:gd name="T5" fmla="*/ 36 h 10"/>
                <a:gd name="T6" fmla="*/ 0 w 94"/>
                <a:gd name="T7" fmla="*/ 58 h 10"/>
                <a:gd name="T8" fmla="*/ 13 w 94"/>
                <a:gd name="T9" fmla="*/ 41 h 10"/>
                <a:gd name="T10" fmla="*/ 232 w 94"/>
                <a:gd name="T11" fmla="*/ 29 h 10"/>
                <a:gd name="T12" fmla="*/ 401 w 94"/>
                <a:gd name="T13" fmla="*/ 29 h 10"/>
                <a:gd name="T14" fmla="*/ 547 w 94"/>
                <a:gd name="T15" fmla="*/ 0 h 10"/>
                <a:gd name="T16" fmla="*/ 394 w 94"/>
                <a:gd name="T17" fmla="*/ 16 h 1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4" h="10">
                  <a:moveTo>
                    <a:pt x="68" y="3"/>
                  </a:moveTo>
                  <a:cubicBezTo>
                    <a:pt x="63" y="5"/>
                    <a:pt x="52" y="4"/>
                    <a:pt x="40" y="3"/>
                  </a:cubicBezTo>
                  <a:cubicBezTo>
                    <a:pt x="24" y="2"/>
                    <a:pt x="7" y="1"/>
                    <a:pt x="1" y="6"/>
                  </a:cubicBezTo>
                  <a:cubicBezTo>
                    <a:pt x="0" y="7"/>
                    <a:pt x="0" y="9"/>
                    <a:pt x="0" y="10"/>
                  </a:cubicBezTo>
                  <a:cubicBezTo>
                    <a:pt x="0" y="9"/>
                    <a:pt x="1" y="8"/>
                    <a:pt x="2" y="7"/>
                  </a:cubicBezTo>
                  <a:cubicBezTo>
                    <a:pt x="7" y="3"/>
                    <a:pt x="25" y="4"/>
                    <a:pt x="40" y="5"/>
                  </a:cubicBezTo>
                  <a:cubicBezTo>
                    <a:pt x="52" y="6"/>
                    <a:pt x="64" y="7"/>
                    <a:pt x="69" y="5"/>
                  </a:cubicBezTo>
                  <a:cubicBezTo>
                    <a:pt x="74" y="3"/>
                    <a:pt x="89" y="1"/>
                    <a:pt x="94" y="0"/>
                  </a:cubicBezTo>
                  <a:cubicBezTo>
                    <a:pt x="88" y="1"/>
                    <a:pt x="73" y="1"/>
                    <a:pt x="68" y="3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276" name="Freeform 262">
              <a:extLst>
                <a:ext uri="{FF2B5EF4-FFF2-40B4-BE49-F238E27FC236}">
                  <a16:creationId xmlns:a16="http://schemas.microsoft.com/office/drawing/2014/main" id="{F2457425-1131-42F7-B57C-62978E50ECB6}"/>
                </a:ext>
              </a:extLst>
            </p:cNvPr>
            <p:cNvSpPr>
              <a:spLocks/>
            </p:cNvSpPr>
            <p:nvPr/>
          </p:nvSpPr>
          <p:spPr bwMode="auto">
            <a:xfrm>
              <a:off x="933" y="3952"/>
              <a:ext cx="29" cy="63"/>
            </a:xfrm>
            <a:custGeom>
              <a:avLst/>
              <a:gdLst>
                <a:gd name="T0" fmla="*/ 7 w 16"/>
                <a:gd name="T1" fmla="*/ 0 h 35"/>
                <a:gd name="T2" fmla="*/ 24 w 16"/>
                <a:gd name="T3" fmla="*/ 65 h 35"/>
                <a:gd name="T4" fmla="*/ 53 w 16"/>
                <a:gd name="T5" fmla="*/ 203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35">
                  <a:moveTo>
                    <a:pt x="1" y="0"/>
                  </a:moveTo>
                  <a:cubicBezTo>
                    <a:pt x="0" y="4"/>
                    <a:pt x="1" y="8"/>
                    <a:pt x="4" y="11"/>
                  </a:cubicBezTo>
                  <a:cubicBezTo>
                    <a:pt x="8" y="15"/>
                    <a:pt x="16" y="28"/>
                    <a:pt x="9" y="35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277" name="Freeform 263">
              <a:extLst>
                <a:ext uri="{FF2B5EF4-FFF2-40B4-BE49-F238E27FC236}">
                  <a16:creationId xmlns:a16="http://schemas.microsoft.com/office/drawing/2014/main" id="{7A303A07-AF00-4122-92CF-72B82CC45D2F}"/>
                </a:ext>
              </a:extLst>
            </p:cNvPr>
            <p:cNvSpPr>
              <a:spLocks/>
            </p:cNvSpPr>
            <p:nvPr/>
          </p:nvSpPr>
          <p:spPr bwMode="auto">
            <a:xfrm>
              <a:off x="964" y="3956"/>
              <a:ext cx="40" cy="59"/>
            </a:xfrm>
            <a:custGeom>
              <a:avLst/>
              <a:gdLst>
                <a:gd name="T0" fmla="*/ 0 w 22"/>
                <a:gd name="T1" fmla="*/ 0 h 33"/>
                <a:gd name="T2" fmla="*/ 80 w 22"/>
                <a:gd name="T3" fmla="*/ 68 h 33"/>
                <a:gd name="T4" fmla="*/ 109 w 22"/>
                <a:gd name="T5" fmla="*/ 188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33">
                  <a:moveTo>
                    <a:pt x="0" y="0"/>
                  </a:moveTo>
                  <a:cubicBezTo>
                    <a:pt x="3" y="6"/>
                    <a:pt x="11" y="10"/>
                    <a:pt x="13" y="12"/>
                  </a:cubicBezTo>
                  <a:cubicBezTo>
                    <a:pt x="20" y="19"/>
                    <a:pt x="22" y="27"/>
                    <a:pt x="18" y="33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278" name="Freeform 264">
              <a:extLst>
                <a:ext uri="{FF2B5EF4-FFF2-40B4-BE49-F238E27FC236}">
                  <a16:creationId xmlns:a16="http://schemas.microsoft.com/office/drawing/2014/main" id="{5B1AE484-E3B8-4C00-A8B8-6D45E41D26DB}"/>
                </a:ext>
              </a:extLst>
            </p:cNvPr>
            <p:cNvSpPr>
              <a:spLocks/>
            </p:cNvSpPr>
            <p:nvPr/>
          </p:nvSpPr>
          <p:spPr bwMode="auto">
            <a:xfrm>
              <a:off x="995" y="3952"/>
              <a:ext cx="43" cy="60"/>
            </a:xfrm>
            <a:custGeom>
              <a:avLst/>
              <a:gdLst>
                <a:gd name="T0" fmla="*/ 0 w 24"/>
                <a:gd name="T1" fmla="*/ 0 h 33"/>
                <a:gd name="T2" fmla="*/ 73 w 24"/>
                <a:gd name="T3" fmla="*/ 73 h 33"/>
                <a:gd name="T4" fmla="*/ 131 w 24"/>
                <a:gd name="T5" fmla="*/ 198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33">
                  <a:moveTo>
                    <a:pt x="0" y="0"/>
                  </a:moveTo>
                  <a:cubicBezTo>
                    <a:pt x="4" y="4"/>
                    <a:pt x="8" y="7"/>
                    <a:pt x="13" y="12"/>
                  </a:cubicBezTo>
                  <a:cubicBezTo>
                    <a:pt x="22" y="20"/>
                    <a:pt x="24" y="26"/>
                    <a:pt x="23" y="33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279" name="Freeform 265">
              <a:extLst>
                <a:ext uri="{FF2B5EF4-FFF2-40B4-BE49-F238E27FC236}">
                  <a16:creationId xmlns:a16="http://schemas.microsoft.com/office/drawing/2014/main" id="{7D8963FC-79BB-460F-95CF-95A633C030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3" y="3943"/>
              <a:ext cx="31" cy="45"/>
            </a:xfrm>
            <a:custGeom>
              <a:avLst/>
              <a:gdLst>
                <a:gd name="T0" fmla="*/ 0 w 17"/>
                <a:gd name="T1" fmla="*/ 0 h 25"/>
                <a:gd name="T2" fmla="*/ 60 w 17"/>
                <a:gd name="T3" fmla="*/ 58 h 25"/>
                <a:gd name="T4" fmla="*/ 104 w 17"/>
                <a:gd name="T5" fmla="*/ 146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5">
                  <a:moveTo>
                    <a:pt x="0" y="0"/>
                  </a:moveTo>
                  <a:cubicBezTo>
                    <a:pt x="3" y="4"/>
                    <a:pt x="7" y="7"/>
                    <a:pt x="10" y="10"/>
                  </a:cubicBezTo>
                  <a:cubicBezTo>
                    <a:pt x="14" y="13"/>
                    <a:pt x="17" y="20"/>
                    <a:pt x="17" y="25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280" name="Freeform 266">
              <a:extLst>
                <a:ext uri="{FF2B5EF4-FFF2-40B4-BE49-F238E27FC236}">
                  <a16:creationId xmlns:a16="http://schemas.microsoft.com/office/drawing/2014/main" id="{5434779A-B576-4FD7-B6AB-84A3DC5E4073}"/>
                </a:ext>
              </a:extLst>
            </p:cNvPr>
            <p:cNvSpPr>
              <a:spLocks/>
            </p:cNvSpPr>
            <p:nvPr/>
          </p:nvSpPr>
          <p:spPr bwMode="auto">
            <a:xfrm>
              <a:off x="899" y="3977"/>
              <a:ext cx="43" cy="22"/>
            </a:xfrm>
            <a:custGeom>
              <a:avLst/>
              <a:gdLst>
                <a:gd name="T0" fmla="*/ 138 w 24"/>
                <a:gd name="T1" fmla="*/ 73 h 12"/>
                <a:gd name="T2" fmla="*/ 36 w 24"/>
                <a:gd name="T3" fmla="*/ 73 h 12"/>
                <a:gd name="T4" fmla="*/ 65 w 24"/>
                <a:gd name="T5" fmla="*/ 7 h 12"/>
                <a:gd name="T6" fmla="*/ 138 w 24"/>
                <a:gd name="T7" fmla="*/ 73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12">
                  <a:moveTo>
                    <a:pt x="24" y="12"/>
                  </a:moveTo>
                  <a:cubicBezTo>
                    <a:pt x="16" y="11"/>
                    <a:pt x="8" y="11"/>
                    <a:pt x="6" y="12"/>
                  </a:cubicBezTo>
                  <a:cubicBezTo>
                    <a:pt x="0" y="4"/>
                    <a:pt x="6" y="0"/>
                    <a:pt x="11" y="1"/>
                  </a:cubicBezTo>
                  <a:cubicBezTo>
                    <a:pt x="22" y="1"/>
                    <a:pt x="24" y="10"/>
                    <a:pt x="24" y="12"/>
                  </a:cubicBezTo>
                  <a:close/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281" name="Freeform 267">
              <a:extLst>
                <a:ext uri="{FF2B5EF4-FFF2-40B4-BE49-F238E27FC236}">
                  <a16:creationId xmlns:a16="http://schemas.microsoft.com/office/drawing/2014/main" id="{6AD6D427-DA6D-452B-A030-B2E8035D40AF}"/>
                </a:ext>
              </a:extLst>
            </p:cNvPr>
            <p:cNvSpPr>
              <a:spLocks/>
            </p:cNvSpPr>
            <p:nvPr/>
          </p:nvSpPr>
          <p:spPr bwMode="auto">
            <a:xfrm>
              <a:off x="968" y="3994"/>
              <a:ext cx="19" cy="18"/>
            </a:xfrm>
            <a:custGeom>
              <a:avLst/>
              <a:gdLst>
                <a:gd name="T0" fmla="*/ 57 w 11"/>
                <a:gd name="T1" fmla="*/ 58 h 10"/>
                <a:gd name="T2" fmla="*/ 0 w 11"/>
                <a:gd name="T3" fmla="*/ 52 h 10"/>
                <a:gd name="T4" fmla="*/ 57 w 11"/>
                <a:gd name="T5" fmla="*/ 58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0">
                  <a:moveTo>
                    <a:pt x="11" y="10"/>
                  </a:moveTo>
                  <a:cubicBezTo>
                    <a:pt x="9" y="9"/>
                    <a:pt x="1" y="8"/>
                    <a:pt x="0" y="9"/>
                  </a:cubicBezTo>
                  <a:cubicBezTo>
                    <a:pt x="0" y="1"/>
                    <a:pt x="11" y="0"/>
                    <a:pt x="11" y="10"/>
                  </a:cubicBezTo>
                  <a:close/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282" name="Freeform 268">
              <a:extLst>
                <a:ext uri="{FF2B5EF4-FFF2-40B4-BE49-F238E27FC236}">
                  <a16:creationId xmlns:a16="http://schemas.microsoft.com/office/drawing/2014/main" id="{B59B7CA9-C0E9-4623-A5E6-CAE0477479A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9" y="3997"/>
              <a:ext cx="18" cy="15"/>
            </a:xfrm>
            <a:custGeom>
              <a:avLst/>
              <a:gdLst>
                <a:gd name="T0" fmla="*/ 58 w 10"/>
                <a:gd name="T1" fmla="*/ 45 h 8"/>
                <a:gd name="T2" fmla="*/ 0 w 10"/>
                <a:gd name="T3" fmla="*/ 39 h 8"/>
                <a:gd name="T4" fmla="*/ 58 w 10"/>
                <a:gd name="T5" fmla="*/ 45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8">
                  <a:moveTo>
                    <a:pt x="10" y="7"/>
                  </a:moveTo>
                  <a:cubicBezTo>
                    <a:pt x="8" y="8"/>
                    <a:pt x="2" y="8"/>
                    <a:pt x="0" y="6"/>
                  </a:cubicBezTo>
                  <a:cubicBezTo>
                    <a:pt x="1" y="0"/>
                    <a:pt x="10" y="3"/>
                    <a:pt x="10" y="7"/>
                  </a:cubicBezTo>
                  <a:close/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283" name="Freeform 269">
              <a:extLst>
                <a:ext uri="{FF2B5EF4-FFF2-40B4-BE49-F238E27FC236}">
                  <a16:creationId xmlns:a16="http://schemas.microsoft.com/office/drawing/2014/main" id="{041D3D41-C993-4FFE-9FE6-D3F3DC3ABBD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6" y="3985"/>
              <a:ext cx="14" cy="12"/>
            </a:xfrm>
            <a:custGeom>
              <a:avLst/>
              <a:gdLst>
                <a:gd name="T0" fmla="*/ 44 w 8"/>
                <a:gd name="T1" fmla="*/ 21 h 7"/>
                <a:gd name="T2" fmla="*/ 7 w 8"/>
                <a:gd name="T3" fmla="*/ 26 h 7"/>
                <a:gd name="T4" fmla="*/ 44 w 8"/>
                <a:gd name="T5" fmla="*/ 21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7">
                  <a:moveTo>
                    <a:pt x="8" y="4"/>
                  </a:moveTo>
                  <a:cubicBezTo>
                    <a:pt x="7" y="6"/>
                    <a:pt x="4" y="7"/>
                    <a:pt x="1" y="5"/>
                  </a:cubicBezTo>
                  <a:cubicBezTo>
                    <a:pt x="0" y="0"/>
                    <a:pt x="7" y="0"/>
                    <a:pt x="8" y="4"/>
                  </a:cubicBezTo>
                  <a:close/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284" name="Freeform 270">
              <a:extLst>
                <a:ext uri="{FF2B5EF4-FFF2-40B4-BE49-F238E27FC236}">
                  <a16:creationId xmlns:a16="http://schemas.microsoft.com/office/drawing/2014/main" id="{077FC311-A0D7-4A4B-B415-7753E2544371}"/>
                </a:ext>
              </a:extLst>
            </p:cNvPr>
            <p:cNvSpPr>
              <a:spLocks/>
            </p:cNvSpPr>
            <p:nvPr/>
          </p:nvSpPr>
          <p:spPr bwMode="auto">
            <a:xfrm>
              <a:off x="661" y="1515"/>
              <a:ext cx="29" cy="23"/>
            </a:xfrm>
            <a:custGeom>
              <a:avLst/>
              <a:gdLst>
                <a:gd name="T0" fmla="*/ 7 w 16"/>
                <a:gd name="T1" fmla="*/ 37 h 13"/>
                <a:gd name="T2" fmla="*/ 49 w 16"/>
                <a:gd name="T3" fmla="*/ 0 h 13"/>
                <a:gd name="T4" fmla="*/ 96 w 16"/>
                <a:gd name="T5" fmla="*/ 34 h 13"/>
                <a:gd name="T6" fmla="*/ 53 w 16"/>
                <a:gd name="T7" fmla="*/ 73 h 13"/>
                <a:gd name="T8" fmla="*/ 7 w 16"/>
                <a:gd name="T9" fmla="*/ 37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3">
                  <a:moveTo>
                    <a:pt x="1" y="7"/>
                  </a:moveTo>
                  <a:cubicBezTo>
                    <a:pt x="0" y="3"/>
                    <a:pt x="3" y="0"/>
                    <a:pt x="8" y="0"/>
                  </a:cubicBezTo>
                  <a:cubicBezTo>
                    <a:pt x="12" y="0"/>
                    <a:pt x="16" y="2"/>
                    <a:pt x="16" y="6"/>
                  </a:cubicBezTo>
                  <a:cubicBezTo>
                    <a:pt x="16" y="10"/>
                    <a:pt x="13" y="13"/>
                    <a:pt x="9" y="13"/>
                  </a:cubicBezTo>
                  <a:cubicBezTo>
                    <a:pt x="5" y="13"/>
                    <a:pt x="1" y="11"/>
                    <a:pt x="1" y="7"/>
                  </a:cubicBezTo>
                </a:path>
              </a:pathLst>
            </a:custGeom>
            <a:solidFill>
              <a:srgbClr val="7133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285" name="Freeform 271">
              <a:extLst>
                <a:ext uri="{FF2B5EF4-FFF2-40B4-BE49-F238E27FC236}">
                  <a16:creationId xmlns:a16="http://schemas.microsoft.com/office/drawing/2014/main" id="{067F0E4B-C82A-4BA2-BBC6-DD349C03748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70" y="1522"/>
              <a:ext cx="13" cy="9"/>
            </a:xfrm>
            <a:custGeom>
              <a:avLst/>
              <a:gdLst>
                <a:gd name="T0" fmla="*/ 37 w 7"/>
                <a:gd name="T1" fmla="*/ 13 h 5"/>
                <a:gd name="T2" fmla="*/ 37 w 7"/>
                <a:gd name="T3" fmla="*/ 16 h 5"/>
                <a:gd name="T4" fmla="*/ 32 w 7"/>
                <a:gd name="T5" fmla="*/ 23 h 5"/>
                <a:gd name="T6" fmla="*/ 20 w 7"/>
                <a:gd name="T7" fmla="*/ 23 h 5"/>
                <a:gd name="T8" fmla="*/ 13 w 7"/>
                <a:gd name="T9" fmla="*/ 23 h 5"/>
                <a:gd name="T10" fmla="*/ 7 w 7"/>
                <a:gd name="T11" fmla="*/ 16 h 5"/>
                <a:gd name="T12" fmla="*/ 7 w 7"/>
                <a:gd name="T13" fmla="*/ 16 h 5"/>
                <a:gd name="T14" fmla="*/ 7 w 7"/>
                <a:gd name="T15" fmla="*/ 16 h 5"/>
                <a:gd name="T16" fmla="*/ 7 w 7"/>
                <a:gd name="T17" fmla="*/ 13 h 5"/>
                <a:gd name="T18" fmla="*/ 7 w 7"/>
                <a:gd name="T19" fmla="*/ 13 h 5"/>
                <a:gd name="T20" fmla="*/ 0 w 7"/>
                <a:gd name="T21" fmla="*/ 7 h 5"/>
                <a:gd name="T22" fmla="*/ 0 w 7"/>
                <a:gd name="T23" fmla="*/ 16 h 5"/>
                <a:gd name="T24" fmla="*/ 7 w 7"/>
                <a:gd name="T25" fmla="*/ 29 h 5"/>
                <a:gd name="T26" fmla="*/ 20 w 7"/>
                <a:gd name="T27" fmla="*/ 29 h 5"/>
                <a:gd name="T28" fmla="*/ 37 w 7"/>
                <a:gd name="T29" fmla="*/ 23 h 5"/>
                <a:gd name="T30" fmla="*/ 45 w 7"/>
                <a:gd name="T31" fmla="*/ 13 h 5"/>
                <a:gd name="T32" fmla="*/ 37 w 7"/>
                <a:gd name="T33" fmla="*/ 13 h 5"/>
                <a:gd name="T34" fmla="*/ 20 w 7"/>
                <a:gd name="T35" fmla="*/ 7 h 5"/>
                <a:gd name="T36" fmla="*/ 20 w 7"/>
                <a:gd name="T37" fmla="*/ 7 h 5"/>
                <a:gd name="T38" fmla="*/ 20 w 7"/>
                <a:gd name="T39" fmla="*/ 7 h 5"/>
                <a:gd name="T40" fmla="*/ 20 w 7"/>
                <a:gd name="T41" fmla="*/ 0 h 5"/>
                <a:gd name="T42" fmla="*/ 20 w 7"/>
                <a:gd name="T43" fmla="*/ 0 h 5"/>
                <a:gd name="T44" fmla="*/ 20 w 7"/>
                <a:gd name="T45" fmla="*/ 0 h 5"/>
                <a:gd name="T46" fmla="*/ 20 w 7"/>
                <a:gd name="T47" fmla="*/ 0 h 5"/>
                <a:gd name="T48" fmla="*/ 20 w 7"/>
                <a:gd name="T49" fmla="*/ 7 h 5"/>
                <a:gd name="T50" fmla="*/ 20 w 7"/>
                <a:gd name="T51" fmla="*/ 7 h 5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7" h="5">
                  <a:moveTo>
                    <a:pt x="6" y="2"/>
                  </a:moveTo>
                  <a:cubicBezTo>
                    <a:pt x="6" y="2"/>
                    <a:pt x="6" y="3"/>
                    <a:pt x="6" y="3"/>
                  </a:cubicBezTo>
                  <a:cubicBezTo>
                    <a:pt x="6" y="4"/>
                    <a:pt x="5" y="4"/>
                    <a:pt x="5" y="4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7" y="2"/>
                    <a:pt x="7" y="2"/>
                    <a:pt x="7" y="2"/>
                  </a:cubicBezTo>
                  <a:lnTo>
                    <a:pt x="6" y="2"/>
                  </a:lnTo>
                  <a:close/>
                  <a:moveTo>
                    <a:pt x="3" y="1"/>
                  </a:move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0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286" name="Freeform 272">
              <a:extLst>
                <a:ext uri="{FF2B5EF4-FFF2-40B4-BE49-F238E27FC236}">
                  <a16:creationId xmlns:a16="http://schemas.microsoft.com/office/drawing/2014/main" id="{D27E231B-583B-4175-BE21-13C63DD0A04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61" y="1515"/>
              <a:ext cx="29" cy="25"/>
            </a:xfrm>
            <a:custGeom>
              <a:avLst/>
              <a:gdLst>
                <a:gd name="T0" fmla="*/ 89 w 16"/>
                <a:gd name="T1" fmla="*/ 36 h 14"/>
                <a:gd name="T2" fmla="*/ 96 w 16"/>
                <a:gd name="T3" fmla="*/ 36 h 14"/>
                <a:gd name="T4" fmla="*/ 89 w 16"/>
                <a:gd name="T5" fmla="*/ 16 h 14"/>
                <a:gd name="T6" fmla="*/ 89 w 16"/>
                <a:gd name="T7" fmla="*/ 16 h 14"/>
                <a:gd name="T8" fmla="*/ 82 w 16"/>
                <a:gd name="T9" fmla="*/ 16 h 14"/>
                <a:gd name="T10" fmla="*/ 89 w 16"/>
                <a:gd name="T11" fmla="*/ 36 h 14"/>
                <a:gd name="T12" fmla="*/ 89 w 16"/>
                <a:gd name="T13" fmla="*/ 36 h 14"/>
                <a:gd name="T14" fmla="*/ 82 w 16"/>
                <a:gd name="T15" fmla="*/ 64 h 14"/>
                <a:gd name="T16" fmla="*/ 53 w 16"/>
                <a:gd name="T17" fmla="*/ 73 h 14"/>
                <a:gd name="T18" fmla="*/ 16 w 16"/>
                <a:gd name="T19" fmla="*/ 64 h 14"/>
                <a:gd name="T20" fmla="*/ 13 w 16"/>
                <a:gd name="T21" fmla="*/ 64 h 14"/>
                <a:gd name="T22" fmla="*/ 53 w 16"/>
                <a:gd name="T23" fmla="*/ 80 h 14"/>
                <a:gd name="T24" fmla="*/ 82 w 16"/>
                <a:gd name="T25" fmla="*/ 64 h 14"/>
                <a:gd name="T26" fmla="*/ 96 w 16"/>
                <a:gd name="T27" fmla="*/ 45 h 14"/>
                <a:gd name="T28" fmla="*/ 89 w 16"/>
                <a:gd name="T29" fmla="*/ 52 h 14"/>
                <a:gd name="T30" fmla="*/ 82 w 16"/>
                <a:gd name="T31" fmla="*/ 64 h 14"/>
                <a:gd name="T32" fmla="*/ 16 w 16"/>
                <a:gd name="T33" fmla="*/ 16 h 14"/>
                <a:gd name="T34" fmla="*/ 13 w 16"/>
                <a:gd name="T35" fmla="*/ 13 h 14"/>
                <a:gd name="T36" fmla="*/ 7 w 16"/>
                <a:gd name="T37" fmla="*/ 16 h 14"/>
                <a:gd name="T38" fmla="*/ 13 w 16"/>
                <a:gd name="T39" fmla="*/ 23 h 14"/>
                <a:gd name="T40" fmla="*/ 16 w 16"/>
                <a:gd name="T41" fmla="*/ 16 h 14"/>
                <a:gd name="T42" fmla="*/ 0 w 16"/>
                <a:gd name="T43" fmla="*/ 29 h 14"/>
                <a:gd name="T44" fmla="*/ 0 w 16"/>
                <a:gd name="T45" fmla="*/ 29 h 14"/>
                <a:gd name="T46" fmla="*/ 0 w 16"/>
                <a:gd name="T47" fmla="*/ 29 h 14"/>
                <a:gd name="T48" fmla="*/ 0 w 16"/>
                <a:gd name="T49" fmla="*/ 29 h 14"/>
                <a:gd name="T50" fmla="*/ 73 w 16"/>
                <a:gd name="T51" fmla="*/ 13 h 14"/>
                <a:gd name="T52" fmla="*/ 82 w 16"/>
                <a:gd name="T53" fmla="*/ 7 h 14"/>
                <a:gd name="T54" fmla="*/ 60 w 16"/>
                <a:gd name="T55" fmla="*/ 0 h 14"/>
                <a:gd name="T56" fmla="*/ 60 w 16"/>
                <a:gd name="T57" fmla="*/ 7 h 14"/>
                <a:gd name="T58" fmla="*/ 73 w 16"/>
                <a:gd name="T59" fmla="*/ 13 h 14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16" h="14">
                  <a:moveTo>
                    <a:pt x="15" y="6"/>
                  </a:moveTo>
                  <a:cubicBezTo>
                    <a:pt x="16" y="6"/>
                    <a:pt x="16" y="6"/>
                    <a:pt x="16" y="6"/>
                  </a:cubicBezTo>
                  <a:cubicBezTo>
                    <a:pt x="16" y="5"/>
                    <a:pt x="16" y="4"/>
                    <a:pt x="15" y="3"/>
                  </a:cubicBezTo>
                  <a:cubicBezTo>
                    <a:pt x="15" y="3"/>
                    <a:pt x="15" y="3"/>
                    <a:pt x="15" y="3"/>
                  </a:cubicBezTo>
                  <a:cubicBezTo>
                    <a:pt x="15" y="3"/>
                    <a:pt x="14" y="3"/>
                    <a:pt x="14" y="3"/>
                  </a:cubicBezTo>
                  <a:cubicBezTo>
                    <a:pt x="15" y="4"/>
                    <a:pt x="15" y="5"/>
                    <a:pt x="15" y="6"/>
                  </a:cubicBezTo>
                  <a:cubicBezTo>
                    <a:pt x="15" y="6"/>
                    <a:pt x="15" y="6"/>
                    <a:pt x="15" y="6"/>
                  </a:cubicBezTo>
                  <a:moveTo>
                    <a:pt x="14" y="11"/>
                  </a:moveTo>
                  <a:cubicBezTo>
                    <a:pt x="12" y="12"/>
                    <a:pt x="11" y="13"/>
                    <a:pt x="9" y="13"/>
                  </a:cubicBezTo>
                  <a:cubicBezTo>
                    <a:pt x="6" y="13"/>
                    <a:pt x="4" y="12"/>
                    <a:pt x="3" y="11"/>
                  </a:cubicBezTo>
                  <a:cubicBezTo>
                    <a:pt x="2" y="11"/>
                    <a:pt x="2" y="11"/>
                    <a:pt x="2" y="11"/>
                  </a:cubicBezTo>
                  <a:cubicBezTo>
                    <a:pt x="3" y="13"/>
                    <a:pt x="6" y="14"/>
                    <a:pt x="9" y="14"/>
                  </a:cubicBezTo>
                  <a:cubicBezTo>
                    <a:pt x="11" y="14"/>
                    <a:pt x="13" y="13"/>
                    <a:pt x="14" y="11"/>
                  </a:cubicBezTo>
                  <a:cubicBezTo>
                    <a:pt x="15" y="10"/>
                    <a:pt x="16" y="9"/>
                    <a:pt x="16" y="8"/>
                  </a:cubicBezTo>
                  <a:cubicBezTo>
                    <a:pt x="16" y="9"/>
                    <a:pt x="15" y="9"/>
                    <a:pt x="15" y="9"/>
                  </a:cubicBezTo>
                  <a:cubicBezTo>
                    <a:pt x="15" y="9"/>
                    <a:pt x="14" y="10"/>
                    <a:pt x="14" y="11"/>
                  </a:cubicBezTo>
                  <a:moveTo>
                    <a:pt x="3" y="3"/>
                  </a:moveTo>
                  <a:cubicBezTo>
                    <a:pt x="3" y="2"/>
                    <a:pt x="2" y="2"/>
                    <a:pt x="2" y="2"/>
                  </a:cubicBezTo>
                  <a:cubicBezTo>
                    <a:pt x="2" y="2"/>
                    <a:pt x="1" y="3"/>
                    <a:pt x="1" y="3"/>
                  </a:cubicBezTo>
                  <a:cubicBezTo>
                    <a:pt x="1" y="4"/>
                    <a:pt x="1" y="4"/>
                    <a:pt x="2" y="4"/>
                  </a:cubicBezTo>
                  <a:cubicBezTo>
                    <a:pt x="2" y="3"/>
                    <a:pt x="2" y="3"/>
                    <a:pt x="3" y="3"/>
                  </a:cubicBezTo>
                  <a:moveTo>
                    <a:pt x="0" y="5"/>
                  </a:moveTo>
                  <a:cubicBezTo>
                    <a:pt x="0" y="5"/>
                    <a:pt x="0" y="5"/>
                    <a:pt x="0" y="5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5"/>
                    <a:pt x="0" y="5"/>
                    <a:pt x="0" y="5"/>
                  </a:cubicBezTo>
                  <a:moveTo>
                    <a:pt x="12" y="2"/>
                  </a:moveTo>
                  <a:cubicBezTo>
                    <a:pt x="13" y="1"/>
                    <a:pt x="13" y="1"/>
                    <a:pt x="14" y="1"/>
                  </a:cubicBezTo>
                  <a:cubicBezTo>
                    <a:pt x="13" y="0"/>
                    <a:pt x="11" y="0"/>
                    <a:pt x="10" y="0"/>
                  </a:cubicBezTo>
                  <a:cubicBezTo>
                    <a:pt x="10" y="0"/>
                    <a:pt x="10" y="0"/>
                    <a:pt x="10" y="1"/>
                  </a:cubicBezTo>
                  <a:cubicBezTo>
                    <a:pt x="11" y="1"/>
                    <a:pt x="12" y="1"/>
                    <a:pt x="12" y="2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287" name="Freeform 273">
              <a:extLst>
                <a:ext uri="{FF2B5EF4-FFF2-40B4-BE49-F238E27FC236}">
                  <a16:creationId xmlns:a16="http://schemas.microsoft.com/office/drawing/2014/main" id="{4388FEDC-D956-41CD-B8C4-1B3D555B537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" y="1513"/>
              <a:ext cx="29" cy="25"/>
            </a:xfrm>
            <a:custGeom>
              <a:avLst/>
              <a:gdLst>
                <a:gd name="T0" fmla="*/ 96 w 16"/>
                <a:gd name="T1" fmla="*/ 41 h 14"/>
                <a:gd name="T2" fmla="*/ 53 w 16"/>
                <a:gd name="T3" fmla="*/ 0 h 14"/>
                <a:gd name="T4" fmla="*/ 7 w 16"/>
                <a:gd name="T5" fmla="*/ 36 h 14"/>
                <a:gd name="T6" fmla="*/ 49 w 16"/>
                <a:gd name="T7" fmla="*/ 80 h 14"/>
                <a:gd name="T8" fmla="*/ 96 w 16"/>
                <a:gd name="T9" fmla="*/ 4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4">
                  <a:moveTo>
                    <a:pt x="16" y="7"/>
                  </a:moveTo>
                  <a:cubicBezTo>
                    <a:pt x="16" y="4"/>
                    <a:pt x="13" y="1"/>
                    <a:pt x="9" y="0"/>
                  </a:cubicBezTo>
                  <a:cubicBezTo>
                    <a:pt x="5" y="0"/>
                    <a:pt x="1" y="3"/>
                    <a:pt x="1" y="6"/>
                  </a:cubicBezTo>
                  <a:cubicBezTo>
                    <a:pt x="0" y="10"/>
                    <a:pt x="4" y="13"/>
                    <a:pt x="8" y="14"/>
                  </a:cubicBezTo>
                  <a:cubicBezTo>
                    <a:pt x="12" y="14"/>
                    <a:pt x="16" y="11"/>
                    <a:pt x="16" y="7"/>
                  </a:cubicBezTo>
                </a:path>
              </a:pathLst>
            </a:custGeom>
            <a:solidFill>
              <a:srgbClr val="7133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288" name="Freeform 274">
              <a:extLst>
                <a:ext uri="{FF2B5EF4-FFF2-40B4-BE49-F238E27FC236}">
                  <a16:creationId xmlns:a16="http://schemas.microsoft.com/office/drawing/2014/main" id="{4E78F61B-4191-41A8-81EA-2F98A470D7E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020" y="1520"/>
              <a:ext cx="12" cy="11"/>
            </a:xfrm>
            <a:custGeom>
              <a:avLst/>
              <a:gdLst>
                <a:gd name="T0" fmla="*/ 0 w 7"/>
                <a:gd name="T1" fmla="*/ 20 h 6"/>
                <a:gd name="T2" fmla="*/ 5 w 7"/>
                <a:gd name="T3" fmla="*/ 31 h 6"/>
                <a:gd name="T4" fmla="*/ 15 w 7"/>
                <a:gd name="T5" fmla="*/ 37 h 6"/>
                <a:gd name="T6" fmla="*/ 29 w 7"/>
                <a:gd name="T7" fmla="*/ 31 h 6"/>
                <a:gd name="T8" fmla="*/ 36 w 7"/>
                <a:gd name="T9" fmla="*/ 20 h 6"/>
                <a:gd name="T10" fmla="*/ 29 w 7"/>
                <a:gd name="T11" fmla="*/ 7 h 6"/>
                <a:gd name="T12" fmla="*/ 29 w 7"/>
                <a:gd name="T13" fmla="*/ 13 h 6"/>
                <a:gd name="T14" fmla="*/ 26 w 7"/>
                <a:gd name="T15" fmla="*/ 13 h 6"/>
                <a:gd name="T16" fmla="*/ 29 w 7"/>
                <a:gd name="T17" fmla="*/ 20 h 6"/>
                <a:gd name="T18" fmla="*/ 29 w 7"/>
                <a:gd name="T19" fmla="*/ 20 h 6"/>
                <a:gd name="T20" fmla="*/ 29 w 7"/>
                <a:gd name="T21" fmla="*/ 20 h 6"/>
                <a:gd name="T22" fmla="*/ 26 w 7"/>
                <a:gd name="T23" fmla="*/ 24 h 6"/>
                <a:gd name="T24" fmla="*/ 15 w 7"/>
                <a:gd name="T25" fmla="*/ 31 h 6"/>
                <a:gd name="T26" fmla="*/ 9 w 7"/>
                <a:gd name="T27" fmla="*/ 24 h 6"/>
                <a:gd name="T28" fmla="*/ 5 w 7"/>
                <a:gd name="T29" fmla="*/ 24 h 6"/>
                <a:gd name="T30" fmla="*/ 0 w 7"/>
                <a:gd name="T31" fmla="*/ 13 h 6"/>
                <a:gd name="T32" fmla="*/ 0 w 7"/>
                <a:gd name="T33" fmla="*/ 20 h 6"/>
                <a:gd name="T34" fmla="*/ 21 w 7"/>
                <a:gd name="T35" fmla="*/ 7 h 6"/>
                <a:gd name="T36" fmla="*/ 21 w 7"/>
                <a:gd name="T37" fmla="*/ 0 h 6"/>
                <a:gd name="T38" fmla="*/ 21 w 7"/>
                <a:gd name="T39" fmla="*/ 0 h 6"/>
                <a:gd name="T40" fmla="*/ 15 w 7"/>
                <a:gd name="T41" fmla="*/ 0 h 6"/>
                <a:gd name="T42" fmla="*/ 15 w 7"/>
                <a:gd name="T43" fmla="*/ 0 h 6"/>
                <a:gd name="T44" fmla="*/ 15 w 7"/>
                <a:gd name="T45" fmla="*/ 7 h 6"/>
                <a:gd name="T46" fmla="*/ 21 w 7"/>
                <a:gd name="T47" fmla="*/ 7 h 6"/>
                <a:gd name="T48" fmla="*/ 21 w 7"/>
                <a:gd name="T49" fmla="*/ 7 h 6"/>
                <a:gd name="T50" fmla="*/ 21 w 7"/>
                <a:gd name="T51" fmla="*/ 7 h 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7" h="6">
                  <a:moveTo>
                    <a:pt x="0" y="3"/>
                  </a:moveTo>
                  <a:cubicBezTo>
                    <a:pt x="1" y="5"/>
                    <a:pt x="1" y="5"/>
                    <a:pt x="1" y="5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6" y="2"/>
                    <a:pt x="5" y="2"/>
                    <a:pt x="5" y="2"/>
                  </a:cubicBezTo>
                  <a:cubicBezTo>
                    <a:pt x="5" y="2"/>
                    <a:pt x="6" y="3"/>
                    <a:pt x="6" y="3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3"/>
                    <a:pt x="1" y="3"/>
                    <a:pt x="0" y="2"/>
                  </a:cubicBezTo>
                  <a:lnTo>
                    <a:pt x="0" y="3"/>
                  </a:lnTo>
                  <a:close/>
                  <a:moveTo>
                    <a:pt x="4" y="1"/>
                  </a:moveTo>
                  <a:cubicBezTo>
                    <a:pt x="4" y="1"/>
                    <a:pt x="4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289" name="Freeform 275">
              <a:extLst>
                <a:ext uri="{FF2B5EF4-FFF2-40B4-BE49-F238E27FC236}">
                  <a16:creationId xmlns:a16="http://schemas.microsoft.com/office/drawing/2014/main" id="{E1AEA685-4F83-439B-A15D-284F7944AA3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011" y="1513"/>
              <a:ext cx="30" cy="25"/>
            </a:xfrm>
            <a:custGeom>
              <a:avLst/>
              <a:gdLst>
                <a:gd name="T0" fmla="*/ 49 w 17"/>
                <a:gd name="T1" fmla="*/ 7 h 14"/>
                <a:gd name="T2" fmla="*/ 49 w 17"/>
                <a:gd name="T3" fmla="*/ 7 h 14"/>
                <a:gd name="T4" fmla="*/ 49 w 17"/>
                <a:gd name="T5" fmla="*/ 0 h 14"/>
                <a:gd name="T6" fmla="*/ 49 w 17"/>
                <a:gd name="T7" fmla="*/ 0 h 14"/>
                <a:gd name="T8" fmla="*/ 49 w 17"/>
                <a:gd name="T9" fmla="*/ 7 h 14"/>
                <a:gd name="T10" fmla="*/ 49 w 17"/>
                <a:gd name="T11" fmla="*/ 7 h 14"/>
                <a:gd name="T12" fmla="*/ 12 w 17"/>
                <a:gd name="T13" fmla="*/ 52 h 14"/>
                <a:gd name="T14" fmla="*/ 0 w 17"/>
                <a:gd name="T15" fmla="*/ 52 h 14"/>
                <a:gd name="T16" fmla="*/ 12 w 17"/>
                <a:gd name="T17" fmla="*/ 68 h 14"/>
                <a:gd name="T18" fmla="*/ 44 w 17"/>
                <a:gd name="T19" fmla="*/ 80 h 14"/>
                <a:gd name="T20" fmla="*/ 81 w 17"/>
                <a:gd name="T21" fmla="*/ 64 h 14"/>
                <a:gd name="T22" fmla="*/ 78 w 17"/>
                <a:gd name="T23" fmla="*/ 64 h 14"/>
                <a:gd name="T24" fmla="*/ 44 w 17"/>
                <a:gd name="T25" fmla="*/ 73 h 14"/>
                <a:gd name="T26" fmla="*/ 16 w 17"/>
                <a:gd name="T27" fmla="*/ 64 h 14"/>
                <a:gd name="T28" fmla="*/ 12 w 17"/>
                <a:gd name="T29" fmla="*/ 52 h 14"/>
                <a:gd name="T30" fmla="*/ 86 w 17"/>
                <a:gd name="T31" fmla="*/ 36 h 14"/>
                <a:gd name="T32" fmla="*/ 94 w 17"/>
                <a:gd name="T33" fmla="*/ 36 h 14"/>
                <a:gd name="T34" fmla="*/ 86 w 17"/>
                <a:gd name="T35" fmla="*/ 36 h 14"/>
                <a:gd name="T36" fmla="*/ 86 w 17"/>
                <a:gd name="T37" fmla="*/ 36 h 14"/>
                <a:gd name="T38" fmla="*/ 34 w 17"/>
                <a:gd name="T39" fmla="*/ 7 h 14"/>
                <a:gd name="T40" fmla="*/ 34 w 17"/>
                <a:gd name="T41" fmla="*/ 0 h 14"/>
                <a:gd name="T42" fmla="*/ 16 w 17"/>
                <a:gd name="T43" fmla="*/ 7 h 14"/>
                <a:gd name="T44" fmla="*/ 21 w 17"/>
                <a:gd name="T45" fmla="*/ 13 h 14"/>
                <a:gd name="T46" fmla="*/ 34 w 17"/>
                <a:gd name="T47" fmla="*/ 7 h 14"/>
                <a:gd name="T48" fmla="*/ 65 w 17"/>
                <a:gd name="T49" fmla="*/ 13 h 14"/>
                <a:gd name="T50" fmla="*/ 72 w 17"/>
                <a:gd name="T51" fmla="*/ 7 h 14"/>
                <a:gd name="T52" fmla="*/ 65 w 17"/>
                <a:gd name="T53" fmla="*/ 0 h 14"/>
                <a:gd name="T54" fmla="*/ 65 w 17"/>
                <a:gd name="T55" fmla="*/ 7 h 14"/>
                <a:gd name="T56" fmla="*/ 65 w 17"/>
                <a:gd name="T57" fmla="*/ 13 h 14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17" h="14">
                  <a:moveTo>
                    <a:pt x="9" y="1"/>
                  </a:moveTo>
                  <a:cubicBezTo>
                    <a:pt x="9" y="1"/>
                    <a:pt x="9" y="1"/>
                    <a:pt x="9" y="1"/>
                  </a:cubicBezTo>
                  <a:cubicBezTo>
                    <a:pt x="9" y="1"/>
                    <a:pt x="9" y="0"/>
                    <a:pt x="9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9" y="0"/>
                    <a:pt x="9" y="1"/>
                    <a:pt x="9" y="1"/>
                  </a:cubicBezTo>
                  <a:cubicBezTo>
                    <a:pt x="9" y="1"/>
                    <a:pt x="9" y="1"/>
                    <a:pt x="9" y="1"/>
                  </a:cubicBezTo>
                  <a:moveTo>
                    <a:pt x="2" y="9"/>
                  </a:moveTo>
                  <a:cubicBezTo>
                    <a:pt x="1" y="9"/>
                    <a:pt x="1" y="9"/>
                    <a:pt x="0" y="9"/>
                  </a:cubicBezTo>
                  <a:cubicBezTo>
                    <a:pt x="1" y="10"/>
                    <a:pt x="1" y="11"/>
                    <a:pt x="2" y="12"/>
                  </a:cubicBezTo>
                  <a:cubicBezTo>
                    <a:pt x="4" y="13"/>
                    <a:pt x="6" y="14"/>
                    <a:pt x="8" y="14"/>
                  </a:cubicBezTo>
                  <a:cubicBezTo>
                    <a:pt x="11" y="14"/>
                    <a:pt x="13" y="13"/>
                    <a:pt x="15" y="11"/>
                  </a:cubicBezTo>
                  <a:cubicBezTo>
                    <a:pt x="14" y="11"/>
                    <a:pt x="14" y="11"/>
                    <a:pt x="14" y="11"/>
                  </a:cubicBezTo>
                  <a:cubicBezTo>
                    <a:pt x="12" y="12"/>
                    <a:pt x="10" y="13"/>
                    <a:pt x="8" y="13"/>
                  </a:cubicBezTo>
                  <a:cubicBezTo>
                    <a:pt x="6" y="13"/>
                    <a:pt x="4" y="12"/>
                    <a:pt x="3" y="11"/>
                  </a:cubicBezTo>
                  <a:cubicBezTo>
                    <a:pt x="2" y="10"/>
                    <a:pt x="2" y="10"/>
                    <a:pt x="2" y="9"/>
                  </a:cubicBezTo>
                  <a:moveTo>
                    <a:pt x="16" y="6"/>
                  </a:moveTo>
                  <a:cubicBezTo>
                    <a:pt x="16" y="6"/>
                    <a:pt x="16" y="6"/>
                    <a:pt x="17" y="6"/>
                  </a:cubicBezTo>
                  <a:cubicBezTo>
                    <a:pt x="17" y="6"/>
                    <a:pt x="17" y="6"/>
                    <a:pt x="16" y="6"/>
                  </a:cubicBezTo>
                  <a:cubicBezTo>
                    <a:pt x="16" y="6"/>
                    <a:pt x="16" y="6"/>
                    <a:pt x="16" y="6"/>
                  </a:cubicBezTo>
                  <a:moveTo>
                    <a:pt x="6" y="1"/>
                  </a:moveTo>
                  <a:cubicBezTo>
                    <a:pt x="6" y="1"/>
                    <a:pt x="6" y="0"/>
                    <a:pt x="6" y="0"/>
                  </a:cubicBezTo>
                  <a:cubicBezTo>
                    <a:pt x="5" y="0"/>
                    <a:pt x="4" y="1"/>
                    <a:pt x="3" y="1"/>
                  </a:cubicBezTo>
                  <a:cubicBezTo>
                    <a:pt x="3" y="2"/>
                    <a:pt x="4" y="2"/>
                    <a:pt x="4" y="2"/>
                  </a:cubicBezTo>
                  <a:cubicBezTo>
                    <a:pt x="5" y="2"/>
                    <a:pt x="5" y="1"/>
                    <a:pt x="6" y="1"/>
                  </a:cubicBezTo>
                  <a:moveTo>
                    <a:pt x="12" y="2"/>
                  </a:moveTo>
                  <a:cubicBezTo>
                    <a:pt x="12" y="1"/>
                    <a:pt x="12" y="1"/>
                    <a:pt x="13" y="1"/>
                  </a:cubicBezTo>
                  <a:cubicBezTo>
                    <a:pt x="12" y="1"/>
                    <a:pt x="12" y="0"/>
                    <a:pt x="12" y="0"/>
                  </a:cubicBezTo>
                  <a:cubicBezTo>
                    <a:pt x="12" y="1"/>
                    <a:pt x="12" y="1"/>
                    <a:pt x="12" y="1"/>
                  </a:cubicBezTo>
                  <a:cubicBezTo>
                    <a:pt x="12" y="2"/>
                    <a:pt x="12" y="2"/>
                    <a:pt x="12" y="2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290" name="Freeform 276">
              <a:extLst>
                <a:ext uri="{FF2B5EF4-FFF2-40B4-BE49-F238E27FC236}">
                  <a16:creationId xmlns:a16="http://schemas.microsoft.com/office/drawing/2014/main" id="{FFE368A3-82B9-4929-9CF6-6B1BE9AC3C8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9" y="2577"/>
              <a:ext cx="68" cy="43"/>
            </a:xfrm>
            <a:custGeom>
              <a:avLst/>
              <a:gdLst>
                <a:gd name="T0" fmla="*/ 0 w 38"/>
                <a:gd name="T1" fmla="*/ 138 h 24"/>
                <a:gd name="T2" fmla="*/ 41 w 38"/>
                <a:gd name="T3" fmla="*/ 122 h 24"/>
                <a:gd name="T4" fmla="*/ 138 w 38"/>
                <a:gd name="T5" fmla="*/ 73 h 24"/>
                <a:gd name="T6" fmla="*/ 218 w 38"/>
                <a:gd name="T7" fmla="*/ 0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" h="24">
                  <a:moveTo>
                    <a:pt x="0" y="24"/>
                  </a:moveTo>
                  <a:cubicBezTo>
                    <a:pt x="1" y="23"/>
                    <a:pt x="4" y="22"/>
                    <a:pt x="7" y="21"/>
                  </a:cubicBezTo>
                  <a:cubicBezTo>
                    <a:pt x="12" y="18"/>
                    <a:pt x="18" y="17"/>
                    <a:pt x="24" y="13"/>
                  </a:cubicBezTo>
                  <a:cubicBezTo>
                    <a:pt x="28" y="11"/>
                    <a:pt x="34" y="2"/>
                    <a:pt x="38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291" name="Freeform 277">
              <a:extLst>
                <a:ext uri="{FF2B5EF4-FFF2-40B4-BE49-F238E27FC236}">
                  <a16:creationId xmlns:a16="http://schemas.microsoft.com/office/drawing/2014/main" id="{0346A2C9-7859-4974-BFB3-1EA155C369B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0" y="2586"/>
              <a:ext cx="52" cy="45"/>
            </a:xfrm>
            <a:custGeom>
              <a:avLst/>
              <a:gdLst>
                <a:gd name="T0" fmla="*/ 167 w 29"/>
                <a:gd name="T1" fmla="*/ 0 h 25"/>
                <a:gd name="T2" fmla="*/ 97 w 29"/>
                <a:gd name="T3" fmla="*/ 88 h 25"/>
                <a:gd name="T4" fmla="*/ 0 w 29"/>
                <a:gd name="T5" fmla="*/ 146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25">
                  <a:moveTo>
                    <a:pt x="29" y="0"/>
                  </a:moveTo>
                  <a:cubicBezTo>
                    <a:pt x="25" y="5"/>
                    <a:pt x="17" y="13"/>
                    <a:pt x="17" y="15"/>
                  </a:cubicBezTo>
                  <a:cubicBezTo>
                    <a:pt x="12" y="17"/>
                    <a:pt x="9" y="17"/>
                    <a:pt x="0" y="25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292" name="Freeform 278">
              <a:extLst>
                <a:ext uri="{FF2B5EF4-FFF2-40B4-BE49-F238E27FC236}">
                  <a16:creationId xmlns:a16="http://schemas.microsoft.com/office/drawing/2014/main" id="{3157EC57-C415-4805-B355-6469E4B4F6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1" y="2525"/>
              <a:ext cx="72" cy="84"/>
            </a:xfrm>
            <a:custGeom>
              <a:avLst/>
              <a:gdLst>
                <a:gd name="T0" fmla="*/ 198 w 40"/>
                <a:gd name="T1" fmla="*/ 195 h 47"/>
                <a:gd name="T2" fmla="*/ 234 w 40"/>
                <a:gd name="T3" fmla="*/ 109 h 47"/>
                <a:gd name="T4" fmla="*/ 158 w 40"/>
                <a:gd name="T5" fmla="*/ 0 h 47"/>
                <a:gd name="T6" fmla="*/ 117 w 40"/>
                <a:gd name="T7" fmla="*/ 52 h 47"/>
                <a:gd name="T8" fmla="*/ 94 w 40"/>
                <a:gd name="T9" fmla="*/ 188 h 47"/>
                <a:gd name="T10" fmla="*/ 0 w 40"/>
                <a:gd name="T11" fmla="*/ 263 h 4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0" h="47">
                  <a:moveTo>
                    <a:pt x="34" y="34"/>
                  </a:moveTo>
                  <a:cubicBezTo>
                    <a:pt x="34" y="28"/>
                    <a:pt x="39" y="25"/>
                    <a:pt x="40" y="19"/>
                  </a:cubicBezTo>
                  <a:cubicBezTo>
                    <a:pt x="40" y="12"/>
                    <a:pt x="34" y="5"/>
                    <a:pt x="27" y="0"/>
                  </a:cubicBezTo>
                  <a:cubicBezTo>
                    <a:pt x="21" y="0"/>
                    <a:pt x="21" y="5"/>
                    <a:pt x="20" y="9"/>
                  </a:cubicBezTo>
                  <a:cubicBezTo>
                    <a:pt x="20" y="13"/>
                    <a:pt x="18" y="28"/>
                    <a:pt x="16" y="33"/>
                  </a:cubicBezTo>
                  <a:cubicBezTo>
                    <a:pt x="16" y="38"/>
                    <a:pt x="9" y="47"/>
                    <a:pt x="0" y="46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293" name="Freeform 279">
              <a:extLst>
                <a:ext uri="{FF2B5EF4-FFF2-40B4-BE49-F238E27FC236}">
                  <a16:creationId xmlns:a16="http://schemas.microsoft.com/office/drawing/2014/main" id="{945F9053-2EB3-4B50-9C3E-C88870D8AFF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7" y="2649"/>
              <a:ext cx="24" cy="9"/>
            </a:xfrm>
            <a:custGeom>
              <a:avLst/>
              <a:gdLst>
                <a:gd name="T0" fmla="*/ 81 w 13"/>
                <a:gd name="T1" fmla="*/ 16 h 5"/>
                <a:gd name="T2" fmla="*/ 0 w 13"/>
                <a:gd name="T3" fmla="*/ 2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5">
                  <a:moveTo>
                    <a:pt x="13" y="3"/>
                  </a:moveTo>
                  <a:cubicBezTo>
                    <a:pt x="11" y="0"/>
                    <a:pt x="5" y="1"/>
                    <a:pt x="0" y="5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294" name="Freeform 280">
              <a:extLst>
                <a:ext uri="{FF2B5EF4-FFF2-40B4-BE49-F238E27FC236}">
                  <a16:creationId xmlns:a16="http://schemas.microsoft.com/office/drawing/2014/main" id="{BDA2346F-3B02-4E3A-832D-B42F8B5198D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0" y="2516"/>
              <a:ext cx="6" cy="16"/>
            </a:xfrm>
            <a:custGeom>
              <a:avLst/>
              <a:gdLst>
                <a:gd name="T0" fmla="*/ 24 w 3"/>
                <a:gd name="T1" fmla="*/ 0 h 9"/>
                <a:gd name="T2" fmla="*/ 0 w 3"/>
                <a:gd name="T3" fmla="*/ 5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9">
                  <a:moveTo>
                    <a:pt x="3" y="0"/>
                  </a:moveTo>
                  <a:cubicBezTo>
                    <a:pt x="2" y="2"/>
                    <a:pt x="0" y="5"/>
                    <a:pt x="0" y="9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295" name="Freeform 281">
              <a:extLst>
                <a:ext uri="{FF2B5EF4-FFF2-40B4-BE49-F238E27FC236}">
                  <a16:creationId xmlns:a16="http://schemas.microsoft.com/office/drawing/2014/main" id="{635FE603-F065-44ED-9E3B-FB7C23977C2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8" y="2546"/>
              <a:ext cx="38" cy="44"/>
            </a:xfrm>
            <a:custGeom>
              <a:avLst/>
              <a:gdLst>
                <a:gd name="T0" fmla="*/ 125 w 21"/>
                <a:gd name="T1" fmla="*/ 0 h 24"/>
                <a:gd name="T2" fmla="*/ 72 w 21"/>
                <a:gd name="T3" fmla="*/ 112 h 24"/>
                <a:gd name="T4" fmla="*/ 0 w 21"/>
                <a:gd name="T5" fmla="*/ 149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24">
                  <a:moveTo>
                    <a:pt x="21" y="0"/>
                  </a:moveTo>
                  <a:cubicBezTo>
                    <a:pt x="20" y="8"/>
                    <a:pt x="15" y="12"/>
                    <a:pt x="12" y="18"/>
                  </a:cubicBezTo>
                  <a:cubicBezTo>
                    <a:pt x="10" y="23"/>
                    <a:pt x="3" y="21"/>
                    <a:pt x="0" y="24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296" name="Freeform 282">
              <a:extLst>
                <a:ext uri="{FF2B5EF4-FFF2-40B4-BE49-F238E27FC236}">
                  <a16:creationId xmlns:a16="http://schemas.microsoft.com/office/drawing/2014/main" id="{A4706868-93EE-46E7-8058-8C9A849A5A5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3" y="2534"/>
              <a:ext cx="25" cy="39"/>
            </a:xfrm>
            <a:custGeom>
              <a:avLst/>
              <a:gdLst>
                <a:gd name="T0" fmla="*/ 80 w 14"/>
                <a:gd name="T1" fmla="*/ 0 h 22"/>
                <a:gd name="T2" fmla="*/ 36 w 14"/>
                <a:gd name="T3" fmla="*/ 110 h 22"/>
                <a:gd name="T4" fmla="*/ 0 w 14"/>
                <a:gd name="T5" fmla="*/ 122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22">
                  <a:moveTo>
                    <a:pt x="14" y="0"/>
                  </a:moveTo>
                  <a:cubicBezTo>
                    <a:pt x="13" y="5"/>
                    <a:pt x="9" y="18"/>
                    <a:pt x="6" y="20"/>
                  </a:cubicBezTo>
                  <a:cubicBezTo>
                    <a:pt x="3" y="21"/>
                    <a:pt x="1" y="19"/>
                    <a:pt x="0" y="22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297" name="Freeform 283">
              <a:extLst>
                <a:ext uri="{FF2B5EF4-FFF2-40B4-BE49-F238E27FC236}">
                  <a16:creationId xmlns:a16="http://schemas.microsoft.com/office/drawing/2014/main" id="{021E6889-9180-4067-800F-C19A1E8F07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6" y="2582"/>
              <a:ext cx="6" cy="17"/>
            </a:xfrm>
            <a:custGeom>
              <a:avLst/>
              <a:gdLst>
                <a:gd name="T0" fmla="*/ 0 w 3"/>
                <a:gd name="T1" fmla="*/ 0 h 9"/>
                <a:gd name="T2" fmla="*/ 8 w 3"/>
                <a:gd name="T3" fmla="*/ 6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9">
                  <a:moveTo>
                    <a:pt x="0" y="0"/>
                  </a:moveTo>
                  <a:cubicBezTo>
                    <a:pt x="3" y="1"/>
                    <a:pt x="2" y="7"/>
                    <a:pt x="1" y="9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298" name="Freeform 284">
              <a:extLst>
                <a:ext uri="{FF2B5EF4-FFF2-40B4-BE49-F238E27FC236}">
                  <a16:creationId xmlns:a16="http://schemas.microsoft.com/office/drawing/2014/main" id="{8D48BDAE-7566-4329-BB70-DEBD24C19D4C}"/>
                </a:ext>
              </a:extLst>
            </p:cNvPr>
            <p:cNvSpPr>
              <a:spLocks/>
            </p:cNvSpPr>
            <p:nvPr/>
          </p:nvSpPr>
          <p:spPr bwMode="auto">
            <a:xfrm>
              <a:off x="876" y="3825"/>
              <a:ext cx="7" cy="32"/>
            </a:xfrm>
            <a:custGeom>
              <a:avLst/>
              <a:gdLst>
                <a:gd name="T0" fmla="*/ 0 w 4"/>
                <a:gd name="T1" fmla="*/ 0 h 18"/>
                <a:gd name="T2" fmla="*/ 21 w 4"/>
                <a:gd name="T3" fmla="*/ 101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8">
                  <a:moveTo>
                    <a:pt x="0" y="0"/>
                  </a:moveTo>
                  <a:cubicBezTo>
                    <a:pt x="0" y="7"/>
                    <a:pt x="4" y="18"/>
                    <a:pt x="4" y="18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299" name="Freeform 285">
              <a:extLst>
                <a:ext uri="{FF2B5EF4-FFF2-40B4-BE49-F238E27FC236}">
                  <a16:creationId xmlns:a16="http://schemas.microsoft.com/office/drawing/2014/main" id="{4EB2A71B-4D54-4632-83E8-96C37DF7DAD9}"/>
                </a:ext>
              </a:extLst>
            </p:cNvPr>
            <p:cNvSpPr>
              <a:spLocks/>
            </p:cNvSpPr>
            <p:nvPr/>
          </p:nvSpPr>
          <p:spPr bwMode="auto">
            <a:xfrm>
              <a:off x="845" y="2067"/>
              <a:ext cx="47" cy="34"/>
            </a:xfrm>
            <a:custGeom>
              <a:avLst/>
              <a:gdLst>
                <a:gd name="T0" fmla="*/ 0 w 26"/>
                <a:gd name="T1" fmla="*/ 73 h 19"/>
                <a:gd name="T2" fmla="*/ 118 w 26"/>
                <a:gd name="T3" fmla="*/ 109 h 19"/>
                <a:gd name="T4" fmla="*/ 0 w 26"/>
                <a:gd name="T5" fmla="*/ 68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19">
                  <a:moveTo>
                    <a:pt x="0" y="13"/>
                  </a:moveTo>
                  <a:cubicBezTo>
                    <a:pt x="6" y="7"/>
                    <a:pt x="17" y="10"/>
                    <a:pt x="20" y="19"/>
                  </a:cubicBezTo>
                  <a:cubicBezTo>
                    <a:pt x="26" y="12"/>
                    <a:pt x="4" y="0"/>
                    <a:pt x="0" y="12"/>
                  </a:cubicBezTo>
                </a:path>
              </a:pathLst>
            </a:custGeom>
            <a:solidFill>
              <a:srgbClr val="C17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300" name="Freeform 286">
              <a:extLst>
                <a:ext uri="{FF2B5EF4-FFF2-40B4-BE49-F238E27FC236}">
                  <a16:creationId xmlns:a16="http://schemas.microsoft.com/office/drawing/2014/main" id="{B2E6E58D-4926-44A6-82EE-D766ADF98299}"/>
                </a:ext>
              </a:extLst>
            </p:cNvPr>
            <p:cNvSpPr>
              <a:spLocks/>
            </p:cNvSpPr>
            <p:nvPr/>
          </p:nvSpPr>
          <p:spPr bwMode="auto">
            <a:xfrm>
              <a:off x="771" y="3954"/>
              <a:ext cx="25" cy="16"/>
            </a:xfrm>
            <a:custGeom>
              <a:avLst/>
              <a:gdLst>
                <a:gd name="T0" fmla="*/ 29 w 14"/>
                <a:gd name="T1" fmla="*/ 7 h 9"/>
                <a:gd name="T2" fmla="*/ 68 w 14"/>
                <a:gd name="T3" fmla="*/ 16 h 9"/>
                <a:gd name="T4" fmla="*/ 29 w 14"/>
                <a:gd name="T5" fmla="*/ 21 h 9"/>
                <a:gd name="T6" fmla="*/ 0 w 14"/>
                <a:gd name="T7" fmla="*/ 36 h 9"/>
                <a:gd name="T8" fmla="*/ 64 w 14"/>
                <a:gd name="T9" fmla="*/ 50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9">
                  <a:moveTo>
                    <a:pt x="5" y="1"/>
                  </a:moveTo>
                  <a:cubicBezTo>
                    <a:pt x="7" y="1"/>
                    <a:pt x="11" y="0"/>
                    <a:pt x="12" y="3"/>
                  </a:cubicBezTo>
                  <a:cubicBezTo>
                    <a:pt x="14" y="8"/>
                    <a:pt x="6" y="4"/>
                    <a:pt x="5" y="4"/>
                  </a:cubicBezTo>
                  <a:cubicBezTo>
                    <a:pt x="3" y="3"/>
                    <a:pt x="0" y="3"/>
                    <a:pt x="0" y="6"/>
                  </a:cubicBezTo>
                  <a:cubicBezTo>
                    <a:pt x="1" y="9"/>
                    <a:pt x="8" y="8"/>
                    <a:pt x="11" y="9"/>
                  </a:cubicBezTo>
                </a:path>
              </a:pathLst>
            </a:custGeom>
            <a:noFill/>
            <a:ln w="6350" cap="flat">
              <a:solidFill>
                <a:srgbClr val="A961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301" name="Freeform 287">
              <a:extLst>
                <a:ext uri="{FF2B5EF4-FFF2-40B4-BE49-F238E27FC236}">
                  <a16:creationId xmlns:a16="http://schemas.microsoft.com/office/drawing/2014/main" id="{8C1ABA13-A23F-4B7C-A2D8-4F6E3F2D5222}"/>
                </a:ext>
              </a:extLst>
            </p:cNvPr>
            <p:cNvSpPr>
              <a:spLocks/>
            </p:cNvSpPr>
            <p:nvPr/>
          </p:nvSpPr>
          <p:spPr bwMode="auto">
            <a:xfrm>
              <a:off x="746" y="3956"/>
              <a:ext cx="14" cy="12"/>
            </a:xfrm>
            <a:custGeom>
              <a:avLst/>
              <a:gdLst>
                <a:gd name="T0" fmla="*/ 44 w 8"/>
                <a:gd name="T1" fmla="*/ 21 h 7"/>
                <a:gd name="T2" fmla="*/ 0 w 8"/>
                <a:gd name="T3" fmla="*/ 0 h 7"/>
                <a:gd name="T4" fmla="*/ 33 w 8"/>
                <a:gd name="T5" fmla="*/ 36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7">
                  <a:moveTo>
                    <a:pt x="8" y="4"/>
                  </a:moveTo>
                  <a:cubicBezTo>
                    <a:pt x="7" y="1"/>
                    <a:pt x="3" y="0"/>
                    <a:pt x="0" y="0"/>
                  </a:cubicBezTo>
                  <a:cubicBezTo>
                    <a:pt x="1" y="3"/>
                    <a:pt x="3" y="6"/>
                    <a:pt x="6" y="7"/>
                  </a:cubicBezTo>
                </a:path>
              </a:pathLst>
            </a:custGeom>
            <a:noFill/>
            <a:ln w="6350" cap="flat">
              <a:solidFill>
                <a:srgbClr val="A961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302" name="Freeform 288">
              <a:extLst>
                <a:ext uri="{FF2B5EF4-FFF2-40B4-BE49-F238E27FC236}">
                  <a16:creationId xmlns:a16="http://schemas.microsoft.com/office/drawing/2014/main" id="{A50121D1-2D66-43B5-9B98-F27F794FD5B8}"/>
                </a:ext>
              </a:extLst>
            </p:cNvPr>
            <p:cNvSpPr>
              <a:spLocks/>
            </p:cNvSpPr>
            <p:nvPr/>
          </p:nvSpPr>
          <p:spPr bwMode="auto">
            <a:xfrm>
              <a:off x="706" y="3949"/>
              <a:ext cx="24" cy="16"/>
            </a:xfrm>
            <a:custGeom>
              <a:avLst/>
              <a:gdLst>
                <a:gd name="T0" fmla="*/ 81 w 13"/>
                <a:gd name="T1" fmla="*/ 36 h 9"/>
                <a:gd name="T2" fmla="*/ 24 w 13"/>
                <a:gd name="T3" fmla="*/ 12 h 9"/>
                <a:gd name="T4" fmla="*/ 76 w 13"/>
                <a:gd name="T5" fmla="*/ 5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9">
                  <a:moveTo>
                    <a:pt x="13" y="6"/>
                  </a:moveTo>
                  <a:cubicBezTo>
                    <a:pt x="12" y="4"/>
                    <a:pt x="7" y="0"/>
                    <a:pt x="4" y="2"/>
                  </a:cubicBezTo>
                  <a:cubicBezTo>
                    <a:pt x="0" y="6"/>
                    <a:pt x="10" y="9"/>
                    <a:pt x="12" y="9"/>
                  </a:cubicBezTo>
                </a:path>
              </a:pathLst>
            </a:custGeom>
            <a:noFill/>
            <a:ln w="6350" cap="flat">
              <a:solidFill>
                <a:srgbClr val="A961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303" name="Freeform 289">
              <a:extLst>
                <a:ext uri="{FF2B5EF4-FFF2-40B4-BE49-F238E27FC236}">
                  <a16:creationId xmlns:a16="http://schemas.microsoft.com/office/drawing/2014/main" id="{4DBEC7CB-9E92-46B8-AAD3-9574185C3A2F}"/>
                </a:ext>
              </a:extLst>
            </p:cNvPr>
            <p:cNvSpPr>
              <a:spLocks/>
            </p:cNvSpPr>
            <p:nvPr/>
          </p:nvSpPr>
          <p:spPr bwMode="auto">
            <a:xfrm>
              <a:off x="690" y="3943"/>
              <a:ext cx="9" cy="9"/>
            </a:xfrm>
            <a:custGeom>
              <a:avLst/>
              <a:gdLst>
                <a:gd name="T0" fmla="*/ 29 w 5"/>
                <a:gd name="T1" fmla="*/ 29 h 5"/>
                <a:gd name="T2" fmla="*/ 0 w 5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5">
                  <a:moveTo>
                    <a:pt x="5" y="5"/>
                  </a:moveTo>
                  <a:cubicBezTo>
                    <a:pt x="4" y="3"/>
                    <a:pt x="1" y="2"/>
                    <a:pt x="0" y="0"/>
                  </a:cubicBezTo>
                </a:path>
              </a:pathLst>
            </a:custGeom>
            <a:noFill/>
            <a:ln w="6350" cap="flat">
              <a:solidFill>
                <a:srgbClr val="A961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304" name="Freeform 290">
              <a:extLst>
                <a:ext uri="{FF2B5EF4-FFF2-40B4-BE49-F238E27FC236}">
                  <a16:creationId xmlns:a16="http://schemas.microsoft.com/office/drawing/2014/main" id="{85877840-8CB4-4E24-A1C5-A01F89538211}"/>
                </a:ext>
              </a:extLst>
            </p:cNvPr>
            <p:cNvSpPr>
              <a:spLocks/>
            </p:cNvSpPr>
            <p:nvPr/>
          </p:nvSpPr>
          <p:spPr bwMode="auto">
            <a:xfrm>
              <a:off x="926" y="3952"/>
              <a:ext cx="16" cy="13"/>
            </a:xfrm>
            <a:custGeom>
              <a:avLst/>
              <a:gdLst>
                <a:gd name="T0" fmla="*/ 7 w 9"/>
                <a:gd name="T1" fmla="*/ 13 h 7"/>
                <a:gd name="T2" fmla="*/ 50 w 9"/>
                <a:gd name="T3" fmla="*/ 24 h 7"/>
                <a:gd name="T4" fmla="*/ 0 w 9"/>
                <a:gd name="T5" fmla="*/ 37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7">
                  <a:moveTo>
                    <a:pt x="1" y="2"/>
                  </a:moveTo>
                  <a:cubicBezTo>
                    <a:pt x="2" y="2"/>
                    <a:pt x="9" y="0"/>
                    <a:pt x="9" y="4"/>
                  </a:cubicBezTo>
                  <a:cubicBezTo>
                    <a:pt x="8" y="7"/>
                    <a:pt x="2" y="6"/>
                    <a:pt x="0" y="6"/>
                  </a:cubicBezTo>
                </a:path>
              </a:pathLst>
            </a:custGeom>
            <a:noFill/>
            <a:ln w="6350" cap="flat">
              <a:solidFill>
                <a:srgbClr val="A961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305" name="Freeform 291">
              <a:extLst>
                <a:ext uri="{FF2B5EF4-FFF2-40B4-BE49-F238E27FC236}">
                  <a16:creationId xmlns:a16="http://schemas.microsoft.com/office/drawing/2014/main" id="{067A8C17-7106-45F9-9123-E8E3642B22A8}"/>
                </a:ext>
              </a:extLst>
            </p:cNvPr>
            <p:cNvSpPr>
              <a:spLocks/>
            </p:cNvSpPr>
            <p:nvPr/>
          </p:nvSpPr>
          <p:spPr bwMode="auto">
            <a:xfrm>
              <a:off x="959" y="3956"/>
              <a:ext cx="21" cy="14"/>
            </a:xfrm>
            <a:custGeom>
              <a:avLst/>
              <a:gdLst>
                <a:gd name="T0" fmla="*/ 0 w 12"/>
                <a:gd name="T1" fmla="*/ 21 h 8"/>
                <a:gd name="T2" fmla="*/ 44 w 12"/>
                <a:gd name="T3" fmla="*/ 12 h 8"/>
                <a:gd name="T4" fmla="*/ 7 w 12"/>
                <a:gd name="T5" fmla="*/ 44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8">
                  <a:moveTo>
                    <a:pt x="0" y="4"/>
                  </a:moveTo>
                  <a:cubicBezTo>
                    <a:pt x="2" y="2"/>
                    <a:pt x="6" y="0"/>
                    <a:pt x="8" y="2"/>
                  </a:cubicBezTo>
                  <a:cubicBezTo>
                    <a:pt x="12" y="6"/>
                    <a:pt x="4" y="8"/>
                    <a:pt x="1" y="8"/>
                  </a:cubicBezTo>
                </a:path>
              </a:pathLst>
            </a:custGeom>
            <a:noFill/>
            <a:ln w="6350" cap="flat">
              <a:solidFill>
                <a:srgbClr val="A961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306" name="Freeform 292">
              <a:extLst>
                <a:ext uri="{FF2B5EF4-FFF2-40B4-BE49-F238E27FC236}">
                  <a16:creationId xmlns:a16="http://schemas.microsoft.com/office/drawing/2014/main" id="{4AB774BA-4824-4BC3-9DBA-9ABD29B2230D}"/>
                </a:ext>
              </a:extLst>
            </p:cNvPr>
            <p:cNvSpPr>
              <a:spLocks/>
            </p:cNvSpPr>
            <p:nvPr/>
          </p:nvSpPr>
          <p:spPr bwMode="auto">
            <a:xfrm>
              <a:off x="991" y="3952"/>
              <a:ext cx="14" cy="7"/>
            </a:xfrm>
            <a:custGeom>
              <a:avLst/>
              <a:gdLst>
                <a:gd name="T0" fmla="*/ 44 w 8"/>
                <a:gd name="T1" fmla="*/ 0 h 4"/>
                <a:gd name="T2" fmla="*/ 0 w 8"/>
                <a:gd name="T3" fmla="*/ 21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4">
                  <a:moveTo>
                    <a:pt x="8" y="0"/>
                  </a:moveTo>
                  <a:cubicBezTo>
                    <a:pt x="5" y="1"/>
                    <a:pt x="2" y="2"/>
                    <a:pt x="0" y="4"/>
                  </a:cubicBezTo>
                </a:path>
              </a:pathLst>
            </a:custGeom>
            <a:noFill/>
            <a:ln w="6350" cap="flat">
              <a:solidFill>
                <a:srgbClr val="A961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307" name="Freeform 293">
              <a:extLst>
                <a:ext uri="{FF2B5EF4-FFF2-40B4-BE49-F238E27FC236}">
                  <a16:creationId xmlns:a16="http://schemas.microsoft.com/office/drawing/2014/main" id="{C93B5A4F-2091-418A-9034-11D77F76CC4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8" y="3945"/>
              <a:ext cx="14" cy="5"/>
            </a:xfrm>
            <a:custGeom>
              <a:avLst/>
              <a:gdLst>
                <a:gd name="T0" fmla="*/ 44 w 8"/>
                <a:gd name="T1" fmla="*/ 0 h 3"/>
                <a:gd name="T2" fmla="*/ 0 w 8"/>
                <a:gd name="T3" fmla="*/ 13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3">
                  <a:moveTo>
                    <a:pt x="8" y="0"/>
                  </a:moveTo>
                  <a:cubicBezTo>
                    <a:pt x="6" y="0"/>
                    <a:pt x="2" y="1"/>
                    <a:pt x="0" y="3"/>
                  </a:cubicBezTo>
                </a:path>
              </a:pathLst>
            </a:custGeom>
            <a:noFill/>
            <a:ln w="6350" cap="flat">
              <a:solidFill>
                <a:srgbClr val="A961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308" name="Freeform 294">
              <a:extLst>
                <a:ext uri="{FF2B5EF4-FFF2-40B4-BE49-F238E27FC236}">
                  <a16:creationId xmlns:a16="http://schemas.microsoft.com/office/drawing/2014/main" id="{65E2E6F5-96B2-40C7-B180-469A36B52286}"/>
                </a:ext>
              </a:extLst>
            </p:cNvPr>
            <p:cNvSpPr>
              <a:spLocks/>
            </p:cNvSpPr>
            <p:nvPr/>
          </p:nvSpPr>
          <p:spPr bwMode="auto">
            <a:xfrm>
              <a:off x="796" y="1231"/>
              <a:ext cx="53" cy="125"/>
            </a:xfrm>
            <a:custGeom>
              <a:avLst/>
              <a:gdLst>
                <a:gd name="T0" fmla="*/ 16 w 29"/>
                <a:gd name="T1" fmla="*/ 0 h 70"/>
                <a:gd name="T2" fmla="*/ 44 w 29"/>
                <a:gd name="T3" fmla="*/ 36 h 70"/>
                <a:gd name="T4" fmla="*/ 110 w 29"/>
                <a:gd name="T5" fmla="*/ 188 h 70"/>
                <a:gd name="T6" fmla="*/ 177 w 29"/>
                <a:gd name="T7" fmla="*/ 398 h 70"/>
                <a:gd name="T8" fmla="*/ 124 w 29"/>
                <a:gd name="T9" fmla="*/ 332 h 70"/>
                <a:gd name="T10" fmla="*/ 53 w 29"/>
                <a:gd name="T11" fmla="*/ 166 h 70"/>
                <a:gd name="T12" fmla="*/ 0 w 29"/>
                <a:gd name="T13" fmla="*/ 0 h 7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" h="70">
                  <a:moveTo>
                    <a:pt x="3" y="0"/>
                  </a:moveTo>
                  <a:cubicBezTo>
                    <a:pt x="5" y="2"/>
                    <a:pt x="6" y="4"/>
                    <a:pt x="7" y="6"/>
                  </a:cubicBezTo>
                  <a:cubicBezTo>
                    <a:pt x="12" y="15"/>
                    <a:pt x="16" y="24"/>
                    <a:pt x="18" y="33"/>
                  </a:cubicBezTo>
                  <a:cubicBezTo>
                    <a:pt x="20" y="46"/>
                    <a:pt x="23" y="58"/>
                    <a:pt x="29" y="70"/>
                  </a:cubicBezTo>
                  <a:cubicBezTo>
                    <a:pt x="25" y="67"/>
                    <a:pt x="22" y="62"/>
                    <a:pt x="20" y="58"/>
                  </a:cubicBezTo>
                  <a:cubicBezTo>
                    <a:pt x="16" y="49"/>
                    <a:pt x="11" y="39"/>
                    <a:pt x="9" y="29"/>
                  </a:cubicBezTo>
                  <a:cubicBezTo>
                    <a:pt x="6" y="20"/>
                    <a:pt x="4" y="10"/>
                    <a:pt x="0" y="0"/>
                  </a:cubicBezTo>
                </a:path>
              </a:pathLst>
            </a:custGeom>
            <a:solidFill>
              <a:srgbClr val="C17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309" name="Freeform 295">
              <a:extLst>
                <a:ext uri="{FF2B5EF4-FFF2-40B4-BE49-F238E27FC236}">
                  <a16:creationId xmlns:a16="http://schemas.microsoft.com/office/drawing/2014/main" id="{EE9245D2-243C-4882-97AD-C89EAC3ECAAC}"/>
                </a:ext>
              </a:extLst>
            </p:cNvPr>
            <p:cNvSpPr>
              <a:spLocks/>
            </p:cNvSpPr>
            <p:nvPr/>
          </p:nvSpPr>
          <p:spPr bwMode="auto">
            <a:xfrm>
              <a:off x="807" y="1232"/>
              <a:ext cx="33" cy="103"/>
            </a:xfrm>
            <a:custGeom>
              <a:avLst/>
              <a:gdLst>
                <a:gd name="T0" fmla="*/ 0 w 18"/>
                <a:gd name="T1" fmla="*/ 0 h 57"/>
                <a:gd name="T2" fmla="*/ 7 w 18"/>
                <a:gd name="T3" fmla="*/ 16 h 57"/>
                <a:gd name="T4" fmla="*/ 44 w 18"/>
                <a:gd name="T5" fmla="*/ 125 h 57"/>
                <a:gd name="T6" fmla="*/ 112 w 18"/>
                <a:gd name="T7" fmla="*/ 336 h 57"/>
                <a:gd name="T8" fmla="*/ 61 w 18"/>
                <a:gd name="T9" fmla="*/ 94 h 57"/>
                <a:gd name="T10" fmla="*/ 13 w 18"/>
                <a:gd name="T11" fmla="*/ 7 h 5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" h="57">
                  <a:moveTo>
                    <a:pt x="0" y="0"/>
                  </a:moveTo>
                  <a:cubicBezTo>
                    <a:pt x="0" y="1"/>
                    <a:pt x="1" y="2"/>
                    <a:pt x="1" y="3"/>
                  </a:cubicBezTo>
                  <a:cubicBezTo>
                    <a:pt x="4" y="8"/>
                    <a:pt x="6" y="15"/>
                    <a:pt x="7" y="21"/>
                  </a:cubicBezTo>
                  <a:cubicBezTo>
                    <a:pt x="9" y="34"/>
                    <a:pt x="14" y="46"/>
                    <a:pt x="18" y="57"/>
                  </a:cubicBezTo>
                  <a:cubicBezTo>
                    <a:pt x="14" y="44"/>
                    <a:pt x="15" y="29"/>
                    <a:pt x="10" y="16"/>
                  </a:cubicBezTo>
                  <a:cubicBezTo>
                    <a:pt x="8" y="11"/>
                    <a:pt x="5" y="6"/>
                    <a:pt x="2" y="1"/>
                  </a:cubicBezTo>
                </a:path>
              </a:pathLst>
            </a:custGeom>
            <a:solidFill>
              <a:srgbClr val="8E4C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310" name="Freeform 296">
              <a:extLst>
                <a:ext uri="{FF2B5EF4-FFF2-40B4-BE49-F238E27FC236}">
                  <a16:creationId xmlns:a16="http://schemas.microsoft.com/office/drawing/2014/main" id="{57627C32-77E8-4AFD-9120-48F770783AB0}"/>
                </a:ext>
              </a:extLst>
            </p:cNvPr>
            <p:cNvSpPr>
              <a:spLocks/>
            </p:cNvSpPr>
            <p:nvPr/>
          </p:nvSpPr>
          <p:spPr bwMode="auto">
            <a:xfrm>
              <a:off x="618" y="1543"/>
              <a:ext cx="9" cy="47"/>
            </a:xfrm>
            <a:custGeom>
              <a:avLst/>
              <a:gdLst>
                <a:gd name="T0" fmla="*/ 29 w 5"/>
                <a:gd name="T1" fmla="*/ 154 h 26"/>
                <a:gd name="T2" fmla="*/ 0 w 5"/>
                <a:gd name="T3" fmla="*/ 0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6">
                  <a:moveTo>
                    <a:pt x="5" y="26"/>
                  </a:moveTo>
                  <a:cubicBezTo>
                    <a:pt x="5" y="18"/>
                    <a:pt x="4" y="7"/>
                    <a:pt x="0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311" name="Freeform 297">
              <a:extLst>
                <a:ext uri="{FF2B5EF4-FFF2-40B4-BE49-F238E27FC236}">
                  <a16:creationId xmlns:a16="http://schemas.microsoft.com/office/drawing/2014/main" id="{3F200D8C-5999-4F67-9FCB-D3A24D499FB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9" y="1516"/>
              <a:ext cx="9" cy="49"/>
            </a:xfrm>
            <a:custGeom>
              <a:avLst/>
              <a:gdLst>
                <a:gd name="T0" fmla="*/ 13 w 5"/>
                <a:gd name="T1" fmla="*/ 162 h 27"/>
                <a:gd name="T2" fmla="*/ 7 w 5"/>
                <a:gd name="T3" fmla="*/ 96 h 27"/>
                <a:gd name="T4" fmla="*/ 29 w 5"/>
                <a:gd name="T5" fmla="*/ 0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27">
                  <a:moveTo>
                    <a:pt x="2" y="27"/>
                  </a:moveTo>
                  <a:cubicBezTo>
                    <a:pt x="0" y="25"/>
                    <a:pt x="1" y="19"/>
                    <a:pt x="1" y="16"/>
                  </a:cubicBezTo>
                  <a:cubicBezTo>
                    <a:pt x="1" y="11"/>
                    <a:pt x="1" y="4"/>
                    <a:pt x="5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312" name="Freeform 298">
              <a:extLst>
                <a:ext uri="{FF2B5EF4-FFF2-40B4-BE49-F238E27FC236}">
                  <a16:creationId xmlns:a16="http://schemas.microsoft.com/office/drawing/2014/main" id="{78E57059-AE4E-4975-8823-18730B984DCD}"/>
                </a:ext>
              </a:extLst>
            </p:cNvPr>
            <p:cNvSpPr>
              <a:spLocks/>
            </p:cNvSpPr>
            <p:nvPr/>
          </p:nvSpPr>
          <p:spPr bwMode="auto">
            <a:xfrm>
              <a:off x="577" y="2250"/>
              <a:ext cx="52" cy="595"/>
            </a:xfrm>
            <a:custGeom>
              <a:avLst/>
              <a:gdLst>
                <a:gd name="T0" fmla="*/ 109 w 29"/>
                <a:gd name="T1" fmla="*/ 0 h 331"/>
                <a:gd name="T2" fmla="*/ 167 w 29"/>
                <a:gd name="T3" fmla="*/ 1923 h 331"/>
                <a:gd name="T4" fmla="*/ 109 w 29"/>
                <a:gd name="T5" fmla="*/ 0 h 3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331">
                  <a:moveTo>
                    <a:pt x="19" y="0"/>
                  </a:moveTo>
                  <a:cubicBezTo>
                    <a:pt x="19" y="0"/>
                    <a:pt x="0" y="204"/>
                    <a:pt x="29" y="331"/>
                  </a:cubicBezTo>
                  <a:cubicBezTo>
                    <a:pt x="29" y="331"/>
                    <a:pt x="10" y="101"/>
                    <a:pt x="19" y="0"/>
                  </a:cubicBezTo>
                  <a:close/>
                </a:path>
              </a:pathLst>
            </a:custGeom>
            <a:solidFill>
              <a:srgbClr val="C17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313" name="Freeform 299">
              <a:extLst>
                <a:ext uri="{FF2B5EF4-FFF2-40B4-BE49-F238E27FC236}">
                  <a16:creationId xmlns:a16="http://schemas.microsoft.com/office/drawing/2014/main" id="{6A6045C8-CF21-4ED5-8676-723A5D59A5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2" y="2444"/>
              <a:ext cx="54" cy="485"/>
            </a:xfrm>
            <a:custGeom>
              <a:avLst/>
              <a:gdLst>
                <a:gd name="T0" fmla="*/ 175 w 30"/>
                <a:gd name="T1" fmla="*/ 0 h 270"/>
                <a:gd name="T2" fmla="*/ 0 w 30"/>
                <a:gd name="T3" fmla="*/ 1565 h 270"/>
                <a:gd name="T4" fmla="*/ 175 w 30"/>
                <a:gd name="T5" fmla="*/ 0 h 27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270">
                  <a:moveTo>
                    <a:pt x="30" y="0"/>
                  </a:moveTo>
                  <a:cubicBezTo>
                    <a:pt x="30" y="0"/>
                    <a:pt x="18" y="193"/>
                    <a:pt x="0" y="270"/>
                  </a:cubicBezTo>
                  <a:cubicBezTo>
                    <a:pt x="0" y="270"/>
                    <a:pt x="23" y="18"/>
                    <a:pt x="30" y="0"/>
                  </a:cubicBezTo>
                  <a:close/>
                </a:path>
              </a:pathLst>
            </a:custGeom>
            <a:solidFill>
              <a:srgbClr val="8E4C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314" name="Freeform 300">
              <a:extLst>
                <a:ext uri="{FF2B5EF4-FFF2-40B4-BE49-F238E27FC236}">
                  <a16:creationId xmlns:a16="http://schemas.microsoft.com/office/drawing/2014/main" id="{D5BD07F3-B1BC-4265-8D4B-07C6E489F481}"/>
                </a:ext>
              </a:extLst>
            </p:cNvPr>
            <p:cNvSpPr>
              <a:spLocks/>
            </p:cNvSpPr>
            <p:nvPr/>
          </p:nvSpPr>
          <p:spPr bwMode="auto">
            <a:xfrm>
              <a:off x="624" y="1538"/>
              <a:ext cx="32" cy="252"/>
            </a:xfrm>
            <a:custGeom>
              <a:avLst/>
              <a:gdLst>
                <a:gd name="T0" fmla="*/ 7 w 18"/>
                <a:gd name="T1" fmla="*/ 0 h 140"/>
                <a:gd name="T2" fmla="*/ 37 w 18"/>
                <a:gd name="T3" fmla="*/ 234 h 140"/>
                <a:gd name="T4" fmla="*/ 16 w 18"/>
                <a:gd name="T5" fmla="*/ 401 h 140"/>
                <a:gd name="T6" fmla="*/ 21 w 18"/>
                <a:gd name="T7" fmla="*/ 817 h 140"/>
                <a:gd name="T8" fmla="*/ 89 w 18"/>
                <a:gd name="T9" fmla="*/ 304 h 140"/>
                <a:gd name="T10" fmla="*/ 7 w 18"/>
                <a:gd name="T11" fmla="*/ 0 h 14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" h="140">
                  <a:moveTo>
                    <a:pt x="1" y="0"/>
                  </a:moveTo>
                  <a:cubicBezTo>
                    <a:pt x="0" y="12"/>
                    <a:pt x="8" y="26"/>
                    <a:pt x="7" y="40"/>
                  </a:cubicBezTo>
                  <a:cubicBezTo>
                    <a:pt x="7" y="50"/>
                    <a:pt x="4" y="59"/>
                    <a:pt x="3" y="69"/>
                  </a:cubicBezTo>
                  <a:cubicBezTo>
                    <a:pt x="1" y="91"/>
                    <a:pt x="0" y="119"/>
                    <a:pt x="4" y="140"/>
                  </a:cubicBezTo>
                  <a:cubicBezTo>
                    <a:pt x="11" y="112"/>
                    <a:pt x="13" y="81"/>
                    <a:pt x="16" y="52"/>
                  </a:cubicBezTo>
                  <a:cubicBezTo>
                    <a:pt x="18" y="31"/>
                    <a:pt x="17" y="15"/>
                    <a:pt x="1" y="0"/>
                  </a:cubicBezTo>
                </a:path>
              </a:pathLst>
            </a:custGeom>
            <a:solidFill>
              <a:srgbClr val="C17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315" name="Freeform 301">
              <a:extLst>
                <a:ext uri="{FF2B5EF4-FFF2-40B4-BE49-F238E27FC236}">
                  <a16:creationId xmlns:a16="http://schemas.microsoft.com/office/drawing/2014/main" id="{0A712878-D12B-4B3A-95E2-DB5086A476B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9" y="1516"/>
              <a:ext cx="41" cy="266"/>
            </a:xfrm>
            <a:custGeom>
              <a:avLst/>
              <a:gdLst>
                <a:gd name="T0" fmla="*/ 94 w 23"/>
                <a:gd name="T1" fmla="*/ 0 h 148"/>
                <a:gd name="T2" fmla="*/ 73 w 23"/>
                <a:gd name="T3" fmla="*/ 167 h 148"/>
                <a:gd name="T4" fmla="*/ 93 w 23"/>
                <a:gd name="T5" fmla="*/ 372 h 148"/>
                <a:gd name="T6" fmla="*/ 114 w 23"/>
                <a:gd name="T7" fmla="*/ 859 h 148"/>
                <a:gd name="T8" fmla="*/ 94 w 23"/>
                <a:gd name="T9" fmla="*/ 604 h 148"/>
                <a:gd name="T10" fmla="*/ 45 w 23"/>
                <a:gd name="T11" fmla="*/ 356 h 148"/>
                <a:gd name="T12" fmla="*/ 86 w 23"/>
                <a:gd name="T13" fmla="*/ 23 h 14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148">
                  <a:moveTo>
                    <a:pt x="17" y="0"/>
                  </a:moveTo>
                  <a:cubicBezTo>
                    <a:pt x="18" y="7"/>
                    <a:pt x="12" y="19"/>
                    <a:pt x="13" y="29"/>
                  </a:cubicBezTo>
                  <a:cubicBezTo>
                    <a:pt x="13" y="41"/>
                    <a:pt x="14" y="53"/>
                    <a:pt x="16" y="64"/>
                  </a:cubicBezTo>
                  <a:cubicBezTo>
                    <a:pt x="20" y="91"/>
                    <a:pt x="23" y="120"/>
                    <a:pt x="20" y="148"/>
                  </a:cubicBezTo>
                  <a:cubicBezTo>
                    <a:pt x="17" y="135"/>
                    <a:pt x="19" y="118"/>
                    <a:pt x="17" y="104"/>
                  </a:cubicBezTo>
                  <a:cubicBezTo>
                    <a:pt x="15" y="89"/>
                    <a:pt x="10" y="75"/>
                    <a:pt x="8" y="61"/>
                  </a:cubicBezTo>
                  <a:cubicBezTo>
                    <a:pt x="6" y="46"/>
                    <a:pt x="0" y="13"/>
                    <a:pt x="15" y="4"/>
                  </a:cubicBezTo>
                </a:path>
              </a:pathLst>
            </a:custGeom>
            <a:solidFill>
              <a:srgbClr val="8E4C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316" name="Freeform 302">
              <a:extLst>
                <a:ext uri="{FF2B5EF4-FFF2-40B4-BE49-F238E27FC236}">
                  <a16:creationId xmlns:a16="http://schemas.microsoft.com/office/drawing/2014/main" id="{88AE638F-41AB-488C-ACDF-92AAAA5E2324}"/>
                </a:ext>
              </a:extLst>
            </p:cNvPr>
            <p:cNvSpPr>
              <a:spLocks/>
            </p:cNvSpPr>
            <p:nvPr/>
          </p:nvSpPr>
          <p:spPr bwMode="auto">
            <a:xfrm>
              <a:off x="829" y="1554"/>
              <a:ext cx="50" cy="49"/>
            </a:xfrm>
            <a:custGeom>
              <a:avLst/>
              <a:gdLst>
                <a:gd name="T0" fmla="*/ 7 w 28"/>
                <a:gd name="T1" fmla="*/ 113 h 27"/>
                <a:gd name="T2" fmla="*/ 159 w 28"/>
                <a:gd name="T3" fmla="*/ 162 h 27"/>
                <a:gd name="T4" fmla="*/ 0 w 28"/>
                <a:gd name="T5" fmla="*/ 132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27">
                  <a:moveTo>
                    <a:pt x="1" y="19"/>
                  </a:moveTo>
                  <a:cubicBezTo>
                    <a:pt x="6" y="0"/>
                    <a:pt x="24" y="19"/>
                    <a:pt x="28" y="27"/>
                  </a:cubicBezTo>
                  <a:cubicBezTo>
                    <a:pt x="19" y="21"/>
                    <a:pt x="12" y="18"/>
                    <a:pt x="0" y="22"/>
                  </a:cubicBezTo>
                </a:path>
              </a:pathLst>
            </a:custGeom>
            <a:solidFill>
              <a:srgbClr val="8E4C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317" name="Freeform 303">
              <a:extLst>
                <a:ext uri="{FF2B5EF4-FFF2-40B4-BE49-F238E27FC236}">
                  <a16:creationId xmlns:a16="http://schemas.microsoft.com/office/drawing/2014/main" id="{B90E4C90-01C5-48EA-B834-960C88B8F464}"/>
                </a:ext>
              </a:extLst>
            </p:cNvPr>
            <p:cNvSpPr>
              <a:spLocks/>
            </p:cNvSpPr>
            <p:nvPr/>
          </p:nvSpPr>
          <p:spPr bwMode="auto">
            <a:xfrm>
              <a:off x="701" y="1223"/>
              <a:ext cx="77" cy="110"/>
            </a:xfrm>
            <a:custGeom>
              <a:avLst/>
              <a:gdLst>
                <a:gd name="T0" fmla="*/ 235 w 43"/>
                <a:gd name="T1" fmla="*/ 0 h 61"/>
                <a:gd name="T2" fmla="*/ 231 w 43"/>
                <a:gd name="T3" fmla="*/ 81 h 61"/>
                <a:gd name="T4" fmla="*/ 195 w 43"/>
                <a:gd name="T5" fmla="*/ 175 h 61"/>
                <a:gd name="T6" fmla="*/ 122 w 43"/>
                <a:gd name="T7" fmla="*/ 240 h 61"/>
                <a:gd name="T8" fmla="*/ 64 w 43"/>
                <a:gd name="T9" fmla="*/ 276 h 61"/>
                <a:gd name="T10" fmla="*/ 0 w 43"/>
                <a:gd name="T11" fmla="*/ 299 h 61"/>
                <a:gd name="T12" fmla="*/ 240 w 43"/>
                <a:gd name="T13" fmla="*/ 23 h 6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3" h="61">
                  <a:moveTo>
                    <a:pt x="41" y="0"/>
                  </a:moveTo>
                  <a:cubicBezTo>
                    <a:pt x="39" y="4"/>
                    <a:pt x="41" y="9"/>
                    <a:pt x="40" y="14"/>
                  </a:cubicBezTo>
                  <a:cubicBezTo>
                    <a:pt x="39" y="19"/>
                    <a:pt x="36" y="25"/>
                    <a:pt x="34" y="30"/>
                  </a:cubicBezTo>
                  <a:cubicBezTo>
                    <a:pt x="30" y="36"/>
                    <a:pt x="26" y="38"/>
                    <a:pt x="21" y="41"/>
                  </a:cubicBezTo>
                  <a:cubicBezTo>
                    <a:pt x="18" y="43"/>
                    <a:pt x="15" y="46"/>
                    <a:pt x="11" y="47"/>
                  </a:cubicBezTo>
                  <a:cubicBezTo>
                    <a:pt x="7" y="48"/>
                    <a:pt x="3" y="50"/>
                    <a:pt x="0" y="51"/>
                  </a:cubicBezTo>
                  <a:cubicBezTo>
                    <a:pt x="28" y="61"/>
                    <a:pt x="43" y="29"/>
                    <a:pt x="42" y="4"/>
                  </a:cubicBezTo>
                </a:path>
              </a:pathLst>
            </a:custGeom>
            <a:solidFill>
              <a:srgbClr val="C17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318" name="Freeform 304">
              <a:extLst>
                <a:ext uri="{FF2B5EF4-FFF2-40B4-BE49-F238E27FC236}">
                  <a16:creationId xmlns:a16="http://schemas.microsoft.com/office/drawing/2014/main" id="{D7AEAE4C-8E29-4C90-9796-0BB7D8B1BB4D}"/>
                </a:ext>
              </a:extLst>
            </p:cNvPr>
            <p:cNvSpPr>
              <a:spLocks/>
            </p:cNvSpPr>
            <p:nvPr/>
          </p:nvSpPr>
          <p:spPr bwMode="auto">
            <a:xfrm>
              <a:off x="582" y="1540"/>
              <a:ext cx="38" cy="194"/>
            </a:xfrm>
            <a:custGeom>
              <a:avLst/>
              <a:gdLst>
                <a:gd name="T0" fmla="*/ 81 w 21"/>
                <a:gd name="T1" fmla="*/ 0 h 108"/>
                <a:gd name="T2" fmla="*/ 109 w 21"/>
                <a:gd name="T3" fmla="*/ 210 h 108"/>
                <a:gd name="T4" fmla="*/ 65 w 21"/>
                <a:gd name="T5" fmla="*/ 377 h 108"/>
                <a:gd name="T6" fmla="*/ 0 w 21"/>
                <a:gd name="T7" fmla="*/ 625 h 108"/>
                <a:gd name="T8" fmla="*/ 52 w 21"/>
                <a:gd name="T9" fmla="*/ 284 h 108"/>
                <a:gd name="T10" fmla="*/ 78 w 21"/>
                <a:gd name="T11" fmla="*/ 16 h 10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108">
                  <a:moveTo>
                    <a:pt x="14" y="0"/>
                  </a:moveTo>
                  <a:cubicBezTo>
                    <a:pt x="19" y="12"/>
                    <a:pt x="21" y="23"/>
                    <a:pt x="18" y="36"/>
                  </a:cubicBezTo>
                  <a:cubicBezTo>
                    <a:pt x="15" y="46"/>
                    <a:pt x="14" y="56"/>
                    <a:pt x="11" y="65"/>
                  </a:cubicBezTo>
                  <a:cubicBezTo>
                    <a:pt x="6" y="79"/>
                    <a:pt x="5" y="95"/>
                    <a:pt x="0" y="108"/>
                  </a:cubicBezTo>
                  <a:cubicBezTo>
                    <a:pt x="3" y="89"/>
                    <a:pt x="7" y="69"/>
                    <a:pt x="9" y="49"/>
                  </a:cubicBezTo>
                  <a:cubicBezTo>
                    <a:pt x="10" y="34"/>
                    <a:pt x="14" y="18"/>
                    <a:pt x="13" y="3"/>
                  </a:cubicBezTo>
                </a:path>
              </a:pathLst>
            </a:custGeom>
            <a:solidFill>
              <a:srgbClr val="8E4C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319" name="Freeform 305">
              <a:extLst>
                <a:ext uri="{FF2B5EF4-FFF2-40B4-BE49-F238E27FC236}">
                  <a16:creationId xmlns:a16="http://schemas.microsoft.com/office/drawing/2014/main" id="{750D36E8-30EF-4CEF-B021-C222915AA87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" y="1903"/>
              <a:ext cx="71" cy="27"/>
            </a:xfrm>
            <a:custGeom>
              <a:avLst/>
              <a:gdLst>
                <a:gd name="T0" fmla="*/ 235 w 39"/>
                <a:gd name="T1" fmla="*/ 88 h 15"/>
                <a:gd name="T2" fmla="*/ 157 w 39"/>
                <a:gd name="T3" fmla="*/ 23 h 15"/>
                <a:gd name="T4" fmla="*/ 0 w 39"/>
                <a:gd name="T5" fmla="*/ 13 h 15"/>
                <a:gd name="T6" fmla="*/ 222 w 39"/>
                <a:gd name="T7" fmla="*/ 88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" h="15">
                  <a:moveTo>
                    <a:pt x="39" y="15"/>
                  </a:moveTo>
                  <a:cubicBezTo>
                    <a:pt x="38" y="10"/>
                    <a:pt x="30" y="6"/>
                    <a:pt x="26" y="4"/>
                  </a:cubicBezTo>
                  <a:cubicBezTo>
                    <a:pt x="19" y="0"/>
                    <a:pt x="8" y="0"/>
                    <a:pt x="0" y="2"/>
                  </a:cubicBezTo>
                  <a:cubicBezTo>
                    <a:pt x="10" y="5"/>
                    <a:pt x="32" y="4"/>
                    <a:pt x="37" y="15"/>
                  </a:cubicBezTo>
                </a:path>
              </a:pathLst>
            </a:custGeom>
            <a:solidFill>
              <a:srgbClr val="8E4C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320" name="Freeform 306">
              <a:extLst>
                <a:ext uri="{FF2B5EF4-FFF2-40B4-BE49-F238E27FC236}">
                  <a16:creationId xmlns:a16="http://schemas.microsoft.com/office/drawing/2014/main" id="{7DF1A9CC-259D-4357-A83E-65094C2F8B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8" y="1545"/>
              <a:ext cx="51" cy="230"/>
            </a:xfrm>
            <a:custGeom>
              <a:avLst/>
              <a:gdLst>
                <a:gd name="T0" fmla="*/ 0 w 28"/>
                <a:gd name="T1" fmla="*/ 0 h 128"/>
                <a:gd name="T2" fmla="*/ 53 w 28"/>
                <a:gd name="T3" fmla="*/ 325 h 128"/>
                <a:gd name="T4" fmla="*/ 169 w 28"/>
                <a:gd name="T5" fmla="*/ 742 h 128"/>
                <a:gd name="T6" fmla="*/ 146 w 28"/>
                <a:gd name="T7" fmla="*/ 649 h 128"/>
                <a:gd name="T8" fmla="*/ 117 w 28"/>
                <a:gd name="T9" fmla="*/ 482 h 128"/>
                <a:gd name="T10" fmla="*/ 73 w 28"/>
                <a:gd name="T11" fmla="*/ 284 h 128"/>
                <a:gd name="T12" fmla="*/ 7 w 28"/>
                <a:gd name="T13" fmla="*/ 13 h 1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" h="128">
                  <a:moveTo>
                    <a:pt x="0" y="0"/>
                  </a:moveTo>
                  <a:cubicBezTo>
                    <a:pt x="0" y="19"/>
                    <a:pt x="5" y="39"/>
                    <a:pt x="9" y="56"/>
                  </a:cubicBezTo>
                  <a:cubicBezTo>
                    <a:pt x="14" y="80"/>
                    <a:pt x="25" y="104"/>
                    <a:pt x="28" y="128"/>
                  </a:cubicBezTo>
                  <a:cubicBezTo>
                    <a:pt x="27" y="123"/>
                    <a:pt x="25" y="118"/>
                    <a:pt x="24" y="112"/>
                  </a:cubicBezTo>
                  <a:cubicBezTo>
                    <a:pt x="22" y="103"/>
                    <a:pt x="21" y="93"/>
                    <a:pt x="19" y="83"/>
                  </a:cubicBezTo>
                  <a:cubicBezTo>
                    <a:pt x="16" y="72"/>
                    <a:pt x="14" y="60"/>
                    <a:pt x="12" y="49"/>
                  </a:cubicBezTo>
                  <a:cubicBezTo>
                    <a:pt x="8" y="33"/>
                    <a:pt x="4" y="18"/>
                    <a:pt x="1" y="2"/>
                  </a:cubicBezTo>
                </a:path>
              </a:pathLst>
            </a:custGeom>
            <a:solidFill>
              <a:srgbClr val="C17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321" name="Freeform 307">
              <a:extLst>
                <a:ext uri="{FF2B5EF4-FFF2-40B4-BE49-F238E27FC236}">
                  <a16:creationId xmlns:a16="http://schemas.microsoft.com/office/drawing/2014/main" id="{CE21EB25-D06D-46C0-9339-9852F7FBE0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5" y="1340"/>
              <a:ext cx="94" cy="259"/>
            </a:xfrm>
            <a:custGeom>
              <a:avLst/>
              <a:gdLst>
                <a:gd name="T0" fmla="*/ 0 w 52"/>
                <a:gd name="T1" fmla="*/ 0 h 144"/>
                <a:gd name="T2" fmla="*/ 110 w 52"/>
                <a:gd name="T3" fmla="*/ 81 h 144"/>
                <a:gd name="T4" fmla="*/ 183 w 52"/>
                <a:gd name="T5" fmla="*/ 246 h 144"/>
                <a:gd name="T6" fmla="*/ 242 w 52"/>
                <a:gd name="T7" fmla="*/ 475 h 144"/>
                <a:gd name="T8" fmla="*/ 278 w 52"/>
                <a:gd name="T9" fmla="*/ 648 h 144"/>
                <a:gd name="T10" fmla="*/ 307 w 52"/>
                <a:gd name="T11" fmla="*/ 838 h 144"/>
                <a:gd name="T12" fmla="*/ 235 w 52"/>
                <a:gd name="T13" fmla="*/ 570 h 144"/>
                <a:gd name="T14" fmla="*/ 170 w 52"/>
                <a:gd name="T15" fmla="*/ 356 h 144"/>
                <a:gd name="T16" fmla="*/ 108 w 52"/>
                <a:gd name="T17" fmla="*/ 162 h 144"/>
                <a:gd name="T18" fmla="*/ 0 w 52"/>
                <a:gd name="T19" fmla="*/ 16 h 14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2" h="144">
                  <a:moveTo>
                    <a:pt x="0" y="0"/>
                  </a:moveTo>
                  <a:cubicBezTo>
                    <a:pt x="5" y="1"/>
                    <a:pt x="15" y="9"/>
                    <a:pt x="19" y="14"/>
                  </a:cubicBezTo>
                  <a:cubicBezTo>
                    <a:pt x="25" y="21"/>
                    <a:pt x="28" y="32"/>
                    <a:pt x="31" y="42"/>
                  </a:cubicBezTo>
                  <a:cubicBezTo>
                    <a:pt x="36" y="55"/>
                    <a:pt x="39" y="68"/>
                    <a:pt x="41" y="82"/>
                  </a:cubicBezTo>
                  <a:cubicBezTo>
                    <a:pt x="43" y="91"/>
                    <a:pt x="45" y="101"/>
                    <a:pt x="47" y="111"/>
                  </a:cubicBezTo>
                  <a:cubicBezTo>
                    <a:pt x="48" y="121"/>
                    <a:pt x="52" y="135"/>
                    <a:pt x="52" y="144"/>
                  </a:cubicBezTo>
                  <a:cubicBezTo>
                    <a:pt x="47" y="129"/>
                    <a:pt x="44" y="113"/>
                    <a:pt x="40" y="98"/>
                  </a:cubicBezTo>
                  <a:cubicBezTo>
                    <a:pt x="38" y="86"/>
                    <a:pt x="33" y="73"/>
                    <a:pt x="29" y="61"/>
                  </a:cubicBezTo>
                  <a:cubicBezTo>
                    <a:pt x="26" y="50"/>
                    <a:pt x="24" y="38"/>
                    <a:pt x="18" y="28"/>
                  </a:cubicBezTo>
                  <a:cubicBezTo>
                    <a:pt x="14" y="20"/>
                    <a:pt x="3" y="12"/>
                    <a:pt x="0" y="3"/>
                  </a:cubicBezTo>
                </a:path>
              </a:pathLst>
            </a:custGeom>
            <a:solidFill>
              <a:srgbClr val="8E4C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322" name="Freeform 308">
              <a:extLst>
                <a:ext uri="{FF2B5EF4-FFF2-40B4-BE49-F238E27FC236}">
                  <a16:creationId xmlns:a16="http://schemas.microsoft.com/office/drawing/2014/main" id="{4960EFCA-8F79-4A8D-BDDF-D9D46C0B2339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" y="1353"/>
              <a:ext cx="83" cy="210"/>
            </a:xfrm>
            <a:custGeom>
              <a:avLst/>
              <a:gdLst>
                <a:gd name="T0" fmla="*/ 271 w 46"/>
                <a:gd name="T1" fmla="*/ 0 h 117"/>
                <a:gd name="T2" fmla="*/ 110 w 46"/>
                <a:gd name="T3" fmla="*/ 226 h 117"/>
                <a:gd name="T4" fmla="*/ 45 w 46"/>
                <a:gd name="T5" fmla="*/ 438 h 117"/>
                <a:gd name="T6" fmla="*/ 0 w 46"/>
                <a:gd name="T7" fmla="*/ 677 h 117"/>
                <a:gd name="T8" fmla="*/ 141 w 46"/>
                <a:gd name="T9" fmla="*/ 276 h 117"/>
                <a:gd name="T10" fmla="*/ 195 w 46"/>
                <a:gd name="T11" fmla="*/ 109 h 117"/>
                <a:gd name="T12" fmla="*/ 247 w 46"/>
                <a:gd name="T13" fmla="*/ 13 h 1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6" h="117">
                  <a:moveTo>
                    <a:pt x="46" y="0"/>
                  </a:moveTo>
                  <a:cubicBezTo>
                    <a:pt x="29" y="3"/>
                    <a:pt x="23" y="25"/>
                    <a:pt x="19" y="39"/>
                  </a:cubicBezTo>
                  <a:cubicBezTo>
                    <a:pt x="15" y="51"/>
                    <a:pt x="12" y="64"/>
                    <a:pt x="8" y="76"/>
                  </a:cubicBezTo>
                  <a:cubicBezTo>
                    <a:pt x="4" y="88"/>
                    <a:pt x="0" y="104"/>
                    <a:pt x="0" y="117"/>
                  </a:cubicBezTo>
                  <a:cubicBezTo>
                    <a:pt x="5" y="93"/>
                    <a:pt x="16" y="70"/>
                    <a:pt x="24" y="48"/>
                  </a:cubicBezTo>
                  <a:cubicBezTo>
                    <a:pt x="27" y="38"/>
                    <a:pt x="30" y="29"/>
                    <a:pt x="33" y="19"/>
                  </a:cubicBezTo>
                  <a:cubicBezTo>
                    <a:pt x="35" y="14"/>
                    <a:pt x="38" y="6"/>
                    <a:pt x="42" y="2"/>
                  </a:cubicBezTo>
                </a:path>
              </a:pathLst>
            </a:custGeom>
            <a:solidFill>
              <a:srgbClr val="C17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323" name="Freeform 309">
              <a:extLst>
                <a:ext uri="{FF2B5EF4-FFF2-40B4-BE49-F238E27FC236}">
                  <a16:creationId xmlns:a16="http://schemas.microsoft.com/office/drawing/2014/main" id="{48195AB7-E6C6-4F8C-9C10-914CFDE0C7E3}"/>
                </a:ext>
              </a:extLst>
            </p:cNvPr>
            <p:cNvSpPr>
              <a:spLocks/>
            </p:cNvSpPr>
            <p:nvPr/>
          </p:nvSpPr>
          <p:spPr bwMode="auto">
            <a:xfrm>
              <a:off x="645" y="983"/>
              <a:ext cx="65" cy="129"/>
            </a:xfrm>
            <a:custGeom>
              <a:avLst/>
              <a:gdLst>
                <a:gd name="T0" fmla="*/ 166 w 36"/>
                <a:gd name="T1" fmla="*/ 52 h 72"/>
                <a:gd name="T2" fmla="*/ 110 w 36"/>
                <a:gd name="T3" fmla="*/ 13 h 72"/>
                <a:gd name="T4" fmla="*/ 45 w 36"/>
                <a:gd name="T5" fmla="*/ 7 h 72"/>
                <a:gd name="T6" fmla="*/ 7 w 36"/>
                <a:gd name="T7" fmla="*/ 81 h 72"/>
                <a:gd name="T8" fmla="*/ 23 w 36"/>
                <a:gd name="T9" fmla="*/ 219 h 72"/>
                <a:gd name="T10" fmla="*/ 117 w 36"/>
                <a:gd name="T11" fmla="*/ 362 h 72"/>
                <a:gd name="T12" fmla="*/ 166 w 36"/>
                <a:gd name="T13" fmla="*/ 409 h 72"/>
                <a:gd name="T14" fmla="*/ 211 w 36"/>
                <a:gd name="T15" fmla="*/ 348 h 7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6" h="72">
                  <a:moveTo>
                    <a:pt x="28" y="9"/>
                  </a:moveTo>
                  <a:cubicBezTo>
                    <a:pt x="25" y="8"/>
                    <a:pt x="22" y="3"/>
                    <a:pt x="19" y="2"/>
                  </a:cubicBezTo>
                  <a:cubicBezTo>
                    <a:pt x="15" y="0"/>
                    <a:pt x="11" y="0"/>
                    <a:pt x="8" y="1"/>
                  </a:cubicBezTo>
                  <a:cubicBezTo>
                    <a:pt x="3" y="3"/>
                    <a:pt x="2" y="9"/>
                    <a:pt x="1" y="14"/>
                  </a:cubicBezTo>
                  <a:cubicBezTo>
                    <a:pt x="0" y="22"/>
                    <a:pt x="0" y="32"/>
                    <a:pt x="4" y="38"/>
                  </a:cubicBezTo>
                  <a:cubicBezTo>
                    <a:pt x="10" y="47"/>
                    <a:pt x="15" y="53"/>
                    <a:pt x="20" y="63"/>
                  </a:cubicBezTo>
                  <a:cubicBezTo>
                    <a:pt x="21" y="67"/>
                    <a:pt x="24" y="72"/>
                    <a:pt x="28" y="71"/>
                  </a:cubicBezTo>
                  <a:cubicBezTo>
                    <a:pt x="34" y="71"/>
                    <a:pt x="34" y="64"/>
                    <a:pt x="36" y="60"/>
                  </a:cubicBezTo>
                </a:path>
              </a:pathLst>
            </a:custGeom>
            <a:solidFill>
              <a:srgbClr val="A961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324" name="Freeform 310">
              <a:extLst>
                <a:ext uri="{FF2B5EF4-FFF2-40B4-BE49-F238E27FC236}">
                  <a16:creationId xmlns:a16="http://schemas.microsoft.com/office/drawing/2014/main" id="{D47A251E-8BE9-45B1-A622-B3CA38F8110B}"/>
                </a:ext>
              </a:extLst>
            </p:cNvPr>
            <p:cNvSpPr>
              <a:spLocks/>
            </p:cNvSpPr>
            <p:nvPr/>
          </p:nvSpPr>
          <p:spPr bwMode="auto">
            <a:xfrm>
              <a:off x="645" y="983"/>
              <a:ext cx="65" cy="129"/>
            </a:xfrm>
            <a:custGeom>
              <a:avLst/>
              <a:gdLst>
                <a:gd name="T0" fmla="*/ 166 w 36"/>
                <a:gd name="T1" fmla="*/ 52 h 72"/>
                <a:gd name="T2" fmla="*/ 110 w 36"/>
                <a:gd name="T3" fmla="*/ 13 h 72"/>
                <a:gd name="T4" fmla="*/ 45 w 36"/>
                <a:gd name="T5" fmla="*/ 7 h 72"/>
                <a:gd name="T6" fmla="*/ 7 w 36"/>
                <a:gd name="T7" fmla="*/ 81 h 72"/>
                <a:gd name="T8" fmla="*/ 23 w 36"/>
                <a:gd name="T9" fmla="*/ 219 h 72"/>
                <a:gd name="T10" fmla="*/ 117 w 36"/>
                <a:gd name="T11" fmla="*/ 362 h 72"/>
                <a:gd name="T12" fmla="*/ 166 w 36"/>
                <a:gd name="T13" fmla="*/ 409 h 72"/>
                <a:gd name="T14" fmla="*/ 211 w 36"/>
                <a:gd name="T15" fmla="*/ 348 h 7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6" h="72">
                  <a:moveTo>
                    <a:pt x="28" y="9"/>
                  </a:moveTo>
                  <a:cubicBezTo>
                    <a:pt x="25" y="8"/>
                    <a:pt x="22" y="3"/>
                    <a:pt x="19" y="2"/>
                  </a:cubicBezTo>
                  <a:cubicBezTo>
                    <a:pt x="15" y="0"/>
                    <a:pt x="11" y="0"/>
                    <a:pt x="8" y="1"/>
                  </a:cubicBezTo>
                  <a:cubicBezTo>
                    <a:pt x="3" y="3"/>
                    <a:pt x="2" y="9"/>
                    <a:pt x="1" y="14"/>
                  </a:cubicBezTo>
                  <a:cubicBezTo>
                    <a:pt x="0" y="22"/>
                    <a:pt x="0" y="32"/>
                    <a:pt x="4" y="38"/>
                  </a:cubicBezTo>
                  <a:cubicBezTo>
                    <a:pt x="10" y="47"/>
                    <a:pt x="15" y="53"/>
                    <a:pt x="20" y="63"/>
                  </a:cubicBezTo>
                  <a:cubicBezTo>
                    <a:pt x="21" y="67"/>
                    <a:pt x="24" y="72"/>
                    <a:pt x="28" y="71"/>
                  </a:cubicBezTo>
                  <a:cubicBezTo>
                    <a:pt x="34" y="71"/>
                    <a:pt x="34" y="64"/>
                    <a:pt x="36" y="6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325" name="Freeform 311">
              <a:extLst>
                <a:ext uri="{FF2B5EF4-FFF2-40B4-BE49-F238E27FC236}">
                  <a16:creationId xmlns:a16="http://schemas.microsoft.com/office/drawing/2014/main" id="{9A4A4AEA-7124-4A85-8864-5416F7824694}"/>
                </a:ext>
              </a:extLst>
            </p:cNvPr>
            <p:cNvSpPr>
              <a:spLocks/>
            </p:cNvSpPr>
            <p:nvPr/>
          </p:nvSpPr>
          <p:spPr bwMode="auto">
            <a:xfrm>
              <a:off x="652" y="995"/>
              <a:ext cx="29" cy="63"/>
            </a:xfrm>
            <a:custGeom>
              <a:avLst/>
              <a:gdLst>
                <a:gd name="T0" fmla="*/ 96 w 16"/>
                <a:gd name="T1" fmla="*/ 203 h 35"/>
                <a:gd name="T2" fmla="*/ 44 w 16"/>
                <a:gd name="T3" fmla="*/ 153 h 35"/>
                <a:gd name="T4" fmla="*/ 24 w 16"/>
                <a:gd name="T5" fmla="*/ 58 h 35"/>
                <a:gd name="T6" fmla="*/ 49 w 16"/>
                <a:gd name="T7" fmla="*/ 0 h 35"/>
                <a:gd name="T8" fmla="*/ 96 w 16"/>
                <a:gd name="T9" fmla="*/ 23 h 35"/>
                <a:gd name="T10" fmla="*/ 49 w 16"/>
                <a:gd name="T11" fmla="*/ 13 h 35"/>
                <a:gd name="T12" fmla="*/ 44 w 16"/>
                <a:gd name="T13" fmla="*/ 139 h 35"/>
                <a:gd name="T14" fmla="*/ 96 w 16"/>
                <a:gd name="T15" fmla="*/ 203 h 3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" h="35">
                  <a:moveTo>
                    <a:pt x="16" y="35"/>
                  </a:moveTo>
                  <a:cubicBezTo>
                    <a:pt x="15" y="31"/>
                    <a:pt x="9" y="29"/>
                    <a:pt x="7" y="26"/>
                  </a:cubicBezTo>
                  <a:cubicBezTo>
                    <a:pt x="4" y="21"/>
                    <a:pt x="2" y="15"/>
                    <a:pt x="4" y="10"/>
                  </a:cubicBezTo>
                  <a:cubicBezTo>
                    <a:pt x="4" y="6"/>
                    <a:pt x="5" y="1"/>
                    <a:pt x="8" y="0"/>
                  </a:cubicBezTo>
                  <a:cubicBezTo>
                    <a:pt x="11" y="0"/>
                    <a:pt x="14" y="2"/>
                    <a:pt x="16" y="4"/>
                  </a:cubicBezTo>
                  <a:cubicBezTo>
                    <a:pt x="16" y="4"/>
                    <a:pt x="10" y="1"/>
                    <a:pt x="8" y="2"/>
                  </a:cubicBezTo>
                  <a:cubicBezTo>
                    <a:pt x="6" y="2"/>
                    <a:pt x="0" y="13"/>
                    <a:pt x="7" y="24"/>
                  </a:cubicBezTo>
                  <a:cubicBezTo>
                    <a:pt x="15" y="35"/>
                    <a:pt x="14" y="28"/>
                    <a:pt x="16" y="35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326" name="Freeform 312">
              <a:extLst>
                <a:ext uri="{FF2B5EF4-FFF2-40B4-BE49-F238E27FC236}">
                  <a16:creationId xmlns:a16="http://schemas.microsoft.com/office/drawing/2014/main" id="{7158854C-17FE-45C9-BE61-1EE5F69F3980}"/>
                </a:ext>
              </a:extLst>
            </p:cNvPr>
            <p:cNvSpPr>
              <a:spLocks/>
            </p:cNvSpPr>
            <p:nvPr/>
          </p:nvSpPr>
          <p:spPr bwMode="auto">
            <a:xfrm>
              <a:off x="681" y="1047"/>
              <a:ext cx="9" cy="29"/>
            </a:xfrm>
            <a:custGeom>
              <a:avLst/>
              <a:gdLst>
                <a:gd name="T0" fmla="*/ 7 w 5"/>
                <a:gd name="T1" fmla="*/ 65 h 16"/>
                <a:gd name="T2" fmla="*/ 23 w 5"/>
                <a:gd name="T3" fmla="*/ 96 h 16"/>
                <a:gd name="T4" fmla="*/ 29 w 5"/>
                <a:gd name="T5" fmla="*/ 13 h 16"/>
                <a:gd name="T6" fmla="*/ 29 w 5"/>
                <a:gd name="T7" fmla="*/ 13 h 16"/>
                <a:gd name="T8" fmla="*/ 13 w 5"/>
                <a:gd name="T9" fmla="*/ 29 h 16"/>
                <a:gd name="T10" fmla="*/ 23 w 5"/>
                <a:gd name="T11" fmla="*/ 89 h 16"/>
                <a:gd name="T12" fmla="*/ 7 w 5"/>
                <a:gd name="T13" fmla="*/ 65 h 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" h="16">
                  <a:moveTo>
                    <a:pt x="1" y="11"/>
                  </a:moveTo>
                  <a:cubicBezTo>
                    <a:pt x="1" y="12"/>
                    <a:pt x="3" y="16"/>
                    <a:pt x="4" y="16"/>
                  </a:cubicBezTo>
                  <a:cubicBezTo>
                    <a:pt x="4" y="14"/>
                    <a:pt x="0" y="2"/>
                    <a:pt x="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2"/>
                    <a:pt x="2" y="0"/>
                    <a:pt x="2" y="5"/>
                  </a:cubicBezTo>
                  <a:cubicBezTo>
                    <a:pt x="1" y="10"/>
                    <a:pt x="4" y="15"/>
                    <a:pt x="4" y="15"/>
                  </a:cubicBezTo>
                  <a:lnTo>
                    <a:pt x="1" y="1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327" name="Freeform 313">
              <a:extLst>
                <a:ext uri="{FF2B5EF4-FFF2-40B4-BE49-F238E27FC236}">
                  <a16:creationId xmlns:a16="http://schemas.microsoft.com/office/drawing/2014/main" id="{66A0F78A-093E-4617-9017-E559CA3B228E}"/>
                </a:ext>
              </a:extLst>
            </p:cNvPr>
            <p:cNvSpPr>
              <a:spLocks/>
            </p:cNvSpPr>
            <p:nvPr/>
          </p:nvSpPr>
          <p:spPr bwMode="auto">
            <a:xfrm>
              <a:off x="647" y="986"/>
              <a:ext cx="29" cy="45"/>
            </a:xfrm>
            <a:custGeom>
              <a:avLst/>
              <a:gdLst>
                <a:gd name="T0" fmla="*/ 96 w 16"/>
                <a:gd name="T1" fmla="*/ 7 h 25"/>
                <a:gd name="T2" fmla="*/ 24 w 16"/>
                <a:gd name="T3" fmla="*/ 23 h 25"/>
                <a:gd name="T4" fmla="*/ 44 w 16"/>
                <a:gd name="T5" fmla="*/ 146 h 25"/>
                <a:gd name="T6" fmla="*/ 29 w 16"/>
                <a:gd name="T7" fmla="*/ 52 h 25"/>
                <a:gd name="T8" fmla="*/ 82 w 16"/>
                <a:gd name="T9" fmla="*/ 16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25">
                  <a:moveTo>
                    <a:pt x="16" y="1"/>
                  </a:moveTo>
                  <a:cubicBezTo>
                    <a:pt x="13" y="1"/>
                    <a:pt x="7" y="0"/>
                    <a:pt x="4" y="4"/>
                  </a:cubicBezTo>
                  <a:cubicBezTo>
                    <a:pt x="0" y="10"/>
                    <a:pt x="3" y="20"/>
                    <a:pt x="7" y="25"/>
                  </a:cubicBezTo>
                  <a:cubicBezTo>
                    <a:pt x="4" y="22"/>
                    <a:pt x="3" y="13"/>
                    <a:pt x="5" y="9"/>
                  </a:cubicBezTo>
                  <a:cubicBezTo>
                    <a:pt x="7" y="5"/>
                    <a:pt x="10" y="2"/>
                    <a:pt x="14" y="3"/>
                  </a:cubicBezTo>
                </a:path>
              </a:pathLst>
            </a:custGeom>
            <a:solidFill>
              <a:srgbClr val="8E4C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328" name="Freeform 314">
              <a:extLst>
                <a:ext uri="{FF2B5EF4-FFF2-40B4-BE49-F238E27FC236}">
                  <a16:creationId xmlns:a16="http://schemas.microsoft.com/office/drawing/2014/main" id="{92CEC24A-DAB9-4012-8E0C-651C4A5AEBDA}"/>
                </a:ext>
              </a:extLst>
            </p:cNvPr>
            <p:cNvSpPr>
              <a:spLocks/>
            </p:cNvSpPr>
            <p:nvPr/>
          </p:nvSpPr>
          <p:spPr bwMode="auto">
            <a:xfrm>
              <a:off x="661" y="999"/>
              <a:ext cx="20" cy="32"/>
            </a:xfrm>
            <a:custGeom>
              <a:avLst/>
              <a:gdLst>
                <a:gd name="T0" fmla="*/ 65 w 11"/>
                <a:gd name="T1" fmla="*/ 21 h 18"/>
                <a:gd name="T2" fmla="*/ 44 w 11"/>
                <a:gd name="T3" fmla="*/ 7 h 18"/>
                <a:gd name="T4" fmla="*/ 13 w 11"/>
                <a:gd name="T5" fmla="*/ 7 h 18"/>
                <a:gd name="T6" fmla="*/ 16 w 11"/>
                <a:gd name="T7" fmla="*/ 57 h 18"/>
                <a:gd name="T8" fmla="*/ 49 w 11"/>
                <a:gd name="T9" fmla="*/ 101 h 18"/>
                <a:gd name="T10" fmla="*/ 29 w 11"/>
                <a:gd name="T11" fmla="*/ 37 h 18"/>
                <a:gd name="T12" fmla="*/ 60 w 11"/>
                <a:gd name="T13" fmla="*/ 16 h 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" h="18">
                  <a:moveTo>
                    <a:pt x="11" y="4"/>
                  </a:moveTo>
                  <a:cubicBezTo>
                    <a:pt x="9" y="3"/>
                    <a:pt x="8" y="2"/>
                    <a:pt x="7" y="1"/>
                  </a:cubicBezTo>
                  <a:cubicBezTo>
                    <a:pt x="5" y="1"/>
                    <a:pt x="3" y="0"/>
                    <a:pt x="2" y="1"/>
                  </a:cubicBezTo>
                  <a:cubicBezTo>
                    <a:pt x="0" y="3"/>
                    <a:pt x="2" y="8"/>
                    <a:pt x="3" y="10"/>
                  </a:cubicBezTo>
                  <a:cubicBezTo>
                    <a:pt x="4" y="12"/>
                    <a:pt x="6" y="15"/>
                    <a:pt x="8" y="18"/>
                  </a:cubicBezTo>
                  <a:cubicBezTo>
                    <a:pt x="6" y="15"/>
                    <a:pt x="4" y="11"/>
                    <a:pt x="5" y="7"/>
                  </a:cubicBezTo>
                  <a:cubicBezTo>
                    <a:pt x="5" y="4"/>
                    <a:pt x="8" y="3"/>
                    <a:pt x="10" y="3"/>
                  </a:cubicBezTo>
                </a:path>
              </a:pathLst>
            </a:custGeom>
            <a:solidFill>
              <a:srgbClr val="C17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329" name="Freeform 315">
              <a:extLst>
                <a:ext uri="{FF2B5EF4-FFF2-40B4-BE49-F238E27FC236}">
                  <a16:creationId xmlns:a16="http://schemas.microsoft.com/office/drawing/2014/main" id="{D5D6999B-6848-414C-B35B-FD16DA7070D5}"/>
                </a:ext>
              </a:extLst>
            </p:cNvPr>
            <p:cNvSpPr>
              <a:spLocks/>
            </p:cNvSpPr>
            <p:nvPr/>
          </p:nvSpPr>
          <p:spPr bwMode="auto">
            <a:xfrm>
              <a:off x="681" y="1035"/>
              <a:ext cx="6" cy="21"/>
            </a:xfrm>
            <a:custGeom>
              <a:avLst/>
              <a:gdLst>
                <a:gd name="T0" fmla="*/ 24 w 3"/>
                <a:gd name="T1" fmla="*/ 44 h 12"/>
                <a:gd name="T2" fmla="*/ 8 w 3"/>
                <a:gd name="T3" fmla="*/ 65 h 12"/>
                <a:gd name="T4" fmla="*/ 0 w 3"/>
                <a:gd name="T5" fmla="*/ 33 h 12"/>
                <a:gd name="T6" fmla="*/ 8 w 3"/>
                <a:gd name="T7" fmla="*/ 0 h 12"/>
                <a:gd name="T8" fmla="*/ 16 w 3"/>
                <a:gd name="T9" fmla="*/ 37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12">
                  <a:moveTo>
                    <a:pt x="3" y="8"/>
                  </a:moveTo>
                  <a:cubicBezTo>
                    <a:pt x="1" y="9"/>
                    <a:pt x="2" y="11"/>
                    <a:pt x="1" y="12"/>
                  </a:cubicBezTo>
                  <a:cubicBezTo>
                    <a:pt x="0" y="12"/>
                    <a:pt x="0" y="8"/>
                    <a:pt x="0" y="6"/>
                  </a:cubicBezTo>
                  <a:cubicBezTo>
                    <a:pt x="0" y="5"/>
                    <a:pt x="0" y="1"/>
                    <a:pt x="1" y="0"/>
                  </a:cubicBezTo>
                  <a:cubicBezTo>
                    <a:pt x="2" y="2"/>
                    <a:pt x="2" y="5"/>
                    <a:pt x="2" y="7"/>
                  </a:cubicBezTo>
                </a:path>
              </a:pathLst>
            </a:custGeom>
            <a:solidFill>
              <a:srgbClr val="C17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330" name="Freeform 316">
              <a:extLst>
                <a:ext uri="{FF2B5EF4-FFF2-40B4-BE49-F238E27FC236}">
                  <a16:creationId xmlns:a16="http://schemas.microsoft.com/office/drawing/2014/main" id="{1643348B-65CE-4B6A-810A-8F074DF4E0B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" y="983"/>
              <a:ext cx="65" cy="129"/>
            </a:xfrm>
            <a:custGeom>
              <a:avLst/>
              <a:gdLst>
                <a:gd name="T0" fmla="*/ 45 w 36"/>
                <a:gd name="T1" fmla="*/ 52 h 72"/>
                <a:gd name="T2" fmla="*/ 101 w 36"/>
                <a:gd name="T3" fmla="*/ 13 h 72"/>
                <a:gd name="T4" fmla="*/ 166 w 36"/>
                <a:gd name="T5" fmla="*/ 7 h 72"/>
                <a:gd name="T6" fmla="*/ 206 w 36"/>
                <a:gd name="T7" fmla="*/ 81 h 72"/>
                <a:gd name="T8" fmla="*/ 190 w 36"/>
                <a:gd name="T9" fmla="*/ 219 h 72"/>
                <a:gd name="T10" fmla="*/ 101 w 36"/>
                <a:gd name="T11" fmla="*/ 362 h 72"/>
                <a:gd name="T12" fmla="*/ 45 w 36"/>
                <a:gd name="T13" fmla="*/ 409 h 72"/>
                <a:gd name="T14" fmla="*/ 0 w 36"/>
                <a:gd name="T15" fmla="*/ 348 h 7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6" h="72">
                  <a:moveTo>
                    <a:pt x="8" y="9"/>
                  </a:moveTo>
                  <a:cubicBezTo>
                    <a:pt x="12" y="8"/>
                    <a:pt x="14" y="3"/>
                    <a:pt x="17" y="2"/>
                  </a:cubicBezTo>
                  <a:cubicBezTo>
                    <a:pt x="21" y="0"/>
                    <a:pt x="25" y="0"/>
                    <a:pt x="28" y="1"/>
                  </a:cubicBezTo>
                  <a:cubicBezTo>
                    <a:pt x="33" y="3"/>
                    <a:pt x="35" y="9"/>
                    <a:pt x="35" y="14"/>
                  </a:cubicBezTo>
                  <a:cubicBezTo>
                    <a:pt x="36" y="22"/>
                    <a:pt x="36" y="32"/>
                    <a:pt x="32" y="38"/>
                  </a:cubicBezTo>
                  <a:cubicBezTo>
                    <a:pt x="27" y="47"/>
                    <a:pt x="21" y="53"/>
                    <a:pt x="17" y="63"/>
                  </a:cubicBezTo>
                  <a:cubicBezTo>
                    <a:pt x="15" y="67"/>
                    <a:pt x="12" y="72"/>
                    <a:pt x="8" y="71"/>
                  </a:cubicBezTo>
                  <a:cubicBezTo>
                    <a:pt x="2" y="71"/>
                    <a:pt x="2" y="64"/>
                    <a:pt x="0" y="60"/>
                  </a:cubicBezTo>
                </a:path>
              </a:pathLst>
            </a:custGeom>
            <a:solidFill>
              <a:srgbClr val="A961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331" name="Freeform 317">
              <a:extLst>
                <a:ext uri="{FF2B5EF4-FFF2-40B4-BE49-F238E27FC236}">
                  <a16:creationId xmlns:a16="http://schemas.microsoft.com/office/drawing/2014/main" id="{FBDEBB4D-4BCC-4846-845D-1E44092ACD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" y="983"/>
              <a:ext cx="65" cy="129"/>
            </a:xfrm>
            <a:custGeom>
              <a:avLst/>
              <a:gdLst>
                <a:gd name="T0" fmla="*/ 45 w 36"/>
                <a:gd name="T1" fmla="*/ 52 h 72"/>
                <a:gd name="T2" fmla="*/ 101 w 36"/>
                <a:gd name="T3" fmla="*/ 13 h 72"/>
                <a:gd name="T4" fmla="*/ 166 w 36"/>
                <a:gd name="T5" fmla="*/ 7 h 72"/>
                <a:gd name="T6" fmla="*/ 206 w 36"/>
                <a:gd name="T7" fmla="*/ 81 h 72"/>
                <a:gd name="T8" fmla="*/ 190 w 36"/>
                <a:gd name="T9" fmla="*/ 219 h 72"/>
                <a:gd name="T10" fmla="*/ 101 w 36"/>
                <a:gd name="T11" fmla="*/ 362 h 72"/>
                <a:gd name="T12" fmla="*/ 45 w 36"/>
                <a:gd name="T13" fmla="*/ 409 h 72"/>
                <a:gd name="T14" fmla="*/ 0 w 36"/>
                <a:gd name="T15" fmla="*/ 348 h 7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6" h="72">
                  <a:moveTo>
                    <a:pt x="8" y="9"/>
                  </a:moveTo>
                  <a:cubicBezTo>
                    <a:pt x="12" y="8"/>
                    <a:pt x="14" y="3"/>
                    <a:pt x="17" y="2"/>
                  </a:cubicBezTo>
                  <a:cubicBezTo>
                    <a:pt x="21" y="0"/>
                    <a:pt x="25" y="0"/>
                    <a:pt x="28" y="1"/>
                  </a:cubicBezTo>
                  <a:cubicBezTo>
                    <a:pt x="33" y="3"/>
                    <a:pt x="35" y="9"/>
                    <a:pt x="35" y="14"/>
                  </a:cubicBezTo>
                  <a:cubicBezTo>
                    <a:pt x="36" y="22"/>
                    <a:pt x="36" y="32"/>
                    <a:pt x="32" y="38"/>
                  </a:cubicBezTo>
                  <a:cubicBezTo>
                    <a:pt x="27" y="47"/>
                    <a:pt x="21" y="53"/>
                    <a:pt x="17" y="63"/>
                  </a:cubicBezTo>
                  <a:cubicBezTo>
                    <a:pt x="15" y="67"/>
                    <a:pt x="12" y="72"/>
                    <a:pt x="8" y="71"/>
                  </a:cubicBezTo>
                  <a:cubicBezTo>
                    <a:pt x="2" y="71"/>
                    <a:pt x="2" y="64"/>
                    <a:pt x="0" y="6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332" name="Freeform 318">
              <a:extLst>
                <a:ext uri="{FF2B5EF4-FFF2-40B4-BE49-F238E27FC236}">
                  <a16:creationId xmlns:a16="http://schemas.microsoft.com/office/drawing/2014/main" id="{145DBCFD-B5B5-4058-BD7E-EE8F9449F9E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0" y="995"/>
              <a:ext cx="28" cy="63"/>
            </a:xfrm>
            <a:custGeom>
              <a:avLst/>
              <a:gdLst>
                <a:gd name="T0" fmla="*/ 0 w 16"/>
                <a:gd name="T1" fmla="*/ 203 h 35"/>
                <a:gd name="T2" fmla="*/ 56 w 16"/>
                <a:gd name="T3" fmla="*/ 153 h 35"/>
                <a:gd name="T4" fmla="*/ 70 w 16"/>
                <a:gd name="T5" fmla="*/ 58 h 35"/>
                <a:gd name="T6" fmla="*/ 44 w 16"/>
                <a:gd name="T7" fmla="*/ 0 h 35"/>
                <a:gd name="T8" fmla="*/ 0 w 16"/>
                <a:gd name="T9" fmla="*/ 23 h 35"/>
                <a:gd name="T10" fmla="*/ 44 w 16"/>
                <a:gd name="T11" fmla="*/ 13 h 35"/>
                <a:gd name="T12" fmla="*/ 49 w 16"/>
                <a:gd name="T13" fmla="*/ 139 h 35"/>
                <a:gd name="T14" fmla="*/ 0 w 16"/>
                <a:gd name="T15" fmla="*/ 203 h 3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" h="35">
                  <a:moveTo>
                    <a:pt x="0" y="35"/>
                  </a:moveTo>
                  <a:cubicBezTo>
                    <a:pt x="1" y="31"/>
                    <a:pt x="8" y="29"/>
                    <a:pt x="10" y="26"/>
                  </a:cubicBezTo>
                  <a:cubicBezTo>
                    <a:pt x="12" y="21"/>
                    <a:pt x="14" y="15"/>
                    <a:pt x="13" y="10"/>
                  </a:cubicBezTo>
                  <a:cubicBezTo>
                    <a:pt x="12" y="6"/>
                    <a:pt x="11" y="1"/>
                    <a:pt x="8" y="0"/>
                  </a:cubicBezTo>
                  <a:cubicBezTo>
                    <a:pt x="5" y="0"/>
                    <a:pt x="2" y="2"/>
                    <a:pt x="0" y="4"/>
                  </a:cubicBezTo>
                  <a:cubicBezTo>
                    <a:pt x="0" y="4"/>
                    <a:pt x="6" y="1"/>
                    <a:pt x="8" y="2"/>
                  </a:cubicBezTo>
                  <a:cubicBezTo>
                    <a:pt x="10" y="2"/>
                    <a:pt x="16" y="13"/>
                    <a:pt x="9" y="24"/>
                  </a:cubicBezTo>
                  <a:cubicBezTo>
                    <a:pt x="2" y="35"/>
                    <a:pt x="2" y="28"/>
                    <a:pt x="0" y="35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333" name="Freeform 319">
              <a:extLst>
                <a:ext uri="{FF2B5EF4-FFF2-40B4-BE49-F238E27FC236}">
                  <a16:creationId xmlns:a16="http://schemas.microsoft.com/office/drawing/2014/main" id="{51D37D74-7DED-49F5-B302-58450588CD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1" y="1047"/>
              <a:ext cx="9" cy="29"/>
            </a:xfrm>
            <a:custGeom>
              <a:avLst/>
              <a:gdLst>
                <a:gd name="T0" fmla="*/ 29 w 5"/>
                <a:gd name="T1" fmla="*/ 65 h 16"/>
                <a:gd name="T2" fmla="*/ 7 w 5"/>
                <a:gd name="T3" fmla="*/ 96 h 16"/>
                <a:gd name="T4" fmla="*/ 0 w 5"/>
                <a:gd name="T5" fmla="*/ 13 h 16"/>
                <a:gd name="T6" fmla="*/ 0 w 5"/>
                <a:gd name="T7" fmla="*/ 13 h 16"/>
                <a:gd name="T8" fmla="*/ 16 w 5"/>
                <a:gd name="T9" fmla="*/ 29 h 16"/>
                <a:gd name="T10" fmla="*/ 7 w 5"/>
                <a:gd name="T11" fmla="*/ 89 h 16"/>
                <a:gd name="T12" fmla="*/ 29 w 5"/>
                <a:gd name="T13" fmla="*/ 65 h 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" h="16">
                  <a:moveTo>
                    <a:pt x="5" y="11"/>
                  </a:moveTo>
                  <a:cubicBezTo>
                    <a:pt x="4" y="12"/>
                    <a:pt x="2" y="16"/>
                    <a:pt x="1" y="16"/>
                  </a:cubicBezTo>
                  <a:cubicBezTo>
                    <a:pt x="1" y="14"/>
                    <a:pt x="5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3" y="0"/>
                    <a:pt x="3" y="5"/>
                  </a:cubicBezTo>
                  <a:cubicBezTo>
                    <a:pt x="4" y="10"/>
                    <a:pt x="1" y="15"/>
                    <a:pt x="1" y="15"/>
                  </a:cubicBezTo>
                  <a:lnTo>
                    <a:pt x="5" y="1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334" name="Freeform 320">
              <a:extLst>
                <a:ext uri="{FF2B5EF4-FFF2-40B4-BE49-F238E27FC236}">
                  <a16:creationId xmlns:a16="http://schemas.microsoft.com/office/drawing/2014/main" id="{B776E623-B2B7-4C3F-8046-62A6BA5C94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5" y="986"/>
              <a:ext cx="29" cy="45"/>
            </a:xfrm>
            <a:custGeom>
              <a:avLst/>
              <a:gdLst>
                <a:gd name="T0" fmla="*/ 0 w 16"/>
                <a:gd name="T1" fmla="*/ 7 h 25"/>
                <a:gd name="T2" fmla="*/ 73 w 16"/>
                <a:gd name="T3" fmla="*/ 23 h 25"/>
                <a:gd name="T4" fmla="*/ 53 w 16"/>
                <a:gd name="T5" fmla="*/ 146 h 25"/>
                <a:gd name="T6" fmla="*/ 65 w 16"/>
                <a:gd name="T7" fmla="*/ 52 h 25"/>
                <a:gd name="T8" fmla="*/ 16 w 16"/>
                <a:gd name="T9" fmla="*/ 16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25">
                  <a:moveTo>
                    <a:pt x="0" y="1"/>
                  </a:moveTo>
                  <a:cubicBezTo>
                    <a:pt x="4" y="1"/>
                    <a:pt x="10" y="0"/>
                    <a:pt x="12" y="4"/>
                  </a:cubicBezTo>
                  <a:cubicBezTo>
                    <a:pt x="16" y="10"/>
                    <a:pt x="13" y="20"/>
                    <a:pt x="9" y="25"/>
                  </a:cubicBezTo>
                  <a:cubicBezTo>
                    <a:pt x="13" y="22"/>
                    <a:pt x="13" y="13"/>
                    <a:pt x="11" y="9"/>
                  </a:cubicBezTo>
                  <a:cubicBezTo>
                    <a:pt x="9" y="5"/>
                    <a:pt x="6" y="2"/>
                    <a:pt x="3" y="3"/>
                  </a:cubicBezTo>
                </a:path>
              </a:pathLst>
            </a:custGeom>
            <a:solidFill>
              <a:srgbClr val="8E4C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335" name="Freeform 321">
              <a:extLst>
                <a:ext uri="{FF2B5EF4-FFF2-40B4-BE49-F238E27FC236}">
                  <a16:creationId xmlns:a16="http://schemas.microsoft.com/office/drawing/2014/main" id="{D62D8857-64D1-4E45-A656-9A4EC3A50B7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0" y="999"/>
              <a:ext cx="19" cy="32"/>
            </a:xfrm>
            <a:custGeom>
              <a:avLst/>
              <a:gdLst>
                <a:gd name="T0" fmla="*/ 0 w 11"/>
                <a:gd name="T1" fmla="*/ 21 h 18"/>
                <a:gd name="T2" fmla="*/ 28 w 11"/>
                <a:gd name="T3" fmla="*/ 7 h 18"/>
                <a:gd name="T4" fmla="*/ 48 w 11"/>
                <a:gd name="T5" fmla="*/ 7 h 18"/>
                <a:gd name="T6" fmla="*/ 41 w 11"/>
                <a:gd name="T7" fmla="*/ 57 h 18"/>
                <a:gd name="T8" fmla="*/ 21 w 11"/>
                <a:gd name="T9" fmla="*/ 101 h 18"/>
                <a:gd name="T10" fmla="*/ 36 w 11"/>
                <a:gd name="T11" fmla="*/ 37 h 18"/>
                <a:gd name="T12" fmla="*/ 5 w 11"/>
                <a:gd name="T13" fmla="*/ 16 h 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" h="18">
                  <a:moveTo>
                    <a:pt x="0" y="4"/>
                  </a:moveTo>
                  <a:cubicBezTo>
                    <a:pt x="2" y="3"/>
                    <a:pt x="3" y="2"/>
                    <a:pt x="5" y="1"/>
                  </a:cubicBezTo>
                  <a:cubicBezTo>
                    <a:pt x="6" y="1"/>
                    <a:pt x="8" y="0"/>
                    <a:pt x="9" y="1"/>
                  </a:cubicBezTo>
                  <a:cubicBezTo>
                    <a:pt x="11" y="3"/>
                    <a:pt x="9" y="8"/>
                    <a:pt x="8" y="10"/>
                  </a:cubicBezTo>
                  <a:cubicBezTo>
                    <a:pt x="7" y="12"/>
                    <a:pt x="5" y="15"/>
                    <a:pt x="4" y="18"/>
                  </a:cubicBezTo>
                  <a:cubicBezTo>
                    <a:pt x="6" y="15"/>
                    <a:pt x="8" y="11"/>
                    <a:pt x="7" y="7"/>
                  </a:cubicBezTo>
                  <a:cubicBezTo>
                    <a:pt x="6" y="4"/>
                    <a:pt x="3" y="3"/>
                    <a:pt x="1" y="3"/>
                  </a:cubicBezTo>
                </a:path>
              </a:pathLst>
            </a:custGeom>
            <a:solidFill>
              <a:srgbClr val="C17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336" name="Freeform 322">
              <a:extLst>
                <a:ext uri="{FF2B5EF4-FFF2-40B4-BE49-F238E27FC236}">
                  <a16:creationId xmlns:a16="http://schemas.microsoft.com/office/drawing/2014/main" id="{5CBBCEBD-5142-4764-8C8B-B913D00A5DD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6" y="1035"/>
              <a:ext cx="4" cy="21"/>
            </a:xfrm>
            <a:custGeom>
              <a:avLst/>
              <a:gdLst>
                <a:gd name="T0" fmla="*/ 0 w 2"/>
                <a:gd name="T1" fmla="*/ 44 h 12"/>
                <a:gd name="T2" fmla="*/ 8 w 2"/>
                <a:gd name="T3" fmla="*/ 65 h 12"/>
                <a:gd name="T4" fmla="*/ 16 w 2"/>
                <a:gd name="T5" fmla="*/ 33 h 12"/>
                <a:gd name="T6" fmla="*/ 8 w 2"/>
                <a:gd name="T7" fmla="*/ 0 h 12"/>
                <a:gd name="T8" fmla="*/ 0 w 2"/>
                <a:gd name="T9" fmla="*/ 37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2">
                  <a:moveTo>
                    <a:pt x="0" y="8"/>
                  </a:moveTo>
                  <a:cubicBezTo>
                    <a:pt x="1" y="9"/>
                    <a:pt x="1" y="11"/>
                    <a:pt x="1" y="12"/>
                  </a:cubicBezTo>
                  <a:cubicBezTo>
                    <a:pt x="2" y="12"/>
                    <a:pt x="2" y="8"/>
                    <a:pt x="2" y="6"/>
                  </a:cubicBezTo>
                  <a:cubicBezTo>
                    <a:pt x="2" y="5"/>
                    <a:pt x="2" y="1"/>
                    <a:pt x="1" y="0"/>
                  </a:cubicBezTo>
                  <a:cubicBezTo>
                    <a:pt x="0" y="2"/>
                    <a:pt x="0" y="5"/>
                    <a:pt x="0" y="7"/>
                  </a:cubicBezTo>
                </a:path>
              </a:pathLst>
            </a:custGeom>
            <a:solidFill>
              <a:srgbClr val="C17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337" name="Freeform 323">
              <a:extLst>
                <a:ext uri="{FF2B5EF4-FFF2-40B4-BE49-F238E27FC236}">
                  <a16:creationId xmlns:a16="http://schemas.microsoft.com/office/drawing/2014/main" id="{760360BA-5AF7-4B5B-8097-2FF86F091860}"/>
                </a:ext>
              </a:extLst>
            </p:cNvPr>
            <p:cNvSpPr>
              <a:spLocks/>
            </p:cNvSpPr>
            <p:nvPr/>
          </p:nvSpPr>
          <p:spPr bwMode="auto">
            <a:xfrm>
              <a:off x="665" y="740"/>
              <a:ext cx="380" cy="514"/>
            </a:xfrm>
            <a:custGeom>
              <a:avLst/>
              <a:gdLst>
                <a:gd name="T0" fmla="*/ 1219 w 211"/>
                <a:gd name="T1" fmla="*/ 649 h 286"/>
                <a:gd name="T2" fmla="*/ 1216 w 211"/>
                <a:gd name="T3" fmla="*/ 474 h 286"/>
                <a:gd name="T4" fmla="*/ 600 w 211"/>
                <a:gd name="T5" fmla="*/ 0 h 286"/>
                <a:gd name="T6" fmla="*/ 16 w 211"/>
                <a:gd name="T7" fmla="*/ 518 h 286"/>
                <a:gd name="T8" fmla="*/ 36 w 211"/>
                <a:gd name="T9" fmla="*/ 789 h 286"/>
                <a:gd name="T10" fmla="*/ 81 w 211"/>
                <a:gd name="T11" fmla="*/ 953 h 286"/>
                <a:gd name="T12" fmla="*/ 263 w 211"/>
                <a:gd name="T13" fmla="*/ 1470 h 286"/>
                <a:gd name="T14" fmla="*/ 677 w 211"/>
                <a:gd name="T15" fmla="*/ 1653 h 286"/>
                <a:gd name="T16" fmla="*/ 1093 w 211"/>
                <a:gd name="T17" fmla="*/ 1346 h 286"/>
                <a:gd name="T18" fmla="*/ 1203 w 211"/>
                <a:gd name="T19" fmla="*/ 836 h 286"/>
                <a:gd name="T20" fmla="*/ 1219 w 211"/>
                <a:gd name="T21" fmla="*/ 649 h 28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11" h="286">
                  <a:moveTo>
                    <a:pt x="209" y="112"/>
                  </a:moveTo>
                  <a:cubicBezTo>
                    <a:pt x="211" y="102"/>
                    <a:pt x="208" y="92"/>
                    <a:pt x="208" y="82"/>
                  </a:cubicBezTo>
                  <a:cubicBezTo>
                    <a:pt x="206" y="18"/>
                    <a:pt x="158" y="0"/>
                    <a:pt x="103" y="0"/>
                  </a:cubicBezTo>
                  <a:cubicBezTo>
                    <a:pt x="59" y="1"/>
                    <a:pt x="1" y="25"/>
                    <a:pt x="3" y="89"/>
                  </a:cubicBezTo>
                  <a:cubicBezTo>
                    <a:pt x="4" y="106"/>
                    <a:pt x="0" y="122"/>
                    <a:pt x="6" y="136"/>
                  </a:cubicBezTo>
                  <a:cubicBezTo>
                    <a:pt x="10" y="145"/>
                    <a:pt x="14" y="158"/>
                    <a:pt x="14" y="164"/>
                  </a:cubicBezTo>
                  <a:cubicBezTo>
                    <a:pt x="13" y="174"/>
                    <a:pt x="27" y="233"/>
                    <a:pt x="45" y="253"/>
                  </a:cubicBezTo>
                  <a:cubicBezTo>
                    <a:pt x="63" y="273"/>
                    <a:pt x="85" y="286"/>
                    <a:pt x="116" y="285"/>
                  </a:cubicBezTo>
                  <a:cubicBezTo>
                    <a:pt x="146" y="284"/>
                    <a:pt x="182" y="245"/>
                    <a:pt x="187" y="232"/>
                  </a:cubicBezTo>
                  <a:cubicBezTo>
                    <a:pt x="191" y="220"/>
                    <a:pt x="206" y="177"/>
                    <a:pt x="206" y="144"/>
                  </a:cubicBezTo>
                  <a:cubicBezTo>
                    <a:pt x="206" y="132"/>
                    <a:pt x="208" y="118"/>
                    <a:pt x="209" y="112"/>
                  </a:cubicBezTo>
                  <a:close/>
                </a:path>
              </a:pathLst>
            </a:custGeom>
            <a:solidFill>
              <a:srgbClr val="A961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338" name="Freeform 324">
              <a:extLst>
                <a:ext uri="{FF2B5EF4-FFF2-40B4-BE49-F238E27FC236}">
                  <a16:creationId xmlns:a16="http://schemas.microsoft.com/office/drawing/2014/main" id="{395AEF02-78D3-40BF-A068-5B3EDF69C94D}"/>
                </a:ext>
              </a:extLst>
            </p:cNvPr>
            <p:cNvSpPr>
              <a:spLocks/>
            </p:cNvSpPr>
            <p:nvPr/>
          </p:nvSpPr>
          <p:spPr bwMode="auto">
            <a:xfrm>
              <a:off x="665" y="736"/>
              <a:ext cx="380" cy="518"/>
            </a:xfrm>
            <a:custGeom>
              <a:avLst/>
              <a:gdLst>
                <a:gd name="T0" fmla="*/ 1219 w 211"/>
                <a:gd name="T1" fmla="*/ 664 h 288"/>
                <a:gd name="T2" fmla="*/ 1216 w 211"/>
                <a:gd name="T3" fmla="*/ 489 h 288"/>
                <a:gd name="T4" fmla="*/ 600 w 211"/>
                <a:gd name="T5" fmla="*/ 13 h 288"/>
                <a:gd name="T6" fmla="*/ 16 w 211"/>
                <a:gd name="T7" fmla="*/ 531 h 288"/>
                <a:gd name="T8" fmla="*/ 36 w 211"/>
                <a:gd name="T9" fmla="*/ 802 h 288"/>
                <a:gd name="T10" fmla="*/ 81 w 211"/>
                <a:gd name="T11" fmla="*/ 968 h 288"/>
                <a:gd name="T12" fmla="*/ 263 w 211"/>
                <a:gd name="T13" fmla="*/ 1486 h 288"/>
                <a:gd name="T14" fmla="*/ 677 w 211"/>
                <a:gd name="T15" fmla="*/ 1669 h 288"/>
                <a:gd name="T16" fmla="*/ 1093 w 211"/>
                <a:gd name="T17" fmla="*/ 1362 h 288"/>
                <a:gd name="T18" fmla="*/ 1203 w 211"/>
                <a:gd name="T19" fmla="*/ 851 h 288"/>
                <a:gd name="T20" fmla="*/ 1219 w 211"/>
                <a:gd name="T21" fmla="*/ 664 h 28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11" h="288">
                  <a:moveTo>
                    <a:pt x="209" y="114"/>
                  </a:moveTo>
                  <a:cubicBezTo>
                    <a:pt x="211" y="104"/>
                    <a:pt x="208" y="94"/>
                    <a:pt x="208" y="84"/>
                  </a:cubicBezTo>
                  <a:cubicBezTo>
                    <a:pt x="206" y="20"/>
                    <a:pt x="154" y="0"/>
                    <a:pt x="103" y="2"/>
                  </a:cubicBezTo>
                  <a:cubicBezTo>
                    <a:pt x="55" y="5"/>
                    <a:pt x="1" y="27"/>
                    <a:pt x="3" y="91"/>
                  </a:cubicBezTo>
                  <a:cubicBezTo>
                    <a:pt x="4" y="108"/>
                    <a:pt x="0" y="124"/>
                    <a:pt x="6" y="138"/>
                  </a:cubicBezTo>
                  <a:cubicBezTo>
                    <a:pt x="10" y="147"/>
                    <a:pt x="14" y="160"/>
                    <a:pt x="14" y="166"/>
                  </a:cubicBezTo>
                  <a:cubicBezTo>
                    <a:pt x="13" y="176"/>
                    <a:pt x="27" y="235"/>
                    <a:pt x="45" y="255"/>
                  </a:cubicBezTo>
                  <a:cubicBezTo>
                    <a:pt x="63" y="275"/>
                    <a:pt x="85" y="288"/>
                    <a:pt x="116" y="287"/>
                  </a:cubicBezTo>
                  <a:cubicBezTo>
                    <a:pt x="146" y="286"/>
                    <a:pt x="182" y="247"/>
                    <a:pt x="187" y="234"/>
                  </a:cubicBezTo>
                  <a:cubicBezTo>
                    <a:pt x="191" y="222"/>
                    <a:pt x="206" y="179"/>
                    <a:pt x="206" y="146"/>
                  </a:cubicBezTo>
                  <a:cubicBezTo>
                    <a:pt x="206" y="134"/>
                    <a:pt x="208" y="120"/>
                    <a:pt x="209" y="114"/>
                  </a:cubicBez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339" name="Freeform 325">
              <a:extLst>
                <a:ext uri="{FF2B5EF4-FFF2-40B4-BE49-F238E27FC236}">
                  <a16:creationId xmlns:a16="http://schemas.microsoft.com/office/drawing/2014/main" id="{C0FA61C4-10F3-45DA-B67A-5B82D94E9C9F}"/>
                </a:ext>
              </a:extLst>
            </p:cNvPr>
            <p:cNvSpPr>
              <a:spLocks/>
            </p:cNvSpPr>
            <p:nvPr/>
          </p:nvSpPr>
          <p:spPr bwMode="auto">
            <a:xfrm>
              <a:off x="805" y="1225"/>
              <a:ext cx="125" cy="47"/>
            </a:xfrm>
            <a:custGeom>
              <a:avLst/>
              <a:gdLst>
                <a:gd name="T0" fmla="*/ 0 w 69"/>
                <a:gd name="T1" fmla="*/ 13 h 26"/>
                <a:gd name="T2" fmla="*/ 409 w 69"/>
                <a:gd name="T3" fmla="*/ 0 h 26"/>
                <a:gd name="T4" fmla="*/ 0 w 69"/>
                <a:gd name="T5" fmla="*/ 13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9" h="26">
                  <a:moveTo>
                    <a:pt x="0" y="2"/>
                  </a:moveTo>
                  <a:cubicBezTo>
                    <a:pt x="0" y="2"/>
                    <a:pt x="39" y="26"/>
                    <a:pt x="69" y="0"/>
                  </a:cubicBezTo>
                  <a:cubicBezTo>
                    <a:pt x="69" y="0"/>
                    <a:pt x="41" y="21"/>
                    <a:pt x="0" y="2"/>
                  </a:cubicBezTo>
                  <a:close/>
                </a:path>
              </a:pathLst>
            </a:custGeom>
            <a:solidFill>
              <a:srgbClr val="8E4C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340" name="Line 326">
              <a:extLst>
                <a:ext uri="{FF2B5EF4-FFF2-40B4-BE49-F238E27FC236}">
                  <a16:creationId xmlns:a16="http://schemas.microsoft.com/office/drawing/2014/main" id="{670AF08A-F241-403E-85D5-232299FF203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53" y="814"/>
              <a:ext cx="1" cy="1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341" name="Line 327">
              <a:extLst>
                <a:ext uri="{FF2B5EF4-FFF2-40B4-BE49-F238E27FC236}">
                  <a16:creationId xmlns:a16="http://schemas.microsoft.com/office/drawing/2014/main" id="{0AADD315-3AD2-4179-AEE3-AEE7ED4D3A3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53" y="814"/>
              <a:ext cx="1" cy="1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342" name="Freeform 328">
              <a:extLst>
                <a:ext uri="{FF2B5EF4-FFF2-40B4-BE49-F238E27FC236}">
                  <a16:creationId xmlns:a16="http://schemas.microsoft.com/office/drawing/2014/main" id="{0121DE3C-25E5-48A7-A2C2-3E0CF1E1B557}"/>
                </a:ext>
              </a:extLst>
            </p:cNvPr>
            <p:cNvSpPr>
              <a:spLocks/>
            </p:cNvSpPr>
            <p:nvPr/>
          </p:nvSpPr>
          <p:spPr bwMode="auto">
            <a:xfrm>
              <a:off x="955" y="1008"/>
              <a:ext cx="76" cy="197"/>
            </a:xfrm>
            <a:custGeom>
              <a:avLst/>
              <a:gdLst>
                <a:gd name="T0" fmla="*/ 250 w 42"/>
                <a:gd name="T1" fmla="*/ 0 h 110"/>
                <a:gd name="T2" fmla="*/ 190 w 42"/>
                <a:gd name="T3" fmla="*/ 328 h 110"/>
                <a:gd name="T4" fmla="*/ 0 w 42"/>
                <a:gd name="T5" fmla="*/ 632 h 110"/>
                <a:gd name="T6" fmla="*/ 250 w 42"/>
                <a:gd name="T7" fmla="*/ 0 h 1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2" h="110">
                  <a:moveTo>
                    <a:pt x="42" y="0"/>
                  </a:moveTo>
                  <a:cubicBezTo>
                    <a:pt x="42" y="0"/>
                    <a:pt x="42" y="17"/>
                    <a:pt x="32" y="57"/>
                  </a:cubicBezTo>
                  <a:cubicBezTo>
                    <a:pt x="22" y="96"/>
                    <a:pt x="16" y="94"/>
                    <a:pt x="0" y="110"/>
                  </a:cubicBezTo>
                  <a:cubicBezTo>
                    <a:pt x="0" y="110"/>
                    <a:pt x="29" y="83"/>
                    <a:pt x="42" y="0"/>
                  </a:cubicBezTo>
                  <a:close/>
                </a:path>
              </a:pathLst>
            </a:custGeom>
            <a:solidFill>
              <a:srgbClr val="8E4C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343" name="Freeform 329">
              <a:extLst>
                <a:ext uri="{FF2B5EF4-FFF2-40B4-BE49-F238E27FC236}">
                  <a16:creationId xmlns:a16="http://schemas.microsoft.com/office/drawing/2014/main" id="{FD6556A9-BDBD-49F0-9E23-E46F413A2D10}"/>
                </a:ext>
              </a:extLst>
            </p:cNvPr>
            <p:cNvSpPr>
              <a:spLocks/>
            </p:cNvSpPr>
            <p:nvPr/>
          </p:nvSpPr>
          <p:spPr bwMode="auto">
            <a:xfrm>
              <a:off x="807" y="1159"/>
              <a:ext cx="114" cy="41"/>
            </a:xfrm>
            <a:custGeom>
              <a:avLst/>
              <a:gdLst>
                <a:gd name="T0" fmla="*/ 0 w 63"/>
                <a:gd name="T1" fmla="*/ 45 h 23"/>
                <a:gd name="T2" fmla="*/ 78 w 63"/>
                <a:gd name="T3" fmla="*/ 29 h 23"/>
                <a:gd name="T4" fmla="*/ 170 w 63"/>
                <a:gd name="T5" fmla="*/ 12 h 23"/>
                <a:gd name="T6" fmla="*/ 190 w 63"/>
                <a:gd name="T7" fmla="*/ 21 h 23"/>
                <a:gd name="T8" fmla="*/ 219 w 63"/>
                <a:gd name="T9" fmla="*/ 12 h 23"/>
                <a:gd name="T10" fmla="*/ 271 w 63"/>
                <a:gd name="T11" fmla="*/ 16 h 23"/>
                <a:gd name="T12" fmla="*/ 373 w 63"/>
                <a:gd name="T13" fmla="*/ 45 h 23"/>
                <a:gd name="T14" fmla="*/ 328 w 63"/>
                <a:gd name="T15" fmla="*/ 93 h 23"/>
                <a:gd name="T16" fmla="*/ 203 w 63"/>
                <a:gd name="T17" fmla="*/ 130 h 23"/>
                <a:gd name="T18" fmla="*/ 94 w 63"/>
                <a:gd name="T19" fmla="*/ 109 h 23"/>
                <a:gd name="T20" fmla="*/ 0 w 63"/>
                <a:gd name="T21" fmla="*/ 45 h 2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3" h="23">
                  <a:moveTo>
                    <a:pt x="0" y="8"/>
                  </a:moveTo>
                  <a:cubicBezTo>
                    <a:pt x="0" y="8"/>
                    <a:pt x="5" y="11"/>
                    <a:pt x="13" y="5"/>
                  </a:cubicBezTo>
                  <a:cubicBezTo>
                    <a:pt x="17" y="2"/>
                    <a:pt x="24" y="0"/>
                    <a:pt x="29" y="2"/>
                  </a:cubicBezTo>
                  <a:cubicBezTo>
                    <a:pt x="33" y="4"/>
                    <a:pt x="32" y="4"/>
                    <a:pt x="32" y="4"/>
                  </a:cubicBezTo>
                  <a:cubicBezTo>
                    <a:pt x="32" y="4"/>
                    <a:pt x="34" y="3"/>
                    <a:pt x="37" y="2"/>
                  </a:cubicBezTo>
                  <a:cubicBezTo>
                    <a:pt x="40" y="1"/>
                    <a:pt x="43" y="2"/>
                    <a:pt x="46" y="3"/>
                  </a:cubicBezTo>
                  <a:cubicBezTo>
                    <a:pt x="48" y="4"/>
                    <a:pt x="55" y="9"/>
                    <a:pt x="63" y="8"/>
                  </a:cubicBezTo>
                  <a:cubicBezTo>
                    <a:pt x="63" y="8"/>
                    <a:pt x="60" y="11"/>
                    <a:pt x="55" y="16"/>
                  </a:cubicBezTo>
                  <a:cubicBezTo>
                    <a:pt x="49" y="21"/>
                    <a:pt x="39" y="22"/>
                    <a:pt x="34" y="23"/>
                  </a:cubicBezTo>
                  <a:cubicBezTo>
                    <a:pt x="28" y="23"/>
                    <a:pt x="19" y="21"/>
                    <a:pt x="16" y="19"/>
                  </a:cubicBezTo>
                  <a:cubicBezTo>
                    <a:pt x="7" y="16"/>
                    <a:pt x="6" y="11"/>
                    <a:pt x="0" y="8"/>
                  </a:cubicBezTo>
                  <a:close/>
                </a:path>
              </a:pathLst>
            </a:custGeom>
            <a:solidFill>
              <a:srgbClr val="C17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344" name="Freeform 330">
              <a:extLst>
                <a:ext uri="{FF2B5EF4-FFF2-40B4-BE49-F238E27FC236}">
                  <a16:creationId xmlns:a16="http://schemas.microsoft.com/office/drawing/2014/main" id="{71F2217B-D6CB-4CE9-97C0-B03672B351E5}"/>
                </a:ext>
              </a:extLst>
            </p:cNvPr>
            <p:cNvSpPr>
              <a:spLocks/>
            </p:cNvSpPr>
            <p:nvPr/>
          </p:nvSpPr>
          <p:spPr bwMode="auto">
            <a:xfrm>
              <a:off x="805" y="1153"/>
              <a:ext cx="118" cy="29"/>
            </a:xfrm>
            <a:custGeom>
              <a:avLst/>
              <a:gdLst>
                <a:gd name="T0" fmla="*/ 198 w 65"/>
                <a:gd name="T1" fmla="*/ 44 h 16"/>
                <a:gd name="T2" fmla="*/ 388 w 65"/>
                <a:gd name="T3" fmla="*/ 60 h 16"/>
                <a:gd name="T4" fmla="*/ 347 w 65"/>
                <a:gd name="T5" fmla="*/ 60 h 16"/>
                <a:gd name="T6" fmla="*/ 294 w 65"/>
                <a:gd name="T7" fmla="*/ 36 h 16"/>
                <a:gd name="T8" fmla="*/ 205 w 65"/>
                <a:gd name="T9" fmla="*/ 36 h 16"/>
                <a:gd name="T10" fmla="*/ 205 w 65"/>
                <a:gd name="T11" fmla="*/ 36 h 16"/>
                <a:gd name="T12" fmla="*/ 109 w 65"/>
                <a:gd name="T13" fmla="*/ 36 h 16"/>
                <a:gd name="T14" fmla="*/ 53 w 65"/>
                <a:gd name="T15" fmla="*/ 60 h 16"/>
                <a:gd name="T16" fmla="*/ 0 w 65"/>
                <a:gd name="T17" fmla="*/ 60 h 16"/>
                <a:gd name="T18" fmla="*/ 198 w 65"/>
                <a:gd name="T19" fmla="*/ 44 h 1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5" h="16">
                  <a:moveTo>
                    <a:pt x="33" y="7"/>
                  </a:moveTo>
                  <a:cubicBezTo>
                    <a:pt x="44" y="0"/>
                    <a:pt x="54" y="15"/>
                    <a:pt x="65" y="10"/>
                  </a:cubicBezTo>
                  <a:cubicBezTo>
                    <a:pt x="63" y="11"/>
                    <a:pt x="60" y="12"/>
                    <a:pt x="58" y="10"/>
                  </a:cubicBezTo>
                  <a:cubicBezTo>
                    <a:pt x="55" y="9"/>
                    <a:pt x="52" y="8"/>
                    <a:pt x="49" y="6"/>
                  </a:cubicBezTo>
                  <a:cubicBezTo>
                    <a:pt x="43" y="4"/>
                    <a:pt x="40" y="4"/>
                    <a:pt x="34" y="6"/>
                  </a:cubicBezTo>
                  <a:cubicBezTo>
                    <a:pt x="34" y="6"/>
                    <a:pt x="34" y="6"/>
                    <a:pt x="34" y="6"/>
                  </a:cubicBezTo>
                  <a:cubicBezTo>
                    <a:pt x="27" y="4"/>
                    <a:pt x="24" y="4"/>
                    <a:pt x="18" y="6"/>
                  </a:cubicBezTo>
                  <a:cubicBezTo>
                    <a:pt x="15" y="7"/>
                    <a:pt x="11" y="8"/>
                    <a:pt x="9" y="10"/>
                  </a:cubicBezTo>
                  <a:cubicBezTo>
                    <a:pt x="7" y="11"/>
                    <a:pt x="3" y="12"/>
                    <a:pt x="0" y="10"/>
                  </a:cubicBezTo>
                  <a:cubicBezTo>
                    <a:pt x="10" y="16"/>
                    <a:pt x="22" y="0"/>
                    <a:pt x="33" y="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345" name="Freeform 331">
              <a:extLst>
                <a:ext uri="{FF2B5EF4-FFF2-40B4-BE49-F238E27FC236}">
                  <a16:creationId xmlns:a16="http://schemas.microsoft.com/office/drawing/2014/main" id="{CF07DBFB-B470-4767-A976-CF3918ACA727}"/>
                </a:ext>
              </a:extLst>
            </p:cNvPr>
            <p:cNvSpPr>
              <a:spLocks/>
            </p:cNvSpPr>
            <p:nvPr/>
          </p:nvSpPr>
          <p:spPr bwMode="auto">
            <a:xfrm>
              <a:off x="818" y="1182"/>
              <a:ext cx="94" cy="43"/>
            </a:xfrm>
            <a:custGeom>
              <a:avLst/>
              <a:gdLst>
                <a:gd name="T0" fmla="*/ 0 w 52"/>
                <a:gd name="T1" fmla="*/ 0 h 24"/>
                <a:gd name="T2" fmla="*/ 307 w 52"/>
                <a:gd name="T3" fmla="*/ 0 h 24"/>
                <a:gd name="T4" fmla="*/ 0 w 52"/>
                <a:gd name="T5" fmla="*/ 0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2" h="24">
                  <a:moveTo>
                    <a:pt x="0" y="0"/>
                  </a:moveTo>
                  <a:cubicBezTo>
                    <a:pt x="0" y="0"/>
                    <a:pt x="26" y="21"/>
                    <a:pt x="52" y="0"/>
                  </a:cubicBezTo>
                  <a:cubicBezTo>
                    <a:pt x="52" y="0"/>
                    <a:pt x="29" y="24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346" name="Freeform 332">
              <a:extLst>
                <a:ext uri="{FF2B5EF4-FFF2-40B4-BE49-F238E27FC236}">
                  <a16:creationId xmlns:a16="http://schemas.microsoft.com/office/drawing/2014/main" id="{EE4BD835-CA95-4D53-B6CC-300469B5B1C8}"/>
                </a:ext>
              </a:extLst>
            </p:cNvPr>
            <p:cNvSpPr>
              <a:spLocks/>
            </p:cNvSpPr>
            <p:nvPr/>
          </p:nvSpPr>
          <p:spPr bwMode="auto">
            <a:xfrm>
              <a:off x="816" y="1175"/>
              <a:ext cx="98" cy="11"/>
            </a:xfrm>
            <a:custGeom>
              <a:avLst/>
              <a:gdLst>
                <a:gd name="T0" fmla="*/ 0 w 54"/>
                <a:gd name="T1" fmla="*/ 0 h 6"/>
                <a:gd name="T2" fmla="*/ 323 w 54"/>
                <a:gd name="T3" fmla="*/ 0 h 6"/>
                <a:gd name="T4" fmla="*/ 0 w 54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4" h="6">
                  <a:moveTo>
                    <a:pt x="0" y="0"/>
                  </a:moveTo>
                  <a:cubicBezTo>
                    <a:pt x="0" y="0"/>
                    <a:pt x="31" y="5"/>
                    <a:pt x="54" y="0"/>
                  </a:cubicBezTo>
                  <a:cubicBezTo>
                    <a:pt x="54" y="0"/>
                    <a:pt x="35" y="6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347" name="Freeform 333">
              <a:extLst>
                <a:ext uri="{FF2B5EF4-FFF2-40B4-BE49-F238E27FC236}">
                  <a16:creationId xmlns:a16="http://schemas.microsoft.com/office/drawing/2014/main" id="{28112141-847A-4B45-B4BC-72D1346440C6}"/>
                </a:ext>
              </a:extLst>
            </p:cNvPr>
            <p:cNvSpPr>
              <a:spLocks/>
            </p:cNvSpPr>
            <p:nvPr/>
          </p:nvSpPr>
          <p:spPr bwMode="auto">
            <a:xfrm>
              <a:off x="683" y="959"/>
              <a:ext cx="38" cy="122"/>
            </a:xfrm>
            <a:custGeom>
              <a:avLst/>
              <a:gdLst>
                <a:gd name="T0" fmla="*/ 125 w 21"/>
                <a:gd name="T1" fmla="*/ 231 h 68"/>
                <a:gd name="T2" fmla="*/ 72 w 21"/>
                <a:gd name="T3" fmla="*/ 393 h 68"/>
                <a:gd name="T4" fmla="*/ 29 w 21"/>
                <a:gd name="T5" fmla="*/ 190 h 68"/>
                <a:gd name="T6" fmla="*/ 13 w 21"/>
                <a:gd name="T7" fmla="*/ 102 h 68"/>
                <a:gd name="T8" fmla="*/ 0 w 21"/>
                <a:gd name="T9" fmla="*/ 0 h 68"/>
                <a:gd name="T10" fmla="*/ 36 w 21"/>
                <a:gd name="T11" fmla="*/ 174 h 68"/>
                <a:gd name="T12" fmla="*/ 60 w 21"/>
                <a:gd name="T13" fmla="*/ 226 h 68"/>
                <a:gd name="T14" fmla="*/ 125 w 21"/>
                <a:gd name="T15" fmla="*/ 231 h 6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1" h="68">
                  <a:moveTo>
                    <a:pt x="21" y="40"/>
                  </a:moveTo>
                  <a:cubicBezTo>
                    <a:pt x="8" y="40"/>
                    <a:pt x="9" y="59"/>
                    <a:pt x="12" y="68"/>
                  </a:cubicBezTo>
                  <a:cubicBezTo>
                    <a:pt x="5" y="59"/>
                    <a:pt x="7" y="43"/>
                    <a:pt x="5" y="33"/>
                  </a:cubicBezTo>
                  <a:cubicBezTo>
                    <a:pt x="3" y="28"/>
                    <a:pt x="2" y="23"/>
                    <a:pt x="2" y="18"/>
                  </a:cubicBezTo>
                  <a:cubicBezTo>
                    <a:pt x="1" y="12"/>
                    <a:pt x="2" y="5"/>
                    <a:pt x="0" y="0"/>
                  </a:cubicBezTo>
                  <a:cubicBezTo>
                    <a:pt x="2" y="10"/>
                    <a:pt x="3" y="20"/>
                    <a:pt x="6" y="30"/>
                  </a:cubicBezTo>
                  <a:cubicBezTo>
                    <a:pt x="6" y="33"/>
                    <a:pt x="8" y="38"/>
                    <a:pt x="10" y="39"/>
                  </a:cubicBezTo>
                  <a:cubicBezTo>
                    <a:pt x="13" y="41"/>
                    <a:pt x="18" y="38"/>
                    <a:pt x="21" y="40"/>
                  </a:cubicBezTo>
                </a:path>
              </a:pathLst>
            </a:custGeom>
            <a:solidFill>
              <a:srgbClr val="C17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348" name="Freeform 334">
              <a:extLst>
                <a:ext uri="{FF2B5EF4-FFF2-40B4-BE49-F238E27FC236}">
                  <a16:creationId xmlns:a16="http://schemas.microsoft.com/office/drawing/2014/main" id="{C1A8F32E-FF2B-436E-87E2-8416EB9D048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2" y="975"/>
              <a:ext cx="30" cy="97"/>
            </a:xfrm>
            <a:custGeom>
              <a:avLst/>
              <a:gdLst>
                <a:gd name="T0" fmla="*/ 0 w 17"/>
                <a:gd name="T1" fmla="*/ 167 h 54"/>
                <a:gd name="T2" fmla="*/ 94 w 17"/>
                <a:gd name="T3" fmla="*/ 0 h 54"/>
                <a:gd name="T4" fmla="*/ 81 w 17"/>
                <a:gd name="T5" fmla="*/ 162 h 54"/>
                <a:gd name="T6" fmla="*/ 56 w 17"/>
                <a:gd name="T7" fmla="*/ 313 h 54"/>
                <a:gd name="T8" fmla="*/ 65 w 17"/>
                <a:gd name="T9" fmla="*/ 190 h 54"/>
                <a:gd name="T10" fmla="*/ 12 w 17"/>
                <a:gd name="T11" fmla="*/ 174 h 5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" h="54">
                  <a:moveTo>
                    <a:pt x="0" y="29"/>
                  </a:moveTo>
                  <a:cubicBezTo>
                    <a:pt x="11" y="35"/>
                    <a:pt x="17" y="6"/>
                    <a:pt x="17" y="0"/>
                  </a:cubicBezTo>
                  <a:cubicBezTo>
                    <a:pt x="17" y="9"/>
                    <a:pt x="16" y="18"/>
                    <a:pt x="15" y="28"/>
                  </a:cubicBezTo>
                  <a:cubicBezTo>
                    <a:pt x="15" y="37"/>
                    <a:pt x="11" y="45"/>
                    <a:pt x="10" y="54"/>
                  </a:cubicBezTo>
                  <a:cubicBezTo>
                    <a:pt x="9" y="47"/>
                    <a:pt x="12" y="40"/>
                    <a:pt x="12" y="33"/>
                  </a:cubicBezTo>
                  <a:cubicBezTo>
                    <a:pt x="13" y="25"/>
                    <a:pt x="8" y="30"/>
                    <a:pt x="2" y="30"/>
                  </a:cubicBezTo>
                </a:path>
              </a:pathLst>
            </a:custGeom>
            <a:solidFill>
              <a:srgbClr val="8E4C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349" name="Freeform 335">
              <a:extLst>
                <a:ext uri="{FF2B5EF4-FFF2-40B4-BE49-F238E27FC236}">
                  <a16:creationId xmlns:a16="http://schemas.microsoft.com/office/drawing/2014/main" id="{E3E12089-D6FC-4358-9EE6-4E75A515B0FA}"/>
                </a:ext>
              </a:extLst>
            </p:cNvPr>
            <p:cNvSpPr>
              <a:spLocks/>
            </p:cNvSpPr>
            <p:nvPr/>
          </p:nvSpPr>
          <p:spPr bwMode="auto">
            <a:xfrm>
              <a:off x="559" y="716"/>
              <a:ext cx="304" cy="310"/>
            </a:xfrm>
            <a:custGeom>
              <a:avLst/>
              <a:gdLst>
                <a:gd name="T0" fmla="*/ 984 w 169"/>
                <a:gd name="T1" fmla="*/ 533 h 172"/>
                <a:gd name="T2" fmla="*/ 648 w 169"/>
                <a:gd name="T3" fmla="*/ 672 h 172"/>
                <a:gd name="T4" fmla="*/ 425 w 169"/>
                <a:gd name="T5" fmla="*/ 1008 h 172"/>
                <a:gd name="T6" fmla="*/ 880 w 169"/>
                <a:gd name="T7" fmla="*/ 16 h 172"/>
                <a:gd name="T8" fmla="*/ 977 w 169"/>
                <a:gd name="T9" fmla="*/ 41 h 172"/>
                <a:gd name="T10" fmla="*/ 984 w 169"/>
                <a:gd name="T11" fmla="*/ 533 h 17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9" h="172">
                  <a:moveTo>
                    <a:pt x="169" y="91"/>
                  </a:moveTo>
                  <a:cubicBezTo>
                    <a:pt x="169" y="91"/>
                    <a:pt x="148" y="106"/>
                    <a:pt x="111" y="115"/>
                  </a:cubicBezTo>
                  <a:cubicBezTo>
                    <a:pt x="82" y="123"/>
                    <a:pt x="68" y="149"/>
                    <a:pt x="73" y="172"/>
                  </a:cubicBezTo>
                  <a:cubicBezTo>
                    <a:pt x="73" y="172"/>
                    <a:pt x="0" y="37"/>
                    <a:pt x="151" y="3"/>
                  </a:cubicBezTo>
                  <a:cubicBezTo>
                    <a:pt x="165" y="0"/>
                    <a:pt x="168" y="7"/>
                    <a:pt x="168" y="7"/>
                  </a:cubicBezTo>
                  <a:lnTo>
                    <a:pt x="169" y="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350" name="Freeform 336">
              <a:extLst>
                <a:ext uri="{FF2B5EF4-FFF2-40B4-BE49-F238E27FC236}">
                  <a16:creationId xmlns:a16="http://schemas.microsoft.com/office/drawing/2014/main" id="{AA3E1DB1-6582-4BCB-9010-881B58E299CE}"/>
                </a:ext>
              </a:extLst>
            </p:cNvPr>
            <p:cNvSpPr>
              <a:spLocks/>
            </p:cNvSpPr>
            <p:nvPr/>
          </p:nvSpPr>
          <p:spPr bwMode="auto">
            <a:xfrm>
              <a:off x="861" y="718"/>
              <a:ext cx="278" cy="308"/>
            </a:xfrm>
            <a:custGeom>
              <a:avLst/>
              <a:gdLst>
                <a:gd name="T0" fmla="*/ 16 w 154"/>
                <a:gd name="T1" fmla="*/ 519 h 171"/>
                <a:gd name="T2" fmla="*/ 323 w 154"/>
                <a:gd name="T3" fmla="*/ 665 h 171"/>
                <a:gd name="T4" fmla="*/ 558 w 154"/>
                <a:gd name="T5" fmla="*/ 1000 h 171"/>
                <a:gd name="T6" fmla="*/ 101 w 154"/>
                <a:gd name="T7" fmla="*/ 13 h 171"/>
                <a:gd name="T8" fmla="*/ 0 w 154"/>
                <a:gd name="T9" fmla="*/ 36 h 171"/>
                <a:gd name="T10" fmla="*/ 16 w 154"/>
                <a:gd name="T11" fmla="*/ 519 h 17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4" h="171">
                  <a:moveTo>
                    <a:pt x="3" y="89"/>
                  </a:moveTo>
                  <a:cubicBezTo>
                    <a:pt x="3" y="89"/>
                    <a:pt x="20" y="106"/>
                    <a:pt x="55" y="114"/>
                  </a:cubicBezTo>
                  <a:cubicBezTo>
                    <a:pt x="85" y="121"/>
                    <a:pt x="100" y="148"/>
                    <a:pt x="95" y="171"/>
                  </a:cubicBezTo>
                  <a:cubicBezTo>
                    <a:pt x="95" y="171"/>
                    <a:pt x="154" y="30"/>
                    <a:pt x="17" y="2"/>
                  </a:cubicBezTo>
                  <a:cubicBezTo>
                    <a:pt x="3" y="0"/>
                    <a:pt x="0" y="6"/>
                    <a:pt x="0" y="6"/>
                  </a:cubicBezTo>
                  <a:lnTo>
                    <a:pt x="3" y="8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351" name="Freeform 337">
              <a:extLst>
                <a:ext uri="{FF2B5EF4-FFF2-40B4-BE49-F238E27FC236}">
                  <a16:creationId xmlns:a16="http://schemas.microsoft.com/office/drawing/2014/main" id="{4DDF7C8A-E58B-4F0B-A72F-16A72FD1E841}"/>
                </a:ext>
              </a:extLst>
            </p:cNvPr>
            <p:cNvSpPr>
              <a:spLocks/>
            </p:cNvSpPr>
            <p:nvPr/>
          </p:nvSpPr>
          <p:spPr bwMode="auto">
            <a:xfrm>
              <a:off x="726" y="975"/>
              <a:ext cx="83" cy="35"/>
            </a:xfrm>
            <a:custGeom>
              <a:avLst/>
              <a:gdLst>
                <a:gd name="T0" fmla="*/ 0 w 46"/>
                <a:gd name="T1" fmla="*/ 118 h 19"/>
                <a:gd name="T2" fmla="*/ 271 w 46"/>
                <a:gd name="T3" fmla="*/ 98 h 19"/>
                <a:gd name="T4" fmla="*/ 247 w 46"/>
                <a:gd name="T5" fmla="*/ 105 h 19"/>
                <a:gd name="T6" fmla="*/ 0 w 46"/>
                <a:gd name="T7" fmla="*/ 118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6" h="19">
                  <a:moveTo>
                    <a:pt x="0" y="19"/>
                  </a:moveTo>
                  <a:cubicBezTo>
                    <a:pt x="9" y="0"/>
                    <a:pt x="46" y="16"/>
                    <a:pt x="46" y="16"/>
                  </a:cubicBezTo>
                  <a:cubicBezTo>
                    <a:pt x="46" y="16"/>
                    <a:pt x="46" y="19"/>
                    <a:pt x="42" y="17"/>
                  </a:cubicBezTo>
                  <a:cubicBezTo>
                    <a:pt x="39" y="16"/>
                    <a:pt x="14" y="5"/>
                    <a:pt x="0" y="19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352" name="Freeform 338">
              <a:extLst>
                <a:ext uri="{FF2B5EF4-FFF2-40B4-BE49-F238E27FC236}">
                  <a16:creationId xmlns:a16="http://schemas.microsoft.com/office/drawing/2014/main" id="{7E2B4048-941E-403D-8830-6D5A2305859F}"/>
                </a:ext>
              </a:extLst>
            </p:cNvPr>
            <p:cNvSpPr>
              <a:spLocks/>
            </p:cNvSpPr>
            <p:nvPr/>
          </p:nvSpPr>
          <p:spPr bwMode="auto">
            <a:xfrm>
              <a:off x="732" y="1010"/>
              <a:ext cx="84" cy="43"/>
            </a:xfrm>
            <a:custGeom>
              <a:avLst/>
              <a:gdLst>
                <a:gd name="T0" fmla="*/ 0 w 47"/>
                <a:gd name="T1" fmla="*/ 70 h 24"/>
                <a:gd name="T2" fmla="*/ 147 w 47"/>
                <a:gd name="T3" fmla="*/ 29 h 24"/>
                <a:gd name="T4" fmla="*/ 239 w 47"/>
                <a:gd name="T5" fmla="*/ 116 h 24"/>
                <a:gd name="T6" fmla="*/ 159 w 47"/>
                <a:gd name="T7" fmla="*/ 131 h 24"/>
                <a:gd name="T8" fmla="*/ 0 w 47"/>
                <a:gd name="T9" fmla="*/ 70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24">
                  <a:moveTo>
                    <a:pt x="0" y="12"/>
                  </a:moveTo>
                  <a:cubicBezTo>
                    <a:pt x="0" y="12"/>
                    <a:pt x="12" y="0"/>
                    <a:pt x="26" y="5"/>
                  </a:cubicBezTo>
                  <a:cubicBezTo>
                    <a:pt x="39" y="10"/>
                    <a:pt x="47" y="17"/>
                    <a:pt x="42" y="20"/>
                  </a:cubicBezTo>
                  <a:cubicBezTo>
                    <a:pt x="37" y="23"/>
                    <a:pt x="32" y="21"/>
                    <a:pt x="28" y="23"/>
                  </a:cubicBezTo>
                  <a:cubicBezTo>
                    <a:pt x="24" y="24"/>
                    <a:pt x="4" y="20"/>
                    <a:pt x="0" y="12"/>
                  </a:cubicBezTo>
                  <a:close/>
                </a:path>
              </a:pathLst>
            </a:custGeom>
            <a:solidFill>
              <a:srgbClr val="603A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353" name="Freeform 339">
              <a:extLst>
                <a:ext uri="{FF2B5EF4-FFF2-40B4-BE49-F238E27FC236}">
                  <a16:creationId xmlns:a16="http://schemas.microsoft.com/office/drawing/2014/main" id="{A43980EA-3DD3-4942-B94B-2CF7E0FC1FCC}"/>
                </a:ext>
              </a:extLst>
            </p:cNvPr>
            <p:cNvSpPr>
              <a:spLocks/>
            </p:cNvSpPr>
            <p:nvPr/>
          </p:nvSpPr>
          <p:spPr bwMode="auto">
            <a:xfrm>
              <a:off x="739" y="1018"/>
              <a:ext cx="70" cy="31"/>
            </a:xfrm>
            <a:custGeom>
              <a:avLst/>
              <a:gdLst>
                <a:gd name="T0" fmla="*/ 0 w 39"/>
                <a:gd name="T1" fmla="*/ 44 h 17"/>
                <a:gd name="T2" fmla="*/ 109 w 39"/>
                <a:gd name="T3" fmla="*/ 7 h 17"/>
                <a:gd name="T4" fmla="*/ 203 w 39"/>
                <a:gd name="T5" fmla="*/ 60 h 17"/>
                <a:gd name="T6" fmla="*/ 196 w 39"/>
                <a:gd name="T7" fmla="*/ 86 h 17"/>
                <a:gd name="T8" fmla="*/ 122 w 39"/>
                <a:gd name="T9" fmla="*/ 97 h 17"/>
                <a:gd name="T10" fmla="*/ 0 w 39"/>
                <a:gd name="T11" fmla="*/ 44 h 1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9" h="17">
                  <a:moveTo>
                    <a:pt x="0" y="7"/>
                  </a:moveTo>
                  <a:cubicBezTo>
                    <a:pt x="4" y="4"/>
                    <a:pt x="9" y="0"/>
                    <a:pt x="19" y="1"/>
                  </a:cubicBezTo>
                  <a:cubicBezTo>
                    <a:pt x="29" y="3"/>
                    <a:pt x="32" y="9"/>
                    <a:pt x="35" y="10"/>
                  </a:cubicBezTo>
                  <a:cubicBezTo>
                    <a:pt x="39" y="11"/>
                    <a:pt x="36" y="14"/>
                    <a:pt x="34" y="14"/>
                  </a:cubicBezTo>
                  <a:cubicBezTo>
                    <a:pt x="31" y="15"/>
                    <a:pt x="24" y="15"/>
                    <a:pt x="21" y="16"/>
                  </a:cubicBezTo>
                  <a:cubicBezTo>
                    <a:pt x="18" y="17"/>
                    <a:pt x="7" y="13"/>
                    <a:pt x="0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354" name="Freeform 340">
              <a:extLst>
                <a:ext uri="{FF2B5EF4-FFF2-40B4-BE49-F238E27FC236}">
                  <a16:creationId xmlns:a16="http://schemas.microsoft.com/office/drawing/2014/main" id="{679A133E-4C53-40D8-A09F-00DBE6849809}"/>
                </a:ext>
              </a:extLst>
            </p:cNvPr>
            <p:cNvSpPr>
              <a:spLocks/>
            </p:cNvSpPr>
            <p:nvPr/>
          </p:nvSpPr>
          <p:spPr bwMode="auto">
            <a:xfrm>
              <a:off x="757" y="1020"/>
              <a:ext cx="29" cy="27"/>
            </a:xfrm>
            <a:custGeom>
              <a:avLst/>
              <a:gdLst>
                <a:gd name="T0" fmla="*/ 53 w 16"/>
                <a:gd name="T1" fmla="*/ 0 h 15"/>
                <a:gd name="T2" fmla="*/ 16 w 16"/>
                <a:gd name="T3" fmla="*/ 7 h 15"/>
                <a:gd name="T4" fmla="*/ 7 w 16"/>
                <a:gd name="T5" fmla="*/ 41 h 15"/>
                <a:gd name="T6" fmla="*/ 24 w 16"/>
                <a:gd name="T7" fmla="*/ 81 h 15"/>
                <a:gd name="T8" fmla="*/ 53 w 16"/>
                <a:gd name="T9" fmla="*/ 88 h 15"/>
                <a:gd name="T10" fmla="*/ 89 w 16"/>
                <a:gd name="T11" fmla="*/ 41 h 15"/>
                <a:gd name="T12" fmla="*/ 73 w 16"/>
                <a:gd name="T13" fmla="*/ 7 h 15"/>
                <a:gd name="T14" fmla="*/ 53 w 16"/>
                <a:gd name="T15" fmla="*/ 0 h 1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" h="15">
                  <a:moveTo>
                    <a:pt x="9" y="0"/>
                  </a:moveTo>
                  <a:cubicBezTo>
                    <a:pt x="4" y="0"/>
                    <a:pt x="4" y="0"/>
                    <a:pt x="3" y="1"/>
                  </a:cubicBezTo>
                  <a:cubicBezTo>
                    <a:pt x="2" y="2"/>
                    <a:pt x="1" y="4"/>
                    <a:pt x="1" y="7"/>
                  </a:cubicBezTo>
                  <a:cubicBezTo>
                    <a:pt x="0" y="10"/>
                    <a:pt x="2" y="12"/>
                    <a:pt x="4" y="14"/>
                  </a:cubicBezTo>
                  <a:cubicBezTo>
                    <a:pt x="6" y="14"/>
                    <a:pt x="8" y="15"/>
                    <a:pt x="9" y="15"/>
                  </a:cubicBezTo>
                  <a:cubicBezTo>
                    <a:pt x="12" y="14"/>
                    <a:pt x="15" y="11"/>
                    <a:pt x="15" y="7"/>
                  </a:cubicBezTo>
                  <a:cubicBezTo>
                    <a:pt x="16" y="5"/>
                    <a:pt x="14" y="3"/>
                    <a:pt x="12" y="1"/>
                  </a:cubicBezTo>
                  <a:cubicBezTo>
                    <a:pt x="11" y="1"/>
                    <a:pt x="10" y="0"/>
                    <a:pt x="9" y="0"/>
                  </a:cubicBezTo>
                </a:path>
              </a:pathLst>
            </a:custGeom>
            <a:solidFill>
              <a:srgbClr val="2A100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355" name="Freeform 341">
              <a:extLst>
                <a:ext uri="{FF2B5EF4-FFF2-40B4-BE49-F238E27FC236}">
                  <a16:creationId xmlns:a16="http://schemas.microsoft.com/office/drawing/2014/main" id="{0283BB61-4C92-4854-8D1E-04A32179918B}"/>
                </a:ext>
              </a:extLst>
            </p:cNvPr>
            <p:cNvSpPr>
              <a:spLocks/>
            </p:cNvSpPr>
            <p:nvPr/>
          </p:nvSpPr>
          <p:spPr bwMode="auto">
            <a:xfrm>
              <a:off x="739" y="1017"/>
              <a:ext cx="70" cy="32"/>
            </a:xfrm>
            <a:custGeom>
              <a:avLst/>
              <a:gdLst>
                <a:gd name="T0" fmla="*/ 0 w 39"/>
                <a:gd name="T1" fmla="*/ 44 h 18"/>
                <a:gd name="T2" fmla="*/ 109 w 39"/>
                <a:gd name="T3" fmla="*/ 12 h 18"/>
                <a:gd name="T4" fmla="*/ 203 w 39"/>
                <a:gd name="T5" fmla="*/ 64 h 18"/>
                <a:gd name="T6" fmla="*/ 196 w 39"/>
                <a:gd name="T7" fmla="*/ 85 h 18"/>
                <a:gd name="T8" fmla="*/ 122 w 39"/>
                <a:gd name="T9" fmla="*/ 94 h 18"/>
                <a:gd name="T10" fmla="*/ 0 w 39"/>
                <a:gd name="T11" fmla="*/ 44 h 1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9" h="18">
                  <a:moveTo>
                    <a:pt x="0" y="8"/>
                  </a:moveTo>
                  <a:cubicBezTo>
                    <a:pt x="4" y="5"/>
                    <a:pt x="9" y="0"/>
                    <a:pt x="19" y="2"/>
                  </a:cubicBezTo>
                  <a:cubicBezTo>
                    <a:pt x="29" y="4"/>
                    <a:pt x="32" y="10"/>
                    <a:pt x="35" y="11"/>
                  </a:cubicBezTo>
                  <a:cubicBezTo>
                    <a:pt x="39" y="12"/>
                    <a:pt x="36" y="15"/>
                    <a:pt x="34" y="15"/>
                  </a:cubicBezTo>
                  <a:cubicBezTo>
                    <a:pt x="31" y="16"/>
                    <a:pt x="24" y="16"/>
                    <a:pt x="21" y="17"/>
                  </a:cubicBezTo>
                  <a:cubicBezTo>
                    <a:pt x="18" y="18"/>
                    <a:pt x="7" y="14"/>
                    <a:pt x="0" y="8"/>
                  </a:cubicBezTo>
                  <a:close/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356" name="Oval 342">
              <a:extLst>
                <a:ext uri="{FF2B5EF4-FFF2-40B4-BE49-F238E27FC236}">
                  <a16:creationId xmlns:a16="http://schemas.microsoft.com/office/drawing/2014/main" id="{AFA8F592-F788-4ABD-9E61-58127E0530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8" y="1029"/>
              <a:ext cx="7" cy="7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357" name="Oval 343">
              <a:extLst>
                <a:ext uri="{FF2B5EF4-FFF2-40B4-BE49-F238E27FC236}">
                  <a16:creationId xmlns:a16="http://schemas.microsoft.com/office/drawing/2014/main" id="{136FAFD0-3373-4C61-92CF-61BC40086A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8" y="1029"/>
              <a:ext cx="7" cy="7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358" name="Freeform 344">
              <a:extLst>
                <a:ext uri="{FF2B5EF4-FFF2-40B4-BE49-F238E27FC236}">
                  <a16:creationId xmlns:a16="http://schemas.microsoft.com/office/drawing/2014/main" id="{31522584-909A-4A17-ACDE-CB1D5395310D}"/>
                </a:ext>
              </a:extLst>
            </p:cNvPr>
            <p:cNvSpPr>
              <a:spLocks/>
            </p:cNvSpPr>
            <p:nvPr/>
          </p:nvSpPr>
          <p:spPr bwMode="auto">
            <a:xfrm>
              <a:off x="737" y="1001"/>
              <a:ext cx="67" cy="28"/>
            </a:xfrm>
            <a:custGeom>
              <a:avLst/>
              <a:gdLst>
                <a:gd name="T0" fmla="*/ 219 w 37"/>
                <a:gd name="T1" fmla="*/ 86 h 16"/>
                <a:gd name="T2" fmla="*/ 0 w 37"/>
                <a:gd name="T3" fmla="*/ 65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7" h="16">
                  <a:moveTo>
                    <a:pt x="37" y="16"/>
                  </a:moveTo>
                  <a:cubicBezTo>
                    <a:pt x="29" y="2"/>
                    <a:pt x="6" y="0"/>
                    <a:pt x="0" y="12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359" name="Oval 345">
              <a:extLst>
                <a:ext uri="{FF2B5EF4-FFF2-40B4-BE49-F238E27FC236}">
                  <a16:creationId xmlns:a16="http://schemas.microsoft.com/office/drawing/2014/main" id="{9DBA83EB-DCC1-4A6A-A2A5-644DDAF54C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4" y="1026"/>
              <a:ext cx="7" cy="7"/>
            </a:xfrm>
            <a:prstGeom prst="ellipse">
              <a:avLst/>
            </a:prstGeom>
            <a:solidFill>
              <a:srgbClr val="E5AF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360" name="Freeform 346">
              <a:extLst>
                <a:ext uri="{FF2B5EF4-FFF2-40B4-BE49-F238E27FC236}">
                  <a16:creationId xmlns:a16="http://schemas.microsoft.com/office/drawing/2014/main" id="{66116FFC-5380-4198-8DA2-E7A5796C9528}"/>
                </a:ext>
              </a:extLst>
            </p:cNvPr>
            <p:cNvSpPr>
              <a:spLocks/>
            </p:cNvSpPr>
            <p:nvPr/>
          </p:nvSpPr>
          <p:spPr bwMode="auto">
            <a:xfrm>
              <a:off x="733" y="1026"/>
              <a:ext cx="9" cy="3"/>
            </a:xfrm>
            <a:custGeom>
              <a:avLst/>
              <a:gdLst>
                <a:gd name="T0" fmla="*/ 29 w 5"/>
                <a:gd name="T1" fmla="*/ 8 h 2"/>
                <a:gd name="T2" fmla="*/ 0 w 5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">
                  <a:moveTo>
                    <a:pt x="5" y="2"/>
                  </a:moveTo>
                  <a:cubicBezTo>
                    <a:pt x="3" y="1"/>
                    <a:pt x="1" y="1"/>
                    <a:pt x="0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361" name="Freeform 347">
              <a:extLst>
                <a:ext uri="{FF2B5EF4-FFF2-40B4-BE49-F238E27FC236}">
                  <a16:creationId xmlns:a16="http://schemas.microsoft.com/office/drawing/2014/main" id="{C90BBA96-E647-4D2D-B18C-7DEEA294E57C}"/>
                </a:ext>
              </a:extLst>
            </p:cNvPr>
            <p:cNvSpPr>
              <a:spLocks/>
            </p:cNvSpPr>
            <p:nvPr/>
          </p:nvSpPr>
          <p:spPr bwMode="auto">
            <a:xfrm>
              <a:off x="739" y="1024"/>
              <a:ext cx="9" cy="2"/>
            </a:xfrm>
            <a:custGeom>
              <a:avLst/>
              <a:gdLst>
                <a:gd name="T0" fmla="*/ 29 w 5"/>
                <a:gd name="T1" fmla="*/ 8 h 1"/>
                <a:gd name="T2" fmla="*/ 0 w 5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">
                  <a:moveTo>
                    <a:pt x="5" y="1"/>
                  </a:moveTo>
                  <a:cubicBezTo>
                    <a:pt x="3" y="1"/>
                    <a:pt x="2" y="0"/>
                    <a:pt x="0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362" name="Freeform 348">
              <a:extLst>
                <a:ext uri="{FF2B5EF4-FFF2-40B4-BE49-F238E27FC236}">
                  <a16:creationId xmlns:a16="http://schemas.microsoft.com/office/drawing/2014/main" id="{D5463051-82D5-45DB-BCDF-EBA8354B2DED}"/>
                </a:ext>
              </a:extLst>
            </p:cNvPr>
            <p:cNvSpPr>
              <a:spLocks/>
            </p:cNvSpPr>
            <p:nvPr/>
          </p:nvSpPr>
          <p:spPr bwMode="auto">
            <a:xfrm>
              <a:off x="744" y="1020"/>
              <a:ext cx="7" cy="2"/>
            </a:xfrm>
            <a:custGeom>
              <a:avLst/>
              <a:gdLst>
                <a:gd name="T0" fmla="*/ 21 w 4"/>
                <a:gd name="T1" fmla="*/ 8 h 1"/>
                <a:gd name="T2" fmla="*/ 0 w 4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4" y="1"/>
                  </a:moveTo>
                  <a:cubicBezTo>
                    <a:pt x="3" y="1"/>
                    <a:pt x="1" y="0"/>
                    <a:pt x="0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363" name="Freeform 349">
              <a:extLst>
                <a:ext uri="{FF2B5EF4-FFF2-40B4-BE49-F238E27FC236}">
                  <a16:creationId xmlns:a16="http://schemas.microsoft.com/office/drawing/2014/main" id="{348A9746-508B-44AC-BF68-A4E5AFE027AA}"/>
                </a:ext>
              </a:extLst>
            </p:cNvPr>
            <p:cNvSpPr>
              <a:spLocks/>
            </p:cNvSpPr>
            <p:nvPr/>
          </p:nvSpPr>
          <p:spPr bwMode="auto">
            <a:xfrm>
              <a:off x="921" y="975"/>
              <a:ext cx="83" cy="35"/>
            </a:xfrm>
            <a:custGeom>
              <a:avLst/>
              <a:gdLst>
                <a:gd name="T0" fmla="*/ 271 w 46"/>
                <a:gd name="T1" fmla="*/ 118 h 19"/>
                <a:gd name="T2" fmla="*/ 0 w 46"/>
                <a:gd name="T3" fmla="*/ 98 h 19"/>
                <a:gd name="T4" fmla="*/ 23 w 46"/>
                <a:gd name="T5" fmla="*/ 105 h 19"/>
                <a:gd name="T6" fmla="*/ 271 w 46"/>
                <a:gd name="T7" fmla="*/ 118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6" h="19">
                  <a:moveTo>
                    <a:pt x="46" y="19"/>
                  </a:moveTo>
                  <a:cubicBezTo>
                    <a:pt x="36" y="0"/>
                    <a:pt x="0" y="16"/>
                    <a:pt x="0" y="16"/>
                  </a:cubicBezTo>
                  <a:cubicBezTo>
                    <a:pt x="0" y="16"/>
                    <a:pt x="0" y="19"/>
                    <a:pt x="4" y="17"/>
                  </a:cubicBezTo>
                  <a:cubicBezTo>
                    <a:pt x="7" y="16"/>
                    <a:pt x="32" y="5"/>
                    <a:pt x="46" y="19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364" name="Freeform 350">
              <a:extLst>
                <a:ext uri="{FF2B5EF4-FFF2-40B4-BE49-F238E27FC236}">
                  <a16:creationId xmlns:a16="http://schemas.microsoft.com/office/drawing/2014/main" id="{E5A87354-CF18-4084-A7ED-199A35C0E619}"/>
                </a:ext>
              </a:extLst>
            </p:cNvPr>
            <p:cNvSpPr>
              <a:spLocks/>
            </p:cNvSpPr>
            <p:nvPr/>
          </p:nvSpPr>
          <p:spPr bwMode="auto">
            <a:xfrm>
              <a:off x="914" y="1010"/>
              <a:ext cx="84" cy="43"/>
            </a:xfrm>
            <a:custGeom>
              <a:avLst/>
              <a:gdLst>
                <a:gd name="T0" fmla="*/ 268 w 47"/>
                <a:gd name="T1" fmla="*/ 70 h 24"/>
                <a:gd name="T2" fmla="*/ 122 w 47"/>
                <a:gd name="T3" fmla="*/ 29 h 24"/>
                <a:gd name="T4" fmla="*/ 29 w 47"/>
                <a:gd name="T5" fmla="*/ 116 h 24"/>
                <a:gd name="T6" fmla="*/ 109 w 47"/>
                <a:gd name="T7" fmla="*/ 131 h 24"/>
                <a:gd name="T8" fmla="*/ 268 w 47"/>
                <a:gd name="T9" fmla="*/ 70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24">
                  <a:moveTo>
                    <a:pt x="47" y="12"/>
                  </a:moveTo>
                  <a:cubicBezTo>
                    <a:pt x="47" y="12"/>
                    <a:pt x="34" y="0"/>
                    <a:pt x="21" y="5"/>
                  </a:cubicBezTo>
                  <a:cubicBezTo>
                    <a:pt x="8" y="10"/>
                    <a:pt x="0" y="17"/>
                    <a:pt x="5" y="20"/>
                  </a:cubicBezTo>
                  <a:cubicBezTo>
                    <a:pt x="9" y="23"/>
                    <a:pt x="15" y="21"/>
                    <a:pt x="19" y="23"/>
                  </a:cubicBezTo>
                  <a:cubicBezTo>
                    <a:pt x="23" y="24"/>
                    <a:pt x="43" y="20"/>
                    <a:pt x="47" y="12"/>
                  </a:cubicBezTo>
                  <a:close/>
                </a:path>
              </a:pathLst>
            </a:custGeom>
            <a:solidFill>
              <a:srgbClr val="603A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365" name="Freeform 351">
              <a:extLst>
                <a:ext uri="{FF2B5EF4-FFF2-40B4-BE49-F238E27FC236}">
                  <a16:creationId xmlns:a16="http://schemas.microsoft.com/office/drawing/2014/main" id="{C2490A81-1397-4524-8984-DEA337983731}"/>
                </a:ext>
              </a:extLst>
            </p:cNvPr>
            <p:cNvSpPr>
              <a:spLocks/>
            </p:cNvSpPr>
            <p:nvPr/>
          </p:nvSpPr>
          <p:spPr bwMode="auto">
            <a:xfrm>
              <a:off x="921" y="1018"/>
              <a:ext cx="70" cy="31"/>
            </a:xfrm>
            <a:custGeom>
              <a:avLst/>
              <a:gdLst>
                <a:gd name="T0" fmla="*/ 226 w 39"/>
                <a:gd name="T1" fmla="*/ 44 h 17"/>
                <a:gd name="T2" fmla="*/ 117 w 39"/>
                <a:gd name="T3" fmla="*/ 7 h 17"/>
                <a:gd name="T4" fmla="*/ 23 w 39"/>
                <a:gd name="T5" fmla="*/ 60 h 17"/>
                <a:gd name="T6" fmla="*/ 29 w 39"/>
                <a:gd name="T7" fmla="*/ 86 h 17"/>
                <a:gd name="T8" fmla="*/ 102 w 39"/>
                <a:gd name="T9" fmla="*/ 97 h 17"/>
                <a:gd name="T10" fmla="*/ 226 w 39"/>
                <a:gd name="T11" fmla="*/ 44 h 1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9" h="17">
                  <a:moveTo>
                    <a:pt x="39" y="7"/>
                  </a:moveTo>
                  <a:cubicBezTo>
                    <a:pt x="34" y="4"/>
                    <a:pt x="30" y="0"/>
                    <a:pt x="20" y="1"/>
                  </a:cubicBezTo>
                  <a:cubicBezTo>
                    <a:pt x="10" y="3"/>
                    <a:pt x="6" y="9"/>
                    <a:pt x="4" y="10"/>
                  </a:cubicBezTo>
                  <a:cubicBezTo>
                    <a:pt x="0" y="11"/>
                    <a:pt x="2" y="14"/>
                    <a:pt x="5" y="14"/>
                  </a:cubicBezTo>
                  <a:cubicBezTo>
                    <a:pt x="7" y="15"/>
                    <a:pt x="14" y="15"/>
                    <a:pt x="18" y="16"/>
                  </a:cubicBezTo>
                  <a:cubicBezTo>
                    <a:pt x="21" y="17"/>
                    <a:pt x="32" y="13"/>
                    <a:pt x="39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366" name="Freeform 352">
              <a:extLst>
                <a:ext uri="{FF2B5EF4-FFF2-40B4-BE49-F238E27FC236}">
                  <a16:creationId xmlns:a16="http://schemas.microsoft.com/office/drawing/2014/main" id="{F80D7E4A-FB1D-47E6-83C6-1B7C04880778}"/>
                </a:ext>
              </a:extLst>
            </p:cNvPr>
            <p:cNvSpPr>
              <a:spLocks/>
            </p:cNvSpPr>
            <p:nvPr/>
          </p:nvSpPr>
          <p:spPr bwMode="auto">
            <a:xfrm>
              <a:off x="944" y="1020"/>
              <a:ext cx="27" cy="27"/>
            </a:xfrm>
            <a:custGeom>
              <a:avLst/>
              <a:gdLst>
                <a:gd name="T0" fmla="*/ 41 w 15"/>
                <a:gd name="T1" fmla="*/ 0 h 15"/>
                <a:gd name="T2" fmla="*/ 74 w 15"/>
                <a:gd name="T3" fmla="*/ 7 h 15"/>
                <a:gd name="T4" fmla="*/ 88 w 15"/>
                <a:gd name="T5" fmla="*/ 41 h 15"/>
                <a:gd name="T6" fmla="*/ 65 w 15"/>
                <a:gd name="T7" fmla="*/ 81 h 15"/>
                <a:gd name="T8" fmla="*/ 41 w 15"/>
                <a:gd name="T9" fmla="*/ 88 h 15"/>
                <a:gd name="T10" fmla="*/ 0 w 15"/>
                <a:gd name="T11" fmla="*/ 41 h 15"/>
                <a:gd name="T12" fmla="*/ 16 w 15"/>
                <a:gd name="T13" fmla="*/ 7 h 15"/>
                <a:gd name="T14" fmla="*/ 41 w 15"/>
                <a:gd name="T15" fmla="*/ 0 h 1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5" h="15">
                  <a:moveTo>
                    <a:pt x="7" y="0"/>
                  </a:moveTo>
                  <a:cubicBezTo>
                    <a:pt x="11" y="0"/>
                    <a:pt x="11" y="0"/>
                    <a:pt x="13" y="1"/>
                  </a:cubicBezTo>
                  <a:cubicBezTo>
                    <a:pt x="14" y="2"/>
                    <a:pt x="15" y="4"/>
                    <a:pt x="15" y="7"/>
                  </a:cubicBezTo>
                  <a:cubicBezTo>
                    <a:pt x="15" y="10"/>
                    <a:pt x="14" y="12"/>
                    <a:pt x="11" y="14"/>
                  </a:cubicBezTo>
                  <a:cubicBezTo>
                    <a:pt x="10" y="14"/>
                    <a:pt x="8" y="15"/>
                    <a:pt x="7" y="15"/>
                  </a:cubicBezTo>
                  <a:cubicBezTo>
                    <a:pt x="3" y="14"/>
                    <a:pt x="1" y="11"/>
                    <a:pt x="0" y="7"/>
                  </a:cubicBezTo>
                  <a:cubicBezTo>
                    <a:pt x="0" y="5"/>
                    <a:pt x="2" y="3"/>
                    <a:pt x="3" y="1"/>
                  </a:cubicBezTo>
                  <a:cubicBezTo>
                    <a:pt x="5" y="1"/>
                    <a:pt x="6" y="0"/>
                    <a:pt x="7" y="0"/>
                  </a:cubicBezTo>
                </a:path>
              </a:pathLst>
            </a:custGeom>
            <a:solidFill>
              <a:srgbClr val="2A100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367" name="Freeform 353">
              <a:extLst>
                <a:ext uri="{FF2B5EF4-FFF2-40B4-BE49-F238E27FC236}">
                  <a16:creationId xmlns:a16="http://schemas.microsoft.com/office/drawing/2014/main" id="{92F4727D-0939-45C2-A901-7B2AAE72129D}"/>
                </a:ext>
              </a:extLst>
            </p:cNvPr>
            <p:cNvSpPr>
              <a:spLocks/>
            </p:cNvSpPr>
            <p:nvPr/>
          </p:nvSpPr>
          <p:spPr bwMode="auto">
            <a:xfrm>
              <a:off x="921" y="1017"/>
              <a:ext cx="70" cy="32"/>
            </a:xfrm>
            <a:custGeom>
              <a:avLst/>
              <a:gdLst>
                <a:gd name="T0" fmla="*/ 226 w 39"/>
                <a:gd name="T1" fmla="*/ 44 h 18"/>
                <a:gd name="T2" fmla="*/ 117 w 39"/>
                <a:gd name="T3" fmla="*/ 12 h 18"/>
                <a:gd name="T4" fmla="*/ 23 w 39"/>
                <a:gd name="T5" fmla="*/ 64 h 18"/>
                <a:gd name="T6" fmla="*/ 29 w 39"/>
                <a:gd name="T7" fmla="*/ 85 h 18"/>
                <a:gd name="T8" fmla="*/ 102 w 39"/>
                <a:gd name="T9" fmla="*/ 94 h 18"/>
                <a:gd name="T10" fmla="*/ 226 w 39"/>
                <a:gd name="T11" fmla="*/ 44 h 1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9" h="18">
                  <a:moveTo>
                    <a:pt x="39" y="8"/>
                  </a:moveTo>
                  <a:cubicBezTo>
                    <a:pt x="34" y="5"/>
                    <a:pt x="30" y="0"/>
                    <a:pt x="20" y="2"/>
                  </a:cubicBezTo>
                  <a:cubicBezTo>
                    <a:pt x="10" y="4"/>
                    <a:pt x="6" y="10"/>
                    <a:pt x="4" y="11"/>
                  </a:cubicBezTo>
                  <a:cubicBezTo>
                    <a:pt x="0" y="12"/>
                    <a:pt x="2" y="15"/>
                    <a:pt x="5" y="15"/>
                  </a:cubicBezTo>
                  <a:cubicBezTo>
                    <a:pt x="7" y="16"/>
                    <a:pt x="14" y="16"/>
                    <a:pt x="18" y="17"/>
                  </a:cubicBezTo>
                  <a:cubicBezTo>
                    <a:pt x="21" y="18"/>
                    <a:pt x="32" y="14"/>
                    <a:pt x="39" y="8"/>
                  </a:cubicBezTo>
                  <a:close/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368" name="Oval 354">
              <a:extLst>
                <a:ext uri="{FF2B5EF4-FFF2-40B4-BE49-F238E27FC236}">
                  <a16:creationId xmlns:a16="http://schemas.microsoft.com/office/drawing/2014/main" id="{BE5551B5-DB86-49DB-B7A7-22B58C421E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55" y="1029"/>
              <a:ext cx="7" cy="7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369" name="Oval 355">
              <a:extLst>
                <a:ext uri="{FF2B5EF4-FFF2-40B4-BE49-F238E27FC236}">
                  <a16:creationId xmlns:a16="http://schemas.microsoft.com/office/drawing/2014/main" id="{3B083A74-E17C-4577-8D8C-EB45D3E7BE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55" y="1029"/>
              <a:ext cx="7" cy="7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370" name="Freeform 356">
              <a:extLst>
                <a:ext uri="{FF2B5EF4-FFF2-40B4-BE49-F238E27FC236}">
                  <a16:creationId xmlns:a16="http://schemas.microsoft.com/office/drawing/2014/main" id="{D782FD78-8A4A-4B8A-874C-234EE5BBA369}"/>
                </a:ext>
              </a:extLst>
            </p:cNvPr>
            <p:cNvSpPr>
              <a:spLocks/>
            </p:cNvSpPr>
            <p:nvPr/>
          </p:nvSpPr>
          <p:spPr bwMode="auto">
            <a:xfrm>
              <a:off x="924" y="1001"/>
              <a:ext cx="69" cy="28"/>
            </a:xfrm>
            <a:custGeom>
              <a:avLst/>
              <a:gdLst>
                <a:gd name="T0" fmla="*/ 0 w 38"/>
                <a:gd name="T1" fmla="*/ 86 h 16"/>
                <a:gd name="T2" fmla="*/ 227 w 38"/>
                <a:gd name="T3" fmla="*/ 65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8" h="16">
                  <a:moveTo>
                    <a:pt x="0" y="16"/>
                  </a:moveTo>
                  <a:cubicBezTo>
                    <a:pt x="9" y="2"/>
                    <a:pt x="32" y="0"/>
                    <a:pt x="38" y="12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371" name="Oval 357">
              <a:extLst>
                <a:ext uri="{FF2B5EF4-FFF2-40B4-BE49-F238E27FC236}">
                  <a16:creationId xmlns:a16="http://schemas.microsoft.com/office/drawing/2014/main" id="{752BD989-B5E8-4D6F-9DE9-D5968B7C2E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59" y="1026"/>
              <a:ext cx="7" cy="7"/>
            </a:xfrm>
            <a:prstGeom prst="ellipse">
              <a:avLst/>
            </a:prstGeom>
            <a:solidFill>
              <a:srgbClr val="E5AF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372" name="Freeform 358">
              <a:extLst>
                <a:ext uri="{FF2B5EF4-FFF2-40B4-BE49-F238E27FC236}">
                  <a16:creationId xmlns:a16="http://schemas.microsoft.com/office/drawing/2014/main" id="{116864F0-68F8-4D36-8CF1-55FA71E5C327}"/>
                </a:ext>
              </a:extLst>
            </p:cNvPr>
            <p:cNvSpPr>
              <a:spLocks/>
            </p:cNvSpPr>
            <p:nvPr/>
          </p:nvSpPr>
          <p:spPr bwMode="auto">
            <a:xfrm>
              <a:off x="987" y="1026"/>
              <a:ext cx="9" cy="3"/>
            </a:xfrm>
            <a:custGeom>
              <a:avLst/>
              <a:gdLst>
                <a:gd name="T0" fmla="*/ 0 w 5"/>
                <a:gd name="T1" fmla="*/ 8 h 2"/>
                <a:gd name="T2" fmla="*/ 29 w 5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">
                  <a:moveTo>
                    <a:pt x="0" y="2"/>
                  </a:moveTo>
                  <a:cubicBezTo>
                    <a:pt x="2" y="1"/>
                    <a:pt x="3" y="1"/>
                    <a:pt x="5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373" name="Freeform 359">
              <a:extLst>
                <a:ext uri="{FF2B5EF4-FFF2-40B4-BE49-F238E27FC236}">
                  <a16:creationId xmlns:a16="http://schemas.microsoft.com/office/drawing/2014/main" id="{CA1FEC68-5555-4D28-BCE2-4BFEAE88034B}"/>
                </a:ext>
              </a:extLst>
            </p:cNvPr>
            <p:cNvSpPr>
              <a:spLocks/>
            </p:cNvSpPr>
            <p:nvPr/>
          </p:nvSpPr>
          <p:spPr bwMode="auto">
            <a:xfrm>
              <a:off x="982" y="1024"/>
              <a:ext cx="7" cy="2"/>
            </a:xfrm>
            <a:custGeom>
              <a:avLst/>
              <a:gdLst>
                <a:gd name="T0" fmla="*/ 0 w 4"/>
                <a:gd name="T1" fmla="*/ 8 h 1"/>
                <a:gd name="T2" fmla="*/ 21 w 4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0" y="1"/>
                  </a:moveTo>
                  <a:cubicBezTo>
                    <a:pt x="2" y="1"/>
                    <a:pt x="3" y="0"/>
                    <a:pt x="4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374" name="Freeform 360">
              <a:extLst>
                <a:ext uri="{FF2B5EF4-FFF2-40B4-BE49-F238E27FC236}">
                  <a16:creationId xmlns:a16="http://schemas.microsoft.com/office/drawing/2014/main" id="{6F998513-63A2-4389-9572-23CED040C79B}"/>
                </a:ext>
              </a:extLst>
            </p:cNvPr>
            <p:cNvSpPr>
              <a:spLocks/>
            </p:cNvSpPr>
            <p:nvPr/>
          </p:nvSpPr>
          <p:spPr bwMode="auto">
            <a:xfrm>
              <a:off x="977" y="1020"/>
              <a:ext cx="9" cy="2"/>
            </a:xfrm>
            <a:custGeom>
              <a:avLst/>
              <a:gdLst>
                <a:gd name="T0" fmla="*/ 0 w 5"/>
                <a:gd name="T1" fmla="*/ 8 h 1"/>
                <a:gd name="T2" fmla="*/ 29 w 5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">
                  <a:moveTo>
                    <a:pt x="0" y="1"/>
                  </a:moveTo>
                  <a:cubicBezTo>
                    <a:pt x="2" y="1"/>
                    <a:pt x="3" y="0"/>
                    <a:pt x="5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375" name="Freeform 361">
              <a:extLst>
                <a:ext uri="{FF2B5EF4-FFF2-40B4-BE49-F238E27FC236}">
                  <a16:creationId xmlns:a16="http://schemas.microsoft.com/office/drawing/2014/main" id="{A926221B-3CC2-4466-9049-8F92D64F437A}"/>
                </a:ext>
              </a:extLst>
            </p:cNvPr>
            <p:cNvSpPr>
              <a:spLocks/>
            </p:cNvSpPr>
            <p:nvPr/>
          </p:nvSpPr>
          <p:spPr bwMode="auto">
            <a:xfrm>
              <a:off x="825" y="1101"/>
              <a:ext cx="80" cy="40"/>
            </a:xfrm>
            <a:custGeom>
              <a:avLst/>
              <a:gdLst>
                <a:gd name="T0" fmla="*/ 247 w 44"/>
                <a:gd name="T1" fmla="*/ 0 h 22"/>
                <a:gd name="T2" fmla="*/ 227 w 44"/>
                <a:gd name="T3" fmla="*/ 82 h 22"/>
                <a:gd name="T4" fmla="*/ 191 w 44"/>
                <a:gd name="T5" fmla="*/ 82 h 22"/>
                <a:gd name="T6" fmla="*/ 145 w 44"/>
                <a:gd name="T7" fmla="*/ 118 h 22"/>
                <a:gd name="T8" fmla="*/ 125 w 44"/>
                <a:gd name="T9" fmla="*/ 125 h 22"/>
                <a:gd name="T10" fmla="*/ 80 w 44"/>
                <a:gd name="T11" fmla="*/ 82 h 22"/>
                <a:gd name="T12" fmla="*/ 44 w 44"/>
                <a:gd name="T13" fmla="*/ 80 h 22"/>
                <a:gd name="T14" fmla="*/ 24 w 44"/>
                <a:gd name="T15" fmla="*/ 7 h 22"/>
                <a:gd name="T16" fmla="*/ 24 w 44"/>
                <a:gd name="T17" fmla="*/ 49 h 22"/>
                <a:gd name="T18" fmla="*/ 60 w 44"/>
                <a:gd name="T19" fmla="*/ 82 h 22"/>
                <a:gd name="T20" fmla="*/ 96 w 44"/>
                <a:gd name="T21" fmla="*/ 96 h 22"/>
                <a:gd name="T22" fmla="*/ 182 w 44"/>
                <a:gd name="T23" fmla="*/ 89 h 22"/>
                <a:gd name="T24" fmla="*/ 205 w 44"/>
                <a:gd name="T25" fmla="*/ 82 h 22"/>
                <a:gd name="T26" fmla="*/ 235 w 44"/>
                <a:gd name="T27" fmla="*/ 60 h 22"/>
                <a:gd name="T28" fmla="*/ 247 w 44"/>
                <a:gd name="T29" fmla="*/ 0 h 22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44" h="22">
                  <a:moveTo>
                    <a:pt x="41" y="0"/>
                  </a:moveTo>
                  <a:cubicBezTo>
                    <a:pt x="44" y="5"/>
                    <a:pt x="41" y="8"/>
                    <a:pt x="38" y="14"/>
                  </a:cubicBezTo>
                  <a:cubicBezTo>
                    <a:pt x="35" y="17"/>
                    <a:pt x="34" y="14"/>
                    <a:pt x="32" y="14"/>
                  </a:cubicBezTo>
                  <a:cubicBezTo>
                    <a:pt x="30" y="15"/>
                    <a:pt x="28" y="19"/>
                    <a:pt x="24" y="20"/>
                  </a:cubicBezTo>
                  <a:cubicBezTo>
                    <a:pt x="22" y="21"/>
                    <a:pt x="22" y="21"/>
                    <a:pt x="21" y="21"/>
                  </a:cubicBezTo>
                  <a:cubicBezTo>
                    <a:pt x="17" y="19"/>
                    <a:pt x="14" y="15"/>
                    <a:pt x="13" y="14"/>
                  </a:cubicBezTo>
                  <a:cubicBezTo>
                    <a:pt x="10" y="13"/>
                    <a:pt x="9" y="17"/>
                    <a:pt x="7" y="13"/>
                  </a:cubicBezTo>
                  <a:cubicBezTo>
                    <a:pt x="4" y="8"/>
                    <a:pt x="0" y="1"/>
                    <a:pt x="4" y="1"/>
                  </a:cubicBezTo>
                  <a:cubicBezTo>
                    <a:pt x="4" y="1"/>
                    <a:pt x="2" y="2"/>
                    <a:pt x="4" y="8"/>
                  </a:cubicBezTo>
                  <a:cubicBezTo>
                    <a:pt x="7" y="13"/>
                    <a:pt x="8" y="15"/>
                    <a:pt x="10" y="14"/>
                  </a:cubicBezTo>
                  <a:cubicBezTo>
                    <a:pt x="13" y="13"/>
                    <a:pt x="13" y="12"/>
                    <a:pt x="16" y="16"/>
                  </a:cubicBezTo>
                  <a:cubicBezTo>
                    <a:pt x="21" y="22"/>
                    <a:pt x="24" y="21"/>
                    <a:pt x="30" y="15"/>
                  </a:cubicBezTo>
                  <a:cubicBezTo>
                    <a:pt x="32" y="13"/>
                    <a:pt x="33" y="14"/>
                    <a:pt x="34" y="14"/>
                  </a:cubicBezTo>
                  <a:cubicBezTo>
                    <a:pt x="35" y="14"/>
                    <a:pt x="38" y="14"/>
                    <a:pt x="39" y="10"/>
                  </a:cubicBezTo>
                  <a:cubicBezTo>
                    <a:pt x="41" y="7"/>
                    <a:pt x="43" y="5"/>
                    <a:pt x="41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376" name="Freeform 362">
              <a:extLst>
                <a:ext uri="{FF2B5EF4-FFF2-40B4-BE49-F238E27FC236}">
                  <a16:creationId xmlns:a16="http://schemas.microsoft.com/office/drawing/2014/main" id="{B19B3F90-1290-4781-8AD3-E443DE8125E3}"/>
                </a:ext>
              </a:extLst>
            </p:cNvPr>
            <p:cNvSpPr>
              <a:spLocks/>
            </p:cNvSpPr>
            <p:nvPr/>
          </p:nvSpPr>
          <p:spPr bwMode="auto">
            <a:xfrm>
              <a:off x="978" y="1108"/>
              <a:ext cx="103" cy="585"/>
            </a:xfrm>
            <a:custGeom>
              <a:avLst/>
              <a:gdLst>
                <a:gd name="T0" fmla="*/ 130 w 57"/>
                <a:gd name="T1" fmla="*/ 0 h 325"/>
                <a:gd name="T2" fmla="*/ 76 w 57"/>
                <a:gd name="T3" fmla="*/ 146 h 325"/>
                <a:gd name="T4" fmla="*/ 110 w 57"/>
                <a:gd name="T5" fmla="*/ 365 h 325"/>
                <a:gd name="T6" fmla="*/ 81 w 57"/>
                <a:gd name="T7" fmla="*/ 677 h 325"/>
                <a:gd name="T8" fmla="*/ 146 w 57"/>
                <a:gd name="T9" fmla="*/ 1013 h 325"/>
                <a:gd name="T10" fmla="*/ 125 w 57"/>
                <a:gd name="T11" fmla="*/ 1325 h 325"/>
                <a:gd name="T12" fmla="*/ 146 w 57"/>
                <a:gd name="T13" fmla="*/ 1532 h 325"/>
                <a:gd name="T14" fmla="*/ 130 w 57"/>
                <a:gd name="T15" fmla="*/ 1692 h 325"/>
                <a:gd name="T16" fmla="*/ 183 w 57"/>
                <a:gd name="T17" fmla="*/ 1895 h 325"/>
                <a:gd name="T18" fmla="*/ 211 w 57"/>
                <a:gd name="T19" fmla="*/ 1714 h 325"/>
                <a:gd name="T20" fmla="*/ 211 w 57"/>
                <a:gd name="T21" fmla="*/ 1532 h 325"/>
                <a:gd name="T22" fmla="*/ 228 w 57"/>
                <a:gd name="T23" fmla="*/ 1336 h 325"/>
                <a:gd name="T24" fmla="*/ 199 w 57"/>
                <a:gd name="T25" fmla="*/ 1028 h 325"/>
                <a:gd name="T26" fmla="*/ 177 w 57"/>
                <a:gd name="T27" fmla="*/ 657 h 325"/>
                <a:gd name="T28" fmla="*/ 226 w 57"/>
                <a:gd name="T29" fmla="*/ 401 h 325"/>
                <a:gd name="T30" fmla="*/ 170 w 57"/>
                <a:gd name="T31" fmla="*/ 7 h 325"/>
                <a:gd name="T32" fmla="*/ 130 w 57"/>
                <a:gd name="T33" fmla="*/ 0 h 32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57" h="325">
                  <a:moveTo>
                    <a:pt x="22" y="0"/>
                  </a:moveTo>
                  <a:cubicBezTo>
                    <a:pt x="13" y="25"/>
                    <a:pt x="13" y="25"/>
                    <a:pt x="13" y="25"/>
                  </a:cubicBezTo>
                  <a:cubicBezTo>
                    <a:pt x="13" y="25"/>
                    <a:pt x="11" y="56"/>
                    <a:pt x="19" y="63"/>
                  </a:cubicBezTo>
                  <a:cubicBezTo>
                    <a:pt x="19" y="63"/>
                    <a:pt x="0" y="97"/>
                    <a:pt x="14" y="116"/>
                  </a:cubicBezTo>
                  <a:cubicBezTo>
                    <a:pt x="14" y="116"/>
                    <a:pt x="6" y="154"/>
                    <a:pt x="25" y="174"/>
                  </a:cubicBezTo>
                  <a:cubicBezTo>
                    <a:pt x="25" y="174"/>
                    <a:pt x="4" y="208"/>
                    <a:pt x="21" y="227"/>
                  </a:cubicBezTo>
                  <a:cubicBezTo>
                    <a:pt x="21" y="227"/>
                    <a:pt x="14" y="248"/>
                    <a:pt x="25" y="263"/>
                  </a:cubicBezTo>
                  <a:cubicBezTo>
                    <a:pt x="25" y="263"/>
                    <a:pt x="16" y="278"/>
                    <a:pt x="22" y="290"/>
                  </a:cubicBezTo>
                  <a:cubicBezTo>
                    <a:pt x="29" y="302"/>
                    <a:pt x="40" y="314"/>
                    <a:pt x="31" y="325"/>
                  </a:cubicBezTo>
                  <a:cubicBezTo>
                    <a:pt x="31" y="325"/>
                    <a:pt x="43" y="308"/>
                    <a:pt x="36" y="294"/>
                  </a:cubicBezTo>
                  <a:cubicBezTo>
                    <a:pt x="28" y="281"/>
                    <a:pt x="49" y="272"/>
                    <a:pt x="36" y="263"/>
                  </a:cubicBezTo>
                  <a:cubicBezTo>
                    <a:pt x="36" y="263"/>
                    <a:pt x="52" y="243"/>
                    <a:pt x="39" y="229"/>
                  </a:cubicBezTo>
                  <a:cubicBezTo>
                    <a:pt x="39" y="229"/>
                    <a:pt x="56" y="198"/>
                    <a:pt x="34" y="176"/>
                  </a:cubicBezTo>
                  <a:cubicBezTo>
                    <a:pt x="34" y="176"/>
                    <a:pt x="50" y="122"/>
                    <a:pt x="30" y="113"/>
                  </a:cubicBezTo>
                  <a:cubicBezTo>
                    <a:pt x="30" y="113"/>
                    <a:pt x="57" y="85"/>
                    <a:pt x="38" y="69"/>
                  </a:cubicBezTo>
                  <a:cubicBezTo>
                    <a:pt x="38" y="69"/>
                    <a:pt x="53" y="16"/>
                    <a:pt x="29" y="1"/>
                  </a:cubicBezTo>
                  <a:cubicBezTo>
                    <a:pt x="29" y="1"/>
                    <a:pt x="25" y="3"/>
                    <a:pt x="2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377" name="Freeform 363">
              <a:extLst>
                <a:ext uri="{FF2B5EF4-FFF2-40B4-BE49-F238E27FC236}">
                  <a16:creationId xmlns:a16="http://schemas.microsoft.com/office/drawing/2014/main" id="{E15B98FB-1FED-47B2-85B7-03C2E206E51B}"/>
                </a:ext>
              </a:extLst>
            </p:cNvPr>
            <p:cNvSpPr>
              <a:spLocks/>
            </p:cNvSpPr>
            <p:nvPr/>
          </p:nvSpPr>
          <p:spPr bwMode="auto">
            <a:xfrm>
              <a:off x="640" y="1107"/>
              <a:ext cx="104" cy="586"/>
            </a:xfrm>
            <a:custGeom>
              <a:avLst/>
              <a:gdLst>
                <a:gd name="T0" fmla="*/ 210 w 58"/>
                <a:gd name="T1" fmla="*/ 0 h 326"/>
                <a:gd name="T2" fmla="*/ 260 w 58"/>
                <a:gd name="T3" fmla="*/ 146 h 326"/>
                <a:gd name="T4" fmla="*/ 226 w 58"/>
                <a:gd name="T5" fmla="*/ 372 h 326"/>
                <a:gd name="T6" fmla="*/ 255 w 58"/>
                <a:gd name="T7" fmla="*/ 678 h 326"/>
                <a:gd name="T8" fmla="*/ 183 w 58"/>
                <a:gd name="T9" fmla="*/ 1017 h 326"/>
                <a:gd name="T10" fmla="*/ 210 w 58"/>
                <a:gd name="T11" fmla="*/ 1325 h 326"/>
                <a:gd name="T12" fmla="*/ 183 w 58"/>
                <a:gd name="T13" fmla="*/ 1535 h 326"/>
                <a:gd name="T14" fmla="*/ 203 w 58"/>
                <a:gd name="T15" fmla="*/ 1690 h 326"/>
                <a:gd name="T16" fmla="*/ 151 w 58"/>
                <a:gd name="T17" fmla="*/ 1893 h 326"/>
                <a:gd name="T18" fmla="*/ 126 w 58"/>
                <a:gd name="T19" fmla="*/ 1713 h 326"/>
                <a:gd name="T20" fmla="*/ 122 w 58"/>
                <a:gd name="T21" fmla="*/ 1535 h 326"/>
                <a:gd name="T22" fmla="*/ 102 w 58"/>
                <a:gd name="T23" fmla="*/ 1334 h 326"/>
                <a:gd name="T24" fmla="*/ 133 w 58"/>
                <a:gd name="T25" fmla="*/ 1028 h 326"/>
                <a:gd name="T26" fmla="*/ 154 w 58"/>
                <a:gd name="T27" fmla="*/ 661 h 326"/>
                <a:gd name="T28" fmla="*/ 109 w 58"/>
                <a:gd name="T29" fmla="*/ 406 h 326"/>
                <a:gd name="T30" fmla="*/ 161 w 58"/>
                <a:gd name="T31" fmla="*/ 13 h 326"/>
                <a:gd name="T32" fmla="*/ 210 w 58"/>
                <a:gd name="T33" fmla="*/ 0 h 32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58" h="326">
                  <a:moveTo>
                    <a:pt x="36" y="0"/>
                  </a:moveTo>
                  <a:cubicBezTo>
                    <a:pt x="45" y="25"/>
                    <a:pt x="45" y="25"/>
                    <a:pt x="45" y="25"/>
                  </a:cubicBezTo>
                  <a:cubicBezTo>
                    <a:pt x="45" y="25"/>
                    <a:pt x="46" y="57"/>
                    <a:pt x="39" y="64"/>
                  </a:cubicBezTo>
                  <a:cubicBezTo>
                    <a:pt x="39" y="64"/>
                    <a:pt x="58" y="98"/>
                    <a:pt x="44" y="117"/>
                  </a:cubicBezTo>
                  <a:cubicBezTo>
                    <a:pt x="44" y="117"/>
                    <a:pt x="51" y="155"/>
                    <a:pt x="32" y="175"/>
                  </a:cubicBezTo>
                  <a:cubicBezTo>
                    <a:pt x="32" y="175"/>
                    <a:pt x="54" y="209"/>
                    <a:pt x="36" y="228"/>
                  </a:cubicBezTo>
                  <a:cubicBezTo>
                    <a:pt x="36" y="228"/>
                    <a:pt x="43" y="249"/>
                    <a:pt x="32" y="264"/>
                  </a:cubicBezTo>
                  <a:cubicBezTo>
                    <a:pt x="32" y="264"/>
                    <a:pt x="42" y="279"/>
                    <a:pt x="35" y="291"/>
                  </a:cubicBezTo>
                  <a:cubicBezTo>
                    <a:pt x="28" y="303"/>
                    <a:pt x="18" y="315"/>
                    <a:pt x="26" y="326"/>
                  </a:cubicBezTo>
                  <a:cubicBezTo>
                    <a:pt x="26" y="326"/>
                    <a:pt x="14" y="309"/>
                    <a:pt x="22" y="295"/>
                  </a:cubicBezTo>
                  <a:cubicBezTo>
                    <a:pt x="29" y="282"/>
                    <a:pt x="8" y="273"/>
                    <a:pt x="21" y="264"/>
                  </a:cubicBezTo>
                  <a:cubicBezTo>
                    <a:pt x="21" y="264"/>
                    <a:pt x="5" y="244"/>
                    <a:pt x="18" y="230"/>
                  </a:cubicBezTo>
                  <a:cubicBezTo>
                    <a:pt x="18" y="230"/>
                    <a:pt x="1" y="199"/>
                    <a:pt x="23" y="177"/>
                  </a:cubicBezTo>
                  <a:cubicBezTo>
                    <a:pt x="23" y="177"/>
                    <a:pt x="8" y="123"/>
                    <a:pt x="27" y="114"/>
                  </a:cubicBezTo>
                  <a:cubicBezTo>
                    <a:pt x="27" y="114"/>
                    <a:pt x="0" y="86"/>
                    <a:pt x="19" y="70"/>
                  </a:cubicBezTo>
                  <a:cubicBezTo>
                    <a:pt x="19" y="70"/>
                    <a:pt x="5" y="17"/>
                    <a:pt x="28" y="2"/>
                  </a:cubicBezTo>
                  <a:cubicBezTo>
                    <a:pt x="28" y="2"/>
                    <a:pt x="33" y="4"/>
                    <a:pt x="3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</p:grpSp>
      <p:sp>
        <p:nvSpPr>
          <p:cNvPr id="10244" name="Rectangle 364">
            <a:extLst>
              <a:ext uri="{FF2B5EF4-FFF2-40B4-BE49-F238E27FC236}">
                <a16:creationId xmlns:a16="http://schemas.microsoft.com/office/drawing/2014/main" id="{C1528C45-4224-41E6-BABF-BD216BBAC0DF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Child (2)</a:t>
            </a:r>
          </a:p>
        </p:txBody>
      </p:sp>
      <p:sp>
        <p:nvSpPr>
          <p:cNvPr id="30724" name="Freeform 365">
            <a:extLst>
              <a:ext uri="{FF2B5EF4-FFF2-40B4-BE49-F238E27FC236}">
                <a16:creationId xmlns:a16="http://schemas.microsoft.com/office/drawing/2014/main" id="{2ECCB4E1-354E-42D0-8ABB-DFEBD2FEA43C}"/>
              </a:ext>
            </a:extLst>
          </p:cNvPr>
          <p:cNvSpPr>
            <a:spLocks/>
          </p:cNvSpPr>
          <p:nvPr/>
        </p:nvSpPr>
        <p:spPr bwMode="auto">
          <a:xfrm>
            <a:off x="9166225" y="1479550"/>
            <a:ext cx="9525" cy="4763"/>
          </a:xfrm>
          <a:custGeom>
            <a:avLst/>
            <a:gdLst>
              <a:gd name="T0" fmla="*/ 2147483646 w 6"/>
              <a:gd name="T1" fmla="*/ 2147483646 h 3"/>
              <a:gd name="T2" fmla="*/ 0 w 6"/>
              <a:gd name="T3" fmla="*/ 0 h 3"/>
              <a:gd name="T4" fmla="*/ 0 w 6"/>
              <a:gd name="T5" fmla="*/ 2147483646 h 3"/>
              <a:gd name="T6" fmla="*/ 2147483646 w 6"/>
              <a:gd name="T7" fmla="*/ 2147483646 h 3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6" h="3">
                <a:moveTo>
                  <a:pt x="6" y="3"/>
                </a:moveTo>
                <a:lnTo>
                  <a:pt x="0" y="0"/>
                </a:lnTo>
                <a:lnTo>
                  <a:pt x="0" y="3"/>
                </a:lnTo>
                <a:lnTo>
                  <a:pt x="6" y="3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fr-FR"/>
          </a:p>
        </p:txBody>
      </p:sp>
      <p:sp>
        <p:nvSpPr>
          <p:cNvPr id="30725" name="Freeform 366">
            <a:extLst>
              <a:ext uri="{FF2B5EF4-FFF2-40B4-BE49-F238E27FC236}">
                <a16:creationId xmlns:a16="http://schemas.microsoft.com/office/drawing/2014/main" id="{C1AAF3B4-27AB-4784-9BBE-EA0CFE99FE52}"/>
              </a:ext>
            </a:extLst>
          </p:cNvPr>
          <p:cNvSpPr>
            <a:spLocks/>
          </p:cNvSpPr>
          <p:nvPr/>
        </p:nvSpPr>
        <p:spPr bwMode="auto">
          <a:xfrm>
            <a:off x="7397750" y="1470025"/>
            <a:ext cx="12700" cy="4763"/>
          </a:xfrm>
          <a:custGeom>
            <a:avLst/>
            <a:gdLst>
              <a:gd name="T0" fmla="*/ 2147483646 w 8"/>
              <a:gd name="T1" fmla="*/ 0 h 3"/>
              <a:gd name="T2" fmla="*/ 0 w 8"/>
              <a:gd name="T3" fmla="*/ 2147483646 h 3"/>
              <a:gd name="T4" fmla="*/ 0 w 8"/>
              <a:gd name="T5" fmla="*/ 2147483646 h 3"/>
              <a:gd name="T6" fmla="*/ 2147483646 w 8"/>
              <a:gd name="T7" fmla="*/ 0 h 3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8" h="3">
                <a:moveTo>
                  <a:pt x="8" y="0"/>
                </a:moveTo>
                <a:lnTo>
                  <a:pt x="0" y="2"/>
                </a:lnTo>
                <a:lnTo>
                  <a:pt x="0" y="3"/>
                </a:lnTo>
                <a:lnTo>
                  <a:pt x="8" y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fr-FR"/>
          </a:p>
        </p:txBody>
      </p:sp>
      <p:grpSp>
        <p:nvGrpSpPr>
          <p:cNvPr id="30726" name="Standing-female-child-full-body">
            <a:extLst>
              <a:ext uri="{FF2B5EF4-FFF2-40B4-BE49-F238E27FC236}">
                <a16:creationId xmlns:a16="http://schemas.microsoft.com/office/drawing/2014/main" id="{46EC6612-577E-417D-A2B8-1CF8B4C3CAF8}"/>
              </a:ext>
            </a:extLst>
          </p:cNvPr>
          <p:cNvGrpSpPr>
            <a:grpSpLocks/>
          </p:cNvGrpSpPr>
          <p:nvPr/>
        </p:nvGrpSpPr>
        <p:grpSpPr bwMode="auto">
          <a:xfrm>
            <a:off x="2286000" y="1177925"/>
            <a:ext cx="1519238" cy="5257800"/>
            <a:chOff x="382" y="716"/>
            <a:chExt cx="957" cy="3312"/>
          </a:xfrm>
        </p:grpSpPr>
        <p:sp>
          <p:nvSpPr>
            <p:cNvPr id="31070" name="Freeform 368">
              <a:extLst>
                <a:ext uri="{FF2B5EF4-FFF2-40B4-BE49-F238E27FC236}">
                  <a16:creationId xmlns:a16="http://schemas.microsoft.com/office/drawing/2014/main" id="{A7834E6E-D089-4654-B6A3-8DFA798747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" y="1168"/>
              <a:ext cx="957" cy="2860"/>
            </a:xfrm>
            <a:custGeom>
              <a:avLst/>
              <a:gdLst>
                <a:gd name="T0" fmla="*/ 3033 w 531"/>
                <a:gd name="T1" fmla="*/ 4145 h 1591"/>
                <a:gd name="T2" fmla="*/ 2992 w 531"/>
                <a:gd name="T3" fmla="*/ 3200 h 1591"/>
                <a:gd name="T4" fmla="*/ 2846 w 531"/>
                <a:gd name="T5" fmla="*/ 2055 h 1591"/>
                <a:gd name="T6" fmla="*/ 2276 w 531"/>
                <a:gd name="T7" fmla="*/ 475 h 1591"/>
                <a:gd name="T8" fmla="*/ 1855 w 531"/>
                <a:gd name="T9" fmla="*/ 23 h 1591"/>
                <a:gd name="T10" fmla="*/ 1620 w 531"/>
                <a:gd name="T11" fmla="*/ 167 h 1591"/>
                <a:gd name="T12" fmla="*/ 1555 w 531"/>
                <a:gd name="T13" fmla="*/ 174 h 1591"/>
                <a:gd name="T14" fmla="*/ 1276 w 531"/>
                <a:gd name="T15" fmla="*/ 41 h 1591"/>
                <a:gd name="T16" fmla="*/ 1000 w 531"/>
                <a:gd name="T17" fmla="*/ 471 h 1591"/>
                <a:gd name="T18" fmla="*/ 458 w 531"/>
                <a:gd name="T19" fmla="*/ 1109 h 1591"/>
                <a:gd name="T20" fmla="*/ 189 w 531"/>
                <a:gd name="T21" fmla="*/ 2427 h 1591"/>
                <a:gd name="T22" fmla="*/ 105 w 531"/>
                <a:gd name="T23" fmla="*/ 3584 h 1591"/>
                <a:gd name="T24" fmla="*/ 13 w 531"/>
                <a:gd name="T25" fmla="*/ 4428 h 1591"/>
                <a:gd name="T26" fmla="*/ 65 w 531"/>
                <a:gd name="T27" fmla="*/ 4582 h 1591"/>
                <a:gd name="T28" fmla="*/ 299 w 531"/>
                <a:gd name="T29" fmla="*/ 4780 h 1591"/>
                <a:gd name="T30" fmla="*/ 393 w 531"/>
                <a:gd name="T31" fmla="*/ 4735 h 1591"/>
                <a:gd name="T32" fmla="*/ 422 w 531"/>
                <a:gd name="T33" fmla="*/ 4692 h 1591"/>
                <a:gd name="T34" fmla="*/ 422 w 531"/>
                <a:gd name="T35" fmla="*/ 4472 h 1591"/>
                <a:gd name="T36" fmla="*/ 351 w 531"/>
                <a:gd name="T37" fmla="*/ 4048 h 1591"/>
                <a:gd name="T38" fmla="*/ 579 w 531"/>
                <a:gd name="T39" fmla="*/ 2483 h 1591"/>
                <a:gd name="T40" fmla="*/ 780 w 531"/>
                <a:gd name="T41" fmla="*/ 1936 h 1591"/>
                <a:gd name="T42" fmla="*/ 773 w 531"/>
                <a:gd name="T43" fmla="*/ 2856 h 1591"/>
                <a:gd name="T44" fmla="*/ 679 w 531"/>
                <a:gd name="T45" fmla="*/ 4320 h 1591"/>
                <a:gd name="T46" fmla="*/ 878 w 531"/>
                <a:gd name="T47" fmla="*/ 5988 h 1591"/>
                <a:gd name="T48" fmla="*/ 943 w 531"/>
                <a:gd name="T49" fmla="*/ 7552 h 1591"/>
                <a:gd name="T50" fmla="*/ 1110 w 531"/>
                <a:gd name="T51" fmla="*/ 8609 h 1591"/>
                <a:gd name="T52" fmla="*/ 926 w 531"/>
                <a:gd name="T53" fmla="*/ 9026 h 1591"/>
                <a:gd name="T54" fmla="*/ 984 w 531"/>
                <a:gd name="T55" fmla="*/ 9177 h 1591"/>
                <a:gd name="T56" fmla="*/ 1254 w 531"/>
                <a:gd name="T57" fmla="*/ 9200 h 1591"/>
                <a:gd name="T58" fmla="*/ 1518 w 531"/>
                <a:gd name="T59" fmla="*/ 9022 h 1591"/>
                <a:gd name="T60" fmla="*/ 1527 w 531"/>
                <a:gd name="T61" fmla="*/ 8711 h 1591"/>
                <a:gd name="T62" fmla="*/ 1487 w 531"/>
                <a:gd name="T63" fmla="*/ 8411 h 1591"/>
                <a:gd name="T64" fmla="*/ 1503 w 531"/>
                <a:gd name="T65" fmla="*/ 6701 h 1591"/>
                <a:gd name="T66" fmla="*/ 1498 w 531"/>
                <a:gd name="T67" fmla="*/ 5745 h 1591"/>
                <a:gd name="T68" fmla="*/ 1498 w 531"/>
                <a:gd name="T69" fmla="*/ 4356 h 1591"/>
                <a:gd name="T70" fmla="*/ 1552 w 531"/>
                <a:gd name="T71" fmla="*/ 4363 h 1591"/>
                <a:gd name="T72" fmla="*/ 1615 w 531"/>
                <a:gd name="T73" fmla="*/ 4350 h 1591"/>
                <a:gd name="T74" fmla="*/ 1615 w 531"/>
                <a:gd name="T75" fmla="*/ 4954 h 1591"/>
                <a:gd name="T76" fmla="*/ 1627 w 531"/>
                <a:gd name="T77" fmla="*/ 6240 h 1591"/>
                <a:gd name="T78" fmla="*/ 1685 w 531"/>
                <a:gd name="T79" fmla="*/ 8050 h 1591"/>
                <a:gd name="T80" fmla="*/ 1604 w 531"/>
                <a:gd name="T81" fmla="*/ 8596 h 1591"/>
                <a:gd name="T82" fmla="*/ 1575 w 531"/>
                <a:gd name="T83" fmla="*/ 8884 h 1591"/>
                <a:gd name="T84" fmla="*/ 1651 w 531"/>
                <a:gd name="T85" fmla="*/ 9189 h 1591"/>
                <a:gd name="T86" fmla="*/ 1997 w 531"/>
                <a:gd name="T87" fmla="*/ 9206 h 1591"/>
                <a:gd name="T88" fmla="*/ 2183 w 531"/>
                <a:gd name="T89" fmla="*/ 9108 h 1591"/>
                <a:gd name="T90" fmla="*/ 2028 w 531"/>
                <a:gd name="T91" fmla="*/ 8796 h 1591"/>
                <a:gd name="T92" fmla="*/ 2020 w 531"/>
                <a:gd name="T93" fmla="*/ 8289 h 1591"/>
                <a:gd name="T94" fmla="*/ 2211 w 531"/>
                <a:gd name="T95" fmla="*/ 6430 h 1591"/>
                <a:gd name="T96" fmla="*/ 2365 w 531"/>
                <a:gd name="T97" fmla="*/ 5129 h 1591"/>
                <a:gd name="T98" fmla="*/ 2417 w 531"/>
                <a:gd name="T99" fmla="*/ 3545 h 1591"/>
                <a:gd name="T100" fmla="*/ 2312 w 531"/>
                <a:gd name="T101" fmla="*/ 2475 h 1591"/>
                <a:gd name="T102" fmla="*/ 2417 w 531"/>
                <a:gd name="T103" fmla="*/ 1936 h 1591"/>
                <a:gd name="T104" fmla="*/ 2657 w 531"/>
                <a:gd name="T105" fmla="*/ 3200 h 1591"/>
                <a:gd name="T106" fmla="*/ 2729 w 531"/>
                <a:gd name="T107" fmla="*/ 4201 h 1591"/>
                <a:gd name="T108" fmla="*/ 2700 w 531"/>
                <a:gd name="T109" fmla="*/ 4647 h 1591"/>
                <a:gd name="T110" fmla="*/ 2680 w 531"/>
                <a:gd name="T111" fmla="*/ 4721 h 1591"/>
                <a:gd name="T112" fmla="*/ 2680 w 531"/>
                <a:gd name="T113" fmla="*/ 4821 h 1591"/>
                <a:gd name="T114" fmla="*/ 2976 w 531"/>
                <a:gd name="T115" fmla="*/ 4692 h 1591"/>
                <a:gd name="T116" fmla="*/ 3073 w 531"/>
                <a:gd name="T117" fmla="*/ 4501 h 1591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531" h="1591">
                  <a:moveTo>
                    <a:pt x="529" y="762"/>
                  </a:moveTo>
                  <a:cubicBezTo>
                    <a:pt x="527" y="758"/>
                    <a:pt x="523" y="730"/>
                    <a:pt x="518" y="714"/>
                  </a:cubicBezTo>
                  <a:cubicBezTo>
                    <a:pt x="515" y="701"/>
                    <a:pt x="511" y="644"/>
                    <a:pt x="513" y="617"/>
                  </a:cubicBezTo>
                  <a:cubicBezTo>
                    <a:pt x="515" y="597"/>
                    <a:pt x="510" y="565"/>
                    <a:pt x="511" y="551"/>
                  </a:cubicBezTo>
                  <a:cubicBezTo>
                    <a:pt x="511" y="473"/>
                    <a:pt x="502" y="433"/>
                    <a:pt x="498" y="418"/>
                  </a:cubicBezTo>
                  <a:cubicBezTo>
                    <a:pt x="495" y="404"/>
                    <a:pt x="493" y="385"/>
                    <a:pt x="486" y="354"/>
                  </a:cubicBezTo>
                  <a:cubicBezTo>
                    <a:pt x="458" y="219"/>
                    <a:pt x="445" y="145"/>
                    <a:pt x="437" y="124"/>
                  </a:cubicBezTo>
                  <a:cubicBezTo>
                    <a:pt x="431" y="110"/>
                    <a:pt x="419" y="87"/>
                    <a:pt x="389" y="82"/>
                  </a:cubicBezTo>
                  <a:cubicBezTo>
                    <a:pt x="378" y="80"/>
                    <a:pt x="368" y="79"/>
                    <a:pt x="359" y="76"/>
                  </a:cubicBezTo>
                  <a:cubicBezTo>
                    <a:pt x="339" y="68"/>
                    <a:pt x="312" y="56"/>
                    <a:pt x="317" y="4"/>
                  </a:cubicBezTo>
                  <a:cubicBezTo>
                    <a:pt x="315" y="6"/>
                    <a:pt x="316" y="5"/>
                    <a:pt x="313" y="7"/>
                  </a:cubicBezTo>
                  <a:cubicBezTo>
                    <a:pt x="302" y="17"/>
                    <a:pt x="289" y="27"/>
                    <a:pt x="277" y="29"/>
                  </a:cubicBezTo>
                  <a:cubicBezTo>
                    <a:pt x="274" y="30"/>
                    <a:pt x="269" y="29"/>
                    <a:pt x="266" y="29"/>
                  </a:cubicBezTo>
                  <a:cubicBezTo>
                    <a:pt x="266" y="30"/>
                    <a:pt x="266" y="30"/>
                    <a:pt x="266" y="30"/>
                  </a:cubicBezTo>
                  <a:cubicBezTo>
                    <a:pt x="266" y="30"/>
                    <a:pt x="257" y="29"/>
                    <a:pt x="253" y="29"/>
                  </a:cubicBezTo>
                  <a:cubicBezTo>
                    <a:pt x="241" y="27"/>
                    <a:pt x="229" y="17"/>
                    <a:pt x="218" y="7"/>
                  </a:cubicBezTo>
                  <a:cubicBezTo>
                    <a:pt x="215" y="5"/>
                    <a:pt x="213" y="3"/>
                    <a:pt x="211" y="0"/>
                  </a:cubicBezTo>
                  <a:cubicBezTo>
                    <a:pt x="228" y="59"/>
                    <a:pt x="191" y="75"/>
                    <a:pt x="171" y="81"/>
                  </a:cubicBezTo>
                  <a:cubicBezTo>
                    <a:pt x="162" y="83"/>
                    <a:pt x="122" y="84"/>
                    <a:pt x="102" y="112"/>
                  </a:cubicBezTo>
                  <a:cubicBezTo>
                    <a:pt x="93" y="124"/>
                    <a:pt x="81" y="169"/>
                    <a:pt x="78" y="191"/>
                  </a:cubicBezTo>
                  <a:cubicBezTo>
                    <a:pt x="74" y="214"/>
                    <a:pt x="53" y="305"/>
                    <a:pt x="47" y="338"/>
                  </a:cubicBezTo>
                  <a:cubicBezTo>
                    <a:pt x="41" y="369"/>
                    <a:pt x="36" y="404"/>
                    <a:pt x="32" y="418"/>
                  </a:cubicBezTo>
                  <a:cubicBezTo>
                    <a:pt x="29" y="433"/>
                    <a:pt x="16" y="473"/>
                    <a:pt x="17" y="551"/>
                  </a:cubicBezTo>
                  <a:cubicBezTo>
                    <a:pt x="17" y="564"/>
                    <a:pt x="16" y="597"/>
                    <a:pt x="18" y="617"/>
                  </a:cubicBezTo>
                  <a:cubicBezTo>
                    <a:pt x="20" y="644"/>
                    <a:pt x="16" y="701"/>
                    <a:pt x="13" y="714"/>
                  </a:cubicBezTo>
                  <a:cubicBezTo>
                    <a:pt x="8" y="730"/>
                    <a:pt x="4" y="758"/>
                    <a:pt x="2" y="762"/>
                  </a:cubicBezTo>
                  <a:cubicBezTo>
                    <a:pt x="0" y="766"/>
                    <a:pt x="4" y="771"/>
                    <a:pt x="6" y="775"/>
                  </a:cubicBezTo>
                  <a:cubicBezTo>
                    <a:pt x="9" y="779"/>
                    <a:pt x="8" y="783"/>
                    <a:pt x="11" y="789"/>
                  </a:cubicBezTo>
                  <a:cubicBezTo>
                    <a:pt x="13" y="794"/>
                    <a:pt x="20" y="803"/>
                    <a:pt x="23" y="808"/>
                  </a:cubicBezTo>
                  <a:cubicBezTo>
                    <a:pt x="27" y="814"/>
                    <a:pt x="40" y="820"/>
                    <a:pt x="51" y="823"/>
                  </a:cubicBezTo>
                  <a:cubicBezTo>
                    <a:pt x="58" y="826"/>
                    <a:pt x="71" y="833"/>
                    <a:pt x="73" y="830"/>
                  </a:cubicBezTo>
                  <a:cubicBezTo>
                    <a:pt x="75" y="823"/>
                    <a:pt x="72" y="818"/>
                    <a:pt x="67" y="815"/>
                  </a:cubicBezTo>
                  <a:cubicBezTo>
                    <a:pt x="63" y="813"/>
                    <a:pt x="71" y="820"/>
                    <a:pt x="73" y="813"/>
                  </a:cubicBezTo>
                  <a:cubicBezTo>
                    <a:pt x="74" y="812"/>
                    <a:pt x="74" y="811"/>
                    <a:pt x="72" y="808"/>
                  </a:cubicBezTo>
                  <a:cubicBezTo>
                    <a:pt x="74" y="804"/>
                    <a:pt x="73" y="804"/>
                    <a:pt x="70" y="800"/>
                  </a:cubicBezTo>
                  <a:cubicBezTo>
                    <a:pt x="75" y="799"/>
                    <a:pt x="74" y="779"/>
                    <a:pt x="72" y="770"/>
                  </a:cubicBezTo>
                  <a:cubicBezTo>
                    <a:pt x="72" y="762"/>
                    <a:pt x="72" y="738"/>
                    <a:pt x="67" y="722"/>
                  </a:cubicBezTo>
                  <a:cubicBezTo>
                    <a:pt x="63" y="712"/>
                    <a:pt x="59" y="704"/>
                    <a:pt x="60" y="697"/>
                  </a:cubicBezTo>
                  <a:cubicBezTo>
                    <a:pt x="57" y="683"/>
                    <a:pt x="69" y="579"/>
                    <a:pt x="79" y="550"/>
                  </a:cubicBezTo>
                  <a:cubicBezTo>
                    <a:pt x="98" y="489"/>
                    <a:pt x="97" y="438"/>
                    <a:pt x="99" y="427"/>
                  </a:cubicBezTo>
                  <a:cubicBezTo>
                    <a:pt x="101" y="416"/>
                    <a:pt x="131" y="268"/>
                    <a:pt x="135" y="243"/>
                  </a:cubicBezTo>
                  <a:cubicBezTo>
                    <a:pt x="133" y="333"/>
                    <a:pt x="133" y="333"/>
                    <a:pt x="133" y="333"/>
                  </a:cubicBezTo>
                  <a:cubicBezTo>
                    <a:pt x="135" y="364"/>
                    <a:pt x="134" y="404"/>
                    <a:pt x="135" y="420"/>
                  </a:cubicBezTo>
                  <a:cubicBezTo>
                    <a:pt x="136" y="442"/>
                    <a:pt x="130" y="454"/>
                    <a:pt x="132" y="492"/>
                  </a:cubicBezTo>
                  <a:cubicBezTo>
                    <a:pt x="133" y="513"/>
                    <a:pt x="130" y="558"/>
                    <a:pt x="121" y="607"/>
                  </a:cubicBezTo>
                  <a:cubicBezTo>
                    <a:pt x="113" y="645"/>
                    <a:pt x="117" y="672"/>
                    <a:pt x="116" y="744"/>
                  </a:cubicBezTo>
                  <a:cubicBezTo>
                    <a:pt x="115" y="794"/>
                    <a:pt x="117" y="825"/>
                    <a:pt x="124" y="884"/>
                  </a:cubicBezTo>
                  <a:cubicBezTo>
                    <a:pt x="129" y="934"/>
                    <a:pt x="144" y="995"/>
                    <a:pt x="150" y="1031"/>
                  </a:cubicBezTo>
                  <a:cubicBezTo>
                    <a:pt x="157" y="1067"/>
                    <a:pt x="151" y="1084"/>
                    <a:pt x="153" y="1107"/>
                  </a:cubicBezTo>
                  <a:cubicBezTo>
                    <a:pt x="154" y="1131"/>
                    <a:pt x="143" y="1219"/>
                    <a:pt x="161" y="1300"/>
                  </a:cubicBezTo>
                  <a:cubicBezTo>
                    <a:pt x="176" y="1365"/>
                    <a:pt x="182" y="1411"/>
                    <a:pt x="186" y="1427"/>
                  </a:cubicBezTo>
                  <a:cubicBezTo>
                    <a:pt x="194" y="1461"/>
                    <a:pt x="187" y="1465"/>
                    <a:pt x="190" y="1482"/>
                  </a:cubicBezTo>
                  <a:cubicBezTo>
                    <a:pt x="194" y="1500"/>
                    <a:pt x="194" y="1498"/>
                    <a:pt x="185" y="1514"/>
                  </a:cubicBezTo>
                  <a:cubicBezTo>
                    <a:pt x="176" y="1525"/>
                    <a:pt x="162" y="1549"/>
                    <a:pt x="158" y="1554"/>
                  </a:cubicBezTo>
                  <a:cubicBezTo>
                    <a:pt x="154" y="1559"/>
                    <a:pt x="156" y="1565"/>
                    <a:pt x="158" y="1568"/>
                  </a:cubicBezTo>
                  <a:cubicBezTo>
                    <a:pt x="155" y="1576"/>
                    <a:pt x="164" y="1580"/>
                    <a:pt x="168" y="1580"/>
                  </a:cubicBezTo>
                  <a:cubicBezTo>
                    <a:pt x="167" y="1590"/>
                    <a:pt x="185" y="1589"/>
                    <a:pt x="190" y="1585"/>
                  </a:cubicBezTo>
                  <a:cubicBezTo>
                    <a:pt x="195" y="1590"/>
                    <a:pt x="209" y="1590"/>
                    <a:pt x="214" y="1584"/>
                  </a:cubicBezTo>
                  <a:cubicBezTo>
                    <a:pt x="223" y="1591"/>
                    <a:pt x="239" y="1591"/>
                    <a:pt x="249" y="1582"/>
                  </a:cubicBezTo>
                  <a:cubicBezTo>
                    <a:pt x="259" y="1572"/>
                    <a:pt x="260" y="1563"/>
                    <a:pt x="259" y="1553"/>
                  </a:cubicBezTo>
                  <a:cubicBezTo>
                    <a:pt x="258" y="1544"/>
                    <a:pt x="260" y="1541"/>
                    <a:pt x="262" y="1529"/>
                  </a:cubicBezTo>
                  <a:cubicBezTo>
                    <a:pt x="264" y="1518"/>
                    <a:pt x="266" y="1509"/>
                    <a:pt x="261" y="1500"/>
                  </a:cubicBezTo>
                  <a:cubicBezTo>
                    <a:pt x="257" y="1492"/>
                    <a:pt x="257" y="1488"/>
                    <a:pt x="257" y="1480"/>
                  </a:cubicBezTo>
                  <a:cubicBezTo>
                    <a:pt x="257" y="1471"/>
                    <a:pt x="260" y="1459"/>
                    <a:pt x="254" y="1448"/>
                  </a:cubicBezTo>
                  <a:cubicBezTo>
                    <a:pt x="249" y="1438"/>
                    <a:pt x="242" y="1413"/>
                    <a:pt x="243" y="1386"/>
                  </a:cubicBezTo>
                  <a:cubicBezTo>
                    <a:pt x="244" y="1359"/>
                    <a:pt x="265" y="1206"/>
                    <a:pt x="257" y="1154"/>
                  </a:cubicBezTo>
                  <a:cubicBezTo>
                    <a:pt x="248" y="1102"/>
                    <a:pt x="251" y="1091"/>
                    <a:pt x="253" y="1074"/>
                  </a:cubicBezTo>
                  <a:cubicBezTo>
                    <a:pt x="255" y="1056"/>
                    <a:pt x="261" y="1027"/>
                    <a:pt x="256" y="989"/>
                  </a:cubicBezTo>
                  <a:cubicBezTo>
                    <a:pt x="254" y="975"/>
                    <a:pt x="255" y="914"/>
                    <a:pt x="255" y="853"/>
                  </a:cubicBezTo>
                  <a:cubicBezTo>
                    <a:pt x="255" y="813"/>
                    <a:pt x="256" y="763"/>
                    <a:pt x="256" y="750"/>
                  </a:cubicBezTo>
                  <a:cubicBezTo>
                    <a:pt x="256" y="750"/>
                    <a:pt x="256" y="750"/>
                    <a:pt x="256" y="750"/>
                  </a:cubicBezTo>
                  <a:cubicBezTo>
                    <a:pt x="259" y="751"/>
                    <a:pt x="262" y="751"/>
                    <a:pt x="265" y="751"/>
                  </a:cubicBezTo>
                  <a:cubicBezTo>
                    <a:pt x="265" y="751"/>
                    <a:pt x="265" y="751"/>
                    <a:pt x="265" y="751"/>
                  </a:cubicBezTo>
                  <a:cubicBezTo>
                    <a:pt x="269" y="751"/>
                    <a:pt x="272" y="750"/>
                    <a:pt x="276" y="749"/>
                  </a:cubicBezTo>
                  <a:cubicBezTo>
                    <a:pt x="275" y="750"/>
                    <a:pt x="275" y="750"/>
                    <a:pt x="275" y="750"/>
                  </a:cubicBezTo>
                  <a:cubicBezTo>
                    <a:pt x="273" y="759"/>
                    <a:pt x="276" y="813"/>
                    <a:pt x="276" y="853"/>
                  </a:cubicBezTo>
                  <a:cubicBezTo>
                    <a:pt x="276" y="914"/>
                    <a:pt x="277" y="975"/>
                    <a:pt x="275" y="989"/>
                  </a:cubicBezTo>
                  <a:cubicBezTo>
                    <a:pt x="270" y="1027"/>
                    <a:pt x="276" y="1056"/>
                    <a:pt x="278" y="1074"/>
                  </a:cubicBezTo>
                  <a:cubicBezTo>
                    <a:pt x="280" y="1091"/>
                    <a:pt x="283" y="1102"/>
                    <a:pt x="274" y="1154"/>
                  </a:cubicBezTo>
                  <a:cubicBezTo>
                    <a:pt x="266" y="1206"/>
                    <a:pt x="287" y="1359"/>
                    <a:pt x="288" y="1386"/>
                  </a:cubicBezTo>
                  <a:cubicBezTo>
                    <a:pt x="289" y="1413"/>
                    <a:pt x="282" y="1438"/>
                    <a:pt x="277" y="1448"/>
                  </a:cubicBezTo>
                  <a:cubicBezTo>
                    <a:pt x="271" y="1459"/>
                    <a:pt x="274" y="1471"/>
                    <a:pt x="274" y="1480"/>
                  </a:cubicBezTo>
                  <a:cubicBezTo>
                    <a:pt x="274" y="1488"/>
                    <a:pt x="274" y="1492"/>
                    <a:pt x="270" y="1500"/>
                  </a:cubicBezTo>
                  <a:cubicBezTo>
                    <a:pt x="265" y="1509"/>
                    <a:pt x="267" y="1518"/>
                    <a:pt x="269" y="1529"/>
                  </a:cubicBezTo>
                  <a:cubicBezTo>
                    <a:pt x="271" y="1541"/>
                    <a:pt x="273" y="1544"/>
                    <a:pt x="272" y="1553"/>
                  </a:cubicBezTo>
                  <a:cubicBezTo>
                    <a:pt x="271" y="1563"/>
                    <a:pt x="272" y="1572"/>
                    <a:pt x="282" y="1582"/>
                  </a:cubicBezTo>
                  <a:cubicBezTo>
                    <a:pt x="292" y="1591"/>
                    <a:pt x="308" y="1591"/>
                    <a:pt x="317" y="1584"/>
                  </a:cubicBezTo>
                  <a:cubicBezTo>
                    <a:pt x="322" y="1590"/>
                    <a:pt x="336" y="1590"/>
                    <a:pt x="341" y="1585"/>
                  </a:cubicBezTo>
                  <a:cubicBezTo>
                    <a:pt x="346" y="1589"/>
                    <a:pt x="364" y="1590"/>
                    <a:pt x="363" y="1580"/>
                  </a:cubicBezTo>
                  <a:cubicBezTo>
                    <a:pt x="367" y="1580"/>
                    <a:pt x="376" y="1576"/>
                    <a:pt x="373" y="1568"/>
                  </a:cubicBezTo>
                  <a:cubicBezTo>
                    <a:pt x="375" y="1565"/>
                    <a:pt x="377" y="1559"/>
                    <a:pt x="373" y="1554"/>
                  </a:cubicBezTo>
                  <a:cubicBezTo>
                    <a:pt x="369" y="1549"/>
                    <a:pt x="355" y="1525"/>
                    <a:pt x="346" y="1514"/>
                  </a:cubicBezTo>
                  <a:cubicBezTo>
                    <a:pt x="337" y="1498"/>
                    <a:pt x="337" y="1500"/>
                    <a:pt x="341" y="1482"/>
                  </a:cubicBezTo>
                  <a:cubicBezTo>
                    <a:pt x="344" y="1465"/>
                    <a:pt x="337" y="1461"/>
                    <a:pt x="345" y="1427"/>
                  </a:cubicBezTo>
                  <a:cubicBezTo>
                    <a:pt x="348" y="1411"/>
                    <a:pt x="356" y="1372"/>
                    <a:pt x="369" y="1305"/>
                  </a:cubicBezTo>
                  <a:cubicBezTo>
                    <a:pt x="382" y="1239"/>
                    <a:pt x="377" y="1131"/>
                    <a:pt x="378" y="1107"/>
                  </a:cubicBezTo>
                  <a:cubicBezTo>
                    <a:pt x="380" y="1084"/>
                    <a:pt x="373" y="1069"/>
                    <a:pt x="380" y="1033"/>
                  </a:cubicBezTo>
                  <a:cubicBezTo>
                    <a:pt x="386" y="997"/>
                    <a:pt x="397" y="933"/>
                    <a:pt x="404" y="883"/>
                  </a:cubicBezTo>
                  <a:cubicBezTo>
                    <a:pt x="414" y="811"/>
                    <a:pt x="413" y="790"/>
                    <a:pt x="416" y="752"/>
                  </a:cubicBezTo>
                  <a:cubicBezTo>
                    <a:pt x="422" y="676"/>
                    <a:pt x="418" y="651"/>
                    <a:pt x="413" y="610"/>
                  </a:cubicBezTo>
                  <a:cubicBezTo>
                    <a:pt x="404" y="561"/>
                    <a:pt x="404" y="514"/>
                    <a:pt x="404" y="493"/>
                  </a:cubicBezTo>
                  <a:cubicBezTo>
                    <a:pt x="404" y="467"/>
                    <a:pt x="394" y="448"/>
                    <a:pt x="395" y="426"/>
                  </a:cubicBezTo>
                  <a:cubicBezTo>
                    <a:pt x="396" y="410"/>
                    <a:pt x="395" y="267"/>
                    <a:pt x="390" y="226"/>
                  </a:cubicBezTo>
                  <a:cubicBezTo>
                    <a:pt x="413" y="333"/>
                    <a:pt x="413" y="333"/>
                    <a:pt x="413" y="333"/>
                  </a:cubicBezTo>
                  <a:cubicBezTo>
                    <a:pt x="417" y="358"/>
                    <a:pt x="430" y="416"/>
                    <a:pt x="432" y="427"/>
                  </a:cubicBezTo>
                  <a:cubicBezTo>
                    <a:pt x="434" y="438"/>
                    <a:pt x="435" y="490"/>
                    <a:pt x="454" y="551"/>
                  </a:cubicBezTo>
                  <a:cubicBezTo>
                    <a:pt x="464" y="580"/>
                    <a:pt x="474" y="683"/>
                    <a:pt x="471" y="697"/>
                  </a:cubicBezTo>
                  <a:cubicBezTo>
                    <a:pt x="472" y="704"/>
                    <a:pt x="470" y="713"/>
                    <a:pt x="466" y="723"/>
                  </a:cubicBezTo>
                  <a:cubicBezTo>
                    <a:pt x="460" y="739"/>
                    <a:pt x="459" y="762"/>
                    <a:pt x="460" y="770"/>
                  </a:cubicBezTo>
                  <a:cubicBezTo>
                    <a:pt x="458" y="779"/>
                    <a:pt x="453" y="797"/>
                    <a:pt x="461" y="800"/>
                  </a:cubicBezTo>
                  <a:cubicBezTo>
                    <a:pt x="458" y="804"/>
                    <a:pt x="457" y="804"/>
                    <a:pt x="458" y="808"/>
                  </a:cubicBezTo>
                  <a:cubicBezTo>
                    <a:pt x="457" y="811"/>
                    <a:pt x="457" y="812"/>
                    <a:pt x="458" y="813"/>
                  </a:cubicBezTo>
                  <a:cubicBezTo>
                    <a:pt x="460" y="820"/>
                    <a:pt x="469" y="812"/>
                    <a:pt x="465" y="814"/>
                  </a:cubicBezTo>
                  <a:cubicBezTo>
                    <a:pt x="460" y="817"/>
                    <a:pt x="456" y="823"/>
                    <a:pt x="458" y="830"/>
                  </a:cubicBezTo>
                  <a:cubicBezTo>
                    <a:pt x="460" y="833"/>
                    <a:pt x="473" y="826"/>
                    <a:pt x="480" y="823"/>
                  </a:cubicBezTo>
                  <a:cubicBezTo>
                    <a:pt x="491" y="820"/>
                    <a:pt x="504" y="814"/>
                    <a:pt x="508" y="808"/>
                  </a:cubicBezTo>
                  <a:cubicBezTo>
                    <a:pt x="511" y="803"/>
                    <a:pt x="518" y="794"/>
                    <a:pt x="520" y="789"/>
                  </a:cubicBezTo>
                  <a:cubicBezTo>
                    <a:pt x="523" y="783"/>
                    <a:pt x="522" y="779"/>
                    <a:pt x="525" y="775"/>
                  </a:cubicBezTo>
                  <a:cubicBezTo>
                    <a:pt x="527" y="771"/>
                    <a:pt x="531" y="766"/>
                    <a:pt x="529" y="762"/>
                  </a:cubicBezTo>
                </a:path>
              </a:pathLst>
            </a:custGeom>
            <a:solidFill>
              <a:srgbClr val="A961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071" name="Freeform 369">
              <a:extLst>
                <a:ext uri="{FF2B5EF4-FFF2-40B4-BE49-F238E27FC236}">
                  <a16:creationId xmlns:a16="http://schemas.microsoft.com/office/drawing/2014/main" id="{89A62288-A2E6-4883-B110-179E76D6A3F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" y="1168"/>
              <a:ext cx="957" cy="2860"/>
            </a:xfrm>
            <a:custGeom>
              <a:avLst/>
              <a:gdLst>
                <a:gd name="T0" fmla="*/ 3033 w 531"/>
                <a:gd name="T1" fmla="*/ 4145 h 1591"/>
                <a:gd name="T2" fmla="*/ 2992 w 531"/>
                <a:gd name="T3" fmla="*/ 3200 h 1591"/>
                <a:gd name="T4" fmla="*/ 2846 w 531"/>
                <a:gd name="T5" fmla="*/ 2055 h 1591"/>
                <a:gd name="T6" fmla="*/ 2276 w 531"/>
                <a:gd name="T7" fmla="*/ 475 h 1591"/>
                <a:gd name="T8" fmla="*/ 1855 w 531"/>
                <a:gd name="T9" fmla="*/ 23 h 1591"/>
                <a:gd name="T10" fmla="*/ 1620 w 531"/>
                <a:gd name="T11" fmla="*/ 167 h 1591"/>
                <a:gd name="T12" fmla="*/ 1555 w 531"/>
                <a:gd name="T13" fmla="*/ 174 h 1591"/>
                <a:gd name="T14" fmla="*/ 1276 w 531"/>
                <a:gd name="T15" fmla="*/ 41 h 1591"/>
                <a:gd name="T16" fmla="*/ 1000 w 531"/>
                <a:gd name="T17" fmla="*/ 471 h 1591"/>
                <a:gd name="T18" fmla="*/ 458 w 531"/>
                <a:gd name="T19" fmla="*/ 1109 h 1591"/>
                <a:gd name="T20" fmla="*/ 189 w 531"/>
                <a:gd name="T21" fmla="*/ 2427 h 1591"/>
                <a:gd name="T22" fmla="*/ 105 w 531"/>
                <a:gd name="T23" fmla="*/ 3584 h 1591"/>
                <a:gd name="T24" fmla="*/ 13 w 531"/>
                <a:gd name="T25" fmla="*/ 4428 h 1591"/>
                <a:gd name="T26" fmla="*/ 65 w 531"/>
                <a:gd name="T27" fmla="*/ 4582 h 1591"/>
                <a:gd name="T28" fmla="*/ 299 w 531"/>
                <a:gd name="T29" fmla="*/ 4780 h 1591"/>
                <a:gd name="T30" fmla="*/ 393 w 531"/>
                <a:gd name="T31" fmla="*/ 4735 h 1591"/>
                <a:gd name="T32" fmla="*/ 422 w 531"/>
                <a:gd name="T33" fmla="*/ 4692 h 1591"/>
                <a:gd name="T34" fmla="*/ 422 w 531"/>
                <a:gd name="T35" fmla="*/ 4472 h 1591"/>
                <a:gd name="T36" fmla="*/ 351 w 531"/>
                <a:gd name="T37" fmla="*/ 4048 h 1591"/>
                <a:gd name="T38" fmla="*/ 579 w 531"/>
                <a:gd name="T39" fmla="*/ 2483 h 1591"/>
                <a:gd name="T40" fmla="*/ 780 w 531"/>
                <a:gd name="T41" fmla="*/ 1936 h 1591"/>
                <a:gd name="T42" fmla="*/ 773 w 531"/>
                <a:gd name="T43" fmla="*/ 2856 h 1591"/>
                <a:gd name="T44" fmla="*/ 679 w 531"/>
                <a:gd name="T45" fmla="*/ 4320 h 1591"/>
                <a:gd name="T46" fmla="*/ 878 w 531"/>
                <a:gd name="T47" fmla="*/ 5988 h 1591"/>
                <a:gd name="T48" fmla="*/ 943 w 531"/>
                <a:gd name="T49" fmla="*/ 7552 h 1591"/>
                <a:gd name="T50" fmla="*/ 1110 w 531"/>
                <a:gd name="T51" fmla="*/ 8609 h 1591"/>
                <a:gd name="T52" fmla="*/ 926 w 531"/>
                <a:gd name="T53" fmla="*/ 9026 h 1591"/>
                <a:gd name="T54" fmla="*/ 984 w 531"/>
                <a:gd name="T55" fmla="*/ 9177 h 1591"/>
                <a:gd name="T56" fmla="*/ 1254 w 531"/>
                <a:gd name="T57" fmla="*/ 9200 h 1591"/>
                <a:gd name="T58" fmla="*/ 1518 w 531"/>
                <a:gd name="T59" fmla="*/ 9022 h 1591"/>
                <a:gd name="T60" fmla="*/ 1527 w 531"/>
                <a:gd name="T61" fmla="*/ 8711 h 1591"/>
                <a:gd name="T62" fmla="*/ 1487 w 531"/>
                <a:gd name="T63" fmla="*/ 8411 h 1591"/>
                <a:gd name="T64" fmla="*/ 1503 w 531"/>
                <a:gd name="T65" fmla="*/ 6701 h 1591"/>
                <a:gd name="T66" fmla="*/ 1498 w 531"/>
                <a:gd name="T67" fmla="*/ 5745 h 1591"/>
                <a:gd name="T68" fmla="*/ 1498 w 531"/>
                <a:gd name="T69" fmla="*/ 4356 h 1591"/>
                <a:gd name="T70" fmla="*/ 1552 w 531"/>
                <a:gd name="T71" fmla="*/ 4363 h 1591"/>
                <a:gd name="T72" fmla="*/ 1615 w 531"/>
                <a:gd name="T73" fmla="*/ 4350 h 1591"/>
                <a:gd name="T74" fmla="*/ 1615 w 531"/>
                <a:gd name="T75" fmla="*/ 4954 h 1591"/>
                <a:gd name="T76" fmla="*/ 1627 w 531"/>
                <a:gd name="T77" fmla="*/ 6240 h 1591"/>
                <a:gd name="T78" fmla="*/ 1685 w 531"/>
                <a:gd name="T79" fmla="*/ 8050 h 1591"/>
                <a:gd name="T80" fmla="*/ 1604 w 531"/>
                <a:gd name="T81" fmla="*/ 8596 h 1591"/>
                <a:gd name="T82" fmla="*/ 1575 w 531"/>
                <a:gd name="T83" fmla="*/ 8884 h 1591"/>
                <a:gd name="T84" fmla="*/ 1651 w 531"/>
                <a:gd name="T85" fmla="*/ 9189 h 1591"/>
                <a:gd name="T86" fmla="*/ 1997 w 531"/>
                <a:gd name="T87" fmla="*/ 9206 h 1591"/>
                <a:gd name="T88" fmla="*/ 2183 w 531"/>
                <a:gd name="T89" fmla="*/ 9108 h 1591"/>
                <a:gd name="T90" fmla="*/ 2028 w 531"/>
                <a:gd name="T91" fmla="*/ 8796 h 1591"/>
                <a:gd name="T92" fmla="*/ 2020 w 531"/>
                <a:gd name="T93" fmla="*/ 8289 h 1591"/>
                <a:gd name="T94" fmla="*/ 2211 w 531"/>
                <a:gd name="T95" fmla="*/ 6430 h 1591"/>
                <a:gd name="T96" fmla="*/ 2365 w 531"/>
                <a:gd name="T97" fmla="*/ 5129 h 1591"/>
                <a:gd name="T98" fmla="*/ 2417 w 531"/>
                <a:gd name="T99" fmla="*/ 3545 h 1591"/>
                <a:gd name="T100" fmla="*/ 2312 w 531"/>
                <a:gd name="T101" fmla="*/ 2475 h 1591"/>
                <a:gd name="T102" fmla="*/ 2417 w 531"/>
                <a:gd name="T103" fmla="*/ 1936 h 1591"/>
                <a:gd name="T104" fmla="*/ 2657 w 531"/>
                <a:gd name="T105" fmla="*/ 3200 h 1591"/>
                <a:gd name="T106" fmla="*/ 2729 w 531"/>
                <a:gd name="T107" fmla="*/ 4201 h 1591"/>
                <a:gd name="T108" fmla="*/ 2700 w 531"/>
                <a:gd name="T109" fmla="*/ 4647 h 1591"/>
                <a:gd name="T110" fmla="*/ 2680 w 531"/>
                <a:gd name="T111" fmla="*/ 4721 h 1591"/>
                <a:gd name="T112" fmla="*/ 2680 w 531"/>
                <a:gd name="T113" fmla="*/ 4821 h 1591"/>
                <a:gd name="T114" fmla="*/ 2976 w 531"/>
                <a:gd name="T115" fmla="*/ 4692 h 1591"/>
                <a:gd name="T116" fmla="*/ 3073 w 531"/>
                <a:gd name="T117" fmla="*/ 4501 h 1591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531" h="1591">
                  <a:moveTo>
                    <a:pt x="529" y="762"/>
                  </a:moveTo>
                  <a:cubicBezTo>
                    <a:pt x="527" y="758"/>
                    <a:pt x="523" y="730"/>
                    <a:pt x="518" y="714"/>
                  </a:cubicBezTo>
                  <a:cubicBezTo>
                    <a:pt x="515" y="701"/>
                    <a:pt x="511" y="644"/>
                    <a:pt x="513" y="617"/>
                  </a:cubicBezTo>
                  <a:cubicBezTo>
                    <a:pt x="515" y="597"/>
                    <a:pt x="510" y="565"/>
                    <a:pt x="511" y="551"/>
                  </a:cubicBezTo>
                  <a:cubicBezTo>
                    <a:pt x="511" y="473"/>
                    <a:pt x="502" y="433"/>
                    <a:pt x="498" y="418"/>
                  </a:cubicBezTo>
                  <a:cubicBezTo>
                    <a:pt x="495" y="404"/>
                    <a:pt x="493" y="385"/>
                    <a:pt x="486" y="354"/>
                  </a:cubicBezTo>
                  <a:cubicBezTo>
                    <a:pt x="458" y="219"/>
                    <a:pt x="445" y="145"/>
                    <a:pt x="437" y="124"/>
                  </a:cubicBezTo>
                  <a:cubicBezTo>
                    <a:pt x="431" y="110"/>
                    <a:pt x="419" y="87"/>
                    <a:pt x="389" y="82"/>
                  </a:cubicBezTo>
                  <a:cubicBezTo>
                    <a:pt x="378" y="80"/>
                    <a:pt x="368" y="79"/>
                    <a:pt x="359" y="76"/>
                  </a:cubicBezTo>
                  <a:cubicBezTo>
                    <a:pt x="339" y="68"/>
                    <a:pt x="312" y="56"/>
                    <a:pt x="317" y="4"/>
                  </a:cubicBezTo>
                  <a:cubicBezTo>
                    <a:pt x="315" y="6"/>
                    <a:pt x="316" y="5"/>
                    <a:pt x="313" y="7"/>
                  </a:cubicBezTo>
                  <a:cubicBezTo>
                    <a:pt x="302" y="17"/>
                    <a:pt x="289" y="27"/>
                    <a:pt x="277" y="29"/>
                  </a:cubicBezTo>
                  <a:cubicBezTo>
                    <a:pt x="274" y="30"/>
                    <a:pt x="269" y="29"/>
                    <a:pt x="266" y="29"/>
                  </a:cubicBezTo>
                  <a:cubicBezTo>
                    <a:pt x="266" y="30"/>
                    <a:pt x="266" y="30"/>
                    <a:pt x="266" y="30"/>
                  </a:cubicBezTo>
                  <a:cubicBezTo>
                    <a:pt x="266" y="30"/>
                    <a:pt x="257" y="29"/>
                    <a:pt x="253" y="29"/>
                  </a:cubicBezTo>
                  <a:cubicBezTo>
                    <a:pt x="241" y="27"/>
                    <a:pt x="229" y="17"/>
                    <a:pt x="218" y="7"/>
                  </a:cubicBezTo>
                  <a:cubicBezTo>
                    <a:pt x="215" y="5"/>
                    <a:pt x="213" y="3"/>
                    <a:pt x="211" y="0"/>
                  </a:cubicBezTo>
                  <a:cubicBezTo>
                    <a:pt x="228" y="59"/>
                    <a:pt x="191" y="75"/>
                    <a:pt x="171" y="81"/>
                  </a:cubicBezTo>
                  <a:cubicBezTo>
                    <a:pt x="162" y="83"/>
                    <a:pt x="122" y="84"/>
                    <a:pt x="102" y="112"/>
                  </a:cubicBezTo>
                  <a:cubicBezTo>
                    <a:pt x="93" y="124"/>
                    <a:pt x="81" y="169"/>
                    <a:pt x="78" y="191"/>
                  </a:cubicBezTo>
                  <a:cubicBezTo>
                    <a:pt x="74" y="214"/>
                    <a:pt x="53" y="305"/>
                    <a:pt x="47" y="338"/>
                  </a:cubicBezTo>
                  <a:cubicBezTo>
                    <a:pt x="41" y="369"/>
                    <a:pt x="36" y="404"/>
                    <a:pt x="32" y="418"/>
                  </a:cubicBezTo>
                  <a:cubicBezTo>
                    <a:pt x="29" y="433"/>
                    <a:pt x="16" y="473"/>
                    <a:pt x="17" y="551"/>
                  </a:cubicBezTo>
                  <a:cubicBezTo>
                    <a:pt x="17" y="564"/>
                    <a:pt x="16" y="597"/>
                    <a:pt x="18" y="617"/>
                  </a:cubicBezTo>
                  <a:cubicBezTo>
                    <a:pt x="20" y="644"/>
                    <a:pt x="16" y="701"/>
                    <a:pt x="13" y="714"/>
                  </a:cubicBezTo>
                  <a:cubicBezTo>
                    <a:pt x="8" y="730"/>
                    <a:pt x="4" y="758"/>
                    <a:pt x="2" y="762"/>
                  </a:cubicBezTo>
                  <a:cubicBezTo>
                    <a:pt x="0" y="766"/>
                    <a:pt x="4" y="771"/>
                    <a:pt x="6" y="775"/>
                  </a:cubicBezTo>
                  <a:cubicBezTo>
                    <a:pt x="9" y="779"/>
                    <a:pt x="8" y="783"/>
                    <a:pt x="11" y="789"/>
                  </a:cubicBezTo>
                  <a:cubicBezTo>
                    <a:pt x="13" y="794"/>
                    <a:pt x="20" y="803"/>
                    <a:pt x="23" y="808"/>
                  </a:cubicBezTo>
                  <a:cubicBezTo>
                    <a:pt x="27" y="814"/>
                    <a:pt x="40" y="820"/>
                    <a:pt x="51" y="823"/>
                  </a:cubicBezTo>
                  <a:cubicBezTo>
                    <a:pt x="58" y="826"/>
                    <a:pt x="71" y="833"/>
                    <a:pt x="73" y="830"/>
                  </a:cubicBezTo>
                  <a:cubicBezTo>
                    <a:pt x="75" y="823"/>
                    <a:pt x="72" y="818"/>
                    <a:pt x="67" y="815"/>
                  </a:cubicBezTo>
                  <a:cubicBezTo>
                    <a:pt x="63" y="813"/>
                    <a:pt x="71" y="820"/>
                    <a:pt x="73" y="813"/>
                  </a:cubicBezTo>
                  <a:cubicBezTo>
                    <a:pt x="74" y="812"/>
                    <a:pt x="74" y="811"/>
                    <a:pt x="72" y="808"/>
                  </a:cubicBezTo>
                  <a:cubicBezTo>
                    <a:pt x="74" y="804"/>
                    <a:pt x="73" y="804"/>
                    <a:pt x="70" y="800"/>
                  </a:cubicBezTo>
                  <a:cubicBezTo>
                    <a:pt x="75" y="799"/>
                    <a:pt x="74" y="779"/>
                    <a:pt x="72" y="770"/>
                  </a:cubicBezTo>
                  <a:cubicBezTo>
                    <a:pt x="72" y="762"/>
                    <a:pt x="72" y="738"/>
                    <a:pt x="67" y="722"/>
                  </a:cubicBezTo>
                  <a:cubicBezTo>
                    <a:pt x="63" y="712"/>
                    <a:pt x="59" y="704"/>
                    <a:pt x="60" y="697"/>
                  </a:cubicBezTo>
                  <a:cubicBezTo>
                    <a:pt x="57" y="683"/>
                    <a:pt x="69" y="579"/>
                    <a:pt x="79" y="550"/>
                  </a:cubicBezTo>
                  <a:cubicBezTo>
                    <a:pt x="98" y="489"/>
                    <a:pt x="97" y="438"/>
                    <a:pt x="99" y="427"/>
                  </a:cubicBezTo>
                  <a:cubicBezTo>
                    <a:pt x="101" y="416"/>
                    <a:pt x="131" y="268"/>
                    <a:pt x="135" y="243"/>
                  </a:cubicBezTo>
                  <a:cubicBezTo>
                    <a:pt x="133" y="333"/>
                    <a:pt x="133" y="333"/>
                    <a:pt x="133" y="333"/>
                  </a:cubicBezTo>
                  <a:cubicBezTo>
                    <a:pt x="135" y="364"/>
                    <a:pt x="134" y="404"/>
                    <a:pt x="135" y="420"/>
                  </a:cubicBezTo>
                  <a:cubicBezTo>
                    <a:pt x="136" y="442"/>
                    <a:pt x="130" y="454"/>
                    <a:pt x="132" y="492"/>
                  </a:cubicBezTo>
                  <a:cubicBezTo>
                    <a:pt x="133" y="513"/>
                    <a:pt x="130" y="558"/>
                    <a:pt x="121" y="607"/>
                  </a:cubicBezTo>
                  <a:cubicBezTo>
                    <a:pt x="113" y="645"/>
                    <a:pt x="117" y="672"/>
                    <a:pt x="116" y="744"/>
                  </a:cubicBezTo>
                  <a:cubicBezTo>
                    <a:pt x="115" y="794"/>
                    <a:pt x="117" y="825"/>
                    <a:pt x="124" y="884"/>
                  </a:cubicBezTo>
                  <a:cubicBezTo>
                    <a:pt x="129" y="934"/>
                    <a:pt x="144" y="995"/>
                    <a:pt x="150" y="1031"/>
                  </a:cubicBezTo>
                  <a:cubicBezTo>
                    <a:pt x="157" y="1067"/>
                    <a:pt x="151" y="1084"/>
                    <a:pt x="153" y="1107"/>
                  </a:cubicBezTo>
                  <a:cubicBezTo>
                    <a:pt x="154" y="1131"/>
                    <a:pt x="143" y="1219"/>
                    <a:pt x="161" y="1300"/>
                  </a:cubicBezTo>
                  <a:cubicBezTo>
                    <a:pt x="176" y="1365"/>
                    <a:pt x="182" y="1411"/>
                    <a:pt x="186" y="1427"/>
                  </a:cubicBezTo>
                  <a:cubicBezTo>
                    <a:pt x="194" y="1461"/>
                    <a:pt x="187" y="1465"/>
                    <a:pt x="190" y="1482"/>
                  </a:cubicBezTo>
                  <a:cubicBezTo>
                    <a:pt x="194" y="1500"/>
                    <a:pt x="194" y="1498"/>
                    <a:pt x="185" y="1514"/>
                  </a:cubicBezTo>
                  <a:cubicBezTo>
                    <a:pt x="176" y="1525"/>
                    <a:pt x="162" y="1549"/>
                    <a:pt x="158" y="1554"/>
                  </a:cubicBezTo>
                  <a:cubicBezTo>
                    <a:pt x="154" y="1559"/>
                    <a:pt x="156" y="1565"/>
                    <a:pt x="158" y="1568"/>
                  </a:cubicBezTo>
                  <a:cubicBezTo>
                    <a:pt x="155" y="1576"/>
                    <a:pt x="164" y="1580"/>
                    <a:pt x="168" y="1580"/>
                  </a:cubicBezTo>
                  <a:cubicBezTo>
                    <a:pt x="167" y="1590"/>
                    <a:pt x="185" y="1589"/>
                    <a:pt x="190" y="1585"/>
                  </a:cubicBezTo>
                  <a:cubicBezTo>
                    <a:pt x="195" y="1590"/>
                    <a:pt x="209" y="1590"/>
                    <a:pt x="214" y="1584"/>
                  </a:cubicBezTo>
                  <a:cubicBezTo>
                    <a:pt x="223" y="1591"/>
                    <a:pt x="239" y="1591"/>
                    <a:pt x="249" y="1582"/>
                  </a:cubicBezTo>
                  <a:cubicBezTo>
                    <a:pt x="259" y="1572"/>
                    <a:pt x="260" y="1563"/>
                    <a:pt x="259" y="1553"/>
                  </a:cubicBezTo>
                  <a:cubicBezTo>
                    <a:pt x="258" y="1544"/>
                    <a:pt x="260" y="1541"/>
                    <a:pt x="262" y="1529"/>
                  </a:cubicBezTo>
                  <a:cubicBezTo>
                    <a:pt x="264" y="1518"/>
                    <a:pt x="266" y="1509"/>
                    <a:pt x="261" y="1500"/>
                  </a:cubicBezTo>
                  <a:cubicBezTo>
                    <a:pt x="257" y="1492"/>
                    <a:pt x="257" y="1488"/>
                    <a:pt x="257" y="1480"/>
                  </a:cubicBezTo>
                  <a:cubicBezTo>
                    <a:pt x="257" y="1471"/>
                    <a:pt x="260" y="1459"/>
                    <a:pt x="254" y="1448"/>
                  </a:cubicBezTo>
                  <a:cubicBezTo>
                    <a:pt x="249" y="1438"/>
                    <a:pt x="242" y="1413"/>
                    <a:pt x="243" y="1386"/>
                  </a:cubicBezTo>
                  <a:cubicBezTo>
                    <a:pt x="244" y="1359"/>
                    <a:pt x="265" y="1206"/>
                    <a:pt x="257" y="1154"/>
                  </a:cubicBezTo>
                  <a:cubicBezTo>
                    <a:pt x="248" y="1102"/>
                    <a:pt x="251" y="1091"/>
                    <a:pt x="253" y="1074"/>
                  </a:cubicBezTo>
                  <a:cubicBezTo>
                    <a:pt x="255" y="1056"/>
                    <a:pt x="261" y="1027"/>
                    <a:pt x="256" y="989"/>
                  </a:cubicBezTo>
                  <a:cubicBezTo>
                    <a:pt x="254" y="975"/>
                    <a:pt x="255" y="914"/>
                    <a:pt x="255" y="853"/>
                  </a:cubicBezTo>
                  <a:cubicBezTo>
                    <a:pt x="255" y="813"/>
                    <a:pt x="256" y="763"/>
                    <a:pt x="256" y="750"/>
                  </a:cubicBezTo>
                  <a:cubicBezTo>
                    <a:pt x="256" y="750"/>
                    <a:pt x="256" y="750"/>
                    <a:pt x="256" y="750"/>
                  </a:cubicBezTo>
                  <a:cubicBezTo>
                    <a:pt x="259" y="751"/>
                    <a:pt x="262" y="751"/>
                    <a:pt x="265" y="751"/>
                  </a:cubicBezTo>
                  <a:cubicBezTo>
                    <a:pt x="265" y="751"/>
                    <a:pt x="265" y="751"/>
                    <a:pt x="265" y="751"/>
                  </a:cubicBezTo>
                  <a:cubicBezTo>
                    <a:pt x="269" y="751"/>
                    <a:pt x="272" y="750"/>
                    <a:pt x="276" y="749"/>
                  </a:cubicBezTo>
                  <a:cubicBezTo>
                    <a:pt x="275" y="750"/>
                    <a:pt x="275" y="750"/>
                    <a:pt x="275" y="750"/>
                  </a:cubicBezTo>
                  <a:cubicBezTo>
                    <a:pt x="273" y="759"/>
                    <a:pt x="276" y="813"/>
                    <a:pt x="276" y="853"/>
                  </a:cubicBezTo>
                  <a:cubicBezTo>
                    <a:pt x="276" y="914"/>
                    <a:pt x="277" y="975"/>
                    <a:pt x="275" y="989"/>
                  </a:cubicBezTo>
                  <a:cubicBezTo>
                    <a:pt x="270" y="1027"/>
                    <a:pt x="276" y="1056"/>
                    <a:pt x="278" y="1074"/>
                  </a:cubicBezTo>
                  <a:cubicBezTo>
                    <a:pt x="280" y="1091"/>
                    <a:pt x="283" y="1102"/>
                    <a:pt x="274" y="1154"/>
                  </a:cubicBezTo>
                  <a:cubicBezTo>
                    <a:pt x="266" y="1206"/>
                    <a:pt x="287" y="1359"/>
                    <a:pt x="288" y="1386"/>
                  </a:cubicBezTo>
                  <a:cubicBezTo>
                    <a:pt x="289" y="1413"/>
                    <a:pt x="282" y="1438"/>
                    <a:pt x="277" y="1448"/>
                  </a:cubicBezTo>
                  <a:cubicBezTo>
                    <a:pt x="271" y="1459"/>
                    <a:pt x="274" y="1471"/>
                    <a:pt x="274" y="1480"/>
                  </a:cubicBezTo>
                  <a:cubicBezTo>
                    <a:pt x="274" y="1488"/>
                    <a:pt x="274" y="1492"/>
                    <a:pt x="270" y="1500"/>
                  </a:cubicBezTo>
                  <a:cubicBezTo>
                    <a:pt x="265" y="1509"/>
                    <a:pt x="267" y="1518"/>
                    <a:pt x="269" y="1529"/>
                  </a:cubicBezTo>
                  <a:cubicBezTo>
                    <a:pt x="271" y="1541"/>
                    <a:pt x="273" y="1544"/>
                    <a:pt x="272" y="1553"/>
                  </a:cubicBezTo>
                  <a:cubicBezTo>
                    <a:pt x="271" y="1563"/>
                    <a:pt x="272" y="1572"/>
                    <a:pt x="282" y="1582"/>
                  </a:cubicBezTo>
                  <a:cubicBezTo>
                    <a:pt x="292" y="1591"/>
                    <a:pt x="308" y="1591"/>
                    <a:pt x="317" y="1584"/>
                  </a:cubicBezTo>
                  <a:cubicBezTo>
                    <a:pt x="322" y="1590"/>
                    <a:pt x="336" y="1590"/>
                    <a:pt x="341" y="1585"/>
                  </a:cubicBezTo>
                  <a:cubicBezTo>
                    <a:pt x="346" y="1589"/>
                    <a:pt x="364" y="1590"/>
                    <a:pt x="363" y="1580"/>
                  </a:cubicBezTo>
                  <a:cubicBezTo>
                    <a:pt x="367" y="1580"/>
                    <a:pt x="376" y="1576"/>
                    <a:pt x="373" y="1568"/>
                  </a:cubicBezTo>
                  <a:cubicBezTo>
                    <a:pt x="375" y="1565"/>
                    <a:pt x="377" y="1559"/>
                    <a:pt x="373" y="1554"/>
                  </a:cubicBezTo>
                  <a:cubicBezTo>
                    <a:pt x="369" y="1549"/>
                    <a:pt x="355" y="1525"/>
                    <a:pt x="346" y="1514"/>
                  </a:cubicBezTo>
                  <a:cubicBezTo>
                    <a:pt x="337" y="1498"/>
                    <a:pt x="337" y="1500"/>
                    <a:pt x="341" y="1482"/>
                  </a:cubicBezTo>
                  <a:cubicBezTo>
                    <a:pt x="344" y="1465"/>
                    <a:pt x="337" y="1461"/>
                    <a:pt x="345" y="1427"/>
                  </a:cubicBezTo>
                  <a:cubicBezTo>
                    <a:pt x="348" y="1411"/>
                    <a:pt x="356" y="1372"/>
                    <a:pt x="369" y="1305"/>
                  </a:cubicBezTo>
                  <a:cubicBezTo>
                    <a:pt x="382" y="1239"/>
                    <a:pt x="377" y="1131"/>
                    <a:pt x="378" y="1107"/>
                  </a:cubicBezTo>
                  <a:cubicBezTo>
                    <a:pt x="380" y="1084"/>
                    <a:pt x="373" y="1069"/>
                    <a:pt x="380" y="1033"/>
                  </a:cubicBezTo>
                  <a:cubicBezTo>
                    <a:pt x="386" y="997"/>
                    <a:pt x="397" y="933"/>
                    <a:pt x="404" y="883"/>
                  </a:cubicBezTo>
                  <a:cubicBezTo>
                    <a:pt x="414" y="811"/>
                    <a:pt x="413" y="790"/>
                    <a:pt x="416" y="752"/>
                  </a:cubicBezTo>
                  <a:cubicBezTo>
                    <a:pt x="422" y="676"/>
                    <a:pt x="418" y="651"/>
                    <a:pt x="413" y="610"/>
                  </a:cubicBezTo>
                  <a:cubicBezTo>
                    <a:pt x="404" y="561"/>
                    <a:pt x="404" y="514"/>
                    <a:pt x="404" y="493"/>
                  </a:cubicBezTo>
                  <a:cubicBezTo>
                    <a:pt x="404" y="467"/>
                    <a:pt x="394" y="448"/>
                    <a:pt x="395" y="426"/>
                  </a:cubicBezTo>
                  <a:cubicBezTo>
                    <a:pt x="396" y="410"/>
                    <a:pt x="395" y="267"/>
                    <a:pt x="390" y="226"/>
                  </a:cubicBezTo>
                  <a:cubicBezTo>
                    <a:pt x="413" y="333"/>
                    <a:pt x="413" y="333"/>
                    <a:pt x="413" y="333"/>
                  </a:cubicBezTo>
                  <a:cubicBezTo>
                    <a:pt x="417" y="358"/>
                    <a:pt x="430" y="416"/>
                    <a:pt x="432" y="427"/>
                  </a:cubicBezTo>
                  <a:cubicBezTo>
                    <a:pt x="434" y="438"/>
                    <a:pt x="435" y="490"/>
                    <a:pt x="454" y="551"/>
                  </a:cubicBezTo>
                  <a:cubicBezTo>
                    <a:pt x="464" y="580"/>
                    <a:pt x="474" y="683"/>
                    <a:pt x="471" y="697"/>
                  </a:cubicBezTo>
                  <a:cubicBezTo>
                    <a:pt x="472" y="704"/>
                    <a:pt x="470" y="713"/>
                    <a:pt x="466" y="723"/>
                  </a:cubicBezTo>
                  <a:cubicBezTo>
                    <a:pt x="460" y="739"/>
                    <a:pt x="459" y="762"/>
                    <a:pt x="460" y="770"/>
                  </a:cubicBezTo>
                  <a:cubicBezTo>
                    <a:pt x="458" y="779"/>
                    <a:pt x="453" y="797"/>
                    <a:pt x="461" y="800"/>
                  </a:cubicBezTo>
                  <a:cubicBezTo>
                    <a:pt x="458" y="804"/>
                    <a:pt x="457" y="804"/>
                    <a:pt x="458" y="808"/>
                  </a:cubicBezTo>
                  <a:cubicBezTo>
                    <a:pt x="457" y="811"/>
                    <a:pt x="457" y="812"/>
                    <a:pt x="458" y="813"/>
                  </a:cubicBezTo>
                  <a:cubicBezTo>
                    <a:pt x="460" y="820"/>
                    <a:pt x="469" y="812"/>
                    <a:pt x="465" y="814"/>
                  </a:cubicBezTo>
                  <a:cubicBezTo>
                    <a:pt x="460" y="817"/>
                    <a:pt x="456" y="823"/>
                    <a:pt x="458" y="830"/>
                  </a:cubicBezTo>
                  <a:cubicBezTo>
                    <a:pt x="460" y="833"/>
                    <a:pt x="473" y="826"/>
                    <a:pt x="480" y="823"/>
                  </a:cubicBezTo>
                  <a:cubicBezTo>
                    <a:pt x="491" y="820"/>
                    <a:pt x="504" y="814"/>
                    <a:pt x="508" y="808"/>
                  </a:cubicBezTo>
                  <a:cubicBezTo>
                    <a:pt x="511" y="803"/>
                    <a:pt x="518" y="794"/>
                    <a:pt x="520" y="789"/>
                  </a:cubicBezTo>
                  <a:cubicBezTo>
                    <a:pt x="523" y="783"/>
                    <a:pt x="522" y="779"/>
                    <a:pt x="525" y="775"/>
                  </a:cubicBezTo>
                  <a:cubicBezTo>
                    <a:pt x="527" y="771"/>
                    <a:pt x="531" y="766"/>
                    <a:pt x="529" y="762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072" name="Freeform 370">
              <a:extLst>
                <a:ext uri="{FF2B5EF4-FFF2-40B4-BE49-F238E27FC236}">
                  <a16:creationId xmlns:a16="http://schemas.microsoft.com/office/drawing/2014/main" id="{6128791B-4FC3-4D7A-9F52-135B9646BB78}"/>
                </a:ext>
              </a:extLst>
            </p:cNvPr>
            <p:cNvSpPr>
              <a:spLocks/>
            </p:cNvSpPr>
            <p:nvPr/>
          </p:nvSpPr>
          <p:spPr bwMode="auto">
            <a:xfrm>
              <a:off x="935" y="1213"/>
              <a:ext cx="36" cy="102"/>
            </a:xfrm>
            <a:custGeom>
              <a:avLst/>
              <a:gdLst>
                <a:gd name="T0" fmla="*/ 45 w 20"/>
                <a:gd name="T1" fmla="*/ 0 h 57"/>
                <a:gd name="T2" fmla="*/ 45 w 20"/>
                <a:gd name="T3" fmla="*/ 45 h 57"/>
                <a:gd name="T4" fmla="*/ 58 w 20"/>
                <a:gd name="T5" fmla="*/ 138 h 57"/>
                <a:gd name="T6" fmla="*/ 81 w 20"/>
                <a:gd name="T7" fmla="*/ 234 h 57"/>
                <a:gd name="T8" fmla="*/ 117 w 20"/>
                <a:gd name="T9" fmla="*/ 327 h 57"/>
                <a:gd name="T10" fmla="*/ 29 w 20"/>
                <a:gd name="T11" fmla="*/ 138 h 57"/>
                <a:gd name="T12" fmla="*/ 0 w 20"/>
                <a:gd name="T13" fmla="*/ 52 h 5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57">
                  <a:moveTo>
                    <a:pt x="8" y="0"/>
                  </a:moveTo>
                  <a:cubicBezTo>
                    <a:pt x="8" y="3"/>
                    <a:pt x="8" y="6"/>
                    <a:pt x="8" y="8"/>
                  </a:cubicBezTo>
                  <a:cubicBezTo>
                    <a:pt x="8" y="13"/>
                    <a:pt x="9" y="18"/>
                    <a:pt x="10" y="24"/>
                  </a:cubicBezTo>
                  <a:cubicBezTo>
                    <a:pt x="11" y="30"/>
                    <a:pt x="12" y="36"/>
                    <a:pt x="14" y="41"/>
                  </a:cubicBezTo>
                  <a:cubicBezTo>
                    <a:pt x="15" y="47"/>
                    <a:pt x="18" y="52"/>
                    <a:pt x="20" y="57"/>
                  </a:cubicBezTo>
                  <a:cubicBezTo>
                    <a:pt x="10" y="52"/>
                    <a:pt x="6" y="34"/>
                    <a:pt x="5" y="24"/>
                  </a:cubicBezTo>
                  <a:cubicBezTo>
                    <a:pt x="4" y="21"/>
                    <a:pt x="3" y="13"/>
                    <a:pt x="0" y="9"/>
                  </a:cubicBezTo>
                </a:path>
              </a:pathLst>
            </a:custGeom>
            <a:solidFill>
              <a:srgbClr val="8E4C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073" name="Freeform 371">
              <a:extLst>
                <a:ext uri="{FF2B5EF4-FFF2-40B4-BE49-F238E27FC236}">
                  <a16:creationId xmlns:a16="http://schemas.microsoft.com/office/drawing/2014/main" id="{3877038F-62A2-450E-A58A-822F8074EE22}"/>
                </a:ext>
              </a:extLst>
            </p:cNvPr>
            <p:cNvSpPr>
              <a:spLocks/>
            </p:cNvSpPr>
            <p:nvPr/>
          </p:nvSpPr>
          <p:spPr bwMode="auto">
            <a:xfrm>
              <a:off x="905" y="1333"/>
              <a:ext cx="165" cy="16"/>
            </a:xfrm>
            <a:custGeom>
              <a:avLst/>
              <a:gdLst>
                <a:gd name="T0" fmla="*/ 7 w 92"/>
                <a:gd name="T1" fmla="*/ 37 h 9"/>
                <a:gd name="T2" fmla="*/ 260 w 92"/>
                <a:gd name="T3" fmla="*/ 36 h 9"/>
                <a:gd name="T4" fmla="*/ 531 w 92"/>
                <a:gd name="T5" fmla="*/ 16 h 9"/>
                <a:gd name="T6" fmla="*/ 473 w 92"/>
                <a:gd name="T7" fmla="*/ 7 h 9"/>
                <a:gd name="T8" fmla="*/ 328 w 92"/>
                <a:gd name="T9" fmla="*/ 12 h 9"/>
                <a:gd name="T10" fmla="*/ 145 w 92"/>
                <a:gd name="T11" fmla="*/ 0 h 9"/>
                <a:gd name="T12" fmla="*/ 0 w 92"/>
                <a:gd name="T13" fmla="*/ 50 h 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2" h="9">
                  <a:moveTo>
                    <a:pt x="1" y="7"/>
                  </a:moveTo>
                  <a:cubicBezTo>
                    <a:pt x="15" y="2"/>
                    <a:pt x="31" y="4"/>
                    <a:pt x="45" y="6"/>
                  </a:cubicBezTo>
                  <a:cubicBezTo>
                    <a:pt x="61" y="8"/>
                    <a:pt x="76" y="4"/>
                    <a:pt x="92" y="3"/>
                  </a:cubicBezTo>
                  <a:cubicBezTo>
                    <a:pt x="89" y="1"/>
                    <a:pt x="85" y="1"/>
                    <a:pt x="82" y="1"/>
                  </a:cubicBezTo>
                  <a:cubicBezTo>
                    <a:pt x="73" y="1"/>
                    <a:pt x="65" y="1"/>
                    <a:pt x="57" y="2"/>
                  </a:cubicBezTo>
                  <a:cubicBezTo>
                    <a:pt x="46" y="2"/>
                    <a:pt x="37" y="0"/>
                    <a:pt x="25" y="0"/>
                  </a:cubicBezTo>
                  <a:cubicBezTo>
                    <a:pt x="18" y="0"/>
                    <a:pt x="2" y="2"/>
                    <a:pt x="0" y="9"/>
                  </a:cubicBezTo>
                </a:path>
              </a:pathLst>
            </a:custGeom>
            <a:solidFill>
              <a:srgbClr val="8E4C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074" name="Freeform 372">
              <a:extLst>
                <a:ext uri="{FF2B5EF4-FFF2-40B4-BE49-F238E27FC236}">
                  <a16:creationId xmlns:a16="http://schemas.microsoft.com/office/drawing/2014/main" id="{38303CD9-3798-4AB2-A79B-188E57235BFC}"/>
                </a:ext>
              </a:extLst>
            </p:cNvPr>
            <p:cNvSpPr>
              <a:spLocks/>
            </p:cNvSpPr>
            <p:nvPr/>
          </p:nvSpPr>
          <p:spPr bwMode="auto">
            <a:xfrm>
              <a:off x="841" y="1356"/>
              <a:ext cx="35" cy="42"/>
            </a:xfrm>
            <a:custGeom>
              <a:avLst/>
              <a:gdLst>
                <a:gd name="T0" fmla="*/ 0 w 19"/>
                <a:gd name="T1" fmla="*/ 0 h 23"/>
                <a:gd name="T2" fmla="*/ 52 w 19"/>
                <a:gd name="T3" fmla="*/ 117 h 23"/>
                <a:gd name="T4" fmla="*/ 118 w 19"/>
                <a:gd name="T5" fmla="*/ 53 h 23"/>
                <a:gd name="T6" fmla="*/ 88 w 19"/>
                <a:gd name="T7" fmla="*/ 73 h 23"/>
                <a:gd name="T8" fmla="*/ 20 w 19"/>
                <a:gd name="T9" fmla="*/ 7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23">
                  <a:moveTo>
                    <a:pt x="0" y="0"/>
                  </a:moveTo>
                  <a:cubicBezTo>
                    <a:pt x="1" y="5"/>
                    <a:pt x="4" y="15"/>
                    <a:pt x="8" y="19"/>
                  </a:cubicBezTo>
                  <a:cubicBezTo>
                    <a:pt x="12" y="23"/>
                    <a:pt x="19" y="15"/>
                    <a:pt x="19" y="9"/>
                  </a:cubicBezTo>
                  <a:cubicBezTo>
                    <a:pt x="18" y="11"/>
                    <a:pt x="16" y="12"/>
                    <a:pt x="14" y="12"/>
                  </a:cubicBezTo>
                  <a:cubicBezTo>
                    <a:pt x="10" y="12"/>
                    <a:pt x="2" y="4"/>
                    <a:pt x="3" y="1"/>
                  </a:cubicBezTo>
                </a:path>
              </a:pathLst>
            </a:custGeom>
            <a:solidFill>
              <a:srgbClr val="8E4C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075" name="Freeform 373">
              <a:extLst>
                <a:ext uri="{FF2B5EF4-FFF2-40B4-BE49-F238E27FC236}">
                  <a16:creationId xmlns:a16="http://schemas.microsoft.com/office/drawing/2014/main" id="{63CF2037-56B1-4CC2-A056-1DA08F65732A}"/>
                </a:ext>
              </a:extLst>
            </p:cNvPr>
            <p:cNvSpPr>
              <a:spLocks/>
            </p:cNvSpPr>
            <p:nvPr/>
          </p:nvSpPr>
          <p:spPr bwMode="auto">
            <a:xfrm>
              <a:off x="849" y="2086"/>
              <a:ext cx="18" cy="20"/>
            </a:xfrm>
            <a:custGeom>
              <a:avLst/>
              <a:gdLst>
                <a:gd name="T0" fmla="*/ 0 w 10"/>
                <a:gd name="T1" fmla="*/ 44 h 11"/>
                <a:gd name="T2" fmla="*/ 58 w 10"/>
                <a:gd name="T3" fmla="*/ 49 h 11"/>
                <a:gd name="T4" fmla="*/ 45 w 10"/>
                <a:gd name="T5" fmla="*/ 13 h 11"/>
                <a:gd name="T6" fmla="*/ 13 w 10"/>
                <a:gd name="T7" fmla="*/ 13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1">
                  <a:moveTo>
                    <a:pt x="0" y="7"/>
                  </a:moveTo>
                  <a:cubicBezTo>
                    <a:pt x="2" y="10"/>
                    <a:pt x="8" y="11"/>
                    <a:pt x="10" y="8"/>
                  </a:cubicBezTo>
                  <a:cubicBezTo>
                    <a:pt x="10" y="6"/>
                    <a:pt x="9" y="3"/>
                    <a:pt x="8" y="2"/>
                  </a:cubicBezTo>
                  <a:cubicBezTo>
                    <a:pt x="6" y="0"/>
                    <a:pt x="4" y="1"/>
                    <a:pt x="2" y="2"/>
                  </a:cubicBezTo>
                </a:path>
              </a:pathLst>
            </a:custGeom>
            <a:solidFill>
              <a:srgbClr val="8E4C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076" name="Freeform 374">
              <a:extLst>
                <a:ext uri="{FF2B5EF4-FFF2-40B4-BE49-F238E27FC236}">
                  <a16:creationId xmlns:a16="http://schemas.microsoft.com/office/drawing/2014/main" id="{C2C1CCD7-2427-4A27-BF43-A249720B5856}"/>
                </a:ext>
              </a:extLst>
            </p:cNvPr>
            <p:cNvSpPr>
              <a:spLocks/>
            </p:cNvSpPr>
            <p:nvPr/>
          </p:nvSpPr>
          <p:spPr bwMode="auto">
            <a:xfrm>
              <a:off x="796" y="2449"/>
              <a:ext cx="137" cy="62"/>
            </a:xfrm>
            <a:custGeom>
              <a:avLst/>
              <a:gdLst>
                <a:gd name="T0" fmla="*/ 7 w 76"/>
                <a:gd name="T1" fmla="*/ 97 h 34"/>
                <a:gd name="T2" fmla="*/ 227 w 76"/>
                <a:gd name="T3" fmla="*/ 199 h 34"/>
                <a:gd name="T4" fmla="*/ 341 w 76"/>
                <a:gd name="T5" fmla="*/ 162 h 34"/>
                <a:gd name="T6" fmla="*/ 445 w 76"/>
                <a:gd name="T7" fmla="*/ 0 h 34"/>
                <a:gd name="T8" fmla="*/ 380 w 76"/>
                <a:gd name="T9" fmla="*/ 60 h 34"/>
                <a:gd name="T10" fmla="*/ 240 w 76"/>
                <a:gd name="T11" fmla="*/ 120 h 34"/>
                <a:gd name="T12" fmla="*/ 105 w 76"/>
                <a:gd name="T13" fmla="*/ 80 h 34"/>
                <a:gd name="T14" fmla="*/ 0 w 76"/>
                <a:gd name="T15" fmla="*/ 49 h 3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6" h="34">
                  <a:moveTo>
                    <a:pt x="1" y="16"/>
                  </a:moveTo>
                  <a:cubicBezTo>
                    <a:pt x="13" y="25"/>
                    <a:pt x="23" y="34"/>
                    <a:pt x="39" y="33"/>
                  </a:cubicBezTo>
                  <a:cubicBezTo>
                    <a:pt x="46" y="33"/>
                    <a:pt x="53" y="31"/>
                    <a:pt x="58" y="27"/>
                  </a:cubicBezTo>
                  <a:cubicBezTo>
                    <a:pt x="65" y="21"/>
                    <a:pt x="75" y="9"/>
                    <a:pt x="76" y="0"/>
                  </a:cubicBezTo>
                  <a:cubicBezTo>
                    <a:pt x="72" y="1"/>
                    <a:pt x="68" y="7"/>
                    <a:pt x="65" y="10"/>
                  </a:cubicBezTo>
                  <a:cubicBezTo>
                    <a:pt x="58" y="17"/>
                    <a:pt x="50" y="19"/>
                    <a:pt x="41" y="20"/>
                  </a:cubicBezTo>
                  <a:cubicBezTo>
                    <a:pt x="32" y="20"/>
                    <a:pt x="26" y="16"/>
                    <a:pt x="18" y="13"/>
                  </a:cubicBezTo>
                  <a:cubicBezTo>
                    <a:pt x="13" y="12"/>
                    <a:pt x="2" y="14"/>
                    <a:pt x="0" y="8"/>
                  </a:cubicBezTo>
                </a:path>
              </a:pathLst>
            </a:custGeom>
            <a:solidFill>
              <a:srgbClr val="8E4C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077" name="Freeform 375">
              <a:extLst>
                <a:ext uri="{FF2B5EF4-FFF2-40B4-BE49-F238E27FC236}">
                  <a16:creationId xmlns:a16="http://schemas.microsoft.com/office/drawing/2014/main" id="{B2FCDC71-D1F9-443E-A3DA-70D974EA9273}"/>
                </a:ext>
              </a:extLst>
            </p:cNvPr>
            <p:cNvSpPr>
              <a:spLocks/>
            </p:cNvSpPr>
            <p:nvPr/>
          </p:nvSpPr>
          <p:spPr bwMode="auto">
            <a:xfrm>
              <a:off x="789" y="2496"/>
              <a:ext cx="52" cy="597"/>
            </a:xfrm>
            <a:custGeom>
              <a:avLst/>
              <a:gdLst>
                <a:gd name="T0" fmla="*/ 0 w 29"/>
                <a:gd name="T1" fmla="*/ 0 h 332"/>
                <a:gd name="T2" fmla="*/ 154 w 29"/>
                <a:gd name="T3" fmla="*/ 182 h 332"/>
                <a:gd name="T4" fmla="*/ 117 w 29"/>
                <a:gd name="T5" fmla="*/ 815 h 332"/>
                <a:gd name="T6" fmla="*/ 122 w 29"/>
                <a:gd name="T7" fmla="*/ 1442 h 332"/>
                <a:gd name="T8" fmla="*/ 97 w 29"/>
                <a:gd name="T9" fmla="*/ 1931 h 332"/>
                <a:gd name="T10" fmla="*/ 70 w 29"/>
                <a:gd name="T11" fmla="*/ 1426 h 332"/>
                <a:gd name="T12" fmla="*/ 23 w 29"/>
                <a:gd name="T13" fmla="*/ 482 h 332"/>
                <a:gd name="T14" fmla="*/ 0 w 29"/>
                <a:gd name="T15" fmla="*/ 0 h 33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9" h="332">
                  <a:moveTo>
                    <a:pt x="0" y="0"/>
                  </a:moveTo>
                  <a:cubicBezTo>
                    <a:pt x="12" y="10"/>
                    <a:pt x="27" y="9"/>
                    <a:pt x="27" y="31"/>
                  </a:cubicBezTo>
                  <a:cubicBezTo>
                    <a:pt x="27" y="53"/>
                    <a:pt x="19" y="96"/>
                    <a:pt x="20" y="140"/>
                  </a:cubicBezTo>
                  <a:cubicBezTo>
                    <a:pt x="21" y="185"/>
                    <a:pt x="20" y="228"/>
                    <a:pt x="21" y="248"/>
                  </a:cubicBezTo>
                  <a:cubicBezTo>
                    <a:pt x="22" y="268"/>
                    <a:pt x="29" y="291"/>
                    <a:pt x="17" y="332"/>
                  </a:cubicBezTo>
                  <a:cubicBezTo>
                    <a:pt x="20" y="316"/>
                    <a:pt x="20" y="274"/>
                    <a:pt x="12" y="245"/>
                  </a:cubicBezTo>
                  <a:cubicBezTo>
                    <a:pt x="4" y="216"/>
                    <a:pt x="2" y="113"/>
                    <a:pt x="4" y="83"/>
                  </a:cubicBezTo>
                  <a:cubicBezTo>
                    <a:pt x="7" y="54"/>
                    <a:pt x="10" y="12"/>
                    <a:pt x="0" y="0"/>
                  </a:cubicBezTo>
                </a:path>
              </a:pathLst>
            </a:custGeom>
            <a:solidFill>
              <a:srgbClr val="8E4C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078" name="Freeform 376">
              <a:extLst>
                <a:ext uri="{FF2B5EF4-FFF2-40B4-BE49-F238E27FC236}">
                  <a16:creationId xmlns:a16="http://schemas.microsoft.com/office/drawing/2014/main" id="{49329CCB-DC34-4A01-9DC4-18B213438DDE}"/>
                </a:ext>
              </a:extLst>
            </p:cNvPr>
            <p:cNvSpPr>
              <a:spLocks/>
            </p:cNvSpPr>
            <p:nvPr/>
          </p:nvSpPr>
          <p:spPr bwMode="auto">
            <a:xfrm>
              <a:off x="805" y="3226"/>
              <a:ext cx="40" cy="464"/>
            </a:xfrm>
            <a:custGeom>
              <a:avLst/>
              <a:gdLst>
                <a:gd name="T0" fmla="*/ 96 w 22"/>
                <a:gd name="T1" fmla="*/ 0 h 258"/>
                <a:gd name="T2" fmla="*/ 82 w 22"/>
                <a:gd name="T3" fmla="*/ 766 h 258"/>
                <a:gd name="T4" fmla="*/ 24 w 22"/>
                <a:gd name="T5" fmla="*/ 1500 h 258"/>
                <a:gd name="T6" fmla="*/ 96 w 22"/>
                <a:gd name="T7" fmla="*/ 0 h 25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258">
                  <a:moveTo>
                    <a:pt x="16" y="0"/>
                  </a:moveTo>
                  <a:cubicBezTo>
                    <a:pt x="20" y="24"/>
                    <a:pt x="22" y="73"/>
                    <a:pt x="14" y="132"/>
                  </a:cubicBezTo>
                  <a:cubicBezTo>
                    <a:pt x="6" y="191"/>
                    <a:pt x="3" y="236"/>
                    <a:pt x="4" y="258"/>
                  </a:cubicBezTo>
                  <a:cubicBezTo>
                    <a:pt x="0" y="220"/>
                    <a:pt x="13" y="62"/>
                    <a:pt x="16" y="0"/>
                  </a:cubicBezTo>
                </a:path>
              </a:pathLst>
            </a:custGeom>
            <a:solidFill>
              <a:srgbClr val="8E4C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079" name="Freeform 377">
              <a:extLst>
                <a:ext uri="{FF2B5EF4-FFF2-40B4-BE49-F238E27FC236}">
                  <a16:creationId xmlns:a16="http://schemas.microsoft.com/office/drawing/2014/main" id="{CEAF8AD8-0BD3-4046-848E-001EFD539BBE}"/>
                </a:ext>
              </a:extLst>
            </p:cNvPr>
            <p:cNvSpPr>
              <a:spLocks/>
            </p:cNvSpPr>
            <p:nvPr/>
          </p:nvSpPr>
          <p:spPr bwMode="auto">
            <a:xfrm>
              <a:off x="683" y="1347"/>
              <a:ext cx="124" cy="13"/>
            </a:xfrm>
            <a:custGeom>
              <a:avLst/>
              <a:gdLst>
                <a:gd name="T0" fmla="*/ 182 w 69"/>
                <a:gd name="T1" fmla="*/ 37 h 7"/>
                <a:gd name="T2" fmla="*/ 401 w 69"/>
                <a:gd name="T3" fmla="*/ 20 h 7"/>
                <a:gd name="T4" fmla="*/ 248 w 69"/>
                <a:gd name="T5" fmla="*/ 13 h 7"/>
                <a:gd name="T6" fmla="*/ 0 w 69"/>
                <a:gd name="T7" fmla="*/ 7 h 7"/>
                <a:gd name="T8" fmla="*/ 182 w 69"/>
                <a:gd name="T9" fmla="*/ 37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9" h="7">
                  <a:moveTo>
                    <a:pt x="31" y="6"/>
                  </a:moveTo>
                  <a:cubicBezTo>
                    <a:pt x="41" y="5"/>
                    <a:pt x="58" y="2"/>
                    <a:pt x="69" y="3"/>
                  </a:cubicBezTo>
                  <a:cubicBezTo>
                    <a:pt x="63" y="0"/>
                    <a:pt x="55" y="1"/>
                    <a:pt x="43" y="2"/>
                  </a:cubicBezTo>
                  <a:cubicBezTo>
                    <a:pt x="31" y="2"/>
                    <a:pt x="10" y="5"/>
                    <a:pt x="0" y="1"/>
                  </a:cubicBezTo>
                  <a:cubicBezTo>
                    <a:pt x="16" y="7"/>
                    <a:pt x="23" y="5"/>
                    <a:pt x="31" y="6"/>
                  </a:cubicBezTo>
                </a:path>
              </a:pathLst>
            </a:custGeom>
            <a:solidFill>
              <a:srgbClr val="C17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080" name="Freeform 378">
              <a:extLst>
                <a:ext uri="{FF2B5EF4-FFF2-40B4-BE49-F238E27FC236}">
                  <a16:creationId xmlns:a16="http://schemas.microsoft.com/office/drawing/2014/main" id="{766C57BB-8100-4008-A6CE-0DBCE5B68C6F}"/>
                </a:ext>
              </a:extLst>
            </p:cNvPr>
            <p:cNvSpPr>
              <a:spLocks/>
            </p:cNvSpPr>
            <p:nvPr/>
          </p:nvSpPr>
          <p:spPr bwMode="auto">
            <a:xfrm>
              <a:off x="921" y="1347"/>
              <a:ext cx="124" cy="13"/>
            </a:xfrm>
            <a:custGeom>
              <a:avLst/>
              <a:gdLst>
                <a:gd name="T0" fmla="*/ 219 w 69"/>
                <a:gd name="T1" fmla="*/ 37 h 7"/>
                <a:gd name="T2" fmla="*/ 0 w 69"/>
                <a:gd name="T3" fmla="*/ 20 h 7"/>
                <a:gd name="T4" fmla="*/ 151 w 69"/>
                <a:gd name="T5" fmla="*/ 13 h 7"/>
                <a:gd name="T6" fmla="*/ 401 w 69"/>
                <a:gd name="T7" fmla="*/ 7 h 7"/>
                <a:gd name="T8" fmla="*/ 219 w 69"/>
                <a:gd name="T9" fmla="*/ 37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9" h="7">
                  <a:moveTo>
                    <a:pt x="38" y="6"/>
                  </a:moveTo>
                  <a:cubicBezTo>
                    <a:pt x="28" y="5"/>
                    <a:pt x="11" y="2"/>
                    <a:pt x="0" y="3"/>
                  </a:cubicBezTo>
                  <a:cubicBezTo>
                    <a:pt x="6" y="0"/>
                    <a:pt x="14" y="1"/>
                    <a:pt x="26" y="2"/>
                  </a:cubicBezTo>
                  <a:cubicBezTo>
                    <a:pt x="38" y="2"/>
                    <a:pt x="60" y="5"/>
                    <a:pt x="69" y="1"/>
                  </a:cubicBezTo>
                  <a:cubicBezTo>
                    <a:pt x="53" y="7"/>
                    <a:pt x="47" y="5"/>
                    <a:pt x="38" y="6"/>
                  </a:cubicBezTo>
                </a:path>
              </a:pathLst>
            </a:custGeom>
            <a:solidFill>
              <a:srgbClr val="C17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081" name="Freeform 379">
              <a:extLst>
                <a:ext uri="{FF2B5EF4-FFF2-40B4-BE49-F238E27FC236}">
                  <a16:creationId xmlns:a16="http://schemas.microsoft.com/office/drawing/2014/main" id="{A21ABAAE-2FC2-4EA5-928B-43083B6D117E}"/>
                </a:ext>
              </a:extLst>
            </p:cNvPr>
            <p:cNvSpPr>
              <a:spLocks/>
            </p:cNvSpPr>
            <p:nvPr/>
          </p:nvSpPr>
          <p:spPr bwMode="auto">
            <a:xfrm>
              <a:off x="890" y="1227"/>
              <a:ext cx="45" cy="104"/>
            </a:xfrm>
            <a:custGeom>
              <a:avLst/>
              <a:gdLst>
                <a:gd name="T0" fmla="*/ 139 w 25"/>
                <a:gd name="T1" fmla="*/ 0 h 58"/>
                <a:gd name="T2" fmla="*/ 58 w 25"/>
                <a:gd name="T3" fmla="*/ 154 h 58"/>
                <a:gd name="T4" fmla="*/ 0 w 25"/>
                <a:gd name="T5" fmla="*/ 334 h 58"/>
                <a:gd name="T6" fmla="*/ 88 w 25"/>
                <a:gd name="T7" fmla="*/ 145 h 58"/>
                <a:gd name="T8" fmla="*/ 146 w 25"/>
                <a:gd name="T9" fmla="*/ 7 h 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58">
                  <a:moveTo>
                    <a:pt x="24" y="0"/>
                  </a:moveTo>
                  <a:cubicBezTo>
                    <a:pt x="19" y="9"/>
                    <a:pt x="13" y="18"/>
                    <a:pt x="10" y="27"/>
                  </a:cubicBezTo>
                  <a:cubicBezTo>
                    <a:pt x="6" y="38"/>
                    <a:pt x="3" y="48"/>
                    <a:pt x="0" y="58"/>
                  </a:cubicBezTo>
                  <a:cubicBezTo>
                    <a:pt x="4" y="47"/>
                    <a:pt x="10" y="36"/>
                    <a:pt x="15" y="25"/>
                  </a:cubicBezTo>
                  <a:cubicBezTo>
                    <a:pt x="18" y="18"/>
                    <a:pt x="24" y="9"/>
                    <a:pt x="25" y="1"/>
                  </a:cubicBezTo>
                </a:path>
              </a:pathLst>
            </a:custGeom>
            <a:solidFill>
              <a:srgbClr val="C17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082" name="Freeform 380">
              <a:extLst>
                <a:ext uri="{FF2B5EF4-FFF2-40B4-BE49-F238E27FC236}">
                  <a16:creationId xmlns:a16="http://schemas.microsoft.com/office/drawing/2014/main" id="{ED125649-0BEA-4E57-B6AC-219B9C95B0F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" y="1946"/>
              <a:ext cx="27" cy="347"/>
            </a:xfrm>
            <a:custGeom>
              <a:avLst/>
              <a:gdLst>
                <a:gd name="T0" fmla="*/ 45 w 15"/>
                <a:gd name="T1" fmla="*/ 437 h 193"/>
                <a:gd name="T2" fmla="*/ 13 w 15"/>
                <a:gd name="T3" fmla="*/ 1122 h 193"/>
                <a:gd name="T4" fmla="*/ 7 w 15"/>
                <a:gd name="T5" fmla="*/ 721 h 193"/>
                <a:gd name="T6" fmla="*/ 88 w 15"/>
                <a:gd name="T7" fmla="*/ 0 h 193"/>
                <a:gd name="T8" fmla="*/ 45 w 15"/>
                <a:gd name="T9" fmla="*/ 437 h 1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93">
                  <a:moveTo>
                    <a:pt x="8" y="75"/>
                  </a:moveTo>
                  <a:cubicBezTo>
                    <a:pt x="7" y="89"/>
                    <a:pt x="4" y="168"/>
                    <a:pt x="2" y="193"/>
                  </a:cubicBezTo>
                  <a:cubicBezTo>
                    <a:pt x="2" y="193"/>
                    <a:pt x="0" y="173"/>
                    <a:pt x="1" y="124"/>
                  </a:cubicBezTo>
                  <a:cubicBezTo>
                    <a:pt x="2" y="74"/>
                    <a:pt x="5" y="23"/>
                    <a:pt x="15" y="0"/>
                  </a:cubicBezTo>
                  <a:cubicBezTo>
                    <a:pt x="12" y="9"/>
                    <a:pt x="10" y="54"/>
                    <a:pt x="8" y="75"/>
                  </a:cubicBezTo>
                </a:path>
              </a:pathLst>
            </a:custGeom>
            <a:solidFill>
              <a:srgbClr val="C17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083" name="Freeform 381">
              <a:extLst>
                <a:ext uri="{FF2B5EF4-FFF2-40B4-BE49-F238E27FC236}">
                  <a16:creationId xmlns:a16="http://schemas.microsoft.com/office/drawing/2014/main" id="{0E2D392B-19F0-450F-A0B4-F7668AC6467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" y="1968"/>
              <a:ext cx="65" cy="368"/>
            </a:xfrm>
            <a:custGeom>
              <a:avLst/>
              <a:gdLst>
                <a:gd name="T0" fmla="*/ 206 w 36"/>
                <a:gd name="T1" fmla="*/ 0 h 205"/>
                <a:gd name="T2" fmla="*/ 137 w 36"/>
                <a:gd name="T3" fmla="*/ 551 h 205"/>
                <a:gd name="T4" fmla="*/ 0 w 36"/>
                <a:gd name="T5" fmla="*/ 1187 h 205"/>
                <a:gd name="T6" fmla="*/ 88 w 36"/>
                <a:gd name="T7" fmla="*/ 591 h 205"/>
                <a:gd name="T8" fmla="*/ 206 w 36"/>
                <a:gd name="T9" fmla="*/ 0 h 20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205">
                  <a:moveTo>
                    <a:pt x="35" y="0"/>
                  </a:moveTo>
                  <a:cubicBezTo>
                    <a:pt x="36" y="16"/>
                    <a:pt x="34" y="61"/>
                    <a:pt x="23" y="95"/>
                  </a:cubicBezTo>
                  <a:cubicBezTo>
                    <a:pt x="13" y="129"/>
                    <a:pt x="4" y="169"/>
                    <a:pt x="0" y="205"/>
                  </a:cubicBezTo>
                  <a:cubicBezTo>
                    <a:pt x="5" y="181"/>
                    <a:pt x="9" y="128"/>
                    <a:pt x="15" y="102"/>
                  </a:cubicBezTo>
                  <a:cubicBezTo>
                    <a:pt x="21" y="76"/>
                    <a:pt x="36" y="9"/>
                    <a:pt x="35" y="0"/>
                  </a:cubicBezTo>
                </a:path>
              </a:pathLst>
            </a:custGeom>
            <a:solidFill>
              <a:srgbClr val="8E4C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084" name="Freeform 382">
              <a:extLst>
                <a:ext uri="{FF2B5EF4-FFF2-40B4-BE49-F238E27FC236}">
                  <a16:creationId xmlns:a16="http://schemas.microsoft.com/office/drawing/2014/main" id="{D9FF55AF-515F-41ED-A7B8-45FAB4BBD1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4" y="1946"/>
              <a:ext cx="27" cy="347"/>
            </a:xfrm>
            <a:custGeom>
              <a:avLst/>
              <a:gdLst>
                <a:gd name="T0" fmla="*/ 41 w 15"/>
                <a:gd name="T1" fmla="*/ 437 h 193"/>
                <a:gd name="T2" fmla="*/ 74 w 15"/>
                <a:gd name="T3" fmla="*/ 1122 h 193"/>
                <a:gd name="T4" fmla="*/ 81 w 15"/>
                <a:gd name="T5" fmla="*/ 721 h 193"/>
                <a:gd name="T6" fmla="*/ 0 w 15"/>
                <a:gd name="T7" fmla="*/ 0 h 193"/>
                <a:gd name="T8" fmla="*/ 41 w 15"/>
                <a:gd name="T9" fmla="*/ 437 h 1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93">
                  <a:moveTo>
                    <a:pt x="7" y="75"/>
                  </a:moveTo>
                  <a:cubicBezTo>
                    <a:pt x="8" y="89"/>
                    <a:pt x="12" y="168"/>
                    <a:pt x="13" y="193"/>
                  </a:cubicBezTo>
                  <a:cubicBezTo>
                    <a:pt x="13" y="193"/>
                    <a:pt x="15" y="173"/>
                    <a:pt x="14" y="124"/>
                  </a:cubicBezTo>
                  <a:cubicBezTo>
                    <a:pt x="14" y="74"/>
                    <a:pt x="11" y="23"/>
                    <a:pt x="0" y="0"/>
                  </a:cubicBezTo>
                  <a:cubicBezTo>
                    <a:pt x="4" y="9"/>
                    <a:pt x="5" y="54"/>
                    <a:pt x="7" y="75"/>
                  </a:cubicBezTo>
                </a:path>
              </a:pathLst>
            </a:custGeom>
            <a:solidFill>
              <a:srgbClr val="8E4C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085" name="Freeform 383">
              <a:extLst>
                <a:ext uri="{FF2B5EF4-FFF2-40B4-BE49-F238E27FC236}">
                  <a16:creationId xmlns:a16="http://schemas.microsoft.com/office/drawing/2014/main" id="{29C58FEF-014E-4F93-8073-91EA3D02A6A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5" y="1966"/>
              <a:ext cx="66" cy="368"/>
            </a:xfrm>
            <a:custGeom>
              <a:avLst/>
              <a:gdLst>
                <a:gd name="T0" fmla="*/ 7 w 37"/>
                <a:gd name="T1" fmla="*/ 0 h 205"/>
                <a:gd name="T2" fmla="*/ 73 w 37"/>
                <a:gd name="T3" fmla="*/ 551 h 205"/>
                <a:gd name="T4" fmla="*/ 210 w 37"/>
                <a:gd name="T5" fmla="*/ 1187 h 205"/>
                <a:gd name="T6" fmla="*/ 118 w 37"/>
                <a:gd name="T7" fmla="*/ 591 h 205"/>
                <a:gd name="T8" fmla="*/ 7 w 37"/>
                <a:gd name="T9" fmla="*/ 0 h 20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" h="205">
                  <a:moveTo>
                    <a:pt x="1" y="0"/>
                  </a:moveTo>
                  <a:cubicBezTo>
                    <a:pt x="0" y="16"/>
                    <a:pt x="3" y="61"/>
                    <a:pt x="13" y="95"/>
                  </a:cubicBezTo>
                  <a:cubicBezTo>
                    <a:pt x="24" y="130"/>
                    <a:pt x="32" y="169"/>
                    <a:pt x="37" y="205"/>
                  </a:cubicBezTo>
                  <a:cubicBezTo>
                    <a:pt x="31" y="181"/>
                    <a:pt x="27" y="128"/>
                    <a:pt x="21" y="102"/>
                  </a:cubicBezTo>
                  <a:cubicBezTo>
                    <a:pt x="15" y="76"/>
                    <a:pt x="0" y="9"/>
                    <a:pt x="1" y="0"/>
                  </a:cubicBezTo>
                </a:path>
              </a:pathLst>
            </a:custGeom>
            <a:solidFill>
              <a:srgbClr val="C17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086" name="Freeform 384">
              <a:extLst>
                <a:ext uri="{FF2B5EF4-FFF2-40B4-BE49-F238E27FC236}">
                  <a16:creationId xmlns:a16="http://schemas.microsoft.com/office/drawing/2014/main" id="{DCFCF27B-6F31-4FF7-9103-CD2E50EE2FF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" y="2525"/>
              <a:ext cx="71" cy="104"/>
            </a:xfrm>
            <a:custGeom>
              <a:avLst/>
              <a:gdLst>
                <a:gd name="T0" fmla="*/ 120 w 39"/>
                <a:gd name="T1" fmla="*/ 0 h 58"/>
                <a:gd name="T2" fmla="*/ 186 w 39"/>
                <a:gd name="T3" fmla="*/ 312 h 58"/>
                <a:gd name="T4" fmla="*/ 229 w 39"/>
                <a:gd name="T5" fmla="*/ 292 h 58"/>
                <a:gd name="T6" fmla="*/ 182 w 39"/>
                <a:gd name="T7" fmla="*/ 210 h 58"/>
                <a:gd name="T8" fmla="*/ 169 w 39"/>
                <a:gd name="T9" fmla="*/ 97 h 58"/>
                <a:gd name="T10" fmla="*/ 138 w 39"/>
                <a:gd name="T11" fmla="*/ 0 h 5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9" h="58">
                  <a:moveTo>
                    <a:pt x="20" y="0"/>
                  </a:moveTo>
                  <a:cubicBezTo>
                    <a:pt x="0" y="13"/>
                    <a:pt x="13" y="46"/>
                    <a:pt x="31" y="54"/>
                  </a:cubicBezTo>
                  <a:cubicBezTo>
                    <a:pt x="35" y="56"/>
                    <a:pt x="39" y="58"/>
                    <a:pt x="38" y="51"/>
                  </a:cubicBezTo>
                  <a:cubicBezTo>
                    <a:pt x="37" y="46"/>
                    <a:pt x="31" y="42"/>
                    <a:pt x="30" y="36"/>
                  </a:cubicBezTo>
                  <a:cubicBezTo>
                    <a:pt x="29" y="30"/>
                    <a:pt x="28" y="23"/>
                    <a:pt x="28" y="17"/>
                  </a:cubicBezTo>
                  <a:cubicBezTo>
                    <a:pt x="27" y="11"/>
                    <a:pt x="28" y="4"/>
                    <a:pt x="23" y="0"/>
                  </a:cubicBezTo>
                </a:path>
              </a:pathLst>
            </a:custGeom>
            <a:solidFill>
              <a:srgbClr val="8E4C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087" name="Freeform 385">
              <a:extLst>
                <a:ext uri="{FF2B5EF4-FFF2-40B4-BE49-F238E27FC236}">
                  <a16:creationId xmlns:a16="http://schemas.microsoft.com/office/drawing/2014/main" id="{FC62B691-EA6F-4505-A910-290A809FC1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3" y="2525"/>
              <a:ext cx="58" cy="102"/>
            </a:xfrm>
            <a:custGeom>
              <a:avLst/>
              <a:gdLst>
                <a:gd name="T0" fmla="*/ 89 w 32"/>
                <a:gd name="T1" fmla="*/ 16 h 57"/>
                <a:gd name="T2" fmla="*/ 60 w 32"/>
                <a:gd name="T3" fmla="*/ 154 h 57"/>
                <a:gd name="T4" fmla="*/ 0 w 32"/>
                <a:gd name="T5" fmla="*/ 263 h 57"/>
                <a:gd name="T6" fmla="*/ 65 w 32"/>
                <a:gd name="T7" fmla="*/ 297 h 57"/>
                <a:gd name="T8" fmla="*/ 167 w 32"/>
                <a:gd name="T9" fmla="*/ 175 h 57"/>
                <a:gd name="T10" fmla="*/ 112 w 32"/>
                <a:gd name="T11" fmla="*/ 0 h 5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2" h="57">
                  <a:moveTo>
                    <a:pt x="15" y="3"/>
                  </a:moveTo>
                  <a:cubicBezTo>
                    <a:pt x="13" y="11"/>
                    <a:pt x="12" y="19"/>
                    <a:pt x="10" y="27"/>
                  </a:cubicBezTo>
                  <a:cubicBezTo>
                    <a:pt x="8" y="33"/>
                    <a:pt x="7" y="42"/>
                    <a:pt x="0" y="46"/>
                  </a:cubicBezTo>
                  <a:cubicBezTo>
                    <a:pt x="5" y="51"/>
                    <a:pt x="2" y="57"/>
                    <a:pt x="11" y="52"/>
                  </a:cubicBezTo>
                  <a:cubicBezTo>
                    <a:pt x="18" y="47"/>
                    <a:pt x="26" y="39"/>
                    <a:pt x="28" y="31"/>
                  </a:cubicBezTo>
                  <a:cubicBezTo>
                    <a:pt x="32" y="18"/>
                    <a:pt x="30" y="9"/>
                    <a:pt x="19" y="0"/>
                  </a:cubicBezTo>
                </a:path>
              </a:pathLst>
            </a:custGeom>
            <a:solidFill>
              <a:srgbClr val="8E4C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088" name="Freeform 386">
              <a:extLst>
                <a:ext uri="{FF2B5EF4-FFF2-40B4-BE49-F238E27FC236}">
                  <a16:creationId xmlns:a16="http://schemas.microsoft.com/office/drawing/2014/main" id="{C9EC21D6-B542-400D-9F12-15EA6C1257DE}"/>
                </a:ext>
              </a:extLst>
            </p:cNvPr>
            <p:cNvSpPr>
              <a:spLocks/>
            </p:cNvSpPr>
            <p:nvPr/>
          </p:nvSpPr>
          <p:spPr bwMode="auto">
            <a:xfrm>
              <a:off x="688" y="3032"/>
              <a:ext cx="80" cy="79"/>
            </a:xfrm>
            <a:custGeom>
              <a:avLst/>
              <a:gdLst>
                <a:gd name="T0" fmla="*/ 0 w 44"/>
                <a:gd name="T1" fmla="*/ 181 h 44"/>
                <a:gd name="T2" fmla="*/ 242 w 44"/>
                <a:gd name="T3" fmla="*/ 0 h 44"/>
                <a:gd name="T4" fmla="*/ 215 w 44"/>
                <a:gd name="T5" fmla="*/ 145 h 44"/>
                <a:gd name="T6" fmla="*/ 44 w 44"/>
                <a:gd name="T7" fmla="*/ 198 h 4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4" h="44">
                  <a:moveTo>
                    <a:pt x="0" y="31"/>
                  </a:moveTo>
                  <a:cubicBezTo>
                    <a:pt x="18" y="44"/>
                    <a:pt x="36" y="11"/>
                    <a:pt x="40" y="0"/>
                  </a:cubicBezTo>
                  <a:cubicBezTo>
                    <a:pt x="41" y="9"/>
                    <a:pt x="44" y="17"/>
                    <a:pt x="36" y="25"/>
                  </a:cubicBezTo>
                  <a:cubicBezTo>
                    <a:pt x="30" y="32"/>
                    <a:pt x="16" y="35"/>
                    <a:pt x="7" y="34"/>
                  </a:cubicBezTo>
                </a:path>
              </a:pathLst>
            </a:custGeom>
            <a:solidFill>
              <a:srgbClr val="8E4C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089" name="Freeform 387">
              <a:extLst>
                <a:ext uri="{FF2B5EF4-FFF2-40B4-BE49-F238E27FC236}">
                  <a16:creationId xmlns:a16="http://schemas.microsoft.com/office/drawing/2014/main" id="{9267802C-F189-472A-B552-DB15058AE766}"/>
                </a:ext>
              </a:extLst>
            </p:cNvPr>
            <p:cNvSpPr>
              <a:spLocks/>
            </p:cNvSpPr>
            <p:nvPr/>
          </p:nvSpPr>
          <p:spPr bwMode="auto">
            <a:xfrm>
              <a:off x="658" y="3242"/>
              <a:ext cx="65" cy="446"/>
            </a:xfrm>
            <a:custGeom>
              <a:avLst/>
              <a:gdLst>
                <a:gd name="T0" fmla="*/ 36 w 36"/>
                <a:gd name="T1" fmla="*/ 0 h 248"/>
                <a:gd name="T2" fmla="*/ 45 w 36"/>
                <a:gd name="T3" fmla="*/ 766 h 248"/>
                <a:gd name="T4" fmla="*/ 211 w 36"/>
                <a:gd name="T5" fmla="*/ 1442 h 248"/>
                <a:gd name="T6" fmla="*/ 101 w 36"/>
                <a:gd name="T7" fmla="*/ 698 h 248"/>
                <a:gd name="T8" fmla="*/ 36 w 36"/>
                <a:gd name="T9" fmla="*/ 0 h 2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248">
                  <a:moveTo>
                    <a:pt x="6" y="0"/>
                  </a:moveTo>
                  <a:cubicBezTo>
                    <a:pt x="0" y="22"/>
                    <a:pt x="0" y="97"/>
                    <a:pt x="8" y="132"/>
                  </a:cubicBezTo>
                  <a:cubicBezTo>
                    <a:pt x="16" y="168"/>
                    <a:pt x="34" y="234"/>
                    <a:pt x="36" y="248"/>
                  </a:cubicBezTo>
                  <a:cubicBezTo>
                    <a:pt x="33" y="221"/>
                    <a:pt x="20" y="138"/>
                    <a:pt x="17" y="120"/>
                  </a:cubicBezTo>
                  <a:cubicBezTo>
                    <a:pt x="13" y="101"/>
                    <a:pt x="4" y="27"/>
                    <a:pt x="6" y="0"/>
                  </a:cubicBezTo>
                </a:path>
              </a:pathLst>
            </a:custGeom>
            <a:solidFill>
              <a:srgbClr val="C17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090" name="Freeform 388">
              <a:extLst>
                <a:ext uri="{FF2B5EF4-FFF2-40B4-BE49-F238E27FC236}">
                  <a16:creationId xmlns:a16="http://schemas.microsoft.com/office/drawing/2014/main" id="{D51CE161-7D6C-4904-8620-210579627E2C}"/>
                </a:ext>
              </a:extLst>
            </p:cNvPr>
            <p:cNvSpPr>
              <a:spLocks/>
            </p:cNvSpPr>
            <p:nvPr/>
          </p:nvSpPr>
          <p:spPr bwMode="auto">
            <a:xfrm>
              <a:off x="881" y="3231"/>
              <a:ext cx="38" cy="507"/>
            </a:xfrm>
            <a:custGeom>
              <a:avLst/>
              <a:gdLst>
                <a:gd name="T0" fmla="*/ 81 w 21"/>
                <a:gd name="T1" fmla="*/ 1640 h 282"/>
                <a:gd name="T2" fmla="*/ 29 w 21"/>
                <a:gd name="T3" fmla="*/ 680 h 282"/>
                <a:gd name="T4" fmla="*/ 60 w 21"/>
                <a:gd name="T5" fmla="*/ 0 h 282"/>
                <a:gd name="T6" fmla="*/ 101 w 21"/>
                <a:gd name="T7" fmla="*/ 708 h 282"/>
                <a:gd name="T8" fmla="*/ 81 w 21"/>
                <a:gd name="T9" fmla="*/ 1640 h 28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282">
                  <a:moveTo>
                    <a:pt x="14" y="282"/>
                  </a:moveTo>
                  <a:cubicBezTo>
                    <a:pt x="19" y="264"/>
                    <a:pt x="11" y="167"/>
                    <a:pt x="5" y="117"/>
                  </a:cubicBezTo>
                  <a:cubicBezTo>
                    <a:pt x="0" y="68"/>
                    <a:pt x="2" y="22"/>
                    <a:pt x="10" y="0"/>
                  </a:cubicBezTo>
                  <a:cubicBezTo>
                    <a:pt x="6" y="18"/>
                    <a:pt x="12" y="77"/>
                    <a:pt x="17" y="122"/>
                  </a:cubicBezTo>
                  <a:cubicBezTo>
                    <a:pt x="21" y="167"/>
                    <a:pt x="20" y="262"/>
                    <a:pt x="14" y="282"/>
                  </a:cubicBezTo>
                </a:path>
              </a:pathLst>
            </a:custGeom>
            <a:solidFill>
              <a:srgbClr val="C17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091" name="Freeform 389">
              <a:extLst>
                <a:ext uri="{FF2B5EF4-FFF2-40B4-BE49-F238E27FC236}">
                  <a16:creationId xmlns:a16="http://schemas.microsoft.com/office/drawing/2014/main" id="{69F44154-DA1C-4CF6-9904-AA6BB158AE77}"/>
                </a:ext>
              </a:extLst>
            </p:cNvPr>
            <p:cNvSpPr>
              <a:spLocks/>
            </p:cNvSpPr>
            <p:nvPr/>
          </p:nvSpPr>
          <p:spPr bwMode="auto">
            <a:xfrm>
              <a:off x="995" y="3242"/>
              <a:ext cx="64" cy="444"/>
            </a:xfrm>
            <a:custGeom>
              <a:avLst/>
              <a:gdLst>
                <a:gd name="T0" fmla="*/ 151 w 36"/>
                <a:gd name="T1" fmla="*/ 0 h 247"/>
                <a:gd name="T2" fmla="*/ 164 w 36"/>
                <a:gd name="T3" fmla="*/ 773 h 247"/>
                <a:gd name="T4" fmla="*/ 0 w 36"/>
                <a:gd name="T5" fmla="*/ 1434 h 247"/>
                <a:gd name="T6" fmla="*/ 130 w 36"/>
                <a:gd name="T7" fmla="*/ 604 h 247"/>
                <a:gd name="T8" fmla="*/ 151 w 36"/>
                <a:gd name="T9" fmla="*/ 0 h 2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247">
                  <a:moveTo>
                    <a:pt x="27" y="0"/>
                  </a:moveTo>
                  <a:cubicBezTo>
                    <a:pt x="31" y="31"/>
                    <a:pt x="36" y="89"/>
                    <a:pt x="29" y="133"/>
                  </a:cubicBezTo>
                  <a:cubicBezTo>
                    <a:pt x="22" y="177"/>
                    <a:pt x="6" y="226"/>
                    <a:pt x="0" y="247"/>
                  </a:cubicBezTo>
                  <a:cubicBezTo>
                    <a:pt x="2" y="225"/>
                    <a:pt x="22" y="152"/>
                    <a:pt x="23" y="104"/>
                  </a:cubicBezTo>
                  <a:cubicBezTo>
                    <a:pt x="25" y="56"/>
                    <a:pt x="30" y="9"/>
                    <a:pt x="27" y="0"/>
                  </a:cubicBezTo>
                </a:path>
              </a:pathLst>
            </a:custGeom>
            <a:solidFill>
              <a:srgbClr val="8E4C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092" name="Freeform 390">
              <a:extLst>
                <a:ext uri="{FF2B5EF4-FFF2-40B4-BE49-F238E27FC236}">
                  <a16:creationId xmlns:a16="http://schemas.microsoft.com/office/drawing/2014/main" id="{0E416E08-2274-403D-B11F-6AD54BAFB39C}"/>
                </a:ext>
              </a:extLst>
            </p:cNvPr>
            <p:cNvSpPr>
              <a:spLocks/>
            </p:cNvSpPr>
            <p:nvPr/>
          </p:nvSpPr>
          <p:spPr bwMode="auto">
            <a:xfrm>
              <a:off x="960" y="3769"/>
              <a:ext cx="29" cy="120"/>
            </a:xfrm>
            <a:custGeom>
              <a:avLst/>
              <a:gdLst>
                <a:gd name="T0" fmla="*/ 89 w 16"/>
                <a:gd name="T1" fmla="*/ 0 h 67"/>
                <a:gd name="T2" fmla="*/ 65 w 16"/>
                <a:gd name="T3" fmla="*/ 224 h 67"/>
                <a:gd name="T4" fmla="*/ 80 w 16"/>
                <a:gd name="T5" fmla="*/ 385 h 67"/>
                <a:gd name="T6" fmla="*/ 7 w 16"/>
                <a:gd name="T7" fmla="*/ 260 h 67"/>
                <a:gd name="T8" fmla="*/ 60 w 16"/>
                <a:gd name="T9" fmla="*/ 183 h 67"/>
                <a:gd name="T10" fmla="*/ 96 w 16"/>
                <a:gd name="T11" fmla="*/ 45 h 6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" h="67">
                  <a:moveTo>
                    <a:pt x="15" y="0"/>
                  </a:moveTo>
                  <a:cubicBezTo>
                    <a:pt x="15" y="14"/>
                    <a:pt x="14" y="25"/>
                    <a:pt x="11" y="39"/>
                  </a:cubicBezTo>
                  <a:cubicBezTo>
                    <a:pt x="8" y="49"/>
                    <a:pt x="13" y="57"/>
                    <a:pt x="13" y="67"/>
                  </a:cubicBezTo>
                  <a:cubicBezTo>
                    <a:pt x="10" y="61"/>
                    <a:pt x="0" y="51"/>
                    <a:pt x="1" y="45"/>
                  </a:cubicBezTo>
                  <a:cubicBezTo>
                    <a:pt x="2" y="41"/>
                    <a:pt x="8" y="36"/>
                    <a:pt x="10" y="32"/>
                  </a:cubicBezTo>
                  <a:cubicBezTo>
                    <a:pt x="13" y="24"/>
                    <a:pt x="11" y="15"/>
                    <a:pt x="16" y="8"/>
                  </a:cubicBezTo>
                </a:path>
              </a:pathLst>
            </a:custGeom>
            <a:solidFill>
              <a:srgbClr val="8E4C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093" name="Freeform 391">
              <a:extLst>
                <a:ext uri="{FF2B5EF4-FFF2-40B4-BE49-F238E27FC236}">
                  <a16:creationId xmlns:a16="http://schemas.microsoft.com/office/drawing/2014/main" id="{742E89AC-271D-457F-8759-05E6E99A76DA}"/>
                </a:ext>
              </a:extLst>
            </p:cNvPr>
            <p:cNvSpPr>
              <a:spLocks/>
            </p:cNvSpPr>
            <p:nvPr/>
          </p:nvSpPr>
          <p:spPr bwMode="auto">
            <a:xfrm>
              <a:off x="807" y="3708"/>
              <a:ext cx="29" cy="135"/>
            </a:xfrm>
            <a:custGeom>
              <a:avLst/>
              <a:gdLst>
                <a:gd name="T0" fmla="*/ 65 w 16"/>
                <a:gd name="T1" fmla="*/ 187 h 75"/>
                <a:gd name="T2" fmla="*/ 60 w 16"/>
                <a:gd name="T3" fmla="*/ 437 h 75"/>
                <a:gd name="T4" fmla="*/ 29 w 16"/>
                <a:gd name="T5" fmla="*/ 211 h 75"/>
                <a:gd name="T6" fmla="*/ 7 w 16"/>
                <a:gd name="T7" fmla="*/ 94 h 75"/>
                <a:gd name="T8" fmla="*/ 13 w 16"/>
                <a:gd name="T9" fmla="*/ 0 h 75"/>
                <a:gd name="T10" fmla="*/ 73 w 16"/>
                <a:gd name="T11" fmla="*/ 182 h 7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" h="75">
                  <a:moveTo>
                    <a:pt x="11" y="32"/>
                  </a:moveTo>
                  <a:cubicBezTo>
                    <a:pt x="16" y="47"/>
                    <a:pt x="16" y="60"/>
                    <a:pt x="10" y="75"/>
                  </a:cubicBezTo>
                  <a:cubicBezTo>
                    <a:pt x="12" y="63"/>
                    <a:pt x="10" y="48"/>
                    <a:pt x="5" y="36"/>
                  </a:cubicBezTo>
                  <a:cubicBezTo>
                    <a:pt x="2" y="28"/>
                    <a:pt x="0" y="25"/>
                    <a:pt x="1" y="16"/>
                  </a:cubicBezTo>
                  <a:cubicBezTo>
                    <a:pt x="2" y="11"/>
                    <a:pt x="4" y="5"/>
                    <a:pt x="2" y="0"/>
                  </a:cubicBezTo>
                  <a:cubicBezTo>
                    <a:pt x="4" y="10"/>
                    <a:pt x="9" y="21"/>
                    <a:pt x="12" y="31"/>
                  </a:cubicBezTo>
                </a:path>
              </a:pathLst>
            </a:custGeom>
            <a:solidFill>
              <a:srgbClr val="8E4C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094" name="Freeform 392">
              <a:extLst>
                <a:ext uri="{FF2B5EF4-FFF2-40B4-BE49-F238E27FC236}">
                  <a16:creationId xmlns:a16="http://schemas.microsoft.com/office/drawing/2014/main" id="{4CEB6F63-0926-41FF-88B8-CA9DFB5092B0}"/>
                </a:ext>
              </a:extLst>
            </p:cNvPr>
            <p:cNvSpPr>
              <a:spLocks/>
            </p:cNvSpPr>
            <p:nvPr/>
          </p:nvSpPr>
          <p:spPr bwMode="auto">
            <a:xfrm>
              <a:off x="984" y="3028"/>
              <a:ext cx="57" cy="79"/>
            </a:xfrm>
            <a:custGeom>
              <a:avLst/>
              <a:gdLst>
                <a:gd name="T0" fmla="*/ 0 w 32"/>
                <a:gd name="T1" fmla="*/ 203 h 44"/>
                <a:gd name="T2" fmla="*/ 143 w 32"/>
                <a:gd name="T3" fmla="*/ 0 h 44"/>
                <a:gd name="T4" fmla="*/ 21 w 32"/>
                <a:gd name="T5" fmla="*/ 210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44">
                  <a:moveTo>
                    <a:pt x="0" y="35"/>
                  </a:moveTo>
                  <a:cubicBezTo>
                    <a:pt x="19" y="42"/>
                    <a:pt x="26" y="10"/>
                    <a:pt x="25" y="0"/>
                  </a:cubicBezTo>
                  <a:cubicBezTo>
                    <a:pt x="32" y="14"/>
                    <a:pt x="26" y="44"/>
                    <a:pt x="4" y="36"/>
                  </a:cubicBezTo>
                </a:path>
              </a:pathLst>
            </a:custGeom>
            <a:solidFill>
              <a:srgbClr val="8E4C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095" name="Freeform 393">
              <a:extLst>
                <a:ext uri="{FF2B5EF4-FFF2-40B4-BE49-F238E27FC236}">
                  <a16:creationId xmlns:a16="http://schemas.microsoft.com/office/drawing/2014/main" id="{A745353B-C53C-435D-91EF-8F902781C71D}"/>
                </a:ext>
              </a:extLst>
            </p:cNvPr>
            <p:cNvSpPr>
              <a:spLocks/>
            </p:cNvSpPr>
            <p:nvPr/>
          </p:nvSpPr>
          <p:spPr bwMode="auto">
            <a:xfrm>
              <a:off x="856" y="2496"/>
              <a:ext cx="79" cy="212"/>
            </a:xfrm>
            <a:custGeom>
              <a:avLst/>
              <a:gdLst>
                <a:gd name="T0" fmla="*/ 145 w 44"/>
                <a:gd name="T1" fmla="*/ 72 h 118"/>
                <a:gd name="T2" fmla="*/ 110 w 44"/>
                <a:gd name="T3" fmla="*/ 685 h 118"/>
                <a:gd name="T4" fmla="*/ 133 w 44"/>
                <a:gd name="T5" fmla="*/ 458 h 118"/>
                <a:gd name="T6" fmla="*/ 138 w 44"/>
                <a:gd name="T7" fmla="*/ 226 h 118"/>
                <a:gd name="T8" fmla="*/ 174 w 44"/>
                <a:gd name="T9" fmla="*/ 110 h 118"/>
                <a:gd name="T10" fmla="*/ 255 w 44"/>
                <a:gd name="T11" fmla="*/ 0 h 118"/>
                <a:gd name="T12" fmla="*/ 129 w 44"/>
                <a:gd name="T13" fmla="*/ 74 h 1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4" h="118">
                  <a:moveTo>
                    <a:pt x="25" y="12"/>
                  </a:moveTo>
                  <a:cubicBezTo>
                    <a:pt x="0" y="22"/>
                    <a:pt x="29" y="91"/>
                    <a:pt x="19" y="118"/>
                  </a:cubicBezTo>
                  <a:cubicBezTo>
                    <a:pt x="18" y="105"/>
                    <a:pt x="22" y="92"/>
                    <a:pt x="23" y="79"/>
                  </a:cubicBezTo>
                  <a:cubicBezTo>
                    <a:pt x="25" y="65"/>
                    <a:pt x="23" y="52"/>
                    <a:pt x="24" y="39"/>
                  </a:cubicBezTo>
                  <a:cubicBezTo>
                    <a:pt x="25" y="31"/>
                    <a:pt x="26" y="26"/>
                    <a:pt x="30" y="19"/>
                  </a:cubicBezTo>
                  <a:cubicBezTo>
                    <a:pt x="33" y="14"/>
                    <a:pt x="38" y="2"/>
                    <a:pt x="44" y="0"/>
                  </a:cubicBezTo>
                  <a:cubicBezTo>
                    <a:pt x="36" y="3"/>
                    <a:pt x="30" y="10"/>
                    <a:pt x="22" y="13"/>
                  </a:cubicBezTo>
                </a:path>
              </a:pathLst>
            </a:custGeom>
            <a:solidFill>
              <a:srgbClr val="C17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096" name="Freeform 394">
              <a:extLst>
                <a:ext uri="{FF2B5EF4-FFF2-40B4-BE49-F238E27FC236}">
                  <a16:creationId xmlns:a16="http://schemas.microsoft.com/office/drawing/2014/main" id="{2962A915-7678-4936-B93A-2F1F45152C70}"/>
                </a:ext>
              </a:extLst>
            </p:cNvPr>
            <p:cNvSpPr>
              <a:spLocks/>
            </p:cNvSpPr>
            <p:nvPr/>
          </p:nvSpPr>
          <p:spPr bwMode="auto">
            <a:xfrm>
              <a:off x="874" y="2929"/>
              <a:ext cx="32" cy="247"/>
            </a:xfrm>
            <a:custGeom>
              <a:avLst/>
              <a:gdLst>
                <a:gd name="T0" fmla="*/ 50 w 18"/>
                <a:gd name="T1" fmla="*/ 0 h 137"/>
                <a:gd name="T2" fmla="*/ 37 w 18"/>
                <a:gd name="T3" fmla="*/ 400 h 137"/>
                <a:gd name="T4" fmla="*/ 73 w 18"/>
                <a:gd name="T5" fmla="*/ 802 h 137"/>
                <a:gd name="T6" fmla="*/ 78 w 18"/>
                <a:gd name="T7" fmla="*/ 433 h 137"/>
                <a:gd name="T8" fmla="*/ 64 w 18"/>
                <a:gd name="T9" fmla="*/ 105 h 137"/>
                <a:gd name="T10" fmla="*/ 50 w 18"/>
                <a:gd name="T11" fmla="*/ 0 h 13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" h="137">
                  <a:moveTo>
                    <a:pt x="9" y="0"/>
                  </a:moveTo>
                  <a:cubicBezTo>
                    <a:pt x="8" y="20"/>
                    <a:pt x="0" y="43"/>
                    <a:pt x="7" y="68"/>
                  </a:cubicBezTo>
                  <a:cubicBezTo>
                    <a:pt x="14" y="94"/>
                    <a:pt x="17" y="114"/>
                    <a:pt x="13" y="137"/>
                  </a:cubicBezTo>
                  <a:cubicBezTo>
                    <a:pt x="18" y="118"/>
                    <a:pt x="17" y="90"/>
                    <a:pt x="14" y="74"/>
                  </a:cubicBezTo>
                  <a:cubicBezTo>
                    <a:pt x="12" y="59"/>
                    <a:pt x="9" y="31"/>
                    <a:pt x="11" y="18"/>
                  </a:cubicBezTo>
                  <a:cubicBezTo>
                    <a:pt x="12" y="5"/>
                    <a:pt x="9" y="0"/>
                    <a:pt x="9" y="0"/>
                  </a:cubicBezTo>
                </a:path>
              </a:pathLst>
            </a:custGeom>
            <a:solidFill>
              <a:srgbClr val="C17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097" name="Freeform 395">
              <a:extLst>
                <a:ext uri="{FF2B5EF4-FFF2-40B4-BE49-F238E27FC236}">
                  <a16:creationId xmlns:a16="http://schemas.microsoft.com/office/drawing/2014/main" id="{3EDCB0FB-EB67-48D1-8C1B-C10D6AE97A45}"/>
                </a:ext>
              </a:extLst>
            </p:cNvPr>
            <p:cNvSpPr>
              <a:spLocks/>
            </p:cNvSpPr>
            <p:nvPr/>
          </p:nvSpPr>
          <p:spPr bwMode="auto">
            <a:xfrm>
              <a:off x="939" y="3949"/>
              <a:ext cx="117" cy="72"/>
            </a:xfrm>
            <a:custGeom>
              <a:avLst/>
              <a:gdLst>
                <a:gd name="T0" fmla="*/ 58 w 65"/>
                <a:gd name="T1" fmla="*/ 182 h 40"/>
                <a:gd name="T2" fmla="*/ 284 w 65"/>
                <a:gd name="T3" fmla="*/ 187 h 40"/>
                <a:gd name="T4" fmla="*/ 328 w 65"/>
                <a:gd name="T5" fmla="*/ 0 h 40"/>
                <a:gd name="T6" fmla="*/ 308 w 65"/>
                <a:gd name="T7" fmla="*/ 65 h 40"/>
                <a:gd name="T8" fmla="*/ 211 w 65"/>
                <a:gd name="T9" fmla="*/ 104 h 40"/>
                <a:gd name="T10" fmla="*/ 16 w 65"/>
                <a:gd name="T11" fmla="*/ 94 h 40"/>
                <a:gd name="T12" fmla="*/ 29 w 65"/>
                <a:gd name="T13" fmla="*/ 187 h 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5" h="40">
                  <a:moveTo>
                    <a:pt x="10" y="31"/>
                  </a:moveTo>
                  <a:cubicBezTo>
                    <a:pt x="20" y="40"/>
                    <a:pt x="38" y="37"/>
                    <a:pt x="49" y="32"/>
                  </a:cubicBezTo>
                  <a:cubicBezTo>
                    <a:pt x="65" y="24"/>
                    <a:pt x="62" y="14"/>
                    <a:pt x="56" y="0"/>
                  </a:cubicBezTo>
                  <a:cubicBezTo>
                    <a:pt x="56" y="5"/>
                    <a:pt x="57" y="7"/>
                    <a:pt x="53" y="11"/>
                  </a:cubicBezTo>
                  <a:cubicBezTo>
                    <a:pt x="50" y="15"/>
                    <a:pt x="41" y="17"/>
                    <a:pt x="36" y="18"/>
                  </a:cubicBezTo>
                  <a:cubicBezTo>
                    <a:pt x="25" y="21"/>
                    <a:pt x="14" y="19"/>
                    <a:pt x="3" y="16"/>
                  </a:cubicBezTo>
                  <a:cubicBezTo>
                    <a:pt x="0" y="20"/>
                    <a:pt x="5" y="28"/>
                    <a:pt x="5" y="32"/>
                  </a:cubicBezTo>
                </a:path>
              </a:pathLst>
            </a:custGeom>
            <a:solidFill>
              <a:srgbClr val="8E4C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098" name="Freeform 396">
              <a:extLst>
                <a:ext uri="{FF2B5EF4-FFF2-40B4-BE49-F238E27FC236}">
                  <a16:creationId xmlns:a16="http://schemas.microsoft.com/office/drawing/2014/main" id="{19B66380-5D8B-45B4-81F7-A2470C81B1DB}"/>
                </a:ext>
              </a:extLst>
            </p:cNvPr>
            <p:cNvSpPr>
              <a:spLocks/>
            </p:cNvSpPr>
            <p:nvPr/>
          </p:nvSpPr>
          <p:spPr bwMode="auto">
            <a:xfrm>
              <a:off x="733" y="3853"/>
              <a:ext cx="125" cy="157"/>
            </a:xfrm>
            <a:custGeom>
              <a:avLst/>
              <a:gdLst>
                <a:gd name="T0" fmla="*/ 0 w 69"/>
                <a:gd name="T1" fmla="*/ 511 h 87"/>
                <a:gd name="T2" fmla="*/ 112 w 69"/>
                <a:gd name="T3" fmla="*/ 494 h 87"/>
                <a:gd name="T4" fmla="*/ 207 w 69"/>
                <a:gd name="T5" fmla="*/ 505 h 87"/>
                <a:gd name="T6" fmla="*/ 292 w 69"/>
                <a:gd name="T7" fmla="*/ 475 h 87"/>
                <a:gd name="T8" fmla="*/ 344 w 69"/>
                <a:gd name="T9" fmla="*/ 393 h 87"/>
                <a:gd name="T10" fmla="*/ 368 w 69"/>
                <a:gd name="T11" fmla="*/ 182 h 87"/>
                <a:gd name="T12" fmla="*/ 351 w 69"/>
                <a:gd name="T13" fmla="*/ 0 h 87"/>
                <a:gd name="T14" fmla="*/ 292 w 69"/>
                <a:gd name="T15" fmla="*/ 101 h 87"/>
                <a:gd name="T16" fmla="*/ 299 w 69"/>
                <a:gd name="T17" fmla="*/ 235 h 87"/>
                <a:gd name="T18" fmla="*/ 236 w 69"/>
                <a:gd name="T19" fmla="*/ 352 h 87"/>
                <a:gd name="T20" fmla="*/ 141 w 69"/>
                <a:gd name="T21" fmla="*/ 458 h 8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9" h="87">
                  <a:moveTo>
                    <a:pt x="0" y="87"/>
                  </a:moveTo>
                  <a:cubicBezTo>
                    <a:pt x="6" y="85"/>
                    <a:pt x="12" y="83"/>
                    <a:pt x="19" y="84"/>
                  </a:cubicBezTo>
                  <a:cubicBezTo>
                    <a:pt x="25" y="85"/>
                    <a:pt x="30" y="86"/>
                    <a:pt x="35" y="86"/>
                  </a:cubicBezTo>
                  <a:cubicBezTo>
                    <a:pt x="39" y="85"/>
                    <a:pt x="45" y="83"/>
                    <a:pt x="49" y="81"/>
                  </a:cubicBezTo>
                  <a:cubicBezTo>
                    <a:pt x="56" y="77"/>
                    <a:pt x="56" y="73"/>
                    <a:pt x="58" y="67"/>
                  </a:cubicBezTo>
                  <a:cubicBezTo>
                    <a:pt x="61" y="55"/>
                    <a:pt x="62" y="43"/>
                    <a:pt x="62" y="31"/>
                  </a:cubicBezTo>
                  <a:cubicBezTo>
                    <a:pt x="63" y="21"/>
                    <a:pt x="69" y="7"/>
                    <a:pt x="59" y="0"/>
                  </a:cubicBezTo>
                  <a:cubicBezTo>
                    <a:pt x="56" y="3"/>
                    <a:pt x="50" y="12"/>
                    <a:pt x="49" y="17"/>
                  </a:cubicBezTo>
                  <a:cubicBezTo>
                    <a:pt x="47" y="24"/>
                    <a:pt x="51" y="33"/>
                    <a:pt x="50" y="40"/>
                  </a:cubicBezTo>
                  <a:cubicBezTo>
                    <a:pt x="49" y="48"/>
                    <a:pt x="45" y="54"/>
                    <a:pt x="40" y="60"/>
                  </a:cubicBezTo>
                  <a:cubicBezTo>
                    <a:pt x="35" y="66"/>
                    <a:pt x="33" y="78"/>
                    <a:pt x="24" y="78"/>
                  </a:cubicBezTo>
                </a:path>
              </a:pathLst>
            </a:custGeom>
            <a:solidFill>
              <a:srgbClr val="8E4C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099" name="Freeform 397">
              <a:extLst>
                <a:ext uri="{FF2B5EF4-FFF2-40B4-BE49-F238E27FC236}">
                  <a16:creationId xmlns:a16="http://schemas.microsoft.com/office/drawing/2014/main" id="{623CD482-D793-4CC5-A719-969351157AD1}"/>
                </a:ext>
              </a:extLst>
            </p:cNvPr>
            <p:cNvSpPr>
              <a:spLocks/>
            </p:cNvSpPr>
            <p:nvPr/>
          </p:nvSpPr>
          <p:spPr bwMode="auto">
            <a:xfrm>
              <a:off x="841" y="2088"/>
              <a:ext cx="35" cy="13"/>
            </a:xfrm>
            <a:custGeom>
              <a:avLst/>
              <a:gdLst>
                <a:gd name="T0" fmla="*/ 0 w 19"/>
                <a:gd name="T1" fmla="*/ 45 h 7"/>
                <a:gd name="T2" fmla="*/ 61 w 19"/>
                <a:gd name="T3" fmla="*/ 0 h 7"/>
                <a:gd name="T4" fmla="*/ 118 w 19"/>
                <a:gd name="T5" fmla="*/ 45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7">
                  <a:moveTo>
                    <a:pt x="0" y="7"/>
                  </a:moveTo>
                  <a:cubicBezTo>
                    <a:pt x="5" y="1"/>
                    <a:pt x="5" y="0"/>
                    <a:pt x="10" y="0"/>
                  </a:cubicBezTo>
                  <a:cubicBezTo>
                    <a:pt x="14" y="0"/>
                    <a:pt x="15" y="2"/>
                    <a:pt x="19" y="7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100" name="Freeform 398">
              <a:extLst>
                <a:ext uri="{FF2B5EF4-FFF2-40B4-BE49-F238E27FC236}">
                  <a16:creationId xmlns:a16="http://schemas.microsoft.com/office/drawing/2014/main" id="{38861D0F-2B81-40DE-AACD-0179AB867359}"/>
                </a:ext>
              </a:extLst>
            </p:cNvPr>
            <p:cNvSpPr>
              <a:spLocks/>
            </p:cNvSpPr>
            <p:nvPr/>
          </p:nvSpPr>
          <p:spPr bwMode="auto">
            <a:xfrm>
              <a:off x="849" y="2095"/>
              <a:ext cx="21" cy="9"/>
            </a:xfrm>
            <a:custGeom>
              <a:avLst/>
              <a:gdLst>
                <a:gd name="T0" fmla="*/ 0 w 12"/>
                <a:gd name="T1" fmla="*/ 0 h 5"/>
                <a:gd name="T2" fmla="*/ 65 w 12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5">
                  <a:moveTo>
                    <a:pt x="0" y="0"/>
                  </a:moveTo>
                  <a:cubicBezTo>
                    <a:pt x="1" y="5"/>
                    <a:pt x="10" y="5"/>
                    <a:pt x="12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101" name="Freeform 399">
              <a:extLst>
                <a:ext uri="{FF2B5EF4-FFF2-40B4-BE49-F238E27FC236}">
                  <a16:creationId xmlns:a16="http://schemas.microsoft.com/office/drawing/2014/main" id="{53D4B204-B6BE-4069-8A58-41F8EF442A23}"/>
                </a:ext>
              </a:extLst>
            </p:cNvPr>
            <p:cNvSpPr>
              <a:spLocks/>
            </p:cNvSpPr>
            <p:nvPr/>
          </p:nvSpPr>
          <p:spPr bwMode="auto">
            <a:xfrm>
              <a:off x="651" y="1337"/>
              <a:ext cx="169" cy="18"/>
            </a:xfrm>
            <a:custGeom>
              <a:avLst/>
              <a:gdLst>
                <a:gd name="T0" fmla="*/ 0 w 94"/>
                <a:gd name="T1" fmla="*/ 0 h 10"/>
                <a:gd name="T2" fmla="*/ 146 w 94"/>
                <a:gd name="T3" fmla="*/ 29 h 10"/>
                <a:gd name="T4" fmla="*/ 313 w 94"/>
                <a:gd name="T5" fmla="*/ 29 h 10"/>
                <a:gd name="T6" fmla="*/ 534 w 94"/>
                <a:gd name="T7" fmla="*/ 41 h 10"/>
                <a:gd name="T8" fmla="*/ 547 w 94"/>
                <a:gd name="T9" fmla="*/ 58 h 10"/>
                <a:gd name="T10" fmla="*/ 539 w 94"/>
                <a:gd name="T11" fmla="*/ 36 h 10"/>
                <a:gd name="T12" fmla="*/ 313 w 94"/>
                <a:gd name="T13" fmla="*/ 16 h 10"/>
                <a:gd name="T14" fmla="*/ 153 w 94"/>
                <a:gd name="T15" fmla="*/ 16 h 10"/>
                <a:gd name="T16" fmla="*/ 0 w 94"/>
                <a:gd name="T17" fmla="*/ 0 h 1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4" h="10">
                  <a:moveTo>
                    <a:pt x="0" y="0"/>
                  </a:moveTo>
                  <a:cubicBezTo>
                    <a:pt x="5" y="1"/>
                    <a:pt x="20" y="3"/>
                    <a:pt x="25" y="5"/>
                  </a:cubicBezTo>
                  <a:cubicBezTo>
                    <a:pt x="30" y="7"/>
                    <a:pt x="42" y="6"/>
                    <a:pt x="54" y="5"/>
                  </a:cubicBezTo>
                  <a:cubicBezTo>
                    <a:pt x="69" y="4"/>
                    <a:pt x="87" y="3"/>
                    <a:pt x="92" y="7"/>
                  </a:cubicBezTo>
                  <a:cubicBezTo>
                    <a:pt x="92" y="8"/>
                    <a:pt x="94" y="9"/>
                    <a:pt x="94" y="10"/>
                  </a:cubicBezTo>
                  <a:cubicBezTo>
                    <a:pt x="94" y="9"/>
                    <a:pt x="94" y="7"/>
                    <a:pt x="93" y="6"/>
                  </a:cubicBezTo>
                  <a:cubicBezTo>
                    <a:pt x="87" y="1"/>
                    <a:pt x="70" y="2"/>
                    <a:pt x="54" y="3"/>
                  </a:cubicBezTo>
                  <a:cubicBezTo>
                    <a:pt x="42" y="4"/>
                    <a:pt x="31" y="5"/>
                    <a:pt x="26" y="3"/>
                  </a:cubicBezTo>
                  <a:cubicBezTo>
                    <a:pt x="21" y="1"/>
                    <a:pt x="6" y="1"/>
                    <a:pt x="0" y="0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102" name="Freeform 400">
              <a:extLst>
                <a:ext uri="{FF2B5EF4-FFF2-40B4-BE49-F238E27FC236}">
                  <a16:creationId xmlns:a16="http://schemas.microsoft.com/office/drawing/2014/main" id="{D1054B06-32BD-400F-B935-829A52A1A7F4}"/>
                </a:ext>
              </a:extLst>
            </p:cNvPr>
            <p:cNvSpPr>
              <a:spLocks/>
            </p:cNvSpPr>
            <p:nvPr/>
          </p:nvSpPr>
          <p:spPr bwMode="auto">
            <a:xfrm>
              <a:off x="845" y="1374"/>
              <a:ext cx="33" cy="18"/>
            </a:xfrm>
            <a:custGeom>
              <a:avLst/>
              <a:gdLst>
                <a:gd name="T0" fmla="*/ 0 w 18"/>
                <a:gd name="T1" fmla="*/ 0 h 10"/>
                <a:gd name="T2" fmla="*/ 51 w 18"/>
                <a:gd name="T3" fmla="*/ 58 h 10"/>
                <a:gd name="T4" fmla="*/ 112 w 18"/>
                <a:gd name="T5" fmla="*/ 7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0">
                  <a:moveTo>
                    <a:pt x="0" y="0"/>
                  </a:moveTo>
                  <a:cubicBezTo>
                    <a:pt x="3" y="6"/>
                    <a:pt x="5" y="10"/>
                    <a:pt x="8" y="10"/>
                  </a:cubicBezTo>
                  <a:cubicBezTo>
                    <a:pt x="10" y="10"/>
                    <a:pt x="14" y="6"/>
                    <a:pt x="18" y="1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103" name="Freeform 401">
              <a:extLst>
                <a:ext uri="{FF2B5EF4-FFF2-40B4-BE49-F238E27FC236}">
                  <a16:creationId xmlns:a16="http://schemas.microsoft.com/office/drawing/2014/main" id="{95AB4F11-7A9A-4444-A760-4C6371401222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" y="3952"/>
              <a:ext cx="28" cy="63"/>
            </a:xfrm>
            <a:custGeom>
              <a:avLst/>
              <a:gdLst>
                <a:gd name="T0" fmla="*/ 81 w 16"/>
                <a:gd name="T1" fmla="*/ 0 h 35"/>
                <a:gd name="T2" fmla="*/ 65 w 16"/>
                <a:gd name="T3" fmla="*/ 65 h 35"/>
                <a:gd name="T4" fmla="*/ 37 w 16"/>
                <a:gd name="T5" fmla="*/ 203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35">
                  <a:moveTo>
                    <a:pt x="15" y="0"/>
                  </a:moveTo>
                  <a:cubicBezTo>
                    <a:pt x="16" y="4"/>
                    <a:pt x="15" y="8"/>
                    <a:pt x="12" y="11"/>
                  </a:cubicBezTo>
                  <a:cubicBezTo>
                    <a:pt x="8" y="15"/>
                    <a:pt x="0" y="28"/>
                    <a:pt x="7" y="35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104" name="Freeform 402">
              <a:extLst>
                <a:ext uri="{FF2B5EF4-FFF2-40B4-BE49-F238E27FC236}">
                  <a16:creationId xmlns:a16="http://schemas.microsoft.com/office/drawing/2014/main" id="{DD88483E-40BB-48F6-8E5B-EA5878F06895}"/>
                </a:ext>
              </a:extLst>
            </p:cNvPr>
            <p:cNvSpPr>
              <a:spLocks/>
            </p:cNvSpPr>
            <p:nvPr/>
          </p:nvSpPr>
          <p:spPr bwMode="auto">
            <a:xfrm>
              <a:off x="717" y="3956"/>
              <a:ext cx="40" cy="59"/>
            </a:xfrm>
            <a:custGeom>
              <a:avLst/>
              <a:gdLst>
                <a:gd name="T0" fmla="*/ 133 w 22"/>
                <a:gd name="T1" fmla="*/ 0 h 33"/>
                <a:gd name="T2" fmla="*/ 53 w 22"/>
                <a:gd name="T3" fmla="*/ 68 h 33"/>
                <a:gd name="T4" fmla="*/ 24 w 22"/>
                <a:gd name="T5" fmla="*/ 188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33">
                  <a:moveTo>
                    <a:pt x="22" y="0"/>
                  </a:moveTo>
                  <a:cubicBezTo>
                    <a:pt x="19" y="6"/>
                    <a:pt x="11" y="10"/>
                    <a:pt x="9" y="12"/>
                  </a:cubicBezTo>
                  <a:cubicBezTo>
                    <a:pt x="2" y="19"/>
                    <a:pt x="0" y="27"/>
                    <a:pt x="4" y="33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105" name="Freeform 403">
              <a:extLst>
                <a:ext uri="{FF2B5EF4-FFF2-40B4-BE49-F238E27FC236}">
                  <a16:creationId xmlns:a16="http://schemas.microsoft.com/office/drawing/2014/main" id="{4CDC0009-F77D-4387-A696-9D01AD872151}"/>
                </a:ext>
              </a:extLst>
            </p:cNvPr>
            <p:cNvSpPr>
              <a:spLocks/>
            </p:cNvSpPr>
            <p:nvPr/>
          </p:nvSpPr>
          <p:spPr bwMode="auto">
            <a:xfrm>
              <a:off x="683" y="3952"/>
              <a:ext cx="43" cy="60"/>
            </a:xfrm>
            <a:custGeom>
              <a:avLst/>
              <a:gdLst>
                <a:gd name="T0" fmla="*/ 138 w 24"/>
                <a:gd name="T1" fmla="*/ 0 h 33"/>
                <a:gd name="T2" fmla="*/ 57 w 24"/>
                <a:gd name="T3" fmla="*/ 82 h 33"/>
                <a:gd name="T4" fmla="*/ 7 w 24"/>
                <a:gd name="T5" fmla="*/ 198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33">
                  <a:moveTo>
                    <a:pt x="24" y="0"/>
                  </a:moveTo>
                  <a:cubicBezTo>
                    <a:pt x="20" y="4"/>
                    <a:pt x="15" y="9"/>
                    <a:pt x="10" y="14"/>
                  </a:cubicBezTo>
                  <a:cubicBezTo>
                    <a:pt x="6" y="18"/>
                    <a:pt x="0" y="26"/>
                    <a:pt x="1" y="33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106" name="Freeform 404">
              <a:extLst>
                <a:ext uri="{FF2B5EF4-FFF2-40B4-BE49-F238E27FC236}">
                  <a16:creationId xmlns:a16="http://schemas.microsoft.com/office/drawing/2014/main" id="{526C1617-E987-48A7-95C5-ECE9B730AD77}"/>
                </a:ext>
              </a:extLst>
            </p:cNvPr>
            <p:cNvSpPr>
              <a:spLocks/>
            </p:cNvSpPr>
            <p:nvPr/>
          </p:nvSpPr>
          <p:spPr bwMode="auto">
            <a:xfrm>
              <a:off x="667" y="3943"/>
              <a:ext cx="30" cy="45"/>
            </a:xfrm>
            <a:custGeom>
              <a:avLst/>
              <a:gdLst>
                <a:gd name="T0" fmla="*/ 94 w 17"/>
                <a:gd name="T1" fmla="*/ 0 h 25"/>
                <a:gd name="T2" fmla="*/ 37 w 17"/>
                <a:gd name="T3" fmla="*/ 58 h 25"/>
                <a:gd name="T4" fmla="*/ 0 w 17"/>
                <a:gd name="T5" fmla="*/ 146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5">
                  <a:moveTo>
                    <a:pt x="17" y="0"/>
                  </a:moveTo>
                  <a:cubicBezTo>
                    <a:pt x="14" y="4"/>
                    <a:pt x="10" y="7"/>
                    <a:pt x="7" y="10"/>
                  </a:cubicBezTo>
                  <a:cubicBezTo>
                    <a:pt x="3" y="13"/>
                    <a:pt x="0" y="20"/>
                    <a:pt x="0" y="25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107" name="Freeform 405">
              <a:extLst>
                <a:ext uri="{FF2B5EF4-FFF2-40B4-BE49-F238E27FC236}">
                  <a16:creationId xmlns:a16="http://schemas.microsoft.com/office/drawing/2014/main" id="{EFF4A598-5C31-45E2-B78B-12BEC64D49E5}"/>
                </a:ext>
              </a:extLst>
            </p:cNvPr>
            <p:cNvSpPr>
              <a:spLocks/>
            </p:cNvSpPr>
            <p:nvPr/>
          </p:nvSpPr>
          <p:spPr bwMode="auto">
            <a:xfrm>
              <a:off x="778" y="3977"/>
              <a:ext cx="44" cy="22"/>
            </a:xfrm>
            <a:custGeom>
              <a:avLst/>
              <a:gdLst>
                <a:gd name="T0" fmla="*/ 0 w 24"/>
                <a:gd name="T1" fmla="*/ 73 h 12"/>
                <a:gd name="T2" fmla="*/ 112 w 24"/>
                <a:gd name="T3" fmla="*/ 73 h 12"/>
                <a:gd name="T4" fmla="*/ 81 w 24"/>
                <a:gd name="T5" fmla="*/ 7 h 12"/>
                <a:gd name="T6" fmla="*/ 0 w 24"/>
                <a:gd name="T7" fmla="*/ 73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12">
                  <a:moveTo>
                    <a:pt x="0" y="12"/>
                  </a:moveTo>
                  <a:cubicBezTo>
                    <a:pt x="8" y="11"/>
                    <a:pt x="16" y="11"/>
                    <a:pt x="18" y="12"/>
                  </a:cubicBezTo>
                  <a:cubicBezTo>
                    <a:pt x="24" y="4"/>
                    <a:pt x="17" y="0"/>
                    <a:pt x="13" y="1"/>
                  </a:cubicBezTo>
                  <a:cubicBezTo>
                    <a:pt x="2" y="1"/>
                    <a:pt x="0" y="10"/>
                    <a:pt x="0" y="12"/>
                  </a:cubicBezTo>
                  <a:close/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108" name="Freeform 406">
              <a:extLst>
                <a:ext uri="{FF2B5EF4-FFF2-40B4-BE49-F238E27FC236}">
                  <a16:creationId xmlns:a16="http://schemas.microsoft.com/office/drawing/2014/main" id="{94FE853F-D79B-4991-B5F6-D7A470D65CEB}"/>
                </a:ext>
              </a:extLst>
            </p:cNvPr>
            <p:cNvSpPr>
              <a:spLocks/>
            </p:cNvSpPr>
            <p:nvPr/>
          </p:nvSpPr>
          <p:spPr bwMode="auto">
            <a:xfrm>
              <a:off x="733" y="3994"/>
              <a:ext cx="20" cy="18"/>
            </a:xfrm>
            <a:custGeom>
              <a:avLst/>
              <a:gdLst>
                <a:gd name="T0" fmla="*/ 0 w 11"/>
                <a:gd name="T1" fmla="*/ 58 h 10"/>
                <a:gd name="T2" fmla="*/ 65 w 11"/>
                <a:gd name="T3" fmla="*/ 52 h 10"/>
                <a:gd name="T4" fmla="*/ 0 w 11"/>
                <a:gd name="T5" fmla="*/ 58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0">
                  <a:moveTo>
                    <a:pt x="0" y="10"/>
                  </a:moveTo>
                  <a:cubicBezTo>
                    <a:pt x="2" y="9"/>
                    <a:pt x="10" y="8"/>
                    <a:pt x="11" y="9"/>
                  </a:cubicBezTo>
                  <a:cubicBezTo>
                    <a:pt x="11" y="1"/>
                    <a:pt x="0" y="0"/>
                    <a:pt x="0" y="10"/>
                  </a:cubicBezTo>
                  <a:close/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109" name="Freeform 407">
              <a:extLst>
                <a:ext uri="{FF2B5EF4-FFF2-40B4-BE49-F238E27FC236}">
                  <a16:creationId xmlns:a16="http://schemas.microsoft.com/office/drawing/2014/main" id="{16CEACEB-6A30-4AD8-877C-E16DAA620696}"/>
                </a:ext>
              </a:extLst>
            </p:cNvPr>
            <p:cNvSpPr>
              <a:spLocks/>
            </p:cNvSpPr>
            <p:nvPr/>
          </p:nvSpPr>
          <p:spPr bwMode="auto">
            <a:xfrm>
              <a:off x="694" y="3997"/>
              <a:ext cx="18" cy="15"/>
            </a:xfrm>
            <a:custGeom>
              <a:avLst/>
              <a:gdLst>
                <a:gd name="T0" fmla="*/ 0 w 10"/>
                <a:gd name="T1" fmla="*/ 45 h 8"/>
                <a:gd name="T2" fmla="*/ 58 w 10"/>
                <a:gd name="T3" fmla="*/ 39 h 8"/>
                <a:gd name="T4" fmla="*/ 0 w 10"/>
                <a:gd name="T5" fmla="*/ 45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8">
                  <a:moveTo>
                    <a:pt x="0" y="7"/>
                  </a:moveTo>
                  <a:cubicBezTo>
                    <a:pt x="2" y="8"/>
                    <a:pt x="8" y="8"/>
                    <a:pt x="10" y="6"/>
                  </a:cubicBezTo>
                  <a:cubicBezTo>
                    <a:pt x="9" y="0"/>
                    <a:pt x="0" y="3"/>
                    <a:pt x="0" y="7"/>
                  </a:cubicBezTo>
                  <a:close/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110" name="Freeform 408">
              <a:extLst>
                <a:ext uri="{FF2B5EF4-FFF2-40B4-BE49-F238E27FC236}">
                  <a16:creationId xmlns:a16="http://schemas.microsoft.com/office/drawing/2014/main" id="{9A005FDD-59C7-4433-8AE5-8D9685D727E5}"/>
                </a:ext>
              </a:extLst>
            </p:cNvPr>
            <p:cNvSpPr>
              <a:spLocks/>
            </p:cNvSpPr>
            <p:nvPr/>
          </p:nvSpPr>
          <p:spPr bwMode="auto">
            <a:xfrm>
              <a:off x="670" y="3985"/>
              <a:ext cx="15" cy="12"/>
            </a:xfrm>
            <a:custGeom>
              <a:avLst/>
              <a:gdLst>
                <a:gd name="T0" fmla="*/ 0 w 8"/>
                <a:gd name="T1" fmla="*/ 21 h 7"/>
                <a:gd name="T2" fmla="*/ 45 w 8"/>
                <a:gd name="T3" fmla="*/ 26 h 7"/>
                <a:gd name="T4" fmla="*/ 0 w 8"/>
                <a:gd name="T5" fmla="*/ 21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7">
                  <a:moveTo>
                    <a:pt x="0" y="4"/>
                  </a:moveTo>
                  <a:cubicBezTo>
                    <a:pt x="1" y="6"/>
                    <a:pt x="4" y="7"/>
                    <a:pt x="7" y="5"/>
                  </a:cubicBezTo>
                  <a:cubicBezTo>
                    <a:pt x="8" y="0"/>
                    <a:pt x="1" y="0"/>
                    <a:pt x="0" y="4"/>
                  </a:cubicBezTo>
                  <a:close/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111" name="Freeform 409">
              <a:extLst>
                <a:ext uri="{FF2B5EF4-FFF2-40B4-BE49-F238E27FC236}">
                  <a16:creationId xmlns:a16="http://schemas.microsoft.com/office/drawing/2014/main" id="{AC226875-170E-461F-AF9A-281BDDD5437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" y="2581"/>
              <a:ext cx="61" cy="39"/>
            </a:xfrm>
            <a:custGeom>
              <a:avLst/>
              <a:gdLst>
                <a:gd name="T0" fmla="*/ 0 w 34"/>
                <a:gd name="T1" fmla="*/ 0 h 22"/>
                <a:gd name="T2" fmla="*/ 57 w 34"/>
                <a:gd name="T3" fmla="*/ 62 h 22"/>
                <a:gd name="T4" fmla="*/ 154 w 34"/>
                <a:gd name="T5" fmla="*/ 106 h 22"/>
                <a:gd name="T6" fmla="*/ 196 w 34"/>
                <a:gd name="T7" fmla="*/ 122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" h="22">
                  <a:moveTo>
                    <a:pt x="0" y="0"/>
                  </a:moveTo>
                  <a:cubicBezTo>
                    <a:pt x="3" y="2"/>
                    <a:pt x="6" y="9"/>
                    <a:pt x="10" y="11"/>
                  </a:cubicBezTo>
                  <a:cubicBezTo>
                    <a:pt x="15" y="15"/>
                    <a:pt x="22" y="16"/>
                    <a:pt x="27" y="19"/>
                  </a:cubicBezTo>
                  <a:cubicBezTo>
                    <a:pt x="29" y="20"/>
                    <a:pt x="33" y="21"/>
                    <a:pt x="34" y="22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112" name="Freeform 410">
              <a:extLst>
                <a:ext uri="{FF2B5EF4-FFF2-40B4-BE49-F238E27FC236}">
                  <a16:creationId xmlns:a16="http://schemas.microsoft.com/office/drawing/2014/main" id="{FDF5A549-5EF4-43CF-997C-8372B66A113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" y="2588"/>
              <a:ext cx="54" cy="45"/>
            </a:xfrm>
            <a:custGeom>
              <a:avLst/>
              <a:gdLst>
                <a:gd name="T0" fmla="*/ 175 w 30"/>
                <a:gd name="T1" fmla="*/ 146 h 25"/>
                <a:gd name="T2" fmla="*/ 52 w 30"/>
                <a:gd name="T3" fmla="*/ 74 h 25"/>
                <a:gd name="T4" fmla="*/ 0 w 30"/>
                <a:gd name="T5" fmla="*/ 0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25">
                  <a:moveTo>
                    <a:pt x="30" y="25"/>
                  </a:moveTo>
                  <a:cubicBezTo>
                    <a:pt x="21" y="17"/>
                    <a:pt x="15" y="15"/>
                    <a:pt x="9" y="13"/>
                  </a:cubicBezTo>
                  <a:cubicBezTo>
                    <a:pt x="10" y="11"/>
                    <a:pt x="4" y="5"/>
                    <a:pt x="0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113" name="Freeform 411">
              <a:extLst>
                <a:ext uri="{FF2B5EF4-FFF2-40B4-BE49-F238E27FC236}">
                  <a16:creationId xmlns:a16="http://schemas.microsoft.com/office/drawing/2014/main" id="{B6114DAF-F259-450C-8516-9AA34E02D43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" y="2525"/>
              <a:ext cx="67" cy="84"/>
            </a:xfrm>
            <a:custGeom>
              <a:avLst/>
              <a:gdLst>
                <a:gd name="T0" fmla="*/ 219 w 37"/>
                <a:gd name="T1" fmla="*/ 263 h 47"/>
                <a:gd name="T2" fmla="*/ 125 w 37"/>
                <a:gd name="T3" fmla="*/ 188 h 47"/>
                <a:gd name="T4" fmla="*/ 101 w 37"/>
                <a:gd name="T5" fmla="*/ 52 h 47"/>
                <a:gd name="T6" fmla="*/ 60 w 37"/>
                <a:gd name="T7" fmla="*/ 0 h 47"/>
                <a:gd name="T8" fmla="*/ 0 w 37"/>
                <a:gd name="T9" fmla="*/ 109 h 47"/>
                <a:gd name="T10" fmla="*/ 24 w 37"/>
                <a:gd name="T11" fmla="*/ 202 h 4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7" h="47">
                  <a:moveTo>
                    <a:pt x="37" y="46"/>
                  </a:moveTo>
                  <a:cubicBezTo>
                    <a:pt x="28" y="47"/>
                    <a:pt x="21" y="38"/>
                    <a:pt x="21" y="33"/>
                  </a:cubicBezTo>
                  <a:cubicBezTo>
                    <a:pt x="19" y="28"/>
                    <a:pt x="17" y="13"/>
                    <a:pt x="17" y="9"/>
                  </a:cubicBezTo>
                  <a:cubicBezTo>
                    <a:pt x="16" y="5"/>
                    <a:pt x="16" y="0"/>
                    <a:pt x="10" y="0"/>
                  </a:cubicBezTo>
                  <a:cubicBezTo>
                    <a:pt x="3" y="5"/>
                    <a:pt x="0" y="13"/>
                    <a:pt x="0" y="19"/>
                  </a:cubicBezTo>
                  <a:cubicBezTo>
                    <a:pt x="0" y="25"/>
                    <a:pt x="4" y="29"/>
                    <a:pt x="4" y="35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114" name="Freeform 412">
              <a:extLst>
                <a:ext uri="{FF2B5EF4-FFF2-40B4-BE49-F238E27FC236}">
                  <a16:creationId xmlns:a16="http://schemas.microsoft.com/office/drawing/2014/main" id="{4A18993C-6C57-4043-BE2E-4DD567377034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" y="2649"/>
              <a:ext cx="24" cy="9"/>
            </a:xfrm>
            <a:custGeom>
              <a:avLst/>
              <a:gdLst>
                <a:gd name="T0" fmla="*/ 81 w 13"/>
                <a:gd name="T1" fmla="*/ 29 h 5"/>
                <a:gd name="T2" fmla="*/ 0 w 13"/>
                <a:gd name="T3" fmla="*/ 16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5">
                  <a:moveTo>
                    <a:pt x="13" y="5"/>
                  </a:moveTo>
                  <a:cubicBezTo>
                    <a:pt x="8" y="1"/>
                    <a:pt x="2" y="0"/>
                    <a:pt x="0" y="3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115" name="Freeform 413">
              <a:extLst>
                <a:ext uri="{FF2B5EF4-FFF2-40B4-BE49-F238E27FC236}">
                  <a16:creationId xmlns:a16="http://schemas.microsoft.com/office/drawing/2014/main" id="{7BF0F755-A3AB-4693-BCEC-8ECD306340E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" y="2516"/>
              <a:ext cx="5" cy="16"/>
            </a:xfrm>
            <a:custGeom>
              <a:avLst/>
              <a:gdLst>
                <a:gd name="T0" fmla="*/ 13 w 3"/>
                <a:gd name="T1" fmla="*/ 50 h 9"/>
                <a:gd name="T2" fmla="*/ 0 w 3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9">
                  <a:moveTo>
                    <a:pt x="3" y="9"/>
                  </a:moveTo>
                  <a:cubicBezTo>
                    <a:pt x="3" y="5"/>
                    <a:pt x="1" y="2"/>
                    <a:pt x="0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116" name="Freeform 414">
              <a:extLst>
                <a:ext uri="{FF2B5EF4-FFF2-40B4-BE49-F238E27FC236}">
                  <a16:creationId xmlns:a16="http://schemas.microsoft.com/office/drawing/2014/main" id="{E0314E7F-08B6-4286-9C1C-C70D8341120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" y="2546"/>
              <a:ext cx="38" cy="44"/>
            </a:xfrm>
            <a:custGeom>
              <a:avLst/>
              <a:gdLst>
                <a:gd name="T0" fmla="*/ 125 w 21"/>
                <a:gd name="T1" fmla="*/ 149 h 24"/>
                <a:gd name="T2" fmla="*/ 52 w 21"/>
                <a:gd name="T3" fmla="*/ 112 h 24"/>
                <a:gd name="T4" fmla="*/ 0 w 21"/>
                <a:gd name="T5" fmla="*/ 0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24">
                  <a:moveTo>
                    <a:pt x="21" y="24"/>
                  </a:moveTo>
                  <a:cubicBezTo>
                    <a:pt x="18" y="21"/>
                    <a:pt x="11" y="23"/>
                    <a:pt x="9" y="18"/>
                  </a:cubicBezTo>
                  <a:cubicBezTo>
                    <a:pt x="6" y="12"/>
                    <a:pt x="1" y="8"/>
                    <a:pt x="0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117" name="Freeform 415">
              <a:extLst>
                <a:ext uri="{FF2B5EF4-FFF2-40B4-BE49-F238E27FC236}">
                  <a16:creationId xmlns:a16="http://schemas.microsoft.com/office/drawing/2014/main" id="{54558BCC-AC71-442E-9C60-6C583FA7C2D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" y="2534"/>
              <a:ext cx="26" cy="39"/>
            </a:xfrm>
            <a:custGeom>
              <a:avLst/>
              <a:gdLst>
                <a:gd name="T0" fmla="*/ 89 w 14"/>
                <a:gd name="T1" fmla="*/ 122 h 22"/>
                <a:gd name="T2" fmla="*/ 52 w 14"/>
                <a:gd name="T3" fmla="*/ 110 h 22"/>
                <a:gd name="T4" fmla="*/ 0 w 14"/>
                <a:gd name="T5" fmla="*/ 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22">
                  <a:moveTo>
                    <a:pt x="14" y="22"/>
                  </a:moveTo>
                  <a:cubicBezTo>
                    <a:pt x="13" y="19"/>
                    <a:pt x="11" y="21"/>
                    <a:pt x="8" y="20"/>
                  </a:cubicBezTo>
                  <a:cubicBezTo>
                    <a:pt x="5" y="18"/>
                    <a:pt x="1" y="5"/>
                    <a:pt x="0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118" name="Freeform 416">
              <a:extLst>
                <a:ext uri="{FF2B5EF4-FFF2-40B4-BE49-F238E27FC236}">
                  <a16:creationId xmlns:a16="http://schemas.microsoft.com/office/drawing/2014/main" id="{75E81073-5AC8-4B19-9101-B19771A2EE6F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" y="2582"/>
              <a:ext cx="6" cy="17"/>
            </a:xfrm>
            <a:custGeom>
              <a:avLst/>
              <a:gdLst>
                <a:gd name="T0" fmla="*/ 24 w 3"/>
                <a:gd name="T1" fmla="*/ 0 h 9"/>
                <a:gd name="T2" fmla="*/ 16 w 3"/>
                <a:gd name="T3" fmla="*/ 6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9">
                  <a:moveTo>
                    <a:pt x="3" y="0"/>
                  </a:moveTo>
                  <a:cubicBezTo>
                    <a:pt x="0" y="1"/>
                    <a:pt x="1" y="7"/>
                    <a:pt x="2" y="9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119" name="Freeform 417">
              <a:extLst>
                <a:ext uri="{FF2B5EF4-FFF2-40B4-BE49-F238E27FC236}">
                  <a16:creationId xmlns:a16="http://schemas.microsoft.com/office/drawing/2014/main" id="{F3BA5157-E903-4968-BB0A-73310A70E206}"/>
                </a:ext>
              </a:extLst>
            </p:cNvPr>
            <p:cNvSpPr>
              <a:spLocks/>
            </p:cNvSpPr>
            <p:nvPr/>
          </p:nvSpPr>
          <p:spPr bwMode="auto">
            <a:xfrm>
              <a:off x="773" y="2451"/>
              <a:ext cx="173" cy="69"/>
            </a:xfrm>
            <a:custGeom>
              <a:avLst/>
              <a:gdLst>
                <a:gd name="T0" fmla="*/ 283 w 96"/>
                <a:gd name="T1" fmla="*/ 214 h 38"/>
                <a:gd name="T2" fmla="*/ 283 w 96"/>
                <a:gd name="T3" fmla="*/ 214 h 38"/>
                <a:gd name="T4" fmla="*/ 0 w 96"/>
                <a:gd name="T5" fmla="*/ 0 h 38"/>
                <a:gd name="T6" fmla="*/ 283 w 96"/>
                <a:gd name="T7" fmla="*/ 227 h 38"/>
                <a:gd name="T8" fmla="*/ 283 w 96"/>
                <a:gd name="T9" fmla="*/ 227 h 38"/>
                <a:gd name="T10" fmla="*/ 562 w 96"/>
                <a:gd name="T11" fmla="*/ 0 h 38"/>
                <a:gd name="T12" fmla="*/ 283 w 96"/>
                <a:gd name="T13" fmla="*/ 214 h 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6" h="38">
                  <a:moveTo>
                    <a:pt x="48" y="36"/>
                  </a:moveTo>
                  <a:cubicBezTo>
                    <a:pt x="48" y="36"/>
                    <a:pt x="48" y="36"/>
                    <a:pt x="48" y="36"/>
                  </a:cubicBezTo>
                  <a:cubicBezTo>
                    <a:pt x="31" y="36"/>
                    <a:pt x="7" y="17"/>
                    <a:pt x="0" y="0"/>
                  </a:cubicBezTo>
                  <a:cubicBezTo>
                    <a:pt x="8" y="17"/>
                    <a:pt x="31" y="38"/>
                    <a:pt x="48" y="38"/>
                  </a:cubicBezTo>
                  <a:cubicBezTo>
                    <a:pt x="48" y="38"/>
                    <a:pt x="48" y="38"/>
                    <a:pt x="48" y="38"/>
                  </a:cubicBezTo>
                  <a:cubicBezTo>
                    <a:pt x="65" y="38"/>
                    <a:pt x="88" y="17"/>
                    <a:pt x="96" y="0"/>
                  </a:cubicBezTo>
                  <a:cubicBezTo>
                    <a:pt x="88" y="17"/>
                    <a:pt x="65" y="36"/>
                    <a:pt x="48" y="36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120" name="Freeform 418">
              <a:extLst>
                <a:ext uri="{FF2B5EF4-FFF2-40B4-BE49-F238E27FC236}">
                  <a16:creationId xmlns:a16="http://schemas.microsoft.com/office/drawing/2014/main" id="{84821BA7-FA90-4D59-A903-C4A725BD1B51}"/>
                </a:ext>
              </a:extLst>
            </p:cNvPr>
            <p:cNvSpPr>
              <a:spLocks/>
            </p:cNvSpPr>
            <p:nvPr/>
          </p:nvSpPr>
          <p:spPr bwMode="auto">
            <a:xfrm>
              <a:off x="838" y="3825"/>
              <a:ext cx="7" cy="32"/>
            </a:xfrm>
            <a:custGeom>
              <a:avLst/>
              <a:gdLst>
                <a:gd name="T0" fmla="*/ 21 w 4"/>
                <a:gd name="T1" fmla="*/ 0 h 18"/>
                <a:gd name="T2" fmla="*/ 0 w 4"/>
                <a:gd name="T3" fmla="*/ 101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8">
                  <a:moveTo>
                    <a:pt x="4" y="0"/>
                  </a:moveTo>
                  <a:cubicBezTo>
                    <a:pt x="4" y="7"/>
                    <a:pt x="0" y="18"/>
                    <a:pt x="0" y="18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121" name="Freeform 419">
              <a:extLst>
                <a:ext uri="{FF2B5EF4-FFF2-40B4-BE49-F238E27FC236}">
                  <a16:creationId xmlns:a16="http://schemas.microsoft.com/office/drawing/2014/main" id="{9905C413-EDBD-4EF3-9CB8-7B72DBD20F58}"/>
                </a:ext>
              </a:extLst>
            </p:cNvPr>
            <p:cNvSpPr>
              <a:spLocks/>
            </p:cNvSpPr>
            <p:nvPr/>
          </p:nvSpPr>
          <p:spPr bwMode="auto">
            <a:xfrm>
              <a:off x="901" y="1337"/>
              <a:ext cx="169" cy="18"/>
            </a:xfrm>
            <a:custGeom>
              <a:avLst/>
              <a:gdLst>
                <a:gd name="T0" fmla="*/ 394 w 94"/>
                <a:gd name="T1" fmla="*/ 16 h 10"/>
                <a:gd name="T2" fmla="*/ 232 w 94"/>
                <a:gd name="T3" fmla="*/ 16 h 10"/>
                <a:gd name="T4" fmla="*/ 7 w 94"/>
                <a:gd name="T5" fmla="*/ 36 h 10"/>
                <a:gd name="T6" fmla="*/ 0 w 94"/>
                <a:gd name="T7" fmla="*/ 58 h 10"/>
                <a:gd name="T8" fmla="*/ 13 w 94"/>
                <a:gd name="T9" fmla="*/ 41 h 10"/>
                <a:gd name="T10" fmla="*/ 232 w 94"/>
                <a:gd name="T11" fmla="*/ 29 h 10"/>
                <a:gd name="T12" fmla="*/ 401 w 94"/>
                <a:gd name="T13" fmla="*/ 29 h 10"/>
                <a:gd name="T14" fmla="*/ 547 w 94"/>
                <a:gd name="T15" fmla="*/ 0 h 10"/>
                <a:gd name="T16" fmla="*/ 394 w 94"/>
                <a:gd name="T17" fmla="*/ 16 h 1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4" h="10">
                  <a:moveTo>
                    <a:pt x="68" y="3"/>
                  </a:moveTo>
                  <a:cubicBezTo>
                    <a:pt x="63" y="5"/>
                    <a:pt x="52" y="4"/>
                    <a:pt x="40" y="3"/>
                  </a:cubicBezTo>
                  <a:cubicBezTo>
                    <a:pt x="24" y="2"/>
                    <a:pt x="7" y="1"/>
                    <a:pt x="1" y="6"/>
                  </a:cubicBezTo>
                  <a:cubicBezTo>
                    <a:pt x="0" y="7"/>
                    <a:pt x="0" y="9"/>
                    <a:pt x="0" y="10"/>
                  </a:cubicBezTo>
                  <a:cubicBezTo>
                    <a:pt x="0" y="9"/>
                    <a:pt x="1" y="8"/>
                    <a:pt x="2" y="7"/>
                  </a:cubicBezTo>
                  <a:cubicBezTo>
                    <a:pt x="7" y="3"/>
                    <a:pt x="25" y="4"/>
                    <a:pt x="40" y="5"/>
                  </a:cubicBezTo>
                  <a:cubicBezTo>
                    <a:pt x="52" y="6"/>
                    <a:pt x="64" y="7"/>
                    <a:pt x="69" y="5"/>
                  </a:cubicBezTo>
                  <a:cubicBezTo>
                    <a:pt x="74" y="3"/>
                    <a:pt x="89" y="1"/>
                    <a:pt x="94" y="0"/>
                  </a:cubicBezTo>
                  <a:cubicBezTo>
                    <a:pt x="88" y="1"/>
                    <a:pt x="73" y="1"/>
                    <a:pt x="68" y="3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122" name="Freeform 420">
              <a:extLst>
                <a:ext uri="{FF2B5EF4-FFF2-40B4-BE49-F238E27FC236}">
                  <a16:creationId xmlns:a16="http://schemas.microsoft.com/office/drawing/2014/main" id="{DE724560-4170-4600-80FC-EB3872D0A105}"/>
                </a:ext>
              </a:extLst>
            </p:cNvPr>
            <p:cNvSpPr>
              <a:spLocks/>
            </p:cNvSpPr>
            <p:nvPr/>
          </p:nvSpPr>
          <p:spPr bwMode="auto">
            <a:xfrm>
              <a:off x="933" y="3952"/>
              <a:ext cx="29" cy="63"/>
            </a:xfrm>
            <a:custGeom>
              <a:avLst/>
              <a:gdLst>
                <a:gd name="T0" fmla="*/ 7 w 16"/>
                <a:gd name="T1" fmla="*/ 0 h 35"/>
                <a:gd name="T2" fmla="*/ 24 w 16"/>
                <a:gd name="T3" fmla="*/ 65 h 35"/>
                <a:gd name="T4" fmla="*/ 53 w 16"/>
                <a:gd name="T5" fmla="*/ 203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35">
                  <a:moveTo>
                    <a:pt x="1" y="0"/>
                  </a:moveTo>
                  <a:cubicBezTo>
                    <a:pt x="0" y="4"/>
                    <a:pt x="1" y="8"/>
                    <a:pt x="4" y="11"/>
                  </a:cubicBezTo>
                  <a:cubicBezTo>
                    <a:pt x="8" y="15"/>
                    <a:pt x="16" y="28"/>
                    <a:pt x="9" y="35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123" name="Freeform 421">
              <a:extLst>
                <a:ext uri="{FF2B5EF4-FFF2-40B4-BE49-F238E27FC236}">
                  <a16:creationId xmlns:a16="http://schemas.microsoft.com/office/drawing/2014/main" id="{0558B657-29AA-4505-9DD1-6D4DE494A65E}"/>
                </a:ext>
              </a:extLst>
            </p:cNvPr>
            <p:cNvSpPr>
              <a:spLocks/>
            </p:cNvSpPr>
            <p:nvPr/>
          </p:nvSpPr>
          <p:spPr bwMode="auto">
            <a:xfrm>
              <a:off x="964" y="3956"/>
              <a:ext cx="40" cy="59"/>
            </a:xfrm>
            <a:custGeom>
              <a:avLst/>
              <a:gdLst>
                <a:gd name="T0" fmla="*/ 0 w 22"/>
                <a:gd name="T1" fmla="*/ 0 h 33"/>
                <a:gd name="T2" fmla="*/ 80 w 22"/>
                <a:gd name="T3" fmla="*/ 68 h 33"/>
                <a:gd name="T4" fmla="*/ 109 w 22"/>
                <a:gd name="T5" fmla="*/ 188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33">
                  <a:moveTo>
                    <a:pt x="0" y="0"/>
                  </a:moveTo>
                  <a:cubicBezTo>
                    <a:pt x="3" y="6"/>
                    <a:pt x="11" y="10"/>
                    <a:pt x="13" y="12"/>
                  </a:cubicBezTo>
                  <a:cubicBezTo>
                    <a:pt x="20" y="19"/>
                    <a:pt x="22" y="27"/>
                    <a:pt x="18" y="33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124" name="Freeform 422">
              <a:extLst>
                <a:ext uri="{FF2B5EF4-FFF2-40B4-BE49-F238E27FC236}">
                  <a16:creationId xmlns:a16="http://schemas.microsoft.com/office/drawing/2014/main" id="{5F0C9A8C-C277-4334-9653-74E6927F8F60}"/>
                </a:ext>
              </a:extLst>
            </p:cNvPr>
            <p:cNvSpPr>
              <a:spLocks/>
            </p:cNvSpPr>
            <p:nvPr/>
          </p:nvSpPr>
          <p:spPr bwMode="auto">
            <a:xfrm>
              <a:off x="995" y="3952"/>
              <a:ext cx="43" cy="60"/>
            </a:xfrm>
            <a:custGeom>
              <a:avLst/>
              <a:gdLst>
                <a:gd name="T0" fmla="*/ 0 w 24"/>
                <a:gd name="T1" fmla="*/ 0 h 33"/>
                <a:gd name="T2" fmla="*/ 73 w 24"/>
                <a:gd name="T3" fmla="*/ 73 h 33"/>
                <a:gd name="T4" fmla="*/ 131 w 24"/>
                <a:gd name="T5" fmla="*/ 198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33">
                  <a:moveTo>
                    <a:pt x="0" y="0"/>
                  </a:moveTo>
                  <a:cubicBezTo>
                    <a:pt x="4" y="4"/>
                    <a:pt x="8" y="7"/>
                    <a:pt x="13" y="12"/>
                  </a:cubicBezTo>
                  <a:cubicBezTo>
                    <a:pt x="22" y="20"/>
                    <a:pt x="24" y="26"/>
                    <a:pt x="23" y="33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125" name="Freeform 423">
              <a:extLst>
                <a:ext uri="{FF2B5EF4-FFF2-40B4-BE49-F238E27FC236}">
                  <a16:creationId xmlns:a16="http://schemas.microsoft.com/office/drawing/2014/main" id="{8802D25A-6994-4B04-8630-CF714C885EB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3" y="3943"/>
              <a:ext cx="31" cy="45"/>
            </a:xfrm>
            <a:custGeom>
              <a:avLst/>
              <a:gdLst>
                <a:gd name="T0" fmla="*/ 0 w 17"/>
                <a:gd name="T1" fmla="*/ 0 h 25"/>
                <a:gd name="T2" fmla="*/ 60 w 17"/>
                <a:gd name="T3" fmla="*/ 58 h 25"/>
                <a:gd name="T4" fmla="*/ 104 w 17"/>
                <a:gd name="T5" fmla="*/ 146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5">
                  <a:moveTo>
                    <a:pt x="0" y="0"/>
                  </a:moveTo>
                  <a:cubicBezTo>
                    <a:pt x="3" y="4"/>
                    <a:pt x="7" y="7"/>
                    <a:pt x="10" y="10"/>
                  </a:cubicBezTo>
                  <a:cubicBezTo>
                    <a:pt x="14" y="13"/>
                    <a:pt x="17" y="20"/>
                    <a:pt x="17" y="25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126" name="Freeform 424">
              <a:extLst>
                <a:ext uri="{FF2B5EF4-FFF2-40B4-BE49-F238E27FC236}">
                  <a16:creationId xmlns:a16="http://schemas.microsoft.com/office/drawing/2014/main" id="{DEF733DC-8231-4C3C-9131-EC53EB7FC76F}"/>
                </a:ext>
              </a:extLst>
            </p:cNvPr>
            <p:cNvSpPr>
              <a:spLocks/>
            </p:cNvSpPr>
            <p:nvPr/>
          </p:nvSpPr>
          <p:spPr bwMode="auto">
            <a:xfrm>
              <a:off x="899" y="3977"/>
              <a:ext cx="43" cy="22"/>
            </a:xfrm>
            <a:custGeom>
              <a:avLst/>
              <a:gdLst>
                <a:gd name="T0" fmla="*/ 138 w 24"/>
                <a:gd name="T1" fmla="*/ 73 h 12"/>
                <a:gd name="T2" fmla="*/ 36 w 24"/>
                <a:gd name="T3" fmla="*/ 73 h 12"/>
                <a:gd name="T4" fmla="*/ 65 w 24"/>
                <a:gd name="T5" fmla="*/ 7 h 12"/>
                <a:gd name="T6" fmla="*/ 138 w 24"/>
                <a:gd name="T7" fmla="*/ 73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12">
                  <a:moveTo>
                    <a:pt x="24" y="12"/>
                  </a:moveTo>
                  <a:cubicBezTo>
                    <a:pt x="16" y="11"/>
                    <a:pt x="8" y="11"/>
                    <a:pt x="6" y="12"/>
                  </a:cubicBezTo>
                  <a:cubicBezTo>
                    <a:pt x="0" y="4"/>
                    <a:pt x="6" y="0"/>
                    <a:pt x="11" y="1"/>
                  </a:cubicBezTo>
                  <a:cubicBezTo>
                    <a:pt x="22" y="1"/>
                    <a:pt x="24" y="10"/>
                    <a:pt x="24" y="12"/>
                  </a:cubicBezTo>
                  <a:close/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127" name="Freeform 425">
              <a:extLst>
                <a:ext uri="{FF2B5EF4-FFF2-40B4-BE49-F238E27FC236}">
                  <a16:creationId xmlns:a16="http://schemas.microsoft.com/office/drawing/2014/main" id="{D768033E-DC96-4BB0-AC5C-51722B16D3E1}"/>
                </a:ext>
              </a:extLst>
            </p:cNvPr>
            <p:cNvSpPr>
              <a:spLocks/>
            </p:cNvSpPr>
            <p:nvPr/>
          </p:nvSpPr>
          <p:spPr bwMode="auto">
            <a:xfrm>
              <a:off x="968" y="3994"/>
              <a:ext cx="19" cy="18"/>
            </a:xfrm>
            <a:custGeom>
              <a:avLst/>
              <a:gdLst>
                <a:gd name="T0" fmla="*/ 57 w 11"/>
                <a:gd name="T1" fmla="*/ 58 h 10"/>
                <a:gd name="T2" fmla="*/ 0 w 11"/>
                <a:gd name="T3" fmla="*/ 52 h 10"/>
                <a:gd name="T4" fmla="*/ 57 w 11"/>
                <a:gd name="T5" fmla="*/ 58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0">
                  <a:moveTo>
                    <a:pt x="11" y="10"/>
                  </a:moveTo>
                  <a:cubicBezTo>
                    <a:pt x="9" y="9"/>
                    <a:pt x="1" y="8"/>
                    <a:pt x="0" y="9"/>
                  </a:cubicBezTo>
                  <a:cubicBezTo>
                    <a:pt x="0" y="1"/>
                    <a:pt x="11" y="0"/>
                    <a:pt x="11" y="10"/>
                  </a:cubicBezTo>
                  <a:close/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128" name="Freeform 426">
              <a:extLst>
                <a:ext uri="{FF2B5EF4-FFF2-40B4-BE49-F238E27FC236}">
                  <a16:creationId xmlns:a16="http://schemas.microsoft.com/office/drawing/2014/main" id="{F6034C93-EB33-48C7-BE7C-BAE433DD4F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9" y="3997"/>
              <a:ext cx="18" cy="15"/>
            </a:xfrm>
            <a:custGeom>
              <a:avLst/>
              <a:gdLst>
                <a:gd name="T0" fmla="*/ 58 w 10"/>
                <a:gd name="T1" fmla="*/ 45 h 8"/>
                <a:gd name="T2" fmla="*/ 0 w 10"/>
                <a:gd name="T3" fmla="*/ 39 h 8"/>
                <a:gd name="T4" fmla="*/ 58 w 10"/>
                <a:gd name="T5" fmla="*/ 45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8">
                  <a:moveTo>
                    <a:pt x="10" y="7"/>
                  </a:moveTo>
                  <a:cubicBezTo>
                    <a:pt x="8" y="8"/>
                    <a:pt x="2" y="8"/>
                    <a:pt x="0" y="6"/>
                  </a:cubicBezTo>
                  <a:cubicBezTo>
                    <a:pt x="1" y="0"/>
                    <a:pt x="10" y="3"/>
                    <a:pt x="10" y="7"/>
                  </a:cubicBezTo>
                  <a:close/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129" name="Freeform 427">
              <a:extLst>
                <a:ext uri="{FF2B5EF4-FFF2-40B4-BE49-F238E27FC236}">
                  <a16:creationId xmlns:a16="http://schemas.microsoft.com/office/drawing/2014/main" id="{4689753E-9329-41F0-B4A9-E199D1BC33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6" y="3985"/>
              <a:ext cx="14" cy="12"/>
            </a:xfrm>
            <a:custGeom>
              <a:avLst/>
              <a:gdLst>
                <a:gd name="T0" fmla="*/ 44 w 8"/>
                <a:gd name="T1" fmla="*/ 21 h 7"/>
                <a:gd name="T2" fmla="*/ 7 w 8"/>
                <a:gd name="T3" fmla="*/ 26 h 7"/>
                <a:gd name="T4" fmla="*/ 44 w 8"/>
                <a:gd name="T5" fmla="*/ 21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7">
                  <a:moveTo>
                    <a:pt x="8" y="4"/>
                  </a:moveTo>
                  <a:cubicBezTo>
                    <a:pt x="7" y="6"/>
                    <a:pt x="4" y="7"/>
                    <a:pt x="1" y="5"/>
                  </a:cubicBezTo>
                  <a:cubicBezTo>
                    <a:pt x="0" y="0"/>
                    <a:pt x="7" y="0"/>
                    <a:pt x="8" y="4"/>
                  </a:cubicBezTo>
                  <a:close/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130" name="Freeform 428">
              <a:extLst>
                <a:ext uri="{FF2B5EF4-FFF2-40B4-BE49-F238E27FC236}">
                  <a16:creationId xmlns:a16="http://schemas.microsoft.com/office/drawing/2014/main" id="{612FD615-5E2D-4336-AC05-9B3AD0494C46}"/>
                </a:ext>
              </a:extLst>
            </p:cNvPr>
            <p:cNvSpPr>
              <a:spLocks/>
            </p:cNvSpPr>
            <p:nvPr/>
          </p:nvSpPr>
          <p:spPr bwMode="auto">
            <a:xfrm>
              <a:off x="661" y="1515"/>
              <a:ext cx="29" cy="23"/>
            </a:xfrm>
            <a:custGeom>
              <a:avLst/>
              <a:gdLst>
                <a:gd name="T0" fmla="*/ 7 w 16"/>
                <a:gd name="T1" fmla="*/ 37 h 13"/>
                <a:gd name="T2" fmla="*/ 49 w 16"/>
                <a:gd name="T3" fmla="*/ 0 h 13"/>
                <a:gd name="T4" fmla="*/ 96 w 16"/>
                <a:gd name="T5" fmla="*/ 34 h 13"/>
                <a:gd name="T6" fmla="*/ 53 w 16"/>
                <a:gd name="T7" fmla="*/ 73 h 13"/>
                <a:gd name="T8" fmla="*/ 7 w 16"/>
                <a:gd name="T9" fmla="*/ 37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3">
                  <a:moveTo>
                    <a:pt x="1" y="7"/>
                  </a:moveTo>
                  <a:cubicBezTo>
                    <a:pt x="0" y="3"/>
                    <a:pt x="3" y="0"/>
                    <a:pt x="8" y="0"/>
                  </a:cubicBezTo>
                  <a:cubicBezTo>
                    <a:pt x="12" y="0"/>
                    <a:pt x="16" y="2"/>
                    <a:pt x="16" y="6"/>
                  </a:cubicBezTo>
                  <a:cubicBezTo>
                    <a:pt x="16" y="10"/>
                    <a:pt x="13" y="13"/>
                    <a:pt x="9" y="13"/>
                  </a:cubicBezTo>
                  <a:cubicBezTo>
                    <a:pt x="5" y="13"/>
                    <a:pt x="1" y="11"/>
                    <a:pt x="1" y="7"/>
                  </a:cubicBezTo>
                </a:path>
              </a:pathLst>
            </a:custGeom>
            <a:solidFill>
              <a:srgbClr val="7133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131" name="Freeform 429">
              <a:extLst>
                <a:ext uri="{FF2B5EF4-FFF2-40B4-BE49-F238E27FC236}">
                  <a16:creationId xmlns:a16="http://schemas.microsoft.com/office/drawing/2014/main" id="{22D22D47-800B-4924-8D0B-42C42505DD0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70" y="1522"/>
              <a:ext cx="13" cy="9"/>
            </a:xfrm>
            <a:custGeom>
              <a:avLst/>
              <a:gdLst>
                <a:gd name="T0" fmla="*/ 37 w 7"/>
                <a:gd name="T1" fmla="*/ 13 h 5"/>
                <a:gd name="T2" fmla="*/ 37 w 7"/>
                <a:gd name="T3" fmla="*/ 16 h 5"/>
                <a:gd name="T4" fmla="*/ 32 w 7"/>
                <a:gd name="T5" fmla="*/ 23 h 5"/>
                <a:gd name="T6" fmla="*/ 20 w 7"/>
                <a:gd name="T7" fmla="*/ 23 h 5"/>
                <a:gd name="T8" fmla="*/ 13 w 7"/>
                <a:gd name="T9" fmla="*/ 23 h 5"/>
                <a:gd name="T10" fmla="*/ 7 w 7"/>
                <a:gd name="T11" fmla="*/ 16 h 5"/>
                <a:gd name="T12" fmla="*/ 7 w 7"/>
                <a:gd name="T13" fmla="*/ 16 h 5"/>
                <a:gd name="T14" fmla="*/ 7 w 7"/>
                <a:gd name="T15" fmla="*/ 16 h 5"/>
                <a:gd name="T16" fmla="*/ 7 w 7"/>
                <a:gd name="T17" fmla="*/ 13 h 5"/>
                <a:gd name="T18" fmla="*/ 7 w 7"/>
                <a:gd name="T19" fmla="*/ 13 h 5"/>
                <a:gd name="T20" fmla="*/ 0 w 7"/>
                <a:gd name="T21" fmla="*/ 7 h 5"/>
                <a:gd name="T22" fmla="*/ 0 w 7"/>
                <a:gd name="T23" fmla="*/ 16 h 5"/>
                <a:gd name="T24" fmla="*/ 7 w 7"/>
                <a:gd name="T25" fmla="*/ 29 h 5"/>
                <a:gd name="T26" fmla="*/ 20 w 7"/>
                <a:gd name="T27" fmla="*/ 29 h 5"/>
                <a:gd name="T28" fmla="*/ 37 w 7"/>
                <a:gd name="T29" fmla="*/ 23 h 5"/>
                <a:gd name="T30" fmla="*/ 45 w 7"/>
                <a:gd name="T31" fmla="*/ 13 h 5"/>
                <a:gd name="T32" fmla="*/ 37 w 7"/>
                <a:gd name="T33" fmla="*/ 13 h 5"/>
                <a:gd name="T34" fmla="*/ 20 w 7"/>
                <a:gd name="T35" fmla="*/ 7 h 5"/>
                <a:gd name="T36" fmla="*/ 20 w 7"/>
                <a:gd name="T37" fmla="*/ 7 h 5"/>
                <a:gd name="T38" fmla="*/ 20 w 7"/>
                <a:gd name="T39" fmla="*/ 7 h 5"/>
                <a:gd name="T40" fmla="*/ 20 w 7"/>
                <a:gd name="T41" fmla="*/ 0 h 5"/>
                <a:gd name="T42" fmla="*/ 20 w 7"/>
                <a:gd name="T43" fmla="*/ 0 h 5"/>
                <a:gd name="T44" fmla="*/ 20 w 7"/>
                <a:gd name="T45" fmla="*/ 0 h 5"/>
                <a:gd name="T46" fmla="*/ 20 w 7"/>
                <a:gd name="T47" fmla="*/ 0 h 5"/>
                <a:gd name="T48" fmla="*/ 20 w 7"/>
                <a:gd name="T49" fmla="*/ 7 h 5"/>
                <a:gd name="T50" fmla="*/ 20 w 7"/>
                <a:gd name="T51" fmla="*/ 7 h 5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7" h="5">
                  <a:moveTo>
                    <a:pt x="6" y="2"/>
                  </a:moveTo>
                  <a:cubicBezTo>
                    <a:pt x="6" y="2"/>
                    <a:pt x="6" y="3"/>
                    <a:pt x="6" y="3"/>
                  </a:cubicBezTo>
                  <a:cubicBezTo>
                    <a:pt x="6" y="4"/>
                    <a:pt x="5" y="4"/>
                    <a:pt x="5" y="4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7" y="2"/>
                    <a:pt x="7" y="2"/>
                    <a:pt x="7" y="2"/>
                  </a:cubicBezTo>
                  <a:lnTo>
                    <a:pt x="6" y="2"/>
                  </a:lnTo>
                  <a:close/>
                  <a:moveTo>
                    <a:pt x="3" y="1"/>
                  </a:move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0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132" name="Freeform 430">
              <a:extLst>
                <a:ext uri="{FF2B5EF4-FFF2-40B4-BE49-F238E27FC236}">
                  <a16:creationId xmlns:a16="http://schemas.microsoft.com/office/drawing/2014/main" id="{AF01E139-4C5C-4579-8390-CB836CC1444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61" y="1515"/>
              <a:ext cx="29" cy="25"/>
            </a:xfrm>
            <a:custGeom>
              <a:avLst/>
              <a:gdLst>
                <a:gd name="T0" fmla="*/ 89 w 16"/>
                <a:gd name="T1" fmla="*/ 36 h 14"/>
                <a:gd name="T2" fmla="*/ 96 w 16"/>
                <a:gd name="T3" fmla="*/ 36 h 14"/>
                <a:gd name="T4" fmla="*/ 89 w 16"/>
                <a:gd name="T5" fmla="*/ 16 h 14"/>
                <a:gd name="T6" fmla="*/ 89 w 16"/>
                <a:gd name="T7" fmla="*/ 16 h 14"/>
                <a:gd name="T8" fmla="*/ 82 w 16"/>
                <a:gd name="T9" fmla="*/ 16 h 14"/>
                <a:gd name="T10" fmla="*/ 89 w 16"/>
                <a:gd name="T11" fmla="*/ 36 h 14"/>
                <a:gd name="T12" fmla="*/ 89 w 16"/>
                <a:gd name="T13" fmla="*/ 36 h 14"/>
                <a:gd name="T14" fmla="*/ 82 w 16"/>
                <a:gd name="T15" fmla="*/ 64 h 14"/>
                <a:gd name="T16" fmla="*/ 53 w 16"/>
                <a:gd name="T17" fmla="*/ 73 h 14"/>
                <a:gd name="T18" fmla="*/ 16 w 16"/>
                <a:gd name="T19" fmla="*/ 64 h 14"/>
                <a:gd name="T20" fmla="*/ 13 w 16"/>
                <a:gd name="T21" fmla="*/ 64 h 14"/>
                <a:gd name="T22" fmla="*/ 53 w 16"/>
                <a:gd name="T23" fmla="*/ 80 h 14"/>
                <a:gd name="T24" fmla="*/ 82 w 16"/>
                <a:gd name="T25" fmla="*/ 64 h 14"/>
                <a:gd name="T26" fmla="*/ 96 w 16"/>
                <a:gd name="T27" fmla="*/ 45 h 14"/>
                <a:gd name="T28" fmla="*/ 89 w 16"/>
                <a:gd name="T29" fmla="*/ 52 h 14"/>
                <a:gd name="T30" fmla="*/ 82 w 16"/>
                <a:gd name="T31" fmla="*/ 64 h 14"/>
                <a:gd name="T32" fmla="*/ 16 w 16"/>
                <a:gd name="T33" fmla="*/ 16 h 14"/>
                <a:gd name="T34" fmla="*/ 13 w 16"/>
                <a:gd name="T35" fmla="*/ 13 h 14"/>
                <a:gd name="T36" fmla="*/ 7 w 16"/>
                <a:gd name="T37" fmla="*/ 16 h 14"/>
                <a:gd name="T38" fmla="*/ 13 w 16"/>
                <a:gd name="T39" fmla="*/ 23 h 14"/>
                <a:gd name="T40" fmla="*/ 16 w 16"/>
                <a:gd name="T41" fmla="*/ 16 h 14"/>
                <a:gd name="T42" fmla="*/ 0 w 16"/>
                <a:gd name="T43" fmla="*/ 29 h 14"/>
                <a:gd name="T44" fmla="*/ 0 w 16"/>
                <a:gd name="T45" fmla="*/ 29 h 14"/>
                <a:gd name="T46" fmla="*/ 0 w 16"/>
                <a:gd name="T47" fmla="*/ 29 h 14"/>
                <a:gd name="T48" fmla="*/ 0 w 16"/>
                <a:gd name="T49" fmla="*/ 29 h 14"/>
                <a:gd name="T50" fmla="*/ 73 w 16"/>
                <a:gd name="T51" fmla="*/ 13 h 14"/>
                <a:gd name="T52" fmla="*/ 82 w 16"/>
                <a:gd name="T53" fmla="*/ 7 h 14"/>
                <a:gd name="T54" fmla="*/ 60 w 16"/>
                <a:gd name="T55" fmla="*/ 0 h 14"/>
                <a:gd name="T56" fmla="*/ 60 w 16"/>
                <a:gd name="T57" fmla="*/ 7 h 14"/>
                <a:gd name="T58" fmla="*/ 73 w 16"/>
                <a:gd name="T59" fmla="*/ 13 h 14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16" h="14">
                  <a:moveTo>
                    <a:pt x="15" y="6"/>
                  </a:moveTo>
                  <a:cubicBezTo>
                    <a:pt x="16" y="6"/>
                    <a:pt x="16" y="6"/>
                    <a:pt x="16" y="6"/>
                  </a:cubicBezTo>
                  <a:cubicBezTo>
                    <a:pt x="16" y="5"/>
                    <a:pt x="16" y="4"/>
                    <a:pt x="15" y="3"/>
                  </a:cubicBezTo>
                  <a:cubicBezTo>
                    <a:pt x="15" y="3"/>
                    <a:pt x="15" y="3"/>
                    <a:pt x="15" y="3"/>
                  </a:cubicBezTo>
                  <a:cubicBezTo>
                    <a:pt x="15" y="3"/>
                    <a:pt x="14" y="3"/>
                    <a:pt x="14" y="3"/>
                  </a:cubicBezTo>
                  <a:cubicBezTo>
                    <a:pt x="15" y="4"/>
                    <a:pt x="15" y="5"/>
                    <a:pt x="15" y="6"/>
                  </a:cubicBezTo>
                  <a:cubicBezTo>
                    <a:pt x="15" y="6"/>
                    <a:pt x="15" y="6"/>
                    <a:pt x="15" y="6"/>
                  </a:cubicBezTo>
                  <a:moveTo>
                    <a:pt x="14" y="11"/>
                  </a:moveTo>
                  <a:cubicBezTo>
                    <a:pt x="12" y="12"/>
                    <a:pt x="11" y="13"/>
                    <a:pt x="9" y="13"/>
                  </a:cubicBezTo>
                  <a:cubicBezTo>
                    <a:pt x="6" y="13"/>
                    <a:pt x="4" y="12"/>
                    <a:pt x="3" y="11"/>
                  </a:cubicBezTo>
                  <a:cubicBezTo>
                    <a:pt x="2" y="11"/>
                    <a:pt x="2" y="11"/>
                    <a:pt x="2" y="11"/>
                  </a:cubicBezTo>
                  <a:cubicBezTo>
                    <a:pt x="3" y="13"/>
                    <a:pt x="6" y="14"/>
                    <a:pt x="9" y="14"/>
                  </a:cubicBezTo>
                  <a:cubicBezTo>
                    <a:pt x="11" y="14"/>
                    <a:pt x="13" y="13"/>
                    <a:pt x="14" y="11"/>
                  </a:cubicBezTo>
                  <a:cubicBezTo>
                    <a:pt x="15" y="10"/>
                    <a:pt x="16" y="9"/>
                    <a:pt x="16" y="8"/>
                  </a:cubicBezTo>
                  <a:cubicBezTo>
                    <a:pt x="16" y="9"/>
                    <a:pt x="15" y="9"/>
                    <a:pt x="15" y="9"/>
                  </a:cubicBezTo>
                  <a:cubicBezTo>
                    <a:pt x="15" y="9"/>
                    <a:pt x="14" y="10"/>
                    <a:pt x="14" y="11"/>
                  </a:cubicBezTo>
                  <a:moveTo>
                    <a:pt x="3" y="3"/>
                  </a:moveTo>
                  <a:cubicBezTo>
                    <a:pt x="3" y="2"/>
                    <a:pt x="2" y="2"/>
                    <a:pt x="2" y="2"/>
                  </a:cubicBezTo>
                  <a:cubicBezTo>
                    <a:pt x="2" y="2"/>
                    <a:pt x="1" y="3"/>
                    <a:pt x="1" y="3"/>
                  </a:cubicBezTo>
                  <a:cubicBezTo>
                    <a:pt x="1" y="4"/>
                    <a:pt x="1" y="4"/>
                    <a:pt x="2" y="4"/>
                  </a:cubicBezTo>
                  <a:cubicBezTo>
                    <a:pt x="2" y="3"/>
                    <a:pt x="2" y="3"/>
                    <a:pt x="3" y="3"/>
                  </a:cubicBezTo>
                  <a:moveTo>
                    <a:pt x="0" y="5"/>
                  </a:moveTo>
                  <a:cubicBezTo>
                    <a:pt x="0" y="5"/>
                    <a:pt x="0" y="5"/>
                    <a:pt x="0" y="5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5"/>
                    <a:pt x="0" y="5"/>
                    <a:pt x="0" y="5"/>
                  </a:cubicBezTo>
                  <a:moveTo>
                    <a:pt x="12" y="2"/>
                  </a:moveTo>
                  <a:cubicBezTo>
                    <a:pt x="13" y="1"/>
                    <a:pt x="13" y="1"/>
                    <a:pt x="14" y="1"/>
                  </a:cubicBezTo>
                  <a:cubicBezTo>
                    <a:pt x="13" y="0"/>
                    <a:pt x="11" y="0"/>
                    <a:pt x="10" y="0"/>
                  </a:cubicBezTo>
                  <a:cubicBezTo>
                    <a:pt x="10" y="0"/>
                    <a:pt x="10" y="0"/>
                    <a:pt x="10" y="1"/>
                  </a:cubicBezTo>
                  <a:cubicBezTo>
                    <a:pt x="11" y="1"/>
                    <a:pt x="12" y="1"/>
                    <a:pt x="12" y="2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133" name="Freeform 431">
              <a:extLst>
                <a:ext uri="{FF2B5EF4-FFF2-40B4-BE49-F238E27FC236}">
                  <a16:creationId xmlns:a16="http://schemas.microsoft.com/office/drawing/2014/main" id="{4F44EA92-E8C3-4E9C-9B86-A097AF43D35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" y="1513"/>
              <a:ext cx="29" cy="25"/>
            </a:xfrm>
            <a:custGeom>
              <a:avLst/>
              <a:gdLst>
                <a:gd name="T0" fmla="*/ 96 w 16"/>
                <a:gd name="T1" fmla="*/ 41 h 14"/>
                <a:gd name="T2" fmla="*/ 53 w 16"/>
                <a:gd name="T3" fmla="*/ 0 h 14"/>
                <a:gd name="T4" fmla="*/ 7 w 16"/>
                <a:gd name="T5" fmla="*/ 36 h 14"/>
                <a:gd name="T6" fmla="*/ 49 w 16"/>
                <a:gd name="T7" fmla="*/ 80 h 14"/>
                <a:gd name="T8" fmla="*/ 96 w 16"/>
                <a:gd name="T9" fmla="*/ 4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4">
                  <a:moveTo>
                    <a:pt x="16" y="7"/>
                  </a:moveTo>
                  <a:cubicBezTo>
                    <a:pt x="16" y="4"/>
                    <a:pt x="13" y="1"/>
                    <a:pt x="9" y="0"/>
                  </a:cubicBezTo>
                  <a:cubicBezTo>
                    <a:pt x="5" y="0"/>
                    <a:pt x="1" y="3"/>
                    <a:pt x="1" y="6"/>
                  </a:cubicBezTo>
                  <a:cubicBezTo>
                    <a:pt x="0" y="10"/>
                    <a:pt x="4" y="13"/>
                    <a:pt x="8" y="14"/>
                  </a:cubicBezTo>
                  <a:cubicBezTo>
                    <a:pt x="12" y="14"/>
                    <a:pt x="16" y="11"/>
                    <a:pt x="16" y="7"/>
                  </a:cubicBezTo>
                </a:path>
              </a:pathLst>
            </a:custGeom>
            <a:solidFill>
              <a:srgbClr val="7133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134" name="Freeform 432">
              <a:extLst>
                <a:ext uri="{FF2B5EF4-FFF2-40B4-BE49-F238E27FC236}">
                  <a16:creationId xmlns:a16="http://schemas.microsoft.com/office/drawing/2014/main" id="{15718390-03E6-4B20-85AC-6C9E1C89648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020" y="1520"/>
              <a:ext cx="12" cy="11"/>
            </a:xfrm>
            <a:custGeom>
              <a:avLst/>
              <a:gdLst>
                <a:gd name="T0" fmla="*/ 0 w 7"/>
                <a:gd name="T1" fmla="*/ 20 h 6"/>
                <a:gd name="T2" fmla="*/ 5 w 7"/>
                <a:gd name="T3" fmla="*/ 31 h 6"/>
                <a:gd name="T4" fmla="*/ 15 w 7"/>
                <a:gd name="T5" fmla="*/ 37 h 6"/>
                <a:gd name="T6" fmla="*/ 29 w 7"/>
                <a:gd name="T7" fmla="*/ 31 h 6"/>
                <a:gd name="T8" fmla="*/ 36 w 7"/>
                <a:gd name="T9" fmla="*/ 20 h 6"/>
                <a:gd name="T10" fmla="*/ 29 w 7"/>
                <a:gd name="T11" fmla="*/ 7 h 6"/>
                <a:gd name="T12" fmla="*/ 29 w 7"/>
                <a:gd name="T13" fmla="*/ 13 h 6"/>
                <a:gd name="T14" fmla="*/ 26 w 7"/>
                <a:gd name="T15" fmla="*/ 13 h 6"/>
                <a:gd name="T16" fmla="*/ 29 w 7"/>
                <a:gd name="T17" fmla="*/ 20 h 6"/>
                <a:gd name="T18" fmla="*/ 29 w 7"/>
                <a:gd name="T19" fmla="*/ 20 h 6"/>
                <a:gd name="T20" fmla="*/ 29 w 7"/>
                <a:gd name="T21" fmla="*/ 20 h 6"/>
                <a:gd name="T22" fmla="*/ 26 w 7"/>
                <a:gd name="T23" fmla="*/ 24 h 6"/>
                <a:gd name="T24" fmla="*/ 15 w 7"/>
                <a:gd name="T25" fmla="*/ 31 h 6"/>
                <a:gd name="T26" fmla="*/ 9 w 7"/>
                <a:gd name="T27" fmla="*/ 24 h 6"/>
                <a:gd name="T28" fmla="*/ 5 w 7"/>
                <a:gd name="T29" fmla="*/ 24 h 6"/>
                <a:gd name="T30" fmla="*/ 0 w 7"/>
                <a:gd name="T31" fmla="*/ 13 h 6"/>
                <a:gd name="T32" fmla="*/ 0 w 7"/>
                <a:gd name="T33" fmla="*/ 20 h 6"/>
                <a:gd name="T34" fmla="*/ 21 w 7"/>
                <a:gd name="T35" fmla="*/ 7 h 6"/>
                <a:gd name="T36" fmla="*/ 21 w 7"/>
                <a:gd name="T37" fmla="*/ 0 h 6"/>
                <a:gd name="T38" fmla="*/ 21 w 7"/>
                <a:gd name="T39" fmla="*/ 0 h 6"/>
                <a:gd name="T40" fmla="*/ 15 w 7"/>
                <a:gd name="T41" fmla="*/ 0 h 6"/>
                <a:gd name="T42" fmla="*/ 15 w 7"/>
                <a:gd name="T43" fmla="*/ 0 h 6"/>
                <a:gd name="T44" fmla="*/ 15 w 7"/>
                <a:gd name="T45" fmla="*/ 7 h 6"/>
                <a:gd name="T46" fmla="*/ 21 w 7"/>
                <a:gd name="T47" fmla="*/ 7 h 6"/>
                <a:gd name="T48" fmla="*/ 21 w 7"/>
                <a:gd name="T49" fmla="*/ 7 h 6"/>
                <a:gd name="T50" fmla="*/ 21 w 7"/>
                <a:gd name="T51" fmla="*/ 7 h 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7" h="6">
                  <a:moveTo>
                    <a:pt x="0" y="3"/>
                  </a:moveTo>
                  <a:cubicBezTo>
                    <a:pt x="1" y="5"/>
                    <a:pt x="1" y="5"/>
                    <a:pt x="1" y="5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6" y="2"/>
                    <a:pt x="5" y="2"/>
                    <a:pt x="5" y="2"/>
                  </a:cubicBezTo>
                  <a:cubicBezTo>
                    <a:pt x="5" y="2"/>
                    <a:pt x="6" y="3"/>
                    <a:pt x="6" y="3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3"/>
                    <a:pt x="1" y="3"/>
                    <a:pt x="0" y="2"/>
                  </a:cubicBezTo>
                  <a:lnTo>
                    <a:pt x="0" y="3"/>
                  </a:lnTo>
                  <a:close/>
                  <a:moveTo>
                    <a:pt x="4" y="1"/>
                  </a:moveTo>
                  <a:cubicBezTo>
                    <a:pt x="4" y="1"/>
                    <a:pt x="4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135" name="Freeform 433">
              <a:extLst>
                <a:ext uri="{FF2B5EF4-FFF2-40B4-BE49-F238E27FC236}">
                  <a16:creationId xmlns:a16="http://schemas.microsoft.com/office/drawing/2014/main" id="{478AA88A-DEE8-41BC-8C70-6E6DF38B2A3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011" y="1513"/>
              <a:ext cx="30" cy="25"/>
            </a:xfrm>
            <a:custGeom>
              <a:avLst/>
              <a:gdLst>
                <a:gd name="T0" fmla="*/ 49 w 17"/>
                <a:gd name="T1" fmla="*/ 7 h 14"/>
                <a:gd name="T2" fmla="*/ 49 w 17"/>
                <a:gd name="T3" fmla="*/ 7 h 14"/>
                <a:gd name="T4" fmla="*/ 49 w 17"/>
                <a:gd name="T5" fmla="*/ 0 h 14"/>
                <a:gd name="T6" fmla="*/ 49 w 17"/>
                <a:gd name="T7" fmla="*/ 0 h 14"/>
                <a:gd name="T8" fmla="*/ 49 w 17"/>
                <a:gd name="T9" fmla="*/ 7 h 14"/>
                <a:gd name="T10" fmla="*/ 49 w 17"/>
                <a:gd name="T11" fmla="*/ 7 h 14"/>
                <a:gd name="T12" fmla="*/ 12 w 17"/>
                <a:gd name="T13" fmla="*/ 52 h 14"/>
                <a:gd name="T14" fmla="*/ 0 w 17"/>
                <a:gd name="T15" fmla="*/ 52 h 14"/>
                <a:gd name="T16" fmla="*/ 12 w 17"/>
                <a:gd name="T17" fmla="*/ 68 h 14"/>
                <a:gd name="T18" fmla="*/ 44 w 17"/>
                <a:gd name="T19" fmla="*/ 80 h 14"/>
                <a:gd name="T20" fmla="*/ 81 w 17"/>
                <a:gd name="T21" fmla="*/ 64 h 14"/>
                <a:gd name="T22" fmla="*/ 78 w 17"/>
                <a:gd name="T23" fmla="*/ 64 h 14"/>
                <a:gd name="T24" fmla="*/ 44 w 17"/>
                <a:gd name="T25" fmla="*/ 73 h 14"/>
                <a:gd name="T26" fmla="*/ 16 w 17"/>
                <a:gd name="T27" fmla="*/ 64 h 14"/>
                <a:gd name="T28" fmla="*/ 12 w 17"/>
                <a:gd name="T29" fmla="*/ 52 h 14"/>
                <a:gd name="T30" fmla="*/ 86 w 17"/>
                <a:gd name="T31" fmla="*/ 36 h 14"/>
                <a:gd name="T32" fmla="*/ 94 w 17"/>
                <a:gd name="T33" fmla="*/ 36 h 14"/>
                <a:gd name="T34" fmla="*/ 86 w 17"/>
                <a:gd name="T35" fmla="*/ 36 h 14"/>
                <a:gd name="T36" fmla="*/ 86 w 17"/>
                <a:gd name="T37" fmla="*/ 36 h 14"/>
                <a:gd name="T38" fmla="*/ 34 w 17"/>
                <a:gd name="T39" fmla="*/ 7 h 14"/>
                <a:gd name="T40" fmla="*/ 34 w 17"/>
                <a:gd name="T41" fmla="*/ 0 h 14"/>
                <a:gd name="T42" fmla="*/ 16 w 17"/>
                <a:gd name="T43" fmla="*/ 7 h 14"/>
                <a:gd name="T44" fmla="*/ 21 w 17"/>
                <a:gd name="T45" fmla="*/ 13 h 14"/>
                <a:gd name="T46" fmla="*/ 34 w 17"/>
                <a:gd name="T47" fmla="*/ 7 h 14"/>
                <a:gd name="T48" fmla="*/ 65 w 17"/>
                <a:gd name="T49" fmla="*/ 13 h 14"/>
                <a:gd name="T50" fmla="*/ 72 w 17"/>
                <a:gd name="T51" fmla="*/ 7 h 14"/>
                <a:gd name="T52" fmla="*/ 65 w 17"/>
                <a:gd name="T53" fmla="*/ 0 h 14"/>
                <a:gd name="T54" fmla="*/ 65 w 17"/>
                <a:gd name="T55" fmla="*/ 7 h 14"/>
                <a:gd name="T56" fmla="*/ 65 w 17"/>
                <a:gd name="T57" fmla="*/ 13 h 14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17" h="14">
                  <a:moveTo>
                    <a:pt x="9" y="1"/>
                  </a:moveTo>
                  <a:cubicBezTo>
                    <a:pt x="9" y="1"/>
                    <a:pt x="9" y="1"/>
                    <a:pt x="9" y="1"/>
                  </a:cubicBezTo>
                  <a:cubicBezTo>
                    <a:pt x="9" y="1"/>
                    <a:pt x="9" y="0"/>
                    <a:pt x="9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9" y="0"/>
                    <a:pt x="9" y="1"/>
                    <a:pt x="9" y="1"/>
                  </a:cubicBezTo>
                  <a:cubicBezTo>
                    <a:pt x="9" y="1"/>
                    <a:pt x="9" y="1"/>
                    <a:pt x="9" y="1"/>
                  </a:cubicBezTo>
                  <a:moveTo>
                    <a:pt x="2" y="9"/>
                  </a:moveTo>
                  <a:cubicBezTo>
                    <a:pt x="1" y="9"/>
                    <a:pt x="1" y="9"/>
                    <a:pt x="0" y="9"/>
                  </a:cubicBezTo>
                  <a:cubicBezTo>
                    <a:pt x="1" y="10"/>
                    <a:pt x="1" y="11"/>
                    <a:pt x="2" y="12"/>
                  </a:cubicBezTo>
                  <a:cubicBezTo>
                    <a:pt x="4" y="13"/>
                    <a:pt x="6" y="14"/>
                    <a:pt x="8" y="14"/>
                  </a:cubicBezTo>
                  <a:cubicBezTo>
                    <a:pt x="11" y="14"/>
                    <a:pt x="13" y="13"/>
                    <a:pt x="15" y="11"/>
                  </a:cubicBezTo>
                  <a:cubicBezTo>
                    <a:pt x="14" y="11"/>
                    <a:pt x="14" y="11"/>
                    <a:pt x="14" y="11"/>
                  </a:cubicBezTo>
                  <a:cubicBezTo>
                    <a:pt x="12" y="12"/>
                    <a:pt x="10" y="13"/>
                    <a:pt x="8" y="13"/>
                  </a:cubicBezTo>
                  <a:cubicBezTo>
                    <a:pt x="6" y="13"/>
                    <a:pt x="4" y="12"/>
                    <a:pt x="3" y="11"/>
                  </a:cubicBezTo>
                  <a:cubicBezTo>
                    <a:pt x="2" y="10"/>
                    <a:pt x="2" y="10"/>
                    <a:pt x="2" y="9"/>
                  </a:cubicBezTo>
                  <a:moveTo>
                    <a:pt x="16" y="6"/>
                  </a:moveTo>
                  <a:cubicBezTo>
                    <a:pt x="16" y="6"/>
                    <a:pt x="16" y="6"/>
                    <a:pt x="17" y="6"/>
                  </a:cubicBezTo>
                  <a:cubicBezTo>
                    <a:pt x="17" y="6"/>
                    <a:pt x="17" y="6"/>
                    <a:pt x="16" y="6"/>
                  </a:cubicBezTo>
                  <a:cubicBezTo>
                    <a:pt x="16" y="6"/>
                    <a:pt x="16" y="6"/>
                    <a:pt x="16" y="6"/>
                  </a:cubicBezTo>
                  <a:moveTo>
                    <a:pt x="6" y="1"/>
                  </a:moveTo>
                  <a:cubicBezTo>
                    <a:pt x="6" y="1"/>
                    <a:pt x="6" y="0"/>
                    <a:pt x="6" y="0"/>
                  </a:cubicBezTo>
                  <a:cubicBezTo>
                    <a:pt x="5" y="0"/>
                    <a:pt x="4" y="1"/>
                    <a:pt x="3" y="1"/>
                  </a:cubicBezTo>
                  <a:cubicBezTo>
                    <a:pt x="3" y="2"/>
                    <a:pt x="4" y="2"/>
                    <a:pt x="4" y="2"/>
                  </a:cubicBezTo>
                  <a:cubicBezTo>
                    <a:pt x="5" y="2"/>
                    <a:pt x="5" y="1"/>
                    <a:pt x="6" y="1"/>
                  </a:cubicBezTo>
                  <a:moveTo>
                    <a:pt x="12" y="2"/>
                  </a:moveTo>
                  <a:cubicBezTo>
                    <a:pt x="12" y="1"/>
                    <a:pt x="12" y="1"/>
                    <a:pt x="13" y="1"/>
                  </a:cubicBezTo>
                  <a:cubicBezTo>
                    <a:pt x="12" y="1"/>
                    <a:pt x="12" y="0"/>
                    <a:pt x="12" y="0"/>
                  </a:cubicBezTo>
                  <a:cubicBezTo>
                    <a:pt x="12" y="1"/>
                    <a:pt x="12" y="1"/>
                    <a:pt x="12" y="1"/>
                  </a:cubicBezTo>
                  <a:cubicBezTo>
                    <a:pt x="12" y="2"/>
                    <a:pt x="12" y="2"/>
                    <a:pt x="12" y="2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136" name="Freeform 434">
              <a:extLst>
                <a:ext uri="{FF2B5EF4-FFF2-40B4-BE49-F238E27FC236}">
                  <a16:creationId xmlns:a16="http://schemas.microsoft.com/office/drawing/2014/main" id="{6BD1B0D2-7E8A-488B-A3BB-A7AD6C2981E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9" y="2577"/>
              <a:ext cx="68" cy="43"/>
            </a:xfrm>
            <a:custGeom>
              <a:avLst/>
              <a:gdLst>
                <a:gd name="T0" fmla="*/ 0 w 38"/>
                <a:gd name="T1" fmla="*/ 138 h 24"/>
                <a:gd name="T2" fmla="*/ 41 w 38"/>
                <a:gd name="T3" fmla="*/ 122 h 24"/>
                <a:gd name="T4" fmla="*/ 138 w 38"/>
                <a:gd name="T5" fmla="*/ 73 h 24"/>
                <a:gd name="T6" fmla="*/ 218 w 38"/>
                <a:gd name="T7" fmla="*/ 0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" h="24">
                  <a:moveTo>
                    <a:pt x="0" y="24"/>
                  </a:moveTo>
                  <a:cubicBezTo>
                    <a:pt x="1" y="23"/>
                    <a:pt x="4" y="22"/>
                    <a:pt x="7" y="21"/>
                  </a:cubicBezTo>
                  <a:cubicBezTo>
                    <a:pt x="12" y="18"/>
                    <a:pt x="18" y="17"/>
                    <a:pt x="24" y="13"/>
                  </a:cubicBezTo>
                  <a:cubicBezTo>
                    <a:pt x="28" y="11"/>
                    <a:pt x="34" y="2"/>
                    <a:pt x="38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137" name="Freeform 435">
              <a:extLst>
                <a:ext uri="{FF2B5EF4-FFF2-40B4-BE49-F238E27FC236}">
                  <a16:creationId xmlns:a16="http://schemas.microsoft.com/office/drawing/2014/main" id="{B3CEA0D0-35CA-4155-993F-CDECE681ACB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0" y="2586"/>
              <a:ext cx="52" cy="45"/>
            </a:xfrm>
            <a:custGeom>
              <a:avLst/>
              <a:gdLst>
                <a:gd name="T0" fmla="*/ 167 w 29"/>
                <a:gd name="T1" fmla="*/ 0 h 25"/>
                <a:gd name="T2" fmla="*/ 97 w 29"/>
                <a:gd name="T3" fmla="*/ 88 h 25"/>
                <a:gd name="T4" fmla="*/ 0 w 29"/>
                <a:gd name="T5" fmla="*/ 146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25">
                  <a:moveTo>
                    <a:pt x="29" y="0"/>
                  </a:moveTo>
                  <a:cubicBezTo>
                    <a:pt x="25" y="5"/>
                    <a:pt x="17" y="13"/>
                    <a:pt x="17" y="15"/>
                  </a:cubicBezTo>
                  <a:cubicBezTo>
                    <a:pt x="12" y="17"/>
                    <a:pt x="9" y="17"/>
                    <a:pt x="0" y="25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138" name="Freeform 436">
              <a:extLst>
                <a:ext uri="{FF2B5EF4-FFF2-40B4-BE49-F238E27FC236}">
                  <a16:creationId xmlns:a16="http://schemas.microsoft.com/office/drawing/2014/main" id="{AB8C9E35-2F41-4141-B885-88CF341F634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1" y="2525"/>
              <a:ext cx="72" cy="84"/>
            </a:xfrm>
            <a:custGeom>
              <a:avLst/>
              <a:gdLst>
                <a:gd name="T0" fmla="*/ 198 w 40"/>
                <a:gd name="T1" fmla="*/ 195 h 47"/>
                <a:gd name="T2" fmla="*/ 234 w 40"/>
                <a:gd name="T3" fmla="*/ 109 h 47"/>
                <a:gd name="T4" fmla="*/ 158 w 40"/>
                <a:gd name="T5" fmla="*/ 0 h 47"/>
                <a:gd name="T6" fmla="*/ 117 w 40"/>
                <a:gd name="T7" fmla="*/ 52 h 47"/>
                <a:gd name="T8" fmla="*/ 94 w 40"/>
                <a:gd name="T9" fmla="*/ 188 h 47"/>
                <a:gd name="T10" fmla="*/ 0 w 40"/>
                <a:gd name="T11" fmla="*/ 263 h 4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0" h="47">
                  <a:moveTo>
                    <a:pt x="34" y="34"/>
                  </a:moveTo>
                  <a:cubicBezTo>
                    <a:pt x="34" y="28"/>
                    <a:pt x="39" y="25"/>
                    <a:pt x="40" y="19"/>
                  </a:cubicBezTo>
                  <a:cubicBezTo>
                    <a:pt x="40" y="12"/>
                    <a:pt x="34" y="5"/>
                    <a:pt x="27" y="0"/>
                  </a:cubicBezTo>
                  <a:cubicBezTo>
                    <a:pt x="21" y="0"/>
                    <a:pt x="21" y="5"/>
                    <a:pt x="20" y="9"/>
                  </a:cubicBezTo>
                  <a:cubicBezTo>
                    <a:pt x="20" y="13"/>
                    <a:pt x="18" y="28"/>
                    <a:pt x="16" y="33"/>
                  </a:cubicBezTo>
                  <a:cubicBezTo>
                    <a:pt x="16" y="38"/>
                    <a:pt x="9" y="47"/>
                    <a:pt x="0" y="46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139" name="Freeform 437">
              <a:extLst>
                <a:ext uri="{FF2B5EF4-FFF2-40B4-BE49-F238E27FC236}">
                  <a16:creationId xmlns:a16="http://schemas.microsoft.com/office/drawing/2014/main" id="{6094CF11-152E-48A4-95F7-ABC955D063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7" y="2649"/>
              <a:ext cx="24" cy="9"/>
            </a:xfrm>
            <a:custGeom>
              <a:avLst/>
              <a:gdLst>
                <a:gd name="T0" fmla="*/ 81 w 13"/>
                <a:gd name="T1" fmla="*/ 16 h 5"/>
                <a:gd name="T2" fmla="*/ 0 w 13"/>
                <a:gd name="T3" fmla="*/ 2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5">
                  <a:moveTo>
                    <a:pt x="13" y="3"/>
                  </a:moveTo>
                  <a:cubicBezTo>
                    <a:pt x="11" y="0"/>
                    <a:pt x="5" y="1"/>
                    <a:pt x="0" y="5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140" name="Freeform 438">
              <a:extLst>
                <a:ext uri="{FF2B5EF4-FFF2-40B4-BE49-F238E27FC236}">
                  <a16:creationId xmlns:a16="http://schemas.microsoft.com/office/drawing/2014/main" id="{8CFE463C-5F8C-4EE9-AC63-4D0F82BC0F2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0" y="2516"/>
              <a:ext cx="6" cy="16"/>
            </a:xfrm>
            <a:custGeom>
              <a:avLst/>
              <a:gdLst>
                <a:gd name="T0" fmla="*/ 24 w 3"/>
                <a:gd name="T1" fmla="*/ 0 h 9"/>
                <a:gd name="T2" fmla="*/ 0 w 3"/>
                <a:gd name="T3" fmla="*/ 5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9">
                  <a:moveTo>
                    <a:pt x="3" y="0"/>
                  </a:moveTo>
                  <a:cubicBezTo>
                    <a:pt x="2" y="2"/>
                    <a:pt x="0" y="5"/>
                    <a:pt x="0" y="9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141" name="Freeform 439">
              <a:extLst>
                <a:ext uri="{FF2B5EF4-FFF2-40B4-BE49-F238E27FC236}">
                  <a16:creationId xmlns:a16="http://schemas.microsoft.com/office/drawing/2014/main" id="{2544AE06-3EB0-4F30-BDEB-C39BA95148A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8" y="2546"/>
              <a:ext cx="38" cy="44"/>
            </a:xfrm>
            <a:custGeom>
              <a:avLst/>
              <a:gdLst>
                <a:gd name="T0" fmla="*/ 125 w 21"/>
                <a:gd name="T1" fmla="*/ 0 h 24"/>
                <a:gd name="T2" fmla="*/ 72 w 21"/>
                <a:gd name="T3" fmla="*/ 112 h 24"/>
                <a:gd name="T4" fmla="*/ 0 w 21"/>
                <a:gd name="T5" fmla="*/ 149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24">
                  <a:moveTo>
                    <a:pt x="21" y="0"/>
                  </a:moveTo>
                  <a:cubicBezTo>
                    <a:pt x="20" y="8"/>
                    <a:pt x="15" y="12"/>
                    <a:pt x="12" y="18"/>
                  </a:cubicBezTo>
                  <a:cubicBezTo>
                    <a:pt x="10" y="23"/>
                    <a:pt x="3" y="21"/>
                    <a:pt x="0" y="24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142" name="Freeform 440">
              <a:extLst>
                <a:ext uri="{FF2B5EF4-FFF2-40B4-BE49-F238E27FC236}">
                  <a16:creationId xmlns:a16="http://schemas.microsoft.com/office/drawing/2014/main" id="{08A95B0D-8706-4DC7-BDFA-797A516EEA8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3" y="2534"/>
              <a:ext cx="25" cy="39"/>
            </a:xfrm>
            <a:custGeom>
              <a:avLst/>
              <a:gdLst>
                <a:gd name="T0" fmla="*/ 80 w 14"/>
                <a:gd name="T1" fmla="*/ 0 h 22"/>
                <a:gd name="T2" fmla="*/ 36 w 14"/>
                <a:gd name="T3" fmla="*/ 110 h 22"/>
                <a:gd name="T4" fmla="*/ 0 w 14"/>
                <a:gd name="T5" fmla="*/ 122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22">
                  <a:moveTo>
                    <a:pt x="14" y="0"/>
                  </a:moveTo>
                  <a:cubicBezTo>
                    <a:pt x="13" y="5"/>
                    <a:pt x="9" y="18"/>
                    <a:pt x="6" y="20"/>
                  </a:cubicBezTo>
                  <a:cubicBezTo>
                    <a:pt x="3" y="21"/>
                    <a:pt x="1" y="19"/>
                    <a:pt x="0" y="22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143" name="Freeform 441">
              <a:extLst>
                <a:ext uri="{FF2B5EF4-FFF2-40B4-BE49-F238E27FC236}">
                  <a16:creationId xmlns:a16="http://schemas.microsoft.com/office/drawing/2014/main" id="{5AAE0328-C42F-474B-88D4-CB2FE97D0FA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6" y="2582"/>
              <a:ext cx="6" cy="17"/>
            </a:xfrm>
            <a:custGeom>
              <a:avLst/>
              <a:gdLst>
                <a:gd name="T0" fmla="*/ 0 w 3"/>
                <a:gd name="T1" fmla="*/ 0 h 9"/>
                <a:gd name="T2" fmla="*/ 8 w 3"/>
                <a:gd name="T3" fmla="*/ 6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9">
                  <a:moveTo>
                    <a:pt x="0" y="0"/>
                  </a:moveTo>
                  <a:cubicBezTo>
                    <a:pt x="3" y="1"/>
                    <a:pt x="2" y="7"/>
                    <a:pt x="1" y="9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144" name="Freeform 442">
              <a:extLst>
                <a:ext uri="{FF2B5EF4-FFF2-40B4-BE49-F238E27FC236}">
                  <a16:creationId xmlns:a16="http://schemas.microsoft.com/office/drawing/2014/main" id="{CD811872-9AEA-460C-BB0C-6BD83071F355}"/>
                </a:ext>
              </a:extLst>
            </p:cNvPr>
            <p:cNvSpPr>
              <a:spLocks/>
            </p:cNvSpPr>
            <p:nvPr/>
          </p:nvSpPr>
          <p:spPr bwMode="auto">
            <a:xfrm>
              <a:off x="876" y="3825"/>
              <a:ext cx="7" cy="32"/>
            </a:xfrm>
            <a:custGeom>
              <a:avLst/>
              <a:gdLst>
                <a:gd name="T0" fmla="*/ 0 w 4"/>
                <a:gd name="T1" fmla="*/ 0 h 18"/>
                <a:gd name="T2" fmla="*/ 21 w 4"/>
                <a:gd name="T3" fmla="*/ 101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8">
                  <a:moveTo>
                    <a:pt x="0" y="0"/>
                  </a:moveTo>
                  <a:cubicBezTo>
                    <a:pt x="0" y="7"/>
                    <a:pt x="4" y="18"/>
                    <a:pt x="4" y="18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145" name="Freeform 443">
              <a:extLst>
                <a:ext uri="{FF2B5EF4-FFF2-40B4-BE49-F238E27FC236}">
                  <a16:creationId xmlns:a16="http://schemas.microsoft.com/office/drawing/2014/main" id="{2675EB7B-A1D7-4797-926D-17FCFE174634}"/>
                </a:ext>
              </a:extLst>
            </p:cNvPr>
            <p:cNvSpPr>
              <a:spLocks/>
            </p:cNvSpPr>
            <p:nvPr/>
          </p:nvSpPr>
          <p:spPr bwMode="auto">
            <a:xfrm>
              <a:off x="845" y="2067"/>
              <a:ext cx="47" cy="34"/>
            </a:xfrm>
            <a:custGeom>
              <a:avLst/>
              <a:gdLst>
                <a:gd name="T0" fmla="*/ 0 w 26"/>
                <a:gd name="T1" fmla="*/ 73 h 19"/>
                <a:gd name="T2" fmla="*/ 118 w 26"/>
                <a:gd name="T3" fmla="*/ 109 h 19"/>
                <a:gd name="T4" fmla="*/ 0 w 26"/>
                <a:gd name="T5" fmla="*/ 68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19">
                  <a:moveTo>
                    <a:pt x="0" y="13"/>
                  </a:moveTo>
                  <a:cubicBezTo>
                    <a:pt x="6" y="7"/>
                    <a:pt x="17" y="10"/>
                    <a:pt x="20" y="19"/>
                  </a:cubicBezTo>
                  <a:cubicBezTo>
                    <a:pt x="26" y="12"/>
                    <a:pt x="4" y="0"/>
                    <a:pt x="0" y="12"/>
                  </a:cubicBezTo>
                </a:path>
              </a:pathLst>
            </a:custGeom>
            <a:solidFill>
              <a:srgbClr val="C17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146" name="Freeform 444">
              <a:extLst>
                <a:ext uri="{FF2B5EF4-FFF2-40B4-BE49-F238E27FC236}">
                  <a16:creationId xmlns:a16="http://schemas.microsoft.com/office/drawing/2014/main" id="{4715CE46-99EC-4F1E-885A-87577BFC5C86}"/>
                </a:ext>
              </a:extLst>
            </p:cNvPr>
            <p:cNvSpPr>
              <a:spLocks/>
            </p:cNvSpPr>
            <p:nvPr/>
          </p:nvSpPr>
          <p:spPr bwMode="auto">
            <a:xfrm>
              <a:off x="771" y="3954"/>
              <a:ext cx="25" cy="16"/>
            </a:xfrm>
            <a:custGeom>
              <a:avLst/>
              <a:gdLst>
                <a:gd name="T0" fmla="*/ 29 w 14"/>
                <a:gd name="T1" fmla="*/ 7 h 9"/>
                <a:gd name="T2" fmla="*/ 68 w 14"/>
                <a:gd name="T3" fmla="*/ 16 h 9"/>
                <a:gd name="T4" fmla="*/ 29 w 14"/>
                <a:gd name="T5" fmla="*/ 21 h 9"/>
                <a:gd name="T6" fmla="*/ 0 w 14"/>
                <a:gd name="T7" fmla="*/ 36 h 9"/>
                <a:gd name="T8" fmla="*/ 64 w 14"/>
                <a:gd name="T9" fmla="*/ 50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9">
                  <a:moveTo>
                    <a:pt x="5" y="1"/>
                  </a:moveTo>
                  <a:cubicBezTo>
                    <a:pt x="7" y="1"/>
                    <a:pt x="11" y="0"/>
                    <a:pt x="12" y="3"/>
                  </a:cubicBezTo>
                  <a:cubicBezTo>
                    <a:pt x="14" y="8"/>
                    <a:pt x="6" y="4"/>
                    <a:pt x="5" y="4"/>
                  </a:cubicBezTo>
                  <a:cubicBezTo>
                    <a:pt x="3" y="3"/>
                    <a:pt x="0" y="3"/>
                    <a:pt x="0" y="6"/>
                  </a:cubicBezTo>
                  <a:cubicBezTo>
                    <a:pt x="1" y="9"/>
                    <a:pt x="8" y="8"/>
                    <a:pt x="11" y="9"/>
                  </a:cubicBezTo>
                </a:path>
              </a:pathLst>
            </a:custGeom>
            <a:noFill/>
            <a:ln w="6350" cap="flat">
              <a:solidFill>
                <a:srgbClr val="A961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147" name="Freeform 445">
              <a:extLst>
                <a:ext uri="{FF2B5EF4-FFF2-40B4-BE49-F238E27FC236}">
                  <a16:creationId xmlns:a16="http://schemas.microsoft.com/office/drawing/2014/main" id="{22290B20-FD1F-40FD-B25E-EA3546822860}"/>
                </a:ext>
              </a:extLst>
            </p:cNvPr>
            <p:cNvSpPr>
              <a:spLocks/>
            </p:cNvSpPr>
            <p:nvPr/>
          </p:nvSpPr>
          <p:spPr bwMode="auto">
            <a:xfrm>
              <a:off x="746" y="3956"/>
              <a:ext cx="14" cy="12"/>
            </a:xfrm>
            <a:custGeom>
              <a:avLst/>
              <a:gdLst>
                <a:gd name="T0" fmla="*/ 44 w 8"/>
                <a:gd name="T1" fmla="*/ 21 h 7"/>
                <a:gd name="T2" fmla="*/ 0 w 8"/>
                <a:gd name="T3" fmla="*/ 0 h 7"/>
                <a:gd name="T4" fmla="*/ 33 w 8"/>
                <a:gd name="T5" fmla="*/ 36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7">
                  <a:moveTo>
                    <a:pt x="8" y="4"/>
                  </a:moveTo>
                  <a:cubicBezTo>
                    <a:pt x="7" y="1"/>
                    <a:pt x="3" y="0"/>
                    <a:pt x="0" y="0"/>
                  </a:cubicBezTo>
                  <a:cubicBezTo>
                    <a:pt x="1" y="3"/>
                    <a:pt x="3" y="6"/>
                    <a:pt x="6" y="7"/>
                  </a:cubicBezTo>
                </a:path>
              </a:pathLst>
            </a:custGeom>
            <a:noFill/>
            <a:ln w="6350" cap="flat">
              <a:solidFill>
                <a:srgbClr val="A961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148" name="Freeform 446">
              <a:extLst>
                <a:ext uri="{FF2B5EF4-FFF2-40B4-BE49-F238E27FC236}">
                  <a16:creationId xmlns:a16="http://schemas.microsoft.com/office/drawing/2014/main" id="{6064818E-9172-4926-910A-2FC8684F9616}"/>
                </a:ext>
              </a:extLst>
            </p:cNvPr>
            <p:cNvSpPr>
              <a:spLocks/>
            </p:cNvSpPr>
            <p:nvPr/>
          </p:nvSpPr>
          <p:spPr bwMode="auto">
            <a:xfrm>
              <a:off x="706" y="3949"/>
              <a:ext cx="24" cy="16"/>
            </a:xfrm>
            <a:custGeom>
              <a:avLst/>
              <a:gdLst>
                <a:gd name="T0" fmla="*/ 81 w 13"/>
                <a:gd name="T1" fmla="*/ 36 h 9"/>
                <a:gd name="T2" fmla="*/ 24 w 13"/>
                <a:gd name="T3" fmla="*/ 12 h 9"/>
                <a:gd name="T4" fmla="*/ 76 w 13"/>
                <a:gd name="T5" fmla="*/ 5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9">
                  <a:moveTo>
                    <a:pt x="13" y="6"/>
                  </a:moveTo>
                  <a:cubicBezTo>
                    <a:pt x="12" y="4"/>
                    <a:pt x="7" y="0"/>
                    <a:pt x="4" y="2"/>
                  </a:cubicBezTo>
                  <a:cubicBezTo>
                    <a:pt x="0" y="6"/>
                    <a:pt x="10" y="9"/>
                    <a:pt x="12" y="9"/>
                  </a:cubicBezTo>
                </a:path>
              </a:pathLst>
            </a:custGeom>
            <a:noFill/>
            <a:ln w="6350" cap="flat">
              <a:solidFill>
                <a:srgbClr val="A961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149" name="Freeform 447">
              <a:extLst>
                <a:ext uri="{FF2B5EF4-FFF2-40B4-BE49-F238E27FC236}">
                  <a16:creationId xmlns:a16="http://schemas.microsoft.com/office/drawing/2014/main" id="{1FD7D529-5062-4595-AC5A-2F299FA59D2F}"/>
                </a:ext>
              </a:extLst>
            </p:cNvPr>
            <p:cNvSpPr>
              <a:spLocks/>
            </p:cNvSpPr>
            <p:nvPr/>
          </p:nvSpPr>
          <p:spPr bwMode="auto">
            <a:xfrm>
              <a:off x="690" y="3943"/>
              <a:ext cx="9" cy="9"/>
            </a:xfrm>
            <a:custGeom>
              <a:avLst/>
              <a:gdLst>
                <a:gd name="T0" fmla="*/ 29 w 5"/>
                <a:gd name="T1" fmla="*/ 29 h 5"/>
                <a:gd name="T2" fmla="*/ 0 w 5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5">
                  <a:moveTo>
                    <a:pt x="5" y="5"/>
                  </a:moveTo>
                  <a:cubicBezTo>
                    <a:pt x="4" y="3"/>
                    <a:pt x="1" y="2"/>
                    <a:pt x="0" y="0"/>
                  </a:cubicBezTo>
                </a:path>
              </a:pathLst>
            </a:custGeom>
            <a:noFill/>
            <a:ln w="6350" cap="flat">
              <a:solidFill>
                <a:srgbClr val="A961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150" name="Freeform 448">
              <a:extLst>
                <a:ext uri="{FF2B5EF4-FFF2-40B4-BE49-F238E27FC236}">
                  <a16:creationId xmlns:a16="http://schemas.microsoft.com/office/drawing/2014/main" id="{430D3999-7B77-45C5-AA2B-AC2230EABC63}"/>
                </a:ext>
              </a:extLst>
            </p:cNvPr>
            <p:cNvSpPr>
              <a:spLocks/>
            </p:cNvSpPr>
            <p:nvPr/>
          </p:nvSpPr>
          <p:spPr bwMode="auto">
            <a:xfrm>
              <a:off x="926" y="3952"/>
              <a:ext cx="16" cy="13"/>
            </a:xfrm>
            <a:custGeom>
              <a:avLst/>
              <a:gdLst>
                <a:gd name="T0" fmla="*/ 7 w 9"/>
                <a:gd name="T1" fmla="*/ 13 h 7"/>
                <a:gd name="T2" fmla="*/ 50 w 9"/>
                <a:gd name="T3" fmla="*/ 24 h 7"/>
                <a:gd name="T4" fmla="*/ 0 w 9"/>
                <a:gd name="T5" fmla="*/ 37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7">
                  <a:moveTo>
                    <a:pt x="1" y="2"/>
                  </a:moveTo>
                  <a:cubicBezTo>
                    <a:pt x="2" y="2"/>
                    <a:pt x="9" y="0"/>
                    <a:pt x="9" y="4"/>
                  </a:cubicBezTo>
                  <a:cubicBezTo>
                    <a:pt x="8" y="7"/>
                    <a:pt x="2" y="6"/>
                    <a:pt x="0" y="6"/>
                  </a:cubicBezTo>
                </a:path>
              </a:pathLst>
            </a:custGeom>
            <a:noFill/>
            <a:ln w="6350" cap="flat">
              <a:solidFill>
                <a:srgbClr val="A961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151" name="Freeform 449">
              <a:extLst>
                <a:ext uri="{FF2B5EF4-FFF2-40B4-BE49-F238E27FC236}">
                  <a16:creationId xmlns:a16="http://schemas.microsoft.com/office/drawing/2014/main" id="{78D7D76C-9D21-4A54-A758-D747F89618D9}"/>
                </a:ext>
              </a:extLst>
            </p:cNvPr>
            <p:cNvSpPr>
              <a:spLocks/>
            </p:cNvSpPr>
            <p:nvPr/>
          </p:nvSpPr>
          <p:spPr bwMode="auto">
            <a:xfrm>
              <a:off x="959" y="3956"/>
              <a:ext cx="21" cy="14"/>
            </a:xfrm>
            <a:custGeom>
              <a:avLst/>
              <a:gdLst>
                <a:gd name="T0" fmla="*/ 0 w 12"/>
                <a:gd name="T1" fmla="*/ 21 h 8"/>
                <a:gd name="T2" fmla="*/ 44 w 12"/>
                <a:gd name="T3" fmla="*/ 12 h 8"/>
                <a:gd name="T4" fmla="*/ 7 w 12"/>
                <a:gd name="T5" fmla="*/ 44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8">
                  <a:moveTo>
                    <a:pt x="0" y="4"/>
                  </a:moveTo>
                  <a:cubicBezTo>
                    <a:pt x="2" y="2"/>
                    <a:pt x="6" y="0"/>
                    <a:pt x="8" y="2"/>
                  </a:cubicBezTo>
                  <a:cubicBezTo>
                    <a:pt x="12" y="6"/>
                    <a:pt x="4" y="8"/>
                    <a:pt x="1" y="8"/>
                  </a:cubicBezTo>
                </a:path>
              </a:pathLst>
            </a:custGeom>
            <a:noFill/>
            <a:ln w="6350" cap="flat">
              <a:solidFill>
                <a:srgbClr val="A961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152" name="Freeform 450">
              <a:extLst>
                <a:ext uri="{FF2B5EF4-FFF2-40B4-BE49-F238E27FC236}">
                  <a16:creationId xmlns:a16="http://schemas.microsoft.com/office/drawing/2014/main" id="{5ED097F7-93AF-4A50-B1B1-88C031AC8299}"/>
                </a:ext>
              </a:extLst>
            </p:cNvPr>
            <p:cNvSpPr>
              <a:spLocks/>
            </p:cNvSpPr>
            <p:nvPr/>
          </p:nvSpPr>
          <p:spPr bwMode="auto">
            <a:xfrm>
              <a:off x="991" y="3952"/>
              <a:ext cx="14" cy="7"/>
            </a:xfrm>
            <a:custGeom>
              <a:avLst/>
              <a:gdLst>
                <a:gd name="T0" fmla="*/ 44 w 8"/>
                <a:gd name="T1" fmla="*/ 0 h 4"/>
                <a:gd name="T2" fmla="*/ 0 w 8"/>
                <a:gd name="T3" fmla="*/ 21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4">
                  <a:moveTo>
                    <a:pt x="8" y="0"/>
                  </a:moveTo>
                  <a:cubicBezTo>
                    <a:pt x="5" y="1"/>
                    <a:pt x="2" y="2"/>
                    <a:pt x="0" y="4"/>
                  </a:cubicBezTo>
                </a:path>
              </a:pathLst>
            </a:custGeom>
            <a:noFill/>
            <a:ln w="6350" cap="flat">
              <a:solidFill>
                <a:srgbClr val="A961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153" name="Freeform 451">
              <a:extLst>
                <a:ext uri="{FF2B5EF4-FFF2-40B4-BE49-F238E27FC236}">
                  <a16:creationId xmlns:a16="http://schemas.microsoft.com/office/drawing/2014/main" id="{6B116AC7-A8E3-4168-9B24-0D55F684130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8" y="3945"/>
              <a:ext cx="14" cy="5"/>
            </a:xfrm>
            <a:custGeom>
              <a:avLst/>
              <a:gdLst>
                <a:gd name="T0" fmla="*/ 44 w 8"/>
                <a:gd name="T1" fmla="*/ 0 h 3"/>
                <a:gd name="T2" fmla="*/ 0 w 8"/>
                <a:gd name="T3" fmla="*/ 13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3">
                  <a:moveTo>
                    <a:pt x="8" y="0"/>
                  </a:moveTo>
                  <a:cubicBezTo>
                    <a:pt x="6" y="0"/>
                    <a:pt x="2" y="1"/>
                    <a:pt x="0" y="3"/>
                  </a:cubicBezTo>
                </a:path>
              </a:pathLst>
            </a:custGeom>
            <a:noFill/>
            <a:ln w="6350" cap="flat">
              <a:solidFill>
                <a:srgbClr val="A961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154" name="Freeform 452">
              <a:extLst>
                <a:ext uri="{FF2B5EF4-FFF2-40B4-BE49-F238E27FC236}">
                  <a16:creationId xmlns:a16="http://schemas.microsoft.com/office/drawing/2014/main" id="{D95D9949-3769-4C8D-B068-904A9410F653}"/>
                </a:ext>
              </a:extLst>
            </p:cNvPr>
            <p:cNvSpPr>
              <a:spLocks/>
            </p:cNvSpPr>
            <p:nvPr/>
          </p:nvSpPr>
          <p:spPr bwMode="auto">
            <a:xfrm>
              <a:off x="796" y="1231"/>
              <a:ext cx="53" cy="125"/>
            </a:xfrm>
            <a:custGeom>
              <a:avLst/>
              <a:gdLst>
                <a:gd name="T0" fmla="*/ 16 w 29"/>
                <a:gd name="T1" fmla="*/ 0 h 70"/>
                <a:gd name="T2" fmla="*/ 44 w 29"/>
                <a:gd name="T3" fmla="*/ 36 h 70"/>
                <a:gd name="T4" fmla="*/ 110 w 29"/>
                <a:gd name="T5" fmla="*/ 188 h 70"/>
                <a:gd name="T6" fmla="*/ 177 w 29"/>
                <a:gd name="T7" fmla="*/ 398 h 70"/>
                <a:gd name="T8" fmla="*/ 124 w 29"/>
                <a:gd name="T9" fmla="*/ 332 h 70"/>
                <a:gd name="T10" fmla="*/ 53 w 29"/>
                <a:gd name="T11" fmla="*/ 166 h 70"/>
                <a:gd name="T12" fmla="*/ 0 w 29"/>
                <a:gd name="T13" fmla="*/ 0 h 7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" h="70">
                  <a:moveTo>
                    <a:pt x="3" y="0"/>
                  </a:moveTo>
                  <a:cubicBezTo>
                    <a:pt x="5" y="2"/>
                    <a:pt x="6" y="4"/>
                    <a:pt x="7" y="6"/>
                  </a:cubicBezTo>
                  <a:cubicBezTo>
                    <a:pt x="12" y="15"/>
                    <a:pt x="16" y="24"/>
                    <a:pt x="18" y="33"/>
                  </a:cubicBezTo>
                  <a:cubicBezTo>
                    <a:pt x="20" y="46"/>
                    <a:pt x="23" y="58"/>
                    <a:pt x="29" y="70"/>
                  </a:cubicBezTo>
                  <a:cubicBezTo>
                    <a:pt x="25" y="67"/>
                    <a:pt x="22" y="62"/>
                    <a:pt x="20" y="58"/>
                  </a:cubicBezTo>
                  <a:cubicBezTo>
                    <a:pt x="16" y="49"/>
                    <a:pt x="11" y="39"/>
                    <a:pt x="9" y="29"/>
                  </a:cubicBezTo>
                  <a:cubicBezTo>
                    <a:pt x="6" y="20"/>
                    <a:pt x="4" y="10"/>
                    <a:pt x="0" y="0"/>
                  </a:cubicBezTo>
                </a:path>
              </a:pathLst>
            </a:custGeom>
            <a:solidFill>
              <a:srgbClr val="C17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155" name="Freeform 453">
              <a:extLst>
                <a:ext uri="{FF2B5EF4-FFF2-40B4-BE49-F238E27FC236}">
                  <a16:creationId xmlns:a16="http://schemas.microsoft.com/office/drawing/2014/main" id="{9942F22F-F72F-450B-9000-367DA7A26FA0}"/>
                </a:ext>
              </a:extLst>
            </p:cNvPr>
            <p:cNvSpPr>
              <a:spLocks/>
            </p:cNvSpPr>
            <p:nvPr/>
          </p:nvSpPr>
          <p:spPr bwMode="auto">
            <a:xfrm>
              <a:off x="807" y="1232"/>
              <a:ext cx="33" cy="103"/>
            </a:xfrm>
            <a:custGeom>
              <a:avLst/>
              <a:gdLst>
                <a:gd name="T0" fmla="*/ 0 w 18"/>
                <a:gd name="T1" fmla="*/ 0 h 57"/>
                <a:gd name="T2" fmla="*/ 7 w 18"/>
                <a:gd name="T3" fmla="*/ 16 h 57"/>
                <a:gd name="T4" fmla="*/ 44 w 18"/>
                <a:gd name="T5" fmla="*/ 125 h 57"/>
                <a:gd name="T6" fmla="*/ 112 w 18"/>
                <a:gd name="T7" fmla="*/ 336 h 57"/>
                <a:gd name="T8" fmla="*/ 61 w 18"/>
                <a:gd name="T9" fmla="*/ 94 h 57"/>
                <a:gd name="T10" fmla="*/ 13 w 18"/>
                <a:gd name="T11" fmla="*/ 7 h 5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" h="57">
                  <a:moveTo>
                    <a:pt x="0" y="0"/>
                  </a:moveTo>
                  <a:cubicBezTo>
                    <a:pt x="0" y="1"/>
                    <a:pt x="1" y="2"/>
                    <a:pt x="1" y="3"/>
                  </a:cubicBezTo>
                  <a:cubicBezTo>
                    <a:pt x="4" y="8"/>
                    <a:pt x="6" y="15"/>
                    <a:pt x="7" y="21"/>
                  </a:cubicBezTo>
                  <a:cubicBezTo>
                    <a:pt x="9" y="34"/>
                    <a:pt x="14" y="46"/>
                    <a:pt x="18" y="57"/>
                  </a:cubicBezTo>
                  <a:cubicBezTo>
                    <a:pt x="14" y="44"/>
                    <a:pt x="15" y="29"/>
                    <a:pt x="10" y="16"/>
                  </a:cubicBezTo>
                  <a:cubicBezTo>
                    <a:pt x="8" y="11"/>
                    <a:pt x="5" y="6"/>
                    <a:pt x="2" y="1"/>
                  </a:cubicBezTo>
                </a:path>
              </a:pathLst>
            </a:custGeom>
            <a:solidFill>
              <a:srgbClr val="8E4C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156" name="Freeform 454">
              <a:extLst>
                <a:ext uri="{FF2B5EF4-FFF2-40B4-BE49-F238E27FC236}">
                  <a16:creationId xmlns:a16="http://schemas.microsoft.com/office/drawing/2014/main" id="{EA001B25-1AC0-47D0-BD01-A1A2FFB61DC2}"/>
                </a:ext>
              </a:extLst>
            </p:cNvPr>
            <p:cNvSpPr>
              <a:spLocks/>
            </p:cNvSpPr>
            <p:nvPr/>
          </p:nvSpPr>
          <p:spPr bwMode="auto">
            <a:xfrm>
              <a:off x="618" y="1543"/>
              <a:ext cx="9" cy="47"/>
            </a:xfrm>
            <a:custGeom>
              <a:avLst/>
              <a:gdLst>
                <a:gd name="T0" fmla="*/ 29 w 5"/>
                <a:gd name="T1" fmla="*/ 154 h 26"/>
                <a:gd name="T2" fmla="*/ 0 w 5"/>
                <a:gd name="T3" fmla="*/ 0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6">
                  <a:moveTo>
                    <a:pt x="5" y="26"/>
                  </a:moveTo>
                  <a:cubicBezTo>
                    <a:pt x="5" y="18"/>
                    <a:pt x="4" y="7"/>
                    <a:pt x="0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157" name="Freeform 455">
              <a:extLst>
                <a:ext uri="{FF2B5EF4-FFF2-40B4-BE49-F238E27FC236}">
                  <a16:creationId xmlns:a16="http://schemas.microsoft.com/office/drawing/2014/main" id="{36EC4B0F-065A-46D4-9CA2-C31E6DA2D78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9" y="1516"/>
              <a:ext cx="9" cy="49"/>
            </a:xfrm>
            <a:custGeom>
              <a:avLst/>
              <a:gdLst>
                <a:gd name="T0" fmla="*/ 13 w 5"/>
                <a:gd name="T1" fmla="*/ 162 h 27"/>
                <a:gd name="T2" fmla="*/ 7 w 5"/>
                <a:gd name="T3" fmla="*/ 96 h 27"/>
                <a:gd name="T4" fmla="*/ 29 w 5"/>
                <a:gd name="T5" fmla="*/ 0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27">
                  <a:moveTo>
                    <a:pt x="2" y="27"/>
                  </a:moveTo>
                  <a:cubicBezTo>
                    <a:pt x="0" y="25"/>
                    <a:pt x="1" y="19"/>
                    <a:pt x="1" y="16"/>
                  </a:cubicBezTo>
                  <a:cubicBezTo>
                    <a:pt x="1" y="11"/>
                    <a:pt x="1" y="4"/>
                    <a:pt x="5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158" name="Freeform 456">
              <a:extLst>
                <a:ext uri="{FF2B5EF4-FFF2-40B4-BE49-F238E27FC236}">
                  <a16:creationId xmlns:a16="http://schemas.microsoft.com/office/drawing/2014/main" id="{01B18400-83E2-4E78-98AE-34A166F9F968}"/>
                </a:ext>
              </a:extLst>
            </p:cNvPr>
            <p:cNvSpPr>
              <a:spLocks/>
            </p:cNvSpPr>
            <p:nvPr/>
          </p:nvSpPr>
          <p:spPr bwMode="auto">
            <a:xfrm>
              <a:off x="577" y="2250"/>
              <a:ext cx="52" cy="595"/>
            </a:xfrm>
            <a:custGeom>
              <a:avLst/>
              <a:gdLst>
                <a:gd name="T0" fmla="*/ 109 w 29"/>
                <a:gd name="T1" fmla="*/ 0 h 331"/>
                <a:gd name="T2" fmla="*/ 167 w 29"/>
                <a:gd name="T3" fmla="*/ 1923 h 331"/>
                <a:gd name="T4" fmla="*/ 109 w 29"/>
                <a:gd name="T5" fmla="*/ 0 h 3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331">
                  <a:moveTo>
                    <a:pt x="19" y="0"/>
                  </a:moveTo>
                  <a:cubicBezTo>
                    <a:pt x="19" y="0"/>
                    <a:pt x="0" y="204"/>
                    <a:pt x="29" y="331"/>
                  </a:cubicBezTo>
                  <a:cubicBezTo>
                    <a:pt x="29" y="331"/>
                    <a:pt x="10" y="101"/>
                    <a:pt x="19" y="0"/>
                  </a:cubicBezTo>
                  <a:close/>
                </a:path>
              </a:pathLst>
            </a:custGeom>
            <a:solidFill>
              <a:srgbClr val="C17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159" name="Freeform 457">
              <a:extLst>
                <a:ext uri="{FF2B5EF4-FFF2-40B4-BE49-F238E27FC236}">
                  <a16:creationId xmlns:a16="http://schemas.microsoft.com/office/drawing/2014/main" id="{059AEE67-F742-4914-BDC6-85A7E81F1F0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2" y="2444"/>
              <a:ext cx="54" cy="485"/>
            </a:xfrm>
            <a:custGeom>
              <a:avLst/>
              <a:gdLst>
                <a:gd name="T0" fmla="*/ 175 w 30"/>
                <a:gd name="T1" fmla="*/ 0 h 270"/>
                <a:gd name="T2" fmla="*/ 0 w 30"/>
                <a:gd name="T3" fmla="*/ 1565 h 270"/>
                <a:gd name="T4" fmla="*/ 175 w 30"/>
                <a:gd name="T5" fmla="*/ 0 h 27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270">
                  <a:moveTo>
                    <a:pt x="30" y="0"/>
                  </a:moveTo>
                  <a:cubicBezTo>
                    <a:pt x="30" y="0"/>
                    <a:pt x="18" y="193"/>
                    <a:pt x="0" y="270"/>
                  </a:cubicBezTo>
                  <a:cubicBezTo>
                    <a:pt x="0" y="270"/>
                    <a:pt x="23" y="18"/>
                    <a:pt x="30" y="0"/>
                  </a:cubicBezTo>
                  <a:close/>
                </a:path>
              </a:pathLst>
            </a:custGeom>
            <a:solidFill>
              <a:srgbClr val="8E4C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160" name="Freeform 458">
              <a:extLst>
                <a:ext uri="{FF2B5EF4-FFF2-40B4-BE49-F238E27FC236}">
                  <a16:creationId xmlns:a16="http://schemas.microsoft.com/office/drawing/2014/main" id="{618A2C1F-E784-48DA-A212-AE147E4B687B}"/>
                </a:ext>
              </a:extLst>
            </p:cNvPr>
            <p:cNvSpPr>
              <a:spLocks/>
            </p:cNvSpPr>
            <p:nvPr/>
          </p:nvSpPr>
          <p:spPr bwMode="auto">
            <a:xfrm>
              <a:off x="624" y="1538"/>
              <a:ext cx="32" cy="252"/>
            </a:xfrm>
            <a:custGeom>
              <a:avLst/>
              <a:gdLst>
                <a:gd name="T0" fmla="*/ 7 w 18"/>
                <a:gd name="T1" fmla="*/ 0 h 140"/>
                <a:gd name="T2" fmla="*/ 37 w 18"/>
                <a:gd name="T3" fmla="*/ 234 h 140"/>
                <a:gd name="T4" fmla="*/ 16 w 18"/>
                <a:gd name="T5" fmla="*/ 401 h 140"/>
                <a:gd name="T6" fmla="*/ 21 w 18"/>
                <a:gd name="T7" fmla="*/ 817 h 140"/>
                <a:gd name="T8" fmla="*/ 89 w 18"/>
                <a:gd name="T9" fmla="*/ 304 h 140"/>
                <a:gd name="T10" fmla="*/ 7 w 18"/>
                <a:gd name="T11" fmla="*/ 0 h 14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" h="140">
                  <a:moveTo>
                    <a:pt x="1" y="0"/>
                  </a:moveTo>
                  <a:cubicBezTo>
                    <a:pt x="0" y="12"/>
                    <a:pt x="8" y="26"/>
                    <a:pt x="7" y="40"/>
                  </a:cubicBezTo>
                  <a:cubicBezTo>
                    <a:pt x="7" y="50"/>
                    <a:pt x="4" y="59"/>
                    <a:pt x="3" y="69"/>
                  </a:cubicBezTo>
                  <a:cubicBezTo>
                    <a:pt x="1" y="91"/>
                    <a:pt x="0" y="119"/>
                    <a:pt x="4" y="140"/>
                  </a:cubicBezTo>
                  <a:cubicBezTo>
                    <a:pt x="11" y="112"/>
                    <a:pt x="13" y="81"/>
                    <a:pt x="16" y="52"/>
                  </a:cubicBezTo>
                  <a:cubicBezTo>
                    <a:pt x="18" y="31"/>
                    <a:pt x="17" y="15"/>
                    <a:pt x="1" y="0"/>
                  </a:cubicBezTo>
                </a:path>
              </a:pathLst>
            </a:custGeom>
            <a:solidFill>
              <a:srgbClr val="C17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161" name="Freeform 459">
              <a:extLst>
                <a:ext uri="{FF2B5EF4-FFF2-40B4-BE49-F238E27FC236}">
                  <a16:creationId xmlns:a16="http://schemas.microsoft.com/office/drawing/2014/main" id="{557BE4FB-7B98-4A36-AA9A-481F56A3AF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9" y="1516"/>
              <a:ext cx="41" cy="266"/>
            </a:xfrm>
            <a:custGeom>
              <a:avLst/>
              <a:gdLst>
                <a:gd name="T0" fmla="*/ 94 w 23"/>
                <a:gd name="T1" fmla="*/ 0 h 148"/>
                <a:gd name="T2" fmla="*/ 73 w 23"/>
                <a:gd name="T3" fmla="*/ 167 h 148"/>
                <a:gd name="T4" fmla="*/ 93 w 23"/>
                <a:gd name="T5" fmla="*/ 372 h 148"/>
                <a:gd name="T6" fmla="*/ 114 w 23"/>
                <a:gd name="T7" fmla="*/ 859 h 148"/>
                <a:gd name="T8" fmla="*/ 94 w 23"/>
                <a:gd name="T9" fmla="*/ 604 h 148"/>
                <a:gd name="T10" fmla="*/ 45 w 23"/>
                <a:gd name="T11" fmla="*/ 356 h 148"/>
                <a:gd name="T12" fmla="*/ 86 w 23"/>
                <a:gd name="T13" fmla="*/ 23 h 14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148">
                  <a:moveTo>
                    <a:pt x="17" y="0"/>
                  </a:moveTo>
                  <a:cubicBezTo>
                    <a:pt x="18" y="7"/>
                    <a:pt x="12" y="19"/>
                    <a:pt x="13" y="29"/>
                  </a:cubicBezTo>
                  <a:cubicBezTo>
                    <a:pt x="13" y="41"/>
                    <a:pt x="14" y="53"/>
                    <a:pt x="16" y="64"/>
                  </a:cubicBezTo>
                  <a:cubicBezTo>
                    <a:pt x="20" y="91"/>
                    <a:pt x="23" y="120"/>
                    <a:pt x="20" y="148"/>
                  </a:cubicBezTo>
                  <a:cubicBezTo>
                    <a:pt x="17" y="135"/>
                    <a:pt x="19" y="118"/>
                    <a:pt x="17" y="104"/>
                  </a:cubicBezTo>
                  <a:cubicBezTo>
                    <a:pt x="15" y="89"/>
                    <a:pt x="10" y="75"/>
                    <a:pt x="8" y="61"/>
                  </a:cubicBezTo>
                  <a:cubicBezTo>
                    <a:pt x="6" y="46"/>
                    <a:pt x="0" y="13"/>
                    <a:pt x="15" y="4"/>
                  </a:cubicBezTo>
                </a:path>
              </a:pathLst>
            </a:custGeom>
            <a:solidFill>
              <a:srgbClr val="8E4C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162" name="Freeform 460">
              <a:extLst>
                <a:ext uri="{FF2B5EF4-FFF2-40B4-BE49-F238E27FC236}">
                  <a16:creationId xmlns:a16="http://schemas.microsoft.com/office/drawing/2014/main" id="{950D1575-F95B-4CA9-838C-5BC9470B9069}"/>
                </a:ext>
              </a:extLst>
            </p:cNvPr>
            <p:cNvSpPr>
              <a:spLocks/>
            </p:cNvSpPr>
            <p:nvPr/>
          </p:nvSpPr>
          <p:spPr bwMode="auto">
            <a:xfrm>
              <a:off x="829" y="1554"/>
              <a:ext cx="50" cy="49"/>
            </a:xfrm>
            <a:custGeom>
              <a:avLst/>
              <a:gdLst>
                <a:gd name="T0" fmla="*/ 7 w 28"/>
                <a:gd name="T1" fmla="*/ 113 h 27"/>
                <a:gd name="T2" fmla="*/ 159 w 28"/>
                <a:gd name="T3" fmla="*/ 162 h 27"/>
                <a:gd name="T4" fmla="*/ 0 w 28"/>
                <a:gd name="T5" fmla="*/ 132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27">
                  <a:moveTo>
                    <a:pt x="1" y="19"/>
                  </a:moveTo>
                  <a:cubicBezTo>
                    <a:pt x="6" y="0"/>
                    <a:pt x="24" y="19"/>
                    <a:pt x="28" y="27"/>
                  </a:cubicBezTo>
                  <a:cubicBezTo>
                    <a:pt x="19" y="21"/>
                    <a:pt x="12" y="18"/>
                    <a:pt x="0" y="22"/>
                  </a:cubicBezTo>
                </a:path>
              </a:pathLst>
            </a:custGeom>
            <a:solidFill>
              <a:srgbClr val="8E4C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163" name="Freeform 461">
              <a:extLst>
                <a:ext uri="{FF2B5EF4-FFF2-40B4-BE49-F238E27FC236}">
                  <a16:creationId xmlns:a16="http://schemas.microsoft.com/office/drawing/2014/main" id="{12A9C28D-C458-4210-96EC-E97EC0824DFA}"/>
                </a:ext>
              </a:extLst>
            </p:cNvPr>
            <p:cNvSpPr>
              <a:spLocks/>
            </p:cNvSpPr>
            <p:nvPr/>
          </p:nvSpPr>
          <p:spPr bwMode="auto">
            <a:xfrm>
              <a:off x="701" y="1223"/>
              <a:ext cx="77" cy="110"/>
            </a:xfrm>
            <a:custGeom>
              <a:avLst/>
              <a:gdLst>
                <a:gd name="T0" fmla="*/ 235 w 43"/>
                <a:gd name="T1" fmla="*/ 0 h 61"/>
                <a:gd name="T2" fmla="*/ 231 w 43"/>
                <a:gd name="T3" fmla="*/ 81 h 61"/>
                <a:gd name="T4" fmla="*/ 195 w 43"/>
                <a:gd name="T5" fmla="*/ 175 h 61"/>
                <a:gd name="T6" fmla="*/ 122 w 43"/>
                <a:gd name="T7" fmla="*/ 240 h 61"/>
                <a:gd name="T8" fmla="*/ 64 w 43"/>
                <a:gd name="T9" fmla="*/ 276 h 61"/>
                <a:gd name="T10" fmla="*/ 0 w 43"/>
                <a:gd name="T11" fmla="*/ 299 h 61"/>
                <a:gd name="T12" fmla="*/ 240 w 43"/>
                <a:gd name="T13" fmla="*/ 23 h 6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3" h="61">
                  <a:moveTo>
                    <a:pt x="41" y="0"/>
                  </a:moveTo>
                  <a:cubicBezTo>
                    <a:pt x="39" y="4"/>
                    <a:pt x="41" y="9"/>
                    <a:pt x="40" y="14"/>
                  </a:cubicBezTo>
                  <a:cubicBezTo>
                    <a:pt x="39" y="19"/>
                    <a:pt x="36" y="25"/>
                    <a:pt x="34" y="30"/>
                  </a:cubicBezTo>
                  <a:cubicBezTo>
                    <a:pt x="30" y="36"/>
                    <a:pt x="26" y="38"/>
                    <a:pt x="21" y="41"/>
                  </a:cubicBezTo>
                  <a:cubicBezTo>
                    <a:pt x="18" y="43"/>
                    <a:pt x="15" y="46"/>
                    <a:pt x="11" y="47"/>
                  </a:cubicBezTo>
                  <a:cubicBezTo>
                    <a:pt x="7" y="48"/>
                    <a:pt x="3" y="50"/>
                    <a:pt x="0" y="51"/>
                  </a:cubicBezTo>
                  <a:cubicBezTo>
                    <a:pt x="28" y="61"/>
                    <a:pt x="43" y="29"/>
                    <a:pt x="42" y="4"/>
                  </a:cubicBezTo>
                </a:path>
              </a:pathLst>
            </a:custGeom>
            <a:solidFill>
              <a:srgbClr val="C17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164" name="Freeform 462">
              <a:extLst>
                <a:ext uri="{FF2B5EF4-FFF2-40B4-BE49-F238E27FC236}">
                  <a16:creationId xmlns:a16="http://schemas.microsoft.com/office/drawing/2014/main" id="{282A71AC-04AE-411D-B11B-8A45686B60F5}"/>
                </a:ext>
              </a:extLst>
            </p:cNvPr>
            <p:cNvSpPr>
              <a:spLocks/>
            </p:cNvSpPr>
            <p:nvPr/>
          </p:nvSpPr>
          <p:spPr bwMode="auto">
            <a:xfrm>
              <a:off x="582" y="1540"/>
              <a:ext cx="38" cy="194"/>
            </a:xfrm>
            <a:custGeom>
              <a:avLst/>
              <a:gdLst>
                <a:gd name="T0" fmla="*/ 81 w 21"/>
                <a:gd name="T1" fmla="*/ 0 h 108"/>
                <a:gd name="T2" fmla="*/ 109 w 21"/>
                <a:gd name="T3" fmla="*/ 210 h 108"/>
                <a:gd name="T4" fmla="*/ 65 w 21"/>
                <a:gd name="T5" fmla="*/ 377 h 108"/>
                <a:gd name="T6" fmla="*/ 0 w 21"/>
                <a:gd name="T7" fmla="*/ 625 h 108"/>
                <a:gd name="T8" fmla="*/ 52 w 21"/>
                <a:gd name="T9" fmla="*/ 284 h 108"/>
                <a:gd name="T10" fmla="*/ 78 w 21"/>
                <a:gd name="T11" fmla="*/ 16 h 10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108">
                  <a:moveTo>
                    <a:pt x="14" y="0"/>
                  </a:moveTo>
                  <a:cubicBezTo>
                    <a:pt x="19" y="12"/>
                    <a:pt x="21" y="23"/>
                    <a:pt x="18" y="36"/>
                  </a:cubicBezTo>
                  <a:cubicBezTo>
                    <a:pt x="15" y="46"/>
                    <a:pt x="14" y="56"/>
                    <a:pt x="11" y="65"/>
                  </a:cubicBezTo>
                  <a:cubicBezTo>
                    <a:pt x="6" y="79"/>
                    <a:pt x="5" y="95"/>
                    <a:pt x="0" y="108"/>
                  </a:cubicBezTo>
                  <a:cubicBezTo>
                    <a:pt x="3" y="89"/>
                    <a:pt x="7" y="69"/>
                    <a:pt x="9" y="49"/>
                  </a:cubicBezTo>
                  <a:cubicBezTo>
                    <a:pt x="10" y="34"/>
                    <a:pt x="14" y="18"/>
                    <a:pt x="13" y="3"/>
                  </a:cubicBezTo>
                </a:path>
              </a:pathLst>
            </a:custGeom>
            <a:solidFill>
              <a:srgbClr val="8E4C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165" name="Freeform 463">
              <a:extLst>
                <a:ext uri="{FF2B5EF4-FFF2-40B4-BE49-F238E27FC236}">
                  <a16:creationId xmlns:a16="http://schemas.microsoft.com/office/drawing/2014/main" id="{5626A569-F65A-4B6C-83BF-F9232B684DC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" y="1903"/>
              <a:ext cx="71" cy="27"/>
            </a:xfrm>
            <a:custGeom>
              <a:avLst/>
              <a:gdLst>
                <a:gd name="T0" fmla="*/ 235 w 39"/>
                <a:gd name="T1" fmla="*/ 88 h 15"/>
                <a:gd name="T2" fmla="*/ 157 w 39"/>
                <a:gd name="T3" fmla="*/ 23 h 15"/>
                <a:gd name="T4" fmla="*/ 0 w 39"/>
                <a:gd name="T5" fmla="*/ 13 h 15"/>
                <a:gd name="T6" fmla="*/ 222 w 39"/>
                <a:gd name="T7" fmla="*/ 88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" h="15">
                  <a:moveTo>
                    <a:pt x="39" y="15"/>
                  </a:moveTo>
                  <a:cubicBezTo>
                    <a:pt x="38" y="10"/>
                    <a:pt x="30" y="6"/>
                    <a:pt x="26" y="4"/>
                  </a:cubicBezTo>
                  <a:cubicBezTo>
                    <a:pt x="19" y="0"/>
                    <a:pt x="8" y="0"/>
                    <a:pt x="0" y="2"/>
                  </a:cubicBezTo>
                  <a:cubicBezTo>
                    <a:pt x="10" y="5"/>
                    <a:pt x="32" y="4"/>
                    <a:pt x="37" y="15"/>
                  </a:cubicBezTo>
                </a:path>
              </a:pathLst>
            </a:custGeom>
            <a:solidFill>
              <a:srgbClr val="8E4C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166" name="Freeform 464">
              <a:extLst>
                <a:ext uri="{FF2B5EF4-FFF2-40B4-BE49-F238E27FC236}">
                  <a16:creationId xmlns:a16="http://schemas.microsoft.com/office/drawing/2014/main" id="{83AB4115-0E63-44BE-80A6-51BFA2B063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8" y="1545"/>
              <a:ext cx="51" cy="230"/>
            </a:xfrm>
            <a:custGeom>
              <a:avLst/>
              <a:gdLst>
                <a:gd name="T0" fmla="*/ 0 w 28"/>
                <a:gd name="T1" fmla="*/ 0 h 128"/>
                <a:gd name="T2" fmla="*/ 53 w 28"/>
                <a:gd name="T3" fmla="*/ 325 h 128"/>
                <a:gd name="T4" fmla="*/ 169 w 28"/>
                <a:gd name="T5" fmla="*/ 742 h 128"/>
                <a:gd name="T6" fmla="*/ 146 w 28"/>
                <a:gd name="T7" fmla="*/ 649 h 128"/>
                <a:gd name="T8" fmla="*/ 117 w 28"/>
                <a:gd name="T9" fmla="*/ 482 h 128"/>
                <a:gd name="T10" fmla="*/ 73 w 28"/>
                <a:gd name="T11" fmla="*/ 284 h 128"/>
                <a:gd name="T12" fmla="*/ 7 w 28"/>
                <a:gd name="T13" fmla="*/ 13 h 1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" h="128">
                  <a:moveTo>
                    <a:pt x="0" y="0"/>
                  </a:moveTo>
                  <a:cubicBezTo>
                    <a:pt x="0" y="19"/>
                    <a:pt x="5" y="39"/>
                    <a:pt x="9" y="56"/>
                  </a:cubicBezTo>
                  <a:cubicBezTo>
                    <a:pt x="14" y="80"/>
                    <a:pt x="25" y="104"/>
                    <a:pt x="28" y="128"/>
                  </a:cubicBezTo>
                  <a:cubicBezTo>
                    <a:pt x="27" y="123"/>
                    <a:pt x="25" y="118"/>
                    <a:pt x="24" y="112"/>
                  </a:cubicBezTo>
                  <a:cubicBezTo>
                    <a:pt x="22" y="103"/>
                    <a:pt x="21" y="93"/>
                    <a:pt x="19" y="83"/>
                  </a:cubicBezTo>
                  <a:cubicBezTo>
                    <a:pt x="16" y="72"/>
                    <a:pt x="14" y="60"/>
                    <a:pt x="12" y="49"/>
                  </a:cubicBezTo>
                  <a:cubicBezTo>
                    <a:pt x="8" y="33"/>
                    <a:pt x="4" y="18"/>
                    <a:pt x="1" y="2"/>
                  </a:cubicBezTo>
                </a:path>
              </a:pathLst>
            </a:custGeom>
            <a:solidFill>
              <a:srgbClr val="C17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167" name="Freeform 465">
              <a:extLst>
                <a:ext uri="{FF2B5EF4-FFF2-40B4-BE49-F238E27FC236}">
                  <a16:creationId xmlns:a16="http://schemas.microsoft.com/office/drawing/2014/main" id="{F347D3C2-4E0E-44F4-8409-0CB0A9BBA34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5" y="1340"/>
              <a:ext cx="94" cy="259"/>
            </a:xfrm>
            <a:custGeom>
              <a:avLst/>
              <a:gdLst>
                <a:gd name="T0" fmla="*/ 0 w 52"/>
                <a:gd name="T1" fmla="*/ 0 h 144"/>
                <a:gd name="T2" fmla="*/ 110 w 52"/>
                <a:gd name="T3" fmla="*/ 81 h 144"/>
                <a:gd name="T4" fmla="*/ 183 w 52"/>
                <a:gd name="T5" fmla="*/ 246 h 144"/>
                <a:gd name="T6" fmla="*/ 242 w 52"/>
                <a:gd name="T7" fmla="*/ 475 h 144"/>
                <a:gd name="T8" fmla="*/ 278 w 52"/>
                <a:gd name="T9" fmla="*/ 648 h 144"/>
                <a:gd name="T10" fmla="*/ 307 w 52"/>
                <a:gd name="T11" fmla="*/ 838 h 144"/>
                <a:gd name="T12" fmla="*/ 235 w 52"/>
                <a:gd name="T13" fmla="*/ 570 h 144"/>
                <a:gd name="T14" fmla="*/ 170 w 52"/>
                <a:gd name="T15" fmla="*/ 356 h 144"/>
                <a:gd name="T16" fmla="*/ 108 w 52"/>
                <a:gd name="T17" fmla="*/ 162 h 144"/>
                <a:gd name="T18" fmla="*/ 0 w 52"/>
                <a:gd name="T19" fmla="*/ 16 h 14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2" h="144">
                  <a:moveTo>
                    <a:pt x="0" y="0"/>
                  </a:moveTo>
                  <a:cubicBezTo>
                    <a:pt x="5" y="1"/>
                    <a:pt x="15" y="9"/>
                    <a:pt x="19" y="14"/>
                  </a:cubicBezTo>
                  <a:cubicBezTo>
                    <a:pt x="25" y="21"/>
                    <a:pt x="28" y="32"/>
                    <a:pt x="31" y="42"/>
                  </a:cubicBezTo>
                  <a:cubicBezTo>
                    <a:pt x="36" y="55"/>
                    <a:pt x="39" y="68"/>
                    <a:pt x="41" y="82"/>
                  </a:cubicBezTo>
                  <a:cubicBezTo>
                    <a:pt x="43" y="91"/>
                    <a:pt x="45" y="101"/>
                    <a:pt x="47" y="111"/>
                  </a:cubicBezTo>
                  <a:cubicBezTo>
                    <a:pt x="48" y="121"/>
                    <a:pt x="52" y="135"/>
                    <a:pt x="52" y="144"/>
                  </a:cubicBezTo>
                  <a:cubicBezTo>
                    <a:pt x="47" y="129"/>
                    <a:pt x="44" y="113"/>
                    <a:pt x="40" y="98"/>
                  </a:cubicBezTo>
                  <a:cubicBezTo>
                    <a:pt x="38" y="86"/>
                    <a:pt x="33" y="73"/>
                    <a:pt x="29" y="61"/>
                  </a:cubicBezTo>
                  <a:cubicBezTo>
                    <a:pt x="26" y="50"/>
                    <a:pt x="24" y="38"/>
                    <a:pt x="18" y="28"/>
                  </a:cubicBezTo>
                  <a:cubicBezTo>
                    <a:pt x="14" y="20"/>
                    <a:pt x="3" y="12"/>
                    <a:pt x="0" y="3"/>
                  </a:cubicBezTo>
                </a:path>
              </a:pathLst>
            </a:custGeom>
            <a:solidFill>
              <a:srgbClr val="8E4C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168" name="Freeform 466">
              <a:extLst>
                <a:ext uri="{FF2B5EF4-FFF2-40B4-BE49-F238E27FC236}">
                  <a16:creationId xmlns:a16="http://schemas.microsoft.com/office/drawing/2014/main" id="{3B386701-EC51-4FF9-9371-EBC12AAEEBC7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" y="1353"/>
              <a:ext cx="83" cy="210"/>
            </a:xfrm>
            <a:custGeom>
              <a:avLst/>
              <a:gdLst>
                <a:gd name="T0" fmla="*/ 271 w 46"/>
                <a:gd name="T1" fmla="*/ 0 h 117"/>
                <a:gd name="T2" fmla="*/ 110 w 46"/>
                <a:gd name="T3" fmla="*/ 226 h 117"/>
                <a:gd name="T4" fmla="*/ 45 w 46"/>
                <a:gd name="T5" fmla="*/ 438 h 117"/>
                <a:gd name="T6" fmla="*/ 0 w 46"/>
                <a:gd name="T7" fmla="*/ 677 h 117"/>
                <a:gd name="T8" fmla="*/ 141 w 46"/>
                <a:gd name="T9" fmla="*/ 276 h 117"/>
                <a:gd name="T10" fmla="*/ 195 w 46"/>
                <a:gd name="T11" fmla="*/ 109 h 117"/>
                <a:gd name="T12" fmla="*/ 247 w 46"/>
                <a:gd name="T13" fmla="*/ 13 h 1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6" h="117">
                  <a:moveTo>
                    <a:pt x="46" y="0"/>
                  </a:moveTo>
                  <a:cubicBezTo>
                    <a:pt x="29" y="3"/>
                    <a:pt x="23" y="25"/>
                    <a:pt x="19" y="39"/>
                  </a:cubicBezTo>
                  <a:cubicBezTo>
                    <a:pt x="15" y="51"/>
                    <a:pt x="12" y="64"/>
                    <a:pt x="8" y="76"/>
                  </a:cubicBezTo>
                  <a:cubicBezTo>
                    <a:pt x="4" y="88"/>
                    <a:pt x="0" y="104"/>
                    <a:pt x="0" y="117"/>
                  </a:cubicBezTo>
                  <a:cubicBezTo>
                    <a:pt x="5" y="93"/>
                    <a:pt x="16" y="70"/>
                    <a:pt x="24" y="48"/>
                  </a:cubicBezTo>
                  <a:cubicBezTo>
                    <a:pt x="27" y="38"/>
                    <a:pt x="30" y="29"/>
                    <a:pt x="33" y="19"/>
                  </a:cubicBezTo>
                  <a:cubicBezTo>
                    <a:pt x="35" y="14"/>
                    <a:pt x="38" y="6"/>
                    <a:pt x="42" y="2"/>
                  </a:cubicBezTo>
                </a:path>
              </a:pathLst>
            </a:custGeom>
            <a:solidFill>
              <a:srgbClr val="C17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169" name="Freeform 467">
              <a:extLst>
                <a:ext uri="{FF2B5EF4-FFF2-40B4-BE49-F238E27FC236}">
                  <a16:creationId xmlns:a16="http://schemas.microsoft.com/office/drawing/2014/main" id="{C6325368-0F2D-4FF9-B471-67828C3A21DA}"/>
                </a:ext>
              </a:extLst>
            </p:cNvPr>
            <p:cNvSpPr>
              <a:spLocks/>
            </p:cNvSpPr>
            <p:nvPr/>
          </p:nvSpPr>
          <p:spPr bwMode="auto">
            <a:xfrm>
              <a:off x="645" y="983"/>
              <a:ext cx="65" cy="129"/>
            </a:xfrm>
            <a:custGeom>
              <a:avLst/>
              <a:gdLst>
                <a:gd name="T0" fmla="*/ 166 w 36"/>
                <a:gd name="T1" fmla="*/ 52 h 72"/>
                <a:gd name="T2" fmla="*/ 110 w 36"/>
                <a:gd name="T3" fmla="*/ 13 h 72"/>
                <a:gd name="T4" fmla="*/ 45 w 36"/>
                <a:gd name="T5" fmla="*/ 7 h 72"/>
                <a:gd name="T6" fmla="*/ 7 w 36"/>
                <a:gd name="T7" fmla="*/ 81 h 72"/>
                <a:gd name="T8" fmla="*/ 23 w 36"/>
                <a:gd name="T9" fmla="*/ 219 h 72"/>
                <a:gd name="T10" fmla="*/ 117 w 36"/>
                <a:gd name="T11" fmla="*/ 362 h 72"/>
                <a:gd name="T12" fmla="*/ 166 w 36"/>
                <a:gd name="T13" fmla="*/ 409 h 72"/>
                <a:gd name="T14" fmla="*/ 211 w 36"/>
                <a:gd name="T15" fmla="*/ 348 h 7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6" h="72">
                  <a:moveTo>
                    <a:pt x="28" y="9"/>
                  </a:moveTo>
                  <a:cubicBezTo>
                    <a:pt x="25" y="8"/>
                    <a:pt x="22" y="3"/>
                    <a:pt x="19" y="2"/>
                  </a:cubicBezTo>
                  <a:cubicBezTo>
                    <a:pt x="15" y="0"/>
                    <a:pt x="11" y="0"/>
                    <a:pt x="8" y="1"/>
                  </a:cubicBezTo>
                  <a:cubicBezTo>
                    <a:pt x="3" y="3"/>
                    <a:pt x="2" y="9"/>
                    <a:pt x="1" y="14"/>
                  </a:cubicBezTo>
                  <a:cubicBezTo>
                    <a:pt x="0" y="22"/>
                    <a:pt x="0" y="32"/>
                    <a:pt x="4" y="38"/>
                  </a:cubicBezTo>
                  <a:cubicBezTo>
                    <a:pt x="10" y="47"/>
                    <a:pt x="15" y="53"/>
                    <a:pt x="20" y="63"/>
                  </a:cubicBezTo>
                  <a:cubicBezTo>
                    <a:pt x="21" y="67"/>
                    <a:pt x="24" y="72"/>
                    <a:pt x="28" y="71"/>
                  </a:cubicBezTo>
                  <a:cubicBezTo>
                    <a:pt x="34" y="71"/>
                    <a:pt x="34" y="64"/>
                    <a:pt x="36" y="60"/>
                  </a:cubicBezTo>
                </a:path>
              </a:pathLst>
            </a:custGeom>
            <a:solidFill>
              <a:srgbClr val="A961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170" name="Freeform 468">
              <a:extLst>
                <a:ext uri="{FF2B5EF4-FFF2-40B4-BE49-F238E27FC236}">
                  <a16:creationId xmlns:a16="http://schemas.microsoft.com/office/drawing/2014/main" id="{D2986AA1-C185-429A-AF92-181F685C5D5B}"/>
                </a:ext>
              </a:extLst>
            </p:cNvPr>
            <p:cNvSpPr>
              <a:spLocks/>
            </p:cNvSpPr>
            <p:nvPr/>
          </p:nvSpPr>
          <p:spPr bwMode="auto">
            <a:xfrm>
              <a:off x="645" y="983"/>
              <a:ext cx="65" cy="129"/>
            </a:xfrm>
            <a:custGeom>
              <a:avLst/>
              <a:gdLst>
                <a:gd name="T0" fmla="*/ 166 w 36"/>
                <a:gd name="T1" fmla="*/ 52 h 72"/>
                <a:gd name="T2" fmla="*/ 110 w 36"/>
                <a:gd name="T3" fmla="*/ 13 h 72"/>
                <a:gd name="T4" fmla="*/ 45 w 36"/>
                <a:gd name="T5" fmla="*/ 7 h 72"/>
                <a:gd name="T6" fmla="*/ 7 w 36"/>
                <a:gd name="T7" fmla="*/ 81 h 72"/>
                <a:gd name="T8" fmla="*/ 23 w 36"/>
                <a:gd name="T9" fmla="*/ 219 h 72"/>
                <a:gd name="T10" fmla="*/ 117 w 36"/>
                <a:gd name="T11" fmla="*/ 362 h 72"/>
                <a:gd name="T12" fmla="*/ 166 w 36"/>
                <a:gd name="T13" fmla="*/ 409 h 72"/>
                <a:gd name="T14" fmla="*/ 211 w 36"/>
                <a:gd name="T15" fmla="*/ 348 h 7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6" h="72">
                  <a:moveTo>
                    <a:pt x="28" y="9"/>
                  </a:moveTo>
                  <a:cubicBezTo>
                    <a:pt x="25" y="8"/>
                    <a:pt x="22" y="3"/>
                    <a:pt x="19" y="2"/>
                  </a:cubicBezTo>
                  <a:cubicBezTo>
                    <a:pt x="15" y="0"/>
                    <a:pt x="11" y="0"/>
                    <a:pt x="8" y="1"/>
                  </a:cubicBezTo>
                  <a:cubicBezTo>
                    <a:pt x="3" y="3"/>
                    <a:pt x="2" y="9"/>
                    <a:pt x="1" y="14"/>
                  </a:cubicBezTo>
                  <a:cubicBezTo>
                    <a:pt x="0" y="22"/>
                    <a:pt x="0" y="32"/>
                    <a:pt x="4" y="38"/>
                  </a:cubicBezTo>
                  <a:cubicBezTo>
                    <a:pt x="10" y="47"/>
                    <a:pt x="15" y="53"/>
                    <a:pt x="20" y="63"/>
                  </a:cubicBezTo>
                  <a:cubicBezTo>
                    <a:pt x="21" y="67"/>
                    <a:pt x="24" y="72"/>
                    <a:pt x="28" y="71"/>
                  </a:cubicBezTo>
                  <a:cubicBezTo>
                    <a:pt x="34" y="71"/>
                    <a:pt x="34" y="64"/>
                    <a:pt x="36" y="6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171" name="Freeform 469">
              <a:extLst>
                <a:ext uri="{FF2B5EF4-FFF2-40B4-BE49-F238E27FC236}">
                  <a16:creationId xmlns:a16="http://schemas.microsoft.com/office/drawing/2014/main" id="{D0AE5DE7-0F24-450C-BA47-8600DC186C41}"/>
                </a:ext>
              </a:extLst>
            </p:cNvPr>
            <p:cNvSpPr>
              <a:spLocks/>
            </p:cNvSpPr>
            <p:nvPr/>
          </p:nvSpPr>
          <p:spPr bwMode="auto">
            <a:xfrm>
              <a:off x="652" y="995"/>
              <a:ext cx="29" cy="63"/>
            </a:xfrm>
            <a:custGeom>
              <a:avLst/>
              <a:gdLst>
                <a:gd name="T0" fmla="*/ 96 w 16"/>
                <a:gd name="T1" fmla="*/ 203 h 35"/>
                <a:gd name="T2" fmla="*/ 44 w 16"/>
                <a:gd name="T3" fmla="*/ 153 h 35"/>
                <a:gd name="T4" fmla="*/ 24 w 16"/>
                <a:gd name="T5" fmla="*/ 58 h 35"/>
                <a:gd name="T6" fmla="*/ 49 w 16"/>
                <a:gd name="T7" fmla="*/ 0 h 35"/>
                <a:gd name="T8" fmla="*/ 96 w 16"/>
                <a:gd name="T9" fmla="*/ 23 h 35"/>
                <a:gd name="T10" fmla="*/ 49 w 16"/>
                <a:gd name="T11" fmla="*/ 13 h 35"/>
                <a:gd name="T12" fmla="*/ 44 w 16"/>
                <a:gd name="T13" fmla="*/ 139 h 35"/>
                <a:gd name="T14" fmla="*/ 96 w 16"/>
                <a:gd name="T15" fmla="*/ 203 h 3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" h="35">
                  <a:moveTo>
                    <a:pt x="16" y="35"/>
                  </a:moveTo>
                  <a:cubicBezTo>
                    <a:pt x="15" y="31"/>
                    <a:pt x="9" y="29"/>
                    <a:pt x="7" y="26"/>
                  </a:cubicBezTo>
                  <a:cubicBezTo>
                    <a:pt x="4" y="21"/>
                    <a:pt x="2" y="15"/>
                    <a:pt x="4" y="10"/>
                  </a:cubicBezTo>
                  <a:cubicBezTo>
                    <a:pt x="4" y="6"/>
                    <a:pt x="5" y="1"/>
                    <a:pt x="8" y="0"/>
                  </a:cubicBezTo>
                  <a:cubicBezTo>
                    <a:pt x="11" y="0"/>
                    <a:pt x="14" y="2"/>
                    <a:pt x="16" y="4"/>
                  </a:cubicBezTo>
                  <a:cubicBezTo>
                    <a:pt x="16" y="4"/>
                    <a:pt x="10" y="1"/>
                    <a:pt x="8" y="2"/>
                  </a:cubicBezTo>
                  <a:cubicBezTo>
                    <a:pt x="6" y="2"/>
                    <a:pt x="0" y="13"/>
                    <a:pt x="7" y="24"/>
                  </a:cubicBezTo>
                  <a:cubicBezTo>
                    <a:pt x="15" y="35"/>
                    <a:pt x="14" y="28"/>
                    <a:pt x="16" y="35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172" name="Freeform 470">
              <a:extLst>
                <a:ext uri="{FF2B5EF4-FFF2-40B4-BE49-F238E27FC236}">
                  <a16:creationId xmlns:a16="http://schemas.microsoft.com/office/drawing/2014/main" id="{9444837E-96A3-4600-886E-506FC0DEF3AE}"/>
                </a:ext>
              </a:extLst>
            </p:cNvPr>
            <p:cNvSpPr>
              <a:spLocks/>
            </p:cNvSpPr>
            <p:nvPr/>
          </p:nvSpPr>
          <p:spPr bwMode="auto">
            <a:xfrm>
              <a:off x="681" y="1047"/>
              <a:ext cx="9" cy="29"/>
            </a:xfrm>
            <a:custGeom>
              <a:avLst/>
              <a:gdLst>
                <a:gd name="T0" fmla="*/ 7 w 5"/>
                <a:gd name="T1" fmla="*/ 65 h 16"/>
                <a:gd name="T2" fmla="*/ 23 w 5"/>
                <a:gd name="T3" fmla="*/ 96 h 16"/>
                <a:gd name="T4" fmla="*/ 29 w 5"/>
                <a:gd name="T5" fmla="*/ 13 h 16"/>
                <a:gd name="T6" fmla="*/ 29 w 5"/>
                <a:gd name="T7" fmla="*/ 13 h 16"/>
                <a:gd name="T8" fmla="*/ 13 w 5"/>
                <a:gd name="T9" fmla="*/ 29 h 16"/>
                <a:gd name="T10" fmla="*/ 23 w 5"/>
                <a:gd name="T11" fmla="*/ 89 h 16"/>
                <a:gd name="T12" fmla="*/ 7 w 5"/>
                <a:gd name="T13" fmla="*/ 65 h 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" h="16">
                  <a:moveTo>
                    <a:pt x="1" y="11"/>
                  </a:moveTo>
                  <a:cubicBezTo>
                    <a:pt x="1" y="12"/>
                    <a:pt x="3" y="16"/>
                    <a:pt x="4" y="16"/>
                  </a:cubicBezTo>
                  <a:cubicBezTo>
                    <a:pt x="4" y="14"/>
                    <a:pt x="0" y="2"/>
                    <a:pt x="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2"/>
                    <a:pt x="2" y="0"/>
                    <a:pt x="2" y="5"/>
                  </a:cubicBezTo>
                  <a:cubicBezTo>
                    <a:pt x="1" y="10"/>
                    <a:pt x="4" y="15"/>
                    <a:pt x="4" y="15"/>
                  </a:cubicBezTo>
                  <a:lnTo>
                    <a:pt x="1" y="1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173" name="Freeform 471">
              <a:extLst>
                <a:ext uri="{FF2B5EF4-FFF2-40B4-BE49-F238E27FC236}">
                  <a16:creationId xmlns:a16="http://schemas.microsoft.com/office/drawing/2014/main" id="{03E58D2E-59FD-4F5C-A98C-6031AF71F4F0}"/>
                </a:ext>
              </a:extLst>
            </p:cNvPr>
            <p:cNvSpPr>
              <a:spLocks/>
            </p:cNvSpPr>
            <p:nvPr/>
          </p:nvSpPr>
          <p:spPr bwMode="auto">
            <a:xfrm>
              <a:off x="647" y="986"/>
              <a:ext cx="29" cy="45"/>
            </a:xfrm>
            <a:custGeom>
              <a:avLst/>
              <a:gdLst>
                <a:gd name="T0" fmla="*/ 96 w 16"/>
                <a:gd name="T1" fmla="*/ 7 h 25"/>
                <a:gd name="T2" fmla="*/ 24 w 16"/>
                <a:gd name="T3" fmla="*/ 23 h 25"/>
                <a:gd name="T4" fmla="*/ 44 w 16"/>
                <a:gd name="T5" fmla="*/ 146 h 25"/>
                <a:gd name="T6" fmla="*/ 29 w 16"/>
                <a:gd name="T7" fmla="*/ 52 h 25"/>
                <a:gd name="T8" fmla="*/ 82 w 16"/>
                <a:gd name="T9" fmla="*/ 16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25">
                  <a:moveTo>
                    <a:pt x="16" y="1"/>
                  </a:moveTo>
                  <a:cubicBezTo>
                    <a:pt x="13" y="1"/>
                    <a:pt x="7" y="0"/>
                    <a:pt x="4" y="4"/>
                  </a:cubicBezTo>
                  <a:cubicBezTo>
                    <a:pt x="0" y="10"/>
                    <a:pt x="3" y="20"/>
                    <a:pt x="7" y="25"/>
                  </a:cubicBezTo>
                  <a:cubicBezTo>
                    <a:pt x="4" y="22"/>
                    <a:pt x="3" y="13"/>
                    <a:pt x="5" y="9"/>
                  </a:cubicBezTo>
                  <a:cubicBezTo>
                    <a:pt x="7" y="5"/>
                    <a:pt x="10" y="2"/>
                    <a:pt x="14" y="3"/>
                  </a:cubicBezTo>
                </a:path>
              </a:pathLst>
            </a:custGeom>
            <a:solidFill>
              <a:srgbClr val="8E4C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174" name="Freeform 472">
              <a:extLst>
                <a:ext uri="{FF2B5EF4-FFF2-40B4-BE49-F238E27FC236}">
                  <a16:creationId xmlns:a16="http://schemas.microsoft.com/office/drawing/2014/main" id="{CF445DC6-9759-4EA9-899F-3C422C6FFDBB}"/>
                </a:ext>
              </a:extLst>
            </p:cNvPr>
            <p:cNvSpPr>
              <a:spLocks/>
            </p:cNvSpPr>
            <p:nvPr/>
          </p:nvSpPr>
          <p:spPr bwMode="auto">
            <a:xfrm>
              <a:off x="661" y="999"/>
              <a:ext cx="20" cy="32"/>
            </a:xfrm>
            <a:custGeom>
              <a:avLst/>
              <a:gdLst>
                <a:gd name="T0" fmla="*/ 65 w 11"/>
                <a:gd name="T1" fmla="*/ 21 h 18"/>
                <a:gd name="T2" fmla="*/ 44 w 11"/>
                <a:gd name="T3" fmla="*/ 7 h 18"/>
                <a:gd name="T4" fmla="*/ 13 w 11"/>
                <a:gd name="T5" fmla="*/ 7 h 18"/>
                <a:gd name="T6" fmla="*/ 16 w 11"/>
                <a:gd name="T7" fmla="*/ 57 h 18"/>
                <a:gd name="T8" fmla="*/ 49 w 11"/>
                <a:gd name="T9" fmla="*/ 101 h 18"/>
                <a:gd name="T10" fmla="*/ 29 w 11"/>
                <a:gd name="T11" fmla="*/ 37 h 18"/>
                <a:gd name="T12" fmla="*/ 60 w 11"/>
                <a:gd name="T13" fmla="*/ 16 h 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" h="18">
                  <a:moveTo>
                    <a:pt x="11" y="4"/>
                  </a:moveTo>
                  <a:cubicBezTo>
                    <a:pt x="9" y="3"/>
                    <a:pt x="8" y="2"/>
                    <a:pt x="7" y="1"/>
                  </a:cubicBezTo>
                  <a:cubicBezTo>
                    <a:pt x="5" y="1"/>
                    <a:pt x="3" y="0"/>
                    <a:pt x="2" y="1"/>
                  </a:cubicBezTo>
                  <a:cubicBezTo>
                    <a:pt x="0" y="3"/>
                    <a:pt x="2" y="8"/>
                    <a:pt x="3" y="10"/>
                  </a:cubicBezTo>
                  <a:cubicBezTo>
                    <a:pt x="4" y="12"/>
                    <a:pt x="6" y="15"/>
                    <a:pt x="8" y="18"/>
                  </a:cubicBezTo>
                  <a:cubicBezTo>
                    <a:pt x="6" y="15"/>
                    <a:pt x="4" y="11"/>
                    <a:pt x="5" y="7"/>
                  </a:cubicBezTo>
                  <a:cubicBezTo>
                    <a:pt x="5" y="4"/>
                    <a:pt x="8" y="3"/>
                    <a:pt x="10" y="3"/>
                  </a:cubicBezTo>
                </a:path>
              </a:pathLst>
            </a:custGeom>
            <a:solidFill>
              <a:srgbClr val="C17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175" name="Freeform 473">
              <a:extLst>
                <a:ext uri="{FF2B5EF4-FFF2-40B4-BE49-F238E27FC236}">
                  <a16:creationId xmlns:a16="http://schemas.microsoft.com/office/drawing/2014/main" id="{BE2086FF-6C50-4486-96E0-AC6AC2F6D162}"/>
                </a:ext>
              </a:extLst>
            </p:cNvPr>
            <p:cNvSpPr>
              <a:spLocks/>
            </p:cNvSpPr>
            <p:nvPr/>
          </p:nvSpPr>
          <p:spPr bwMode="auto">
            <a:xfrm>
              <a:off x="681" y="1035"/>
              <a:ext cx="6" cy="21"/>
            </a:xfrm>
            <a:custGeom>
              <a:avLst/>
              <a:gdLst>
                <a:gd name="T0" fmla="*/ 24 w 3"/>
                <a:gd name="T1" fmla="*/ 44 h 12"/>
                <a:gd name="T2" fmla="*/ 8 w 3"/>
                <a:gd name="T3" fmla="*/ 65 h 12"/>
                <a:gd name="T4" fmla="*/ 0 w 3"/>
                <a:gd name="T5" fmla="*/ 33 h 12"/>
                <a:gd name="T6" fmla="*/ 8 w 3"/>
                <a:gd name="T7" fmla="*/ 0 h 12"/>
                <a:gd name="T8" fmla="*/ 16 w 3"/>
                <a:gd name="T9" fmla="*/ 37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12">
                  <a:moveTo>
                    <a:pt x="3" y="8"/>
                  </a:moveTo>
                  <a:cubicBezTo>
                    <a:pt x="1" y="9"/>
                    <a:pt x="2" y="11"/>
                    <a:pt x="1" y="12"/>
                  </a:cubicBezTo>
                  <a:cubicBezTo>
                    <a:pt x="0" y="12"/>
                    <a:pt x="0" y="8"/>
                    <a:pt x="0" y="6"/>
                  </a:cubicBezTo>
                  <a:cubicBezTo>
                    <a:pt x="0" y="5"/>
                    <a:pt x="0" y="1"/>
                    <a:pt x="1" y="0"/>
                  </a:cubicBezTo>
                  <a:cubicBezTo>
                    <a:pt x="2" y="2"/>
                    <a:pt x="2" y="5"/>
                    <a:pt x="2" y="7"/>
                  </a:cubicBezTo>
                </a:path>
              </a:pathLst>
            </a:custGeom>
            <a:solidFill>
              <a:srgbClr val="C17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176" name="Freeform 474">
              <a:extLst>
                <a:ext uri="{FF2B5EF4-FFF2-40B4-BE49-F238E27FC236}">
                  <a16:creationId xmlns:a16="http://schemas.microsoft.com/office/drawing/2014/main" id="{508D461D-B529-4DD0-8ECC-10C4B34CCB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" y="983"/>
              <a:ext cx="65" cy="129"/>
            </a:xfrm>
            <a:custGeom>
              <a:avLst/>
              <a:gdLst>
                <a:gd name="T0" fmla="*/ 45 w 36"/>
                <a:gd name="T1" fmla="*/ 52 h 72"/>
                <a:gd name="T2" fmla="*/ 101 w 36"/>
                <a:gd name="T3" fmla="*/ 13 h 72"/>
                <a:gd name="T4" fmla="*/ 166 w 36"/>
                <a:gd name="T5" fmla="*/ 7 h 72"/>
                <a:gd name="T6" fmla="*/ 206 w 36"/>
                <a:gd name="T7" fmla="*/ 81 h 72"/>
                <a:gd name="T8" fmla="*/ 190 w 36"/>
                <a:gd name="T9" fmla="*/ 219 h 72"/>
                <a:gd name="T10" fmla="*/ 101 w 36"/>
                <a:gd name="T11" fmla="*/ 362 h 72"/>
                <a:gd name="T12" fmla="*/ 45 w 36"/>
                <a:gd name="T13" fmla="*/ 409 h 72"/>
                <a:gd name="T14" fmla="*/ 0 w 36"/>
                <a:gd name="T15" fmla="*/ 348 h 7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6" h="72">
                  <a:moveTo>
                    <a:pt x="8" y="9"/>
                  </a:moveTo>
                  <a:cubicBezTo>
                    <a:pt x="12" y="8"/>
                    <a:pt x="14" y="3"/>
                    <a:pt x="17" y="2"/>
                  </a:cubicBezTo>
                  <a:cubicBezTo>
                    <a:pt x="21" y="0"/>
                    <a:pt x="25" y="0"/>
                    <a:pt x="28" y="1"/>
                  </a:cubicBezTo>
                  <a:cubicBezTo>
                    <a:pt x="33" y="3"/>
                    <a:pt x="35" y="9"/>
                    <a:pt x="35" y="14"/>
                  </a:cubicBezTo>
                  <a:cubicBezTo>
                    <a:pt x="36" y="22"/>
                    <a:pt x="36" y="32"/>
                    <a:pt x="32" y="38"/>
                  </a:cubicBezTo>
                  <a:cubicBezTo>
                    <a:pt x="27" y="47"/>
                    <a:pt x="21" y="53"/>
                    <a:pt x="17" y="63"/>
                  </a:cubicBezTo>
                  <a:cubicBezTo>
                    <a:pt x="15" y="67"/>
                    <a:pt x="12" y="72"/>
                    <a:pt x="8" y="71"/>
                  </a:cubicBezTo>
                  <a:cubicBezTo>
                    <a:pt x="2" y="71"/>
                    <a:pt x="2" y="64"/>
                    <a:pt x="0" y="60"/>
                  </a:cubicBezTo>
                </a:path>
              </a:pathLst>
            </a:custGeom>
            <a:solidFill>
              <a:srgbClr val="A961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177" name="Freeform 475">
              <a:extLst>
                <a:ext uri="{FF2B5EF4-FFF2-40B4-BE49-F238E27FC236}">
                  <a16:creationId xmlns:a16="http://schemas.microsoft.com/office/drawing/2014/main" id="{1B14DE85-8E0A-4751-BAC8-A232C370C91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" y="983"/>
              <a:ext cx="65" cy="129"/>
            </a:xfrm>
            <a:custGeom>
              <a:avLst/>
              <a:gdLst>
                <a:gd name="T0" fmla="*/ 45 w 36"/>
                <a:gd name="T1" fmla="*/ 52 h 72"/>
                <a:gd name="T2" fmla="*/ 101 w 36"/>
                <a:gd name="T3" fmla="*/ 13 h 72"/>
                <a:gd name="T4" fmla="*/ 166 w 36"/>
                <a:gd name="T5" fmla="*/ 7 h 72"/>
                <a:gd name="T6" fmla="*/ 206 w 36"/>
                <a:gd name="T7" fmla="*/ 81 h 72"/>
                <a:gd name="T8" fmla="*/ 190 w 36"/>
                <a:gd name="T9" fmla="*/ 219 h 72"/>
                <a:gd name="T10" fmla="*/ 101 w 36"/>
                <a:gd name="T11" fmla="*/ 362 h 72"/>
                <a:gd name="T12" fmla="*/ 45 w 36"/>
                <a:gd name="T13" fmla="*/ 409 h 72"/>
                <a:gd name="T14" fmla="*/ 0 w 36"/>
                <a:gd name="T15" fmla="*/ 348 h 7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6" h="72">
                  <a:moveTo>
                    <a:pt x="8" y="9"/>
                  </a:moveTo>
                  <a:cubicBezTo>
                    <a:pt x="12" y="8"/>
                    <a:pt x="14" y="3"/>
                    <a:pt x="17" y="2"/>
                  </a:cubicBezTo>
                  <a:cubicBezTo>
                    <a:pt x="21" y="0"/>
                    <a:pt x="25" y="0"/>
                    <a:pt x="28" y="1"/>
                  </a:cubicBezTo>
                  <a:cubicBezTo>
                    <a:pt x="33" y="3"/>
                    <a:pt x="35" y="9"/>
                    <a:pt x="35" y="14"/>
                  </a:cubicBezTo>
                  <a:cubicBezTo>
                    <a:pt x="36" y="22"/>
                    <a:pt x="36" y="32"/>
                    <a:pt x="32" y="38"/>
                  </a:cubicBezTo>
                  <a:cubicBezTo>
                    <a:pt x="27" y="47"/>
                    <a:pt x="21" y="53"/>
                    <a:pt x="17" y="63"/>
                  </a:cubicBezTo>
                  <a:cubicBezTo>
                    <a:pt x="15" y="67"/>
                    <a:pt x="12" y="72"/>
                    <a:pt x="8" y="71"/>
                  </a:cubicBezTo>
                  <a:cubicBezTo>
                    <a:pt x="2" y="71"/>
                    <a:pt x="2" y="64"/>
                    <a:pt x="0" y="6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178" name="Freeform 476">
              <a:extLst>
                <a:ext uri="{FF2B5EF4-FFF2-40B4-BE49-F238E27FC236}">
                  <a16:creationId xmlns:a16="http://schemas.microsoft.com/office/drawing/2014/main" id="{154646BC-9F20-4195-BE79-0B550FF95D8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0" y="995"/>
              <a:ext cx="28" cy="63"/>
            </a:xfrm>
            <a:custGeom>
              <a:avLst/>
              <a:gdLst>
                <a:gd name="T0" fmla="*/ 0 w 16"/>
                <a:gd name="T1" fmla="*/ 203 h 35"/>
                <a:gd name="T2" fmla="*/ 56 w 16"/>
                <a:gd name="T3" fmla="*/ 153 h 35"/>
                <a:gd name="T4" fmla="*/ 70 w 16"/>
                <a:gd name="T5" fmla="*/ 58 h 35"/>
                <a:gd name="T6" fmla="*/ 44 w 16"/>
                <a:gd name="T7" fmla="*/ 0 h 35"/>
                <a:gd name="T8" fmla="*/ 0 w 16"/>
                <a:gd name="T9" fmla="*/ 23 h 35"/>
                <a:gd name="T10" fmla="*/ 44 w 16"/>
                <a:gd name="T11" fmla="*/ 13 h 35"/>
                <a:gd name="T12" fmla="*/ 49 w 16"/>
                <a:gd name="T13" fmla="*/ 139 h 35"/>
                <a:gd name="T14" fmla="*/ 0 w 16"/>
                <a:gd name="T15" fmla="*/ 203 h 3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" h="35">
                  <a:moveTo>
                    <a:pt x="0" y="35"/>
                  </a:moveTo>
                  <a:cubicBezTo>
                    <a:pt x="1" y="31"/>
                    <a:pt x="8" y="29"/>
                    <a:pt x="10" y="26"/>
                  </a:cubicBezTo>
                  <a:cubicBezTo>
                    <a:pt x="12" y="21"/>
                    <a:pt x="14" y="15"/>
                    <a:pt x="13" y="10"/>
                  </a:cubicBezTo>
                  <a:cubicBezTo>
                    <a:pt x="12" y="6"/>
                    <a:pt x="11" y="1"/>
                    <a:pt x="8" y="0"/>
                  </a:cubicBezTo>
                  <a:cubicBezTo>
                    <a:pt x="5" y="0"/>
                    <a:pt x="2" y="2"/>
                    <a:pt x="0" y="4"/>
                  </a:cubicBezTo>
                  <a:cubicBezTo>
                    <a:pt x="0" y="4"/>
                    <a:pt x="6" y="1"/>
                    <a:pt x="8" y="2"/>
                  </a:cubicBezTo>
                  <a:cubicBezTo>
                    <a:pt x="10" y="2"/>
                    <a:pt x="16" y="13"/>
                    <a:pt x="9" y="24"/>
                  </a:cubicBezTo>
                  <a:cubicBezTo>
                    <a:pt x="2" y="35"/>
                    <a:pt x="2" y="28"/>
                    <a:pt x="0" y="35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179" name="Freeform 477">
              <a:extLst>
                <a:ext uri="{FF2B5EF4-FFF2-40B4-BE49-F238E27FC236}">
                  <a16:creationId xmlns:a16="http://schemas.microsoft.com/office/drawing/2014/main" id="{D36E1410-2CE3-4EDD-8868-ABE3D5EDDB6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1" y="1047"/>
              <a:ext cx="9" cy="29"/>
            </a:xfrm>
            <a:custGeom>
              <a:avLst/>
              <a:gdLst>
                <a:gd name="T0" fmla="*/ 29 w 5"/>
                <a:gd name="T1" fmla="*/ 65 h 16"/>
                <a:gd name="T2" fmla="*/ 7 w 5"/>
                <a:gd name="T3" fmla="*/ 96 h 16"/>
                <a:gd name="T4" fmla="*/ 0 w 5"/>
                <a:gd name="T5" fmla="*/ 13 h 16"/>
                <a:gd name="T6" fmla="*/ 0 w 5"/>
                <a:gd name="T7" fmla="*/ 13 h 16"/>
                <a:gd name="T8" fmla="*/ 16 w 5"/>
                <a:gd name="T9" fmla="*/ 29 h 16"/>
                <a:gd name="T10" fmla="*/ 7 w 5"/>
                <a:gd name="T11" fmla="*/ 89 h 16"/>
                <a:gd name="T12" fmla="*/ 29 w 5"/>
                <a:gd name="T13" fmla="*/ 65 h 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" h="16">
                  <a:moveTo>
                    <a:pt x="5" y="11"/>
                  </a:moveTo>
                  <a:cubicBezTo>
                    <a:pt x="4" y="12"/>
                    <a:pt x="2" y="16"/>
                    <a:pt x="1" y="16"/>
                  </a:cubicBezTo>
                  <a:cubicBezTo>
                    <a:pt x="1" y="14"/>
                    <a:pt x="5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3" y="0"/>
                    <a:pt x="3" y="5"/>
                  </a:cubicBezTo>
                  <a:cubicBezTo>
                    <a:pt x="4" y="10"/>
                    <a:pt x="1" y="15"/>
                    <a:pt x="1" y="15"/>
                  </a:cubicBezTo>
                  <a:lnTo>
                    <a:pt x="5" y="1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180" name="Freeform 478">
              <a:extLst>
                <a:ext uri="{FF2B5EF4-FFF2-40B4-BE49-F238E27FC236}">
                  <a16:creationId xmlns:a16="http://schemas.microsoft.com/office/drawing/2014/main" id="{423C89E6-D074-44CA-8F28-55D124617B8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5" y="986"/>
              <a:ext cx="29" cy="45"/>
            </a:xfrm>
            <a:custGeom>
              <a:avLst/>
              <a:gdLst>
                <a:gd name="T0" fmla="*/ 0 w 16"/>
                <a:gd name="T1" fmla="*/ 7 h 25"/>
                <a:gd name="T2" fmla="*/ 73 w 16"/>
                <a:gd name="T3" fmla="*/ 23 h 25"/>
                <a:gd name="T4" fmla="*/ 53 w 16"/>
                <a:gd name="T5" fmla="*/ 146 h 25"/>
                <a:gd name="T6" fmla="*/ 65 w 16"/>
                <a:gd name="T7" fmla="*/ 52 h 25"/>
                <a:gd name="T8" fmla="*/ 16 w 16"/>
                <a:gd name="T9" fmla="*/ 16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25">
                  <a:moveTo>
                    <a:pt x="0" y="1"/>
                  </a:moveTo>
                  <a:cubicBezTo>
                    <a:pt x="4" y="1"/>
                    <a:pt x="10" y="0"/>
                    <a:pt x="12" y="4"/>
                  </a:cubicBezTo>
                  <a:cubicBezTo>
                    <a:pt x="16" y="10"/>
                    <a:pt x="13" y="20"/>
                    <a:pt x="9" y="25"/>
                  </a:cubicBezTo>
                  <a:cubicBezTo>
                    <a:pt x="13" y="22"/>
                    <a:pt x="13" y="13"/>
                    <a:pt x="11" y="9"/>
                  </a:cubicBezTo>
                  <a:cubicBezTo>
                    <a:pt x="9" y="5"/>
                    <a:pt x="6" y="2"/>
                    <a:pt x="3" y="3"/>
                  </a:cubicBezTo>
                </a:path>
              </a:pathLst>
            </a:custGeom>
            <a:solidFill>
              <a:srgbClr val="8E4C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181" name="Freeform 479">
              <a:extLst>
                <a:ext uri="{FF2B5EF4-FFF2-40B4-BE49-F238E27FC236}">
                  <a16:creationId xmlns:a16="http://schemas.microsoft.com/office/drawing/2014/main" id="{CEE345A8-5353-482E-9D45-2748D98935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0" y="999"/>
              <a:ext cx="19" cy="32"/>
            </a:xfrm>
            <a:custGeom>
              <a:avLst/>
              <a:gdLst>
                <a:gd name="T0" fmla="*/ 0 w 11"/>
                <a:gd name="T1" fmla="*/ 21 h 18"/>
                <a:gd name="T2" fmla="*/ 28 w 11"/>
                <a:gd name="T3" fmla="*/ 7 h 18"/>
                <a:gd name="T4" fmla="*/ 48 w 11"/>
                <a:gd name="T5" fmla="*/ 7 h 18"/>
                <a:gd name="T6" fmla="*/ 41 w 11"/>
                <a:gd name="T7" fmla="*/ 57 h 18"/>
                <a:gd name="T8" fmla="*/ 21 w 11"/>
                <a:gd name="T9" fmla="*/ 101 h 18"/>
                <a:gd name="T10" fmla="*/ 36 w 11"/>
                <a:gd name="T11" fmla="*/ 37 h 18"/>
                <a:gd name="T12" fmla="*/ 5 w 11"/>
                <a:gd name="T13" fmla="*/ 16 h 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" h="18">
                  <a:moveTo>
                    <a:pt x="0" y="4"/>
                  </a:moveTo>
                  <a:cubicBezTo>
                    <a:pt x="2" y="3"/>
                    <a:pt x="3" y="2"/>
                    <a:pt x="5" y="1"/>
                  </a:cubicBezTo>
                  <a:cubicBezTo>
                    <a:pt x="6" y="1"/>
                    <a:pt x="8" y="0"/>
                    <a:pt x="9" y="1"/>
                  </a:cubicBezTo>
                  <a:cubicBezTo>
                    <a:pt x="11" y="3"/>
                    <a:pt x="9" y="8"/>
                    <a:pt x="8" y="10"/>
                  </a:cubicBezTo>
                  <a:cubicBezTo>
                    <a:pt x="7" y="12"/>
                    <a:pt x="5" y="15"/>
                    <a:pt x="4" y="18"/>
                  </a:cubicBezTo>
                  <a:cubicBezTo>
                    <a:pt x="6" y="15"/>
                    <a:pt x="8" y="11"/>
                    <a:pt x="7" y="7"/>
                  </a:cubicBezTo>
                  <a:cubicBezTo>
                    <a:pt x="6" y="4"/>
                    <a:pt x="3" y="3"/>
                    <a:pt x="1" y="3"/>
                  </a:cubicBezTo>
                </a:path>
              </a:pathLst>
            </a:custGeom>
            <a:solidFill>
              <a:srgbClr val="C17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182" name="Freeform 480">
              <a:extLst>
                <a:ext uri="{FF2B5EF4-FFF2-40B4-BE49-F238E27FC236}">
                  <a16:creationId xmlns:a16="http://schemas.microsoft.com/office/drawing/2014/main" id="{13EDF1D7-6ACF-4377-809E-89161E84095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6" y="1035"/>
              <a:ext cx="4" cy="21"/>
            </a:xfrm>
            <a:custGeom>
              <a:avLst/>
              <a:gdLst>
                <a:gd name="T0" fmla="*/ 0 w 2"/>
                <a:gd name="T1" fmla="*/ 44 h 12"/>
                <a:gd name="T2" fmla="*/ 8 w 2"/>
                <a:gd name="T3" fmla="*/ 65 h 12"/>
                <a:gd name="T4" fmla="*/ 16 w 2"/>
                <a:gd name="T5" fmla="*/ 33 h 12"/>
                <a:gd name="T6" fmla="*/ 8 w 2"/>
                <a:gd name="T7" fmla="*/ 0 h 12"/>
                <a:gd name="T8" fmla="*/ 0 w 2"/>
                <a:gd name="T9" fmla="*/ 37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2">
                  <a:moveTo>
                    <a:pt x="0" y="8"/>
                  </a:moveTo>
                  <a:cubicBezTo>
                    <a:pt x="1" y="9"/>
                    <a:pt x="1" y="11"/>
                    <a:pt x="1" y="12"/>
                  </a:cubicBezTo>
                  <a:cubicBezTo>
                    <a:pt x="2" y="12"/>
                    <a:pt x="2" y="8"/>
                    <a:pt x="2" y="6"/>
                  </a:cubicBezTo>
                  <a:cubicBezTo>
                    <a:pt x="2" y="5"/>
                    <a:pt x="2" y="1"/>
                    <a:pt x="1" y="0"/>
                  </a:cubicBezTo>
                  <a:cubicBezTo>
                    <a:pt x="0" y="2"/>
                    <a:pt x="0" y="5"/>
                    <a:pt x="0" y="7"/>
                  </a:cubicBezTo>
                </a:path>
              </a:pathLst>
            </a:custGeom>
            <a:solidFill>
              <a:srgbClr val="C17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183" name="Freeform 481">
              <a:extLst>
                <a:ext uri="{FF2B5EF4-FFF2-40B4-BE49-F238E27FC236}">
                  <a16:creationId xmlns:a16="http://schemas.microsoft.com/office/drawing/2014/main" id="{DE42403F-E9C0-4847-ACDF-B00611990E20}"/>
                </a:ext>
              </a:extLst>
            </p:cNvPr>
            <p:cNvSpPr>
              <a:spLocks/>
            </p:cNvSpPr>
            <p:nvPr/>
          </p:nvSpPr>
          <p:spPr bwMode="auto">
            <a:xfrm>
              <a:off x="665" y="740"/>
              <a:ext cx="380" cy="514"/>
            </a:xfrm>
            <a:custGeom>
              <a:avLst/>
              <a:gdLst>
                <a:gd name="T0" fmla="*/ 1219 w 211"/>
                <a:gd name="T1" fmla="*/ 649 h 286"/>
                <a:gd name="T2" fmla="*/ 1216 w 211"/>
                <a:gd name="T3" fmla="*/ 474 h 286"/>
                <a:gd name="T4" fmla="*/ 600 w 211"/>
                <a:gd name="T5" fmla="*/ 0 h 286"/>
                <a:gd name="T6" fmla="*/ 16 w 211"/>
                <a:gd name="T7" fmla="*/ 518 h 286"/>
                <a:gd name="T8" fmla="*/ 36 w 211"/>
                <a:gd name="T9" fmla="*/ 789 h 286"/>
                <a:gd name="T10" fmla="*/ 81 w 211"/>
                <a:gd name="T11" fmla="*/ 953 h 286"/>
                <a:gd name="T12" fmla="*/ 263 w 211"/>
                <a:gd name="T13" fmla="*/ 1470 h 286"/>
                <a:gd name="T14" fmla="*/ 677 w 211"/>
                <a:gd name="T15" fmla="*/ 1653 h 286"/>
                <a:gd name="T16" fmla="*/ 1093 w 211"/>
                <a:gd name="T17" fmla="*/ 1346 h 286"/>
                <a:gd name="T18" fmla="*/ 1203 w 211"/>
                <a:gd name="T19" fmla="*/ 836 h 286"/>
                <a:gd name="T20" fmla="*/ 1219 w 211"/>
                <a:gd name="T21" fmla="*/ 649 h 28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11" h="286">
                  <a:moveTo>
                    <a:pt x="209" y="112"/>
                  </a:moveTo>
                  <a:cubicBezTo>
                    <a:pt x="211" y="102"/>
                    <a:pt x="208" y="92"/>
                    <a:pt x="208" y="82"/>
                  </a:cubicBezTo>
                  <a:cubicBezTo>
                    <a:pt x="206" y="18"/>
                    <a:pt x="158" y="0"/>
                    <a:pt x="103" y="0"/>
                  </a:cubicBezTo>
                  <a:cubicBezTo>
                    <a:pt x="59" y="1"/>
                    <a:pt x="1" y="25"/>
                    <a:pt x="3" y="89"/>
                  </a:cubicBezTo>
                  <a:cubicBezTo>
                    <a:pt x="4" y="106"/>
                    <a:pt x="0" y="122"/>
                    <a:pt x="6" y="136"/>
                  </a:cubicBezTo>
                  <a:cubicBezTo>
                    <a:pt x="10" y="145"/>
                    <a:pt x="14" y="158"/>
                    <a:pt x="14" y="164"/>
                  </a:cubicBezTo>
                  <a:cubicBezTo>
                    <a:pt x="13" y="174"/>
                    <a:pt x="27" y="233"/>
                    <a:pt x="45" y="253"/>
                  </a:cubicBezTo>
                  <a:cubicBezTo>
                    <a:pt x="63" y="273"/>
                    <a:pt x="85" y="286"/>
                    <a:pt x="116" y="285"/>
                  </a:cubicBezTo>
                  <a:cubicBezTo>
                    <a:pt x="146" y="284"/>
                    <a:pt x="182" y="245"/>
                    <a:pt x="187" y="232"/>
                  </a:cubicBezTo>
                  <a:cubicBezTo>
                    <a:pt x="191" y="220"/>
                    <a:pt x="206" y="177"/>
                    <a:pt x="206" y="144"/>
                  </a:cubicBezTo>
                  <a:cubicBezTo>
                    <a:pt x="206" y="132"/>
                    <a:pt x="208" y="118"/>
                    <a:pt x="209" y="112"/>
                  </a:cubicBezTo>
                  <a:close/>
                </a:path>
              </a:pathLst>
            </a:custGeom>
            <a:solidFill>
              <a:srgbClr val="A961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184" name="Freeform 482">
              <a:extLst>
                <a:ext uri="{FF2B5EF4-FFF2-40B4-BE49-F238E27FC236}">
                  <a16:creationId xmlns:a16="http://schemas.microsoft.com/office/drawing/2014/main" id="{0C08C0A7-66BF-42A5-9315-5CBAF8281447}"/>
                </a:ext>
              </a:extLst>
            </p:cNvPr>
            <p:cNvSpPr>
              <a:spLocks/>
            </p:cNvSpPr>
            <p:nvPr/>
          </p:nvSpPr>
          <p:spPr bwMode="auto">
            <a:xfrm>
              <a:off x="665" y="736"/>
              <a:ext cx="380" cy="518"/>
            </a:xfrm>
            <a:custGeom>
              <a:avLst/>
              <a:gdLst>
                <a:gd name="T0" fmla="*/ 1219 w 211"/>
                <a:gd name="T1" fmla="*/ 664 h 288"/>
                <a:gd name="T2" fmla="*/ 1216 w 211"/>
                <a:gd name="T3" fmla="*/ 489 h 288"/>
                <a:gd name="T4" fmla="*/ 600 w 211"/>
                <a:gd name="T5" fmla="*/ 13 h 288"/>
                <a:gd name="T6" fmla="*/ 16 w 211"/>
                <a:gd name="T7" fmla="*/ 531 h 288"/>
                <a:gd name="T8" fmla="*/ 36 w 211"/>
                <a:gd name="T9" fmla="*/ 802 h 288"/>
                <a:gd name="T10" fmla="*/ 81 w 211"/>
                <a:gd name="T11" fmla="*/ 968 h 288"/>
                <a:gd name="T12" fmla="*/ 263 w 211"/>
                <a:gd name="T13" fmla="*/ 1486 h 288"/>
                <a:gd name="T14" fmla="*/ 677 w 211"/>
                <a:gd name="T15" fmla="*/ 1669 h 288"/>
                <a:gd name="T16" fmla="*/ 1093 w 211"/>
                <a:gd name="T17" fmla="*/ 1362 h 288"/>
                <a:gd name="T18" fmla="*/ 1203 w 211"/>
                <a:gd name="T19" fmla="*/ 851 h 288"/>
                <a:gd name="T20" fmla="*/ 1219 w 211"/>
                <a:gd name="T21" fmla="*/ 664 h 28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11" h="288">
                  <a:moveTo>
                    <a:pt x="209" y="114"/>
                  </a:moveTo>
                  <a:cubicBezTo>
                    <a:pt x="211" y="104"/>
                    <a:pt x="208" y="94"/>
                    <a:pt x="208" y="84"/>
                  </a:cubicBezTo>
                  <a:cubicBezTo>
                    <a:pt x="206" y="20"/>
                    <a:pt x="154" y="0"/>
                    <a:pt x="103" y="2"/>
                  </a:cubicBezTo>
                  <a:cubicBezTo>
                    <a:pt x="55" y="5"/>
                    <a:pt x="1" y="27"/>
                    <a:pt x="3" y="91"/>
                  </a:cubicBezTo>
                  <a:cubicBezTo>
                    <a:pt x="4" y="108"/>
                    <a:pt x="0" y="124"/>
                    <a:pt x="6" y="138"/>
                  </a:cubicBezTo>
                  <a:cubicBezTo>
                    <a:pt x="10" y="147"/>
                    <a:pt x="14" y="160"/>
                    <a:pt x="14" y="166"/>
                  </a:cubicBezTo>
                  <a:cubicBezTo>
                    <a:pt x="13" y="176"/>
                    <a:pt x="27" y="235"/>
                    <a:pt x="45" y="255"/>
                  </a:cubicBezTo>
                  <a:cubicBezTo>
                    <a:pt x="63" y="275"/>
                    <a:pt x="85" y="288"/>
                    <a:pt x="116" y="287"/>
                  </a:cubicBezTo>
                  <a:cubicBezTo>
                    <a:pt x="146" y="286"/>
                    <a:pt x="182" y="247"/>
                    <a:pt x="187" y="234"/>
                  </a:cubicBezTo>
                  <a:cubicBezTo>
                    <a:pt x="191" y="222"/>
                    <a:pt x="206" y="179"/>
                    <a:pt x="206" y="146"/>
                  </a:cubicBezTo>
                  <a:cubicBezTo>
                    <a:pt x="206" y="134"/>
                    <a:pt x="208" y="120"/>
                    <a:pt x="209" y="114"/>
                  </a:cubicBez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185" name="Freeform 483">
              <a:extLst>
                <a:ext uri="{FF2B5EF4-FFF2-40B4-BE49-F238E27FC236}">
                  <a16:creationId xmlns:a16="http://schemas.microsoft.com/office/drawing/2014/main" id="{A410F52E-8487-4C9E-8977-80880E4102B1}"/>
                </a:ext>
              </a:extLst>
            </p:cNvPr>
            <p:cNvSpPr>
              <a:spLocks/>
            </p:cNvSpPr>
            <p:nvPr/>
          </p:nvSpPr>
          <p:spPr bwMode="auto">
            <a:xfrm>
              <a:off x="805" y="1225"/>
              <a:ext cx="125" cy="47"/>
            </a:xfrm>
            <a:custGeom>
              <a:avLst/>
              <a:gdLst>
                <a:gd name="T0" fmla="*/ 0 w 69"/>
                <a:gd name="T1" fmla="*/ 13 h 26"/>
                <a:gd name="T2" fmla="*/ 409 w 69"/>
                <a:gd name="T3" fmla="*/ 0 h 26"/>
                <a:gd name="T4" fmla="*/ 0 w 69"/>
                <a:gd name="T5" fmla="*/ 13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9" h="26">
                  <a:moveTo>
                    <a:pt x="0" y="2"/>
                  </a:moveTo>
                  <a:cubicBezTo>
                    <a:pt x="0" y="2"/>
                    <a:pt x="39" y="26"/>
                    <a:pt x="69" y="0"/>
                  </a:cubicBezTo>
                  <a:cubicBezTo>
                    <a:pt x="69" y="0"/>
                    <a:pt x="41" y="21"/>
                    <a:pt x="0" y="2"/>
                  </a:cubicBezTo>
                  <a:close/>
                </a:path>
              </a:pathLst>
            </a:custGeom>
            <a:solidFill>
              <a:srgbClr val="8E4C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186" name="Line 484">
              <a:extLst>
                <a:ext uri="{FF2B5EF4-FFF2-40B4-BE49-F238E27FC236}">
                  <a16:creationId xmlns:a16="http://schemas.microsoft.com/office/drawing/2014/main" id="{C4C85319-900B-469C-B1EB-C7C8EA6D7C3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53" y="814"/>
              <a:ext cx="1" cy="1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187" name="Line 485">
              <a:extLst>
                <a:ext uri="{FF2B5EF4-FFF2-40B4-BE49-F238E27FC236}">
                  <a16:creationId xmlns:a16="http://schemas.microsoft.com/office/drawing/2014/main" id="{3F872FD7-7B06-4E6C-92AF-EBCBF1E8822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53" y="814"/>
              <a:ext cx="1" cy="1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188" name="Freeform 486">
              <a:extLst>
                <a:ext uri="{FF2B5EF4-FFF2-40B4-BE49-F238E27FC236}">
                  <a16:creationId xmlns:a16="http://schemas.microsoft.com/office/drawing/2014/main" id="{194D2EFC-C730-4A8B-8D6A-7AD60696A6A6}"/>
                </a:ext>
              </a:extLst>
            </p:cNvPr>
            <p:cNvSpPr>
              <a:spLocks/>
            </p:cNvSpPr>
            <p:nvPr/>
          </p:nvSpPr>
          <p:spPr bwMode="auto">
            <a:xfrm>
              <a:off x="955" y="1008"/>
              <a:ext cx="76" cy="197"/>
            </a:xfrm>
            <a:custGeom>
              <a:avLst/>
              <a:gdLst>
                <a:gd name="T0" fmla="*/ 250 w 42"/>
                <a:gd name="T1" fmla="*/ 0 h 110"/>
                <a:gd name="T2" fmla="*/ 190 w 42"/>
                <a:gd name="T3" fmla="*/ 328 h 110"/>
                <a:gd name="T4" fmla="*/ 0 w 42"/>
                <a:gd name="T5" fmla="*/ 632 h 110"/>
                <a:gd name="T6" fmla="*/ 250 w 42"/>
                <a:gd name="T7" fmla="*/ 0 h 1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2" h="110">
                  <a:moveTo>
                    <a:pt x="42" y="0"/>
                  </a:moveTo>
                  <a:cubicBezTo>
                    <a:pt x="42" y="0"/>
                    <a:pt x="42" y="17"/>
                    <a:pt x="32" y="57"/>
                  </a:cubicBezTo>
                  <a:cubicBezTo>
                    <a:pt x="22" y="96"/>
                    <a:pt x="16" y="94"/>
                    <a:pt x="0" y="110"/>
                  </a:cubicBezTo>
                  <a:cubicBezTo>
                    <a:pt x="0" y="110"/>
                    <a:pt x="29" y="83"/>
                    <a:pt x="42" y="0"/>
                  </a:cubicBezTo>
                  <a:close/>
                </a:path>
              </a:pathLst>
            </a:custGeom>
            <a:solidFill>
              <a:srgbClr val="8E4C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189" name="Freeform 487">
              <a:extLst>
                <a:ext uri="{FF2B5EF4-FFF2-40B4-BE49-F238E27FC236}">
                  <a16:creationId xmlns:a16="http://schemas.microsoft.com/office/drawing/2014/main" id="{C7998904-A9DA-4D07-88EF-1BE050EF0B34}"/>
                </a:ext>
              </a:extLst>
            </p:cNvPr>
            <p:cNvSpPr>
              <a:spLocks/>
            </p:cNvSpPr>
            <p:nvPr/>
          </p:nvSpPr>
          <p:spPr bwMode="auto">
            <a:xfrm>
              <a:off x="807" y="1159"/>
              <a:ext cx="114" cy="41"/>
            </a:xfrm>
            <a:custGeom>
              <a:avLst/>
              <a:gdLst>
                <a:gd name="T0" fmla="*/ 0 w 63"/>
                <a:gd name="T1" fmla="*/ 45 h 23"/>
                <a:gd name="T2" fmla="*/ 78 w 63"/>
                <a:gd name="T3" fmla="*/ 29 h 23"/>
                <a:gd name="T4" fmla="*/ 170 w 63"/>
                <a:gd name="T5" fmla="*/ 12 h 23"/>
                <a:gd name="T6" fmla="*/ 190 w 63"/>
                <a:gd name="T7" fmla="*/ 21 h 23"/>
                <a:gd name="T8" fmla="*/ 219 w 63"/>
                <a:gd name="T9" fmla="*/ 12 h 23"/>
                <a:gd name="T10" fmla="*/ 271 w 63"/>
                <a:gd name="T11" fmla="*/ 16 h 23"/>
                <a:gd name="T12" fmla="*/ 373 w 63"/>
                <a:gd name="T13" fmla="*/ 45 h 23"/>
                <a:gd name="T14" fmla="*/ 328 w 63"/>
                <a:gd name="T15" fmla="*/ 93 h 23"/>
                <a:gd name="T16" fmla="*/ 203 w 63"/>
                <a:gd name="T17" fmla="*/ 130 h 23"/>
                <a:gd name="T18" fmla="*/ 94 w 63"/>
                <a:gd name="T19" fmla="*/ 109 h 23"/>
                <a:gd name="T20" fmla="*/ 0 w 63"/>
                <a:gd name="T21" fmla="*/ 45 h 2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3" h="23">
                  <a:moveTo>
                    <a:pt x="0" y="8"/>
                  </a:moveTo>
                  <a:cubicBezTo>
                    <a:pt x="0" y="8"/>
                    <a:pt x="5" y="11"/>
                    <a:pt x="13" y="5"/>
                  </a:cubicBezTo>
                  <a:cubicBezTo>
                    <a:pt x="17" y="2"/>
                    <a:pt x="24" y="0"/>
                    <a:pt x="29" y="2"/>
                  </a:cubicBezTo>
                  <a:cubicBezTo>
                    <a:pt x="33" y="4"/>
                    <a:pt x="32" y="4"/>
                    <a:pt x="32" y="4"/>
                  </a:cubicBezTo>
                  <a:cubicBezTo>
                    <a:pt x="32" y="4"/>
                    <a:pt x="34" y="3"/>
                    <a:pt x="37" y="2"/>
                  </a:cubicBezTo>
                  <a:cubicBezTo>
                    <a:pt x="40" y="1"/>
                    <a:pt x="43" y="2"/>
                    <a:pt x="46" y="3"/>
                  </a:cubicBezTo>
                  <a:cubicBezTo>
                    <a:pt x="48" y="4"/>
                    <a:pt x="55" y="9"/>
                    <a:pt x="63" y="8"/>
                  </a:cubicBezTo>
                  <a:cubicBezTo>
                    <a:pt x="63" y="8"/>
                    <a:pt x="60" y="11"/>
                    <a:pt x="55" y="16"/>
                  </a:cubicBezTo>
                  <a:cubicBezTo>
                    <a:pt x="49" y="21"/>
                    <a:pt x="39" y="22"/>
                    <a:pt x="34" y="23"/>
                  </a:cubicBezTo>
                  <a:cubicBezTo>
                    <a:pt x="28" y="23"/>
                    <a:pt x="19" y="21"/>
                    <a:pt x="16" y="19"/>
                  </a:cubicBezTo>
                  <a:cubicBezTo>
                    <a:pt x="7" y="16"/>
                    <a:pt x="6" y="11"/>
                    <a:pt x="0" y="8"/>
                  </a:cubicBezTo>
                  <a:close/>
                </a:path>
              </a:pathLst>
            </a:custGeom>
            <a:solidFill>
              <a:srgbClr val="C17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190" name="Freeform 488">
              <a:extLst>
                <a:ext uri="{FF2B5EF4-FFF2-40B4-BE49-F238E27FC236}">
                  <a16:creationId xmlns:a16="http://schemas.microsoft.com/office/drawing/2014/main" id="{377C113A-6657-4358-82A9-6F6D3299DDEA}"/>
                </a:ext>
              </a:extLst>
            </p:cNvPr>
            <p:cNvSpPr>
              <a:spLocks/>
            </p:cNvSpPr>
            <p:nvPr/>
          </p:nvSpPr>
          <p:spPr bwMode="auto">
            <a:xfrm>
              <a:off x="805" y="1153"/>
              <a:ext cx="118" cy="29"/>
            </a:xfrm>
            <a:custGeom>
              <a:avLst/>
              <a:gdLst>
                <a:gd name="T0" fmla="*/ 198 w 65"/>
                <a:gd name="T1" fmla="*/ 44 h 16"/>
                <a:gd name="T2" fmla="*/ 388 w 65"/>
                <a:gd name="T3" fmla="*/ 60 h 16"/>
                <a:gd name="T4" fmla="*/ 347 w 65"/>
                <a:gd name="T5" fmla="*/ 60 h 16"/>
                <a:gd name="T6" fmla="*/ 294 w 65"/>
                <a:gd name="T7" fmla="*/ 36 h 16"/>
                <a:gd name="T8" fmla="*/ 205 w 65"/>
                <a:gd name="T9" fmla="*/ 36 h 16"/>
                <a:gd name="T10" fmla="*/ 205 w 65"/>
                <a:gd name="T11" fmla="*/ 36 h 16"/>
                <a:gd name="T12" fmla="*/ 109 w 65"/>
                <a:gd name="T13" fmla="*/ 36 h 16"/>
                <a:gd name="T14" fmla="*/ 53 w 65"/>
                <a:gd name="T15" fmla="*/ 60 h 16"/>
                <a:gd name="T16" fmla="*/ 0 w 65"/>
                <a:gd name="T17" fmla="*/ 60 h 16"/>
                <a:gd name="T18" fmla="*/ 198 w 65"/>
                <a:gd name="T19" fmla="*/ 44 h 1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5" h="16">
                  <a:moveTo>
                    <a:pt x="33" y="7"/>
                  </a:moveTo>
                  <a:cubicBezTo>
                    <a:pt x="44" y="0"/>
                    <a:pt x="54" y="15"/>
                    <a:pt x="65" y="10"/>
                  </a:cubicBezTo>
                  <a:cubicBezTo>
                    <a:pt x="63" y="11"/>
                    <a:pt x="60" y="12"/>
                    <a:pt x="58" y="10"/>
                  </a:cubicBezTo>
                  <a:cubicBezTo>
                    <a:pt x="55" y="9"/>
                    <a:pt x="52" y="8"/>
                    <a:pt x="49" y="6"/>
                  </a:cubicBezTo>
                  <a:cubicBezTo>
                    <a:pt x="43" y="4"/>
                    <a:pt x="40" y="4"/>
                    <a:pt x="34" y="6"/>
                  </a:cubicBezTo>
                  <a:cubicBezTo>
                    <a:pt x="34" y="6"/>
                    <a:pt x="34" y="6"/>
                    <a:pt x="34" y="6"/>
                  </a:cubicBezTo>
                  <a:cubicBezTo>
                    <a:pt x="27" y="4"/>
                    <a:pt x="24" y="4"/>
                    <a:pt x="18" y="6"/>
                  </a:cubicBezTo>
                  <a:cubicBezTo>
                    <a:pt x="15" y="7"/>
                    <a:pt x="11" y="8"/>
                    <a:pt x="9" y="10"/>
                  </a:cubicBezTo>
                  <a:cubicBezTo>
                    <a:pt x="7" y="11"/>
                    <a:pt x="3" y="12"/>
                    <a:pt x="0" y="10"/>
                  </a:cubicBezTo>
                  <a:cubicBezTo>
                    <a:pt x="10" y="16"/>
                    <a:pt x="22" y="0"/>
                    <a:pt x="33" y="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191" name="Freeform 489">
              <a:extLst>
                <a:ext uri="{FF2B5EF4-FFF2-40B4-BE49-F238E27FC236}">
                  <a16:creationId xmlns:a16="http://schemas.microsoft.com/office/drawing/2014/main" id="{37F5909F-27CD-4515-9FFA-D6557994F0AB}"/>
                </a:ext>
              </a:extLst>
            </p:cNvPr>
            <p:cNvSpPr>
              <a:spLocks/>
            </p:cNvSpPr>
            <p:nvPr/>
          </p:nvSpPr>
          <p:spPr bwMode="auto">
            <a:xfrm>
              <a:off x="818" y="1182"/>
              <a:ext cx="94" cy="43"/>
            </a:xfrm>
            <a:custGeom>
              <a:avLst/>
              <a:gdLst>
                <a:gd name="T0" fmla="*/ 0 w 52"/>
                <a:gd name="T1" fmla="*/ 0 h 24"/>
                <a:gd name="T2" fmla="*/ 307 w 52"/>
                <a:gd name="T3" fmla="*/ 0 h 24"/>
                <a:gd name="T4" fmla="*/ 0 w 52"/>
                <a:gd name="T5" fmla="*/ 0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2" h="24">
                  <a:moveTo>
                    <a:pt x="0" y="0"/>
                  </a:moveTo>
                  <a:cubicBezTo>
                    <a:pt x="0" y="0"/>
                    <a:pt x="26" y="21"/>
                    <a:pt x="52" y="0"/>
                  </a:cubicBezTo>
                  <a:cubicBezTo>
                    <a:pt x="52" y="0"/>
                    <a:pt x="29" y="24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192" name="Freeform 490">
              <a:extLst>
                <a:ext uri="{FF2B5EF4-FFF2-40B4-BE49-F238E27FC236}">
                  <a16:creationId xmlns:a16="http://schemas.microsoft.com/office/drawing/2014/main" id="{3CF52A2B-BE04-4370-8B69-0527B0AD07C2}"/>
                </a:ext>
              </a:extLst>
            </p:cNvPr>
            <p:cNvSpPr>
              <a:spLocks/>
            </p:cNvSpPr>
            <p:nvPr/>
          </p:nvSpPr>
          <p:spPr bwMode="auto">
            <a:xfrm>
              <a:off x="816" y="1175"/>
              <a:ext cx="98" cy="11"/>
            </a:xfrm>
            <a:custGeom>
              <a:avLst/>
              <a:gdLst>
                <a:gd name="T0" fmla="*/ 0 w 54"/>
                <a:gd name="T1" fmla="*/ 0 h 6"/>
                <a:gd name="T2" fmla="*/ 323 w 54"/>
                <a:gd name="T3" fmla="*/ 0 h 6"/>
                <a:gd name="T4" fmla="*/ 0 w 54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4" h="6">
                  <a:moveTo>
                    <a:pt x="0" y="0"/>
                  </a:moveTo>
                  <a:cubicBezTo>
                    <a:pt x="0" y="0"/>
                    <a:pt x="31" y="5"/>
                    <a:pt x="54" y="0"/>
                  </a:cubicBezTo>
                  <a:cubicBezTo>
                    <a:pt x="54" y="0"/>
                    <a:pt x="35" y="6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193" name="Freeform 491">
              <a:extLst>
                <a:ext uri="{FF2B5EF4-FFF2-40B4-BE49-F238E27FC236}">
                  <a16:creationId xmlns:a16="http://schemas.microsoft.com/office/drawing/2014/main" id="{D4F19D7C-AD1A-46E7-B991-A4671C5F976C}"/>
                </a:ext>
              </a:extLst>
            </p:cNvPr>
            <p:cNvSpPr>
              <a:spLocks/>
            </p:cNvSpPr>
            <p:nvPr/>
          </p:nvSpPr>
          <p:spPr bwMode="auto">
            <a:xfrm>
              <a:off x="683" y="959"/>
              <a:ext cx="38" cy="122"/>
            </a:xfrm>
            <a:custGeom>
              <a:avLst/>
              <a:gdLst>
                <a:gd name="T0" fmla="*/ 125 w 21"/>
                <a:gd name="T1" fmla="*/ 231 h 68"/>
                <a:gd name="T2" fmla="*/ 72 w 21"/>
                <a:gd name="T3" fmla="*/ 393 h 68"/>
                <a:gd name="T4" fmla="*/ 29 w 21"/>
                <a:gd name="T5" fmla="*/ 190 h 68"/>
                <a:gd name="T6" fmla="*/ 13 w 21"/>
                <a:gd name="T7" fmla="*/ 102 h 68"/>
                <a:gd name="T8" fmla="*/ 0 w 21"/>
                <a:gd name="T9" fmla="*/ 0 h 68"/>
                <a:gd name="T10" fmla="*/ 36 w 21"/>
                <a:gd name="T11" fmla="*/ 174 h 68"/>
                <a:gd name="T12" fmla="*/ 60 w 21"/>
                <a:gd name="T13" fmla="*/ 226 h 68"/>
                <a:gd name="T14" fmla="*/ 125 w 21"/>
                <a:gd name="T15" fmla="*/ 231 h 6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1" h="68">
                  <a:moveTo>
                    <a:pt x="21" y="40"/>
                  </a:moveTo>
                  <a:cubicBezTo>
                    <a:pt x="8" y="40"/>
                    <a:pt x="9" y="59"/>
                    <a:pt x="12" y="68"/>
                  </a:cubicBezTo>
                  <a:cubicBezTo>
                    <a:pt x="5" y="59"/>
                    <a:pt x="7" y="43"/>
                    <a:pt x="5" y="33"/>
                  </a:cubicBezTo>
                  <a:cubicBezTo>
                    <a:pt x="3" y="28"/>
                    <a:pt x="2" y="23"/>
                    <a:pt x="2" y="18"/>
                  </a:cubicBezTo>
                  <a:cubicBezTo>
                    <a:pt x="1" y="12"/>
                    <a:pt x="2" y="5"/>
                    <a:pt x="0" y="0"/>
                  </a:cubicBezTo>
                  <a:cubicBezTo>
                    <a:pt x="2" y="10"/>
                    <a:pt x="3" y="20"/>
                    <a:pt x="6" y="30"/>
                  </a:cubicBezTo>
                  <a:cubicBezTo>
                    <a:pt x="6" y="33"/>
                    <a:pt x="8" y="38"/>
                    <a:pt x="10" y="39"/>
                  </a:cubicBezTo>
                  <a:cubicBezTo>
                    <a:pt x="13" y="41"/>
                    <a:pt x="18" y="38"/>
                    <a:pt x="21" y="40"/>
                  </a:cubicBezTo>
                </a:path>
              </a:pathLst>
            </a:custGeom>
            <a:solidFill>
              <a:srgbClr val="C17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194" name="Freeform 492">
              <a:extLst>
                <a:ext uri="{FF2B5EF4-FFF2-40B4-BE49-F238E27FC236}">
                  <a16:creationId xmlns:a16="http://schemas.microsoft.com/office/drawing/2014/main" id="{E07D0EF2-EB7C-417C-AE97-3E2D43B7CE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2" y="975"/>
              <a:ext cx="30" cy="97"/>
            </a:xfrm>
            <a:custGeom>
              <a:avLst/>
              <a:gdLst>
                <a:gd name="T0" fmla="*/ 0 w 17"/>
                <a:gd name="T1" fmla="*/ 167 h 54"/>
                <a:gd name="T2" fmla="*/ 94 w 17"/>
                <a:gd name="T3" fmla="*/ 0 h 54"/>
                <a:gd name="T4" fmla="*/ 81 w 17"/>
                <a:gd name="T5" fmla="*/ 162 h 54"/>
                <a:gd name="T6" fmla="*/ 56 w 17"/>
                <a:gd name="T7" fmla="*/ 313 h 54"/>
                <a:gd name="T8" fmla="*/ 65 w 17"/>
                <a:gd name="T9" fmla="*/ 190 h 54"/>
                <a:gd name="T10" fmla="*/ 12 w 17"/>
                <a:gd name="T11" fmla="*/ 174 h 5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" h="54">
                  <a:moveTo>
                    <a:pt x="0" y="29"/>
                  </a:moveTo>
                  <a:cubicBezTo>
                    <a:pt x="11" y="35"/>
                    <a:pt x="17" y="6"/>
                    <a:pt x="17" y="0"/>
                  </a:cubicBezTo>
                  <a:cubicBezTo>
                    <a:pt x="17" y="9"/>
                    <a:pt x="16" y="18"/>
                    <a:pt x="15" y="28"/>
                  </a:cubicBezTo>
                  <a:cubicBezTo>
                    <a:pt x="15" y="37"/>
                    <a:pt x="11" y="45"/>
                    <a:pt x="10" y="54"/>
                  </a:cubicBezTo>
                  <a:cubicBezTo>
                    <a:pt x="9" y="47"/>
                    <a:pt x="12" y="40"/>
                    <a:pt x="12" y="33"/>
                  </a:cubicBezTo>
                  <a:cubicBezTo>
                    <a:pt x="13" y="25"/>
                    <a:pt x="8" y="30"/>
                    <a:pt x="2" y="30"/>
                  </a:cubicBezTo>
                </a:path>
              </a:pathLst>
            </a:custGeom>
            <a:solidFill>
              <a:srgbClr val="8E4C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195" name="Freeform 493">
              <a:extLst>
                <a:ext uri="{FF2B5EF4-FFF2-40B4-BE49-F238E27FC236}">
                  <a16:creationId xmlns:a16="http://schemas.microsoft.com/office/drawing/2014/main" id="{3492C228-A3E1-41AD-98DE-B81973E26F8F}"/>
                </a:ext>
              </a:extLst>
            </p:cNvPr>
            <p:cNvSpPr>
              <a:spLocks/>
            </p:cNvSpPr>
            <p:nvPr/>
          </p:nvSpPr>
          <p:spPr bwMode="auto">
            <a:xfrm>
              <a:off x="559" y="716"/>
              <a:ext cx="304" cy="310"/>
            </a:xfrm>
            <a:custGeom>
              <a:avLst/>
              <a:gdLst>
                <a:gd name="T0" fmla="*/ 984 w 169"/>
                <a:gd name="T1" fmla="*/ 533 h 172"/>
                <a:gd name="T2" fmla="*/ 648 w 169"/>
                <a:gd name="T3" fmla="*/ 672 h 172"/>
                <a:gd name="T4" fmla="*/ 425 w 169"/>
                <a:gd name="T5" fmla="*/ 1008 h 172"/>
                <a:gd name="T6" fmla="*/ 880 w 169"/>
                <a:gd name="T7" fmla="*/ 16 h 172"/>
                <a:gd name="T8" fmla="*/ 977 w 169"/>
                <a:gd name="T9" fmla="*/ 41 h 172"/>
                <a:gd name="T10" fmla="*/ 984 w 169"/>
                <a:gd name="T11" fmla="*/ 533 h 17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9" h="172">
                  <a:moveTo>
                    <a:pt x="169" y="91"/>
                  </a:moveTo>
                  <a:cubicBezTo>
                    <a:pt x="169" y="91"/>
                    <a:pt x="148" y="106"/>
                    <a:pt x="111" y="115"/>
                  </a:cubicBezTo>
                  <a:cubicBezTo>
                    <a:pt x="82" y="123"/>
                    <a:pt x="68" y="149"/>
                    <a:pt x="73" y="172"/>
                  </a:cubicBezTo>
                  <a:cubicBezTo>
                    <a:pt x="73" y="172"/>
                    <a:pt x="0" y="37"/>
                    <a:pt x="151" y="3"/>
                  </a:cubicBezTo>
                  <a:cubicBezTo>
                    <a:pt x="165" y="0"/>
                    <a:pt x="168" y="7"/>
                    <a:pt x="168" y="7"/>
                  </a:cubicBezTo>
                  <a:lnTo>
                    <a:pt x="169" y="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196" name="Freeform 494">
              <a:extLst>
                <a:ext uri="{FF2B5EF4-FFF2-40B4-BE49-F238E27FC236}">
                  <a16:creationId xmlns:a16="http://schemas.microsoft.com/office/drawing/2014/main" id="{3D1B9AB5-759D-404F-9A49-FA7D9BCD947F}"/>
                </a:ext>
              </a:extLst>
            </p:cNvPr>
            <p:cNvSpPr>
              <a:spLocks/>
            </p:cNvSpPr>
            <p:nvPr/>
          </p:nvSpPr>
          <p:spPr bwMode="auto">
            <a:xfrm>
              <a:off x="861" y="718"/>
              <a:ext cx="278" cy="308"/>
            </a:xfrm>
            <a:custGeom>
              <a:avLst/>
              <a:gdLst>
                <a:gd name="T0" fmla="*/ 16 w 154"/>
                <a:gd name="T1" fmla="*/ 519 h 171"/>
                <a:gd name="T2" fmla="*/ 323 w 154"/>
                <a:gd name="T3" fmla="*/ 665 h 171"/>
                <a:gd name="T4" fmla="*/ 558 w 154"/>
                <a:gd name="T5" fmla="*/ 1000 h 171"/>
                <a:gd name="T6" fmla="*/ 101 w 154"/>
                <a:gd name="T7" fmla="*/ 13 h 171"/>
                <a:gd name="T8" fmla="*/ 0 w 154"/>
                <a:gd name="T9" fmla="*/ 36 h 171"/>
                <a:gd name="T10" fmla="*/ 16 w 154"/>
                <a:gd name="T11" fmla="*/ 519 h 17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4" h="171">
                  <a:moveTo>
                    <a:pt x="3" y="89"/>
                  </a:moveTo>
                  <a:cubicBezTo>
                    <a:pt x="3" y="89"/>
                    <a:pt x="20" y="106"/>
                    <a:pt x="55" y="114"/>
                  </a:cubicBezTo>
                  <a:cubicBezTo>
                    <a:pt x="85" y="121"/>
                    <a:pt x="100" y="148"/>
                    <a:pt x="95" y="171"/>
                  </a:cubicBezTo>
                  <a:cubicBezTo>
                    <a:pt x="95" y="171"/>
                    <a:pt x="154" y="30"/>
                    <a:pt x="17" y="2"/>
                  </a:cubicBezTo>
                  <a:cubicBezTo>
                    <a:pt x="3" y="0"/>
                    <a:pt x="0" y="6"/>
                    <a:pt x="0" y="6"/>
                  </a:cubicBezTo>
                  <a:lnTo>
                    <a:pt x="3" y="8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197" name="Freeform 495">
              <a:extLst>
                <a:ext uri="{FF2B5EF4-FFF2-40B4-BE49-F238E27FC236}">
                  <a16:creationId xmlns:a16="http://schemas.microsoft.com/office/drawing/2014/main" id="{D2CA7B2F-831B-4BDD-9B5E-F185A053C2BE}"/>
                </a:ext>
              </a:extLst>
            </p:cNvPr>
            <p:cNvSpPr>
              <a:spLocks/>
            </p:cNvSpPr>
            <p:nvPr/>
          </p:nvSpPr>
          <p:spPr bwMode="auto">
            <a:xfrm>
              <a:off x="726" y="975"/>
              <a:ext cx="83" cy="35"/>
            </a:xfrm>
            <a:custGeom>
              <a:avLst/>
              <a:gdLst>
                <a:gd name="T0" fmla="*/ 0 w 46"/>
                <a:gd name="T1" fmla="*/ 118 h 19"/>
                <a:gd name="T2" fmla="*/ 271 w 46"/>
                <a:gd name="T3" fmla="*/ 98 h 19"/>
                <a:gd name="T4" fmla="*/ 247 w 46"/>
                <a:gd name="T5" fmla="*/ 105 h 19"/>
                <a:gd name="T6" fmla="*/ 0 w 46"/>
                <a:gd name="T7" fmla="*/ 118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6" h="19">
                  <a:moveTo>
                    <a:pt x="0" y="19"/>
                  </a:moveTo>
                  <a:cubicBezTo>
                    <a:pt x="9" y="0"/>
                    <a:pt x="46" y="16"/>
                    <a:pt x="46" y="16"/>
                  </a:cubicBezTo>
                  <a:cubicBezTo>
                    <a:pt x="46" y="16"/>
                    <a:pt x="46" y="19"/>
                    <a:pt x="42" y="17"/>
                  </a:cubicBezTo>
                  <a:cubicBezTo>
                    <a:pt x="39" y="16"/>
                    <a:pt x="14" y="5"/>
                    <a:pt x="0" y="19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198" name="Freeform 496">
              <a:extLst>
                <a:ext uri="{FF2B5EF4-FFF2-40B4-BE49-F238E27FC236}">
                  <a16:creationId xmlns:a16="http://schemas.microsoft.com/office/drawing/2014/main" id="{932A305F-841C-424F-B59E-7855A122FFE7}"/>
                </a:ext>
              </a:extLst>
            </p:cNvPr>
            <p:cNvSpPr>
              <a:spLocks/>
            </p:cNvSpPr>
            <p:nvPr/>
          </p:nvSpPr>
          <p:spPr bwMode="auto">
            <a:xfrm>
              <a:off x="732" y="1010"/>
              <a:ext cx="84" cy="43"/>
            </a:xfrm>
            <a:custGeom>
              <a:avLst/>
              <a:gdLst>
                <a:gd name="T0" fmla="*/ 0 w 47"/>
                <a:gd name="T1" fmla="*/ 70 h 24"/>
                <a:gd name="T2" fmla="*/ 147 w 47"/>
                <a:gd name="T3" fmla="*/ 29 h 24"/>
                <a:gd name="T4" fmla="*/ 239 w 47"/>
                <a:gd name="T5" fmla="*/ 116 h 24"/>
                <a:gd name="T6" fmla="*/ 159 w 47"/>
                <a:gd name="T7" fmla="*/ 131 h 24"/>
                <a:gd name="T8" fmla="*/ 0 w 47"/>
                <a:gd name="T9" fmla="*/ 70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24">
                  <a:moveTo>
                    <a:pt x="0" y="12"/>
                  </a:moveTo>
                  <a:cubicBezTo>
                    <a:pt x="0" y="12"/>
                    <a:pt x="12" y="0"/>
                    <a:pt x="26" y="5"/>
                  </a:cubicBezTo>
                  <a:cubicBezTo>
                    <a:pt x="39" y="10"/>
                    <a:pt x="47" y="17"/>
                    <a:pt x="42" y="20"/>
                  </a:cubicBezTo>
                  <a:cubicBezTo>
                    <a:pt x="37" y="23"/>
                    <a:pt x="32" y="21"/>
                    <a:pt x="28" y="23"/>
                  </a:cubicBezTo>
                  <a:cubicBezTo>
                    <a:pt x="24" y="24"/>
                    <a:pt x="4" y="20"/>
                    <a:pt x="0" y="12"/>
                  </a:cubicBezTo>
                  <a:close/>
                </a:path>
              </a:pathLst>
            </a:custGeom>
            <a:solidFill>
              <a:srgbClr val="603A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199" name="Freeform 497">
              <a:extLst>
                <a:ext uri="{FF2B5EF4-FFF2-40B4-BE49-F238E27FC236}">
                  <a16:creationId xmlns:a16="http://schemas.microsoft.com/office/drawing/2014/main" id="{C55B6CB5-03F3-4072-B409-A74EBE7F9EA1}"/>
                </a:ext>
              </a:extLst>
            </p:cNvPr>
            <p:cNvSpPr>
              <a:spLocks/>
            </p:cNvSpPr>
            <p:nvPr/>
          </p:nvSpPr>
          <p:spPr bwMode="auto">
            <a:xfrm>
              <a:off x="739" y="1018"/>
              <a:ext cx="70" cy="31"/>
            </a:xfrm>
            <a:custGeom>
              <a:avLst/>
              <a:gdLst>
                <a:gd name="T0" fmla="*/ 0 w 39"/>
                <a:gd name="T1" fmla="*/ 44 h 17"/>
                <a:gd name="T2" fmla="*/ 109 w 39"/>
                <a:gd name="T3" fmla="*/ 7 h 17"/>
                <a:gd name="T4" fmla="*/ 203 w 39"/>
                <a:gd name="T5" fmla="*/ 60 h 17"/>
                <a:gd name="T6" fmla="*/ 196 w 39"/>
                <a:gd name="T7" fmla="*/ 86 h 17"/>
                <a:gd name="T8" fmla="*/ 122 w 39"/>
                <a:gd name="T9" fmla="*/ 97 h 17"/>
                <a:gd name="T10" fmla="*/ 0 w 39"/>
                <a:gd name="T11" fmla="*/ 44 h 1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9" h="17">
                  <a:moveTo>
                    <a:pt x="0" y="7"/>
                  </a:moveTo>
                  <a:cubicBezTo>
                    <a:pt x="4" y="4"/>
                    <a:pt x="9" y="0"/>
                    <a:pt x="19" y="1"/>
                  </a:cubicBezTo>
                  <a:cubicBezTo>
                    <a:pt x="29" y="3"/>
                    <a:pt x="32" y="9"/>
                    <a:pt x="35" y="10"/>
                  </a:cubicBezTo>
                  <a:cubicBezTo>
                    <a:pt x="39" y="11"/>
                    <a:pt x="36" y="14"/>
                    <a:pt x="34" y="14"/>
                  </a:cubicBezTo>
                  <a:cubicBezTo>
                    <a:pt x="31" y="15"/>
                    <a:pt x="24" y="15"/>
                    <a:pt x="21" y="16"/>
                  </a:cubicBezTo>
                  <a:cubicBezTo>
                    <a:pt x="18" y="17"/>
                    <a:pt x="7" y="13"/>
                    <a:pt x="0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200" name="Freeform 498">
              <a:extLst>
                <a:ext uri="{FF2B5EF4-FFF2-40B4-BE49-F238E27FC236}">
                  <a16:creationId xmlns:a16="http://schemas.microsoft.com/office/drawing/2014/main" id="{5649F426-F872-4020-816E-A60CBC203293}"/>
                </a:ext>
              </a:extLst>
            </p:cNvPr>
            <p:cNvSpPr>
              <a:spLocks/>
            </p:cNvSpPr>
            <p:nvPr/>
          </p:nvSpPr>
          <p:spPr bwMode="auto">
            <a:xfrm>
              <a:off x="757" y="1020"/>
              <a:ext cx="29" cy="27"/>
            </a:xfrm>
            <a:custGeom>
              <a:avLst/>
              <a:gdLst>
                <a:gd name="T0" fmla="*/ 53 w 16"/>
                <a:gd name="T1" fmla="*/ 0 h 15"/>
                <a:gd name="T2" fmla="*/ 16 w 16"/>
                <a:gd name="T3" fmla="*/ 7 h 15"/>
                <a:gd name="T4" fmla="*/ 7 w 16"/>
                <a:gd name="T5" fmla="*/ 41 h 15"/>
                <a:gd name="T6" fmla="*/ 24 w 16"/>
                <a:gd name="T7" fmla="*/ 81 h 15"/>
                <a:gd name="T8" fmla="*/ 53 w 16"/>
                <a:gd name="T9" fmla="*/ 88 h 15"/>
                <a:gd name="T10" fmla="*/ 89 w 16"/>
                <a:gd name="T11" fmla="*/ 41 h 15"/>
                <a:gd name="T12" fmla="*/ 73 w 16"/>
                <a:gd name="T13" fmla="*/ 7 h 15"/>
                <a:gd name="T14" fmla="*/ 53 w 16"/>
                <a:gd name="T15" fmla="*/ 0 h 1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" h="15">
                  <a:moveTo>
                    <a:pt x="9" y="0"/>
                  </a:moveTo>
                  <a:cubicBezTo>
                    <a:pt x="4" y="0"/>
                    <a:pt x="4" y="0"/>
                    <a:pt x="3" y="1"/>
                  </a:cubicBezTo>
                  <a:cubicBezTo>
                    <a:pt x="2" y="2"/>
                    <a:pt x="1" y="4"/>
                    <a:pt x="1" y="7"/>
                  </a:cubicBezTo>
                  <a:cubicBezTo>
                    <a:pt x="0" y="10"/>
                    <a:pt x="2" y="12"/>
                    <a:pt x="4" y="14"/>
                  </a:cubicBezTo>
                  <a:cubicBezTo>
                    <a:pt x="6" y="14"/>
                    <a:pt x="8" y="15"/>
                    <a:pt x="9" y="15"/>
                  </a:cubicBezTo>
                  <a:cubicBezTo>
                    <a:pt x="12" y="14"/>
                    <a:pt x="15" y="11"/>
                    <a:pt x="15" y="7"/>
                  </a:cubicBezTo>
                  <a:cubicBezTo>
                    <a:pt x="16" y="5"/>
                    <a:pt x="14" y="3"/>
                    <a:pt x="12" y="1"/>
                  </a:cubicBezTo>
                  <a:cubicBezTo>
                    <a:pt x="11" y="1"/>
                    <a:pt x="10" y="0"/>
                    <a:pt x="9" y="0"/>
                  </a:cubicBezTo>
                </a:path>
              </a:pathLst>
            </a:custGeom>
            <a:solidFill>
              <a:srgbClr val="2A100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201" name="Freeform 499">
              <a:extLst>
                <a:ext uri="{FF2B5EF4-FFF2-40B4-BE49-F238E27FC236}">
                  <a16:creationId xmlns:a16="http://schemas.microsoft.com/office/drawing/2014/main" id="{833EDEAB-9949-418C-B192-0F388927FB3C}"/>
                </a:ext>
              </a:extLst>
            </p:cNvPr>
            <p:cNvSpPr>
              <a:spLocks/>
            </p:cNvSpPr>
            <p:nvPr/>
          </p:nvSpPr>
          <p:spPr bwMode="auto">
            <a:xfrm>
              <a:off x="739" y="1017"/>
              <a:ext cx="70" cy="32"/>
            </a:xfrm>
            <a:custGeom>
              <a:avLst/>
              <a:gdLst>
                <a:gd name="T0" fmla="*/ 0 w 39"/>
                <a:gd name="T1" fmla="*/ 44 h 18"/>
                <a:gd name="T2" fmla="*/ 109 w 39"/>
                <a:gd name="T3" fmla="*/ 12 h 18"/>
                <a:gd name="T4" fmla="*/ 203 w 39"/>
                <a:gd name="T5" fmla="*/ 64 h 18"/>
                <a:gd name="T6" fmla="*/ 196 w 39"/>
                <a:gd name="T7" fmla="*/ 85 h 18"/>
                <a:gd name="T8" fmla="*/ 122 w 39"/>
                <a:gd name="T9" fmla="*/ 94 h 18"/>
                <a:gd name="T10" fmla="*/ 0 w 39"/>
                <a:gd name="T11" fmla="*/ 44 h 1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9" h="18">
                  <a:moveTo>
                    <a:pt x="0" y="8"/>
                  </a:moveTo>
                  <a:cubicBezTo>
                    <a:pt x="4" y="5"/>
                    <a:pt x="9" y="0"/>
                    <a:pt x="19" y="2"/>
                  </a:cubicBezTo>
                  <a:cubicBezTo>
                    <a:pt x="29" y="4"/>
                    <a:pt x="32" y="10"/>
                    <a:pt x="35" y="11"/>
                  </a:cubicBezTo>
                  <a:cubicBezTo>
                    <a:pt x="39" y="12"/>
                    <a:pt x="36" y="15"/>
                    <a:pt x="34" y="15"/>
                  </a:cubicBezTo>
                  <a:cubicBezTo>
                    <a:pt x="31" y="16"/>
                    <a:pt x="24" y="16"/>
                    <a:pt x="21" y="17"/>
                  </a:cubicBezTo>
                  <a:cubicBezTo>
                    <a:pt x="18" y="18"/>
                    <a:pt x="7" y="14"/>
                    <a:pt x="0" y="8"/>
                  </a:cubicBezTo>
                  <a:close/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202" name="Oval 500">
              <a:extLst>
                <a:ext uri="{FF2B5EF4-FFF2-40B4-BE49-F238E27FC236}">
                  <a16:creationId xmlns:a16="http://schemas.microsoft.com/office/drawing/2014/main" id="{E076C942-05D2-46B3-9B40-4F83A3A5EB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8" y="1029"/>
              <a:ext cx="7" cy="7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203" name="Oval 501">
              <a:extLst>
                <a:ext uri="{FF2B5EF4-FFF2-40B4-BE49-F238E27FC236}">
                  <a16:creationId xmlns:a16="http://schemas.microsoft.com/office/drawing/2014/main" id="{4827BE55-7432-485E-8033-1371AFAF1F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8" y="1029"/>
              <a:ext cx="7" cy="7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204" name="Freeform 502">
              <a:extLst>
                <a:ext uri="{FF2B5EF4-FFF2-40B4-BE49-F238E27FC236}">
                  <a16:creationId xmlns:a16="http://schemas.microsoft.com/office/drawing/2014/main" id="{F618AEE1-609B-4C96-9A3F-8167A2BB958F}"/>
                </a:ext>
              </a:extLst>
            </p:cNvPr>
            <p:cNvSpPr>
              <a:spLocks/>
            </p:cNvSpPr>
            <p:nvPr/>
          </p:nvSpPr>
          <p:spPr bwMode="auto">
            <a:xfrm>
              <a:off x="737" y="1001"/>
              <a:ext cx="67" cy="28"/>
            </a:xfrm>
            <a:custGeom>
              <a:avLst/>
              <a:gdLst>
                <a:gd name="T0" fmla="*/ 219 w 37"/>
                <a:gd name="T1" fmla="*/ 86 h 16"/>
                <a:gd name="T2" fmla="*/ 0 w 37"/>
                <a:gd name="T3" fmla="*/ 65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7" h="16">
                  <a:moveTo>
                    <a:pt x="37" y="16"/>
                  </a:moveTo>
                  <a:cubicBezTo>
                    <a:pt x="29" y="2"/>
                    <a:pt x="6" y="0"/>
                    <a:pt x="0" y="12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205" name="Oval 503">
              <a:extLst>
                <a:ext uri="{FF2B5EF4-FFF2-40B4-BE49-F238E27FC236}">
                  <a16:creationId xmlns:a16="http://schemas.microsoft.com/office/drawing/2014/main" id="{56CC170B-1173-42D4-B293-BDF846185F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4" y="1026"/>
              <a:ext cx="7" cy="7"/>
            </a:xfrm>
            <a:prstGeom prst="ellipse">
              <a:avLst/>
            </a:prstGeom>
            <a:solidFill>
              <a:srgbClr val="E5AF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206" name="Freeform 504">
              <a:extLst>
                <a:ext uri="{FF2B5EF4-FFF2-40B4-BE49-F238E27FC236}">
                  <a16:creationId xmlns:a16="http://schemas.microsoft.com/office/drawing/2014/main" id="{0640A589-9A08-4917-BEA3-A1053CA749A9}"/>
                </a:ext>
              </a:extLst>
            </p:cNvPr>
            <p:cNvSpPr>
              <a:spLocks/>
            </p:cNvSpPr>
            <p:nvPr/>
          </p:nvSpPr>
          <p:spPr bwMode="auto">
            <a:xfrm>
              <a:off x="733" y="1026"/>
              <a:ext cx="9" cy="3"/>
            </a:xfrm>
            <a:custGeom>
              <a:avLst/>
              <a:gdLst>
                <a:gd name="T0" fmla="*/ 29 w 5"/>
                <a:gd name="T1" fmla="*/ 8 h 2"/>
                <a:gd name="T2" fmla="*/ 0 w 5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">
                  <a:moveTo>
                    <a:pt x="5" y="2"/>
                  </a:moveTo>
                  <a:cubicBezTo>
                    <a:pt x="3" y="1"/>
                    <a:pt x="1" y="1"/>
                    <a:pt x="0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207" name="Freeform 505">
              <a:extLst>
                <a:ext uri="{FF2B5EF4-FFF2-40B4-BE49-F238E27FC236}">
                  <a16:creationId xmlns:a16="http://schemas.microsoft.com/office/drawing/2014/main" id="{201FDE91-F612-4E80-B511-FE5B973852DC}"/>
                </a:ext>
              </a:extLst>
            </p:cNvPr>
            <p:cNvSpPr>
              <a:spLocks/>
            </p:cNvSpPr>
            <p:nvPr/>
          </p:nvSpPr>
          <p:spPr bwMode="auto">
            <a:xfrm>
              <a:off x="739" y="1024"/>
              <a:ext cx="9" cy="2"/>
            </a:xfrm>
            <a:custGeom>
              <a:avLst/>
              <a:gdLst>
                <a:gd name="T0" fmla="*/ 29 w 5"/>
                <a:gd name="T1" fmla="*/ 8 h 1"/>
                <a:gd name="T2" fmla="*/ 0 w 5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">
                  <a:moveTo>
                    <a:pt x="5" y="1"/>
                  </a:moveTo>
                  <a:cubicBezTo>
                    <a:pt x="3" y="1"/>
                    <a:pt x="2" y="0"/>
                    <a:pt x="0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208" name="Freeform 506">
              <a:extLst>
                <a:ext uri="{FF2B5EF4-FFF2-40B4-BE49-F238E27FC236}">
                  <a16:creationId xmlns:a16="http://schemas.microsoft.com/office/drawing/2014/main" id="{0CC62F48-A1F9-4B90-8568-36F3E1372872}"/>
                </a:ext>
              </a:extLst>
            </p:cNvPr>
            <p:cNvSpPr>
              <a:spLocks/>
            </p:cNvSpPr>
            <p:nvPr/>
          </p:nvSpPr>
          <p:spPr bwMode="auto">
            <a:xfrm>
              <a:off x="744" y="1020"/>
              <a:ext cx="7" cy="2"/>
            </a:xfrm>
            <a:custGeom>
              <a:avLst/>
              <a:gdLst>
                <a:gd name="T0" fmla="*/ 21 w 4"/>
                <a:gd name="T1" fmla="*/ 8 h 1"/>
                <a:gd name="T2" fmla="*/ 0 w 4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4" y="1"/>
                  </a:moveTo>
                  <a:cubicBezTo>
                    <a:pt x="3" y="1"/>
                    <a:pt x="1" y="0"/>
                    <a:pt x="0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209" name="Freeform 507">
              <a:extLst>
                <a:ext uri="{FF2B5EF4-FFF2-40B4-BE49-F238E27FC236}">
                  <a16:creationId xmlns:a16="http://schemas.microsoft.com/office/drawing/2014/main" id="{55884031-B96F-4825-84B1-F8F630536F27}"/>
                </a:ext>
              </a:extLst>
            </p:cNvPr>
            <p:cNvSpPr>
              <a:spLocks/>
            </p:cNvSpPr>
            <p:nvPr/>
          </p:nvSpPr>
          <p:spPr bwMode="auto">
            <a:xfrm>
              <a:off x="921" y="975"/>
              <a:ext cx="83" cy="35"/>
            </a:xfrm>
            <a:custGeom>
              <a:avLst/>
              <a:gdLst>
                <a:gd name="T0" fmla="*/ 271 w 46"/>
                <a:gd name="T1" fmla="*/ 118 h 19"/>
                <a:gd name="T2" fmla="*/ 0 w 46"/>
                <a:gd name="T3" fmla="*/ 98 h 19"/>
                <a:gd name="T4" fmla="*/ 23 w 46"/>
                <a:gd name="T5" fmla="*/ 105 h 19"/>
                <a:gd name="T6" fmla="*/ 271 w 46"/>
                <a:gd name="T7" fmla="*/ 118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6" h="19">
                  <a:moveTo>
                    <a:pt x="46" y="19"/>
                  </a:moveTo>
                  <a:cubicBezTo>
                    <a:pt x="36" y="0"/>
                    <a:pt x="0" y="16"/>
                    <a:pt x="0" y="16"/>
                  </a:cubicBezTo>
                  <a:cubicBezTo>
                    <a:pt x="0" y="16"/>
                    <a:pt x="0" y="19"/>
                    <a:pt x="4" y="17"/>
                  </a:cubicBezTo>
                  <a:cubicBezTo>
                    <a:pt x="7" y="16"/>
                    <a:pt x="32" y="5"/>
                    <a:pt x="46" y="19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210" name="Freeform 508">
              <a:extLst>
                <a:ext uri="{FF2B5EF4-FFF2-40B4-BE49-F238E27FC236}">
                  <a16:creationId xmlns:a16="http://schemas.microsoft.com/office/drawing/2014/main" id="{FBEAE357-C9A9-4C3A-9A51-B5EBD982A952}"/>
                </a:ext>
              </a:extLst>
            </p:cNvPr>
            <p:cNvSpPr>
              <a:spLocks/>
            </p:cNvSpPr>
            <p:nvPr/>
          </p:nvSpPr>
          <p:spPr bwMode="auto">
            <a:xfrm>
              <a:off x="914" y="1010"/>
              <a:ext cx="84" cy="43"/>
            </a:xfrm>
            <a:custGeom>
              <a:avLst/>
              <a:gdLst>
                <a:gd name="T0" fmla="*/ 268 w 47"/>
                <a:gd name="T1" fmla="*/ 70 h 24"/>
                <a:gd name="T2" fmla="*/ 122 w 47"/>
                <a:gd name="T3" fmla="*/ 29 h 24"/>
                <a:gd name="T4" fmla="*/ 29 w 47"/>
                <a:gd name="T5" fmla="*/ 116 h 24"/>
                <a:gd name="T6" fmla="*/ 109 w 47"/>
                <a:gd name="T7" fmla="*/ 131 h 24"/>
                <a:gd name="T8" fmla="*/ 268 w 47"/>
                <a:gd name="T9" fmla="*/ 70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24">
                  <a:moveTo>
                    <a:pt x="47" y="12"/>
                  </a:moveTo>
                  <a:cubicBezTo>
                    <a:pt x="47" y="12"/>
                    <a:pt x="34" y="0"/>
                    <a:pt x="21" y="5"/>
                  </a:cubicBezTo>
                  <a:cubicBezTo>
                    <a:pt x="8" y="10"/>
                    <a:pt x="0" y="17"/>
                    <a:pt x="5" y="20"/>
                  </a:cubicBezTo>
                  <a:cubicBezTo>
                    <a:pt x="9" y="23"/>
                    <a:pt x="15" y="21"/>
                    <a:pt x="19" y="23"/>
                  </a:cubicBezTo>
                  <a:cubicBezTo>
                    <a:pt x="23" y="24"/>
                    <a:pt x="43" y="20"/>
                    <a:pt x="47" y="12"/>
                  </a:cubicBezTo>
                  <a:close/>
                </a:path>
              </a:pathLst>
            </a:custGeom>
            <a:solidFill>
              <a:srgbClr val="603A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211" name="Freeform 509">
              <a:extLst>
                <a:ext uri="{FF2B5EF4-FFF2-40B4-BE49-F238E27FC236}">
                  <a16:creationId xmlns:a16="http://schemas.microsoft.com/office/drawing/2014/main" id="{3C0F12E7-1779-4BBA-A889-AAE07E0FB706}"/>
                </a:ext>
              </a:extLst>
            </p:cNvPr>
            <p:cNvSpPr>
              <a:spLocks/>
            </p:cNvSpPr>
            <p:nvPr/>
          </p:nvSpPr>
          <p:spPr bwMode="auto">
            <a:xfrm>
              <a:off x="921" y="1018"/>
              <a:ext cx="70" cy="31"/>
            </a:xfrm>
            <a:custGeom>
              <a:avLst/>
              <a:gdLst>
                <a:gd name="T0" fmla="*/ 226 w 39"/>
                <a:gd name="T1" fmla="*/ 44 h 17"/>
                <a:gd name="T2" fmla="*/ 117 w 39"/>
                <a:gd name="T3" fmla="*/ 7 h 17"/>
                <a:gd name="T4" fmla="*/ 23 w 39"/>
                <a:gd name="T5" fmla="*/ 60 h 17"/>
                <a:gd name="T6" fmla="*/ 29 w 39"/>
                <a:gd name="T7" fmla="*/ 86 h 17"/>
                <a:gd name="T8" fmla="*/ 102 w 39"/>
                <a:gd name="T9" fmla="*/ 97 h 17"/>
                <a:gd name="T10" fmla="*/ 226 w 39"/>
                <a:gd name="T11" fmla="*/ 44 h 1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9" h="17">
                  <a:moveTo>
                    <a:pt x="39" y="7"/>
                  </a:moveTo>
                  <a:cubicBezTo>
                    <a:pt x="34" y="4"/>
                    <a:pt x="30" y="0"/>
                    <a:pt x="20" y="1"/>
                  </a:cubicBezTo>
                  <a:cubicBezTo>
                    <a:pt x="10" y="3"/>
                    <a:pt x="6" y="9"/>
                    <a:pt x="4" y="10"/>
                  </a:cubicBezTo>
                  <a:cubicBezTo>
                    <a:pt x="0" y="11"/>
                    <a:pt x="2" y="14"/>
                    <a:pt x="5" y="14"/>
                  </a:cubicBezTo>
                  <a:cubicBezTo>
                    <a:pt x="7" y="15"/>
                    <a:pt x="14" y="15"/>
                    <a:pt x="18" y="16"/>
                  </a:cubicBezTo>
                  <a:cubicBezTo>
                    <a:pt x="21" y="17"/>
                    <a:pt x="32" y="13"/>
                    <a:pt x="39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212" name="Freeform 510">
              <a:extLst>
                <a:ext uri="{FF2B5EF4-FFF2-40B4-BE49-F238E27FC236}">
                  <a16:creationId xmlns:a16="http://schemas.microsoft.com/office/drawing/2014/main" id="{43454534-18E3-4ACE-934C-5C4C24F4F99A}"/>
                </a:ext>
              </a:extLst>
            </p:cNvPr>
            <p:cNvSpPr>
              <a:spLocks/>
            </p:cNvSpPr>
            <p:nvPr/>
          </p:nvSpPr>
          <p:spPr bwMode="auto">
            <a:xfrm>
              <a:off x="944" y="1020"/>
              <a:ext cx="27" cy="27"/>
            </a:xfrm>
            <a:custGeom>
              <a:avLst/>
              <a:gdLst>
                <a:gd name="T0" fmla="*/ 41 w 15"/>
                <a:gd name="T1" fmla="*/ 0 h 15"/>
                <a:gd name="T2" fmla="*/ 74 w 15"/>
                <a:gd name="T3" fmla="*/ 7 h 15"/>
                <a:gd name="T4" fmla="*/ 88 w 15"/>
                <a:gd name="T5" fmla="*/ 41 h 15"/>
                <a:gd name="T6" fmla="*/ 65 w 15"/>
                <a:gd name="T7" fmla="*/ 81 h 15"/>
                <a:gd name="T8" fmla="*/ 41 w 15"/>
                <a:gd name="T9" fmla="*/ 88 h 15"/>
                <a:gd name="T10" fmla="*/ 0 w 15"/>
                <a:gd name="T11" fmla="*/ 41 h 15"/>
                <a:gd name="T12" fmla="*/ 16 w 15"/>
                <a:gd name="T13" fmla="*/ 7 h 15"/>
                <a:gd name="T14" fmla="*/ 41 w 15"/>
                <a:gd name="T15" fmla="*/ 0 h 1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5" h="15">
                  <a:moveTo>
                    <a:pt x="7" y="0"/>
                  </a:moveTo>
                  <a:cubicBezTo>
                    <a:pt x="11" y="0"/>
                    <a:pt x="11" y="0"/>
                    <a:pt x="13" y="1"/>
                  </a:cubicBezTo>
                  <a:cubicBezTo>
                    <a:pt x="14" y="2"/>
                    <a:pt x="15" y="4"/>
                    <a:pt x="15" y="7"/>
                  </a:cubicBezTo>
                  <a:cubicBezTo>
                    <a:pt x="15" y="10"/>
                    <a:pt x="14" y="12"/>
                    <a:pt x="11" y="14"/>
                  </a:cubicBezTo>
                  <a:cubicBezTo>
                    <a:pt x="10" y="14"/>
                    <a:pt x="8" y="15"/>
                    <a:pt x="7" y="15"/>
                  </a:cubicBezTo>
                  <a:cubicBezTo>
                    <a:pt x="3" y="14"/>
                    <a:pt x="1" y="11"/>
                    <a:pt x="0" y="7"/>
                  </a:cubicBezTo>
                  <a:cubicBezTo>
                    <a:pt x="0" y="5"/>
                    <a:pt x="2" y="3"/>
                    <a:pt x="3" y="1"/>
                  </a:cubicBezTo>
                  <a:cubicBezTo>
                    <a:pt x="5" y="1"/>
                    <a:pt x="6" y="0"/>
                    <a:pt x="7" y="0"/>
                  </a:cubicBezTo>
                </a:path>
              </a:pathLst>
            </a:custGeom>
            <a:solidFill>
              <a:srgbClr val="2A100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213" name="Freeform 511">
              <a:extLst>
                <a:ext uri="{FF2B5EF4-FFF2-40B4-BE49-F238E27FC236}">
                  <a16:creationId xmlns:a16="http://schemas.microsoft.com/office/drawing/2014/main" id="{F5F6E9B5-62A3-4389-9CD7-77780A4C3C94}"/>
                </a:ext>
              </a:extLst>
            </p:cNvPr>
            <p:cNvSpPr>
              <a:spLocks/>
            </p:cNvSpPr>
            <p:nvPr/>
          </p:nvSpPr>
          <p:spPr bwMode="auto">
            <a:xfrm>
              <a:off x="921" y="1017"/>
              <a:ext cx="70" cy="32"/>
            </a:xfrm>
            <a:custGeom>
              <a:avLst/>
              <a:gdLst>
                <a:gd name="T0" fmla="*/ 226 w 39"/>
                <a:gd name="T1" fmla="*/ 44 h 18"/>
                <a:gd name="T2" fmla="*/ 117 w 39"/>
                <a:gd name="T3" fmla="*/ 12 h 18"/>
                <a:gd name="T4" fmla="*/ 23 w 39"/>
                <a:gd name="T5" fmla="*/ 64 h 18"/>
                <a:gd name="T6" fmla="*/ 29 w 39"/>
                <a:gd name="T7" fmla="*/ 85 h 18"/>
                <a:gd name="T8" fmla="*/ 102 w 39"/>
                <a:gd name="T9" fmla="*/ 94 h 18"/>
                <a:gd name="T10" fmla="*/ 226 w 39"/>
                <a:gd name="T11" fmla="*/ 44 h 1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9" h="18">
                  <a:moveTo>
                    <a:pt x="39" y="8"/>
                  </a:moveTo>
                  <a:cubicBezTo>
                    <a:pt x="34" y="5"/>
                    <a:pt x="30" y="0"/>
                    <a:pt x="20" y="2"/>
                  </a:cubicBezTo>
                  <a:cubicBezTo>
                    <a:pt x="10" y="4"/>
                    <a:pt x="6" y="10"/>
                    <a:pt x="4" y="11"/>
                  </a:cubicBezTo>
                  <a:cubicBezTo>
                    <a:pt x="0" y="12"/>
                    <a:pt x="2" y="15"/>
                    <a:pt x="5" y="15"/>
                  </a:cubicBezTo>
                  <a:cubicBezTo>
                    <a:pt x="7" y="16"/>
                    <a:pt x="14" y="16"/>
                    <a:pt x="18" y="17"/>
                  </a:cubicBezTo>
                  <a:cubicBezTo>
                    <a:pt x="21" y="18"/>
                    <a:pt x="32" y="14"/>
                    <a:pt x="39" y="8"/>
                  </a:cubicBezTo>
                  <a:close/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214" name="Oval 512">
              <a:extLst>
                <a:ext uri="{FF2B5EF4-FFF2-40B4-BE49-F238E27FC236}">
                  <a16:creationId xmlns:a16="http://schemas.microsoft.com/office/drawing/2014/main" id="{4FC28E81-A128-4BF0-9487-12F79B62B0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55" y="1029"/>
              <a:ext cx="7" cy="7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215" name="Oval 513">
              <a:extLst>
                <a:ext uri="{FF2B5EF4-FFF2-40B4-BE49-F238E27FC236}">
                  <a16:creationId xmlns:a16="http://schemas.microsoft.com/office/drawing/2014/main" id="{5C012C28-4935-44C4-948A-1ECCDC21E8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55" y="1029"/>
              <a:ext cx="7" cy="7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216" name="Freeform 514">
              <a:extLst>
                <a:ext uri="{FF2B5EF4-FFF2-40B4-BE49-F238E27FC236}">
                  <a16:creationId xmlns:a16="http://schemas.microsoft.com/office/drawing/2014/main" id="{1A9864B6-1FC7-4DB6-A7D3-AA3D717E1279}"/>
                </a:ext>
              </a:extLst>
            </p:cNvPr>
            <p:cNvSpPr>
              <a:spLocks/>
            </p:cNvSpPr>
            <p:nvPr/>
          </p:nvSpPr>
          <p:spPr bwMode="auto">
            <a:xfrm>
              <a:off x="924" y="1001"/>
              <a:ext cx="69" cy="28"/>
            </a:xfrm>
            <a:custGeom>
              <a:avLst/>
              <a:gdLst>
                <a:gd name="T0" fmla="*/ 0 w 38"/>
                <a:gd name="T1" fmla="*/ 86 h 16"/>
                <a:gd name="T2" fmla="*/ 227 w 38"/>
                <a:gd name="T3" fmla="*/ 65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8" h="16">
                  <a:moveTo>
                    <a:pt x="0" y="16"/>
                  </a:moveTo>
                  <a:cubicBezTo>
                    <a:pt x="9" y="2"/>
                    <a:pt x="32" y="0"/>
                    <a:pt x="38" y="12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217" name="Oval 515">
              <a:extLst>
                <a:ext uri="{FF2B5EF4-FFF2-40B4-BE49-F238E27FC236}">
                  <a16:creationId xmlns:a16="http://schemas.microsoft.com/office/drawing/2014/main" id="{001D9A1B-8E16-4E8D-A069-0344F5122A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59" y="1026"/>
              <a:ext cx="7" cy="7"/>
            </a:xfrm>
            <a:prstGeom prst="ellipse">
              <a:avLst/>
            </a:prstGeom>
            <a:solidFill>
              <a:srgbClr val="E5AF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218" name="Freeform 516">
              <a:extLst>
                <a:ext uri="{FF2B5EF4-FFF2-40B4-BE49-F238E27FC236}">
                  <a16:creationId xmlns:a16="http://schemas.microsoft.com/office/drawing/2014/main" id="{5218219E-BA8E-4748-A8E0-EE72A3B5697D}"/>
                </a:ext>
              </a:extLst>
            </p:cNvPr>
            <p:cNvSpPr>
              <a:spLocks/>
            </p:cNvSpPr>
            <p:nvPr/>
          </p:nvSpPr>
          <p:spPr bwMode="auto">
            <a:xfrm>
              <a:off x="987" y="1026"/>
              <a:ext cx="9" cy="3"/>
            </a:xfrm>
            <a:custGeom>
              <a:avLst/>
              <a:gdLst>
                <a:gd name="T0" fmla="*/ 0 w 5"/>
                <a:gd name="T1" fmla="*/ 8 h 2"/>
                <a:gd name="T2" fmla="*/ 29 w 5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">
                  <a:moveTo>
                    <a:pt x="0" y="2"/>
                  </a:moveTo>
                  <a:cubicBezTo>
                    <a:pt x="2" y="1"/>
                    <a:pt x="3" y="1"/>
                    <a:pt x="5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219" name="Freeform 517">
              <a:extLst>
                <a:ext uri="{FF2B5EF4-FFF2-40B4-BE49-F238E27FC236}">
                  <a16:creationId xmlns:a16="http://schemas.microsoft.com/office/drawing/2014/main" id="{974BF18E-338E-4533-B29D-0D6062DB82CD}"/>
                </a:ext>
              </a:extLst>
            </p:cNvPr>
            <p:cNvSpPr>
              <a:spLocks/>
            </p:cNvSpPr>
            <p:nvPr/>
          </p:nvSpPr>
          <p:spPr bwMode="auto">
            <a:xfrm>
              <a:off x="982" y="1024"/>
              <a:ext cx="7" cy="2"/>
            </a:xfrm>
            <a:custGeom>
              <a:avLst/>
              <a:gdLst>
                <a:gd name="T0" fmla="*/ 0 w 4"/>
                <a:gd name="T1" fmla="*/ 8 h 1"/>
                <a:gd name="T2" fmla="*/ 21 w 4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0" y="1"/>
                  </a:moveTo>
                  <a:cubicBezTo>
                    <a:pt x="2" y="1"/>
                    <a:pt x="3" y="0"/>
                    <a:pt x="4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220" name="Freeform 518">
              <a:extLst>
                <a:ext uri="{FF2B5EF4-FFF2-40B4-BE49-F238E27FC236}">
                  <a16:creationId xmlns:a16="http://schemas.microsoft.com/office/drawing/2014/main" id="{30701F6D-C9F1-4087-9964-44206E696D15}"/>
                </a:ext>
              </a:extLst>
            </p:cNvPr>
            <p:cNvSpPr>
              <a:spLocks/>
            </p:cNvSpPr>
            <p:nvPr/>
          </p:nvSpPr>
          <p:spPr bwMode="auto">
            <a:xfrm>
              <a:off x="977" y="1020"/>
              <a:ext cx="9" cy="2"/>
            </a:xfrm>
            <a:custGeom>
              <a:avLst/>
              <a:gdLst>
                <a:gd name="T0" fmla="*/ 0 w 5"/>
                <a:gd name="T1" fmla="*/ 8 h 1"/>
                <a:gd name="T2" fmla="*/ 29 w 5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">
                  <a:moveTo>
                    <a:pt x="0" y="1"/>
                  </a:moveTo>
                  <a:cubicBezTo>
                    <a:pt x="2" y="1"/>
                    <a:pt x="3" y="0"/>
                    <a:pt x="5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221" name="Freeform 519">
              <a:extLst>
                <a:ext uri="{FF2B5EF4-FFF2-40B4-BE49-F238E27FC236}">
                  <a16:creationId xmlns:a16="http://schemas.microsoft.com/office/drawing/2014/main" id="{936D847A-6498-4085-8AED-F864B4179E75}"/>
                </a:ext>
              </a:extLst>
            </p:cNvPr>
            <p:cNvSpPr>
              <a:spLocks/>
            </p:cNvSpPr>
            <p:nvPr/>
          </p:nvSpPr>
          <p:spPr bwMode="auto">
            <a:xfrm>
              <a:off x="825" y="1101"/>
              <a:ext cx="80" cy="40"/>
            </a:xfrm>
            <a:custGeom>
              <a:avLst/>
              <a:gdLst>
                <a:gd name="T0" fmla="*/ 247 w 44"/>
                <a:gd name="T1" fmla="*/ 0 h 22"/>
                <a:gd name="T2" fmla="*/ 227 w 44"/>
                <a:gd name="T3" fmla="*/ 82 h 22"/>
                <a:gd name="T4" fmla="*/ 191 w 44"/>
                <a:gd name="T5" fmla="*/ 82 h 22"/>
                <a:gd name="T6" fmla="*/ 145 w 44"/>
                <a:gd name="T7" fmla="*/ 118 h 22"/>
                <a:gd name="T8" fmla="*/ 125 w 44"/>
                <a:gd name="T9" fmla="*/ 125 h 22"/>
                <a:gd name="T10" fmla="*/ 80 w 44"/>
                <a:gd name="T11" fmla="*/ 82 h 22"/>
                <a:gd name="T12" fmla="*/ 44 w 44"/>
                <a:gd name="T13" fmla="*/ 80 h 22"/>
                <a:gd name="T14" fmla="*/ 24 w 44"/>
                <a:gd name="T15" fmla="*/ 7 h 22"/>
                <a:gd name="T16" fmla="*/ 24 w 44"/>
                <a:gd name="T17" fmla="*/ 49 h 22"/>
                <a:gd name="T18" fmla="*/ 60 w 44"/>
                <a:gd name="T19" fmla="*/ 82 h 22"/>
                <a:gd name="T20" fmla="*/ 96 w 44"/>
                <a:gd name="T21" fmla="*/ 96 h 22"/>
                <a:gd name="T22" fmla="*/ 182 w 44"/>
                <a:gd name="T23" fmla="*/ 89 h 22"/>
                <a:gd name="T24" fmla="*/ 205 w 44"/>
                <a:gd name="T25" fmla="*/ 82 h 22"/>
                <a:gd name="T26" fmla="*/ 235 w 44"/>
                <a:gd name="T27" fmla="*/ 60 h 22"/>
                <a:gd name="T28" fmla="*/ 247 w 44"/>
                <a:gd name="T29" fmla="*/ 0 h 22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44" h="22">
                  <a:moveTo>
                    <a:pt x="41" y="0"/>
                  </a:moveTo>
                  <a:cubicBezTo>
                    <a:pt x="44" y="5"/>
                    <a:pt x="41" y="8"/>
                    <a:pt x="38" y="14"/>
                  </a:cubicBezTo>
                  <a:cubicBezTo>
                    <a:pt x="35" y="17"/>
                    <a:pt x="34" y="14"/>
                    <a:pt x="32" y="14"/>
                  </a:cubicBezTo>
                  <a:cubicBezTo>
                    <a:pt x="30" y="15"/>
                    <a:pt x="28" y="19"/>
                    <a:pt x="24" y="20"/>
                  </a:cubicBezTo>
                  <a:cubicBezTo>
                    <a:pt x="22" y="21"/>
                    <a:pt x="22" y="21"/>
                    <a:pt x="21" y="21"/>
                  </a:cubicBezTo>
                  <a:cubicBezTo>
                    <a:pt x="17" y="19"/>
                    <a:pt x="14" y="15"/>
                    <a:pt x="13" y="14"/>
                  </a:cubicBezTo>
                  <a:cubicBezTo>
                    <a:pt x="10" y="13"/>
                    <a:pt x="9" y="17"/>
                    <a:pt x="7" y="13"/>
                  </a:cubicBezTo>
                  <a:cubicBezTo>
                    <a:pt x="4" y="8"/>
                    <a:pt x="0" y="1"/>
                    <a:pt x="4" y="1"/>
                  </a:cubicBezTo>
                  <a:cubicBezTo>
                    <a:pt x="4" y="1"/>
                    <a:pt x="2" y="2"/>
                    <a:pt x="4" y="8"/>
                  </a:cubicBezTo>
                  <a:cubicBezTo>
                    <a:pt x="7" y="13"/>
                    <a:pt x="8" y="15"/>
                    <a:pt x="10" y="14"/>
                  </a:cubicBezTo>
                  <a:cubicBezTo>
                    <a:pt x="13" y="13"/>
                    <a:pt x="13" y="12"/>
                    <a:pt x="16" y="16"/>
                  </a:cubicBezTo>
                  <a:cubicBezTo>
                    <a:pt x="21" y="22"/>
                    <a:pt x="24" y="21"/>
                    <a:pt x="30" y="15"/>
                  </a:cubicBezTo>
                  <a:cubicBezTo>
                    <a:pt x="32" y="13"/>
                    <a:pt x="33" y="14"/>
                    <a:pt x="34" y="14"/>
                  </a:cubicBezTo>
                  <a:cubicBezTo>
                    <a:pt x="35" y="14"/>
                    <a:pt x="38" y="14"/>
                    <a:pt x="39" y="10"/>
                  </a:cubicBezTo>
                  <a:cubicBezTo>
                    <a:pt x="41" y="7"/>
                    <a:pt x="43" y="5"/>
                    <a:pt x="41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222" name="Freeform 520">
              <a:extLst>
                <a:ext uri="{FF2B5EF4-FFF2-40B4-BE49-F238E27FC236}">
                  <a16:creationId xmlns:a16="http://schemas.microsoft.com/office/drawing/2014/main" id="{A8619C16-63B2-4ABC-8847-73927E80AC73}"/>
                </a:ext>
              </a:extLst>
            </p:cNvPr>
            <p:cNvSpPr>
              <a:spLocks/>
            </p:cNvSpPr>
            <p:nvPr/>
          </p:nvSpPr>
          <p:spPr bwMode="auto">
            <a:xfrm>
              <a:off x="978" y="1108"/>
              <a:ext cx="103" cy="585"/>
            </a:xfrm>
            <a:custGeom>
              <a:avLst/>
              <a:gdLst>
                <a:gd name="T0" fmla="*/ 130 w 57"/>
                <a:gd name="T1" fmla="*/ 0 h 325"/>
                <a:gd name="T2" fmla="*/ 76 w 57"/>
                <a:gd name="T3" fmla="*/ 146 h 325"/>
                <a:gd name="T4" fmla="*/ 110 w 57"/>
                <a:gd name="T5" fmla="*/ 365 h 325"/>
                <a:gd name="T6" fmla="*/ 81 w 57"/>
                <a:gd name="T7" fmla="*/ 677 h 325"/>
                <a:gd name="T8" fmla="*/ 146 w 57"/>
                <a:gd name="T9" fmla="*/ 1013 h 325"/>
                <a:gd name="T10" fmla="*/ 125 w 57"/>
                <a:gd name="T11" fmla="*/ 1325 h 325"/>
                <a:gd name="T12" fmla="*/ 146 w 57"/>
                <a:gd name="T13" fmla="*/ 1532 h 325"/>
                <a:gd name="T14" fmla="*/ 130 w 57"/>
                <a:gd name="T15" fmla="*/ 1692 h 325"/>
                <a:gd name="T16" fmla="*/ 183 w 57"/>
                <a:gd name="T17" fmla="*/ 1895 h 325"/>
                <a:gd name="T18" fmla="*/ 211 w 57"/>
                <a:gd name="T19" fmla="*/ 1714 h 325"/>
                <a:gd name="T20" fmla="*/ 211 w 57"/>
                <a:gd name="T21" fmla="*/ 1532 h 325"/>
                <a:gd name="T22" fmla="*/ 228 w 57"/>
                <a:gd name="T23" fmla="*/ 1336 h 325"/>
                <a:gd name="T24" fmla="*/ 199 w 57"/>
                <a:gd name="T25" fmla="*/ 1028 h 325"/>
                <a:gd name="T26" fmla="*/ 177 w 57"/>
                <a:gd name="T27" fmla="*/ 657 h 325"/>
                <a:gd name="T28" fmla="*/ 226 w 57"/>
                <a:gd name="T29" fmla="*/ 401 h 325"/>
                <a:gd name="T30" fmla="*/ 170 w 57"/>
                <a:gd name="T31" fmla="*/ 7 h 325"/>
                <a:gd name="T32" fmla="*/ 130 w 57"/>
                <a:gd name="T33" fmla="*/ 0 h 32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57" h="325">
                  <a:moveTo>
                    <a:pt x="22" y="0"/>
                  </a:moveTo>
                  <a:cubicBezTo>
                    <a:pt x="13" y="25"/>
                    <a:pt x="13" y="25"/>
                    <a:pt x="13" y="25"/>
                  </a:cubicBezTo>
                  <a:cubicBezTo>
                    <a:pt x="13" y="25"/>
                    <a:pt x="11" y="56"/>
                    <a:pt x="19" y="63"/>
                  </a:cubicBezTo>
                  <a:cubicBezTo>
                    <a:pt x="19" y="63"/>
                    <a:pt x="0" y="97"/>
                    <a:pt x="14" y="116"/>
                  </a:cubicBezTo>
                  <a:cubicBezTo>
                    <a:pt x="14" y="116"/>
                    <a:pt x="6" y="154"/>
                    <a:pt x="25" y="174"/>
                  </a:cubicBezTo>
                  <a:cubicBezTo>
                    <a:pt x="25" y="174"/>
                    <a:pt x="4" y="208"/>
                    <a:pt x="21" y="227"/>
                  </a:cubicBezTo>
                  <a:cubicBezTo>
                    <a:pt x="21" y="227"/>
                    <a:pt x="14" y="248"/>
                    <a:pt x="25" y="263"/>
                  </a:cubicBezTo>
                  <a:cubicBezTo>
                    <a:pt x="25" y="263"/>
                    <a:pt x="16" y="278"/>
                    <a:pt x="22" y="290"/>
                  </a:cubicBezTo>
                  <a:cubicBezTo>
                    <a:pt x="29" y="302"/>
                    <a:pt x="40" y="314"/>
                    <a:pt x="31" y="325"/>
                  </a:cubicBezTo>
                  <a:cubicBezTo>
                    <a:pt x="31" y="325"/>
                    <a:pt x="43" y="308"/>
                    <a:pt x="36" y="294"/>
                  </a:cubicBezTo>
                  <a:cubicBezTo>
                    <a:pt x="28" y="281"/>
                    <a:pt x="49" y="272"/>
                    <a:pt x="36" y="263"/>
                  </a:cubicBezTo>
                  <a:cubicBezTo>
                    <a:pt x="36" y="263"/>
                    <a:pt x="52" y="243"/>
                    <a:pt x="39" y="229"/>
                  </a:cubicBezTo>
                  <a:cubicBezTo>
                    <a:pt x="39" y="229"/>
                    <a:pt x="56" y="198"/>
                    <a:pt x="34" y="176"/>
                  </a:cubicBezTo>
                  <a:cubicBezTo>
                    <a:pt x="34" y="176"/>
                    <a:pt x="50" y="122"/>
                    <a:pt x="30" y="113"/>
                  </a:cubicBezTo>
                  <a:cubicBezTo>
                    <a:pt x="30" y="113"/>
                    <a:pt x="57" y="85"/>
                    <a:pt x="38" y="69"/>
                  </a:cubicBezTo>
                  <a:cubicBezTo>
                    <a:pt x="38" y="69"/>
                    <a:pt x="53" y="16"/>
                    <a:pt x="29" y="1"/>
                  </a:cubicBezTo>
                  <a:cubicBezTo>
                    <a:pt x="29" y="1"/>
                    <a:pt x="25" y="3"/>
                    <a:pt x="2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223" name="Freeform 521">
              <a:extLst>
                <a:ext uri="{FF2B5EF4-FFF2-40B4-BE49-F238E27FC236}">
                  <a16:creationId xmlns:a16="http://schemas.microsoft.com/office/drawing/2014/main" id="{60858176-8F41-4CB5-B7D5-374A7D3AC664}"/>
                </a:ext>
              </a:extLst>
            </p:cNvPr>
            <p:cNvSpPr>
              <a:spLocks/>
            </p:cNvSpPr>
            <p:nvPr/>
          </p:nvSpPr>
          <p:spPr bwMode="auto">
            <a:xfrm>
              <a:off x="640" y="1107"/>
              <a:ext cx="104" cy="586"/>
            </a:xfrm>
            <a:custGeom>
              <a:avLst/>
              <a:gdLst>
                <a:gd name="T0" fmla="*/ 210 w 58"/>
                <a:gd name="T1" fmla="*/ 0 h 326"/>
                <a:gd name="T2" fmla="*/ 260 w 58"/>
                <a:gd name="T3" fmla="*/ 146 h 326"/>
                <a:gd name="T4" fmla="*/ 226 w 58"/>
                <a:gd name="T5" fmla="*/ 372 h 326"/>
                <a:gd name="T6" fmla="*/ 255 w 58"/>
                <a:gd name="T7" fmla="*/ 678 h 326"/>
                <a:gd name="T8" fmla="*/ 183 w 58"/>
                <a:gd name="T9" fmla="*/ 1017 h 326"/>
                <a:gd name="T10" fmla="*/ 210 w 58"/>
                <a:gd name="T11" fmla="*/ 1325 h 326"/>
                <a:gd name="T12" fmla="*/ 183 w 58"/>
                <a:gd name="T13" fmla="*/ 1535 h 326"/>
                <a:gd name="T14" fmla="*/ 203 w 58"/>
                <a:gd name="T15" fmla="*/ 1690 h 326"/>
                <a:gd name="T16" fmla="*/ 151 w 58"/>
                <a:gd name="T17" fmla="*/ 1893 h 326"/>
                <a:gd name="T18" fmla="*/ 126 w 58"/>
                <a:gd name="T19" fmla="*/ 1713 h 326"/>
                <a:gd name="T20" fmla="*/ 122 w 58"/>
                <a:gd name="T21" fmla="*/ 1535 h 326"/>
                <a:gd name="T22" fmla="*/ 102 w 58"/>
                <a:gd name="T23" fmla="*/ 1334 h 326"/>
                <a:gd name="T24" fmla="*/ 133 w 58"/>
                <a:gd name="T25" fmla="*/ 1028 h 326"/>
                <a:gd name="T26" fmla="*/ 154 w 58"/>
                <a:gd name="T27" fmla="*/ 661 h 326"/>
                <a:gd name="T28" fmla="*/ 109 w 58"/>
                <a:gd name="T29" fmla="*/ 406 h 326"/>
                <a:gd name="T30" fmla="*/ 161 w 58"/>
                <a:gd name="T31" fmla="*/ 13 h 326"/>
                <a:gd name="T32" fmla="*/ 210 w 58"/>
                <a:gd name="T33" fmla="*/ 0 h 32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58" h="326">
                  <a:moveTo>
                    <a:pt x="36" y="0"/>
                  </a:moveTo>
                  <a:cubicBezTo>
                    <a:pt x="45" y="25"/>
                    <a:pt x="45" y="25"/>
                    <a:pt x="45" y="25"/>
                  </a:cubicBezTo>
                  <a:cubicBezTo>
                    <a:pt x="45" y="25"/>
                    <a:pt x="46" y="57"/>
                    <a:pt x="39" y="64"/>
                  </a:cubicBezTo>
                  <a:cubicBezTo>
                    <a:pt x="39" y="64"/>
                    <a:pt x="58" y="98"/>
                    <a:pt x="44" y="117"/>
                  </a:cubicBezTo>
                  <a:cubicBezTo>
                    <a:pt x="44" y="117"/>
                    <a:pt x="51" y="155"/>
                    <a:pt x="32" y="175"/>
                  </a:cubicBezTo>
                  <a:cubicBezTo>
                    <a:pt x="32" y="175"/>
                    <a:pt x="54" y="209"/>
                    <a:pt x="36" y="228"/>
                  </a:cubicBezTo>
                  <a:cubicBezTo>
                    <a:pt x="36" y="228"/>
                    <a:pt x="43" y="249"/>
                    <a:pt x="32" y="264"/>
                  </a:cubicBezTo>
                  <a:cubicBezTo>
                    <a:pt x="32" y="264"/>
                    <a:pt x="42" y="279"/>
                    <a:pt x="35" y="291"/>
                  </a:cubicBezTo>
                  <a:cubicBezTo>
                    <a:pt x="28" y="303"/>
                    <a:pt x="18" y="315"/>
                    <a:pt x="26" y="326"/>
                  </a:cubicBezTo>
                  <a:cubicBezTo>
                    <a:pt x="26" y="326"/>
                    <a:pt x="14" y="309"/>
                    <a:pt x="22" y="295"/>
                  </a:cubicBezTo>
                  <a:cubicBezTo>
                    <a:pt x="29" y="282"/>
                    <a:pt x="8" y="273"/>
                    <a:pt x="21" y="264"/>
                  </a:cubicBezTo>
                  <a:cubicBezTo>
                    <a:pt x="21" y="264"/>
                    <a:pt x="5" y="244"/>
                    <a:pt x="18" y="230"/>
                  </a:cubicBezTo>
                  <a:cubicBezTo>
                    <a:pt x="18" y="230"/>
                    <a:pt x="1" y="199"/>
                    <a:pt x="23" y="177"/>
                  </a:cubicBezTo>
                  <a:cubicBezTo>
                    <a:pt x="23" y="177"/>
                    <a:pt x="8" y="123"/>
                    <a:pt x="27" y="114"/>
                  </a:cubicBezTo>
                  <a:cubicBezTo>
                    <a:pt x="27" y="114"/>
                    <a:pt x="0" y="86"/>
                    <a:pt x="19" y="70"/>
                  </a:cubicBezTo>
                  <a:cubicBezTo>
                    <a:pt x="19" y="70"/>
                    <a:pt x="5" y="17"/>
                    <a:pt x="28" y="2"/>
                  </a:cubicBezTo>
                  <a:cubicBezTo>
                    <a:pt x="28" y="2"/>
                    <a:pt x="33" y="4"/>
                    <a:pt x="3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</p:grpSp>
      <p:grpSp>
        <p:nvGrpSpPr>
          <p:cNvPr id="30727" name="Full-body-prepubescent-male-child">
            <a:extLst>
              <a:ext uri="{FF2B5EF4-FFF2-40B4-BE49-F238E27FC236}">
                <a16:creationId xmlns:a16="http://schemas.microsoft.com/office/drawing/2014/main" id="{4946A19C-1EF7-46B0-9628-D27944A89726}"/>
              </a:ext>
            </a:extLst>
          </p:cNvPr>
          <p:cNvGrpSpPr>
            <a:grpSpLocks/>
          </p:cNvGrpSpPr>
          <p:nvPr/>
        </p:nvGrpSpPr>
        <p:grpSpPr bwMode="auto">
          <a:xfrm>
            <a:off x="6553200" y="1177925"/>
            <a:ext cx="1477963" cy="5273675"/>
            <a:chOff x="3212" y="714"/>
            <a:chExt cx="931" cy="3322"/>
          </a:xfrm>
        </p:grpSpPr>
        <p:grpSp>
          <p:nvGrpSpPr>
            <p:cNvPr id="30864" name="Group 523">
              <a:extLst>
                <a:ext uri="{FF2B5EF4-FFF2-40B4-BE49-F238E27FC236}">
                  <a16:creationId xmlns:a16="http://schemas.microsoft.com/office/drawing/2014/main" id="{BFE2EC03-8888-47D2-ADA5-E4D30FA4347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212" y="741"/>
              <a:ext cx="931" cy="3295"/>
              <a:chOff x="3212" y="741"/>
              <a:chExt cx="931" cy="3295"/>
            </a:xfrm>
          </p:grpSpPr>
          <p:sp>
            <p:nvSpPr>
              <p:cNvPr id="30870" name="Freeform 524">
                <a:extLst>
                  <a:ext uri="{FF2B5EF4-FFF2-40B4-BE49-F238E27FC236}">
                    <a16:creationId xmlns:a16="http://schemas.microsoft.com/office/drawing/2014/main" id="{9FB6CD30-996D-4650-A7E5-56CA914C0F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2" y="1155"/>
                <a:ext cx="931" cy="2881"/>
              </a:xfrm>
              <a:custGeom>
                <a:avLst/>
                <a:gdLst>
                  <a:gd name="T0" fmla="*/ 3339 w 486"/>
                  <a:gd name="T1" fmla="*/ 3643 h 1519"/>
                  <a:gd name="T2" fmla="*/ 3122 w 486"/>
                  <a:gd name="T3" fmla="*/ 1155 h 1519"/>
                  <a:gd name="T4" fmla="*/ 2209 w 486"/>
                  <a:gd name="T5" fmla="*/ 389 h 1519"/>
                  <a:gd name="T6" fmla="*/ 1372 w 486"/>
                  <a:gd name="T7" fmla="*/ 40 h 1519"/>
                  <a:gd name="T8" fmla="*/ 745 w 486"/>
                  <a:gd name="T9" fmla="*/ 518 h 1519"/>
                  <a:gd name="T10" fmla="*/ 48 w 486"/>
                  <a:gd name="T11" fmla="*/ 2496 h 1519"/>
                  <a:gd name="T12" fmla="*/ 40 w 486"/>
                  <a:gd name="T13" fmla="*/ 4269 h 1519"/>
                  <a:gd name="T14" fmla="*/ 232 w 486"/>
                  <a:gd name="T15" fmla="*/ 4967 h 1519"/>
                  <a:gd name="T16" fmla="*/ 437 w 486"/>
                  <a:gd name="T17" fmla="*/ 5051 h 1519"/>
                  <a:gd name="T18" fmla="*/ 400 w 486"/>
                  <a:gd name="T19" fmla="*/ 4715 h 1519"/>
                  <a:gd name="T20" fmla="*/ 554 w 486"/>
                  <a:gd name="T21" fmla="*/ 4838 h 1519"/>
                  <a:gd name="T22" fmla="*/ 598 w 486"/>
                  <a:gd name="T23" fmla="*/ 4360 h 1519"/>
                  <a:gd name="T24" fmla="*/ 458 w 486"/>
                  <a:gd name="T25" fmla="*/ 3767 h 1519"/>
                  <a:gd name="T26" fmla="*/ 745 w 486"/>
                  <a:gd name="T27" fmla="*/ 1741 h 1519"/>
                  <a:gd name="T28" fmla="*/ 877 w 486"/>
                  <a:gd name="T29" fmla="*/ 2824 h 1519"/>
                  <a:gd name="T30" fmla="*/ 682 w 486"/>
                  <a:gd name="T31" fmla="*/ 4055 h 1519"/>
                  <a:gd name="T32" fmla="*/ 638 w 486"/>
                  <a:gd name="T33" fmla="*/ 4597 h 1519"/>
                  <a:gd name="T34" fmla="*/ 730 w 486"/>
                  <a:gd name="T35" fmla="*/ 6422 h 1519"/>
                  <a:gd name="T36" fmla="*/ 851 w 486"/>
                  <a:gd name="T37" fmla="*/ 8683 h 1519"/>
                  <a:gd name="T38" fmla="*/ 621 w 486"/>
                  <a:gd name="T39" fmla="*/ 9749 h 1519"/>
                  <a:gd name="T40" fmla="*/ 429 w 486"/>
                  <a:gd name="T41" fmla="*/ 10126 h 1519"/>
                  <a:gd name="T42" fmla="*/ 605 w 486"/>
                  <a:gd name="T43" fmla="*/ 10255 h 1519"/>
                  <a:gd name="T44" fmla="*/ 845 w 486"/>
                  <a:gd name="T45" fmla="*/ 10363 h 1519"/>
                  <a:gd name="T46" fmla="*/ 1054 w 486"/>
                  <a:gd name="T47" fmla="*/ 10134 h 1519"/>
                  <a:gd name="T48" fmla="*/ 1230 w 486"/>
                  <a:gd name="T49" fmla="*/ 9817 h 1519"/>
                  <a:gd name="T50" fmla="*/ 1291 w 486"/>
                  <a:gd name="T51" fmla="*/ 9343 h 1519"/>
                  <a:gd name="T52" fmla="*/ 1398 w 486"/>
                  <a:gd name="T53" fmla="*/ 7579 h 1519"/>
                  <a:gd name="T54" fmla="*/ 1490 w 486"/>
                  <a:gd name="T55" fmla="*/ 6242 h 1519"/>
                  <a:gd name="T56" fmla="*/ 1688 w 486"/>
                  <a:gd name="T57" fmla="*/ 4914 h 1519"/>
                  <a:gd name="T58" fmla="*/ 1728 w 486"/>
                  <a:gd name="T59" fmla="*/ 4914 h 1519"/>
                  <a:gd name="T60" fmla="*/ 1927 w 486"/>
                  <a:gd name="T61" fmla="*/ 6242 h 1519"/>
                  <a:gd name="T62" fmla="*/ 2025 w 486"/>
                  <a:gd name="T63" fmla="*/ 7579 h 1519"/>
                  <a:gd name="T64" fmla="*/ 2128 w 486"/>
                  <a:gd name="T65" fmla="*/ 9343 h 1519"/>
                  <a:gd name="T66" fmla="*/ 2188 w 486"/>
                  <a:gd name="T67" fmla="*/ 9817 h 1519"/>
                  <a:gd name="T68" fmla="*/ 2364 w 486"/>
                  <a:gd name="T69" fmla="*/ 10134 h 1519"/>
                  <a:gd name="T70" fmla="*/ 2573 w 486"/>
                  <a:gd name="T71" fmla="*/ 10363 h 1519"/>
                  <a:gd name="T72" fmla="*/ 2810 w 486"/>
                  <a:gd name="T73" fmla="*/ 10255 h 1519"/>
                  <a:gd name="T74" fmla="*/ 2986 w 486"/>
                  <a:gd name="T75" fmla="*/ 10126 h 1519"/>
                  <a:gd name="T76" fmla="*/ 2797 w 486"/>
                  <a:gd name="T77" fmla="*/ 9749 h 1519"/>
                  <a:gd name="T78" fmla="*/ 2573 w 486"/>
                  <a:gd name="T79" fmla="*/ 8683 h 1519"/>
                  <a:gd name="T80" fmla="*/ 2693 w 486"/>
                  <a:gd name="T81" fmla="*/ 6422 h 1519"/>
                  <a:gd name="T82" fmla="*/ 2785 w 486"/>
                  <a:gd name="T83" fmla="*/ 4597 h 1519"/>
                  <a:gd name="T84" fmla="*/ 2734 w 486"/>
                  <a:gd name="T85" fmla="*/ 4055 h 1519"/>
                  <a:gd name="T86" fmla="*/ 2540 w 486"/>
                  <a:gd name="T87" fmla="*/ 2824 h 1519"/>
                  <a:gd name="T88" fmla="*/ 2678 w 486"/>
                  <a:gd name="T89" fmla="*/ 1741 h 1519"/>
                  <a:gd name="T90" fmla="*/ 2958 w 486"/>
                  <a:gd name="T91" fmla="*/ 3767 h 1519"/>
                  <a:gd name="T92" fmla="*/ 2818 w 486"/>
                  <a:gd name="T93" fmla="*/ 4360 h 1519"/>
                  <a:gd name="T94" fmla="*/ 2862 w 486"/>
                  <a:gd name="T95" fmla="*/ 4838 h 1519"/>
                  <a:gd name="T96" fmla="*/ 3017 w 486"/>
                  <a:gd name="T97" fmla="*/ 4715 h 1519"/>
                  <a:gd name="T98" fmla="*/ 2979 w 486"/>
                  <a:gd name="T99" fmla="*/ 5051 h 1519"/>
                  <a:gd name="T100" fmla="*/ 3186 w 486"/>
                  <a:gd name="T101" fmla="*/ 4967 h 1519"/>
                  <a:gd name="T102" fmla="*/ 3375 w 486"/>
                  <a:gd name="T103" fmla="*/ 4269 h 1519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0" t="0" r="r" b="b"/>
                <a:pathLst>
                  <a:path w="486" h="1519">
                    <a:moveTo>
                      <a:pt x="480" y="626"/>
                    </a:moveTo>
                    <a:cubicBezTo>
                      <a:pt x="474" y="600"/>
                      <a:pt x="472" y="564"/>
                      <a:pt x="475" y="534"/>
                    </a:cubicBezTo>
                    <a:cubicBezTo>
                      <a:pt x="483" y="469"/>
                      <a:pt x="481" y="387"/>
                      <a:pt x="479" y="366"/>
                    </a:cubicBezTo>
                    <a:cubicBezTo>
                      <a:pt x="476" y="344"/>
                      <a:pt x="452" y="247"/>
                      <a:pt x="444" y="169"/>
                    </a:cubicBezTo>
                    <a:cubicBezTo>
                      <a:pt x="436" y="90"/>
                      <a:pt x="389" y="76"/>
                      <a:pt x="380" y="76"/>
                    </a:cubicBezTo>
                    <a:cubicBezTo>
                      <a:pt x="370" y="76"/>
                      <a:pt x="345" y="65"/>
                      <a:pt x="314" y="57"/>
                    </a:cubicBezTo>
                    <a:cubicBezTo>
                      <a:pt x="293" y="51"/>
                      <a:pt x="291" y="20"/>
                      <a:pt x="292" y="0"/>
                    </a:cubicBezTo>
                    <a:cubicBezTo>
                      <a:pt x="249" y="7"/>
                      <a:pt x="195" y="6"/>
                      <a:pt x="195" y="6"/>
                    </a:cubicBezTo>
                    <a:cubicBezTo>
                      <a:pt x="195" y="6"/>
                      <a:pt x="194" y="51"/>
                      <a:pt x="173" y="57"/>
                    </a:cubicBezTo>
                    <a:cubicBezTo>
                      <a:pt x="142" y="65"/>
                      <a:pt x="116" y="76"/>
                      <a:pt x="106" y="76"/>
                    </a:cubicBezTo>
                    <a:cubicBezTo>
                      <a:pt x="97" y="76"/>
                      <a:pt x="50" y="90"/>
                      <a:pt x="42" y="169"/>
                    </a:cubicBezTo>
                    <a:cubicBezTo>
                      <a:pt x="34" y="247"/>
                      <a:pt x="10" y="344"/>
                      <a:pt x="7" y="366"/>
                    </a:cubicBezTo>
                    <a:cubicBezTo>
                      <a:pt x="5" y="387"/>
                      <a:pt x="3" y="469"/>
                      <a:pt x="11" y="534"/>
                    </a:cubicBezTo>
                    <a:cubicBezTo>
                      <a:pt x="14" y="564"/>
                      <a:pt x="13" y="600"/>
                      <a:pt x="6" y="626"/>
                    </a:cubicBezTo>
                    <a:cubicBezTo>
                      <a:pt x="0" y="653"/>
                      <a:pt x="2" y="688"/>
                      <a:pt x="7" y="702"/>
                    </a:cubicBezTo>
                    <a:cubicBezTo>
                      <a:pt x="13" y="715"/>
                      <a:pt x="27" y="729"/>
                      <a:pt x="33" y="728"/>
                    </a:cubicBezTo>
                    <a:cubicBezTo>
                      <a:pt x="33" y="728"/>
                      <a:pt x="41" y="743"/>
                      <a:pt x="49" y="738"/>
                    </a:cubicBezTo>
                    <a:cubicBezTo>
                      <a:pt x="49" y="738"/>
                      <a:pt x="57" y="744"/>
                      <a:pt x="62" y="740"/>
                    </a:cubicBezTo>
                    <a:cubicBezTo>
                      <a:pt x="66" y="735"/>
                      <a:pt x="62" y="719"/>
                      <a:pt x="59" y="717"/>
                    </a:cubicBezTo>
                    <a:cubicBezTo>
                      <a:pt x="57" y="715"/>
                      <a:pt x="56" y="698"/>
                      <a:pt x="57" y="691"/>
                    </a:cubicBezTo>
                    <a:cubicBezTo>
                      <a:pt x="58" y="685"/>
                      <a:pt x="56" y="668"/>
                      <a:pt x="66" y="657"/>
                    </a:cubicBezTo>
                    <a:cubicBezTo>
                      <a:pt x="66" y="657"/>
                      <a:pt x="62" y="702"/>
                      <a:pt x="79" y="709"/>
                    </a:cubicBezTo>
                    <a:cubicBezTo>
                      <a:pt x="79" y="709"/>
                      <a:pt x="84" y="706"/>
                      <a:pt x="83" y="692"/>
                    </a:cubicBezTo>
                    <a:cubicBezTo>
                      <a:pt x="82" y="685"/>
                      <a:pt x="86" y="644"/>
                      <a:pt x="85" y="639"/>
                    </a:cubicBezTo>
                    <a:cubicBezTo>
                      <a:pt x="85" y="634"/>
                      <a:pt x="82" y="623"/>
                      <a:pt x="71" y="606"/>
                    </a:cubicBezTo>
                    <a:cubicBezTo>
                      <a:pt x="60" y="589"/>
                      <a:pt x="62" y="569"/>
                      <a:pt x="65" y="552"/>
                    </a:cubicBezTo>
                    <a:cubicBezTo>
                      <a:pt x="68" y="534"/>
                      <a:pt x="74" y="425"/>
                      <a:pt x="75" y="400"/>
                    </a:cubicBezTo>
                    <a:cubicBezTo>
                      <a:pt x="76" y="375"/>
                      <a:pt x="103" y="274"/>
                      <a:pt x="106" y="255"/>
                    </a:cubicBezTo>
                    <a:cubicBezTo>
                      <a:pt x="109" y="250"/>
                      <a:pt x="109" y="250"/>
                      <a:pt x="109" y="250"/>
                    </a:cubicBezTo>
                    <a:cubicBezTo>
                      <a:pt x="107" y="304"/>
                      <a:pt x="124" y="382"/>
                      <a:pt x="125" y="414"/>
                    </a:cubicBezTo>
                    <a:cubicBezTo>
                      <a:pt x="125" y="449"/>
                      <a:pt x="117" y="511"/>
                      <a:pt x="110" y="534"/>
                    </a:cubicBezTo>
                    <a:cubicBezTo>
                      <a:pt x="105" y="551"/>
                      <a:pt x="99" y="581"/>
                      <a:pt x="97" y="594"/>
                    </a:cubicBezTo>
                    <a:cubicBezTo>
                      <a:pt x="96" y="594"/>
                      <a:pt x="96" y="594"/>
                      <a:pt x="96" y="594"/>
                    </a:cubicBezTo>
                    <a:cubicBezTo>
                      <a:pt x="96" y="594"/>
                      <a:pt x="90" y="636"/>
                      <a:pt x="91" y="674"/>
                    </a:cubicBezTo>
                    <a:cubicBezTo>
                      <a:pt x="91" y="695"/>
                      <a:pt x="83" y="766"/>
                      <a:pt x="94" y="818"/>
                    </a:cubicBezTo>
                    <a:cubicBezTo>
                      <a:pt x="105" y="871"/>
                      <a:pt x="107" y="903"/>
                      <a:pt x="104" y="941"/>
                    </a:cubicBezTo>
                    <a:cubicBezTo>
                      <a:pt x="100" y="978"/>
                      <a:pt x="107" y="1014"/>
                      <a:pt x="106" y="1049"/>
                    </a:cubicBezTo>
                    <a:cubicBezTo>
                      <a:pt x="105" y="1085"/>
                      <a:pt x="104" y="1197"/>
                      <a:pt x="121" y="1273"/>
                    </a:cubicBezTo>
                    <a:cubicBezTo>
                      <a:pt x="137" y="1349"/>
                      <a:pt x="111" y="1382"/>
                      <a:pt x="111" y="1382"/>
                    </a:cubicBezTo>
                    <a:cubicBezTo>
                      <a:pt x="111" y="1382"/>
                      <a:pt x="94" y="1410"/>
                      <a:pt x="88" y="1429"/>
                    </a:cubicBezTo>
                    <a:cubicBezTo>
                      <a:pt x="84" y="1441"/>
                      <a:pt x="75" y="1444"/>
                      <a:pt x="71" y="1453"/>
                    </a:cubicBezTo>
                    <a:cubicBezTo>
                      <a:pt x="68" y="1461"/>
                      <a:pt x="56" y="1467"/>
                      <a:pt x="61" y="1484"/>
                    </a:cubicBezTo>
                    <a:cubicBezTo>
                      <a:pt x="61" y="1484"/>
                      <a:pt x="64" y="1501"/>
                      <a:pt x="72" y="1495"/>
                    </a:cubicBezTo>
                    <a:cubicBezTo>
                      <a:pt x="72" y="1495"/>
                      <a:pt x="78" y="1507"/>
                      <a:pt x="86" y="1503"/>
                    </a:cubicBezTo>
                    <a:cubicBezTo>
                      <a:pt x="86" y="1503"/>
                      <a:pt x="96" y="1515"/>
                      <a:pt x="103" y="1505"/>
                    </a:cubicBezTo>
                    <a:cubicBezTo>
                      <a:pt x="103" y="1505"/>
                      <a:pt x="101" y="1519"/>
                      <a:pt x="120" y="1519"/>
                    </a:cubicBezTo>
                    <a:cubicBezTo>
                      <a:pt x="139" y="1519"/>
                      <a:pt x="141" y="1510"/>
                      <a:pt x="141" y="1498"/>
                    </a:cubicBezTo>
                    <a:cubicBezTo>
                      <a:pt x="141" y="1486"/>
                      <a:pt x="150" y="1485"/>
                      <a:pt x="150" y="1485"/>
                    </a:cubicBezTo>
                    <a:cubicBezTo>
                      <a:pt x="150" y="1485"/>
                      <a:pt x="164" y="1475"/>
                      <a:pt x="165" y="1462"/>
                    </a:cubicBezTo>
                    <a:cubicBezTo>
                      <a:pt x="165" y="1449"/>
                      <a:pt x="175" y="1439"/>
                      <a:pt x="175" y="1439"/>
                    </a:cubicBezTo>
                    <a:cubicBezTo>
                      <a:pt x="175" y="1439"/>
                      <a:pt x="188" y="1434"/>
                      <a:pt x="181" y="1402"/>
                    </a:cubicBezTo>
                    <a:cubicBezTo>
                      <a:pt x="181" y="1402"/>
                      <a:pt x="187" y="1385"/>
                      <a:pt x="184" y="1369"/>
                    </a:cubicBezTo>
                    <a:cubicBezTo>
                      <a:pt x="180" y="1353"/>
                      <a:pt x="184" y="1300"/>
                      <a:pt x="186" y="1281"/>
                    </a:cubicBezTo>
                    <a:cubicBezTo>
                      <a:pt x="188" y="1261"/>
                      <a:pt x="205" y="1154"/>
                      <a:pt x="199" y="1111"/>
                    </a:cubicBezTo>
                    <a:cubicBezTo>
                      <a:pt x="189" y="1040"/>
                      <a:pt x="209" y="1017"/>
                      <a:pt x="210" y="983"/>
                    </a:cubicBezTo>
                    <a:cubicBezTo>
                      <a:pt x="210" y="983"/>
                      <a:pt x="214" y="946"/>
                      <a:pt x="212" y="915"/>
                    </a:cubicBezTo>
                    <a:cubicBezTo>
                      <a:pt x="210" y="884"/>
                      <a:pt x="218" y="850"/>
                      <a:pt x="224" y="811"/>
                    </a:cubicBezTo>
                    <a:cubicBezTo>
                      <a:pt x="229" y="772"/>
                      <a:pt x="233" y="734"/>
                      <a:pt x="240" y="720"/>
                    </a:cubicBezTo>
                    <a:cubicBezTo>
                      <a:pt x="242" y="716"/>
                      <a:pt x="244" y="710"/>
                      <a:pt x="245" y="704"/>
                    </a:cubicBezTo>
                    <a:cubicBezTo>
                      <a:pt x="246" y="714"/>
                      <a:pt x="246" y="720"/>
                      <a:pt x="246" y="720"/>
                    </a:cubicBezTo>
                    <a:cubicBezTo>
                      <a:pt x="248" y="736"/>
                      <a:pt x="257" y="772"/>
                      <a:pt x="262" y="811"/>
                    </a:cubicBezTo>
                    <a:cubicBezTo>
                      <a:pt x="268" y="850"/>
                      <a:pt x="276" y="884"/>
                      <a:pt x="274" y="915"/>
                    </a:cubicBezTo>
                    <a:cubicBezTo>
                      <a:pt x="272" y="946"/>
                      <a:pt x="276" y="983"/>
                      <a:pt x="276" y="983"/>
                    </a:cubicBezTo>
                    <a:cubicBezTo>
                      <a:pt x="278" y="1017"/>
                      <a:pt x="297" y="1040"/>
                      <a:pt x="288" y="1111"/>
                    </a:cubicBezTo>
                    <a:cubicBezTo>
                      <a:pt x="282" y="1154"/>
                      <a:pt x="299" y="1261"/>
                      <a:pt x="300" y="1281"/>
                    </a:cubicBezTo>
                    <a:cubicBezTo>
                      <a:pt x="302" y="1300"/>
                      <a:pt x="306" y="1353"/>
                      <a:pt x="303" y="1369"/>
                    </a:cubicBezTo>
                    <a:cubicBezTo>
                      <a:pt x="299" y="1385"/>
                      <a:pt x="305" y="1402"/>
                      <a:pt x="305" y="1402"/>
                    </a:cubicBezTo>
                    <a:cubicBezTo>
                      <a:pt x="299" y="1434"/>
                      <a:pt x="311" y="1439"/>
                      <a:pt x="311" y="1439"/>
                    </a:cubicBezTo>
                    <a:cubicBezTo>
                      <a:pt x="311" y="1439"/>
                      <a:pt x="321" y="1449"/>
                      <a:pt x="322" y="1462"/>
                    </a:cubicBezTo>
                    <a:cubicBezTo>
                      <a:pt x="322" y="1475"/>
                      <a:pt x="336" y="1485"/>
                      <a:pt x="336" y="1485"/>
                    </a:cubicBezTo>
                    <a:cubicBezTo>
                      <a:pt x="336" y="1485"/>
                      <a:pt x="345" y="1486"/>
                      <a:pt x="345" y="1498"/>
                    </a:cubicBezTo>
                    <a:cubicBezTo>
                      <a:pt x="345" y="1510"/>
                      <a:pt x="347" y="1519"/>
                      <a:pt x="366" y="1519"/>
                    </a:cubicBezTo>
                    <a:cubicBezTo>
                      <a:pt x="385" y="1519"/>
                      <a:pt x="383" y="1505"/>
                      <a:pt x="383" y="1505"/>
                    </a:cubicBezTo>
                    <a:cubicBezTo>
                      <a:pt x="390" y="1515"/>
                      <a:pt x="400" y="1503"/>
                      <a:pt x="400" y="1503"/>
                    </a:cubicBezTo>
                    <a:cubicBezTo>
                      <a:pt x="408" y="1507"/>
                      <a:pt x="415" y="1495"/>
                      <a:pt x="415" y="1495"/>
                    </a:cubicBezTo>
                    <a:cubicBezTo>
                      <a:pt x="422" y="1501"/>
                      <a:pt x="425" y="1484"/>
                      <a:pt x="425" y="1484"/>
                    </a:cubicBezTo>
                    <a:cubicBezTo>
                      <a:pt x="430" y="1467"/>
                      <a:pt x="418" y="1461"/>
                      <a:pt x="415" y="1453"/>
                    </a:cubicBezTo>
                    <a:cubicBezTo>
                      <a:pt x="411" y="1444"/>
                      <a:pt x="402" y="1441"/>
                      <a:pt x="398" y="1429"/>
                    </a:cubicBezTo>
                    <a:cubicBezTo>
                      <a:pt x="392" y="1410"/>
                      <a:pt x="376" y="1382"/>
                      <a:pt x="376" y="1382"/>
                    </a:cubicBezTo>
                    <a:cubicBezTo>
                      <a:pt x="376" y="1382"/>
                      <a:pt x="349" y="1349"/>
                      <a:pt x="366" y="1273"/>
                    </a:cubicBezTo>
                    <a:cubicBezTo>
                      <a:pt x="382" y="1197"/>
                      <a:pt x="381" y="1085"/>
                      <a:pt x="381" y="1049"/>
                    </a:cubicBezTo>
                    <a:cubicBezTo>
                      <a:pt x="380" y="1014"/>
                      <a:pt x="386" y="978"/>
                      <a:pt x="383" y="941"/>
                    </a:cubicBezTo>
                    <a:cubicBezTo>
                      <a:pt x="379" y="903"/>
                      <a:pt x="381" y="871"/>
                      <a:pt x="392" y="818"/>
                    </a:cubicBezTo>
                    <a:cubicBezTo>
                      <a:pt x="404" y="766"/>
                      <a:pt x="395" y="695"/>
                      <a:pt x="396" y="674"/>
                    </a:cubicBezTo>
                    <a:cubicBezTo>
                      <a:pt x="397" y="636"/>
                      <a:pt x="390" y="594"/>
                      <a:pt x="390" y="594"/>
                    </a:cubicBezTo>
                    <a:cubicBezTo>
                      <a:pt x="389" y="594"/>
                      <a:pt x="389" y="594"/>
                      <a:pt x="389" y="594"/>
                    </a:cubicBezTo>
                    <a:cubicBezTo>
                      <a:pt x="387" y="581"/>
                      <a:pt x="381" y="551"/>
                      <a:pt x="376" y="534"/>
                    </a:cubicBezTo>
                    <a:cubicBezTo>
                      <a:pt x="369" y="511"/>
                      <a:pt x="361" y="449"/>
                      <a:pt x="361" y="414"/>
                    </a:cubicBezTo>
                    <a:cubicBezTo>
                      <a:pt x="362" y="382"/>
                      <a:pt x="379" y="304"/>
                      <a:pt x="378" y="250"/>
                    </a:cubicBezTo>
                    <a:cubicBezTo>
                      <a:pt x="381" y="255"/>
                      <a:pt x="381" y="255"/>
                      <a:pt x="381" y="255"/>
                    </a:cubicBezTo>
                    <a:cubicBezTo>
                      <a:pt x="383" y="274"/>
                      <a:pt x="410" y="375"/>
                      <a:pt x="411" y="400"/>
                    </a:cubicBezTo>
                    <a:cubicBezTo>
                      <a:pt x="412" y="425"/>
                      <a:pt x="418" y="534"/>
                      <a:pt x="421" y="552"/>
                    </a:cubicBezTo>
                    <a:cubicBezTo>
                      <a:pt x="424" y="569"/>
                      <a:pt x="426" y="589"/>
                      <a:pt x="415" y="606"/>
                    </a:cubicBezTo>
                    <a:cubicBezTo>
                      <a:pt x="404" y="623"/>
                      <a:pt x="402" y="634"/>
                      <a:pt x="401" y="639"/>
                    </a:cubicBezTo>
                    <a:cubicBezTo>
                      <a:pt x="400" y="644"/>
                      <a:pt x="404" y="685"/>
                      <a:pt x="403" y="692"/>
                    </a:cubicBezTo>
                    <a:cubicBezTo>
                      <a:pt x="402" y="706"/>
                      <a:pt x="407" y="709"/>
                      <a:pt x="407" y="709"/>
                    </a:cubicBezTo>
                    <a:cubicBezTo>
                      <a:pt x="424" y="702"/>
                      <a:pt x="420" y="657"/>
                      <a:pt x="420" y="657"/>
                    </a:cubicBezTo>
                    <a:cubicBezTo>
                      <a:pt x="430" y="668"/>
                      <a:pt x="428" y="685"/>
                      <a:pt x="429" y="691"/>
                    </a:cubicBezTo>
                    <a:cubicBezTo>
                      <a:pt x="430" y="698"/>
                      <a:pt x="429" y="715"/>
                      <a:pt x="427" y="717"/>
                    </a:cubicBezTo>
                    <a:cubicBezTo>
                      <a:pt x="425" y="719"/>
                      <a:pt x="420" y="735"/>
                      <a:pt x="424" y="740"/>
                    </a:cubicBezTo>
                    <a:cubicBezTo>
                      <a:pt x="429" y="744"/>
                      <a:pt x="437" y="738"/>
                      <a:pt x="437" y="738"/>
                    </a:cubicBezTo>
                    <a:cubicBezTo>
                      <a:pt x="445" y="743"/>
                      <a:pt x="453" y="728"/>
                      <a:pt x="453" y="728"/>
                    </a:cubicBezTo>
                    <a:cubicBezTo>
                      <a:pt x="459" y="729"/>
                      <a:pt x="473" y="715"/>
                      <a:pt x="479" y="702"/>
                    </a:cubicBezTo>
                    <a:cubicBezTo>
                      <a:pt x="484" y="688"/>
                      <a:pt x="486" y="653"/>
                      <a:pt x="480" y="626"/>
                    </a:cubicBezTo>
                    <a:close/>
                  </a:path>
                </a:pathLst>
              </a:custGeom>
              <a:solidFill>
                <a:srgbClr val="A961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0871" name="Freeform 525">
                <a:extLst>
                  <a:ext uri="{FF2B5EF4-FFF2-40B4-BE49-F238E27FC236}">
                    <a16:creationId xmlns:a16="http://schemas.microsoft.com/office/drawing/2014/main" id="{05F41BEC-C6D4-48E2-BC22-4A5790C0E1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2" y="1155"/>
                <a:ext cx="931" cy="2881"/>
              </a:xfrm>
              <a:custGeom>
                <a:avLst/>
                <a:gdLst>
                  <a:gd name="T0" fmla="*/ 3339 w 486"/>
                  <a:gd name="T1" fmla="*/ 3643 h 1519"/>
                  <a:gd name="T2" fmla="*/ 3122 w 486"/>
                  <a:gd name="T3" fmla="*/ 1155 h 1519"/>
                  <a:gd name="T4" fmla="*/ 2209 w 486"/>
                  <a:gd name="T5" fmla="*/ 389 h 1519"/>
                  <a:gd name="T6" fmla="*/ 1372 w 486"/>
                  <a:gd name="T7" fmla="*/ 40 h 1519"/>
                  <a:gd name="T8" fmla="*/ 745 w 486"/>
                  <a:gd name="T9" fmla="*/ 518 h 1519"/>
                  <a:gd name="T10" fmla="*/ 48 w 486"/>
                  <a:gd name="T11" fmla="*/ 2496 h 1519"/>
                  <a:gd name="T12" fmla="*/ 40 w 486"/>
                  <a:gd name="T13" fmla="*/ 4269 h 1519"/>
                  <a:gd name="T14" fmla="*/ 232 w 486"/>
                  <a:gd name="T15" fmla="*/ 4967 h 1519"/>
                  <a:gd name="T16" fmla="*/ 437 w 486"/>
                  <a:gd name="T17" fmla="*/ 5051 h 1519"/>
                  <a:gd name="T18" fmla="*/ 400 w 486"/>
                  <a:gd name="T19" fmla="*/ 4715 h 1519"/>
                  <a:gd name="T20" fmla="*/ 554 w 486"/>
                  <a:gd name="T21" fmla="*/ 4838 h 1519"/>
                  <a:gd name="T22" fmla="*/ 598 w 486"/>
                  <a:gd name="T23" fmla="*/ 4360 h 1519"/>
                  <a:gd name="T24" fmla="*/ 458 w 486"/>
                  <a:gd name="T25" fmla="*/ 3767 h 1519"/>
                  <a:gd name="T26" fmla="*/ 745 w 486"/>
                  <a:gd name="T27" fmla="*/ 1741 h 1519"/>
                  <a:gd name="T28" fmla="*/ 877 w 486"/>
                  <a:gd name="T29" fmla="*/ 2824 h 1519"/>
                  <a:gd name="T30" fmla="*/ 682 w 486"/>
                  <a:gd name="T31" fmla="*/ 4055 h 1519"/>
                  <a:gd name="T32" fmla="*/ 638 w 486"/>
                  <a:gd name="T33" fmla="*/ 4597 h 1519"/>
                  <a:gd name="T34" fmla="*/ 730 w 486"/>
                  <a:gd name="T35" fmla="*/ 6422 h 1519"/>
                  <a:gd name="T36" fmla="*/ 851 w 486"/>
                  <a:gd name="T37" fmla="*/ 8683 h 1519"/>
                  <a:gd name="T38" fmla="*/ 621 w 486"/>
                  <a:gd name="T39" fmla="*/ 9749 h 1519"/>
                  <a:gd name="T40" fmla="*/ 429 w 486"/>
                  <a:gd name="T41" fmla="*/ 10126 h 1519"/>
                  <a:gd name="T42" fmla="*/ 605 w 486"/>
                  <a:gd name="T43" fmla="*/ 10255 h 1519"/>
                  <a:gd name="T44" fmla="*/ 845 w 486"/>
                  <a:gd name="T45" fmla="*/ 10363 h 1519"/>
                  <a:gd name="T46" fmla="*/ 1054 w 486"/>
                  <a:gd name="T47" fmla="*/ 10134 h 1519"/>
                  <a:gd name="T48" fmla="*/ 1230 w 486"/>
                  <a:gd name="T49" fmla="*/ 9817 h 1519"/>
                  <a:gd name="T50" fmla="*/ 1291 w 486"/>
                  <a:gd name="T51" fmla="*/ 9343 h 1519"/>
                  <a:gd name="T52" fmla="*/ 1398 w 486"/>
                  <a:gd name="T53" fmla="*/ 7579 h 1519"/>
                  <a:gd name="T54" fmla="*/ 1490 w 486"/>
                  <a:gd name="T55" fmla="*/ 6242 h 1519"/>
                  <a:gd name="T56" fmla="*/ 1688 w 486"/>
                  <a:gd name="T57" fmla="*/ 4914 h 1519"/>
                  <a:gd name="T58" fmla="*/ 1728 w 486"/>
                  <a:gd name="T59" fmla="*/ 4914 h 1519"/>
                  <a:gd name="T60" fmla="*/ 1927 w 486"/>
                  <a:gd name="T61" fmla="*/ 6242 h 1519"/>
                  <a:gd name="T62" fmla="*/ 2025 w 486"/>
                  <a:gd name="T63" fmla="*/ 7579 h 1519"/>
                  <a:gd name="T64" fmla="*/ 2128 w 486"/>
                  <a:gd name="T65" fmla="*/ 9343 h 1519"/>
                  <a:gd name="T66" fmla="*/ 2188 w 486"/>
                  <a:gd name="T67" fmla="*/ 9817 h 1519"/>
                  <a:gd name="T68" fmla="*/ 2364 w 486"/>
                  <a:gd name="T69" fmla="*/ 10134 h 1519"/>
                  <a:gd name="T70" fmla="*/ 2573 w 486"/>
                  <a:gd name="T71" fmla="*/ 10363 h 1519"/>
                  <a:gd name="T72" fmla="*/ 2810 w 486"/>
                  <a:gd name="T73" fmla="*/ 10255 h 1519"/>
                  <a:gd name="T74" fmla="*/ 2986 w 486"/>
                  <a:gd name="T75" fmla="*/ 10126 h 1519"/>
                  <a:gd name="T76" fmla="*/ 2797 w 486"/>
                  <a:gd name="T77" fmla="*/ 9749 h 1519"/>
                  <a:gd name="T78" fmla="*/ 2573 w 486"/>
                  <a:gd name="T79" fmla="*/ 8683 h 1519"/>
                  <a:gd name="T80" fmla="*/ 2693 w 486"/>
                  <a:gd name="T81" fmla="*/ 6422 h 1519"/>
                  <a:gd name="T82" fmla="*/ 2785 w 486"/>
                  <a:gd name="T83" fmla="*/ 4597 h 1519"/>
                  <a:gd name="T84" fmla="*/ 2734 w 486"/>
                  <a:gd name="T85" fmla="*/ 4055 h 1519"/>
                  <a:gd name="T86" fmla="*/ 2540 w 486"/>
                  <a:gd name="T87" fmla="*/ 2824 h 1519"/>
                  <a:gd name="T88" fmla="*/ 2678 w 486"/>
                  <a:gd name="T89" fmla="*/ 1741 h 1519"/>
                  <a:gd name="T90" fmla="*/ 2958 w 486"/>
                  <a:gd name="T91" fmla="*/ 3767 h 1519"/>
                  <a:gd name="T92" fmla="*/ 2818 w 486"/>
                  <a:gd name="T93" fmla="*/ 4360 h 1519"/>
                  <a:gd name="T94" fmla="*/ 2862 w 486"/>
                  <a:gd name="T95" fmla="*/ 4838 h 1519"/>
                  <a:gd name="T96" fmla="*/ 3017 w 486"/>
                  <a:gd name="T97" fmla="*/ 4715 h 1519"/>
                  <a:gd name="T98" fmla="*/ 2979 w 486"/>
                  <a:gd name="T99" fmla="*/ 5051 h 1519"/>
                  <a:gd name="T100" fmla="*/ 3186 w 486"/>
                  <a:gd name="T101" fmla="*/ 4967 h 1519"/>
                  <a:gd name="T102" fmla="*/ 3375 w 486"/>
                  <a:gd name="T103" fmla="*/ 4269 h 1519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0" t="0" r="r" b="b"/>
                <a:pathLst>
                  <a:path w="486" h="1519">
                    <a:moveTo>
                      <a:pt x="480" y="626"/>
                    </a:moveTo>
                    <a:cubicBezTo>
                      <a:pt x="474" y="600"/>
                      <a:pt x="472" y="564"/>
                      <a:pt x="475" y="534"/>
                    </a:cubicBezTo>
                    <a:cubicBezTo>
                      <a:pt x="483" y="469"/>
                      <a:pt x="481" y="387"/>
                      <a:pt x="479" y="366"/>
                    </a:cubicBezTo>
                    <a:cubicBezTo>
                      <a:pt x="476" y="344"/>
                      <a:pt x="452" y="247"/>
                      <a:pt x="444" y="169"/>
                    </a:cubicBezTo>
                    <a:cubicBezTo>
                      <a:pt x="436" y="90"/>
                      <a:pt x="389" y="76"/>
                      <a:pt x="380" y="76"/>
                    </a:cubicBezTo>
                    <a:cubicBezTo>
                      <a:pt x="370" y="76"/>
                      <a:pt x="345" y="65"/>
                      <a:pt x="314" y="57"/>
                    </a:cubicBezTo>
                    <a:cubicBezTo>
                      <a:pt x="293" y="51"/>
                      <a:pt x="291" y="20"/>
                      <a:pt x="292" y="0"/>
                    </a:cubicBezTo>
                    <a:cubicBezTo>
                      <a:pt x="249" y="7"/>
                      <a:pt x="195" y="6"/>
                      <a:pt x="195" y="6"/>
                    </a:cubicBezTo>
                    <a:cubicBezTo>
                      <a:pt x="195" y="6"/>
                      <a:pt x="194" y="51"/>
                      <a:pt x="173" y="57"/>
                    </a:cubicBezTo>
                    <a:cubicBezTo>
                      <a:pt x="142" y="65"/>
                      <a:pt x="116" y="76"/>
                      <a:pt x="106" y="76"/>
                    </a:cubicBezTo>
                    <a:cubicBezTo>
                      <a:pt x="97" y="76"/>
                      <a:pt x="50" y="90"/>
                      <a:pt x="42" y="169"/>
                    </a:cubicBezTo>
                    <a:cubicBezTo>
                      <a:pt x="34" y="247"/>
                      <a:pt x="10" y="344"/>
                      <a:pt x="7" y="366"/>
                    </a:cubicBezTo>
                    <a:cubicBezTo>
                      <a:pt x="5" y="387"/>
                      <a:pt x="3" y="469"/>
                      <a:pt x="11" y="534"/>
                    </a:cubicBezTo>
                    <a:cubicBezTo>
                      <a:pt x="14" y="564"/>
                      <a:pt x="13" y="600"/>
                      <a:pt x="6" y="626"/>
                    </a:cubicBezTo>
                    <a:cubicBezTo>
                      <a:pt x="0" y="653"/>
                      <a:pt x="2" y="688"/>
                      <a:pt x="7" y="702"/>
                    </a:cubicBezTo>
                    <a:cubicBezTo>
                      <a:pt x="13" y="715"/>
                      <a:pt x="27" y="729"/>
                      <a:pt x="33" y="728"/>
                    </a:cubicBezTo>
                    <a:cubicBezTo>
                      <a:pt x="33" y="728"/>
                      <a:pt x="41" y="743"/>
                      <a:pt x="49" y="738"/>
                    </a:cubicBezTo>
                    <a:cubicBezTo>
                      <a:pt x="49" y="738"/>
                      <a:pt x="57" y="744"/>
                      <a:pt x="62" y="740"/>
                    </a:cubicBezTo>
                    <a:cubicBezTo>
                      <a:pt x="66" y="735"/>
                      <a:pt x="62" y="719"/>
                      <a:pt x="59" y="717"/>
                    </a:cubicBezTo>
                    <a:cubicBezTo>
                      <a:pt x="57" y="715"/>
                      <a:pt x="56" y="698"/>
                      <a:pt x="57" y="691"/>
                    </a:cubicBezTo>
                    <a:cubicBezTo>
                      <a:pt x="58" y="685"/>
                      <a:pt x="56" y="668"/>
                      <a:pt x="66" y="657"/>
                    </a:cubicBezTo>
                    <a:cubicBezTo>
                      <a:pt x="66" y="657"/>
                      <a:pt x="62" y="702"/>
                      <a:pt x="79" y="709"/>
                    </a:cubicBezTo>
                    <a:cubicBezTo>
                      <a:pt x="79" y="709"/>
                      <a:pt x="84" y="706"/>
                      <a:pt x="83" y="692"/>
                    </a:cubicBezTo>
                    <a:cubicBezTo>
                      <a:pt x="82" y="685"/>
                      <a:pt x="86" y="644"/>
                      <a:pt x="85" y="639"/>
                    </a:cubicBezTo>
                    <a:cubicBezTo>
                      <a:pt x="85" y="634"/>
                      <a:pt x="82" y="623"/>
                      <a:pt x="71" y="606"/>
                    </a:cubicBezTo>
                    <a:cubicBezTo>
                      <a:pt x="60" y="589"/>
                      <a:pt x="62" y="569"/>
                      <a:pt x="65" y="552"/>
                    </a:cubicBezTo>
                    <a:cubicBezTo>
                      <a:pt x="68" y="534"/>
                      <a:pt x="74" y="425"/>
                      <a:pt x="75" y="400"/>
                    </a:cubicBezTo>
                    <a:cubicBezTo>
                      <a:pt x="76" y="375"/>
                      <a:pt x="103" y="274"/>
                      <a:pt x="106" y="255"/>
                    </a:cubicBezTo>
                    <a:cubicBezTo>
                      <a:pt x="109" y="250"/>
                      <a:pt x="109" y="250"/>
                      <a:pt x="109" y="250"/>
                    </a:cubicBezTo>
                    <a:cubicBezTo>
                      <a:pt x="107" y="304"/>
                      <a:pt x="124" y="382"/>
                      <a:pt x="125" y="414"/>
                    </a:cubicBezTo>
                    <a:cubicBezTo>
                      <a:pt x="125" y="449"/>
                      <a:pt x="117" y="511"/>
                      <a:pt x="110" y="534"/>
                    </a:cubicBezTo>
                    <a:cubicBezTo>
                      <a:pt x="105" y="551"/>
                      <a:pt x="99" y="581"/>
                      <a:pt x="97" y="594"/>
                    </a:cubicBezTo>
                    <a:cubicBezTo>
                      <a:pt x="96" y="594"/>
                      <a:pt x="96" y="594"/>
                      <a:pt x="96" y="594"/>
                    </a:cubicBezTo>
                    <a:cubicBezTo>
                      <a:pt x="96" y="594"/>
                      <a:pt x="90" y="636"/>
                      <a:pt x="91" y="674"/>
                    </a:cubicBezTo>
                    <a:cubicBezTo>
                      <a:pt x="91" y="695"/>
                      <a:pt x="83" y="766"/>
                      <a:pt x="94" y="818"/>
                    </a:cubicBezTo>
                    <a:cubicBezTo>
                      <a:pt x="105" y="871"/>
                      <a:pt x="107" y="903"/>
                      <a:pt x="104" y="941"/>
                    </a:cubicBezTo>
                    <a:cubicBezTo>
                      <a:pt x="100" y="978"/>
                      <a:pt x="107" y="1014"/>
                      <a:pt x="106" y="1049"/>
                    </a:cubicBezTo>
                    <a:cubicBezTo>
                      <a:pt x="105" y="1085"/>
                      <a:pt x="104" y="1197"/>
                      <a:pt x="121" y="1273"/>
                    </a:cubicBezTo>
                    <a:cubicBezTo>
                      <a:pt x="137" y="1349"/>
                      <a:pt x="111" y="1382"/>
                      <a:pt x="111" y="1382"/>
                    </a:cubicBezTo>
                    <a:cubicBezTo>
                      <a:pt x="111" y="1382"/>
                      <a:pt x="94" y="1410"/>
                      <a:pt x="88" y="1429"/>
                    </a:cubicBezTo>
                    <a:cubicBezTo>
                      <a:pt x="84" y="1441"/>
                      <a:pt x="75" y="1444"/>
                      <a:pt x="71" y="1453"/>
                    </a:cubicBezTo>
                    <a:cubicBezTo>
                      <a:pt x="68" y="1461"/>
                      <a:pt x="56" y="1467"/>
                      <a:pt x="61" y="1484"/>
                    </a:cubicBezTo>
                    <a:cubicBezTo>
                      <a:pt x="61" y="1484"/>
                      <a:pt x="64" y="1501"/>
                      <a:pt x="72" y="1495"/>
                    </a:cubicBezTo>
                    <a:cubicBezTo>
                      <a:pt x="72" y="1495"/>
                      <a:pt x="78" y="1507"/>
                      <a:pt x="86" y="1503"/>
                    </a:cubicBezTo>
                    <a:cubicBezTo>
                      <a:pt x="86" y="1503"/>
                      <a:pt x="96" y="1515"/>
                      <a:pt x="103" y="1505"/>
                    </a:cubicBezTo>
                    <a:cubicBezTo>
                      <a:pt x="103" y="1505"/>
                      <a:pt x="101" y="1519"/>
                      <a:pt x="120" y="1519"/>
                    </a:cubicBezTo>
                    <a:cubicBezTo>
                      <a:pt x="139" y="1519"/>
                      <a:pt x="141" y="1510"/>
                      <a:pt x="141" y="1498"/>
                    </a:cubicBezTo>
                    <a:cubicBezTo>
                      <a:pt x="141" y="1486"/>
                      <a:pt x="150" y="1485"/>
                      <a:pt x="150" y="1485"/>
                    </a:cubicBezTo>
                    <a:cubicBezTo>
                      <a:pt x="150" y="1485"/>
                      <a:pt x="164" y="1475"/>
                      <a:pt x="165" y="1462"/>
                    </a:cubicBezTo>
                    <a:cubicBezTo>
                      <a:pt x="165" y="1449"/>
                      <a:pt x="175" y="1439"/>
                      <a:pt x="175" y="1439"/>
                    </a:cubicBezTo>
                    <a:cubicBezTo>
                      <a:pt x="175" y="1439"/>
                      <a:pt x="188" y="1434"/>
                      <a:pt x="181" y="1402"/>
                    </a:cubicBezTo>
                    <a:cubicBezTo>
                      <a:pt x="181" y="1402"/>
                      <a:pt x="187" y="1385"/>
                      <a:pt x="184" y="1369"/>
                    </a:cubicBezTo>
                    <a:cubicBezTo>
                      <a:pt x="180" y="1353"/>
                      <a:pt x="184" y="1300"/>
                      <a:pt x="186" y="1281"/>
                    </a:cubicBezTo>
                    <a:cubicBezTo>
                      <a:pt x="188" y="1261"/>
                      <a:pt x="205" y="1154"/>
                      <a:pt x="199" y="1111"/>
                    </a:cubicBezTo>
                    <a:cubicBezTo>
                      <a:pt x="189" y="1040"/>
                      <a:pt x="209" y="1017"/>
                      <a:pt x="210" y="983"/>
                    </a:cubicBezTo>
                    <a:cubicBezTo>
                      <a:pt x="210" y="983"/>
                      <a:pt x="214" y="946"/>
                      <a:pt x="212" y="915"/>
                    </a:cubicBezTo>
                    <a:cubicBezTo>
                      <a:pt x="210" y="884"/>
                      <a:pt x="218" y="850"/>
                      <a:pt x="224" y="811"/>
                    </a:cubicBezTo>
                    <a:cubicBezTo>
                      <a:pt x="229" y="772"/>
                      <a:pt x="233" y="734"/>
                      <a:pt x="240" y="720"/>
                    </a:cubicBezTo>
                    <a:cubicBezTo>
                      <a:pt x="242" y="716"/>
                      <a:pt x="244" y="710"/>
                      <a:pt x="245" y="704"/>
                    </a:cubicBezTo>
                    <a:cubicBezTo>
                      <a:pt x="246" y="714"/>
                      <a:pt x="246" y="720"/>
                      <a:pt x="246" y="720"/>
                    </a:cubicBezTo>
                    <a:cubicBezTo>
                      <a:pt x="248" y="736"/>
                      <a:pt x="257" y="772"/>
                      <a:pt x="262" y="811"/>
                    </a:cubicBezTo>
                    <a:cubicBezTo>
                      <a:pt x="268" y="850"/>
                      <a:pt x="276" y="884"/>
                      <a:pt x="274" y="915"/>
                    </a:cubicBezTo>
                    <a:cubicBezTo>
                      <a:pt x="272" y="946"/>
                      <a:pt x="276" y="983"/>
                      <a:pt x="276" y="983"/>
                    </a:cubicBezTo>
                    <a:cubicBezTo>
                      <a:pt x="278" y="1017"/>
                      <a:pt x="297" y="1040"/>
                      <a:pt x="288" y="1111"/>
                    </a:cubicBezTo>
                    <a:cubicBezTo>
                      <a:pt x="282" y="1154"/>
                      <a:pt x="299" y="1261"/>
                      <a:pt x="300" y="1281"/>
                    </a:cubicBezTo>
                    <a:cubicBezTo>
                      <a:pt x="302" y="1300"/>
                      <a:pt x="306" y="1353"/>
                      <a:pt x="303" y="1369"/>
                    </a:cubicBezTo>
                    <a:cubicBezTo>
                      <a:pt x="299" y="1385"/>
                      <a:pt x="305" y="1402"/>
                      <a:pt x="305" y="1402"/>
                    </a:cubicBezTo>
                    <a:cubicBezTo>
                      <a:pt x="299" y="1434"/>
                      <a:pt x="311" y="1439"/>
                      <a:pt x="311" y="1439"/>
                    </a:cubicBezTo>
                    <a:cubicBezTo>
                      <a:pt x="311" y="1439"/>
                      <a:pt x="321" y="1449"/>
                      <a:pt x="322" y="1462"/>
                    </a:cubicBezTo>
                    <a:cubicBezTo>
                      <a:pt x="322" y="1475"/>
                      <a:pt x="336" y="1485"/>
                      <a:pt x="336" y="1485"/>
                    </a:cubicBezTo>
                    <a:cubicBezTo>
                      <a:pt x="336" y="1485"/>
                      <a:pt x="345" y="1486"/>
                      <a:pt x="345" y="1498"/>
                    </a:cubicBezTo>
                    <a:cubicBezTo>
                      <a:pt x="345" y="1510"/>
                      <a:pt x="347" y="1519"/>
                      <a:pt x="366" y="1519"/>
                    </a:cubicBezTo>
                    <a:cubicBezTo>
                      <a:pt x="385" y="1519"/>
                      <a:pt x="383" y="1505"/>
                      <a:pt x="383" y="1505"/>
                    </a:cubicBezTo>
                    <a:cubicBezTo>
                      <a:pt x="390" y="1515"/>
                      <a:pt x="400" y="1503"/>
                      <a:pt x="400" y="1503"/>
                    </a:cubicBezTo>
                    <a:cubicBezTo>
                      <a:pt x="408" y="1507"/>
                      <a:pt x="415" y="1495"/>
                      <a:pt x="415" y="1495"/>
                    </a:cubicBezTo>
                    <a:cubicBezTo>
                      <a:pt x="422" y="1501"/>
                      <a:pt x="425" y="1484"/>
                      <a:pt x="425" y="1484"/>
                    </a:cubicBezTo>
                    <a:cubicBezTo>
                      <a:pt x="430" y="1467"/>
                      <a:pt x="418" y="1461"/>
                      <a:pt x="415" y="1453"/>
                    </a:cubicBezTo>
                    <a:cubicBezTo>
                      <a:pt x="411" y="1444"/>
                      <a:pt x="402" y="1441"/>
                      <a:pt x="398" y="1429"/>
                    </a:cubicBezTo>
                    <a:cubicBezTo>
                      <a:pt x="392" y="1410"/>
                      <a:pt x="376" y="1382"/>
                      <a:pt x="376" y="1382"/>
                    </a:cubicBezTo>
                    <a:cubicBezTo>
                      <a:pt x="376" y="1382"/>
                      <a:pt x="349" y="1349"/>
                      <a:pt x="366" y="1273"/>
                    </a:cubicBezTo>
                    <a:cubicBezTo>
                      <a:pt x="382" y="1197"/>
                      <a:pt x="381" y="1085"/>
                      <a:pt x="381" y="1049"/>
                    </a:cubicBezTo>
                    <a:cubicBezTo>
                      <a:pt x="380" y="1014"/>
                      <a:pt x="386" y="978"/>
                      <a:pt x="383" y="941"/>
                    </a:cubicBezTo>
                    <a:cubicBezTo>
                      <a:pt x="379" y="903"/>
                      <a:pt x="381" y="871"/>
                      <a:pt x="392" y="818"/>
                    </a:cubicBezTo>
                    <a:cubicBezTo>
                      <a:pt x="404" y="766"/>
                      <a:pt x="395" y="695"/>
                      <a:pt x="396" y="674"/>
                    </a:cubicBezTo>
                    <a:cubicBezTo>
                      <a:pt x="397" y="636"/>
                      <a:pt x="390" y="594"/>
                      <a:pt x="390" y="594"/>
                    </a:cubicBezTo>
                    <a:cubicBezTo>
                      <a:pt x="389" y="594"/>
                      <a:pt x="389" y="594"/>
                      <a:pt x="389" y="594"/>
                    </a:cubicBezTo>
                    <a:cubicBezTo>
                      <a:pt x="387" y="581"/>
                      <a:pt x="381" y="551"/>
                      <a:pt x="376" y="534"/>
                    </a:cubicBezTo>
                    <a:cubicBezTo>
                      <a:pt x="369" y="511"/>
                      <a:pt x="361" y="449"/>
                      <a:pt x="361" y="414"/>
                    </a:cubicBezTo>
                    <a:cubicBezTo>
                      <a:pt x="362" y="382"/>
                      <a:pt x="379" y="304"/>
                      <a:pt x="378" y="250"/>
                    </a:cubicBezTo>
                    <a:cubicBezTo>
                      <a:pt x="381" y="255"/>
                      <a:pt x="381" y="255"/>
                      <a:pt x="381" y="255"/>
                    </a:cubicBezTo>
                    <a:cubicBezTo>
                      <a:pt x="383" y="274"/>
                      <a:pt x="410" y="375"/>
                      <a:pt x="411" y="400"/>
                    </a:cubicBezTo>
                    <a:cubicBezTo>
                      <a:pt x="412" y="425"/>
                      <a:pt x="418" y="534"/>
                      <a:pt x="421" y="552"/>
                    </a:cubicBezTo>
                    <a:cubicBezTo>
                      <a:pt x="424" y="569"/>
                      <a:pt x="426" y="589"/>
                      <a:pt x="415" y="606"/>
                    </a:cubicBezTo>
                    <a:cubicBezTo>
                      <a:pt x="404" y="623"/>
                      <a:pt x="402" y="634"/>
                      <a:pt x="401" y="639"/>
                    </a:cubicBezTo>
                    <a:cubicBezTo>
                      <a:pt x="400" y="644"/>
                      <a:pt x="404" y="685"/>
                      <a:pt x="403" y="692"/>
                    </a:cubicBezTo>
                    <a:cubicBezTo>
                      <a:pt x="402" y="706"/>
                      <a:pt x="407" y="709"/>
                      <a:pt x="407" y="709"/>
                    </a:cubicBezTo>
                    <a:cubicBezTo>
                      <a:pt x="424" y="702"/>
                      <a:pt x="420" y="657"/>
                      <a:pt x="420" y="657"/>
                    </a:cubicBezTo>
                    <a:cubicBezTo>
                      <a:pt x="430" y="668"/>
                      <a:pt x="428" y="685"/>
                      <a:pt x="429" y="691"/>
                    </a:cubicBezTo>
                    <a:cubicBezTo>
                      <a:pt x="430" y="698"/>
                      <a:pt x="429" y="715"/>
                      <a:pt x="427" y="717"/>
                    </a:cubicBezTo>
                    <a:cubicBezTo>
                      <a:pt x="425" y="719"/>
                      <a:pt x="420" y="735"/>
                      <a:pt x="424" y="740"/>
                    </a:cubicBezTo>
                    <a:cubicBezTo>
                      <a:pt x="429" y="744"/>
                      <a:pt x="437" y="738"/>
                      <a:pt x="437" y="738"/>
                    </a:cubicBezTo>
                    <a:cubicBezTo>
                      <a:pt x="445" y="743"/>
                      <a:pt x="453" y="728"/>
                      <a:pt x="453" y="728"/>
                    </a:cubicBezTo>
                    <a:cubicBezTo>
                      <a:pt x="459" y="729"/>
                      <a:pt x="473" y="715"/>
                      <a:pt x="479" y="702"/>
                    </a:cubicBezTo>
                    <a:cubicBezTo>
                      <a:pt x="484" y="688"/>
                      <a:pt x="486" y="653"/>
                      <a:pt x="480" y="626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0872" name="Freeform 526">
                <a:extLst>
                  <a:ext uri="{FF2B5EF4-FFF2-40B4-BE49-F238E27FC236}">
                    <a16:creationId xmlns:a16="http://schemas.microsoft.com/office/drawing/2014/main" id="{E633BC4A-34AB-44C4-B1AC-B1CF5D895B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6" y="3814"/>
                <a:ext cx="17" cy="17"/>
              </a:xfrm>
              <a:custGeom>
                <a:avLst/>
                <a:gdLst>
                  <a:gd name="T0" fmla="*/ 0 w 9"/>
                  <a:gd name="T1" fmla="*/ 0 h 9"/>
                  <a:gd name="T2" fmla="*/ 60 w 9"/>
                  <a:gd name="T3" fmla="*/ 6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9">
                    <a:moveTo>
                      <a:pt x="0" y="0"/>
                    </a:moveTo>
                    <a:cubicBezTo>
                      <a:pt x="1" y="5"/>
                      <a:pt x="5" y="4"/>
                      <a:pt x="9" y="9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0873" name="Freeform 527">
                <a:extLst>
                  <a:ext uri="{FF2B5EF4-FFF2-40B4-BE49-F238E27FC236}">
                    <a16:creationId xmlns:a16="http://schemas.microsoft.com/office/drawing/2014/main" id="{4D5837C9-AE37-4AE0-B1B2-32F58252D8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8" y="3839"/>
                <a:ext cx="21" cy="80"/>
              </a:xfrm>
              <a:custGeom>
                <a:avLst/>
                <a:gdLst>
                  <a:gd name="T0" fmla="*/ 76 w 11"/>
                  <a:gd name="T1" fmla="*/ 290 h 42"/>
                  <a:gd name="T2" fmla="*/ 55 w 11"/>
                  <a:gd name="T3" fmla="*/ 131 h 42"/>
                  <a:gd name="T4" fmla="*/ 0 w 11"/>
                  <a:gd name="T5" fmla="*/ 0 h 4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42">
                    <a:moveTo>
                      <a:pt x="11" y="42"/>
                    </a:moveTo>
                    <a:cubicBezTo>
                      <a:pt x="11" y="35"/>
                      <a:pt x="9" y="27"/>
                      <a:pt x="8" y="19"/>
                    </a:cubicBezTo>
                    <a:cubicBezTo>
                      <a:pt x="8" y="13"/>
                      <a:pt x="5" y="5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0874" name="Freeform 528">
                <a:extLst>
                  <a:ext uri="{FF2B5EF4-FFF2-40B4-BE49-F238E27FC236}">
                    <a16:creationId xmlns:a16="http://schemas.microsoft.com/office/drawing/2014/main" id="{900B429C-8231-4DAB-B056-2D93620C56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8" y="3941"/>
                <a:ext cx="19" cy="53"/>
              </a:xfrm>
              <a:custGeom>
                <a:avLst/>
                <a:gdLst>
                  <a:gd name="T0" fmla="*/ 68 w 10"/>
                  <a:gd name="T1" fmla="*/ 189 h 28"/>
                  <a:gd name="T2" fmla="*/ 48 w 10"/>
                  <a:gd name="T3" fmla="*/ 97 h 28"/>
                  <a:gd name="T4" fmla="*/ 0 w 10"/>
                  <a:gd name="T5" fmla="*/ 0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28">
                    <a:moveTo>
                      <a:pt x="10" y="28"/>
                    </a:moveTo>
                    <a:cubicBezTo>
                      <a:pt x="10" y="24"/>
                      <a:pt x="8" y="18"/>
                      <a:pt x="7" y="14"/>
                    </a:cubicBezTo>
                    <a:cubicBezTo>
                      <a:pt x="6" y="8"/>
                      <a:pt x="3" y="5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0875" name="Freeform 529">
                <a:extLst>
                  <a:ext uri="{FF2B5EF4-FFF2-40B4-BE49-F238E27FC236}">
                    <a16:creationId xmlns:a16="http://schemas.microsoft.com/office/drawing/2014/main" id="{93F36507-6629-4B26-8296-6836169E5F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7" y="3953"/>
                <a:ext cx="29" cy="62"/>
              </a:xfrm>
              <a:custGeom>
                <a:avLst/>
                <a:gdLst>
                  <a:gd name="T0" fmla="*/ 108 w 15"/>
                  <a:gd name="T1" fmla="*/ 218 h 33"/>
                  <a:gd name="T2" fmla="*/ 64 w 15"/>
                  <a:gd name="T3" fmla="*/ 100 h 33"/>
                  <a:gd name="T4" fmla="*/ 0 w 15"/>
                  <a:gd name="T5" fmla="*/ 0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33">
                    <a:moveTo>
                      <a:pt x="15" y="33"/>
                    </a:moveTo>
                    <a:cubicBezTo>
                      <a:pt x="15" y="25"/>
                      <a:pt x="14" y="21"/>
                      <a:pt x="9" y="15"/>
                    </a:cubicBezTo>
                    <a:cubicBezTo>
                      <a:pt x="5" y="11"/>
                      <a:pt x="4" y="4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0876" name="Freeform 530">
                <a:extLst>
                  <a:ext uri="{FF2B5EF4-FFF2-40B4-BE49-F238E27FC236}">
                    <a16:creationId xmlns:a16="http://schemas.microsoft.com/office/drawing/2014/main" id="{EF750084-93D7-4C6B-9565-D113248095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6" y="3953"/>
                <a:ext cx="2" cy="15"/>
              </a:xfrm>
              <a:custGeom>
                <a:avLst/>
                <a:gdLst>
                  <a:gd name="T0" fmla="*/ 0 w 1"/>
                  <a:gd name="T1" fmla="*/ 53 h 8"/>
                  <a:gd name="T2" fmla="*/ 8 w 1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8">
                    <a:moveTo>
                      <a:pt x="0" y="8"/>
                    </a:moveTo>
                    <a:cubicBezTo>
                      <a:pt x="0" y="5"/>
                      <a:pt x="1" y="3"/>
                      <a:pt x="1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0877" name="Freeform 531">
                <a:extLst>
                  <a:ext uri="{FF2B5EF4-FFF2-40B4-BE49-F238E27FC236}">
                    <a16:creationId xmlns:a16="http://schemas.microsoft.com/office/drawing/2014/main" id="{A432B0B0-50E6-4F00-974F-AA060F0E10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9" y="3953"/>
                <a:ext cx="33" cy="55"/>
              </a:xfrm>
              <a:custGeom>
                <a:avLst/>
                <a:gdLst>
                  <a:gd name="T0" fmla="*/ 116 w 17"/>
                  <a:gd name="T1" fmla="*/ 197 h 29"/>
                  <a:gd name="T2" fmla="*/ 87 w 17"/>
                  <a:gd name="T3" fmla="*/ 97 h 29"/>
                  <a:gd name="T4" fmla="*/ 0 w 17"/>
                  <a:gd name="T5" fmla="*/ 0 h 2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29">
                    <a:moveTo>
                      <a:pt x="16" y="29"/>
                    </a:moveTo>
                    <a:cubicBezTo>
                      <a:pt x="16" y="23"/>
                      <a:pt x="17" y="18"/>
                      <a:pt x="12" y="14"/>
                    </a:cubicBezTo>
                    <a:cubicBezTo>
                      <a:pt x="7" y="9"/>
                      <a:pt x="3" y="5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0878" name="Freeform 532">
                <a:extLst>
                  <a:ext uri="{FF2B5EF4-FFF2-40B4-BE49-F238E27FC236}">
                    <a16:creationId xmlns:a16="http://schemas.microsoft.com/office/drawing/2014/main" id="{4A753003-6A9F-448F-AB18-14FEE2AA36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7" y="3951"/>
                <a:ext cx="2" cy="11"/>
              </a:xfrm>
              <a:custGeom>
                <a:avLst/>
                <a:gdLst>
                  <a:gd name="T0" fmla="*/ 8 w 1"/>
                  <a:gd name="T1" fmla="*/ 37 h 6"/>
                  <a:gd name="T2" fmla="*/ 0 w 1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6">
                    <a:moveTo>
                      <a:pt x="1" y="6"/>
                    </a:moveTo>
                    <a:cubicBezTo>
                      <a:pt x="0" y="6"/>
                      <a:pt x="0" y="2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0879" name="Freeform 533">
                <a:extLst>
                  <a:ext uri="{FF2B5EF4-FFF2-40B4-BE49-F238E27FC236}">
                    <a16:creationId xmlns:a16="http://schemas.microsoft.com/office/drawing/2014/main" id="{4906AE2F-7C05-442B-AD69-88E6EA6F6E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8" y="3939"/>
                <a:ext cx="29" cy="52"/>
              </a:xfrm>
              <a:custGeom>
                <a:avLst/>
                <a:gdLst>
                  <a:gd name="T0" fmla="*/ 108 w 15"/>
                  <a:gd name="T1" fmla="*/ 193 h 27"/>
                  <a:gd name="T2" fmla="*/ 79 w 15"/>
                  <a:gd name="T3" fmla="*/ 77 h 27"/>
                  <a:gd name="T4" fmla="*/ 0 w 15"/>
                  <a:gd name="T5" fmla="*/ 0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27">
                    <a:moveTo>
                      <a:pt x="15" y="27"/>
                    </a:moveTo>
                    <a:cubicBezTo>
                      <a:pt x="15" y="22"/>
                      <a:pt x="15" y="15"/>
                      <a:pt x="11" y="11"/>
                    </a:cubicBezTo>
                    <a:cubicBezTo>
                      <a:pt x="8" y="7"/>
                      <a:pt x="2" y="4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0880" name="Freeform 534">
                <a:extLst>
                  <a:ext uri="{FF2B5EF4-FFF2-40B4-BE49-F238E27FC236}">
                    <a16:creationId xmlns:a16="http://schemas.microsoft.com/office/drawing/2014/main" id="{9635CEDF-47BE-4672-9DD8-16CE05C9C9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6" y="3937"/>
                <a:ext cx="2" cy="12"/>
              </a:xfrm>
              <a:custGeom>
                <a:avLst/>
                <a:gdLst>
                  <a:gd name="T0" fmla="*/ 8 w 1"/>
                  <a:gd name="T1" fmla="*/ 48 h 6"/>
                  <a:gd name="T2" fmla="*/ 8 w 1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6">
                    <a:moveTo>
                      <a:pt x="1" y="6"/>
                    </a:moveTo>
                    <a:cubicBezTo>
                      <a:pt x="1" y="4"/>
                      <a:pt x="0" y="2"/>
                      <a:pt x="1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0881" name="Freeform 535">
                <a:extLst>
                  <a:ext uri="{FF2B5EF4-FFF2-40B4-BE49-F238E27FC236}">
                    <a16:creationId xmlns:a16="http://schemas.microsoft.com/office/drawing/2014/main" id="{71B2346F-AF3C-4452-9233-85D3E6B2D1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9" y="3932"/>
                <a:ext cx="25" cy="45"/>
              </a:xfrm>
              <a:custGeom>
                <a:avLst/>
                <a:gdLst>
                  <a:gd name="T0" fmla="*/ 92 w 13"/>
                  <a:gd name="T1" fmla="*/ 158 h 24"/>
                  <a:gd name="T2" fmla="*/ 71 w 13"/>
                  <a:gd name="T3" fmla="*/ 81 h 24"/>
                  <a:gd name="T4" fmla="*/ 29 w 13"/>
                  <a:gd name="T5" fmla="*/ 39 h 24"/>
                  <a:gd name="T6" fmla="*/ 0 w 13"/>
                  <a:gd name="T7" fmla="*/ 0 h 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24">
                    <a:moveTo>
                      <a:pt x="13" y="24"/>
                    </a:moveTo>
                    <a:cubicBezTo>
                      <a:pt x="13" y="19"/>
                      <a:pt x="13" y="15"/>
                      <a:pt x="10" y="12"/>
                    </a:cubicBezTo>
                    <a:cubicBezTo>
                      <a:pt x="8" y="10"/>
                      <a:pt x="6" y="8"/>
                      <a:pt x="4" y="6"/>
                    </a:cubicBezTo>
                    <a:cubicBezTo>
                      <a:pt x="3" y="4"/>
                      <a:pt x="2" y="1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0882" name="Freeform 536">
                <a:extLst>
                  <a:ext uri="{FF2B5EF4-FFF2-40B4-BE49-F238E27FC236}">
                    <a16:creationId xmlns:a16="http://schemas.microsoft.com/office/drawing/2014/main" id="{6CE394FF-1016-42C3-A702-E335693E48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9" y="3932"/>
                <a:ext cx="1" cy="11"/>
              </a:xfrm>
              <a:custGeom>
                <a:avLst/>
                <a:gdLst>
                  <a:gd name="T0" fmla="*/ 0 w 1"/>
                  <a:gd name="T1" fmla="*/ 37 h 6"/>
                  <a:gd name="T2" fmla="*/ 0 w 1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6">
                    <a:moveTo>
                      <a:pt x="0" y="6"/>
                    </a:moveTo>
                    <a:cubicBezTo>
                      <a:pt x="0" y="4"/>
                      <a:pt x="0" y="2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0883" name="Freeform 537">
                <a:extLst>
                  <a:ext uri="{FF2B5EF4-FFF2-40B4-BE49-F238E27FC236}">
                    <a16:creationId xmlns:a16="http://schemas.microsoft.com/office/drawing/2014/main" id="{2FB3C0C5-D538-4DB0-88E6-FEBEA47F5A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6" y="3977"/>
                <a:ext cx="42" cy="34"/>
              </a:xfrm>
              <a:custGeom>
                <a:avLst/>
                <a:gdLst>
                  <a:gd name="T0" fmla="*/ 153 w 22"/>
                  <a:gd name="T1" fmla="*/ 68 h 18"/>
                  <a:gd name="T2" fmla="*/ 132 w 22"/>
                  <a:gd name="T3" fmla="*/ 68 h 18"/>
                  <a:gd name="T4" fmla="*/ 76 w 22"/>
                  <a:gd name="T5" fmla="*/ 76 h 18"/>
                  <a:gd name="T6" fmla="*/ 21 w 22"/>
                  <a:gd name="T7" fmla="*/ 121 h 18"/>
                  <a:gd name="T8" fmla="*/ 8 w 22"/>
                  <a:gd name="T9" fmla="*/ 76 h 18"/>
                  <a:gd name="T10" fmla="*/ 0 w 22"/>
                  <a:gd name="T11" fmla="*/ 32 h 18"/>
                  <a:gd name="T12" fmla="*/ 92 w 22"/>
                  <a:gd name="T13" fmla="*/ 8 h 18"/>
                  <a:gd name="T14" fmla="*/ 124 w 22"/>
                  <a:gd name="T15" fmla="*/ 21 h 18"/>
                  <a:gd name="T16" fmla="*/ 145 w 22"/>
                  <a:gd name="T17" fmla="*/ 76 h 1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2" h="18">
                    <a:moveTo>
                      <a:pt x="22" y="10"/>
                    </a:moveTo>
                    <a:cubicBezTo>
                      <a:pt x="21" y="11"/>
                      <a:pt x="20" y="10"/>
                      <a:pt x="19" y="10"/>
                    </a:cubicBezTo>
                    <a:cubicBezTo>
                      <a:pt x="16" y="9"/>
                      <a:pt x="14" y="10"/>
                      <a:pt x="11" y="11"/>
                    </a:cubicBezTo>
                    <a:cubicBezTo>
                      <a:pt x="8" y="12"/>
                      <a:pt x="5" y="15"/>
                      <a:pt x="3" y="18"/>
                    </a:cubicBezTo>
                    <a:cubicBezTo>
                      <a:pt x="3" y="15"/>
                      <a:pt x="2" y="13"/>
                      <a:pt x="1" y="11"/>
                    </a:cubicBezTo>
                    <a:cubicBezTo>
                      <a:pt x="1" y="9"/>
                      <a:pt x="1" y="7"/>
                      <a:pt x="0" y="5"/>
                    </a:cubicBezTo>
                    <a:cubicBezTo>
                      <a:pt x="4" y="3"/>
                      <a:pt x="8" y="0"/>
                      <a:pt x="13" y="1"/>
                    </a:cubicBezTo>
                    <a:cubicBezTo>
                      <a:pt x="15" y="1"/>
                      <a:pt x="17" y="1"/>
                      <a:pt x="18" y="3"/>
                    </a:cubicBezTo>
                    <a:cubicBezTo>
                      <a:pt x="19" y="5"/>
                      <a:pt x="20" y="8"/>
                      <a:pt x="21" y="11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0884" name="Freeform 538">
                <a:extLst>
                  <a:ext uri="{FF2B5EF4-FFF2-40B4-BE49-F238E27FC236}">
                    <a16:creationId xmlns:a16="http://schemas.microsoft.com/office/drawing/2014/main" id="{D8F4E858-2500-461E-9213-10C2914CD6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9" y="3981"/>
                <a:ext cx="23" cy="13"/>
              </a:xfrm>
              <a:custGeom>
                <a:avLst/>
                <a:gdLst>
                  <a:gd name="T0" fmla="*/ 84 w 12"/>
                  <a:gd name="T1" fmla="*/ 32 h 7"/>
                  <a:gd name="T2" fmla="*/ 48 w 12"/>
                  <a:gd name="T3" fmla="*/ 24 h 7"/>
                  <a:gd name="T4" fmla="*/ 15 w 12"/>
                  <a:gd name="T5" fmla="*/ 45 h 7"/>
                  <a:gd name="T6" fmla="*/ 8 w 12"/>
                  <a:gd name="T7" fmla="*/ 24 h 7"/>
                  <a:gd name="T8" fmla="*/ 0 w 12"/>
                  <a:gd name="T9" fmla="*/ 7 h 7"/>
                  <a:gd name="T10" fmla="*/ 36 w 12"/>
                  <a:gd name="T11" fmla="*/ 0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7">
                    <a:moveTo>
                      <a:pt x="12" y="5"/>
                    </a:moveTo>
                    <a:cubicBezTo>
                      <a:pt x="10" y="5"/>
                      <a:pt x="9" y="4"/>
                      <a:pt x="7" y="4"/>
                    </a:cubicBezTo>
                    <a:cubicBezTo>
                      <a:pt x="5" y="5"/>
                      <a:pt x="4" y="6"/>
                      <a:pt x="2" y="7"/>
                    </a:cubicBezTo>
                    <a:cubicBezTo>
                      <a:pt x="2" y="6"/>
                      <a:pt x="2" y="5"/>
                      <a:pt x="1" y="4"/>
                    </a:cubicBezTo>
                    <a:cubicBezTo>
                      <a:pt x="1" y="3"/>
                      <a:pt x="0" y="2"/>
                      <a:pt x="0" y="1"/>
                    </a:cubicBezTo>
                    <a:cubicBezTo>
                      <a:pt x="1" y="0"/>
                      <a:pt x="4" y="0"/>
                      <a:pt x="5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0885" name="Freeform 539">
                <a:extLst>
                  <a:ext uri="{FF2B5EF4-FFF2-40B4-BE49-F238E27FC236}">
                    <a16:creationId xmlns:a16="http://schemas.microsoft.com/office/drawing/2014/main" id="{31DC0E6E-93A2-48AA-9164-8E2B0F273E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2" y="3970"/>
                <a:ext cx="17" cy="11"/>
              </a:xfrm>
              <a:custGeom>
                <a:avLst/>
                <a:gdLst>
                  <a:gd name="T0" fmla="*/ 60 w 9"/>
                  <a:gd name="T1" fmla="*/ 7 h 6"/>
                  <a:gd name="T2" fmla="*/ 15 w 9"/>
                  <a:gd name="T3" fmla="*/ 37 h 6"/>
                  <a:gd name="T4" fmla="*/ 0 w 9"/>
                  <a:gd name="T5" fmla="*/ 7 h 6"/>
                  <a:gd name="T6" fmla="*/ 21 w 9"/>
                  <a:gd name="T7" fmla="*/ 0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6">
                    <a:moveTo>
                      <a:pt x="9" y="1"/>
                    </a:moveTo>
                    <a:cubicBezTo>
                      <a:pt x="6" y="2"/>
                      <a:pt x="3" y="3"/>
                      <a:pt x="2" y="6"/>
                    </a:cubicBezTo>
                    <a:cubicBezTo>
                      <a:pt x="2" y="4"/>
                      <a:pt x="1" y="3"/>
                      <a:pt x="0" y="1"/>
                    </a:cubicBezTo>
                    <a:cubicBezTo>
                      <a:pt x="1" y="1"/>
                      <a:pt x="2" y="0"/>
                      <a:pt x="3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0886" name="Freeform 540">
                <a:extLst>
                  <a:ext uri="{FF2B5EF4-FFF2-40B4-BE49-F238E27FC236}">
                    <a16:creationId xmlns:a16="http://schemas.microsoft.com/office/drawing/2014/main" id="{593988D2-1915-4055-8C50-D576791AD8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9" y="3966"/>
                <a:ext cx="7" cy="6"/>
              </a:xfrm>
              <a:custGeom>
                <a:avLst/>
                <a:gdLst>
                  <a:gd name="T0" fmla="*/ 21 w 4"/>
                  <a:gd name="T1" fmla="*/ 0 h 3"/>
                  <a:gd name="T2" fmla="*/ 7 w 4"/>
                  <a:gd name="T3" fmla="*/ 24 h 3"/>
                  <a:gd name="T4" fmla="*/ 0 w 4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4" y="0"/>
                    </a:moveTo>
                    <a:cubicBezTo>
                      <a:pt x="3" y="0"/>
                      <a:pt x="2" y="2"/>
                      <a:pt x="1" y="3"/>
                    </a:cubicBezTo>
                    <a:cubicBezTo>
                      <a:pt x="0" y="2"/>
                      <a:pt x="0" y="1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0887" name="Freeform 541">
                <a:extLst>
                  <a:ext uri="{FF2B5EF4-FFF2-40B4-BE49-F238E27FC236}">
                    <a16:creationId xmlns:a16="http://schemas.microsoft.com/office/drawing/2014/main" id="{C0EFE991-DFEB-47E1-A6C3-B523AAF092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0" y="3947"/>
                <a:ext cx="4" cy="6"/>
              </a:xfrm>
              <a:custGeom>
                <a:avLst/>
                <a:gdLst>
                  <a:gd name="T0" fmla="*/ 16 w 2"/>
                  <a:gd name="T1" fmla="*/ 24 h 3"/>
                  <a:gd name="T2" fmla="*/ 16 w 2"/>
                  <a:gd name="T3" fmla="*/ 24 h 3"/>
                  <a:gd name="T4" fmla="*/ 0 w 2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cubicBezTo>
                      <a:pt x="2" y="3"/>
                      <a:pt x="2" y="3"/>
                      <a:pt x="2" y="3"/>
                    </a:cubicBezTo>
                    <a:cubicBezTo>
                      <a:pt x="1" y="3"/>
                      <a:pt x="0" y="1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0888" name="Freeform 542">
                <a:extLst>
                  <a:ext uri="{FF2B5EF4-FFF2-40B4-BE49-F238E27FC236}">
                    <a16:creationId xmlns:a16="http://schemas.microsoft.com/office/drawing/2014/main" id="{423F9F04-CB18-4C47-AC6D-6CCBDF3F9B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7" y="2915"/>
                <a:ext cx="21" cy="161"/>
              </a:xfrm>
              <a:custGeom>
                <a:avLst/>
                <a:gdLst>
                  <a:gd name="T0" fmla="*/ 76 w 11"/>
                  <a:gd name="T1" fmla="*/ 0 h 85"/>
                  <a:gd name="T2" fmla="*/ 40 w 11"/>
                  <a:gd name="T3" fmla="*/ 152 h 85"/>
                  <a:gd name="T4" fmla="*/ 0 w 11"/>
                  <a:gd name="T5" fmla="*/ 288 h 85"/>
                  <a:gd name="T6" fmla="*/ 8 w 11"/>
                  <a:gd name="T7" fmla="*/ 449 h 85"/>
                  <a:gd name="T8" fmla="*/ 21 w 11"/>
                  <a:gd name="T9" fmla="*/ 578 h 8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85">
                    <a:moveTo>
                      <a:pt x="11" y="0"/>
                    </a:moveTo>
                    <a:cubicBezTo>
                      <a:pt x="11" y="9"/>
                      <a:pt x="11" y="16"/>
                      <a:pt x="6" y="22"/>
                    </a:cubicBezTo>
                    <a:cubicBezTo>
                      <a:pt x="0" y="29"/>
                      <a:pt x="0" y="31"/>
                      <a:pt x="0" y="42"/>
                    </a:cubicBezTo>
                    <a:cubicBezTo>
                      <a:pt x="0" y="50"/>
                      <a:pt x="0" y="58"/>
                      <a:pt x="1" y="66"/>
                    </a:cubicBezTo>
                    <a:cubicBezTo>
                      <a:pt x="1" y="71"/>
                      <a:pt x="6" y="81"/>
                      <a:pt x="3" y="85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0889" name="Freeform 543">
                <a:extLst>
                  <a:ext uri="{FF2B5EF4-FFF2-40B4-BE49-F238E27FC236}">
                    <a16:creationId xmlns:a16="http://schemas.microsoft.com/office/drawing/2014/main" id="{FCEB9B62-A9A8-473F-9438-EDF143E5F5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1" y="3078"/>
                <a:ext cx="55" cy="78"/>
              </a:xfrm>
              <a:custGeom>
                <a:avLst/>
                <a:gdLst>
                  <a:gd name="T0" fmla="*/ 169 w 29"/>
                  <a:gd name="T1" fmla="*/ 0 h 41"/>
                  <a:gd name="T2" fmla="*/ 0 w 29"/>
                  <a:gd name="T3" fmla="*/ 160 h 41"/>
                  <a:gd name="T4" fmla="*/ 197 w 29"/>
                  <a:gd name="T5" fmla="*/ 36 h 4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9" h="41">
                    <a:moveTo>
                      <a:pt x="25" y="0"/>
                    </a:moveTo>
                    <a:cubicBezTo>
                      <a:pt x="26" y="11"/>
                      <a:pt x="9" y="23"/>
                      <a:pt x="0" y="23"/>
                    </a:cubicBezTo>
                    <a:cubicBezTo>
                      <a:pt x="12" y="41"/>
                      <a:pt x="29" y="19"/>
                      <a:pt x="29" y="5"/>
                    </a:cubicBezTo>
                  </a:path>
                </a:pathLst>
              </a:custGeom>
              <a:solidFill>
                <a:srgbClr val="C1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0890" name="Freeform 544">
                <a:extLst>
                  <a:ext uri="{FF2B5EF4-FFF2-40B4-BE49-F238E27FC236}">
                    <a16:creationId xmlns:a16="http://schemas.microsoft.com/office/drawing/2014/main" id="{E0CEE661-5BC6-4F4C-A49F-15FFFD5C3F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1" y="1559"/>
                <a:ext cx="38" cy="36"/>
              </a:xfrm>
              <a:custGeom>
                <a:avLst/>
                <a:gdLst>
                  <a:gd name="T0" fmla="*/ 91 w 20"/>
                  <a:gd name="T1" fmla="*/ 21 h 19"/>
                  <a:gd name="T2" fmla="*/ 48 w 20"/>
                  <a:gd name="T3" fmla="*/ 108 h 19"/>
                  <a:gd name="T4" fmla="*/ 91 w 20"/>
                  <a:gd name="T5" fmla="*/ 32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19">
                    <a:moveTo>
                      <a:pt x="13" y="3"/>
                    </a:moveTo>
                    <a:cubicBezTo>
                      <a:pt x="6" y="0"/>
                      <a:pt x="0" y="13"/>
                      <a:pt x="7" y="16"/>
                    </a:cubicBezTo>
                    <a:cubicBezTo>
                      <a:pt x="15" y="19"/>
                      <a:pt x="20" y="4"/>
                      <a:pt x="13" y="5"/>
                    </a:cubicBezTo>
                  </a:path>
                </a:pathLst>
              </a:custGeom>
              <a:solidFill>
                <a:srgbClr val="A961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0891" name="Freeform 545">
                <a:extLst>
                  <a:ext uri="{FF2B5EF4-FFF2-40B4-BE49-F238E27FC236}">
                    <a16:creationId xmlns:a16="http://schemas.microsoft.com/office/drawing/2014/main" id="{5DB87A42-E51E-4912-9444-A644998563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1" y="1559"/>
                <a:ext cx="38" cy="36"/>
              </a:xfrm>
              <a:custGeom>
                <a:avLst/>
                <a:gdLst>
                  <a:gd name="T0" fmla="*/ 91 w 20"/>
                  <a:gd name="T1" fmla="*/ 21 h 19"/>
                  <a:gd name="T2" fmla="*/ 48 w 20"/>
                  <a:gd name="T3" fmla="*/ 108 h 19"/>
                  <a:gd name="T4" fmla="*/ 91 w 20"/>
                  <a:gd name="T5" fmla="*/ 28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19">
                    <a:moveTo>
                      <a:pt x="13" y="3"/>
                    </a:moveTo>
                    <a:cubicBezTo>
                      <a:pt x="6" y="0"/>
                      <a:pt x="0" y="13"/>
                      <a:pt x="7" y="16"/>
                    </a:cubicBezTo>
                    <a:cubicBezTo>
                      <a:pt x="16" y="19"/>
                      <a:pt x="20" y="4"/>
                      <a:pt x="13" y="4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0892" name="Freeform 546">
                <a:extLst>
                  <a:ext uri="{FF2B5EF4-FFF2-40B4-BE49-F238E27FC236}">
                    <a16:creationId xmlns:a16="http://schemas.microsoft.com/office/drawing/2014/main" id="{FE6117B0-C52B-45C5-BAB8-4EE2A568F1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6" y="1475"/>
                <a:ext cx="10" cy="158"/>
              </a:xfrm>
              <a:custGeom>
                <a:avLst/>
                <a:gdLst>
                  <a:gd name="T0" fmla="*/ 40 w 5"/>
                  <a:gd name="T1" fmla="*/ 573 h 83"/>
                  <a:gd name="T2" fmla="*/ 24 w 5"/>
                  <a:gd name="T3" fmla="*/ 207 h 83"/>
                  <a:gd name="T4" fmla="*/ 0 w 5"/>
                  <a:gd name="T5" fmla="*/ 0 h 8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83">
                    <a:moveTo>
                      <a:pt x="5" y="83"/>
                    </a:moveTo>
                    <a:cubicBezTo>
                      <a:pt x="5" y="65"/>
                      <a:pt x="2" y="42"/>
                      <a:pt x="3" y="30"/>
                    </a:cubicBezTo>
                    <a:cubicBezTo>
                      <a:pt x="3" y="20"/>
                      <a:pt x="0" y="9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0893" name="Freeform 547">
                <a:extLst>
                  <a:ext uri="{FF2B5EF4-FFF2-40B4-BE49-F238E27FC236}">
                    <a16:creationId xmlns:a16="http://schemas.microsoft.com/office/drawing/2014/main" id="{79C77C1C-45EF-478A-A61F-3851BC3203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3" y="2424"/>
                <a:ext cx="31" cy="131"/>
              </a:xfrm>
              <a:custGeom>
                <a:avLst/>
                <a:gdLst>
                  <a:gd name="T0" fmla="*/ 16 w 16"/>
                  <a:gd name="T1" fmla="*/ 473 h 69"/>
                  <a:gd name="T2" fmla="*/ 93 w 16"/>
                  <a:gd name="T3" fmla="*/ 220 h 69"/>
                  <a:gd name="T4" fmla="*/ 101 w 16"/>
                  <a:gd name="T5" fmla="*/ 0 h 6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69">
                    <a:moveTo>
                      <a:pt x="2" y="69"/>
                    </a:moveTo>
                    <a:cubicBezTo>
                      <a:pt x="0" y="56"/>
                      <a:pt x="10" y="43"/>
                      <a:pt x="13" y="32"/>
                    </a:cubicBezTo>
                    <a:cubicBezTo>
                      <a:pt x="16" y="22"/>
                      <a:pt x="15" y="10"/>
                      <a:pt x="14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0894" name="Freeform 548">
                <a:extLst>
                  <a:ext uri="{FF2B5EF4-FFF2-40B4-BE49-F238E27FC236}">
                    <a16:creationId xmlns:a16="http://schemas.microsoft.com/office/drawing/2014/main" id="{924A8ED5-EDE9-40F5-90F6-B37B202F71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0" y="2426"/>
                <a:ext cx="6" cy="9"/>
              </a:xfrm>
              <a:custGeom>
                <a:avLst/>
                <a:gdLst>
                  <a:gd name="T0" fmla="*/ 0 w 3"/>
                  <a:gd name="T1" fmla="*/ 29 h 5"/>
                  <a:gd name="T2" fmla="*/ 24 w 3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5">
                    <a:moveTo>
                      <a:pt x="0" y="5"/>
                    </a:moveTo>
                    <a:cubicBezTo>
                      <a:pt x="1" y="3"/>
                      <a:pt x="2" y="1"/>
                      <a:pt x="3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0895" name="Freeform 549">
                <a:extLst>
                  <a:ext uri="{FF2B5EF4-FFF2-40B4-BE49-F238E27FC236}">
                    <a16:creationId xmlns:a16="http://schemas.microsoft.com/office/drawing/2014/main" id="{D84C6C35-D073-462E-A7A0-A3136D4F17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3" y="2446"/>
                <a:ext cx="19" cy="76"/>
              </a:xfrm>
              <a:custGeom>
                <a:avLst/>
                <a:gdLst>
                  <a:gd name="T0" fmla="*/ 0 w 10"/>
                  <a:gd name="T1" fmla="*/ 274 h 40"/>
                  <a:gd name="T2" fmla="*/ 36 w 10"/>
                  <a:gd name="T3" fmla="*/ 116 h 40"/>
                  <a:gd name="T4" fmla="*/ 68 w 10"/>
                  <a:gd name="T5" fmla="*/ 0 h 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40">
                    <a:moveTo>
                      <a:pt x="0" y="40"/>
                    </a:moveTo>
                    <a:cubicBezTo>
                      <a:pt x="2" y="32"/>
                      <a:pt x="4" y="25"/>
                      <a:pt x="5" y="17"/>
                    </a:cubicBezTo>
                    <a:cubicBezTo>
                      <a:pt x="7" y="11"/>
                      <a:pt x="9" y="6"/>
                      <a:pt x="10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0896" name="Freeform 550">
                <a:extLst>
                  <a:ext uri="{FF2B5EF4-FFF2-40B4-BE49-F238E27FC236}">
                    <a16:creationId xmlns:a16="http://schemas.microsoft.com/office/drawing/2014/main" id="{A82AA508-4FF5-4229-8773-32BE469CBC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0" y="2441"/>
                <a:ext cx="25" cy="96"/>
              </a:xfrm>
              <a:custGeom>
                <a:avLst/>
                <a:gdLst>
                  <a:gd name="T0" fmla="*/ 0 w 13"/>
                  <a:gd name="T1" fmla="*/ 341 h 51"/>
                  <a:gd name="T2" fmla="*/ 63 w 13"/>
                  <a:gd name="T3" fmla="*/ 181 h 51"/>
                  <a:gd name="T4" fmla="*/ 92 w 13"/>
                  <a:gd name="T5" fmla="*/ 0 h 5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51">
                    <a:moveTo>
                      <a:pt x="0" y="51"/>
                    </a:moveTo>
                    <a:cubicBezTo>
                      <a:pt x="2" y="46"/>
                      <a:pt x="6" y="32"/>
                      <a:pt x="9" y="27"/>
                    </a:cubicBezTo>
                    <a:cubicBezTo>
                      <a:pt x="13" y="19"/>
                      <a:pt x="11" y="8"/>
                      <a:pt x="13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0897" name="Freeform 551">
                <a:extLst>
                  <a:ext uri="{FF2B5EF4-FFF2-40B4-BE49-F238E27FC236}">
                    <a16:creationId xmlns:a16="http://schemas.microsoft.com/office/drawing/2014/main" id="{1DB24373-0043-4B10-94CD-CEB621CF7C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3" y="2431"/>
                <a:ext cx="2" cy="10"/>
              </a:xfrm>
              <a:custGeom>
                <a:avLst/>
                <a:gdLst>
                  <a:gd name="T0" fmla="*/ 0 w 1"/>
                  <a:gd name="T1" fmla="*/ 40 h 5"/>
                  <a:gd name="T2" fmla="*/ 8 w 1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5">
                    <a:moveTo>
                      <a:pt x="0" y="5"/>
                    </a:moveTo>
                    <a:cubicBezTo>
                      <a:pt x="0" y="4"/>
                      <a:pt x="0" y="2"/>
                      <a:pt x="1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0898" name="Freeform 552">
                <a:extLst>
                  <a:ext uri="{FF2B5EF4-FFF2-40B4-BE49-F238E27FC236}">
                    <a16:creationId xmlns:a16="http://schemas.microsoft.com/office/drawing/2014/main" id="{BD3E5CAB-AA2A-41B9-AA02-46D0FAA4C4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3" y="2433"/>
                <a:ext cx="7" cy="10"/>
              </a:xfrm>
              <a:custGeom>
                <a:avLst/>
                <a:gdLst>
                  <a:gd name="T0" fmla="*/ 0 w 4"/>
                  <a:gd name="T1" fmla="*/ 40 h 5"/>
                  <a:gd name="T2" fmla="*/ 21 w 4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5">
                    <a:moveTo>
                      <a:pt x="0" y="5"/>
                    </a:moveTo>
                    <a:cubicBezTo>
                      <a:pt x="1" y="3"/>
                      <a:pt x="3" y="2"/>
                      <a:pt x="4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0899" name="Freeform 553">
                <a:extLst>
                  <a:ext uri="{FF2B5EF4-FFF2-40B4-BE49-F238E27FC236}">
                    <a16:creationId xmlns:a16="http://schemas.microsoft.com/office/drawing/2014/main" id="{A649A479-A4AF-4978-9930-051403983B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0" y="2450"/>
                <a:ext cx="8" cy="4"/>
              </a:xfrm>
              <a:custGeom>
                <a:avLst/>
                <a:gdLst>
                  <a:gd name="T0" fmla="*/ 0 w 4"/>
                  <a:gd name="T1" fmla="*/ 16 h 2"/>
                  <a:gd name="T2" fmla="*/ 32 w 4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">
                    <a:moveTo>
                      <a:pt x="0" y="2"/>
                    </a:moveTo>
                    <a:cubicBezTo>
                      <a:pt x="1" y="1"/>
                      <a:pt x="3" y="0"/>
                      <a:pt x="4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0900" name="Freeform 554">
                <a:extLst>
                  <a:ext uri="{FF2B5EF4-FFF2-40B4-BE49-F238E27FC236}">
                    <a16:creationId xmlns:a16="http://schemas.microsoft.com/office/drawing/2014/main" id="{D28CEF92-4D94-4C46-9D8D-562E2F6CE2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7" y="1323"/>
                <a:ext cx="141" cy="42"/>
              </a:xfrm>
              <a:custGeom>
                <a:avLst/>
                <a:gdLst>
                  <a:gd name="T0" fmla="*/ 0 w 74"/>
                  <a:gd name="T1" fmla="*/ 132 h 22"/>
                  <a:gd name="T2" fmla="*/ 97 w 74"/>
                  <a:gd name="T3" fmla="*/ 84 h 22"/>
                  <a:gd name="T4" fmla="*/ 269 w 74"/>
                  <a:gd name="T5" fmla="*/ 40 h 22"/>
                  <a:gd name="T6" fmla="*/ 513 w 74"/>
                  <a:gd name="T7" fmla="*/ 0 h 22"/>
                  <a:gd name="T8" fmla="*/ 389 w 74"/>
                  <a:gd name="T9" fmla="*/ 40 h 22"/>
                  <a:gd name="T10" fmla="*/ 213 w 74"/>
                  <a:gd name="T11" fmla="*/ 105 h 22"/>
                  <a:gd name="T12" fmla="*/ 91 w 74"/>
                  <a:gd name="T13" fmla="*/ 132 h 22"/>
                  <a:gd name="T14" fmla="*/ 8 w 74"/>
                  <a:gd name="T15" fmla="*/ 145 h 2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4" h="22">
                    <a:moveTo>
                      <a:pt x="0" y="19"/>
                    </a:moveTo>
                    <a:cubicBezTo>
                      <a:pt x="5" y="17"/>
                      <a:pt x="9" y="14"/>
                      <a:pt x="14" y="12"/>
                    </a:cubicBezTo>
                    <a:cubicBezTo>
                      <a:pt x="23" y="9"/>
                      <a:pt x="31" y="8"/>
                      <a:pt x="39" y="6"/>
                    </a:cubicBezTo>
                    <a:cubicBezTo>
                      <a:pt x="51" y="4"/>
                      <a:pt x="63" y="1"/>
                      <a:pt x="74" y="0"/>
                    </a:cubicBezTo>
                    <a:cubicBezTo>
                      <a:pt x="68" y="0"/>
                      <a:pt x="61" y="4"/>
                      <a:pt x="56" y="6"/>
                    </a:cubicBezTo>
                    <a:cubicBezTo>
                      <a:pt x="48" y="10"/>
                      <a:pt x="40" y="12"/>
                      <a:pt x="31" y="15"/>
                    </a:cubicBezTo>
                    <a:cubicBezTo>
                      <a:pt x="25" y="16"/>
                      <a:pt x="19" y="18"/>
                      <a:pt x="13" y="19"/>
                    </a:cubicBezTo>
                    <a:cubicBezTo>
                      <a:pt x="9" y="20"/>
                      <a:pt x="4" y="22"/>
                      <a:pt x="1" y="21"/>
                    </a:cubicBezTo>
                  </a:path>
                </a:pathLst>
              </a:custGeom>
              <a:solidFill>
                <a:srgbClr val="C1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0901" name="Freeform 555">
                <a:extLst>
                  <a:ext uri="{FF2B5EF4-FFF2-40B4-BE49-F238E27FC236}">
                    <a16:creationId xmlns:a16="http://schemas.microsoft.com/office/drawing/2014/main" id="{BA78B1E1-0452-410C-A65F-17AE311B53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5" y="1302"/>
                <a:ext cx="115" cy="37"/>
              </a:xfrm>
              <a:custGeom>
                <a:avLst/>
                <a:gdLst>
                  <a:gd name="T0" fmla="*/ 0 w 60"/>
                  <a:gd name="T1" fmla="*/ 140 h 19"/>
                  <a:gd name="T2" fmla="*/ 192 w 60"/>
                  <a:gd name="T3" fmla="*/ 45 h 19"/>
                  <a:gd name="T4" fmla="*/ 422 w 60"/>
                  <a:gd name="T5" fmla="*/ 0 h 19"/>
                  <a:gd name="T6" fmla="*/ 176 w 60"/>
                  <a:gd name="T7" fmla="*/ 31 h 19"/>
                  <a:gd name="T8" fmla="*/ 8 w 60"/>
                  <a:gd name="T9" fmla="*/ 117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0" h="19">
                    <a:moveTo>
                      <a:pt x="0" y="19"/>
                    </a:moveTo>
                    <a:cubicBezTo>
                      <a:pt x="9" y="14"/>
                      <a:pt x="18" y="10"/>
                      <a:pt x="27" y="6"/>
                    </a:cubicBezTo>
                    <a:cubicBezTo>
                      <a:pt x="37" y="2"/>
                      <a:pt x="50" y="1"/>
                      <a:pt x="60" y="0"/>
                    </a:cubicBezTo>
                    <a:cubicBezTo>
                      <a:pt x="49" y="1"/>
                      <a:pt x="37" y="1"/>
                      <a:pt x="25" y="4"/>
                    </a:cubicBezTo>
                    <a:cubicBezTo>
                      <a:pt x="16" y="6"/>
                      <a:pt x="9" y="13"/>
                      <a:pt x="1" y="16"/>
                    </a:cubicBezTo>
                  </a:path>
                </a:pathLst>
              </a:custGeom>
              <a:solidFill>
                <a:srgbClr val="8E4C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0902" name="Freeform 556">
                <a:extLst>
                  <a:ext uri="{FF2B5EF4-FFF2-40B4-BE49-F238E27FC236}">
                    <a16:creationId xmlns:a16="http://schemas.microsoft.com/office/drawing/2014/main" id="{FD405460-C386-4728-B9E2-6AFF48862C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9" y="1600"/>
                <a:ext cx="73" cy="36"/>
              </a:xfrm>
              <a:custGeom>
                <a:avLst/>
                <a:gdLst>
                  <a:gd name="T0" fmla="*/ 0 w 38"/>
                  <a:gd name="T1" fmla="*/ 83 h 19"/>
                  <a:gd name="T2" fmla="*/ 269 w 38"/>
                  <a:gd name="T3" fmla="*/ 0 h 19"/>
                  <a:gd name="T4" fmla="*/ 0 w 38"/>
                  <a:gd name="T5" fmla="*/ 83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8" h="19">
                    <a:moveTo>
                      <a:pt x="0" y="12"/>
                    </a:moveTo>
                    <a:cubicBezTo>
                      <a:pt x="0" y="12"/>
                      <a:pt x="26" y="15"/>
                      <a:pt x="38" y="0"/>
                    </a:cubicBezTo>
                    <a:cubicBezTo>
                      <a:pt x="38" y="0"/>
                      <a:pt x="35" y="19"/>
                      <a:pt x="0" y="12"/>
                    </a:cubicBezTo>
                    <a:close/>
                  </a:path>
                </a:pathLst>
              </a:custGeom>
              <a:solidFill>
                <a:srgbClr val="C1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0903" name="Freeform 557">
                <a:extLst>
                  <a:ext uri="{FF2B5EF4-FFF2-40B4-BE49-F238E27FC236}">
                    <a16:creationId xmlns:a16="http://schemas.microsoft.com/office/drawing/2014/main" id="{B4616EE3-2F10-4956-A3F4-9E008E9882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2" y="2427"/>
                <a:ext cx="36" cy="131"/>
              </a:xfrm>
              <a:custGeom>
                <a:avLst/>
                <a:gdLst>
                  <a:gd name="T0" fmla="*/ 116 w 19"/>
                  <a:gd name="T1" fmla="*/ 0 h 69"/>
                  <a:gd name="T2" fmla="*/ 121 w 19"/>
                  <a:gd name="T3" fmla="*/ 159 h 69"/>
                  <a:gd name="T4" fmla="*/ 76 w 19"/>
                  <a:gd name="T5" fmla="*/ 289 h 69"/>
                  <a:gd name="T6" fmla="*/ 40 w 19"/>
                  <a:gd name="T7" fmla="*/ 418 h 69"/>
                  <a:gd name="T8" fmla="*/ 21 w 19"/>
                  <a:gd name="T9" fmla="*/ 450 h 69"/>
                  <a:gd name="T10" fmla="*/ 47 w 19"/>
                  <a:gd name="T11" fmla="*/ 321 h 69"/>
                  <a:gd name="T12" fmla="*/ 116 w 19"/>
                  <a:gd name="T13" fmla="*/ 21 h 6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69">
                    <a:moveTo>
                      <a:pt x="17" y="0"/>
                    </a:moveTo>
                    <a:cubicBezTo>
                      <a:pt x="18" y="7"/>
                      <a:pt x="19" y="15"/>
                      <a:pt x="18" y="23"/>
                    </a:cubicBezTo>
                    <a:cubicBezTo>
                      <a:pt x="16" y="30"/>
                      <a:pt x="14" y="36"/>
                      <a:pt x="11" y="42"/>
                    </a:cubicBezTo>
                    <a:cubicBezTo>
                      <a:pt x="9" y="48"/>
                      <a:pt x="7" y="55"/>
                      <a:pt x="6" y="61"/>
                    </a:cubicBezTo>
                    <a:cubicBezTo>
                      <a:pt x="6" y="62"/>
                      <a:pt x="6" y="69"/>
                      <a:pt x="3" y="66"/>
                    </a:cubicBezTo>
                    <a:cubicBezTo>
                      <a:pt x="0" y="63"/>
                      <a:pt x="6" y="50"/>
                      <a:pt x="7" y="47"/>
                    </a:cubicBezTo>
                    <a:cubicBezTo>
                      <a:pt x="11" y="33"/>
                      <a:pt x="16" y="18"/>
                      <a:pt x="17" y="3"/>
                    </a:cubicBezTo>
                  </a:path>
                </a:pathLst>
              </a:custGeom>
              <a:solidFill>
                <a:srgbClr val="C1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0904" name="Freeform 558">
                <a:extLst>
                  <a:ext uri="{FF2B5EF4-FFF2-40B4-BE49-F238E27FC236}">
                    <a16:creationId xmlns:a16="http://schemas.microsoft.com/office/drawing/2014/main" id="{C669555C-EF09-469E-8A85-F29AE63D62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0" y="2439"/>
                <a:ext cx="39" cy="116"/>
              </a:xfrm>
              <a:custGeom>
                <a:avLst/>
                <a:gdLst>
                  <a:gd name="T0" fmla="*/ 148 w 20"/>
                  <a:gd name="T1" fmla="*/ 0 h 61"/>
                  <a:gd name="T2" fmla="*/ 140 w 20"/>
                  <a:gd name="T3" fmla="*/ 105 h 61"/>
                  <a:gd name="T4" fmla="*/ 117 w 20"/>
                  <a:gd name="T5" fmla="*/ 173 h 61"/>
                  <a:gd name="T6" fmla="*/ 60 w 20"/>
                  <a:gd name="T7" fmla="*/ 321 h 61"/>
                  <a:gd name="T8" fmla="*/ 39 w 20"/>
                  <a:gd name="T9" fmla="*/ 380 h 61"/>
                  <a:gd name="T10" fmla="*/ 39 w 20"/>
                  <a:gd name="T11" fmla="*/ 321 h 61"/>
                  <a:gd name="T12" fmla="*/ 140 w 20"/>
                  <a:gd name="T13" fmla="*/ 15 h 6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" h="61">
                    <a:moveTo>
                      <a:pt x="20" y="0"/>
                    </a:moveTo>
                    <a:cubicBezTo>
                      <a:pt x="19" y="5"/>
                      <a:pt x="19" y="10"/>
                      <a:pt x="19" y="15"/>
                    </a:cubicBezTo>
                    <a:cubicBezTo>
                      <a:pt x="19" y="19"/>
                      <a:pt x="17" y="22"/>
                      <a:pt x="16" y="25"/>
                    </a:cubicBezTo>
                    <a:cubicBezTo>
                      <a:pt x="13" y="32"/>
                      <a:pt x="10" y="40"/>
                      <a:pt x="8" y="47"/>
                    </a:cubicBezTo>
                    <a:cubicBezTo>
                      <a:pt x="7" y="50"/>
                      <a:pt x="7" y="53"/>
                      <a:pt x="5" y="55"/>
                    </a:cubicBezTo>
                    <a:cubicBezTo>
                      <a:pt x="0" y="61"/>
                      <a:pt x="4" y="49"/>
                      <a:pt x="5" y="47"/>
                    </a:cubicBezTo>
                    <a:cubicBezTo>
                      <a:pt x="10" y="32"/>
                      <a:pt x="17" y="18"/>
                      <a:pt x="19" y="2"/>
                    </a:cubicBezTo>
                  </a:path>
                </a:pathLst>
              </a:custGeom>
              <a:solidFill>
                <a:srgbClr val="C1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0905" name="Freeform 559">
                <a:extLst>
                  <a:ext uri="{FF2B5EF4-FFF2-40B4-BE49-F238E27FC236}">
                    <a16:creationId xmlns:a16="http://schemas.microsoft.com/office/drawing/2014/main" id="{D2BBF566-0C4F-42F4-9A64-B7D3BD13A4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1" y="2446"/>
                <a:ext cx="27" cy="86"/>
              </a:xfrm>
              <a:custGeom>
                <a:avLst/>
                <a:gdLst>
                  <a:gd name="T0" fmla="*/ 100 w 14"/>
                  <a:gd name="T1" fmla="*/ 0 h 45"/>
                  <a:gd name="T2" fmla="*/ 79 w 14"/>
                  <a:gd name="T3" fmla="*/ 61 h 45"/>
                  <a:gd name="T4" fmla="*/ 64 w 14"/>
                  <a:gd name="T5" fmla="*/ 124 h 45"/>
                  <a:gd name="T6" fmla="*/ 37 w 14"/>
                  <a:gd name="T7" fmla="*/ 245 h 45"/>
                  <a:gd name="T8" fmla="*/ 23 w 14"/>
                  <a:gd name="T9" fmla="*/ 292 h 45"/>
                  <a:gd name="T10" fmla="*/ 23 w 14"/>
                  <a:gd name="T11" fmla="*/ 245 h 45"/>
                  <a:gd name="T12" fmla="*/ 52 w 14"/>
                  <a:gd name="T13" fmla="*/ 145 h 45"/>
                  <a:gd name="T14" fmla="*/ 85 w 14"/>
                  <a:gd name="T15" fmla="*/ 48 h 4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4" h="45">
                    <a:moveTo>
                      <a:pt x="14" y="0"/>
                    </a:moveTo>
                    <a:cubicBezTo>
                      <a:pt x="14" y="3"/>
                      <a:pt x="12" y="6"/>
                      <a:pt x="11" y="9"/>
                    </a:cubicBezTo>
                    <a:cubicBezTo>
                      <a:pt x="10" y="12"/>
                      <a:pt x="9" y="15"/>
                      <a:pt x="9" y="18"/>
                    </a:cubicBezTo>
                    <a:cubicBezTo>
                      <a:pt x="8" y="24"/>
                      <a:pt x="6" y="29"/>
                      <a:pt x="5" y="35"/>
                    </a:cubicBezTo>
                    <a:cubicBezTo>
                      <a:pt x="5" y="37"/>
                      <a:pt x="5" y="41"/>
                      <a:pt x="3" y="42"/>
                    </a:cubicBezTo>
                    <a:cubicBezTo>
                      <a:pt x="0" y="45"/>
                      <a:pt x="2" y="37"/>
                      <a:pt x="3" y="35"/>
                    </a:cubicBezTo>
                    <a:cubicBezTo>
                      <a:pt x="4" y="31"/>
                      <a:pt x="5" y="26"/>
                      <a:pt x="7" y="21"/>
                    </a:cubicBezTo>
                    <a:cubicBezTo>
                      <a:pt x="8" y="17"/>
                      <a:pt x="9" y="11"/>
                      <a:pt x="12" y="7"/>
                    </a:cubicBezTo>
                  </a:path>
                </a:pathLst>
              </a:custGeom>
              <a:solidFill>
                <a:srgbClr val="C1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0906" name="Freeform 560">
                <a:extLst>
                  <a:ext uri="{FF2B5EF4-FFF2-40B4-BE49-F238E27FC236}">
                    <a16:creationId xmlns:a16="http://schemas.microsoft.com/office/drawing/2014/main" id="{B147E264-42F7-4F83-BD96-FC91D793AE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0" y="2458"/>
                <a:ext cx="21" cy="42"/>
              </a:xfrm>
              <a:custGeom>
                <a:avLst/>
                <a:gdLst>
                  <a:gd name="T0" fmla="*/ 76 w 11"/>
                  <a:gd name="T1" fmla="*/ 0 h 22"/>
                  <a:gd name="T2" fmla="*/ 0 w 11"/>
                  <a:gd name="T3" fmla="*/ 153 h 22"/>
                  <a:gd name="T4" fmla="*/ 36 w 11"/>
                  <a:gd name="T5" fmla="*/ 84 h 22"/>
                  <a:gd name="T6" fmla="*/ 61 w 11"/>
                  <a:gd name="T7" fmla="*/ 15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22">
                    <a:moveTo>
                      <a:pt x="11" y="0"/>
                    </a:moveTo>
                    <a:cubicBezTo>
                      <a:pt x="10" y="7"/>
                      <a:pt x="7" y="19"/>
                      <a:pt x="0" y="22"/>
                    </a:cubicBezTo>
                    <a:cubicBezTo>
                      <a:pt x="1" y="19"/>
                      <a:pt x="3" y="16"/>
                      <a:pt x="5" y="12"/>
                    </a:cubicBezTo>
                    <a:cubicBezTo>
                      <a:pt x="6" y="9"/>
                      <a:pt x="8" y="5"/>
                      <a:pt x="9" y="2"/>
                    </a:cubicBezTo>
                  </a:path>
                </a:pathLst>
              </a:custGeom>
              <a:solidFill>
                <a:srgbClr val="C1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0907" name="Freeform 561">
                <a:extLst>
                  <a:ext uri="{FF2B5EF4-FFF2-40B4-BE49-F238E27FC236}">
                    <a16:creationId xmlns:a16="http://schemas.microsoft.com/office/drawing/2014/main" id="{D95B4A67-EF12-408B-9583-BC2688D5D8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2" y="1312"/>
                <a:ext cx="107" cy="133"/>
              </a:xfrm>
              <a:custGeom>
                <a:avLst/>
                <a:gdLst>
                  <a:gd name="T0" fmla="*/ 0 w 56"/>
                  <a:gd name="T1" fmla="*/ 0 h 70"/>
                  <a:gd name="T2" fmla="*/ 390 w 56"/>
                  <a:gd name="T3" fmla="*/ 481 h 70"/>
                  <a:gd name="T4" fmla="*/ 0 w 56"/>
                  <a:gd name="T5" fmla="*/ 0 h 7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6" h="70">
                    <a:moveTo>
                      <a:pt x="0" y="0"/>
                    </a:moveTo>
                    <a:cubicBezTo>
                      <a:pt x="0" y="0"/>
                      <a:pt x="45" y="3"/>
                      <a:pt x="56" y="70"/>
                    </a:cubicBezTo>
                    <a:cubicBezTo>
                      <a:pt x="56" y="70"/>
                      <a:pt x="47" y="27"/>
                      <a:pt x="0" y="0"/>
                    </a:cubicBezTo>
                    <a:close/>
                  </a:path>
                </a:pathLst>
              </a:custGeom>
              <a:solidFill>
                <a:srgbClr val="C1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0908" name="Freeform 562">
                <a:extLst>
                  <a:ext uri="{FF2B5EF4-FFF2-40B4-BE49-F238E27FC236}">
                    <a16:creationId xmlns:a16="http://schemas.microsoft.com/office/drawing/2014/main" id="{BAD113D6-F885-494D-917C-5855F5DFF3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4" y="1553"/>
                <a:ext cx="71" cy="567"/>
              </a:xfrm>
              <a:custGeom>
                <a:avLst/>
                <a:gdLst>
                  <a:gd name="T0" fmla="*/ 0 w 37"/>
                  <a:gd name="T1" fmla="*/ 0 h 299"/>
                  <a:gd name="T2" fmla="*/ 129 w 37"/>
                  <a:gd name="T3" fmla="*/ 607 h 299"/>
                  <a:gd name="T4" fmla="*/ 213 w 37"/>
                  <a:gd name="T5" fmla="*/ 2039 h 299"/>
                  <a:gd name="T6" fmla="*/ 177 w 37"/>
                  <a:gd name="T7" fmla="*/ 1227 h 299"/>
                  <a:gd name="T8" fmla="*/ 92 w 37"/>
                  <a:gd name="T9" fmla="*/ 654 h 299"/>
                  <a:gd name="T10" fmla="*/ 0 w 37"/>
                  <a:gd name="T11" fmla="*/ 0 h 29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7" h="299">
                    <a:moveTo>
                      <a:pt x="0" y="0"/>
                    </a:moveTo>
                    <a:cubicBezTo>
                      <a:pt x="0" y="0"/>
                      <a:pt x="12" y="67"/>
                      <a:pt x="18" y="89"/>
                    </a:cubicBezTo>
                    <a:cubicBezTo>
                      <a:pt x="23" y="112"/>
                      <a:pt x="37" y="144"/>
                      <a:pt x="30" y="299"/>
                    </a:cubicBezTo>
                    <a:cubicBezTo>
                      <a:pt x="30" y="299"/>
                      <a:pt x="28" y="224"/>
                      <a:pt x="25" y="180"/>
                    </a:cubicBezTo>
                    <a:cubicBezTo>
                      <a:pt x="23" y="146"/>
                      <a:pt x="21" y="119"/>
                      <a:pt x="13" y="96"/>
                    </a:cubicBezTo>
                    <a:cubicBezTo>
                      <a:pt x="4" y="73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C1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0909" name="Freeform 563">
                <a:extLst>
                  <a:ext uri="{FF2B5EF4-FFF2-40B4-BE49-F238E27FC236}">
                    <a16:creationId xmlns:a16="http://schemas.microsoft.com/office/drawing/2014/main" id="{A6E4C94D-1089-4FEF-A746-384B9EABBE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2" y="1733"/>
                <a:ext cx="58" cy="484"/>
              </a:xfrm>
              <a:custGeom>
                <a:avLst/>
                <a:gdLst>
                  <a:gd name="T0" fmla="*/ 0 w 30"/>
                  <a:gd name="T1" fmla="*/ 0 h 255"/>
                  <a:gd name="T2" fmla="*/ 145 w 30"/>
                  <a:gd name="T3" fmla="*/ 691 h 255"/>
                  <a:gd name="T4" fmla="*/ 217 w 30"/>
                  <a:gd name="T5" fmla="*/ 1744 h 255"/>
                  <a:gd name="T6" fmla="*/ 188 w 30"/>
                  <a:gd name="T7" fmla="*/ 998 h 255"/>
                  <a:gd name="T8" fmla="*/ 116 w 30"/>
                  <a:gd name="T9" fmla="*/ 342 h 255"/>
                  <a:gd name="T10" fmla="*/ 0 w 30"/>
                  <a:gd name="T11" fmla="*/ 0 h 25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0" h="255">
                    <a:moveTo>
                      <a:pt x="0" y="0"/>
                    </a:moveTo>
                    <a:cubicBezTo>
                      <a:pt x="0" y="0"/>
                      <a:pt x="20" y="75"/>
                      <a:pt x="20" y="101"/>
                    </a:cubicBezTo>
                    <a:cubicBezTo>
                      <a:pt x="19" y="127"/>
                      <a:pt x="25" y="234"/>
                      <a:pt x="30" y="255"/>
                    </a:cubicBezTo>
                    <a:cubicBezTo>
                      <a:pt x="30" y="255"/>
                      <a:pt x="25" y="168"/>
                      <a:pt x="26" y="146"/>
                    </a:cubicBezTo>
                    <a:cubicBezTo>
                      <a:pt x="28" y="125"/>
                      <a:pt x="21" y="67"/>
                      <a:pt x="16" y="50"/>
                    </a:cubicBezTo>
                    <a:cubicBezTo>
                      <a:pt x="11" y="33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E4C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0910" name="Freeform 564">
                <a:extLst>
                  <a:ext uri="{FF2B5EF4-FFF2-40B4-BE49-F238E27FC236}">
                    <a16:creationId xmlns:a16="http://schemas.microsoft.com/office/drawing/2014/main" id="{372037F6-051B-4AC3-B784-26C72BDD86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2" y="1822"/>
                <a:ext cx="57" cy="23"/>
              </a:xfrm>
              <a:custGeom>
                <a:avLst/>
                <a:gdLst>
                  <a:gd name="T0" fmla="*/ 0 w 30"/>
                  <a:gd name="T1" fmla="*/ 84 h 12"/>
                  <a:gd name="T2" fmla="*/ 205 w 30"/>
                  <a:gd name="T3" fmla="*/ 23 h 12"/>
                  <a:gd name="T4" fmla="*/ 0 w 30"/>
                  <a:gd name="T5" fmla="*/ 84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0" h="12">
                    <a:moveTo>
                      <a:pt x="0" y="12"/>
                    </a:moveTo>
                    <a:cubicBezTo>
                      <a:pt x="0" y="12"/>
                      <a:pt x="19" y="1"/>
                      <a:pt x="30" y="3"/>
                    </a:cubicBezTo>
                    <a:cubicBezTo>
                      <a:pt x="30" y="3"/>
                      <a:pt x="8" y="0"/>
                      <a:pt x="0" y="12"/>
                    </a:cubicBezTo>
                    <a:close/>
                  </a:path>
                </a:pathLst>
              </a:custGeom>
              <a:solidFill>
                <a:srgbClr val="C1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0911" name="Freeform 565">
                <a:extLst>
                  <a:ext uri="{FF2B5EF4-FFF2-40B4-BE49-F238E27FC236}">
                    <a16:creationId xmlns:a16="http://schemas.microsoft.com/office/drawing/2014/main" id="{C15B05EE-999A-41C4-88E5-0ADA71A680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4" y="2909"/>
                <a:ext cx="33" cy="129"/>
              </a:xfrm>
              <a:custGeom>
                <a:avLst/>
                <a:gdLst>
                  <a:gd name="T0" fmla="*/ 124 w 17"/>
                  <a:gd name="T1" fmla="*/ 0 h 68"/>
                  <a:gd name="T2" fmla="*/ 80 w 17"/>
                  <a:gd name="T3" fmla="*/ 176 h 68"/>
                  <a:gd name="T4" fmla="*/ 37 w 17"/>
                  <a:gd name="T5" fmla="*/ 465 h 68"/>
                  <a:gd name="T6" fmla="*/ 31 w 17"/>
                  <a:gd name="T7" fmla="*/ 220 h 68"/>
                  <a:gd name="T8" fmla="*/ 95 w 17"/>
                  <a:gd name="T9" fmla="*/ 28 h 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68">
                    <a:moveTo>
                      <a:pt x="17" y="0"/>
                    </a:moveTo>
                    <a:cubicBezTo>
                      <a:pt x="17" y="11"/>
                      <a:pt x="15" y="17"/>
                      <a:pt x="11" y="26"/>
                    </a:cubicBezTo>
                    <a:cubicBezTo>
                      <a:pt x="5" y="40"/>
                      <a:pt x="7" y="54"/>
                      <a:pt x="5" y="68"/>
                    </a:cubicBezTo>
                    <a:cubicBezTo>
                      <a:pt x="0" y="60"/>
                      <a:pt x="4" y="41"/>
                      <a:pt x="4" y="32"/>
                    </a:cubicBezTo>
                    <a:cubicBezTo>
                      <a:pt x="5" y="21"/>
                      <a:pt x="8" y="13"/>
                      <a:pt x="13" y="4"/>
                    </a:cubicBezTo>
                  </a:path>
                </a:pathLst>
              </a:custGeom>
              <a:solidFill>
                <a:srgbClr val="C1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0912" name="Freeform 566">
                <a:extLst>
                  <a:ext uri="{FF2B5EF4-FFF2-40B4-BE49-F238E27FC236}">
                    <a16:creationId xmlns:a16="http://schemas.microsoft.com/office/drawing/2014/main" id="{E843B0B7-C7ED-43BF-89A0-56A9A66A42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5" y="2814"/>
                <a:ext cx="21" cy="124"/>
              </a:xfrm>
              <a:custGeom>
                <a:avLst/>
                <a:gdLst>
                  <a:gd name="T0" fmla="*/ 76 w 11"/>
                  <a:gd name="T1" fmla="*/ 0 h 65"/>
                  <a:gd name="T2" fmla="*/ 69 w 11"/>
                  <a:gd name="T3" fmla="*/ 452 h 65"/>
                  <a:gd name="T4" fmla="*/ 55 w 11"/>
                  <a:gd name="T5" fmla="*/ 84 h 6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65">
                    <a:moveTo>
                      <a:pt x="11" y="0"/>
                    </a:moveTo>
                    <a:cubicBezTo>
                      <a:pt x="0" y="18"/>
                      <a:pt x="5" y="46"/>
                      <a:pt x="10" y="65"/>
                    </a:cubicBezTo>
                    <a:cubicBezTo>
                      <a:pt x="9" y="50"/>
                      <a:pt x="3" y="27"/>
                      <a:pt x="8" y="12"/>
                    </a:cubicBezTo>
                  </a:path>
                </a:pathLst>
              </a:custGeom>
              <a:solidFill>
                <a:srgbClr val="C1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0913" name="Freeform 567">
                <a:extLst>
                  <a:ext uri="{FF2B5EF4-FFF2-40B4-BE49-F238E27FC236}">
                    <a16:creationId xmlns:a16="http://schemas.microsoft.com/office/drawing/2014/main" id="{B831759F-8D43-4F40-8A1F-E0B60BBFB7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9" y="1562"/>
                <a:ext cx="94" cy="55"/>
              </a:xfrm>
              <a:custGeom>
                <a:avLst/>
                <a:gdLst>
                  <a:gd name="T0" fmla="*/ 0 w 49"/>
                  <a:gd name="T1" fmla="*/ 184 h 29"/>
                  <a:gd name="T2" fmla="*/ 205 w 49"/>
                  <a:gd name="T3" fmla="*/ 152 h 29"/>
                  <a:gd name="T4" fmla="*/ 345 w 49"/>
                  <a:gd name="T5" fmla="*/ 0 h 29"/>
                  <a:gd name="T6" fmla="*/ 63 w 49"/>
                  <a:gd name="T7" fmla="*/ 197 h 2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9" h="29">
                    <a:moveTo>
                      <a:pt x="0" y="27"/>
                    </a:moveTo>
                    <a:cubicBezTo>
                      <a:pt x="11" y="26"/>
                      <a:pt x="21" y="28"/>
                      <a:pt x="29" y="22"/>
                    </a:cubicBezTo>
                    <a:cubicBezTo>
                      <a:pt x="36" y="16"/>
                      <a:pt x="45" y="9"/>
                      <a:pt x="49" y="0"/>
                    </a:cubicBezTo>
                    <a:cubicBezTo>
                      <a:pt x="38" y="9"/>
                      <a:pt x="24" y="27"/>
                      <a:pt x="9" y="29"/>
                    </a:cubicBezTo>
                  </a:path>
                </a:pathLst>
              </a:custGeom>
              <a:solidFill>
                <a:srgbClr val="8E4C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0914" name="Freeform 568">
                <a:extLst>
                  <a:ext uri="{FF2B5EF4-FFF2-40B4-BE49-F238E27FC236}">
                    <a16:creationId xmlns:a16="http://schemas.microsoft.com/office/drawing/2014/main" id="{2DB16F36-2000-4E88-841E-FABCA44CB1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0" y="1475"/>
                <a:ext cx="39" cy="235"/>
              </a:xfrm>
              <a:custGeom>
                <a:avLst/>
                <a:gdLst>
                  <a:gd name="T0" fmla="*/ 8 w 20"/>
                  <a:gd name="T1" fmla="*/ 8 h 124"/>
                  <a:gd name="T2" fmla="*/ 23 w 20"/>
                  <a:gd name="T3" fmla="*/ 116 h 124"/>
                  <a:gd name="T4" fmla="*/ 31 w 20"/>
                  <a:gd name="T5" fmla="*/ 237 h 124"/>
                  <a:gd name="T6" fmla="*/ 39 w 20"/>
                  <a:gd name="T7" fmla="*/ 434 h 124"/>
                  <a:gd name="T8" fmla="*/ 148 w 20"/>
                  <a:gd name="T9" fmla="*/ 843 h 124"/>
                  <a:gd name="T10" fmla="*/ 88 w 20"/>
                  <a:gd name="T11" fmla="*/ 593 h 124"/>
                  <a:gd name="T12" fmla="*/ 60 w 20"/>
                  <a:gd name="T13" fmla="*/ 334 h 124"/>
                  <a:gd name="T14" fmla="*/ 31 w 20"/>
                  <a:gd name="T15" fmla="*/ 136 h 124"/>
                  <a:gd name="T16" fmla="*/ 0 w 20"/>
                  <a:gd name="T17" fmla="*/ 0 h 12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0" h="124">
                    <a:moveTo>
                      <a:pt x="1" y="1"/>
                    </a:moveTo>
                    <a:cubicBezTo>
                      <a:pt x="0" y="2"/>
                      <a:pt x="3" y="14"/>
                      <a:pt x="3" y="17"/>
                    </a:cubicBezTo>
                    <a:cubicBezTo>
                      <a:pt x="3" y="23"/>
                      <a:pt x="4" y="29"/>
                      <a:pt x="4" y="35"/>
                    </a:cubicBezTo>
                    <a:cubicBezTo>
                      <a:pt x="5" y="45"/>
                      <a:pt x="4" y="54"/>
                      <a:pt x="5" y="64"/>
                    </a:cubicBezTo>
                    <a:cubicBezTo>
                      <a:pt x="7" y="85"/>
                      <a:pt x="14" y="104"/>
                      <a:pt x="20" y="124"/>
                    </a:cubicBezTo>
                    <a:cubicBezTo>
                      <a:pt x="14" y="113"/>
                      <a:pt x="14" y="99"/>
                      <a:pt x="12" y="87"/>
                    </a:cubicBezTo>
                    <a:cubicBezTo>
                      <a:pt x="10" y="74"/>
                      <a:pt x="9" y="61"/>
                      <a:pt x="8" y="49"/>
                    </a:cubicBezTo>
                    <a:cubicBezTo>
                      <a:pt x="7" y="39"/>
                      <a:pt x="7" y="30"/>
                      <a:pt x="4" y="20"/>
                    </a:cubicBezTo>
                    <a:cubicBezTo>
                      <a:pt x="3" y="14"/>
                      <a:pt x="0" y="7"/>
                      <a:pt x="0" y="0"/>
                    </a:cubicBezTo>
                  </a:path>
                </a:pathLst>
              </a:custGeom>
              <a:solidFill>
                <a:srgbClr val="8E4C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0915" name="Freeform 569">
                <a:extLst>
                  <a:ext uri="{FF2B5EF4-FFF2-40B4-BE49-F238E27FC236}">
                    <a16:creationId xmlns:a16="http://schemas.microsoft.com/office/drawing/2014/main" id="{B476ACB8-84C5-4140-9418-1950E971DA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0" y="1627"/>
                <a:ext cx="81" cy="795"/>
              </a:xfrm>
              <a:custGeom>
                <a:avLst/>
                <a:gdLst>
                  <a:gd name="T0" fmla="*/ 172 w 42"/>
                  <a:gd name="T1" fmla="*/ 0 h 419"/>
                  <a:gd name="T2" fmla="*/ 85 w 42"/>
                  <a:gd name="T3" fmla="*/ 822 h 419"/>
                  <a:gd name="T4" fmla="*/ 123 w 42"/>
                  <a:gd name="T5" fmla="*/ 1842 h 419"/>
                  <a:gd name="T6" fmla="*/ 301 w 42"/>
                  <a:gd name="T7" fmla="*/ 2861 h 419"/>
                  <a:gd name="T8" fmla="*/ 152 w 42"/>
                  <a:gd name="T9" fmla="*/ 2154 h 419"/>
                  <a:gd name="T10" fmla="*/ 8 w 42"/>
                  <a:gd name="T11" fmla="*/ 1195 h 419"/>
                  <a:gd name="T12" fmla="*/ 172 w 42"/>
                  <a:gd name="T13" fmla="*/ 0 h 4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2" h="419">
                    <a:moveTo>
                      <a:pt x="24" y="0"/>
                    </a:moveTo>
                    <a:cubicBezTo>
                      <a:pt x="24" y="0"/>
                      <a:pt x="20" y="72"/>
                      <a:pt x="12" y="120"/>
                    </a:cubicBezTo>
                    <a:cubicBezTo>
                      <a:pt x="4" y="167"/>
                      <a:pt x="6" y="232"/>
                      <a:pt x="17" y="270"/>
                    </a:cubicBezTo>
                    <a:cubicBezTo>
                      <a:pt x="28" y="308"/>
                      <a:pt x="41" y="364"/>
                      <a:pt x="42" y="419"/>
                    </a:cubicBezTo>
                    <a:cubicBezTo>
                      <a:pt x="42" y="419"/>
                      <a:pt x="40" y="352"/>
                      <a:pt x="21" y="315"/>
                    </a:cubicBezTo>
                    <a:cubicBezTo>
                      <a:pt x="3" y="278"/>
                      <a:pt x="2" y="193"/>
                      <a:pt x="1" y="175"/>
                    </a:cubicBezTo>
                    <a:cubicBezTo>
                      <a:pt x="0" y="157"/>
                      <a:pt x="25" y="16"/>
                      <a:pt x="24" y="0"/>
                    </a:cubicBezTo>
                    <a:close/>
                  </a:path>
                </a:pathLst>
              </a:custGeom>
              <a:solidFill>
                <a:srgbClr val="C1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0916" name="Freeform 570">
                <a:extLst>
                  <a:ext uri="{FF2B5EF4-FFF2-40B4-BE49-F238E27FC236}">
                    <a16:creationId xmlns:a16="http://schemas.microsoft.com/office/drawing/2014/main" id="{AB2E3554-BCC0-4570-A459-09128AB954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5" y="2297"/>
                <a:ext cx="80" cy="151"/>
              </a:xfrm>
              <a:custGeom>
                <a:avLst/>
                <a:gdLst>
                  <a:gd name="T0" fmla="*/ 0 w 42"/>
                  <a:gd name="T1" fmla="*/ 538 h 80"/>
                  <a:gd name="T2" fmla="*/ 137 w 42"/>
                  <a:gd name="T3" fmla="*/ 296 h 80"/>
                  <a:gd name="T4" fmla="*/ 290 w 42"/>
                  <a:gd name="T5" fmla="*/ 0 h 80"/>
                  <a:gd name="T6" fmla="*/ 229 w 42"/>
                  <a:gd name="T7" fmla="*/ 128 h 80"/>
                  <a:gd name="T8" fmla="*/ 152 w 42"/>
                  <a:gd name="T9" fmla="*/ 296 h 80"/>
                  <a:gd name="T10" fmla="*/ 76 w 42"/>
                  <a:gd name="T11" fmla="*/ 417 h 80"/>
                  <a:gd name="T12" fmla="*/ 21 w 42"/>
                  <a:gd name="T13" fmla="*/ 517 h 8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2" h="80">
                    <a:moveTo>
                      <a:pt x="0" y="80"/>
                    </a:moveTo>
                    <a:cubicBezTo>
                      <a:pt x="9" y="71"/>
                      <a:pt x="14" y="55"/>
                      <a:pt x="20" y="44"/>
                    </a:cubicBezTo>
                    <a:cubicBezTo>
                      <a:pt x="27" y="29"/>
                      <a:pt x="32" y="13"/>
                      <a:pt x="42" y="0"/>
                    </a:cubicBezTo>
                    <a:cubicBezTo>
                      <a:pt x="40" y="7"/>
                      <a:pt x="36" y="13"/>
                      <a:pt x="33" y="19"/>
                    </a:cubicBezTo>
                    <a:cubicBezTo>
                      <a:pt x="29" y="27"/>
                      <a:pt x="25" y="36"/>
                      <a:pt x="22" y="44"/>
                    </a:cubicBezTo>
                    <a:cubicBezTo>
                      <a:pt x="19" y="50"/>
                      <a:pt x="15" y="56"/>
                      <a:pt x="11" y="62"/>
                    </a:cubicBezTo>
                    <a:cubicBezTo>
                      <a:pt x="8" y="67"/>
                      <a:pt x="4" y="72"/>
                      <a:pt x="3" y="77"/>
                    </a:cubicBezTo>
                  </a:path>
                </a:pathLst>
              </a:custGeom>
              <a:solidFill>
                <a:srgbClr val="8E4C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0917" name="Freeform 571">
                <a:extLst>
                  <a:ext uri="{FF2B5EF4-FFF2-40B4-BE49-F238E27FC236}">
                    <a16:creationId xmlns:a16="http://schemas.microsoft.com/office/drawing/2014/main" id="{3356D971-78CA-449D-A953-61ACD772A6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8" y="2456"/>
                <a:ext cx="127" cy="106"/>
              </a:xfrm>
              <a:custGeom>
                <a:avLst/>
                <a:gdLst>
                  <a:gd name="T0" fmla="*/ 0 w 66"/>
                  <a:gd name="T1" fmla="*/ 0 h 56"/>
                  <a:gd name="T2" fmla="*/ 37 w 66"/>
                  <a:gd name="T3" fmla="*/ 265 h 56"/>
                  <a:gd name="T4" fmla="*/ 277 w 66"/>
                  <a:gd name="T5" fmla="*/ 352 h 56"/>
                  <a:gd name="T6" fmla="*/ 400 w 66"/>
                  <a:gd name="T7" fmla="*/ 0 h 5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6" h="56">
                    <a:moveTo>
                      <a:pt x="0" y="0"/>
                    </a:moveTo>
                    <a:cubicBezTo>
                      <a:pt x="3" y="12"/>
                      <a:pt x="0" y="28"/>
                      <a:pt x="5" y="39"/>
                    </a:cubicBezTo>
                    <a:cubicBezTo>
                      <a:pt x="12" y="51"/>
                      <a:pt x="26" y="56"/>
                      <a:pt x="39" y="52"/>
                    </a:cubicBezTo>
                    <a:cubicBezTo>
                      <a:pt x="66" y="42"/>
                      <a:pt x="45" y="7"/>
                      <a:pt x="56" y="0"/>
                    </a:cubicBezTo>
                  </a:path>
                </a:pathLst>
              </a:custGeom>
              <a:solidFill>
                <a:srgbClr val="A961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0918" name="Freeform 572">
                <a:extLst>
                  <a:ext uri="{FF2B5EF4-FFF2-40B4-BE49-F238E27FC236}">
                    <a16:creationId xmlns:a16="http://schemas.microsoft.com/office/drawing/2014/main" id="{FCF2658F-E078-4ED1-826D-AC0461061B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8" y="2456"/>
                <a:ext cx="107" cy="108"/>
              </a:xfrm>
              <a:custGeom>
                <a:avLst/>
                <a:gdLst>
                  <a:gd name="T0" fmla="*/ 8 w 56"/>
                  <a:gd name="T1" fmla="*/ 8 h 57"/>
                  <a:gd name="T2" fmla="*/ 40 w 56"/>
                  <a:gd name="T3" fmla="*/ 265 h 57"/>
                  <a:gd name="T4" fmla="*/ 273 w 56"/>
                  <a:gd name="T5" fmla="*/ 356 h 57"/>
                  <a:gd name="T6" fmla="*/ 369 w 56"/>
                  <a:gd name="T7" fmla="*/ 129 h 57"/>
                  <a:gd name="T8" fmla="*/ 390 w 56"/>
                  <a:gd name="T9" fmla="*/ 0 h 5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57">
                    <a:moveTo>
                      <a:pt x="1" y="1"/>
                    </a:moveTo>
                    <a:cubicBezTo>
                      <a:pt x="3" y="13"/>
                      <a:pt x="0" y="28"/>
                      <a:pt x="6" y="39"/>
                    </a:cubicBezTo>
                    <a:cubicBezTo>
                      <a:pt x="12" y="51"/>
                      <a:pt x="27" y="57"/>
                      <a:pt x="39" y="52"/>
                    </a:cubicBezTo>
                    <a:cubicBezTo>
                      <a:pt x="52" y="47"/>
                      <a:pt x="53" y="33"/>
                      <a:pt x="53" y="19"/>
                    </a:cubicBezTo>
                    <a:cubicBezTo>
                      <a:pt x="53" y="13"/>
                      <a:pt x="50" y="6"/>
                      <a:pt x="56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0919" name="Freeform 573">
                <a:extLst>
                  <a:ext uri="{FF2B5EF4-FFF2-40B4-BE49-F238E27FC236}">
                    <a16:creationId xmlns:a16="http://schemas.microsoft.com/office/drawing/2014/main" id="{22636C55-838F-48E2-A80D-52B0D47845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9" y="2462"/>
                <a:ext cx="40" cy="68"/>
              </a:xfrm>
              <a:custGeom>
                <a:avLst/>
                <a:gdLst>
                  <a:gd name="T0" fmla="*/ 21 w 21"/>
                  <a:gd name="T1" fmla="*/ 0 h 36"/>
                  <a:gd name="T2" fmla="*/ 8 w 21"/>
                  <a:gd name="T3" fmla="*/ 168 h 36"/>
                  <a:gd name="T4" fmla="*/ 69 w 21"/>
                  <a:gd name="T5" fmla="*/ 242 h 36"/>
                  <a:gd name="T6" fmla="*/ 137 w 21"/>
                  <a:gd name="T7" fmla="*/ 176 h 36"/>
                  <a:gd name="T8" fmla="*/ 124 w 21"/>
                  <a:gd name="T9" fmla="*/ 53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36">
                    <a:moveTo>
                      <a:pt x="3" y="0"/>
                    </a:moveTo>
                    <a:cubicBezTo>
                      <a:pt x="4" y="8"/>
                      <a:pt x="2" y="16"/>
                      <a:pt x="1" y="25"/>
                    </a:cubicBezTo>
                    <a:cubicBezTo>
                      <a:pt x="0" y="33"/>
                      <a:pt x="3" y="35"/>
                      <a:pt x="10" y="36"/>
                    </a:cubicBezTo>
                    <a:cubicBezTo>
                      <a:pt x="18" y="36"/>
                      <a:pt x="19" y="34"/>
                      <a:pt x="20" y="26"/>
                    </a:cubicBezTo>
                    <a:cubicBezTo>
                      <a:pt x="21" y="20"/>
                      <a:pt x="20" y="13"/>
                      <a:pt x="18" y="8"/>
                    </a:cubicBezTo>
                  </a:path>
                </a:pathLst>
              </a:custGeom>
              <a:solidFill>
                <a:srgbClr val="A961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0920" name="Freeform 574">
                <a:extLst>
                  <a:ext uri="{FF2B5EF4-FFF2-40B4-BE49-F238E27FC236}">
                    <a16:creationId xmlns:a16="http://schemas.microsoft.com/office/drawing/2014/main" id="{243D50F4-4EC9-475F-9860-B68196DF9E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9" y="2462"/>
                <a:ext cx="40" cy="70"/>
              </a:xfrm>
              <a:custGeom>
                <a:avLst/>
                <a:gdLst>
                  <a:gd name="T0" fmla="*/ 21 w 21"/>
                  <a:gd name="T1" fmla="*/ 0 h 37"/>
                  <a:gd name="T2" fmla="*/ 8 w 21"/>
                  <a:gd name="T3" fmla="*/ 168 h 37"/>
                  <a:gd name="T4" fmla="*/ 69 w 21"/>
                  <a:gd name="T5" fmla="*/ 244 h 37"/>
                  <a:gd name="T6" fmla="*/ 137 w 21"/>
                  <a:gd name="T7" fmla="*/ 182 h 37"/>
                  <a:gd name="T8" fmla="*/ 124 w 21"/>
                  <a:gd name="T9" fmla="*/ 53 h 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37">
                    <a:moveTo>
                      <a:pt x="3" y="0"/>
                    </a:moveTo>
                    <a:cubicBezTo>
                      <a:pt x="4" y="9"/>
                      <a:pt x="2" y="17"/>
                      <a:pt x="1" y="25"/>
                    </a:cubicBezTo>
                    <a:cubicBezTo>
                      <a:pt x="0" y="33"/>
                      <a:pt x="3" y="36"/>
                      <a:pt x="10" y="36"/>
                    </a:cubicBezTo>
                    <a:cubicBezTo>
                      <a:pt x="18" y="37"/>
                      <a:pt x="19" y="34"/>
                      <a:pt x="20" y="27"/>
                    </a:cubicBezTo>
                    <a:cubicBezTo>
                      <a:pt x="21" y="21"/>
                      <a:pt x="20" y="13"/>
                      <a:pt x="18" y="8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0921" name="Freeform 575">
                <a:extLst>
                  <a:ext uri="{FF2B5EF4-FFF2-40B4-BE49-F238E27FC236}">
                    <a16:creationId xmlns:a16="http://schemas.microsoft.com/office/drawing/2014/main" id="{8C7660E1-4A78-4A38-B125-CFB30A3FEF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0" y="2458"/>
                <a:ext cx="46" cy="93"/>
              </a:xfrm>
              <a:custGeom>
                <a:avLst/>
                <a:gdLst>
                  <a:gd name="T0" fmla="*/ 0 w 24"/>
                  <a:gd name="T1" fmla="*/ 8 h 49"/>
                  <a:gd name="T2" fmla="*/ 8 w 24"/>
                  <a:gd name="T3" fmla="*/ 108 h 49"/>
                  <a:gd name="T4" fmla="*/ 23 w 24"/>
                  <a:gd name="T5" fmla="*/ 213 h 49"/>
                  <a:gd name="T6" fmla="*/ 63 w 24"/>
                  <a:gd name="T7" fmla="*/ 302 h 49"/>
                  <a:gd name="T8" fmla="*/ 169 w 24"/>
                  <a:gd name="T9" fmla="*/ 336 h 49"/>
                  <a:gd name="T10" fmla="*/ 77 w 24"/>
                  <a:gd name="T11" fmla="*/ 266 h 49"/>
                  <a:gd name="T12" fmla="*/ 48 w 24"/>
                  <a:gd name="T13" fmla="*/ 144 h 49"/>
                  <a:gd name="T14" fmla="*/ 23 w 24"/>
                  <a:gd name="T15" fmla="*/ 47 h 49"/>
                  <a:gd name="T16" fmla="*/ 0 w 24"/>
                  <a:gd name="T17" fmla="*/ 0 h 4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4" h="49">
                    <a:moveTo>
                      <a:pt x="0" y="1"/>
                    </a:moveTo>
                    <a:cubicBezTo>
                      <a:pt x="0" y="6"/>
                      <a:pt x="1" y="11"/>
                      <a:pt x="1" y="16"/>
                    </a:cubicBezTo>
                    <a:cubicBezTo>
                      <a:pt x="2" y="21"/>
                      <a:pt x="3" y="26"/>
                      <a:pt x="3" y="31"/>
                    </a:cubicBezTo>
                    <a:cubicBezTo>
                      <a:pt x="4" y="35"/>
                      <a:pt x="6" y="41"/>
                      <a:pt x="9" y="44"/>
                    </a:cubicBezTo>
                    <a:cubicBezTo>
                      <a:pt x="13" y="48"/>
                      <a:pt x="19" y="48"/>
                      <a:pt x="24" y="49"/>
                    </a:cubicBezTo>
                    <a:cubicBezTo>
                      <a:pt x="19" y="48"/>
                      <a:pt x="14" y="43"/>
                      <a:pt x="11" y="39"/>
                    </a:cubicBezTo>
                    <a:cubicBezTo>
                      <a:pt x="8" y="33"/>
                      <a:pt x="7" y="27"/>
                      <a:pt x="7" y="21"/>
                    </a:cubicBezTo>
                    <a:cubicBezTo>
                      <a:pt x="6" y="17"/>
                      <a:pt x="5" y="11"/>
                      <a:pt x="3" y="7"/>
                    </a:cubicBezTo>
                    <a:cubicBezTo>
                      <a:pt x="2" y="5"/>
                      <a:pt x="1" y="3"/>
                      <a:pt x="0" y="0"/>
                    </a:cubicBezTo>
                  </a:path>
                </a:pathLst>
              </a:custGeom>
              <a:solidFill>
                <a:srgbClr val="8E4C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0922" name="Freeform 576">
                <a:extLst>
                  <a:ext uri="{FF2B5EF4-FFF2-40B4-BE49-F238E27FC236}">
                    <a16:creationId xmlns:a16="http://schemas.microsoft.com/office/drawing/2014/main" id="{7AF29CED-3575-4A19-A7CF-33D4BD7394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3" y="2467"/>
                <a:ext cx="11" cy="59"/>
              </a:xfrm>
              <a:custGeom>
                <a:avLst/>
                <a:gdLst>
                  <a:gd name="T0" fmla="*/ 20 w 6"/>
                  <a:gd name="T1" fmla="*/ 0 h 31"/>
                  <a:gd name="T2" fmla="*/ 24 w 6"/>
                  <a:gd name="T3" fmla="*/ 76 h 31"/>
                  <a:gd name="T4" fmla="*/ 20 w 6"/>
                  <a:gd name="T5" fmla="*/ 131 h 31"/>
                  <a:gd name="T6" fmla="*/ 37 w 6"/>
                  <a:gd name="T7" fmla="*/ 213 h 31"/>
                  <a:gd name="T8" fmla="*/ 37 w 6"/>
                  <a:gd name="T9" fmla="*/ 105 h 31"/>
                  <a:gd name="T10" fmla="*/ 20 w 6"/>
                  <a:gd name="T11" fmla="*/ 8 h 3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" h="31">
                    <a:moveTo>
                      <a:pt x="3" y="0"/>
                    </a:moveTo>
                    <a:cubicBezTo>
                      <a:pt x="3" y="3"/>
                      <a:pt x="4" y="7"/>
                      <a:pt x="4" y="11"/>
                    </a:cubicBezTo>
                    <a:cubicBezTo>
                      <a:pt x="4" y="14"/>
                      <a:pt x="4" y="16"/>
                      <a:pt x="3" y="19"/>
                    </a:cubicBezTo>
                    <a:cubicBezTo>
                      <a:pt x="2" y="23"/>
                      <a:pt x="0" y="30"/>
                      <a:pt x="6" y="31"/>
                    </a:cubicBezTo>
                    <a:cubicBezTo>
                      <a:pt x="2" y="28"/>
                      <a:pt x="6" y="20"/>
                      <a:pt x="6" y="15"/>
                    </a:cubicBezTo>
                    <a:cubicBezTo>
                      <a:pt x="6" y="12"/>
                      <a:pt x="6" y="4"/>
                      <a:pt x="3" y="1"/>
                    </a:cubicBezTo>
                  </a:path>
                </a:pathLst>
              </a:custGeom>
              <a:solidFill>
                <a:srgbClr val="8E4C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0923" name="Freeform 577">
                <a:extLst>
                  <a:ext uri="{FF2B5EF4-FFF2-40B4-BE49-F238E27FC236}">
                    <a16:creationId xmlns:a16="http://schemas.microsoft.com/office/drawing/2014/main" id="{9D67445D-C006-4459-B636-EA68DF779E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4" y="2473"/>
                <a:ext cx="52" cy="82"/>
              </a:xfrm>
              <a:custGeom>
                <a:avLst/>
                <a:gdLst>
                  <a:gd name="T0" fmla="*/ 164 w 27"/>
                  <a:gd name="T1" fmla="*/ 0 h 43"/>
                  <a:gd name="T2" fmla="*/ 144 w 27"/>
                  <a:gd name="T3" fmla="*/ 244 h 43"/>
                  <a:gd name="T4" fmla="*/ 71 w 27"/>
                  <a:gd name="T5" fmla="*/ 292 h 43"/>
                  <a:gd name="T6" fmla="*/ 0 w 27"/>
                  <a:gd name="T7" fmla="*/ 284 h 43"/>
                  <a:gd name="T8" fmla="*/ 85 w 27"/>
                  <a:gd name="T9" fmla="*/ 252 h 43"/>
                  <a:gd name="T10" fmla="*/ 144 w 27"/>
                  <a:gd name="T11" fmla="*/ 175 h 43"/>
                  <a:gd name="T12" fmla="*/ 148 w 27"/>
                  <a:gd name="T13" fmla="*/ 76 h 43"/>
                  <a:gd name="T14" fmla="*/ 164 w 27"/>
                  <a:gd name="T15" fmla="*/ 8 h 4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7" h="43">
                    <a:moveTo>
                      <a:pt x="23" y="0"/>
                    </a:moveTo>
                    <a:cubicBezTo>
                      <a:pt x="24" y="12"/>
                      <a:pt x="27" y="24"/>
                      <a:pt x="20" y="35"/>
                    </a:cubicBezTo>
                    <a:cubicBezTo>
                      <a:pt x="18" y="38"/>
                      <a:pt x="14" y="41"/>
                      <a:pt x="10" y="42"/>
                    </a:cubicBezTo>
                    <a:cubicBezTo>
                      <a:pt x="7" y="43"/>
                      <a:pt x="2" y="43"/>
                      <a:pt x="0" y="41"/>
                    </a:cubicBezTo>
                    <a:cubicBezTo>
                      <a:pt x="5" y="40"/>
                      <a:pt x="8" y="39"/>
                      <a:pt x="12" y="36"/>
                    </a:cubicBezTo>
                    <a:cubicBezTo>
                      <a:pt x="15" y="33"/>
                      <a:pt x="18" y="29"/>
                      <a:pt x="20" y="25"/>
                    </a:cubicBezTo>
                    <a:cubicBezTo>
                      <a:pt x="21" y="21"/>
                      <a:pt x="21" y="16"/>
                      <a:pt x="21" y="11"/>
                    </a:cubicBezTo>
                    <a:cubicBezTo>
                      <a:pt x="21" y="8"/>
                      <a:pt x="21" y="4"/>
                      <a:pt x="23" y="1"/>
                    </a:cubicBezTo>
                  </a:path>
                </a:pathLst>
              </a:custGeom>
              <a:solidFill>
                <a:srgbClr val="C1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0924" name="Freeform 578">
                <a:extLst>
                  <a:ext uri="{FF2B5EF4-FFF2-40B4-BE49-F238E27FC236}">
                    <a16:creationId xmlns:a16="http://schemas.microsoft.com/office/drawing/2014/main" id="{B5C71332-C0F6-4A7F-98E5-45A09509B6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6" y="2610"/>
                <a:ext cx="44" cy="351"/>
              </a:xfrm>
              <a:custGeom>
                <a:avLst/>
                <a:gdLst>
                  <a:gd name="T0" fmla="*/ 0 w 23"/>
                  <a:gd name="T1" fmla="*/ 0 h 185"/>
                  <a:gd name="T2" fmla="*/ 121 w 23"/>
                  <a:gd name="T3" fmla="*/ 698 h 185"/>
                  <a:gd name="T4" fmla="*/ 132 w 23"/>
                  <a:gd name="T5" fmla="*/ 1264 h 185"/>
                  <a:gd name="T6" fmla="*/ 147 w 23"/>
                  <a:gd name="T7" fmla="*/ 899 h 185"/>
                  <a:gd name="T8" fmla="*/ 0 w 23"/>
                  <a:gd name="T9" fmla="*/ 0 h 18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185">
                    <a:moveTo>
                      <a:pt x="0" y="0"/>
                    </a:moveTo>
                    <a:cubicBezTo>
                      <a:pt x="0" y="0"/>
                      <a:pt x="15" y="77"/>
                      <a:pt x="17" y="102"/>
                    </a:cubicBezTo>
                    <a:cubicBezTo>
                      <a:pt x="19" y="127"/>
                      <a:pt x="17" y="165"/>
                      <a:pt x="19" y="185"/>
                    </a:cubicBezTo>
                    <a:cubicBezTo>
                      <a:pt x="19" y="185"/>
                      <a:pt x="20" y="145"/>
                      <a:pt x="21" y="132"/>
                    </a:cubicBezTo>
                    <a:cubicBezTo>
                      <a:pt x="23" y="118"/>
                      <a:pt x="15" y="51"/>
                      <a:pt x="0" y="0"/>
                    </a:cubicBezTo>
                    <a:close/>
                  </a:path>
                </a:pathLst>
              </a:custGeom>
              <a:solidFill>
                <a:srgbClr val="8E4C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0925" name="Freeform 579">
                <a:extLst>
                  <a:ext uri="{FF2B5EF4-FFF2-40B4-BE49-F238E27FC236}">
                    <a16:creationId xmlns:a16="http://schemas.microsoft.com/office/drawing/2014/main" id="{246E3162-A3AC-4FED-B633-65E53C57D4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1" y="3937"/>
                <a:ext cx="25" cy="44"/>
              </a:xfrm>
              <a:custGeom>
                <a:avLst/>
                <a:gdLst>
                  <a:gd name="T0" fmla="*/ 0 w 13"/>
                  <a:gd name="T1" fmla="*/ 0 h 23"/>
                  <a:gd name="T2" fmla="*/ 92 w 13"/>
                  <a:gd name="T3" fmla="*/ 161 h 23"/>
                  <a:gd name="T4" fmla="*/ 15 w 13"/>
                  <a:gd name="T5" fmla="*/ 8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23">
                    <a:moveTo>
                      <a:pt x="0" y="0"/>
                    </a:moveTo>
                    <a:cubicBezTo>
                      <a:pt x="6" y="4"/>
                      <a:pt x="11" y="16"/>
                      <a:pt x="13" y="23"/>
                    </a:cubicBezTo>
                    <a:cubicBezTo>
                      <a:pt x="13" y="13"/>
                      <a:pt x="7" y="8"/>
                      <a:pt x="2" y="1"/>
                    </a:cubicBezTo>
                  </a:path>
                </a:pathLst>
              </a:custGeom>
              <a:solidFill>
                <a:srgbClr val="8E4C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0926" name="Freeform 580">
                <a:extLst>
                  <a:ext uri="{FF2B5EF4-FFF2-40B4-BE49-F238E27FC236}">
                    <a16:creationId xmlns:a16="http://schemas.microsoft.com/office/drawing/2014/main" id="{7E56B5DD-AB6A-45FF-BE11-57C3488C3A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0" y="3951"/>
                <a:ext cx="14" cy="26"/>
              </a:xfrm>
              <a:custGeom>
                <a:avLst/>
                <a:gdLst>
                  <a:gd name="T0" fmla="*/ 16 w 7"/>
                  <a:gd name="T1" fmla="*/ 0 h 14"/>
                  <a:gd name="T2" fmla="*/ 56 w 7"/>
                  <a:gd name="T3" fmla="*/ 89 h 14"/>
                  <a:gd name="T4" fmla="*/ 24 w 7"/>
                  <a:gd name="T5" fmla="*/ 13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4">
                    <a:moveTo>
                      <a:pt x="2" y="0"/>
                    </a:moveTo>
                    <a:cubicBezTo>
                      <a:pt x="0" y="4"/>
                      <a:pt x="4" y="11"/>
                      <a:pt x="7" y="14"/>
                    </a:cubicBezTo>
                    <a:cubicBezTo>
                      <a:pt x="3" y="11"/>
                      <a:pt x="5" y="5"/>
                      <a:pt x="3" y="2"/>
                    </a:cubicBezTo>
                  </a:path>
                </a:pathLst>
              </a:custGeom>
              <a:solidFill>
                <a:srgbClr val="8E4C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0927" name="Freeform 581">
                <a:extLst>
                  <a:ext uri="{FF2B5EF4-FFF2-40B4-BE49-F238E27FC236}">
                    <a16:creationId xmlns:a16="http://schemas.microsoft.com/office/drawing/2014/main" id="{709CDD81-5249-4049-BC93-4E183A39C5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5" y="3941"/>
                <a:ext cx="17" cy="25"/>
              </a:xfrm>
              <a:custGeom>
                <a:avLst/>
                <a:gdLst>
                  <a:gd name="T0" fmla="*/ 0 w 9"/>
                  <a:gd name="T1" fmla="*/ 0 h 13"/>
                  <a:gd name="T2" fmla="*/ 53 w 9"/>
                  <a:gd name="T3" fmla="*/ 92 h 13"/>
                  <a:gd name="T4" fmla="*/ 8 w 9"/>
                  <a:gd name="T5" fmla="*/ 8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3">
                    <a:moveTo>
                      <a:pt x="0" y="0"/>
                    </a:moveTo>
                    <a:cubicBezTo>
                      <a:pt x="1" y="4"/>
                      <a:pt x="4" y="12"/>
                      <a:pt x="8" y="13"/>
                    </a:cubicBezTo>
                    <a:cubicBezTo>
                      <a:pt x="9" y="8"/>
                      <a:pt x="4" y="3"/>
                      <a:pt x="1" y="1"/>
                    </a:cubicBezTo>
                  </a:path>
                </a:pathLst>
              </a:custGeom>
              <a:solidFill>
                <a:srgbClr val="8E4C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0928" name="Freeform 582">
                <a:extLst>
                  <a:ext uri="{FF2B5EF4-FFF2-40B4-BE49-F238E27FC236}">
                    <a16:creationId xmlns:a16="http://schemas.microsoft.com/office/drawing/2014/main" id="{D46DB9CC-A52A-4458-8516-B5ACC98B8E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3" y="3932"/>
                <a:ext cx="6" cy="17"/>
              </a:xfrm>
              <a:custGeom>
                <a:avLst/>
                <a:gdLst>
                  <a:gd name="T0" fmla="*/ 0 w 3"/>
                  <a:gd name="T1" fmla="*/ 8 h 9"/>
                  <a:gd name="T2" fmla="*/ 16 w 3"/>
                  <a:gd name="T3" fmla="*/ 60 h 9"/>
                  <a:gd name="T4" fmla="*/ 0 w 3"/>
                  <a:gd name="T5" fmla="*/ 0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9">
                    <a:moveTo>
                      <a:pt x="0" y="1"/>
                    </a:moveTo>
                    <a:cubicBezTo>
                      <a:pt x="0" y="3"/>
                      <a:pt x="1" y="7"/>
                      <a:pt x="2" y="9"/>
                    </a:cubicBezTo>
                    <a:cubicBezTo>
                      <a:pt x="3" y="6"/>
                      <a:pt x="1" y="2"/>
                      <a:pt x="0" y="0"/>
                    </a:cubicBezTo>
                  </a:path>
                </a:pathLst>
              </a:custGeom>
              <a:solidFill>
                <a:srgbClr val="8E4C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0929" name="Freeform 583">
                <a:extLst>
                  <a:ext uri="{FF2B5EF4-FFF2-40B4-BE49-F238E27FC236}">
                    <a16:creationId xmlns:a16="http://schemas.microsoft.com/office/drawing/2014/main" id="{EB07B0DB-8243-4294-B744-9A22748D41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4" y="3843"/>
                <a:ext cx="17" cy="49"/>
              </a:xfrm>
              <a:custGeom>
                <a:avLst/>
                <a:gdLst>
                  <a:gd name="T0" fmla="*/ 8 w 9"/>
                  <a:gd name="T1" fmla="*/ 0 h 26"/>
                  <a:gd name="T2" fmla="*/ 28 w 9"/>
                  <a:gd name="T3" fmla="*/ 47 h 26"/>
                  <a:gd name="T4" fmla="*/ 47 w 9"/>
                  <a:gd name="T5" fmla="*/ 92 h 26"/>
                  <a:gd name="T6" fmla="*/ 53 w 9"/>
                  <a:gd name="T7" fmla="*/ 173 h 26"/>
                  <a:gd name="T8" fmla="*/ 21 w 9"/>
                  <a:gd name="T9" fmla="*/ 81 h 26"/>
                  <a:gd name="T10" fmla="*/ 0 w 9"/>
                  <a:gd name="T11" fmla="*/ 8 h 2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" h="26">
                    <a:moveTo>
                      <a:pt x="1" y="0"/>
                    </a:moveTo>
                    <a:cubicBezTo>
                      <a:pt x="1" y="3"/>
                      <a:pt x="3" y="5"/>
                      <a:pt x="4" y="7"/>
                    </a:cubicBezTo>
                    <a:cubicBezTo>
                      <a:pt x="5" y="9"/>
                      <a:pt x="6" y="12"/>
                      <a:pt x="7" y="14"/>
                    </a:cubicBezTo>
                    <a:cubicBezTo>
                      <a:pt x="8" y="18"/>
                      <a:pt x="9" y="22"/>
                      <a:pt x="8" y="26"/>
                    </a:cubicBezTo>
                    <a:cubicBezTo>
                      <a:pt x="8" y="21"/>
                      <a:pt x="5" y="17"/>
                      <a:pt x="3" y="12"/>
                    </a:cubicBezTo>
                    <a:cubicBezTo>
                      <a:pt x="2" y="9"/>
                      <a:pt x="1" y="5"/>
                      <a:pt x="0" y="1"/>
                    </a:cubicBezTo>
                  </a:path>
                </a:pathLst>
              </a:custGeom>
              <a:solidFill>
                <a:srgbClr val="C1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0930" name="Freeform 584">
                <a:extLst>
                  <a:ext uri="{FF2B5EF4-FFF2-40B4-BE49-F238E27FC236}">
                    <a16:creationId xmlns:a16="http://schemas.microsoft.com/office/drawing/2014/main" id="{AE92AE0F-9974-4909-B723-F921F0D08C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3" y="3920"/>
                <a:ext cx="34" cy="54"/>
              </a:xfrm>
              <a:custGeom>
                <a:avLst/>
                <a:gdLst>
                  <a:gd name="T0" fmla="*/ 0 w 18"/>
                  <a:gd name="T1" fmla="*/ 0 h 28"/>
                  <a:gd name="T2" fmla="*/ 60 w 18"/>
                  <a:gd name="T3" fmla="*/ 145 h 28"/>
                  <a:gd name="T4" fmla="*/ 121 w 18"/>
                  <a:gd name="T5" fmla="*/ 201 h 28"/>
                  <a:gd name="T6" fmla="*/ 60 w 18"/>
                  <a:gd name="T7" fmla="*/ 123 h 28"/>
                  <a:gd name="T8" fmla="*/ 28 w 18"/>
                  <a:gd name="T9" fmla="*/ 56 h 28"/>
                  <a:gd name="T10" fmla="*/ 0 w 18"/>
                  <a:gd name="T11" fmla="*/ 8 h 2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8" h="28">
                    <a:moveTo>
                      <a:pt x="0" y="0"/>
                    </a:moveTo>
                    <a:cubicBezTo>
                      <a:pt x="0" y="8"/>
                      <a:pt x="3" y="14"/>
                      <a:pt x="9" y="20"/>
                    </a:cubicBezTo>
                    <a:cubicBezTo>
                      <a:pt x="11" y="23"/>
                      <a:pt x="15" y="26"/>
                      <a:pt x="18" y="28"/>
                    </a:cubicBezTo>
                    <a:cubicBezTo>
                      <a:pt x="15" y="24"/>
                      <a:pt x="12" y="21"/>
                      <a:pt x="9" y="17"/>
                    </a:cubicBezTo>
                    <a:cubicBezTo>
                      <a:pt x="7" y="14"/>
                      <a:pt x="5" y="11"/>
                      <a:pt x="4" y="8"/>
                    </a:cubicBezTo>
                    <a:cubicBezTo>
                      <a:pt x="3" y="7"/>
                      <a:pt x="1" y="2"/>
                      <a:pt x="0" y="1"/>
                    </a:cubicBezTo>
                  </a:path>
                </a:pathLst>
              </a:custGeom>
              <a:solidFill>
                <a:srgbClr val="C1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0931" name="Freeform 585">
                <a:extLst>
                  <a:ext uri="{FF2B5EF4-FFF2-40B4-BE49-F238E27FC236}">
                    <a16:creationId xmlns:a16="http://schemas.microsoft.com/office/drawing/2014/main" id="{A134E0FB-F9A7-428B-AFF0-E83A18E374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6" y="4008"/>
                <a:ext cx="54" cy="24"/>
              </a:xfrm>
              <a:custGeom>
                <a:avLst/>
                <a:gdLst>
                  <a:gd name="T0" fmla="*/ 0 w 28"/>
                  <a:gd name="T1" fmla="*/ 61 h 13"/>
                  <a:gd name="T2" fmla="*/ 79 w 28"/>
                  <a:gd name="T3" fmla="*/ 81 h 13"/>
                  <a:gd name="T4" fmla="*/ 137 w 28"/>
                  <a:gd name="T5" fmla="*/ 61 h 13"/>
                  <a:gd name="T6" fmla="*/ 193 w 28"/>
                  <a:gd name="T7" fmla="*/ 0 h 13"/>
                  <a:gd name="T8" fmla="*/ 164 w 28"/>
                  <a:gd name="T9" fmla="*/ 20 h 13"/>
                  <a:gd name="T10" fmla="*/ 100 w 28"/>
                  <a:gd name="T11" fmla="*/ 52 h 13"/>
                  <a:gd name="T12" fmla="*/ 37 w 28"/>
                  <a:gd name="T13" fmla="*/ 61 h 13"/>
                  <a:gd name="T14" fmla="*/ 0 w 28"/>
                  <a:gd name="T15" fmla="*/ 61 h 1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8" h="13">
                    <a:moveTo>
                      <a:pt x="0" y="10"/>
                    </a:moveTo>
                    <a:cubicBezTo>
                      <a:pt x="3" y="11"/>
                      <a:pt x="7" y="13"/>
                      <a:pt x="11" y="13"/>
                    </a:cubicBezTo>
                    <a:cubicBezTo>
                      <a:pt x="14" y="13"/>
                      <a:pt x="17" y="11"/>
                      <a:pt x="19" y="10"/>
                    </a:cubicBezTo>
                    <a:cubicBezTo>
                      <a:pt x="23" y="9"/>
                      <a:pt x="28" y="5"/>
                      <a:pt x="27" y="0"/>
                    </a:cubicBezTo>
                    <a:cubicBezTo>
                      <a:pt x="27" y="2"/>
                      <a:pt x="25" y="2"/>
                      <a:pt x="23" y="3"/>
                    </a:cubicBezTo>
                    <a:cubicBezTo>
                      <a:pt x="20" y="5"/>
                      <a:pt x="18" y="7"/>
                      <a:pt x="14" y="8"/>
                    </a:cubicBezTo>
                    <a:cubicBezTo>
                      <a:pt x="11" y="9"/>
                      <a:pt x="8" y="10"/>
                      <a:pt x="5" y="10"/>
                    </a:cubicBezTo>
                    <a:cubicBezTo>
                      <a:pt x="4" y="10"/>
                      <a:pt x="1" y="11"/>
                      <a:pt x="0" y="10"/>
                    </a:cubicBezTo>
                  </a:path>
                </a:pathLst>
              </a:custGeom>
              <a:solidFill>
                <a:srgbClr val="C1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0932" name="Freeform 586">
                <a:extLst>
                  <a:ext uri="{FF2B5EF4-FFF2-40B4-BE49-F238E27FC236}">
                    <a16:creationId xmlns:a16="http://schemas.microsoft.com/office/drawing/2014/main" id="{B1BF8E42-2DDC-4862-8234-B6A0851EC9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9" y="4004"/>
                <a:ext cx="23" cy="13"/>
              </a:xfrm>
              <a:custGeom>
                <a:avLst/>
                <a:gdLst>
                  <a:gd name="T0" fmla="*/ 0 w 12"/>
                  <a:gd name="T1" fmla="*/ 7 h 7"/>
                  <a:gd name="T2" fmla="*/ 84 w 12"/>
                  <a:gd name="T3" fmla="*/ 0 h 7"/>
                  <a:gd name="T4" fmla="*/ 8 w 12"/>
                  <a:gd name="T5" fmla="*/ 13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7">
                    <a:moveTo>
                      <a:pt x="0" y="1"/>
                    </a:moveTo>
                    <a:cubicBezTo>
                      <a:pt x="2" y="7"/>
                      <a:pt x="10" y="5"/>
                      <a:pt x="12" y="0"/>
                    </a:cubicBezTo>
                    <a:cubicBezTo>
                      <a:pt x="10" y="3"/>
                      <a:pt x="3" y="5"/>
                      <a:pt x="1" y="2"/>
                    </a:cubicBezTo>
                  </a:path>
                </a:pathLst>
              </a:custGeom>
              <a:solidFill>
                <a:srgbClr val="C1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0933" name="Freeform 587">
                <a:extLst>
                  <a:ext uri="{FF2B5EF4-FFF2-40B4-BE49-F238E27FC236}">
                    <a16:creationId xmlns:a16="http://schemas.microsoft.com/office/drawing/2014/main" id="{62CA932C-5F32-455A-B087-7BAB1F3CB4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4" y="3989"/>
                <a:ext cx="17" cy="17"/>
              </a:xfrm>
              <a:custGeom>
                <a:avLst/>
                <a:gdLst>
                  <a:gd name="T0" fmla="*/ 0 w 9"/>
                  <a:gd name="T1" fmla="*/ 21 h 9"/>
                  <a:gd name="T2" fmla="*/ 60 w 9"/>
                  <a:gd name="T3" fmla="*/ 0 h 9"/>
                  <a:gd name="T4" fmla="*/ 15 w 9"/>
                  <a:gd name="T5" fmla="*/ 15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9">
                    <a:moveTo>
                      <a:pt x="0" y="3"/>
                    </a:moveTo>
                    <a:cubicBezTo>
                      <a:pt x="1" y="9"/>
                      <a:pt x="9" y="4"/>
                      <a:pt x="9" y="0"/>
                    </a:cubicBezTo>
                    <a:cubicBezTo>
                      <a:pt x="8" y="2"/>
                      <a:pt x="4" y="5"/>
                      <a:pt x="2" y="2"/>
                    </a:cubicBezTo>
                  </a:path>
                </a:pathLst>
              </a:custGeom>
              <a:solidFill>
                <a:srgbClr val="C1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0934" name="Freeform 588">
                <a:extLst>
                  <a:ext uri="{FF2B5EF4-FFF2-40B4-BE49-F238E27FC236}">
                    <a16:creationId xmlns:a16="http://schemas.microsoft.com/office/drawing/2014/main" id="{AFA286F2-9961-477F-9F5F-B5E937ADAF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1" y="3975"/>
                <a:ext cx="11" cy="16"/>
              </a:xfrm>
              <a:custGeom>
                <a:avLst/>
                <a:gdLst>
                  <a:gd name="T0" fmla="*/ 0 w 6"/>
                  <a:gd name="T1" fmla="*/ 32 h 8"/>
                  <a:gd name="T2" fmla="*/ 31 w 6"/>
                  <a:gd name="T3" fmla="*/ 0 h 8"/>
                  <a:gd name="T4" fmla="*/ 13 w 6"/>
                  <a:gd name="T5" fmla="*/ 24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8">
                    <a:moveTo>
                      <a:pt x="0" y="4"/>
                    </a:moveTo>
                    <a:cubicBezTo>
                      <a:pt x="2" y="8"/>
                      <a:pt x="6" y="3"/>
                      <a:pt x="5" y="0"/>
                    </a:cubicBezTo>
                    <a:cubicBezTo>
                      <a:pt x="4" y="1"/>
                      <a:pt x="3" y="2"/>
                      <a:pt x="2" y="3"/>
                    </a:cubicBezTo>
                  </a:path>
                </a:pathLst>
              </a:custGeom>
              <a:solidFill>
                <a:srgbClr val="C1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0935" name="Freeform 589">
                <a:extLst>
                  <a:ext uri="{FF2B5EF4-FFF2-40B4-BE49-F238E27FC236}">
                    <a16:creationId xmlns:a16="http://schemas.microsoft.com/office/drawing/2014/main" id="{4A7CBD9F-1D03-42B0-8FCC-2D705DAF62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0" y="3955"/>
                <a:ext cx="14" cy="30"/>
              </a:xfrm>
              <a:custGeom>
                <a:avLst/>
                <a:gdLst>
                  <a:gd name="T0" fmla="*/ 0 w 7"/>
                  <a:gd name="T1" fmla="*/ 0 h 16"/>
                  <a:gd name="T2" fmla="*/ 8 w 7"/>
                  <a:gd name="T3" fmla="*/ 60 h 16"/>
                  <a:gd name="T4" fmla="*/ 56 w 7"/>
                  <a:gd name="T5" fmla="*/ 105 h 16"/>
                  <a:gd name="T6" fmla="*/ 24 w 7"/>
                  <a:gd name="T7" fmla="*/ 45 h 16"/>
                  <a:gd name="T8" fmla="*/ 8 w 7"/>
                  <a:gd name="T9" fmla="*/ 0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16">
                    <a:moveTo>
                      <a:pt x="0" y="0"/>
                    </a:moveTo>
                    <a:cubicBezTo>
                      <a:pt x="1" y="3"/>
                      <a:pt x="0" y="6"/>
                      <a:pt x="1" y="9"/>
                    </a:cubicBezTo>
                    <a:cubicBezTo>
                      <a:pt x="2" y="12"/>
                      <a:pt x="4" y="15"/>
                      <a:pt x="7" y="16"/>
                    </a:cubicBezTo>
                    <a:cubicBezTo>
                      <a:pt x="5" y="13"/>
                      <a:pt x="4" y="10"/>
                      <a:pt x="3" y="7"/>
                    </a:cubicBezTo>
                    <a:cubicBezTo>
                      <a:pt x="3" y="5"/>
                      <a:pt x="1" y="3"/>
                      <a:pt x="1" y="0"/>
                    </a:cubicBezTo>
                  </a:path>
                </a:pathLst>
              </a:custGeom>
              <a:solidFill>
                <a:srgbClr val="C1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0936" name="Freeform 590">
                <a:extLst>
                  <a:ext uri="{FF2B5EF4-FFF2-40B4-BE49-F238E27FC236}">
                    <a16:creationId xmlns:a16="http://schemas.microsoft.com/office/drawing/2014/main" id="{271239F4-AB15-4360-90E2-0AB73623A3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1" y="3949"/>
                <a:ext cx="15" cy="25"/>
              </a:xfrm>
              <a:custGeom>
                <a:avLst/>
                <a:gdLst>
                  <a:gd name="T0" fmla="*/ 0 w 8"/>
                  <a:gd name="T1" fmla="*/ 0 h 13"/>
                  <a:gd name="T2" fmla="*/ 15 w 8"/>
                  <a:gd name="T3" fmla="*/ 56 h 13"/>
                  <a:gd name="T4" fmla="*/ 53 w 8"/>
                  <a:gd name="T5" fmla="*/ 92 h 13"/>
                  <a:gd name="T6" fmla="*/ 8 w 8"/>
                  <a:gd name="T7" fmla="*/ 8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13">
                    <a:moveTo>
                      <a:pt x="0" y="0"/>
                    </a:moveTo>
                    <a:cubicBezTo>
                      <a:pt x="1" y="3"/>
                      <a:pt x="0" y="6"/>
                      <a:pt x="2" y="8"/>
                    </a:cubicBezTo>
                    <a:cubicBezTo>
                      <a:pt x="4" y="10"/>
                      <a:pt x="6" y="11"/>
                      <a:pt x="8" y="13"/>
                    </a:cubicBezTo>
                    <a:cubicBezTo>
                      <a:pt x="7" y="8"/>
                      <a:pt x="5" y="2"/>
                      <a:pt x="1" y="1"/>
                    </a:cubicBezTo>
                  </a:path>
                </a:pathLst>
              </a:custGeom>
              <a:solidFill>
                <a:srgbClr val="C1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0937" name="Freeform 591">
                <a:extLst>
                  <a:ext uri="{FF2B5EF4-FFF2-40B4-BE49-F238E27FC236}">
                    <a16:creationId xmlns:a16="http://schemas.microsoft.com/office/drawing/2014/main" id="{C04F0206-A830-4523-B410-1D735E6F37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0" y="3937"/>
                <a:ext cx="15" cy="21"/>
              </a:xfrm>
              <a:custGeom>
                <a:avLst/>
                <a:gdLst>
                  <a:gd name="T0" fmla="*/ 0 w 8"/>
                  <a:gd name="T1" fmla="*/ 0 h 11"/>
                  <a:gd name="T2" fmla="*/ 53 w 8"/>
                  <a:gd name="T3" fmla="*/ 76 h 11"/>
                  <a:gd name="T4" fmla="*/ 8 w 8"/>
                  <a:gd name="T5" fmla="*/ 0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1">
                    <a:moveTo>
                      <a:pt x="0" y="0"/>
                    </a:moveTo>
                    <a:cubicBezTo>
                      <a:pt x="1" y="5"/>
                      <a:pt x="4" y="8"/>
                      <a:pt x="8" y="11"/>
                    </a:cubicBezTo>
                    <a:cubicBezTo>
                      <a:pt x="7" y="7"/>
                      <a:pt x="5" y="1"/>
                      <a:pt x="1" y="0"/>
                    </a:cubicBezTo>
                  </a:path>
                </a:pathLst>
              </a:custGeom>
              <a:solidFill>
                <a:srgbClr val="C1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0938" name="Freeform 592">
                <a:extLst>
                  <a:ext uri="{FF2B5EF4-FFF2-40B4-BE49-F238E27FC236}">
                    <a16:creationId xmlns:a16="http://schemas.microsoft.com/office/drawing/2014/main" id="{39A98DE9-924A-4E38-8F1F-C812E4FBBD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5" y="3839"/>
                <a:ext cx="35" cy="102"/>
              </a:xfrm>
              <a:custGeom>
                <a:avLst/>
                <a:gdLst>
                  <a:gd name="T0" fmla="*/ 0 w 18"/>
                  <a:gd name="T1" fmla="*/ 0 h 54"/>
                  <a:gd name="T2" fmla="*/ 60 w 18"/>
                  <a:gd name="T3" fmla="*/ 210 h 54"/>
                  <a:gd name="T4" fmla="*/ 72 w 18"/>
                  <a:gd name="T5" fmla="*/ 281 h 54"/>
                  <a:gd name="T6" fmla="*/ 132 w 18"/>
                  <a:gd name="T7" fmla="*/ 365 h 54"/>
                  <a:gd name="T8" fmla="*/ 68 w 18"/>
                  <a:gd name="T9" fmla="*/ 144 h 54"/>
                  <a:gd name="T10" fmla="*/ 0 w 18"/>
                  <a:gd name="T11" fmla="*/ 8 h 5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8" h="54">
                    <a:moveTo>
                      <a:pt x="0" y="0"/>
                    </a:moveTo>
                    <a:cubicBezTo>
                      <a:pt x="8" y="9"/>
                      <a:pt x="7" y="20"/>
                      <a:pt x="8" y="31"/>
                    </a:cubicBezTo>
                    <a:cubicBezTo>
                      <a:pt x="8" y="35"/>
                      <a:pt x="9" y="39"/>
                      <a:pt x="10" y="42"/>
                    </a:cubicBezTo>
                    <a:cubicBezTo>
                      <a:pt x="12" y="46"/>
                      <a:pt x="16" y="50"/>
                      <a:pt x="18" y="54"/>
                    </a:cubicBezTo>
                    <a:cubicBezTo>
                      <a:pt x="10" y="47"/>
                      <a:pt x="11" y="30"/>
                      <a:pt x="9" y="21"/>
                    </a:cubicBezTo>
                    <a:cubicBezTo>
                      <a:pt x="7" y="13"/>
                      <a:pt x="4" y="7"/>
                      <a:pt x="0" y="1"/>
                    </a:cubicBezTo>
                  </a:path>
                </a:pathLst>
              </a:custGeom>
              <a:solidFill>
                <a:srgbClr val="8E4C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0939" name="Freeform 593">
                <a:extLst>
                  <a:ext uri="{FF2B5EF4-FFF2-40B4-BE49-F238E27FC236}">
                    <a16:creationId xmlns:a16="http://schemas.microsoft.com/office/drawing/2014/main" id="{97E6ABAB-9928-421E-B7D8-C5920408F7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9" y="3763"/>
                <a:ext cx="32" cy="64"/>
              </a:xfrm>
              <a:custGeom>
                <a:avLst/>
                <a:gdLst>
                  <a:gd name="T0" fmla="*/ 21 w 17"/>
                  <a:gd name="T1" fmla="*/ 0 h 34"/>
                  <a:gd name="T2" fmla="*/ 113 w 17"/>
                  <a:gd name="T3" fmla="*/ 226 h 34"/>
                  <a:gd name="T4" fmla="*/ 53 w 17"/>
                  <a:gd name="T5" fmla="*/ 120 h 34"/>
                  <a:gd name="T6" fmla="*/ 28 w 17"/>
                  <a:gd name="T7" fmla="*/ 28 h 3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34">
                    <a:moveTo>
                      <a:pt x="3" y="0"/>
                    </a:moveTo>
                    <a:cubicBezTo>
                      <a:pt x="0" y="13"/>
                      <a:pt x="6" y="26"/>
                      <a:pt x="17" y="34"/>
                    </a:cubicBezTo>
                    <a:cubicBezTo>
                      <a:pt x="12" y="30"/>
                      <a:pt x="10" y="24"/>
                      <a:pt x="8" y="18"/>
                    </a:cubicBezTo>
                    <a:cubicBezTo>
                      <a:pt x="7" y="13"/>
                      <a:pt x="5" y="9"/>
                      <a:pt x="4" y="4"/>
                    </a:cubicBezTo>
                  </a:path>
                </a:pathLst>
              </a:custGeom>
              <a:solidFill>
                <a:srgbClr val="8E4C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0940" name="Freeform 594">
                <a:extLst>
                  <a:ext uri="{FF2B5EF4-FFF2-40B4-BE49-F238E27FC236}">
                    <a16:creationId xmlns:a16="http://schemas.microsoft.com/office/drawing/2014/main" id="{C4CC13B3-F020-4853-B74E-C63DD0ED65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1" y="3939"/>
                <a:ext cx="35" cy="84"/>
              </a:xfrm>
              <a:custGeom>
                <a:avLst/>
                <a:gdLst>
                  <a:gd name="T0" fmla="*/ 0 w 18"/>
                  <a:gd name="T1" fmla="*/ 0 h 44"/>
                  <a:gd name="T2" fmla="*/ 68 w 18"/>
                  <a:gd name="T3" fmla="*/ 168 h 44"/>
                  <a:gd name="T4" fmla="*/ 132 w 18"/>
                  <a:gd name="T5" fmla="*/ 305 h 44"/>
                  <a:gd name="T6" fmla="*/ 103 w 18"/>
                  <a:gd name="T7" fmla="*/ 176 h 44"/>
                  <a:gd name="T8" fmla="*/ 23 w 18"/>
                  <a:gd name="T9" fmla="*/ 8 h 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44">
                    <a:moveTo>
                      <a:pt x="0" y="0"/>
                    </a:moveTo>
                    <a:cubicBezTo>
                      <a:pt x="6" y="6"/>
                      <a:pt x="8" y="15"/>
                      <a:pt x="9" y="24"/>
                    </a:cubicBezTo>
                    <a:cubicBezTo>
                      <a:pt x="10" y="31"/>
                      <a:pt x="8" y="42"/>
                      <a:pt x="18" y="44"/>
                    </a:cubicBezTo>
                    <a:cubicBezTo>
                      <a:pt x="11" y="40"/>
                      <a:pt x="14" y="32"/>
                      <a:pt x="14" y="25"/>
                    </a:cubicBezTo>
                    <a:cubicBezTo>
                      <a:pt x="12" y="16"/>
                      <a:pt x="8" y="8"/>
                      <a:pt x="3" y="1"/>
                    </a:cubicBezTo>
                  </a:path>
                </a:pathLst>
              </a:custGeom>
              <a:solidFill>
                <a:srgbClr val="8E4C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0941" name="Freeform 595">
                <a:extLst>
                  <a:ext uri="{FF2B5EF4-FFF2-40B4-BE49-F238E27FC236}">
                    <a16:creationId xmlns:a16="http://schemas.microsoft.com/office/drawing/2014/main" id="{5E9EA17B-D378-4718-BB01-0002220289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6" y="3831"/>
                <a:ext cx="19" cy="51"/>
              </a:xfrm>
              <a:custGeom>
                <a:avLst/>
                <a:gdLst>
                  <a:gd name="T0" fmla="*/ 15 w 10"/>
                  <a:gd name="T1" fmla="*/ 0 h 27"/>
                  <a:gd name="T2" fmla="*/ 21 w 10"/>
                  <a:gd name="T3" fmla="*/ 108 h 27"/>
                  <a:gd name="T4" fmla="*/ 68 w 10"/>
                  <a:gd name="T5" fmla="*/ 181 h 27"/>
                  <a:gd name="T6" fmla="*/ 29 w 10"/>
                  <a:gd name="T7" fmla="*/ 93 h 27"/>
                  <a:gd name="T8" fmla="*/ 21 w 10"/>
                  <a:gd name="T9" fmla="*/ 21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27">
                    <a:moveTo>
                      <a:pt x="2" y="0"/>
                    </a:moveTo>
                    <a:cubicBezTo>
                      <a:pt x="0" y="5"/>
                      <a:pt x="1" y="11"/>
                      <a:pt x="3" y="16"/>
                    </a:cubicBezTo>
                    <a:cubicBezTo>
                      <a:pt x="4" y="20"/>
                      <a:pt x="6" y="23"/>
                      <a:pt x="10" y="27"/>
                    </a:cubicBezTo>
                    <a:cubicBezTo>
                      <a:pt x="6" y="24"/>
                      <a:pt x="5" y="17"/>
                      <a:pt x="4" y="14"/>
                    </a:cubicBezTo>
                    <a:cubicBezTo>
                      <a:pt x="3" y="10"/>
                      <a:pt x="2" y="6"/>
                      <a:pt x="3" y="3"/>
                    </a:cubicBezTo>
                  </a:path>
                </a:pathLst>
              </a:custGeom>
              <a:solidFill>
                <a:srgbClr val="8E4C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0942" name="Freeform 596">
                <a:extLst>
                  <a:ext uri="{FF2B5EF4-FFF2-40B4-BE49-F238E27FC236}">
                    <a16:creationId xmlns:a16="http://schemas.microsoft.com/office/drawing/2014/main" id="{10EFA5BF-201E-437F-9FFF-9A68116140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7" y="3190"/>
                <a:ext cx="27" cy="376"/>
              </a:xfrm>
              <a:custGeom>
                <a:avLst/>
                <a:gdLst>
                  <a:gd name="T0" fmla="*/ 100 w 14"/>
                  <a:gd name="T1" fmla="*/ 0 h 198"/>
                  <a:gd name="T2" fmla="*/ 0 w 14"/>
                  <a:gd name="T3" fmla="*/ 1356 h 198"/>
                  <a:gd name="T4" fmla="*/ 100 w 14"/>
                  <a:gd name="T5" fmla="*/ 0 h 19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98">
                    <a:moveTo>
                      <a:pt x="14" y="0"/>
                    </a:moveTo>
                    <a:cubicBezTo>
                      <a:pt x="14" y="0"/>
                      <a:pt x="12" y="154"/>
                      <a:pt x="0" y="198"/>
                    </a:cubicBezTo>
                    <a:cubicBezTo>
                      <a:pt x="0" y="198"/>
                      <a:pt x="14" y="27"/>
                      <a:pt x="14" y="0"/>
                    </a:cubicBezTo>
                    <a:close/>
                  </a:path>
                </a:pathLst>
              </a:custGeom>
              <a:solidFill>
                <a:srgbClr val="C1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0943" name="Freeform 597">
                <a:extLst>
                  <a:ext uri="{FF2B5EF4-FFF2-40B4-BE49-F238E27FC236}">
                    <a16:creationId xmlns:a16="http://schemas.microsoft.com/office/drawing/2014/main" id="{96B55BF6-2412-42A4-B4AE-C9660DB054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8" y="3234"/>
                <a:ext cx="42" cy="421"/>
              </a:xfrm>
              <a:custGeom>
                <a:avLst/>
                <a:gdLst>
                  <a:gd name="T0" fmla="*/ 69 w 22"/>
                  <a:gd name="T1" fmla="*/ 0 h 222"/>
                  <a:gd name="T2" fmla="*/ 55 w 22"/>
                  <a:gd name="T3" fmla="*/ 607 h 222"/>
                  <a:gd name="T4" fmla="*/ 145 w 22"/>
                  <a:gd name="T5" fmla="*/ 1513 h 222"/>
                  <a:gd name="T6" fmla="*/ 113 w 22"/>
                  <a:gd name="T7" fmla="*/ 762 h 222"/>
                  <a:gd name="T8" fmla="*/ 69 w 22"/>
                  <a:gd name="T9" fmla="*/ 0 h 2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222">
                    <a:moveTo>
                      <a:pt x="10" y="0"/>
                    </a:moveTo>
                    <a:cubicBezTo>
                      <a:pt x="10" y="0"/>
                      <a:pt x="0" y="45"/>
                      <a:pt x="8" y="89"/>
                    </a:cubicBezTo>
                    <a:cubicBezTo>
                      <a:pt x="16" y="133"/>
                      <a:pt x="21" y="213"/>
                      <a:pt x="21" y="222"/>
                    </a:cubicBezTo>
                    <a:cubicBezTo>
                      <a:pt x="21" y="222"/>
                      <a:pt x="22" y="143"/>
                      <a:pt x="16" y="112"/>
                    </a:cubicBezTo>
                    <a:cubicBezTo>
                      <a:pt x="9" y="81"/>
                      <a:pt x="7" y="36"/>
                      <a:pt x="10" y="0"/>
                    </a:cubicBezTo>
                    <a:close/>
                  </a:path>
                </a:pathLst>
              </a:custGeom>
              <a:solidFill>
                <a:srgbClr val="8E4C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0944" name="Freeform 598">
                <a:extLst>
                  <a:ext uri="{FF2B5EF4-FFF2-40B4-BE49-F238E27FC236}">
                    <a16:creationId xmlns:a16="http://schemas.microsoft.com/office/drawing/2014/main" id="{81CCBF39-EE5F-40A4-9486-B335D44126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6" y="1572"/>
                <a:ext cx="6" cy="7"/>
              </a:xfrm>
              <a:custGeom>
                <a:avLst/>
                <a:gdLst>
                  <a:gd name="T0" fmla="*/ 24 w 3"/>
                  <a:gd name="T1" fmla="*/ 7 h 4"/>
                  <a:gd name="T2" fmla="*/ 24 w 3"/>
                  <a:gd name="T3" fmla="*/ 21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2" y="0"/>
                      <a:pt x="0" y="4"/>
                      <a:pt x="3" y="4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0945" name="Freeform 599">
                <a:extLst>
                  <a:ext uri="{FF2B5EF4-FFF2-40B4-BE49-F238E27FC236}">
                    <a16:creationId xmlns:a16="http://schemas.microsoft.com/office/drawing/2014/main" id="{B3F87580-F552-4D72-A1B9-D21A6D6FEE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2" y="3812"/>
                <a:ext cx="19" cy="19"/>
              </a:xfrm>
              <a:custGeom>
                <a:avLst/>
                <a:gdLst>
                  <a:gd name="T0" fmla="*/ 68 w 10"/>
                  <a:gd name="T1" fmla="*/ 0 h 10"/>
                  <a:gd name="T2" fmla="*/ 0 w 10"/>
                  <a:gd name="T3" fmla="*/ 68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10">
                    <a:moveTo>
                      <a:pt x="10" y="0"/>
                    </a:moveTo>
                    <a:cubicBezTo>
                      <a:pt x="7" y="7"/>
                      <a:pt x="4" y="5"/>
                      <a:pt x="0" y="1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0946" name="Freeform 600">
                <a:extLst>
                  <a:ext uri="{FF2B5EF4-FFF2-40B4-BE49-F238E27FC236}">
                    <a16:creationId xmlns:a16="http://schemas.microsoft.com/office/drawing/2014/main" id="{2760CE3F-9F4F-4A80-ACE8-896F3FB0A3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6" y="3839"/>
                <a:ext cx="21" cy="80"/>
              </a:xfrm>
              <a:custGeom>
                <a:avLst/>
                <a:gdLst>
                  <a:gd name="T0" fmla="*/ 8 w 11"/>
                  <a:gd name="T1" fmla="*/ 290 h 42"/>
                  <a:gd name="T2" fmla="*/ 21 w 11"/>
                  <a:gd name="T3" fmla="*/ 131 h 42"/>
                  <a:gd name="T4" fmla="*/ 76 w 11"/>
                  <a:gd name="T5" fmla="*/ 0 h 4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42">
                    <a:moveTo>
                      <a:pt x="1" y="42"/>
                    </a:moveTo>
                    <a:cubicBezTo>
                      <a:pt x="0" y="35"/>
                      <a:pt x="2" y="27"/>
                      <a:pt x="3" y="19"/>
                    </a:cubicBezTo>
                    <a:cubicBezTo>
                      <a:pt x="4" y="13"/>
                      <a:pt x="6" y="5"/>
                      <a:pt x="11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0947" name="Freeform 601">
                <a:extLst>
                  <a:ext uri="{FF2B5EF4-FFF2-40B4-BE49-F238E27FC236}">
                    <a16:creationId xmlns:a16="http://schemas.microsoft.com/office/drawing/2014/main" id="{92175BD7-3626-4A3C-AD25-E60D970579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8" y="3941"/>
                <a:ext cx="20" cy="53"/>
              </a:xfrm>
              <a:custGeom>
                <a:avLst/>
                <a:gdLst>
                  <a:gd name="T0" fmla="*/ 8 w 10"/>
                  <a:gd name="T1" fmla="*/ 189 h 28"/>
                  <a:gd name="T2" fmla="*/ 24 w 10"/>
                  <a:gd name="T3" fmla="*/ 97 h 28"/>
                  <a:gd name="T4" fmla="*/ 80 w 10"/>
                  <a:gd name="T5" fmla="*/ 0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28">
                    <a:moveTo>
                      <a:pt x="1" y="28"/>
                    </a:moveTo>
                    <a:cubicBezTo>
                      <a:pt x="0" y="24"/>
                      <a:pt x="2" y="18"/>
                      <a:pt x="3" y="14"/>
                    </a:cubicBezTo>
                    <a:cubicBezTo>
                      <a:pt x="4" y="8"/>
                      <a:pt x="8" y="5"/>
                      <a:pt x="10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0948" name="Freeform 602">
                <a:extLst>
                  <a:ext uri="{FF2B5EF4-FFF2-40B4-BE49-F238E27FC236}">
                    <a16:creationId xmlns:a16="http://schemas.microsoft.com/office/drawing/2014/main" id="{13CCD08A-683D-44C2-843F-71DCCA0A14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9" y="3953"/>
                <a:ext cx="29" cy="62"/>
              </a:xfrm>
              <a:custGeom>
                <a:avLst/>
                <a:gdLst>
                  <a:gd name="T0" fmla="*/ 0 w 15"/>
                  <a:gd name="T1" fmla="*/ 218 h 33"/>
                  <a:gd name="T2" fmla="*/ 44 w 15"/>
                  <a:gd name="T3" fmla="*/ 100 h 33"/>
                  <a:gd name="T4" fmla="*/ 108 w 15"/>
                  <a:gd name="T5" fmla="*/ 0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33">
                    <a:moveTo>
                      <a:pt x="0" y="33"/>
                    </a:moveTo>
                    <a:cubicBezTo>
                      <a:pt x="0" y="25"/>
                      <a:pt x="1" y="21"/>
                      <a:pt x="6" y="15"/>
                    </a:cubicBezTo>
                    <a:cubicBezTo>
                      <a:pt x="10" y="11"/>
                      <a:pt x="11" y="4"/>
                      <a:pt x="15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0949" name="Freeform 603">
                <a:extLst>
                  <a:ext uri="{FF2B5EF4-FFF2-40B4-BE49-F238E27FC236}">
                    <a16:creationId xmlns:a16="http://schemas.microsoft.com/office/drawing/2014/main" id="{03239CDA-7A8A-4C8A-9CA4-FC1E6F9C84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9" y="3953"/>
                <a:ext cx="1" cy="15"/>
              </a:xfrm>
              <a:custGeom>
                <a:avLst/>
                <a:gdLst>
                  <a:gd name="T0" fmla="*/ 0 w 1"/>
                  <a:gd name="T1" fmla="*/ 53 h 8"/>
                  <a:gd name="T2" fmla="*/ 0 w 1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8">
                    <a:moveTo>
                      <a:pt x="0" y="8"/>
                    </a:moveTo>
                    <a:cubicBezTo>
                      <a:pt x="0" y="5"/>
                      <a:pt x="0" y="3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0950" name="Freeform 604">
                <a:extLst>
                  <a:ext uri="{FF2B5EF4-FFF2-40B4-BE49-F238E27FC236}">
                    <a16:creationId xmlns:a16="http://schemas.microsoft.com/office/drawing/2014/main" id="{74269735-330F-4576-9FCD-AC1BAAAD34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5" y="3953"/>
                <a:ext cx="31" cy="55"/>
              </a:xfrm>
              <a:custGeom>
                <a:avLst/>
                <a:gdLst>
                  <a:gd name="T0" fmla="*/ 8 w 16"/>
                  <a:gd name="T1" fmla="*/ 197 h 29"/>
                  <a:gd name="T2" fmla="*/ 31 w 16"/>
                  <a:gd name="T3" fmla="*/ 97 h 29"/>
                  <a:gd name="T4" fmla="*/ 116 w 16"/>
                  <a:gd name="T5" fmla="*/ 0 h 2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29">
                    <a:moveTo>
                      <a:pt x="1" y="29"/>
                    </a:moveTo>
                    <a:cubicBezTo>
                      <a:pt x="0" y="23"/>
                      <a:pt x="0" y="18"/>
                      <a:pt x="4" y="14"/>
                    </a:cubicBezTo>
                    <a:cubicBezTo>
                      <a:pt x="9" y="9"/>
                      <a:pt x="13" y="5"/>
                      <a:pt x="16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0951" name="Freeform 605">
                <a:extLst>
                  <a:ext uri="{FF2B5EF4-FFF2-40B4-BE49-F238E27FC236}">
                    <a16:creationId xmlns:a16="http://schemas.microsoft.com/office/drawing/2014/main" id="{85464B25-2D12-48DF-8423-F54254F3EB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6" y="3951"/>
                <a:ext cx="2" cy="11"/>
              </a:xfrm>
              <a:custGeom>
                <a:avLst/>
                <a:gdLst>
                  <a:gd name="T0" fmla="*/ 0 w 1"/>
                  <a:gd name="T1" fmla="*/ 37 h 6"/>
                  <a:gd name="T2" fmla="*/ 8 w 1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6">
                    <a:moveTo>
                      <a:pt x="0" y="6"/>
                    </a:moveTo>
                    <a:cubicBezTo>
                      <a:pt x="1" y="6"/>
                      <a:pt x="1" y="2"/>
                      <a:pt x="1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0952" name="Freeform 606">
                <a:extLst>
                  <a:ext uri="{FF2B5EF4-FFF2-40B4-BE49-F238E27FC236}">
                    <a16:creationId xmlns:a16="http://schemas.microsoft.com/office/drawing/2014/main" id="{05F510BD-879C-4DE5-9221-BE4517D84F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8" y="3939"/>
                <a:ext cx="29" cy="52"/>
              </a:xfrm>
              <a:custGeom>
                <a:avLst/>
                <a:gdLst>
                  <a:gd name="T0" fmla="*/ 0 w 15"/>
                  <a:gd name="T1" fmla="*/ 193 h 27"/>
                  <a:gd name="T2" fmla="*/ 29 w 15"/>
                  <a:gd name="T3" fmla="*/ 77 h 27"/>
                  <a:gd name="T4" fmla="*/ 108 w 15"/>
                  <a:gd name="T5" fmla="*/ 0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27">
                    <a:moveTo>
                      <a:pt x="0" y="27"/>
                    </a:moveTo>
                    <a:cubicBezTo>
                      <a:pt x="1" y="22"/>
                      <a:pt x="0" y="15"/>
                      <a:pt x="4" y="11"/>
                    </a:cubicBezTo>
                    <a:cubicBezTo>
                      <a:pt x="7" y="7"/>
                      <a:pt x="13" y="4"/>
                      <a:pt x="15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0953" name="Freeform 607">
                <a:extLst>
                  <a:ext uri="{FF2B5EF4-FFF2-40B4-BE49-F238E27FC236}">
                    <a16:creationId xmlns:a16="http://schemas.microsoft.com/office/drawing/2014/main" id="{B59D58C1-F710-4D17-B554-875D382755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7" y="3937"/>
                <a:ext cx="2" cy="12"/>
              </a:xfrm>
              <a:custGeom>
                <a:avLst/>
                <a:gdLst>
                  <a:gd name="T0" fmla="*/ 0 w 1"/>
                  <a:gd name="T1" fmla="*/ 48 h 6"/>
                  <a:gd name="T2" fmla="*/ 0 w 1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6">
                    <a:moveTo>
                      <a:pt x="0" y="6"/>
                    </a:moveTo>
                    <a:cubicBezTo>
                      <a:pt x="0" y="4"/>
                      <a:pt x="1" y="2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0954" name="Freeform 608">
                <a:extLst>
                  <a:ext uri="{FF2B5EF4-FFF2-40B4-BE49-F238E27FC236}">
                    <a16:creationId xmlns:a16="http://schemas.microsoft.com/office/drawing/2014/main" id="{9F2EC965-9754-46DB-AF85-F62697B8F8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1" y="3932"/>
                <a:ext cx="25" cy="45"/>
              </a:xfrm>
              <a:custGeom>
                <a:avLst/>
                <a:gdLst>
                  <a:gd name="T0" fmla="*/ 0 w 13"/>
                  <a:gd name="T1" fmla="*/ 158 h 24"/>
                  <a:gd name="T2" fmla="*/ 29 w 13"/>
                  <a:gd name="T3" fmla="*/ 81 h 24"/>
                  <a:gd name="T4" fmla="*/ 63 w 13"/>
                  <a:gd name="T5" fmla="*/ 39 h 24"/>
                  <a:gd name="T6" fmla="*/ 92 w 13"/>
                  <a:gd name="T7" fmla="*/ 0 h 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24">
                    <a:moveTo>
                      <a:pt x="0" y="24"/>
                    </a:moveTo>
                    <a:cubicBezTo>
                      <a:pt x="0" y="19"/>
                      <a:pt x="0" y="15"/>
                      <a:pt x="4" y="12"/>
                    </a:cubicBezTo>
                    <a:cubicBezTo>
                      <a:pt x="5" y="10"/>
                      <a:pt x="8" y="8"/>
                      <a:pt x="9" y="6"/>
                    </a:cubicBezTo>
                    <a:cubicBezTo>
                      <a:pt x="11" y="4"/>
                      <a:pt x="12" y="1"/>
                      <a:pt x="13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0955" name="Freeform 609">
                <a:extLst>
                  <a:ext uri="{FF2B5EF4-FFF2-40B4-BE49-F238E27FC236}">
                    <a16:creationId xmlns:a16="http://schemas.microsoft.com/office/drawing/2014/main" id="{BEC1B06B-EC2A-401E-A9B1-9118B86D8F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6" y="3932"/>
                <a:ext cx="1" cy="11"/>
              </a:xfrm>
              <a:custGeom>
                <a:avLst/>
                <a:gdLst>
                  <a:gd name="T0" fmla="*/ 0 w 1"/>
                  <a:gd name="T1" fmla="*/ 37 h 6"/>
                  <a:gd name="T2" fmla="*/ 0 w 1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6">
                    <a:moveTo>
                      <a:pt x="0" y="6"/>
                    </a:moveTo>
                    <a:cubicBezTo>
                      <a:pt x="0" y="4"/>
                      <a:pt x="0" y="2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0956" name="Freeform 610">
                <a:extLst>
                  <a:ext uri="{FF2B5EF4-FFF2-40B4-BE49-F238E27FC236}">
                    <a16:creationId xmlns:a16="http://schemas.microsoft.com/office/drawing/2014/main" id="{703AC255-06FD-4F1F-92FE-C64361C7EA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7" y="3977"/>
                <a:ext cx="44" cy="34"/>
              </a:xfrm>
              <a:custGeom>
                <a:avLst/>
                <a:gdLst>
                  <a:gd name="T0" fmla="*/ 0 w 23"/>
                  <a:gd name="T1" fmla="*/ 68 h 18"/>
                  <a:gd name="T2" fmla="*/ 29 w 23"/>
                  <a:gd name="T3" fmla="*/ 68 h 18"/>
                  <a:gd name="T4" fmla="*/ 77 w 23"/>
                  <a:gd name="T5" fmla="*/ 76 h 18"/>
                  <a:gd name="T6" fmla="*/ 132 w 23"/>
                  <a:gd name="T7" fmla="*/ 121 h 18"/>
                  <a:gd name="T8" fmla="*/ 147 w 23"/>
                  <a:gd name="T9" fmla="*/ 76 h 18"/>
                  <a:gd name="T10" fmla="*/ 161 w 23"/>
                  <a:gd name="T11" fmla="*/ 32 h 18"/>
                  <a:gd name="T12" fmla="*/ 63 w 23"/>
                  <a:gd name="T13" fmla="*/ 8 h 18"/>
                  <a:gd name="T14" fmla="*/ 36 w 23"/>
                  <a:gd name="T15" fmla="*/ 21 h 18"/>
                  <a:gd name="T16" fmla="*/ 8 w 23"/>
                  <a:gd name="T17" fmla="*/ 76 h 1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3" h="18">
                    <a:moveTo>
                      <a:pt x="0" y="10"/>
                    </a:moveTo>
                    <a:cubicBezTo>
                      <a:pt x="1" y="11"/>
                      <a:pt x="3" y="10"/>
                      <a:pt x="4" y="10"/>
                    </a:cubicBezTo>
                    <a:cubicBezTo>
                      <a:pt x="6" y="9"/>
                      <a:pt x="9" y="10"/>
                      <a:pt x="11" y="11"/>
                    </a:cubicBezTo>
                    <a:cubicBezTo>
                      <a:pt x="14" y="12"/>
                      <a:pt x="18" y="15"/>
                      <a:pt x="19" y="18"/>
                    </a:cubicBezTo>
                    <a:cubicBezTo>
                      <a:pt x="19" y="15"/>
                      <a:pt x="20" y="13"/>
                      <a:pt x="21" y="11"/>
                    </a:cubicBezTo>
                    <a:cubicBezTo>
                      <a:pt x="22" y="9"/>
                      <a:pt x="22" y="7"/>
                      <a:pt x="23" y="5"/>
                    </a:cubicBezTo>
                    <a:cubicBezTo>
                      <a:pt x="18" y="3"/>
                      <a:pt x="14" y="0"/>
                      <a:pt x="9" y="1"/>
                    </a:cubicBezTo>
                    <a:cubicBezTo>
                      <a:pt x="8" y="1"/>
                      <a:pt x="6" y="1"/>
                      <a:pt x="5" y="3"/>
                    </a:cubicBezTo>
                    <a:cubicBezTo>
                      <a:pt x="3" y="5"/>
                      <a:pt x="2" y="8"/>
                      <a:pt x="1" y="11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0957" name="Freeform 611">
                <a:extLst>
                  <a:ext uri="{FF2B5EF4-FFF2-40B4-BE49-F238E27FC236}">
                    <a16:creationId xmlns:a16="http://schemas.microsoft.com/office/drawing/2014/main" id="{5E878C0A-FAA4-4A56-910B-B36A10B64E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3" y="3981"/>
                <a:ext cx="23" cy="13"/>
              </a:xfrm>
              <a:custGeom>
                <a:avLst/>
                <a:gdLst>
                  <a:gd name="T0" fmla="*/ 0 w 12"/>
                  <a:gd name="T1" fmla="*/ 32 h 7"/>
                  <a:gd name="T2" fmla="*/ 36 w 12"/>
                  <a:gd name="T3" fmla="*/ 24 h 7"/>
                  <a:gd name="T4" fmla="*/ 69 w 12"/>
                  <a:gd name="T5" fmla="*/ 45 h 7"/>
                  <a:gd name="T6" fmla="*/ 77 w 12"/>
                  <a:gd name="T7" fmla="*/ 24 h 7"/>
                  <a:gd name="T8" fmla="*/ 84 w 12"/>
                  <a:gd name="T9" fmla="*/ 7 h 7"/>
                  <a:gd name="T10" fmla="*/ 48 w 12"/>
                  <a:gd name="T11" fmla="*/ 0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7">
                    <a:moveTo>
                      <a:pt x="0" y="5"/>
                    </a:moveTo>
                    <a:cubicBezTo>
                      <a:pt x="2" y="5"/>
                      <a:pt x="3" y="4"/>
                      <a:pt x="5" y="4"/>
                    </a:cubicBezTo>
                    <a:cubicBezTo>
                      <a:pt x="7" y="5"/>
                      <a:pt x="8" y="6"/>
                      <a:pt x="10" y="7"/>
                    </a:cubicBezTo>
                    <a:cubicBezTo>
                      <a:pt x="10" y="6"/>
                      <a:pt x="10" y="5"/>
                      <a:pt x="11" y="4"/>
                    </a:cubicBezTo>
                    <a:cubicBezTo>
                      <a:pt x="11" y="3"/>
                      <a:pt x="12" y="2"/>
                      <a:pt x="12" y="1"/>
                    </a:cubicBezTo>
                    <a:cubicBezTo>
                      <a:pt x="12" y="0"/>
                      <a:pt x="8" y="0"/>
                      <a:pt x="7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0958" name="Freeform 612">
                <a:extLst>
                  <a:ext uri="{FF2B5EF4-FFF2-40B4-BE49-F238E27FC236}">
                    <a16:creationId xmlns:a16="http://schemas.microsoft.com/office/drawing/2014/main" id="{EA75C5F7-14B1-446D-9858-725F41BD56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8" y="3970"/>
                <a:ext cx="15" cy="11"/>
              </a:xfrm>
              <a:custGeom>
                <a:avLst/>
                <a:gdLst>
                  <a:gd name="T0" fmla="*/ 0 w 8"/>
                  <a:gd name="T1" fmla="*/ 7 h 6"/>
                  <a:gd name="T2" fmla="*/ 39 w 8"/>
                  <a:gd name="T3" fmla="*/ 37 h 6"/>
                  <a:gd name="T4" fmla="*/ 53 w 8"/>
                  <a:gd name="T5" fmla="*/ 7 h 6"/>
                  <a:gd name="T6" fmla="*/ 32 w 8"/>
                  <a:gd name="T7" fmla="*/ 0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6">
                    <a:moveTo>
                      <a:pt x="0" y="1"/>
                    </a:moveTo>
                    <a:cubicBezTo>
                      <a:pt x="2" y="2"/>
                      <a:pt x="5" y="3"/>
                      <a:pt x="6" y="6"/>
                    </a:cubicBezTo>
                    <a:cubicBezTo>
                      <a:pt x="6" y="4"/>
                      <a:pt x="7" y="3"/>
                      <a:pt x="8" y="1"/>
                    </a:cubicBezTo>
                    <a:cubicBezTo>
                      <a:pt x="7" y="1"/>
                      <a:pt x="6" y="0"/>
                      <a:pt x="5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0959" name="Freeform 613">
                <a:extLst>
                  <a:ext uri="{FF2B5EF4-FFF2-40B4-BE49-F238E27FC236}">
                    <a16:creationId xmlns:a16="http://schemas.microsoft.com/office/drawing/2014/main" id="{564952B6-EE07-48A9-A0B5-0FCF6C2388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9" y="3966"/>
                <a:ext cx="7" cy="6"/>
              </a:xfrm>
              <a:custGeom>
                <a:avLst/>
                <a:gdLst>
                  <a:gd name="T0" fmla="*/ 0 w 4"/>
                  <a:gd name="T1" fmla="*/ 0 h 3"/>
                  <a:gd name="T2" fmla="*/ 21 w 4"/>
                  <a:gd name="T3" fmla="*/ 24 h 3"/>
                  <a:gd name="T4" fmla="*/ 21 w 4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0" y="0"/>
                    </a:moveTo>
                    <a:cubicBezTo>
                      <a:pt x="1" y="0"/>
                      <a:pt x="2" y="2"/>
                      <a:pt x="4" y="3"/>
                    </a:cubicBezTo>
                    <a:cubicBezTo>
                      <a:pt x="4" y="2"/>
                      <a:pt x="4" y="1"/>
                      <a:pt x="4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0960" name="Freeform 614">
                <a:extLst>
                  <a:ext uri="{FF2B5EF4-FFF2-40B4-BE49-F238E27FC236}">
                    <a16:creationId xmlns:a16="http://schemas.microsoft.com/office/drawing/2014/main" id="{8472E5EF-1517-48FC-A8D5-CA0645171A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1" y="3947"/>
                <a:ext cx="6" cy="6"/>
              </a:xfrm>
              <a:custGeom>
                <a:avLst/>
                <a:gdLst>
                  <a:gd name="T0" fmla="*/ 8 w 3"/>
                  <a:gd name="T1" fmla="*/ 24 h 3"/>
                  <a:gd name="T2" fmla="*/ 8 w 3"/>
                  <a:gd name="T3" fmla="*/ 24 h 3"/>
                  <a:gd name="T4" fmla="*/ 24 w 3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3"/>
                      <a:pt x="0" y="3"/>
                      <a:pt x="1" y="3"/>
                    </a:cubicBezTo>
                    <a:cubicBezTo>
                      <a:pt x="2" y="3"/>
                      <a:pt x="2" y="1"/>
                      <a:pt x="3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0961" name="Freeform 615">
                <a:extLst>
                  <a:ext uri="{FF2B5EF4-FFF2-40B4-BE49-F238E27FC236}">
                    <a16:creationId xmlns:a16="http://schemas.microsoft.com/office/drawing/2014/main" id="{2546DDBA-9945-4C19-9063-49FFEA8E48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7" y="2915"/>
                <a:ext cx="23" cy="161"/>
              </a:xfrm>
              <a:custGeom>
                <a:avLst/>
                <a:gdLst>
                  <a:gd name="T0" fmla="*/ 0 w 12"/>
                  <a:gd name="T1" fmla="*/ 0 h 85"/>
                  <a:gd name="T2" fmla="*/ 36 w 12"/>
                  <a:gd name="T3" fmla="*/ 152 h 85"/>
                  <a:gd name="T4" fmla="*/ 84 w 12"/>
                  <a:gd name="T5" fmla="*/ 288 h 85"/>
                  <a:gd name="T6" fmla="*/ 69 w 12"/>
                  <a:gd name="T7" fmla="*/ 449 h 85"/>
                  <a:gd name="T8" fmla="*/ 56 w 12"/>
                  <a:gd name="T9" fmla="*/ 578 h 8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85">
                    <a:moveTo>
                      <a:pt x="0" y="0"/>
                    </a:moveTo>
                    <a:cubicBezTo>
                      <a:pt x="0" y="9"/>
                      <a:pt x="0" y="16"/>
                      <a:pt x="5" y="22"/>
                    </a:cubicBezTo>
                    <a:cubicBezTo>
                      <a:pt x="11" y="29"/>
                      <a:pt x="12" y="31"/>
                      <a:pt x="12" y="42"/>
                    </a:cubicBezTo>
                    <a:cubicBezTo>
                      <a:pt x="12" y="50"/>
                      <a:pt x="11" y="58"/>
                      <a:pt x="10" y="66"/>
                    </a:cubicBezTo>
                    <a:cubicBezTo>
                      <a:pt x="10" y="71"/>
                      <a:pt x="5" y="81"/>
                      <a:pt x="8" y="85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0962" name="Freeform 616">
                <a:extLst>
                  <a:ext uri="{FF2B5EF4-FFF2-40B4-BE49-F238E27FC236}">
                    <a16:creationId xmlns:a16="http://schemas.microsoft.com/office/drawing/2014/main" id="{A5599299-EB73-4300-952D-09365A63A6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9" y="3078"/>
                <a:ext cx="55" cy="78"/>
              </a:xfrm>
              <a:custGeom>
                <a:avLst/>
                <a:gdLst>
                  <a:gd name="T0" fmla="*/ 28 w 29"/>
                  <a:gd name="T1" fmla="*/ 0 h 41"/>
                  <a:gd name="T2" fmla="*/ 197 w 29"/>
                  <a:gd name="T3" fmla="*/ 160 h 41"/>
                  <a:gd name="T4" fmla="*/ 0 w 29"/>
                  <a:gd name="T5" fmla="*/ 36 h 4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9" h="41">
                    <a:moveTo>
                      <a:pt x="4" y="0"/>
                    </a:moveTo>
                    <a:cubicBezTo>
                      <a:pt x="3" y="11"/>
                      <a:pt x="20" y="23"/>
                      <a:pt x="29" y="23"/>
                    </a:cubicBezTo>
                    <a:cubicBezTo>
                      <a:pt x="17" y="41"/>
                      <a:pt x="0" y="19"/>
                      <a:pt x="0" y="5"/>
                    </a:cubicBezTo>
                  </a:path>
                </a:pathLst>
              </a:custGeom>
              <a:solidFill>
                <a:srgbClr val="C1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0963" name="Freeform 617">
                <a:extLst>
                  <a:ext uri="{FF2B5EF4-FFF2-40B4-BE49-F238E27FC236}">
                    <a16:creationId xmlns:a16="http://schemas.microsoft.com/office/drawing/2014/main" id="{54E3406E-8A34-473A-A2DA-2ED0E4FAF4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8" y="1559"/>
                <a:ext cx="36" cy="36"/>
              </a:xfrm>
              <a:custGeom>
                <a:avLst/>
                <a:gdLst>
                  <a:gd name="T0" fmla="*/ 47 w 19"/>
                  <a:gd name="T1" fmla="*/ 21 h 19"/>
                  <a:gd name="T2" fmla="*/ 83 w 19"/>
                  <a:gd name="T3" fmla="*/ 108 h 19"/>
                  <a:gd name="T4" fmla="*/ 40 w 19"/>
                  <a:gd name="T5" fmla="*/ 32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19">
                    <a:moveTo>
                      <a:pt x="7" y="3"/>
                    </a:moveTo>
                    <a:cubicBezTo>
                      <a:pt x="13" y="0"/>
                      <a:pt x="19" y="13"/>
                      <a:pt x="12" y="16"/>
                    </a:cubicBezTo>
                    <a:cubicBezTo>
                      <a:pt x="4" y="19"/>
                      <a:pt x="0" y="4"/>
                      <a:pt x="6" y="5"/>
                    </a:cubicBezTo>
                  </a:path>
                </a:pathLst>
              </a:custGeom>
              <a:solidFill>
                <a:srgbClr val="A961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0964" name="Freeform 618">
                <a:extLst>
                  <a:ext uri="{FF2B5EF4-FFF2-40B4-BE49-F238E27FC236}">
                    <a16:creationId xmlns:a16="http://schemas.microsoft.com/office/drawing/2014/main" id="{3B0C1B06-6B83-4253-BDEE-9864CCF7CE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8" y="1559"/>
                <a:ext cx="36" cy="36"/>
              </a:xfrm>
              <a:custGeom>
                <a:avLst/>
                <a:gdLst>
                  <a:gd name="T0" fmla="*/ 47 w 19"/>
                  <a:gd name="T1" fmla="*/ 21 h 19"/>
                  <a:gd name="T2" fmla="*/ 83 w 19"/>
                  <a:gd name="T3" fmla="*/ 108 h 19"/>
                  <a:gd name="T4" fmla="*/ 40 w 19"/>
                  <a:gd name="T5" fmla="*/ 28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19">
                    <a:moveTo>
                      <a:pt x="7" y="3"/>
                    </a:moveTo>
                    <a:cubicBezTo>
                      <a:pt x="13" y="0"/>
                      <a:pt x="19" y="13"/>
                      <a:pt x="12" y="16"/>
                    </a:cubicBezTo>
                    <a:cubicBezTo>
                      <a:pt x="4" y="19"/>
                      <a:pt x="0" y="4"/>
                      <a:pt x="6" y="4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0965" name="Freeform 619">
                <a:extLst>
                  <a:ext uri="{FF2B5EF4-FFF2-40B4-BE49-F238E27FC236}">
                    <a16:creationId xmlns:a16="http://schemas.microsoft.com/office/drawing/2014/main" id="{DCE17FE8-7173-422E-B6A7-A6EF0D059A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9" y="1475"/>
                <a:ext cx="12" cy="158"/>
              </a:xfrm>
              <a:custGeom>
                <a:avLst/>
                <a:gdLst>
                  <a:gd name="T0" fmla="*/ 0 w 6"/>
                  <a:gd name="T1" fmla="*/ 573 h 83"/>
                  <a:gd name="T2" fmla="*/ 24 w 6"/>
                  <a:gd name="T3" fmla="*/ 207 h 83"/>
                  <a:gd name="T4" fmla="*/ 40 w 6"/>
                  <a:gd name="T5" fmla="*/ 0 h 8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83">
                    <a:moveTo>
                      <a:pt x="0" y="83"/>
                    </a:moveTo>
                    <a:cubicBezTo>
                      <a:pt x="1" y="65"/>
                      <a:pt x="3" y="42"/>
                      <a:pt x="3" y="30"/>
                    </a:cubicBezTo>
                    <a:cubicBezTo>
                      <a:pt x="2" y="20"/>
                      <a:pt x="6" y="9"/>
                      <a:pt x="5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0966" name="Freeform 620">
                <a:extLst>
                  <a:ext uri="{FF2B5EF4-FFF2-40B4-BE49-F238E27FC236}">
                    <a16:creationId xmlns:a16="http://schemas.microsoft.com/office/drawing/2014/main" id="{63BC4A95-5CC4-4815-9E25-69785FB7D1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2" y="1777"/>
                <a:ext cx="27" cy="169"/>
              </a:xfrm>
              <a:custGeom>
                <a:avLst/>
                <a:gdLst>
                  <a:gd name="T0" fmla="*/ 29 w 14"/>
                  <a:gd name="T1" fmla="*/ 518 h 89"/>
                  <a:gd name="T2" fmla="*/ 52 w 14"/>
                  <a:gd name="T3" fmla="*/ 260 h 89"/>
                  <a:gd name="T4" fmla="*/ 79 w 14"/>
                  <a:gd name="T5" fmla="*/ 84 h 89"/>
                  <a:gd name="T6" fmla="*/ 100 w 14"/>
                  <a:gd name="T7" fmla="*/ 0 h 89"/>
                  <a:gd name="T8" fmla="*/ 29 w 14"/>
                  <a:gd name="T9" fmla="*/ 518 h 8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89">
                    <a:moveTo>
                      <a:pt x="4" y="76"/>
                    </a:moveTo>
                    <a:cubicBezTo>
                      <a:pt x="6" y="89"/>
                      <a:pt x="5" y="50"/>
                      <a:pt x="7" y="38"/>
                    </a:cubicBezTo>
                    <a:cubicBezTo>
                      <a:pt x="8" y="29"/>
                      <a:pt x="9" y="21"/>
                      <a:pt x="11" y="12"/>
                    </a:cubicBezTo>
                    <a:cubicBezTo>
                      <a:pt x="12" y="9"/>
                      <a:pt x="12" y="4"/>
                      <a:pt x="14" y="0"/>
                    </a:cubicBezTo>
                    <a:cubicBezTo>
                      <a:pt x="14" y="0"/>
                      <a:pt x="0" y="34"/>
                      <a:pt x="4" y="76"/>
                    </a:cubicBezTo>
                    <a:close/>
                  </a:path>
                </a:pathLst>
              </a:custGeom>
              <a:solidFill>
                <a:srgbClr val="8E4C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0967" name="Freeform 621">
                <a:extLst>
                  <a:ext uri="{FF2B5EF4-FFF2-40B4-BE49-F238E27FC236}">
                    <a16:creationId xmlns:a16="http://schemas.microsoft.com/office/drawing/2014/main" id="{C8E6C718-5161-472C-8ADF-0DC7CAE497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8" y="1991"/>
                <a:ext cx="17" cy="67"/>
              </a:xfrm>
              <a:custGeom>
                <a:avLst/>
                <a:gdLst>
                  <a:gd name="T0" fmla="*/ 60 w 9"/>
                  <a:gd name="T1" fmla="*/ 245 h 35"/>
                  <a:gd name="T2" fmla="*/ 28 w 9"/>
                  <a:gd name="T3" fmla="*/ 77 h 35"/>
                  <a:gd name="T4" fmla="*/ 60 w 9"/>
                  <a:gd name="T5" fmla="*/ 245 h 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35">
                    <a:moveTo>
                      <a:pt x="9" y="35"/>
                    </a:moveTo>
                    <a:cubicBezTo>
                      <a:pt x="5" y="28"/>
                      <a:pt x="2" y="19"/>
                      <a:pt x="4" y="11"/>
                    </a:cubicBezTo>
                    <a:cubicBezTo>
                      <a:pt x="6" y="0"/>
                      <a:pt x="0" y="22"/>
                      <a:pt x="9" y="35"/>
                    </a:cubicBezTo>
                    <a:close/>
                  </a:path>
                </a:pathLst>
              </a:custGeom>
              <a:solidFill>
                <a:srgbClr val="8E4C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0968" name="Freeform 622">
                <a:extLst>
                  <a:ext uri="{FF2B5EF4-FFF2-40B4-BE49-F238E27FC236}">
                    <a16:creationId xmlns:a16="http://schemas.microsoft.com/office/drawing/2014/main" id="{3D70EDA5-D9BA-4FD9-8FED-7D5EE476EC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2" y="1777"/>
                <a:ext cx="25" cy="169"/>
              </a:xfrm>
              <a:custGeom>
                <a:avLst/>
                <a:gdLst>
                  <a:gd name="T0" fmla="*/ 63 w 13"/>
                  <a:gd name="T1" fmla="*/ 518 h 89"/>
                  <a:gd name="T2" fmla="*/ 48 w 13"/>
                  <a:gd name="T3" fmla="*/ 260 h 89"/>
                  <a:gd name="T4" fmla="*/ 15 w 13"/>
                  <a:gd name="T5" fmla="*/ 84 h 89"/>
                  <a:gd name="T6" fmla="*/ 0 w 13"/>
                  <a:gd name="T7" fmla="*/ 0 h 89"/>
                  <a:gd name="T8" fmla="*/ 63 w 13"/>
                  <a:gd name="T9" fmla="*/ 518 h 8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89">
                    <a:moveTo>
                      <a:pt x="9" y="76"/>
                    </a:moveTo>
                    <a:cubicBezTo>
                      <a:pt x="8" y="89"/>
                      <a:pt x="8" y="50"/>
                      <a:pt x="7" y="38"/>
                    </a:cubicBezTo>
                    <a:cubicBezTo>
                      <a:pt x="5" y="29"/>
                      <a:pt x="4" y="21"/>
                      <a:pt x="2" y="12"/>
                    </a:cubicBezTo>
                    <a:cubicBezTo>
                      <a:pt x="1" y="9"/>
                      <a:pt x="1" y="4"/>
                      <a:pt x="0" y="0"/>
                    </a:cubicBezTo>
                    <a:cubicBezTo>
                      <a:pt x="0" y="0"/>
                      <a:pt x="13" y="34"/>
                      <a:pt x="9" y="76"/>
                    </a:cubicBezTo>
                    <a:close/>
                  </a:path>
                </a:pathLst>
              </a:custGeom>
              <a:solidFill>
                <a:srgbClr val="8E4C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0969" name="Freeform 623">
                <a:extLst>
                  <a:ext uri="{FF2B5EF4-FFF2-40B4-BE49-F238E27FC236}">
                    <a16:creationId xmlns:a16="http://schemas.microsoft.com/office/drawing/2014/main" id="{7DCCF4AE-7F2E-4A39-8644-46C49DFBCD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6" y="1991"/>
                <a:ext cx="15" cy="67"/>
              </a:xfrm>
              <a:custGeom>
                <a:avLst/>
                <a:gdLst>
                  <a:gd name="T0" fmla="*/ 0 w 8"/>
                  <a:gd name="T1" fmla="*/ 245 h 35"/>
                  <a:gd name="T2" fmla="*/ 28 w 8"/>
                  <a:gd name="T3" fmla="*/ 77 h 35"/>
                  <a:gd name="T4" fmla="*/ 0 w 8"/>
                  <a:gd name="T5" fmla="*/ 245 h 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35">
                    <a:moveTo>
                      <a:pt x="0" y="35"/>
                    </a:moveTo>
                    <a:cubicBezTo>
                      <a:pt x="3" y="28"/>
                      <a:pt x="6" y="19"/>
                      <a:pt x="4" y="11"/>
                    </a:cubicBezTo>
                    <a:cubicBezTo>
                      <a:pt x="2" y="0"/>
                      <a:pt x="8" y="22"/>
                      <a:pt x="0" y="35"/>
                    </a:cubicBezTo>
                    <a:close/>
                  </a:path>
                </a:pathLst>
              </a:custGeom>
              <a:solidFill>
                <a:srgbClr val="8E4C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0970" name="Freeform 624">
                <a:extLst>
                  <a:ext uri="{FF2B5EF4-FFF2-40B4-BE49-F238E27FC236}">
                    <a16:creationId xmlns:a16="http://schemas.microsoft.com/office/drawing/2014/main" id="{91971A39-1DF6-446E-AAB2-96CFE87DA0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1" y="2424"/>
                <a:ext cx="31" cy="131"/>
              </a:xfrm>
              <a:custGeom>
                <a:avLst/>
                <a:gdLst>
                  <a:gd name="T0" fmla="*/ 101 w 16"/>
                  <a:gd name="T1" fmla="*/ 473 h 69"/>
                  <a:gd name="T2" fmla="*/ 23 w 16"/>
                  <a:gd name="T3" fmla="*/ 220 h 69"/>
                  <a:gd name="T4" fmla="*/ 16 w 16"/>
                  <a:gd name="T5" fmla="*/ 0 h 6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69">
                    <a:moveTo>
                      <a:pt x="14" y="69"/>
                    </a:moveTo>
                    <a:cubicBezTo>
                      <a:pt x="16" y="56"/>
                      <a:pt x="6" y="43"/>
                      <a:pt x="3" y="32"/>
                    </a:cubicBezTo>
                    <a:cubicBezTo>
                      <a:pt x="0" y="22"/>
                      <a:pt x="2" y="10"/>
                      <a:pt x="2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0971" name="Freeform 625">
                <a:extLst>
                  <a:ext uri="{FF2B5EF4-FFF2-40B4-BE49-F238E27FC236}">
                    <a16:creationId xmlns:a16="http://schemas.microsoft.com/office/drawing/2014/main" id="{F0EC9854-74D8-4500-A3F3-FB6A585669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9" y="2426"/>
                <a:ext cx="6" cy="9"/>
              </a:xfrm>
              <a:custGeom>
                <a:avLst/>
                <a:gdLst>
                  <a:gd name="T0" fmla="*/ 24 w 3"/>
                  <a:gd name="T1" fmla="*/ 29 h 5"/>
                  <a:gd name="T2" fmla="*/ 0 w 3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5">
                    <a:moveTo>
                      <a:pt x="3" y="5"/>
                    </a:moveTo>
                    <a:cubicBezTo>
                      <a:pt x="2" y="3"/>
                      <a:pt x="1" y="1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0972" name="Freeform 626">
                <a:extLst>
                  <a:ext uri="{FF2B5EF4-FFF2-40B4-BE49-F238E27FC236}">
                    <a16:creationId xmlns:a16="http://schemas.microsoft.com/office/drawing/2014/main" id="{E9DFCAB7-0CDA-41A4-9742-24ECAA7290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3" y="2446"/>
                <a:ext cx="19" cy="76"/>
              </a:xfrm>
              <a:custGeom>
                <a:avLst/>
                <a:gdLst>
                  <a:gd name="T0" fmla="*/ 68 w 10"/>
                  <a:gd name="T1" fmla="*/ 274 h 40"/>
                  <a:gd name="T2" fmla="*/ 36 w 10"/>
                  <a:gd name="T3" fmla="*/ 116 h 40"/>
                  <a:gd name="T4" fmla="*/ 0 w 10"/>
                  <a:gd name="T5" fmla="*/ 0 h 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40">
                    <a:moveTo>
                      <a:pt x="10" y="40"/>
                    </a:moveTo>
                    <a:cubicBezTo>
                      <a:pt x="8" y="32"/>
                      <a:pt x="7" y="25"/>
                      <a:pt x="5" y="17"/>
                    </a:cubicBezTo>
                    <a:cubicBezTo>
                      <a:pt x="4" y="11"/>
                      <a:pt x="1" y="6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0973" name="Freeform 627">
                <a:extLst>
                  <a:ext uri="{FF2B5EF4-FFF2-40B4-BE49-F238E27FC236}">
                    <a16:creationId xmlns:a16="http://schemas.microsoft.com/office/drawing/2014/main" id="{1748B4B4-48D7-4792-A4FD-4DC1092648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2" y="2441"/>
                <a:ext cx="23" cy="96"/>
              </a:xfrm>
              <a:custGeom>
                <a:avLst/>
                <a:gdLst>
                  <a:gd name="T0" fmla="*/ 84 w 12"/>
                  <a:gd name="T1" fmla="*/ 341 h 51"/>
                  <a:gd name="T2" fmla="*/ 29 w 12"/>
                  <a:gd name="T3" fmla="*/ 181 h 51"/>
                  <a:gd name="T4" fmla="*/ 0 w 12"/>
                  <a:gd name="T5" fmla="*/ 0 h 5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51">
                    <a:moveTo>
                      <a:pt x="12" y="51"/>
                    </a:moveTo>
                    <a:cubicBezTo>
                      <a:pt x="10" y="46"/>
                      <a:pt x="6" y="32"/>
                      <a:pt x="4" y="27"/>
                    </a:cubicBezTo>
                    <a:cubicBezTo>
                      <a:pt x="0" y="19"/>
                      <a:pt x="2" y="8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0974" name="Freeform 628">
                <a:extLst>
                  <a:ext uri="{FF2B5EF4-FFF2-40B4-BE49-F238E27FC236}">
                    <a16:creationId xmlns:a16="http://schemas.microsoft.com/office/drawing/2014/main" id="{4043212E-BD43-4BF6-BF41-17ABD4B736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1" y="2431"/>
                <a:ext cx="3" cy="10"/>
              </a:xfrm>
              <a:custGeom>
                <a:avLst/>
                <a:gdLst>
                  <a:gd name="T0" fmla="*/ 5 w 2"/>
                  <a:gd name="T1" fmla="*/ 40 h 5"/>
                  <a:gd name="T2" fmla="*/ 0 w 2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5">
                    <a:moveTo>
                      <a:pt x="1" y="5"/>
                    </a:moveTo>
                    <a:cubicBezTo>
                      <a:pt x="2" y="4"/>
                      <a:pt x="1" y="2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0975" name="Freeform 629">
                <a:extLst>
                  <a:ext uri="{FF2B5EF4-FFF2-40B4-BE49-F238E27FC236}">
                    <a16:creationId xmlns:a16="http://schemas.microsoft.com/office/drawing/2014/main" id="{877A1F02-DF57-4672-9CC2-9EAF9516B3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5" y="2433"/>
                <a:ext cx="7" cy="10"/>
              </a:xfrm>
              <a:custGeom>
                <a:avLst/>
                <a:gdLst>
                  <a:gd name="T0" fmla="*/ 21 w 4"/>
                  <a:gd name="T1" fmla="*/ 40 h 5"/>
                  <a:gd name="T2" fmla="*/ 0 w 4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5">
                    <a:moveTo>
                      <a:pt x="4" y="5"/>
                    </a:moveTo>
                    <a:cubicBezTo>
                      <a:pt x="3" y="3"/>
                      <a:pt x="2" y="2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0976" name="Freeform 630">
                <a:extLst>
                  <a:ext uri="{FF2B5EF4-FFF2-40B4-BE49-F238E27FC236}">
                    <a16:creationId xmlns:a16="http://schemas.microsoft.com/office/drawing/2014/main" id="{B8D58F33-18AD-47DD-9E9D-F30B82E7F0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8" y="2450"/>
                <a:ext cx="7" cy="4"/>
              </a:xfrm>
              <a:custGeom>
                <a:avLst/>
                <a:gdLst>
                  <a:gd name="T0" fmla="*/ 21 w 4"/>
                  <a:gd name="T1" fmla="*/ 16 h 2"/>
                  <a:gd name="T2" fmla="*/ 0 w 4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0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0977" name="Freeform 631">
                <a:extLst>
                  <a:ext uri="{FF2B5EF4-FFF2-40B4-BE49-F238E27FC236}">
                    <a16:creationId xmlns:a16="http://schemas.microsoft.com/office/drawing/2014/main" id="{6D952683-81B5-4CCF-88A8-CB4B114879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7" y="1323"/>
                <a:ext cx="141" cy="42"/>
              </a:xfrm>
              <a:custGeom>
                <a:avLst/>
                <a:gdLst>
                  <a:gd name="T0" fmla="*/ 513 w 74"/>
                  <a:gd name="T1" fmla="*/ 132 h 22"/>
                  <a:gd name="T2" fmla="*/ 413 w 74"/>
                  <a:gd name="T3" fmla="*/ 84 h 22"/>
                  <a:gd name="T4" fmla="*/ 244 w 74"/>
                  <a:gd name="T5" fmla="*/ 40 h 22"/>
                  <a:gd name="T6" fmla="*/ 0 w 74"/>
                  <a:gd name="T7" fmla="*/ 0 h 22"/>
                  <a:gd name="T8" fmla="*/ 124 w 74"/>
                  <a:gd name="T9" fmla="*/ 40 h 22"/>
                  <a:gd name="T10" fmla="*/ 297 w 74"/>
                  <a:gd name="T11" fmla="*/ 105 h 22"/>
                  <a:gd name="T12" fmla="*/ 421 w 74"/>
                  <a:gd name="T13" fmla="*/ 132 h 22"/>
                  <a:gd name="T14" fmla="*/ 505 w 74"/>
                  <a:gd name="T15" fmla="*/ 145 h 2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4" h="22">
                    <a:moveTo>
                      <a:pt x="74" y="19"/>
                    </a:moveTo>
                    <a:cubicBezTo>
                      <a:pt x="69" y="17"/>
                      <a:pt x="65" y="14"/>
                      <a:pt x="60" y="12"/>
                    </a:cubicBezTo>
                    <a:cubicBezTo>
                      <a:pt x="52" y="9"/>
                      <a:pt x="43" y="8"/>
                      <a:pt x="35" y="6"/>
                    </a:cubicBezTo>
                    <a:cubicBezTo>
                      <a:pt x="23" y="4"/>
                      <a:pt x="12" y="1"/>
                      <a:pt x="0" y="0"/>
                    </a:cubicBezTo>
                    <a:cubicBezTo>
                      <a:pt x="6" y="0"/>
                      <a:pt x="13" y="4"/>
                      <a:pt x="18" y="6"/>
                    </a:cubicBezTo>
                    <a:cubicBezTo>
                      <a:pt x="26" y="10"/>
                      <a:pt x="35" y="12"/>
                      <a:pt x="43" y="15"/>
                    </a:cubicBezTo>
                    <a:cubicBezTo>
                      <a:pt x="49" y="16"/>
                      <a:pt x="55" y="18"/>
                      <a:pt x="61" y="19"/>
                    </a:cubicBezTo>
                    <a:cubicBezTo>
                      <a:pt x="65" y="20"/>
                      <a:pt x="70" y="22"/>
                      <a:pt x="73" y="21"/>
                    </a:cubicBezTo>
                  </a:path>
                </a:pathLst>
              </a:custGeom>
              <a:solidFill>
                <a:srgbClr val="C1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0978" name="Freeform 632">
                <a:extLst>
                  <a:ext uri="{FF2B5EF4-FFF2-40B4-BE49-F238E27FC236}">
                    <a16:creationId xmlns:a16="http://schemas.microsoft.com/office/drawing/2014/main" id="{C670AD0A-9AED-4B2B-A073-FF98349060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5" y="1302"/>
                <a:ext cx="115" cy="37"/>
              </a:xfrm>
              <a:custGeom>
                <a:avLst/>
                <a:gdLst>
                  <a:gd name="T0" fmla="*/ 422 w 60"/>
                  <a:gd name="T1" fmla="*/ 140 h 19"/>
                  <a:gd name="T2" fmla="*/ 232 w 60"/>
                  <a:gd name="T3" fmla="*/ 45 h 19"/>
                  <a:gd name="T4" fmla="*/ 0 w 60"/>
                  <a:gd name="T5" fmla="*/ 0 h 19"/>
                  <a:gd name="T6" fmla="*/ 245 w 60"/>
                  <a:gd name="T7" fmla="*/ 31 h 19"/>
                  <a:gd name="T8" fmla="*/ 416 w 60"/>
                  <a:gd name="T9" fmla="*/ 117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0" h="19">
                    <a:moveTo>
                      <a:pt x="60" y="19"/>
                    </a:moveTo>
                    <a:cubicBezTo>
                      <a:pt x="51" y="14"/>
                      <a:pt x="42" y="10"/>
                      <a:pt x="33" y="6"/>
                    </a:cubicBezTo>
                    <a:cubicBezTo>
                      <a:pt x="23" y="2"/>
                      <a:pt x="11" y="1"/>
                      <a:pt x="0" y="0"/>
                    </a:cubicBezTo>
                    <a:cubicBezTo>
                      <a:pt x="11" y="1"/>
                      <a:pt x="24" y="1"/>
                      <a:pt x="35" y="4"/>
                    </a:cubicBezTo>
                    <a:cubicBezTo>
                      <a:pt x="44" y="6"/>
                      <a:pt x="51" y="13"/>
                      <a:pt x="59" y="16"/>
                    </a:cubicBezTo>
                  </a:path>
                </a:pathLst>
              </a:custGeom>
              <a:solidFill>
                <a:srgbClr val="8E4C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0979" name="Freeform 633">
                <a:extLst>
                  <a:ext uri="{FF2B5EF4-FFF2-40B4-BE49-F238E27FC236}">
                    <a16:creationId xmlns:a16="http://schemas.microsoft.com/office/drawing/2014/main" id="{ED569806-DCD1-4DA5-A39E-D08E3FBFEB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3" y="1600"/>
                <a:ext cx="73" cy="36"/>
              </a:xfrm>
              <a:custGeom>
                <a:avLst/>
                <a:gdLst>
                  <a:gd name="T0" fmla="*/ 269 w 38"/>
                  <a:gd name="T1" fmla="*/ 83 h 19"/>
                  <a:gd name="T2" fmla="*/ 0 w 38"/>
                  <a:gd name="T3" fmla="*/ 0 h 19"/>
                  <a:gd name="T4" fmla="*/ 269 w 38"/>
                  <a:gd name="T5" fmla="*/ 83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8" h="19">
                    <a:moveTo>
                      <a:pt x="38" y="12"/>
                    </a:moveTo>
                    <a:cubicBezTo>
                      <a:pt x="38" y="12"/>
                      <a:pt x="12" y="15"/>
                      <a:pt x="0" y="0"/>
                    </a:cubicBezTo>
                    <a:cubicBezTo>
                      <a:pt x="0" y="0"/>
                      <a:pt x="3" y="19"/>
                      <a:pt x="38" y="12"/>
                    </a:cubicBezTo>
                    <a:close/>
                  </a:path>
                </a:pathLst>
              </a:custGeom>
              <a:solidFill>
                <a:srgbClr val="C1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0980" name="Freeform 634">
                <a:extLst>
                  <a:ext uri="{FF2B5EF4-FFF2-40B4-BE49-F238E27FC236}">
                    <a16:creationId xmlns:a16="http://schemas.microsoft.com/office/drawing/2014/main" id="{1103102E-9474-4BC8-8755-EF4E0C0527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7" y="2427"/>
                <a:ext cx="36" cy="131"/>
              </a:xfrm>
              <a:custGeom>
                <a:avLst/>
                <a:gdLst>
                  <a:gd name="T0" fmla="*/ 15 w 19"/>
                  <a:gd name="T1" fmla="*/ 0 h 69"/>
                  <a:gd name="T2" fmla="*/ 15 w 19"/>
                  <a:gd name="T3" fmla="*/ 159 h 69"/>
                  <a:gd name="T4" fmla="*/ 53 w 19"/>
                  <a:gd name="T5" fmla="*/ 289 h 69"/>
                  <a:gd name="T6" fmla="*/ 89 w 19"/>
                  <a:gd name="T7" fmla="*/ 418 h 69"/>
                  <a:gd name="T8" fmla="*/ 108 w 19"/>
                  <a:gd name="T9" fmla="*/ 450 h 69"/>
                  <a:gd name="T10" fmla="*/ 89 w 19"/>
                  <a:gd name="T11" fmla="*/ 321 h 69"/>
                  <a:gd name="T12" fmla="*/ 15 w 19"/>
                  <a:gd name="T13" fmla="*/ 21 h 6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69">
                    <a:moveTo>
                      <a:pt x="2" y="0"/>
                    </a:moveTo>
                    <a:cubicBezTo>
                      <a:pt x="1" y="7"/>
                      <a:pt x="0" y="15"/>
                      <a:pt x="2" y="23"/>
                    </a:cubicBezTo>
                    <a:cubicBezTo>
                      <a:pt x="3" y="30"/>
                      <a:pt x="6" y="36"/>
                      <a:pt x="8" y="42"/>
                    </a:cubicBezTo>
                    <a:cubicBezTo>
                      <a:pt x="10" y="48"/>
                      <a:pt x="12" y="55"/>
                      <a:pt x="13" y="61"/>
                    </a:cubicBezTo>
                    <a:cubicBezTo>
                      <a:pt x="14" y="62"/>
                      <a:pt x="14" y="69"/>
                      <a:pt x="16" y="66"/>
                    </a:cubicBezTo>
                    <a:cubicBezTo>
                      <a:pt x="19" y="63"/>
                      <a:pt x="14" y="50"/>
                      <a:pt x="13" y="47"/>
                    </a:cubicBezTo>
                    <a:cubicBezTo>
                      <a:pt x="8" y="33"/>
                      <a:pt x="3" y="18"/>
                      <a:pt x="2" y="3"/>
                    </a:cubicBezTo>
                  </a:path>
                </a:pathLst>
              </a:custGeom>
              <a:solidFill>
                <a:srgbClr val="C1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0981" name="Freeform 635">
                <a:extLst>
                  <a:ext uri="{FF2B5EF4-FFF2-40B4-BE49-F238E27FC236}">
                    <a16:creationId xmlns:a16="http://schemas.microsoft.com/office/drawing/2014/main" id="{AE1E5819-6CC5-4656-9022-01CBCB37EF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6" y="2439"/>
                <a:ext cx="39" cy="116"/>
              </a:xfrm>
              <a:custGeom>
                <a:avLst/>
                <a:gdLst>
                  <a:gd name="T0" fmla="*/ 0 w 20"/>
                  <a:gd name="T1" fmla="*/ 0 h 61"/>
                  <a:gd name="T2" fmla="*/ 8 w 20"/>
                  <a:gd name="T3" fmla="*/ 105 h 61"/>
                  <a:gd name="T4" fmla="*/ 31 w 20"/>
                  <a:gd name="T5" fmla="*/ 173 h 61"/>
                  <a:gd name="T6" fmla="*/ 88 w 20"/>
                  <a:gd name="T7" fmla="*/ 321 h 61"/>
                  <a:gd name="T8" fmla="*/ 111 w 20"/>
                  <a:gd name="T9" fmla="*/ 380 h 61"/>
                  <a:gd name="T10" fmla="*/ 117 w 20"/>
                  <a:gd name="T11" fmla="*/ 321 h 61"/>
                  <a:gd name="T12" fmla="*/ 8 w 20"/>
                  <a:gd name="T13" fmla="*/ 15 h 6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" h="61">
                    <a:moveTo>
                      <a:pt x="0" y="0"/>
                    </a:moveTo>
                    <a:cubicBezTo>
                      <a:pt x="1" y="5"/>
                      <a:pt x="1" y="10"/>
                      <a:pt x="1" y="15"/>
                    </a:cubicBezTo>
                    <a:cubicBezTo>
                      <a:pt x="2" y="19"/>
                      <a:pt x="3" y="22"/>
                      <a:pt x="4" y="25"/>
                    </a:cubicBezTo>
                    <a:cubicBezTo>
                      <a:pt x="7" y="32"/>
                      <a:pt x="10" y="40"/>
                      <a:pt x="12" y="47"/>
                    </a:cubicBezTo>
                    <a:cubicBezTo>
                      <a:pt x="13" y="50"/>
                      <a:pt x="14" y="53"/>
                      <a:pt x="15" y="55"/>
                    </a:cubicBezTo>
                    <a:cubicBezTo>
                      <a:pt x="20" y="61"/>
                      <a:pt x="16" y="49"/>
                      <a:pt x="16" y="47"/>
                    </a:cubicBezTo>
                    <a:cubicBezTo>
                      <a:pt x="10" y="32"/>
                      <a:pt x="3" y="18"/>
                      <a:pt x="1" y="2"/>
                    </a:cubicBezTo>
                  </a:path>
                </a:pathLst>
              </a:custGeom>
              <a:solidFill>
                <a:srgbClr val="C1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0982" name="Freeform 636">
                <a:extLst>
                  <a:ext uri="{FF2B5EF4-FFF2-40B4-BE49-F238E27FC236}">
                    <a16:creationId xmlns:a16="http://schemas.microsoft.com/office/drawing/2014/main" id="{A2FAB39F-2257-4771-B88D-264471A29C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7" y="2446"/>
                <a:ext cx="29" cy="86"/>
              </a:xfrm>
              <a:custGeom>
                <a:avLst/>
                <a:gdLst>
                  <a:gd name="T0" fmla="*/ 0 w 15"/>
                  <a:gd name="T1" fmla="*/ 0 h 45"/>
                  <a:gd name="T2" fmla="*/ 23 w 15"/>
                  <a:gd name="T3" fmla="*/ 61 h 45"/>
                  <a:gd name="T4" fmla="*/ 44 w 15"/>
                  <a:gd name="T5" fmla="*/ 124 h 45"/>
                  <a:gd name="T6" fmla="*/ 64 w 15"/>
                  <a:gd name="T7" fmla="*/ 245 h 45"/>
                  <a:gd name="T8" fmla="*/ 79 w 15"/>
                  <a:gd name="T9" fmla="*/ 292 h 45"/>
                  <a:gd name="T10" fmla="*/ 85 w 15"/>
                  <a:gd name="T11" fmla="*/ 245 h 45"/>
                  <a:gd name="T12" fmla="*/ 56 w 15"/>
                  <a:gd name="T13" fmla="*/ 145 h 45"/>
                  <a:gd name="T14" fmla="*/ 15 w 15"/>
                  <a:gd name="T15" fmla="*/ 48 h 4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5" h="45">
                    <a:moveTo>
                      <a:pt x="0" y="0"/>
                    </a:moveTo>
                    <a:cubicBezTo>
                      <a:pt x="0" y="3"/>
                      <a:pt x="2" y="6"/>
                      <a:pt x="3" y="9"/>
                    </a:cubicBezTo>
                    <a:cubicBezTo>
                      <a:pt x="5" y="12"/>
                      <a:pt x="5" y="15"/>
                      <a:pt x="6" y="18"/>
                    </a:cubicBezTo>
                    <a:cubicBezTo>
                      <a:pt x="7" y="24"/>
                      <a:pt x="8" y="29"/>
                      <a:pt x="9" y="35"/>
                    </a:cubicBezTo>
                    <a:cubicBezTo>
                      <a:pt x="9" y="37"/>
                      <a:pt x="10" y="41"/>
                      <a:pt x="11" y="42"/>
                    </a:cubicBezTo>
                    <a:cubicBezTo>
                      <a:pt x="15" y="45"/>
                      <a:pt x="12" y="37"/>
                      <a:pt x="12" y="35"/>
                    </a:cubicBezTo>
                    <a:cubicBezTo>
                      <a:pt x="11" y="31"/>
                      <a:pt x="9" y="26"/>
                      <a:pt x="8" y="21"/>
                    </a:cubicBezTo>
                    <a:cubicBezTo>
                      <a:pt x="6" y="17"/>
                      <a:pt x="5" y="11"/>
                      <a:pt x="2" y="7"/>
                    </a:cubicBezTo>
                  </a:path>
                </a:pathLst>
              </a:custGeom>
              <a:solidFill>
                <a:srgbClr val="C1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0983" name="Freeform 637">
                <a:extLst>
                  <a:ext uri="{FF2B5EF4-FFF2-40B4-BE49-F238E27FC236}">
                    <a16:creationId xmlns:a16="http://schemas.microsoft.com/office/drawing/2014/main" id="{3853F4A2-B023-4A1F-B691-A3B610BBC8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6" y="2458"/>
                <a:ext cx="19" cy="42"/>
              </a:xfrm>
              <a:custGeom>
                <a:avLst/>
                <a:gdLst>
                  <a:gd name="T0" fmla="*/ 0 w 10"/>
                  <a:gd name="T1" fmla="*/ 0 h 22"/>
                  <a:gd name="T2" fmla="*/ 68 w 10"/>
                  <a:gd name="T3" fmla="*/ 153 h 22"/>
                  <a:gd name="T4" fmla="*/ 40 w 10"/>
                  <a:gd name="T5" fmla="*/ 84 h 22"/>
                  <a:gd name="T6" fmla="*/ 8 w 10"/>
                  <a:gd name="T7" fmla="*/ 15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22">
                    <a:moveTo>
                      <a:pt x="0" y="0"/>
                    </a:moveTo>
                    <a:cubicBezTo>
                      <a:pt x="0" y="7"/>
                      <a:pt x="3" y="19"/>
                      <a:pt x="10" y="22"/>
                    </a:cubicBezTo>
                    <a:cubicBezTo>
                      <a:pt x="10" y="19"/>
                      <a:pt x="7" y="16"/>
                      <a:pt x="6" y="12"/>
                    </a:cubicBezTo>
                    <a:cubicBezTo>
                      <a:pt x="4" y="9"/>
                      <a:pt x="2" y="5"/>
                      <a:pt x="1" y="2"/>
                    </a:cubicBezTo>
                  </a:path>
                </a:pathLst>
              </a:custGeom>
              <a:solidFill>
                <a:srgbClr val="C1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0984" name="Freeform 638">
                <a:extLst>
                  <a:ext uri="{FF2B5EF4-FFF2-40B4-BE49-F238E27FC236}">
                    <a16:creationId xmlns:a16="http://schemas.microsoft.com/office/drawing/2014/main" id="{D16B0A9E-04D5-4456-B973-0817C89E33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6" y="1312"/>
                <a:ext cx="109" cy="133"/>
              </a:xfrm>
              <a:custGeom>
                <a:avLst/>
                <a:gdLst>
                  <a:gd name="T0" fmla="*/ 398 w 57"/>
                  <a:gd name="T1" fmla="*/ 0 h 70"/>
                  <a:gd name="T2" fmla="*/ 0 w 57"/>
                  <a:gd name="T3" fmla="*/ 481 h 70"/>
                  <a:gd name="T4" fmla="*/ 398 w 57"/>
                  <a:gd name="T5" fmla="*/ 0 h 7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7" h="70">
                    <a:moveTo>
                      <a:pt x="57" y="0"/>
                    </a:moveTo>
                    <a:cubicBezTo>
                      <a:pt x="57" y="0"/>
                      <a:pt x="11" y="3"/>
                      <a:pt x="0" y="70"/>
                    </a:cubicBezTo>
                    <a:cubicBezTo>
                      <a:pt x="0" y="70"/>
                      <a:pt x="10" y="27"/>
                      <a:pt x="57" y="0"/>
                    </a:cubicBezTo>
                    <a:close/>
                  </a:path>
                </a:pathLst>
              </a:custGeom>
              <a:solidFill>
                <a:srgbClr val="C1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0985" name="Freeform 639">
                <a:extLst>
                  <a:ext uri="{FF2B5EF4-FFF2-40B4-BE49-F238E27FC236}">
                    <a16:creationId xmlns:a16="http://schemas.microsoft.com/office/drawing/2014/main" id="{AFE4A78B-01DE-498F-B036-CABD0D1D20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0" y="1553"/>
                <a:ext cx="71" cy="567"/>
              </a:xfrm>
              <a:custGeom>
                <a:avLst/>
                <a:gdLst>
                  <a:gd name="T0" fmla="*/ 261 w 37"/>
                  <a:gd name="T1" fmla="*/ 0 h 299"/>
                  <a:gd name="T2" fmla="*/ 140 w 37"/>
                  <a:gd name="T3" fmla="*/ 607 h 299"/>
                  <a:gd name="T4" fmla="*/ 48 w 37"/>
                  <a:gd name="T5" fmla="*/ 2039 h 299"/>
                  <a:gd name="T6" fmla="*/ 84 w 37"/>
                  <a:gd name="T7" fmla="*/ 1227 h 299"/>
                  <a:gd name="T8" fmla="*/ 169 w 37"/>
                  <a:gd name="T9" fmla="*/ 654 h 299"/>
                  <a:gd name="T10" fmla="*/ 261 w 37"/>
                  <a:gd name="T11" fmla="*/ 0 h 29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7" h="299">
                    <a:moveTo>
                      <a:pt x="37" y="0"/>
                    </a:moveTo>
                    <a:cubicBezTo>
                      <a:pt x="37" y="0"/>
                      <a:pt x="25" y="67"/>
                      <a:pt x="20" y="89"/>
                    </a:cubicBezTo>
                    <a:cubicBezTo>
                      <a:pt x="14" y="112"/>
                      <a:pt x="0" y="144"/>
                      <a:pt x="7" y="299"/>
                    </a:cubicBezTo>
                    <a:cubicBezTo>
                      <a:pt x="7" y="299"/>
                      <a:pt x="9" y="224"/>
                      <a:pt x="12" y="180"/>
                    </a:cubicBezTo>
                    <a:cubicBezTo>
                      <a:pt x="15" y="146"/>
                      <a:pt x="16" y="119"/>
                      <a:pt x="24" y="96"/>
                    </a:cubicBezTo>
                    <a:cubicBezTo>
                      <a:pt x="33" y="73"/>
                      <a:pt x="37" y="0"/>
                      <a:pt x="37" y="0"/>
                    </a:cubicBezTo>
                    <a:close/>
                  </a:path>
                </a:pathLst>
              </a:custGeom>
              <a:solidFill>
                <a:srgbClr val="C1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0986" name="Freeform 640">
                <a:extLst>
                  <a:ext uri="{FF2B5EF4-FFF2-40B4-BE49-F238E27FC236}">
                    <a16:creationId xmlns:a16="http://schemas.microsoft.com/office/drawing/2014/main" id="{431ECBFD-DAE3-47E7-AD6A-E50D47AFED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5" y="1733"/>
                <a:ext cx="58" cy="484"/>
              </a:xfrm>
              <a:custGeom>
                <a:avLst/>
                <a:gdLst>
                  <a:gd name="T0" fmla="*/ 217 w 30"/>
                  <a:gd name="T1" fmla="*/ 0 h 255"/>
                  <a:gd name="T2" fmla="*/ 72 w 30"/>
                  <a:gd name="T3" fmla="*/ 691 h 255"/>
                  <a:gd name="T4" fmla="*/ 0 w 30"/>
                  <a:gd name="T5" fmla="*/ 1744 h 255"/>
                  <a:gd name="T6" fmla="*/ 29 w 30"/>
                  <a:gd name="T7" fmla="*/ 998 h 255"/>
                  <a:gd name="T8" fmla="*/ 101 w 30"/>
                  <a:gd name="T9" fmla="*/ 342 h 255"/>
                  <a:gd name="T10" fmla="*/ 217 w 30"/>
                  <a:gd name="T11" fmla="*/ 0 h 25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0" h="255">
                    <a:moveTo>
                      <a:pt x="30" y="0"/>
                    </a:moveTo>
                    <a:cubicBezTo>
                      <a:pt x="30" y="0"/>
                      <a:pt x="10" y="75"/>
                      <a:pt x="10" y="101"/>
                    </a:cubicBezTo>
                    <a:cubicBezTo>
                      <a:pt x="11" y="127"/>
                      <a:pt x="5" y="234"/>
                      <a:pt x="0" y="255"/>
                    </a:cubicBezTo>
                    <a:cubicBezTo>
                      <a:pt x="0" y="255"/>
                      <a:pt x="6" y="168"/>
                      <a:pt x="4" y="146"/>
                    </a:cubicBezTo>
                    <a:cubicBezTo>
                      <a:pt x="2" y="125"/>
                      <a:pt x="9" y="67"/>
                      <a:pt x="14" y="50"/>
                    </a:cubicBezTo>
                    <a:cubicBezTo>
                      <a:pt x="19" y="33"/>
                      <a:pt x="30" y="0"/>
                      <a:pt x="30" y="0"/>
                    </a:cubicBezTo>
                    <a:close/>
                  </a:path>
                </a:pathLst>
              </a:custGeom>
              <a:solidFill>
                <a:srgbClr val="8E4C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0987" name="Freeform 641">
                <a:extLst>
                  <a:ext uri="{FF2B5EF4-FFF2-40B4-BE49-F238E27FC236}">
                    <a16:creationId xmlns:a16="http://schemas.microsoft.com/office/drawing/2014/main" id="{3590F906-2907-43DC-A041-950376CEEF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6" y="1822"/>
                <a:ext cx="59" cy="23"/>
              </a:xfrm>
              <a:custGeom>
                <a:avLst/>
                <a:gdLst>
                  <a:gd name="T0" fmla="*/ 213 w 31"/>
                  <a:gd name="T1" fmla="*/ 84 h 12"/>
                  <a:gd name="T2" fmla="*/ 0 w 31"/>
                  <a:gd name="T3" fmla="*/ 23 h 12"/>
                  <a:gd name="T4" fmla="*/ 213 w 31"/>
                  <a:gd name="T5" fmla="*/ 84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1" h="12">
                    <a:moveTo>
                      <a:pt x="31" y="12"/>
                    </a:moveTo>
                    <a:cubicBezTo>
                      <a:pt x="31" y="12"/>
                      <a:pt x="11" y="1"/>
                      <a:pt x="0" y="3"/>
                    </a:cubicBezTo>
                    <a:cubicBezTo>
                      <a:pt x="0" y="3"/>
                      <a:pt x="22" y="0"/>
                      <a:pt x="31" y="12"/>
                    </a:cubicBezTo>
                    <a:close/>
                  </a:path>
                </a:pathLst>
              </a:custGeom>
              <a:solidFill>
                <a:srgbClr val="C1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0988" name="Freeform 642">
                <a:extLst>
                  <a:ext uri="{FF2B5EF4-FFF2-40B4-BE49-F238E27FC236}">
                    <a16:creationId xmlns:a16="http://schemas.microsoft.com/office/drawing/2014/main" id="{B93842DC-39FF-4437-96D6-BA2B201DA0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8" y="2909"/>
                <a:ext cx="35" cy="129"/>
              </a:xfrm>
              <a:custGeom>
                <a:avLst/>
                <a:gdLst>
                  <a:gd name="T0" fmla="*/ 0 w 18"/>
                  <a:gd name="T1" fmla="*/ 0 h 68"/>
                  <a:gd name="T2" fmla="*/ 45 w 18"/>
                  <a:gd name="T3" fmla="*/ 176 h 68"/>
                  <a:gd name="T4" fmla="*/ 88 w 18"/>
                  <a:gd name="T5" fmla="*/ 465 h 68"/>
                  <a:gd name="T6" fmla="*/ 95 w 18"/>
                  <a:gd name="T7" fmla="*/ 220 h 68"/>
                  <a:gd name="T8" fmla="*/ 31 w 18"/>
                  <a:gd name="T9" fmla="*/ 28 h 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68">
                    <a:moveTo>
                      <a:pt x="0" y="0"/>
                    </a:moveTo>
                    <a:cubicBezTo>
                      <a:pt x="0" y="11"/>
                      <a:pt x="2" y="17"/>
                      <a:pt x="6" y="26"/>
                    </a:cubicBezTo>
                    <a:cubicBezTo>
                      <a:pt x="13" y="40"/>
                      <a:pt x="10" y="54"/>
                      <a:pt x="12" y="68"/>
                    </a:cubicBezTo>
                    <a:cubicBezTo>
                      <a:pt x="18" y="60"/>
                      <a:pt x="14" y="41"/>
                      <a:pt x="13" y="32"/>
                    </a:cubicBezTo>
                    <a:cubicBezTo>
                      <a:pt x="12" y="21"/>
                      <a:pt x="9" y="13"/>
                      <a:pt x="4" y="4"/>
                    </a:cubicBezTo>
                  </a:path>
                </a:pathLst>
              </a:custGeom>
              <a:solidFill>
                <a:srgbClr val="C1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0989" name="Freeform 643">
                <a:extLst>
                  <a:ext uri="{FF2B5EF4-FFF2-40B4-BE49-F238E27FC236}">
                    <a16:creationId xmlns:a16="http://schemas.microsoft.com/office/drawing/2014/main" id="{FCBC30E1-80E1-42AB-AE65-9A70C9C42F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9" y="2814"/>
                <a:ext cx="21" cy="124"/>
              </a:xfrm>
              <a:custGeom>
                <a:avLst/>
                <a:gdLst>
                  <a:gd name="T0" fmla="*/ 0 w 11"/>
                  <a:gd name="T1" fmla="*/ 0 h 65"/>
                  <a:gd name="T2" fmla="*/ 8 w 11"/>
                  <a:gd name="T3" fmla="*/ 452 h 65"/>
                  <a:gd name="T4" fmla="*/ 21 w 11"/>
                  <a:gd name="T5" fmla="*/ 84 h 6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65">
                    <a:moveTo>
                      <a:pt x="0" y="0"/>
                    </a:moveTo>
                    <a:cubicBezTo>
                      <a:pt x="11" y="18"/>
                      <a:pt x="7" y="46"/>
                      <a:pt x="1" y="65"/>
                    </a:cubicBezTo>
                    <a:cubicBezTo>
                      <a:pt x="2" y="50"/>
                      <a:pt x="8" y="27"/>
                      <a:pt x="3" y="12"/>
                    </a:cubicBezTo>
                  </a:path>
                </a:pathLst>
              </a:custGeom>
              <a:solidFill>
                <a:srgbClr val="C1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0990" name="Freeform 644">
                <a:extLst>
                  <a:ext uri="{FF2B5EF4-FFF2-40B4-BE49-F238E27FC236}">
                    <a16:creationId xmlns:a16="http://schemas.microsoft.com/office/drawing/2014/main" id="{3150E311-FBC8-4CFD-8EDC-58343BB5B6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2" y="1562"/>
                <a:ext cx="94" cy="55"/>
              </a:xfrm>
              <a:custGeom>
                <a:avLst/>
                <a:gdLst>
                  <a:gd name="T0" fmla="*/ 345 w 49"/>
                  <a:gd name="T1" fmla="*/ 184 h 29"/>
                  <a:gd name="T2" fmla="*/ 140 w 49"/>
                  <a:gd name="T3" fmla="*/ 152 h 29"/>
                  <a:gd name="T4" fmla="*/ 0 w 49"/>
                  <a:gd name="T5" fmla="*/ 0 h 29"/>
                  <a:gd name="T6" fmla="*/ 292 w 49"/>
                  <a:gd name="T7" fmla="*/ 197 h 2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9" h="29">
                    <a:moveTo>
                      <a:pt x="49" y="27"/>
                    </a:moveTo>
                    <a:cubicBezTo>
                      <a:pt x="38" y="26"/>
                      <a:pt x="29" y="28"/>
                      <a:pt x="20" y="22"/>
                    </a:cubicBezTo>
                    <a:cubicBezTo>
                      <a:pt x="13" y="16"/>
                      <a:pt x="4" y="9"/>
                      <a:pt x="0" y="0"/>
                    </a:cubicBezTo>
                    <a:cubicBezTo>
                      <a:pt x="12" y="9"/>
                      <a:pt x="25" y="27"/>
                      <a:pt x="41" y="29"/>
                    </a:cubicBezTo>
                  </a:path>
                </a:pathLst>
              </a:custGeom>
              <a:solidFill>
                <a:srgbClr val="8E4C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0991" name="Freeform 645">
                <a:extLst>
                  <a:ext uri="{FF2B5EF4-FFF2-40B4-BE49-F238E27FC236}">
                    <a16:creationId xmlns:a16="http://schemas.microsoft.com/office/drawing/2014/main" id="{12B4BE70-A8D2-410C-A3AF-0C1B1B2009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8" y="1475"/>
                <a:ext cx="39" cy="235"/>
              </a:xfrm>
              <a:custGeom>
                <a:avLst/>
                <a:gdLst>
                  <a:gd name="T0" fmla="*/ 133 w 20"/>
                  <a:gd name="T1" fmla="*/ 8 h 124"/>
                  <a:gd name="T2" fmla="*/ 117 w 20"/>
                  <a:gd name="T3" fmla="*/ 116 h 124"/>
                  <a:gd name="T4" fmla="*/ 111 w 20"/>
                  <a:gd name="T5" fmla="*/ 237 h 124"/>
                  <a:gd name="T6" fmla="*/ 103 w 20"/>
                  <a:gd name="T7" fmla="*/ 434 h 124"/>
                  <a:gd name="T8" fmla="*/ 0 w 20"/>
                  <a:gd name="T9" fmla="*/ 843 h 124"/>
                  <a:gd name="T10" fmla="*/ 53 w 20"/>
                  <a:gd name="T11" fmla="*/ 593 h 124"/>
                  <a:gd name="T12" fmla="*/ 80 w 20"/>
                  <a:gd name="T13" fmla="*/ 334 h 124"/>
                  <a:gd name="T14" fmla="*/ 111 w 20"/>
                  <a:gd name="T15" fmla="*/ 136 h 124"/>
                  <a:gd name="T16" fmla="*/ 148 w 20"/>
                  <a:gd name="T17" fmla="*/ 0 h 12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0" h="124">
                    <a:moveTo>
                      <a:pt x="18" y="1"/>
                    </a:moveTo>
                    <a:cubicBezTo>
                      <a:pt x="19" y="2"/>
                      <a:pt x="17" y="14"/>
                      <a:pt x="16" y="17"/>
                    </a:cubicBezTo>
                    <a:cubicBezTo>
                      <a:pt x="16" y="23"/>
                      <a:pt x="15" y="29"/>
                      <a:pt x="15" y="35"/>
                    </a:cubicBezTo>
                    <a:cubicBezTo>
                      <a:pt x="15" y="45"/>
                      <a:pt x="15" y="54"/>
                      <a:pt x="14" y="64"/>
                    </a:cubicBezTo>
                    <a:cubicBezTo>
                      <a:pt x="12" y="85"/>
                      <a:pt x="5" y="104"/>
                      <a:pt x="0" y="124"/>
                    </a:cubicBezTo>
                    <a:cubicBezTo>
                      <a:pt x="5" y="113"/>
                      <a:pt x="5" y="99"/>
                      <a:pt x="7" y="87"/>
                    </a:cubicBezTo>
                    <a:cubicBezTo>
                      <a:pt x="9" y="74"/>
                      <a:pt x="10" y="61"/>
                      <a:pt x="11" y="49"/>
                    </a:cubicBezTo>
                    <a:cubicBezTo>
                      <a:pt x="12" y="39"/>
                      <a:pt x="13" y="30"/>
                      <a:pt x="15" y="20"/>
                    </a:cubicBezTo>
                    <a:cubicBezTo>
                      <a:pt x="17" y="14"/>
                      <a:pt x="19" y="7"/>
                      <a:pt x="20" y="0"/>
                    </a:cubicBezTo>
                  </a:path>
                </a:pathLst>
              </a:custGeom>
              <a:solidFill>
                <a:srgbClr val="8E4C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0992" name="Freeform 646">
                <a:extLst>
                  <a:ext uri="{FF2B5EF4-FFF2-40B4-BE49-F238E27FC236}">
                    <a16:creationId xmlns:a16="http://schemas.microsoft.com/office/drawing/2014/main" id="{C5B191C5-E367-40A1-BD50-FBE31B31AC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4" y="1627"/>
                <a:ext cx="81" cy="795"/>
              </a:xfrm>
              <a:custGeom>
                <a:avLst/>
                <a:gdLst>
                  <a:gd name="T0" fmla="*/ 137 w 42"/>
                  <a:gd name="T1" fmla="*/ 0 h 419"/>
                  <a:gd name="T2" fmla="*/ 216 w 42"/>
                  <a:gd name="T3" fmla="*/ 822 h 419"/>
                  <a:gd name="T4" fmla="*/ 179 w 42"/>
                  <a:gd name="T5" fmla="*/ 1842 h 419"/>
                  <a:gd name="T6" fmla="*/ 0 w 42"/>
                  <a:gd name="T7" fmla="*/ 2861 h 419"/>
                  <a:gd name="T8" fmla="*/ 152 w 42"/>
                  <a:gd name="T9" fmla="*/ 2154 h 419"/>
                  <a:gd name="T10" fmla="*/ 293 w 42"/>
                  <a:gd name="T11" fmla="*/ 1195 h 419"/>
                  <a:gd name="T12" fmla="*/ 137 w 42"/>
                  <a:gd name="T13" fmla="*/ 0 h 4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2" h="419">
                    <a:moveTo>
                      <a:pt x="19" y="0"/>
                    </a:moveTo>
                    <a:cubicBezTo>
                      <a:pt x="19" y="0"/>
                      <a:pt x="23" y="72"/>
                      <a:pt x="30" y="120"/>
                    </a:cubicBezTo>
                    <a:cubicBezTo>
                      <a:pt x="38" y="167"/>
                      <a:pt x="36" y="232"/>
                      <a:pt x="25" y="270"/>
                    </a:cubicBezTo>
                    <a:cubicBezTo>
                      <a:pt x="14" y="308"/>
                      <a:pt x="1" y="364"/>
                      <a:pt x="0" y="419"/>
                    </a:cubicBezTo>
                    <a:cubicBezTo>
                      <a:pt x="0" y="419"/>
                      <a:pt x="3" y="352"/>
                      <a:pt x="21" y="315"/>
                    </a:cubicBezTo>
                    <a:cubicBezTo>
                      <a:pt x="39" y="278"/>
                      <a:pt x="41" y="193"/>
                      <a:pt x="41" y="175"/>
                    </a:cubicBezTo>
                    <a:cubicBezTo>
                      <a:pt x="42" y="157"/>
                      <a:pt x="17" y="16"/>
                      <a:pt x="19" y="0"/>
                    </a:cubicBezTo>
                    <a:close/>
                  </a:path>
                </a:pathLst>
              </a:custGeom>
              <a:solidFill>
                <a:srgbClr val="C1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0993" name="Freeform 647">
                <a:extLst>
                  <a:ext uri="{FF2B5EF4-FFF2-40B4-BE49-F238E27FC236}">
                    <a16:creationId xmlns:a16="http://schemas.microsoft.com/office/drawing/2014/main" id="{9D7324D4-4221-41ED-A334-FF9FDF6262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0" y="2297"/>
                <a:ext cx="81" cy="151"/>
              </a:xfrm>
              <a:custGeom>
                <a:avLst/>
                <a:gdLst>
                  <a:gd name="T0" fmla="*/ 301 w 42"/>
                  <a:gd name="T1" fmla="*/ 538 h 80"/>
                  <a:gd name="T2" fmla="*/ 156 w 42"/>
                  <a:gd name="T3" fmla="*/ 296 h 80"/>
                  <a:gd name="T4" fmla="*/ 0 w 42"/>
                  <a:gd name="T5" fmla="*/ 0 h 80"/>
                  <a:gd name="T6" fmla="*/ 71 w 42"/>
                  <a:gd name="T7" fmla="*/ 128 h 80"/>
                  <a:gd name="T8" fmla="*/ 152 w 42"/>
                  <a:gd name="T9" fmla="*/ 296 h 80"/>
                  <a:gd name="T10" fmla="*/ 224 w 42"/>
                  <a:gd name="T11" fmla="*/ 417 h 80"/>
                  <a:gd name="T12" fmla="*/ 280 w 42"/>
                  <a:gd name="T13" fmla="*/ 517 h 8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2" h="80">
                    <a:moveTo>
                      <a:pt x="42" y="80"/>
                    </a:moveTo>
                    <a:cubicBezTo>
                      <a:pt x="33" y="71"/>
                      <a:pt x="28" y="55"/>
                      <a:pt x="22" y="44"/>
                    </a:cubicBezTo>
                    <a:cubicBezTo>
                      <a:pt x="15" y="29"/>
                      <a:pt x="10" y="13"/>
                      <a:pt x="0" y="0"/>
                    </a:cubicBezTo>
                    <a:cubicBezTo>
                      <a:pt x="2" y="7"/>
                      <a:pt x="6" y="13"/>
                      <a:pt x="10" y="19"/>
                    </a:cubicBezTo>
                    <a:cubicBezTo>
                      <a:pt x="14" y="27"/>
                      <a:pt x="17" y="36"/>
                      <a:pt x="21" y="44"/>
                    </a:cubicBezTo>
                    <a:cubicBezTo>
                      <a:pt x="24" y="50"/>
                      <a:pt x="27" y="56"/>
                      <a:pt x="31" y="62"/>
                    </a:cubicBezTo>
                    <a:cubicBezTo>
                      <a:pt x="34" y="67"/>
                      <a:pt x="38" y="72"/>
                      <a:pt x="39" y="77"/>
                    </a:cubicBezTo>
                  </a:path>
                </a:pathLst>
              </a:custGeom>
              <a:solidFill>
                <a:srgbClr val="8E4C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0994" name="Freeform 648">
                <a:extLst>
                  <a:ext uri="{FF2B5EF4-FFF2-40B4-BE49-F238E27FC236}">
                    <a16:creationId xmlns:a16="http://schemas.microsoft.com/office/drawing/2014/main" id="{B6E4CDB1-10EF-47AD-A514-DD6EEF4557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5" y="2610"/>
                <a:ext cx="44" cy="351"/>
              </a:xfrm>
              <a:custGeom>
                <a:avLst/>
                <a:gdLst>
                  <a:gd name="T0" fmla="*/ 161 w 23"/>
                  <a:gd name="T1" fmla="*/ 0 h 185"/>
                  <a:gd name="T2" fmla="*/ 40 w 23"/>
                  <a:gd name="T3" fmla="*/ 698 h 185"/>
                  <a:gd name="T4" fmla="*/ 29 w 23"/>
                  <a:gd name="T5" fmla="*/ 1264 h 185"/>
                  <a:gd name="T6" fmla="*/ 15 w 23"/>
                  <a:gd name="T7" fmla="*/ 899 h 185"/>
                  <a:gd name="T8" fmla="*/ 161 w 23"/>
                  <a:gd name="T9" fmla="*/ 0 h 18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185">
                    <a:moveTo>
                      <a:pt x="23" y="0"/>
                    </a:moveTo>
                    <a:cubicBezTo>
                      <a:pt x="23" y="0"/>
                      <a:pt x="9" y="77"/>
                      <a:pt x="6" y="102"/>
                    </a:cubicBezTo>
                    <a:cubicBezTo>
                      <a:pt x="4" y="127"/>
                      <a:pt x="6" y="165"/>
                      <a:pt x="4" y="185"/>
                    </a:cubicBezTo>
                    <a:cubicBezTo>
                      <a:pt x="4" y="185"/>
                      <a:pt x="3" y="145"/>
                      <a:pt x="2" y="132"/>
                    </a:cubicBezTo>
                    <a:cubicBezTo>
                      <a:pt x="0" y="118"/>
                      <a:pt x="8" y="51"/>
                      <a:pt x="23" y="0"/>
                    </a:cubicBezTo>
                    <a:close/>
                  </a:path>
                </a:pathLst>
              </a:custGeom>
              <a:solidFill>
                <a:srgbClr val="8E4C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0995" name="Freeform 649">
                <a:extLst>
                  <a:ext uri="{FF2B5EF4-FFF2-40B4-BE49-F238E27FC236}">
                    <a16:creationId xmlns:a16="http://schemas.microsoft.com/office/drawing/2014/main" id="{19F1D652-C150-427B-BD4B-5A8FE6F236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9" y="3937"/>
                <a:ext cx="25" cy="44"/>
              </a:xfrm>
              <a:custGeom>
                <a:avLst/>
                <a:gdLst>
                  <a:gd name="T0" fmla="*/ 92 w 13"/>
                  <a:gd name="T1" fmla="*/ 0 h 23"/>
                  <a:gd name="T2" fmla="*/ 0 w 13"/>
                  <a:gd name="T3" fmla="*/ 161 h 23"/>
                  <a:gd name="T4" fmla="*/ 77 w 13"/>
                  <a:gd name="T5" fmla="*/ 8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23">
                    <a:moveTo>
                      <a:pt x="13" y="0"/>
                    </a:moveTo>
                    <a:cubicBezTo>
                      <a:pt x="7" y="4"/>
                      <a:pt x="2" y="16"/>
                      <a:pt x="0" y="23"/>
                    </a:cubicBezTo>
                    <a:cubicBezTo>
                      <a:pt x="1" y="13"/>
                      <a:pt x="6" y="8"/>
                      <a:pt x="11" y="1"/>
                    </a:cubicBezTo>
                  </a:path>
                </a:pathLst>
              </a:custGeom>
              <a:solidFill>
                <a:srgbClr val="8E4C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0996" name="Freeform 650">
                <a:extLst>
                  <a:ext uri="{FF2B5EF4-FFF2-40B4-BE49-F238E27FC236}">
                    <a16:creationId xmlns:a16="http://schemas.microsoft.com/office/drawing/2014/main" id="{23F33378-B1A3-4437-A28E-67BC69CD8D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1" y="3951"/>
                <a:ext cx="14" cy="26"/>
              </a:xfrm>
              <a:custGeom>
                <a:avLst/>
                <a:gdLst>
                  <a:gd name="T0" fmla="*/ 48 w 7"/>
                  <a:gd name="T1" fmla="*/ 0 h 14"/>
                  <a:gd name="T2" fmla="*/ 0 w 7"/>
                  <a:gd name="T3" fmla="*/ 89 h 14"/>
                  <a:gd name="T4" fmla="*/ 40 w 7"/>
                  <a:gd name="T5" fmla="*/ 13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4">
                    <a:moveTo>
                      <a:pt x="6" y="0"/>
                    </a:moveTo>
                    <a:cubicBezTo>
                      <a:pt x="7" y="4"/>
                      <a:pt x="3" y="11"/>
                      <a:pt x="0" y="14"/>
                    </a:cubicBezTo>
                    <a:cubicBezTo>
                      <a:pt x="4" y="11"/>
                      <a:pt x="2" y="5"/>
                      <a:pt x="5" y="2"/>
                    </a:cubicBezTo>
                  </a:path>
                </a:pathLst>
              </a:custGeom>
              <a:solidFill>
                <a:srgbClr val="8E4C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0997" name="Freeform 651">
                <a:extLst>
                  <a:ext uri="{FF2B5EF4-FFF2-40B4-BE49-F238E27FC236}">
                    <a16:creationId xmlns:a16="http://schemas.microsoft.com/office/drawing/2014/main" id="{11D10B0A-6A9D-4663-AF46-E2DE51B192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3" y="3941"/>
                <a:ext cx="17" cy="25"/>
              </a:xfrm>
              <a:custGeom>
                <a:avLst/>
                <a:gdLst>
                  <a:gd name="T0" fmla="*/ 60 w 9"/>
                  <a:gd name="T1" fmla="*/ 0 h 13"/>
                  <a:gd name="T2" fmla="*/ 8 w 9"/>
                  <a:gd name="T3" fmla="*/ 92 h 13"/>
                  <a:gd name="T4" fmla="*/ 60 w 9"/>
                  <a:gd name="T5" fmla="*/ 8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3">
                    <a:moveTo>
                      <a:pt x="9" y="0"/>
                    </a:moveTo>
                    <a:cubicBezTo>
                      <a:pt x="8" y="4"/>
                      <a:pt x="5" y="12"/>
                      <a:pt x="1" y="13"/>
                    </a:cubicBezTo>
                    <a:cubicBezTo>
                      <a:pt x="0" y="8"/>
                      <a:pt x="5" y="3"/>
                      <a:pt x="9" y="1"/>
                    </a:cubicBezTo>
                  </a:path>
                </a:pathLst>
              </a:custGeom>
              <a:solidFill>
                <a:srgbClr val="8E4C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0998" name="Freeform 652">
                <a:extLst>
                  <a:ext uri="{FF2B5EF4-FFF2-40B4-BE49-F238E27FC236}">
                    <a16:creationId xmlns:a16="http://schemas.microsoft.com/office/drawing/2014/main" id="{3B71EDDE-D8BA-482A-B93B-4895F2CCD3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6" y="3932"/>
                <a:ext cx="7" cy="17"/>
              </a:xfrm>
              <a:custGeom>
                <a:avLst/>
                <a:gdLst>
                  <a:gd name="T0" fmla="*/ 21 w 4"/>
                  <a:gd name="T1" fmla="*/ 8 h 9"/>
                  <a:gd name="T2" fmla="*/ 7 w 4"/>
                  <a:gd name="T3" fmla="*/ 60 h 9"/>
                  <a:gd name="T4" fmla="*/ 21 w 4"/>
                  <a:gd name="T5" fmla="*/ 0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9">
                    <a:moveTo>
                      <a:pt x="4" y="1"/>
                    </a:moveTo>
                    <a:cubicBezTo>
                      <a:pt x="4" y="3"/>
                      <a:pt x="3" y="7"/>
                      <a:pt x="1" y="9"/>
                    </a:cubicBezTo>
                    <a:cubicBezTo>
                      <a:pt x="0" y="6"/>
                      <a:pt x="3" y="2"/>
                      <a:pt x="4" y="0"/>
                    </a:cubicBezTo>
                  </a:path>
                </a:pathLst>
              </a:custGeom>
              <a:solidFill>
                <a:srgbClr val="8E4C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0999" name="Freeform 653">
                <a:extLst>
                  <a:ext uri="{FF2B5EF4-FFF2-40B4-BE49-F238E27FC236}">
                    <a16:creationId xmlns:a16="http://schemas.microsoft.com/office/drawing/2014/main" id="{C2EB63DA-E316-4E1D-B41A-FB2A131206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6" y="3843"/>
                <a:ext cx="15" cy="49"/>
              </a:xfrm>
              <a:custGeom>
                <a:avLst/>
                <a:gdLst>
                  <a:gd name="T0" fmla="*/ 45 w 8"/>
                  <a:gd name="T1" fmla="*/ 0 h 26"/>
                  <a:gd name="T2" fmla="*/ 28 w 8"/>
                  <a:gd name="T3" fmla="*/ 47 h 26"/>
                  <a:gd name="T4" fmla="*/ 15 w 8"/>
                  <a:gd name="T5" fmla="*/ 92 h 26"/>
                  <a:gd name="T6" fmla="*/ 0 w 8"/>
                  <a:gd name="T7" fmla="*/ 173 h 26"/>
                  <a:gd name="T8" fmla="*/ 32 w 8"/>
                  <a:gd name="T9" fmla="*/ 81 h 26"/>
                  <a:gd name="T10" fmla="*/ 53 w 8"/>
                  <a:gd name="T11" fmla="*/ 8 h 2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" h="26">
                    <a:moveTo>
                      <a:pt x="7" y="0"/>
                    </a:moveTo>
                    <a:cubicBezTo>
                      <a:pt x="7" y="3"/>
                      <a:pt x="5" y="5"/>
                      <a:pt x="4" y="7"/>
                    </a:cubicBezTo>
                    <a:cubicBezTo>
                      <a:pt x="3" y="9"/>
                      <a:pt x="2" y="12"/>
                      <a:pt x="2" y="14"/>
                    </a:cubicBezTo>
                    <a:cubicBezTo>
                      <a:pt x="1" y="18"/>
                      <a:pt x="0" y="22"/>
                      <a:pt x="0" y="26"/>
                    </a:cubicBezTo>
                    <a:cubicBezTo>
                      <a:pt x="1" y="21"/>
                      <a:pt x="4" y="17"/>
                      <a:pt x="5" y="12"/>
                    </a:cubicBezTo>
                    <a:cubicBezTo>
                      <a:pt x="7" y="9"/>
                      <a:pt x="7" y="5"/>
                      <a:pt x="8" y="1"/>
                    </a:cubicBezTo>
                  </a:path>
                </a:pathLst>
              </a:custGeom>
              <a:solidFill>
                <a:srgbClr val="C1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1000" name="Freeform 654">
                <a:extLst>
                  <a:ext uri="{FF2B5EF4-FFF2-40B4-BE49-F238E27FC236}">
                    <a16:creationId xmlns:a16="http://schemas.microsoft.com/office/drawing/2014/main" id="{6C12519B-B7A7-41CD-9D46-F30A33CF51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8" y="3920"/>
                <a:ext cx="34" cy="54"/>
              </a:xfrm>
              <a:custGeom>
                <a:avLst/>
                <a:gdLst>
                  <a:gd name="T0" fmla="*/ 121 w 18"/>
                  <a:gd name="T1" fmla="*/ 0 h 28"/>
                  <a:gd name="T2" fmla="*/ 60 w 18"/>
                  <a:gd name="T3" fmla="*/ 145 h 28"/>
                  <a:gd name="T4" fmla="*/ 0 w 18"/>
                  <a:gd name="T5" fmla="*/ 201 h 28"/>
                  <a:gd name="T6" fmla="*/ 60 w 18"/>
                  <a:gd name="T7" fmla="*/ 123 h 28"/>
                  <a:gd name="T8" fmla="*/ 100 w 18"/>
                  <a:gd name="T9" fmla="*/ 56 h 28"/>
                  <a:gd name="T10" fmla="*/ 121 w 18"/>
                  <a:gd name="T11" fmla="*/ 8 h 2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8" h="28">
                    <a:moveTo>
                      <a:pt x="18" y="0"/>
                    </a:moveTo>
                    <a:cubicBezTo>
                      <a:pt x="18" y="8"/>
                      <a:pt x="15" y="14"/>
                      <a:pt x="9" y="20"/>
                    </a:cubicBezTo>
                    <a:cubicBezTo>
                      <a:pt x="7" y="23"/>
                      <a:pt x="3" y="26"/>
                      <a:pt x="0" y="28"/>
                    </a:cubicBezTo>
                    <a:cubicBezTo>
                      <a:pt x="3" y="24"/>
                      <a:pt x="7" y="21"/>
                      <a:pt x="9" y="17"/>
                    </a:cubicBezTo>
                    <a:cubicBezTo>
                      <a:pt x="11" y="14"/>
                      <a:pt x="13" y="11"/>
                      <a:pt x="15" y="8"/>
                    </a:cubicBezTo>
                    <a:cubicBezTo>
                      <a:pt x="16" y="7"/>
                      <a:pt x="17" y="2"/>
                      <a:pt x="18" y="1"/>
                    </a:cubicBezTo>
                  </a:path>
                </a:pathLst>
              </a:custGeom>
              <a:solidFill>
                <a:srgbClr val="C1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1001" name="Freeform 655">
                <a:extLst>
                  <a:ext uri="{FF2B5EF4-FFF2-40B4-BE49-F238E27FC236}">
                    <a16:creationId xmlns:a16="http://schemas.microsoft.com/office/drawing/2014/main" id="{C2CBF2C4-F2AE-4961-A47E-EF68DBD104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5" y="4008"/>
                <a:ext cx="54" cy="24"/>
              </a:xfrm>
              <a:custGeom>
                <a:avLst/>
                <a:gdLst>
                  <a:gd name="T0" fmla="*/ 201 w 28"/>
                  <a:gd name="T1" fmla="*/ 61 h 13"/>
                  <a:gd name="T2" fmla="*/ 123 w 28"/>
                  <a:gd name="T3" fmla="*/ 81 h 13"/>
                  <a:gd name="T4" fmla="*/ 64 w 28"/>
                  <a:gd name="T5" fmla="*/ 61 h 13"/>
                  <a:gd name="T6" fmla="*/ 8 w 28"/>
                  <a:gd name="T7" fmla="*/ 0 h 13"/>
                  <a:gd name="T8" fmla="*/ 37 w 28"/>
                  <a:gd name="T9" fmla="*/ 20 h 13"/>
                  <a:gd name="T10" fmla="*/ 100 w 28"/>
                  <a:gd name="T11" fmla="*/ 52 h 13"/>
                  <a:gd name="T12" fmla="*/ 164 w 28"/>
                  <a:gd name="T13" fmla="*/ 61 h 13"/>
                  <a:gd name="T14" fmla="*/ 201 w 28"/>
                  <a:gd name="T15" fmla="*/ 61 h 1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8" h="13">
                    <a:moveTo>
                      <a:pt x="28" y="10"/>
                    </a:moveTo>
                    <a:cubicBezTo>
                      <a:pt x="25" y="11"/>
                      <a:pt x="21" y="13"/>
                      <a:pt x="17" y="13"/>
                    </a:cubicBezTo>
                    <a:cubicBezTo>
                      <a:pt x="15" y="13"/>
                      <a:pt x="12" y="11"/>
                      <a:pt x="9" y="10"/>
                    </a:cubicBezTo>
                    <a:cubicBezTo>
                      <a:pt x="5" y="9"/>
                      <a:pt x="0" y="5"/>
                      <a:pt x="1" y="0"/>
                    </a:cubicBezTo>
                    <a:cubicBezTo>
                      <a:pt x="2" y="2"/>
                      <a:pt x="3" y="2"/>
                      <a:pt x="5" y="3"/>
                    </a:cubicBezTo>
                    <a:cubicBezTo>
                      <a:pt x="8" y="5"/>
                      <a:pt x="11" y="7"/>
                      <a:pt x="14" y="8"/>
                    </a:cubicBezTo>
                    <a:cubicBezTo>
                      <a:pt x="17" y="9"/>
                      <a:pt x="20" y="10"/>
                      <a:pt x="23" y="10"/>
                    </a:cubicBezTo>
                    <a:cubicBezTo>
                      <a:pt x="24" y="10"/>
                      <a:pt x="27" y="11"/>
                      <a:pt x="28" y="10"/>
                    </a:cubicBezTo>
                  </a:path>
                </a:pathLst>
              </a:custGeom>
              <a:solidFill>
                <a:srgbClr val="C1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1002" name="Freeform 656">
                <a:extLst>
                  <a:ext uri="{FF2B5EF4-FFF2-40B4-BE49-F238E27FC236}">
                    <a16:creationId xmlns:a16="http://schemas.microsoft.com/office/drawing/2014/main" id="{89F4BAB0-2C67-4802-AC39-84239FEFCB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3" y="4004"/>
                <a:ext cx="23" cy="13"/>
              </a:xfrm>
              <a:custGeom>
                <a:avLst/>
                <a:gdLst>
                  <a:gd name="T0" fmla="*/ 84 w 12"/>
                  <a:gd name="T1" fmla="*/ 7 h 7"/>
                  <a:gd name="T2" fmla="*/ 0 w 12"/>
                  <a:gd name="T3" fmla="*/ 0 h 7"/>
                  <a:gd name="T4" fmla="*/ 77 w 12"/>
                  <a:gd name="T5" fmla="*/ 13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7">
                    <a:moveTo>
                      <a:pt x="12" y="1"/>
                    </a:moveTo>
                    <a:cubicBezTo>
                      <a:pt x="11" y="7"/>
                      <a:pt x="2" y="5"/>
                      <a:pt x="0" y="0"/>
                    </a:cubicBezTo>
                    <a:cubicBezTo>
                      <a:pt x="2" y="3"/>
                      <a:pt x="9" y="5"/>
                      <a:pt x="11" y="2"/>
                    </a:cubicBezTo>
                  </a:path>
                </a:pathLst>
              </a:custGeom>
              <a:solidFill>
                <a:srgbClr val="C1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1003" name="Freeform 657">
                <a:extLst>
                  <a:ext uri="{FF2B5EF4-FFF2-40B4-BE49-F238E27FC236}">
                    <a16:creationId xmlns:a16="http://schemas.microsoft.com/office/drawing/2014/main" id="{8D981F15-76BA-4BF0-8E6F-38246CFD63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4" y="3989"/>
                <a:ext cx="19" cy="17"/>
              </a:xfrm>
              <a:custGeom>
                <a:avLst/>
                <a:gdLst>
                  <a:gd name="T0" fmla="*/ 68 w 10"/>
                  <a:gd name="T1" fmla="*/ 21 h 9"/>
                  <a:gd name="T2" fmla="*/ 0 w 10"/>
                  <a:gd name="T3" fmla="*/ 0 h 9"/>
                  <a:gd name="T4" fmla="*/ 48 w 10"/>
                  <a:gd name="T5" fmla="*/ 15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9">
                    <a:moveTo>
                      <a:pt x="10" y="3"/>
                    </a:moveTo>
                    <a:cubicBezTo>
                      <a:pt x="9" y="9"/>
                      <a:pt x="1" y="4"/>
                      <a:pt x="0" y="0"/>
                    </a:cubicBezTo>
                    <a:cubicBezTo>
                      <a:pt x="1" y="2"/>
                      <a:pt x="6" y="5"/>
                      <a:pt x="7" y="2"/>
                    </a:cubicBezTo>
                  </a:path>
                </a:pathLst>
              </a:custGeom>
              <a:solidFill>
                <a:srgbClr val="C1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1004" name="Freeform 658">
                <a:extLst>
                  <a:ext uri="{FF2B5EF4-FFF2-40B4-BE49-F238E27FC236}">
                    <a16:creationId xmlns:a16="http://schemas.microsoft.com/office/drawing/2014/main" id="{EACDD842-A94C-41D6-A836-1E6F950520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5" y="3975"/>
                <a:ext cx="11" cy="16"/>
              </a:xfrm>
              <a:custGeom>
                <a:avLst/>
                <a:gdLst>
                  <a:gd name="T0" fmla="*/ 37 w 6"/>
                  <a:gd name="T1" fmla="*/ 32 h 8"/>
                  <a:gd name="T2" fmla="*/ 0 w 6"/>
                  <a:gd name="T3" fmla="*/ 0 h 8"/>
                  <a:gd name="T4" fmla="*/ 24 w 6"/>
                  <a:gd name="T5" fmla="*/ 24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8">
                    <a:moveTo>
                      <a:pt x="6" y="4"/>
                    </a:moveTo>
                    <a:cubicBezTo>
                      <a:pt x="3" y="8"/>
                      <a:pt x="0" y="3"/>
                      <a:pt x="0" y="0"/>
                    </a:cubicBezTo>
                    <a:cubicBezTo>
                      <a:pt x="1" y="1"/>
                      <a:pt x="2" y="2"/>
                      <a:pt x="4" y="3"/>
                    </a:cubicBezTo>
                  </a:path>
                </a:pathLst>
              </a:custGeom>
              <a:solidFill>
                <a:srgbClr val="C1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1005" name="Freeform 659">
                <a:extLst>
                  <a:ext uri="{FF2B5EF4-FFF2-40B4-BE49-F238E27FC236}">
                    <a16:creationId xmlns:a16="http://schemas.microsoft.com/office/drawing/2014/main" id="{A3A0387B-0B45-469B-AB17-D7515CBC11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3" y="3955"/>
                <a:ext cx="12" cy="30"/>
              </a:xfrm>
              <a:custGeom>
                <a:avLst/>
                <a:gdLst>
                  <a:gd name="T0" fmla="*/ 48 w 6"/>
                  <a:gd name="T1" fmla="*/ 0 h 16"/>
                  <a:gd name="T2" fmla="*/ 40 w 6"/>
                  <a:gd name="T3" fmla="*/ 60 h 16"/>
                  <a:gd name="T4" fmla="*/ 0 w 6"/>
                  <a:gd name="T5" fmla="*/ 105 h 16"/>
                  <a:gd name="T6" fmla="*/ 24 w 6"/>
                  <a:gd name="T7" fmla="*/ 45 h 16"/>
                  <a:gd name="T8" fmla="*/ 40 w 6"/>
                  <a:gd name="T9" fmla="*/ 0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16">
                    <a:moveTo>
                      <a:pt x="6" y="0"/>
                    </a:moveTo>
                    <a:cubicBezTo>
                      <a:pt x="6" y="3"/>
                      <a:pt x="6" y="6"/>
                      <a:pt x="5" y="9"/>
                    </a:cubicBezTo>
                    <a:cubicBezTo>
                      <a:pt x="4" y="12"/>
                      <a:pt x="2" y="15"/>
                      <a:pt x="0" y="16"/>
                    </a:cubicBezTo>
                    <a:cubicBezTo>
                      <a:pt x="2" y="13"/>
                      <a:pt x="2" y="10"/>
                      <a:pt x="3" y="7"/>
                    </a:cubicBezTo>
                    <a:cubicBezTo>
                      <a:pt x="3" y="5"/>
                      <a:pt x="5" y="3"/>
                      <a:pt x="5" y="0"/>
                    </a:cubicBezTo>
                  </a:path>
                </a:pathLst>
              </a:custGeom>
              <a:solidFill>
                <a:srgbClr val="C1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1006" name="Freeform 660">
                <a:extLst>
                  <a:ext uri="{FF2B5EF4-FFF2-40B4-BE49-F238E27FC236}">
                    <a16:creationId xmlns:a16="http://schemas.microsoft.com/office/drawing/2014/main" id="{20D0B71D-2F9D-4531-98E6-AFBC188F7C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9" y="3949"/>
                <a:ext cx="15" cy="25"/>
              </a:xfrm>
              <a:custGeom>
                <a:avLst/>
                <a:gdLst>
                  <a:gd name="T0" fmla="*/ 53 w 8"/>
                  <a:gd name="T1" fmla="*/ 0 h 13"/>
                  <a:gd name="T2" fmla="*/ 39 w 8"/>
                  <a:gd name="T3" fmla="*/ 56 h 13"/>
                  <a:gd name="T4" fmla="*/ 0 w 8"/>
                  <a:gd name="T5" fmla="*/ 92 h 13"/>
                  <a:gd name="T6" fmla="*/ 53 w 8"/>
                  <a:gd name="T7" fmla="*/ 8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13">
                    <a:moveTo>
                      <a:pt x="8" y="0"/>
                    </a:moveTo>
                    <a:cubicBezTo>
                      <a:pt x="8" y="3"/>
                      <a:pt x="8" y="6"/>
                      <a:pt x="6" y="8"/>
                    </a:cubicBezTo>
                    <a:cubicBezTo>
                      <a:pt x="4" y="10"/>
                      <a:pt x="2" y="11"/>
                      <a:pt x="0" y="13"/>
                    </a:cubicBezTo>
                    <a:cubicBezTo>
                      <a:pt x="1" y="8"/>
                      <a:pt x="3" y="2"/>
                      <a:pt x="8" y="1"/>
                    </a:cubicBezTo>
                  </a:path>
                </a:pathLst>
              </a:custGeom>
              <a:solidFill>
                <a:srgbClr val="C1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1007" name="Freeform 661">
                <a:extLst>
                  <a:ext uri="{FF2B5EF4-FFF2-40B4-BE49-F238E27FC236}">
                    <a16:creationId xmlns:a16="http://schemas.microsoft.com/office/drawing/2014/main" id="{81C24A8A-4EED-440F-A339-0F7725E577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0" y="3937"/>
                <a:ext cx="15" cy="21"/>
              </a:xfrm>
              <a:custGeom>
                <a:avLst/>
                <a:gdLst>
                  <a:gd name="T0" fmla="*/ 53 w 8"/>
                  <a:gd name="T1" fmla="*/ 0 h 11"/>
                  <a:gd name="T2" fmla="*/ 0 w 8"/>
                  <a:gd name="T3" fmla="*/ 76 h 11"/>
                  <a:gd name="T4" fmla="*/ 45 w 8"/>
                  <a:gd name="T5" fmla="*/ 0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1">
                    <a:moveTo>
                      <a:pt x="8" y="0"/>
                    </a:moveTo>
                    <a:cubicBezTo>
                      <a:pt x="7" y="5"/>
                      <a:pt x="5" y="8"/>
                      <a:pt x="0" y="11"/>
                    </a:cubicBezTo>
                    <a:cubicBezTo>
                      <a:pt x="1" y="7"/>
                      <a:pt x="4" y="1"/>
                      <a:pt x="7" y="0"/>
                    </a:cubicBezTo>
                  </a:path>
                </a:pathLst>
              </a:custGeom>
              <a:solidFill>
                <a:srgbClr val="C1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1008" name="Freeform 662">
                <a:extLst>
                  <a:ext uri="{FF2B5EF4-FFF2-40B4-BE49-F238E27FC236}">
                    <a16:creationId xmlns:a16="http://schemas.microsoft.com/office/drawing/2014/main" id="{BA5956EF-21F9-46B8-B67F-CE9D2BCBDA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7" y="3839"/>
                <a:ext cx="35" cy="102"/>
              </a:xfrm>
              <a:custGeom>
                <a:avLst/>
                <a:gdLst>
                  <a:gd name="T0" fmla="*/ 132 w 18"/>
                  <a:gd name="T1" fmla="*/ 0 h 54"/>
                  <a:gd name="T2" fmla="*/ 72 w 18"/>
                  <a:gd name="T3" fmla="*/ 210 h 54"/>
                  <a:gd name="T4" fmla="*/ 53 w 18"/>
                  <a:gd name="T5" fmla="*/ 281 h 54"/>
                  <a:gd name="T6" fmla="*/ 0 w 18"/>
                  <a:gd name="T7" fmla="*/ 365 h 54"/>
                  <a:gd name="T8" fmla="*/ 68 w 18"/>
                  <a:gd name="T9" fmla="*/ 144 h 54"/>
                  <a:gd name="T10" fmla="*/ 124 w 18"/>
                  <a:gd name="T11" fmla="*/ 8 h 5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8" h="54">
                    <a:moveTo>
                      <a:pt x="18" y="0"/>
                    </a:moveTo>
                    <a:cubicBezTo>
                      <a:pt x="9" y="9"/>
                      <a:pt x="11" y="20"/>
                      <a:pt x="10" y="31"/>
                    </a:cubicBezTo>
                    <a:cubicBezTo>
                      <a:pt x="9" y="35"/>
                      <a:pt x="9" y="39"/>
                      <a:pt x="7" y="42"/>
                    </a:cubicBezTo>
                    <a:cubicBezTo>
                      <a:pt x="5" y="46"/>
                      <a:pt x="2" y="50"/>
                      <a:pt x="0" y="54"/>
                    </a:cubicBezTo>
                    <a:cubicBezTo>
                      <a:pt x="7" y="47"/>
                      <a:pt x="7" y="30"/>
                      <a:pt x="9" y="21"/>
                    </a:cubicBezTo>
                    <a:cubicBezTo>
                      <a:pt x="10" y="13"/>
                      <a:pt x="13" y="7"/>
                      <a:pt x="17" y="1"/>
                    </a:cubicBezTo>
                  </a:path>
                </a:pathLst>
              </a:custGeom>
              <a:solidFill>
                <a:srgbClr val="8E4C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1009" name="Freeform 663">
                <a:extLst>
                  <a:ext uri="{FF2B5EF4-FFF2-40B4-BE49-F238E27FC236}">
                    <a16:creationId xmlns:a16="http://schemas.microsoft.com/office/drawing/2014/main" id="{DDD975B2-1706-45F1-82D4-A437C0E48C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4" y="3763"/>
                <a:ext cx="32" cy="64"/>
              </a:xfrm>
              <a:custGeom>
                <a:avLst/>
                <a:gdLst>
                  <a:gd name="T0" fmla="*/ 92 w 17"/>
                  <a:gd name="T1" fmla="*/ 0 h 34"/>
                  <a:gd name="T2" fmla="*/ 0 w 17"/>
                  <a:gd name="T3" fmla="*/ 226 h 34"/>
                  <a:gd name="T4" fmla="*/ 60 w 17"/>
                  <a:gd name="T5" fmla="*/ 120 h 34"/>
                  <a:gd name="T6" fmla="*/ 85 w 17"/>
                  <a:gd name="T7" fmla="*/ 28 h 3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34">
                    <a:moveTo>
                      <a:pt x="14" y="0"/>
                    </a:moveTo>
                    <a:cubicBezTo>
                      <a:pt x="17" y="13"/>
                      <a:pt x="11" y="26"/>
                      <a:pt x="0" y="34"/>
                    </a:cubicBezTo>
                    <a:cubicBezTo>
                      <a:pt x="6" y="30"/>
                      <a:pt x="7" y="24"/>
                      <a:pt x="9" y="18"/>
                    </a:cubicBezTo>
                    <a:cubicBezTo>
                      <a:pt x="11" y="13"/>
                      <a:pt x="13" y="9"/>
                      <a:pt x="13" y="4"/>
                    </a:cubicBezTo>
                  </a:path>
                </a:pathLst>
              </a:custGeom>
              <a:solidFill>
                <a:srgbClr val="8E4C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1010" name="Freeform 664">
                <a:extLst>
                  <a:ext uri="{FF2B5EF4-FFF2-40B4-BE49-F238E27FC236}">
                    <a16:creationId xmlns:a16="http://schemas.microsoft.com/office/drawing/2014/main" id="{D1DE873E-7BA6-43D7-9243-6C426DE94F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1" y="3939"/>
                <a:ext cx="35" cy="84"/>
              </a:xfrm>
              <a:custGeom>
                <a:avLst/>
                <a:gdLst>
                  <a:gd name="T0" fmla="*/ 132 w 18"/>
                  <a:gd name="T1" fmla="*/ 0 h 44"/>
                  <a:gd name="T2" fmla="*/ 60 w 18"/>
                  <a:gd name="T3" fmla="*/ 168 h 44"/>
                  <a:gd name="T4" fmla="*/ 0 w 18"/>
                  <a:gd name="T5" fmla="*/ 305 h 44"/>
                  <a:gd name="T6" fmla="*/ 31 w 18"/>
                  <a:gd name="T7" fmla="*/ 176 h 44"/>
                  <a:gd name="T8" fmla="*/ 103 w 18"/>
                  <a:gd name="T9" fmla="*/ 8 h 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44">
                    <a:moveTo>
                      <a:pt x="18" y="0"/>
                    </a:moveTo>
                    <a:cubicBezTo>
                      <a:pt x="11" y="6"/>
                      <a:pt x="9" y="15"/>
                      <a:pt x="8" y="24"/>
                    </a:cubicBezTo>
                    <a:cubicBezTo>
                      <a:pt x="7" y="31"/>
                      <a:pt x="9" y="42"/>
                      <a:pt x="0" y="44"/>
                    </a:cubicBezTo>
                    <a:cubicBezTo>
                      <a:pt x="6" y="40"/>
                      <a:pt x="3" y="32"/>
                      <a:pt x="4" y="25"/>
                    </a:cubicBezTo>
                    <a:cubicBezTo>
                      <a:pt x="5" y="16"/>
                      <a:pt x="9" y="8"/>
                      <a:pt x="14" y="1"/>
                    </a:cubicBezTo>
                  </a:path>
                </a:pathLst>
              </a:custGeom>
              <a:solidFill>
                <a:srgbClr val="8E4C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1011" name="Freeform 665">
                <a:extLst>
                  <a:ext uri="{FF2B5EF4-FFF2-40B4-BE49-F238E27FC236}">
                    <a16:creationId xmlns:a16="http://schemas.microsoft.com/office/drawing/2014/main" id="{B8FC718A-68D1-406D-8998-3A9F9AA84B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2" y="3831"/>
                <a:ext cx="17" cy="51"/>
              </a:xfrm>
              <a:custGeom>
                <a:avLst/>
                <a:gdLst>
                  <a:gd name="T0" fmla="*/ 53 w 9"/>
                  <a:gd name="T1" fmla="*/ 0 h 27"/>
                  <a:gd name="T2" fmla="*/ 40 w 9"/>
                  <a:gd name="T3" fmla="*/ 108 h 27"/>
                  <a:gd name="T4" fmla="*/ 0 w 9"/>
                  <a:gd name="T5" fmla="*/ 181 h 27"/>
                  <a:gd name="T6" fmla="*/ 32 w 9"/>
                  <a:gd name="T7" fmla="*/ 93 h 27"/>
                  <a:gd name="T8" fmla="*/ 40 w 9"/>
                  <a:gd name="T9" fmla="*/ 21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27">
                    <a:moveTo>
                      <a:pt x="8" y="0"/>
                    </a:moveTo>
                    <a:cubicBezTo>
                      <a:pt x="9" y="5"/>
                      <a:pt x="8" y="11"/>
                      <a:pt x="6" y="16"/>
                    </a:cubicBezTo>
                    <a:cubicBezTo>
                      <a:pt x="5" y="20"/>
                      <a:pt x="3" y="23"/>
                      <a:pt x="0" y="27"/>
                    </a:cubicBezTo>
                    <a:cubicBezTo>
                      <a:pt x="3" y="24"/>
                      <a:pt x="4" y="17"/>
                      <a:pt x="5" y="14"/>
                    </a:cubicBezTo>
                    <a:cubicBezTo>
                      <a:pt x="6" y="10"/>
                      <a:pt x="8" y="6"/>
                      <a:pt x="6" y="3"/>
                    </a:cubicBezTo>
                  </a:path>
                </a:pathLst>
              </a:custGeom>
              <a:solidFill>
                <a:srgbClr val="8E4C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1012" name="Freeform 666">
                <a:extLst>
                  <a:ext uri="{FF2B5EF4-FFF2-40B4-BE49-F238E27FC236}">
                    <a16:creationId xmlns:a16="http://schemas.microsoft.com/office/drawing/2014/main" id="{FCC05EED-18FC-4AF6-85E0-9E11FE9654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1" y="3190"/>
                <a:ext cx="27" cy="376"/>
              </a:xfrm>
              <a:custGeom>
                <a:avLst/>
                <a:gdLst>
                  <a:gd name="T0" fmla="*/ 0 w 14"/>
                  <a:gd name="T1" fmla="*/ 0 h 198"/>
                  <a:gd name="T2" fmla="*/ 100 w 14"/>
                  <a:gd name="T3" fmla="*/ 1356 h 198"/>
                  <a:gd name="T4" fmla="*/ 0 w 14"/>
                  <a:gd name="T5" fmla="*/ 0 h 19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98">
                    <a:moveTo>
                      <a:pt x="0" y="0"/>
                    </a:moveTo>
                    <a:cubicBezTo>
                      <a:pt x="0" y="0"/>
                      <a:pt x="3" y="154"/>
                      <a:pt x="14" y="198"/>
                    </a:cubicBezTo>
                    <a:cubicBezTo>
                      <a:pt x="14" y="198"/>
                      <a:pt x="0" y="27"/>
                      <a:pt x="0" y="0"/>
                    </a:cubicBezTo>
                    <a:close/>
                  </a:path>
                </a:pathLst>
              </a:custGeom>
              <a:solidFill>
                <a:srgbClr val="C1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1013" name="Freeform 667">
                <a:extLst>
                  <a:ext uri="{FF2B5EF4-FFF2-40B4-BE49-F238E27FC236}">
                    <a16:creationId xmlns:a16="http://schemas.microsoft.com/office/drawing/2014/main" id="{AAF117E9-FC4F-4D2F-8E18-806A109FFC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5" y="3234"/>
                <a:ext cx="42" cy="421"/>
              </a:xfrm>
              <a:custGeom>
                <a:avLst/>
                <a:gdLst>
                  <a:gd name="T0" fmla="*/ 84 w 22"/>
                  <a:gd name="T1" fmla="*/ 0 h 222"/>
                  <a:gd name="T2" fmla="*/ 99 w 22"/>
                  <a:gd name="T3" fmla="*/ 607 h 222"/>
                  <a:gd name="T4" fmla="*/ 8 w 22"/>
                  <a:gd name="T5" fmla="*/ 1513 h 222"/>
                  <a:gd name="T6" fmla="*/ 40 w 22"/>
                  <a:gd name="T7" fmla="*/ 762 h 222"/>
                  <a:gd name="T8" fmla="*/ 84 w 22"/>
                  <a:gd name="T9" fmla="*/ 0 h 2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222">
                    <a:moveTo>
                      <a:pt x="12" y="0"/>
                    </a:moveTo>
                    <a:cubicBezTo>
                      <a:pt x="12" y="0"/>
                      <a:pt x="22" y="45"/>
                      <a:pt x="14" y="89"/>
                    </a:cubicBezTo>
                    <a:cubicBezTo>
                      <a:pt x="6" y="133"/>
                      <a:pt x="1" y="213"/>
                      <a:pt x="1" y="222"/>
                    </a:cubicBezTo>
                    <a:cubicBezTo>
                      <a:pt x="1" y="222"/>
                      <a:pt x="0" y="143"/>
                      <a:pt x="6" y="112"/>
                    </a:cubicBezTo>
                    <a:cubicBezTo>
                      <a:pt x="13" y="81"/>
                      <a:pt x="16" y="36"/>
                      <a:pt x="12" y="0"/>
                    </a:cubicBezTo>
                    <a:close/>
                  </a:path>
                </a:pathLst>
              </a:custGeom>
              <a:solidFill>
                <a:srgbClr val="8E4C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1014" name="Freeform 668">
                <a:extLst>
                  <a:ext uri="{FF2B5EF4-FFF2-40B4-BE49-F238E27FC236}">
                    <a16:creationId xmlns:a16="http://schemas.microsoft.com/office/drawing/2014/main" id="{D373E470-CB25-49FC-AECF-D3C8C3A173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3" y="1572"/>
                <a:ext cx="6" cy="7"/>
              </a:xfrm>
              <a:custGeom>
                <a:avLst/>
                <a:gdLst>
                  <a:gd name="T0" fmla="*/ 0 w 3"/>
                  <a:gd name="T1" fmla="*/ 7 h 4"/>
                  <a:gd name="T2" fmla="*/ 0 w 3"/>
                  <a:gd name="T3" fmla="*/ 21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4">
                    <a:moveTo>
                      <a:pt x="0" y="1"/>
                    </a:moveTo>
                    <a:cubicBezTo>
                      <a:pt x="2" y="0"/>
                      <a:pt x="3" y="4"/>
                      <a:pt x="0" y="4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1015" name="Freeform 669">
                <a:extLst>
                  <a:ext uri="{FF2B5EF4-FFF2-40B4-BE49-F238E27FC236}">
                    <a16:creationId xmlns:a16="http://schemas.microsoft.com/office/drawing/2014/main" id="{E0ACB53D-B2EC-4CD9-A8CC-DADA26FEC3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1" y="2503"/>
                <a:ext cx="12" cy="25"/>
              </a:xfrm>
              <a:custGeom>
                <a:avLst/>
                <a:gdLst>
                  <a:gd name="T0" fmla="*/ 0 w 6"/>
                  <a:gd name="T1" fmla="*/ 85 h 13"/>
                  <a:gd name="T2" fmla="*/ 40 w 6"/>
                  <a:gd name="T3" fmla="*/ 44 h 13"/>
                  <a:gd name="T4" fmla="*/ 0 w 6"/>
                  <a:gd name="T5" fmla="*/ 92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13">
                    <a:moveTo>
                      <a:pt x="0" y="12"/>
                    </a:moveTo>
                    <a:cubicBezTo>
                      <a:pt x="1" y="11"/>
                      <a:pt x="5" y="0"/>
                      <a:pt x="5" y="6"/>
                    </a:cubicBezTo>
                    <a:cubicBezTo>
                      <a:pt x="6" y="10"/>
                      <a:pt x="3" y="11"/>
                      <a:pt x="0" y="13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1016" name="Freeform 670">
                <a:extLst>
                  <a:ext uri="{FF2B5EF4-FFF2-40B4-BE49-F238E27FC236}">
                    <a16:creationId xmlns:a16="http://schemas.microsoft.com/office/drawing/2014/main" id="{F150463A-1192-4401-B595-1D4E662220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4" y="2465"/>
                <a:ext cx="13" cy="29"/>
              </a:xfrm>
              <a:custGeom>
                <a:avLst/>
                <a:gdLst>
                  <a:gd name="T0" fmla="*/ 0 w 7"/>
                  <a:gd name="T1" fmla="*/ 8 h 15"/>
                  <a:gd name="T2" fmla="*/ 37 w 7"/>
                  <a:gd name="T3" fmla="*/ 8 h 15"/>
                  <a:gd name="T4" fmla="*/ 37 w 7"/>
                  <a:gd name="T5" fmla="*/ 52 h 15"/>
                  <a:gd name="T6" fmla="*/ 32 w 7"/>
                  <a:gd name="T7" fmla="*/ 93 h 15"/>
                  <a:gd name="T8" fmla="*/ 13 w 7"/>
                  <a:gd name="T9" fmla="*/ 108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15">
                    <a:moveTo>
                      <a:pt x="0" y="1"/>
                    </a:moveTo>
                    <a:cubicBezTo>
                      <a:pt x="2" y="1"/>
                      <a:pt x="4" y="0"/>
                      <a:pt x="6" y="1"/>
                    </a:cubicBezTo>
                    <a:cubicBezTo>
                      <a:pt x="7" y="2"/>
                      <a:pt x="6" y="5"/>
                      <a:pt x="6" y="7"/>
                    </a:cubicBezTo>
                    <a:cubicBezTo>
                      <a:pt x="6" y="8"/>
                      <a:pt x="6" y="11"/>
                      <a:pt x="5" y="13"/>
                    </a:cubicBezTo>
                    <a:cubicBezTo>
                      <a:pt x="4" y="14"/>
                      <a:pt x="3" y="14"/>
                      <a:pt x="2" y="15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1017" name="Freeform 671">
                <a:extLst>
                  <a:ext uri="{FF2B5EF4-FFF2-40B4-BE49-F238E27FC236}">
                    <a16:creationId xmlns:a16="http://schemas.microsoft.com/office/drawing/2014/main" id="{AC0999DE-6852-42A1-ABB6-97F74F975F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2" y="2528"/>
                <a:ext cx="17" cy="25"/>
              </a:xfrm>
              <a:custGeom>
                <a:avLst/>
                <a:gdLst>
                  <a:gd name="T0" fmla="*/ 60 w 9"/>
                  <a:gd name="T1" fmla="*/ 23 h 13"/>
                  <a:gd name="T2" fmla="*/ 15 w 9"/>
                  <a:gd name="T3" fmla="*/ 37 h 13"/>
                  <a:gd name="T4" fmla="*/ 8 w 9"/>
                  <a:gd name="T5" fmla="*/ 92 h 13"/>
                  <a:gd name="T6" fmla="*/ 53 w 9"/>
                  <a:gd name="T7" fmla="*/ 92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13">
                    <a:moveTo>
                      <a:pt x="9" y="3"/>
                    </a:moveTo>
                    <a:cubicBezTo>
                      <a:pt x="8" y="0"/>
                      <a:pt x="3" y="3"/>
                      <a:pt x="2" y="5"/>
                    </a:cubicBezTo>
                    <a:cubicBezTo>
                      <a:pt x="1" y="7"/>
                      <a:pt x="0" y="11"/>
                      <a:pt x="1" y="13"/>
                    </a:cubicBezTo>
                    <a:cubicBezTo>
                      <a:pt x="3" y="12"/>
                      <a:pt x="6" y="10"/>
                      <a:pt x="8" y="13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1018" name="Freeform 672">
                <a:extLst>
                  <a:ext uri="{FF2B5EF4-FFF2-40B4-BE49-F238E27FC236}">
                    <a16:creationId xmlns:a16="http://schemas.microsoft.com/office/drawing/2014/main" id="{075AE401-5604-44C4-AC79-BF69473EAE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7" y="2522"/>
                <a:ext cx="23" cy="27"/>
              </a:xfrm>
              <a:custGeom>
                <a:avLst/>
                <a:gdLst>
                  <a:gd name="T0" fmla="*/ 44 w 12"/>
                  <a:gd name="T1" fmla="*/ 100 h 14"/>
                  <a:gd name="T2" fmla="*/ 0 w 12"/>
                  <a:gd name="T3" fmla="*/ 85 h 14"/>
                  <a:gd name="T4" fmla="*/ 44 w 12"/>
                  <a:gd name="T5" fmla="*/ 23 h 14"/>
                  <a:gd name="T6" fmla="*/ 84 w 12"/>
                  <a:gd name="T7" fmla="*/ 52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14">
                    <a:moveTo>
                      <a:pt x="6" y="14"/>
                    </a:moveTo>
                    <a:cubicBezTo>
                      <a:pt x="5" y="12"/>
                      <a:pt x="2" y="11"/>
                      <a:pt x="0" y="12"/>
                    </a:cubicBezTo>
                    <a:cubicBezTo>
                      <a:pt x="2" y="10"/>
                      <a:pt x="3" y="5"/>
                      <a:pt x="6" y="3"/>
                    </a:cubicBezTo>
                    <a:cubicBezTo>
                      <a:pt x="9" y="0"/>
                      <a:pt x="12" y="3"/>
                      <a:pt x="12" y="7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1019" name="Freeform 673">
                <a:extLst>
                  <a:ext uri="{FF2B5EF4-FFF2-40B4-BE49-F238E27FC236}">
                    <a16:creationId xmlns:a16="http://schemas.microsoft.com/office/drawing/2014/main" id="{754BE92A-6BF3-490B-8C03-FA1018C599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8" y="2465"/>
                <a:ext cx="13" cy="33"/>
              </a:xfrm>
              <a:custGeom>
                <a:avLst/>
                <a:gdLst>
                  <a:gd name="T0" fmla="*/ 45 w 7"/>
                  <a:gd name="T1" fmla="*/ 8 h 17"/>
                  <a:gd name="T2" fmla="*/ 7 w 7"/>
                  <a:gd name="T3" fmla="*/ 52 h 17"/>
                  <a:gd name="T4" fmla="*/ 20 w 7"/>
                  <a:gd name="T5" fmla="*/ 124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7">
                    <a:moveTo>
                      <a:pt x="7" y="1"/>
                    </a:moveTo>
                    <a:cubicBezTo>
                      <a:pt x="2" y="0"/>
                      <a:pt x="2" y="3"/>
                      <a:pt x="1" y="7"/>
                    </a:cubicBezTo>
                    <a:cubicBezTo>
                      <a:pt x="1" y="10"/>
                      <a:pt x="0" y="15"/>
                      <a:pt x="3" y="17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1020" name="Freeform 674">
                <a:extLst>
                  <a:ext uri="{FF2B5EF4-FFF2-40B4-BE49-F238E27FC236}">
                    <a16:creationId xmlns:a16="http://schemas.microsoft.com/office/drawing/2014/main" id="{5A049DFE-19E2-4C1B-9F5F-88E00CA082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5" y="2528"/>
                <a:ext cx="21" cy="25"/>
              </a:xfrm>
              <a:custGeom>
                <a:avLst/>
                <a:gdLst>
                  <a:gd name="T0" fmla="*/ 36 w 11"/>
                  <a:gd name="T1" fmla="*/ 71 h 13"/>
                  <a:gd name="T2" fmla="*/ 76 w 11"/>
                  <a:gd name="T3" fmla="*/ 85 h 13"/>
                  <a:gd name="T4" fmla="*/ 61 w 11"/>
                  <a:gd name="T5" fmla="*/ 44 h 13"/>
                  <a:gd name="T6" fmla="*/ 40 w 11"/>
                  <a:gd name="T7" fmla="*/ 8 h 13"/>
                  <a:gd name="T8" fmla="*/ 0 w 11"/>
                  <a:gd name="T9" fmla="*/ 23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3">
                    <a:moveTo>
                      <a:pt x="5" y="10"/>
                    </a:moveTo>
                    <a:cubicBezTo>
                      <a:pt x="6" y="12"/>
                      <a:pt x="10" y="13"/>
                      <a:pt x="11" y="12"/>
                    </a:cubicBezTo>
                    <a:cubicBezTo>
                      <a:pt x="11" y="10"/>
                      <a:pt x="10" y="8"/>
                      <a:pt x="9" y="6"/>
                    </a:cubicBezTo>
                    <a:cubicBezTo>
                      <a:pt x="8" y="4"/>
                      <a:pt x="7" y="2"/>
                      <a:pt x="6" y="1"/>
                    </a:cubicBezTo>
                    <a:cubicBezTo>
                      <a:pt x="5" y="0"/>
                      <a:pt x="0" y="1"/>
                      <a:pt x="0" y="3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1021" name="Freeform 675">
                <a:extLst>
                  <a:ext uri="{FF2B5EF4-FFF2-40B4-BE49-F238E27FC236}">
                    <a16:creationId xmlns:a16="http://schemas.microsoft.com/office/drawing/2014/main" id="{192191FF-36FB-4161-A207-DECE240CE3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6" y="2528"/>
                <a:ext cx="17" cy="27"/>
              </a:xfrm>
              <a:custGeom>
                <a:avLst/>
                <a:gdLst>
                  <a:gd name="T0" fmla="*/ 15 w 9"/>
                  <a:gd name="T1" fmla="*/ 93 h 14"/>
                  <a:gd name="T2" fmla="*/ 40 w 9"/>
                  <a:gd name="T3" fmla="*/ 93 h 14"/>
                  <a:gd name="T4" fmla="*/ 60 w 9"/>
                  <a:gd name="T5" fmla="*/ 100 h 14"/>
                  <a:gd name="T6" fmla="*/ 47 w 9"/>
                  <a:gd name="T7" fmla="*/ 64 h 14"/>
                  <a:gd name="T8" fmla="*/ 32 w 9"/>
                  <a:gd name="T9" fmla="*/ 29 h 14"/>
                  <a:gd name="T10" fmla="*/ 0 w 9"/>
                  <a:gd name="T11" fmla="*/ 8 h 1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" h="14">
                    <a:moveTo>
                      <a:pt x="2" y="13"/>
                    </a:moveTo>
                    <a:cubicBezTo>
                      <a:pt x="2" y="13"/>
                      <a:pt x="5" y="13"/>
                      <a:pt x="6" y="13"/>
                    </a:cubicBezTo>
                    <a:cubicBezTo>
                      <a:pt x="7" y="13"/>
                      <a:pt x="8" y="13"/>
                      <a:pt x="9" y="14"/>
                    </a:cubicBezTo>
                    <a:cubicBezTo>
                      <a:pt x="8" y="13"/>
                      <a:pt x="8" y="11"/>
                      <a:pt x="7" y="9"/>
                    </a:cubicBezTo>
                    <a:cubicBezTo>
                      <a:pt x="6" y="8"/>
                      <a:pt x="6" y="6"/>
                      <a:pt x="5" y="4"/>
                    </a:cubicBezTo>
                    <a:cubicBezTo>
                      <a:pt x="4" y="2"/>
                      <a:pt x="2" y="0"/>
                      <a:pt x="0" y="1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1022" name="Freeform 676">
                <a:extLst>
                  <a:ext uri="{FF2B5EF4-FFF2-40B4-BE49-F238E27FC236}">
                    <a16:creationId xmlns:a16="http://schemas.microsoft.com/office/drawing/2014/main" id="{A821CEC0-6F3D-40A5-A08B-E9E21F3A05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1" y="2511"/>
                <a:ext cx="17" cy="19"/>
              </a:xfrm>
              <a:custGeom>
                <a:avLst/>
                <a:gdLst>
                  <a:gd name="T0" fmla="*/ 28 w 9"/>
                  <a:gd name="T1" fmla="*/ 61 h 10"/>
                  <a:gd name="T2" fmla="*/ 60 w 9"/>
                  <a:gd name="T3" fmla="*/ 61 h 10"/>
                  <a:gd name="T4" fmla="*/ 53 w 9"/>
                  <a:gd name="T5" fmla="*/ 40 h 10"/>
                  <a:gd name="T6" fmla="*/ 40 w 9"/>
                  <a:gd name="T7" fmla="*/ 21 h 10"/>
                  <a:gd name="T8" fmla="*/ 21 w 9"/>
                  <a:gd name="T9" fmla="*/ 0 h 10"/>
                  <a:gd name="T10" fmla="*/ 0 w 9"/>
                  <a:gd name="T11" fmla="*/ 0 h 1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" h="10">
                    <a:moveTo>
                      <a:pt x="4" y="9"/>
                    </a:moveTo>
                    <a:cubicBezTo>
                      <a:pt x="5" y="9"/>
                      <a:pt x="8" y="10"/>
                      <a:pt x="9" y="9"/>
                    </a:cubicBezTo>
                    <a:cubicBezTo>
                      <a:pt x="9" y="9"/>
                      <a:pt x="8" y="7"/>
                      <a:pt x="8" y="6"/>
                    </a:cubicBezTo>
                    <a:cubicBezTo>
                      <a:pt x="7" y="5"/>
                      <a:pt x="7" y="4"/>
                      <a:pt x="6" y="3"/>
                    </a:cubicBezTo>
                    <a:cubicBezTo>
                      <a:pt x="6" y="1"/>
                      <a:pt x="5" y="1"/>
                      <a:pt x="3" y="0"/>
                    </a:cubicBezTo>
                    <a:cubicBezTo>
                      <a:pt x="2" y="0"/>
                      <a:pt x="1" y="0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1023" name="Freeform 677">
                <a:extLst>
                  <a:ext uri="{FF2B5EF4-FFF2-40B4-BE49-F238E27FC236}">
                    <a16:creationId xmlns:a16="http://schemas.microsoft.com/office/drawing/2014/main" id="{DAB183AD-A2DD-48AB-AE33-D3FC8C0D0A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7" y="1306"/>
                <a:ext cx="143" cy="36"/>
              </a:xfrm>
              <a:custGeom>
                <a:avLst/>
                <a:gdLst>
                  <a:gd name="T0" fmla="*/ 521 w 75"/>
                  <a:gd name="T1" fmla="*/ 129 h 19"/>
                  <a:gd name="T2" fmla="*/ 137 w 75"/>
                  <a:gd name="T3" fmla="*/ 40 h 19"/>
                  <a:gd name="T4" fmla="*/ 0 w 75"/>
                  <a:gd name="T5" fmla="*/ 0 h 19"/>
                  <a:gd name="T6" fmla="*/ 137 w 75"/>
                  <a:gd name="T7" fmla="*/ 32 h 19"/>
                  <a:gd name="T8" fmla="*/ 521 w 75"/>
                  <a:gd name="T9" fmla="*/ 129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5" h="19">
                    <a:moveTo>
                      <a:pt x="75" y="19"/>
                    </a:moveTo>
                    <a:cubicBezTo>
                      <a:pt x="52" y="6"/>
                      <a:pt x="28" y="6"/>
                      <a:pt x="20" y="6"/>
                    </a:cubicBezTo>
                    <a:cubicBezTo>
                      <a:pt x="11" y="5"/>
                      <a:pt x="0" y="0"/>
                      <a:pt x="0" y="0"/>
                    </a:cubicBezTo>
                    <a:cubicBezTo>
                      <a:pt x="0" y="0"/>
                      <a:pt x="11" y="4"/>
                      <a:pt x="20" y="5"/>
                    </a:cubicBezTo>
                    <a:cubicBezTo>
                      <a:pt x="28" y="5"/>
                      <a:pt x="52" y="6"/>
                      <a:pt x="75" y="19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1024" name="Freeform 678">
                <a:extLst>
                  <a:ext uri="{FF2B5EF4-FFF2-40B4-BE49-F238E27FC236}">
                    <a16:creationId xmlns:a16="http://schemas.microsoft.com/office/drawing/2014/main" id="{68BA8381-588E-4386-AF17-9B635F8C3B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3" y="1306"/>
                <a:ext cx="143" cy="36"/>
              </a:xfrm>
              <a:custGeom>
                <a:avLst/>
                <a:gdLst>
                  <a:gd name="T0" fmla="*/ 0 w 75"/>
                  <a:gd name="T1" fmla="*/ 129 h 19"/>
                  <a:gd name="T2" fmla="*/ 381 w 75"/>
                  <a:gd name="T3" fmla="*/ 40 h 19"/>
                  <a:gd name="T4" fmla="*/ 521 w 75"/>
                  <a:gd name="T5" fmla="*/ 0 h 19"/>
                  <a:gd name="T6" fmla="*/ 381 w 75"/>
                  <a:gd name="T7" fmla="*/ 32 h 19"/>
                  <a:gd name="T8" fmla="*/ 0 w 75"/>
                  <a:gd name="T9" fmla="*/ 129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5" h="19">
                    <a:moveTo>
                      <a:pt x="0" y="19"/>
                    </a:moveTo>
                    <a:cubicBezTo>
                      <a:pt x="23" y="6"/>
                      <a:pt x="47" y="6"/>
                      <a:pt x="55" y="6"/>
                    </a:cubicBezTo>
                    <a:cubicBezTo>
                      <a:pt x="64" y="5"/>
                      <a:pt x="75" y="0"/>
                      <a:pt x="75" y="0"/>
                    </a:cubicBezTo>
                    <a:cubicBezTo>
                      <a:pt x="75" y="0"/>
                      <a:pt x="64" y="4"/>
                      <a:pt x="55" y="5"/>
                    </a:cubicBezTo>
                    <a:cubicBezTo>
                      <a:pt x="47" y="5"/>
                      <a:pt x="23" y="6"/>
                      <a:pt x="0" y="19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1025" name="Freeform 679">
                <a:extLst>
                  <a:ext uri="{FF2B5EF4-FFF2-40B4-BE49-F238E27FC236}">
                    <a16:creationId xmlns:a16="http://schemas.microsoft.com/office/drawing/2014/main" id="{C8B93E01-FCFD-46DE-82F5-572151ECBF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7" y="2131"/>
                <a:ext cx="19" cy="25"/>
              </a:xfrm>
              <a:custGeom>
                <a:avLst/>
                <a:gdLst>
                  <a:gd name="T0" fmla="*/ 68 w 10"/>
                  <a:gd name="T1" fmla="*/ 8 h 13"/>
                  <a:gd name="T2" fmla="*/ 48 w 10"/>
                  <a:gd name="T3" fmla="*/ 15 h 13"/>
                  <a:gd name="T4" fmla="*/ 61 w 10"/>
                  <a:gd name="T5" fmla="*/ 77 h 13"/>
                  <a:gd name="T6" fmla="*/ 55 w 10"/>
                  <a:gd name="T7" fmla="*/ 8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13">
                    <a:moveTo>
                      <a:pt x="10" y="1"/>
                    </a:moveTo>
                    <a:cubicBezTo>
                      <a:pt x="9" y="1"/>
                      <a:pt x="8" y="1"/>
                      <a:pt x="7" y="2"/>
                    </a:cubicBezTo>
                    <a:cubicBezTo>
                      <a:pt x="7" y="6"/>
                      <a:pt x="6" y="9"/>
                      <a:pt x="9" y="11"/>
                    </a:cubicBezTo>
                    <a:cubicBezTo>
                      <a:pt x="1" y="13"/>
                      <a:pt x="0" y="0"/>
                      <a:pt x="8" y="1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1026" name="Freeform 680">
                <a:extLst>
                  <a:ext uri="{FF2B5EF4-FFF2-40B4-BE49-F238E27FC236}">
                    <a16:creationId xmlns:a16="http://schemas.microsoft.com/office/drawing/2014/main" id="{249877B2-C18C-4C27-8D1D-F60FA51D26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2" y="1557"/>
                <a:ext cx="16" cy="17"/>
              </a:xfrm>
              <a:custGeom>
                <a:avLst/>
                <a:gdLst>
                  <a:gd name="T0" fmla="*/ 0 w 16"/>
                  <a:gd name="T1" fmla="*/ 0 h 17"/>
                  <a:gd name="T2" fmla="*/ 0 w 16"/>
                  <a:gd name="T3" fmla="*/ 11 h 17"/>
                  <a:gd name="T4" fmla="*/ 6 w 16"/>
                  <a:gd name="T5" fmla="*/ 17 h 17"/>
                  <a:gd name="T6" fmla="*/ 16 w 16"/>
                  <a:gd name="T7" fmla="*/ 5 h 17"/>
                  <a:gd name="T8" fmla="*/ 0 w 16"/>
                  <a:gd name="T9" fmla="*/ 0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17">
                    <a:moveTo>
                      <a:pt x="0" y="0"/>
                    </a:moveTo>
                    <a:lnTo>
                      <a:pt x="0" y="11"/>
                    </a:lnTo>
                    <a:lnTo>
                      <a:pt x="6" y="17"/>
                    </a:lnTo>
                    <a:lnTo>
                      <a:pt x="16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961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1027" name="Freeform 681">
                <a:extLst>
                  <a:ext uri="{FF2B5EF4-FFF2-40B4-BE49-F238E27FC236}">
                    <a16:creationId xmlns:a16="http://schemas.microsoft.com/office/drawing/2014/main" id="{E46D8809-5081-4DED-8584-E9132A75D8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7" y="1560"/>
                <a:ext cx="11" cy="12"/>
              </a:xfrm>
              <a:custGeom>
                <a:avLst/>
                <a:gdLst>
                  <a:gd name="T0" fmla="*/ 8 w 11"/>
                  <a:gd name="T1" fmla="*/ 0 h 12"/>
                  <a:gd name="T2" fmla="*/ 11 w 11"/>
                  <a:gd name="T3" fmla="*/ 10 h 12"/>
                  <a:gd name="T4" fmla="*/ 8 w 11"/>
                  <a:gd name="T5" fmla="*/ 12 h 12"/>
                  <a:gd name="T6" fmla="*/ 0 w 11"/>
                  <a:gd name="T7" fmla="*/ 4 h 12"/>
                  <a:gd name="T8" fmla="*/ 8 w 11"/>
                  <a:gd name="T9" fmla="*/ 0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2">
                    <a:moveTo>
                      <a:pt x="8" y="0"/>
                    </a:moveTo>
                    <a:lnTo>
                      <a:pt x="11" y="10"/>
                    </a:lnTo>
                    <a:lnTo>
                      <a:pt x="8" y="12"/>
                    </a:lnTo>
                    <a:lnTo>
                      <a:pt x="0" y="4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A961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1028" name="Freeform 682">
                <a:extLst>
                  <a:ext uri="{FF2B5EF4-FFF2-40B4-BE49-F238E27FC236}">
                    <a16:creationId xmlns:a16="http://schemas.microsoft.com/office/drawing/2014/main" id="{CCB592E1-FB1C-48C7-A021-2A374A4B58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5" y="1576"/>
                <a:ext cx="8" cy="7"/>
              </a:xfrm>
              <a:custGeom>
                <a:avLst/>
                <a:gdLst>
                  <a:gd name="T0" fmla="*/ 8 w 8"/>
                  <a:gd name="T1" fmla="*/ 2 h 7"/>
                  <a:gd name="T2" fmla="*/ 0 w 8"/>
                  <a:gd name="T3" fmla="*/ 0 h 7"/>
                  <a:gd name="T4" fmla="*/ 0 w 8"/>
                  <a:gd name="T5" fmla="*/ 7 h 7"/>
                  <a:gd name="T6" fmla="*/ 8 w 8"/>
                  <a:gd name="T7" fmla="*/ 2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7">
                    <a:moveTo>
                      <a:pt x="8" y="2"/>
                    </a:moveTo>
                    <a:lnTo>
                      <a:pt x="0" y="0"/>
                    </a:lnTo>
                    <a:lnTo>
                      <a:pt x="0" y="7"/>
                    </a:lnTo>
                    <a:lnTo>
                      <a:pt x="8" y="2"/>
                    </a:lnTo>
                    <a:close/>
                  </a:path>
                </a:pathLst>
              </a:custGeom>
              <a:solidFill>
                <a:srgbClr val="A961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1029" name="Freeform 683">
                <a:extLst>
                  <a:ext uri="{FF2B5EF4-FFF2-40B4-BE49-F238E27FC236}">
                    <a16:creationId xmlns:a16="http://schemas.microsoft.com/office/drawing/2014/main" id="{9643D7E6-D2C2-4BB4-8532-17EEE7E8B4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8" y="1557"/>
                <a:ext cx="17" cy="17"/>
              </a:xfrm>
              <a:custGeom>
                <a:avLst/>
                <a:gdLst>
                  <a:gd name="T0" fmla="*/ 11 w 17"/>
                  <a:gd name="T1" fmla="*/ 0 h 17"/>
                  <a:gd name="T2" fmla="*/ 17 w 17"/>
                  <a:gd name="T3" fmla="*/ 11 h 17"/>
                  <a:gd name="T4" fmla="*/ 11 w 17"/>
                  <a:gd name="T5" fmla="*/ 17 h 17"/>
                  <a:gd name="T6" fmla="*/ 0 w 17"/>
                  <a:gd name="T7" fmla="*/ 5 h 17"/>
                  <a:gd name="T8" fmla="*/ 11 w 17"/>
                  <a:gd name="T9" fmla="*/ 0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17">
                    <a:moveTo>
                      <a:pt x="11" y="0"/>
                    </a:moveTo>
                    <a:lnTo>
                      <a:pt x="17" y="11"/>
                    </a:lnTo>
                    <a:lnTo>
                      <a:pt x="11" y="17"/>
                    </a:lnTo>
                    <a:lnTo>
                      <a:pt x="0" y="5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rgbClr val="A961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1030" name="Freeform 684">
                <a:extLst>
                  <a:ext uri="{FF2B5EF4-FFF2-40B4-BE49-F238E27FC236}">
                    <a16:creationId xmlns:a16="http://schemas.microsoft.com/office/drawing/2014/main" id="{88EBDD12-4AAA-42B7-8403-88A9A54296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9" y="1560"/>
                <a:ext cx="9" cy="14"/>
              </a:xfrm>
              <a:custGeom>
                <a:avLst/>
                <a:gdLst>
                  <a:gd name="T0" fmla="*/ 3 w 9"/>
                  <a:gd name="T1" fmla="*/ 0 h 14"/>
                  <a:gd name="T2" fmla="*/ 0 w 9"/>
                  <a:gd name="T3" fmla="*/ 8 h 14"/>
                  <a:gd name="T4" fmla="*/ 2 w 9"/>
                  <a:gd name="T5" fmla="*/ 14 h 14"/>
                  <a:gd name="T6" fmla="*/ 9 w 9"/>
                  <a:gd name="T7" fmla="*/ 4 h 14"/>
                  <a:gd name="T8" fmla="*/ 3 w 9"/>
                  <a:gd name="T9" fmla="*/ 0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14">
                    <a:moveTo>
                      <a:pt x="3" y="0"/>
                    </a:moveTo>
                    <a:lnTo>
                      <a:pt x="0" y="8"/>
                    </a:lnTo>
                    <a:lnTo>
                      <a:pt x="2" y="14"/>
                    </a:lnTo>
                    <a:lnTo>
                      <a:pt x="9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A961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1031" name="Freeform 685">
                <a:extLst>
                  <a:ext uri="{FF2B5EF4-FFF2-40B4-BE49-F238E27FC236}">
                    <a16:creationId xmlns:a16="http://schemas.microsoft.com/office/drawing/2014/main" id="{26252C06-DB40-43A6-9103-C95DA48083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9" y="963"/>
                <a:ext cx="67" cy="136"/>
              </a:xfrm>
              <a:custGeom>
                <a:avLst/>
                <a:gdLst>
                  <a:gd name="T0" fmla="*/ 191 w 35"/>
                  <a:gd name="T1" fmla="*/ 60 h 72"/>
                  <a:gd name="T2" fmla="*/ 124 w 35"/>
                  <a:gd name="T3" fmla="*/ 15 h 72"/>
                  <a:gd name="T4" fmla="*/ 48 w 35"/>
                  <a:gd name="T5" fmla="*/ 15 h 72"/>
                  <a:gd name="T6" fmla="*/ 0 w 35"/>
                  <a:gd name="T7" fmla="*/ 100 h 72"/>
                  <a:gd name="T8" fmla="*/ 21 w 35"/>
                  <a:gd name="T9" fmla="*/ 257 h 72"/>
                  <a:gd name="T10" fmla="*/ 132 w 35"/>
                  <a:gd name="T11" fmla="*/ 425 h 72"/>
                  <a:gd name="T12" fmla="*/ 197 w 35"/>
                  <a:gd name="T13" fmla="*/ 485 h 72"/>
                  <a:gd name="T14" fmla="*/ 245 w 35"/>
                  <a:gd name="T15" fmla="*/ 402 h 7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5" h="72">
                    <a:moveTo>
                      <a:pt x="27" y="9"/>
                    </a:moveTo>
                    <a:cubicBezTo>
                      <a:pt x="24" y="8"/>
                      <a:pt x="21" y="3"/>
                      <a:pt x="18" y="2"/>
                    </a:cubicBezTo>
                    <a:cubicBezTo>
                      <a:pt x="15" y="0"/>
                      <a:pt x="11" y="0"/>
                      <a:pt x="7" y="2"/>
                    </a:cubicBezTo>
                    <a:cubicBezTo>
                      <a:pt x="2" y="4"/>
                      <a:pt x="1" y="9"/>
                      <a:pt x="0" y="15"/>
                    </a:cubicBezTo>
                    <a:cubicBezTo>
                      <a:pt x="0" y="22"/>
                      <a:pt x="0" y="33"/>
                      <a:pt x="3" y="38"/>
                    </a:cubicBezTo>
                    <a:cubicBezTo>
                      <a:pt x="9" y="47"/>
                      <a:pt x="14" y="53"/>
                      <a:pt x="19" y="63"/>
                    </a:cubicBezTo>
                    <a:cubicBezTo>
                      <a:pt x="21" y="67"/>
                      <a:pt x="23" y="72"/>
                      <a:pt x="28" y="72"/>
                    </a:cubicBezTo>
                    <a:cubicBezTo>
                      <a:pt x="33" y="71"/>
                      <a:pt x="34" y="65"/>
                      <a:pt x="35" y="60"/>
                    </a:cubicBezTo>
                  </a:path>
                </a:pathLst>
              </a:custGeom>
              <a:solidFill>
                <a:srgbClr val="A961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1032" name="Freeform 686">
                <a:extLst>
                  <a:ext uri="{FF2B5EF4-FFF2-40B4-BE49-F238E27FC236}">
                    <a16:creationId xmlns:a16="http://schemas.microsoft.com/office/drawing/2014/main" id="{2B52276B-80A0-42B0-ABDA-26E3F09537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9" y="963"/>
                <a:ext cx="67" cy="136"/>
              </a:xfrm>
              <a:custGeom>
                <a:avLst/>
                <a:gdLst>
                  <a:gd name="T0" fmla="*/ 191 w 35"/>
                  <a:gd name="T1" fmla="*/ 60 h 72"/>
                  <a:gd name="T2" fmla="*/ 124 w 35"/>
                  <a:gd name="T3" fmla="*/ 15 h 72"/>
                  <a:gd name="T4" fmla="*/ 48 w 35"/>
                  <a:gd name="T5" fmla="*/ 15 h 72"/>
                  <a:gd name="T6" fmla="*/ 0 w 35"/>
                  <a:gd name="T7" fmla="*/ 100 h 72"/>
                  <a:gd name="T8" fmla="*/ 21 w 35"/>
                  <a:gd name="T9" fmla="*/ 257 h 72"/>
                  <a:gd name="T10" fmla="*/ 132 w 35"/>
                  <a:gd name="T11" fmla="*/ 425 h 72"/>
                  <a:gd name="T12" fmla="*/ 197 w 35"/>
                  <a:gd name="T13" fmla="*/ 485 h 72"/>
                  <a:gd name="T14" fmla="*/ 245 w 35"/>
                  <a:gd name="T15" fmla="*/ 402 h 7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5" h="72">
                    <a:moveTo>
                      <a:pt x="27" y="9"/>
                    </a:moveTo>
                    <a:cubicBezTo>
                      <a:pt x="24" y="8"/>
                      <a:pt x="21" y="3"/>
                      <a:pt x="18" y="2"/>
                    </a:cubicBezTo>
                    <a:cubicBezTo>
                      <a:pt x="15" y="0"/>
                      <a:pt x="11" y="0"/>
                      <a:pt x="7" y="2"/>
                    </a:cubicBezTo>
                    <a:cubicBezTo>
                      <a:pt x="2" y="4"/>
                      <a:pt x="1" y="9"/>
                      <a:pt x="0" y="15"/>
                    </a:cubicBezTo>
                    <a:cubicBezTo>
                      <a:pt x="0" y="22"/>
                      <a:pt x="0" y="33"/>
                      <a:pt x="3" y="38"/>
                    </a:cubicBezTo>
                    <a:cubicBezTo>
                      <a:pt x="9" y="47"/>
                      <a:pt x="14" y="53"/>
                      <a:pt x="19" y="63"/>
                    </a:cubicBezTo>
                    <a:cubicBezTo>
                      <a:pt x="21" y="67"/>
                      <a:pt x="23" y="72"/>
                      <a:pt x="28" y="72"/>
                    </a:cubicBezTo>
                    <a:cubicBezTo>
                      <a:pt x="33" y="71"/>
                      <a:pt x="34" y="65"/>
                      <a:pt x="35" y="6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1033" name="Freeform 687">
                <a:extLst>
                  <a:ext uri="{FF2B5EF4-FFF2-40B4-BE49-F238E27FC236}">
                    <a16:creationId xmlns:a16="http://schemas.microsoft.com/office/drawing/2014/main" id="{63E3F6B9-2008-4565-B52D-E6781F7B0D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5" y="976"/>
                <a:ext cx="30" cy="68"/>
              </a:xfrm>
              <a:custGeom>
                <a:avLst/>
                <a:gdLst>
                  <a:gd name="T0" fmla="*/ 105 w 16"/>
                  <a:gd name="T1" fmla="*/ 242 h 36"/>
                  <a:gd name="T2" fmla="*/ 45 w 16"/>
                  <a:gd name="T3" fmla="*/ 176 h 36"/>
                  <a:gd name="T4" fmla="*/ 28 w 16"/>
                  <a:gd name="T5" fmla="*/ 68 h 36"/>
                  <a:gd name="T6" fmla="*/ 60 w 16"/>
                  <a:gd name="T7" fmla="*/ 8 h 36"/>
                  <a:gd name="T8" fmla="*/ 105 w 16"/>
                  <a:gd name="T9" fmla="*/ 28 h 36"/>
                  <a:gd name="T10" fmla="*/ 60 w 16"/>
                  <a:gd name="T11" fmla="*/ 15 h 36"/>
                  <a:gd name="T12" fmla="*/ 45 w 16"/>
                  <a:gd name="T13" fmla="*/ 168 h 36"/>
                  <a:gd name="T14" fmla="*/ 105 w 16"/>
                  <a:gd name="T15" fmla="*/ 242 h 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6" h="36">
                    <a:moveTo>
                      <a:pt x="16" y="36"/>
                    </a:moveTo>
                    <a:cubicBezTo>
                      <a:pt x="15" y="31"/>
                      <a:pt x="9" y="30"/>
                      <a:pt x="7" y="26"/>
                    </a:cubicBezTo>
                    <a:cubicBezTo>
                      <a:pt x="5" y="22"/>
                      <a:pt x="3" y="15"/>
                      <a:pt x="4" y="10"/>
                    </a:cubicBezTo>
                    <a:cubicBezTo>
                      <a:pt x="4" y="7"/>
                      <a:pt x="5" y="1"/>
                      <a:pt x="9" y="1"/>
                    </a:cubicBezTo>
                    <a:cubicBezTo>
                      <a:pt x="11" y="0"/>
                      <a:pt x="14" y="3"/>
                      <a:pt x="16" y="4"/>
                    </a:cubicBezTo>
                    <a:cubicBezTo>
                      <a:pt x="16" y="4"/>
                      <a:pt x="11" y="1"/>
                      <a:pt x="9" y="2"/>
                    </a:cubicBezTo>
                    <a:cubicBezTo>
                      <a:pt x="7" y="3"/>
                      <a:pt x="0" y="14"/>
                      <a:pt x="7" y="25"/>
                    </a:cubicBezTo>
                    <a:cubicBezTo>
                      <a:pt x="15" y="36"/>
                      <a:pt x="14" y="28"/>
                      <a:pt x="16" y="36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1034" name="Freeform 688">
                <a:extLst>
                  <a:ext uri="{FF2B5EF4-FFF2-40B4-BE49-F238E27FC236}">
                    <a16:creationId xmlns:a16="http://schemas.microsoft.com/office/drawing/2014/main" id="{17C99B6B-0D7D-41F3-B28A-78C2F5A931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7" y="1031"/>
                <a:ext cx="8" cy="32"/>
              </a:xfrm>
              <a:custGeom>
                <a:avLst/>
                <a:gdLst>
                  <a:gd name="T0" fmla="*/ 0 w 4"/>
                  <a:gd name="T1" fmla="*/ 75 h 17"/>
                  <a:gd name="T2" fmla="*/ 32 w 4"/>
                  <a:gd name="T3" fmla="*/ 113 h 17"/>
                  <a:gd name="T4" fmla="*/ 32 w 4"/>
                  <a:gd name="T5" fmla="*/ 15 h 17"/>
                  <a:gd name="T6" fmla="*/ 32 w 4"/>
                  <a:gd name="T7" fmla="*/ 15 h 17"/>
                  <a:gd name="T8" fmla="*/ 8 w 4"/>
                  <a:gd name="T9" fmla="*/ 32 h 17"/>
                  <a:gd name="T10" fmla="*/ 24 w 4"/>
                  <a:gd name="T11" fmla="*/ 105 h 17"/>
                  <a:gd name="T12" fmla="*/ 0 w 4"/>
                  <a:gd name="T13" fmla="*/ 75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" h="17">
                    <a:moveTo>
                      <a:pt x="0" y="11"/>
                    </a:moveTo>
                    <a:cubicBezTo>
                      <a:pt x="1" y="12"/>
                      <a:pt x="2" y="16"/>
                      <a:pt x="4" y="17"/>
                    </a:cubicBezTo>
                    <a:cubicBezTo>
                      <a:pt x="4" y="14"/>
                      <a:pt x="0" y="3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2" y="0"/>
                      <a:pt x="1" y="5"/>
                    </a:cubicBezTo>
                    <a:cubicBezTo>
                      <a:pt x="1" y="10"/>
                      <a:pt x="3" y="16"/>
                      <a:pt x="3" y="16"/>
                    </a:cubicBezTo>
                    <a:lnTo>
                      <a:pt x="0" y="1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1035" name="Freeform 689">
                <a:extLst>
                  <a:ext uri="{FF2B5EF4-FFF2-40B4-BE49-F238E27FC236}">
                    <a16:creationId xmlns:a16="http://schemas.microsoft.com/office/drawing/2014/main" id="{8BC320DC-14FA-4153-B9CA-E88264C2FA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9" y="969"/>
                <a:ext cx="30" cy="45"/>
              </a:xfrm>
              <a:custGeom>
                <a:avLst/>
                <a:gdLst>
                  <a:gd name="T0" fmla="*/ 105 w 16"/>
                  <a:gd name="T1" fmla="*/ 8 h 24"/>
                  <a:gd name="T2" fmla="*/ 32 w 16"/>
                  <a:gd name="T3" fmla="*/ 21 h 24"/>
                  <a:gd name="T4" fmla="*/ 45 w 16"/>
                  <a:gd name="T5" fmla="*/ 158 h 24"/>
                  <a:gd name="T6" fmla="*/ 32 w 16"/>
                  <a:gd name="T7" fmla="*/ 53 h 24"/>
                  <a:gd name="T8" fmla="*/ 92 w 16"/>
                  <a:gd name="T9" fmla="*/ 15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24">
                    <a:moveTo>
                      <a:pt x="16" y="1"/>
                    </a:moveTo>
                    <a:cubicBezTo>
                      <a:pt x="13" y="0"/>
                      <a:pt x="7" y="0"/>
                      <a:pt x="5" y="3"/>
                    </a:cubicBezTo>
                    <a:cubicBezTo>
                      <a:pt x="0" y="9"/>
                      <a:pt x="3" y="20"/>
                      <a:pt x="7" y="24"/>
                    </a:cubicBezTo>
                    <a:cubicBezTo>
                      <a:pt x="4" y="22"/>
                      <a:pt x="3" y="13"/>
                      <a:pt x="5" y="8"/>
                    </a:cubicBezTo>
                    <a:cubicBezTo>
                      <a:pt x="7" y="4"/>
                      <a:pt x="10" y="1"/>
                      <a:pt x="14" y="2"/>
                    </a:cubicBezTo>
                  </a:path>
                </a:pathLst>
              </a:custGeom>
              <a:solidFill>
                <a:srgbClr val="8E4C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1036" name="Freeform 690">
                <a:extLst>
                  <a:ext uri="{FF2B5EF4-FFF2-40B4-BE49-F238E27FC236}">
                    <a16:creationId xmlns:a16="http://schemas.microsoft.com/office/drawing/2014/main" id="{05955071-48D4-49A2-B4FC-C3EA83B60C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4" y="980"/>
                <a:ext cx="21" cy="34"/>
              </a:xfrm>
              <a:custGeom>
                <a:avLst/>
                <a:gdLst>
                  <a:gd name="T0" fmla="*/ 76 w 11"/>
                  <a:gd name="T1" fmla="*/ 28 h 18"/>
                  <a:gd name="T2" fmla="*/ 48 w 11"/>
                  <a:gd name="T3" fmla="*/ 15 h 18"/>
                  <a:gd name="T4" fmla="*/ 15 w 11"/>
                  <a:gd name="T5" fmla="*/ 8 h 18"/>
                  <a:gd name="T6" fmla="*/ 21 w 11"/>
                  <a:gd name="T7" fmla="*/ 68 h 18"/>
                  <a:gd name="T8" fmla="*/ 55 w 11"/>
                  <a:gd name="T9" fmla="*/ 121 h 18"/>
                  <a:gd name="T10" fmla="*/ 36 w 11"/>
                  <a:gd name="T11" fmla="*/ 47 h 18"/>
                  <a:gd name="T12" fmla="*/ 76 w 11"/>
                  <a:gd name="T13" fmla="*/ 28 h 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8">
                    <a:moveTo>
                      <a:pt x="11" y="4"/>
                    </a:moveTo>
                    <a:cubicBezTo>
                      <a:pt x="10" y="4"/>
                      <a:pt x="8" y="2"/>
                      <a:pt x="7" y="2"/>
                    </a:cubicBezTo>
                    <a:cubicBezTo>
                      <a:pt x="6" y="1"/>
                      <a:pt x="3" y="0"/>
                      <a:pt x="2" y="1"/>
                    </a:cubicBezTo>
                    <a:cubicBezTo>
                      <a:pt x="0" y="4"/>
                      <a:pt x="2" y="8"/>
                      <a:pt x="3" y="10"/>
                    </a:cubicBezTo>
                    <a:cubicBezTo>
                      <a:pt x="5" y="13"/>
                      <a:pt x="6" y="16"/>
                      <a:pt x="8" y="18"/>
                    </a:cubicBezTo>
                    <a:cubicBezTo>
                      <a:pt x="6" y="16"/>
                      <a:pt x="4" y="11"/>
                      <a:pt x="5" y="7"/>
                    </a:cubicBezTo>
                    <a:cubicBezTo>
                      <a:pt x="5" y="5"/>
                      <a:pt x="9" y="3"/>
                      <a:pt x="11" y="4"/>
                    </a:cubicBezTo>
                  </a:path>
                </a:pathLst>
              </a:custGeom>
              <a:solidFill>
                <a:srgbClr val="C1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1037" name="Freeform 691">
                <a:extLst>
                  <a:ext uri="{FF2B5EF4-FFF2-40B4-BE49-F238E27FC236}">
                    <a16:creationId xmlns:a16="http://schemas.microsoft.com/office/drawing/2014/main" id="{D4D599F8-85BF-4AFA-BD74-56E23EE44F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5" y="1020"/>
                <a:ext cx="6" cy="23"/>
              </a:xfrm>
              <a:custGeom>
                <a:avLst/>
                <a:gdLst>
                  <a:gd name="T0" fmla="*/ 24 w 3"/>
                  <a:gd name="T1" fmla="*/ 56 h 12"/>
                  <a:gd name="T2" fmla="*/ 8 w 3"/>
                  <a:gd name="T3" fmla="*/ 84 h 12"/>
                  <a:gd name="T4" fmla="*/ 0 w 3"/>
                  <a:gd name="T5" fmla="*/ 44 h 12"/>
                  <a:gd name="T6" fmla="*/ 16 w 3"/>
                  <a:gd name="T7" fmla="*/ 0 h 12"/>
                  <a:gd name="T8" fmla="*/ 24 w 3"/>
                  <a:gd name="T9" fmla="*/ 48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12">
                    <a:moveTo>
                      <a:pt x="3" y="8"/>
                    </a:moveTo>
                    <a:cubicBezTo>
                      <a:pt x="2" y="9"/>
                      <a:pt x="2" y="10"/>
                      <a:pt x="1" y="12"/>
                    </a:cubicBezTo>
                    <a:cubicBezTo>
                      <a:pt x="0" y="11"/>
                      <a:pt x="0" y="7"/>
                      <a:pt x="0" y="6"/>
                    </a:cubicBezTo>
                    <a:cubicBezTo>
                      <a:pt x="0" y="4"/>
                      <a:pt x="0" y="1"/>
                      <a:pt x="2" y="0"/>
                    </a:cubicBezTo>
                    <a:cubicBezTo>
                      <a:pt x="3" y="2"/>
                      <a:pt x="2" y="5"/>
                      <a:pt x="3" y="7"/>
                    </a:cubicBezTo>
                  </a:path>
                </a:pathLst>
              </a:custGeom>
              <a:solidFill>
                <a:srgbClr val="C1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1038" name="Freeform 692">
                <a:extLst>
                  <a:ext uri="{FF2B5EF4-FFF2-40B4-BE49-F238E27FC236}">
                    <a16:creationId xmlns:a16="http://schemas.microsoft.com/office/drawing/2014/main" id="{DC3EAA82-1C5E-476C-9AEA-1025804064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9" y="963"/>
                <a:ext cx="69" cy="136"/>
              </a:xfrm>
              <a:custGeom>
                <a:avLst/>
                <a:gdLst>
                  <a:gd name="T0" fmla="*/ 56 w 36"/>
                  <a:gd name="T1" fmla="*/ 60 h 72"/>
                  <a:gd name="T2" fmla="*/ 121 w 36"/>
                  <a:gd name="T3" fmla="*/ 15 h 72"/>
                  <a:gd name="T4" fmla="*/ 199 w 36"/>
                  <a:gd name="T5" fmla="*/ 15 h 72"/>
                  <a:gd name="T6" fmla="*/ 245 w 36"/>
                  <a:gd name="T7" fmla="*/ 100 h 72"/>
                  <a:gd name="T8" fmla="*/ 224 w 36"/>
                  <a:gd name="T9" fmla="*/ 257 h 72"/>
                  <a:gd name="T10" fmla="*/ 113 w 36"/>
                  <a:gd name="T11" fmla="*/ 425 h 72"/>
                  <a:gd name="T12" fmla="*/ 48 w 36"/>
                  <a:gd name="T13" fmla="*/ 485 h 72"/>
                  <a:gd name="T14" fmla="*/ 0 w 36"/>
                  <a:gd name="T15" fmla="*/ 402 h 7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6" h="72">
                    <a:moveTo>
                      <a:pt x="8" y="9"/>
                    </a:moveTo>
                    <a:cubicBezTo>
                      <a:pt x="11" y="8"/>
                      <a:pt x="14" y="3"/>
                      <a:pt x="17" y="2"/>
                    </a:cubicBezTo>
                    <a:cubicBezTo>
                      <a:pt x="20" y="0"/>
                      <a:pt x="25" y="0"/>
                      <a:pt x="28" y="2"/>
                    </a:cubicBezTo>
                    <a:cubicBezTo>
                      <a:pt x="33" y="4"/>
                      <a:pt x="34" y="9"/>
                      <a:pt x="35" y="15"/>
                    </a:cubicBezTo>
                    <a:cubicBezTo>
                      <a:pt x="36" y="22"/>
                      <a:pt x="35" y="33"/>
                      <a:pt x="32" y="38"/>
                    </a:cubicBezTo>
                    <a:cubicBezTo>
                      <a:pt x="26" y="47"/>
                      <a:pt x="21" y="53"/>
                      <a:pt x="16" y="63"/>
                    </a:cubicBezTo>
                    <a:cubicBezTo>
                      <a:pt x="15" y="67"/>
                      <a:pt x="12" y="72"/>
                      <a:pt x="7" y="72"/>
                    </a:cubicBezTo>
                    <a:cubicBezTo>
                      <a:pt x="2" y="71"/>
                      <a:pt x="1" y="65"/>
                      <a:pt x="0" y="60"/>
                    </a:cubicBezTo>
                  </a:path>
                </a:pathLst>
              </a:custGeom>
              <a:solidFill>
                <a:srgbClr val="A961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1039" name="Freeform 693">
                <a:extLst>
                  <a:ext uri="{FF2B5EF4-FFF2-40B4-BE49-F238E27FC236}">
                    <a16:creationId xmlns:a16="http://schemas.microsoft.com/office/drawing/2014/main" id="{929A4DAE-C5E8-4257-86D2-26D38227C0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9" y="963"/>
                <a:ext cx="69" cy="136"/>
              </a:xfrm>
              <a:custGeom>
                <a:avLst/>
                <a:gdLst>
                  <a:gd name="T0" fmla="*/ 56 w 36"/>
                  <a:gd name="T1" fmla="*/ 60 h 72"/>
                  <a:gd name="T2" fmla="*/ 121 w 36"/>
                  <a:gd name="T3" fmla="*/ 15 h 72"/>
                  <a:gd name="T4" fmla="*/ 199 w 36"/>
                  <a:gd name="T5" fmla="*/ 15 h 72"/>
                  <a:gd name="T6" fmla="*/ 245 w 36"/>
                  <a:gd name="T7" fmla="*/ 100 h 72"/>
                  <a:gd name="T8" fmla="*/ 224 w 36"/>
                  <a:gd name="T9" fmla="*/ 257 h 72"/>
                  <a:gd name="T10" fmla="*/ 113 w 36"/>
                  <a:gd name="T11" fmla="*/ 425 h 72"/>
                  <a:gd name="T12" fmla="*/ 48 w 36"/>
                  <a:gd name="T13" fmla="*/ 485 h 72"/>
                  <a:gd name="T14" fmla="*/ 0 w 36"/>
                  <a:gd name="T15" fmla="*/ 402 h 7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6" h="72">
                    <a:moveTo>
                      <a:pt x="8" y="9"/>
                    </a:moveTo>
                    <a:cubicBezTo>
                      <a:pt x="11" y="8"/>
                      <a:pt x="14" y="3"/>
                      <a:pt x="17" y="2"/>
                    </a:cubicBezTo>
                    <a:cubicBezTo>
                      <a:pt x="20" y="0"/>
                      <a:pt x="25" y="0"/>
                      <a:pt x="28" y="2"/>
                    </a:cubicBezTo>
                    <a:cubicBezTo>
                      <a:pt x="33" y="4"/>
                      <a:pt x="34" y="9"/>
                      <a:pt x="35" y="15"/>
                    </a:cubicBezTo>
                    <a:cubicBezTo>
                      <a:pt x="36" y="22"/>
                      <a:pt x="35" y="33"/>
                      <a:pt x="32" y="38"/>
                    </a:cubicBezTo>
                    <a:cubicBezTo>
                      <a:pt x="26" y="47"/>
                      <a:pt x="21" y="53"/>
                      <a:pt x="16" y="63"/>
                    </a:cubicBezTo>
                    <a:cubicBezTo>
                      <a:pt x="15" y="67"/>
                      <a:pt x="12" y="72"/>
                      <a:pt x="7" y="72"/>
                    </a:cubicBezTo>
                    <a:cubicBezTo>
                      <a:pt x="2" y="71"/>
                      <a:pt x="1" y="65"/>
                      <a:pt x="0" y="6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1040" name="Freeform 694">
                <a:extLst>
                  <a:ext uri="{FF2B5EF4-FFF2-40B4-BE49-F238E27FC236}">
                    <a16:creationId xmlns:a16="http://schemas.microsoft.com/office/drawing/2014/main" id="{E3D3F5D4-915C-4931-BA59-A9C4CCA1EF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0" y="976"/>
                <a:ext cx="30" cy="68"/>
              </a:xfrm>
              <a:custGeom>
                <a:avLst/>
                <a:gdLst>
                  <a:gd name="T0" fmla="*/ 0 w 16"/>
                  <a:gd name="T1" fmla="*/ 242 h 36"/>
                  <a:gd name="T2" fmla="*/ 60 w 16"/>
                  <a:gd name="T3" fmla="*/ 176 h 36"/>
                  <a:gd name="T4" fmla="*/ 81 w 16"/>
                  <a:gd name="T5" fmla="*/ 68 h 36"/>
                  <a:gd name="T6" fmla="*/ 53 w 16"/>
                  <a:gd name="T7" fmla="*/ 8 h 36"/>
                  <a:gd name="T8" fmla="*/ 0 w 16"/>
                  <a:gd name="T9" fmla="*/ 28 h 36"/>
                  <a:gd name="T10" fmla="*/ 53 w 16"/>
                  <a:gd name="T11" fmla="*/ 15 h 36"/>
                  <a:gd name="T12" fmla="*/ 60 w 16"/>
                  <a:gd name="T13" fmla="*/ 168 h 36"/>
                  <a:gd name="T14" fmla="*/ 0 w 16"/>
                  <a:gd name="T15" fmla="*/ 242 h 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6" h="36">
                    <a:moveTo>
                      <a:pt x="0" y="36"/>
                    </a:moveTo>
                    <a:cubicBezTo>
                      <a:pt x="1" y="31"/>
                      <a:pt x="7" y="30"/>
                      <a:pt x="9" y="26"/>
                    </a:cubicBezTo>
                    <a:cubicBezTo>
                      <a:pt x="11" y="22"/>
                      <a:pt x="14" y="15"/>
                      <a:pt x="12" y="10"/>
                    </a:cubicBezTo>
                    <a:cubicBezTo>
                      <a:pt x="12" y="7"/>
                      <a:pt x="11" y="1"/>
                      <a:pt x="8" y="1"/>
                    </a:cubicBezTo>
                    <a:cubicBezTo>
                      <a:pt x="5" y="0"/>
                      <a:pt x="2" y="3"/>
                      <a:pt x="0" y="4"/>
                    </a:cubicBezTo>
                    <a:cubicBezTo>
                      <a:pt x="0" y="4"/>
                      <a:pt x="6" y="1"/>
                      <a:pt x="8" y="2"/>
                    </a:cubicBezTo>
                    <a:cubicBezTo>
                      <a:pt x="10" y="3"/>
                      <a:pt x="16" y="14"/>
                      <a:pt x="9" y="25"/>
                    </a:cubicBezTo>
                    <a:cubicBezTo>
                      <a:pt x="1" y="36"/>
                      <a:pt x="2" y="28"/>
                      <a:pt x="0" y="36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1041" name="Freeform 695">
                <a:extLst>
                  <a:ext uri="{FF2B5EF4-FFF2-40B4-BE49-F238E27FC236}">
                    <a16:creationId xmlns:a16="http://schemas.microsoft.com/office/drawing/2014/main" id="{E5D97EFD-3291-421B-A9D0-819169BC7F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0" y="1031"/>
                <a:ext cx="8" cy="32"/>
              </a:xfrm>
              <a:custGeom>
                <a:avLst/>
                <a:gdLst>
                  <a:gd name="T0" fmla="*/ 32 w 4"/>
                  <a:gd name="T1" fmla="*/ 75 h 17"/>
                  <a:gd name="T2" fmla="*/ 0 w 4"/>
                  <a:gd name="T3" fmla="*/ 113 h 17"/>
                  <a:gd name="T4" fmla="*/ 0 w 4"/>
                  <a:gd name="T5" fmla="*/ 15 h 17"/>
                  <a:gd name="T6" fmla="*/ 0 w 4"/>
                  <a:gd name="T7" fmla="*/ 15 h 17"/>
                  <a:gd name="T8" fmla="*/ 24 w 4"/>
                  <a:gd name="T9" fmla="*/ 32 h 17"/>
                  <a:gd name="T10" fmla="*/ 8 w 4"/>
                  <a:gd name="T11" fmla="*/ 105 h 17"/>
                  <a:gd name="T12" fmla="*/ 32 w 4"/>
                  <a:gd name="T13" fmla="*/ 75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" h="17">
                    <a:moveTo>
                      <a:pt x="4" y="11"/>
                    </a:moveTo>
                    <a:cubicBezTo>
                      <a:pt x="3" y="12"/>
                      <a:pt x="2" y="16"/>
                      <a:pt x="0" y="17"/>
                    </a:cubicBezTo>
                    <a:cubicBezTo>
                      <a:pt x="0" y="14"/>
                      <a:pt x="4" y="3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3" y="0"/>
                      <a:pt x="3" y="5"/>
                    </a:cubicBezTo>
                    <a:cubicBezTo>
                      <a:pt x="3" y="10"/>
                      <a:pt x="1" y="16"/>
                      <a:pt x="1" y="16"/>
                    </a:cubicBezTo>
                    <a:lnTo>
                      <a:pt x="4" y="1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1042" name="Freeform 696">
                <a:extLst>
                  <a:ext uri="{FF2B5EF4-FFF2-40B4-BE49-F238E27FC236}">
                    <a16:creationId xmlns:a16="http://schemas.microsoft.com/office/drawing/2014/main" id="{A003CDAE-7224-49F6-95C4-4B9737E350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6" y="969"/>
                <a:ext cx="30" cy="45"/>
              </a:xfrm>
              <a:custGeom>
                <a:avLst/>
                <a:gdLst>
                  <a:gd name="T0" fmla="*/ 0 w 16"/>
                  <a:gd name="T1" fmla="*/ 8 h 24"/>
                  <a:gd name="T2" fmla="*/ 81 w 16"/>
                  <a:gd name="T3" fmla="*/ 21 h 24"/>
                  <a:gd name="T4" fmla="*/ 60 w 16"/>
                  <a:gd name="T5" fmla="*/ 158 h 24"/>
                  <a:gd name="T6" fmla="*/ 73 w 16"/>
                  <a:gd name="T7" fmla="*/ 53 h 24"/>
                  <a:gd name="T8" fmla="*/ 15 w 16"/>
                  <a:gd name="T9" fmla="*/ 15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24">
                    <a:moveTo>
                      <a:pt x="0" y="1"/>
                    </a:moveTo>
                    <a:cubicBezTo>
                      <a:pt x="3" y="0"/>
                      <a:pt x="9" y="0"/>
                      <a:pt x="12" y="3"/>
                    </a:cubicBezTo>
                    <a:cubicBezTo>
                      <a:pt x="16" y="9"/>
                      <a:pt x="13" y="20"/>
                      <a:pt x="9" y="24"/>
                    </a:cubicBezTo>
                    <a:cubicBezTo>
                      <a:pt x="12" y="22"/>
                      <a:pt x="13" y="13"/>
                      <a:pt x="11" y="8"/>
                    </a:cubicBezTo>
                    <a:cubicBezTo>
                      <a:pt x="9" y="4"/>
                      <a:pt x="6" y="1"/>
                      <a:pt x="2" y="2"/>
                    </a:cubicBezTo>
                  </a:path>
                </a:pathLst>
              </a:custGeom>
              <a:solidFill>
                <a:srgbClr val="8E4C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1043" name="Freeform 697">
                <a:extLst>
                  <a:ext uri="{FF2B5EF4-FFF2-40B4-BE49-F238E27FC236}">
                    <a16:creationId xmlns:a16="http://schemas.microsoft.com/office/drawing/2014/main" id="{0D1EC9E3-5760-411C-867E-0AFCA3ABFF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0" y="980"/>
                <a:ext cx="21" cy="34"/>
              </a:xfrm>
              <a:custGeom>
                <a:avLst/>
                <a:gdLst>
                  <a:gd name="T0" fmla="*/ 0 w 11"/>
                  <a:gd name="T1" fmla="*/ 28 h 18"/>
                  <a:gd name="T2" fmla="*/ 29 w 11"/>
                  <a:gd name="T3" fmla="*/ 15 h 18"/>
                  <a:gd name="T4" fmla="*/ 61 w 11"/>
                  <a:gd name="T5" fmla="*/ 8 h 18"/>
                  <a:gd name="T6" fmla="*/ 55 w 11"/>
                  <a:gd name="T7" fmla="*/ 68 h 18"/>
                  <a:gd name="T8" fmla="*/ 21 w 11"/>
                  <a:gd name="T9" fmla="*/ 121 h 18"/>
                  <a:gd name="T10" fmla="*/ 40 w 11"/>
                  <a:gd name="T11" fmla="*/ 47 h 18"/>
                  <a:gd name="T12" fmla="*/ 0 w 11"/>
                  <a:gd name="T13" fmla="*/ 28 h 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8">
                    <a:moveTo>
                      <a:pt x="0" y="4"/>
                    </a:moveTo>
                    <a:cubicBezTo>
                      <a:pt x="1" y="4"/>
                      <a:pt x="3" y="2"/>
                      <a:pt x="4" y="2"/>
                    </a:cubicBezTo>
                    <a:cubicBezTo>
                      <a:pt x="5" y="1"/>
                      <a:pt x="8" y="0"/>
                      <a:pt x="9" y="1"/>
                    </a:cubicBezTo>
                    <a:cubicBezTo>
                      <a:pt x="11" y="4"/>
                      <a:pt x="9" y="8"/>
                      <a:pt x="8" y="10"/>
                    </a:cubicBezTo>
                    <a:cubicBezTo>
                      <a:pt x="6" y="13"/>
                      <a:pt x="5" y="16"/>
                      <a:pt x="3" y="18"/>
                    </a:cubicBezTo>
                    <a:cubicBezTo>
                      <a:pt x="5" y="16"/>
                      <a:pt x="7" y="11"/>
                      <a:pt x="6" y="7"/>
                    </a:cubicBezTo>
                    <a:cubicBezTo>
                      <a:pt x="6" y="5"/>
                      <a:pt x="2" y="3"/>
                      <a:pt x="0" y="4"/>
                    </a:cubicBezTo>
                  </a:path>
                </a:pathLst>
              </a:custGeom>
              <a:solidFill>
                <a:srgbClr val="C1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1044" name="Freeform 698">
                <a:extLst>
                  <a:ext uri="{FF2B5EF4-FFF2-40B4-BE49-F238E27FC236}">
                    <a16:creationId xmlns:a16="http://schemas.microsoft.com/office/drawing/2014/main" id="{D402A489-7CDF-417F-BEF8-FA4907A25D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4" y="1020"/>
                <a:ext cx="6" cy="23"/>
              </a:xfrm>
              <a:custGeom>
                <a:avLst/>
                <a:gdLst>
                  <a:gd name="T0" fmla="*/ 0 w 3"/>
                  <a:gd name="T1" fmla="*/ 56 h 12"/>
                  <a:gd name="T2" fmla="*/ 16 w 3"/>
                  <a:gd name="T3" fmla="*/ 84 h 12"/>
                  <a:gd name="T4" fmla="*/ 24 w 3"/>
                  <a:gd name="T5" fmla="*/ 44 h 12"/>
                  <a:gd name="T6" fmla="*/ 8 w 3"/>
                  <a:gd name="T7" fmla="*/ 0 h 12"/>
                  <a:gd name="T8" fmla="*/ 0 w 3"/>
                  <a:gd name="T9" fmla="*/ 48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12">
                    <a:moveTo>
                      <a:pt x="0" y="8"/>
                    </a:moveTo>
                    <a:cubicBezTo>
                      <a:pt x="1" y="9"/>
                      <a:pt x="1" y="10"/>
                      <a:pt x="2" y="12"/>
                    </a:cubicBezTo>
                    <a:cubicBezTo>
                      <a:pt x="3" y="11"/>
                      <a:pt x="3" y="7"/>
                      <a:pt x="3" y="6"/>
                    </a:cubicBezTo>
                    <a:cubicBezTo>
                      <a:pt x="3" y="4"/>
                      <a:pt x="3" y="1"/>
                      <a:pt x="1" y="0"/>
                    </a:cubicBezTo>
                    <a:cubicBezTo>
                      <a:pt x="0" y="2"/>
                      <a:pt x="1" y="5"/>
                      <a:pt x="0" y="7"/>
                    </a:cubicBezTo>
                  </a:path>
                </a:pathLst>
              </a:custGeom>
              <a:solidFill>
                <a:srgbClr val="C1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1045" name="Freeform 699">
                <a:extLst>
                  <a:ext uri="{FF2B5EF4-FFF2-40B4-BE49-F238E27FC236}">
                    <a16:creationId xmlns:a16="http://schemas.microsoft.com/office/drawing/2014/main" id="{B07CE010-4A50-423B-9D18-AC35AF531F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9" y="741"/>
                <a:ext cx="353" cy="493"/>
              </a:xfrm>
              <a:custGeom>
                <a:avLst/>
                <a:gdLst>
                  <a:gd name="T0" fmla="*/ 1299 w 184"/>
                  <a:gd name="T1" fmla="*/ 601 h 260"/>
                  <a:gd name="T2" fmla="*/ 645 w 184"/>
                  <a:gd name="T3" fmla="*/ 8 h 260"/>
                  <a:gd name="T4" fmla="*/ 0 w 184"/>
                  <a:gd name="T5" fmla="*/ 607 h 260"/>
                  <a:gd name="T6" fmla="*/ 36 w 184"/>
                  <a:gd name="T7" fmla="*/ 914 h 260"/>
                  <a:gd name="T8" fmla="*/ 224 w 184"/>
                  <a:gd name="T9" fmla="*/ 1468 h 260"/>
                  <a:gd name="T10" fmla="*/ 685 w 184"/>
                  <a:gd name="T11" fmla="*/ 1765 h 260"/>
                  <a:gd name="T12" fmla="*/ 1151 w 184"/>
                  <a:gd name="T13" fmla="*/ 1356 h 260"/>
                  <a:gd name="T14" fmla="*/ 1291 w 184"/>
                  <a:gd name="T15" fmla="*/ 813 h 260"/>
                  <a:gd name="T16" fmla="*/ 1299 w 184"/>
                  <a:gd name="T17" fmla="*/ 601 h 26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84" h="260">
                    <a:moveTo>
                      <a:pt x="184" y="88"/>
                    </a:moveTo>
                    <a:cubicBezTo>
                      <a:pt x="184" y="30"/>
                      <a:pt x="146" y="0"/>
                      <a:pt x="91" y="1"/>
                    </a:cubicBezTo>
                    <a:cubicBezTo>
                      <a:pt x="36" y="1"/>
                      <a:pt x="0" y="31"/>
                      <a:pt x="0" y="89"/>
                    </a:cubicBezTo>
                    <a:cubicBezTo>
                      <a:pt x="1" y="105"/>
                      <a:pt x="5" y="128"/>
                      <a:pt x="5" y="134"/>
                    </a:cubicBezTo>
                    <a:cubicBezTo>
                      <a:pt x="5" y="142"/>
                      <a:pt x="16" y="196"/>
                      <a:pt x="32" y="215"/>
                    </a:cubicBezTo>
                    <a:cubicBezTo>
                      <a:pt x="49" y="233"/>
                      <a:pt x="69" y="260"/>
                      <a:pt x="97" y="259"/>
                    </a:cubicBezTo>
                    <a:cubicBezTo>
                      <a:pt x="125" y="259"/>
                      <a:pt x="159" y="211"/>
                      <a:pt x="163" y="199"/>
                    </a:cubicBezTo>
                    <a:cubicBezTo>
                      <a:pt x="167" y="188"/>
                      <a:pt x="182" y="149"/>
                      <a:pt x="183" y="119"/>
                    </a:cubicBezTo>
                    <a:cubicBezTo>
                      <a:pt x="183" y="108"/>
                      <a:pt x="184" y="97"/>
                      <a:pt x="184" y="88"/>
                    </a:cubicBezTo>
                    <a:close/>
                  </a:path>
                </a:pathLst>
              </a:custGeom>
              <a:solidFill>
                <a:srgbClr val="A961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1046" name="Freeform 700">
                <a:extLst>
                  <a:ext uri="{FF2B5EF4-FFF2-40B4-BE49-F238E27FC236}">
                    <a16:creationId xmlns:a16="http://schemas.microsoft.com/office/drawing/2014/main" id="{D284988E-4D4B-41B2-BC0C-D809E63FDD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9" y="741"/>
                <a:ext cx="353" cy="493"/>
              </a:xfrm>
              <a:custGeom>
                <a:avLst/>
                <a:gdLst>
                  <a:gd name="T0" fmla="*/ 1299 w 184"/>
                  <a:gd name="T1" fmla="*/ 601 h 260"/>
                  <a:gd name="T2" fmla="*/ 645 w 184"/>
                  <a:gd name="T3" fmla="*/ 8 h 260"/>
                  <a:gd name="T4" fmla="*/ 0 w 184"/>
                  <a:gd name="T5" fmla="*/ 607 h 260"/>
                  <a:gd name="T6" fmla="*/ 36 w 184"/>
                  <a:gd name="T7" fmla="*/ 914 h 260"/>
                  <a:gd name="T8" fmla="*/ 224 w 184"/>
                  <a:gd name="T9" fmla="*/ 1468 h 260"/>
                  <a:gd name="T10" fmla="*/ 685 w 184"/>
                  <a:gd name="T11" fmla="*/ 1765 h 260"/>
                  <a:gd name="T12" fmla="*/ 1151 w 184"/>
                  <a:gd name="T13" fmla="*/ 1356 h 260"/>
                  <a:gd name="T14" fmla="*/ 1291 w 184"/>
                  <a:gd name="T15" fmla="*/ 813 h 260"/>
                  <a:gd name="T16" fmla="*/ 1299 w 184"/>
                  <a:gd name="T17" fmla="*/ 601 h 26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84" h="260">
                    <a:moveTo>
                      <a:pt x="184" y="88"/>
                    </a:moveTo>
                    <a:cubicBezTo>
                      <a:pt x="184" y="30"/>
                      <a:pt x="146" y="0"/>
                      <a:pt x="91" y="1"/>
                    </a:cubicBezTo>
                    <a:cubicBezTo>
                      <a:pt x="36" y="1"/>
                      <a:pt x="0" y="31"/>
                      <a:pt x="0" y="89"/>
                    </a:cubicBezTo>
                    <a:cubicBezTo>
                      <a:pt x="1" y="105"/>
                      <a:pt x="5" y="128"/>
                      <a:pt x="5" y="134"/>
                    </a:cubicBezTo>
                    <a:cubicBezTo>
                      <a:pt x="5" y="142"/>
                      <a:pt x="16" y="196"/>
                      <a:pt x="32" y="215"/>
                    </a:cubicBezTo>
                    <a:cubicBezTo>
                      <a:pt x="49" y="233"/>
                      <a:pt x="69" y="260"/>
                      <a:pt x="97" y="259"/>
                    </a:cubicBezTo>
                    <a:cubicBezTo>
                      <a:pt x="125" y="259"/>
                      <a:pt x="159" y="211"/>
                      <a:pt x="163" y="199"/>
                    </a:cubicBezTo>
                    <a:cubicBezTo>
                      <a:pt x="167" y="188"/>
                      <a:pt x="182" y="149"/>
                      <a:pt x="183" y="119"/>
                    </a:cubicBezTo>
                    <a:cubicBezTo>
                      <a:pt x="183" y="108"/>
                      <a:pt x="184" y="97"/>
                      <a:pt x="184" y="88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1047" name="Freeform 701">
                <a:extLst>
                  <a:ext uri="{FF2B5EF4-FFF2-40B4-BE49-F238E27FC236}">
                    <a16:creationId xmlns:a16="http://schemas.microsoft.com/office/drawing/2014/main" id="{7584A412-02BE-4F37-896C-CFFBBF8EA2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1" y="1126"/>
                <a:ext cx="139" cy="42"/>
              </a:xfrm>
              <a:custGeom>
                <a:avLst/>
                <a:gdLst>
                  <a:gd name="T0" fmla="*/ 0 w 73"/>
                  <a:gd name="T1" fmla="*/ 48 h 22"/>
                  <a:gd name="T2" fmla="*/ 105 w 73"/>
                  <a:gd name="T3" fmla="*/ 29 h 22"/>
                  <a:gd name="T4" fmla="*/ 228 w 73"/>
                  <a:gd name="T5" fmla="*/ 15 h 22"/>
                  <a:gd name="T6" fmla="*/ 261 w 73"/>
                  <a:gd name="T7" fmla="*/ 21 h 22"/>
                  <a:gd name="T8" fmla="*/ 297 w 73"/>
                  <a:gd name="T9" fmla="*/ 15 h 22"/>
                  <a:gd name="T10" fmla="*/ 366 w 73"/>
                  <a:gd name="T11" fmla="*/ 15 h 22"/>
                  <a:gd name="T12" fmla="*/ 505 w 73"/>
                  <a:gd name="T13" fmla="*/ 48 h 22"/>
                  <a:gd name="T14" fmla="*/ 442 w 73"/>
                  <a:gd name="T15" fmla="*/ 105 h 22"/>
                  <a:gd name="T16" fmla="*/ 268 w 73"/>
                  <a:gd name="T17" fmla="*/ 145 h 22"/>
                  <a:gd name="T18" fmla="*/ 124 w 73"/>
                  <a:gd name="T19" fmla="*/ 124 h 22"/>
                  <a:gd name="T20" fmla="*/ 0 w 73"/>
                  <a:gd name="T21" fmla="*/ 48 h 2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73" h="22">
                    <a:moveTo>
                      <a:pt x="0" y="7"/>
                    </a:moveTo>
                    <a:cubicBezTo>
                      <a:pt x="0" y="7"/>
                      <a:pt x="5" y="10"/>
                      <a:pt x="15" y="4"/>
                    </a:cubicBezTo>
                    <a:cubicBezTo>
                      <a:pt x="20" y="2"/>
                      <a:pt x="28" y="0"/>
                      <a:pt x="33" y="2"/>
                    </a:cubicBezTo>
                    <a:cubicBezTo>
                      <a:pt x="39" y="3"/>
                      <a:pt x="38" y="3"/>
                      <a:pt x="38" y="3"/>
                    </a:cubicBezTo>
                    <a:cubicBezTo>
                      <a:pt x="38" y="3"/>
                      <a:pt x="40" y="2"/>
                      <a:pt x="43" y="2"/>
                    </a:cubicBezTo>
                    <a:cubicBezTo>
                      <a:pt x="47" y="1"/>
                      <a:pt x="50" y="1"/>
                      <a:pt x="53" y="2"/>
                    </a:cubicBezTo>
                    <a:cubicBezTo>
                      <a:pt x="56" y="3"/>
                      <a:pt x="64" y="9"/>
                      <a:pt x="73" y="7"/>
                    </a:cubicBezTo>
                    <a:cubicBezTo>
                      <a:pt x="73" y="7"/>
                      <a:pt x="70" y="11"/>
                      <a:pt x="64" y="15"/>
                    </a:cubicBezTo>
                    <a:cubicBezTo>
                      <a:pt x="57" y="20"/>
                      <a:pt x="46" y="21"/>
                      <a:pt x="39" y="21"/>
                    </a:cubicBezTo>
                    <a:cubicBezTo>
                      <a:pt x="32" y="22"/>
                      <a:pt x="22" y="20"/>
                      <a:pt x="18" y="18"/>
                    </a:cubicBezTo>
                    <a:cubicBezTo>
                      <a:pt x="8" y="15"/>
                      <a:pt x="7" y="10"/>
                      <a:pt x="0" y="7"/>
                    </a:cubicBezTo>
                    <a:close/>
                  </a:path>
                </a:pathLst>
              </a:custGeom>
              <a:solidFill>
                <a:srgbClr val="C1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1048" name="Freeform 702">
                <a:extLst>
                  <a:ext uri="{FF2B5EF4-FFF2-40B4-BE49-F238E27FC236}">
                    <a16:creationId xmlns:a16="http://schemas.microsoft.com/office/drawing/2014/main" id="{CF1EADB5-E44A-4949-8260-C9E5B186A5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7" y="1118"/>
                <a:ext cx="147" cy="31"/>
              </a:xfrm>
              <a:custGeom>
                <a:avLst/>
                <a:gdLst>
                  <a:gd name="T0" fmla="*/ 277 w 77"/>
                  <a:gd name="T1" fmla="*/ 52 h 16"/>
                  <a:gd name="T2" fmla="*/ 536 w 77"/>
                  <a:gd name="T3" fmla="*/ 72 h 16"/>
                  <a:gd name="T4" fmla="*/ 473 w 77"/>
                  <a:gd name="T5" fmla="*/ 72 h 16"/>
                  <a:gd name="T6" fmla="*/ 405 w 77"/>
                  <a:gd name="T7" fmla="*/ 52 h 16"/>
                  <a:gd name="T8" fmla="*/ 277 w 77"/>
                  <a:gd name="T9" fmla="*/ 45 h 16"/>
                  <a:gd name="T10" fmla="*/ 277 w 77"/>
                  <a:gd name="T11" fmla="*/ 45 h 16"/>
                  <a:gd name="T12" fmla="*/ 145 w 77"/>
                  <a:gd name="T13" fmla="*/ 52 h 16"/>
                  <a:gd name="T14" fmla="*/ 76 w 77"/>
                  <a:gd name="T15" fmla="*/ 72 h 16"/>
                  <a:gd name="T16" fmla="*/ 0 w 77"/>
                  <a:gd name="T17" fmla="*/ 79 h 16"/>
                  <a:gd name="T18" fmla="*/ 277 w 77"/>
                  <a:gd name="T19" fmla="*/ 52 h 1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77" h="16">
                    <a:moveTo>
                      <a:pt x="40" y="7"/>
                    </a:moveTo>
                    <a:cubicBezTo>
                      <a:pt x="53" y="0"/>
                      <a:pt x="64" y="15"/>
                      <a:pt x="77" y="10"/>
                    </a:cubicBezTo>
                    <a:cubicBezTo>
                      <a:pt x="74" y="11"/>
                      <a:pt x="71" y="12"/>
                      <a:pt x="68" y="10"/>
                    </a:cubicBezTo>
                    <a:cubicBezTo>
                      <a:pt x="65" y="9"/>
                      <a:pt x="62" y="8"/>
                      <a:pt x="58" y="7"/>
                    </a:cubicBezTo>
                    <a:cubicBezTo>
                      <a:pt x="51" y="5"/>
                      <a:pt x="47" y="5"/>
                      <a:pt x="40" y="6"/>
                    </a:cubicBezTo>
                    <a:cubicBezTo>
                      <a:pt x="40" y="6"/>
                      <a:pt x="40" y="6"/>
                      <a:pt x="40" y="6"/>
                    </a:cubicBezTo>
                    <a:cubicBezTo>
                      <a:pt x="33" y="5"/>
                      <a:pt x="29" y="4"/>
                      <a:pt x="21" y="7"/>
                    </a:cubicBezTo>
                    <a:cubicBezTo>
                      <a:pt x="18" y="8"/>
                      <a:pt x="14" y="9"/>
                      <a:pt x="11" y="10"/>
                    </a:cubicBezTo>
                    <a:cubicBezTo>
                      <a:pt x="8" y="11"/>
                      <a:pt x="4" y="12"/>
                      <a:pt x="0" y="11"/>
                    </a:cubicBezTo>
                    <a:cubicBezTo>
                      <a:pt x="12" y="16"/>
                      <a:pt x="26" y="0"/>
                      <a:pt x="40" y="7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1049" name="Freeform 703">
                <a:extLst>
                  <a:ext uri="{FF2B5EF4-FFF2-40B4-BE49-F238E27FC236}">
                    <a16:creationId xmlns:a16="http://schemas.microsoft.com/office/drawing/2014/main" id="{F2380BC8-A1A1-4FB1-B21C-2A237F9E21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2" y="1149"/>
                <a:ext cx="117" cy="43"/>
              </a:xfrm>
              <a:custGeom>
                <a:avLst/>
                <a:gdLst>
                  <a:gd name="T0" fmla="*/ 0 w 61"/>
                  <a:gd name="T1" fmla="*/ 0 h 23"/>
                  <a:gd name="T2" fmla="*/ 430 w 61"/>
                  <a:gd name="T3" fmla="*/ 0 h 23"/>
                  <a:gd name="T4" fmla="*/ 0 w 61"/>
                  <a:gd name="T5" fmla="*/ 0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1" h="23">
                    <a:moveTo>
                      <a:pt x="0" y="0"/>
                    </a:moveTo>
                    <a:cubicBezTo>
                      <a:pt x="0" y="0"/>
                      <a:pt x="31" y="20"/>
                      <a:pt x="61" y="0"/>
                    </a:cubicBezTo>
                    <a:cubicBezTo>
                      <a:pt x="61" y="0"/>
                      <a:pt x="35" y="23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1050" name="Freeform 704">
                <a:extLst>
                  <a:ext uri="{FF2B5EF4-FFF2-40B4-BE49-F238E27FC236}">
                    <a16:creationId xmlns:a16="http://schemas.microsoft.com/office/drawing/2014/main" id="{6A911C8B-7790-4EA3-ADC4-7D63059D78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2" y="1143"/>
                <a:ext cx="121" cy="10"/>
              </a:xfrm>
              <a:custGeom>
                <a:avLst/>
                <a:gdLst>
                  <a:gd name="T0" fmla="*/ 0 w 63"/>
                  <a:gd name="T1" fmla="*/ 0 h 5"/>
                  <a:gd name="T2" fmla="*/ 446 w 63"/>
                  <a:gd name="T3" fmla="*/ 0 h 5"/>
                  <a:gd name="T4" fmla="*/ 0 w 63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3" h="5">
                    <a:moveTo>
                      <a:pt x="0" y="0"/>
                    </a:moveTo>
                    <a:cubicBezTo>
                      <a:pt x="0" y="0"/>
                      <a:pt x="35" y="4"/>
                      <a:pt x="63" y="0"/>
                    </a:cubicBezTo>
                    <a:cubicBezTo>
                      <a:pt x="63" y="0"/>
                      <a:pt x="41" y="5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1051" name="Freeform 705">
                <a:extLst>
                  <a:ext uri="{FF2B5EF4-FFF2-40B4-BE49-F238E27FC236}">
                    <a16:creationId xmlns:a16="http://schemas.microsoft.com/office/drawing/2014/main" id="{A2D63BB4-5C48-45A3-A5DF-885B3214C0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1" y="925"/>
                <a:ext cx="168" cy="294"/>
              </a:xfrm>
              <a:custGeom>
                <a:avLst/>
                <a:gdLst>
                  <a:gd name="T0" fmla="*/ 15 w 88"/>
                  <a:gd name="T1" fmla="*/ 0 h 155"/>
                  <a:gd name="T2" fmla="*/ 8 w 88"/>
                  <a:gd name="T3" fmla="*/ 220 h 155"/>
                  <a:gd name="T4" fmla="*/ 48 w 88"/>
                  <a:gd name="T5" fmla="*/ 417 h 155"/>
                  <a:gd name="T6" fmla="*/ 200 w 88"/>
                  <a:gd name="T7" fmla="*/ 783 h 155"/>
                  <a:gd name="T8" fmla="*/ 389 w 88"/>
                  <a:gd name="T9" fmla="*/ 975 h 155"/>
                  <a:gd name="T10" fmla="*/ 496 w 88"/>
                  <a:gd name="T11" fmla="*/ 1043 h 155"/>
                  <a:gd name="T12" fmla="*/ 613 w 88"/>
                  <a:gd name="T13" fmla="*/ 1058 h 155"/>
                  <a:gd name="T14" fmla="*/ 328 w 88"/>
                  <a:gd name="T15" fmla="*/ 854 h 155"/>
                  <a:gd name="T16" fmla="*/ 145 w 88"/>
                  <a:gd name="T17" fmla="*/ 615 h 155"/>
                  <a:gd name="T18" fmla="*/ 21 w 88"/>
                  <a:gd name="T19" fmla="*/ 47 h 155"/>
                  <a:gd name="T20" fmla="*/ 15 w 88"/>
                  <a:gd name="T21" fmla="*/ 0 h 15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8" h="155">
                    <a:moveTo>
                      <a:pt x="2" y="0"/>
                    </a:moveTo>
                    <a:cubicBezTo>
                      <a:pt x="5" y="8"/>
                      <a:pt x="0" y="22"/>
                      <a:pt x="1" y="32"/>
                    </a:cubicBezTo>
                    <a:cubicBezTo>
                      <a:pt x="2" y="42"/>
                      <a:pt x="4" y="51"/>
                      <a:pt x="7" y="61"/>
                    </a:cubicBezTo>
                    <a:cubicBezTo>
                      <a:pt x="12" y="78"/>
                      <a:pt x="15" y="102"/>
                      <a:pt x="29" y="115"/>
                    </a:cubicBezTo>
                    <a:cubicBezTo>
                      <a:pt x="38" y="124"/>
                      <a:pt x="46" y="134"/>
                      <a:pt x="56" y="143"/>
                    </a:cubicBezTo>
                    <a:cubicBezTo>
                      <a:pt x="61" y="146"/>
                      <a:pt x="65" y="151"/>
                      <a:pt x="71" y="153"/>
                    </a:cubicBezTo>
                    <a:cubicBezTo>
                      <a:pt x="76" y="155"/>
                      <a:pt x="83" y="153"/>
                      <a:pt x="88" y="155"/>
                    </a:cubicBezTo>
                    <a:cubicBezTo>
                      <a:pt x="72" y="155"/>
                      <a:pt x="56" y="137"/>
                      <a:pt x="47" y="125"/>
                    </a:cubicBezTo>
                    <a:cubicBezTo>
                      <a:pt x="37" y="114"/>
                      <a:pt x="26" y="104"/>
                      <a:pt x="21" y="90"/>
                    </a:cubicBezTo>
                    <a:cubicBezTo>
                      <a:pt x="11" y="63"/>
                      <a:pt x="4" y="35"/>
                      <a:pt x="3" y="7"/>
                    </a:cubicBezTo>
                    <a:cubicBezTo>
                      <a:pt x="2" y="5"/>
                      <a:pt x="3" y="1"/>
                      <a:pt x="2" y="0"/>
                    </a:cubicBezTo>
                  </a:path>
                </a:pathLst>
              </a:custGeom>
              <a:solidFill>
                <a:srgbClr val="C1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1052" name="Freeform 706">
                <a:extLst>
                  <a:ext uri="{FF2B5EF4-FFF2-40B4-BE49-F238E27FC236}">
                    <a16:creationId xmlns:a16="http://schemas.microsoft.com/office/drawing/2014/main" id="{254DD7BA-585B-4BEA-B3D9-EB6E150DE5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5" y="940"/>
                <a:ext cx="19" cy="46"/>
              </a:xfrm>
              <a:custGeom>
                <a:avLst/>
                <a:gdLst>
                  <a:gd name="T0" fmla="*/ 15 w 10"/>
                  <a:gd name="T1" fmla="*/ 169 h 24"/>
                  <a:gd name="T2" fmla="*/ 29 w 10"/>
                  <a:gd name="T3" fmla="*/ 107 h 24"/>
                  <a:gd name="T4" fmla="*/ 68 w 10"/>
                  <a:gd name="T5" fmla="*/ 84 h 24"/>
                  <a:gd name="T6" fmla="*/ 15 w 10"/>
                  <a:gd name="T7" fmla="*/ 63 h 24"/>
                  <a:gd name="T8" fmla="*/ 0 w 10"/>
                  <a:gd name="T9" fmla="*/ 0 h 24"/>
                  <a:gd name="T10" fmla="*/ 8 w 10"/>
                  <a:gd name="T11" fmla="*/ 69 h 24"/>
                  <a:gd name="T12" fmla="*/ 8 w 10"/>
                  <a:gd name="T13" fmla="*/ 128 h 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24">
                    <a:moveTo>
                      <a:pt x="2" y="24"/>
                    </a:moveTo>
                    <a:cubicBezTo>
                      <a:pt x="2" y="21"/>
                      <a:pt x="1" y="18"/>
                      <a:pt x="4" y="15"/>
                    </a:cubicBezTo>
                    <a:cubicBezTo>
                      <a:pt x="5" y="13"/>
                      <a:pt x="8" y="13"/>
                      <a:pt x="10" y="12"/>
                    </a:cubicBezTo>
                    <a:cubicBezTo>
                      <a:pt x="6" y="12"/>
                      <a:pt x="4" y="12"/>
                      <a:pt x="2" y="9"/>
                    </a:cubicBezTo>
                    <a:cubicBezTo>
                      <a:pt x="1" y="6"/>
                      <a:pt x="1" y="3"/>
                      <a:pt x="0" y="0"/>
                    </a:cubicBezTo>
                    <a:cubicBezTo>
                      <a:pt x="0" y="3"/>
                      <a:pt x="1" y="7"/>
                      <a:pt x="1" y="10"/>
                    </a:cubicBezTo>
                    <a:cubicBezTo>
                      <a:pt x="1" y="12"/>
                      <a:pt x="0" y="16"/>
                      <a:pt x="1" y="18"/>
                    </a:cubicBezTo>
                  </a:path>
                </a:pathLst>
              </a:custGeom>
              <a:solidFill>
                <a:srgbClr val="C1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1053" name="Freeform 707">
                <a:extLst>
                  <a:ext uri="{FF2B5EF4-FFF2-40B4-BE49-F238E27FC236}">
                    <a16:creationId xmlns:a16="http://schemas.microsoft.com/office/drawing/2014/main" id="{A6E38BE9-7CBD-4774-904B-FC25EF408F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3" y="1060"/>
                <a:ext cx="98" cy="39"/>
              </a:xfrm>
              <a:custGeom>
                <a:avLst/>
                <a:gdLst>
                  <a:gd name="T0" fmla="*/ 340 w 51"/>
                  <a:gd name="T1" fmla="*/ 0 h 21"/>
                  <a:gd name="T2" fmla="*/ 313 w 51"/>
                  <a:gd name="T3" fmla="*/ 84 h 21"/>
                  <a:gd name="T4" fmla="*/ 261 w 51"/>
                  <a:gd name="T5" fmla="*/ 89 h 21"/>
                  <a:gd name="T6" fmla="*/ 200 w 51"/>
                  <a:gd name="T7" fmla="*/ 128 h 21"/>
                  <a:gd name="T8" fmla="*/ 177 w 51"/>
                  <a:gd name="T9" fmla="*/ 128 h 21"/>
                  <a:gd name="T10" fmla="*/ 108 w 51"/>
                  <a:gd name="T11" fmla="*/ 84 h 21"/>
                  <a:gd name="T12" fmla="*/ 56 w 51"/>
                  <a:gd name="T13" fmla="*/ 84 h 21"/>
                  <a:gd name="T14" fmla="*/ 29 w 51"/>
                  <a:gd name="T15" fmla="*/ 0 h 21"/>
                  <a:gd name="T16" fmla="*/ 37 w 51"/>
                  <a:gd name="T17" fmla="*/ 45 h 21"/>
                  <a:gd name="T18" fmla="*/ 85 w 51"/>
                  <a:gd name="T19" fmla="*/ 84 h 21"/>
                  <a:gd name="T20" fmla="*/ 136 w 51"/>
                  <a:gd name="T21" fmla="*/ 97 h 21"/>
                  <a:gd name="T22" fmla="*/ 256 w 51"/>
                  <a:gd name="T23" fmla="*/ 89 h 21"/>
                  <a:gd name="T24" fmla="*/ 284 w 51"/>
                  <a:gd name="T25" fmla="*/ 84 h 21"/>
                  <a:gd name="T26" fmla="*/ 325 w 51"/>
                  <a:gd name="T27" fmla="*/ 59 h 21"/>
                  <a:gd name="T28" fmla="*/ 340 w 51"/>
                  <a:gd name="T29" fmla="*/ 0 h 21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51" h="21">
                    <a:moveTo>
                      <a:pt x="48" y="0"/>
                    </a:moveTo>
                    <a:cubicBezTo>
                      <a:pt x="51" y="4"/>
                      <a:pt x="48" y="8"/>
                      <a:pt x="44" y="13"/>
                    </a:cubicBezTo>
                    <a:cubicBezTo>
                      <a:pt x="41" y="16"/>
                      <a:pt x="39" y="13"/>
                      <a:pt x="37" y="14"/>
                    </a:cubicBezTo>
                    <a:cubicBezTo>
                      <a:pt x="35" y="14"/>
                      <a:pt x="33" y="19"/>
                      <a:pt x="28" y="20"/>
                    </a:cubicBezTo>
                    <a:cubicBezTo>
                      <a:pt x="26" y="20"/>
                      <a:pt x="26" y="20"/>
                      <a:pt x="25" y="20"/>
                    </a:cubicBezTo>
                    <a:cubicBezTo>
                      <a:pt x="19" y="19"/>
                      <a:pt x="17" y="14"/>
                      <a:pt x="15" y="13"/>
                    </a:cubicBezTo>
                    <a:cubicBezTo>
                      <a:pt x="12" y="13"/>
                      <a:pt x="11" y="16"/>
                      <a:pt x="8" y="13"/>
                    </a:cubicBezTo>
                    <a:cubicBezTo>
                      <a:pt x="4" y="7"/>
                      <a:pt x="0" y="1"/>
                      <a:pt x="4" y="0"/>
                    </a:cubicBezTo>
                    <a:cubicBezTo>
                      <a:pt x="4" y="0"/>
                      <a:pt x="2" y="2"/>
                      <a:pt x="5" y="7"/>
                    </a:cubicBezTo>
                    <a:cubicBezTo>
                      <a:pt x="8" y="12"/>
                      <a:pt x="10" y="14"/>
                      <a:pt x="12" y="13"/>
                    </a:cubicBezTo>
                    <a:cubicBezTo>
                      <a:pt x="15" y="12"/>
                      <a:pt x="15" y="12"/>
                      <a:pt x="19" y="15"/>
                    </a:cubicBezTo>
                    <a:cubicBezTo>
                      <a:pt x="25" y="21"/>
                      <a:pt x="28" y="20"/>
                      <a:pt x="36" y="14"/>
                    </a:cubicBezTo>
                    <a:cubicBezTo>
                      <a:pt x="37" y="12"/>
                      <a:pt x="38" y="13"/>
                      <a:pt x="40" y="13"/>
                    </a:cubicBezTo>
                    <a:cubicBezTo>
                      <a:pt x="41" y="14"/>
                      <a:pt x="44" y="13"/>
                      <a:pt x="46" y="9"/>
                    </a:cubicBezTo>
                    <a:cubicBezTo>
                      <a:pt x="47" y="6"/>
                      <a:pt x="50" y="4"/>
                      <a:pt x="48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1054" name="Freeform 708">
                <a:extLst>
                  <a:ext uri="{FF2B5EF4-FFF2-40B4-BE49-F238E27FC236}">
                    <a16:creationId xmlns:a16="http://schemas.microsoft.com/office/drawing/2014/main" id="{D77EA6C5-11C5-4F27-88C4-887CEBDB50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3" y="965"/>
                <a:ext cx="88" cy="42"/>
              </a:xfrm>
              <a:custGeom>
                <a:avLst/>
                <a:gdLst>
                  <a:gd name="T0" fmla="*/ 0 w 46"/>
                  <a:gd name="T1" fmla="*/ 99 h 22"/>
                  <a:gd name="T2" fmla="*/ 168 w 46"/>
                  <a:gd name="T3" fmla="*/ 15 h 22"/>
                  <a:gd name="T4" fmla="*/ 293 w 46"/>
                  <a:gd name="T5" fmla="*/ 99 h 22"/>
                  <a:gd name="T6" fmla="*/ 201 w 46"/>
                  <a:gd name="T7" fmla="*/ 132 h 22"/>
                  <a:gd name="T8" fmla="*/ 0 w 46"/>
                  <a:gd name="T9" fmla="*/ 99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6" h="22">
                    <a:moveTo>
                      <a:pt x="0" y="14"/>
                    </a:moveTo>
                    <a:cubicBezTo>
                      <a:pt x="0" y="14"/>
                      <a:pt x="9" y="0"/>
                      <a:pt x="24" y="2"/>
                    </a:cubicBezTo>
                    <a:cubicBezTo>
                      <a:pt x="38" y="5"/>
                      <a:pt x="46" y="10"/>
                      <a:pt x="42" y="14"/>
                    </a:cubicBezTo>
                    <a:cubicBezTo>
                      <a:pt x="38" y="18"/>
                      <a:pt x="33" y="17"/>
                      <a:pt x="29" y="19"/>
                    </a:cubicBezTo>
                    <a:cubicBezTo>
                      <a:pt x="25" y="21"/>
                      <a:pt x="5" y="22"/>
                      <a:pt x="0" y="14"/>
                    </a:cubicBezTo>
                    <a:close/>
                  </a:path>
                </a:pathLst>
              </a:custGeom>
              <a:solidFill>
                <a:srgbClr val="603A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1055" name="Freeform 709">
                <a:extLst>
                  <a:ext uri="{FF2B5EF4-FFF2-40B4-BE49-F238E27FC236}">
                    <a16:creationId xmlns:a16="http://schemas.microsoft.com/office/drawing/2014/main" id="{BE005625-1585-40FF-A774-1B51EF8409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9" y="972"/>
                <a:ext cx="74" cy="31"/>
              </a:xfrm>
              <a:custGeom>
                <a:avLst/>
                <a:gdLst>
                  <a:gd name="T0" fmla="*/ 0 w 39"/>
                  <a:gd name="T1" fmla="*/ 72 h 16"/>
                  <a:gd name="T2" fmla="*/ 123 w 39"/>
                  <a:gd name="T3" fmla="*/ 0 h 16"/>
                  <a:gd name="T4" fmla="*/ 237 w 39"/>
                  <a:gd name="T5" fmla="*/ 37 h 16"/>
                  <a:gd name="T6" fmla="*/ 237 w 39"/>
                  <a:gd name="T7" fmla="*/ 72 h 16"/>
                  <a:gd name="T8" fmla="*/ 157 w 39"/>
                  <a:gd name="T9" fmla="*/ 101 h 16"/>
                  <a:gd name="T10" fmla="*/ 0 w 39"/>
                  <a:gd name="T11" fmla="*/ 72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9" h="16">
                    <a:moveTo>
                      <a:pt x="0" y="10"/>
                    </a:moveTo>
                    <a:cubicBezTo>
                      <a:pt x="4" y="6"/>
                      <a:pt x="8" y="1"/>
                      <a:pt x="18" y="0"/>
                    </a:cubicBezTo>
                    <a:cubicBezTo>
                      <a:pt x="28" y="0"/>
                      <a:pt x="33" y="5"/>
                      <a:pt x="35" y="5"/>
                    </a:cubicBezTo>
                    <a:cubicBezTo>
                      <a:pt x="39" y="6"/>
                      <a:pt x="38" y="9"/>
                      <a:pt x="35" y="10"/>
                    </a:cubicBezTo>
                    <a:cubicBezTo>
                      <a:pt x="33" y="11"/>
                      <a:pt x="26" y="12"/>
                      <a:pt x="23" y="14"/>
                    </a:cubicBezTo>
                    <a:cubicBezTo>
                      <a:pt x="20" y="16"/>
                      <a:pt x="8" y="14"/>
                      <a:pt x="0" y="1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1056" name="Freeform 710">
                <a:extLst>
                  <a:ext uri="{FF2B5EF4-FFF2-40B4-BE49-F238E27FC236}">
                    <a16:creationId xmlns:a16="http://schemas.microsoft.com/office/drawing/2014/main" id="{7B0A96EE-F823-4BA9-AF3B-6F58C8567C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0" y="972"/>
                <a:ext cx="29" cy="29"/>
              </a:xfrm>
              <a:custGeom>
                <a:avLst/>
                <a:gdLst>
                  <a:gd name="T0" fmla="*/ 52 w 15"/>
                  <a:gd name="T1" fmla="*/ 0 h 15"/>
                  <a:gd name="T2" fmla="*/ 8 w 15"/>
                  <a:gd name="T3" fmla="*/ 15 h 15"/>
                  <a:gd name="T4" fmla="*/ 0 w 15"/>
                  <a:gd name="T5" fmla="*/ 56 h 15"/>
                  <a:gd name="T6" fmla="*/ 37 w 15"/>
                  <a:gd name="T7" fmla="*/ 108 h 15"/>
                  <a:gd name="T8" fmla="*/ 72 w 15"/>
                  <a:gd name="T9" fmla="*/ 108 h 15"/>
                  <a:gd name="T10" fmla="*/ 108 w 15"/>
                  <a:gd name="T11" fmla="*/ 44 h 15"/>
                  <a:gd name="T12" fmla="*/ 79 w 15"/>
                  <a:gd name="T13" fmla="*/ 8 h 15"/>
                  <a:gd name="T14" fmla="*/ 52 w 15"/>
                  <a:gd name="T15" fmla="*/ 0 h 1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5" h="15">
                    <a:moveTo>
                      <a:pt x="7" y="0"/>
                    </a:moveTo>
                    <a:cubicBezTo>
                      <a:pt x="2" y="1"/>
                      <a:pt x="2" y="1"/>
                      <a:pt x="1" y="2"/>
                    </a:cubicBezTo>
                    <a:cubicBezTo>
                      <a:pt x="0" y="4"/>
                      <a:pt x="0" y="6"/>
                      <a:pt x="0" y="8"/>
                    </a:cubicBezTo>
                    <a:cubicBezTo>
                      <a:pt x="0" y="11"/>
                      <a:pt x="3" y="14"/>
                      <a:pt x="5" y="15"/>
                    </a:cubicBezTo>
                    <a:cubicBezTo>
                      <a:pt x="7" y="15"/>
                      <a:pt x="9" y="15"/>
                      <a:pt x="10" y="15"/>
                    </a:cubicBezTo>
                    <a:cubicBezTo>
                      <a:pt x="13" y="13"/>
                      <a:pt x="15" y="10"/>
                      <a:pt x="15" y="6"/>
                    </a:cubicBezTo>
                    <a:cubicBezTo>
                      <a:pt x="14" y="3"/>
                      <a:pt x="13" y="2"/>
                      <a:pt x="11" y="1"/>
                    </a:cubicBezTo>
                    <a:cubicBezTo>
                      <a:pt x="9" y="1"/>
                      <a:pt x="8" y="0"/>
                      <a:pt x="7" y="0"/>
                    </a:cubicBezTo>
                  </a:path>
                </a:pathLst>
              </a:custGeom>
              <a:solidFill>
                <a:srgbClr val="2A100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1057" name="Freeform 711">
                <a:extLst>
                  <a:ext uri="{FF2B5EF4-FFF2-40B4-BE49-F238E27FC236}">
                    <a16:creationId xmlns:a16="http://schemas.microsoft.com/office/drawing/2014/main" id="{55F9FDEE-71CF-4B38-9887-68DD181AE0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9" y="972"/>
                <a:ext cx="74" cy="31"/>
              </a:xfrm>
              <a:custGeom>
                <a:avLst/>
                <a:gdLst>
                  <a:gd name="T0" fmla="*/ 0 w 39"/>
                  <a:gd name="T1" fmla="*/ 72 h 16"/>
                  <a:gd name="T2" fmla="*/ 123 w 39"/>
                  <a:gd name="T3" fmla="*/ 0 h 16"/>
                  <a:gd name="T4" fmla="*/ 237 w 39"/>
                  <a:gd name="T5" fmla="*/ 37 h 16"/>
                  <a:gd name="T6" fmla="*/ 237 w 39"/>
                  <a:gd name="T7" fmla="*/ 72 h 16"/>
                  <a:gd name="T8" fmla="*/ 157 w 39"/>
                  <a:gd name="T9" fmla="*/ 101 h 16"/>
                  <a:gd name="T10" fmla="*/ 0 w 39"/>
                  <a:gd name="T11" fmla="*/ 72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9" h="16">
                    <a:moveTo>
                      <a:pt x="0" y="10"/>
                    </a:moveTo>
                    <a:cubicBezTo>
                      <a:pt x="4" y="6"/>
                      <a:pt x="8" y="1"/>
                      <a:pt x="18" y="0"/>
                    </a:cubicBezTo>
                    <a:cubicBezTo>
                      <a:pt x="28" y="0"/>
                      <a:pt x="33" y="5"/>
                      <a:pt x="35" y="5"/>
                    </a:cubicBezTo>
                    <a:cubicBezTo>
                      <a:pt x="39" y="6"/>
                      <a:pt x="38" y="9"/>
                      <a:pt x="35" y="10"/>
                    </a:cubicBezTo>
                    <a:cubicBezTo>
                      <a:pt x="33" y="11"/>
                      <a:pt x="26" y="12"/>
                      <a:pt x="23" y="14"/>
                    </a:cubicBezTo>
                    <a:cubicBezTo>
                      <a:pt x="20" y="16"/>
                      <a:pt x="8" y="14"/>
                      <a:pt x="0" y="10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1058" name="Freeform 712">
                <a:extLst>
                  <a:ext uri="{FF2B5EF4-FFF2-40B4-BE49-F238E27FC236}">
                    <a16:creationId xmlns:a16="http://schemas.microsoft.com/office/drawing/2014/main" id="{A0D14428-AB42-4702-A0AA-9106FBF613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9" y="982"/>
                <a:ext cx="8" cy="7"/>
              </a:xfrm>
              <a:custGeom>
                <a:avLst/>
                <a:gdLst>
                  <a:gd name="T0" fmla="*/ 8 w 4"/>
                  <a:gd name="T1" fmla="*/ 12 h 4"/>
                  <a:gd name="T2" fmla="*/ 16 w 4"/>
                  <a:gd name="T3" fmla="*/ 0 h 4"/>
                  <a:gd name="T4" fmla="*/ 32 w 4"/>
                  <a:gd name="T5" fmla="*/ 12 h 4"/>
                  <a:gd name="T6" fmla="*/ 24 w 4"/>
                  <a:gd name="T7" fmla="*/ 21 h 4"/>
                  <a:gd name="T8" fmla="*/ 8 w 4"/>
                  <a:gd name="T9" fmla="*/ 1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2"/>
                    </a:move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3"/>
                      <a:pt x="1" y="2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1059" name="Freeform 713">
                <a:extLst>
                  <a:ext uri="{FF2B5EF4-FFF2-40B4-BE49-F238E27FC236}">
                    <a16:creationId xmlns:a16="http://schemas.microsoft.com/office/drawing/2014/main" id="{BB0DB570-899E-4B2E-B7ED-0A2F9464A6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9" y="982"/>
                <a:ext cx="8" cy="7"/>
              </a:xfrm>
              <a:custGeom>
                <a:avLst/>
                <a:gdLst>
                  <a:gd name="T0" fmla="*/ 8 w 4"/>
                  <a:gd name="T1" fmla="*/ 12 h 4"/>
                  <a:gd name="T2" fmla="*/ 16 w 4"/>
                  <a:gd name="T3" fmla="*/ 0 h 4"/>
                  <a:gd name="T4" fmla="*/ 32 w 4"/>
                  <a:gd name="T5" fmla="*/ 12 h 4"/>
                  <a:gd name="T6" fmla="*/ 24 w 4"/>
                  <a:gd name="T7" fmla="*/ 21 h 4"/>
                  <a:gd name="T8" fmla="*/ 8 w 4"/>
                  <a:gd name="T9" fmla="*/ 1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2"/>
                    </a:move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3"/>
                      <a:pt x="1" y="2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1060" name="Freeform 714">
                <a:extLst>
                  <a:ext uri="{FF2B5EF4-FFF2-40B4-BE49-F238E27FC236}">
                    <a16:creationId xmlns:a16="http://schemas.microsoft.com/office/drawing/2014/main" id="{6134689B-0613-482E-8943-3A052E8CA2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1" y="963"/>
                <a:ext cx="77" cy="15"/>
              </a:xfrm>
              <a:custGeom>
                <a:avLst/>
                <a:gdLst>
                  <a:gd name="T0" fmla="*/ 285 w 40"/>
                  <a:gd name="T1" fmla="*/ 45 h 8"/>
                  <a:gd name="T2" fmla="*/ 0 w 40"/>
                  <a:gd name="T3" fmla="*/ 53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0" h="8">
                    <a:moveTo>
                      <a:pt x="40" y="7"/>
                    </a:moveTo>
                    <a:cubicBezTo>
                      <a:pt x="29" y="0"/>
                      <a:pt x="9" y="0"/>
                      <a:pt x="0" y="8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1061" name="Freeform 715">
                <a:extLst>
                  <a:ext uri="{FF2B5EF4-FFF2-40B4-BE49-F238E27FC236}">
                    <a16:creationId xmlns:a16="http://schemas.microsoft.com/office/drawing/2014/main" id="{CACB41C7-FF4F-485E-B987-7CE851AF7A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6" y="980"/>
                <a:ext cx="7" cy="8"/>
              </a:xfrm>
              <a:custGeom>
                <a:avLst/>
                <a:gdLst>
                  <a:gd name="T0" fmla="*/ 21 w 4"/>
                  <a:gd name="T1" fmla="*/ 8 h 4"/>
                  <a:gd name="T2" fmla="*/ 7 w 4"/>
                  <a:gd name="T3" fmla="*/ 0 h 4"/>
                  <a:gd name="T4" fmla="*/ 0 w 4"/>
                  <a:gd name="T5" fmla="*/ 16 h 4"/>
                  <a:gd name="T6" fmla="*/ 12 w 4"/>
                  <a:gd name="T7" fmla="*/ 32 h 4"/>
                  <a:gd name="T8" fmla="*/ 21 w 4"/>
                  <a:gd name="T9" fmla="*/ 8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3" y="0"/>
                      <a:pt x="2" y="0"/>
                      <a:pt x="1" y="0"/>
                    </a:cubicBezTo>
                    <a:cubicBezTo>
                      <a:pt x="0" y="0"/>
                      <a:pt x="0" y="1"/>
                      <a:pt x="0" y="2"/>
                    </a:cubicBezTo>
                    <a:cubicBezTo>
                      <a:pt x="0" y="3"/>
                      <a:pt x="1" y="4"/>
                      <a:pt x="2" y="4"/>
                    </a:cubicBezTo>
                    <a:cubicBezTo>
                      <a:pt x="3" y="3"/>
                      <a:pt x="4" y="2"/>
                      <a:pt x="4" y="1"/>
                    </a:cubicBezTo>
                  </a:path>
                </a:pathLst>
              </a:custGeom>
              <a:solidFill>
                <a:srgbClr val="E5AF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1062" name="Freeform 716">
                <a:extLst>
                  <a:ext uri="{FF2B5EF4-FFF2-40B4-BE49-F238E27FC236}">
                    <a16:creationId xmlns:a16="http://schemas.microsoft.com/office/drawing/2014/main" id="{656F9D8D-BFB3-4FCA-BFFD-662F2A49BA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5" y="927"/>
                <a:ext cx="79" cy="32"/>
              </a:xfrm>
              <a:custGeom>
                <a:avLst/>
                <a:gdLst>
                  <a:gd name="T0" fmla="*/ 293 w 41"/>
                  <a:gd name="T1" fmla="*/ 45 h 17"/>
                  <a:gd name="T2" fmla="*/ 0 w 41"/>
                  <a:gd name="T3" fmla="*/ 113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1" h="17">
                    <a:moveTo>
                      <a:pt x="41" y="7"/>
                    </a:moveTo>
                    <a:cubicBezTo>
                      <a:pt x="41" y="7"/>
                      <a:pt x="11" y="0"/>
                      <a:pt x="0" y="17"/>
                    </a:cubicBezTo>
                  </a:path>
                </a:pathLst>
              </a:custGeom>
              <a:noFill/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1063" name="Freeform 717">
                <a:extLst>
                  <a:ext uri="{FF2B5EF4-FFF2-40B4-BE49-F238E27FC236}">
                    <a16:creationId xmlns:a16="http://schemas.microsoft.com/office/drawing/2014/main" id="{2A16B691-63C5-47CE-9339-C916287BB2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4" y="965"/>
                <a:ext cx="90" cy="42"/>
              </a:xfrm>
              <a:custGeom>
                <a:avLst/>
                <a:gdLst>
                  <a:gd name="T0" fmla="*/ 329 w 47"/>
                  <a:gd name="T1" fmla="*/ 99 h 22"/>
                  <a:gd name="T2" fmla="*/ 161 w 47"/>
                  <a:gd name="T3" fmla="*/ 15 h 22"/>
                  <a:gd name="T4" fmla="*/ 29 w 47"/>
                  <a:gd name="T5" fmla="*/ 99 h 22"/>
                  <a:gd name="T6" fmla="*/ 124 w 47"/>
                  <a:gd name="T7" fmla="*/ 132 h 22"/>
                  <a:gd name="T8" fmla="*/ 329 w 47"/>
                  <a:gd name="T9" fmla="*/ 99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7" h="22">
                    <a:moveTo>
                      <a:pt x="47" y="14"/>
                    </a:moveTo>
                    <a:cubicBezTo>
                      <a:pt x="47" y="14"/>
                      <a:pt x="37" y="0"/>
                      <a:pt x="23" y="2"/>
                    </a:cubicBezTo>
                    <a:cubicBezTo>
                      <a:pt x="9" y="5"/>
                      <a:pt x="0" y="10"/>
                      <a:pt x="4" y="14"/>
                    </a:cubicBezTo>
                    <a:cubicBezTo>
                      <a:pt x="8" y="18"/>
                      <a:pt x="14" y="17"/>
                      <a:pt x="18" y="19"/>
                    </a:cubicBezTo>
                    <a:cubicBezTo>
                      <a:pt x="22" y="21"/>
                      <a:pt x="42" y="22"/>
                      <a:pt x="47" y="14"/>
                    </a:cubicBezTo>
                    <a:close/>
                  </a:path>
                </a:pathLst>
              </a:custGeom>
              <a:solidFill>
                <a:srgbClr val="603A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1064" name="Freeform 718">
                <a:extLst>
                  <a:ext uri="{FF2B5EF4-FFF2-40B4-BE49-F238E27FC236}">
                    <a16:creationId xmlns:a16="http://schemas.microsoft.com/office/drawing/2014/main" id="{6E32EDD6-C5C0-46D1-ACFD-0D30D674BE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2" y="972"/>
                <a:ext cx="74" cy="31"/>
              </a:xfrm>
              <a:custGeom>
                <a:avLst/>
                <a:gdLst>
                  <a:gd name="T0" fmla="*/ 266 w 39"/>
                  <a:gd name="T1" fmla="*/ 72 h 16"/>
                  <a:gd name="T2" fmla="*/ 152 w 39"/>
                  <a:gd name="T3" fmla="*/ 0 h 16"/>
                  <a:gd name="T4" fmla="*/ 28 w 39"/>
                  <a:gd name="T5" fmla="*/ 37 h 16"/>
                  <a:gd name="T6" fmla="*/ 32 w 39"/>
                  <a:gd name="T7" fmla="*/ 72 h 16"/>
                  <a:gd name="T8" fmla="*/ 116 w 39"/>
                  <a:gd name="T9" fmla="*/ 101 h 16"/>
                  <a:gd name="T10" fmla="*/ 266 w 39"/>
                  <a:gd name="T11" fmla="*/ 72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9" h="16">
                    <a:moveTo>
                      <a:pt x="39" y="10"/>
                    </a:moveTo>
                    <a:cubicBezTo>
                      <a:pt x="35" y="6"/>
                      <a:pt x="32" y="1"/>
                      <a:pt x="22" y="0"/>
                    </a:cubicBezTo>
                    <a:cubicBezTo>
                      <a:pt x="12" y="0"/>
                      <a:pt x="7" y="5"/>
                      <a:pt x="4" y="5"/>
                    </a:cubicBezTo>
                    <a:cubicBezTo>
                      <a:pt x="0" y="6"/>
                      <a:pt x="2" y="9"/>
                      <a:pt x="5" y="10"/>
                    </a:cubicBezTo>
                    <a:cubicBezTo>
                      <a:pt x="7" y="11"/>
                      <a:pt x="14" y="12"/>
                      <a:pt x="17" y="14"/>
                    </a:cubicBezTo>
                    <a:cubicBezTo>
                      <a:pt x="20" y="16"/>
                      <a:pt x="32" y="14"/>
                      <a:pt x="39" y="1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1065" name="Freeform 719">
                <a:extLst>
                  <a:ext uri="{FF2B5EF4-FFF2-40B4-BE49-F238E27FC236}">
                    <a16:creationId xmlns:a16="http://schemas.microsoft.com/office/drawing/2014/main" id="{7F115B66-3F89-4783-8568-CA1F11EB6A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6" y="972"/>
                <a:ext cx="31" cy="29"/>
              </a:xfrm>
              <a:custGeom>
                <a:avLst/>
                <a:gdLst>
                  <a:gd name="T0" fmla="*/ 64 w 16"/>
                  <a:gd name="T1" fmla="*/ 0 h 15"/>
                  <a:gd name="T2" fmla="*/ 109 w 16"/>
                  <a:gd name="T3" fmla="*/ 15 h 15"/>
                  <a:gd name="T4" fmla="*/ 116 w 16"/>
                  <a:gd name="T5" fmla="*/ 56 h 15"/>
                  <a:gd name="T6" fmla="*/ 79 w 16"/>
                  <a:gd name="T7" fmla="*/ 108 h 15"/>
                  <a:gd name="T8" fmla="*/ 45 w 16"/>
                  <a:gd name="T9" fmla="*/ 108 h 15"/>
                  <a:gd name="T10" fmla="*/ 8 w 16"/>
                  <a:gd name="T11" fmla="*/ 44 h 15"/>
                  <a:gd name="T12" fmla="*/ 37 w 16"/>
                  <a:gd name="T13" fmla="*/ 8 h 15"/>
                  <a:gd name="T14" fmla="*/ 64 w 16"/>
                  <a:gd name="T15" fmla="*/ 0 h 1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6" h="15">
                    <a:moveTo>
                      <a:pt x="9" y="0"/>
                    </a:moveTo>
                    <a:cubicBezTo>
                      <a:pt x="13" y="1"/>
                      <a:pt x="13" y="1"/>
                      <a:pt x="15" y="2"/>
                    </a:cubicBezTo>
                    <a:cubicBezTo>
                      <a:pt x="16" y="4"/>
                      <a:pt x="16" y="6"/>
                      <a:pt x="16" y="8"/>
                    </a:cubicBezTo>
                    <a:cubicBezTo>
                      <a:pt x="15" y="11"/>
                      <a:pt x="13" y="14"/>
                      <a:pt x="11" y="15"/>
                    </a:cubicBezTo>
                    <a:cubicBezTo>
                      <a:pt x="9" y="15"/>
                      <a:pt x="7" y="15"/>
                      <a:pt x="6" y="15"/>
                    </a:cubicBezTo>
                    <a:cubicBezTo>
                      <a:pt x="3" y="13"/>
                      <a:pt x="0" y="10"/>
                      <a:pt x="1" y="6"/>
                    </a:cubicBezTo>
                    <a:cubicBezTo>
                      <a:pt x="1" y="3"/>
                      <a:pt x="3" y="2"/>
                      <a:pt x="5" y="1"/>
                    </a:cubicBezTo>
                    <a:cubicBezTo>
                      <a:pt x="6" y="1"/>
                      <a:pt x="8" y="0"/>
                      <a:pt x="9" y="0"/>
                    </a:cubicBezTo>
                  </a:path>
                </a:pathLst>
              </a:custGeom>
              <a:solidFill>
                <a:srgbClr val="2A100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1066" name="Freeform 720">
                <a:extLst>
                  <a:ext uri="{FF2B5EF4-FFF2-40B4-BE49-F238E27FC236}">
                    <a16:creationId xmlns:a16="http://schemas.microsoft.com/office/drawing/2014/main" id="{62584143-3006-4804-9CED-1A491EEA7C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2" y="972"/>
                <a:ext cx="74" cy="31"/>
              </a:xfrm>
              <a:custGeom>
                <a:avLst/>
                <a:gdLst>
                  <a:gd name="T0" fmla="*/ 266 w 39"/>
                  <a:gd name="T1" fmla="*/ 72 h 16"/>
                  <a:gd name="T2" fmla="*/ 152 w 39"/>
                  <a:gd name="T3" fmla="*/ 0 h 16"/>
                  <a:gd name="T4" fmla="*/ 28 w 39"/>
                  <a:gd name="T5" fmla="*/ 37 h 16"/>
                  <a:gd name="T6" fmla="*/ 32 w 39"/>
                  <a:gd name="T7" fmla="*/ 72 h 16"/>
                  <a:gd name="T8" fmla="*/ 116 w 39"/>
                  <a:gd name="T9" fmla="*/ 101 h 16"/>
                  <a:gd name="T10" fmla="*/ 266 w 39"/>
                  <a:gd name="T11" fmla="*/ 72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9" h="16">
                    <a:moveTo>
                      <a:pt x="39" y="10"/>
                    </a:moveTo>
                    <a:cubicBezTo>
                      <a:pt x="35" y="6"/>
                      <a:pt x="32" y="1"/>
                      <a:pt x="22" y="0"/>
                    </a:cubicBezTo>
                    <a:cubicBezTo>
                      <a:pt x="12" y="0"/>
                      <a:pt x="7" y="5"/>
                      <a:pt x="4" y="5"/>
                    </a:cubicBezTo>
                    <a:cubicBezTo>
                      <a:pt x="0" y="6"/>
                      <a:pt x="2" y="9"/>
                      <a:pt x="5" y="10"/>
                    </a:cubicBezTo>
                    <a:cubicBezTo>
                      <a:pt x="7" y="11"/>
                      <a:pt x="14" y="12"/>
                      <a:pt x="17" y="14"/>
                    </a:cubicBezTo>
                    <a:cubicBezTo>
                      <a:pt x="20" y="16"/>
                      <a:pt x="32" y="14"/>
                      <a:pt x="39" y="10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1067" name="Freeform 721">
                <a:extLst>
                  <a:ext uri="{FF2B5EF4-FFF2-40B4-BE49-F238E27FC236}">
                    <a16:creationId xmlns:a16="http://schemas.microsoft.com/office/drawing/2014/main" id="{BBB9B9DD-B344-4FD9-AEB1-635C8FE6D8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8" y="982"/>
                <a:ext cx="8" cy="7"/>
              </a:xfrm>
              <a:custGeom>
                <a:avLst/>
                <a:gdLst>
                  <a:gd name="T0" fmla="*/ 32 w 4"/>
                  <a:gd name="T1" fmla="*/ 12 h 4"/>
                  <a:gd name="T2" fmla="*/ 24 w 4"/>
                  <a:gd name="T3" fmla="*/ 0 h 4"/>
                  <a:gd name="T4" fmla="*/ 8 w 4"/>
                  <a:gd name="T5" fmla="*/ 12 h 4"/>
                  <a:gd name="T6" fmla="*/ 16 w 4"/>
                  <a:gd name="T7" fmla="*/ 21 h 4"/>
                  <a:gd name="T8" fmla="*/ 32 w 4"/>
                  <a:gd name="T9" fmla="*/ 1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1"/>
                      <a:pt x="4" y="0"/>
                      <a:pt x="3" y="0"/>
                    </a:cubicBezTo>
                    <a:cubicBezTo>
                      <a:pt x="2" y="0"/>
                      <a:pt x="1" y="1"/>
                      <a:pt x="1" y="2"/>
                    </a:cubicBezTo>
                    <a:cubicBezTo>
                      <a:pt x="0" y="3"/>
                      <a:pt x="1" y="4"/>
                      <a:pt x="2" y="4"/>
                    </a:cubicBezTo>
                    <a:cubicBezTo>
                      <a:pt x="3" y="4"/>
                      <a:pt x="4" y="3"/>
                      <a:pt x="4" y="2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1068" name="Freeform 722">
                <a:extLst>
                  <a:ext uri="{FF2B5EF4-FFF2-40B4-BE49-F238E27FC236}">
                    <a16:creationId xmlns:a16="http://schemas.microsoft.com/office/drawing/2014/main" id="{A8980CAA-348A-451D-BFF0-59650B6128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8" y="982"/>
                <a:ext cx="8" cy="7"/>
              </a:xfrm>
              <a:custGeom>
                <a:avLst/>
                <a:gdLst>
                  <a:gd name="T0" fmla="*/ 32 w 4"/>
                  <a:gd name="T1" fmla="*/ 12 h 4"/>
                  <a:gd name="T2" fmla="*/ 24 w 4"/>
                  <a:gd name="T3" fmla="*/ 0 h 4"/>
                  <a:gd name="T4" fmla="*/ 8 w 4"/>
                  <a:gd name="T5" fmla="*/ 12 h 4"/>
                  <a:gd name="T6" fmla="*/ 16 w 4"/>
                  <a:gd name="T7" fmla="*/ 21 h 4"/>
                  <a:gd name="T8" fmla="*/ 32 w 4"/>
                  <a:gd name="T9" fmla="*/ 1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1"/>
                      <a:pt x="4" y="0"/>
                      <a:pt x="3" y="0"/>
                    </a:cubicBezTo>
                    <a:cubicBezTo>
                      <a:pt x="2" y="0"/>
                      <a:pt x="1" y="1"/>
                      <a:pt x="1" y="2"/>
                    </a:cubicBezTo>
                    <a:cubicBezTo>
                      <a:pt x="0" y="3"/>
                      <a:pt x="1" y="4"/>
                      <a:pt x="2" y="4"/>
                    </a:cubicBezTo>
                    <a:cubicBezTo>
                      <a:pt x="3" y="4"/>
                      <a:pt x="4" y="3"/>
                      <a:pt x="4" y="2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1069" name="Freeform 723">
                <a:extLst>
                  <a:ext uri="{FF2B5EF4-FFF2-40B4-BE49-F238E27FC236}">
                    <a16:creationId xmlns:a16="http://schemas.microsoft.com/office/drawing/2014/main" id="{AD21A27B-4F74-45D9-9894-F7A6E553B4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9" y="963"/>
                <a:ext cx="77" cy="15"/>
              </a:xfrm>
              <a:custGeom>
                <a:avLst/>
                <a:gdLst>
                  <a:gd name="T0" fmla="*/ 0 w 40"/>
                  <a:gd name="T1" fmla="*/ 45 h 8"/>
                  <a:gd name="T2" fmla="*/ 285 w 40"/>
                  <a:gd name="T3" fmla="*/ 53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0" h="8">
                    <a:moveTo>
                      <a:pt x="0" y="7"/>
                    </a:moveTo>
                    <a:cubicBezTo>
                      <a:pt x="11" y="0"/>
                      <a:pt x="31" y="0"/>
                      <a:pt x="40" y="8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</p:grpSp>
        <p:sp>
          <p:nvSpPr>
            <p:cNvPr id="30865" name="Freeform 724">
              <a:extLst>
                <a:ext uri="{FF2B5EF4-FFF2-40B4-BE49-F238E27FC236}">
                  <a16:creationId xmlns:a16="http://schemas.microsoft.com/office/drawing/2014/main" id="{B51B9618-EF5C-41CB-973B-4C3F912419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4" y="980"/>
              <a:ext cx="7" cy="8"/>
            </a:xfrm>
            <a:custGeom>
              <a:avLst/>
              <a:gdLst>
                <a:gd name="T0" fmla="*/ 0 w 4"/>
                <a:gd name="T1" fmla="*/ 8 h 4"/>
                <a:gd name="T2" fmla="*/ 12 w 4"/>
                <a:gd name="T3" fmla="*/ 0 h 4"/>
                <a:gd name="T4" fmla="*/ 21 w 4"/>
                <a:gd name="T5" fmla="*/ 16 h 4"/>
                <a:gd name="T6" fmla="*/ 12 w 4"/>
                <a:gd name="T7" fmla="*/ 32 h 4"/>
                <a:gd name="T8" fmla="*/ 0 w 4"/>
                <a:gd name="T9" fmla="*/ 8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0" y="1"/>
                  </a:moveTo>
                  <a:cubicBezTo>
                    <a:pt x="0" y="0"/>
                    <a:pt x="1" y="0"/>
                    <a:pt x="2" y="0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4" y="3"/>
                    <a:pt x="3" y="4"/>
                    <a:pt x="2" y="4"/>
                  </a:cubicBezTo>
                  <a:cubicBezTo>
                    <a:pt x="1" y="3"/>
                    <a:pt x="0" y="2"/>
                    <a:pt x="0" y="1"/>
                  </a:cubicBezTo>
                </a:path>
              </a:pathLst>
            </a:custGeom>
            <a:solidFill>
              <a:srgbClr val="E5AF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866" name="Freeform 725">
              <a:extLst>
                <a:ext uri="{FF2B5EF4-FFF2-40B4-BE49-F238E27FC236}">
                  <a16:creationId xmlns:a16="http://schemas.microsoft.com/office/drawing/2014/main" id="{BFCA92D1-F7A9-4874-B931-85546901D6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1" y="927"/>
              <a:ext cx="81" cy="32"/>
            </a:xfrm>
            <a:custGeom>
              <a:avLst/>
              <a:gdLst>
                <a:gd name="T0" fmla="*/ 0 w 42"/>
                <a:gd name="T1" fmla="*/ 45 h 17"/>
                <a:gd name="T2" fmla="*/ 301 w 42"/>
                <a:gd name="T3" fmla="*/ 113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2" h="17">
                  <a:moveTo>
                    <a:pt x="0" y="7"/>
                  </a:moveTo>
                  <a:cubicBezTo>
                    <a:pt x="0" y="7"/>
                    <a:pt x="31" y="0"/>
                    <a:pt x="42" y="17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867" name="Freeform 726">
              <a:extLst>
                <a:ext uri="{FF2B5EF4-FFF2-40B4-BE49-F238E27FC236}">
                  <a16:creationId xmlns:a16="http://schemas.microsoft.com/office/drawing/2014/main" id="{09E261D0-4A02-4832-809C-5C244E5AB7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3" y="722"/>
              <a:ext cx="407" cy="336"/>
            </a:xfrm>
            <a:custGeom>
              <a:avLst/>
              <a:gdLst>
                <a:gd name="T0" fmla="*/ 682 w 213"/>
                <a:gd name="T1" fmla="*/ 47 h 177"/>
                <a:gd name="T2" fmla="*/ 139 w 213"/>
                <a:gd name="T3" fmla="*/ 342 h 177"/>
                <a:gd name="T4" fmla="*/ 153 w 213"/>
                <a:gd name="T5" fmla="*/ 1183 h 177"/>
                <a:gd name="T6" fmla="*/ 197 w 213"/>
                <a:gd name="T7" fmla="*/ 1128 h 177"/>
                <a:gd name="T8" fmla="*/ 183 w 213"/>
                <a:gd name="T9" fmla="*/ 904 h 177"/>
                <a:gd name="T10" fmla="*/ 189 w 213"/>
                <a:gd name="T11" fmla="*/ 938 h 177"/>
                <a:gd name="T12" fmla="*/ 252 w 213"/>
                <a:gd name="T13" fmla="*/ 775 h 177"/>
                <a:gd name="T14" fmla="*/ 229 w 213"/>
                <a:gd name="T15" fmla="*/ 854 h 177"/>
                <a:gd name="T16" fmla="*/ 829 w 213"/>
                <a:gd name="T17" fmla="*/ 623 h 177"/>
                <a:gd name="T18" fmla="*/ 990 w 213"/>
                <a:gd name="T19" fmla="*/ 710 h 177"/>
                <a:gd name="T20" fmla="*/ 971 w 213"/>
                <a:gd name="T21" fmla="*/ 685 h 177"/>
                <a:gd name="T22" fmla="*/ 1110 w 213"/>
                <a:gd name="T23" fmla="*/ 754 h 177"/>
                <a:gd name="T24" fmla="*/ 1286 w 213"/>
                <a:gd name="T25" fmla="*/ 923 h 177"/>
                <a:gd name="T26" fmla="*/ 1303 w 213"/>
                <a:gd name="T27" fmla="*/ 898 h 177"/>
                <a:gd name="T28" fmla="*/ 1290 w 213"/>
                <a:gd name="T29" fmla="*/ 1135 h 177"/>
                <a:gd name="T30" fmla="*/ 1332 w 213"/>
                <a:gd name="T31" fmla="*/ 1211 h 177"/>
                <a:gd name="T32" fmla="*/ 1380 w 213"/>
                <a:gd name="T33" fmla="*/ 382 h 177"/>
                <a:gd name="T34" fmla="*/ 682 w 213"/>
                <a:gd name="T35" fmla="*/ 47 h 177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213" h="177">
                  <a:moveTo>
                    <a:pt x="98" y="7"/>
                  </a:moveTo>
                  <a:cubicBezTo>
                    <a:pt x="98" y="7"/>
                    <a:pt x="41" y="5"/>
                    <a:pt x="20" y="50"/>
                  </a:cubicBezTo>
                  <a:cubicBezTo>
                    <a:pt x="0" y="94"/>
                    <a:pt x="16" y="158"/>
                    <a:pt x="22" y="173"/>
                  </a:cubicBezTo>
                  <a:cubicBezTo>
                    <a:pt x="28" y="165"/>
                    <a:pt x="28" y="165"/>
                    <a:pt x="28" y="165"/>
                  </a:cubicBezTo>
                  <a:cubicBezTo>
                    <a:pt x="28" y="165"/>
                    <a:pt x="23" y="146"/>
                    <a:pt x="26" y="132"/>
                  </a:cubicBezTo>
                  <a:cubicBezTo>
                    <a:pt x="27" y="137"/>
                    <a:pt x="27" y="137"/>
                    <a:pt x="27" y="137"/>
                  </a:cubicBezTo>
                  <a:cubicBezTo>
                    <a:pt x="27" y="137"/>
                    <a:pt x="31" y="118"/>
                    <a:pt x="36" y="113"/>
                  </a:cubicBezTo>
                  <a:cubicBezTo>
                    <a:pt x="33" y="125"/>
                    <a:pt x="33" y="125"/>
                    <a:pt x="33" y="125"/>
                  </a:cubicBezTo>
                  <a:cubicBezTo>
                    <a:pt x="33" y="125"/>
                    <a:pt x="79" y="115"/>
                    <a:pt x="119" y="91"/>
                  </a:cubicBezTo>
                  <a:cubicBezTo>
                    <a:pt x="119" y="91"/>
                    <a:pt x="132" y="102"/>
                    <a:pt x="142" y="104"/>
                  </a:cubicBezTo>
                  <a:cubicBezTo>
                    <a:pt x="139" y="100"/>
                    <a:pt x="139" y="100"/>
                    <a:pt x="139" y="100"/>
                  </a:cubicBezTo>
                  <a:cubicBezTo>
                    <a:pt x="139" y="100"/>
                    <a:pt x="152" y="108"/>
                    <a:pt x="159" y="110"/>
                  </a:cubicBezTo>
                  <a:cubicBezTo>
                    <a:pt x="159" y="110"/>
                    <a:pt x="184" y="124"/>
                    <a:pt x="184" y="135"/>
                  </a:cubicBezTo>
                  <a:cubicBezTo>
                    <a:pt x="187" y="131"/>
                    <a:pt x="187" y="131"/>
                    <a:pt x="187" y="131"/>
                  </a:cubicBezTo>
                  <a:cubicBezTo>
                    <a:pt x="187" y="131"/>
                    <a:pt x="188" y="160"/>
                    <a:pt x="185" y="166"/>
                  </a:cubicBezTo>
                  <a:cubicBezTo>
                    <a:pt x="191" y="177"/>
                    <a:pt x="191" y="177"/>
                    <a:pt x="191" y="177"/>
                  </a:cubicBezTo>
                  <a:cubicBezTo>
                    <a:pt x="191" y="177"/>
                    <a:pt x="213" y="94"/>
                    <a:pt x="198" y="56"/>
                  </a:cubicBezTo>
                  <a:cubicBezTo>
                    <a:pt x="182" y="17"/>
                    <a:pt x="137" y="0"/>
                    <a:pt x="98" y="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868" name="Freeform 727">
              <a:extLst>
                <a:ext uri="{FF2B5EF4-FFF2-40B4-BE49-F238E27FC236}">
                  <a16:creationId xmlns:a16="http://schemas.microsoft.com/office/drawing/2014/main" id="{AC79AF17-ACA1-470E-A2AB-0BC4FC9FB34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1" y="728"/>
              <a:ext cx="69" cy="24"/>
            </a:xfrm>
            <a:custGeom>
              <a:avLst/>
              <a:gdLst>
                <a:gd name="T0" fmla="*/ 240 w 36"/>
                <a:gd name="T1" fmla="*/ 24 h 13"/>
                <a:gd name="T2" fmla="*/ 77 w 36"/>
                <a:gd name="T3" fmla="*/ 24 h 13"/>
                <a:gd name="T4" fmla="*/ 128 w 36"/>
                <a:gd name="T5" fmla="*/ 24 h 13"/>
                <a:gd name="T6" fmla="*/ 0 w 36"/>
                <a:gd name="T7" fmla="*/ 81 h 13"/>
                <a:gd name="T8" fmla="*/ 128 w 36"/>
                <a:gd name="T9" fmla="*/ 57 h 13"/>
                <a:gd name="T10" fmla="*/ 253 w 36"/>
                <a:gd name="T11" fmla="*/ 52 h 1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6" h="13">
                  <a:moveTo>
                    <a:pt x="34" y="4"/>
                  </a:moveTo>
                  <a:cubicBezTo>
                    <a:pt x="28" y="1"/>
                    <a:pt x="17" y="0"/>
                    <a:pt x="11" y="4"/>
                  </a:cubicBezTo>
                  <a:cubicBezTo>
                    <a:pt x="13" y="4"/>
                    <a:pt x="16" y="3"/>
                    <a:pt x="18" y="4"/>
                  </a:cubicBezTo>
                  <a:cubicBezTo>
                    <a:pt x="13" y="4"/>
                    <a:pt x="2" y="7"/>
                    <a:pt x="0" y="13"/>
                  </a:cubicBezTo>
                  <a:cubicBezTo>
                    <a:pt x="6" y="11"/>
                    <a:pt x="12" y="9"/>
                    <a:pt x="18" y="9"/>
                  </a:cubicBezTo>
                  <a:cubicBezTo>
                    <a:pt x="23" y="8"/>
                    <a:pt x="31" y="6"/>
                    <a:pt x="36" y="8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869" name="Freeform 728">
              <a:extLst>
                <a:ext uri="{FF2B5EF4-FFF2-40B4-BE49-F238E27FC236}">
                  <a16:creationId xmlns:a16="http://schemas.microsoft.com/office/drawing/2014/main" id="{37AAAFA8-700F-4C9B-8822-EC4D4C9087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5" y="714"/>
              <a:ext cx="76" cy="29"/>
            </a:xfrm>
            <a:custGeom>
              <a:avLst/>
              <a:gdLst>
                <a:gd name="T0" fmla="*/ 0 w 40"/>
                <a:gd name="T1" fmla="*/ 79 h 15"/>
                <a:gd name="T2" fmla="*/ 165 w 40"/>
                <a:gd name="T3" fmla="*/ 23 h 15"/>
                <a:gd name="T4" fmla="*/ 105 w 40"/>
                <a:gd name="T5" fmla="*/ 52 h 15"/>
                <a:gd name="T6" fmla="*/ 241 w 40"/>
                <a:gd name="T7" fmla="*/ 64 h 15"/>
                <a:gd name="T8" fmla="*/ 184 w 40"/>
                <a:gd name="T9" fmla="*/ 56 h 15"/>
                <a:gd name="T10" fmla="*/ 274 w 40"/>
                <a:gd name="T11" fmla="*/ 101 h 15"/>
                <a:gd name="T12" fmla="*/ 177 w 40"/>
                <a:gd name="T13" fmla="*/ 93 h 15"/>
                <a:gd name="T14" fmla="*/ 105 w 40"/>
                <a:gd name="T15" fmla="*/ 101 h 1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0" h="15">
                  <a:moveTo>
                    <a:pt x="0" y="11"/>
                  </a:moveTo>
                  <a:cubicBezTo>
                    <a:pt x="7" y="6"/>
                    <a:pt x="15" y="0"/>
                    <a:pt x="24" y="3"/>
                  </a:cubicBezTo>
                  <a:cubicBezTo>
                    <a:pt x="21" y="4"/>
                    <a:pt x="16" y="5"/>
                    <a:pt x="15" y="7"/>
                  </a:cubicBezTo>
                  <a:cubicBezTo>
                    <a:pt x="22" y="6"/>
                    <a:pt x="28" y="5"/>
                    <a:pt x="35" y="9"/>
                  </a:cubicBezTo>
                  <a:cubicBezTo>
                    <a:pt x="33" y="9"/>
                    <a:pt x="30" y="8"/>
                    <a:pt x="27" y="8"/>
                  </a:cubicBezTo>
                  <a:cubicBezTo>
                    <a:pt x="32" y="10"/>
                    <a:pt x="36" y="11"/>
                    <a:pt x="40" y="14"/>
                  </a:cubicBezTo>
                  <a:cubicBezTo>
                    <a:pt x="35" y="14"/>
                    <a:pt x="31" y="13"/>
                    <a:pt x="26" y="13"/>
                  </a:cubicBezTo>
                  <a:cubicBezTo>
                    <a:pt x="22" y="13"/>
                    <a:pt x="19" y="15"/>
                    <a:pt x="15" y="14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</p:grpSp>
      <p:grpSp>
        <p:nvGrpSpPr>
          <p:cNvPr id="30728" name="Group 729">
            <a:extLst>
              <a:ext uri="{FF2B5EF4-FFF2-40B4-BE49-F238E27FC236}">
                <a16:creationId xmlns:a16="http://schemas.microsoft.com/office/drawing/2014/main" id="{03E4A382-A672-47DE-B90E-B10D8F6BE2FF}"/>
              </a:ext>
            </a:extLst>
          </p:cNvPr>
          <p:cNvGrpSpPr>
            <a:grpSpLocks/>
          </p:cNvGrpSpPr>
          <p:nvPr/>
        </p:nvGrpSpPr>
        <p:grpSpPr bwMode="auto">
          <a:xfrm>
            <a:off x="4643438" y="6135688"/>
            <a:ext cx="762000" cy="330200"/>
            <a:chOff x="1635" y="3600"/>
            <a:chExt cx="690" cy="299"/>
          </a:xfrm>
        </p:grpSpPr>
        <p:sp>
          <p:nvSpPr>
            <p:cNvPr id="30839" name="Freeform 730">
              <a:extLst>
                <a:ext uri="{FF2B5EF4-FFF2-40B4-BE49-F238E27FC236}">
                  <a16:creationId xmlns:a16="http://schemas.microsoft.com/office/drawing/2014/main" id="{38636FC0-1510-4F8A-8465-94E75B1254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0" y="3835"/>
              <a:ext cx="25" cy="21"/>
            </a:xfrm>
            <a:custGeom>
              <a:avLst/>
              <a:gdLst>
                <a:gd name="T0" fmla="*/ 0 w 10"/>
                <a:gd name="T1" fmla="*/ 123 h 8"/>
                <a:gd name="T2" fmla="*/ 158 w 10"/>
                <a:gd name="T3" fmla="*/ 110 h 8"/>
                <a:gd name="T4" fmla="*/ 0 w 10"/>
                <a:gd name="T5" fmla="*/ 123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8">
                  <a:moveTo>
                    <a:pt x="0" y="7"/>
                  </a:moveTo>
                  <a:cubicBezTo>
                    <a:pt x="2" y="8"/>
                    <a:pt x="8" y="8"/>
                    <a:pt x="10" y="6"/>
                  </a:cubicBezTo>
                  <a:cubicBezTo>
                    <a:pt x="9" y="0"/>
                    <a:pt x="0" y="3"/>
                    <a:pt x="0" y="7"/>
                  </a:cubicBezTo>
                  <a:close/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840" name="Freeform 731">
              <a:extLst>
                <a:ext uri="{FF2B5EF4-FFF2-40B4-BE49-F238E27FC236}">
                  <a16:creationId xmlns:a16="http://schemas.microsoft.com/office/drawing/2014/main" id="{74E5AFDA-4BCE-42DB-8E76-36FCE158F4C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8" y="3600"/>
              <a:ext cx="355" cy="299"/>
            </a:xfrm>
            <a:custGeom>
              <a:avLst/>
              <a:gdLst>
                <a:gd name="T0" fmla="*/ 800 w 142"/>
                <a:gd name="T1" fmla="*/ 649 h 112"/>
                <a:gd name="T2" fmla="*/ 1208 w 142"/>
                <a:gd name="T3" fmla="*/ 1241 h 112"/>
                <a:gd name="T4" fmla="*/ 1988 w 142"/>
                <a:gd name="T5" fmla="*/ 115 h 112"/>
                <a:gd name="T6" fmla="*/ 2050 w 142"/>
                <a:gd name="T7" fmla="*/ 35 h 112"/>
                <a:gd name="T8" fmla="*/ 2145 w 142"/>
                <a:gd name="T9" fmla="*/ 662 h 112"/>
                <a:gd name="T10" fmla="*/ 1563 w 142"/>
                <a:gd name="T11" fmla="*/ 2109 h 112"/>
                <a:gd name="T12" fmla="*/ 395 w 142"/>
                <a:gd name="T13" fmla="*/ 1276 h 112"/>
                <a:gd name="T14" fmla="*/ 800 w 142"/>
                <a:gd name="T15" fmla="*/ 649 h 11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42" h="112">
                  <a:moveTo>
                    <a:pt x="51" y="34"/>
                  </a:moveTo>
                  <a:cubicBezTo>
                    <a:pt x="51" y="34"/>
                    <a:pt x="46" y="59"/>
                    <a:pt x="77" y="65"/>
                  </a:cubicBezTo>
                  <a:cubicBezTo>
                    <a:pt x="108" y="70"/>
                    <a:pt x="122" y="42"/>
                    <a:pt x="127" y="6"/>
                  </a:cubicBezTo>
                  <a:cubicBezTo>
                    <a:pt x="127" y="6"/>
                    <a:pt x="129" y="0"/>
                    <a:pt x="131" y="2"/>
                  </a:cubicBezTo>
                  <a:cubicBezTo>
                    <a:pt x="131" y="2"/>
                    <a:pt x="138" y="16"/>
                    <a:pt x="137" y="35"/>
                  </a:cubicBezTo>
                  <a:cubicBezTo>
                    <a:pt x="137" y="54"/>
                    <a:pt x="142" y="112"/>
                    <a:pt x="100" y="111"/>
                  </a:cubicBezTo>
                  <a:cubicBezTo>
                    <a:pt x="58" y="109"/>
                    <a:pt x="0" y="107"/>
                    <a:pt x="25" y="67"/>
                  </a:cubicBezTo>
                  <a:cubicBezTo>
                    <a:pt x="37" y="49"/>
                    <a:pt x="51" y="34"/>
                    <a:pt x="51" y="34"/>
                  </a:cubicBezTo>
                  <a:close/>
                </a:path>
              </a:pathLst>
            </a:custGeom>
            <a:solidFill>
              <a:srgbClr val="834B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841" name="Freeform 732">
              <a:extLst>
                <a:ext uri="{FF2B5EF4-FFF2-40B4-BE49-F238E27FC236}">
                  <a16:creationId xmlns:a16="http://schemas.microsoft.com/office/drawing/2014/main" id="{B805B599-5D66-48DC-8BC4-5C45F697329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0" y="3600"/>
              <a:ext cx="185" cy="109"/>
            </a:xfrm>
            <a:custGeom>
              <a:avLst/>
              <a:gdLst>
                <a:gd name="T0" fmla="*/ 1158 w 74"/>
                <a:gd name="T1" fmla="*/ 452 h 41"/>
                <a:gd name="T2" fmla="*/ 113 w 74"/>
                <a:gd name="T3" fmla="*/ 340 h 41"/>
                <a:gd name="T4" fmla="*/ 0 w 74"/>
                <a:gd name="T5" fmla="*/ 601 h 41"/>
                <a:gd name="T6" fmla="*/ 1095 w 74"/>
                <a:gd name="T7" fmla="*/ 771 h 41"/>
                <a:gd name="T8" fmla="*/ 1158 w 74"/>
                <a:gd name="T9" fmla="*/ 452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4" h="41">
                  <a:moveTo>
                    <a:pt x="74" y="24"/>
                  </a:moveTo>
                  <a:cubicBezTo>
                    <a:pt x="74" y="24"/>
                    <a:pt x="35" y="0"/>
                    <a:pt x="7" y="18"/>
                  </a:cubicBezTo>
                  <a:cubicBezTo>
                    <a:pt x="0" y="32"/>
                    <a:pt x="0" y="32"/>
                    <a:pt x="0" y="32"/>
                  </a:cubicBezTo>
                  <a:cubicBezTo>
                    <a:pt x="0" y="32"/>
                    <a:pt x="41" y="19"/>
                    <a:pt x="70" y="41"/>
                  </a:cubicBezTo>
                  <a:lnTo>
                    <a:pt x="74" y="24"/>
                  </a:lnTo>
                  <a:close/>
                </a:path>
              </a:pathLst>
            </a:custGeom>
            <a:solidFill>
              <a:srgbClr val="834B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842" name="Freeform 733">
              <a:extLst>
                <a:ext uri="{FF2B5EF4-FFF2-40B4-BE49-F238E27FC236}">
                  <a16:creationId xmlns:a16="http://schemas.microsoft.com/office/drawing/2014/main" id="{5DE28353-5A46-4032-8ABB-00C522F0AB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8" y="3653"/>
              <a:ext cx="35" cy="54"/>
            </a:xfrm>
            <a:custGeom>
              <a:avLst/>
              <a:gdLst>
                <a:gd name="T0" fmla="*/ 50 w 14"/>
                <a:gd name="T1" fmla="*/ 394 h 20"/>
                <a:gd name="T2" fmla="*/ 158 w 14"/>
                <a:gd name="T3" fmla="*/ 219 h 20"/>
                <a:gd name="T4" fmla="*/ 220 w 14"/>
                <a:gd name="T5" fmla="*/ 38 h 20"/>
                <a:gd name="T6" fmla="*/ 50 w 14"/>
                <a:gd name="T7" fmla="*/ 116 h 20"/>
                <a:gd name="T8" fmla="*/ 50 w 14"/>
                <a:gd name="T9" fmla="*/ 394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20">
                  <a:moveTo>
                    <a:pt x="3" y="20"/>
                  </a:moveTo>
                  <a:cubicBezTo>
                    <a:pt x="6" y="17"/>
                    <a:pt x="9" y="14"/>
                    <a:pt x="10" y="11"/>
                  </a:cubicBezTo>
                  <a:cubicBezTo>
                    <a:pt x="12" y="9"/>
                    <a:pt x="14" y="5"/>
                    <a:pt x="14" y="2"/>
                  </a:cubicBezTo>
                  <a:cubicBezTo>
                    <a:pt x="9" y="0"/>
                    <a:pt x="6" y="1"/>
                    <a:pt x="3" y="6"/>
                  </a:cubicBezTo>
                  <a:cubicBezTo>
                    <a:pt x="2" y="10"/>
                    <a:pt x="0" y="17"/>
                    <a:pt x="3" y="20"/>
                  </a:cubicBezTo>
                </a:path>
              </a:pathLst>
            </a:custGeom>
            <a:solidFill>
              <a:srgbClr val="ECA8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843" name="Freeform 734">
              <a:extLst>
                <a:ext uri="{FF2B5EF4-FFF2-40B4-BE49-F238E27FC236}">
                  <a16:creationId xmlns:a16="http://schemas.microsoft.com/office/drawing/2014/main" id="{434F1EE7-4290-4160-BDB2-E4A00CF956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8" y="3805"/>
              <a:ext cx="230" cy="78"/>
            </a:xfrm>
            <a:custGeom>
              <a:avLst/>
              <a:gdLst>
                <a:gd name="T0" fmla="*/ 1363 w 92"/>
                <a:gd name="T1" fmla="*/ 59 h 29"/>
                <a:gd name="T2" fmla="*/ 1270 w 92"/>
                <a:gd name="T3" fmla="*/ 22 h 29"/>
                <a:gd name="T4" fmla="*/ 1113 w 92"/>
                <a:gd name="T5" fmla="*/ 35 h 29"/>
                <a:gd name="T6" fmla="*/ 845 w 92"/>
                <a:gd name="T7" fmla="*/ 159 h 29"/>
                <a:gd name="T8" fmla="*/ 270 w 92"/>
                <a:gd name="T9" fmla="*/ 116 h 29"/>
                <a:gd name="T10" fmla="*/ 83 w 92"/>
                <a:gd name="T11" fmla="*/ 35 h 29"/>
                <a:gd name="T12" fmla="*/ 20 w 92"/>
                <a:gd name="T13" fmla="*/ 253 h 29"/>
                <a:gd name="T14" fmla="*/ 283 w 92"/>
                <a:gd name="T15" fmla="*/ 428 h 29"/>
                <a:gd name="T16" fmla="*/ 470 w 92"/>
                <a:gd name="T17" fmla="*/ 471 h 29"/>
                <a:gd name="T18" fmla="*/ 675 w 92"/>
                <a:gd name="T19" fmla="*/ 484 h 29"/>
                <a:gd name="T20" fmla="*/ 1083 w 92"/>
                <a:gd name="T21" fmla="*/ 527 h 29"/>
                <a:gd name="T22" fmla="*/ 1333 w 92"/>
                <a:gd name="T23" fmla="*/ 506 h 29"/>
                <a:gd name="T24" fmla="*/ 1363 w 92"/>
                <a:gd name="T25" fmla="*/ 81 h 2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92" h="29">
                  <a:moveTo>
                    <a:pt x="87" y="3"/>
                  </a:moveTo>
                  <a:cubicBezTo>
                    <a:pt x="85" y="3"/>
                    <a:pt x="83" y="1"/>
                    <a:pt x="81" y="1"/>
                  </a:cubicBezTo>
                  <a:cubicBezTo>
                    <a:pt x="78" y="0"/>
                    <a:pt x="74" y="1"/>
                    <a:pt x="71" y="2"/>
                  </a:cubicBezTo>
                  <a:cubicBezTo>
                    <a:pt x="65" y="4"/>
                    <a:pt x="61" y="7"/>
                    <a:pt x="54" y="8"/>
                  </a:cubicBezTo>
                  <a:cubicBezTo>
                    <a:pt x="42" y="10"/>
                    <a:pt x="29" y="12"/>
                    <a:pt x="17" y="6"/>
                  </a:cubicBezTo>
                  <a:cubicBezTo>
                    <a:pt x="13" y="5"/>
                    <a:pt x="8" y="1"/>
                    <a:pt x="5" y="2"/>
                  </a:cubicBezTo>
                  <a:cubicBezTo>
                    <a:pt x="0" y="3"/>
                    <a:pt x="0" y="9"/>
                    <a:pt x="1" y="13"/>
                  </a:cubicBezTo>
                  <a:cubicBezTo>
                    <a:pt x="4" y="20"/>
                    <a:pt x="11" y="21"/>
                    <a:pt x="18" y="22"/>
                  </a:cubicBezTo>
                  <a:cubicBezTo>
                    <a:pt x="22" y="23"/>
                    <a:pt x="26" y="23"/>
                    <a:pt x="30" y="24"/>
                  </a:cubicBezTo>
                  <a:cubicBezTo>
                    <a:pt x="34" y="25"/>
                    <a:pt x="38" y="25"/>
                    <a:pt x="43" y="25"/>
                  </a:cubicBezTo>
                  <a:cubicBezTo>
                    <a:pt x="52" y="26"/>
                    <a:pt x="60" y="27"/>
                    <a:pt x="69" y="27"/>
                  </a:cubicBezTo>
                  <a:cubicBezTo>
                    <a:pt x="73" y="27"/>
                    <a:pt x="81" y="29"/>
                    <a:pt x="85" y="26"/>
                  </a:cubicBezTo>
                  <a:cubicBezTo>
                    <a:pt x="91" y="20"/>
                    <a:pt x="92" y="10"/>
                    <a:pt x="87" y="4"/>
                  </a:cubicBezTo>
                </a:path>
              </a:pathLst>
            </a:custGeom>
            <a:solidFill>
              <a:srgbClr val="8B5B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844" name="Freeform 735">
              <a:extLst>
                <a:ext uri="{FF2B5EF4-FFF2-40B4-BE49-F238E27FC236}">
                  <a16:creationId xmlns:a16="http://schemas.microsoft.com/office/drawing/2014/main" id="{E48C9497-7EDC-4722-9162-DFBE819A1F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5" y="3651"/>
              <a:ext cx="150" cy="56"/>
            </a:xfrm>
            <a:custGeom>
              <a:avLst/>
              <a:gdLst>
                <a:gd name="T0" fmla="*/ 0 w 60"/>
                <a:gd name="T1" fmla="*/ 149 h 21"/>
                <a:gd name="T2" fmla="*/ 938 w 60"/>
                <a:gd name="T3" fmla="*/ 397 h 21"/>
                <a:gd name="T4" fmla="*/ 0 w 60"/>
                <a:gd name="T5" fmla="*/ 149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0" h="21">
                  <a:moveTo>
                    <a:pt x="0" y="8"/>
                  </a:moveTo>
                  <a:cubicBezTo>
                    <a:pt x="0" y="8"/>
                    <a:pt x="42" y="2"/>
                    <a:pt x="60" y="21"/>
                  </a:cubicBezTo>
                  <a:cubicBezTo>
                    <a:pt x="60" y="21"/>
                    <a:pt x="48" y="0"/>
                    <a:pt x="0" y="8"/>
                  </a:cubicBezTo>
                  <a:close/>
                </a:path>
              </a:pathLst>
            </a:custGeom>
            <a:solidFill>
              <a:srgbClr val="8B5B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845" name="Freeform 736">
              <a:extLst>
                <a:ext uri="{FF2B5EF4-FFF2-40B4-BE49-F238E27FC236}">
                  <a16:creationId xmlns:a16="http://schemas.microsoft.com/office/drawing/2014/main" id="{884809BC-898D-45F3-AEE8-ADE519FBC6E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3" y="3715"/>
              <a:ext cx="180" cy="77"/>
            </a:xfrm>
            <a:custGeom>
              <a:avLst/>
              <a:gdLst>
                <a:gd name="T0" fmla="*/ 63 w 72"/>
                <a:gd name="T1" fmla="*/ 0 h 29"/>
                <a:gd name="T2" fmla="*/ 488 w 72"/>
                <a:gd name="T3" fmla="*/ 451 h 29"/>
                <a:gd name="T4" fmla="*/ 1125 w 72"/>
                <a:gd name="T5" fmla="*/ 56 h 29"/>
                <a:gd name="T6" fmla="*/ 488 w 72"/>
                <a:gd name="T7" fmla="*/ 486 h 29"/>
                <a:gd name="T8" fmla="*/ 63 w 72"/>
                <a:gd name="T9" fmla="*/ 0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2" h="29">
                  <a:moveTo>
                    <a:pt x="4" y="0"/>
                  </a:moveTo>
                  <a:cubicBezTo>
                    <a:pt x="4" y="0"/>
                    <a:pt x="6" y="21"/>
                    <a:pt x="31" y="24"/>
                  </a:cubicBezTo>
                  <a:cubicBezTo>
                    <a:pt x="56" y="27"/>
                    <a:pt x="72" y="3"/>
                    <a:pt x="72" y="3"/>
                  </a:cubicBezTo>
                  <a:cubicBezTo>
                    <a:pt x="72" y="3"/>
                    <a:pt x="61" y="29"/>
                    <a:pt x="31" y="26"/>
                  </a:cubicBezTo>
                  <a:cubicBezTo>
                    <a:pt x="0" y="23"/>
                    <a:pt x="4" y="0"/>
                    <a:pt x="4" y="0"/>
                  </a:cubicBezTo>
                </a:path>
              </a:pathLst>
            </a:custGeom>
            <a:solidFill>
              <a:srgbClr val="8B5B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846" name="Freeform 737">
              <a:extLst>
                <a:ext uri="{FF2B5EF4-FFF2-40B4-BE49-F238E27FC236}">
                  <a16:creationId xmlns:a16="http://schemas.microsoft.com/office/drawing/2014/main" id="{8ADF5E46-8E8E-4A72-825D-8FB30C0637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5" y="3600"/>
              <a:ext cx="358" cy="299"/>
            </a:xfrm>
            <a:custGeom>
              <a:avLst/>
              <a:gdLst>
                <a:gd name="T0" fmla="*/ 2163 w 143"/>
                <a:gd name="T1" fmla="*/ 662 h 112"/>
                <a:gd name="T2" fmla="*/ 2068 w 143"/>
                <a:gd name="T3" fmla="*/ 35 h 112"/>
                <a:gd name="T4" fmla="*/ 2005 w 143"/>
                <a:gd name="T5" fmla="*/ 115 h 112"/>
                <a:gd name="T6" fmla="*/ 1963 w 143"/>
                <a:gd name="T7" fmla="*/ 422 h 112"/>
                <a:gd name="T8" fmla="*/ 959 w 143"/>
                <a:gd name="T9" fmla="*/ 342 h 112"/>
                <a:gd name="T10" fmla="*/ 846 w 143"/>
                <a:gd name="T11" fmla="*/ 593 h 112"/>
                <a:gd name="T12" fmla="*/ 1880 w 143"/>
                <a:gd name="T13" fmla="*/ 721 h 112"/>
                <a:gd name="T14" fmla="*/ 1222 w 143"/>
                <a:gd name="T15" fmla="*/ 1241 h 112"/>
                <a:gd name="T16" fmla="*/ 814 w 143"/>
                <a:gd name="T17" fmla="*/ 649 h 112"/>
                <a:gd name="T18" fmla="*/ 408 w 143"/>
                <a:gd name="T19" fmla="*/ 1276 h 112"/>
                <a:gd name="T20" fmla="*/ 1585 w 143"/>
                <a:gd name="T21" fmla="*/ 2109 h 112"/>
                <a:gd name="T22" fmla="*/ 2163 w 143"/>
                <a:gd name="T23" fmla="*/ 662 h 11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43" h="112">
                  <a:moveTo>
                    <a:pt x="138" y="35"/>
                  </a:moveTo>
                  <a:cubicBezTo>
                    <a:pt x="139" y="16"/>
                    <a:pt x="132" y="2"/>
                    <a:pt x="132" y="2"/>
                  </a:cubicBezTo>
                  <a:cubicBezTo>
                    <a:pt x="130" y="0"/>
                    <a:pt x="128" y="6"/>
                    <a:pt x="128" y="6"/>
                  </a:cubicBezTo>
                  <a:cubicBezTo>
                    <a:pt x="127" y="12"/>
                    <a:pt x="126" y="17"/>
                    <a:pt x="125" y="22"/>
                  </a:cubicBezTo>
                  <a:cubicBezTo>
                    <a:pt x="115" y="17"/>
                    <a:pt x="84" y="3"/>
                    <a:pt x="61" y="18"/>
                  </a:cubicBezTo>
                  <a:cubicBezTo>
                    <a:pt x="54" y="31"/>
                    <a:pt x="54" y="31"/>
                    <a:pt x="54" y="31"/>
                  </a:cubicBezTo>
                  <a:cubicBezTo>
                    <a:pt x="54" y="31"/>
                    <a:pt x="91" y="20"/>
                    <a:pt x="120" y="38"/>
                  </a:cubicBezTo>
                  <a:cubicBezTo>
                    <a:pt x="112" y="57"/>
                    <a:pt x="99" y="68"/>
                    <a:pt x="78" y="65"/>
                  </a:cubicBezTo>
                  <a:cubicBezTo>
                    <a:pt x="47" y="59"/>
                    <a:pt x="52" y="34"/>
                    <a:pt x="52" y="34"/>
                  </a:cubicBezTo>
                  <a:cubicBezTo>
                    <a:pt x="52" y="34"/>
                    <a:pt x="38" y="49"/>
                    <a:pt x="26" y="67"/>
                  </a:cubicBezTo>
                  <a:cubicBezTo>
                    <a:pt x="0" y="107"/>
                    <a:pt x="59" y="109"/>
                    <a:pt x="101" y="111"/>
                  </a:cubicBezTo>
                  <a:cubicBezTo>
                    <a:pt x="143" y="112"/>
                    <a:pt x="138" y="54"/>
                    <a:pt x="138" y="35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847" name="Freeform 738">
              <a:extLst>
                <a:ext uri="{FF2B5EF4-FFF2-40B4-BE49-F238E27FC236}">
                  <a16:creationId xmlns:a16="http://schemas.microsoft.com/office/drawing/2014/main" id="{144A60A9-FABF-4B22-99BE-350FCDDD4C9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8" y="3653"/>
              <a:ext cx="35" cy="51"/>
            </a:xfrm>
            <a:custGeom>
              <a:avLst/>
              <a:gdLst>
                <a:gd name="T0" fmla="*/ 220 w 14"/>
                <a:gd name="T1" fmla="*/ 35 h 19"/>
                <a:gd name="T2" fmla="*/ 50 w 14"/>
                <a:gd name="T3" fmla="*/ 115 h 19"/>
                <a:gd name="T4" fmla="*/ 50 w 14"/>
                <a:gd name="T5" fmla="*/ 368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9">
                  <a:moveTo>
                    <a:pt x="14" y="2"/>
                  </a:moveTo>
                  <a:cubicBezTo>
                    <a:pt x="9" y="0"/>
                    <a:pt x="6" y="1"/>
                    <a:pt x="3" y="6"/>
                  </a:cubicBezTo>
                  <a:cubicBezTo>
                    <a:pt x="2" y="10"/>
                    <a:pt x="0" y="16"/>
                    <a:pt x="3" y="19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848" name="Freeform 739">
              <a:extLst>
                <a:ext uri="{FF2B5EF4-FFF2-40B4-BE49-F238E27FC236}">
                  <a16:creationId xmlns:a16="http://schemas.microsoft.com/office/drawing/2014/main" id="{505FF249-2483-402F-AB58-FF3B208BB43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5" y="3659"/>
              <a:ext cx="20" cy="21"/>
            </a:xfrm>
            <a:custGeom>
              <a:avLst/>
              <a:gdLst>
                <a:gd name="T0" fmla="*/ 125 w 8"/>
                <a:gd name="T1" fmla="*/ 21 h 8"/>
                <a:gd name="T2" fmla="*/ 63 w 8"/>
                <a:gd name="T3" fmla="*/ 34 h 8"/>
                <a:gd name="T4" fmla="*/ 33 w 8"/>
                <a:gd name="T5" fmla="*/ 144 h 8"/>
                <a:gd name="T6" fmla="*/ 50 w 8"/>
                <a:gd name="T7" fmla="*/ 123 h 8"/>
                <a:gd name="T8" fmla="*/ 83 w 8"/>
                <a:gd name="T9" fmla="*/ 76 h 8"/>
                <a:gd name="T10" fmla="*/ 125 w 8"/>
                <a:gd name="T11" fmla="*/ 21 h 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" h="8">
                  <a:moveTo>
                    <a:pt x="8" y="1"/>
                  </a:moveTo>
                  <a:cubicBezTo>
                    <a:pt x="6" y="0"/>
                    <a:pt x="5" y="1"/>
                    <a:pt x="4" y="2"/>
                  </a:cubicBezTo>
                  <a:cubicBezTo>
                    <a:pt x="3" y="3"/>
                    <a:pt x="0" y="7"/>
                    <a:pt x="2" y="8"/>
                  </a:cubicBezTo>
                  <a:cubicBezTo>
                    <a:pt x="2" y="8"/>
                    <a:pt x="2" y="7"/>
                    <a:pt x="3" y="7"/>
                  </a:cubicBezTo>
                  <a:cubicBezTo>
                    <a:pt x="3" y="6"/>
                    <a:pt x="4" y="5"/>
                    <a:pt x="5" y="4"/>
                  </a:cubicBezTo>
                  <a:cubicBezTo>
                    <a:pt x="6" y="3"/>
                    <a:pt x="7" y="2"/>
                    <a:pt x="8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849" name="Freeform 740">
              <a:extLst>
                <a:ext uri="{FF2B5EF4-FFF2-40B4-BE49-F238E27FC236}">
                  <a16:creationId xmlns:a16="http://schemas.microsoft.com/office/drawing/2014/main" id="{14F857FF-C9AE-4050-89E9-2CC31D8911B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8" y="3733"/>
              <a:ext cx="127" cy="88"/>
            </a:xfrm>
            <a:custGeom>
              <a:avLst/>
              <a:gdLst>
                <a:gd name="T0" fmla="*/ 0 w 51"/>
                <a:gd name="T1" fmla="*/ 0 h 33"/>
                <a:gd name="T2" fmla="*/ 787 w 51"/>
                <a:gd name="T3" fmla="*/ 205 h 33"/>
                <a:gd name="T4" fmla="*/ 0 w 51"/>
                <a:gd name="T5" fmla="*/ 0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1" h="33">
                  <a:moveTo>
                    <a:pt x="0" y="0"/>
                  </a:moveTo>
                  <a:cubicBezTo>
                    <a:pt x="0" y="0"/>
                    <a:pt x="14" y="29"/>
                    <a:pt x="51" y="11"/>
                  </a:cubicBezTo>
                  <a:cubicBezTo>
                    <a:pt x="51" y="11"/>
                    <a:pt x="17" y="33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850" name="Freeform 741">
              <a:extLst>
                <a:ext uri="{FF2B5EF4-FFF2-40B4-BE49-F238E27FC236}">
                  <a16:creationId xmlns:a16="http://schemas.microsoft.com/office/drawing/2014/main" id="{4DE6F107-441D-476D-BF94-B8DE2E730A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8" y="3653"/>
              <a:ext cx="147" cy="40"/>
            </a:xfrm>
            <a:custGeom>
              <a:avLst/>
              <a:gdLst>
                <a:gd name="T0" fmla="*/ 0 w 59"/>
                <a:gd name="T1" fmla="*/ 136 h 15"/>
                <a:gd name="T2" fmla="*/ 912 w 59"/>
                <a:gd name="T3" fmla="*/ 285 h 15"/>
                <a:gd name="T4" fmla="*/ 0 w 59"/>
                <a:gd name="T5" fmla="*/ 136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9" h="15">
                  <a:moveTo>
                    <a:pt x="0" y="7"/>
                  </a:moveTo>
                  <a:cubicBezTo>
                    <a:pt x="0" y="7"/>
                    <a:pt x="41" y="2"/>
                    <a:pt x="59" y="15"/>
                  </a:cubicBezTo>
                  <a:cubicBezTo>
                    <a:pt x="59" y="15"/>
                    <a:pt x="44" y="0"/>
                    <a:pt x="0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851" name="Freeform 742">
              <a:extLst>
                <a:ext uri="{FF2B5EF4-FFF2-40B4-BE49-F238E27FC236}">
                  <a16:creationId xmlns:a16="http://schemas.microsoft.com/office/drawing/2014/main" id="{3AEFCE15-A623-4954-9EF5-00E97E8221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0" y="3675"/>
              <a:ext cx="38" cy="176"/>
            </a:xfrm>
            <a:custGeom>
              <a:avLst/>
              <a:gdLst>
                <a:gd name="T0" fmla="*/ 213 w 15"/>
                <a:gd name="T1" fmla="*/ 35 h 66"/>
                <a:gd name="T2" fmla="*/ 225 w 15"/>
                <a:gd name="T3" fmla="*/ 341 h 66"/>
                <a:gd name="T4" fmla="*/ 225 w 15"/>
                <a:gd name="T5" fmla="*/ 605 h 66"/>
                <a:gd name="T6" fmla="*/ 180 w 15"/>
                <a:gd name="T7" fmla="*/ 931 h 66"/>
                <a:gd name="T8" fmla="*/ 129 w 15"/>
                <a:gd name="T9" fmla="*/ 1117 h 66"/>
                <a:gd name="T10" fmla="*/ 96 w 15"/>
                <a:gd name="T11" fmla="*/ 1251 h 66"/>
                <a:gd name="T12" fmla="*/ 63 w 15"/>
                <a:gd name="T13" fmla="*/ 704 h 66"/>
                <a:gd name="T14" fmla="*/ 63 w 15"/>
                <a:gd name="T15" fmla="*/ 363 h 66"/>
                <a:gd name="T16" fmla="*/ 147 w 15"/>
                <a:gd name="T17" fmla="*/ 149 h 66"/>
                <a:gd name="T18" fmla="*/ 213 w 15"/>
                <a:gd name="T19" fmla="*/ 0 h 6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5" h="66">
                  <a:moveTo>
                    <a:pt x="13" y="2"/>
                  </a:moveTo>
                  <a:cubicBezTo>
                    <a:pt x="15" y="7"/>
                    <a:pt x="14" y="13"/>
                    <a:pt x="14" y="18"/>
                  </a:cubicBezTo>
                  <a:cubicBezTo>
                    <a:pt x="14" y="23"/>
                    <a:pt x="15" y="28"/>
                    <a:pt x="14" y="32"/>
                  </a:cubicBezTo>
                  <a:cubicBezTo>
                    <a:pt x="13" y="38"/>
                    <a:pt x="12" y="44"/>
                    <a:pt x="11" y="49"/>
                  </a:cubicBezTo>
                  <a:cubicBezTo>
                    <a:pt x="10" y="52"/>
                    <a:pt x="9" y="56"/>
                    <a:pt x="8" y="59"/>
                  </a:cubicBezTo>
                  <a:cubicBezTo>
                    <a:pt x="7" y="61"/>
                    <a:pt x="7" y="64"/>
                    <a:pt x="6" y="66"/>
                  </a:cubicBezTo>
                  <a:cubicBezTo>
                    <a:pt x="6" y="56"/>
                    <a:pt x="0" y="46"/>
                    <a:pt x="4" y="37"/>
                  </a:cubicBezTo>
                  <a:cubicBezTo>
                    <a:pt x="7" y="31"/>
                    <a:pt x="4" y="25"/>
                    <a:pt x="4" y="19"/>
                  </a:cubicBezTo>
                  <a:cubicBezTo>
                    <a:pt x="5" y="15"/>
                    <a:pt x="6" y="11"/>
                    <a:pt x="9" y="8"/>
                  </a:cubicBezTo>
                  <a:cubicBezTo>
                    <a:pt x="10" y="5"/>
                    <a:pt x="12" y="3"/>
                    <a:pt x="13" y="0"/>
                  </a:cubicBezTo>
                </a:path>
              </a:pathLst>
            </a:custGeom>
            <a:solidFill>
              <a:srgbClr val="723F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852" name="Freeform 743">
              <a:extLst>
                <a:ext uri="{FF2B5EF4-FFF2-40B4-BE49-F238E27FC236}">
                  <a16:creationId xmlns:a16="http://schemas.microsoft.com/office/drawing/2014/main" id="{F7E7B5F0-126B-44BD-99AA-45163FD67B2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0" y="3600"/>
              <a:ext cx="355" cy="299"/>
            </a:xfrm>
            <a:custGeom>
              <a:avLst/>
              <a:gdLst>
                <a:gd name="T0" fmla="*/ 1408 w 142"/>
                <a:gd name="T1" fmla="*/ 649 h 112"/>
                <a:gd name="T2" fmla="*/ 1020 w 142"/>
                <a:gd name="T3" fmla="*/ 1241 h 112"/>
                <a:gd name="T4" fmla="*/ 220 w 142"/>
                <a:gd name="T5" fmla="*/ 115 h 112"/>
                <a:gd name="T6" fmla="*/ 175 w 142"/>
                <a:gd name="T7" fmla="*/ 35 h 112"/>
                <a:gd name="T8" fmla="*/ 63 w 142"/>
                <a:gd name="T9" fmla="*/ 662 h 112"/>
                <a:gd name="T10" fmla="*/ 658 w 142"/>
                <a:gd name="T11" fmla="*/ 2109 h 112"/>
                <a:gd name="T12" fmla="*/ 1833 w 142"/>
                <a:gd name="T13" fmla="*/ 1276 h 112"/>
                <a:gd name="T14" fmla="*/ 1408 w 142"/>
                <a:gd name="T15" fmla="*/ 649 h 11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42" h="112">
                  <a:moveTo>
                    <a:pt x="90" y="34"/>
                  </a:moveTo>
                  <a:cubicBezTo>
                    <a:pt x="90" y="34"/>
                    <a:pt x="96" y="59"/>
                    <a:pt x="65" y="65"/>
                  </a:cubicBezTo>
                  <a:cubicBezTo>
                    <a:pt x="34" y="70"/>
                    <a:pt x="20" y="42"/>
                    <a:pt x="14" y="6"/>
                  </a:cubicBezTo>
                  <a:cubicBezTo>
                    <a:pt x="14" y="6"/>
                    <a:pt x="12" y="0"/>
                    <a:pt x="11" y="2"/>
                  </a:cubicBezTo>
                  <a:cubicBezTo>
                    <a:pt x="11" y="2"/>
                    <a:pt x="4" y="16"/>
                    <a:pt x="4" y="35"/>
                  </a:cubicBezTo>
                  <a:cubicBezTo>
                    <a:pt x="5" y="54"/>
                    <a:pt x="0" y="112"/>
                    <a:pt x="42" y="111"/>
                  </a:cubicBezTo>
                  <a:cubicBezTo>
                    <a:pt x="83" y="109"/>
                    <a:pt x="142" y="107"/>
                    <a:pt x="117" y="67"/>
                  </a:cubicBezTo>
                  <a:cubicBezTo>
                    <a:pt x="105" y="49"/>
                    <a:pt x="90" y="34"/>
                    <a:pt x="90" y="34"/>
                  </a:cubicBezTo>
                  <a:close/>
                </a:path>
              </a:pathLst>
            </a:custGeom>
            <a:solidFill>
              <a:srgbClr val="834B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853" name="Freeform 744">
              <a:extLst>
                <a:ext uri="{FF2B5EF4-FFF2-40B4-BE49-F238E27FC236}">
                  <a16:creationId xmlns:a16="http://schemas.microsoft.com/office/drawing/2014/main" id="{B08D1D52-5E46-4FA0-A5DC-9BE7A3A458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8" y="3600"/>
              <a:ext cx="185" cy="109"/>
            </a:xfrm>
            <a:custGeom>
              <a:avLst/>
              <a:gdLst>
                <a:gd name="T0" fmla="*/ 0 w 74"/>
                <a:gd name="T1" fmla="*/ 452 h 41"/>
                <a:gd name="T2" fmla="*/ 1033 w 74"/>
                <a:gd name="T3" fmla="*/ 340 h 41"/>
                <a:gd name="T4" fmla="*/ 1158 w 74"/>
                <a:gd name="T5" fmla="*/ 601 h 41"/>
                <a:gd name="T6" fmla="*/ 50 w 74"/>
                <a:gd name="T7" fmla="*/ 771 h 41"/>
                <a:gd name="T8" fmla="*/ 0 w 74"/>
                <a:gd name="T9" fmla="*/ 452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4" h="41">
                  <a:moveTo>
                    <a:pt x="0" y="24"/>
                  </a:moveTo>
                  <a:cubicBezTo>
                    <a:pt x="0" y="24"/>
                    <a:pt x="39" y="0"/>
                    <a:pt x="66" y="18"/>
                  </a:cubicBezTo>
                  <a:cubicBezTo>
                    <a:pt x="74" y="32"/>
                    <a:pt x="74" y="32"/>
                    <a:pt x="74" y="32"/>
                  </a:cubicBezTo>
                  <a:cubicBezTo>
                    <a:pt x="74" y="32"/>
                    <a:pt x="32" y="19"/>
                    <a:pt x="3" y="41"/>
                  </a:cubicBezTo>
                  <a:lnTo>
                    <a:pt x="0" y="24"/>
                  </a:lnTo>
                  <a:close/>
                </a:path>
              </a:pathLst>
            </a:custGeom>
            <a:solidFill>
              <a:srgbClr val="834B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854" name="Freeform 745">
              <a:extLst>
                <a:ext uri="{FF2B5EF4-FFF2-40B4-BE49-F238E27FC236}">
                  <a16:creationId xmlns:a16="http://schemas.microsoft.com/office/drawing/2014/main" id="{2E6CD3E8-583B-4396-AA23-E7D87E3BAA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8" y="3653"/>
              <a:ext cx="35" cy="54"/>
            </a:xfrm>
            <a:custGeom>
              <a:avLst/>
              <a:gdLst>
                <a:gd name="T0" fmla="*/ 188 w 14"/>
                <a:gd name="T1" fmla="*/ 394 h 20"/>
                <a:gd name="T2" fmla="*/ 63 w 14"/>
                <a:gd name="T3" fmla="*/ 219 h 20"/>
                <a:gd name="T4" fmla="*/ 0 w 14"/>
                <a:gd name="T5" fmla="*/ 38 h 20"/>
                <a:gd name="T6" fmla="*/ 175 w 14"/>
                <a:gd name="T7" fmla="*/ 116 h 20"/>
                <a:gd name="T8" fmla="*/ 188 w 14"/>
                <a:gd name="T9" fmla="*/ 394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20">
                  <a:moveTo>
                    <a:pt x="12" y="20"/>
                  </a:moveTo>
                  <a:cubicBezTo>
                    <a:pt x="9" y="17"/>
                    <a:pt x="6" y="14"/>
                    <a:pt x="4" y="11"/>
                  </a:cubicBezTo>
                  <a:cubicBezTo>
                    <a:pt x="3" y="9"/>
                    <a:pt x="1" y="5"/>
                    <a:pt x="0" y="2"/>
                  </a:cubicBezTo>
                  <a:cubicBezTo>
                    <a:pt x="5" y="0"/>
                    <a:pt x="9" y="1"/>
                    <a:pt x="11" y="6"/>
                  </a:cubicBezTo>
                  <a:cubicBezTo>
                    <a:pt x="13" y="10"/>
                    <a:pt x="14" y="17"/>
                    <a:pt x="12" y="20"/>
                  </a:cubicBezTo>
                </a:path>
              </a:pathLst>
            </a:custGeom>
            <a:solidFill>
              <a:srgbClr val="ECA8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855" name="Freeform 746">
              <a:extLst>
                <a:ext uri="{FF2B5EF4-FFF2-40B4-BE49-F238E27FC236}">
                  <a16:creationId xmlns:a16="http://schemas.microsoft.com/office/drawing/2014/main" id="{AE0FEA01-ACB4-4443-BE38-C323307B2E2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3" y="3805"/>
              <a:ext cx="232" cy="78"/>
            </a:xfrm>
            <a:custGeom>
              <a:avLst/>
              <a:gdLst>
                <a:gd name="T0" fmla="*/ 92 w 93"/>
                <a:gd name="T1" fmla="*/ 59 h 29"/>
                <a:gd name="T2" fmla="*/ 187 w 93"/>
                <a:gd name="T3" fmla="*/ 22 h 29"/>
                <a:gd name="T4" fmla="*/ 324 w 93"/>
                <a:gd name="T5" fmla="*/ 35 h 29"/>
                <a:gd name="T6" fmla="*/ 591 w 93"/>
                <a:gd name="T7" fmla="*/ 159 h 29"/>
                <a:gd name="T8" fmla="*/ 1182 w 93"/>
                <a:gd name="T9" fmla="*/ 116 h 29"/>
                <a:gd name="T10" fmla="*/ 1370 w 93"/>
                <a:gd name="T11" fmla="*/ 35 h 29"/>
                <a:gd name="T12" fmla="*/ 1412 w 93"/>
                <a:gd name="T13" fmla="*/ 253 h 29"/>
                <a:gd name="T14" fmla="*/ 1162 w 93"/>
                <a:gd name="T15" fmla="*/ 428 h 29"/>
                <a:gd name="T16" fmla="*/ 978 w 93"/>
                <a:gd name="T17" fmla="*/ 471 h 29"/>
                <a:gd name="T18" fmla="*/ 778 w 93"/>
                <a:gd name="T19" fmla="*/ 484 h 29"/>
                <a:gd name="T20" fmla="*/ 374 w 93"/>
                <a:gd name="T21" fmla="*/ 527 h 29"/>
                <a:gd name="T22" fmla="*/ 125 w 93"/>
                <a:gd name="T23" fmla="*/ 506 h 29"/>
                <a:gd name="T24" fmla="*/ 92 w 93"/>
                <a:gd name="T25" fmla="*/ 81 h 2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93" h="29">
                  <a:moveTo>
                    <a:pt x="6" y="3"/>
                  </a:moveTo>
                  <a:cubicBezTo>
                    <a:pt x="8" y="3"/>
                    <a:pt x="10" y="1"/>
                    <a:pt x="12" y="1"/>
                  </a:cubicBezTo>
                  <a:cubicBezTo>
                    <a:pt x="15" y="0"/>
                    <a:pt x="18" y="1"/>
                    <a:pt x="21" y="2"/>
                  </a:cubicBezTo>
                  <a:cubicBezTo>
                    <a:pt x="27" y="4"/>
                    <a:pt x="32" y="7"/>
                    <a:pt x="38" y="8"/>
                  </a:cubicBezTo>
                  <a:cubicBezTo>
                    <a:pt x="51" y="10"/>
                    <a:pt x="64" y="12"/>
                    <a:pt x="76" y="6"/>
                  </a:cubicBezTo>
                  <a:cubicBezTo>
                    <a:pt x="79" y="5"/>
                    <a:pt x="85" y="1"/>
                    <a:pt x="88" y="2"/>
                  </a:cubicBezTo>
                  <a:cubicBezTo>
                    <a:pt x="93" y="3"/>
                    <a:pt x="93" y="9"/>
                    <a:pt x="91" y="13"/>
                  </a:cubicBezTo>
                  <a:cubicBezTo>
                    <a:pt x="88" y="20"/>
                    <a:pt x="82" y="21"/>
                    <a:pt x="75" y="22"/>
                  </a:cubicBezTo>
                  <a:cubicBezTo>
                    <a:pt x="71" y="23"/>
                    <a:pt x="67" y="23"/>
                    <a:pt x="63" y="24"/>
                  </a:cubicBezTo>
                  <a:cubicBezTo>
                    <a:pt x="58" y="25"/>
                    <a:pt x="55" y="25"/>
                    <a:pt x="50" y="25"/>
                  </a:cubicBezTo>
                  <a:cubicBezTo>
                    <a:pt x="41" y="26"/>
                    <a:pt x="33" y="27"/>
                    <a:pt x="24" y="27"/>
                  </a:cubicBezTo>
                  <a:cubicBezTo>
                    <a:pt x="19" y="27"/>
                    <a:pt x="11" y="29"/>
                    <a:pt x="8" y="26"/>
                  </a:cubicBezTo>
                  <a:cubicBezTo>
                    <a:pt x="1" y="20"/>
                    <a:pt x="0" y="10"/>
                    <a:pt x="6" y="4"/>
                  </a:cubicBezTo>
                </a:path>
              </a:pathLst>
            </a:custGeom>
            <a:solidFill>
              <a:srgbClr val="8B5B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856" name="Freeform 747">
              <a:extLst>
                <a:ext uri="{FF2B5EF4-FFF2-40B4-BE49-F238E27FC236}">
                  <a16:creationId xmlns:a16="http://schemas.microsoft.com/office/drawing/2014/main" id="{E02D3E54-BB7B-4F0F-8A35-D6348D3F99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5" y="3651"/>
              <a:ext cx="153" cy="56"/>
            </a:xfrm>
            <a:custGeom>
              <a:avLst/>
              <a:gdLst>
                <a:gd name="T0" fmla="*/ 963 w 61"/>
                <a:gd name="T1" fmla="*/ 149 h 21"/>
                <a:gd name="T2" fmla="*/ 0 w 61"/>
                <a:gd name="T3" fmla="*/ 397 h 21"/>
                <a:gd name="T4" fmla="*/ 963 w 61"/>
                <a:gd name="T5" fmla="*/ 149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1" h="21">
                  <a:moveTo>
                    <a:pt x="61" y="8"/>
                  </a:moveTo>
                  <a:cubicBezTo>
                    <a:pt x="61" y="8"/>
                    <a:pt x="19" y="2"/>
                    <a:pt x="0" y="21"/>
                  </a:cubicBezTo>
                  <a:cubicBezTo>
                    <a:pt x="0" y="21"/>
                    <a:pt x="13" y="0"/>
                    <a:pt x="61" y="8"/>
                  </a:cubicBezTo>
                  <a:close/>
                </a:path>
              </a:pathLst>
            </a:custGeom>
            <a:solidFill>
              <a:srgbClr val="8B5B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857" name="Freeform 748">
              <a:extLst>
                <a:ext uri="{FF2B5EF4-FFF2-40B4-BE49-F238E27FC236}">
                  <a16:creationId xmlns:a16="http://schemas.microsoft.com/office/drawing/2014/main" id="{8E947815-A994-4C45-8B75-A7AD2A5442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0" y="3715"/>
              <a:ext cx="178" cy="77"/>
            </a:xfrm>
            <a:custGeom>
              <a:avLst/>
              <a:gdLst>
                <a:gd name="T0" fmla="*/ 1068 w 71"/>
                <a:gd name="T1" fmla="*/ 0 h 29"/>
                <a:gd name="T2" fmla="*/ 629 w 71"/>
                <a:gd name="T3" fmla="*/ 451 h 29"/>
                <a:gd name="T4" fmla="*/ 0 w 71"/>
                <a:gd name="T5" fmla="*/ 56 h 29"/>
                <a:gd name="T6" fmla="*/ 647 w 71"/>
                <a:gd name="T7" fmla="*/ 486 h 29"/>
                <a:gd name="T8" fmla="*/ 1068 w 71"/>
                <a:gd name="T9" fmla="*/ 0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1" h="29">
                  <a:moveTo>
                    <a:pt x="68" y="0"/>
                  </a:moveTo>
                  <a:cubicBezTo>
                    <a:pt x="68" y="0"/>
                    <a:pt x="65" y="21"/>
                    <a:pt x="40" y="24"/>
                  </a:cubicBezTo>
                  <a:cubicBezTo>
                    <a:pt x="15" y="27"/>
                    <a:pt x="0" y="3"/>
                    <a:pt x="0" y="3"/>
                  </a:cubicBezTo>
                  <a:cubicBezTo>
                    <a:pt x="0" y="3"/>
                    <a:pt x="11" y="29"/>
                    <a:pt x="41" y="26"/>
                  </a:cubicBezTo>
                  <a:cubicBezTo>
                    <a:pt x="71" y="23"/>
                    <a:pt x="68" y="0"/>
                    <a:pt x="68" y="0"/>
                  </a:cubicBezTo>
                </a:path>
              </a:pathLst>
            </a:custGeom>
            <a:solidFill>
              <a:srgbClr val="8B5B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858" name="Freeform 749">
              <a:extLst>
                <a:ext uri="{FF2B5EF4-FFF2-40B4-BE49-F238E27FC236}">
                  <a16:creationId xmlns:a16="http://schemas.microsoft.com/office/drawing/2014/main" id="{CD718BF3-EE1A-4849-8917-106BACA5B62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0" y="3600"/>
              <a:ext cx="355" cy="299"/>
            </a:xfrm>
            <a:custGeom>
              <a:avLst/>
              <a:gdLst>
                <a:gd name="T0" fmla="*/ 83 w 142"/>
                <a:gd name="T1" fmla="*/ 662 h 112"/>
                <a:gd name="T2" fmla="*/ 175 w 142"/>
                <a:gd name="T3" fmla="*/ 35 h 112"/>
                <a:gd name="T4" fmla="*/ 238 w 142"/>
                <a:gd name="T5" fmla="*/ 115 h 112"/>
                <a:gd name="T6" fmla="*/ 283 w 142"/>
                <a:gd name="T7" fmla="*/ 422 h 112"/>
                <a:gd name="T8" fmla="*/ 1270 w 142"/>
                <a:gd name="T9" fmla="*/ 342 h 112"/>
                <a:gd name="T10" fmla="*/ 1395 w 142"/>
                <a:gd name="T11" fmla="*/ 593 h 112"/>
                <a:gd name="T12" fmla="*/ 363 w 142"/>
                <a:gd name="T13" fmla="*/ 721 h 112"/>
                <a:gd name="T14" fmla="*/ 1020 w 142"/>
                <a:gd name="T15" fmla="*/ 1241 h 112"/>
                <a:gd name="T16" fmla="*/ 1408 w 142"/>
                <a:gd name="T17" fmla="*/ 649 h 112"/>
                <a:gd name="T18" fmla="*/ 1833 w 142"/>
                <a:gd name="T19" fmla="*/ 1276 h 112"/>
                <a:gd name="T20" fmla="*/ 658 w 142"/>
                <a:gd name="T21" fmla="*/ 2109 h 112"/>
                <a:gd name="T22" fmla="*/ 83 w 142"/>
                <a:gd name="T23" fmla="*/ 662 h 11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42" h="112">
                  <a:moveTo>
                    <a:pt x="5" y="35"/>
                  </a:moveTo>
                  <a:cubicBezTo>
                    <a:pt x="4" y="16"/>
                    <a:pt x="11" y="2"/>
                    <a:pt x="11" y="2"/>
                  </a:cubicBezTo>
                  <a:cubicBezTo>
                    <a:pt x="12" y="0"/>
                    <a:pt x="15" y="6"/>
                    <a:pt x="15" y="6"/>
                  </a:cubicBezTo>
                  <a:cubicBezTo>
                    <a:pt x="15" y="12"/>
                    <a:pt x="17" y="17"/>
                    <a:pt x="18" y="22"/>
                  </a:cubicBezTo>
                  <a:cubicBezTo>
                    <a:pt x="27" y="17"/>
                    <a:pt x="59" y="3"/>
                    <a:pt x="81" y="18"/>
                  </a:cubicBezTo>
                  <a:cubicBezTo>
                    <a:pt x="89" y="31"/>
                    <a:pt x="89" y="31"/>
                    <a:pt x="89" y="31"/>
                  </a:cubicBezTo>
                  <a:cubicBezTo>
                    <a:pt x="89" y="31"/>
                    <a:pt x="52" y="20"/>
                    <a:pt x="23" y="38"/>
                  </a:cubicBezTo>
                  <a:cubicBezTo>
                    <a:pt x="31" y="57"/>
                    <a:pt x="44" y="68"/>
                    <a:pt x="65" y="65"/>
                  </a:cubicBezTo>
                  <a:cubicBezTo>
                    <a:pt x="96" y="59"/>
                    <a:pt x="90" y="34"/>
                    <a:pt x="90" y="34"/>
                  </a:cubicBezTo>
                  <a:cubicBezTo>
                    <a:pt x="90" y="34"/>
                    <a:pt x="105" y="49"/>
                    <a:pt x="117" y="67"/>
                  </a:cubicBezTo>
                  <a:cubicBezTo>
                    <a:pt x="142" y="107"/>
                    <a:pt x="84" y="109"/>
                    <a:pt x="42" y="111"/>
                  </a:cubicBezTo>
                  <a:cubicBezTo>
                    <a:pt x="0" y="112"/>
                    <a:pt x="5" y="54"/>
                    <a:pt x="5" y="35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859" name="Freeform 750">
              <a:extLst>
                <a:ext uri="{FF2B5EF4-FFF2-40B4-BE49-F238E27FC236}">
                  <a16:creationId xmlns:a16="http://schemas.microsoft.com/office/drawing/2014/main" id="{E09B15BD-206D-47C0-8621-E63AE3E47E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8" y="3653"/>
              <a:ext cx="37" cy="51"/>
            </a:xfrm>
            <a:custGeom>
              <a:avLst/>
              <a:gdLst>
                <a:gd name="T0" fmla="*/ 0 w 15"/>
                <a:gd name="T1" fmla="*/ 35 h 19"/>
                <a:gd name="T2" fmla="*/ 165 w 15"/>
                <a:gd name="T3" fmla="*/ 115 h 19"/>
                <a:gd name="T4" fmla="*/ 183 w 15"/>
                <a:gd name="T5" fmla="*/ 368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9">
                  <a:moveTo>
                    <a:pt x="0" y="2"/>
                  </a:moveTo>
                  <a:cubicBezTo>
                    <a:pt x="5" y="0"/>
                    <a:pt x="9" y="1"/>
                    <a:pt x="11" y="6"/>
                  </a:cubicBezTo>
                  <a:cubicBezTo>
                    <a:pt x="13" y="10"/>
                    <a:pt x="15" y="16"/>
                    <a:pt x="12" y="19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860" name="Freeform 751">
              <a:extLst>
                <a:ext uri="{FF2B5EF4-FFF2-40B4-BE49-F238E27FC236}">
                  <a16:creationId xmlns:a16="http://schemas.microsoft.com/office/drawing/2014/main" id="{723E08E1-B1D1-4F4D-BF71-C08991332A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8" y="3659"/>
              <a:ext cx="17" cy="21"/>
            </a:xfrm>
            <a:custGeom>
              <a:avLst/>
              <a:gdLst>
                <a:gd name="T0" fmla="*/ 0 w 7"/>
                <a:gd name="T1" fmla="*/ 21 h 8"/>
                <a:gd name="T2" fmla="*/ 58 w 7"/>
                <a:gd name="T3" fmla="*/ 34 h 8"/>
                <a:gd name="T4" fmla="*/ 87 w 7"/>
                <a:gd name="T5" fmla="*/ 144 h 8"/>
                <a:gd name="T6" fmla="*/ 70 w 7"/>
                <a:gd name="T7" fmla="*/ 123 h 8"/>
                <a:gd name="T8" fmla="*/ 41 w 7"/>
                <a:gd name="T9" fmla="*/ 76 h 8"/>
                <a:gd name="T10" fmla="*/ 0 w 7"/>
                <a:gd name="T11" fmla="*/ 21 h 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" h="8">
                  <a:moveTo>
                    <a:pt x="0" y="1"/>
                  </a:moveTo>
                  <a:cubicBezTo>
                    <a:pt x="1" y="0"/>
                    <a:pt x="3" y="1"/>
                    <a:pt x="4" y="2"/>
                  </a:cubicBezTo>
                  <a:cubicBezTo>
                    <a:pt x="5" y="3"/>
                    <a:pt x="7" y="7"/>
                    <a:pt x="6" y="8"/>
                  </a:cubicBezTo>
                  <a:cubicBezTo>
                    <a:pt x="6" y="8"/>
                    <a:pt x="5" y="7"/>
                    <a:pt x="5" y="7"/>
                  </a:cubicBezTo>
                  <a:cubicBezTo>
                    <a:pt x="5" y="6"/>
                    <a:pt x="4" y="5"/>
                    <a:pt x="3" y="4"/>
                  </a:cubicBezTo>
                  <a:cubicBezTo>
                    <a:pt x="2" y="3"/>
                    <a:pt x="1" y="2"/>
                    <a:pt x="0" y="1"/>
                  </a:cubicBezTo>
                </a:path>
              </a:pathLst>
            </a:custGeom>
            <a:solidFill>
              <a:srgbClr val="F7DD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861" name="Freeform 752">
              <a:extLst>
                <a:ext uri="{FF2B5EF4-FFF2-40B4-BE49-F238E27FC236}">
                  <a16:creationId xmlns:a16="http://schemas.microsoft.com/office/drawing/2014/main" id="{6277AB24-D808-4332-8F84-D865620C60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5" y="3733"/>
              <a:ext cx="130" cy="88"/>
            </a:xfrm>
            <a:custGeom>
              <a:avLst/>
              <a:gdLst>
                <a:gd name="T0" fmla="*/ 813 w 52"/>
                <a:gd name="T1" fmla="*/ 0 h 33"/>
                <a:gd name="T2" fmla="*/ 0 w 52"/>
                <a:gd name="T3" fmla="*/ 205 h 33"/>
                <a:gd name="T4" fmla="*/ 813 w 52"/>
                <a:gd name="T5" fmla="*/ 0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2" h="33">
                  <a:moveTo>
                    <a:pt x="52" y="0"/>
                  </a:moveTo>
                  <a:cubicBezTo>
                    <a:pt x="52" y="0"/>
                    <a:pt x="38" y="29"/>
                    <a:pt x="0" y="11"/>
                  </a:cubicBezTo>
                  <a:cubicBezTo>
                    <a:pt x="0" y="11"/>
                    <a:pt x="35" y="33"/>
                    <a:pt x="52" y="0"/>
                  </a:cubicBezTo>
                  <a:close/>
                </a:path>
              </a:pathLst>
            </a:custGeom>
            <a:solidFill>
              <a:srgbClr val="F7DD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862" name="Freeform 753">
              <a:extLst>
                <a:ext uri="{FF2B5EF4-FFF2-40B4-BE49-F238E27FC236}">
                  <a16:creationId xmlns:a16="http://schemas.microsoft.com/office/drawing/2014/main" id="{0B90D23E-BC2C-4270-AD1C-37BFF68372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8" y="3653"/>
              <a:ext cx="147" cy="40"/>
            </a:xfrm>
            <a:custGeom>
              <a:avLst/>
              <a:gdLst>
                <a:gd name="T0" fmla="*/ 912 w 59"/>
                <a:gd name="T1" fmla="*/ 136 h 15"/>
                <a:gd name="T2" fmla="*/ 0 w 59"/>
                <a:gd name="T3" fmla="*/ 285 h 15"/>
                <a:gd name="T4" fmla="*/ 912 w 59"/>
                <a:gd name="T5" fmla="*/ 136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9" h="15">
                  <a:moveTo>
                    <a:pt x="59" y="7"/>
                  </a:moveTo>
                  <a:cubicBezTo>
                    <a:pt x="59" y="7"/>
                    <a:pt x="18" y="2"/>
                    <a:pt x="0" y="15"/>
                  </a:cubicBezTo>
                  <a:cubicBezTo>
                    <a:pt x="0" y="15"/>
                    <a:pt x="15" y="0"/>
                    <a:pt x="59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863" name="Freeform 754">
              <a:extLst>
                <a:ext uri="{FF2B5EF4-FFF2-40B4-BE49-F238E27FC236}">
                  <a16:creationId xmlns:a16="http://schemas.microsoft.com/office/drawing/2014/main" id="{969B08A3-D769-4162-85F1-15F6439A307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5" y="3675"/>
              <a:ext cx="35" cy="176"/>
            </a:xfrm>
            <a:custGeom>
              <a:avLst/>
              <a:gdLst>
                <a:gd name="T0" fmla="*/ 33 w 14"/>
                <a:gd name="T1" fmla="*/ 35 h 66"/>
                <a:gd name="T2" fmla="*/ 20 w 14"/>
                <a:gd name="T3" fmla="*/ 341 h 66"/>
                <a:gd name="T4" fmla="*/ 20 w 14"/>
                <a:gd name="T5" fmla="*/ 605 h 66"/>
                <a:gd name="T6" fmla="*/ 63 w 14"/>
                <a:gd name="T7" fmla="*/ 931 h 66"/>
                <a:gd name="T8" fmla="*/ 113 w 14"/>
                <a:gd name="T9" fmla="*/ 1117 h 66"/>
                <a:gd name="T10" fmla="*/ 145 w 14"/>
                <a:gd name="T11" fmla="*/ 1251 h 66"/>
                <a:gd name="T12" fmla="*/ 158 w 14"/>
                <a:gd name="T13" fmla="*/ 704 h 66"/>
                <a:gd name="T14" fmla="*/ 158 w 14"/>
                <a:gd name="T15" fmla="*/ 363 h 66"/>
                <a:gd name="T16" fmla="*/ 95 w 14"/>
                <a:gd name="T17" fmla="*/ 149 h 66"/>
                <a:gd name="T18" fmla="*/ 33 w 14"/>
                <a:gd name="T19" fmla="*/ 0 h 6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4" h="66">
                  <a:moveTo>
                    <a:pt x="2" y="2"/>
                  </a:moveTo>
                  <a:cubicBezTo>
                    <a:pt x="0" y="7"/>
                    <a:pt x="1" y="13"/>
                    <a:pt x="1" y="18"/>
                  </a:cubicBezTo>
                  <a:cubicBezTo>
                    <a:pt x="1" y="23"/>
                    <a:pt x="0" y="28"/>
                    <a:pt x="1" y="32"/>
                  </a:cubicBezTo>
                  <a:cubicBezTo>
                    <a:pt x="1" y="38"/>
                    <a:pt x="2" y="44"/>
                    <a:pt x="4" y="49"/>
                  </a:cubicBezTo>
                  <a:cubicBezTo>
                    <a:pt x="4" y="52"/>
                    <a:pt x="5" y="56"/>
                    <a:pt x="7" y="59"/>
                  </a:cubicBezTo>
                  <a:cubicBezTo>
                    <a:pt x="7" y="61"/>
                    <a:pt x="7" y="64"/>
                    <a:pt x="9" y="66"/>
                  </a:cubicBezTo>
                  <a:cubicBezTo>
                    <a:pt x="9" y="56"/>
                    <a:pt x="14" y="46"/>
                    <a:pt x="10" y="37"/>
                  </a:cubicBezTo>
                  <a:cubicBezTo>
                    <a:pt x="8" y="31"/>
                    <a:pt x="11" y="25"/>
                    <a:pt x="10" y="19"/>
                  </a:cubicBezTo>
                  <a:cubicBezTo>
                    <a:pt x="10" y="15"/>
                    <a:pt x="8" y="11"/>
                    <a:pt x="6" y="8"/>
                  </a:cubicBezTo>
                  <a:cubicBezTo>
                    <a:pt x="4" y="5"/>
                    <a:pt x="2" y="3"/>
                    <a:pt x="2" y="0"/>
                  </a:cubicBezTo>
                </a:path>
              </a:pathLst>
            </a:custGeom>
            <a:solidFill>
              <a:srgbClr val="723F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</p:grpSp>
      <p:grpSp>
        <p:nvGrpSpPr>
          <p:cNvPr id="30729" name="pink-sleeveless-dress-illustration">
            <a:extLst>
              <a:ext uri="{FF2B5EF4-FFF2-40B4-BE49-F238E27FC236}">
                <a16:creationId xmlns:a16="http://schemas.microsoft.com/office/drawing/2014/main" id="{85043900-92F8-466F-9860-2987746A23C7}"/>
              </a:ext>
            </a:extLst>
          </p:cNvPr>
          <p:cNvGrpSpPr>
            <a:grpSpLocks/>
          </p:cNvGrpSpPr>
          <p:nvPr/>
        </p:nvGrpSpPr>
        <p:grpSpPr bwMode="auto">
          <a:xfrm>
            <a:off x="4510088" y="2063750"/>
            <a:ext cx="1044575" cy="3276600"/>
            <a:chOff x="1493" y="725"/>
            <a:chExt cx="935" cy="2931"/>
          </a:xfrm>
        </p:grpSpPr>
        <p:sp>
          <p:nvSpPr>
            <p:cNvPr id="30827" name="Freeform 756">
              <a:extLst>
                <a:ext uri="{FF2B5EF4-FFF2-40B4-BE49-F238E27FC236}">
                  <a16:creationId xmlns:a16="http://schemas.microsoft.com/office/drawing/2014/main" id="{18FF6A2D-91F2-44CA-89D4-FD3B710BFC2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3" y="725"/>
              <a:ext cx="935" cy="2931"/>
            </a:xfrm>
            <a:custGeom>
              <a:avLst/>
              <a:gdLst>
                <a:gd name="T0" fmla="*/ 1970 w 374"/>
                <a:gd name="T1" fmla="*/ 56 h 1099"/>
                <a:gd name="T2" fmla="*/ 3875 w 374"/>
                <a:gd name="T3" fmla="*/ 0 h 1099"/>
                <a:gd name="T4" fmla="*/ 5020 w 374"/>
                <a:gd name="T5" fmla="*/ 589 h 1099"/>
                <a:gd name="T6" fmla="*/ 4988 w 374"/>
                <a:gd name="T7" fmla="*/ 3606 h 1099"/>
                <a:gd name="T8" fmla="*/ 5845 w 374"/>
                <a:gd name="T9" fmla="*/ 20029 h 1099"/>
                <a:gd name="T10" fmla="*/ 0 w 374"/>
                <a:gd name="T11" fmla="*/ 19901 h 1099"/>
                <a:gd name="T12" fmla="*/ 208 w 374"/>
                <a:gd name="T13" fmla="*/ 18287 h 1099"/>
                <a:gd name="T14" fmla="*/ 738 w 374"/>
                <a:gd name="T15" fmla="*/ 3848 h 1099"/>
                <a:gd name="T16" fmla="*/ 645 w 374"/>
                <a:gd name="T17" fmla="*/ 760 h 1099"/>
                <a:gd name="T18" fmla="*/ 1970 w 374"/>
                <a:gd name="T19" fmla="*/ 56 h 109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74" h="1099">
                  <a:moveTo>
                    <a:pt x="126" y="3"/>
                  </a:moveTo>
                  <a:cubicBezTo>
                    <a:pt x="126" y="3"/>
                    <a:pt x="199" y="58"/>
                    <a:pt x="248" y="0"/>
                  </a:cubicBezTo>
                  <a:cubicBezTo>
                    <a:pt x="248" y="0"/>
                    <a:pt x="276" y="25"/>
                    <a:pt x="321" y="31"/>
                  </a:cubicBezTo>
                  <a:cubicBezTo>
                    <a:pt x="321" y="31"/>
                    <a:pt x="314" y="167"/>
                    <a:pt x="319" y="190"/>
                  </a:cubicBezTo>
                  <a:cubicBezTo>
                    <a:pt x="318" y="187"/>
                    <a:pt x="356" y="987"/>
                    <a:pt x="374" y="1056"/>
                  </a:cubicBezTo>
                  <a:cubicBezTo>
                    <a:pt x="374" y="1056"/>
                    <a:pt x="215" y="1099"/>
                    <a:pt x="0" y="1049"/>
                  </a:cubicBezTo>
                  <a:cubicBezTo>
                    <a:pt x="0" y="1049"/>
                    <a:pt x="13" y="1014"/>
                    <a:pt x="13" y="964"/>
                  </a:cubicBezTo>
                  <a:cubicBezTo>
                    <a:pt x="13" y="913"/>
                    <a:pt x="49" y="238"/>
                    <a:pt x="47" y="203"/>
                  </a:cubicBezTo>
                  <a:cubicBezTo>
                    <a:pt x="45" y="169"/>
                    <a:pt x="48" y="58"/>
                    <a:pt x="41" y="40"/>
                  </a:cubicBezTo>
                  <a:cubicBezTo>
                    <a:pt x="41" y="40"/>
                    <a:pt x="89" y="29"/>
                    <a:pt x="126" y="3"/>
                  </a:cubicBezTo>
                  <a:close/>
                </a:path>
              </a:pathLst>
            </a:custGeom>
            <a:solidFill>
              <a:srgbClr val="ECA8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828" name="Freeform 757">
              <a:extLst>
                <a:ext uri="{FF2B5EF4-FFF2-40B4-BE49-F238E27FC236}">
                  <a16:creationId xmlns:a16="http://schemas.microsoft.com/office/drawing/2014/main" id="{DBBA6ECF-C765-4ACD-8729-E80F1157E7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3" y="725"/>
              <a:ext cx="935" cy="2931"/>
            </a:xfrm>
            <a:custGeom>
              <a:avLst/>
              <a:gdLst>
                <a:gd name="T0" fmla="*/ 1970 w 374"/>
                <a:gd name="T1" fmla="*/ 56 h 1099"/>
                <a:gd name="T2" fmla="*/ 3875 w 374"/>
                <a:gd name="T3" fmla="*/ 0 h 1099"/>
                <a:gd name="T4" fmla="*/ 5020 w 374"/>
                <a:gd name="T5" fmla="*/ 589 h 1099"/>
                <a:gd name="T6" fmla="*/ 4988 w 374"/>
                <a:gd name="T7" fmla="*/ 3606 h 1099"/>
                <a:gd name="T8" fmla="*/ 5845 w 374"/>
                <a:gd name="T9" fmla="*/ 20029 h 1099"/>
                <a:gd name="T10" fmla="*/ 0 w 374"/>
                <a:gd name="T11" fmla="*/ 19901 h 1099"/>
                <a:gd name="T12" fmla="*/ 208 w 374"/>
                <a:gd name="T13" fmla="*/ 18287 h 1099"/>
                <a:gd name="T14" fmla="*/ 738 w 374"/>
                <a:gd name="T15" fmla="*/ 3848 h 1099"/>
                <a:gd name="T16" fmla="*/ 645 w 374"/>
                <a:gd name="T17" fmla="*/ 760 h 1099"/>
                <a:gd name="T18" fmla="*/ 1970 w 374"/>
                <a:gd name="T19" fmla="*/ 56 h 109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74" h="1099">
                  <a:moveTo>
                    <a:pt x="126" y="3"/>
                  </a:moveTo>
                  <a:cubicBezTo>
                    <a:pt x="126" y="3"/>
                    <a:pt x="199" y="58"/>
                    <a:pt x="248" y="0"/>
                  </a:cubicBezTo>
                  <a:cubicBezTo>
                    <a:pt x="248" y="0"/>
                    <a:pt x="276" y="25"/>
                    <a:pt x="321" y="31"/>
                  </a:cubicBezTo>
                  <a:cubicBezTo>
                    <a:pt x="321" y="31"/>
                    <a:pt x="314" y="167"/>
                    <a:pt x="319" y="190"/>
                  </a:cubicBezTo>
                  <a:cubicBezTo>
                    <a:pt x="318" y="187"/>
                    <a:pt x="356" y="987"/>
                    <a:pt x="374" y="1056"/>
                  </a:cubicBezTo>
                  <a:cubicBezTo>
                    <a:pt x="374" y="1056"/>
                    <a:pt x="215" y="1099"/>
                    <a:pt x="0" y="1049"/>
                  </a:cubicBezTo>
                  <a:cubicBezTo>
                    <a:pt x="0" y="1049"/>
                    <a:pt x="13" y="1014"/>
                    <a:pt x="13" y="964"/>
                  </a:cubicBezTo>
                  <a:cubicBezTo>
                    <a:pt x="13" y="913"/>
                    <a:pt x="49" y="238"/>
                    <a:pt x="47" y="203"/>
                  </a:cubicBezTo>
                  <a:cubicBezTo>
                    <a:pt x="45" y="169"/>
                    <a:pt x="48" y="58"/>
                    <a:pt x="41" y="40"/>
                  </a:cubicBezTo>
                  <a:cubicBezTo>
                    <a:pt x="41" y="40"/>
                    <a:pt x="89" y="29"/>
                    <a:pt x="126" y="3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829" name="Freeform 758">
              <a:extLst>
                <a:ext uri="{FF2B5EF4-FFF2-40B4-BE49-F238E27FC236}">
                  <a16:creationId xmlns:a16="http://schemas.microsoft.com/office/drawing/2014/main" id="{F00E294D-D3A4-4EDA-82D9-4FA0DE7165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8" y="725"/>
              <a:ext cx="363" cy="115"/>
            </a:xfrm>
            <a:custGeom>
              <a:avLst/>
              <a:gdLst>
                <a:gd name="T0" fmla="*/ 188 w 145"/>
                <a:gd name="T1" fmla="*/ 56 h 43"/>
                <a:gd name="T2" fmla="*/ 1222 w 145"/>
                <a:gd name="T3" fmla="*/ 516 h 43"/>
                <a:gd name="T4" fmla="*/ 2100 w 145"/>
                <a:gd name="T5" fmla="*/ 0 h 43"/>
                <a:gd name="T6" fmla="*/ 2276 w 145"/>
                <a:gd name="T7" fmla="*/ 171 h 43"/>
                <a:gd name="T8" fmla="*/ 1242 w 145"/>
                <a:gd name="T9" fmla="*/ 786 h 43"/>
                <a:gd name="T10" fmla="*/ 0 w 145"/>
                <a:gd name="T11" fmla="*/ 209 h 43"/>
                <a:gd name="T12" fmla="*/ 188 w 145"/>
                <a:gd name="T13" fmla="*/ 56 h 4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5" h="43">
                  <a:moveTo>
                    <a:pt x="12" y="3"/>
                  </a:moveTo>
                  <a:cubicBezTo>
                    <a:pt x="12" y="3"/>
                    <a:pt x="43" y="27"/>
                    <a:pt x="78" y="27"/>
                  </a:cubicBezTo>
                  <a:cubicBezTo>
                    <a:pt x="114" y="26"/>
                    <a:pt x="134" y="0"/>
                    <a:pt x="134" y="0"/>
                  </a:cubicBezTo>
                  <a:cubicBezTo>
                    <a:pt x="134" y="0"/>
                    <a:pt x="142" y="6"/>
                    <a:pt x="145" y="9"/>
                  </a:cubicBezTo>
                  <a:cubicBezTo>
                    <a:pt x="145" y="9"/>
                    <a:pt x="133" y="39"/>
                    <a:pt x="79" y="41"/>
                  </a:cubicBezTo>
                  <a:cubicBezTo>
                    <a:pt x="34" y="43"/>
                    <a:pt x="0" y="11"/>
                    <a:pt x="0" y="11"/>
                  </a:cubicBezTo>
                  <a:cubicBezTo>
                    <a:pt x="0" y="11"/>
                    <a:pt x="12" y="4"/>
                    <a:pt x="12" y="3"/>
                  </a:cubicBezTo>
                  <a:close/>
                </a:path>
              </a:pathLst>
            </a:custGeom>
            <a:solidFill>
              <a:srgbClr val="834B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830" name="Freeform 759">
              <a:extLst>
                <a:ext uri="{FF2B5EF4-FFF2-40B4-BE49-F238E27FC236}">
                  <a16:creationId xmlns:a16="http://schemas.microsoft.com/office/drawing/2014/main" id="{2E0695AD-3354-4EB3-A3C8-843DED648D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8" y="725"/>
              <a:ext cx="363" cy="115"/>
            </a:xfrm>
            <a:custGeom>
              <a:avLst/>
              <a:gdLst>
                <a:gd name="T0" fmla="*/ 188 w 145"/>
                <a:gd name="T1" fmla="*/ 56 h 43"/>
                <a:gd name="T2" fmla="*/ 1222 w 145"/>
                <a:gd name="T3" fmla="*/ 516 h 43"/>
                <a:gd name="T4" fmla="*/ 2100 w 145"/>
                <a:gd name="T5" fmla="*/ 0 h 43"/>
                <a:gd name="T6" fmla="*/ 2276 w 145"/>
                <a:gd name="T7" fmla="*/ 171 h 43"/>
                <a:gd name="T8" fmla="*/ 1242 w 145"/>
                <a:gd name="T9" fmla="*/ 786 h 43"/>
                <a:gd name="T10" fmla="*/ 0 w 145"/>
                <a:gd name="T11" fmla="*/ 209 h 43"/>
                <a:gd name="T12" fmla="*/ 188 w 145"/>
                <a:gd name="T13" fmla="*/ 56 h 4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5" h="43">
                  <a:moveTo>
                    <a:pt x="12" y="3"/>
                  </a:moveTo>
                  <a:cubicBezTo>
                    <a:pt x="12" y="3"/>
                    <a:pt x="43" y="27"/>
                    <a:pt x="78" y="27"/>
                  </a:cubicBezTo>
                  <a:cubicBezTo>
                    <a:pt x="114" y="26"/>
                    <a:pt x="134" y="0"/>
                    <a:pt x="134" y="0"/>
                  </a:cubicBezTo>
                  <a:cubicBezTo>
                    <a:pt x="134" y="0"/>
                    <a:pt x="142" y="6"/>
                    <a:pt x="145" y="9"/>
                  </a:cubicBezTo>
                  <a:cubicBezTo>
                    <a:pt x="145" y="9"/>
                    <a:pt x="133" y="39"/>
                    <a:pt x="79" y="41"/>
                  </a:cubicBezTo>
                  <a:cubicBezTo>
                    <a:pt x="34" y="43"/>
                    <a:pt x="0" y="11"/>
                    <a:pt x="0" y="11"/>
                  </a:cubicBezTo>
                  <a:cubicBezTo>
                    <a:pt x="0" y="11"/>
                    <a:pt x="12" y="4"/>
                    <a:pt x="12" y="3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831" name="Freeform 760">
              <a:extLst>
                <a:ext uri="{FF2B5EF4-FFF2-40B4-BE49-F238E27FC236}">
                  <a16:creationId xmlns:a16="http://schemas.microsoft.com/office/drawing/2014/main" id="{EDDAB76C-2C97-4FE3-9ECB-86BD52815F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8" y="960"/>
              <a:ext cx="315" cy="392"/>
            </a:xfrm>
            <a:custGeom>
              <a:avLst/>
              <a:gdLst>
                <a:gd name="T0" fmla="*/ 0 w 126"/>
                <a:gd name="T1" fmla="*/ 0 h 147"/>
                <a:gd name="T2" fmla="*/ 425 w 126"/>
                <a:gd name="T3" fmla="*/ 776 h 147"/>
                <a:gd name="T4" fmla="*/ 970 w 126"/>
                <a:gd name="T5" fmla="*/ 1741 h 147"/>
                <a:gd name="T6" fmla="*/ 1550 w 126"/>
                <a:gd name="T7" fmla="*/ 2296 h 147"/>
                <a:gd name="T8" fmla="*/ 1970 w 126"/>
                <a:gd name="T9" fmla="*/ 2581 h 147"/>
                <a:gd name="T10" fmla="*/ 1175 w 126"/>
                <a:gd name="T11" fmla="*/ 2141 h 147"/>
                <a:gd name="T12" fmla="*/ 625 w 126"/>
                <a:gd name="T13" fmla="*/ 1421 h 147"/>
                <a:gd name="T14" fmla="*/ 270 w 126"/>
                <a:gd name="T15" fmla="*/ 704 h 147"/>
                <a:gd name="T16" fmla="*/ 113 w 126"/>
                <a:gd name="T17" fmla="*/ 320 h 147"/>
                <a:gd name="T18" fmla="*/ 33 w 126"/>
                <a:gd name="T19" fmla="*/ 35 h 14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6" h="147">
                  <a:moveTo>
                    <a:pt x="0" y="0"/>
                  </a:moveTo>
                  <a:cubicBezTo>
                    <a:pt x="11" y="11"/>
                    <a:pt x="18" y="28"/>
                    <a:pt x="27" y="41"/>
                  </a:cubicBezTo>
                  <a:cubicBezTo>
                    <a:pt x="38" y="59"/>
                    <a:pt x="48" y="76"/>
                    <a:pt x="62" y="92"/>
                  </a:cubicBezTo>
                  <a:cubicBezTo>
                    <a:pt x="73" y="103"/>
                    <a:pt x="86" y="112"/>
                    <a:pt x="99" y="121"/>
                  </a:cubicBezTo>
                  <a:cubicBezTo>
                    <a:pt x="106" y="127"/>
                    <a:pt x="116" y="136"/>
                    <a:pt x="126" y="136"/>
                  </a:cubicBezTo>
                  <a:cubicBezTo>
                    <a:pt x="117" y="147"/>
                    <a:pt x="83" y="120"/>
                    <a:pt x="75" y="113"/>
                  </a:cubicBezTo>
                  <a:cubicBezTo>
                    <a:pt x="62" y="103"/>
                    <a:pt x="49" y="89"/>
                    <a:pt x="40" y="75"/>
                  </a:cubicBezTo>
                  <a:cubicBezTo>
                    <a:pt x="31" y="63"/>
                    <a:pt x="24" y="50"/>
                    <a:pt x="17" y="37"/>
                  </a:cubicBezTo>
                  <a:cubicBezTo>
                    <a:pt x="14" y="30"/>
                    <a:pt x="10" y="24"/>
                    <a:pt x="7" y="17"/>
                  </a:cubicBezTo>
                  <a:cubicBezTo>
                    <a:pt x="5" y="12"/>
                    <a:pt x="5" y="5"/>
                    <a:pt x="2" y="2"/>
                  </a:cubicBezTo>
                </a:path>
              </a:pathLst>
            </a:custGeom>
            <a:solidFill>
              <a:srgbClr val="F5CF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832" name="Freeform 761">
              <a:extLst>
                <a:ext uri="{FF2B5EF4-FFF2-40B4-BE49-F238E27FC236}">
                  <a16:creationId xmlns:a16="http://schemas.microsoft.com/office/drawing/2014/main" id="{236EA798-092B-477F-BB6E-648840B03E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8" y="1176"/>
              <a:ext cx="235" cy="277"/>
            </a:xfrm>
            <a:custGeom>
              <a:avLst/>
              <a:gdLst>
                <a:gd name="T0" fmla="*/ 20 w 94"/>
                <a:gd name="T1" fmla="*/ 0 h 104"/>
                <a:gd name="T2" fmla="*/ 238 w 94"/>
                <a:gd name="T3" fmla="*/ 341 h 104"/>
                <a:gd name="T4" fmla="*/ 658 w 94"/>
                <a:gd name="T5" fmla="*/ 794 h 104"/>
                <a:gd name="T6" fmla="*/ 1470 w 94"/>
                <a:gd name="T7" fmla="*/ 1966 h 104"/>
                <a:gd name="T8" fmla="*/ 958 w 94"/>
                <a:gd name="T9" fmla="*/ 1318 h 104"/>
                <a:gd name="T10" fmla="*/ 488 w 94"/>
                <a:gd name="T11" fmla="*/ 759 h 104"/>
                <a:gd name="T12" fmla="*/ 145 w 94"/>
                <a:gd name="T13" fmla="*/ 397 h 104"/>
                <a:gd name="T14" fmla="*/ 0 w 94"/>
                <a:gd name="T15" fmla="*/ 0 h 10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4" h="104">
                  <a:moveTo>
                    <a:pt x="1" y="0"/>
                  </a:moveTo>
                  <a:cubicBezTo>
                    <a:pt x="6" y="5"/>
                    <a:pt x="10" y="13"/>
                    <a:pt x="15" y="18"/>
                  </a:cubicBezTo>
                  <a:cubicBezTo>
                    <a:pt x="23" y="27"/>
                    <a:pt x="33" y="34"/>
                    <a:pt x="42" y="42"/>
                  </a:cubicBezTo>
                  <a:cubicBezTo>
                    <a:pt x="63" y="60"/>
                    <a:pt x="76" y="83"/>
                    <a:pt x="94" y="104"/>
                  </a:cubicBezTo>
                  <a:cubicBezTo>
                    <a:pt x="81" y="95"/>
                    <a:pt x="73" y="79"/>
                    <a:pt x="61" y="70"/>
                  </a:cubicBezTo>
                  <a:cubicBezTo>
                    <a:pt x="50" y="60"/>
                    <a:pt x="41" y="50"/>
                    <a:pt x="31" y="40"/>
                  </a:cubicBezTo>
                  <a:cubicBezTo>
                    <a:pt x="24" y="34"/>
                    <a:pt x="15" y="29"/>
                    <a:pt x="9" y="21"/>
                  </a:cubicBezTo>
                  <a:cubicBezTo>
                    <a:pt x="4" y="14"/>
                    <a:pt x="3" y="7"/>
                    <a:pt x="0" y="0"/>
                  </a:cubicBezTo>
                </a:path>
              </a:pathLst>
            </a:custGeom>
            <a:solidFill>
              <a:srgbClr val="F5CF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833" name="Freeform 762">
              <a:extLst>
                <a:ext uri="{FF2B5EF4-FFF2-40B4-BE49-F238E27FC236}">
                  <a16:creationId xmlns:a16="http://schemas.microsoft.com/office/drawing/2014/main" id="{BB0096AC-B446-437E-A04D-984A4768B3F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6" y="1181"/>
              <a:ext cx="135" cy="168"/>
            </a:xfrm>
            <a:custGeom>
              <a:avLst/>
              <a:gdLst>
                <a:gd name="T0" fmla="*/ 0 w 54"/>
                <a:gd name="T1" fmla="*/ 0 h 63"/>
                <a:gd name="T2" fmla="*/ 520 w 54"/>
                <a:gd name="T3" fmla="*/ 717 h 63"/>
                <a:gd name="T4" fmla="*/ 845 w 54"/>
                <a:gd name="T5" fmla="*/ 1195 h 63"/>
                <a:gd name="T6" fmla="*/ 583 w 54"/>
                <a:gd name="T7" fmla="*/ 853 h 63"/>
                <a:gd name="T8" fmla="*/ 313 w 54"/>
                <a:gd name="T9" fmla="*/ 627 h 63"/>
                <a:gd name="T10" fmla="*/ 0 w 54"/>
                <a:gd name="T11" fmla="*/ 0 h 6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4" h="63">
                  <a:moveTo>
                    <a:pt x="0" y="0"/>
                  </a:moveTo>
                  <a:cubicBezTo>
                    <a:pt x="11" y="13"/>
                    <a:pt x="20" y="26"/>
                    <a:pt x="33" y="38"/>
                  </a:cubicBezTo>
                  <a:cubicBezTo>
                    <a:pt x="41" y="45"/>
                    <a:pt x="49" y="53"/>
                    <a:pt x="54" y="63"/>
                  </a:cubicBezTo>
                  <a:cubicBezTo>
                    <a:pt x="49" y="57"/>
                    <a:pt x="44" y="49"/>
                    <a:pt x="37" y="45"/>
                  </a:cubicBezTo>
                  <a:cubicBezTo>
                    <a:pt x="30" y="41"/>
                    <a:pt x="25" y="39"/>
                    <a:pt x="20" y="33"/>
                  </a:cubicBezTo>
                  <a:cubicBezTo>
                    <a:pt x="11" y="23"/>
                    <a:pt x="7" y="10"/>
                    <a:pt x="0" y="0"/>
                  </a:cubicBezTo>
                </a:path>
              </a:pathLst>
            </a:custGeom>
            <a:solidFill>
              <a:srgbClr val="F5CF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834" name="Freeform 763">
              <a:extLst>
                <a:ext uri="{FF2B5EF4-FFF2-40B4-BE49-F238E27FC236}">
                  <a16:creationId xmlns:a16="http://schemas.microsoft.com/office/drawing/2014/main" id="{A0C93237-E059-40BC-885A-0A74F4BA8D4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0" y="1592"/>
              <a:ext cx="168" cy="1960"/>
            </a:xfrm>
            <a:custGeom>
              <a:avLst/>
              <a:gdLst>
                <a:gd name="T0" fmla="*/ 680 w 67"/>
                <a:gd name="T1" fmla="*/ 0 h 735"/>
                <a:gd name="T2" fmla="*/ 238 w 67"/>
                <a:gd name="T3" fmla="*/ 11640 h 735"/>
                <a:gd name="T4" fmla="*/ 0 w 67"/>
                <a:gd name="T5" fmla="*/ 13688 h 735"/>
                <a:gd name="T6" fmla="*/ 1056 w 67"/>
                <a:gd name="T7" fmla="*/ 13939 h 735"/>
                <a:gd name="T8" fmla="*/ 346 w 67"/>
                <a:gd name="T9" fmla="*/ 13048 h 735"/>
                <a:gd name="T10" fmla="*/ 680 w 67"/>
                <a:gd name="T11" fmla="*/ 0 h 73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7" h="735">
                  <a:moveTo>
                    <a:pt x="43" y="0"/>
                  </a:moveTo>
                  <a:cubicBezTo>
                    <a:pt x="43" y="0"/>
                    <a:pt x="15" y="562"/>
                    <a:pt x="15" y="614"/>
                  </a:cubicBezTo>
                  <a:cubicBezTo>
                    <a:pt x="15" y="665"/>
                    <a:pt x="9" y="707"/>
                    <a:pt x="0" y="722"/>
                  </a:cubicBezTo>
                  <a:cubicBezTo>
                    <a:pt x="0" y="722"/>
                    <a:pt x="36" y="731"/>
                    <a:pt x="67" y="735"/>
                  </a:cubicBezTo>
                  <a:cubicBezTo>
                    <a:pt x="67" y="735"/>
                    <a:pt x="7" y="727"/>
                    <a:pt x="22" y="688"/>
                  </a:cubicBezTo>
                  <a:cubicBezTo>
                    <a:pt x="37" y="648"/>
                    <a:pt x="35" y="81"/>
                    <a:pt x="43" y="0"/>
                  </a:cubicBezTo>
                  <a:close/>
                </a:path>
              </a:pathLst>
            </a:custGeom>
            <a:solidFill>
              <a:srgbClr val="F5CF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835" name="Freeform 764">
              <a:extLst>
                <a:ext uri="{FF2B5EF4-FFF2-40B4-BE49-F238E27FC236}">
                  <a16:creationId xmlns:a16="http://schemas.microsoft.com/office/drawing/2014/main" id="{27C31D4F-2AFE-46C4-B2FB-28A24657AC5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8" y="1939"/>
              <a:ext cx="318" cy="1632"/>
            </a:xfrm>
            <a:custGeom>
              <a:avLst/>
              <a:gdLst>
                <a:gd name="T0" fmla="*/ 0 w 127"/>
                <a:gd name="T1" fmla="*/ 11605 h 612"/>
                <a:gd name="T2" fmla="*/ 1993 w 127"/>
                <a:gd name="T3" fmla="*/ 11320 h 612"/>
                <a:gd name="T4" fmla="*/ 1410 w 127"/>
                <a:gd name="T5" fmla="*/ 0 h 612"/>
                <a:gd name="T6" fmla="*/ 1743 w 127"/>
                <a:gd name="T7" fmla="*/ 10432 h 612"/>
                <a:gd name="T8" fmla="*/ 0 w 127"/>
                <a:gd name="T9" fmla="*/ 11605 h 6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7" h="612">
                  <a:moveTo>
                    <a:pt x="0" y="612"/>
                  </a:moveTo>
                  <a:cubicBezTo>
                    <a:pt x="0" y="612"/>
                    <a:pt x="88" y="612"/>
                    <a:pt x="127" y="597"/>
                  </a:cubicBezTo>
                  <a:cubicBezTo>
                    <a:pt x="127" y="597"/>
                    <a:pt x="92" y="120"/>
                    <a:pt x="90" y="0"/>
                  </a:cubicBezTo>
                  <a:cubicBezTo>
                    <a:pt x="90" y="0"/>
                    <a:pt x="105" y="524"/>
                    <a:pt x="111" y="550"/>
                  </a:cubicBezTo>
                  <a:cubicBezTo>
                    <a:pt x="116" y="576"/>
                    <a:pt x="91" y="598"/>
                    <a:pt x="0" y="612"/>
                  </a:cubicBezTo>
                  <a:close/>
                </a:path>
              </a:pathLst>
            </a:custGeom>
            <a:solidFill>
              <a:srgbClr val="DB99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836" name="Oval 765">
              <a:extLst>
                <a:ext uri="{FF2B5EF4-FFF2-40B4-BE49-F238E27FC236}">
                  <a16:creationId xmlns:a16="http://schemas.microsoft.com/office/drawing/2014/main" id="{6DD769D8-E329-4C53-A83C-41A9AD1E27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28" y="773"/>
              <a:ext cx="85" cy="88"/>
            </a:xfrm>
            <a:prstGeom prst="ellipse">
              <a:avLst/>
            </a:prstGeom>
            <a:solidFill>
              <a:srgbClr val="D3A9CB"/>
            </a:solidFill>
            <a:ln w="7938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0837" name="Oval 766">
              <a:extLst>
                <a:ext uri="{FF2B5EF4-FFF2-40B4-BE49-F238E27FC236}">
                  <a16:creationId xmlns:a16="http://schemas.microsoft.com/office/drawing/2014/main" id="{FC5D2C98-6CFC-4FE8-B166-8EA3957CE4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43" y="883"/>
              <a:ext cx="53" cy="56"/>
            </a:xfrm>
            <a:prstGeom prst="ellipse">
              <a:avLst/>
            </a:prstGeom>
            <a:solidFill>
              <a:srgbClr val="D3A9CB"/>
            </a:solidFill>
            <a:ln w="4763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0838" name="Oval 767">
              <a:extLst>
                <a:ext uri="{FF2B5EF4-FFF2-40B4-BE49-F238E27FC236}">
                  <a16:creationId xmlns:a16="http://schemas.microsoft.com/office/drawing/2014/main" id="{B98ABE1B-8454-445C-B3D0-9AE8457D48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53" y="965"/>
              <a:ext cx="35" cy="35"/>
            </a:xfrm>
            <a:prstGeom prst="ellipse">
              <a:avLst/>
            </a:prstGeom>
            <a:solidFill>
              <a:srgbClr val="D3A9CB"/>
            </a:solidFill>
            <a:ln w="4763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30730" name="Group 768">
            <a:extLst>
              <a:ext uri="{FF2B5EF4-FFF2-40B4-BE49-F238E27FC236}">
                <a16:creationId xmlns:a16="http://schemas.microsoft.com/office/drawing/2014/main" id="{078BEE8D-0CD3-4093-9E17-3EDF90917C8A}"/>
              </a:ext>
            </a:extLst>
          </p:cNvPr>
          <p:cNvGrpSpPr>
            <a:grpSpLocks/>
          </p:cNvGrpSpPr>
          <p:nvPr/>
        </p:nvGrpSpPr>
        <p:grpSpPr bwMode="auto">
          <a:xfrm>
            <a:off x="8610600" y="5930900"/>
            <a:ext cx="1193800" cy="593725"/>
            <a:chOff x="4444" y="3645"/>
            <a:chExt cx="1012" cy="504"/>
          </a:xfrm>
        </p:grpSpPr>
        <p:sp>
          <p:nvSpPr>
            <p:cNvPr id="30759" name="Freeform 769">
              <a:extLst>
                <a:ext uri="{FF2B5EF4-FFF2-40B4-BE49-F238E27FC236}">
                  <a16:creationId xmlns:a16="http://schemas.microsoft.com/office/drawing/2014/main" id="{621F2012-13D9-4DD6-BA57-065D0243AA2F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9" y="3656"/>
              <a:ext cx="140" cy="83"/>
            </a:xfrm>
            <a:custGeom>
              <a:avLst/>
              <a:gdLst>
                <a:gd name="T0" fmla="*/ 750 w 56"/>
                <a:gd name="T1" fmla="*/ 388 h 31"/>
                <a:gd name="T2" fmla="*/ 770 w 56"/>
                <a:gd name="T3" fmla="*/ 21 h 31"/>
                <a:gd name="T4" fmla="*/ 188 w 56"/>
                <a:gd name="T5" fmla="*/ 265 h 31"/>
                <a:gd name="T6" fmla="*/ 363 w 56"/>
                <a:gd name="T7" fmla="*/ 594 h 31"/>
                <a:gd name="T8" fmla="*/ 750 w 56"/>
                <a:gd name="T9" fmla="*/ 388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" h="31">
                  <a:moveTo>
                    <a:pt x="48" y="20"/>
                  </a:moveTo>
                  <a:cubicBezTo>
                    <a:pt x="48" y="20"/>
                    <a:pt x="56" y="3"/>
                    <a:pt x="49" y="1"/>
                  </a:cubicBezTo>
                  <a:cubicBezTo>
                    <a:pt x="41" y="0"/>
                    <a:pt x="23" y="15"/>
                    <a:pt x="12" y="14"/>
                  </a:cubicBezTo>
                  <a:cubicBezTo>
                    <a:pt x="0" y="14"/>
                    <a:pt x="23" y="31"/>
                    <a:pt x="23" y="31"/>
                  </a:cubicBezTo>
                  <a:lnTo>
                    <a:pt x="48" y="20"/>
                  </a:lnTo>
                  <a:close/>
                </a:path>
              </a:pathLst>
            </a:custGeom>
            <a:solidFill>
              <a:srgbClr val="9FC7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760" name="Freeform 770">
              <a:extLst>
                <a:ext uri="{FF2B5EF4-FFF2-40B4-BE49-F238E27FC236}">
                  <a16:creationId xmlns:a16="http://schemas.microsoft.com/office/drawing/2014/main" id="{3ED10E06-37BE-45FA-B8A7-96D083B074D8}"/>
                </a:ext>
              </a:extLst>
            </p:cNvPr>
            <p:cNvSpPr>
              <a:spLocks/>
            </p:cNvSpPr>
            <p:nvPr/>
          </p:nvSpPr>
          <p:spPr bwMode="auto">
            <a:xfrm>
              <a:off x="5094" y="3683"/>
              <a:ext cx="362" cy="453"/>
            </a:xfrm>
            <a:custGeom>
              <a:avLst/>
              <a:gdLst>
                <a:gd name="T0" fmla="*/ 1071 w 145"/>
                <a:gd name="T1" fmla="*/ 0 h 170"/>
                <a:gd name="T2" fmla="*/ 0 w 145"/>
                <a:gd name="T3" fmla="*/ 115 h 170"/>
                <a:gd name="T4" fmla="*/ 12 w 145"/>
                <a:gd name="T5" fmla="*/ 759 h 170"/>
                <a:gd name="T6" fmla="*/ 0 w 145"/>
                <a:gd name="T7" fmla="*/ 1135 h 170"/>
                <a:gd name="T8" fmla="*/ 125 w 145"/>
                <a:gd name="T9" fmla="*/ 1455 h 170"/>
                <a:gd name="T10" fmla="*/ 374 w 145"/>
                <a:gd name="T11" fmla="*/ 2081 h 170"/>
                <a:gd name="T12" fmla="*/ 1383 w 145"/>
                <a:gd name="T13" fmla="*/ 2968 h 170"/>
                <a:gd name="T14" fmla="*/ 2037 w 145"/>
                <a:gd name="T15" fmla="*/ 1796 h 170"/>
                <a:gd name="T16" fmla="*/ 1728 w 145"/>
                <a:gd name="T17" fmla="*/ 1399 h 170"/>
                <a:gd name="T18" fmla="*/ 1071 w 145"/>
                <a:gd name="T19" fmla="*/ 0 h 17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45" h="170">
                  <a:moveTo>
                    <a:pt x="69" y="0"/>
                  </a:moveTo>
                  <a:cubicBezTo>
                    <a:pt x="69" y="0"/>
                    <a:pt x="39" y="31"/>
                    <a:pt x="0" y="6"/>
                  </a:cubicBezTo>
                  <a:cubicBezTo>
                    <a:pt x="0" y="6"/>
                    <a:pt x="0" y="27"/>
                    <a:pt x="1" y="40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60"/>
                    <a:pt x="0" y="69"/>
                    <a:pt x="8" y="77"/>
                  </a:cubicBezTo>
                  <a:cubicBezTo>
                    <a:pt x="15" y="85"/>
                    <a:pt x="23" y="101"/>
                    <a:pt x="24" y="110"/>
                  </a:cubicBezTo>
                  <a:cubicBezTo>
                    <a:pt x="25" y="118"/>
                    <a:pt x="43" y="170"/>
                    <a:pt x="89" y="157"/>
                  </a:cubicBezTo>
                  <a:cubicBezTo>
                    <a:pt x="135" y="144"/>
                    <a:pt x="145" y="110"/>
                    <a:pt x="131" y="95"/>
                  </a:cubicBezTo>
                  <a:cubicBezTo>
                    <a:pt x="117" y="79"/>
                    <a:pt x="111" y="74"/>
                    <a:pt x="111" y="74"/>
                  </a:cubicBezTo>
                  <a:cubicBezTo>
                    <a:pt x="111" y="74"/>
                    <a:pt x="77" y="7"/>
                    <a:pt x="69" y="0"/>
                  </a:cubicBezTo>
                  <a:close/>
                </a:path>
              </a:pathLst>
            </a:custGeom>
            <a:solidFill>
              <a:srgbClr val="9FC7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761" name="Freeform 771">
              <a:extLst>
                <a:ext uri="{FF2B5EF4-FFF2-40B4-BE49-F238E27FC236}">
                  <a16:creationId xmlns:a16="http://schemas.microsoft.com/office/drawing/2014/main" id="{860609BE-64B0-45BB-95D3-EFF7951CA814}"/>
                </a:ext>
              </a:extLst>
            </p:cNvPr>
            <p:cNvSpPr>
              <a:spLocks/>
            </p:cNvSpPr>
            <p:nvPr/>
          </p:nvSpPr>
          <p:spPr bwMode="auto">
            <a:xfrm>
              <a:off x="5094" y="3797"/>
              <a:ext cx="357" cy="339"/>
            </a:xfrm>
            <a:custGeom>
              <a:avLst/>
              <a:gdLst>
                <a:gd name="T0" fmla="*/ 12 w 143"/>
                <a:gd name="T1" fmla="*/ 0 h 127"/>
                <a:gd name="T2" fmla="*/ 0 w 143"/>
                <a:gd name="T3" fmla="*/ 320 h 127"/>
                <a:gd name="T4" fmla="*/ 125 w 143"/>
                <a:gd name="T5" fmla="*/ 649 h 127"/>
                <a:gd name="T6" fmla="*/ 374 w 143"/>
                <a:gd name="T7" fmla="*/ 1276 h 127"/>
                <a:gd name="T8" fmla="*/ 1383 w 143"/>
                <a:gd name="T9" fmla="*/ 2165 h 127"/>
                <a:gd name="T10" fmla="*/ 2120 w 143"/>
                <a:gd name="T11" fmla="*/ 1174 h 127"/>
                <a:gd name="T12" fmla="*/ 1416 w 143"/>
                <a:gd name="T13" fmla="*/ 1981 h 127"/>
                <a:gd name="T14" fmla="*/ 562 w 143"/>
                <a:gd name="T15" fmla="*/ 1468 h 127"/>
                <a:gd name="T16" fmla="*/ 187 w 143"/>
                <a:gd name="T17" fmla="*/ 491 h 127"/>
                <a:gd name="T18" fmla="*/ 12 w 143"/>
                <a:gd name="T19" fmla="*/ 0 h 12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43" h="127">
                  <a:moveTo>
                    <a:pt x="1" y="0"/>
                  </a:moveTo>
                  <a:cubicBezTo>
                    <a:pt x="0" y="17"/>
                    <a:pt x="0" y="17"/>
                    <a:pt x="0" y="17"/>
                  </a:cubicBezTo>
                  <a:cubicBezTo>
                    <a:pt x="0" y="17"/>
                    <a:pt x="0" y="26"/>
                    <a:pt x="8" y="34"/>
                  </a:cubicBezTo>
                  <a:cubicBezTo>
                    <a:pt x="15" y="42"/>
                    <a:pt x="23" y="58"/>
                    <a:pt x="24" y="67"/>
                  </a:cubicBezTo>
                  <a:cubicBezTo>
                    <a:pt x="25" y="75"/>
                    <a:pt x="43" y="127"/>
                    <a:pt x="89" y="114"/>
                  </a:cubicBezTo>
                  <a:cubicBezTo>
                    <a:pt x="126" y="104"/>
                    <a:pt x="140" y="79"/>
                    <a:pt x="136" y="62"/>
                  </a:cubicBezTo>
                  <a:cubicBezTo>
                    <a:pt x="136" y="62"/>
                    <a:pt x="143" y="92"/>
                    <a:pt x="91" y="104"/>
                  </a:cubicBezTo>
                  <a:cubicBezTo>
                    <a:pt x="60" y="111"/>
                    <a:pt x="47" y="101"/>
                    <a:pt x="36" y="77"/>
                  </a:cubicBezTo>
                  <a:cubicBezTo>
                    <a:pt x="25" y="53"/>
                    <a:pt x="17" y="31"/>
                    <a:pt x="12" y="26"/>
                  </a:cubicBezTo>
                  <a:cubicBezTo>
                    <a:pt x="7" y="21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EAF4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762" name="Freeform 772">
              <a:extLst>
                <a:ext uri="{FF2B5EF4-FFF2-40B4-BE49-F238E27FC236}">
                  <a16:creationId xmlns:a16="http://schemas.microsoft.com/office/drawing/2014/main" id="{3FBDD460-F571-43AE-B1B6-2DE4A5F3AC69}"/>
                </a:ext>
              </a:extLst>
            </p:cNvPr>
            <p:cNvSpPr>
              <a:spLocks/>
            </p:cNvSpPr>
            <p:nvPr/>
          </p:nvSpPr>
          <p:spPr bwMode="auto">
            <a:xfrm>
              <a:off x="5201" y="3704"/>
              <a:ext cx="135" cy="235"/>
            </a:xfrm>
            <a:custGeom>
              <a:avLst/>
              <a:gdLst>
                <a:gd name="T0" fmla="*/ 63 w 54"/>
                <a:gd name="T1" fmla="*/ 150 h 88"/>
                <a:gd name="T2" fmla="*/ 0 w 54"/>
                <a:gd name="T3" fmla="*/ 150 h 88"/>
                <a:gd name="T4" fmla="*/ 408 w 54"/>
                <a:gd name="T5" fmla="*/ 1298 h 88"/>
                <a:gd name="T6" fmla="*/ 500 w 54"/>
                <a:gd name="T7" fmla="*/ 1584 h 88"/>
                <a:gd name="T8" fmla="*/ 845 w 54"/>
                <a:gd name="T9" fmla="*/ 1426 h 88"/>
                <a:gd name="T10" fmla="*/ 738 w 54"/>
                <a:gd name="T11" fmla="*/ 1127 h 88"/>
                <a:gd name="T12" fmla="*/ 313 w 54"/>
                <a:gd name="T13" fmla="*/ 0 h 88"/>
                <a:gd name="T14" fmla="*/ 270 w 54"/>
                <a:gd name="T15" fmla="*/ 56 h 88"/>
                <a:gd name="T16" fmla="*/ 770 w 54"/>
                <a:gd name="T17" fmla="*/ 1391 h 88"/>
                <a:gd name="T18" fmla="*/ 533 w 54"/>
                <a:gd name="T19" fmla="*/ 1482 h 88"/>
                <a:gd name="T20" fmla="*/ 63 w 54"/>
                <a:gd name="T21" fmla="*/ 150 h 8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4" h="88">
                  <a:moveTo>
                    <a:pt x="4" y="8"/>
                  </a:moveTo>
                  <a:cubicBezTo>
                    <a:pt x="1" y="8"/>
                    <a:pt x="0" y="8"/>
                    <a:pt x="0" y="8"/>
                  </a:cubicBezTo>
                  <a:cubicBezTo>
                    <a:pt x="26" y="68"/>
                    <a:pt x="26" y="68"/>
                    <a:pt x="26" y="68"/>
                  </a:cubicBezTo>
                  <a:cubicBezTo>
                    <a:pt x="32" y="83"/>
                    <a:pt x="32" y="83"/>
                    <a:pt x="32" y="83"/>
                  </a:cubicBezTo>
                  <a:cubicBezTo>
                    <a:pt x="44" y="88"/>
                    <a:pt x="54" y="75"/>
                    <a:pt x="54" y="75"/>
                  </a:cubicBezTo>
                  <a:cubicBezTo>
                    <a:pt x="51" y="73"/>
                    <a:pt x="49" y="64"/>
                    <a:pt x="47" y="59"/>
                  </a:cubicBezTo>
                  <a:cubicBezTo>
                    <a:pt x="45" y="54"/>
                    <a:pt x="20" y="0"/>
                    <a:pt x="20" y="0"/>
                  </a:cubicBezTo>
                  <a:cubicBezTo>
                    <a:pt x="19" y="1"/>
                    <a:pt x="18" y="2"/>
                    <a:pt x="17" y="3"/>
                  </a:cubicBezTo>
                  <a:cubicBezTo>
                    <a:pt x="49" y="73"/>
                    <a:pt x="49" y="73"/>
                    <a:pt x="49" y="73"/>
                  </a:cubicBezTo>
                  <a:cubicBezTo>
                    <a:pt x="49" y="73"/>
                    <a:pt x="40" y="80"/>
                    <a:pt x="34" y="78"/>
                  </a:cubicBezTo>
                  <a:lnTo>
                    <a:pt x="4" y="8"/>
                  </a:lnTo>
                  <a:close/>
                </a:path>
              </a:pathLst>
            </a:custGeom>
            <a:solidFill>
              <a:srgbClr val="5F8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763" name="Freeform 773">
              <a:extLst>
                <a:ext uri="{FF2B5EF4-FFF2-40B4-BE49-F238E27FC236}">
                  <a16:creationId xmlns:a16="http://schemas.microsoft.com/office/drawing/2014/main" id="{AF0D5325-0965-4910-8043-010FDE79E699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6" y="3715"/>
              <a:ext cx="10" cy="13"/>
            </a:xfrm>
            <a:custGeom>
              <a:avLst/>
              <a:gdLst>
                <a:gd name="T0" fmla="*/ 20 w 4"/>
                <a:gd name="T1" fmla="*/ 0 h 5"/>
                <a:gd name="T2" fmla="*/ 0 w 4"/>
                <a:gd name="T3" fmla="*/ 88 h 5"/>
                <a:gd name="T4" fmla="*/ 50 w 4"/>
                <a:gd name="T5" fmla="*/ 55 h 5"/>
                <a:gd name="T6" fmla="*/ 20 w 4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5">
                  <a:moveTo>
                    <a:pt x="1" y="0"/>
                  </a:moveTo>
                  <a:cubicBezTo>
                    <a:pt x="3" y="1"/>
                    <a:pt x="1" y="4"/>
                    <a:pt x="0" y="5"/>
                  </a:cubicBezTo>
                  <a:cubicBezTo>
                    <a:pt x="1" y="5"/>
                    <a:pt x="3" y="4"/>
                    <a:pt x="3" y="3"/>
                  </a:cubicBezTo>
                  <a:cubicBezTo>
                    <a:pt x="4" y="2"/>
                    <a:pt x="2" y="0"/>
                    <a:pt x="1" y="0"/>
                  </a:cubicBezTo>
                </a:path>
              </a:pathLst>
            </a:custGeom>
            <a:solidFill>
              <a:srgbClr val="5F8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764" name="Freeform 774">
              <a:extLst>
                <a:ext uri="{FF2B5EF4-FFF2-40B4-BE49-F238E27FC236}">
                  <a16:creationId xmlns:a16="http://schemas.microsoft.com/office/drawing/2014/main" id="{F711A5A6-C808-4D51-858F-5C3538391B65}"/>
                </a:ext>
              </a:extLst>
            </p:cNvPr>
            <p:cNvSpPr>
              <a:spLocks/>
            </p:cNvSpPr>
            <p:nvPr/>
          </p:nvSpPr>
          <p:spPr bwMode="auto">
            <a:xfrm>
              <a:off x="5279" y="3749"/>
              <a:ext cx="15" cy="16"/>
            </a:xfrm>
            <a:custGeom>
              <a:avLst/>
              <a:gdLst>
                <a:gd name="T0" fmla="*/ 0 w 6"/>
                <a:gd name="T1" fmla="*/ 21 h 6"/>
                <a:gd name="T2" fmla="*/ 50 w 6"/>
                <a:gd name="T3" fmla="*/ 35 h 6"/>
                <a:gd name="T4" fmla="*/ 33 w 6"/>
                <a:gd name="T5" fmla="*/ 115 h 6"/>
                <a:gd name="T6" fmla="*/ 20 w 6"/>
                <a:gd name="T7" fmla="*/ 21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6">
                  <a:moveTo>
                    <a:pt x="0" y="1"/>
                  </a:moveTo>
                  <a:cubicBezTo>
                    <a:pt x="1" y="1"/>
                    <a:pt x="2" y="1"/>
                    <a:pt x="3" y="2"/>
                  </a:cubicBezTo>
                  <a:cubicBezTo>
                    <a:pt x="4" y="3"/>
                    <a:pt x="3" y="5"/>
                    <a:pt x="2" y="6"/>
                  </a:cubicBezTo>
                  <a:cubicBezTo>
                    <a:pt x="3" y="4"/>
                    <a:pt x="6" y="0"/>
                    <a:pt x="1" y="1"/>
                  </a:cubicBezTo>
                </a:path>
              </a:pathLst>
            </a:custGeom>
            <a:solidFill>
              <a:srgbClr val="5F8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765" name="Freeform 775">
              <a:extLst>
                <a:ext uri="{FF2B5EF4-FFF2-40B4-BE49-F238E27FC236}">
                  <a16:creationId xmlns:a16="http://schemas.microsoft.com/office/drawing/2014/main" id="{BD623DB4-5687-42DB-BF84-6170B3146077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1" y="3795"/>
              <a:ext cx="10" cy="16"/>
            </a:xfrm>
            <a:custGeom>
              <a:avLst/>
              <a:gdLst>
                <a:gd name="T0" fmla="*/ 0 w 4"/>
                <a:gd name="T1" fmla="*/ 21 h 6"/>
                <a:gd name="T2" fmla="*/ 0 w 4"/>
                <a:gd name="T3" fmla="*/ 115 h 6"/>
                <a:gd name="T4" fmla="*/ 50 w 4"/>
                <a:gd name="T5" fmla="*/ 77 h 6"/>
                <a:gd name="T6" fmla="*/ 20 w 4"/>
                <a:gd name="T7" fmla="*/ 21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6">
                  <a:moveTo>
                    <a:pt x="0" y="1"/>
                  </a:moveTo>
                  <a:cubicBezTo>
                    <a:pt x="3" y="0"/>
                    <a:pt x="3" y="6"/>
                    <a:pt x="0" y="6"/>
                  </a:cubicBezTo>
                  <a:cubicBezTo>
                    <a:pt x="2" y="6"/>
                    <a:pt x="3" y="5"/>
                    <a:pt x="3" y="4"/>
                  </a:cubicBezTo>
                  <a:cubicBezTo>
                    <a:pt x="4" y="3"/>
                    <a:pt x="3" y="0"/>
                    <a:pt x="1" y="1"/>
                  </a:cubicBezTo>
                </a:path>
              </a:pathLst>
            </a:custGeom>
            <a:solidFill>
              <a:srgbClr val="5F8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766" name="Freeform 776">
              <a:extLst>
                <a:ext uri="{FF2B5EF4-FFF2-40B4-BE49-F238E27FC236}">
                  <a16:creationId xmlns:a16="http://schemas.microsoft.com/office/drawing/2014/main" id="{99A39475-95BB-48D2-B8E3-10A795F4A937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4" y="3832"/>
              <a:ext cx="10" cy="16"/>
            </a:xfrm>
            <a:custGeom>
              <a:avLst/>
              <a:gdLst>
                <a:gd name="T0" fmla="*/ 0 w 4"/>
                <a:gd name="T1" fmla="*/ 21 h 6"/>
                <a:gd name="T2" fmla="*/ 20 w 4"/>
                <a:gd name="T3" fmla="*/ 115 h 6"/>
                <a:gd name="T4" fmla="*/ 63 w 4"/>
                <a:gd name="T5" fmla="*/ 77 h 6"/>
                <a:gd name="T6" fmla="*/ 33 w 4"/>
                <a:gd name="T7" fmla="*/ 21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6">
                  <a:moveTo>
                    <a:pt x="0" y="1"/>
                  </a:moveTo>
                  <a:cubicBezTo>
                    <a:pt x="4" y="0"/>
                    <a:pt x="3" y="4"/>
                    <a:pt x="1" y="6"/>
                  </a:cubicBezTo>
                  <a:cubicBezTo>
                    <a:pt x="2" y="6"/>
                    <a:pt x="4" y="5"/>
                    <a:pt x="4" y="4"/>
                  </a:cubicBezTo>
                  <a:cubicBezTo>
                    <a:pt x="4" y="2"/>
                    <a:pt x="3" y="0"/>
                    <a:pt x="2" y="1"/>
                  </a:cubicBezTo>
                </a:path>
              </a:pathLst>
            </a:custGeom>
            <a:solidFill>
              <a:srgbClr val="5F8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767" name="Freeform 777">
              <a:extLst>
                <a:ext uri="{FF2B5EF4-FFF2-40B4-BE49-F238E27FC236}">
                  <a16:creationId xmlns:a16="http://schemas.microsoft.com/office/drawing/2014/main" id="{B834A2B5-E948-4735-A1A6-93319B00A179}"/>
                </a:ext>
              </a:extLst>
            </p:cNvPr>
            <p:cNvSpPr>
              <a:spLocks/>
            </p:cNvSpPr>
            <p:nvPr/>
          </p:nvSpPr>
          <p:spPr bwMode="auto">
            <a:xfrm>
              <a:off x="5331" y="3875"/>
              <a:ext cx="10" cy="13"/>
            </a:xfrm>
            <a:custGeom>
              <a:avLst/>
              <a:gdLst>
                <a:gd name="T0" fmla="*/ 0 w 4"/>
                <a:gd name="T1" fmla="*/ 21 h 5"/>
                <a:gd name="T2" fmla="*/ 33 w 4"/>
                <a:gd name="T3" fmla="*/ 88 h 5"/>
                <a:gd name="T4" fmla="*/ 63 w 4"/>
                <a:gd name="T5" fmla="*/ 55 h 5"/>
                <a:gd name="T6" fmla="*/ 20 w 4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5">
                  <a:moveTo>
                    <a:pt x="0" y="1"/>
                  </a:moveTo>
                  <a:cubicBezTo>
                    <a:pt x="2" y="0"/>
                    <a:pt x="4" y="5"/>
                    <a:pt x="2" y="5"/>
                  </a:cubicBezTo>
                  <a:cubicBezTo>
                    <a:pt x="2" y="5"/>
                    <a:pt x="3" y="4"/>
                    <a:pt x="4" y="3"/>
                  </a:cubicBezTo>
                  <a:cubicBezTo>
                    <a:pt x="4" y="2"/>
                    <a:pt x="3" y="0"/>
                    <a:pt x="1" y="0"/>
                  </a:cubicBezTo>
                </a:path>
              </a:pathLst>
            </a:custGeom>
            <a:solidFill>
              <a:srgbClr val="5F8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768" name="Freeform 778">
              <a:extLst>
                <a:ext uri="{FF2B5EF4-FFF2-40B4-BE49-F238E27FC236}">
                  <a16:creationId xmlns:a16="http://schemas.microsoft.com/office/drawing/2014/main" id="{9D054558-96FE-4DF3-8B3D-285156E16E03}"/>
                </a:ext>
              </a:extLst>
            </p:cNvPr>
            <p:cNvSpPr>
              <a:spLocks/>
            </p:cNvSpPr>
            <p:nvPr/>
          </p:nvSpPr>
          <p:spPr bwMode="auto">
            <a:xfrm>
              <a:off x="5196" y="3755"/>
              <a:ext cx="13" cy="10"/>
            </a:xfrm>
            <a:custGeom>
              <a:avLst/>
              <a:gdLst>
                <a:gd name="T0" fmla="*/ 34 w 5"/>
                <a:gd name="T1" fmla="*/ 0 h 4"/>
                <a:gd name="T2" fmla="*/ 55 w 5"/>
                <a:gd name="T3" fmla="*/ 33 h 4"/>
                <a:gd name="T4" fmla="*/ 88 w 5"/>
                <a:gd name="T5" fmla="*/ 33 h 4"/>
                <a:gd name="T6" fmla="*/ 21 w 5"/>
                <a:gd name="T7" fmla="*/ 50 h 4"/>
                <a:gd name="T8" fmla="*/ 21 w 5"/>
                <a:gd name="T9" fmla="*/ 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4">
                  <a:moveTo>
                    <a:pt x="2" y="0"/>
                  </a:moveTo>
                  <a:cubicBezTo>
                    <a:pt x="2" y="1"/>
                    <a:pt x="2" y="2"/>
                    <a:pt x="3" y="2"/>
                  </a:cubicBezTo>
                  <a:cubicBezTo>
                    <a:pt x="3" y="3"/>
                    <a:pt x="5" y="3"/>
                    <a:pt x="5" y="2"/>
                  </a:cubicBezTo>
                  <a:cubicBezTo>
                    <a:pt x="4" y="3"/>
                    <a:pt x="2" y="4"/>
                    <a:pt x="1" y="3"/>
                  </a:cubicBezTo>
                  <a:cubicBezTo>
                    <a:pt x="0" y="2"/>
                    <a:pt x="0" y="1"/>
                    <a:pt x="1" y="0"/>
                  </a:cubicBezTo>
                </a:path>
              </a:pathLst>
            </a:custGeom>
            <a:solidFill>
              <a:srgbClr val="5F8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769" name="Freeform 779">
              <a:extLst>
                <a:ext uri="{FF2B5EF4-FFF2-40B4-BE49-F238E27FC236}">
                  <a16:creationId xmlns:a16="http://schemas.microsoft.com/office/drawing/2014/main" id="{E14EBE9D-E8ED-4747-8FAE-03565B804F0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11" y="3787"/>
              <a:ext cx="10" cy="13"/>
            </a:xfrm>
            <a:custGeom>
              <a:avLst/>
              <a:gdLst>
                <a:gd name="T0" fmla="*/ 33 w 4"/>
                <a:gd name="T1" fmla="*/ 0 h 5"/>
                <a:gd name="T2" fmla="*/ 20 w 4"/>
                <a:gd name="T3" fmla="*/ 55 h 5"/>
                <a:gd name="T4" fmla="*/ 63 w 4"/>
                <a:gd name="T5" fmla="*/ 68 h 5"/>
                <a:gd name="T6" fmla="*/ 0 w 4"/>
                <a:gd name="T7" fmla="*/ 68 h 5"/>
                <a:gd name="T8" fmla="*/ 20 w 4"/>
                <a:gd name="T9" fmla="*/ 0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5">
                  <a:moveTo>
                    <a:pt x="2" y="0"/>
                  </a:moveTo>
                  <a:cubicBezTo>
                    <a:pt x="1" y="1"/>
                    <a:pt x="1" y="1"/>
                    <a:pt x="1" y="3"/>
                  </a:cubicBezTo>
                  <a:cubicBezTo>
                    <a:pt x="1" y="4"/>
                    <a:pt x="2" y="4"/>
                    <a:pt x="4" y="4"/>
                  </a:cubicBezTo>
                  <a:cubicBezTo>
                    <a:pt x="2" y="4"/>
                    <a:pt x="1" y="5"/>
                    <a:pt x="0" y="4"/>
                  </a:cubicBezTo>
                  <a:cubicBezTo>
                    <a:pt x="0" y="3"/>
                    <a:pt x="0" y="1"/>
                    <a:pt x="1" y="0"/>
                  </a:cubicBezTo>
                </a:path>
              </a:pathLst>
            </a:custGeom>
            <a:solidFill>
              <a:srgbClr val="5F8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770" name="Freeform 780">
              <a:extLst>
                <a:ext uri="{FF2B5EF4-FFF2-40B4-BE49-F238E27FC236}">
                  <a16:creationId xmlns:a16="http://schemas.microsoft.com/office/drawing/2014/main" id="{F213D1FB-500D-4594-92F4-A288973E9143}"/>
                </a:ext>
              </a:extLst>
            </p:cNvPr>
            <p:cNvSpPr>
              <a:spLocks/>
            </p:cNvSpPr>
            <p:nvPr/>
          </p:nvSpPr>
          <p:spPr bwMode="auto">
            <a:xfrm>
              <a:off x="5226" y="3824"/>
              <a:ext cx="13" cy="16"/>
            </a:xfrm>
            <a:custGeom>
              <a:avLst/>
              <a:gdLst>
                <a:gd name="T0" fmla="*/ 55 w 5"/>
                <a:gd name="T1" fmla="*/ 0 h 6"/>
                <a:gd name="T2" fmla="*/ 88 w 5"/>
                <a:gd name="T3" fmla="*/ 77 h 6"/>
                <a:gd name="T4" fmla="*/ 21 w 5"/>
                <a:gd name="T5" fmla="*/ 77 h 6"/>
                <a:gd name="T6" fmla="*/ 34 w 5"/>
                <a:gd name="T7" fmla="*/ 21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6">
                  <a:moveTo>
                    <a:pt x="3" y="0"/>
                  </a:moveTo>
                  <a:cubicBezTo>
                    <a:pt x="2" y="2"/>
                    <a:pt x="3" y="6"/>
                    <a:pt x="5" y="4"/>
                  </a:cubicBezTo>
                  <a:cubicBezTo>
                    <a:pt x="5" y="5"/>
                    <a:pt x="2" y="5"/>
                    <a:pt x="1" y="4"/>
                  </a:cubicBezTo>
                  <a:cubicBezTo>
                    <a:pt x="0" y="3"/>
                    <a:pt x="1" y="2"/>
                    <a:pt x="2" y="1"/>
                  </a:cubicBezTo>
                </a:path>
              </a:pathLst>
            </a:custGeom>
            <a:solidFill>
              <a:srgbClr val="5F8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771" name="Freeform 781">
              <a:extLst>
                <a:ext uri="{FF2B5EF4-FFF2-40B4-BE49-F238E27FC236}">
                  <a16:creationId xmlns:a16="http://schemas.microsoft.com/office/drawing/2014/main" id="{D05F6E77-C016-4908-8AE1-614D22065165}"/>
                </a:ext>
              </a:extLst>
            </p:cNvPr>
            <p:cNvSpPr>
              <a:spLocks/>
            </p:cNvSpPr>
            <p:nvPr/>
          </p:nvSpPr>
          <p:spPr bwMode="auto">
            <a:xfrm>
              <a:off x="5246" y="3869"/>
              <a:ext cx="13" cy="14"/>
            </a:xfrm>
            <a:custGeom>
              <a:avLst/>
              <a:gdLst>
                <a:gd name="T0" fmla="*/ 34 w 5"/>
                <a:gd name="T1" fmla="*/ 0 h 5"/>
                <a:gd name="T2" fmla="*/ 88 w 5"/>
                <a:gd name="T3" fmla="*/ 87 h 5"/>
                <a:gd name="T4" fmla="*/ 21 w 5"/>
                <a:gd name="T5" fmla="*/ 87 h 5"/>
                <a:gd name="T6" fmla="*/ 34 w 5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5">
                  <a:moveTo>
                    <a:pt x="2" y="0"/>
                  </a:moveTo>
                  <a:cubicBezTo>
                    <a:pt x="1" y="2"/>
                    <a:pt x="3" y="4"/>
                    <a:pt x="5" y="4"/>
                  </a:cubicBezTo>
                  <a:cubicBezTo>
                    <a:pt x="4" y="4"/>
                    <a:pt x="2" y="5"/>
                    <a:pt x="1" y="4"/>
                  </a:cubicBezTo>
                  <a:cubicBezTo>
                    <a:pt x="0" y="3"/>
                    <a:pt x="1" y="1"/>
                    <a:pt x="2" y="0"/>
                  </a:cubicBezTo>
                </a:path>
              </a:pathLst>
            </a:custGeom>
            <a:solidFill>
              <a:srgbClr val="5F8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772" name="Freeform 782">
              <a:extLst>
                <a:ext uri="{FF2B5EF4-FFF2-40B4-BE49-F238E27FC236}">
                  <a16:creationId xmlns:a16="http://schemas.microsoft.com/office/drawing/2014/main" id="{8D788D51-003B-474C-9FC9-9A06BF1F7AB7}"/>
                </a:ext>
              </a:extLst>
            </p:cNvPr>
            <p:cNvSpPr>
              <a:spLocks/>
            </p:cNvSpPr>
            <p:nvPr/>
          </p:nvSpPr>
          <p:spPr bwMode="auto">
            <a:xfrm>
              <a:off x="5254" y="3907"/>
              <a:ext cx="12" cy="16"/>
            </a:xfrm>
            <a:custGeom>
              <a:avLst/>
              <a:gdLst>
                <a:gd name="T0" fmla="*/ 41 w 5"/>
                <a:gd name="T1" fmla="*/ 0 h 6"/>
                <a:gd name="T2" fmla="*/ 70 w 5"/>
                <a:gd name="T3" fmla="*/ 115 h 6"/>
                <a:gd name="T4" fmla="*/ 0 w 5"/>
                <a:gd name="T5" fmla="*/ 77 h 6"/>
                <a:gd name="T6" fmla="*/ 29 w 5"/>
                <a:gd name="T7" fmla="*/ 0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6">
                  <a:moveTo>
                    <a:pt x="3" y="0"/>
                  </a:moveTo>
                  <a:cubicBezTo>
                    <a:pt x="2" y="2"/>
                    <a:pt x="2" y="6"/>
                    <a:pt x="5" y="6"/>
                  </a:cubicBezTo>
                  <a:cubicBezTo>
                    <a:pt x="3" y="6"/>
                    <a:pt x="1" y="6"/>
                    <a:pt x="0" y="4"/>
                  </a:cubicBezTo>
                  <a:cubicBezTo>
                    <a:pt x="0" y="2"/>
                    <a:pt x="2" y="1"/>
                    <a:pt x="2" y="0"/>
                  </a:cubicBezTo>
                </a:path>
              </a:pathLst>
            </a:custGeom>
            <a:solidFill>
              <a:srgbClr val="5F8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773" name="Freeform 783">
              <a:extLst>
                <a:ext uri="{FF2B5EF4-FFF2-40B4-BE49-F238E27FC236}">
                  <a16:creationId xmlns:a16="http://schemas.microsoft.com/office/drawing/2014/main" id="{B7DBA833-5254-4C51-B716-10D7E3F6890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31" y="3744"/>
              <a:ext cx="80" cy="163"/>
            </a:xfrm>
            <a:custGeom>
              <a:avLst/>
              <a:gdLst>
                <a:gd name="T0" fmla="*/ 425 w 32"/>
                <a:gd name="T1" fmla="*/ 1165 h 61"/>
                <a:gd name="T2" fmla="*/ 488 w 32"/>
                <a:gd name="T3" fmla="*/ 1072 h 61"/>
                <a:gd name="T4" fmla="*/ 425 w 32"/>
                <a:gd name="T5" fmla="*/ 858 h 61"/>
                <a:gd name="T6" fmla="*/ 345 w 32"/>
                <a:gd name="T7" fmla="*/ 628 h 61"/>
                <a:gd name="T8" fmla="*/ 250 w 32"/>
                <a:gd name="T9" fmla="*/ 422 h 61"/>
                <a:gd name="T10" fmla="*/ 188 w 32"/>
                <a:gd name="T11" fmla="*/ 251 h 61"/>
                <a:gd name="T12" fmla="*/ 63 w 32"/>
                <a:gd name="T13" fmla="*/ 35 h 61"/>
                <a:gd name="T14" fmla="*/ 33 w 32"/>
                <a:gd name="T15" fmla="*/ 171 h 61"/>
                <a:gd name="T16" fmla="*/ 208 w 32"/>
                <a:gd name="T17" fmla="*/ 615 h 61"/>
                <a:gd name="T18" fmla="*/ 333 w 32"/>
                <a:gd name="T19" fmla="*/ 970 h 61"/>
                <a:gd name="T20" fmla="*/ 375 w 32"/>
                <a:gd name="T21" fmla="*/ 1106 h 6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2" h="61">
                  <a:moveTo>
                    <a:pt x="27" y="61"/>
                  </a:moveTo>
                  <a:cubicBezTo>
                    <a:pt x="29" y="60"/>
                    <a:pt x="32" y="59"/>
                    <a:pt x="31" y="56"/>
                  </a:cubicBezTo>
                  <a:cubicBezTo>
                    <a:pt x="31" y="52"/>
                    <a:pt x="29" y="48"/>
                    <a:pt x="27" y="45"/>
                  </a:cubicBezTo>
                  <a:cubicBezTo>
                    <a:pt x="26" y="41"/>
                    <a:pt x="24" y="37"/>
                    <a:pt x="22" y="33"/>
                  </a:cubicBezTo>
                  <a:cubicBezTo>
                    <a:pt x="20" y="29"/>
                    <a:pt x="18" y="26"/>
                    <a:pt x="16" y="22"/>
                  </a:cubicBezTo>
                  <a:cubicBezTo>
                    <a:pt x="15" y="19"/>
                    <a:pt x="14" y="16"/>
                    <a:pt x="12" y="13"/>
                  </a:cubicBezTo>
                  <a:cubicBezTo>
                    <a:pt x="10" y="9"/>
                    <a:pt x="9" y="3"/>
                    <a:pt x="4" y="2"/>
                  </a:cubicBezTo>
                  <a:cubicBezTo>
                    <a:pt x="0" y="0"/>
                    <a:pt x="1" y="6"/>
                    <a:pt x="2" y="9"/>
                  </a:cubicBezTo>
                  <a:cubicBezTo>
                    <a:pt x="4" y="17"/>
                    <a:pt x="9" y="24"/>
                    <a:pt x="13" y="32"/>
                  </a:cubicBezTo>
                  <a:cubicBezTo>
                    <a:pt x="16" y="38"/>
                    <a:pt x="18" y="44"/>
                    <a:pt x="21" y="51"/>
                  </a:cubicBezTo>
                  <a:cubicBezTo>
                    <a:pt x="22" y="53"/>
                    <a:pt x="24" y="56"/>
                    <a:pt x="24" y="58"/>
                  </a:cubicBezTo>
                </a:path>
              </a:pathLst>
            </a:custGeom>
            <a:solidFill>
              <a:srgbClr val="B7D2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774" name="Freeform 784">
              <a:extLst>
                <a:ext uri="{FF2B5EF4-FFF2-40B4-BE49-F238E27FC236}">
                  <a16:creationId xmlns:a16="http://schemas.microsoft.com/office/drawing/2014/main" id="{8D51690C-955A-4605-AAAA-7C6ACCA1288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04" y="3717"/>
              <a:ext cx="65" cy="43"/>
            </a:xfrm>
            <a:custGeom>
              <a:avLst/>
              <a:gdLst>
                <a:gd name="T0" fmla="*/ 408 w 26"/>
                <a:gd name="T1" fmla="*/ 22 h 16"/>
                <a:gd name="T2" fmla="*/ 283 w 26"/>
                <a:gd name="T3" fmla="*/ 22 h 16"/>
                <a:gd name="T4" fmla="*/ 125 w 26"/>
                <a:gd name="T5" fmla="*/ 81 h 16"/>
                <a:gd name="T6" fmla="*/ 0 w 26"/>
                <a:gd name="T7" fmla="*/ 312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16">
                  <a:moveTo>
                    <a:pt x="26" y="1"/>
                  </a:moveTo>
                  <a:cubicBezTo>
                    <a:pt x="23" y="1"/>
                    <a:pt x="21" y="0"/>
                    <a:pt x="18" y="1"/>
                  </a:cubicBezTo>
                  <a:cubicBezTo>
                    <a:pt x="15" y="1"/>
                    <a:pt x="11" y="2"/>
                    <a:pt x="8" y="4"/>
                  </a:cubicBezTo>
                  <a:cubicBezTo>
                    <a:pt x="5" y="7"/>
                    <a:pt x="1" y="11"/>
                    <a:pt x="0" y="16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775" name="Freeform 785">
              <a:extLst>
                <a:ext uri="{FF2B5EF4-FFF2-40B4-BE49-F238E27FC236}">
                  <a16:creationId xmlns:a16="http://schemas.microsoft.com/office/drawing/2014/main" id="{F4C02A95-4B0E-4291-924D-970CF4056DA8}"/>
                </a:ext>
              </a:extLst>
            </p:cNvPr>
            <p:cNvSpPr>
              <a:spLocks/>
            </p:cNvSpPr>
            <p:nvPr/>
          </p:nvSpPr>
          <p:spPr bwMode="auto">
            <a:xfrm>
              <a:off x="5216" y="3757"/>
              <a:ext cx="65" cy="32"/>
            </a:xfrm>
            <a:custGeom>
              <a:avLst/>
              <a:gdLst>
                <a:gd name="T0" fmla="*/ 408 w 26"/>
                <a:gd name="T1" fmla="*/ 0 h 12"/>
                <a:gd name="T2" fmla="*/ 283 w 26"/>
                <a:gd name="T3" fmla="*/ 21 h 12"/>
                <a:gd name="T4" fmla="*/ 125 w 26"/>
                <a:gd name="T5" fmla="*/ 77 h 12"/>
                <a:gd name="T6" fmla="*/ 0 w 26"/>
                <a:gd name="T7" fmla="*/ 227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12">
                  <a:moveTo>
                    <a:pt x="26" y="0"/>
                  </a:moveTo>
                  <a:cubicBezTo>
                    <a:pt x="24" y="1"/>
                    <a:pt x="21" y="1"/>
                    <a:pt x="18" y="1"/>
                  </a:cubicBezTo>
                  <a:cubicBezTo>
                    <a:pt x="15" y="2"/>
                    <a:pt x="11" y="2"/>
                    <a:pt x="8" y="4"/>
                  </a:cubicBezTo>
                  <a:cubicBezTo>
                    <a:pt x="4" y="6"/>
                    <a:pt x="2" y="9"/>
                    <a:pt x="0" y="12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776" name="Freeform 786">
              <a:extLst>
                <a:ext uri="{FF2B5EF4-FFF2-40B4-BE49-F238E27FC236}">
                  <a16:creationId xmlns:a16="http://schemas.microsoft.com/office/drawing/2014/main" id="{4C5F9518-F938-43E8-BC3F-6E6B90FEF65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36" y="3800"/>
              <a:ext cx="68" cy="29"/>
            </a:xfrm>
            <a:custGeom>
              <a:avLst/>
              <a:gdLst>
                <a:gd name="T0" fmla="*/ 431 w 27"/>
                <a:gd name="T1" fmla="*/ 21 h 11"/>
                <a:gd name="T2" fmla="*/ 146 w 27"/>
                <a:gd name="T3" fmla="*/ 34 h 11"/>
                <a:gd name="T4" fmla="*/ 0 w 27"/>
                <a:gd name="T5" fmla="*/ 20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11">
                  <a:moveTo>
                    <a:pt x="27" y="1"/>
                  </a:moveTo>
                  <a:cubicBezTo>
                    <a:pt x="21" y="0"/>
                    <a:pt x="14" y="0"/>
                    <a:pt x="9" y="2"/>
                  </a:cubicBezTo>
                  <a:cubicBezTo>
                    <a:pt x="6" y="4"/>
                    <a:pt x="2" y="8"/>
                    <a:pt x="0" y="11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777" name="Freeform 787">
              <a:extLst>
                <a:ext uri="{FF2B5EF4-FFF2-40B4-BE49-F238E27FC236}">
                  <a16:creationId xmlns:a16="http://schemas.microsoft.com/office/drawing/2014/main" id="{4473A2A4-ECC2-4E90-BB5A-D4DAAE4239F5}"/>
                </a:ext>
              </a:extLst>
            </p:cNvPr>
            <p:cNvSpPr>
              <a:spLocks/>
            </p:cNvSpPr>
            <p:nvPr/>
          </p:nvSpPr>
          <p:spPr bwMode="auto">
            <a:xfrm>
              <a:off x="5254" y="3840"/>
              <a:ext cx="62" cy="35"/>
            </a:xfrm>
            <a:custGeom>
              <a:avLst/>
              <a:gdLst>
                <a:gd name="T0" fmla="*/ 382 w 25"/>
                <a:gd name="T1" fmla="*/ 0 h 13"/>
                <a:gd name="T2" fmla="*/ 258 w 25"/>
                <a:gd name="T3" fmla="*/ 0 h 13"/>
                <a:gd name="T4" fmla="*/ 92 w 25"/>
                <a:gd name="T5" fmla="*/ 116 h 13"/>
                <a:gd name="T6" fmla="*/ 0 w 25"/>
                <a:gd name="T7" fmla="*/ 253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13">
                  <a:moveTo>
                    <a:pt x="25" y="0"/>
                  </a:moveTo>
                  <a:cubicBezTo>
                    <a:pt x="23" y="1"/>
                    <a:pt x="20" y="0"/>
                    <a:pt x="17" y="0"/>
                  </a:cubicBezTo>
                  <a:cubicBezTo>
                    <a:pt x="13" y="1"/>
                    <a:pt x="9" y="3"/>
                    <a:pt x="6" y="6"/>
                  </a:cubicBezTo>
                  <a:cubicBezTo>
                    <a:pt x="4" y="8"/>
                    <a:pt x="1" y="11"/>
                    <a:pt x="0" y="13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778" name="Freeform 788">
              <a:extLst>
                <a:ext uri="{FF2B5EF4-FFF2-40B4-BE49-F238E27FC236}">
                  <a16:creationId xmlns:a16="http://schemas.microsoft.com/office/drawing/2014/main" id="{52396019-A40E-411C-8CAC-FCC176A05F6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4" y="3880"/>
              <a:ext cx="67" cy="35"/>
            </a:xfrm>
            <a:custGeom>
              <a:avLst/>
              <a:gdLst>
                <a:gd name="T0" fmla="*/ 412 w 27"/>
                <a:gd name="T1" fmla="*/ 0 h 13"/>
                <a:gd name="T2" fmla="*/ 337 w 27"/>
                <a:gd name="T3" fmla="*/ 22 h 13"/>
                <a:gd name="T4" fmla="*/ 136 w 27"/>
                <a:gd name="T5" fmla="*/ 116 h 13"/>
                <a:gd name="T6" fmla="*/ 30 w 27"/>
                <a:gd name="T7" fmla="*/ 197 h 13"/>
                <a:gd name="T8" fmla="*/ 0 w 27"/>
                <a:gd name="T9" fmla="*/ 253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13">
                  <a:moveTo>
                    <a:pt x="27" y="0"/>
                  </a:moveTo>
                  <a:cubicBezTo>
                    <a:pt x="26" y="1"/>
                    <a:pt x="24" y="1"/>
                    <a:pt x="22" y="1"/>
                  </a:cubicBezTo>
                  <a:cubicBezTo>
                    <a:pt x="18" y="2"/>
                    <a:pt x="13" y="4"/>
                    <a:pt x="9" y="6"/>
                  </a:cubicBezTo>
                  <a:cubicBezTo>
                    <a:pt x="6" y="7"/>
                    <a:pt x="4" y="8"/>
                    <a:pt x="2" y="10"/>
                  </a:cubicBezTo>
                  <a:cubicBezTo>
                    <a:pt x="1" y="11"/>
                    <a:pt x="0" y="13"/>
                    <a:pt x="0" y="13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779" name="Freeform 789">
              <a:extLst>
                <a:ext uri="{FF2B5EF4-FFF2-40B4-BE49-F238E27FC236}">
                  <a16:creationId xmlns:a16="http://schemas.microsoft.com/office/drawing/2014/main" id="{E6081490-B837-47D8-89A0-0D87AEB8AD74}"/>
                </a:ext>
              </a:extLst>
            </p:cNvPr>
            <p:cNvSpPr>
              <a:spLocks/>
            </p:cNvSpPr>
            <p:nvPr/>
          </p:nvSpPr>
          <p:spPr bwMode="auto">
            <a:xfrm>
              <a:off x="5094" y="3683"/>
              <a:ext cx="362" cy="453"/>
            </a:xfrm>
            <a:custGeom>
              <a:avLst/>
              <a:gdLst>
                <a:gd name="T0" fmla="*/ 1071 w 145"/>
                <a:gd name="T1" fmla="*/ 0 h 170"/>
                <a:gd name="T2" fmla="*/ 0 w 145"/>
                <a:gd name="T3" fmla="*/ 115 h 170"/>
                <a:gd name="T4" fmla="*/ 12 w 145"/>
                <a:gd name="T5" fmla="*/ 759 h 170"/>
                <a:gd name="T6" fmla="*/ 0 w 145"/>
                <a:gd name="T7" fmla="*/ 1135 h 170"/>
                <a:gd name="T8" fmla="*/ 125 w 145"/>
                <a:gd name="T9" fmla="*/ 1455 h 170"/>
                <a:gd name="T10" fmla="*/ 374 w 145"/>
                <a:gd name="T11" fmla="*/ 2081 h 170"/>
                <a:gd name="T12" fmla="*/ 1383 w 145"/>
                <a:gd name="T13" fmla="*/ 2968 h 170"/>
                <a:gd name="T14" fmla="*/ 2037 w 145"/>
                <a:gd name="T15" fmla="*/ 1796 h 170"/>
                <a:gd name="T16" fmla="*/ 1728 w 145"/>
                <a:gd name="T17" fmla="*/ 1399 h 170"/>
                <a:gd name="T18" fmla="*/ 1071 w 145"/>
                <a:gd name="T19" fmla="*/ 0 h 17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45" h="170">
                  <a:moveTo>
                    <a:pt x="69" y="0"/>
                  </a:moveTo>
                  <a:cubicBezTo>
                    <a:pt x="69" y="0"/>
                    <a:pt x="39" y="31"/>
                    <a:pt x="0" y="6"/>
                  </a:cubicBezTo>
                  <a:cubicBezTo>
                    <a:pt x="0" y="6"/>
                    <a:pt x="0" y="27"/>
                    <a:pt x="1" y="40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60"/>
                    <a:pt x="0" y="69"/>
                    <a:pt x="8" y="77"/>
                  </a:cubicBezTo>
                  <a:cubicBezTo>
                    <a:pt x="15" y="85"/>
                    <a:pt x="23" y="101"/>
                    <a:pt x="24" y="110"/>
                  </a:cubicBezTo>
                  <a:cubicBezTo>
                    <a:pt x="25" y="118"/>
                    <a:pt x="43" y="170"/>
                    <a:pt x="89" y="157"/>
                  </a:cubicBezTo>
                  <a:cubicBezTo>
                    <a:pt x="135" y="144"/>
                    <a:pt x="145" y="110"/>
                    <a:pt x="131" y="95"/>
                  </a:cubicBezTo>
                  <a:cubicBezTo>
                    <a:pt x="117" y="79"/>
                    <a:pt x="111" y="74"/>
                    <a:pt x="111" y="74"/>
                  </a:cubicBezTo>
                  <a:cubicBezTo>
                    <a:pt x="111" y="74"/>
                    <a:pt x="77" y="7"/>
                    <a:pt x="69" y="0"/>
                  </a:cubicBezTo>
                  <a:close/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780" name="Freeform 790">
              <a:extLst>
                <a:ext uri="{FF2B5EF4-FFF2-40B4-BE49-F238E27FC236}">
                  <a16:creationId xmlns:a16="http://schemas.microsoft.com/office/drawing/2014/main" id="{7A93150E-C9B3-40BC-84F5-F0766D66A7A2}"/>
                </a:ext>
              </a:extLst>
            </p:cNvPr>
            <p:cNvSpPr>
              <a:spLocks/>
            </p:cNvSpPr>
            <p:nvPr/>
          </p:nvSpPr>
          <p:spPr bwMode="auto">
            <a:xfrm>
              <a:off x="5104" y="3827"/>
              <a:ext cx="305" cy="261"/>
            </a:xfrm>
            <a:custGeom>
              <a:avLst/>
              <a:gdLst>
                <a:gd name="T0" fmla="*/ 1908 w 122"/>
                <a:gd name="T1" fmla="*/ 1420 h 98"/>
                <a:gd name="T2" fmla="*/ 958 w 122"/>
                <a:gd name="T3" fmla="*/ 1774 h 98"/>
                <a:gd name="T4" fmla="*/ 283 w 122"/>
                <a:gd name="T5" fmla="*/ 623 h 98"/>
                <a:gd name="T6" fmla="*/ 0 w 122"/>
                <a:gd name="T7" fmla="*/ 0 h 9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2" h="98">
                  <a:moveTo>
                    <a:pt x="122" y="75"/>
                  </a:moveTo>
                  <a:cubicBezTo>
                    <a:pt x="122" y="75"/>
                    <a:pt x="99" y="98"/>
                    <a:pt x="61" y="94"/>
                  </a:cubicBezTo>
                  <a:cubicBezTo>
                    <a:pt x="35" y="91"/>
                    <a:pt x="22" y="43"/>
                    <a:pt x="18" y="33"/>
                  </a:cubicBezTo>
                  <a:cubicBezTo>
                    <a:pt x="14" y="23"/>
                    <a:pt x="4" y="9"/>
                    <a:pt x="0" y="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781" name="Freeform 791">
              <a:extLst>
                <a:ext uri="{FF2B5EF4-FFF2-40B4-BE49-F238E27FC236}">
                  <a16:creationId xmlns:a16="http://schemas.microsoft.com/office/drawing/2014/main" id="{2D33CAA4-1B3D-478D-8661-9AF952DD872C}"/>
                </a:ext>
              </a:extLst>
            </p:cNvPr>
            <p:cNvSpPr>
              <a:spLocks/>
            </p:cNvSpPr>
            <p:nvPr/>
          </p:nvSpPr>
          <p:spPr bwMode="auto">
            <a:xfrm>
              <a:off x="5216" y="4037"/>
              <a:ext cx="188" cy="112"/>
            </a:xfrm>
            <a:custGeom>
              <a:avLst/>
              <a:gdLst>
                <a:gd name="T0" fmla="*/ 1181 w 75"/>
                <a:gd name="T1" fmla="*/ 0 h 42"/>
                <a:gd name="T2" fmla="*/ 0 w 75"/>
                <a:gd name="T3" fmla="*/ 192 h 42"/>
                <a:gd name="T4" fmla="*/ 0 w 75"/>
                <a:gd name="T5" fmla="*/ 248 h 42"/>
                <a:gd name="T6" fmla="*/ 1181 w 75"/>
                <a:gd name="T7" fmla="*/ 0 h 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5" h="42">
                  <a:moveTo>
                    <a:pt x="75" y="0"/>
                  </a:moveTo>
                  <a:cubicBezTo>
                    <a:pt x="75" y="0"/>
                    <a:pt x="38" y="33"/>
                    <a:pt x="0" y="10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13"/>
                    <a:pt x="31" y="42"/>
                    <a:pt x="7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782" name="Freeform 792">
              <a:extLst>
                <a:ext uri="{FF2B5EF4-FFF2-40B4-BE49-F238E27FC236}">
                  <a16:creationId xmlns:a16="http://schemas.microsoft.com/office/drawing/2014/main" id="{D91FC3BF-A8B2-47E0-8896-EB6EF2558788}"/>
                </a:ext>
              </a:extLst>
            </p:cNvPr>
            <p:cNvSpPr>
              <a:spLocks/>
            </p:cNvSpPr>
            <p:nvPr/>
          </p:nvSpPr>
          <p:spPr bwMode="auto">
            <a:xfrm>
              <a:off x="5097" y="3832"/>
              <a:ext cx="52" cy="107"/>
            </a:xfrm>
            <a:custGeom>
              <a:avLst/>
              <a:gdLst>
                <a:gd name="T0" fmla="*/ 12 w 21"/>
                <a:gd name="T1" fmla="*/ 0 h 40"/>
                <a:gd name="T2" fmla="*/ 30 w 21"/>
                <a:gd name="T3" fmla="*/ 193 h 40"/>
                <a:gd name="T4" fmla="*/ 319 w 21"/>
                <a:gd name="T5" fmla="*/ 765 h 40"/>
                <a:gd name="T6" fmla="*/ 30 w 21"/>
                <a:gd name="T7" fmla="*/ 0 h 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40">
                  <a:moveTo>
                    <a:pt x="1" y="0"/>
                  </a:moveTo>
                  <a:cubicBezTo>
                    <a:pt x="1" y="0"/>
                    <a:pt x="0" y="6"/>
                    <a:pt x="2" y="10"/>
                  </a:cubicBezTo>
                  <a:cubicBezTo>
                    <a:pt x="5" y="15"/>
                    <a:pt x="18" y="33"/>
                    <a:pt x="21" y="40"/>
                  </a:cubicBezTo>
                  <a:cubicBezTo>
                    <a:pt x="21" y="40"/>
                    <a:pt x="8" y="8"/>
                    <a:pt x="2" y="0"/>
                  </a:cubicBezTo>
                </a:path>
              </a:pathLst>
            </a:custGeom>
            <a:solidFill>
              <a:srgbClr val="D1D9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783" name="Freeform 793">
              <a:extLst>
                <a:ext uri="{FF2B5EF4-FFF2-40B4-BE49-F238E27FC236}">
                  <a16:creationId xmlns:a16="http://schemas.microsoft.com/office/drawing/2014/main" id="{3B7D973B-8FDE-42A8-80B9-26F15EB77B0E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4" y="3824"/>
              <a:ext cx="62" cy="179"/>
            </a:xfrm>
            <a:custGeom>
              <a:avLst/>
              <a:gdLst>
                <a:gd name="T0" fmla="*/ 382 w 25"/>
                <a:gd name="T1" fmla="*/ 1277 h 67"/>
                <a:gd name="T2" fmla="*/ 196 w 25"/>
                <a:gd name="T3" fmla="*/ 729 h 67"/>
                <a:gd name="T4" fmla="*/ 0 w 25"/>
                <a:gd name="T5" fmla="*/ 251 h 67"/>
                <a:gd name="T6" fmla="*/ 382 w 25"/>
                <a:gd name="T7" fmla="*/ 1277 h 6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67">
                  <a:moveTo>
                    <a:pt x="25" y="67"/>
                  </a:moveTo>
                  <a:cubicBezTo>
                    <a:pt x="25" y="67"/>
                    <a:pt x="15" y="46"/>
                    <a:pt x="13" y="38"/>
                  </a:cubicBezTo>
                  <a:cubicBezTo>
                    <a:pt x="10" y="29"/>
                    <a:pt x="0" y="13"/>
                    <a:pt x="0" y="13"/>
                  </a:cubicBezTo>
                  <a:cubicBezTo>
                    <a:pt x="0" y="13"/>
                    <a:pt x="13" y="0"/>
                    <a:pt x="25" y="67"/>
                  </a:cubicBezTo>
                  <a:close/>
                </a:path>
              </a:pathLst>
            </a:custGeom>
            <a:solidFill>
              <a:srgbClr val="5F8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784" name="Freeform 794">
              <a:extLst>
                <a:ext uri="{FF2B5EF4-FFF2-40B4-BE49-F238E27FC236}">
                  <a16:creationId xmlns:a16="http://schemas.microsoft.com/office/drawing/2014/main" id="{96948B60-5E93-4C5A-8FAC-83F0B3095F36}"/>
                </a:ext>
              </a:extLst>
            </p:cNvPr>
            <p:cNvSpPr>
              <a:spLocks/>
            </p:cNvSpPr>
            <p:nvPr/>
          </p:nvSpPr>
          <p:spPr bwMode="auto">
            <a:xfrm>
              <a:off x="5099" y="3709"/>
              <a:ext cx="20" cy="139"/>
            </a:xfrm>
            <a:custGeom>
              <a:avLst/>
              <a:gdLst>
                <a:gd name="T0" fmla="*/ 0 w 8"/>
                <a:gd name="T1" fmla="*/ 0 h 52"/>
                <a:gd name="T2" fmla="*/ 0 w 8"/>
                <a:gd name="T3" fmla="*/ 628 h 52"/>
                <a:gd name="T4" fmla="*/ 125 w 8"/>
                <a:gd name="T5" fmla="*/ 994 h 52"/>
                <a:gd name="T6" fmla="*/ 0 w 8"/>
                <a:gd name="T7" fmla="*/ 0 h 5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52">
                  <a:moveTo>
                    <a:pt x="0" y="0"/>
                  </a:moveTo>
                  <a:cubicBezTo>
                    <a:pt x="0" y="0"/>
                    <a:pt x="0" y="31"/>
                    <a:pt x="0" y="33"/>
                  </a:cubicBezTo>
                  <a:cubicBezTo>
                    <a:pt x="0" y="35"/>
                    <a:pt x="5" y="47"/>
                    <a:pt x="8" y="52"/>
                  </a:cubicBezTo>
                  <a:cubicBezTo>
                    <a:pt x="8" y="52"/>
                    <a:pt x="0" y="37"/>
                    <a:pt x="0" y="0"/>
                  </a:cubicBezTo>
                  <a:close/>
                </a:path>
              </a:pathLst>
            </a:custGeom>
            <a:solidFill>
              <a:srgbClr val="5F8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785" name="Freeform 795">
              <a:extLst>
                <a:ext uri="{FF2B5EF4-FFF2-40B4-BE49-F238E27FC236}">
                  <a16:creationId xmlns:a16="http://schemas.microsoft.com/office/drawing/2014/main" id="{B7D642BB-272D-4A6A-A39F-309BD482F603}"/>
                </a:ext>
              </a:extLst>
            </p:cNvPr>
            <p:cNvSpPr>
              <a:spLocks/>
            </p:cNvSpPr>
            <p:nvPr/>
          </p:nvSpPr>
          <p:spPr bwMode="auto">
            <a:xfrm>
              <a:off x="5234" y="3944"/>
              <a:ext cx="192" cy="115"/>
            </a:xfrm>
            <a:custGeom>
              <a:avLst/>
              <a:gdLst>
                <a:gd name="T0" fmla="*/ 1087 w 77"/>
                <a:gd name="T1" fmla="*/ 78 h 43"/>
                <a:gd name="T2" fmla="*/ 1070 w 77"/>
                <a:gd name="T3" fmla="*/ 380 h 43"/>
                <a:gd name="T4" fmla="*/ 666 w 77"/>
                <a:gd name="T5" fmla="*/ 743 h 43"/>
                <a:gd name="T6" fmla="*/ 199 w 77"/>
                <a:gd name="T7" fmla="*/ 802 h 43"/>
                <a:gd name="T8" fmla="*/ 42 w 77"/>
                <a:gd name="T9" fmla="*/ 709 h 43"/>
                <a:gd name="T10" fmla="*/ 42 w 77"/>
                <a:gd name="T11" fmla="*/ 516 h 43"/>
                <a:gd name="T12" fmla="*/ 466 w 77"/>
                <a:gd name="T13" fmla="*/ 479 h 43"/>
                <a:gd name="T14" fmla="*/ 808 w 77"/>
                <a:gd name="T15" fmla="*/ 308 h 43"/>
                <a:gd name="T16" fmla="*/ 1070 w 77"/>
                <a:gd name="T17" fmla="*/ 56 h 4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7" h="43">
                  <a:moveTo>
                    <a:pt x="70" y="4"/>
                  </a:moveTo>
                  <a:cubicBezTo>
                    <a:pt x="77" y="4"/>
                    <a:pt x="71" y="17"/>
                    <a:pt x="69" y="20"/>
                  </a:cubicBezTo>
                  <a:cubicBezTo>
                    <a:pt x="62" y="28"/>
                    <a:pt x="52" y="36"/>
                    <a:pt x="43" y="39"/>
                  </a:cubicBezTo>
                  <a:cubicBezTo>
                    <a:pt x="33" y="42"/>
                    <a:pt x="23" y="43"/>
                    <a:pt x="13" y="42"/>
                  </a:cubicBezTo>
                  <a:cubicBezTo>
                    <a:pt x="9" y="41"/>
                    <a:pt x="5" y="41"/>
                    <a:pt x="3" y="37"/>
                  </a:cubicBezTo>
                  <a:cubicBezTo>
                    <a:pt x="0" y="34"/>
                    <a:pt x="0" y="30"/>
                    <a:pt x="3" y="27"/>
                  </a:cubicBezTo>
                  <a:cubicBezTo>
                    <a:pt x="10" y="22"/>
                    <a:pt x="22" y="26"/>
                    <a:pt x="30" y="25"/>
                  </a:cubicBezTo>
                  <a:cubicBezTo>
                    <a:pt x="37" y="25"/>
                    <a:pt x="46" y="21"/>
                    <a:pt x="52" y="16"/>
                  </a:cubicBezTo>
                  <a:cubicBezTo>
                    <a:pt x="56" y="12"/>
                    <a:pt x="63" y="0"/>
                    <a:pt x="69" y="3"/>
                  </a:cubicBezTo>
                </a:path>
              </a:pathLst>
            </a:custGeom>
            <a:solidFill>
              <a:srgbClr val="B7D2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786" name="Freeform 796">
              <a:extLst>
                <a:ext uri="{FF2B5EF4-FFF2-40B4-BE49-F238E27FC236}">
                  <a16:creationId xmlns:a16="http://schemas.microsoft.com/office/drawing/2014/main" id="{145CED3B-87B5-4523-B8E1-13E02EFD71C6}"/>
                </a:ext>
              </a:extLst>
            </p:cNvPr>
            <p:cNvSpPr>
              <a:spLocks/>
            </p:cNvSpPr>
            <p:nvPr/>
          </p:nvSpPr>
          <p:spPr bwMode="auto">
            <a:xfrm>
              <a:off x="5099" y="3717"/>
              <a:ext cx="65" cy="115"/>
            </a:xfrm>
            <a:custGeom>
              <a:avLst/>
              <a:gdLst>
                <a:gd name="T0" fmla="*/ 408 w 26"/>
                <a:gd name="T1" fmla="*/ 136 h 43"/>
                <a:gd name="T2" fmla="*/ 188 w 26"/>
                <a:gd name="T3" fmla="*/ 78 h 43"/>
                <a:gd name="T4" fmla="*/ 63 w 26"/>
                <a:gd name="T5" fmla="*/ 0 h 43"/>
                <a:gd name="T6" fmla="*/ 50 w 26"/>
                <a:gd name="T7" fmla="*/ 115 h 43"/>
                <a:gd name="T8" fmla="*/ 95 w 26"/>
                <a:gd name="T9" fmla="*/ 364 h 43"/>
                <a:gd name="T10" fmla="*/ 220 w 26"/>
                <a:gd name="T11" fmla="*/ 671 h 43"/>
                <a:gd name="T12" fmla="*/ 283 w 26"/>
                <a:gd name="T13" fmla="*/ 401 h 43"/>
                <a:gd name="T14" fmla="*/ 395 w 26"/>
                <a:gd name="T15" fmla="*/ 193 h 4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6" h="43">
                  <a:moveTo>
                    <a:pt x="26" y="7"/>
                  </a:moveTo>
                  <a:cubicBezTo>
                    <a:pt x="23" y="9"/>
                    <a:pt x="16" y="5"/>
                    <a:pt x="12" y="4"/>
                  </a:cubicBezTo>
                  <a:cubicBezTo>
                    <a:pt x="9" y="3"/>
                    <a:pt x="7" y="1"/>
                    <a:pt x="4" y="0"/>
                  </a:cubicBezTo>
                  <a:cubicBezTo>
                    <a:pt x="0" y="0"/>
                    <a:pt x="2" y="2"/>
                    <a:pt x="3" y="6"/>
                  </a:cubicBezTo>
                  <a:cubicBezTo>
                    <a:pt x="4" y="10"/>
                    <a:pt x="4" y="15"/>
                    <a:pt x="6" y="19"/>
                  </a:cubicBezTo>
                  <a:cubicBezTo>
                    <a:pt x="6" y="22"/>
                    <a:pt x="10" y="43"/>
                    <a:pt x="14" y="35"/>
                  </a:cubicBezTo>
                  <a:cubicBezTo>
                    <a:pt x="17" y="31"/>
                    <a:pt x="16" y="25"/>
                    <a:pt x="18" y="21"/>
                  </a:cubicBezTo>
                  <a:cubicBezTo>
                    <a:pt x="20" y="17"/>
                    <a:pt x="23" y="14"/>
                    <a:pt x="25" y="10"/>
                  </a:cubicBezTo>
                </a:path>
              </a:pathLst>
            </a:custGeom>
            <a:solidFill>
              <a:srgbClr val="B7D2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787" name="Freeform 797">
              <a:extLst>
                <a:ext uri="{FF2B5EF4-FFF2-40B4-BE49-F238E27FC236}">
                  <a16:creationId xmlns:a16="http://schemas.microsoft.com/office/drawing/2014/main" id="{8A661374-B9CE-4DA9-A6B8-B95C336B81C7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9" y="3656"/>
              <a:ext cx="122" cy="69"/>
            </a:xfrm>
            <a:custGeom>
              <a:avLst/>
              <a:gdLst>
                <a:gd name="T0" fmla="*/ 712 w 49"/>
                <a:gd name="T1" fmla="*/ 260 h 26"/>
                <a:gd name="T2" fmla="*/ 695 w 49"/>
                <a:gd name="T3" fmla="*/ 21 h 26"/>
                <a:gd name="T4" fmla="*/ 124 w 49"/>
                <a:gd name="T5" fmla="*/ 260 h 26"/>
                <a:gd name="T6" fmla="*/ 199 w 49"/>
                <a:gd name="T7" fmla="*/ 486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9" h="26">
                  <a:moveTo>
                    <a:pt x="46" y="14"/>
                  </a:moveTo>
                  <a:cubicBezTo>
                    <a:pt x="48" y="9"/>
                    <a:pt x="49" y="2"/>
                    <a:pt x="45" y="1"/>
                  </a:cubicBezTo>
                  <a:cubicBezTo>
                    <a:pt x="38" y="0"/>
                    <a:pt x="20" y="15"/>
                    <a:pt x="8" y="14"/>
                  </a:cubicBezTo>
                  <a:cubicBezTo>
                    <a:pt x="0" y="14"/>
                    <a:pt x="7" y="21"/>
                    <a:pt x="13" y="26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788" name="Freeform 798">
              <a:extLst>
                <a:ext uri="{FF2B5EF4-FFF2-40B4-BE49-F238E27FC236}">
                  <a16:creationId xmlns:a16="http://schemas.microsoft.com/office/drawing/2014/main" id="{A80E2AC4-8545-413C-82C2-14583FAA8C18}"/>
                </a:ext>
              </a:extLst>
            </p:cNvPr>
            <p:cNvSpPr>
              <a:spLocks/>
            </p:cNvSpPr>
            <p:nvPr/>
          </p:nvSpPr>
          <p:spPr bwMode="auto">
            <a:xfrm>
              <a:off x="5191" y="3659"/>
              <a:ext cx="65" cy="29"/>
            </a:xfrm>
            <a:custGeom>
              <a:avLst/>
              <a:gdLst>
                <a:gd name="T0" fmla="*/ 375 w 26"/>
                <a:gd name="T1" fmla="*/ 145 h 11"/>
                <a:gd name="T2" fmla="*/ 363 w 26"/>
                <a:gd name="T3" fmla="*/ 34 h 11"/>
                <a:gd name="T4" fmla="*/ 270 w 26"/>
                <a:gd name="T5" fmla="*/ 76 h 11"/>
                <a:gd name="T6" fmla="*/ 0 w 26"/>
                <a:gd name="T7" fmla="*/ 200 h 11"/>
                <a:gd name="T8" fmla="*/ 238 w 26"/>
                <a:gd name="T9" fmla="*/ 145 h 11"/>
                <a:gd name="T10" fmla="*/ 375 w 26"/>
                <a:gd name="T11" fmla="*/ 90 h 1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6" h="11">
                  <a:moveTo>
                    <a:pt x="24" y="8"/>
                  </a:moveTo>
                  <a:cubicBezTo>
                    <a:pt x="26" y="7"/>
                    <a:pt x="25" y="3"/>
                    <a:pt x="23" y="2"/>
                  </a:cubicBezTo>
                  <a:cubicBezTo>
                    <a:pt x="21" y="0"/>
                    <a:pt x="19" y="2"/>
                    <a:pt x="17" y="4"/>
                  </a:cubicBezTo>
                  <a:cubicBezTo>
                    <a:pt x="12" y="7"/>
                    <a:pt x="5" y="8"/>
                    <a:pt x="0" y="11"/>
                  </a:cubicBezTo>
                  <a:cubicBezTo>
                    <a:pt x="5" y="11"/>
                    <a:pt x="10" y="10"/>
                    <a:pt x="15" y="8"/>
                  </a:cubicBezTo>
                  <a:cubicBezTo>
                    <a:pt x="17" y="7"/>
                    <a:pt x="22" y="2"/>
                    <a:pt x="2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789" name="Freeform 799">
              <a:extLst>
                <a:ext uri="{FF2B5EF4-FFF2-40B4-BE49-F238E27FC236}">
                  <a16:creationId xmlns:a16="http://schemas.microsoft.com/office/drawing/2014/main" id="{1A0F8A36-0924-421B-B41B-77507C1CCAA2}"/>
                </a:ext>
              </a:extLst>
            </p:cNvPr>
            <p:cNvSpPr>
              <a:spLocks/>
            </p:cNvSpPr>
            <p:nvPr/>
          </p:nvSpPr>
          <p:spPr bwMode="auto">
            <a:xfrm>
              <a:off x="5102" y="3709"/>
              <a:ext cx="92" cy="30"/>
            </a:xfrm>
            <a:custGeom>
              <a:avLst/>
              <a:gdLst>
                <a:gd name="T0" fmla="*/ 569 w 37"/>
                <a:gd name="T1" fmla="*/ 185 h 11"/>
                <a:gd name="T2" fmla="*/ 569 w 37"/>
                <a:gd name="T3" fmla="*/ 164 h 11"/>
                <a:gd name="T4" fmla="*/ 259 w 37"/>
                <a:gd name="T5" fmla="*/ 120 h 11"/>
                <a:gd name="T6" fmla="*/ 124 w 37"/>
                <a:gd name="T7" fmla="*/ 60 h 11"/>
                <a:gd name="T8" fmla="*/ 0 w 37"/>
                <a:gd name="T9" fmla="*/ 0 h 11"/>
                <a:gd name="T10" fmla="*/ 154 w 37"/>
                <a:gd name="T11" fmla="*/ 104 h 11"/>
                <a:gd name="T12" fmla="*/ 308 w 37"/>
                <a:gd name="T13" fmla="*/ 185 h 11"/>
                <a:gd name="T14" fmla="*/ 569 w 37"/>
                <a:gd name="T15" fmla="*/ 185 h 1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7" h="11">
                  <a:moveTo>
                    <a:pt x="37" y="9"/>
                  </a:moveTo>
                  <a:cubicBezTo>
                    <a:pt x="37" y="9"/>
                    <a:pt x="37" y="9"/>
                    <a:pt x="37" y="8"/>
                  </a:cubicBezTo>
                  <a:cubicBezTo>
                    <a:pt x="30" y="9"/>
                    <a:pt x="24" y="7"/>
                    <a:pt x="17" y="6"/>
                  </a:cubicBezTo>
                  <a:cubicBezTo>
                    <a:pt x="14" y="5"/>
                    <a:pt x="11" y="4"/>
                    <a:pt x="8" y="3"/>
                  </a:cubicBezTo>
                  <a:cubicBezTo>
                    <a:pt x="5" y="2"/>
                    <a:pt x="2" y="0"/>
                    <a:pt x="0" y="0"/>
                  </a:cubicBezTo>
                  <a:cubicBezTo>
                    <a:pt x="2" y="3"/>
                    <a:pt x="7" y="4"/>
                    <a:pt x="10" y="5"/>
                  </a:cubicBezTo>
                  <a:cubicBezTo>
                    <a:pt x="13" y="7"/>
                    <a:pt x="17" y="8"/>
                    <a:pt x="20" y="9"/>
                  </a:cubicBezTo>
                  <a:cubicBezTo>
                    <a:pt x="26" y="11"/>
                    <a:pt x="31" y="10"/>
                    <a:pt x="37" y="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790" name="Freeform 800">
              <a:extLst>
                <a:ext uri="{FF2B5EF4-FFF2-40B4-BE49-F238E27FC236}">
                  <a16:creationId xmlns:a16="http://schemas.microsoft.com/office/drawing/2014/main" id="{38EF44F4-5B28-45CE-B14B-AE5F52D24B0A}"/>
                </a:ext>
              </a:extLst>
            </p:cNvPr>
            <p:cNvSpPr>
              <a:spLocks/>
            </p:cNvSpPr>
            <p:nvPr/>
          </p:nvSpPr>
          <p:spPr bwMode="auto">
            <a:xfrm>
              <a:off x="5184" y="3736"/>
              <a:ext cx="37" cy="109"/>
            </a:xfrm>
            <a:custGeom>
              <a:avLst/>
              <a:gdLst>
                <a:gd name="T0" fmla="*/ 42 w 15"/>
                <a:gd name="T1" fmla="*/ 0 h 41"/>
                <a:gd name="T2" fmla="*/ 30 w 15"/>
                <a:gd name="T3" fmla="*/ 35 h 41"/>
                <a:gd name="T4" fmla="*/ 12 w 15"/>
                <a:gd name="T5" fmla="*/ 114 h 41"/>
                <a:gd name="T6" fmla="*/ 30 w 15"/>
                <a:gd name="T7" fmla="*/ 205 h 41"/>
                <a:gd name="T8" fmla="*/ 74 w 15"/>
                <a:gd name="T9" fmla="*/ 261 h 41"/>
                <a:gd name="T10" fmla="*/ 74 w 15"/>
                <a:gd name="T11" fmla="*/ 340 h 41"/>
                <a:gd name="T12" fmla="*/ 91 w 15"/>
                <a:gd name="T13" fmla="*/ 452 h 41"/>
                <a:gd name="T14" fmla="*/ 153 w 15"/>
                <a:gd name="T15" fmla="*/ 524 h 41"/>
                <a:gd name="T16" fmla="*/ 183 w 15"/>
                <a:gd name="T17" fmla="*/ 635 h 41"/>
                <a:gd name="T18" fmla="*/ 224 w 15"/>
                <a:gd name="T19" fmla="*/ 771 h 41"/>
                <a:gd name="T20" fmla="*/ 153 w 15"/>
                <a:gd name="T21" fmla="*/ 580 h 41"/>
                <a:gd name="T22" fmla="*/ 104 w 15"/>
                <a:gd name="T23" fmla="*/ 508 h 41"/>
                <a:gd name="T24" fmla="*/ 74 w 15"/>
                <a:gd name="T25" fmla="*/ 396 h 41"/>
                <a:gd name="T26" fmla="*/ 62 w 15"/>
                <a:gd name="T27" fmla="*/ 303 h 41"/>
                <a:gd name="T28" fmla="*/ 12 w 15"/>
                <a:gd name="T29" fmla="*/ 205 h 41"/>
                <a:gd name="T30" fmla="*/ 0 w 15"/>
                <a:gd name="T31" fmla="*/ 93 h 41"/>
                <a:gd name="T32" fmla="*/ 42 w 15"/>
                <a:gd name="T33" fmla="*/ 0 h 41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5" h="41">
                  <a:moveTo>
                    <a:pt x="3" y="0"/>
                  </a:moveTo>
                  <a:cubicBezTo>
                    <a:pt x="4" y="0"/>
                    <a:pt x="3" y="1"/>
                    <a:pt x="2" y="2"/>
                  </a:cubicBezTo>
                  <a:cubicBezTo>
                    <a:pt x="2" y="3"/>
                    <a:pt x="1" y="4"/>
                    <a:pt x="1" y="6"/>
                  </a:cubicBezTo>
                  <a:cubicBezTo>
                    <a:pt x="1" y="7"/>
                    <a:pt x="1" y="10"/>
                    <a:pt x="2" y="11"/>
                  </a:cubicBezTo>
                  <a:cubicBezTo>
                    <a:pt x="3" y="13"/>
                    <a:pt x="5" y="13"/>
                    <a:pt x="5" y="14"/>
                  </a:cubicBezTo>
                  <a:cubicBezTo>
                    <a:pt x="6" y="15"/>
                    <a:pt x="5" y="17"/>
                    <a:pt x="5" y="18"/>
                  </a:cubicBezTo>
                  <a:cubicBezTo>
                    <a:pt x="5" y="20"/>
                    <a:pt x="6" y="22"/>
                    <a:pt x="6" y="24"/>
                  </a:cubicBezTo>
                  <a:cubicBezTo>
                    <a:pt x="7" y="26"/>
                    <a:pt x="9" y="27"/>
                    <a:pt x="10" y="28"/>
                  </a:cubicBezTo>
                  <a:cubicBezTo>
                    <a:pt x="12" y="30"/>
                    <a:pt x="11" y="32"/>
                    <a:pt x="12" y="34"/>
                  </a:cubicBezTo>
                  <a:cubicBezTo>
                    <a:pt x="12" y="37"/>
                    <a:pt x="14" y="39"/>
                    <a:pt x="15" y="41"/>
                  </a:cubicBezTo>
                  <a:cubicBezTo>
                    <a:pt x="11" y="38"/>
                    <a:pt x="11" y="35"/>
                    <a:pt x="10" y="31"/>
                  </a:cubicBezTo>
                  <a:cubicBezTo>
                    <a:pt x="10" y="28"/>
                    <a:pt x="9" y="28"/>
                    <a:pt x="7" y="27"/>
                  </a:cubicBezTo>
                  <a:cubicBezTo>
                    <a:pt x="6" y="25"/>
                    <a:pt x="5" y="23"/>
                    <a:pt x="5" y="21"/>
                  </a:cubicBezTo>
                  <a:cubicBezTo>
                    <a:pt x="4" y="19"/>
                    <a:pt x="5" y="18"/>
                    <a:pt x="4" y="16"/>
                  </a:cubicBezTo>
                  <a:cubicBezTo>
                    <a:pt x="4" y="14"/>
                    <a:pt x="2" y="13"/>
                    <a:pt x="1" y="11"/>
                  </a:cubicBezTo>
                  <a:cubicBezTo>
                    <a:pt x="0" y="10"/>
                    <a:pt x="0" y="7"/>
                    <a:pt x="0" y="5"/>
                  </a:cubicBezTo>
                  <a:cubicBezTo>
                    <a:pt x="1" y="4"/>
                    <a:pt x="3" y="2"/>
                    <a:pt x="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791" name="Freeform 801">
              <a:extLst>
                <a:ext uri="{FF2B5EF4-FFF2-40B4-BE49-F238E27FC236}">
                  <a16:creationId xmlns:a16="http://schemas.microsoft.com/office/drawing/2014/main" id="{E05EE59A-767D-4497-89CF-3C0D0A877D63}"/>
                </a:ext>
              </a:extLst>
            </p:cNvPr>
            <p:cNvSpPr>
              <a:spLocks/>
            </p:cNvSpPr>
            <p:nvPr/>
          </p:nvSpPr>
          <p:spPr bwMode="auto">
            <a:xfrm>
              <a:off x="5226" y="3864"/>
              <a:ext cx="58" cy="85"/>
            </a:xfrm>
            <a:custGeom>
              <a:avLst/>
              <a:gdLst>
                <a:gd name="T0" fmla="*/ 33 w 23"/>
                <a:gd name="T1" fmla="*/ 0 h 32"/>
                <a:gd name="T2" fmla="*/ 63 w 23"/>
                <a:gd name="T3" fmla="*/ 114 h 32"/>
                <a:gd name="T4" fmla="*/ 113 w 23"/>
                <a:gd name="T5" fmla="*/ 191 h 32"/>
                <a:gd name="T6" fmla="*/ 83 w 23"/>
                <a:gd name="T7" fmla="*/ 303 h 32"/>
                <a:gd name="T8" fmla="*/ 96 w 23"/>
                <a:gd name="T9" fmla="*/ 409 h 32"/>
                <a:gd name="T10" fmla="*/ 209 w 23"/>
                <a:gd name="T11" fmla="*/ 507 h 32"/>
                <a:gd name="T12" fmla="*/ 368 w 23"/>
                <a:gd name="T13" fmla="*/ 545 h 32"/>
                <a:gd name="T14" fmla="*/ 209 w 23"/>
                <a:gd name="T15" fmla="*/ 523 h 32"/>
                <a:gd name="T16" fmla="*/ 83 w 23"/>
                <a:gd name="T17" fmla="*/ 409 h 32"/>
                <a:gd name="T18" fmla="*/ 83 w 23"/>
                <a:gd name="T19" fmla="*/ 303 h 32"/>
                <a:gd name="T20" fmla="*/ 96 w 23"/>
                <a:gd name="T21" fmla="*/ 205 h 32"/>
                <a:gd name="T22" fmla="*/ 33 w 23"/>
                <a:gd name="T23" fmla="*/ 21 h 3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3" h="32">
                  <a:moveTo>
                    <a:pt x="2" y="0"/>
                  </a:moveTo>
                  <a:cubicBezTo>
                    <a:pt x="2" y="3"/>
                    <a:pt x="3" y="5"/>
                    <a:pt x="4" y="6"/>
                  </a:cubicBezTo>
                  <a:cubicBezTo>
                    <a:pt x="5" y="7"/>
                    <a:pt x="6" y="8"/>
                    <a:pt x="7" y="10"/>
                  </a:cubicBezTo>
                  <a:cubicBezTo>
                    <a:pt x="7" y="11"/>
                    <a:pt x="6" y="14"/>
                    <a:pt x="5" y="16"/>
                  </a:cubicBezTo>
                  <a:cubicBezTo>
                    <a:pt x="5" y="18"/>
                    <a:pt x="6" y="20"/>
                    <a:pt x="6" y="22"/>
                  </a:cubicBezTo>
                  <a:cubicBezTo>
                    <a:pt x="8" y="25"/>
                    <a:pt x="11" y="25"/>
                    <a:pt x="13" y="27"/>
                  </a:cubicBezTo>
                  <a:cubicBezTo>
                    <a:pt x="17" y="30"/>
                    <a:pt x="19" y="30"/>
                    <a:pt x="23" y="29"/>
                  </a:cubicBezTo>
                  <a:cubicBezTo>
                    <a:pt x="19" y="32"/>
                    <a:pt x="17" y="31"/>
                    <a:pt x="13" y="28"/>
                  </a:cubicBezTo>
                  <a:cubicBezTo>
                    <a:pt x="11" y="26"/>
                    <a:pt x="6" y="26"/>
                    <a:pt x="5" y="22"/>
                  </a:cubicBezTo>
                  <a:cubicBezTo>
                    <a:pt x="4" y="21"/>
                    <a:pt x="4" y="18"/>
                    <a:pt x="5" y="16"/>
                  </a:cubicBezTo>
                  <a:cubicBezTo>
                    <a:pt x="5" y="15"/>
                    <a:pt x="6" y="13"/>
                    <a:pt x="6" y="11"/>
                  </a:cubicBezTo>
                  <a:cubicBezTo>
                    <a:pt x="5" y="7"/>
                    <a:pt x="0" y="6"/>
                    <a:pt x="2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792" name="Freeform 802">
              <a:extLst>
                <a:ext uri="{FF2B5EF4-FFF2-40B4-BE49-F238E27FC236}">
                  <a16:creationId xmlns:a16="http://schemas.microsoft.com/office/drawing/2014/main" id="{1B741AB9-9522-4E08-A0EB-11EDA00955A5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4" y="3819"/>
              <a:ext cx="55" cy="120"/>
            </a:xfrm>
            <a:custGeom>
              <a:avLst/>
              <a:gdLst>
                <a:gd name="T0" fmla="*/ 0 w 22"/>
                <a:gd name="T1" fmla="*/ 832 h 45"/>
                <a:gd name="T2" fmla="*/ 188 w 22"/>
                <a:gd name="T3" fmla="*/ 776 h 45"/>
                <a:gd name="T4" fmla="*/ 313 w 22"/>
                <a:gd name="T5" fmla="*/ 661 h 45"/>
                <a:gd name="T6" fmla="*/ 283 w 22"/>
                <a:gd name="T7" fmla="*/ 376 h 45"/>
                <a:gd name="T8" fmla="*/ 220 w 22"/>
                <a:gd name="T9" fmla="*/ 307 h 45"/>
                <a:gd name="T10" fmla="*/ 208 w 22"/>
                <a:gd name="T11" fmla="*/ 149 h 45"/>
                <a:gd name="T12" fmla="*/ 113 w 22"/>
                <a:gd name="T13" fmla="*/ 0 h 45"/>
                <a:gd name="T14" fmla="*/ 238 w 22"/>
                <a:gd name="T15" fmla="*/ 192 h 45"/>
                <a:gd name="T16" fmla="*/ 238 w 22"/>
                <a:gd name="T17" fmla="*/ 307 h 45"/>
                <a:gd name="T18" fmla="*/ 300 w 22"/>
                <a:gd name="T19" fmla="*/ 419 h 45"/>
                <a:gd name="T20" fmla="*/ 300 w 22"/>
                <a:gd name="T21" fmla="*/ 704 h 45"/>
                <a:gd name="T22" fmla="*/ 50 w 22"/>
                <a:gd name="T23" fmla="*/ 819 h 45"/>
                <a:gd name="T24" fmla="*/ 33 w 22"/>
                <a:gd name="T25" fmla="*/ 832 h 4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2" h="45">
                  <a:moveTo>
                    <a:pt x="0" y="44"/>
                  </a:moveTo>
                  <a:cubicBezTo>
                    <a:pt x="3" y="45"/>
                    <a:pt x="9" y="42"/>
                    <a:pt x="12" y="41"/>
                  </a:cubicBezTo>
                  <a:cubicBezTo>
                    <a:pt x="15" y="40"/>
                    <a:pt x="18" y="38"/>
                    <a:pt x="20" y="35"/>
                  </a:cubicBezTo>
                  <a:cubicBezTo>
                    <a:pt x="22" y="31"/>
                    <a:pt x="22" y="23"/>
                    <a:pt x="18" y="20"/>
                  </a:cubicBezTo>
                  <a:cubicBezTo>
                    <a:pt x="16" y="18"/>
                    <a:pt x="15" y="19"/>
                    <a:pt x="14" y="16"/>
                  </a:cubicBezTo>
                  <a:cubicBezTo>
                    <a:pt x="13" y="13"/>
                    <a:pt x="14" y="11"/>
                    <a:pt x="13" y="8"/>
                  </a:cubicBezTo>
                  <a:cubicBezTo>
                    <a:pt x="12" y="5"/>
                    <a:pt x="7" y="3"/>
                    <a:pt x="7" y="0"/>
                  </a:cubicBezTo>
                  <a:cubicBezTo>
                    <a:pt x="9" y="3"/>
                    <a:pt x="14" y="5"/>
                    <a:pt x="15" y="10"/>
                  </a:cubicBezTo>
                  <a:cubicBezTo>
                    <a:pt x="15" y="12"/>
                    <a:pt x="15" y="14"/>
                    <a:pt x="15" y="16"/>
                  </a:cubicBezTo>
                  <a:cubicBezTo>
                    <a:pt x="16" y="18"/>
                    <a:pt x="18" y="20"/>
                    <a:pt x="19" y="22"/>
                  </a:cubicBezTo>
                  <a:cubicBezTo>
                    <a:pt x="22" y="26"/>
                    <a:pt x="22" y="33"/>
                    <a:pt x="19" y="37"/>
                  </a:cubicBezTo>
                  <a:cubicBezTo>
                    <a:pt x="16" y="42"/>
                    <a:pt x="8" y="41"/>
                    <a:pt x="3" y="43"/>
                  </a:cubicBezTo>
                  <a:cubicBezTo>
                    <a:pt x="3" y="43"/>
                    <a:pt x="2" y="44"/>
                    <a:pt x="2" y="4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793" name="Freeform 803">
              <a:extLst>
                <a:ext uri="{FF2B5EF4-FFF2-40B4-BE49-F238E27FC236}">
                  <a16:creationId xmlns:a16="http://schemas.microsoft.com/office/drawing/2014/main" id="{1B38917B-D4A2-4C4B-B50F-89186C939F5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2" y="3645"/>
              <a:ext cx="142" cy="83"/>
            </a:xfrm>
            <a:custGeom>
              <a:avLst/>
              <a:gdLst>
                <a:gd name="T0" fmla="*/ 125 w 57"/>
                <a:gd name="T1" fmla="*/ 388 h 31"/>
                <a:gd name="T2" fmla="*/ 125 w 57"/>
                <a:gd name="T3" fmla="*/ 21 h 31"/>
                <a:gd name="T4" fmla="*/ 695 w 57"/>
                <a:gd name="T5" fmla="*/ 265 h 31"/>
                <a:gd name="T6" fmla="*/ 508 w 57"/>
                <a:gd name="T7" fmla="*/ 594 h 31"/>
                <a:gd name="T8" fmla="*/ 125 w 57"/>
                <a:gd name="T9" fmla="*/ 388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7" h="31">
                  <a:moveTo>
                    <a:pt x="8" y="20"/>
                  </a:moveTo>
                  <a:cubicBezTo>
                    <a:pt x="8" y="20"/>
                    <a:pt x="0" y="3"/>
                    <a:pt x="8" y="1"/>
                  </a:cubicBezTo>
                  <a:cubicBezTo>
                    <a:pt x="15" y="0"/>
                    <a:pt x="33" y="15"/>
                    <a:pt x="45" y="14"/>
                  </a:cubicBezTo>
                  <a:cubicBezTo>
                    <a:pt x="57" y="14"/>
                    <a:pt x="33" y="31"/>
                    <a:pt x="33" y="31"/>
                  </a:cubicBezTo>
                  <a:lnTo>
                    <a:pt x="8" y="20"/>
                  </a:lnTo>
                  <a:close/>
                </a:path>
              </a:pathLst>
            </a:custGeom>
            <a:solidFill>
              <a:srgbClr val="9FC7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794" name="Freeform 804">
              <a:extLst>
                <a:ext uri="{FF2B5EF4-FFF2-40B4-BE49-F238E27FC236}">
                  <a16:creationId xmlns:a16="http://schemas.microsoft.com/office/drawing/2014/main" id="{0E4D9D28-E92A-4ED7-9202-CD70EC26C0F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4" y="3672"/>
              <a:ext cx="363" cy="453"/>
            </a:xfrm>
            <a:custGeom>
              <a:avLst/>
              <a:gdLst>
                <a:gd name="T0" fmla="*/ 1192 w 145"/>
                <a:gd name="T1" fmla="*/ 0 h 170"/>
                <a:gd name="T2" fmla="*/ 2276 w 145"/>
                <a:gd name="T3" fmla="*/ 115 h 170"/>
                <a:gd name="T4" fmla="*/ 2276 w 145"/>
                <a:gd name="T5" fmla="*/ 759 h 170"/>
                <a:gd name="T6" fmla="*/ 2276 w 145"/>
                <a:gd name="T7" fmla="*/ 1135 h 170"/>
                <a:gd name="T8" fmla="*/ 2163 w 145"/>
                <a:gd name="T9" fmla="*/ 1455 h 170"/>
                <a:gd name="T10" fmla="*/ 1900 w 145"/>
                <a:gd name="T11" fmla="*/ 2081 h 170"/>
                <a:gd name="T12" fmla="*/ 896 w 145"/>
                <a:gd name="T13" fmla="*/ 2968 h 170"/>
                <a:gd name="T14" fmla="*/ 220 w 145"/>
                <a:gd name="T15" fmla="*/ 1796 h 170"/>
                <a:gd name="T16" fmla="*/ 533 w 145"/>
                <a:gd name="T17" fmla="*/ 1399 h 170"/>
                <a:gd name="T18" fmla="*/ 1192 w 145"/>
                <a:gd name="T19" fmla="*/ 0 h 17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45" h="170">
                  <a:moveTo>
                    <a:pt x="76" y="0"/>
                  </a:moveTo>
                  <a:cubicBezTo>
                    <a:pt x="76" y="0"/>
                    <a:pt x="106" y="31"/>
                    <a:pt x="145" y="6"/>
                  </a:cubicBezTo>
                  <a:cubicBezTo>
                    <a:pt x="145" y="6"/>
                    <a:pt x="145" y="27"/>
                    <a:pt x="145" y="40"/>
                  </a:cubicBezTo>
                  <a:cubicBezTo>
                    <a:pt x="145" y="60"/>
                    <a:pt x="145" y="60"/>
                    <a:pt x="145" y="60"/>
                  </a:cubicBezTo>
                  <a:cubicBezTo>
                    <a:pt x="145" y="60"/>
                    <a:pt x="145" y="69"/>
                    <a:pt x="138" y="77"/>
                  </a:cubicBezTo>
                  <a:cubicBezTo>
                    <a:pt x="130" y="85"/>
                    <a:pt x="123" y="101"/>
                    <a:pt x="121" y="110"/>
                  </a:cubicBezTo>
                  <a:cubicBezTo>
                    <a:pt x="120" y="118"/>
                    <a:pt x="103" y="170"/>
                    <a:pt x="57" y="157"/>
                  </a:cubicBezTo>
                  <a:cubicBezTo>
                    <a:pt x="11" y="144"/>
                    <a:pt x="0" y="111"/>
                    <a:pt x="14" y="95"/>
                  </a:cubicBezTo>
                  <a:cubicBezTo>
                    <a:pt x="28" y="79"/>
                    <a:pt x="34" y="74"/>
                    <a:pt x="34" y="74"/>
                  </a:cubicBezTo>
                  <a:cubicBezTo>
                    <a:pt x="34" y="74"/>
                    <a:pt x="68" y="7"/>
                    <a:pt x="76" y="0"/>
                  </a:cubicBezTo>
                  <a:close/>
                </a:path>
              </a:pathLst>
            </a:custGeom>
            <a:solidFill>
              <a:srgbClr val="9FC7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795" name="Freeform 805">
              <a:extLst>
                <a:ext uri="{FF2B5EF4-FFF2-40B4-BE49-F238E27FC236}">
                  <a16:creationId xmlns:a16="http://schemas.microsoft.com/office/drawing/2014/main" id="{DE798705-CA86-4CCA-A396-3455C220F3C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9" y="3787"/>
              <a:ext cx="358" cy="338"/>
            </a:xfrm>
            <a:custGeom>
              <a:avLst/>
              <a:gdLst>
                <a:gd name="T0" fmla="*/ 2243 w 143"/>
                <a:gd name="T1" fmla="*/ 0 h 127"/>
                <a:gd name="T2" fmla="*/ 2243 w 143"/>
                <a:gd name="T3" fmla="*/ 341 h 127"/>
                <a:gd name="T4" fmla="*/ 2130 w 143"/>
                <a:gd name="T5" fmla="*/ 639 h 127"/>
                <a:gd name="T6" fmla="*/ 1868 w 143"/>
                <a:gd name="T7" fmla="*/ 1262 h 127"/>
                <a:gd name="T8" fmla="*/ 864 w 143"/>
                <a:gd name="T9" fmla="*/ 2145 h 127"/>
                <a:gd name="T10" fmla="*/ 113 w 143"/>
                <a:gd name="T11" fmla="*/ 1168 h 127"/>
                <a:gd name="T12" fmla="*/ 814 w 143"/>
                <a:gd name="T13" fmla="*/ 1961 h 127"/>
                <a:gd name="T14" fmla="*/ 1680 w 143"/>
                <a:gd name="T15" fmla="*/ 1453 h 127"/>
                <a:gd name="T16" fmla="*/ 2055 w 143"/>
                <a:gd name="T17" fmla="*/ 490 h 127"/>
                <a:gd name="T18" fmla="*/ 2243 w 143"/>
                <a:gd name="T19" fmla="*/ 0 h 12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43" h="127">
                  <a:moveTo>
                    <a:pt x="143" y="0"/>
                  </a:moveTo>
                  <a:cubicBezTo>
                    <a:pt x="143" y="18"/>
                    <a:pt x="143" y="18"/>
                    <a:pt x="143" y="18"/>
                  </a:cubicBezTo>
                  <a:cubicBezTo>
                    <a:pt x="143" y="18"/>
                    <a:pt x="143" y="26"/>
                    <a:pt x="136" y="34"/>
                  </a:cubicBezTo>
                  <a:cubicBezTo>
                    <a:pt x="128" y="42"/>
                    <a:pt x="121" y="59"/>
                    <a:pt x="119" y="67"/>
                  </a:cubicBezTo>
                  <a:cubicBezTo>
                    <a:pt x="118" y="75"/>
                    <a:pt x="101" y="127"/>
                    <a:pt x="55" y="114"/>
                  </a:cubicBezTo>
                  <a:cubicBezTo>
                    <a:pt x="17" y="104"/>
                    <a:pt x="3" y="79"/>
                    <a:pt x="7" y="62"/>
                  </a:cubicBezTo>
                  <a:cubicBezTo>
                    <a:pt x="7" y="62"/>
                    <a:pt x="0" y="92"/>
                    <a:pt x="52" y="104"/>
                  </a:cubicBezTo>
                  <a:cubicBezTo>
                    <a:pt x="83" y="111"/>
                    <a:pt x="96" y="101"/>
                    <a:pt x="107" y="77"/>
                  </a:cubicBezTo>
                  <a:cubicBezTo>
                    <a:pt x="118" y="53"/>
                    <a:pt x="127" y="31"/>
                    <a:pt x="131" y="26"/>
                  </a:cubicBezTo>
                  <a:cubicBezTo>
                    <a:pt x="136" y="21"/>
                    <a:pt x="143" y="0"/>
                    <a:pt x="143" y="0"/>
                  </a:cubicBezTo>
                  <a:close/>
                </a:path>
              </a:pathLst>
            </a:custGeom>
            <a:solidFill>
              <a:srgbClr val="EAF4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796" name="Freeform 806">
              <a:extLst>
                <a:ext uri="{FF2B5EF4-FFF2-40B4-BE49-F238E27FC236}">
                  <a16:creationId xmlns:a16="http://schemas.microsoft.com/office/drawing/2014/main" id="{6DF41320-6E95-499C-9ED0-1F8486C2759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4" y="3693"/>
              <a:ext cx="135" cy="235"/>
            </a:xfrm>
            <a:custGeom>
              <a:avLst/>
              <a:gdLst>
                <a:gd name="T0" fmla="*/ 783 w 54"/>
                <a:gd name="T1" fmla="*/ 150 h 88"/>
                <a:gd name="T2" fmla="*/ 845 w 54"/>
                <a:gd name="T3" fmla="*/ 150 h 88"/>
                <a:gd name="T4" fmla="*/ 438 w 54"/>
                <a:gd name="T5" fmla="*/ 1298 h 88"/>
                <a:gd name="T6" fmla="*/ 345 w 54"/>
                <a:gd name="T7" fmla="*/ 1584 h 88"/>
                <a:gd name="T8" fmla="*/ 0 w 54"/>
                <a:gd name="T9" fmla="*/ 1426 h 88"/>
                <a:gd name="T10" fmla="*/ 113 w 54"/>
                <a:gd name="T11" fmla="*/ 1127 h 88"/>
                <a:gd name="T12" fmla="*/ 550 w 54"/>
                <a:gd name="T13" fmla="*/ 0 h 88"/>
                <a:gd name="T14" fmla="*/ 583 w 54"/>
                <a:gd name="T15" fmla="*/ 56 h 88"/>
                <a:gd name="T16" fmla="*/ 83 w 54"/>
                <a:gd name="T17" fmla="*/ 1391 h 88"/>
                <a:gd name="T18" fmla="*/ 313 w 54"/>
                <a:gd name="T19" fmla="*/ 1482 h 88"/>
                <a:gd name="T20" fmla="*/ 783 w 54"/>
                <a:gd name="T21" fmla="*/ 150 h 8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4" h="88">
                  <a:moveTo>
                    <a:pt x="50" y="8"/>
                  </a:moveTo>
                  <a:cubicBezTo>
                    <a:pt x="53" y="8"/>
                    <a:pt x="54" y="8"/>
                    <a:pt x="54" y="8"/>
                  </a:cubicBezTo>
                  <a:cubicBezTo>
                    <a:pt x="28" y="68"/>
                    <a:pt x="28" y="68"/>
                    <a:pt x="28" y="68"/>
                  </a:cubicBezTo>
                  <a:cubicBezTo>
                    <a:pt x="22" y="83"/>
                    <a:pt x="22" y="83"/>
                    <a:pt x="22" y="83"/>
                  </a:cubicBezTo>
                  <a:cubicBezTo>
                    <a:pt x="10" y="88"/>
                    <a:pt x="0" y="75"/>
                    <a:pt x="0" y="75"/>
                  </a:cubicBezTo>
                  <a:cubicBezTo>
                    <a:pt x="3" y="73"/>
                    <a:pt x="5" y="64"/>
                    <a:pt x="7" y="59"/>
                  </a:cubicBezTo>
                  <a:cubicBezTo>
                    <a:pt x="10" y="54"/>
                    <a:pt x="35" y="0"/>
                    <a:pt x="35" y="0"/>
                  </a:cubicBezTo>
                  <a:cubicBezTo>
                    <a:pt x="35" y="1"/>
                    <a:pt x="36" y="2"/>
                    <a:pt x="37" y="3"/>
                  </a:cubicBezTo>
                  <a:cubicBezTo>
                    <a:pt x="5" y="73"/>
                    <a:pt x="5" y="73"/>
                    <a:pt x="5" y="73"/>
                  </a:cubicBezTo>
                  <a:cubicBezTo>
                    <a:pt x="5" y="73"/>
                    <a:pt x="14" y="80"/>
                    <a:pt x="20" y="78"/>
                  </a:cubicBezTo>
                  <a:lnTo>
                    <a:pt x="50" y="8"/>
                  </a:lnTo>
                  <a:close/>
                </a:path>
              </a:pathLst>
            </a:custGeom>
            <a:solidFill>
              <a:srgbClr val="5F8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797" name="Freeform 807">
              <a:extLst>
                <a:ext uri="{FF2B5EF4-FFF2-40B4-BE49-F238E27FC236}">
                  <a16:creationId xmlns:a16="http://schemas.microsoft.com/office/drawing/2014/main" id="{51D89EB6-1359-4CA5-AA38-EEFA5E49E23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4" y="3704"/>
              <a:ext cx="10" cy="13"/>
            </a:xfrm>
            <a:custGeom>
              <a:avLst/>
              <a:gdLst>
                <a:gd name="T0" fmla="*/ 63 w 4"/>
                <a:gd name="T1" fmla="*/ 0 h 5"/>
                <a:gd name="T2" fmla="*/ 63 w 4"/>
                <a:gd name="T3" fmla="*/ 88 h 5"/>
                <a:gd name="T4" fmla="*/ 20 w 4"/>
                <a:gd name="T5" fmla="*/ 55 h 5"/>
                <a:gd name="T6" fmla="*/ 63 w 4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5">
                  <a:moveTo>
                    <a:pt x="4" y="0"/>
                  </a:moveTo>
                  <a:cubicBezTo>
                    <a:pt x="1" y="1"/>
                    <a:pt x="3" y="4"/>
                    <a:pt x="4" y="5"/>
                  </a:cubicBezTo>
                  <a:cubicBezTo>
                    <a:pt x="3" y="5"/>
                    <a:pt x="1" y="4"/>
                    <a:pt x="1" y="3"/>
                  </a:cubicBezTo>
                  <a:cubicBezTo>
                    <a:pt x="0" y="2"/>
                    <a:pt x="2" y="0"/>
                    <a:pt x="4" y="0"/>
                  </a:cubicBezTo>
                </a:path>
              </a:pathLst>
            </a:custGeom>
            <a:solidFill>
              <a:srgbClr val="5F8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798" name="Freeform 808">
              <a:extLst>
                <a:ext uri="{FF2B5EF4-FFF2-40B4-BE49-F238E27FC236}">
                  <a16:creationId xmlns:a16="http://schemas.microsoft.com/office/drawing/2014/main" id="{C11D6B81-E43F-4CF3-81C8-CD5053B24E7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9" y="3739"/>
              <a:ext cx="13" cy="16"/>
            </a:xfrm>
            <a:custGeom>
              <a:avLst/>
              <a:gdLst>
                <a:gd name="T0" fmla="*/ 88 w 5"/>
                <a:gd name="T1" fmla="*/ 21 h 6"/>
                <a:gd name="T2" fmla="*/ 55 w 5"/>
                <a:gd name="T3" fmla="*/ 35 h 6"/>
                <a:gd name="T4" fmla="*/ 55 w 5"/>
                <a:gd name="T5" fmla="*/ 115 h 6"/>
                <a:gd name="T6" fmla="*/ 68 w 5"/>
                <a:gd name="T7" fmla="*/ 21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6">
                  <a:moveTo>
                    <a:pt x="5" y="1"/>
                  </a:moveTo>
                  <a:cubicBezTo>
                    <a:pt x="5" y="1"/>
                    <a:pt x="3" y="1"/>
                    <a:pt x="3" y="2"/>
                  </a:cubicBezTo>
                  <a:cubicBezTo>
                    <a:pt x="1" y="3"/>
                    <a:pt x="2" y="5"/>
                    <a:pt x="3" y="6"/>
                  </a:cubicBezTo>
                  <a:cubicBezTo>
                    <a:pt x="2" y="4"/>
                    <a:pt x="0" y="0"/>
                    <a:pt x="4" y="1"/>
                  </a:cubicBezTo>
                </a:path>
              </a:pathLst>
            </a:custGeom>
            <a:solidFill>
              <a:srgbClr val="5F8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799" name="Freeform 809">
              <a:extLst>
                <a:ext uri="{FF2B5EF4-FFF2-40B4-BE49-F238E27FC236}">
                  <a16:creationId xmlns:a16="http://schemas.microsoft.com/office/drawing/2014/main" id="{F4E33895-D582-4D63-82FE-72984E65366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9" y="3784"/>
              <a:ext cx="13" cy="16"/>
            </a:xfrm>
            <a:custGeom>
              <a:avLst/>
              <a:gdLst>
                <a:gd name="T0" fmla="*/ 88 w 5"/>
                <a:gd name="T1" fmla="*/ 21 h 6"/>
                <a:gd name="T2" fmla="*/ 68 w 5"/>
                <a:gd name="T3" fmla="*/ 115 h 6"/>
                <a:gd name="T4" fmla="*/ 21 w 5"/>
                <a:gd name="T5" fmla="*/ 77 h 6"/>
                <a:gd name="T6" fmla="*/ 55 w 5"/>
                <a:gd name="T7" fmla="*/ 21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6">
                  <a:moveTo>
                    <a:pt x="5" y="1"/>
                  </a:moveTo>
                  <a:cubicBezTo>
                    <a:pt x="1" y="0"/>
                    <a:pt x="1" y="6"/>
                    <a:pt x="4" y="6"/>
                  </a:cubicBezTo>
                  <a:cubicBezTo>
                    <a:pt x="3" y="6"/>
                    <a:pt x="1" y="5"/>
                    <a:pt x="1" y="4"/>
                  </a:cubicBezTo>
                  <a:cubicBezTo>
                    <a:pt x="0" y="3"/>
                    <a:pt x="2" y="0"/>
                    <a:pt x="3" y="1"/>
                  </a:cubicBezTo>
                </a:path>
              </a:pathLst>
            </a:custGeom>
            <a:solidFill>
              <a:srgbClr val="5F8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800" name="Freeform 810">
              <a:extLst>
                <a:ext uri="{FF2B5EF4-FFF2-40B4-BE49-F238E27FC236}">
                  <a16:creationId xmlns:a16="http://schemas.microsoft.com/office/drawing/2014/main" id="{C4671EA7-645D-4E4E-83DC-D980CAD7DCC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7" y="3821"/>
              <a:ext cx="10" cy="16"/>
            </a:xfrm>
            <a:custGeom>
              <a:avLst/>
              <a:gdLst>
                <a:gd name="T0" fmla="*/ 63 w 4"/>
                <a:gd name="T1" fmla="*/ 21 h 6"/>
                <a:gd name="T2" fmla="*/ 50 w 4"/>
                <a:gd name="T3" fmla="*/ 115 h 6"/>
                <a:gd name="T4" fmla="*/ 0 w 4"/>
                <a:gd name="T5" fmla="*/ 77 h 6"/>
                <a:gd name="T6" fmla="*/ 50 w 4"/>
                <a:gd name="T7" fmla="*/ 21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6">
                  <a:moveTo>
                    <a:pt x="4" y="1"/>
                  </a:moveTo>
                  <a:cubicBezTo>
                    <a:pt x="1" y="0"/>
                    <a:pt x="1" y="4"/>
                    <a:pt x="3" y="6"/>
                  </a:cubicBezTo>
                  <a:cubicBezTo>
                    <a:pt x="2" y="6"/>
                    <a:pt x="1" y="5"/>
                    <a:pt x="0" y="4"/>
                  </a:cubicBezTo>
                  <a:cubicBezTo>
                    <a:pt x="0" y="2"/>
                    <a:pt x="1" y="0"/>
                    <a:pt x="3" y="1"/>
                  </a:cubicBezTo>
                </a:path>
              </a:pathLst>
            </a:custGeom>
            <a:solidFill>
              <a:srgbClr val="5F8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801" name="Freeform 811">
              <a:extLst>
                <a:ext uri="{FF2B5EF4-FFF2-40B4-BE49-F238E27FC236}">
                  <a16:creationId xmlns:a16="http://schemas.microsoft.com/office/drawing/2014/main" id="{AF941CC7-F887-4CB3-93A5-B85ECE8F78B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9" y="3864"/>
              <a:ext cx="13" cy="13"/>
            </a:xfrm>
            <a:custGeom>
              <a:avLst/>
              <a:gdLst>
                <a:gd name="T0" fmla="*/ 88 w 5"/>
                <a:gd name="T1" fmla="*/ 21 h 5"/>
                <a:gd name="T2" fmla="*/ 55 w 5"/>
                <a:gd name="T3" fmla="*/ 88 h 5"/>
                <a:gd name="T4" fmla="*/ 21 w 5"/>
                <a:gd name="T5" fmla="*/ 55 h 5"/>
                <a:gd name="T6" fmla="*/ 55 w 5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5">
                  <a:moveTo>
                    <a:pt x="5" y="1"/>
                  </a:moveTo>
                  <a:cubicBezTo>
                    <a:pt x="2" y="0"/>
                    <a:pt x="0" y="5"/>
                    <a:pt x="3" y="5"/>
                  </a:cubicBezTo>
                  <a:cubicBezTo>
                    <a:pt x="2" y="5"/>
                    <a:pt x="1" y="4"/>
                    <a:pt x="1" y="3"/>
                  </a:cubicBezTo>
                  <a:cubicBezTo>
                    <a:pt x="0" y="2"/>
                    <a:pt x="1" y="0"/>
                    <a:pt x="3" y="0"/>
                  </a:cubicBezTo>
                </a:path>
              </a:pathLst>
            </a:custGeom>
            <a:solidFill>
              <a:srgbClr val="5F8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802" name="Freeform 812">
              <a:extLst>
                <a:ext uri="{FF2B5EF4-FFF2-40B4-BE49-F238E27FC236}">
                  <a16:creationId xmlns:a16="http://schemas.microsoft.com/office/drawing/2014/main" id="{553D766D-D425-480B-AF4F-7690B77EEAE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2" y="3744"/>
              <a:ext cx="12" cy="11"/>
            </a:xfrm>
            <a:custGeom>
              <a:avLst/>
              <a:gdLst>
                <a:gd name="T0" fmla="*/ 41 w 5"/>
                <a:gd name="T1" fmla="*/ 0 h 4"/>
                <a:gd name="T2" fmla="*/ 41 w 5"/>
                <a:gd name="T3" fmla="*/ 47 h 4"/>
                <a:gd name="T4" fmla="*/ 0 w 5"/>
                <a:gd name="T5" fmla="*/ 47 h 4"/>
                <a:gd name="T6" fmla="*/ 58 w 5"/>
                <a:gd name="T7" fmla="*/ 61 h 4"/>
                <a:gd name="T8" fmla="*/ 58 w 5"/>
                <a:gd name="T9" fmla="*/ 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4">
                  <a:moveTo>
                    <a:pt x="3" y="0"/>
                  </a:moveTo>
                  <a:cubicBezTo>
                    <a:pt x="3" y="1"/>
                    <a:pt x="3" y="2"/>
                    <a:pt x="3" y="2"/>
                  </a:cubicBezTo>
                  <a:cubicBezTo>
                    <a:pt x="2" y="3"/>
                    <a:pt x="1" y="3"/>
                    <a:pt x="0" y="2"/>
                  </a:cubicBezTo>
                  <a:cubicBezTo>
                    <a:pt x="2" y="3"/>
                    <a:pt x="3" y="4"/>
                    <a:pt x="4" y="3"/>
                  </a:cubicBezTo>
                  <a:cubicBezTo>
                    <a:pt x="5" y="2"/>
                    <a:pt x="5" y="1"/>
                    <a:pt x="4" y="0"/>
                  </a:cubicBezTo>
                </a:path>
              </a:pathLst>
            </a:custGeom>
            <a:solidFill>
              <a:srgbClr val="5F8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803" name="Freeform 813">
              <a:extLst>
                <a:ext uri="{FF2B5EF4-FFF2-40B4-BE49-F238E27FC236}">
                  <a16:creationId xmlns:a16="http://schemas.microsoft.com/office/drawing/2014/main" id="{3084F85C-C608-46A4-8130-29FC3E73C66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2" y="3776"/>
              <a:ext cx="10" cy="13"/>
            </a:xfrm>
            <a:custGeom>
              <a:avLst/>
              <a:gdLst>
                <a:gd name="T0" fmla="*/ 33 w 4"/>
                <a:gd name="T1" fmla="*/ 0 h 5"/>
                <a:gd name="T2" fmla="*/ 33 w 4"/>
                <a:gd name="T3" fmla="*/ 55 h 5"/>
                <a:gd name="T4" fmla="*/ 0 w 4"/>
                <a:gd name="T5" fmla="*/ 68 h 5"/>
                <a:gd name="T6" fmla="*/ 50 w 4"/>
                <a:gd name="T7" fmla="*/ 68 h 5"/>
                <a:gd name="T8" fmla="*/ 50 w 4"/>
                <a:gd name="T9" fmla="*/ 0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5">
                  <a:moveTo>
                    <a:pt x="2" y="0"/>
                  </a:moveTo>
                  <a:cubicBezTo>
                    <a:pt x="2" y="1"/>
                    <a:pt x="3" y="2"/>
                    <a:pt x="2" y="3"/>
                  </a:cubicBezTo>
                  <a:cubicBezTo>
                    <a:pt x="2" y="4"/>
                    <a:pt x="1" y="4"/>
                    <a:pt x="0" y="4"/>
                  </a:cubicBezTo>
                  <a:cubicBezTo>
                    <a:pt x="1" y="4"/>
                    <a:pt x="2" y="5"/>
                    <a:pt x="3" y="4"/>
                  </a:cubicBezTo>
                  <a:cubicBezTo>
                    <a:pt x="4" y="3"/>
                    <a:pt x="4" y="1"/>
                    <a:pt x="3" y="0"/>
                  </a:cubicBezTo>
                </a:path>
              </a:pathLst>
            </a:custGeom>
            <a:solidFill>
              <a:srgbClr val="5F8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804" name="Freeform 814">
              <a:extLst>
                <a:ext uri="{FF2B5EF4-FFF2-40B4-BE49-F238E27FC236}">
                  <a16:creationId xmlns:a16="http://schemas.microsoft.com/office/drawing/2014/main" id="{4D48D995-2A5A-480F-86D6-D67C29DB67A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2" y="3813"/>
              <a:ext cx="12" cy="16"/>
            </a:xfrm>
            <a:custGeom>
              <a:avLst/>
              <a:gdLst>
                <a:gd name="T0" fmla="*/ 41 w 5"/>
                <a:gd name="T1" fmla="*/ 0 h 6"/>
                <a:gd name="T2" fmla="*/ 0 w 5"/>
                <a:gd name="T3" fmla="*/ 77 h 6"/>
                <a:gd name="T4" fmla="*/ 58 w 5"/>
                <a:gd name="T5" fmla="*/ 77 h 6"/>
                <a:gd name="T6" fmla="*/ 58 w 5"/>
                <a:gd name="T7" fmla="*/ 21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6">
                  <a:moveTo>
                    <a:pt x="3" y="0"/>
                  </a:moveTo>
                  <a:cubicBezTo>
                    <a:pt x="3" y="2"/>
                    <a:pt x="3" y="6"/>
                    <a:pt x="0" y="4"/>
                  </a:cubicBezTo>
                  <a:cubicBezTo>
                    <a:pt x="1" y="5"/>
                    <a:pt x="3" y="5"/>
                    <a:pt x="4" y="4"/>
                  </a:cubicBezTo>
                  <a:cubicBezTo>
                    <a:pt x="5" y="3"/>
                    <a:pt x="4" y="2"/>
                    <a:pt x="4" y="1"/>
                  </a:cubicBezTo>
                </a:path>
              </a:pathLst>
            </a:custGeom>
            <a:solidFill>
              <a:srgbClr val="5F8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805" name="Freeform 815">
              <a:extLst>
                <a:ext uri="{FF2B5EF4-FFF2-40B4-BE49-F238E27FC236}">
                  <a16:creationId xmlns:a16="http://schemas.microsoft.com/office/drawing/2014/main" id="{72D794B9-4B42-4207-86E6-2800E1C519F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2" y="3859"/>
              <a:ext cx="12" cy="13"/>
            </a:xfrm>
            <a:custGeom>
              <a:avLst/>
              <a:gdLst>
                <a:gd name="T0" fmla="*/ 41 w 5"/>
                <a:gd name="T1" fmla="*/ 0 h 5"/>
                <a:gd name="T2" fmla="*/ 0 w 5"/>
                <a:gd name="T3" fmla="*/ 68 h 5"/>
                <a:gd name="T4" fmla="*/ 58 w 5"/>
                <a:gd name="T5" fmla="*/ 68 h 5"/>
                <a:gd name="T6" fmla="*/ 58 w 5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5">
                  <a:moveTo>
                    <a:pt x="3" y="0"/>
                  </a:moveTo>
                  <a:cubicBezTo>
                    <a:pt x="5" y="2"/>
                    <a:pt x="2" y="4"/>
                    <a:pt x="0" y="4"/>
                  </a:cubicBezTo>
                  <a:cubicBezTo>
                    <a:pt x="1" y="4"/>
                    <a:pt x="3" y="5"/>
                    <a:pt x="4" y="4"/>
                  </a:cubicBezTo>
                  <a:cubicBezTo>
                    <a:pt x="5" y="3"/>
                    <a:pt x="4" y="1"/>
                    <a:pt x="4" y="0"/>
                  </a:cubicBezTo>
                </a:path>
              </a:pathLst>
            </a:custGeom>
            <a:solidFill>
              <a:srgbClr val="5F8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806" name="Freeform 816">
              <a:extLst>
                <a:ext uri="{FF2B5EF4-FFF2-40B4-BE49-F238E27FC236}">
                  <a16:creationId xmlns:a16="http://schemas.microsoft.com/office/drawing/2014/main" id="{9FDE5FCD-32FD-4A77-9B8E-E1C5D0059ED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7" y="3896"/>
              <a:ext cx="12" cy="16"/>
            </a:xfrm>
            <a:custGeom>
              <a:avLst/>
              <a:gdLst>
                <a:gd name="T0" fmla="*/ 12 w 5"/>
                <a:gd name="T1" fmla="*/ 0 h 6"/>
                <a:gd name="T2" fmla="*/ 0 w 5"/>
                <a:gd name="T3" fmla="*/ 115 h 6"/>
                <a:gd name="T4" fmla="*/ 58 w 5"/>
                <a:gd name="T5" fmla="*/ 77 h 6"/>
                <a:gd name="T6" fmla="*/ 29 w 5"/>
                <a:gd name="T7" fmla="*/ 0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6">
                  <a:moveTo>
                    <a:pt x="1" y="0"/>
                  </a:moveTo>
                  <a:cubicBezTo>
                    <a:pt x="2" y="2"/>
                    <a:pt x="2" y="6"/>
                    <a:pt x="0" y="6"/>
                  </a:cubicBezTo>
                  <a:cubicBezTo>
                    <a:pt x="1" y="6"/>
                    <a:pt x="4" y="6"/>
                    <a:pt x="4" y="4"/>
                  </a:cubicBezTo>
                  <a:cubicBezTo>
                    <a:pt x="5" y="2"/>
                    <a:pt x="3" y="1"/>
                    <a:pt x="2" y="0"/>
                  </a:cubicBezTo>
                </a:path>
              </a:pathLst>
            </a:custGeom>
            <a:solidFill>
              <a:srgbClr val="5F8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807" name="Freeform 817">
              <a:extLst>
                <a:ext uri="{FF2B5EF4-FFF2-40B4-BE49-F238E27FC236}">
                  <a16:creationId xmlns:a16="http://schemas.microsoft.com/office/drawing/2014/main" id="{9B7DD96B-7756-4187-94B5-802F13402EB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2" y="3733"/>
              <a:ext cx="80" cy="163"/>
            </a:xfrm>
            <a:custGeom>
              <a:avLst/>
              <a:gdLst>
                <a:gd name="T0" fmla="*/ 83 w 32"/>
                <a:gd name="T1" fmla="*/ 1165 h 61"/>
                <a:gd name="T2" fmla="*/ 0 w 32"/>
                <a:gd name="T3" fmla="*/ 1072 h 61"/>
                <a:gd name="T4" fmla="*/ 63 w 32"/>
                <a:gd name="T5" fmla="*/ 858 h 61"/>
                <a:gd name="T6" fmla="*/ 158 w 32"/>
                <a:gd name="T7" fmla="*/ 628 h 61"/>
                <a:gd name="T8" fmla="*/ 238 w 32"/>
                <a:gd name="T9" fmla="*/ 422 h 61"/>
                <a:gd name="T10" fmla="*/ 300 w 32"/>
                <a:gd name="T11" fmla="*/ 251 h 61"/>
                <a:gd name="T12" fmla="*/ 425 w 32"/>
                <a:gd name="T13" fmla="*/ 35 h 61"/>
                <a:gd name="T14" fmla="*/ 470 w 32"/>
                <a:gd name="T15" fmla="*/ 171 h 61"/>
                <a:gd name="T16" fmla="*/ 283 w 32"/>
                <a:gd name="T17" fmla="*/ 615 h 61"/>
                <a:gd name="T18" fmla="*/ 158 w 32"/>
                <a:gd name="T19" fmla="*/ 970 h 61"/>
                <a:gd name="T20" fmla="*/ 125 w 32"/>
                <a:gd name="T21" fmla="*/ 1106 h 6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2" h="61">
                  <a:moveTo>
                    <a:pt x="5" y="61"/>
                  </a:moveTo>
                  <a:cubicBezTo>
                    <a:pt x="2" y="60"/>
                    <a:pt x="0" y="59"/>
                    <a:pt x="0" y="56"/>
                  </a:cubicBezTo>
                  <a:cubicBezTo>
                    <a:pt x="0" y="52"/>
                    <a:pt x="2" y="48"/>
                    <a:pt x="4" y="45"/>
                  </a:cubicBezTo>
                  <a:cubicBezTo>
                    <a:pt x="6" y="41"/>
                    <a:pt x="8" y="37"/>
                    <a:pt x="10" y="33"/>
                  </a:cubicBezTo>
                  <a:cubicBezTo>
                    <a:pt x="11" y="29"/>
                    <a:pt x="13" y="26"/>
                    <a:pt x="15" y="22"/>
                  </a:cubicBezTo>
                  <a:cubicBezTo>
                    <a:pt x="16" y="19"/>
                    <a:pt x="17" y="16"/>
                    <a:pt x="19" y="13"/>
                  </a:cubicBezTo>
                  <a:cubicBezTo>
                    <a:pt x="21" y="9"/>
                    <a:pt x="23" y="3"/>
                    <a:pt x="27" y="2"/>
                  </a:cubicBezTo>
                  <a:cubicBezTo>
                    <a:pt x="32" y="0"/>
                    <a:pt x="30" y="6"/>
                    <a:pt x="30" y="9"/>
                  </a:cubicBezTo>
                  <a:cubicBezTo>
                    <a:pt x="27" y="17"/>
                    <a:pt x="22" y="24"/>
                    <a:pt x="18" y="32"/>
                  </a:cubicBezTo>
                  <a:cubicBezTo>
                    <a:pt x="15" y="38"/>
                    <a:pt x="13" y="44"/>
                    <a:pt x="10" y="51"/>
                  </a:cubicBezTo>
                  <a:cubicBezTo>
                    <a:pt x="10" y="53"/>
                    <a:pt x="8" y="56"/>
                    <a:pt x="8" y="58"/>
                  </a:cubicBezTo>
                </a:path>
              </a:pathLst>
            </a:custGeom>
            <a:solidFill>
              <a:srgbClr val="B7D2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808" name="Freeform 818">
              <a:extLst>
                <a:ext uri="{FF2B5EF4-FFF2-40B4-BE49-F238E27FC236}">
                  <a16:creationId xmlns:a16="http://schemas.microsoft.com/office/drawing/2014/main" id="{8AD99CD2-B367-470B-B57D-EFBF17B06AE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4" y="3707"/>
              <a:ext cx="63" cy="42"/>
            </a:xfrm>
            <a:custGeom>
              <a:avLst/>
              <a:gdLst>
                <a:gd name="T0" fmla="*/ 0 w 25"/>
                <a:gd name="T1" fmla="*/ 21 h 16"/>
                <a:gd name="T2" fmla="*/ 113 w 25"/>
                <a:gd name="T3" fmla="*/ 21 h 16"/>
                <a:gd name="T4" fmla="*/ 272 w 25"/>
                <a:gd name="T5" fmla="*/ 76 h 16"/>
                <a:gd name="T6" fmla="*/ 401 w 25"/>
                <a:gd name="T7" fmla="*/ 289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16">
                  <a:moveTo>
                    <a:pt x="0" y="1"/>
                  </a:moveTo>
                  <a:cubicBezTo>
                    <a:pt x="2" y="1"/>
                    <a:pt x="4" y="0"/>
                    <a:pt x="7" y="1"/>
                  </a:cubicBezTo>
                  <a:cubicBezTo>
                    <a:pt x="11" y="1"/>
                    <a:pt x="14" y="2"/>
                    <a:pt x="17" y="4"/>
                  </a:cubicBezTo>
                  <a:cubicBezTo>
                    <a:pt x="21" y="7"/>
                    <a:pt x="24" y="11"/>
                    <a:pt x="25" y="16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809" name="Freeform 819">
              <a:extLst>
                <a:ext uri="{FF2B5EF4-FFF2-40B4-BE49-F238E27FC236}">
                  <a16:creationId xmlns:a16="http://schemas.microsoft.com/office/drawing/2014/main" id="{48BD1473-9C6E-4C49-9601-FD3448AE841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9" y="3747"/>
              <a:ext cx="65" cy="32"/>
            </a:xfrm>
            <a:custGeom>
              <a:avLst/>
              <a:gdLst>
                <a:gd name="T0" fmla="*/ 0 w 26"/>
                <a:gd name="T1" fmla="*/ 0 h 12"/>
                <a:gd name="T2" fmla="*/ 125 w 26"/>
                <a:gd name="T3" fmla="*/ 21 h 12"/>
                <a:gd name="T4" fmla="*/ 283 w 26"/>
                <a:gd name="T5" fmla="*/ 77 h 12"/>
                <a:gd name="T6" fmla="*/ 408 w 26"/>
                <a:gd name="T7" fmla="*/ 227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12">
                  <a:moveTo>
                    <a:pt x="0" y="0"/>
                  </a:moveTo>
                  <a:cubicBezTo>
                    <a:pt x="3" y="1"/>
                    <a:pt x="6" y="1"/>
                    <a:pt x="8" y="1"/>
                  </a:cubicBezTo>
                  <a:cubicBezTo>
                    <a:pt x="12" y="2"/>
                    <a:pt x="15" y="2"/>
                    <a:pt x="18" y="4"/>
                  </a:cubicBezTo>
                  <a:cubicBezTo>
                    <a:pt x="22" y="6"/>
                    <a:pt x="24" y="9"/>
                    <a:pt x="26" y="12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810" name="Freeform 820">
              <a:extLst>
                <a:ext uri="{FF2B5EF4-FFF2-40B4-BE49-F238E27FC236}">
                  <a16:creationId xmlns:a16="http://schemas.microsoft.com/office/drawing/2014/main" id="{7E3FDAFF-580B-4EF0-9744-A6C9325DC70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9" y="3789"/>
              <a:ext cx="65" cy="30"/>
            </a:xfrm>
            <a:custGeom>
              <a:avLst/>
              <a:gdLst>
                <a:gd name="T0" fmla="*/ 0 w 26"/>
                <a:gd name="T1" fmla="*/ 22 h 11"/>
                <a:gd name="T2" fmla="*/ 270 w 26"/>
                <a:gd name="T3" fmla="*/ 38 h 11"/>
                <a:gd name="T4" fmla="*/ 408 w 26"/>
                <a:gd name="T5" fmla="*/ 224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11">
                  <a:moveTo>
                    <a:pt x="0" y="1"/>
                  </a:moveTo>
                  <a:cubicBezTo>
                    <a:pt x="5" y="0"/>
                    <a:pt x="12" y="0"/>
                    <a:pt x="17" y="2"/>
                  </a:cubicBezTo>
                  <a:cubicBezTo>
                    <a:pt x="21" y="4"/>
                    <a:pt x="24" y="8"/>
                    <a:pt x="26" y="11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811" name="Freeform 821">
              <a:extLst>
                <a:ext uri="{FF2B5EF4-FFF2-40B4-BE49-F238E27FC236}">
                  <a16:creationId xmlns:a16="http://schemas.microsoft.com/office/drawing/2014/main" id="{92B98478-E60D-487C-BBDA-F8B1FABB68B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4" y="3829"/>
              <a:ext cx="63" cy="35"/>
            </a:xfrm>
            <a:custGeom>
              <a:avLst/>
              <a:gdLst>
                <a:gd name="T0" fmla="*/ 0 w 25"/>
                <a:gd name="T1" fmla="*/ 0 h 13"/>
                <a:gd name="T2" fmla="*/ 126 w 25"/>
                <a:gd name="T3" fmla="*/ 0 h 13"/>
                <a:gd name="T4" fmla="*/ 305 w 25"/>
                <a:gd name="T5" fmla="*/ 116 h 13"/>
                <a:gd name="T6" fmla="*/ 401 w 25"/>
                <a:gd name="T7" fmla="*/ 253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13">
                  <a:moveTo>
                    <a:pt x="0" y="0"/>
                  </a:moveTo>
                  <a:cubicBezTo>
                    <a:pt x="3" y="1"/>
                    <a:pt x="6" y="0"/>
                    <a:pt x="8" y="0"/>
                  </a:cubicBezTo>
                  <a:cubicBezTo>
                    <a:pt x="12" y="1"/>
                    <a:pt x="16" y="3"/>
                    <a:pt x="19" y="6"/>
                  </a:cubicBezTo>
                  <a:cubicBezTo>
                    <a:pt x="21" y="8"/>
                    <a:pt x="24" y="11"/>
                    <a:pt x="25" y="13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812" name="Freeform 822">
              <a:extLst>
                <a:ext uri="{FF2B5EF4-FFF2-40B4-BE49-F238E27FC236}">
                  <a16:creationId xmlns:a16="http://schemas.microsoft.com/office/drawing/2014/main" id="{DADA59CD-777C-4D12-8BDA-CC282522A16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9" y="3872"/>
              <a:ext cx="68" cy="32"/>
            </a:xfrm>
            <a:custGeom>
              <a:avLst/>
              <a:gdLst>
                <a:gd name="T0" fmla="*/ 0 w 27"/>
                <a:gd name="T1" fmla="*/ 0 h 12"/>
                <a:gd name="T2" fmla="*/ 83 w 27"/>
                <a:gd name="T3" fmla="*/ 0 h 12"/>
                <a:gd name="T4" fmla="*/ 285 w 27"/>
                <a:gd name="T5" fmla="*/ 93 h 12"/>
                <a:gd name="T6" fmla="*/ 400 w 27"/>
                <a:gd name="T7" fmla="*/ 171 h 12"/>
                <a:gd name="T8" fmla="*/ 431 w 27"/>
                <a:gd name="T9" fmla="*/ 227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12">
                  <a:moveTo>
                    <a:pt x="0" y="0"/>
                  </a:moveTo>
                  <a:cubicBezTo>
                    <a:pt x="1" y="0"/>
                    <a:pt x="3" y="0"/>
                    <a:pt x="5" y="0"/>
                  </a:cubicBezTo>
                  <a:cubicBezTo>
                    <a:pt x="10" y="1"/>
                    <a:pt x="14" y="3"/>
                    <a:pt x="18" y="5"/>
                  </a:cubicBezTo>
                  <a:cubicBezTo>
                    <a:pt x="21" y="6"/>
                    <a:pt x="23" y="7"/>
                    <a:pt x="25" y="9"/>
                  </a:cubicBezTo>
                  <a:cubicBezTo>
                    <a:pt x="26" y="10"/>
                    <a:pt x="27" y="12"/>
                    <a:pt x="27" y="12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813" name="Freeform 823">
              <a:extLst>
                <a:ext uri="{FF2B5EF4-FFF2-40B4-BE49-F238E27FC236}">
                  <a16:creationId xmlns:a16="http://schemas.microsoft.com/office/drawing/2014/main" id="{B35DC88D-4715-4365-919F-91BCD8DAC4C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4" y="3672"/>
              <a:ext cx="363" cy="453"/>
            </a:xfrm>
            <a:custGeom>
              <a:avLst/>
              <a:gdLst>
                <a:gd name="T0" fmla="*/ 1192 w 145"/>
                <a:gd name="T1" fmla="*/ 0 h 170"/>
                <a:gd name="T2" fmla="*/ 2276 w 145"/>
                <a:gd name="T3" fmla="*/ 115 h 170"/>
                <a:gd name="T4" fmla="*/ 2276 w 145"/>
                <a:gd name="T5" fmla="*/ 759 h 170"/>
                <a:gd name="T6" fmla="*/ 2276 w 145"/>
                <a:gd name="T7" fmla="*/ 1135 h 170"/>
                <a:gd name="T8" fmla="*/ 2163 w 145"/>
                <a:gd name="T9" fmla="*/ 1455 h 170"/>
                <a:gd name="T10" fmla="*/ 1900 w 145"/>
                <a:gd name="T11" fmla="*/ 2081 h 170"/>
                <a:gd name="T12" fmla="*/ 896 w 145"/>
                <a:gd name="T13" fmla="*/ 2968 h 170"/>
                <a:gd name="T14" fmla="*/ 220 w 145"/>
                <a:gd name="T15" fmla="*/ 1796 h 170"/>
                <a:gd name="T16" fmla="*/ 533 w 145"/>
                <a:gd name="T17" fmla="*/ 1399 h 170"/>
                <a:gd name="T18" fmla="*/ 1192 w 145"/>
                <a:gd name="T19" fmla="*/ 0 h 17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45" h="170">
                  <a:moveTo>
                    <a:pt x="76" y="0"/>
                  </a:moveTo>
                  <a:cubicBezTo>
                    <a:pt x="76" y="0"/>
                    <a:pt x="106" y="31"/>
                    <a:pt x="145" y="6"/>
                  </a:cubicBezTo>
                  <a:cubicBezTo>
                    <a:pt x="145" y="6"/>
                    <a:pt x="145" y="27"/>
                    <a:pt x="145" y="40"/>
                  </a:cubicBezTo>
                  <a:cubicBezTo>
                    <a:pt x="145" y="60"/>
                    <a:pt x="145" y="60"/>
                    <a:pt x="145" y="60"/>
                  </a:cubicBezTo>
                  <a:cubicBezTo>
                    <a:pt x="145" y="60"/>
                    <a:pt x="145" y="69"/>
                    <a:pt x="138" y="77"/>
                  </a:cubicBezTo>
                  <a:cubicBezTo>
                    <a:pt x="130" y="85"/>
                    <a:pt x="123" y="101"/>
                    <a:pt x="121" y="110"/>
                  </a:cubicBezTo>
                  <a:cubicBezTo>
                    <a:pt x="120" y="118"/>
                    <a:pt x="103" y="170"/>
                    <a:pt x="57" y="157"/>
                  </a:cubicBezTo>
                  <a:cubicBezTo>
                    <a:pt x="11" y="144"/>
                    <a:pt x="0" y="111"/>
                    <a:pt x="14" y="95"/>
                  </a:cubicBezTo>
                  <a:cubicBezTo>
                    <a:pt x="28" y="79"/>
                    <a:pt x="34" y="74"/>
                    <a:pt x="34" y="74"/>
                  </a:cubicBezTo>
                  <a:cubicBezTo>
                    <a:pt x="34" y="74"/>
                    <a:pt x="68" y="7"/>
                    <a:pt x="76" y="0"/>
                  </a:cubicBezTo>
                  <a:close/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814" name="Freeform 824">
              <a:extLst>
                <a:ext uri="{FF2B5EF4-FFF2-40B4-BE49-F238E27FC236}">
                  <a16:creationId xmlns:a16="http://schemas.microsoft.com/office/drawing/2014/main" id="{F6704EB0-F70E-4EC6-BFFE-2D6DD85D4BD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2" y="3816"/>
              <a:ext cx="305" cy="261"/>
            </a:xfrm>
            <a:custGeom>
              <a:avLst/>
              <a:gdLst>
                <a:gd name="T0" fmla="*/ 0 w 122"/>
                <a:gd name="T1" fmla="*/ 1420 h 98"/>
                <a:gd name="T2" fmla="*/ 958 w 122"/>
                <a:gd name="T3" fmla="*/ 1774 h 98"/>
                <a:gd name="T4" fmla="*/ 1625 w 122"/>
                <a:gd name="T5" fmla="*/ 623 h 98"/>
                <a:gd name="T6" fmla="*/ 1908 w 122"/>
                <a:gd name="T7" fmla="*/ 0 h 9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2" h="98">
                  <a:moveTo>
                    <a:pt x="0" y="75"/>
                  </a:moveTo>
                  <a:cubicBezTo>
                    <a:pt x="0" y="75"/>
                    <a:pt x="24" y="98"/>
                    <a:pt x="61" y="94"/>
                  </a:cubicBezTo>
                  <a:cubicBezTo>
                    <a:pt x="87" y="91"/>
                    <a:pt x="100" y="43"/>
                    <a:pt x="104" y="33"/>
                  </a:cubicBezTo>
                  <a:cubicBezTo>
                    <a:pt x="109" y="23"/>
                    <a:pt x="118" y="9"/>
                    <a:pt x="122" y="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815" name="Freeform 825">
              <a:extLst>
                <a:ext uri="{FF2B5EF4-FFF2-40B4-BE49-F238E27FC236}">
                  <a16:creationId xmlns:a16="http://schemas.microsoft.com/office/drawing/2014/main" id="{27C52570-33E7-4804-812C-7A6B6729734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7" y="4027"/>
              <a:ext cx="187" cy="112"/>
            </a:xfrm>
            <a:custGeom>
              <a:avLst/>
              <a:gdLst>
                <a:gd name="T0" fmla="*/ 0 w 75"/>
                <a:gd name="T1" fmla="*/ 0 h 42"/>
                <a:gd name="T2" fmla="*/ 1162 w 75"/>
                <a:gd name="T3" fmla="*/ 192 h 42"/>
                <a:gd name="T4" fmla="*/ 1162 w 75"/>
                <a:gd name="T5" fmla="*/ 248 h 42"/>
                <a:gd name="T6" fmla="*/ 0 w 75"/>
                <a:gd name="T7" fmla="*/ 0 h 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5" h="42">
                  <a:moveTo>
                    <a:pt x="0" y="0"/>
                  </a:moveTo>
                  <a:cubicBezTo>
                    <a:pt x="0" y="0"/>
                    <a:pt x="37" y="33"/>
                    <a:pt x="75" y="10"/>
                  </a:cubicBezTo>
                  <a:cubicBezTo>
                    <a:pt x="75" y="13"/>
                    <a:pt x="75" y="13"/>
                    <a:pt x="75" y="13"/>
                  </a:cubicBezTo>
                  <a:cubicBezTo>
                    <a:pt x="75" y="13"/>
                    <a:pt x="44" y="42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816" name="Freeform 826">
              <a:extLst>
                <a:ext uri="{FF2B5EF4-FFF2-40B4-BE49-F238E27FC236}">
                  <a16:creationId xmlns:a16="http://schemas.microsoft.com/office/drawing/2014/main" id="{BDA70AA3-CDAF-4DB5-93E7-29BC78A5FF1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4" y="3821"/>
              <a:ext cx="50" cy="107"/>
            </a:xfrm>
            <a:custGeom>
              <a:avLst/>
              <a:gdLst>
                <a:gd name="T0" fmla="*/ 300 w 20"/>
                <a:gd name="T1" fmla="*/ 0 h 40"/>
                <a:gd name="T2" fmla="*/ 283 w 20"/>
                <a:gd name="T3" fmla="*/ 193 h 40"/>
                <a:gd name="T4" fmla="*/ 0 w 20"/>
                <a:gd name="T5" fmla="*/ 765 h 40"/>
                <a:gd name="T6" fmla="*/ 283 w 20"/>
                <a:gd name="T7" fmla="*/ 0 h 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40">
                  <a:moveTo>
                    <a:pt x="19" y="0"/>
                  </a:moveTo>
                  <a:cubicBezTo>
                    <a:pt x="19" y="0"/>
                    <a:pt x="20" y="6"/>
                    <a:pt x="18" y="10"/>
                  </a:cubicBezTo>
                  <a:cubicBezTo>
                    <a:pt x="16" y="15"/>
                    <a:pt x="2" y="33"/>
                    <a:pt x="0" y="40"/>
                  </a:cubicBezTo>
                  <a:cubicBezTo>
                    <a:pt x="0" y="40"/>
                    <a:pt x="12" y="8"/>
                    <a:pt x="18" y="0"/>
                  </a:cubicBezTo>
                </a:path>
              </a:pathLst>
            </a:custGeom>
            <a:solidFill>
              <a:srgbClr val="D1D9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817" name="Freeform 827">
              <a:extLst>
                <a:ext uri="{FF2B5EF4-FFF2-40B4-BE49-F238E27FC236}">
                  <a16:creationId xmlns:a16="http://schemas.microsoft.com/office/drawing/2014/main" id="{4EA36143-872F-4017-8591-29FB7696A86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4" y="3813"/>
              <a:ext cx="63" cy="179"/>
            </a:xfrm>
            <a:custGeom>
              <a:avLst/>
              <a:gdLst>
                <a:gd name="T0" fmla="*/ 0 w 25"/>
                <a:gd name="T1" fmla="*/ 1277 h 67"/>
                <a:gd name="T2" fmla="*/ 192 w 25"/>
                <a:gd name="T3" fmla="*/ 729 h 67"/>
                <a:gd name="T4" fmla="*/ 401 w 25"/>
                <a:gd name="T5" fmla="*/ 251 h 67"/>
                <a:gd name="T6" fmla="*/ 0 w 25"/>
                <a:gd name="T7" fmla="*/ 1277 h 6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67">
                  <a:moveTo>
                    <a:pt x="0" y="67"/>
                  </a:moveTo>
                  <a:cubicBezTo>
                    <a:pt x="0" y="67"/>
                    <a:pt x="10" y="46"/>
                    <a:pt x="12" y="38"/>
                  </a:cubicBezTo>
                  <a:cubicBezTo>
                    <a:pt x="15" y="29"/>
                    <a:pt x="25" y="13"/>
                    <a:pt x="25" y="13"/>
                  </a:cubicBezTo>
                  <a:cubicBezTo>
                    <a:pt x="25" y="13"/>
                    <a:pt x="13" y="0"/>
                    <a:pt x="0" y="67"/>
                  </a:cubicBezTo>
                  <a:close/>
                </a:path>
              </a:pathLst>
            </a:custGeom>
            <a:solidFill>
              <a:srgbClr val="5F8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818" name="Freeform 828">
              <a:extLst>
                <a:ext uri="{FF2B5EF4-FFF2-40B4-BE49-F238E27FC236}">
                  <a16:creationId xmlns:a16="http://schemas.microsoft.com/office/drawing/2014/main" id="{8B1B2330-8585-4375-A7DE-ECE7B7B7A51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2" y="3699"/>
              <a:ext cx="22" cy="138"/>
            </a:xfrm>
            <a:custGeom>
              <a:avLst/>
              <a:gdLst>
                <a:gd name="T0" fmla="*/ 120 w 9"/>
                <a:gd name="T1" fmla="*/ 0 h 52"/>
                <a:gd name="T2" fmla="*/ 120 w 9"/>
                <a:gd name="T3" fmla="*/ 621 h 52"/>
                <a:gd name="T4" fmla="*/ 0 w 9"/>
                <a:gd name="T5" fmla="*/ 971 h 52"/>
                <a:gd name="T6" fmla="*/ 120 w 9"/>
                <a:gd name="T7" fmla="*/ 0 h 5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52">
                  <a:moveTo>
                    <a:pt x="8" y="0"/>
                  </a:moveTo>
                  <a:cubicBezTo>
                    <a:pt x="8" y="0"/>
                    <a:pt x="8" y="31"/>
                    <a:pt x="8" y="33"/>
                  </a:cubicBezTo>
                  <a:cubicBezTo>
                    <a:pt x="9" y="35"/>
                    <a:pt x="3" y="47"/>
                    <a:pt x="0" y="52"/>
                  </a:cubicBezTo>
                  <a:cubicBezTo>
                    <a:pt x="0" y="52"/>
                    <a:pt x="9" y="37"/>
                    <a:pt x="8" y="0"/>
                  </a:cubicBezTo>
                  <a:close/>
                </a:path>
              </a:pathLst>
            </a:custGeom>
            <a:solidFill>
              <a:srgbClr val="5F8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819" name="Freeform 829">
              <a:extLst>
                <a:ext uri="{FF2B5EF4-FFF2-40B4-BE49-F238E27FC236}">
                  <a16:creationId xmlns:a16="http://schemas.microsoft.com/office/drawing/2014/main" id="{12394142-5468-4CB6-8CC5-E39657FA3BF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7" y="3933"/>
              <a:ext cx="192" cy="115"/>
            </a:xfrm>
            <a:custGeom>
              <a:avLst/>
              <a:gdLst>
                <a:gd name="T0" fmla="*/ 105 w 77"/>
                <a:gd name="T1" fmla="*/ 78 h 43"/>
                <a:gd name="T2" fmla="*/ 125 w 77"/>
                <a:gd name="T3" fmla="*/ 380 h 43"/>
                <a:gd name="T4" fmla="*/ 529 w 77"/>
                <a:gd name="T5" fmla="*/ 743 h 43"/>
                <a:gd name="T6" fmla="*/ 995 w 77"/>
                <a:gd name="T7" fmla="*/ 802 h 43"/>
                <a:gd name="T8" fmla="*/ 1150 w 77"/>
                <a:gd name="T9" fmla="*/ 709 h 43"/>
                <a:gd name="T10" fmla="*/ 1132 w 77"/>
                <a:gd name="T11" fmla="*/ 516 h 43"/>
                <a:gd name="T12" fmla="*/ 728 w 77"/>
                <a:gd name="T13" fmla="*/ 479 h 43"/>
                <a:gd name="T14" fmla="*/ 374 w 77"/>
                <a:gd name="T15" fmla="*/ 308 h 43"/>
                <a:gd name="T16" fmla="*/ 105 w 77"/>
                <a:gd name="T17" fmla="*/ 56 h 4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7" h="43">
                  <a:moveTo>
                    <a:pt x="7" y="4"/>
                  </a:moveTo>
                  <a:cubicBezTo>
                    <a:pt x="0" y="4"/>
                    <a:pt x="6" y="17"/>
                    <a:pt x="8" y="20"/>
                  </a:cubicBezTo>
                  <a:cubicBezTo>
                    <a:pt x="14" y="28"/>
                    <a:pt x="24" y="36"/>
                    <a:pt x="34" y="39"/>
                  </a:cubicBezTo>
                  <a:cubicBezTo>
                    <a:pt x="44" y="42"/>
                    <a:pt x="53" y="43"/>
                    <a:pt x="64" y="42"/>
                  </a:cubicBezTo>
                  <a:cubicBezTo>
                    <a:pt x="68" y="41"/>
                    <a:pt x="71" y="41"/>
                    <a:pt x="74" y="37"/>
                  </a:cubicBezTo>
                  <a:cubicBezTo>
                    <a:pt x="76" y="34"/>
                    <a:pt x="77" y="30"/>
                    <a:pt x="73" y="27"/>
                  </a:cubicBezTo>
                  <a:cubicBezTo>
                    <a:pt x="67" y="22"/>
                    <a:pt x="54" y="26"/>
                    <a:pt x="47" y="25"/>
                  </a:cubicBezTo>
                  <a:cubicBezTo>
                    <a:pt x="39" y="25"/>
                    <a:pt x="30" y="21"/>
                    <a:pt x="24" y="16"/>
                  </a:cubicBezTo>
                  <a:cubicBezTo>
                    <a:pt x="20" y="12"/>
                    <a:pt x="13" y="0"/>
                    <a:pt x="7" y="3"/>
                  </a:cubicBezTo>
                </a:path>
              </a:pathLst>
            </a:custGeom>
            <a:solidFill>
              <a:srgbClr val="B7D2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820" name="Freeform 830">
              <a:extLst>
                <a:ext uri="{FF2B5EF4-FFF2-40B4-BE49-F238E27FC236}">
                  <a16:creationId xmlns:a16="http://schemas.microsoft.com/office/drawing/2014/main" id="{5FFAFAC8-B629-4186-85A5-BE35480D2BA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7" y="3707"/>
              <a:ext cx="65" cy="114"/>
            </a:xfrm>
            <a:custGeom>
              <a:avLst/>
              <a:gdLst>
                <a:gd name="T0" fmla="*/ 0 w 26"/>
                <a:gd name="T1" fmla="*/ 133 h 43"/>
                <a:gd name="T2" fmla="*/ 220 w 26"/>
                <a:gd name="T3" fmla="*/ 77 h 43"/>
                <a:gd name="T4" fmla="*/ 345 w 26"/>
                <a:gd name="T5" fmla="*/ 0 h 43"/>
                <a:gd name="T6" fmla="*/ 375 w 26"/>
                <a:gd name="T7" fmla="*/ 111 h 43"/>
                <a:gd name="T8" fmla="*/ 333 w 26"/>
                <a:gd name="T9" fmla="*/ 353 h 43"/>
                <a:gd name="T10" fmla="*/ 188 w 26"/>
                <a:gd name="T11" fmla="*/ 655 h 43"/>
                <a:gd name="T12" fmla="*/ 125 w 26"/>
                <a:gd name="T13" fmla="*/ 392 h 43"/>
                <a:gd name="T14" fmla="*/ 33 w 26"/>
                <a:gd name="T15" fmla="*/ 191 h 4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6" h="43">
                  <a:moveTo>
                    <a:pt x="0" y="7"/>
                  </a:moveTo>
                  <a:cubicBezTo>
                    <a:pt x="3" y="9"/>
                    <a:pt x="11" y="5"/>
                    <a:pt x="14" y="4"/>
                  </a:cubicBezTo>
                  <a:cubicBezTo>
                    <a:pt x="17" y="3"/>
                    <a:pt x="20" y="1"/>
                    <a:pt x="22" y="0"/>
                  </a:cubicBezTo>
                  <a:cubicBezTo>
                    <a:pt x="26" y="0"/>
                    <a:pt x="24" y="2"/>
                    <a:pt x="24" y="6"/>
                  </a:cubicBezTo>
                  <a:cubicBezTo>
                    <a:pt x="23" y="10"/>
                    <a:pt x="22" y="15"/>
                    <a:pt x="21" y="19"/>
                  </a:cubicBezTo>
                  <a:cubicBezTo>
                    <a:pt x="20" y="22"/>
                    <a:pt x="16" y="43"/>
                    <a:pt x="12" y="35"/>
                  </a:cubicBezTo>
                  <a:cubicBezTo>
                    <a:pt x="10" y="31"/>
                    <a:pt x="10" y="25"/>
                    <a:pt x="8" y="21"/>
                  </a:cubicBezTo>
                  <a:cubicBezTo>
                    <a:pt x="6" y="17"/>
                    <a:pt x="3" y="14"/>
                    <a:pt x="2" y="10"/>
                  </a:cubicBezTo>
                </a:path>
              </a:pathLst>
            </a:custGeom>
            <a:solidFill>
              <a:srgbClr val="B7D2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821" name="Freeform 831">
              <a:extLst>
                <a:ext uri="{FF2B5EF4-FFF2-40B4-BE49-F238E27FC236}">
                  <a16:creationId xmlns:a16="http://schemas.microsoft.com/office/drawing/2014/main" id="{F0FE31C2-FB30-460A-A6CB-F029BE4D3B1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9" y="3645"/>
              <a:ext cx="123" cy="70"/>
            </a:xfrm>
            <a:custGeom>
              <a:avLst/>
              <a:gdLst>
                <a:gd name="T0" fmla="*/ 50 w 49"/>
                <a:gd name="T1" fmla="*/ 275 h 26"/>
                <a:gd name="T2" fmla="*/ 63 w 49"/>
                <a:gd name="T3" fmla="*/ 22 h 26"/>
                <a:gd name="T4" fmla="*/ 663 w 49"/>
                <a:gd name="T5" fmla="*/ 275 h 26"/>
                <a:gd name="T6" fmla="*/ 585 w 49"/>
                <a:gd name="T7" fmla="*/ 506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9" h="26">
                  <a:moveTo>
                    <a:pt x="3" y="14"/>
                  </a:moveTo>
                  <a:cubicBezTo>
                    <a:pt x="1" y="9"/>
                    <a:pt x="0" y="2"/>
                    <a:pt x="4" y="1"/>
                  </a:cubicBezTo>
                  <a:cubicBezTo>
                    <a:pt x="12" y="0"/>
                    <a:pt x="30" y="15"/>
                    <a:pt x="42" y="14"/>
                  </a:cubicBezTo>
                  <a:cubicBezTo>
                    <a:pt x="49" y="14"/>
                    <a:pt x="43" y="21"/>
                    <a:pt x="37" y="26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822" name="Freeform 832">
              <a:extLst>
                <a:ext uri="{FF2B5EF4-FFF2-40B4-BE49-F238E27FC236}">
                  <a16:creationId xmlns:a16="http://schemas.microsoft.com/office/drawing/2014/main" id="{236BC606-9C75-4D4C-992E-30CA2F92964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4" y="3648"/>
              <a:ext cx="65" cy="32"/>
            </a:xfrm>
            <a:custGeom>
              <a:avLst/>
              <a:gdLst>
                <a:gd name="T0" fmla="*/ 33 w 26"/>
                <a:gd name="T1" fmla="*/ 149 h 12"/>
                <a:gd name="T2" fmla="*/ 50 w 26"/>
                <a:gd name="T3" fmla="*/ 35 h 12"/>
                <a:gd name="T4" fmla="*/ 145 w 26"/>
                <a:gd name="T5" fmla="*/ 77 h 12"/>
                <a:gd name="T6" fmla="*/ 408 w 26"/>
                <a:gd name="T7" fmla="*/ 227 h 12"/>
                <a:gd name="T8" fmla="*/ 175 w 26"/>
                <a:gd name="T9" fmla="*/ 149 h 12"/>
                <a:gd name="T10" fmla="*/ 33 w 26"/>
                <a:gd name="T11" fmla="*/ 93 h 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6" h="12">
                  <a:moveTo>
                    <a:pt x="2" y="8"/>
                  </a:moveTo>
                  <a:cubicBezTo>
                    <a:pt x="0" y="7"/>
                    <a:pt x="1" y="3"/>
                    <a:pt x="3" y="2"/>
                  </a:cubicBezTo>
                  <a:cubicBezTo>
                    <a:pt x="5" y="0"/>
                    <a:pt x="7" y="2"/>
                    <a:pt x="9" y="4"/>
                  </a:cubicBezTo>
                  <a:cubicBezTo>
                    <a:pt x="14" y="7"/>
                    <a:pt x="22" y="8"/>
                    <a:pt x="26" y="12"/>
                  </a:cubicBezTo>
                  <a:cubicBezTo>
                    <a:pt x="21" y="11"/>
                    <a:pt x="16" y="10"/>
                    <a:pt x="11" y="8"/>
                  </a:cubicBezTo>
                  <a:cubicBezTo>
                    <a:pt x="9" y="7"/>
                    <a:pt x="4" y="2"/>
                    <a:pt x="2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823" name="Freeform 833">
              <a:extLst>
                <a:ext uri="{FF2B5EF4-FFF2-40B4-BE49-F238E27FC236}">
                  <a16:creationId xmlns:a16="http://schemas.microsoft.com/office/drawing/2014/main" id="{FC7C9A51-366B-4B31-9BD7-4E8539C2FB7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7" y="3699"/>
              <a:ext cx="92" cy="29"/>
            </a:xfrm>
            <a:custGeom>
              <a:avLst/>
              <a:gdLst>
                <a:gd name="T0" fmla="*/ 12 w 37"/>
                <a:gd name="T1" fmla="*/ 166 h 11"/>
                <a:gd name="T2" fmla="*/ 0 w 37"/>
                <a:gd name="T3" fmla="*/ 145 h 11"/>
                <a:gd name="T4" fmla="*/ 308 w 37"/>
                <a:gd name="T5" fmla="*/ 111 h 11"/>
                <a:gd name="T6" fmla="*/ 462 w 37"/>
                <a:gd name="T7" fmla="*/ 55 h 11"/>
                <a:gd name="T8" fmla="*/ 569 w 37"/>
                <a:gd name="T9" fmla="*/ 0 h 11"/>
                <a:gd name="T10" fmla="*/ 415 w 37"/>
                <a:gd name="T11" fmla="*/ 90 h 11"/>
                <a:gd name="T12" fmla="*/ 259 w 37"/>
                <a:gd name="T13" fmla="*/ 166 h 11"/>
                <a:gd name="T14" fmla="*/ 12 w 37"/>
                <a:gd name="T15" fmla="*/ 182 h 1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7" h="11">
                  <a:moveTo>
                    <a:pt x="1" y="9"/>
                  </a:moveTo>
                  <a:cubicBezTo>
                    <a:pt x="0" y="9"/>
                    <a:pt x="0" y="9"/>
                    <a:pt x="0" y="8"/>
                  </a:cubicBezTo>
                  <a:cubicBezTo>
                    <a:pt x="7" y="9"/>
                    <a:pt x="13" y="7"/>
                    <a:pt x="20" y="6"/>
                  </a:cubicBezTo>
                  <a:cubicBezTo>
                    <a:pt x="24" y="5"/>
                    <a:pt x="26" y="4"/>
                    <a:pt x="30" y="3"/>
                  </a:cubicBezTo>
                  <a:cubicBezTo>
                    <a:pt x="32" y="2"/>
                    <a:pt x="35" y="0"/>
                    <a:pt x="37" y="0"/>
                  </a:cubicBezTo>
                  <a:cubicBezTo>
                    <a:pt x="36" y="3"/>
                    <a:pt x="31" y="4"/>
                    <a:pt x="27" y="5"/>
                  </a:cubicBezTo>
                  <a:cubicBezTo>
                    <a:pt x="24" y="7"/>
                    <a:pt x="20" y="8"/>
                    <a:pt x="17" y="9"/>
                  </a:cubicBezTo>
                  <a:cubicBezTo>
                    <a:pt x="11" y="11"/>
                    <a:pt x="6" y="10"/>
                    <a:pt x="1" y="1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824" name="Freeform 834">
              <a:extLst>
                <a:ext uri="{FF2B5EF4-FFF2-40B4-BE49-F238E27FC236}">
                  <a16:creationId xmlns:a16="http://schemas.microsoft.com/office/drawing/2014/main" id="{9BBF2318-CD96-4660-A02E-207E366FCE1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9" y="3725"/>
              <a:ext cx="40" cy="110"/>
            </a:xfrm>
            <a:custGeom>
              <a:avLst/>
              <a:gdLst>
                <a:gd name="T0" fmla="*/ 188 w 16"/>
                <a:gd name="T1" fmla="*/ 0 h 41"/>
                <a:gd name="T2" fmla="*/ 208 w 16"/>
                <a:gd name="T3" fmla="*/ 35 h 41"/>
                <a:gd name="T4" fmla="*/ 238 w 16"/>
                <a:gd name="T5" fmla="*/ 115 h 41"/>
                <a:gd name="T6" fmla="*/ 208 w 16"/>
                <a:gd name="T7" fmla="*/ 215 h 41"/>
                <a:gd name="T8" fmla="*/ 158 w 16"/>
                <a:gd name="T9" fmla="*/ 274 h 41"/>
                <a:gd name="T10" fmla="*/ 158 w 16"/>
                <a:gd name="T11" fmla="*/ 346 h 41"/>
                <a:gd name="T12" fmla="*/ 145 w 16"/>
                <a:gd name="T13" fmla="*/ 461 h 41"/>
                <a:gd name="T14" fmla="*/ 83 w 16"/>
                <a:gd name="T15" fmla="*/ 539 h 41"/>
                <a:gd name="T16" fmla="*/ 63 w 16"/>
                <a:gd name="T17" fmla="*/ 655 h 41"/>
                <a:gd name="T18" fmla="*/ 0 w 16"/>
                <a:gd name="T19" fmla="*/ 791 h 41"/>
                <a:gd name="T20" fmla="*/ 83 w 16"/>
                <a:gd name="T21" fmla="*/ 598 h 41"/>
                <a:gd name="T22" fmla="*/ 125 w 16"/>
                <a:gd name="T23" fmla="*/ 518 h 41"/>
                <a:gd name="T24" fmla="*/ 175 w 16"/>
                <a:gd name="T25" fmla="*/ 402 h 41"/>
                <a:gd name="T26" fmla="*/ 175 w 16"/>
                <a:gd name="T27" fmla="*/ 309 h 41"/>
                <a:gd name="T28" fmla="*/ 238 w 16"/>
                <a:gd name="T29" fmla="*/ 215 h 41"/>
                <a:gd name="T30" fmla="*/ 238 w 16"/>
                <a:gd name="T31" fmla="*/ 94 h 41"/>
                <a:gd name="T32" fmla="*/ 188 w 16"/>
                <a:gd name="T33" fmla="*/ 0 h 41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6" h="41">
                  <a:moveTo>
                    <a:pt x="12" y="0"/>
                  </a:moveTo>
                  <a:cubicBezTo>
                    <a:pt x="12" y="0"/>
                    <a:pt x="13" y="1"/>
                    <a:pt x="13" y="2"/>
                  </a:cubicBezTo>
                  <a:cubicBezTo>
                    <a:pt x="14" y="3"/>
                    <a:pt x="14" y="4"/>
                    <a:pt x="15" y="6"/>
                  </a:cubicBezTo>
                  <a:cubicBezTo>
                    <a:pt x="15" y="7"/>
                    <a:pt x="14" y="10"/>
                    <a:pt x="13" y="11"/>
                  </a:cubicBezTo>
                  <a:cubicBezTo>
                    <a:pt x="12" y="13"/>
                    <a:pt x="11" y="13"/>
                    <a:pt x="10" y="14"/>
                  </a:cubicBezTo>
                  <a:cubicBezTo>
                    <a:pt x="9" y="15"/>
                    <a:pt x="10" y="17"/>
                    <a:pt x="10" y="18"/>
                  </a:cubicBezTo>
                  <a:cubicBezTo>
                    <a:pt x="10" y="20"/>
                    <a:pt x="10" y="22"/>
                    <a:pt x="9" y="24"/>
                  </a:cubicBezTo>
                  <a:cubicBezTo>
                    <a:pt x="8" y="26"/>
                    <a:pt x="6" y="27"/>
                    <a:pt x="5" y="28"/>
                  </a:cubicBezTo>
                  <a:cubicBezTo>
                    <a:pt x="4" y="30"/>
                    <a:pt x="4" y="32"/>
                    <a:pt x="4" y="34"/>
                  </a:cubicBezTo>
                  <a:cubicBezTo>
                    <a:pt x="3" y="37"/>
                    <a:pt x="1" y="39"/>
                    <a:pt x="0" y="41"/>
                  </a:cubicBezTo>
                  <a:cubicBezTo>
                    <a:pt x="4" y="38"/>
                    <a:pt x="4" y="35"/>
                    <a:pt x="5" y="31"/>
                  </a:cubicBezTo>
                  <a:cubicBezTo>
                    <a:pt x="6" y="28"/>
                    <a:pt x="6" y="28"/>
                    <a:pt x="8" y="27"/>
                  </a:cubicBezTo>
                  <a:cubicBezTo>
                    <a:pt x="10" y="25"/>
                    <a:pt x="10" y="23"/>
                    <a:pt x="11" y="21"/>
                  </a:cubicBezTo>
                  <a:cubicBezTo>
                    <a:pt x="11" y="19"/>
                    <a:pt x="11" y="18"/>
                    <a:pt x="11" y="16"/>
                  </a:cubicBezTo>
                  <a:cubicBezTo>
                    <a:pt x="11" y="14"/>
                    <a:pt x="14" y="13"/>
                    <a:pt x="15" y="11"/>
                  </a:cubicBezTo>
                  <a:cubicBezTo>
                    <a:pt x="16" y="10"/>
                    <a:pt x="16" y="7"/>
                    <a:pt x="15" y="5"/>
                  </a:cubicBezTo>
                  <a:cubicBezTo>
                    <a:pt x="15" y="4"/>
                    <a:pt x="12" y="2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825" name="Freeform 835">
              <a:extLst>
                <a:ext uri="{FF2B5EF4-FFF2-40B4-BE49-F238E27FC236}">
                  <a16:creationId xmlns:a16="http://schemas.microsoft.com/office/drawing/2014/main" id="{6B505D61-CABB-4217-9CC3-93AACE0424C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9" y="3853"/>
              <a:ext cx="55" cy="86"/>
            </a:xfrm>
            <a:custGeom>
              <a:avLst/>
              <a:gdLst>
                <a:gd name="T0" fmla="*/ 313 w 22"/>
                <a:gd name="T1" fmla="*/ 0 h 32"/>
                <a:gd name="T2" fmla="*/ 283 w 22"/>
                <a:gd name="T3" fmla="*/ 116 h 32"/>
                <a:gd name="T4" fmla="*/ 250 w 22"/>
                <a:gd name="T5" fmla="*/ 196 h 32"/>
                <a:gd name="T6" fmla="*/ 270 w 22"/>
                <a:gd name="T7" fmla="*/ 312 h 32"/>
                <a:gd name="T8" fmla="*/ 250 w 22"/>
                <a:gd name="T9" fmla="*/ 427 h 32"/>
                <a:gd name="T10" fmla="*/ 145 w 22"/>
                <a:gd name="T11" fmla="*/ 527 h 32"/>
                <a:gd name="T12" fmla="*/ 0 w 22"/>
                <a:gd name="T13" fmla="*/ 564 h 32"/>
                <a:gd name="T14" fmla="*/ 145 w 22"/>
                <a:gd name="T15" fmla="*/ 543 h 32"/>
                <a:gd name="T16" fmla="*/ 283 w 22"/>
                <a:gd name="T17" fmla="*/ 427 h 32"/>
                <a:gd name="T18" fmla="*/ 283 w 22"/>
                <a:gd name="T19" fmla="*/ 312 h 32"/>
                <a:gd name="T20" fmla="*/ 250 w 22"/>
                <a:gd name="T21" fmla="*/ 218 h 32"/>
                <a:gd name="T22" fmla="*/ 333 w 22"/>
                <a:gd name="T23" fmla="*/ 22 h 3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2" h="32">
                  <a:moveTo>
                    <a:pt x="20" y="0"/>
                  </a:moveTo>
                  <a:cubicBezTo>
                    <a:pt x="21" y="3"/>
                    <a:pt x="20" y="5"/>
                    <a:pt x="18" y="6"/>
                  </a:cubicBezTo>
                  <a:cubicBezTo>
                    <a:pt x="17" y="8"/>
                    <a:pt x="16" y="8"/>
                    <a:pt x="16" y="10"/>
                  </a:cubicBezTo>
                  <a:cubicBezTo>
                    <a:pt x="16" y="11"/>
                    <a:pt x="17" y="14"/>
                    <a:pt x="17" y="16"/>
                  </a:cubicBezTo>
                  <a:cubicBezTo>
                    <a:pt x="17" y="18"/>
                    <a:pt x="17" y="20"/>
                    <a:pt x="16" y="22"/>
                  </a:cubicBezTo>
                  <a:cubicBezTo>
                    <a:pt x="15" y="25"/>
                    <a:pt x="11" y="25"/>
                    <a:pt x="9" y="27"/>
                  </a:cubicBezTo>
                  <a:cubicBezTo>
                    <a:pt x="6" y="30"/>
                    <a:pt x="4" y="30"/>
                    <a:pt x="0" y="29"/>
                  </a:cubicBezTo>
                  <a:cubicBezTo>
                    <a:pt x="3" y="32"/>
                    <a:pt x="6" y="31"/>
                    <a:pt x="9" y="28"/>
                  </a:cubicBezTo>
                  <a:cubicBezTo>
                    <a:pt x="11" y="26"/>
                    <a:pt x="17" y="26"/>
                    <a:pt x="18" y="22"/>
                  </a:cubicBezTo>
                  <a:cubicBezTo>
                    <a:pt x="18" y="21"/>
                    <a:pt x="18" y="18"/>
                    <a:pt x="18" y="16"/>
                  </a:cubicBezTo>
                  <a:cubicBezTo>
                    <a:pt x="17" y="15"/>
                    <a:pt x="16" y="13"/>
                    <a:pt x="16" y="11"/>
                  </a:cubicBezTo>
                  <a:cubicBezTo>
                    <a:pt x="17" y="7"/>
                    <a:pt x="22" y="6"/>
                    <a:pt x="2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826" name="Freeform 836">
              <a:extLst>
                <a:ext uri="{FF2B5EF4-FFF2-40B4-BE49-F238E27FC236}">
                  <a16:creationId xmlns:a16="http://schemas.microsoft.com/office/drawing/2014/main" id="{7F44D4D6-47B6-4638-9DC3-450CDCF79A1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2" y="3808"/>
              <a:ext cx="55" cy="120"/>
            </a:xfrm>
            <a:custGeom>
              <a:avLst/>
              <a:gdLst>
                <a:gd name="T0" fmla="*/ 345 w 22"/>
                <a:gd name="T1" fmla="*/ 832 h 45"/>
                <a:gd name="T2" fmla="*/ 158 w 22"/>
                <a:gd name="T3" fmla="*/ 776 h 45"/>
                <a:gd name="T4" fmla="*/ 50 w 22"/>
                <a:gd name="T5" fmla="*/ 661 h 45"/>
                <a:gd name="T6" fmla="*/ 63 w 22"/>
                <a:gd name="T7" fmla="*/ 376 h 45"/>
                <a:gd name="T8" fmla="*/ 125 w 22"/>
                <a:gd name="T9" fmla="*/ 307 h 45"/>
                <a:gd name="T10" fmla="*/ 145 w 22"/>
                <a:gd name="T11" fmla="*/ 149 h 45"/>
                <a:gd name="T12" fmla="*/ 238 w 22"/>
                <a:gd name="T13" fmla="*/ 0 h 45"/>
                <a:gd name="T14" fmla="*/ 125 w 22"/>
                <a:gd name="T15" fmla="*/ 192 h 45"/>
                <a:gd name="T16" fmla="*/ 113 w 22"/>
                <a:gd name="T17" fmla="*/ 307 h 45"/>
                <a:gd name="T18" fmla="*/ 50 w 22"/>
                <a:gd name="T19" fmla="*/ 419 h 45"/>
                <a:gd name="T20" fmla="*/ 50 w 22"/>
                <a:gd name="T21" fmla="*/ 704 h 45"/>
                <a:gd name="T22" fmla="*/ 300 w 22"/>
                <a:gd name="T23" fmla="*/ 819 h 45"/>
                <a:gd name="T24" fmla="*/ 313 w 22"/>
                <a:gd name="T25" fmla="*/ 832 h 4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2" h="45">
                  <a:moveTo>
                    <a:pt x="22" y="44"/>
                  </a:moveTo>
                  <a:cubicBezTo>
                    <a:pt x="19" y="45"/>
                    <a:pt x="13" y="42"/>
                    <a:pt x="10" y="41"/>
                  </a:cubicBezTo>
                  <a:cubicBezTo>
                    <a:pt x="8" y="40"/>
                    <a:pt x="4" y="38"/>
                    <a:pt x="3" y="35"/>
                  </a:cubicBezTo>
                  <a:cubicBezTo>
                    <a:pt x="1" y="31"/>
                    <a:pt x="0" y="23"/>
                    <a:pt x="4" y="20"/>
                  </a:cubicBezTo>
                  <a:cubicBezTo>
                    <a:pt x="6" y="18"/>
                    <a:pt x="8" y="19"/>
                    <a:pt x="8" y="16"/>
                  </a:cubicBezTo>
                  <a:cubicBezTo>
                    <a:pt x="9" y="13"/>
                    <a:pt x="8" y="11"/>
                    <a:pt x="9" y="8"/>
                  </a:cubicBezTo>
                  <a:cubicBezTo>
                    <a:pt x="11" y="5"/>
                    <a:pt x="16" y="3"/>
                    <a:pt x="15" y="0"/>
                  </a:cubicBezTo>
                  <a:cubicBezTo>
                    <a:pt x="13" y="3"/>
                    <a:pt x="9" y="5"/>
                    <a:pt x="8" y="10"/>
                  </a:cubicBezTo>
                  <a:cubicBezTo>
                    <a:pt x="7" y="12"/>
                    <a:pt x="8" y="14"/>
                    <a:pt x="7" y="16"/>
                  </a:cubicBezTo>
                  <a:cubicBezTo>
                    <a:pt x="7" y="18"/>
                    <a:pt x="4" y="20"/>
                    <a:pt x="3" y="22"/>
                  </a:cubicBezTo>
                  <a:cubicBezTo>
                    <a:pt x="0" y="26"/>
                    <a:pt x="1" y="33"/>
                    <a:pt x="3" y="37"/>
                  </a:cubicBezTo>
                  <a:cubicBezTo>
                    <a:pt x="6" y="42"/>
                    <a:pt x="14" y="41"/>
                    <a:pt x="19" y="43"/>
                  </a:cubicBezTo>
                  <a:cubicBezTo>
                    <a:pt x="19" y="43"/>
                    <a:pt x="20" y="44"/>
                    <a:pt x="20" y="4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</p:grpSp>
      <p:grpSp>
        <p:nvGrpSpPr>
          <p:cNvPr id="30731" name="maroon-child-sweatpants-illustration">
            <a:extLst>
              <a:ext uri="{FF2B5EF4-FFF2-40B4-BE49-F238E27FC236}">
                <a16:creationId xmlns:a16="http://schemas.microsoft.com/office/drawing/2014/main" id="{CDA88408-DB70-4FFE-A945-479F81C9FCAB}"/>
              </a:ext>
            </a:extLst>
          </p:cNvPr>
          <p:cNvGrpSpPr>
            <a:grpSpLocks/>
          </p:cNvGrpSpPr>
          <p:nvPr/>
        </p:nvGrpSpPr>
        <p:grpSpPr bwMode="auto">
          <a:xfrm>
            <a:off x="8639175" y="3321050"/>
            <a:ext cx="1123950" cy="2692400"/>
            <a:chOff x="4303" y="1389"/>
            <a:chExt cx="988" cy="2419"/>
          </a:xfrm>
        </p:grpSpPr>
        <p:sp>
          <p:nvSpPr>
            <p:cNvPr id="30747" name="Freeform 838">
              <a:extLst>
                <a:ext uri="{FF2B5EF4-FFF2-40B4-BE49-F238E27FC236}">
                  <a16:creationId xmlns:a16="http://schemas.microsoft.com/office/drawing/2014/main" id="{31C49FD4-7ECB-4CB8-B264-32920E09246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3" y="1389"/>
              <a:ext cx="988" cy="2419"/>
            </a:xfrm>
            <a:custGeom>
              <a:avLst/>
              <a:gdLst>
                <a:gd name="T0" fmla="*/ 2972 w 395"/>
                <a:gd name="T1" fmla="*/ 320 h 907"/>
                <a:gd name="T2" fmla="*/ 1083 w 395"/>
                <a:gd name="T3" fmla="*/ 0 h 907"/>
                <a:gd name="T4" fmla="*/ 458 w 395"/>
                <a:gd name="T5" fmla="*/ 7932 h 907"/>
                <a:gd name="T6" fmla="*/ 1096 w 395"/>
                <a:gd name="T7" fmla="*/ 15933 h 907"/>
                <a:gd name="T8" fmla="*/ 1033 w 395"/>
                <a:gd name="T9" fmla="*/ 16752 h 907"/>
                <a:gd name="T10" fmla="*/ 2176 w 395"/>
                <a:gd name="T11" fmla="*/ 16845 h 907"/>
                <a:gd name="T12" fmla="*/ 2271 w 395"/>
                <a:gd name="T13" fmla="*/ 16104 h 907"/>
                <a:gd name="T14" fmla="*/ 2846 w 395"/>
                <a:gd name="T15" fmla="*/ 10756 h 907"/>
                <a:gd name="T16" fmla="*/ 3084 w 395"/>
                <a:gd name="T17" fmla="*/ 5499 h 907"/>
                <a:gd name="T18" fmla="*/ 3097 w 395"/>
                <a:gd name="T19" fmla="*/ 5499 h 907"/>
                <a:gd name="T20" fmla="*/ 3317 w 395"/>
                <a:gd name="T21" fmla="*/ 10756 h 907"/>
                <a:gd name="T22" fmla="*/ 3897 w 395"/>
                <a:gd name="T23" fmla="*/ 16104 h 907"/>
                <a:gd name="T24" fmla="*/ 3992 w 395"/>
                <a:gd name="T25" fmla="*/ 16845 h 907"/>
                <a:gd name="T26" fmla="*/ 5130 w 395"/>
                <a:gd name="T27" fmla="*/ 16752 h 907"/>
                <a:gd name="T28" fmla="*/ 5088 w 395"/>
                <a:gd name="T29" fmla="*/ 15933 h 907"/>
                <a:gd name="T30" fmla="*/ 5725 w 395"/>
                <a:gd name="T31" fmla="*/ 7932 h 907"/>
                <a:gd name="T32" fmla="*/ 5088 w 395"/>
                <a:gd name="T33" fmla="*/ 0 h 907"/>
                <a:gd name="T34" fmla="*/ 3192 w 395"/>
                <a:gd name="T35" fmla="*/ 320 h 907"/>
                <a:gd name="T36" fmla="*/ 2972 w 395"/>
                <a:gd name="T37" fmla="*/ 320 h 907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395" h="907">
                  <a:moveTo>
                    <a:pt x="190" y="17"/>
                  </a:moveTo>
                  <a:cubicBezTo>
                    <a:pt x="155" y="17"/>
                    <a:pt x="114" y="12"/>
                    <a:pt x="69" y="0"/>
                  </a:cubicBezTo>
                  <a:cubicBezTo>
                    <a:pt x="69" y="0"/>
                    <a:pt x="19" y="126"/>
                    <a:pt x="29" y="418"/>
                  </a:cubicBezTo>
                  <a:cubicBezTo>
                    <a:pt x="36" y="646"/>
                    <a:pt x="0" y="806"/>
                    <a:pt x="70" y="840"/>
                  </a:cubicBezTo>
                  <a:cubicBezTo>
                    <a:pt x="66" y="883"/>
                    <a:pt x="66" y="883"/>
                    <a:pt x="66" y="883"/>
                  </a:cubicBezTo>
                  <a:cubicBezTo>
                    <a:pt x="66" y="883"/>
                    <a:pt x="93" y="907"/>
                    <a:pt x="139" y="888"/>
                  </a:cubicBezTo>
                  <a:cubicBezTo>
                    <a:pt x="145" y="849"/>
                    <a:pt x="145" y="849"/>
                    <a:pt x="145" y="849"/>
                  </a:cubicBezTo>
                  <a:cubicBezTo>
                    <a:pt x="145" y="849"/>
                    <a:pt x="168" y="863"/>
                    <a:pt x="182" y="567"/>
                  </a:cubicBezTo>
                  <a:cubicBezTo>
                    <a:pt x="186" y="495"/>
                    <a:pt x="197" y="290"/>
                    <a:pt x="197" y="290"/>
                  </a:cubicBezTo>
                  <a:cubicBezTo>
                    <a:pt x="198" y="290"/>
                    <a:pt x="198" y="290"/>
                    <a:pt x="198" y="290"/>
                  </a:cubicBezTo>
                  <a:cubicBezTo>
                    <a:pt x="198" y="290"/>
                    <a:pt x="208" y="495"/>
                    <a:pt x="212" y="567"/>
                  </a:cubicBezTo>
                  <a:cubicBezTo>
                    <a:pt x="226" y="863"/>
                    <a:pt x="249" y="849"/>
                    <a:pt x="249" y="849"/>
                  </a:cubicBezTo>
                  <a:cubicBezTo>
                    <a:pt x="255" y="888"/>
                    <a:pt x="255" y="888"/>
                    <a:pt x="255" y="888"/>
                  </a:cubicBezTo>
                  <a:cubicBezTo>
                    <a:pt x="302" y="907"/>
                    <a:pt x="328" y="883"/>
                    <a:pt x="328" y="883"/>
                  </a:cubicBezTo>
                  <a:cubicBezTo>
                    <a:pt x="325" y="840"/>
                    <a:pt x="325" y="840"/>
                    <a:pt x="325" y="840"/>
                  </a:cubicBezTo>
                  <a:cubicBezTo>
                    <a:pt x="395" y="806"/>
                    <a:pt x="358" y="646"/>
                    <a:pt x="366" y="418"/>
                  </a:cubicBezTo>
                  <a:cubicBezTo>
                    <a:pt x="375" y="126"/>
                    <a:pt x="325" y="0"/>
                    <a:pt x="325" y="0"/>
                  </a:cubicBezTo>
                  <a:cubicBezTo>
                    <a:pt x="281" y="12"/>
                    <a:pt x="240" y="17"/>
                    <a:pt x="204" y="17"/>
                  </a:cubicBezTo>
                  <a:lnTo>
                    <a:pt x="190" y="17"/>
                  </a:lnTo>
                  <a:close/>
                </a:path>
              </a:pathLst>
            </a:custGeom>
            <a:solidFill>
              <a:srgbClr val="9934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748" name="Freeform 839">
              <a:extLst>
                <a:ext uri="{FF2B5EF4-FFF2-40B4-BE49-F238E27FC236}">
                  <a16:creationId xmlns:a16="http://schemas.microsoft.com/office/drawing/2014/main" id="{5C067298-9FB9-41BA-B4D8-01CF01ACC14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303" y="1389"/>
              <a:ext cx="760" cy="2400"/>
            </a:xfrm>
            <a:custGeom>
              <a:avLst/>
              <a:gdLst>
                <a:gd name="T0" fmla="*/ 4345 w 304"/>
                <a:gd name="T1" fmla="*/ 16099 h 900"/>
                <a:gd name="T2" fmla="*/ 3770 w 304"/>
                <a:gd name="T3" fmla="*/ 10752 h 900"/>
                <a:gd name="T4" fmla="*/ 3208 w 304"/>
                <a:gd name="T5" fmla="*/ 5483 h 900"/>
                <a:gd name="T6" fmla="*/ 3083 w 304"/>
                <a:gd name="T7" fmla="*/ 5496 h 900"/>
                <a:gd name="T8" fmla="*/ 3313 w 304"/>
                <a:gd name="T9" fmla="*/ 10717 h 900"/>
                <a:gd name="T10" fmla="*/ 3313 w 304"/>
                <a:gd name="T11" fmla="*/ 10752 h 900"/>
                <a:gd name="T12" fmla="*/ 3895 w 304"/>
                <a:gd name="T13" fmla="*/ 16099 h 900"/>
                <a:gd name="T14" fmla="*/ 3988 w 304"/>
                <a:gd name="T15" fmla="*/ 16840 h 900"/>
                <a:gd name="T16" fmla="*/ 4750 w 304"/>
                <a:gd name="T17" fmla="*/ 16952 h 900"/>
                <a:gd name="T18" fmla="*/ 4438 w 304"/>
                <a:gd name="T19" fmla="*/ 16840 h 900"/>
                <a:gd name="T20" fmla="*/ 4345 w 304"/>
                <a:gd name="T21" fmla="*/ 16099 h 900"/>
                <a:gd name="T22" fmla="*/ 1550 w 304"/>
                <a:gd name="T23" fmla="*/ 15928 h 900"/>
                <a:gd name="T24" fmla="*/ 908 w 304"/>
                <a:gd name="T25" fmla="*/ 7928 h 900"/>
                <a:gd name="T26" fmla="*/ 1500 w 304"/>
                <a:gd name="T27" fmla="*/ 136 h 900"/>
                <a:gd name="T28" fmla="*/ 1083 w 304"/>
                <a:gd name="T29" fmla="*/ 0 h 900"/>
                <a:gd name="T30" fmla="*/ 458 w 304"/>
                <a:gd name="T31" fmla="*/ 7928 h 900"/>
                <a:gd name="T32" fmla="*/ 1095 w 304"/>
                <a:gd name="T33" fmla="*/ 15928 h 900"/>
                <a:gd name="T34" fmla="*/ 1033 w 304"/>
                <a:gd name="T35" fmla="*/ 16747 h 900"/>
                <a:gd name="T36" fmla="*/ 1875 w 304"/>
                <a:gd name="T37" fmla="*/ 16952 h 900"/>
                <a:gd name="T38" fmla="*/ 1488 w 304"/>
                <a:gd name="T39" fmla="*/ 16747 h 900"/>
                <a:gd name="T40" fmla="*/ 1550 w 304"/>
                <a:gd name="T41" fmla="*/ 15928 h 900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304" h="900">
                  <a:moveTo>
                    <a:pt x="278" y="849"/>
                  </a:moveTo>
                  <a:cubicBezTo>
                    <a:pt x="278" y="849"/>
                    <a:pt x="255" y="863"/>
                    <a:pt x="241" y="567"/>
                  </a:cubicBezTo>
                  <a:cubicBezTo>
                    <a:pt x="238" y="495"/>
                    <a:pt x="205" y="289"/>
                    <a:pt x="205" y="289"/>
                  </a:cubicBezTo>
                  <a:cubicBezTo>
                    <a:pt x="197" y="290"/>
                    <a:pt x="197" y="290"/>
                    <a:pt x="197" y="290"/>
                  </a:cubicBezTo>
                  <a:cubicBezTo>
                    <a:pt x="197" y="290"/>
                    <a:pt x="209" y="488"/>
                    <a:pt x="212" y="565"/>
                  </a:cubicBezTo>
                  <a:cubicBezTo>
                    <a:pt x="212" y="566"/>
                    <a:pt x="212" y="566"/>
                    <a:pt x="212" y="567"/>
                  </a:cubicBezTo>
                  <a:cubicBezTo>
                    <a:pt x="226" y="863"/>
                    <a:pt x="249" y="849"/>
                    <a:pt x="249" y="849"/>
                  </a:cubicBezTo>
                  <a:cubicBezTo>
                    <a:pt x="255" y="888"/>
                    <a:pt x="255" y="888"/>
                    <a:pt x="255" y="888"/>
                  </a:cubicBezTo>
                  <a:cubicBezTo>
                    <a:pt x="275" y="896"/>
                    <a:pt x="292" y="896"/>
                    <a:pt x="304" y="894"/>
                  </a:cubicBezTo>
                  <a:cubicBezTo>
                    <a:pt x="298" y="893"/>
                    <a:pt x="291" y="891"/>
                    <a:pt x="284" y="888"/>
                  </a:cubicBezTo>
                  <a:lnTo>
                    <a:pt x="278" y="849"/>
                  </a:lnTo>
                  <a:close/>
                  <a:moveTo>
                    <a:pt x="99" y="840"/>
                  </a:moveTo>
                  <a:cubicBezTo>
                    <a:pt x="29" y="806"/>
                    <a:pt x="66" y="646"/>
                    <a:pt x="58" y="418"/>
                  </a:cubicBezTo>
                  <a:cubicBezTo>
                    <a:pt x="49" y="163"/>
                    <a:pt x="87" y="35"/>
                    <a:pt x="96" y="7"/>
                  </a:cubicBezTo>
                  <a:cubicBezTo>
                    <a:pt x="87" y="5"/>
                    <a:pt x="78" y="3"/>
                    <a:pt x="69" y="0"/>
                  </a:cubicBezTo>
                  <a:cubicBezTo>
                    <a:pt x="69" y="0"/>
                    <a:pt x="19" y="126"/>
                    <a:pt x="29" y="418"/>
                  </a:cubicBezTo>
                  <a:cubicBezTo>
                    <a:pt x="36" y="646"/>
                    <a:pt x="0" y="806"/>
                    <a:pt x="70" y="840"/>
                  </a:cubicBezTo>
                  <a:cubicBezTo>
                    <a:pt x="66" y="883"/>
                    <a:pt x="66" y="883"/>
                    <a:pt x="66" y="883"/>
                  </a:cubicBezTo>
                  <a:cubicBezTo>
                    <a:pt x="66" y="883"/>
                    <a:pt x="85" y="900"/>
                    <a:pt x="120" y="894"/>
                  </a:cubicBezTo>
                  <a:cubicBezTo>
                    <a:pt x="104" y="890"/>
                    <a:pt x="95" y="883"/>
                    <a:pt x="95" y="883"/>
                  </a:cubicBezTo>
                  <a:lnTo>
                    <a:pt x="99" y="840"/>
                  </a:lnTo>
                  <a:close/>
                </a:path>
              </a:pathLst>
            </a:custGeom>
            <a:solidFill>
              <a:srgbClr val="A842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749" name="Freeform 840">
              <a:extLst>
                <a:ext uri="{FF2B5EF4-FFF2-40B4-BE49-F238E27FC236}">
                  <a16:creationId xmlns:a16="http://schemas.microsoft.com/office/drawing/2014/main" id="{67D14466-526B-4819-8C91-BEDBDA2DB86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3" y="1389"/>
              <a:ext cx="988" cy="2419"/>
            </a:xfrm>
            <a:custGeom>
              <a:avLst/>
              <a:gdLst>
                <a:gd name="T0" fmla="*/ 2972 w 395"/>
                <a:gd name="T1" fmla="*/ 320 h 907"/>
                <a:gd name="T2" fmla="*/ 1083 w 395"/>
                <a:gd name="T3" fmla="*/ 0 h 907"/>
                <a:gd name="T4" fmla="*/ 458 w 395"/>
                <a:gd name="T5" fmla="*/ 7932 h 907"/>
                <a:gd name="T6" fmla="*/ 1096 w 395"/>
                <a:gd name="T7" fmla="*/ 15933 h 907"/>
                <a:gd name="T8" fmla="*/ 1033 w 395"/>
                <a:gd name="T9" fmla="*/ 16752 h 907"/>
                <a:gd name="T10" fmla="*/ 2176 w 395"/>
                <a:gd name="T11" fmla="*/ 16845 h 907"/>
                <a:gd name="T12" fmla="*/ 2271 w 395"/>
                <a:gd name="T13" fmla="*/ 16104 h 907"/>
                <a:gd name="T14" fmla="*/ 2846 w 395"/>
                <a:gd name="T15" fmla="*/ 10756 h 907"/>
                <a:gd name="T16" fmla="*/ 3084 w 395"/>
                <a:gd name="T17" fmla="*/ 5499 h 907"/>
                <a:gd name="T18" fmla="*/ 3097 w 395"/>
                <a:gd name="T19" fmla="*/ 5499 h 907"/>
                <a:gd name="T20" fmla="*/ 3317 w 395"/>
                <a:gd name="T21" fmla="*/ 10756 h 907"/>
                <a:gd name="T22" fmla="*/ 3897 w 395"/>
                <a:gd name="T23" fmla="*/ 16104 h 907"/>
                <a:gd name="T24" fmla="*/ 3992 w 395"/>
                <a:gd name="T25" fmla="*/ 16845 h 907"/>
                <a:gd name="T26" fmla="*/ 5130 w 395"/>
                <a:gd name="T27" fmla="*/ 16752 h 907"/>
                <a:gd name="T28" fmla="*/ 5088 w 395"/>
                <a:gd name="T29" fmla="*/ 15933 h 907"/>
                <a:gd name="T30" fmla="*/ 5725 w 395"/>
                <a:gd name="T31" fmla="*/ 7932 h 907"/>
                <a:gd name="T32" fmla="*/ 5088 w 395"/>
                <a:gd name="T33" fmla="*/ 0 h 907"/>
                <a:gd name="T34" fmla="*/ 3192 w 395"/>
                <a:gd name="T35" fmla="*/ 320 h 907"/>
                <a:gd name="T36" fmla="*/ 2972 w 395"/>
                <a:gd name="T37" fmla="*/ 320 h 907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395" h="907">
                  <a:moveTo>
                    <a:pt x="190" y="17"/>
                  </a:moveTo>
                  <a:cubicBezTo>
                    <a:pt x="155" y="17"/>
                    <a:pt x="114" y="12"/>
                    <a:pt x="69" y="0"/>
                  </a:cubicBezTo>
                  <a:cubicBezTo>
                    <a:pt x="69" y="0"/>
                    <a:pt x="19" y="126"/>
                    <a:pt x="29" y="418"/>
                  </a:cubicBezTo>
                  <a:cubicBezTo>
                    <a:pt x="36" y="646"/>
                    <a:pt x="0" y="806"/>
                    <a:pt x="70" y="840"/>
                  </a:cubicBezTo>
                  <a:cubicBezTo>
                    <a:pt x="66" y="883"/>
                    <a:pt x="66" y="883"/>
                    <a:pt x="66" y="883"/>
                  </a:cubicBezTo>
                  <a:cubicBezTo>
                    <a:pt x="66" y="883"/>
                    <a:pt x="93" y="907"/>
                    <a:pt x="139" y="888"/>
                  </a:cubicBezTo>
                  <a:cubicBezTo>
                    <a:pt x="145" y="849"/>
                    <a:pt x="145" y="849"/>
                    <a:pt x="145" y="849"/>
                  </a:cubicBezTo>
                  <a:cubicBezTo>
                    <a:pt x="145" y="849"/>
                    <a:pt x="168" y="863"/>
                    <a:pt x="182" y="567"/>
                  </a:cubicBezTo>
                  <a:cubicBezTo>
                    <a:pt x="186" y="495"/>
                    <a:pt x="197" y="290"/>
                    <a:pt x="197" y="290"/>
                  </a:cubicBezTo>
                  <a:cubicBezTo>
                    <a:pt x="198" y="290"/>
                    <a:pt x="198" y="290"/>
                    <a:pt x="198" y="290"/>
                  </a:cubicBezTo>
                  <a:cubicBezTo>
                    <a:pt x="198" y="290"/>
                    <a:pt x="208" y="495"/>
                    <a:pt x="212" y="567"/>
                  </a:cubicBezTo>
                  <a:cubicBezTo>
                    <a:pt x="226" y="863"/>
                    <a:pt x="249" y="849"/>
                    <a:pt x="249" y="849"/>
                  </a:cubicBezTo>
                  <a:cubicBezTo>
                    <a:pt x="255" y="888"/>
                    <a:pt x="255" y="888"/>
                    <a:pt x="255" y="888"/>
                  </a:cubicBezTo>
                  <a:cubicBezTo>
                    <a:pt x="302" y="907"/>
                    <a:pt x="328" y="883"/>
                    <a:pt x="328" y="883"/>
                  </a:cubicBezTo>
                  <a:cubicBezTo>
                    <a:pt x="325" y="840"/>
                    <a:pt x="325" y="840"/>
                    <a:pt x="325" y="840"/>
                  </a:cubicBezTo>
                  <a:cubicBezTo>
                    <a:pt x="395" y="806"/>
                    <a:pt x="358" y="646"/>
                    <a:pt x="366" y="418"/>
                  </a:cubicBezTo>
                  <a:cubicBezTo>
                    <a:pt x="375" y="126"/>
                    <a:pt x="325" y="0"/>
                    <a:pt x="325" y="0"/>
                  </a:cubicBezTo>
                  <a:cubicBezTo>
                    <a:pt x="281" y="12"/>
                    <a:pt x="240" y="17"/>
                    <a:pt x="204" y="17"/>
                  </a:cubicBezTo>
                  <a:lnTo>
                    <a:pt x="190" y="17"/>
                  </a:ln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750" name="Freeform 841">
              <a:extLst>
                <a:ext uri="{FF2B5EF4-FFF2-40B4-BE49-F238E27FC236}">
                  <a16:creationId xmlns:a16="http://schemas.microsoft.com/office/drawing/2014/main" id="{5BDD8906-7645-49F5-84DC-6528FC73AE2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3" y="1432"/>
              <a:ext cx="668" cy="67"/>
            </a:xfrm>
            <a:custGeom>
              <a:avLst/>
              <a:gdLst>
                <a:gd name="T0" fmla="*/ 0 w 267"/>
                <a:gd name="T1" fmla="*/ 0 h 25"/>
                <a:gd name="T2" fmla="*/ 2034 w 267"/>
                <a:gd name="T3" fmla="*/ 482 h 25"/>
                <a:gd name="T4" fmla="*/ 4181 w 267"/>
                <a:gd name="T5" fmla="*/ 21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7" h="25">
                  <a:moveTo>
                    <a:pt x="0" y="0"/>
                  </a:moveTo>
                  <a:cubicBezTo>
                    <a:pt x="0" y="0"/>
                    <a:pt x="48" y="25"/>
                    <a:pt x="130" y="25"/>
                  </a:cubicBezTo>
                  <a:cubicBezTo>
                    <a:pt x="213" y="25"/>
                    <a:pt x="267" y="1"/>
                    <a:pt x="267" y="1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751" name="Freeform 842">
              <a:extLst>
                <a:ext uri="{FF2B5EF4-FFF2-40B4-BE49-F238E27FC236}">
                  <a16:creationId xmlns:a16="http://schemas.microsoft.com/office/drawing/2014/main" id="{9C450C93-0DD1-4775-910E-5E9DD1E9040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1" y="2144"/>
              <a:ext cx="100" cy="35"/>
            </a:xfrm>
            <a:custGeom>
              <a:avLst/>
              <a:gdLst>
                <a:gd name="T0" fmla="*/ 0 w 40"/>
                <a:gd name="T1" fmla="*/ 0 h 13"/>
                <a:gd name="T2" fmla="*/ 625 w 40"/>
                <a:gd name="T3" fmla="*/ 59 h 13"/>
                <a:gd name="T4" fmla="*/ 0 w 40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13">
                  <a:moveTo>
                    <a:pt x="0" y="0"/>
                  </a:moveTo>
                  <a:cubicBezTo>
                    <a:pt x="0" y="0"/>
                    <a:pt x="13" y="13"/>
                    <a:pt x="40" y="3"/>
                  </a:cubicBezTo>
                  <a:cubicBezTo>
                    <a:pt x="40" y="3"/>
                    <a:pt x="18" y="9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752" name="Freeform 843">
              <a:extLst>
                <a:ext uri="{FF2B5EF4-FFF2-40B4-BE49-F238E27FC236}">
                  <a16:creationId xmlns:a16="http://schemas.microsoft.com/office/drawing/2014/main" id="{510244F9-7938-4399-A906-98546C95C1B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3" y="3621"/>
              <a:ext cx="140" cy="24"/>
            </a:xfrm>
            <a:custGeom>
              <a:avLst/>
              <a:gdLst>
                <a:gd name="T0" fmla="*/ 0 w 56"/>
                <a:gd name="T1" fmla="*/ 35 h 9"/>
                <a:gd name="T2" fmla="*/ 145 w 56"/>
                <a:gd name="T3" fmla="*/ 21 h 9"/>
                <a:gd name="T4" fmla="*/ 270 w 56"/>
                <a:gd name="T5" fmla="*/ 136 h 9"/>
                <a:gd name="T6" fmla="*/ 270 w 56"/>
                <a:gd name="T7" fmla="*/ 0 h 9"/>
                <a:gd name="T8" fmla="*/ 408 w 56"/>
                <a:gd name="T9" fmla="*/ 115 h 9"/>
                <a:gd name="T10" fmla="*/ 408 w 56"/>
                <a:gd name="T11" fmla="*/ 56 h 9"/>
                <a:gd name="T12" fmla="*/ 688 w 56"/>
                <a:gd name="T13" fmla="*/ 93 h 9"/>
                <a:gd name="T14" fmla="*/ 875 w 56"/>
                <a:gd name="T15" fmla="*/ 115 h 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6" h="9">
                  <a:moveTo>
                    <a:pt x="0" y="2"/>
                  </a:moveTo>
                  <a:cubicBezTo>
                    <a:pt x="3" y="3"/>
                    <a:pt x="9" y="7"/>
                    <a:pt x="9" y="1"/>
                  </a:cubicBezTo>
                  <a:cubicBezTo>
                    <a:pt x="13" y="1"/>
                    <a:pt x="13" y="7"/>
                    <a:pt x="17" y="7"/>
                  </a:cubicBezTo>
                  <a:cubicBezTo>
                    <a:pt x="19" y="5"/>
                    <a:pt x="18" y="3"/>
                    <a:pt x="17" y="0"/>
                  </a:cubicBezTo>
                  <a:cubicBezTo>
                    <a:pt x="20" y="3"/>
                    <a:pt x="23" y="4"/>
                    <a:pt x="26" y="6"/>
                  </a:cubicBezTo>
                  <a:cubicBezTo>
                    <a:pt x="25" y="5"/>
                    <a:pt x="26" y="3"/>
                    <a:pt x="26" y="3"/>
                  </a:cubicBezTo>
                  <a:cubicBezTo>
                    <a:pt x="29" y="3"/>
                    <a:pt x="44" y="9"/>
                    <a:pt x="44" y="5"/>
                  </a:cubicBezTo>
                  <a:cubicBezTo>
                    <a:pt x="49" y="5"/>
                    <a:pt x="52" y="7"/>
                    <a:pt x="56" y="6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753" name="Freeform 844">
              <a:extLst>
                <a:ext uri="{FF2B5EF4-FFF2-40B4-BE49-F238E27FC236}">
                  <a16:creationId xmlns:a16="http://schemas.microsoft.com/office/drawing/2014/main" id="{1B3E859E-0970-4A39-86E2-DA47C9A527AF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1" y="3624"/>
              <a:ext cx="127" cy="35"/>
            </a:xfrm>
            <a:custGeom>
              <a:avLst/>
              <a:gdLst>
                <a:gd name="T0" fmla="*/ 787 w 51"/>
                <a:gd name="T1" fmla="*/ 0 h 13"/>
                <a:gd name="T2" fmla="*/ 603 w 51"/>
                <a:gd name="T3" fmla="*/ 116 h 13"/>
                <a:gd name="T4" fmla="*/ 620 w 51"/>
                <a:gd name="T5" fmla="*/ 35 h 13"/>
                <a:gd name="T6" fmla="*/ 496 w 51"/>
                <a:gd name="T7" fmla="*/ 159 h 13"/>
                <a:gd name="T8" fmla="*/ 496 w 51"/>
                <a:gd name="T9" fmla="*/ 35 h 13"/>
                <a:gd name="T10" fmla="*/ 321 w 51"/>
                <a:gd name="T11" fmla="*/ 116 h 13"/>
                <a:gd name="T12" fmla="*/ 137 w 51"/>
                <a:gd name="T13" fmla="*/ 159 h 13"/>
                <a:gd name="T14" fmla="*/ 0 w 51"/>
                <a:gd name="T15" fmla="*/ 197 h 1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1" h="13">
                  <a:moveTo>
                    <a:pt x="51" y="0"/>
                  </a:moveTo>
                  <a:cubicBezTo>
                    <a:pt x="48" y="3"/>
                    <a:pt x="43" y="6"/>
                    <a:pt x="39" y="6"/>
                  </a:cubicBezTo>
                  <a:cubicBezTo>
                    <a:pt x="40" y="5"/>
                    <a:pt x="40" y="3"/>
                    <a:pt x="40" y="2"/>
                  </a:cubicBezTo>
                  <a:cubicBezTo>
                    <a:pt x="38" y="4"/>
                    <a:pt x="35" y="7"/>
                    <a:pt x="32" y="8"/>
                  </a:cubicBezTo>
                  <a:cubicBezTo>
                    <a:pt x="32" y="6"/>
                    <a:pt x="31" y="4"/>
                    <a:pt x="32" y="2"/>
                  </a:cubicBezTo>
                  <a:cubicBezTo>
                    <a:pt x="28" y="3"/>
                    <a:pt x="25" y="9"/>
                    <a:pt x="21" y="6"/>
                  </a:cubicBezTo>
                  <a:cubicBezTo>
                    <a:pt x="14" y="13"/>
                    <a:pt x="17" y="8"/>
                    <a:pt x="9" y="8"/>
                  </a:cubicBezTo>
                  <a:cubicBezTo>
                    <a:pt x="7" y="7"/>
                    <a:pt x="4" y="11"/>
                    <a:pt x="0" y="10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754" name="Freeform 845">
              <a:extLst>
                <a:ext uri="{FF2B5EF4-FFF2-40B4-BE49-F238E27FC236}">
                  <a16:creationId xmlns:a16="http://schemas.microsoft.com/office/drawing/2014/main" id="{46A0E08B-3FEC-47F8-8012-34F64F7B34A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3" y="3637"/>
              <a:ext cx="25" cy="14"/>
            </a:xfrm>
            <a:custGeom>
              <a:avLst/>
              <a:gdLst>
                <a:gd name="T0" fmla="*/ 0 w 10"/>
                <a:gd name="T1" fmla="*/ 0 h 5"/>
                <a:gd name="T2" fmla="*/ 158 w 10"/>
                <a:gd name="T3" fmla="*/ 10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5">
                  <a:moveTo>
                    <a:pt x="0" y="0"/>
                  </a:moveTo>
                  <a:cubicBezTo>
                    <a:pt x="4" y="0"/>
                    <a:pt x="7" y="2"/>
                    <a:pt x="10" y="5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755" name="Freeform 846">
              <a:extLst>
                <a:ext uri="{FF2B5EF4-FFF2-40B4-BE49-F238E27FC236}">
                  <a16:creationId xmlns:a16="http://schemas.microsoft.com/office/drawing/2014/main" id="{6A855788-C403-4723-9105-C7AECEEC220A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6" y="3640"/>
              <a:ext cx="15" cy="11"/>
            </a:xfrm>
            <a:custGeom>
              <a:avLst/>
              <a:gdLst>
                <a:gd name="T0" fmla="*/ 0 w 6"/>
                <a:gd name="T1" fmla="*/ 83 h 4"/>
                <a:gd name="T2" fmla="*/ 95 w 6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4">
                  <a:moveTo>
                    <a:pt x="0" y="4"/>
                  </a:moveTo>
                  <a:cubicBezTo>
                    <a:pt x="1" y="2"/>
                    <a:pt x="3" y="0"/>
                    <a:pt x="6" y="0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756" name="Freeform 847">
              <a:extLst>
                <a:ext uri="{FF2B5EF4-FFF2-40B4-BE49-F238E27FC236}">
                  <a16:creationId xmlns:a16="http://schemas.microsoft.com/office/drawing/2014/main" id="{7BD7890D-E0EF-4900-BDDB-FE17D55EB3BF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6" y="1912"/>
              <a:ext cx="227" cy="285"/>
            </a:xfrm>
            <a:custGeom>
              <a:avLst/>
              <a:gdLst>
                <a:gd name="T0" fmla="*/ 0 w 91"/>
                <a:gd name="T1" fmla="*/ 1817 h 107"/>
                <a:gd name="T2" fmla="*/ 853 w 91"/>
                <a:gd name="T3" fmla="*/ 1228 h 107"/>
                <a:gd name="T4" fmla="*/ 1412 w 91"/>
                <a:gd name="T5" fmla="*/ 0 h 107"/>
                <a:gd name="T6" fmla="*/ 1058 w 91"/>
                <a:gd name="T7" fmla="*/ 1148 h 107"/>
                <a:gd name="T8" fmla="*/ 683 w 91"/>
                <a:gd name="T9" fmla="*/ 1718 h 107"/>
                <a:gd name="T10" fmla="*/ 1090 w 91"/>
                <a:gd name="T11" fmla="*/ 1681 h 107"/>
                <a:gd name="T12" fmla="*/ 42 w 91"/>
                <a:gd name="T13" fmla="*/ 1872 h 10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1" h="107">
                  <a:moveTo>
                    <a:pt x="0" y="96"/>
                  </a:moveTo>
                  <a:cubicBezTo>
                    <a:pt x="20" y="89"/>
                    <a:pt x="39" y="81"/>
                    <a:pt x="55" y="65"/>
                  </a:cubicBezTo>
                  <a:cubicBezTo>
                    <a:pt x="71" y="48"/>
                    <a:pt x="82" y="21"/>
                    <a:pt x="91" y="0"/>
                  </a:cubicBezTo>
                  <a:cubicBezTo>
                    <a:pt x="79" y="17"/>
                    <a:pt x="78" y="43"/>
                    <a:pt x="68" y="61"/>
                  </a:cubicBezTo>
                  <a:cubicBezTo>
                    <a:pt x="62" y="71"/>
                    <a:pt x="46" y="80"/>
                    <a:pt x="44" y="91"/>
                  </a:cubicBezTo>
                  <a:cubicBezTo>
                    <a:pt x="50" y="93"/>
                    <a:pt x="63" y="90"/>
                    <a:pt x="70" y="89"/>
                  </a:cubicBezTo>
                  <a:cubicBezTo>
                    <a:pt x="52" y="100"/>
                    <a:pt x="24" y="107"/>
                    <a:pt x="3" y="99"/>
                  </a:cubicBezTo>
                </a:path>
              </a:pathLst>
            </a:custGeom>
            <a:solidFill>
              <a:srgbClr val="7F26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757" name="Freeform 848">
              <a:extLst>
                <a:ext uri="{FF2B5EF4-FFF2-40B4-BE49-F238E27FC236}">
                  <a16:creationId xmlns:a16="http://schemas.microsoft.com/office/drawing/2014/main" id="{9FDABD09-E913-46BD-86A4-1D2813107E8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3" y="1451"/>
              <a:ext cx="353" cy="98"/>
            </a:xfrm>
            <a:custGeom>
              <a:avLst/>
              <a:gdLst>
                <a:gd name="T0" fmla="*/ 33 w 141"/>
                <a:gd name="T1" fmla="*/ 0 h 37"/>
                <a:gd name="T2" fmla="*/ 2213 w 141"/>
                <a:gd name="T3" fmla="*/ 392 h 37"/>
                <a:gd name="T4" fmla="*/ 0 w 141"/>
                <a:gd name="T5" fmla="*/ 225 h 37"/>
                <a:gd name="T6" fmla="*/ 33 w 141"/>
                <a:gd name="T7" fmla="*/ 0 h 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1" h="37">
                  <a:moveTo>
                    <a:pt x="2" y="0"/>
                  </a:moveTo>
                  <a:cubicBezTo>
                    <a:pt x="2" y="0"/>
                    <a:pt x="61" y="27"/>
                    <a:pt x="141" y="21"/>
                  </a:cubicBezTo>
                  <a:cubicBezTo>
                    <a:pt x="141" y="21"/>
                    <a:pt x="98" y="37"/>
                    <a:pt x="0" y="12"/>
                  </a:cubicBezTo>
                  <a:lnTo>
                    <a:pt x="2" y="0"/>
                  </a:lnTo>
                  <a:close/>
                </a:path>
              </a:pathLst>
            </a:custGeom>
            <a:solidFill>
              <a:srgbClr val="A842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758" name="Freeform 849">
              <a:extLst>
                <a:ext uri="{FF2B5EF4-FFF2-40B4-BE49-F238E27FC236}">
                  <a16:creationId xmlns:a16="http://schemas.microsoft.com/office/drawing/2014/main" id="{87F292A3-1086-4183-8D6E-0F7EE184459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3" y="2043"/>
              <a:ext cx="80" cy="109"/>
            </a:xfrm>
            <a:custGeom>
              <a:avLst/>
              <a:gdLst>
                <a:gd name="T0" fmla="*/ 470 w 32"/>
                <a:gd name="T1" fmla="*/ 750 h 41"/>
                <a:gd name="T2" fmla="*/ 113 w 32"/>
                <a:gd name="T3" fmla="*/ 524 h 41"/>
                <a:gd name="T4" fmla="*/ 0 w 32"/>
                <a:gd name="T5" fmla="*/ 0 h 41"/>
                <a:gd name="T6" fmla="*/ 300 w 32"/>
                <a:gd name="T7" fmla="*/ 508 h 41"/>
                <a:gd name="T8" fmla="*/ 488 w 32"/>
                <a:gd name="T9" fmla="*/ 750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41">
                  <a:moveTo>
                    <a:pt x="30" y="40"/>
                  </a:moveTo>
                  <a:cubicBezTo>
                    <a:pt x="24" y="41"/>
                    <a:pt x="10" y="34"/>
                    <a:pt x="7" y="28"/>
                  </a:cubicBezTo>
                  <a:cubicBezTo>
                    <a:pt x="1" y="21"/>
                    <a:pt x="2" y="9"/>
                    <a:pt x="0" y="0"/>
                  </a:cubicBezTo>
                  <a:cubicBezTo>
                    <a:pt x="9" y="5"/>
                    <a:pt x="12" y="20"/>
                    <a:pt x="19" y="27"/>
                  </a:cubicBezTo>
                  <a:cubicBezTo>
                    <a:pt x="23" y="31"/>
                    <a:pt x="32" y="34"/>
                    <a:pt x="31" y="40"/>
                  </a:cubicBezTo>
                </a:path>
              </a:pathLst>
            </a:custGeom>
            <a:solidFill>
              <a:srgbClr val="A842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</p:grpSp>
      <p:grpSp>
        <p:nvGrpSpPr>
          <p:cNvPr id="30732" name="Light-green-t-shirt-illustration">
            <a:extLst>
              <a:ext uri="{FF2B5EF4-FFF2-40B4-BE49-F238E27FC236}">
                <a16:creationId xmlns:a16="http://schemas.microsoft.com/office/drawing/2014/main" id="{18A48934-4501-4FB2-A484-5BD4E40BE3F0}"/>
              </a:ext>
            </a:extLst>
          </p:cNvPr>
          <p:cNvGrpSpPr>
            <a:grpSpLocks/>
          </p:cNvGrpSpPr>
          <p:nvPr/>
        </p:nvGrpSpPr>
        <p:grpSpPr bwMode="auto">
          <a:xfrm>
            <a:off x="8515350" y="2035175"/>
            <a:ext cx="1373188" cy="1828800"/>
            <a:chOff x="4229" y="965"/>
            <a:chExt cx="1167" cy="1555"/>
          </a:xfrm>
        </p:grpSpPr>
        <p:sp>
          <p:nvSpPr>
            <p:cNvPr id="30733" name="Freeform 851">
              <a:extLst>
                <a:ext uri="{FF2B5EF4-FFF2-40B4-BE49-F238E27FC236}">
                  <a16:creationId xmlns:a16="http://schemas.microsoft.com/office/drawing/2014/main" id="{EACD8E51-09E2-4264-A3F3-D27415F970D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9" y="965"/>
              <a:ext cx="1167" cy="1555"/>
            </a:xfrm>
            <a:custGeom>
              <a:avLst/>
              <a:gdLst>
                <a:gd name="T0" fmla="*/ 3528 w 467"/>
                <a:gd name="T1" fmla="*/ 10970 h 583"/>
                <a:gd name="T2" fmla="*/ 1199 w 467"/>
                <a:gd name="T3" fmla="*/ 9981 h 583"/>
                <a:gd name="T4" fmla="*/ 1479 w 467"/>
                <a:gd name="T5" fmla="*/ 4745 h 583"/>
                <a:gd name="T6" fmla="*/ 0 w 467"/>
                <a:gd name="T7" fmla="*/ 4177 h 583"/>
                <a:gd name="T8" fmla="*/ 1062 w 467"/>
                <a:gd name="T9" fmla="*/ 568 h 583"/>
                <a:gd name="T10" fmla="*/ 2449 w 467"/>
                <a:gd name="T11" fmla="*/ 136 h 583"/>
                <a:gd name="T12" fmla="*/ 2624 w 467"/>
                <a:gd name="T13" fmla="*/ 0 h 583"/>
                <a:gd name="T14" fmla="*/ 3621 w 467"/>
                <a:gd name="T15" fmla="*/ 477 h 583"/>
                <a:gd name="T16" fmla="*/ 3653 w 467"/>
                <a:gd name="T17" fmla="*/ 477 h 583"/>
                <a:gd name="T18" fmla="*/ 4653 w 467"/>
                <a:gd name="T19" fmla="*/ 0 h 583"/>
                <a:gd name="T20" fmla="*/ 4820 w 467"/>
                <a:gd name="T21" fmla="*/ 136 h 583"/>
                <a:gd name="T22" fmla="*/ 6212 w 467"/>
                <a:gd name="T23" fmla="*/ 568 h 583"/>
                <a:gd name="T24" fmla="*/ 7287 w 467"/>
                <a:gd name="T25" fmla="*/ 4177 h 583"/>
                <a:gd name="T26" fmla="*/ 5790 w 467"/>
                <a:gd name="T27" fmla="*/ 4745 h 583"/>
                <a:gd name="T28" fmla="*/ 6087 w 467"/>
                <a:gd name="T29" fmla="*/ 9981 h 583"/>
                <a:gd name="T30" fmla="*/ 3778 w 467"/>
                <a:gd name="T31" fmla="*/ 10970 h 583"/>
                <a:gd name="T32" fmla="*/ 3528 w 467"/>
                <a:gd name="T33" fmla="*/ 10970 h 58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467" h="583">
                  <a:moveTo>
                    <a:pt x="226" y="578"/>
                  </a:moveTo>
                  <a:cubicBezTo>
                    <a:pt x="121" y="583"/>
                    <a:pt x="77" y="526"/>
                    <a:pt x="77" y="526"/>
                  </a:cubicBezTo>
                  <a:cubicBezTo>
                    <a:pt x="100" y="430"/>
                    <a:pt x="95" y="250"/>
                    <a:pt x="95" y="250"/>
                  </a:cubicBezTo>
                  <a:cubicBezTo>
                    <a:pt x="31" y="254"/>
                    <a:pt x="0" y="220"/>
                    <a:pt x="0" y="220"/>
                  </a:cubicBezTo>
                  <a:cubicBezTo>
                    <a:pt x="25" y="56"/>
                    <a:pt x="68" y="30"/>
                    <a:pt x="68" y="30"/>
                  </a:cubicBezTo>
                  <a:cubicBezTo>
                    <a:pt x="157" y="7"/>
                    <a:pt x="157" y="7"/>
                    <a:pt x="157" y="7"/>
                  </a:cubicBezTo>
                  <a:cubicBezTo>
                    <a:pt x="168" y="0"/>
                    <a:pt x="168" y="0"/>
                    <a:pt x="168" y="0"/>
                  </a:cubicBezTo>
                  <a:cubicBezTo>
                    <a:pt x="192" y="25"/>
                    <a:pt x="232" y="25"/>
                    <a:pt x="232" y="25"/>
                  </a:cubicBezTo>
                  <a:cubicBezTo>
                    <a:pt x="234" y="25"/>
                    <a:pt x="234" y="25"/>
                    <a:pt x="234" y="25"/>
                  </a:cubicBezTo>
                  <a:cubicBezTo>
                    <a:pt x="234" y="25"/>
                    <a:pt x="274" y="25"/>
                    <a:pt x="298" y="0"/>
                  </a:cubicBezTo>
                  <a:cubicBezTo>
                    <a:pt x="309" y="7"/>
                    <a:pt x="309" y="7"/>
                    <a:pt x="309" y="7"/>
                  </a:cubicBezTo>
                  <a:cubicBezTo>
                    <a:pt x="398" y="30"/>
                    <a:pt x="398" y="30"/>
                    <a:pt x="398" y="30"/>
                  </a:cubicBezTo>
                  <a:cubicBezTo>
                    <a:pt x="398" y="30"/>
                    <a:pt x="441" y="56"/>
                    <a:pt x="467" y="220"/>
                  </a:cubicBezTo>
                  <a:cubicBezTo>
                    <a:pt x="467" y="220"/>
                    <a:pt x="435" y="254"/>
                    <a:pt x="371" y="250"/>
                  </a:cubicBezTo>
                  <a:cubicBezTo>
                    <a:pt x="371" y="250"/>
                    <a:pt x="366" y="430"/>
                    <a:pt x="390" y="526"/>
                  </a:cubicBezTo>
                  <a:cubicBezTo>
                    <a:pt x="390" y="526"/>
                    <a:pt x="346" y="583"/>
                    <a:pt x="242" y="578"/>
                  </a:cubicBezTo>
                  <a:lnTo>
                    <a:pt x="226" y="578"/>
                  </a:lnTo>
                  <a:close/>
                </a:path>
              </a:pathLst>
            </a:custGeom>
            <a:solidFill>
              <a:srgbClr val="9FC7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734" name="Freeform 852">
              <a:extLst>
                <a:ext uri="{FF2B5EF4-FFF2-40B4-BE49-F238E27FC236}">
                  <a16:creationId xmlns:a16="http://schemas.microsoft.com/office/drawing/2014/main" id="{0677E4A3-3492-4009-B793-0A5E6668BC9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9" y="965"/>
              <a:ext cx="1167" cy="1555"/>
            </a:xfrm>
            <a:custGeom>
              <a:avLst/>
              <a:gdLst>
                <a:gd name="T0" fmla="*/ 3528 w 467"/>
                <a:gd name="T1" fmla="*/ 10970 h 583"/>
                <a:gd name="T2" fmla="*/ 1199 w 467"/>
                <a:gd name="T3" fmla="*/ 9981 h 583"/>
                <a:gd name="T4" fmla="*/ 1479 w 467"/>
                <a:gd name="T5" fmla="*/ 4745 h 583"/>
                <a:gd name="T6" fmla="*/ 0 w 467"/>
                <a:gd name="T7" fmla="*/ 4177 h 583"/>
                <a:gd name="T8" fmla="*/ 1062 w 467"/>
                <a:gd name="T9" fmla="*/ 568 h 583"/>
                <a:gd name="T10" fmla="*/ 2449 w 467"/>
                <a:gd name="T11" fmla="*/ 136 h 583"/>
                <a:gd name="T12" fmla="*/ 2624 w 467"/>
                <a:gd name="T13" fmla="*/ 0 h 583"/>
                <a:gd name="T14" fmla="*/ 3621 w 467"/>
                <a:gd name="T15" fmla="*/ 477 h 583"/>
                <a:gd name="T16" fmla="*/ 3653 w 467"/>
                <a:gd name="T17" fmla="*/ 477 h 583"/>
                <a:gd name="T18" fmla="*/ 4653 w 467"/>
                <a:gd name="T19" fmla="*/ 0 h 583"/>
                <a:gd name="T20" fmla="*/ 4820 w 467"/>
                <a:gd name="T21" fmla="*/ 136 h 583"/>
                <a:gd name="T22" fmla="*/ 6212 w 467"/>
                <a:gd name="T23" fmla="*/ 568 h 583"/>
                <a:gd name="T24" fmla="*/ 7287 w 467"/>
                <a:gd name="T25" fmla="*/ 4177 h 583"/>
                <a:gd name="T26" fmla="*/ 5790 w 467"/>
                <a:gd name="T27" fmla="*/ 4745 h 583"/>
                <a:gd name="T28" fmla="*/ 6087 w 467"/>
                <a:gd name="T29" fmla="*/ 9981 h 583"/>
                <a:gd name="T30" fmla="*/ 3778 w 467"/>
                <a:gd name="T31" fmla="*/ 10970 h 583"/>
                <a:gd name="T32" fmla="*/ 3528 w 467"/>
                <a:gd name="T33" fmla="*/ 10970 h 58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467" h="583">
                  <a:moveTo>
                    <a:pt x="226" y="578"/>
                  </a:moveTo>
                  <a:cubicBezTo>
                    <a:pt x="121" y="583"/>
                    <a:pt x="77" y="526"/>
                    <a:pt x="77" y="526"/>
                  </a:cubicBezTo>
                  <a:cubicBezTo>
                    <a:pt x="100" y="430"/>
                    <a:pt x="95" y="250"/>
                    <a:pt x="95" y="250"/>
                  </a:cubicBezTo>
                  <a:cubicBezTo>
                    <a:pt x="31" y="254"/>
                    <a:pt x="0" y="220"/>
                    <a:pt x="0" y="220"/>
                  </a:cubicBezTo>
                  <a:cubicBezTo>
                    <a:pt x="25" y="56"/>
                    <a:pt x="68" y="30"/>
                    <a:pt x="68" y="30"/>
                  </a:cubicBezTo>
                  <a:cubicBezTo>
                    <a:pt x="157" y="7"/>
                    <a:pt x="157" y="7"/>
                    <a:pt x="157" y="7"/>
                  </a:cubicBezTo>
                  <a:cubicBezTo>
                    <a:pt x="168" y="0"/>
                    <a:pt x="168" y="0"/>
                    <a:pt x="168" y="0"/>
                  </a:cubicBezTo>
                  <a:cubicBezTo>
                    <a:pt x="192" y="25"/>
                    <a:pt x="232" y="25"/>
                    <a:pt x="232" y="25"/>
                  </a:cubicBezTo>
                  <a:cubicBezTo>
                    <a:pt x="234" y="25"/>
                    <a:pt x="234" y="25"/>
                    <a:pt x="234" y="25"/>
                  </a:cubicBezTo>
                  <a:cubicBezTo>
                    <a:pt x="234" y="25"/>
                    <a:pt x="274" y="25"/>
                    <a:pt x="298" y="0"/>
                  </a:cubicBezTo>
                  <a:cubicBezTo>
                    <a:pt x="309" y="7"/>
                    <a:pt x="309" y="7"/>
                    <a:pt x="309" y="7"/>
                  </a:cubicBezTo>
                  <a:cubicBezTo>
                    <a:pt x="398" y="30"/>
                    <a:pt x="398" y="30"/>
                    <a:pt x="398" y="30"/>
                  </a:cubicBezTo>
                  <a:cubicBezTo>
                    <a:pt x="398" y="30"/>
                    <a:pt x="441" y="56"/>
                    <a:pt x="467" y="220"/>
                  </a:cubicBezTo>
                  <a:cubicBezTo>
                    <a:pt x="467" y="220"/>
                    <a:pt x="435" y="254"/>
                    <a:pt x="371" y="250"/>
                  </a:cubicBezTo>
                  <a:cubicBezTo>
                    <a:pt x="371" y="250"/>
                    <a:pt x="366" y="430"/>
                    <a:pt x="390" y="526"/>
                  </a:cubicBezTo>
                  <a:cubicBezTo>
                    <a:pt x="390" y="526"/>
                    <a:pt x="346" y="583"/>
                    <a:pt x="242" y="578"/>
                  </a:cubicBezTo>
                  <a:lnTo>
                    <a:pt x="226" y="578"/>
                  </a:ln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735" name="Freeform 853">
              <a:extLst>
                <a:ext uri="{FF2B5EF4-FFF2-40B4-BE49-F238E27FC236}">
                  <a16:creationId xmlns:a16="http://schemas.microsoft.com/office/drawing/2014/main" id="{8F37C3D7-F303-43FD-BC22-056923B4497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1" y="984"/>
              <a:ext cx="380" cy="85"/>
            </a:xfrm>
            <a:custGeom>
              <a:avLst/>
              <a:gdLst>
                <a:gd name="T0" fmla="*/ 0 w 152"/>
                <a:gd name="T1" fmla="*/ 0 h 32"/>
                <a:gd name="T2" fmla="*/ 1220 w 152"/>
                <a:gd name="T3" fmla="*/ 600 h 32"/>
                <a:gd name="T4" fmla="*/ 2375 w 152"/>
                <a:gd name="T5" fmla="*/ 0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2" h="32">
                  <a:moveTo>
                    <a:pt x="0" y="0"/>
                  </a:moveTo>
                  <a:cubicBezTo>
                    <a:pt x="0" y="0"/>
                    <a:pt x="16" y="32"/>
                    <a:pt x="78" y="32"/>
                  </a:cubicBezTo>
                  <a:cubicBezTo>
                    <a:pt x="141" y="32"/>
                    <a:pt x="152" y="0"/>
                    <a:pt x="152" y="0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736" name="Freeform 854">
              <a:extLst>
                <a:ext uri="{FF2B5EF4-FFF2-40B4-BE49-F238E27FC236}">
                  <a16:creationId xmlns:a16="http://schemas.microsoft.com/office/drawing/2014/main" id="{D0683AC2-AC54-465F-B0ED-D0AD846A094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6" y="1451"/>
              <a:ext cx="8" cy="181"/>
            </a:xfrm>
            <a:custGeom>
              <a:avLst/>
              <a:gdLst>
                <a:gd name="T0" fmla="*/ 0 w 3"/>
                <a:gd name="T1" fmla="*/ 1283 h 68"/>
                <a:gd name="T2" fmla="*/ 35 w 3"/>
                <a:gd name="T3" fmla="*/ 0 h 6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68">
                  <a:moveTo>
                    <a:pt x="0" y="68"/>
                  </a:moveTo>
                  <a:cubicBezTo>
                    <a:pt x="0" y="68"/>
                    <a:pt x="3" y="11"/>
                    <a:pt x="2" y="0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737" name="Freeform 855">
              <a:extLst>
                <a:ext uri="{FF2B5EF4-FFF2-40B4-BE49-F238E27FC236}">
                  <a16:creationId xmlns:a16="http://schemas.microsoft.com/office/drawing/2014/main" id="{39D0945A-D742-4506-BCCE-305CFF93E1C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4" y="1469"/>
              <a:ext cx="35" cy="40"/>
            </a:xfrm>
            <a:custGeom>
              <a:avLst/>
              <a:gdLst>
                <a:gd name="T0" fmla="*/ 220 w 14"/>
                <a:gd name="T1" fmla="*/ 285 h 15"/>
                <a:gd name="T2" fmla="*/ 0 w 14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5">
                  <a:moveTo>
                    <a:pt x="14" y="15"/>
                  </a:moveTo>
                  <a:cubicBezTo>
                    <a:pt x="14" y="15"/>
                    <a:pt x="11" y="3"/>
                    <a:pt x="0" y="0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738" name="Freeform 856">
              <a:extLst>
                <a:ext uri="{FF2B5EF4-FFF2-40B4-BE49-F238E27FC236}">
                  <a16:creationId xmlns:a16="http://schemas.microsoft.com/office/drawing/2014/main" id="{7D1279BD-6267-4526-9577-C48841AAC9B4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9" y="1443"/>
              <a:ext cx="10" cy="189"/>
            </a:xfrm>
            <a:custGeom>
              <a:avLst/>
              <a:gdLst>
                <a:gd name="T0" fmla="*/ 50 w 4"/>
                <a:gd name="T1" fmla="*/ 1339 h 71"/>
                <a:gd name="T2" fmla="*/ 63 w 4"/>
                <a:gd name="T3" fmla="*/ 0 h 7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71">
                  <a:moveTo>
                    <a:pt x="3" y="71"/>
                  </a:moveTo>
                  <a:cubicBezTo>
                    <a:pt x="3" y="71"/>
                    <a:pt x="0" y="12"/>
                    <a:pt x="4" y="0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739" name="Freeform 857">
              <a:extLst>
                <a:ext uri="{FF2B5EF4-FFF2-40B4-BE49-F238E27FC236}">
                  <a16:creationId xmlns:a16="http://schemas.microsoft.com/office/drawing/2014/main" id="{5B4AED7D-CCA5-4E18-8DDB-39864BDD5392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4" y="1469"/>
              <a:ext cx="40" cy="51"/>
            </a:xfrm>
            <a:custGeom>
              <a:avLst/>
              <a:gdLst>
                <a:gd name="T0" fmla="*/ 0 w 16"/>
                <a:gd name="T1" fmla="*/ 368 h 19"/>
                <a:gd name="T2" fmla="*/ 250 w 16"/>
                <a:gd name="T3" fmla="*/ 0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9">
                  <a:moveTo>
                    <a:pt x="0" y="19"/>
                  </a:moveTo>
                  <a:cubicBezTo>
                    <a:pt x="0" y="19"/>
                    <a:pt x="7" y="3"/>
                    <a:pt x="16" y="0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740" name="Freeform 858">
              <a:extLst>
                <a:ext uri="{FF2B5EF4-FFF2-40B4-BE49-F238E27FC236}">
                  <a16:creationId xmlns:a16="http://schemas.microsoft.com/office/drawing/2014/main" id="{AFFA85DA-70CA-435C-BF25-127A40AC87C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6" y="1453"/>
              <a:ext cx="138" cy="1011"/>
            </a:xfrm>
            <a:custGeom>
              <a:avLst/>
              <a:gdLst>
                <a:gd name="T0" fmla="*/ 314 w 55"/>
                <a:gd name="T1" fmla="*/ 0 h 379"/>
                <a:gd name="T2" fmla="*/ 0 w 55"/>
                <a:gd name="T3" fmla="*/ 6453 h 379"/>
                <a:gd name="T4" fmla="*/ 868 w 55"/>
                <a:gd name="T5" fmla="*/ 7194 h 379"/>
                <a:gd name="T6" fmla="*/ 221 w 55"/>
                <a:gd name="T7" fmla="*/ 5919 h 379"/>
                <a:gd name="T8" fmla="*/ 314 w 55"/>
                <a:gd name="T9" fmla="*/ 0 h 37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5" h="379">
                  <a:moveTo>
                    <a:pt x="20" y="0"/>
                  </a:moveTo>
                  <a:cubicBezTo>
                    <a:pt x="20" y="0"/>
                    <a:pt x="28" y="301"/>
                    <a:pt x="0" y="340"/>
                  </a:cubicBezTo>
                  <a:cubicBezTo>
                    <a:pt x="0" y="340"/>
                    <a:pt x="28" y="368"/>
                    <a:pt x="55" y="379"/>
                  </a:cubicBezTo>
                  <a:cubicBezTo>
                    <a:pt x="55" y="379"/>
                    <a:pt x="7" y="347"/>
                    <a:pt x="14" y="312"/>
                  </a:cubicBezTo>
                  <a:cubicBezTo>
                    <a:pt x="22" y="277"/>
                    <a:pt x="34" y="53"/>
                    <a:pt x="20" y="0"/>
                  </a:cubicBezTo>
                  <a:close/>
                </a:path>
              </a:pathLst>
            </a:custGeom>
            <a:solidFill>
              <a:srgbClr val="C6DB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741" name="Freeform 859">
              <a:extLst>
                <a:ext uri="{FF2B5EF4-FFF2-40B4-BE49-F238E27FC236}">
                  <a16:creationId xmlns:a16="http://schemas.microsoft.com/office/drawing/2014/main" id="{48613AAA-ED5B-4981-ABB2-D3CACEE4BAA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9" y="1443"/>
              <a:ext cx="45" cy="32"/>
            </a:xfrm>
            <a:custGeom>
              <a:avLst/>
              <a:gdLst>
                <a:gd name="T0" fmla="*/ 125 w 18"/>
                <a:gd name="T1" fmla="*/ 227 h 12"/>
                <a:gd name="T2" fmla="*/ 95 w 18"/>
                <a:gd name="T3" fmla="*/ 136 h 12"/>
                <a:gd name="T4" fmla="*/ 188 w 18"/>
                <a:gd name="T5" fmla="*/ 115 h 12"/>
                <a:gd name="T6" fmla="*/ 283 w 18"/>
                <a:gd name="T7" fmla="*/ 192 h 12"/>
                <a:gd name="T8" fmla="*/ 83 w 18"/>
                <a:gd name="T9" fmla="*/ 56 h 12"/>
                <a:gd name="T10" fmla="*/ 113 w 18"/>
                <a:gd name="T11" fmla="*/ 227 h 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" h="12">
                  <a:moveTo>
                    <a:pt x="8" y="12"/>
                  </a:moveTo>
                  <a:cubicBezTo>
                    <a:pt x="6" y="11"/>
                    <a:pt x="5" y="9"/>
                    <a:pt x="6" y="7"/>
                  </a:cubicBezTo>
                  <a:cubicBezTo>
                    <a:pt x="8" y="7"/>
                    <a:pt x="9" y="6"/>
                    <a:pt x="12" y="6"/>
                  </a:cubicBezTo>
                  <a:cubicBezTo>
                    <a:pt x="14" y="7"/>
                    <a:pt x="17" y="9"/>
                    <a:pt x="18" y="10"/>
                  </a:cubicBezTo>
                  <a:cubicBezTo>
                    <a:pt x="16" y="8"/>
                    <a:pt x="9" y="0"/>
                    <a:pt x="5" y="3"/>
                  </a:cubicBezTo>
                  <a:cubicBezTo>
                    <a:pt x="0" y="5"/>
                    <a:pt x="6" y="10"/>
                    <a:pt x="7" y="12"/>
                  </a:cubicBezTo>
                </a:path>
              </a:pathLst>
            </a:custGeom>
            <a:solidFill>
              <a:srgbClr val="C6DB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742" name="Freeform 860">
              <a:extLst>
                <a:ext uri="{FF2B5EF4-FFF2-40B4-BE49-F238E27FC236}">
                  <a16:creationId xmlns:a16="http://schemas.microsoft.com/office/drawing/2014/main" id="{CE65EF5C-45BB-463F-BA84-1C4FE508075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1" y="1424"/>
              <a:ext cx="25" cy="29"/>
            </a:xfrm>
            <a:custGeom>
              <a:avLst/>
              <a:gdLst>
                <a:gd name="T0" fmla="*/ 20 w 10"/>
                <a:gd name="T1" fmla="*/ 200 h 11"/>
                <a:gd name="T2" fmla="*/ 63 w 10"/>
                <a:gd name="T3" fmla="*/ 111 h 11"/>
                <a:gd name="T4" fmla="*/ 158 w 10"/>
                <a:gd name="T5" fmla="*/ 182 h 11"/>
                <a:gd name="T6" fmla="*/ 83 w 10"/>
                <a:gd name="T7" fmla="*/ 0 h 11"/>
                <a:gd name="T8" fmla="*/ 0 w 10"/>
                <a:gd name="T9" fmla="*/ 166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1">
                  <a:moveTo>
                    <a:pt x="1" y="11"/>
                  </a:moveTo>
                  <a:cubicBezTo>
                    <a:pt x="2" y="9"/>
                    <a:pt x="2" y="6"/>
                    <a:pt x="4" y="6"/>
                  </a:cubicBezTo>
                  <a:cubicBezTo>
                    <a:pt x="6" y="6"/>
                    <a:pt x="9" y="8"/>
                    <a:pt x="10" y="10"/>
                  </a:cubicBezTo>
                  <a:cubicBezTo>
                    <a:pt x="8" y="8"/>
                    <a:pt x="9" y="0"/>
                    <a:pt x="5" y="0"/>
                  </a:cubicBezTo>
                  <a:cubicBezTo>
                    <a:pt x="2" y="0"/>
                    <a:pt x="1" y="7"/>
                    <a:pt x="0" y="9"/>
                  </a:cubicBezTo>
                </a:path>
              </a:pathLst>
            </a:custGeom>
            <a:solidFill>
              <a:srgbClr val="C6DB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743" name="Freeform 861">
              <a:extLst>
                <a:ext uri="{FF2B5EF4-FFF2-40B4-BE49-F238E27FC236}">
                  <a16:creationId xmlns:a16="http://schemas.microsoft.com/office/drawing/2014/main" id="{92F1BA41-DD70-4C3C-A3FD-2C13C7E4A594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6" y="1405"/>
              <a:ext cx="30" cy="54"/>
            </a:xfrm>
            <a:custGeom>
              <a:avLst/>
              <a:gdLst>
                <a:gd name="T0" fmla="*/ 0 w 12"/>
                <a:gd name="T1" fmla="*/ 356 h 20"/>
                <a:gd name="T2" fmla="*/ 95 w 12"/>
                <a:gd name="T3" fmla="*/ 176 h 20"/>
                <a:gd name="T4" fmla="*/ 113 w 12"/>
                <a:gd name="T5" fmla="*/ 394 h 20"/>
                <a:gd name="T6" fmla="*/ 158 w 12"/>
                <a:gd name="T7" fmla="*/ 103 h 20"/>
                <a:gd name="T8" fmla="*/ 0 w 12"/>
                <a:gd name="T9" fmla="*/ 257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20">
                  <a:moveTo>
                    <a:pt x="0" y="18"/>
                  </a:moveTo>
                  <a:cubicBezTo>
                    <a:pt x="1" y="16"/>
                    <a:pt x="4" y="9"/>
                    <a:pt x="6" y="9"/>
                  </a:cubicBezTo>
                  <a:cubicBezTo>
                    <a:pt x="9" y="10"/>
                    <a:pt x="7" y="18"/>
                    <a:pt x="7" y="20"/>
                  </a:cubicBezTo>
                  <a:cubicBezTo>
                    <a:pt x="8" y="16"/>
                    <a:pt x="12" y="8"/>
                    <a:pt x="10" y="5"/>
                  </a:cubicBezTo>
                  <a:cubicBezTo>
                    <a:pt x="6" y="0"/>
                    <a:pt x="1" y="10"/>
                    <a:pt x="0" y="13"/>
                  </a:cubicBezTo>
                </a:path>
              </a:pathLst>
            </a:custGeom>
            <a:solidFill>
              <a:srgbClr val="C6DB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744" name="Freeform 862">
              <a:extLst>
                <a:ext uri="{FF2B5EF4-FFF2-40B4-BE49-F238E27FC236}">
                  <a16:creationId xmlns:a16="http://schemas.microsoft.com/office/drawing/2014/main" id="{2978FCA1-12EA-496C-9867-FA06CC93E6EC}"/>
                </a:ext>
              </a:extLst>
            </p:cNvPr>
            <p:cNvSpPr>
              <a:spLocks/>
            </p:cNvSpPr>
            <p:nvPr/>
          </p:nvSpPr>
          <p:spPr bwMode="auto">
            <a:xfrm>
              <a:off x="5181" y="1448"/>
              <a:ext cx="40" cy="40"/>
            </a:xfrm>
            <a:custGeom>
              <a:avLst/>
              <a:gdLst>
                <a:gd name="T0" fmla="*/ 0 w 16"/>
                <a:gd name="T1" fmla="*/ 93 h 15"/>
                <a:gd name="T2" fmla="*/ 158 w 16"/>
                <a:gd name="T3" fmla="*/ 136 h 15"/>
                <a:gd name="T4" fmla="*/ 83 w 16"/>
                <a:gd name="T5" fmla="*/ 285 h 15"/>
                <a:gd name="T6" fmla="*/ 238 w 16"/>
                <a:gd name="T7" fmla="*/ 115 h 15"/>
                <a:gd name="T8" fmla="*/ 33 w 16"/>
                <a:gd name="T9" fmla="*/ 77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5">
                  <a:moveTo>
                    <a:pt x="0" y="5"/>
                  </a:moveTo>
                  <a:cubicBezTo>
                    <a:pt x="2" y="5"/>
                    <a:pt x="10" y="2"/>
                    <a:pt x="10" y="7"/>
                  </a:cubicBezTo>
                  <a:cubicBezTo>
                    <a:pt x="10" y="10"/>
                    <a:pt x="6" y="13"/>
                    <a:pt x="5" y="15"/>
                  </a:cubicBezTo>
                  <a:cubicBezTo>
                    <a:pt x="7" y="13"/>
                    <a:pt x="15" y="10"/>
                    <a:pt x="15" y="6"/>
                  </a:cubicBezTo>
                  <a:cubicBezTo>
                    <a:pt x="16" y="0"/>
                    <a:pt x="5" y="3"/>
                    <a:pt x="2" y="4"/>
                  </a:cubicBezTo>
                </a:path>
              </a:pathLst>
            </a:custGeom>
            <a:solidFill>
              <a:srgbClr val="C6DB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745" name="Freeform 863">
              <a:extLst>
                <a:ext uri="{FF2B5EF4-FFF2-40B4-BE49-F238E27FC236}">
                  <a16:creationId xmlns:a16="http://schemas.microsoft.com/office/drawing/2014/main" id="{7BD1F124-CF36-4FF8-8355-165D80ED50B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1" y="1053"/>
              <a:ext cx="173" cy="544"/>
            </a:xfrm>
            <a:custGeom>
              <a:avLst/>
              <a:gdLst>
                <a:gd name="T0" fmla="*/ 1088 w 69"/>
                <a:gd name="T1" fmla="*/ 0 h 204"/>
                <a:gd name="T2" fmla="*/ 0 w 69"/>
                <a:gd name="T3" fmla="*/ 3549 h 204"/>
                <a:gd name="T4" fmla="*/ 459 w 69"/>
                <a:gd name="T5" fmla="*/ 3869 h 204"/>
                <a:gd name="T6" fmla="*/ 221 w 69"/>
                <a:gd name="T7" fmla="*/ 2923 h 204"/>
                <a:gd name="T8" fmla="*/ 1088 w 69"/>
                <a:gd name="T9" fmla="*/ 0 h 20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9" h="204">
                  <a:moveTo>
                    <a:pt x="69" y="0"/>
                  </a:moveTo>
                  <a:cubicBezTo>
                    <a:pt x="69" y="0"/>
                    <a:pt x="29" y="24"/>
                    <a:pt x="0" y="187"/>
                  </a:cubicBezTo>
                  <a:cubicBezTo>
                    <a:pt x="0" y="187"/>
                    <a:pt x="8" y="196"/>
                    <a:pt x="29" y="204"/>
                  </a:cubicBezTo>
                  <a:cubicBezTo>
                    <a:pt x="29" y="204"/>
                    <a:pt x="0" y="194"/>
                    <a:pt x="14" y="154"/>
                  </a:cubicBezTo>
                  <a:cubicBezTo>
                    <a:pt x="27" y="115"/>
                    <a:pt x="44" y="19"/>
                    <a:pt x="69" y="0"/>
                  </a:cubicBezTo>
                  <a:close/>
                </a:path>
              </a:pathLst>
            </a:custGeom>
            <a:solidFill>
              <a:srgbClr val="C6DB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0746" name="Freeform 864">
              <a:extLst>
                <a:ext uri="{FF2B5EF4-FFF2-40B4-BE49-F238E27FC236}">
                  <a16:creationId xmlns:a16="http://schemas.microsoft.com/office/drawing/2014/main" id="{6645ED0E-EF98-4FAE-9639-5922BD0DB5A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9" y="989"/>
              <a:ext cx="182" cy="112"/>
            </a:xfrm>
            <a:custGeom>
              <a:avLst/>
              <a:gdLst>
                <a:gd name="T0" fmla="*/ 0 w 73"/>
                <a:gd name="T1" fmla="*/ 0 h 42"/>
                <a:gd name="T2" fmla="*/ 1132 w 73"/>
                <a:gd name="T3" fmla="*/ 605 h 42"/>
                <a:gd name="T4" fmla="*/ 0 w 73"/>
                <a:gd name="T5" fmla="*/ 0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3" h="42">
                  <a:moveTo>
                    <a:pt x="0" y="0"/>
                  </a:moveTo>
                  <a:cubicBezTo>
                    <a:pt x="0" y="0"/>
                    <a:pt x="18" y="33"/>
                    <a:pt x="73" y="32"/>
                  </a:cubicBezTo>
                  <a:cubicBezTo>
                    <a:pt x="73" y="32"/>
                    <a:pt x="13" y="42"/>
                    <a:pt x="0" y="0"/>
                  </a:cubicBezTo>
                  <a:close/>
                </a:path>
              </a:pathLst>
            </a:custGeom>
            <a:solidFill>
              <a:srgbClr val="C6DB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</p:grpSp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1745" name="Black-male-child-full-body">
            <a:extLst>
              <a:ext uri="{FF2B5EF4-FFF2-40B4-BE49-F238E27FC236}">
                <a16:creationId xmlns:a16="http://schemas.microsoft.com/office/drawing/2014/main" id="{3A36295A-5840-44D1-B070-2DB73E5AC7B5}"/>
              </a:ext>
            </a:extLst>
          </p:cNvPr>
          <p:cNvGrpSpPr>
            <a:grpSpLocks/>
          </p:cNvGrpSpPr>
          <p:nvPr/>
        </p:nvGrpSpPr>
        <p:grpSpPr bwMode="auto">
          <a:xfrm>
            <a:off x="8382000" y="1187450"/>
            <a:ext cx="1489075" cy="5245100"/>
            <a:chOff x="2974" y="720"/>
            <a:chExt cx="938" cy="3304"/>
          </a:xfrm>
        </p:grpSpPr>
        <p:grpSp>
          <p:nvGrpSpPr>
            <p:cNvPr id="32574" name="Group 3">
              <a:extLst>
                <a:ext uri="{FF2B5EF4-FFF2-40B4-BE49-F238E27FC236}">
                  <a16:creationId xmlns:a16="http://schemas.microsoft.com/office/drawing/2014/main" id="{C402921B-4B44-4998-A2BC-D7E710D9BB2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74" y="720"/>
              <a:ext cx="938" cy="3304"/>
              <a:chOff x="2974" y="720"/>
              <a:chExt cx="938" cy="3304"/>
            </a:xfrm>
          </p:grpSpPr>
          <p:sp>
            <p:nvSpPr>
              <p:cNvPr id="32610" name="Freeform 4">
                <a:extLst>
                  <a:ext uri="{FF2B5EF4-FFF2-40B4-BE49-F238E27FC236}">
                    <a16:creationId xmlns:a16="http://schemas.microsoft.com/office/drawing/2014/main" id="{65DB5BDA-7319-449A-927E-6236CF8D35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4" y="1187"/>
                <a:ext cx="938" cy="2837"/>
              </a:xfrm>
              <a:custGeom>
                <a:avLst/>
                <a:gdLst>
                  <a:gd name="T0" fmla="*/ 3227 w 500"/>
                  <a:gd name="T1" fmla="*/ 3478 h 1519"/>
                  <a:gd name="T2" fmla="*/ 3009 w 500"/>
                  <a:gd name="T3" fmla="*/ 1102 h 1519"/>
                  <a:gd name="T4" fmla="*/ 2126 w 500"/>
                  <a:gd name="T5" fmla="*/ 370 h 1519"/>
                  <a:gd name="T6" fmla="*/ 1321 w 500"/>
                  <a:gd name="T7" fmla="*/ 39 h 1519"/>
                  <a:gd name="T8" fmla="*/ 719 w 500"/>
                  <a:gd name="T9" fmla="*/ 495 h 1519"/>
                  <a:gd name="T10" fmla="*/ 45 w 500"/>
                  <a:gd name="T11" fmla="*/ 2385 h 1519"/>
                  <a:gd name="T12" fmla="*/ 39 w 500"/>
                  <a:gd name="T13" fmla="*/ 4077 h 1519"/>
                  <a:gd name="T14" fmla="*/ 225 w 500"/>
                  <a:gd name="T15" fmla="*/ 4744 h 1519"/>
                  <a:gd name="T16" fmla="*/ 415 w 500"/>
                  <a:gd name="T17" fmla="*/ 4820 h 1519"/>
                  <a:gd name="T18" fmla="*/ 383 w 500"/>
                  <a:gd name="T19" fmla="*/ 4503 h 1519"/>
                  <a:gd name="T20" fmla="*/ 535 w 500"/>
                  <a:gd name="T21" fmla="*/ 4619 h 1519"/>
                  <a:gd name="T22" fmla="*/ 582 w 500"/>
                  <a:gd name="T23" fmla="*/ 4161 h 1519"/>
                  <a:gd name="T24" fmla="*/ 443 w 500"/>
                  <a:gd name="T25" fmla="*/ 3597 h 1519"/>
                  <a:gd name="T26" fmla="*/ 715 w 500"/>
                  <a:gd name="T27" fmla="*/ 1660 h 1519"/>
                  <a:gd name="T28" fmla="*/ 844 w 500"/>
                  <a:gd name="T29" fmla="*/ 2697 h 1519"/>
                  <a:gd name="T30" fmla="*/ 662 w 500"/>
                  <a:gd name="T31" fmla="*/ 3868 h 1519"/>
                  <a:gd name="T32" fmla="*/ 612 w 500"/>
                  <a:gd name="T33" fmla="*/ 4391 h 1519"/>
                  <a:gd name="T34" fmla="*/ 700 w 500"/>
                  <a:gd name="T35" fmla="*/ 6130 h 1519"/>
                  <a:gd name="T36" fmla="*/ 820 w 500"/>
                  <a:gd name="T37" fmla="*/ 8294 h 1519"/>
                  <a:gd name="T38" fmla="*/ 595 w 500"/>
                  <a:gd name="T39" fmla="*/ 9310 h 1519"/>
                  <a:gd name="T40" fmla="*/ 415 w 500"/>
                  <a:gd name="T41" fmla="*/ 9669 h 1519"/>
                  <a:gd name="T42" fmla="*/ 582 w 500"/>
                  <a:gd name="T43" fmla="*/ 9792 h 1519"/>
                  <a:gd name="T44" fmla="*/ 812 w 500"/>
                  <a:gd name="T45" fmla="*/ 9897 h 1519"/>
                  <a:gd name="T46" fmla="*/ 1017 w 500"/>
                  <a:gd name="T47" fmla="*/ 9673 h 1519"/>
                  <a:gd name="T48" fmla="*/ 1189 w 500"/>
                  <a:gd name="T49" fmla="*/ 9376 h 1519"/>
                  <a:gd name="T50" fmla="*/ 1249 w 500"/>
                  <a:gd name="T51" fmla="*/ 8920 h 1519"/>
                  <a:gd name="T52" fmla="*/ 1349 w 500"/>
                  <a:gd name="T53" fmla="*/ 7237 h 1519"/>
                  <a:gd name="T54" fmla="*/ 1439 w 500"/>
                  <a:gd name="T55" fmla="*/ 5962 h 1519"/>
                  <a:gd name="T56" fmla="*/ 1623 w 500"/>
                  <a:gd name="T57" fmla="*/ 4692 h 1519"/>
                  <a:gd name="T58" fmla="*/ 1672 w 500"/>
                  <a:gd name="T59" fmla="*/ 4692 h 1519"/>
                  <a:gd name="T60" fmla="*/ 1861 w 500"/>
                  <a:gd name="T61" fmla="*/ 5962 h 1519"/>
                  <a:gd name="T62" fmla="*/ 1953 w 500"/>
                  <a:gd name="T63" fmla="*/ 7237 h 1519"/>
                  <a:gd name="T64" fmla="*/ 2052 w 500"/>
                  <a:gd name="T65" fmla="*/ 8920 h 1519"/>
                  <a:gd name="T66" fmla="*/ 2112 w 500"/>
                  <a:gd name="T67" fmla="*/ 9376 h 1519"/>
                  <a:gd name="T68" fmla="*/ 2277 w 500"/>
                  <a:gd name="T69" fmla="*/ 9673 h 1519"/>
                  <a:gd name="T70" fmla="*/ 2482 w 500"/>
                  <a:gd name="T71" fmla="*/ 9897 h 1519"/>
                  <a:gd name="T72" fmla="*/ 2713 w 500"/>
                  <a:gd name="T73" fmla="*/ 9792 h 1519"/>
                  <a:gd name="T74" fmla="*/ 2885 w 500"/>
                  <a:gd name="T75" fmla="*/ 9669 h 1519"/>
                  <a:gd name="T76" fmla="*/ 2700 w 500"/>
                  <a:gd name="T77" fmla="*/ 9310 h 1519"/>
                  <a:gd name="T78" fmla="*/ 2482 w 500"/>
                  <a:gd name="T79" fmla="*/ 8294 h 1519"/>
                  <a:gd name="T80" fmla="*/ 2595 w 500"/>
                  <a:gd name="T81" fmla="*/ 6130 h 1519"/>
                  <a:gd name="T82" fmla="*/ 2688 w 500"/>
                  <a:gd name="T83" fmla="*/ 4391 h 1519"/>
                  <a:gd name="T84" fmla="*/ 2640 w 500"/>
                  <a:gd name="T85" fmla="*/ 3868 h 1519"/>
                  <a:gd name="T86" fmla="*/ 2450 w 500"/>
                  <a:gd name="T87" fmla="*/ 2697 h 1519"/>
                  <a:gd name="T88" fmla="*/ 2583 w 500"/>
                  <a:gd name="T89" fmla="*/ 1660 h 1519"/>
                  <a:gd name="T90" fmla="*/ 2857 w 500"/>
                  <a:gd name="T91" fmla="*/ 3597 h 1519"/>
                  <a:gd name="T92" fmla="*/ 2720 w 500"/>
                  <a:gd name="T93" fmla="*/ 4161 h 1519"/>
                  <a:gd name="T94" fmla="*/ 2767 w 500"/>
                  <a:gd name="T95" fmla="*/ 4619 h 1519"/>
                  <a:gd name="T96" fmla="*/ 2910 w 500"/>
                  <a:gd name="T97" fmla="*/ 4503 h 1519"/>
                  <a:gd name="T98" fmla="*/ 2880 w 500"/>
                  <a:gd name="T99" fmla="*/ 4820 h 1519"/>
                  <a:gd name="T100" fmla="*/ 3077 w 500"/>
                  <a:gd name="T101" fmla="*/ 4744 h 1519"/>
                  <a:gd name="T102" fmla="*/ 3255 w 500"/>
                  <a:gd name="T103" fmla="*/ 4077 h 1519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0" t="0" r="r" b="b"/>
                <a:pathLst>
                  <a:path w="500" h="1519">
                    <a:moveTo>
                      <a:pt x="493" y="626"/>
                    </a:moveTo>
                    <a:cubicBezTo>
                      <a:pt x="487" y="600"/>
                      <a:pt x="485" y="564"/>
                      <a:pt x="489" y="534"/>
                    </a:cubicBezTo>
                    <a:cubicBezTo>
                      <a:pt x="497" y="469"/>
                      <a:pt x="495" y="387"/>
                      <a:pt x="492" y="366"/>
                    </a:cubicBezTo>
                    <a:cubicBezTo>
                      <a:pt x="490" y="344"/>
                      <a:pt x="465" y="247"/>
                      <a:pt x="456" y="169"/>
                    </a:cubicBezTo>
                    <a:cubicBezTo>
                      <a:pt x="448" y="90"/>
                      <a:pt x="400" y="76"/>
                      <a:pt x="390" y="76"/>
                    </a:cubicBezTo>
                    <a:cubicBezTo>
                      <a:pt x="381" y="76"/>
                      <a:pt x="354" y="65"/>
                      <a:pt x="322" y="57"/>
                    </a:cubicBezTo>
                    <a:cubicBezTo>
                      <a:pt x="301" y="51"/>
                      <a:pt x="299" y="20"/>
                      <a:pt x="300" y="0"/>
                    </a:cubicBezTo>
                    <a:cubicBezTo>
                      <a:pt x="256" y="7"/>
                      <a:pt x="200" y="6"/>
                      <a:pt x="200" y="6"/>
                    </a:cubicBezTo>
                    <a:cubicBezTo>
                      <a:pt x="200" y="6"/>
                      <a:pt x="199" y="51"/>
                      <a:pt x="177" y="57"/>
                    </a:cubicBezTo>
                    <a:cubicBezTo>
                      <a:pt x="146" y="65"/>
                      <a:pt x="119" y="76"/>
                      <a:pt x="109" y="76"/>
                    </a:cubicBezTo>
                    <a:cubicBezTo>
                      <a:pt x="99" y="76"/>
                      <a:pt x="52" y="90"/>
                      <a:pt x="43" y="169"/>
                    </a:cubicBezTo>
                    <a:cubicBezTo>
                      <a:pt x="35" y="247"/>
                      <a:pt x="10" y="344"/>
                      <a:pt x="7" y="366"/>
                    </a:cubicBezTo>
                    <a:cubicBezTo>
                      <a:pt x="5" y="387"/>
                      <a:pt x="3" y="469"/>
                      <a:pt x="11" y="534"/>
                    </a:cubicBezTo>
                    <a:cubicBezTo>
                      <a:pt x="15" y="564"/>
                      <a:pt x="13" y="600"/>
                      <a:pt x="6" y="626"/>
                    </a:cubicBezTo>
                    <a:cubicBezTo>
                      <a:pt x="0" y="653"/>
                      <a:pt x="2" y="688"/>
                      <a:pt x="8" y="702"/>
                    </a:cubicBezTo>
                    <a:cubicBezTo>
                      <a:pt x="13" y="715"/>
                      <a:pt x="28" y="729"/>
                      <a:pt x="34" y="728"/>
                    </a:cubicBezTo>
                    <a:cubicBezTo>
                      <a:pt x="34" y="728"/>
                      <a:pt x="42" y="743"/>
                      <a:pt x="51" y="738"/>
                    </a:cubicBezTo>
                    <a:cubicBezTo>
                      <a:pt x="51" y="738"/>
                      <a:pt x="59" y="744"/>
                      <a:pt x="63" y="740"/>
                    </a:cubicBezTo>
                    <a:cubicBezTo>
                      <a:pt x="68" y="735"/>
                      <a:pt x="63" y="719"/>
                      <a:pt x="61" y="717"/>
                    </a:cubicBezTo>
                    <a:cubicBezTo>
                      <a:pt x="58" y="715"/>
                      <a:pt x="58" y="698"/>
                      <a:pt x="58" y="691"/>
                    </a:cubicBezTo>
                    <a:cubicBezTo>
                      <a:pt x="59" y="685"/>
                      <a:pt x="57" y="668"/>
                      <a:pt x="68" y="657"/>
                    </a:cubicBezTo>
                    <a:cubicBezTo>
                      <a:pt x="68" y="657"/>
                      <a:pt x="64" y="702"/>
                      <a:pt x="81" y="709"/>
                    </a:cubicBezTo>
                    <a:cubicBezTo>
                      <a:pt x="81" y="709"/>
                      <a:pt x="87" y="706"/>
                      <a:pt x="85" y="692"/>
                    </a:cubicBezTo>
                    <a:cubicBezTo>
                      <a:pt x="85" y="685"/>
                      <a:pt x="89" y="644"/>
                      <a:pt x="88" y="639"/>
                    </a:cubicBezTo>
                    <a:cubicBezTo>
                      <a:pt x="87" y="634"/>
                      <a:pt x="84" y="623"/>
                      <a:pt x="73" y="606"/>
                    </a:cubicBezTo>
                    <a:cubicBezTo>
                      <a:pt x="62" y="590"/>
                      <a:pt x="63" y="569"/>
                      <a:pt x="67" y="552"/>
                    </a:cubicBezTo>
                    <a:cubicBezTo>
                      <a:pt x="70" y="534"/>
                      <a:pt x="76" y="425"/>
                      <a:pt x="77" y="400"/>
                    </a:cubicBezTo>
                    <a:cubicBezTo>
                      <a:pt x="78" y="375"/>
                      <a:pt x="106" y="274"/>
                      <a:pt x="108" y="255"/>
                    </a:cubicBezTo>
                    <a:cubicBezTo>
                      <a:pt x="112" y="250"/>
                      <a:pt x="112" y="250"/>
                      <a:pt x="112" y="250"/>
                    </a:cubicBezTo>
                    <a:cubicBezTo>
                      <a:pt x="110" y="304"/>
                      <a:pt x="127" y="382"/>
                      <a:pt x="128" y="414"/>
                    </a:cubicBezTo>
                    <a:cubicBezTo>
                      <a:pt x="129" y="449"/>
                      <a:pt x="120" y="511"/>
                      <a:pt x="113" y="534"/>
                    </a:cubicBezTo>
                    <a:cubicBezTo>
                      <a:pt x="108" y="551"/>
                      <a:pt x="102" y="581"/>
                      <a:pt x="100" y="594"/>
                    </a:cubicBezTo>
                    <a:cubicBezTo>
                      <a:pt x="99" y="594"/>
                      <a:pt x="99" y="594"/>
                      <a:pt x="99" y="594"/>
                    </a:cubicBezTo>
                    <a:cubicBezTo>
                      <a:pt x="99" y="594"/>
                      <a:pt x="92" y="636"/>
                      <a:pt x="93" y="674"/>
                    </a:cubicBezTo>
                    <a:cubicBezTo>
                      <a:pt x="93" y="695"/>
                      <a:pt x="85" y="766"/>
                      <a:pt x="96" y="818"/>
                    </a:cubicBezTo>
                    <a:cubicBezTo>
                      <a:pt x="108" y="871"/>
                      <a:pt x="110" y="903"/>
                      <a:pt x="106" y="941"/>
                    </a:cubicBezTo>
                    <a:cubicBezTo>
                      <a:pt x="103" y="978"/>
                      <a:pt x="109" y="1014"/>
                      <a:pt x="109" y="1049"/>
                    </a:cubicBezTo>
                    <a:cubicBezTo>
                      <a:pt x="108" y="1085"/>
                      <a:pt x="107" y="1197"/>
                      <a:pt x="124" y="1273"/>
                    </a:cubicBezTo>
                    <a:cubicBezTo>
                      <a:pt x="141" y="1349"/>
                      <a:pt x="114" y="1382"/>
                      <a:pt x="114" y="1382"/>
                    </a:cubicBezTo>
                    <a:cubicBezTo>
                      <a:pt x="114" y="1382"/>
                      <a:pt x="96" y="1410"/>
                      <a:pt x="90" y="1429"/>
                    </a:cubicBezTo>
                    <a:cubicBezTo>
                      <a:pt x="86" y="1441"/>
                      <a:pt x="77" y="1444"/>
                      <a:pt x="73" y="1453"/>
                    </a:cubicBezTo>
                    <a:cubicBezTo>
                      <a:pt x="70" y="1461"/>
                      <a:pt x="58" y="1467"/>
                      <a:pt x="63" y="1484"/>
                    </a:cubicBezTo>
                    <a:cubicBezTo>
                      <a:pt x="63" y="1484"/>
                      <a:pt x="66" y="1501"/>
                      <a:pt x="74" y="1495"/>
                    </a:cubicBezTo>
                    <a:cubicBezTo>
                      <a:pt x="74" y="1495"/>
                      <a:pt x="80" y="1507"/>
                      <a:pt x="88" y="1503"/>
                    </a:cubicBezTo>
                    <a:cubicBezTo>
                      <a:pt x="88" y="1503"/>
                      <a:pt x="98" y="1515"/>
                      <a:pt x="106" y="1505"/>
                    </a:cubicBezTo>
                    <a:cubicBezTo>
                      <a:pt x="106" y="1505"/>
                      <a:pt x="104" y="1519"/>
                      <a:pt x="123" y="1519"/>
                    </a:cubicBezTo>
                    <a:cubicBezTo>
                      <a:pt x="143" y="1519"/>
                      <a:pt x="145" y="1510"/>
                      <a:pt x="145" y="1498"/>
                    </a:cubicBezTo>
                    <a:cubicBezTo>
                      <a:pt x="145" y="1486"/>
                      <a:pt x="154" y="1485"/>
                      <a:pt x="154" y="1485"/>
                    </a:cubicBezTo>
                    <a:cubicBezTo>
                      <a:pt x="154" y="1485"/>
                      <a:pt x="168" y="1475"/>
                      <a:pt x="169" y="1462"/>
                    </a:cubicBezTo>
                    <a:cubicBezTo>
                      <a:pt x="170" y="1449"/>
                      <a:pt x="180" y="1439"/>
                      <a:pt x="180" y="1439"/>
                    </a:cubicBezTo>
                    <a:cubicBezTo>
                      <a:pt x="180" y="1439"/>
                      <a:pt x="193" y="1434"/>
                      <a:pt x="186" y="1402"/>
                    </a:cubicBezTo>
                    <a:cubicBezTo>
                      <a:pt x="186" y="1402"/>
                      <a:pt x="192" y="1385"/>
                      <a:pt x="189" y="1369"/>
                    </a:cubicBezTo>
                    <a:cubicBezTo>
                      <a:pt x="185" y="1353"/>
                      <a:pt x="189" y="1300"/>
                      <a:pt x="191" y="1281"/>
                    </a:cubicBezTo>
                    <a:cubicBezTo>
                      <a:pt x="193" y="1261"/>
                      <a:pt x="210" y="1154"/>
                      <a:pt x="204" y="1111"/>
                    </a:cubicBezTo>
                    <a:cubicBezTo>
                      <a:pt x="194" y="1040"/>
                      <a:pt x="214" y="1017"/>
                      <a:pt x="216" y="983"/>
                    </a:cubicBezTo>
                    <a:cubicBezTo>
                      <a:pt x="216" y="983"/>
                      <a:pt x="220" y="946"/>
                      <a:pt x="218" y="915"/>
                    </a:cubicBezTo>
                    <a:cubicBezTo>
                      <a:pt x="216" y="884"/>
                      <a:pt x="224" y="850"/>
                      <a:pt x="230" y="811"/>
                    </a:cubicBezTo>
                    <a:cubicBezTo>
                      <a:pt x="236" y="772"/>
                      <a:pt x="239" y="734"/>
                      <a:pt x="246" y="720"/>
                    </a:cubicBezTo>
                    <a:cubicBezTo>
                      <a:pt x="248" y="716"/>
                      <a:pt x="250" y="710"/>
                      <a:pt x="252" y="704"/>
                    </a:cubicBezTo>
                    <a:cubicBezTo>
                      <a:pt x="253" y="714"/>
                      <a:pt x="253" y="720"/>
                      <a:pt x="253" y="720"/>
                    </a:cubicBezTo>
                    <a:cubicBezTo>
                      <a:pt x="255" y="736"/>
                      <a:pt x="264" y="772"/>
                      <a:pt x="270" y="811"/>
                    </a:cubicBezTo>
                    <a:cubicBezTo>
                      <a:pt x="275" y="850"/>
                      <a:pt x="284" y="884"/>
                      <a:pt x="282" y="915"/>
                    </a:cubicBezTo>
                    <a:cubicBezTo>
                      <a:pt x="279" y="946"/>
                      <a:pt x="284" y="983"/>
                      <a:pt x="284" y="983"/>
                    </a:cubicBezTo>
                    <a:cubicBezTo>
                      <a:pt x="285" y="1017"/>
                      <a:pt x="306" y="1040"/>
                      <a:pt x="296" y="1111"/>
                    </a:cubicBezTo>
                    <a:cubicBezTo>
                      <a:pt x="289" y="1154"/>
                      <a:pt x="307" y="1261"/>
                      <a:pt x="309" y="1281"/>
                    </a:cubicBezTo>
                    <a:cubicBezTo>
                      <a:pt x="310" y="1300"/>
                      <a:pt x="314" y="1353"/>
                      <a:pt x="311" y="1369"/>
                    </a:cubicBezTo>
                    <a:cubicBezTo>
                      <a:pt x="308" y="1385"/>
                      <a:pt x="313" y="1402"/>
                      <a:pt x="313" y="1402"/>
                    </a:cubicBezTo>
                    <a:cubicBezTo>
                      <a:pt x="307" y="1434"/>
                      <a:pt x="320" y="1439"/>
                      <a:pt x="320" y="1439"/>
                    </a:cubicBezTo>
                    <a:cubicBezTo>
                      <a:pt x="320" y="1439"/>
                      <a:pt x="330" y="1449"/>
                      <a:pt x="331" y="1462"/>
                    </a:cubicBezTo>
                    <a:cubicBezTo>
                      <a:pt x="331" y="1475"/>
                      <a:pt x="345" y="1485"/>
                      <a:pt x="345" y="1485"/>
                    </a:cubicBezTo>
                    <a:cubicBezTo>
                      <a:pt x="345" y="1485"/>
                      <a:pt x="354" y="1486"/>
                      <a:pt x="355" y="1498"/>
                    </a:cubicBezTo>
                    <a:cubicBezTo>
                      <a:pt x="355" y="1510"/>
                      <a:pt x="356" y="1519"/>
                      <a:pt x="376" y="1519"/>
                    </a:cubicBezTo>
                    <a:cubicBezTo>
                      <a:pt x="396" y="1519"/>
                      <a:pt x="394" y="1505"/>
                      <a:pt x="394" y="1505"/>
                    </a:cubicBezTo>
                    <a:cubicBezTo>
                      <a:pt x="401" y="1515"/>
                      <a:pt x="411" y="1503"/>
                      <a:pt x="411" y="1503"/>
                    </a:cubicBezTo>
                    <a:cubicBezTo>
                      <a:pt x="420" y="1507"/>
                      <a:pt x="426" y="1495"/>
                      <a:pt x="426" y="1495"/>
                    </a:cubicBezTo>
                    <a:cubicBezTo>
                      <a:pt x="434" y="1501"/>
                      <a:pt x="437" y="1484"/>
                      <a:pt x="437" y="1484"/>
                    </a:cubicBezTo>
                    <a:cubicBezTo>
                      <a:pt x="442" y="1467"/>
                      <a:pt x="430" y="1461"/>
                      <a:pt x="426" y="1453"/>
                    </a:cubicBezTo>
                    <a:cubicBezTo>
                      <a:pt x="423" y="1444"/>
                      <a:pt x="413" y="1441"/>
                      <a:pt x="409" y="1429"/>
                    </a:cubicBezTo>
                    <a:cubicBezTo>
                      <a:pt x="403" y="1410"/>
                      <a:pt x="386" y="1382"/>
                      <a:pt x="386" y="1382"/>
                    </a:cubicBezTo>
                    <a:cubicBezTo>
                      <a:pt x="386" y="1382"/>
                      <a:pt x="359" y="1349"/>
                      <a:pt x="376" y="1273"/>
                    </a:cubicBezTo>
                    <a:cubicBezTo>
                      <a:pt x="393" y="1197"/>
                      <a:pt x="392" y="1085"/>
                      <a:pt x="391" y="1049"/>
                    </a:cubicBezTo>
                    <a:cubicBezTo>
                      <a:pt x="390" y="1014"/>
                      <a:pt x="397" y="978"/>
                      <a:pt x="393" y="941"/>
                    </a:cubicBezTo>
                    <a:cubicBezTo>
                      <a:pt x="389" y="903"/>
                      <a:pt x="392" y="871"/>
                      <a:pt x="403" y="818"/>
                    </a:cubicBezTo>
                    <a:cubicBezTo>
                      <a:pt x="415" y="766"/>
                      <a:pt x="406" y="695"/>
                      <a:pt x="407" y="674"/>
                    </a:cubicBezTo>
                    <a:cubicBezTo>
                      <a:pt x="408" y="636"/>
                      <a:pt x="401" y="594"/>
                      <a:pt x="401" y="594"/>
                    </a:cubicBezTo>
                    <a:cubicBezTo>
                      <a:pt x="400" y="594"/>
                      <a:pt x="400" y="594"/>
                      <a:pt x="400" y="594"/>
                    </a:cubicBezTo>
                    <a:cubicBezTo>
                      <a:pt x="398" y="581"/>
                      <a:pt x="392" y="551"/>
                      <a:pt x="386" y="534"/>
                    </a:cubicBezTo>
                    <a:cubicBezTo>
                      <a:pt x="380" y="511"/>
                      <a:pt x="371" y="449"/>
                      <a:pt x="371" y="414"/>
                    </a:cubicBezTo>
                    <a:cubicBezTo>
                      <a:pt x="372" y="382"/>
                      <a:pt x="390" y="304"/>
                      <a:pt x="388" y="250"/>
                    </a:cubicBezTo>
                    <a:cubicBezTo>
                      <a:pt x="391" y="255"/>
                      <a:pt x="391" y="255"/>
                      <a:pt x="391" y="255"/>
                    </a:cubicBezTo>
                    <a:cubicBezTo>
                      <a:pt x="394" y="274"/>
                      <a:pt x="421" y="375"/>
                      <a:pt x="423" y="400"/>
                    </a:cubicBezTo>
                    <a:cubicBezTo>
                      <a:pt x="424" y="425"/>
                      <a:pt x="430" y="534"/>
                      <a:pt x="433" y="552"/>
                    </a:cubicBezTo>
                    <a:cubicBezTo>
                      <a:pt x="436" y="569"/>
                      <a:pt x="438" y="590"/>
                      <a:pt x="427" y="606"/>
                    </a:cubicBezTo>
                    <a:cubicBezTo>
                      <a:pt x="416" y="623"/>
                      <a:pt x="413" y="634"/>
                      <a:pt x="412" y="639"/>
                    </a:cubicBezTo>
                    <a:cubicBezTo>
                      <a:pt x="411" y="644"/>
                      <a:pt x="415" y="685"/>
                      <a:pt x="414" y="692"/>
                    </a:cubicBezTo>
                    <a:cubicBezTo>
                      <a:pt x="413" y="706"/>
                      <a:pt x="419" y="709"/>
                      <a:pt x="419" y="709"/>
                    </a:cubicBezTo>
                    <a:cubicBezTo>
                      <a:pt x="436" y="702"/>
                      <a:pt x="432" y="657"/>
                      <a:pt x="432" y="657"/>
                    </a:cubicBezTo>
                    <a:cubicBezTo>
                      <a:pt x="442" y="668"/>
                      <a:pt x="440" y="685"/>
                      <a:pt x="441" y="691"/>
                    </a:cubicBezTo>
                    <a:cubicBezTo>
                      <a:pt x="442" y="698"/>
                      <a:pt x="441" y="715"/>
                      <a:pt x="439" y="717"/>
                    </a:cubicBezTo>
                    <a:cubicBezTo>
                      <a:pt x="436" y="719"/>
                      <a:pt x="431" y="735"/>
                      <a:pt x="436" y="740"/>
                    </a:cubicBezTo>
                    <a:cubicBezTo>
                      <a:pt x="441" y="744"/>
                      <a:pt x="449" y="738"/>
                      <a:pt x="449" y="738"/>
                    </a:cubicBezTo>
                    <a:cubicBezTo>
                      <a:pt x="458" y="743"/>
                      <a:pt x="466" y="728"/>
                      <a:pt x="466" y="728"/>
                    </a:cubicBezTo>
                    <a:cubicBezTo>
                      <a:pt x="472" y="729"/>
                      <a:pt x="487" y="715"/>
                      <a:pt x="492" y="702"/>
                    </a:cubicBezTo>
                    <a:cubicBezTo>
                      <a:pt x="498" y="688"/>
                      <a:pt x="500" y="653"/>
                      <a:pt x="493" y="626"/>
                    </a:cubicBezTo>
                    <a:close/>
                  </a:path>
                </a:pathLst>
              </a:custGeom>
              <a:solidFill>
                <a:srgbClr val="75332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611" name="Freeform 5">
                <a:extLst>
                  <a:ext uri="{FF2B5EF4-FFF2-40B4-BE49-F238E27FC236}">
                    <a16:creationId xmlns:a16="http://schemas.microsoft.com/office/drawing/2014/main" id="{B6D0A7DD-2937-41F0-951F-8FA248A12E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4" y="1187"/>
                <a:ext cx="938" cy="2837"/>
              </a:xfrm>
              <a:custGeom>
                <a:avLst/>
                <a:gdLst>
                  <a:gd name="T0" fmla="*/ 3227 w 500"/>
                  <a:gd name="T1" fmla="*/ 3478 h 1519"/>
                  <a:gd name="T2" fmla="*/ 3009 w 500"/>
                  <a:gd name="T3" fmla="*/ 1102 h 1519"/>
                  <a:gd name="T4" fmla="*/ 2126 w 500"/>
                  <a:gd name="T5" fmla="*/ 370 h 1519"/>
                  <a:gd name="T6" fmla="*/ 1321 w 500"/>
                  <a:gd name="T7" fmla="*/ 39 h 1519"/>
                  <a:gd name="T8" fmla="*/ 719 w 500"/>
                  <a:gd name="T9" fmla="*/ 495 h 1519"/>
                  <a:gd name="T10" fmla="*/ 45 w 500"/>
                  <a:gd name="T11" fmla="*/ 2385 h 1519"/>
                  <a:gd name="T12" fmla="*/ 39 w 500"/>
                  <a:gd name="T13" fmla="*/ 4077 h 1519"/>
                  <a:gd name="T14" fmla="*/ 225 w 500"/>
                  <a:gd name="T15" fmla="*/ 4744 h 1519"/>
                  <a:gd name="T16" fmla="*/ 415 w 500"/>
                  <a:gd name="T17" fmla="*/ 4820 h 1519"/>
                  <a:gd name="T18" fmla="*/ 383 w 500"/>
                  <a:gd name="T19" fmla="*/ 4503 h 1519"/>
                  <a:gd name="T20" fmla="*/ 535 w 500"/>
                  <a:gd name="T21" fmla="*/ 4619 h 1519"/>
                  <a:gd name="T22" fmla="*/ 582 w 500"/>
                  <a:gd name="T23" fmla="*/ 4161 h 1519"/>
                  <a:gd name="T24" fmla="*/ 443 w 500"/>
                  <a:gd name="T25" fmla="*/ 3597 h 1519"/>
                  <a:gd name="T26" fmla="*/ 715 w 500"/>
                  <a:gd name="T27" fmla="*/ 1660 h 1519"/>
                  <a:gd name="T28" fmla="*/ 844 w 500"/>
                  <a:gd name="T29" fmla="*/ 2697 h 1519"/>
                  <a:gd name="T30" fmla="*/ 662 w 500"/>
                  <a:gd name="T31" fmla="*/ 3868 h 1519"/>
                  <a:gd name="T32" fmla="*/ 612 w 500"/>
                  <a:gd name="T33" fmla="*/ 4391 h 1519"/>
                  <a:gd name="T34" fmla="*/ 700 w 500"/>
                  <a:gd name="T35" fmla="*/ 6130 h 1519"/>
                  <a:gd name="T36" fmla="*/ 820 w 500"/>
                  <a:gd name="T37" fmla="*/ 8294 h 1519"/>
                  <a:gd name="T38" fmla="*/ 595 w 500"/>
                  <a:gd name="T39" fmla="*/ 9310 h 1519"/>
                  <a:gd name="T40" fmla="*/ 415 w 500"/>
                  <a:gd name="T41" fmla="*/ 9669 h 1519"/>
                  <a:gd name="T42" fmla="*/ 582 w 500"/>
                  <a:gd name="T43" fmla="*/ 9792 h 1519"/>
                  <a:gd name="T44" fmla="*/ 812 w 500"/>
                  <a:gd name="T45" fmla="*/ 9897 h 1519"/>
                  <a:gd name="T46" fmla="*/ 1017 w 500"/>
                  <a:gd name="T47" fmla="*/ 9673 h 1519"/>
                  <a:gd name="T48" fmla="*/ 1189 w 500"/>
                  <a:gd name="T49" fmla="*/ 9376 h 1519"/>
                  <a:gd name="T50" fmla="*/ 1249 w 500"/>
                  <a:gd name="T51" fmla="*/ 8920 h 1519"/>
                  <a:gd name="T52" fmla="*/ 1349 w 500"/>
                  <a:gd name="T53" fmla="*/ 7237 h 1519"/>
                  <a:gd name="T54" fmla="*/ 1439 w 500"/>
                  <a:gd name="T55" fmla="*/ 5962 h 1519"/>
                  <a:gd name="T56" fmla="*/ 1623 w 500"/>
                  <a:gd name="T57" fmla="*/ 4692 h 1519"/>
                  <a:gd name="T58" fmla="*/ 1672 w 500"/>
                  <a:gd name="T59" fmla="*/ 4692 h 1519"/>
                  <a:gd name="T60" fmla="*/ 1861 w 500"/>
                  <a:gd name="T61" fmla="*/ 5962 h 1519"/>
                  <a:gd name="T62" fmla="*/ 1953 w 500"/>
                  <a:gd name="T63" fmla="*/ 7237 h 1519"/>
                  <a:gd name="T64" fmla="*/ 2052 w 500"/>
                  <a:gd name="T65" fmla="*/ 8920 h 1519"/>
                  <a:gd name="T66" fmla="*/ 2112 w 500"/>
                  <a:gd name="T67" fmla="*/ 9376 h 1519"/>
                  <a:gd name="T68" fmla="*/ 2277 w 500"/>
                  <a:gd name="T69" fmla="*/ 9673 h 1519"/>
                  <a:gd name="T70" fmla="*/ 2482 w 500"/>
                  <a:gd name="T71" fmla="*/ 9897 h 1519"/>
                  <a:gd name="T72" fmla="*/ 2713 w 500"/>
                  <a:gd name="T73" fmla="*/ 9792 h 1519"/>
                  <a:gd name="T74" fmla="*/ 2885 w 500"/>
                  <a:gd name="T75" fmla="*/ 9669 h 1519"/>
                  <a:gd name="T76" fmla="*/ 2700 w 500"/>
                  <a:gd name="T77" fmla="*/ 9310 h 1519"/>
                  <a:gd name="T78" fmla="*/ 2482 w 500"/>
                  <a:gd name="T79" fmla="*/ 8294 h 1519"/>
                  <a:gd name="T80" fmla="*/ 2595 w 500"/>
                  <a:gd name="T81" fmla="*/ 6130 h 1519"/>
                  <a:gd name="T82" fmla="*/ 2688 w 500"/>
                  <a:gd name="T83" fmla="*/ 4391 h 1519"/>
                  <a:gd name="T84" fmla="*/ 2640 w 500"/>
                  <a:gd name="T85" fmla="*/ 3868 h 1519"/>
                  <a:gd name="T86" fmla="*/ 2450 w 500"/>
                  <a:gd name="T87" fmla="*/ 2697 h 1519"/>
                  <a:gd name="T88" fmla="*/ 2583 w 500"/>
                  <a:gd name="T89" fmla="*/ 1660 h 1519"/>
                  <a:gd name="T90" fmla="*/ 2857 w 500"/>
                  <a:gd name="T91" fmla="*/ 3597 h 1519"/>
                  <a:gd name="T92" fmla="*/ 2720 w 500"/>
                  <a:gd name="T93" fmla="*/ 4161 h 1519"/>
                  <a:gd name="T94" fmla="*/ 2767 w 500"/>
                  <a:gd name="T95" fmla="*/ 4619 h 1519"/>
                  <a:gd name="T96" fmla="*/ 2910 w 500"/>
                  <a:gd name="T97" fmla="*/ 4503 h 1519"/>
                  <a:gd name="T98" fmla="*/ 2880 w 500"/>
                  <a:gd name="T99" fmla="*/ 4820 h 1519"/>
                  <a:gd name="T100" fmla="*/ 3077 w 500"/>
                  <a:gd name="T101" fmla="*/ 4744 h 1519"/>
                  <a:gd name="T102" fmla="*/ 3255 w 500"/>
                  <a:gd name="T103" fmla="*/ 4077 h 1519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0" t="0" r="r" b="b"/>
                <a:pathLst>
                  <a:path w="500" h="1519">
                    <a:moveTo>
                      <a:pt x="493" y="626"/>
                    </a:moveTo>
                    <a:cubicBezTo>
                      <a:pt x="487" y="600"/>
                      <a:pt x="485" y="564"/>
                      <a:pt x="489" y="534"/>
                    </a:cubicBezTo>
                    <a:cubicBezTo>
                      <a:pt x="497" y="469"/>
                      <a:pt x="495" y="387"/>
                      <a:pt x="492" y="366"/>
                    </a:cubicBezTo>
                    <a:cubicBezTo>
                      <a:pt x="490" y="344"/>
                      <a:pt x="465" y="247"/>
                      <a:pt x="456" y="169"/>
                    </a:cubicBezTo>
                    <a:cubicBezTo>
                      <a:pt x="448" y="90"/>
                      <a:pt x="400" y="76"/>
                      <a:pt x="390" y="76"/>
                    </a:cubicBezTo>
                    <a:cubicBezTo>
                      <a:pt x="381" y="76"/>
                      <a:pt x="354" y="65"/>
                      <a:pt x="322" y="57"/>
                    </a:cubicBezTo>
                    <a:cubicBezTo>
                      <a:pt x="301" y="51"/>
                      <a:pt x="299" y="20"/>
                      <a:pt x="300" y="0"/>
                    </a:cubicBezTo>
                    <a:cubicBezTo>
                      <a:pt x="256" y="7"/>
                      <a:pt x="200" y="6"/>
                      <a:pt x="200" y="6"/>
                    </a:cubicBezTo>
                    <a:cubicBezTo>
                      <a:pt x="200" y="6"/>
                      <a:pt x="199" y="51"/>
                      <a:pt x="177" y="57"/>
                    </a:cubicBezTo>
                    <a:cubicBezTo>
                      <a:pt x="146" y="65"/>
                      <a:pt x="119" y="76"/>
                      <a:pt x="109" y="76"/>
                    </a:cubicBezTo>
                    <a:cubicBezTo>
                      <a:pt x="99" y="76"/>
                      <a:pt x="52" y="90"/>
                      <a:pt x="43" y="169"/>
                    </a:cubicBezTo>
                    <a:cubicBezTo>
                      <a:pt x="35" y="247"/>
                      <a:pt x="10" y="344"/>
                      <a:pt x="7" y="366"/>
                    </a:cubicBezTo>
                    <a:cubicBezTo>
                      <a:pt x="5" y="387"/>
                      <a:pt x="3" y="469"/>
                      <a:pt x="11" y="534"/>
                    </a:cubicBezTo>
                    <a:cubicBezTo>
                      <a:pt x="15" y="564"/>
                      <a:pt x="13" y="600"/>
                      <a:pt x="6" y="626"/>
                    </a:cubicBezTo>
                    <a:cubicBezTo>
                      <a:pt x="0" y="653"/>
                      <a:pt x="2" y="688"/>
                      <a:pt x="8" y="702"/>
                    </a:cubicBezTo>
                    <a:cubicBezTo>
                      <a:pt x="13" y="715"/>
                      <a:pt x="28" y="729"/>
                      <a:pt x="34" y="728"/>
                    </a:cubicBezTo>
                    <a:cubicBezTo>
                      <a:pt x="34" y="728"/>
                      <a:pt x="42" y="743"/>
                      <a:pt x="51" y="738"/>
                    </a:cubicBezTo>
                    <a:cubicBezTo>
                      <a:pt x="51" y="738"/>
                      <a:pt x="59" y="744"/>
                      <a:pt x="63" y="740"/>
                    </a:cubicBezTo>
                    <a:cubicBezTo>
                      <a:pt x="68" y="735"/>
                      <a:pt x="63" y="719"/>
                      <a:pt x="61" y="717"/>
                    </a:cubicBezTo>
                    <a:cubicBezTo>
                      <a:pt x="58" y="715"/>
                      <a:pt x="58" y="698"/>
                      <a:pt x="58" y="691"/>
                    </a:cubicBezTo>
                    <a:cubicBezTo>
                      <a:pt x="59" y="685"/>
                      <a:pt x="57" y="668"/>
                      <a:pt x="68" y="657"/>
                    </a:cubicBezTo>
                    <a:cubicBezTo>
                      <a:pt x="68" y="657"/>
                      <a:pt x="64" y="702"/>
                      <a:pt x="81" y="709"/>
                    </a:cubicBezTo>
                    <a:cubicBezTo>
                      <a:pt x="81" y="709"/>
                      <a:pt x="87" y="706"/>
                      <a:pt x="85" y="692"/>
                    </a:cubicBezTo>
                    <a:cubicBezTo>
                      <a:pt x="85" y="685"/>
                      <a:pt x="89" y="644"/>
                      <a:pt x="88" y="639"/>
                    </a:cubicBezTo>
                    <a:cubicBezTo>
                      <a:pt x="87" y="634"/>
                      <a:pt x="84" y="623"/>
                      <a:pt x="73" y="606"/>
                    </a:cubicBezTo>
                    <a:cubicBezTo>
                      <a:pt x="62" y="590"/>
                      <a:pt x="63" y="569"/>
                      <a:pt x="67" y="552"/>
                    </a:cubicBezTo>
                    <a:cubicBezTo>
                      <a:pt x="70" y="534"/>
                      <a:pt x="76" y="425"/>
                      <a:pt x="77" y="400"/>
                    </a:cubicBezTo>
                    <a:cubicBezTo>
                      <a:pt x="78" y="375"/>
                      <a:pt x="106" y="274"/>
                      <a:pt x="108" y="255"/>
                    </a:cubicBezTo>
                    <a:cubicBezTo>
                      <a:pt x="112" y="250"/>
                      <a:pt x="112" y="250"/>
                      <a:pt x="112" y="250"/>
                    </a:cubicBezTo>
                    <a:cubicBezTo>
                      <a:pt x="110" y="304"/>
                      <a:pt x="127" y="382"/>
                      <a:pt x="128" y="414"/>
                    </a:cubicBezTo>
                    <a:cubicBezTo>
                      <a:pt x="129" y="449"/>
                      <a:pt x="120" y="511"/>
                      <a:pt x="113" y="534"/>
                    </a:cubicBezTo>
                    <a:cubicBezTo>
                      <a:pt x="108" y="551"/>
                      <a:pt x="102" y="581"/>
                      <a:pt x="100" y="594"/>
                    </a:cubicBezTo>
                    <a:cubicBezTo>
                      <a:pt x="99" y="594"/>
                      <a:pt x="99" y="594"/>
                      <a:pt x="99" y="594"/>
                    </a:cubicBezTo>
                    <a:cubicBezTo>
                      <a:pt x="99" y="594"/>
                      <a:pt x="92" y="636"/>
                      <a:pt x="93" y="674"/>
                    </a:cubicBezTo>
                    <a:cubicBezTo>
                      <a:pt x="93" y="695"/>
                      <a:pt x="85" y="766"/>
                      <a:pt x="96" y="818"/>
                    </a:cubicBezTo>
                    <a:cubicBezTo>
                      <a:pt x="108" y="871"/>
                      <a:pt x="110" y="903"/>
                      <a:pt x="106" y="941"/>
                    </a:cubicBezTo>
                    <a:cubicBezTo>
                      <a:pt x="103" y="978"/>
                      <a:pt x="109" y="1014"/>
                      <a:pt x="109" y="1049"/>
                    </a:cubicBezTo>
                    <a:cubicBezTo>
                      <a:pt x="108" y="1085"/>
                      <a:pt x="107" y="1197"/>
                      <a:pt x="124" y="1273"/>
                    </a:cubicBezTo>
                    <a:cubicBezTo>
                      <a:pt x="141" y="1349"/>
                      <a:pt x="114" y="1382"/>
                      <a:pt x="114" y="1382"/>
                    </a:cubicBezTo>
                    <a:cubicBezTo>
                      <a:pt x="114" y="1382"/>
                      <a:pt x="96" y="1410"/>
                      <a:pt x="90" y="1429"/>
                    </a:cubicBezTo>
                    <a:cubicBezTo>
                      <a:pt x="86" y="1441"/>
                      <a:pt x="77" y="1444"/>
                      <a:pt x="73" y="1453"/>
                    </a:cubicBezTo>
                    <a:cubicBezTo>
                      <a:pt x="70" y="1461"/>
                      <a:pt x="58" y="1467"/>
                      <a:pt x="63" y="1484"/>
                    </a:cubicBezTo>
                    <a:cubicBezTo>
                      <a:pt x="63" y="1484"/>
                      <a:pt x="66" y="1501"/>
                      <a:pt x="74" y="1495"/>
                    </a:cubicBezTo>
                    <a:cubicBezTo>
                      <a:pt x="74" y="1495"/>
                      <a:pt x="80" y="1507"/>
                      <a:pt x="88" y="1503"/>
                    </a:cubicBezTo>
                    <a:cubicBezTo>
                      <a:pt x="88" y="1503"/>
                      <a:pt x="98" y="1515"/>
                      <a:pt x="106" y="1505"/>
                    </a:cubicBezTo>
                    <a:cubicBezTo>
                      <a:pt x="106" y="1505"/>
                      <a:pt x="104" y="1519"/>
                      <a:pt x="123" y="1519"/>
                    </a:cubicBezTo>
                    <a:cubicBezTo>
                      <a:pt x="143" y="1519"/>
                      <a:pt x="145" y="1510"/>
                      <a:pt x="145" y="1498"/>
                    </a:cubicBezTo>
                    <a:cubicBezTo>
                      <a:pt x="145" y="1486"/>
                      <a:pt x="154" y="1485"/>
                      <a:pt x="154" y="1485"/>
                    </a:cubicBezTo>
                    <a:cubicBezTo>
                      <a:pt x="154" y="1485"/>
                      <a:pt x="168" y="1475"/>
                      <a:pt x="169" y="1462"/>
                    </a:cubicBezTo>
                    <a:cubicBezTo>
                      <a:pt x="170" y="1449"/>
                      <a:pt x="180" y="1439"/>
                      <a:pt x="180" y="1439"/>
                    </a:cubicBezTo>
                    <a:cubicBezTo>
                      <a:pt x="180" y="1439"/>
                      <a:pt x="193" y="1434"/>
                      <a:pt x="186" y="1402"/>
                    </a:cubicBezTo>
                    <a:cubicBezTo>
                      <a:pt x="186" y="1402"/>
                      <a:pt x="192" y="1385"/>
                      <a:pt x="189" y="1369"/>
                    </a:cubicBezTo>
                    <a:cubicBezTo>
                      <a:pt x="185" y="1353"/>
                      <a:pt x="189" y="1300"/>
                      <a:pt x="191" y="1281"/>
                    </a:cubicBezTo>
                    <a:cubicBezTo>
                      <a:pt x="193" y="1261"/>
                      <a:pt x="210" y="1154"/>
                      <a:pt x="204" y="1111"/>
                    </a:cubicBezTo>
                    <a:cubicBezTo>
                      <a:pt x="194" y="1040"/>
                      <a:pt x="214" y="1017"/>
                      <a:pt x="216" y="983"/>
                    </a:cubicBezTo>
                    <a:cubicBezTo>
                      <a:pt x="216" y="983"/>
                      <a:pt x="220" y="946"/>
                      <a:pt x="218" y="915"/>
                    </a:cubicBezTo>
                    <a:cubicBezTo>
                      <a:pt x="216" y="884"/>
                      <a:pt x="224" y="850"/>
                      <a:pt x="230" y="811"/>
                    </a:cubicBezTo>
                    <a:cubicBezTo>
                      <a:pt x="236" y="772"/>
                      <a:pt x="239" y="734"/>
                      <a:pt x="246" y="720"/>
                    </a:cubicBezTo>
                    <a:cubicBezTo>
                      <a:pt x="248" y="716"/>
                      <a:pt x="250" y="710"/>
                      <a:pt x="252" y="704"/>
                    </a:cubicBezTo>
                    <a:cubicBezTo>
                      <a:pt x="253" y="714"/>
                      <a:pt x="253" y="720"/>
                      <a:pt x="253" y="720"/>
                    </a:cubicBezTo>
                    <a:cubicBezTo>
                      <a:pt x="255" y="736"/>
                      <a:pt x="264" y="772"/>
                      <a:pt x="270" y="811"/>
                    </a:cubicBezTo>
                    <a:cubicBezTo>
                      <a:pt x="275" y="850"/>
                      <a:pt x="284" y="884"/>
                      <a:pt x="282" y="915"/>
                    </a:cubicBezTo>
                    <a:cubicBezTo>
                      <a:pt x="279" y="946"/>
                      <a:pt x="284" y="983"/>
                      <a:pt x="284" y="983"/>
                    </a:cubicBezTo>
                    <a:cubicBezTo>
                      <a:pt x="285" y="1017"/>
                      <a:pt x="306" y="1040"/>
                      <a:pt x="296" y="1111"/>
                    </a:cubicBezTo>
                    <a:cubicBezTo>
                      <a:pt x="289" y="1154"/>
                      <a:pt x="307" y="1261"/>
                      <a:pt x="309" y="1281"/>
                    </a:cubicBezTo>
                    <a:cubicBezTo>
                      <a:pt x="310" y="1300"/>
                      <a:pt x="314" y="1353"/>
                      <a:pt x="311" y="1369"/>
                    </a:cubicBezTo>
                    <a:cubicBezTo>
                      <a:pt x="308" y="1385"/>
                      <a:pt x="313" y="1402"/>
                      <a:pt x="313" y="1402"/>
                    </a:cubicBezTo>
                    <a:cubicBezTo>
                      <a:pt x="307" y="1434"/>
                      <a:pt x="320" y="1439"/>
                      <a:pt x="320" y="1439"/>
                    </a:cubicBezTo>
                    <a:cubicBezTo>
                      <a:pt x="320" y="1439"/>
                      <a:pt x="330" y="1449"/>
                      <a:pt x="331" y="1462"/>
                    </a:cubicBezTo>
                    <a:cubicBezTo>
                      <a:pt x="331" y="1475"/>
                      <a:pt x="345" y="1485"/>
                      <a:pt x="345" y="1485"/>
                    </a:cubicBezTo>
                    <a:cubicBezTo>
                      <a:pt x="345" y="1485"/>
                      <a:pt x="354" y="1486"/>
                      <a:pt x="355" y="1498"/>
                    </a:cubicBezTo>
                    <a:cubicBezTo>
                      <a:pt x="355" y="1510"/>
                      <a:pt x="356" y="1519"/>
                      <a:pt x="376" y="1519"/>
                    </a:cubicBezTo>
                    <a:cubicBezTo>
                      <a:pt x="396" y="1519"/>
                      <a:pt x="394" y="1505"/>
                      <a:pt x="394" y="1505"/>
                    </a:cubicBezTo>
                    <a:cubicBezTo>
                      <a:pt x="401" y="1515"/>
                      <a:pt x="411" y="1503"/>
                      <a:pt x="411" y="1503"/>
                    </a:cubicBezTo>
                    <a:cubicBezTo>
                      <a:pt x="420" y="1507"/>
                      <a:pt x="426" y="1495"/>
                      <a:pt x="426" y="1495"/>
                    </a:cubicBezTo>
                    <a:cubicBezTo>
                      <a:pt x="434" y="1501"/>
                      <a:pt x="437" y="1484"/>
                      <a:pt x="437" y="1484"/>
                    </a:cubicBezTo>
                    <a:cubicBezTo>
                      <a:pt x="442" y="1467"/>
                      <a:pt x="430" y="1461"/>
                      <a:pt x="426" y="1453"/>
                    </a:cubicBezTo>
                    <a:cubicBezTo>
                      <a:pt x="423" y="1444"/>
                      <a:pt x="413" y="1441"/>
                      <a:pt x="409" y="1429"/>
                    </a:cubicBezTo>
                    <a:cubicBezTo>
                      <a:pt x="403" y="1410"/>
                      <a:pt x="386" y="1382"/>
                      <a:pt x="386" y="1382"/>
                    </a:cubicBezTo>
                    <a:cubicBezTo>
                      <a:pt x="386" y="1382"/>
                      <a:pt x="359" y="1349"/>
                      <a:pt x="376" y="1273"/>
                    </a:cubicBezTo>
                    <a:cubicBezTo>
                      <a:pt x="393" y="1197"/>
                      <a:pt x="392" y="1085"/>
                      <a:pt x="391" y="1049"/>
                    </a:cubicBezTo>
                    <a:cubicBezTo>
                      <a:pt x="390" y="1014"/>
                      <a:pt x="397" y="978"/>
                      <a:pt x="393" y="941"/>
                    </a:cubicBezTo>
                    <a:cubicBezTo>
                      <a:pt x="389" y="903"/>
                      <a:pt x="392" y="871"/>
                      <a:pt x="403" y="818"/>
                    </a:cubicBezTo>
                    <a:cubicBezTo>
                      <a:pt x="415" y="766"/>
                      <a:pt x="406" y="695"/>
                      <a:pt x="407" y="674"/>
                    </a:cubicBezTo>
                    <a:cubicBezTo>
                      <a:pt x="408" y="636"/>
                      <a:pt x="401" y="594"/>
                      <a:pt x="401" y="594"/>
                    </a:cubicBezTo>
                    <a:cubicBezTo>
                      <a:pt x="400" y="594"/>
                      <a:pt x="400" y="594"/>
                      <a:pt x="400" y="594"/>
                    </a:cubicBezTo>
                    <a:cubicBezTo>
                      <a:pt x="398" y="581"/>
                      <a:pt x="392" y="551"/>
                      <a:pt x="386" y="534"/>
                    </a:cubicBezTo>
                    <a:cubicBezTo>
                      <a:pt x="380" y="511"/>
                      <a:pt x="371" y="449"/>
                      <a:pt x="371" y="414"/>
                    </a:cubicBezTo>
                    <a:cubicBezTo>
                      <a:pt x="372" y="382"/>
                      <a:pt x="390" y="304"/>
                      <a:pt x="388" y="250"/>
                    </a:cubicBezTo>
                    <a:cubicBezTo>
                      <a:pt x="391" y="255"/>
                      <a:pt x="391" y="255"/>
                      <a:pt x="391" y="255"/>
                    </a:cubicBezTo>
                    <a:cubicBezTo>
                      <a:pt x="394" y="274"/>
                      <a:pt x="421" y="375"/>
                      <a:pt x="423" y="400"/>
                    </a:cubicBezTo>
                    <a:cubicBezTo>
                      <a:pt x="424" y="425"/>
                      <a:pt x="430" y="534"/>
                      <a:pt x="433" y="552"/>
                    </a:cubicBezTo>
                    <a:cubicBezTo>
                      <a:pt x="436" y="569"/>
                      <a:pt x="438" y="590"/>
                      <a:pt x="427" y="606"/>
                    </a:cubicBezTo>
                    <a:cubicBezTo>
                      <a:pt x="416" y="623"/>
                      <a:pt x="413" y="634"/>
                      <a:pt x="412" y="639"/>
                    </a:cubicBezTo>
                    <a:cubicBezTo>
                      <a:pt x="411" y="644"/>
                      <a:pt x="415" y="685"/>
                      <a:pt x="414" y="692"/>
                    </a:cubicBezTo>
                    <a:cubicBezTo>
                      <a:pt x="413" y="706"/>
                      <a:pt x="419" y="709"/>
                      <a:pt x="419" y="709"/>
                    </a:cubicBezTo>
                    <a:cubicBezTo>
                      <a:pt x="436" y="702"/>
                      <a:pt x="432" y="657"/>
                      <a:pt x="432" y="657"/>
                    </a:cubicBezTo>
                    <a:cubicBezTo>
                      <a:pt x="442" y="668"/>
                      <a:pt x="440" y="685"/>
                      <a:pt x="441" y="691"/>
                    </a:cubicBezTo>
                    <a:cubicBezTo>
                      <a:pt x="442" y="698"/>
                      <a:pt x="441" y="715"/>
                      <a:pt x="439" y="717"/>
                    </a:cubicBezTo>
                    <a:cubicBezTo>
                      <a:pt x="436" y="719"/>
                      <a:pt x="431" y="735"/>
                      <a:pt x="436" y="740"/>
                    </a:cubicBezTo>
                    <a:cubicBezTo>
                      <a:pt x="441" y="744"/>
                      <a:pt x="449" y="738"/>
                      <a:pt x="449" y="738"/>
                    </a:cubicBezTo>
                    <a:cubicBezTo>
                      <a:pt x="458" y="743"/>
                      <a:pt x="466" y="728"/>
                      <a:pt x="466" y="728"/>
                    </a:cubicBezTo>
                    <a:cubicBezTo>
                      <a:pt x="472" y="729"/>
                      <a:pt x="487" y="715"/>
                      <a:pt x="492" y="702"/>
                    </a:cubicBezTo>
                    <a:cubicBezTo>
                      <a:pt x="498" y="688"/>
                      <a:pt x="500" y="653"/>
                      <a:pt x="493" y="626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612" name="Freeform 6">
                <a:extLst>
                  <a:ext uri="{FF2B5EF4-FFF2-40B4-BE49-F238E27FC236}">
                    <a16:creationId xmlns:a16="http://schemas.microsoft.com/office/drawing/2014/main" id="{51BD70F0-3E41-4E9A-B98B-BDB026793B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1" y="3806"/>
                <a:ext cx="17" cy="17"/>
              </a:xfrm>
              <a:custGeom>
                <a:avLst/>
                <a:gdLst>
                  <a:gd name="T0" fmla="*/ 0 w 9"/>
                  <a:gd name="T1" fmla="*/ 0 h 9"/>
                  <a:gd name="T2" fmla="*/ 60 w 9"/>
                  <a:gd name="T3" fmla="*/ 6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9">
                    <a:moveTo>
                      <a:pt x="0" y="0"/>
                    </a:moveTo>
                    <a:cubicBezTo>
                      <a:pt x="1" y="5"/>
                      <a:pt x="6" y="4"/>
                      <a:pt x="9" y="9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613" name="Freeform 7">
                <a:extLst>
                  <a:ext uri="{FF2B5EF4-FFF2-40B4-BE49-F238E27FC236}">
                    <a16:creationId xmlns:a16="http://schemas.microsoft.com/office/drawing/2014/main" id="{5A803A81-4BBC-4CA2-B3B5-AB6B90500A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4" y="3830"/>
                <a:ext cx="21" cy="78"/>
              </a:xfrm>
              <a:custGeom>
                <a:avLst/>
                <a:gdLst>
                  <a:gd name="T0" fmla="*/ 69 w 11"/>
                  <a:gd name="T1" fmla="*/ 269 h 42"/>
                  <a:gd name="T2" fmla="*/ 55 w 11"/>
                  <a:gd name="T3" fmla="*/ 121 h 42"/>
                  <a:gd name="T4" fmla="*/ 0 w 11"/>
                  <a:gd name="T5" fmla="*/ 0 h 4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42">
                    <a:moveTo>
                      <a:pt x="10" y="42"/>
                    </a:moveTo>
                    <a:cubicBezTo>
                      <a:pt x="11" y="35"/>
                      <a:pt x="9" y="27"/>
                      <a:pt x="8" y="19"/>
                    </a:cubicBezTo>
                    <a:cubicBezTo>
                      <a:pt x="7" y="13"/>
                      <a:pt x="5" y="5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614" name="Freeform 8">
                <a:extLst>
                  <a:ext uri="{FF2B5EF4-FFF2-40B4-BE49-F238E27FC236}">
                    <a16:creationId xmlns:a16="http://schemas.microsoft.com/office/drawing/2014/main" id="{767C4EE5-CD5C-4003-B9ED-229855FE18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3" y="3931"/>
                <a:ext cx="21" cy="52"/>
              </a:xfrm>
              <a:custGeom>
                <a:avLst/>
                <a:gdLst>
                  <a:gd name="T0" fmla="*/ 69 w 11"/>
                  <a:gd name="T1" fmla="*/ 180 h 28"/>
                  <a:gd name="T2" fmla="*/ 55 w 11"/>
                  <a:gd name="T3" fmla="*/ 89 h 28"/>
                  <a:gd name="T4" fmla="*/ 0 w 11"/>
                  <a:gd name="T5" fmla="*/ 0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28">
                    <a:moveTo>
                      <a:pt x="10" y="28"/>
                    </a:moveTo>
                    <a:cubicBezTo>
                      <a:pt x="11" y="24"/>
                      <a:pt x="9" y="18"/>
                      <a:pt x="8" y="14"/>
                    </a:cubicBezTo>
                    <a:cubicBezTo>
                      <a:pt x="7" y="8"/>
                      <a:pt x="3" y="5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615" name="Freeform 9">
                <a:extLst>
                  <a:ext uri="{FF2B5EF4-FFF2-40B4-BE49-F238E27FC236}">
                    <a16:creationId xmlns:a16="http://schemas.microsoft.com/office/drawing/2014/main" id="{60F3CFAE-870A-4346-9C23-94689967B2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3" y="3942"/>
                <a:ext cx="30" cy="62"/>
              </a:xfrm>
              <a:custGeom>
                <a:avLst/>
                <a:gdLst>
                  <a:gd name="T0" fmla="*/ 105 w 16"/>
                  <a:gd name="T1" fmla="*/ 218 h 33"/>
                  <a:gd name="T2" fmla="*/ 68 w 16"/>
                  <a:gd name="T3" fmla="*/ 100 h 33"/>
                  <a:gd name="T4" fmla="*/ 0 w 16"/>
                  <a:gd name="T5" fmla="*/ 0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33">
                    <a:moveTo>
                      <a:pt x="16" y="33"/>
                    </a:moveTo>
                    <a:cubicBezTo>
                      <a:pt x="15" y="25"/>
                      <a:pt x="15" y="21"/>
                      <a:pt x="10" y="15"/>
                    </a:cubicBezTo>
                    <a:cubicBezTo>
                      <a:pt x="5" y="11"/>
                      <a:pt x="4" y="4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616" name="Freeform 10">
                <a:extLst>
                  <a:ext uri="{FF2B5EF4-FFF2-40B4-BE49-F238E27FC236}">
                    <a16:creationId xmlns:a16="http://schemas.microsoft.com/office/drawing/2014/main" id="{24419A6B-16A3-415F-AE97-3B658BCF28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2" y="3942"/>
                <a:ext cx="2" cy="15"/>
              </a:xfrm>
              <a:custGeom>
                <a:avLst/>
                <a:gdLst>
                  <a:gd name="T0" fmla="*/ 0 w 1"/>
                  <a:gd name="T1" fmla="*/ 53 h 8"/>
                  <a:gd name="T2" fmla="*/ 8 w 1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8">
                    <a:moveTo>
                      <a:pt x="0" y="8"/>
                    </a:moveTo>
                    <a:cubicBezTo>
                      <a:pt x="0" y="5"/>
                      <a:pt x="1" y="3"/>
                      <a:pt x="1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617" name="Freeform 11">
                <a:extLst>
                  <a:ext uri="{FF2B5EF4-FFF2-40B4-BE49-F238E27FC236}">
                    <a16:creationId xmlns:a16="http://schemas.microsoft.com/office/drawing/2014/main" id="{879C2F49-1666-4733-A3F1-8D46643DB4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7" y="3942"/>
                <a:ext cx="32" cy="54"/>
              </a:xfrm>
              <a:custGeom>
                <a:avLst/>
                <a:gdLst>
                  <a:gd name="T0" fmla="*/ 105 w 17"/>
                  <a:gd name="T1" fmla="*/ 188 h 29"/>
                  <a:gd name="T2" fmla="*/ 81 w 17"/>
                  <a:gd name="T3" fmla="*/ 89 h 29"/>
                  <a:gd name="T4" fmla="*/ 0 w 17"/>
                  <a:gd name="T5" fmla="*/ 0 h 2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29">
                    <a:moveTo>
                      <a:pt x="16" y="29"/>
                    </a:moveTo>
                    <a:cubicBezTo>
                      <a:pt x="16" y="23"/>
                      <a:pt x="17" y="18"/>
                      <a:pt x="12" y="14"/>
                    </a:cubicBezTo>
                    <a:cubicBezTo>
                      <a:pt x="7" y="9"/>
                      <a:pt x="3" y="5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618" name="Freeform 12">
                <a:extLst>
                  <a:ext uri="{FF2B5EF4-FFF2-40B4-BE49-F238E27FC236}">
                    <a16:creationId xmlns:a16="http://schemas.microsoft.com/office/drawing/2014/main" id="{64D6A5EF-D034-4F8E-BC3D-903378C612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4" y="3940"/>
                <a:ext cx="2" cy="11"/>
              </a:xfrm>
              <a:custGeom>
                <a:avLst/>
                <a:gdLst>
                  <a:gd name="T0" fmla="*/ 8 w 1"/>
                  <a:gd name="T1" fmla="*/ 37 h 6"/>
                  <a:gd name="T2" fmla="*/ 0 w 1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6">
                    <a:moveTo>
                      <a:pt x="1" y="6"/>
                    </a:moveTo>
                    <a:cubicBezTo>
                      <a:pt x="0" y="6"/>
                      <a:pt x="0" y="2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619" name="Freeform 13">
                <a:extLst>
                  <a:ext uri="{FF2B5EF4-FFF2-40B4-BE49-F238E27FC236}">
                    <a16:creationId xmlns:a16="http://schemas.microsoft.com/office/drawing/2014/main" id="{3544908F-001E-4E54-A734-AD02953E31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7" y="3929"/>
                <a:ext cx="26" cy="50"/>
              </a:xfrm>
              <a:custGeom>
                <a:avLst/>
                <a:gdLst>
                  <a:gd name="T0" fmla="*/ 89 w 14"/>
                  <a:gd name="T1" fmla="*/ 172 h 27"/>
                  <a:gd name="T2" fmla="*/ 69 w 14"/>
                  <a:gd name="T3" fmla="*/ 69 h 27"/>
                  <a:gd name="T4" fmla="*/ 0 w 14"/>
                  <a:gd name="T5" fmla="*/ 0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27">
                    <a:moveTo>
                      <a:pt x="14" y="27"/>
                    </a:moveTo>
                    <a:cubicBezTo>
                      <a:pt x="14" y="22"/>
                      <a:pt x="14" y="15"/>
                      <a:pt x="11" y="11"/>
                    </a:cubicBezTo>
                    <a:cubicBezTo>
                      <a:pt x="8" y="7"/>
                      <a:pt x="1" y="4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620" name="Freeform 14">
                <a:extLst>
                  <a:ext uri="{FF2B5EF4-FFF2-40B4-BE49-F238E27FC236}">
                    <a16:creationId xmlns:a16="http://schemas.microsoft.com/office/drawing/2014/main" id="{3C9F9D5C-5F15-4027-839A-588BBB0A42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4" y="3927"/>
                <a:ext cx="1" cy="11"/>
              </a:xfrm>
              <a:custGeom>
                <a:avLst/>
                <a:gdLst>
                  <a:gd name="T0" fmla="*/ 0 w 1"/>
                  <a:gd name="T1" fmla="*/ 37 h 6"/>
                  <a:gd name="T2" fmla="*/ 0 w 1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6">
                    <a:moveTo>
                      <a:pt x="0" y="6"/>
                    </a:moveTo>
                    <a:cubicBezTo>
                      <a:pt x="0" y="4"/>
                      <a:pt x="0" y="2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621" name="Freeform 15">
                <a:extLst>
                  <a:ext uri="{FF2B5EF4-FFF2-40B4-BE49-F238E27FC236}">
                    <a16:creationId xmlns:a16="http://schemas.microsoft.com/office/drawing/2014/main" id="{5C513810-7240-4E35-BEB0-A5D8B75B93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8" y="3921"/>
                <a:ext cx="24" cy="45"/>
              </a:xfrm>
              <a:custGeom>
                <a:avLst/>
                <a:gdLst>
                  <a:gd name="T0" fmla="*/ 81 w 13"/>
                  <a:gd name="T1" fmla="*/ 158 h 24"/>
                  <a:gd name="T2" fmla="*/ 57 w 13"/>
                  <a:gd name="T3" fmla="*/ 81 h 24"/>
                  <a:gd name="T4" fmla="*/ 24 w 13"/>
                  <a:gd name="T5" fmla="*/ 39 h 24"/>
                  <a:gd name="T6" fmla="*/ 0 w 13"/>
                  <a:gd name="T7" fmla="*/ 0 h 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24">
                    <a:moveTo>
                      <a:pt x="13" y="24"/>
                    </a:moveTo>
                    <a:cubicBezTo>
                      <a:pt x="13" y="19"/>
                      <a:pt x="13" y="15"/>
                      <a:pt x="9" y="12"/>
                    </a:cubicBezTo>
                    <a:cubicBezTo>
                      <a:pt x="7" y="10"/>
                      <a:pt x="5" y="8"/>
                      <a:pt x="4" y="6"/>
                    </a:cubicBezTo>
                    <a:cubicBezTo>
                      <a:pt x="2" y="4"/>
                      <a:pt x="1" y="1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622" name="Freeform 16">
                <a:extLst>
                  <a:ext uri="{FF2B5EF4-FFF2-40B4-BE49-F238E27FC236}">
                    <a16:creationId xmlns:a16="http://schemas.microsoft.com/office/drawing/2014/main" id="{BA566768-E71F-4608-AB58-EB7402A2A0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5" y="3921"/>
                <a:ext cx="2" cy="12"/>
              </a:xfrm>
              <a:custGeom>
                <a:avLst/>
                <a:gdLst>
                  <a:gd name="T0" fmla="*/ 0 w 1"/>
                  <a:gd name="T1" fmla="*/ 48 h 6"/>
                  <a:gd name="T2" fmla="*/ 8 w 1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6">
                    <a:moveTo>
                      <a:pt x="0" y="6"/>
                    </a:moveTo>
                    <a:cubicBezTo>
                      <a:pt x="0" y="4"/>
                      <a:pt x="1" y="2"/>
                      <a:pt x="1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623" name="Freeform 17">
                <a:extLst>
                  <a:ext uri="{FF2B5EF4-FFF2-40B4-BE49-F238E27FC236}">
                    <a16:creationId xmlns:a16="http://schemas.microsoft.com/office/drawing/2014/main" id="{0BCE708C-F8E6-45B0-B1B6-C093245749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1" y="3966"/>
                <a:ext cx="45" cy="34"/>
              </a:xfrm>
              <a:custGeom>
                <a:avLst/>
                <a:gdLst>
                  <a:gd name="T0" fmla="*/ 158 w 24"/>
                  <a:gd name="T1" fmla="*/ 68 h 18"/>
                  <a:gd name="T2" fmla="*/ 133 w 24"/>
                  <a:gd name="T3" fmla="*/ 68 h 18"/>
                  <a:gd name="T4" fmla="*/ 81 w 24"/>
                  <a:gd name="T5" fmla="*/ 76 h 18"/>
                  <a:gd name="T6" fmla="*/ 28 w 24"/>
                  <a:gd name="T7" fmla="*/ 121 h 18"/>
                  <a:gd name="T8" fmla="*/ 15 w 24"/>
                  <a:gd name="T9" fmla="*/ 76 h 18"/>
                  <a:gd name="T10" fmla="*/ 0 w 24"/>
                  <a:gd name="T11" fmla="*/ 32 h 18"/>
                  <a:gd name="T12" fmla="*/ 92 w 24"/>
                  <a:gd name="T13" fmla="*/ 8 h 18"/>
                  <a:gd name="T14" fmla="*/ 128 w 24"/>
                  <a:gd name="T15" fmla="*/ 21 h 18"/>
                  <a:gd name="T16" fmla="*/ 144 w 24"/>
                  <a:gd name="T17" fmla="*/ 76 h 1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4" h="18">
                    <a:moveTo>
                      <a:pt x="24" y="10"/>
                    </a:moveTo>
                    <a:cubicBezTo>
                      <a:pt x="23" y="11"/>
                      <a:pt x="21" y="10"/>
                      <a:pt x="20" y="10"/>
                    </a:cubicBezTo>
                    <a:cubicBezTo>
                      <a:pt x="17" y="9"/>
                      <a:pt x="15" y="10"/>
                      <a:pt x="12" y="11"/>
                    </a:cubicBezTo>
                    <a:cubicBezTo>
                      <a:pt x="9" y="12"/>
                      <a:pt x="6" y="15"/>
                      <a:pt x="4" y="18"/>
                    </a:cubicBezTo>
                    <a:cubicBezTo>
                      <a:pt x="4" y="15"/>
                      <a:pt x="3" y="13"/>
                      <a:pt x="2" y="11"/>
                    </a:cubicBezTo>
                    <a:cubicBezTo>
                      <a:pt x="2" y="9"/>
                      <a:pt x="1" y="7"/>
                      <a:pt x="0" y="5"/>
                    </a:cubicBezTo>
                    <a:cubicBezTo>
                      <a:pt x="5" y="3"/>
                      <a:pt x="9" y="0"/>
                      <a:pt x="14" y="1"/>
                    </a:cubicBezTo>
                    <a:cubicBezTo>
                      <a:pt x="16" y="1"/>
                      <a:pt x="18" y="1"/>
                      <a:pt x="19" y="3"/>
                    </a:cubicBezTo>
                    <a:cubicBezTo>
                      <a:pt x="21" y="5"/>
                      <a:pt x="21" y="8"/>
                      <a:pt x="22" y="11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624" name="Freeform 18">
                <a:extLst>
                  <a:ext uri="{FF2B5EF4-FFF2-40B4-BE49-F238E27FC236}">
                    <a16:creationId xmlns:a16="http://schemas.microsoft.com/office/drawing/2014/main" id="{E19C76D3-C5CE-4F7C-88DA-60DF0562F9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7" y="3970"/>
                <a:ext cx="22" cy="13"/>
              </a:xfrm>
              <a:custGeom>
                <a:avLst/>
                <a:gdLst>
                  <a:gd name="T0" fmla="*/ 73 w 12"/>
                  <a:gd name="T1" fmla="*/ 32 h 7"/>
                  <a:gd name="T2" fmla="*/ 44 w 12"/>
                  <a:gd name="T3" fmla="*/ 24 h 7"/>
                  <a:gd name="T4" fmla="*/ 13 w 12"/>
                  <a:gd name="T5" fmla="*/ 45 h 7"/>
                  <a:gd name="T6" fmla="*/ 7 w 12"/>
                  <a:gd name="T7" fmla="*/ 24 h 7"/>
                  <a:gd name="T8" fmla="*/ 0 w 12"/>
                  <a:gd name="T9" fmla="*/ 7 h 7"/>
                  <a:gd name="T10" fmla="*/ 31 w 12"/>
                  <a:gd name="T11" fmla="*/ 0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7">
                    <a:moveTo>
                      <a:pt x="12" y="5"/>
                    </a:moveTo>
                    <a:cubicBezTo>
                      <a:pt x="10" y="5"/>
                      <a:pt x="9" y="4"/>
                      <a:pt x="7" y="4"/>
                    </a:cubicBezTo>
                    <a:cubicBezTo>
                      <a:pt x="5" y="5"/>
                      <a:pt x="4" y="6"/>
                      <a:pt x="2" y="7"/>
                    </a:cubicBezTo>
                    <a:cubicBezTo>
                      <a:pt x="2" y="6"/>
                      <a:pt x="2" y="5"/>
                      <a:pt x="1" y="4"/>
                    </a:cubicBezTo>
                    <a:cubicBezTo>
                      <a:pt x="1" y="3"/>
                      <a:pt x="0" y="2"/>
                      <a:pt x="0" y="1"/>
                    </a:cubicBezTo>
                    <a:cubicBezTo>
                      <a:pt x="0" y="0"/>
                      <a:pt x="4" y="0"/>
                      <a:pt x="5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625" name="Freeform 19">
                <a:extLst>
                  <a:ext uri="{FF2B5EF4-FFF2-40B4-BE49-F238E27FC236}">
                    <a16:creationId xmlns:a16="http://schemas.microsoft.com/office/drawing/2014/main" id="{7AC7ED6D-795A-460D-AA61-0B2BB5A32D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1" y="3959"/>
                <a:ext cx="15" cy="11"/>
              </a:xfrm>
              <a:custGeom>
                <a:avLst/>
                <a:gdLst>
                  <a:gd name="T0" fmla="*/ 53 w 8"/>
                  <a:gd name="T1" fmla="*/ 7 h 6"/>
                  <a:gd name="T2" fmla="*/ 15 w 8"/>
                  <a:gd name="T3" fmla="*/ 37 h 6"/>
                  <a:gd name="T4" fmla="*/ 0 w 8"/>
                  <a:gd name="T5" fmla="*/ 7 h 6"/>
                  <a:gd name="T6" fmla="*/ 15 w 8"/>
                  <a:gd name="T7" fmla="*/ 0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6">
                    <a:moveTo>
                      <a:pt x="8" y="1"/>
                    </a:moveTo>
                    <a:cubicBezTo>
                      <a:pt x="6" y="2"/>
                      <a:pt x="2" y="3"/>
                      <a:pt x="2" y="6"/>
                    </a:cubicBezTo>
                    <a:cubicBezTo>
                      <a:pt x="2" y="4"/>
                      <a:pt x="0" y="3"/>
                      <a:pt x="0" y="1"/>
                    </a:cubicBezTo>
                    <a:cubicBezTo>
                      <a:pt x="0" y="1"/>
                      <a:pt x="1" y="0"/>
                      <a:pt x="2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626" name="Freeform 20">
                <a:extLst>
                  <a:ext uri="{FF2B5EF4-FFF2-40B4-BE49-F238E27FC236}">
                    <a16:creationId xmlns:a16="http://schemas.microsoft.com/office/drawing/2014/main" id="{DE02122A-B7B4-4017-B741-BB4AC5E3CF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5" y="3955"/>
                <a:ext cx="9" cy="6"/>
              </a:xfrm>
              <a:custGeom>
                <a:avLst/>
                <a:gdLst>
                  <a:gd name="T0" fmla="*/ 29 w 5"/>
                  <a:gd name="T1" fmla="*/ 0 h 3"/>
                  <a:gd name="T2" fmla="*/ 7 w 5"/>
                  <a:gd name="T3" fmla="*/ 24 h 3"/>
                  <a:gd name="T4" fmla="*/ 0 w 5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3">
                    <a:moveTo>
                      <a:pt x="5" y="0"/>
                    </a:moveTo>
                    <a:cubicBezTo>
                      <a:pt x="3" y="0"/>
                      <a:pt x="3" y="2"/>
                      <a:pt x="1" y="3"/>
                    </a:cubicBezTo>
                    <a:cubicBezTo>
                      <a:pt x="1" y="2"/>
                      <a:pt x="0" y="1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627" name="Freeform 21">
                <a:extLst>
                  <a:ext uri="{FF2B5EF4-FFF2-40B4-BE49-F238E27FC236}">
                    <a16:creationId xmlns:a16="http://schemas.microsoft.com/office/drawing/2014/main" id="{4B7BCC9C-7647-4BDF-A8F5-5D37D98727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6" y="3936"/>
                <a:ext cx="6" cy="6"/>
              </a:xfrm>
              <a:custGeom>
                <a:avLst/>
                <a:gdLst>
                  <a:gd name="T0" fmla="*/ 16 w 3"/>
                  <a:gd name="T1" fmla="*/ 24 h 3"/>
                  <a:gd name="T2" fmla="*/ 16 w 3"/>
                  <a:gd name="T3" fmla="*/ 24 h 3"/>
                  <a:gd name="T4" fmla="*/ 0 w 3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2" y="3"/>
                      <a:pt x="3" y="3"/>
                      <a:pt x="2" y="3"/>
                    </a:cubicBezTo>
                    <a:cubicBezTo>
                      <a:pt x="1" y="3"/>
                      <a:pt x="1" y="1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628" name="Freeform 22">
                <a:extLst>
                  <a:ext uri="{FF2B5EF4-FFF2-40B4-BE49-F238E27FC236}">
                    <a16:creationId xmlns:a16="http://schemas.microsoft.com/office/drawing/2014/main" id="{8F170BD5-2259-4923-AFA5-5B0B937D60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2" y="2920"/>
                <a:ext cx="22" cy="159"/>
              </a:xfrm>
              <a:custGeom>
                <a:avLst/>
                <a:gdLst>
                  <a:gd name="T0" fmla="*/ 73 w 12"/>
                  <a:gd name="T1" fmla="*/ 0 h 85"/>
                  <a:gd name="T2" fmla="*/ 44 w 12"/>
                  <a:gd name="T3" fmla="*/ 144 h 85"/>
                  <a:gd name="T4" fmla="*/ 0 w 12"/>
                  <a:gd name="T5" fmla="*/ 277 h 85"/>
                  <a:gd name="T6" fmla="*/ 13 w 12"/>
                  <a:gd name="T7" fmla="*/ 430 h 85"/>
                  <a:gd name="T8" fmla="*/ 24 w 12"/>
                  <a:gd name="T9" fmla="*/ 556 h 8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85">
                    <a:moveTo>
                      <a:pt x="12" y="0"/>
                    </a:moveTo>
                    <a:cubicBezTo>
                      <a:pt x="12" y="9"/>
                      <a:pt x="12" y="16"/>
                      <a:pt x="7" y="22"/>
                    </a:cubicBezTo>
                    <a:cubicBezTo>
                      <a:pt x="1" y="29"/>
                      <a:pt x="0" y="31"/>
                      <a:pt x="0" y="42"/>
                    </a:cubicBezTo>
                    <a:cubicBezTo>
                      <a:pt x="0" y="50"/>
                      <a:pt x="1" y="58"/>
                      <a:pt x="2" y="66"/>
                    </a:cubicBezTo>
                    <a:cubicBezTo>
                      <a:pt x="2" y="71"/>
                      <a:pt x="7" y="81"/>
                      <a:pt x="4" y="85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629" name="Freeform 23">
                <a:extLst>
                  <a:ext uri="{FF2B5EF4-FFF2-40B4-BE49-F238E27FC236}">
                    <a16:creationId xmlns:a16="http://schemas.microsoft.com/office/drawing/2014/main" id="{CFF7CA9E-9C3B-4850-AD15-F728D5EC93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8" y="3081"/>
                <a:ext cx="56" cy="77"/>
              </a:xfrm>
              <a:custGeom>
                <a:avLst/>
                <a:gdLst>
                  <a:gd name="T0" fmla="*/ 164 w 30"/>
                  <a:gd name="T1" fmla="*/ 0 h 41"/>
                  <a:gd name="T2" fmla="*/ 0 w 30"/>
                  <a:gd name="T3" fmla="*/ 152 h 41"/>
                  <a:gd name="T4" fmla="*/ 189 w 30"/>
                  <a:gd name="T5" fmla="*/ 32 h 4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0" h="41">
                    <a:moveTo>
                      <a:pt x="25" y="0"/>
                    </a:moveTo>
                    <a:cubicBezTo>
                      <a:pt x="27" y="11"/>
                      <a:pt x="9" y="23"/>
                      <a:pt x="0" y="23"/>
                    </a:cubicBezTo>
                    <a:cubicBezTo>
                      <a:pt x="12" y="41"/>
                      <a:pt x="30" y="19"/>
                      <a:pt x="29" y="5"/>
                    </a:cubicBezTo>
                  </a:path>
                </a:pathLst>
              </a:custGeom>
              <a:solidFill>
                <a:srgbClr val="7E39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630" name="Freeform 24">
                <a:extLst>
                  <a:ext uri="{FF2B5EF4-FFF2-40B4-BE49-F238E27FC236}">
                    <a16:creationId xmlns:a16="http://schemas.microsoft.com/office/drawing/2014/main" id="{502C0B71-5073-49FF-8B01-8B6C4C19B5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7" y="1585"/>
                <a:ext cx="38" cy="35"/>
              </a:xfrm>
              <a:custGeom>
                <a:avLst/>
                <a:gdLst>
                  <a:gd name="T0" fmla="*/ 91 w 20"/>
                  <a:gd name="T1" fmla="*/ 20 h 19"/>
                  <a:gd name="T2" fmla="*/ 48 w 20"/>
                  <a:gd name="T3" fmla="*/ 98 h 19"/>
                  <a:gd name="T4" fmla="*/ 91 w 20"/>
                  <a:gd name="T5" fmla="*/ 31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19">
                    <a:moveTo>
                      <a:pt x="13" y="3"/>
                    </a:moveTo>
                    <a:cubicBezTo>
                      <a:pt x="6" y="0"/>
                      <a:pt x="0" y="13"/>
                      <a:pt x="7" y="16"/>
                    </a:cubicBezTo>
                    <a:cubicBezTo>
                      <a:pt x="16" y="19"/>
                      <a:pt x="20" y="4"/>
                      <a:pt x="13" y="5"/>
                    </a:cubicBezTo>
                  </a:path>
                </a:pathLst>
              </a:custGeom>
              <a:solidFill>
                <a:srgbClr val="75332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631" name="Freeform 25">
                <a:extLst>
                  <a:ext uri="{FF2B5EF4-FFF2-40B4-BE49-F238E27FC236}">
                    <a16:creationId xmlns:a16="http://schemas.microsoft.com/office/drawing/2014/main" id="{41762345-1C2A-4D70-BF1E-BAD5FF4180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7" y="1585"/>
                <a:ext cx="38" cy="35"/>
              </a:xfrm>
              <a:custGeom>
                <a:avLst/>
                <a:gdLst>
                  <a:gd name="T0" fmla="*/ 91 w 20"/>
                  <a:gd name="T1" fmla="*/ 20 h 19"/>
                  <a:gd name="T2" fmla="*/ 48 w 20"/>
                  <a:gd name="T3" fmla="*/ 98 h 19"/>
                  <a:gd name="T4" fmla="*/ 91 w 20"/>
                  <a:gd name="T5" fmla="*/ 24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19">
                    <a:moveTo>
                      <a:pt x="13" y="3"/>
                    </a:moveTo>
                    <a:cubicBezTo>
                      <a:pt x="6" y="0"/>
                      <a:pt x="0" y="13"/>
                      <a:pt x="7" y="16"/>
                    </a:cubicBezTo>
                    <a:cubicBezTo>
                      <a:pt x="16" y="19"/>
                      <a:pt x="20" y="4"/>
                      <a:pt x="13" y="4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632" name="Freeform 26">
                <a:extLst>
                  <a:ext uri="{FF2B5EF4-FFF2-40B4-BE49-F238E27FC236}">
                    <a16:creationId xmlns:a16="http://schemas.microsoft.com/office/drawing/2014/main" id="{F390DF8A-E86F-49C7-AEAD-F7EDAC3997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2" y="1503"/>
                <a:ext cx="12" cy="155"/>
              </a:xfrm>
              <a:custGeom>
                <a:avLst/>
                <a:gdLst>
                  <a:gd name="T0" fmla="*/ 48 w 6"/>
                  <a:gd name="T1" fmla="*/ 540 h 83"/>
                  <a:gd name="T2" fmla="*/ 24 w 6"/>
                  <a:gd name="T3" fmla="*/ 196 h 83"/>
                  <a:gd name="T4" fmla="*/ 0 w 6"/>
                  <a:gd name="T5" fmla="*/ 0 h 8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83">
                    <a:moveTo>
                      <a:pt x="6" y="83"/>
                    </a:moveTo>
                    <a:cubicBezTo>
                      <a:pt x="5" y="65"/>
                      <a:pt x="2" y="42"/>
                      <a:pt x="3" y="30"/>
                    </a:cubicBezTo>
                    <a:cubicBezTo>
                      <a:pt x="3" y="20"/>
                      <a:pt x="0" y="9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633" name="Freeform 27">
                <a:extLst>
                  <a:ext uri="{FF2B5EF4-FFF2-40B4-BE49-F238E27FC236}">
                    <a16:creationId xmlns:a16="http://schemas.microsoft.com/office/drawing/2014/main" id="{D0D711A4-A211-4F30-9F39-AE657156E8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3" y="2437"/>
                <a:ext cx="28" cy="128"/>
              </a:xfrm>
              <a:custGeom>
                <a:avLst/>
                <a:gdLst>
                  <a:gd name="T0" fmla="*/ 7 w 15"/>
                  <a:gd name="T1" fmla="*/ 440 h 69"/>
                  <a:gd name="T2" fmla="*/ 84 w 15"/>
                  <a:gd name="T3" fmla="*/ 202 h 69"/>
                  <a:gd name="T4" fmla="*/ 84 w 15"/>
                  <a:gd name="T5" fmla="*/ 0 h 6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69">
                    <a:moveTo>
                      <a:pt x="1" y="69"/>
                    </a:moveTo>
                    <a:cubicBezTo>
                      <a:pt x="0" y="56"/>
                      <a:pt x="10" y="43"/>
                      <a:pt x="13" y="32"/>
                    </a:cubicBezTo>
                    <a:cubicBezTo>
                      <a:pt x="15" y="22"/>
                      <a:pt x="14" y="10"/>
                      <a:pt x="13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634" name="Freeform 28">
                <a:extLst>
                  <a:ext uri="{FF2B5EF4-FFF2-40B4-BE49-F238E27FC236}">
                    <a16:creationId xmlns:a16="http://schemas.microsoft.com/office/drawing/2014/main" id="{C50CCD0C-7E5F-456F-B53D-EEBFAA53B2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9" y="2438"/>
                <a:ext cx="5" cy="10"/>
              </a:xfrm>
              <a:custGeom>
                <a:avLst/>
                <a:gdLst>
                  <a:gd name="T0" fmla="*/ 0 w 3"/>
                  <a:gd name="T1" fmla="*/ 40 h 5"/>
                  <a:gd name="T2" fmla="*/ 13 w 3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5">
                    <a:moveTo>
                      <a:pt x="0" y="5"/>
                    </a:moveTo>
                    <a:cubicBezTo>
                      <a:pt x="0" y="3"/>
                      <a:pt x="2" y="1"/>
                      <a:pt x="3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635" name="Freeform 29">
                <a:extLst>
                  <a:ext uri="{FF2B5EF4-FFF2-40B4-BE49-F238E27FC236}">
                    <a16:creationId xmlns:a16="http://schemas.microsoft.com/office/drawing/2014/main" id="{FDDC7B2F-66B4-4BCA-ACE3-7FB0033582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1" y="2459"/>
                <a:ext cx="20" cy="75"/>
              </a:xfrm>
              <a:custGeom>
                <a:avLst/>
                <a:gdLst>
                  <a:gd name="T0" fmla="*/ 0 w 11"/>
                  <a:gd name="T1" fmla="*/ 264 h 40"/>
                  <a:gd name="T2" fmla="*/ 29 w 11"/>
                  <a:gd name="T3" fmla="*/ 113 h 40"/>
                  <a:gd name="T4" fmla="*/ 65 w 11"/>
                  <a:gd name="T5" fmla="*/ 0 h 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40">
                    <a:moveTo>
                      <a:pt x="0" y="40"/>
                    </a:moveTo>
                    <a:cubicBezTo>
                      <a:pt x="2" y="32"/>
                      <a:pt x="4" y="25"/>
                      <a:pt x="5" y="17"/>
                    </a:cubicBezTo>
                    <a:cubicBezTo>
                      <a:pt x="7" y="11"/>
                      <a:pt x="10" y="6"/>
                      <a:pt x="11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636" name="Freeform 30">
                <a:extLst>
                  <a:ext uri="{FF2B5EF4-FFF2-40B4-BE49-F238E27FC236}">
                    <a16:creationId xmlns:a16="http://schemas.microsoft.com/office/drawing/2014/main" id="{9B1C06AC-F8A8-442D-A2F8-B525FA1992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8" y="2453"/>
                <a:ext cx="23" cy="96"/>
              </a:xfrm>
              <a:custGeom>
                <a:avLst/>
                <a:gdLst>
                  <a:gd name="T0" fmla="*/ 0 w 12"/>
                  <a:gd name="T1" fmla="*/ 341 h 51"/>
                  <a:gd name="T2" fmla="*/ 63 w 12"/>
                  <a:gd name="T3" fmla="*/ 181 h 51"/>
                  <a:gd name="T4" fmla="*/ 84 w 12"/>
                  <a:gd name="T5" fmla="*/ 0 h 5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51">
                    <a:moveTo>
                      <a:pt x="0" y="51"/>
                    </a:moveTo>
                    <a:cubicBezTo>
                      <a:pt x="2" y="46"/>
                      <a:pt x="6" y="32"/>
                      <a:pt x="9" y="27"/>
                    </a:cubicBezTo>
                    <a:cubicBezTo>
                      <a:pt x="12" y="19"/>
                      <a:pt x="10" y="8"/>
                      <a:pt x="12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637" name="Freeform 31">
                <a:extLst>
                  <a:ext uri="{FF2B5EF4-FFF2-40B4-BE49-F238E27FC236}">
                    <a16:creationId xmlns:a16="http://schemas.microsoft.com/office/drawing/2014/main" id="{D7732649-24F1-4694-910C-2A8CBA2D31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9" y="2444"/>
                <a:ext cx="4" cy="9"/>
              </a:xfrm>
              <a:custGeom>
                <a:avLst/>
                <a:gdLst>
                  <a:gd name="T0" fmla="*/ 8 w 2"/>
                  <a:gd name="T1" fmla="*/ 29 h 5"/>
                  <a:gd name="T2" fmla="*/ 16 w 2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5">
                    <a:moveTo>
                      <a:pt x="1" y="5"/>
                    </a:moveTo>
                    <a:cubicBezTo>
                      <a:pt x="0" y="4"/>
                      <a:pt x="1" y="2"/>
                      <a:pt x="2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638" name="Freeform 32">
                <a:extLst>
                  <a:ext uri="{FF2B5EF4-FFF2-40B4-BE49-F238E27FC236}">
                    <a16:creationId xmlns:a16="http://schemas.microsoft.com/office/drawing/2014/main" id="{A3C0DB37-4BB0-426B-99FA-7C72F40E85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1" y="2446"/>
                <a:ext cx="7" cy="9"/>
              </a:xfrm>
              <a:custGeom>
                <a:avLst/>
                <a:gdLst>
                  <a:gd name="T0" fmla="*/ 0 w 4"/>
                  <a:gd name="T1" fmla="*/ 29 h 5"/>
                  <a:gd name="T2" fmla="*/ 21 w 4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5">
                    <a:moveTo>
                      <a:pt x="0" y="5"/>
                    </a:moveTo>
                    <a:cubicBezTo>
                      <a:pt x="1" y="3"/>
                      <a:pt x="3" y="2"/>
                      <a:pt x="4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639" name="Freeform 33">
                <a:extLst>
                  <a:ext uri="{FF2B5EF4-FFF2-40B4-BE49-F238E27FC236}">
                    <a16:creationId xmlns:a16="http://schemas.microsoft.com/office/drawing/2014/main" id="{0AD30EC9-EDF0-4E48-A409-BD190B95EC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9" y="2463"/>
                <a:ext cx="6" cy="3"/>
              </a:xfrm>
              <a:custGeom>
                <a:avLst/>
                <a:gdLst>
                  <a:gd name="T0" fmla="*/ 0 w 3"/>
                  <a:gd name="T1" fmla="*/ 8 h 2"/>
                  <a:gd name="T2" fmla="*/ 24 w 3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">
                    <a:moveTo>
                      <a:pt x="0" y="2"/>
                    </a:moveTo>
                    <a:cubicBezTo>
                      <a:pt x="1" y="1"/>
                      <a:pt x="2" y="0"/>
                      <a:pt x="3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640" name="Freeform 34">
                <a:extLst>
                  <a:ext uri="{FF2B5EF4-FFF2-40B4-BE49-F238E27FC236}">
                    <a16:creationId xmlns:a16="http://schemas.microsoft.com/office/drawing/2014/main" id="{BEFF57A8-2ABC-4247-9695-A182733CD6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2" y="1353"/>
                <a:ext cx="142" cy="41"/>
              </a:xfrm>
              <a:custGeom>
                <a:avLst/>
                <a:gdLst>
                  <a:gd name="T0" fmla="*/ 0 w 76"/>
                  <a:gd name="T1" fmla="*/ 121 h 22"/>
                  <a:gd name="T2" fmla="*/ 97 w 76"/>
                  <a:gd name="T3" fmla="*/ 76 h 22"/>
                  <a:gd name="T4" fmla="*/ 262 w 76"/>
                  <a:gd name="T5" fmla="*/ 39 h 22"/>
                  <a:gd name="T6" fmla="*/ 495 w 76"/>
                  <a:gd name="T7" fmla="*/ 0 h 22"/>
                  <a:gd name="T8" fmla="*/ 374 w 76"/>
                  <a:gd name="T9" fmla="*/ 39 h 22"/>
                  <a:gd name="T10" fmla="*/ 209 w 76"/>
                  <a:gd name="T11" fmla="*/ 97 h 22"/>
                  <a:gd name="T12" fmla="*/ 84 w 76"/>
                  <a:gd name="T13" fmla="*/ 121 h 22"/>
                  <a:gd name="T14" fmla="*/ 7 w 76"/>
                  <a:gd name="T15" fmla="*/ 136 h 2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6" h="22">
                    <a:moveTo>
                      <a:pt x="0" y="19"/>
                    </a:moveTo>
                    <a:cubicBezTo>
                      <a:pt x="5" y="17"/>
                      <a:pt x="10" y="14"/>
                      <a:pt x="15" y="12"/>
                    </a:cubicBezTo>
                    <a:cubicBezTo>
                      <a:pt x="23" y="9"/>
                      <a:pt x="32" y="8"/>
                      <a:pt x="40" y="6"/>
                    </a:cubicBezTo>
                    <a:cubicBezTo>
                      <a:pt x="52" y="4"/>
                      <a:pt x="64" y="1"/>
                      <a:pt x="76" y="0"/>
                    </a:cubicBezTo>
                    <a:cubicBezTo>
                      <a:pt x="70" y="0"/>
                      <a:pt x="63" y="4"/>
                      <a:pt x="57" y="6"/>
                    </a:cubicBezTo>
                    <a:cubicBezTo>
                      <a:pt x="49" y="10"/>
                      <a:pt x="41" y="12"/>
                      <a:pt x="32" y="15"/>
                    </a:cubicBezTo>
                    <a:cubicBezTo>
                      <a:pt x="26" y="16"/>
                      <a:pt x="20" y="18"/>
                      <a:pt x="13" y="19"/>
                    </a:cubicBezTo>
                    <a:cubicBezTo>
                      <a:pt x="10" y="20"/>
                      <a:pt x="4" y="22"/>
                      <a:pt x="1" y="21"/>
                    </a:cubicBezTo>
                  </a:path>
                </a:pathLst>
              </a:custGeom>
              <a:solidFill>
                <a:srgbClr val="7E39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641" name="Freeform 35">
                <a:extLst>
                  <a:ext uri="{FF2B5EF4-FFF2-40B4-BE49-F238E27FC236}">
                    <a16:creationId xmlns:a16="http://schemas.microsoft.com/office/drawing/2014/main" id="{47B046A3-DD98-4A89-B851-D99795E0F7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0" y="1333"/>
                <a:ext cx="116" cy="35"/>
              </a:xfrm>
              <a:custGeom>
                <a:avLst/>
                <a:gdLst>
                  <a:gd name="T0" fmla="*/ 0 w 62"/>
                  <a:gd name="T1" fmla="*/ 118 h 19"/>
                  <a:gd name="T2" fmla="*/ 181 w 62"/>
                  <a:gd name="T3" fmla="*/ 37 h 19"/>
                  <a:gd name="T4" fmla="*/ 406 w 62"/>
                  <a:gd name="T5" fmla="*/ 0 h 19"/>
                  <a:gd name="T6" fmla="*/ 172 w 62"/>
                  <a:gd name="T7" fmla="*/ 24 h 19"/>
                  <a:gd name="T8" fmla="*/ 7 w 62"/>
                  <a:gd name="T9" fmla="*/ 98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2" h="19">
                    <a:moveTo>
                      <a:pt x="0" y="19"/>
                    </a:moveTo>
                    <a:cubicBezTo>
                      <a:pt x="9" y="14"/>
                      <a:pt x="18" y="10"/>
                      <a:pt x="28" y="6"/>
                    </a:cubicBezTo>
                    <a:cubicBezTo>
                      <a:pt x="38" y="2"/>
                      <a:pt x="51" y="1"/>
                      <a:pt x="62" y="0"/>
                    </a:cubicBezTo>
                    <a:cubicBezTo>
                      <a:pt x="50" y="1"/>
                      <a:pt x="37" y="1"/>
                      <a:pt x="26" y="4"/>
                    </a:cubicBezTo>
                    <a:cubicBezTo>
                      <a:pt x="17" y="6"/>
                      <a:pt x="10" y="13"/>
                      <a:pt x="1" y="16"/>
                    </a:cubicBezTo>
                  </a:path>
                </a:pathLst>
              </a:custGeom>
              <a:solidFill>
                <a:srgbClr val="6B2D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642" name="Freeform 36">
                <a:extLst>
                  <a:ext uri="{FF2B5EF4-FFF2-40B4-BE49-F238E27FC236}">
                    <a16:creationId xmlns:a16="http://schemas.microsoft.com/office/drawing/2014/main" id="{145E5043-2093-4FC5-9914-398FB886DC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6" y="1626"/>
                <a:ext cx="73" cy="35"/>
              </a:xfrm>
              <a:custGeom>
                <a:avLst/>
                <a:gdLst>
                  <a:gd name="T0" fmla="*/ 0 w 39"/>
                  <a:gd name="T1" fmla="*/ 76 h 19"/>
                  <a:gd name="T2" fmla="*/ 256 w 39"/>
                  <a:gd name="T3" fmla="*/ 0 h 19"/>
                  <a:gd name="T4" fmla="*/ 0 w 39"/>
                  <a:gd name="T5" fmla="*/ 76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9" h="19">
                    <a:moveTo>
                      <a:pt x="0" y="12"/>
                    </a:moveTo>
                    <a:cubicBezTo>
                      <a:pt x="0" y="12"/>
                      <a:pt x="27" y="15"/>
                      <a:pt x="39" y="0"/>
                    </a:cubicBezTo>
                    <a:cubicBezTo>
                      <a:pt x="39" y="0"/>
                      <a:pt x="36" y="19"/>
                      <a:pt x="0" y="12"/>
                    </a:cubicBezTo>
                    <a:close/>
                  </a:path>
                </a:pathLst>
              </a:custGeom>
              <a:solidFill>
                <a:srgbClr val="7E39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643" name="Freeform 37">
                <a:extLst>
                  <a:ext uri="{FF2B5EF4-FFF2-40B4-BE49-F238E27FC236}">
                    <a16:creationId xmlns:a16="http://schemas.microsoft.com/office/drawing/2014/main" id="{7862EA62-BECD-4A67-9513-24FC5A209A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9" y="2440"/>
                <a:ext cx="36" cy="129"/>
              </a:xfrm>
              <a:custGeom>
                <a:avLst/>
                <a:gdLst>
                  <a:gd name="T0" fmla="*/ 121 w 19"/>
                  <a:gd name="T1" fmla="*/ 0 h 69"/>
                  <a:gd name="T2" fmla="*/ 121 w 19"/>
                  <a:gd name="T3" fmla="*/ 150 h 69"/>
                  <a:gd name="T4" fmla="*/ 76 w 19"/>
                  <a:gd name="T5" fmla="*/ 277 h 69"/>
                  <a:gd name="T6" fmla="*/ 40 w 19"/>
                  <a:gd name="T7" fmla="*/ 398 h 69"/>
                  <a:gd name="T8" fmla="*/ 21 w 19"/>
                  <a:gd name="T9" fmla="*/ 430 h 69"/>
                  <a:gd name="T10" fmla="*/ 47 w 19"/>
                  <a:gd name="T11" fmla="*/ 308 h 69"/>
                  <a:gd name="T12" fmla="*/ 121 w 19"/>
                  <a:gd name="T13" fmla="*/ 21 h 6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69">
                    <a:moveTo>
                      <a:pt x="18" y="0"/>
                    </a:moveTo>
                    <a:cubicBezTo>
                      <a:pt x="18" y="7"/>
                      <a:pt x="19" y="15"/>
                      <a:pt x="18" y="23"/>
                    </a:cubicBezTo>
                    <a:cubicBezTo>
                      <a:pt x="17" y="30"/>
                      <a:pt x="14" y="36"/>
                      <a:pt x="11" y="42"/>
                    </a:cubicBezTo>
                    <a:cubicBezTo>
                      <a:pt x="9" y="48"/>
                      <a:pt x="7" y="55"/>
                      <a:pt x="6" y="61"/>
                    </a:cubicBezTo>
                    <a:cubicBezTo>
                      <a:pt x="6" y="62"/>
                      <a:pt x="6" y="69"/>
                      <a:pt x="3" y="66"/>
                    </a:cubicBezTo>
                    <a:cubicBezTo>
                      <a:pt x="0" y="63"/>
                      <a:pt x="6" y="50"/>
                      <a:pt x="7" y="47"/>
                    </a:cubicBezTo>
                    <a:cubicBezTo>
                      <a:pt x="11" y="33"/>
                      <a:pt x="16" y="18"/>
                      <a:pt x="18" y="3"/>
                    </a:cubicBezTo>
                  </a:path>
                </a:pathLst>
              </a:custGeom>
              <a:solidFill>
                <a:srgbClr val="7E39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644" name="Freeform 38">
                <a:extLst>
                  <a:ext uri="{FF2B5EF4-FFF2-40B4-BE49-F238E27FC236}">
                    <a16:creationId xmlns:a16="http://schemas.microsoft.com/office/drawing/2014/main" id="{35D12307-EDE5-404E-9909-7140FEE178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9" y="2452"/>
                <a:ext cx="38" cy="113"/>
              </a:xfrm>
              <a:custGeom>
                <a:avLst/>
                <a:gdLst>
                  <a:gd name="T0" fmla="*/ 137 w 20"/>
                  <a:gd name="T1" fmla="*/ 0 h 61"/>
                  <a:gd name="T2" fmla="*/ 129 w 20"/>
                  <a:gd name="T3" fmla="*/ 96 h 61"/>
                  <a:gd name="T4" fmla="*/ 108 w 20"/>
                  <a:gd name="T5" fmla="*/ 157 h 61"/>
                  <a:gd name="T6" fmla="*/ 48 w 20"/>
                  <a:gd name="T7" fmla="*/ 298 h 61"/>
                  <a:gd name="T8" fmla="*/ 29 w 20"/>
                  <a:gd name="T9" fmla="*/ 350 h 61"/>
                  <a:gd name="T10" fmla="*/ 29 w 20"/>
                  <a:gd name="T11" fmla="*/ 298 h 61"/>
                  <a:gd name="T12" fmla="*/ 129 w 20"/>
                  <a:gd name="T13" fmla="*/ 13 h 6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" h="61">
                    <a:moveTo>
                      <a:pt x="20" y="0"/>
                    </a:moveTo>
                    <a:cubicBezTo>
                      <a:pt x="19" y="5"/>
                      <a:pt x="19" y="10"/>
                      <a:pt x="19" y="15"/>
                    </a:cubicBezTo>
                    <a:cubicBezTo>
                      <a:pt x="18" y="19"/>
                      <a:pt x="17" y="22"/>
                      <a:pt x="16" y="25"/>
                    </a:cubicBezTo>
                    <a:cubicBezTo>
                      <a:pt x="13" y="32"/>
                      <a:pt x="10" y="40"/>
                      <a:pt x="7" y="47"/>
                    </a:cubicBezTo>
                    <a:cubicBezTo>
                      <a:pt x="7" y="50"/>
                      <a:pt x="6" y="53"/>
                      <a:pt x="4" y="55"/>
                    </a:cubicBezTo>
                    <a:cubicBezTo>
                      <a:pt x="0" y="61"/>
                      <a:pt x="3" y="49"/>
                      <a:pt x="4" y="47"/>
                    </a:cubicBezTo>
                    <a:cubicBezTo>
                      <a:pt x="9" y="32"/>
                      <a:pt x="17" y="18"/>
                      <a:pt x="19" y="2"/>
                    </a:cubicBezTo>
                  </a:path>
                </a:pathLst>
              </a:custGeom>
              <a:solidFill>
                <a:srgbClr val="7E39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645" name="Freeform 39">
                <a:extLst>
                  <a:ext uri="{FF2B5EF4-FFF2-40B4-BE49-F238E27FC236}">
                    <a16:creationId xmlns:a16="http://schemas.microsoft.com/office/drawing/2014/main" id="{2229182A-70F9-478E-AA2D-A13C968910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8" y="2459"/>
                <a:ext cx="28" cy="84"/>
              </a:xfrm>
              <a:custGeom>
                <a:avLst/>
                <a:gdLst>
                  <a:gd name="T0" fmla="*/ 97 w 15"/>
                  <a:gd name="T1" fmla="*/ 0 h 45"/>
                  <a:gd name="T2" fmla="*/ 77 w 15"/>
                  <a:gd name="T3" fmla="*/ 60 h 45"/>
                  <a:gd name="T4" fmla="*/ 65 w 15"/>
                  <a:gd name="T5" fmla="*/ 118 h 45"/>
                  <a:gd name="T6" fmla="*/ 39 w 15"/>
                  <a:gd name="T7" fmla="*/ 226 h 45"/>
                  <a:gd name="T8" fmla="*/ 24 w 15"/>
                  <a:gd name="T9" fmla="*/ 273 h 45"/>
                  <a:gd name="T10" fmla="*/ 21 w 15"/>
                  <a:gd name="T11" fmla="*/ 226 h 45"/>
                  <a:gd name="T12" fmla="*/ 45 w 15"/>
                  <a:gd name="T13" fmla="*/ 136 h 45"/>
                  <a:gd name="T14" fmla="*/ 84 w 15"/>
                  <a:gd name="T15" fmla="*/ 45 h 4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5" h="45">
                    <a:moveTo>
                      <a:pt x="15" y="0"/>
                    </a:moveTo>
                    <a:cubicBezTo>
                      <a:pt x="15" y="3"/>
                      <a:pt x="13" y="6"/>
                      <a:pt x="12" y="9"/>
                    </a:cubicBezTo>
                    <a:cubicBezTo>
                      <a:pt x="11" y="12"/>
                      <a:pt x="10" y="15"/>
                      <a:pt x="10" y="18"/>
                    </a:cubicBezTo>
                    <a:cubicBezTo>
                      <a:pt x="8" y="24"/>
                      <a:pt x="7" y="29"/>
                      <a:pt x="6" y="35"/>
                    </a:cubicBezTo>
                    <a:cubicBezTo>
                      <a:pt x="6" y="37"/>
                      <a:pt x="5" y="41"/>
                      <a:pt x="4" y="42"/>
                    </a:cubicBezTo>
                    <a:cubicBezTo>
                      <a:pt x="0" y="45"/>
                      <a:pt x="3" y="37"/>
                      <a:pt x="3" y="35"/>
                    </a:cubicBezTo>
                    <a:cubicBezTo>
                      <a:pt x="4" y="31"/>
                      <a:pt x="6" y="26"/>
                      <a:pt x="7" y="21"/>
                    </a:cubicBezTo>
                    <a:cubicBezTo>
                      <a:pt x="9" y="17"/>
                      <a:pt x="10" y="11"/>
                      <a:pt x="13" y="7"/>
                    </a:cubicBezTo>
                  </a:path>
                </a:pathLst>
              </a:custGeom>
              <a:solidFill>
                <a:srgbClr val="7E39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646" name="Freeform 40">
                <a:extLst>
                  <a:ext uri="{FF2B5EF4-FFF2-40B4-BE49-F238E27FC236}">
                    <a16:creationId xmlns:a16="http://schemas.microsoft.com/office/drawing/2014/main" id="{A63AA0ED-EC03-4394-A39E-076C7933DC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8" y="2470"/>
                <a:ext cx="21" cy="41"/>
              </a:xfrm>
              <a:custGeom>
                <a:avLst/>
                <a:gdLst>
                  <a:gd name="T0" fmla="*/ 76 w 11"/>
                  <a:gd name="T1" fmla="*/ 0 h 22"/>
                  <a:gd name="T2" fmla="*/ 0 w 11"/>
                  <a:gd name="T3" fmla="*/ 142 h 22"/>
                  <a:gd name="T4" fmla="*/ 36 w 11"/>
                  <a:gd name="T5" fmla="*/ 76 h 22"/>
                  <a:gd name="T6" fmla="*/ 61 w 11"/>
                  <a:gd name="T7" fmla="*/ 13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22">
                    <a:moveTo>
                      <a:pt x="11" y="0"/>
                    </a:moveTo>
                    <a:cubicBezTo>
                      <a:pt x="10" y="7"/>
                      <a:pt x="7" y="19"/>
                      <a:pt x="0" y="22"/>
                    </a:cubicBezTo>
                    <a:cubicBezTo>
                      <a:pt x="1" y="19"/>
                      <a:pt x="4" y="16"/>
                      <a:pt x="5" y="12"/>
                    </a:cubicBezTo>
                    <a:cubicBezTo>
                      <a:pt x="6" y="9"/>
                      <a:pt x="8" y="5"/>
                      <a:pt x="9" y="2"/>
                    </a:cubicBezTo>
                  </a:path>
                </a:pathLst>
              </a:custGeom>
              <a:solidFill>
                <a:srgbClr val="7E39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647" name="Freeform 41">
                <a:extLst>
                  <a:ext uri="{FF2B5EF4-FFF2-40B4-BE49-F238E27FC236}">
                    <a16:creationId xmlns:a16="http://schemas.microsoft.com/office/drawing/2014/main" id="{C166CE8A-E65C-4624-BDAF-B97F14D8FA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8" y="1342"/>
                <a:ext cx="108" cy="131"/>
              </a:xfrm>
              <a:custGeom>
                <a:avLst/>
                <a:gdLst>
                  <a:gd name="T0" fmla="*/ 0 w 58"/>
                  <a:gd name="T1" fmla="*/ 0 h 70"/>
                  <a:gd name="T2" fmla="*/ 374 w 58"/>
                  <a:gd name="T3" fmla="*/ 459 h 70"/>
                  <a:gd name="T4" fmla="*/ 0 w 58"/>
                  <a:gd name="T5" fmla="*/ 0 h 7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8" h="70">
                    <a:moveTo>
                      <a:pt x="0" y="0"/>
                    </a:moveTo>
                    <a:cubicBezTo>
                      <a:pt x="0" y="0"/>
                      <a:pt x="47" y="3"/>
                      <a:pt x="58" y="70"/>
                    </a:cubicBezTo>
                    <a:cubicBezTo>
                      <a:pt x="58" y="70"/>
                      <a:pt x="48" y="27"/>
                      <a:pt x="0" y="0"/>
                    </a:cubicBezTo>
                    <a:close/>
                  </a:path>
                </a:pathLst>
              </a:custGeom>
              <a:solidFill>
                <a:srgbClr val="7E39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648" name="Freeform 42">
                <a:extLst>
                  <a:ext uri="{FF2B5EF4-FFF2-40B4-BE49-F238E27FC236}">
                    <a16:creationId xmlns:a16="http://schemas.microsoft.com/office/drawing/2014/main" id="{5DC62BC5-1E8C-4BEA-B2ED-00C491D595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1" y="1579"/>
                <a:ext cx="73" cy="559"/>
              </a:xfrm>
              <a:custGeom>
                <a:avLst/>
                <a:gdLst>
                  <a:gd name="T0" fmla="*/ 0 w 39"/>
                  <a:gd name="T1" fmla="*/ 0 h 299"/>
                  <a:gd name="T2" fmla="*/ 120 w 39"/>
                  <a:gd name="T3" fmla="*/ 580 h 299"/>
                  <a:gd name="T4" fmla="*/ 204 w 39"/>
                  <a:gd name="T5" fmla="*/ 1954 h 299"/>
                  <a:gd name="T6" fmla="*/ 172 w 39"/>
                  <a:gd name="T7" fmla="*/ 1178 h 299"/>
                  <a:gd name="T8" fmla="*/ 92 w 39"/>
                  <a:gd name="T9" fmla="*/ 626 h 299"/>
                  <a:gd name="T10" fmla="*/ 0 w 39"/>
                  <a:gd name="T11" fmla="*/ 0 h 29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9" h="299">
                    <a:moveTo>
                      <a:pt x="0" y="0"/>
                    </a:moveTo>
                    <a:cubicBezTo>
                      <a:pt x="0" y="0"/>
                      <a:pt x="13" y="67"/>
                      <a:pt x="18" y="89"/>
                    </a:cubicBezTo>
                    <a:cubicBezTo>
                      <a:pt x="24" y="112"/>
                      <a:pt x="39" y="144"/>
                      <a:pt x="31" y="299"/>
                    </a:cubicBezTo>
                    <a:cubicBezTo>
                      <a:pt x="31" y="299"/>
                      <a:pt x="29" y="224"/>
                      <a:pt x="26" y="180"/>
                    </a:cubicBezTo>
                    <a:cubicBezTo>
                      <a:pt x="24" y="146"/>
                      <a:pt x="22" y="119"/>
                      <a:pt x="14" y="96"/>
                    </a:cubicBezTo>
                    <a:cubicBezTo>
                      <a:pt x="5" y="73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E39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649" name="Freeform 43">
                <a:extLst>
                  <a:ext uri="{FF2B5EF4-FFF2-40B4-BE49-F238E27FC236}">
                    <a16:creationId xmlns:a16="http://schemas.microsoft.com/office/drawing/2014/main" id="{25A0B71E-D9C6-41FF-B971-22EC98711D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9" y="1757"/>
                <a:ext cx="59" cy="476"/>
              </a:xfrm>
              <a:custGeom>
                <a:avLst/>
                <a:gdLst>
                  <a:gd name="T0" fmla="*/ 0 w 31"/>
                  <a:gd name="T1" fmla="*/ 0 h 255"/>
                  <a:gd name="T2" fmla="*/ 137 w 31"/>
                  <a:gd name="T3" fmla="*/ 659 h 255"/>
                  <a:gd name="T4" fmla="*/ 213 w 31"/>
                  <a:gd name="T5" fmla="*/ 1659 h 255"/>
                  <a:gd name="T6" fmla="*/ 185 w 31"/>
                  <a:gd name="T7" fmla="*/ 952 h 255"/>
                  <a:gd name="T8" fmla="*/ 116 w 31"/>
                  <a:gd name="T9" fmla="*/ 325 h 255"/>
                  <a:gd name="T10" fmla="*/ 0 w 31"/>
                  <a:gd name="T11" fmla="*/ 0 h 25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1" h="255">
                    <a:moveTo>
                      <a:pt x="0" y="0"/>
                    </a:moveTo>
                    <a:cubicBezTo>
                      <a:pt x="0" y="0"/>
                      <a:pt x="21" y="75"/>
                      <a:pt x="20" y="101"/>
                    </a:cubicBezTo>
                    <a:cubicBezTo>
                      <a:pt x="20" y="127"/>
                      <a:pt x="26" y="234"/>
                      <a:pt x="31" y="255"/>
                    </a:cubicBezTo>
                    <a:cubicBezTo>
                      <a:pt x="31" y="255"/>
                      <a:pt x="25" y="168"/>
                      <a:pt x="27" y="146"/>
                    </a:cubicBezTo>
                    <a:cubicBezTo>
                      <a:pt x="29" y="125"/>
                      <a:pt x="22" y="67"/>
                      <a:pt x="17" y="50"/>
                    </a:cubicBezTo>
                    <a:cubicBezTo>
                      <a:pt x="11" y="33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6B2D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650" name="Freeform 44">
                <a:extLst>
                  <a:ext uri="{FF2B5EF4-FFF2-40B4-BE49-F238E27FC236}">
                    <a16:creationId xmlns:a16="http://schemas.microsoft.com/office/drawing/2014/main" id="{E101394F-1EC0-4837-B014-26DBA587B2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9" y="1844"/>
                <a:ext cx="59" cy="23"/>
              </a:xfrm>
              <a:custGeom>
                <a:avLst/>
                <a:gdLst>
                  <a:gd name="T0" fmla="*/ 0 w 31"/>
                  <a:gd name="T1" fmla="*/ 84 h 12"/>
                  <a:gd name="T2" fmla="*/ 213 w 31"/>
                  <a:gd name="T3" fmla="*/ 23 h 12"/>
                  <a:gd name="T4" fmla="*/ 0 w 31"/>
                  <a:gd name="T5" fmla="*/ 84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1" h="12">
                    <a:moveTo>
                      <a:pt x="0" y="12"/>
                    </a:moveTo>
                    <a:cubicBezTo>
                      <a:pt x="0" y="12"/>
                      <a:pt x="20" y="1"/>
                      <a:pt x="31" y="3"/>
                    </a:cubicBezTo>
                    <a:cubicBezTo>
                      <a:pt x="31" y="3"/>
                      <a:pt x="8" y="0"/>
                      <a:pt x="0" y="12"/>
                    </a:cubicBezTo>
                    <a:close/>
                  </a:path>
                </a:pathLst>
              </a:custGeom>
              <a:solidFill>
                <a:srgbClr val="7E39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651" name="Freeform 45">
                <a:extLst>
                  <a:ext uri="{FF2B5EF4-FFF2-40B4-BE49-F238E27FC236}">
                    <a16:creationId xmlns:a16="http://schemas.microsoft.com/office/drawing/2014/main" id="{07DC40E9-D8C9-4D24-8655-E073E87A68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9" y="2915"/>
                <a:ext cx="34" cy="127"/>
              </a:xfrm>
              <a:custGeom>
                <a:avLst/>
                <a:gdLst>
                  <a:gd name="T0" fmla="*/ 121 w 18"/>
                  <a:gd name="T1" fmla="*/ 0 h 68"/>
                  <a:gd name="T2" fmla="*/ 81 w 18"/>
                  <a:gd name="T3" fmla="*/ 172 h 68"/>
                  <a:gd name="T4" fmla="*/ 32 w 18"/>
                  <a:gd name="T5" fmla="*/ 443 h 68"/>
                  <a:gd name="T6" fmla="*/ 32 w 18"/>
                  <a:gd name="T7" fmla="*/ 209 h 68"/>
                  <a:gd name="T8" fmla="*/ 93 w 18"/>
                  <a:gd name="T9" fmla="*/ 24 h 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68">
                    <a:moveTo>
                      <a:pt x="18" y="0"/>
                    </a:moveTo>
                    <a:cubicBezTo>
                      <a:pt x="18" y="11"/>
                      <a:pt x="16" y="17"/>
                      <a:pt x="12" y="26"/>
                    </a:cubicBezTo>
                    <a:cubicBezTo>
                      <a:pt x="5" y="40"/>
                      <a:pt x="7" y="54"/>
                      <a:pt x="5" y="68"/>
                    </a:cubicBezTo>
                    <a:cubicBezTo>
                      <a:pt x="0" y="60"/>
                      <a:pt x="4" y="41"/>
                      <a:pt x="5" y="32"/>
                    </a:cubicBezTo>
                    <a:cubicBezTo>
                      <a:pt x="6" y="21"/>
                      <a:pt x="9" y="13"/>
                      <a:pt x="14" y="4"/>
                    </a:cubicBezTo>
                  </a:path>
                </a:pathLst>
              </a:custGeom>
              <a:solidFill>
                <a:srgbClr val="7E39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652" name="Freeform 46">
                <a:extLst>
                  <a:ext uri="{FF2B5EF4-FFF2-40B4-BE49-F238E27FC236}">
                    <a16:creationId xmlns:a16="http://schemas.microsoft.com/office/drawing/2014/main" id="{AEC4FD97-810B-40C4-8682-E0867CD69D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1" y="2821"/>
                <a:ext cx="23" cy="122"/>
              </a:xfrm>
              <a:custGeom>
                <a:avLst/>
                <a:gdLst>
                  <a:gd name="T0" fmla="*/ 84 w 12"/>
                  <a:gd name="T1" fmla="*/ 0 h 65"/>
                  <a:gd name="T2" fmla="*/ 77 w 12"/>
                  <a:gd name="T3" fmla="*/ 430 h 65"/>
                  <a:gd name="T4" fmla="*/ 56 w 12"/>
                  <a:gd name="T5" fmla="*/ 81 h 6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65">
                    <a:moveTo>
                      <a:pt x="12" y="0"/>
                    </a:moveTo>
                    <a:cubicBezTo>
                      <a:pt x="0" y="18"/>
                      <a:pt x="5" y="46"/>
                      <a:pt x="11" y="65"/>
                    </a:cubicBezTo>
                    <a:cubicBezTo>
                      <a:pt x="10" y="50"/>
                      <a:pt x="3" y="27"/>
                      <a:pt x="8" y="12"/>
                    </a:cubicBezTo>
                  </a:path>
                </a:pathLst>
              </a:custGeom>
              <a:solidFill>
                <a:srgbClr val="7E39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653" name="Freeform 47">
                <a:extLst>
                  <a:ext uri="{FF2B5EF4-FFF2-40B4-BE49-F238E27FC236}">
                    <a16:creationId xmlns:a16="http://schemas.microsoft.com/office/drawing/2014/main" id="{3D50B5E6-0A94-4ADD-8134-6F81153593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7" y="2945"/>
                <a:ext cx="96" cy="102"/>
              </a:xfrm>
              <a:custGeom>
                <a:avLst/>
                <a:gdLst>
                  <a:gd name="T0" fmla="*/ 15 w 51"/>
                  <a:gd name="T1" fmla="*/ 269 h 55"/>
                  <a:gd name="T2" fmla="*/ 21 w 51"/>
                  <a:gd name="T3" fmla="*/ 141 h 55"/>
                  <a:gd name="T4" fmla="*/ 113 w 51"/>
                  <a:gd name="T5" fmla="*/ 59 h 55"/>
                  <a:gd name="T6" fmla="*/ 301 w 51"/>
                  <a:gd name="T7" fmla="*/ 52 h 55"/>
                  <a:gd name="T8" fmla="*/ 309 w 51"/>
                  <a:gd name="T9" fmla="*/ 113 h 55"/>
                  <a:gd name="T10" fmla="*/ 166 w 51"/>
                  <a:gd name="T11" fmla="*/ 172 h 55"/>
                  <a:gd name="T12" fmla="*/ 85 w 51"/>
                  <a:gd name="T13" fmla="*/ 313 h 55"/>
                  <a:gd name="T14" fmla="*/ 15 w 51"/>
                  <a:gd name="T15" fmla="*/ 306 h 5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1" h="55">
                    <a:moveTo>
                      <a:pt x="2" y="42"/>
                    </a:moveTo>
                    <a:cubicBezTo>
                      <a:pt x="2" y="35"/>
                      <a:pt x="0" y="28"/>
                      <a:pt x="3" y="22"/>
                    </a:cubicBezTo>
                    <a:cubicBezTo>
                      <a:pt x="6" y="17"/>
                      <a:pt x="12" y="12"/>
                      <a:pt x="17" y="9"/>
                    </a:cubicBezTo>
                    <a:cubicBezTo>
                      <a:pt x="26" y="3"/>
                      <a:pt x="37" y="0"/>
                      <a:pt x="45" y="8"/>
                    </a:cubicBezTo>
                    <a:cubicBezTo>
                      <a:pt x="50" y="12"/>
                      <a:pt x="51" y="15"/>
                      <a:pt x="46" y="18"/>
                    </a:cubicBezTo>
                    <a:cubicBezTo>
                      <a:pt x="39" y="21"/>
                      <a:pt x="31" y="22"/>
                      <a:pt x="25" y="27"/>
                    </a:cubicBezTo>
                    <a:cubicBezTo>
                      <a:pt x="17" y="34"/>
                      <a:pt x="18" y="43"/>
                      <a:pt x="13" y="49"/>
                    </a:cubicBezTo>
                    <a:cubicBezTo>
                      <a:pt x="10" y="53"/>
                      <a:pt x="1" y="55"/>
                      <a:pt x="2" y="48"/>
                    </a:cubicBezTo>
                  </a:path>
                </a:pathLst>
              </a:custGeom>
              <a:solidFill>
                <a:srgbClr val="6B2D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654" name="Freeform 48">
                <a:extLst>
                  <a:ext uri="{FF2B5EF4-FFF2-40B4-BE49-F238E27FC236}">
                    <a16:creationId xmlns:a16="http://schemas.microsoft.com/office/drawing/2014/main" id="{E3049E73-5E1B-4FAF-B117-6636B1825A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6" y="3176"/>
                <a:ext cx="41" cy="359"/>
              </a:xfrm>
              <a:custGeom>
                <a:avLst/>
                <a:gdLst>
                  <a:gd name="T0" fmla="*/ 104 w 22"/>
                  <a:gd name="T1" fmla="*/ 0 h 192"/>
                  <a:gd name="T2" fmla="*/ 117 w 22"/>
                  <a:gd name="T3" fmla="*/ 346 h 192"/>
                  <a:gd name="T4" fmla="*/ 104 w 22"/>
                  <a:gd name="T5" fmla="*/ 765 h 192"/>
                  <a:gd name="T6" fmla="*/ 45 w 22"/>
                  <a:gd name="T7" fmla="*/ 1255 h 192"/>
                  <a:gd name="T8" fmla="*/ 52 w 22"/>
                  <a:gd name="T9" fmla="*/ 112 h 1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192">
                    <a:moveTo>
                      <a:pt x="16" y="0"/>
                    </a:moveTo>
                    <a:cubicBezTo>
                      <a:pt x="22" y="14"/>
                      <a:pt x="18" y="38"/>
                      <a:pt x="18" y="53"/>
                    </a:cubicBezTo>
                    <a:cubicBezTo>
                      <a:pt x="18" y="74"/>
                      <a:pt x="18" y="96"/>
                      <a:pt x="16" y="117"/>
                    </a:cubicBezTo>
                    <a:cubicBezTo>
                      <a:pt x="15" y="136"/>
                      <a:pt x="17" y="177"/>
                      <a:pt x="7" y="192"/>
                    </a:cubicBezTo>
                    <a:cubicBezTo>
                      <a:pt x="0" y="134"/>
                      <a:pt x="11" y="75"/>
                      <a:pt x="8" y="17"/>
                    </a:cubicBezTo>
                  </a:path>
                </a:pathLst>
              </a:custGeom>
              <a:solidFill>
                <a:srgbClr val="6B2D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655" name="Freeform 49">
                <a:extLst>
                  <a:ext uri="{FF2B5EF4-FFF2-40B4-BE49-F238E27FC236}">
                    <a16:creationId xmlns:a16="http://schemas.microsoft.com/office/drawing/2014/main" id="{E6A1ECFB-D697-4CC4-8547-0A1BB97266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6" y="1589"/>
                <a:ext cx="93" cy="54"/>
              </a:xfrm>
              <a:custGeom>
                <a:avLst/>
                <a:gdLst>
                  <a:gd name="T0" fmla="*/ 0 w 50"/>
                  <a:gd name="T1" fmla="*/ 173 h 29"/>
                  <a:gd name="T2" fmla="*/ 193 w 50"/>
                  <a:gd name="T3" fmla="*/ 142 h 29"/>
                  <a:gd name="T4" fmla="*/ 322 w 50"/>
                  <a:gd name="T5" fmla="*/ 0 h 29"/>
                  <a:gd name="T6" fmla="*/ 60 w 50"/>
                  <a:gd name="T7" fmla="*/ 188 h 2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0" h="29">
                    <a:moveTo>
                      <a:pt x="0" y="27"/>
                    </a:moveTo>
                    <a:cubicBezTo>
                      <a:pt x="11" y="26"/>
                      <a:pt x="21" y="28"/>
                      <a:pt x="30" y="22"/>
                    </a:cubicBezTo>
                    <a:cubicBezTo>
                      <a:pt x="37" y="16"/>
                      <a:pt x="46" y="9"/>
                      <a:pt x="50" y="0"/>
                    </a:cubicBezTo>
                    <a:cubicBezTo>
                      <a:pt x="38" y="9"/>
                      <a:pt x="25" y="27"/>
                      <a:pt x="9" y="29"/>
                    </a:cubicBezTo>
                  </a:path>
                </a:pathLst>
              </a:custGeom>
              <a:solidFill>
                <a:srgbClr val="6B2D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656" name="Freeform 50">
                <a:extLst>
                  <a:ext uri="{FF2B5EF4-FFF2-40B4-BE49-F238E27FC236}">
                    <a16:creationId xmlns:a16="http://schemas.microsoft.com/office/drawing/2014/main" id="{1D4E6645-5BC2-45AC-A807-4BFC141564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6" y="1503"/>
                <a:ext cx="40" cy="231"/>
              </a:xfrm>
              <a:custGeom>
                <a:avLst/>
                <a:gdLst>
                  <a:gd name="T0" fmla="*/ 8 w 21"/>
                  <a:gd name="T1" fmla="*/ 7 h 124"/>
                  <a:gd name="T2" fmla="*/ 21 w 21"/>
                  <a:gd name="T3" fmla="*/ 112 h 124"/>
                  <a:gd name="T4" fmla="*/ 36 w 21"/>
                  <a:gd name="T5" fmla="*/ 225 h 124"/>
                  <a:gd name="T6" fmla="*/ 40 w 21"/>
                  <a:gd name="T7" fmla="*/ 414 h 124"/>
                  <a:gd name="T8" fmla="*/ 145 w 21"/>
                  <a:gd name="T9" fmla="*/ 801 h 124"/>
                  <a:gd name="T10" fmla="*/ 91 w 21"/>
                  <a:gd name="T11" fmla="*/ 563 h 124"/>
                  <a:gd name="T12" fmla="*/ 61 w 21"/>
                  <a:gd name="T13" fmla="*/ 317 h 124"/>
                  <a:gd name="T14" fmla="*/ 36 w 21"/>
                  <a:gd name="T15" fmla="*/ 129 h 124"/>
                  <a:gd name="T16" fmla="*/ 0 w 21"/>
                  <a:gd name="T17" fmla="*/ 0 h 12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1" h="124">
                    <a:moveTo>
                      <a:pt x="1" y="1"/>
                    </a:moveTo>
                    <a:cubicBezTo>
                      <a:pt x="0" y="2"/>
                      <a:pt x="3" y="14"/>
                      <a:pt x="3" y="17"/>
                    </a:cubicBezTo>
                    <a:cubicBezTo>
                      <a:pt x="4" y="23"/>
                      <a:pt x="4" y="29"/>
                      <a:pt x="5" y="35"/>
                    </a:cubicBezTo>
                    <a:cubicBezTo>
                      <a:pt x="5" y="45"/>
                      <a:pt x="5" y="54"/>
                      <a:pt x="6" y="64"/>
                    </a:cubicBezTo>
                    <a:cubicBezTo>
                      <a:pt x="7" y="85"/>
                      <a:pt x="15" y="104"/>
                      <a:pt x="21" y="124"/>
                    </a:cubicBezTo>
                    <a:cubicBezTo>
                      <a:pt x="15" y="113"/>
                      <a:pt x="15" y="99"/>
                      <a:pt x="13" y="87"/>
                    </a:cubicBezTo>
                    <a:cubicBezTo>
                      <a:pt x="11" y="74"/>
                      <a:pt x="10" y="61"/>
                      <a:pt x="9" y="49"/>
                    </a:cubicBezTo>
                    <a:cubicBezTo>
                      <a:pt x="8" y="39"/>
                      <a:pt x="7" y="30"/>
                      <a:pt x="5" y="20"/>
                    </a:cubicBezTo>
                    <a:cubicBezTo>
                      <a:pt x="3" y="14"/>
                      <a:pt x="0" y="7"/>
                      <a:pt x="0" y="0"/>
                    </a:cubicBezTo>
                  </a:path>
                </a:pathLst>
              </a:custGeom>
              <a:solidFill>
                <a:srgbClr val="6B2D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657" name="Freeform 51">
                <a:extLst>
                  <a:ext uri="{FF2B5EF4-FFF2-40B4-BE49-F238E27FC236}">
                    <a16:creationId xmlns:a16="http://schemas.microsoft.com/office/drawing/2014/main" id="{A7C99673-26F2-4F2E-B71E-1D21B3E021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7" y="1652"/>
                <a:ext cx="81" cy="783"/>
              </a:xfrm>
              <a:custGeom>
                <a:avLst/>
                <a:gdLst>
                  <a:gd name="T0" fmla="*/ 160 w 43"/>
                  <a:gd name="T1" fmla="*/ 0 h 419"/>
                  <a:gd name="T2" fmla="*/ 81 w 43"/>
                  <a:gd name="T3" fmla="*/ 783 h 419"/>
                  <a:gd name="T4" fmla="*/ 113 w 43"/>
                  <a:gd name="T5" fmla="*/ 1764 h 419"/>
                  <a:gd name="T6" fmla="*/ 288 w 43"/>
                  <a:gd name="T7" fmla="*/ 2734 h 419"/>
                  <a:gd name="T8" fmla="*/ 145 w 43"/>
                  <a:gd name="T9" fmla="*/ 2057 h 419"/>
                  <a:gd name="T10" fmla="*/ 0 w 43"/>
                  <a:gd name="T11" fmla="*/ 1142 h 419"/>
                  <a:gd name="T12" fmla="*/ 160 w 43"/>
                  <a:gd name="T13" fmla="*/ 0 h 4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3" h="419">
                    <a:moveTo>
                      <a:pt x="24" y="0"/>
                    </a:moveTo>
                    <a:cubicBezTo>
                      <a:pt x="24" y="0"/>
                      <a:pt x="20" y="72"/>
                      <a:pt x="12" y="120"/>
                    </a:cubicBezTo>
                    <a:cubicBezTo>
                      <a:pt x="4" y="167"/>
                      <a:pt x="6" y="232"/>
                      <a:pt x="17" y="270"/>
                    </a:cubicBezTo>
                    <a:cubicBezTo>
                      <a:pt x="29" y="308"/>
                      <a:pt x="42" y="364"/>
                      <a:pt x="43" y="419"/>
                    </a:cubicBezTo>
                    <a:cubicBezTo>
                      <a:pt x="43" y="419"/>
                      <a:pt x="40" y="352"/>
                      <a:pt x="22" y="315"/>
                    </a:cubicBezTo>
                    <a:cubicBezTo>
                      <a:pt x="3" y="278"/>
                      <a:pt x="1" y="193"/>
                      <a:pt x="0" y="175"/>
                    </a:cubicBezTo>
                    <a:cubicBezTo>
                      <a:pt x="0" y="157"/>
                      <a:pt x="26" y="16"/>
                      <a:pt x="24" y="0"/>
                    </a:cubicBezTo>
                    <a:close/>
                  </a:path>
                </a:pathLst>
              </a:custGeom>
              <a:solidFill>
                <a:srgbClr val="7E39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658" name="Freeform 52">
                <a:extLst>
                  <a:ext uri="{FF2B5EF4-FFF2-40B4-BE49-F238E27FC236}">
                    <a16:creationId xmlns:a16="http://schemas.microsoft.com/office/drawing/2014/main" id="{2FF9767D-5D7F-4CB9-8398-B2C6B4BE52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1" y="2311"/>
                <a:ext cx="80" cy="150"/>
              </a:xfrm>
              <a:custGeom>
                <a:avLst/>
                <a:gdLst>
                  <a:gd name="T0" fmla="*/ 0 w 43"/>
                  <a:gd name="T1" fmla="*/ 527 h 80"/>
                  <a:gd name="T2" fmla="*/ 128 w 43"/>
                  <a:gd name="T3" fmla="*/ 293 h 80"/>
                  <a:gd name="T4" fmla="*/ 277 w 43"/>
                  <a:gd name="T5" fmla="*/ 0 h 80"/>
                  <a:gd name="T6" fmla="*/ 210 w 43"/>
                  <a:gd name="T7" fmla="*/ 128 h 80"/>
                  <a:gd name="T8" fmla="*/ 141 w 43"/>
                  <a:gd name="T9" fmla="*/ 293 h 80"/>
                  <a:gd name="T10" fmla="*/ 69 w 43"/>
                  <a:gd name="T11" fmla="*/ 409 h 80"/>
                  <a:gd name="T12" fmla="*/ 20 w 43"/>
                  <a:gd name="T13" fmla="*/ 506 h 8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3" h="80">
                    <a:moveTo>
                      <a:pt x="0" y="80"/>
                    </a:moveTo>
                    <a:cubicBezTo>
                      <a:pt x="9" y="71"/>
                      <a:pt x="14" y="55"/>
                      <a:pt x="20" y="44"/>
                    </a:cubicBezTo>
                    <a:cubicBezTo>
                      <a:pt x="27" y="29"/>
                      <a:pt x="33" y="13"/>
                      <a:pt x="43" y="0"/>
                    </a:cubicBezTo>
                    <a:cubicBezTo>
                      <a:pt x="41" y="7"/>
                      <a:pt x="36" y="13"/>
                      <a:pt x="33" y="19"/>
                    </a:cubicBezTo>
                    <a:cubicBezTo>
                      <a:pt x="29" y="27"/>
                      <a:pt x="26" y="36"/>
                      <a:pt x="22" y="44"/>
                    </a:cubicBezTo>
                    <a:cubicBezTo>
                      <a:pt x="19" y="50"/>
                      <a:pt x="15" y="56"/>
                      <a:pt x="11" y="62"/>
                    </a:cubicBezTo>
                    <a:cubicBezTo>
                      <a:pt x="8" y="67"/>
                      <a:pt x="4" y="72"/>
                      <a:pt x="3" y="77"/>
                    </a:cubicBezTo>
                  </a:path>
                </a:pathLst>
              </a:custGeom>
              <a:solidFill>
                <a:srgbClr val="5B20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659" name="Freeform 53">
                <a:extLst>
                  <a:ext uri="{FF2B5EF4-FFF2-40B4-BE49-F238E27FC236}">
                    <a16:creationId xmlns:a16="http://schemas.microsoft.com/office/drawing/2014/main" id="{357E6453-9F88-4AC2-AF18-8C2F03BD29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1" y="2468"/>
                <a:ext cx="128" cy="105"/>
              </a:xfrm>
              <a:custGeom>
                <a:avLst/>
                <a:gdLst>
                  <a:gd name="T0" fmla="*/ 8 w 68"/>
                  <a:gd name="T1" fmla="*/ 0 h 56"/>
                  <a:gd name="T2" fmla="*/ 40 w 68"/>
                  <a:gd name="T3" fmla="*/ 257 h 56"/>
                  <a:gd name="T4" fmla="*/ 273 w 68"/>
                  <a:gd name="T5" fmla="*/ 345 h 56"/>
                  <a:gd name="T6" fmla="*/ 386 w 68"/>
                  <a:gd name="T7" fmla="*/ 0 h 5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8" h="56">
                    <a:moveTo>
                      <a:pt x="1" y="0"/>
                    </a:moveTo>
                    <a:cubicBezTo>
                      <a:pt x="4" y="12"/>
                      <a:pt x="0" y="28"/>
                      <a:pt x="6" y="39"/>
                    </a:cubicBezTo>
                    <a:cubicBezTo>
                      <a:pt x="13" y="51"/>
                      <a:pt x="28" y="56"/>
                      <a:pt x="41" y="52"/>
                    </a:cubicBezTo>
                    <a:cubicBezTo>
                      <a:pt x="68" y="42"/>
                      <a:pt x="47" y="7"/>
                      <a:pt x="58" y="0"/>
                    </a:cubicBezTo>
                  </a:path>
                </a:pathLst>
              </a:custGeom>
              <a:solidFill>
                <a:srgbClr val="75332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660" name="Freeform 54">
                <a:extLst>
                  <a:ext uri="{FF2B5EF4-FFF2-40B4-BE49-F238E27FC236}">
                    <a16:creationId xmlns:a16="http://schemas.microsoft.com/office/drawing/2014/main" id="{622E66CC-EC5E-40E6-8354-203585BC13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3" y="2468"/>
                <a:ext cx="107" cy="107"/>
              </a:xfrm>
              <a:custGeom>
                <a:avLst/>
                <a:gdLst>
                  <a:gd name="T0" fmla="*/ 8 w 57"/>
                  <a:gd name="T1" fmla="*/ 8 h 57"/>
                  <a:gd name="T2" fmla="*/ 39 w 57"/>
                  <a:gd name="T3" fmla="*/ 257 h 57"/>
                  <a:gd name="T4" fmla="*/ 265 w 57"/>
                  <a:gd name="T5" fmla="*/ 345 h 57"/>
                  <a:gd name="T6" fmla="*/ 357 w 57"/>
                  <a:gd name="T7" fmla="*/ 128 h 57"/>
                  <a:gd name="T8" fmla="*/ 377 w 57"/>
                  <a:gd name="T9" fmla="*/ 0 h 5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7" h="57">
                    <a:moveTo>
                      <a:pt x="1" y="1"/>
                    </a:moveTo>
                    <a:cubicBezTo>
                      <a:pt x="3" y="13"/>
                      <a:pt x="0" y="28"/>
                      <a:pt x="6" y="39"/>
                    </a:cubicBezTo>
                    <a:cubicBezTo>
                      <a:pt x="12" y="51"/>
                      <a:pt x="27" y="57"/>
                      <a:pt x="40" y="52"/>
                    </a:cubicBezTo>
                    <a:cubicBezTo>
                      <a:pt x="53" y="47"/>
                      <a:pt x="54" y="33"/>
                      <a:pt x="54" y="19"/>
                    </a:cubicBezTo>
                    <a:cubicBezTo>
                      <a:pt x="54" y="13"/>
                      <a:pt x="51" y="6"/>
                      <a:pt x="57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661" name="Freeform 55">
                <a:extLst>
                  <a:ext uri="{FF2B5EF4-FFF2-40B4-BE49-F238E27FC236}">
                    <a16:creationId xmlns:a16="http://schemas.microsoft.com/office/drawing/2014/main" id="{422BCCFD-5EB4-47E8-B70E-EC06CE52E0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3" y="2474"/>
                <a:ext cx="41" cy="67"/>
              </a:xfrm>
              <a:custGeom>
                <a:avLst/>
                <a:gdLst>
                  <a:gd name="T0" fmla="*/ 21 w 22"/>
                  <a:gd name="T1" fmla="*/ 0 h 36"/>
                  <a:gd name="T2" fmla="*/ 7 w 22"/>
                  <a:gd name="T3" fmla="*/ 162 h 36"/>
                  <a:gd name="T4" fmla="*/ 73 w 22"/>
                  <a:gd name="T5" fmla="*/ 233 h 36"/>
                  <a:gd name="T6" fmla="*/ 136 w 22"/>
                  <a:gd name="T7" fmla="*/ 166 h 36"/>
                  <a:gd name="T8" fmla="*/ 121 w 22"/>
                  <a:gd name="T9" fmla="*/ 52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36">
                    <a:moveTo>
                      <a:pt x="3" y="0"/>
                    </a:moveTo>
                    <a:cubicBezTo>
                      <a:pt x="4" y="8"/>
                      <a:pt x="2" y="16"/>
                      <a:pt x="1" y="25"/>
                    </a:cubicBezTo>
                    <a:cubicBezTo>
                      <a:pt x="0" y="33"/>
                      <a:pt x="3" y="35"/>
                      <a:pt x="11" y="36"/>
                    </a:cubicBezTo>
                    <a:cubicBezTo>
                      <a:pt x="19" y="36"/>
                      <a:pt x="20" y="34"/>
                      <a:pt x="21" y="26"/>
                    </a:cubicBezTo>
                    <a:cubicBezTo>
                      <a:pt x="22" y="20"/>
                      <a:pt x="21" y="13"/>
                      <a:pt x="19" y="8"/>
                    </a:cubicBezTo>
                  </a:path>
                </a:pathLst>
              </a:custGeom>
              <a:solidFill>
                <a:srgbClr val="75332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662" name="Freeform 56">
                <a:extLst>
                  <a:ext uri="{FF2B5EF4-FFF2-40B4-BE49-F238E27FC236}">
                    <a16:creationId xmlns:a16="http://schemas.microsoft.com/office/drawing/2014/main" id="{8AFAB64C-B22C-4307-AFD9-746F2516E8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3" y="2474"/>
                <a:ext cx="41" cy="69"/>
              </a:xfrm>
              <a:custGeom>
                <a:avLst/>
                <a:gdLst>
                  <a:gd name="T0" fmla="*/ 21 w 22"/>
                  <a:gd name="T1" fmla="*/ 0 h 37"/>
                  <a:gd name="T2" fmla="*/ 7 w 22"/>
                  <a:gd name="T3" fmla="*/ 164 h 37"/>
                  <a:gd name="T4" fmla="*/ 73 w 22"/>
                  <a:gd name="T5" fmla="*/ 233 h 37"/>
                  <a:gd name="T6" fmla="*/ 136 w 22"/>
                  <a:gd name="T7" fmla="*/ 173 h 37"/>
                  <a:gd name="T8" fmla="*/ 121 w 22"/>
                  <a:gd name="T9" fmla="*/ 52 h 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37">
                    <a:moveTo>
                      <a:pt x="3" y="0"/>
                    </a:moveTo>
                    <a:cubicBezTo>
                      <a:pt x="4" y="9"/>
                      <a:pt x="2" y="17"/>
                      <a:pt x="1" y="25"/>
                    </a:cubicBezTo>
                    <a:cubicBezTo>
                      <a:pt x="0" y="33"/>
                      <a:pt x="3" y="36"/>
                      <a:pt x="11" y="36"/>
                    </a:cubicBezTo>
                    <a:cubicBezTo>
                      <a:pt x="19" y="37"/>
                      <a:pt x="20" y="34"/>
                      <a:pt x="21" y="27"/>
                    </a:cubicBezTo>
                    <a:cubicBezTo>
                      <a:pt x="22" y="21"/>
                      <a:pt x="21" y="13"/>
                      <a:pt x="19" y="8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663" name="Freeform 57">
                <a:extLst>
                  <a:ext uri="{FF2B5EF4-FFF2-40B4-BE49-F238E27FC236}">
                    <a16:creationId xmlns:a16="http://schemas.microsoft.com/office/drawing/2014/main" id="{FF6EC4C4-719B-476F-B51D-5D67184352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5" y="2470"/>
                <a:ext cx="47" cy="92"/>
              </a:xfrm>
              <a:custGeom>
                <a:avLst/>
                <a:gdLst>
                  <a:gd name="T0" fmla="*/ 0 w 25"/>
                  <a:gd name="T1" fmla="*/ 8 h 49"/>
                  <a:gd name="T2" fmla="*/ 8 w 25"/>
                  <a:gd name="T3" fmla="*/ 105 h 49"/>
                  <a:gd name="T4" fmla="*/ 21 w 25"/>
                  <a:gd name="T5" fmla="*/ 205 h 49"/>
                  <a:gd name="T6" fmla="*/ 68 w 25"/>
                  <a:gd name="T7" fmla="*/ 293 h 49"/>
                  <a:gd name="T8" fmla="*/ 165 w 25"/>
                  <a:gd name="T9" fmla="*/ 325 h 49"/>
                  <a:gd name="T10" fmla="*/ 73 w 25"/>
                  <a:gd name="T11" fmla="*/ 257 h 49"/>
                  <a:gd name="T12" fmla="*/ 45 w 25"/>
                  <a:gd name="T13" fmla="*/ 137 h 49"/>
                  <a:gd name="T14" fmla="*/ 21 w 25"/>
                  <a:gd name="T15" fmla="*/ 45 h 49"/>
                  <a:gd name="T16" fmla="*/ 0 w 25"/>
                  <a:gd name="T17" fmla="*/ 0 h 4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5" h="49">
                    <a:moveTo>
                      <a:pt x="0" y="1"/>
                    </a:moveTo>
                    <a:cubicBezTo>
                      <a:pt x="0" y="6"/>
                      <a:pt x="1" y="11"/>
                      <a:pt x="1" y="16"/>
                    </a:cubicBezTo>
                    <a:cubicBezTo>
                      <a:pt x="2" y="21"/>
                      <a:pt x="3" y="26"/>
                      <a:pt x="3" y="31"/>
                    </a:cubicBezTo>
                    <a:cubicBezTo>
                      <a:pt x="4" y="35"/>
                      <a:pt x="6" y="41"/>
                      <a:pt x="10" y="44"/>
                    </a:cubicBezTo>
                    <a:cubicBezTo>
                      <a:pt x="14" y="48"/>
                      <a:pt x="20" y="48"/>
                      <a:pt x="25" y="49"/>
                    </a:cubicBezTo>
                    <a:cubicBezTo>
                      <a:pt x="19" y="48"/>
                      <a:pt x="14" y="43"/>
                      <a:pt x="11" y="39"/>
                    </a:cubicBezTo>
                    <a:cubicBezTo>
                      <a:pt x="8" y="33"/>
                      <a:pt x="8" y="27"/>
                      <a:pt x="7" y="21"/>
                    </a:cubicBezTo>
                    <a:cubicBezTo>
                      <a:pt x="6" y="17"/>
                      <a:pt x="5" y="11"/>
                      <a:pt x="3" y="7"/>
                    </a:cubicBezTo>
                    <a:cubicBezTo>
                      <a:pt x="2" y="5"/>
                      <a:pt x="1" y="3"/>
                      <a:pt x="0" y="0"/>
                    </a:cubicBezTo>
                  </a:path>
                </a:pathLst>
              </a:custGeom>
              <a:solidFill>
                <a:srgbClr val="6B2D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664" name="Freeform 58">
                <a:extLst>
                  <a:ext uri="{FF2B5EF4-FFF2-40B4-BE49-F238E27FC236}">
                    <a16:creationId xmlns:a16="http://schemas.microsoft.com/office/drawing/2014/main" id="{FB6B6E5B-97CC-44C0-B967-3022A1E31D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9" y="2480"/>
                <a:ext cx="11" cy="57"/>
              </a:xfrm>
              <a:custGeom>
                <a:avLst/>
                <a:gdLst>
                  <a:gd name="T0" fmla="*/ 20 w 6"/>
                  <a:gd name="T1" fmla="*/ 0 h 31"/>
                  <a:gd name="T2" fmla="*/ 24 w 6"/>
                  <a:gd name="T3" fmla="*/ 68 h 31"/>
                  <a:gd name="T4" fmla="*/ 13 w 6"/>
                  <a:gd name="T5" fmla="*/ 118 h 31"/>
                  <a:gd name="T6" fmla="*/ 37 w 6"/>
                  <a:gd name="T7" fmla="*/ 193 h 31"/>
                  <a:gd name="T8" fmla="*/ 31 w 6"/>
                  <a:gd name="T9" fmla="*/ 94 h 31"/>
                  <a:gd name="T10" fmla="*/ 20 w 6"/>
                  <a:gd name="T11" fmla="*/ 7 h 3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" h="31">
                    <a:moveTo>
                      <a:pt x="3" y="0"/>
                    </a:moveTo>
                    <a:cubicBezTo>
                      <a:pt x="3" y="3"/>
                      <a:pt x="4" y="7"/>
                      <a:pt x="4" y="11"/>
                    </a:cubicBezTo>
                    <a:cubicBezTo>
                      <a:pt x="4" y="14"/>
                      <a:pt x="3" y="16"/>
                      <a:pt x="2" y="19"/>
                    </a:cubicBezTo>
                    <a:cubicBezTo>
                      <a:pt x="2" y="23"/>
                      <a:pt x="0" y="30"/>
                      <a:pt x="6" y="31"/>
                    </a:cubicBezTo>
                    <a:cubicBezTo>
                      <a:pt x="1" y="28"/>
                      <a:pt x="5" y="20"/>
                      <a:pt x="5" y="15"/>
                    </a:cubicBezTo>
                    <a:cubicBezTo>
                      <a:pt x="5" y="12"/>
                      <a:pt x="5" y="4"/>
                      <a:pt x="3" y="1"/>
                    </a:cubicBezTo>
                  </a:path>
                </a:pathLst>
              </a:custGeom>
              <a:solidFill>
                <a:srgbClr val="6B2D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665" name="Freeform 59">
                <a:extLst>
                  <a:ext uri="{FF2B5EF4-FFF2-40B4-BE49-F238E27FC236}">
                    <a16:creationId xmlns:a16="http://schemas.microsoft.com/office/drawing/2014/main" id="{69BBFD5C-18D6-47F7-81FE-F1E670138B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8" y="2485"/>
                <a:ext cx="53" cy="80"/>
              </a:xfrm>
              <a:custGeom>
                <a:avLst/>
                <a:gdLst>
                  <a:gd name="T0" fmla="*/ 161 w 28"/>
                  <a:gd name="T1" fmla="*/ 0 h 43"/>
                  <a:gd name="T2" fmla="*/ 144 w 28"/>
                  <a:gd name="T3" fmla="*/ 225 h 43"/>
                  <a:gd name="T4" fmla="*/ 76 w 28"/>
                  <a:gd name="T5" fmla="*/ 270 h 43"/>
                  <a:gd name="T6" fmla="*/ 0 w 28"/>
                  <a:gd name="T7" fmla="*/ 262 h 43"/>
                  <a:gd name="T8" fmla="*/ 89 w 28"/>
                  <a:gd name="T9" fmla="*/ 233 h 43"/>
                  <a:gd name="T10" fmla="*/ 144 w 28"/>
                  <a:gd name="T11" fmla="*/ 162 h 43"/>
                  <a:gd name="T12" fmla="*/ 157 w 28"/>
                  <a:gd name="T13" fmla="*/ 69 h 43"/>
                  <a:gd name="T14" fmla="*/ 161 w 28"/>
                  <a:gd name="T15" fmla="*/ 7 h 4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8" h="43">
                    <a:moveTo>
                      <a:pt x="24" y="0"/>
                    </a:moveTo>
                    <a:cubicBezTo>
                      <a:pt x="25" y="12"/>
                      <a:pt x="28" y="24"/>
                      <a:pt x="21" y="35"/>
                    </a:cubicBezTo>
                    <a:cubicBezTo>
                      <a:pt x="19" y="38"/>
                      <a:pt x="15" y="41"/>
                      <a:pt x="11" y="42"/>
                    </a:cubicBezTo>
                    <a:cubicBezTo>
                      <a:pt x="8" y="43"/>
                      <a:pt x="3" y="43"/>
                      <a:pt x="0" y="41"/>
                    </a:cubicBezTo>
                    <a:cubicBezTo>
                      <a:pt x="5" y="40"/>
                      <a:pt x="9" y="39"/>
                      <a:pt x="13" y="36"/>
                    </a:cubicBezTo>
                    <a:cubicBezTo>
                      <a:pt x="16" y="33"/>
                      <a:pt x="19" y="29"/>
                      <a:pt x="21" y="25"/>
                    </a:cubicBezTo>
                    <a:cubicBezTo>
                      <a:pt x="22" y="21"/>
                      <a:pt x="22" y="16"/>
                      <a:pt x="23" y="11"/>
                    </a:cubicBezTo>
                    <a:cubicBezTo>
                      <a:pt x="23" y="8"/>
                      <a:pt x="22" y="4"/>
                      <a:pt x="24" y="1"/>
                    </a:cubicBezTo>
                  </a:path>
                </a:pathLst>
              </a:custGeom>
              <a:solidFill>
                <a:srgbClr val="7E39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666" name="Freeform 60">
                <a:extLst>
                  <a:ext uri="{FF2B5EF4-FFF2-40B4-BE49-F238E27FC236}">
                    <a16:creationId xmlns:a16="http://schemas.microsoft.com/office/drawing/2014/main" id="{E927D875-ABAB-4A62-B46A-37350B990F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1" y="2620"/>
                <a:ext cx="45" cy="345"/>
              </a:xfrm>
              <a:custGeom>
                <a:avLst/>
                <a:gdLst>
                  <a:gd name="T0" fmla="*/ 0 w 24"/>
                  <a:gd name="T1" fmla="*/ 0 h 185"/>
                  <a:gd name="T2" fmla="*/ 120 w 24"/>
                  <a:gd name="T3" fmla="*/ 660 h 185"/>
                  <a:gd name="T4" fmla="*/ 133 w 24"/>
                  <a:gd name="T5" fmla="*/ 1199 h 185"/>
                  <a:gd name="T6" fmla="*/ 144 w 24"/>
                  <a:gd name="T7" fmla="*/ 856 h 185"/>
                  <a:gd name="T8" fmla="*/ 0 w 24"/>
                  <a:gd name="T9" fmla="*/ 0 h 18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185">
                    <a:moveTo>
                      <a:pt x="0" y="0"/>
                    </a:moveTo>
                    <a:cubicBezTo>
                      <a:pt x="0" y="0"/>
                      <a:pt x="15" y="77"/>
                      <a:pt x="18" y="102"/>
                    </a:cubicBezTo>
                    <a:cubicBezTo>
                      <a:pt x="20" y="127"/>
                      <a:pt x="18" y="165"/>
                      <a:pt x="20" y="185"/>
                    </a:cubicBezTo>
                    <a:cubicBezTo>
                      <a:pt x="20" y="185"/>
                      <a:pt x="21" y="145"/>
                      <a:pt x="22" y="132"/>
                    </a:cubicBezTo>
                    <a:cubicBezTo>
                      <a:pt x="24" y="118"/>
                      <a:pt x="15" y="51"/>
                      <a:pt x="0" y="0"/>
                    </a:cubicBezTo>
                    <a:close/>
                  </a:path>
                </a:pathLst>
              </a:custGeom>
              <a:solidFill>
                <a:srgbClr val="6B2D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667" name="Freeform 61">
                <a:extLst>
                  <a:ext uri="{FF2B5EF4-FFF2-40B4-BE49-F238E27FC236}">
                    <a16:creationId xmlns:a16="http://schemas.microsoft.com/office/drawing/2014/main" id="{92A7F75D-6C8C-43A0-A7B9-6439A91ADF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9" y="3927"/>
                <a:ext cx="24" cy="43"/>
              </a:xfrm>
              <a:custGeom>
                <a:avLst/>
                <a:gdLst>
                  <a:gd name="T0" fmla="*/ 0 w 13"/>
                  <a:gd name="T1" fmla="*/ 0 h 23"/>
                  <a:gd name="T2" fmla="*/ 81 w 13"/>
                  <a:gd name="T3" fmla="*/ 150 h 23"/>
                  <a:gd name="T4" fmla="*/ 13 w 13"/>
                  <a:gd name="T5" fmla="*/ 7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23">
                    <a:moveTo>
                      <a:pt x="0" y="0"/>
                    </a:moveTo>
                    <a:cubicBezTo>
                      <a:pt x="6" y="4"/>
                      <a:pt x="11" y="16"/>
                      <a:pt x="13" y="23"/>
                    </a:cubicBezTo>
                    <a:cubicBezTo>
                      <a:pt x="12" y="13"/>
                      <a:pt x="7" y="8"/>
                      <a:pt x="2" y="1"/>
                    </a:cubicBezTo>
                  </a:path>
                </a:pathLst>
              </a:custGeom>
              <a:solidFill>
                <a:srgbClr val="6B2D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668" name="Freeform 62">
                <a:extLst>
                  <a:ext uri="{FF2B5EF4-FFF2-40B4-BE49-F238E27FC236}">
                    <a16:creationId xmlns:a16="http://schemas.microsoft.com/office/drawing/2014/main" id="{64DD8F04-6A91-4216-BCBC-4D75D4A6BD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8" y="3940"/>
                <a:ext cx="11" cy="26"/>
              </a:xfrm>
              <a:custGeom>
                <a:avLst/>
                <a:gdLst>
                  <a:gd name="T0" fmla="*/ 7 w 6"/>
                  <a:gd name="T1" fmla="*/ 0 h 14"/>
                  <a:gd name="T2" fmla="*/ 37 w 6"/>
                  <a:gd name="T3" fmla="*/ 89 h 14"/>
                  <a:gd name="T4" fmla="*/ 13 w 6"/>
                  <a:gd name="T5" fmla="*/ 13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14">
                    <a:moveTo>
                      <a:pt x="1" y="0"/>
                    </a:moveTo>
                    <a:cubicBezTo>
                      <a:pt x="0" y="4"/>
                      <a:pt x="4" y="11"/>
                      <a:pt x="6" y="14"/>
                    </a:cubicBezTo>
                    <a:cubicBezTo>
                      <a:pt x="2" y="11"/>
                      <a:pt x="5" y="5"/>
                      <a:pt x="2" y="2"/>
                    </a:cubicBezTo>
                  </a:path>
                </a:pathLst>
              </a:custGeom>
              <a:solidFill>
                <a:srgbClr val="6B2D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669" name="Freeform 63">
                <a:extLst>
                  <a:ext uri="{FF2B5EF4-FFF2-40B4-BE49-F238E27FC236}">
                    <a16:creationId xmlns:a16="http://schemas.microsoft.com/office/drawing/2014/main" id="{92EA7F40-E564-4CAC-BBCA-2C3181D3B2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2" y="3931"/>
                <a:ext cx="17" cy="24"/>
              </a:xfrm>
              <a:custGeom>
                <a:avLst/>
                <a:gdLst>
                  <a:gd name="T0" fmla="*/ 0 w 9"/>
                  <a:gd name="T1" fmla="*/ 0 h 13"/>
                  <a:gd name="T2" fmla="*/ 53 w 9"/>
                  <a:gd name="T3" fmla="*/ 81 h 13"/>
                  <a:gd name="T4" fmla="*/ 0 w 9"/>
                  <a:gd name="T5" fmla="*/ 7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3">
                    <a:moveTo>
                      <a:pt x="0" y="0"/>
                    </a:moveTo>
                    <a:cubicBezTo>
                      <a:pt x="1" y="4"/>
                      <a:pt x="4" y="12"/>
                      <a:pt x="8" y="13"/>
                    </a:cubicBezTo>
                    <a:cubicBezTo>
                      <a:pt x="9" y="8"/>
                      <a:pt x="4" y="3"/>
                      <a:pt x="0" y="1"/>
                    </a:cubicBezTo>
                  </a:path>
                </a:pathLst>
              </a:custGeom>
              <a:solidFill>
                <a:srgbClr val="6B2D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670" name="Freeform 64">
                <a:extLst>
                  <a:ext uri="{FF2B5EF4-FFF2-40B4-BE49-F238E27FC236}">
                    <a16:creationId xmlns:a16="http://schemas.microsoft.com/office/drawing/2014/main" id="{C510BBDF-96E6-4932-BA88-D862145E65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0" y="3921"/>
                <a:ext cx="8" cy="17"/>
              </a:xfrm>
              <a:custGeom>
                <a:avLst/>
                <a:gdLst>
                  <a:gd name="T0" fmla="*/ 0 w 4"/>
                  <a:gd name="T1" fmla="*/ 8 h 9"/>
                  <a:gd name="T2" fmla="*/ 24 w 4"/>
                  <a:gd name="T3" fmla="*/ 60 h 9"/>
                  <a:gd name="T4" fmla="*/ 0 w 4"/>
                  <a:gd name="T5" fmla="*/ 0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9">
                    <a:moveTo>
                      <a:pt x="0" y="1"/>
                    </a:moveTo>
                    <a:cubicBezTo>
                      <a:pt x="0" y="3"/>
                      <a:pt x="1" y="7"/>
                      <a:pt x="3" y="9"/>
                    </a:cubicBezTo>
                    <a:cubicBezTo>
                      <a:pt x="4" y="6"/>
                      <a:pt x="1" y="2"/>
                      <a:pt x="0" y="0"/>
                    </a:cubicBezTo>
                  </a:path>
                </a:pathLst>
              </a:custGeom>
              <a:solidFill>
                <a:srgbClr val="6B2D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671" name="Freeform 65">
                <a:extLst>
                  <a:ext uri="{FF2B5EF4-FFF2-40B4-BE49-F238E27FC236}">
                    <a16:creationId xmlns:a16="http://schemas.microsoft.com/office/drawing/2014/main" id="{1A47AEAA-DFBD-4EB5-A258-01631E124C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1" y="3834"/>
                <a:ext cx="15" cy="48"/>
              </a:xfrm>
              <a:custGeom>
                <a:avLst/>
                <a:gdLst>
                  <a:gd name="T0" fmla="*/ 8 w 8"/>
                  <a:gd name="T1" fmla="*/ 0 h 26"/>
                  <a:gd name="T2" fmla="*/ 28 w 8"/>
                  <a:gd name="T3" fmla="*/ 44 h 26"/>
                  <a:gd name="T4" fmla="*/ 39 w 8"/>
                  <a:gd name="T5" fmla="*/ 89 h 26"/>
                  <a:gd name="T6" fmla="*/ 53 w 8"/>
                  <a:gd name="T7" fmla="*/ 164 h 26"/>
                  <a:gd name="T8" fmla="*/ 21 w 8"/>
                  <a:gd name="T9" fmla="*/ 76 h 26"/>
                  <a:gd name="T10" fmla="*/ 0 w 8"/>
                  <a:gd name="T11" fmla="*/ 7 h 2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" h="26">
                    <a:moveTo>
                      <a:pt x="1" y="0"/>
                    </a:moveTo>
                    <a:cubicBezTo>
                      <a:pt x="1" y="3"/>
                      <a:pt x="3" y="5"/>
                      <a:pt x="4" y="7"/>
                    </a:cubicBezTo>
                    <a:cubicBezTo>
                      <a:pt x="5" y="9"/>
                      <a:pt x="6" y="12"/>
                      <a:pt x="6" y="14"/>
                    </a:cubicBezTo>
                    <a:cubicBezTo>
                      <a:pt x="7" y="18"/>
                      <a:pt x="8" y="22"/>
                      <a:pt x="8" y="26"/>
                    </a:cubicBezTo>
                    <a:cubicBezTo>
                      <a:pt x="7" y="21"/>
                      <a:pt x="4" y="17"/>
                      <a:pt x="3" y="12"/>
                    </a:cubicBezTo>
                    <a:cubicBezTo>
                      <a:pt x="1" y="9"/>
                      <a:pt x="1" y="5"/>
                      <a:pt x="0" y="1"/>
                    </a:cubicBezTo>
                  </a:path>
                </a:pathLst>
              </a:custGeom>
              <a:solidFill>
                <a:srgbClr val="7E39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672" name="Freeform 66">
                <a:extLst>
                  <a:ext uri="{FF2B5EF4-FFF2-40B4-BE49-F238E27FC236}">
                    <a16:creationId xmlns:a16="http://schemas.microsoft.com/office/drawing/2014/main" id="{8BB99AF7-8CD4-4712-827C-B9F5736DC3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9" y="3910"/>
                <a:ext cx="35" cy="53"/>
              </a:xfrm>
              <a:custGeom>
                <a:avLst/>
                <a:gdLst>
                  <a:gd name="T0" fmla="*/ 0 w 19"/>
                  <a:gd name="T1" fmla="*/ 0 h 28"/>
                  <a:gd name="T2" fmla="*/ 57 w 19"/>
                  <a:gd name="T3" fmla="*/ 136 h 28"/>
                  <a:gd name="T4" fmla="*/ 118 w 19"/>
                  <a:gd name="T5" fmla="*/ 189 h 28"/>
                  <a:gd name="T6" fmla="*/ 57 w 19"/>
                  <a:gd name="T7" fmla="*/ 115 h 28"/>
                  <a:gd name="T8" fmla="*/ 24 w 19"/>
                  <a:gd name="T9" fmla="*/ 53 h 28"/>
                  <a:gd name="T10" fmla="*/ 0 w 19"/>
                  <a:gd name="T11" fmla="*/ 8 h 2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9" h="28">
                    <a:moveTo>
                      <a:pt x="0" y="0"/>
                    </a:moveTo>
                    <a:cubicBezTo>
                      <a:pt x="0" y="8"/>
                      <a:pt x="3" y="14"/>
                      <a:pt x="9" y="20"/>
                    </a:cubicBezTo>
                    <a:cubicBezTo>
                      <a:pt x="12" y="23"/>
                      <a:pt x="15" y="26"/>
                      <a:pt x="19" y="28"/>
                    </a:cubicBezTo>
                    <a:cubicBezTo>
                      <a:pt x="16" y="24"/>
                      <a:pt x="12" y="21"/>
                      <a:pt x="9" y="17"/>
                    </a:cubicBezTo>
                    <a:cubicBezTo>
                      <a:pt x="7" y="14"/>
                      <a:pt x="5" y="11"/>
                      <a:pt x="4" y="8"/>
                    </a:cubicBezTo>
                    <a:cubicBezTo>
                      <a:pt x="3" y="7"/>
                      <a:pt x="1" y="2"/>
                      <a:pt x="0" y="1"/>
                    </a:cubicBezTo>
                  </a:path>
                </a:pathLst>
              </a:custGeom>
              <a:solidFill>
                <a:srgbClr val="7E39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673" name="Freeform 67">
                <a:extLst>
                  <a:ext uri="{FF2B5EF4-FFF2-40B4-BE49-F238E27FC236}">
                    <a16:creationId xmlns:a16="http://schemas.microsoft.com/office/drawing/2014/main" id="{18B0E2EE-3D1A-443B-BEEB-7EC08AA420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3" y="3996"/>
                <a:ext cx="55" cy="24"/>
              </a:xfrm>
              <a:custGeom>
                <a:avLst/>
                <a:gdLst>
                  <a:gd name="T0" fmla="*/ 0 w 29"/>
                  <a:gd name="T1" fmla="*/ 61 h 13"/>
                  <a:gd name="T2" fmla="*/ 76 w 29"/>
                  <a:gd name="T3" fmla="*/ 81 h 13"/>
                  <a:gd name="T4" fmla="*/ 129 w 29"/>
                  <a:gd name="T5" fmla="*/ 61 h 13"/>
                  <a:gd name="T6" fmla="*/ 192 w 29"/>
                  <a:gd name="T7" fmla="*/ 0 h 13"/>
                  <a:gd name="T8" fmla="*/ 165 w 29"/>
                  <a:gd name="T9" fmla="*/ 20 h 13"/>
                  <a:gd name="T10" fmla="*/ 97 w 29"/>
                  <a:gd name="T11" fmla="*/ 52 h 13"/>
                  <a:gd name="T12" fmla="*/ 32 w 29"/>
                  <a:gd name="T13" fmla="*/ 61 h 13"/>
                  <a:gd name="T14" fmla="*/ 0 w 29"/>
                  <a:gd name="T15" fmla="*/ 61 h 1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9" h="13">
                    <a:moveTo>
                      <a:pt x="0" y="10"/>
                    </a:moveTo>
                    <a:cubicBezTo>
                      <a:pt x="3" y="11"/>
                      <a:pt x="7" y="13"/>
                      <a:pt x="11" y="13"/>
                    </a:cubicBezTo>
                    <a:cubicBezTo>
                      <a:pt x="14" y="13"/>
                      <a:pt x="17" y="11"/>
                      <a:pt x="19" y="10"/>
                    </a:cubicBezTo>
                    <a:cubicBezTo>
                      <a:pt x="23" y="9"/>
                      <a:pt x="29" y="5"/>
                      <a:pt x="28" y="0"/>
                    </a:cubicBezTo>
                    <a:cubicBezTo>
                      <a:pt x="27" y="2"/>
                      <a:pt x="25" y="2"/>
                      <a:pt x="24" y="3"/>
                    </a:cubicBezTo>
                    <a:cubicBezTo>
                      <a:pt x="21" y="5"/>
                      <a:pt x="18" y="7"/>
                      <a:pt x="14" y="8"/>
                    </a:cubicBezTo>
                    <a:cubicBezTo>
                      <a:pt x="11" y="9"/>
                      <a:pt x="8" y="10"/>
                      <a:pt x="5" y="10"/>
                    </a:cubicBezTo>
                    <a:cubicBezTo>
                      <a:pt x="4" y="10"/>
                      <a:pt x="1" y="11"/>
                      <a:pt x="0" y="10"/>
                    </a:cubicBezTo>
                  </a:path>
                </a:pathLst>
              </a:custGeom>
              <a:solidFill>
                <a:srgbClr val="7E39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674" name="Freeform 68">
                <a:extLst>
                  <a:ext uri="{FF2B5EF4-FFF2-40B4-BE49-F238E27FC236}">
                    <a16:creationId xmlns:a16="http://schemas.microsoft.com/office/drawing/2014/main" id="{231DF2AA-9679-4C78-AC96-C60B0236C8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7" y="3992"/>
                <a:ext cx="22" cy="14"/>
              </a:xfrm>
              <a:custGeom>
                <a:avLst/>
                <a:gdLst>
                  <a:gd name="T0" fmla="*/ 0 w 12"/>
                  <a:gd name="T1" fmla="*/ 8 h 7"/>
                  <a:gd name="T2" fmla="*/ 73 w 12"/>
                  <a:gd name="T3" fmla="*/ 0 h 7"/>
                  <a:gd name="T4" fmla="*/ 0 w 12"/>
                  <a:gd name="T5" fmla="*/ 16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7">
                    <a:moveTo>
                      <a:pt x="0" y="1"/>
                    </a:moveTo>
                    <a:cubicBezTo>
                      <a:pt x="1" y="7"/>
                      <a:pt x="10" y="5"/>
                      <a:pt x="12" y="0"/>
                    </a:cubicBezTo>
                    <a:cubicBezTo>
                      <a:pt x="10" y="3"/>
                      <a:pt x="3" y="5"/>
                      <a:pt x="0" y="2"/>
                    </a:cubicBezTo>
                  </a:path>
                </a:pathLst>
              </a:custGeom>
              <a:solidFill>
                <a:srgbClr val="7E39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675" name="Freeform 69">
                <a:extLst>
                  <a:ext uri="{FF2B5EF4-FFF2-40B4-BE49-F238E27FC236}">
                    <a16:creationId xmlns:a16="http://schemas.microsoft.com/office/drawing/2014/main" id="{3C1B5FA9-56C5-4A4E-B4A7-14ED806430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1" y="3978"/>
                <a:ext cx="17" cy="16"/>
              </a:xfrm>
              <a:custGeom>
                <a:avLst/>
                <a:gdLst>
                  <a:gd name="T0" fmla="*/ 0 w 9"/>
                  <a:gd name="T1" fmla="*/ 16 h 9"/>
                  <a:gd name="T2" fmla="*/ 60 w 9"/>
                  <a:gd name="T3" fmla="*/ 0 h 9"/>
                  <a:gd name="T4" fmla="*/ 15 w 9"/>
                  <a:gd name="T5" fmla="*/ 12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9">
                    <a:moveTo>
                      <a:pt x="0" y="3"/>
                    </a:moveTo>
                    <a:cubicBezTo>
                      <a:pt x="1" y="9"/>
                      <a:pt x="9" y="4"/>
                      <a:pt x="9" y="0"/>
                    </a:cubicBezTo>
                    <a:cubicBezTo>
                      <a:pt x="8" y="2"/>
                      <a:pt x="4" y="5"/>
                      <a:pt x="2" y="2"/>
                    </a:cubicBezTo>
                  </a:path>
                </a:pathLst>
              </a:custGeom>
              <a:solidFill>
                <a:srgbClr val="7E39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676" name="Freeform 70">
                <a:extLst>
                  <a:ext uri="{FF2B5EF4-FFF2-40B4-BE49-F238E27FC236}">
                    <a16:creationId xmlns:a16="http://schemas.microsoft.com/office/drawing/2014/main" id="{A9022747-3009-41DF-8568-0E7B37C115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7" y="3964"/>
                <a:ext cx="11" cy="15"/>
              </a:xfrm>
              <a:custGeom>
                <a:avLst/>
                <a:gdLst>
                  <a:gd name="T0" fmla="*/ 0 w 6"/>
                  <a:gd name="T1" fmla="*/ 28 h 8"/>
                  <a:gd name="T2" fmla="*/ 37 w 6"/>
                  <a:gd name="T3" fmla="*/ 0 h 8"/>
                  <a:gd name="T4" fmla="*/ 13 w 6"/>
                  <a:gd name="T5" fmla="*/ 21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8">
                    <a:moveTo>
                      <a:pt x="0" y="4"/>
                    </a:moveTo>
                    <a:cubicBezTo>
                      <a:pt x="3" y="8"/>
                      <a:pt x="6" y="3"/>
                      <a:pt x="6" y="0"/>
                    </a:cubicBezTo>
                    <a:cubicBezTo>
                      <a:pt x="5" y="1"/>
                      <a:pt x="4" y="2"/>
                      <a:pt x="2" y="3"/>
                    </a:cubicBezTo>
                  </a:path>
                </a:pathLst>
              </a:custGeom>
              <a:solidFill>
                <a:srgbClr val="7E39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677" name="Freeform 71">
                <a:extLst>
                  <a:ext uri="{FF2B5EF4-FFF2-40B4-BE49-F238E27FC236}">
                    <a16:creationId xmlns:a16="http://schemas.microsoft.com/office/drawing/2014/main" id="{1652130D-8FBF-4832-8D42-CEAB5F69A3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6" y="3944"/>
                <a:ext cx="13" cy="30"/>
              </a:xfrm>
              <a:custGeom>
                <a:avLst/>
                <a:gdLst>
                  <a:gd name="T0" fmla="*/ 0 w 7"/>
                  <a:gd name="T1" fmla="*/ 0 h 16"/>
                  <a:gd name="T2" fmla="*/ 13 w 7"/>
                  <a:gd name="T3" fmla="*/ 60 h 16"/>
                  <a:gd name="T4" fmla="*/ 45 w 7"/>
                  <a:gd name="T5" fmla="*/ 105 h 16"/>
                  <a:gd name="T6" fmla="*/ 24 w 7"/>
                  <a:gd name="T7" fmla="*/ 45 h 16"/>
                  <a:gd name="T8" fmla="*/ 7 w 7"/>
                  <a:gd name="T9" fmla="*/ 0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16">
                    <a:moveTo>
                      <a:pt x="0" y="0"/>
                    </a:moveTo>
                    <a:cubicBezTo>
                      <a:pt x="1" y="3"/>
                      <a:pt x="0" y="6"/>
                      <a:pt x="2" y="9"/>
                    </a:cubicBezTo>
                    <a:cubicBezTo>
                      <a:pt x="3" y="12"/>
                      <a:pt x="4" y="15"/>
                      <a:pt x="7" y="16"/>
                    </a:cubicBezTo>
                    <a:cubicBezTo>
                      <a:pt x="5" y="13"/>
                      <a:pt x="5" y="10"/>
                      <a:pt x="4" y="7"/>
                    </a:cubicBezTo>
                    <a:cubicBezTo>
                      <a:pt x="3" y="5"/>
                      <a:pt x="2" y="3"/>
                      <a:pt x="1" y="0"/>
                    </a:cubicBezTo>
                  </a:path>
                </a:pathLst>
              </a:custGeom>
              <a:solidFill>
                <a:srgbClr val="7E39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678" name="Freeform 72">
                <a:extLst>
                  <a:ext uri="{FF2B5EF4-FFF2-40B4-BE49-F238E27FC236}">
                    <a16:creationId xmlns:a16="http://schemas.microsoft.com/office/drawing/2014/main" id="{A0D43404-CA3E-4E77-A4AC-D3069BE9E6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8" y="3938"/>
                <a:ext cx="15" cy="25"/>
              </a:xfrm>
              <a:custGeom>
                <a:avLst/>
                <a:gdLst>
                  <a:gd name="T0" fmla="*/ 0 w 8"/>
                  <a:gd name="T1" fmla="*/ 0 h 13"/>
                  <a:gd name="T2" fmla="*/ 15 w 8"/>
                  <a:gd name="T3" fmla="*/ 56 h 13"/>
                  <a:gd name="T4" fmla="*/ 53 w 8"/>
                  <a:gd name="T5" fmla="*/ 92 h 13"/>
                  <a:gd name="T6" fmla="*/ 0 w 8"/>
                  <a:gd name="T7" fmla="*/ 8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13">
                    <a:moveTo>
                      <a:pt x="0" y="0"/>
                    </a:moveTo>
                    <a:cubicBezTo>
                      <a:pt x="0" y="3"/>
                      <a:pt x="0" y="6"/>
                      <a:pt x="2" y="8"/>
                    </a:cubicBezTo>
                    <a:cubicBezTo>
                      <a:pt x="4" y="10"/>
                      <a:pt x="6" y="11"/>
                      <a:pt x="8" y="13"/>
                    </a:cubicBezTo>
                    <a:cubicBezTo>
                      <a:pt x="7" y="8"/>
                      <a:pt x="5" y="2"/>
                      <a:pt x="0" y="1"/>
                    </a:cubicBezTo>
                  </a:path>
                </a:pathLst>
              </a:custGeom>
              <a:solidFill>
                <a:srgbClr val="7E39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679" name="Freeform 73">
                <a:extLst>
                  <a:ext uri="{FF2B5EF4-FFF2-40B4-BE49-F238E27FC236}">
                    <a16:creationId xmlns:a16="http://schemas.microsoft.com/office/drawing/2014/main" id="{B894FA8C-CC40-4BB0-8CD1-F33F24E222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6" y="3927"/>
                <a:ext cx="15" cy="21"/>
              </a:xfrm>
              <a:custGeom>
                <a:avLst/>
                <a:gdLst>
                  <a:gd name="T0" fmla="*/ 0 w 8"/>
                  <a:gd name="T1" fmla="*/ 0 h 11"/>
                  <a:gd name="T2" fmla="*/ 53 w 8"/>
                  <a:gd name="T3" fmla="*/ 76 h 11"/>
                  <a:gd name="T4" fmla="*/ 8 w 8"/>
                  <a:gd name="T5" fmla="*/ 0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1">
                    <a:moveTo>
                      <a:pt x="0" y="0"/>
                    </a:moveTo>
                    <a:cubicBezTo>
                      <a:pt x="2" y="5"/>
                      <a:pt x="4" y="8"/>
                      <a:pt x="8" y="11"/>
                    </a:cubicBezTo>
                    <a:cubicBezTo>
                      <a:pt x="8" y="7"/>
                      <a:pt x="5" y="1"/>
                      <a:pt x="1" y="0"/>
                    </a:cubicBezTo>
                  </a:path>
                </a:pathLst>
              </a:custGeom>
              <a:solidFill>
                <a:srgbClr val="7E39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680" name="Freeform 74">
                <a:extLst>
                  <a:ext uri="{FF2B5EF4-FFF2-40B4-BE49-F238E27FC236}">
                    <a16:creationId xmlns:a16="http://schemas.microsoft.com/office/drawing/2014/main" id="{B57062F4-B087-4321-95E7-AF25522798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0" y="3830"/>
                <a:ext cx="36" cy="101"/>
              </a:xfrm>
              <a:custGeom>
                <a:avLst/>
                <a:gdLst>
                  <a:gd name="T0" fmla="*/ 0 w 19"/>
                  <a:gd name="T1" fmla="*/ 0 h 54"/>
                  <a:gd name="T2" fmla="*/ 53 w 19"/>
                  <a:gd name="T3" fmla="*/ 202 h 54"/>
                  <a:gd name="T4" fmla="*/ 76 w 19"/>
                  <a:gd name="T5" fmla="*/ 277 h 54"/>
                  <a:gd name="T6" fmla="*/ 129 w 19"/>
                  <a:gd name="T7" fmla="*/ 354 h 54"/>
                  <a:gd name="T8" fmla="*/ 68 w 19"/>
                  <a:gd name="T9" fmla="*/ 137 h 54"/>
                  <a:gd name="T10" fmla="*/ 8 w 19"/>
                  <a:gd name="T11" fmla="*/ 7 h 5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9" h="54">
                    <a:moveTo>
                      <a:pt x="0" y="0"/>
                    </a:moveTo>
                    <a:cubicBezTo>
                      <a:pt x="9" y="9"/>
                      <a:pt x="8" y="20"/>
                      <a:pt x="8" y="31"/>
                    </a:cubicBezTo>
                    <a:cubicBezTo>
                      <a:pt x="9" y="35"/>
                      <a:pt x="10" y="39"/>
                      <a:pt x="11" y="42"/>
                    </a:cubicBezTo>
                    <a:cubicBezTo>
                      <a:pt x="13" y="46"/>
                      <a:pt x="17" y="50"/>
                      <a:pt x="19" y="54"/>
                    </a:cubicBezTo>
                    <a:cubicBezTo>
                      <a:pt x="11" y="47"/>
                      <a:pt x="12" y="30"/>
                      <a:pt x="10" y="21"/>
                    </a:cubicBezTo>
                    <a:cubicBezTo>
                      <a:pt x="8" y="13"/>
                      <a:pt x="5" y="7"/>
                      <a:pt x="1" y="1"/>
                    </a:cubicBezTo>
                  </a:path>
                </a:pathLst>
              </a:custGeom>
              <a:solidFill>
                <a:srgbClr val="6B2D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681" name="Freeform 75">
                <a:extLst>
                  <a:ext uri="{FF2B5EF4-FFF2-40B4-BE49-F238E27FC236}">
                    <a16:creationId xmlns:a16="http://schemas.microsoft.com/office/drawing/2014/main" id="{8183C466-C64F-4ECD-9E44-1E7E78DF61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4" y="3755"/>
                <a:ext cx="33" cy="64"/>
              </a:xfrm>
              <a:custGeom>
                <a:avLst/>
                <a:gdLst>
                  <a:gd name="T0" fmla="*/ 20 w 18"/>
                  <a:gd name="T1" fmla="*/ 0 h 34"/>
                  <a:gd name="T2" fmla="*/ 112 w 18"/>
                  <a:gd name="T3" fmla="*/ 226 h 34"/>
                  <a:gd name="T4" fmla="*/ 57 w 18"/>
                  <a:gd name="T5" fmla="*/ 120 h 34"/>
                  <a:gd name="T6" fmla="*/ 31 w 18"/>
                  <a:gd name="T7" fmla="*/ 28 h 3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34">
                    <a:moveTo>
                      <a:pt x="3" y="0"/>
                    </a:moveTo>
                    <a:cubicBezTo>
                      <a:pt x="0" y="13"/>
                      <a:pt x="7" y="26"/>
                      <a:pt x="18" y="34"/>
                    </a:cubicBezTo>
                    <a:cubicBezTo>
                      <a:pt x="12" y="30"/>
                      <a:pt x="11" y="24"/>
                      <a:pt x="9" y="18"/>
                    </a:cubicBezTo>
                    <a:cubicBezTo>
                      <a:pt x="7" y="13"/>
                      <a:pt x="5" y="9"/>
                      <a:pt x="5" y="4"/>
                    </a:cubicBezTo>
                  </a:path>
                </a:pathLst>
              </a:custGeom>
              <a:solidFill>
                <a:srgbClr val="6B2D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682" name="Freeform 76">
                <a:extLst>
                  <a:ext uri="{FF2B5EF4-FFF2-40B4-BE49-F238E27FC236}">
                    <a16:creationId xmlns:a16="http://schemas.microsoft.com/office/drawing/2014/main" id="{C98597D6-297C-4829-9DC9-F744DF2FAC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7" y="3929"/>
                <a:ext cx="35" cy="82"/>
              </a:xfrm>
              <a:custGeom>
                <a:avLst/>
                <a:gdLst>
                  <a:gd name="T0" fmla="*/ 0 w 19"/>
                  <a:gd name="T1" fmla="*/ 0 h 44"/>
                  <a:gd name="T2" fmla="*/ 61 w 19"/>
                  <a:gd name="T3" fmla="*/ 157 h 44"/>
                  <a:gd name="T4" fmla="*/ 118 w 19"/>
                  <a:gd name="T5" fmla="*/ 285 h 44"/>
                  <a:gd name="T6" fmla="*/ 88 w 19"/>
                  <a:gd name="T7" fmla="*/ 164 h 44"/>
                  <a:gd name="T8" fmla="*/ 24 w 19"/>
                  <a:gd name="T9" fmla="*/ 7 h 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44">
                    <a:moveTo>
                      <a:pt x="0" y="0"/>
                    </a:moveTo>
                    <a:cubicBezTo>
                      <a:pt x="7" y="6"/>
                      <a:pt x="8" y="15"/>
                      <a:pt x="10" y="24"/>
                    </a:cubicBezTo>
                    <a:cubicBezTo>
                      <a:pt x="11" y="31"/>
                      <a:pt x="9" y="42"/>
                      <a:pt x="19" y="44"/>
                    </a:cubicBezTo>
                    <a:cubicBezTo>
                      <a:pt x="12" y="40"/>
                      <a:pt x="15" y="32"/>
                      <a:pt x="14" y="25"/>
                    </a:cubicBezTo>
                    <a:cubicBezTo>
                      <a:pt x="13" y="16"/>
                      <a:pt x="9" y="8"/>
                      <a:pt x="4" y="1"/>
                    </a:cubicBezTo>
                  </a:path>
                </a:pathLst>
              </a:custGeom>
              <a:solidFill>
                <a:srgbClr val="6B2D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683" name="Freeform 77">
                <a:extLst>
                  <a:ext uri="{FF2B5EF4-FFF2-40B4-BE49-F238E27FC236}">
                    <a16:creationId xmlns:a16="http://schemas.microsoft.com/office/drawing/2014/main" id="{4EA720D0-57D3-4F7D-9944-ADD22E31ED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3" y="3823"/>
                <a:ext cx="17" cy="50"/>
              </a:xfrm>
              <a:custGeom>
                <a:avLst/>
                <a:gdLst>
                  <a:gd name="T0" fmla="*/ 8 w 9"/>
                  <a:gd name="T1" fmla="*/ 0 h 27"/>
                  <a:gd name="T2" fmla="*/ 15 w 9"/>
                  <a:gd name="T3" fmla="*/ 104 h 27"/>
                  <a:gd name="T4" fmla="*/ 60 w 9"/>
                  <a:gd name="T5" fmla="*/ 172 h 27"/>
                  <a:gd name="T6" fmla="*/ 28 w 9"/>
                  <a:gd name="T7" fmla="*/ 89 h 27"/>
                  <a:gd name="T8" fmla="*/ 15 w 9"/>
                  <a:gd name="T9" fmla="*/ 20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27">
                    <a:moveTo>
                      <a:pt x="1" y="0"/>
                    </a:moveTo>
                    <a:cubicBezTo>
                      <a:pt x="0" y="5"/>
                      <a:pt x="1" y="11"/>
                      <a:pt x="2" y="16"/>
                    </a:cubicBezTo>
                    <a:cubicBezTo>
                      <a:pt x="4" y="20"/>
                      <a:pt x="6" y="23"/>
                      <a:pt x="9" y="27"/>
                    </a:cubicBezTo>
                    <a:cubicBezTo>
                      <a:pt x="6" y="24"/>
                      <a:pt x="5" y="17"/>
                      <a:pt x="4" y="14"/>
                    </a:cubicBezTo>
                    <a:cubicBezTo>
                      <a:pt x="3" y="10"/>
                      <a:pt x="1" y="6"/>
                      <a:pt x="2" y="3"/>
                    </a:cubicBezTo>
                  </a:path>
                </a:pathLst>
              </a:custGeom>
              <a:solidFill>
                <a:srgbClr val="6B2D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684" name="Freeform 78">
                <a:extLst>
                  <a:ext uri="{FF2B5EF4-FFF2-40B4-BE49-F238E27FC236}">
                    <a16:creationId xmlns:a16="http://schemas.microsoft.com/office/drawing/2014/main" id="{79C98791-C5BC-48F3-8E6C-541249F9AC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4" y="3191"/>
                <a:ext cx="26" cy="370"/>
              </a:xfrm>
              <a:custGeom>
                <a:avLst/>
                <a:gdLst>
                  <a:gd name="T0" fmla="*/ 89 w 14"/>
                  <a:gd name="T1" fmla="*/ 0 h 198"/>
                  <a:gd name="T2" fmla="*/ 0 w 14"/>
                  <a:gd name="T3" fmla="*/ 1291 h 198"/>
                  <a:gd name="T4" fmla="*/ 89 w 14"/>
                  <a:gd name="T5" fmla="*/ 0 h 19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98">
                    <a:moveTo>
                      <a:pt x="14" y="0"/>
                    </a:moveTo>
                    <a:cubicBezTo>
                      <a:pt x="14" y="0"/>
                      <a:pt x="12" y="154"/>
                      <a:pt x="0" y="198"/>
                    </a:cubicBezTo>
                    <a:cubicBezTo>
                      <a:pt x="0" y="198"/>
                      <a:pt x="14" y="27"/>
                      <a:pt x="14" y="0"/>
                    </a:cubicBezTo>
                    <a:close/>
                  </a:path>
                </a:pathLst>
              </a:custGeom>
              <a:solidFill>
                <a:srgbClr val="7E39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685" name="Freeform 79">
                <a:extLst>
                  <a:ext uri="{FF2B5EF4-FFF2-40B4-BE49-F238E27FC236}">
                    <a16:creationId xmlns:a16="http://schemas.microsoft.com/office/drawing/2014/main" id="{064EC624-BAD7-4BCC-91E8-00C2E68B81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4" y="3234"/>
                <a:ext cx="43" cy="415"/>
              </a:xfrm>
              <a:custGeom>
                <a:avLst/>
                <a:gdLst>
                  <a:gd name="T0" fmla="*/ 67 w 23"/>
                  <a:gd name="T1" fmla="*/ 0 h 222"/>
                  <a:gd name="T2" fmla="*/ 52 w 23"/>
                  <a:gd name="T3" fmla="*/ 580 h 222"/>
                  <a:gd name="T4" fmla="*/ 144 w 23"/>
                  <a:gd name="T5" fmla="*/ 1451 h 222"/>
                  <a:gd name="T6" fmla="*/ 105 w 23"/>
                  <a:gd name="T7" fmla="*/ 731 h 222"/>
                  <a:gd name="T8" fmla="*/ 67 w 23"/>
                  <a:gd name="T9" fmla="*/ 0 h 2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222">
                    <a:moveTo>
                      <a:pt x="10" y="0"/>
                    </a:moveTo>
                    <a:cubicBezTo>
                      <a:pt x="10" y="0"/>
                      <a:pt x="0" y="45"/>
                      <a:pt x="8" y="89"/>
                    </a:cubicBezTo>
                    <a:cubicBezTo>
                      <a:pt x="17" y="133"/>
                      <a:pt x="22" y="213"/>
                      <a:pt x="22" y="222"/>
                    </a:cubicBezTo>
                    <a:cubicBezTo>
                      <a:pt x="22" y="222"/>
                      <a:pt x="23" y="143"/>
                      <a:pt x="16" y="112"/>
                    </a:cubicBezTo>
                    <a:cubicBezTo>
                      <a:pt x="10" y="81"/>
                      <a:pt x="7" y="36"/>
                      <a:pt x="10" y="0"/>
                    </a:cubicBezTo>
                    <a:close/>
                  </a:path>
                </a:pathLst>
              </a:custGeom>
              <a:solidFill>
                <a:srgbClr val="6B2D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686" name="Freeform 80">
                <a:extLst>
                  <a:ext uri="{FF2B5EF4-FFF2-40B4-BE49-F238E27FC236}">
                    <a16:creationId xmlns:a16="http://schemas.microsoft.com/office/drawing/2014/main" id="{EBC9CE51-0566-4EA7-ABFB-59DEEE67EF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2" y="1598"/>
                <a:ext cx="6" cy="7"/>
              </a:xfrm>
              <a:custGeom>
                <a:avLst/>
                <a:gdLst>
                  <a:gd name="T0" fmla="*/ 24 w 3"/>
                  <a:gd name="T1" fmla="*/ 7 h 4"/>
                  <a:gd name="T2" fmla="*/ 24 w 3"/>
                  <a:gd name="T3" fmla="*/ 21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2" y="0"/>
                      <a:pt x="0" y="4"/>
                      <a:pt x="3" y="4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687" name="Freeform 81">
                <a:extLst>
                  <a:ext uri="{FF2B5EF4-FFF2-40B4-BE49-F238E27FC236}">
                    <a16:creationId xmlns:a16="http://schemas.microsoft.com/office/drawing/2014/main" id="{E79D7DFD-8782-4F0D-AE6A-93B0198E46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6" y="3804"/>
                <a:ext cx="17" cy="19"/>
              </a:xfrm>
              <a:custGeom>
                <a:avLst/>
                <a:gdLst>
                  <a:gd name="T0" fmla="*/ 60 w 9"/>
                  <a:gd name="T1" fmla="*/ 0 h 10"/>
                  <a:gd name="T2" fmla="*/ 0 w 9"/>
                  <a:gd name="T3" fmla="*/ 68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10">
                    <a:moveTo>
                      <a:pt x="9" y="0"/>
                    </a:moveTo>
                    <a:cubicBezTo>
                      <a:pt x="7" y="7"/>
                      <a:pt x="4" y="5"/>
                      <a:pt x="0" y="1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688" name="Freeform 82">
                <a:extLst>
                  <a:ext uri="{FF2B5EF4-FFF2-40B4-BE49-F238E27FC236}">
                    <a16:creationId xmlns:a16="http://schemas.microsoft.com/office/drawing/2014/main" id="{83BD50AF-AC5C-43E2-9503-7C37C93671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1" y="3830"/>
                <a:ext cx="21" cy="78"/>
              </a:xfrm>
              <a:custGeom>
                <a:avLst/>
                <a:gdLst>
                  <a:gd name="T0" fmla="*/ 0 w 11"/>
                  <a:gd name="T1" fmla="*/ 269 h 42"/>
                  <a:gd name="T2" fmla="*/ 21 w 11"/>
                  <a:gd name="T3" fmla="*/ 121 h 42"/>
                  <a:gd name="T4" fmla="*/ 76 w 11"/>
                  <a:gd name="T5" fmla="*/ 0 h 4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42">
                    <a:moveTo>
                      <a:pt x="0" y="42"/>
                    </a:moveTo>
                    <a:cubicBezTo>
                      <a:pt x="0" y="35"/>
                      <a:pt x="2" y="27"/>
                      <a:pt x="3" y="19"/>
                    </a:cubicBezTo>
                    <a:cubicBezTo>
                      <a:pt x="3" y="13"/>
                      <a:pt x="6" y="5"/>
                      <a:pt x="11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689" name="Freeform 83">
                <a:extLst>
                  <a:ext uri="{FF2B5EF4-FFF2-40B4-BE49-F238E27FC236}">
                    <a16:creationId xmlns:a16="http://schemas.microsoft.com/office/drawing/2014/main" id="{BDA3D169-398B-4CB5-9EF4-42EFC7370A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2" y="3931"/>
                <a:ext cx="19" cy="52"/>
              </a:xfrm>
              <a:custGeom>
                <a:avLst/>
                <a:gdLst>
                  <a:gd name="T0" fmla="*/ 0 w 10"/>
                  <a:gd name="T1" fmla="*/ 180 h 28"/>
                  <a:gd name="T2" fmla="*/ 21 w 10"/>
                  <a:gd name="T3" fmla="*/ 89 h 28"/>
                  <a:gd name="T4" fmla="*/ 68 w 10"/>
                  <a:gd name="T5" fmla="*/ 0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28">
                    <a:moveTo>
                      <a:pt x="0" y="28"/>
                    </a:moveTo>
                    <a:cubicBezTo>
                      <a:pt x="0" y="24"/>
                      <a:pt x="2" y="18"/>
                      <a:pt x="3" y="14"/>
                    </a:cubicBezTo>
                    <a:cubicBezTo>
                      <a:pt x="4" y="8"/>
                      <a:pt x="8" y="5"/>
                      <a:pt x="10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690" name="Freeform 84">
                <a:extLst>
                  <a:ext uri="{FF2B5EF4-FFF2-40B4-BE49-F238E27FC236}">
                    <a16:creationId xmlns:a16="http://schemas.microsoft.com/office/drawing/2014/main" id="{C8428735-31BB-4080-BEEF-CF46C03ED4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3" y="3942"/>
                <a:ext cx="28" cy="62"/>
              </a:xfrm>
              <a:custGeom>
                <a:avLst/>
                <a:gdLst>
                  <a:gd name="T0" fmla="*/ 0 w 15"/>
                  <a:gd name="T1" fmla="*/ 218 h 33"/>
                  <a:gd name="T2" fmla="*/ 39 w 15"/>
                  <a:gd name="T3" fmla="*/ 100 h 33"/>
                  <a:gd name="T4" fmla="*/ 97 w 15"/>
                  <a:gd name="T5" fmla="*/ 0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33">
                    <a:moveTo>
                      <a:pt x="0" y="33"/>
                    </a:moveTo>
                    <a:cubicBezTo>
                      <a:pt x="0" y="25"/>
                      <a:pt x="1" y="21"/>
                      <a:pt x="6" y="15"/>
                    </a:cubicBezTo>
                    <a:cubicBezTo>
                      <a:pt x="10" y="11"/>
                      <a:pt x="12" y="4"/>
                      <a:pt x="15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691" name="Freeform 85">
                <a:extLst>
                  <a:ext uri="{FF2B5EF4-FFF2-40B4-BE49-F238E27FC236}">
                    <a16:creationId xmlns:a16="http://schemas.microsoft.com/office/drawing/2014/main" id="{2EB89A14-0EBF-4F26-93F9-DBF76BEE8F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2" y="3942"/>
                <a:ext cx="1" cy="15"/>
              </a:xfrm>
              <a:custGeom>
                <a:avLst/>
                <a:gdLst>
                  <a:gd name="T0" fmla="*/ 0 w 1"/>
                  <a:gd name="T1" fmla="*/ 53 h 8"/>
                  <a:gd name="T2" fmla="*/ 0 w 1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8">
                    <a:moveTo>
                      <a:pt x="0" y="8"/>
                    </a:moveTo>
                    <a:cubicBezTo>
                      <a:pt x="0" y="5"/>
                      <a:pt x="0" y="3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692" name="Freeform 86">
                <a:extLst>
                  <a:ext uri="{FF2B5EF4-FFF2-40B4-BE49-F238E27FC236}">
                    <a16:creationId xmlns:a16="http://schemas.microsoft.com/office/drawing/2014/main" id="{01934E0E-B9C4-45C7-86F2-897BA0E2D0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7" y="3942"/>
                <a:ext cx="32" cy="54"/>
              </a:xfrm>
              <a:custGeom>
                <a:avLst/>
                <a:gdLst>
                  <a:gd name="T0" fmla="*/ 8 w 17"/>
                  <a:gd name="T1" fmla="*/ 188 h 29"/>
                  <a:gd name="T2" fmla="*/ 32 w 17"/>
                  <a:gd name="T3" fmla="*/ 89 h 29"/>
                  <a:gd name="T4" fmla="*/ 113 w 17"/>
                  <a:gd name="T5" fmla="*/ 0 h 2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29">
                    <a:moveTo>
                      <a:pt x="1" y="29"/>
                    </a:moveTo>
                    <a:cubicBezTo>
                      <a:pt x="1" y="23"/>
                      <a:pt x="0" y="18"/>
                      <a:pt x="5" y="14"/>
                    </a:cubicBezTo>
                    <a:cubicBezTo>
                      <a:pt x="9" y="9"/>
                      <a:pt x="14" y="5"/>
                      <a:pt x="17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693" name="Freeform 87">
                <a:extLst>
                  <a:ext uri="{FF2B5EF4-FFF2-40B4-BE49-F238E27FC236}">
                    <a16:creationId xmlns:a16="http://schemas.microsoft.com/office/drawing/2014/main" id="{29BCD3B8-5ECD-4DAC-A95F-064C9EB004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0" y="3940"/>
                <a:ext cx="2" cy="11"/>
              </a:xfrm>
              <a:custGeom>
                <a:avLst/>
                <a:gdLst>
                  <a:gd name="T0" fmla="*/ 0 w 1"/>
                  <a:gd name="T1" fmla="*/ 37 h 6"/>
                  <a:gd name="T2" fmla="*/ 8 w 1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6">
                    <a:moveTo>
                      <a:pt x="0" y="6"/>
                    </a:moveTo>
                    <a:cubicBezTo>
                      <a:pt x="1" y="6"/>
                      <a:pt x="0" y="2"/>
                      <a:pt x="1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694" name="Freeform 88">
                <a:extLst>
                  <a:ext uri="{FF2B5EF4-FFF2-40B4-BE49-F238E27FC236}">
                    <a16:creationId xmlns:a16="http://schemas.microsoft.com/office/drawing/2014/main" id="{558D9356-651D-4373-A2A2-6362D770CB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1" y="3929"/>
                <a:ext cx="28" cy="50"/>
              </a:xfrm>
              <a:custGeom>
                <a:avLst/>
                <a:gdLst>
                  <a:gd name="T0" fmla="*/ 0 w 15"/>
                  <a:gd name="T1" fmla="*/ 172 h 27"/>
                  <a:gd name="T2" fmla="*/ 24 w 15"/>
                  <a:gd name="T3" fmla="*/ 69 h 27"/>
                  <a:gd name="T4" fmla="*/ 97 w 15"/>
                  <a:gd name="T5" fmla="*/ 0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27">
                    <a:moveTo>
                      <a:pt x="0" y="27"/>
                    </a:moveTo>
                    <a:cubicBezTo>
                      <a:pt x="1" y="22"/>
                      <a:pt x="0" y="15"/>
                      <a:pt x="4" y="11"/>
                    </a:cubicBezTo>
                    <a:cubicBezTo>
                      <a:pt x="7" y="7"/>
                      <a:pt x="14" y="4"/>
                      <a:pt x="15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695" name="Freeform 89">
                <a:extLst>
                  <a:ext uri="{FF2B5EF4-FFF2-40B4-BE49-F238E27FC236}">
                    <a16:creationId xmlns:a16="http://schemas.microsoft.com/office/drawing/2014/main" id="{CEF165CD-9B95-4935-A318-63E09EA08F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0" y="3927"/>
                <a:ext cx="2" cy="11"/>
              </a:xfrm>
              <a:custGeom>
                <a:avLst/>
                <a:gdLst>
                  <a:gd name="T0" fmla="*/ 0 w 1"/>
                  <a:gd name="T1" fmla="*/ 37 h 6"/>
                  <a:gd name="T2" fmla="*/ 0 w 1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6">
                    <a:moveTo>
                      <a:pt x="0" y="6"/>
                    </a:moveTo>
                    <a:cubicBezTo>
                      <a:pt x="0" y="4"/>
                      <a:pt x="1" y="2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696" name="Freeform 90">
                <a:extLst>
                  <a:ext uri="{FF2B5EF4-FFF2-40B4-BE49-F238E27FC236}">
                    <a16:creationId xmlns:a16="http://schemas.microsoft.com/office/drawing/2014/main" id="{DE929EB8-2BD1-463D-B509-F07EAD8E55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4" y="3921"/>
                <a:ext cx="25" cy="45"/>
              </a:xfrm>
              <a:custGeom>
                <a:avLst/>
                <a:gdLst>
                  <a:gd name="T0" fmla="*/ 0 w 13"/>
                  <a:gd name="T1" fmla="*/ 158 h 24"/>
                  <a:gd name="T2" fmla="*/ 23 w 13"/>
                  <a:gd name="T3" fmla="*/ 81 h 24"/>
                  <a:gd name="T4" fmla="*/ 63 w 13"/>
                  <a:gd name="T5" fmla="*/ 39 h 24"/>
                  <a:gd name="T6" fmla="*/ 92 w 13"/>
                  <a:gd name="T7" fmla="*/ 0 h 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24">
                    <a:moveTo>
                      <a:pt x="0" y="24"/>
                    </a:moveTo>
                    <a:cubicBezTo>
                      <a:pt x="0" y="19"/>
                      <a:pt x="0" y="15"/>
                      <a:pt x="3" y="12"/>
                    </a:cubicBezTo>
                    <a:cubicBezTo>
                      <a:pt x="5" y="10"/>
                      <a:pt x="7" y="8"/>
                      <a:pt x="9" y="6"/>
                    </a:cubicBezTo>
                    <a:cubicBezTo>
                      <a:pt x="11" y="4"/>
                      <a:pt x="11" y="1"/>
                      <a:pt x="13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697" name="Freeform 91">
                <a:extLst>
                  <a:ext uri="{FF2B5EF4-FFF2-40B4-BE49-F238E27FC236}">
                    <a16:creationId xmlns:a16="http://schemas.microsoft.com/office/drawing/2014/main" id="{67550830-E7EA-4A69-AD7E-0B1B908783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9" y="3921"/>
                <a:ext cx="1" cy="12"/>
              </a:xfrm>
              <a:custGeom>
                <a:avLst/>
                <a:gdLst>
                  <a:gd name="T0" fmla="*/ 0 w 1"/>
                  <a:gd name="T1" fmla="*/ 48 h 6"/>
                  <a:gd name="T2" fmla="*/ 0 w 1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6">
                    <a:moveTo>
                      <a:pt x="0" y="6"/>
                    </a:moveTo>
                    <a:cubicBezTo>
                      <a:pt x="0" y="4"/>
                      <a:pt x="0" y="2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698" name="Freeform 92">
                <a:extLst>
                  <a:ext uri="{FF2B5EF4-FFF2-40B4-BE49-F238E27FC236}">
                    <a16:creationId xmlns:a16="http://schemas.microsoft.com/office/drawing/2014/main" id="{B47103B5-604E-490F-9C84-2EE9660B22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0" y="3966"/>
                <a:ext cx="44" cy="34"/>
              </a:xfrm>
              <a:custGeom>
                <a:avLst/>
                <a:gdLst>
                  <a:gd name="T0" fmla="*/ 0 w 23"/>
                  <a:gd name="T1" fmla="*/ 68 h 18"/>
                  <a:gd name="T2" fmla="*/ 29 w 23"/>
                  <a:gd name="T3" fmla="*/ 68 h 18"/>
                  <a:gd name="T4" fmla="*/ 77 w 23"/>
                  <a:gd name="T5" fmla="*/ 76 h 18"/>
                  <a:gd name="T6" fmla="*/ 132 w 23"/>
                  <a:gd name="T7" fmla="*/ 121 h 18"/>
                  <a:gd name="T8" fmla="*/ 147 w 23"/>
                  <a:gd name="T9" fmla="*/ 76 h 18"/>
                  <a:gd name="T10" fmla="*/ 161 w 23"/>
                  <a:gd name="T11" fmla="*/ 32 h 18"/>
                  <a:gd name="T12" fmla="*/ 63 w 23"/>
                  <a:gd name="T13" fmla="*/ 8 h 18"/>
                  <a:gd name="T14" fmla="*/ 36 w 23"/>
                  <a:gd name="T15" fmla="*/ 21 h 18"/>
                  <a:gd name="T16" fmla="*/ 8 w 23"/>
                  <a:gd name="T17" fmla="*/ 76 h 1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3" h="18">
                    <a:moveTo>
                      <a:pt x="0" y="10"/>
                    </a:moveTo>
                    <a:cubicBezTo>
                      <a:pt x="1" y="11"/>
                      <a:pt x="3" y="10"/>
                      <a:pt x="4" y="10"/>
                    </a:cubicBezTo>
                    <a:cubicBezTo>
                      <a:pt x="6" y="9"/>
                      <a:pt x="9" y="10"/>
                      <a:pt x="11" y="11"/>
                    </a:cubicBezTo>
                    <a:cubicBezTo>
                      <a:pt x="14" y="12"/>
                      <a:pt x="18" y="15"/>
                      <a:pt x="19" y="18"/>
                    </a:cubicBezTo>
                    <a:cubicBezTo>
                      <a:pt x="19" y="15"/>
                      <a:pt x="20" y="13"/>
                      <a:pt x="21" y="11"/>
                    </a:cubicBezTo>
                    <a:cubicBezTo>
                      <a:pt x="22" y="9"/>
                      <a:pt x="22" y="7"/>
                      <a:pt x="23" y="5"/>
                    </a:cubicBezTo>
                    <a:cubicBezTo>
                      <a:pt x="19" y="3"/>
                      <a:pt x="15" y="0"/>
                      <a:pt x="9" y="1"/>
                    </a:cubicBezTo>
                    <a:cubicBezTo>
                      <a:pt x="8" y="1"/>
                      <a:pt x="6" y="1"/>
                      <a:pt x="5" y="3"/>
                    </a:cubicBezTo>
                    <a:cubicBezTo>
                      <a:pt x="3" y="5"/>
                      <a:pt x="2" y="8"/>
                      <a:pt x="1" y="11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699" name="Freeform 93">
                <a:extLst>
                  <a:ext uri="{FF2B5EF4-FFF2-40B4-BE49-F238E27FC236}">
                    <a16:creationId xmlns:a16="http://schemas.microsoft.com/office/drawing/2014/main" id="{71C2A961-1749-42B2-98C7-890328D0FC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7" y="3970"/>
                <a:ext cx="22" cy="13"/>
              </a:xfrm>
              <a:custGeom>
                <a:avLst/>
                <a:gdLst>
                  <a:gd name="T0" fmla="*/ 0 w 12"/>
                  <a:gd name="T1" fmla="*/ 32 h 7"/>
                  <a:gd name="T2" fmla="*/ 31 w 12"/>
                  <a:gd name="T3" fmla="*/ 24 h 7"/>
                  <a:gd name="T4" fmla="*/ 61 w 12"/>
                  <a:gd name="T5" fmla="*/ 45 h 7"/>
                  <a:gd name="T6" fmla="*/ 68 w 12"/>
                  <a:gd name="T7" fmla="*/ 24 h 7"/>
                  <a:gd name="T8" fmla="*/ 73 w 12"/>
                  <a:gd name="T9" fmla="*/ 7 h 7"/>
                  <a:gd name="T10" fmla="*/ 44 w 12"/>
                  <a:gd name="T11" fmla="*/ 0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7">
                    <a:moveTo>
                      <a:pt x="0" y="5"/>
                    </a:moveTo>
                    <a:cubicBezTo>
                      <a:pt x="1" y="5"/>
                      <a:pt x="2" y="4"/>
                      <a:pt x="5" y="4"/>
                    </a:cubicBezTo>
                    <a:cubicBezTo>
                      <a:pt x="7" y="5"/>
                      <a:pt x="8" y="6"/>
                      <a:pt x="10" y="7"/>
                    </a:cubicBezTo>
                    <a:cubicBezTo>
                      <a:pt x="10" y="6"/>
                      <a:pt x="10" y="5"/>
                      <a:pt x="11" y="4"/>
                    </a:cubicBezTo>
                    <a:cubicBezTo>
                      <a:pt x="11" y="3"/>
                      <a:pt x="12" y="2"/>
                      <a:pt x="12" y="1"/>
                    </a:cubicBezTo>
                    <a:cubicBezTo>
                      <a:pt x="11" y="0"/>
                      <a:pt x="8" y="0"/>
                      <a:pt x="7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700" name="Freeform 94">
                <a:extLst>
                  <a:ext uri="{FF2B5EF4-FFF2-40B4-BE49-F238E27FC236}">
                    <a16:creationId xmlns:a16="http://schemas.microsoft.com/office/drawing/2014/main" id="{DD0E6543-4208-4D36-ADD0-E103205DE4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0" y="3959"/>
                <a:ext cx="15" cy="11"/>
              </a:xfrm>
              <a:custGeom>
                <a:avLst/>
                <a:gdLst>
                  <a:gd name="T0" fmla="*/ 0 w 8"/>
                  <a:gd name="T1" fmla="*/ 7 h 6"/>
                  <a:gd name="T2" fmla="*/ 39 w 8"/>
                  <a:gd name="T3" fmla="*/ 37 h 6"/>
                  <a:gd name="T4" fmla="*/ 53 w 8"/>
                  <a:gd name="T5" fmla="*/ 7 h 6"/>
                  <a:gd name="T6" fmla="*/ 39 w 8"/>
                  <a:gd name="T7" fmla="*/ 0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6">
                    <a:moveTo>
                      <a:pt x="0" y="1"/>
                    </a:moveTo>
                    <a:cubicBezTo>
                      <a:pt x="2" y="2"/>
                      <a:pt x="5" y="3"/>
                      <a:pt x="6" y="6"/>
                    </a:cubicBezTo>
                    <a:cubicBezTo>
                      <a:pt x="6" y="4"/>
                      <a:pt x="7" y="3"/>
                      <a:pt x="8" y="1"/>
                    </a:cubicBezTo>
                    <a:cubicBezTo>
                      <a:pt x="8" y="1"/>
                      <a:pt x="7" y="0"/>
                      <a:pt x="6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701" name="Freeform 95">
                <a:extLst>
                  <a:ext uri="{FF2B5EF4-FFF2-40B4-BE49-F238E27FC236}">
                    <a16:creationId xmlns:a16="http://schemas.microsoft.com/office/drawing/2014/main" id="{B8E3F926-F518-4D44-8AD8-A9DA10E353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2" y="3955"/>
                <a:ext cx="7" cy="6"/>
              </a:xfrm>
              <a:custGeom>
                <a:avLst/>
                <a:gdLst>
                  <a:gd name="T0" fmla="*/ 0 w 4"/>
                  <a:gd name="T1" fmla="*/ 0 h 3"/>
                  <a:gd name="T2" fmla="*/ 16 w 4"/>
                  <a:gd name="T3" fmla="*/ 24 h 3"/>
                  <a:gd name="T4" fmla="*/ 21 w 4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0" y="0"/>
                    </a:moveTo>
                    <a:cubicBezTo>
                      <a:pt x="1" y="0"/>
                      <a:pt x="2" y="2"/>
                      <a:pt x="3" y="3"/>
                    </a:cubicBezTo>
                    <a:cubicBezTo>
                      <a:pt x="4" y="2"/>
                      <a:pt x="4" y="1"/>
                      <a:pt x="4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702" name="Freeform 96">
                <a:extLst>
                  <a:ext uri="{FF2B5EF4-FFF2-40B4-BE49-F238E27FC236}">
                    <a16:creationId xmlns:a16="http://schemas.microsoft.com/office/drawing/2014/main" id="{DDF3D084-77A4-47A0-ADCA-ADBC476F9E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4" y="3936"/>
                <a:ext cx="4" cy="6"/>
              </a:xfrm>
              <a:custGeom>
                <a:avLst/>
                <a:gdLst>
                  <a:gd name="T0" fmla="*/ 0 w 2"/>
                  <a:gd name="T1" fmla="*/ 24 h 3"/>
                  <a:gd name="T2" fmla="*/ 0 w 2"/>
                  <a:gd name="T3" fmla="*/ 24 h 3"/>
                  <a:gd name="T4" fmla="*/ 16 w 2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1" y="3"/>
                      <a:pt x="2" y="1"/>
                      <a:pt x="2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703" name="Freeform 97">
                <a:extLst>
                  <a:ext uri="{FF2B5EF4-FFF2-40B4-BE49-F238E27FC236}">
                    <a16:creationId xmlns:a16="http://schemas.microsoft.com/office/drawing/2014/main" id="{EEFF0C83-5FE2-4528-A3C1-78FEF2F8DA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2" y="2920"/>
                <a:ext cx="20" cy="159"/>
              </a:xfrm>
              <a:custGeom>
                <a:avLst/>
                <a:gdLst>
                  <a:gd name="T0" fmla="*/ 0 w 11"/>
                  <a:gd name="T1" fmla="*/ 0 h 85"/>
                  <a:gd name="T2" fmla="*/ 29 w 11"/>
                  <a:gd name="T3" fmla="*/ 144 h 85"/>
                  <a:gd name="T4" fmla="*/ 65 w 11"/>
                  <a:gd name="T5" fmla="*/ 277 h 85"/>
                  <a:gd name="T6" fmla="*/ 60 w 11"/>
                  <a:gd name="T7" fmla="*/ 430 h 85"/>
                  <a:gd name="T8" fmla="*/ 44 w 11"/>
                  <a:gd name="T9" fmla="*/ 556 h 8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85">
                    <a:moveTo>
                      <a:pt x="0" y="0"/>
                    </a:moveTo>
                    <a:cubicBezTo>
                      <a:pt x="0" y="9"/>
                      <a:pt x="0" y="16"/>
                      <a:pt x="5" y="22"/>
                    </a:cubicBezTo>
                    <a:cubicBezTo>
                      <a:pt x="10" y="29"/>
                      <a:pt x="11" y="31"/>
                      <a:pt x="11" y="42"/>
                    </a:cubicBezTo>
                    <a:cubicBezTo>
                      <a:pt x="11" y="50"/>
                      <a:pt x="11" y="58"/>
                      <a:pt x="10" y="66"/>
                    </a:cubicBezTo>
                    <a:cubicBezTo>
                      <a:pt x="10" y="71"/>
                      <a:pt x="5" y="81"/>
                      <a:pt x="7" y="85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704" name="Freeform 98">
                <a:extLst>
                  <a:ext uri="{FF2B5EF4-FFF2-40B4-BE49-F238E27FC236}">
                    <a16:creationId xmlns:a16="http://schemas.microsoft.com/office/drawing/2014/main" id="{5F318DCE-FAB7-4B7A-9FEF-6583D24A6D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2" y="3081"/>
                <a:ext cx="56" cy="77"/>
              </a:xfrm>
              <a:custGeom>
                <a:avLst/>
                <a:gdLst>
                  <a:gd name="T0" fmla="*/ 32 w 30"/>
                  <a:gd name="T1" fmla="*/ 0 h 41"/>
                  <a:gd name="T2" fmla="*/ 196 w 30"/>
                  <a:gd name="T3" fmla="*/ 152 h 41"/>
                  <a:gd name="T4" fmla="*/ 0 w 30"/>
                  <a:gd name="T5" fmla="*/ 32 h 4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0" h="41">
                    <a:moveTo>
                      <a:pt x="5" y="0"/>
                    </a:moveTo>
                    <a:cubicBezTo>
                      <a:pt x="3" y="11"/>
                      <a:pt x="20" y="23"/>
                      <a:pt x="30" y="23"/>
                    </a:cubicBezTo>
                    <a:cubicBezTo>
                      <a:pt x="17" y="41"/>
                      <a:pt x="0" y="19"/>
                      <a:pt x="0" y="5"/>
                    </a:cubicBezTo>
                  </a:path>
                </a:pathLst>
              </a:custGeom>
              <a:solidFill>
                <a:srgbClr val="7E39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705" name="Freeform 99">
                <a:extLst>
                  <a:ext uri="{FF2B5EF4-FFF2-40B4-BE49-F238E27FC236}">
                    <a16:creationId xmlns:a16="http://schemas.microsoft.com/office/drawing/2014/main" id="{8D119B47-D177-43A8-A1DA-BD15974EDE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1" y="1585"/>
                <a:ext cx="38" cy="35"/>
              </a:xfrm>
              <a:custGeom>
                <a:avLst/>
                <a:gdLst>
                  <a:gd name="T0" fmla="*/ 48 w 20"/>
                  <a:gd name="T1" fmla="*/ 20 h 19"/>
                  <a:gd name="T2" fmla="*/ 91 w 20"/>
                  <a:gd name="T3" fmla="*/ 98 h 19"/>
                  <a:gd name="T4" fmla="*/ 40 w 20"/>
                  <a:gd name="T5" fmla="*/ 31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19">
                    <a:moveTo>
                      <a:pt x="7" y="3"/>
                    </a:moveTo>
                    <a:cubicBezTo>
                      <a:pt x="13" y="0"/>
                      <a:pt x="20" y="13"/>
                      <a:pt x="13" y="16"/>
                    </a:cubicBezTo>
                    <a:cubicBezTo>
                      <a:pt x="4" y="19"/>
                      <a:pt x="0" y="4"/>
                      <a:pt x="6" y="5"/>
                    </a:cubicBezTo>
                  </a:path>
                </a:pathLst>
              </a:custGeom>
              <a:solidFill>
                <a:srgbClr val="75332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706" name="Freeform 100">
                <a:extLst>
                  <a:ext uri="{FF2B5EF4-FFF2-40B4-BE49-F238E27FC236}">
                    <a16:creationId xmlns:a16="http://schemas.microsoft.com/office/drawing/2014/main" id="{12A4FA9E-BF30-4E7C-83BE-C91A9EAC69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1" y="1585"/>
                <a:ext cx="38" cy="35"/>
              </a:xfrm>
              <a:custGeom>
                <a:avLst/>
                <a:gdLst>
                  <a:gd name="T0" fmla="*/ 48 w 20"/>
                  <a:gd name="T1" fmla="*/ 20 h 19"/>
                  <a:gd name="T2" fmla="*/ 84 w 20"/>
                  <a:gd name="T3" fmla="*/ 98 h 19"/>
                  <a:gd name="T4" fmla="*/ 40 w 20"/>
                  <a:gd name="T5" fmla="*/ 24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19">
                    <a:moveTo>
                      <a:pt x="7" y="3"/>
                    </a:moveTo>
                    <a:cubicBezTo>
                      <a:pt x="13" y="0"/>
                      <a:pt x="20" y="13"/>
                      <a:pt x="12" y="16"/>
                    </a:cubicBezTo>
                    <a:cubicBezTo>
                      <a:pt x="4" y="19"/>
                      <a:pt x="0" y="4"/>
                      <a:pt x="6" y="4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707" name="Freeform 101">
                <a:extLst>
                  <a:ext uri="{FF2B5EF4-FFF2-40B4-BE49-F238E27FC236}">
                    <a16:creationId xmlns:a16="http://schemas.microsoft.com/office/drawing/2014/main" id="{3E5F5922-28F3-4FAA-A1F4-E7D4CDECFC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2" y="1503"/>
                <a:ext cx="12" cy="155"/>
              </a:xfrm>
              <a:custGeom>
                <a:avLst/>
                <a:gdLst>
                  <a:gd name="T0" fmla="*/ 0 w 6"/>
                  <a:gd name="T1" fmla="*/ 540 h 83"/>
                  <a:gd name="T2" fmla="*/ 24 w 6"/>
                  <a:gd name="T3" fmla="*/ 196 h 83"/>
                  <a:gd name="T4" fmla="*/ 40 w 6"/>
                  <a:gd name="T5" fmla="*/ 0 h 8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83">
                    <a:moveTo>
                      <a:pt x="0" y="83"/>
                    </a:moveTo>
                    <a:cubicBezTo>
                      <a:pt x="0" y="65"/>
                      <a:pt x="3" y="42"/>
                      <a:pt x="3" y="30"/>
                    </a:cubicBezTo>
                    <a:cubicBezTo>
                      <a:pt x="2" y="20"/>
                      <a:pt x="6" y="9"/>
                      <a:pt x="5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708" name="Freeform 102">
                <a:extLst>
                  <a:ext uri="{FF2B5EF4-FFF2-40B4-BE49-F238E27FC236}">
                    <a16:creationId xmlns:a16="http://schemas.microsoft.com/office/drawing/2014/main" id="{8C5F4E17-27E0-43CA-B187-8F53DB359F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6" y="1800"/>
                <a:ext cx="26" cy="166"/>
              </a:xfrm>
              <a:custGeom>
                <a:avLst/>
                <a:gdLst>
                  <a:gd name="T0" fmla="*/ 32 w 14"/>
                  <a:gd name="T1" fmla="*/ 494 h 89"/>
                  <a:gd name="T2" fmla="*/ 45 w 14"/>
                  <a:gd name="T3" fmla="*/ 246 h 89"/>
                  <a:gd name="T4" fmla="*/ 76 w 14"/>
                  <a:gd name="T5" fmla="*/ 76 h 89"/>
                  <a:gd name="T6" fmla="*/ 89 w 14"/>
                  <a:gd name="T7" fmla="*/ 0 h 89"/>
                  <a:gd name="T8" fmla="*/ 32 w 14"/>
                  <a:gd name="T9" fmla="*/ 494 h 8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89">
                    <a:moveTo>
                      <a:pt x="5" y="76"/>
                    </a:moveTo>
                    <a:cubicBezTo>
                      <a:pt x="6" y="89"/>
                      <a:pt x="5" y="50"/>
                      <a:pt x="7" y="38"/>
                    </a:cubicBezTo>
                    <a:cubicBezTo>
                      <a:pt x="8" y="29"/>
                      <a:pt x="9" y="21"/>
                      <a:pt x="12" y="12"/>
                    </a:cubicBezTo>
                    <a:cubicBezTo>
                      <a:pt x="12" y="9"/>
                      <a:pt x="13" y="4"/>
                      <a:pt x="14" y="0"/>
                    </a:cubicBezTo>
                    <a:cubicBezTo>
                      <a:pt x="14" y="0"/>
                      <a:pt x="0" y="34"/>
                      <a:pt x="5" y="76"/>
                    </a:cubicBezTo>
                    <a:close/>
                  </a:path>
                </a:pathLst>
              </a:custGeom>
              <a:solidFill>
                <a:srgbClr val="5B20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709" name="Freeform 103">
                <a:extLst>
                  <a:ext uri="{FF2B5EF4-FFF2-40B4-BE49-F238E27FC236}">
                    <a16:creationId xmlns:a16="http://schemas.microsoft.com/office/drawing/2014/main" id="{FB5B1674-E3F4-4A77-864A-9C855D2635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4" y="2011"/>
                <a:ext cx="15" cy="65"/>
              </a:xfrm>
              <a:custGeom>
                <a:avLst/>
                <a:gdLst>
                  <a:gd name="T0" fmla="*/ 53 w 8"/>
                  <a:gd name="T1" fmla="*/ 225 h 35"/>
                  <a:gd name="T2" fmla="*/ 21 w 8"/>
                  <a:gd name="T3" fmla="*/ 69 h 35"/>
                  <a:gd name="T4" fmla="*/ 53 w 8"/>
                  <a:gd name="T5" fmla="*/ 225 h 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35">
                    <a:moveTo>
                      <a:pt x="8" y="35"/>
                    </a:moveTo>
                    <a:cubicBezTo>
                      <a:pt x="5" y="28"/>
                      <a:pt x="2" y="19"/>
                      <a:pt x="3" y="11"/>
                    </a:cubicBezTo>
                    <a:cubicBezTo>
                      <a:pt x="6" y="0"/>
                      <a:pt x="0" y="22"/>
                      <a:pt x="8" y="35"/>
                    </a:cubicBezTo>
                    <a:close/>
                  </a:path>
                </a:pathLst>
              </a:custGeom>
              <a:solidFill>
                <a:srgbClr val="5B20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710" name="Freeform 104">
                <a:extLst>
                  <a:ext uri="{FF2B5EF4-FFF2-40B4-BE49-F238E27FC236}">
                    <a16:creationId xmlns:a16="http://schemas.microsoft.com/office/drawing/2014/main" id="{81B83B35-ED2E-47A2-BF1E-6706950F4B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8" y="1800"/>
                <a:ext cx="24" cy="166"/>
              </a:xfrm>
              <a:custGeom>
                <a:avLst/>
                <a:gdLst>
                  <a:gd name="T0" fmla="*/ 57 w 13"/>
                  <a:gd name="T1" fmla="*/ 494 h 89"/>
                  <a:gd name="T2" fmla="*/ 44 w 13"/>
                  <a:gd name="T3" fmla="*/ 246 h 89"/>
                  <a:gd name="T4" fmla="*/ 13 w 13"/>
                  <a:gd name="T5" fmla="*/ 76 h 89"/>
                  <a:gd name="T6" fmla="*/ 0 w 13"/>
                  <a:gd name="T7" fmla="*/ 0 h 89"/>
                  <a:gd name="T8" fmla="*/ 57 w 13"/>
                  <a:gd name="T9" fmla="*/ 494 h 8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89">
                    <a:moveTo>
                      <a:pt x="9" y="76"/>
                    </a:moveTo>
                    <a:cubicBezTo>
                      <a:pt x="8" y="89"/>
                      <a:pt x="8" y="50"/>
                      <a:pt x="7" y="38"/>
                    </a:cubicBezTo>
                    <a:cubicBezTo>
                      <a:pt x="5" y="29"/>
                      <a:pt x="4" y="21"/>
                      <a:pt x="2" y="12"/>
                    </a:cubicBezTo>
                    <a:cubicBezTo>
                      <a:pt x="1" y="9"/>
                      <a:pt x="1" y="4"/>
                      <a:pt x="0" y="0"/>
                    </a:cubicBezTo>
                    <a:cubicBezTo>
                      <a:pt x="0" y="0"/>
                      <a:pt x="13" y="34"/>
                      <a:pt x="9" y="76"/>
                    </a:cubicBezTo>
                    <a:close/>
                  </a:path>
                </a:pathLst>
              </a:custGeom>
              <a:solidFill>
                <a:srgbClr val="5B20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711" name="Freeform 105">
                <a:extLst>
                  <a:ext uri="{FF2B5EF4-FFF2-40B4-BE49-F238E27FC236}">
                    <a16:creationId xmlns:a16="http://schemas.microsoft.com/office/drawing/2014/main" id="{D293671A-BA9E-48C3-8229-091F0ACA22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0" y="2011"/>
                <a:ext cx="17" cy="65"/>
              </a:xfrm>
              <a:custGeom>
                <a:avLst/>
                <a:gdLst>
                  <a:gd name="T0" fmla="*/ 0 w 9"/>
                  <a:gd name="T1" fmla="*/ 225 h 35"/>
                  <a:gd name="T2" fmla="*/ 32 w 9"/>
                  <a:gd name="T3" fmla="*/ 69 h 35"/>
                  <a:gd name="T4" fmla="*/ 0 w 9"/>
                  <a:gd name="T5" fmla="*/ 225 h 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35">
                    <a:moveTo>
                      <a:pt x="0" y="35"/>
                    </a:moveTo>
                    <a:cubicBezTo>
                      <a:pt x="4" y="28"/>
                      <a:pt x="7" y="19"/>
                      <a:pt x="5" y="11"/>
                    </a:cubicBezTo>
                    <a:cubicBezTo>
                      <a:pt x="3" y="0"/>
                      <a:pt x="9" y="22"/>
                      <a:pt x="0" y="35"/>
                    </a:cubicBezTo>
                    <a:close/>
                  </a:path>
                </a:pathLst>
              </a:custGeom>
              <a:solidFill>
                <a:srgbClr val="5B20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712" name="Freeform 106">
                <a:extLst>
                  <a:ext uri="{FF2B5EF4-FFF2-40B4-BE49-F238E27FC236}">
                    <a16:creationId xmlns:a16="http://schemas.microsoft.com/office/drawing/2014/main" id="{C7B43965-1CD2-4E60-B7D9-FF2C33D7AE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4" y="2437"/>
                <a:ext cx="30" cy="128"/>
              </a:xfrm>
              <a:custGeom>
                <a:avLst/>
                <a:gdLst>
                  <a:gd name="T0" fmla="*/ 99 w 16"/>
                  <a:gd name="T1" fmla="*/ 440 h 69"/>
                  <a:gd name="T2" fmla="*/ 21 w 16"/>
                  <a:gd name="T3" fmla="*/ 202 h 69"/>
                  <a:gd name="T4" fmla="*/ 15 w 16"/>
                  <a:gd name="T5" fmla="*/ 0 h 6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69">
                    <a:moveTo>
                      <a:pt x="15" y="69"/>
                    </a:moveTo>
                    <a:cubicBezTo>
                      <a:pt x="16" y="56"/>
                      <a:pt x="6" y="43"/>
                      <a:pt x="3" y="32"/>
                    </a:cubicBezTo>
                    <a:cubicBezTo>
                      <a:pt x="0" y="22"/>
                      <a:pt x="2" y="10"/>
                      <a:pt x="2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713" name="Freeform 107">
                <a:extLst>
                  <a:ext uri="{FF2B5EF4-FFF2-40B4-BE49-F238E27FC236}">
                    <a16:creationId xmlns:a16="http://schemas.microsoft.com/office/drawing/2014/main" id="{50DB48C3-9D7B-4D59-B022-DFD44512A4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2" y="2438"/>
                <a:ext cx="5" cy="10"/>
              </a:xfrm>
              <a:custGeom>
                <a:avLst/>
                <a:gdLst>
                  <a:gd name="T0" fmla="*/ 13 w 3"/>
                  <a:gd name="T1" fmla="*/ 40 h 5"/>
                  <a:gd name="T2" fmla="*/ 0 w 3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5">
                    <a:moveTo>
                      <a:pt x="3" y="5"/>
                    </a:moveTo>
                    <a:cubicBezTo>
                      <a:pt x="2" y="3"/>
                      <a:pt x="1" y="1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714" name="Freeform 108">
                <a:extLst>
                  <a:ext uri="{FF2B5EF4-FFF2-40B4-BE49-F238E27FC236}">
                    <a16:creationId xmlns:a16="http://schemas.microsoft.com/office/drawing/2014/main" id="{2D43CB05-E1F0-4F7F-96A9-0773295003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5" y="2459"/>
                <a:ext cx="20" cy="75"/>
              </a:xfrm>
              <a:custGeom>
                <a:avLst/>
                <a:gdLst>
                  <a:gd name="T0" fmla="*/ 65 w 11"/>
                  <a:gd name="T1" fmla="*/ 264 h 40"/>
                  <a:gd name="T2" fmla="*/ 29 w 11"/>
                  <a:gd name="T3" fmla="*/ 113 h 40"/>
                  <a:gd name="T4" fmla="*/ 0 w 11"/>
                  <a:gd name="T5" fmla="*/ 0 h 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40">
                    <a:moveTo>
                      <a:pt x="11" y="40"/>
                    </a:moveTo>
                    <a:cubicBezTo>
                      <a:pt x="9" y="32"/>
                      <a:pt x="7" y="25"/>
                      <a:pt x="5" y="17"/>
                    </a:cubicBezTo>
                    <a:cubicBezTo>
                      <a:pt x="4" y="11"/>
                      <a:pt x="1" y="6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715" name="Freeform 109">
                <a:extLst>
                  <a:ext uri="{FF2B5EF4-FFF2-40B4-BE49-F238E27FC236}">
                    <a16:creationId xmlns:a16="http://schemas.microsoft.com/office/drawing/2014/main" id="{68864BBC-F023-4E24-8C3F-D26EE8BAAD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4" y="2453"/>
                <a:ext cx="24" cy="96"/>
              </a:xfrm>
              <a:custGeom>
                <a:avLst/>
                <a:gdLst>
                  <a:gd name="T0" fmla="*/ 81 w 13"/>
                  <a:gd name="T1" fmla="*/ 341 h 51"/>
                  <a:gd name="T2" fmla="*/ 24 w 13"/>
                  <a:gd name="T3" fmla="*/ 181 h 51"/>
                  <a:gd name="T4" fmla="*/ 0 w 13"/>
                  <a:gd name="T5" fmla="*/ 0 h 5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51">
                    <a:moveTo>
                      <a:pt x="13" y="51"/>
                    </a:moveTo>
                    <a:cubicBezTo>
                      <a:pt x="11" y="46"/>
                      <a:pt x="7" y="32"/>
                      <a:pt x="4" y="27"/>
                    </a:cubicBezTo>
                    <a:cubicBezTo>
                      <a:pt x="0" y="19"/>
                      <a:pt x="2" y="8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716" name="Freeform 110">
                <a:extLst>
                  <a:ext uri="{FF2B5EF4-FFF2-40B4-BE49-F238E27FC236}">
                    <a16:creationId xmlns:a16="http://schemas.microsoft.com/office/drawing/2014/main" id="{1A129499-AD52-4C73-90B9-594684A529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4" y="2444"/>
                <a:ext cx="1" cy="9"/>
              </a:xfrm>
              <a:custGeom>
                <a:avLst/>
                <a:gdLst>
                  <a:gd name="T0" fmla="*/ 1 w 1"/>
                  <a:gd name="T1" fmla="*/ 29 h 5"/>
                  <a:gd name="T2" fmla="*/ 0 w 1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5">
                    <a:moveTo>
                      <a:pt x="1" y="5"/>
                    </a:moveTo>
                    <a:cubicBezTo>
                      <a:pt x="1" y="4"/>
                      <a:pt x="1" y="2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717" name="Freeform 111">
                <a:extLst>
                  <a:ext uri="{FF2B5EF4-FFF2-40B4-BE49-F238E27FC236}">
                    <a16:creationId xmlns:a16="http://schemas.microsoft.com/office/drawing/2014/main" id="{4E3E2296-71DC-4BA9-875E-F0E37C7DDD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8" y="2446"/>
                <a:ext cx="6" cy="9"/>
              </a:xfrm>
              <a:custGeom>
                <a:avLst/>
                <a:gdLst>
                  <a:gd name="T0" fmla="*/ 24 w 3"/>
                  <a:gd name="T1" fmla="*/ 29 h 5"/>
                  <a:gd name="T2" fmla="*/ 0 w 3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5">
                    <a:moveTo>
                      <a:pt x="3" y="5"/>
                    </a:moveTo>
                    <a:cubicBezTo>
                      <a:pt x="3" y="3"/>
                      <a:pt x="1" y="2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718" name="Freeform 112">
                <a:extLst>
                  <a:ext uri="{FF2B5EF4-FFF2-40B4-BE49-F238E27FC236}">
                    <a16:creationId xmlns:a16="http://schemas.microsoft.com/office/drawing/2014/main" id="{AFB1D8BE-A4C8-4B27-8DDA-68804A73E6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9" y="2463"/>
                <a:ext cx="8" cy="3"/>
              </a:xfrm>
              <a:custGeom>
                <a:avLst/>
                <a:gdLst>
                  <a:gd name="T0" fmla="*/ 32 w 4"/>
                  <a:gd name="T1" fmla="*/ 8 h 2"/>
                  <a:gd name="T2" fmla="*/ 0 w 4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2" y="0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719" name="Freeform 113">
                <a:extLst>
                  <a:ext uri="{FF2B5EF4-FFF2-40B4-BE49-F238E27FC236}">
                    <a16:creationId xmlns:a16="http://schemas.microsoft.com/office/drawing/2014/main" id="{86FE7BC7-80C8-4129-B637-CE83DAEB11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0" y="1353"/>
                <a:ext cx="144" cy="41"/>
              </a:xfrm>
              <a:custGeom>
                <a:avLst/>
                <a:gdLst>
                  <a:gd name="T0" fmla="*/ 503 w 77"/>
                  <a:gd name="T1" fmla="*/ 121 h 22"/>
                  <a:gd name="T2" fmla="*/ 406 w 77"/>
                  <a:gd name="T3" fmla="*/ 76 h 22"/>
                  <a:gd name="T4" fmla="*/ 234 w 77"/>
                  <a:gd name="T5" fmla="*/ 39 h 22"/>
                  <a:gd name="T6" fmla="*/ 0 w 77"/>
                  <a:gd name="T7" fmla="*/ 0 h 22"/>
                  <a:gd name="T8" fmla="*/ 125 w 77"/>
                  <a:gd name="T9" fmla="*/ 39 h 22"/>
                  <a:gd name="T10" fmla="*/ 286 w 77"/>
                  <a:gd name="T11" fmla="*/ 97 h 22"/>
                  <a:gd name="T12" fmla="*/ 413 w 77"/>
                  <a:gd name="T13" fmla="*/ 121 h 22"/>
                  <a:gd name="T14" fmla="*/ 490 w 77"/>
                  <a:gd name="T15" fmla="*/ 136 h 2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7" h="22">
                    <a:moveTo>
                      <a:pt x="77" y="19"/>
                    </a:moveTo>
                    <a:cubicBezTo>
                      <a:pt x="71" y="17"/>
                      <a:pt x="67" y="14"/>
                      <a:pt x="62" y="12"/>
                    </a:cubicBezTo>
                    <a:cubicBezTo>
                      <a:pt x="54" y="9"/>
                      <a:pt x="45" y="8"/>
                      <a:pt x="36" y="6"/>
                    </a:cubicBezTo>
                    <a:cubicBezTo>
                      <a:pt x="24" y="4"/>
                      <a:pt x="12" y="1"/>
                      <a:pt x="0" y="0"/>
                    </a:cubicBezTo>
                    <a:cubicBezTo>
                      <a:pt x="7" y="0"/>
                      <a:pt x="14" y="4"/>
                      <a:pt x="19" y="6"/>
                    </a:cubicBezTo>
                    <a:cubicBezTo>
                      <a:pt x="28" y="10"/>
                      <a:pt x="36" y="12"/>
                      <a:pt x="44" y="15"/>
                    </a:cubicBezTo>
                    <a:cubicBezTo>
                      <a:pt x="51" y="16"/>
                      <a:pt x="57" y="18"/>
                      <a:pt x="63" y="19"/>
                    </a:cubicBezTo>
                    <a:cubicBezTo>
                      <a:pt x="67" y="20"/>
                      <a:pt x="72" y="22"/>
                      <a:pt x="75" y="21"/>
                    </a:cubicBezTo>
                  </a:path>
                </a:pathLst>
              </a:custGeom>
              <a:solidFill>
                <a:srgbClr val="7E39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720" name="Freeform 114">
                <a:extLst>
                  <a:ext uri="{FF2B5EF4-FFF2-40B4-BE49-F238E27FC236}">
                    <a16:creationId xmlns:a16="http://schemas.microsoft.com/office/drawing/2014/main" id="{A39BDC0B-B57B-48EF-B574-FF098202F9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0" y="1333"/>
                <a:ext cx="116" cy="35"/>
              </a:xfrm>
              <a:custGeom>
                <a:avLst/>
                <a:gdLst>
                  <a:gd name="T0" fmla="*/ 406 w 62"/>
                  <a:gd name="T1" fmla="*/ 118 h 19"/>
                  <a:gd name="T2" fmla="*/ 225 w 62"/>
                  <a:gd name="T3" fmla="*/ 37 h 19"/>
                  <a:gd name="T4" fmla="*/ 0 w 62"/>
                  <a:gd name="T5" fmla="*/ 0 h 19"/>
                  <a:gd name="T6" fmla="*/ 228 w 62"/>
                  <a:gd name="T7" fmla="*/ 24 h 19"/>
                  <a:gd name="T8" fmla="*/ 393 w 62"/>
                  <a:gd name="T9" fmla="*/ 98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2" h="19">
                    <a:moveTo>
                      <a:pt x="62" y="19"/>
                    </a:moveTo>
                    <a:cubicBezTo>
                      <a:pt x="53" y="14"/>
                      <a:pt x="43" y="10"/>
                      <a:pt x="34" y="6"/>
                    </a:cubicBezTo>
                    <a:cubicBezTo>
                      <a:pt x="24" y="2"/>
                      <a:pt x="11" y="1"/>
                      <a:pt x="0" y="0"/>
                    </a:cubicBezTo>
                    <a:cubicBezTo>
                      <a:pt x="11" y="1"/>
                      <a:pt x="24" y="1"/>
                      <a:pt x="35" y="4"/>
                    </a:cubicBezTo>
                    <a:cubicBezTo>
                      <a:pt x="45" y="6"/>
                      <a:pt x="52" y="13"/>
                      <a:pt x="60" y="16"/>
                    </a:cubicBezTo>
                  </a:path>
                </a:pathLst>
              </a:custGeom>
              <a:solidFill>
                <a:srgbClr val="6B2D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721" name="Freeform 115">
                <a:extLst>
                  <a:ext uri="{FF2B5EF4-FFF2-40B4-BE49-F238E27FC236}">
                    <a16:creationId xmlns:a16="http://schemas.microsoft.com/office/drawing/2014/main" id="{13437F8B-78B7-470E-895C-5A979FF4BB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7" y="1626"/>
                <a:ext cx="73" cy="35"/>
              </a:xfrm>
              <a:custGeom>
                <a:avLst/>
                <a:gdLst>
                  <a:gd name="T0" fmla="*/ 256 w 39"/>
                  <a:gd name="T1" fmla="*/ 76 h 19"/>
                  <a:gd name="T2" fmla="*/ 0 w 39"/>
                  <a:gd name="T3" fmla="*/ 0 h 19"/>
                  <a:gd name="T4" fmla="*/ 256 w 39"/>
                  <a:gd name="T5" fmla="*/ 76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9" h="19">
                    <a:moveTo>
                      <a:pt x="39" y="12"/>
                    </a:moveTo>
                    <a:cubicBezTo>
                      <a:pt x="39" y="12"/>
                      <a:pt x="12" y="15"/>
                      <a:pt x="0" y="0"/>
                    </a:cubicBezTo>
                    <a:cubicBezTo>
                      <a:pt x="0" y="0"/>
                      <a:pt x="3" y="19"/>
                      <a:pt x="39" y="12"/>
                    </a:cubicBezTo>
                    <a:close/>
                  </a:path>
                </a:pathLst>
              </a:custGeom>
              <a:solidFill>
                <a:srgbClr val="7E39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722" name="Freeform 116">
                <a:extLst>
                  <a:ext uri="{FF2B5EF4-FFF2-40B4-BE49-F238E27FC236}">
                    <a16:creationId xmlns:a16="http://schemas.microsoft.com/office/drawing/2014/main" id="{4795B42E-3C63-468A-8325-6CE3C89BB8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9" y="2440"/>
                <a:ext cx="36" cy="129"/>
              </a:xfrm>
              <a:custGeom>
                <a:avLst/>
                <a:gdLst>
                  <a:gd name="T0" fmla="*/ 15 w 19"/>
                  <a:gd name="T1" fmla="*/ 0 h 69"/>
                  <a:gd name="T2" fmla="*/ 15 w 19"/>
                  <a:gd name="T3" fmla="*/ 150 h 69"/>
                  <a:gd name="T4" fmla="*/ 53 w 19"/>
                  <a:gd name="T5" fmla="*/ 277 h 69"/>
                  <a:gd name="T6" fmla="*/ 97 w 19"/>
                  <a:gd name="T7" fmla="*/ 398 h 69"/>
                  <a:gd name="T8" fmla="*/ 116 w 19"/>
                  <a:gd name="T9" fmla="*/ 430 h 69"/>
                  <a:gd name="T10" fmla="*/ 89 w 19"/>
                  <a:gd name="T11" fmla="*/ 308 h 69"/>
                  <a:gd name="T12" fmla="*/ 15 w 19"/>
                  <a:gd name="T13" fmla="*/ 21 h 6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69">
                    <a:moveTo>
                      <a:pt x="2" y="0"/>
                    </a:moveTo>
                    <a:cubicBezTo>
                      <a:pt x="1" y="7"/>
                      <a:pt x="0" y="15"/>
                      <a:pt x="2" y="23"/>
                    </a:cubicBezTo>
                    <a:cubicBezTo>
                      <a:pt x="3" y="30"/>
                      <a:pt x="6" y="36"/>
                      <a:pt x="8" y="42"/>
                    </a:cubicBezTo>
                    <a:cubicBezTo>
                      <a:pt x="11" y="48"/>
                      <a:pt x="12" y="55"/>
                      <a:pt x="14" y="61"/>
                    </a:cubicBezTo>
                    <a:cubicBezTo>
                      <a:pt x="14" y="62"/>
                      <a:pt x="14" y="69"/>
                      <a:pt x="17" y="66"/>
                    </a:cubicBezTo>
                    <a:cubicBezTo>
                      <a:pt x="19" y="63"/>
                      <a:pt x="14" y="50"/>
                      <a:pt x="13" y="47"/>
                    </a:cubicBezTo>
                    <a:cubicBezTo>
                      <a:pt x="8" y="33"/>
                      <a:pt x="3" y="18"/>
                      <a:pt x="2" y="3"/>
                    </a:cubicBezTo>
                  </a:path>
                </a:pathLst>
              </a:custGeom>
              <a:solidFill>
                <a:srgbClr val="7E39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723" name="Freeform 117">
                <a:extLst>
                  <a:ext uri="{FF2B5EF4-FFF2-40B4-BE49-F238E27FC236}">
                    <a16:creationId xmlns:a16="http://schemas.microsoft.com/office/drawing/2014/main" id="{377F7C94-FA76-407D-AF30-552A8C6C08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9" y="2452"/>
                <a:ext cx="38" cy="113"/>
              </a:xfrm>
              <a:custGeom>
                <a:avLst/>
                <a:gdLst>
                  <a:gd name="T0" fmla="*/ 0 w 20"/>
                  <a:gd name="T1" fmla="*/ 0 h 61"/>
                  <a:gd name="T2" fmla="*/ 8 w 20"/>
                  <a:gd name="T3" fmla="*/ 96 h 61"/>
                  <a:gd name="T4" fmla="*/ 29 w 20"/>
                  <a:gd name="T5" fmla="*/ 157 h 61"/>
                  <a:gd name="T6" fmla="*/ 84 w 20"/>
                  <a:gd name="T7" fmla="*/ 298 h 61"/>
                  <a:gd name="T8" fmla="*/ 105 w 20"/>
                  <a:gd name="T9" fmla="*/ 350 h 61"/>
                  <a:gd name="T10" fmla="*/ 108 w 20"/>
                  <a:gd name="T11" fmla="*/ 298 h 61"/>
                  <a:gd name="T12" fmla="*/ 8 w 20"/>
                  <a:gd name="T13" fmla="*/ 13 h 6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" h="61">
                    <a:moveTo>
                      <a:pt x="0" y="0"/>
                    </a:moveTo>
                    <a:cubicBezTo>
                      <a:pt x="0" y="5"/>
                      <a:pt x="1" y="10"/>
                      <a:pt x="1" y="15"/>
                    </a:cubicBezTo>
                    <a:cubicBezTo>
                      <a:pt x="1" y="19"/>
                      <a:pt x="2" y="22"/>
                      <a:pt x="4" y="25"/>
                    </a:cubicBezTo>
                    <a:cubicBezTo>
                      <a:pt x="7" y="32"/>
                      <a:pt x="10" y="40"/>
                      <a:pt x="12" y="47"/>
                    </a:cubicBezTo>
                    <a:cubicBezTo>
                      <a:pt x="13" y="50"/>
                      <a:pt x="14" y="53"/>
                      <a:pt x="15" y="55"/>
                    </a:cubicBezTo>
                    <a:cubicBezTo>
                      <a:pt x="20" y="61"/>
                      <a:pt x="16" y="49"/>
                      <a:pt x="16" y="47"/>
                    </a:cubicBezTo>
                    <a:cubicBezTo>
                      <a:pt x="10" y="32"/>
                      <a:pt x="3" y="18"/>
                      <a:pt x="1" y="2"/>
                    </a:cubicBezTo>
                  </a:path>
                </a:pathLst>
              </a:custGeom>
              <a:solidFill>
                <a:srgbClr val="7E39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724" name="Freeform 118">
                <a:extLst>
                  <a:ext uri="{FF2B5EF4-FFF2-40B4-BE49-F238E27FC236}">
                    <a16:creationId xmlns:a16="http://schemas.microsoft.com/office/drawing/2014/main" id="{664088AE-015B-49A5-B81D-43B1718AD6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0" y="2459"/>
                <a:ext cx="27" cy="84"/>
              </a:xfrm>
              <a:custGeom>
                <a:avLst/>
                <a:gdLst>
                  <a:gd name="T0" fmla="*/ 0 w 14"/>
                  <a:gd name="T1" fmla="*/ 0 h 45"/>
                  <a:gd name="T2" fmla="*/ 23 w 14"/>
                  <a:gd name="T3" fmla="*/ 60 h 45"/>
                  <a:gd name="T4" fmla="*/ 37 w 14"/>
                  <a:gd name="T5" fmla="*/ 118 h 45"/>
                  <a:gd name="T6" fmla="*/ 64 w 14"/>
                  <a:gd name="T7" fmla="*/ 226 h 45"/>
                  <a:gd name="T8" fmla="*/ 79 w 14"/>
                  <a:gd name="T9" fmla="*/ 273 h 45"/>
                  <a:gd name="T10" fmla="*/ 79 w 14"/>
                  <a:gd name="T11" fmla="*/ 226 h 45"/>
                  <a:gd name="T12" fmla="*/ 52 w 14"/>
                  <a:gd name="T13" fmla="*/ 136 h 45"/>
                  <a:gd name="T14" fmla="*/ 15 w 14"/>
                  <a:gd name="T15" fmla="*/ 45 h 4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4" h="45">
                    <a:moveTo>
                      <a:pt x="0" y="0"/>
                    </a:moveTo>
                    <a:cubicBezTo>
                      <a:pt x="0" y="3"/>
                      <a:pt x="2" y="6"/>
                      <a:pt x="3" y="9"/>
                    </a:cubicBezTo>
                    <a:cubicBezTo>
                      <a:pt x="4" y="12"/>
                      <a:pt x="4" y="15"/>
                      <a:pt x="5" y="18"/>
                    </a:cubicBezTo>
                    <a:cubicBezTo>
                      <a:pt x="6" y="24"/>
                      <a:pt x="7" y="29"/>
                      <a:pt x="9" y="35"/>
                    </a:cubicBezTo>
                    <a:cubicBezTo>
                      <a:pt x="9" y="37"/>
                      <a:pt x="9" y="41"/>
                      <a:pt x="11" y="42"/>
                    </a:cubicBezTo>
                    <a:cubicBezTo>
                      <a:pt x="14" y="45"/>
                      <a:pt x="12" y="37"/>
                      <a:pt x="11" y="35"/>
                    </a:cubicBezTo>
                    <a:cubicBezTo>
                      <a:pt x="10" y="31"/>
                      <a:pt x="9" y="26"/>
                      <a:pt x="7" y="21"/>
                    </a:cubicBezTo>
                    <a:cubicBezTo>
                      <a:pt x="6" y="17"/>
                      <a:pt x="4" y="11"/>
                      <a:pt x="2" y="7"/>
                    </a:cubicBezTo>
                  </a:path>
                </a:pathLst>
              </a:custGeom>
              <a:solidFill>
                <a:srgbClr val="7E39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725" name="Freeform 119">
                <a:extLst>
                  <a:ext uri="{FF2B5EF4-FFF2-40B4-BE49-F238E27FC236}">
                    <a16:creationId xmlns:a16="http://schemas.microsoft.com/office/drawing/2014/main" id="{F3DA78DE-B760-4F8D-A594-AABEF7BAB8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7" y="2470"/>
                <a:ext cx="19" cy="41"/>
              </a:xfrm>
              <a:custGeom>
                <a:avLst/>
                <a:gdLst>
                  <a:gd name="T0" fmla="*/ 0 w 10"/>
                  <a:gd name="T1" fmla="*/ 0 h 22"/>
                  <a:gd name="T2" fmla="*/ 68 w 10"/>
                  <a:gd name="T3" fmla="*/ 142 h 22"/>
                  <a:gd name="T4" fmla="*/ 40 w 10"/>
                  <a:gd name="T5" fmla="*/ 76 h 22"/>
                  <a:gd name="T6" fmla="*/ 8 w 10"/>
                  <a:gd name="T7" fmla="*/ 13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22">
                    <a:moveTo>
                      <a:pt x="0" y="0"/>
                    </a:moveTo>
                    <a:cubicBezTo>
                      <a:pt x="1" y="7"/>
                      <a:pt x="4" y="19"/>
                      <a:pt x="10" y="22"/>
                    </a:cubicBezTo>
                    <a:cubicBezTo>
                      <a:pt x="10" y="19"/>
                      <a:pt x="7" y="16"/>
                      <a:pt x="6" y="12"/>
                    </a:cubicBezTo>
                    <a:cubicBezTo>
                      <a:pt x="5" y="9"/>
                      <a:pt x="2" y="5"/>
                      <a:pt x="1" y="2"/>
                    </a:cubicBezTo>
                  </a:path>
                </a:pathLst>
              </a:custGeom>
              <a:solidFill>
                <a:srgbClr val="7E39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726" name="Freeform 120">
                <a:extLst>
                  <a:ext uri="{FF2B5EF4-FFF2-40B4-BE49-F238E27FC236}">
                    <a16:creationId xmlns:a16="http://schemas.microsoft.com/office/drawing/2014/main" id="{8490638E-B58D-4A30-A19C-C6EE0A3247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8" y="1342"/>
                <a:ext cx="109" cy="131"/>
              </a:xfrm>
              <a:custGeom>
                <a:avLst/>
                <a:gdLst>
                  <a:gd name="T0" fmla="*/ 385 w 58"/>
                  <a:gd name="T1" fmla="*/ 0 h 70"/>
                  <a:gd name="T2" fmla="*/ 0 w 58"/>
                  <a:gd name="T3" fmla="*/ 459 h 70"/>
                  <a:gd name="T4" fmla="*/ 385 w 58"/>
                  <a:gd name="T5" fmla="*/ 0 h 7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8" h="70">
                    <a:moveTo>
                      <a:pt x="58" y="0"/>
                    </a:moveTo>
                    <a:cubicBezTo>
                      <a:pt x="58" y="0"/>
                      <a:pt x="11" y="3"/>
                      <a:pt x="0" y="70"/>
                    </a:cubicBezTo>
                    <a:cubicBezTo>
                      <a:pt x="0" y="70"/>
                      <a:pt x="10" y="27"/>
                      <a:pt x="58" y="0"/>
                    </a:cubicBezTo>
                    <a:close/>
                  </a:path>
                </a:pathLst>
              </a:custGeom>
              <a:solidFill>
                <a:srgbClr val="7E39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727" name="Freeform 121">
                <a:extLst>
                  <a:ext uri="{FF2B5EF4-FFF2-40B4-BE49-F238E27FC236}">
                    <a16:creationId xmlns:a16="http://schemas.microsoft.com/office/drawing/2014/main" id="{641177C2-F651-4AF1-AEB9-E8FD60FC89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2" y="1579"/>
                <a:ext cx="73" cy="559"/>
              </a:xfrm>
              <a:custGeom>
                <a:avLst/>
                <a:gdLst>
                  <a:gd name="T0" fmla="*/ 256 w 39"/>
                  <a:gd name="T1" fmla="*/ 0 h 299"/>
                  <a:gd name="T2" fmla="*/ 129 w 39"/>
                  <a:gd name="T3" fmla="*/ 580 h 299"/>
                  <a:gd name="T4" fmla="*/ 45 w 39"/>
                  <a:gd name="T5" fmla="*/ 1954 h 299"/>
                  <a:gd name="T6" fmla="*/ 84 w 39"/>
                  <a:gd name="T7" fmla="*/ 1178 h 299"/>
                  <a:gd name="T8" fmla="*/ 165 w 39"/>
                  <a:gd name="T9" fmla="*/ 626 h 299"/>
                  <a:gd name="T10" fmla="*/ 256 w 39"/>
                  <a:gd name="T11" fmla="*/ 0 h 29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9" h="299">
                    <a:moveTo>
                      <a:pt x="39" y="0"/>
                    </a:moveTo>
                    <a:cubicBezTo>
                      <a:pt x="39" y="0"/>
                      <a:pt x="26" y="67"/>
                      <a:pt x="20" y="89"/>
                    </a:cubicBezTo>
                    <a:cubicBezTo>
                      <a:pt x="15" y="112"/>
                      <a:pt x="0" y="144"/>
                      <a:pt x="7" y="299"/>
                    </a:cubicBezTo>
                    <a:cubicBezTo>
                      <a:pt x="7" y="299"/>
                      <a:pt x="10" y="224"/>
                      <a:pt x="13" y="180"/>
                    </a:cubicBezTo>
                    <a:cubicBezTo>
                      <a:pt x="15" y="146"/>
                      <a:pt x="16" y="119"/>
                      <a:pt x="25" y="96"/>
                    </a:cubicBezTo>
                    <a:cubicBezTo>
                      <a:pt x="34" y="73"/>
                      <a:pt x="39" y="0"/>
                      <a:pt x="39" y="0"/>
                    </a:cubicBezTo>
                    <a:close/>
                  </a:path>
                </a:pathLst>
              </a:custGeom>
              <a:solidFill>
                <a:srgbClr val="7E39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728" name="Freeform 122">
                <a:extLst>
                  <a:ext uri="{FF2B5EF4-FFF2-40B4-BE49-F238E27FC236}">
                    <a16:creationId xmlns:a16="http://schemas.microsoft.com/office/drawing/2014/main" id="{331BAFC9-436A-40F9-B62B-2D0CC7A3CE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9" y="1757"/>
                <a:ext cx="58" cy="476"/>
              </a:xfrm>
              <a:custGeom>
                <a:avLst/>
                <a:gdLst>
                  <a:gd name="T0" fmla="*/ 204 w 31"/>
                  <a:gd name="T1" fmla="*/ 0 h 255"/>
                  <a:gd name="T2" fmla="*/ 67 w 31"/>
                  <a:gd name="T3" fmla="*/ 659 h 255"/>
                  <a:gd name="T4" fmla="*/ 0 w 31"/>
                  <a:gd name="T5" fmla="*/ 1659 h 255"/>
                  <a:gd name="T6" fmla="*/ 24 w 31"/>
                  <a:gd name="T7" fmla="*/ 952 h 255"/>
                  <a:gd name="T8" fmla="*/ 92 w 31"/>
                  <a:gd name="T9" fmla="*/ 325 h 255"/>
                  <a:gd name="T10" fmla="*/ 204 w 31"/>
                  <a:gd name="T11" fmla="*/ 0 h 25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1" h="255">
                    <a:moveTo>
                      <a:pt x="31" y="0"/>
                    </a:moveTo>
                    <a:cubicBezTo>
                      <a:pt x="31" y="0"/>
                      <a:pt x="10" y="75"/>
                      <a:pt x="10" y="101"/>
                    </a:cubicBezTo>
                    <a:cubicBezTo>
                      <a:pt x="11" y="127"/>
                      <a:pt x="5" y="234"/>
                      <a:pt x="0" y="255"/>
                    </a:cubicBezTo>
                    <a:cubicBezTo>
                      <a:pt x="0" y="255"/>
                      <a:pt x="5" y="168"/>
                      <a:pt x="4" y="146"/>
                    </a:cubicBezTo>
                    <a:cubicBezTo>
                      <a:pt x="2" y="125"/>
                      <a:pt x="9" y="67"/>
                      <a:pt x="14" y="50"/>
                    </a:cubicBezTo>
                    <a:cubicBezTo>
                      <a:pt x="19" y="33"/>
                      <a:pt x="31" y="0"/>
                      <a:pt x="31" y="0"/>
                    </a:cubicBezTo>
                    <a:close/>
                  </a:path>
                </a:pathLst>
              </a:custGeom>
              <a:solidFill>
                <a:srgbClr val="6B2D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729" name="Freeform 123">
                <a:extLst>
                  <a:ext uri="{FF2B5EF4-FFF2-40B4-BE49-F238E27FC236}">
                    <a16:creationId xmlns:a16="http://schemas.microsoft.com/office/drawing/2014/main" id="{B0235694-B4F9-46D9-8B9F-1B1E4A5BD4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9" y="1844"/>
                <a:ext cx="58" cy="23"/>
              </a:xfrm>
              <a:custGeom>
                <a:avLst/>
                <a:gdLst>
                  <a:gd name="T0" fmla="*/ 204 w 31"/>
                  <a:gd name="T1" fmla="*/ 84 h 12"/>
                  <a:gd name="T2" fmla="*/ 0 w 31"/>
                  <a:gd name="T3" fmla="*/ 23 h 12"/>
                  <a:gd name="T4" fmla="*/ 204 w 31"/>
                  <a:gd name="T5" fmla="*/ 84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1" h="12">
                    <a:moveTo>
                      <a:pt x="31" y="12"/>
                    </a:moveTo>
                    <a:cubicBezTo>
                      <a:pt x="31" y="12"/>
                      <a:pt x="11" y="1"/>
                      <a:pt x="0" y="3"/>
                    </a:cubicBezTo>
                    <a:cubicBezTo>
                      <a:pt x="0" y="3"/>
                      <a:pt x="23" y="0"/>
                      <a:pt x="31" y="12"/>
                    </a:cubicBezTo>
                    <a:close/>
                  </a:path>
                </a:pathLst>
              </a:custGeom>
              <a:solidFill>
                <a:srgbClr val="7E39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730" name="Freeform 124">
                <a:extLst>
                  <a:ext uri="{FF2B5EF4-FFF2-40B4-BE49-F238E27FC236}">
                    <a16:creationId xmlns:a16="http://schemas.microsoft.com/office/drawing/2014/main" id="{9D970647-5BC7-42C7-849C-23CE4A2EBE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1" y="2915"/>
                <a:ext cx="36" cy="127"/>
              </a:xfrm>
              <a:custGeom>
                <a:avLst/>
                <a:gdLst>
                  <a:gd name="T0" fmla="*/ 8 w 19"/>
                  <a:gd name="T1" fmla="*/ 0 h 68"/>
                  <a:gd name="T2" fmla="*/ 47 w 19"/>
                  <a:gd name="T3" fmla="*/ 172 h 68"/>
                  <a:gd name="T4" fmla="*/ 89 w 19"/>
                  <a:gd name="T5" fmla="*/ 443 h 68"/>
                  <a:gd name="T6" fmla="*/ 97 w 19"/>
                  <a:gd name="T7" fmla="*/ 209 h 68"/>
                  <a:gd name="T8" fmla="*/ 28 w 19"/>
                  <a:gd name="T9" fmla="*/ 24 h 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68">
                    <a:moveTo>
                      <a:pt x="1" y="0"/>
                    </a:moveTo>
                    <a:cubicBezTo>
                      <a:pt x="0" y="11"/>
                      <a:pt x="3" y="17"/>
                      <a:pt x="7" y="26"/>
                    </a:cubicBezTo>
                    <a:cubicBezTo>
                      <a:pt x="13" y="40"/>
                      <a:pt x="11" y="54"/>
                      <a:pt x="13" y="68"/>
                    </a:cubicBezTo>
                    <a:cubicBezTo>
                      <a:pt x="19" y="60"/>
                      <a:pt x="15" y="41"/>
                      <a:pt x="14" y="32"/>
                    </a:cubicBezTo>
                    <a:cubicBezTo>
                      <a:pt x="13" y="21"/>
                      <a:pt x="10" y="13"/>
                      <a:pt x="4" y="4"/>
                    </a:cubicBezTo>
                  </a:path>
                </a:pathLst>
              </a:custGeom>
              <a:solidFill>
                <a:srgbClr val="7E39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731" name="Freeform 125">
                <a:extLst>
                  <a:ext uri="{FF2B5EF4-FFF2-40B4-BE49-F238E27FC236}">
                    <a16:creationId xmlns:a16="http://schemas.microsoft.com/office/drawing/2014/main" id="{96C3EEA2-06ED-432C-A858-C63A63572B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2" y="2821"/>
                <a:ext cx="21" cy="122"/>
              </a:xfrm>
              <a:custGeom>
                <a:avLst/>
                <a:gdLst>
                  <a:gd name="T0" fmla="*/ 0 w 11"/>
                  <a:gd name="T1" fmla="*/ 0 h 65"/>
                  <a:gd name="T2" fmla="*/ 8 w 11"/>
                  <a:gd name="T3" fmla="*/ 430 h 65"/>
                  <a:gd name="T4" fmla="*/ 21 w 11"/>
                  <a:gd name="T5" fmla="*/ 81 h 6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65">
                    <a:moveTo>
                      <a:pt x="0" y="0"/>
                    </a:moveTo>
                    <a:cubicBezTo>
                      <a:pt x="11" y="18"/>
                      <a:pt x="7" y="46"/>
                      <a:pt x="1" y="65"/>
                    </a:cubicBezTo>
                    <a:cubicBezTo>
                      <a:pt x="2" y="50"/>
                      <a:pt x="8" y="27"/>
                      <a:pt x="3" y="12"/>
                    </a:cubicBezTo>
                  </a:path>
                </a:pathLst>
              </a:custGeom>
              <a:solidFill>
                <a:srgbClr val="7E39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732" name="Freeform 126">
                <a:extLst>
                  <a:ext uri="{FF2B5EF4-FFF2-40B4-BE49-F238E27FC236}">
                    <a16:creationId xmlns:a16="http://schemas.microsoft.com/office/drawing/2014/main" id="{01C8B359-B83C-4661-8CA5-AF56D41F73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3" y="2945"/>
                <a:ext cx="96" cy="102"/>
              </a:xfrm>
              <a:custGeom>
                <a:avLst/>
                <a:gdLst>
                  <a:gd name="T0" fmla="*/ 326 w 51"/>
                  <a:gd name="T1" fmla="*/ 269 h 55"/>
                  <a:gd name="T2" fmla="*/ 312 w 51"/>
                  <a:gd name="T3" fmla="*/ 141 h 55"/>
                  <a:gd name="T4" fmla="*/ 226 w 51"/>
                  <a:gd name="T5" fmla="*/ 59 h 55"/>
                  <a:gd name="T6" fmla="*/ 32 w 51"/>
                  <a:gd name="T7" fmla="*/ 52 h 55"/>
                  <a:gd name="T8" fmla="*/ 32 w 51"/>
                  <a:gd name="T9" fmla="*/ 113 h 55"/>
                  <a:gd name="T10" fmla="*/ 173 w 51"/>
                  <a:gd name="T11" fmla="*/ 172 h 55"/>
                  <a:gd name="T12" fmla="*/ 256 w 51"/>
                  <a:gd name="T13" fmla="*/ 313 h 55"/>
                  <a:gd name="T14" fmla="*/ 318 w 51"/>
                  <a:gd name="T15" fmla="*/ 306 h 5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1" h="55">
                    <a:moveTo>
                      <a:pt x="49" y="42"/>
                    </a:moveTo>
                    <a:cubicBezTo>
                      <a:pt x="49" y="35"/>
                      <a:pt x="51" y="28"/>
                      <a:pt x="47" y="22"/>
                    </a:cubicBezTo>
                    <a:cubicBezTo>
                      <a:pt x="44" y="17"/>
                      <a:pt x="38" y="12"/>
                      <a:pt x="34" y="9"/>
                    </a:cubicBezTo>
                    <a:cubicBezTo>
                      <a:pt x="25" y="3"/>
                      <a:pt x="14" y="0"/>
                      <a:pt x="5" y="8"/>
                    </a:cubicBezTo>
                    <a:cubicBezTo>
                      <a:pt x="1" y="12"/>
                      <a:pt x="0" y="15"/>
                      <a:pt x="5" y="18"/>
                    </a:cubicBezTo>
                    <a:cubicBezTo>
                      <a:pt x="12" y="21"/>
                      <a:pt x="20" y="22"/>
                      <a:pt x="26" y="27"/>
                    </a:cubicBezTo>
                    <a:cubicBezTo>
                      <a:pt x="33" y="34"/>
                      <a:pt x="33" y="43"/>
                      <a:pt x="38" y="49"/>
                    </a:cubicBezTo>
                    <a:cubicBezTo>
                      <a:pt x="41" y="53"/>
                      <a:pt x="49" y="55"/>
                      <a:pt x="48" y="48"/>
                    </a:cubicBezTo>
                  </a:path>
                </a:pathLst>
              </a:custGeom>
              <a:solidFill>
                <a:srgbClr val="6B2D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733" name="Freeform 127">
                <a:extLst>
                  <a:ext uri="{FF2B5EF4-FFF2-40B4-BE49-F238E27FC236}">
                    <a16:creationId xmlns:a16="http://schemas.microsoft.com/office/drawing/2014/main" id="{74ED5771-C4A3-49BF-B940-702EB6756B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9" y="3176"/>
                <a:ext cx="41" cy="359"/>
              </a:xfrm>
              <a:custGeom>
                <a:avLst/>
                <a:gdLst>
                  <a:gd name="T0" fmla="*/ 39 w 22"/>
                  <a:gd name="T1" fmla="*/ 0 h 192"/>
                  <a:gd name="T2" fmla="*/ 21 w 22"/>
                  <a:gd name="T3" fmla="*/ 346 h 192"/>
                  <a:gd name="T4" fmla="*/ 32 w 22"/>
                  <a:gd name="T5" fmla="*/ 765 h 192"/>
                  <a:gd name="T6" fmla="*/ 89 w 22"/>
                  <a:gd name="T7" fmla="*/ 1255 h 192"/>
                  <a:gd name="T8" fmla="*/ 84 w 22"/>
                  <a:gd name="T9" fmla="*/ 112 h 1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192">
                    <a:moveTo>
                      <a:pt x="6" y="0"/>
                    </a:moveTo>
                    <a:cubicBezTo>
                      <a:pt x="0" y="14"/>
                      <a:pt x="3" y="38"/>
                      <a:pt x="3" y="53"/>
                    </a:cubicBezTo>
                    <a:cubicBezTo>
                      <a:pt x="3" y="74"/>
                      <a:pt x="4" y="96"/>
                      <a:pt x="5" y="117"/>
                    </a:cubicBezTo>
                    <a:cubicBezTo>
                      <a:pt x="7" y="136"/>
                      <a:pt x="4" y="177"/>
                      <a:pt x="14" y="192"/>
                    </a:cubicBezTo>
                    <a:cubicBezTo>
                      <a:pt x="22" y="134"/>
                      <a:pt x="11" y="75"/>
                      <a:pt x="13" y="17"/>
                    </a:cubicBezTo>
                  </a:path>
                </a:pathLst>
              </a:custGeom>
              <a:solidFill>
                <a:srgbClr val="6B2D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734" name="Freeform 128">
                <a:extLst>
                  <a:ext uri="{FF2B5EF4-FFF2-40B4-BE49-F238E27FC236}">
                    <a16:creationId xmlns:a16="http://schemas.microsoft.com/office/drawing/2014/main" id="{A70E0C06-89A2-485D-A108-335D8125A0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5" y="1589"/>
                <a:ext cx="95" cy="54"/>
              </a:xfrm>
              <a:custGeom>
                <a:avLst/>
                <a:gdLst>
                  <a:gd name="T0" fmla="*/ 330 w 51"/>
                  <a:gd name="T1" fmla="*/ 173 h 29"/>
                  <a:gd name="T2" fmla="*/ 136 w 51"/>
                  <a:gd name="T3" fmla="*/ 142 h 29"/>
                  <a:gd name="T4" fmla="*/ 0 w 51"/>
                  <a:gd name="T5" fmla="*/ 0 h 29"/>
                  <a:gd name="T6" fmla="*/ 270 w 51"/>
                  <a:gd name="T7" fmla="*/ 188 h 2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1" h="29">
                    <a:moveTo>
                      <a:pt x="51" y="27"/>
                    </a:moveTo>
                    <a:cubicBezTo>
                      <a:pt x="40" y="26"/>
                      <a:pt x="30" y="28"/>
                      <a:pt x="21" y="22"/>
                    </a:cubicBezTo>
                    <a:cubicBezTo>
                      <a:pt x="13" y="16"/>
                      <a:pt x="5" y="9"/>
                      <a:pt x="0" y="0"/>
                    </a:cubicBezTo>
                    <a:cubicBezTo>
                      <a:pt x="12" y="9"/>
                      <a:pt x="26" y="27"/>
                      <a:pt x="42" y="29"/>
                    </a:cubicBezTo>
                  </a:path>
                </a:pathLst>
              </a:custGeom>
              <a:solidFill>
                <a:srgbClr val="6B2D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735" name="Freeform 129">
                <a:extLst>
                  <a:ext uri="{FF2B5EF4-FFF2-40B4-BE49-F238E27FC236}">
                    <a16:creationId xmlns:a16="http://schemas.microsoft.com/office/drawing/2014/main" id="{67B437CF-B281-4037-A579-25D0A9E4A6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0" y="1503"/>
                <a:ext cx="40" cy="231"/>
              </a:xfrm>
              <a:custGeom>
                <a:avLst/>
                <a:gdLst>
                  <a:gd name="T0" fmla="*/ 131 w 21"/>
                  <a:gd name="T1" fmla="*/ 7 h 124"/>
                  <a:gd name="T2" fmla="*/ 116 w 21"/>
                  <a:gd name="T3" fmla="*/ 112 h 124"/>
                  <a:gd name="T4" fmla="*/ 109 w 21"/>
                  <a:gd name="T5" fmla="*/ 225 h 124"/>
                  <a:gd name="T6" fmla="*/ 105 w 21"/>
                  <a:gd name="T7" fmla="*/ 414 h 124"/>
                  <a:gd name="T8" fmla="*/ 0 w 21"/>
                  <a:gd name="T9" fmla="*/ 801 h 124"/>
                  <a:gd name="T10" fmla="*/ 55 w 21"/>
                  <a:gd name="T11" fmla="*/ 563 h 124"/>
                  <a:gd name="T12" fmla="*/ 84 w 21"/>
                  <a:gd name="T13" fmla="*/ 317 h 124"/>
                  <a:gd name="T14" fmla="*/ 109 w 21"/>
                  <a:gd name="T15" fmla="*/ 129 h 124"/>
                  <a:gd name="T16" fmla="*/ 145 w 21"/>
                  <a:gd name="T17" fmla="*/ 0 h 12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1" h="124">
                    <a:moveTo>
                      <a:pt x="19" y="1"/>
                    </a:moveTo>
                    <a:cubicBezTo>
                      <a:pt x="20" y="2"/>
                      <a:pt x="18" y="14"/>
                      <a:pt x="17" y="17"/>
                    </a:cubicBezTo>
                    <a:cubicBezTo>
                      <a:pt x="17" y="23"/>
                      <a:pt x="16" y="29"/>
                      <a:pt x="16" y="35"/>
                    </a:cubicBezTo>
                    <a:cubicBezTo>
                      <a:pt x="15" y="45"/>
                      <a:pt x="16" y="54"/>
                      <a:pt x="15" y="64"/>
                    </a:cubicBezTo>
                    <a:cubicBezTo>
                      <a:pt x="13" y="85"/>
                      <a:pt x="6" y="104"/>
                      <a:pt x="0" y="124"/>
                    </a:cubicBezTo>
                    <a:cubicBezTo>
                      <a:pt x="6" y="113"/>
                      <a:pt x="6" y="99"/>
                      <a:pt x="8" y="87"/>
                    </a:cubicBezTo>
                    <a:cubicBezTo>
                      <a:pt x="10" y="74"/>
                      <a:pt x="11" y="61"/>
                      <a:pt x="12" y="49"/>
                    </a:cubicBezTo>
                    <a:cubicBezTo>
                      <a:pt x="13" y="39"/>
                      <a:pt x="13" y="30"/>
                      <a:pt x="16" y="20"/>
                    </a:cubicBezTo>
                    <a:cubicBezTo>
                      <a:pt x="18" y="14"/>
                      <a:pt x="20" y="7"/>
                      <a:pt x="21" y="0"/>
                    </a:cubicBezTo>
                  </a:path>
                </a:pathLst>
              </a:custGeom>
              <a:solidFill>
                <a:srgbClr val="6B2D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736" name="Freeform 130">
                <a:extLst>
                  <a:ext uri="{FF2B5EF4-FFF2-40B4-BE49-F238E27FC236}">
                    <a16:creationId xmlns:a16="http://schemas.microsoft.com/office/drawing/2014/main" id="{CA6B87BC-6032-4834-B418-A9473A4DA8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8" y="1652"/>
                <a:ext cx="81" cy="783"/>
              </a:xfrm>
              <a:custGeom>
                <a:avLst/>
                <a:gdLst>
                  <a:gd name="T0" fmla="*/ 128 w 43"/>
                  <a:gd name="T1" fmla="*/ 0 h 419"/>
                  <a:gd name="T2" fmla="*/ 205 w 43"/>
                  <a:gd name="T3" fmla="*/ 783 h 419"/>
                  <a:gd name="T4" fmla="*/ 168 w 43"/>
                  <a:gd name="T5" fmla="*/ 1764 h 419"/>
                  <a:gd name="T6" fmla="*/ 0 w 43"/>
                  <a:gd name="T7" fmla="*/ 2734 h 419"/>
                  <a:gd name="T8" fmla="*/ 141 w 43"/>
                  <a:gd name="T9" fmla="*/ 2057 h 419"/>
                  <a:gd name="T10" fmla="*/ 281 w 43"/>
                  <a:gd name="T11" fmla="*/ 1142 h 419"/>
                  <a:gd name="T12" fmla="*/ 128 w 43"/>
                  <a:gd name="T13" fmla="*/ 0 h 4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3" h="419">
                    <a:moveTo>
                      <a:pt x="19" y="0"/>
                    </a:moveTo>
                    <a:cubicBezTo>
                      <a:pt x="19" y="0"/>
                      <a:pt x="23" y="72"/>
                      <a:pt x="31" y="120"/>
                    </a:cubicBezTo>
                    <a:cubicBezTo>
                      <a:pt x="39" y="167"/>
                      <a:pt x="37" y="232"/>
                      <a:pt x="25" y="270"/>
                    </a:cubicBezTo>
                    <a:cubicBezTo>
                      <a:pt x="14" y="308"/>
                      <a:pt x="1" y="364"/>
                      <a:pt x="0" y="419"/>
                    </a:cubicBezTo>
                    <a:cubicBezTo>
                      <a:pt x="0" y="419"/>
                      <a:pt x="2" y="352"/>
                      <a:pt x="21" y="315"/>
                    </a:cubicBezTo>
                    <a:cubicBezTo>
                      <a:pt x="40" y="278"/>
                      <a:pt x="41" y="193"/>
                      <a:pt x="42" y="175"/>
                    </a:cubicBezTo>
                    <a:cubicBezTo>
                      <a:pt x="43" y="157"/>
                      <a:pt x="17" y="16"/>
                      <a:pt x="19" y="0"/>
                    </a:cubicBezTo>
                    <a:close/>
                  </a:path>
                </a:pathLst>
              </a:custGeom>
              <a:solidFill>
                <a:srgbClr val="7E39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737" name="Freeform 131">
                <a:extLst>
                  <a:ext uri="{FF2B5EF4-FFF2-40B4-BE49-F238E27FC236}">
                    <a16:creationId xmlns:a16="http://schemas.microsoft.com/office/drawing/2014/main" id="{A67D0CCC-827C-4263-9555-96DB9E68F7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5" y="2311"/>
                <a:ext cx="81" cy="150"/>
              </a:xfrm>
              <a:custGeom>
                <a:avLst/>
                <a:gdLst>
                  <a:gd name="T0" fmla="*/ 288 w 43"/>
                  <a:gd name="T1" fmla="*/ 527 h 80"/>
                  <a:gd name="T2" fmla="*/ 153 w 43"/>
                  <a:gd name="T3" fmla="*/ 293 h 80"/>
                  <a:gd name="T4" fmla="*/ 0 w 43"/>
                  <a:gd name="T5" fmla="*/ 0 h 80"/>
                  <a:gd name="T6" fmla="*/ 60 w 43"/>
                  <a:gd name="T7" fmla="*/ 128 h 80"/>
                  <a:gd name="T8" fmla="*/ 141 w 43"/>
                  <a:gd name="T9" fmla="*/ 293 h 80"/>
                  <a:gd name="T10" fmla="*/ 205 w 43"/>
                  <a:gd name="T11" fmla="*/ 409 h 80"/>
                  <a:gd name="T12" fmla="*/ 266 w 43"/>
                  <a:gd name="T13" fmla="*/ 506 h 8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3" h="80">
                    <a:moveTo>
                      <a:pt x="43" y="80"/>
                    </a:moveTo>
                    <a:cubicBezTo>
                      <a:pt x="33" y="71"/>
                      <a:pt x="28" y="55"/>
                      <a:pt x="23" y="44"/>
                    </a:cubicBezTo>
                    <a:cubicBezTo>
                      <a:pt x="15" y="29"/>
                      <a:pt x="10" y="13"/>
                      <a:pt x="0" y="0"/>
                    </a:cubicBezTo>
                    <a:cubicBezTo>
                      <a:pt x="2" y="7"/>
                      <a:pt x="6" y="13"/>
                      <a:pt x="9" y="19"/>
                    </a:cubicBezTo>
                    <a:cubicBezTo>
                      <a:pt x="13" y="27"/>
                      <a:pt x="17" y="36"/>
                      <a:pt x="21" y="44"/>
                    </a:cubicBezTo>
                    <a:cubicBezTo>
                      <a:pt x="24" y="50"/>
                      <a:pt x="27" y="56"/>
                      <a:pt x="31" y="62"/>
                    </a:cubicBezTo>
                    <a:cubicBezTo>
                      <a:pt x="34" y="67"/>
                      <a:pt x="39" y="72"/>
                      <a:pt x="40" y="77"/>
                    </a:cubicBezTo>
                  </a:path>
                </a:pathLst>
              </a:custGeom>
              <a:solidFill>
                <a:srgbClr val="5B20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738" name="Freeform 132">
                <a:extLst>
                  <a:ext uri="{FF2B5EF4-FFF2-40B4-BE49-F238E27FC236}">
                    <a16:creationId xmlns:a16="http://schemas.microsoft.com/office/drawing/2014/main" id="{92746C92-1930-4983-A212-A114EECABD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0" y="2620"/>
                <a:ext cx="45" cy="345"/>
              </a:xfrm>
              <a:custGeom>
                <a:avLst/>
                <a:gdLst>
                  <a:gd name="T0" fmla="*/ 158 w 24"/>
                  <a:gd name="T1" fmla="*/ 0 h 185"/>
                  <a:gd name="T2" fmla="*/ 39 w 24"/>
                  <a:gd name="T3" fmla="*/ 660 h 185"/>
                  <a:gd name="T4" fmla="*/ 28 w 24"/>
                  <a:gd name="T5" fmla="*/ 1199 h 185"/>
                  <a:gd name="T6" fmla="*/ 15 w 24"/>
                  <a:gd name="T7" fmla="*/ 856 h 185"/>
                  <a:gd name="T8" fmla="*/ 158 w 24"/>
                  <a:gd name="T9" fmla="*/ 0 h 18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185">
                    <a:moveTo>
                      <a:pt x="24" y="0"/>
                    </a:moveTo>
                    <a:cubicBezTo>
                      <a:pt x="24" y="0"/>
                      <a:pt x="9" y="77"/>
                      <a:pt x="6" y="102"/>
                    </a:cubicBezTo>
                    <a:cubicBezTo>
                      <a:pt x="4" y="127"/>
                      <a:pt x="6" y="165"/>
                      <a:pt x="4" y="185"/>
                    </a:cubicBezTo>
                    <a:cubicBezTo>
                      <a:pt x="4" y="185"/>
                      <a:pt x="3" y="145"/>
                      <a:pt x="2" y="132"/>
                    </a:cubicBezTo>
                    <a:cubicBezTo>
                      <a:pt x="0" y="118"/>
                      <a:pt x="8" y="51"/>
                      <a:pt x="24" y="0"/>
                    </a:cubicBezTo>
                    <a:close/>
                  </a:path>
                </a:pathLst>
              </a:custGeom>
              <a:solidFill>
                <a:srgbClr val="6B2D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739" name="Freeform 133">
                <a:extLst>
                  <a:ext uri="{FF2B5EF4-FFF2-40B4-BE49-F238E27FC236}">
                    <a16:creationId xmlns:a16="http://schemas.microsoft.com/office/drawing/2014/main" id="{A0D1F6E3-0DFD-4B23-AB2C-59BEBBD0A9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3" y="3927"/>
                <a:ext cx="24" cy="43"/>
              </a:xfrm>
              <a:custGeom>
                <a:avLst/>
                <a:gdLst>
                  <a:gd name="T0" fmla="*/ 81 w 13"/>
                  <a:gd name="T1" fmla="*/ 0 h 23"/>
                  <a:gd name="T2" fmla="*/ 0 w 13"/>
                  <a:gd name="T3" fmla="*/ 150 h 23"/>
                  <a:gd name="T4" fmla="*/ 68 w 13"/>
                  <a:gd name="T5" fmla="*/ 7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23">
                    <a:moveTo>
                      <a:pt x="13" y="0"/>
                    </a:moveTo>
                    <a:cubicBezTo>
                      <a:pt x="7" y="4"/>
                      <a:pt x="2" y="16"/>
                      <a:pt x="0" y="23"/>
                    </a:cubicBezTo>
                    <a:cubicBezTo>
                      <a:pt x="0" y="13"/>
                      <a:pt x="6" y="8"/>
                      <a:pt x="11" y="1"/>
                    </a:cubicBezTo>
                  </a:path>
                </a:pathLst>
              </a:custGeom>
              <a:solidFill>
                <a:srgbClr val="6B2D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740" name="Freeform 134">
                <a:extLst>
                  <a:ext uri="{FF2B5EF4-FFF2-40B4-BE49-F238E27FC236}">
                    <a16:creationId xmlns:a16="http://schemas.microsoft.com/office/drawing/2014/main" id="{65CD319E-34F6-4311-A479-331C94592B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5" y="3940"/>
                <a:ext cx="13" cy="26"/>
              </a:xfrm>
              <a:custGeom>
                <a:avLst/>
                <a:gdLst>
                  <a:gd name="T0" fmla="*/ 32 w 7"/>
                  <a:gd name="T1" fmla="*/ 0 h 14"/>
                  <a:gd name="T2" fmla="*/ 0 w 7"/>
                  <a:gd name="T3" fmla="*/ 89 h 14"/>
                  <a:gd name="T4" fmla="*/ 32 w 7"/>
                  <a:gd name="T5" fmla="*/ 13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4">
                    <a:moveTo>
                      <a:pt x="5" y="0"/>
                    </a:moveTo>
                    <a:cubicBezTo>
                      <a:pt x="7" y="4"/>
                      <a:pt x="3" y="11"/>
                      <a:pt x="0" y="14"/>
                    </a:cubicBezTo>
                    <a:cubicBezTo>
                      <a:pt x="4" y="11"/>
                      <a:pt x="2" y="5"/>
                      <a:pt x="5" y="2"/>
                    </a:cubicBezTo>
                  </a:path>
                </a:pathLst>
              </a:custGeom>
              <a:solidFill>
                <a:srgbClr val="6B2D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741" name="Freeform 135">
                <a:extLst>
                  <a:ext uri="{FF2B5EF4-FFF2-40B4-BE49-F238E27FC236}">
                    <a16:creationId xmlns:a16="http://schemas.microsoft.com/office/drawing/2014/main" id="{F995181E-BD76-4EF2-A16A-60DE9074CD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7" y="3931"/>
                <a:ext cx="17" cy="24"/>
              </a:xfrm>
              <a:custGeom>
                <a:avLst/>
                <a:gdLst>
                  <a:gd name="T0" fmla="*/ 60 w 9"/>
                  <a:gd name="T1" fmla="*/ 0 h 13"/>
                  <a:gd name="T2" fmla="*/ 8 w 9"/>
                  <a:gd name="T3" fmla="*/ 81 h 13"/>
                  <a:gd name="T4" fmla="*/ 53 w 9"/>
                  <a:gd name="T5" fmla="*/ 7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3">
                    <a:moveTo>
                      <a:pt x="9" y="0"/>
                    </a:moveTo>
                    <a:cubicBezTo>
                      <a:pt x="8" y="4"/>
                      <a:pt x="5" y="12"/>
                      <a:pt x="1" y="13"/>
                    </a:cubicBezTo>
                    <a:cubicBezTo>
                      <a:pt x="0" y="8"/>
                      <a:pt x="5" y="3"/>
                      <a:pt x="8" y="1"/>
                    </a:cubicBezTo>
                  </a:path>
                </a:pathLst>
              </a:custGeom>
              <a:solidFill>
                <a:srgbClr val="6B2D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742" name="Freeform 136">
                <a:extLst>
                  <a:ext uri="{FF2B5EF4-FFF2-40B4-BE49-F238E27FC236}">
                    <a16:creationId xmlns:a16="http://schemas.microsoft.com/office/drawing/2014/main" id="{3E67C690-FB06-418E-987C-F411EBF640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9" y="3921"/>
                <a:ext cx="7" cy="17"/>
              </a:xfrm>
              <a:custGeom>
                <a:avLst/>
                <a:gdLst>
                  <a:gd name="T0" fmla="*/ 21 w 4"/>
                  <a:gd name="T1" fmla="*/ 8 h 9"/>
                  <a:gd name="T2" fmla="*/ 7 w 4"/>
                  <a:gd name="T3" fmla="*/ 60 h 9"/>
                  <a:gd name="T4" fmla="*/ 21 w 4"/>
                  <a:gd name="T5" fmla="*/ 0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9">
                    <a:moveTo>
                      <a:pt x="4" y="1"/>
                    </a:moveTo>
                    <a:cubicBezTo>
                      <a:pt x="4" y="3"/>
                      <a:pt x="3" y="7"/>
                      <a:pt x="1" y="9"/>
                    </a:cubicBezTo>
                    <a:cubicBezTo>
                      <a:pt x="0" y="6"/>
                      <a:pt x="3" y="2"/>
                      <a:pt x="4" y="0"/>
                    </a:cubicBezTo>
                  </a:path>
                </a:pathLst>
              </a:custGeom>
              <a:solidFill>
                <a:srgbClr val="6B2D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743" name="Freeform 137">
                <a:extLst>
                  <a:ext uri="{FF2B5EF4-FFF2-40B4-BE49-F238E27FC236}">
                    <a16:creationId xmlns:a16="http://schemas.microsoft.com/office/drawing/2014/main" id="{6D4FF60A-5DF5-4FF2-9C0C-11FB72B6B1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9" y="3834"/>
                <a:ext cx="16" cy="48"/>
              </a:xfrm>
              <a:custGeom>
                <a:avLst/>
                <a:gdLst>
                  <a:gd name="T0" fmla="*/ 44 w 9"/>
                  <a:gd name="T1" fmla="*/ 0 h 26"/>
                  <a:gd name="T2" fmla="*/ 28 w 9"/>
                  <a:gd name="T3" fmla="*/ 44 h 26"/>
                  <a:gd name="T4" fmla="*/ 12 w 9"/>
                  <a:gd name="T5" fmla="*/ 89 h 26"/>
                  <a:gd name="T6" fmla="*/ 0 w 9"/>
                  <a:gd name="T7" fmla="*/ 164 h 26"/>
                  <a:gd name="T8" fmla="*/ 36 w 9"/>
                  <a:gd name="T9" fmla="*/ 76 h 26"/>
                  <a:gd name="T10" fmla="*/ 50 w 9"/>
                  <a:gd name="T11" fmla="*/ 7 h 2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" h="26">
                    <a:moveTo>
                      <a:pt x="8" y="0"/>
                    </a:moveTo>
                    <a:cubicBezTo>
                      <a:pt x="8" y="3"/>
                      <a:pt x="6" y="5"/>
                      <a:pt x="5" y="7"/>
                    </a:cubicBezTo>
                    <a:cubicBezTo>
                      <a:pt x="4" y="9"/>
                      <a:pt x="3" y="12"/>
                      <a:pt x="2" y="14"/>
                    </a:cubicBezTo>
                    <a:cubicBezTo>
                      <a:pt x="1" y="18"/>
                      <a:pt x="0" y="22"/>
                      <a:pt x="0" y="26"/>
                    </a:cubicBezTo>
                    <a:cubicBezTo>
                      <a:pt x="1" y="21"/>
                      <a:pt x="4" y="17"/>
                      <a:pt x="6" y="12"/>
                    </a:cubicBezTo>
                    <a:cubicBezTo>
                      <a:pt x="7" y="9"/>
                      <a:pt x="8" y="5"/>
                      <a:pt x="9" y="1"/>
                    </a:cubicBezTo>
                  </a:path>
                </a:pathLst>
              </a:custGeom>
              <a:solidFill>
                <a:srgbClr val="7E39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744" name="Freeform 138">
                <a:extLst>
                  <a:ext uri="{FF2B5EF4-FFF2-40B4-BE49-F238E27FC236}">
                    <a16:creationId xmlns:a16="http://schemas.microsoft.com/office/drawing/2014/main" id="{82E714AF-3742-4776-BD99-BCA6232F87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2" y="3910"/>
                <a:ext cx="35" cy="53"/>
              </a:xfrm>
              <a:custGeom>
                <a:avLst/>
                <a:gdLst>
                  <a:gd name="T0" fmla="*/ 118 w 19"/>
                  <a:gd name="T1" fmla="*/ 0 h 28"/>
                  <a:gd name="T2" fmla="*/ 61 w 19"/>
                  <a:gd name="T3" fmla="*/ 136 h 28"/>
                  <a:gd name="T4" fmla="*/ 0 w 19"/>
                  <a:gd name="T5" fmla="*/ 189 h 28"/>
                  <a:gd name="T6" fmla="*/ 61 w 19"/>
                  <a:gd name="T7" fmla="*/ 115 h 28"/>
                  <a:gd name="T8" fmla="*/ 96 w 19"/>
                  <a:gd name="T9" fmla="*/ 53 h 28"/>
                  <a:gd name="T10" fmla="*/ 118 w 19"/>
                  <a:gd name="T11" fmla="*/ 8 h 2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9" h="28">
                    <a:moveTo>
                      <a:pt x="19" y="0"/>
                    </a:moveTo>
                    <a:cubicBezTo>
                      <a:pt x="18" y="8"/>
                      <a:pt x="15" y="14"/>
                      <a:pt x="10" y="20"/>
                    </a:cubicBezTo>
                    <a:cubicBezTo>
                      <a:pt x="7" y="23"/>
                      <a:pt x="3" y="26"/>
                      <a:pt x="0" y="28"/>
                    </a:cubicBezTo>
                    <a:cubicBezTo>
                      <a:pt x="3" y="24"/>
                      <a:pt x="7" y="21"/>
                      <a:pt x="10" y="17"/>
                    </a:cubicBezTo>
                    <a:cubicBezTo>
                      <a:pt x="11" y="14"/>
                      <a:pt x="13" y="11"/>
                      <a:pt x="15" y="8"/>
                    </a:cubicBezTo>
                    <a:cubicBezTo>
                      <a:pt x="16" y="7"/>
                      <a:pt x="18" y="2"/>
                      <a:pt x="19" y="1"/>
                    </a:cubicBezTo>
                  </a:path>
                </a:pathLst>
              </a:custGeom>
              <a:solidFill>
                <a:srgbClr val="7E39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745" name="Freeform 139">
                <a:extLst>
                  <a:ext uri="{FF2B5EF4-FFF2-40B4-BE49-F238E27FC236}">
                    <a16:creationId xmlns:a16="http://schemas.microsoft.com/office/drawing/2014/main" id="{EF05424D-44FB-4105-AE0F-F3553E1D45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9" y="3996"/>
                <a:ext cx="54" cy="24"/>
              </a:xfrm>
              <a:custGeom>
                <a:avLst/>
                <a:gdLst>
                  <a:gd name="T0" fmla="*/ 188 w 29"/>
                  <a:gd name="T1" fmla="*/ 61 h 13"/>
                  <a:gd name="T2" fmla="*/ 112 w 29"/>
                  <a:gd name="T3" fmla="*/ 81 h 13"/>
                  <a:gd name="T4" fmla="*/ 60 w 29"/>
                  <a:gd name="T5" fmla="*/ 61 h 13"/>
                  <a:gd name="T6" fmla="*/ 7 w 29"/>
                  <a:gd name="T7" fmla="*/ 0 h 13"/>
                  <a:gd name="T8" fmla="*/ 32 w 29"/>
                  <a:gd name="T9" fmla="*/ 20 h 13"/>
                  <a:gd name="T10" fmla="*/ 89 w 29"/>
                  <a:gd name="T11" fmla="*/ 52 h 13"/>
                  <a:gd name="T12" fmla="*/ 149 w 29"/>
                  <a:gd name="T13" fmla="*/ 61 h 13"/>
                  <a:gd name="T14" fmla="*/ 188 w 29"/>
                  <a:gd name="T15" fmla="*/ 61 h 1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9" h="13">
                    <a:moveTo>
                      <a:pt x="29" y="10"/>
                    </a:moveTo>
                    <a:cubicBezTo>
                      <a:pt x="25" y="11"/>
                      <a:pt x="21" y="13"/>
                      <a:pt x="17" y="13"/>
                    </a:cubicBezTo>
                    <a:cubicBezTo>
                      <a:pt x="15" y="13"/>
                      <a:pt x="12" y="11"/>
                      <a:pt x="9" y="10"/>
                    </a:cubicBezTo>
                    <a:cubicBezTo>
                      <a:pt x="5" y="9"/>
                      <a:pt x="0" y="5"/>
                      <a:pt x="1" y="0"/>
                    </a:cubicBezTo>
                    <a:cubicBezTo>
                      <a:pt x="2" y="2"/>
                      <a:pt x="3" y="2"/>
                      <a:pt x="5" y="3"/>
                    </a:cubicBezTo>
                    <a:cubicBezTo>
                      <a:pt x="8" y="5"/>
                      <a:pt x="11" y="7"/>
                      <a:pt x="14" y="8"/>
                    </a:cubicBezTo>
                    <a:cubicBezTo>
                      <a:pt x="17" y="9"/>
                      <a:pt x="20" y="10"/>
                      <a:pt x="23" y="10"/>
                    </a:cubicBezTo>
                    <a:cubicBezTo>
                      <a:pt x="25" y="10"/>
                      <a:pt x="28" y="11"/>
                      <a:pt x="29" y="10"/>
                    </a:cubicBezTo>
                  </a:path>
                </a:pathLst>
              </a:custGeom>
              <a:solidFill>
                <a:srgbClr val="7E39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746" name="Freeform 140">
                <a:extLst>
                  <a:ext uri="{FF2B5EF4-FFF2-40B4-BE49-F238E27FC236}">
                    <a16:creationId xmlns:a16="http://schemas.microsoft.com/office/drawing/2014/main" id="{6DA70C1C-9545-4802-BEE9-EA07DA5B33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5" y="3992"/>
                <a:ext cx="24" cy="14"/>
              </a:xfrm>
              <a:custGeom>
                <a:avLst/>
                <a:gdLst>
                  <a:gd name="T0" fmla="*/ 81 w 13"/>
                  <a:gd name="T1" fmla="*/ 8 h 7"/>
                  <a:gd name="T2" fmla="*/ 0 w 13"/>
                  <a:gd name="T3" fmla="*/ 0 h 7"/>
                  <a:gd name="T4" fmla="*/ 76 w 13"/>
                  <a:gd name="T5" fmla="*/ 16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7">
                    <a:moveTo>
                      <a:pt x="13" y="1"/>
                    </a:moveTo>
                    <a:cubicBezTo>
                      <a:pt x="11" y="7"/>
                      <a:pt x="3" y="5"/>
                      <a:pt x="0" y="0"/>
                    </a:cubicBezTo>
                    <a:cubicBezTo>
                      <a:pt x="2" y="3"/>
                      <a:pt x="10" y="5"/>
                      <a:pt x="12" y="2"/>
                    </a:cubicBezTo>
                  </a:path>
                </a:pathLst>
              </a:custGeom>
              <a:solidFill>
                <a:srgbClr val="7E39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747" name="Freeform 141">
                <a:extLst>
                  <a:ext uri="{FF2B5EF4-FFF2-40B4-BE49-F238E27FC236}">
                    <a16:creationId xmlns:a16="http://schemas.microsoft.com/office/drawing/2014/main" id="{82FF9DD9-C56C-4A84-88AA-8BF4A759BB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7" y="3978"/>
                <a:ext cx="18" cy="16"/>
              </a:xfrm>
              <a:custGeom>
                <a:avLst/>
                <a:gdLst>
                  <a:gd name="T0" fmla="*/ 58 w 10"/>
                  <a:gd name="T1" fmla="*/ 16 h 9"/>
                  <a:gd name="T2" fmla="*/ 0 w 10"/>
                  <a:gd name="T3" fmla="*/ 0 h 9"/>
                  <a:gd name="T4" fmla="*/ 41 w 10"/>
                  <a:gd name="T5" fmla="*/ 12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9">
                    <a:moveTo>
                      <a:pt x="10" y="3"/>
                    </a:moveTo>
                    <a:cubicBezTo>
                      <a:pt x="9" y="9"/>
                      <a:pt x="1" y="4"/>
                      <a:pt x="0" y="0"/>
                    </a:cubicBezTo>
                    <a:cubicBezTo>
                      <a:pt x="1" y="2"/>
                      <a:pt x="6" y="5"/>
                      <a:pt x="7" y="2"/>
                    </a:cubicBezTo>
                  </a:path>
                </a:pathLst>
              </a:custGeom>
              <a:solidFill>
                <a:srgbClr val="7E39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748" name="Freeform 142">
                <a:extLst>
                  <a:ext uri="{FF2B5EF4-FFF2-40B4-BE49-F238E27FC236}">
                    <a16:creationId xmlns:a16="http://schemas.microsoft.com/office/drawing/2014/main" id="{2AD46548-FC43-4F57-97ED-3B37575024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6" y="3964"/>
                <a:ext cx="11" cy="15"/>
              </a:xfrm>
              <a:custGeom>
                <a:avLst/>
                <a:gdLst>
                  <a:gd name="T0" fmla="*/ 37 w 6"/>
                  <a:gd name="T1" fmla="*/ 28 h 8"/>
                  <a:gd name="T2" fmla="*/ 7 w 6"/>
                  <a:gd name="T3" fmla="*/ 0 h 8"/>
                  <a:gd name="T4" fmla="*/ 24 w 6"/>
                  <a:gd name="T5" fmla="*/ 21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8">
                    <a:moveTo>
                      <a:pt x="6" y="4"/>
                    </a:moveTo>
                    <a:cubicBezTo>
                      <a:pt x="4" y="8"/>
                      <a:pt x="0" y="3"/>
                      <a:pt x="1" y="0"/>
                    </a:cubicBezTo>
                    <a:cubicBezTo>
                      <a:pt x="2" y="1"/>
                      <a:pt x="3" y="2"/>
                      <a:pt x="4" y="3"/>
                    </a:cubicBezTo>
                  </a:path>
                </a:pathLst>
              </a:custGeom>
              <a:solidFill>
                <a:srgbClr val="7E39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749" name="Freeform 143">
                <a:extLst>
                  <a:ext uri="{FF2B5EF4-FFF2-40B4-BE49-F238E27FC236}">
                    <a16:creationId xmlns:a16="http://schemas.microsoft.com/office/drawing/2014/main" id="{4FEA5D83-255D-4617-80CD-464CF8E8C2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5" y="3944"/>
                <a:ext cx="13" cy="30"/>
              </a:xfrm>
              <a:custGeom>
                <a:avLst/>
                <a:gdLst>
                  <a:gd name="T0" fmla="*/ 45 w 7"/>
                  <a:gd name="T1" fmla="*/ 0 h 16"/>
                  <a:gd name="T2" fmla="*/ 37 w 7"/>
                  <a:gd name="T3" fmla="*/ 60 h 16"/>
                  <a:gd name="T4" fmla="*/ 0 w 7"/>
                  <a:gd name="T5" fmla="*/ 105 h 16"/>
                  <a:gd name="T6" fmla="*/ 24 w 7"/>
                  <a:gd name="T7" fmla="*/ 45 h 16"/>
                  <a:gd name="T8" fmla="*/ 37 w 7"/>
                  <a:gd name="T9" fmla="*/ 0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16">
                    <a:moveTo>
                      <a:pt x="7" y="0"/>
                    </a:moveTo>
                    <a:cubicBezTo>
                      <a:pt x="7" y="3"/>
                      <a:pt x="7" y="6"/>
                      <a:pt x="6" y="9"/>
                    </a:cubicBezTo>
                    <a:cubicBezTo>
                      <a:pt x="5" y="12"/>
                      <a:pt x="3" y="15"/>
                      <a:pt x="0" y="16"/>
                    </a:cubicBezTo>
                    <a:cubicBezTo>
                      <a:pt x="2" y="13"/>
                      <a:pt x="3" y="10"/>
                      <a:pt x="4" y="7"/>
                    </a:cubicBezTo>
                    <a:cubicBezTo>
                      <a:pt x="4" y="5"/>
                      <a:pt x="6" y="3"/>
                      <a:pt x="6" y="0"/>
                    </a:cubicBezTo>
                  </a:path>
                </a:pathLst>
              </a:custGeom>
              <a:solidFill>
                <a:srgbClr val="7E39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750" name="Freeform 144">
                <a:extLst>
                  <a:ext uri="{FF2B5EF4-FFF2-40B4-BE49-F238E27FC236}">
                    <a16:creationId xmlns:a16="http://schemas.microsoft.com/office/drawing/2014/main" id="{59CBF515-95E1-477C-B847-9C6949F9B1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3" y="3938"/>
                <a:ext cx="13" cy="25"/>
              </a:xfrm>
              <a:custGeom>
                <a:avLst/>
                <a:gdLst>
                  <a:gd name="T0" fmla="*/ 45 w 7"/>
                  <a:gd name="T1" fmla="*/ 0 h 13"/>
                  <a:gd name="T2" fmla="*/ 32 w 7"/>
                  <a:gd name="T3" fmla="*/ 56 h 13"/>
                  <a:gd name="T4" fmla="*/ 0 w 7"/>
                  <a:gd name="T5" fmla="*/ 92 h 13"/>
                  <a:gd name="T6" fmla="*/ 45 w 7"/>
                  <a:gd name="T7" fmla="*/ 8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13">
                    <a:moveTo>
                      <a:pt x="7" y="0"/>
                    </a:moveTo>
                    <a:cubicBezTo>
                      <a:pt x="7" y="3"/>
                      <a:pt x="7" y="6"/>
                      <a:pt x="5" y="8"/>
                    </a:cubicBezTo>
                    <a:cubicBezTo>
                      <a:pt x="4" y="10"/>
                      <a:pt x="1" y="11"/>
                      <a:pt x="0" y="13"/>
                    </a:cubicBezTo>
                    <a:cubicBezTo>
                      <a:pt x="1" y="8"/>
                      <a:pt x="3" y="2"/>
                      <a:pt x="7" y="1"/>
                    </a:cubicBezTo>
                  </a:path>
                </a:pathLst>
              </a:custGeom>
              <a:solidFill>
                <a:srgbClr val="7E39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751" name="Freeform 145">
                <a:extLst>
                  <a:ext uri="{FF2B5EF4-FFF2-40B4-BE49-F238E27FC236}">
                    <a16:creationId xmlns:a16="http://schemas.microsoft.com/office/drawing/2014/main" id="{3909E81F-1695-443D-8DEA-6165C167A3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3" y="3927"/>
                <a:ext cx="15" cy="21"/>
              </a:xfrm>
              <a:custGeom>
                <a:avLst/>
                <a:gdLst>
                  <a:gd name="T0" fmla="*/ 53 w 8"/>
                  <a:gd name="T1" fmla="*/ 0 h 11"/>
                  <a:gd name="T2" fmla="*/ 0 w 8"/>
                  <a:gd name="T3" fmla="*/ 76 h 11"/>
                  <a:gd name="T4" fmla="*/ 45 w 8"/>
                  <a:gd name="T5" fmla="*/ 0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1">
                    <a:moveTo>
                      <a:pt x="8" y="0"/>
                    </a:moveTo>
                    <a:cubicBezTo>
                      <a:pt x="7" y="5"/>
                      <a:pt x="5" y="8"/>
                      <a:pt x="0" y="11"/>
                    </a:cubicBezTo>
                    <a:cubicBezTo>
                      <a:pt x="1" y="7"/>
                      <a:pt x="4" y="1"/>
                      <a:pt x="7" y="0"/>
                    </a:cubicBezTo>
                  </a:path>
                </a:pathLst>
              </a:custGeom>
              <a:solidFill>
                <a:srgbClr val="7E39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752" name="Freeform 146">
                <a:extLst>
                  <a:ext uri="{FF2B5EF4-FFF2-40B4-BE49-F238E27FC236}">
                    <a16:creationId xmlns:a16="http://schemas.microsoft.com/office/drawing/2014/main" id="{D8444F53-4D07-481A-AC26-02B34FFF57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0" y="3830"/>
                <a:ext cx="34" cy="101"/>
              </a:xfrm>
              <a:custGeom>
                <a:avLst/>
                <a:gdLst>
                  <a:gd name="T0" fmla="*/ 121 w 18"/>
                  <a:gd name="T1" fmla="*/ 0 h 54"/>
                  <a:gd name="T2" fmla="*/ 68 w 18"/>
                  <a:gd name="T3" fmla="*/ 202 h 54"/>
                  <a:gd name="T4" fmla="*/ 47 w 18"/>
                  <a:gd name="T5" fmla="*/ 277 h 54"/>
                  <a:gd name="T6" fmla="*/ 0 w 18"/>
                  <a:gd name="T7" fmla="*/ 354 h 54"/>
                  <a:gd name="T8" fmla="*/ 60 w 18"/>
                  <a:gd name="T9" fmla="*/ 137 h 54"/>
                  <a:gd name="T10" fmla="*/ 121 w 18"/>
                  <a:gd name="T11" fmla="*/ 7 h 5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8" h="54">
                    <a:moveTo>
                      <a:pt x="18" y="0"/>
                    </a:moveTo>
                    <a:cubicBezTo>
                      <a:pt x="10" y="9"/>
                      <a:pt x="11" y="20"/>
                      <a:pt x="10" y="31"/>
                    </a:cubicBezTo>
                    <a:cubicBezTo>
                      <a:pt x="10" y="35"/>
                      <a:pt x="9" y="39"/>
                      <a:pt x="7" y="42"/>
                    </a:cubicBezTo>
                    <a:cubicBezTo>
                      <a:pt x="5" y="46"/>
                      <a:pt x="2" y="50"/>
                      <a:pt x="0" y="54"/>
                    </a:cubicBezTo>
                    <a:cubicBezTo>
                      <a:pt x="8" y="47"/>
                      <a:pt x="7" y="30"/>
                      <a:pt x="9" y="21"/>
                    </a:cubicBezTo>
                    <a:cubicBezTo>
                      <a:pt x="11" y="13"/>
                      <a:pt x="14" y="7"/>
                      <a:pt x="18" y="1"/>
                    </a:cubicBezTo>
                  </a:path>
                </a:pathLst>
              </a:custGeom>
              <a:solidFill>
                <a:srgbClr val="6B2D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753" name="Freeform 147">
                <a:extLst>
                  <a:ext uri="{FF2B5EF4-FFF2-40B4-BE49-F238E27FC236}">
                    <a16:creationId xmlns:a16="http://schemas.microsoft.com/office/drawing/2014/main" id="{B2DFB040-09AD-4789-8028-3A93DA2CD3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9" y="3755"/>
                <a:ext cx="31" cy="64"/>
              </a:xfrm>
              <a:custGeom>
                <a:avLst/>
                <a:gdLst>
                  <a:gd name="T0" fmla="*/ 86 w 17"/>
                  <a:gd name="T1" fmla="*/ 0 h 34"/>
                  <a:gd name="T2" fmla="*/ 0 w 17"/>
                  <a:gd name="T3" fmla="*/ 226 h 34"/>
                  <a:gd name="T4" fmla="*/ 53 w 17"/>
                  <a:gd name="T5" fmla="*/ 120 h 34"/>
                  <a:gd name="T6" fmla="*/ 80 w 17"/>
                  <a:gd name="T7" fmla="*/ 28 h 3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34">
                    <a:moveTo>
                      <a:pt x="14" y="0"/>
                    </a:moveTo>
                    <a:cubicBezTo>
                      <a:pt x="17" y="13"/>
                      <a:pt x="11" y="26"/>
                      <a:pt x="0" y="34"/>
                    </a:cubicBezTo>
                    <a:cubicBezTo>
                      <a:pt x="5" y="30"/>
                      <a:pt x="7" y="24"/>
                      <a:pt x="9" y="18"/>
                    </a:cubicBezTo>
                    <a:cubicBezTo>
                      <a:pt x="11" y="13"/>
                      <a:pt x="13" y="9"/>
                      <a:pt x="13" y="4"/>
                    </a:cubicBezTo>
                  </a:path>
                </a:pathLst>
              </a:custGeom>
              <a:solidFill>
                <a:srgbClr val="6B2D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754" name="Freeform 148">
                <a:extLst>
                  <a:ext uri="{FF2B5EF4-FFF2-40B4-BE49-F238E27FC236}">
                    <a16:creationId xmlns:a16="http://schemas.microsoft.com/office/drawing/2014/main" id="{9CC062F5-728C-4C86-B2F4-2DBF05312F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4" y="3929"/>
                <a:ext cx="35" cy="82"/>
              </a:xfrm>
              <a:custGeom>
                <a:avLst/>
                <a:gdLst>
                  <a:gd name="T0" fmla="*/ 118 w 19"/>
                  <a:gd name="T1" fmla="*/ 0 h 44"/>
                  <a:gd name="T2" fmla="*/ 57 w 19"/>
                  <a:gd name="T3" fmla="*/ 157 h 44"/>
                  <a:gd name="T4" fmla="*/ 0 w 19"/>
                  <a:gd name="T5" fmla="*/ 285 h 44"/>
                  <a:gd name="T6" fmla="*/ 24 w 19"/>
                  <a:gd name="T7" fmla="*/ 164 h 44"/>
                  <a:gd name="T8" fmla="*/ 96 w 19"/>
                  <a:gd name="T9" fmla="*/ 7 h 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44">
                    <a:moveTo>
                      <a:pt x="19" y="0"/>
                    </a:moveTo>
                    <a:cubicBezTo>
                      <a:pt x="12" y="6"/>
                      <a:pt x="10" y="15"/>
                      <a:pt x="9" y="24"/>
                    </a:cubicBezTo>
                    <a:cubicBezTo>
                      <a:pt x="8" y="31"/>
                      <a:pt x="10" y="42"/>
                      <a:pt x="0" y="44"/>
                    </a:cubicBezTo>
                    <a:cubicBezTo>
                      <a:pt x="7" y="40"/>
                      <a:pt x="4" y="32"/>
                      <a:pt x="4" y="25"/>
                    </a:cubicBezTo>
                    <a:cubicBezTo>
                      <a:pt x="5" y="16"/>
                      <a:pt x="10" y="8"/>
                      <a:pt x="15" y="1"/>
                    </a:cubicBezTo>
                  </a:path>
                </a:pathLst>
              </a:custGeom>
              <a:solidFill>
                <a:srgbClr val="6B2D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755" name="Freeform 149">
                <a:extLst>
                  <a:ext uri="{FF2B5EF4-FFF2-40B4-BE49-F238E27FC236}">
                    <a16:creationId xmlns:a16="http://schemas.microsoft.com/office/drawing/2014/main" id="{32981A01-A86D-40B2-AE14-86CA142D58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4" y="3823"/>
                <a:ext cx="19" cy="50"/>
              </a:xfrm>
              <a:custGeom>
                <a:avLst/>
                <a:gdLst>
                  <a:gd name="T0" fmla="*/ 61 w 10"/>
                  <a:gd name="T1" fmla="*/ 0 h 27"/>
                  <a:gd name="T2" fmla="*/ 48 w 10"/>
                  <a:gd name="T3" fmla="*/ 104 h 27"/>
                  <a:gd name="T4" fmla="*/ 0 w 10"/>
                  <a:gd name="T5" fmla="*/ 172 h 27"/>
                  <a:gd name="T6" fmla="*/ 40 w 10"/>
                  <a:gd name="T7" fmla="*/ 89 h 27"/>
                  <a:gd name="T8" fmla="*/ 48 w 10"/>
                  <a:gd name="T9" fmla="*/ 20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27">
                    <a:moveTo>
                      <a:pt x="9" y="0"/>
                    </a:moveTo>
                    <a:cubicBezTo>
                      <a:pt x="10" y="5"/>
                      <a:pt x="9" y="11"/>
                      <a:pt x="7" y="16"/>
                    </a:cubicBezTo>
                    <a:cubicBezTo>
                      <a:pt x="6" y="20"/>
                      <a:pt x="4" y="23"/>
                      <a:pt x="0" y="27"/>
                    </a:cubicBezTo>
                    <a:cubicBezTo>
                      <a:pt x="4" y="24"/>
                      <a:pt x="5" y="17"/>
                      <a:pt x="6" y="14"/>
                    </a:cubicBezTo>
                    <a:cubicBezTo>
                      <a:pt x="7" y="10"/>
                      <a:pt x="9" y="6"/>
                      <a:pt x="7" y="3"/>
                    </a:cubicBezTo>
                  </a:path>
                </a:pathLst>
              </a:custGeom>
              <a:solidFill>
                <a:srgbClr val="6B2D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756" name="Freeform 150">
                <a:extLst>
                  <a:ext uri="{FF2B5EF4-FFF2-40B4-BE49-F238E27FC236}">
                    <a16:creationId xmlns:a16="http://schemas.microsoft.com/office/drawing/2014/main" id="{12EC788B-B41A-45EB-A174-F653D40BB1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4" y="3191"/>
                <a:ext cx="28" cy="370"/>
              </a:xfrm>
              <a:custGeom>
                <a:avLst/>
                <a:gdLst>
                  <a:gd name="T0" fmla="*/ 0 w 15"/>
                  <a:gd name="T1" fmla="*/ 0 h 198"/>
                  <a:gd name="T2" fmla="*/ 97 w 15"/>
                  <a:gd name="T3" fmla="*/ 1291 h 198"/>
                  <a:gd name="T4" fmla="*/ 0 w 15"/>
                  <a:gd name="T5" fmla="*/ 0 h 19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198">
                    <a:moveTo>
                      <a:pt x="0" y="0"/>
                    </a:moveTo>
                    <a:cubicBezTo>
                      <a:pt x="0" y="0"/>
                      <a:pt x="3" y="154"/>
                      <a:pt x="15" y="198"/>
                    </a:cubicBezTo>
                    <a:cubicBezTo>
                      <a:pt x="15" y="198"/>
                      <a:pt x="0" y="27"/>
                      <a:pt x="0" y="0"/>
                    </a:cubicBezTo>
                    <a:close/>
                  </a:path>
                </a:pathLst>
              </a:custGeom>
              <a:solidFill>
                <a:srgbClr val="7E39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757" name="Freeform 151">
                <a:extLst>
                  <a:ext uri="{FF2B5EF4-FFF2-40B4-BE49-F238E27FC236}">
                    <a16:creationId xmlns:a16="http://schemas.microsoft.com/office/drawing/2014/main" id="{E4B82C8C-FB4B-464E-869E-83BBA7288C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9" y="3234"/>
                <a:ext cx="43" cy="415"/>
              </a:xfrm>
              <a:custGeom>
                <a:avLst/>
                <a:gdLst>
                  <a:gd name="T0" fmla="*/ 84 w 23"/>
                  <a:gd name="T1" fmla="*/ 0 h 222"/>
                  <a:gd name="T2" fmla="*/ 97 w 23"/>
                  <a:gd name="T3" fmla="*/ 580 h 222"/>
                  <a:gd name="T4" fmla="*/ 7 w 23"/>
                  <a:gd name="T5" fmla="*/ 1451 h 222"/>
                  <a:gd name="T6" fmla="*/ 45 w 23"/>
                  <a:gd name="T7" fmla="*/ 731 h 222"/>
                  <a:gd name="T8" fmla="*/ 84 w 23"/>
                  <a:gd name="T9" fmla="*/ 0 h 2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222">
                    <a:moveTo>
                      <a:pt x="13" y="0"/>
                    </a:moveTo>
                    <a:cubicBezTo>
                      <a:pt x="13" y="0"/>
                      <a:pt x="23" y="45"/>
                      <a:pt x="15" y="89"/>
                    </a:cubicBezTo>
                    <a:cubicBezTo>
                      <a:pt x="6" y="133"/>
                      <a:pt x="1" y="213"/>
                      <a:pt x="1" y="222"/>
                    </a:cubicBezTo>
                    <a:cubicBezTo>
                      <a:pt x="1" y="222"/>
                      <a:pt x="0" y="143"/>
                      <a:pt x="7" y="112"/>
                    </a:cubicBezTo>
                    <a:cubicBezTo>
                      <a:pt x="13" y="81"/>
                      <a:pt x="16" y="36"/>
                      <a:pt x="13" y="0"/>
                    </a:cubicBezTo>
                    <a:close/>
                  </a:path>
                </a:pathLst>
              </a:custGeom>
              <a:solidFill>
                <a:srgbClr val="6B2D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758" name="Freeform 152">
                <a:extLst>
                  <a:ext uri="{FF2B5EF4-FFF2-40B4-BE49-F238E27FC236}">
                    <a16:creationId xmlns:a16="http://schemas.microsoft.com/office/drawing/2014/main" id="{C8368AAC-4DE2-4FFC-AB70-7948BAB0CE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6" y="1598"/>
                <a:ext cx="8" cy="7"/>
              </a:xfrm>
              <a:custGeom>
                <a:avLst/>
                <a:gdLst>
                  <a:gd name="T0" fmla="*/ 8 w 4"/>
                  <a:gd name="T1" fmla="*/ 7 h 4"/>
                  <a:gd name="T2" fmla="*/ 0 w 4"/>
                  <a:gd name="T3" fmla="*/ 21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4">
                    <a:moveTo>
                      <a:pt x="1" y="1"/>
                    </a:moveTo>
                    <a:cubicBezTo>
                      <a:pt x="2" y="0"/>
                      <a:pt x="4" y="4"/>
                      <a:pt x="0" y="4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759" name="Freeform 153">
                <a:extLst>
                  <a:ext uri="{FF2B5EF4-FFF2-40B4-BE49-F238E27FC236}">
                    <a16:creationId xmlns:a16="http://schemas.microsoft.com/office/drawing/2014/main" id="{72273A8A-ED2B-4E2C-B71F-405E5439DB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9" y="2515"/>
                <a:ext cx="10" cy="24"/>
              </a:xfrm>
              <a:custGeom>
                <a:avLst/>
                <a:gdLst>
                  <a:gd name="T0" fmla="*/ 0 w 5"/>
                  <a:gd name="T1" fmla="*/ 76 h 13"/>
                  <a:gd name="T2" fmla="*/ 40 w 5"/>
                  <a:gd name="T3" fmla="*/ 37 h 13"/>
                  <a:gd name="T4" fmla="*/ 0 w 5"/>
                  <a:gd name="T5" fmla="*/ 81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13">
                    <a:moveTo>
                      <a:pt x="0" y="12"/>
                    </a:moveTo>
                    <a:cubicBezTo>
                      <a:pt x="0" y="11"/>
                      <a:pt x="5" y="0"/>
                      <a:pt x="5" y="6"/>
                    </a:cubicBezTo>
                    <a:cubicBezTo>
                      <a:pt x="5" y="10"/>
                      <a:pt x="3" y="11"/>
                      <a:pt x="0" y="13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760" name="Freeform 154">
                <a:extLst>
                  <a:ext uri="{FF2B5EF4-FFF2-40B4-BE49-F238E27FC236}">
                    <a16:creationId xmlns:a16="http://schemas.microsoft.com/office/drawing/2014/main" id="{D57D72CC-9547-4493-8360-9285391724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1" y="2478"/>
                <a:ext cx="13" cy="28"/>
              </a:xfrm>
              <a:custGeom>
                <a:avLst/>
                <a:gdLst>
                  <a:gd name="T0" fmla="*/ 0 w 7"/>
                  <a:gd name="T1" fmla="*/ 7 h 15"/>
                  <a:gd name="T2" fmla="*/ 37 w 7"/>
                  <a:gd name="T3" fmla="*/ 7 h 15"/>
                  <a:gd name="T4" fmla="*/ 37 w 7"/>
                  <a:gd name="T5" fmla="*/ 45 h 15"/>
                  <a:gd name="T6" fmla="*/ 32 w 7"/>
                  <a:gd name="T7" fmla="*/ 84 h 15"/>
                  <a:gd name="T8" fmla="*/ 13 w 7"/>
                  <a:gd name="T9" fmla="*/ 97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15">
                    <a:moveTo>
                      <a:pt x="0" y="1"/>
                    </a:moveTo>
                    <a:cubicBezTo>
                      <a:pt x="2" y="1"/>
                      <a:pt x="5" y="0"/>
                      <a:pt x="6" y="1"/>
                    </a:cubicBezTo>
                    <a:cubicBezTo>
                      <a:pt x="7" y="2"/>
                      <a:pt x="6" y="5"/>
                      <a:pt x="6" y="7"/>
                    </a:cubicBezTo>
                    <a:cubicBezTo>
                      <a:pt x="6" y="8"/>
                      <a:pt x="6" y="11"/>
                      <a:pt x="5" y="13"/>
                    </a:cubicBezTo>
                    <a:cubicBezTo>
                      <a:pt x="5" y="14"/>
                      <a:pt x="3" y="14"/>
                      <a:pt x="2" y="15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761" name="Freeform 155">
                <a:extLst>
                  <a:ext uri="{FF2B5EF4-FFF2-40B4-BE49-F238E27FC236}">
                    <a16:creationId xmlns:a16="http://schemas.microsoft.com/office/drawing/2014/main" id="{94074935-0C45-4267-8CE7-89A67933B2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9" y="2539"/>
                <a:ext cx="17" cy="25"/>
              </a:xfrm>
              <a:custGeom>
                <a:avLst/>
                <a:gdLst>
                  <a:gd name="T0" fmla="*/ 60 w 9"/>
                  <a:gd name="T1" fmla="*/ 23 h 13"/>
                  <a:gd name="T2" fmla="*/ 15 w 9"/>
                  <a:gd name="T3" fmla="*/ 37 h 13"/>
                  <a:gd name="T4" fmla="*/ 0 w 9"/>
                  <a:gd name="T5" fmla="*/ 92 h 13"/>
                  <a:gd name="T6" fmla="*/ 53 w 9"/>
                  <a:gd name="T7" fmla="*/ 92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13">
                    <a:moveTo>
                      <a:pt x="9" y="3"/>
                    </a:moveTo>
                    <a:cubicBezTo>
                      <a:pt x="8" y="0"/>
                      <a:pt x="3" y="3"/>
                      <a:pt x="2" y="5"/>
                    </a:cubicBezTo>
                    <a:cubicBezTo>
                      <a:pt x="1" y="7"/>
                      <a:pt x="0" y="11"/>
                      <a:pt x="0" y="13"/>
                    </a:cubicBezTo>
                    <a:cubicBezTo>
                      <a:pt x="3" y="12"/>
                      <a:pt x="6" y="10"/>
                      <a:pt x="8" y="13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762" name="Freeform 156">
                <a:extLst>
                  <a:ext uri="{FF2B5EF4-FFF2-40B4-BE49-F238E27FC236}">
                    <a16:creationId xmlns:a16="http://schemas.microsoft.com/office/drawing/2014/main" id="{19560FA9-096A-4A68-8B39-1B3E4DC98F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4" y="2534"/>
                <a:ext cx="24" cy="26"/>
              </a:xfrm>
              <a:custGeom>
                <a:avLst/>
                <a:gdLst>
                  <a:gd name="T0" fmla="*/ 44 w 13"/>
                  <a:gd name="T1" fmla="*/ 89 h 14"/>
                  <a:gd name="T2" fmla="*/ 0 w 13"/>
                  <a:gd name="T3" fmla="*/ 76 h 14"/>
                  <a:gd name="T4" fmla="*/ 37 w 13"/>
                  <a:gd name="T5" fmla="*/ 20 h 14"/>
                  <a:gd name="T6" fmla="*/ 81 w 13"/>
                  <a:gd name="T7" fmla="*/ 45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14">
                    <a:moveTo>
                      <a:pt x="7" y="14"/>
                    </a:moveTo>
                    <a:cubicBezTo>
                      <a:pt x="6" y="12"/>
                      <a:pt x="2" y="11"/>
                      <a:pt x="0" y="12"/>
                    </a:cubicBezTo>
                    <a:cubicBezTo>
                      <a:pt x="3" y="10"/>
                      <a:pt x="4" y="5"/>
                      <a:pt x="6" y="3"/>
                    </a:cubicBezTo>
                    <a:cubicBezTo>
                      <a:pt x="9" y="0"/>
                      <a:pt x="13" y="3"/>
                      <a:pt x="13" y="7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763" name="Freeform 157">
                <a:extLst>
                  <a:ext uri="{FF2B5EF4-FFF2-40B4-BE49-F238E27FC236}">
                    <a16:creationId xmlns:a16="http://schemas.microsoft.com/office/drawing/2014/main" id="{B3AB086B-F447-4F03-B46F-A4A1ADB000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0" y="2478"/>
                <a:ext cx="14" cy="31"/>
              </a:xfrm>
              <a:custGeom>
                <a:avLst/>
                <a:gdLst>
                  <a:gd name="T0" fmla="*/ 56 w 7"/>
                  <a:gd name="T1" fmla="*/ 7 h 17"/>
                  <a:gd name="T2" fmla="*/ 8 w 7"/>
                  <a:gd name="T3" fmla="*/ 44 h 17"/>
                  <a:gd name="T4" fmla="*/ 24 w 7"/>
                  <a:gd name="T5" fmla="*/ 104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7">
                    <a:moveTo>
                      <a:pt x="7" y="1"/>
                    </a:moveTo>
                    <a:cubicBezTo>
                      <a:pt x="2" y="0"/>
                      <a:pt x="2" y="3"/>
                      <a:pt x="1" y="7"/>
                    </a:cubicBezTo>
                    <a:cubicBezTo>
                      <a:pt x="1" y="10"/>
                      <a:pt x="0" y="15"/>
                      <a:pt x="3" y="17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764" name="Freeform 158">
                <a:extLst>
                  <a:ext uri="{FF2B5EF4-FFF2-40B4-BE49-F238E27FC236}">
                    <a16:creationId xmlns:a16="http://schemas.microsoft.com/office/drawing/2014/main" id="{60FC11F8-2A49-491D-B0D1-AF3EEB0EEA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6" y="2539"/>
                <a:ext cx="24" cy="25"/>
              </a:xfrm>
              <a:custGeom>
                <a:avLst/>
                <a:gdLst>
                  <a:gd name="T0" fmla="*/ 37 w 13"/>
                  <a:gd name="T1" fmla="*/ 71 h 13"/>
                  <a:gd name="T2" fmla="*/ 81 w 13"/>
                  <a:gd name="T3" fmla="*/ 85 h 13"/>
                  <a:gd name="T4" fmla="*/ 61 w 13"/>
                  <a:gd name="T5" fmla="*/ 44 h 13"/>
                  <a:gd name="T6" fmla="*/ 44 w 13"/>
                  <a:gd name="T7" fmla="*/ 8 h 13"/>
                  <a:gd name="T8" fmla="*/ 0 w 13"/>
                  <a:gd name="T9" fmla="*/ 23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3">
                    <a:moveTo>
                      <a:pt x="6" y="10"/>
                    </a:moveTo>
                    <a:cubicBezTo>
                      <a:pt x="7" y="12"/>
                      <a:pt x="11" y="13"/>
                      <a:pt x="13" y="12"/>
                    </a:cubicBezTo>
                    <a:cubicBezTo>
                      <a:pt x="12" y="10"/>
                      <a:pt x="11" y="8"/>
                      <a:pt x="10" y="6"/>
                    </a:cubicBezTo>
                    <a:cubicBezTo>
                      <a:pt x="9" y="4"/>
                      <a:pt x="8" y="2"/>
                      <a:pt x="7" y="1"/>
                    </a:cubicBezTo>
                    <a:cubicBezTo>
                      <a:pt x="6" y="0"/>
                      <a:pt x="1" y="1"/>
                      <a:pt x="0" y="3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765" name="Freeform 159">
                <a:extLst>
                  <a:ext uri="{FF2B5EF4-FFF2-40B4-BE49-F238E27FC236}">
                    <a16:creationId xmlns:a16="http://schemas.microsoft.com/office/drawing/2014/main" id="{7FD734F3-6DAA-4D6D-BAA0-3A73C194D2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8" y="2539"/>
                <a:ext cx="19" cy="26"/>
              </a:xfrm>
              <a:custGeom>
                <a:avLst/>
                <a:gdLst>
                  <a:gd name="T0" fmla="*/ 15 w 10"/>
                  <a:gd name="T1" fmla="*/ 84 h 14"/>
                  <a:gd name="T2" fmla="*/ 40 w 10"/>
                  <a:gd name="T3" fmla="*/ 84 h 14"/>
                  <a:gd name="T4" fmla="*/ 68 w 10"/>
                  <a:gd name="T5" fmla="*/ 89 h 14"/>
                  <a:gd name="T6" fmla="*/ 48 w 10"/>
                  <a:gd name="T7" fmla="*/ 59 h 14"/>
                  <a:gd name="T8" fmla="*/ 40 w 10"/>
                  <a:gd name="T9" fmla="*/ 24 h 14"/>
                  <a:gd name="T10" fmla="*/ 0 w 10"/>
                  <a:gd name="T11" fmla="*/ 7 h 1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" h="14">
                    <a:moveTo>
                      <a:pt x="2" y="13"/>
                    </a:moveTo>
                    <a:cubicBezTo>
                      <a:pt x="2" y="13"/>
                      <a:pt x="5" y="13"/>
                      <a:pt x="6" y="13"/>
                    </a:cubicBezTo>
                    <a:cubicBezTo>
                      <a:pt x="7" y="13"/>
                      <a:pt x="9" y="13"/>
                      <a:pt x="10" y="14"/>
                    </a:cubicBezTo>
                    <a:cubicBezTo>
                      <a:pt x="9" y="13"/>
                      <a:pt x="8" y="11"/>
                      <a:pt x="7" y="9"/>
                    </a:cubicBezTo>
                    <a:cubicBezTo>
                      <a:pt x="7" y="8"/>
                      <a:pt x="6" y="6"/>
                      <a:pt x="6" y="4"/>
                    </a:cubicBezTo>
                    <a:cubicBezTo>
                      <a:pt x="5" y="2"/>
                      <a:pt x="3" y="0"/>
                      <a:pt x="0" y="1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766" name="Freeform 160">
                <a:extLst>
                  <a:ext uri="{FF2B5EF4-FFF2-40B4-BE49-F238E27FC236}">
                    <a16:creationId xmlns:a16="http://schemas.microsoft.com/office/drawing/2014/main" id="{44C768CF-8517-485D-A347-411042D0B9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2" y="2522"/>
                <a:ext cx="18" cy="19"/>
              </a:xfrm>
              <a:custGeom>
                <a:avLst/>
                <a:gdLst>
                  <a:gd name="T0" fmla="*/ 29 w 10"/>
                  <a:gd name="T1" fmla="*/ 61 h 10"/>
                  <a:gd name="T2" fmla="*/ 52 w 10"/>
                  <a:gd name="T3" fmla="*/ 61 h 10"/>
                  <a:gd name="T4" fmla="*/ 45 w 10"/>
                  <a:gd name="T5" fmla="*/ 40 h 10"/>
                  <a:gd name="T6" fmla="*/ 41 w 10"/>
                  <a:gd name="T7" fmla="*/ 21 h 10"/>
                  <a:gd name="T8" fmla="*/ 23 w 10"/>
                  <a:gd name="T9" fmla="*/ 0 h 10"/>
                  <a:gd name="T10" fmla="*/ 0 w 10"/>
                  <a:gd name="T11" fmla="*/ 0 h 1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" h="10">
                    <a:moveTo>
                      <a:pt x="5" y="9"/>
                    </a:moveTo>
                    <a:cubicBezTo>
                      <a:pt x="5" y="9"/>
                      <a:pt x="8" y="10"/>
                      <a:pt x="9" y="9"/>
                    </a:cubicBezTo>
                    <a:cubicBezTo>
                      <a:pt x="10" y="9"/>
                      <a:pt x="9" y="7"/>
                      <a:pt x="8" y="6"/>
                    </a:cubicBezTo>
                    <a:cubicBezTo>
                      <a:pt x="8" y="5"/>
                      <a:pt x="7" y="4"/>
                      <a:pt x="7" y="3"/>
                    </a:cubicBezTo>
                    <a:cubicBezTo>
                      <a:pt x="6" y="1"/>
                      <a:pt x="6" y="1"/>
                      <a:pt x="4" y="0"/>
                    </a:cubicBezTo>
                    <a:cubicBezTo>
                      <a:pt x="3" y="0"/>
                      <a:pt x="1" y="0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767" name="Freeform 161">
                <a:extLst>
                  <a:ext uri="{FF2B5EF4-FFF2-40B4-BE49-F238E27FC236}">
                    <a16:creationId xmlns:a16="http://schemas.microsoft.com/office/drawing/2014/main" id="{C3C37B4C-BAAE-4C10-A416-5569904366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2" y="1336"/>
                <a:ext cx="142" cy="36"/>
              </a:xfrm>
              <a:custGeom>
                <a:avLst/>
                <a:gdLst>
                  <a:gd name="T0" fmla="*/ 495 w 76"/>
                  <a:gd name="T1" fmla="*/ 129 h 19"/>
                  <a:gd name="T2" fmla="*/ 125 w 76"/>
                  <a:gd name="T3" fmla="*/ 40 h 19"/>
                  <a:gd name="T4" fmla="*/ 0 w 76"/>
                  <a:gd name="T5" fmla="*/ 0 h 19"/>
                  <a:gd name="T6" fmla="*/ 125 w 76"/>
                  <a:gd name="T7" fmla="*/ 32 h 19"/>
                  <a:gd name="T8" fmla="*/ 495 w 76"/>
                  <a:gd name="T9" fmla="*/ 129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6" h="19">
                    <a:moveTo>
                      <a:pt x="76" y="19"/>
                    </a:moveTo>
                    <a:cubicBezTo>
                      <a:pt x="53" y="6"/>
                      <a:pt x="28" y="6"/>
                      <a:pt x="19" y="6"/>
                    </a:cubicBezTo>
                    <a:cubicBezTo>
                      <a:pt x="11" y="5"/>
                      <a:pt x="0" y="0"/>
                      <a:pt x="0" y="0"/>
                    </a:cubicBezTo>
                    <a:cubicBezTo>
                      <a:pt x="0" y="0"/>
                      <a:pt x="11" y="4"/>
                      <a:pt x="19" y="5"/>
                    </a:cubicBezTo>
                    <a:cubicBezTo>
                      <a:pt x="28" y="5"/>
                      <a:pt x="53" y="6"/>
                      <a:pt x="76" y="19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1136" name="Freeform 162">
                <a:extLst>
                  <a:ext uri="{FF2B5EF4-FFF2-40B4-BE49-F238E27FC236}">
                    <a16:creationId xmlns:a16="http://schemas.microsoft.com/office/drawing/2014/main" id="{63328E28-5FB0-47F3-87F3-83B369CDFB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8" y="1336"/>
                <a:ext cx="144" cy="36"/>
              </a:xfrm>
              <a:custGeom>
                <a:avLst/>
                <a:gdLst>
                  <a:gd name="T0" fmla="*/ 0 w 77"/>
                  <a:gd name="T1" fmla="*/ 129 h 19"/>
                  <a:gd name="T2" fmla="*/ 374 w 77"/>
                  <a:gd name="T3" fmla="*/ 40 h 19"/>
                  <a:gd name="T4" fmla="*/ 503 w 77"/>
                  <a:gd name="T5" fmla="*/ 0 h 19"/>
                  <a:gd name="T6" fmla="*/ 374 w 77"/>
                  <a:gd name="T7" fmla="*/ 32 h 19"/>
                  <a:gd name="T8" fmla="*/ 0 w 77"/>
                  <a:gd name="T9" fmla="*/ 129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7" h="19">
                    <a:moveTo>
                      <a:pt x="0" y="19"/>
                    </a:moveTo>
                    <a:cubicBezTo>
                      <a:pt x="24" y="6"/>
                      <a:pt x="48" y="6"/>
                      <a:pt x="57" y="6"/>
                    </a:cubicBezTo>
                    <a:cubicBezTo>
                      <a:pt x="65" y="5"/>
                      <a:pt x="77" y="0"/>
                      <a:pt x="77" y="0"/>
                    </a:cubicBezTo>
                    <a:cubicBezTo>
                      <a:pt x="77" y="0"/>
                      <a:pt x="65" y="4"/>
                      <a:pt x="57" y="5"/>
                    </a:cubicBezTo>
                    <a:cubicBezTo>
                      <a:pt x="48" y="5"/>
                      <a:pt x="24" y="6"/>
                      <a:pt x="0" y="19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1137" name="Freeform 163">
                <a:extLst>
                  <a:ext uri="{FF2B5EF4-FFF2-40B4-BE49-F238E27FC236}">
                    <a16:creationId xmlns:a16="http://schemas.microsoft.com/office/drawing/2014/main" id="{A8CFED29-5CAD-4563-9417-2C0CE82C64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2" y="2149"/>
                <a:ext cx="19" cy="24"/>
              </a:xfrm>
              <a:custGeom>
                <a:avLst/>
                <a:gdLst>
                  <a:gd name="T0" fmla="*/ 68 w 10"/>
                  <a:gd name="T1" fmla="*/ 7 h 13"/>
                  <a:gd name="T2" fmla="*/ 55 w 10"/>
                  <a:gd name="T3" fmla="*/ 13 h 13"/>
                  <a:gd name="T4" fmla="*/ 68 w 10"/>
                  <a:gd name="T5" fmla="*/ 68 h 13"/>
                  <a:gd name="T6" fmla="*/ 55 w 10"/>
                  <a:gd name="T7" fmla="*/ 7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13">
                    <a:moveTo>
                      <a:pt x="10" y="1"/>
                    </a:moveTo>
                    <a:cubicBezTo>
                      <a:pt x="9" y="1"/>
                      <a:pt x="8" y="1"/>
                      <a:pt x="8" y="2"/>
                    </a:cubicBezTo>
                    <a:cubicBezTo>
                      <a:pt x="7" y="6"/>
                      <a:pt x="7" y="9"/>
                      <a:pt x="10" y="11"/>
                    </a:cubicBezTo>
                    <a:cubicBezTo>
                      <a:pt x="1" y="13"/>
                      <a:pt x="0" y="0"/>
                      <a:pt x="8" y="1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1138" name="Freeform 164">
                <a:extLst>
                  <a:ext uri="{FF2B5EF4-FFF2-40B4-BE49-F238E27FC236}">
                    <a16:creationId xmlns:a16="http://schemas.microsoft.com/office/drawing/2014/main" id="{FB001350-4A1E-4B4A-8E67-D25E3E1E30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2" y="985"/>
                <a:ext cx="80" cy="129"/>
              </a:xfrm>
              <a:custGeom>
                <a:avLst/>
                <a:gdLst>
                  <a:gd name="T0" fmla="*/ 76 w 43"/>
                  <a:gd name="T1" fmla="*/ 52 h 69"/>
                  <a:gd name="T2" fmla="*/ 149 w 43"/>
                  <a:gd name="T3" fmla="*/ 13 h 69"/>
                  <a:gd name="T4" fmla="*/ 233 w 43"/>
                  <a:gd name="T5" fmla="*/ 7 h 69"/>
                  <a:gd name="T6" fmla="*/ 270 w 43"/>
                  <a:gd name="T7" fmla="*/ 92 h 69"/>
                  <a:gd name="T8" fmla="*/ 246 w 43"/>
                  <a:gd name="T9" fmla="*/ 234 h 69"/>
                  <a:gd name="T10" fmla="*/ 121 w 43"/>
                  <a:gd name="T11" fmla="*/ 391 h 69"/>
                  <a:gd name="T12" fmla="*/ 52 w 43"/>
                  <a:gd name="T13" fmla="*/ 443 h 69"/>
                  <a:gd name="T14" fmla="*/ 0 w 43"/>
                  <a:gd name="T15" fmla="*/ 374 h 6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3" h="69">
                    <a:moveTo>
                      <a:pt x="12" y="8"/>
                    </a:moveTo>
                    <a:cubicBezTo>
                      <a:pt x="16" y="7"/>
                      <a:pt x="19" y="3"/>
                      <a:pt x="23" y="2"/>
                    </a:cubicBezTo>
                    <a:cubicBezTo>
                      <a:pt x="27" y="0"/>
                      <a:pt x="32" y="0"/>
                      <a:pt x="36" y="1"/>
                    </a:cubicBezTo>
                    <a:cubicBezTo>
                      <a:pt x="41" y="3"/>
                      <a:pt x="42" y="9"/>
                      <a:pt x="42" y="14"/>
                    </a:cubicBezTo>
                    <a:cubicBezTo>
                      <a:pt x="43" y="21"/>
                      <a:pt x="42" y="31"/>
                      <a:pt x="38" y="36"/>
                    </a:cubicBezTo>
                    <a:cubicBezTo>
                      <a:pt x="31" y="45"/>
                      <a:pt x="24" y="51"/>
                      <a:pt x="19" y="60"/>
                    </a:cubicBezTo>
                    <a:cubicBezTo>
                      <a:pt x="17" y="64"/>
                      <a:pt x="13" y="69"/>
                      <a:pt x="8" y="68"/>
                    </a:cubicBezTo>
                    <a:cubicBezTo>
                      <a:pt x="2" y="68"/>
                      <a:pt x="2" y="61"/>
                      <a:pt x="0" y="57"/>
                    </a:cubicBezTo>
                  </a:path>
                </a:pathLst>
              </a:custGeom>
              <a:solidFill>
                <a:srgbClr val="75332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1139" name="Freeform 165">
                <a:extLst>
                  <a:ext uri="{FF2B5EF4-FFF2-40B4-BE49-F238E27FC236}">
                    <a16:creationId xmlns:a16="http://schemas.microsoft.com/office/drawing/2014/main" id="{221921D8-E2A4-4C4A-A2FF-91EA3E81BE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2" y="985"/>
                <a:ext cx="80" cy="129"/>
              </a:xfrm>
              <a:custGeom>
                <a:avLst/>
                <a:gdLst>
                  <a:gd name="T0" fmla="*/ 76 w 43"/>
                  <a:gd name="T1" fmla="*/ 52 h 69"/>
                  <a:gd name="T2" fmla="*/ 149 w 43"/>
                  <a:gd name="T3" fmla="*/ 13 h 69"/>
                  <a:gd name="T4" fmla="*/ 233 w 43"/>
                  <a:gd name="T5" fmla="*/ 7 h 69"/>
                  <a:gd name="T6" fmla="*/ 270 w 43"/>
                  <a:gd name="T7" fmla="*/ 92 h 69"/>
                  <a:gd name="T8" fmla="*/ 246 w 43"/>
                  <a:gd name="T9" fmla="*/ 234 h 69"/>
                  <a:gd name="T10" fmla="*/ 121 w 43"/>
                  <a:gd name="T11" fmla="*/ 391 h 69"/>
                  <a:gd name="T12" fmla="*/ 52 w 43"/>
                  <a:gd name="T13" fmla="*/ 443 h 69"/>
                  <a:gd name="T14" fmla="*/ 0 w 43"/>
                  <a:gd name="T15" fmla="*/ 374 h 6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3" h="69">
                    <a:moveTo>
                      <a:pt x="12" y="8"/>
                    </a:moveTo>
                    <a:cubicBezTo>
                      <a:pt x="16" y="7"/>
                      <a:pt x="19" y="3"/>
                      <a:pt x="23" y="2"/>
                    </a:cubicBezTo>
                    <a:cubicBezTo>
                      <a:pt x="27" y="0"/>
                      <a:pt x="32" y="0"/>
                      <a:pt x="36" y="1"/>
                    </a:cubicBezTo>
                    <a:cubicBezTo>
                      <a:pt x="41" y="3"/>
                      <a:pt x="42" y="9"/>
                      <a:pt x="42" y="14"/>
                    </a:cubicBezTo>
                    <a:cubicBezTo>
                      <a:pt x="43" y="21"/>
                      <a:pt x="42" y="31"/>
                      <a:pt x="38" y="36"/>
                    </a:cubicBezTo>
                    <a:cubicBezTo>
                      <a:pt x="31" y="45"/>
                      <a:pt x="24" y="51"/>
                      <a:pt x="19" y="60"/>
                    </a:cubicBezTo>
                    <a:cubicBezTo>
                      <a:pt x="17" y="64"/>
                      <a:pt x="13" y="69"/>
                      <a:pt x="8" y="68"/>
                    </a:cubicBezTo>
                    <a:cubicBezTo>
                      <a:pt x="2" y="68"/>
                      <a:pt x="2" y="61"/>
                      <a:pt x="0" y="57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1140" name="Freeform 166">
                <a:extLst>
                  <a:ext uri="{FF2B5EF4-FFF2-40B4-BE49-F238E27FC236}">
                    <a16:creationId xmlns:a16="http://schemas.microsoft.com/office/drawing/2014/main" id="{FB809BF4-22A6-409C-88E0-40370407A1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7" y="998"/>
                <a:ext cx="38" cy="64"/>
              </a:xfrm>
              <a:custGeom>
                <a:avLst/>
                <a:gdLst>
                  <a:gd name="T0" fmla="*/ 0 w 20"/>
                  <a:gd name="T1" fmla="*/ 226 h 34"/>
                  <a:gd name="T2" fmla="*/ 84 w 20"/>
                  <a:gd name="T3" fmla="*/ 160 h 34"/>
                  <a:gd name="T4" fmla="*/ 108 w 20"/>
                  <a:gd name="T5" fmla="*/ 60 h 34"/>
                  <a:gd name="T6" fmla="*/ 76 w 20"/>
                  <a:gd name="T7" fmla="*/ 0 h 34"/>
                  <a:gd name="T8" fmla="*/ 15 w 20"/>
                  <a:gd name="T9" fmla="*/ 28 h 34"/>
                  <a:gd name="T10" fmla="*/ 76 w 20"/>
                  <a:gd name="T11" fmla="*/ 8 h 34"/>
                  <a:gd name="T12" fmla="*/ 76 w 20"/>
                  <a:gd name="T13" fmla="*/ 152 h 34"/>
                  <a:gd name="T14" fmla="*/ 0 w 20"/>
                  <a:gd name="T15" fmla="*/ 226 h 3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0" h="34">
                    <a:moveTo>
                      <a:pt x="0" y="34"/>
                    </a:moveTo>
                    <a:cubicBezTo>
                      <a:pt x="2" y="29"/>
                      <a:pt x="9" y="28"/>
                      <a:pt x="12" y="24"/>
                    </a:cubicBezTo>
                    <a:cubicBezTo>
                      <a:pt x="14" y="20"/>
                      <a:pt x="17" y="14"/>
                      <a:pt x="16" y="9"/>
                    </a:cubicBezTo>
                    <a:cubicBezTo>
                      <a:pt x="15" y="6"/>
                      <a:pt x="15" y="1"/>
                      <a:pt x="11" y="0"/>
                    </a:cubicBezTo>
                    <a:cubicBezTo>
                      <a:pt x="8" y="0"/>
                      <a:pt x="5" y="2"/>
                      <a:pt x="2" y="4"/>
                    </a:cubicBezTo>
                    <a:cubicBezTo>
                      <a:pt x="2" y="4"/>
                      <a:pt x="9" y="1"/>
                      <a:pt x="11" y="1"/>
                    </a:cubicBezTo>
                    <a:cubicBezTo>
                      <a:pt x="13" y="2"/>
                      <a:pt x="20" y="13"/>
                      <a:pt x="11" y="23"/>
                    </a:cubicBezTo>
                    <a:cubicBezTo>
                      <a:pt x="2" y="34"/>
                      <a:pt x="3" y="27"/>
                      <a:pt x="0" y="34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1141" name="Freeform 167">
                <a:extLst>
                  <a:ext uri="{FF2B5EF4-FFF2-40B4-BE49-F238E27FC236}">
                    <a16:creationId xmlns:a16="http://schemas.microsoft.com/office/drawing/2014/main" id="{786F1B52-9A67-48C4-BA7F-7A3A5DFF4C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8" y="1049"/>
                <a:ext cx="9" cy="30"/>
              </a:xfrm>
              <a:custGeom>
                <a:avLst/>
                <a:gdLst>
                  <a:gd name="T0" fmla="*/ 29 w 5"/>
                  <a:gd name="T1" fmla="*/ 73 h 16"/>
                  <a:gd name="T2" fmla="*/ 0 w 5"/>
                  <a:gd name="T3" fmla="*/ 105 h 16"/>
                  <a:gd name="T4" fmla="*/ 0 w 5"/>
                  <a:gd name="T5" fmla="*/ 15 h 16"/>
                  <a:gd name="T6" fmla="*/ 0 w 5"/>
                  <a:gd name="T7" fmla="*/ 15 h 16"/>
                  <a:gd name="T8" fmla="*/ 16 w 5"/>
                  <a:gd name="T9" fmla="*/ 32 h 16"/>
                  <a:gd name="T10" fmla="*/ 7 w 5"/>
                  <a:gd name="T11" fmla="*/ 99 h 16"/>
                  <a:gd name="T12" fmla="*/ 29 w 5"/>
                  <a:gd name="T13" fmla="*/ 73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" h="16">
                    <a:moveTo>
                      <a:pt x="5" y="11"/>
                    </a:moveTo>
                    <a:cubicBezTo>
                      <a:pt x="4" y="12"/>
                      <a:pt x="1" y="16"/>
                      <a:pt x="0" y="16"/>
                    </a:cubicBezTo>
                    <a:cubicBezTo>
                      <a:pt x="0" y="14"/>
                      <a:pt x="5" y="3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3" y="0"/>
                      <a:pt x="3" y="5"/>
                    </a:cubicBezTo>
                    <a:cubicBezTo>
                      <a:pt x="4" y="10"/>
                      <a:pt x="1" y="15"/>
                      <a:pt x="1" y="15"/>
                    </a:cubicBezTo>
                    <a:lnTo>
                      <a:pt x="5" y="1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1142" name="Freeform 168">
                <a:extLst>
                  <a:ext uri="{FF2B5EF4-FFF2-40B4-BE49-F238E27FC236}">
                    <a16:creationId xmlns:a16="http://schemas.microsoft.com/office/drawing/2014/main" id="{E04ABEC4-BC49-4981-846E-A5E5C8B2F0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9" y="989"/>
                <a:ext cx="33" cy="45"/>
              </a:xfrm>
              <a:custGeom>
                <a:avLst/>
                <a:gdLst>
                  <a:gd name="T0" fmla="*/ 0 w 18"/>
                  <a:gd name="T1" fmla="*/ 15 h 24"/>
                  <a:gd name="T2" fmla="*/ 81 w 18"/>
                  <a:gd name="T3" fmla="*/ 28 h 24"/>
                  <a:gd name="T4" fmla="*/ 57 w 18"/>
                  <a:gd name="T5" fmla="*/ 158 h 24"/>
                  <a:gd name="T6" fmla="*/ 73 w 18"/>
                  <a:gd name="T7" fmla="*/ 60 h 24"/>
                  <a:gd name="T8" fmla="*/ 20 w 18"/>
                  <a:gd name="T9" fmla="*/ 21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24">
                    <a:moveTo>
                      <a:pt x="0" y="2"/>
                    </a:moveTo>
                    <a:cubicBezTo>
                      <a:pt x="4" y="1"/>
                      <a:pt x="11" y="0"/>
                      <a:pt x="13" y="4"/>
                    </a:cubicBezTo>
                    <a:cubicBezTo>
                      <a:pt x="18" y="10"/>
                      <a:pt x="14" y="20"/>
                      <a:pt x="9" y="24"/>
                    </a:cubicBezTo>
                    <a:cubicBezTo>
                      <a:pt x="13" y="21"/>
                      <a:pt x="14" y="13"/>
                      <a:pt x="12" y="9"/>
                    </a:cubicBezTo>
                    <a:cubicBezTo>
                      <a:pt x="10" y="5"/>
                      <a:pt x="7" y="2"/>
                      <a:pt x="3" y="3"/>
                    </a:cubicBezTo>
                  </a:path>
                </a:pathLst>
              </a:custGeom>
              <a:solidFill>
                <a:srgbClr val="6B2D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1143" name="Freeform 169">
                <a:extLst>
                  <a:ext uri="{FF2B5EF4-FFF2-40B4-BE49-F238E27FC236}">
                    <a16:creationId xmlns:a16="http://schemas.microsoft.com/office/drawing/2014/main" id="{5329B5E0-3E33-4F41-9FC2-83B5018266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1" y="1002"/>
                <a:ext cx="23" cy="32"/>
              </a:xfrm>
              <a:custGeom>
                <a:avLst/>
                <a:gdLst>
                  <a:gd name="T0" fmla="*/ 0 w 12"/>
                  <a:gd name="T1" fmla="*/ 21 h 17"/>
                  <a:gd name="T2" fmla="*/ 36 w 12"/>
                  <a:gd name="T3" fmla="*/ 8 h 17"/>
                  <a:gd name="T4" fmla="*/ 69 w 12"/>
                  <a:gd name="T5" fmla="*/ 8 h 17"/>
                  <a:gd name="T6" fmla="*/ 63 w 12"/>
                  <a:gd name="T7" fmla="*/ 60 h 17"/>
                  <a:gd name="T8" fmla="*/ 23 w 12"/>
                  <a:gd name="T9" fmla="*/ 113 h 17"/>
                  <a:gd name="T10" fmla="*/ 48 w 12"/>
                  <a:gd name="T11" fmla="*/ 45 h 17"/>
                  <a:gd name="T12" fmla="*/ 8 w 12"/>
                  <a:gd name="T13" fmla="*/ 21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7">
                    <a:moveTo>
                      <a:pt x="0" y="3"/>
                    </a:moveTo>
                    <a:cubicBezTo>
                      <a:pt x="2" y="3"/>
                      <a:pt x="3" y="2"/>
                      <a:pt x="5" y="1"/>
                    </a:cubicBezTo>
                    <a:cubicBezTo>
                      <a:pt x="7" y="0"/>
                      <a:pt x="9" y="0"/>
                      <a:pt x="10" y="1"/>
                    </a:cubicBezTo>
                    <a:cubicBezTo>
                      <a:pt x="12" y="3"/>
                      <a:pt x="10" y="7"/>
                      <a:pt x="9" y="9"/>
                    </a:cubicBezTo>
                    <a:cubicBezTo>
                      <a:pt x="7" y="12"/>
                      <a:pt x="5" y="15"/>
                      <a:pt x="3" y="17"/>
                    </a:cubicBezTo>
                    <a:cubicBezTo>
                      <a:pt x="5" y="15"/>
                      <a:pt x="8" y="10"/>
                      <a:pt x="7" y="7"/>
                    </a:cubicBezTo>
                    <a:cubicBezTo>
                      <a:pt x="7" y="4"/>
                      <a:pt x="3" y="2"/>
                      <a:pt x="1" y="3"/>
                    </a:cubicBezTo>
                  </a:path>
                </a:pathLst>
              </a:custGeom>
              <a:solidFill>
                <a:srgbClr val="7E39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1144" name="Freeform 170">
                <a:extLst>
                  <a:ext uri="{FF2B5EF4-FFF2-40B4-BE49-F238E27FC236}">
                    <a16:creationId xmlns:a16="http://schemas.microsoft.com/office/drawing/2014/main" id="{F97982E8-EEFC-4955-94E5-5E459D3E5F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4" y="1038"/>
                <a:ext cx="5" cy="22"/>
              </a:xfrm>
              <a:custGeom>
                <a:avLst/>
                <a:gdLst>
                  <a:gd name="T0" fmla="*/ 0 w 3"/>
                  <a:gd name="T1" fmla="*/ 51 h 12"/>
                  <a:gd name="T2" fmla="*/ 5 w 3"/>
                  <a:gd name="T3" fmla="*/ 73 h 12"/>
                  <a:gd name="T4" fmla="*/ 13 w 3"/>
                  <a:gd name="T5" fmla="*/ 37 h 12"/>
                  <a:gd name="T6" fmla="*/ 8 w 3"/>
                  <a:gd name="T7" fmla="*/ 0 h 12"/>
                  <a:gd name="T8" fmla="*/ 0 w 3"/>
                  <a:gd name="T9" fmla="*/ 44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12">
                    <a:moveTo>
                      <a:pt x="0" y="8"/>
                    </a:moveTo>
                    <a:cubicBezTo>
                      <a:pt x="1" y="9"/>
                      <a:pt x="1" y="10"/>
                      <a:pt x="1" y="12"/>
                    </a:cubicBezTo>
                    <a:cubicBezTo>
                      <a:pt x="2" y="11"/>
                      <a:pt x="3" y="7"/>
                      <a:pt x="3" y="6"/>
                    </a:cubicBezTo>
                    <a:cubicBezTo>
                      <a:pt x="3" y="4"/>
                      <a:pt x="3" y="1"/>
                      <a:pt x="2" y="0"/>
                    </a:cubicBezTo>
                    <a:cubicBezTo>
                      <a:pt x="0" y="2"/>
                      <a:pt x="1" y="5"/>
                      <a:pt x="0" y="7"/>
                    </a:cubicBezTo>
                  </a:path>
                </a:pathLst>
              </a:custGeom>
              <a:solidFill>
                <a:srgbClr val="7E39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1145" name="Freeform 171">
                <a:extLst>
                  <a:ext uri="{FF2B5EF4-FFF2-40B4-BE49-F238E27FC236}">
                    <a16:creationId xmlns:a16="http://schemas.microsoft.com/office/drawing/2014/main" id="{FDE08C95-BE9D-4E83-95AC-E19AB68D0D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2" y="985"/>
                <a:ext cx="80" cy="129"/>
              </a:xfrm>
              <a:custGeom>
                <a:avLst/>
                <a:gdLst>
                  <a:gd name="T0" fmla="*/ 193 w 43"/>
                  <a:gd name="T1" fmla="*/ 52 h 69"/>
                  <a:gd name="T2" fmla="*/ 128 w 43"/>
                  <a:gd name="T3" fmla="*/ 13 h 69"/>
                  <a:gd name="T4" fmla="*/ 45 w 43"/>
                  <a:gd name="T5" fmla="*/ 7 h 69"/>
                  <a:gd name="T6" fmla="*/ 0 w 43"/>
                  <a:gd name="T7" fmla="*/ 92 h 69"/>
                  <a:gd name="T8" fmla="*/ 32 w 43"/>
                  <a:gd name="T9" fmla="*/ 234 h 69"/>
                  <a:gd name="T10" fmla="*/ 156 w 43"/>
                  <a:gd name="T11" fmla="*/ 391 h 69"/>
                  <a:gd name="T12" fmla="*/ 218 w 43"/>
                  <a:gd name="T13" fmla="*/ 443 h 69"/>
                  <a:gd name="T14" fmla="*/ 277 w 43"/>
                  <a:gd name="T15" fmla="*/ 374 h 6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3" h="69">
                    <a:moveTo>
                      <a:pt x="30" y="8"/>
                    </a:moveTo>
                    <a:cubicBezTo>
                      <a:pt x="26" y="7"/>
                      <a:pt x="23" y="3"/>
                      <a:pt x="20" y="2"/>
                    </a:cubicBezTo>
                    <a:cubicBezTo>
                      <a:pt x="16" y="0"/>
                      <a:pt x="11" y="0"/>
                      <a:pt x="7" y="1"/>
                    </a:cubicBezTo>
                    <a:cubicBezTo>
                      <a:pt x="2" y="3"/>
                      <a:pt x="0" y="9"/>
                      <a:pt x="0" y="14"/>
                    </a:cubicBezTo>
                    <a:cubicBezTo>
                      <a:pt x="0" y="21"/>
                      <a:pt x="0" y="31"/>
                      <a:pt x="5" y="36"/>
                    </a:cubicBezTo>
                    <a:cubicBezTo>
                      <a:pt x="12" y="45"/>
                      <a:pt x="18" y="51"/>
                      <a:pt x="24" y="60"/>
                    </a:cubicBezTo>
                    <a:cubicBezTo>
                      <a:pt x="26" y="64"/>
                      <a:pt x="29" y="69"/>
                      <a:pt x="34" y="68"/>
                    </a:cubicBezTo>
                    <a:cubicBezTo>
                      <a:pt x="41" y="68"/>
                      <a:pt x="41" y="61"/>
                      <a:pt x="43" y="57"/>
                    </a:cubicBezTo>
                  </a:path>
                </a:pathLst>
              </a:custGeom>
              <a:solidFill>
                <a:srgbClr val="75332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1146" name="Freeform 172">
                <a:extLst>
                  <a:ext uri="{FF2B5EF4-FFF2-40B4-BE49-F238E27FC236}">
                    <a16:creationId xmlns:a16="http://schemas.microsoft.com/office/drawing/2014/main" id="{FA74B917-DE74-4DB0-B125-474CF2C1E8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2" y="985"/>
                <a:ext cx="80" cy="129"/>
              </a:xfrm>
              <a:custGeom>
                <a:avLst/>
                <a:gdLst>
                  <a:gd name="T0" fmla="*/ 193 w 43"/>
                  <a:gd name="T1" fmla="*/ 52 h 69"/>
                  <a:gd name="T2" fmla="*/ 128 w 43"/>
                  <a:gd name="T3" fmla="*/ 13 h 69"/>
                  <a:gd name="T4" fmla="*/ 45 w 43"/>
                  <a:gd name="T5" fmla="*/ 7 h 69"/>
                  <a:gd name="T6" fmla="*/ 0 w 43"/>
                  <a:gd name="T7" fmla="*/ 92 h 69"/>
                  <a:gd name="T8" fmla="*/ 32 w 43"/>
                  <a:gd name="T9" fmla="*/ 234 h 69"/>
                  <a:gd name="T10" fmla="*/ 156 w 43"/>
                  <a:gd name="T11" fmla="*/ 391 h 69"/>
                  <a:gd name="T12" fmla="*/ 218 w 43"/>
                  <a:gd name="T13" fmla="*/ 443 h 69"/>
                  <a:gd name="T14" fmla="*/ 277 w 43"/>
                  <a:gd name="T15" fmla="*/ 374 h 6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3" h="69">
                    <a:moveTo>
                      <a:pt x="30" y="8"/>
                    </a:moveTo>
                    <a:cubicBezTo>
                      <a:pt x="26" y="7"/>
                      <a:pt x="23" y="3"/>
                      <a:pt x="20" y="2"/>
                    </a:cubicBezTo>
                    <a:cubicBezTo>
                      <a:pt x="16" y="0"/>
                      <a:pt x="11" y="0"/>
                      <a:pt x="7" y="1"/>
                    </a:cubicBezTo>
                    <a:cubicBezTo>
                      <a:pt x="2" y="3"/>
                      <a:pt x="0" y="9"/>
                      <a:pt x="0" y="14"/>
                    </a:cubicBezTo>
                    <a:cubicBezTo>
                      <a:pt x="0" y="21"/>
                      <a:pt x="0" y="31"/>
                      <a:pt x="5" y="36"/>
                    </a:cubicBezTo>
                    <a:cubicBezTo>
                      <a:pt x="12" y="45"/>
                      <a:pt x="18" y="51"/>
                      <a:pt x="24" y="60"/>
                    </a:cubicBezTo>
                    <a:cubicBezTo>
                      <a:pt x="26" y="64"/>
                      <a:pt x="29" y="69"/>
                      <a:pt x="34" y="68"/>
                    </a:cubicBezTo>
                    <a:cubicBezTo>
                      <a:pt x="41" y="68"/>
                      <a:pt x="41" y="61"/>
                      <a:pt x="43" y="57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1147" name="Freeform 173">
                <a:extLst>
                  <a:ext uri="{FF2B5EF4-FFF2-40B4-BE49-F238E27FC236}">
                    <a16:creationId xmlns:a16="http://schemas.microsoft.com/office/drawing/2014/main" id="{341BAB52-295E-4219-AB30-4A804F9009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9" y="998"/>
                <a:ext cx="36" cy="64"/>
              </a:xfrm>
              <a:custGeom>
                <a:avLst/>
                <a:gdLst>
                  <a:gd name="T0" fmla="*/ 129 w 19"/>
                  <a:gd name="T1" fmla="*/ 226 h 34"/>
                  <a:gd name="T2" fmla="*/ 53 w 19"/>
                  <a:gd name="T3" fmla="*/ 160 h 34"/>
                  <a:gd name="T4" fmla="*/ 28 w 19"/>
                  <a:gd name="T5" fmla="*/ 60 h 34"/>
                  <a:gd name="T6" fmla="*/ 53 w 19"/>
                  <a:gd name="T7" fmla="*/ 0 h 34"/>
                  <a:gd name="T8" fmla="*/ 121 w 19"/>
                  <a:gd name="T9" fmla="*/ 28 h 34"/>
                  <a:gd name="T10" fmla="*/ 61 w 19"/>
                  <a:gd name="T11" fmla="*/ 8 h 34"/>
                  <a:gd name="T12" fmla="*/ 61 w 19"/>
                  <a:gd name="T13" fmla="*/ 152 h 34"/>
                  <a:gd name="T14" fmla="*/ 129 w 19"/>
                  <a:gd name="T15" fmla="*/ 226 h 3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9" h="34">
                    <a:moveTo>
                      <a:pt x="19" y="34"/>
                    </a:moveTo>
                    <a:cubicBezTo>
                      <a:pt x="18" y="29"/>
                      <a:pt x="10" y="28"/>
                      <a:pt x="8" y="24"/>
                    </a:cubicBezTo>
                    <a:cubicBezTo>
                      <a:pt x="5" y="20"/>
                      <a:pt x="3" y="14"/>
                      <a:pt x="4" y="9"/>
                    </a:cubicBezTo>
                    <a:cubicBezTo>
                      <a:pt x="4" y="6"/>
                      <a:pt x="5" y="1"/>
                      <a:pt x="8" y="0"/>
                    </a:cubicBezTo>
                    <a:cubicBezTo>
                      <a:pt x="12" y="0"/>
                      <a:pt x="15" y="2"/>
                      <a:pt x="18" y="4"/>
                    </a:cubicBezTo>
                    <a:cubicBezTo>
                      <a:pt x="18" y="4"/>
                      <a:pt x="11" y="1"/>
                      <a:pt x="9" y="1"/>
                    </a:cubicBezTo>
                    <a:cubicBezTo>
                      <a:pt x="6" y="2"/>
                      <a:pt x="0" y="13"/>
                      <a:pt x="9" y="23"/>
                    </a:cubicBezTo>
                    <a:cubicBezTo>
                      <a:pt x="17" y="34"/>
                      <a:pt x="17" y="27"/>
                      <a:pt x="19" y="34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1148" name="Freeform 174">
                <a:extLst>
                  <a:ext uri="{FF2B5EF4-FFF2-40B4-BE49-F238E27FC236}">
                    <a16:creationId xmlns:a16="http://schemas.microsoft.com/office/drawing/2014/main" id="{66906838-9B3F-4837-A653-D7FCBD8309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5" y="1049"/>
                <a:ext cx="11" cy="30"/>
              </a:xfrm>
              <a:custGeom>
                <a:avLst/>
                <a:gdLst>
                  <a:gd name="T0" fmla="*/ 7 w 6"/>
                  <a:gd name="T1" fmla="*/ 73 h 16"/>
                  <a:gd name="T2" fmla="*/ 37 w 6"/>
                  <a:gd name="T3" fmla="*/ 105 h 16"/>
                  <a:gd name="T4" fmla="*/ 31 w 6"/>
                  <a:gd name="T5" fmla="*/ 15 h 16"/>
                  <a:gd name="T6" fmla="*/ 31 w 6"/>
                  <a:gd name="T7" fmla="*/ 15 h 16"/>
                  <a:gd name="T8" fmla="*/ 13 w 6"/>
                  <a:gd name="T9" fmla="*/ 32 h 16"/>
                  <a:gd name="T10" fmla="*/ 31 w 6"/>
                  <a:gd name="T11" fmla="*/ 99 h 16"/>
                  <a:gd name="T12" fmla="*/ 7 w 6"/>
                  <a:gd name="T13" fmla="*/ 73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" h="16">
                    <a:moveTo>
                      <a:pt x="1" y="11"/>
                    </a:moveTo>
                    <a:cubicBezTo>
                      <a:pt x="2" y="12"/>
                      <a:pt x="4" y="16"/>
                      <a:pt x="6" y="16"/>
                    </a:cubicBezTo>
                    <a:cubicBezTo>
                      <a:pt x="6" y="14"/>
                      <a:pt x="0" y="3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2" y="0"/>
                      <a:pt x="2" y="5"/>
                    </a:cubicBezTo>
                    <a:cubicBezTo>
                      <a:pt x="2" y="10"/>
                      <a:pt x="5" y="15"/>
                      <a:pt x="5" y="15"/>
                    </a:cubicBezTo>
                    <a:lnTo>
                      <a:pt x="1" y="1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1149" name="Freeform 175">
                <a:extLst>
                  <a:ext uri="{FF2B5EF4-FFF2-40B4-BE49-F238E27FC236}">
                    <a16:creationId xmlns:a16="http://schemas.microsoft.com/office/drawing/2014/main" id="{8B100532-9256-4FE8-B1E5-25ED7A6946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2" y="989"/>
                <a:ext cx="32" cy="45"/>
              </a:xfrm>
              <a:custGeom>
                <a:avLst/>
                <a:gdLst>
                  <a:gd name="T0" fmla="*/ 113 w 17"/>
                  <a:gd name="T1" fmla="*/ 15 h 24"/>
                  <a:gd name="T2" fmla="*/ 28 w 17"/>
                  <a:gd name="T3" fmla="*/ 28 h 24"/>
                  <a:gd name="T4" fmla="*/ 60 w 17"/>
                  <a:gd name="T5" fmla="*/ 158 h 24"/>
                  <a:gd name="T6" fmla="*/ 40 w 17"/>
                  <a:gd name="T7" fmla="*/ 60 h 24"/>
                  <a:gd name="T8" fmla="*/ 100 w 17"/>
                  <a:gd name="T9" fmla="*/ 21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24">
                    <a:moveTo>
                      <a:pt x="17" y="2"/>
                    </a:moveTo>
                    <a:cubicBezTo>
                      <a:pt x="14" y="1"/>
                      <a:pt x="7" y="0"/>
                      <a:pt x="4" y="4"/>
                    </a:cubicBezTo>
                    <a:cubicBezTo>
                      <a:pt x="0" y="10"/>
                      <a:pt x="4" y="20"/>
                      <a:pt x="9" y="24"/>
                    </a:cubicBezTo>
                    <a:cubicBezTo>
                      <a:pt x="5" y="21"/>
                      <a:pt x="4" y="13"/>
                      <a:pt x="6" y="9"/>
                    </a:cubicBezTo>
                    <a:cubicBezTo>
                      <a:pt x="7" y="5"/>
                      <a:pt x="11" y="2"/>
                      <a:pt x="15" y="3"/>
                    </a:cubicBezTo>
                  </a:path>
                </a:pathLst>
              </a:custGeom>
              <a:solidFill>
                <a:srgbClr val="6B2D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1150" name="Freeform 176">
                <a:extLst>
                  <a:ext uri="{FF2B5EF4-FFF2-40B4-BE49-F238E27FC236}">
                    <a16:creationId xmlns:a16="http://schemas.microsoft.com/office/drawing/2014/main" id="{BF3E1EAC-E55B-4F7D-A660-B89FCC1788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9" y="1002"/>
                <a:ext cx="24" cy="32"/>
              </a:xfrm>
              <a:custGeom>
                <a:avLst/>
                <a:gdLst>
                  <a:gd name="T0" fmla="*/ 81 w 13"/>
                  <a:gd name="T1" fmla="*/ 21 h 17"/>
                  <a:gd name="T2" fmla="*/ 44 w 13"/>
                  <a:gd name="T3" fmla="*/ 8 h 17"/>
                  <a:gd name="T4" fmla="*/ 13 w 13"/>
                  <a:gd name="T5" fmla="*/ 8 h 17"/>
                  <a:gd name="T6" fmla="*/ 24 w 13"/>
                  <a:gd name="T7" fmla="*/ 60 h 17"/>
                  <a:gd name="T8" fmla="*/ 61 w 13"/>
                  <a:gd name="T9" fmla="*/ 113 h 17"/>
                  <a:gd name="T10" fmla="*/ 31 w 13"/>
                  <a:gd name="T11" fmla="*/ 45 h 17"/>
                  <a:gd name="T12" fmla="*/ 76 w 13"/>
                  <a:gd name="T13" fmla="*/ 21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17">
                    <a:moveTo>
                      <a:pt x="13" y="3"/>
                    </a:moveTo>
                    <a:cubicBezTo>
                      <a:pt x="11" y="3"/>
                      <a:pt x="9" y="2"/>
                      <a:pt x="7" y="1"/>
                    </a:cubicBezTo>
                    <a:cubicBezTo>
                      <a:pt x="6" y="0"/>
                      <a:pt x="3" y="0"/>
                      <a:pt x="2" y="1"/>
                    </a:cubicBezTo>
                    <a:cubicBezTo>
                      <a:pt x="0" y="3"/>
                      <a:pt x="3" y="7"/>
                      <a:pt x="4" y="9"/>
                    </a:cubicBezTo>
                    <a:cubicBezTo>
                      <a:pt x="6" y="12"/>
                      <a:pt x="7" y="15"/>
                      <a:pt x="10" y="17"/>
                    </a:cubicBezTo>
                    <a:cubicBezTo>
                      <a:pt x="7" y="15"/>
                      <a:pt x="5" y="10"/>
                      <a:pt x="5" y="7"/>
                    </a:cubicBezTo>
                    <a:cubicBezTo>
                      <a:pt x="6" y="4"/>
                      <a:pt x="10" y="2"/>
                      <a:pt x="12" y="3"/>
                    </a:cubicBezTo>
                  </a:path>
                </a:pathLst>
              </a:custGeom>
              <a:solidFill>
                <a:srgbClr val="7E39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1151" name="Freeform 177">
                <a:extLst>
                  <a:ext uri="{FF2B5EF4-FFF2-40B4-BE49-F238E27FC236}">
                    <a16:creationId xmlns:a16="http://schemas.microsoft.com/office/drawing/2014/main" id="{BF889DE3-EC17-44CD-AFDC-BEBDABADF9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5" y="1038"/>
                <a:ext cx="5" cy="22"/>
              </a:xfrm>
              <a:custGeom>
                <a:avLst/>
                <a:gdLst>
                  <a:gd name="T0" fmla="*/ 13 w 3"/>
                  <a:gd name="T1" fmla="*/ 51 h 12"/>
                  <a:gd name="T2" fmla="*/ 5 w 3"/>
                  <a:gd name="T3" fmla="*/ 73 h 12"/>
                  <a:gd name="T4" fmla="*/ 0 w 3"/>
                  <a:gd name="T5" fmla="*/ 37 h 12"/>
                  <a:gd name="T6" fmla="*/ 5 w 3"/>
                  <a:gd name="T7" fmla="*/ 0 h 12"/>
                  <a:gd name="T8" fmla="*/ 13 w 3"/>
                  <a:gd name="T9" fmla="*/ 44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12">
                    <a:moveTo>
                      <a:pt x="3" y="8"/>
                    </a:moveTo>
                    <a:cubicBezTo>
                      <a:pt x="1" y="9"/>
                      <a:pt x="2" y="10"/>
                      <a:pt x="1" y="12"/>
                    </a:cubicBezTo>
                    <a:cubicBezTo>
                      <a:pt x="0" y="11"/>
                      <a:pt x="0" y="7"/>
                      <a:pt x="0" y="6"/>
                    </a:cubicBezTo>
                    <a:cubicBezTo>
                      <a:pt x="0" y="4"/>
                      <a:pt x="0" y="1"/>
                      <a:pt x="1" y="0"/>
                    </a:cubicBezTo>
                    <a:cubicBezTo>
                      <a:pt x="2" y="2"/>
                      <a:pt x="2" y="5"/>
                      <a:pt x="3" y="7"/>
                    </a:cubicBezTo>
                  </a:path>
                </a:pathLst>
              </a:custGeom>
              <a:solidFill>
                <a:srgbClr val="7E39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1152" name="Freeform 178">
                <a:extLst>
                  <a:ext uri="{FF2B5EF4-FFF2-40B4-BE49-F238E27FC236}">
                    <a16:creationId xmlns:a16="http://schemas.microsoft.com/office/drawing/2014/main" id="{F60D43C8-4248-4267-95BA-D8D90E552D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5" y="720"/>
                <a:ext cx="364" cy="536"/>
              </a:xfrm>
              <a:custGeom>
                <a:avLst/>
                <a:gdLst>
                  <a:gd name="T0" fmla="*/ 1274 w 194"/>
                  <a:gd name="T1" fmla="*/ 566 h 287"/>
                  <a:gd name="T2" fmla="*/ 647 w 194"/>
                  <a:gd name="T3" fmla="*/ 0 h 287"/>
                  <a:gd name="T4" fmla="*/ 0 w 194"/>
                  <a:gd name="T5" fmla="*/ 579 h 287"/>
                  <a:gd name="T6" fmla="*/ 60 w 194"/>
                  <a:gd name="T7" fmla="*/ 1050 h 287"/>
                  <a:gd name="T8" fmla="*/ 242 w 194"/>
                  <a:gd name="T9" fmla="*/ 1576 h 287"/>
                  <a:gd name="T10" fmla="*/ 687 w 194"/>
                  <a:gd name="T11" fmla="*/ 1869 h 287"/>
                  <a:gd name="T12" fmla="*/ 1137 w 194"/>
                  <a:gd name="T13" fmla="*/ 1479 h 287"/>
                  <a:gd name="T14" fmla="*/ 1266 w 194"/>
                  <a:gd name="T15" fmla="*/ 952 h 287"/>
                  <a:gd name="T16" fmla="*/ 1274 w 194"/>
                  <a:gd name="T17" fmla="*/ 566 h 28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94" h="287">
                    <a:moveTo>
                      <a:pt x="193" y="87"/>
                    </a:moveTo>
                    <a:cubicBezTo>
                      <a:pt x="193" y="29"/>
                      <a:pt x="154" y="0"/>
                      <a:pt x="98" y="0"/>
                    </a:cubicBezTo>
                    <a:cubicBezTo>
                      <a:pt x="41" y="1"/>
                      <a:pt x="0" y="31"/>
                      <a:pt x="0" y="89"/>
                    </a:cubicBezTo>
                    <a:cubicBezTo>
                      <a:pt x="1" y="104"/>
                      <a:pt x="9" y="156"/>
                      <a:pt x="9" y="161"/>
                    </a:cubicBezTo>
                    <a:cubicBezTo>
                      <a:pt x="9" y="170"/>
                      <a:pt x="21" y="224"/>
                      <a:pt x="37" y="242"/>
                    </a:cubicBezTo>
                    <a:cubicBezTo>
                      <a:pt x="54" y="261"/>
                      <a:pt x="75" y="287"/>
                      <a:pt x="104" y="287"/>
                    </a:cubicBezTo>
                    <a:cubicBezTo>
                      <a:pt x="132" y="286"/>
                      <a:pt x="167" y="238"/>
                      <a:pt x="172" y="227"/>
                    </a:cubicBezTo>
                    <a:cubicBezTo>
                      <a:pt x="176" y="215"/>
                      <a:pt x="191" y="176"/>
                      <a:pt x="192" y="146"/>
                    </a:cubicBezTo>
                    <a:cubicBezTo>
                      <a:pt x="192" y="136"/>
                      <a:pt x="194" y="97"/>
                      <a:pt x="193" y="87"/>
                    </a:cubicBezTo>
                    <a:close/>
                  </a:path>
                </a:pathLst>
              </a:custGeom>
              <a:solidFill>
                <a:srgbClr val="75332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1153" name="Freeform 179">
                <a:extLst>
                  <a:ext uri="{FF2B5EF4-FFF2-40B4-BE49-F238E27FC236}">
                    <a16:creationId xmlns:a16="http://schemas.microsoft.com/office/drawing/2014/main" id="{894B597C-A047-481D-B8A0-33DC661D3C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8" y="995"/>
                <a:ext cx="81" cy="31"/>
              </a:xfrm>
              <a:custGeom>
                <a:avLst/>
                <a:gdLst>
                  <a:gd name="T0" fmla="*/ 153 w 43"/>
                  <a:gd name="T1" fmla="*/ 104 h 17"/>
                  <a:gd name="T2" fmla="*/ 107 w 43"/>
                  <a:gd name="T3" fmla="*/ 97 h 17"/>
                  <a:gd name="T4" fmla="*/ 40 w 43"/>
                  <a:gd name="T5" fmla="*/ 86 h 17"/>
                  <a:gd name="T6" fmla="*/ 21 w 43"/>
                  <a:gd name="T7" fmla="*/ 86 h 17"/>
                  <a:gd name="T8" fmla="*/ 15 w 43"/>
                  <a:gd name="T9" fmla="*/ 86 h 17"/>
                  <a:gd name="T10" fmla="*/ 0 w 43"/>
                  <a:gd name="T11" fmla="*/ 86 h 17"/>
                  <a:gd name="T12" fmla="*/ 8 w 43"/>
                  <a:gd name="T13" fmla="*/ 66 h 17"/>
                  <a:gd name="T14" fmla="*/ 21 w 43"/>
                  <a:gd name="T15" fmla="*/ 53 h 17"/>
                  <a:gd name="T16" fmla="*/ 53 w 43"/>
                  <a:gd name="T17" fmla="*/ 24 h 17"/>
                  <a:gd name="T18" fmla="*/ 128 w 43"/>
                  <a:gd name="T19" fmla="*/ 0 h 17"/>
                  <a:gd name="T20" fmla="*/ 213 w 43"/>
                  <a:gd name="T21" fmla="*/ 13 h 17"/>
                  <a:gd name="T22" fmla="*/ 256 w 43"/>
                  <a:gd name="T23" fmla="*/ 24 h 17"/>
                  <a:gd name="T24" fmla="*/ 266 w 43"/>
                  <a:gd name="T25" fmla="*/ 36 h 17"/>
                  <a:gd name="T26" fmla="*/ 281 w 43"/>
                  <a:gd name="T27" fmla="*/ 44 h 17"/>
                  <a:gd name="T28" fmla="*/ 288 w 43"/>
                  <a:gd name="T29" fmla="*/ 49 h 17"/>
                  <a:gd name="T30" fmla="*/ 234 w 43"/>
                  <a:gd name="T31" fmla="*/ 86 h 17"/>
                  <a:gd name="T32" fmla="*/ 153 w 43"/>
                  <a:gd name="T33" fmla="*/ 104 h 1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43" h="17">
                    <a:moveTo>
                      <a:pt x="23" y="17"/>
                    </a:moveTo>
                    <a:cubicBezTo>
                      <a:pt x="20" y="16"/>
                      <a:pt x="18" y="16"/>
                      <a:pt x="16" y="16"/>
                    </a:cubicBezTo>
                    <a:cubicBezTo>
                      <a:pt x="12" y="15"/>
                      <a:pt x="9" y="15"/>
                      <a:pt x="6" y="14"/>
                    </a:cubicBezTo>
                    <a:cubicBezTo>
                      <a:pt x="5" y="14"/>
                      <a:pt x="4" y="14"/>
                      <a:pt x="3" y="14"/>
                    </a:cubicBezTo>
                    <a:cubicBezTo>
                      <a:pt x="3" y="14"/>
                      <a:pt x="2" y="14"/>
                      <a:pt x="2" y="14"/>
                    </a:cubicBezTo>
                    <a:cubicBezTo>
                      <a:pt x="1" y="15"/>
                      <a:pt x="0" y="15"/>
                      <a:pt x="0" y="14"/>
                    </a:cubicBezTo>
                    <a:cubicBezTo>
                      <a:pt x="0" y="13"/>
                      <a:pt x="1" y="12"/>
                      <a:pt x="1" y="11"/>
                    </a:cubicBezTo>
                    <a:cubicBezTo>
                      <a:pt x="2" y="10"/>
                      <a:pt x="2" y="9"/>
                      <a:pt x="3" y="9"/>
                    </a:cubicBezTo>
                    <a:cubicBezTo>
                      <a:pt x="4" y="7"/>
                      <a:pt x="6" y="6"/>
                      <a:pt x="8" y="4"/>
                    </a:cubicBezTo>
                    <a:cubicBezTo>
                      <a:pt x="11" y="2"/>
                      <a:pt x="15" y="1"/>
                      <a:pt x="19" y="0"/>
                    </a:cubicBezTo>
                    <a:cubicBezTo>
                      <a:pt x="23" y="0"/>
                      <a:pt x="28" y="0"/>
                      <a:pt x="32" y="2"/>
                    </a:cubicBezTo>
                    <a:cubicBezTo>
                      <a:pt x="34" y="2"/>
                      <a:pt x="36" y="3"/>
                      <a:pt x="38" y="4"/>
                    </a:cubicBezTo>
                    <a:cubicBezTo>
                      <a:pt x="39" y="5"/>
                      <a:pt x="39" y="5"/>
                      <a:pt x="40" y="6"/>
                    </a:cubicBezTo>
                    <a:cubicBezTo>
                      <a:pt x="41" y="6"/>
                      <a:pt x="41" y="7"/>
                      <a:pt x="42" y="7"/>
                    </a:cubicBezTo>
                    <a:cubicBezTo>
                      <a:pt x="42" y="7"/>
                      <a:pt x="42" y="8"/>
                      <a:pt x="43" y="8"/>
                    </a:cubicBezTo>
                    <a:cubicBezTo>
                      <a:pt x="40" y="11"/>
                      <a:pt x="39" y="13"/>
                      <a:pt x="35" y="14"/>
                    </a:cubicBezTo>
                    <a:cubicBezTo>
                      <a:pt x="32" y="16"/>
                      <a:pt x="27" y="17"/>
                      <a:pt x="23" y="17"/>
                    </a:cubicBezTo>
                    <a:close/>
                  </a:path>
                </a:pathLst>
              </a:custGeom>
              <a:solidFill>
                <a:srgbClr val="FCE1D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1154" name="Freeform 180">
                <a:extLst>
                  <a:ext uri="{FF2B5EF4-FFF2-40B4-BE49-F238E27FC236}">
                    <a16:creationId xmlns:a16="http://schemas.microsoft.com/office/drawing/2014/main" id="{03DF9DD3-77E8-4423-A3C6-8DAFC424FD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5" y="989"/>
                <a:ext cx="52" cy="39"/>
              </a:xfrm>
              <a:custGeom>
                <a:avLst/>
                <a:gdLst>
                  <a:gd name="T0" fmla="*/ 20 w 28"/>
                  <a:gd name="T1" fmla="*/ 37 h 21"/>
                  <a:gd name="T2" fmla="*/ 24 w 28"/>
                  <a:gd name="T3" fmla="*/ 113 h 21"/>
                  <a:gd name="T4" fmla="*/ 158 w 28"/>
                  <a:gd name="T5" fmla="*/ 110 h 21"/>
                  <a:gd name="T6" fmla="*/ 158 w 28"/>
                  <a:gd name="T7" fmla="*/ 37 h 21"/>
                  <a:gd name="T8" fmla="*/ 20 w 28"/>
                  <a:gd name="T9" fmla="*/ 37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8" h="21">
                    <a:moveTo>
                      <a:pt x="3" y="6"/>
                    </a:moveTo>
                    <a:cubicBezTo>
                      <a:pt x="3" y="6"/>
                      <a:pt x="0" y="13"/>
                      <a:pt x="4" y="18"/>
                    </a:cubicBezTo>
                    <a:cubicBezTo>
                      <a:pt x="4" y="18"/>
                      <a:pt x="19" y="21"/>
                      <a:pt x="25" y="17"/>
                    </a:cubicBezTo>
                    <a:cubicBezTo>
                      <a:pt x="25" y="17"/>
                      <a:pt x="28" y="9"/>
                      <a:pt x="25" y="6"/>
                    </a:cubicBezTo>
                    <a:cubicBezTo>
                      <a:pt x="25" y="6"/>
                      <a:pt x="13" y="0"/>
                      <a:pt x="3" y="6"/>
                    </a:cubicBezTo>
                    <a:close/>
                  </a:path>
                </a:pathLst>
              </a:custGeom>
              <a:solidFill>
                <a:srgbClr val="2A100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1155" name="Freeform 181">
                <a:extLst>
                  <a:ext uri="{FF2B5EF4-FFF2-40B4-BE49-F238E27FC236}">
                    <a16:creationId xmlns:a16="http://schemas.microsoft.com/office/drawing/2014/main" id="{9190BEC9-E77E-4395-92C8-99E0CCFA94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8" y="995"/>
                <a:ext cx="79" cy="31"/>
              </a:xfrm>
              <a:custGeom>
                <a:avLst/>
                <a:gdLst>
                  <a:gd name="T0" fmla="*/ 152 w 42"/>
                  <a:gd name="T1" fmla="*/ 104 h 17"/>
                  <a:gd name="T2" fmla="*/ 100 w 42"/>
                  <a:gd name="T3" fmla="*/ 97 h 17"/>
                  <a:gd name="T4" fmla="*/ 32 w 42"/>
                  <a:gd name="T5" fmla="*/ 86 h 17"/>
                  <a:gd name="T6" fmla="*/ 21 w 42"/>
                  <a:gd name="T7" fmla="*/ 86 h 17"/>
                  <a:gd name="T8" fmla="*/ 15 w 42"/>
                  <a:gd name="T9" fmla="*/ 86 h 17"/>
                  <a:gd name="T10" fmla="*/ 0 w 42"/>
                  <a:gd name="T11" fmla="*/ 86 h 17"/>
                  <a:gd name="T12" fmla="*/ 8 w 42"/>
                  <a:gd name="T13" fmla="*/ 66 h 17"/>
                  <a:gd name="T14" fmla="*/ 21 w 42"/>
                  <a:gd name="T15" fmla="*/ 53 h 17"/>
                  <a:gd name="T16" fmla="*/ 45 w 42"/>
                  <a:gd name="T17" fmla="*/ 29 h 17"/>
                  <a:gd name="T18" fmla="*/ 128 w 42"/>
                  <a:gd name="T19" fmla="*/ 7 h 17"/>
                  <a:gd name="T20" fmla="*/ 213 w 42"/>
                  <a:gd name="T21" fmla="*/ 13 h 17"/>
                  <a:gd name="T22" fmla="*/ 252 w 42"/>
                  <a:gd name="T23" fmla="*/ 24 h 17"/>
                  <a:gd name="T24" fmla="*/ 265 w 42"/>
                  <a:gd name="T25" fmla="*/ 36 h 17"/>
                  <a:gd name="T26" fmla="*/ 273 w 42"/>
                  <a:gd name="T27" fmla="*/ 44 h 17"/>
                  <a:gd name="T28" fmla="*/ 280 w 42"/>
                  <a:gd name="T29" fmla="*/ 49 h 17"/>
                  <a:gd name="T30" fmla="*/ 233 w 42"/>
                  <a:gd name="T31" fmla="*/ 89 h 17"/>
                  <a:gd name="T32" fmla="*/ 152 w 42"/>
                  <a:gd name="T33" fmla="*/ 104 h 1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42" h="17">
                    <a:moveTo>
                      <a:pt x="23" y="17"/>
                    </a:moveTo>
                    <a:cubicBezTo>
                      <a:pt x="20" y="17"/>
                      <a:pt x="18" y="16"/>
                      <a:pt x="15" y="16"/>
                    </a:cubicBezTo>
                    <a:cubicBezTo>
                      <a:pt x="12" y="16"/>
                      <a:pt x="9" y="15"/>
                      <a:pt x="5" y="14"/>
                    </a:cubicBezTo>
                    <a:cubicBezTo>
                      <a:pt x="5" y="14"/>
                      <a:pt x="4" y="14"/>
                      <a:pt x="3" y="14"/>
                    </a:cubicBezTo>
                    <a:cubicBezTo>
                      <a:pt x="3" y="14"/>
                      <a:pt x="2" y="14"/>
                      <a:pt x="2" y="14"/>
                    </a:cubicBezTo>
                    <a:cubicBezTo>
                      <a:pt x="1" y="15"/>
                      <a:pt x="0" y="16"/>
                      <a:pt x="0" y="14"/>
                    </a:cubicBezTo>
                    <a:cubicBezTo>
                      <a:pt x="0" y="13"/>
                      <a:pt x="1" y="12"/>
                      <a:pt x="1" y="11"/>
                    </a:cubicBezTo>
                    <a:cubicBezTo>
                      <a:pt x="2" y="11"/>
                      <a:pt x="2" y="10"/>
                      <a:pt x="3" y="9"/>
                    </a:cubicBezTo>
                    <a:cubicBezTo>
                      <a:pt x="4" y="7"/>
                      <a:pt x="6" y="6"/>
                      <a:pt x="7" y="5"/>
                    </a:cubicBezTo>
                    <a:cubicBezTo>
                      <a:pt x="11" y="2"/>
                      <a:pt x="15" y="1"/>
                      <a:pt x="19" y="1"/>
                    </a:cubicBezTo>
                    <a:cubicBezTo>
                      <a:pt x="23" y="0"/>
                      <a:pt x="28" y="1"/>
                      <a:pt x="32" y="2"/>
                    </a:cubicBezTo>
                    <a:cubicBezTo>
                      <a:pt x="34" y="3"/>
                      <a:pt x="36" y="3"/>
                      <a:pt x="38" y="4"/>
                    </a:cubicBezTo>
                    <a:cubicBezTo>
                      <a:pt x="38" y="5"/>
                      <a:pt x="39" y="6"/>
                      <a:pt x="40" y="6"/>
                    </a:cubicBezTo>
                    <a:cubicBezTo>
                      <a:pt x="41" y="6"/>
                      <a:pt x="41" y="7"/>
                      <a:pt x="41" y="7"/>
                    </a:cubicBezTo>
                    <a:cubicBezTo>
                      <a:pt x="42" y="7"/>
                      <a:pt x="42" y="8"/>
                      <a:pt x="42" y="8"/>
                    </a:cubicBezTo>
                    <a:cubicBezTo>
                      <a:pt x="40" y="12"/>
                      <a:pt x="38" y="13"/>
                      <a:pt x="35" y="15"/>
                    </a:cubicBezTo>
                    <a:cubicBezTo>
                      <a:pt x="32" y="16"/>
                      <a:pt x="26" y="17"/>
                      <a:pt x="23" y="17"/>
                    </a:cubicBezTo>
                    <a:close/>
                  </a:path>
                </a:pathLst>
              </a:custGeom>
              <a:noFill/>
              <a:ln w="3175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1156" name="Freeform 182">
                <a:extLst>
                  <a:ext uri="{FF2B5EF4-FFF2-40B4-BE49-F238E27FC236}">
                    <a16:creationId xmlns:a16="http://schemas.microsoft.com/office/drawing/2014/main" id="{09DB8B02-470E-45F4-8CC0-C19BC4331B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9" y="998"/>
                <a:ext cx="47" cy="19"/>
              </a:xfrm>
              <a:custGeom>
                <a:avLst/>
                <a:gdLst>
                  <a:gd name="T0" fmla="*/ 8 w 25"/>
                  <a:gd name="T1" fmla="*/ 61 h 10"/>
                  <a:gd name="T2" fmla="*/ 60 w 25"/>
                  <a:gd name="T3" fmla="*/ 29 h 10"/>
                  <a:gd name="T4" fmla="*/ 100 w 25"/>
                  <a:gd name="T5" fmla="*/ 29 h 10"/>
                  <a:gd name="T6" fmla="*/ 145 w 25"/>
                  <a:gd name="T7" fmla="*/ 55 h 10"/>
                  <a:gd name="T8" fmla="*/ 133 w 25"/>
                  <a:gd name="T9" fmla="*/ 8 h 10"/>
                  <a:gd name="T10" fmla="*/ 53 w 25"/>
                  <a:gd name="T11" fmla="*/ 0 h 10"/>
                  <a:gd name="T12" fmla="*/ 15 w 25"/>
                  <a:gd name="T13" fmla="*/ 15 h 10"/>
                  <a:gd name="T14" fmla="*/ 0 w 25"/>
                  <a:gd name="T15" fmla="*/ 55 h 1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5" h="10">
                    <a:moveTo>
                      <a:pt x="1" y="9"/>
                    </a:moveTo>
                    <a:cubicBezTo>
                      <a:pt x="6" y="10"/>
                      <a:pt x="6" y="6"/>
                      <a:pt x="9" y="4"/>
                    </a:cubicBezTo>
                    <a:cubicBezTo>
                      <a:pt x="11" y="3"/>
                      <a:pt x="14" y="2"/>
                      <a:pt x="15" y="4"/>
                    </a:cubicBezTo>
                    <a:cubicBezTo>
                      <a:pt x="17" y="7"/>
                      <a:pt x="19" y="10"/>
                      <a:pt x="22" y="8"/>
                    </a:cubicBezTo>
                    <a:cubicBezTo>
                      <a:pt x="25" y="6"/>
                      <a:pt x="23" y="3"/>
                      <a:pt x="20" y="1"/>
                    </a:cubicBezTo>
                    <a:cubicBezTo>
                      <a:pt x="17" y="0"/>
                      <a:pt x="12" y="0"/>
                      <a:pt x="8" y="0"/>
                    </a:cubicBezTo>
                    <a:cubicBezTo>
                      <a:pt x="6" y="1"/>
                      <a:pt x="3" y="1"/>
                      <a:pt x="2" y="2"/>
                    </a:cubicBezTo>
                    <a:cubicBezTo>
                      <a:pt x="0" y="4"/>
                      <a:pt x="0" y="6"/>
                      <a:pt x="0" y="8"/>
                    </a:cubicBezTo>
                  </a:path>
                </a:pathLst>
              </a:custGeom>
              <a:solidFill>
                <a:srgbClr val="1A0A0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1157" name="Freeform 183">
                <a:extLst>
                  <a:ext uri="{FF2B5EF4-FFF2-40B4-BE49-F238E27FC236}">
                    <a16:creationId xmlns:a16="http://schemas.microsoft.com/office/drawing/2014/main" id="{38CC9EA2-35FE-4CE9-9DEA-99D1B21A07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4" y="1000"/>
                <a:ext cx="15" cy="15"/>
              </a:xfrm>
              <a:custGeom>
                <a:avLst/>
                <a:gdLst>
                  <a:gd name="T0" fmla="*/ 45 w 8"/>
                  <a:gd name="T1" fmla="*/ 32 h 8"/>
                  <a:gd name="T2" fmla="*/ 21 w 8"/>
                  <a:gd name="T3" fmla="*/ 53 h 8"/>
                  <a:gd name="T4" fmla="*/ 0 w 8"/>
                  <a:gd name="T5" fmla="*/ 28 h 8"/>
                  <a:gd name="T6" fmla="*/ 28 w 8"/>
                  <a:gd name="T7" fmla="*/ 0 h 8"/>
                  <a:gd name="T8" fmla="*/ 45 w 8"/>
                  <a:gd name="T9" fmla="*/ 32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7" y="5"/>
                    </a:moveTo>
                    <a:cubicBezTo>
                      <a:pt x="7" y="7"/>
                      <a:pt x="5" y="8"/>
                      <a:pt x="3" y="8"/>
                    </a:cubicBezTo>
                    <a:cubicBezTo>
                      <a:pt x="1" y="8"/>
                      <a:pt x="0" y="6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6" y="1"/>
                      <a:pt x="8" y="2"/>
                      <a:pt x="7" y="5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1158" name="Freeform 184">
                <a:extLst>
                  <a:ext uri="{FF2B5EF4-FFF2-40B4-BE49-F238E27FC236}">
                    <a16:creationId xmlns:a16="http://schemas.microsoft.com/office/drawing/2014/main" id="{C173198C-F8A5-45C8-9B88-8826F3F2E4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1" y="1015"/>
                <a:ext cx="41" cy="8"/>
              </a:xfrm>
              <a:custGeom>
                <a:avLst/>
                <a:gdLst>
                  <a:gd name="T0" fmla="*/ 7 w 22"/>
                  <a:gd name="T1" fmla="*/ 16 h 4"/>
                  <a:gd name="T2" fmla="*/ 21 w 22"/>
                  <a:gd name="T3" fmla="*/ 16 h 4"/>
                  <a:gd name="T4" fmla="*/ 24 w 22"/>
                  <a:gd name="T5" fmla="*/ 8 h 4"/>
                  <a:gd name="T6" fmla="*/ 52 w 22"/>
                  <a:gd name="T7" fmla="*/ 16 h 4"/>
                  <a:gd name="T8" fmla="*/ 104 w 22"/>
                  <a:gd name="T9" fmla="*/ 8 h 4"/>
                  <a:gd name="T10" fmla="*/ 129 w 22"/>
                  <a:gd name="T11" fmla="*/ 0 h 4"/>
                  <a:gd name="T12" fmla="*/ 121 w 22"/>
                  <a:gd name="T13" fmla="*/ 24 h 4"/>
                  <a:gd name="T14" fmla="*/ 73 w 22"/>
                  <a:gd name="T15" fmla="*/ 32 h 4"/>
                  <a:gd name="T16" fmla="*/ 32 w 22"/>
                  <a:gd name="T17" fmla="*/ 24 h 4"/>
                  <a:gd name="T18" fmla="*/ 0 w 22"/>
                  <a:gd name="T19" fmla="*/ 16 h 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2" h="4">
                    <a:moveTo>
                      <a:pt x="1" y="2"/>
                    </a:moveTo>
                    <a:cubicBezTo>
                      <a:pt x="1" y="2"/>
                      <a:pt x="2" y="2"/>
                      <a:pt x="3" y="2"/>
                    </a:cubicBezTo>
                    <a:cubicBezTo>
                      <a:pt x="3" y="1"/>
                      <a:pt x="4" y="1"/>
                      <a:pt x="4" y="1"/>
                    </a:cubicBezTo>
                    <a:cubicBezTo>
                      <a:pt x="6" y="1"/>
                      <a:pt x="7" y="1"/>
                      <a:pt x="8" y="2"/>
                    </a:cubicBezTo>
                    <a:cubicBezTo>
                      <a:pt x="11" y="3"/>
                      <a:pt x="13" y="2"/>
                      <a:pt x="16" y="1"/>
                    </a:cubicBezTo>
                    <a:cubicBezTo>
                      <a:pt x="17" y="1"/>
                      <a:pt x="19" y="0"/>
                      <a:pt x="20" y="0"/>
                    </a:cubicBezTo>
                    <a:cubicBezTo>
                      <a:pt x="22" y="1"/>
                      <a:pt x="20" y="2"/>
                      <a:pt x="19" y="3"/>
                    </a:cubicBezTo>
                    <a:cubicBezTo>
                      <a:pt x="17" y="4"/>
                      <a:pt x="14" y="4"/>
                      <a:pt x="11" y="4"/>
                    </a:cubicBezTo>
                    <a:cubicBezTo>
                      <a:pt x="9" y="4"/>
                      <a:pt x="7" y="3"/>
                      <a:pt x="5" y="3"/>
                    </a:cubicBezTo>
                    <a:cubicBezTo>
                      <a:pt x="4" y="3"/>
                      <a:pt x="1" y="3"/>
                      <a:pt x="0" y="2"/>
                    </a:cubicBezTo>
                  </a:path>
                </a:pathLst>
              </a:custGeom>
              <a:solidFill>
                <a:srgbClr val="3A120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1159" name="Freeform 185">
                <a:extLst>
                  <a:ext uri="{FF2B5EF4-FFF2-40B4-BE49-F238E27FC236}">
                    <a16:creationId xmlns:a16="http://schemas.microsoft.com/office/drawing/2014/main" id="{C6EC86AD-B03B-49E9-A262-B9D5776015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0" y="1000"/>
                <a:ext cx="9" cy="8"/>
              </a:xfrm>
              <a:custGeom>
                <a:avLst/>
                <a:gdLst>
                  <a:gd name="T0" fmla="*/ 29 w 5"/>
                  <a:gd name="T1" fmla="*/ 16 h 4"/>
                  <a:gd name="T2" fmla="*/ 13 w 5"/>
                  <a:gd name="T3" fmla="*/ 32 h 4"/>
                  <a:gd name="T4" fmla="*/ 7 w 5"/>
                  <a:gd name="T5" fmla="*/ 16 h 4"/>
                  <a:gd name="T6" fmla="*/ 16 w 5"/>
                  <a:gd name="T7" fmla="*/ 0 h 4"/>
                  <a:gd name="T8" fmla="*/ 29 w 5"/>
                  <a:gd name="T9" fmla="*/ 16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5" y="2"/>
                    </a:moveTo>
                    <a:cubicBezTo>
                      <a:pt x="4" y="4"/>
                      <a:pt x="3" y="4"/>
                      <a:pt x="2" y="4"/>
                    </a:cubicBezTo>
                    <a:cubicBezTo>
                      <a:pt x="1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0"/>
                    </a:cubicBezTo>
                    <a:cubicBezTo>
                      <a:pt x="4" y="0"/>
                      <a:pt x="5" y="1"/>
                      <a:pt x="5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1160" name="Freeform 186">
                <a:extLst>
                  <a:ext uri="{FF2B5EF4-FFF2-40B4-BE49-F238E27FC236}">
                    <a16:creationId xmlns:a16="http://schemas.microsoft.com/office/drawing/2014/main" id="{EED2B3EF-B8BB-4B37-BBE2-02DEA02938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7" y="974"/>
                <a:ext cx="72" cy="26"/>
              </a:xfrm>
              <a:custGeom>
                <a:avLst/>
                <a:gdLst>
                  <a:gd name="T0" fmla="*/ 258 w 38"/>
                  <a:gd name="T1" fmla="*/ 89 h 14"/>
                  <a:gd name="T2" fmla="*/ 0 w 38"/>
                  <a:gd name="T3" fmla="*/ 76 h 14"/>
                  <a:gd name="T4" fmla="*/ 258 w 38"/>
                  <a:gd name="T5" fmla="*/ 89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8" h="14">
                    <a:moveTo>
                      <a:pt x="38" y="14"/>
                    </a:moveTo>
                    <a:cubicBezTo>
                      <a:pt x="23" y="2"/>
                      <a:pt x="0" y="12"/>
                      <a:pt x="0" y="12"/>
                    </a:cubicBezTo>
                    <a:cubicBezTo>
                      <a:pt x="0" y="12"/>
                      <a:pt x="24" y="0"/>
                      <a:pt x="38" y="14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1161" name="Freeform 187">
                <a:extLst>
                  <a:ext uri="{FF2B5EF4-FFF2-40B4-BE49-F238E27FC236}">
                    <a16:creationId xmlns:a16="http://schemas.microsoft.com/office/drawing/2014/main" id="{B4DBDA2D-558A-4585-82DE-E0E68920E6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7" y="1028"/>
                <a:ext cx="51" cy="15"/>
              </a:xfrm>
              <a:custGeom>
                <a:avLst/>
                <a:gdLst>
                  <a:gd name="T0" fmla="*/ 0 w 27"/>
                  <a:gd name="T1" fmla="*/ 0 h 8"/>
                  <a:gd name="T2" fmla="*/ 0 w 27"/>
                  <a:gd name="T3" fmla="*/ 0 h 8"/>
                  <a:gd name="T4" fmla="*/ 181 w 27"/>
                  <a:gd name="T5" fmla="*/ 8 h 8"/>
                  <a:gd name="T6" fmla="*/ 0 w 27"/>
                  <a:gd name="T7" fmla="*/ 0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7" h="8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9" y="6"/>
                      <a:pt x="27" y="1"/>
                    </a:cubicBezTo>
                    <a:cubicBezTo>
                      <a:pt x="27" y="1"/>
                      <a:pt x="22" y="8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1162" name="Freeform 188">
                <a:extLst>
                  <a:ext uri="{FF2B5EF4-FFF2-40B4-BE49-F238E27FC236}">
                    <a16:creationId xmlns:a16="http://schemas.microsoft.com/office/drawing/2014/main" id="{FD49D9E9-9523-4F26-B078-B2B6381C0F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4" y="953"/>
                <a:ext cx="82" cy="27"/>
              </a:xfrm>
              <a:custGeom>
                <a:avLst/>
                <a:gdLst>
                  <a:gd name="T0" fmla="*/ 0 w 44"/>
                  <a:gd name="T1" fmla="*/ 100 h 14"/>
                  <a:gd name="T2" fmla="*/ 285 w 44"/>
                  <a:gd name="T3" fmla="*/ 85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4" h="14">
                    <a:moveTo>
                      <a:pt x="0" y="14"/>
                    </a:moveTo>
                    <a:cubicBezTo>
                      <a:pt x="0" y="14"/>
                      <a:pt x="18" y="0"/>
                      <a:pt x="44" y="12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1163" name="Freeform 189">
                <a:extLst>
                  <a:ext uri="{FF2B5EF4-FFF2-40B4-BE49-F238E27FC236}">
                    <a16:creationId xmlns:a16="http://schemas.microsoft.com/office/drawing/2014/main" id="{D46D5C14-7079-444B-9AE9-BD1E57E4A1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1" y="996"/>
                <a:ext cx="81" cy="32"/>
              </a:xfrm>
              <a:custGeom>
                <a:avLst/>
                <a:gdLst>
                  <a:gd name="T0" fmla="*/ 136 w 43"/>
                  <a:gd name="T1" fmla="*/ 113 h 17"/>
                  <a:gd name="T2" fmla="*/ 188 w 43"/>
                  <a:gd name="T3" fmla="*/ 100 h 17"/>
                  <a:gd name="T4" fmla="*/ 256 w 43"/>
                  <a:gd name="T5" fmla="*/ 85 h 17"/>
                  <a:gd name="T6" fmla="*/ 266 w 43"/>
                  <a:gd name="T7" fmla="*/ 85 h 17"/>
                  <a:gd name="T8" fmla="*/ 273 w 43"/>
                  <a:gd name="T9" fmla="*/ 85 h 17"/>
                  <a:gd name="T10" fmla="*/ 288 w 43"/>
                  <a:gd name="T11" fmla="*/ 85 h 17"/>
                  <a:gd name="T12" fmla="*/ 281 w 43"/>
                  <a:gd name="T13" fmla="*/ 68 h 17"/>
                  <a:gd name="T14" fmla="*/ 266 w 43"/>
                  <a:gd name="T15" fmla="*/ 53 h 17"/>
                  <a:gd name="T16" fmla="*/ 234 w 43"/>
                  <a:gd name="T17" fmla="*/ 28 h 17"/>
                  <a:gd name="T18" fmla="*/ 153 w 43"/>
                  <a:gd name="T19" fmla="*/ 0 h 17"/>
                  <a:gd name="T20" fmla="*/ 75 w 43"/>
                  <a:gd name="T21" fmla="*/ 15 h 17"/>
                  <a:gd name="T22" fmla="*/ 32 w 43"/>
                  <a:gd name="T23" fmla="*/ 32 h 17"/>
                  <a:gd name="T24" fmla="*/ 15 w 43"/>
                  <a:gd name="T25" fmla="*/ 45 h 17"/>
                  <a:gd name="T26" fmla="*/ 8 w 43"/>
                  <a:gd name="T27" fmla="*/ 53 h 17"/>
                  <a:gd name="T28" fmla="*/ 0 w 43"/>
                  <a:gd name="T29" fmla="*/ 60 h 17"/>
                  <a:gd name="T30" fmla="*/ 53 w 43"/>
                  <a:gd name="T31" fmla="*/ 100 h 17"/>
                  <a:gd name="T32" fmla="*/ 136 w 43"/>
                  <a:gd name="T33" fmla="*/ 113 h 1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43" h="17">
                    <a:moveTo>
                      <a:pt x="20" y="17"/>
                    </a:moveTo>
                    <a:cubicBezTo>
                      <a:pt x="23" y="16"/>
                      <a:pt x="25" y="16"/>
                      <a:pt x="28" y="15"/>
                    </a:cubicBezTo>
                    <a:cubicBezTo>
                      <a:pt x="31" y="15"/>
                      <a:pt x="34" y="14"/>
                      <a:pt x="38" y="13"/>
                    </a:cubicBezTo>
                    <a:cubicBezTo>
                      <a:pt x="38" y="13"/>
                      <a:pt x="39" y="13"/>
                      <a:pt x="40" y="13"/>
                    </a:cubicBezTo>
                    <a:cubicBezTo>
                      <a:pt x="40" y="13"/>
                      <a:pt x="41" y="13"/>
                      <a:pt x="41" y="13"/>
                    </a:cubicBezTo>
                    <a:cubicBezTo>
                      <a:pt x="42" y="13"/>
                      <a:pt x="43" y="14"/>
                      <a:pt x="43" y="13"/>
                    </a:cubicBezTo>
                    <a:cubicBezTo>
                      <a:pt x="43" y="12"/>
                      <a:pt x="42" y="11"/>
                      <a:pt x="42" y="10"/>
                    </a:cubicBezTo>
                    <a:cubicBezTo>
                      <a:pt x="41" y="9"/>
                      <a:pt x="40" y="8"/>
                      <a:pt x="40" y="8"/>
                    </a:cubicBezTo>
                    <a:cubicBezTo>
                      <a:pt x="38" y="6"/>
                      <a:pt x="37" y="5"/>
                      <a:pt x="35" y="4"/>
                    </a:cubicBezTo>
                    <a:cubicBezTo>
                      <a:pt x="31" y="2"/>
                      <a:pt x="27" y="1"/>
                      <a:pt x="23" y="0"/>
                    </a:cubicBezTo>
                    <a:cubicBezTo>
                      <a:pt x="19" y="0"/>
                      <a:pt x="15" y="1"/>
                      <a:pt x="11" y="2"/>
                    </a:cubicBezTo>
                    <a:cubicBezTo>
                      <a:pt x="9" y="3"/>
                      <a:pt x="7" y="4"/>
                      <a:pt x="5" y="5"/>
                    </a:cubicBezTo>
                    <a:cubicBezTo>
                      <a:pt x="4" y="6"/>
                      <a:pt x="3" y="6"/>
                      <a:pt x="2" y="7"/>
                    </a:cubicBezTo>
                    <a:cubicBezTo>
                      <a:pt x="2" y="7"/>
                      <a:pt x="2" y="8"/>
                      <a:pt x="1" y="8"/>
                    </a:cubicBezTo>
                    <a:cubicBezTo>
                      <a:pt x="1" y="8"/>
                      <a:pt x="0" y="9"/>
                      <a:pt x="0" y="9"/>
                    </a:cubicBezTo>
                    <a:cubicBezTo>
                      <a:pt x="2" y="13"/>
                      <a:pt x="4" y="14"/>
                      <a:pt x="8" y="15"/>
                    </a:cubicBezTo>
                    <a:cubicBezTo>
                      <a:pt x="11" y="16"/>
                      <a:pt x="17" y="17"/>
                      <a:pt x="20" y="17"/>
                    </a:cubicBezTo>
                    <a:close/>
                  </a:path>
                </a:pathLst>
              </a:custGeom>
              <a:solidFill>
                <a:srgbClr val="FCE1D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1164" name="Freeform 190">
                <a:extLst>
                  <a:ext uri="{FF2B5EF4-FFF2-40B4-BE49-F238E27FC236}">
                    <a16:creationId xmlns:a16="http://schemas.microsoft.com/office/drawing/2014/main" id="{F1558779-9F3D-4A2B-BA95-2CCA686FF4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2" y="991"/>
                <a:ext cx="53" cy="41"/>
              </a:xfrm>
              <a:custGeom>
                <a:avLst/>
                <a:gdLst>
                  <a:gd name="T0" fmla="*/ 168 w 28"/>
                  <a:gd name="T1" fmla="*/ 39 h 22"/>
                  <a:gd name="T2" fmla="*/ 168 w 28"/>
                  <a:gd name="T3" fmla="*/ 117 h 22"/>
                  <a:gd name="T4" fmla="*/ 21 w 28"/>
                  <a:gd name="T5" fmla="*/ 117 h 22"/>
                  <a:gd name="T6" fmla="*/ 15 w 28"/>
                  <a:gd name="T7" fmla="*/ 45 h 22"/>
                  <a:gd name="T8" fmla="*/ 168 w 28"/>
                  <a:gd name="T9" fmla="*/ 39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8" h="22">
                    <a:moveTo>
                      <a:pt x="25" y="6"/>
                    </a:moveTo>
                    <a:cubicBezTo>
                      <a:pt x="25" y="6"/>
                      <a:pt x="28" y="13"/>
                      <a:pt x="25" y="18"/>
                    </a:cubicBezTo>
                    <a:cubicBezTo>
                      <a:pt x="25" y="18"/>
                      <a:pt x="10" y="22"/>
                      <a:pt x="3" y="18"/>
                    </a:cubicBezTo>
                    <a:cubicBezTo>
                      <a:pt x="3" y="18"/>
                      <a:pt x="0" y="10"/>
                      <a:pt x="2" y="7"/>
                    </a:cubicBezTo>
                    <a:cubicBezTo>
                      <a:pt x="2" y="7"/>
                      <a:pt x="14" y="0"/>
                      <a:pt x="25" y="6"/>
                    </a:cubicBezTo>
                    <a:close/>
                  </a:path>
                </a:pathLst>
              </a:custGeom>
              <a:solidFill>
                <a:srgbClr val="2A100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1165" name="Freeform 191">
                <a:extLst>
                  <a:ext uri="{FF2B5EF4-FFF2-40B4-BE49-F238E27FC236}">
                    <a16:creationId xmlns:a16="http://schemas.microsoft.com/office/drawing/2014/main" id="{D4CF2B9E-4F35-47C7-AE02-13F4606023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1" y="996"/>
                <a:ext cx="81" cy="34"/>
              </a:xfrm>
              <a:custGeom>
                <a:avLst/>
                <a:gdLst>
                  <a:gd name="T0" fmla="*/ 141 w 43"/>
                  <a:gd name="T1" fmla="*/ 113 h 18"/>
                  <a:gd name="T2" fmla="*/ 188 w 43"/>
                  <a:gd name="T3" fmla="*/ 108 h 18"/>
                  <a:gd name="T4" fmla="*/ 256 w 43"/>
                  <a:gd name="T5" fmla="*/ 93 h 18"/>
                  <a:gd name="T6" fmla="*/ 266 w 43"/>
                  <a:gd name="T7" fmla="*/ 89 h 18"/>
                  <a:gd name="T8" fmla="*/ 273 w 43"/>
                  <a:gd name="T9" fmla="*/ 89 h 18"/>
                  <a:gd name="T10" fmla="*/ 288 w 43"/>
                  <a:gd name="T11" fmla="*/ 89 h 18"/>
                  <a:gd name="T12" fmla="*/ 281 w 43"/>
                  <a:gd name="T13" fmla="*/ 68 h 18"/>
                  <a:gd name="T14" fmla="*/ 266 w 43"/>
                  <a:gd name="T15" fmla="*/ 53 h 18"/>
                  <a:gd name="T16" fmla="*/ 234 w 43"/>
                  <a:gd name="T17" fmla="*/ 28 h 18"/>
                  <a:gd name="T18" fmla="*/ 153 w 43"/>
                  <a:gd name="T19" fmla="*/ 8 h 18"/>
                  <a:gd name="T20" fmla="*/ 75 w 43"/>
                  <a:gd name="T21" fmla="*/ 21 h 18"/>
                  <a:gd name="T22" fmla="*/ 32 w 43"/>
                  <a:gd name="T23" fmla="*/ 32 h 18"/>
                  <a:gd name="T24" fmla="*/ 15 w 43"/>
                  <a:gd name="T25" fmla="*/ 47 h 18"/>
                  <a:gd name="T26" fmla="*/ 8 w 43"/>
                  <a:gd name="T27" fmla="*/ 53 h 18"/>
                  <a:gd name="T28" fmla="*/ 0 w 43"/>
                  <a:gd name="T29" fmla="*/ 60 h 18"/>
                  <a:gd name="T30" fmla="*/ 53 w 43"/>
                  <a:gd name="T31" fmla="*/ 100 h 18"/>
                  <a:gd name="T32" fmla="*/ 141 w 43"/>
                  <a:gd name="T33" fmla="*/ 113 h 1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43" h="18">
                    <a:moveTo>
                      <a:pt x="21" y="17"/>
                    </a:moveTo>
                    <a:cubicBezTo>
                      <a:pt x="23" y="17"/>
                      <a:pt x="25" y="16"/>
                      <a:pt x="28" y="16"/>
                    </a:cubicBezTo>
                    <a:cubicBezTo>
                      <a:pt x="31" y="15"/>
                      <a:pt x="34" y="14"/>
                      <a:pt x="38" y="14"/>
                    </a:cubicBezTo>
                    <a:cubicBezTo>
                      <a:pt x="38" y="13"/>
                      <a:pt x="39" y="13"/>
                      <a:pt x="40" y="13"/>
                    </a:cubicBezTo>
                    <a:cubicBezTo>
                      <a:pt x="40" y="13"/>
                      <a:pt x="41" y="13"/>
                      <a:pt x="41" y="13"/>
                    </a:cubicBezTo>
                    <a:cubicBezTo>
                      <a:pt x="42" y="14"/>
                      <a:pt x="43" y="14"/>
                      <a:pt x="43" y="13"/>
                    </a:cubicBezTo>
                    <a:cubicBezTo>
                      <a:pt x="43" y="12"/>
                      <a:pt x="42" y="11"/>
                      <a:pt x="42" y="10"/>
                    </a:cubicBezTo>
                    <a:cubicBezTo>
                      <a:pt x="41" y="10"/>
                      <a:pt x="41" y="9"/>
                      <a:pt x="40" y="8"/>
                    </a:cubicBezTo>
                    <a:cubicBezTo>
                      <a:pt x="38" y="6"/>
                      <a:pt x="37" y="5"/>
                      <a:pt x="35" y="4"/>
                    </a:cubicBezTo>
                    <a:cubicBezTo>
                      <a:pt x="32" y="2"/>
                      <a:pt x="27" y="1"/>
                      <a:pt x="23" y="1"/>
                    </a:cubicBezTo>
                    <a:cubicBezTo>
                      <a:pt x="19" y="0"/>
                      <a:pt x="15" y="1"/>
                      <a:pt x="11" y="3"/>
                    </a:cubicBezTo>
                    <a:cubicBezTo>
                      <a:pt x="9" y="3"/>
                      <a:pt x="7" y="4"/>
                      <a:pt x="5" y="5"/>
                    </a:cubicBezTo>
                    <a:cubicBezTo>
                      <a:pt x="4" y="6"/>
                      <a:pt x="3" y="7"/>
                      <a:pt x="2" y="7"/>
                    </a:cubicBezTo>
                    <a:cubicBezTo>
                      <a:pt x="2" y="8"/>
                      <a:pt x="2" y="8"/>
                      <a:pt x="1" y="8"/>
                    </a:cubicBezTo>
                    <a:cubicBezTo>
                      <a:pt x="1" y="8"/>
                      <a:pt x="0" y="9"/>
                      <a:pt x="0" y="9"/>
                    </a:cubicBezTo>
                    <a:cubicBezTo>
                      <a:pt x="2" y="13"/>
                      <a:pt x="5" y="14"/>
                      <a:pt x="8" y="15"/>
                    </a:cubicBezTo>
                    <a:cubicBezTo>
                      <a:pt x="11" y="17"/>
                      <a:pt x="17" y="18"/>
                      <a:pt x="21" y="17"/>
                    </a:cubicBezTo>
                    <a:close/>
                  </a:path>
                </a:pathLst>
              </a:custGeom>
              <a:noFill/>
              <a:ln w="3175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1166" name="Freeform 192">
                <a:extLst>
                  <a:ext uri="{FF2B5EF4-FFF2-40B4-BE49-F238E27FC236}">
                    <a16:creationId xmlns:a16="http://schemas.microsoft.com/office/drawing/2014/main" id="{6F6FC9F8-4A92-4C6D-91F6-C3E60978FD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4" y="1000"/>
                <a:ext cx="47" cy="21"/>
              </a:xfrm>
              <a:custGeom>
                <a:avLst/>
                <a:gdLst>
                  <a:gd name="T0" fmla="*/ 152 w 25"/>
                  <a:gd name="T1" fmla="*/ 61 h 11"/>
                  <a:gd name="T2" fmla="*/ 105 w 25"/>
                  <a:gd name="T3" fmla="*/ 29 h 11"/>
                  <a:gd name="T4" fmla="*/ 60 w 25"/>
                  <a:gd name="T5" fmla="*/ 36 h 11"/>
                  <a:gd name="T6" fmla="*/ 21 w 25"/>
                  <a:gd name="T7" fmla="*/ 61 h 11"/>
                  <a:gd name="T8" fmla="*/ 28 w 25"/>
                  <a:gd name="T9" fmla="*/ 15 h 11"/>
                  <a:gd name="T10" fmla="*/ 105 w 25"/>
                  <a:gd name="T11" fmla="*/ 0 h 11"/>
                  <a:gd name="T12" fmla="*/ 152 w 25"/>
                  <a:gd name="T13" fmla="*/ 15 h 11"/>
                  <a:gd name="T14" fmla="*/ 165 w 25"/>
                  <a:gd name="T15" fmla="*/ 55 h 1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5" h="11">
                    <a:moveTo>
                      <a:pt x="23" y="9"/>
                    </a:moveTo>
                    <a:cubicBezTo>
                      <a:pt x="19" y="10"/>
                      <a:pt x="19" y="6"/>
                      <a:pt x="16" y="4"/>
                    </a:cubicBezTo>
                    <a:cubicBezTo>
                      <a:pt x="14" y="3"/>
                      <a:pt x="11" y="3"/>
                      <a:pt x="9" y="5"/>
                    </a:cubicBezTo>
                    <a:cubicBezTo>
                      <a:pt x="8" y="7"/>
                      <a:pt x="6" y="11"/>
                      <a:pt x="3" y="9"/>
                    </a:cubicBezTo>
                    <a:cubicBezTo>
                      <a:pt x="0" y="7"/>
                      <a:pt x="1" y="3"/>
                      <a:pt x="4" y="2"/>
                    </a:cubicBezTo>
                    <a:cubicBezTo>
                      <a:pt x="8" y="0"/>
                      <a:pt x="12" y="0"/>
                      <a:pt x="16" y="0"/>
                    </a:cubicBezTo>
                    <a:cubicBezTo>
                      <a:pt x="18" y="1"/>
                      <a:pt x="21" y="0"/>
                      <a:pt x="23" y="2"/>
                    </a:cubicBezTo>
                    <a:cubicBezTo>
                      <a:pt x="25" y="3"/>
                      <a:pt x="25" y="5"/>
                      <a:pt x="25" y="8"/>
                    </a:cubicBezTo>
                  </a:path>
                </a:pathLst>
              </a:custGeom>
              <a:solidFill>
                <a:srgbClr val="1A0A0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1167" name="Freeform 193">
                <a:extLst>
                  <a:ext uri="{FF2B5EF4-FFF2-40B4-BE49-F238E27FC236}">
                    <a16:creationId xmlns:a16="http://schemas.microsoft.com/office/drawing/2014/main" id="{24C612F5-7396-4455-95F3-E3674976D0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1" y="1002"/>
                <a:ext cx="15" cy="15"/>
              </a:xfrm>
              <a:custGeom>
                <a:avLst/>
                <a:gdLst>
                  <a:gd name="T0" fmla="*/ 0 w 8"/>
                  <a:gd name="T1" fmla="*/ 32 h 8"/>
                  <a:gd name="T2" fmla="*/ 28 w 8"/>
                  <a:gd name="T3" fmla="*/ 53 h 8"/>
                  <a:gd name="T4" fmla="*/ 53 w 8"/>
                  <a:gd name="T5" fmla="*/ 28 h 8"/>
                  <a:gd name="T6" fmla="*/ 21 w 8"/>
                  <a:gd name="T7" fmla="*/ 8 h 8"/>
                  <a:gd name="T8" fmla="*/ 0 w 8"/>
                  <a:gd name="T9" fmla="*/ 32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0" y="5"/>
                    </a:moveTo>
                    <a:cubicBezTo>
                      <a:pt x="1" y="7"/>
                      <a:pt x="2" y="8"/>
                      <a:pt x="4" y="8"/>
                    </a:cubicBezTo>
                    <a:cubicBezTo>
                      <a:pt x="7" y="8"/>
                      <a:pt x="8" y="6"/>
                      <a:pt x="8" y="4"/>
                    </a:cubicBezTo>
                    <a:cubicBezTo>
                      <a:pt x="7" y="2"/>
                      <a:pt x="5" y="0"/>
                      <a:pt x="3" y="1"/>
                    </a:cubicBezTo>
                    <a:cubicBezTo>
                      <a:pt x="1" y="1"/>
                      <a:pt x="0" y="3"/>
                      <a:pt x="0" y="5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1168" name="Freeform 194">
                <a:extLst>
                  <a:ext uri="{FF2B5EF4-FFF2-40B4-BE49-F238E27FC236}">
                    <a16:creationId xmlns:a16="http://schemas.microsoft.com/office/drawing/2014/main" id="{DCACEA28-D42D-4EAC-9D33-A5E9C4168D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8" y="1019"/>
                <a:ext cx="41" cy="5"/>
              </a:xfrm>
              <a:custGeom>
                <a:avLst/>
                <a:gdLst>
                  <a:gd name="T0" fmla="*/ 136 w 22"/>
                  <a:gd name="T1" fmla="*/ 0 h 3"/>
                  <a:gd name="T2" fmla="*/ 121 w 22"/>
                  <a:gd name="T3" fmla="*/ 0 h 3"/>
                  <a:gd name="T4" fmla="*/ 112 w 22"/>
                  <a:gd name="T5" fmla="*/ 0 h 3"/>
                  <a:gd name="T6" fmla="*/ 89 w 22"/>
                  <a:gd name="T7" fmla="*/ 5 h 3"/>
                  <a:gd name="T8" fmla="*/ 39 w 22"/>
                  <a:gd name="T9" fmla="*/ 5 h 3"/>
                  <a:gd name="T10" fmla="*/ 13 w 22"/>
                  <a:gd name="T11" fmla="*/ 0 h 3"/>
                  <a:gd name="T12" fmla="*/ 21 w 22"/>
                  <a:gd name="T13" fmla="*/ 8 h 3"/>
                  <a:gd name="T14" fmla="*/ 73 w 22"/>
                  <a:gd name="T15" fmla="*/ 13 h 3"/>
                  <a:gd name="T16" fmla="*/ 112 w 22"/>
                  <a:gd name="T17" fmla="*/ 8 h 3"/>
                  <a:gd name="T18" fmla="*/ 142 w 22"/>
                  <a:gd name="T19" fmla="*/ 5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2" h="3">
                    <a:moveTo>
                      <a:pt x="21" y="0"/>
                    </a:moveTo>
                    <a:cubicBezTo>
                      <a:pt x="21" y="0"/>
                      <a:pt x="20" y="0"/>
                      <a:pt x="19" y="0"/>
                    </a:cubicBezTo>
                    <a:cubicBezTo>
                      <a:pt x="19" y="0"/>
                      <a:pt x="18" y="0"/>
                      <a:pt x="17" y="0"/>
                    </a:cubicBezTo>
                    <a:cubicBezTo>
                      <a:pt x="16" y="0"/>
                      <a:pt x="15" y="0"/>
                      <a:pt x="14" y="1"/>
                    </a:cubicBezTo>
                    <a:cubicBezTo>
                      <a:pt x="11" y="2"/>
                      <a:pt x="9" y="1"/>
                      <a:pt x="6" y="1"/>
                    </a:cubicBezTo>
                    <a:cubicBezTo>
                      <a:pt x="5" y="0"/>
                      <a:pt x="3" y="0"/>
                      <a:pt x="2" y="0"/>
                    </a:cubicBezTo>
                    <a:cubicBezTo>
                      <a:pt x="0" y="1"/>
                      <a:pt x="2" y="2"/>
                      <a:pt x="3" y="2"/>
                    </a:cubicBezTo>
                    <a:cubicBezTo>
                      <a:pt x="5" y="3"/>
                      <a:pt x="8" y="3"/>
                      <a:pt x="11" y="3"/>
                    </a:cubicBezTo>
                    <a:cubicBezTo>
                      <a:pt x="13" y="3"/>
                      <a:pt x="15" y="2"/>
                      <a:pt x="17" y="2"/>
                    </a:cubicBezTo>
                    <a:cubicBezTo>
                      <a:pt x="18" y="2"/>
                      <a:pt x="21" y="2"/>
                      <a:pt x="22" y="1"/>
                    </a:cubicBezTo>
                  </a:path>
                </a:pathLst>
              </a:custGeom>
              <a:solidFill>
                <a:srgbClr val="3A120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1169" name="Freeform 195">
                <a:extLst>
                  <a:ext uri="{FF2B5EF4-FFF2-40B4-BE49-F238E27FC236}">
                    <a16:creationId xmlns:a16="http://schemas.microsoft.com/office/drawing/2014/main" id="{3D4B413F-0AB8-402E-8384-D9A7F5C14B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7" y="1002"/>
                <a:ext cx="8" cy="8"/>
              </a:xfrm>
              <a:custGeom>
                <a:avLst/>
                <a:gdLst>
                  <a:gd name="T0" fmla="*/ 0 w 4"/>
                  <a:gd name="T1" fmla="*/ 24 h 4"/>
                  <a:gd name="T2" fmla="*/ 24 w 4"/>
                  <a:gd name="T3" fmla="*/ 32 h 4"/>
                  <a:gd name="T4" fmla="*/ 32 w 4"/>
                  <a:gd name="T5" fmla="*/ 16 h 4"/>
                  <a:gd name="T6" fmla="*/ 16 w 4"/>
                  <a:gd name="T7" fmla="*/ 0 h 4"/>
                  <a:gd name="T8" fmla="*/ 0 w 4"/>
                  <a:gd name="T9" fmla="*/ 2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0" y="3"/>
                    </a:moveTo>
                    <a:cubicBezTo>
                      <a:pt x="1" y="4"/>
                      <a:pt x="2" y="4"/>
                      <a:pt x="3" y="4"/>
                    </a:cubicBezTo>
                    <a:cubicBezTo>
                      <a:pt x="4" y="4"/>
                      <a:pt x="4" y="3"/>
                      <a:pt x="4" y="2"/>
                    </a:cubicBezTo>
                    <a:cubicBezTo>
                      <a:pt x="4" y="1"/>
                      <a:pt x="3" y="0"/>
                      <a:pt x="2" y="0"/>
                    </a:cubicBezTo>
                    <a:cubicBezTo>
                      <a:pt x="1" y="1"/>
                      <a:pt x="0" y="2"/>
                      <a:pt x="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1170" name="Freeform 196">
                <a:extLst>
                  <a:ext uri="{FF2B5EF4-FFF2-40B4-BE49-F238E27FC236}">
                    <a16:creationId xmlns:a16="http://schemas.microsoft.com/office/drawing/2014/main" id="{56BEBDF6-CB0C-4EEE-98A9-9B1F223D76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1" y="978"/>
                <a:ext cx="70" cy="26"/>
              </a:xfrm>
              <a:custGeom>
                <a:avLst/>
                <a:gdLst>
                  <a:gd name="T0" fmla="*/ 250 w 37"/>
                  <a:gd name="T1" fmla="*/ 65 h 14"/>
                  <a:gd name="T2" fmla="*/ 0 w 37"/>
                  <a:gd name="T3" fmla="*/ 89 h 14"/>
                  <a:gd name="T4" fmla="*/ 250 w 37"/>
                  <a:gd name="T5" fmla="*/ 65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7" h="14">
                    <a:moveTo>
                      <a:pt x="37" y="10"/>
                    </a:moveTo>
                    <a:cubicBezTo>
                      <a:pt x="37" y="10"/>
                      <a:pt x="14" y="1"/>
                      <a:pt x="0" y="14"/>
                    </a:cubicBezTo>
                    <a:cubicBezTo>
                      <a:pt x="0" y="14"/>
                      <a:pt x="12" y="0"/>
                      <a:pt x="37" y="1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1171" name="Freeform 197">
                <a:extLst>
                  <a:ext uri="{FF2B5EF4-FFF2-40B4-BE49-F238E27FC236}">
                    <a16:creationId xmlns:a16="http://schemas.microsoft.com/office/drawing/2014/main" id="{B9FEC927-3E51-457A-8A6F-027D54E5B1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2" y="1028"/>
                <a:ext cx="50" cy="15"/>
              </a:xfrm>
              <a:custGeom>
                <a:avLst/>
                <a:gdLst>
                  <a:gd name="T0" fmla="*/ 172 w 27"/>
                  <a:gd name="T1" fmla="*/ 0 h 8"/>
                  <a:gd name="T2" fmla="*/ 0 w 27"/>
                  <a:gd name="T3" fmla="*/ 21 h 8"/>
                  <a:gd name="T4" fmla="*/ 172 w 27"/>
                  <a:gd name="T5" fmla="*/ 0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7" h="8">
                    <a:moveTo>
                      <a:pt x="27" y="0"/>
                    </a:moveTo>
                    <a:cubicBezTo>
                      <a:pt x="27" y="0"/>
                      <a:pt x="8" y="7"/>
                      <a:pt x="0" y="3"/>
                    </a:cubicBezTo>
                    <a:cubicBezTo>
                      <a:pt x="0" y="3"/>
                      <a:pt x="8" y="8"/>
                      <a:pt x="27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1172" name="Freeform 198">
                <a:extLst>
                  <a:ext uri="{FF2B5EF4-FFF2-40B4-BE49-F238E27FC236}">
                    <a16:creationId xmlns:a16="http://schemas.microsoft.com/office/drawing/2014/main" id="{2CE59C42-F4A4-499C-91AA-25DF0418F3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8" y="953"/>
                <a:ext cx="84" cy="27"/>
              </a:xfrm>
              <a:custGeom>
                <a:avLst/>
                <a:gdLst>
                  <a:gd name="T0" fmla="*/ 293 w 45"/>
                  <a:gd name="T1" fmla="*/ 100 h 14"/>
                  <a:gd name="T2" fmla="*/ 0 w 45"/>
                  <a:gd name="T3" fmla="*/ 93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5" h="14">
                    <a:moveTo>
                      <a:pt x="45" y="14"/>
                    </a:moveTo>
                    <a:cubicBezTo>
                      <a:pt x="45" y="14"/>
                      <a:pt x="26" y="0"/>
                      <a:pt x="0" y="13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1173" name="Freeform 199">
                <a:extLst>
                  <a:ext uri="{FF2B5EF4-FFF2-40B4-BE49-F238E27FC236}">
                    <a16:creationId xmlns:a16="http://schemas.microsoft.com/office/drawing/2014/main" id="{578F568A-6306-4E85-85F3-7260835204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4" y="1015"/>
                <a:ext cx="2" cy="6"/>
              </a:xfrm>
              <a:custGeom>
                <a:avLst/>
                <a:gdLst>
                  <a:gd name="T0" fmla="*/ 0 w 1"/>
                  <a:gd name="T1" fmla="*/ 24 h 3"/>
                  <a:gd name="T2" fmla="*/ 0 w 1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cubicBezTo>
                      <a:pt x="0" y="2"/>
                      <a:pt x="1" y="1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1174" name="Freeform 200">
                <a:extLst>
                  <a:ext uri="{FF2B5EF4-FFF2-40B4-BE49-F238E27FC236}">
                    <a16:creationId xmlns:a16="http://schemas.microsoft.com/office/drawing/2014/main" id="{E9C8DD84-397B-4FDA-B563-D1B3D6818E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4" y="1017"/>
                <a:ext cx="2" cy="4"/>
              </a:xfrm>
              <a:custGeom>
                <a:avLst/>
                <a:gdLst>
                  <a:gd name="T0" fmla="*/ 8 w 1"/>
                  <a:gd name="T1" fmla="*/ 16 h 2"/>
                  <a:gd name="T2" fmla="*/ 8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1" y="1"/>
                      <a:pt x="0" y="0"/>
                      <a:pt x="1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1175" name="Freeform 201">
                <a:extLst>
                  <a:ext uri="{FF2B5EF4-FFF2-40B4-BE49-F238E27FC236}">
                    <a16:creationId xmlns:a16="http://schemas.microsoft.com/office/drawing/2014/main" id="{B3827224-DBF4-44C6-ABE0-980237FAFD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5" y="1028"/>
                <a:ext cx="47" cy="13"/>
              </a:xfrm>
              <a:custGeom>
                <a:avLst/>
                <a:gdLst>
                  <a:gd name="T0" fmla="*/ 152 w 25"/>
                  <a:gd name="T1" fmla="*/ 0 h 7"/>
                  <a:gd name="T2" fmla="*/ 133 w 25"/>
                  <a:gd name="T3" fmla="*/ 7 h 7"/>
                  <a:gd name="T4" fmla="*/ 100 w 25"/>
                  <a:gd name="T5" fmla="*/ 20 h 7"/>
                  <a:gd name="T6" fmla="*/ 53 w 25"/>
                  <a:gd name="T7" fmla="*/ 32 h 7"/>
                  <a:gd name="T8" fmla="*/ 0 w 25"/>
                  <a:gd name="T9" fmla="*/ 37 h 7"/>
                  <a:gd name="T10" fmla="*/ 39 w 25"/>
                  <a:gd name="T11" fmla="*/ 45 h 7"/>
                  <a:gd name="T12" fmla="*/ 100 w 25"/>
                  <a:gd name="T13" fmla="*/ 32 h 7"/>
                  <a:gd name="T14" fmla="*/ 145 w 25"/>
                  <a:gd name="T15" fmla="*/ 13 h 7"/>
                  <a:gd name="T16" fmla="*/ 165 w 25"/>
                  <a:gd name="T17" fmla="*/ 0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5" h="7">
                    <a:moveTo>
                      <a:pt x="23" y="0"/>
                    </a:moveTo>
                    <a:cubicBezTo>
                      <a:pt x="22" y="0"/>
                      <a:pt x="21" y="1"/>
                      <a:pt x="20" y="1"/>
                    </a:cubicBezTo>
                    <a:cubicBezTo>
                      <a:pt x="18" y="2"/>
                      <a:pt x="16" y="3"/>
                      <a:pt x="15" y="3"/>
                    </a:cubicBezTo>
                    <a:cubicBezTo>
                      <a:pt x="12" y="4"/>
                      <a:pt x="10" y="4"/>
                      <a:pt x="8" y="5"/>
                    </a:cubicBezTo>
                    <a:cubicBezTo>
                      <a:pt x="5" y="6"/>
                      <a:pt x="3" y="5"/>
                      <a:pt x="0" y="6"/>
                    </a:cubicBezTo>
                    <a:cubicBezTo>
                      <a:pt x="1" y="7"/>
                      <a:pt x="5" y="7"/>
                      <a:pt x="6" y="7"/>
                    </a:cubicBezTo>
                    <a:cubicBezTo>
                      <a:pt x="9" y="7"/>
                      <a:pt x="12" y="6"/>
                      <a:pt x="15" y="5"/>
                    </a:cubicBezTo>
                    <a:cubicBezTo>
                      <a:pt x="18" y="4"/>
                      <a:pt x="20" y="3"/>
                      <a:pt x="22" y="2"/>
                    </a:cubicBezTo>
                    <a:cubicBezTo>
                      <a:pt x="23" y="1"/>
                      <a:pt x="24" y="0"/>
                      <a:pt x="25" y="0"/>
                    </a:cubicBezTo>
                  </a:path>
                </a:pathLst>
              </a:custGeom>
              <a:solidFill>
                <a:srgbClr val="7E39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1176" name="Freeform 202">
                <a:extLst>
                  <a:ext uri="{FF2B5EF4-FFF2-40B4-BE49-F238E27FC236}">
                    <a16:creationId xmlns:a16="http://schemas.microsoft.com/office/drawing/2014/main" id="{EC7D1EFD-3E0A-4E25-B21E-E00E719387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0" y="1030"/>
                <a:ext cx="36" cy="8"/>
              </a:xfrm>
              <a:custGeom>
                <a:avLst/>
                <a:gdLst>
                  <a:gd name="T0" fmla="*/ 0 w 19"/>
                  <a:gd name="T1" fmla="*/ 0 h 4"/>
                  <a:gd name="T2" fmla="*/ 53 w 19"/>
                  <a:gd name="T3" fmla="*/ 8 h 4"/>
                  <a:gd name="T4" fmla="*/ 89 w 19"/>
                  <a:gd name="T5" fmla="*/ 16 h 4"/>
                  <a:gd name="T6" fmla="*/ 129 w 19"/>
                  <a:gd name="T7" fmla="*/ 32 h 4"/>
                  <a:gd name="T8" fmla="*/ 89 w 19"/>
                  <a:gd name="T9" fmla="*/ 32 h 4"/>
                  <a:gd name="T10" fmla="*/ 53 w 19"/>
                  <a:gd name="T11" fmla="*/ 24 h 4"/>
                  <a:gd name="T12" fmla="*/ 8 w 19"/>
                  <a:gd name="T13" fmla="*/ 0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4">
                    <a:moveTo>
                      <a:pt x="0" y="0"/>
                    </a:moveTo>
                    <a:cubicBezTo>
                      <a:pt x="2" y="0"/>
                      <a:pt x="5" y="0"/>
                      <a:pt x="8" y="1"/>
                    </a:cubicBezTo>
                    <a:cubicBezTo>
                      <a:pt x="9" y="2"/>
                      <a:pt x="11" y="2"/>
                      <a:pt x="13" y="2"/>
                    </a:cubicBezTo>
                    <a:cubicBezTo>
                      <a:pt x="15" y="3"/>
                      <a:pt x="17" y="4"/>
                      <a:pt x="19" y="4"/>
                    </a:cubicBezTo>
                    <a:cubicBezTo>
                      <a:pt x="17" y="4"/>
                      <a:pt x="15" y="4"/>
                      <a:pt x="13" y="4"/>
                    </a:cubicBezTo>
                    <a:cubicBezTo>
                      <a:pt x="11" y="4"/>
                      <a:pt x="9" y="3"/>
                      <a:pt x="8" y="3"/>
                    </a:cubicBezTo>
                    <a:cubicBezTo>
                      <a:pt x="5" y="2"/>
                      <a:pt x="2" y="2"/>
                      <a:pt x="1" y="0"/>
                    </a:cubicBezTo>
                  </a:path>
                </a:pathLst>
              </a:custGeom>
              <a:solidFill>
                <a:srgbClr val="7E39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1177" name="Freeform 203">
                <a:extLst>
                  <a:ext uri="{FF2B5EF4-FFF2-40B4-BE49-F238E27FC236}">
                    <a16:creationId xmlns:a16="http://schemas.microsoft.com/office/drawing/2014/main" id="{0C186EB1-C596-4E7D-9358-860BB0CACB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4" y="993"/>
                <a:ext cx="38" cy="26"/>
              </a:xfrm>
              <a:custGeom>
                <a:avLst/>
                <a:gdLst>
                  <a:gd name="T0" fmla="*/ 137 w 20"/>
                  <a:gd name="T1" fmla="*/ 0 h 14"/>
                  <a:gd name="T2" fmla="*/ 61 w 20"/>
                  <a:gd name="T3" fmla="*/ 20 h 14"/>
                  <a:gd name="T4" fmla="*/ 29 w 20"/>
                  <a:gd name="T5" fmla="*/ 45 h 14"/>
                  <a:gd name="T6" fmla="*/ 0 w 20"/>
                  <a:gd name="T7" fmla="*/ 89 h 14"/>
                  <a:gd name="T8" fmla="*/ 8 w 20"/>
                  <a:gd name="T9" fmla="*/ 65 h 14"/>
                  <a:gd name="T10" fmla="*/ 21 w 20"/>
                  <a:gd name="T11" fmla="*/ 45 h 14"/>
                  <a:gd name="T12" fmla="*/ 61 w 20"/>
                  <a:gd name="T13" fmla="*/ 20 h 14"/>
                  <a:gd name="T14" fmla="*/ 129 w 20"/>
                  <a:gd name="T15" fmla="*/ 0 h 1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0" h="14">
                    <a:moveTo>
                      <a:pt x="20" y="0"/>
                    </a:moveTo>
                    <a:cubicBezTo>
                      <a:pt x="16" y="1"/>
                      <a:pt x="12" y="1"/>
                      <a:pt x="9" y="3"/>
                    </a:cubicBezTo>
                    <a:cubicBezTo>
                      <a:pt x="8" y="5"/>
                      <a:pt x="6" y="6"/>
                      <a:pt x="4" y="7"/>
                    </a:cubicBezTo>
                    <a:cubicBezTo>
                      <a:pt x="2" y="9"/>
                      <a:pt x="1" y="12"/>
                      <a:pt x="0" y="14"/>
                    </a:cubicBezTo>
                    <a:cubicBezTo>
                      <a:pt x="0" y="13"/>
                      <a:pt x="1" y="11"/>
                      <a:pt x="1" y="10"/>
                    </a:cubicBezTo>
                    <a:cubicBezTo>
                      <a:pt x="2" y="9"/>
                      <a:pt x="2" y="8"/>
                      <a:pt x="3" y="7"/>
                    </a:cubicBezTo>
                    <a:cubicBezTo>
                      <a:pt x="5" y="5"/>
                      <a:pt x="7" y="4"/>
                      <a:pt x="9" y="3"/>
                    </a:cubicBezTo>
                    <a:cubicBezTo>
                      <a:pt x="12" y="1"/>
                      <a:pt x="15" y="0"/>
                      <a:pt x="19" y="0"/>
                    </a:cubicBezTo>
                  </a:path>
                </a:pathLst>
              </a:custGeom>
              <a:solidFill>
                <a:srgbClr val="7E39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</p:grpSp>
        <p:sp>
          <p:nvSpPr>
            <p:cNvPr id="32575" name="Freeform 204">
              <a:extLst>
                <a:ext uri="{FF2B5EF4-FFF2-40B4-BE49-F238E27FC236}">
                  <a16:creationId xmlns:a16="http://schemas.microsoft.com/office/drawing/2014/main" id="{BB150421-ECF8-4FED-B9D8-F55244CE51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5" y="980"/>
              <a:ext cx="26" cy="72"/>
            </a:xfrm>
            <a:custGeom>
              <a:avLst/>
              <a:gdLst>
                <a:gd name="T0" fmla="*/ 45 w 14"/>
                <a:gd name="T1" fmla="*/ 13 h 39"/>
                <a:gd name="T2" fmla="*/ 24 w 14"/>
                <a:gd name="T3" fmla="*/ 37 h 39"/>
                <a:gd name="T4" fmla="*/ 13 w 14"/>
                <a:gd name="T5" fmla="*/ 61 h 39"/>
                <a:gd name="T6" fmla="*/ 0 w 14"/>
                <a:gd name="T7" fmla="*/ 133 h 39"/>
                <a:gd name="T8" fmla="*/ 7 w 14"/>
                <a:gd name="T9" fmla="*/ 194 h 39"/>
                <a:gd name="T10" fmla="*/ 24 w 14"/>
                <a:gd name="T11" fmla="*/ 246 h 39"/>
                <a:gd name="T12" fmla="*/ 24 w 14"/>
                <a:gd name="T13" fmla="*/ 185 h 39"/>
                <a:gd name="T14" fmla="*/ 32 w 14"/>
                <a:gd name="T15" fmla="*/ 126 h 39"/>
                <a:gd name="T16" fmla="*/ 52 w 14"/>
                <a:gd name="T17" fmla="*/ 102 h 39"/>
                <a:gd name="T18" fmla="*/ 65 w 14"/>
                <a:gd name="T19" fmla="*/ 76 h 39"/>
                <a:gd name="T20" fmla="*/ 65 w 14"/>
                <a:gd name="T21" fmla="*/ 61 h 39"/>
                <a:gd name="T22" fmla="*/ 65 w 14"/>
                <a:gd name="T23" fmla="*/ 52 h 39"/>
                <a:gd name="T24" fmla="*/ 84 w 14"/>
                <a:gd name="T25" fmla="*/ 24 h 39"/>
                <a:gd name="T26" fmla="*/ 52 w 14"/>
                <a:gd name="T27" fmla="*/ 13 h 39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4" h="39">
                  <a:moveTo>
                    <a:pt x="7" y="2"/>
                  </a:moveTo>
                  <a:cubicBezTo>
                    <a:pt x="6" y="2"/>
                    <a:pt x="5" y="5"/>
                    <a:pt x="4" y="6"/>
                  </a:cubicBezTo>
                  <a:cubicBezTo>
                    <a:pt x="3" y="7"/>
                    <a:pt x="3" y="9"/>
                    <a:pt x="2" y="10"/>
                  </a:cubicBezTo>
                  <a:cubicBezTo>
                    <a:pt x="1" y="14"/>
                    <a:pt x="1" y="17"/>
                    <a:pt x="0" y="21"/>
                  </a:cubicBezTo>
                  <a:cubicBezTo>
                    <a:pt x="0" y="24"/>
                    <a:pt x="0" y="28"/>
                    <a:pt x="1" y="31"/>
                  </a:cubicBezTo>
                  <a:cubicBezTo>
                    <a:pt x="1" y="33"/>
                    <a:pt x="1" y="39"/>
                    <a:pt x="4" y="39"/>
                  </a:cubicBezTo>
                  <a:cubicBezTo>
                    <a:pt x="5" y="36"/>
                    <a:pt x="4" y="32"/>
                    <a:pt x="4" y="29"/>
                  </a:cubicBezTo>
                  <a:cubicBezTo>
                    <a:pt x="4" y="26"/>
                    <a:pt x="4" y="23"/>
                    <a:pt x="5" y="20"/>
                  </a:cubicBezTo>
                  <a:cubicBezTo>
                    <a:pt x="6" y="19"/>
                    <a:pt x="6" y="17"/>
                    <a:pt x="8" y="16"/>
                  </a:cubicBezTo>
                  <a:cubicBezTo>
                    <a:pt x="9" y="15"/>
                    <a:pt x="11" y="13"/>
                    <a:pt x="10" y="12"/>
                  </a:cubicBezTo>
                  <a:cubicBezTo>
                    <a:pt x="10" y="11"/>
                    <a:pt x="10" y="11"/>
                    <a:pt x="10" y="10"/>
                  </a:cubicBezTo>
                  <a:cubicBezTo>
                    <a:pt x="9" y="10"/>
                    <a:pt x="10" y="9"/>
                    <a:pt x="10" y="8"/>
                  </a:cubicBezTo>
                  <a:cubicBezTo>
                    <a:pt x="11" y="7"/>
                    <a:pt x="14" y="5"/>
                    <a:pt x="13" y="4"/>
                  </a:cubicBezTo>
                  <a:cubicBezTo>
                    <a:pt x="12" y="2"/>
                    <a:pt x="9" y="0"/>
                    <a:pt x="8" y="2"/>
                  </a:cubicBezTo>
                </a:path>
              </a:pathLst>
            </a:custGeom>
            <a:solidFill>
              <a:srgbClr val="6B2D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2576" name="Freeform 205">
              <a:extLst>
                <a:ext uri="{FF2B5EF4-FFF2-40B4-BE49-F238E27FC236}">
                  <a16:creationId xmlns:a16="http://schemas.microsoft.com/office/drawing/2014/main" id="{566369F5-2AAA-4911-9141-4C2A152D42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6" y="974"/>
              <a:ext cx="47" cy="22"/>
            </a:xfrm>
            <a:custGeom>
              <a:avLst/>
              <a:gdLst>
                <a:gd name="T0" fmla="*/ 21 w 25"/>
                <a:gd name="T1" fmla="*/ 73 h 12"/>
                <a:gd name="T2" fmla="*/ 120 w 25"/>
                <a:gd name="T3" fmla="*/ 37 h 12"/>
                <a:gd name="T4" fmla="*/ 165 w 25"/>
                <a:gd name="T5" fmla="*/ 24 h 12"/>
                <a:gd name="T6" fmla="*/ 145 w 25"/>
                <a:gd name="T7" fmla="*/ 7 h 12"/>
                <a:gd name="T8" fmla="*/ 92 w 25"/>
                <a:gd name="T9" fmla="*/ 7 h 12"/>
                <a:gd name="T10" fmla="*/ 45 w 25"/>
                <a:gd name="T11" fmla="*/ 13 h 12"/>
                <a:gd name="T12" fmla="*/ 21 w 25"/>
                <a:gd name="T13" fmla="*/ 24 h 12"/>
                <a:gd name="T14" fmla="*/ 0 w 25"/>
                <a:gd name="T15" fmla="*/ 61 h 1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5" h="12">
                  <a:moveTo>
                    <a:pt x="3" y="12"/>
                  </a:moveTo>
                  <a:cubicBezTo>
                    <a:pt x="8" y="9"/>
                    <a:pt x="13" y="7"/>
                    <a:pt x="18" y="6"/>
                  </a:cubicBezTo>
                  <a:cubicBezTo>
                    <a:pt x="20" y="6"/>
                    <a:pt x="24" y="6"/>
                    <a:pt x="25" y="4"/>
                  </a:cubicBezTo>
                  <a:cubicBezTo>
                    <a:pt x="25" y="3"/>
                    <a:pt x="23" y="2"/>
                    <a:pt x="22" y="1"/>
                  </a:cubicBezTo>
                  <a:cubicBezTo>
                    <a:pt x="20" y="0"/>
                    <a:pt x="17" y="0"/>
                    <a:pt x="14" y="1"/>
                  </a:cubicBezTo>
                  <a:cubicBezTo>
                    <a:pt x="12" y="1"/>
                    <a:pt x="10" y="1"/>
                    <a:pt x="7" y="2"/>
                  </a:cubicBezTo>
                  <a:cubicBezTo>
                    <a:pt x="6" y="3"/>
                    <a:pt x="4" y="3"/>
                    <a:pt x="3" y="4"/>
                  </a:cubicBezTo>
                  <a:cubicBezTo>
                    <a:pt x="1" y="5"/>
                    <a:pt x="0" y="8"/>
                    <a:pt x="0" y="10"/>
                  </a:cubicBezTo>
                </a:path>
              </a:pathLst>
            </a:custGeom>
            <a:solidFill>
              <a:srgbClr val="6B2D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2577" name="Freeform 206">
              <a:extLst>
                <a:ext uri="{FF2B5EF4-FFF2-40B4-BE49-F238E27FC236}">
                  <a16:creationId xmlns:a16="http://schemas.microsoft.com/office/drawing/2014/main" id="{C5526CF5-DC43-4FB8-8283-4A2F1C406B4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7" y="1019"/>
              <a:ext cx="21" cy="13"/>
            </a:xfrm>
            <a:custGeom>
              <a:avLst/>
              <a:gdLst>
                <a:gd name="T0" fmla="*/ 0 w 11"/>
                <a:gd name="T1" fmla="*/ 0 h 7"/>
                <a:gd name="T2" fmla="*/ 76 w 11"/>
                <a:gd name="T3" fmla="*/ 45 h 7"/>
                <a:gd name="T4" fmla="*/ 36 w 11"/>
                <a:gd name="T5" fmla="*/ 32 h 7"/>
                <a:gd name="T6" fmla="*/ 8 w 11"/>
                <a:gd name="T7" fmla="*/ 7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7">
                  <a:moveTo>
                    <a:pt x="0" y="0"/>
                  </a:moveTo>
                  <a:cubicBezTo>
                    <a:pt x="4" y="2"/>
                    <a:pt x="7" y="6"/>
                    <a:pt x="11" y="7"/>
                  </a:cubicBezTo>
                  <a:cubicBezTo>
                    <a:pt x="9" y="7"/>
                    <a:pt x="7" y="6"/>
                    <a:pt x="5" y="5"/>
                  </a:cubicBezTo>
                  <a:cubicBezTo>
                    <a:pt x="4" y="4"/>
                    <a:pt x="3" y="2"/>
                    <a:pt x="1" y="1"/>
                  </a:cubicBezTo>
                </a:path>
              </a:pathLst>
            </a:custGeom>
            <a:solidFill>
              <a:srgbClr val="6B2D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2578" name="Freeform 207">
              <a:extLst>
                <a:ext uri="{FF2B5EF4-FFF2-40B4-BE49-F238E27FC236}">
                  <a16:creationId xmlns:a16="http://schemas.microsoft.com/office/drawing/2014/main" id="{A52845BC-B25C-4BBF-A72B-1963F1390A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4" y="1015"/>
              <a:ext cx="17" cy="13"/>
            </a:xfrm>
            <a:custGeom>
              <a:avLst/>
              <a:gdLst>
                <a:gd name="T0" fmla="*/ 0 w 9"/>
                <a:gd name="T1" fmla="*/ 37 h 7"/>
                <a:gd name="T2" fmla="*/ 28 w 9"/>
                <a:gd name="T3" fmla="*/ 20 h 7"/>
                <a:gd name="T4" fmla="*/ 60 w 9"/>
                <a:gd name="T5" fmla="*/ 0 h 7"/>
                <a:gd name="T6" fmla="*/ 0 w 9"/>
                <a:gd name="T7" fmla="*/ 45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7">
                  <a:moveTo>
                    <a:pt x="0" y="6"/>
                  </a:moveTo>
                  <a:cubicBezTo>
                    <a:pt x="1" y="6"/>
                    <a:pt x="3" y="4"/>
                    <a:pt x="4" y="3"/>
                  </a:cubicBezTo>
                  <a:cubicBezTo>
                    <a:pt x="5" y="2"/>
                    <a:pt x="7" y="1"/>
                    <a:pt x="9" y="0"/>
                  </a:cubicBezTo>
                  <a:cubicBezTo>
                    <a:pt x="7" y="4"/>
                    <a:pt x="4" y="5"/>
                    <a:pt x="0" y="7"/>
                  </a:cubicBezTo>
                </a:path>
              </a:pathLst>
            </a:custGeom>
            <a:solidFill>
              <a:srgbClr val="6B2D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2579" name="Freeform 208">
              <a:extLst>
                <a:ext uri="{FF2B5EF4-FFF2-40B4-BE49-F238E27FC236}">
                  <a16:creationId xmlns:a16="http://schemas.microsoft.com/office/drawing/2014/main" id="{5B7288D0-6932-4377-89DF-98CF63269BF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8" y="980"/>
              <a:ext cx="36" cy="22"/>
            </a:xfrm>
            <a:custGeom>
              <a:avLst/>
              <a:gdLst>
                <a:gd name="T0" fmla="*/ 15 w 19"/>
                <a:gd name="T1" fmla="*/ 44 h 12"/>
                <a:gd name="T2" fmla="*/ 89 w 19"/>
                <a:gd name="T3" fmla="*/ 13 h 12"/>
                <a:gd name="T4" fmla="*/ 129 w 19"/>
                <a:gd name="T5" fmla="*/ 7 h 12"/>
                <a:gd name="T6" fmla="*/ 83 w 19"/>
                <a:gd name="T7" fmla="*/ 31 h 12"/>
                <a:gd name="T8" fmla="*/ 0 w 19"/>
                <a:gd name="T9" fmla="*/ 73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12">
                  <a:moveTo>
                    <a:pt x="2" y="7"/>
                  </a:moveTo>
                  <a:cubicBezTo>
                    <a:pt x="5" y="5"/>
                    <a:pt x="9" y="3"/>
                    <a:pt x="13" y="2"/>
                  </a:cubicBezTo>
                  <a:cubicBezTo>
                    <a:pt x="15" y="1"/>
                    <a:pt x="18" y="0"/>
                    <a:pt x="19" y="1"/>
                  </a:cubicBezTo>
                  <a:cubicBezTo>
                    <a:pt x="18" y="3"/>
                    <a:pt x="15" y="4"/>
                    <a:pt x="12" y="5"/>
                  </a:cubicBezTo>
                  <a:cubicBezTo>
                    <a:pt x="8" y="6"/>
                    <a:pt x="4" y="8"/>
                    <a:pt x="0" y="12"/>
                  </a:cubicBezTo>
                </a:path>
              </a:pathLst>
            </a:custGeom>
            <a:solidFill>
              <a:srgbClr val="7E39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2580" name="Freeform 209">
              <a:extLst>
                <a:ext uri="{FF2B5EF4-FFF2-40B4-BE49-F238E27FC236}">
                  <a16:creationId xmlns:a16="http://schemas.microsoft.com/office/drawing/2014/main" id="{E0F85A8F-6F94-4276-94FF-5F2CFC3BEF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0" y="978"/>
              <a:ext cx="30" cy="15"/>
            </a:xfrm>
            <a:custGeom>
              <a:avLst/>
              <a:gdLst>
                <a:gd name="T0" fmla="*/ 0 w 16"/>
                <a:gd name="T1" fmla="*/ 0 h 8"/>
                <a:gd name="T2" fmla="*/ 105 w 16"/>
                <a:gd name="T3" fmla="*/ 53 h 8"/>
                <a:gd name="T4" fmla="*/ 45 w 16"/>
                <a:gd name="T5" fmla="*/ 39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8">
                  <a:moveTo>
                    <a:pt x="0" y="0"/>
                  </a:moveTo>
                  <a:cubicBezTo>
                    <a:pt x="4" y="1"/>
                    <a:pt x="15" y="3"/>
                    <a:pt x="16" y="8"/>
                  </a:cubicBezTo>
                  <a:cubicBezTo>
                    <a:pt x="13" y="8"/>
                    <a:pt x="10" y="7"/>
                    <a:pt x="7" y="6"/>
                  </a:cubicBezTo>
                </a:path>
              </a:pathLst>
            </a:custGeom>
            <a:solidFill>
              <a:srgbClr val="6B2D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2581" name="Freeform 210">
              <a:extLst>
                <a:ext uri="{FF2B5EF4-FFF2-40B4-BE49-F238E27FC236}">
                  <a16:creationId xmlns:a16="http://schemas.microsoft.com/office/drawing/2014/main" id="{6BE64926-27CC-4FC9-A321-A3BA9113CC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5" y="1066"/>
              <a:ext cx="55" cy="117"/>
            </a:xfrm>
            <a:custGeom>
              <a:avLst/>
              <a:gdLst>
                <a:gd name="T0" fmla="*/ 0 w 29"/>
                <a:gd name="T1" fmla="*/ 0 h 63"/>
                <a:gd name="T2" fmla="*/ 197 w 29"/>
                <a:gd name="T3" fmla="*/ 403 h 63"/>
                <a:gd name="T4" fmla="*/ 0 w 29"/>
                <a:gd name="T5" fmla="*/ 0 h 6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63">
                  <a:moveTo>
                    <a:pt x="0" y="0"/>
                  </a:moveTo>
                  <a:cubicBezTo>
                    <a:pt x="0" y="0"/>
                    <a:pt x="7" y="41"/>
                    <a:pt x="29" y="63"/>
                  </a:cubicBezTo>
                  <a:cubicBezTo>
                    <a:pt x="29" y="63"/>
                    <a:pt x="6" y="30"/>
                    <a:pt x="0" y="0"/>
                  </a:cubicBezTo>
                  <a:close/>
                </a:path>
              </a:pathLst>
            </a:custGeom>
            <a:solidFill>
              <a:srgbClr val="6B2D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2582" name="Freeform 211">
              <a:extLst>
                <a:ext uri="{FF2B5EF4-FFF2-40B4-BE49-F238E27FC236}">
                  <a16:creationId xmlns:a16="http://schemas.microsoft.com/office/drawing/2014/main" id="{ADFA606C-E9E6-43CC-AE2C-A047AC4481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5" y="1200"/>
              <a:ext cx="84" cy="50"/>
            </a:xfrm>
            <a:custGeom>
              <a:avLst/>
              <a:gdLst>
                <a:gd name="T0" fmla="*/ 0 w 45"/>
                <a:gd name="T1" fmla="*/ 0 h 27"/>
                <a:gd name="T2" fmla="*/ 293 w 45"/>
                <a:gd name="T3" fmla="*/ 172 h 27"/>
                <a:gd name="T4" fmla="*/ 0 w 45"/>
                <a:gd name="T5" fmla="*/ 0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5" h="27">
                  <a:moveTo>
                    <a:pt x="0" y="0"/>
                  </a:moveTo>
                  <a:cubicBezTo>
                    <a:pt x="0" y="0"/>
                    <a:pt x="21" y="24"/>
                    <a:pt x="45" y="27"/>
                  </a:cubicBezTo>
                  <a:cubicBezTo>
                    <a:pt x="45" y="27"/>
                    <a:pt x="19" y="17"/>
                    <a:pt x="0" y="0"/>
                  </a:cubicBezTo>
                  <a:close/>
                </a:path>
              </a:pathLst>
            </a:custGeom>
            <a:solidFill>
              <a:srgbClr val="6B2D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2583" name="Freeform 212">
              <a:extLst>
                <a:ext uri="{FF2B5EF4-FFF2-40B4-BE49-F238E27FC236}">
                  <a16:creationId xmlns:a16="http://schemas.microsoft.com/office/drawing/2014/main" id="{7C667AFF-00B1-4D93-BC15-B4F08A9081F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2" y="1032"/>
              <a:ext cx="54" cy="147"/>
            </a:xfrm>
            <a:custGeom>
              <a:avLst/>
              <a:gdLst>
                <a:gd name="T0" fmla="*/ 188 w 29"/>
                <a:gd name="T1" fmla="*/ 0 h 79"/>
                <a:gd name="T2" fmla="*/ 0 w 29"/>
                <a:gd name="T3" fmla="*/ 510 h 79"/>
                <a:gd name="T4" fmla="*/ 188 w 29"/>
                <a:gd name="T5" fmla="*/ 0 h 7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79">
                  <a:moveTo>
                    <a:pt x="29" y="0"/>
                  </a:moveTo>
                  <a:cubicBezTo>
                    <a:pt x="29" y="0"/>
                    <a:pt x="19" y="56"/>
                    <a:pt x="0" y="79"/>
                  </a:cubicBezTo>
                  <a:cubicBezTo>
                    <a:pt x="0" y="79"/>
                    <a:pt x="16" y="54"/>
                    <a:pt x="29" y="0"/>
                  </a:cubicBezTo>
                  <a:close/>
                </a:path>
              </a:pathLst>
            </a:custGeom>
            <a:solidFill>
              <a:srgbClr val="7E39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2584" name="Freeform 213">
              <a:extLst>
                <a:ext uri="{FF2B5EF4-FFF2-40B4-BE49-F238E27FC236}">
                  <a16:creationId xmlns:a16="http://schemas.microsoft.com/office/drawing/2014/main" id="{A98FEDC5-3702-41AA-8920-6912A3E8E9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6" y="1103"/>
              <a:ext cx="30" cy="11"/>
            </a:xfrm>
            <a:custGeom>
              <a:avLst/>
              <a:gdLst>
                <a:gd name="T0" fmla="*/ 105 w 16"/>
                <a:gd name="T1" fmla="*/ 24 h 6"/>
                <a:gd name="T2" fmla="*/ 84 w 16"/>
                <a:gd name="T3" fmla="*/ 7 h 6"/>
                <a:gd name="T4" fmla="*/ 68 w 16"/>
                <a:gd name="T5" fmla="*/ 31 h 6"/>
                <a:gd name="T6" fmla="*/ 32 w 16"/>
                <a:gd name="T7" fmla="*/ 31 h 6"/>
                <a:gd name="T8" fmla="*/ 0 w 16"/>
                <a:gd name="T9" fmla="*/ 20 h 6"/>
                <a:gd name="T10" fmla="*/ 28 w 16"/>
                <a:gd name="T11" fmla="*/ 37 h 6"/>
                <a:gd name="T12" fmla="*/ 53 w 16"/>
                <a:gd name="T13" fmla="*/ 37 h 6"/>
                <a:gd name="T14" fmla="*/ 81 w 16"/>
                <a:gd name="T15" fmla="*/ 24 h 6"/>
                <a:gd name="T16" fmla="*/ 92 w 16"/>
                <a:gd name="T17" fmla="*/ 31 h 6"/>
                <a:gd name="T18" fmla="*/ 105 w 16"/>
                <a:gd name="T19" fmla="*/ 24 h 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6" h="6">
                  <a:moveTo>
                    <a:pt x="16" y="4"/>
                  </a:moveTo>
                  <a:cubicBezTo>
                    <a:pt x="16" y="3"/>
                    <a:pt x="14" y="0"/>
                    <a:pt x="13" y="1"/>
                  </a:cubicBezTo>
                  <a:cubicBezTo>
                    <a:pt x="12" y="1"/>
                    <a:pt x="11" y="4"/>
                    <a:pt x="10" y="5"/>
                  </a:cubicBezTo>
                  <a:cubicBezTo>
                    <a:pt x="8" y="6"/>
                    <a:pt x="7" y="6"/>
                    <a:pt x="5" y="5"/>
                  </a:cubicBezTo>
                  <a:cubicBezTo>
                    <a:pt x="3" y="5"/>
                    <a:pt x="1" y="4"/>
                    <a:pt x="0" y="3"/>
                  </a:cubicBezTo>
                  <a:cubicBezTo>
                    <a:pt x="1" y="4"/>
                    <a:pt x="2" y="5"/>
                    <a:pt x="4" y="6"/>
                  </a:cubicBezTo>
                  <a:cubicBezTo>
                    <a:pt x="5" y="6"/>
                    <a:pt x="7" y="6"/>
                    <a:pt x="8" y="6"/>
                  </a:cubicBezTo>
                  <a:cubicBezTo>
                    <a:pt x="10" y="6"/>
                    <a:pt x="11" y="4"/>
                    <a:pt x="12" y="4"/>
                  </a:cubicBezTo>
                  <a:cubicBezTo>
                    <a:pt x="13" y="4"/>
                    <a:pt x="13" y="5"/>
                    <a:pt x="14" y="5"/>
                  </a:cubicBezTo>
                  <a:cubicBezTo>
                    <a:pt x="15" y="5"/>
                    <a:pt x="15" y="4"/>
                    <a:pt x="16" y="4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2585" name="Freeform 214">
              <a:extLst>
                <a:ext uri="{FF2B5EF4-FFF2-40B4-BE49-F238E27FC236}">
                  <a16:creationId xmlns:a16="http://schemas.microsoft.com/office/drawing/2014/main" id="{DDD65887-F157-42F9-911F-3F8F2DFF5B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1" y="1092"/>
              <a:ext cx="21" cy="20"/>
            </a:xfrm>
            <a:custGeom>
              <a:avLst/>
              <a:gdLst>
                <a:gd name="T0" fmla="*/ 76 w 11"/>
                <a:gd name="T1" fmla="*/ 65 h 11"/>
                <a:gd name="T2" fmla="*/ 48 w 11"/>
                <a:gd name="T3" fmla="*/ 0 h 11"/>
                <a:gd name="T4" fmla="*/ 76 w 11"/>
                <a:gd name="T5" fmla="*/ 65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1">
                  <a:moveTo>
                    <a:pt x="11" y="11"/>
                  </a:moveTo>
                  <a:cubicBezTo>
                    <a:pt x="11" y="11"/>
                    <a:pt x="4" y="5"/>
                    <a:pt x="7" y="0"/>
                  </a:cubicBezTo>
                  <a:cubicBezTo>
                    <a:pt x="7" y="0"/>
                    <a:pt x="0" y="4"/>
                    <a:pt x="11" y="1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2586" name="Freeform 215">
              <a:extLst>
                <a:ext uri="{FF2B5EF4-FFF2-40B4-BE49-F238E27FC236}">
                  <a16:creationId xmlns:a16="http://schemas.microsoft.com/office/drawing/2014/main" id="{3CAAC4CC-D951-4256-B8A4-F75C57EEE59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0" y="1103"/>
              <a:ext cx="30" cy="11"/>
            </a:xfrm>
            <a:custGeom>
              <a:avLst/>
              <a:gdLst>
                <a:gd name="T0" fmla="*/ 0 w 16"/>
                <a:gd name="T1" fmla="*/ 24 h 6"/>
                <a:gd name="T2" fmla="*/ 21 w 16"/>
                <a:gd name="T3" fmla="*/ 7 h 6"/>
                <a:gd name="T4" fmla="*/ 39 w 16"/>
                <a:gd name="T5" fmla="*/ 31 h 6"/>
                <a:gd name="T6" fmla="*/ 73 w 16"/>
                <a:gd name="T7" fmla="*/ 31 h 6"/>
                <a:gd name="T8" fmla="*/ 105 w 16"/>
                <a:gd name="T9" fmla="*/ 20 h 6"/>
                <a:gd name="T10" fmla="*/ 84 w 16"/>
                <a:gd name="T11" fmla="*/ 37 h 6"/>
                <a:gd name="T12" fmla="*/ 53 w 16"/>
                <a:gd name="T13" fmla="*/ 37 h 6"/>
                <a:gd name="T14" fmla="*/ 28 w 16"/>
                <a:gd name="T15" fmla="*/ 24 h 6"/>
                <a:gd name="T16" fmla="*/ 15 w 16"/>
                <a:gd name="T17" fmla="*/ 31 h 6"/>
                <a:gd name="T18" fmla="*/ 0 w 16"/>
                <a:gd name="T19" fmla="*/ 24 h 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6" h="6">
                  <a:moveTo>
                    <a:pt x="0" y="4"/>
                  </a:moveTo>
                  <a:cubicBezTo>
                    <a:pt x="0" y="3"/>
                    <a:pt x="2" y="0"/>
                    <a:pt x="3" y="1"/>
                  </a:cubicBezTo>
                  <a:cubicBezTo>
                    <a:pt x="4" y="1"/>
                    <a:pt x="5" y="4"/>
                    <a:pt x="6" y="5"/>
                  </a:cubicBezTo>
                  <a:cubicBezTo>
                    <a:pt x="8" y="6"/>
                    <a:pt x="9" y="6"/>
                    <a:pt x="11" y="5"/>
                  </a:cubicBezTo>
                  <a:cubicBezTo>
                    <a:pt x="13" y="5"/>
                    <a:pt x="16" y="4"/>
                    <a:pt x="16" y="3"/>
                  </a:cubicBezTo>
                  <a:cubicBezTo>
                    <a:pt x="15" y="4"/>
                    <a:pt x="14" y="5"/>
                    <a:pt x="13" y="6"/>
                  </a:cubicBezTo>
                  <a:cubicBezTo>
                    <a:pt x="11" y="6"/>
                    <a:pt x="9" y="6"/>
                    <a:pt x="8" y="6"/>
                  </a:cubicBezTo>
                  <a:cubicBezTo>
                    <a:pt x="6" y="6"/>
                    <a:pt x="5" y="4"/>
                    <a:pt x="4" y="4"/>
                  </a:cubicBezTo>
                  <a:cubicBezTo>
                    <a:pt x="3" y="4"/>
                    <a:pt x="3" y="5"/>
                    <a:pt x="2" y="5"/>
                  </a:cubicBezTo>
                  <a:cubicBezTo>
                    <a:pt x="1" y="5"/>
                    <a:pt x="1" y="4"/>
                    <a:pt x="0" y="4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2587" name="Freeform 216">
              <a:extLst>
                <a:ext uri="{FF2B5EF4-FFF2-40B4-BE49-F238E27FC236}">
                  <a16:creationId xmlns:a16="http://schemas.microsoft.com/office/drawing/2014/main" id="{EA0A7E7E-9AA3-46A4-BEEA-3D68398B34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4" y="1092"/>
              <a:ext cx="21" cy="20"/>
            </a:xfrm>
            <a:custGeom>
              <a:avLst/>
              <a:gdLst>
                <a:gd name="T0" fmla="*/ 0 w 11"/>
                <a:gd name="T1" fmla="*/ 65 h 11"/>
                <a:gd name="T2" fmla="*/ 29 w 11"/>
                <a:gd name="T3" fmla="*/ 0 h 11"/>
                <a:gd name="T4" fmla="*/ 0 w 11"/>
                <a:gd name="T5" fmla="*/ 65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1">
                  <a:moveTo>
                    <a:pt x="0" y="11"/>
                  </a:moveTo>
                  <a:cubicBezTo>
                    <a:pt x="0" y="11"/>
                    <a:pt x="8" y="5"/>
                    <a:pt x="4" y="0"/>
                  </a:cubicBezTo>
                  <a:cubicBezTo>
                    <a:pt x="4" y="0"/>
                    <a:pt x="11" y="4"/>
                    <a:pt x="0" y="1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2588" name="Freeform 217">
              <a:extLst>
                <a:ext uri="{FF2B5EF4-FFF2-40B4-BE49-F238E27FC236}">
                  <a16:creationId xmlns:a16="http://schemas.microsoft.com/office/drawing/2014/main" id="{DDF271CC-9357-4AF5-B985-FF04F88DDA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2" y="1073"/>
              <a:ext cx="24" cy="28"/>
            </a:xfrm>
            <a:custGeom>
              <a:avLst/>
              <a:gdLst>
                <a:gd name="T0" fmla="*/ 81 w 13"/>
                <a:gd name="T1" fmla="*/ 97 h 15"/>
                <a:gd name="T2" fmla="*/ 52 w 13"/>
                <a:gd name="T3" fmla="*/ 0 h 15"/>
                <a:gd name="T4" fmla="*/ 81 w 13"/>
                <a:gd name="T5" fmla="*/ 97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5">
                  <a:moveTo>
                    <a:pt x="13" y="15"/>
                  </a:moveTo>
                  <a:cubicBezTo>
                    <a:pt x="13" y="15"/>
                    <a:pt x="3" y="9"/>
                    <a:pt x="8" y="0"/>
                  </a:cubicBezTo>
                  <a:cubicBezTo>
                    <a:pt x="8" y="0"/>
                    <a:pt x="0" y="8"/>
                    <a:pt x="13" y="15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2589" name="Freeform 218">
              <a:extLst>
                <a:ext uri="{FF2B5EF4-FFF2-40B4-BE49-F238E27FC236}">
                  <a16:creationId xmlns:a16="http://schemas.microsoft.com/office/drawing/2014/main" id="{7BBF6BAE-6031-4E2A-8DBD-27FEDE1FF3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7" y="978"/>
              <a:ext cx="43" cy="91"/>
            </a:xfrm>
            <a:custGeom>
              <a:avLst/>
              <a:gdLst>
                <a:gd name="T0" fmla="*/ 32 w 23"/>
                <a:gd name="T1" fmla="*/ 20 h 49"/>
                <a:gd name="T2" fmla="*/ 120 w 23"/>
                <a:gd name="T3" fmla="*/ 314 h 49"/>
                <a:gd name="T4" fmla="*/ 24 w 23"/>
                <a:gd name="T5" fmla="*/ 65 h 49"/>
                <a:gd name="T6" fmla="*/ 32 w 23"/>
                <a:gd name="T7" fmla="*/ 20 h 4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49">
                  <a:moveTo>
                    <a:pt x="5" y="3"/>
                  </a:moveTo>
                  <a:cubicBezTo>
                    <a:pt x="5" y="3"/>
                    <a:pt x="23" y="20"/>
                    <a:pt x="18" y="49"/>
                  </a:cubicBezTo>
                  <a:cubicBezTo>
                    <a:pt x="18" y="49"/>
                    <a:pt x="17" y="17"/>
                    <a:pt x="4" y="10"/>
                  </a:cubicBezTo>
                  <a:cubicBezTo>
                    <a:pt x="4" y="10"/>
                    <a:pt x="0" y="0"/>
                    <a:pt x="5" y="3"/>
                  </a:cubicBezTo>
                  <a:close/>
                </a:path>
              </a:pathLst>
            </a:custGeom>
            <a:solidFill>
              <a:srgbClr val="7E39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2590" name="Freeform 219">
              <a:extLst>
                <a:ext uri="{FF2B5EF4-FFF2-40B4-BE49-F238E27FC236}">
                  <a16:creationId xmlns:a16="http://schemas.microsoft.com/office/drawing/2014/main" id="{1B1B25F5-2D43-40CD-A3EF-8768C9758E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5" y="1064"/>
              <a:ext cx="22" cy="37"/>
            </a:xfrm>
            <a:custGeom>
              <a:avLst/>
              <a:gdLst>
                <a:gd name="T0" fmla="*/ 31 w 12"/>
                <a:gd name="T1" fmla="*/ 0 h 20"/>
                <a:gd name="T2" fmla="*/ 7 w 12"/>
                <a:gd name="T3" fmla="*/ 68 h 20"/>
                <a:gd name="T4" fmla="*/ 44 w 12"/>
                <a:gd name="T5" fmla="*/ 120 h 20"/>
                <a:gd name="T6" fmla="*/ 61 w 12"/>
                <a:gd name="T7" fmla="*/ 126 h 20"/>
                <a:gd name="T8" fmla="*/ 68 w 12"/>
                <a:gd name="T9" fmla="*/ 113 h 20"/>
                <a:gd name="T10" fmla="*/ 31 w 12"/>
                <a:gd name="T11" fmla="*/ 65 h 20"/>
                <a:gd name="T12" fmla="*/ 31 w 12"/>
                <a:gd name="T13" fmla="*/ 7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20">
                  <a:moveTo>
                    <a:pt x="5" y="0"/>
                  </a:moveTo>
                  <a:cubicBezTo>
                    <a:pt x="3" y="3"/>
                    <a:pt x="0" y="7"/>
                    <a:pt x="1" y="11"/>
                  </a:cubicBezTo>
                  <a:cubicBezTo>
                    <a:pt x="1" y="15"/>
                    <a:pt x="4" y="17"/>
                    <a:pt x="7" y="19"/>
                  </a:cubicBezTo>
                  <a:cubicBezTo>
                    <a:pt x="8" y="19"/>
                    <a:pt x="9" y="20"/>
                    <a:pt x="10" y="20"/>
                  </a:cubicBezTo>
                  <a:cubicBezTo>
                    <a:pt x="10" y="20"/>
                    <a:pt x="11" y="18"/>
                    <a:pt x="11" y="18"/>
                  </a:cubicBezTo>
                  <a:cubicBezTo>
                    <a:pt x="12" y="15"/>
                    <a:pt x="6" y="12"/>
                    <a:pt x="5" y="10"/>
                  </a:cubicBezTo>
                  <a:cubicBezTo>
                    <a:pt x="3" y="8"/>
                    <a:pt x="3" y="3"/>
                    <a:pt x="5" y="1"/>
                  </a:cubicBezTo>
                </a:path>
              </a:pathLst>
            </a:custGeom>
            <a:solidFill>
              <a:srgbClr val="7E39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2591" name="Freeform 220">
              <a:extLst>
                <a:ext uri="{FF2B5EF4-FFF2-40B4-BE49-F238E27FC236}">
                  <a16:creationId xmlns:a16="http://schemas.microsoft.com/office/drawing/2014/main" id="{50ED19CD-4E89-4584-A702-932E8845A7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4" y="1090"/>
              <a:ext cx="17" cy="20"/>
            </a:xfrm>
            <a:custGeom>
              <a:avLst/>
              <a:gdLst>
                <a:gd name="T0" fmla="*/ 15 w 9"/>
                <a:gd name="T1" fmla="*/ 0 h 11"/>
                <a:gd name="T2" fmla="*/ 15 w 9"/>
                <a:gd name="T3" fmla="*/ 44 h 11"/>
                <a:gd name="T4" fmla="*/ 47 w 9"/>
                <a:gd name="T5" fmla="*/ 65 h 11"/>
                <a:gd name="T6" fmla="*/ 53 w 9"/>
                <a:gd name="T7" fmla="*/ 49 h 11"/>
                <a:gd name="T8" fmla="*/ 28 w 9"/>
                <a:gd name="T9" fmla="*/ 44 h 11"/>
                <a:gd name="T10" fmla="*/ 8 w 9"/>
                <a:gd name="T11" fmla="*/ 0 h 1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" h="11">
                  <a:moveTo>
                    <a:pt x="2" y="0"/>
                  </a:moveTo>
                  <a:cubicBezTo>
                    <a:pt x="1" y="3"/>
                    <a:pt x="0" y="5"/>
                    <a:pt x="2" y="7"/>
                  </a:cubicBezTo>
                  <a:cubicBezTo>
                    <a:pt x="3" y="9"/>
                    <a:pt x="5" y="11"/>
                    <a:pt x="7" y="11"/>
                  </a:cubicBezTo>
                  <a:cubicBezTo>
                    <a:pt x="8" y="10"/>
                    <a:pt x="9" y="9"/>
                    <a:pt x="8" y="8"/>
                  </a:cubicBezTo>
                  <a:cubicBezTo>
                    <a:pt x="8" y="8"/>
                    <a:pt x="5" y="7"/>
                    <a:pt x="4" y="7"/>
                  </a:cubicBezTo>
                  <a:cubicBezTo>
                    <a:pt x="2" y="5"/>
                    <a:pt x="1" y="3"/>
                    <a:pt x="1" y="0"/>
                  </a:cubicBezTo>
                </a:path>
              </a:pathLst>
            </a:custGeom>
            <a:solidFill>
              <a:srgbClr val="7E39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2592" name="Freeform 221">
              <a:extLst>
                <a:ext uri="{FF2B5EF4-FFF2-40B4-BE49-F238E27FC236}">
                  <a16:creationId xmlns:a16="http://schemas.microsoft.com/office/drawing/2014/main" id="{47FAE372-F440-4BF5-9E1E-C41B8A3DBB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6" y="1142"/>
              <a:ext cx="140" cy="67"/>
            </a:xfrm>
            <a:custGeom>
              <a:avLst/>
              <a:gdLst>
                <a:gd name="T0" fmla="*/ 0 w 75"/>
                <a:gd name="T1" fmla="*/ 60 h 36"/>
                <a:gd name="T2" fmla="*/ 105 w 75"/>
                <a:gd name="T3" fmla="*/ 37 h 36"/>
                <a:gd name="T4" fmla="*/ 220 w 75"/>
                <a:gd name="T5" fmla="*/ 20 h 36"/>
                <a:gd name="T6" fmla="*/ 241 w 75"/>
                <a:gd name="T7" fmla="*/ 24 h 36"/>
                <a:gd name="T8" fmla="*/ 273 w 75"/>
                <a:gd name="T9" fmla="*/ 20 h 36"/>
                <a:gd name="T10" fmla="*/ 345 w 75"/>
                <a:gd name="T11" fmla="*/ 24 h 36"/>
                <a:gd name="T12" fmla="*/ 487 w 75"/>
                <a:gd name="T13" fmla="*/ 52 h 36"/>
                <a:gd name="T14" fmla="*/ 398 w 75"/>
                <a:gd name="T15" fmla="*/ 162 h 36"/>
                <a:gd name="T16" fmla="*/ 254 w 75"/>
                <a:gd name="T17" fmla="*/ 225 h 36"/>
                <a:gd name="T18" fmla="*/ 121 w 75"/>
                <a:gd name="T19" fmla="*/ 194 h 36"/>
                <a:gd name="T20" fmla="*/ 0 w 75"/>
                <a:gd name="T21" fmla="*/ 60 h 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5" h="36">
                  <a:moveTo>
                    <a:pt x="0" y="9"/>
                  </a:moveTo>
                  <a:cubicBezTo>
                    <a:pt x="0" y="9"/>
                    <a:pt x="2" y="15"/>
                    <a:pt x="16" y="6"/>
                  </a:cubicBezTo>
                  <a:cubicBezTo>
                    <a:pt x="21" y="3"/>
                    <a:pt x="29" y="0"/>
                    <a:pt x="34" y="3"/>
                  </a:cubicBezTo>
                  <a:cubicBezTo>
                    <a:pt x="39" y="6"/>
                    <a:pt x="37" y="4"/>
                    <a:pt x="37" y="4"/>
                  </a:cubicBezTo>
                  <a:cubicBezTo>
                    <a:pt x="37" y="4"/>
                    <a:pt x="39" y="4"/>
                    <a:pt x="42" y="3"/>
                  </a:cubicBezTo>
                  <a:cubicBezTo>
                    <a:pt x="45" y="2"/>
                    <a:pt x="50" y="2"/>
                    <a:pt x="53" y="4"/>
                  </a:cubicBezTo>
                  <a:cubicBezTo>
                    <a:pt x="56" y="5"/>
                    <a:pt x="69" y="15"/>
                    <a:pt x="75" y="8"/>
                  </a:cubicBezTo>
                  <a:cubicBezTo>
                    <a:pt x="75" y="8"/>
                    <a:pt x="68" y="18"/>
                    <a:pt x="61" y="25"/>
                  </a:cubicBezTo>
                  <a:cubicBezTo>
                    <a:pt x="55" y="32"/>
                    <a:pt x="45" y="34"/>
                    <a:pt x="39" y="35"/>
                  </a:cubicBezTo>
                  <a:cubicBezTo>
                    <a:pt x="32" y="36"/>
                    <a:pt x="23" y="33"/>
                    <a:pt x="19" y="30"/>
                  </a:cubicBezTo>
                  <a:cubicBezTo>
                    <a:pt x="10" y="24"/>
                    <a:pt x="4" y="18"/>
                    <a:pt x="0" y="9"/>
                  </a:cubicBezTo>
                  <a:close/>
                </a:path>
              </a:pathLst>
            </a:custGeom>
            <a:solidFill>
              <a:srgbClr val="9842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2593" name="Freeform 222">
              <a:extLst>
                <a:ext uri="{FF2B5EF4-FFF2-40B4-BE49-F238E27FC236}">
                  <a16:creationId xmlns:a16="http://schemas.microsoft.com/office/drawing/2014/main" id="{C73B8176-0914-4AB9-910E-CEA1FE59A8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6" y="1133"/>
              <a:ext cx="140" cy="45"/>
            </a:xfrm>
            <a:custGeom>
              <a:avLst/>
              <a:gdLst>
                <a:gd name="T0" fmla="*/ 241 w 75"/>
                <a:gd name="T1" fmla="*/ 73 h 24"/>
                <a:gd name="T2" fmla="*/ 487 w 75"/>
                <a:gd name="T3" fmla="*/ 84 h 24"/>
                <a:gd name="T4" fmla="*/ 414 w 75"/>
                <a:gd name="T5" fmla="*/ 92 h 24"/>
                <a:gd name="T6" fmla="*/ 358 w 75"/>
                <a:gd name="T7" fmla="*/ 60 h 24"/>
                <a:gd name="T8" fmla="*/ 241 w 75"/>
                <a:gd name="T9" fmla="*/ 60 h 24"/>
                <a:gd name="T10" fmla="*/ 241 w 75"/>
                <a:gd name="T11" fmla="*/ 60 h 24"/>
                <a:gd name="T12" fmla="*/ 129 w 75"/>
                <a:gd name="T13" fmla="*/ 53 h 24"/>
                <a:gd name="T14" fmla="*/ 60 w 75"/>
                <a:gd name="T15" fmla="*/ 92 h 24"/>
                <a:gd name="T16" fmla="*/ 0 w 75"/>
                <a:gd name="T17" fmla="*/ 92 h 24"/>
                <a:gd name="T18" fmla="*/ 241 w 75"/>
                <a:gd name="T19" fmla="*/ 73 h 2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5" h="24">
                  <a:moveTo>
                    <a:pt x="37" y="11"/>
                  </a:moveTo>
                  <a:cubicBezTo>
                    <a:pt x="49" y="0"/>
                    <a:pt x="66" y="23"/>
                    <a:pt x="75" y="13"/>
                  </a:cubicBezTo>
                  <a:cubicBezTo>
                    <a:pt x="70" y="17"/>
                    <a:pt x="68" y="15"/>
                    <a:pt x="64" y="14"/>
                  </a:cubicBezTo>
                  <a:cubicBezTo>
                    <a:pt x="61" y="12"/>
                    <a:pt x="58" y="11"/>
                    <a:pt x="55" y="9"/>
                  </a:cubicBezTo>
                  <a:cubicBezTo>
                    <a:pt x="48" y="5"/>
                    <a:pt x="44" y="6"/>
                    <a:pt x="37" y="9"/>
                  </a:cubicBezTo>
                  <a:cubicBezTo>
                    <a:pt x="37" y="9"/>
                    <a:pt x="37" y="9"/>
                    <a:pt x="37" y="9"/>
                  </a:cubicBezTo>
                  <a:cubicBezTo>
                    <a:pt x="30" y="6"/>
                    <a:pt x="27" y="5"/>
                    <a:pt x="20" y="8"/>
                  </a:cubicBezTo>
                  <a:cubicBezTo>
                    <a:pt x="17" y="10"/>
                    <a:pt x="12" y="13"/>
                    <a:pt x="9" y="14"/>
                  </a:cubicBezTo>
                  <a:cubicBezTo>
                    <a:pt x="6" y="16"/>
                    <a:pt x="2" y="17"/>
                    <a:pt x="0" y="14"/>
                  </a:cubicBezTo>
                  <a:cubicBezTo>
                    <a:pt x="6" y="24"/>
                    <a:pt x="25" y="0"/>
                    <a:pt x="37" y="1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2594" name="Freeform 223">
              <a:extLst>
                <a:ext uri="{FF2B5EF4-FFF2-40B4-BE49-F238E27FC236}">
                  <a16:creationId xmlns:a16="http://schemas.microsoft.com/office/drawing/2014/main" id="{E1F53C61-EEDA-411F-973D-1A4FA18CF6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7" y="1179"/>
              <a:ext cx="112" cy="66"/>
            </a:xfrm>
            <a:custGeom>
              <a:avLst/>
              <a:gdLst>
                <a:gd name="T0" fmla="*/ 0 w 60"/>
                <a:gd name="T1" fmla="*/ 0 h 35"/>
                <a:gd name="T2" fmla="*/ 390 w 60"/>
                <a:gd name="T3" fmla="*/ 0 h 35"/>
                <a:gd name="T4" fmla="*/ 0 w 60"/>
                <a:gd name="T5" fmla="*/ 0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0" h="35">
                  <a:moveTo>
                    <a:pt x="0" y="0"/>
                  </a:moveTo>
                  <a:cubicBezTo>
                    <a:pt x="0" y="0"/>
                    <a:pt x="32" y="32"/>
                    <a:pt x="60" y="0"/>
                  </a:cubicBezTo>
                  <a:cubicBezTo>
                    <a:pt x="60" y="0"/>
                    <a:pt x="35" y="35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2595" name="Freeform 224">
              <a:extLst>
                <a:ext uri="{FF2B5EF4-FFF2-40B4-BE49-F238E27FC236}">
                  <a16:creationId xmlns:a16="http://schemas.microsoft.com/office/drawing/2014/main" id="{49FB901A-73E7-48B2-B457-9C6CE6C3A2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9" y="1170"/>
              <a:ext cx="110" cy="17"/>
            </a:xfrm>
            <a:custGeom>
              <a:avLst/>
              <a:gdLst>
                <a:gd name="T0" fmla="*/ 0 w 59"/>
                <a:gd name="T1" fmla="*/ 0 h 9"/>
                <a:gd name="T2" fmla="*/ 382 w 59"/>
                <a:gd name="T3" fmla="*/ 0 h 9"/>
                <a:gd name="T4" fmla="*/ 0 w 59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9" h="9">
                  <a:moveTo>
                    <a:pt x="0" y="0"/>
                  </a:moveTo>
                  <a:cubicBezTo>
                    <a:pt x="0" y="0"/>
                    <a:pt x="34" y="7"/>
                    <a:pt x="59" y="0"/>
                  </a:cubicBezTo>
                  <a:cubicBezTo>
                    <a:pt x="59" y="0"/>
                    <a:pt x="39" y="9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2596" name="Freeform 225">
              <a:extLst>
                <a:ext uri="{FF2B5EF4-FFF2-40B4-BE49-F238E27FC236}">
                  <a16:creationId xmlns:a16="http://schemas.microsoft.com/office/drawing/2014/main" id="{32194C5A-258D-4D41-A008-C210C86E62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6" y="1110"/>
              <a:ext cx="19" cy="38"/>
            </a:xfrm>
            <a:custGeom>
              <a:avLst/>
              <a:gdLst>
                <a:gd name="T0" fmla="*/ 68 w 10"/>
                <a:gd name="T1" fmla="*/ 137 h 20"/>
                <a:gd name="T2" fmla="*/ 55 w 10"/>
                <a:gd name="T3" fmla="*/ 124 h 20"/>
                <a:gd name="T4" fmla="*/ 40 w 10"/>
                <a:gd name="T5" fmla="*/ 105 h 20"/>
                <a:gd name="T6" fmla="*/ 29 w 10"/>
                <a:gd name="T7" fmla="*/ 55 h 20"/>
                <a:gd name="T8" fmla="*/ 29 w 10"/>
                <a:gd name="T9" fmla="*/ 21 h 20"/>
                <a:gd name="T10" fmla="*/ 29 w 10"/>
                <a:gd name="T11" fmla="*/ 0 h 20"/>
                <a:gd name="T12" fmla="*/ 15 w 10"/>
                <a:gd name="T13" fmla="*/ 76 h 20"/>
                <a:gd name="T14" fmla="*/ 0 w 10"/>
                <a:gd name="T15" fmla="*/ 108 h 20"/>
                <a:gd name="T16" fmla="*/ 40 w 10"/>
                <a:gd name="T17" fmla="*/ 129 h 20"/>
                <a:gd name="T18" fmla="*/ 68 w 10"/>
                <a:gd name="T19" fmla="*/ 137 h 2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0" h="20">
                  <a:moveTo>
                    <a:pt x="10" y="20"/>
                  </a:moveTo>
                  <a:cubicBezTo>
                    <a:pt x="9" y="19"/>
                    <a:pt x="9" y="19"/>
                    <a:pt x="8" y="18"/>
                  </a:cubicBezTo>
                  <a:cubicBezTo>
                    <a:pt x="7" y="17"/>
                    <a:pt x="7" y="16"/>
                    <a:pt x="6" y="15"/>
                  </a:cubicBezTo>
                  <a:cubicBezTo>
                    <a:pt x="5" y="13"/>
                    <a:pt x="5" y="10"/>
                    <a:pt x="4" y="8"/>
                  </a:cubicBezTo>
                  <a:cubicBezTo>
                    <a:pt x="4" y="6"/>
                    <a:pt x="4" y="4"/>
                    <a:pt x="4" y="3"/>
                  </a:cubicBezTo>
                  <a:cubicBezTo>
                    <a:pt x="4" y="2"/>
                    <a:pt x="4" y="1"/>
                    <a:pt x="4" y="0"/>
                  </a:cubicBezTo>
                  <a:cubicBezTo>
                    <a:pt x="2" y="3"/>
                    <a:pt x="3" y="7"/>
                    <a:pt x="2" y="11"/>
                  </a:cubicBezTo>
                  <a:cubicBezTo>
                    <a:pt x="2" y="12"/>
                    <a:pt x="2" y="16"/>
                    <a:pt x="0" y="16"/>
                  </a:cubicBezTo>
                  <a:cubicBezTo>
                    <a:pt x="1" y="18"/>
                    <a:pt x="4" y="18"/>
                    <a:pt x="6" y="19"/>
                  </a:cubicBezTo>
                  <a:cubicBezTo>
                    <a:pt x="7" y="19"/>
                    <a:pt x="8" y="20"/>
                    <a:pt x="10" y="20"/>
                  </a:cubicBezTo>
                </a:path>
              </a:pathLst>
            </a:custGeom>
            <a:solidFill>
              <a:srgbClr val="6B2D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2597" name="Freeform 226">
              <a:extLst>
                <a:ext uri="{FF2B5EF4-FFF2-40B4-BE49-F238E27FC236}">
                  <a16:creationId xmlns:a16="http://schemas.microsoft.com/office/drawing/2014/main" id="{89D3F0E0-85CA-448D-8B4B-C0D9DC996A3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2" y="1112"/>
              <a:ext cx="10" cy="34"/>
            </a:xfrm>
            <a:custGeom>
              <a:avLst/>
              <a:gdLst>
                <a:gd name="T0" fmla="*/ 0 w 5"/>
                <a:gd name="T1" fmla="*/ 121 h 18"/>
                <a:gd name="T2" fmla="*/ 24 w 5"/>
                <a:gd name="T3" fmla="*/ 60 h 18"/>
                <a:gd name="T4" fmla="*/ 32 w 5"/>
                <a:gd name="T5" fmla="*/ 0 h 18"/>
                <a:gd name="T6" fmla="*/ 32 w 5"/>
                <a:gd name="T7" fmla="*/ 68 h 18"/>
                <a:gd name="T8" fmla="*/ 32 w 5"/>
                <a:gd name="T9" fmla="*/ 108 h 18"/>
                <a:gd name="T10" fmla="*/ 8 w 5"/>
                <a:gd name="T11" fmla="*/ 113 h 1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" h="18">
                  <a:moveTo>
                    <a:pt x="0" y="18"/>
                  </a:moveTo>
                  <a:cubicBezTo>
                    <a:pt x="4" y="16"/>
                    <a:pt x="3" y="12"/>
                    <a:pt x="3" y="9"/>
                  </a:cubicBezTo>
                  <a:cubicBezTo>
                    <a:pt x="3" y="6"/>
                    <a:pt x="3" y="3"/>
                    <a:pt x="4" y="0"/>
                  </a:cubicBezTo>
                  <a:cubicBezTo>
                    <a:pt x="5" y="3"/>
                    <a:pt x="4" y="7"/>
                    <a:pt x="4" y="10"/>
                  </a:cubicBezTo>
                  <a:cubicBezTo>
                    <a:pt x="4" y="12"/>
                    <a:pt x="4" y="15"/>
                    <a:pt x="4" y="16"/>
                  </a:cubicBezTo>
                  <a:cubicBezTo>
                    <a:pt x="3" y="17"/>
                    <a:pt x="2" y="17"/>
                    <a:pt x="1" y="17"/>
                  </a:cubicBezTo>
                </a:path>
              </a:pathLst>
            </a:custGeom>
            <a:solidFill>
              <a:srgbClr val="7E39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2598" name="Freeform 227">
              <a:extLst>
                <a:ext uri="{FF2B5EF4-FFF2-40B4-BE49-F238E27FC236}">
                  <a16:creationId xmlns:a16="http://schemas.microsoft.com/office/drawing/2014/main" id="{291FB9C7-57BA-42DB-B136-F621274E3FB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5" y="720"/>
              <a:ext cx="197" cy="260"/>
            </a:xfrm>
            <a:custGeom>
              <a:avLst/>
              <a:gdLst>
                <a:gd name="T0" fmla="*/ 694 w 105"/>
                <a:gd name="T1" fmla="*/ 24 h 139"/>
                <a:gd name="T2" fmla="*/ 165 w 105"/>
                <a:gd name="T3" fmla="*/ 277 h 139"/>
                <a:gd name="T4" fmla="*/ 133 w 105"/>
                <a:gd name="T5" fmla="*/ 909 h 139"/>
                <a:gd name="T6" fmla="*/ 120 w 105"/>
                <a:gd name="T7" fmla="*/ 623 h 139"/>
                <a:gd name="T8" fmla="*/ 694 w 105"/>
                <a:gd name="T9" fmla="*/ 24 h 1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5" h="139">
                  <a:moveTo>
                    <a:pt x="105" y="4"/>
                  </a:moveTo>
                  <a:cubicBezTo>
                    <a:pt x="105" y="4"/>
                    <a:pt x="49" y="0"/>
                    <a:pt x="25" y="42"/>
                  </a:cubicBezTo>
                  <a:cubicBezTo>
                    <a:pt x="0" y="84"/>
                    <a:pt x="19" y="116"/>
                    <a:pt x="20" y="139"/>
                  </a:cubicBezTo>
                  <a:cubicBezTo>
                    <a:pt x="20" y="139"/>
                    <a:pt x="22" y="117"/>
                    <a:pt x="18" y="95"/>
                  </a:cubicBezTo>
                  <a:cubicBezTo>
                    <a:pt x="14" y="74"/>
                    <a:pt x="20" y="9"/>
                    <a:pt x="105" y="4"/>
                  </a:cubicBezTo>
                  <a:close/>
                </a:path>
              </a:pathLst>
            </a:custGeom>
            <a:solidFill>
              <a:srgbClr val="7E39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2599" name="Freeform 228">
              <a:extLst>
                <a:ext uri="{FF2B5EF4-FFF2-40B4-BE49-F238E27FC236}">
                  <a16:creationId xmlns:a16="http://schemas.microsoft.com/office/drawing/2014/main" id="{8BBC02B0-7972-4DBF-9157-70F4D622B16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1" y="731"/>
              <a:ext cx="128" cy="264"/>
            </a:xfrm>
            <a:custGeom>
              <a:avLst/>
              <a:gdLst>
                <a:gd name="T0" fmla="*/ 0 w 68"/>
                <a:gd name="T1" fmla="*/ 0 h 141"/>
                <a:gd name="T2" fmla="*/ 407 w 68"/>
                <a:gd name="T3" fmla="*/ 506 h 141"/>
                <a:gd name="T4" fmla="*/ 378 w 68"/>
                <a:gd name="T5" fmla="*/ 925 h 141"/>
                <a:gd name="T6" fmla="*/ 0 w 68"/>
                <a:gd name="T7" fmla="*/ 0 h 14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8" h="141">
                  <a:moveTo>
                    <a:pt x="0" y="0"/>
                  </a:moveTo>
                  <a:cubicBezTo>
                    <a:pt x="0" y="0"/>
                    <a:pt x="56" y="8"/>
                    <a:pt x="61" y="77"/>
                  </a:cubicBezTo>
                  <a:cubicBezTo>
                    <a:pt x="63" y="112"/>
                    <a:pt x="57" y="133"/>
                    <a:pt x="57" y="141"/>
                  </a:cubicBezTo>
                  <a:cubicBezTo>
                    <a:pt x="57" y="141"/>
                    <a:pt x="68" y="27"/>
                    <a:pt x="0" y="0"/>
                  </a:cubicBezTo>
                  <a:close/>
                </a:path>
              </a:pathLst>
            </a:custGeom>
            <a:solidFill>
              <a:srgbClr val="6B2D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2600" name="Freeform 229">
              <a:extLst>
                <a:ext uri="{FF2B5EF4-FFF2-40B4-BE49-F238E27FC236}">
                  <a16:creationId xmlns:a16="http://schemas.microsoft.com/office/drawing/2014/main" id="{6DA03372-4C5D-4A3D-9EDA-F16F4437851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9" y="903"/>
              <a:ext cx="26" cy="123"/>
            </a:xfrm>
            <a:custGeom>
              <a:avLst/>
              <a:gdLst>
                <a:gd name="T0" fmla="*/ 0 w 14"/>
                <a:gd name="T1" fmla="*/ 0 h 66"/>
                <a:gd name="T2" fmla="*/ 20 w 14"/>
                <a:gd name="T3" fmla="*/ 76 h 66"/>
                <a:gd name="T4" fmla="*/ 32 w 14"/>
                <a:gd name="T5" fmla="*/ 157 h 66"/>
                <a:gd name="T6" fmla="*/ 89 w 14"/>
                <a:gd name="T7" fmla="*/ 265 h 66"/>
                <a:gd name="T8" fmla="*/ 20 w 14"/>
                <a:gd name="T9" fmla="*/ 427 h 66"/>
                <a:gd name="T10" fmla="*/ 13 w 14"/>
                <a:gd name="T11" fmla="*/ 270 h 66"/>
                <a:gd name="T12" fmla="*/ 0 w 14"/>
                <a:gd name="T13" fmla="*/ 89 h 6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" h="66">
                  <a:moveTo>
                    <a:pt x="0" y="0"/>
                  </a:moveTo>
                  <a:cubicBezTo>
                    <a:pt x="1" y="4"/>
                    <a:pt x="2" y="8"/>
                    <a:pt x="3" y="12"/>
                  </a:cubicBezTo>
                  <a:cubicBezTo>
                    <a:pt x="4" y="16"/>
                    <a:pt x="4" y="21"/>
                    <a:pt x="5" y="24"/>
                  </a:cubicBezTo>
                  <a:cubicBezTo>
                    <a:pt x="7" y="30"/>
                    <a:pt x="10" y="37"/>
                    <a:pt x="14" y="41"/>
                  </a:cubicBezTo>
                  <a:cubicBezTo>
                    <a:pt x="5" y="44"/>
                    <a:pt x="3" y="57"/>
                    <a:pt x="3" y="66"/>
                  </a:cubicBezTo>
                  <a:cubicBezTo>
                    <a:pt x="3" y="58"/>
                    <a:pt x="4" y="50"/>
                    <a:pt x="2" y="42"/>
                  </a:cubicBezTo>
                  <a:cubicBezTo>
                    <a:pt x="1" y="33"/>
                    <a:pt x="0" y="23"/>
                    <a:pt x="0" y="14"/>
                  </a:cubicBezTo>
                </a:path>
              </a:pathLst>
            </a:custGeom>
            <a:solidFill>
              <a:srgbClr val="7E39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2601" name="Freeform 230">
              <a:extLst>
                <a:ext uri="{FF2B5EF4-FFF2-40B4-BE49-F238E27FC236}">
                  <a16:creationId xmlns:a16="http://schemas.microsoft.com/office/drawing/2014/main" id="{7FC8020B-7BB2-4DA7-8918-8FB5AA93DD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6" y="935"/>
              <a:ext cx="30" cy="101"/>
            </a:xfrm>
            <a:custGeom>
              <a:avLst/>
              <a:gdLst>
                <a:gd name="T0" fmla="*/ 92 w 16"/>
                <a:gd name="T1" fmla="*/ 0 h 54"/>
                <a:gd name="T2" fmla="*/ 60 w 16"/>
                <a:gd name="T3" fmla="*/ 105 h 54"/>
                <a:gd name="T4" fmla="*/ 0 w 16"/>
                <a:gd name="T5" fmla="*/ 129 h 54"/>
                <a:gd name="T6" fmla="*/ 53 w 16"/>
                <a:gd name="T7" fmla="*/ 241 h 54"/>
                <a:gd name="T8" fmla="*/ 60 w 16"/>
                <a:gd name="T9" fmla="*/ 354 h 54"/>
                <a:gd name="T10" fmla="*/ 81 w 16"/>
                <a:gd name="T11" fmla="*/ 269 h 54"/>
                <a:gd name="T12" fmla="*/ 92 w 16"/>
                <a:gd name="T13" fmla="*/ 189 h 54"/>
                <a:gd name="T14" fmla="*/ 99 w 16"/>
                <a:gd name="T15" fmla="*/ 92 h 54"/>
                <a:gd name="T16" fmla="*/ 105 w 16"/>
                <a:gd name="T17" fmla="*/ 7 h 5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6" h="54">
                  <a:moveTo>
                    <a:pt x="14" y="0"/>
                  </a:moveTo>
                  <a:cubicBezTo>
                    <a:pt x="13" y="5"/>
                    <a:pt x="12" y="11"/>
                    <a:pt x="9" y="16"/>
                  </a:cubicBezTo>
                  <a:cubicBezTo>
                    <a:pt x="6" y="18"/>
                    <a:pt x="4" y="19"/>
                    <a:pt x="0" y="20"/>
                  </a:cubicBezTo>
                  <a:cubicBezTo>
                    <a:pt x="6" y="24"/>
                    <a:pt x="8" y="29"/>
                    <a:pt x="8" y="37"/>
                  </a:cubicBezTo>
                  <a:cubicBezTo>
                    <a:pt x="9" y="43"/>
                    <a:pt x="9" y="48"/>
                    <a:pt x="9" y="54"/>
                  </a:cubicBezTo>
                  <a:cubicBezTo>
                    <a:pt x="10" y="50"/>
                    <a:pt x="12" y="45"/>
                    <a:pt x="12" y="41"/>
                  </a:cubicBezTo>
                  <a:cubicBezTo>
                    <a:pt x="13" y="37"/>
                    <a:pt x="14" y="33"/>
                    <a:pt x="14" y="29"/>
                  </a:cubicBezTo>
                  <a:cubicBezTo>
                    <a:pt x="14" y="24"/>
                    <a:pt x="15" y="19"/>
                    <a:pt x="15" y="14"/>
                  </a:cubicBezTo>
                  <a:cubicBezTo>
                    <a:pt x="15" y="10"/>
                    <a:pt x="16" y="5"/>
                    <a:pt x="16" y="1"/>
                  </a:cubicBezTo>
                </a:path>
              </a:pathLst>
            </a:custGeom>
            <a:solidFill>
              <a:srgbClr val="6B2D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2602" name="Freeform 231">
              <a:extLst>
                <a:ext uri="{FF2B5EF4-FFF2-40B4-BE49-F238E27FC236}">
                  <a16:creationId xmlns:a16="http://schemas.microsoft.com/office/drawing/2014/main" id="{49E0F5E6-B852-4CE0-B25E-D0FE44D49A0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3" y="996"/>
              <a:ext cx="21" cy="56"/>
            </a:xfrm>
            <a:custGeom>
              <a:avLst/>
              <a:gdLst>
                <a:gd name="T0" fmla="*/ 0 w 11"/>
                <a:gd name="T1" fmla="*/ 0 h 30"/>
                <a:gd name="T2" fmla="*/ 36 w 11"/>
                <a:gd name="T3" fmla="*/ 196 h 30"/>
                <a:gd name="T4" fmla="*/ 0 w 11"/>
                <a:gd name="T5" fmla="*/ 0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30">
                  <a:moveTo>
                    <a:pt x="0" y="0"/>
                  </a:moveTo>
                  <a:cubicBezTo>
                    <a:pt x="0" y="0"/>
                    <a:pt x="8" y="13"/>
                    <a:pt x="5" y="30"/>
                  </a:cubicBezTo>
                  <a:cubicBezTo>
                    <a:pt x="5" y="30"/>
                    <a:pt x="11" y="1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2603" name="Freeform 232">
              <a:extLst>
                <a:ext uri="{FF2B5EF4-FFF2-40B4-BE49-F238E27FC236}">
                  <a16:creationId xmlns:a16="http://schemas.microsoft.com/office/drawing/2014/main" id="{91EF5CF8-621C-483B-91AA-3F5D563536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6" y="720"/>
              <a:ext cx="373" cy="284"/>
            </a:xfrm>
            <a:custGeom>
              <a:avLst/>
              <a:gdLst>
                <a:gd name="T0" fmla="*/ 1297 w 199"/>
                <a:gd name="T1" fmla="*/ 932 h 152"/>
                <a:gd name="T2" fmla="*/ 1303 w 199"/>
                <a:gd name="T3" fmla="*/ 570 h 152"/>
                <a:gd name="T4" fmla="*/ 679 w 199"/>
                <a:gd name="T5" fmla="*/ 0 h 152"/>
                <a:gd name="T6" fmla="*/ 32 w 199"/>
                <a:gd name="T7" fmla="*/ 579 h 152"/>
                <a:gd name="T8" fmla="*/ 84 w 199"/>
                <a:gd name="T9" fmla="*/ 985 h 152"/>
                <a:gd name="T10" fmla="*/ 92 w 199"/>
                <a:gd name="T11" fmla="*/ 992 h 152"/>
                <a:gd name="T12" fmla="*/ 422 w 199"/>
                <a:gd name="T13" fmla="*/ 226 h 152"/>
                <a:gd name="T14" fmla="*/ 671 w 199"/>
                <a:gd name="T15" fmla="*/ 226 h 152"/>
                <a:gd name="T16" fmla="*/ 716 w 199"/>
                <a:gd name="T17" fmla="*/ 226 h 152"/>
                <a:gd name="T18" fmla="*/ 963 w 199"/>
                <a:gd name="T19" fmla="*/ 226 h 152"/>
                <a:gd name="T20" fmla="*/ 1297 w 199"/>
                <a:gd name="T21" fmla="*/ 932 h 15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99" h="152">
                  <a:moveTo>
                    <a:pt x="197" y="143"/>
                  </a:moveTo>
                  <a:cubicBezTo>
                    <a:pt x="197" y="129"/>
                    <a:pt x="199" y="96"/>
                    <a:pt x="198" y="87"/>
                  </a:cubicBezTo>
                  <a:cubicBezTo>
                    <a:pt x="198" y="29"/>
                    <a:pt x="159" y="0"/>
                    <a:pt x="103" y="0"/>
                  </a:cubicBezTo>
                  <a:cubicBezTo>
                    <a:pt x="46" y="1"/>
                    <a:pt x="5" y="31"/>
                    <a:pt x="5" y="89"/>
                  </a:cubicBezTo>
                  <a:cubicBezTo>
                    <a:pt x="6" y="101"/>
                    <a:pt x="11" y="134"/>
                    <a:pt x="13" y="151"/>
                  </a:cubicBezTo>
                  <a:cubicBezTo>
                    <a:pt x="14" y="152"/>
                    <a:pt x="14" y="152"/>
                    <a:pt x="14" y="152"/>
                  </a:cubicBezTo>
                  <a:cubicBezTo>
                    <a:pt x="14" y="152"/>
                    <a:pt x="0" y="45"/>
                    <a:pt x="64" y="35"/>
                  </a:cubicBezTo>
                  <a:cubicBezTo>
                    <a:pt x="86" y="32"/>
                    <a:pt x="82" y="35"/>
                    <a:pt x="102" y="35"/>
                  </a:cubicBezTo>
                  <a:cubicBezTo>
                    <a:pt x="109" y="35"/>
                    <a:pt x="109" y="35"/>
                    <a:pt x="109" y="35"/>
                  </a:cubicBezTo>
                  <a:cubicBezTo>
                    <a:pt x="128" y="35"/>
                    <a:pt x="125" y="31"/>
                    <a:pt x="146" y="35"/>
                  </a:cubicBezTo>
                  <a:cubicBezTo>
                    <a:pt x="189" y="42"/>
                    <a:pt x="196" y="119"/>
                    <a:pt x="197" y="14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2604" name="Freeform 233">
              <a:extLst>
                <a:ext uri="{FF2B5EF4-FFF2-40B4-BE49-F238E27FC236}">
                  <a16:creationId xmlns:a16="http://schemas.microsoft.com/office/drawing/2014/main" id="{A28D7365-C770-4517-81C5-1D92A46147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5" y="720"/>
              <a:ext cx="364" cy="536"/>
            </a:xfrm>
            <a:custGeom>
              <a:avLst/>
              <a:gdLst>
                <a:gd name="T0" fmla="*/ 1274 w 194"/>
                <a:gd name="T1" fmla="*/ 566 h 287"/>
                <a:gd name="T2" fmla="*/ 647 w 194"/>
                <a:gd name="T3" fmla="*/ 0 h 287"/>
                <a:gd name="T4" fmla="*/ 0 w 194"/>
                <a:gd name="T5" fmla="*/ 579 h 287"/>
                <a:gd name="T6" fmla="*/ 60 w 194"/>
                <a:gd name="T7" fmla="*/ 1050 h 287"/>
                <a:gd name="T8" fmla="*/ 242 w 194"/>
                <a:gd name="T9" fmla="*/ 1576 h 287"/>
                <a:gd name="T10" fmla="*/ 687 w 194"/>
                <a:gd name="T11" fmla="*/ 1869 h 287"/>
                <a:gd name="T12" fmla="*/ 1137 w 194"/>
                <a:gd name="T13" fmla="*/ 1479 h 287"/>
                <a:gd name="T14" fmla="*/ 1266 w 194"/>
                <a:gd name="T15" fmla="*/ 952 h 287"/>
                <a:gd name="T16" fmla="*/ 1274 w 194"/>
                <a:gd name="T17" fmla="*/ 566 h 28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94" h="287">
                  <a:moveTo>
                    <a:pt x="193" y="87"/>
                  </a:moveTo>
                  <a:cubicBezTo>
                    <a:pt x="193" y="29"/>
                    <a:pt x="154" y="0"/>
                    <a:pt x="98" y="0"/>
                  </a:cubicBezTo>
                  <a:cubicBezTo>
                    <a:pt x="41" y="1"/>
                    <a:pt x="0" y="31"/>
                    <a:pt x="0" y="89"/>
                  </a:cubicBezTo>
                  <a:cubicBezTo>
                    <a:pt x="1" y="104"/>
                    <a:pt x="9" y="156"/>
                    <a:pt x="9" y="161"/>
                  </a:cubicBezTo>
                  <a:cubicBezTo>
                    <a:pt x="9" y="170"/>
                    <a:pt x="21" y="224"/>
                    <a:pt x="37" y="242"/>
                  </a:cubicBezTo>
                  <a:cubicBezTo>
                    <a:pt x="54" y="261"/>
                    <a:pt x="75" y="287"/>
                    <a:pt x="104" y="287"/>
                  </a:cubicBezTo>
                  <a:cubicBezTo>
                    <a:pt x="132" y="286"/>
                    <a:pt x="167" y="238"/>
                    <a:pt x="172" y="227"/>
                  </a:cubicBezTo>
                  <a:cubicBezTo>
                    <a:pt x="176" y="215"/>
                    <a:pt x="191" y="176"/>
                    <a:pt x="192" y="146"/>
                  </a:cubicBezTo>
                  <a:cubicBezTo>
                    <a:pt x="192" y="136"/>
                    <a:pt x="194" y="97"/>
                    <a:pt x="193" y="87"/>
                  </a:cubicBezTo>
                  <a:close/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2605" name="Freeform 234">
              <a:extLst>
                <a:ext uri="{FF2B5EF4-FFF2-40B4-BE49-F238E27FC236}">
                  <a16:creationId xmlns:a16="http://schemas.microsoft.com/office/drawing/2014/main" id="{C0F86228-B1C5-4815-86E9-8C746ADC97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8" y="1583"/>
              <a:ext cx="15" cy="17"/>
            </a:xfrm>
            <a:custGeom>
              <a:avLst/>
              <a:gdLst>
                <a:gd name="T0" fmla="*/ 0 w 15"/>
                <a:gd name="T1" fmla="*/ 0 h 17"/>
                <a:gd name="T2" fmla="*/ 0 w 15"/>
                <a:gd name="T3" fmla="*/ 11 h 17"/>
                <a:gd name="T4" fmla="*/ 6 w 15"/>
                <a:gd name="T5" fmla="*/ 17 h 17"/>
                <a:gd name="T6" fmla="*/ 15 w 15"/>
                <a:gd name="T7" fmla="*/ 6 h 17"/>
                <a:gd name="T8" fmla="*/ 0 w 15"/>
                <a:gd name="T9" fmla="*/ 0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7">
                  <a:moveTo>
                    <a:pt x="0" y="0"/>
                  </a:moveTo>
                  <a:lnTo>
                    <a:pt x="0" y="11"/>
                  </a:lnTo>
                  <a:lnTo>
                    <a:pt x="6" y="17"/>
                  </a:lnTo>
                  <a:lnTo>
                    <a:pt x="15" y="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332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2606" name="Freeform 235">
              <a:extLst>
                <a:ext uri="{FF2B5EF4-FFF2-40B4-BE49-F238E27FC236}">
                  <a16:creationId xmlns:a16="http://schemas.microsoft.com/office/drawing/2014/main" id="{2B622594-3B7E-4C4D-A8EC-6B0CFC3E5A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3" y="1587"/>
              <a:ext cx="11" cy="11"/>
            </a:xfrm>
            <a:custGeom>
              <a:avLst/>
              <a:gdLst>
                <a:gd name="T0" fmla="*/ 8 w 11"/>
                <a:gd name="T1" fmla="*/ 0 h 11"/>
                <a:gd name="T2" fmla="*/ 11 w 11"/>
                <a:gd name="T3" fmla="*/ 9 h 11"/>
                <a:gd name="T4" fmla="*/ 8 w 11"/>
                <a:gd name="T5" fmla="*/ 11 h 11"/>
                <a:gd name="T6" fmla="*/ 0 w 11"/>
                <a:gd name="T7" fmla="*/ 3 h 11"/>
                <a:gd name="T8" fmla="*/ 8 w 11"/>
                <a:gd name="T9" fmla="*/ 0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1">
                  <a:moveTo>
                    <a:pt x="8" y="0"/>
                  </a:moveTo>
                  <a:lnTo>
                    <a:pt x="11" y="9"/>
                  </a:lnTo>
                  <a:lnTo>
                    <a:pt x="8" y="11"/>
                  </a:lnTo>
                  <a:lnTo>
                    <a:pt x="0" y="3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75332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2607" name="Freeform 236">
              <a:extLst>
                <a:ext uri="{FF2B5EF4-FFF2-40B4-BE49-F238E27FC236}">
                  <a16:creationId xmlns:a16="http://schemas.microsoft.com/office/drawing/2014/main" id="{ECBDE42B-10CA-4EF2-8E98-F9E6BA6420D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1" y="1602"/>
              <a:ext cx="8" cy="7"/>
            </a:xfrm>
            <a:custGeom>
              <a:avLst/>
              <a:gdLst>
                <a:gd name="T0" fmla="*/ 8 w 8"/>
                <a:gd name="T1" fmla="*/ 2 h 7"/>
                <a:gd name="T2" fmla="*/ 0 w 8"/>
                <a:gd name="T3" fmla="*/ 0 h 7"/>
                <a:gd name="T4" fmla="*/ 0 w 8"/>
                <a:gd name="T5" fmla="*/ 7 h 7"/>
                <a:gd name="T6" fmla="*/ 8 w 8"/>
                <a:gd name="T7" fmla="*/ 2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7">
                  <a:moveTo>
                    <a:pt x="8" y="2"/>
                  </a:moveTo>
                  <a:lnTo>
                    <a:pt x="0" y="0"/>
                  </a:lnTo>
                  <a:lnTo>
                    <a:pt x="0" y="7"/>
                  </a:lnTo>
                  <a:lnTo>
                    <a:pt x="8" y="2"/>
                  </a:lnTo>
                  <a:close/>
                </a:path>
              </a:pathLst>
            </a:custGeom>
            <a:solidFill>
              <a:srgbClr val="75332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2608" name="Freeform 237">
              <a:extLst>
                <a:ext uri="{FF2B5EF4-FFF2-40B4-BE49-F238E27FC236}">
                  <a16:creationId xmlns:a16="http://schemas.microsoft.com/office/drawing/2014/main" id="{0E154999-1327-4B84-A44D-3C71044E3C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1" y="1583"/>
              <a:ext cx="17" cy="17"/>
            </a:xfrm>
            <a:custGeom>
              <a:avLst/>
              <a:gdLst>
                <a:gd name="T0" fmla="*/ 13 w 17"/>
                <a:gd name="T1" fmla="*/ 0 h 17"/>
                <a:gd name="T2" fmla="*/ 17 w 17"/>
                <a:gd name="T3" fmla="*/ 11 h 17"/>
                <a:gd name="T4" fmla="*/ 11 w 17"/>
                <a:gd name="T5" fmla="*/ 17 h 17"/>
                <a:gd name="T6" fmla="*/ 0 w 17"/>
                <a:gd name="T7" fmla="*/ 6 h 17"/>
                <a:gd name="T8" fmla="*/ 13 w 17"/>
                <a:gd name="T9" fmla="*/ 0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7">
                  <a:moveTo>
                    <a:pt x="13" y="0"/>
                  </a:moveTo>
                  <a:lnTo>
                    <a:pt x="17" y="11"/>
                  </a:lnTo>
                  <a:lnTo>
                    <a:pt x="11" y="17"/>
                  </a:lnTo>
                  <a:lnTo>
                    <a:pt x="0" y="6"/>
                  </a:lnTo>
                  <a:lnTo>
                    <a:pt x="13" y="0"/>
                  </a:lnTo>
                  <a:close/>
                </a:path>
              </a:pathLst>
            </a:custGeom>
            <a:solidFill>
              <a:srgbClr val="75332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2609" name="Freeform 238">
              <a:extLst>
                <a:ext uri="{FF2B5EF4-FFF2-40B4-BE49-F238E27FC236}">
                  <a16:creationId xmlns:a16="http://schemas.microsoft.com/office/drawing/2014/main" id="{3A9FA353-27D2-4F7A-B837-374D2AEE0D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2" y="1587"/>
              <a:ext cx="9" cy="13"/>
            </a:xfrm>
            <a:custGeom>
              <a:avLst/>
              <a:gdLst>
                <a:gd name="T0" fmla="*/ 5 w 9"/>
                <a:gd name="T1" fmla="*/ 0 h 13"/>
                <a:gd name="T2" fmla="*/ 0 w 9"/>
                <a:gd name="T3" fmla="*/ 7 h 13"/>
                <a:gd name="T4" fmla="*/ 3 w 9"/>
                <a:gd name="T5" fmla="*/ 13 h 13"/>
                <a:gd name="T6" fmla="*/ 9 w 9"/>
                <a:gd name="T7" fmla="*/ 3 h 13"/>
                <a:gd name="T8" fmla="*/ 5 w 9"/>
                <a:gd name="T9" fmla="*/ 0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13">
                  <a:moveTo>
                    <a:pt x="5" y="0"/>
                  </a:moveTo>
                  <a:lnTo>
                    <a:pt x="0" y="7"/>
                  </a:lnTo>
                  <a:lnTo>
                    <a:pt x="3" y="13"/>
                  </a:lnTo>
                  <a:lnTo>
                    <a:pt x="9" y="3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75332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</p:grpSp>
      <p:grpSp>
        <p:nvGrpSpPr>
          <p:cNvPr id="31746" name="female-child-anatomical-figure-anterior">
            <a:extLst>
              <a:ext uri="{FF2B5EF4-FFF2-40B4-BE49-F238E27FC236}">
                <a16:creationId xmlns:a16="http://schemas.microsoft.com/office/drawing/2014/main" id="{4B696EEF-430D-4ED0-8366-54574EDC70E1}"/>
              </a:ext>
            </a:extLst>
          </p:cNvPr>
          <p:cNvGrpSpPr>
            <a:grpSpLocks/>
          </p:cNvGrpSpPr>
          <p:nvPr/>
        </p:nvGrpSpPr>
        <p:grpSpPr bwMode="auto">
          <a:xfrm>
            <a:off x="4157663" y="1187450"/>
            <a:ext cx="1557337" cy="5260975"/>
            <a:chOff x="430" y="720"/>
            <a:chExt cx="981" cy="3314"/>
          </a:xfrm>
        </p:grpSpPr>
        <p:grpSp>
          <p:nvGrpSpPr>
            <p:cNvPr id="32350" name="Group 240">
              <a:extLst>
                <a:ext uri="{FF2B5EF4-FFF2-40B4-BE49-F238E27FC236}">
                  <a16:creationId xmlns:a16="http://schemas.microsoft.com/office/drawing/2014/main" id="{C59B9ACF-0BD8-4FE4-8CB5-610089EE35E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30" y="720"/>
              <a:ext cx="981" cy="3314"/>
              <a:chOff x="430" y="720"/>
              <a:chExt cx="981" cy="3314"/>
            </a:xfrm>
          </p:grpSpPr>
          <p:sp>
            <p:nvSpPr>
              <p:cNvPr id="32374" name="Freeform 241">
                <a:extLst>
                  <a:ext uri="{FF2B5EF4-FFF2-40B4-BE49-F238E27FC236}">
                    <a16:creationId xmlns:a16="http://schemas.microsoft.com/office/drawing/2014/main" id="{EDEBEAB8-0D88-4337-94C8-2EC469EBE0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9" y="1037"/>
                <a:ext cx="76" cy="122"/>
              </a:xfrm>
              <a:custGeom>
                <a:avLst/>
                <a:gdLst>
                  <a:gd name="T0" fmla="*/ 171 w 43"/>
                  <a:gd name="T1" fmla="*/ 44 h 69"/>
                  <a:gd name="T2" fmla="*/ 110 w 43"/>
                  <a:gd name="T3" fmla="*/ 12 h 69"/>
                  <a:gd name="T4" fmla="*/ 44 w 43"/>
                  <a:gd name="T5" fmla="*/ 7 h 69"/>
                  <a:gd name="T6" fmla="*/ 7 w 43"/>
                  <a:gd name="T7" fmla="*/ 78 h 69"/>
                  <a:gd name="T8" fmla="*/ 28 w 43"/>
                  <a:gd name="T9" fmla="*/ 200 h 69"/>
                  <a:gd name="T10" fmla="*/ 131 w 43"/>
                  <a:gd name="T11" fmla="*/ 331 h 69"/>
                  <a:gd name="T12" fmla="*/ 194 w 43"/>
                  <a:gd name="T13" fmla="*/ 375 h 69"/>
                  <a:gd name="T14" fmla="*/ 237 w 43"/>
                  <a:gd name="T15" fmla="*/ 316 h 6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3" h="69">
                    <a:moveTo>
                      <a:pt x="31" y="8"/>
                    </a:moveTo>
                    <a:cubicBezTo>
                      <a:pt x="27" y="7"/>
                      <a:pt x="24" y="3"/>
                      <a:pt x="20" y="2"/>
                    </a:cubicBezTo>
                    <a:cubicBezTo>
                      <a:pt x="16" y="0"/>
                      <a:pt x="12" y="0"/>
                      <a:pt x="8" y="1"/>
                    </a:cubicBezTo>
                    <a:cubicBezTo>
                      <a:pt x="2" y="3"/>
                      <a:pt x="1" y="9"/>
                      <a:pt x="1" y="14"/>
                    </a:cubicBezTo>
                    <a:cubicBezTo>
                      <a:pt x="0" y="21"/>
                      <a:pt x="1" y="31"/>
                      <a:pt x="5" y="36"/>
                    </a:cubicBezTo>
                    <a:cubicBezTo>
                      <a:pt x="12" y="45"/>
                      <a:pt x="19" y="51"/>
                      <a:pt x="24" y="60"/>
                    </a:cubicBezTo>
                    <a:cubicBezTo>
                      <a:pt x="26" y="64"/>
                      <a:pt x="30" y="69"/>
                      <a:pt x="35" y="68"/>
                    </a:cubicBezTo>
                    <a:cubicBezTo>
                      <a:pt x="41" y="68"/>
                      <a:pt x="41" y="61"/>
                      <a:pt x="43" y="57"/>
                    </a:cubicBezTo>
                  </a:path>
                </a:pathLst>
              </a:custGeom>
              <a:solidFill>
                <a:srgbClr val="75332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375" name="Freeform 242">
                <a:extLst>
                  <a:ext uri="{FF2B5EF4-FFF2-40B4-BE49-F238E27FC236}">
                    <a16:creationId xmlns:a16="http://schemas.microsoft.com/office/drawing/2014/main" id="{8AB81449-D0A1-49C8-AD0F-0D8ED3C0FE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9" y="1037"/>
                <a:ext cx="76" cy="122"/>
              </a:xfrm>
              <a:custGeom>
                <a:avLst/>
                <a:gdLst>
                  <a:gd name="T0" fmla="*/ 171 w 43"/>
                  <a:gd name="T1" fmla="*/ 44 h 69"/>
                  <a:gd name="T2" fmla="*/ 110 w 43"/>
                  <a:gd name="T3" fmla="*/ 12 h 69"/>
                  <a:gd name="T4" fmla="*/ 44 w 43"/>
                  <a:gd name="T5" fmla="*/ 7 h 69"/>
                  <a:gd name="T6" fmla="*/ 7 w 43"/>
                  <a:gd name="T7" fmla="*/ 78 h 69"/>
                  <a:gd name="T8" fmla="*/ 28 w 43"/>
                  <a:gd name="T9" fmla="*/ 200 h 69"/>
                  <a:gd name="T10" fmla="*/ 131 w 43"/>
                  <a:gd name="T11" fmla="*/ 331 h 69"/>
                  <a:gd name="T12" fmla="*/ 194 w 43"/>
                  <a:gd name="T13" fmla="*/ 375 h 69"/>
                  <a:gd name="T14" fmla="*/ 237 w 43"/>
                  <a:gd name="T15" fmla="*/ 316 h 6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3" h="69">
                    <a:moveTo>
                      <a:pt x="31" y="8"/>
                    </a:moveTo>
                    <a:cubicBezTo>
                      <a:pt x="27" y="7"/>
                      <a:pt x="24" y="3"/>
                      <a:pt x="20" y="2"/>
                    </a:cubicBezTo>
                    <a:cubicBezTo>
                      <a:pt x="16" y="0"/>
                      <a:pt x="12" y="0"/>
                      <a:pt x="8" y="1"/>
                    </a:cubicBezTo>
                    <a:cubicBezTo>
                      <a:pt x="2" y="3"/>
                      <a:pt x="1" y="9"/>
                      <a:pt x="1" y="14"/>
                    </a:cubicBezTo>
                    <a:cubicBezTo>
                      <a:pt x="0" y="21"/>
                      <a:pt x="1" y="31"/>
                      <a:pt x="5" y="36"/>
                    </a:cubicBezTo>
                    <a:cubicBezTo>
                      <a:pt x="12" y="45"/>
                      <a:pt x="19" y="51"/>
                      <a:pt x="24" y="60"/>
                    </a:cubicBezTo>
                    <a:cubicBezTo>
                      <a:pt x="26" y="64"/>
                      <a:pt x="30" y="69"/>
                      <a:pt x="35" y="68"/>
                    </a:cubicBezTo>
                    <a:cubicBezTo>
                      <a:pt x="41" y="68"/>
                      <a:pt x="41" y="61"/>
                      <a:pt x="43" y="57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376" name="Freeform 243">
                <a:extLst>
                  <a:ext uri="{FF2B5EF4-FFF2-40B4-BE49-F238E27FC236}">
                    <a16:creationId xmlns:a16="http://schemas.microsoft.com/office/drawing/2014/main" id="{3CCDB8F7-8A79-48DF-A5DD-36F1EDC2E7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6" y="1050"/>
                <a:ext cx="36" cy="60"/>
              </a:xfrm>
              <a:custGeom>
                <a:avLst/>
                <a:gdLst>
                  <a:gd name="T0" fmla="*/ 117 w 20"/>
                  <a:gd name="T1" fmla="*/ 187 h 34"/>
                  <a:gd name="T2" fmla="*/ 52 w 20"/>
                  <a:gd name="T3" fmla="*/ 131 h 34"/>
                  <a:gd name="T4" fmla="*/ 23 w 20"/>
                  <a:gd name="T5" fmla="*/ 49 h 34"/>
                  <a:gd name="T6" fmla="*/ 52 w 20"/>
                  <a:gd name="T7" fmla="*/ 0 h 34"/>
                  <a:gd name="T8" fmla="*/ 104 w 20"/>
                  <a:gd name="T9" fmla="*/ 21 h 34"/>
                  <a:gd name="T10" fmla="*/ 52 w 20"/>
                  <a:gd name="T11" fmla="*/ 7 h 34"/>
                  <a:gd name="T12" fmla="*/ 52 w 20"/>
                  <a:gd name="T13" fmla="*/ 127 h 34"/>
                  <a:gd name="T14" fmla="*/ 117 w 20"/>
                  <a:gd name="T15" fmla="*/ 187 h 3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0" h="34">
                    <a:moveTo>
                      <a:pt x="20" y="34"/>
                    </a:moveTo>
                    <a:cubicBezTo>
                      <a:pt x="18" y="29"/>
                      <a:pt x="11" y="28"/>
                      <a:pt x="9" y="24"/>
                    </a:cubicBezTo>
                    <a:cubicBezTo>
                      <a:pt x="6" y="20"/>
                      <a:pt x="3" y="14"/>
                      <a:pt x="4" y="9"/>
                    </a:cubicBezTo>
                    <a:cubicBezTo>
                      <a:pt x="5" y="6"/>
                      <a:pt x="5" y="1"/>
                      <a:pt x="9" y="0"/>
                    </a:cubicBezTo>
                    <a:cubicBezTo>
                      <a:pt x="12" y="0"/>
                      <a:pt x="16" y="2"/>
                      <a:pt x="18" y="4"/>
                    </a:cubicBezTo>
                    <a:cubicBezTo>
                      <a:pt x="18" y="4"/>
                      <a:pt x="11" y="1"/>
                      <a:pt x="9" y="1"/>
                    </a:cubicBezTo>
                    <a:cubicBezTo>
                      <a:pt x="7" y="2"/>
                      <a:pt x="0" y="13"/>
                      <a:pt x="9" y="23"/>
                    </a:cubicBezTo>
                    <a:cubicBezTo>
                      <a:pt x="18" y="34"/>
                      <a:pt x="17" y="27"/>
                      <a:pt x="20" y="34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377" name="Freeform 244">
                <a:extLst>
                  <a:ext uri="{FF2B5EF4-FFF2-40B4-BE49-F238E27FC236}">
                    <a16:creationId xmlns:a16="http://schemas.microsoft.com/office/drawing/2014/main" id="{DAE31B19-23C3-4464-8DDA-C16D730BF0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2" y="1097"/>
                <a:ext cx="8" cy="29"/>
              </a:xfrm>
              <a:custGeom>
                <a:avLst/>
                <a:gdLst>
                  <a:gd name="T0" fmla="*/ 5 w 5"/>
                  <a:gd name="T1" fmla="*/ 65 h 16"/>
                  <a:gd name="T2" fmla="*/ 21 w 5"/>
                  <a:gd name="T3" fmla="*/ 96 h 16"/>
                  <a:gd name="T4" fmla="*/ 21 w 5"/>
                  <a:gd name="T5" fmla="*/ 13 h 16"/>
                  <a:gd name="T6" fmla="*/ 21 w 5"/>
                  <a:gd name="T7" fmla="*/ 13 h 16"/>
                  <a:gd name="T8" fmla="*/ 8 w 5"/>
                  <a:gd name="T9" fmla="*/ 29 h 16"/>
                  <a:gd name="T10" fmla="*/ 21 w 5"/>
                  <a:gd name="T11" fmla="*/ 89 h 16"/>
                  <a:gd name="T12" fmla="*/ 5 w 5"/>
                  <a:gd name="T13" fmla="*/ 65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" h="16">
                    <a:moveTo>
                      <a:pt x="1" y="11"/>
                    </a:moveTo>
                    <a:cubicBezTo>
                      <a:pt x="2" y="12"/>
                      <a:pt x="4" y="15"/>
                      <a:pt x="5" y="16"/>
                    </a:cubicBezTo>
                    <a:cubicBezTo>
                      <a:pt x="5" y="14"/>
                      <a:pt x="0" y="3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2" y="0"/>
                      <a:pt x="2" y="5"/>
                    </a:cubicBezTo>
                    <a:cubicBezTo>
                      <a:pt x="1" y="10"/>
                      <a:pt x="5" y="15"/>
                      <a:pt x="5" y="15"/>
                    </a:cubicBezTo>
                    <a:lnTo>
                      <a:pt x="1" y="1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378" name="Freeform 245">
                <a:extLst>
                  <a:ext uri="{FF2B5EF4-FFF2-40B4-BE49-F238E27FC236}">
                    <a16:creationId xmlns:a16="http://schemas.microsoft.com/office/drawing/2014/main" id="{160C8A96-9660-4479-8E1B-122EC756D4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1" y="1041"/>
                <a:ext cx="30" cy="42"/>
              </a:xfrm>
              <a:custGeom>
                <a:avLst/>
                <a:gdLst>
                  <a:gd name="T0" fmla="*/ 94 w 17"/>
                  <a:gd name="T1" fmla="*/ 7 h 24"/>
                  <a:gd name="T2" fmla="*/ 21 w 17"/>
                  <a:gd name="T3" fmla="*/ 21 h 24"/>
                  <a:gd name="T4" fmla="*/ 49 w 17"/>
                  <a:gd name="T5" fmla="*/ 130 h 24"/>
                  <a:gd name="T6" fmla="*/ 28 w 17"/>
                  <a:gd name="T7" fmla="*/ 49 h 24"/>
                  <a:gd name="T8" fmla="*/ 81 w 17"/>
                  <a:gd name="T9" fmla="*/ 16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24">
                    <a:moveTo>
                      <a:pt x="17" y="1"/>
                    </a:moveTo>
                    <a:cubicBezTo>
                      <a:pt x="13" y="1"/>
                      <a:pt x="7" y="0"/>
                      <a:pt x="4" y="4"/>
                    </a:cubicBezTo>
                    <a:cubicBezTo>
                      <a:pt x="0" y="10"/>
                      <a:pt x="4" y="20"/>
                      <a:pt x="9" y="24"/>
                    </a:cubicBezTo>
                    <a:cubicBezTo>
                      <a:pt x="4" y="21"/>
                      <a:pt x="3" y="13"/>
                      <a:pt x="5" y="9"/>
                    </a:cubicBezTo>
                    <a:cubicBezTo>
                      <a:pt x="7" y="5"/>
                      <a:pt x="10" y="2"/>
                      <a:pt x="15" y="3"/>
                    </a:cubicBezTo>
                  </a:path>
                </a:pathLst>
              </a:custGeom>
              <a:solidFill>
                <a:srgbClr val="6B2D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379" name="Freeform 246">
                <a:extLst>
                  <a:ext uri="{FF2B5EF4-FFF2-40B4-BE49-F238E27FC236}">
                    <a16:creationId xmlns:a16="http://schemas.microsoft.com/office/drawing/2014/main" id="{C60B29BD-EEEA-47E9-AF30-CF6501F042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7" y="1051"/>
                <a:ext cx="21" cy="32"/>
              </a:xfrm>
              <a:custGeom>
                <a:avLst/>
                <a:gdLst>
                  <a:gd name="T0" fmla="*/ 65 w 12"/>
                  <a:gd name="T1" fmla="*/ 21 h 18"/>
                  <a:gd name="T2" fmla="*/ 37 w 12"/>
                  <a:gd name="T3" fmla="*/ 12 h 18"/>
                  <a:gd name="T4" fmla="*/ 12 w 12"/>
                  <a:gd name="T5" fmla="*/ 12 h 18"/>
                  <a:gd name="T6" fmla="*/ 21 w 12"/>
                  <a:gd name="T7" fmla="*/ 57 h 18"/>
                  <a:gd name="T8" fmla="*/ 49 w 12"/>
                  <a:gd name="T9" fmla="*/ 101 h 18"/>
                  <a:gd name="T10" fmla="*/ 28 w 12"/>
                  <a:gd name="T11" fmla="*/ 44 h 18"/>
                  <a:gd name="T12" fmla="*/ 58 w 12"/>
                  <a:gd name="T13" fmla="*/ 21 h 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8">
                    <a:moveTo>
                      <a:pt x="12" y="4"/>
                    </a:moveTo>
                    <a:cubicBezTo>
                      <a:pt x="10" y="4"/>
                      <a:pt x="9" y="3"/>
                      <a:pt x="7" y="2"/>
                    </a:cubicBezTo>
                    <a:cubicBezTo>
                      <a:pt x="6" y="1"/>
                      <a:pt x="3" y="0"/>
                      <a:pt x="2" y="2"/>
                    </a:cubicBezTo>
                    <a:cubicBezTo>
                      <a:pt x="0" y="4"/>
                      <a:pt x="2" y="8"/>
                      <a:pt x="4" y="10"/>
                    </a:cubicBezTo>
                    <a:cubicBezTo>
                      <a:pt x="5" y="13"/>
                      <a:pt x="7" y="15"/>
                      <a:pt x="9" y="18"/>
                    </a:cubicBezTo>
                    <a:cubicBezTo>
                      <a:pt x="7" y="15"/>
                      <a:pt x="4" y="11"/>
                      <a:pt x="5" y="8"/>
                    </a:cubicBezTo>
                    <a:cubicBezTo>
                      <a:pt x="6" y="5"/>
                      <a:pt x="9" y="3"/>
                      <a:pt x="11" y="4"/>
                    </a:cubicBezTo>
                  </a:path>
                </a:pathLst>
              </a:custGeom>
              <a:solidFill>
                <a:srgbClr val="7E39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380" name="Freeform 247">
                <a:extLst>
                  <a:ext uri="{FF2B5EF4-FFF2-40B4-BE49-F238E27FC236}">
                    <a16:creationId xmlns:a16="http://schemas.microsoft.com/office/drawing/2014/main" id="{03641B03-A1A5-47AB-B5D6-8344F96BE4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0" y="1087"/>
                <a:ext cx="5" cy="21"/>
              </a:xfrm>
              <a:custGeom>
                <a:avLst/>
                <a:gdLst>
                  <a:gd name="T0" fmla="*/ 13 w 3"/>
                  <a:gd name="T1" fmla="*/ 44 h 12"/>
                  <a:gd name="T2" fmla="*/ 8 w 3"/>
                  <a:gd name="T3" fmla="*/ 65 h 12"/>
                  <a:gd name="T4" fmla="*/ 0 w 3"/>
                  <a:gd name="T5" fmla="*/ 33 h 12"/>
                  <a:gd name="T6" fmla="*/ 8 w 3"/>
                  <a:gd name="T7" fmla="*/ 0 h 12"/>
                  <a:gd name="T8" fmla="*/ 13 w 3"/>
                  <a:gd name="T9" fmla="*/ 37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12">
                    <a:moveTo>
                      <a:pt x="3" y="8"/>
                    </a:moveTo>
                    <a:cubicBezTo>
                      <a:pt x="2" y="8"/>
                      <a:pt x="2" y="10"/>
                      <a:pt x="2" y="12"/>
                    </a:cubicBezTo>
                    <a:cubicBezTo>
                      <a:pt x="1" y="11"/>
                      <a:pt x="0" y="7"/>
                      <a:pt x="0" y="6"/>
                    </a:cubicBezTo>
                    <a:cubicBezTo>
                      <a:pt x="0" y="4"/>
                      <a:pt x="0" y="1"/>
                      <a:pt x="2" y="0"/>
                    </a:cubicBezTo>
                    <a:cubicBezTo>
                      <a:pt x="3" y="2"/>
                      <a:pt x="3" y="5"/>
                      <a:pt x="3" y="7"/>
                    </a:cubicBezTo>
                  </a:path>
                </a:pathLst>
              </a:custGeom>
              <a:solidFill>
                <a:srgbClr val="7E39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381" name="Freeform 248">
                <a:extLst>
                  <a:ext uri="{FF2B5EF4-FFF2-40B4-BE49-F238E27FC236}">
                    <a16:creationId xmlns:a16="http://schemas.microsoft.com/office/drawing/2014/main" id="{1B6D8AC5-957E-4FFA-8A37-D8CFD4DF21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1" y="1037"/>
                <a:ext cx="76" cy="122"/>
              </a:xfrm>
              <a:custGeom>
                <a:avLst/>
                <a:gdLst>
                  <a:gd name="T0" fmla="*/ 72 w 43"/>
                  <a:gd name="T1" fmla="*/ 44 h 69"/>
                  <a:gd name="T2" fmla="*/ 127 w 43"/>
                  <a:gd name="T3" fmla="*/ 12 h 69"/>
                  <a:gd name="T4" fmla="*/ 200 w 43"/>
                  <a:gd name="T5" fmla="*/ 7 h 69"/>
                  <a:gd name="T6" fmla="*/ 237 w 43"/>
                  <a:gd name="T7" fmla="*/ 78 h 69"/>
                  <a:gd name="T8" fmla="*/ 209 w 43"/>
                  <a:gd name="T9" fmla="*/ 200 h 69"/>
                  <a:gd name="T10" fmla="*/ 106 w 43"/>
                  <a:gd name="T11" fmla="*/ 331 h 69"/>
                  <a:gd name="T12" fmla="*/ 44 w 43"/>
                  <a:gd name="T13" fmla="*/ 375 h 69"/>
                  <a:gd name="T14" fmla="*/ 0 w 43"/>
                  <a:gd name="T15" fmla="*/ 316 h 6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3" h="69">
                    <a:moveTo>
                      <a:pt x="13" y="8"/>
                    </a:moveTo>
                    <a:cubicBezTo>
                      <a:pt x="16" y="7"/>
                      <a:pt x="19" y="3"/>
                      <a:pt x="23" y="2"/>
                    </a:cubicBezTo>
                    <a:cubicBezTo>
                      <a:pt x="27" y="0"/>
                      <a:pt x="32" y="0"/>
                      <a:pt x="36" y="1"/>
                    </a:cubicBezTo>
                    <a:cubicBezTo>
                      <a:pt x="41" y="3"/>
                      <a:pt x="42" y="9"/>
                      <a:pt x="43" y="14"/>
                    </a:cubicBezTo>
                    <a:cubicBezTo>
                      <a:pt x="43" y="21"/>
                      <a:pt x="42" y="31"/>
                      <a:pt x="38" y="36"/>
                    </a:cubicBezTo>
                    <a:cubicBezTo>
                      <a:pt x="31" y="45"/>
                      <a:pt x="25" y="51"/>
                      <a:pt x="19" y="60"/>
                    </a:cubicBezTo>
                    <a:cubicBezTo>
                      <a:pt x="17" y="64"/>
                      <a:pt x="14" y="69"/>
                      <a:pt x="8" y="68"/>
                    </a:cubicBezTo>
                    <a:cubicBezTo>
                      <a:pt x="2" y="68"/>
                      <a:pt x="2" y="61"/>
                      <a:pt x="0" y="57"/>
                    </a:cubicBezTo>
                  </a:path>
                </a:pathLst>
              </a:custGeom>
              <a:solidFill>
                <a:srgbClr val="75332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382" name="Freeform 249">
                <a:extLst>
                  <a:ext uri="{FF2B5EF4-FFF2-40B4-BE49-F238E27FC236}">
                    <a16:creationId xmlns:a16="http://schemas.microsoft.com/office/drawing/2014/main" id="{0E69CF82-42C9-4CAA-BE26-92F9826BE8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1" y="1037"/>
                <a:ext cx="76" cy="122"/>
              </a:xfrm>
              <a:custGeom>
                <a:avLst/>
                <a:gdLst>
                  <a:gd name="T0" fmla="*/ 72 w 43"/>
                  <a:gd name="T1" fmla="*/ 44 h 69"/>
                  <a:gd name="T2" fmla="*/ 127 w 43"/>
                  <a:gd name="T3" fmla="*/ 12 h 69"/>
                  <a:gd name="T4" fmla="*/ 200 w 43"/>
                  <a:gd name="T5" fmla="*/ 7 h 69"/>
                  <a:gd name="T6" fmla="*/ 237 w 43"/>
                  <a:gd name="T7" fmla="*/ 78 h 69"/>
                  <a:gd name="T8" fmla="*/ 209 w 43"/>
                  <a:gd name="T9" fmla="*/ 200 h 69"/>
                  <a:gd name="T10" fmla="*/ 106 w 43"/>
                  <a:gd name="T11" fmla="*/ 331 h 69"/>
                  <a:gd name="T12" fmla="*/ 44 w 43"/>
                  <a:gd name="T13" fmla="*/ 375 h 69"/>
                  <a:gd name="T14" fmla="*/ 0 w 43"/>
                  <a:gd name="T15" fmla="*/ 316 h 6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3" h="69">
                    <a:moveTo>
                      <a:pt x="13" y="8"/>
                    </a:moveTo>
                    <a:cubicBezTo>
                      <a:pt x="16" y="7"/>
                      <a:pt x="19" y="3"/>
                      <a:pt x="23" y="2"/>
                    </a:cubicBezTo>
                    <a:cubicBezTo>
                      <a:pt x="27" y="0"/>
                      <a:pt x="32" y="0"/>
                      <a:pt x="36" y="1"/>
                    </a:cubicBezTo>
                    <a:cubicBezTo>
                      <a:pt x="41" y="3"/>
                      <a:pt x="42" y="9"/>
                      <a:pt x="43" y="14"/>
                    </a:cubicBezTo>
                    <a:cubicBezTo>
                      <a:pt x="43" y="21"/>
                      <a:pt x="42" y="31"/>
                      <a:pt x="38" y="36"/>
                    </a:cubicBezTo>
                    <a:cubicBezTo>
                      <a:pt x="31" y="45"/>
                      <a:pt x="25" y="51"/>
                      <a:pt x="19" y="60"/>
                    </a:cubicBezTo>
                    <a:cubicBezTo>
                      <a:pt x="17" y="64"/>
                      <a:pt x="14" y="69"/>
                      <a:pt x="8" y="68"/>
                    </a:cubicBezTo>
                    <a:cubicBezTo>
                      <a:pt x="2" y="68"/>
                      <a:pt x="2" y="61"/>
                      <a:pt x="0" y="57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383" name="Freeform 250">
                <a:extLst>
                  <a:ext uri="{FF2B5EF4-FFF2-40B4-BE49-F238E27FC236}">
                    <a16:creationId xmlns:a16="http://schemas.microsoft.com/office/drawing/2014/main" id="{330D2D90-FB80-4481-854D-0DB93358E8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5" y="1050"/>
                <a:ext cx="35" cy="60"/>
              </a:xfrm>
              <a:custGeom>
                <a:avLst/>
                <a:gdLst>
                  <a:gd name="T0" fmla="*/ 0 w 20"/>
                  <a:gd name="T1" fmla="*/ 187 h 34"/>
                  <a:gd name="T2" fmla="*/ 65 w 20"/>
                  <a:gd name="T3" fmla="*/ 131 h 34"/>
                  <a:gd name="T4" fmla="*/ 86 w 20"/>
                  <a:gd name="T5" fmla="*/ 49 h 34"/>
                  <a:gd name="T6" fmla="*/ 58 w 20"/>
                  <a:gd name="T7" fmla="*/ 0 h 34"/>
                  <a:gd name="T8" fmla="*/ 12 w 20"/>
                  <a:gd name="T9" fmla="*/ 21 h 34"/>
                  <a:gd name="T10" fmla="*/ 58 w 20"/>
                  <a:gd name="T11" fmla="*/ 7 h 34"/>
                  <a:gd name="T12" fmla="*/ 58 w 20"/>
                  <a:gd name="T13" fmla="*/ 127 h 34"/>
                  <a:gd name="T14" fmla="*/ 0 w 20"/>
                  <a:gd name="T15" fmla="*/ 187 h 3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0" h="34">
                    <a:moveTo>
                      <a:pt x="0" y="34"/>
                    </a:moveTo>
                    <a:cubicBezTo>
                      <a:pt x="2" y="29"/>
                      <a:pt x="9" y="28"/>
                      <a:pt x="12" y="24"/>
                    </a:cubicBezTo>
                    <a:cubicBezTo>
                      <a:pt x="14" y="20"/>
                      <a:pt x="17" y="14"/>
                      <a:pt x="16" y="9"/>
                    </a:cubicBezTo>
                    <a:cubicBezTo>
                      <a:pt x="15" y="6"/>
                      <a:pt x="15" y="1"/>
                      <a:pt x="11" y="0"/>
                    </a:cubicBezTo>
                    <a:cubicBezTo>
                      <a:pt x="8" y="0"/>
                      <a:pt x="5" y="2"/>
                      <a:pt x="2" y="4"/>
                    </a:cubicBezTo>
                    <a:cubicBezTo>
                      <a:pt x="2" y="4"/>
                      <a:pt x="9" y="1"/>
                      <a:pt x="11" y="1"/>
                    </a:cubicBezTo>
                    <a:cubicBezTo>
                      <a:pt x="13" y="2"/>
                      <a:pt x="20" y="13"/>
                      <a:pt x="11" y="23"/>
                    </a:cubicBezTo>
                    <a:cubicBezTo>
                      <a:pt x="2" y="34"/>
                      <a:pt x="3" y="27"/>
                      <a:pt x="0" y="34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384" name="Freeform 251">
                <a:extLst>
                  <a:ext uri="{FF2B5EF4-FFF2-40B4-BE49-F238E27FC236}">
                    <a16:creationId xmlns:a16="http://schemas.microsoft.com/office/drawing/2014/main" id="{B3EE054E-62D4-48A2-B692-4F1DACDCDE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6" y="1097"/>
                <a:ext cx="9" cy="29"/>
              </a:xfrm>
              <a:custGeom>
                <a:avLst/>
                <a:gdLst>
                  <a:gd name="T0" fmla="*/ 29 w 5"/>
                  <a:gd name="T1" fmla="*/ 65 h 16"/>
                  <a:gd name="T2" fmla="*/ 0 w 5"/>
                  <a:gd name="T3" fmla="*/ 96 h 16"/>
                  <a:gd name="T4" fmla="*/ 0 w 5"/>
                  <a:gd name="T5" fmla="*/ 13 h 16"/>
                  <a:gd name="T6" fmla="*/ 0 w 5"/>
                  <a:gd name="T7" fmla="*/ 13 h 16"/>
                  <a:gd name="T8" fmla="*/ 23 w 5"/>
                  <a:gd name="T9" fmla="*/ 29 h 16"/>
                  <a:gd name="T10" fmla="*/ 7 w 5"/>
                  <a:gd name="T11" fmla="*/ 89 h 16"/>
                  <a:gd name="T12" fmla="*/ 29 w 5"/>
                  <a:gd name="T13" fmla="*/ 65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" h="16">
                    <a:moveTo>
                      <a:pt x="5" y="11"/>
                    </a:moveTo>
                    <a:cubicBezTo>
                      <a:pt x="4" y="12"/>
                      <a:pt x="2" y="15"/>
                      <a:pt x="0" y="16"/>
                    </a:cubicBezTo>
                    <a:cubicBezTo>
                      <a:pt x="0" y="14"/>
                      <a:pt x="5" y="3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3" y="0"/>
                      <a:pt x="4" y="5"/>
                    </a:cubicBezTo>
                    <a:cubicBezTo>
                      <a:pt x="4" y="10"/>
                      <a:pt x="1" y="15"/>
                      <a:pt x="1" y="15"/>
                    </a:cubicBezTo>
                    <a:lnTo>
                      <a:pt x="5" y="1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385" name="Freeform 252">
                <a:extLst>
                  <a:ext uri="{FF2B5EF4-FFF2-40B4-BE49-F238E27FC236}">
                    <a16:creationId xmlns:a16="http://schemas.microsoft.com/office/drawing/2014/main" id="{2D45B38C-D239-484D-A19B-C5BB4031AD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5" y="1041"/>
                <a:ext cx="32" cy="42"/>
              </a:xfrm>
              <a:custGeom>
                <a:avLst/>
                <a:gdLst>
                  <a:gd name="T0" fmla="*/ 0 w 18"/>
                  <a:gd name="T1" fmla="*/ 7 h 24"/>
                  <a:gd name="T2" fmla="*/ 73 w 18"/>
                  <a:gd name="T3" fmla="*/ 21 h 24"/>
                  <a:gd name="T4" fmla="*/ 50 w 18"/>
                  <a:gd name="T5" fmla="*/ 130 h 24"/>
                  <a:gd name="T6" fmla="*/ 66 w 18"/>
                  <a:gd name="T7" fmla="*/ 49 h 24"/>
                  <a:gd name="T8" fmla="*/ 16 w 18"/>
                  <a:gd name="T9" fmla="*/ 16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24">
                    <a:moveTo>
                      <a:pt x="0" y="1"/>
                    </a:moveTo>
                    <a:cubicBezTo>
                      <a:pt x="4" y="1"/>
                      <a:pt x="11" y="0"/>
                      <a:pt x="13" y="4"/>
                    </a:cubicBezTo>
                    <a:cubicBezTo>
                      <a:pt x="18" y="10"/>
                      <a:pt x="14" y="20"/>
                      <a:pt x="9" y="24"/>
                    </a:cubicBezTo>
                    <a:cubicBezTo>
                      <a:pt x="13" y="21"/>
                      <a:pt x="14" y="13"/>
                      <a:pt x="12" y="9"/>
                    </a:cubicBezTo>
                    <a:cubicBezTo>
                      <a:pt x="10" y="5"/>
                      <a:pt x="7" y="2"/>
                      <a:pt x="3" y="3"/>
                    </a:cubicBezTo>
                  </a:path>
                </a:pathLst>
              </a:custGeom>
              <a:solidFill>
                <a:srgbClr val="6B2D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386" name="Freeform 253">
                <a:extLst>
                  <a:ext uri="{FF2B5EF4-FFF2-40B4-BE49-F238E27FC236}">
                    <a16:creationId xmlns:a16="http://schemas.microsoft.com/office/drawing/2014/main" id="{7DBFA4DD-3690-4A12-A944-9B0FE4CF29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8" y="1051"/>
                <a:ext cx="22" cy="32"/>
              </a:xfrm>
              <a:custGeom>
                <a:avLst/>
                <a:gdLst>
                  <a:gd name="T0" fmla="*/ 0 w 12"/>
                  <a:gd name="T1" fmla="*/ 21 h 18"/>
                  <a:gd name="T2" fmla="*/ 31 w 12"/>
                  <a:gd name="T3" fmla="*/ 12 h 18"/>
                  <a:gd name="T4" fmla="*/ 61 w 12"/>
                  <a:gd name="T5" fmla="*/ 12 h 18"/>
                  <a:gd name="T6" fmla="*/ 57 w 12"/>
                  <a:gd name="T7" fmla="*/ 57 h 18"/>
                  <a:gd name="T8" fmla="*/ 20 w 12"/>
                  <a:gd name="T9" fmla="*/ 101 h 18"/>
                  <a:gd name="T10" fmla="*/ 44 w 12"/>
                  <a:gd name="T11" fmla="*/ 44 h 18"/>
                  <a:gd name="T12" fmla="*/ 7 w 12"/>
                  <a:gd name="T13" fmla="*/ 21 h 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8">
                    <a:moveTo>
                      <a:pt x="0" y="4"/>
                    </a:moveTo>
                    <a:cubicBezTo>
                      <a:pt x="2" y="4"/>
                      <a:pt x="4" y="3"/>
                      <a:pt x="5" y="2"/>
                    </a:cubicBezTo>
                    <a:cubicBezTo>
                      <a:pt x="7" y="1"/>
                      <a:pt x="9" y="0"/>
                      <a:pt x="10" y="2"/>
                    </a:cubicBezTo>
                    <a:cubicBezTo>
                      <a:pt x="12" y="4"/>
                      <a:pt x="10" y="8"/>
                      <a:pt x="9" y="10"/>
                    </a:cubicBezTo>
                    <a:cubicBezTo>
                      <a:pt x="7" y="13"/>
                      <a:pt x="5" y="15"/>
                      <a:pt x="3" y="18"/>
                    </a:cubicBezTo>
                    <a:cubicBezTo>
                      <a:pt x="6" y="15"/>
                      <a:pt x="8" y="11"/>
                      <a:pt x="7" y="8"/>
                    </a:cubicBezTo>
                    <a:cubicBezTo>
                      <a:pt x="7" y="5"/>
                      <a:pt x="3" y="3"/>
                      <a:pt x="1" y="4"/>
                    </a:cubicBezTo>
                  </a:path>
                </a:pathLst>
              </a:custGeom>
              <a:solidFill>
                <a:srgbClr val="7E39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387" name="Freeform 254">
                <a:extLst>
                  <a:ext uri="{FF2B5EF4-FFF2-40B4-BE49-F238E27FC236}">
                    <a16:creationId xmlns:a16="http://schemas.microsoft.com/office/drawing/2014/main" id="{983A13E7-F2FF-4EA8-A12D-8C2A5D14E5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1" y="1087"/>
                <a:ext cx="5" cy="21"/>
              </a:xfrm>
              <a:custGeom>
                <a:avLst/>
                <a:gdLst>
                  <a:gd name="T0" fmla="*/ 0 w 3"/>
                  <a:gd name="T1" fmla="*/ 44 h 12"/>
                  <a:gd name="T2" fmla="*/ 5 w 3"/>
                  <a:gd name="T3" fmla="*/ 65 h 12"/>
                  <a:gd name="T4" fmla="*/ 13 w 3"/>
                  <a:gd name="T5" fmla="*/ 33 h 12"/>
                  <a:gd name="T6" fmla="*/ 8 w 3"/>
                  <a:gd name="T7" fmla="*/ 0 h 12"/>
                  <a:gd name="T8" fmla="*/ 0 w 3"/>
                  <a:gd name="T9" fmla="*/ 37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12">
                    <a:moveTo>
                      <a:pt x="0" y="8"/>
                    </a:moveTo>
                    <a:cubicBezTo>
                      <a:pt x="1" y="8"/>
                      <a:pt x="1" y="10"/>
                      <a:pt x="1" y="12"/>
                    </a:cubicBezTo>
                    <a:cubicBezTo>
                      <a:pt x="2" y="11"/>
                      <a:pt x="3" y="7"/>
                      <a:pt x="3" y="6"/>
                    </a:cubicBezTo>
                    <a:cubicBezTo>
                      <a:pt x="3" y="4"/>
                      <a:pt x="3" y="1"/>
                      <a:pt x="2" y="0"/>
                    </a:cubicBezTo>
                    <a:cubicBezTo>
                      <a:pt x="0" y="2"/>
                      <a:pt x="1" y="5"/>
                      <a:pt x="0" y="7"/>
                    </a:cubicBezTo>
                  </a:path>
                </a:pathLst>
              </a:custGeom>
              <a:solidFill>
                <a:srgbClr val="7E39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388" name="Freeform 255">
                <a:extLst>
                  <a:ext uri="{FF2B5EF4-FFF2-40B4-BE49-F238E27FC236}">
                    <a16:creationId xmlns:a16="http://schemas.microsoft.com/office/drawing/2014/main" id="{DFC9B240-5BD3-41E8-A5BA-CCB9321CCB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" y="1214"/>
                <a:ext cx="981" cy="2820"/>
              </a:xfrm>
              <a:custGeom>
                <a:avLst/>
                <a:gdLst>
                  <a:gd name="T0" fmla="*/ 3037 w 551"/>
                  <a:gd name="T1" fmla="*/ 3977 h 1591"/>
                  <a:gd name="T2" fmla="*/ 2993 w 551"/>
                  <a:gd name="T3" fmla="*/ 3070 h 1591"/>
                  <a:gd name="T4" fmla="*/ 2850 w 551"/>
                  <a:gd name="T5" fmla="*/ 1969 h 1591"/>
                  <a:gd name="T6" fmla="*/ 2279 w 551"/>
                  <a:gd name="T7" fmla="*/ 456 h 1591"/>
                  <a:gd name="T8" fmla="*/ 1857 w 551"/>
                  <a:gd name="T9" fmla="*/ 21 h 1591"/>
                  <a:gd name="T10" fmla="*/ 1626 w 551"/>
                  <a:gd name="T11" fmla="*/ 160 h 1591"/>
                  <a:gd name="T12" fmla="*/ 1563 w 551"/>
                  <a:gd name="T13" fmla="*/ 167 h 1591"/>
                  <a:gd name="T14" fmla="*/ 1275 w 551"/>
                  <a:gd name="T15" fmla="*/ 37 h 1591"/>
                  <a:gd name="T16" fmla="*/ 1004 w 551"/>
                  <a:gd name="T17" fmla="*/ 452 h 1591"/>
                  <a:gd name="T18" fmla="*/ 450 w 551"/>
                  <a:gd name="T19" fmla="*/ 1065 h 1591"/>
                  <a:gd name="T20" fmla="*/ 194 w 551"/>
                  <a:gd name="T21" fmla="*/ 2327 h 1591"/>
                  <a:gd name="T22" fmla="*/ 101 w 551"/>
                  <a:gd name="T23" fmla="*/ 3437 h 1591"/>
                  <a:gd name="T24" fmla="*/ 12 w 551"/>
                  <a:gd name="T25" fmla="*/ 4245 h 1591"/>
                  <a:gd name="T26" fmla="*/ 64 w 551"/>
                  <a:gd name="T27" fmla="*/ 4392 h 1591"/>
                  <a:gd name="T28" fmla="*/ 296 w 551"/>
                  <a:gd name="T29" fmla="*/ 4584 h 1591"/>
                  <a:gd name="T30" fmla="*/ 390 w 551"/>
                  <a:gd name="T31" fmla="*/ 4539 h 1591"/>
                  <a:gd name="T32" fmla="*/ 426 w 551"/>
                  <a:gd name="T33" fmla="*/ 4499 h 1591"/>
                  <a:gd name="T34" fmla="*/ 418 w 551"/>
                  <a:gd name="T35" fmla="*/ 4288 h 1591"/>
                  <a:gd name="T36" fmla="*/ 349 w 551"/>
                  <a:gd name="T37" fmla="*/ 3880 h 1591"/>
                  <a:gd name="T38" fmla="*/ 580 w 551"/>
                  <a:gd name="T39" fmla="*/ 2379 h 1591"/>
                  <a:gd name="T40" fmla="*/ 780 w 551"/>
                  <a:gd name="T41" fmla="*/ 1854 h 1591"/>
                  <a:gd name="T42" fmla="*/ 773 w 551"/>
                  <a:gd name="T43" fmla="*/ 2740 h 1591"/>
                  <a:gd name="T44" fmla="*/ 678 w 551"/>
                  <a:gd name="T45" fmla="*/ 4144 h 1591"/>
                  <a:gd name="T46" fmla="*/ 881 w 551"/>
                  <a:gd name="T47" fmla="*/ 5739 h 1591"/>
                  <a:gd name="T48" fmla="*/ 942 w 551"/>
                  <a:gd name="T49" fmla="*/ 7239 h 1591"/>
                  <a:gd name="T50" fmla="*/ 1113 w 551"/>
                  <a:gd name="T51" fmla="*/ 8253 h 1591"/>
                  <a:gd name="T52" fmla="*/ 926 w 551"/>
                  <a:gd name="T53" fmla="*/ 8651 h 1591"/>
                  <a:gd name="T54" fmla="*/ 983 w 551"/>
                  <a:gd name="T55" fmla="*/ 8800 h 1591"/>
                  <a:gd name="T56" fmla="*/ 1259 w 551"/>
                  <a:gd name="T57" fmla="*/ 8822 h 1591"/>
                  <a:gd name="T58" fmla="*/ 1519 w 551"/>
                  <a:gd name="T59" fmla="*/ 8650 h 1591"/>
                  <a:gd name="T60" fmla="*/ 1528 w 551"/>
                  <a:gd name="T61" fmla="*/ 8354 h 1591"/>
                  <a:gd name="T62" fmla="*/ 1490 w 551"/>
                  <a:gd name="T63" fmla="*/ 8065 h 1591"/>
                  <a:gd name="T64" fmla="*/ 1503 w 551"/>
                  <a:gd name="T65" fmla="*/ 6425 h 1591"/>
                  <a:gd name="T66" fmla="*/ 1503 w 551"/>
                  <a:gd name="T67" fmla="*/ 5507 h 1591"/>
                  <a:gd name="T68" fmla="*/ 1503 w 551"/>
                  <a:gd name="T69" fmla="*/ 4176 h 1591"/>
                  <a:gd name="T70" fmla="*/ 1553 w 551"/>
                  <a:gd name="T71" fmla="*/ 4181 h 1591"/>
                  <a:gd name="T72" fmla="*/ 1620 w 551"/>
                  <a:gd name="T73" fmla="*/ 4172 h 1591"/>
                  <a:gd name="T74" fmla="*/ 1613 w 551"/>
                  <a:gd name="T75" fmla="*/ 4750 h 1591"/>
                  <a:gd name="T76" fmla="*/ 1626 w 551"/>
                  <a:gd name="T77" fmla="*/ 5982 h 1591"/>
                  <a:gd name="T78" fmla="*/ 1686 w 551"/>
                  <a:gd name="T79" fmla="*/ 7719 h 1591"/>
                  <a:gd name="T80" fmla="*/ 1608 w 551"/>
                  <a:gd name="T81" fmla="*/ 8240 h 1591"/>
                  <a:gd name="T82" fmla="*/ 1576 w 551"/>
                  <a:gd name="T83" fmla="*/ 8513 h 1591"/>
                  <a:gd name="T84" fmla="*/ 1654 w 551"/>
                  <a:gd name="T85" fmla="*/ 8809 h 1591"/>
                  <a:gd name="T86" fmla="*/ 1998 w 551"/>
                  <a:gd name="T87" fmla="*/ 8825 h 1591"/>
                  <a:gd name="T88" fmla="*/ 2185 w 551"/>
                  <a:gd name="T89" fmla="*/ 8731 h 1591"/>
                  <a:gd name="T90" fmla="*/ 2031 w 551"/>
                  <a:gd name="T91" fmla="*/ 8432 h 1591"/>
                  <a:gd name="T92" fmla="*/ 2019 w 551"/>
                  <a:gd name="T93" fmla="*/ 7946 h 1591"/>
                  <a:gd name="T94" fmla="*/ 2218 w 551"/>
                  <a:gd name="T95" fmla="*/ 6165 h 1591"/>
                  <a:gd name="T96" fmla="*/ 2371 w 551"/>
                  <a:gd name="T97" fmla="*/ 4917 h 1591"/>
                  <a:gd name="T98" fmla="*/ 2421 w 551"/>
                  <a:gd name="T99" fmla="*/ 3396 h 1591"/>
                  <a:gd name="T100" fmla="*/ 2315 w 551"/>
                  <a:gd name="T101" fmla="*/ 2372 h 1591"/>
                  <a:gd name="T102" fmla="*/ 2416 w 551"/>
                  <a:gd name="T103" fmla="*/ 1854 h 1591"/>
                  <a:gd name="T104" fmla="*/ 2660 w 551"/>
                  <a:gd name="T105" fmla="*/ 3070 h 1591"/>
                  <a:gd name="T106" fmla="*/ 2733 w 551"/>
                  <a:gd name="T107" fmla="*/ 4025 h 1591"/>
                  <a:gd name="T108" fmla="*/ 2704 w 551"/>
                  <a:gd name="T109" fmla="*/ 4454 h 1591"/>
                  <a:gd name="T110" fmla="*/ 2681 w 551"/>
                  <a:gd name="T111" fmla="*/ 4527 h 1591"/>
                  <a:gd name="T112" fmla="*/ 2685 w 551"/>
                  <a:gd name="T113" fmla="*/ 4621 h 1591"/>
                  <a:gd name="T114" fmla="*/ 2973 w 551"/>
                  <a:gd name="T115" fmla="*/ 4499 h 1591"/>
                  <a:gd name="T116" fmla="*/ 3075 w 551"/>
                  <a:gd name="T117" fmla="*/ 4316 h 1591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0" t="0" r="r" b="b"/>
                <a:pathLst>
                  <a:path w="551" h="1591">
                    <a:moveTo>
                      <a:pt x="549" y="762"/>
                    </a:moveTo>
                    <a:cubicBezTo>
                      <a:pt x="547" y="758"/>
                      <a:pt x="543" y="730"/>
                      <a:pt x="538" y="714"/>
                    </a:cubicBezTo>
                    <a:cubicBezTo>
                      <a:pt x="535" y="701"/>
                      <a:pt x="531" y="644"/>
                      <a:pt x="533" y="617"/>
                    </a:cubicBezTo>
                    <a:cubicBezTo>
                      <a:pt x="535" y="597"/>
                      <a:pt x="530" y="565"/>
                      <a:pt x="530" y="551"/>
                    </a:cubicBezTo>
                    <a:cubicBezTo>
                      <a:pt x="531" y="473"/>
                      <a:pt x="521" y="433"/>
                      <a:pt x="518" y="418"/>
                    </a:cubicBezTo>
                    <a:cubicBezTo>
                      <a:pt x="514" y="404"/>
                      <a:pt x="512" y="385"/>
                      <a:pt x="505" y="354"/>
                    </a:cubicBezTo>
                    <a:cubicBezTo>
                      <a:pt x="476" y="219"/>
                      <a:pt x="462" y="145"/>
                      <a:pt x="454" y="124"/>
                    </a:cubicBezTo>
                    <a:cubicBezTo>
                      <a:pt x="448" y="110"/>
                      <a:pt x="435" y="87"/>
                      <a:pt x="404" y="82"/>
                    </a:cubicBezTo>
                    <a:cubicBezTo>
                      <a:pt x="392" y="80"/>
                      <a:pt x="382" y="79"/>
                      <a:pt x="373" y="76"/>
                    </a:cubicBezTo>
                    <a:cubicBezTo>
                      <a:pt x="352" y="68"/>
                      <a:pt x="324" y="56"/>
                      <a:pt x="329" y="4"/>
                    </a:cubicBezTo>
                    <a:cubicBezTo>
                      <a:pt x="327" y="6"/>
                      <a:pt x="328" y="5"/>
                      <a:pt x="325" y="7"/>
                    </a:cubicBezTo>
                    <a:cubicBezTo>
                      <a:pt x="314" y="17"/>
                      <a:pt x="300" y="27"/>
                      <a:pt x="288" y="29"/>
                    </a:cubicBezTo>
                    <a:cubicBezTo>
                      <a:pt x="284" y="30"/>
                      <a:pt x="279" y="29"/>
                      <a:pt x="276" y="29"/>
                    </a:cubicBezTo>
                    <a:cubicBezTo>
                      <a:pt x="277" y="30"/>
                      <a:pt x="277" y="30"/>
                      <a:pt x="277" y="30"/>
                    </a:cubicBezTo>
                    <a:cubicBezTo>
                      <a:pt x="277" y="30"/>
                      <a:pt x="266" y="29"/>
                      <a:pt x="262" y="29"/>
                    </a:cubicBezTo>
                    <a:cubicBezTo>
                      <a:pt x="250" y="27"/>
                      <a:pt x="237" y="17"/>
                      <a:pt x="226" y="7"/>
                    </a:cubicBezTo>
                    <a:cubicBezTo>
                      <a:pt x="223" y="5"/>
                      <a:pt x="221" y="3"/>
                      <a:pt x="219" y="0"/>
                    </a:cubicBezTo>
                    <a:cubicBezTo>
                      <a:pt x="237" y="59"/>
                      <a:pt x="198" y="75"/>
                      <a:pt x="178" y="81"/>
                    </a:cubicBezTo>
                    <a:cubicBezTo>
                      <a:pt x="168" y="83"/>
                      <a:pt x="127" y="84"/>
                      <a:pt x="106" y="112"/>
                    </a:cubicBezTo>
                    <a:cubicBezTo>
                      <a:pt x="97" y="124"/>
                      <a:pt x="84" y="169"/>
                      <a:pt x="80" y="191"/>
                    </a:cubicBezTo>
                    <a:cubicBezTo>
                      <a:pt x="76" y="214"/>
                      <a:pt x="55" y="305"/>
                      <a:pt x="48" y="338"/>
                    </a:cubicBezTo>
                    <a:cubicBezTo>
                      <a:pt x="42" y="369"/>
                      <a:pt x="37" y="404"/>
                      <a:pt x="34" y="418"/>
                    </a:cubicBezTo>
                    <a:cubicBezTo>
                      <a:pt x="30" y="433"/>
                      <a:pt x="17" y="473"/>
                      <a:pt x="17" y="551"/>
                    </a:cubicBezTo>
                    <a:cubicBezTo>
                      <a:pt x="18" y="564"/>
                      <a:pt x="17" y="597"/>
                      <a:pt x="18" y="617"/>
                    </a:cubicBezTo>
                    <a:cubicBezTo>
                      <a:pt x="21" y="644"/>
                      <a:pt x="17" y="701"/>
                      <a:pt x="13" y="714"/>
                    </a:cubicBezTo>
                    <a:cubicBezTo>
                      <a:pt x="8" y="730"/>
                      <a:pt x="4" y="758"/>
                      <a:pt x="2" y="762"/>
                    </a:cubicBezTo>
                    <a:cubicBezTo>
                      <a:pt x="0" y="766"/>
                      <a:pt x="4" y="771"/>
                      <a:pt x="7" y="775"/>
                    </a:cubicBezTo>
                    <a:cubicBezTo>
                      <a:pt x="9" y="779"/>
                      <a:pt x="8" y="783"/>
                      <a:pt x="11" y="789"/>
                    </a:cubicBezTo>
                    <a:cubicBezTo>
                      <a:pt x="13" y="794"/>
                      <a:pt x="21" y="803"/>
                      <a:pt x="24" y="808"/>
                    </a:cubicBezTo>
                    <a:cubicBezTo>
                      <a:pt x="28" y="814"/>
                      <a:pt x="41" y="820"/>
                      <a:pt x="52" y="823"/>
                    </a:cubicBezTo>
                    <a:cubicBezTo>
                      <a:pt x="60" y="826"/>
                      <a:pt x="74" y="833"/>
                      <a:pt x="75" y="830"/>
                    </a:cubicBezTo>
                    <a:cubicBezTo>
                      <a:pt x="78" y="823"/>
                      <a:pt x="75" y="818"/>
                      <a:pt x="69" y="815"/>
                    </a:cubicBezTo>
                    <a:cubicBezTo>
                      <a:pt x="66" y="813"/>
                      <a:pt x="74" y="820"/>
                      <a:pt x="76" y="813"/>
                    </a:cubicBezTo>
                    <a:cubicBezTo>
                      <a:pt x="77" y="812"/>
                      <a:pt x="77" y="811"/>
                      <a:pt x="75" y="808"/>
                    </a:cubicBezTo>
                    <a:cubicBezTo>
                      <a:pt x="76" y="804"/>
                      <a:pt x="75" y="804"/>
                      <a:pt x="73" y="800"/>
                    </a:cubicBezTo>
                    <a:cubicBezTo>
                      <a:pt x="78" y="799"/>
                      <a:pt x="76" y="779"/>
                      <a:pt x="74" y="770"/>
                    </a:cubicBezTo>
                    <a:cubicBezTo>
                      <a:pt x="75" y="762"/>
                      <a:pt x="75" y="738"/>
                      <a:pt x="69" y="722"/>
                    </a:cubicBezTo>
                    <a:cubicBezTo>
                      <a:pt x="65" y="712"/>
                      <a:pt x="62" y="704"/>
                      <a:pt x="62" y="697"/>
                    </a:cubicBezTo>
                    <a:cubicBezTo>
                      <a:pt x="59" y="683"/>
                      <a:pt x="72" y="579"/>
                      <a:pt x="82" y="550"/>
                    </a:cubicBezTo>
                    <a:cubicBezTo>
                      <a:pt x="102" y="489"/>
                      <a:pt x="101" y="438"/>
                      <a:pt x="103" y="427"/>
                    </a:cubicBezTo>
                    <a:cubicBezTo>
                      <a:pt x="105" y="416"/>
                      <a:pt x="136" y="268"/>
                      <a:pt x="141" y="243"/>
                    </a:cubicBezTo>
                    <a:cubicBezTo>
                      <a:pt x="138" y="333"/>
                      <a:pt x="138" y="333"/>
                      <a:pt x="138" y="333"/>
                    </a:cubicBezTo>
                    <a:cubicBezTo>
                      <a:pt x="140" y="364"/>
                      <a:pt x="139" y="404"/>
                      <a:pt x="140" y="420"/>
                    </a:cubicBezTo>
                    <a:cubicBezTo>
                      <a:pt x="141" y="442"/>
                      <a:pt x="135" y="454"/>
                      <a:pt x="137" y="492"/>
                    </a:cubicBezTo>
                    <a:cubicBezTo>
                      <a:pt x="138" y="513"/>
                      <a:pt x="135" y="558"/>
                      <a:pt x="126" y="607"/>
                    </a:cubicBezTo>
                    <a:cubicBezTo>
                      <a:pt x="117" y="645"/>
                      <a:pt x="122" y="672"/>
                      <a:pt x="120" y="744"/>
                    </a:cubicBezTo>
                    <a:cubicBezTo>
                      <a:pt x="120" y="794"/>
                      <a:pt x="122" y="825"/>
                      <a:pt x="128" y="884"/>
                    </a:cubicBezTo>
                    <a:cubicBezTo>
                      <a:pt x="134" y="934"/>
                      <a:pt x="149" y="995"/>
                      <a:pt x="156" y="1031"/>
                    </a:cubicBezTo>
                    <a:cubicBezTo>
                      <a:pt x="163" y="1067"/>
                      <a:pt x="157" y="1084"/>
                      <a:pt x="159" y="1107"/>
                    </a:cubicBezTo>
                    <a:cubicBezTo>
                      <a:pt x="160" y="1131"/>
                      <a:pt x="148" y="1219"/>
                      <a:pt x="167" y="1300"/>
                    </a:cubicBezTo>
                    <a:cubicBezTo>
                      <a:pt x="182" y="1365"/>
                      <a:pt x="189" y="1411"/>
                      <a:pt x="193" y="1427"/>
                    </a:cubicBezTo>
                    <a:cubicBezTo>
                      <a:pt x="201" y="1461"/>
                      <a:pt x="194" y="1465"/>
                      <a:pt x="197" y="1482"/>
                    </a:cubicBezTo>
                    <a:cubicBezTo>
                      <a:pt x="201" y="1500"/>
                      <a:pt x="201" y="1498"/>
                      <a:pt x="192" y="1514"/>
                    </a:cubicBezTo>
                    <a:cubicBezTo>
                      <a:pt x="183" y="1525"/>
                      <a:pt x="169" y="1549"/>
                      <a:pt x="164" y="1554"/>
                    </a:cubicBezTo>
                    <a:cubicBezTo>
                      <a:pt x="159" y="1559"/>
                      <a:pt x="162" y="1565"/>
                      <a:pt x="164" y="1568"/>
                    </a:cubicBezTo>
                    <a:cubicBezTo>
                      <a:pt x="161" y="1576"/>
                      <a:pt x="171" y="1580"/>
                      <a:pt x="174" y="1580"/>
                    </a:cubicBezTo>
                    <a:cubicBezTo>
                      <a:pt x="173" y="1590"/>
                      <a:pt x="192" y="1589"/>
                      <a:pt x="197" y="1585"/>
                    </a:cubicBezTo>
                    <a:cubicBezTo>
                      <a:pt x="202" y="1590"/>
                      <a:pt x="217" y="1590"/>
                      <a:pt x="223" y="1584"/>
                    </a:cubicBezTo>
                    <a:cubicBezTo>
                      <a:pt x="232" y="1591"/>
                      <a:pt x="248" y="1591"/>
                      <a:pt x="258" y="1582"/>
                    </a:cubicBezTo>
                    <a:cubicBezTo>
                      <a:pt x="269" y="1572"/>
                      <a:pt x="270" y="1563"/>
                      <a:pt x="269" y="1553"/>
                    </a:cubicBezTo>
                    <a:cubicBezTo>
                      <a:pt x="267" y="1544"/>
                      <a:pt x="270" y="1541"/>
                      <a:pt x="272" y="1529"/>
                    </a:cubicBezTo>
                    <a:cubicBezTo>
                      <a:pt x="274" y="1518"/>
                      <a:pt x="276" y="1509"/>
                      <a:pt x="271" y="1500"/>
                    </a:cubicBezTo>
                    <a:cubicBezTo>
                      <a:pt x="267" y="1492"/>
                      <a:pt x="266" y="1488"/>
                      <a:pt x="266" y="1480"/>
                    </a:cubicBezTo>
                    <a:cubicBezTo>
                      <a:pt x="266" y="1471"/>
                      <a:pt x="270" y="1459"/>
                      <a:pt x="264" y="1448"/>
                    </a:cubicBezTo>
                    <a:cubicBezTo>
                      <a:pt x="258" y="1438"/>
                      <a:pt x="251" y="1413"/>
                      <a:pt x="253" y="1386"/>
                    </a:cubicBezTo>
                    <a:cubicBezTo>
                      <a:pt x="254" y="1359"/>
                      <a:pt x="276" y="1206"/>
                      <a:pt x="266" y="1154"/>
                    </a:cubicBezTo>
                    <a:cubicBezTo>
                      <a:pt x="257" y="1102"/>
                      <a:pt x="261" y="1091"/>
                      <a:pt x="263" y="1074"/>
                    </a:cubicBezTo>
                    <a:cubicBezTo>
                      <a:pt x="265" y="1056"/>
                      <a:pt x="271" y="1027"/>
                      <a:pt x="266" y="989"/>
                    </a:cubicBezTo>
                    <a:cubicBezTo>
                      <a:pt x="264" y="975"/>
                      <a:pt x="264" y="914"/>
                      <a:pt x="265" y="853"/>
                    </a:cubicBezTo>
                    <a:cubicBezTo>
                      <a:pt x="265" y="813"/>
                      <a:pt x="266" y="763"/>
                      <a:pt x="266" y="750"/>
                    </a:cubicBezTo>
                    <a:cubicBezTo>
                      <a:pt x="266" y="750"/>
                      <a:pt x="266" y="750"/>
                      <a:pt x="266" y="750"/>
                    </a:cubicBezTo>
                    <a:cubicBezTo>
                      <a:pt x="269" y="751"/>
                      <a:pt x="272" y="751"/>
                      <a:pt x="275" y="751"/>
                    </a:cubicBezTo>
                    <a:cubicBezTo>
                      <a:pt x="275" y="751"/>
                      <a:pt x="275" y="751"/>
                      <a:pt x="275" y="751"/>
                    </a:cubicBezTo>
                    <a:cubicBezTo>
                      <a:pt x="279" y="751"/>
                      <a:pt x="283" y="750"/>
                      <a:pt x="287" y="749"/>
                    </a:cubicBezTo>
                    <a:cubicBezTo>
                      <a:pt x="286" y="750"/>
                      <a:pt x="286" y="750"/>
                      <a:pt x="286" y="750"/>
                    </a:cubicBezTo>
                    <a:cubicBezTo>
                      <a:pt x="284" y="759"/>
                      <a:pt x="286" y="813"/>
                      <a:pt x="286" y="853"/>
                    </a:cubicBezTo>
                    <a:cubicBezTo>
                      <a:pt x="287" y="914"/>
                      <a:pt x="288" y="975"/>
                      <a:pt x="286" y="989"/>
                    </a:cubicBezTo>
                    <a:cubicBezTo>
                      <a:pt x="280" y="1027"/>
                      <a:pt x="286" y="1056"/>
                      <a:pt x="288" y="1074"/>
                    </a:cubicBezTo>
                    <a:cubicBezTo>
                      <a:pt x="291" y="1091"/>
                      <a:pt x="294" y="1102"/>
                      <a:pt x="285" y="1154"/>
                    </a:cubicBezTo>
                    <a:cubicBezTo>
                      <a:pt x="276" y="1206"/>
                      <a:pt x="298" y="1359"/>
                      <a:pt x="299" y="1386"/>
                    </a:cubicBezTo>
                    <a:cubicBezTo>
                      <a:pt x="300" y="1413"/>
                      <a:pt x="293" y="1438"/>
                      <a:pt x="287" y="1448"/>
                    </a:cubicBezTo>
                    <a:cubicBezTo>
                      <a:pt x="282" y="1459"/>
                      <a:pt x="285" y="1471"/>
                      <a:pt x="285" y="1480"/>
                    </a:cubicBezTo>
                    <a:cubicBezTo>
                      <a:pt x="285" y="1488"/>
                      <a:pt x="285" y="1492"/>
                      <a:pt x="280" y="1500"/>
                    </a:cubicBezTo>
                    <a:cubicBezTo>
                      <a:pt x="275" y="1509"/>
                      <a:pt x="277" y="1518"/>
                      <a:pt x="279" y="1529"/>
                    </a:cubicBezTo>
                    <a:cubicBezTo>
                      <a:pt x="282" y="1541"/>
                      <a:pt x="284" y="1544"/>
                      <a:pt x="283" y="1553"/>
                    </a:cubicBezTo>
                    <a:cubicBezTo>
                      <a:pt x="282" y="1563"/>
                      <a:pt x="283" y="1572"/>
                      <a:pt x="293" y="1582"/>
                    </a:cubicBezTo>
                    <a:cubicBezTo>
                      <a:pt x="303" y="1591"/>
                      <a:pt x="320" y="1591"/>
                      <a:pt x="329" y="1584"/>
                    </a:cubicBezTo>
                    <a:cubicBezTo>
                      <a:pt x="334" y="1590"/>
                      <a:pt x="349" y="1590"/>
                      <a:pt x="354" y="1585"/>
                    </a:cubicBezTo>
                    <a:cubicBezTo>
                      <a:pt x="359" y="1589"/>
                      <a:pt x="378" y="1590"/>
                      <a:pt x="377" y="1580"/>
                    </a:cubicBezTo>
                    <a:cubicBezTo>
                      <a:pt x="381" y="1580"/>
                      <a:pt x="391" y="1576"/>
                      <a:pt x="387" y="1568"/>
                    </a:cubicBezTo>
                    <a:cubicBezTo>
                      <a:pt x="390" y="1565"/>
                      <a:pt x="392" y="1559"/>
                      <a:pt x="387" y="1554"/>
                    </a:cubicBezTo>
                    <a:cubicBezTo>
                      <a:pt x="383" y="1549"/>
                      <a:pt x="368" y="1525"/>
                      <a:pt x="360" y="1514"/>
                    </a:cubicBezTo>
                    <a:cubicBezTo>
                      <a:pt x="350" y="1498"/>
                      <a:pt x="350" y="1500"/>
                      <a:pt x="354" y="1482"/>
                    </a:cubicBezTo>
                    <a:cubicBezTo>
                      <a:pt x="357" y="1465"/>
                      <a:pt x="350" y="1461"/>
                      <a:pt x="358" y="1427"/>
                    </a:cubicBezTo>
                    <a:cubicBezTo>
                      <a:pt x="362" y="1411"/>
                      <a:pt x="370" y="1372"/>
                      <a:pt x="383" y="1305"/>
                    </a:cubicBezTo>
                    <a:cubicBezTo>
                      <a:pt x="397" y="1239"/>
                      <a:pt x="391" y="1131"/>
                      <a:pt x="393" y="1107"/>
                    </a:cubicBezTo>
                    <a:cubicBezTo>
                      <a:pt x="394" y="1084"/>
                      <a:pt x="387" y="1069"/>
                      <a:pt x="394" y="1033"/>
                    </a:cubicBezTo>
                    <a:cubicBezTo>
                      <a:pt x="401" y="997"/>
                      <a:pt x="412" y="933"/>
                      <a:pt x="420" y="883"/>
                    </a:cubicBezTo>
                    <a:cubicBezTo>
                      <a:pt x="430" y="811"/>
                      <a:pt x="429" y="790"/>
                      <a:pt x="432" y="752"/>
                    </a:cubicBezTo>
                    <a:cubicBezTo>
                      <a:pt x="438" y="676"/>
                      <a:pt x="434" y="651"/>
                      <a:pt x="429" y="610"/>
                    </a:cubicBezTo>
                    <a:cubicBezTo>
                      <a:pt x="420" y="561"/>
                      <a:pt x="419" y="514"/>
                      <a:pt x="419" y="493"/>
                    </a:cubicBezTo>
                    <a:cubicBezTo>
                      <a:pt x="419" y="467"/>
                      <a:pt x="409" y="448"/>
                      <a:pt x="410" y="426"/>
                    </a:cubicBezTo>
                    <a:cubicBezTo>
                      <a:pt x="411" y="410"/>
                      <a:pt x="410" y="267"/>
                      <a:pt x="404" y="226"/>
                    </a:cubicBezTo>
                    <a:cubicBezTo>
                      <a:pt x="428" y="333"/>
                      <a:pt x="428" y="333"/>
                      <a:pt x="428" y="333"/>
                    </a:cubicBezTo>
                    <a:cubicBezTo>
                      <a:pt x="433" y="358"/>
                      <a:pt x="446" y="416"/>
                      <a:pt x="448" y="427"/>
                    </a:cubicBezTo>
                    <a:cubicBezTo>
                      <a:pt x="451" y="438"/>
                      <a:pt x="452" y="490"/>
                      <a:pt x="471" y="551"/>
                    </a:cubicBezTo>
                    <a:cubicBezTo>
                      <a:pt x="482" y="580"/>
                      <a:pt x="492" y="683"/>
                      <a:pt x="489" y="697"/>
                    </a:cubicBezTo>
                    <a:cubicBezTo>
                      <a:pt x="490" y="704"/>
                      <a:pt x="488" y="713"/>
                      <a:pt x="484" y="723"/>
                    </a:cubicBezTo>
                    <a:cubicBezTo>
                      <a:pt x="478" y="739"/>
                      <a:pt x="477" y="762"/>
                      <a:pt x="477" y="770"/>
                    </a:cubicBezTo>
                    <a:cubicBezTo>
                      <a:pt x="475" y="779"/>
                      <a:pt x="470" y="797"/>
                      <a:pt x="479" y="800"/>
                    </a:cubicBezTo>
                    <a:cubicBezTo>
                      <a:pt x="476" y="804"/>
                      <a:pt x="475" y="804"/>
                      <a:pt x="476" y="808"/>
                    </a:cubicBezTo>
                    <a:cubicBezTo>
                      <a:pt x="474" y="811"/>
                      <a:pt x="474" y="812"/>
                      <a:pt x="475" y="813"/>
                    </a:cubicBezTo>
                    <a:cubicBezTo>
                      <a:pt x="477" y="820"/>
                      <a:pt x="487" y="812"/>
                      <a:pt x="483" y="814"/>
                    </a:cubicBezTo>
                    <a:cubicBezTo>
                      <a:pt x="478" y="817"/>
                      <a:pt x="473" y="823"/>
                      <a:pt x="476" y="830"/>
                    </a:cubicBezTo>
                    <a:cubicBezTo>
                      <a:pt x="477" y="833"/>
                      <a:pt x="491" y="826"/>
                      <a:pt x="499" y="823"/>
                    </a:cubicBezTo>
                    <a:cubicBezTo>
                      <a:pt x="510" y="820"/>
                      <a:pt x="524" y="814"/>
                      <a:pt x="527" y="808"/>
                    </a:cubicBezTo>
                    <a:cubicBezTo>
                      <a:pt x="531" y="803"/>
                      <a:pt x="538" y="794"/>
                      <a:pt x="540" y="789"/>
                    </a:cubicBezTo>
                    <a:cubicBezTo>
                      <a:pt x="543" y="783"/>
                      <a:pt x="542" y="779"/>
                      <a:pt x="545" y="775"/>
                    </a:cubicBezTo>
                    <a:cubicBezTo>
                      <a:pt x="547" y="771"/>
                      <a:pt x="551" y="766"/>
                      <a:pt x="549" y="762"/>
                    </a:cubicBezTo>
                  </a:path>
                </a:pathLst>
              </a:custGeom>
              <a:solidFill>
                <a:srgbClr val="75332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389" name="Freeform 256">
                <a:extLst>
                  <a:ext uri="{FF2B5EF4-FFF2-40B4-BE49-F238E27FC236}">
                    <a16:creationId xmlns:a16="http://schemas.microsoft.com/office/drawing/2014/main" id="{B7937889-F307-45B5-AE84-0FC825AB1E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" y="1214"/>
                <a:ext cx="981" cy="2820"/>
              </a:xfrm>
              <a:custGeom>
                <a:avLst/>
                <a:gdLst>
                  <a:gd name="T0" fmla="*/ 3037 w 551"/>
                  <a:gd name="T1" fmla="*/ 3977 h 1591"/>
                  <a:gd name="T2" fmla="*/ 2993 w 551"/>
                  <a:gd name="T3" fmla="*/ 3070 h 1591"/>
                  <a:gd name="T4" fmla="*/ 2850 w 551"/>
                  <a:gd name="T5" fmla="*/ 1969 h 1591"/>
                  <a:gd name="T6" fmla="*/ 2279 w 551"/>
                  <a:gd name="T7" fmla="*/ 456 h 1591"/>
                  <a:gd name="T8" fmla="*/ 1857 w 551"/>
                  <a:gd name="T9" fmla="*/ 21 h 1591"/>
                  <a:gd name="T10" fmla="*/ 1626 w 551"/>
                  <a:gd name="T11" fmla="*/ 160 h 1591"/>
                  <a:gd name="T12" fmla="*/ 1563 w 551"/>
                  <a:gd name="T13" fmla="*/ 167 h 1591"/>
                  <a:gd name="T14" fmla="*/ 1275 w 551"/>
                  <a:gd name="T15" fmla="*/ 37 h 1591"/>
                  <a:gd name="T16" fmla="*/ 1004 w 551"/>
                  <a:gd name="T17" fmla="*/ 452 h 1591"/>
                  <a:gd name="T18" fmla="*/ 450 w 551"/>
                  <a:gd name="T19" fmla="*/ 1065 h 1591"/>
                  <a:gd name="T20" fmla="*/ 194 w 551"/>
                  <a:gd name="T21" fmla="*/ 2327 h 1591"/>
                  <a:gd name="T22" fmla="*/ 101 w 551"/>
                  <a:gd name="T23" fmla="*/ 3437 h 1591"/>
                  <a:gd name="T24" fmla="*/ 12 w 551"/>
                  <a:gd name="T25" fmla="*/ 4245 h 1591"/>
                  <a:gd name="T26" fmla="*/ 64 w 551"/>
                  <a:gd name="T27" fmla="*/ 4392 h 1591"/>
                  <a:gd name="T28" fmla="*/ 296 w 551"/>
                  <a:gd name="T29" fmla="*/ 4584 h 1591"/>
                  <a:gd name="T30" fmla="*/ 390 w 551"/>
                  <a:gd name="T31" fmla="*/ 4539 h 1591"/>
                  <a:gd name="T32" fmla="*/ 426 w 551"/>
                  <a:gd name="T33" fmla="*/ 4499 h 1591"/>
                  <a:gd name="T34" fmla="*/ 418 w 551"/>
                  <a:gd name="T35" fmla="*/ 4288 h 1591"/>
                  <a:gd name="T36" fmla="*/ 349 w 551"/>
                  <a:gd name="T37" fmla="*/ 3880 h 1591"/>
                  <a:gd name="T38" fmla="*/ 580 w 551"/>
                  <a:gd name="T39" fmla="*/ 2379 h 1591"/>
                  <a:gd name="T40" fmla="*/ 780 w 551"/>
                  <a:gd name="T41" fmla="*/ 1854 h 1591"/>
                  <a:gd name="T42" fmla="*/ 773 w 551"/>
                  <a:gd name="T43" fmla="*/ 2740 h 1591"/>
                  <a:gd name="T44" fmla="*/ 678 w 551"/>
                  <a:gd name="T45" fmla="*/ 4144 h 1591"/>
                  <a:gd name="T46" fmla="*/ 881 w 551"/>
                  <a:gd name="T47" fmla="*/ 5739 h 1591"/>
                  <a:gd name="T48" fmla="*/ 942 w 551"/>
                  <a:gd name="T49" fmla="*/ 7239 h 1591"/>
                  <a:gd name="T50" fmla="*/ 1113 w 551"/>
                  <a:gd name="T51" fmla="*/ 8253 h 1591"/>
                  <a:gd name="T52" fmla="*/ 926 w 551"/>
                  <a:gd name="T53" fmla="*/ 8651 h 1591"/>
                  <a:gd name="T54" fmla="*/ 983 w 551"/>
                  <a:gd name="T55" fmla="*/ 8800 h 1591"/>
                  <a:gd name="T56" fmla="*/ 1259 w 551"/>
                  <a:gd name="T57" fmla="*/ 8822 h 1591"/>
                  <a:gd name="T58" fmla="*/ 1519 w 551"/>
                  <a:gd name="T59" fmla="*/ 8650 h 1591"/>
                  <a:gd name="T60" fmla="*/ 1528 w 551"/>
                  <a:gd name="T61" fmla="*/ 8354 h 1591"/>
                  <a:gd name="T62" fmla="*/ 1490 w 551"/>
                  <a:gd name="T63" fmla="*/ 8065 h 1591"/>
                  <a:gd name="T64" fmla="*/ 1503 w 551"/>
                  <a:gd name="T65" fmla="*/ 6425 h 1591"/>
                  <a:gd name="T66" fmla="*/ 1503 w 551"/>
                  <a:gd name="T67" fmla="*/ 5507 h 1591"/>
                  <a:gd name="T68" fmla="*/ 1503 w 551"/>
                  <a:gd name="T69" fmla="*/ 4176 h 1591"/>
                  <a:gd name="T70" fmla="*/ 1553 w 551"/>
                  <a:gd name="T71" fmla="*/ 4181 h 1591"/>
                  <a:gd name="T72" fmla="*/ 1620 w 551"/>
                  <a:gd name="T73" fmla="*/ 4172 h 1591"/>
                  <a:gd name="T74" fmla="*/ 1613 w 551"/>
                  <a:gd name="T75" fmla="*/ 4750 h 1591"/>
                  <a:gd name="T76" fmla="*/ 1626 w 551"/>
                  <a:gd name="T77" fmla="*/ 5982 h 1591"/>
                  <a:gd name="T78" fmla="*/ 1686 w 551"/>
                  <a:gd name="T79" fmla="*/ 7719 h 1591"/>
                  <a:gd name="T80" fmla="*/ 1608 w 551"/>
                  <a:gd name="T81" fmla="*/ 8240 h 1591"/>
                  <a:gd name="T82" fmla="*/ 1576 w 551"/>
                  <a:gd name="T83" fmla="*/ 8513 h 1591"/>
                  <a:gd name="T84" fmla="*/ 1654 w 551"/>
                  <a:gd name="T85" fmla="*/ 8809 h 1591"/>
                  <a:gd name="T86" fmla="*/ 1998 w 551"/>
                  <a:gd name="T87" fmla="*/ 8825 h 1591"/>
                  <a:gd name="T88" fmla="*/ 2185 w 551"/>
                  <a:gd name="T89" fmla="*/ 8731 h 1591"/>
                  <a:gd name="T90" fmla="*/ 2031 w 551"/>
                  <a:gd name="T91" fmla="*/ 8432 h 1591"/>
                  <a:gd name="T92" fmla="*/ 2019 w 551"/>
                  <a:gd name="T93" fmla="*/ 7946 h 1591"/>
                  <a:gd name="T94" fmla="*/ 2218 w 551"/>
                  <a:gd name="T95" fmla="*/ 6165 h 1591"/>
                  <a:gd name="T96" fmla="*/ 2371 w 551"/>
                  <a:gd name="T97" fmla="*/ 4917 h 1591"/>
                  <a:gd name="T98" fmla="*/ 2421 w 551"/>
                  <a:gd name="T99" fmla="*/ 3396 h 1591"/>
                  <a:gd name="T100" fmla="*/ 2315 w 551"/>
                  <a:gd name="T101" fmla="*/ 2372 h 1591"/>
                  <a:gd name="T102" fmla="*/ 2416 w 551"/>
                  <a:gd name="T103" fmla="*/ 1854 h 1591"/>
                  <a:gd name="T104" fmla="*/ 2660 w 551"/>
                  <a:gd name="T105" fmla="*/ 3070 h 1591"/>
                  <a:gd name="T106" fmla="*/ 2733 w 551"/>
                  <a:gd name="T107" fmla="*/ 4025 h 1591"/>
                  <a:gd name="T108" fmla="*/ 2704 w 551"/>
                  <a:gd name="T109" fmla="*/ 4454 h 1591"/>
                  <a:gd name="T110" fmla="*/ 2681 w 551"/>
                  <a:gd name="T111" fmla="*/ 4527 h 1591"/>
                  <a:gd name="T112" fmla="*/ 2685 w 551"/>
                  <a:gd name="T113" fmla="*/ 4621 h 1591"/>
                  <a:gd name="T114" fmla="*/ 2973 w 551"/>
                  <a:gd name="T115" fmla="*/ 4499 h 1591"/>
                  <a:gd name="T116" fmla="*/ 3075 w 551"/>
                  <a:gd name="T117" fmla="*/ 4316 h 1591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0" t="0" r="r" b="b"/>
                <a:pathLst>
                  <a:path w="551" h="1591">
                    <a:moveTo>
                      <a:pt x="549" y="762"/>
                    </a:moveTo>
                    <a:cubicBezTo>
                      <a:pt x="547" y="758"/>
                      <a:pt x="543" y="730"/>
                      <a:pt x="538" y="714"/>
                    </a:cubicBezTo>
                    <a:cubicBezTo>
                      <a:pt x="535" y="701"/>
                      <a:pt x="531" y="644"/>
                      <a:pt x="533" y="617"/>
                    </a:cubicBezTo>
                    <a:cubicBezTo>
                      <a:pt x="535" y="597"/>
                      <a:pt x="530" y="565"/>
                      <a:pt x="530" y="551"/>
                    </a:cubicBezTo>
                    <a:cubicBezTo>
                      <a:pt x="531" y="473"/>
                      <a:pt x="521" y="433"/>
                      <a:pt x="518" y="418"/>
                    </a:cubicBezTo>
                    <a:cubicBezTo>
                      <a:pt x="514" y="404"/>
                      <a:pt x="512" y="385"/>
                      <a:pt x="505" y="354"/>
                    </a:cubicBezTo>
                    <a:cubicBezTo>
                      <a:pt x="476" y="219"/>
                      <a:pt x="462" y="145"/>
                      <a:pt x="454" y="124"/>
                    </a:cubicBezTo>
                    <a:cubicBezTo>
                      <a:pt x="448" y="110"/>
                      <a:pt x="435" y="87"/>
                      <a:pt x="404" y="82"/>
                    </a:cubicBezTo>
                    <a:cubicBezTo>
                      <a:pt x="392" y="80"/>
                      <a:pt x="382" y="79"/>
                      <a:pt x="373" y="76"/>
                    </a:cubicBezTo>
                    <a:cubicBezTo>
                      <a:pt x="352" y="68"/>
                      <a:pt x="324" y="56"/>
                      <a:pt x="329" y="4"/>
                    </a:cubicBezTo>
                    <a:cubicBezTo>
                      <a:pt x="327" y="6"/>
                      <a:pt x="328" y="5"/>
                      <a:pt x="325" y="7"/>
                    </a:cubicBezTo>
                    <a:cubicBezTo>
                      <a:pt x="314" y="17"/>
                      <a:pt x="300" y="27"/>
                      <a:pt x="288" y="29"/>
                    </a:cubicBezTo>
                    <a:cubicBezTo>
                      <a:pt x="284" y="30"/>
                      <a:pt x="279" y="29"/>
                      <a:pt x="276" y="29"/>
                    </a:cubicBezTo>
                    <a:cubicBezTo>
                      <a:pt x="277" y="30"/>
                      <a:pt x="277" y="30"/>
                      <a:pt x="277" y="30"/>
                    </a:cubicBezTo>
                    <a:cubicBezTo>
                      <a:pt x="277" y="30"/>
                      <a:pt x="266" y="29"/>
                      <a:pt x="262" y="29"/>
                    </a:cubicBezTo>
                    <a:cubicBezTo>
                      <a:pt x="250" y="27"/>
                      <a:pt x="237" y="17"/>
                      <a:pt x="226" y="7"/>
                    </a:cubicBezTo>
                    <a:cubicBezTo>
                      <a:pt x="223" y="5"/>
                      <a:pt x="221" y="3"/>
                      <a:pt x="219" y="0"/>
                    </a:cubicBezTo>
                    <a:cubicBezTo>
                      <a:pt x="237" y="59"/>
                      <a:pt x="198" y="75"/>
                      <a:pt x="178" y="81"/>
                    </a:cubicBezTo>
                    <a:cubicBezTo>
                      <a:pt x="168" y="83"/>
                      <a:pt x="127" y="84"/>
                      <a:pt x="106" y="112"/>
                    </a:cubicBezTo>
                    <a:cubicBezTo>
                      <a:pt x="97" y="124"/>
                      <a:pt x="84" y="169"/>
                      <a:pt x="80" y="191"/>
                    </a:cubicBezTo>
                    <a:cubicBezTo>
                      <a:pt x="76" y="214"/>
                      <a:pt x="55" y="305"/>
                      <a:pt x="48" y="338"/>
                    </a:cubicBezTo>
                    <a:cubicBezTo>
                      <a:pt x="42" y="369"/>
                      <a:pt x="37" y="404"/>
                      <a:pt x="34" y="418"/>
                    </a:cubicBezTo>
                    <a:cubicBezTo>
                      <a:pt x="30" y="433"/>
                      <a:pt x="17" y="473"/>
                      <a:pt x="17" y="551"/>
                    </a:cubicBezTo>
                    <a:cubicBezTo>
                      <a:pt x="18" y="564"/>
                      <a:pt x="17" y="597"/>
                      <a:pt x="18" y="617"/>
                    </a:cubicBezTo>
                    <a:cubicBezTo>
                      <a:pt x="21" y="644"/>
                      <a:pt x="17" y="701"/>
                      <a:pt x="13" y="714"/>
                    </a:cubicBezTo>
                    <a:cubicBezTo>
                      <a:pt x="8" y="730"/>
                      <a:pt x="4" y="758"/>
                      <a:pt x="2" y="762"/>
                    </a:cubicBezTo>
                    <a:cubicBezTo>
                      <a:pt x="0" y="766"/>
                      <a:pt x="4" y="771"/>
                      <a:pt x="7" y="775"/>
                    </a:cubicBezTo>
                    <a:cubicBezTo>
                      <a:pt x="9" y="779"/>
                      <a:pt x="8" y="783"/>
                      <a:pt x="11" y="789"/>
                    </a:cubicBezTo>
                    <a:cubicBezTo>
                      <a:pt x="13" y="794"/>
                      <a:pt x="21" y="803"/>
                      <a:pt x="24" y="808"/>
                    </a:cubicBezTo>
                    <a:cubicBezTo>
                      <a:pt x="28" y="814"/>
                      <a:pt x="41" y="820"/>
                      <a:pt x="52" y="823"/>
                    </a:cubicBezTo>
                    <a:cubicBezTo>
                      <a:pt x="60" y="826"/>
                      <a:pt x="74" y="833"/>
                      <a:pt x="75" y="830"/>
                    </a:cubicBezTo>
                    <a:cubicBezTo>
                      <a:pt x="78" y="823"/>
                      <a:pt x="75" y="818"/>
                      <a:pt x="69" y="815"/>
                    </a:cubicBezTo>
                    <a:cubicBezTo>
                      <a:pt x="66" y="813"/>
                      <a:pt x="74" y="820"/>
                      <a:pt x="76" y="813"/>
                    </a:cubicBezTo>
                    <a:cubicBezTo>
                      <a:pt x="77" y="812"/>
                      <a:pt x="77" y="811"/>
                      <a:pt x="75" y="808"/>
                    </a:cubicBezTo>
                    <a:cubicBezTo>
                      <a:pt x="76" y="804"/>
                      <a:pt x="75" y="804"/>
                      <a:pt x="73" y="800"/>
                    </a:cubicBezTo>
                    <a:cubicBezTo>
                      <a:pt x="78" y="799"/>
                      <a:pt x="76" y="779"/>
                      <a:pt x="74" y="770"/>
                    </a:cubicBezTo>
                    <a:cubicBezTo>
                      <a:pt x="75" y="762"/>
                      <a:pt x="75" y="738"/>
                      <a:pt x="69" y="722"/>
                    </a:cubicBezTo>
                    <a:cubicBezTo>
                      <a:pt x="65" y="712"/>
                      <a:pt x="62" y="704"/>
                      <a:pt x="62" y="697"/>
                    </a:cubicBezTo>
                    <a:cubicBezTo>
                      <a:pt x="59" y="683"/>
                      <a:pt x="72" y="579"/>
                      <a:pt x="82" y="550"/>
                    </a:cubicBezTo>
                    <a:cubicBezTo>
                      <a:pt x="102" y="489"/>
                      <a:pt x="101" y="438"/>
                      <a:pt x="103" y="427"/>
                    </a:cubicBezTo>
                    <a:cubicBezTo>
                      <a:pt x="105" y="416"/>
                      <a:pt x="136" y="268"/>
                      <a:pt x="141" y="243"/>
                    </a:cubicBezTo>
                    <a:cubicBezTo>
                      <a:pt x="138" y="333"/>
                      <a:pt x="138" y="333"/>
                      <a:pt x="138" y="333"/>
                    </a:cubicBezTo>
                    <a:cubicBezTo>
                      <a:pt x="140" y="364"/>
                      <a:pt x="139" y="404"/>
                      <a:pt x="140" y="420"/>
                    </a:cubicBezTo>
                    <a:cubicBezTo>
                      <a:pt x="141" y="442"/>
                      <a:pt x="135" y="454"/>
                      <a:pt x="137" y="492"/>
                    </a:cubicBezTo>
                    <a:cubicBezTo>
                      <a:pt x="138" y="513"/>
                      <a:pt x="135" y="558"/>
                      <a:pt x="126" y="607"/>
                    </a:cubicBezTo>
                    <a:cubicBezTo>
                      <a:pt x="117" y="645"/>
                      <a:pt x="122" y="672"/>
                      <a:pt x="120" y="744"/>
                    </a:cubicBezTo>
                    <a:cubicBezTo>
                      <a:pt x="120" y="794"/>
                      <a:pt x="122" y="825"/>
                      <a:pt x="128" y="884"/>
                    </a:cubicBezTo>
                    <a:cubicBezTo>
                      <a:pt x="134" y="934"/>
                      <a:pt x="149" y="995"/>
                      <a:pt x="156" y="1031"/>
                    </a:cubicBezTo>
                    <a:cubicBezTo>
                      <a:pt x="163" y="1067"/>
                      <a:pt x="157" y="1084"/>
                      <a:pt x="159" y="1107"/>
                    </a:cubicBezTo>
                    <a:cubicBezTo>
                      <a:pt x="160" y="1131"/>
                      <a:pt x="148" y="1219"/>
                      <a:pt x="167" y="1300"/>
                    </a:cubicBezTo>
                    <a:cubicBezTo>
                      <a:pt x="182" y="1365"/>
                      <a:pt x="189" y="1411"/>
                      <a:pt x="193" y="1427"/>
                    </a:cubicBezTo>
                    <a:cubicBezTo>
                      <a:pt x="201" y="1461"/>
                      <a:pt x="194" y="1465"/>
                      <a:pt x="197" y="1482"/>
                    </a:cubicBezTo>
                    <a:cubicBezTo>
                      <a:pt x="201" y="1500"/>
                      <a:pt x="201" y="1498"/>
                      <a:pt x="192" y="1514"/>
                    </a:cubicBezTo>
                    <a:cubicBezTo>
                      <a:pt x="183" y="1525"/>
                      <a:pt x="169" y="1549"/>
                      <a:pt x="164" y="1554"/>
                    </a:cubicBezTo>
                    <a:cubicBezTo>
                      <a:pt x="159" y="1559"/>
                      <a:pt x="162" y="1565"/>
                      <a:pt x="164" y="1568"/>
                    </a:cubicBezTo>
                    <a:cubicBezTo>
                      <a:pt x="161" y="1576"/>
                      <a:pt x="171" y="1580"/>
                      <a:pt x="174" y="1580"/>
                    </a:cubicBezTo>
                    <a:cubicBezTo>
                      <a:pt x="173" y="1590"/>
                      <a:pt x="192" y="1589"/>
                      <a:pt x="197" y="1585"/>
                    </a:cubicBezTo>
                    <a:cubicBezTo>
                      <a:pt x="202" y="1590"/>
                      <a:pt x="217" y="1590"/>
                      <a:pt x="223" y="1584"/>
                    </a:cubicBezTo>
                    <a:cubicBezTo>
                      <a:pt x="232" y="1591"/>
                      <a:pt x="248" y="1591"/>
                      <a:pt x="258" y="1582"/>
                    </a:cubicBezTo>
                    <a:cubicBezTo>
                      <a:pt x="269" y="1572"/>
                      <a:pt x="270" y="1563"/>
                      <a:pt x="269" y="1553"/>
                    </a:cubicBezTo>
                    <a:cubicBezTo>
                      <a:pt x="267" y="1544"/>
                      <a:pt x="270" y="1541"/>
                      <a:pt x="272" y="1529"/>
                    </a:cubicBezTo>
                    <a:cubicBezTo>
                      <a:pt x="274" y="1518"/>
                      <a:pt x="276" y="1509"/>
                      <a:pt x="271" y="1500"/>
                    </a:cubicBezTo>
                    <a:cubicBezTo>
                      <a:pt x="267" y="1492"/>
                      <a:pt x="266" y="1488"/>
                      <a:pt x="266" y="1480"/>
                    </a:cubicBezTo>
                    <a:cubicBezTo>
                      <a:pt x="266" y="1471"/>
                      <a:pt x="270" y="1459"/>
                      <a:pt x="264" y="1448"/>
                    </a:cubicBezTo>
                    <a:cubicBezTo>
                      <a:pt x="258" y="1438"/>
                      <a:pt x="251" y="1413"/>
                      <a:pt x="253" y="1386"/>
                    </a:cubicBezTo>
                    <a:cubicBezTo>
                      <a:pt x="254" y="1359"/>
                      <a:pt x="276" y="1206"/>
                      <a:pt x="266" y="1154"/>
                    </a:cubicBezTo>
                    <a:cubicBezTo>
                      <a:pt x="257" y="1102"/>
                      <a:pt x="261" y="1091"/>
                      <a:pt x="263" y="1074"/>
                    </a:cubicBezTo>
                    <a:cubicBezTo>
                      <a:pt x="265" y="1056"/>
                      <a:pt x="271" y="1027"/>
                      <a:pt x="266" y="989"/>
                    </a:cubicBezTo>
                    <a:cubicBezTo>
                      <a:pt x="264" y="975"/>
                      <a:pt x="264" y="914"/>
                      <a:pt x="265" y="853"/>
                    </a:cubicBezTo>
                    <a:cubicBezTo>
                      <a:pt x="265" y="813"/>
                      <a:pt x="266" y="763"/>
                      <a:pt x="266" y="750"/>
                    </a:cubicBezTo>
                    <a:cubicBezTo>
                      <a:pt x="266" y="750"/>
                      <a:pt x="266" y="750"/>
                      <a:pt x="266" y="750"/>
                    </a:cubicBezTo>
                    <a:cubicBezTo>
                      <a:pt x="269" y="751"/>
                      <a:pt x="272" y="751"/>
                      <a:pt x="275" y="751"/>
                    </a:cubicBezTo>
                    <a:cubicBezTo>
                      <a:pt x="275" y="751"/>
                      <a:pt x="275" y="751"/>
                      <a:pt x="275" y="751"/>
                    </a:cubicBezTo>
                    <a:cubicBezTo>
                      <a:pt x="279" y="751"/>
                      <a:pt x="283" y="750"/>
                      <a:pt x="287" y="749"/>
                    </a:cubicBezTo>
                    <a:cubicBezTo>
                      <a:pt x="286" y="750"/>
                      <a:pt x="286" y="750"/>
                      <a:pt x="286" y="750"/>
                    </a:cubicBezTo>
                    <a:cubicBezTo>
                      <a:pt x="284" y="759"/>
                      <a:pt x="286" y="813"/>
                      <a:pt x="286" y="853"/>
                    </a:cubicBezTo>
                    <a:cubicBezTo>
                      <a:pt x="287" y="914"/>
                      <a:pt x="288" y="975"/>
                      <a:pt x="286" y="989"/>
                    </a:cubicBezTo>
                    <a:cubicBezTo>
                      <a:pt x="280" y="1027"/>
                      <a:pt x="286" y="1056"/>
                      <a:pt x="288" y="1074"/>
                    </a:cubicBezTo>
                    <a:cubicBezTo>
                      <a:pt x="291" y="1091"/>
                      <a:pt x="294" y="1102"/>
                      <a:pt x="285" y="1154"/>
                    </a:cubicBezTo>
                    <a:cubicBezTo>
                      <a:pt x="276" y="1206"/>
                      <a:pt x="298" y="1359"/>
                      <a:pt x="299" y="1386"/>
                    </a:cubicBezTo>
                    <a:cubicBezTo>
                      <a:pt x="300" y="1413"/>
                      <a:pt x="293" y="1438"/>
                      <a:pt x="287" y="1448"/>
                    </a:cubicBezTo>
                    <a:cubicBezTo>
                      <a:pt x="282" y="1459"/>
                      <a:pt x="285" y="1471"/>
                      <a:pt x="285" y="1480"/>
                    </a:cubicBezTo>
                    <a:cubicBezTo>
                      <a:pt x="285" y="1488"/>
                      <a:pt x="285" y="1492"/>
                      <a:pt x="280" y="1500"/>
                    </a:cubicBezTo>
                    <a:cubicBezTo>
                      <a:pt x="275" y="1509"/>
                      <a:pt x="277" y="1518"/>
                      <a:pt x="279" y="1529"/>
                    </a:cubicBezTo>
                    <a:cubicBezTo>
                      <a:pt x="282" y="1541"/>
                      <a:pt x="284" y="1544"/>
                      <a:pt x="283" y="1553"/>
                    </a:cubicBezTo>
                    <a:cubicBezTo>
                      <a:pt x="282" y="1563"/>
                      <a:pt x="283" y="1572"/>
                      <a:pt x="293" y="1582"/>
                    </a:cubicBezTo>
                    <a:cubicBezTo>
                      <a:pt x="303" y="1591"/>
                      <a:pt x="320" y="1591"/>
                      <a:pt x="329" y="1584"/>
                    </a:cubicBezTo>
                    <a:cubicBezTo>
                      <a:pt x="334" y="1590"/>
                      <a:pt x="349" y="1590"/>
                      <a:pt x="354" y="1585"/>
                    </a:cubicBezTo>
                    <a:cubicBezTo>
                      <a:pt x="359" y="1589"/>
                      <a:pt x="378" y="1590"/>
                      <a:pt x="377" y="1580"/>
                    </a:cubicBezTo>
                    <a:cubicBezTo>
                      <a:pt x="381" y="1580"/>
                      <a:pt x="391" y="1576"/>
                      <a:pt x="387" y="1568"/>
                    </a:cubicBezTo>
                    <a:cubicBezTo>
                      <a:pt x="390" y="1565"/>
                      <a:pt x="392" y="1559"/>
                      <a:pt x="387" y="1554"/>
                    </a:cubicBezTo>
                    <a:cubicBezTo>
                      <a:pt x="383" y="1549"/>
                      <a:pt x="368" y="1525"/>
                      <a:pt x="360" y="1514"/>
                    </a:cubicBezTo>
                    <a:cubicBezTo>
                      <a:pt x="350" y="1498"/>
                      <a:pt x="350" y="1500"/>
                      <a:pt x="354" y="1482"/>
                    </a:cubicBezTo>
                    <a:cubicBezTo>
                      <a:pt x="357" y="1465"/>
                      <a:pt x="350" y="1461"/>
                      <a:pt x="358" y="1427"/>
                    </a:cubicBezTo>
                    <a:cubicBezTo>
                      <a:pt x="362" y="1411"/>
                      <a:pt x="370" y="1372"/>
                      <a:pt x="383" y="1305"/>
                    </a:cubicBezTo>
                    <a:cubicBezTo>
                      <a:pt x="397" y="1239"/>
                      <a:pt x="391" y="1131"/>
                      <a:pt x="393" y="1107"/>
                    </a:cubicBezTo>
                    <a:cubicBezTo>
                      <a:pt x="394" y="1084"/>
                      <a:pt x="387" y="1069"/>
                      <a:pt x="394" y="1033"/>
                    </a:cubicBezTo>
                    <a:cubicBezTo>
                      <a:pt x="401" y="997"/>
                      <a:pt x="412" y="933"/>
                      <a:pt x="420" y="883"/>
                    </a:cubicBezTo>
                    <a:cubicBezTo>
                      <a:pt x="430" y="811"/>
                      <a:pt x="429" y="790"/>
                      <a:pt x="432" y="752"/>
                    </a:cubicBezTo>
                    <a:cubicBezTo>
                      <a:pt x="438" y="676"/>
                      <a:pt x="434" y="651"/>
                      <a:pt x="429" y="610"/>
                    </a:cubicBezTo>
                    <a:cubicBezTo>
                      <a:pt x="420" y="561"/>
                      <a:pt x="419" y="514"/>
                      <a:pt x="419" y="493"/>
                    </a:cubicBezTo>
                    <a:cubicBezTo>
                      <a:pt x="419" y="467"/>
                      <a:pt x="409" y="448"/>
                      <a:pt x="410" y="426"/>
                    </a:cubicBezTo>
                    <a:cubicBezTo>
                      <a:pt x="411" y="410"/>
                      <a:pt x="410" y="267"/>
                      <a:pt x="404" y="226"/>
                    </a:cubicBezTo>
                    <a:cubicBezTo>
                      <a:pt x="428" y="333"/>
                      <a:pt x="428" y="333"/>
                      <a:pt x="428" y="333"/>
                    </a:cubicBezTo>
                    <a:cubicBezTo>
                      <a:pt x="433" y="358"/>
                      <a:pt x="446" y="416"/>
                      <a:pt x="448" y="427"/>
                    </a:cubicBezTo>
                    <a:cubicBezTo>
                      <a:pt x="451" y="438"/>
                      <a:pt x="452" y="490"/>
                      <a:pt x="471" y="551"/>
                    </a:cubicBezTo>
                    <a:cubicBezTo>
                      <a:pt x="482" y="580"/>
                      <a:pt x="492" y="683"/>
                      <a:pt x="489" y="697"/>
                    </a:cubicBezTo>
                    <a:cubicBezTo>
                      <a:pt x="490" y="704"/>
                      <a:pt x="488" y="713"/>
                      <a:pt x="484" y="723"/>
                    </a:cubicBezTo>
                    <a:cubicBezTo>
                      <a:pt x="478" y="739"/>
                      <a:pt x="477" y="762"/>
                      <a:pt x="477" y="770"/>
                    </a:cubicBezTo>
                    <a:cubicBezTo>
                      <a:pt x="475" y="779"/>
                      <a:pt x="470" y="797"/>
                      <a:pt x="479" y="800"/>
                    </a:cubicBezTo>
                    <a:cubicBezTo>
                      <a:pt x="476" y="804"/>
                      <a:pt x="475" y="804"/>
                      <a:pt x="476" y="808"/>
                    </a:cubicBezTo>
                    <a:cubicBezTo>
                      <a:pt x="474" y="811"/>
                      <a:pt x="474" y="812"/>
                      <a:pt x="475" y="813"/>
                    </a:cubicBezTo>
                    <a:cubicBezTo>
                      <a:pt x="477" y="820"/>
                      <a:pt x="487" y="812"/>
                      <a:pt x="483" y="814"/>
                    </a:cubicBezTo>
                    <a:cubicBezTo>
                      <a:pt x="478" y="817"/>
                      <a:pt x="473" y="823"/>
                      <a:pt x="476" y="830"/>
                    </a:cubicBezTo>
                    <a:cubicBezTo>
                      <a:pt x="477" y="833"/>
                      <a:pt x="491" y="826"/>
                      <a:pt x="499" y="823"/>
                    </a:cubicBezTo>
                    <a:cubicBezTo>
                      <a:pt x="510" y="820"/>
                      <a:pt x="524" y="814"/>
                      <a:pt x="527" y="808"/>
                    </a:cubicBezTo>
                    <a:cubicBezTo>
                      <a:pt x="531" y="803"/>
                      <a:pt x="538" y="794"/>
                      <a:pt x="540" y="789"/>
                    </a:cubicBezTo>
                    <a:cubicBezTo>
                      <a:pt x="543" y="783"/>
                      <a:pt x="542" y="779"/>
                      <a:pt x="545" y="775"/>
                    </a:cubicBezTo>
                    <a:cubicBezTo>
                      <a:pt x="547" y="771"/>
                      <a:pt x="551" y="766"/>
                      <a:pt x="549" y="762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390" name="Freeform 257">
                <a:extLst>
                  <a:ext uri="{FF2B5EF4-FFF2-40B4-BE49-F238E27FC236}">
                    <a16:creationId xmlns:a16="http://schemas.microsoft.com/office/drawing/2014/main" id="{4088C002-D6EC-4FA9-8BB5-598BC7EE23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8" y="1259"/>
                <a:ext cx="35" cy="101"/>
              </a:xfrm>
              <a:custGeom>
                <a:avLst/>
                <a:gdLst>
                  <a:gd name="T0" fmla="*/ 44 w 20"/>
                  <a:gd name="T1" fmla="*/ 0 h 57"/>
                  <a:gd name="T2" fmla="*/ 44 w 20"/>
                  <a:gd name="T3" fmla="*/ 44 h 57"/>
                  <a:gd name="T4" fmla="*/ 56 w 20"/>
                  <a:gd name="T5" fmla="*/ 135 h 57"/>
                  <a:gd name="T6" fmla="*/ 77 w 20"/>
                  <a:gd name="T7" fmla="*/ 229 h 57"/>
                  <a:gd name="T8" fmla="*/ 107 w 20"/>
                  <a:gd name="T9" fmla="*/ 317 h 57"/>
                  <a:gd name="T10" fmla="*/ 21 w 20"/>
                  <a:gd name="T11" fmla="*/ 135 h 57"/>
                  <a:gd name="T12" fmla="*/ 0 w 20"/>
                  <a:gd name="T13" fmla="*/ 50 h 5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" h="57">
                    <a:moveTo>
                      <a:pt x="8" y="0"/>
                    </a:moveTo>
                    <a:cubicBezTo>
                      <a:pt x="8" y="3"/>
                      <a:pt x="8" y="6"/>
                      <a:pt x="8" y="8"/>
                    </a:cubicBezTo>
                    <a:cubicBezTo>
                      <a:pt x="8" y="13"/>
                      <a:pt x="9" y="18"/>
                      <a:pt x="10" y="24"/>
                    </a:cubicBezTo>
                    <a:cubicBezTo>
                      <a:pt x="11" y="30"/>
                      <a:pt x="12" y="36"/>
                      <a:pt x="14" y="41"/>
                    </a:cubicBezTo>
                    <a:cubicBezTo>
                      <a:pt x="16" y="47"/>
                      <a:pt x="19" y="52"/>
                      <a:pt x="20" y="57"/>
                    </a:cubicBezTo>
                    <a:cubicBezTo>
                      <a:pt x="10" y="52"/>
                      <a:pt x="6" y="34"/>
                      <a:pt x="4" y="24"/>
                    </a:cubicBezTo>
                    <a:cubicBezTo>
                      <a:pt x="4" y="21"/>
                      <a:pt x="3" y="13"/>
                      <a:pt x="0" y="9"/>
                    </a:cubicBezTo>
                  </a:path>
                </a:pathLst>
              </a:custGeom>
              <a:solidFill>
                <a:srgbClr val="6B2D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391" name="Freeform 258">
                <a:extLst>
                  <a:ext uri="{FF2B5EF4-FFF2-40B4-BE49-F238E27FC236}">
                    <a16:creationId xmlns:a16="http://schemas.microsoft.com/office/drawing/2014/main" id="{BAB283FA-4378-40A9-9111-6A53D88869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6" y="1377"/>
                <a:ext cx="171" cy="16"/>
              </a:xfrm>
              <a:custGeom>
                <a:avLst/>
                <a:gdLst>
                  <a:gd name="T0" fmla="*/ 7 w 96"/>
                  <a:gd name="T1" fmla="*/ 37 h 9"/>
                  <a:gd name="T2" fmla="*/ 267 w 96"/>
                  <a:gd name="T3" fmla="*/ 36 h 9"/>
                  <a:gd name="T4" fmla="*/ 543 w 96"/>
                  <a:gd name="T5" fmla="*/ 16 h 9"/>
                  <a:gd name="T6" fmla="*/ 479 w 96"/>
                  <a:gd name="T7" fmla="*/ 7 h 9"/>
                  <a:gd name="T8" fmla="*/ 340 w 96"/>
                  <a:gd name="T9" fmla="*/ 12 h 9"/>
                  <a:gd name="T10" fmla="*/ 146 w 96"/>
                  <a:gd name="T11" fmla="*/ 0 h 9"/>
                  <a:gd name="T12" fmla="*/ 0 w 96"/>
                  <a:gd name="T13" fmla="*/ 50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6" h="9">
                    <a:moveTo>
                      <a:pt x="1" y="7"/>
                    </a:moveTo>
                    <a:cubicBezTo>
                      <a:pt x="16" y="2"/>
                      <a:pt x="32" y="4"/>
                      <a:pt x="47" y="6"/>
                    </a:cubicBezTo>
                    <a:cubicBezTo>
                      <a:pt x="63" y="8"/>
                      <a:pt x="79" y="4"/>
                      <a:pt x="96" y="3"/>
                    </a:cubicBezTo>
                    <a:cubicBezTo>
                      <a:pt x="93" y="1"/>
                      <a:pt x="89" y="1"/>
                      <a:pt x="85" y="1"/>
                    </a:cubicBezTo>
                    <a:cubicBezTo>
                      <a:pt x="76" y="1"/>
                      <a:pt x="68" y="1"/>
                      <a:pt x="60" y="2"/>
                    </a:cubicBezTo>
                    <a:cubicBezTo>
                      <a:pt x="47" y="2"/>
                      <a:pt x="38" y="0"/>
                      <a:pt x="26" y="0"/>
                    </a:cubicBezTo>
                    <a:cubicBezTo>
                      <a:pt x="19" y="0"/>
                      <a:pt x="2" y="2"/>
                      <a:pt x="0" y="9"/>
                    </a:cubicBezTo>
                  </a:path>
                </a:pathLst>
              </a:custGeom>
              <a:solidFill>
                <a:srgbClr val="6B2D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392" name="Freeform 259">
                <a:extLst>
                  <a:ext uri="{FF2B5EF4-FFF2-40B4-BE49-F238E27FC236}">
                    <a16:creationId xmlns:a16="http://schemas.microsoft.com/office/drawing/2014/main" id="{CC9B2315-A7F5-4192-857D-9683D7C7CC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2" y="1400"/>
                <a:ext cx="34" cy="41"/>
              </a:xfrm>
              <a:custGeom>
                <a:avLst/>
                <a:gdLst>
                  <a:gd name="T0" fmla="*/ 0 w 19"/>
                  <a:gd name="T1" fmla="*/ 0 h 23"/>
                  <a:gd name="T2" fmla="*/ 45 w 19"/>
                  <a:gd name="T3" fmla="*/ 109 h 23"/>
                  <a:gd name="T4" fmla="*/ 109 w 19"/>
                  <a:gd name="T5" fmla="*/ 52 h 23"/>
                  <a:gd name="T6" fmla="*/ 81 w 19"/>
                  <a:gd name="T7" fmla="*/ 66 h 23"/>
                  <a:gd name="T8" fmla="*/ 16 w 19"/>
                  <a:gd name="T9" fmla="*/ 7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23">
                    <a:moveTo>
                      <a:pt x="0" y="0"/>
                    </a:moveTo>
                    <a:cubicBezTo>
                      <a:pt x="1" y="5"/>
                      <a:pt x="4" y="15"/>
                      <a:pt x="8" y="19"/>
                    </a:cubicBezTo>
                    <a:cubicBezTo>
                      <a:pt x="12" y="23"/>
                      <a:pt x="19" y="15"/>
                      <a:pt x="19" y="9"/>
                    </a:cubicBezTo>
                    <a:cubicBezTo>
                      <a:pt x="18" y="11"/>
                      <a:pt x="16" y="12"/>
                      <a:pt x="14" y="12"/>
                    </a:cubicBezTo>
                    <a:cubicBezTo>
                      <a:pt x="10" y="12"/>
                      <a:pt x="2" y="4"/>
                      <a:pt x="3" y="1"/>
                    </a:cubicBezTo>
                  </a:path>
                </a:pathLst>
              </a:custGeom>
              <a:solidFill>
                <a:srgbClr val="6B2D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393" name="Freeform 260">
                <a:extLst>
                  <a:ext uri="{FF2B5EF4-FFF2-40B4-BE49-F238E27FC236}">
                    <a16:creationId xmlns:a16="http://schemas.microsoft.com/office/drawing/2014/main" id="{F223175B-AEED-4408-92A7-A4816E8CFE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9" y="2120"/>
                <a:ext cx="18" cy="19"/>
              </a:xfrm>
              <a:custGeom>
                <a:avLst/>
                <a:gdLst>
                  <a:gd name="T0" fmla="*/ 0 w 10"/>
                  <a:gd name="T1" fmla="*/ 36 h 11"/>
                  <a:gd name="T2" fmla="*/ 58 w 10"/>
                  <a:gd name="T3" fmla="*/ 41 h 11"/>
                  <a:gd name="T4" fmla="*/ 45 w 10"/>
                  <a:gd name="T5" fmla="*/ 9 h 11"/>
                  <a:gd name="T6" fmla="*/ 13 w 10"/>
                  <a:gd name="T7" fmla="*/ 9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11">
                    <a:moveTo>
                      <a:pt x="0" y="7"/>
                    </a:moveTo>
                    <a:cubicBezTo>
                      <a:pt x="2" y="10"/>
                      <a:pt x="8" y="11"/>
                      <a:pt x="10" y="8"/>
                    </a:cubicBezTo>
                    <a:cubicBezTo>
                      <a:pt x="10" y="6"/>
                      <a:pt x="9" y="3"/>
                      <a:pt x="8" y="2"/>
                    </a:cubicBezTo>
                    <a:cubicBezTo>
                      <a:pt x="6" y="0"/>
                      <a:pt x="4" y="1"/>
                      <a:pt x="2" y="2"/>
                    </a:cubicBezTo>
                  </a:path>
                </a:pathLst>
              </a:custGeom>
              <a:solidFill>
                <a:srgbClr val="6B2D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394" name="Freeform 261">
                <a:extLst>
                  <a:ext uri="{FF2B5EF4-FFF2-40B4-BE49-F238E27FC236}">
                    <a16:creationId xmlns:a16="http://schemas.microsoft.com/office/drawing/2014/main" id="{6F4721E8-5F29-48BF-BBEB-60B997E3D7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5" y="2478"/>
                <a:ext cx="141" cy="60"/>
              </a:xfrm>
              <a:custGeom>
                <a:avLst/>
                <a:gdLst>
                  <a:gd name="T0" fmla="*/ 7 w 79"/>
                  <a:gd name="T1" fmla="*/ 86 h 34"/>
                  <a:gd name="T2" fmla="*/ 232 w 79"/>
                  <a:gd name="T3" fmla="*/ 180 h 34"/>
                  <a:gd name="T4" fmla="*/ 341 w 79"/>
                  <a:gd name="T5" fmla="*/ 150 h 34"/>
                  <a:gd name="T6" fmla="*/ 450 w 79"/>
                  <a:gd name="T7" fmla="*/ 0 h 34"/>
                  <a:gd name="T8" fmla="*/ 382 w 79"/>
                  <a:gd name="T9" fmla="*/ 56 h 34"/>
                  <a:gd name="T10" fmla="*/ 245 w 79"/>
                  <a:gd name="T11" fmla="*/ 109 h 34"/>
                  <a:gd name="T12" fmla="*/ 102 w 79"/>
                  <a:gd name="T13" fmla="*/ 72 h 34"/>
                  <a:gd name="T14" fmla="*/ 0 w 79"/>
                  <a:gd name="T15" fmla="*/ 44 h 3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9" h="34">
                    <a:moveTo>
                      <a:pt x="1" y="16"/>
                    </a:moveTo>
                    <a:cubicBezTo>
                      <a:pt x="14" y="25"/>
                      <a:pt x="24" y="34"/>
                      <a:pt x="41" y="33"/>
                    </a:cubicBezTo>
                    <a:cubicBezTo>
                      <a:pt x="48" y="33"/>
                      <a:pt x="55" y="31"/>
                      <a:pt x="60" y="27"/>
                    </a:cubicBezTo>
                    <a:cubicBezTo>
                      <a:pt x="67" y="21"/>
                      <a:pt x="78" y="9"/>
                      <a:pt x="79" y="0"/>
                    </a:cubicBezTo>
                    <a:cubicBezTo>
                      <a:pt x="75" y="1"/>
                      <a:pt x="71" y="7"/>
                      <a:pt x="67" y="10"/>
                    </a:cubicBezTo>
                    <a:cubicBezTo>
                      <a:pt x="60" y="17"/>
                      <a:pt x="52" y="19"/>
                      <a:pt x="43" y="20"/>
                    </a:cubicBezTo>
                    <a:cubicBezTo>
                      <a:pt x="33" y="20"/>
                      <a:pt x="27" y="16"/>
                      <a:pt x="18" y="13"/>
                    </a:cubicBezTo>
                    <a:cubicBezTo>
                      <a:pt x="13" y="12"/>
                      <a:pt x="2" y="14"/>
                      <a:pt x="0" y="8"/>
                    </a:cubicBezTo>
                  </a:path>
                </a:pathLst>
              </a:custGeom>
              <a:solidFill>
                <a:srgbClr val="6B2D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395" name="Freeform 262">
                <a:extLst>
                  <a:ext uri="{FF2B5EF4-FFF2-40B4-BE49-F238E27FC236}">
                    <a16:creationId xmlns:a16="http://schemas.microsoft.com/office/drawing/2014/main" id="{FCB51F67-AE59-4D21-8C37-B2E0E7DF8C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7" y="2524"/>
                <a:ext cx="53" cy="588"/>
              </a:xfrm>
              <a:custGeom>
                <a:avLst/>
                <a:gdLst>
                  <a:gd name="T0" fmla="*/ 0 w 30"/>
                  <a:gd name="T1" fmla="*/ 0 h 332"/>
                  <a:gd name="T2" fmla="*/ 154 w 30"/>
                  <a:gd name="T3" fmla="*/ 172 h 332"/>
                  <a:gd name="T4" fmla="*/ 122 w 30"/>
                  <a:gd name="T5" fmla="*/ 778 h 332"/>
                  <a:gd name="T6" fmla="*/ 127 w 30"/>
                  <a:gd name="T7" fmla="*/ 1378 h 332"/>
                  <a:gd name="T8" fmla="*/ 101 w 30"/>
                  <a:gd name="T9" fmla="*/ 1844 h 332"/>
                  <a:gd name="T10" fmla="*/ 72 w 30"/>
                  <a:gd name="T11" fmla="*/ 1362 h 332"/>
                  <a:gd name="T12" fmla="*/ 28 w 30"/>
                  <a:gd name="T13" fmla="*/ 460 h 332"/>
                  <a:gd name="T14" fmla="*/ 0 w 30"/>
                  <a:gd name="T15" fmla="*/ 0 h 33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0" h="332">
                    <a:moveTo>
                      <a:pt x="0" y="0"/>
                    </a:moveTo>
                    <a:cubicBezTo>
                      <a:pt x="13" y="10"/>
                      <a:pt x="28" y="9"/>
                      <a:pt x="28" y="31"/>
                    </a:cubicBezTo>
                    <a:cubicBezTo>
                      <a:pt x="28" y="53"/>
                      <a:pt x="21" y="96"/>
                      <a:pt x="22" y="140"/>
                    </a:cubicBezTo>
                    <a:cubicBezTo>
                      <a:pt x="23" y="185"/>
                      <a:pt x="22" y="228"/>
                      <a:pt x="23" y="248"/>
                    </a:cubicBezTo>
                    <a:cubicBezTo>
                      <a:pt x="24" y="268"/>
                      <a:pt x="30" y="291"/>
                      <a:pt x="18" y="332"/>
                    </a:cubicBezTo>
                    <a:cubicBezTo>
                      <a:pt x="22" y="316"/>
                      <a:pt x="22" y="274"/>
                      <a:pt x="13" y="245"/>
                    </a:cubicBezTo>
                    <a:cubicBezTo>
                      <a:pt x="4" y="216"/>
                      <a:pt x="2" y="113"/>
                      <a:pt x="5" y="83"/>
                    </a:cubicBezTo>
                    <a:cubicBezTo>
                      <a:pt x="8" y="54"/>
                      <a:pt x="11" y="12"/>
                      <a:pt x="0" y="0"/>
                    </a:cubicBezTo>
                  </a:path>
                </a:pathLst>
              </a:custGeom>
              <a:solidFill>
                <a:srgbClr val="6B2D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396" name="Freeform 263">
                <a:extLst>
                  <a:ext uri="{FF2B5EF4-FFF2-40B4-BE49-F238E27FC236}">
                    <a16:creationId xmlns:a16="http://schemas.microsoft.com/office/drawing/2014/main" id="{7E8B7D3C-C56E-45AF-84F9-FDA615AEB3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4" y="3243"/>
                <a:ext cx="41" cy="458"/>
              </a:xfrm>
              <a:custGeom>
                <a:avLst/>
                <a:gdLst>
                  <a:gd name="T0" fmla="*/ 93 w 23"/>
                  <a:gd name="T1" fmla="*/ 0 h 258"/>
                  <a:gd name="T2" fmla="*/ 86 w 23"/>
                  <a:gd name="T3" fmla="*/ 737 h 258"/>
                  <a:gd name="T4" fmla="*/ 21 w 23"/>
                  <a:gd name="T5" fmla="*/ 1443 h 258"/>
                  <a:gd name="T6" fmla="*/ 93 w 23"/>
                  <a:gd name="T7" fmla="*/ 0 h 25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" h="258">
                    <a:moveTo>
                      <a:pt x="16" y="0"/>
                    </a:moveTo>
                    <a:cubicBezTo>
                      <a:pt x="20" y="24"/>
                      <a:pt x="23" y="73"/>
                      <a:pt x="15" y="132"/>
                    </a:cubicBezTo>
                    <a:cubicBezTo>
                      <a:pt x="6" y="191"/>
                      <a:pt x="3" y="236"/>
                      <a:pt x="4" y="258"/>
                    </a:cubicBezTo>
                    <a:cubicBezTo>
                      <a:pt x="0" y="220"/>
                      <a:pt x="14" y="62"/>
                      <a:pt x="16" y="0"/>
                    </a:cubicBezTo>
                  </a:path>
                </a:pathLst>
              </a:custGeom>
              <a:solidFill>
                <a:srgbClr val="6B2D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397" name="Freeform 264">
                <a:extLst>
                  <a:ext uri="{FF2B5EF4-FFF2-40B4-BE49-F238E27FC236}">
                    <a16:creationId xmlns:a16="http://schemas.microsoft.com/office/drawing/2014/main" id="{5DB5ED33-D901-4039-B5E6-DC967E22D7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0" y="1392"/>
                <a:ext cx="126" cy="12"/>
              </a:xfrm>
              <a:custGeom>
                <a:avLst/>
                <a:gdLst>
                  <a:gd name="T0" fmla="*/ 174 w 71"/>
                  <a:gd name="T1" fmla="*/ 29 h 7"/>
                  <a:gd name="T2" fmla="*/ 398 w 71"/>
                  <a:gd name="T3" fmla="*/ 15 h 7"/>
                  <a:gd name="T4" fmla="*/ 245 w 71"/>
                  <a:gd name="T5" fmla="*/ 9 h 7"/>
                  <a:gd name="T6" fmla="*/ 0 w 71"/>
                  <a:gd name="T7" fmla="*/ 5 h 7"/>
                  <a:gd name="T8" fmla="*/ 174 w 71"/>
                  <a:gd name="T9" fmla="*/ 29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1" h="7">
                    <a:moveTo>
                      <a:pt x="31" y="6"/>
                    </a:moveTo>
                    <a:cubicBezTo>
                      <a:pt x="42" y="5"/>
                      <a:pt x="60" y="2"/>
                      <a:pt x="71" y="3"/>
                    </a:cubicBezTo>
                    <a:cubicBezTo>
                      <a:pt x="65" y="0"/>
                      <a:pt x="56" y="1"/>
                      <a:pt x="44" y="2"/>
                    </a:cubicBezTo>
                    <a:cubicBezTo>
                      <a:pt x="32" y="2"/>
                      <a:pt x="9" y="5"/>
                      <a:pt x="0" y="1"/>
                    </a:cubicBezTo>
                    <a:cubicBezTo>
                      <a:pt x="16" y="7"/>
                      <a:pt x="23" y="5"/>
                      <a:pt x="31" y="6"/>
                    </a:cubicBezTo>
                  </a:path>
                </a:pathLst>
              </a:custGeom>
              <a:solidFill>
                <a:srgbClr val="7E39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398" name="Freeform 265">
                <a:extLst>
                  <a:ext uri="{FF2B5EF4-FFF2-40B4-BE49-F238E27FC236}">
                    <a16:creationId xmlns:a16="http://schemas.microsoft.com/office/drawing/2014/main" id="{9A827421-DBE4-4959-909B-C1743F70F8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4" y="1392"/>
                <a:ext cx="126" cy="12"/>
              </a:xfrm>
              <a:custGeom>
                <a:avLst/>
                <a:gdLst>
                  <a:gd name="T0" fmla="*/ 217 w 71"/>
                  <a:gd name="T1" fmla="*/ 29 h 7"/>
                  <a:gd name="T2" fmla="*/ 0 w 71"/>
                  <a:gd name="T3" fmla="*/ 15 h 7"/>
                  <a:gd name="T4" fmla="*/ 151 w 71"/>
                  <a:gd name="T5" fmla="*/ 9 h 7"/>
                  <a:gd name="T6" fmla="*/ 398 w 71"/>
                  <a:gd name="T7" fmla="*/ 5 h 7"/>
                  <a:gd name="T8" fmla="*/ 217 w 71"/>
                  <a:gd name="T9" fmla="*/ 29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1" h="7">
                    <a:moveTo>
                      <a:pt x="39" y="6"/>
                    </a:moveTo>
                    <a:cubicBezTo>
                      <a:pt x="29" y="5"/>
                      <a:pt x="11" y="2"/>
                      <a:pt x="0" y="3"/>
                    </a:cubicBezTo>
                    <a:cubicBezTo>
                      <a:pt x="5" y="0"/>
                      <a:pt x="14" y="1"/>
                      <a:pt x="27" y="2"/>
                    </a:cubicBezTo>
                    <a:cubicBezTo>
                      <a:pt x="39" y="2"/>
                      <a:pt x="61" y="5"/>
                      <a:pt x="71" y="1"/>
                    </a:cubicBezTo>
                    <a:cubicBezTo>
                      <a:pt x="55" y="7"/>
                      <a:pt x="48" y="5"/>
                      <a:pt x="39" y="6"/>
                    </a:cubicBezTo>
                  </a:path>
                </a:pathLst>
              </a:custGeom>
              <a:solidFill>
                <a:srgbClr val="7E39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399" name="Freeform 266">
                <a:extLst>
                  <a:ext uri="{FF2B5EF4-FFF2-40B4-BE49-F238E27FC236}">
                    <a16:creationId xmlns:a16="http://schemas.microsoft.com/office/drawing/2014/main" id="{BC9B9C8D-3050-421A-AF6F-6276508E72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2" y="1273"/>
                <a:ext cx="46" cy="103"/>
              </a:xfrm>
              <a:custGeom>
                <a:avLst/>
                <a:gdLst>
                  <a:gd name="T0" fmla="*/ 138 w 26"/>
                  <a:gd name="T1" fmla="*/ 0 h 58"/>
                  <a:gd name="T2" fmla="*/ 57 w 26"/>
                  <a:gd name="T3" fmla="*/ 151 h 58"/>
                  <a:gd name="T4" fmla="*/ 0 w 26"/>
                  <a:gd name="T5" fmla="*/ 325 h 58"/>
                  <a:gd name="T6" fmla="*/ 85 w 26"/>
                  <a:gd name="T7" fmla="*/ 139 h 58"/>
                  <a:gd name="T8" fmla="*/ 143 w 26"/>
                  <a:gd name="T9" fmla="*/ 7 h 5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58">
                    <a:moveTo>
                      <a:pt x="25" y="0"/>
                    </a:moveTo>
                    <a:cubicBezTo>
                      <a:pt x="20" y="9"/>
                      <a:pt x="14" y="18"/>
                      <a:pt x="10" y="27"/>
                    </a:cubicBezTo>
                    <a:cubicBezTo>
                      <a:pt x="6" y="38"/>
                      <a:pt x="3" y="48"/>
                      <a:pt x="0" y="58"/>
                    </a:cubicBezTo>
                    <a:cubicBezTo>
                      <a:pt x="4" y="47"/>
                      <a:pt x="10" y="36"/>
                      <a:pt x="15" y="25"/>
                    </a:cubicBezTo>
                    <a:cubicBezTo>
                      <a:pt x="19" y="18"/>
                      <a:pt x="25" y="9"/>
                      <a:pt x="26" y="1"/>
                    </a:cubicBezTo>
                  </a:path>
                </a:pathLst>
              </a:custGeom>
              <a:solidFill>
                <a:srgbClr val="7E39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400" name="Freeform 267">
                <a:extLst>
                  <a:ext uri="{FF2B5EF4-FFF2-40B4-BE49-F238E27FC236}">
                    <a16:creationId xmlns:a16="http://schemas.microsoft.com/office/drawing/2014/main" id="{ED519CA2-5CC8-4DA4-9A0D-7B4A49ED4E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" y="1982"/>
                <a:ext cx="29" cy="342"/>
              </a:xfrm>
              <a:custGeom>
                <a:avLst/>
                <a:gdLst>
                  <a:gd name="T0" fmla="*/ 53 w 16"/>
                  <a:gd name="T1" fmla="*/ 418 h 193"/>
                  <a:gd name="T2" fmla="*/ 13 w 16"/>
                  <a:gd name="T3" fmla="*/ 1074 h 193"/>
                  <a:gd name="T4" fmla="*/ 7 w 16"/>
                  <a:gd name="T5" fmla="*/ 691 h 193"/>
                  <a:gd name="T6" fmla="*/ 96 w 16"/>
                  <a:gd name="T7" fmla="*/ 0 h 193"/>
                  <a:gd name="T8" fmla="*/ 53 w 16"/>
                  <a:gd name="T9" fmla="*/ 418 h 1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193">
                    <a:moveTo>
                      <a:pt x="9" y="75"/>
                    </a:moveTo>
                    <a:cubicBezTo>
                      <a:pt x="7" y="89"/>
                      <a:pt x="3" y="168"/>
                      <a:pt x="2" y="193"/>
                    </a:cubicBezTo>
                    <a:cubicBezTo>
                      <a:pt x="2" y="193"/>
                      <a:pt x="0" y="173"/>
                      <a:pt x="1" y="124"/>
                    </a:cubicBezTo>
                    <a:cubicBezTo>
                      <a:pt x="1" y="74"/>
                      <a:pt x="5" y="23"/>
                      <a:pt x="16" y="0"/>
                    </a:cubicBezTo>
                    <a:cubicBezTo>
                      <a:pt x="12" y="9"/>
                      <a:pt x="10" y="54"/>
                      <a:pt x="9" y="75"/>
                    </a:cubicBezTo>
                  </a:path>
                </a:pathLst>
              </a:custGeom>
              <a:solidFill>
                <a:srgbClr val="7E39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401" name="Freeform 268">
                <a:extLst>
                  <a:ext uri="{FF2B5EF4-FFF2-40B4-BE49-F238E27FC236}">
                    <a16:creationId xmlns:a16="http://schemas.microsoft.com/office/drawing/2014/main" id="{E17EAE8B-E10C-4B4C-8D25-4C0854AFB7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9" y="2003"/>
                <a:ext cx="67" cy="363"/>
              </a:xfrm>
              <a:custGeom>
                <a:avLst/>
                <a:gdLst>
                  <a:gd name="T0" fmla="*/ 196 w 38"/>
                  <a:gd name="T1" fmla="*/ 0 h 205"/>
                  <a:gd name="T2" fmla="*/ 130 w 38"/>
                  <a:gd name="T3" fmla="*/ 526 h 205"/>
                  <a:gd name="T4" fmla="*/ 0 w 38"/>
                  <a:gd name="T5" fmla="*/ 1139 h 205"/>
                  <a:gd name="T6" fmla="*/ 86 w 38"/>
                  <a:gd name="T7" fmla="*/ 568 h 205"/>
                  <a:gd name="T8" fmla="*/ 196 w 38"/>
                  <a:gd name="T9" fmla="*/ 0 h 20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" h="205">
                    <a:moveTo>
                      <a:pt x="36" y="0"/>
                    </a:moveTo>
                    <a:cubicBezTo>
                      <a:pt x="38" y="16"/>
                      <a:pt x="35" y="61"/>
                      <a:pt x="24" y="95"/>
                    </a:cubicBezTo>
                    <a:cubicBezTo>
                      <a:pt x="13" y="129"/>
                      <a:pt x="4" y="169"/>
                      <a:pt x="0" y="205"/>
                    </a:cubicBezTo>
                    <a:cubicBezTo>
                      <a:pt x="5" y="181"/>
                      <a:pt x="9" y="128"/>
                      <a:pt x="16" y="102"/>
                    </a:cubicBezTo>
                    <a:cubicBezTo>
                      <a:pt x="22" y="76"/>
                      <a:pt x="38" y="9"/>
                      <a:pt x="36" y="0"/>
                    </a:cubicBezTo>
                  </a:path>
                </a:pathLst>
              </a:custGeom>
              <a:solidFill>
                <a:srgbClr val="6B2D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402" name="Freeform 269">
                <a:extLst>
                  <a:ext uri="{FF2B5EF4-FFF2-40B4-BE49-F238E27FC236}">
                    <a16:creationId xmlns:a16="http://schemas.microsoft.com/office/drawing/2014/main" id="{6292643B-4768-4DD0-BF71-0B20191BAE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5" y="1982"/>
                <a:ext cx="28" cy="342"/>
              </a:xfrm>
              <a:custGeom>
                <a:avLst/>
                <a:gdLst>
                  <a:gd name="T0" fmla="*/ 37 w 16"/>
                  <a:gd name="T1" fmla="*/ 418 h 193"/>
                  <a:gd name="T2" fmla="*/ 77 w 16"/>
                  <a:gd name="T3" fmla="*/ 1074 h 193"/>
                  <a:gd name="T4" fmla="*/ 81 w 16"/>
                  <a:gd name="T5" fmla="*/ 691 h 193"/>
                  <a:gd name="T6" fmla="*/ 0 w 16"/>
                  <a:gd name="T7" fmla="*/ 0 h 193"/>
                  <a:gd name="T8" fmla="*/ 37 w 16"/>
                  <a:gd name="T9" fmla="*/ 418 h 1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193">
                    <a:moveTo>
                      <a:pt x="7" y="75"/>
                    </a:moveTo>
                    <a:cubicBezTo>
                      <a:pt x="8" y="89"/>
                      <a:pt x="12" y="168"/>
                      <a:pt x="14" y="193"/>
                    </a:cubicBezTo>
                    <a:cubicBezTo>
                      <a:pt x="14" y="193"/>
                      <a:pt x="16" y="173"/>
                      <a:pt x="15" y="124"/>
                    </a:cubicBezTo>
                    <a:cubicBezTo>
                      <a:pt x="14" y="74"/>
                      <a:pt x="11" y="23"/>
                      <a:pt x="0" y="0"/>
                    </a:cubicBezTo>
                    <a:cubicBezTo>
                      <a:pt x="4" y="9"/>
                      <a:pt x="5" y="54"/>
                      <a:pt x="7" y="75"/>
                    </a:cubicBezTo>
                  </a:path>
                </a:pathLst>
              </a:custGeom>
              <a:solidFill>
                <a:srgbClr val="6B2D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403" name="Freeform 270">
                <a:extLst>
                  <a:ext uri="{FF2B5EF4-FFF2-40B4-BE49-F238E27FC236}">
                    <a16:creationId xmlns:a16="http://schemas.microsoft.com/office/drawing/2014/main" id="{B6C2D827-57A0-4662-B369-56BAA6D617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3" y="2001"/>
                <a:ext cx="68" cy="363"/>
              </a:xfrm>
              <a:custGeom>
                <a:avLst/>
                <a:gdLst>
                  <a:gd name="T0" fmla="*/ 7 w 38"/>
                  <a:gd name="T1" fmla="*/ 0 h 205"/>
                  <a:gd name="T2" fmla="*/ 81 w 38"/>
                  <a:gd name="T3" fmla="*/ 526 h 205"/>
                  <a:gd name="T4" fmla="*/ 218 w 38"/>
                  <a:gd name="T5" fmla="*/ 1139 h 205"/>
                  <a:gd name="T6" fmla="*/ 125 w 38"/>
                  <a:gd name="T7" fmla="*/ 568 h 205"/>
                  <a:gd name="T8" fmla="*/ 7 w 38"/>
                  <a:gd name="T9" fmla="*/ 0 h 20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" h="205">
                    <a:moveTo>
                      <a:pt x="1" y="0"/>
                    </a:moveTo>
                    <a:cubicBezTo>
                      <a:pt x="0" y="16"/>
                      <a:pt x="3" y="61"/>
                      <a:pt x="14" y="95"/>
                    </a:cubicBezTo>
                    <a:cubicBezTo>
                      <a:pt x="25" y="130"/>
                      <a:pt x="34" y="169"/>
                      <a:pt x="38" y="205"/>
                    </a:cubicBezTo>
                    <a:cubicBezTo>
                      <a:pt x="32" y="181"/>
                      <a:pt x="28" y="128"/>
                      <a:pt x="22" y="102"/>
                    </a:cubicBezTo>
                    <a:cubicBezTo>
                      <a:pt x="16" y="76"/>
                      <a:pt x="0" y="9"/>
                      <a:pt x="1" y="0"/>
                    </a:cubicBezTo>
                  </a:path>
                </a:pathLst>
              </a:custGeom>
              <a:solidFill>
                <a:srgbClr val="7E39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404" name="Freeform 271">
                <a:extLst>
                  <a:ext uri="{FF2B5EF4-FFF2-40B4-BE49-F238E27FC236}">
                    <a16:creationId xmlns:a16="http://schemas.microsoft.com/office/drawing/2014/main" id="{0F93708B-85A8-45F0-9782-EDBAF1DD56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" y="2552"/>
                <a:ext cx="73" cy="103"/>
              </a:xfrm>
              <a:custGeom>
                <a:avLst/>
                <a:gdLst>
                  <a:gd name="T0" fmla="*/ 118 w 41"/>
                  <a:gd name="T1" fmla="*/ 0 h 58"/>
                  <a:gd name="T2" fmla="*/ 180 w 41"/>
                  <a:gd name="T3" fmla="*/ 302 h 58"/>
                  <a:gd name="T4" fmla="*/ 219 w 41"/>
                  <a:gd name="T5" fmla="*/ 288 h 58"/>
                  <a:gd name="T6" fmla="*/ 174 w 41"/>
                  <a:gd name="T7" fmla="*/ 202 h 58"/>
                  <a:gd name="T8" fmla="*/ 166 w 41"/>
                  <a:gd name="T9" fmla="*/ 94 h 58"/>
                  <a:gd name="T10" fmla="*/ 137 w 41"/>
                  <a:gd name="T11" fmla="*/ 0 h 5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1" h="58">
                    <a:moveTo>
                      <a:pt x="21" y="0"/>
                    </a:moveTo>
                    <a:cubicBezTo>
                      <a:pt x="0" y="13"/>
                      <a:pt x="13" y="46"/>
                      <a:pt x="32" y="54"/>
                    </a:cubicBezTo>
                    <a:cubicBezTo>
                      <a:pt x="36" y="56"/>
                      <a:pt x="41" y="58"/>
                      <a:pt x="39" y="51"/>
                    </a:cubicBezTo>
                    <a:cubicBezTo>
                      <a:pt x="38" y="46"/>
                      <a:pt x="32" y="42"/>
                      <a:pt x="31" y="36"/>
                    </a:cubicBezTo>
                    <a:cubicBezTo>
                      <a:pt x="30" y="30"/>
                      <a:pt x="29" y="23"/>
                      <a:pt x="29" y="17"/>
                    </a:cubicBezTo>
                    <a:cubicBezTo>
                      <a:pt x="28" y="11"/>
                      <a:pt x="29" y="4"/>
                      <a:pt x="24" y="0"/>
                    </a:cubicBezTo>
                  </a:path>
                </a:pathLst>
              </a:custGeom>
              <a:solidFill>
                <a:srgbClr val="6B2D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405" name="Freeform 272">
                <a:extLst>
                  <a:ext uri="{FF2B5EF4-FFF2-40B4-BE49-F238E27FC236}">
                    <a16:creationId xmlns:a16="http://schemas.microsoft.com/office/drawing/2014/main" id="{EF4EF260-176B-44B5-B015-810D233008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3" y="2552"/>
                <a:ext cx="61" cy="101"/>
              </a:xfrm>
              <a:custGeom>
                <a:avLst/>
                <a:gdLst>
                  <a:gd name="T0" fmla="*/ 93 w 34"/>
                  <a:gd name="T1" fmla="*/ 16 h 57"/>
                  <a:gd name="T2" fmla="*/ 57 w 34"/>
                  <a:gd name="T3" fmla="*/ 151 h 57"/>
                  <a:gd name="T4" fmla="*/ 0 w 34"/>
                  <a:gd name="T5" fmla="*/ 257 h 57"/>
                  <a:gd name="T6" fmla="*/ 65 w 34"/>
                  <a:gd name="T7" fmla="*/ 289 h 57"/>
                  <a:gd name="T8" fmla="*/ 167 w 34"/>
                  <a:gd name="T9" fmla="*/ 172 h 57"/>
                  <a:gd name="T10" fmla="*/ 109 w 34"/>
                  <a:gd name="T11" fmla="*/ 0 h 5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4" h="57">
                    <a:moveTo>
                      <a:pt x="16" y="3"/>
                    </a:moveTo>
                    <a:cubicBezTo>
                      <a:pt x="14" y="11"/>
                      <a:pt x="12" y="19"/>
                      <a:pt x="10" y="27"/>
                    </a:cubicBezTo>
                    <a:cubicBezTo>
                      <a:pt x="8" y="33"/>
                      <a:pt x="7" y="42"/>
                      <a:pt x="0" y="46"/>
                    </a:cubicBezTo>
                    <a:cubicBezTo>
                      <a:pt x="5" y="51"/>
                      <a:pt x="2" y="57"/>
                      <a:pt x="11" y="52"/>
                    </a:cubicBezTo>
                    <a:cubicBezTo>
                      <a:pt x="19" y="47"/>
                      <a:pt x="26" y="39"/>
                      <a:pt x="29" y="31"/>
                    </a:cubicBezTo>
                    <a:cubicBezTo>
                      <a:pt x="34" y="18"/>
                      <a:pt x="31" y="9"/>
                      <a:pt x="19" y="0"/>
                    </a:cubicBezTo>
                  </a:path>
                </a:pathLst>
              </a:custGeom>
              <a:solidFill>
                <a:srgbClr val="6B2D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406" name="Freeform 273">
                <a:extLst>
                  <a:ext uri="{FF2B5EF4-FFF2-40B4-BE49-F238E27FC236}">
                    <a16:creationId xmlns:a16="http://schemas.microsoft.com/office/drawing/2014/main" id="{C9449904-D1CF-401A-9835-86FBEE9AAD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3" y="3052"/>
                <a:ext cx="82" cy="78"/>
              </a:xfrm>
              <a:custGeom>
                <a:avLst/>
                <a:gdLst>
                  <a:gd name="T0" fmla="*/ 0 w 46"/>
                  <a:gd name="T1" fmla="*/ 174 h 44"/>
                  <a:gd name="T2" fmla="*/ 239 w 46"/>
                  <a:gd name="T3" fmla="*/ 0 h 44"/>
                  <a:gd name="T4" fmla="*/ 216 w 46"/>
                  <a:gd name="T5" fmla="*/ 138 h 44"/>
                  <a:gd name="T6" fmla="*/ 45 w 46"/>
                  <a:gd name="T7" fmla="*/ 188 h 4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6" h="44">
                    <a:moveTo>
                      <a:pt x="0" y="31"/>
                    </a:moveTo>
                    <a:cubicBezTo>
                      <a:pt x="19" y="44"/>
                      <a:pt x="38" y="11"/>
                      <a:pt x="42" y="0"/>
                    </a:cubicBezTo>
                    <a:cubicBezTo>
                      <a:pt x="43" y="9"/>
                      <a:pt x="46" y="17"/>
                      <a:pt x="38" y="25"/>
                    </a:cubicBezTo>
                    <a:cubicBezTo>
                      <a:pt x="31" y="32"/>
                      <a:pt x="18" y="35"/>
                      <a:pt x="8" y="34"/>
                    </a:cubicBezTo>
                  </a:path>
                </a:pathLst>
              </a:custGeom>
              <a:solidFill>
                <a:srgbClr val="6B2D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407" name="Freeform 274">
                <a:extLst>
                  <a:ext uri="{FF2B5EF4-FFF2-40B4-BE49-F238E27FC236}">
                    <a16:creationId xmlns:a16="http://schemas.microsoft.com/office/drawing/2014/main" id="{CBDE9D4E-BE4E-47A6-85CC-98D56FF1FA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3" y="3259"/>
                <a:ext cx="68" cy="440"/>
              </a:xfrm>
              <a:custGeom>
                <a:avLst/>
                <a:gdLst>
                  <a:gd name="T0" fmla="*/ 36 w 38"/>
                  <a:gd name="T1" fmla="*/ 0 h 248"/>
                  <a:gd name="T2" fmla="*/ 45 w 38"/>
                  <a:gd name="T3" fmla="*/ 736 h 248"/>
                  <a:gd name="T4" fmla="*/ 218 w 38"/>
                  <a:gd name="T5" fmla="*/ 1386 h 248"/>
                  <a:gd name="T6" fmla="*/ 97 w 38"/>
                  <a:gd name="T7" fmla="*/ 671 h 248"/>
                  <a:gd name="T8" fmla="*/ 36 w 38"/>
                  <a:gd name="T9" fmla="*/ 0 h 24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" h="248">
                    <a:moveTo>
                      <a:pt x="6" y="0"/>
                    </a:moveTo>
                    <a:cubicBezTo>
                      <a:pt x="0" y="22"/>
                      <a:pt x="0" y="97"/>
                      <a:pt x="8" y="132"/>
                    </a:cubicBezTo>
                    <a:cubicBezTo>
                      <a:pt x="16" y="168"/>
                      <a:pt x="35" y="234"/>
                      <a:pt x="38" y="248"/>
                    </a:cubicBezTo>
                    <a:cubicBezTo>
                      <a:pt x="34" y="221"/>
                      <a:pt x="21" y="138"/>
                      <a:pt x="17" y="120"/>
                    </a:cubicBezTo>
                    <a:cubicBezTo>
                      <a:pt x="14" y="101"/>
                      <a:pt x="4" y="27"/>
                      <a:pt x="6" y="0"/>
                    </a:cubicBezTo>
                  </a:path>
                </a:pathLst>
              </a:custGeom>
              <a:solidFill>
                <a:srgbClr val="7E39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408" name="Freeform 275">
                <a:extLst>
                  <a:ext uri="{FF2B5EF4-FFF2-40B4-BE49-F238E27FC236}">
                    <a16:creationId xmlns:a16="http://schemas.microsoft.com/office/drawing/2014/main" id="{AE1FEE11-A84C-4622-A2E9-028BFF7A48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1" y="3249"/>
                <a:ext cx="41" cy="499"/>
              </a:xfrm>
              <a:custGeom>
                <a:avLst/>
                <a:gdLst>
                  <a:gd name="T0" fmla="*/ 86 w 23"/>
                  <a:gd name="T1" fmla="*/ 1562 h 282"/>
                  <a:gd name="T2" fmla="*/ 36 w 23"/>
                  <a:gd name="T3" fmla="*/ 648 h 282"/>
                  <a:gd name="T4" fmla="*/ 64 w 23"/>
                  <a:gd name="T5" fmla="*/ 0 h 282"/>
                  <a:gd name="T6" fmla="*/ 102 w 23"/>
                  <a:gd name="T7" fmla="*/ 676 h 282"/>
                  <a:gd name="T8" fmla="*/ 86 w 23"/>
                  <a:gd name="T9" fmla="*/ 1562 h 28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282">
                    <a:moveTo>
                      <a:pt x="15" y="282"/>
                    </a:moveTo>
                    <a:cubicBezTo>
                      <a:pt x="20" y="264"/>
                      <a:pt x="12" y="167"/>
                      <a:pt x="6" y="117"/>
                    </a:cubicBezTo>
                    <a:cubicBezTo>
                      <a:pt x="0" y="68"/>
                      <a:pt x="2" y="22"/>
                      <a:pt x="11" y="0"/>
                    </a:cubicBezTo>
                    <a:cubicBezTo>
                      <a:pt x="7" y="18"/>
                      <a:pt x="13" y="77"/>
                      <a:pt x="18" y="122"/>
                    </a:cubicBezTo>
                    <a:cubicBezTo>
                      <a:pt x="23" y="167"/>
                      <a:pt x="22" y="262"/>
                      <a:pt x="15" y="282"/>
                    </a:cubicBezTo>
                  </a:path>
                </a:pathLst>
              </a:custGeom>
              <a:solidFill>
                <a:srgbClr val="7E39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409" name="Freeform 276">
                <a:extLst>
                  <a:ext uri="{FF2B5EF4-FFF2-40B4-BE49-F238E27FC236}">
                    <a16:creationId xmlns:a16="http://schemas.microsoft.com/office/drawing/2014/main" id="{F6CCF6B9-1DED-4244-9D4E-963E1E1221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8" y="3259"/>
                <a:ext cx="66" cy="438"/>
              </a:xfrm>
              <a:custGeom>
                <a:avLst/>
                <a:gdLst>
                  <a:gd name="T0" fmla="*/ 159 w 37"/>
                  <a:gd name="T1" fmla="*/ 0 h 247"/>
                  <a:gd name="T2" fmla="*/ 171 w 37"/>
                  <a:gd name="T3" fmla="*/ 741 h 247"/>
                  <a:gd name="T4" fmla="*/ 0 w 37"/>
                  <a:gd name="T5" fmla="*/ 1378 h 247"/>
                  <a:gd name="T6" fmla="*/ 137 w 37"/>
                  <a:gd name="T7" fmla="*/ 578 h 247"/>
                  <a:gd name="T8" fmla="*/ 159 w 37"/>
                  <a:gd name="T9" fmla="*/ 0 h 2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7" h="247">
                    <a:moveTo>
                      <a:pt x="28" y="0"/>
                    </a:moveTo>
                    <a:cubicBezTo>
                      <a:pt x="33" y="31"/>
                      <a:pt x="37" y="89"/>
                      <a:pt x="30" y="133"/>
                    </a:cubicBezTo>
                    <a:cubicBezTo>
                      <a:pt x="23" y="177"/>
                      <a:pt x="6" y="226"/>
                      <a:pt x="0" y="247"/>
                    </a:cubicBezTo>
                    <a:cubicBezTo>
                      <a:pt x="2" y="225"/>
                      <a:pt x="23" y="152"/>
                      <a:pt x="24" y="104"/>
                    </a:cubicBezTo>
                    <a:cubicBezTo>
                      <a:pt x="26" y="56"/>
                      <a:pt x="31" y="9"/>
                      <a:pt x="28" y="0"/>
                    </a:cubicBezTo>
                  </a:path>
                </a:pathLst>
              </a:custGeom>
              <a:solidFill>
                <a:srgbClr val="6B2D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410" name="Freeform 277">
                <a:extLst>
                  <a:ext uri="{FF2B5EF4-FFF2-40B4-BE49-F238E27FC236}">
                    <a16:creationId xmlns:a16="http://schemas.microsoft.com/office/drawing/2014/main" id="{1A95309A-DA06-4E03-88BB-376E3398E3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3" y="3779"/>
                <a:ext cx="30" cy="118"/>
              </a:xfrm>
              <a:custGeom>
                <a:avLst/>
                <a:gdLst>
                  <a:gd name="T0" fmla="*/ 86 w 17"/>
                  <a:gd name="T1" fmla="*/ 0 h 67"/>
                  <a:gd name="T2" fmla="*/ 60 w 17"/>
                  <a:gd name="T3" fmla="*/ 215 h 67"/>
                  <a:gd name="T4" fmla="*/ 72 w 17"/>
                  <a:gd name="T5" fmla="*/ 366 h 67"/>
                  <a:gd name="T6" fmla="*/ 7 w 17"/>
                  <a:gd name="T7" fmla="*/ 245 h 67"/>
                  <a:gd name="T8" fmla="*/ 60 w 17"/>
                  <a:gd name="T9" fmla="*/ 174 h 67"/>
                  <a:gd name="T10" fmla="*/ 94 w 17"/>
                  <a:gd name="T11" fmla="*/ 44 h 6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7" h="67">
                    <a:moveTo>
                      <a:pt x="16" y="0"/>
                    </a:moveTo>
                    <a:cubicBezTo>
                      <a:pt x="16" y="14"/>
                      <a:pt x="15" y="25"/>
                      <a:pt x="11" y="39"/>
                    </a:cubicBezTo>
                    <a:cubicBezTo>
                      <a:pt x="9" y="49"/>
                      <a:pt x="13" y="57"/>
                      <a:pt x="13" y="67"/>
                    </a:cubicBezTo>
                    <a:cubicBezTo>
                      <a:pt x="10" y="61"/>
                      <a:pt x="0" y="51"/>
                      <a:pt x="1" y="45"/>
                    </a:cubicBezTo>
                    <a:cubicBezTo>
                      <a:pt x="2" y="41"/>
                      <a:pt x="9" y="36"/>
                      <a:pt x="11" y="32"/>
                    </a:cubicBezTo>
                    <a:cubicBezTo>
                      <a:pt x="14" y="24"/>
                      <a:pt x="11" y="15"/>
                      <a:pt x="17" y="8"/>
                    </a:cubicBezTo>
                  </a:path>
                </a:pathLst>
              </a:custGeom>
              <a:solidFill>
                <a:srgbClr val="6B2D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411" name="Freeform 278">
                <a:extLst>
                  <a:ext uri="{FF2B5EF4-FFF2-40B4-BE49-F238E27FC236}">
                    <a16:creationId xmlns:a16="http://schemas.microsoft.com/office/drawing/2014/main" id="{2DA3F11D-3534-43FF-9100-267AC6A063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8" y="3718"/>
                <a:ext cx="28" cy="133"/>
              </a:xfrm>
              <a:custGeom>
                <a:avLst/>
                <a:gdLst>
                  <a:gd name="T0" fmla="*/ 58 w 16"/>
                  <a:gd name="T1" fmla="*/ 179 h 75"/>
                  <a:gd name="T2" fmla="*/ 56 w 16"/>
                  <a:gd name="T3" fmla="*/ 419 h 75"/>
                  <a:gd name="T4" fmla="*/ 21 w 16"/>
                  <a:gd name="T5" fmla="*/ 200 h 75"/>
                  <a:gd name="T6" fmla="*/ 7 w 16"/>
                  <a:gd name="T7" fmla="*/ 89 h 75"/>
                  <a:gd name="T8" fmla="*/ 7 w 16"/>
                  <a:gd name="T9" fmla="*/ 0 h 75"/>
                  <a:gd name="T10" fmla="*/ 65 w 16"/>
                  <a:gd name="T11" fmla="*/ 174 h 7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6" h="75">
                    <a:moveTo>
                      <a:pt x="11" y="32"/>
                    </a:moveTo>
                    <a:cubicBezTo>
                      <a:pt x="16" y="47"/>
                      <a:pt x="16" y="60"/>
                      <a:pt x="10" y="75"/>
                    </a:cubicBezTo>
                    <a:cubicBezTo>
                      <a:pt x="12" y="63"/>
                      <a:pt x="9" y="48"/>
                      <a:pt x="4" y="36"/>
                    </a:cubicBezTo>
                    <a:cubicBezTo>
                      <a:pt x="1" y="28"/>
                      <a:pt x="0" y="25"/>
                      <a:pt x="1" y="16"/>
                    </a:cubicBezTo>
                    <a:cubicBezTo>
                      <a:pt x="1" y="11"/>
                      <a:pt x="3" y="5"/>
                      <a:pt x="1" y="0"/>
                    </a:cubicBezTo>
                    <a:cubicBezTo>
                      <a:pt x="3" y="10"/>
                      <a:pt x="8" y="21"/>
                      <a:pt x="12" y="31"/>
                    </a:cubicBezTo>
                  </a:path>
                </a:pathLst>
              </a:custGeom>
              <a:solidFill>
                <a:srgbClr val="6B2D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412" name="Freeform 279">
                <a:extLst>
                  <a:ext uri="{FF2B5EF4-FFF2-40B4-BE49-F238E27FC236}">
                    <a16:creationId xmlns:a16="http://schemas.microsoft.com/office/drawing/2014/main" id="{FFF4C5CE-5290-4963-AEDC-5B389C75CD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8" y="3048"/>
                <a:ext cx="58" cy="78"/>
              </a:xfrm>
              <a:custGeom>
                <a:avLst/>
                <a:gdLst>
                  <a:gd name="T0" fmla="*/ 0 w 33"/>
                  <a:gd name="T1" fmla="*/ 195 h 44"/>
                  <a:gd name="T2" fmla="*/ 142 w 33"/>
                  <a:gd name="T3" fmla="*/ 0 h 44"/>
                  <a:gd name="T4" fmla="*/ 21 w 33"/>
                  <a:gd name="T5" fmla="*/ 200 h 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" h="44">
                    <a:moveTo>
                      <a:pt x="0" y="35"/>
                    </a:moveTo>
                    <a:cubicBezTo>
                      <a:pt x="20" y="42"/>
                      <a:pt x="27" y="10"/>
                      <a:pt x="26" y="0"/>
                    </a:cubicBezTo>
                    <a:cubicBezTo>
                      <a:pt x="33" y="14"/>
                      <a:pt x="26" y="44"/>
                      <a:pt x="4" y="36"/>
                    </a:cubicBezTo>
                  </a:path>
                </a:pathLst>
              </a:custGeom>
              <a:solidFill>
                <a:srgbClr val="6B2D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413" name="Freeform 280">
                <a:extLst>
                  <a:ext uri="{FF2B5EF4-FFF2-40B4-BE49-F238E27FC236}">
                    <a16:creationId xmlns:a16="http://schemas.microsoft.com/office/drawing/2014/main" id="{75C2F2B7-7893-47EF-BA7A-C7DD3EC093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6" y="2524"/>
                <a:ext cx="82" cy="209"/>
              </a:xfrm>
              <a:custGeom>
                <a:avLst/>
                <a:gdLst>
                  <a:gd name="T0" fmla="*/ 146 w 46"/>
                  <a:gd name="T1" fmla="*/ 66 h 118"/>
                  <a:gd name="T2" fmla="*/ 114 w 46"/>
                  <a:gd name="T3" fmla="*/ 655 h 118"/>
                  <a:gd name="T4" fmla="*/ 137 w 46"/>
                  <a:gd name="T5" fmla="*/ 439 h 118"/>
                  <a:gd name="T6" fmla="*/ 143 w 46"/>
                  <a:gd name="T7" fmla="*/ 216 h 118"/>
                  <a:gd name="T8" fmla="*/ 175 w 46"/>
                  <a:gd name="T9" fmla="*/ 106 h 118"/>
                  <a:gd name="T10" fmla="*/ 260 w 46"/>
                  <a:gd name="T11" fmla="*/ 0 h 118"/>
                  <a:gd name="T12" fmla="*/ 130 w 46"/>
                  <a:gd name="T13" fmla="*/ 73 h 1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6" h="118">
                    <a:moveTo>
                      <a:pt x="26" y="12"/>
                    </a:moveTo>
                    <a:cubicBezTo>
                      <a:pt x="0" y="22"/>
                      <a:pt x="30" y="91"/>
                      <a:pt x="20" y="118"/>
                    </a:cubicBezTo>
                    <a:cubicBezTo>
                      <a:pt x="19" y="105"/>
                      <a:pt x="23" y="92"/>
                      <a:pt x="24" y="79"/>
                    </a:cubicBezTo>
                    <a:cubicBezTo>
                      <a:pt x="26" y="65"/>
                      <a:pt x="24" y="52"/>
                      <a:pt x="25" y="39"/>
                    </a:cubicBezTo>
                    <a:cubicBezTo>
                      <a:pt x="26" y="31"/>
                      <a:pt x="27" y="26"/>
                      <a:pt x="31" y="19"/>
                    </a:cubicBezTo>
                    <a:cubicBezTo>
                      <a:pt x="34" y="14"/>
                      <a:pt x="40" y="2"/>
                      <a:pt x="46" y="0"/>
                    </a:cubicBezTo>
                    <a:cubicBezTo>
                      <a:pt x="38" y="3"/>
                      <a:pt x="31" y="10"/>
                      <a:pt x="23" y="13"/>
                    </a:cubicBezTo>
                  </a:path>
                </a:pathLst>
              </a:custGeom>
              <a:solidFill>
                <a:srgbClr val="7E39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414" name="Freeform 281">
                <a:extLst>
                  <a:ext uri="{FF2B5EF4-FFF2-40B4-BE49-F238E27FC236}">
                    <a16:creationId xmlns:a16="http://schemas.microsoft.com/office/drawing/2014/main" id="{1713CA55-628B-46B0-A9BE-E26181A60C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6" y="2951"/>
                <a:ext cx="32" cy="243"/>
              </a:xfrm>
              <a:custGeom>
                <a:avLst/>
                <a:gdLst>
                  <a:gd name="T0" fmla="*/ 50 w 18"/>
                  <a:gd name="T1" fmla="*/ 0 h 137"/>
                  <a:gd name="T2" fmla="*/ 37 w 18"/>
                  <a:gd name="T3" fmla="*/ 381 h 137"/>
                  <a:gd name="T4" fmla="*/ 73 w 18"/>
                  <a:gd name="T5" fmla="*/ 764 h 137"/>
                  <a:gd name="T6" fmla="*/ 78 w 18"/>
                  <a:gd name="T7" fmla="*/ 412 h 137"/>
                  <a:gd name="T8" fmla="*/ 57 w 18"/>
                  <a:gd name="T9" fmla="*/ 101 h 137"/>
                  <a:gd name="T10" fmla="*/ 50 w 18"/>
                  <a:gd name="T11" fmla="*/ 0 h 13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8" h="137">
                    <a:moveTo>
                      <a:pt x="9" y="0"/>
                    </a:moveTo>
                    <a:cubicBezTo>
                      <a:pt x="7" y="20"/>
                      <a:pt x="0" y="43"/>
                      <a:pt x="7" y="68"/>
                    </a:cubicBezTo>
                    <a:cubicBezTo>
                      <a:pt x="14" y="94"/>
                      <a:pt x="18" y="114"/>
                      <a:pt x="13" y="137"/>
                    </a:cubicBezTo>
                    <a:cubicBezTo>
                      <a:pt x="18" y="118"/>
                      <a:pt x="18" y="90"/>
                      <a:pt x="14" y="74"/>
                    </a:cubicBezTo>
                    <a:cubicBezTo>
                      <a:pt x="12" y="59"/>
                      <a:pt x="9" y="31"/>
                      <a:pt x="10" y="18"/>
                    </a:cubicBezTo>
                    <a:cubicBezTo>
                      <a:pt x="12" y="5"/>
                      <a:pt x="9" y="0"/>
                      <a:pt x="9" y="0"/>
                    </a:cubicBezTo>
                  </a:path>
                </a:pathLst>
              </a:custGeom>
              <a:solidFill>
                <a:srgbClr val="7E39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415" name="Freeform 282">
                <a:extLst>
                  <a:ext uri="{FF2B5EF4-FFF2-40B4-BE49-F238E27FC236}">
                    <a16:creationId xmlns:a16="http://schemas.microsoft.com/office/drawing/2014/main" id="{2046FD8C-B1C0-461D-8DD7-E0062E59DD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1" y="3956"/>
                <a:ext cx="121" cy="71"/>
              </a:xfrm>
              <a:custGeom>
                <a:avLst/>
                <a:gdLst>
                  <a:gd name="T0" fmla="*/ 57 w 68"/>
                  <a:gd name="T1" fmla="*/ 174 h 40"/>
                  <a:gd name="T2" fmla="*/ 281 w 68"/>
                  <a:gd name="T3" fmla="*/ 179 h 40"/>
                  <a:gd name="T4" fmla="*/ 326 w 68"/>
                  <a:gd name="T5" fmla="*/ 0 h 40"/>
                  <a:gd name="T6" fmla="*/ 310 w 68"/>
                  <a:gd name="T7" fmla="*/ 64 h 40"/>
                  <a:gd name="T8" fmla="*/ 215 w 68"/>
                  <a:gd name="T9" fmla="*/ 101 h 40"/>
                  <a:gd name="T10" fmla="*/ 16 w 68"/>
                  <a:gd name="T11" fmla="*/ 89 h 40"/>
                  <a:gd name="T12" fmla="*/ 28 w 68"/>
                  <a:gd name="T13" fmla="*/ 179 h 4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8" h="40">
                    <a:moveTo>
                      <a:pt x="10" y="31"/>
                    </a:moveTo>
                    <a:cubicBezTo>
                      <a:pt x="20" y="40"/>
                      <a:pt x="39" y="37"/>
                      <a:pt x="50" y="32"/>
                    </a:cubicBezTo>
                    <a:cubicBezTo>
                      <a:pt x="68" y="24"/>
                      <a:pt x="64" y="14"/>
                      <a:pt x="58" y="0"/>
                    </a:cubicBezTo>
                    <a:cubicBezTo>
                      <a:pt x="58" y="5"/>
                      <a:pt x="59" y="7"/>
                      <a:pt x="55" y="11"/>
                    </a:cubicBezTo>
                    <a:cubicBezTo>
                      <a:pt x="52" y="15"/>
                      <a:pt x="43" y="17"/>
                      <a:pt x="38" y="18"/>
                    </a:cubicBezTo>
                    <a:cubicBezTo>
                      <a:pt x="26" y="21"/>
                      <a:pt x="14" y="19"/>
                      <a:pt x="3" y="16"/>
                    </a:cubicBezTo>
                    <a:cubicBezTo>
                      <a:pt x="0" y="20"/>
                      <a:pt x="5" y="28"/>
                      <a:pt x="5" y="32"/>
                    </a:cubicBezTo>
                  </a:path>
                </a:pathLst>
              </a:custGeom>
              <a:solidFill>
                <a:srgbClr val="6B2D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416" name="Freeform 283">
                <a:extLst>
                  <a:ext uri="{FF2B5EF4-FFF2-40B4-BE49-F238E27FC236}">
                    <a16:creationId xmlns:a16="http://schemas.microsoft.com/office/drawing/2014/main" id="{2372E935-9ACE-4015-AD92-D031ECBF94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0" y="3862"/>
                <a:ext cx="128" cy="154"/>
              </a:xfrm>
              <a:custGeom>
                <a:avLst/>
                <a:gdLst>
                  <a:gd name="T0" fmla="*/ 0 w 72"/>
                  <a:gd name="T1" fmla="*/ 483 h 87"/>
                  <a:gd name="T2" fmla="*/ 117 w 72"/>
                  <a:gd name="T3" fmla="*/ 467 h 87"/>
                  <a:gd name="T4" fmla="*/ 208 w 72"/>
                  <a:gd name="T5" fmla="*/ 476 h 87"/>
                  <a:gd name="T6" fmla="*/ 292 w 72"/>
                  <a:gd name="T7" fmla="*/ 448 h 87"/>
                  <a:gd name="T8" fmla="*/ 341 w 72"/>
                  <a:gd name="T9" fmla="*/ 373 h 87"/>
                  <a:gd name="T10" fmla="*/ 366 w 72"/>
                  <a:gd name="T11" fmla="*/ 172 h 87"/>
                  <a:gd name="T12" fmla="*/ 348 w 72"/>
                  <a:gd name="T13" fmla="*/ 0 h 87"/>
                  <a:gd name="T14" fmla="*/ 288 w 72"/>
                  <a:gd name="T15" fmla="*/ 94 h 87"/>
                  <a:gd name="T16" fmla="*/ 292 w 72"/>
                  <a:gd name="T17" fmla="*/ 223 h 87"/>
                  <a:gd name="T18" fmla="*/ 236 w 72"/>
                  <a:gd name="T19" fmla="*/ 333 h 87"/>
                  <a:gd name="T20" fmla="*/ 146 w 72"/>
                  <a:gd name="T21" fmla="*/ 432 h 8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72" h="87">
                    <a:moveTo>
                      <a:pt x="0" y="87"/>
                    </a:moveTo>
                    <a:cubicBezTo>
                      <a:pt x="7" y="85"/>
                      <a:pt x="13" y="83"/>
                      <a:pt x="21" y="84"/>
                    </a:cubicBezTo>
                    <a:cubicBezTo>
                      <a:pt x="26" y="85"/>
                      <a:pt x="31" y="86"/>
                      <a:pt x="37" y="86"/>
                    </a:cubicBezTo>
                    <a:cubicBezTo>
                      <a:pt x="41" y="85"/>
                      <a:pt x="48" y="83"/>
                      <a:pt x="52" y="81"/>
                    </a:cubicBezTo>
                    <a:cubicBezTo>
                      <a:pt x="58" y="77"/>
                      <a:pt x="59" y="73"/>
                      <a:pt x="61" y="67"/>
                    </a:cubicBezTo>
                    <a:cubicBezTo>
                      <a:pt x="64" y="55"/>
                      <a:pt x="65" y="43"/>
                      <a:pt x="65" y="31"/>
                    </a:cubicBezTo>
                    <a:cubicBezTo>
                      <a:pt x="66" y="21"/>
                      <a:pt x="72" y="7"/>
                      <a:pt x="62" y="0"/>
                    </a:cubicBezTo>
                    <a:cubicBezTo>
                      <a:pt x="58" y="3"/>
                      <a:pt x="52" y="12"/>
                      <a:pt x="51" y="17"/>
                    </a:cubicBezTo>
                    <a:cubicBezTo>
                      <a:pt x="49" y="24"/>
                      <a:pt x="53" y="33"/>
                      <a:pt x="52" y="40"/>
                    </a:cubicBezTo>
                    <a:cubicBezTo>
                      <a:pt x="51" y="48"/>
                      <a:pt x="47" y="54"/>
                      <a:pt x="42" y="60"/>
                    </a:cubicBezTo>
                    <a:cubicBezTo>
                      <a:pt x="37" y="66"/>
                      <a:pt x="35" y="78"/>
                      <a:pt x="26" y="78"/>
                    </a:cubicBezTo>
                  </a:path>
                </a:pathLst>
              </a:custGeom>
              <a:solidFill>
                <a:srgbClr val="6B2D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417" name="Freeform 284">
                <a:extLst>
                  <a:ext uri="{FF2B5EF4-FFF2-40B4-BE49-F238E27FC236}">
                    <a16:creationId xmlns:a16="http://schemas.microsoft.com/office/drawing/2014/main" id="{2859C95D-2D3A-4870-8B04-067966694E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2" y="2122"/>
                <a:ext cx="35" cy="12"/>
              </a:xfrm>
              <a:custGeom>
                <a:avLst/>
                <a:gdLst>
                  <a:gd name="T0" fmla="*/ 0 w 20"/>
                  <a:gd name="T1" fmla="*/ 36 h 7"/>
                  <a:gd name="T2" fmla="*/ 56 w 20"/>
                  <a:gd name="T3" fmla="*/ 0 h 7"/>
                  <a:gd name="T4" fmla="*/ 107 w 20"/>
                  <a:gd name="T5" fmla="*/ 36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7">
                    <a:moveTo>
                      <a:pt x="0" y="7"/>
                    </a:moveTo>
                    <a:cubicBezTo>
                      <a:pt x="5" y="1"/>
                      <a:pt x="5" y="0"/>
                      <a:pt x="10" y="0"/>
                    </a:cubicBezTo>
                    <a:cubicBezTo>
                      <a:pt x="14" y="0"/>
                      <a:pt x="15" y="2"/>
                      <a:pt x="20" y="7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418" name="Freeform 285">
                <a:extLst>
                  <a:ext uri="{FF2B5EF4-FFF2-40B4-BE49-F238E27FC236}">
                    <a16:creationId xmlns:a16="http://schemas.microsoft.com/office/drawing/2014/main" id="{47D033E4-C889-439D-AE2C-9F994EC7CA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9" y="2129"/>
                <a:ext cx="23" cy="9"/>
              </a:xfrm>
              <a:custGeom>
                <a:avLst/>
                <a:gdLst>
                  <a:gd name="T0" fmla="*/ 0 w 13"/>
                  <a:gd name="T1" fmla="*/ 0 h 5"/>
                  <a:gd name="T2" fmla="*/ 73 w 13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5">
                    <a:moveTo>
                      <a:pt x="0" y="0"/>
                    </a:moveTo>
                    <a:cubicBezTo>
                      <a:pt x="1" y="5"/>
                      <a:pt x="10" y="5"/>
                      <a:pt x="13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419" name="Freeform 286">
                <a:extLst>
                  <a:ext uri="{FF2B5EF4-FFF2-40B4-BE49-F238E27FC236}">
                    <a16:creationId xmlns:a16="http://schemas.microsoft.com/office/drawing/2014/main" id="{C1796241-5B3A-4144-8FD8-27CF67D7B0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6" y="1381"/>
                <a:ext cx="173" cy="18"/>
              </a:xfrm>
              <a:custGeom>
                <a:avLst/>
                <a:gdLst>
                  <a:gd name="T0" fmla="*/ 0 w 97"/>
                  <a:gd name="T1" fmla="*/ 0 h 10"/>
                  <a:gd name="T2" fmla="*/ 146 w 97"/>
                  <a:gd name="T3" fmla="*/ 29 h 10"/>
                  <a:gd name="T4" fmla="*/ 317 w 97"/>
                  <a:gd name="T5" fmla="*/ 29 h 10"/>
                  <a:gd name="T6" fmla="*/ 537 w 97"/>
                  <a:gd name="T7" fmla="*/ 41 h 10"/>
                  <a:gd name="T8" fmla="*/ 551 w 97"/>
                  <a:gd name="T9" fmla="*/ 58 h 10"/>
                  <a:gd name="T10" fmla="*/ 544 w 97"/>
                  <a:gd name="T11" fmla="*/ 36 h 10"/>
                  <a:gd name="T12" fmla="*/ 317 w 97"/>
                  <a:gd name="T13" fmla="*/ 16 h 10"/>
                  <a:gd name="T14" fmla="*/ 153 w 97"/>
                  <a:gd name="T15" fmla="*/ 16 h 10"/>
                  <a:gd name="T16" fmla="*/ 0 w 97"/>
                  <a:gd name="T17" fmla="*/ 0 h 1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7" h="10">
                    <a:moveTo>
                      <a:pt x="0" y="0"/>
                    </a:moveTo>
                    <a:cubicBezTo>
                      <a:pt x="4" y="1"/>
                      <a:pt x="21" y="3"/>
                      <a:pt x="26" y="5"/>
                    </a:cubicBezTo>
                    <a:cubicBezTo>
                      <a:pt x="31" y="7"/>
                      <a:pt x="43" y="6"/>
                      <a:pt x="56" y="5"/>
                    </a:cubicBezTo>
                    <a:cubicBezTo>
                      <a:pt x="72" y="4"/>
                      <a:pt x="90" y="3"/>
                      <a:pt x="95" y="7"/>
                    </a:cubicBezTo>
                    <a:cubicBezTo>
                      <a:pt x="96" y="8"/>
                      <a:pt x="97" y="9"/>
                      <a:pt x="97" y="10"/>
                    </a:cubicBezTo>
                    <a:cubicBezTo>
                      <a:pt x="97" y="9"/>
                      <a:pt x="97" y="7"/>
                      <a:pt x="96" y="6"/>
                    </a:cubicBezTo>
                    <a:cubicBezTo>
                      <a:pt x="90" y="1"/>
                      <a:pt x="73" y="2"/>
                      <a:pt x="56" y="3"/>
                    </a:cubicBezTo>
                    <a:cubicBezTo>
                      <a:pt x="43" y="4"/>
                      <a:pt x="31" y="5"/>
                      <a:pt x="27" y="3"/>
                    </a:cubicBezTo>
                    <a:cubicBezTo>
                      <a:pt x="21" y="1"/>
                      <a:pt x="6" y="1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420" name="Freeform 287">
                <a:extLst>
                  <a:ext uri="{FF2B5EF4-FFF2-40B4-BE49-F238E27FC236}">
                    <a16:creationId xmlns:a16="http://schemas.microsoft.com/office/drawing/2014/main" id="{B4535907-0978-47D9-A224-3055391711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5" y="1418"/>
                <a:ext cx="32" cy="18"/>
              </a:xfrm>
              <a:custGeom>
                <a:avLst/>
                <a:gdLst>
                  <a:gd name="T0" fmla="*/ 0 w 18"/>
                  <a:gd name="T1" fmla="*/ 0 h 10"/>
                  <a:gd name="T2" fmla="*/ 44 w 18"/>
                  <a:gd name="T3" fmla="*/ 58 h 10"/>
                  <a:gd name="T4" fmla="*/ 101 w 18"/>
                  <a:gd name="T5" fmla="*/ 7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10">
                    <a:moveTo>
                      <a:pt x="0" y="0"/>
                    </a:moveTo>
                    <a:cubicBezTo>
                      <a:pt x="3" y="6"/>
                      <a:pt x="5" y="10"/>
                      <a:pt x="8" y="10"/>
                    </a:cubicBezTo>
                    <a:cubicBezTo>
                      <a:pt x="11" y="10"/>
                      <a:pt x="14" y="6"/>
                      <a:pt x="18" y="1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421" name="Freeform 288">
                <a:extLst>
                  <a:ext uri="{FF2B5EF4-FFF2-40B4-BE49-F238E27FC236}">
                    <a16:creationId xmlns:a16="http://schemas.microsoft.com/office/drawing/2014/main" id="{60F5CAC9-D43C-44C2-83DE-8A6C186194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6" y="3959"/>
                <a:ext cx="31" cy="62"/>
              </a:xfrm>
              <a:custGeom>
                <a:avLst/>
                <a:gdLst>
                  <a:gd name="T0" fmla="*/ 97 w 17"/>
                  <a:gd name="T1" fmla="*/ 0 h 35"/>
                  <a:gd name="T2" fmla="*/ 73 w 17"/>
                  <a:gd name="T3" fmla="*/ 60 h 35"/>
                  <a:gd name="T4" fmla="*/ 44 w 17"/>
                  <a:gd name="T5" fmla="*/ 195 h 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35">
                    <a:moveTo>
                      <a:pt x="16" y="0"/>
                    </a:moveTo>
                    <a:cubicBezTo>
                      <a:pt x="17" y="4"/>
                      <a:pt x="15" y="8"/>
                      <a:pt x="12" y="11"/>
                    </a:cubicBezTo>
                    <a:cubicBezTo>
                      <a:pt x="8" y="15"/>
                      <a:pt x="0" y="28"/>
                      <a:pt x="7" y="35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422" name="Freeform 289">
                <a:extLst>
                  <a:ext uri="{FF2B5EF4-FFF2-40B4-BE49-F238E27FC236}">
                    <a16:creationId xmlns:a16="http://schemas.microsoft.com/office/drawing/2014/main" id="{531865EB-EDDA-402B-8728-728327AACF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4" y="3963"/>
                <a:ext cx="41" cy="58"/>
              </a:xfrm>
              <a:custGeom>
                <a:avLst/>
                <a:gdLst>
                  <a:gd name="T0" fmla="*/ 130 w 23"/>
                  <a:gd name="T1" fmla="*/ 0 h 33"/>
                  <a:gd name="T2" fmla="*/ 57 w 23"/>
                  <a:gd name="T3" fmla="*/ 65 h 33"/>
                  <a:gd name="T4" fmla="*/ 21 w 23"/>
                  <a:gd name="T5" fmla="*/ 179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33">
                    <a:moveTo>
                      <a:pt x="23" y="0"/>
                    </a:moveTo>
                    <a:cubicBezTo>
                      <a:pt x="19" y="6"/>
                      <a:pt x="12" y="10"/>
                      <a:pt x="10" y="12"/>
                    </a:cubicBezTo>
                    <a:cubicBezTo>
                      <a:pt x="2" y="19"/>
                      <a:pt x="0" y="27"/>
                      <a:pt x="4" y="33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423" name="Freeform 290">
                <a:extLst>
                  <a:ext uri="{FF2B5EF4-FFF2-40B4-BE49-F238E27FC236}">
                    <a16:creationId xmlns:a16="http://schemas.microsoft.com/office/drawing/2014/main" id="{2C8088EA-F432-46E0-9FBC-99DE215550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8" y="3959"/>
                <a:ext cx="45" cy="59"/>
              </a:xfrm>
              <a:custGeom>
                <a:avLst/>
                <a:gdLst>
                  <a:gd name="T0" fmla="*/ 146 w 25"/>
                  <a:gd name="T1" fmla="*/ 0 h 33"/>
                  <a:gd name="T2" fmla="*/ 65 w 25"/>
                  <a:gd name="T3" fmla="*/ 80 h 33"/>
                  <a:gd name="T4" fmla="*/ 7 w 25"/>
                  <a:gd name="T5" fmla="*/ 188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33">
                    <a:moveTo>
                      <a:pt x="25" y="0"/>
                    </a:moveTo>
                    <a:cubicBezTo>
                      <a:pt x="21" y="4"/>
                      <a:pt x="16" y="9"/>
                      <a:pt x="11" y="14"/>
                    </a:cubicBezTo>
                    <a:cubicBezTo>
                      <a:pt x="7" y="18"/>
                      <a:pt x="0" y="26"/>
                      <a:pt x="1" y="33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424" name="Freeform 291">
                <a:extLst>
                  <a:ext uri="{FF2B5EF4-FFF2-40B4-BE49-F238E27FC236}">
                    <a16:creationId xmlns:a16="http://schemas.microsoft.com/office/drawing/2014/main" id="{81D7BF32-9349-4CF9-9C4B-A5D0B9CA9E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2" y="3952"/>
                <a:ext cx="30" cy="43"/>
              </a:xfrm>
              <a:custGeom>
                <a:avLst/>
                <a:gdLst>
                  <a:gd name="T0" fmla="*/ 94 w 17"/>
                  <a:gd name="T1" fmla="*/ 0 h 24"/>
                  <a:gd name="T2" fmla="*/ 37 w 17"/>
                  <a:gd name="T3" fmla="*/ 52 h 24"/>
                  <a:gd name="T4" fmla="*/ 0 w 17"/>
                  <a:gd name="T5" fmla="*/ 138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24">
                    <a:moveTo>
                      <a:pt x="17" y="0"/>
                    </a:moveTo>
                    <a:cubicBezTo>
                      <a:pt x="15" y="3"/>
                      <a:pt x="10" y="6"/>
                      <a:pt x="7" y="9"/>
                    </a:cubicBezTo>
                    <a:cubicBezTo>
                      <a:pt x="3" y="12"/>
                      <a:pt x="0" y="19"/>
                      <a:pt x="0" y="24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425" name="Freeform 292">
                <a:extLst>
                  <a:ext uri="{FF2B5EF4-FFF2-40B4-BE49-F238E27FC236}">
                    <a16:creationId xmlns:a16="http://schemas.microsoft.com/office/drawing/2014/main" id="{EACA0A18-25AE-4BEB-A694-4D4AB88EBA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6" y="3984"/>
                <a:ext cx="44" cy="21"/>
              </a:xfrm>
              <a:custGeom>
                <a:avLst/>
                <a:gdLst>
                  <a:gd name="T0" fmla="*/ 0 w 25"/>
                  <a:gd name="T1" fmla="*/ 65 h 12"/>
                  <a:gd name="T2" fmla="*/ 102 w 25"/>
                  <a:gd name="T3" fmla="*/ 65 h 12"/>
                  <a:gd name="T4" fmla="*/ 77 w 25"/>
                  <a:gd name="T5" fmla="*/ 7 h 12"/>
                  <a:gd name="T6" fmla="*/ 0 w 25"/>
                  <a:gd name="T7" fmla="*/ 65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" h="12">
                    <a:moveTo>
                      <a:pt x="0" y="12"/>
                    </a:moveTo>
                    <a:cubicBezTo>
                      <a:pt x="8" y="11"/>
                      <a:pt x="17" y="11"/>
                      <a:pt x="19" y="12"/>
                    </a:cubicBezTo>
                    <a:cubicBezTo>
                      <a:pt x="25" y="4"/>
                      <a:pt x="19" y="0"/>
                      <a:pt x="14" y="1"/>
                    </a:cubicBezTo>
                    <a:cubicBezTo>
                      <a:pt x="3" y="1"/>
                      <a:pt x="0" y="10"/>
                      <a:pt x="0" y="12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426" name="Freeform 293">
                <a:extLst>
                  <a:ext uri="{FF2B5EF4-FFF2-40B4-BE49-F238E27FC236}">
                    <a16:creationId xmlns:a16="http://schemas.microsoft.com/office/drawing/2014/main" id="{04C0E83E-4650-4D58-A90C-8D72FFF314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0" y="4000"/>
                <a:ext cx="21" cy="18"/>
              </a:xfrm>
              <a:custGeom>
                <a:avLst/>
                <a:gdLst>
                  <a:gd name="T0" fmla="*/ 0 w 12"/>
                  <a:gd name="T1" fmla="*/ 58 h 10"/>
                  <a:gd name="T2" fmla="*/ 65 w 12"/>
                  <a:gd name="T3" fmla="*/ 52 h 10"/>
                  <a:gd name="T4" fmla="*/ 0 w 12"/>
                  <a:gd name="T5" fmla="*/ 58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0">
                    <a:moveTo>
                      <a:pt x="0" y="10"/>
                    </a:moveTo>
                    <a:cubicBezTo>
                      <a:pt x="2" y="9"/>
                      <a:pt x="11" y="8"/>
                      <a:pt x="12" y="9"/>
                    </a:cubicBezTo>
                    <a:cubicBezTo>
                      <a:pt x="11" y="1"/>
                      <a:pt x="1" y="0"/>
                      <a:pt x="0" y="10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427" name="Freeform 294">
                <a:extLst>
                  <a:ext uri="{FF2B5EF4-FFF2-40B4-BE49-F238E27FC236}">
                    <a16:creationId xmlns:a16="http://schemas.microsoft.com/office/drawing/2014/main" id="{66E4AB94-D64A-4C13-80B9-FA3CE385D0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0" y="4004"/>
                <a:ext cx="18" cy="14"/>
              </a:xfrm>
              <a:custGeom>
                <a:avLst/>
                <a:gdLst>
                  <a:gd name="T0" fmla="*/ 0 w 10"/>
                  <a:gd name="T1" fmla="*/ 37 h 8"/>
                  <a:gd name="T2" fmla="*/ 58 w 10"/>
                  <a:gd name="T3" fmla="*/ 33 h 8"/>
                  <a:gd name="T4" fmla="*/ 0 w 10"/>
                  <a:gd name="T5" fmla="*/ 37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8">
                    <a:moveTo>
                      <a:pt x="0" y="7"/>
                    </a:moveTo>
                    <a:cubicBezTo>
                      <a:pt x="2" y="8"/>
                      <a:pt x="8" y="8"/>
                      <a:pt x="10" y="6"/>
                    </a:cubicBezTo>
                    <a:cubicBezTo>
                      <a:pt x="9" y="0"/>
                      <a:pt x="0" y="3"/>
                      <a:pt x="0" y="7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428" name="Freeform 295">
                <a:extLst>
                  <a:ext uri="{FF2B5EF4-FFF2-40B4-BE49-F238E27FC236}">
                    <a16:creationId xmlns:a16="http://schemas.microsoft.com/office/drawing/2014/main" id="{73FD1E25-7F6B-4717-898C-4CC3D00A12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6" y="3991"/>
                <a:ext cx="14" cy="13"/>
              </a:xfrm>
              <a:custGeom>
                <a:avLst/>
                <a:gdLst>
                  <a:gd name="T0" fmla="*/ 0 w 8"/>
                  <a:gd name="T1" fmla="*/ 24 h 7"/>
                  <a:gd name="T2" fmla="*/ 37 w 8"/>
                  <a:gd name="T3" fmla="*/ 32 h 7"/>
                  <a:gd name="T4" fmla="*/ 0 w 8"/>
                  <a:gd name="T5" fmla="*/ 24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7">
                    <a:moveTo>
                      <a:pt x="0" y="4"/>
                    </a:moveTo>
                    <a:cubicBezTo>
                      <a:pt x="1" y="6"/>
                      <a:pt x="4" y="7"/>
                      <a:pt x="7" y="5"/>
                    </a:cubicBezTo>
                    <a:cubicBezTo>
                      <a:pt x="8" y="0"/>
                      <a:pt x="1" y="0"/>
                      <a:pt x="0" y="4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429" name="Freeform 296">
                <a:extLst>
                  <a:ext uri="{FF2B5EF4-FFF2-40B4-BE49-F238E27FC236}">
                    <a16:creationId xmlns:a16="http://schemas.microsoft.com/office/drawing/2014/main" id="{DD3BA66A-3690-49D1-9414-D1A2EF71CE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0" y="2607"/>
                <a:ext cx="64" cy="39"/>
              </a:xfrm>
              <a:custGeom>
                <a:avLst/>
                <a:gdLst>
                  <a:gd name="T0" fmla="*/ 0 w 36"/>
                  <a:gd name="T1" fmla="*/ 0 h 22"/>
                  <a:gd name="T2" fmla="*/ 64 w 36"/>
                  <a:gd name="T3" fmla="*/ 62 h 22"/>
                  <a:gd name="T4" fmla="*/ 158 w 36"/>
                  <a:gd name="T5" fmla="*/ 106 h 22"/>
                  <a:gd name="T6" fmla="*/ 203 w 36"/>
                  <a:gd name="T7" fmla="*/ 122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6" h="22">
                    <a:moveTo>
                      <a:pt x="0" y="0"/>
                    </a:moveTo>
                    <a:cubicBezTo>
                      <a:pt x="4" y="2"/>
                      <a:pt x="6" y="9"/>
                      <a:pt x="11" y="11"/>
                    </a:cubicBezTo>
                    <a:cubicBezTo>
                      <a:pt x="16" y="15"/>
                      <a:pt x="23" y="16"/>
                      <a:pt x="28" y="19"/>
                    </a:cubicBezTo>
                    <a:cubicBezTo>
                      <a:pt x="31" y="20"/>
                      <a:pt x="34" y="21"/>
                      <a:pt x="36" y="22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430" name="Freeform 297">
                <a:extLst>
                  <a:ext uri="{FF2B5EF4-FFF2-40B4-BE49-F238E27FC236}">
                    <a16:creationId xmlns:a16="http://schemas.microsoft.com/office/drawing/2014/main" id="{CFD2F121-711C-44FF-8D29-D6FA11AA89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0" y="2614"/>
                <a:ext cx="55" cy="45"/>
              </a:xfrm>
              <a:custGeom>
                <a:avLst/>
                <a:gdLst>
                  <a:gd name="T0" fmla="*/ 174 w 31"/>
                  <a:gd name="T1" fmla="*/ 146 h 25"/>
                  <a:gd name="T2" fmla="*/ 57 w 31"/>
                  <a:gd name="T3" fmla="*/ 74 h 25"/>
                  <a:gd name="T4" fmla="*/ 0 w 31"/>
                  <a:gd name="T5" fmla="*/ 0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1" h="25">
                    <a:moveTo>
                      <a:pt x="31" y="25"/>
                    </a:moveTo>
                    <a:cubicBezTo>
                      <a:pt x="22" y="17"/>
                      <a:pt x="16" y="15"/>
                      <a:pt x="10" y="13"/>
                    </a:cubicBezTo>
                    <a:cubicBezTo>
                      <a:pt x="10" y="11"/>
                      <a:pt x="5" y="5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431" name="Freeform 298">
                <a:extLst>
                  <a:ext uri="{FF2B5EF4-FFF2-40B4-BE49-F238E27FC236}">
                    <a16:creationId xmlns:a16="http://schemas.microsoft.com/office/drawing/2014/main" id="{DA627184-E327-40A3-9BE7-C3B335150A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" y="2552"/>
                <a:ext cx="70" cy="84"/>
              </a:xfrm>
              <a:custGeom>
                <a:avLst/>
                <a:gdLst>
                  <a:gd name="T0" fmla="*/ 226 w 39"/>
                  <a:gd name="T1" fmla="*/ 263 h 47"/>
                  <a:gd name="T2" fmla="*/ 126 w 39"/>
                  <a:gd name="T3" fmla="*/ 188 h 47"/>
                  <a:gd name="T4" fmla="*/ 102 w 39"/>
                  <a:gd name="T5" fmla="*/ 52 h 47"/>
                  <a:gd name="T6" fmla="*/ 65 w 39"/>
                  <a:gd name="T7" fmla="*/ 0 h 47"/>
                  <a:gd name="T8" fmla="*/ 0 w 39"/>
                  <a:gd name="T9" fmla="*/ 109 h 47"/>
                  <a:gd name="T10" fmla="*/ 23 w 39"/>
                  <a:gd name="T11" fmla="*/ 202 h 4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9" h="47">
                    <a:moveTo>
                      <a:pt x="39" y="46"/>
                    </a:moveTo>
                    <a:cubicBezTo>
                      <a:pt x="29" y="47"/>
                      <a:pt x="22" y="38"/>
                      <a:pt x="22" y="33"/>
                    </a:cubicBezTo>
                    <a:cubicBezTo>
                      <a:pt x="19" y="28"/>
                      <a:pt x="18" y="13"/>
                      <a:pt x="18" y="9"/>
                    </a:cubicBezTo>
                    <a:cubicBezTo>
                      <a:pt x="17" y="5"/>
                      <a:pt x="16" y="0"/>
                      <a:pt x="11" y="0"/>
                    </a:cubicBezTo>
                    <a:cubicBezTo>
                      <a:pt x="4" y="5"/>
                      <a:pt x="0" y="13"/>
                      <a:pt x="0" y="19"/>
                    </a:cubicBezTo>
                    <a:cubicBezTo>
                      <a:pt x="1" y="25"/>
                      <a:pt x="5" y="29"/>
                      <a:pt x="4" y="35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432" name="Freeform 299">
                <a:extLst>
                  <a:ext uri="{FF2B5EF4-FFF2-40B4-BE49-F238E27FC236}">
                    <a16:creationId xmlns:a16="http://schemas.microsoft.com/office/drawing/2014/main" id="{6A44DBA9-48BB-46EA-B55B-AAD8A16258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1" y="2675"/>
                <a:ext cx="23" cy="8"/>
              </a:xfrm>
              <a:custGeom>
                <a:avLst/>
                <a:gdLst>
                  <a:gd name="T0" fmla="*/ 73 w 13"/>
                  <a:gd name="T1" fmla="*/ 21 h 5"/>
                  <a:gd name="T2" fmla="*/ 0 w 13"/>
                  <a:gd name="T3" fmla="*/ 13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5">
                    <a:moveTo>
                      <a:pt x="13" y="5"/>
                    </a:moveTo>
                    <a:cubicBezTo>
                      <a:pt x="9" y="1"/>
                      <a:pt x="2" y="0"/>
                      <a:pt x="0" y="3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433" name="Freeform 300">
                <a:extLst>
                  <a:ext uri="{FF2B5EF4-FFF2-40B4-BE49-F238E27FC236}">
                    <a16:creationId xmlns:a16="http://schemas.microsoft.com/office/drawing/2014/main" id="{B984CA0D-3C1D-4144-B76B-2E4E1CA982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6" y="2543"/>
                <a:ext cx="5" cy="16"/>
              </a:xfrm>
              <a:custGeom>
                <a:avLst/>
                <a:gdLst>
                  <a:gd name="T0" fmla="*/ 13 w 3"/>
                  <a:gd name="T1" fmla="*/ 50 h 9"/>
                  <a:gd name="T2" fmla="*/ 0 w 3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9">
                    <a:moveTo>
                      <a:pt x="3" y="9"/>
                    </a:moveTo>
                    <a:cubicBezTo>
                      <a:pt x="3" y="5"/>
                      <a:pt x="1" y="2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434" name="Freeform 301">
                <a:extLst>
                  <a:ext uri="{FF2B5EF4-FFF2-40B4-BE49-F238E27FC236}">
                    <a16:creationId xmlns:a16="http://schemas.microsoft.com/office/drawing/2014/main" id="{081F0189-A82C-4575-AD86-207EA43D6D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" y="2574"/>
                <a:ext cx="39" cy="42"/>
              </a:xfrm>
              <a:custGeom>
                <a:avLst/>
                <a:gdLst>
                  <a:gd name="T0" fmla="*/ 122 w 22"/>
                  <a:gd name="T1" fmla="*/ 130 h 24"/>
                  <a:gd name="T2" fmla="*/ 50 w 22"/>
                  <a:gd name="T3" fmla="*/ 98 h 24"/>
                  <a:gd name="T4" fmla="*/ 0 w 22"/>
                  <a:gd name="T5" fmla="*/ 0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24">
                    <a:moveTo>
                      <a:pt x="22" y="24"/>
                    </a:moveTo>
                    <a:cubicBezTo>
                      <a:pt x="19" y="21"/>
                      <a:pt x="12" y="23"/>
                      <a:pt x="9" y="18"/>
                    </a:cubicBezTo>
                    <a:cubicBezTo>
                      <a:pt x="7" y="12"/>
                      <a:pt x="1" y="8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435" name="Freeform 302">
                <a:extLst>
                  <a:ext uri="{FF2B5EF4-FFF2-40B4-BE49-F238E27FC236}">
                    <a16:creationId xmlns:a16="http://schemas.microsoft.com/office/drawing/2014/main" id="{B4111DD0-4092-4FC5-978F-27738FD72F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1" y="2561"/>
                <a:ext cx="27" cy="39"/>
              </a:xfrm>
              <a:custGeom>
                <a:avLst/>
                <a:gdLst>
                  <a:gd name="T0" fmla="*/ 88 w 15"/>
                  <a:gd name="T1" fmla="*/ 122 h 22"/>
                  <a:gd name="T2" fmla="*/ 52 w 15"/>
                  <a:gd name="T3" fmla="*/ 110 h 22"/>
                  <a:gd name="T4" fmla="*/ 0 w 15"/>
                  <a:gd name="T5" fmla="*/ 0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22">
                    <a:moveTo>
                      <a:pt x="15" y="22"/>
                    </a:moveTo>
                    <a:cubicBezTo>
                      <a:pt x="14" y="19"/>
                      <a:pt x="12" y="21"/>
                      <a:pt x="9" y="20"/>
                    </a:cubicBezTo>
                    <a:cubicBezTo>
                      <a:pt x="6" y="18"/>
                      <a:pt x="1" y="5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436" name="Freeform 303">
                <a:extLst>
                  <a:ext uri="{FF2B5EF4-FFF2-40B4-BE49-F238E27FC236}">
                    <a16:creationId xmlns:a16="http://schemas.microsoft.com/office/drawing/2014/main" id="{B712E8C9-2D31-4DAB-815E-12D200BAF0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9" y="2609"/>
                <a:ext cx="6" cy="16"/>
              </a:xfrm>
              <a:custGeom>
                <a:avLst/>
                <a:gdLst>
                  <a:gd name="T0" fmla="*/ 24 w 3"/>
                  <a:gd name="T1" fmla="*/ 0 h 9"/>
                  <a:gd name="T2" fmla="*/ 16 w 3"/>
                  <a:gd name="T3" fmla="*/ 5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9">
                    <a:moveTo>
                      <a:pt x="3" y="0"/>
                    </a:moveTo>
                    <a:cubicBezTo>
                      <a:pt x="0" y="1"/>
                      <a:pt x="2" y="7"/>
                      <a:pt x="2" y="9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437" name="Freeform 304">
                <a:extLst>
                  <a:ext uri="{FF2B5EF4-FFF2-40B4-BE49-F238E27FC236}">
                    <a16:creationId xmlns:a16="http://schemas.microsoft.com/office/drawing/2014/main" id="{65B86583-2B4B-4766-9A06-42CCC552C7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1" y="2480"/>
                <a:ext cx="178" cy="67"/>
              </a:xfrm>
              <a:custGeom>
                <a:avLst/>
                <a:gdLst>
                  <a:gd name="T0" fmla="*/ 281 w 100"/>
                  <a:gd name="T1" fmla="*/ 196 h 38"/>
                  <a:gd name="T2" fmla="*/ 281 w 100"/>
                  <a:gd name="T3" fmla="*/ 196 h 38"/>
                  <a:gd name="T4" fmla="*/ 0 w 100"/>
                  <a:gd name="T5" fmla="*/ 0 h 38"/>
                  <a:gd name="T6" fmla="*/ 281 w 100"/>
                  <a:gd name="T7" fmla="*/ 208 h 38"/>
                  <a:gd name="T8" fmla="*/ 281 w 100"/>
                  <a:gd name="T9" fmla="*/ 208 h 38"/>
                  <a:gd name="T10" fmla="*/ 564 w 100"/>
                  <a:gd name="T11" fmla="*/ 0 h 38"/>
                  <a:gd name="T12" fmla="*/ 281 w 100"/>
                  <a:gd name="T13" fmla="*/ 196 h 3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0" h="38">
                    <a:moveTo>
                      <a:pt x="50" y="36"/>
                    </a:moveTo>
                    <a:cubicBezTo>
                      <a:pt x="50" y="36"/>
                      <a:pt x="50" y="36"/>
                      <a:pt x="50" y="36"/>
                    </a:cubicBezTo>
                    <a:cubicBezTo>
                      <a:pt x="33" y="36"/>
                      <a:pt x="8" y="17"/>
                      <a:pt x="0" y="0"/>
                    </a:cubicBezTo>
                    <a:cubicBezTo>
                      <a:pt x="8" y="17"/>
                      <a:pt x="32" y="38"/>
                      <a:pt x="50" y="38"/>
                    </a:cubicBezTo>
                    <a:cubicBezTo>
                      <a:pt x="50" y="38"/>
                      <a:pt x="50" y="38"/>
                      <a:pt x="50" y="38"/>
                    </a:cubicBezTo>
                    <a:cubicBezTo>
                      <a:pt x="68" y="38"/>
                      <a:pt x="92" y="17"/>
                      <a:pt x="100" y="0"/>
                    </a:cubicBezTo>
                    <a:cubicBezTo>
                      <a:pt x="92" y="17"/>
                      <a:pt x="67" y="36"/>
                      <a:pt x="50" y="36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438" name="Freeform 305">
                <a:extLst>
                  <a:ext uri="{FF2B5EF4-FFF2-40B4-BE49-F238E27FC236}">
                    <a16:creationId xmlns:a16="http://schemas.microsoft.com/office/drawing/2014/main" id="{5F247F16-24C9-42EF-808C-0E10F2C87D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8" y="3833"/>
                <a:ext cx="6" cy="32"/>
              </a:xfrm>
              <a:custGeom>
                <a:avLst/>
                <a:gdLst>
                  <a:gd name="T0" fmla="*/ 24 w 3"/>
                  <a:gd name="T1" fmla="*/ 0 h 18"/>
                  <a:gd name="T2" fmla="*/ 0 w 3"/>
                  <a:gd name="T3" fmla="*/ 101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8">
                    <a:moveTo>
                      <a:pt x="3" y="0"/>
                    </a:moveTo>
                    <a:cubicBezTo>
                      <a:pt x="3" y="7"/>
                      <a:pt x="0" y="18"/>
                      <a:pt x="0" y="18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439" name="Freeform 306">
                <a:extLst>
                  <a:ext uri="{FF2B5EF4-FFF2-40B4-BE49-F238E27FC236}">
                    <a16:creationId xmlns:a16="http://schemas.microsoft.com/office/drawing/2014/main" id="{3856567B-84B0-493A-8BF7-AA3A4D2D05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2" y="1381"/>
                <a:ext cx="175" cy="18"/>
              </a:xfrm>
              <a:custGeom>
                <a:avLst/>
                <a:gdLst>
                  <a:gd name="T0" fmla="*/ 405 w 98"/>
                  <a:gd name="T1" fmla="*/ 16 h 10"/>
                  <a:gd name="T2" fmla="*/ 239 w 98"/>
                  <a:gd name="T3" fmla="*/ 16 h 10"/>
                  <a:gd name="T4" fmla="*/ 7 w 98"/>
                  <a:gd name="T5" fmla="*/ 36 h 10"/>
                  <a:gd name="T6" fmla="*/ 0 w 98"/>
                  <a:gd name="T7" fmla="*/ 58 h 10"/>
                  <a:gd name="T8" fmla="*/ 16 w 98"/>
                  <a:gd name="T9" fmla="*/ 41 h 10"/>
                  <a:gd name="T10" fmla="*/ 232 w 98"/>
                  <a:gd name="T11" fmla="*/ 29 h 10"/>
                  <a:gd name="T12" fmla="*/ 405 w 98"/>
                  <a:gd name="T13" fmla="*/ 29 h 10"/>
                  <a:gd name="T14" fmla="*/ 559 w 98"/>
                  <a:gd name="T15" fmla="*/ 0 h 10"/>
                  <a:gd name="T16" fmla="*/ 405 w 98"/>
                  <a:gd name="T17" fmla="*/ 16 h 1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8" h="10">
                    <a:moveTo>
                      <a:pt x="71" y="3"/>
                    </a:moveTo>
                    <a:cubicBezTo>
                      <a:pt x="66" y="5"/>
                      <a:pt x="54" y="4"/>
                      <a:pt x="42" y="3"/>
                    </a:cubicBezTo>
                    <a:cubicBezTo>
                      <a:pt x="25" y="2"/>
                      <a:pt x="7" y="1"/>
                      <a:pt x="1" y="6"/>
                    </a:cubicBezTo>
                    <a:cubicBezTo>
                      <a:pt x="0" y="7"/>
                      <a:pt x="0" y="9"/>
                      <a:pt x="0" y="10"/>
                    </a:cubicBezTo>
                    <a:cubicBezTo>
                      <a:pt x="0" y="9"/>
                      <a:pt x="2" y="8"/>
                      <a:pt x="3" y="7"/>
                    </a:cubicBezTo>
                    <a:cubicBezTo>
                      <a:pt x="8" y="3"/>
                      <a:pt x="26" y="4"/>
                      <a:pt x="41" y="5"/>
                    </a:cubicBezTo>
                    <a:cubicBezTo>
                      <a:pt x="54" y="6"/>
                      <a:pt x="66" y="7"/>
                      <a:pt x="71" y="5"/>
                    </a:cubicBezTo>
                    <a:cubicBezTo>
                      <a:pt x="76" y="3"/>
                      <a:pt x="93" y="1"/>
                      <a:pt x="98" y="0"/>
                    </a:cubicBezTo>
                    <a:cubicBezTo>
                      <a:pt x="91" y="1"/>
                      <a:pt x="76" y="1"/>
                      <a:pt x="71" y="3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440" name="Freeform 307">
                <a:extLst>
                  <a:ext uri="{FF2B5EF4-FFF2-40B4-BE49-F238E27FC236}">
                    <a16:creationId xmlns:a16="http://schemas.microsoft.com/office/drawing/2014/main" id="{CEA9D294-D3CC-4598-A91C-DC944F39A1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4" y="3959"/>
                <a:ext cx="31" cy="62"/>
              </a:xfrm>
              <a:custGeom>
                <a:avLst/>
                <a:gdLst>
                  <a:gd name="T0" fmla="*/ 7 w 17"/>
                  <a:gd name="T1" fmla="*/ 0 h 35"/>
                  <a:gd name="T2" fmla="*/ 29 w 17"/>
                  <a:gd name="T3" fmla="*/ 60 h 35"/>
                  <a:gd name="T4" fmla="*/ 60 w 17"/>
                  <a:gd name="T5" fmla="*/ 195 h 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35">
                    <a:moveTo>
                      <a:pt x="1" y="0"/>
                    </a:moveTo>
                    <a:cubicBezTo>
                      <a:pt x="0" y="4"/>
                      <a:pt x="2" y="8"/>
                      <a:pt x="5" y="11"/>
                    </a:cubicBezTo>
                    <a:cubicBezTo>
                      <a:pt x="9" y="15"/>
                      <a:pt x="17" y="28"/>
                      <a:pt x="10" y="35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441" name="Freeform 308">
                <a:extLst>
                  <a:ext uri="{FF2B5EF4-FFF2-40B4-BE49-F238E27FC236}">
                    <a16:creationId xmlns:a16="http://schemas.microsoft.com/office/drawing/2014/main" id="{71369DF4-2FDB-435F-803E-4CD0366C39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6" y="3963"/>
                <a:ext cx="43" cy="58"/>
              </a:xfrm>
              <a:custGeom>
                <a:avLst/>
                <a:gdLst>
                  <a:gd name="T0" fmla="*/ 0 w 24"/>
                  <a:gd name="T1" fmla="*/ 0 h 33"/>
                  <a:gd name="T2" fmla="*/ 81 w 24"/>
                  <a:gd name="T3" fmla="*/ 65 h 33"/>
                  <a:gd name="T4" fmla="*/ 109 w 24"/>
                  <a:gd name="T5" fmla="*/ 179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33">
                    <a:moveTo>
                      <a:pt x="0" y="0"/>
                    </a:moveTo>
                    <a:cubicBezTo>
                      <a:pt x="4" y="6"/>
                      <a:pt x="12" y="10"/>
                      <a:pt x="14" y="12"/>
                    </a:cubicBezTo>
                    <a:cubicBezTo>
                      <a:pt x="21" y="19"/>
                      <a:pt x="24" y="27"/>
                      <a:pt x="19" y="33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442" name="Freeform 309">
                <a:extLst>
                  <a:ext uri="{FF2B5EF4-FFF2-40B4-BE49-F238E27FC236}">
                    <a16:creationId xmlns:a16="http://schemas.microsoft.com/office/drawing/2014/main" id="{E1F7F18C-0C1D-4BEE-B352-D5CA194457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8" y="3959"/>
                <a:ext cx="45" cy="59"/>
              </a:xfrm>
              <a:custGeom>
                <a:avLst/>
                <a:gdLst>
                  <a:gd name="T0" fmla="*/ 0 w 25"/>
                  <a:gd name="T1" fmla="*/ 0 h 33"/>
                  <a:gd name="T2" fmla="*/ 81 w 25"/>
                  <a:gd name="T3" fmla="*/ 68 h 33"/>
                  <a:gd name="T4" fmla="*/ 139 w 25"/>
                  <a:gd name="T5" fmla="*/ 188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33">
                    <a:moveTo>
                      <a:pt x="0" y="0"/>
                    </a:moveTo>
                    <a:cubicBezTo>
                      <a:pt x="5" y="4"/>
                      <a:pt x="8" y="7"/>
                      <a:pt x="14" y="12"/>
                    </a:cubicBezTo>
                    <a:cubicBezTo>
                      <a:pt x="23" y="20"/>
                      <a:pt x="25" y="26"/>
                      <a:pt x="24" y="33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443" name="Freeform 310">
                <a:extLst>
                  <a:ext uri="{FF2B5EF4-FFF2-40B4-BE49-F238E27FC236}">
                    <a16:creationId xmlns:a16="http://schemas.microsoft.com/office/drawing/2014/main" id="{83AD246B-87BC-47B7-A42F-A5B52D27B8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9" y="3952"/>
                <a:ext cx="32" cy="43"/>
              </a:xfrm>
              <a:custGeom>
                <a:avLst/>
                <a:gdLst>
                  <a:gd name="T0" fmla="*/ 0 w 18"/>
                  <a:gd name="T1" fmla="*/ 0 h 24"/>
                  <a:gd name="T2" fmla="*/ 57 w 18"/>
                  <a:gd name="T3" fmla="*/ 52 h 24"/>
                  <a:gd name="T4" fmla="*/ 94 w 18"/>
                  <a:gd name="T5" fmla="*/ 138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24">
                    <a:moveTo>
                      <a:pt x="0" y="0"/>
                    </a:moveTo>
                    <a:cubicBezTo>
                      <a:pt x="3" y="3"/>
                      <a:pt x="7" y="6"/>
                      <a:pt x="10" y="9"/>
                    </a:cubicBezTo>
                    <a:cubicBezTo>
                      <a:pt x="14" y="12"/>
                      <a:pt x="18" y="19"/>
                      <a:pt x="17" y="24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444" name="Freeform 311">
                <a:extLst>
                  <a:ext uri="{FF2B5EF4-FFF2-40B4-BE49-F238E27FC236}">
                    <a16:creationId xmlns:a16="http://schemas.microsoft.com/office/drawing/2014/main" id="{F1AF21B3-9562-49EF-8823-A9308A4D54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0" y="3984"/>
                <a:ext cx="45" cy="21"/>
              </a:xfrm>
              <a:custGeom>
                <a:avLst/>
                <a:gdLst>
                  <a:gd name="T0" fmla="*/ 146 w 25"/>
                  <a:gd name="T1" fmla="*/ 65 h 12"/>
                  <a:gd name="T2" fmla="*/ 36 w 25"/>
                  <a:gd name="T3" fmla="*/ 65 h 12"/>
                  <a:gd name="T4" fmla="*/ 72 w 25"/>
                  <a:gd name="T5" fmla="*/ 7 h 12"/>
                  <a:gd name="T6" fmla="*/ 146 w 25"/>
                  <a:gd name="T7" fmla="*/ 65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" h="12">
                    <a:moveTo>
                      <a:pt x="25" y="12"/>
                    </a:moveTo>
                    <a:cubicBezTo>
                      <a:pt x="17" y="11"/>
                      <a:pt x="8" y="11"/>
                      <a:pt x="6" y="12"/>
                    </a:cubicBezTo>
                    <a:cubicBezTo>
                      <a:pt x="0" y="4"/>
                      <a:pt x="7" y="0"/>
                      <a:pt x="12" y="1"/>
                    </a:cubicBezTo>
                    <a:cubicBezTo>
                      <a:pt x="22" y="1"/>
                      <a:pt x="25" y="10"/>
                      <a:pt x="25" y="12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445" name="Freeform 312">
                <a:extLst>
                  <a:ext uri="{FF2B5EF4-FFF2-40B4-BE49-F238E27FC236}">
                    <a16:creationId xmlns:a16="http://schemas.microsoft.com/office/drawing/2014/main" id="{468E250A-E4D9-4AB4-A801-C4C2F63F83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0" y="4000"/>
                <a:ext cx="21" cy="18"/>
              </a:xfrm>
              <a:custGeom>
                <a:avLst/>
                <a:gdLst>
                  <a:gd name="T0" fmla="*/ 65 w 12"/>
                  <a:gd name="T1" fmla="*/ 58 h 10"/>
                  <a:gd name="T2" fmla="*/ 0 w 12"/>
                  <a:gd name="T3" fmla="*/ 52 h 10"/>
                  <a:gd name="T4" fmla="*/ 65 w 12"/>
                  <a:gd name="T5" fmla="*/ 58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0">
                    <a:moveTo>
                      <a:pt x="12" y="10"/>
                    </a:moveTo>
                    <a:cubicBezTo>
                      <a:pt x="10" y="9"/>
                      <a:pt x="2" y="8"/>
                      <a:pt x="0" y="9"/>
                    </a:cubicBezTo>
                    <a:cubicBezTo>
                      <a:pt x="1" y="1"/>
                      <a:pt x="12" y="0"/>
                      <a:pt x="12" y="10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446" name="Freeform 313">
                <a:extLst>
                  <a:ext uri="{FF2B5EF4-FFF2-40B4-BE49-F238E27FC236}">
                    <a16:creationId xmlns:a16="http://schemas.microsoft.com/office/drawing/2014/main" id="{4132558D-6819-400E-A57D-4A7F9240C2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3" y="4004"/>
                <a:ext cx="19" cy="14"/>
              </a:xfrm>
              <a:custGeom>
                <a:avLst/>
                <a:gdLst>
                  <a:gd name="T0" fmla="*/ 57 w 11"/>
                  <a:gd name="T1" fmla="*/ 37 h 8"/>
                  <a:gd name="T2" fmla="*/ 0 w 11"/>
                  <a:gd name="T3" fmla="*/ 33 h 8"/>
                  <a:gd name="T4" fmla="*/ 57 w 11"/>
                  <a:gd name="T5" fmla="*/ 37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8">
                    <a:moveTo>
                      <a:pt x="11" y="7"/>
                    </a:moveTo>
                    <a:cubicBezTo>
                      <a:pt x="8" y="8"/>
                      <a:pt x="3" y="8"/>
                      <a:pt x="0" y="6"/>
                    </a:cubicBezTo>
                    <a:cubicBezTo>
                      <a:pt x="1" y="0"/>
                      <a:pt x="11" y="3"/>
                      <a:pt x="11" y="7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447" name="Freeform 314">
                <a:extLst>
                  <a:ext uri="{FF2B5EF4-FFF2-40B4-BE49-F238E27FC236}">
                    <a16:creationId xmlns:a16="http://schemas.microsoft.com/office/drawing/2014/main" id="{40FEC3E3-0E67-4403-96D0-6149F0F3EE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1" y="3991"/>
                <a:ext cx="14" cy="13"/>
              </a:xfrm>
              <a:custGeom>
                <a:avLst/>
                <a:gdLst>
                  <a:gd name="T0" fmla="*/ 44 w 8"/>
                  <a:gd name="T1" fmla="*/ 24 h 7"/>
                  <a:gd name="T2" fmla="*/ 7 w 8"/>
                  <a:gd name="T3" fmla="*/ 32 h 7"/>
                  <a:gd name="T4" fmla="*/ 44 w 8"/>
                  <a:gd name="T5" fmla="*/ 24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7">
                    <a:moveTo>
                      <a:pt x="8" y="4"/>
                    </a:moveTo>
                    <a:cubicBezTo>
                      <a:pt x="7" y="6"/>
                      <a:pt x="4" y="7"/>
                      <a:pt x="1" y="5"/>
                    </a:cubicBezTo>
                    <a:cubicBezTo>
                      <a:pt x="0" y="0"/>
                      <a:pt x="7" y="0"/>
                      <a:pt x="8" y="4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448" name="Freeform 315">
                <a:extLst>
                  <a:ext uri="{FF2B5EF4-FFF2-40B4-BE49-F238E27FC236}">
                    <a16:creationId xmlns:a16="http://schemas.microsoft.com/office/drawing/2014/main" id="{26F3C631-7D9C-4D9A-9A8B-F9CA15EFF9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7" y="1556"/>
                <a:ext cx="30" cy="23"/>
              </a:xfrm>
              <a:custGeom>
                <a:avLst/>
                <a:gdLst>
                  <a:gd name="T0" fmla="*/ 0 w 17"/>
                  <a:gd name="T1" fmla="*/ 37 h 13"/>
                  <a:gd name="T2" fmla="*/ 44 w 17"/>
                  <a:gd name="T3" fmla="*/ 0 h 13"/>
                  <a:gd name="T4" fmla="*/ 86 w 17"/>
                  <a:gd name="T5" fmla="*/ 34 h 13"/>
                  <a:gd name="T6" fmla="*/ 49 w 17"/>
                  <a:gd name="T7" fmla="*/ 73 h 13"/>
                  <a:gd name="T8" fmla="*/ 0 w 17"/>
                  <a:gd name="T9" fmla="*/ 3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13">
                    <a:moveTo>
                      <a:pt x="0" y="7"/>
                    </a:moveTo>
                    <a:cubicBezTo>
                      <a:pt x="0" y="3"/>
                      <a:pt x="3" y="0"/>
                      <a:pt x="8" y="0"/>
                    </a:cubicBezTo>
                    <a:cubicBezTo>
                      <a:pt x="12" y="0"/>
                      <a:pt x="16" y="2"/>
                      <a:pt x="16" y="6"/>
                    </a:cubicBezTo>
                    <a:cubicBezTo>
                      <a:pt x="17" y="10"/>
                      <a:pt x="13" y="13"/>
                      <a:pt x="9" y="13"/>
                    </a:cubicBezTo>
                    <a:cubicBezTo>
                      <a:pt x="5" y="13"/>
                      <a:pt x="1" y="11"/>
                      <a:pt x="0" y="7"/>
                    </a:cubicBezTo>
                  </a:path>
                </a:pathLst>
              </a:custGeom>
              <a:solidFill>
                <a:srgbClr val="6025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449" name="Freeform 316">
                <a:extLst>
                  <a:ext uri="{FF2B5EF4-FFF2-40B4-BE49-F238E27FC236}">
                    <a16:creationId xmlns:a16="http://schemas.microsoft.com/office/drawing/2014/main" id="{25474018-261B-430D-8C50-7ABCA28AC07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726" y="1563"/>
                <a:ext cx="12" cy="9"/>
              </a:xfrm>
              <a:custGeom>
                <a:avLst/>
                <a:gdLst>
                  <a:gd name="T0" fmla="*/ 36 w 7"/>
                  <a:gd name="T1" fmla="*/ 13 h 5"/>
                  <a:gd name="T2" fmla="*/ 29 w 7"/>
                  <a:gd name="T3" fmla="*/ 16 h 5"/>
                  <a:gd name="T4" fmla="*/ 26 w 7"/>
                  <a:gd name="T5" fmla="*/ 23 h 5"/>
                  <a:gd name="T6" fmla="*/ 21 w 7"/>
                  <a:gd name="T7" fmla="*/ 23 h 5"/>
                  <a:gd name="T8" fmla="*/ 9 w 7"/>
                  <a:gd name="T9" fmla="*/ 23 h 5"/>
                  <a:gd name="T10" fmla="*/ 5 w 7"/>
                  <a:gd name="T11" fmla="*/ 16 h 5"/>
                  <a:gd name="T12" fmla="*/ 5 w 7"/>
                  <a:gd name="T13" fmla="*/ 16 h 5"/>
                  <a:gd name="T14" fmla="*/ 5 w 7"/>
                  <a:gd name="T15" fmla="*/ 16 h 5"/>
                  <a:gd name="T16" fmla="*/ 5 w 7"/>
                  <a:gd name="T17" fmla="*/ 13 h 5"/>
                  <a:gd name="T18" fmla="*/ 5 w 7"/>
                  <a:gd name="T19" fmla="*/ 13 h 5"/>
                  <a:gd name="T20" fmla="*/ 5 w 7"/>
                  <a:gd name="T21" fmla="*/ 7 h 5"/>
                  <a:gd name="T22" fmla="*/ 0 w 7"/>
                  <a:gd name="T23" fmla="*/ 16 h 5"/>
                  <a:gd name="T24" fmla="*/ 5 w 7"/>
                  <a:gd name="T25" fmla="*/ 29 h 5"/>
                  <a:gd name="T26" fmla="*/ 21 w 7"/>
                  <a:gd name="T27" fmla="*/ 29 h 5"/>
                  <a:gd name="T28" fmla="*/ 29 w 7"/>
                  <a:gd name="T29" fmla="*/ 23 h 5"/>
                  <a:gd name="T30" fmla="*/ 36 w 7"/>
                  <a:gd name="T31" fmla="*/ 13 h 5"/>
                  <a:gd name="T32" fmla="*/ 15 w 7"/>
                  <a:gd name="T33" fmla="*/ 7 h 5"/>
                  <a:gd name="T34" fmla="*/ 15 w 7"/>
                  <a:gd name="T35" fmla="*/ 7 h 5"/>
                  <a:gd name="T36" fmla="*/ 21 w 7"/>
                  <a:gd name="T37" fmla="*/ 7 h 5"/>
                  <a:gd name="T38" fmla="*/ 21 w 7"/>
                  <a:gd name="T39" fmla="*/ 0 h 5"/>
                  <a:gd name="T40" fmla="*/ 21 w 7"/>
                  <a:gd name="T41" fmla="*/ 0 h 5"/>
                  <a:gd name="T42" fmla="*/ 15 w 7"/>
                  <a:gd name="T43" fmla="*/ 0 h 5"/>
                  <a:gd name="T44" fmla="*/ 15 w 7"/>
                  <a:gd name="T45" fmla="*/ 0 h 5"/>
                  <a:gd name="T46" fmla="*/ 15 w 7"/>
                  <a:gd name="T47" fmla="*/ 7 h 5"/>
                  <a:gd name="T48" fmla="*/ 15 w 7"/>
                  <a:gd name="T49" fmla="*/ 7 h 5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7" h="5">
                    <a:moveTo>
                      <a:pt x="7" y="2"/>
                    </a:moveTo>
                    <a:cubicBezTo>
                      <a:pt x="6" y="2"/>
                      <a:pt x="6" y="3"/>
                      <a:pt x="6" y="3"/>
                    </a:cubicBezTo>
                    <a:cubicBezTo>
                      <a:pt x="6" y="4"/>
                      <a:pt x="5" y="4"/>
                      <a:pt x="5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7" y="2"/>
                      <a:pt x="7" y="2"/>
                      <a:pt x="7" y="2"/>
                    </a:cubicBezTo>
                    <a:close/>
                    <a:moveTo>
                      <a:pt x="3" y="1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450" name="Freeform 317">
                <a:extLst>
                  <a:ext uri="{FF2B5EF4-FFF2-40B4-BE49-F238E27FC236}">
                    <a16:creationId xmlns:a16="http://schemas.microsoft.com/office/drawing/2014/main" id="{BF7CCA6C-6848-45D6-87A8-4D95B651675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717" y="1556"/>
                <a:ext cx="30" cy="25"/>
              </a:xfrm>
              <a:custGeom>
                <a:avLst/>
                <a:gdLst>
                  <a:gd name="T0" fmla="*/ 86 w 17"/>
                  <a:gd name="T1" fmla="*/ 36 h 14"/>
                  <a:gd name="T2" fmla="*/ 94 w 17"/>
                  <a:gd name="T3" fmla="*/ 36 h 14"/>
                  <a:gd name="T4" fmla="*/ 86 w 17"/>
                  <a:gd name="T5" fmla="*/ 16 h 14"/>
                  <a:gd name="T6" fmla="*/ 81 w 17"/>
                  <a:gd name="T7" fmla="*/ 16 h 14"/>
                  <a:gd name="T8" fmla="*/ 81 w 17"/>
                  <a:gd name="T9" fmla="*/ 16 h 14"/>
                  <a:gd name="T10" fmla="*/ 86 w 17"/>
                  <a:gd name="T11" fmla="*/ 36 h 14"/>
                  <a:gd name="T12" fmla="*/ 86 w 17"/>
                  <a:gd name="T13" fmla="*/ 36 h 14"/>
                  <a:gd name="T14" fmla="*/ 78 w 17"/>
                  <a:gd name="T15" fmla="*/ 64 h 14"/>
                  <a:gd name="T16" fmla="*/ 49 w 17"/>
                  <a:gd name="T17" fmla="*/ 73 h 14"/>
                  <a:gd name="T18" fmla="*/ 16 w 17"/>
                  <a:gd name="T19" fmla="*/ 64 h 14"/>
                  <a:gd name="T20" fmla="*/ 12 w 17"/>
                  <a:gd name="T21" fmla="*/ 64 h 14"/>
                  <a:gd name="T22" fmla="*/ 49 w 17"/>
                  <a:gd name="T23" fmla="*/ 80 h 14"/>
                  <a:gd name="T24" fmla="*/ 81 w 17"/>
                  <a:gd name="T25" fmla="*/ 64 h 14"/>
                  <a:gd name="T26" fmla="*/ 94 w 17"/>
                  <a:gd name="T27" fmla="*/ 45 h 14"/>
                  <a:gd name="T28" fmla="*/ 81 w 17"/>
                  <a:gd name="T29" fmla="*/ 52 h 14"/>
                  <a:gd name="T30" fmla="*/ 78 w 17"/>
                  <a:gd name="T31" fmla="*/ 64 h 14"/>
                  <a:gd name="T32" fmla="*/ 16 w 17"/>
                  <a:gd name="T33" fmla="*/ 16 h 14"/>
                  <a:gd name="T34" fmla="*/ 12 w 17"/>
                  <a:gd name="T35" fmla="*/ 13 h 14"/>
                  <a:gd name="T36" fmla="*/ 7 w 17"/>
                  <a:gd name="T37" fmla="*/ 16 h 14"/>
                  <a:gd name="T38" fmla="*/ 12 w 17"/>
                  <a:gd name="T39" fmla="*/ 23 h 14"/>
                  <a:gd name="T40" fmla="*/ 16 w 17"/>
                  <a:gd name="T41" fmla="*/ 16 h 14"/>
                  <a:gd name="T42" fmla="*/ 0 w 17"/>
                  <a:gd name="T43" fmla="*/ 29 h 14"/>
                  <a:gd name="T44" fmla="*/ 0 w 17"/>
                  <a:gd name="T45" fmla="*/ 29 h 14"/>
                  <a:gd name="T46" fmla="*/ 0 w 17"/>
                  <a:gd name="T47" fmla="*/ 29 h 14"/>
                  <a:gd name="T48" fmla="*/ 0 w 17"/>
                  <a:gd name="T49" fmla="*/ 29 h 14"/>
                  <a:gd name="T50" fmla="*/ 72 w 17"/>
                  <a:gd name="T51" fmla="*/ 13 h 14"/>
                  <a:gd name="T52" fmla="*/ 78 w 17"/>
                  <a:gd name="T53" fmla="*/ 7 h 14"/>
                  <a:gd name="T54" fmla="*/ 56 w 17"/>
                  <a:gd name="T55" fmla="*/ 0 h 14"/>
                  <a:gd name="T56" fmla="*/ 60 w 17"/>
                  <a:gd name="T57" fmla="*/ 7 h 14"/>
                  <a:gd name="T58" fmla="*/ 72 w 17"/>
                  <a:gd name="T59" fmla="*/ 13 h 14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0" t="0" r="r" b="b"/>
                <a:pathLst>
                  <a:path w="17" h="14">
                    <a:moveTo>
                      <a:pt x="16" y="6"/>
                    </a:moveTo>
                    <a:cubicBezTo>
                      <a:pt x="16" y="6"/>
                      <a:pt x="17" y="6"/>
                      <a:pt x="17" y="6"/>
                    </a:cubicBezTo>
                    <a:cubicBezTo>
                      <a:pt x="17" y="5"/>
                      <a:pt x="16" y="4"/>
                      <a:pt x="16" y="3"/>
                    </a:cubicBezTo>
                    <a:cubicBezTo>
                      <a:pt x="16" y="3"/>
                      <a:pt x="15" y="3"/>
                      <a:pt x="15" y="3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15" y="4"/>
                      <a:pt x="16" y="5"/>
                      <a:pt x="16" y="6"/>
                    </a:cubicBezTo>
                    <a:cubicBezTo>
                      <a:pt x="16" y="6"/>
                      <a:pt x="16" y="6"/>
                      <a:pt x="16" y="6"/>
                    </a:cubicBezTo>
                    <a:moveTo>
                      <a:pt x="14" y="11"/>
                    </a:moveTo>
                    <a:cubicBezTo>
                      <a:pt x="13" y="12"/>
                      <a:pt x="11" y="13"/>
                      <a:pt x="9" y="13"/>
                    </a:cubicBezTo>
                    <a:cubicBezTo>
                      <a:pt x="7" y="13"/>
                      <a:pt x="4" y="12"/>
                      <a:pt x="3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3" y="13"/>
                      <a:pt x="6" y="14"/>
                      <a:pt x="9" y="14"/>
                    </a:cubicBezTo>
                    <a:cubicBezTo>
                      <a:pt x="11" y="14"/>
                      <a:pt x="13" y="13"/>
                      <a:pt x="15" y="11"/>
                    </a:cubicBezTo>
                    <a:cubicBezTo>
                      <a:pt x="16" y="10"/>
                      <a:pt x="16" y="9"/>
                      <a:pt x="17" y="8"/>
                    </a:cubicBezTo>
                    <a:cubicBezTo>
                      <a:pt x="16" y="9"/>
                      <a:pt x="16" y="9"/>
                      <a:pt x="15" y="9"/>
                    </a:cubicBezTo>
                    <a:cubicBezTo>
                      <a:pt x="15" y="9"/>
                      <a:pt x="15" y="10"/>
                      <a:pt x="14" y="11"/>
                    </a:cubicBezTo>
                    <a:moveTo>
                      <a:pt x="3" y="3"/>
                    </a:moveTo>
                    <a:cubicBezTo>
                      <a:pt x="3" y="2"/>
                      <a:pt x="2" y="2"/>
                      <a:pt x="2" y="2"/>
                    </a:cubicBezTo>
                    <a:cubicBezTo>
                      <a:pt x="2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4"/>
                    </a:cubicBezTo>
                    <a:cubicBezTo>
                      <a:pt x="2" y="3"/>
                      <a:pt x="2" y="3"/>
                      <a:pt x="3" y="3"/>
                    </a:cubicBezTo>
                    <a:moveTo>
                      <a:pt x="0" y="5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moveTo>
                      <a:pt x="13" y="2"/>
                    </a:moveTo>
                    <a:cubicBezTo>
                      <a:pt x="13" y="1"/>
                      <a:pt x="14" y="1"/>
                      <a:pt x="14" y="1"/>
                    </a:cubicBezTo>
                    <a:cubicBezTo>
                      <a:pt x="13" y="0"/>
                      <a:pt x="12" y="0"/>
                      <a:pt x="10" y="0"/>
                    </a:cubicBezTo>
                    <a:cubicBezTo>
                      <a:pt x="11" y="0"/>
                      <a:pt x="11" y="0"/>
                      <a:pt x="11" y="1"/>
                    </a:cubicBezTo>
                    <a:cubicBezTo>
                      <a:pt x="11" y="1"/>
                      <a:pt x="12" y="1"/>
                      <a:pt x="13" y="2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451" name="Freeform 318">
                <a:extLst>
                  <a:ext uri="{FF2B5EF4-FFF2-40B4-BE49-F238E27FC236}">
                    <a16:creationId xmlns:a16="http://schemas.microsoft.com/office/drawing/2014/main" id="{DC5DE30A-B3F1-4293-BA3D-196202F15F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6" y="1555"/>
                <a:ext cx="29" cy="24"/>
              </a:xfrm>
              <a:custGeom>
                <a:avLst/>
                <a:gdLst>
                  <a:gd name="T0" fmla="*/ 96 w 16"/>
                  <a:gd name="T1" fmla="*/ 36 h 14"/>
                  <a:gd name="T2" fmla="*/ 53 w 16"/>
                  <a:gd name="T3" fmla="*/ 0 h 14"/>
                  <a:gd name="T4" fmla="*/ 0 w 16"/>
                  <a:gd name="T5" fmla="*/ 29 h 14"/>
                  <a:gd name="T6" fmla="*/ 44 w 16"/>
                  <a:gd name="T7" fmla="*/ 70 h 14"/>
                  <a:gd name="T8" fmla="*/ 96 w 16"/>
                  <a:gd name="T9" fmla="*/ 36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14">
                    <a:moveTo>
                      <a:pt x="16" y="7"/>
                    </a:moveTo>
                    <a:cubicBezTo>
                      <a:pt x="16" y="4"/>
                      <a:pt x="13" y="1"/>
                      <a:pt x="9" y="0"/>
                    </a:cubicBezTo>
                    <a:cubicBezTo>
                      <a:pt x="4" y="0"/>
                      <a:pt x="0" y="3"/>
                      <a:pt x="0" y="6"/>
                    </a:cubicBezTo>
                    <a:cubicBezTo>
                      <a:pt x="0" y="10"/>
                      <a:pt x="3" y="13"/>
                      <a:pt x="7" y="14"/>
                    </a:cubicBezTo>
                    <a:cubicBezTo>
                      <a:pt x="12" y="14"/>
                      <a:pt x="16" y="11"/>
                      <a:pt x="16" y="7"/>
                    </a:cubicBezTo>
                  </a:path>
                </a:pathLst>
              </a:custGeom>
              <a:solidFill>
                <a:srgbClr val="6025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452" name="Freeform 319">
                <a:extLst>
                  <a:ext uri="{FF2B5EF4-FFF2-40B4-BE49-F238E27FC236}">
                    <a16:creationId xmlns:a16="http://schemas.microsoft.com/office/drawing/2014/main" id="{6DEBC758-0B63-4481-B508-B9E70B3F742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085" y="1562"/>
                <a:ext cx="13" cy="10"/>
              </a:xfrm>
              <a:custGeom>
                <a:avLst/>
                <a:gdLst>
                  <a:gd name="T0" fmla="*/ 0 w 7"/>
                  <a:gd name="T1" fmla="*/ 13 h 6"/>
                  <a:gd name="T2" fmla="*/ 0 w 7"/>
                  <a:gd name="T3" fmla="*/ 22 h 6"/>
                  <a:gd name="T4" fmla="*/ 20 w 7"/>
                  <a:gd name="T5" fmla="*/ 28 h 6"/>
                  <a:gd name="T6" fmla="*/ 32 w 7"/>
                  <a:gd name="T7" fmla="*/ 22 h 6"/>
                  <a:gd name="T8" fmla="*/ 45 w 7"/>
                  <a:gd name="T9" fmla="*/ 13 h 6"/>
                  <a:gd name="T10" fmla="*/ 37 w 7"/>
                  <a:gd name="T11" fmla="*/ 5 h 6"/>
                  <a:gd name="T12" fmla="*/ 32 w 7"/>
                  <a:gd name="T13" fmla="*/ 8 h 6"/>
                  <a:gd name="T14" fmla="*/ 32 w 7"/>
                  <a:gd name="T15" fmla="*/ 8 h 6"/>
                  <a:gd name="T16" fmla="*/ 32 w 7"/>
                  <a:gd name="T17" fmla="*/ 13 h 6"/>
                  <a:gd name="T18" fmla="*/ 32 w 7"/>
                  <a:gd name="T19" fmla="*/ 13 h 6"/>
                  <a:gd name="T20" fmla="*/ 32 w 7"/>
                  <a:gd name="T21" fmla="*/ 13 h 6"/>
                  <a:gd name="T22" fmla="*/ 32 w 7"/>
                  <a:gd name="T23" fmla="*/ 20 h 6"/>
                  <a:gd name="T24" fmla="*/ 20 w 7"/>
                  <a:gd name="T25" fmla="*/ 22 h 6"/>
                  <a:gd name="T26" fmla="*/ 13 w 7"/>
                  <a:gd name="T27" fmla="*/ 20 h 6"/>
                  <a:gd name="T28" fmla="*/ 7 w 7"/>
                  <a:gd name="T29" fmla="*/ 20 h 6"/>
                  <a:gd name="T30" fmla="*/ 0 w 7"/>
                  <a:gd name="T31" fmla="*/ 8 h 6"/>
                  <a:gd name="T32" fmla="*/ 0 w 7"/>
                  <a:gd name="T33" fmla="*/ 13 h 6"/>
                  <a:gd name="T34" fmla="*/ 24 w 7"/>
                  <a:gd name="T35" fmla="*/ 5 h 6"/>
                  <a:gd name="T36" fmla="*/ 24 w 7"/>
                  <a:gd name="T37" fmla="*/ 0 h 6"/>
                  <a:gd name="T38" fmla="*/ 20 w 7"/>
                  <a:gd name="T39" fmla="*/ 0 h 6"/>
                  <a:gd name="T40" fmla="*/ 20 w 7"/>
                  <a:gd name="T41" fmla="*/ 0 h 6"/>
                  <a:gd name="T42" fmla="*/ 20 w 7"/>
                  <a:gd name="T43" fmla="*/ 0 h 6"/>
                  <a:gd name="T44" fmla="*/ 20 w 7"/>
                  <a:gd name="T45" fmla="*/ 5 h 6"/>
                  <a:gd name="T46" fmla="*/ 20 w 7"/>
                  <a:gd name="T47" fmla="*/ 5 h 6"/>
                  <a:gd name="T48" fmla="*/ 20 w 7"/>
                  <a:gd name="T49" fmla="*/ 5 h 6"/>
                  <a:gd name="T50" fmla="*/ 24 w 7"/>
                  <a:gd name="T51" fmla="*/ 5 h 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7" h="6">
                    <a:moveTo>
                      <a:pt x="0" y="3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5" y="3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0" y="3"/>
                      <a:pt x="0" y="3"/>
                      <a:pt x="0" y="2"/>
                    </a:cubicBezTo>
                    <a:lnTo>
                      <a:pt x="0" y="3"/>
                    </a:lnTo>
                    <a:close/>
                    <a:moveTo>
                      <a:pt x="4" y="1"/>
                    </a:moveTo>
                    <a:cubicBezTo>
                      <a:pt x="4" y="1"/>
                      <a:pt x="4" y="0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4" y="1"/>
                      <a:pt x="4" y="1"/>
                      <a:pt x="4" y="1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453" name="Freeform 320">
                <a:extLst>
                  <a:ext uri="{FF2B5EF4-FFF2-40B4-BE49-F238E27FC236}">
                    <a16:creationId xmlns:a16="http://schemas.microsoft.com/office/drawing/2014/main" id="{6B32DFC1-4FE1-4DE4-9A16-6014F524419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076" y="1555"/>
                <a:ext cx="30" cy="24"/>
              </a:xfrm>
              <a:custGeom>
                <a:avLst/>
                <a:gdLst>
                  <a:gd name="T0" fmla="*/ 49 w 17"/>
                  <a:gd name="T1" fmla="*/ 5 h 14"/>
                  <a:gd name="T2" fmla="*/ 49 w 17"/>
                  <a:gd name="T3" fmla="*/ 5 h 14"/>
                  <a:gd name="T4" fmla="*/ 49 w 17"/>
                  <a:gd name="T5" fmla="*/ 0 h 14"/>
                  <a:gd name="T6" fmla="*/ 49 w 17"/>
                  <a:gd name="T7" fmla="*/ 0 h 14"/>
                  <a:gd name="T8" fmla="*/ 44 w 17"/>
                  <a:gd name="T9" fmla="*/ 5 h 14"/>
                  <a:gd name="T10" fmla="*/ 49 w 17"/>
                  <a:gd name="T11" fmla="*/ 5 h 14"/>
                  <a:gd name="T12" fmla="*/ 7 w 17"/>
                  <a:gd name="T13" fmla="*/ 45 h 14"/>
                  <a:gd name="T14" fmla="*/ 0 w 17"/>
                  <a:gd name="T15" fmla="*/ 45 h 14"/>
                  <a:gd name="T16" fmla="*/ 12 w 17"/>
                  <a:gd name="T17" fmla="*/ 62 h 14"/>
                  <a:gd name="T18" fmla="*/ 37 w 17"/>
                  <a:gd name="T19" fmla="*/ 70 h 14"/>
                  <a:gd name="T20" fmla="*/ 81 w 17"/>
                  <a:gd name="T21" fmla="*/ 57 h 14"/>
                  <a:gd name="T22" fmla="*/ 78 w 17"/>
                  <a:gd name="T23" fmla="*/ 57 h 14"/>
                  <a:gd name="T24" fmla="*/ 44 w 17"/>
                  <a:gd name="T25" fmla="*/ 65 h 14"/>
                  <a:gd name="T26" fmla="*/ 16 w 17"/>
                  <a:gd name="T27" fmla="*/ 57 h 14"/>
                  <a:gd name="T28" fmla="*/ 7 w 17"/>
                  <a:gd name="T29" fmla="*/ 45 h 14"/>
                  <a:gd name="T30" fmla="*/ 86 w 17"/>
                  <a:gd name="T31" fmla="*/ 29 h 14"/>
                  <a:gd name="T32" fmla="*/ 94 w 17"/>
                  <a:gd name="T33" fmla="*/ 29 h 14"/>
                  <a:gd name="T34" fmla="*/ 94 w 17"/>
                  <a:gd name="T35" fmla="*/ 29 h 14"/>
                  <a:gd name="T36" fmla="*/ 86 w 17"/>
                  <a:gd name="T37" fmla="*/ 29 h 14"/>
                  <a:gd name="T38" fmla="*/ 34 w 17"/>
                  <a:gd name="T39" fmla="*/ 5 h 14"/>
                  <a:gd name="T40" fmla="*/ 34 w 17"/>
                  <a:gd name="T41" fmla="*/ 0 h 14"/>
                  <a:gd name="T42" fmla="*/ 16 w 17"/>
                  <a:gd name="T43" fmla="*/ 5 h 14"/>
                  <a:gd name="T44" fmla="*/ 21 w 17"/>
                  <a:gd name="T45" fmla="*/ 9 h 14"/>
                  <a:gd name="T46" fmla="*/ 34 w 17"/>
                  <a:gd name="T47" fmla="*/ 5 h 14"/>
                  <a:gd name="T48" fmla="*/ 65 w 17"/>
                  <a:gd name="T49" fmla="*/ 9 h 14"/>
                  <a:gd name="T50" fmla="*/ 72 w 17"/>
                  <a:gd name="T51" fmla="*/ 5 h 14"/>
                  <a:gd name="T52" fmla="*/ 60 w 17"/>
                  <a:gd name="T53" fmla="*/ 0 h 14"/>
                  <a:gd name="T54" fmla="*/ 65 w 17"/>
                  <a:gd name="T55" fmla="*/ 5 h 14"/>
                  <a:gd name="T56" fmla="*/ 65 w 17"/>
                  <a:gd name="T57" fmla="*/ 9 h 14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17" h="14">
                    <a:moveTo>
                      <a:pt x="9" y="1"/>
                    </a:moveTo>
                    <a:cubicBezTo>
                      <a:pt x="9" y="1"/>
                      <a:pt x="9" y="1"/>
                      <a:pt x="9" y="1"/>
                    </a:cubicBezTo>
                    <a:cubicBezTo>
                      <a:pt x="9" y="1"/>
                      <a:pt x="9" y="0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9" y="0"/>
                      <a:pt x="9" y="1"/>
                      <a:pt x="8" y="1"/>
                    </a:cubicBezTo>
                    <a:cubicBezTo>
                      <a:pt x="9" y="1"/>
                      <a:pt x="9" y="1"/>
                      <a:pt x="9" y="1"/>
                    </a:cubicBezTo>
                    <a:moveTo>
                      <a:pt x="1" y="9"/>
                    </a:moveTo>
                    <a:cubicBezTo>
                      <a:pt x="1" y="9"/>
                      <a:pt x="0" y="9"/>
                      <a:pt x="0" y="9"/>
                    </a:cubicBezTo>
                    <a:cubicBezTo>
                      <a:pt x="0" y="10"/>
                      <a:pt x="1" y="11"/>
                      <a:pt x="2" y="12"/>
                    </a:cubicBezTo>
                    <a:cubicBezTo>
                      <a:pt x="3" y="13"/>
                      <a:pt x="5" y="14"/>
                      <a:pt x="7" y="14"/>
                    </a:cubicBezTo>
                    <a:cubicBezTo>
                      <a:pt x="10" y="14"/>
                      <a:pt x="13" y="13"/>
                      <a:pt x="15" y="11"/>
                    </a:cubicBezTo>
                    <a:cubicBezTo>
                      <a:pt x="14" y="11"/>
                      <a:pt x="14" y="11"/>
                      <a:pt x="14" y="11"/>
                    </a:cubicBezTo>
                    <a:cubicBezTo>
                      <a:pt x="12" y="12"/>
                      <a:pt x="10" y="13"/>
                      <a:pt x="8" y="13"/>
                    </a:cubicBezTo>
                    <a:cubicBezTo>
                      <a:pt x="6" y="13"/>
                      <a:pt x="4" y="12"/>
                      <a:pt x="3" y="11"/>
                    </a:cubicBezTo>
                    <a:cubicBezTo>
                      <a:pt x="2" y="10"/>
                      <a:pt x="2" y="10"/>
                      <a:pt x="1" y="9"/>
                    </a:cubicBezTo>
                    <a:moveTo>
                      <a:pt x="16" y="6"/>
                    </a:moveTo>
                    <a:cubicBezTo>
                      <a:pt x="16" y="6"/>
                      <a:pt x="17" y="6"/>
                      <a:pt x="17" y="6"/>
                    </a:cubicBezTo>
                    <a:cubicBezTo>
                      <a:pt x="17" y="6"/>
                      <a:pt x="17" y="6"/>
                      <a:pt x="17" y="6"/>
                    </a:cubicBezTo>
                    <a:cubicBezTo>
                      <a:pt x="16" y="6"/>
                      <a:pt x="16" y="6"/>
                      <a:pt x="16" y="6"/>
                    </a:cubicBezTo>
                    <a:moveTo>
                      <a:pt x="6" y="1"/>
                    </a:moveTo>
                    <a:cubicBezTo>
                      <a:pt x="6" y="1"/>
                      <a:pt x="6" y="0"/>
                      <a:pt x="6" y="0"/>
                    </a:cubicBezTo>
                    <a:cubicBezTo>
                      <a:pt x="5" y="0"/>
                      <a:pt x="4" y="1"/>
                      <a:pt x="3" y="1"/>
                    </a:cubicBezTo>
                    <a:cubicBezTo>
                      <a:pt x="3" y="2"/>
                      <a:pt x="3" y="2"/>
                      <a:pt x="4" y="2"/>
                    </a:cubicBezTo>
                    <a:cubicBezTo>
                      <a:pt x="4" y="2"/>
                      <a:pt x="5" y="1"/>
                      <a:pt x="6" y="1"/>
                    </a:cubicBezTo>
                    <a:moveTo>
                      <a:pt x="12" y="2"/>
                    </a:moveTo>
                    <a:cubicBezTo>
                      <a:pt x="12" y="1"/>
                      <a:pt x="12" y="1"/>
                      <a:pt x="13" y="1"/>
                    </a:cubicBezTo>
                    <a:cubicBezTo>
                      <a:pt x="12" y="1"/>
                      <a:pt x="12" y="0"/>
                      <a:pt x="11" y="0"/>
                    </a:cubicBezTo>
                    <a:cubicBezTo>
                      <a:pt x="11" y="1"/>
                      <a:pt x="12" y="1"/>
                      <a:pt x="12" y="1"/>
                    </a:cubicBezTo>
                    <a:cubicBezTo>
                      <a:pt x="12" y="2"/>
                      <a:pt x="12" y="2"/>
                      <a:pt x="12" y="2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454" name="Freeform 321">
                <a:extLst>
                  <a:ext uri="{FF2B5EF4-FFF2-40B4-BE49-F238E27FC236}">
                    <a16:creationId xmlns:a16="http://schemas.microsoft.com/office/drawing/2014/main" id="{C4FCA01D-A4FC-4F4B-8249-FD6D75A6E6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7" y="2604"/>
                <a:ext cx="71" cy="42"/>
              </a:xfrm>
              <a:custGeom>
                <a:avLst/>
                <a:gdLst>
                  <a:gd name="T0" fmla="*/ 0 w 40"/>
                  <a:gd name="T1" fmla="*/ 130 h 24"/>
                  <a:gd name="T2" fmla="*/ 44 w 40"/>
                  <a:gd name="T3" fmla="*/ 114 h 24"/>
                  <a:gd name="T4" fmla="*/ 138 w 40"/>
                  <a:gd name="T5" fmla="*/ 70 h 24"/>
                  <a:gd name="T6" fmla="*/ 224 w 40"/>
                  <a:gd name="T7" fmla="*/ 0 h 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0" h="24">
                    <a:moveTo>
                      <a:pt x="0" y="24"/>
                    </a:moveTo>
                    <a:cubicBezTo>
                      <a:pt x="2" y="23"/>
                      <a:pt x="5" y="22"/>
                      <a:pt x="8" y="21"/>
                    </a:cubicBezTo>
                    <a:cubicBezTo>
                      <a:pt x="13" y="18"/>
                      <a:pt x="20" y="17"/>
                      <a:pt x="25" y="13"/>
                    </a:cubicBezTo>
                    <a:cubicBezTo>
                      <a:pt x="30" y="11"/>
                      <a:pt x="36" y="2"/>
                      <a:pt x="40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455" name="Freeform 322">
                <a:extLst>
                  <a:ext uri="{FF2B5EF4-FFF2-40B4-BE49-F238E27FC236}">
                    <a16:creationId xmlns:a16="http://schemas.microsoft.com/office/drawing/2014/main" id="{8B967D8C-3BD5-4BB5-B4A1-FC16A0749D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0" y="2613"/>
                <a:ext cx="55" cy="44"/>
              </a:xfrm>
              <a:custGeom>
                <a:avLst/>
                <a:gdLst>
                  <a:gd name="T0" fmla="*/ 174 w 31"/>
                  <a:gd name="T1" fmla="*/ 0 h 25"/>
                  <a:gd name="T2" fmla="*/ 101 w 31"/>
                  <a:gd name="T3" fmla="*/ 81 h 25"/>
                  <a:gd name="T4" fmla="*/ 0 w 31"/>
                  <a:gd name="T5" fmla="*/ 136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1" h="25">
                    <a:moveTo>
                      <a:pt x="31" y="0"/>
                    </a:moveTo>
                    <a:cubicBezTo>
                      <a:pt x="26" y="5"/>
                      <a:pt x="18" y="13"/>
                      <a:pt x="18" y="15"/>
                    </a:cubicBezTo>
                    <a:cubicBezTo>
                      <a:pt x="12" y="17"/>
                      <a:pt x="9" y="17"/>
                      <a:pt x="0" y="25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456" name="Freeform 323">
                <a:extLst>
                  <a:ext uri="{FF2B5EF4-FFF2-40B4-BE49-F238E27FC236}">
                    <a16:creationId xmlns:a16="http://schemas.microsoft.com/office/drawing/2014/main" id="{5694DA7C-1268-4587-A689-46C91489EB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9" y="2552"/>
                <a:ext cx="75" cy="84"/>
              </a:xfrm>
              <a:custGeom>
                <a:avLst/>
                <a:gdLst>
                  <a:gd name="T0" fmla="*/ 211 w 42"/>
                  <a:gd name="T1" fmla="*/ 195 h 47"/>
                  <a:gd name="T2" fmla="*/ 239 w 42"/>
                  <a:gd name="T3" fmla="*/ 109 h 47"/>
                  <a:gd name="T4" fmla="*/ 159 w 42"/>
                  <a:gd name="T5" fmla="*/ 0 h 47"/>
                  <a:gd name="T6" fmla="*/ 125 w 42"/>
                  <a:gd name="T7" fmla="*/ 52 h 47"/>
                  <a:gd name="T8" fmla="*/ 102 w 42"/>
                  <a:gd name="T9" fmla="*/ 188 h 47"/>
                  <a:gd name="T10" fmla="*/ 0 w 42"/>
                  <a:gd name="T11" fmla="*/ 263 h 4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2" h="47">
                    <a:moveTo>
                      <a:pt x="37" y="34"/>
                    </a:moveTo>
                    <a:cubicBezTo>
                      <a:pt x="36" y="28"/>
                      <a:pt x="42" y="25"/>
                      <a:pt x="42" y="19"/>
                    </a:cubicBezTo>
                    <a:cubicBezTo>
                      <a:pt x="42" y="12"/>
                      <a:pt x="36" y="5"/>
                      <a:pt x="28" y="0"/>
                    </a:cubicBezTo>
                    <a:cubicBezTo>
                      <a:pt x="23" y="0"/>
                      <a:pt x="22" y="5"/>
                      <a:pt x="22" y="9"/>
                    </a:cubicBezTo>
                    <a:cubicBezTo>
                      <a:pt x="21" y="13"/>
                      <a:pt x="20" y="28"/>
                      <a:pt x="18" y="33"/>
                    </a:cubicBezTo>
                    <a:cubicBezTo>
                      <a:pt x="17" y="38"/>
                      <a:pt x="10" y="47"/>
                      <a:pt x="0" y="46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457" name="Freeform 324">
                <a:extLst>
                  <a:ext uri="{FF2B5EF4-FFF2-40B4-BE49-F238E27FC236}">
                    <a16:creationId xmlns:a16="http://schemas.microsoft.com/office/drawing/2014/main" id="{388D93EC-88E8-4ECD-B8FE-033392ED56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7" y="2675"/>
                <a:ext cx="23" cy="8"/>
              </a:xfrm>
              <a:custGeom>
                <a:avLst/>
                <a:gdLst>
                  <a:gd name="T0" fmla="*/ 73 w 13"/>
                  <a:gd name="T1" fmla="*/ 13 h 5"/>
                  <a:gd name="T2" fmla="*/ 0 w 13"/>
                  <a:gd name="T3" fmla="*/ 21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5">
                    <a:moveTo>
                      <a:pt x="13" y="3"/>
                    </a:moveTo>
                    <a:cubicBezTo>
                      <a:pt x="11" y="0"/>
                      <a:pt x="5" y="1"/>
                      <a:pt x="0" y="5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458" name="Freeform 325">
                <a:extLst>
                  <a:ext uri="{FF2B5EF4-FFF2-40B4-BE49-F238E27FC236}">
                    <a16:creationId xmlns:a16="http://schemas.microsoft.com/office/drawing/2014/main" id="{2C3B6309-3B0E-4D15-885E-2C2CA9722E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0" y="2543"/>
                <a:ext cx="7" cy="16"/>
              </a:xfrm>
              <a:custGeom>
                <a:avLst/>
                <a:gdLst>
                  <a:gd name="T0" fmla="*/ 21 w 4"/>
                  <a:gd name="T1" fmla="*/ 0 h 9"/>
                  <a:gd name="T2" fmla="*/ 0 w 4"/>
                  <a:gd name="T3" fmla="*/ 5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9">
                    <a:moveTo>
                      <a:pt x="4" y="0"/>
                    </a:moveTo>
                    <a:cubicBezTo>
                      <a:pt x="2" y="2"/>
                      <a:pt x="0" y="5"/>
                      <a:pt x="0" y="9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459" name="Freeform 326">
                <a:extLst>
                  <a:ext uri="{FF2B5EF4-FFF2-40B4-BE49-F238E27FC236}">
                    <a16:creationId xmlns:a16="http://schemas.microsoft.com/office/drawing/2014/main" id="{DF772722-6CCC-4AB1-BA26-0CD45A6B31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9" y="2574"/>
                <a:ext cx="38" cy="42"/>
              </a:xfrm>
              <a:custGeom>
                <a:avLst/>
                <a:gdLst>
                  <a:gd name="T0" fmla="*/ 125 w 21"/>
                  <a:gd name="T1" fmla="*/ 0 h 24"/>
                  <a:gd name="T2" fmla="*/ 72 w 21"/>
                  <a:gd name="T3" fmla="*/ 98 h 24"/>
                  <a:gd name="T4" fmla="*/ 0 w 21"/>
                  <a:gd name="T5" fmla="*/ 130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24">
                    <a:moveTo>
                      <a:pt x="21" y="0"/>
                    </a:moveTo>
                    <a:cubicBezTo>
                      <a:pt x="20" y="8"/>
                      <a:pt x="15" y="12"/>
                      <a:pt x="12" y="18"/>
                    </a:cubicBezTo>
                    <a:cubicBezTo>
                      <a:pt x="9" y="23"/>
                      <a:pt x="3" y="21"/>
                      <a:pt x="0" y="24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460" name="Freeform 327">
                <a:extLst>
                  <a:ext uri="{FF2B5EF4-FFF2-40B4-BE49-F238E27FC236}">
                    <a16:creationId xmlns:a16="http://schemas.microsoft.com/office/drawing/2014/main" id="{5C318974-C19C-488A-AB3F-98850F0269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3" y="2561"/>
                <a:ext cx="27" cy="39"/>
              </a:xfrm>
              <a:custGeom>
                <a:avLst/>
                <a:gdLst>
                  <a:gd name="T0" fmla="*/ 88 w 15"/>
                  <a:gd name="T1" fmla="*/ 0 h 22"/>
                  <a:gd name="T2" fmla="*/ 36 w 15"/>
                  <a:gd name="T3" fmla="*/ 110 h 22"/>
                  <a:gd name="T4" fmla="*/ 0 w 15"/>
                  <a:gd name="T5" fmla="*/ 122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22">
                    <a:moveTo>
                      <a:pt x="15" y="0"/>
                    </a:moveTo>
                    <a:cubicBezTo>
                      <a:pt x="14" y="5"/>
                      <a:pt x="9" y="18"/>
                      <a:pt x="6" y="20"/>
                    </a:cubicBezTo>
                    <a:cubicBezTo>
                      <a:pt x="3" y="21"/>
                      <a:pt x="2" y="19"/>
                      <a:pt x="0" y="22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461" name="Freeform 328">
                <a:extLst>
                  <a:ext uri="{FF2B5EF4-FFF2-40B4-BE49-F238E27FC236}">
                    <a16:creationId xmlns:a16="http://schemas.microsoft.com/office/drawing/2014/main" id="{2043CACA-B658-49B6-9EA3-917E7C0BBE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6" y="2609"/>
                <a:ext cx="5" cy="16"/>
              </a:xfrm>
              <a:custGeom>
                <a:avLst/>
                <a:gdLst>
                  <a:gd name="T0" fmla="*/ 0 w 3"/>
                  <a:gd name="T1" fmla="*/ 0 h 9"/>
                  <a:gd name="T2" fmla="*/ 5 w 3"/>
                  <a:gd name="T3" fmla="*/ 5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9">
                    <a:moveTo>
                      <a:pt x="0" y="0"/>
                    </a:moveTo>
                    <a:cubicBezTo>
                      <a:pt x="3" y="1"/>
                      <a:pt x="1" y="7"/>
                      <a:pt x="1" y="9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462" name="Freeform 329">
                <a:extLst>
                  <a:ext uri="{FF2B5EF4-FFF2-40B4-BE49-F238E27FC236}">
                    <a16:creationId xmlns:a16="http://schemas.microsoft.com/office/drawing/2014/main" id="{955E4158-4FCE-406F-A1B0-FE6FC363A7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7" y="3833"/>
                <a:ext cx="7" cy="32"/>
              </a:xfrm>
              <a:custGeom>
                <a:avLst/>
                <a:gdLst>
                  <a:gd name="T0" fmla="*/ 0 w 4"/>
                  <a:gd name="T1" fmla="*/ 0 h 18"/>
                  <a:gd name="T2" fmla="*/ 21 w 4"/>
                  <a:gd name="T3" fmla="*/ 101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8">
                    <a:moveTo>
                      <a:pt x="0" y="0"/>
                    </a:moveTo>
                    <a:cubicBezTo>
                      <a:pt x="0" y="7"/>
                      <a:pt x="4" y="18"/>
                      <a:pt x="4" y="18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463" name="Freeform 330">
                <a:extLst>
                  <a:ext uri="{FF2B5EF4-FFF2-40B4-BE49-F238E27FC236}">
                    <a16:creationId xmlns:a16="http://schemas.microsoft.com/office/drawing/2014/main" id="{7DDB9186-4AA5-4BD7-A552-9DF0063FF2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4" y="2100"/>
                <a:ext cx="49" cy="34"/>
              </a:xfrm>
              <a:custGeom>
                <a:avLst/>
                <a:gdLst>
                  <a:gd name="T0" fmla="*/ 0 w 28"/>
                  <a:gd name="T1" fmla="*/ 73 h 19"/>
                  <a:gd name="T2" fmla="*/ 119 w 28"/>
                  <a:gd name="T3" fmla="*/ 109 h 19"/>
                  <a:gd name="T4" fmla="*/ 7 w 28"/>
                  <a:gd name="T5" fmla="*/ 68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19">
                    <a:moveTo>
                      <a:pt x="0" y="13"/>
                    </a:moveTo>
                    <a:cubicBezTo>
                      <a:pt x="7" y="7"/>
                      <a:pt x="18" y="10"/>
                      <a:pt x="22" y="19"/>
                    </a:cubicBezTo>
                    <a:cubicBezTo>
                      <a:pt x="28" y="12"/>
                      <a:pt x="5" y="0"/>
                      <a:pt x="1" y="12"/>
                    </a:cubicBezTo>
                  </a:path>
                </a:pathLst>
              </a:custGeom>
              <a:solidFill>
                <a:srgbClr val="7E39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464" name="Freeform 331">
                <a:extLst>
                  <a:ext uri="{FF2B5EF4-FFF2-40B4-BE49-F238E27FC236}">
                    <a16:creationId xmlns:a16="http://schemas.microsoft.com/office/drawing/2014/main" id="{3DA60768-D25F-4205-8D53-244411E557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9" y="3961"/>
                <a:ext cx="26" cy="16"/>
              </a:xfrm>
              <a:custGeom>
                <a:avLst/>
                <a:gdLst>
                  <a:gd name="T0" fmla="*/ 28 w 15"/>
                  <a:gd name="T1" fmla="*/ 7 h 9"/>
                  <a:gd name="T2" fmla="*/ 69 w 15"/>
                  <a:gd name="T3" fmla="*/ 16 h 9"/>
                  <a:gd name="T4" fmla="*/ 28 w 15"/>
                  <a:gd name="T5" fmla="*/ 21 h 9"/>
                  <a:gd name="T6" fmla="*/ 5 w 15"/>
                  <a:gd name="T7" fmla="*/ 36 h 9"/>
                  <a:gd name="T8" fmla="*/ 57 w 15"/>
                  <a:gd name="T9" fmla="*/ 5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9">
                    <a:moveTo>
                      <a:pt x="5" y="1"/>
                    </a:moveTo>
                    <a:cubicBezTo>
                      <a:pt x="8" y="1"/>
                      <a:pt x="12" y="0"/>
                      <a:pt x="13" y="3"/>
                    </a:cubicBezTo>
                    <a:cubicBezTo>
                      <a:pt x="15" y="8"/>
                      <a:pt x="6" y="4"/>
                      <a:pt x="5" y="4"/>
                    </a:cubicBezTo>
                    <a:cubicBezTo>
                      <a:pt x="3" y="3"/>
                      <a:pt x="0" y="3"/>
                      <a:pt x="1" y="6"/>
                    </a:cubicBezTo>
                    <a:cubicBezTo>
                      <a:pt x="1" y="9"/>
                      <a:pt x="9" y="8"/>
                      <a:pt x="11" y="9"/>
                    </a:cubicBezTo>
                  </a:path>
                </a:pathLst>
              </a:custGeom>
              <a:noFill/>
              <a:ln w="7938" cap="flat">
                <a:solidFill>
                  <a:srgbClr val="75332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465" name="Freeform 332">
                <a:extLst>
                  <a:ext uri="{FF2B5EF4-FFF2-40B4-BE49-F238E27FC236}">
                    <a16:creationId xmlns:a16="http://schemas.microsoft.com/office/drawing/2014/main" id="{602898A8-793C-485D-A533-9482D31C78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4" y="3963"/>
                <a:ext cx="14" cy="12"/>
              </a:xfrm>
              <a:custGeom>
                <a:avLst/>
                <a:gdLst>
                  <a:gd name="T0" fmla="*/ 44 w 8"/>
                  <a:gd name="T1" fmla="*/ 21 h 7"/>
                  <a:gd name="T2" fmla="*/ 0 w 8"/>
                  <a:gd name="T3" fmla="*/ 0 h 7"/>
                  <a:gd name="T4" fmla="*/ 33 w 8"/>
                  <a:gd name="T5" fmla="*/ 36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7">
                    <a:moveTo>
                      <a:pt x="8" y="4"/>
                    </a:moveTo>
                    <a:cubicBezTo>
                      <a:pt x="7" y="1"/>
                      <a:pt x="3" y="0"/>
                      <a:pt x="0" y="0"/>
                    </a:cubicBezTo>
                    <a:cubicBezTo>
                      <a:pt x="0" y="3"/>
                      <a:pt x="3" y="6"/>
                      <a:pt x="6" y="7"/>
                    </a:cubicBezTo>
                  </a:path>
                </a:pathLst>
              </a:custGeom>
              <a:noFill/>
              <a:ln w="7938" cap="flat">
                <a:solidFill>
                  <a:srgbClr val="75332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466" name="Freeform 333">
                <a:extLst>
                  <a:ext uri="{FF2B5EF4-FFF2-40B4-BE49-F238E27FC236}">
                    <a16:creationId xmlns:a16="http://schemas.microsoft.com/office/drawing/2014/main" id="{F62C4AEE-5870-42EA-9507-797157E284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3" y="3956"/>
                <a:ext cx="25" cy="16"/>
              </a:xfrm>
              <a:custGeom>
                <a:avLst/>
                <a:gdLst>
                  <a:gd name="T0" fmla="*/ 80 w 14"/>
                  <a:gd name="T1" fmla="*/ 36 h 9"/>
                  <a:gd name="T2" fmla="*/ 23 w 14"/>
                  <a:gd name="T3" fmla="*/ 12 h 9"/>
                  <a:gd name="T4" fmla="*/ 68 w 14"/>
                  <a:gd name="T5" fmla="*/ 50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9">
                    <a:moveTo>
                      <a:pt x="14" y="6"/>
                    </a:moveTo>
                    <a:cubicBezTo>
                      <a:pt x="12" y="4"/>
                      <a:pt x="7" y="0"/>
                      <a:pt x="4" y="2"/>
                    </a:cubicBezTo>
                    <a:cubicBezTo>
                      <a:pt x="0" y="6"/>
                      <a:pt x="10" y="9"/>
                      <a:pt x="12" y="9"/>
                    </a:cubicBezTo>
                  </a:path>
                </a:pathLst>
              </a:custGeom>
              <a:noFill/>
              <a:ln w="7938" cap="flat">
                <a:solidFill>
                  <a:srgbClr val="75332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467" name="Freeform 334">
                <a:extLst>
                  <a:ext uri="{FF2B5EF4-FFF2-40B4-BE49-F238E27FC236}">
                    <a16:creationId xmlns:a16="http://schemas.microsoft.com/office/drawing/2014/main" id="{FBA57904-F8A5-42B7-A95D-CE3CF8A3CB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5" y="3950"/>
                <a:ext cx="9" cy="9"/>
              </a:xfrm>
              <a:custGeom>
                <a:avLst/>
                <a:gdLst>
                  <a:gd name="T0" fmla="*/ 29 w 5"/>
                  <a:gd name="T1" fmla="*/ 29 h 5"/>
                  <a:gd name="T2" fmla="*/ 0 w 5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5">
                    <a:moveTo>
                      <a:pt x="5" y="5"/>
                    </a:moveTo>
                    <a:cubicBezTo>
                      <a:pt x="4" y="3"/>
                      <a:pt x="2" y="2"/>
                      <a:pt x="0" y="0"/>
                    </a:cubicBezTo>
                  </a:path>
                </a:pathLst>
              </a:custGeom>
              <a:noFill/>
              <a:ln w="7938" cap="flat">
                <a:solidFill>
                  <a:srgbClr val="75332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468" name="Freeform 335">
                <a:extLst>
                  <a:ext uri="{FF2B5EF4-FFF2-40B4-BE49-F238E27FC236}">
                    <a16:creationId xmlns:a16="http://schemas.microsoft.com/office/drawing/2014/main" id="{9DAD2526-EB89-4D0F-9054-5B194287ED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7" y="3959"/>
                <a:ext cx="18" cy="13"/>
              </a:xfrm>
              <a:custGeom>
                <a:avLst/>
                <a:gdLst>
                  <a:gd name="T0" fmla="*/ 7 w 10"/>
                  <a:gd name="T1" fmla="*/ 13 h 7"/>
                  <a:gd name="T2" fmla="*/ 58 w 10"/>
                  <a:gd name="T3" fmla="*/ 24 h 7"/>
                  <a:gd name="T4" fmla="*/ 0 w 10"/>
                  <a:gd name="T5" fmla="*/ 37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7">
                    <a:moveTo>
                      <a:pt x="1" y="2"/>
                    </a:moveTo>
                    <a:cubicBezTo>
                      <a:pt x="3" y="2"/>
                      <a:pt x="10" y="0"/>
                      <a:pt x="10" y="4"/>
                    </a:cubicBezTo>
                    <a:cubicBezTo>
                      <a:pt x="9" y="7"/>
                      <a:pt x="2" y="6"/>
                      <a:pt x="0" y="6"/>
                    </a:cubicBezTo>
                  </a:path>
                </a:pathLst>
              </a:custGeom>
              <a:noFill/>
              <a:ln w="7938" cap="flat">
                <a:solidFill>
                  <a:srgbClr val="75332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469" name="Freeform 336">
                <a:extLst>
                  <a:ext uri="{FF2B5EF4-FFF2-40B4-BE49-F238E27FC236}">
                    <a16:creationId xmlns:a16="http://schemas.microsoft.com/office/drawing/2014/main" id="{331B2939-049F-4472-8B9A-5A335269F1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1" y="3963"/>
                <a:ext cx="21" cy="14"/>
              </a:xfrm>
              <a:custGeom>
                <a:avLst/>
                <a:gdLst>
                  <a:gd name="T0" fmla="*/ 0 w 12"/>
                  <a:gd name="T1" fmla="*/ 21 h 8"/>
                  <a:gd name="T2" fmla="*/ 49 w 12"/>
                  <a:gd name="T3" fmla="*/ 12 h 8"/>
                  <a:gd name="T4" fmla="*/ 7 w 12"/>
                  <a:gd name="T5" fmla="*/ 44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8">
                    <a:moveTo>
                      <a:pt x="0" y="4"/>
                    </a:moveTo>
                    <a:cubicBezTo>
                      <a:pt x="3" y="2"/>
                      <a:pt x="6" y="0"/>
                      <a:pt x="9" y="2"/>
                    </a:cubicBezTo>
                    <a:cubicBezTo>
                      <a:pt x="12" y="6"/>
                      <a:pt x="4" y="8"/>
                      <a:pt x="1" y="8"/>
                    </a:cubicBezTo>
                  </a:path>
                </a:pathLst>
              </a:custGeom>
              <a:noFill/>
              <a:ln w="7938" cap="flat">
                <a:solidFill>
                  <a:srgbClr val="75332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470" name="Freeform 337">
                <a:extLst>
                  <a:ext uri="{FF2B5EF4-FFF2-40B4-BE49-F238E27FC236}">
                    <a16:creationId xmlns:a16="http://schemas.microsoft.com/office/drawing/2014/main" id="{04028C8B-4325-4E5A-BA1B-85CEDF0CA5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5" y="3959"/>
                <a:ext cx="14" cy="7"/>
              </a:xfrm>
              <a:custGeom>
                <a:avLst/>
                <a:gdLst>
                  <a:gd name="T0" fmla="*/ 44 w 8"/>
                  <a:gd name="T1" fmla="*/ 0 h 4"/>
                  <a:gd name="T2" fmla="*/ 0 w 8"/>
                  <a:gd name="T3" fmla="*/ 21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4">
                    <a:moveTo>
                      <a:pt x="8" y="0"/>
                    </a:moveTo>
                    <a:cubicBezTo>
                      <a:pt x="5" y="1"/>
                      <a:pt x="2" y="2"/>
                      <a:pt x="0" y="4"/>
                    </a:cubicBezTo>
                  </a:path>
                </a:pathLst>
              </a:custGeom>
              <a:noFill/>
              <a:ln w="7938" cap="flat">
                <a:solidFill>
                  <a:srgbClr val="75332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471" name="Freeform 338">
                <a:extLst>
                  <a:ext uri="{FF2B5EF4-FFF2-40B4-BE49-F238E27FC236}">
                    <a16:creationId xmlns:a16="http://schemas.microsoft.com/office/drawing/2014/main" id="{C340034C-D55F-4E41-AB38-C1E85C0EF4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3" y="3952"/>
                <a:ext cx="15" cy="6"/>
              </a:xfrm>
              <a:custGeom>
                <a:avLst/>
                <a:gdLst>
                  <a:gd name="T0" fmla="*/ 53 w 8"/>
                  <a:gd name="T1" fmla="*/ 0 h 3"/>
                  <a:gd name="T2" fmla="*/ 0 w 8"/>
                  <a:gd name="T3" fmla="*/ 24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3">
                    <a:moveTo>
                      <a:pt x="8" y="0"/>
                    </a:moveTo>
                    <a:cubicBezTo>
                      <a:pt x="5" y="0"/>
                      <a:pt x="1" y="1"/>
                      <a:pt x="0" y="3"/>
                    </a:cubicBezTo>
                  </a:path>
                </a:pathLst>
              </a:custGeom>
              <a:noFill/>
              <a:ln w="7938" cap="flat">
                <a:solidFill>
                  <a:srgbClr val="75332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472" name="Freeform 339">
                <a:extLst>
                  <a:ext uri="{FF2B5EF4-FFF2-40B4-BE49-F238E27FC236}">
                    <a16:creationId xmlns:a16="http://schemas.microsoft.com/office/drawing/2014/main" id="{1421BC9F-2A17-4BC8-8393-AA39CAEEE8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5" y="1276"/>
                <a:ext cx="54" cy="124"/>
              </a:xfrm>
              <a:custGeom>
                <a:avLst/>
                <a:gdLst>
                  <a:gd name="T0" fmla="*/ 16 w 30"/>
                  <a:gd name="T1" fmla="*/ 0 h 70"/>
                  <a:gd name="T2" fmla="*/ 41 w 30"/>
                  <a:gd name="T3" fmla="*/ 34 h 70"/>
                  <a:gd name="T4" fmla="*/ 104 w 30"/>
                  <a:gd name="T5" fmla="*/ 182 h 70"/>
                  <a:gd name="T6" fmla="*/ 175 w 30"/>
                  <a:gd name="T7" fmla="*/ 390 h 70"/>
                  <a:gd name="T8" fmla="*/ 122 w 30"/>
                  <a:gd name="T9" fmla="*/ 322 h 70"/>
                  <a:gd name="T10" fmla="*/ 52 w 30"/>
                  <a:gd name="T11" fmla="*/ 159 h 70"/>
                  <a:gd name="T12" fmla="*/ 0 w 30"/>
                  <a:gd name="T13" fmla="*/ 0 h 7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70">
                    <a:moveTo>
                      <a:pt x="3" y="0"/>
                    </a:moveTo>
                    <a:cubicBezTo>
                      <a:pt x="4" y="2"/>
                      <a:pt x="6" y="4"/>
                      <a:pt x="7" y="6"/>
                    </a:cubicBezTo>
                    <a:cubicBezTo>
                      <a:pt x="12" y="15"/>
                      <a:pt x="17" y="24"/>
                      <a:pt x="18" y="33"/>
                    </a:cubicBezTo>
                    <a:cubicBezTo>
                      <a:pt x="21" y="46"/>
                      <a:pt x="24" y="58"/>
                      <a:pt x="30" y="70"/>
                    </a:cubicBezTo>
                    <a:cubicBezTo>
                      <a:pt x="26" y="67"/>
                      <a:pt x="23" y="62"/>
                      <a:pt x="21" y="58"/>
                    </a:cubicBezTo>
                    <a:cubicBezTo>
                      <a:pt x="16" y="49"/>
                      <a:pt x="11" y="39"/>
                      <a:pt x="9" y="29"/>
                    </a:cubicBezTo>
                    <a:cubicBezTo>
                      <a:pt x="6" y="20"/>
                      <a:pt x="4" y="10"/>
                      <a:pt x="0" y="0"/>
                    </a:cubicBezTo>
                  </a:path>
                </a:pathLst>
              </a:custGeom>
              <a:solidFill>
                <a:srgbClr val="7E39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473" name="Freeform 340">
                <a:extLst>
                  <a:ext uri="{FF2B5EF4-FFF2-40B4-BE49-F238E27FC236}">
                    <a16:creationId xmlns:a16="http://schemas.microsoft.com/office/drawing/2014/main" id="{D411B137-2177-4895-AE6C-B8D239602E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6" y="1278"/>
                <a:ext cx="34" cy="101"/>
              </a:xfrm>
              <a:custGeom>
                <a:avLst/>
                <a:gdLst>
                  <a:gd name="T0" fmla="*/ 0 w 19"/>
                  <a:gd name="T1" fmla="*/ 0 h 57"/>
                  <a:gd name="T2" fmla="*/ 7 w 19"/>
                  <a:gd name="T3" fmla="*/ 16 h 57"/>
                  <a:gd name="T4" fmla="*/ 41 w 19"/>
                  <a:gd name="T5" fmla="*/ 117 h 57"/>
                  <a:gd name="T6" fmla="*/ 109 w 19"/>
                  <a:gd name="T7" fmla="*/ 317 h 57"/>
                  <a:gd name="T8" fmla="*/ 57 w 19"/>
                  <a:gd name="T9" fmla="*/ 89 h 57"/>
                  <a:gd name="T10" fmla="*/ 16 w 19"/>
                  <a:gd name="T11" fmla="*/ 7 h 5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9" h="57">
                    <a:moveTo>
                      <a:pt x="0" y="0"/>
                    </a:moveTo>
                    <a:cubicBezTo>
                      <a:pt x="0" y="1"/>
                      <a:pt x="1" y="2"/>
                      <a:pt x="1" y="3"/>
                    </a:cubicBezTo>
                    <a:cubicBezTo>
                      <a:pt x="5" y="8"/>
                      <a:pt x="6" y="15"/>
                      <a:pt x="7" y="21"/>
                    </a:cubicBezTo>
                    <a:cubicBezTo>
                      <a:pt x="10" y="34"/>
                      <a:pt x="14" y="46"/>
                      <a:pt x="19" y="57"/>
                    </a:cubicBezTo>
                    <a:cubicBezTo>
                      <a:pt x="15" y="44"/>
                      <a:pt x="15" y="29"/>
                      <a:pt x="10" y="16"/>
                    </a:cubicBezTo>
                    <a:cubicBezTo>
                      <a:pt x="8" y="11"/>
                      <a:pt x="5" y="6"/>
                      <a:pt x="3" y="1"/>
                    </a:cubicBezTo>
                  </a:path>
                </a:pathLst>
              </a:custGeom>
              <a:solidFill>
                <a:srgbClr val="6B2D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474" name="Freeform 341">
                <a:extLst>
                  <a:ext uri="{FF2B5EF4-FFF2-40B4-BE49-F238E27FC236}">
                    <a16:creationId xmlns:a16="http://schemas.microsoft.com/office/drawing/2014/main" id="{8B9F5C6A-89FD-4A6A-A755-1AE347F36F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2" y="1585"/>
                <a:ext cx="9" cy="46"/>
              </a:xfrm>
              <a:custGeom>
                <a:avLst/>
                <a:gdLst>
                  <a:gd name="T0" fmla="*/ 29 w 5"/>
                  <a:gd name="T1" fmla="*/ 143 h 26"/>
                  <a:gd name="T2" fmla="*/ 0 w 5"/>
                  <a:gd name="T3" fmla="*/ 0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26">
                    <a:moveTo>
                      <a:pt x="5" y="26"/>
                    </a:moveTo>
                    <a:cubicBezTo>
                      <a:pt x="5" y="18"/>
                      <a:pt x="4" y="7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475" name="Freeform 342">
                <a:extLst>
                  <a:ext uri="{FF2B5EF4-FFF2-40B4-BE49-F238E27FC236}">
                    <a16:creationId xmlns:a16="http://schemas.microsoft.com/office/drawing/2014/main" id="{B402E302-0F93-42B8-B030-8542265A03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6" y="1558"/>
                <a:ext cx="8" cy="48"/>
              </a:xfrm>
              <a:custGeom>
                <a:avLst/>
                <a:gdLst>
                  <a:gd name="T0" fmla="*/ 8 w 5"/>
                  <a:gd name="T1" fmla="*/ 151 h 27"/>
                  <a:gd name="T2" fmla="*/ 5 w 5"/>
                  <a:gd name="T3" fmla="*/ 89 h 27"/>
                  <a:gd name="T4" fmla="*/ 21 w 5"/>
                  <a:gd name="T5" fmla="*/ 0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27">
                    <a:moveTo>
                      <a:pt x="2" y="27"/>
                    </a:moveTo>
                    <a:cubicBezTo>
                      <a:pt x="0" y="25"/>
                      <a:pt x="1" y="19"/>
                      <a:pt x="1" y="16"/>
                    </a:cubicBezTo>
                    <a:cubicBezTo>
                      <a:pt x="1" y="11"/>
                      <a:pt x="1" y="4"/>
                      <a:pt x="5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476" name="Freeform 343">
                <a:extLst>
                  <a:ext uri="{FF2B5EF4-FFF2-40B4-BE49-F238E27FC236}">
                    <a16:creationId xmlns:a16="http://schemas.microsoft.com/office/drawing/2014/main" id="{F1E14B6A-E739-406B-9FE2-04998E4F77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9" y="2281"/>
                <a:ext cx="54" cy="587"/>
              </a:xfrm>
              <a:custGeom>
                <a:avLst/>
                <a:gdLst>
                  <a:gd name="T0" fmla="*/ 117 w 30"/>
                  <a:gd name="T1" fmla="*/ 0 h 331"/>
                  <a:gd name="T2" fmla="*/ 175 w 30"/>
                  <a:gd name="T3" fmla="*/ 1846 h 331"/>
                  <a:gd name="T4" fmla="*/ 117 w 30"/>
                  <a:gd name="T5" fmla="*/ 0 h 33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0" h="331">
                    <a:moveTo>
                      <a:pt x="20" y="0"/>
                    </a:moveTo>
                    <a:cubicBezTo>
                      <a:pt x="20" y="0"/>
                      <a:pt x="0" y="204"/>
                      <a:pt x="30" y="331"/>
                    </a:cubicBezTo>
                    <a:cubicBezTo>
                      <a:pt x="30" y="331"/>
                      <a:pt x="11" y="101"/>
                      <a:pt x="20" y="0"/>
                    </a:cubicBezTo>
                    <a:close/>
                  </a:path>
                </a:pathLst>
              </a:custGeom>
              <a:solidFill>
                <a:srgbClr val="7E39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477" name="Freeform 344">
                <a:extLst>
                  <a:ext uri="{FF2B5EF4-FFF2-40B4-BE49-F238E27FC236}">
                    <a16:creationId xmlns:a16="http://schemas.microsoft.com/office/drawing/2014/main" id="{F67CCFDE-4818-42CB-8893-3D842254F9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8" y="2473"/>
                <a:ext cx="54" cy="478"/>
              </a:xfrm>
              <a:custGeom>
                <a:avLst/>
                <a:gdLst>
                  <a:gd name="T0" fmla="*/ 175 w 30"/>
                  <a:gd name="T1" fmla="*/ 0 h 270"/>
                  <a:gd name="T2" fmla="*/ 0 w 30"/>
                  <a:gd name="T3" fmla="*/ 1498 h 270"/>
                  <a:gd name="T4" fmla="*/ 175 w 30"/>
                  <a:gd name="T5" fmla="*/ 0 h 27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0" h="270">
                    <a:moveTo>
                      <a:pt x="30" y="0"/>
                    </a:moveTo>
                    <a:cubicBezTo>
                      <a:pt x="30" y="0"/>
                      <a:pt x="18" y="193"/>
                      <a:pt x="0" y="270"/>
                    </a:cubicBezTo>
                    <a:cubicBezTo>
                      <a:pt x="0" y="270"/>
                      <a:pt x="24" y="18"/>
                      <a:pt x="30" y="0"/>
                    </a:cubicBezTo>
                    <a:close/>
                  </a:path>
                </a:pathLst>
              </a:custGeom>
              <a:solidFill>
                <a:srgbClr val="6B2D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478" name="Freeform 345">
                <a:extLst>
                  <a:ext uri="{FF2B5EF4-FFF2-40B4-BE49-F238E27FC236}">
                    <a16:creationId xmlns:a16="http://schemas.microsoft.com/office/drawing/2014/main" id="{AA6E339A-A1A8-4019-BA76-F4BE6C1E4D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8" y="1579"/>
                <a:ext cx="33" cy="249"/>
              </a:xfrm>
              <a:custGeom>
                <a:avLst/>
                <a:gdLst>
                  <a:gd name="T0" fmla="*/ 5 w 19"/>
                  <a:gd name="T1" fmla="*/ 0 h 140"/>
                  <a:gd name="T2" fmla="*/ 36 w 19"/>
                  <a:gd name="T3" fmla="*/ 224 h 140"/>
                  <a:gd name="T4" fmla="*/ 16 w 19"/>
                  <a:gd name="T5" fmla="*/ 390 h 140"/>
                  <a:gd name="T6" fmla="*/ 28 w 19"/>
                  <a:gd name="T7" fmla="*/ 788 h 140"/>
                  <a:gd name="T8" fmla="*/ 90 w 19"/>
                  <a:gd name="T9" fmla="*/ 292 h 140"/>
                  <a:gd name="T10" fmla="*/ 5 w 19"/>
                  <a:gd name="T11" fmla="*/ 0 h 14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9" h="140">
                    <a:moveTo>
                      <a:pt x="1" y="0"/>
                    </a:moveTo>
                    <a:cubicBezTo>
                      <a:pt x="0" y="12"/>
                      <a:pt x="8" y="26"/>
                      <a:pt x="7" y="40"/>
                    </a:cubicBezTo>
                    <a:cubicBezTo>
                      <a:pt x="7" y="50"/>
                      <a:pt x="4" y="59"/>
                      <a:pt x="3" y="69"/>
                    </a:cubicBezTo>
                    <a:cubicBezTo>
                      <a:pt x="1" y="91"/>
                      <a:pt x="0" y="119"/>
                      <a:pt x="5" y="140"/>
                    </a:cubicBezTo>
                    <a:cubicBezTo>
                      <a:pt x="11" y="112"/>
                      <a:pt x="14" y="81"/>
                      <a:pt x="17" y="52"/>
                    </a:cubicBezTo>
                    <a:cubicBezTo>
                      <a:pt x="19" y="31"/>
                      <a:pt x="17" y="15"/>
                      <a:pt x="1" y="0"/>
                    </a:cubicBezTo>
                  </a:path>
                </a:pathLst>
              </a:custGeom>
              <a:solidFill>
                <a:srgbClr val="7E39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479" name="Freeform 346">
                <a:extLst>
                  <a:ext uri="{FF2B5EF4-FFF2-40B4-BE49-F238E27FC236}">
                    <a16:creationId xmlns:a16="http://schemas.microsoft.com/office/drawing/2014/main" id="{247D1006-FEDF-4823-B0B9-7214FE8E14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5" y="1558"/>
                <a:ext cx="41" cy="262"/>
              </a:xfrm>
              <a:custGeom>
                <a:avLst/>
                <a:gdLst>
                  <a:gd name="T0" fmla="*/ 94 w 23"/>
                  <a:gd name="T1" fmla="*/ 0 h 148"/>
                  <a:gd name="T2" fmla="*/ 66 w 23"/>
                  <a:gd name="T3" fmla="*/ 159 h 148"/>
                  <a:gd name="T4" fmla="*/ 93 w 23"/>
                  <a:gd name="T5" fmla="*/ 354 h 148"/>
                  <a:gd name="T6" fmla="*/ 114 w 23"/>
                  <a:gd name="T7" fmla="*/ 821 h 148"/>
                  <a:gd name="T8" fmla="*/ 94 w 23"/>
                  <a:gd name="T9" fmla="*/ 577 h 148"/>
                  <a:gd name="T10" fmla="*/ 45 w 23"/>
                  <a:gd name="T11" fmla="*/ 338 h 148"/>
                  <a:gd name="T12" fmla="*/ 86 w 23"/>
                  <a:gd name="T13" fmla="*/ 21 h 14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" h="148">
                    <a:moveTo>
                      <a:pt x="17" y="0"/>
                    </a:moveTo>
                    <a:cubicBezTo>
                      <a:pt x="17" y="7"/>
                      <a:pt x="12" y="19"/>
                      <a:pt x="12" y="29"/>
                    </a:cubicBezTo>
                    <a:cubicBezTo>
                      <a:pt x="13" y="41"/>
                      <a:pt x="14" y="53"/>
                      <a:pt x="16" y="64"/>
                    </a:cubicBezTo>
                    <a:cubicBezTo>
                      <a:pt x="20" y="91"/>
                      <a:pt x="23" y="120"/>
                      <a:pt x="20" y="148"/>
                    </a:cubicBezTo>
                    <a:cubicBezTo>
                      <a:pt x="17" y="135"/>
                      <a:pt x="19" y="118"/>
                      <a:pt x="17" y="104"/>
                    </a:cubicBezTo>
                    <a:cubicBezTo>
                      <a:pt x="14" y="89"/>
                      <a:pt x="10" y="75"/>
                      <a:pt x="8" y="61"/>
                    </a:cubicBezTo>
                    <a:cubicBezTo>
                      <a:pt x="5" y="46"/>
                      <a:pt x="0" y="13"/>
                      <a:pt x="15" y="4"/>
                    </a:cubicBezTo>
                  </a:path>
                </a:pathLst>
              </a:custGeom>
              <a:solidFill>
                <a:srgbClr val="6B2D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480" name="Freeform 347">
                <a:extLst>
                  <a:ext uri="{FF2B5EF4-FFF2-40B4-BE49-F238E27FC236}">
                    <a16:creationId xmlns:a16="http://schemas.microsoft.com/office/drawing/2014/main" id="{BF71606F-90BF-40C3-8F37-1DCE2191D6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9" y="1595"/>
                <a:ext cx="52" cy="48"/>
              </a:xfrm>
              <a:custGeom>
                <a:avLst/>
                <a:gdLst>
                  <a:gd name="T0" fmla="*/ 7 w 29"/>
                  <a:gd name="T1" fmla="*/ 107 h 27"/>
                  <a:gd name="T2" fmla="*/ 167 w 29"/>
                  <a:gd name="T3" fmla="*/ 151 h 27"/>
                  <a:gd name="T4" fmla="*/ 0 w 29"/>
                  <a:gd name="T5" fmla="*/ 123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9" h="27">
                    <a:moveTo>
                      <a:pt x="1" y="19"/>
                    </a:moveTo>
                    <a:cubicBezTo>
                      <a:pt x="6" y="0"/>
                      <a:pt x="24" y="19"/>
                      <a:pt x="29" y="27"/>
                    </a:cubicBezTo>
                    <a:cubicBezTo>
                      <a:pt x="19" y="21"/>
                      <a:pt x="12" y="18"/>
                      <a:pt x="0" y="22"/>
                    </a:cubicBezTo>
                  </a:path>
                </a:pathLst>
              </a:custGeom>
              <a:solidFill>
                <a:srgbClr val="6B2D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481" name="Freeform 348">
                <a:extLst>
                  <a:ext uri="{FF2B5EF4-FFF2-40B4-BE49-F238E27FC236}">
                    <a16:creationId xmlns:a16="http://schemas.microsoft.com/office/drawing/2014/main" id="{3C1E9D8E-873E-4ADA-A804-BB32B5E58C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8" y="1269"/>
                <a:ext cx="80" cy="108"/>
              </a:xfrm>
              <a:custGeom>
                <a:avLst/>
                <a:gdLst>
                  <a:gd name="T0" fmla="*/ 236 w 45"/>
                  <a:gd name="T1" fmla="*/ 0 h 61"/>
                  <a:gd name="T2" fmla="*/ 236 w 45"/>
                  <a:gd name="T3" fmla="*/ 78 h 61"/>
                  <a:gd name="T4" fmla="*/ 196 w 45"/>
                  <a:gd name="T5" fmla="*/ 166 h 61"/>
                  <a:gd name="T6" fmla="*/ 117 w 45"/>
                  <a:gd name="T7" fmla="*/ 228 h 61"/>
                  <a:gd name="T8" fmla="*/ 64 w 45"/>
                  <a:gd name="T9" fmla="*/ 260 h 61"/>
                  <a:gd name="T10" fmla="*/ 0 w 45"/>
                  <a:gd name="T11" fmla="*/ 282 h 61"/>
                  <a:gd name="T12" fmla="*/ 240 w 45"/>
                  <a:gd name="T13" fmla="*/ 21 h 6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5" h="61">
                    <a:moveTo>
                      <a:pt x="42" y="0"/>
                    </a:moveTo>
                    <a:cubicBezTo>
                      <a:pt x="41" y="4"/>
                      <a:pt x="43" y="9"/>
                      <a:pt x="42" y="14"/>
                    </a:cubicBezTo>
                    <a:cubicBezTo>
                      <a:pt x="40" y="19"/>
                      <a:pt x="38" y="25"/>
                      <a:pt x="35" y="30"/>
                    </a:cubicBezTo>
                    <a:cubicBezTo>
                      <a:pt x="31" y="36"/>
                      <a:pt x="27" y="38"/>
                      <a:pt x="21" y="41"/>
                    </a:cubicBezTo>
                    <a:cubicBezTo>
                      <a:pt x="18" y="43"/>
                      <a:pt x="15" y="46"/>
                      <a:pt x="11" y="47"/>
                    </a:cubicBezTo>
                    <a:cubicBezTo>
                      <a:pt x="7" y="48"/>
                      <a:pt x="3" y="50"/>
                      <a:pt x="0" y="51"/>
                    </a:cubicBezTo>
                    <a:cubicBezTo>
                      <a:pt x="29" y="61"/>
                      <a:pt x="45" y="29"/>
                      <a:pt x="43" y="4"/>
                    </a:cubicBezTo>
                  </a:path>
                </a:pathLst>
              </a:custGeom>
              <a:solidFill>
                <a:srgbClr val="7E39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482" name="Freeform 349">
                <a:extLst>
                  <a:ext uri="{FF2B5EF4-FFF2-40B4-BE49-F238E27FC236}">
                    <a16:creationId xmlns:a16="http://schemas.microsoft.com/office/drawing/2014/main" id="{E9A5A9AD-C882-44F3-9CAE-D033B11ADC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0" y="745"/>
                <a:ext cx="405" cy="544"/>
              </a:xfrm>
              <a:custGeom>
                <a:avLst/>
                <a:gdLst>
                  <a:gd name="T0" fmla="*/ 1256 w 228"/>
                  <a:gd name="T1" fmla="*/ 741 h 307"/>
                  <a:gd name="T2" fmla="*/ 1272 w 228"/>
                  <a:gd name="T3" fmla="*/ 574 h 307"/>
                  <a:gd name="T4" fmla="*/ 641 w 228"/>
                  <a:gd name="T5" fmla="*/ 12 h 307"/>
                  <a:gd name="T6" fmla="*/ 12 w 228"/>
                  <a:gd name="T7" fmla="*/ 613 h 307"/>
                  <a:gd name="T8" fmla="*/ 78 w 228"/>
                  <a:gd name="T9" fmla="*/ 874 h 307"/>
                  <a:gd name="T10" fmla="*/ 117 w 228"/>
                  <a:gd name="T11" fmla="*/ 1030 h 307"/>
                  <a:gd name="T12" fmla="*/ 304 w 228"/>
                  <a:gd name="T13" fmla="*/ 1526 h 307"/>
                  <a:gd name="T14" fmla="*/ 712 w 228"/>
                  <a:gd name="T15" fmla="*/ 1701 h 307"/>
                  <a:gd name="T16" fmla="*/ 1126 w 228"/>
                  <a:gd name="T17" fmla="*/ 1407 h 307"/>
                  <a:gd name="T18" fmla="*/ 1240 w 228"/>
                  <a:gd name="T19" fmla="*/ 916 h 307"/>
                  <a:gd name="T20" fmla="*/ 1256 w 228"/>
                  <a:gd name="T21" fmla="*/ 741 h 30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28" h="307">
                    <a:moveTo>
                      <a:pt x="224" y="133"/>
                    </a:moveTo>
                    <a:cubicBezTo>
                      <a:pt x="227" y="123"/>
                      <a:pt x="228" y="113"/>
                      <a:pt x="227" y="103"/>
                    </a:cubicBezTo>
                    <a:cubicBezTo>
                      <a:pt x="225" y="39"/>
                      <a:pt x="176" y="0"/>
                      <a:pt x="114" y="2"/>
                    </a:cubicBezTo>
                    <a:cubicBezTo>
                      <a:pt x="52" y="4"/>
                      <a:pt x="0" y="46"/>
                      <a:pt x="2" y="110"/>
                    </a:cubicBezTo>
                    <a:cubicBezTo>
                      <a:pt x="3" y="127"/>
                      <a:pt x="7" y="143"/>
                      <a:pt x="14" y="157"/>
                    </a:cubicBezTo>
                    <a:cubicBezTo>
                      <a:pt x="17" y="166"/>
                      <a:pt x="22" y="179"/>
                      <a:pt x="21" y="185"/>
                    </a:cubicBezTo>
                    <a:cubicBezTo>
                      <a:pt x="21" y="195"/>
                      <a:pt x="36" y="254"/>
                      <a:pt x="54" y="274"/>
                    </a:cubicBezTo>
                    <a:cubicBezTo>
                      <a:pt x="73" y="294"/>
                      <a:pt x="96" y="307"/>
                      <a:pt x="127" y="306"/>
                    </a:cubicBezTo>
                    <a:cubicBezTo>
                      <a:pt x="159" y="305"/>
                      <a:pt x="197" y="266"/>
                      <a:pt x="201" y="253"/>
                    </a:cubicBezTo>
                    <a:cubicBezTo>
                      <a:pt x="206" y="241"/>
                      <a:pt x="221" y="198"/>
                      <a:pt x="221" y="165"/>
                    </a:cubicBezTo>
                    <a:cubicBezTo>
                      <a:pt x="221" y="153"/>
                      <a:pt x="223" y="139"/>
                      <a:pt x="224" y="133"/>
                    </a:cubicBezTo>
                    <a:close/>
                  </a:path>
                </a:pathLst>
              </a:custGeom>
              <a:solidFill>
                <a:srgbClr val="75332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483" name="Freeform 350">
                <a:extLst>
                  <a:ext uri="{FF2B5EF4-FFF2-40B4-BE49-F238E27FC236}">
                    <a16:creationId xmlns:a16="http://schemas.microsoft.com/office/drawing/2014/main" id="{6C8EC0AD-ED6F-4445-BE0E-CB66666D30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0" y="745"/>
                <a:ext cx="405" cy="544"/>
              </a:xfrm>
              <a:custGeom>
                <a:avLst/>
                <a:gdLst>
                  <a:gd name="T0" fmla="*/ 1256 w 228"/>
                  <a:gd name="T1" fmla="*/ 741 h 307"/>
                  <a:gd name="T2" fmla="*/ 1272 w 228"/>
                  <a:gd name="T3" fmla="*/ 574 h 307"/>
                  <a:gd name="T4" fmla="*/ 641 w 228"/>
                  <a:gd name="T5" fmla="*/ 12 h 307"/>
                  <a:gd name="T6" fmla="*/ 12 w 228"/>
                  <a:gd name="T7" fmla="*/ 613 h 307"/>
                  <a:gd name="T8" fmla="*/ 78 w 228"/>
                  <a:gd name="T9" fmla="*/ 874 h 307"/>
                  <a:gd name="T10" fmla="*/ 117 w 228"/>
                  <a:gd name="T11" fmla="*/ 1030 h 307"/>
                  <a:gd name="T12" fmla="*/ 304 w 228"/>
                  <a:gd name="T13" fmla="*/ 1526 h 307"/>
                  <a:gd name="T14" fmla="*/ 712 w 228"/>
                  <a:gd name="T15" fmla="*/ 1701 h 307"/>
                  <a:gd name="T16" fmla="*/ 1126 w 228"/>
                  <a:gd name="T17" fmla="*/ 1407 h 307"/>
                  <a:gd name="T18" fmla="*/ 1240 w 228"/>
                  <a:gd name="T19" fmla="*/ 916 h 307"/>
                  <a:gd name="T20" fmla="*/ 1256 w 228"/>
                  <a:gd name="T21" fmla="*/ 741 h 30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28" h="307">
                    <a:moveTo>
                      <a:pt x="224" y="133"/>
                    </a:moveTo>
                    <a:cubicBezTo>
                      <a:pt x="227" y="123"/>
                      <a:pt x="228" y="113"/>
                      <a:pt x="227" y="103"/>
                    </a:cubicBezTo>
                    <a:cubicBezTo>
                      <a:pt x="225" y="39"/>
                      <a:pt x="176" y="0"/>
                      <a:pt x="114" y="2"/>
                    </a:cubicBezTo>
                    <a:cubicBezTo>
                      <a:pt x="52" y="4"/>
                      <a:pt x="0" y="46"/>
                      <a:pt x="2" y="110"/>
                    </a:cubicBezTo>
                    <a:cubicBezTo>
                      <a:pt x="3" y="127"/>
                      <a:pt x="7" y="143"/>
                      <a:pt x="14" y="157"/>
                    </a:cubicBezTo>
                    <a:cubicBezTo>
                      <a:pt x="17" y="166"/>
                      <a:pt x="22" y="179"/>
                      <a:pt x="21" y="185"/>
                    </a:cubicBezTo>
                    <a:cubicBezTo>
                      <a:pt x="21" y="195"/>
                      <a:pt x="36" y="254"/>
                      <a:pt x="54" y="274"/>
                    </a:cubicBezTo>
                    <a:cubicBezTo>
                      <a:pt x="73" y="294"/>
                      <a:pt x="96" y="307"/>
                      <a:pt x="127" y="306"/>
                    </a:cubicBezTo>
                    <a:cubicBezTo>
                      <a:pt x="159" y="305"/>
                      <a:pt x="197" y="266"/>
                      <a:pt x="201" y="253"/>
                    </a:cubicBezTo>
                    <a:cubicBezTo>
                      <a:pt x="206" y="241"/>
                      <a:pt x="221" y="198"/>
                      <a:pt x="221" y="165"/>
                    </a:cubicBezTo>
                    <a:cubicBezTo>
                      <a:pt x="221" y="153"/>
                      <a:pt x="223" y="139"/>
                      <a:pt x="224" y="133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484" name="Freeform 351">
                <a:extLst>
                  <a:ext uri="{FF2B5EF4-FFF2-40B4-BE49-F238E27FC236}">
                    <a16:creationId xmlns:a16="http://schemas.microsoft.com/office/drawing/2014/main" id="{F3D8AE69-FCD9-4DB8-AA44-08E1BB84DE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9" y="1027"/>
                <a:ext cx="29" cy="67"/>
              </a:xfrm>
              <a:custGeom>
                <a:avLst/>
                <a:gdLst>
                  <a:gd name="T0" fmla="*/ 0 w 16"/>
                  <a:gd name="T1" fmla="*/ 0 h 38"/>
                  <a:gd name="T2" fmla="*/ 49 w 16"/>
                  <a:gd name="T3" fmla="*/ 44 h 38"/>
                  <a:gd name="T4" fmla="*/ 65 w 16"/>
                  <a:gd name="T5" fmla="*/ 93 h 38"/>
                  <a:gd name="T6" fmla="*/ 82 w 16"/>
                  <a:gd name="T7" fmla="*/ 208 h 38"/>
                  <a:gd name="T8" fmla="*/ 80 w 16"/>
                  <a:gd name="T9" fmla="*/ 65 h 38"/>
                  <a:gd name="T10" fmla="*/ 44 w 16"/>
                  <a:gd name="T11" fmla="*/ 16 h 38"/>
                  <a:gd name="T12" fmla="*/ 24 w 16"/>
                  <a:gd name="T13" fmla="*/ 7 h 38"/>
                  <a:gd name="T14" fmla="*/ 7 w 16"/>
                  <a:gd name="T15" fmla="*/ 0 h 3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6" h="38">
                    <a:moveTo>
                      <a:pt x="0" y="0"/>
                    </a:moveTo>
                    <a:cubicBezTo>
                      <a:pt x="4" y="0"/>
                      <a:pt x="7" y="5"/>
                      <a:pt x="8" y="8"/>
                    </a:cubicBezTo>
                    <a:cubicBezTo>
                      <a:pt x="10" y="11"/>
                      <a:pt x="10" y="14"/>
                      <a:pt x="11" y="17"/>
                    </a:cubicBezTo>
                    <a:cubicBezTo>
                      <a:pt x="13" y="24"/>
                      <a:pt x="15" y="31"/>
                      <a:pt x="14" y="38"/>
                    </a:cubicBezTo>
                    <a:cubicBezTo>
                      <a:pt x="16" y="30"/>
                      <a:pt x="15" y="21"/>
                      <a:pt x="13" y="12"/>
                    </a:cubicBezTo>
                    <a:cubicBezTo>
                      <a:pt x="11" y="9"/>
                      <a:pt x="10" y="6"/>
                      <a:pt x="7" y="3"/>
                    </a:cubicBezTo>
                    <a:cubicBezTo>
                      <a:pt x="6" y="2"/>
                      <a:pt x="5" y="1"/>
                      <a:pt x="4" y="1"/>
                    </a:cubicBezTo>
                    <a:cubicBezTo>
                      <a:pt x="3" y="0"/>
                      <a:pt x="1" y="0"/>
                      <a:pt x="1" y="0"/>
                    </a:cubicBezTo>
                  </a:path>
                </a:pathLst>
              </a:custGeom>
              <a:solidFill>
                <a:srgbClr val="7E39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485" name="Freeform 352">
                <a:extLst>
                  <a:ext uri="{FF2B5EF4-FFF2-40B4-BE49-F238E27FC236}">
                    <a16:creationId xmlns:a16="http://schemas.microsoft.com/office/drawing/2014/main" id="{79D9BC76-B022-483A-BF1B-EB9B422EFC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9" y="1122"/>
                <a:ext cx="18" cy="29"/>
              </a:xfrm>
              <a:custGeom>
                <a:avLst/>
                <a:gdLst>
                  <a:gd name="T0" fmla="*/ 0 w 10"/>
                  <a:gd name="T1" fmla="*/ 16 h 16"/>
                  <a:gd name="T2" fmla="*/ 23 w 10"/>
                  <a:gd name="T3" fmla="*/ 7 h 16"/>
                  <a:gd name="T4" fmla="*/ 36 w 10"/>
                  <a:gd name="T5" fmla="*/ 36 h 16"/>
                  <a:gd name="T6" fmla="*/ 45 w 10"/>
                  <a:gd name="T7" fmla="*/ 96 h 16"/>
                  <a:gd name="T8" fmla="*/ 7 w 10"/>
                  <a:gd name="T9" fmla="*/ 44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6">
                    <a:moveTo>
                      <a:pt x="0" y="3"/>
                    </a:moveTo>
                    <a:cubicBezTo>
                      <a:pt x="1" y="2"/>
                      <a:pt x="3" y="0"/>
                      <a:pt x="4" y="1"/>
                    </a:cubicBezTo>
                    <a:cubicBezTo>
                      <a:pt x="5" y="2"/>
                      <a:pt x="5" y="5"/>
                      <a:pt x="6" y="6"/>
                    </a:cubicBezTo>
                    <a:cubicBezTo>
                      <a:pt x="7" y="9"/>
                      <a:pt x="10" y="13"/>
                      <a:pt x="8" y="16"/>
                    </a:cubicBezTo>
                    <a:cubicBezTo>
                      <a:pt x="4" y="16"/>
                      <a:pt x="0" y="10"/>
                      <a:pt x="1" y="7"/>
                    </a:cubicBezTo>
                  </a:path>
                </a:pathLst>
              </a:custGeom>
              <a:solidFill>
                <a:srgbClr val="75332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486" name="Freeform 353">
                <a:extLst>
                  <a:ext uri="{FF2B5EF4-FFF2-40B4-BE49-F238E27FC236}">
                    <a16:creationId xmlns:a16="http://schemas.microsoft.com/office/drawing/2014/main" id="{F508E920-DF31-409E-8994-C370418347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6" y="1260"/>
                <a:ext cx="128" cy="47"/>
              </a:xfrm>
              <a:custGeom>
                <a:avLst/>
                <a:gdLst>
                  <a:gd name="T0" fmla="*/ 0 w 72"/>
                  <a:gd name="T1" fmla="*/ 13 h 26"/>
                  <a:gd name="T2" fmla="*/ 405 w 72"/>
                  <a:gd name="T3" fmla="*/ 0 h 26"/>
                  <a:gd name="T4" fmla="*/ 0 w 72"/>
                  <a:gd name="T5" fmla="*/ 13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2" h="26">
                    <a:moveTo>
                      <a:pt x="0" y="2"/>
                    </a:moveTo>
                    <a:cubicBezTo>
                      <a:pt x="0" y="2"/>
                      <a:pt x="41" y="26"/>
                      <a:pt x="72" y="0"/>
                    </a:cubicBezTo>
                    <a:cubicBezTo>
                      <a:pt x="72" y="0"/>
                      <a:pt x="43" y="21"/>
                      <a:pt x="0" y="2"/>
                    </a:cubicBezTo>
                    <a:close/>
                  </a:path>
                </a:pathLst>
              </a:custGeom>
              <a:solidFill>
                <a:srgbClr val="6B2D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487" name="Line 354">
                <a:extLst>
                  <a:ext uri="{FF2B5EF4-FFF2-40B4-BE49-F238E27FC236}">
                    <a16:creationId xmlns:a16="http://schemas.microsoft.com/office/drawing/2014/main" id="{EFEFF137-7A13-4B53-81C5-3BC9A6A9D20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017" y="855"/>
                <a:ext cx="1" cy="1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488" name="Line 355">
                <a:extLst>
                  <a:ext uri="{FF2B5EF4-FFF2-40B4-BE49-F238E27FC236}">
                    <a16:creationId xmlns:a16="http://schemas.microsoft.com/office/drawing/2014/main" id="{2666D245-10DF-4D42-81B9-23D704E7FF3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017" y="855"/>
                <a:ext cx="1" cy="1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489" name="Freeform 356">
                <a:extLst>
                  <a:ext uri="{FF2B5EF4-FFF2-40B4-BE49-F238E27FC236}">
                    <a16:creationId xmlns:a16="http://schemas.microsoft.com/office/drawing/2014/main" id="{03731158-0257-4EDF-9ED6-14CE32CE28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5" y="1581"/>
                <a:ext cx="39" cy="192"/>
              </a:xfrm>
              <a:custGeom>
                <a:avLst/>
                <a:gdLst>
                  <a:gd name="T0" fmla="*/ 85 w 22"/>
                  <a:gd name="T1" fmla="*/ 0 h 108"/>
                  <a:gd name="T2" fmla="*/ 106 w 22"/>
                  <a:gd name="T3" fmla="*/ 203 h 108"/>
                  <a:gd name="T4" fmla="*/ 62 w 22"/>
                  <a:gd name="T5" fmla="*/ 366 h 108"/>
                  <a:gd name="T6" fmla="*/ 0 w 22"/>
                  <a:gd name="T7" fmla="*/ 606 h 108"/>
                  <a:gd name="T8" fmla="*/ 50 w 22"/>
                  <a:gd name="T9" fmla="*/ 276 h 108"/>
                  <a:gd name="T10" fmla="*/ 78 w 22"/>
                  <a:gd name="T11" fmla="*/ 16 h 10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2" h="108">
                    <a:moveTo>
                      <a:pt x="15" y="0"/>
                    </a:moveTo>
                    <a:cubicBezTo>
                      <a:pt x="20" y="12"/>
                      <a:pt x="22" y="23"/>
                      <a:pt x="19" y="36"/>
                    </a:cubicBezTo>
                    <a:cubicBezTo>
                      <a:pt x="16" y="46"/>
                      <a:pt x="14" y="56"/>
                      <a:pt x="11" y="65"/>
                    </a:cubicBezTo>
                    <a:cubicBezTo>
                      <a:pt x="7" y="79"/>
                      <a:pt x="5" y="95"/>
                      <a:pt x="0" y="108"/>
                    </a:cubicBezTo>
                    <a:cubicBezTo>
                      <a:pt x="3" y="89"/>
                      <a:pt x="8" y="69"/>
                      <a:pt x="9" y="49"/>
                    </a:cubicBezTo>
                    <a:cubicBezTo>
                      <a:pt x="11" y="34"/>
                      <a:pt x="15" y="18"/>
                      <a:pt x="14" y="3"/>
                    </a:cubicBezTo>
                  </a:path>
                </a:pathLst>
              </a:custGeom>
              <a:solidFill>
                <a:srgbClr val="6B2D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490" name="Freeform 357">
                <a:extLst>
                  <a:ext uri="{FF2B5EF4-FFF2-40B4-BE49-F238E27FC236}">
                    <a16:creationId xmlns:a16="http://schemas.microsoft.com/office/drawing/2014/main" id="{723674B9-FDD2-497F-96BB-0C1F15DE00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9" y="1939"/>
                <a:ext cx="73" cy="27"/>
              </a:xfrm>
              <a:custGeom>
                <a:avLst/>
                <a:gdLst>
                  <a:gd name="T0" fmla="*/ 231 w 41"/>
                  <a:gd name="T1" fmla="*/ 88 h 15"/>
                  <a:gd name="T2" fmla="*/ 158 w 41"/>
                  <a:gd name="T3" fmla="*/ 23 h 15"/>
                  <a:gd name="T4" fmla="*/ 0 w 41"/>
                  <a:gd name="T5" fmla="*/ 13 h 15"/>
                  <a:gd name="T6" fmla="*/ 219 w 41"/>
                  <a:gd name="T7" fmla="*/ 88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1" h="15">
                    <a:moveTo>
                      <a:pt x="41" y="15"/>
                    </a:moveTo>
                    <a:cubicBezTo>
                      <a:pt x="40" y="10"/>
                      <a:pt x="32" y="6"/>
                      <a:pt x="28" y="4"/>
                    </a:cubicBezTo>
                    <a:cubicBezTo>
                      <a:pt x="20" y="0"/>
                      <a:pt x="9" y="0"/>
                      <a:pt x="0" y="2"/>
                    </a:cubicBezTo>
                    <a:cubicBezTo>
                      <a:pt x="12" y="5"/>
                      <a:pt x="34" y="4"/>
                      <a:pt x="39" y="15"/>
                    </a:cubicBezTo>
                  </a:path>
                </a:pathLst>
              </a:custGeom>
              <a:solidFill>
                <a:srgbClr val="6B2D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491" name="Freeform 358">
                <a:extLst>
                  <a:ext uri="{FF2B5EF4-FFF2-40B4-BE49-F238E27FC236}">
                    <a16:creationId xmlns:a16="http://schemas.microsoft.com/office/drawing/2014/main" id="{F1B25527-C2A1-4F82-B430-6509B26061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4" y="1587"/>
                <a:ext cx="52" cy="226"/>
              </a:xfrm>
              <a:custGeom>
                <a:avLst/>
                <a:gdLst>
                  <a:gd name="T0" fmla="*/ 0 w 29"/>
                  <a:gd name="T1" fmla="*/ 0 h 128"/>
                  <a:gd name="T2" fmla="*/ 52 w 29"/>
                  <a:gd name="T3" fmla="*/ 309 h 128"/>
                  <a:gd name="T4" fmla="*/ 167 w 29"/>
                  <a:gd name="T5" fmla="*/ 704 h 128"/>
                  <a:gd name="T6" fmla="*/ 145 w 29"/>
                  <a:gd name="T7" fmla="*/ 618 h 128"/>
                  <a:gd name="T8" fmla="*/ 109 w 29"/>
                  <a:gd name="T9" fmla="*/ 459 h 128"/>
                  <a:gd name="T10" fmla="*/ 70 w 29"/>
                  <a:gd name="T11" fmla="*/ 272 h 128"/>
                  <a:gd name="T12" fmla="*/ 7 w 29"/>
                  <a:gd name="T13" fmla="*/ 12 h 1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9" h="128">
                    <a:moveTo>
                      <a:pt x="0" y="0"/>
                    </a:moveTo>
                    <a:cubicBezTo>
                      <a:pt x="0" y="19"/>
                      <a:pt x="5" y="39"/>
                      <a:pt x="9" y="56"/>
                    </a:cubicBezTo>
                    <a:cubicBezTo>
                      <a:pt x="15" y="80"/>
                      <a:pt x="26" y="104"/>
                      <a:pt x="29" y="128"/>
                    </a:cubicBezTo>
                    <a:cubicBezTo>
                      <a:pt x="29" y="123"/>
                      <a:pt x="26" y="118"/>
                      <a:pt x="25" y="112"/>
                    </a:cubicBezTo>
                    <a:cubicBezTo>
                      <a:pt x="23" y="103"/>
                      <a:pt x="22" y="93"/>
                      <a:pt x="19" y="83"/>
                    </a:cubicBezTo>
                    <a:cubicBezTo>
                      <a:pt x="17" y="72"/>
                      <a:pt x="15" y="60"/>
                      <a:pt x="12" y="49"/>
                    </a:cubicBezTo>
                    <a:cubicBezTo>
                      <a:pt x="9" y="33"/>
                      <a:pt x="4" y="18"/>
                      <a:pt x="1" y="2"/>
                    </a:cubicBezTo>
                  </a:path>
                </a:pathLst>
              </a:custGeom>
              <a:solidFill>
                <a:srgbClr val="7E39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492" name="Freeform 359">
                <a:extLst>
                  <a:ext uri="{FF2B5EF4-FFF2-40B4-BE49-F238E27FC236}">
                    <a16:creationId xmlns:a16="http://schemas.microsoft.com/office/drawing/2014/main" id="{492AD091-79C2-4A6B-9B9A-3607EC787F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1" y="1385"/>
                <a:ext cx="98" cy="255"/>
              </a:xfrm>
              <a:custGeom>
                <a:avLst/>
                <a:gdLst>
                  <a:gd name="T0" fmla="*/ 0 w 55"/>
                  <a:gd name="T1" fmla="*/ 0 h 144"/>
                  <a:gd name="T2" fmla="*/ 114 w 55"/>
                  <a:gd name="T3" fmla="*/ 78 h 144"/>
                  <a:gd name="T4" fmla="*/ 187 w 55"/>
                  <a:gd name="T5" fmla="*/ 232 h 144"/>
                  <a:gd name="T6" fmla="*/ 248 w 55"/>
                  <a:gd name="T7" fmla="*/ 455 h 144"/>
                  <a:gd name="T8" fmla="*/ 276 w 55"/>
                  <a:gd name="T9" fmla="*/ 618 h 144"/>
                  <a:gd name="T10" fmla="*/ 312 w 55"/>
                  <a:gd name="T11" fmla="*/ 800 h 144"/>
                  <a:gd name="T12" fmla="*/ 239 w 55"/>
                  <a:gd name="T13" fmla="*/ 545 h 144"/>
                  <a:gd name="T14" fmla="*/ 175 w 55"/>
                  <a:gd name="T15" fmla="*/ 338 h 144"/>
                  <a:gd name="T16" fmla="*/ 114 w 55"/>
                  <a:gd name="T17" fmla="*/ 158 h 144"/>
                  <a:gd name="T18" fmla="*/ 7 w 55"/>
                  <a:gd name="T19" fmla="*/ 16 h 14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5" h="144">
                    <a:moveTo>
                      <a:pt x="0" y="0"/>
                    </a:moveTo>
                    <a:cubicBezTo>
                      <a:pt x="6" y="1"/>
                      <a:pt x="16" y="9"/>
                      <a:pt x="20" y="14"/>
                    </a:cubicBezTo>
                    <a:cubicBezTo>
                      <a:pt x="27" y="21"/>
                      <a:pt x="30" y="32"/>
                      <a:pt x="33" y="42"/>
                    </a:cubicBezTo>
                    <a:cubicBezTo>
                      <a:pt x="38" y="55"/>
                      <a:pt x="41" y="68"/>
                      <a:pt x="44" y="82"/>
                    </a:cubicBezTo>
                    <a:cubicBezTo>
                      <a:pt x="45" y="91"/>
                      <a:pt x="48" y="101"/>
                      <a:pt x="49" y="111"/>
                    </a:cubicBezTo>
                    <a:cubicBezTo>
                      <a:pt x="51" y="121"/>
                      <a:pt x="54" y="135"/>
                      <a:pt x="55" y="144"/>
                    </a:cubicBezTo>
                    <a:cubicBezTo>
                      <a:pt x="49" y="129"/>
                      <a:pt x="46" y="113"/>
                      <a:pt x="42" y="98"/>
                    </a:cubicBezTo>
                    <a:cubicBezTo>
                      <a:pt x="40" y="86"/>
                      <a:pt x="35" y="73"/>
                      <a:pt x="31" y="61"/>
                    </a:cubicBezTo>
                    <a:cubicBezTo>
                      <a:pt x="28" y="50"/>
                      <a:pt x="25" y="38"/>
                      <a:pt x="20" y="28"/>
                    </a:cubicBezTo>
                    <a:cubicBezTo>
                      <a:pt x="15" y="20"/>
                      <a:pt x="4" y="12"/>
                      <a:pt x="1" y="3"/>
                    </a:cubicBezTo>
                  </a:path>
                </a:pathLst>
              </a:custGeom>
              <a:solidFill>
                <a:srgbClr val="6B2D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493" name="Freeform 360">
                <a:extLst>
                  <a:ext uri="{FF2B5EF4-FFF2-40B4-BE49-F238E27FC236}">
                    <a16:creationId xmlns:a16="http://schemas.microsoft.com/office/drawing/2014/main" id="{A4C450F8-297C-4FC4-9E9C-D9AA02258A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5" y="1397"/>
                <a:ext cx="88" cy="207"/>
              </a:xfrm>
              <a:custGeom>
                <a:avLst/>
                <a:gdLst>
                  <a:gd name="T0" fmla="*/ 284 w 49"/>
                  <a:gd name="T1" fmla="*/ 0 h 117"/>
                  <a:gd name="T2" fmla="*/ 117 w 49"/>
                  <a:gd name="T3" fmla="*/ 216 h 117"/>
                  <a:gd name="T4" fmla="*/ 52 w 49"/>
                  <a:gd name="T5" fmla="*/ 419 h 117"/>
                  <a:gd name="T6" fmla="*/ 0 w 49"/>
                  <a:gd name="T7" fmla="*/ 648 h 117"/>
                  <a:gd name="T8" fmla="*/ 145 w 49"/>
                  <a:gd name="T9" fmla="*/ 265 h 117"/>
                  <a:gd name="T10" fmla="*/ 203 w 49"/>
                  <a:gd name="T11" fmla="*/ 106 h 117"/>
                  <a:gd name="T12" fmla="*/ 255 w 49"/>
                  <a:gd name="T13" fmla="*/ 12 h 1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9" h="117">
                    <a:moveTo>
                      <a:pt x="49" y="0"/>
                    </a:moveTo>
                    <a:cubicBezTo>
                      <a:pt x="31" y="3"/>
                      <a:pt x="25" y="25"/>
                      <a:pt x="20" y="39"/>
                    </a:cubicBezTo>
                    <a:cubicBezTo>
                      <a:pt x="16" y="51"/>
                      <a:pt x="13" y="64"/>
                      <a:pt x="9" y="76"/>
                    </a:cubicBezTo>
                    <a:cubicBezTo>
                      <a:pt x="5" y="88"/>
                      <a:pt x="0" y="104"/>
                      <a:pt x="0" y="117"/>
                    </a:cubicBezTo>
                    <a:cubicBezTo>
                      <a:pt x="6" y="93"/>
                      <a:pt x="17" y="70"/>
                      <a:pt x="25" y="48"/>
                    </a:cubicBezTo>
                    <a:cubicBezTo>
                      <a:pt x="29" y="38"/>
                      <a:pt x="32" y="29"/>
                      <a:pt x="35" y="19"/>
                    </a:cubicBezTo>
                    <a:cubicBezTo>
                      <a:pt x="38" y="14"/>
                      <a:pt x="40" y="6"/>
                      <a:pt x="44" y="2"/>
                    </a:cubicBezTo>
                  </a:path>
                </a:pathLst>
              </a:custGeom>
              <a:solidFill>
                <a:srgbClr val="7E39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494" name="Freeform 361">
                <a:extLst>
                  <a:ext uri="{FF2B5EF4-FFF2-40B4-BE49-F238E27FC236}">
                    <a16:creationId xmlns:a16="http://schemas.microsoft.com/office/drawing/2014/main" id="{36A46D03-42CD-4308-82C7-05526DB39C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7" y="1034"/>
                <a:ext cx="83" cy="42"/>
              </a:xfrm>
              <a:custGeom>
                <a:avLst/>
                <a:gdLst>
                  <a:gd name="T0" fmla="*/ 127 w 47"/>
                  <a:gd name="T1" fmla="*/ 123 h 24"/>
                  <a:gd name="T2" fmla="*/ 171 w 47"/>
                  <a:gd name="T3" fmla="*/ 114 h 24"/>
                  <a:gd name="T4" fmla="*/ 224 w 47"/>
                  <a:gd name="T5" fmla="*/ 102 h 24"/>
                  <a:gd name="T6" fmla="*/ 237 w 47"/>
                  <a:gd name="T7" fmla="*/ 98 h 24"/>
                  <a:gd name="T8" fmla="*/ 247 w 47"/>
                  <a:gd name="T9" fmla="*/ 102 h 24"/>
                  <a:gd name="T10" fmla="*/ 260 w 47"/>
                  <a:gd name="T11" fmla="*/ 93 h 24"/>
                  <a:gd name="T12" fmla="*/ 253 w 47"/>
                  <a:gd name="T13" fmla="*/ 81 h 24"/>
                  <a:gd name="T14" fmla="*/ 150 w 47"/>
                  <a:gd name="T15" fmla="*/ 21 h 24"/>
                  <a:gd name="T16" fmla="*/ 7 w 47"/>
                  <a:gd name="T17" fmla="*/ 77 h 24"/>
                  <a:gd name="T18" fmla="*/ 0 w 47"/>
                  <a:gd name="T19" fmla="*/ 81 h 24"/>
                  <a:gd name="T20" fmla="*/ 49 w 47"/>
                  <a:gd name="T21" fmla="*/ 119 h 24"/>
                  <a:gd name="T22" fmla="*/ 127 w 47"/>
                  <a:gd name="T23" fmla="*/ 123 h 2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47" h="24">
                    <a:moveTo>
                      <a:pt x="23" y="23"/>
                    </a:moveTo>
                    <a:cubicBezTo>
                      <a:pt x="25" y="22"/>
                      <a:pt x="28" y="22"/>
                      <a:pt x="31" y="21"/>
                    </a:cubicBezTo>
                    <a:cubicBezTo>
                      <a:pt x="34" y="21"/>
                      <a:pt x="38" y="20"/>
                      <a:pt x="41" y="19"/>
                    </a:cubicBezTo>
                    <a:cubicBezTo>
                      <a:pt x="42" y="19"/>
                      <a:pt x="42" y="18"/>
                      <a:pt x="43" y="18"/>
                    </a:cubicBezTo>
                    <a:cubicBezTo>
                      <a:pt x="44" y="18"/>
                      <a:pt x="46" y="19"/>
                      <a:pt x="45" y="19"/>
                    </a:cubicBezTo>
                    <a:cubicBezTo>
                      <a:pt x="44" y="18"/>
                      <a:pt x="47" y="20"/>
                      <a:pt x="47" y="17"/>
                    </a:cubicBezTo>
                    <a:cubicBezTo>
                      <a:pt x="47" y="16"/>
                      <a:pt x="46" y="16"/>
                      <a:pt x="46" y="15"/>
                    </a:cubicBezTo>
                    <a:cubicBezTo>
                      <a:pt x="42" y="10"/>
                      <a:pt x="32" y="5"/>
                      <a:pt x="27" y="4"/>
                    </a:cubicBezTo>
                    <a:cubicBezTo>
                      <a:pt x="11" y="0"/>
                      <a:pt x="1" y="13"/>
                      <a:pt x="1" y="14"/>
                    </a:cubicBezTo>
                    <a:cubicBezTo>
                      <a:pt x="1" y="14"/>
                      <a:pt x="0" y="15"/>
                      <a:pt x="0" y="15"/>
                    </a:cubicBezTo>
                    <a:cubicBezTo>
                      <a:pt x="5" y="16"/>
                      <a:pt x="5" y="20"/>
                      <a:pt x="9" y="22"/>
                    </a:cubicBezTo>
                    <a:cubicBezTo>
                      <a:pt x="13" y="23"/>
                      <a:pt x="19" y="24"/>
                      <a:pt x="23" y="23"/>
                    </a:cubicBezTo>
                    <a:close/>
                  </a:path>
                </a:pathLst>
              </a:custGeom>
              <a:solidFill>
                <a:srgbClr val="FCE1D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495" name="Freeform 362">
                <a:extLst>
                  <a:ext uri="{FF2B5EF4-FFF2-40B4-BE49-F238E27FC236}">
                    <a16:creationId xmlns:a16="http://schemas.microsoft.com/office/drawing/2014/main" id="{4AE77C3C-3FF5-4545-A719-AFD14798A5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6" y="1032"/>
                <a:ext cx="57" cy="46"/>
              </a:xfrm>
              <a:custGeom>
                <a:avLst/>
                <a:gdLst>
                  <a:gd name="T0" fmla="*/ 166 w 32"/>
                  <a:gd name="T1" fmla="*/ 37 h 26"/>
                  <a:gd name="T2" fmla="*/ 166 w 32"/>
                  <a:gd name="T3" fmla="*/ 122 h 26"/>
                  <a:gd name="T4" fmla="*/ 29 w 32"/>
                  <a:gd name="T5" fmla="*/ 122 h 26"/>
                  <a:gd name="T6" fmla="*/ 21 w 32"/>
                  <a:gd name="T7" fmla="*/ 44 h 26"/>
                  <a:gd name="T8" fmla="*/ 166 w 32"/>
                  <a:gd name="T9" fmla="*/ 37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26">
                    <a:moveTo>
                      <a:pt x="29" y="7"/>
                    </a:moveTo>
                    <a:cubicBezTo>
                      <a:pt x="29" y="7"/>
                      <a:pt x="32" y="16"/>
                      <a:pt x="29" y="22"/>
                    </a:cubicBezTo>
                    <a:cubicBezTo>
                      <a:pt x="29" y="22"/>
                      <a:pt x="12" y="26"/>
                      <a:pt x="5" y="22"/>
                    </a:cubicBezTo>
                    <a:cubicBezTo>
                      <a:pt x="5" y="22"/>
                      <a:pt x="0" y="14"/>
                      <a:pt x="4" y="8"/>
                    </a:cubicBezTo>
                    <a:cubicBezTo>
                      <a:pt x="4" y="8"/>
                      <a:pt x="15" y="0"/>
                      <a:pt x="29" y="7"/>
                    </a:cubicBezTo>
                    <a:close/>
                  </a:path>
                </a:pathLst>
              </a:custGeom>
              <a:solidFill>
                <a:srgbClr val="2A100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496" name="Freeform 363">
                <a:extLst>
                  <a:ext uri="{FF2B5EF4-FFF2-40B4-BE49-F238E27FC236}">
                    <a16:creationId xmlns:a16="http://schemas.microsoft.com/office/drawing/2014/main" id="{E8F422A4-E0CB-447D-A602-3CC774604B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9" y="1034"/>
                <a:ext cx="81" cy="42"/>
              </a:xfrm>
              <a:custGeom>
                <a:avLst/>
                <a:gdLst>
                  <a:gd name="T0" fmla="*/ 122 w 46"/>
                  <a:gd name="T1" fmla="*/ 123 h 24"/>
                  <a:gd name="T2" fmla="*/ 164 w 46"/>
                  <a:gd name="T3" fmla="*/ 114 h 24"/>
                  <a:gd name="T4" fmla="*/ 224 w 46"/>
                  <a:gd name="T5" fmla="*/ 102 h 24"/>
                  <a:gd name="T6" fmla="*/ 229 w 46"/>
                  <a:gd name="T7" fmla="*/ 98 h 24"/>
                  <a:gd name="T8" fmla="*/ 239 w 46"/>
                  <a:gd name="T9" fmla="*/ 98 h 24"/>
                  <a:gd name="T10" fmla="*/ 252 w 46"/>
                  <a:gd name="T11" fmla="*/ 93 h 24"/>
                  <a:gd name="T12" fmla="*/ 245 w 46"/>
                  <a:gd name="T13" fmla="*/ 81 h 24"/>
                  <a:gd name="T14" fmla="*/ 143 w 46"/>
                  <a:gd name="T15" fmla="*/ 21 h 24"/>
                  <a:gd name="T16" fmla="*/ 0 w 46"/>
                  <a:gd name="T17" fmla="*/ 70 h 24"/>
                  <a:gd name="T18" fmla="*/ 0 w 46"/>
                  <a:gd name="T19" fmla="*/ 81 h 24"/>
                  <a:gd name="T20" fmla="*/ 44 w 46"/>
                  <a:gd name="T21" fmla="*/ 114 h 24"/>
                  <a:gd name="T22" fmla="*/ 122 w 46"/>
                  <a:gd name="T23" fmla="*/ 123 h 2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46" h="24">
                    <a:moveTo>
                      <a:pt x="22" y="23"/>
                    </a:moveTo>
                    <a:cubicBezTo>
                      <a:pt x="25" y="22"/>
                      <a:pt x="27" y="22"/>
                      <a:pt x="30" y="21"/>
                    </a:cubicBezTo>
                    <a:cubicBezTo>
                      <a:pt x="33" y="21"/>
                      <a:pt x="37" y="20"/>
                      <a:pt x="41" y="19"/>
                    </a:cubicBezTo>
                    <a:cubicBezTo>
                      <a:pt x="41" y="18"/>
                      <a:pt x="42" y="18"/>
                      <a:pt x="42" y="18"/>
                    </a:cubicBezTo>
                    <a:cubicBezTo>
                      <a:pt x="43" y="18"/>
                      <a:pt x="45" y="19"/>
                      <a:pt x="44" y="18"/>
                    </a:cubicBezTo>
                    <a:cubicBezTo>
                      <a:pt x="43" y="18"/>
                      <a:pt x="46" y="20"/>
                      <a:pt x="46" y="17"/>
                    </a:cubicBezTo>
                    <a:cubicBezTo>
                      <a:pt x="46" y="16"/>
                      <a:pt x="46" y="16"/>
                      <a:pt x="45" y="15"/>
                    </a:cubicBezTo>
                    <a:cubicBezTo>
                      <a:pt x="41" y="10"/>
                      <a:pt x="31" y="5"/>
                      <a:pt x="26" y="4"/>
                    </a:cubicBezTo>
                    <a:cubicBezTo>
                      <a:pt x="10" y="0"/>
                      <a:pt x="0" y="13"/>
                      <a:pt x="0" y="13"/>
                    </a:cubicBezTo>
                    <a:cubicBezTo>
                      <a:pt x="0" y="14"/>
                      <a:pt x="0" y="15"/>
                      <a:pt x="0" y="15"/>
                    </a:cubicBezTo>
                    <a:cubicBezTo>
                      <a:pt x="4" y="16"/>
                      <a:pt x="4" y="20"/>
                      <a:pt x="8" y="21"/>
                    </a:cubicBezTo>
                    <a:cubicBezTo>
                      <a:pt x="12" y="23"/>
                      <a:pt x="18" y="24"/>
                      <a:pt x="22" y="23"/>
                    </a:cubicBezTo>
                    <a:close/>
                  </a:path>
                </a:pathLst>
              </a:custGeom>
              <a:noFill/>
              <a:ln w="3175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497" name="Freeform 364">
                <a:extLst>
                  <a:ext uri="{FF2B5EF4-FFF2-40B4-BE49-F238E27FC236}">
                    <a16:creationId xmlns:a16="http://schemas.microsoft.com/office/drawing/2014/main" id="{72757E0D-04FB-4135-AB56-6C8DFF6186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7" y="1048"/>
                <a:ext cx="16" cy="14"/>
              </a:xfrm>
              <a:custGeom>
                <a:avLst/>
                <a:gdLst>
                  <a:gd name="T0" fmla="*/ 0 w 9"/>
                  <a:gd name="T1" fmla="*/ 28 h 8"/>
                  <a:gd name="T2" fmla="*/ 28 w 9"/>
                  <a:gd name="T3" fmla="*/ 44 h 8"/>
                  <a:gd name="T4" fmla="*/ 44 w 9"/>
                  <a:gd name="T5" fmla="*/ 16 h 8"/>
                  <a:gd name="T6" fmla="*/ 21 w 9"/>
                  <a:gd name="T7" fmla="*/ 0 h 8"/>
                  <a:gd name="T8" fmla="*/ 0 w 9"/>
                  <a:gd name="T9" fmla="*/ 28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8">
                    <a:moveTo>
                      <a:pt x="0" y="5"/>
                    </a:moveTo>
                    <a:cubicBezTo>
                      <a:pt x="1" y="7"/>
                      <a:pt x="3" y="8"/>
                      <a:pt x="5" y="8"/>
                    </a:cubicBezTo>
                    <a:cubicBezTo>
                      <a:pt x="7" y="8"/>
                      <a:pt x="9" y="5"/>
                      <a:pt x="8" y="3"/>
                    </a:cubicBezTo>
                    <a:cubicBezTo>
                      <a:pt x="8" y="1"/>
                      <a:pt x="6" y="0"/>
                      <a:pt x="4" y="0"/>
                    </a:cubicBezTo>
                    <a:cubicBezTo>
                      <a:pt x="1" y="0"/>
                      <a:pt x="0" y="3"/>
                      <a:pt x="0" y="5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498" name="Freeform 365">
                <a:extLst>
                  <a:ext uri="{FF2B5EF4-FFF2-40B4-BE49-F238E27FC236}">
                    <a16:creationId xmlns:a16="http://schemas.microsoft.com/office/drawing/2014/main" id="{79C3DC67-E48D-42B6-8FD5-F8B6B91593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5" y="1064"/>
                <a:ext cx="42" cy="7"/>
              </a:xfrm>
              <a:custGeom>
                <a:avLst/>
                <a:gdLst>
                  <a:gd name="T0" fmla="*/ 123 w 24"/>
                  <a:gd name="T1" fmla="*/ 7 h 4"/>
                  <a:gd name="T2" fmla="*/ 114 w 24"/>
                  <a:gd name="T3" fmla="*/ 7 h 4"/>
                  <a:gd name="T4" fmla="*/ 102 w 24"/>
                  <a:gd name="T5" fmla="*/ 0 h 4"/>
                  <a:gd name="T6" fmla="*/ 81 w 24"/>
                  <a:gd name="T7" fmla="*/ 7 h 4"/>
                  <a:gd name="T8" fmla="*/ 37 w 24"/>
                  <a:gd name="T9" fmla="*/ 7 h 4"/>
                  <a:gd name="T10" fmla="*/ 12 w 24"/>
                  <a:gd name="T11" fmla="*/ 7 h 4"/>
                  <a:gd name="T12" fmla="*/ 16 w 24"/>
                  <a:gd name="T13" fmla="*/ 16 h 4"/>
                  <a:gd name="T14" fmla="*/ 65 w 24"/>
                  <a:gd name="T15" fmla="*/ 21 h 4"/>
                  <a:gd name="T16" fmla="*/ 98 w 24"/>
                  <a:gd name="T17" fmla="*/ 16 h 4"/>
                  <a:gd name="T18" fmla="*/ 130 w 24"/>
                  <a:gd name="T19" fmla="*/ 7 h 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4" h="4">
                    <a:moveTo>
                      <a:pt x="23" y="1"/>
                    </a:moveTo>
                    <a:cubicBezTo>
                      <a:pt x="22" y="1"/>
                      <a:pt x="22" y="1"/>
                      <a:pt x="21" y="1"/>
                    </a:cubicBezTo>
                    <a:cubicBezTo>
                      <a:pt x="20" y="0"/>
                      <a:pt x="19" y="0"/>
                      <a:pt x="19" y="0"/>
                    </a:cubicBezTo>
                    <a:cubicBezTo>
                      <a:pt x="17" y="0"/>
                      <a:pt x="16" y="1"/>
                      <a:pt x="15" y="1"/>
                    </a:cubicBezTo>
                    <a:cubicBezTo>
                      <a:pt x="12" y="2"/>
                      <a:pt x="10" y="2"/>
                      <a:pt x="7" y="1"/>
                    </a:cubicBezTo>
                    <a:cubicBezTo>
                      <a:pt x="5" y="1"/>
                      <a:pt x="3" y="0"/>
                      <a:pt x="2" y="1"/>
                    </a:cubicBezTo>
                    <a:cubicBezTo>
                      <a:pt x="0" y="2"/>
                      <a:pt x="2" y="3"/>
                      <a:pt x="3" y="3"/>
                    </a:cubicBezTo>
                    <a:cubicBezTo>
                      <a:pt x="6" y="4"/>
                      <a:pt x="9" y="4"/>
                      <a:pt x="12" y="4"/>
                    </a:cubicBezTo>
                    <a:cubicBezTo>
                      <a:pt x="14" y="4"/>
                      <a:pt x="16" y="3"/>
                      <a:pt x="18" y="3"/>
                    </a:cubicBezTo>
                    <a:cubicBezTo>
                      <a:pt x="19" y="2"/>
                      <a:pt x="23" y="2"/>
                      <a:pt x="24" y="1"/>
                    </a:cubicBezTo>
                  </a:path>
                </a:pathLst>
              </a:custGeom>
              <a:solidFill>
                <a:srgbClr val="3A120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499" name="Freeform 366">
                <a:extLst>
                  <a:ext uri="{FF2B5EF4-FFF2-40B4-BE49-F238E27FC236}">
                    <a16:creationId xmlns:a16="http://schemas.microsoft.com/office/drawing/2014/main" id="{C4E09DA1-F95E-46BC-96E9-61EF0FD67C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6" y="1050"/>
                <a:ext cx="9" cy="8"/>
              </a:xfrm>
              <a:custGeom>
                <a:avLst/>
                <a:gdLst>
                  <a:gd name="T0" fmla="*/ 0 w 5"/>
                  <a:gd name="T1" fmla="*/ 13 h 5"/>
                  <a:gd name="T2" fmla="*/ 16 w 5"/>
                  <a:gd name="T3" fmla="*/ 16 h 5"/>
                  <a:gd name="T4" fmla="*/ 29 w 5"/>
                  <a:gd name="T5" fmla="*/ 8 h 5"/>
                  <a:gd name="T6" fmla="*/ 13 w 5"/>
                  <a:gd name="T7" fmla="*/ 0 h 5"/>
                  <a:gd name="T8" fmla="*/ 0 w 5"/>
                  <a:gd name="T9" fmla="*/ 13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0" y="3"/>
                    </a:moveTo>
                    <a:cubicBezTo>
                      <a:pt x="0" y="4"/>
                      <a:pt x="2" y="5"/>
                      <a:pt x="3" y="4"/>
                    </a:cubicBezTo>
                    <a:cubicBezTo>
                      <a:pt x="4" y="4"/>
                      <a:pt x="5" y="3"/>
                      <a:pt x="5" y="2"/>
                    </a:cubicBezTo>
                    <a:cubicBezTo>
                      <a:pt x="4" y="1"/>
                      <a:pt x="3" y="0"/>
                      <a:pt x="2" y="0"/>
                    </a:cubicBezTo>
                    <a:cubicBezTo>
                      <a:pt x="1" y="0"/>
                      <a:pt x="0" y="1"/>
                      <a:pt x="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500" name="Freeform 367">
                <a:extLst>
                  <a:ext uri="{FF2B5EF4-FFF2-40B4-BE49-F238E27FC236}">
                    <a16:creationId xmlns:a16="http://schemas.microsoft.com/office/drawing/2014/main" id="{A15B675D-D9C3-4010-8C09-A8F0CE253C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6" y="1080"/>
                <a:ext cx="56" cy="10"/>
              </a:xfrm>
              <a:custGeom>
                <a:avLst/>
                <a:gdLst>
                  <a:gd name="T0" fmla="*/ 182 w 31"/>
                  <a:gd name="T1" fmla="*/ 0 h 6"/>
                  <a:gd name="T2" fmla="*/ 0 w 31"/>
                  <a:gd name="T3" fmla="*/ 5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1" h="6">
                    <a:moveTo>
                      <a:pt x="31" y="0"/>
                    </a:moveTo>
                    <a:cubicBezTo>
                      <a:pt x="31" y="0"/>
                      <a:pt x="9" y="6"/>
                      <a:pt x="0" y="1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501" name="Freeform 368">
                <a:extLst>
                  <a:ext uri="{FF2B5EF4-FFF2-40B4-BE49-F238E27FC236}">
                    <a16:creationId xmlns:a16="http://schemas.microsoft.com/office/drawing/2014/main" id="{5578AB51-4367-4FE8-9DAE-E1EC4175E8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9" y="989"/>
                <a:ext cx="66" cy="30"/>
              </a:xfrm>
              <a:custGeom>
                <a:avLst/>
                <a:gdLst>
                  <a:gd name="T0" fmla="*/ 210 w 37"/>
                  <a:gd name="T1" fmla="*/ 44 h 17"/>
                  <a:gd name="T2" fmla="*/ 0 w 37"/>
                  <a:gd name="T3" fmla="*/ 94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7" h="17">
                    <a:moveTo>
                      <a:pt x="37" y="8"/>
                    </a:moveTo>
                    <a:cubicBezTo>
                      <a:pt x="37" y="8"/>
                      <a:pt x="13" y="0"/>
                      <a:pt x="0" y="17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502" name="Freeform 369">
                <a:extLst>
                  <a:ext uri="{FF2B5EF4-FFF2-40B4-BE49-F238E27FC236}">
                    <a16:creationId xmlns:a16="http://schemas.microsoft.com/office/drawing/2014/main" id="{A4058829-FE62-4F56-BEE6-0A6750855C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5" y="1060"/>
                <a:ext cx="1" cy="6"/>
              </a:xfrm>
              <a:custGeom>
                <a:avLst/>
                <a:gdLst>
                  <a:gd name="T0" fmla="*/ 0 w 1"/>
                  <a:gd name="T1" fmla="*/ 24 h 3"/>
                  <a:gd name="T2" fmla="*/ 0 w 1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cubicBezTo>
                      <a:pt x="0" y="2"/>
                      <a:pt x="0" y="1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503" name="Freeform 370">
                <a:extLst>
                  <a:ext uri="{FF2B5EF4-FFF2-40B4-BE49-F238E27FC236}">
                    <a16:creationId xmlns:a16="http://schemas.microsoft.com/office/drawing/2014/main" id="{C1A4920D-1FCF-4D77-B4A8-DE6BC1EE7F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1" y="1043"/>
                <a:ext cx="48" cy="15"/>
              </a:xfrm>
              <a:custGeom>
                <a:avLst/>
                <a:gdLst>
                  <a:gd name="T0" fmla="*/ 12 w 27"/>
                  <a:gd name="T1" fmla="*/ 8 h 9"/>
                  <a:gd name="T2" fmla="*/ 16 w 27"/>
                  <a:gd name="T3" fmla="*/ 42 h 9"/>
                  <a:gd name="T4" fmla="*/ 37 w 27"/>
                  <a:gd name="T5" fmla="*/ 33 h 9"/>
                  <a:gd name="T6" fmla="*/ 44 w 27"/>
                  <a:gd name="T7" fmla="*/ 22 h 9"/>
                  <a:gd name="T8" fmla="*/ 78 w 27"/>
                  <a:gd name="T9" fmla="*/ 8 h 9"/>
                  <a:gd name="T10" fmla="*/ 107 w 27"/>
                  <a:gd name="T11" fmla="*/ 13 h 9"/>
                  <a:gd name="T12" fmla="*/ 114 w 27"/>
                  <a:gd name="T13" fmla="*/ 28 h 9"/>
                  <a:gd name="T14" fmla="*/ 135 w 27"/>
                  <a:gd name="T15" fmla="*/ 37 h 9"/>
                  <a:gd name="T16" fmla="*/ 139 w 27"/>
                  <a:gd name="T17" fmla="*/ 20 h 9"/>
                  <a:gd name="T18" fmla="*/ 101 w 27"/>
                  <a:gd name="T19" fmla="*/ 0 h 9"/>
                  <a:gd name="T20" fmla="*/ 73 w 27"/>
                  <a:gd name="T21" fmla="*/ 0 h 9"/>
                  <a:gd name="T22" fmla="*/ 57 w 27"/>
                  <a:gd name="T23" fmla="*/ 0 h 9"/>
                  <a:gd name="T24" fmla="*/ 16 w 27"/>
                  <a:gd name="T25" fmla="*/ 8 h 9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7" h="9">
                    <a:moveTo>
                      <a:pt x="2" y="2"/>
                    </a:moveTo>
                    <a:cubicBezTo>
                      <a:pt x="1" y="5"/>
                      <a:pt x="0" y="8"/>
                      <a:pt x="3" y="9"/>
                    </a:cubicBezTo>
                    <a:cubicBezTo>
                      <a:pt x="5" y="9"/>
                      <a:pt x="6" y="9"/>
                      <a:pt x="7" y="7"/>
                    </a:cubicBezTo>
                    <a:cubicBezTo>
                      <a:pt x="7" y="6"/>
                      <a:pt x="8" y="5"/>
                      <a:pt x="8" y="5"/>
                    </a:cubicBezTo>
                    <a:cubicBezTo>
                      <a:pt x="10" y="3"/>
                      <a:pt x="12" y="2"/>
                      <a:pt x="14" y="2"/>
                    </a:cubicBezTo>
                    <a:cubicBezTo>
                      <a:pt x="16" y="2"/>
                      <a:pt x="18" y="2"/>
                      <a:pt x="19" y="3"/>
                    </a:cubicBezTo>
                    <a:cubicBezTo>
                      <a:pt x="20" y="4"/>
                      <a:pt x="20" y="5"/>
                      <a:pt x="20" y="6"/>
                    </a:cubicBezTo>
                    <a:cubicBezTo>
                      <a:pt x="21" y="8"/>
                      <a:pt x="22" y="8"/>
                      <a:pt x="24" y="8"/>
                    </a:cubicBezTo>
                    <a:cubicBezTo>
                      <a:pt x="27" y="9"/>
                      <a:pt x="27" y="5"/>
                      <a:pt x="25" y="4"/>
                    </a:cubicBezTo>
                    <a:cubicBezTo>
                      <a:pt x="24" y="2"/>
                      <a:pt x="20" y="1"/>
                      <a:pt x="18" y="0"/>
                    </a:cubicBezTo>
                    <a:cubicBezTo>
                      <a:pt x="16" y="0"/>
                      <a:pt x="15" y="0"/>
                      <a:pt x="13" y="0"/>
                    </a:cubicBezTo>
                    <a:cubicBezTo>
                      <a:pt x="12" y="0"/>
                      <a:pt x="11" y="0"/>
                      <a:pt x="10" y="0"/>
                    </a:cubicBezTo>
                    <a:cubicBezTo>
                      <a:pt x="8" y="0"/>
                      <a:pt x="4" y="0"/>
                      <a:pt x="3" y="2"/>
                    </a:cubicBezTo>
                  </a:path>
                </a:pathLst>
              </a:custGeom>
              <a:solidFill>
                <a:srgbClr val="1A0A0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504" name="Freeform 371">
                <a:extLst>
                  <a:ext uri="{FF2B5EF4-FFF2-40B4-BE49-F238E27FC236}">
                    <a16:creationId xmlns:a16="http://schemas.microsoft.com/office/drawing/2014/main" id="{BA06DF64-DDD0-4D8E-A1C4-6CCBECB760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7" y="1048"/>
                <a:ext cx="8" cy="23"/>
              </a:xfrm>
              <a:custGeom>
                <a:avLst/>
                <a:gdLst>
                  <a:gd name="T0" fmla="*/ 24 w 4"/>
                  <a:gd name="T1" fmla="*/ 0 h 13"/>
                  <a:gd name="T2" fmla="*/ 32 w 4"/>
                  <a:gd name="T3" fmla="*/ 73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3">
                    <a:moveTo>
                      <a:pt x="3" y="0"/>
                    </a:moveTo>
                    <a:cubicBezTo>
                      <a:pt x="3" y="0"/>
                      <a:pt x="0" y="5"/>
                      <a:pt x="4" y="13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505" name="Freeform 372">
                <a:extLst>
                  <a:ext uri="{FF2B5EF4-FFF2-40B4-BE49-F238E27FC236}">
                    <a16:creationId xmlns:a16="http://schemas.microsoft.com/office/drawing/2014/main" id="{E5FB6552-1693-4C12-AD5D-DAD6F68E9D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7" y="1048"/>
                <a:ext cx="6" cy="21"/>
              </a:xfrm>
              <a:custGeom>
                <a:avLst/>
                <a:gdLst>
                  <a:gd name="T0" fmla="*/ 0 w 3"/>
                  <a:gd name="T1" fmla="*/ 0 h 12"/>
                  <a:gd name="T2" fmla="*/ 0 w 3"/>
                  <a:gd name="T3" fmla="*/ 65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2">
                    <a:moveTo>
                      <a:pt x="0" y="0"/>
                    </a:moveTo>
                    <a:cubicBezTo>
                      <a:pt x="0" y="0"/>
                      <a:pt x="3" y="7"/>
                      <a:pt x="0" y="12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506" name="Freeform 373">
                <a:extLst>
                  <a:ext uri="{FF2B5EF4-FFF2-40B4-BE49-F238E27FC236}">
                    <a16:creationId xmlns:a16="http://schemas.microsoft.com/office/drawing/2014/main" id="{3E11FBF1-37D3-40DB-B4CB-CE70F87F9A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5" y="1007"/>
                <a:ext cx="73" cy="30"/>
              </a:xfrm>
              <a:custGeom>
                <a:avLst/>
                <a:gdLst>
                  <a:gd name="T0" fmla="*/ 231 w 41"/>
                  <a:gd name="T1" fmla="*/ 81 h 17"/>
                  <a:gd name="T2" fmla="*/ 0 w 41"/>
                  <a:gd name="T3" fmla="*/ 94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1" h="17">
                    <a:moveTo>
                      <a:pt x="41" y="15"/>
                    </a:moveTo>
                    <a:cubicBezTo>
                      <a:pt x="41" y="15"/>
                      <a:pt x="18" y="0"/>
                      <a:pt x="0" y="17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507" name="Freeform 374">
                <a:extLst>
                  <a:ext uri="{FF2B5EF4-FFF2-40B4-BE49-F238E27FC236}">
                    <a16:creationId xmlns:a16="http://schemas.microsoft.com/office/drawing/2014/main" id="{FD155455-8E24-4827-A234-611345B25F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8" y="1060"/>
                <a:ext cx="11" cy="4"/>
              </a:xfrm>
              <a:custGeom>
                <a:avLst/>
                <a:gdLst>
                  <a:gd name="T0" fmla="*/ 37 w 6"/>
                  <a:gd name="T1" fmla="*/ 0 h 2"/>
                  <a:gd name="T2" fmla="*/ 24 w 6"/>
                  <a:gd name="T3" fmla="*/ 8 h 2"/>
                  <a:gd name="T4" fmla="*/ 0 w 6"/>
                  <a:gd name="T5" fmla="*/ 16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2">
                    <a:moveTo>
                      <a:pt x="6" y="0"/>
                    </a:moveTo>
                    <a:cubicBezTo>
                      <a:pt x="5" y="0"/>
                      <a:pt x="4" y="1"/>
                      <a:pt x="4" y="1"/>
                    </a:cubicBezTo>
                    <a:cubicBezTo>
                      <a:pt x="2" y="1"/>
                      <a:pt x="1" y="1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508" name="Freeform 375">
                <a:extLst>
                  <a:ext uri="{FF2B5EF4-FFF2-40B4-BE49-F238E27FC236}">
                    <a16:creationId xmlns:a16="http://schemas.microsoft.com/office/drawing/2014/main" id="{6410071F-E58B-4AD9-A4CA-E3FEA6AF10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0" y="1055"/>
                <a:ext cx="10" cy="2"/>
              </a:xfrm>
              <a:custGeom>
                <a:avLst/>
                <a:gdLst>
                  <a:gd name="T0" fmla="*/ 28 w 6"/>
                  <a:gd name="T1" fmla="*/ 0 h 1"/>
                  <a:gd name="T2" fmla="*/ 0 w 6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">
                    <a:moveTo>
                      <a:pt x="6" y="0"/>
                    </a:moveTo>
                    <a:cubicBezTo>
                      <a:pt x="5" y="1"/>
                      <a:pt x="2" y="1"/>
                      <a:pt x="0" y="1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509" name="Freeform 376">
                <a:extLst>
                  <a:ext uri="{FF2B5EF4-FFF2-40B4-BE49-F238E27FC236}">
                    <a16:creationId xmlns:a16="http://schemas.microsoft.com/office/drawing/2014/main" id="{1C47B3FE-54C6-4D69-854E-443F6AC359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7" y="1050"/>
                <a:ext cx="9" cy="1"/>
              </a:xfrm>
              <a:custGeom>
                <a:avLst/>
                <a:gdLst>
                  <a:gd name="T0" fmla="*/ 29 w 5"/>
                  <a:gd name="T1" fmla="*/ 0 h 1"/>
                  <a:gd name="T2" fmla="*/ 16 w 5"/>
                  <a:gd name="T3" fmla="*/ 1 h 1"/>
                  <a:gd name="T4" fmla="*/ 0 w 5"/>
                  <a:gd name="T5" fmla="*/ 1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1">
                    <a:moveTo>
                      <a:pt x="5" y="0"/>
                    </a:moveTo>
                    <a:cubicBezTo>
                      <a:pt x="4" y="0"/>
                      <a:pt x="4" y="1"/>
                      <a:pt x="3" y="1"/>
                    </a:cubicBezTo>
                    <a:cubicBezTo>
                      <a:pt x="2" y="1"/>
                      <a:pt x="1" y="1"/>
                      <a:pt x="0" y="1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510" name="Freeform 377">
                <a:extLst>
                  <a:ext uri="{FF2B5EF4-FFF2-40B4-BE49-F238E27FC236}">
                    <a16:creationId xmlns:a16="http://schemas.microsoft.com/office/drawing/2014/main" id="{5C81978B-FB35-4EB9-8804-5AD5098E98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2" y="1046"/>
                <a:ext cx="9" cy="2"/>
              </a:xfrm>
              <a:custGeom>
                <a:avLst/>
                <a:gdLst>
                  <a:gd name="T0" fmla="*/ 29 w 5"/>
                  <a:gd name="T1" fmla="*/ 0 h 1"/>
                  <a:gd name="T2" fmla="*/ 0 w 5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">
                    <a:moveTo>
                      <a:pt x="5" y="0"/>
                    </a:moveTo>
                    <a:cubicBezTo>
                      <a:pt x="4" y="1"/>
                      <a:pt x="2" y="0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511" name="Freeform 378">
                <a:extLst>
                  <a:ext uri="{FF2B5EF4-FFF2-40B4-BE49-F238E27FC236}">
                    <a16:creationId xmlns:a16="http://schemas.microsoft.com/office/drawing/2014/main" id="{1D06D3D0-3FF1-4550-BEF9-CFAB050FBD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9" y="1064"/>
                <a:ext cx="5" cy="3"/>
              </a:xfrm>
              <a:custGeom>
                <a:avLst/>
                <a:gdLst>
                  <a:gd name="T0" fmla="*/ 13 w 3"/>
                  <a:gd name="T1" fmla="*/ 0 h 2"/>
                  <a:gd name="T2" fmla="*/ 0 w 3"/>
                  <a:gd name="T3" fmla="*/ 8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cubicBezTo>
                      <a:pt x="2" y="0"/>
                      <a:pt x="1" y="1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512" name="Freeform 379">
                <a:extLst>
                  <a:ext uri="{FF2B5EF4-FFF2-40B4-BE49-F238E27FC236}">
                    <a16:creationId xmlns:a16="http://schemas.microsoft.com/office/drawing/2014/main" id="{82C71B70-F21D-49CB-883D-66C66EBF36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4" y="1067"/>
                <a:ext cx="3" cy="4"/>
              </a:xfrm>
              <a:custGeom>
                <a:avLst/>
                <a:gdLst>
                  <a:gd name="T0" fmla="*/ 8 w 2"/>
                  <a:gd name="T1" fmla="*/ 0 h 2"/>
                  <a:gd name="T2" fmla="*/ 0 w 2"/>
                  <a:gd name="T3" fmla="*/ 16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1" y="0"/>
                      <a:pt x="0" y="1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513" name="Freeform 380">
                <a:extLst>
                  <a:ext uri="{FF2B5EF4-FFF2-40B4-BE49-F238E27FC236}">
                    <a16:creationId xmlns:a16="http://schemas.microsoft.com/office/drawing/2014/main" id="{F7F52CE8-BC85-43C6-970B-09F7E647CB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1" y="1023"/>
                <a:ext cx="38" cy="25"/>
              </a:xfrm>
              <a:custGeom>
                <a:avLst/>
                <a:gdLst>
                  <a:gd name="T0" fmla="*/ 125 w 21"/>
                  <a:gd name="T1" fmla="*/ 7 h 14"/>
                  <a:gd name="T2" fmla="*/ 45 w 21"/>
                  <a:gd name="T3" fmla="*/ 29 h 14"/>
                  <a:gd name="T4" fmla="*/ 0 w 21"/>
                  <a:gd name="T5" fmla="*/ 80 h 14"/>
                  <a:gd name="T6" fmla="*/ 29 w 21"/>
                  <a:gd name="T7" fmla="*/ 52 h 14"/>
                  <a:gd name="T8" fmla="*/ 60 w 21"/>
                  <a:gd name="T9" fmla="*/ 29 h 14"/>
                  <a:gd name="T10" fmla="*/ 94 w 21"/>
                  <a:gd name="T11" fmla="*/ 13 h 14"/>
                  <a:gd name="T12" fmla="*/ 125 w 21"/>
                  <a:gd name="T13" fmla="*/ 7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1" h="14">
                    <a:moveTo>
                      <a:pt x="21" y="1"/>
                    </a:moveTo>
                    <a:cubicBezTo>
                      <a:pt x="17" y="0"/>
                      <a:pt x="12" y="3"/>
                      <a:pt x="8" y="5"/>
                    </a:cubicBezTo>
                    <a:cubicBezTo>
                      <a:pt x="5" y="6"/>
                      <a:pt x="1" y="11"/>
                      <a:pt x="0" y="14"/>
                    </a:cubicBezTo>
                    <a:cubicBezTo>
                      <a:pt x="2" y="14"/>
                      <a:pt x="3" y="11"/>
                      <a:pt x="5" y="9"/>
                    </a:cubicBezTo>
                    <a:cubicBezTo>
                      <a:pt x="7" y="8"/>
                      <a:pt x="8" y="6"/>
                      <a:pt x="10" y="5"/>
                    </a:cubicBezTo>
                    <a:cubicBezTo>
                      <a:pt x="12" y="4"/>
                      <a:pt x="14" y="3"/>
                      <a:pt x="16" y="2"/>
                    </a:cubicBezTo>
                    <a:cubicBezTo>
                      <a:pt x="18" y="2"/>
                      <a:pt x="19" y="2"/>
                      <a:pt x="21" y="1"/>
                    </a:cubicBezTo>
                  </a:path>
                </a:pathLst>
              </a:custGeom>
              <a:solidFill>
                <a:srgbClr val="7E39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514" name="Freeform 381">
                <a:extLst>
                  <a:ext uri="{FF2B5EF4-FFF2-40B4-BE49-F238E27FC236}">
                    <a16:creationId xmlns:a16="http://schemas.microsoft.com/office/drawing/2014/main" id="{3B5535FE-B27D-4B6A-BFBF-6420871A55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7" y="1066"/>
                <a:ext cx="35" cy="17"/>
              </a:xfrm>
              <a:custGeom>
                <a:avLst/>
                <a:gdLst>
                  <a:gd name="T0" fmla="*/ 0 w 20"/>
                  <a:gd name="T1" fmla="*/ 44 h 10"/>
                  <a:gd name="T2" fmla="*/ 56 w 20"/>
                  <a:gd name="T3" fmla="*/ 41 h 10"/>
                  <a:gd name="T4" fmla="*/ 107 w 20"/>
                  <a:gd name="T5" fmla="*/ 15 h 10"/>
                  <a:gd name="T6" fmla="*/ 65 w 20"/>
                  <a:gd name="T7" fmla="*/ 29 h 10"/>
                  <a:gd name="T8" fmla="*/ 12 w 20"/>
                  <a:gd name="T9" fmla="*/ 44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10">
                    <a:moveTo>
                      <a:pt x="0" y="9"/>
                    </a:moveTo>
                    <a:cubicBezTo>
                      <a:pt x="3" y="10"/>
                      <a:pt x="8" y="8"/>
                      <a:pt x="10" y="8"/>
                    </a:cubicBezTo>
                    <a:cubicBezTo>
                      <a:pt x="13" y="7"/>
                      <a:pt x="17" y="3"/>
                      <a:pt x="20" y="3"/>
                    </a:cubicBezTo>
                    <a:cubicBezTo>
                      <a:pt x="18" y="0"/>
                      <a:pt x="14" y="5"/>
                      <a:pt x="12" y="6"/>
                    </a:cubicBezTo>
                    <a:cubicBezTo>
                      <a:pt x="9" y="8"/>
                      <a:pt x="6" y="9"/>
                      <a:pt x="2" y="9"/>
                    </a:cubicBezTo>
                  </a:path>
                </a:pathLst>
              </a:custGeom>
              <a:solidFill>
                <a:srgbClr val="7E39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515" name="Freeform 382">
                <a:extLst>
                  <a:ext uri="{FF2B5EF4-FFF2-40B4-BE49-F238E27FC236}">
                    <a16:creationId xmlns:a16="http://schemas.microsoft.com/office/drawing/2014/main" id="{A9ADC099-8D49-4120-BA43-9381405C3B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9" y="1080"/>
                <a:ext cx="27" cy="12"/>
              </a:xfrm>
              <a:custGeom>
                <a:avLst/>
                <a:gdLst>
                  <a:gd name="T0" fmla="*/ 0 w 15"/>
                  <a:gd name="T1" fmla="*/ 0 h 7"/>
                  <a:gd name="T2" fmla="*/ 88 w 15"/>
                  <a:gd name="T3" fmla="*/ 21 h 7"/>
                  <a:gd name="T4" fmla="*/ 0 w 15"/>
                  <a:gd name="T5" fmla="*/ 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7">
                    <a:moveTo>
                      <a:pt x="0" y="0"/>
                    </a:moveTo>
                    <a:cubicBezTo>
                      <a:pt x="3" y="5"/>
                      <a:pt x="10" y="3"/>
                      <a:pt x="15" y="4"/>
                    </a:cubicBezTo>
                    <a:cubicBezTo>
                      <a:pt x="10" y="7"/>
                      <a:pt x="3" y="4"/>
                      <a:pt x="0" y="0"/>
                    </a:cubicBezTo>
                  </a:path>
                </a:pathLst>
              </a:custGeom>
              <a:solidFill>
                <a:srgbClr val="6B2D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516" name="Freeform 383">
                <a:extLst>
                  <a:ext uri="{FF2B5EF4-FFF2-40B4-BE49-F238E27FC236}">
                    <a16:creationId xmlns:a16="http://schemas.microsoft.com/office/drawing/2014/main" id="{F0628222-68DE-4200-BEC3-90200D65AD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3" y="1034"/>
                <a:ext cx="82" cy="42"/>
              </a:xfrm>
              <a:custGeom>
                <a:avLst/>
                <a:gdLst>
                  <a:gd name="T0" fmla="*/ 137 w 46"/>
                  <a:gd name="T1" fmla="*/ 123 h 24"/>
                  <a:gd name="T2" fmla="*/ 93 w 46"/>
                  <a:gd name="T3" fmla="*/ 114 h 24"/>
                  <a:gd name="T4" fmla="*/ 29 w 46"/>
                  <a:gd name="T5" fmla="*/ 102 h 24"/>
                  <a:gd name="T6" fmla="*/ 21 w 46"/>
                  <a:gd name="T7" fmla="*/ 98 h 24"/>
                  <a:gd name="T8" fmla="*/ 7 w 46"/>
                  <a:gd name="T9" fmla="*/ 102 h 24"/>
                  <a:gd name="T10" fmla="*/ 0 w 46"/>
                  <a:gd name="T11" fmla="*/ 93 h 24"/>
                  <a:gd name="T12" fmla="*/ 7 w 46"/>
                  <a:gd name="T13" fmla="*/ 81 h 24"/>
                  <a:gd name="T14" fmla="*/ 109 w 46"/>
                  <a:gd name="T15" fmla="*/ 21 h 24"/>
                  <a:gd name="T16" fmla="*/ 260 w 46"/>
                  <a:gd name="T17" fmla="*/ 77 h 24"/>
                  <a:gd name="T18" fmla="*/ 260 w 46"/>
                  <a:gd name="T19" fmla="*/ 81 h 24"/>
                  <a:gd name="T20" fmla="*/ 210 w 46"/>
                  <a:gd name="T21" fmla="*/ 119 h 24"/>
                  <a:gd name="T22" fmla="*/ 137 w 46"/>
                  <a:gd name="T23" fmla="*/ 123 h 2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46" h="24">
                    <a:moveTo>
                      <a:pt x="24" y="23"/>
                    </a:moveTo>
                    <a:cubicBezTo>
                      <a:pt x="21" y="22"/>
                      <a:pt x="19" y="22"/>
                      <a:pt x="16" y="21"/>
                    </a:cubicBezTo>
                    <a:cubicBezTo>
                      <a:pt x="12" y="21"/>
                      <a:pt x="9" y="20"/>
                      <a:pt x="5" y="19"/>
                    </a:cubicBezTo>
                    <a:cubicBezTo>
                      <a:pt x="4" y="19"/>
                      <a:pt x="4" y="18"/>
                      <a:pt x="4" y="18"/>
                    </a:cubicBezTo>
                    <a:cubicBezTo>
                      <a:pt x="3" y="18"/>
                      <a:pt x="1" y="19"/>
                      <a:pt x="1" y="19"/>
                    </a:cubicBezTo>
                    <a:cubicBezTo>
                      <a:pt x="3" y="18"/>
                      <a:pt x="0" y="20"/>
                      <a:pt x="0" y="17"/>
                    </a:cubicBezTo>
                    <a:cubicBezTo>
                      <a:pt x="0" y="16"/>
                      <a:pt x="0" y="16"/>
                      <a:pt x="1" y="15"/>
                    </a:cubicBezTo>
                    <a:cubicBezTo>
                      <a:pt x="5" y="10"/>
                      <a:pt x="15" y="5"/>
                      <a:pt x="19" y="4"/>
                    </a:cubicBezTo>
                    <a:cubicBezTo>
                      <a:pt x="35" y="0"/>
                      <a:pt x="45" y="13"/>
                      <a:pt x="46" y="14"/>
                    </a:cubicBezTo>
                    <a:cubicBezTo>
                      <a:pt x="46" y="14"/>
                      <a:pt x="46" y="15"/>
                      <a:pt x="46" y="15"/>
                    </a:cubicBezTo>
                    <a:cubicBezTo>
                      <a:pt x="42" y="16"/>
                      <a:pt x="42" y="20"/>
                      <a:pt x="37" y="22"/>
                    </a:cubicBezTo>
                    <a:cubicBezTo>
                      <a:pt x="34" y="23"/>
                      <a:pt x="28" y="24"/>
                      <a:pt x="24" y="23"/>
                    </a:cubicBezTo>
                    <a:close/>
                  </a:path>
                </a:pathLst>
              </a:custGeom>
              <a:solidFill>
                <a:srgbClr val="FCE1D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517" name="Freeform 384">
                <a:extLst>
                  <a:ext uri="{FF2B5EF4-FFF2-40B4-BE49-F238E27FC236}">
                    <a16:creationId xmlns:a16="http://schemas.microsoft.com/office/drawing/2014/main" id="{B4DEF9C7-A091-4403-B67B-07AB98FBA6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9" y="1032"/>
                <a:ext cx="57" cy="46"/>
              </a:xfrm>
              <a:custGeom>
                <a:avLst/>
                <a:gdLst>
                  <a:gd name="T0" fmla="*/ 21 w 32"/>
                  <a:gd name="T1" fmla="*/ 37 h 26"/>
                  <a:gd name="T2" fmla="*/ 21 w 32"/>
                  <a:gd name="T3" fmla="*/ 122 h 26"/>
                  <a:gd name="T4" fmla="*/ 159 w 32"/>
                  <a:gd name="T5" fmla="*/ 122 h 26"/>
                  <a:gd name="T6" fmla="*/ 166 w 32"/>
                  <a:gd name="T7" fmla="*/ 44 h 26"/>
                  <a:gd name="T8" fmla="*/ 21 w 32"/>
                  <a:gd name="T9" fmla="*/ 37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26">
                    <a:moveTo>
                      <a:pt x="4" y="7"/>
                    </a:moveTo>
                    <a:cubicBezTo>
                      <a:pt x="4" y="7"/>
                      <a:pt x="0" y="16"/>
                      <a:pt x="4" y="22"/>
                    </a:cubicBezTo>
                    <a:cubicBezTo>
                      <a:pt x="4" y="22"/>
                      <a:pt x="20" y="26"/>
                      <a:pt x="28" y="22"/>
                    </a:cubicBezTo>
                    <a:cubicBezTo>
                      <a:pt x="28" y="22"/>
                      <a:pt x="32" y="14"/>
                      <a:pt x="29" y="8"/>
                    </a:cubicBezTo>
                    <a:cubicBezTo>
                      <a:pt x="29" y="8"/>
                      <a:pt x="17" y="0"/>
                      <a:pt x="4" y="7"/>
                    </a:cubicBezTo>
                    <a:close/>
                  </a:path>
                </a:pathLst>
              </a:custGeom>
              <a:solidFill>
                <a:srgbClr val="2A100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518" name="Freeform 385">
                <a:extLst>
                  <a:ext uri="{FF2B5EF4-FFF2-40B4-BE49-F238E27FC236}">
                    <a16:creationId xmlns:a16="http://schemas.microsoft.com/office/drawing/2014/main" id="{105776BE-FDCD-431F-BC70-6919E0045C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3" y="1034"/>
                <a:ext cx="82" cy="42"/>
              </a:xfrm>
              <a:custGeom>
                <a:avLst/>
                <a:gdLst>
                  <a:gd name="T0" fmla="*/ 137 w 46"/>
                  <a:gd name="T1" fmla="*/ 123 h 24"/>
                  <a:gd name="T2" fmla="*/ 93 w 46"/>
                  <a:gd name="T3" fmla="*/ 114 h 24"/>
                  <a:gd name="T4" fmla="*/ 29 w 46"/>
                  <a:gd name="T5" fmla="*/ 102 h 24"/>
                  <a:gd name="T6" fmla="*/ 16 w 46"/>
                  <a:gd name="T7" fmla="*/ 98 h 24"/>
                  <a:gd name="T8" fmla="*/ 7 w 46"/>
                  <a:gd name="T9" fmla="*/ 98 h 24"/>
                  <a:gd name="T10" fmla="*/ 0 w 46"/>
                  <a:gd name="T11" fmla="*/ 93 h 24"/>
                  <a:gd name="T12" fmla="*/ 7 w 46"/>
                  <a:gd name="T13" fmla="*/ 81 h 24"/>
                  <a:gd name="T14" fmla="*/ 109 w 46"/>
                  <a:gd name="T15" fmla="*/ 21 h 24"/>
                  <a:gd name="T16" fmla="*/ 260 w 46"/>
                  <a:gd name="T17" fmla="*/ 70 h 24"/>
                  <a:gd name="T18" fmla="*/ 260 w 46"/>
                  <a:gd name="T19" fmla="*/ 81 h 24"/>
                  <a:gd name="T20" fmla="*/ 210 w 46"/>
                  <a:gd name="T21" fmla="*/ 114 h 24"/>
                  <a:gd name="T22" fmla="*/ 137 w 46"/>
                  <a:gd name="T23" fmla="*/ 123 h 2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46" h="24">
                    <a:moveTo>
                      <a:pt x="24" y="23"/>
                    </a:moveTo>
                    <a:cubicBezTo>
                      <a:pt x="21" y="22"/>
                      <a:pt x="19" y="22"/>
                      <a:pt x="16" y="21"/>
                    </a:cubicBezTo>
                    <a:cubicBezTo>
                      <a:pt x="12" y="21"/>
                      <a:pt x="9" y="20"/>
                      <a:pt x="5" y="19"/>
                    </a:cubicBezTo>
                    <a:cubicBezTo>
                      <a:pt x="4" y="18"/>
                      <a:pt x="4" y="18"/>
                      <a:pt x="3" y="18"/>
                    </a:cubicBezTo>
                    <a:cubicBezTo>
                      <a:pt x="3" y="18"/>
                      <a:pt x="1" y="19"/>
                      <a:pt x="1" y="18"/>
                    </a:cubicBezTo>
                    <a:cubicBezTo>
                      <a:pt x="3" y="18"/>
                      <a:pt x="0" y="20"/>
                      <a:pt x="0" y="17"/>
                    </a:cubicBezTo>
                    <a:cubicBezTo>
                      <a:pt x="0" y="16"/>
                      <a:pt x="0" y="16"/>
                      <a:pt x="1" y="15"/>
                    </a:cubicBezTo>
                    <a:cubicBezTo>
                      <a:pt x="4" y="10"/>
                      <a:pt x="15" y="5"/>
                      <a:pt x="19" y="4"/>
                    </a:cubicBezTo>
                    <a:cubicBezTo>
                      <a:pt x="35" y="0"/>
                      <a:pt x="45" y="13"/>
                      <a:pt x="46" y="13"/>
                    </a:cubicBezTo>
                    <a:cubicBezTo>
                      <a:pt x="46" y="14"/>
                      <a:pt x="46" y="15"/>
                      <a:pt x="46" y="15"/>
                    </a:cubicBezTo>
                    <a:cubicBezTo>
                      <a:pt x="42" y="16"/>
                      <a:pt x="41" y="20"/>
                      <a:pt x="37" y="21"/>
                    </a:cubicBezTo>
                    <a:cubicBezTo>
                      <a:pt x="34" y="23"/>
                      <a:pt x="28" y="24"/>
                      <a:pt x="24" y="23"/>
                    </a:cubicBezTo>
                    <a:close/>
                  </a:path>
                </a:pathLst>
              </a:custGeom>
              <a:noFill/>
              <a:ln w="3175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519" name="Freeform 386">
                <a:extLst>
                  <a:ext uri="{FF2B5EF4-FFF2-40B4-BE49-F238E27FC236}">
                    <a16:creationId xmlns:a16="http://schemas.microsoft.com/office/drawing/2014/main" id="{1F64A707-1BC7-439D-90AC-D1B8B489F9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0" y="1048"/>
                <a:ext cx="16" cy="14"/>
              </a:xfrm>
              <a:custGeom>
                <a:avLst/>
                <a:gdLst>
                  <a:gd name="T0" fmla="*/ 44 w 9"/>
                  <a:gd name="T1" fmla="*/ 28 h 8"/>
                  <a:gd name="T2" fmla="*/ 21 w 9"/>
                  <a:gd name="T3" fmla="*/ 44 h 8"/>
                  <a:gd name="T4" fmla="*/ 0 w 9"/>
                  <a:gd name="T5" fmla="*/ 16 h 8"/>
                  <a:gd name="T6" fmla="*/ 28 w 9"/>
                  <a:gd name="T7" fmla="*/ 0 h 8"/>
                  <a:gd name="T8" fmla="*/ 44 w 9"/>
                  <a:gd name="T9" fmla="*/ 28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8">
                    <a:moveTo>
                      <a:pt x="8" y="5"/>
                    </a:moveTo>
                    <a:cubicBezTo>
                      <a:pt x="8" y="7"/>
                      <a:pt x="6" y="8"/>
                      <a:pt x="4" y="8"/>
                    </a:cubicBezTo>
                    <a:cubicBezTo>
                      <a:pt x="1" y="8"/>
                      <a:pt x="0" y="5"/>
                      <a:pt x="0" y="3"/>
                    </a:cubicBezTo>
                    <a:cubicBezTo>
                      <a:pt x="1" y="1"/>
                      <a:pt x="3" y="0"/>
                      <a:pt x="5" y="0"/>
                    </a:cubicBezTo>
                    <a:cubicBezTo>
                      <a:pt x="7" y="0"/>
                      <a:pt x="9" y="3"/>
                      <a:pt x="8" y="5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520" name="Freeform 387">
                <a:extLst>
                  <a:ext uri="{FF2B5EF4-FFF2-40B4-BE49-F238E27FC236}">
                    <a16:creationId xmlns:a16="http://schemas.microsoft.com/office/drawing/2014/main" id="{DD21E4DC-3F6D-4A77-B034-8BA3E65CE7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6" y="1064"/>
                <a:ext cx="43" cy="7"/>
              </a:xfrm>
              <a:custGeom>
                <a:avLst/>
                <a:gdLst>
                  <a:gd name="T0" fmla="*/ 0 w 24"/>
                  <a:gd name="T1" fmla="*/ 7 h 4"/>
                  <a:gd name="T2" fmla="*/ 16 w 24"/>
                  <a:gd name="T3" fmla="*/ 7 h 4"/>
                  <a:gd name="T4" fmla="*/ 29 w 24"/>
                  <a:gd name="T5" fmla="*/ 0 h 4"/>
                  <a:gd name="T6" fmla="*/ 52 w 24"/>
                  <a:gd name="T7" fmla="*/ 7 h 4"/>
                  <a:gd name="T8" fmla="*/ 97 w 24"/>
                  <a:gd name="T9" fmla="*/ 7 h 4"/>
                  <a:gd name="T10" fmla="*/ 125 w 24"/>
                  <a:gd name="T11" fmla="*/ 7 h 4"/>
                  <a:gd name="T12" fmla="*/ 122 w 24"/>
                  <a:gd name="T13" fmla="*/ 16 h 4"/>
                  <a:gd name="T14" fmla="*/ 70 w 24"/>
                  <a:gd name="T15" fmla="*/ 21 h 4"/>
                  <a:gd name="T16" fmla="*/ 36 w 24"/>
                  <a:gd name="T17" fmla="*/ 16 h 4"/>
                  <a:gd name="T18" fmla="*/ 0 w 24"/>
                  <a:gd name="T19" fmla="*/ 7 h 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4" h="4">
                    <a:moveTo>
                      <a:pt x="0" y="1"/>
                    </a:moveTo>
                    <a:cubicBezTo>
                      <a:pt x="1" y="1"/>
                      <a:pt x="2" y="1"/>
                      <a:pt x="3" y="1"/>
                    </a:cubicBezTo>
                    <a:cubicBezTo>
                      <a:pt x="4" y="0"/>
                      <a:pt x="4" y="0"/>
                      <a:pt x="5" y="0"/>
                    </a:cubicBezTo>
                    <a:cubicBezTo>
                      <a:pt x="6" y="0"/>
                      <a:pt x="7" y="1"/>
                      <a:pt x="9" y="1"/>
                    </a:cubicBezTo>
                    <a:cubicBezTo>
                      <a:pt x="12" y="2"/>
                      <a:pt x="14" y="2"/>
                      <a:pt x="17" y="1"/>
                    </a:cubicBezTo>
                    <a:cubicBezTo>
                      <a:pt x="18" y="1"/>
                      <a:pt x="20" y="0"/>
                      <a:pt x="22" y="1"/>
                    </a:cubicBezTo>
                    <a:cubicBezTo>
                      <a:pt x="24" y="2"/>
                      <a:pt x="22" y="3"/>
                      <a:pt x="21" y="3"/>
                    </a:cubicBezTo>
                    <a:cubicBezTo>
                      <a:pt x="18" y="4"/>
                      <a:pt x="15" y="4"/>
                      <a:pt x="12" y="4"/>
                    </a:cubicBezTo>
                    <a:cubicBezTo>
                      <a:pt x="10" y="4"/>
                      <a:pt x="8" y="3"/>
                      <a:pt x="6" y="3"/>
                    </a:cubicBezTo>
                    <a:cubicBezTo>
                      <a:pt x="4" y="2"/>
                      <a:pt x="1" y="2"/>
                      <a:pt x="0" y="1"/>
                    </a:cubicBezTo>
                  </a:path>
                </a:pathLst>
              </a:custGeom>
              <a:solidFill>
                <a:srgbClr val="3A120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521" name="Freeform 388">
                <a:extLst>
                  <a:ext uri="{FF2B5EF4-FFF2-40B4-BE49-F238E27FC236}">
                    <a16:creationId xmlns:a16="http://schemas.microsoft.com/office/drawing/2014/main" id="{AB4A665E-64A2-4045-B54E-74BD962B5B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9" y="1050"/>
                <a:ext cx="8" cy="8"/>
              </a:xfrm>
              <a:custGeom>
                <a:avLst/>
                <a:gdLst>
                  <a:gd name="T0" fmla="*/ 16 w 5"/>
                  <a:gd name="T1" fmla="*/ 13 h 5"/>
                  <a:gd name="T2" fmla="*/ 8 w 5"/>
                  <a:gd name="T3" fmla="*/ 16 h 5"/>
                  <a:gd name="T4" fmla="*/ 0 w 5"/>
                  <a:gd name="T5" fmla="*/ 8 h 5"/>
                  <a:gd name="T6" fmla="*/ 13 w 5"/>
                  <a:gd name="T7" fmla="*/ 0 h 5"/>
                  <a:gd name="T8" fmla="*/ 16 w 5"/>
                  <a:gd name="T9" fmla="*/ 13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4" y="3"/>
                    </a:moveTo>
                    <a:cubicBezTo>
                      <a:pt x="4" y="4"/>
                      <a:pt x="3" y="5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1" y="0"/>
                      <a:pt x="3" y="0"/>
                    </a:cubicBezTo>
                    <a:cubicBezTo>
                      <a:pt x="4" y="0"/>
                      <a:pt x="5" y="1"/>
                      <a:pt x="4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522" name="Freeform 389">
                <a:extLst>
                  <a:ext uri="{FF2B5EF4-FFF2-40B4-BE49-F238E27FC236}">
                    <a16:creationId xmlns:a16="http://schemas.microsoft.com/office/drawing/2014/main" id="{99BFA48C-AFAF-4744-90A1-EB5136C71E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0" y="1080"/>
                <a:ext cx="57" cy="10"/>
              </a:xfrm>
              <a:custGeom>
                <a:avLst/>
                <a:gdLst>
                  <a:gd name="T0" fmla="*/ 0 w 32"/>
                  <a:gd name="T1" fmla="*/ 0 h 6"/>
                  <a:gd name="T2" fmla="*/ 182 w 32"/>
                  <a:gd name="T3" fmla="*/ 5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2" h="6">
                    <a:moveTo>
                      <a:pt x="0" y="0"/>
                    </a:moveTo>
                    <a:cubicBezTo>
                      <a:pt x="0" y="0"/>
                      <a:pt x="23" y="6"/>
                      <a:pt x="32" y="1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523" name="Freeform 390">
                <a:extLst>
                  <a:ext uri="{FF2B5EF4-FFF2-40B4-BE49-F238E27FC236}">
                    <a16:creationId xmlns:a16="http://schemas.microsoft.com/office/drawing/2014/main" id="{F3A97FD8-A9F6-4FAC-ACDD-F4F7B2B515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7" y="989"/>
                <a:ext cx="66" cy="30"/>
              </a:xfrm>
              <a:custGeom>
                <a:avLst/>
                <a:gdLst>
                  <a:gd name="T0" fmla="*/ 0 w 37"/>
                  <a:gd name="T1" fmla="*/ 44 h 17"/>
                  <a:gd name="T2" fmla="*/ 210 w 37"/>
                  <a:gd name="T3" fmla="*/ 94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7" h="17">
                    <a:moveTo>
                      <a:pt x="0" y="8"/>
                    </a:moveTo>
                    <a:cubicBezTo>
                      <a:pt x="0" y="8"/>
                      <a:pt x="25" y="0"/>
                      <a:pt x="37" y="17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524" name="Freeform 391">
                <a:extLst>
                  <a:ext uri="{FF2B5EF4-FFF2-40B4-BE49-F238E27FC236}">
                    <a16:creationId xmlns:a16="http://schemas.microsoft.com/office/drawing/2014/main" id="{C8FF5FFB-5D12-44E4-820D-F939997CF5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8" y="1060"/>
                <a:ext cx="1" cy="6"/>
              </a:xfrm>
              <a:custGeom>
                <a:avLst/>
                <a:gdLst>
                  <a:gd name="T0" fmla="*/ 0 w 1"/>
                  <a:gd name="T1" fmla="*/ 24 h 3"/>
                  <a:gd name="T2" fmla="*/ 0 w 1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cubicBezTo>
                      <a:pt x="0" y="2"/>
                      <a:pt x="0" y="1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525" name="Freeform 392">
                <a:extLst>
                  <a:ext uri="{FF2B5EF4-FFF2-40B4-BE49-F238E27FC236}">
                    <a16:creationId xmlns:a16="http://schemas.microsoft.com/office/drawing/2014/main" id="{635A5702-288D-47E8-AABC-174497DCAC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4" y="1043"/>
                <a:ext cx="47" cy="15"/>
              </a:xfrm>
              <a:custGeom>
                <a:avLst/>
                <a:gdLst>
                  <a:gd name="T0" fmla="*/ 141 w 26"/>
                  <a:gd name="T1" fmla="*/ 8 h 9"/>
                  <a:gd name="T2" fmla="*/ 137 w 26"/>
                  <a:gd name="T3" fmla="*/ 42 h 9"/>
                  <a:gd name="T4" fmla="*/ 118 w 26"/>
                  <a:gd name="T5" fmla="*/ 33 h 9"/>
                  <a:gd name="T6" fmla="*/ 108 w 26"/>
                  <a:gd name="T7" fmla="*/ 22 h 9"/>
                  <a:gd name="T8" fmla="*/ 78 w 26"/>
                  <a:gd name="T9" fmla="*/ 8 h 9"/>
                  <a:gd name="T10" fmla="*/ 45 w 26"/>
                  <a:gd name="T11" fmla="*/ 13 h 9"/>
                  <a:gd name="T12" fmla="*/ 43 w 26"/>
                  <a:gd name="T13" fmla="*/ 28 h 9"/>
                  <a:gd name="T14" fmla="*/ 16 w 26"/>
                  <a:gd name="T15" fmla="*/ 37 h 9"/>
                  <a:gd name="T16" fmla="*/ 7 w 26"/>
                  <a:gd name="T17" fmla="*/ 20 h 9"/>
                  <a:gd name="T18" fmla="*/ 52 w 26"/>
                  <a:gd name="T19" fmla="*/ 0 h 9"/>
                  <a:gd name="T20" fmla="*/ 78 w 26"/>
                  <a:gd name="T21" fmla="*/ 0 h 9"/>
                  <a:gd name="T22" fmla="*/ 101 w 26"/>
                  <a:gd name="T23" fmla="*/ 0 h 9"/>
                  <a:gd name="T24" fmla="*/ 141 w 26"/>
                  <a:gd name="T25" fmla="*/ 8 h 9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6" h="9">
                    <a:moveTo>
                      <a:pt x="24" y="2"/>
                    </a:moveTo>
                    <a:cubicBezTo>
                      <a:pt x="26" y="5"/>
                      <a:pt x="26" y="8"/>
                      <a:pt x="23" y="9"/>
                    </a:cubicBezTo>
                    <a:cubicBezTo>
                      <a:pt x="21" y="9"/>
                      <a:pt x="21" y="9"/>
                      <a:pt x="20" y="7"/>
                    </a:cubicBezTo>
                    <a:cubicBezTo>
                      <a:pt x="19" y="6"/>
                      <a:pt x="19" y="5"/>
                      <a:pt x="18" y="5"/>
                    </a:cubicBezTo>
                    <a:cubicBezTo>
                      <a:pt x="17" y="3"/>
                      <a:pt x="15" y="2"/>
                      <a:pt x="13" y="2"/>
                    </a:cubicBezTo>
                    <a:cubicBezTo>
                      <a:pt x="11" y="2"/>
                      <a:pt x="9" y="2"/>
                      <a:pt x="8" y="3"/>
                    </a:cubicBezTo>
                    <a:cubicBezTo>
                      <a:pt x="7" y="4"/>
                      <a:pt x="7" y="5"/>
                      <a:pt x="7" y="6"/>
                    </a:cubicBezTo>
                    <a:cubicBezTo>
                      <a:pt x="6" y="8"/>
                      <a:pt x="4" y="8"/>
                      <a:pt x="3" y="8"/>
                    </a:cubicBezTo>
                    <a:cubicBezTo>
                      <a:pt x="0" y="9"/>
                      <a:pt x="0" y="5"/>
                      <a:pt x="1" y="4"/>
                    </a:cubicBezTo>
                    <a:cubicBezTo>
                      <a:pt x="3" y="2"/>
                      <a:pt x="6" y="1"/>
                      <a:pt x="9" y="0"/>
                    </a:cubicBezTo>
                    <a:cubicBezTo>
                      <a:pt x="10" y="0"/>
                      <a:pt x="12" y="0"/>
                      <a:pt x="13" y="0"/>
                    </a:cubicBezTo>
                    <a:cubicBezTo>
                      <a:pt x="15" y="0"/>
                      <a:pt x="16" y="0"/>
                      <a:pt x="17" y="0"/>
                    </a:cubicBezTo>
                    <a:cubicBezTo>
                      <a:pt x="19" y="0"/>
                      <a:pt x="23" y="0"/>
                      <a:pt x="24" y="2"/>
                    </a:cubicBezTo>
                  </a:path>
                </a:pathLst>
              </a:custGeom>
              <a:solidFill>
                <a:srgbClr val="1A0A0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526" name="Freeform 393">
                <a:extLst>
                  <a:ext uri="{FF2B5EF4-FFF2-40B4-BE49-F238E27FC236}">
                    <a16:creationId xmlns:a16="http://schemas.microsoft.com/office/drawing/2014/main" id="{C35150DE-303E-485E-91E4-9DB758AF4E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9" y="1048"/>
                <a:ext cx="7" cy="23"/>
              </a:xfrm>
              <a:custGeom>
                <a:avLst/>
                <a:gdLst>
                  <a:gd name="T0" fmla="*/ 7 w 4"/>
                  <a:gd name="T1" fmla="*/ 0 h 13"/>
                  <a:gd name="T2" fmla="*/ 0 w 4"/>
                  <a:gd name="T3" fmla="*/ 73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3">
                    <a:moveTo>
                      <a:pt x="1" y="0"/>
                    </a:moveTo>
                    <a:cubicBezTo>
                      <a:pt x="1" y="0"/>
                      <a:pt x="4" y="5"/>
                      <a:pt x="0" y="13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527" name="Freeform 394">
                <a:extLst>
                  <a:ext uri="{FF2B5EF4-FFF2-40B4-BE49-F238E27FC236}">
                    <a16:creationId xmlns:a16="http://schemas.microsoft.com/office/drawing/2014/main" id="{E45FE90F-674F-4848-9E5C-2446F9EA39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1" y="1048"/>
                <a:ext cx="5" cy="21"/>
              </a:xfrm>
              <a:custGeom>
                <a:avLst/>
                <a:gdLst>
                  <a:gd name="T0" fmla="*/ 8 w 3"/>
                  <a:gd name="T1" fmla="*/ 0 h 12"/>
                  <a:gd name="T2" fmla="*/ 13 w 3"/>
                  <a:gd name="T3" fmla="*/ 65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2">
                    <a:moveTo>
                      <a:pt x="2" y="0"/>
                    </a:moveTo>
                    <a:cubicBezTo>
                      <a:pt x="2" y="0"/>
                      <a:pt x="0" y="7"/>
                      <a:pt x="3" y="12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528" name="Freeform 395">
                <a:extLst>
                  <a:ext uri="{FF2B5EF4-FFF2-40B4-BE49-F238E27FC236}">
                    <a16:creationId xmlns:a16="http://schemas.microsoft.com/office/drawing/2014/main" id="{38D5C852-71EE-4830-9940-8DFE7FC40F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5" y="1007"/>
                <a:ext cx="72" cy="30"/>
              </a:xfrm>
              <a:custGeom>
                <a:avLst/>
                <a:gdLst>
                  <a:gd name="T0" fmla="*/ 0 w 40"/>
                  <a:gd name="T1" fmla="*/ 81 h 17"/>
                  <a:gd name="T2" fmla="*/ 234 w 40"/>
                  <a:gd name="T3" fmla="*/ 94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0" h="17">
                    <a:moveTo>
                      <a:pt x="0" y="15"/>
                    </a:moveTo>
                    <a:cubicBezTo>
                      <a:pt x="0" y="15"/>
                      <a:pt x="22" y="0"/>
                      <a:pt x="40" y="17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529" name="Freeform 396">
                <a:extLst>
                  <a:ext uri="{FF2B5EF4-FFF2-40B4-BE49-F238E27FC236}">
                    <a16:creationId xmlns:a16="http://schemas.microsoft.com/office/drawing/2014/main" id="{EA359F77-71A4-4DE7-80C6-4010F7D6F6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5" y="1060"/>
                <a:ext cx="10" cy="4"/>
              </a:xfrm>
              <a:custGeom>
                <a:avLst/>
                <a:gdLst>
                  <a:gd name="T0" fmla="*/ 0 w 6"/>
                  <a:gd name="T1" fmla="*/ 0 h 2"/>
                  <a:gd name="T2" fmla="*/ 8 w 6"/>
                  <a:gd name="T3" fmla="*/ 8 h 2"/>
                  <a:gd name="T4" fmla="*/ 28 w 6"/>
                  <a:gd name="T5" fmla="*/ 16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2">
                    <a:moveTo>
                      <a:pt x="0" y="0"/>
                    </a:moveTo>
                    <a:cubicBezTo>
                      <a:pt x="0" y="0"/>
                      <a:pt x="1" y="1"/>
                      <a:pt x="2" y="1"/>
                    </a:cubicBezTo>
                    <a:cubicBezTo>
                      <a:pt x="3" y="1"/>
                      <a:pt x="5" y="1"/>
                      <a:pt x="6" y="2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530" name="Freeform 397">
                <a:extLst>
                  <a:ext uri="{FF2B5EF4-FFF2-40B4-BE49-F238E27FC236}">
                    <a16:creationId xmlns:a16="http://schemas.microsoft.com/office/drawing/2014/main" id="{6D4F1086-698C-4564-847D-1DAF2D5462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3" y="1055"/>
                <a:ext cx="9" cy="2"/>
              </a:xfrm>
              <a:custGeom>
                <a:avLst/>
                <a:gdLst>
                  <a:gd name="T0" fmla="*/ 0 w 5"/>
                  <a:gd name="T1" fmla="*/ 0 h 1"/>
                  <a:gd name="T2" fmla="*/ 29 w 5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">
                    <a:moveTo>
                      <a:pt x="0" y="0"/>
                    </a:moveTo>
                    <a:cubicBezTo>
                      <a:pt x="1" y="1"/>
                      <a:pt x="4" y="1"/>
                      <a:pt x="5" y="1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531" name="Freeform 398">
                <a:extLst>
                  <a:ext uri="{FF2B5EF4-FFF2-40B4-BE49-F238E27FC236}">
                    <a16:creationId xmlns:a16="http://schemas.microsoft.com/office/drawing/2014/main" id="{09FDA5C6-0A67-4894-98E1-646205751D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8" y="1050"/>
                <a:ext cx="9" cy="1"/>
              </a:xfrm>
              <a:custGeom>
                <a:avLst/>
                <a:gdLst>
                  <a:gd name="T0" fmla="*/ 0 w 5"/>
                  <a:gd name="T1" fmla="*/ 0 h 1"/>
                  <a:gd name="T2" fmla="*/ 7 w 5"/>
                  <a:gd name="T3" fmla="*/ 1 h 1"/>
                  <a:gd name="T4" fmla="*/ 29 w 5"/>
                  <a:gd name="T5" fmla="*/ 1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1">
                    <a:moveTo>
                      <a:pt x="0" y="0"/>
                    </a:moveTo>
                    <a:cubicBezTo>
                      <a:pt x="0" y="0"/>
                      <a:pt x="1" y="1"/>
                      <a:pt x="1" y="1"/>
                    </a:cubicBezTo>
                    <a:cubicBezTo>
                      <a:pt x="3" y="1"/>
                      <a:pt x="4" y="1"/>
                      <a:pt x="5" y="1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532" name="Freeform 399">
                <a:extLst>
                  <a:ext uri="{FF2B5EF4-FFF2-40B4-BE49-F238E27FC236}">
                    <a16:creationId xmlns:a16="http://schemas.microsoft.com/office/drawing/2014/main" id="{8B578897-7FD5-43F2-9BE1-C80ACE43B1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1" y="1046"/>
                <a:ext cx="8" cy="2"/>
              </a:xfrm>
              <a:custGeom>
                <a:avLst/>
                <a:gdLst>
                  <a:gd name="T0" fmla="*/ 0 w 5"/>
                  <a:gd name="T1" fmla="*/ 0 h 1"/>
                  <a:gd name="T2" fmla="*/ 21 w 5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">
                    <a:moveTo>
                      <a:pt x="0" y="0"/>
                    </a:moveTo>
                    <a:cubicBezTo>
                      <a:pt x="2" y="1"/>
                      <a:pt x="4" y="0"/>
                      <a:pt x="5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533" name="Freeform 400">
                <a:extLst>
                  <a:ext uri="{FF2B5EF4-FFF2-40B4-BE49-F238E27FC236}">
                    <a16:creationId xmlns:a16="http://schemas.microsoft.com/office/drawing/2014/main" id="{CC7486FE-AF6F-4D43-9A78-D1DF1BA3EB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8" y="1064"/>
                <a:ext cx="7" cy="3"/>
              </a:xfrm>
              <a:custGeom>
                <a:avLst/>
                <a:gdLst>
                  <a:gd name="T0" fmla="*/ 0 w 4"/>
                  <a:gd name="T1" fmla="*/ 0 h 2"/>
                  <a:gd name="T2" fmla="*/ 21 w 4"/>
                  <a:gd name="T3" fmla="*/ 8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">
                    <a:moveTo>
                      <a:pt x="0" y="0"/>
                    </a:moveTo>
                    <a:cubicBezTo>
                      <a:pt x="1" y="0"/>
                      <a:pt x="3" y="1"/>
                      <a:pt x="4" y="2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534" name="Freeform 401">
                <a:extLst>
                  <a:ext uri="{FF2B5EF4-FFF2-40B4-BE49-F238E27FC236}">
                    <a16:creationId xmlns:a16="http://schemas.microsoft.com/office/drawing/2014/main" id="{0DFB476D-3BC7-479A-BCE5-1631D00BC1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6" y="1067"/>
                <a:ext cx="3" cy="4"/>
              </a:xfrm>
              <a:custGeom>
                <a:avLst/>
                <a:gdLst>
                  <a:gd name="T0" fmla="*/ 0 w 2"/>
                  <a:gd name="T1" fmla="*/ 0 h 2"/>
                  <a:gd name="T2" fmla="*/ 8 w 2"/>
                  <a:gd name="T3" fmla="*/ 16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1"/>
                      <a:pt x="2" y="2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535" name="Freeform 402">
                <a:extLst>
                  <a:ext uri="{FF2B5EF4-FFF2-40B4-BE49-F238E27FC236}">
                    <a16:creationId xmlns:a16="http://schemas.microsoft.com/office/drawing/2014/main" id="{8955AA0E-E2F5-4209-BB60-44FDCABEFA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5" y="1023"/>
                <a:ext cx="37" cy="25"/>
              </a:xfrm>
              <a:custGeom>
                <a:avLst/>
                <a:gdLst>
                  <a:gd name="T0" fmla="*/ 0 w 21"/>
                  <a:gd name="T1" fmla="*/ 7 h 14"/>
                  <a:gd name="T2" fmla="*/ 65 w 21"/>
                  <a:gd name="T3" fmla="*/ 29 h 14"/>
                  <a:gd name="T4" fmla="*/ 115 w 21"/>
                  <a:gd name="T5" fmla="*/ 80 h 14"/>
                  <a:gd name="T6" fmla="*/ 86 w 21"/>
                  <a:gd name="T7" fmla="*/ 52 h 14"/>
                  <a:gd name="T8" fmla="*/ 56 w 21"/>
                  <a:gd name="T9" fmla="*/ 29 h 14"/>
                  <a:gd name="T10" fmla="*/ 28 w 21"/>
                  <a:gd name="T11" fmla="*/ 13 h 14"/>
                  <a:gd name="T12" fmla="*/ 0 w 21"/>
                  <a:gd name="T13" fmla="*/ 7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1" h="14">
                    <a:moveTo>
                      <a:pt x="0" y="1"/>
                    </a:moveTo>
                    <a:cubicBezTo>
                      <a:pt x="4" y="0"/>
                      <a:pt x="9" y="3"/>
                      <a:pt x="12" y="5"/>
                    </a:cubicBezTo>
                    <a:cubicBezTo>
                      <a:pt x="15" y="6"/>
                      <a:pt x="20" y="11"/>
                      <a:pt x="21" y="14"/>
                    </a:cubicBezTo>
                    <a:cubicBezTo>
                      <a:pt x="19" y="14"/>
                      <a:pt x="17" y="11"/>
                      <a:pt x="16" y="9"/>
                    </a:cubicBezTo>
                    <a:cubicBezTo>
                      <a:pt x="14" y="8"/>
                      <a:pt x="12" y="6"/>
                      <a:pt x="10" y="5"/>
                    </a:cubicBezTo>
                    <a:cubicBezTo>
                      <a:pt x="9" y="4"/>
                      <a:pt x="6" y="3"/>
                      <a:pt x="5" y="2"/>
                    </a:cubicBezTo>
                    <a:cubicBezTo>
                      <a:pt x="3" y="2"/>
                      <a:pt x="1" y="2"/>
                      <a:pt x="0" y="1"/>
                    </a:cubicBezTo>
                  </a:path>
                </a:pathLst>
              </a:custGeom>
              <a:solidFill>
                <a:srgbClr val="7E39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536" name="Freeform 403">
                <a:extLst>
                  <a:ext uri="{FF2B5EF4-FFF2-40B4-BE49-F238E27FC236}">
                    <a16:creationId xmlns:a16="http://schemas.microsoft.com/office/drawing/2014/main" id="{EA774A46-92CF-45A3-9309-CA4C43BC44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1" y="1066"/>
                <a:ext cx="34" cy="17"/>
              </a:xfrm>
              <a:custGeom>
                <a:avLst/>
                <a:gdLst>
                  <a:gd name="T0" fmla="*/ 109 w 19"/>
                  <a:gd name="T1" fmla="*/ 44 h 10"/>
                  <a:gd name="T2" fmla="*/ 52 w 19"/>
                  <a:gd name="T3" fmla="*/ 41 h 10"/>
                  <a:gd name="T4" fmla="*/ 0 w 19"/>
                  <a:gd name="T5" fmla="*/ 15 h 10"/>
                  <a:gd name="T6" fmla="*/ 45 w 19"/>
                  <a:gd name="T7" fmla="*/ 29 h 10"/>
                  <a:gd name="T8" fmla="*/ 97 w 19"/>
                  <a:gd name="T9" fmla="*/ 44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10">
                    <a:moveTo>
                      <a:pt x="19" y="9"/>
                    </a:moveTo>
                    <a:cubicBezTo>
                      <a:pt x="17" y="10"/>
                      <a:pt x="12" y="8"/>
                      <a:pt x="9" y="8"/>
                    </a:cubicBezTo>
                    <a:cubicBezTo>
                      <a:pt x="6" y="7"/>
                      <a:pt x="3" y="3"/>
                      <a:pt x="0" y="3"/>
                    </a:cubicBezTo>
                    <a:cubicBezTo>
                      <a:pt x="2" y="0"/>
                      <a:pt x="6" y="5"/>
                      <a:pt x="8" y="6"/>
                    </a:cubicBezTo>
                    <a:cubicBezTo>
                      <a:pt x="11" y="8"/>
                      <a:pt x="14" y="9"/>
                      <a:pt x="17" y="9"/>
                    </a:cubicBezTo>
                  </a:path>
                </a:pathLst>
              </a:custGeom>
              <a:solidFill>
                <a:srgbClr val="7E39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537" name="Freeform 404">
                <a:extLst>
                  <a:ext uri="{FF2B5EF4-FFF2-40B4-BE49-F238E27FC236}">
                    <a16:creationId xmlns:a16="http://schemas.microsoft.com/office/drawing/2014/main" id="{11B36951-72EB-497D-9456-DE61E9ACA0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7" y="1080"/>
                <a:ext cx="27" cy="12"/>
              </a:xfrm>
              <a:custGeom>
                <a:avLst/>
                <a:gdLst>
                  <a:gd name="T0" fmla="*/ 88 w 15"/>
                  <a:gd name="T1" fmla="*/ 0 h 7"/>
                  <a:gd name="T2" fmla="*/ 0 w 15"/>
                  <a:gd name="T3" fmla="*/ 21 h 7"/>
                  <a:gd name="T4" fmla="*/ 88 w 15"/>
                  <a:gd name="T5" fmla="*/ 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7">
                    <a:moveTo>
                      <a:pt x="15" y="0"/>
                    </a:moveTo>
                    <a:cubicBezTo>
                      <a:pt x="11" y="5"/>
                      <a:pt x="5" y="3"/>
                      <a:pt x="0" y="4"/>
                    </a:cubicBezTo>
                    <a:cubicBezTo>
                      <a:pt x="5" y="7"/>
                      <a:pt x="12" y="4"/>
                      <a:pt x="15" y="0"/>
                    </a:cubicBezTo>
                  </a:path>
                </a:pathLst>
              </a:custGeom>
              <a:solidFill>
                <a:srgbClr val="6B2D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538" name="Freeform 405">
                <a:extLst>
                  <a:ext uri="{FF2B5EF4-FFF2-40B4-BE49-F238E27FC236}">
                    <a16:creationId xmlns:a16="http://schemas.microsoft.com/office/drawing/2014/main" id="{72C09D29-7300-4FF9-9D1F-FFCBF906EE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1" y="1149"/>
                <a:ext cx="23" cy="10"/>
              </a:xfrm>
              <a:custGeom>
                <a:avLst/>
                <a:gdLst>
                  <a:gd name="T0" fmla="*/ 73 w 13"/>
                  <a:gd name="T1" fmla="*/ 13 h 6"/>
                  <a:gd name="T2" fmla="*/ 60 w 13"/>
                  <a:gd name="T3" fmla="*/ 0 h 6"/>
                  <a:gd name="T4" fmla="*/ 44 w 13"/>
                  <a:gd name="T5" fmla="*/ 20 h 6"/>
                  <a:gd name="T6" fmla="*/ 16 w 13"/>
                  <a:gd name="T7" fmla="*/ 20 h 6"/>
                  <a:gd name="T8" fmla="*/ 0 w 13"/>
                  <a:gd name="T9" fmla="*/ 8 h 6"/>
                  <a:gd name="T10" fmla="*/ 12 w 13"/>
                  <a:gd name="T11" fmla="*/ 22 h 6"/>
                  <a:gd name="T12" fmla="*/ 37 w 13"/>
                  <a:gd name="T13" fmla="*/ 22 h 6"/>
                  <a:gd name="T14" fmla="*/ 57 w 13"/>
                  <a:gd name="T15" fmla="*/ 13 h 6"/>
                  <a:gd name="T16" fmla="*/ 60 w 13"/>
                  <a:gd name="T17" fmla="*/ 20 h 6"/>
                  <a:gd name="T18" fmla="*/ 73 w 13"/>
                  <a:gd name="T19" fmla="*/ 13 h 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3" h="6">
                    <a:moveTo>
                      <a:pt x="13" y="3"/>
                    </a:moveTo>
                    <a:cubicBezTo>
                      <a:pt x="13" y="2"/>
                      <a:pt x="12" y="0"/>
                      <a:pt x="11" y="0"/>
                    </a:cubicBezTo>
                    <a:cubicBezTo>
                      <a:pt x="10" y="0"/>
                      <a:pt x="9" y="3"/>
                      <a:pt x="8" y="4"/>
                    </a:cubicBezTo>
                    <a:cubicBezTo>
                      <a:pt x="6" y="5"/>
                      <a:pt x="5" y="5"/>
                      <a:pt x="3" y="4"/>
                    </a:cubicBezTo>
                    <a:cubicBezTo>
                      <a:pt x="2" y="4"/>
                      <a:pt x="0" y="3"/>
                      <a:pt x="0" y="2"/>
                    </a:cubicBezTo>
                    <a:cubicBezTo>
                      <a:pt x="0" y="3"/>
                      <a:pt x="1" y="5"/>
                      <a:pt x="2" y="5"/>
                    </a:cubicBezTo>
                    <a:cubicBezTo>
                      <a:pt x="4" y="5"/>
                      <a:pt x="6" y="6"/>
                      <a:pt x="7" y="5"/>
                    </a:cubicBezTo>
                    <a:cubicBezTo>
                      <a:pt x="8" y="5"/>
                      <a:pt x="9" y="3"/>
                      <a:pt x="10" y="3"/>
                    </a:cubicBezTo>
                    <a:cubicBezTo>
                      <a:pt x="10" y="3"/>
                      <a:pt x="11" y="4"/>
                      <a:pt x="11" y="4"/>
                    </a:cubicBezTo>
                    <a:cubicBezTo>
                      <a:pt x="12" y="4"/>
                      <a:pt x="12" y="4"/>
                      <a:pt x="13" y="3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539" name="Freeform 406">
                <a:extLst>
                  <a:ext uri="{FF2B5EF4-FFF2-40B4-BE49-F238E27FC236}">
                    <a16:creationId xmlns:a16="http://schemas.microsoft.com/office/drawing/2014/main" id="{14E4B14B-75AB-4537-8CA1-5528252931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9" y="1138"/>
                <a:ext cx="16" cy="18"/>
              </a:xfrm>
              <a:custGeom>
                <a:avLst/>
                <a:gdLst>
                  <a:gd name="T0" fmla="*/ 50 w 9"/>
                  <a:gd name="T1" fmla="*/ 58 h 10"/>
                  <a:gd name="T2" fmla="*/ 36 w 9"/>
                  <a:gd name="T3" fmla="*/ 0 h 10"/>
                  <a:gd name="T4" fmla="*/ 50 w 9"/>
                  <a:gd name="T5" fmla="*/ 58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0">
                    <a:moveTo>
                      <a:pt x="9" y="10"/>
                    </a:moveTo>
                    <a:cubicBezTo>
                      <a:pt x="9" y="10"/>
                      <a:pt x="2" y="5"/>
                      <a:pt x="6" y="0"/>
                    </a:cubicBezTo>
                    <a:cubicBezTo>
                      <a:pt x="6" y="0"/>
                      <a:pt x="0" y="4"/>
                      <a:pt x="9" y="1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540" name="Freeform 407">
                <a:extLst>
                  <a:ext uri="{FF2B5EF4-FFF2-40B4-BE49-F238E27FC236}">
                    <a16:creationId xmlns:a16="http://schemas.microsoft.com/office/drawing/2014/main" id="{2DC0079A-8234-4061-B337-ABBBFE3055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3" y="1149"/>
                <a:ext cx="23" cy="10"/>
              </a:xfrm>
              <a:custGeom>
                <a:avLst/>
                <a:gdLst>
                  <a:gd name="T0" fmla="*/ 0 w 13"/>
                  <a:gd name="T1" fmla="*/ 13 h 6"/>
                  <a:gd name="T2" fmla="*/ 12 w 13"/>
                  <a:gd name="T3" fmla="*/ 0 h 6"/>
                  <a:gd name="T4" fmla="*/ 28 w 13"/>
                  <a:gd name="T5" fmla="*/ 20 h 6"/>
                  <a:gd name="T6" fmla="*/ 50 w 13"/>
                  <a:gd name="T7" fmla="*/ 20 h 6"/>
                  <a:gd name="T8" fmla="*/ 73 w 13"/>
                  <a:gd name="T9" fmla="*/ 8 h 6"/>
                  <a:gd name="T10" fmla="*/ 57 w 13"/>
                  <a:gd name="T11" fmla="*/ 22 h 6"/>
                  <a:gd name="T12" fmla="*/ 34 w 13"/>
                  <a:gd name="T13" fmla="*/ 22 h 6"/>
                  <a:gd name="T14" fmla="*/ 16 w 13"/>
                  <a:gd name="T15" fmla="*/ 13 h 6"/>
                  <a:gd name="T16" fmla="*/ 7 w 13"/>
                  <a:gd name="T17" fmla="*/ 20 h 6"/>
                  <a:gd name="T18" fmla="*/ 0 w 13"/>
                  <a:gd name="T19" fmla="*/ 13 h 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3" h="6">
                    <a:moveTo>
                      <a:pt x="0" y="3"/>
                    </a:moveTo>
                    <a:cubicBezTo>
                      <a:pt x="0" y="2"/>
                      <a:pt x="1" y="0"/>
                      <a:pt x="2" y="0"/>
                    </a:cubicBezTo>
                    <a:cubicBezTo>
                      <a:pt x="3" y="0"/>
                      <a:pt x="4" y="3"/>
                      <a:pt x="5" y="4"/>
                    </a:cubicBezTo>
                    <a:cubicBezTo>
                      <a:pt x="7" y="5"/>
                      <a:pt x="8" y="5"/>
                      <a:pt x="9" y="4"/>
                    </a:cubicBezTo>
                    <a:cubicBezTo>
                      <a:pt x="11" y="4"/>
                      <a:pt x="13" y="3"/>
                      <a:pt x="13" y="2"/>
                    </a:cubicBezTo>
                    <a:cubicBezTo>
                      <a:pt x="13" y="3"/>
                      <a:pt x="12" y="5"/>
                      <a:pt x="10" y="5"/>
                    </a:cubicBezTo>
                    <a:cubicBezTo>
                      <a:pt x="9" y="5"/>
                      <a:pt x="7" y="6"/>
                      <a:pt x="6" y="5"/>
                    </a:cubicBezTo>
                    <a:cubicBezTo>
                      <a:pt x="5" y="5"/>
                      <a:pt x="4" y="3"/>
                      <a:pt x="3" y="3"/>
                    </a:cubicBezTo>
                    <a:cubicBezTo>
                      <a:pt x="2" y="3"/>
                      <a:pt x="2" y="4"/>
                      <a:pt x="1" y="4"/>
                    </a:cubicBezTo>
                    <a:cubicBezTo>
                      <a:pt x="0" y="4"/>
                      <a:pt x="0" y="4"/>
                      <a:pt x="0" y="3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541" name="Freeform 408">
                <a:extLst>
                  <a:ext uri="{FF2B5EF4-FFF2-40B4-BE49-F238E27FC236}">
                    <a16:creationId xmlns:a16="http://schemas.microsoft.com/office/drawing/2014/main" id="{630129EC-43ED-4FDB-931A-070852CCFE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2" y="1138"/>
                <a:ext cx="16" cy="18"/>
              </a:xfrm>
              <a:custGeom>
                <a:avLst/>
                <a:gdLst>
                  <a:gd name="T0" fmla="*/ 0 w 9"/>
                  <a:gd name="T1" fmla="*/ 58 h 10"/>
                  <a:gd name="T2" fmla="*/ 16 w 9"/>
                  <a:gd name="T3" fmla="*/ 0 h 10"/>
                  <a:gd name="T4" fmla="*/ 0 w 9"/>
                  <a:gd name="T5" fmla="*/ 58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0">
                    <a:moveTo>
                      <a:pt x="0" y="10"/>
                    </a:moveTo>
                    <a:cubicBezTo>
                      <a:pt x="0" y="10"/>
                      <a:pt x="6" y="5"/>
                      <a:pt x="3" y="0"/>
                    </a:cubicBezTo>
                    <a:cubicBezTo>
                      <a:pt x="3" y="0"/>
                      <a:pt x="9" y="4"/>
                      <a:pt x="0" y="1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542" name="Freeform 409">
                <a:extLst>
                  <a:ext uri="{FF2B5EF4-FFF2-40B4-BE49-F238E27FC236}">
                    <a16:creationId xmlns:a16="http://schemas.microsoft.com/office/drawing/2014/main" id="{97960E09-E324-4220-B46E-976050D5CD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5" y="1119"/>
                <a:ext cx="21" cy="26"/>
              </a:xfrm>
              <a:custGeom>
                <a:avLst/>
                <a:gdLst>
                  <a:gd name="T0" fmla="*/ 65 w 12"/>
                  <a:gd name="T1" fmla="*/ 78 h 15"/>
                  <a:gd name="T2" fmla="*/ 37 w 12"/>
                  <a:gd name="T3" fmla="*/ 0 h 15"/>
                  <a:gd name="T4" fmla="*/ 65 w 12"/>
                  <a:gd name="T5" fmla="*/ 78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5">
                    <a:moveTo>
                      <a:pt x="12" y="15"/>
                    </a:moveTo>
                    <a:cubicBezTo>
                      <a:pt x="12" y="15"/>
                      <a:pt x="2" y="9"/>
                      <a:pt x="7" y="0"/>
                    </a:cubicBezTo>
                    <a:cubicBezTo>
                      <a:pt x="7" y="0"/>
                      <a:pt x="0" y="8"/>
                      <a:pt x="12" y="15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543" name="Freeform 410">
                <a:extLst>
                  <a:ext uri="{FF2B5EF4-FFF2-40B4-BE49-F238E27FC236}">
                    <a16:creationId xmlns:a16="http://schemas.microsoft.com/office/drawing/2014/main" id="{98E1D197-35A2-47E9-A284-7CE220602E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9" y="1028"/>
                <a:ext cx="31" cy="66"/>
              </a:xfrm>
              <a:custGeom>
                <a:avLst/>
                <a:gdLst>
                  <a:gd name="T0" fmla="*/ 0 w 17"/>
                  <a:gd name="T1" fmla="*/ 0 h 37"/>
                  <a:gd name="T2" fmla="*/ 73 w 17"/>
                  <a:gd name="T3" fmla="*/ 210 h 37"/>
                  <a:gd name="T4" fmla="*/ 0 w 17"/>
                  <a:gd name="T5" fmla="*/ 0 h 3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37">
                    <a:moveTo>
                      <a:pt x="0" y="0"/>
                    </a:moveTo>
                    <a:cubicBezTo>
                      <a:pt x="0" y="0"/>
                      <a:pt x="14" y="10"/>
                      <a:pt x="12" y="37"/>
                    </a:cubicBezTo>
                    <a:cubicBezTo>
                      <a:pt x="12" y="37"/>
                      <a:pt x="17" y="12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544" name="Freeform 411">
                <a:extLst>
                  <a:ext uri="{FF2B5EF4-FFF2-40B4-BE49-F238E27FC236}">
                    <a16:creationId xmlns:a16="http://schemas.microsoft.com/office/drawing/2014/main" id="{DAC4269C-205E-4F1B-953F-0ABC012A9B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7" y="1007"/>
                <a:ext cx="73" cy="110"/>
              </a:xfrm>
              <a:custGeom>
                <a:avLst/>
                <a:gdLst>
                  <a:gd name="T0" fmla="*/ 0 w 41"/>
                  <a:gd name="T1" fmla="*/ 0 h 62"/>
                  <a:gd name="T2" fmla="*/ 187 w 41"/>
                  <a:gd name="T3" fmla="*/ 151 h 62"/>
                  <a:gd name="T4" fmla="*/ 174 w 41"/>
                  <a:gd name="T5" fmla="*/ 346 h 62"/>
                  <a:gd name="T6" fmla="*/ 118 w 41"/>
                  <a:gd name="T7" fmla="*/ 135 h 62"/>
                  <a:gd name="T8" fmla="*/ 0 w 41"/>
                  <a:gd name="T9" fmla="*/ 0 h 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1" h="62">
                    <a:moveTo>
                      <a:pt x="0" y="0"/>
                    </a:moveTo>
                    <a:cubicBezTo>
                      <a:pt x="0" y="0"/>
                      <a:pt x="25" y="7"/>
                      <a:pt x="33" y="27"/>
                    </a:cubicBezTo>
                    <a:cubicBezTo>
                      <a:pt x="41" y="47"/>
                      <a:pt x="31" y="62"/>
                      <a:pt x="31" y="62"/>
                    </a:cubicBezTo>
                    <a:cubicBezTo>
                      <a:pt x="31" y="62"/>
                      <a:pt x="36" y="39"/>
                      <a:pt x="21" y="24"/>
                    </a:cubicBezTo>
                    <a:cubicBezTo>
                      <a:pt x="7" y="9"/>
                      <a:pt x="2" y="5"/>
                      <a:pt x="0" y="0"/>
                    </a:cubicBezTo>
                    <a:close/>
                  </a:path>
                </a:pathLst>
              </a:custGeom>
              <a:solidFill>
                <a:srgbClr val="6B2D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545" name="Freeform 412">
                <a:extLst>
                  <a:ext uri="{FF2B5EF4-FFF2-40B4-BE49-F238E27FC236}">
                    <a16:creationId xmlns:a16="http://schemas.microsoft.com/office/drawing/2014/main" id="{89D36E42-CD0D-4006-8F88-60E8FA794D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5" y="1044"/>
                <a:ext cx="32" cy="41"/>
              </a:xfrm>
              <a:custGeom>
                <a:avLst/>
                <a:gdLst>
                  <a:gd name="T0" fmla="*/ 16 w 18"/>
                  <a:gd name="T1" fmla="*/ 0 h 23"/>
                  <a:gd name="T2" fmla="*/ 0 w 18"/>
                  <a:gd name="T3" fmla="*/ 125 h 23"/>
                  <a:gd name="T4" fmla="*/ 85 w 18"/>
                  <a:gd name="T5" fmla="*/ 64 h 23"/>
                  <a:gd name="T6" fmla="*/ 16 w 18"/>
                  <a:gd name="T7" fmla="*/ 0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23">
                    <a:moveTo>
                      <a:pt x="3" y="0"/>
                    </a:moveTo>
                    <a:cubicBezTo>
                      <a:pt x="3" y="0"/>
                      <a:pt x="18" y="15"/>
                      <a:pt x="0" y="22"/>
                    </a:cubicBezTo>
                    <a:cubicBezTo>
                      <a:pt x="0" y="22"/>
                      <a:pt x="16" y="23"/>
                      <a:pt x="15" y="11"/>
                    </a:cubicBez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6B2D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546" name="Freeform 413">
                <a:extLst>
                  <a:ext uri="{FF2B5EF4-FFF2-40B4-BE49-F238E27FC236}">
                    <a16:creationId xmlns:a16="http://schemas.microsoft.com/office/drawing/2014/main" id="{6E7C4038-6BC4-45EF-9C64-064FCF0CDF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5" y="1110"/>
                <a:ext cx="16" cy="37"/>
              </a:xfrm>
              <a:custGeom>
                <a:avLst/>
                <a:gdLst>
                  <a:gd name="T0" fmla="*/ 21 w 9"/>
                  <a:gd name="T1" fmla="*/ 0 h 21"/>
                  <a:gd name="T2" fmla="*/ 7 w 9"/>
                  <a:gd name="T3" fmla="*/ 72 h 21"/>
                  <a:gd name="T4" fmla="*/ 50 w 9"/>
                  <a:gd name="T5" fmla="*/ 115 h 21"/>
                  <a:gd name="T6" fmla="*/ 21 w 9"/>
                  <a:gd name="T7" fmla="*/ 7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21">
                    <a:moveTo>
                      <a:pt x="4" y="0"/>
                    </a:moveTo>
                    <a:cubicBezTo>
                      <a:pt x="1" y="3"/>
                      <a:pt x="0" y="9"/>
                      <a:pt x="1" y="13"/>
                    </a:cubicBezTo>
                    <a:cubicBezTo>
                      <a:pt x="2" y="17"/>
                      <a:pt x="6" y="18"/>
                      <a:pt x="9" y="21"/>
                    </a:cubicBezTo>
                    <a:cubicBezTo>
                      <a:pt x="5" y="16"/>
                      <a:pt x="1" y="8"/>
                      <a:pt x="4" y="1"/>
                    </a:cubicBezTo>
                  </a:path>
                </a:pathLst>
              </a:custGeom>
              <a:solidFill>
                <a:srgbClr val="7E39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547" name="Freeform 414">
                <a:extLst>
                  <a:ext uri="{FF2B5EF4-FFF2-40B4-BE49-F238E27FC236}">
                    <a16:creationId xmlns:a16="http://schemas.microsoft.com/office/drawing/2014/main" id="{D73404C4-85B5-4E5C-B376-D84D1ED745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6" y="1135"/>
                <a:ext cx="18" cy="21"/>
              </a:xfrm>
              <a:custGeom>
                <a:avLst/>
                <a:gdLst>
                  <a:gd name="T0" fmla="*/ 23 w 10"/>
                  <a:gd name="T1" fmla="*/ 0 h 12"/>
                  <a:gd name="T2" fmla="*/ 16 w 10"/>
                  <a:gd name="T3" fmla="*/ 49 h 12"/>
                  <a:gd name="T4" fmla="*/ 58 w 10"/>
                  <a:gd name="T5" fmla="*/ 44 h 12"/>
                  <a:gd name="T6" fmla="*/ 23 w 10"/>
                  <a:gd name="T7" fmla="*/ 44 h 12"/>
                  <a:gd name="T8" fmla="*/ 16 w 10"/>
                  <a:gd name="T9" fmla="*/ 7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2">
                    <a:moveTo>
                      <a:pt x="4" y="0"/>
                    </a:moveTo>
                    <a:cubicBezTo>
                      <a:pt x="2" y="2"/>
                      <a:pt x="0" y="6"/>
                      <a:pt x="3" y="9"/>
                    </a:cubicBezTo>
                    <a:cubicBezTo>
                      <a:pt x="5" y="12"/>
                      <a:pt x="9" y="11"/>
                      <a:pt x="10" y="8"/>
                    </a:cubicBezTo>
                    <a:cubicBezTo>
                      <a:pt x="8" y="8"/>
                      <a:pt x="6" y="10"/>
                      <a:pt x="4" y="8"/>
                    </a:cubicBezTo>
                    <a:cubicBezTo>
                      <a:pt x="3" y="7"/>
                      <a:pt x="3" y="3"/>
                      <a:pt x="3" y="1"/>
                    </a:cubicBezTo>
                  </a:path>
                </a:pathLst>
              </a:custGeom>
              <a:solidFill>
                <a:srgbClr val="7E39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548" name="Freeform 415">
                <a:extLst>
                  <a:ext uri="{FF2B5EF4-FFF2-40B4-BE49-F238E27FC236}">
                    <a16:creationId xmlns:a16="http://schemas.microsoft.com/office/drawing/2014/main" id="{078711D0-96A5-4D6A-9500-B6662C8BC0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1" y="1183"/>
                <a:ext cx="133" cy="65"/>
              </a:xfrm>
              <a:custGeom>
                <a:avLst/>
                <a:gdLst>
                  <a:gd name="T0" fmla="*/ 0 w 75"/>
                  <a:gd name="T1" fmla="*/ 56 h 37"/>
                  <a:gd name="T2" fmla="*/ 89 w 75"/>
                  <a:gd name="T3" fmla="*/ 37 h 37"/>
                  <a:gd name="T4" fmla="*/ 188 w 75"/>
                  <a:gd name="T5" fmla="*/ 16 h 37"/>
                  <a:gd name="T6" fmla="*/ 207 w 75"/>
                  <a:gd name="T7" fmla="*/ 28 h 37"/>
                  <a:gd name="T8" fmla="*/ 232 w 75"/>
                  <a:gd name="T9" fmla="*/ 21 h 37"/>
                  <a:gd name="T10" fmla="*/ 296 w 75"/>
                  <a:gd name="T11" fmla="*/ 21 h 37"/>
                  <a:gd name="T12" fmla="*/ 419 w 75"/>
                  <a:gd name="T13" fmla="*/ 49 h 37"/>
                  <a:gd name="T14" fmla="*/ 340 w 75"/>
                  <a:gd name="T15" fmla="*/ 142 h 37"/>
                  <a:gd name="T16" fmla="*/ 211 w 75"/>
                  <a:gd name="T17" fmla="*/ 195 h 37"/>
                  <a:gd name="T18" fmla="*/ 106 w 75"/>
                  <a:gd name="T19" fmla="*/ 167 h 37"/>
                  <a:gd name="T20" fmla="*/ 0 w 75"/>
                  <a:gd name="T21" fmla="*/ 56 h 3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75" h="37">
                    <a:moveTo>
                      <a:pt x="0" y="10"/>
                    </a:moveTo>
                    <a:cubicBezTo>
                      <a:pt x="0" y="10"/>
                      <a:pt x="2" y="16"/>
                      <a:pt x="16" y="7"/>
                    </a:cubicBezTo>
                    <a:cubicBezTo>
                      <a:pt x="21" y="4"/>
                      <a:pt x="29" y="0"/>
                      <a:pt x="34" y="3"/>
                    </a:cubicBezTo>
                    <a:cubicBezTo>
                      <a:pt x="38" y="6"/>
                      <a:pt x="37" y="5"/>
                      <a:pt x="37" y="5"/>
                    </a:cubicBezTo>
                    <a:cubicBezTo>
                      <a:pt x="37" y="5"/>
                      <a:pt x="39" y="5"/>
                      <a:pt x="42" y="4"/>
                    </a:cubicBezTo>
                    <a:cubicBezTo>
                      <a:pt x="45" y="3"/>
                      <a:pt x="50" y="3"/>
                      <a:pt x="53" y="4"/>
                    </a:cubicBezTo>
                    <a:cubicBezTo>
                      <a:pt x="56" y="6"/>
                      <a:pt x="69" y="15"/>
                      <a:pt x="75" y="9"/>
                    </a:cubicBezTo>
                    <a:cubicBezTo>
                      <a:pt x="75" y="9"/>
                      <a:pt x="68" y="18"/>
                      <a:pt x="61" y="26"/>
                    </a:cubicBezTo>
                    <a:cubicBezTo>
                      <a:pt x="55" y="33"/>
                      <a:pt x="45" y="35"/>
                      <a:pt x="38" y="36"/>
                    </a:cubicBezTo>
                    <a:cubicBezTo>
                      <a:pt x="32" y="37"/>
                      <a:pt x="23" y="33"/>
                      <a:pt x="19" y="31"/>
                    </a:cubicBezTo>
                    <a:cubicBezTo>
                      <a:pt x="10" y="25"/>
                      <a:pt x="4" y="19"/>
                      <a:pt x="0" y="10"/>
                    </a:cubicBezTo>
                    <a:close/>
                  </a:path>
                </a:pathLst>
              </a:custGeom>
              <a:solidFill>
                <a:srgbClr val="9842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549" name="Freeform 416">
                <a:extLst>
                  <a:ext uri="{FF2B5EF4-FFF2-40B4-BE49-F238E27FC236}">
                    <a16:creationId xmlns:a16="http://schemas.microsoft.com/office/drawing/2014/main" id="{6A455D8F-D7C3-4E29-B5BD-CEDEA95721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1" y="1174"/>
                <a:ext cx="133" cy="44"/>
              </a:xfrm>
              <a:custGeom>
                <a:avLst/>
                <a:gdLst>
                  <a:gd name="T0" fmla="*/ 207 w 75"/>
                  <a:gd name="T1" fmla="*/ 65 h 25"/>
                  <a:gd name="T2" fmla="*/ 419 w 75"/>
                  <a:gd name="T3" fmla="*/ 77 h 25"/>
                  <a:gd name="T4" fmla="*/ 355 w 75"/>
                  <a:gd name="T5" fmla="*/ 77 h 25"/>
                  <a:gd name="T6" fmla="*/ 309 w 75"/>
                  <a:gd name="T7" fmla="*/ 56 h 25"/>
                  <a:gd name="T8" fmla="*/ 207 w 75"/>
                  <a:gd name="T9" fmla="*/ 56 h 25"/>
                  <a:gd name="T10" fmla="*/ 207 w 75"/>
                  <a:gd name="T11" fmla="*/ 56 h 25"/>
                  <a:gd name="T12" fmla="*/ 110 w 75"/>
                  <a:gd name="T13" fmla="*/ 49 h 25"/>
                  <a:gd name="T14" fmla="*/ 50 w 75"/>
                  <a:gd name="T15" fmla="*/ 81 h 25"/>
                  <a:gd name="T16" fmla="*/ 0 w 75"/>
                  <a:gd name="T17" fmla="*/ 77 h 25"/>
                  <a:gd name="T18" fmla="*/ 207 w 75"/>
                  <a:gd name="T19" fmla="*/ 65 h 2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75" h="25">
                    <a:moveTo>
                      <a:pt x="37" y="12"/>
                    </a:moveTo>
                    <a:cubicBezTo>
                      <a:pt x="49" y="0"/>
                      <a:pt x="66" y="24"/>
                      <a:pt x="75" y="14"/>
                    </a:cubicBezTo>
                    <a:cubicBezTo>
                      <a:pt x="70" y="17"/>
                      <a:pt x="68" y="16"/>
                      <a:pt x="64" y="14"/>
                    </a:cubicBezTo>
                    <a:cubicBezTo>
                      <a:pt x="61" y="13"/>
                      <a:pt x="58" y="11"/>
                      <a:pt x="55" y="10"/>
                    </a:cubicBezTo>
                    <a:cubicBezTo>
                      <a:pt x="48" y="6"/>
                      <a:pt x="44" y="7"/>
                      <a:pt x="37" y="10"/>
                    </a:cubicBezTo>
                    <a:cubicBezTo>
                      <a:pt x="37" y="10"/>
                      <a:pt x="37" y="10"/>
                      <a:pt x="37" y="10"/>
                    </a:cubicBezTo>
                    <a:cubicBezTo>
                      <a:pt x="30" y="7"/>
                      <a:pt x="27" y="5"/>
                      <a:pt x="20" y="9"/>
                    </a:cubicBezTo>
                    <a:cubicBezTo>
                      <a:pt x="17" y="11"/>
                      <a:pt x="12" y="13"/>
                      <a:pt x="9" y="15"/>
                    </a:cubicBezTo>
                    <a:cubicBezTo>
                      <a:pt x="6" y="17"/>
                      <a:pt x="2" y="18"/>
                      <a:pt x="0" y="14"/>
                    </a:cubicBezTo>
                    <a:cubicBezTo>
                      <a:pt x="6" y="25"/>
                      <a:pt x="25" y="0"/>
                      <a:pt x="37" y="12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550" name="Freeform 417">
                <a:extLst>
                  <a:ext uri="{FF2B5EF4-FFF2-40B4-BE49-F238E27FC236}">
                    <a16:creationId xmlns:a16="http://schemas.microsoft.com/office/drawing/2014/main" id="{6D56D012-74FF-4A2C-BE82-6B53575C06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2" y="1220"/>
                <a:ext cx="106" cy="62"/>
              </a:xfrm>
              <a:custGeom>
                <a:avLst/>
                <a:gdLst>
                  <a:gd name="T0" fmla="*/ 0 w 60"/>
                  <a:gd name="T1" fmla="*/ 0 h 35"/>
                  <a:gd name="T2" fmla="*/ 330 w 60"/>
                  <a:gd name="T3" fmla="*/ 0 h 35"/>
                  <a:gd name="T4" fmla="*/ 0 w 60"/>
                  <a:gd name="T5" fmla="*/ 0 h 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0" h="35">
                    <a:moveTo>
                      <a:pt x="0" y="0"/>
                    </a:moveTo>
                    <a:cubicBezTo>
                      <a:pt x="0" y="0"/>
                      <a:pt x="32" y="32"/>
                      <a:pt x="60" y="0"/>
                    </a:cubicBezTo>
                    <a:cubicBezTo>
                      <a:pt x="60" y="0"/>
                      <a:pt x="35" y="35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551" name="Freeform 418">
                <a:extLst>
                  <a:ext uri="{FF2B5EF4-FFF2-40B4-BE49-F238E27FC236}">
                    <a16:creationId xmlns:a16="http://schemas.microsoft.com/office/drawing/2014/main" id="{6CE31C9D-A414-4D13-B92D-1035D0C0FD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3" y="1209"/>
                <a:ext cx="105" cy="18"/>
              </a:xfrm>
              <a:custGeom>
                <a:avLst/>
                <a:gdLst>
                  <a:gd name="T0" fmla="*/ 0 w 59"/>
                  <a:gd name="T1" fmla="*/ 0 h 10"/>
                  <a:gd name="T2" fmla="*/ 333 w 59"/>
                  <a:gd name="T3" fmla="*/ 0 h 10"/>
                  <a:gd name="T4" fmla="*/ 0 w 59"/>
                  <a:gd name="T5" fmla="*/ 0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9" h="10">
                    <a:moveTo>
                      <a:pt x="0" y="0"/>
                    </a:moveTo>
                    <a:cubicBezTo>
                      <a:pt x="0" y="0"/>
                      <a:pt x="34" y="7"/>
                      <a:pt x="59" y="0"/>
                    </a:cubicBezTo>
                    <a:cubicBezTo>
                      <a:pt x="59" y="0"/>
                      <a:pt x="39" y="10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552" name="Freeform 419">
                <a:extLst>
                  <a:ext uri="{FF2B5EF4-FFF2-40B4-BE49-F238E27FC236}">
                    <a16:creationId xmlns:a16="http://schemas.microsoft.com/office/drawing/2014/main" id="{6B7EA98A-6372-4AC8-ACF4-29680C2F69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8" y="1159"/>
                <a:ext cx="11" cy="29"/>
              </a:xfrm>
              <a:custGeom>
                <a:avLst/>
                <a:gdLst>
                  <a:gd name="T0" fmla="*/ 0 w 6"/>
                  <a:gd name="T1" fmla="*/ 0 h 16"/>
                  <a:gd name="T2" fmla="*/ 13 w 6"/>
                  <a:gd name="T3" fmla="*/ 60 h 16"/>
                  <a:gd name="T4" fmla="*/ 0 w 6"/>
                  <a:gd name="T5" fmla="*/ 96 h 16"/>
                  <a:gd name="T6" fmla="*/ 37 w 6"/>
                  <a:gd name="T7" fmla="*/ 82 h 16"/>
                  <a:gd name="T8" fmla="*/ 20 w 6"/>
                  <a:gd name="T9" fmla="*/ 36 h 16"/>
                  <a:gd name="T10" fmla="*/ 0 w 6"/>
                  <a:gd name="T11" fmla="*/ 7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" h="16">
                    <a:moveTo>
                      <a:pt x="0" y="0"/>
                    </a:moveTo>
                    <a:cubicBezTo>
                      <a:pt x="2" y="3"/>
                      <a:pt x="2" y="7"/>
                      <a:pt x="2" y="10"/>
                    </a:cubicBezTo>
                    <a:cubicBezTo>
                      <a:pt x="2" y="13"/>
                      <a:pt x="1" y="14"/>
                      <a:pt x="0" y="16"/>
                    </a:cubicBezTo>
                    <a:cubicBezTo>
                      <a:pt x="2" y="14"/>
                      <a:pt x="4" y="14"/>
                      <a:pt x="6" y="14"/>
                    </a:cubicBezTo>
                    <a:cubicBezTo>
                      <a:pt x="4" y="14"/>
                      <a:pt x="3" y="8"/>
                      <a:pt x="3" y="6"/>
                    </a:cubicBezTo>
                    <a:cubicBezTo>
                      <a:pt x="2" y="4"/>
                      <a:pt x="1" y="3"/>
                      <a:pt x="0" y="1"/>
                    </a:cubicBezTo>
                  </a:path>
                </a:pathLst>
              </a:custGeom>
              <a:solidFill>
                <a:srgbClr val="7E39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553" name="Freeform 420">
                <a:extLst>
                  <a:ext uri="{FF2B5EF4-FFF2-40B4-BE49-F238E27FC236}">
                    <a16:creationId xmlns:a16="http://schemas.microsoft.com/office/drawing/2014/main" id="{F95DE1BC-EF00-4EA5-868C-119446AE81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3" y="1193"/>
                <a:ext cx="7" cy="13"/>
              </a:xfrm>
              <a:custGeom>
                <a:avLst/>
                <a:gdLst>
                  <a:gd name="T0" fmla="*/ 0 w 4"/>
                  <a:gd name="T1" fmla="*/ 7 h 7"/>
                  <a:gd name="T2" fmla="*/ 12 w 4"/>
                  <a:gd name="T3" fmla="*/ 45 h 7"/>
                  <a:gd name="T4" fmla="*/ 16 w 4"/>
                  <a:gd name="T5" fmla="*/ 13 h 7"/>
                  <a:gd name="T6" fmla="*/ 0 w 4"/>
                  <a:gd name="T7" fmla="*/ 7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7">
                    <a:moveTo>
                      <a:pt x="0" y="1"/>
                    </a:moveTo>
                    <a:cubicBezTo>
                      <a:pt x="3" y="1"/>
                      <a:pt x="3" y="5"/>
                      <a:pt x="2" y="7"/>
                    </a:cubicBezTo>
                    <a:cubicBezTo>
                      <a:pt x="3" y="6"/>
                      <a:pt x="4" y="3"/>
                      <a:pt x="3" y="2"/>
                    </a:cubicBezTo>
                    <a:cubicBezTo>
                      <a:pt x="3" y="1"/>
                      <a:pt x="1" y="0"/>
                      <a:pt x="0" y="1"/>
                    </a:cubicBezTo>
                  </a:path>
                </a:pathLst>
              </a:custGeom>
              <a:solidFill>
                <a:srgbClr val="6B2D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554" name="Freeform 421">
                <a:extLst>
                  <a:ext uri="{FF2B5EF4-FFF2-40B4-BE49-F238E27FC236}">
                    <a16:creationId xmlns:a16="http://schemas.microsoft.com/office/drawing/2014/main" id="{D737F983-EF7C-4329-AD69-D0D09DD503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7" y="1195"/>
                <a:ext cx="7" cy="12"/>
              </a:xfrm>
              <a:custGeom>
                <a:avLst/>
                <a:gdLst>
                  <a:gd name="T0" fmla="*/ 21 w 4"/>
                  <a:gd name="T1" fmla="*/ 0 h 7"/>
                  <a:gd name="T2" fmla="*/ 7 w 4"/>
                  <a:gd name="T3" fmla="*/ 36 h 7"/>
                  <a:gd name="T4" fmla="*/ 7 w 4"/>
                  <a:gd name="T5" fmla="*/ 5 h 7"/>
                  <a:gd name="T6" fmla="*/ 21 w 4"/>
                  <a:gd name="T7" fmla="*/ 0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7">
                    <a:moveTo>
                      <a:pt x="4" y="0"/>
                    </a:moveTo>
                    <a:cubicBezTo>
                      <a:pt x="1" y="0"/>
                      <a:pt x="0" y="5"/>
                      <a:pt x="1" y="7"/>
                    </a:cubicBezTo>
                    <a:cubicBezTo>
                      <a:pt x="0" y="5"/>
                      <a:pt x="0" y="3"/>
                      <a:pt x="1" y="1"/>
                    </a:cubicBezTo>
                    <a:cubicBezTo>
                      <a:pt x="1" y="0"/>
                      <a:pt x="3" y="0"/>
                      <a:pt x="4" y="0"/>
                    </a:cubicBezTo>
                  </a:path>
                </a:pathLst>
              </a:custGeom>
              <a:solidFill>
                <a:srgbClr val="6B2D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555" name="Freeform 422">
                <a:extLst>
                  <a:ext uri="{FF2B5EF4-FFF2-40B4-BE49-F238E27FC236}">
                    <a16:creationId xmlns:a16="http://schemas.microsoft.com/office/drawing/2014/main" id="{A79ECD6E-6082-49EB-91A9-FB3603062B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2" y="1161"/>
                <a:ext cx="11" cy="27"/>
              </a:xfrm>
              <a:custGeom>
                <a:avLst/>
                <a:gdLst>
                  <a:gd name="T0" fmla="*/ 31 w 6"/>
                  <a:gd name="T1" fmla="*/ 0 h 15"/>
                  <a:gd name="T2" fmla="*/ 24 w 6"/>
                  <a:gd name="T3" fmla="*/ 52 h 15"/>
                  <a:gd name="T4" fmla="*/ 37 w 6"/>
                  <a:gd name="T5" fmla="*/ 88 h 15"/>
                  <a:gd name="T6" fmla="*/ 20 w 6"/>
                  <a:gd name="T7" fmla="*/ 74 h 15"/>
                  <a:gd name="T8" fmla="*/ 0 w 6"/>
                  <a:gd name="T9" fmla="*/ 74 h 15"/>
                  <a:gd name="T10" fmla="*/ 7 w 6"/>
                  <a:gd name="T11" fmla="*/ 52 h 15"/>
                  <a:gd name="T12" fmla="*/ 13 w 6"/>
                  <a:gd name="T13" fmla="*/ 29 h 15"/>
                  <a:gd name="T14" fmla="*/ 31 w 6"/>
                  <a:gd name="T15" fmla="*/ 7 h 1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" h="15">
                    <a:moveTo>
                      <a:pt x="5" y="0"/>
                    </a:moveTo>
                    <a:cubicBezTo>
                      <a:pt x="4" y="3"/>
                      <a:pt x="3" y="6"/>
                      <a:pt x="4" y="9"/>
                    </a:cubicBezTo>
                    <a:cubicBezTo>
                      <a:pt x="4" y="12"/>
                      <a:pt x="6" y="13"/>
                      <a:pt x="6" y="15"/>
                    </a:cubicBezTo>
                    <a:cubicBezTo>
                      <a:pt x="6" y="15"/>
                      <a:pt x="4" y="14"/>
                      <a:pt x="3" y="13"/>
                    </a:cubicBezTo>
                    <a:cubicBezTo>
                      <a:pt x="2" y="13"/>
                      <a:pt x="1" y="13"/>
                      <a:pt x="0" y="13"/>
                    </a:cubicBezTo>
                    <a:cubicBezTo>
                      <a:pt x="0" y="11"/>
                      <a:pt x="1" y="10"/>
                      <a:pt x="1" y="9"/>
                    </a:cubicBezTo>
                    <a:cubicBezTo>
                      <a:pt x="2" y="7"/>
                      <a:pt x="2" y="6"/>
                      <a:pt x="2" y="5"/>
                    </a:cubicBezTo>
                    <a:cubicBezTo>
                      <a:pt x="3" y="3"/>
                      <a:pt x="4" y="1"/>
                      <a:pt x="5" y="1"/>
                    </a:cubicBezTo>
                  </a:path>
                </a:pathLst>
              </a:custGeom>
              <a:solidFill>
                <a:srgbClr val="6B2D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556" name="Freeform 423">
                <a:extLst>
                  <a:ext uri="{FF2B5EF4-FFF2-40B4-BE49-F238E27FC236}">
                    <a16:creationId xmlns:a16="http://schemas.microsoft.com/office/drawing/2014/main" id="{505A4B5A-0AB0-4344-B2CE-E5F25785B4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6" y="1021"/>
                <a:ext cx="28" cy="76"/>
              </a:xfrm>
              <a:custGeom>
                <a:avLst/>
                <a:gdLst>
                  <a:gd name="T0" fmla="*/ 86 w 16"/>
                  <a:gd name="T1" fmla="*/ 0 h 43"/>
                  <a:gd name="T2" fmla="*/ 44 w 16"/>
                  <a:gd name="T3" fmla="*/ 237 h 43"/>
                  <a:gd name="T4" fmla="*/ 86 w 16"/>
                  <a:gd name="T5" fmla="*/ 0 h 4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43">
                    <a:moveTo>
                      <a:pt x="16" y="0"/>
                    </a:moveTo>
                    <a:cubicBezTo>
                      <a:pt x="16" y="0"/>
                      <a:pt x="0" y="20"/>
                      <a:pt x="8" y="43"/>
                    </a:cubicBezTo>
                    <a:cubicBezTo>
                      <a:pt x="8" y="43"/>
                      <a:pt x="3" y="21"/>
                      <a:pt x="16" y="0"/>
                    </a:cubicBezTo>
                    <a:close/>
                  </a:path>
                </a:pathLst>
              </a:custGeom>
              <a:solidFill>
                <a:srgbClr val="6B2D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557" name="Freeform 424">
                <a:extLst>
                  <a:ext uri="{FF2B5EF4-FFF2-40B4-BE49-F238E27FC236}">
                    <a16:creationId xmlns:a16="http://schemas.microsoft.com/office/drawing/2014/main" id="{404A0C03-CE82-4453-B8DC-45AE38DA05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1" y="1046"/>
                <a:ext cx="77" cy="195"/>
              </a:xfrm>
              <a:custGeom>
                <a:avLst/>
                <a:gdLst>
                  <a:gd name="T0" fmla="*/ 247 w 43"/>
                  <a:gd name="T1" fmla="*/ 0 h 110"/>
                  <a:gd name="T2" fmla="*/ 190 w 43"/>
                  <a:gd name="T3" fmla="*/ 317 h 110"/>
                  <a:gd name="T4" fmla="*/ 0 w 43"/>
                  <a:gd name="T5" fmla="*/ 613 h 110"/>
                  <a:gd name="T6" fmla="*/ 247 w 43"/>
                  <a:gd name="T7" fmla="*/ 0 h 1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3" h="110">
                    <a:moveTo>
                      <a:pt x="43" y="0"/>
                    </a:moveTo>
                    <a:cubicBezTo>
                      <a:pt x="43" y="0"/>
                      <a:pt x="43" y="17"/>
                      <a:pt x="33" y="57"/>
                    </a:cubicBezTo>
                    <a:cubicBezTo>
                      <a:pt x="22" y="96"/>
                      <a:pt x="16" y="94"/>
                      <a:pt x="0" y="110"/>
                    </a:cubicBezTo>
                    <a:cubicBezTo>
                      <a:pt x="0" y="110"/>
                      <a:pt x="29" y="83"/>
                      <a:pt x="43" y="0"/>
                    </a:cubicBezTo>
                    <a:close/>
                  </a:path>
                </a:pathLst>
              </a:custGeom>
              <a:solidFill>
                <a:srgbClr val="6B2D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558" name="Freeform 425">
                <a:extLst>
                  <a:ext uri="{FF2B5EF4-FFF2-40B4-BE49-F238E27FC236}">
                    <a16:creationId xmlns:a16="http://schemas.microsoft.com/office/drawing/2014/main" id="{B7E3A81B-CC57-4221-A729-EB2376F056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2" y="732"/>
                <a:ext cx="231" cy="314"/>
              </a:xfrm>
              <a:custGeom>
                <a:avLst/>
                <a:gdLst>
                  <a:gd name="T0" fmla="*/ 716 w 130"/>
                  <a:gd name="T1" fmla="*/ 35 h 177"/>
                  <a:gd name="T2" fmla="*/ 219 w 130"/>
                  <a:gd name="T3" fmla="*/ 216 h 177"/>
                  <a:gd name="T4" fmla="*/ 101 w 130"/>
                  <a:gd name="T5" fmla="*/ 362 h 177"/>
                  <a:gd name="T6" fmla="*/ 94 w 130"/>
                  <a:gd name="T7" fmla="*/ 853 h 177"/>
                  <a:gd name="T8" fmla="*/ 158 w 130"/>
                  <a:gd name="T9" fmla="*/ 988 h 177"/>
                  <a:gd name="T10" fmla="*/ 167 w 130"/>
                  <a:gd name="T11" fmla="*/ 598 h 177"/>
                  <a:gd name="T12" fmla="*/ 729 w 130"/>
                  <a:gd name="T13" fmla="*/ 245 h 177"/>
                  <a:gd name="T14" fmla="*/ 716 w 130"/>
                  <a:gd name="T15" fmla="*/ 35 h 17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30" h="177">
                    <a:moveTo>
                      <a:pt x="128" y="6"/>
                    </a:moveTo>
                    <a:cubicBezTo>
                      <a:pt x="128" y="6"/>
                      <a:pt x="78" y="0"/>
                      <a:pt x="39" y="39"/>
                    </a:cubicBezTo>
                    <a:cubicBezTo>
                      <a:pt x="18" y="65"/>
                      <a:pt x="18" y="65"/>
                      <a:pt x="18" y="65"/>
                    </a:cubicBezTo>
                    <a:cubicBezTo>
                      <a:pt x="18" y="65"/>
                      <a:pt x="0" y="108"/>
                      <a:pt x="17" y="153"/>
                    </a:cubicBezTo>
                    <a:cubicBezTo>
                      <a:pt x="22" y="165"/>
                      <a:pt x="25" y="164"/>
                      <a:pt x="28" y="177"/>
                    </a:cubicBezTo>
                    <a:cubicBezTo>
                      <a:pt x="28" y="177"/>
                      <a:pt x="17" y="133"/>
                      <a:pt x="30" y="107"/>
                    </a:cubicBezTo>
                    <a:cubicBezTo>
                      <a:pt x="43" y="81"/>
                      <a:pt x="130" y="82"/>
                      <a:pt x="130" y="44"/>
                    </a:cubicBezTo>
                    <a:lnTo>
                      <a:pt x="128" y="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559" name="Freeform 426">
                <a:extLst>
                  <a:ext uri="{FF2B5EF4-FFF2-40B4-BE49-F238E27FC236}">
                    <a16:creationId xmlns:a16="http://schemas.microsoft.com/office/drawing/2014/main" id="{7A43C88D-046E-4898-84F4-2BEF536003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6" y="720"/>
                <a:ext cx="160" cy="159"/>
              </a:xfrm>
              <a:custGeom>
                <a:avLst/>
                <a:gdLst>
                  <a:gd name="T0" fmla="*/ 471 w 90"/>
                  <a:gd name="T1" fmla="*/ 216 h 90"/>
                  <a:gd name="T2" fmla="*/ 471 w 90"/>
                  <a:gd name="T3" fmla="*/ 159 h 90"/>
                  <a:gd name="T4" fmla="*/ 462 w 90"/>
                  <a:gd name="T5" fmla="*/ 143 h 90"/>
                  <a:gd name="T6" fmla="*/ 443 w 90"/>
                  <a:gd name="T7" fmla="*/ 138 h 90"/>
                  <a:gd name="T8" fmla="*/ 439 w 90"/>
                  <a:gd name="T9" fmla="*/ 150 h 90"/>
                  <a:gd name="T10" fmla="*/ 418 w 90"/>
                  <a:gd name="T11" fmla="*/ 106 h 90"/>
                  <a:gd name="T12" fmla="*/ 405 w 90"/>
                  <a:gd name="T13" fmla="*/ 138 h 90"/>
                  <a:gd name="T14" fmla="*/ 332 w 90"/>
                  <a:gd name="T15" fmla="*/ 78 h 90"/>
                  <a:gd name="T16" fmla="*/ 332 w 90"/>
                  <a:gd name="T17" fmla="*/ 78 h 90"/>
                  <a:gd name="T18" fmla="*/ 297 w 90"/>
                  <a:gd name="T19" fmla="*/ 65 h 90"/>
                  <a:gd name="T20" fmla="*/ 281 w 90"/>
                  <a:gd name="T21" fmla="*/ 57 h 90"/>
                  <a:gd name="T22" fmla="*/ 276 w 90"/>
                  <a:gd name="T23" fmla="*/ 72 h 90"/>
                  <a:gd name="T24" fmla="*/ 219 w 90"/>
                  <a:gd name="T25" fmla="*/ 7 h 90"/>
                  <a:gd name="T26" fmla="*/ 190 w 90"/>
                  <a:gd name="T27" fmla="*/ 44 h 90"/>
                  <a:gd name="T28" fmla="*/ 167 w 90"/>
                  <a:gd name="T29" fmla="*/ 94 h 90"/>
                  <a:gd name="T30" fmla="*/ 130 w 90"/>
                  <a:gd name="T31" fmla="*/ 131 h 90"/>
                  <a:gd name="T32" fmla="*/ 73 w 90"/>
                  <a:gd name="T33" fmla="*/ 138 h 90"/>
                  <a:gd name="T34" fmla="*/ 85 w 90"/>
                  <a:gd name="T35" fmla="*/ 166 h 90"/>
                  <a:gd name="T36" fmla="*/ 78 w 90"/>
                  <a:gd name="T37" fmla="*/ 208 h 90"/>
                  <a:gd name="T38" fmla="*/ 28 w 90"/>
                  <a:gd name="T39" fmla="*/ 265 h 90"/>
                  <a:gd name="T40" fmla="*/ 50 w 90"/>
                  <a:gd name="T41" fmla="*/ 288 h 90"/>
                  <a:gd name="T42" fmla="*/ 78 w 90"/>
                  <a:gd name="T43" fmla="*/ 330 h 90"/>
                  <a:gd name="T44" fmla="*/ 37 w 90"/>
                  <a:gd name="T45" fmla="*/ 366 h 90"/>
                  <a:gd name="T46" fmla="*/ 66 w 90"/>
                  <a:gd name="T47" fmla="*/ 403 h 90"/>
                  <a:gd name="T48" fmla="*/ 123 w 90"/>
                  <a:gd name="T49" fmla="*/ 459 h 90"/>
                  <a:gd name="T50" fmla="*/ 158 w 90"/>
                  <a:gd name="T51" fmla="*/ 484 h 90"/>
                  <a:gd name="T52" fmla="*/ 164 w 90"/>
                  <a:gd name="T53" fmla="*/ 431 h 90"/>
                  <a:gd name="T54" fmla="*/ 203 w 90"/>
                  <a:gd name="T55" fmla="*/ 461 h 90"/>
                  <a:gd name="T56" fmla="*/ 208 w 90"/>
                  <a:gd name="T57" fmla="*/ 419 h 90"/>
                  <a:gd name="T58" fmla="*/ 252 w 90"/>
                  <a:gd name="T59" fmla="*/ 403 h 90"/>
                  <a:gd name="T60" fmla="*/ 292 w 90"/>
                  <a:gd name="T61" fmla="*/ 415 h 90"/>
                  <a:gd name="T62" fmla="*/ 320 w 90"/>
                  <a:gd name="T63" fmla="*/ 387 h 90"/>
                  <a:gd name="T64" fmla="*/ 370 w 90"/>
                  <a:gd name="T65" fmla="*/ 367 h 90"/>
                  <a:gd name="T66" fmla="*/ 405 w 90"/>
                  <a:gd name="T67" fmla="*/ 353 h 90"/>
                  <a:gd name="T68" fmla="*/ 439 w 90"/>
                  <a:gd name="T69" fmla="*/ 288 h 90"/>
                  <a:gd name="T70" fmla="*/ 468 w 90"/>
                  <a:gd name="T71" fmla="*/ 249 h 90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90" h="90">
                    <a:moveTo>
                      <a:pt x="84" y="39"/>
                    </a:moveTo>
                    <a:cubicBezTo>
                      <a:pt x="85" y="37"/>
                      <a:pt x="90" y="29"/>
                      <a:pt x="84" y="29"/>
                    </a:cubicBezTo>
                    <a:cubicBezTo>
                      <a:pt x="87" y="27"/>
                      <a:pt x="84" y="22"/>
                      <a:pt x="82" y="26"/>
                    </a:cubicBezTo>
                    <a:cubicBezTo>
                      <a:pt x="81" y="26"/>
                      <a:pt x="79" y="25"/>
                      <a:pt x="79" y="25"/>
                    </a:cubicBezTo>
                    <a:cubicBezTo>
                      <a:pt x="79" y="26"/>
                      <a:pt x="78" y="26"/>
                      <a:pt x="78" y="27"/>
                    </a:cubicBezTo>
                    <a:cubicBezTo>
                      <a:pt x="75" y="25"/>
                      <a:pt x="77" y="20"/>
                      <a:pt x="74" y="19"/>
                    </a:cubicBezTo>
                    <a:cubicBezTo>
                      <a:pt x="70" y="18"/>
                      <a:pt x="70" y="22"/>
                      <a:pt x="72" y="25"/>
                    </a:cubicBezTo>
                    <a:cubicBezTo>
                      <a:pt x="68" y="24"/>
                      <a:pt x="62" y="7"/>
                      <a:pt x="59" y="14"/>
                    </a:cubicBezTo>
                    <a:cubicBezTo>
                      <a:pt x="59" y="14"/>
                      <a:pt x="59" y="14"/>
                      <a:pt x="59" y="14"/>
                    </a:cubicBezTo>
                    <a:cubicBezTo>
                      <a:pt x="58" y="11"/>
                      <a:pt x="52" y="7"/>
                      <a:pt x="53" y="12"/>
                    </a:cubicBezTo>
                    <a:cubicBezTo>
                      <a:pt x="52" y="11"/>
                      <a:pt x="51" y="11"/>
                      <a:pt x="50" y="10"/>
                    </a:cubicBezTo>
                    <a:cubicBezTo>
                      <a:pt x="50" y="11"/>
                      <a:pt x="49" y="12"/>
                      <a:pt x="49" y="13"/>
                    </a:cubicBezTo>
                    <a:cubicBezTo>
                      <a:pt x="45" y="10"/>
                      <a:pt x="44" y="2"/>
                      <a:pt x="39" y="1"/>
                    </a:cubicBezTo>
                    <a:cubicBezTo>
                      <a:pt x="33" y="0"/>
                      <a:pt x="34" y="5"/>
                      <a:pt x="34" y="8"/>
                    </a:cubicBezTo>
                    <a:cubicBezTo>
                      <a:pt x="31" y="9"/>
                      <a:pt x="25" y="15"/>
                      <a:pt x="30" y="17"/>
                    </a:cubicBezTo>
                    <a:cubicBezTo>
                      <a:pt x="29" y="21"/>
                      <a:pt x="21" y="19"/>
                      <a:pt x="23" y="24"/>
                    </a:cubicBezTo>
                    <a:cubicBezTo>
                      <a:pt x="20" y="24"/>
                      <a:pt x="16" y="22"/>
                      <a:pt x="13" y="25"/>
                    </a:cubicBezTo>
                    <a:cubicBezTo>
                      <a:pt x="12" y="27"/>
                      <a:pt x="13" y="30"/>
                      <a:pt x="15" y="30"/>
                    </a:cubicBezTo>
                    <a:cubicBezTo>
                      <a:pt x="10" y="28"/>
                      <a:pt x="7" y="39"/>
                      <a:pt x="14" y="38"/>
                    </a:cubicBezTo>
                    <a:cubicBezTo>
                      <a:pt x="11" y="40"/>
                      <a:pt x="6" y="45"/>
                      <a:pt x="5" y="48"/>
                    </a:cubicBezTo>
                    <a:cubicBezTo>
                      <a:pt x="5" y="51"/>
                      <a:pt x="6" y="54"/>
                      <a:pt x="9" y="52"/>
                    </a:cubicBezTo>
                    <a:cubicBezTo>
                      <a:pt x="9" y="55"/>
                      <a:pt x="7" y="66"/>
                      <a:pt x="14" y="60"/>
                    </a:cubicBezTo>
                    <a:cubicBezTo>
                      <a:pt x="19" y="67"/>
                      <a:pt x="12" y="65"/>
                      <a:pt x="7" y="66"/>
                    </a:cubicBezTo>
                    <a:cubicBezTo>
                      <a:pt x="0" y="68"/>
                      <a:pt x="6" y="81"/>
                      <a:pt x="12" y="73"/>
                    </a:cubicBezTo>
                    <a:cubicBezTo>
                      <a:pt x="15" y="82"/>
                      <a:pt x="11" y="88"/>
                      <a:pt x="22" y="83"/>
                    </a:cubicBezTo>
                    <a:cubicBezTo>
                      <a:pt x="23" y="84"/>
                      <a:pt x="24" y="90"/>
                      <a:pt x="28" y="88"/>
                    </a:cubicBezTo>
                    <a:cubicBezTo>
                      <a:pt x="31" y="87"/>
                      <a:pt x="26" y="79"/>
                      <a:pt x="29" y="78"/>
                    </a:cubicBezTo>
                    <a:cubicBezTo>
                      <a:pt x="33" y="77"/>
                      <a:pt x="33" y="84"/>
                      <a:pt x="36" y="84"/>
                    </a:cubicBezTo>
                    <a:cubicBezTo>
                      <a:pt x="39" y="84"/>
                      <a:pt x="38" y="78"/>
                      <a:pt x="37" y="76"/>
                    </a:cubicBezTo>
                    <a:cubicBezTo>
                      <a:pt x="40" y="87"/>
                      <a:pt x="44" y="80"/>
                      <a:pt x="45" y="73"/>
                    </a:cubicBezTo>
                    <a:cubicBezTo>
                      <a:pt x="47" y="74"/>
                      <a:pt x="49" y="75"/>
                      <a:pt x="52" y="75"/>
                    </a:cubicBezTo>
                    <a:cubicBezTo>
                      <a:pt x="53" y="70"/>
                      <a:pt x="54" y="70"/>
                      <a:pt x="57" y="70"/>
                    </a:cubicBezTo>
                    <a:cubicBezTo>
                      <a:pt x="63" y="72"/>
                      <a:pt x="62" y="74"/>
                      <a:pt x="66" y="67"/>
                    </a:cubicBezTo>
                    <a:cubicBezTo>
                      <a:pt x="69" y="60"/>
                      <a:pt x="67" y="65"/>
                      <a:pt x="72" y="64"/>
                    </a:cubicBezTo>
                    <a:cubicBezTo>
                      <a:pt x="77" y="63"/>
                      <a:pt x="77" y="56"/>
                      <a:pt x="78" y="52"/>
                    </a:cubicBezTo>
                    <a:cubicBezTo>
                      <a:pt x="81" y="53"/>
                      <a:pt x="83" y="49"/>
                      <a:pt x="83" y="45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560" name="Freeform 427">
                <a:extLst>
                  <a:ext uri="{FF2B5EF4-FFF2-40B4-BE49-F238E27FC236}">
                    <a16:creationId xmlns:a16="http://schemas.microsoft.com/office/drawing/2014/main" id="{600A1D8B-8E03-4742-ADDC-F0E9BBFA21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8" y="732"/>
                <a:ext cx="233" cy="312"/>
              </a:xfrm>
              <a:custGeom>
                <a:avLst/>
                <a:gdLst>
                  <a:gd name="T0" fmla="*/ 7 w 131"/>
                  <a:gd name="T1" fmla="*/ 35 h 176"/>
                  <a:gd name="T2" fmla="*/ 519 w 131"/>
                  <a:gd name="T3" fmla="*/ 216 h 176"/>
                  <a:gd name="T4" fmla="*/ 630 w 131"/>
                  <a:gd name="T5" fmla="*/ 362 h 176"/>
                  <a:gd name="T6" fmla="*/ 637 w 131"/>
                  <a:gd name="T7" fmla="*/ 851 h 176"/>
                  <a:gd name="T8" fmla="*/ 585 w 131"/>
                  <a:gd name="T9" fmla="*/ 980 h 176"/>
                  <a:gd name="T10" fmla="*/ 550 w 131"/>
                  <a:gd name="T11" fmla="*/ 597 h 176"/>
                  <a:gd name="T12" fmla="*/ 0 w 131"/>
                  <a:gd name="T13" fmla="*/ 245 h 176"/>
                  <a:gd name="T14" fmla="*/ 7 w 131"/>
                  <a:gd name="T15" fmla="*/ 35 h 17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31" h="176">
                    <a:moveTo>
                      <a:pt x="1" y="6"/>
                    </a:moveTo>
                    <a:cubicBezTo>
                      <a:pt x="1" y="6"/>
                      <a:pt x="52" y="0"/>
                      <a:pt x="92" y="39"/>
                    </a:cubicBezTo>
                    <a:cubicBezTo>
                      <a:pt x="112" y="65"/>
                      <a:pt x="112" y="65"/>
                      <a:pt x="112" y="65"/>
                    </a:cubicBezTo>
                    <a:cubicBezTo>
                      <a:pt x="112" y="65"/>
                      <a:pt x="131" y="108"/>
                      <a:pt x="113" y="153"/>
                    </a:cubicBezTo>
                    <a:cubicBezTo>
                      <a:pt x="108" y="165"/>
                      <a:pt x="107" y="163"/>
                      <a:pt x="104" y="176"/>
                    </a:cubicBezTo>
                    <a:cubicBezTo>
                      <a:pt x="104" y="176"/>
                      <a:pt x="106" y="140"/>
                      <a:pt x="98" y="107"/>
                    </a:cubicBezTo>
                    <a:cubicBezTo>
                      <a:pt x="91" y="79"/>
                      <a:pt x="0" y="82"/>
                      <a:pt x="0" y="44"/>
                    </a:cubicBezTo>
                    <a:lnTo>
                      <a:pt x="1" y="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561" name="Freeform 428">
                <a:extLst>
                  <a:ext uri="{FF2B5EF4-FFF2-40B4-BE49-F238E27FC236}">
                    <a16:creationId xmlns:a16="http://schemas.microsoft.com/office/drawing/2014/main" id="{1647AAB8-998D-46E4-885F-1D5E6A370E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5" y="720"/>
                <a:ext cx="160" cy="159"/>
              </a:xfrm>
              <a:custGeom>
                <a:avLst/>
                <a:gdLst>
                  <a:gd name="T0" fmla="*/ 37 w 90"/>
                  <a:gd name="T1" fmla="*/ 216 h 90"/>
                  <a:gd name="T2" fmla="*/ 37 w 90"/>
                  <a:gd name="T3" fmla="*/ 159 h 90"/>
                  <a:gd name="T4" fmla="*/ 50 w 90"/>
                  <a:gd name="T5" fmla="*/ 143 h 90"/>
                  <a:gd name="T6" fmla="*/ 64 w 90"/>
                  <a:gd name="T7" fmla="*/ 138 h 90"/>
                  <a:gd name="T8" fmla="*/ 73 w 90"/>
                  <a:gd name="T9" fmla="*/ 150 h 90"/>
                  <a:gd name="T10" fmla="*/ 89 w 90"/>
                  <a:gd name="T11" fmla="*/ 106 h 90"/>
                  <a:gd name="T12" fmla="*/ 107 w 90"/>
                  <a:gd name="T13" fmla="*/ 138 h 90"/>
                  <a:gd name="T14" fmla="*/ 174 w 90"/>
                  <a:gd name="T15" fmla="*/ 78 h 90"/>
                  <a:gd name="T16" fmla="*/ 174 w 90"/>
                  <a:gd name="T17" fmla="*/ 78 h 90"/>
                  <a:gd name="T18" fmla="*/ 215 w 90"/>
                  <a:gd name="T19" fmla="*/ 65 h 90"/>
                  <a:gd name="T20" fmla="*/ 224 w 90"/>
                  <a:gd name="T21" fmla="*/ 57 h 90"/>
                  <a:gd name="T22" fmla="*/ 231 w 90"/>
                  <a:gd name="T23" fmla="*/ 72 h 90"/>
                  <a:gd name="T24" fmla="*/ 288 w 90"/>
                  <a:gd name="T25" fmla="*/ 7 h 90"/>
                  <a:gd name="T26" fmla="*/ 316 w 90"/>
                  <a:gd name="T27" fmla="*/ 44 h 90"/>
                  <a:gd name="T28" fmla="*/ 338 w 90"/>
                  <a:gd name="T29" fmla="*/ 94 h 90"/>
                  <a:gd name="T30" fmla="*/ 377 w 90"/>
                  <a:gd name="T31" fmla="*/ 131 h 90"/>
                  <a:gd name="T32" fmla="*/ 434 w 90"/>
                  <a:gd name="T33" fmla="*/ 138 h 90"/>
                  <a:gd name="T34" fmla="*/ 420 w 90"/>
                  <a:gd name="T35" fmla="*/ 166 h 90"/>
                  <a:gd name="T36" fmla="*/ 427 w 90"/>
                  <a:gd name="T37" fmla="*/ 208 h 90"/>
                  <a:gd name="T38" fmla="*/ 476 w 90"/>
                  <a:gd name="T39" fmla="*/ 265 h 90"/>
                  <a:gd name="T40" fmla="*/ 455 w 90"/>
                  <a:gd name="T41" fmla="*/ 288 h 90"/>
                  <a:gd name="T42" fmla="*/ 427 w 90"/>
                  <a:gd name="T43" fmla="*/ 330 h 90"/>
                  <a:gd name="T44" fmla="*/ 468 w 90"/>
                  <a:gd name="T45" fmla="*/ 366 h 90"/>
                  <a:gd name="T46" fmla="*/ 443 w 90"/>
                  <a:gd name="T47" fmla="*/ 403 h 90"/>
                  <a:gd name="T48" fmla="*/ 382 w 90"/>
                  <a:gd name="T49" fmla="*/ 459 h 90"/>
                  <a:gd name="T50" fmla="*/ 354 w 90"/>
                  <a:gd name="T51" fmla="*/ 484 h 90"/>
                  <a:gd name="T52" fmla="*/ 341 w 90"/>
                  <a:gd name="T53" fmla="*/ 431 h 90"/>
                  <a:gd name="T54" fmla="*/ 309 w 90"/>
                  <a:gd name="T55" fmla="*/ 461 h 90"/>
                  <a:gd name="T56" fmla="*/ 304 w 90"/>
                  <a:gd name="T57" fmla="*/ 419 h 90"/>
                  <a:gd name="T58" fmla="*/ 260 w 90"/>
                  <a:gd name="T59" fmla="*/ 403 h 90"/>
                  <a:gd name="T60" fmla="*/ 215 w 90"/>
                  <a:gd name="T61" fmla="*/ 415 h 90"/>
                  <a:gd name="T62" fmla="*/ 187 w 90"/>
                  <a:gd name="T63" fmla="*/ 387 h 90"/>
                  <a:gd name="T64" fmla="*/ 139 w 90"/>
                  <a:gd name="T65" fmla="*/ 367 h 90"/>
                  <a:gd name="T66" fmla="*/ 101 w 90"/>
                  <a:gd name="T67" fmla="*/ 353 h 90"/>
                  <a:gd name="T68" fmla="*/ 73 w 90"/>
                  <a:gd name="T69" fmla="*/ 288 h 90"/>
                  <a:gd name="T70" fmla="*/ 44 w 90"/>
                  <a:gd name="T71" fmla="*/ 249 h 90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90" h="90">
                    <a:moveTo>
                      <a:pt x="7" y="39"/>
                    </a:moveTo>
                    <a:cubicBezTo>
                      <a:pt x="6" y="37"/>
                      <a:pt x="0" y="29"/>
                      <a:pt x="7" y="29"/>
                    </a:cubicBezTo>
                    <a:cubicBezTo>
                      <a:pt x="3" y="27"/>
                      <a:pt x="7" y="22"/>
                      <a:pt x="9" y="26"/>
                    </a:cubicBezTo>
                    <a:cubicBezTo>
                      <a:pt x="9" y="26"/>
                      <a:pt x="11" y="25"/>
                      <a:pt x="11" y="25"/>
                    </a:cubicBezTo>
                    <a:cubicBezTo>
                      <a:pt x="11" y="26"/>
                      <a:pt x="12" y="26"/>
                      <a:pt x="13" y="27"/>
                    </a:cubicBezTo>
                    <a:cubicBezTo>
                      <a:pt x="15" y="25"/>
                      <a:pt x="13" y="20"/>
                      <a:pt x="16" y="19"/>
                    </a:cubicBezTo>
                    <a:cubicBezTo>
                      <a:pt x="20" y="18"/>
                      <a:pt x="20" y="22"/>
                      <a:pt x="19" y="25"/>
                    </a:cubicBezTo>
                    <a:cubicBezTo>
                      <a:pt x="23" y="24"/>
                      <a:pt x="28" y="7"/>
                      <a:pt x="31" y="14"/>
                    </a:cubicBezTo>
                    <a:cubicBezTo>
                      <a:pt x="31" y="14"/>
                      <a:pt x="31" y="14"/>
                      <a:pt x="31" y="14"/>
                    </a:cubicBezTo>
                    <a:cubicBezTo>
                      <a:pt x="32" y="11"/>
                      <a:pt x="38" y="7"/>
                      <a:pt x="38" y="12"/>
                    </a:cubicBezTo>
                    <a:cubicBezTo>
                      <a:pt x="38" y="11"/>
                      <a:pt x="39" y="11"/>
                      <a:pt x="40" y="10"/>
                    </a:cubicBezTo>
                    <a:cubicBezTo>
                      <a:pt x="40" y="11"/>
                      <a:pt x="41" y="12"/>
                      <a:pt x="41" y="13"/>
                    </a:cubicBezTo>
                    <a:cubicBezTo>
                      <a:pt x="45" y="10"/>
                      <a:pt x="46" y="2"/>
                      <a:pt x="51" y="1"/>
                    </a:cubicBezTo>
                    <a:cubicBezTo>
                      <a:pt x="57" y="0"/>
                      <a:pt x="56" y="5"/>
                      <a:pt x="56" y="8"/>
                    </a:cubicBezTo>
                    <a:cubicBezTo>
                      <a:pt x="60" y="9"/>
                      <a:pt x="65" y="15"/>
                      <a:pt x="60" y="17"/>
                    </a:cubicBezTo>
                    <a:cubicBezTo>
                      <a:pt x="61" y="21"/>
                      <a:pt x="69" y="19"/>
                      <a:pt x="67" y="24"/>
                    </a:cubicBezTo>
                    <a:cubicBezTo>
                      <a:pt x="70" y="24"/>
                      <a:pt x="75" y="22"/>
                      <a:pt x="77" y="25"/>
                    </a:cubicBezTo>
                    <a:cubicBezTo>
                      <a:pt x="78" y="27"/>
                      <a:pt x="78" y="30"/>
                      <a:pt x="75" y="30"/>
                    </a:cubicBezTo>
                    <a:cubicBezTo>
                      <a:pt x="81" y="28"/>
                      <a:pt x="84" y="39"/>
                      <a:pt x="76" y="38"/>
                    </a:cubicBezTo>
                    <a:cubicBezTo>
                      <a:pt x="79" y="40"/>
                      <a:pt x="84" y="45"/>
                      <a:pt x="85" y="48"/>
                    </a:cubicBezTo>
                    <a:cubicBezTo>
                      <a:pt x="86" y="51"/>
                      <a:pt x="84" y="54"/>
                      <a:pt x="81" y="52"/>
                    </a:cubicBezTo>
                    <a:cubicBezTo>
                      <a:pt x="81" y="55"/>
                      <a:pt x="84" y="66"/>
                      <a:pt x="76" y="60"/>
                    </a:cubicBezTo>
                    <a:cubicBezTo>
                      <a:pt x="72" y="67"/>
                      <a:pt x="79" y="65"/>
                      <a:pt x="83" y="66"/>
                    </a:cubicBezTo>
                    <a:cubicBezTo>
                      <a:pt x="90" y="68"/>
                      <a:pt x="84" y="81"/>
                      <a:pt x="79" y="73"/>
                    </a:cubicBezTo>
                    <a:cubicBezTo>
                      <a:pt x="75" y="82"/>
                      <a:pt x="79" y="88"/>
                      <a:pt x="68" y="83"/>
                    </a:cubicBezTo>
                    <a:cubicBezTo>
                      <a:pt x="67" y="84"/>
                      <a:pt x="66" y="90"/>
                      <a:pt x="63" y="88"/>
                    </a:cubicBezTo>
                    <a:cubicBezTo>
                      <a:pt x="59" y="87"/>
                      <a:pt x="64" y="79"/>
                      <a:pt x="61" y="78"/>
                    </a:cubicBezTo>
                    <a:cubicBezTo>
                      <a:pt x="57" y="77"/>
                      <a:pt x="58" y="84"/>
                      <a:pt x="55" y="84"/>
                    </a:cubicBezTo>
                    <a:cubicBezTo>
                      <a:pt x="51" y="84"/>
                      <a:pt x="52" y="78"/>
                      <a:pt x="54" y="76"/>
                    </a:cubicBezTo>
                    <a:cubicBezTo>
                      <a:pt x="50" y="87"/>
                      <a:pt x="46" y="80"/>
                      <a:pt x="46" y="73"/>
                    </a:cubicBezTo>
                    <a:cubicBezTo>
                      <a:pt x="43" y="74"/>
                      <a:pt x="41" y="75"/>
                      <a:pt x="38" y="75"/>
                    </a:cubicBezTo>
                    <a:cubicBezTo>
                      <a:pt x="38" y="70"/>
                      <a:pt x="37" y="70"/>
                      <a:pt x="33" y="70"/>
                    </a:cubicBezTo>
                    <a:cubicBezTo>
                      <a:pt x="28" y="72"/>
                      <a:pt x="28" y="74"/>
                      <a:pt x="25" y="67"/>
                    </a:cubicBezTo>
                    <a:cubicBezTo>
                      <a:pt x="21" y="60"/>
                      <a:pt x="24" y="65"/>
                      <a:pt x="18" y="64"/>
                    </a:cubicBezTo>
                    <a:cubicBezTo>
                      <a:pt x="13" y="63"/>
                      <a:pt x="14" y="56"/>
                      <a:pt x="13" y="52"/>
                    </a:cubicBezTo>
                    <a:cubicBezTo>
                      <a:pt x="9" y="53"/>
                      <a:pt x="7" y="49"/>
                      <a:pt x="8" y="45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562" name="Freeform 429">
                <a:extLst>
                  <a:ext uri="{FF2B5EF4-FFF2-40B4-BE49-F238E27FC236}">
                    <a16:creationId xmlns:a16="http://schemas.microsoft.com/office/drawing/2014/main" id="{3D500908-C8F9-40D5-9DCF-85C8DA64DE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8" y="862"/>
                <a:ext cx="43" cy="49"/>
              </a:xfrm>
              <a:custGeom>
                <a:avLst/>
                <a:gdLst>
                  <a:gd name="T0" fmla="*/ 0 w 24"/>
                  <a:gd name="T1" fmla="*/ 0 h 28"/>
                  <a:gd name="T2" fmla="*/ 52 w 24"/>
                  <a:gd name="T3" fmla="*/ 33 h 28"/>
                  <a:gd name="T4" fmla="*/ 70 w 24"/>
                  <a:gd name="T5" fmla="*/ 65 h 28"/>
                  <a:gd name="T6" fmla="*/ 73 w 24"/>
                  <a:gd name="T7" fmla="*/ 93 h 28"/>
                  <a:gd name="T8" fmla="*/ 93 w 24"/>
                  <a:gd name="T9" fmla="*/ 93 h 28"/>
                  <a:gd name="T10" fmla="*/ 116 w 24"/>
                  <a:gd name="T11" fmla="*/ 142 h 28"/>
                  <a:gd name="T12" fmla="*/ 122 w 24"/>
                  <a:gd name="T13" fmla="*/ 130 h 28"/>
                  <a:gd name="T14" fmla="*/ 125 w 24"/>
                  <a:gd name="T15" fmla="*/ 135 h 28"/>
                  <a:gd name="T16" fmla="*/ 125 w 24"/>
                  <a:gd name="T17" fmla="*/ 151 h 28"/>
                  <a:gd name="T18" fmla="*/ 131 w 24"/>
                  <a:gd name="T19" fmla="*/ 151 h 28"/>
                  <a:gd name="T20" fmla="*/ 109 w 24"/>
                  <a:gd name="T21" fmla="*/ 130 h 28"/>
                  <a:gd name="T22" fmla="*/ 93 w 24"/>
                  <a:gd name="T23" fmla="*/ 93 h 28"/>
                  <a:gd name="T24" fmla="*/ 70 w 24"/>
                  <a:gd name="T25" fmla="*/ 65 h 28"/>
                  <a:gd name="T26" fmla="*/ 70 w 24"/>
                  <a:gd name="T27" fmla="*/ 37 h 28"/>
                  <a:gd name="T28" fmla="*/ 7 w 24"/>
                  <a:gd name="T29" fmla="*/ 7 h 2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24" h="28">
                    <a:moveTo>
                      <a:pt x="0" y="0"/>
                    </a:moveTo>
                    <a:cubicBezTo>
                      <a:pt x="1" y="6"/>
                      <a:pt x="4" y="5"/>
                      <a:pt x="9" y="6"/>
                    </a:cubicBezTo>
                    <a:cubicBezTo>
                      <a:pt x="10" y="8"/>
                      <a:pt x="8" y="14"/>
                      <a:pt x="12" y="12"/>
                    </a:cubicBezTo>
                    <a:cubicBezTo>
                      <a:pt x="13" y="13"/>
                      <a:pt x="13" y="16"/>
                      <a:pt x="13" y="17"/>
                    </a:cubicBezTo>
                    <a:cubicBezTo>
                      <a:pt x="14" y="17"/>
                      <a:pt x="15" y="17"/>
                      <a:pt x="16" y="17"/>
                    </a:cubicBezTo>
                    <a:cubicBezTo>
                      <a:pt x="18" y="20"/>
                      <a:pt x="16" y="24"/>
                      <a:pt x="20" y="26"/>
                    </a:cubicBezTo>
                    <a:cubicBezTo>
                      <a:pt x="20" y="25"/>
                      <a:pt x="21" y="25"/>
                      <a:pt x="21" y="24"/>
                    </a:cubicBezTo>
                    <a:cubicBezTo>
                      <a:pt x="21" y="24"/>
                      <a:pt x="22" y="25"/>
                      <a:pt x="22" y="25"/>
                    </a:cubicBezTo>
                    <a:cubicBezTo>
                      <a:pt x="22" y="26"/>
                      <a:pt x="22" y="27"/>
                      <a:pt x="22" y="28"/>
                    </a:cubicBezTo>
                    <a:cubicBezTo>
                      <a:pt x="22" y="28"/>
                      <a:pt x="23" y="28"/>
                      <a:pt x="23" y="28"/>
                    </a:cubicBezTo>
                    <a:cubicBezTo>
                      <a:pt x="24" y="25"/>
                      <a:pt x="21" y="24"/>
                      <a:pt x="19" y="24"/>
                    </a:cubicBezTo>
                    <a:cubicBezTo>
                      <a:pt x="19" y="21"/>
                      <a:pt x="17" y="19"/>
                      <a:pt x="16" y="17"/>
                    </a:cubicBezTo>
                    <a:cubicBezTo>
                      <a:pt x="15" y="14"/>
                      <a:pt x="16" y="10"/>
                      <a:pt x="12" y="12"/>
                    </a:cubicBezTo>
                    <a:cubicBezTo>
                      <a:pt x="11" y="11"/>
                      <a:pt x="12" y="9"/>
                      <a:pt x="12" y="7"/>
                    </a:cubicBezTo>
                    <a:cubicBezTo>
                      <a:pt x="8" y="3"/>
                      <a:pt x="4" y="6"/>
                      <a:pt x="1" y="1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563" name="Freeform 430">
                <a:extLst>
                  <a:ext uri="{FF2B5EF4-FFF2-40B4-BE49-F238E27FC236}">
                    <a16:creationId xmlns:a16="http://schemas.microsoft.com/office/drawing/2014/main" id="{AC8246A2-C862-4B81-AF3C-379661BFD0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0" y="867"/>
                <a:ext cx="42" cy="44"/>
              </a:xfrm>
              <a:custGeom>
                <a:avLst/>
                <a:gdLst>
                  <a:gd name="T0" fmla="*/ 0 w 24"/>
                  <a:gd name="T1" fmla="*/ 7 h 25"/>
                  <a:gd name="T2" fmla="*/ 33 w 24"/>
                  <a:gd name="T3" fmla="*/ 37 h 25"/>
                  <a:gd name="T4" fmla="*/ 49 w 24"/>
                  <a:gd name="T5" fmla="*/ 77 h 25"/>
                  <a:gd name="T6" fmla="*/ 77 w 24"/>
                  <a:gd name="T7" fmla="*/ 70 h 25"/>
                  <a:gd name="T8" fmla="*/ 81 w 24"/>
                  <a:gd name="T9" fmla="*/ 102 h 25"/>
                  <a:gd name="T10" fmla="*/ 102 w 24"/>
                  <a:gd name="T11" fmla="*/ 99 h 25"/>
                  <a:gd name="T12" fmla="*/ 114 w 24"/>
                  <a:gd name="T13" fmla="*/ 136 h 25"/>
                  <a:gd name="T14" fmla="*/ 123 w 24"/>
                  <a:gd name="T15" fmla="*/ 136 h 25"/>
                  <a:gd name="T16" fmla="*/ 102 w 24"/>
                  <a:gd name="T17" fmla="*/ 102 h 25"/>
                  <a:gd name="T18" fmla="*/ 81 w 24"/>
                  <a:gd name="T19" fmla="*/ 86 h 25"/>
                  <a:gd name="T20" fmla="*/ 70 w 24"/>
                  <a:gd name="T21" fmla="*/ 58 h 25"/>
                  <a:gd name="T22" fmla="*/ 44 w 24"/>
                  <a:gd name="T23" fmla="*/ 49 h 25"/>
                  <a:gd name="T24" fmla="*/ 16 w 24"/>
                  <a:gd name="T25" fmla="*/ 0 h 2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4" h="25">
                    <a:moveTo>
                      <a:pt x="0" y="1"/>
                    </a:moveTo>
                    <a:cubicBezTo>
                      <a:pt x="2" y="3"/>
                      <a:pt x="4" y="5"/>
                      <a:pt x="6" y="7"/>
                    </a:cubicBezTo>
                    <a:cubicBezTo>
                      <a:pt x="7" y="8"/>
                      <a:pt x="7" y="13"/>
                      <a:pt x="9" y="14"/>
                    </a:cubicBezTo>
                    <a:cubicBezTo>
                      <a:pt x="11" y="15"/>
                      <a:pt x="12" y="12"/>
                      <a:pt x="14" y="13"/>
                    </a:cubicBezTo>
                    <a:cubicBezTo>
                      <a:pt x="15" y="14"/>
                      <a:pt x="15" y="17"/>
                      <a:pt x="15" y="19"/>
                    </a:cubicBezTo>
                    <a:cubicBezTo>
                      <a:pt x="17" y="18"/>
                      <a:pt x="18" y="19"/>
                      <a:pt x="19" y="18"/>
                    </a:cubicBezTo>
                    <a:cubicBezTo>
                      <a:pt x="19" y="20"/>
                      <a:pt x="19" y="23"/>
                      <a:pt x="21" y="25"/>
                    </a:cubicBezTo>
                    <a:cubicBezTo>
                      <a:pt x="22" y="25"/>
                      <a:pt x="23" y="25"/>
                      <a:pt x="23" y="25"/>
                    </a:cubicBezTo>
                    <a:cubicBezTo>
                      <a:pt x="24" y="22"/>
                      <a:pt x="20" y="21"/>
                      <a:pt x="19" y="19"/>
                    </a:cubicBezTo>
                    <a:cubicBezTo>
                      <a:pt x="18" y="18"/>
                      <a:pt x="20" y="14"/>
                      <a:pt x="15" y="16"/>
                    </a:cubicBezTo>
                    <a:cubicBezTo>
                      <a:pt x="15" y="14"/>
                      <a:pt x="14" y="12"/>
                      <a:pt x="13" y="11"/>
                    </a:cubicBezTo>
                    <a:cubicBezTo>
                      <a:pt x="12" y="10"/>
                      <a:pt x="9" y="10"/>
                      <a:pt x="8" y="9"/>
                    </a:cubicBezTo>
                    <a:cubicBezTo>
                      <a:pt x="6" y="7"/>
                      <a:pt x="6" y="3"/>
                      <a:pt x="3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564" name="Freeform 431">
                <a:extLst>
                  <a:ext uri="{FF2B5EF4-FFF2-40B4-BE49-F238E27FC236}">
                    <a16:creationId xmlns:a16="http://schemas.microsoft.com/office/drawing/2014/main" id="{996316DF-6087-420A-A09B-E428F3EB72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6" y="851"/>
                <a:ext cx="66" cy="92"/>
              </a:xfrm>
              <a:custGeom>
                <a:avLst/>
                <a:gdLst>
                  <a:gd name="T0" fmla="*/ 203 w 37"/>
                  <a:gd name="T1" fmla="*/ 12 h 52"/>
                  <a:gd name="T2" fmla="*/ 203 w 37"/>
                  <a:gd name="T3" fmla="*/ 7 h 52"/>
                  <a:gd name="T4" fmla="*/ 159 w 37"/>
                  <a:gd name="T5" fmla="*/ 50 h 52"/>
                  <a:gd name="T6" fmla="*/ 137 w 37"/>
                  <a:gd name="T7" fmla="*/ 65 h 52"/>
                  <a:gd name="T8" fmla="*/ 130 w 37"/>
                  <a:gd name="T9" fmla="*/ 94 h 52"/>
                  <a:gd name="T10" fmla="*/ 102 w 37"/>
                  <a:gd name="T11" fmla="*/ 106 h 52"/>
                  <a:gd name="T12" fmla="*/ 73 w 37"/>
                  <a:gd name="T13" fmla="*/ 115 h 52"/>
                  <a:gd name="T14" fmla="*/ 52 w 37"/>
                  <a:gd name="T15" fmla="*/ 129 h 52"/>
                  <a:gd name="T16" fmla="*/ 66 w 37"/>
                  <a:gd name="T17" fmla="*/ 143 h 52"/>
                  <a:gd name="T18" fmla="*/ 45 w 37"/>
                  <a:gd name="T19" fmla="*/ 156 h 52"/>
                  <a:gd name="T20" fmla="*/ 57 w 37"/>
                  <a:gd name="T21" fmla="*/ 172 h 52"/>
                  <a:gd name="T22" fmla="*/ 29 w 37"/>
                  <a:gd name="T23" fmla="*/ 188 h 52"/>
                  <a:gd name="T24" fmla="*/ 45 w 37"/>
                  <a:gd name="T25" fmla="*/ 200 h 52"/>
                  <a:gd name="T26" fmla="*/ 36 w 37"/>
                  <a:gd name="T27" fmla="*/ 216 h 52"/>
                  <a:gd name="T28" fmla="*/ 29 w 37"/>
                  <a:gd name="T29" fmla="*/ 228 h 52"/>
                  <a:gd name="T30" fmla="*/ 36 w 37"/>
                  <a:gd name="T31" fmla="*/ 237 h 52"/>
                  <a:gd name="T32" fmla="*/ 16 w 37"/>
                  <a:gd name="T33" fmla="*/ 260 h 52"/>
                  <a:gd name="T34" fmla="*/ 29 w 37"/>
                  <a:gd name="T35" fmla="*/ 272 h 52"/>
                  <a:gd name="T36" fmla="*/ 7 w 37"/>
                  <a:gd name="T37" fmla="*/ 276 h 52"/>
                  <a:gd name="T38" fmla="*/ 21 w 37"/>
                  <a:gd name="T39" fmla="*/ 251 h 52"/>
                  <a:gd name="T40" fmla="*/ 16 w 37"/>
                  <a:gd name="T41" fmla="*/ 244 h 52"/>
                  <a:gd name="T42" fmla="*/ 36 w 37"/>
                  <a:gd name="T43" fmla="*/ 237 h 52"/>
                  <a:gd name="T44" fmla="*/ 21 w 37"/>
                  <a:gd name="T45" fmla="*/ 216 h 52"/>
                  <a:gd name="T46" fmla="*/ 45 w 37"/>
                  <a:gd name="T47" fmla="*/ 200 h 52"/>
                  <a:gd name="T48" fmla="*/ 45 w 37"/>
                  <a:gd name="T49" fmla="*/ 179 h 52"/>
                  <a:gd name="T50" fmla="*/ 45 w 37"/>
                  <a:gd name="T51" fmla="*/ 138 h 52"/>
                  <a:gd name="T52" fmla="*/ 57 w 37"/>
                  <a:gd name="T53" fmla="*/ 143 h 52"/>
                  <a:gd name="T54" fmla="*/ 45 w 37"/>
                  <a:gd name="T55" fmla="*/ 129 h 52"/>
                  <a:gd name="T56" fmla="*/ 86 w 37"/>
                  <a:gd name="T57" fmla="*/ 110 h 52"/>
                  <a:gd name="T58" fmla="*/ 96 w 37"/>
                  <a:gd name="T59" fmla="*/ 94 h 52"/>
                  <a:gd name="T60" fmla="*/ 109 w 37"/>
                  <a:gd name="T61" fmla="*/ 78 h 52"/>
                  <a:gd name="T62" fmla="*/ 125 w 37"/>
                  <a:gd name="T63" fmla="*/ 60 h 52"/>
                  <a:gd name="T64" fmla="*/ 143 w 37"/>
                  <a:gd name="T65" fmla="*/ 44 h 52"/>
                  <a:gd name="T66" fmla="*/ 159 w 37"/>
                  <a:gd name="T67" fmla="*/ 12 h 52"/>
                  <a:gd name="T68" fmla="*/ 198 w 37"/>
                  <a:gd name="T69" fmla="*/ 0 h 52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37" h="52">
                    <a:moveTo>
                      <a:pt x="36" y="2"/>
                    </a:moveTo>
                    <a:cubicBezTo>
                      <a:pt x="36" y="2"/>
                      <a:pt x="37" y="1"/>
                      <a:pt x="36" y="1"/>
                    </a:cubicBezTo>
                    <a:cubicBezTo>
                      <a:pt x="33" y="7"/>
                      <a:pt x="34" y="7"/>
                      <a:pt x="28" y="9"/>
                    </a:cubicBezTo>
                    <a:cubicBezTo>
                      <a:pt x="26" y="9"/>
                      <a:pt x="25" y="10"/>
                      <a:pt x="24" y="12"/>
                    </a:cubicBezTo>
                    <a:cubicBezTo>
                      <a:pt x="23" y="14"/>
                      <a:pt x="24" y="15"/>
                      <a:pt x="23" y="17"/>
                    </a:cubicBezTo>
                    <a:cubicBezTo>
                      <a:pt x="22" y="18"/>
                      <a:pt x="19" y="18"/>
                      <a:pt x="18" y="19"/>
                    </a:cubicBezTo>
                    <a:cubicBezTo>
                      <a:pt x="16" y="19"/>
                      <a:pt x="15" y="20"/>
                      <a:pt x="13" y="21"/>
                    </a:cubicBezTo>
                    <a:cubicBezTo>
                      <a:pt x="12" y="22"/>
                      <a:pt x="9" y="21"/>
                      <a:pt x="9" y="23"/>
                    </a:cubicBezTo>
                    <a:cubicBezTo>
                      <a:pt x="9" y="25"/>
                      <a:pt x="11" y="26"/>
                      <a:pt x="12" y="26"/>
                    </a:cubicBezTo>
                    <a:cubicBezTo>
                      <a:pt x="12" y="29"/>
                      <a:pt x="9" y="26"/>
                      <a:pt x="8" y="28"/>
                    </a:cubicBezTo>
                    <a:cubicBezTo>
                      <a:pt x="6" y="29"/>
                      <a:pt x="8" y="31"/>
                      <a:pt x="10" y="31"/>
                    </a:cubicBezTo>
                    <a:cubicBezTo>
                      <a:pt x="9" y="33"/>
                      <a:pt x="6" y="32"/>
                      <a:pt x="5" y="34"/>
                    </a:cubicBezTo>
                    <a:cubicBezTo>
                      <a:pt x="5" y="36"/>
                      <a:pt x="7" y="37"/>
                      <a:pt x="8" y="36"/>
                    </a:cubicBezTo>
                    <a:cubicBezTo>
                      <a:pt x="8" y="38"/>
                      <a:pt x="7" y="38"/>
                      <a:pt x="6" y="39"/>
                    </a:cubicBezTo>
                    <a:cubicBezTo>
                      <a:pt x="6" y="40"/>
                      <a:pt x="5" y="40"/>
                      <a:pt x="5" y="41"/>
                    </a:cubicBezTo>
                    <a:cubicBezTo>
                      <a:pt x="5" y="42"/>
                      <a:pt x="6" y="42"/>
                      <a:pt x="6" y="43"/>
                    </a:cubicBezTo>
                    <a:cubicBezTo>
                      <a:pt x="7" y="45"/>
                      <a:pt x="7" y="47"/>
                      <a:pt x="3" y="47"/>
                    </a:cubicBezTo>
                    <a:cubicBezTo>
                      <a:pt x="4" y="49"/>
                      <a:pt x="3" y="49"/>
                      <a:pt x="5" y="49"/>
                    </a:cubicBezTo>
                    <a:cubicBezTo>
                      <a:pt x="5" y="52"/>
                      <a:pt x="2" y="52"/>
                      <a:pt x="1" y="50"/>
                    </a:cubicBezTo>
                    <a:cubicBezTo>
                      <a:pt x="0" y="47"/>
                      <a:pt x="3" y="46"/>
                      <a:pt x="4" y="45"/>
                    </a:cubicBezTo>
                    <a:cubicBezTo>
                      <a:pt x="4" y="44"/>
                      <a:pt x="4" y="44"/>
                      <a:pt x="3" y="44"/>
                    </a:cubicBezTo>
                    <a:cubicBezTo>
                      <a:pt x="4" y="44"/>
                      <a:pt x="5" y="43"/>
                      <a:pt x="6" y="43"/>
                    </a:cubicBezTo>
                    <a:cubicBezTo>
                      <a:pt x="6" y="42"/>
                      <a:pt x="3" y="40"/>
                      <a:pt x="4" y="39"/>
                    </a:cubicBezTo>
                    <a:cubicBezTo>
                      <a:pt x="4" y="37"/>
                      <a:pt x="7" y="39"/>
                      <a:pt x="8" y="36"/>
                    </a:cubicBezTo>
                    <a:cubicBezTo>
                      <a:pt x="3" y="36"/>
                      <a:pt x="4" y="30"/>
                      <a:pt x="8" y="32"/>
                    </a:cubicBezTo>
                    <a:cubicBezTo>
                      <a:pt x="8" y="29"/>
                      <a:pt x="8" y="28"/>
                      <a:pt x="8" y="25"/>
                    </a:cubicBezTo>
                    <a:cubicBezTo>
                      <a:pt x="8" y="26"/>
                      <a:pt x="9" y="26"/>
                      <a:pt x="10" y="26"/>
                    </a:cubicBezTo>
                    <a:cubicBezTo>
                      <a:pt x="10" y="25"/>
                      <a:pt x="9" y="24"/>
                      <a:pt x="8" y="23"/>
                    </a:cubicBezTo>
                    <a:cubicBezTo>
                      <a:pt x="9" y="20"/>
                      <a:pt x="13" y="21"/>
                      <a:pt x="15" y="20"/>
                    </a:cubicBezTo>
                    <a:cubicBezTo>
                      <a:pt x="14" y="20"/>
                      <a:pt x="17" y="17"/>
                      <a:pt x="17" y="17"/>
                    </a:cubicBezTo>
                    <a:cubicBezTo>
                      <a:pt x="17" y="16"/>
                      <a:pt x="19" y="16"/>
                      <a:pt x="19" y="14"/>
                    </a:cubicBezTo>
                    <a:cubicBezTo>
                      <a:pt x="23" y="15"/>
                      <a:pt x="21" y="13"/>
                      <a:pt x="22" y="11"/>
                    </a:cubicBezTo>
                    <a:cubicBezTo>
                      <a:pt x="23" y="10"/>
                      <a:pt x="25" y="9"/>
                      <a:pt x="25" y="8"/>
                    </a:cubicBezTo>
                    <a:cubicBezTo>
                      <a:pt x="27" y="6"/>
                      <a:pt x="24" y="4"/>
                      <a:pt x="28" y="2"/>
                    </a:cubicBezTo>
                    <a:cubicBezTo>
                      <a:pt x="30" y="1"/>
                      <a:pt x="34" y="1"/>
                      <a:pt x="35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565" name="Freeform 432">
                <a:extLst>
                  <a:ext uri="{FF2B5EF4-FFF2-40B4-BE49-F238E27FC236}">
                    <a16:creationId xmlns:a16="http://schemas.microsoft.com/office/drawing/2014/main" id="{6F1D5546-9821-4DAD-8EC9-5CB3FB6497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6" y="778"/>
                <a:ext cx="65" cy="66"/>
              </a:xfrm>
              <a:custGeom>
                <a:avLst/>
                <a:gdLst>
                  <a:gd name="T0" fmla="*/ 158 w 37"/>
                  <a:gd name="T1" fmla="*/ 0 h 37"/>
                  <a:gd name="T2" fmla="*/ 0 w 37"/>
                  <a:gd name="T3" fmla="*/ 171 h 37"/>
                  <a:gd name="T4" fmla="*/ 49 w 37"/>
                  <a:gd name="T5" fmla="*/ 210 h 37"/>
                  <a:gd name="T6" fmla="*/ 107 w 37"/>
                  <a:gd name="T7" fmla="*/ 146 h 37"/>
                  <a:gd name="T8" fmla="*/ 200 w 37"/>
                  <a:gd name="T9" fmla="*/ 45 h 37"/>
                  <a:gd name="T10" fmla="*/ 151 w 37"/>
                  <a:gd name="T11" fmla="*/ 7 h 3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7" h="37">
                    <a:moveTo>
                      <a:pt x="29" y="0"/>
                    </a:moveTo>
                    <a:cubicBezTo>
                      <a:pt x="20" y="5"/>
                      <a:pt x="4" y="19"/>
                      <a:pt x="0" y="30"/>
                    </a:cubicBezTo>
                    <a:cubicBezTo>
                      <a:pt x="3" y="31"/>
                      <a:pt x="7" y="37"/>
                      <a:pt x="9" y="37"/>
                    </a:cubicBezTo>
                    <a:cubicBezTo>
                      <a:pt x="12" y="37"/>
                      <a:pt x="18" y="28"/>
                      <a:pt x="20" y="26"/>
                    </a:cubicBezTo>
                    <a:cubicBezTo>
                      <a:pt x="25" y="20"/>
                      <a:pt x="32" y="14"/>
                      <a:pt x="37" y="8"/>
                    </a:cubicBezTo>
                    <a:cubicBezTo>
                      <a:pt x="34" y="5"/>
                      <a:pt x="31" y="4"/>
                      <a:pt x="28" y="1"/>
                    </a:cubicBezTo>
                  </a:path>
                </a:pathLst>
              </a:custGeom>
              <a:solidFill>
                <a:srgbClr val="FAF1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566" name="Freeform 433">
                <a:extLst>
                  <a:ext uri="{FF2B5EF4-FFF2-40B4-BE49-F238E27FC236}">
                    <a16:creationId xmlns:a16="http://schemas.microsoft.com/office/drawing/2014/main" id="{8ED626E0-B92D-440A-A859-BB55148F76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7" y="759"/>
                <a:ext cx="62" cy="62"/>
              </a:xfrm>
              <a:custGeom>
                <a:avLst/>
                <a:gdLst>
                  <a:gd name="T0" fmla="*/ 0 w 35"/>
                  <a:gd name="T1" fmla="*/ 143 h 35"/>
                  <a:gd name="T2" fmla="*/ 16 w 35"/>
                  <a:gd name="T3" fmla="*/ 101 h 35"/>
                  <a:gd name="T4" fmla="*/ 44 w 35"/>
                  <a:gd name="T5" fmla="*/ 37 h 35"/>
                  <a:gd name="T6" fmla="*/ 78 w 35"/>
                  <a:gd name="T7" fmla="*/ 7 h 35"/>
                  <a:gd name="T8" fmla="*/ 138 w 35"/>
                  <a:gd name="T9" fmla="*/ 37 h 35"/>
                  <a:gd name="T10" fmla="*/ 195 w 35"/>
                  <a:gd name="T11" fmla="*/ 106 h 35"/>
                  <a:gd name="T12" fmla="*/ 143 w 35"/>
                  <a:gd name="T13" fmla="*/ 151 h 35"/>
                  <a:gd name="T14" fmla="*/ 78 w 35"/>
                  <a:gd name="T15" fmla="*/ 179 h 35"/>
                  <a:gd name="T16" fmla="*/ 44 w 35"/>
                  <a:gd name="T17" fmla="*/ 188 h 35"/>
                  <a:gd name="T18" fmla="*/ 21 w 35"/>
                  <a:gd name="T19" fmla="*/ 167 h 3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5" h="35">
                    <a:moveTo>
                      <a:pt x="0" y="26"/>
                    </a:moveTo>
                    <a:cubicBezTo>
                      <a:pt x="2" y="25"/>
                      <a:pt x="2" y="20"/>
                      <a:pt x="3" y="18"/>
                    </a:cubicBezTo>
                    <a:cubicBezTo>
                      <a:pt x="4" y="14"/>
                      <a:pt x="5" y="11"/>
                      <a:pt x="8" y="7"/>
                    </a:cubicBezTo>
                    <a:cubicBezTo>
                      <a:pt x="9" y="4"/>
                      <a:pt x="10" y="0"/>
                      <a:pt x="14" y="1"/>
                    </a:cubicBezTo>
                    <a:cubicBezTo>
                      <a:pt x="17" y="1"/>
                      <a:pt x="22" y="5"/>
                      <a:pt x="25" y="7"/>
                    </a:cubicBezTo>
                    <a:cubicBezTo>
                      <a:pt x="27" y="9"/>
                      <a:pt x="34" y="15"/>
                      <a:pt x="35" y="19"/>
                    </a:cubicBezTo>
                    <a:cubicBezTo>
                      <a:pt x="35" y="23"/>
                      <a:pt x="29" y="25"/>
                      <a:pt x="26" y="27"/>
                    </a:cubicBezTo>
                    <a:cubicBezTo>
                      <a:pt x="22" y="30"/>
                      <a:pt x="18" y="31"/>
                      <a:pt x="14" y="32"/>
                    </a:cubicBezTo>
                    <a:cubicBezTo>
                      <a:pt x="12" y="33"/>
                      <a:pt x="9" y="35"/>
                      <a:pt x="8" y="34"/>
                    </a:cubicBezTo>
                    <a:cubicBezTo>
                      <a:pt x="6" y="34"/>
                      <a:pt x="5" y="31"/>
                      <a:pt x="4" y="30"/>
                    </a:cubicBezTo>
                  </a:path>
                </a:pathLst>
              </a:custGeom>
              <a:solidFill>
                <a:srgbClr val="FAF1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567" name="Freeform 434">
                <a:extLst>
                  <a:ext uri="{FF2B5EF4-FFF2-40B4-BE49-F238E27FC236}">
                    <a16:creationId xmlns:a16="http://schemas.microsoft.com/office/drawing/2014/main" id="{6E42EAA2-1235-4D61-B37B-2EE37EEA09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1" y="812"/>
                <a:ext cx="55" cy="59"/>
              </a:xfrm>
              <a:custGeom>
                <a:avLst/>
                <a:gdLst>
                  <a:gd name="T0" fmla="*/ 130 w 31"/>
                  <a:gd name="T1" fmla="*/ 0 h 33"/>
                  <a:gd name="T2" fmla="*/ 28 w 31"/>
                  <a:gd name="T3" fmla="*/ 52 h 33"/>
                  <a:gd name="T4" fmla="*/ 12 w 31"/>
                  <a:gd name="T5" fmla="*/ 86 h 33"/>
                  <a:gd name="T6" fmla="*/ 66 w 31"/>
                  <a:gd name="T7" fmla="*/ 154 h 33"/>
                  <a:gd name="T8" fmla="*/ 110 w 31"/>
                  <a:gd name="T9" fmla="*/ 182 h 33"/>
                  <a:gd name="T10" fmla="*/ 138 w 31"/>
                  <a:gd name="T11" fmla="*/ 159 h 33"/>
                  <a:gd name="T12" fmla="*/ 160 w 31"/>
                  <a:gd name="T13" fmla="*/ 93 h 33"/>
                  <a:gd name="T14" fmla="*/ 174 w 31"/>
                  <a:gd name="T15" fmla="*/ 36 h 3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1" h="33">
                    <a:moveTo>
                      <a:pt x="23" y="0"/>
                    </a:moveTo>
                    <a:cubicBezTo>
                      <a:pt x="17" y="0"/>
                      <a:pt x="10" y="5"/>
                      <a:pt x="5" y="9"/>
                    </a:cubicBezTo>
                    <a:cubicBezTo>
                      <a:pt x="1" y="10"/>
                      <a:pt x="0" y="11"/>
                      <a:pt x="2" y="15"/>
                    </a:cubicBezTo>
                    <a:cubicBezTo>
                      <a:pt x="5" y="19"/>
                      <a:pt x="9" y="24"/>
                      <a:pt x="12" y="27"/>
                    </a:cubicBezTo>
                    <a:cubicBezTo>
                      <a:pt x="15" y="29"/>
                      <a:pt x="18" y="31"/>
                      <a:pt x="20" y="32"/>
                    </a:cubicBezTo>
                    <a:cubicBezTo>
                      <a:pt x="23" y="33"/>
                      <a:pt x="24" y="31"/>
                      <a:pt x="25" y="28"/>
                    </a:cubicBezTo>
                    <a:cubicBezTo>
                      <a:pt x="27" y="24"/>
                      <a:pt x="29" y="20"/>
                      <a:pt x="29" y="16"/>
                    </a:cubicBezTo>
                    <a:cubicBezTo>
                      <a:pt x="30" y="13"/>
                      <a:pt x="30" y="9"/>
                      <a:pt x="31" y="6"/>
                    </a:cubicBezTo>
                  </a:path>
                </a:pathLst>
              </a:custGeom>
              <a:solidFill>
                <a:srgbClr val="FAF1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568" name="Freeform 435">
                <a:extLst>
                  <a:ext uri="{FF2B5EF4-FFF2-40B4-BE49-F238E27FC236}">
                    <a16:creationId xmlns:a16="http://schemas.microsoft.com/office/drawing/2014/main" id="{FD235526-CA74-48AF-9C68-714E5699BA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8" y="764"/>
                <a:ext cx="16" cy="32"/>
              </a:xfrm>
              <a:custGeom>
                <a:avLst/>
                <a:gdLst>
                  <a:gd name="T0" fmla="*/ 7 w 9"/>
                  <a:gd name="T1" fmla="*/ 101 h 18"/>
                  <a:gd name="T2" fmla="*/ 16 w 9"/>
                  <a:gd name="T3" fmla="*/ 37 h 18"/>
                  <a:gd name="T4" fmla="*/ 44 w 9"/>
                  <a:gd name="T5" fmla="*/ 16 h 18"/>
                  <a:gd name="T6" fmla="*/ 0 w 9"/>
                  <a:gd name="T7" fmla="*/ 101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18">
                    <a:moveTo>
                      <a:pt x="1" y="18"/>
                    </a:moveTo>
                    <a:cubicBezTo>
                      <a:pt x="1" y="15"/>
                      <a:pt x="2" y="10"/>
                      <a:pt x="3" y="7"/>
                    </a:cubicBezTo>
                    <a:cubicBezTo>
                      <a:pt x="3" y="6"/>
                      <a:pt x="6" y="0"/>
                      <a:pt x="8" y="3"/>
                    </a:cubicBezTo>
                    <a:cubicBezTo>
                      <a:pt x="9" y="6"/>
                      <a:pt x="1" y="15"/>
                      <a:pt x="0" y="18"/>
                    </a:cubicBezTo>
                  </a:path>
                </a:pathLst>
              </a:custGeom>
              <a:solidFill>
                <a:srgbClr val="FCCB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569" name="Freeform 436">
                <a:extLst>
                  <a:ext uri="{FF2B5EF4-FFF2-40B4-BE49-F238E27FC236}">
                    <a16:creationId xmlns:a16="http://schemas.microsoft.com/office/drawing/2014/main" id="{5809847F-5AE6-4584-ABFA-21C0C28D6C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5" y="793"/>
                <a:ext cx="32" cy="17"/>
              </a:xfrm>
              <a:custGeom>
                <a:avLst/>
                <a:gdLst>
                  <a:gd name="T0" fmla="*/ 7 w 18"/>
                  <a:gd name="T1" fmla="*/ 41 h 10"/>
                  <a:gd name="T2" fmla="*/ 73 w 18"/>
                  <a:gd name="T3" fmla="*/ 29 h 10"/>
                  <a:gd name="T4" fmla="*/ 78 w 18"/>
                  <a:gd name="T5" fmla="*/ 5 h 10"/>
                  <a:gd name="T6" fmla="*/ 50 w 18"/>
                  <a:gd name="T7" fmla="*/ 29 h 10"/>
                  <a:gd name="T8" fmla="*/ 0 w 18"/>
                  <a:gd name="T9" fmla="*/ 44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10">
                    <a:moveTo>
                      <a:pt x="1" y="8"/>
                    </a:moveTo>
                    <a:cubicBezTo>
                      <a:pt x="2" y="10"/>
                      <a:pt x="11" y="7"/>
                      <a:pt x="13" y="6"/>
                    </a:cubicBezTo>
                    <a:cubicBezTo>
                      <a:pt x="15" y="5"/>
                      <a:pt x="18" y="0"/>
                      <a:pt x="14" y="1"/>
                    </a:cubicBezTo>
                    <a:cubicBezTo>
                      <a:pt x="12" y="1"/>
                      <a:pt x="10" y="5"/>
                      <a:pt x="9" y="6"/>
                    </a:cubicBezTo>
                    <a:cubicBezTo>
                      <a:pt x="6" y="7"/>
                      <a:pt x="3" y="8"/>
                      <a:pt x="0" y="9"/>
                    </a:cubicBezTo>
                  </a:path>
                </a:pathLst>
              </a:custGeom>
              <a:solidFill>
                <a:srgbClr val="FCCB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570" name="Freeform 437">
                <a:extLst>
                  <a:ext uri="{FF2B5EF4-FFF2-40B4-BE49-F238E27FC236}">
                    <a16:creationId xmlns:a16="http://schemas.microsoft.com/office/drawing/2014/main" id="{9C704EFA-8F82-45CD-9439-387EB966B6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8" y="821"/>
                <a:ext cx="20" cy="14"/>
              </a:xfrm>
              <a:custGeom>
                <a:avLst/>
                <a:gdLst>
                  <a:gd name="T0" fmla="*/ 65 w 11"/>
                  <a:gd name="T1" fmla="*/ 0 h 8"/>
                  <a:gd name="T2" fmla="*/ 7 w 11"/>
                  <a:gd name="T3" fmla="*/ 44 h 8"/>
                  <a:gd name="T4" fmla="*/ 60 w 11"/>
                  <a:gd name="T5" fmla="*/ 0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8">
                    <a:moveTo>
                      <a:pt x="11" y="0"/>
                    </a:moveTo>
                    <a:cubicBezTo>
                      <a:pt x="8" y="1"/>
                      <a:pt x="0" y="4"/>
                      <a:pt x="1" y="8"/>
                    </a:cubicBezTo>
                    <a:cubicBezTo>
                      <a:pt x="4" y="7"/>
                      <a:pt x="8" y="3"/>
                      <a:pt x="10" y="0"/>
                    </a:cubicBezTo>
                  </a:path>
                </a:pathLst>
              </a:custGeom>
              <a:solidFill>
                <a:srgbClr val="FCCB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571" name="Freeform 438">
                <a:extLst>
                  <a:ext uri="{FF2B5EF4-FFF2-40B4-BE49-F238E27FC236}">
                    <a16:creationId xmlns:a16="http://schemas.microsoft.com/office/drawing/2014/main" id="{F8892925-8777-4236-887E-31D5C27895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8" y="832"/>
                <a:ext cx="7" cy="26"/>
              </a:xfrm>
              <a:custGeom>
                <a:avLst/>
                <a:gdLst>
                  <a:gd name="T0" fmla="*/ 21 w 4"/>
                  <a:gd name="T1" fmla="*/ 0 h 15"/>
                  <a:gd name="T2" fmla="*/ 16 w 4"/>
                  <a:gd name="T3" fmla="*/ 57 h 15"/>
                  <a:gd name="T4" fmla="*/ 0 w 4"/>
                  <a:gd name="T5" fmla="*/ 62 h 15"/>
                  <a:gd name="T6" fmla="*/ 21 w 4"/>
                  <a:gd name="T7" fmla="*/ 0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15">
                    <a:moveTo>
                      <a:pt x="4" y="0"/>
                    </a:moveTo>
                    <a:cubicBezTo>
                      <a:pt x="4" y="3"/>
                      <a:pt x="4" y="8"/>
                      <a:pt x="3" y="11"/>
                    </a:cubicBezTo>
                    <a:cubicBezTo>
                      <a:pt x="2" y="13"/>
                      <a:pt x="1" y="15"/>
                      <a:pt x="0" y="12"/>
                    </a:cubicBezTo>
                    <a:cubicBezTo>
                      <a:pt x="0" y="8"/>
                      <a:pt x="2" y="2"/>
                      <a:pt x="4" y="0"/>
                    </a:cubicBezTo>
                  </a:path>
                </a:pathLst>
              </a:custGeom>
              <a:solidFill>
                <a:srgbClr val="FCCB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572" name="Freeform 439">
                <a:extLst>
                  <a:ext uri="{FF2B5EF4-FFF2-40B4-BE49-F238E27FC236}">
                    <a16:creationId xmlns:a16="http://schemas.microsoft.com/office/drawing/2014/main" id="{87C396C0-AE0F-4E85-A82D-2517A25C91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3" y="787"/>
                <a:ext cx="14" cy="13"/>
              </a:xfrm>
              <a:custGeom>
                <a:avLst/>
                <a:gdLst>
                  <a:gd name="T0" fmla="*/ 0 w 8"/>
                  <a:gd name="T1" fmla="*/ 45 h 7"/>
                  <a:gd name="T2" fmla="*/ 44 w 8"/>
                  <a:gd name="T3" fmla="*/ 0 h 7"/>
                  <a:gd name="T4" fmla="*/ 7 w 8"/>
                  <a:gd name="T5" fmla="*/ 45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7">
                    <a:moveTo>
                      <a:pt x="0" y="7"/>
                    </a:moveTo>
                    <a:cubicBezTo>
                      <a:pt x="3" y="5"/>
                      <a:pt x="4" y="1"/>
                      <a:pt x="8" y="0"/>
                    </a:cubicBezTo>
                    <a:cubicBezTo>
                      <a:pt x="7" y="3"/>
                      <a:pt x="3" y="4"/>
                      <a:pt x="1" y="7"/>
                    </a:cubicBezTo>
                  </a:path>
                </a:pathLst>
              </a:custGeom>
              <a:solidFill>
                <a:srgbClr val="FCCB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573" name="Freeform 440">
                <a:extLst>
                  <a:ext uri="{FF2B5EF4-FFF2-40B4-BE49-F238E27FC236}">
                    <a16:creationId xmlns:a16="http://schemas.microsoft.com/office/drawing/2014/main" id="{414ADD61-7824-43B7-B3A5-1263921A5F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9" y="826"/>
                <a:ext cx="13" cy="14"/>
              </a:xfrm>
              <a:custGeom>
                <a:avLst/>
                <a:gdLst>
                  <a:gd name="T0" fmla="*/ 45 w 7"/>
                  <a:gd name="T1" fmla="*/ 7 h 8"/>
                  <a:gd name="T2" fmla="*/ 7 w 7"/>
                  <a:gd name="T3" fmla="*/ 44 h 8"/>
                  <a:gd name="T4" fmla="*/ 45 w 7"/>
                  <a:gd name="T5" fmla="*/ 0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8">
                    <a:moveTo>
                      <a:pt x="7" y="1"/>
                    </a:moveTo>
                    <a:cubicBezTo>
                      <a:pt x="5" y="1"/>
                      <a:pt x="0" y="5"/>
                      <a:pt x="1" y="8"/>
                    </a:cubicBezTo>
                    <a:cubicBezTo>
                      <a:pt x="3" y="7"/>
                      <a:pt x="6" y="2"/>
                      <a:pt x="7" y="0"/>
                    </a:cubicBezTo>
                  </a:path>
                </a:pathLst>
              </a:custGeom>
              <a:solidFill>
                <a:srgbClr val="FCCB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</p:grpSp>
        <p:sp>
          <p:nvSpPr>
            <p:cNvPr id="32351" name="Freeform 441">
              <a:extLst>
                <a:ext uri="{FF2B5EF4-FFF2-40B4-BE49-F238E27FC236}">
                  <a16:creationId xmlns:a16="http://schemas.microsoft.com/office/drawing/2014/main" id="{F0245B91-A963-4F01-8926-8A42D19C6900}"/>
                </a:ext>
              </a:extLst>
            </p:cNvPr>
            <p:cNvSpPr>
              <a:spLocks/>
            </p:cNvSpPr>
            <p:nvPr/>
          </p:nvSpPr>
          <p:spPr bwMode="auto">
            <a:xfrm>
              <a:off x="743" y="798"/>
              <a:ext cx="22" cy="21"/>
            </a:xfrm>
            <a:custGeom>
              <a:avLst/>
              <a:gdLst>
                <a:gd name="T0" fmla="*/ 68 w 12"/>
                <a:gd name="T1" fmla="*/ 65 h 12"/>
                <a:gd name="T2" fmla="*/ 51 w 12"/>
                <a:gd name="T3" fmla="*/ 16 h 12"/>
                <a:gd name="T4" fmla="*/ 0 w 12"/>
                <a:gd name="T5" fmla="*/ 28 h 12"/>
                <a:gd name="T6" fmla="*/ 61 w 12"/>
                <a:gd name="T7" fmla="*/ 58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2">
                  <a:moveTo>
                    <a:pt x="11" y="12"/>
                  </a:moveTo>
                  <a:cubicBezTo>
                    <a:pt x="12" y="8"/>
                    <a:pt x="11" y="5"/>
                    <a:pt x="8" y="3"/>
                  </a:cubicBezTo>
                  <a:cubicBezTo>
                    <a:pt x="5" y="1"/>
                    <a:pt x="2" y="2"/>
                    <a:pt x="0" y="5"/>
                  </a:cubicBezTo>
                  <a:cubicBezTo>
                    <a:pt x="4" y="0"/>
                    <a:pt x="10" y="7"/>
                    <a:pt x="10" y="11"/>
                  </a:cubicBezTo>
                </a:path>
              </a:pathLst>
            </a:custGeom>
            <a:solidFill>
              <a:srgbClr val="FCCB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2352" name="Freeform 442">
              <a:extLst>
                <a:ext uri="{FF2B5EF4-FFF2-40B4-BE49-F238E27FC236}">
                  <a16:creationId xmlns:a16="http://schemas.microsoft.com/office/drawing/2014/main" id="{B8994E74-2991-4192-B001-73EA966EA89F}"/>
                </a:ext>
              </a:extLst>
            </p:cNvPr>
            <p:cNvSpPr>
              <a:spLocks/>
            </p:cNvSpPr>
            <p:nvPr/>
          </p:nvSpPr>
          <p:spPr bwMode="auto">
            <a:xfrm>
              <a:off x="736" y="810"/>
              <a:ext cx="20" cy="23"/>
            </a:xfrm>
            <a:custGeom>
              <a:avLst/>
              <a:gdLst>
                <a:gd name="T0" fmla="*/ 16 w 11"/>
                <a:gd name="T1" fmla="*/ 0 h 13"/>
                <a:gd name="T2" fmla="*/ 65 w 11"/>
                <a:gd name="T3" fmla="*/ 37 h 13"/>
                <a:gd name="T4" fmla="*/ 24 w 11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3">
                  <a:moveTo>
                    <a:pt x="3" y="0"/>
                  </a:moveTo>
                  <a:cubicBezTo>
                    <a:pt x="0" y="4"/>
                    <a:pt x="8" y="13"/>
                    <a:pt x="11" y="7"/>
                  </a:cubicBezTo>
                  <a:cubicBezTo>
                    <a:pt x="8" y="6"/>
                    <a:pt x="4" y="5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2353" name="Freeform 443">
              <a:extLst>
                <a:ext uri="{FF2B5EF4-FFF2-40B4-BE49-F238E27FC236}">
                  <a16:creationId xmlns:a16="http://schemas.microsoft.com/office/drawing/2014/main" id="{A13A3CF3-382E-4B31-815F-FEAACD313D4A}"/>
                </a:ext>
              </a:extLst>
            </p:cNvPr>
            <p:cNvSpPr>
              <a:spLocks/>
            </p:cNvSpPr>
            <p:nvPr/>
          </p:nvSpPr>
          <p:spPr bwMode="auto">
            <a:xfrm>
              <a:off x="767" y="759"/>
              <a:ext cx="37" cy="27"/>
            </a:xfrm>
            <a:custGeom>
              <a:avLst/>
              <a:gdLst>
                <a:gd name="T0" fmla="*/ 7 w 21"/>
                <a:gd name="T1" fmla="*/ 16 h 15"/>
                <a:gd name="T2" fmla="*/ 65 w 21"/>
                <a:gd name="T3" fmla="*/ 41 h 15"/>
                <a:gd name="T4" fmla="*/ 115 w 21"/>
                <a:gd name="T5" fmla="*/ 88 h 15"/>
                <a:gd name="T6" fmla="*/ 56 w 21"/>
                <a:gd name="T7" fmla="*/ 41 h 15"/>
                <a:gd name="T8" fmla="*/ 0 w 21"/>
                <a:gd name="T9" fmla="*/ 16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15">
                  <a:moveTo>
                    <a:pt x="1" y="3"/>
                  </a:moveTo>
                  <a:cubicBezTo>
                    <a:pt x="4" y="0"/>
                    <a:pt x="9" y="4"/>
                    <a:pt x="12" y="7"/>
                  </a:cubicBezTo>
                  <a:cubicBezTo>
                    <a:pt x="15" y="9"/>
                    <a:pt x="19" y="12"/>
                    <a:pt x="21" y="15"/>
                  </a:cubicBezTo>
                  <a:cubicBezTo>
                    <a:pt x="18" y="13"/>
                    <a:pt x="14" y="9"/>
                    <a:pt x="10" y="7"/>
                  </a:cubicBezTo>
                  <a:cubicBezTo>
                    <a:pt x="7" y="5"/>
                    <a:pt x="3" y="2"/>
                    <a:pt x="0" y="3"/>
                  </a:cubicBezTo>
                </a:path>
              </a:pathLst>
            </a:custGeom>
            <a:solidFill>
              <a:srgbClr val="FCCB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2354" name="Freeform 444">
              <a:extLst>
                <a:ext uri="{FF2B5EF4-FFF2-40B4-BE49-F238E27FC236}">
                  <a16:creationId xmlns:a16="http://schemas.microsoft.com/office/drawing/2014/main" id="{D8EA6021-E832-4C08-94F5-059310D7E5DD}"/>
                </a:ext>
              </a:extLst>
            </p:cNvPr>
            <p:cNvSpPr>
              <a:spLocks/>
            </p:cNvSpPr>
            <p:nvPr/>
          </p:nvSpPr>
          <p:spPr bwMode="auto">
            <a:xfrm>
              <a:off x="702" y="830"/>
              <a:ext cx="32" cy="34"/>
            </a:xfrm>
            <a:custGeom>
              <a:avLst/>
              <a:gdLst>
                <a:gd name="T0" fmla="*/ 21 w 18"/>
                <a:gd name="T1" fmla="*/ 0 h 19"/>
                <a:gd name="T2" fmla="*/ 44 w 18"/>
                <a:gd name="T3" fmla="*/ 57 h 19"/>
                <a:gd name="T4" fmla="*/ 101 w 18"/>
                <a:gd name="T5" fmla="*/ 109 h 19"/>
                <a:gd name="T6" fmla="*/ 28 w 18"/>
                <a:gd name="T7" fmla="*/ 0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19">
                  <a:moveTo>
                    <a:pt x="4" y="0"/>
                  </a:moveTo>
                  <a:cubicBezTo>
                    <a:pt x="0" y="3"/>
                    <a:pt x="5" y="7"/>
                    <a:pt x="8" y="10"/>
                  </a:cubicBezTo>
                  <a:cubicBezTo>
                    <a:pt x="11" y="13"/>
                    <a:pt x="14" y="17"/>
                    <a:pt x="18" y="19"/>
                  </a:cubicBezTo>
                  <a:cubicBezTo>
                    <a:pt x="16" y="16"/>
                    <a:pt x="0" y="4"/>
                    <a:pt x="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2355" name="Freeform 445">
              <a:extLst>
                <a:ext uri="{FF2B5EF4-FFF2-40B4-BE49-F238E27FC236}">
                  <a16:creationId xmlns:a16="http://schemas.microsoft.com/office/drawing/2014/main" id="{27B16AD3-1D28-4B15-AC19-A3800234392F}"/>
                </a:ext>
              </a:extLst>
            </p:cNvPr>
            <p:cNvSpPr>
              <a:spLocks/>
            </p:cNvSpPr>
            <p:nvPr/>
          </p:nvSpPr>
          <p:spPr bwMode="auto">
            <a:xfrm>
              <a:off x="701" y="759"/>
              <a:ext cx="108" cy="112"/>
            </a:xfrm>
            <a:custGeom>
              <a:avLst/>
              <a:gdLst>
                <a:gd name="T0" fmla="*/ 138 w 61"/>
                <a:gd name="T1" fmla="*/ 325 h 63"/>
                <a:gd name="T2" fmla="*/ 166 w 61"/>
                <a:gd name="T3" fmla="*/ 260 h 63"/>
                <a:gd name="T4" fmla="*/ 166 w 61"/>
                <a:gd name="T5" fmla="*/ 236 h 63"/>
                <a:gd name="T6" fmla="*/ 188 w 61"/>
                <a:gd name="T7" fmla="*/ 208 h 63"/>
                <a:gd name="T8" fmla="*/ 207 w 61"/>
                <a:gd name="T9" fmla="*/ 187 h 63"/>
                <a:gd name="T10" fmla="*/ 223 w 61"/>
                <a:gd name="T11" fmla="*/ 180 h 63"/>
                <a:gd name="T12" fmla="*/ 289 w 61"/>
                <a:gd name="T13" fmla="*/ 151 h 63"/>
                <a:gd name="T14" fmla="*/ 338 w 61"/>
                <a:gd name="T15" fmla="*/ 101 h 63"/>
                <a:gd name="T16" fmla="*/ 282 w 61"/>
                <a:gd name="T17" fmla="*/ 37 h 63"/>
                <a:gd name="T18" fmla="*/ 223 w 61"/>
                <a:gd name="T19" fmla="*/ 7 h 63"/>
                <a:gd name="T20" fmla="*/ 188 w 61"/>
                <a:gd name="T21" fmla="*/ 37 h 63"/>
                <a:gd name="T22" fmla="*/ 159 w 61"/>
                <a:gd name="T23" fmla="*/ 101 h 63"/>
                <a:gd name="T24" fmla="*/ 158 w 61"/>
                <a:gd name="T25" fmla="*/ 130 h 63"/>
                <a:gd name="T26" fmla="*/ 117 w 61"/>
                <a:gd name="T27" fmla="*/ 167 h 63"/>
                <a:gd name="T28" fmla="*/ 28 w 61"/>
                <a:gd name="T29" fmla="*/ 215 h 63"/>
                <a:gd name="T30" fmla="*/ 16 w 61"/>
                <a:gd name="T31" fmla="*/ 252 h 63"/>
                <a:gd name="T32" fmla="*/ 66 w 61"/>
                <a:gd name="T33" fmla="*/ 320 h 63"/>
                <a:gd name="T34" fmla="*/ 110 w 61"/>
                <a:gd name="T35" fmla="*/ 348 h 63"/>
                <a:gd name="T36" fmla="*/ 138 w 61"/>
                <a:gd name="T37" fmla="*/ 325 h 63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61" h="63">
                  <a:moveTo>
                    <a:pt x="25" y="58"/>
                  </a:moveTo>
                  <a:cubicBezTo>
                    <a:pt x="27" y="54"/>
                    <a:pt x="29" y="50"/>
                    <a:pt x="30" y="46"/>
                  </a:cubicBezTo>
                  <a:cubicBezTo>
                    <a:pt x="30" y="45"/>
                    <a:pt x="30" y="43"/>
                    <a:pt x="30" y="42"/>
                  </a:cubicBezTo>
                  <a:cubicBezTo>
                    <a:pt x="32" y="40"/>
                    <a:pt x="33" y="38"/>
                    <a:pt x="34" y="37"/>
                  </a:cubicBezTo>
                  <a:cubicBezTo>
                    <a:pt x="35" y="36"/>
                    <a:pt x="36" y="35"/>
                    <a:pt x="37" y="33"/>
                  </a:cubicBezTo>
                  <a:cubicBezTo>
                    <a:pt x="38" y="33"/>
                    <a:pt x="39" y="32"/>
                    <a:pt x="40" y="32"/>
                  </a:cubicBezTo>
                  <a:cubicBezTo>
                    <a:pt x="44" y="31"/>
                    <a:pt x="48" y="29"/>
                    <a:pt x="52" y="27"/>
                  </a:cubicBezTo>
                  <a:cubicBezTo>
                    <a:pt x="55" y="25"/>
                    <a:pt x="61" y="23"/>
                    <a:pt x="61" y="18"/>
                  </a:cubicBezTo>
                  <a:cubicBezTo>
                    <a:pt x="60" y="15"/>
                    <a:pt x="54" y="9"/>
                    <a:pt x="51" y="7"/>
                  </a:cubicBezTo>
                  <a:cubicBezTo>
                    <a:pt x="48" y="5"/>
                    <a:pt x="43" y="1"/>
                    <a:pt x="40" y="1"/>
                  </a:cubicBezTo>
                  <a:cubicBezTo>
                    <a:pt x="37" y="0"/>
                    <a:pt x="35" y="4"/>
                    <a:pt x="34" y="7"/>
                  </a:cubicBezTo>
                  <a:cubicBezTo>
                    <a:pt x="31" y="10"/>
                    <a:pt x="30" y="14"/>
                    <a:pt x="29" y="18"/>
                  </a:cubicBezTo>
                  <a:cubicBezTo>
                    <a:pt x="28" y="19"/>
                    <a:pt x="28" y="21"/>
                    <a:pt x="28" y="23"/>
                  </a:cubicBezTo>
                  <a:cubicBezTo>
                    <a:pt x="25" y="25"/>
                    <a:pt x="23" y="27"/>
                    <a:pt x="21" y="30"/>
                  </a:cubicBezTo>
                  <a:cubicBezTo>
                    <a:pt x="15" y="31"/>
                    <a:pt x="10" y="36"/>
                    <a:pt x="5" y="38"/>
                  </a:cubicBezTo>
                  <a:cubicBezTo>
                    <a:pt x="1" y="40"/>
                    <a:pt x="0" y="41"/>
                    <a:pt x="3" y="45"/>
                  </a:cubicBezTo>
                  <a:cubicBezTo>
                    <a:pt x="5" y="49"/>
                    <a:pt x="9" y="54"/>
                    <a:pt x="12" y="57"/>
                  </a:cubicBezTo>
                  <a:cubicBezTo>
                    <a:pt x="15" y="59"/>
                    <a:pt x="18" y="61"/>
                    <a:pt x="20" y="62"/>
                  </a:cubicBezTo>
                  <a:cubicBezTo>
                    <a:pt x="23" y="63"/>
                    <a:pt x="24" y="61"/>
                    <a:pt x="25" y="58"/>
                  </a:cubicBezTo>
                  <a:close/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2356" name="Freeform 446">
              <a:extLst>
                <a:ext uri="{FF2B5EF4-FFF2-40B4-BE49-F238E27FC236}">
                  <a16:creationId xmlns:a16="http://schemas.microsoft.com/office/drawing/2014/main" id="{0B673E56-24CB-419C-B4A2-6AC4F574876F}"/>
                </a:ext>
              </a:extLst>
            </p:cNvPr>
            <p:cNvSpPr>
              <a:spLocks/>
            </p:cNvSpPr>
            <p:nvPr/>
          </p:nvSpPr>
          <p:spPr bwMode="auto">
            <a:xfrm>
              <a:off x="750" y="798"/>
              <a:ext cx="17" cy="16"/>
            </a:xfrm>
            <a:custGeom>
              <a:avLst/>
              <a:gdLst>
                <a:gd name="T0" fmla="*/ 0 w 9"/>
                <a:gd name="T1" fmla="*/ 7 h 9"/>
                <a:gd name="T2" fmla="*/ 60 w 9"/>
                <a:gd name="T3" fmla="*/ 5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9">
                  <a:moveTo>
                    <a:pt x="0" y="1"/>
                  </a:moveTo>
                  <a:cubicBezTo>
                    <a:pt x="4" y="0"/>
                    <a:pt x="8" y="6"/>
                    <a:pt x="9" y="9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2357" name="Freeform 447">
              <a:extLst>
                <a:ext uri="{FF2B5EF4-FFF2-40B4-BE49-F238E27FC236}">
                  <a16:creationId xmlns:a16="http://schemas.microsoft.com/office/drawing/2014/main" id="{D7F7BDF9-0F93-404C-9141-AD0B17B1C678}"/>
                </a:ext>
              </a:extLst>
            </p:cNvPr>
            <p:cNvSpPr>
              <a:spLocks/>
            </p:cNvSpPr>
            <p:nvPr/>
          </p:nvSpPr>
          <p:spPr bwMode="auto">
            <a:xfrm>
              <a:off x="736" y="812"/>
              <a:ext cx="14" cy="16"/>
            </a:xfrm>
            <a:custGeom>
              <a:avLst/>
              <a:gdLst>
                <a:gd name="T0" fmla="*/ 0 w 8"/>
                <a:gd name="T1" fmla="*/ 0 h 9"/>
                <a:gd name="T2" fmla="*/ 16 w 8"/>
                <a:gd name="T3" fmla="*/ 37 h 9"/>
                <a:gd name="T4" fmla="*/ 44 w 8"/>
                <a:gd name="T5" fmla="*/ 5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9">
                  <a:moveTo>
                    <a:pt x="0" y="0"/>
                  </a:moveTo>
                  <a:cubicBezTo>
                    <a:pt x="1" y="3"/>
                    <a:pt x="0" y="5"/>
                    <a:pt x="3" y="7"/>
                  </a:cubicBezTo>
                  <a:cubicBezTo>
                    <a:pt x="4" y="8"/>
                    <a:pt x="8" y="9"/>
                    <a:pt x="8" y="9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2358" name="Freeform 448">
              <a:extLst>
                <a:ext uri="{FF2B5EF4-FFF2-40B4-BE49-F238E27FC236}">
                  <a16:creationId xmlns:a16="http://schemas.microsoft.com/office/drawing/2014/main" id="{FA291A20-C4A5-4A05-826E-B7CA82322F1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1" y="782"/>
              <a:ext cx="66" cy="64"/>
            </a:xfrm>
            <a:custGeom>
              <a:avLst/>
              <a:gdLst>
                <a:gd name="T0" fmla="*/ 52 w 37"/>
                <a:gd name="T1" fmla="*/ 0 h 36"/>
                <a:gd name="T2" fmla="*/ 210 w 37"/>
                <a:gd name="T3" fmla="*/ 164 h 36"/>
                <a:gd name="T4" fmla="*/ 166 w 37"/>
                <a:gd name="T5" fmla="*/ 203 h 36"/>
                <a:gd name="T6" fmla="*/ 102 w 37"/>
                <a:gd name="T7" fmla="*/ 139 h 36"/>
                <a:gd name="T8" fmla="*/ 0 w 37"/>
                <a:gd name="T9" fmla="*/ 37 h 36"/>
                <a:gd name="T10" fmla="*/ 52 w 37"/>
                <a:gd name="T11" fmla="*/ 7 h 3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7" h="36">
                  <a:moveTo>
                    <a:pt x="9" y="0"/>
                  </a:moveTo>
                  <a:cubicBezTo>
                    <a:pt x="17" y="5"/>
                    <a:pt x="34" y="19"/>
                    <a:pt x="37" y="29"/>
                  </a:cubicBezTo>
                  <a:cubicBezTo>
                    <a:pt x="35" y="30"/>
                    <a:pt x="31" y="36"/>
                    <a:pt x="29" y="36"/>
                  </a:cubicBezTo>
                  <a:cubicBezTo>
                    <a:pt x="25" y="36"/>
                    <a:pt x="20" y="28"/>
                    <a:pt x="18" y="25"/>
                  </a:cubicBezTo>
                  <a:cubicBezTo>
                    <a:pt x="12" y="19"/>
                    <a:pt x="6" y="13"/>
                    <a:pt x="0" y="7"/>
                  </a:cubicBezTo>
                  <a:cubicBezTo>
                    <a:pt x="3" y="4"/>
                    <a:pt x="6" y="3"/>
                    <a:pt x="9" y="1"/>
                  </a:cubicBezTo>
                </a:path>
              </a:pathLst>
            </a:custGeom>
            <a:solidFill>
              <a:srgbClr val="FAF1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2359" name="Freeform 449">
              <a:extLst>
                <a:ext uri="{FF2B5EF4-FFF2-40B4-BE49-F238E27FC236}">
                  <a16:creationId xmlns:a16="http://schemas.microsoft.com/office/drawing/2014/main" id="{90603F11-E363-4EBD-94A2-5F16723647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3" y="763"/>
              <a:ext cx="63" cy="60"/>
            </a:xfrm>
            <a:custGeom>
              <a:avLst/>
              <a:gdLst>
                <a:gd name="T0" fmla="*/ 203 w 35"/>
                <a:gd name="T1" fmla="*/ 143 h 34"/>
                <a:gd name="T2" fmla="*/ 191 w 35"/>
                <a:gd name="T3" fmla="*/ 94 h 34"/>
                <a:gd name="T4" fmla="*/ 162 w 35"/>
                <a:gd name="T5" fmla="*/ 37 h 34"/>
                <a:gd name="T6" fmla="*/ 122 w 35"/>
                <a:gd name="T7" fmla="*/ 0 h 34"/>
                <a:gd name="T8" fmla="*/ 58 w 35"/>
                <a:gd name="T9" fmla="*/ 34 h 34"/>
                <a:gd name="T10" fmla="*/ 7 w 35"/>
                <a:gd name="T11" fmla="*/ 99 h 34"/>
                <a:gd name="T12" fmla="*/ 52 w 35"/>
                <a:gd name="T13" fmla="*/ 143 h 34"/>
                <a:gd name="T14" fmla="*/ 130 w 35"/>
                <a:gd name="T15" fmla="*/ 175 h 34"/>
                <a:gd name="T16" fmla="*/ 162 w 35"/>
                <a:gd name="T17" fmla="*/ 187 h 34"/>
                <a:gd name="T18" fmla="*/ 182 w 35"/>
                <a:gd name="T19" fmla="*/ 159 h 3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5" h="34">
                  <a:moveTo>
                    <a:pt x="35" y="26"/>
                  </a:moveTo>
                  <a:cubicBezTo>
                    <a:pt x="33" y="24"/>
                    <a:pt x="33" y="20"/>
                    <a:pt x="33" y="17"/>
                  </a:cubicBezTo>
                  <a:cubicBezTo>
                    <a:pt x="32" y="13"/>
                    <a:pt x="30" y="10"/>
                    <a:pt x="28" y="7"/>
                  </a:cubicBezTo>
                  <a:cubicBezTo>
                    <a:pt x="26" y="4"/>
                    <a:pt x="25" y="0"/>
                    <a:pt x="21" y="0"/>
                  </a:cubicBezTo>
                  <a:cubicBezTo>
                    <a:pt x="18" y="1"/>
                    <a:pt x="13" y="4"/>
                    <a:pt x="10" y="6"/>
                  </a:cubicBezTo>
                  <a:cubicBezTo>
                    <a:pt x="8" y="8"/>
                    <a:pt x="1" y="14"/>
                    <a:pt x="1" y="18"/>
                  </a:cubicBezTo>
                  <a:cubicBezTo>
                    <a:pt x="0" y="22"/>
                    <a:pt x="7" y="25"/>
                    <a:pt x="9" y="26"/>
                  </a:cubicBezTo>
                  <a:cubicBezTo>
                    <a:pt x="13" y="29"/>
                    <a:pt x="17" y="30"/>
                    <a:pt x="22" y="32"/>
                  </a:cubicBezTo>
                  <a:cubicBezTo>
                    <a:pt x="23" y="32"/>
                    <a:pt x="26" y="34"/>
                    <a:pt x="28" y="34"/>
                  </a:cubicBezTo>
                  <a:cubicBezTo>
                    <a:pt x="29" y="33"/>
                    <a:pt x="30" y="30"/>
                    <a:pt x="31" y="29"/>
                  </a:cubicBezTo>
                </a:path>
              </a:pathLst>
            </a:custGeom>
            <a:solidFill>
              <a:srgbClr val="FAF1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2360" name="Freeform 450">
              <a:extLst>
                <a:ext uri="{FF2B5EF4-FFF2-40B4-BE49-F238E27FC236}">
                  <a16:creationId xmlns:a16="http://schemas.microsoft.com/office/drawing/2014/main" id="{E9336720-BC75-45FF-BC04-DC453FBF786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7" y="814"/>
              <a:ext cx="55" cy="58"/>
            </a:xfrm>
            <a:custGeom>
              <a:avLst/>
              <a:gdLst>
                <a:gd name="T0" fmla="*/ 44 w 31"/>
                <a:gd name="T1" fmla="*/ 0 h 33"/>
                <a:gd name="T2" fmla="*/ 151 w 31"/>
                <a:gd name="T3" fmla="*/ 49 h 33"/>
                <a:gd name="T4" fmla="*/ 160 w 31"/>
                <a:gd name="T5" fmla="*/ 81 h 33"/>
                <a:gd name="T6" fmla="*/ 106 w 31"/>
                <a:gd name="T7" fmla="*/ 146 h 33"/>
                <a:gd name="T8" fmla="*/ 62 w 31"/>
                <a:gd name="T9" fmla="*/ 179 h 33"/>
                <a:gd name="T10" fmla="*/ 35 w 31"/>
                <a:gd name="T11" fmla="*/ 151 h 33"/>
                <a:gd name="T12" fmla="*/ 12 w 31"/>
                <a:gd name="T13" fmla="*/ 86 h 33"/>
                <a:gd name="T14" fmla="*/ 0 w 31"/>
                <a:gd name="T15" fmla="*/ 33 h 3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1" h="33">
                  <a:moveTo>
                    <a:pt x="8" y="0"/>
                  </a:moveTo>
                  <a:cubicBezTo>
                    <a:pt x="15" y="1"/>
                    <a:pt x="21" y="6"/>
                    <a:pt x="27" y="9"/>
                  </a:cubicBezTo>
                  <a:cubicBezTo>
                    <a:pt x="30" y="11"/>
                    <a:pt x="31" y="12"/>
                    <a:pt x="29" y="15"/>
                  </a:cubicBezTo>
                  <a:cubicBezTo>
                    <a:pt x="26" y="20"/>
                    <a:pt x="23" y="24"/>
                    <a:pt x="19" y="27"/>
                  </a:cubicBezTo>
                  <a:cubicBezTo>
                    <a:pt x="17" y="29"/>
                    <a:pt x="14" y="32"/>
                    <a:pt x="11" y="33"/>
                  </a:cubicBezTo>
                  <a:cubicBezTo>
                    <a:pt x="8" y="33"/>
                    <a:pt x="7" y="32"/>
                    <a:pt x="6" y="28"/>
                  </a:cubicBezTo>
                  <a:cubicBezTo>
                    <a:pt x="4" y="25"/>
                    <a:pt x="3" y="20"/>
                    <a:pt x="2" y="16"/>
                  </a:cubicBezTo>
                  <a:cubicBezTo>
                    <a:pt x="1" y="13"/>
                    <a:pt x="1" y="9"/>
                    <a:pt x="0" y="6"/>
                  </a:cubicBezTo>
                </a:path>
              </a:pathLst>
            </a:custGeom>
            <a:solidFill>
              <a:srgbClr val="FAF1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2361" name="Freeform 451">
              <a:extLst>
                <a:ext uri="{FF2B5EF4-FFF2-40B4-BE49-F238E27FC236}">
                  <a16:creationId xmlns:a16="http://schemas.microsoft.com/office/drawing/2014/main" id="{5775189F-0538-476D-969A-C7451FA564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9" y="766"/>
              <a:ext cx="16" cy="34"/>
            </a:xfrm>
            <a:custGeom>
              <a:avLst/>
              <a:gdLst>
                <a:gd name="T0" fmla="*/ 44 w 9"/>
                <a:gd name="T1" fmla="*/ 102 h 19"/>
                <a:gd name="T2" fmla="*/ 36 w 9"/>
                <a:gd name="T3" fmla="*/ 45 h 19"/>
                <a:gd name="T4" fmla="*/ 7 w 9"/>
                <a:gd name="T5" fmla="*/ 23 h 19"/>
                <a:gd name="T6" fmla="*/ 50 w 9"/>
                <a:gd name="T7" fmla="*/ 109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9">
                  <a:moveTo>
                    <a:pt x="8" y="18"/>
                  </a:moveTo>
                  <a:cubicBezTo>
                    <a:pt x="8" y="15"/>
                    <a:pt x="7" y="11"/>
                    <a:pt x="6" y="8"/>
                  </a:cubicBezTo>
                  <a:cubicBezTo>
                    <a:pt x="6" y="6"/>
                    <a:pt x="3" y="0"/>
                    <a:pt x="1" y="4"/>
                  </a:cubicBezTo>
                  <a:cubicBezTo>
                    <a:pt x="0" y="6"/>
                    <a:pt x="8" y="15"/>
                    <a:pt x="9" y="19"/>
                  </a:cubicBezTo>
                </a:path>
              </a:pathLst>
            </a:custGeom>
            <a:solidFill>
              <a:srgbClr val="FCCB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2362" name="Freeform 452">
              <a:extLst>
                <a:ext uri="{FF2B5EF4-FFF2-40B4-BE49-F238E27FC236}">
                  <a16:creationId xmlns:a16="http://schemas.microsoft.com/office/drawing/2014/main" id="{BC0C4760-4783-449D-9F33-934FED76D12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6" y="794"/>
              <a:ext cx="32" cy="18"/>
            </a:xfrm>
            <a:custGeom>
              <a:avLst/>
              <a:gdLst>
                <a:gd name="T0" fmla="*/ 101 w 18"/>
                <a:gd name="T1" fmla="*/ 45 h 10"/>
                <a:gd name="T2" fmla="*/ 28 w 18"/>
                <a:gd name="T3" fmla="*/ 36 h 10"/>
                <a:gd name="T4" fmla="*/ 21 w 18"/>
                <a:gd name="T5" fmla="*/ 7 h 10"/>
                <a:gd name="T6" fmla="*/ 57 w 18"/>
                <a:gd name="T7" fmla="*/ 36 h 10"/>
                <a:gd name="T8" fmla="*/ 101 w 18"/>
                <a:gd name="T9" fmla="*/ 52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0">
                  <a:moveTo>
                    <a:pt x="18" y="8"/>
                  </a:moveTo>
                  <a:cubicBezTo>
                    <a:pt x="16" y="10"/>
                    <a:pt x="7" y="7"/>
                    <a:pt x="5" y="6"/>
                  </a:cubicBezTo>
                  <a:cubicBezTo>
                    <a:pt x="4" y="5"/>
                    <a:pt x="0" y="0"/>
                    <a:pt x="4" y="1"/>
                  </a:cubicBezTo>
                  <a:cubicBezTo>
                    <a:pt x="6" y="1"/>
                    <a:pt x="8" y="5"/>
                    <a:pt x="10" y="6"/>
                  </a:cubicBezTo>
                  <a:cubicBezTo>
                    <a:pt x="12" y="8"/>
                    <a:pt x="15" y="8"/>
                    <a:pt x="18" y="9"/>
                  </a:cubicBezTo>
                </a:path>
              </a:pathLst>
            </a:custGeom>
            <a:solidFill>
              <a:srgbClr val="FCCB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2363" name="Freeform 453">
              <a:extLst>
                <a:ext uri="{FF2B5EF4-FFF2-40B4-BE49-F238E27FC236}">
                  <a16:creationId xmlns:a16="http://schemas.microsoft.com/office/drawing/2014/main" id="{FB199652-A82F-45FE-A3F6-309BEB6D06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6" y="823"/>
              <a:ext cx="20" cy="14"/>
            </a:xfrm>
            <a:custGeom>
              <a:avLst/>
              <a:gdLst>
                <a:gd name="T0" fmla="*/ 0 w 11"/>
                <a:gd name="T1" fmla="*/ 0 h 8"/>
                <a:gd name="T2" fmla="*/ 60 w 11"/>
                <a:gd name="T3" fmla="*/ 44 h 8"/>
                <a:gd name="T4" fmla="*/ 7 w 11"/>
                <a:gd name="T5" fmla="*/ 7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8">
                  <a:moveTo>
                    <a:pt x="0" y="0"/>
                  </a:moveTo>
                  <a:cubicBezTo>
                    <a:pt x="2" y="2"/>
                    <a:pt x="11" y="4"/>
                    <a:pt x="10" y="8"/>
                  </a:cubicBezTo>
                  <a:cubicBezTo>
                    <a:pt x="7" y="8"/>
                    <a:pt x="2" y="3"/>
                    <a:pt x="1" y="1"/>
                  </a:cubicBezTo>
                </a:path>
              </a:pathLst>
            </a:custGeom>
            <a:solidFill>
              <a:srgbClr val="FCCB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2364" name="Freeform 454">
              <a:extLst>
                <a:ext uri="{FF2B5EF4-FFF2-40B4-BE49-F238E27FC236}">
                  <a16:creationId xmlns:a16="http://schemas.microsoft.com/office/drawing/2014/main" id="{B8985CFB-AFB6-47ED-9F99-396746D449C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8" y="833"/>
              <a:ext cx="8" cy="27"/>
            </a:xfrm>
            <a:custGeom>
              <a:avLst/>
              <a:gdLst>
                <a:gd name="T0" fmla="*/ 0 w 5"/>
                <a:gd name="T1" fmla="*/ 0 h 15"/>
                <a:gd name="T2" fmla="*/ 5 w 5"/>
                <a:gd name="T3" fmla="*/ 65 h 15"/>
                <a:gd name="T4" fmla="*/ 16 w 5"/>
                <a:gd name="T5" fmla="*/ 72 h 15"/>
                <a:gd name="T6" fmla="*/ 0 w 5"/>
                <a:gd name="T7" fmla="*/ 0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15">
                  <a:moveTo>
                    <a:pt x="0" y="0"/>
                  </a:moveTo>
                  <a:cubicBezTo>
                    <a:pt x="0" y="4"/>
                    <a:pt x="0" y="8"/>
                    <a:pt x="1" y="11"/>
                  </a:cubicBezTo>
                  <a:cubicBezTo>
                    <a:pt x="2" y="14"/>
                    <a:pt x="3" y="15"/>
                    <a:pt x="4" y="12"/>
                  </a:cubicBezTo>
                  <a:cubicBezTo>
                    <a:pt x="5" y="9"/>
                    <a:pt x="2" y="2"/>
                    <a:pt x="0" y="0"/>
                  </a:cubicBezTo>
                </a:path>
              </a:pathLst>
            </a:custGeom>
            <a:solidFill>
              <a:srgbClr val="FCCB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2365" name="Freeform 455">
              <a:extLst>
                <a:ext uri="{FF2B5EF4-FFF2-40B4-BE49-F238E27FC236}">
                  <a16:creationId xmlns:a16="http://schemas.microsoft.com/office/drawing/2014/main" id="{9EE450D8-F3BF-4C80-9B66-643DC0BFF81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5" y="789"/>
              <a:ext cx="15" cy="13"/>
            </a:xfrm>
            <a:custGeom>
              <a:avLst/>
              <a:gdLst>
                <a:gd name="T0" fmla="*/ 53 w 8"/>
                <a:gd name="T1" fmla="*/ 45 h 7"/>
                <a:gd name="T2" fmla="*/ 0 w 8"/>
                <a:gd name="T3" fmla="*/ 0 h 7"/>
                <a:gd name="T4" fmla="*/ 53 w 8"/>
                <a:gd name="T5" fmla="*/ 45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7">
                  <a:moveTo>
                    <a:pt x="8" y="7"/>
                  </a:moveTo>
                  <a:cubicBezTo>
                    <a:pt x="5" y="5"/>
                    <a:pt x="4" y="1"/>
                    <a:pt x="0" y="0"/>
                  </a:cubicBezTo>
                  <a:cubicBezTo>
                    <a:pt x="2" y="4"/>
                    <a:pt x="5" y="5"/>
                    <a:pt x="8" y="7"/>
                  </a:cubicBezTo>
                </a:path>
              </a:pathLst>
            </a:custGeom>
            <a:solidFill>
              <a:srgbClr val="FCCB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2366" name="Freeform 456">
              <a:extLst>
                <a:ext uri="{FF2B5EF4-FFF2-40B4-BE49-F238E27FC236}">
                  <a16:creationId xmlns:a16="http://schemas.microsoft.com/office/drawing/2014/main" id="{46F4524E-7C84-44B5-99B9-4ED49A622FA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1" y="828"/>
              <a:ext cx="14" cy="14"/>
            </a:xfrm>
            <a:custGeom>
              <a:avLst/>
              <a:gdLst>
                <a:gd name="T0" fmla="*/ 0 w 8"/>
                <a:gd name="T1" fmla="*/ 7 h 8"/>
                <a:gd name="T2" fmla="*/ 37 w 8"/>
                <a:gd name="T3" fmla="*/ 44 h 8"/>
                <a:gd name="T4" fmla="*/ 0 w 8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8">
                  <a:moveTo>
                    <a:pt x="0" y="1"/>
                  </a:moveTo>
                  <a:cubicBezTo>
                    <a:pt x="2" y="1"/>
                    <a:pt x="8" y="5"/>
                    <a:pt x="7" y="8"/>
                  </a:cubicBezTo>
                  <a:cubicBezTo>
                    <a:pt x="4" y="7"/>
                    <a:pt x="2" y="3"/>
                    <a:pt x="0" y="0"/>
                  </a:cubicBezTo>
                </a:path>
              </a:pathLst>
            </a:custGeom>
            <a:solidFill>
              <a:srgbClr val="FCCB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2367" name="Freeform 457">
              <a:extLst>
                <a:ext uri="{FF2B5EF4-FFF2-40B4-BE49-F238E27FC236}">
                  <a16:creationId xmlns:a16="http://schemas.microsoft.com/office/drawing/2014/main" id="{CC950BA5-F853-4688-A692-7115EE212E8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8" y="800"/>
              <a:ext cx="21" cy="21"/>
            </a:xfrm>
            <a:custGeom>
              <a:avLst/>
              <a:gdLst>
                <a:gd name="T0" fmla="*/ 7 w 12"/>
                <a:gd name="T1" fmla="*/ 65 h 12"/>
                <a:gd name="T2" fmla="*/ 28 w 12"/>
                <a:gd name="T3" fmla="*/ 16 h 12"/>
                <a:gd name="T4" fmla="*/ 65 w 12"/>
                <a:gd name="T5" fmla="*/ 33 h 12"/>
                <a:gd name="T6" fmla="*/ 12 w 12"/>
                <a:gd name="T7" fmla="*/ 65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2">
                  <a:moveTo>
                    <a:pt x="1" y="12"/>
                  </a:moveTo>
                  <a:cubicBezTo>
                    <a:pt x="0" y="8"/>
                    <a:pt x="1" y="5"/>
                    <a:pt x="5" y="3"/>
                  </a:cubicBezTo>
                  <a:cubicBezTo>
                    <a:pt x="7" y="2"/>
                    <a:pt x="11" y="2"/>
                    <a:pt x="12" y="6"/>
                  </a:cubicBezTo>
                  <a:cubicBezTo>
                    <a:pt x="8" y="0"/>
                    <a:pt x="3" y="7"/>
                    <a:pt x="2" y="12"/>
                  </a:cubicBezTo>
                </a:path>
              </a:pathLst>
            </a:custGeom>
            <a:solidFill>
              <a:srgbClr val="FCCB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2368" name="Freeform 458">
              <a:extLst>
                <a:ext uri="{FF2B5EF4-FFF2-40B4-BE49-F238E27FC236}">
                  <a16:creationId xmlns:a16="http://schemas.microsoft.com/office/drawing/2014/main" id="{0E91A513-DF96-4313-AB07-E80ECDB765D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7" y="812"/>
              <a:ext cx="21" cy="23"/>
            </a:xfrm>
            <a:custGeom>
              <a:avLst/>
              <a:gdLst>
                <a:gd name="T0" fmla="*/ 44 w 12"/>
                <a:gd name="T1" fmla="*/ 0 h 13"/>
                <a:gd name="T2" fmla="*/ 0 w 12"/>
                <a:gd name="T3" fmla="*/ 37 h 13"/>
                <a:gd name="T4" fmla="*/ 44 w 12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3">
                  <a:moveTo>
                    <a:pt x="8" y="0"/>
                  </a:moveTo>
                  <a:cubicBezTo>
                    <a:pt x="12" y="4"/>
                    <a:pt x="3" y="13"/>
                    <a:pt x="0" y="7"/>
                  </a:cubicBezTo>
                  <a:cubicBezTo>
                    <a:pt x="4" y="6"/>
                    <a:pt x="7" y="5"/>
                    <a:pt x="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2369" name="Freeform 459">
              <a:extLst>
                <a:ext uri="{FF2B5EF4-FFF2-40B4-BE49-F238E27FC236}">
                  <a16:creationId xmlns:a16="http://schemas.microsoft.com/office/drawing/2014/main" id="{3122109D-B65D-413A-A6EF-9CCD2D68D4A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9" y="761"/>
              <a:ext cx="37" cy="28"/>
            </a:xfrm>
            <a:custGeom>
              <a:avLst/>
              <a:gdLst>
                <a:gd name="T0" fmla="*/ 115 w 21"/>
                <a:gd name="T1" fmla="*/ 16 h 16"/>
                <a:gd name="T2" fmla="*/ 56 w 21"/>
                <a:gd name="T3" fmla="*/ 37 h 16"/>
                <a:gd name="T4" fmla="*/ 0 w 21"/>
                <a:gd name="T5" fmla="*/ 86 h 16"/>
                <a:gd name="T6" fmla="*/ 58 w 21"/>
                <a:gd name="T7" fmla="*/ 37 h 16"/>
                <a:gd name="T8" fmla="*/ 115 w 21"/>
                <a:gd name="T9" fmla="*/ 16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16">
                  <a:moveTo>
                    <a:pt x="21" y="3"/>
                  </a:moveTo>
                  <a:cubicBezTo>
                    <a:pt x="17" y="0"/>
                    <a:pt x="13" y="5"/>
                    <a:pt x="10" y="7"/>
                  </a:cubicBezTo>
                  <a:cubicBezTo>
                    <a:pt x="6" y="9"/>
                    <a:pt x="2" y="13"/>
                    <a:pt x="0" y="16"/>
                  </a:cubicBezTo>
                  <a:cubicBezTo>
                    <a:pt x="4" y="13"/>
                    <a:pt x="8" y="10"/>
                    <a:pt x="11" y="7"/>
                  </a:cubicBezTo>
                  <a:cubicBezTo>
                    <a:pt x="14" y="5"/>
                    <a:pt x="18" y="2"/>
                    <a:pt x="21" y="3"/>
                  </a:cubicBezTo>
                </a:path>
              </a:pathLst>
            </a:custGeom>
            <a:solidFill>
              <a:srgbClr val="FCCB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2370" name="Freeform 460">
              <a:extLst>
                <a:ext uri="{FF2B5EF4-FFF2-40B4-BE49-F238E27FC236}">
                  <a16:creationId xmlns:a16="http://schemas.microsoft.com/office/drawing/2014/main" id="{3819B24C-2360-47C0-AEC2-49E07DB1C5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8" y="832"/>
              <a:ext cx="32" cy="33"/>
            </a:xfrm>
            <a:custGeom>
              <a:avLst/>
              <a:gdLst>
                <a:gd name="T0" fmla="*/ 78 w 18"/>
                <a:gd name="T1" fmla="*/ 0 h 19"/>
                <a:gd name="T2" fmla="*/ 64 w 18"/>
                <a:gd name="T3" fmla="*/ 52 h 19"/>
                <a:gd name="T4" fmla="*/ 0 w 18"/>
                <a:gd name="T5" fmla="*/ 99 h 19"/>
                <a:gd name="T6" fmla="*/ 78 w 18"/>
                <a:gd name="T7" fmla="*/ 5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19">
                  <a:moveTo>
                    <a:pt x="14" y="0"/>
                  </a:moveTo>
                  <a:cubicBezTo>
                    <a:pt x="18" y="4"/>
                    <a:pt x="13" y="7"/>
                    <a:pt x="11" y="10"/>
                  </a:cubicBezTo>
                  <a:cubicBezTo>
                    <a:pt x="8" y="14"/>
                    <a:pt x="4" y="18"/>
                    <a:pt x="0" y="19"/>
                  </a:cubicBezTo>
                  <a:cubicBezTo>
                    <a:pt x="2" y="16"/>
                    <a:pt x="18" y="5"/>
                    <a:pt x="14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2371" name="Freeform 461">
              <a:extLst>
                <a:ext uri="{FF2B5EF4-FFF2-40B4-BE49-F238E27FC236}">
                  <a16:creationId xmlns:a16="http://schemas.microsoft.com/office/drawing/2014/main" id="{8EFBC41E-3086-4B71-BD79-D9A262B0F1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3" y="763"/>
              <a:ext cx="109" cy="109"/>
            </a:xfrm>
            <a:custGeom>
              <a:avLst/>
              <a:gdLst>
                <a:gd name="T0" fmla="*/ 204 w 61"/>
                <a:gd name="T1" fmla="*/ 309 h 62"/>
                <a:gd name="T2" fmla="*/ 182 w 61"/>
                <a:gd name="T3" fmla="*/ 244 h 62"/>
                <a:gd name="T4" fmla="*/ 175 w 61"/>
                <a:gd name="T5" fmla="*/ 223 h 62"/>
                <a:gd name="T6" fmla="*/ 159 w 61"/>
                <a:gd name="T7" fmla="*/ 195 h 62"/>
                <a:gd name="T8" fmla="*/ 138 w 61"/>
                <a:gd name="T9" fmla="*/ 179 h 62"/>
                <a:gd name="T10" fmla="*/ 125 w 61"/>
                <a:gd name="T11" fmla="*/ 171 h 62"/>
                <a:gd name="T12" fmla="*/ 52 w 61"/>
                <a:gd name="T13" fmla="*/ 142 h 62"/>
                <a:gd name="T14" fmla="*/ 7 w 61"/>
                <a:gd name="T15" fmla="*/ 98 h 62"/>
                <a:gd name="T16" fmla="*/ 57 w 61"/>
                <a:gd name="T17" fmla="*/ 33 h 62"/>
                <a:gd name="T18" fmla="*/ 122 w 61"/>
                <a:gd name="T19" fmla="*/ 0 h 62"/>
                <a:gd name="T20" fmla="*/ 159 w 61"/>
                <a:gd name="T21" fmla="*/ 33 h 62"/>
                <a:gd name="T22" fmla="*/ 188 w 61"/>
                <a:gd name="T23" fmla="*/ 93 h 62"/>
                <a:gd name="T24" fmla="*/ 195 w 61"/>
                <a:gd name="T25" fmla="*/ 121 h 62"/>
                <a:gd name="T26" fmla="*/ 227 w 61"/>
                <a:gd name="T27" fmla="*/ 158 h 62"/>
                <a:gd name="T28" fmla="*/ 325 w 61"/>
                <a:gd name="T29" fmla="*/ 207 h 62"/>
                <a:gd name="T30" fmla="*/ 336 w 61"/>
                <a:gd name="T31" fmla="*/ 237 h 62"/>
                <a:gd name="T32" fmla="*/ 281 w 61"/>
                <a:gd name="T33" fmla="*/ 302 h 62"/>
                <a:gd name="T34" fmla="*/ 232 w 61"/>
                <a:gd name="T35" fmla="*/ 331 h 62"/>
                <a:gd name="T36" fmla="*/ 204 w 61"/>
                <a:gd name="T37" fmla="*/ 309 h 62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61" h="62">
                  <a:moveTo>
                    <a:pt x="36" y="57"/>
                  </a:moveTo>
                  <a:cubicBezTo>
                    <a:pt x="34" y="54"/>
                    <a:pt x="33" y="49"/>
                    <a:pt x="32" y="45"/>
                  </a:cubicBezTo>
                  <a:cubicBezTo>
                    <a:pt x="31" y="44"/>
                    <a:pt x="31" y="42"/>
                    <a:pt x="31" y="41"/>
                  </a:cubicBezTo>
                  <a:cubicBezTo>
                    <a:pt x="30" y="39"/>
                    <a:pt x="28" y="37"/>
                    <a:pt x="28" y="36"/>
                  </a:cubicBezTo>
                  <a:cubicBezTo>
                    <a:pt x="26" y="35"/>
                    <a:pt x="25" y="34"/>
                    <a:pt x="24" y="33"/>
                  </a:cubicBezTo>
                  <a:cubicBezTo>
                    <a:pt x="23" y="32"/>
                    <a:pt x="22" y="32"/>
                    <a:pt x="22" y="31"/>
                  </a:cubicBezTo>
                  <a:cubicBezTo>
                    <a:pt x="17" y="30"/>
                    <a:pt x="13" y="29"/>
                    <a:pt x="9" y="26"/>
                  </a:cubicBezTo>
                  <a:cubicBezTo>
                    <a:pt x="7" y="25"/>
                    <a:pt x="0" y="22"/>
                    <a:pt x="1" y="18"/>
                  </a:cubicBezTo>
                  <a:cubicBezTo>
                    <a:pt x="1" y="14"/>
                    <a:pt x="8" y="8"/>
                    <a:pt x="10" y="6"/>
                  </a:cubicBezTo>
                  <a:cubicBezTo>
                    <a:pt x="13" y="4"/>
                    <a:pt x="18" y="0"/>
                    <a:pt x="21" y="0"/>
                  </a:cubicBezTo>
                  <a:cubicBezTo>
                    <a:pt x="25" y="0"/>
                    <a:pt x="26" y="3"/>
                    <a:pt x="28" y="6"/>
                  </a:cubicBezTo>
                  <a:cubicBezTo>
                    <a:pt x="30" y="10"/>
                    <a:pt x="32" y="13"/>
                    <a:pt x="33" y="17"/>
                  </a:cubicBezTo>
                  <a:cubicBezTo>
                    <a:pt x="33" y="18"/>
                    <a:pt x="33" y="20"/>
                    <a:pt x="34" y="22"/>
                  </a:cubicBezTo>
                  <a:cubicBezTo>
                    <a:pt x="36" y="24"/>
                    <a:pt x="38" y="27"/>
                    <a:pt x="40" y="29"/>
                  </a:cubicBezTo>
                  <a:cubicBezTo>
                    <a:pt x="46" y="31"/>
                    <a:pt x="52" y="35"/>
                    <a:pt x="57" y="38"/>
                  </a:cubicBezTo>
                  <a:cubicBezTo>
                    <a:pt x="60" y="40"/>
                    <a:pt x="61" y="41"/>
                    <a:pt x="59" y="44"/>
                  </a:cubicBezTo>
                  <a:cubicBezTo>
                    <a:pt x="56" y="49"/>
                    <a:pt x="53" y="53"/>
                    <a:pt x="49" y="56"/>
                  </a:cubicBezTo>
                  <a:cubicBezTo>
                    <a:pt x="47" y="58"/>
                    <a:pt x="44" y="61"/>
                    <a:pt x="41" y="61"/>
                  </a:cubicBezTo>
                  <a:cubicBezTo>
                    <a:pt x="38" y="62"/>
                    <a:pt x="37" y="61"/>
                    <a:pt x="36" y="57"/>
                  </a:cubicBezTo>
                  <a:close/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2372" name="Freeform 462">
              <a:extLst>
                <a:ext uri="{FF2B5EF4-FFF2-40B4-BE49-F238E27FC236}">
                  <a16:creationId xmlns:a16="http://schemas.microsoft.com/office/drawing/2014/main" id="{D410C928-1A54-443F-8B1D-DDEEB22FB80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6" y="800"/>
              <a:ext cx="18" cy="16"/>
            </a:xfrm>
            <a:custGeom>
              <a:avLst/>
              <a:gdLst>
                <a:gd name="T0" fmla="*/ 58 w 10"/>
                <a:gd name="T1" fmla="*/ 7 h 9"/>
                <a:gd name="T2" fmla="*/ 0 w 10"/>
                <a:gd name="T3" fmla="*/ 5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9">
                  <a:moveTo>
                    <a:pt x="10" y="1"/>
                  </a:moveTo>
                  <a:cubicBezTo>
                    <a:pt x="5" y="0"/>
                    <a:pt x="1" y="7"/>
                    <a:pt x="0" y="9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2373" name="Freeform 463">
              <a:extLst>
                <a:ext uri="{FF2B5EF4-FFF2-40B4-BE49-F238E27FC236}">
                  <a16:creationId xmlns:a16="http://schemas.microsoft.com/office/drawing/2014/main" id="{E68A1ED8-0161-4BAF-90A1-F3DA9EF35F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2" y="814"/>
              <a:ext cx="14" cy="16"/>
            </a:xfrm>
            <a:custGeom>
              <a:avLst/>
              <a:gdLst>
                <a:gd name="T0" fmla="*/ 44 w 8"/>
                <a:gd name="T1" fmla="*/ 0 h 9"/>
                <a:gd name="T2" fmla="*/ 28 w 8"/>
                <a:gd name="T3" fmla="*/ 37 h 9"/>
                <a:gd name="T4" fmla="*/ 0 w 8"/>
                <a:gd name="T5" fmla="*/ 5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9">
                  <a:moveTo>
                    <a:pt x="8" y="0"/>
                  </a:moveTo>
                  <a:cubicBezTo>
                    <a:pt x="7" y="3"/>
                    <a:pt x="8" y="5"/>
                    <a:pt x="5" y="7"/>
                  </a:cubicBezTo>
                  <a:cubicBezTo>
                    <a:pt x="4" y="8"/>
                    <a:pt x="1" y="9"/>
                    <a:pt x="0" y="9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</p:grpSp>
      <p:sp>
        <p:nvSpPr>
          <p:cNvPr id="11268" name="Rectangle 464">
            <a:extLst>
              <a:ext uri="{FF2B5EF4-FFF2-40B4-BE49-F238E27FC236}">
                <a16:creationId xmlns:a16="http://schemas.microsoft.com/office/drawing/2014/main" id="{ED929064-BBE4-4222-98C7-34FFF3494482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Child (3)</a:t>
            </a:r>
          </a:p>
        </p:txBody>
      </p:sp>
      <p:sp>
        <p:nvSpPr>
          <p:cNvPr id="31748" name="Freeform 465">
            <a:extLst>
              <a:ext uri="{FF2B5EF4-FFF2-40B4-BE49-F238E27FC236}">
                <a16:creationId xmlns:a16="http://schemas.microsoft.com/office/drawing/2014/main" id="{D73D6C38-0119-4671-AC1C-FEEAF0F109C4}"/>
              </a:ext>
            </a:extLst>
          </p:cNvPr>
          <p:cNvSpPr>
            <a:spLocks/>
          </p:cNvSpPr>
          <p:nvPr/>
        </p:nvSpPr>
        <p:spPr bwMode="auto">
          <a:xfrm>
            <a:off x="9166225" y="1489075"/>
            <a:ext cx="9525" cy="4763"/>
          </a:xfrm>
          <a:custGeom>
            <a:avLst/>
            <a:gdLst>
              <a:gd name="T0" fmla="*/ 2147483646 w 6"/>
              <a:gd name="T1" fmla="*/ 2147483646 h 3"/>
              <a:gd name="T2" fmla="*/ 0 w 6"/>
              <a:gd name="T3" fmla="*/ 0 h 3"/>
              <a:gd name="T4" fmla="*/ 0 w 6"/>
              <a:gd name="T5" fmla="*/ 2147483646 h 3"/>
              <a:gd name="T6" fmla="*/ 2147483646 w 6"/>
              <a:gd name="T7" fmla="*/ 2147483646 h 3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6" h="3">
                <a:moveTo>
                  <a:pt x="6" y="3"/>
                </a:moveTo>
                <a:lnTo>
                  <a:pt x="0" y="0"/>
                </a:lnTo>
                <a:lnTo>
                  <a:pt x="0" y="3"/>
                </a:lnTo>
                <a:lnTo>
                  <a:pt x="6" y="3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fr-FR"/>
          </a:p>
        </p:txBody>
      </p:sp>
      <p:sp>
        <p:nvSpPr>
          <p:cNvPr id="31749" name="Freeform 466">
            <a:extLst>
              <a:ext uri="{FF2B5EF4-FFF2-40B4-BE49-F238E27FC236}">
                <a16:creationId xmlns:a16="http://schemas.microsoft.com/office/drawing/2014/main" id="{E33B679C-A328-4286-8C15-97CCD4B94D0D}"/>
              </a:ext>
            </a:extLst>
          </p:cNvPr>
          <p:cNvSpPr>
            <a:spLocks/>
          </p:cNvSpPr>
          <p:nvPr/>
        </p:nvSpPr>
        <p:spPr bwMode="auto">
          <a:xfrm>
            <a:off x="7397750" y="1479550"/>
            <a:ext cx="12700" cy="4763"/>
          </a:xfrm>
          <a:custGeom>
            <a:avLst/>
            <a:gdLst>
              <a:gd name="T0" fmla="*/ 2147483646 w 8"/>
              <a:gd name="T1" fmla="*/ 0 h 3"/>
              <a:gd name="T2" fmla="*/ 0 w 8"/>
              <a:gd name="T3" fmla="*/ 2147483646 h 3"/>
              <a:gd name="T4" fmla="*/ 0 w 8"/>
              <a:gd name="T5" fmla="*/ 2147483646 h 3"/>
              <a:gd name="T6" fmla="*/ 2147483646 w 8"/>
              <a:gd name="T7" fmla="*/ 0 h 3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8" h="3">
                <a:moveTo>
                  <a:pt x="8" y="0"/>
                </a:moveTo>
                <a:lnTo>
                  <a:pt x="0" y="2"/>
                </a:lnTo>
                <a:lnTo>
                  <a:pt x="0" y="3"/>
                </a:lnTo>
                <a:lnTo>
                  <a:pt x="8" y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fr-FR"/>
          </a:p>
        </p:txBody>
      </p:sp>
      <p:grpSp>
        <p:nvGrpSpPr>
          <p:cNvPr id="31750" name="female-child-anatomical-figure-variant">
            <a:extLst>
              <a:ext uri="{FF2B5EF4-FFF2-40B4-BE49-F238E27FC236}">
                <a16:creationId xmlns:a16="http://schemas.microsoft.com/office/drawing/2014/main" id="{1E5B72B0-E6E4-4DA9-8275-0E0BA7FC8930}"/>
              </a:ext>
            </a:extLst>
          </p:cNvPr>
          <p:cNvGrpSpPr>
            <a:grpSpLocks/>
          </p:cNvGrpSpPr>
          <p:nvPr/>
        </p:nvGrpSpPr>
        <p:grpSpPr bwMode="auto">
          <a:xfrm>
            <a:off x="2206625" y="1187450"/>
            <a:ext cx="1557338" cy="5260975"/>
            <a:chOff x="430" y="720"/>
            <a:chExt cx="981" cy="3314"/>
          </a:xfrm>
        </p:grpSpPr>
        <p:grpSp>
          <p:nvGrpSpPr>
            <p:cNvPr id="32126" name="Group 468">
              <a:extLst>
                <a:ext uri="{FF2B5EF4-FFF2-40B4-BE49-F238E27FC236}">
                  <a16:creationId xmlns:a16="http://schemas.microsoft.com/office/drawing/2014/main" id="{DB373E32-453A-4C58-948E-83C6B2DF102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30" y="720"/>
              <a:ext cx="981" cy="3314"/>
              <a:chOff x="430" y="720"/>
              <a:chExt cx="981" cy="3314"/>
            </a:xfrm>
          </p:grpSpPr>
          <p:sp>
            <p:nvSpPr>
              <p:cNvPr id="32150" name="Freeform 469">
                <a:extLst>
                  <a:ext uri="{FF2B5EF4-FFF2-40B4-BE49-F238E27FC236}">
                    <a16:creationId xmlns:a16="http://schemas.microsoft.com/office/drawing/2014/main" id="{766DB435-4C18-42C9-9644-33C99E0B14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9" y="1037"/>
                <a:ext cx="76" cy="122"/>
              </a:xfrm>
              <a:custGeom>
                <a:avLst/>
                <a:gdLst>
                  <a:gd name="T0" fmla="*/ 171 w 43"/>
                  <a:gd name="T1" fmla="*/ 44 h 69"/>
                  <a:gd name="T2" fmla="*/ 110 w 43"/>
                  <a:gd name="T3" fmla="*/ 12 h 69"/>
                  <a:gd name="T4" fmla="*/ 44 w 43"/>
                  <a:gd name="T5" fmla="*/ 7 h 69"/>
                  <a:gd name="T6" fmla="*/ 7 w 43"/>
                  <a:gd name="T7" fmla="*/ 78 h 69"/>
                  <a:gd name="T8" fmla="*/ 28 w 43"/>
                  <a:gd name="T9" fmla="*/ 200 h 69"/>
                  <a:gd name="T10" fmla="*/ 131 w 43"/>
                  <a:gd name="T11" fmla="*/ 331 h 69"/>
                  <a:gd name="T12" fmla="*/ 194 w 43"/>
                  <a:gd name="T13" fmla="*/ 375 h 69"/>
                  <a:gd name="T14" fmla="*/ 237 w 43"/>
                  <a:gd name="T15" fmla="*/ 316 h 6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3" h="69">
                    <a:moveTo>
                      <a:pt x="31" y="8"/>
                    </a:moveTo>
                    <a:cubicBezTo>
                      <a:pt x="27" y="7"/>
                      <a:pt x="24" y="3"/>
                      <a:pt x="20" y="2"/>
                    </a:cubicBezTo>
                    <a:cubicBezTo>
                      <a:pt x="16" y="0"/>
                      <a:pt x="12" y="0"/>
                      <a:pt x="8" y="1"/>
                    </a:cubicBezTo>
                    <a:cubicBezTo>
                      <a:pt x="2" y="3"/>
                      <a:pt x="1" y="9"/>
                      <a:pt x="1" y="14"/>
                    </a:cubicBezTo>
                    <a:cubicBezTo>
                      <a:pt x="0" y="21"/>
                      <a:pt x="1" y="31"/>
                      <a:pt x="5" y="36"/>
                    </a:cubicBezTo>
                    <a:cubicBezTo>
                      <a:pt x="12" y="45"/>
                      <a:pt x="19" y="51"/>
                      <a:pt x="24" y="60"/>
                    </a:cubicBezTo>
                    <a:cubicBezTo>
                      <a:pt x="26" y="64"/>
                      <a:pt x="30" y="69"/>
                      <a:pt x="35" y="68"/>
                    </a:cubicBezTo>
                    <a:cubicBezTo>
                      <a:pt x="41" y="68"/>
                      <a:pt x="41" y="61"/>
                      <a:pt x="43" y="57"/>
                    </a:cubicBezTo>
                  </a:path>
                </a:pathLst>
              </a:custGeom>
              <a:solidFill>
                <a:srgbClr val="75332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151" name="Freeform 470">
                <a:extLst>
                  <a:ext uri="{FF2B5EF4-FFF2-40B4-BE49-F238E27FC236}">
                    <a16:creationId xmlns:a16="http://schemas.microsoft.com/office/drawing/2014/main" id="{B9D07F5E-9F52-42BF-B944-A145C839FB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9" y="1037"/>
                <a:ext cx="76" cy="122"/>
              </a:xfrm>
              <a:custGeom>
                <a:avLst/>
                <a:gdLst>
                  <a:gd name="T0" fmla="*/ 171 w 43"/>
                  <a:gd name="T1" fmla="*/ 44 h 69"/>
                  <a:gd name="T2" fmla="*/ 110 w 43"/>
                  <a:gd name="T3" fmla="*/ 12 h 69"/>
                  <a:gd name="T4" fmla="*/ 44 w 43"/>
                  <a:gd name="T5" fmla="*/ 7 h 69"/>
                  <a:gd name="T6" fmla="*/ 7 w 43"/>
                  <a:gd name="T7" fmla="*/ 78 h 69"/>
                  <a:gd name="T8" fmla="*/ 28 w 43"/>
                  <a:gd name="T9" fmla="*/ 200 h 69"/>
                  <a:gd name="T10" fmla="*/ 131 w 43"/>
                  <a:gd name="T11" fmla="*/ 331 h 69"/>
                  <a:gd name="T12" fmla="*/ 194 w 43"/>
                  <a:gd name="T13" fmla="*/ 375 h 69"/>
                  <a:gd name="T14" fmla="*/ 237 w 43"/>
                  <a:gd name="T15" fmla="*/ 316 h 6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3" h="69">
                    <a:moveTo>
                      <a:pt x="31" y="8"/>
                    </a:moveTo>
                    <a:cubicBezTo>
                      <a:pt x="27" y="7"/>
                      <a:pt x="24" y="3"/>
                      <a:pt x="20" y="2"/>
                    </a:cubicBezTo>
                    <a:cubicBezTo>
                      <a:pt x="16" y="0"/>
                      <a:pt x="12" y="0"/>
                      <a:pt x="8" y="1"/>
                    </a:cubicBezTo>
                    <a:cubicBezTo>
                      <a:pt x="2" y="3"/>
                      <a:pt x="1" y="9"/>
                      <a:pt x="1" y="14"/>
                    </a:cubicBezTo>
                    <a:cubicBezTo>
                      <a:pt x="0" y="21"/>
                      <a:pt x="1" y="31"/>
                      <a:pt x="5" y="36"/>
                    </a:cubicBezTo>
                    <a:cubicBezTo>
                      <a:pt x="12" y="45"/>
                      <a:pt x="19" y="51"/>
                      <a:pt x="24" y="60"/>
                    </a:cubicBezTo>
                    <a:cubicBezTo>
                      <a:pt x="26" y="64"/>
                      <a:pt x="30" y="69"/>
                      <a:pt x="35" y="68"/>
                    </a:cubicBezTo>
                    <a:cubicBezTo>
                      <a:pt x="41" y="68"/>
                      <a:pt x="41" y="61"/>
                      <a:pt x="43" y="57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152" name="Freeform 471">
                <a:extLst>
                  <a:ext uri="{FF2B5EF4-FFF2-40B4-BE49-F238E27FC236}">
                    <a16:creationId xmlns:a16="http://schemas.microsoft.com/office/drawing/2014/main" id="{D7483EE4-ADA4-4B8D-A02E-DFD8EE40FE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6" y="1050"/>
                <a:ext cx="36" cy="60"/>
              </a:xfrm>
              <a:custGeom>
                <a:avLst/>
                <a:gdLst>
                  <a:gd name="T0" fmla="*/ 117 w 20"/>
                  <a:gd name="T1" fmla="*/ 187 h 34"/>
                  <a:gd name="T2" fmla="*/ 52 w 20"/>
                  <a:gd name="T3" fmla="*/ 131 h 34"/>
                  <a:gd name="T4" fmla="*/ 23 w 20"/>
                  <a:gd name="T5" fmla="*/ 49 h 34"/>
                  <a:gd name="T6" fmla="*/ 52 w 20"/>
                  <a:gd name="T7" fmla="*/ 0 h 34"/>
                  <a:gd name="T8" fmla="*/ 104 w 20"/>
                  <a:gd name="T9" fmla="*/ 21 h 34"/>
                  <a:gd name="T10" fmla="*/ 52 w 20"/>
                  <a:gd name="T11" fmla="*/ 7 h 34"/>
                  <a:gd name="T12" fmla="*/ 52 w 20"/>
                  <a:gd name="T13" fmla="*/ 127 h 34"/>
                  <a:gd name="T14" fmla="*/ 117 w 20"/>
                  <a:gd name="T15" fmla="*/ 187 h 3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0" h="34">
                    <a:moveTo>
                      <a:pt x="20" y="34"/>
                    </a:moveTo>
                    <a:cubicBezTo>
                      <a:pt x="18" y="29"/>
                      <a:pt x="11" y="28"/>
                      <a:pt x="9" y="24"/>
                    </a:cubicBezTo>
                    <a:cubicBezTo>
                      <a:pt x="6" y="20"/>
                      <a:pt x="3" y="14"/>
                      <a:pt x="4" y="9"/>
                    </a:cubicBezTo>
                    <a:cubicBezTo>
                      <a:pt x="5" y="6"/>
                      <a:pt x="5" y="1"/>
                      <a:pt x="9" y="0"/>
                    </a:cubicBezTo>
                    <a:cubicBezTo>
                      <a:pt x="12" y="0"/>
                      <a:pt x="16" y="2"/>
                      <a:pt x="18" y="4"/>
                    </a:cubicBezTo>
                    <a:cubicBezTo>
                      <a:pt x="18" y="4"/>
                      <a:pt x="11" y="1"/>
                      <a:pt x="9" y="1"/>
                    </a:cubicBezTo>
                    <a:cubicBezTo>
                      <a:pt x="7" y="2"/>
                      <a:pt x="0" y="13"/>
                      <a:pt x="9" y="23"/>
                    </a:cubicBezTo>
                    <a:cubicBezTo>
                      <a:pt x="18" y="34"/>
                      <a:pt x="17" y="27"/>
                      <a:pt x="20" y="34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153" name="Freeform 472">
                <a:extLst>
                  <a:ext uri="{FF2B5EF4-FFF2-40B4-BE49-F238E27FC236}">
                    <a16:creationId xmlns:a16="http://schemas.microsoft.com/office/drawing/2014/main" id="{9C5F3768-E95A-4B48-B7BB-C62BBF4AA1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2" y="1097"/>
                <a:ext cx="8" cy="29"/>
              </a:xfrm>
              <a:custGeom>
                <a:avLst/>
                <a:gdLst>
                  <a:gd name="T0" fmla="*/ 5 w 5"/>
                  <a:gd name="T1" fmla="*/ 65 h 16"/>
                  <a:gd name="T2" fmla="*/ 21 w 5"/>
                  <a:gd name="T3" fmla="*/ 96 h 16"/>
                  <a:gd name="T4" fmla="*/ 21 w 5"/>
                  <a:gd name="T5" fmla="*/ 13 h 16"/>
                  <a:gd name="T6" fmla="*/ 21 w 5"/>
                  <a:gd name="T7" fmla="*/ 13 h 16"/>
                  <a:gd name="T8" fmla="*/ 8 w 5"/>
                  <a:gd name="T9" fmla="*/ 29 h 16"/>
                  <a:gd name="T10" fmla="*/ 21 w 5"/>
                  <a:gd name="T11" fmla="*/ 89 h 16"/>
                  <a:gd name="T12" fmla="*/ 5 w 5"/>
                  <a:gd name="T13" fmla="*/ 65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" h="16">
                    <a:moveTo>
                      <a:pt x="1" y="11"/>
                    </a:moveTo>
                    <a:cubicBezTo>
                      <a:pt x="2" y="12"/>
                      <a:pt x="4" y="15"/>
                      <a:pt x="5" y="16"/>
                    </a:cubicBezTo>
                    <a:cubicBezTo>
                      <a:pt x="5" y="14"/>
                      <a:pt x="0" y="3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2" y="0"/>
                      <a:pt x="2" y="5"/>
                    </a:cubicBezTo>
                    <a:cubicBezTo>
                      <a:pt x="1" y="10"/>
                      <a:pt x="5" y="15"/>
                      <a:pt x="5" y="15"/>
                    </a:cubicBezTo>
                    <a:lnTo>
                      <a:pt x="1" y="1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154" name="Freeform 473">
                <a:extLst>
                  <a:ext uri="{FF2B5EF4-FFF2-40B4-BE49-F238E27FC236}">
                    <a16:creationId xmlns:a16="http://schemas.microsoft.com/office/drawing/2014/main" id="{F83F8C38-A23C-492F-BC2A-D183E3C189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1" y="1041"/>
                <a:ext cx="30" cy="42"/>
              </a:xfrm>
              <a:custGeom>
                <a:avLst/>
                <a:gdLst>
                  <a:gd name="T0" fmla="*/ 94 w 17"/>
                  <a:gd name="T1" fmla="*/ 7 h 24"/>
                  <a:gd name="T2" fmla="*/ 21 w 17"/>
                  <a:gd name="T3" fmla="*/ 21 h 24"/>
                  <a:gd name="T4" fmla="*/ 49 w 17"/>
                  <a:gd name="T5" fmla="*/ 130 h 24"/>
                  <a:gd name="T6" fmla="*/ 28 w 17"/>
                  <a:gd name="T7" fmla="*/ 49 h 24"/>
                  <a:gd name="T8" fmla="*/ 81 w 17"/>
                  <a:gd name="T9" fmla="*/ 16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24">
                    <a:moveTo>
                      <a:pt x="17" y="1"/>
                    </a:moveTo>
                    <a:cubicBezTo>
                      <a:pt x="13" y="1"/>
                      <a:pt x="7" y="0"/>
                      <a:pt x="4" y="4"/>
                    </a:cubicBezTo>
                    <a:cubicBezTo>
                      <a:pt x="0" y="10"/>
                      <a:pt x="4" y="20"/>
                      <a:pt x="9" y="24"/>
                    </a:cubicBezTo>
                    <a:cubicBezTo>
                      <a:pt x="4" y="21"/>
                      <a:pt x="3" y="13"/>
                      <a:pt x="5" y="9"/>
                    </a:cubicBezTo>
                    <a:cubicBezTo>
                      <a:pt x="7" y="5"/>
                      <a:pt x="10" y="2"/>
                      <a:pt x="15" y="3"/>
                    </a:cubicBezTo>
                  </a:path>
                </a:pathLst>
              </a:custGeom>
              <a:solidFill>
                <a:srgbClr val="6B2D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155" name="Freeform 474">
                <a:extLst>
                  <a:ext uri="{FF2B5EF4-FFF2-40B4-BE49-F238E27FC236}">
                    <a16:creationId xmlns:a16="http://schemas.microsoft.com/office/drawing/2014/main" id="{1430A7A8-562B-4904-BE8F-D018D459CC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7" y="1051"/>
                <a:ext cx="21" cy="32"/>
              </a:xfrm>
              <a:custGeom>
                <a:avLst/>
                <a:gdLst>
                  <a:gd name="T0" fmla="*/ 65 w 12"/>
                  <a:gd name="T1" fmla="*/ 21 h 18"/>
                  <a:gd name="T2" fmla="*/ 37 w 12"/>
                  <a:gd name="T3" fmla="*/ 12 h 18"/>
                  <a:gd name="T4" fmla="*/ 12 w 12"/>
                  <a:gd name="T5" fmla="*/ 12 h 18"/>
                  <a:gd name="T6" fmla="*/ 21 w 12"/>
                  <a:gd name="T7" fmla="*/ 57 h 18"/>
                  <a:gd name="T8" fmla="*/ 49 w 12"/>
                  <a:gd name="T9" fmla="*/ 101 h 18"/>
                  <a:gd name="T10" fmla="*/ 28 w 12"/>
                  <a:gd name="T11" fmla="*/ 44 h 18"/>
                  <a:gd name="T12" fmla="*/ 58 w 12"/>
                  <a:gd name="T13" fmla="*/ 21 h 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8">
                    <a:moveTo>
                      <a:pt x="12" y="4"/>
                    </a:moveTo>
                    <a:cubicBezTo>
                      <a:pt x="10" y="4"/>
                      <a:pt x="9" y="3"/>
                      <a:pt x="7" y="2"/>
                    </a:cubicBezTo>
                    <a:cubicBezTo>
                      <a:pt x="6" y="1"/>
                      <a:pt x="3" y="0"/>
                      <a:pt x="2" y="2"/>
                    </a:cubicBezTo>
                    <a:cubicBezTo>
                      <a:pt x="0" y="4"/>
                      <a:pt x="2" y="8"/>
                      <a:pt x="4" y="10"/>
                    </a:cubicBezTo>
                    <a:cubicBezTo>
                      <a:pt x="5" y="13"/>
                      <a:pt x="7" y="15"/>
                      <a:pt x="9" y="18"/>
                    </a:cubicBezTo>
                    <a:cubicBezTo>
                      <a:pt x="7" y="15"/>
                      <a:pt x="4" y="11"/>
                      <a:pt x="5" y="8"/>
                    </a:cubicBezTo>
                    <a:cubicBezTo>
                      <a:pt x="6" y="5"/>
                      <a:pt x="9" y="3"/>
                      <a:pt x="11" y="4"/>
                    </a:cubicBezTo>
                  </a:path>
                </a:pathLst>
              </a:custGeom>
              <a:solidFill>
                <a:srgbClr val="7E39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156" name="Freeform 475">
                <a:extLst>
                  <a:ext uri="{FF2B5EF4-FFF2-40B4-BE49-F238E27FC236}">
                    <a16:creationId xmlns:a16="http://schemas.microsoft.com/office/drawing/2014/main" id="{601C6B92-6248-4241-950C-6167EF886F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0" y="1087"/>
                <a:ext cx="5" cy="21"/>
              </a:xfrm>
              <a:custGeom>
                <a:avLst/>
                <a:gdLst>
                  <a:gd name="T0" fmla="*/ 13 w 3"/>
                  <a:gd name="T1" fmla="*/ 44 h 12"/>
                  <a:gd name="T2" fmla="*/ 8 w 3"/>
                  <a:gd name="T3" fmla="*/ 65 h 12"/>
                  <a:gd name="T4" fmla="*/ 0 w 3"/>
                  <a:gd name="T5" fmla="*/ 33 h 12"/>
                  <a:gd name="T6" fmla="*/ 8 w 3"/>
                  <a:gd name="T7" fmla="*/ 0 h 12"/>
                  <a:gd name="T8" fmla="*/ 13 w 3"/>
                  <a:gd name="T9" fmla="*/ 37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12">
                    <a:moveTo>
                      <a:pt x="3" y="8"/>
                    </a:moveTo>
                    <a:cubicBezTo>
                      <a:pt x="2" y="8"/>
                      <a:pt x="2" y="10"/>
                      <a:pt x="2" y="12"/>
                    </a:cubicBezTo>
                    <a:cubicBezTo>
                      <a:pt x="1" y="11"/>
                      <a:pt x="0" y="7"/>
                      <a:pt x="0" y="6"/>
                    </a:cubicBezTo>
                    <a:cubicBezTo>
                      <a:pt x="0" y="4"/>
                      <a:pt x="0" y="1"/>
                      <a:pt x="2" y="0"/>
                    </a:cubicBezTo>
                    <a:cubicBezTo>
                      <a:pt x="3" y="2"/>
                      <a:pt x="3" y="5"/>
                      <a:pt x="3" y="7"/>
                    </a:cubicBezTo>
                  </a:path>
                </a:pathLst>
              </a:custGeom>
              <a:solidFill>
                <a:srgbClr val="7E39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157" name="Freeform 476">
                <a:extLst>
                  <a:ext uri="{FF2B5EF4-FFF2-40B4-BE49-F238E27FC236}">
                    <a16:creationId xmlns:a16="http://schemas.microsoft.com/office/drawing/2014/main" id="{BDAE122F-7555-4557-AAEB-EB454676A8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1" y="1037"/>
                <a:ext cx="76" cy="122"/>
              </a:xfrm>
              <a:custGeom>
                <a:avLst/>
                <a:gdLst>
                  <a:gd name="T0" fmla="*/ 72 w 43"/>
                  <a:gd name="T1" fmla="*/ 44 h 69"/>
                  <a:gd name="T2" fmla="*/ 127 w 43"/>
                  <a:gd name="T3" fmla="*/ 12 h 69"/>
                  <a:gd name="T4" fmla="*/ 200 w 43"/>
                  <a:gd name="T5" fmla="*/ 7 h 69"/>
                  <a:gd name="T6" fmla="*/ 237 w 43"/>
                  <a:gd name="T7" fmla="*/ 78 h 69"/>
                  <a:gd name="T8" fmla="*/ 209 w 43"/>
                  <a:gd name="T9" fmla="*/ 200 h 69"/>
                  <a:gd name="T10" fmla="*/ 106 w 43"/>
                  <a:gd name="T11" fmla="*/ 331 h 69"/>
                  <a:gd name="T12" fmla="*/ 44 w 43"/>
                  <a:gd name="T13" fmla="*/ 375 h 69"/>
                  <a:gd name="T14" fmla="*/ 0 w 43"/>
                  <a:gd name="T15" fmla="*/ 316 h 6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3" h="69">
                    <a:moveTo>
                      <a:pt x="13" y="8"/>
                    </a:moveTo>
                    <a:cubicBezTo>
                      <a:pt x="16" y="7"/>
                      <a:pt x="19" y="3"/>
                      <a:pt x="23" y="2"/>
                    </a:cubicBezTo>
                    <a:cubicBezTo>
                      <a:pt x="27" y="0"/>
                      <a:pt x="32" y="0"/>
                      <a:pt x="36" y="1"/>
                    </a:cubicBezTo>
                    <a:cubicBezTo>
                      <a:pt x="41" y="3"/>
                      <a:pt x="42" y="9"/>
                      <a:pt x="43" y="14"/>
                    </a:cubicBezTo>
                    <a:cubicBezTo>
                      <a:pt x="43" y="21"/>
                      <a:pt x="42" y="31"/>
                      <a:pt x="38" y="36"/>
                    </a:cubicBezTo>
                    <a:cubicBezTo>
                      <a:pt x="31" y="45"/>
                      <a:pt x="25" y="51"/>
                      <a:pt x="19" y="60"/>
                    </a:cubicBezTo>
                    <a:cubicBezTo>
                      <a:pt x="17" y="64"/>
                      <a:pt x="14" y="69"/>
                      <a:pt x="8" y="68"/>
                    </a:cubicBezTo>
                    <a:cubicBezTo>
                      <a:pt x="2" y="68"/>
                      <a:pt x="2" y="61"/>
                      <a:pt x="0" y="57"/>
                    </a:cubicBezTo>
                  </a:path>
                </a:pathLst>
              </a:custGeom>
              <a:solidFill>
                <a:srgbClr val="75332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158" name="Freeform 477">
                <a:extLst>
                  <a:ext uri="{FF2B5EF4-FFF2-40B4-BE49-F238E27FC236}">
                    <a16:creationId xmlns:a16="http://schemas.microsoft.com/office/drawing/2014/main" id="{0234EAE9-E6FF-4BE3-B627-79BA517C96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1" y="1037"/>
                <a:ext cx="76" cy="122"/>
              </a:xfrm>
              <a:custGeom>
                <a:avLst/>
                <a:gdLst>
                  <a:gd name="T0" fmla="*/ 72 w 43"/>
                  <a:gd name="T1" fmla="*/ 44 h 69"/>
                  <a:gd name="T2" fmla="*/ 127 w 43"/>
                  <a:gd name="T3" fmla="*/ 12 h 69"/>
                  <a:gd name="T4" fmla="*/ 200 w 43"/>
                  <a:gd name="T5" fmla="*/ 7 h 69"/>
                  <a:gd name="T6" fmla="*/ 237 w 43"/>
                  <a:gd name="T7" fmla="*/ 78 h 69"/>
                  <a:gd name="T8" fmla="*/ 209 w 43"/>
                  <a:gd name="T9" fmla="*/ 200 h 69"/>
                  <a:gd name="T10" fmla="*/ 106 w 43"/>
                  <a:gd name="T11" fmla="*/ 331 h 69"/>
                  <a:gd name="T12" fmla="*/ 44 w 43"/>
                  <a:gd name="T13" fmla="*/ 375 h 69"/>
                  <a:gd name="T14" fmla="*/ 0 w 43"/>
                  <a:gd name="T15" fmla="*/ 316 h 6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3" h="69">
                    <a:moveTo>
                      <a:pt x="13" y="8"/>
                    </a:moveTo>
                    <a:cubicBezTo>
                      <a:pt x="16" y="7"/>
                      <a:pt x="19" y="3"/>
                      <a:pt x="23" y="2"/>
                    </a:cubicBezTo>
                    <a:cubicBezTo>
                      <a:pt x="27" y="0"/>
                      <a:pt x="32" y="0"/>
                      <a:pt x="36" y="1"/>
                    </a:cubicBezTo>
                    <a:cubicBezTo>
                      <a:pt x="41" y="3"/>
                      <a:pt x="42" y="9"/>
                      <a:pt x="43" y="14"/>
                    </a:cubicBezTo>
                    <a:cubicBezTo>
                      <a:pt x="43" y="21"/>
                      <a:pt x="42" y="31"/>
                      <a:pt x="38" y="36"/>
                    </a:cubicBezTo>
                    <a:cubicBezTo>
                      <a:pt x="31" y="45"/>
                      <a:pt x="25" y="51"/>
                      <a:pt x="19" y="60"/>
                    </a:cubicBezTo>
                    <a:cubicBezTo>
                      <a:pt x="17" y="64"/>
                      <a:pt x="14" y="69"/>
                      <a:pt x="8" y="68"/>
                    </a:cubicBezTo>
                    <a:cubicBezTo>
                      <a:pt x="2" y="68"/>
                      <a:pt x="2" y="61"/>
                      <a:pt x="0" y="57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159" name="Freeform 478">
                <a:extLst>
                  <a:ext uri="{FF2B5EF4-FFF2-40B4-BE49-F238E27FC236}">
                    <a16:creationId xmlns:a16="http://schemas.microsoft.com/office/drawing/2014/main" id="{A9D211EA-7BCC-42DA-8649-5E862C92E4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5" y="1050"/>
                <a:ext cx="35" cy="60"/>
              </a:xfrm>
              <a:custGeom>
                <a:avLst/>
                <a:gdLst>
                  <a:gd name="T0" fmla="*/ 0 w 20"/>
                  <a:gd name="T1" fmla="*/ 187 h 34"/>
                  <a:gd name="T2" fmla="*/ 65 w 20"/>
                  <a:gd name="T3" fmla="*/ 131 h 34"/>
                  <a:gd name="T4" fmla="*/ 86 w 20"/>
                  <a:gd name="T5" fmla="*/ 49 h 34"/>
                  <a:gd name="T6" fmla="*/ 58 w 20"/>
                  <a:gd name="T7" fmla="*/ 0 h 34"/>
                  <a:gd name="T8" fmla="*/ 12 w 20"/>
                  <a:gd name="T9" fmla="*/ 21 h 34"/>
                  <a:gd name="T10" fmla="*/ 58 w 20"/>
                  <a:gd name="T11" fmla="*/ 7 h 34"/>
                  <a:gd name="T12" fmla="*/ 58 w 20"/>
                  <a:gd name="T13" fmla="*/ 127 h 34"/>
                  <a:gd name="T14" fmla="*/ 0 w 20"/>
                  <a:gd name="T15" fmla="*/ 187 h 3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0" h="34">
                    <a:moveTo>
                      <a:pt x="0" y="34"/>
                    </a:moveTo>
                    <a:cubicBezTo>
                      <a:pt x="2" y="29"/>
                      <a:pt x="9" y="28"/>
                      <a:pt x="12" y="24"/>
                    </a:cubicBezTo>
                    <a:cubicBezTo>
                      <a:pt x="14" y="20"/>
                      <a:pt x="17" y="14"/>
                      <a:pt x="16" y="9"/>
                    </a:cubicBezTo>
                    <a:cubicBezTo>
                      <a:pt x="15" y="6"/>
                      <a:pt x="15" y="1"/>
                      <a:pt x="11" y="0"/>
                    </a:cubicBezTo>
                    <a:cubicBezTo>
                      <a:pt x="8" y="0"/>
                      <a:pt x="5" y="2"/>
                      <a:pt x="2" y="4"/>
                    </a:cubicBezTo>
                    <a:cubicBezTo>
                      <a:pt x="2" y="4"/>
                      <a:pt x="9" y="1"/>
                      <a:pt x="11" y="1"/>
                    </a:cubicBezTo>
                    <a:cubicBezTo>
                      <a:pt x="13" y="2"/>
                      <a:pt x="20" y="13"/>
                      <a:pt x="11" y="23"/>
                    </a:cubicBezTo>
                    <a:cubicBezTo>
                      <a:pt x="2" y="34"/>
                      <a:pt x="3" y="27"/>
                      <a:pt x="0" y="34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160" name="Freeform 479">
                <a:extLst>
                  <a:ext uri="{FF2B5EF4-FFF2-40B4-BE49-F238E27FC236}">
                    <a16:creationId xmlns:a16="http://schemas.microsoft.com/office/drawing/2014/main" id="{31DD15D6-13D4-400B-B666-DBE31390B9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6" y="1097"/>
                <a:ext cx="9" cy="29"/>
              </a:xfrm>
              <a:custGeom>
                <a:avLst/>
                <a:gdLst>
                  <a:gd name="T0" fmla="*/ 29 w 5"/>
                  <a:gd name="T1" fmla="*/ 65 h 16"/>
                  <a:gd name="T2" fmla="*/ 0 w 5"/>
                  <a:gd name="T3" fmla="*/ 96 h 16"/>
                  <a:gd name="T4" fmla="*/ 0 w 5"/>
                  <a:gd name="T5" fmla="*/ 13 h 16"/>
                  <a:gd name="T6" fmla="*/ 0 w 5"/>
                  <a:gd name="T7" fmla="*/ 13 h 16"/>
                  <a:gd name="T8" fmla="*/ 23 w 5"/>
                  <a:gd name="T9" fmla="*/ 29 h 16"/>
                  <a:gd name="T10" fmla="*/ 7 w 5"/>
                  <a:gd name="T11" fmla="*/ 89 h 16"/>
                  <a:gd name="T12" fmla="*/ 29 w 5"/>
                  <a:gd name="T13" fmla="*/ 65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" h="16">
                    <a:moveTo>
                      <a:pt x="5" y="11"/>
                    </a:moveTo>
                    <a:cubicBezTo>
                      <a:pt x="4" y="12"/>
                      <a:pt x="2" y="15"/>
                      <a:pt x="0" y="16"/>
                    </a:cubicBezTo>
                    <a:cubicBezTo>
                      <a:pt x="0" y="14"/>
                      <a:pt x="5" y="3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3" y="0"/>
                      <a:pt x="4" y="5"/>
                    </a:cubicBezTo>
                    <a:cubicBezTo>
                      <a:pt x="4" y="10"/>
                      <a:pt x="1" y="15"/>
                      <a:pt x="1" y="15"/>
                    </a:cubicBezTo>
                    <a:lnTo>
                      <a:pt x="5" y="1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161" name="Freeform 480">
                <a:extLst>
                  <a:ext uri="{FF2B5EF4-FFF2-40B4-BE49-F238E27FC236}">
                    <a16:creationId xmlns:a16="http://schemas.microsoft.com/office/drawing/2014/main" id="{E48AC1EA-7D9B-46DD-B8F5-4750910557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5" y="1041"/>
                <a:ext cx="32" cy="42"/>
              </a:xfrm>
              <a:custGeom>
                <a:avLst/>
                <a:gdLst>
                  <a:gd name="T0" fmla="*/ 0 w 18"/>
                  <a:gd name="T1" fmla="*/ 7 h 24"/>
                  <a:gd name="T2" fmla="*/ 73 w 18"/>
                  <a:gd name="T3" fmla="*/ 21 h 24"/>
                  <a:gd name="T4" fmla="*/ 50 w 18"/>
                  <a:gd name="T5" fmla="*/ 130 h 24"/>
                  <a:gd name="T6" fmla="*/ 66 w 18"/>
                  <a:gd name="T7" fmla="*/ 49 h 24"/>
                  <a:gd name="T8" fmla="*/ 16 w 18"/>
                  <a:gd name="T9" fmla="*/ 16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24">
                    <a:moveTo>
                      <a:pt x="0" y="1"/>
                    </a:moveTo>
                    <a:cubicBezTo>
                      <a:pt x="4" y="1"/>
                      <a:pt x="11" y="0"/>
                      <a:pt x="13" y="4"/>
                    </a:cubicBezTo>
                    <a:cubicBezTo>
                      <a:pt x="18" y="10"/>
                      <a:pt x="14" y="20"/>
                      <a:pt x="9" y="24"/>
                    </a:cubicBezTo>
                    <a:cubicBezTo>
                      <a:pt x="13" y="21"/>
                      <a:pt x="14" y="13"/>
                      <a:pt x="12" y="9"/>
                    </a:cubicBezTo>
                    <a:cubicBezTo>
                      <a:pt x="10" y="5"/>
                      <a:pt x="7" y="2"/>
                      <a:pt x="3" y="3"/>
                    </a:cubicBezTo>
                  </a:path>
                </a:pathLst>
              </a:custGeom>
              <a:solidFill>
                <a:srgbClr val="6B2D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162" name="Freeform 481">
                <a:extLst>
                  <a:ext uri="{FF2B5EF4-FFF2-40B4-BE49-F238E27FC236}">
                    <a16:creationId xmlns:a16="http://schemas.microsoft.com/office/drawing/2014/main" id="{2E011C82-D0B8-41A9-BA69-265C2C66EE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8" y="1051"/>
                <a:ext cx="22" cy="32"/>
              </a:xfrm>
              <a:custGeom>
                <a:avLst/>
                <a:gdLst>
                  <a:gd name="T0" fmla="*/ 0 w 12"/>
                  <a:gd name="T1" fmla="*/ 21 h 18"/>
                  <a:gd name="T2" fmla="*/ 31 w 12"/>
                  <a:gd name="T3" fmla="*/ 12 h 18"/>
                  <a:gd name="T4" fmla="*/ 61 w 12"/>
                  <a:gd name="T5" fmla="*/ 12 h 18"/>
                  <a:gd name="T6" fmla="*/ 57 w 12"/>
                  <a:gd name="T7" fmla="*/ 57 h 18"/>
                  <a:gd name="T8" fmla="*/ 20 w 12"/>
                  <a:gd name="T9" fmla="*/ 101 h 18"/>
                  <a:gd name="T10" fmla="*/ 44 w 12"/>
                  <a:gd name="T11" fmla="*/ 44 h 18"/>
                  <a:gd name="T12" fmla="*/ 7 w 12"/>
                  <a:gd name="T13" fmla="*/ 21 h 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8">
                    <a:moveTo>
                      <a:pt x="0" y="4"/>
                    </a:moveTo>
                    <a:cubicBezTo>
                      <a:pt x="2" y="4"/>
                      <a:pt x="4" y="3"/>
                      <a:pt x="5" y="2"/>
                    </a:cubicBezTo>
                    <a:cubicBezTo>
                      <a:pt x="7" y="1"/>
                      <a:pt x="9" y="0"/>
                      <a:pt x="10" y="2"/>
                    </a:cubicBezTo>
                    <a:cubicBezTo>
                      <a:pt x="12" y="4"/>
                      <a:pt x="10" y="8"/>
                      <a:pt x="9" y="10"/>
                    </a:cubicBezTo>
                    <a:cubicBezTo>
                      <a:pt x="7" y="13"/>
                      <a:pt x="5" y="15"/>
                      <a:pt x="3" y="18"/>
                    </a:cubicBezTo>
                    <a:cubicBezTo>
                      <a:pt x="6" y="15"/>
                      <a:pt x="8" y="11"/>
                      <a:pt x="7" y="8"/>
                    </a:cubicBezTo>
                    <a:cubicBezTo>
                      <a:pt x="7" y="5"/>
                      <a:pt x="3" y="3"/>
                      <a:pt x="1" y="4"/>
                    </a:cubicBezTo>
                  </a:path>
                </a:pathLst>
              </a:custGeom>
              <a:solidFill>
                <a:srgbClr val="7E39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163" name="Freeform 482">
                <a:extLst>
                  <a:ext uri="{FF2B5EF4-FFF2-40B4-BE49-F238E27FC236}">
                    <a16:creationId xmlns:a16="http://schemas.microsoft.com/office/drawing/2014/main" id="{166D2224-8F18-4FE6-8E3E-28D675AAAC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1" y="1087"/>
                <a:ext cx="5" cy="21"/>
              </a:xfrm>
              <a:custGeom>
                <a:avLst/>
                <a:gdLst>
                  <a:gd name="T0" fmla="*/ 0 w 3"/>
                  <a:gd name="T1" fmla="*/ 44 h 12"/>
                  <a:gd name="T2" fmla="*/ 5 w 3"/>
                  <a:gd name="T3" fmla="*/ 65 h 12"/>
                  <a:gd name="T4" fmla="*/ 13 w 3"/>
                  <a:gd name="T5" fmla="*/ 33 h 12"/>
                  <a:gd name="T6" fmla="*/ 8 w 3"/>
                  <a:gd name="T7" fmla="*/ 0 h 12"/>
                  <a:gd name="T8" fmla="*/ 0 w 3"/>
                  <a:gd name="T9" fmla="*/ 37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12">
                    <a:moveTo>
                      <a:pt x="0" y="8"/>
                    </a:moveTo>
                    <a:cubicBezTo>
                      <a:pt x="1" y="8"/>
                      <a:pt x="1" y="10"/>
                      <a:pt x="1" y="12"/>
                    </a:cubicBezTo>
                    <a:cubicBezTo>
                      <a:pt x="2" y="11"/>
                      <a:pt x="3" y="7"/>
                      <a:pt x="3" y="6"/>
                    </a:cubicBezTo>
                    <a:cubicBezTo>
                      <a:pt x="3" y="4"/>
                      <a:pt x="3" y="1"/>
                      <a:pt x="2" y="0"/>
                    </a:cubicBezTo>
                    <a:cubicBezTo>
                      <a:pt x="0" y="2"/>
                      <a:pt x="1" y="5"/>
                      <a:pt x="0" y="7"/>
                    </a:cubicBezTo>
                  </a:path>
                </a:pathLst>
              </a:custGeom>
              <a:solidFill>
                <a:srgbClr val="7E39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164" name="Freeform 483">
                <a:extLst>
                  <a:ext uri="{FF2B5EF4-FFF2-40B4-BE49-F238E27FC236}">
                    <a16:creationId xmlns:a16="http://schemas.microsoft.com/office/drawing/2014/main" id="{1BE84B04-DEF5-49E4-A5F8-13391A8729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" y="1214"/>
                <a:ext cx="981" cy="2820"/>
              </a:xfrm>
              <a:custGeom>
                <a:avLst/>
                <a:gdLst>
                  <a:gd name="T0" fmla="*/ 3037 w 551"/>
                  <a:gd name="T1" fmla="*/ 3977 h 1591"/>
                  <a:gd name="T2" fmla="*/ 2993 w 551"/>
                  <a:gd name="T3" fmla="*/ 3070 h 1591"/>
                  <a:gd name="T4" fmla="*/ 2850 w 551"/>
                  <a:gd name="T5" fmla="*/ 1969 h 1591"/>
                  <a:gd name="T6" fmla="*/ 2279 w 551"/>
                  <a:gd name="T7" fmla="*/ 456 h 1591"/>
                  <a:gd name="T8" fmla="*/ 1857 w 551"/>
                  <a:gd name="T9" fmla="*/ 21 h 1591"/>
                  <a:gd name="T10" fmla="*/ 1626 w 551"/>
                  <a:gd name="T11" fmla="*/ 160 h 1591"/>
                  <a:gd name="T12" fmla="*/ 1563 w 551"/>
                  <a:gd name="T13" fmla="*/ 167 h 1591"/>
                  <a:gd name="T14" fmla="*/ 1275 w 551"/>
                  <a:gd name="T15" fmla="*/ 37 h 1591"/>
                  <a:gd name="T16" fmla="*/ 1004 w 551"/>
                  <a:gd name="T17" fmla="*/ 452 h 1591"/>
                  <a:gd name="T18" fmla="*/ 450 w 551"/>
                  <a:gd name="T19" fmla="*/ 1065 h 1591"/>
                  <a:gd name="T20" fmla="*/ 194 w 551"/>
                  <a:gd name="T21" fmla="*/ 2327 h 1591"/>
                  <a:gd name="T22" fmla="*/ 101 w 551"/>
                  <a:gd name="T23" fmla="*/ 3437 h 1591"/>
                  <a:gd name="T24" fmla="*/ 12 w 551"/>
                  <a:gd name="T25" fmla="*/ 4245 h 1591"/>
                  <a:gd name="T26" fmla="*/ 64 w 551"/>
                  <a:gd name="T27" fmla="*/ 4392 h 1591"/>
                  <a:gd name="T28" fmla="*/ 296 w 551"/>
                  <a:gd name="T29" fmla="*/ 4584 h 1591"/>
                  <a:gd name="T30" fmla="*/ 390 w 551"/>
                  <a:gd name="T31" fmla="*/ 4539 h 1591"/>
                  <a:gd name="T32" fmla="*/ 426 w 551"/>
                  <a:gd name="T33" fmla="*/ 4499 h 1591"/>
                  <a:gd name="T34" fmla="*/ 418 w 551"/>
                  <a:gd name="T35" fmla="*/ 4288 h 1591"/>
                  <a:gd name="T36" fmla="*/ 349 w 551"/>
                  <a:gd name="T37" fmla="*/ 3880 h 1591"/>
                  <a:gd name="T38" fmla="*/ 580 w 551"/>
                  <a:gd name="T39" fmla="*/ 2379 h 1591"/>
                  <a:gd name="T40" fmla="*/ 780 w 551"/>
                  <a:gd name="T41" fmla="*/ 1854 h 1591"/>
                  <a:gd name="T42" fmla="*/ 773 w 551"/>
                  <a:gd name="T43" fmla="*/ 2740 h 1591"/>
                  <a:gd name="T44" fmla="*/ 678 w 551"/>
                  <a:gd name="T45" fmla="*/ 4144 h 1591"/>
                  <a:gd name="T46" fmla="*/ 881 w 551"/>
                  <a:gd name="T47" fmla="*/ 5739 h 1591"/>
                  <a:gd name="T48" fmla="*/ 942 w 551"/>
                  <a:gd name="T49" fmla="*/ 7239 h 1591"/>
                  <a:gd name="T50" fmla="*/ 1113 w 551"/>
                  <a:gd name="T51" fmla="*/ 8253 h 1591"/>
                  <a:gd name="T52" fmla="*/ 926 w 551"/>
                  <a:gd name="T53" fmla="*/ 8651 h 1591"/>
                  <a:gd name="T54" fmla="*/ 983 w 551"/>
                  <a:gd name="T55" fmla="*/ 8800 h 1591"/>
                  <a:gd name="T56" fmla="*/ 1259 w 551"/>
                  <a:gd name="T57" fmla="*/ 8822 h 1591"/>
                  <a:gd name="T58" fmla="*/ 1519 w 551"/>
                  <a:gd name="T59" fmla="*/ 8650 h 1591"/>
                  <a:gd name="T60" fmla="*/ 1528 w 551"/>
                  <a:gd name="T61" fmla="*/ 8354 h 1591"/>
                  <a:gd name="T62" fmla="*/ 1490 w 551"/>
                  <a:gd name="T63" fmla="*/ 8065 h 1591"/>
                  <a:gd name="T64" fmla="*/ 1503 w 551"/>
                  <a:gd name="T65" fmla="*/ 6425 h 1591"/>
                  <a:gd name="T66" fmla="*/ 1503 w 551"/>
                  <a:gd name="T67" fmla="*/ 5507 h 1591"/>
                  <a:gd name="T68" fmla="*/ 1503 w 551"/>
                  <a:gd name="T69" fmla="*/ 4176 h 1591"/>
                  <a:gd name="T70" fmla="*/ 1553 w 551"/>
                  <a:gd name="T71" fmla="*/ 4181 h 1591"/>
                  <a:gd name="T72" fmla="*/ 1620 w 551"/>
                  <a:gd name="T73" fmla="*/ 4172 h 1591"/>
                  <a:gd name="T74" fmla="*/ 1613 w 551"/>
                  <a:gd name="T75" fmla="*/ 4750 h 1591"/>
                  <a:gd name="T76" fmla="*/ 1626 w 551"/>
                  <a:gd name="T77" fmla="*/ 5982 h 1591"/>
                  <a:gd name="T78" fmla="*/ 1686 w 551"/>
                  <a:gd name="T79" fmla="*/ 7719 h 1591"/>
                  <a:gd name="T80" fmla="*/ 1608 w 551"/>
                  <a:gd name="T81" fmla="*/ 8240 h 1591"/>
                  <a:gd name="T82" fmla="*/ 1576 w 551"/>
                  <a:gd name="T83" fmla="*/ 8513 h 1591"/>
                  <a:gd name="T84" fmla="*/ 1654 w 551"/>
                  <a:gd name="T85" fmla="*/ 8809 h 1591"/>
                  <a:gd name="T86" fmla="*/ 1998 w 551"/>
                  <a:gd name="T87" fmla="*/ 8825 h 1591"/>
                  <a:gd name="T88" fmla="*/ 2185 w 551"/>
                  <a:gd name="T89" fmla="*/ 8731 h 1591"/>
                  <a:gd name="T90" fmla="*/ 2031 w 551"/>
                  <a:gd name="T91" fmla="*/ 8432 h 1591"/>
                  <a:gd name="T92" fmla="*/ 2019 w 551"/>
                  <a:gd name="T93" fmla="*/ 7946 h 1591"/>
                  <a:gd name="T94" fmla="*/ 2218 w 551"/>
                  <a:gd name="T95" fmla="*/ 6165 h 1591"/>
                  <a:gd name="T96" fmla="*/ 2371 w 551"/>
                  <a:gd name="T97" fmla="*/ 4917 h 1591"/>
                  <a:gd name="T98" fmla="*/ 2421 w 551"/>
                  <a:gd name="T99" fmla="*/ 3396 h 1591"/>
                  <a:gd name="T100" fmla="*/ 2315 w 551"/>
                  <a:gd name="T101" fmla="*/ 2372 h 1591"/>
                  <a:gd name="T102" fmla="*/ 2416 w 551"/>
                  <a:gd name="T103" fmla="*/ 1854 h 1591"/>
                  <a:gd name="T104" fmla="*/ 2660 w 551"/>
                  <a:gd name="T105" fmla="*/ 3070 h 1591"/>
                  <a:gd name="T106" fmla="*/ 2733 w 551"/>
                  <a:gd name="T107" fmla="*/ 4025 h 1591"/>
                  <a:gd name="T108" fmla="*/ 2704 w 551"/>
                  <a:gd name="T109" fmla="*/ 4454 h 1591"/>
                  <a:gd name="T110" fmla="*/ 2681 w 551"/>
                  <a:gd name="T111" fmla="*/ 4527 h 1591"/>
                  <a:gd name="T112" fmla="*/ 2685 w 551"/>
                  <a:gd name="T113" fmla="*/ 4621 h 1591"/>
                  <a:gd name="T114" fmla="*/ 2973 w 551"/>
                  <a:gd name="T115" fmla="*/ 4499 h 1591"/>
                  <a:gd name="T116" fmla="*/ 3075 w 551"/>
                  <a:gd name="T117" fmla="*/ 4316 h 1591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0" t="0" r="r" b="b"/>
                <a:pathLst>
                  <a:path w="551" h="1591">
                    <a:moveTo>
                      <a:pt x="549" y="762"/>
                    </a:moveTo>
                    <a:cubicBezTo>
                      <a:pt x="547" y="758"/>
                      <a:pt x="543" y="730"/>
                      <a:pt x="538" y="714"/>
                    </a:cubicBezTo>
                    <a:cubicBezTo>
                      <a:pt x="535" y="701"/>
                      <a:pt x="531" y="644"/>
                      <a:pt x="533" y="617"/>
                    </a:cubicBezTo>
                    <a:cubicBezTo>
                      <a:pt x="535" y="597"/>
                      <a:pt x="530" y="565"/>
                      <a:pt x="530" y="551"/>
                    </a:cubicBezTo>
                    <a:cubicBezTo>
                      <a:pt x="531" y="473"/>
                      <a:pt x="521" y="433"/>
                      <a:pt x="518" y="418"/>
                    </a:cubicBezTo>
                    <a:cubicBezTo>
                      <a:pt x="514" y="404"/>
                      <a:pt x="512" y="385"/>
                      <a:pt x="505" y="354"/>
                    </a:cubicBezTo>
                    <a:cubicBezTo>
                      <a:pt x="476" y="219"/>
                      <a:pt x="462" y="145"/>
                      <a:pt x="454" y="124"/>
                    </a:cubicBezTo>
                    <a:cubicBezTo>
                      <a:pt x="448" y="110"/>
                      <a:pt x="435" y="87"/>
                      <a:pt x="404" y="82"/>
                    </a:cubicBezTo>
                    <a:cubicBezTo>
                      <a:pt x="392" y="80"/>
                      <a:pt x="382" y="79"/>
                      <a:pt x="373" y="76"/>
                    </a:cubicBezTo>
                    <a:cubicBezTo>
                      <a:pt x="352" y="68"/>
                      <a:pt x="324" y="56"/>
                      <a:pt x="329" y="4"/>
                    </a:cubicBezTo>
                    <a:cubicBezTo>
                      <a:pt x="327" y="6"/>
                      <a:pt x="328" y="5"/>
                      <a:pt x="325" y="7"/>
                    </a:cubicBezTo>
                    <a:cubicBezTo>
                      <a:pt x="314" y="17"/>
                      <a:pt x="300" y="27"/>
                      <a:pt x="288" y="29"/>
                    </a:cubicBezTo>
                    <a:cubicBezTo>
                      <a:pt x="284" y="30"/>
                      <a:pt x="279" y="29"/>
                      <a:pt x="276" y="29"/>
                    </a:cubicBezTo>
                    <a:cubicBezTo>
                      <a:pt x="277" y="30"/>
                      <a:pt x="277" y="30"/>
                      <a:pt x="277" y="30"/>
                    </a:cubicBezTo>
                    <a:cubicBezTo>
                      <a:pt x="277" y="30"/>
                      <a:pt x="266" y="29"/>
                      <a:pt x="262" y="29"/>
                    </a:cubicBezTo>
                    <a:cubicBezTo>
                      <a:pt x="250" y="27"/>
                      <a:pt x="237" y="17"/>
                      <a:pt x="226" y="7"/>
                    </a:cubicBezTo>
                    <a:cubicBezTo>
                      <a:pt x="223" y="5"/>
                      <a:pt x="221" y="3"/>
                      <a:pt x="219" y="0"/>
                    </a:cubicBezTo>
                    <a:cubicBezTo>
                      <a:pt x="237" y="59"/>
                      <a:pt x="198" y="75"/>
                      <a:pt x="178" y="81"/>
                    </a:cubicBezTo>
                    <a:cubicBezTo>
                      <a:pt x="168" y="83"/>
                      <a:pt x="127" y="84"/>
                      <a:pt x="106" y="112"/>
                    </a:cubicBezTo>
                    <a:cubicBezTo>
                      <a:pt x="97" y="124"/>
                      <a:pt x="84" y="169"/>
                      <a:pt x="80" y="191"/>
                    </a:cubicBezTo>
                    <a:cubicBezTo>
                      <a:pt x="76" y="214"/>
                      <a:pt x="55" y="305"/>
                      <a:pt x="48" y="338"/>
                    </a:cubicBezTo>
                    <a:cubicBezTo>
                      <a:pt x="42" y="369"/>
                      <a:pt x="37" y="404"/>
                      <a:pt x="34" y="418"/>
                    </a:cubicBezTo>
                    <a:cubicBezTo>
                      <a:pt x="30" y="433"/>
                      <a:pt x="17" y="473"/>
                      <a:pt x="17" y="551"/>
                    </a:cubicBezTo>
                    <a:cubicBezTo>
                      <a:pt x="18" y="564"/>
                      <a:pt x="17" y="597"/>
                      <a:pt x="18" y="617"/>
                    </a:cubicBezTo>
                    <a:cubicBezTo>
                      <a:pt x="21" y="644"/>
                      <a:pt x="17" y="701"/>
                      <a:pt x="13" y="714"/>
                    </a:cubicBezTo>
                    <a:cubicBezTo>
                      <a:pt x="8" y="730"/>
                      <a:pt x="4" y="758"/>
                      <a:pt x="2" y="762"/>
                    </a:cubicBezTo>
                    <a:cubicBezTo>
                      <a:pt x="0" y="766"/>
                      <a:pt x="4" y="771"/>
                      <a:pt x="7" y="775"/>
                    </a:cubicBezTo>
                    <a:cubicBezTo>
                      <a:pt x="9" y="779"/>
                      <a:pt x="8" y="783"/>
                      <a:pt x="11" y="789"/>
                    </a:cubicBezTo>
                    <a:cubicBezTo>
                      <a:pt x="13" y="794"/>
                      <a:pt x="21" y="803"/>
                      <a:pt x="24" y="808"/>
                    </a:cubicBezTo>
                    <a:cubicBezTo>
                      <a:pt x="28" y="814"/>
                      <a:pt x="41" y="820"/>
                      <a:pt x="52" y="823"/>
                    </a:cubicBezTo>
                    <a:cubicBezTo>
                      <a:pt x="60" y="826"/>
                      <a:pt x="74" y="833"/>
                      <a:pt x="75" y="830"/>
                    </a:cubicBezTo>
                    <a:cubicBezTo>
                      <a:pt x="78" y="823"/>
                      <a:pt x="75" y="818"/>
                      <a:pt x="69" y="815"/>
                    </a:cubicBezTo>
                    <a:cubicBezTo>
                      <a:pt x="66" y="813"/>
                      <a:pt x="74" y="820"/>
                      <a:pt x="76" y="813"/>
                    </a:cubicBezTo>
                    <a:cubicBezTo>
                      <a:pt x="77" y="812"/>
                      <a:pt x="77" y="811"/>
                      <a:pt x="75" y="808"/>
                    </a:cubicBezTo>
                    <a:cubicBezTo>
                      <a:pt x="76" y="804"/>
                      <a:pt x="75" y="804"/>
                      <a:pt x="73" y="800"/>
                    </a:cubicBezTo>
                    <a:cubicBezTo>
                      <a:pt x="78" y="799"/>
                      <a:pt x="76" y="779"/>
                      <a:pt x="74" y="770"/>
                    </a:cubicBezTo>
                    <a:cubicBezTo>
                      <a:pt x="75" y="762"/>
                      <a:pt x="75" y="738"/>
                      <a:pt x="69" y="722"/>
                    </a:cubicBezTo>
                    <a:cubicBezTo>
                      <a:pt x="65" y="712"/>
                      <a:pt x="62" y="704"/>
                      <a:pt x="62" y="697"/>
                    </a:cubicBezTo>
                    <a:cubicBezTo>
                      <a:pt x="59" y="683"/>
                      <a:pt x="72" y="579"/>
                      <a:pt x="82" y="550"/>
                    </a:cubicBezTo>
                    <a:cubicBezTo>
                      <a:pt x="102" y="489"/>
                      <a:pt x="101" y="438"/>
                      <a:pt x="103" y="427"/>
                    </a:cubicBezTo>
                    <a:cubicBezTo>
                      <a:pt x="105" y="416"/>
                      <a:pt x="136" y="268"/>
                      <a:pt x="141" y="243"/>
                    </a:cubicBezTo>
                    <a:cubicBezTo>
                      <a:pt x="138" y="333"/>
                      <a:pt x="138" y="333"/>
                      <a:pt x="138" y="333"/>
                    </a:cubicBezTo>
                    <a:cubicBezTo>
                      <a:pt x="140" y="364"/>
                      <a:pt x="139" y="404"/>
                      <a:pt x="140" y="420"/>
                    </a:cubicBezTo>
                    <a:cubicBezTo>
                      <a:pt x="141" y="442"/>
                      <a:pt x="135" y="454"/>
                      <a:pt x="137" y="492"/>
                    </a:cubicBezTo>
                    <a:cubicBezTo>
                      <a:pt x="138" y="513"/>
                      <a:pt x="135" y="558"/>
                      <a:pt x="126" y="607"/>
                    </a:cubicBezTo>
                    <a:cubicBezTo>
                      <a:pt x="117" y="645"/>
                      <a:pt x="122" y="672"/>
                      <a:pt x="120" y="744"/>
                    </a:cubicBezTo>
                    <a:cubicBezTo>
                      <a:pt x="120" y="794"/>
                      <a:pt x="122" y="825"/>
                      <a:pt x="128" y="884"/>
                    </a:cubicBezTo>
                    <a:cubicBezTo>
                      <a:pt x="134" y="934"/>
                      <a:pt x="149" y="995"/>
                      <a:pt x="156" y="1031"/>
                    </a:cubicBezTo>
                    <a:cubicBezTo>
                      <a:pt x="163" y="1067"/>
                      <a:pt x="157" y="1084"/>
                      <a:pt x="159" y="1107"/>
                    </a:cubicBezTo>
                    <a:cubicBezTo>
                      <a:pt x="160" y="1131"/>
                      <a:pt x="148" y="1219"/>
                      <a:pt x="167" y="1300"/>
                    </a:cubicBezTo>
                    <a:cubicBezTo>
                      <a:pt x="182" y="1365"/>
                      <a:pt x="189" y="1411"/>
                      <a:pt x="193" y="1427"/>
                    </a:cubicBezTo>
                    <a:cubicBezTo>
                      <a:pt x="201" y="1461"/>
                      <a:pt x="194" y="1465"/>
                      <a:pt x="197" y="1482"/>
                    </a:cubicBezTo>
                    <a:cubicBezTo>
                      <a:pt x="201" y="1500"/>
                      <a:pt x="201" y="1498"/>
                      <a:pt x="192" y="1514"/>
                    </a:cubicBezTo>
                    <a:cubicBezTo>
                      <a:pt x="183" y="1525"/>
                      <a:pt x="169" y="1549"/>
                      <a:pt x="164" y="1554"/>
                    </a:cubicBezTo>
                    <a:cubicBezTo>
                      <a:pt x="159" y="1559"/>
                      <a:pt x="162" y="1565"/>
                      <a:pt x="164" y="1568"/>
                    </a:cubicBezTo>
                    <a:cubicBezTo>
                      <a:pt x="161" y="1576"/>
                      <a:pt x="171" y="1580"/>
                      <a:pt x="174" y="1580"/>
                    </a:cubicBezTo>
                    <a:cubicBezTo>
                      <a:pt x="173" y="1590"/>
                      <a:pt x="192" y="1589"/>
                      <a:pt x="197" y="1585"/>
                    </a:cubicBezTo>
                    <a:cubicBezTo>
                      <a:pt x="202" y="1590"/>
                      <a:pt x="217" y="1590"/>
                      <a:pt x="223" y="1584"/>
                    </a:cubicBezTo>
                    <a:cubicBezTo>
                      <a:pt x="232" y="1591"/>
                      <a:pt x="248" y="1591"/>
                      <a:pt x="258" y="1582"/>
                    </a:cubicBezTo>
                    <a:cubicBezTo>
                      <a:pt x="269" y="1572"/>
                      <a:pt x="270" y="1563"/>
                      <a:pt x="269" y="1553"/>
                    </a:cubicBezTo>
                    <a:cubicBezTo>
                      <a:pt x="267" y="1544"/>
                      <a:pt x="270" y="1541"/>
                      <a:pt x="272" y="1529"/>
                    </a:cubicBezTo>
                    <a:cubicBezTo>
                      <a:pt x="274" y="1518"/>
                      <a:pt x="276" y="1509"/>
                      <a:pt x="271" y="1500"/>
                    </a:cubicBezTo>
                    <a:cubicBezTo>
                      <a:pt x="267" y="1492"/>
                      <a:pt x="266" y="1488"/>
                      <a:pt x="266" y="1480"/>
                    </a:cubicBezTo>
                    <a:cubicBezTo>
                      <a:pt x="266" y="1471"/>
                      <a:pt x="270" y="1459"/>
                      <a:pt x="264" y="1448"/>
                    </a:cubicBezTo>
                    <a:cubicBezTo>
                      <a:pt x="258" y="1438"/>
                      <a:pt x="251" y="1413"/>
                      <a:pt x="253" y="1386"/>
                    </a:cubicBezTo>
                    <a:cubicBezTo>
                      <a:pt x="254" y="1359"/>
                      <a:pt x="276" y="1206"/>
                      <a:pt x="266" y="1154"/>
                    </a:cubicBezTo>
                    <a:cubicBezTo>
                      <a:pt x="257" y="1102"/>
                      <a:pt x="261" y="1091"/>
                      <a:pt x="263" y="1074"/>
                    </a:cubicBezTo>
                    <a:cubicBezTo>
                      <a:pt x="265" y="1056"/>
                      <a:pt x="271" y="1027"/>
                      <a:pt x="266" y="989"/>
                    </a:cubicBezTo>
                    <a:cubicBezTo>
                      <a:pt x="264" y="975"/>
                      <a:pt x="264" y="914"/>
                      <a:pt x="265" y="853"/>
                    </a:cubicBezTo>
                    <a:cubicBezTo>
                      <a:pt x="265" y="813"/>
                      <a:pt x="266" y="763"/>
                      <a:pt x="266" y="750"/>
                    </a:cubicBezTo>
                    <a:cubicBezTo>
                      <a:pt x="266" y="750"/>
                      <a:pt x="266" y="750"/>
                      <a:pt x="266" y="750"/>
                    </a:cubicBezTo>
                    <a:cubicBezTo>
                      <a:pt x="269" y="751"/>
                      <a:pt x="272" y="751"/>
                      <a:pt x="275" y="751"/>
                    </a:cubicBezTo>
                    <a:cubicBezTo>
                      <a:pt x="275" y="751"/>
                      <a:pt x="275" y="751"/>
                      <a:pt x="275" y="751"/>
                    </a:cubicBezTo>
                    <a:cubicBezTo>
                      <a:pt x="279" y="751"/>
                      <a:pt x="283" y="750"/>
                      <a:pt x="287" y="749"/>
                    </a:cubicBezTo>
                    <a:cubicBezTo>
                      <a:pt x="286" y="750"/>
                      <a:pt x="286" y="750"/>
                      <a:pt x="286" y="750"/>
                    </a:cubicBezTo>
                    <a:cubicBezTo>
                      <a:pt x="284" y="759"/>
                      <a:pt x="286" y="813"/>
                      <a:pt x="286" y="853"/>
                    </a:cubicBezTo>
                    <a:cubicBezTo>
                      <a:pt x="287" y="914"/>
                      <a:pt x="288" y="975"/>
                      <a:pt x="286" y="989"/>
                    </a:cubicBezTo>
                    <a:cubicBezTo>
                      <a:pt x="280" y="1027"/>
                      <a:pt x="286" y="1056"/>
                      <a:pt x="288" y="1074"/>
                    </a:cubicBezTo>
                    <a:cubicBezTo>
                      <a:pt x="291" y="1091"/>
                      <a:pt x="294" y="1102"/>
                      <a:pt x="285" y="1154"/>
                    </a:cubicBezTo>
                    <a:cubicBezTo>
                      <a:pt x="276" y="1206"/>
                      <a:pt x="298" y="1359"/>
                      <a:pt x="299" y="1386"/>
                    </a:cubicBezTo>
                    <a:cubicBezTo>
                      <a:pt x="300" y="1413"/>
                      <a:pt x="293" y="1438"/>
                      <a:pt x="287" y="1448"/>
                    </a:cubicBezTo>
                    <a:cubicBezTo>
                      <a:pt x="282" y="1459"/>
                      <a:pt x="285" y="1471"/>
                      <a:pt x="285" y="1480"/>
                    </a:cubicBezTo>
                    <a:cubicBezTo>
                      <a:pt x="285" y="1488"/>
                      <a:pt x="285" y="1492"/>
                      <a:pt x="280" y="1500"/>
                    </a:cubicBezTo>
                    <a:cubicBezTo>
                      <a:pt x="275" y="1509"/>
                      <a:pt x="277" y="1518"/>
                      <a:pt x="279" y="1529"/>
                    </a:cubicBezTo>
                    <a:cubicBezTo>
                      <a:pt x="282" y="1541"/>
                      <a:pt x="284" y="1544"/>
                      <a:pt x="283" y="1553"/>
                    </a:cubicBezTo>
                    <a:cubicBezTo>
                      <a:pt x="282" y="1563"/>
                      <a:pt x="283" y="1572"/>
                      <a:pt x="293" y="1582"/>
                    </a:cubicBezTo>
                    <a:cubicBezTo>
                      <a:pt x="303" y="1591"/>
                      <a:pt x="320" y="1591"/>
                      <a:pt x="329" y="1584"/>
                    </a:cubicBezTo>
                    <a:cubicBezTo>
                      <a:pt x="334" y="1590"/>
                      <a:pt x="349" y="1590"/>
                      <a:pt x="354" y="1585"/>
                    </a:cubicBezTo>
                    <a:cubicBezTo>
                      <a:pt x="359" y="1589"/>
                      <a:pt x="378" y="1590"/>
                      <a:pt x="377" y="1580"/>
                    </a:cubicBezTo>
                    <a:cubicBezTo>
                      <a:pt x="381" y="1580"/>
                      <a:pt x="391" y="1576"/>
                      <a:pt x="387" y="1568"/>
                    </a:cubicBezTo>
                    <a:cubicBezTo>
                      <a:pt x="390" y="1565"/>
                      <a:pt x="392" y="1559"/>
                      <a:pt x="387" y="1554"/>
                    </a:cubicBezTo>
                    <a:cubicBezTo>
                      <a:pt x="383" y="1549"/>
                      <a:pt x="368" y="1525"/>
                      <a:pt x="360" y="1514"/>
                    </a:cubicBezTo>
                    <a:cubicBezTo>
                      <a:pt x="350" y="1498"/>
                      <a:pt x="350" y="1500"/>
                      <a:pt x="354" y="1482"/>
                    </a:cubicBezTo>
                    <a:cubicBezTo>
                      <a:pt x="357" y="1465"/>
                      <a:pt x="350" y="1461"/>
                      <a:pt x="358" y="1427"/>
                    </a:cubicBezTo>
                    <a:cubicBezTo>
                      <a:pt x="362" y="1411"/>
                      <a:pt x="370" y="1372"/>
                      <a:pt x="383" y="1305"/>
                    </a:cubicBezTo>
                    <a:cubicBezTo>
                      <a:pt x="397" y="1239"/>
                      <a:pt x="391" y="1131"/>
                      <a:pt x="393" y="1107"/>
                    </a:cubicBezTo>
                    <a:cubicBezTo>
                      <a:pt x="394" y="1084"/>
                      <a:pt x="387" y="1069"/>
                      <a:pt x="394" y="1033"/>
                    </a:cubicBezTo>
                    <a:cubicBezTo>
                      <a:pt x="401" y="997"/>
                      <a:pt x="412" y="933"/>
                      <a:pt x="420" y="883"/>
                    </a:cubicBezTo>
                    <a:cubicBezTo>
                      <a:pt x="430" y="811"/>
                      <a:pt x="429" y="790"/>
                      <a:pt x="432" y="752"/>
                    </a:cubicBezTo>
                    <a:cubicBezTo>
                      <a:pt x="438" y="676"/>
                      <a:pt x="434" y="651"/>
                      <a:pt x="429" y="610"/>
                    </a:cubicBezTo>
                    <a:cubicBezTo>
                      <a:pt x="420" y="561"/>
                      <a:pt x="419" y="514"/>
                      <a:pt x="419" y="493"/>
                    </a:cubicBezTo>
                    <a:cubicBezTo>
                      <a:pt x="419" y="467"/>
                      <a:pt x="409" y="448"/>
                      <a:pt x="410" y="426"/>
                    </a:cubicBezTo>
                    <a:cubicBezTo>
                      <a:pt x="411" y="410"/>
                      <a:pt x="410" y="267"/>
                      <a:pt x="404" y="226"/>
                    </a:cubicBezTo>
                    <a:cubicBezTo>
                      <a:pt x="428" y="333"/>
                      <a:pt x="428" y="333"/>
                      <a:pt x="428" y="333"/>
                    </a:cubicBezTo>
                    <a:cubicBezTo>
                      <a:pt x="433" y="358"/>
                      <a:pt x="446" y="416"/>
                      <a:pt x="448" y="427"/>
                    </a:cubicBezTo>
                    <a:cubicBezTo>
                      <a:pt x="451" y="438"/>
                      <a:pt x="452" y="490"/>
                      <a:pt x="471" y="551"/>
                    </a:cubicBezTo>
                    <a:cubicBezTo>
                      <a:pt x="482" y="580"/>
                      <a:pt x="492" y="683"/>
                      <a:pt x="489" y="697"/>
                    </a:cubicBezTo>
                    <a:cubicBezTo>
                      <a:pt x="490" y="704"/>
                      <a:pt x="488" y="713"/>
                      <a:pt x="484" y="723"/>
                    </a:cubicBezTo>
                    <a:cubicBezTo>
                      <a:pt x="478" y="739"/>
                      <a:pt x="477" y="762"/>
                      <a:pt x="477" y="770"/>
                    </a:cubicBezTo>
                    <a:cubicBezTo>
                      <a:pt x="475" y="779"/>
                      <a:pt x="470" y="797"/>
                      <a:pt x="479" y="800"/>
                    </a:cubicBezTo>
                    <a:cubicBezTo>
                      <a:pt x="476" y="804"/>
                      <a:pt x="475" y="804"/>
                      <a:pt x="476" y="808"/>
                    </a:cubicBezTo>
                    <a:cubicBezTo>
                      <a:pt x="474" y="811"/>
                      <a:pt x="474" y="812"/>
                      <a:pt x="475" y="813"/>
                    </a:cubicBezTo>
                    <a:cubicBezTo>
                      <a:pt x="477" y="820"/>
                      <a:pt x="487" y="812"/>
                      <a:pt x="483" y="814"/>
                    </a:cubicBezTo>
                    <a:cubicBezTo>
                      <a:pt x="478" y="817"/>
                      <a:pt x="473" y="823"/>
                      <a:pt x="476" y="830"/>
                    </a:cubicBezTo>
                    <a:cubicBezTo>
                      <a:pt x="477" y="833"/>
                      <a:pt x="491" y="826"/>
                      <a:pt x="499" y="823"/>
                    </a:cubicBezTo>
                    <a:cubicBezTo>
                      <a:pt x="510" y="820"/>
                      <a:pt x="524" y="814"/>
                      <a:pt x="527" y="808"/>
                    </a:cubicBezTo>
                    <a:cubicBezTo>
                      <a:pt x="531" y="803"/>
                      <a:pt x="538" y="794"/>
                      <a:pt x="540" y="789"/>
                    </a:cubicBezTo>
                    <a:cubicBezTo>
                      <a:pt x="543" y="783"/>
                      <a:pt x="542" y="779"/>
                      <a:pt x="545" y="775"/>
                    </a:cubicBezTo>
                    <a:cubicBezTo>
                      <a:pt x="547" y="771"/>
                      <a:pt x="551" y="766"/>
                      <a:pt x="549" y="762"/>
                    </a:cubicBezTo>
                  </a:path>
                </a:pathLst>
              </a:custGeom>
              <a:solidFill>
                <a:srgbClr val="75332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165" name="Freeform 484">
                <a:extLst>
                  <a:ext uri="{FF2B5EF4-FFF2-40B4-BE49-F238E27FC236}">
                    <a16:creationId xmlns:a16="http://schemas.microsoft.com/office/drawing/2014/main" id="{C898A9D7-1CBD-4059-9C84-7759D037E9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" y="1214"/>
                <a:ext cx="981" cy="2820"/>
              </a:xfrm>
              <a:custGeom>
                <a:avLst/>
                <a:gdLst>
                  <a:gd name="T0" fmla="*/ 3037 w 551"/>
                  <a:gd name="T1" fmla="*/ 3977 h 1591"/>
                  <a:gd name="T2" fmla="*/ 2993 w 551"/>
                  <a:gd name="T3" fmla="*/ 3070 h 1591"/>
                  <a:gd name="T4" fmla="*/ 2850 w 551"/>
                  <a:gd name="T5" fmla="*/ 1969 h 1591"/>
                  <a:gd name="T6" fmla="*/ 2279 w 551"/>
                  <a:gd name="T7" fmla="*/ 456 h 1591"/>
                  <a:gd name="T8" fmla="*/ 1857 w 551"/>
                  <a:gd name="T9" fmla="*/ 21 h 1591"/>
                  <a:gd name="T10" fmla="*/ 1626 w 551"/>
                  <a:gd name="T11" fmla="*/ 160 h 1591"/>
                  <a:gd name="T12" fmla="*/ 1563 w 551"/>
                  <a:gd name="T13" fmla="*/ 167 h 1591"/>
                  <a:gd name="T14" fmla="*/ 1275 w 551"/>
                  <a:gd name="T15" fmla="*/ 37 h 1591"/>
                  <a:gd name="T16" fmla="*/ 1004 w 551"/>
                  <a:gd name="T17" fmla="*/ 452 h 1591"/>
                  <a:gd name="T18" fmla="*/ 450 w 551"/>
                  <a:gd name="T19" fmla="*/ 1065 h 1591"/>
                  <a:gd name="T20" fmla="*/ 194 w 551"/>
                  <a:gd name="T21" fmla="*/ 2327 h 1591"/>
                  <a:gd name="T22" fmla="*/ 101 w 551"/>
                  <a:gd name="T23" fmla="*/ 3437 h 1591"/>
                  <a:gd name="T24" fmla="*/ 12 w 551"/>
                  <a:gd name="T25" fmla="*/ 4245 h 1591"/>
                  <a:gd name="T26" fmla="*/ 64 w 551"/>
                  <a:gd name="T27" fmla="*/ 4392 h 1591"/>
                  <a:gd name="T28" fmla="*/ 296 w 551"/>
                  <a:gd name="T29" fmla="*/ 4584 h 1591"/>
                  <a:gd name="T30" fmla="*/ 390 w 551"/>
                  <a:gd name="T31" fmla="*/ 4539 h 1591"/>
                  <a:gd name="T32" fmla="*/ 426 w 551"/>
                  <a:gd name="T33" fmla="*/ 4499 h 1591"/>
                  <a:gd name="T34" fmla="*/ 418 w 551"/>
                  <a:gd name="T35" fmla="*/ 4288 h 1591"/>
                  <a:gd name="T36" fmla="*/ 349 w 551"/>
                  <a:gd name="T37" fmla="*/ 3880 h 1591"/>
                  <a:gd name="T38" fmla="*/ 580 w 551"/>
                  <a:gd name="T39" fmla="*/ 2379 h 1591"/>
                  <a:gd name="T40" fmla="*/ 780 w 551"/>
                  <a:gd name="T41" fmla="*/ 1854 h 1591"/>
                  <a:gd name="T42" fmla="*/ 773 w 551"/>
                  <a:gd name="T43" fmla="*/ 2740 h 1591"/>
                  <a:gd name="T44" fmla="*/ 678 w 551"/>
                  <a:gd name="T45" fmla="*/ 4144 h 1591"/>
                  <a:gd name="T46" fmla="*/ 881 w 551"/>
                  <a:gd name="T47" fmla="*/ 5739 h 1591"/>
                  <a:gd name="T48" fmla="*/ 942 w 551"/>
                  <a:gd name="T49" fmla="*/ 7239 h 1591"/>
                  <a:gd name="T50" fmla="*/ 1113 w 551"/>
                  <a:gd name="T51" fmla="*/ 8253 h 1591"/>
                  <a:gd name="T52" fmla="*/ 926 w 551"/>
                  <a:gd name="T53" fmla="*/ 8651 h 1591"/>
                  <a:gd name="T54" fmla="*/ 983 w 551"/>
                  <a:gd name="T55" fmla="*/ 8800 h 1591"/>
                  <a:gd name="T56" fmla="*/ 1259 w 551"/>
                  <a:gd name="T57" fmla="*/ 8822 h 1591"/>
                  <a:gd name="T58" fmla="*/ 1519 w 551"/>
                  <a:gd name="T59" fmla="*/ 8650 h 1591"/>
                  <a:gd name="T60" fmla="*/ 1528 w 551"/>
                  <a:gd name="T61" fmla="*/ 8354 h 1591"/>
                  <a:gd name="T62" fmla="*/ 1490 w 551"/>
                  <a:gd name="T63" fmla="*/ 8065 h 1591"/>
                  <a:gd name="T64" fmla="*/ 1503 w 551"/>
                  <a:gd name="T65" fmla="*/ 6425 h 1591"/>
                  <a:gd name="T66" fmla="*/ 1503 w 551"/>
                  <a:gd name="T67" fmla="*/ 5507 h 1591"/>
                  <a:gd name="T68" fmla="*/ 1503 w 551"/>
                  <a:gd name="T69" fmla="*/ 4176 h 1591"/>
                  <a:gd name="T70" fmla="*/ 1553 w 551"/>
                  <a:gd name="T71" fmla="*/ 4181 h 1591"/>
                  <a:gd name="T72" fmla="*/ 1620 w 551"/>
                  <a:gd name="T73" fmla="*/ 4172 h 1591"/>
                  <a:gd name="T74" fmla="*/ 1613 w 551"/>
                  <a:gd name="T75" fmla="*/ 4750 h 1591"/>
                  <a:gd name="T76" fmla="*/ 1626 w 551"/>
                  <a:gd name="T77" fmla="*/ 5982 h 1591"/>
                  <a:gd name="T78" fmla="*/ 1686 w 551"/>
                  <a:gd name="T79" fmla="*/ 7719 h 1591"/>
                  <a:gd name="T80" fmla="*/ 1608 w 551"/>
                  <a:gd name="T81" fmla="*/ 8240 h 1591"/>
                  <a:gd name="T82" fmla="*/ 1576 w 551"/>
                  <a:gd name="T83" fmla="*/ 8513 h 1591"/>
                  <a:gd name="T84" fmla="*/ 1654 w 551"/>
                  <a:gd name="T85" fmla="*/ 8809 h 1591"/>
                  <a:gd name="T86" fmla="*/ 1998 w 551"/>
                  <a:gd name="T87" fmla="*/ 8825 h 1591"/>
                  <a:gd name="T88" fmla="*/ 2185 w 551"/>
                  <a:gd name="T89" fmla="*/ 8731 h 1591"/>
                  <a:gd name="T90" fmla="*/ 2031 w 551"/>
                  <a:gd name="T91" fmla="*/ 8432 h 1591"/>
                  <a:gd name="T92" fmla="*/ 2019 w 551"/>
                  <a:gd name="T93" fmla="*/ 7946 h 1591"/>
                  <a:gd name="T94" fmla="*/ 2218 w 551"/>
                  <a:gd name="T95" fmla="*/ 6165 h 1591"/>
                  <a:gd name="T96" fmla="*/ 2371 w 551"/>
                  <a:gd name="T97" fmla="*/ 4917 h 1591"/>
                  <a:gd name="T98" fmla="*/ 2421 w 551"/>
                  <a:gd name="T99" fmla="*/ 3396 h 1591"/>
                  <a:gd name="T100" fmla="*/ 2315 w 551"/>
                  <a:gd name="T101" fmla="*/ 2372 h 1591"/>
                  <a:gd name="T102" fmla="*/ 2416 w 551"/>
                  <a:gd name="T103" fmla="*/ 1854 h 1591"/>
                  <a:gd name="T104" fmla="*/ 2660 w 551"/>
                  <a:gd name="T105" fmla="*/ 3070 h 1591"/>
                  <a:gd name="T106" fmla="*/ 2733 w 551"/>
                  <a:gd name="T107" fmla="*/ 4025 h 1591"/>
                  <a:gd name="T108" fmla="*/ 2704 w 551"/>
                  <a:gd name="T109" fmla="*/ 4454 h 1591"/>
                  <a:gd name="T110" fmla="*/ 2681 w 551"/>
                  <a:gd name="T111" fmla="*/ 4527 h 1591"/>
                  <a:gd name="T112" fmla="*/ 2685 w 551"/>
                  <a:gd name="T113" fmla="*/ 4621 h 1591"/>
                  <a:gd name="T114" fmla="*/ 2973 w 551"/>
                  <a:gd name="T115" fmla="*/ 4499 h 1591"/>
                  <a:gd name="T116" fmla="*/ 3075 w 551"/>
                  <a:gd name="T117" fmla="*/ 4316 h 1591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0" t="0" r="r" b="b"/>
                <a:pathLst>
                  <a:path w="551" h="1591">
                    <a:moveTo>
                      <a:pt x="549" y="762"/>
                    </a:moveTo>
                    <a:cubicBezTo>
                      <a:pt x="547" y="758"/>
                      <a:pt x="543" y="730"/>
                      <a:pt x="538" y="714"/>
                    </a:cubicBezTo>
                    <a:cubicBezTo>
                      <a:pt x="535" y="701"/>
                      <a:pt x="531" y="644"/>
                      <a:pt x="533" y="617"/>
                    </a:cubicBezTo>
                    <a:cubicBezTo>
                      <a:pt x="535" y="597"/>
                      <a:pt x="530" y="565"/>
                      <a:pt x="530" y="551"/>
                    </a:cubicBezTo>
                    <a:cubicBezTo>
                      <a:pt x="531" y="473"/>
                      <a:pt x="521" y="433"/>
                      <a:pt x="518" y="418"/>
                    </a:cubicBezTo>
                    <a:cubicBezTo>
                      <a:pt x="514" y="404"/>
                      <a:pt x="512" y="385"/>
                      <a:pt x="505" y="354"/>
                    </a:cubicBezTo>
                    <a:cubicBezTo>
                      <a:pt x="476" y="219"/>
                      <a:pt x="462" y="145"/>
                      <a:pt x="454" y="124"/>
                    </a:cubicBezTo>
                    <a:cubicBezTo>
                      <a:pt x="448" y="110"/>
                      <a:pt x="435" y="87"/>
                      <a:pt x="404" y="82"/>
                    </a:cubicBezTo>
                    <a:cubicBezTo>
                      <a:pt x="392" y="80"/>
                      <a:pt x="382" y="79"/>
                      <a:pt x="373" y="76"/>
                    </a:cubicBezTo>
                    <a:cubicBezTo>
                      <a:pt x="352" y="68"/>
                      <a:pt x="324" y="56"/>
                      <a:pt x="329" y="4"/>
                    </a:cubicBezTo>
                    <a:cubicBezTo>
                      <a:pt x="327" y="6"/>
                      <a:pt x="328" y="5"/>
                      <a:pt x="325" y="7"/>
                    </a:cubicBezTo>
                    <a:cubicBezTo>
                      <a:pt x="314" y="17"/>
                      <a:pt x="300" y="27"/>
                      <a:pt x="288" y="29"/>
                    </a:cubicBezTo>
                    <a:cubicBezTo>
                      <a:pt x="284" y="30"/>
                      <a:pt x="279" y="29"/>
                      <a:pt x="276" y="29"/>
                    </a:cubicBezTo>
                    <a:cubicBezTo>
                      <a:pt x="277" y="30"/>
                      <a:pt x="277" y="30"/>
                      <a:pt x="277" y="30"/>
                    </a:cubicBezTo>
                    <a:cubicBezTo>
                      <a:pt x="277" y="30"/>
                      <a:pt x="266" y="29"/>
                      <a:pt x="262" y="29"/>
                    </a:cubicBezTo>
                    <a:cubicBezTo>
                      <a:pt x="250" y="27"/>
                      <a:pt x="237" y="17"/>
                      <a:pt x="226" y="7"/>
                    </a:cubicBezTo>
                    <a:cubicBezTo>
                      <a:pt x="223" y="5"/>
                      <a:pt x="221" y="3"/>
                      <a:pt x="219" y="0"/>
                    </a:cubicBezTo>
                    <a:cubicBezTo>
                      <a:pt x="237" y="59"/>
                      <a:pt x="198" y="75"/>
                      <a:pt x="178" y="81"/>
                    </a:cubicBezTo>
                    <a:cubicBezTo>
                      <a:pt x="168" y="83"/>
                      <a:pt x="127" y="84"/>
                      <a:pt x="106" y="112"/>
                    </a:cubicBezTo>
                    <a:cubicBezTo>
                      <a:pt x="97" y="124"/>
                      <a:pt x="84" y="169"/>
                      <a:pt x="80" y="191"/>
                    </a:cubicBezTo>
                    <a:cubicBezTo>
                      <a:pt x="76" y="214"/>
                      <a:pt x="55" y="305"/>
                      <a:pt x="48" y="338"/>
                    </a:cubicBezTo>
                    <a:cubicBezTo>
                      <a:pt x="42" y="369"/>
                      <a:pt x="37" y="404"/>
                      <a:pt x="34" y="418"/>
                    </a:cubicBezTo>
                    <a:cubicBezTo>
                      <a:pt x="30" y="433"/>
                      <a:pt x="17" y="473"/>
                      <a:pt x="17" y="551"/>
                    </a:cubicBezTo>
                    <a:cubicBezTo>
                      <a:pt x="18" y="564"/>
                      <a:pt x="17" y="597"/>
                      <a:pt x="18" y="617"/>
                    </a:cubicBezTo>
                    <a:cubicBezTo>
                      <a:pt x="21" y="644"/>
                      <a:pt x="17" y="701"/>
                      <a:pt x="13" y="714"/>
                    </a:cubicBezTo>
                    <a:cubicBezTo>
                      <a:pt x="8" y="730"/>
                      <a:pt x="4" y="758"/>
                      <a:pt x="2" y="762"/>
                    </a:cubicBezTo>
                    <a:cubicBezTo>
                      <a:pt x="0" y="766"/>
                      <a:pt x="4" y="771"/>
                      <a:pt x="7" y="775"/>
                    </a:cubicBezTo>
                    <a:cubicBezTo>
                      <a:pt x="9" y="779"/>
                      <a:pt x="8" y="783"/>
                      <a:pt x="11" y="789"/>
                    </a:cubicBezTo>
                    <a:cubicBezTo>
                      <a:pt x="13" y="794"/>
                      <a:pt x="21" y="803"/>
                      <a:pt x="24" y="808"/>
                    </a:cubicBezTo>
                    <a:cubicBezTo>
                      <a:pt x="28" y="814"/>
                      <a:pt x="41" y="820"/>
                      <a:pt x="52" y="823"/>
                    </a:cubicBezTo>
                    <a:cubicBezTo>
                      <a:pt x="60" y="826"/>
                      <a:pt x="74" y="833"/>
                      <a:pt x="75" y="830"/>
                    </a:cubicBezTo>
                    <a:cubicBezTo>
                      <a:pt x="78" y="823"/>
                      <a:pt x="75" y="818"/>
                      <a:pt x="69" y="815"/>
                    </a:cubicBezTo>
                    <a:cubicBezTo>
                      <a:pt x="66" y="813"/>
                      <a:pt x="74" y="820"/>
                      <a:pt x="76" y="813"/>
                    </a:cubicBezTo>
                    <a:cubicBezTo>
                      <a:pt x="77" y="812"/>
                      <a:pt x="77" y="811"/>
                      <a:pt x="75" y="808"/>
                    </a:cubicBezTo>
                    <a:cubicBezTo>
                      <a:pt x="76" y="804"/>
                      <a:pt x="75" y="804"/>
                      <a:pt x="73" y="800"/>
                    </a:cubicBezTo>
                    <a:cubicBezTo>
                      <a:pt x="78" y="799"/>
                      <a:pt x="76" y="779"/>
                      <a:pt x="74" y="770"/>
                    </a:cubicBezTo>
                    <a:cubicBezTo>
                      <a:pt x="75" y="762"/>
                      <a:pt x="75" y="738"/>
                      <a:pt x="69" y="722"/>
                    </a:cubicBezTo>
                    <a:cubicBezTo>
                      <a:pt x="65" y="712"/>
                      <a:pt x="62" y="704"/>
                      <a:pt x="62" y="697"/>
                    </a:cubicBezTo>
                    <a:cubicBezTo>
                      <a:pt x="59" y="683"/>
                      <a:pt x="72" y="579"/>
                      <a:pt x="82" y="550"/>
                    </a:cubicBezTo>
                    <a:cubicBezTo>
                      <a:pt x="102" y="489"/>
                      <a:pt x="101" y="438"/>
                      <a:pt x="103" y="427"/>
                    </a:cubicBezTo>
                    <a:cubicBezTo>
                      <a:pt x="105" y="416"/>
                      <a:pt x="136" y="268"/>
                      <a:pt x="141" y="243"/>
                    </a:cubicBezTo>
                    <a:cubicBezTo>
                      <a:pt x="138" y="333"/>
                      <a:pt x="138" y="333"/>
                      <a:pt x="138" y="333"/>
                    </a:cubicBezTo>
                    <a:cubicBezTo>
                      <a:pt x="140" y="364"/>
                      <a:pt x="139" y="404"/>
                      <a:pt x="140" y="420"/>
                    </a:cubicBezTo>
                    <a:cubicBezTo>
                      <a:pt x="141" y="442"/>
                      <a:pt x="135" y="454"/>
                      <a:pt x="137" y="492"/>
                    </a:cubicBezTo>
                    <a:cubicBezTo>
                      <a:pt x="138" y="513"/>
                      <a:pt x="135" y="558"/>
                      <a:pt x="126" y="607"/>
                    </a:cubicBezTo>
                    <a:cubicBezTo>
                      <a:pt x="117" y="645"/>
                      <a:pt x="122" y="672"/>
                      <a:pt x="120" y="744"/>
                    </a:cubicBezTo>
                    <a:cubicBezTo>
                      <a:pt x="120" y="794"/>
                      <a:pt x="122" y="825"/>
                      <a:pt x="128" y="884"/>
                    </a:cubicBezTo>
                    <a:cubicBezTo>
                      <a:pt x="134" y="934"/>
                      <a:pt x="149" y="995"/>
                      <a:pt x="156" y="1031"/>
                    </a:cubicBezTo>
                    <a:cubicBezTo>
                      <a:pt x="163" y="1067"/>
                      <a:pt x="157" y="1084"/>
                      <a:pt x="159" y="1107"/>
                    </a:cubicBezTo>
                    <a:cubicBezTo>
                      <a:pt x="160" y="1131"/>
                      <a:pt x="148" y="1219"/>
                      <a:pt x="167" y="1300"/>
                    </a:cubicBezTo>
                    <a:cubicBezTo>
                      <a:pt x="182" y="1365"/>
                      <a:pt x="189" y="1411"/>
                      <a:pt x="193" y="1427"/>
                    </a:cubicBezTo>
                    <a:cubicBezTo>
                      <a:pt x="201" y="1461"/>
                      <a:pt x="194" y="1465"/>
                      <a:pt x="197" y="1482"/>
                    </a:cubicBezTo>
                    <a:cubicBezTo>
                      <a:pt x="201" y="1500"/>
                      <a:pt x="201" y="1498"/>
                      <a:pt x="192" y="1514"/>
                    </a:cubicBezTo>
                    <a:cubicBezTo>
                      <a:pt x="183" y="1525"/>
                      <a:pt x="169" y="1549"/>
                      <a:pt x="164" y="1554"/>
                    </a:cubicBezTo>
                    <a:cubicBezTo>
                      <a:pt x="159" y="1559"/>
                      <a:pt x="162" y="1565"/>
                      <a:pt x="164" y="1568"/>
                    </a:cubicBezTo>
                    <a:cubicBezTo>
                      <a:pt x="161" y="1576"/>
                      <a:pt x="171" y="1580"/>
                      <a:pt x="174" y="1580"/>
                    </a:cubicBezTo>
                    <a:cubicBezTo>
                      <a:pt x="173" y="1590"/>
                      <a:pt x="192" y="1589"/>
                      <a:pt x="197" y="1585"/>
                    </a:cubicBezTo>
                    <a:cubicBezTo>
                      <a:pt x="202" y="1590"/>
                      <a:pt x="217" y="1590"/>
                      <a:pt x="223" y="1584"/>
                    </a:cubicBezTo>
                    <a:cubicBezTo>
                      <a:pt x="232" y="1591"/>
                      <a:pt x="248" y="1591"/>
                      <a:pt x="258" y="1582"/>
                    </a:cubicBezTo>
                    <a:cubicBezTo>
                      <a:pt x="269" y="1572"/>
                      <a:pt x="270" y="1563"/>
                      <a:pt x="269" y="1553"/>
                    </a:cubicBezTo>
                    <a:cubicBezTo>
                      <a:pt x="267" y="1544"/>
                      <a:pt x="270" y="1541"/>
                      <a:pt x="272" y="1529"/>
                    </a:cubicBezTo>
                    <a:cubicBezTo>
                      <a:pt x="274" y="1518"/>
                      <a:pt x="276" y="1509"/>
                      <a:pt x="271" y="1500"/>
                    </a:cubicBezTo>
                    <a:cubicBezTo>
                      <a:pt x="267" y="1492"/>
                      <a:pt x="266" y="1488"/>
                      <a:pt x="266" y="1480"/>
                    </a:cubicBezTo>
                    <a:cubicBezTo>
                      <a:pt x="266" y="1471"/>
                      <a:pt x="270" y="1459"/>
                      <a:pt x="264" y="1448"/>
                    </a:cubicBezTo>
                    <a:cubicBezTo>
                      <a:pt x="258" y="1438"/>
                      <a:pt x="251" y="1413"/>
                      <a:pt x="253" y="1386"/>
                    </a:cubicBezTo>
                    <a:cubicBezTo>
                      <a:pt x="254" y="1359"/>
                      <a:pt x="276" y="1206"/>
                      <a:pt x="266" y="1154"/>
                    </a:cubicBezTo>
                    <a:cubicBezTo>
                      <a:pt x="257" y="1102"/>
                      <a:pt x="261" y="1091"/>
                      <a:pt x="263" y="1074"/>
                    </a:cubicBezTo>
                    <a:cubicBezTo>
                      <a:pt x="265" y="1056"/>
                      <a:pt x="271" y="1027"/>
                      <a:pt x="266" y="989"/>
                    </a:cubicBezTo>
                    <a:cubicBezTo>
                      <a:pt x="264" y="975"/>
                      <a:pt x="264" y="914"/>
                      <a:pt x="265" y="853"/>
                    </a:cubicBezTo>
                    <a:cubicBezTo>
                      <a:pt x="265" y="813"/>
                      <a:pt x="266" y="763"/>
                      <a:pt x="266" y="750"/>
                    </a:cubicBezTo>
                    <a:cubicBezTo>
                      <a:pt x="266" y="750"/>
                      <a:pt x="266" y="750"/>
                      <a:pt x="266" y="750"/>
                    </a:cubicBezTo>
                    <a:cubicBezTo>
                      <a:pt x="269" y="751"/>
                      <a:pt x="272" y="751"/>
                      <a:pt x="275" y="751"/>
                    </a:cubicBezTo>
                    <a:cubicBezTo>
                      <a:pt x="275" y="751"/>
                      <a:pt x="275" y="751"/>
                      <a:pt x="275" y="751"/>
                    </a:cubicBezTo>
                    <a:cubicBezTo>
                      <a:pt x="279" y="751"/>
                      <a:pt x="283" y="750"/>
                      <a:pt x="287" y="749"/>
                    </a:cubicBezTo>
                    <a:cubicBezTo>
                      <a:pt x="286" y="750"/>
                      <a:pt x="286" y="750"/>
                      <a:pt x="286" y="750"/>
                    </a:cubicBezTo>
                    <a:cubicBezTo>
                      <a:pt x="284" y="759"/>
                      <a:pt x="286" y="813"/>
                      <a:pt x="286" y="853"/>
                    </a:cubicBezTo>
                    <a:cubicBezTo>
                      <a:pt x="287" y="914"/>
                      <a:pt x="288" y="975"/>
                      <a:pt x="286" y="989"/>
                    </a:cubicBezTo>
                    <a:cubicBezTo>
                      <a:pt x="280" y="1027"/>
                      <a:pt x="286" y="1056"/>
                      <a:pt x="288" y="1074"/>
                    </a:cubicBezTo>
                    <a:cubicBezTo>
                      <a:pt x="291" y="1091"/>
                      <a:pt x="294" y="1102"/>
                      <a:pt x="285" y="1154"/>
                    </a:cubicBezTo>
                    <a:cubicBezTo>
                      <a:pt x="276" y="1206"/>
                      <a:pt x="298" y="1359"/>
                      <a:pt x="299" y="1386"/>
                    </a:cubicBezTo>
                    <a:cubicBezTo>
                      <a:pt x="300" y="1413"/>
                      <a:pt x="293" y="1438"/>
                      <a:pt x="287" y="1448"/>
                    </a:cubicBezTo>
                    <a:cubicBezTo>
                      <a:pt x="282" y="1459"/>
                      <a:pt x="285" y="1471"/>
                      <a:pt x="285" y="1480"/>
                    </a:cubicBezTo>
                    <a:cubicBezTo>
                      <a:pt x="285" y="1488"/>
                      <a:pt x="285" y="1492"/>
                      <a:pt x="280" y="1500"/>
                    </a:cubicBezTo>
                    <a:cubicBezTo>
                      <a:pt x="275" y="1509"/>
                      <a:pt x="277" y="1518"/>
                      <a:pt x="279" y="1529"/>
                    </a:cubicBezTo>
                    <a:cubicBezTo>
                      <a:pt x="282" y="1541"/>
                      <a:pt x="284" y="1544"/>
                      <a:pt x="283" y="1553"/>
                    </a:cubicBezTo>
                    <a:cubicBezTo>
                      <a:pt x="282" y="1563"/>
                      <a:pt x="283" y="1572"/>
                      <a:pt x="293" y="1582"/>
                    </a:cubicBezTo>
                    <a:cubicBezTo>
                      <a:pt x="303" y="1591"/>
                      <a:pt x="320" y="1591"/>
                      <a:pt x="329" y="1584"/>
                    </a:cubicBezTo>
                    <a:cubicBezTo>
                      <a:pt x="334" y="1590"/>
                      <a:pt x="349" y="1590"/>
                      <a:pt x="354" y="1585"/>
                    </a:cubicBezTo>
                    <a:cubicBezTo>
                      <a:pt x="359" y="1589"/>
                      <a:pt x="378" y="1590"/>
                      <a:pt x="377" y="1580"/>
                    </a:cubicBezTo>
                    <a:cubicBezTo>
                      <a:pt x="381" y="1580"/>
                      <a:pt x="391" y="1576"/>
                      <a:pt x="387" y="1568"/>
                    </a:cubicBezTo>
                    <a:cubicBezTo>
                      <a:pt x="390" y="1565"/>
                      <a:pt x="392" y="1559"/>
                      <a:pt x="387" y="1554"/>
                    </a:cubicBezTo>
                    <a:cubicBezTo>
                      <a:pt x="383" y="1549"/>
                      <a:pt x="368" y="1525"/>
                      <a:pt x="360" y="1514"/>
                    </a:cubicBezTo>
                    <a:cubicBezTo>
                      <a:pt x="350" y="1498"/>
                      <a:pt x="350" y="1500"/>
                      <a:pt x="354" y="1482"/>
                    </a:cubicBezTo>
                    <a:cubicBezTo>
                      <a:pt x="357" y="1465"/>
                      <a:pt x="350" y="1461"/>
                      <a:pt x="358" y="1427"/>
                    </a:cubicBezTo>
                    <a:cubicBezTo>
                      <a:pt x="362" y="1411"/>
                      <a:pt x="370" y="1372"/>
                      <a:pt x="383" y="1305"/>
                    </a:cubicBezTo>
                    <a:cubicBezTo>
                      <a:pt x="397" y="1239"/>
                      <a:pt x="391" y="1131"/>
                      <a:pt x="393" y="1107"/>
                    </a:cubicBezTo>
                    <a:cubicBezTo>
                      <a:pt x="394" y="1084"/>
                      <a:pt x="387" y="1069"/>
                      <a:pt x="394" y="1033"/>
                    </a:cubicBezTo>
                    <a:cubicBezTo>
                      <a:pt x="401" y="997"/>
                      <a:pt x="412" y="933"/>
                      <a:pt x="420" y="883"/>
                    </a:cubicBezTo>
                    <a:cubicBezTo>
                      <a:pt x="430" y="811"/>
                      <a:pt x="429" y="790"/>
                      <a:pt x="432" y="752"/>
                    </a:cubicBezTo>
                    <a:cubicBezTo>
                      <a:pt x="438" y="676"/>
                      <a:pt x="434" y="651"/>
                      <a:pt x="429" y="610"/>
                    </a:cubicBezTo>
                    <a:cubicBezTo>
                      <a:pt x="420" y="561"/>
                      <a:pt x="419" y="514"/>
                      <a:pt x="419" y="493"/>
                    </a:cubicBezTo>
                    <a:cubicBezTo>
                      <a:pt x="419" y="467"/>
                      <a:pt x="409" y="448"/>
                      <a:pt x="410" y="426"/>
                    </a:cubicBezTo>
                    <a:cubicBezTo>
                      <a:pt x="411" y="410"/>
                      <a:pt x="410" y="267"/>
                      <a:pt x="404" y="226"/>
                    </a:cubicBezTo>
                    <a:cubicBezTo>
                      <a:pt x="428" y="333"/>
                      <a:pt x="428" y="333"/>
                      <a:pt x="428" y="333"/>
                    </a:cubicBezTo>
                    <a:cubicBezTo>
                      <a:pt x="433" y="358"/>
                      <a:pt x="446" y="416"/>
                      <a:pt x="448" y="427"/>
                    </a:cubicBezTo>
                    <a:cubicBezTo>
                      <a:pt x="451" y="438"/>
                      <a:pt x="452" y="490"/>
                      <a:pt x="471" y="551"/>
                    </a:cubicBezTo>
                    <a:cubicBezTo>
                      <a:pt x="482" y="580"/>
                      <a:pt x="492" y="683"/>
                      <a:pt x="489" y="697"/>
                    </a:cubicBezTo>
                    <a:cubicBezTo>
                      <a:pt x="490" y="704"/>
                      <a:pt x="488" y="713"/>
                      <a:pt x="484" y="723"/>
                    </a:cubicBezTo>
                    <a:cubicBezTo>
                      <a:pt x="478" y="739"/>
                      <a:pt x="477" y="762"/>
                      <a:pt x="477" y="770"/>
                    </a:cubicBezTo>
                    <a:cubicBezTo>
                      <a:pt x="475" y="779"/>
                      <a:pt x="470" y="797"/>
                      <a:pt x="479" y="800"/>
                    </a:cubicBezTo>
                    <a:cubicBezTo>
                      <a:pt x="476" y="804"/>
                      <a:pt x="475" y="804"/>
                      <a:pt x="476" y="808"/>
                    </a:cubicBezTo>
                    <a:cubicBezTo>
                      <a:pt x="474" y="811"/>
                      <a:pt x="474" y="812"/>
                      <a:pt x="475" y="813"/>
                    </a:cubicBezTo>
                    <a:cubicBezTo>
                      <a:pt x="477" y="820"/>
                      <a:pt x="487" y="812"/>
                      <a:pt x="483" y="814"/>
                    </a:cubicBezTo>
                    <a:cubicBezTo>
                      <a:pt x="478" y="817"/>
                      <a:pt x="473" y="823"/>
                      <a:pt x="476" y="830"/>
                    </a:cubicBezTo>
                    <a:cubicBezTo>
                      <a:pt x="477" y="833"/>
                      <a:pt x="491" y="826"/>
                      <a:pt x="499" y="823"/>
                    </a:cubicBezTo>
                    <a:cubicBezTo>
                      <a:pt x="510" y="820"/>
                      <a:pt x="524" y="814"/>
                      <a:pt x="527" y="808"/>
                    </a:cubicBezTo>
                    <a:cubicBezTo>
                      <a:pt x="531" y="803"/>
                      <a:pt x="538" y="794"/>
                      <a:pt x="540" y="789"/>
                    </a:cubicBezTo>
                    <a:cubicBezTo>
                      <a:pt x="543" y="783"/>
                      <a:pt x="542" y="779"/>
                      <a:pt x="545" y="775"/>
                    </a:cubicBezTo>
                    <a:cubicBezTo>
                      <a:pt x="547" y="771"/>
                      <a:pt x="551" y="766"/>
                      <a:pt x="549" y="762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166" name="Freeform 485">
                <a:extLst>
                  <a:ext uri="{FF2B5EF4-FFF2-40B4-BE49-F238E27FC236}">
                    <a16:creationId xmlns:a16="http://schemas.microsoft.com/office/drawing/2014/main" id="{AAAA7E93-7295-4594-8AF0-68C9BA5EB8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8" y="1259"/>
                <a:ext cx="35" cy="101"/>
              </a:xfrm>
              <a:custGeom>
                <a:avLst/>
                <a:gdLst>
                  <a:gd name="T0" fmla="*/ 44 w 20"/>
                  <a:gd name="T1" fmla="*/ 0 h 57"/>
                  <a:gd name="T2" fmla="*/ 44 w 20"/>
                  <a:gd name="T3" fmla="*/ 44 h 57"/>
                  <a:gd name="T4" fmla="*/ 56 w 20"/>
                  <a:gd name="T5" fmla="*/ 135 h 57"/>
                  <a:gd name="T6" fmla="*/ 77 w 20"/>
                  <a:gd name="T7" fmla="*/ 229 h 57"/>
                  <a:gd name="T8" fmla="*/ 107 w 20"/>
                  <a:gd name="T9" fmla="*/ 317 h 57"/>
                  <a:gd name="T10" fmla="*/ 21 w 20"/>
                  <a:gd name="T11" fmla="*/ 135 h 57"/>
                  <a:gd name="T12" fmla="*/ 0 w 20"/>
                  <a:gd name="T13" fmla="*/ 50 h 5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" h="57">
                    <a:moveTo>
                      <a:pt x="8" y="0"/>
                    </a:moveTo>
                    <a:cubicBezTo>
                      <a:pt x="8" y="3"/>
                      <a:pt x="8" y="6"/>
                      <a:pt x="8" y="8"/>
                    </a:cubicBezTo>
                    <a:cubicBezTo>
                      <a:pt x="8" y="13"/>
                      <a:pt x="9" y="18"/>
                      <a:pt x="10" y="24"/>
                    </a:cubicBezTo>
                    <a:cubicBezTo>
                      <a:pt x="11" y="30"/>
                      <a:pt x="12" y="36"/>
                      <a:pt x="14" y="41"/>
                    </a:cubicBezTo>
                    <a:cubicBezTo>
                      <a:pt x="16" y="47"/>
                      <a:pt x="19" y="52"/>
                      <a:pt x="20" y="57"/>
                    </a:cubicBezTo>
                    <a:cubicBezTo>
                      <a:pt x="10" y="52"/>
                      <a:pt x="6" y="34"/>
                      <a:pt x="4" y="24"/>
                    </a:cubicBezTo>
                    <a:cubicBezTo>
                      <a:pt x="4" y="21"/>
                      <a:pt x="3" y="13"/>
                      <a:pt x="0" y="9"/>
                    </a:cubicBezTo>
                  </a:path>
                </a:pathLst>
              </a:custGeom>
              <a:solidFill>
                <a:srgbClr val="6B2D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167" name="Freeform 486">
                <a:extLst>
                  <a:ext uri="{FF2B5EF4-FFF2-40B4-BE49-F238E27FC236}">
                    <a16:creationId xmlns:a16="http://schemas.microsoft.com/office/drawing/2014/main" id="{CB2E9066-9272-476C-963D-AE7EFCD449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6" y="1377"/>
                <a:ext cx="171" cy="16"/>
              </a:xfrm>
              <a:custGeom>
                <a:avLst/>
                <a:gdLst>
                  <a:gd name="T0" fmla="*/ 7 w 96"/>
                  <a:gd name="T1" fmla="*/ 37 h 9"/>
                  <a:gd name="T2" fmla="*/ 267 w 96"/>
                  <a:gd name="T3" fmla="*/ 36 h 9"/>
                  <a:gd name="T4" fmla="*/ 543 w 96"/>
                  <a:gd name="T5" fmla="*/ 16 h 9"/>
                  <a:gd name="T6" fmla="*/ 479 w 96"/>
                  <a:gd name="T7" fmla="*/ 7 h 9"/>
                  <a:gd name="T8" fmla="*/ 340 w 96"/>
                  <a:gd name="T9" fmla="*/ 12 h 9"/>
                  <a:gd name="T10" fmla="*/ 146 w 96"/>
                  <a:gd name="T11" fmla="*/ 0 h 9"/>
                  <a:gd name="T12" fmla="*/ 0 w 96"/>
                  <a:gd name="T13" fmla="*/ 50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6" h="9">
                    <a:moveTo>
                      <a:pt x="1" y="7"/>
                    </a:moveTo>
                    <a:cubicBezTo>
                      <a:pt x="16" y="2"/>
                      <a:pt x="32" y="4"/>
                      <a:pt x="47" y="6"/>
                    </a:cubicBezTo>
                    <a:cubicBezTo>
                      <a:pt x="63" y="8"/>
                      <a:pt x="79" y="4"/>
                      <a:pt x="96" y="3"/>
                    </a:cubicBezTo>
                    <a:cubicBezTo>
                      <a:pt x="93" y="1"/>
                      <a:pt x="89" y="1"/>
                      <a:pt x="85" y="1"/>
                    </a:cubicBezTo>
                    <a:cubicBezTo>
                      <a:pt x="76" y="1"/>
                      <a:pt x="68" y="1"/>
                      <a:pt x="60" y="2"/>
                    </a:cubicBezTo>
                    <a:cubicBezTo>
                      <a:pt x="47" y="2"/>
                      <a:pt x="38" y="0"/>
                      <a:pt x="26" y="0"/>
                    </a:cubicBezTo>
                    <a:cubicBezTo>
                      <a:pt x="19" y="0"/>
                      <a:pt x="2" y="2"/>
                      <a:pt x="0" y="9"/>
                    </a:cubicBezTo>
                  </a:path>
                </a:pathLst>
              </a:custGeom>
              <a:solidFill>
                <a:srgbClr val="6B2D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168" name="Freeform 487">
                <a:extLst>
                  <a:ext uri="{FF2B5EF4-FFF2-40B4-BE49-F238E27FC236}">
                    <a16:creationId xmlns:a16="http://schemas.microsoft.com/office/drawing/2014/main" id="{4A3403A7-D9AB-4BE6-8AED-B0DCD60EF3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2" y="1400"/>
                <a:ext cx="34" cy="41"/>
              </a:xfrm>
              <a:custGeom>
                <a:avLst/>
                <a:gdLst>
                  <a:gd name="T0" fmla="*/ 0 w 19"/>
                  <a:gd name="T1" fmla="*/ 0 h 23"/>
                  <a:gd name="T2" fmla="*/ 45 w 19"/>
                  <a:gd name="T3" fmla="*/ 109 h 23"/>
                  <a:gd name="T4" fmla="*/ 109 w 19"/>
                  <a:gd name="T5" fmla="*/ 52 h 23"/>
                  <a:gd name="T6" fmla="*/ 81 w 19"/>
                  <a:gd name="T7" fmla="*/ 66 h 23"/>
                  <a:gd name="T8" fmla="*/ 16 w 19"/>
                  <a:gd name="T9" fmla="*/ 7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23">
                    <a:moveTo>
                      <a:pt x="0" y="0"/>
                    </a:moveTo>
                    <a:cubicBezTo>
                      <a:pt x="1" y="5"/>
                      <a:pt x="4" y="15"/>
                      <a:pt x="8" y="19"/>
                    </a:cubicBezTo>
                    <a:cubicBezTo>
                      <a:pt x="12" y="23"/>
                      <a:pt x="19" y="15"/>
                      <a:pt x="19" y="9"/>
                    </a:cubicBezTo>
                    <a:cubicBezTo>
                      <a:pt x="18" y="11"/>
                      <a:pt x="16" y="12"/>
                      <a:pt x="14" y="12"/>
                    </a:cubicBezTo>
                    <a:cubicBezTo>
                      <a:pt x="10" y="12"/>
                      <a:pt x="2" y="4"/>
                      <a:pt x="3" y="1"/>
                    </a:cubicBezTo>
                  </a:path>
                </a:pathLst>
              </a:custGeom>
              <a:solidFill>
                <a:srgbClr val="6B2D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169" name="Freeform 488">
                <a:extLst>
                  <a:ext uri="{FF2B5EF4-FFF2-40B4-BE49-F238E27FC236}">
                    <a16:creationId xmlns:a16="http://schemas.microsoft.com/office/drawing/2014/main" id="{96218EB4-48D3-4EB2-884E-1A07B44B5F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9" y="2120"/>
                <a:ext cx="18" cy="19"/>
              </a:xfrm>
              <a:custGeom>
                <a:avLst/>
                <a:gdLst>
                  <a:gd name="T0" fmla="*/ 0 w 10"/>
                  <a:gd name="T1" fmla="*/ 36 h 11"/>
                  <a:gd name="T2" fmla="*/ 58 w 10"/>
                  <a:gd name="T3" fmla="*/ 41 h 11"/>
                  <a:gd name="T4" fmla="*/ 45 w 10"/>
                  <a:gd name="T5" fmla="*/ 9 h 11"/>
                  <a:gd name="T6" fmla="*/ 13 w 10"/>
                  <a:gd name="T7" fmla="*/ 9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11">
                    <a:moveTo>
                      <a:pt x="0" y="7"/>
                    </a:moveTo>
                    <a:cubicBezTo>
                      <a:pt x="2" y="10"/>
                      <a:pt x="8" y="11"/>
                      <a:pt x="10" y="8"/>
                    </a:cubicBezTo>
                    <a:cubicBezTo>
                      <a:pt x="10" y="6"/>
                      <a:pt x="9" y="3"/>
                      <a:pt x="8" y="2"/>
                    </a:cubicBezTo>
                    <a:cubicBezTo>
                      <a:pt x="6" y="0"/>
                      <a:pt x="4" y="1"/>
                      <a:pt x="2" y="2"/>
                    </a:cubicBezTo>
                  </a:path>
                </a:pathLst>
              </a:custGeom>
              <a:solidFill>
                <a:srgbClr val="6B2D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170" name="Freeform 489">
                <a:extLst>
                  <a:ext uri="{FF2B5EF4-FFF2-40B4-BE49-F238E27FC236}">
                    <a16:creationId xmlns:a16="http://schemas.microsoft.com/office/drawing/2014/main" id="{D0068A61-0BD3-4454-B87C-D7925124DD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5" y="2478"/>
                <a:ext cx="141" cy="60"/>
              </a:xfrm>
              <a:custGeom>
                <a:avLst/>
                <a:gdLst>
                  <a:gd name="T0" fmla="*/ 7 w 79"/>
                  <a:gd name="T1" fmla="*/ 86 h 34"/>
                  <a:gd name="T2" fmla="*/ 232 w 79"/>
                  <a:gd name="T3" fmla="*/ 180 h 34"/>
                  <a:gd name="T4" fmla="*/ 341 w 79"/>
                  <a:gd name="T5" fmla="*/ 150 h 34"/>
                  <a:gd name="T6" fmla="*/ 450 w 79"/>
                  <a:gd name="T7" fmla="*/ 0 h 34"/>
                  <a:gd name="T8" fmla="*/ 382 w 79"/>
                  <a:gd name="T9" fmla="*/ 56 h 34"/>
                  <a:gd name="T10" fmla="*/ 245 w 79"/>
                  <a:gd name="T11" fmla="*/ 109 h 34"/>
                  <a:gd name="T12" fmla="*/ 102 w 79"/>
                  <a:gd name="T13" fmla="*/ 72 h 34"/>
                  <a:gd name="T14" fmla="*/ 0 w 79"/>
                  <a:gd name="T15" fmla="*/ 44 h 3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9" h="34">
                    <a:moveTo>
                      <a:pt x="1" y="16"/>
                    </a:moveTo>
                    <a:cubicBezTo>
                      <a:pt x="14" y="25"/>
                      <a:pt x="24" y="34"/>
                      <a:pt x="41" y="33"/>
                    </a:cubicBezTo>
                    <a:cubicBezTo>
                      <a:pt x="48" y="33"/>
                      <a:pt x="55" y="31"/>
                      <a:pt x="60" y="27"/>
                    </a:cubicBezTo>
                    <a:cubicBezTo>
                      <a:pt x="67" y="21"/>
                      <a:pt x="78" y="9"/>
                      <a:pt x="79" y="0"/>
                    </a:cubicBezTo>
                    <a:cubicBezTo>
                      <a:pt x="75" y="1"/>
                      <a:pt x="71" y="7"/>
                      <a:pt x="67" y="10"/>
                    </a:cubicBezTo>
                    <a:cubicBezTo>
                      <a:pt x="60" y="17"/>
                      <a:pt x="52" y="19"/>
                      <a:pt x="43" y="20"/>
                    </a:cubicBezTo>
                    <a:cubicBezTo>
                      <a:pt x="33" y="20"/>
                      <a:pt x="27" y="16"/>
                      <a:pt x="18" y="13"/>
                    </a:cubicBezTo>
                    <a:cubicBezTo>
                      <a:pt x="13" y="12"/>
                      <a:pt x="2" y="14"/>
                      <a:pt x="0" y="8"/>
                    </a:cubicBezTo>
                  </a:path>
                </a:pathLst>
              </a:custGeom>
              <a:solidFill>
                <a:srgbClr val="6B2D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171" name="Freeform 490">
                <a:extLst>
                  <a:ext uri="{FF2B5EF4-FFF2-40B4-BE49-F238E27FC236}">
                    <a16:creationId xmlns:a16="http://schemas.microsoft.com/office/drawing/2014/main" id="{29A5F1C8-BBE2-425A-8257-D6F2D19867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7" y="2524"/>
                <a:ext cx="53" cy="588"/>
              </a:xfrm>
              <a:custGeom>
                <a:avLst/>
                <a:gdLst>
                  <a:gd name="T0" fmla="*/ 0 w 30"/>
                  <a:gd name="T1" fmla="*/ 0 h 332"/>
                  <a:gd name="T2" fmla="*/ 154 w 30"/>
                  <a:gd name="T3" fmla="*/ 172 h 332"/>
                  <a:gd name="T4" fmla="*/ 122 w 30"/>
                  <a:gd name="T5" fmla="*/ 778 h 332"/>
                  <a:gd name="T6" fmla="*/ 127 w 30"/>
                  <a:gd name="T7" fmla="*/ 1378 h 332"/>
                  <a:gd name="T8" fmla="*/ 101 w 30"/>
                  <a:gd name="T9" fmla="*/ 1844 h 332"/>
                  <a:gd name="T10" fmla="*/ 72 w 30"/>
                  <a:gd name="T11" fmla="*/ 1362 h 332"/>
                  <a:gd name="T12" fmla="*/ 28 w 30"/>
                  <a:gd name="T13" fmla="*/ 460 h 332"/>
                  <a:gd name="T14" fmla="*/ 0 w 30"/>
                  <a:gd name="T15" fmla="*/ 0 h 33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0" h="332">
                    <a:moveTo>
                      <a:pt x="0" y="0"/>
                    </a:moveTo>
                    <a:cubicBezTo>
                      <a:pt x="13" y="10"/>
                      <a:pt x="28" y="9"/>
                      <a:pt x="28" y="31"/>
                    </a:cubicBezTo>
                    <a:cubicBezTo>
                      <a:pt x="28" y="53"/>
                      <a:pt x="21" y="96"/>
                      <a:pt x="22" y="140"/>
                    </a:cubicBezTo>
                    <a:cubicBezTo>
                      <a:pt x="23" y="185"/>
                      <a:pt x="22" y="228"/>
                      <a:pt x="23" y="248"/>
                    </a:cubicBezTo>
                    <a:cubicBezTo>
                      <a:pt x="24" y="268"/>
                      <a:pt x="30" y="291"/>
                      <a:pt x="18" y="332"/>
                    </a:cubicBezTo>
                    <a:cubicBezTo>
                      <a:pt x="22" y="316"/>
                      <a:pt x="22" y="274"/>
                      <a:pt x="13" y="245"/>
                    </a:cubicBezTo>
                    <a:cubicBezTo>
                      <a:pt x="4" y="216"/>
                      <a:pt x="2" y="113"/>
                      <a:pt x="5" y="83"/>
                    </a:cubicBezTo>
                    <a:cubicBezTo>
                      <a:pt x="8" y="54"/>
                      <a:pt x="11" y="12"/>
                      <a:pt x="0" y="0"/>
                    </a:cubicBezTo>
                  </a:path>
                </a:pathLst>
              </a:custGeom>
              <a:solidFill>
                <a:srgbClr val="6B2D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172" name="Freeform 491">
                <a:extLst>
                  <a:ext uri="{FF2B5EF4-FFF2-40B4-BE49-F238E27FC236}">
                    <a16:creationId xmlns:a16="http://schemas.microsoft.com/office/drawing/2014/main" id="{CB891687-3D1B-4CD4-9917-0A3FC23E64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4" y="3243"/>
                <a:ext cx="41" cy="458"/>
              </a:xfrm>
              <a:custGeom>
                <a:avLst/>
                <a:gdLst>
                  <a:gd name="T0" fmla="*/ 93 w 23"/>
                  <a:gd name="T1" fmla="*/ 0 h 258"/>
                  <a:gd name="T2" fmla="*/ 86 w 23"/>
                  <a:gd name="T3" fmla="*/ 737 h 258"/>
                  <a:gd name="T4" fmla="*/ 21 w 23"/>
                  <a:gd name="T5" fmla="*/ 1443 h 258"/>
                  <a:gd name="T6" fmla="*/ 93 w 23"/>
                  <a:gd name="T7" fmla="*/ 0 h 25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" h="258">
                    <a:moveTo>
                      <a:pt x="16" y="0"/>
                    </a:moveTo>
                    <a:cubicBezTo>
                      <a:pt x="20" y="24"/>
                      <a:pt x="23" y="73"/>
                      <a:pt x="15" y="132"/>
                    </a:cubicBezTo>
                    <a:cubicBezTo>
                      <a:pt x="6" y="191"/>
                      <a:pt x="3" y="236"/>
                      <a:pt x="4" y="258"/>
                    </a:cubicBezTo>
                    <a:cubicBezTo>
                      <a:pt x="0" y="220"/>
                      <a:pt x="14" y="62"/>
                      <a:pt x="16" y="0"/>
                    </a:cubicBezTo>
                  </a:path>
                </a:pathLst>
              </a:custGeom>
              <a:solidFill>
                <a:srgbClr val="6B2D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173" name="Freeform 492">
                <a:extLst>
                  <a:ext uri="{FF2B5EF4-FFF2-40B4-BE49-F238E27FC236}">
                    <a16:creationId xmlns:a16="http://schemas.microsoft.com/office/drawing/2014/main" id="{0D764FA5-9289-47E5-9B5F-2670FB0BE5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0" y="1392"/>
                <a:ext cx="126" cy="12"/>
              </a:xfrm>
              <a:custGeom>
                <a:avLst/>
                <a:gdLst>
                  <a:gd name="T0" fmla="*/ 174 w 71"/>
                  <a:gd name="T1" fmla="*/ 29 h 7"/>
                  <a:gd name="T2" fmla="*/ 398 w 71"/>
                  <a:gd name="T3" fmla="*/ 15 h 7"/>
                  <a:gd name="T4" fmla="*/ 245 w 71"/>
                  <a:gd name="T5" fmla="*/ 9 h 7"/>
                  <a:gd name="T6" fmla="*/ 0 w 71"/>
                  <a:gd name="T7" fmla="*/ 5 h 7"/>
                  <a:gd name="T8" fmla="*/ 174 w 71"/>
                  <a:gd name="T9" fmla="*/ 29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1" h="7">
                    <a:moveTo>
                      <a:pt x="31" y="6"/>
                    </a:moveTo>
                    <a:cubicBezTo>
                      <a:pt x="42" y="5"/>
                      <a:pt x="60" y="2"/>
                      <a:pt x="71" y="3"/>
                    </a:cubicBezTo>
                    <a:cubicBezTo>
                      <a:pt x="65" y="0"/>
                      <a:pt x="56" y="1"/>
                      <a:pt x="44" y="2"/>
                    </a:cubicBezTo>
                    <a:cubicBezTo>
                      <a:pt x="32" y="2"/>
                      <a:pt x="9" y="5"/>
                      <a:pt x="0" y="1"/>
                    </a:cubicBezTo>
                    <a:cubicBezTo>
                      <a:pt x="16" y="7"/>
                      <a:pt x="23" y="5"/>
                      <a:pt x="31" y="6"/>
                    </a:cubicBezTo>
                  </a:path>
                </a:pathLst>
              </a:custGeom>
              <a:solidFill>
                <a:srgbClr val="7E39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174" name="Freeform 493">
                <a:extLst>
                  <a:ext uri="{FF2B5EF4-FFF2-40B4-BE49-F238E27FC236}">
                    <a16:creationId xmlns:a16="http://schemas.microsoft.com/office/drawing/2014/main" id="{269133E5-4CDE-4D1A-85EC-260403A774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4" y="1392"/>
                <a:ext cx="126" cy="12"/>
              </a:xfrm>
              <a:custGeom>
                <a:avLst/>
                <a:gdLst>
                  <a:gd name="T0" fmla="*/ 217 w 71"/>
                  <a:gd name="T1" fmla="*/ 29 h 7"/>
                  <a:gd name="T2" fmla="*/ 0 w 71"/>
                  <a:gd name="T3" fmla="*/ 15 h 7"/>
                  <a:gd name="T4" fmla="*/ 151 w 71"/>
                  <a:gd name="T5" fmla="*/ 9 h 7"/>
                  <a:gd name="T6" fmla="*/ 398 w 71"/>
                  <a:gd name="T7" fmla="*/ 5 h 7"/>
                  <a:gd name="T8" fmla="*/ 217 w 71"/>
                  <a:gd name="T9" fmla="*/ 29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1" h="7">
                    <a:moveTo>
                      <a:pt x="39" y="6"/>
                    </a:moveTo>
                    <a:cubicBezTo>
                      <a:pt x="29" y="5"/>
                      <a:pt x="11" y="2"/>
                      <a:pt x="0" y="3"/>
                    </a:cubicBezTo>
                    <a:cubicBezTo>
                      <a:pt x="5" y="0"/>
                      <a:pt x="14" y="1"/>
                      <a:pt x="27" y="2"/>
                    </a:cubicBezTo>
                    <a:cubicBezTo>
                      <a:pt x="39" y="2"/>
                      <a:pt x="61" y="5"/>
                      <a:pt x="71" y="1"/>
                    </a:cubicBezTo>
                    <a:cubicBezTo>
                      <a:pt x="55" y="7"/>
                      <a:pt x="48" y="5"/>
                      <a:pt x="39" y="6"/>
                    </a:cubicBezTo>
                  </a:path>
                </a:pathLst>
              </a:custGeom>
              <a:solidFill>
                <a:srgbClr val="7E39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175" name="Freeform 494">
                <a:extLst>
                  <a:ext uri="{FF2B5EF4-FFF2-40B4-BE49-F238E27FC236}">
                    <a16:creationId xmlns:a16="http://schemas.microsoft.com/office/drawing/2014/main" id="{6116603B-EEED-45DF-90BE-7A29253DE4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2" y="1273"/>
                <a:ext cx="46" cy="103"/>
              </a:xfrm>
              <a:custGeom>
                <a:avLst/>
                <a:gdLst>
                  <a:gd name="T0" fmla="*/ 138 w 26"/>
                  <a:gd name="T1" fmla="*/ 0 h 58"/>
                  <a:gd name="T2" fmla="*/ 57 w 26"/>
                  <a:gd name="T3" fmla="*/ 151 h 58"/>
                  <a:gd name="T4" fmla="*/ 0 w 26"/>
                  <a:gd name="T5" fmla="*/ 325 h 58"/>
                  <a:gd name="T6" fmla="*/ 85 w 26"/>
                  <a:gd name="T7" fmla="*/ 139 h 58"/>
                  <a:gd name="T8" fmla="*/ 143 w 26"/>
                  <a:gd name="T9" fmla="*/ 7 h 5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58">
                    <a:moveTo>
                      <a:pt x="25" y="0"/>
                    </a:moveTo>
                    <a:cubicBezTo>
                      <a:pt x="20" y="9"/>
                      <a:pt x="14" y="18"/>
                      <a:pt x="10" y="27"/>
                    </a:cubicBezTo>
                    <a:cubicBezTo>
                      <a:pt x="6" y="38"/>
                      <a:pt x="3" y="48"/>
                      <a:pt x="0" y="58"/>
                    </a:cubicBezTo>
                    <a:cubicBezTo>
                      <a:pt x="4" y="47"/>
                      <a:pt x="10" y="36"/>
                      <a:pt x="15" y="25"/>
                    </a:cubicBezTo>
                    <a:cubicBezTo>
                      <a:pt x="19" y="18"/>
                      <a:pt x="25" y="9"/>
                      <a:pt x="26" y="1"/>
                    </a:cubicBezTo>
                  </a:path>
                </a:pathLst>
              </a:custGeom>
              <a:solidFill>
                <a:srgbClr val="7E39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176" name="Freeform 495">
                <a:extLst>
                  <a:ext uri="{FF2B5EF4-FFF2-40B4-BE49-F238E27FC236}">
                    <a16:creationId xmlns:a16="http://schemas.microsoft.com/office/drawing/2014/main" id="{44708BF1-FAB8-4EA9-AE02-8B202F0F05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" y="1982"/>
                <a:ext cx="29" cy="342"/>
              </a:xfrm>
              <a:custGeom>
                <a:avLst/>
                <a:gdLst>
                  <a:gd name="T0" fmla="*/ 53 w 16"/>
                  <a:gd name="T1" fmla="*/ 418 h 193"/>
                  <a:gd name="T2" fmla="*/ 13 w 16"/>
                  <a:gd name="T3" fmla="*/ 1074 h 193"/>
                  <a:gd name="T4" fmla="*/ 7 w 16"/>
                  <a:gd name="T5" fmla="*/ 691 h 193"/>
                  <a:gd name="T6" fmla="*/ 96 w 16"/>
                  <a:gd name="T7" fmla="*/ 0 h 193"/>
                  <a:gd name="T8" fmla="*/ 53 w 16"/>
                  <a:gd name="T9" fmla="*/ 418 h 1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193">
                    <a:moveTo>
                      <a:pt x="9" y="75"/>
                    </a:moveTo>
                    <a:cubicBezTo>
                      <a:pt x="7" y="89"/>
                      <a:pt x="3" y="168"/>
                      <a:pt x="2" y="193"/>
                    </a:cubicBezTo>
                    <a:cubicBezTo>
                      <a:pt x="2" y="193"/>
                      <a:pt x="0" y="173"/>
                      <a:pt x="1" y="124"/>
                    </a:cubicBezTo>
                    <a:cubicBezTo>
                      <a:pt x="1" y="74"/>
                      <a:pt x="5" y="23"/>
                      <a:pt x="16" y="0"/>
                    </a:cubicBezTo>
                    <a:cubicBezTo>
                      <a:pt x="12" y="9"/>
                      <a:pt x="10" y="54"/>
                      <a:pt x="9" y="75"/>
                    </a:cubicBezTo>
                  </a:path>
                </a:pathLst>
              </a:custGeom>
              <a:solidFill>
                <a:srgbClr val="7E39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177" name="Freeform 496">
                <a:extLst>
                  <a:ext uri="{FF2B5EF4-FFF2-40B4-BE49-F238E27FC236}">
                    <a16:creationId xmlns:a16="http://schemas.microsoft.com/office/drawing/2014/main" id="{5062712C-8774-414B-A25D-A2F1930BE5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9" y="2003"/>
                <a:ext cx="67" cy="363"/>
              </a:xfrm>
              <a:custGeom>
                <a:avLst/>
                <a:gdLst>
                  <a:gd name="T0" fmla="*/ 196 w 38"/>
                  <a:gd name="T1" fmla="*/ 0 h 205"/>
                  <a:gd name="T2" fmla="*/ 130 w 38"/>
                  <a:gd name="T3" fmla="*/ 526 h 205"/>
                  <a:gd name="T4" fmla="*/ 0 w 38"/>
                  <a:gd name="T5" fmla="*/ 1139 h 205"/>
                  <a:gd name="T6" fmla="*/ 86 w 38"/>
                  <a:gd name="T7" fmla="*/ 568 h 205"/>
                  <a:gd name="T8" fmla="*/ 196 w 38"/>
                  <a:gd name="T9" fmla="*/ 0 h 20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" h="205">
                    <a:moveTo>
                      <a:pt x="36" y="0"/>
                    </a:moveTo>
                    <a:cubicBezTo>
                      <a:pt x="38" y="16"/>
                      <a:pt x="35" y="61"/>
                      <a:pt x="24" y="95"/>
                    </a:cubicBezTo>
                    <a:cubicBezTo>
                      <a:pt x="13" y="129"/>
                      <a:pt x="4" y="169"/>
                      <a:pt x="0" y="205"/>
                    </a:cubicBezTo>
                    <a:cubicBezTo>
                      <a:pt x="5" y="181"/>
                      <a:pt x="9" y="128"/>
                      <a:pt x="16" y="102"/>
                    </a:cubicBezTo>
                    <a:cubicBezTo>
                      <a:pt x="22" y="76"/>
                      <a:pt x="38" y="9"/>
                      <a:pt x="36" y="0"/>
                    </a:cubicBezTo>
                  </a:path>
                </a:pathLst>
              </a:custGeom>
              <a:solidFill>
                <a:srgbClr val="6B2D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178" name="Freeform 497">
                <a:extLst>
                  <a:ext uri="{FF2B5EF4-FFF2-40B4-BE49-F238E27FC236}">
                    <a16:creationId xmlns:a16="http://schemas.microsoft.com/office/drawing/2014/main" id="{3DD4D406-13E8-4F42-923F-328BF5350B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5" y="1982"/>
                <a:ext cx="28" cy="342"/>
              </a:xfrm>
              <a:custGeom>
                <a:avLst/>
                <a:gdLst>
                  <a:gd name="T0" fmla="*/ 37 w 16"/>
                  <a:gd name="T1" fmla="*/ 418 h 193"/>
                  <a:gd name="T2" fmla="*/ 77 w 16"/>
                  <a:gd name="T3" fmla="*/ 1074 h 193"/>
                  <a:gd name="T4" fmla="*/ 81 w 16"/>
                  <a:gd name="T5" fmla="*/ 691 h 193"/>
                  <a:gd name="T6" fmla="*/ 0 w 16"/>
                  <a:gd name="T7" fmla="*/ 0 h 193"/>
                  <a:gd name="T8" fmla="*/ 37 w 16"/>
                  <a:gd name="T9" fmla="*/ 418 h 1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193">
                    <a:moveTo>
                      <a:pt x="7" y="75"/>
                    </a:moveTo>
                    <a:cubicBezTo>
                      <a:pt x="8" y="89"/>
                      <a:pt x="12" y="168"/>
                      <a:pt x="14" y="193"/>
                    </a:cubicBezTo>
                    <a:cubicBezTo>
                      <a:pt x="14" y="193"/>
                      <a:pt x="16" y="173"/>
                      <a:pt x="15" y="124"/>
                    </a:cubicBezTo>
                    <a:cubicBezTo>
                      <a:pt x="14" y="74"/>
                      <a:pt x="11" y="23"/>
                      <a:pt x="0" y="0"/>
                    </a:cubicBezTo>
                    <a:cubicBezTo>
                      <a:pt x="4" y="9"/>
                      <a:pt x="5" y="54"/>
                      <a:pt x="7" y="75"/>
                    </a:cubicBezTo>
                  </a:path>
                </a:pathLst>
              </a:custGeom>
              <a:solidFill>
                <a:srgbClr val="6B2D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179" name="Freeform 498">
                <a:extLst>
                  <a:ext uri="{FF2B5EF4-FFF2-40B4-BE49-F238E27FC236}">
                    <a16:creationId xmlns:a16="http://schemas.microsoft.com/office/drawing/2014/main" id="{8C6A13FF-F41C-4E23-B7FC-60CE438A12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3" y="2001"/>
                <a:ext cx="68" cy="363"/>
              </a:xfrm>
              <a:custGeom>
                <a:avLst/>
                <a:gdLst>
                  <a:gd name="T0" fmla="*/ 7 w 38"/>
                  <a:gd name="T1" fmla="*/ 0 h 205"/>
                  <a:gd name="T2" fmla="*/ 81 w 38"/>
                  <a:gd name="T3" fmla="*/ 526 h 205"/>
                  <a:gd name="T4" fmla="*/ 218 w 38"/>
                  <a:gd name="T5" fmla="*/ 1139 h 205"/>
                  <a:gd name="T6" fmla="*/ 125 w 38"/>
                  <a:gd name="T7" fmla="*/ 568 h 205"/>
                  <a:gd name="T8" fmla="*/ 7 w 38"/>
                  <a:gd name="T9" fmla="*/ 0 h 20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" h="205">
                    <a:moveTo>
                      <a:pt x="1" y="0"/>
                    </a:moveTo>
                    <a:cubicBezTo>
                      <a:pt x="0" y="16"/>
                      <a:pt x="3" y="61"/>
                      <a:pt x="14" y="95"/>
                    </a:cubicBezTo>
                    <a:cubicBezTo>
                      <a:pt x="25" y="130"/>
                      <a:pt x="34" y="169"/>
                      <a:pt x="38" y="205"/>
                    </a:cubicBezTo>
                    <a:cubicBezTo>
                      <a:pt x="32" y="181"/>
                      <a:pt x="28" y="128"/>
                      <a:pt x="22" y="102"/>
                    </a:cubicBezTo>
                    <a:cubicBezTo>
                      <a:pt x="16" y="76"/>
                      <a:pt x="0" y="9"/>
                      <a:pt x="1" y="0"/>
                    </a:cubicBezTo>
                  </a:path>
                </a:pathLst>
              </a:custGeom>
              <a:solidFill>
                <a:srgbClr val="7E39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180" name="Freeform 499">
                <a:extLst>
                  <a:ext uri="{FF2B5EF4-FFF2-40B4-BE49-F238E27FC236}">
                    <a16:creationId xmlns:a16="http://schemas.microsoft.com/office/drawing/2014/main" id="{D73EB3B4-2B6A-4C66-83B1-0D3A20DBB8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" y="2552"/>
                <a:ext cx="73" cy="103"/>
              </a:xfrm>
              <a:custGeom>
                <a:avLst/>
                <a:gdLst>
                  <a:gd name="T0" fmla="*/ 118 w 41"/>
                  <a:gd name="T1" fmla="*/ 0 h 58"/>
                  <a:gd name="T2" fmla="*/ 180 w 41"/>
                  <a:gd name="T3" fmla="*/ 302 h 58"/>
                  <a:gd name="T4" fmla="*/ 219 w 41"/>
                  <a:gd name="T5" fmla="*/ 288 h 58"/>
                  <a:gd name="T6" fmla="*/ 174 w 41"/>
                  <a:gd name="T7" fmla="*/ 202 h 58"/>
                  <a:gd name="T8" fmla="*/ 166 w 41"/>
                  <a:gd name="T9" fmla="*/ 94 h 58"/>
                  <a:gd name="T10" fmla="*/ 137 w 41"/>
                  <a:gd name="T11" fmla="*/ 0 h 5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1" h="58">
                    <a:moveTo>
                      <a:pt x="21" y="0"/>
                    </a:moveTo>
                    <a:cubicBezTo>
                      <a:pt x="0" y="13"/>
                      <a:pt x="13" y="46"/>
                      <a:pt x="32" y="54"/>
                    </a:cubicBezTo>
                    <a:cubicBezTo>
                      <a:pt x="36" y="56"/>
                      <a:pt x="41" y="58"/>
                      <a:pt x="39" y="51"/>
                    </a:cubicBezTo>
                    <a:cubicBezTo>
                      <a:pt x="38" y="46"/>
                      <a:pt x="32" y="42"/>
                      <a:pt x="31" y="36"/>
                    </a:cubicBezTo>
                    <a:cubicBezTo>
                      <a:pt x="30" y="30"/>
                      <a:pt x="29" y="23"/>
                      <a:pt x="29" y="17"/>
                    </a:cubicBezTo>
                    <a:cubicBezTo>
                      <a:pt x="28" y="11"/>
                      <a:pt x="29" y="4"/>
                      <a:pt x="24" y="0"/>
                    </a:cubicBezTo>
                  </a:path>
                </a:pathLst>
              </a:custGeom>
              <a:solidFill>
                <a:srgbClr val="6B2D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181" name="Freeform 500">
                <a:extLst>
                  <a:ext uri="{FF2B5EF4-FFF2-40B4-BE49-F238E27FC236}">
                    <a16:creationId xmlns:a16="http://schemas.microsoft.com/office/drawing/2014/main" id="{AD1A9CAA-8EC0-4C07-BC82-B5A9CC5A92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3" y="2552"/>
                <a:ext cx="61" cy="101"/>
              </a:xfrm>
              <a:custGeom>
                <a:avLst/>
                <a:gdLst>
                  <a:gd name="T0" fmla="*/ 93 w 34"/>
                  <a:gd name="T1" fmla="*/ 16 h 57"/>
                  <a:gd name="T2" fmla="*/ 57 w 34"/>
                  <a:gd name="T3" fmla="*/ 151 h 57"/>
                  <a:gd name="T4" fmla="*/ 0 w 34"/>
                  <a:gd name="T5" fmla="*/ 257 h 57"/>
                  <a:gd name="T6" fmla="*/ 65 w 34"/>
                  <a:gd name="T7" fmla="*/ 289 h 57"/>
                  <a:gd name="T8" fmla="*/ 167 w 34"/>
                  <a:gd name="T9" fmla="*/ 172 h 57"/>
                  <a:gd name="T10" fmla="*/ 109 w 34"/>
                  <a:gd name="T11" fmla="*/ 0 h 5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4" h="57">
                    <a:moveTo>
                      <a:pt x="16" y="3"/>
                    </a:moveTo>
                    <a:cubicBezTo>
                      <a:pt x="14" y="11"/>
                      <a:pt x="12" y="19"/>
                      <a:pt x="10" y="27"/>
                    </a:cubicBezTo>
                    <a:cubicBezTo>
                      <a:pt x="8" y="33"/>
                      <a:pt x="7" y="42"/>
                      <a:pt x="0" y="46"/>
                    </a:cubicBezTo>
                    <a:cubicBezTo>
                      <a:pt x="5" y="51"/>
                      <a:pt x="2" y="57"/>
                      <a:pt x="11" y="52"/>
                    </a:cubicBezTo>
                    <a:cubicBezTo>
                      <a:pt x="19" y="47"/>
                      <a:pt x="26" y="39"/>
                      <a:pt x="29" y="31"/>
                    </a:cubicBezTo>
                    <a:cubicBezTo>
                      <a:pt x="34" y="18"/>
                      <a:pt x="31" y="9"/>
                      <a:pt x="19" y="0"/>
                    </a:cubicBezTo>
                  </a:path>
                </a:pathLst>
              </a:custGeom>
              <a:solidFill>
                <a:srgbClr val="6B2D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182" name="Freeform 501">
                <a:extLst>
                  <a:ext uri="{FF2B5EF4-FFF2-40B4-BE49-F238E27FC236}">
                    <a16:creationId xmlns:a16="http://schemas.microsoft.com/office/drawing/2014/main" id="{C796F238-589B-47AA-9C43-20609FCF45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3" y="3052"/>
                <a:ext cx="82" cy="78"/>
              </a:xfrm>
              <a:custGeom>
                <a:avLst/>
                <a:gdLst>
                  <a:gd name="T0" fmla="*/ 0 w 46"/>
                  <a:gd name="T1" fmla="*/ 174 h 44"/>
                  <a:gd name="T2" fmla="*/ 239 w 46"/>
                  <a:gd name="T3" fmla="*/ 0 h 44"/>
                  <a:gd name="T4" fmla="*/ 216 w 46"/>
                  <a:gd name="T5" fmla="*/ 138 h 44"/>
                  <a:gd name="T6" fmla="*/ 45 w 46"/>
                  <a:gd name="T7" fmla="*/ 188 h 4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6" h="44">
                    <a:moveTo>
                      <a:pt x="0" y="31"/>
                    </a:moveTo>
                    <a:cubicBezTo>
                      <a:pt x="19" y="44"/>
                      <a:pt x="38" y="11"/>
                      <a:pt x="42" y="0"/>
                    </a:cubicBezTo>
                    <a:cubicBezTo>
                      <a:pt x="43" y="9"/>
                      <a:pt x="46" y="17"/>
                      <a:pt x="38" y="25"/>
                    </a:cubicBezTo>
                    <a:cubicBezTo>
                      <a:pt x="31" y="32"/>
                      <a:pt x="18" y="35"/>
                      <a:pt x="8" y="34"/>
                    </a:cubicBezTo>
                  </a:path>
                </a:pathLst>
              </a:custGeom>
              <a:solidFill>
                <a:srgbClr val="6B2D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183" name="Freeform 502">
                <a:extLst>
                  <a:ext uri="{FF2B5EF4-FFF2-40B4-BE49-F238E27FC236}">
                    <a16:creationId xmlns:a16="http://schemas.microsoft.com/office/drawing/2014/main" id="{D404B5DD-5BFC-4A63-8849-1DD8E9F6A7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3" y="3259"/>
                <a:ext cx="68" cy="440"/>
              </a:xfrm>
              <a:custGeom>
                <a:avLst/>
                <a:gdLst>
                  <a:gd name="T0" fmla="*/ 36 w 38"/>
                  <a:gd name="T1" fmla="*/ 0 h 248"/>
                  <a:gd name="T2" fmla="*/ 45 w 38"/>
                  <a:gd name="T3" fmla="*/ 736 h 248"/>
                  <a:gd name="T4" fmla="*/ 218 w 38"/>
                  <a:gd name="T5" fmla="*/ 1386 h 248"/>
                  <a:gd name="T6" fmla="*/ 97 w 38"/>
                  <a:gd name="T7" fmla="*/ 671 h 248"/>
                  <a:gd name="T8" fmla="*/ 36 w 38"/>
                  <a:gd name="T9" fmla="*/ 0 h 24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" h="248">
                    <a:moveTo>
                      <a:pt x="6" y="0"/>
                    </a:moveTo>
                    <a:cubicBezTo>
                      <a:pt x="0" y="22"/>
                      <a:pt x="0" y="97"/>
                      <a:pt x="8" y="132"/>
                    </a:cubicBezTo>
                    <a:cubicBezTo>
                      <a:pt x="16" y="168"/>
                      <a:pt x="35" y="234"/>
                      <a:pt x="38" y="248"/>
                    </a:cubicBezTo>
                    <a:cubicBezTo>
                      <a:pt x="34" y="221"/>
                      <a:pt x="21" y="138"/>
                      <a:pt x="17" y="120"/>
                    </a:cubicBezTo>
                    <a:cubicBezTo>
                      <a:pt x="14" y="101"/>
                      <a:pt x="4" y="27"/>
                      <a:pt x="6" y="0"/>
                    </a:cubicBezTo>
                  </a:path>
                </a:pathLst>
              </a:custGeom>
              <a:solidFill>
                <a:srgbClr val="7E39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184" name="Freeform 503">
                <a:extLst>
                  <a:ext uri="{FF2B5EF4-FFF2-40B4-BE49-F238E27FC236}">
                    <a16:creationId xmlns:a16="http://schemas.microsoft.com/office/drawing/2014/main" id="{332613BE-53C6-4718-959E-CB2E3699C4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1" y="3249"/>
                <a:ext cx="41" cy="499"/>
              </a:xfrm>
              <a:custGeom>
                <a:avLst/>
                <a:gdLst>
                  <a:gd name="T0" fmla="*/ 86 w 23"/>
                  <a:gd name="T1" fmla="*/ 1562 h 282"/>
                  <a:gd name="T2" fmla="*/ 36 w 23"/>
                  <a:gd name="T3" fmla="*/ 648 h 282"/>
                  <a:gd name="T4" fmla="*/ 64 w 23"/>
                  <a:gd name="T5" fmla="*/ 0 h 282"/>
                  <a:gd name="T6" fmla="*/ 102 w 23"/>
                  <a:gd name="T7" fmla="*/ 676 h 282"/>
                  <a:gd name="T8" fmla="*/ 86 w 23"/>
                  <a:gd name="T9" fmla="*/ 1562 h 28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282">
                    <a:moveTo>
                      <a:pt x="15" y="282"/>
                    </a:moveTo>
                    <a:cubicBezTo>
                      <a:pt x="20" y="264"/>
                      <a:pt x="12" y="167"/>
                      <a:pt x="6" y="117"/>
                    </a:cubicBezTo>
                    <a:cubicBezTo>
                      <a:pt x="0" y="68"/>
                      <a:pt x="2" y="22"/>
                      <a:pt x="11" y="0"/>
                    </a:cubicBezTo>
                    <a:cubicBezTo>
                      <a:pt x="7" y="18"/>
                      <a:pt x="13" y="77"/>
                      <a:pt x="18" y="122"/>
                    </a:cubicBezTo>
                    <a:cubicBezTo>
                      <a:pt x="23" y="167"/>
                      <a:pt x="22" y="262"/>
                      <a:pt x="15" y="282"/>
                    </a:cubicBezTo>
                  </a:path>
                </a:pathLst>
              </a:custGeom>
              <a:solidFill>
                <a:srgbClr val="7E39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185" name="Freeform 504">
                <a:extLst>
                  <a:ext uri="{FF2B5EF4-FFF2-40B4-BE49-F238E27FC236}">
                    <a16:creationId xmlns:a16="http://schemas.microsoft.com/office/drawing/2014/main" id="{F562C7D9-E01C-48F5-BBEE-B1F593DFCE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8" y="3259"/>
                <a:ext cx="66" cy="438"/>
              </a:xfrm>
              <a:custGeom>
                <a:avLst/>
                <a:gdLst>
                  <a:gd name="T0" fmla="*/ 159 w 37"/>
                  <a:gd name="T1" fmla="*/ 0 h 247"/>
                  <a:gd name="T2" fmla="*/ 171 w 37"/>
                  <a:gd name="T3" fmla="*/ 741 h 247"/>
                  <a:gd name="T4" fmla="*/ 0 w 37"/>
                  <a:gd name="T5" fmla="*/ 1378 h 247"/>
                  <a:gd name="T6" fmla="*/ 137 w 37"/>
                  <a:gd name="T7" fmla="*/ 578 h 247"/>
                  <a:gd name="T8" fmla="*/ 159 w 37"/>
                  <a:gd name="T9" fmla="*/ 0 h 2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7" h="247">
                    <a:moveTo>
                      <a:pt x="28" y="0"/>
                    </a:moveTo>
                    <a:cubicBezTo>
                      <a:pt x="33" y="31"/>
                      <a:pt x="37" y="89"/>
                      <a:pt x="30" y="133"/>
                    </a:cubicBezTo>
                    <a:cubicBezTo>
                      <a:pt x="23" y="177"/>
                      <a:pt x="6" y="226"/>
                      <a:pt x="0" y="247"/>
                    </a:cubicBezTo>
                    <a:cubicBezTo>
                      <a:pt x="2" y="225"/>
                      <a:pt x="23" y="152"/>
                      <a:pt x="24" y="104"/>
                    </a:cubicBezTo>
                    <a:cubicBezTo>
                      <a:pt x="26" y="56"/>
                      <a:pt x="31" y="9"/>
                      <a:pt x="28" y="0"/>
                    </a:cubicBezTo>
                  </a:path>
                </a:pathLst>
              </a:custGeom>
              <a:solidFill>
                <a:srgbClr val="6B2D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186" name="Freeform 505">
                <a:extLst>
                  <a:ext uri="{FF2B5EF4-FFF2-40B4-BE49-F238E27FC236}">
                    <a16:creationId xmlns:a16="http://schemas.microsoft.com/office/drawing/2014/main" id="{85932704-E8E8-48CB-9805-71B66054F1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3" y="3779"/>
                <a:ext cx="30" cy="118"/>
              </a:xfrm>
              <a:custGeom>
                <a:avLst/>
                <a:gdLst>
                  <a:gd name="T0" fmla="*/ 86 w 17"/>
                  <a:gd name="T1" fmla="*/ 0 h 67"/>
                  <a:gd name="T2" fmla="*/ 60 w 17"/>
                  <a:gd name="T3" fmla="*/ 215 h 67"/>
                  <a:gd name="T4" fmla="*/ 72 w 17"/>
                  <a:gd name="T5" fmla="*/ 366 h 67"/>
                  <a:gd name="T6" fmla="*/ 7 w 17"/>
                  <a:gd name="T7" fmla="*/ 245 h 67"/>
                  <a:gd name="T8" fmla="*/ 60 w 17"/>
                  <a:gd name="T9" fmla="*/ 174 h 67"/>
                  <a:gd name="T10" fmla="*/ 94 w 17"/>
                  <a:gd name="T11" fmla="*/ 44 h 6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7" h="67">
                    <a:moveTo>
                      <a:pt x="16" y="0"/>
                    </a:moveTo>
                    <a:cubicBezTo>
                      <a:pt x="16" y="14"/>
                      <a:pt x="15" y="25"/>
                      <a:pt x="11" y="39"/>
                    </a:cubicBezTo>
                    <a:cubicBezTo>
                      <a:pt x="9" y="49"/>
                      <a:pt x="13" y="57"/>
                      <a:pt x="13" y="67"/>
                    </a:cubicBezTo>
                    <a:cubicBezTo>
                      <a:pt x="10" y="61"/>
                      <a:pt x="0" y="51"/>
                      <a:pt x="1" y="45"/>
                    </a:cubicBezTo>
                    <a:cubicBezTo>
                      <a:pt x="2" y="41"/>
                      <a:pt x="9" y="36"/>
                      <a:pt x="11" y="32"/>
                    </a:cubicBezTo>
                    <a:cubicBezTo>
                      <a:pt x="14" y="24"/>
                      <a:pt x="11" y="15"/>
                      <a:pt x="17" y="8"/>
                    </a:cubicBezTo>
                  </a:path>
                </a:pathLst>
              </a:custGeom>
              <a:solidFill>
                <a:srgbClr val="6B2D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187" name="Freeform 506">
                <a:extLst>
                  <a:ext uri="{FF2B5EF4-FFF2-40B4-BE49-F238E27FC236}">
                    <a16:creationId xmlns:a16="http://schemas.microsoft.com/office/drawing/2014/main" id="{AD008EA9-137B-4B57-8C9D-BD053F81DD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8" y="3718"/>
                <a:ext cx="28" cy="133"/>
              </a:xfrm>
              <a:custGeom>
                <a:avLst/>
                <a:gdLst>
                  <a:gd name="T0" fmla="*/ 58 w 16"/>
                  <a:gd name="T1" fmla="*/ 179 h 75"/>
                  <a:gd name="T2" fmla="*/ 56 w 16"/>
                  <a:gd name="T3" fmla="*/ 419 h 75"/>
                  <a:gd name="T4" fmla="*/ 21 w 16"/>
                  <a:gd name="T5" fmla="*/ 200 h 75"/>
                  <a:gd name="T6" fmla="*/ 7 w 16"/>
                  <a:gd name="T7" fmla="*/ 89 h 75"/>
                  <a:gd name="T8" fmla="*/ 7 w 16"/>
                  <a:gd name="T9" fmla="*/ 0 h 75"/>
                  <a:gd name="T10" fmla="*/ 65 w 16"/>
                  <a:gd name="T11" fmla="*/ 174 h 7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6" h="75">
                    <a:moveTo>
                      <a:pt x="11" y="32"/>
                    </a:moveTo>
                    <a:cubicBezTo>
                      <a:pt x="16" y="47"/>
                      <a:pt x="16" y="60"/>
                      <a:pt x="10" y="75"/>
                    </a:cubicBezTo>
                    <a:cubicBezTo>
                      <a:pt x="12" y="63"/>
                      <a:pt x="9" y="48"/>
                      <a:pt x="4" y="36"/>
                    </a:cubicBezTo>
                    <a:cubicBezTo>
                      <a:pt x="1" y="28"/>
                      <a:pt x="0" y="25"/>
                      <a:pt x="1" y="16"/>
                    </a:cubicBezTo>
                    <a:cubicBezTo>
                      <a:pt x="1" y="11"/>
                      <a:pt x="3" y="5"/>
                      <a:pt x="1" y="0"/>
                    </a:cubicBezTo>
                    <a:cubicBezTo>
                      <a:pt x="3" y="10"/>
                      <a:pt x="8" y="21"/>
                      <a:pt x="12" y="31"/>
                    </a:cubicBezTo>
                  </a:path>
                </a:pathLst>
              </a:custGeom>
              <a:solidFill>
                <a:srgbClr val="6B2D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188" name="Freeform 507">
                <a:extLst>
                  <a:ext uri="{FF2B5EF4-FFF2-40B4-BE49-F238E27FC236}">
                    <a16:creationId xmlns:a16="http://schemas.microsoft.com/office/drawing/2014/main" id="{D52D12C1-EAF5-46FB-BD66-347D7BF1EE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8" y="3048"/>
                <a:ext cx="58" cy="78"/>
              </a:xfrm>
              <a:custGeom>
                <a:avLst/>
                <a:gdLst>
                  <a:gd name="T0" fmla="*/ 0 w 33"/>
                  <a:gd name="T1" fmla="*/ 195 h 44"/>
                  <a:gd name="T2" fmla="*/ 142 w 33"/>
                  <a:gd name="T3" fmla="*/ 0 h 44"/>
                  <a:gd name="T4" fmla="*/ 21 w 33"/>
                  <a:gd name="T5" fmla="*/ 200 h 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" h="44">
                    <a:moveTo>
                      <a:pt x="0" y="35"/>
                    </a:moveTo>
                    <a:cubicBezTo>
                      <a:pt x="20" y="42"/>
                      <a:pt x="27" y="10"/>
                      <a:pt x="26" y="0"/>
                    </a:cubicBezTo>
                    <a:cubicBezTo>
                      <a:pt x="33" y="14"/>
                      <a:pt x="26" y="44"/>
                      <a:pt x="4" y="36"/>
                    </a:cubicBezTo>
                  </a:path>
                </a:pathLst>
              </a:custGeom>
              <a:solidFill>
                <a:srgbClr val="6B2D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189" name="Freeform 508">
                <a:extLst>
                  <a:ext uri="{FF2B5EF4-FFF2-40B4-BE49-F238E27FC236}">
                    <a16:creationId xmlns:a16="http://schemas.microsoft.com/office/drawing/2014/main" id="{3489F11C-05AB-4305-9794-339BD9BCC0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6" y="2524"/>
                <a:ext cx="82" cy="209"/>
              </a:xfrm>
              <a:custGeom>
                <a:avLst/>
                <a:gdLst>
                  <a:gd name="T0" fmla="*/ 146 w 46"/>
                  <a:gd name="T1" fmla="*/ 66 h 118"/>
                  <a:gd name="T2" fmla="*/ 114 w 46"/>
                  <a:gd name="T3" fmla="*/ 655 h 118"/>
                  <a:gd name="T4" fmla="*/ 137 w 46"/>
                  <a:gd name="T5" fmla="*/ 439 h 118"/>
                  <a:gd name="T6" fmla="*/ 143 w 46"/>
                  <a:gd name="T7" fmla="*/ 216 h 118"/>
                  <a:gd name="T8" fmla="*/ 175 w 46"/>
                  <a:gd name="T9" fmla="*/ 106 h 118"/>
                  <a:gd name="T10" fmla="*/ 260 w 46"/>
                  <a:gd name="T11" fmla="*/ 0 h 118"/>
                  <a:gd name="T12" fmla="*/ 130 w 46"/>
                  <a:gd name="T13" fmla="*/ 73 h 1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6" h="118">
                    <a:moveTo>
                      <a:pt x="26" y="12"/>
                    </a:moveTo>
                    <a:cubicBezTo>
                      <a:pt x="0" y="22"/>
                      <a:pt x="30" y="91"/>
                      <a:pt x="20" y="118"/>
                    </a:cubicBezTo>
                    <a:cubicBezTo>
                      <a:pt x="19" y="105"/>
                      <a:pt x="23" y="92"/>
                      <a:pt x="24" y="79"/>
                    </a:cubicBezTo>
                    <a:cubicBezTo>
                      <a:pt x="26" y="65"/>
                      <a:pt x="24" y="52"/>
                      <a:pt x="25" y="39"/>
                    </a:cubicBezTo>
                    <a:cubicBezTo>
                      <a:pt x="26" y="31"/>
                      <a:pt x="27" y="26"/>
                      <a:pt x="31" y="19"/>
                    </a:cubicBezTo>
                    <a:cubicBezTo>
                      <a:pt x="34" y="14"/>
                      <a:pt x="40" y="2"/>
                      <a:pt x="46" y="0"/>
                    </a:cubicBezTo>
                    <a:cubicBezTo>
                      <a:pt x="38" y="3"/>
                      <a:pt x="31" y="10"/>
                      <a:pt x="23" y="13"/>
                    </a:cubicBezTo>
                  </a:path>
                </a:pathLst>
              </a:custGeom>
              <a:solidFill>
                <a:srgbClr val="7E39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190" name="Freeform 509">
                <a:extLst>
                  <a:ext uri="{FF2B5EF4-FFF2-40B4-BE49-F238E27FC236}">
                    <a16:creationId xmlns:a16="http://schemas.microsoft.com/office/drawing/2014/main" id="{6D5440DC-4115-4139-A3C6-052E5934D6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6" y="2951"/>
                <a:ext cx="32" cy="243"/>
              </a:xfrm>
              <a:custGeom>
                <a:avLst/>
                <a:gdLst>
                  <a:gd name="T0" fmla="*/ 50 w 18"/>
                  <a:gd name="T1" fmla="*/ 0 h 137"/>
                  <a:gd name="T2" fmla="*/ 37 w 18"/>
                  <a:gd name="T3" fmla="*/ 381 h 137"/>
                  <a:gd name="T4" fmla="*/ 73 w 18"/>
                  <a:gd name="T5" fmla="*/ 764 h 137"/>
                  <a:gd name="T6" fmla="*/ 78 w 18"/>
                  <a:gd name="T7" fmla="*/ 412 h 137"/>
                  <a:gd name="T8" fmla="*/ 57 w 18"/>
                  <a:gd name="T9" fmla="*/ 101 h 137"/>
                  <a:gd name="T10" fmla="*/ 50 w 18"/>
                  <a:gd name="T11" fmla="*/ 0 h 13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8" h="137">
                    <a:moveTo>
                      <a:pt x="9" y="0"/>
                    </a:moveTo>
                    <a:cubicBezTo>
                      <a:pt x="7" y="20"/>
                      <a:pt x="0" y="43"/>
                      <a:pt x="7" y="68"/>
                    </a:cubicBezTo>
                    <a:cubicBezTo>
                      <a:pt x="14" y="94"/>
                      <a:pt x="18" y="114"/>
                      <a:pt x="13" y="137"/>
                    </a:cubicBezTo>
                    <a:cubicBezTo>
                      <a:pt x="18" y="118"/>
                      <a:pt x="18" y="90"/>
                      <a:pt x="14" y="74"/>
                    </a:cubicBezTo>
                    <a:cubicBezTo>
                      <a:pt x="12" y="59"/>
                      <a:pt x="9" y="31"/>
                      <a:pt x="10" y="18"/>
                    </a:cubicBezTo>
                    <a:cubicBezTo>
                      <a:pt x="12" y="5"/>
                      <a:pt x="9" y="0"/>
                      <a:pt x="9" y="0"/>
                    </a:cubicBezTo>
                  </a:path>
                </a:pathLst>
              </a:custGeom>
              <a:solidFill>
                <a:srgbClr val="7E39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191" name="Freeform 510">
                <a:extLst>
                  <a:ext uri="{FF2B5EF4-FFF2-40B4-BE49-F238E27FC236}">
                    <a16:creationId xmlns:a16="http://schemas.microsoft.com/office/drawing/2014/main" id="{B6A43928-0CE3-4972-948A-93F7E0CE1D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1" y="3956"/>
                <a:ext cx="121" cy="71"/>
              </a:xfrm>
              <a:custGeom>
                <a:avLst/>
                <a:gdLst>
                  <a:gd name="T0" fmla="*/ 57 w 68"/>
                  <a:gd name="T1" fmla="*/ 174 h 40"/>
                  <a:gd name="T2" fmla="*/ 281 w 68"/>
                  <a:gd name="T3" fmla="*/ 179 h 40"/>
                  <a:gd name="T4" fmla="*/ 326 w 68"/>
                  <a:gd name="T5" fmla="*/ 0 h 40"/>
                  <a:gd name="T6" fmla="*/ 310 w 68"/>
                  <a:gd name="T7" fmla="*/ 64 h 40"/>
                  <a:gd name="T8" fmla="*/ 215 w 68"/>
                  <a:gd name="T9" fmla="*/ 101 h 40"/>
                  <a:gd name="T10" fmla="*/ 16 w 68"/>
                  <a:gd name="T11" fmla="*/ 89 h 40"/>
                  <a:gd name="T12" fmla="*/ 28 w 68"/>
                  <a:gd name="T13" fmla="*/ 179 h 4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8" h="40">
                    <a:moveTo>
                      <a:pt x="10" y="31"/>
                    </a:moveTo>
                    <a:cubicBezTo>
                      <a:pt x="20" y="40"/>
                      <a:pt x="39" y="37"/>
                      <a:pt x="50" y="32"/>
                    </a:cubicBezTo>
                    <a:cubicBezTo>
                      <a:pt x="68" y="24"/>
                      <a:pt x="64" y="14"/>
                      <a:pt x="58" y="0"/>
                    </a:cubicBezTo>
                    <a:cubicBezTo>
                      <a:pt x="58" y="5"/>
                      <a:pt x="59" y="7"/>
                      <a:pt x="55" y="11"/>
                    </a:cubicBezTo>
                    <a:cubicBezTo>
                      <a:pt x="52" y="15"/>
                      <a:pt x="43" y="17"/>
                      <a:pt x="38" y="18"/>
                    </a:cubicBezTo>
                    <a:cubicBezTo>
                      <a:pt x="26" y="21"/>
                      <a:pt x="14" y="19"/>
                      <a:pt x="3" y="16"/>
                    </a:cubicBezTo>
                    <a:cubicBezTo>
                      <a:pt x="0" y="20"/>
                      <a:pt x="5" y="28"/>
                      <a:pt x="5" y="32"/>
                    </a:cubicBezTo>
                  </a:path>
                </a:pathLst>
              </a:custGeom>
              <a:solidFill>
                <a:srgbClr val="6B2D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192" name="Freeform 511">
                <a:extLst>
                  <a:ext uri="{FF2B5EF4-FFF2-40B4-BE49-F238E27FC236}">
                    <a16:creationId xmlns:a16="http://schemas.microsoft.com/office/drawing/2014/main" id="{ED9325F1-D1F4-471B-8A83-C03BA4E581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0" y="3862"/>
                <a:ext cx="128" cy="154"/>
              </a:xfrm>
              <a:custGeom>
                <a:avLst/>
                <a:gdLst>
                  <a:gd name="T0" fmla="*/ 0 w 72"/>
                  <a:gd name="T1" fmla="*/ 483 h 87"/>
                  <a:gd name="T2" fmla="*/ 117 w 72"/>
                  <a:gd name="T3" fmla="*/ 467 h 87"/>
                  <a:gd name="T4" fmla="*/ 208 w 72"/>
                  <a:gd name="T5" fmla="*/ 476 h 87"/>
                  <a:gd name="T6" fmla="*/ 292 w 72"/>
                  <a:gd name="T7" fmla="*/ 448 h 87"/>
                  <a:gd name="T8" fmla="*/ 341 w 72"/>
                  <a:gd name="T9" fmla="*/ 373 h 87"/>
                  <a:gd name="T10" fmla="*/ 366 w 72"/>
                  <a:gd name="T11" fmla="*/ 172 h 87"/>
                  <a:gd name="T12" fmla="*/ 348 w 72"/>
                  <a:gd name="T13" fmla="*/ 0 h 87"/>
                  <a:gd name="T14" fmla="*/ 288 w 72"/>
                  <a:gd name="T15" fmla="*/ 94 h 87"/>
                  <a:gd name="T16" fmla="*/ 292 w 72"/>
                  <a:gd name="T17" fmla="*/ 223 h 87"/>
                  <a:gd name="T18" fmla="*/ 236 w 72"/>
                  <a:gd name="T19" fmla="*/ 333 h 87"/>
                  <a:gd name="T20" fmla="*/ 146 w 72"/>
                  <a:gd name="T21" fmla="*/ 432 h 8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72" h="87">
                    <a:moveTo>
                      <a:pt x="0" y="87"/>
                    </a:moveTo>
                    <a:cubicBezTo>
                      <a:pt x="7" y="85"/>
                      <a:pt x="13" y="83"/>
                      <a:pt x="21" y="84"/>
                    </a:cubicBezTo>
                    <a:cubicBezTo>
                      <a:pt x="26" y="85"/>
                      <a:pt x="31" y="86"/>
                      <a:pt x="37" y="86"/>
                    </a:cubicBezTo>
                    <a:cubicBezTo>
                      <a:pt x="41" y="85"/>
                      <a:pt x="48" y="83"/>
                      <a:pt x="52" y="81"/>
                    </a:cubicBezTo>
                    <a:cubicBezTo>
                      <a:pt x="58" y="77"/>
                      <a:pt x="59" y="73"/>
                      <a:pt x="61" y="67"/>
                    </a:cubicBezTo>
                    <a:cubicBezTo>
                      <a:pt x="64" y="55"/>
                      <a:pt x="65" y="43"/>
                      <a:pt x="65" y="31"/>
                    </a:cubicBezTo>
                    <a:cubicBezTo>
                      <a:pt x="66" y="21"/>
                      <a:pt x="72" y="7"/>
                      <a:pt x="62" y="0"/>
                    </a:cubicBezTo>
                    <a:cubicBezTo>
                      <a:pt x="58" y="3"/>
                      <a:pt x="52" y="12"/>
                      <a:pt x="51" y="17"/>
                    </a:cubicBezTo>
                    <a:cubicBezTo>
                      <a:pt x="49" y="24"/>
                      <a:pt x="53" y="33"/>
                      <a:pt x="52" y="40"/>
                    </a:cubicBezTo>
                    <a:cubicBezTo>
                      <a:pt x="51" y="48"/>
                      <a:pt x="47" y="54"/>
                      <a:pt x="42" y="60"/>
                    </a:cubicBezTo>
                    <a:cubicBezTo>
                      <a:pt x="37" y="66"/>
                      <a:pt x="35" y="78"/>
                      <a:pt x="26" y="78"/>
                    </a:cubicBezTo>
                  </a:path>
                </a:pathLst>
              </a:custGeom>
              <a:solidFill>
                <a:srgbClr val="6B2D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193" name="Freeform 512">
                <a:extLst>
                  <a:ext uri="{FF2B5EF4-FFF2-40B4-BE49-F238E27FC236}">
                    <a16:creationId xmlns:a16="http://schemas.microsoft.com/office/drawing/2014/main" id="{DAA2DCC2-222B-46C3-9529-FECCDCA589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2" y="2122"/>
                <a:ext cx="35" cy="12"/>
              </a:xfrm>
              <a:custGeom>
                <a:avLst/>
                <a:gdLst>
                  <a:gd name="T0" fmla="*/ 0 w 20"/>
                  <a:gd name="T1" fmla="*/ 36 h 7"/>
                  <a:gd name="T2" fmla="*/ 56 w 20"/>
                  <a:gd name="T3" fmla="*/ 0 h 7"/>
                  <a:gd name="T4" fmla="*/ 107 w 20"/>
                  <a:gd name="T5" fmla="*/ 36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7">
                    <a:moveTo>
                      <a:pt x="0" y="7"/>
                    </a:moveTo>
                    <a:cubicBezTo>
                      <a:pt x="5" y="1"/>
                      <a:pt x="5" y="0"/>
                      <a:pt x="10" y="0"/>
                    </a:cubicBezTo>
                    <a:cubicBezTo>
                      <a:pt x="14" y="0"/>
                      <a:pt x="15" y="2"/>
                      <a:pt x="20" y="7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194" name="Freeform 513">
                <a:extLst>
                  <a:ext uri="{FF2B5EF4-FFF2-40B4-BE49-F238E27FC236}">
                    <a16:creationId xmlns:a16="http://schemas.microsoft.com/office/drawing/2014/main" id="{027F0BB8-79CD-478B-92DD-74FBBA4E47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9" y="2129"/>
                <a:ext cx="23" cy="9"/>
              </a:xfrm>
              <a:custGeom>
                <a:avLst/>
                <a:gdLst>
                  <a:gd name="T0" fmla="*/ 0 w 13"/>
                  <a:gd name="T1" fmla="*/ 0 h 5"/>
                  <a:gd name="T2" fmla="*/ 73 w 13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5">
                    <a:moveTo>
                      <a:pt x="0" y="0"/>
                    </a:moveTo>
                    <a:cubicBezTo>
                      <a:pt x="1" y="5"/>
                      <a:pt x="10" y="5"/>
                      <a:pt x="13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195" name="Freeform 514">
                <a:extLst>
                  <a:ext uri="{FF2B5EF4-FFF2-40B4-BE49-F238E27FC236}">
                    <a16:creationId xmlns:a16="http://schemas.microsoft.com/office/drawing/2014/main" id="{DC032612-CFA9-46AA-BDD0-85DD3793BF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6" y="1381"/>
                <a:ext cx="173" cy="18"/>
              </a:xfrm>
              <a:custGeom>
                <a:avLst/>
                <a:gdLst>
                  <a:gd name="T0" fmla="*/ 0 w 97"/>
                  <a:gd name="T1" fmla="*/ 0 h 10"/>
                  <a:gd name="T2" fmla="*/ 146 w 97"/>
                  <a:gd name="T3" fmla="*/ 29 h 10"/>
                  <a:gd name="T4" fmla="*/ 317 w 97"/>
                  <a:gd name="T5" fmla="*/ 29 h 10"/>
                  <a:gd name="T6" fmla="*/ 537 w 97"/>
                  <a:gd name="T7" fmla="*/ 41 h 10"/>
                  <a:gd name="T8" fmla="*/ 551 w 97"/>
                  <a:gd name="T9" fmla="*/ 58 h 10"/>
                  <a:gd name="T10" fmla="*/ 544 w 97"/>
                  <a:gd name="T11" fmla="*/ 36 h 10"/>
                  <a:gd name="T12" fmla="*/ 317 w 97"/>
                  <a:gd name="T13" fmla="*/ 16 h 10"/>
                  <a:gd name="T14" fmla="*/ 153 w 97"/>
                  <a:gd name="T15" fmla="*/ 16 h 10"/>
                  <a:gd name="T16" fmla="*/ 0 w 97"/>
                  <a:gd name="T17" fmla="*/ 0 h 1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7" h="10">
                    <a:moveTo>
                      <a:pt x="0" y="0"/>
                    </a:moveTo>
                    <a:cubicBezTo>
                      <a:pt x="4" y="1"/>
                      <a:pt x="21" y="3"/>
                      <a:pt x="26" y="5"/>
                    </a:cubicBezTo>
                    <a:cubicBezTo>
                      <a:pt x="31" y="7"/>
                      <a:pt x="43" y="6"/>
                      <a:pt x="56" y="5"/>
                    </a:cubicBezTo>
                    <a:cubicBezTo>
                      <a:pt x="72" y="4"/>
                      <a:pt x="90" y="3"/>
                      <a:pt x="95" y="7"/>
                    </a:cubicBezTo>
                    <a:cubicBezTo>
                      <a:pt x="96" y="8"/>
                      <a:pt x="97" y="9"/>
                      <a:pt x="97" y="10"/>
                    </a:cubicBezTo>
                    <a:cubicBezTo>
                      <a:pt x="97" y="9"/>
                      <a:pt x="97" y="7"/>
                      <a:pt x="96" y="6"/>
                    </a:cubicBezTo>
                    <a:cubicBezTo>
                      <a:pt x="90" y="1"/>
                      <a:pt x="73" y="2"/>
                      <a:pt x="56" y="3"/>
                    </a:cubicBezTo>
                    <a:cubicBezTo>
                      <a:pt x="43" y="4"/>
                      <a:pt x="31" y="5"/>
                      <a:pt x="27" y="3"/>
                    </a:cubicBezTo>
                    <a:cubicBezTo>
                      <a:pt x="21" y="1"/>
                      <a:pt x="6" y="1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196" name="Freeform 515">
                <a:extLst>
                  <a:ext uri="{FF2B5EF4-FFF2-40B4-BE49-F238E27FC236}">
                    <a16:creationId xmlns:a16="http://schemas.microsoft.com/office/drawing/2014/main" id="{D2167BC8-9C26-44A0-9FD8-24187C1E86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5" y="1418"/>
                <a:ext cx="32" cy="18"/>
              </a:xfrm>
              <a:custGeom>
                <a:avLst/>
                <a:gdLst>
                  <a:gd name="T0" fmla="*/ 0 w 18"/>
                  <a:gd name="T1" fmla="*/ 0 h 10"/>
                  <a:gd name="T2" fmla="*/ 44 w 18"/>
                  <a:gd name="T3" fmla="*/ 58 h 10"/>
                  <a:gd name="T4" fmla="*/ 101 w 18"/>
                  <a:gd name="T5" fmla="*/ 7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10">
                    <a:moveTo>
                      <a:pt x="0" y="0"/>
                    </a:moveTo>
                    <a:cubicBezTo>
                      <a:pt x="3" y="6"/>
                      <a:pt x="5" y="10"/>
                      <a:pt x="8" y="10"/>
                    </a:cubicBezTo>
                    <a:cubicBezTo>
                      <a:pt x="11" y="10"/>
                      <a:pt x="14" y="6"/>
                      <a:pt x="18" y="1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197" name="Freeform 516">
                <a:extLst>
                  <a:ext uri="{FF2B5EF4-FFF2-40B4-BE49-F238E27FC236}">
                    <a16:creationId xmlns:a16="http://schemas.microsoft.com/office/drawing/2014/main" id="{7DE66B50-1AFB-41C0-8E2C-AD4E228943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6" y="3959"/>
                <a:ext cx="31" cy="62"/>
              </a:xfrm>
              <a:custGeom>
                <a:avLst/>
                <a:gdLst>
                  <a:gd name="T0" fmla="*/ 97 w 17"/>
                  <a:gd name="T1" fmla="*/ 0 h 35"/>
                  <a:gd name="T2" fmla="*/ 73 w 17"/>
                  <a:gd name="T3" fmla="*/ 60 h 35"/>
                  <a:gd name="T4" fmla="*/ 44 w 17"/>
                  <a:gd name="T5" fmla="*/ 195 h 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35">
                    <a:moveTo>
                      <a:pt x="16" y="0"/>
                    </a:moveTo>
                    <a:cubicBezTo>
                      <a:pt x="17" y="4"/>
                      <a:pt x="15" y="8"/>
                      <a:pt x="12" y="11"/>
                    </a:cubicBezTo>
                    <a:cubicBezTo>
                      <a:pt x="8" y="15"/>
                      <a:pt x="0" y="28"/>
                      <a:pt x="7" y="35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198" name="Freeform 517">
                <a:extLst>
                  <a:ext uri="{FF2B5EF4-FFF2-40B4-BE49-F238E27FC236}">
                    <a16:creationId xmlns:a16="http://schemas.microsoft.com/office/drawing/2014/main" id="{0111AC5B-4477-42D5-9E54-3861770774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4" y="3963"/>
                <a:ext cx="41" cy="58"/>
              </a:xfrm>
              <a:custGeom>
                <a:avLst/>
                <a:gdLst>
                  <a:gd name="T0" fmla="*/ 130 w 23"/>
                  <a:gd name="T1" fmla="*/ 0 h 33"/>
                  <a:gd name="T2" fmla="*/ 57 w 23"/>
                  <a:gd name="T3" fmla="*/ 65 h 33"/>
                  <a:gd name="T4" fmla="*/ 21 w 23"/>
                  <a:gd name="T5" fmla="*/ 179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33">
                    <a:moveTo>
                      <a:pt x="23" y="0"/>
                    </a:moveTo>
                    <a:cubicBezTo>
                      <a:pt x="19" y="6"/>
                      <a:pt x="12" y="10"/>
                      <a:pt x="10" y="12"/>
                    </a:cubicBezTo>
                    <a:cubicBezTo>
                      <a:pt x="2" y="19"/>
                      <a:pt x="0" y="27"/>
                      <a:pt x="4" y="33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199" name="Freeform 518">
                <a:extLst>
                  <a:ext uri="{FF2B5EF4-FFF2-40B4-BE49-F238E27FC236}">
                    <a16:creationId xmlns:a16="http://schemas.microsoft.com/office/drawing/2014/main" id="{AF617217-0912-4361-B234-E65B570096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8" y="3959"/>
                <a:ext cx="45" cy="59"/>
              </a:xfrm>
              <a:custGeom>
                <a:avLst/>
                <a:gdLst>
                  <a:gd name="T0" fmla="*/ 146 w 25"/>
                  <a:gd name="T1" fmla="*/ 0 h 33"/>
                  <a:gd name="T2" fmla="*/ 65 w 25"/>
                  <a:gd name="T3" fmla="*/ 80 h 33"/>
                  <a:gd name="T4" fmla="*/ 7 w 25"/>
                  <a:gd name="T5" fmla="*/ 188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33">
                    <a:moveTo>
                      <a:pt x="25" y="0"/>
                    </a:moveTo>
                    <a:cubicBezTo>
                      <a:pt x="21" y="4"/>
                      <a:pt x="16" y="9"/>
                      <a:pt x="11" y="14"/>
                    </a:cubicBezTo>
                    <a:cubicBezTo>
                      <a:pt x="7" y="18"/>
                      <a:pt x="0" y="26"/>
                      <a:pt x="1" y="33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200" name="Freeform 519">
                <a:extLst>
                  <a:ext uri="{FF2B5EF4-FFF2-40B4-BE49-F238E27FC236}">
                    <a16:creationId xmlns:a16="http://schemas.microsoft.com/office/drawing/2014/main" id="{F2CDAA9A-A096-42FF-806C-E0CD103743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2" y="3952"/>
                <a:ext cx="30" cy="43"/>
              </a:xfrm>
              <a:custGeom>
                <a:avLst/>
                <a:gdLst>
                  <a:gd name="T0" fmla="*/ 94 w 17"/>
                  <a:gd name="T1" fmla="*/ 0 h 24"/>
                  <a:gd name="T2" fmla="*/ 37 w 17"/>
                  <a:gd name="T3" fmla="*/ 52 h 24"/>
                  <a:gd name="T4" fmla="*/ 0 w 17"/>
                  <a:gd name="T5" fmla="*/ 138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24">
                    <a:moveTo>
                      <a:pt x="17" y="0"/>
                    </a:moveTo>
                    <a:cubicBezTo>
                      <a:pt x="15" y="3"/>
                      <a:pt x="10" y="6"/>
                      <a:pt x="7" y="9"/>
                    </a:cubicBezTo>
                    <a:cubicBezTo>
                      <a:pt x="3" y="12"/>
                      <a:pt x="0" y="19"/>
                      <a:pt x="0" y="24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201" name="Freeform 520">
                <a:extLst>
                  <a:ext uri="{FF2B5EF4-FFF2-40B4-BE49-F238E27FC236}">
                    <a16:creationId xmlns:a16="http://schemas.microsoft.com/office/drawing/2014/main" id="{7038C15D-6427-4601-B0F7-7F2593F1AE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6" y="3984"/>
                <a:ext cx="44" cy="21"/>
              </a:xfrm>
              <a:custGeom>
                <a:avLst/>
                <a:gdLst>
                  <a:gd name="T0" fmla="*/ 0 w 25"/>
                  <a:gd name="T1" fmla="*/ 65 h 12"/>
                  <a:gd name="T2" fmla="*/ 102 w 25"/>
                  <a:gd name="T3" fmla="*/ 65 h 12"/>
                  <a:gd name="T4" fmla="*/ 77 w 25"/>
                  <a:gd name="T5" fmla="*/ 7 h 12"/>
                  <a:gd name="T6" fmla="*/ 0 w 25"/>
                  <a:gd name="T7" fmla="*/ 65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" h="12">
                    <a:moveTo>
                      <a:pt x="0" y="12"/>
                    </a:moveTo>
                    <a:cubicBezTo>
                      <a:pt x="8" y="11"/>
                      <a:pt x="17" y="11"/>
                      <a:pt x="19" y="12"/>
                    </a:cubicBezTo>
                    <a:cubicBezTo>
                      <a:pt x="25" y="4"/>
                      <a:pt x="19" y="0"/>
                      <a:pt x="14" y="1"/>
                    </a:cubicBezTo>
                    <a:cubicBezTo>
                      <a:pt x="3" y="1"/>
                      <a:pt x="0" y="10"/>
                      <a:pt x="0" y="12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202" name="Freeform 521">
                <a:extLst>
                  <a:ext uri="{FF2B5EF4-FFF2-40B4-BE49-F238E27FC236}">
                    <a16:creationId xmlns:a16="http://schemas.microsoft.com/office/drawing/2014/main" id="{917F9E52-9D64-46CE-A4C7-F4994B3F5C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0" y="4000"/>
                <a:ext cx="21" cy="18"/>
              </a:xfrm>
              <a:custGeom>
                <a:avLst/>
                <a:gdLst>
                  <a:gd name="T0" fmla="*/ 0 w 12"/>
                  <a:gd name="T1" fmla="*/ 58 h 10"/>
                  <a:gd name="T2" fmla="*/ 65 w 12"/>
                  <a:gd name="T3" fmla="*/ 52 h 10"/>
                  <a:gd name="T4" fmla="*/ 0 w 12"/>
                  <a:gd name="T5" fmla="*/ 58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0">
                    <a:moveTo>
                      <a:pt x="0" y="10"/>
                    </a:moveTo>
                    <a:cubicBezTo>
                      <a:pt x="2" y="9"/>
                      <a:pt x="11" y="8"/>
                      <a:pt x="12" y="9"/>
                    </a:cubicBezTo>
                    <a:cubicBezTo>
                      <a:pt x="11" y="1"/>
                      <a:pt x="1" y="0"/>
                      <a:pt x="0" y="10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203" name="Freeform 522">
                <a:extLst>
                  <a:ext uri="{FF2B5EF4-FFF2-40B4-BE49-F238E27FC236}">
                    <a16:creationId xmlns:a16="http://schemas.microsoft.com/office/drawing/2014/main" id="{DF042453-9E40-4D05-84ED-7A9C20C44A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0" y="4004"/>
                <a:ext cx="18" cy="14"/>
              </a:xfrm>
              <a:custGeom>
                <a:avLst/>
                <a:gdLst>
                  <a:gd name="T0" fmla="*/ 0 w 10"/>
                  <a:gd name="T1" fmla="*/ 37 h 8"/>
                  <a:gd name="T2" fmla="*/ 58 w 10"/>
                  <a:gd name="T3" fmla="*/ 33 h 8"/>
                  <a:gd name="T4" fmla="*/ 0 w 10"/>
                  <a:gd name="T5" fmla="*/ 37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8">
                    <a:moveTo>
                      <a:pt x="0" y="7"/>
                    </a:moveTo>
                    <a:cubicBezTo>
                      <a:pt x="2" y="8"/>
                      <a:pt x="8" y="8"/>
                      <a:pt x="10" y="6"/>
                    </a:cubicBezTo>
                    <a:cubicBezTo>
                      <a:pt x="9" y="0"/>
                      <a:pt x="0" y="3"/>
                      <a:pt x="0" y="7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204" name="Freeform 523">
                <a:extLst>
                  <a:ext uri="{FF2B5EF4-FFF2-40B4-BE49-F238E27FC236}">
                    <a16:creationId xmlns:a16="http://schemas.microsoft.com/office/drawing/2014/main" id="{3EAD02E1-9E8F-4778-9FC8-57459C5AE3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6" y="3991"/>
                <a:ext cx="14" cy="13"/>
              </a:xfrm>
              <a:custGeom>
                <a:avLst/>
                <a:gdLst>
                  <a:gd name="T0" fmla="*/ 0 w 8"/>
                  <a:gd name="T1" fmla="*/ 24 h 7"/>
                  <a:gd name="T2" fmla="*/ 37 w 8"/>
                  <a:gd name="T3" fmla="*/ 32 h 7"/>
                  <a:gd name="T4" fmla="*/ 0 w 8"/>
                  <a:gd name="T5" fmla="*/ 24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7">
                    <a:moveTo>
                      <a:pt x="0" y="4"/>
                    </a:moveTo>
                    <a:cubicBezTo>
                      <a:pt x="1" y="6"/>
                      <a:pt x="4" y="7"/>
                      <a:pt x="7" y="5"/>
                    </a:cubicBezTo>
                    <a:cubicBezTo>
                      <a:pt x="8" y="0"/>
                      <a:pt x="1" y="0"/>
                      <a:pt x="0" y="4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205" name="Freeform 524">
                <a:extLst>
                  <a:ext uri="{FF2B5EF4-FFF2-40B4-BE49-F238E27FC236}">
                    <a16:creationId xmlns:a16="http://schemas.microsoft.com/office/drawing/2014/main" id="{0C0BF399-F04E-457B-B4B7-ADEB7123B1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0" y="2607"/>
                <a:ext cx="64" cy="39"/>
              </a:xfrm>
              <a:custGeom>
                <a:avLst/>
                <a:gdLst>
                  <a:gd name="T0" fmla="*/ 0 w 36"/>
                  <a:gd name="T1" fmla="*/ 0 h 22"/>
                  <a:gd name="T2" fmla="*/ 64 w 36"/>
                  <a:gd name="T3" fmla="*/ 62 h 22"/>
                  <a:gd name="T4" fmla="*/ 158 w 36"/>
                  <a:gd name="T5" fmla="*/ 106 h 22"/>
                  <a:gd name="T6" fmla="*/ 203 w 36"/>
                  <a:gd name="T7" fmla="*/ 122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6" h="22">
                    <a:moveTo>
                      <a:pt x="0" y="0"/>
                    </a:moveTo>
                    <a:cubicBezTo>
                      <a:pt x="4" y="2"/>
                      <a:pt x="6" y="9"/>
                      <a:pt x="11" y="11"/>
                    </a:cubicBezTo>
                    <a:cubicBezTo>
                      <a:pt x="16" y="15"/>
                      <a:pt x="23" y="16"/>
                      <a:pt x="28" y="19"/>
                    </a:cubicBezTo>
                    <a:cubicBezTo>
                      <a:pt x="31" y="20"/>
                      <a:pt x="34" y="21"/>
                      <a:pt x="36" y="22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206" name="Freeform 525">
                <a:extLst>
                  <a:ext uri="{FF2B5EF4-FFF2-40B4-BE49-F238E27FC236}">
                    <a16:creationId xmlns:a16="http://schemas.microsoft.com/office/drawing/2014/main" id="{69C23C51-9E1E-49F8-97BF-5A97EF7A55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0" y="2614"/>
                <a:ext cx="55" cy="45"/>
              </a:xfrm>
              <a:custGeom>
                <a:avLst/>
                <a:gdLst>
                  <a:gd name="T0" fmla="*/ 174 w 31"/>
                  <a:gd name="T1" fmla="*/ 146 h 25"/>
                  <a:gd name="T2" fmla="*/ 57 w 31"/>
                  <a:gd name="T3" fmla="*/ 74 h 25"/>
                  <a:gd name="T4" fmla="*/ 0 w 31"/>
                  <a:gd name="T5" fmla="*/ 0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1" h="25">
                    <a:moveTo>
                      <a:pt x="31" y="25"/>
                    </a:moveTo>
                    <a:cubicBezTo>
                      <a:pt x="22" y="17"/>
                      <a:pt x="16" y="15"/>
                      <a:pt x="10" y="13"/>
                    </a:cubicBezTo>
                    <a:cubicBezTo>
                      <a:pt x="10" y="11"/>
                      <a:pt x="5" y="5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207" name="Freeform 526">
                <a:extLst>
                  <a:ext uri="{FF2B5EF4-FFF2-40B4-BE49-F238E27FC236}">
                    <a16:creationId xmlns:a16="http://schemas.microsoft.com/office/drawing/2014/main" id="{81172896-447E-45E9-9B02-D46E862A3C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" y="2552"/>
                <a:ext cx="70" cy="84"/>
              </a:xfrm>
              <a:custGeom>
                <a:avLst/>
                <a:gdLst>
                  <a:gd name="T0" fmla="*/ 226 w 39"/>
                  <a:gd name="T1" fmla="*/ 263 h 47"/>
                  <a:gd name="T2" fmla="*/ 126 w 39"/>
                  <a:gd name="T3" fmla="*/ 188 h 47"/>
                  <a:gd name="T4" fmla="*/ 102 w 39"/>
                  <a:gd name="T5" fmla="*/ 52 h 47"/>
                  <a:gd name="T6" fmla="*/ 65 w 39"/>
                  <a:gd name="T7" fmla="*/ 0 h 47"/>
                  <a:gd name="T8" fmla="*/ 0 w 39"/>
                  <a:gd name="T9" fmla="*/ 109 h 47"/>
                  <a:gd name="T10" fmla="*/ 23 w 39"/>
                  <a:gd name="T11" fmla="*/ 202 h 4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9" h="47">
                    <a:moveTo>
                      <a:pt x="39" y="46"/>
                    </a:moveTo>
                    <a:cubicBezTo>
                      <a:pt x="29" y="47"/>
                      <a:pt x="22" y="38"/>
                      <a:pt x="22" y="33"/>
                    </a:cubicBezTo>
                    <a:cubicBezTo>
                      <a:pt x="19" y="28"/>
                      <a:pt x="18" y="13"/>
                      <a:pt x="18" y="9"/>
                    </a:cubicBezTo>
                    <a:cubicBezTo>
                      <a:pt x="17" y="5"/>
                      <a:pt x="16" y="0"/>
                      <a:pt x="11" y="0"/>
                    </a:cubicBezTo>
                    <a:cubicBezTo>
                      <a:pt x="4" y="5"/>
                      <a:pt x="0" y="13"/>
                      <a:pt x="0" y="19"/>
                    </a:cubicBezTo>
                    <a:cubicBezTo>
                      <a:pt x="1" y="25"/>
                      <a:pt x="5" y="29"/>
                      <a:pt x="4" y="35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208" name="Freeform 527">
                <a:extLst>
                  <a:ext uri="{FF2B5EF4-FFF2-40B4-BE49-F238E27FC236}">
                    <a16:creationId xmlns:a16="http://schemas.microsoft.com/office/drawing/2014/main" id="{E69D0AC5-EB4C-4E36-90D8-EDC37050AD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1" y="2675"/>
                <a:ext cx="23" cy="8"/>
              </a:xfrm>
              <a:custGeom>
                <a:avLst/>
                <a:gdLst>
                  <a:gd name="T0" fmla="*/ 73 w 13"/>
                  <a:gd name="T1" fmla="*/ 21 h 5"/>
                  <a:gd name="T2" fmla="*/ 0 w 13"/>
                  <a:gd name="T3" fmla="*/ 13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5">
                    <a:moveTo>
                      <a:pt x="13" y="5"/>
                    </a:moveTo>
                    <a:cubicBezTo>
                      <a:pt x="9" y="1"/>
                      <a:pt x="2" y="0"/>
                      <a:pt x="0" y="3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209" name="Freeform 528">
                <a:extLst>
                  <a:ext uri="{FF2B5EF4-FFF2-40B4-BE49-F238E27FC236}">
                    <a16:creationId xmlns:a16="http://schemas.microsoft.com/office/drawing/2014/main" id="{A73EAF1A-D644-4246-B7E7-A0B61697E3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6" y="2543"/>
                <a:ext cx="5" cy="16"/>
              </a:xfrm>
              <a:custGeom>
                <a:avLst/>
                <a:gdLst>
                  <a:gd name="T0" fmla="*/ 13 w 3"/>
                  <a:gd name="T1" fmla="*/ 50 h 9"/>
                  <a:gd name="T2" fmla="*/ 0 w 3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9">
                    <a:moveTo>
                      <a:pt x="3" y="9"/>
                    </a:moveTo>
                    <a:cubicBezTo>
                      <a:pt x="3" y="5"/>
                      <a:pt x="1" y="2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210" name="Freeform 529">
                <a:extLst>
                  <a:ext uri="{FF2B5EF4-FFF2-40B4-BE49-F238E27FC236}">
                    <a16:creationId xmlns:a16="http://schemas.microsoft.com/office/drawing/2014/main" id="{022AFECD-EB7F-4908-9769-221F0691C0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" y="2574"/>
                <a:ext cx="39" cy="42"/>
              </a:xfrm>
              <a:custGeom>
                <a:avLst/>
                <a:gdLst>
                  <a:gd name="T0" fmla="*/ 122 w 22"/>
                  <a:gd name="T1" fmla="*/ 130 h 24"/>
                  <a:gd name="T2" fmla="*/ 50 w 22"/>
                  <a:gd name="T3" fmla="*/ 98 h 24"/>
                  <a:gd name="T4" fmla="*/ 0 w 22"/>
                  <a:gd name="T5" fmla="*/ 0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24">
                    <a:moveTo>
                      <a:pt x="22" y="24"/>
                    </a:moveTo>
                    <a:cubicBezTo>
                      <a:pt x="19" y="21"/>
                      <a:pt x="12" y="23"/>
                      <a:pt x="9" y="18"/>
                    </a:cubicBezTo>
                    <a:cubicBezTo>
                      <a:pt x="7" y="12"/>
                      <a:pt x="1" y="8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211" name="Freeform 530">
                <a:extLst>
                  <a:ext uri="{FF2B5EF4-FFF2-40B4-BE49-F238E27FC236}">
                    <a16:creationId xmlns:a16="http://schemas.microsoft.com/office/drawing/2014/main" id="{1F40E4B2-3AD4-4DA5-A199-E68DC71B43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1" y="2561"/>
                <a:ext cx="27" cy="39"/>
              </a:xfrm>
              <a:custGeom>
                <a:avLst/>
                <a:gdLst>
                  <a:gd name="T0" fmla="*/ 88 w 15"/>
                  <a:gd name="T1" fmla="*/ 122 h 22"/>
                  <a:gd name="T2" fmla="*/ 52 w 15"/>
                  <a:gd name="T3" fmla="*/ 110 h 22"/>
                  <a:gd name="T4" fmla="*/ 0 w 15"/>
                  <a:gd name="T5" fmla="*/ 0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22">
                    <a:moveTo>
                      <a:pt x="15" y="22"/>
                    </a:moveTo>
                    <a:cubicBezTo>
                      <a:pt x="14" y="19"/>
                      <a:pt x="12" y="21"/>
                      <a:pt x="9" y="20"/>
                    </a:cubicBezTo>
                    <a:cubicBezTo>
                      <a:pt x="6" y="18"/>
                      <a:pt x="1" y="5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212" name="Freeform 531">
                <a:extLst>
                  <a:ext uri="{FF2B5EF4-FFF2-40B4-BE49-F238E27FC236}">
                    <a16:creationId xmlns:a16="http://schemas.microsoft.com/office/drawing/2014/main" id="{32E5A348-F3FB-4FD4-BE17-93873DB2F4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9" y="2609"/>
                <a:ext cx="6" cy="16"/>
              </a:xfrm>
              <a:custGeom>
                <a:avLst/>
                <a:gdLst>
                  <a:gd name="T0" fmla="*/ 24 w 3"/>
                  <a:gd name="T1" fmla="*/ 0 h 9"/>
                  <a:gd name="T2" fmla="*/ 16 w 3"/>
                  <a:gd name="T3" fmla="*/ 5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9">
                    <a:moveTo>
                      <a:pt x="3" y="0"/>
                    </a:moveTo>
                    <a:cubicBezTo>
                      <a:pt x="0" y="1"/>
                      <a:pt x="2" y="7"/>
                      <a:pt x="2" y="9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213" name="Freeform 532">
                <a:extLst>
                  <a:ext uri="{FF2B5EF4-FFF2-40B4-BE49-F238E27FC236}">
                    <a16:creationId xmlns:a16="http://schemas.microsoft.com/office/drawing/2014/main" id="{30314DE6-C7C3-4F85-B1C3-47C4EA3C5F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1" y="2480"/>
                <a:ext cx="178" cy="67"/>
              </a:xfrm>
              <a:custGeom>
                <a:avLst/>
                <a:gdLst>
                  <a:gd name="T0" fmla="*/ 281 w 100"/>
                  <a:gd name="T1" fmla="*/ 196 h 38"/>
                  <a:gd name="T2" fmla="*/ 281 w 100"/>
                  <a:gd name="T3" fmla="*/ 196 h 38"/>
                  <a:gd name="T4" fmla="*/ 0 w 100"/>
                  <a:gd name="T5" fmla="*/ 0 h 38"/>
                  <a:gd name="T6" fmla="*/ 281 w 100"/>
                  <a:gd name="T7" fmla="*/ 208 h 38"/>
                  <a:gd name="T8" fmla="*/ 281 w 100"/>
                  <a:gd name="T9" fmla="*/ 208 h 38"/>
                  <a:gd name="T10" fmla="*/ 564 w 100"/>
                  <a:gd name="T11" fmla="*/ 0 h 38"/>
                  <a:gd name="T12" fmla="*/ 281 w 100"/>
                  <a:gd name="T13" fmla="*/ 196 h 3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0" h="38">
                    <a:moveTo>
                      <a:pt x="50" y="36"/>
                    </a:moveTo>
                    <a:cubicBezTo>
                      <a:pt x="50" y="36"/>
                      <a:pt x="50" y="36"/>
                      <a:pt x="50" y="36"/>
                    </a:cubicBezTo>
                    <a:cubicBezTo>
                      <a:pt x="33" y="36"/>
                      <a:pt x="8" y="17"/>
                      <a:pt x="0" y="0"/>
                    </a:cubicBezTo>
                    <a:cubicBezTo>
                      <a:pt x="8" y="17"/>
                      <a:pt x="32" y="38"/>
                      <a:pt x="50" y="38"/>
                    </a:cubicBezTo>
                    <a:cubicBezTo>
                      <a:pt x="50" y="38"/>
                      <a:pt x="50" y="38"/>
                      <a:pt x="50" y="38"/>
                    </a:cubicBezTo>
                    <a:cubicBezTo>
                      <a:pt x="68" y="38"/>
                      <a:pt x="92" y="17"/>
                      <a:pt x="100" y="0"/>
                    </a:cubicBezTo>
                    <a:cubicBezTo>
                      <a:pt x="92" y="17"/>
                      <a:pt x="67" y="36"/>
                      <a:pt x="50" y="36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214" name="Freeform 533">
                <a:extLst>
                  <a:ext uri="{FF2B5EF4-FFF2-40B4-BE49-F238E27FC236}">
                    <a16:creationId xmlns:a16="http://schemas.microsoft.com/office/drawing/2014/main" id="{D98A5694-DFCE-442F-8E32-4FB2BB0ED6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8" y="3833"/>
                <a:ext cx="6" cy="32"/>
              </a:xfrm>
              <a:custGeom>
                <a:avLst/>
                <a:gdLst>
                  <a:gd name="T0" fmla="*/ 24 w 3"/>
                  <a:gd name="T1" fmla="*/ 0 h 18"/>
                  <a:gd name="T2" fmla="*/ 0 w 3"/>
                  <a:gd name="T3" fmla="*/ 101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8">
                    <a:moveTo>
                      <a:pt x="3" y="0"/>
                    </a:moveTo>
                    <a:cubicBezTo>
                      <a:pt x="3" y="7"/>
                      <a:pt x="0" y="18"/>
                      <a:pt x="0" y="18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215" name="Freeform 534">
                <a:extLst>
                  <a:ext uri="{FF2B5EF4-FFF2-40B4-BE49-F238E27FC236}">
                    <a16:creationId xmlns:a16="http://schemas.microsoft.com/office/drawing/2014/main" id="{9B9034BB-F55C-48DE-A5D7-A26C772E5D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2" y="1381"/>
                <a:ext cx="175" cy="18"/>
              </a:xfrm>
              <a:custGeom>
                <a:avLst/>
                <a:gdLst>
                  <a:gd name="T0" fmla="*/ 405 w 98"/>
                  <a:gd name="T1" fmla="*/ 16 h 10"/>
                  <a:gd name="T2" fmla="*/ 239 w 98"/>
                  <a:gd name="T3" fmla="*/ 16 h 10"/>
                  <a:gd name="T4" fmla="*/ 7 w 98"/>
                  <a:gd name="T5" fmla="*/ 36 h 10"/>
                  <a:gd name="T6" fmla="*/ 0 w 98"/>
                  <a:gd name="T7" fmla="*/ 58 h 10"/>
                  <a:gd name="T8" fmla="*/ 16 w 98"/>
                  <a:gd name="T9" fmla="*/ 41 h 10"/>
                  <a:gd name="T10" fmla="*/ 232 w 98"/>
                  <a:gd name="T11" fmla="*/ 29 h 10"/>
                  <a:gd name="T12" fmla="*/ 405 w 98"/>
                  <a:gd name="T13" fmla="*/ 29 h 10"/>
                  <a:gd name="T14" fmla="*/ 559 w 98"/>
                  <a:gd name="T15" fmla="*/ 0 h 10"/>
                  <a:gd name="T16" fmla="*/ 405 w 98"/>
                  <a:gd name="T17" fmla="*/ 16 h 1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8" h="10">
                    <a:moveTo>
                      <a:pt x="71" y="3"/>
                    </a:moveTo>
                    <a:cubicBezTo>
                      <a:pt x="66" y="5"/>
                      <a:pt x="54" y="4"/>
                      <a:pt x="42" y="3"/>
                    </a:cubicBezTo>
                    <a:cubicBezTo>
                      <a:pt x="25" y="2"/>
                      <a:pt x="7" y="1"/>
                      <a:pt x="1" y="6"/>
                    </a:cubicBezTo>
                    <a:cubicBezTo>
                      <a:pt x="0" y="7"/>
                      <a:pt x="0" y="9"/>
                      <a:pt x="0" y="10"/>
                    </a:cubicBezTo>
                    <a:cubicBezTo>
                      <a:pt x="0" y="9"/>
                      <a:pt x="2" y="8"/>
                      <a:pt x="3" y="7"/>
                    </a:cubicBezTo>
                    <a:cubicBezTo>
                      <a:pt x="8" y="3"/>
                      <a:pt x="26" y="4"/>
                      <a:pt x="41" y="5"/>
                    </a:cubicBezTo>
                    <a:cubicBezTo>
                      <a:pt x="54" y="6"/>
                      <a:pt x="66" y="7"/>
                      <a:pt x="71" y="5"/>
                    </a:cubicBezTo>
                    <a:cubicBezTo>
                      <a:pt x="76" y="3"/>
                      <a:pt x="93" y="1"/>
                      <a:pt x="98" y="0"/>
                    </a:cubicBezTo>
                    <a:cubicBezTo>
                      <a:pt x="91" y="1"/>
                      <a:pt x="76" y="1"/>
                      <a:pt x="71" y="3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216" name="Freeform 535">
                <a:extLst>
                  <a:ext uri="{FF2B5EF4-FFF2-40B4-BE49-F238E27FC236}">
                    <a16:creationId xmlns:a16="http://schemas.microsoft.com/office/drawing/2014/main" id="{D7399462-399E-4741-98ED-C2AA771142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4" y="3959"/>
                <a:ext cx="31" cy="62"/>
              </a:xfrm>
              <a:custGeom>
                <a:avLst/>
                <a:gdLst>
                  <a:gd name="T0" fmla="*/ 7 w 17"/>
                  <a:gd name="T1" fmla="*/ 0 h 35"/>
                  <a:gd name="T2" fmla="*/ 29 w 17"/>
                  <a:gd name="T3" fmla="*/ 60 h 35"/>
                  <a:gd name="T4" fmla="*/ 60 w 17"/>
                  <a:gd name="T5" fmla="*/ 195 h 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35">
                    <a:moveTo>
                      <a:pt x="1" y="0"/>
                    </a:moveTo>
                    <a:cubicBezTo>
                      <a:pt x="0" y="4"/>
                      <a:pt x="2" y="8"/>
                      <a:pt x="5" y="11"/>
                    </a:cubicBezTo>
                    <a:cubicBezTo>
                      <a:pt x="9" y="15"/>
                      <a:pt x="17" y="28"/>
                      <a:pt x="10" y="35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217" name="Freeform 536">
                <a:extLst>
                  <a:ext uri="{FF2B5EF4-FFF2-40B4-BE49-F238E27FC236}">
                    <a16:creationId xmlns:a16="http://schemas.microsoft.com/office/drawing/2014/main" id="{4C6E5578-54A1-4178-9BF5-1A674D4C5C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6" y="3963"/>
                <a:ext cx="43" cy="58"/>
              </a:xfrm>
              <a:custGeom>
                <a:avLst/>
                <a:gdLst>
                  <a:gd name="T0" fmla="*/ 0 w 24"/>
                  <a:gd name="T1" fmla="*/ 0 h 33"/>
                  <a:gd name="T2" fmla="*/ 81 w 24"/>
                  <a:gd name="T3" fmla="*/ 65 h 33"/>
                  <a:gd name="T4" fmla="*/ 109 w 24"/>
                  <a:gd name="T5" fmla="*/ 179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33">
                    <a:moveTo>
                      <a:pt x="0" y="0"/>
                    </a:moveTo>
                    <a:cubicBezTo>
                      <a:pt x="4" y="6"/>
                      <a:pt x="12" y="10"/>
                      <a:pt x="14" y="12"/>
                    </a:cubicBezTo>
                    <a:cubicBezTo>
                      <a:pt x="21" y="19"/>
                      <a:pt x="24" y="27"/>
                      <a:pt x="19" y="33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218" name="Freeform 537">
                <a:extLst>
                  <a:ext uri="{FF2B5EF4-FFF2-40B4-BE49-F238E27FC236}">
                    <a16:creationId xmlns:a16="http://schemas.microsoft.com/office/drawing/2014/main" id="{F3DC86FC-D436-4A4F-A4FD-6EE4E44181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8" y="3959"/>
                <a:ext cx="45" cy="59"/>
              </a:xfrm>
              <a:custGeom>
                <a:avLst/>
                <a:gdLst>
                  <a:gd name="T0" fmla="*/ 0 w 25"/>
                  <a:gd name="T1" fmla="*/ 0 h 33"/>
                  <a:gd name="T2" fmla="*/ 81 w 25"/>
                  <a:gd name="T3" fmla="*/ 68 h 33"/>
                  <a:gd name="T4" fmla="*/ 139 w 25"/>
                  <a:gd name="T5" fmla="*/ 188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33">
                    <a:moveTo>
                      <a:pt x="0" y="0"/>
                    </a:moveTo>
                    <a:cubicBezTo>
                      <a:pt x="5" y="4"/>
                      <a:pt x="8" y="7"/>
                      <a:pt x="14" y="12"/>
                    </a:cubicBezTo>
                    <a:cubicBezTo>
                      <a:pt x="23" y="20"/>
                      <a:pt x="25" y="26"/>
                      <a:pt x="24" y="33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219" name="Freeform 538">
                <a:extLst>
                  <a:ext uri="{FF2B5EF4-FFF2-40B4-BE49-F238E27FC236}">
                    <a16:creationId xmlns:a16="http://schemas.microsoft.com/office/drawing/2014/main" id="{FAA623B7-CF71-451B-A521-86111A7AA8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9" y="3952"/>
                <a:ext cx="32" cy="43"/>
              </a:xfrm>
              <a:custGeom>
                <a:avLst/>
                <a:gdLst>
                  <a:gd name="T0" fmla="*/ 0 w 18"/>
                  <a:gd name="T1" fmla="*/ 0 h 24"/>
                  <a:gd name="T2" fmla="*/ 57 w 18"/>
                  <a:gd name="T3" fmla="*/ 52 h 24"/>
                  <a:gd name="T4" fmla="*/ 94 w 18"/>
                  <a:gd name="T5" fmla="*/ 138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24">
                    <a:moveTo>
                      <a:pt x="0" y="0"/>
                    </a:moveTo>
                    <a:cubicBezTo>
                      <a:pt x="3" y="3"/>
                      <a:pt x="7" y="6"/>
                      <a:pt x="10" y="9"/>
                    </a:cubicBezTo>
                    <a:cubicBezTo>
                      <a:pt x="14" y="12"/>
                      <a:pt x="18" y="19"/>
                      <a:pt x="17" y="24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220" name="Freeform 539">
                <a:extLst>
                  <a:ext uri="{FF2B5EF4-FFF2-40B4-BE49-F238E27FC236}">
                    <a16:creationId xmlns:a16="http://schemas.microsoft.com/office/drawing/2014/main" id="{5A9385AA-5267-47C1-BC04-4256CA544C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0" y="3984"/>
                <a:ext cx="45" cy="21"/>
              </a:xfrm>
              <a:custGeom>
                <a:avLst/>
                <a:gdLst>
                  <a:gd name="T0" fmla="*/ 146 w 25"/>
                  <a:gd name="T1" fmla="*/ 65 h 12"/>
                  <a:gd name="T2" fmla="*/ 36 w 25"/>
                  <a:gd name="T3" fmla="*/ 65 h 12"/>
                  <a:gd name="T4" fmla="*/ 72 w 25"/>
                  <a:gd name="T5" fmla="*/ 7 h 12"/>
                  <a:gd name="T6" fmla="*/ 146 w 25"/>
                  <a:gd name="T7" fmla="*/ 65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" h="12">
                    <a:moveTo>
                      <a:pt x="25" y="12"/>
                    </a:moveTo>
                    <a:cubicBezTo>
                      <a:pt x="17" y="11"/>
                      <a:pt x="8" y="11"/>
                      <a:pt x="6" y="12"/>
                    </a:cubicBezTo>
                    <a:cubicBezTo>
                      <a:pt x="0" y="4"/>
                      <a:pt x="7" y="0"/>
                      <a:pt x="12" y="1"/>
                    </a:cubicBezTo>
                    <a:cubicBezTo>
                      <a:pt x="22" y="1"/>
                      <a:pt x="25" y="10"/>
                      <a:pt x="25" y="12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221" name="Freeform 540">
                <a:extLst>
                  <a:ext uri="{FF2B5EF4-FFF2-40B4-BE49-F238E27FC236}">
                    <a16:creationId xmlns:a16="http://schemas.microsoft.com/office/drawing/2014/main" id="{94AE8930-59E9-4F11-857E-1224EC0229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0" y="4000"/>
                <a:ext cx="21" cy="18"/>
              </a:xfrm>
              <a:custGeom>
                <a:avLst/>
                <a:gdLst>
                  <a:gd name="T0" fmla="*/ 65 w 12"/>
                  <a:gd name="T1" fmla="*/ 58 h 10"/>
                  <a:gd name="T2" fmla="*/ 0 w 12"/>
                  <a:gd name="T3" fmla="*/ 52 h 10"/>
                  <a:gd name="T4" fmla="*/ 65 w 12"/>
                  <a:gd name="T5" fmla="*/ 58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0">
                    <a:moveTo>
                      <a:pt x="12" y="10"/>
                    </a:moveTo>
                    <a:cubicBezTo>
                      <a:pt x="10" y="9"/>
                      <a:pt x="2" y="8"/>
                      <a:pt x="0" y="9"/>
                    </a:cubicBezTo>
                    <a:cubicBezTo>
                      <a:pt x="1" y="1"/>
                      <a:pt x="12" y="0"/>
                      <a:pt x="12" y="10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222" name="Freeform 541">
                <a:extLst>
                  <a:ext uri="{FF2B5EF4-FFF2-40B4-BE49-F238E27FC236}">
                    <a16:creationId xmlns:a16="http://schemas.microsoft.com/office/drawing/2014/main" id="{FBDC611B-7E7A-4CDE-A285-D7D05C74A9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3" y="4004"/>
                <a:ext cx="19" cy="14"/>
              </a:xfrm>
              <a:custGeom>
                <a:avLst/>
                <a:gdLst>
                  <a:gd name="T0" fmla="*/ 57 w 11"/>
                  <a:gd name="T1" fmla="*/ 37 h 8"/>
                  <a:gd name="T2" fmla="*/ 0 w 11"/>
                  <a:gd name="T3" fmla="*/ 33 h 8"/>
                  <a:gd name="T4" fmla="*/ 57 w 11"/>
                  <a:gd name="T5" fmla="*/ 37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8">
                    <a:moveTo>
                      <a:pt x="11" y="7"/>
                    </a:moveTo>
                    <a:cubicBezTo>
                      <a:pt x="8" y="8"/>
                      <a:pt x="3" y="8"/>
                      <a:pt x="0" y="6"/>
                    </a:cubicBezTo>
                    <a:cubicBezTo>
                      <a:pt x="1" y="0"/>
                      <a:pt x="11" y="3"/>
                      <a:pt x="11" y="7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223" name="Freeform 542">
                <a:extLst>
                  <a:ext uri="{FF2B5EF4-FFF2-40B4-BE49-F238E27FC236}">
                    <a16:creationId xmlns:a16="http://schemas.microsoft.com/office/drawing/2014/main" id="{BE6C3324-3D33-4538-B884-418B500042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1" y="3991"/>
                <a:ext cx="14" cy="13"/>
              </a:xfrm>
              <a:custGeom>
                <a:avLst/>
                <a:gdLst>
                  <a:gd name="T0" fmla="*/ 44 w 8"/>
                  <a:gd name="T1" fmla="*/ 24 h 7"/>
                  <a:gd name="T2" fmla="*/ 7 w 8"/>
                  <a:gd name="T3" fmla="*/ 32 h 7"/>
                  <a:gd name="T4" fmla="*/ 44 w 8"/>
                  <a:gd name="T5" fmla="*/ 24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7">
                    <a:moveTo>
                      <a:pt x="8" y="4"/>
                    </a:moveTo>
                    <a:cubicBezTo>
                      <a:pt x="7" y="6"/>
                      <a:pt x="4" y="7"/>
                      <a:pt x="1" y="5"/>
                    </a:cubicBezTo>
                    <a:cubicBezTo>
                      <a:pt x="0" y="0"/>
                      <a:pt x="7" y="0"/>
                      <a:pt x="8" y="4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224" name="Freeform 543">
                <a:extLst>
                  <a:ext uri="{FF2B5EF4-FFF2-40B4-BE49-F238E27FC236}">
                    <a16:creationId xmlns:a16="http://schemas.microsoft.com/office/drawing/2014/main" id="{21C54392-D1CD-4216-98DB-B85DB0D658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7" y="1556"/>
                <a:ext cx="30" cy="23"/>
              </a:xfrm>
              <a:custGeom>
                <a:avLst/>
                <a:gdLst>
                  <a:gd name="T0" fmla="*/ 0 w 17"/>
                  <a:gd name="T1" fmla="*/ 37 h 13"/>
                  <a:gd name="T2" fmla="*/ 44 w 17"/>
                  <a:gd name="T3" fmla="*/ 0 h 13"/>
                  <a:gd name="T4" fmla="*/ 86 w 17"/>
                  <a:gd name="T5" fmla="*/ 34 h 13"/>
                  <a:gd name="T6" fmla="*/ 49 w 17"/>
                  <a:gd name="T7" fmla="*/ 73 h 13"/>
                  <a:gd name="T8" fmla="*/ 0 w 17"/>
                  <a:gd name="T9" fmla="*/ 3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13">
                    <a:moveTo>
                      <a:pt x="0" y="7"/>
                    </a:moveTo>
                    <a:cubicBezTo>
                      <a:pt x="0" y="3"/>
                      <a:pt x="3" y="0"/>
                      <a:pt x="8" y="0"/>
                    </a:cubicBezTo>
                    <a:cubicBezTo>
                      <a:pt x="12" y="0"/>
                      <a:pt x="16" y="2"/>
                      <a:pt x="16" y="6"/>
                    </a:cubicBezTo>
                    <a:cubicBezTo>
                      <a:pt x="17" y="10"/>
                      <a:pt x="13" y="13"/>
                      <a:pt x="9" y="13"/>
                    </a:cubicBezTo>
                    <a:cubicBezTo>
                      <a:pt x="5" y="13"/>
                      <a:pt x="1" y="11"/>
                      <a:pt x="0" y="7"/>
                    </a:cubicBezTo>
                  </a:path>
                </a:pathLst>
              </a:custGeom>
              <a:solidFill>
                <a:srgbClr val="6025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225" name="Freeform 544">
                <a:extLst>
                  <a:ext uri="{FF2B5EF4-FFF2-40B4-BE49-F238E27FC236}">
                    <a16:creationId xmlns:a16="http://schemas.microsoft.com/office/drawing/2014/main" id="{2BAAFEE0-372E-47CA-B1D7-13CF51C0D52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726" y="1563"/>
                <a:ext cx="12" cy="9"/>
              </a:xfrm>
              <a:custGeom>
                <a:avLst/>
                <a:gdLst>
                  <a:gd name="T0" fmla="*/ 36 w 7"/>
                  <a:gd name="T1" fmla="*/ 13 h 5"/>
                  <a:gd name="T2" fmla="*/ 29 w 7"/>
                  <a:gd name="T3" fmla="*/ 16 h 5"/>
                  <a:gd name="T4" fmla="*/ 26 w 7"/>
                  <a:gd name="T5" fmla="*/ 23 h 5"/>
                  <a:gd name="T6" fmla="*/ 21 w 7"/>
                  <a:gd name="T7" fmla="*/ 23 h 5"/>
                  <a:gd name="T8" fmla="*/ 9 w 7"/>
                  <a:gd name="T9" fmla="*/ 23 h 5"/>
                  <a:gd name="T10" fmla="*/ 5 w 7"/>
                  <a:gd name="T11" fmla="*/ 16 h 5"/>
                  <a:gd name="T12" fmla="*/ 5 w 7"/>
                  <a:gd name="T13" fmla="*/ 16 h 5"/>
                  <a:gd name="T14" fmla="*/ 5 w 7"/>
                  <a:gd name="T15" fmla="*/ 16 h 5"/>
                  <a:gd name="T16" fmla="*/ 5 w 7"/>
                  <a:gd name="T17" fmla="*/ 13 h 5"/>
                  <a:gd name="T18" fmla="*/ 5 w 7"/>
                  <a:gd name="T19" fmla="*/ 13 h 5"/>
                  <a:gd name="T20" fmla="*/ 5 w 7"/>
                  <a:gd name="T21" fmla="*/ 7 h 5"/>
                  <a:gd name="T22" fmla="*/ 0 w 7"/>
                  <a:gd name="T23" fmla="*/ 16 h 5"/>
                  <a:gd name="T24" fmla="*/ 5 w 7"/>
                  <a:gd name="T25" fmla="*/ 29 h 5"/>
                  <a:gd name="T26" fmla="*/ 21 w 7"/>
                  <a:gd name="T27" fmla="*/ 29 h 5"/>
                  <a:gd name="T28" fmla="*/ 29 w 7"/>
                  <a:gd name="T29" fmla="*/ 23 h 5"/>
                  <a:gd name="T30" fmla="*/ 36 w 7"/>
                  <a:gd name="T31" fmla="*/ 13 h 5"/>
                  <a:gd name="T32" fmla="*/ 15 w 7"/>
                  <a:gd name="T33" fmla="*/ 7 h 5"/>
                  <a:gd name="T34" fmla="*/ 15 w 7"/>
                  <a:gd name="T35" fmla="*/ 7 h 5"/>
                  <a:gd name="T36" fmla="*/ 21 w 7"/>
                  <a:gd name="T37" fmla="*/ 7 h 5"/>
                  <a:gd name="T38" fmla="*/ 21 w 7"/>
                  <a:gd name="T39" fmla="*/ 0 h 5"/>
                  <a:gd name="T40" fmla="*/ 21 w 7"/>
                  <a:gd name="T41" fmla="*/ 0 h 5"/>
                  <a:gd name="T42" fmla="*/ 15 w 7"/>
                  <a:gd name="T43" fmla="*/ 0 h 5"/>
                  <a:gd name="T44" fmla="*/ 15 w 7"/>
                  <a:gd name="T45" fmla="*/ 0 h 5"/>
                  <a:gd name="T46" fmla="*/ 15 w 7"/>
                  <a:gd name="T47" fmla="*/ 7 h 5"/>
                  <a:gd name="T48" fmla="*/ 15 w 7"/>
                  <a:gd name="T49" fmla="*/ 7 h 5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7" h="5">
                    <a:moveTo>
                      <a:pt x="7" y="2"/>
                    </a:moveTo>
                    <a:cubicBezTo>
                      <a:pt x="6" y="2"/>
                      <a:pt x="6" y="3"/>
                      <a:pt x="6" y="3"/>
                    </a:cubicBezTo>
                    <a:cubicBezTo>
                      <a:pt x="6" y="4"/>
                      <a:pt x="5" y="4"/>
                      <a:pt x="5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7" y="2"/>
                      <a:pt x="7" y="2"/>
                      <a:pt x="7" y="2"/>
                    </a:cubicBezTo>
                    <a:close/>
                    <a:moveTo>
                      <a:pt x="3" y="1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226" name="Freeform 545">
                <a:extLst>
                  <a:ext uri="{FF2B5EF4-FFF2-40B4-BE49-F238E27FC236}">
                    <a16:creationId xmlns:a16="http://schemas.microsoft.com/office/drawing/2014/main" id="{B5815CEE-EB55-498F-AFAA-2868D9ABE26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717" y="1556"/>
                <a:ext cx="30" cy="25"/>
              </a:xfrm>
              <a:custGeom>
                <a:avLst/>
                <a:gdLst>
                  <a:gd name="T0" fmla="*/ 86 w 17"/>
                  <a:gd name="T1" fmla="*/ 36 h 14"/>
                  <a:gd name="T2" fmla="*/ 94 w 17"/>
                  <a:gd name="T3" fmla="*/ 36 h 14"/>
                  <a:gd name="T4" fmla="*/ 86 w 17"/>
                  <a:gd name="T5" fmla="*/ 16 h 14"/>
                  <a:gd name="T6" fmla="*/ 81 w 17"/>
                  <a:gd name="T7" fmla="*/ 16 h 14"/>
                  <a:gd name="T8" fmla="*/ 81 w 17"/>
                  <a:gd name="T9" fmla="*/ 16 h 14"/>
                  <a:gd name="T10" fmla="*/ 86 w 17"/>
                  <a:gd name="T11" fmla="*/ 36 h 14"/>
                  <a:gd name="T12" fmla="*/ 86 w 17"/>
                  <a:gd name="T13" fmla="*/ 36 h 14"/>
                  <a:gd name="T14" fmla="*/ 78 w 17"/>
                  <a:gd name="T15" fmla="*/ 64 h 14"/>
                  <a:gd name="T16" fmla="*/ 49 w 17"/>
                  <a:gd name="T17" fmla="*/ 73 h 14"/>
                  <a:gd name="T18" fmla="*/ 16 w 17"/>
                  <a:gd name="T19" fmla="*/ 64 h 14"/>
                  <a:gd name="T20" fmla="*/ 12 w 17"/>
                  <a:gd name="T21" fmla="*/ 64 h 14"/>
                  <a:gd name="T22" fmla="*/ 49 w 17"/>
                  <a:gd name="T23" fmla="*/ 80 h 14"/>
                  <a:gd name="T24" fmla="*/ 81 w 17"/>
                  <a:gd name="T25" fmla="*/ 64 h 14"/>
                  <a:gd name="T26" fmla="*/ 94 w 17"/>
                  <a:gd name="T27" fmla="*/ 45 h 14"/>
                  <a:gd name="T28" fmla="*/ 81 w 17"/>
                  <a:gd name="T29" fmla="*/ 52 h 14"/>
                  <a:gd name="T30" fmla="*/ 78 w 17"/>
                  <a:gd name="T31" fmla="*/ 64 h 14"/>
                  <a:gd name="T32" fmla="*/ 16 w 17"/>
                  <a:gd name="T33" fmla="*/ 16 h 14"/>
                  <a:gd name="T34" fmla="*/ 12 w 17"/>
                  <a:gd name="T35" fmla="*/ 13 h 14"/>
                  <a:gd name="T36" fmla="*/ 7 w 17"/>
                  <a:gd name="T37" fmla="*/ 16 h 14"/>
                  <a:gd name="T38" fmla="*/ 12 w 17"/>
                  <a:gd name="T39" fmla="*/ 23 h 14"/>
                  <a:gd name="T40" fmla="*/ 16 w 17"/>
                  <a:gd name="T41" fmla="*/ 16 h 14"/>
                  <a:gd name="T42" fmla="*/ 0 w 17"/>
                  <a:gd name="T43" fmla="*/ 29 h 14"/>
                  <a:gd name="T44" fmla="*/ 0 w 17"/>
                  <a:gd name="T45" fmla="*/ 29 h 14"/>
                  <a:gd name="T46" fmla="*/ 0 w 17"/>
                  <a:gd name="T47" fmla="*/ 29 h 14"/>
                  <a:gd name="T48" fmla="*/ 0 w 17"/>
                  <a:gd name="T49" fmla="*/ 29 h 14"/>
                  <a:gd name="T50" fmla="*/ 72 w 17"/>
                  <a:gd name="T51" fmla="*/ 13 h 14"/>
                  <a:gd name="T52" fmla="*/ 78 w 17"/>
                  <a:gd name="T53" fmla="*/ 7 h 14"/>
                  <a:gd name="T54" fmla="*/ 56 w 17"/>
                  <a:gd name="T55" fmla="*/ 0 h 14"/>
                  <a:gd name="T56" fmla="*/ 60 w 17"/>
                  <a:gd name="T57" fmla="*/ 7 h 14"/>
                  <a:gd name="T58" fmla="*/ 72 w 17"/>
                  <a:gd name="T59" fmla="*/ 13 h 14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0" t="0" r="r" b="b"/>
                <a:pathLst>
                  <a:path w="17" h="14">
                    <a:moveTo>
                      <a:pt x="16" y="6"/>
                    </a:moveTo>
                    <a:cubicBezTo>
                      <a:pt x="16" y="6"/>
                      <a:pt x="17" y="6"/>
                      <a:pt x="17" y="6"/>
                    </a:cubicBezTo>
                    <a:cubicBezTo>
                      <a:pt x="17" y="5"/>
                      <a:pt x="16" y="4"/>
                      <a:pt x="16" y="3"/>
                    </a:cubicBezTo>
                    <a:cubicBezTo>
                      <a:pt x="16" y="3"/>
                      <a:pt x="15" y="3"/>
                      <a:pt x="15" y="3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15" y="4"/>
                      <a:pt x="16" y="5"/>
                      <a:pt x="16" y="6"/>
                    </a:cubicBezTo>
                    <a:cubicBezTo>
                      <a:pt x="16" y="6"/>
                      <a:pt x="16" y="6"/>
                      <a:pt x="16" y="6"/>
                    </a:cubicBezTo>
                    <a:moveTo>
                      <a:pt x="14" y="11"/>
                    </a:moveTo>
                    <a:cubicBezTo>
                      <a:pt x="13" y="12"/>
                      <a:pt x="11" y="13"/>
                      <a:pt x="9" y="13"/>
                    </a:cubicBezTo>
                    <a:cubicBezTo>
                      <a:pt x="7" y="13"/>
                      <a:pt x="4" y="12"/>
                      <a:pt x="3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3" y="13"/>
                      <a:pt x="6" y="14"/>
                      <a:pt x="9" y="14"/>
                    </a:cubicBezTo>
                    <a:cubicBezTo>
                      <a:pt x="11" y="14"/>
                      <a:pt x="13" y="13"/>
                      <a:pt x="15" y="11"/>
                    </a:cubicBezTo>
                    <a:cubicBezTo>
                      <a:pt x="16" y="10"/>
                      <a:pt x="16" y="9"/>
                      <a:pt x="17" y="8"/>
                    </a:cubicBezTo>
                    <a:cubicBezTo>
                      <a:pt x="16" y="9"/>
                      <a:pt x="16" y="9"/>
                      <a:pt x="15" y="9"/>
                    </a:cubicBezTo>
                    <a:cubicBezTo>
                      <a:pt x="15" y="9"/>
                      <a:pt x="15" y="10"/>
                      <a:pt x="14" y="11"/>
                    </a:cubicBezTo>
                    <a:moveTo>
                      <a:pt x="3" y="3"/>
                    </a:moveTo>
                    <a:cubicBezTo>
                      <a:pt x="3" y="2"/>
                      <a:pt x="2" y="2"/>
                      <a:pt x="2" y="2"/>
                    </a:cubicBezTo>
                    <a:cubicBezTo>
                      <a:pt x="2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4"/>
                    </a:cubicBezTo>
                    <a:cubicBezTo>
                      <a:pt x="2" y="3"/>
                      <a:pt x="2" y="3"/>
                      <a:pt x="3" y="3"/>
                    </a:cubicBezTo>
                    <a:moveTo>
                      <a:pt x="0" y="5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moveTo>
                      <a:pt x="13" y="2"/>
                    </a:moveTo>
                    <a:cubicBezTo>
                      <a:pt x="13" y="1"/>
                      <a:pt x="14" y="1"/>
                      <a:pt x="14" y="1"/>
                    </a:cubicBezTo>
                    <a:cubicBezTo>
                      <a:pt x="13" y="0"/>
                      <a:pt x="12" y="0"/>
                      <a:pt x="10" y="0"/>
                    </a:cubicBezTo>
                    <a:cubicBezTo>
                      <a:pt x="11" y="0"/>
                      <a:pt x="11" y="0"/>
                      <a:pt x="11" y="1"/>
                    </a:cubicBezTo>
                    <a:cubicBezTo>
                      <a:pt x="11" y="1"/>
                      <a:pt x="12" y="1"/>
                      <a:pt x="13" y="2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227" name="Freeform 546">
                <a:extLst>
                  <a:ext uri="{FF2B5EF4-FFF2-40B4-BE49-F238E27FC236}">
                    <a16:creationId xmlns:a16="http://schemas.microsoft.com/office/drawing/2014/main" id="{9CA14DEC-95D8-4DA2-81DE-01079E7574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6" y="1555"/>
                <a:ext cx="29" cy="24"/>
              </a:xfrm>
              <a:custGeom>
                <a:avLst/>
                <a:gdLst>
                  <a:gd name="T0" fmla="*/ 96 w 16"/>
                  <a:gd name="T1" fmla="*/ 36 h 14"/>
                  <a:gd name="T2" fmla="*/ 53 w 16"/>
                  <a:gd name="T3" fmla="*/ 0 h 14"/>
                  <a:gd name="T4" fmla="*/ 0 w 16"/>
                  <a:gd name="T5" fmla="*/ 29 h 14"/>
                  <a:gd name="T6" fmla="*/ 44 w 16"/>
                  <a:gd name="T7" fmla="*/ 70 h 14"/>
                  <a:gd name="T8" fmla="*/ 96 w 16"/>
                  <a:gd name="T9" fmla="*/ 36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14">
                    <a:moveTo>
                      <a:pt x="16" y="7"/>
                    </a:moveTo>
                    <a:cubicBezTo>
                      <a:pt x="16" y="4"/>
                      <a:pt x="13" y="1"/>
                      <a:pt x="9" y="0"/>
                    </a:cubicBezTo>
                    <a:cubicBezTo>
                      <a:pt x="4" y="0"/>
                      <a:pt x="0" y="3"/>
                      <a:pt x="0" y="6"/>
                    </a:cubicBezTo>
                    <a:cubicBezTo>
                      <a:pt x="0" y="10"/>
                      <a:pt x="3" y="13"/>
                      <a:pt x="7" y="14"/>
                    </a:cubicBezTo>
                    <a:cubicBezTo>
                      <a:pt x="12" y="14"/>
                      <a:pt x="16" y="11"/>
                      <a:pt x="16" y="7"/>
                    </a:cubicBezTo>
                  </a:path>
                </a:pathLst>
              </a:custGeom>
              <a:solidFill>
                <a:srgbClr val="6025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228" name="Freeform 547">
                <a:extLst>
                  <a:ext uri="{FF2B5EF4-FFF2-40B4-BE49-F238E27FC236}">
                    <a16:creationId xmlns:a16="http://schemas.microsoft.com/office/drawing/2014/main" id="{A5FFF870-A378-4CAF-AE54-3FC0469DDD0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085" y="1562"/>
                <a:ext cx="13" cy="10"/>
              </a:xfrm>
              <a:custGeom>
                <a:avLst/>
                <a:gdLst>
                  <a:gd name="T0" fmla="*/ 0 w 7"/>
                  <a:gd name="T1" fmla="*/ 13 h 6"/>
                  <a:gd name="T2" fmla="*/ 0 w 7"/>
                  <a:gd name="T3" fmla="*/ 22 h 6"/>
                  <a:gd name="T4" fmla="*/ 20 w 7"/>
                  <a:gd name="T5" fmla="*/ 28 h 6"/>
                  <a:gd name="T6" fmla="*/ 32 w 7"/>
                  <a:gd name="T7" fmla="*/ 22 h 6"/>
                  <a:gd name="T8" fmla="*/ 45 w 7"/>
                  <a:gd name="T9" fmla="*/ 13 h 6"/>
                  <a:gd name="T10" fmla="*/ 37 w 7"/>
                  <a:gd name="T11" fmla="*/ 5 h 6"/>
                  <a:gd name="T12" fmla="*/ 32 w 7"/>
                  <a:gd name="T13" fmla="*/ 8 h 6"/>
                  <a:gd name="T14" fmla="*/ 32 w 7"/>
                  <a:gd name="T15" fmla="*/ 8 h 6"/>
                  <a:gd name="T16" fmla="*/ 32 w 7"/>
                  <a:gd name="T17" fmla="*/ 13 h 6"/>
                  <a:gd name="T18" fmla="*/ 32 w 7"/>
                  <a:gd name="T19" fmla="*/ 13 h 6"/>
                  <a:gd name="T20" fmla="*/ 32 w 7"/>
                  <a:gd name="T21" fmla="*/ 13 h 6"/>
                  <a:gd name="T22" fmla="*/ 32 w 7"/>
                  <a:gd name="T23" fmla="*/ 20 h 6"/>
                  <a:gd name="T24" fmla="*/ 20 w 7"/>
                  <a:gd name="T25" fmla="*/ 22 h 6"/>
                  <a:gd name="T26" fmla="*/ 13 w 7"/>
                  <a:gd name="T27" fmla="*/ 20 h 6"/>
                  <a:gd name="T28" fmla="*/ 7 w 7"/>
                  <a:gd name="T29" fmla="*/ 20 h 6"/>
                  <a:gd name="T30" fmla="*/ 0 w 7"/>
                  <a:gd name="T31" fmla="*/ 8 h 6"/>
                  <a:gd name="T32" fmla="*/ 0 w 7"/>
                  <a:gd name="T33" fmla="*/ 13 h 6"/>
                  <a:gd name="T34" fmla="*/ 24 w 7"/>
                  <a:gd name="T35" fmla="*/ 5 h 6"/>
                  <a:gd name="T36" fmla="*/ 24 w 7"/>
                  <a:gd name="T37" fmla="*/ 0 h 6"/>
                  <a:gd name="T38" fmla="*/ 20 w 7"/>
                  <a:gd name="T39" fmla="*/ 0 h 6"/>
                  <a:gd name="T40" fmla="*/ 20 w 7"/>
                  <a:gd name="T41" fmla="*/ 0 h 6"/>
                  <a:gd name="T42" fmla="*/ 20 w 7"/>
                  <a:gd name="T43" fmla="*/ 0 h 6"/>
                  <a:gd name="T44" fmla="*/ 20 w 7"/>
                  <a:gd name="T45" fmla="*/ 5 h 6"/>
                  <a:gd name="T46" fmla="*/ 20 w 7"/>
                  <a:gd name="T47" fmla="*/ 5 h 6"/>
                  <a:gd name="T48" fmla="*/ 20 w 7"/>
                  <a:gd name="T49" fmla="*/ 5 h 6"/>
                  <a:gd name="T50" fmla="*/ 24 w 7"/>
                  <a:gd name="T51" fmla="*/ 5 h 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7" h="6">
                    <a:moveTo>
                      <a:pt x="0" y="3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5" y="3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0" y="3"/>
                      <a:pt x="0" y="3"/>
                      <a:pt x="0" y="2"/>
                    </a:cubicBezTo>
                    <a:lnTo>
                      <a:pt x="0" y="3"/>
                    </a:lnTo>
                    <a:close/>
                    <a:moveTo>
                      <a:pt x="4" y="1"/>
                    </a:moveTo>
                    <a:cubicBezTo>
                      <a:pt x="4" y="1"/>
                      <a:pt x="4" y="0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4" y="1"/>
                      <a:pt x="4" y="1"/>
                      <a:pt x="4" y="1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229" name="Freeform 548">
                <a:extLst>
                  <a:ext uri="{FF2B5EF4-FFF2-40B4-BE49-F238E27FC236}">
                    <a16:creationId xmlns:a16="http://schemas.microsoft.com/office/drawing/2014/main" id="{8AD5EEB4-EAF9-48C3-99AA-83D577C2B3E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076" y="1555"/>
                <a:ext cx="30" cy="24"/>
              </a:xfrm>
              <a:custGeom>
                <a:avLst/>
                <a:gdLst>
                  <a:gd name="T0" fmla="*/ 49 w 17"/>
                  <a:gd name="T1" fmla="*/ 5 h 14"/>
                  <a:gd name="T2" fmla="*/ 49 w 17"/>
                  <a:gd name="T3" fmla="*/ 5 h 14"/>
                  <a:gd name="T4" fmla="*/ 49 w 17"/>
                  <a:gd name="T5" fmla="*/ 0 h 14"/>
                  <a:gd name="T6" fmla="*/ 49 w 17"/>
                  <a:gd name="T7" fmla="*/ 0 h 14"/>
                  <a:gd name="T8" fmla="*/ 44 w 17"/>
                  <a:gd name="T9" fmla="*/ 5 h 14"/>
                  <a:gd name="T10" fmla="*/ 49 w 17"/>
                  <a:gd name="T11" fmla="*/ 5 h 14"/>
                  <a:gd name="T12" fmla="*/ 7 w 17"/>
                  <a:gd name="T13" fmla="*/ 45 h 14"/>
                  <a:gd name="T14" fmla="*/ 0 w 17"/>
                  <a:gd name="T15" fmla="*/ 45 h 14"/>
                  <a:gd name="T16" fmla="*/ 12 w 17"/>
                  <a:gd name="T17" fmla="*/ 62 h 14"/>
                  <a:gd name="T18" fmla="*/ 37 w 17"/>
                  <a:gd name="T19" fmla="*/ 70 h 14"/>
                  <a:gd name="T20" fmla="*/ 81 w 17"/>
                  <a:gd name="T21" fmla="*/ 57 h 14"/>
                  <a:gd name="T22" fmla="*/ 78 w 17"/>
                  <a:gd name="T23" fmla="*/ 57 h 14"/>
                  <a:gd name="T24" fmla="*/ 44 w 17"/>
                  <a:gd name="T25" fmla="*/ 65 h 14"/>
                  <a:gd name="T26" fmla="*/ 16 w 17"/>
                  <a:gd name="T27" fmla="*/ 57 h 14"/>
                  <a:gd name="T28" fmla="*/ 7 w 17"/>
                  <a:gd name="T29" fmla="*/ 45 h 14"/>
                  <a:gd name="T30" fmla="*/ 86 w 17"/>
                  <a:gd name="T31" fmla="*/ 29 h 14"/>
                  <a:gd name="T32" fmla="*/ 94 w 17"/>
                  <a:gd name="T33" fmla="*/ 29 h 14"/>
                  <a:gd name="T34" fmla="*/ 94 w 17"/>
                  <a:gd name="T35" fmla="*/ 29 h 14"/>
                  <a:gd name="T36" fmla="*/ 86 w 17"/>
                  <a:gd name="T37" fmla="*/ 29 h 14"/>
                  <a:gd name="T38" fmla="*/ 34 w 17"/>
                  <a:gd name="T39" fmla="*/ 5 h 14"/>
                  <a:gd name="T40" fmla="*/ 34 w 17"/>
                  <a:gd name="T41" fmla="*/ 0 h 14"/>
                  <a:gd name="T42" fmla="*/ 16 w 17"/>
                  <a:gd name="T43" fmla="*/ 5 h 14"/>
                  <a:gd name="T44" fmla="*/ 21 w 17"/>
                  <a:gd name="T45" fmla="*/ 9 h 14"/>
                  <a:gd name="T46" fmla="*/ 34 w 17"/>
                  <a:gd name="T47" fmla="*/ 5 h 14"/>
                  <a:gd name="T48" fmla="*/ 65 w 17"/>
                  <a:gd name="T49" fmla="*/ 9 h 14"/>
                  <a:gd name="T50" fmla="*/ 72 w 17"/>
                  <a:gd name="T51" fmla="*/ 5 h 14"/>
                  <a:gd name="T52" fmla="*/ 60 w 17"/>
                  <a:gd name="T53" fmla="*/ 0 h 14"/>
                  <a:gd name="T54" fmla="*/ 65 w 17"/>
                  <a:gd name="T55" fmla="*/ 5 h 14"/>
                  <a:gd name="T56" fmla="*/ 65 w 17"/>
                  <a:gd name="T57" fmla="*/ 9 h 14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17" h="14">
                    <a:moveTo>
                      <a:pt x="9" y="1"/>
                    </a:moveTo>
                    <a:cubicBezTo>
                      <a:pt x="9" y="1"/>
                      <a:pt x="9" y="1"/>
                      <a:pt x="9" y="1"/>
                    </a:cubicBezTo>
                    <a:cubicBezTo>
                      <a:pt x="9" y="1"/>
                      <a:pt x="9" y="0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9" y="0"/>
                      <a:pt x="9" y="1"/>
                      <a:pt x="8" y="1"/>
                    </a:cubicBezTo>
                    <a:cubicBezTo>
                      <a:pt x="9" y="1"/>
                      <a:pt x="9" y="1"/>
                      <a:pt x="9" y="1"/>
                    </a:cubicBezTo>
                    <a:moveTo>
                      <a:pt x="1" y="9"/>
                    </a:moveTo>
                    <a:cubicBezTo>
                      <a:pt x="1" y="9"/>
                      <a:pt x="0" y="9"/>
                      <a:pt x="0" y="9"/>
                    </a:cubicBezTo>
                    <a:cubicBezTo>
                      <a:pt x="0" y="10"/>
                      <a:pt x="1" y="11"/>
                      <a:pt x="2" y="12"/>
                    </a:cubicBezTo>
                    <a:cubicBezTo>
                      <a:pt x="3" y="13"/>
                      <a:pt x="5" y="14"/>
                      <a:pt x="7" y="14"/>
                    </a:cubicBezTo>
                    <a:cubicBezTo>
                      <a:pt x="10" y="14"/>
                      <a:pt x="13" y="13"/>
                      <a:pt x="15" y="11"/>
                    </a:cubicBezTo>
                    <a:cubicBezTo>
                      <a:pt x="14" y="11"/>
                      <a:pt x="14" y="11"/>
                      <a:pt x="14" y="11"/>
                    </a:cubicBezTo>
                    <a:cubicBezTo>
                      <a:pt x="12" y="12"/>
                      <a:pt x="10" y="13"/>
                      <a:pt x="8" y="13"/>
                    </a:cubicBezTo>
                    <a:cubicBezTo>
                      <a:pt x="6" y="13"/>
                      <a:pt x="4" y="12"/>
                      <a:pt x="3" y="11"/>
                    </a:cubicBezTo>
                    <a:cubicBezTo>
                      <a:pt x="2" y="10"/>
                      <a:pt x="2" y="10"/>
                      <a:pt x="1" y="9"/>
                    </a:cubicBezTo>
                    <a:moveTo>
                      <a:pt x="16" y="6"/>
                    </a:moveTo>
                    <a:cubicBezTo>
                      <a:pt x="16" y="6"/>
                      <a:pt x="17" y="6"/>
                      <a:pt x="17" y="6"/>
                    </a:cubicBezTo>
                    <a:cubicBezTo>
                      <a:pt x="17" y="6"/>
                      <a:pt x="17" y="6"/>
                      <a:pt x="17" y="6"/>
                    </a:cubicBezTo>
                    <a:cubicBezTo>
                      <a:pt x="16" y="6"/>
                      <a:pt x="16" y="6"/>
                      <a:pt x="16" y="6"/>
                    </a:cubicBezTo>
                    <a:moveTo>
                      <a:pt x="6" y="1"/>
                    </a:moveTo>
                    <a:cubicBezTo>
                      <a:pt x="6" y="1"/>
                      <a:pt x="6" y="0"/>
                      <a:pt x="6" y="0"/>
                    </a:cubicBezTo>
                    <a:cubicBezTo>
                      <a:pt x="5" y="0"/>
                      <a:pt x="4" y="1"/>
                      <a:pt x="3" y="1"/>
                    </a:cubicBezTo>
                    <a:cubicBezTo>
                      <a:pt x="3" y="2"/>
                      <a:pt x="3" y="2"/>
                      <a:pt x="4" y="2"/>
                    </a:cubicBezTo>
                    <a:cubicBezTo>
                      <a:pt x="4" y="2"/>
                      <a:pt x="5" y="1"/>
                      <a:pt x="6" y="1"/>
                    </a:cubicBezTo>
                    <a:moveTo>
                      <a:pt x="12" y="2"/>
                    </a:moveTo>
                    <a:cubicBezTo>
                      <a:pt x="12" y="1"/>
                      <a:pt x="12" y="1"/>
                      <a:pt x="13" y="1"/>
                    </a:cubicBezTo>
                    <a:cubicBezTo>
                      <a:pt x="12" y="1"/>
                      <a:pt x="12" y="0"/>
                      <a:pt x="11" y="0"/>
                    </a:cubicBezTo>
                    <a:cubicBezTo>
                      <a:pt x="11" y="1"/>
                      <a:pt x="12" y="1"/>
                      <a:pt x="12" y="1"/>
                    </a:cubicBezTo>
                    <a:cubicBezTo>
                      <a:pt x="12" y="2"/>
                      <a:pt x="12" y="2"/>
                      <a:pt x="12" y="2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230" name="Freeform 549">
                <a:extLst>
                  <a:ext uri="{FF2B5EF4-FFF2-40B4-BE49-F238E27FC236}">
                    <a16:creationId xmlns:a16="http://schemas.microsoft.com/office/drawing/2014/main" id="{28877CF9-9950-4613-8CF3-E9920AE87C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7" y="2604"/>
                <a:ext cx="71" cy="42"/>
              </a:xfrm>
              <a:custGeom>
                <a:avLst/>
                <a:gdLst>
                  <a:gd name="T0" fmla="*/ 0 w 40"/>
                  <a:gd name="T1" fmla="*/ 130 h 24"/>
                  <a:gd name="T2" fmla="*/ 44 w 40"/>
                  <a:gd name="T3" fmla="*/ 114 h 24"/>
                  <a:gd name="T4" fmla="*/ 138 w 40"/>
                  <a:gd name="T5" fmla="*/ 70 h 24"/>
                  <a:gd name="T6" fmla="*/ 224 w 40"/>
                  <a:gd name="T7" fmla="*/ 0 h 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0" h="24">
                    <a:moveTo>
                      <a:pt x="0" y="24"/>
                    </a:moveTo>
                    <a:cubicBezTo>
                      <a:pt x="2" y="23"/>
                      <a:pt x="5" y="22"/>
                      <a:pt x="8" y="21"/>
                    </a:cubicBezTo>
                    <a:cubicBezTo>
                      <a:pt x="13" y="18"/>
                      <a:pt x="20" y="17"/>
                      <a:pt x="25" y="13"/>
                    </a:cubicBezTo>
                    <a:cubicBezTo>
                      <a:pt x="30" y="11"/>
                      <a:pt x="36" y="2"/>
                      <a:pt x="40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231" name="Freeform 550">
                <a:extLst>
                  <a:ext uri="{FF2B5EF4-FFF2-40B4-BE49-F238E27FC236}">
                    <a16:creationId xmlns:a16="http://schemas.microsoft.com/office/drawing/2014/main" id="{D598BDC7-2A0A-4135-81BE-E96AA3AAC1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0" y="2613"/>
                <a:ext cx="55" cy="44"/>
              </a:xfrm>
              <a:custGeom>
                <a:avLst/>
                <a:gdLst>
                  <a:gd name="T0" fmla="*/ 174 w 31"/>
                  <a:gd name="T1" fmla="*/ 0 h 25"/>
                  <a:gd name="T2" fmla="*/ 101 w 31"/>
                  <a:gd name="T3" fmla="*/ 81 h 25"/>
                  <a:gd name="T4" fmla="*/ 0 w 31"/>
                  <a:gd name="T5" fmla="*/ 136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1" h="25">
                    <a:moveTo>
                      <a:pt x="31" y="0"/>
                    </a:moveTo>
                    <a:cubicBezTo>
                      <a:pt x="26" y="5"/>
                      <a:pt x="18" y="13"/>
                      <a:pt x="18" y="15"/>
                    </a:cubicBezTo>
                    <a:cubicBezTo>
                      <a:pt x="12" y="17"/>
                      <a:pt x="9" y="17"/>
                      <a:pt x="0" y="25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232" name="Freeform 551">
                <a:extLst>
                  <a:ext uri="{FF2B5EF4-FFF2-40B4-BE49-F238E27FC236}">
                    <a16:creationId xmlns:a16="http://schemas.microsoft.com/office/drawing/2014/main" id="{61827D7E-BA66-4676-BB4E-4FC0B12A40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9" y="2552"/>
                <a:ext cx="75" cy="84"/>
              </a:xfrm>
              <a:custGeom>
                <a:avLst/>
                <a:gdLst>
                  <a:gd name="T0" fmla="*/ 211 w 42"/>
                  <a:gd name="T1" fmla="*/ 195 h 47"/>
                  <a:gd name="T2" fmla="*/ 239 w 42"/>
                  <a:gd name="T3" fmla="*/ 109 h 47"/>
                  <a:gd name="T4" fmla="*/ 159 w 42"/>
                  <a:gd name="T5" fmla="*/ 0 h 47"/>
                  <a:gd name="T6" fmla="*/ 125 w 42"/>
                  <a:gd name="T7" fmla="*/ 52 h 47"/>
                  <a:gd name="T8" fmla="*/ 102 w 42"/>
                  <a:gd name="T9" fmla="*/ 188 h 47"/>
                  <a:gd name="T10" fmla="*/ 0 w 42"/>
                  <a:gd name="T11" fmla="*/ 263 h 4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2" h="47">
                    <a:moveTo>
                      <a:pt x="37" y="34"/>
                    </a:moveTo>
                    <a:cubicBezTo>
                      <a:pt x="36" y="28"/>
                      <a:pt x="42" y="25"/>
                      <a:pt x="42" y="19"/>
                    </a:cubicBezTo>
                    <a:cubicBezTo>
                      <a:pt x="42" y="12"/>
                      <a:pt x="36" y="5"/>
                      <a:pt x="28" y="0"/>
                    </a:cubicBezTo>
                    <a:cubicBezTo>
                      <a:pt x="23" y="0"/>
                      <a:pt x="22" y="5"/>
                      <a:pt x="22" y="9"/>
                    </a:cubicBezTo>
                    <a:cubicBezTo>
                      <a:pt x="21" y="13"/>
                      <a:pt x="20" y="28"/>
                      <a:pt x="18" y="33"/>
                    </a:cubicBezTo>
                    <a:cubicBezTo>
                      <a:pt x="17" y="38"/>
                      <a:pt x="10" y="47"/>
                      <a:pt x="0" y="46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233" name="Freeform 552">
                <a:extLst>
                  <a:ext uri="{FF2B5EF4-FFF2-40B4-BE49-F238E27FC236}">
                    <a16:creationId xmlns:a16="http://schemas.microsoft.com/office/drawing/2014/main" id="{9A44964D-BA24-472C-A2BF-F31597ACB5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7" y="2675"/>
                <a:ext cx="23" cy="8"/>
              </a:xfrm>
              <a:custGeom>
                <a:avLst/>
                <a:gdLst>
                  <a:gd name="T0" fmla="*/ 73 w 13"/>
                  <a:gd name="T1" fmla="*/ 13 h 5"/>
                  <a:gd name="T2" fmla="*/ 0 w 13"/>
                  <a:gd name="T3" fmla="*/ 21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5">
                    <a:moveTo>
                      <a:pt x="13" y="3"/>
                    </a:moveTo>
                    <a:cubicBezTo>
                      <a:pt x="11" y="0"/>
                      <a:pt x="5" y="1"/>
                      <a:pt x="0" y="5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234" name="Freeform 553">
                <a:extLst>
                  <a:ext uri="{FF2B5EF4-FFF2-40B4-BE49-F238E27FC236}">
                    <a16:creationId xmlns:a16="http://schemas.microsoft.com/office/drawing/2014/main" id="{E1496BD2-2369-412A-9D0F-5B57017CD0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0" y="2543"/>
                <a:ext cx="7" cy="16"/>
              </a:xfrm>
              <a:custGeom>
                <a:avLst/>
                <a:gdLst>
                  <a:gd name="T0" fmla="*/ 21 w 4"/>
                  <a:gd name="T1" fmla="*/ 0 h 9"/>
                  <a:gd name="T2" fmla="*/ 0 w 4"/>
                  <a:gd name="T3" fmla="*/ 5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9">
                    <a:moveTo>
                      <a:pt x="4" y="0"/>
                    </a:moveTo>
                    <a:cubicBezTo>
                      <a:pt x="2" y="2"/>
                      <a:pt x="0" y="5"/>
                      <a:pt x="0" y="9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235" name="Freeform 554">
                <a:extLst>
                  <a:ext uri="{FF2B5EF4-FFF2-40B4-BE49-F238E27FC236}">
                    <a16:creationId xmlns:a16="http://schemas.microsoft.com/office/drawing/2014/main" id="{866B6B4E-C3A0-4737-84A9-075126B898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9" y="2574"/>
                <a:ext cx="38" cy="42"/>
              </a:xfrm>
              <a:custGeom>
                <a:avLst/>
                <a:gdLst>
                  <a:gd name="T0" fmla="*/ 125 w 21"/>
                  <a:gd name="T1" fmla="*/ 0 h 24"/>
                  <a:gd name="T2" fmla="*/ 72 w 21"/>
                  <a:gd name="T3" fmla="*/ 98 h 24"/>
                  <a:gd name="T4" fmla="*/ 0 w 21"/>
                  <a:gd name="T5" fmla="*/ 130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24">
                    <a:moveTo>
                      <a:pt x="21" y="0"/>
                    </a:moveTo>
                    <a:cubicBezTo>
                      <a:pt x="20" y="8"/>
                      <a:pt x="15" y="12"/>
                      <a:pt x="12" y="18"/>
                    </a:cubicBezTo>
                    <a:cubicBezTo>
                      <a:pt x="9" y="23"/>
                      <a:pt x="3" y="21"/>
                      <a:pt x="0" y="24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236" name="Freeform 555">
                <a:extLst>
                  <a:ext uri="{FF2B5EF4-FFF2-40B4-BE49-F238E27FC236}">
                    <a16:creationId xmlns:a16="http://schemas.microsoft.com/office/drawing/2014/main" id="{BE2263DD-E948-4DD9-AE78-9ED75E40DF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3" y="2561"/>
                <a:ext cx="27" cy="39"/>
              </a:xfrm>
              <a:custGeom>
                <a:avLst/>
                <a:gdLst>
                  <a:gd name="T0" fmla="*/ 88 w 15"/>
                  <a:gd name="T1" fmla="*/ 0 h 22"/>
                  <a:gd name="T2" fmla="*/ 36 w 15"/>
                  <a:gd name="T3" fmla="*/ 110 h 22"/>
                  <a:gd name="T4" fmla="*/ 0 w 15"/>
                  <a:gd name="T5" fmla="*/ 122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22">
                    <a:moveTo>
                      <a:pt x="15" y="0"/>
                    </a:moveTo>
                    <a:cubicBezTo>
                      <a:pt x="14" y="5"/>
                      <a:pt x="9" y="18"/>
                      <a:pt x="6" y="20"/>
                    </a:cubicBezTo>
                    <a:cubicBezTo>
                      <a:pt x="3" y="21"/>
                      <a:pt x="2" y="19"/>
                      <a:pt x="0" y="22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237" name="Freeform 556">
                <a:extLst>
                  <a:ext uri="{FF2B5EF4-FFF2-40B4-BE49-F238E27FC236}">
                    <a16:creationId xmlns:a16="http://schemas.microsoft.com/office/drawing/2014/main" id="{3200B206-80FC-47E5-83FF-82A5739BEB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6" y="2609"/>
                <a:ext cx="5" cy="16"/>
              </a:xfrm>
              <a:custGeom>
                <a:avLst/>
                <a:gdLst>
                  <a:gd name="T0" fmla="*/ 0 w 3"/>
                  <a:gd name="T1" fmla="*/ 0 h 9"/>
                  <a:gd name="T2" fmla="*/ 5 w 3"/>
                  <a:gd name="T3" fmla="*/ 5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9">
                    <a:moveTo>
                      <a:pt x="0" y="0"/>
                    </a:moveTo>
                    <a:cubicBezTo>
                      <a:pt x="3" y="1"/>
                      <a:pt x="1" y="7"/>
                      <a:pt x="1" y="9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238" name="Freeform 557">
                <a:extLst>
                  <a:ext uri="{FF2B5EF4-FFF2-40B4-BE49-F238E27FC236}">
                    <a16:creationId xmlns:a16="http://schemas.microsoft.com/office/drawing/2014/main" id="{211BF95D-679A-4EE0-909F-D7810BAFB4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7" y="3833"/>
                <a:ext cx="7" cy="32"/>
              </a:xfrm>
              <a:custGeom>
                <a:avLst/>
                <a:gdLst>
                  <a:gd name="T0" fmla="*/ 0 w 4"/>
                  <a:gd name="T1" fmla="*/ 0 h 18"/>
                  <a:gd name="T2" fmla="*/ 21 w 4"/>
                  <a:gd name="T3" fmla="*/ 101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8">
                    <a:moveTo>
                      <a:pt x="0" y="0"/>
                    </a:moveTo>
                    <a:cubicBezTo>
                      <a:pt x="0" y="7"/>
                      <a:pt x="4" y="18"/>
                      <a:pt x="4" y="18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239" name="Freeform 558">
                <a:extLst>
                  <a:ext uri="{FF2B5EF4-FFF2-40B4-BE49-F238E27FC236}">
                    <a16:creationId xmlns:a16="http://schemas.microsoft.com/office/drawing/2014/main" id="{FF2D1027-5914-433E-83FF-B8C4B2A2C6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4" y="2100"/>
                <a:ext cx="49" cy="34"/>
              </a:xfrm>
              <a:custGeom>
                <a:avLst/>
                <a:gdLst>
                  <a:gd name="T0" fmla="*/ 0 w 28"/>
                  <a:gd name="T1" fmla="*/ 73 h 19"/>
                  <a:gd name="T2" fmla="*/ 119 w 28"/>
                  <a:gd name="T3" fmla="*/ 109 h 19"/>
                  <a:gd name="T4" fmla="*/ 7 w 28"/>
                  <a:gd name="T5" fmla="*/ 68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19">
                    <a:moveTo>
                      <a:pt x="0" y="13"/>
                    </a:moveTo>
                    <a:cubicBezTo>
                      <a:pt x="7" y="7"/>
                      <a:pt x="18" y="10"/>
                      <a:pt x="22" y="19"/>
                    </a:cubicBezTo>
                    <a:cubicBezTo>
                      <a:pt x="28" y="12"/>
                      <a:pt x="5" y="0"/>
                      <a:pt x="1" y="12"/>
                    </a:cubicBezTo>
                  </a:path>
                </a:pathLst>
              </a:custGeom>
              <a:solidFill>
                <a:srgbClr val="7E39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240" name="Freeform 559">
                <a:extLst>
                  <a:ext uri="{FF2B5EF4-FFF2-40B4-BE49-F238E27FC236}">
                    <a16:creationId xmlns:a16="http://schemas.microsoft.com/office/drawing/2014/main" id="{54DBBD6B-DBFE-4976-B4C2-E4E2EB3471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9" y="3961"/>
                <a:ext cx="26" cy="16"/>
              </a:xfrm>
              <a:custGeom>
                <a:avLst/>
                <a:gdLst>
                  <a:gd name="T0" fmla="*/ 28 w 15"/>
                  <a:gd name="T1" fmla="*/ 7 h 9"/>
                  <a:gd name="T2" fmla="*/ 69 w 15"/>
                  <a:gd name="T3" fmla="*/ 16 h 9"/>
                  <a:gd name="T4" fmla="*/ 28 w 15"/>
                  <a:gd name="T5" fmla="*/ 21 h 9"/>
                  <a:gd name="T6" fmla="*/ 5 w 15"/>
                  <a:gd name="T7" fmla="*/ 36 h 9"/>
                  <a:gd name="T8" fmla="*/ 57 w 15"/>
                  <a:gd name="T9" fmla="*/ 5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9">
                    <a:moveTo>
                      <a:pt x="5" y="1"/>
                    </a:moveTo>
                    <a:cubicBezTo>
                      <a:pt x="8" y="1"/>
                      <a:pt x="12" y="0"/>
                      <a:pt x="13" y="3"/>
                    </a:cubicBezTo>
                    <a:cubicBezTo>
                      <a:pt x="15" y="8"/>
                      <a:pt x="6" y="4"/>
                      <a:pt x="5" y="4"/>
                    </a:cubicBezTo>
                    <a:cubicBezTo>
                      <a:pt x="3" y="3"/>
                      <a:pt x="0" y="3"/>
                      <a:pt x="1" y="6"/>
                    </a:cubicBezTo>
                    <a:cubicBezTo>
                      <a:pt x="1" y="9"/>
                      <a:pt x="9" y="8"/>
                      <a:pt x="11" y="9"/>
                    </a:cubicBezTo>
                  </a:path>
                </a:pathLst>
              </a:custGeom>
              <a:noFill/>
              <a:ln w="7938" cap="flat">
                <a:solidFill>
                  <a:srgbClr val="75332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241" name="Freeform 560">
                <a:extLst>
                  <a:ext uri="{FF2B5EF4-FFF2-40B4-BE49-F238E27FC236}">
                    <a16:creationId xmlns:a16="http://schemas.microsoft.com/office/drawing/2014/main" id="{3D6E51C8-8817-4705-887C-D21739ED7F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4" y="3963"/>
                <a:ext cx="14" cy="12"/>
              </a:xfrm>
              <a:custGeom>
                <a:avLst/>
                <a:gdLst>
                  <a:gd name="T0" fmla="*/ 44 w 8"/>
                  <a:gd name="T1" fmla="*/ 21 h 7"/>
                  <a:gd name="T2" fmla="*/ 0 w 8"/>
                  <a:gd name="T3" fmla="*/ 0 h 7"/>
                  <a:gd name="T4" fmla="*/ 33 w 8"/>
                  <a:gd name="T5" fmla="*/ 36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7">
                    <a:moveTo>
                      <a:pt x="8" y="4"/>
                    </a:moveTo>
                    <a:cubicBezTo>
                      <a:pt x="7" y="1"/>
                      <a:pt x="3" y="0"/>
                      <a:pt x="0" y="0"/>
                    </a:cubicBezTo>
                    <a:cubicBezTo>
                      <a:pt x="0" y="3"/>
                      <a:pt x="3" y="6"/>
                      <a:pt x="6" y="7"/>
                    </a:cubicBezTo>
                  </a:path>
                </a:pathLst>
              </a:custGeom>
              <a:noFill/>
              <a:ln w="7938" cap="flat">
                <a:solidFill>
                  <a:srgbClr val="75332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242" name="Freeform 561">
                <a:extLst>
                  <a:ext uri="{FF2B5EF4-FFF2-40B4-BE49-F238E27FC236}">
                    <a16:creationId xmlns:a16="http://schemas.microsoft.com/office/drawing/2014/main" id="{F48BC44C-FB1B-4903-9177-28252F0788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3" y="3956"/>
                <a:ext cx="25" cy="16"/>
              </a:xfrm>
              <a:custGeom>
                <a:avLst/>
                <a:gdLst>
                  <a:gd name="T0" fmla="*/ 80 w 14"/>
                  <a:gd name="T1" fmla="*/ 36 h 9"/>
                  <a:gd name="T2" fmla="*/ 23 w 14"/>
                  <a:gd name="T3" fmla="*/ 12 h 9"/>
                  <a:gd name="T4" fmla="*/ 68 w 14"/>
                  <a:gd name="T5" fmla="*/ 50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9">
                    <a:moveTo>
                      <a:pt x="14" y="6"/>
                    </a:moveTo>
                    <a:cubicBezTo>
                      <a:pt x="12" y="4"/>
                      <a:pt x="7" y="0"/>
                      <a:pt x="4" y="2"/>
                    </a:cubicBezTo>
                    <a:cubicBezTo>
                      <a:pt x="0" y="6"/>
                      <a:pt x="10" y="9"/>
                      <a:pt x="12" y="9"/>
                    </a:cubicBezTo>
                  </a:path>
                </a:pathLst>
              </a:custGeom>
              <a:noFill/>
              <a:ln w="7938" cap="flat">
                <a:solidFill>
                  <a:srgbClr val="75332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243" name="Freeform 562">
                <a:extLst>
                  <a:ext uri="{FF2B5EF4-FFF2-40B4-BE49-F238E27FC236}">
                    <a16:creationId xmlns:a16="http://schemas.microsoft.com/office/drawing/2014/main" id="{5C35B3DA-A11F-48F0-8618-0EB95E1277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5" y="3950"/>
                <a:ext cx="9" cy="9"/>
              </a:xfrm>
              <a:custGeom>
                <a:avLst/>
                <a:gdLst>
                  <a:gd name="T0" fmla="*/ 29 w 5"/>
                  <a:gd name="T1" fmla="*/ 29 h 5"/>
                  <a:gd name="T2" fmla="*/ 0 w 5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5">
                    <a:moveTo>
                      <a:pt x="5" y="5"/>
                    </a:moveTo>
                    <a:cubicBezTo>
                      <a:pt x="4" y="3"/>
                      <a:pt x="2" y="2"/>
                      <a:pt x="0" y="0"/>
                    </a:cubicBezTo>
                  </a:path>
                </a:pathLst>
              </a:custGeom>
              <a:noFill/>
              <a:ln w="7938" cap="flat">
                <a:solidFill>
                  <a:srgbClr val="75332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244" name="Freeform 563">
                <a:extLst>
                  <a:ext uri="{FF2B5EF4-FFF2-40B4-BE49-F238E27FC236}">
                    <a16:creationId xmlns:a16="http://schemas.microsoft.com/office/drawing/2014/main" id="{13E6AB85-931F-453D-8F52-32B720AB1B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7" y="3959"/>
                <a:ext cx="18" cy="13"/>
              </a:xfrm>
              <a:custGeom>
                <a:avLst/>
                <a:gdLst>
                  <a:gd name="T0" fmla="*/ 7 w 10"/>
                  <a:gd name="T1" fmla="*/ 13 h 7"/>
                  <a:gd name="T2" fmla="*/ 58 w 10"/>
                  <a:gd name="T3" fmla="*/ 24 h 7"/>
                  <a:gd name="T4" fmla="*/ 0 w 10"/>
                  <a:gd name="T5" fmla="*/ 37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7">
                    <a:moveTo>
                      <a:pt x="1" y="2"/>
                    </a:moveTo>
                    <a:cubicBezTo>
                      <a:pt x="3" y="2"/>
                      <a:pt x="10" y="0"/>
                      <a:pt x="10" y="4"/>
                    </a:cubicBezTo>
                    <a:cubicBezTo>
                      <a:pt x="9" y="7"/>
                      <a:pt x="2" y="6"/>
                      <a:pt x="0" y="6"/>
                    </a:cubicBezTo>
                  </a:path>
                </a:pathLst>
              </a:custGeom>
              <a:noFill/>
              <a:ln w="7938" cap="flat">
                <a:solidFill>
                  <a:srgbClr val="75332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245" name="Freeform 564">
                <a:extLst>
                  <a:ext uri="{FF2B5EF4-FFF2-40B4-BE49-F238E27FC236}">
                    <a16:creationId xmlns:a16="http://schemas.microsoft.com/office/drawing/2014/main" id="{989A1CFE-ADB5-4BF3-AC9E-A2A01001AF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1" y="3963"/>
                <a:ext cx="21" cy="14"/>
              </a:xfrm>
              <a:custGeom>
                <a:avLst/>
                <a:gdLst>
                  <a:gd name="T0" fmla="*/ 0 w 12"/>
                  <a:gd name="T1" fmla="*/ 21 h 8"/>
                  <a:gd name="T2" fmla="*/ 49 w 12"/>
                  <a:gd name="T3" fmla="*/ 12 h 8"/>
                  <a:gd name="T4" fmla="*/ 7 w 12"/>
                  <a:gd name="T5" fmla="*/ 44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8">
                    <a:moveTo>
                      <a:pt x="0" y="4"/>
                    </a:moveTo>
                    <a:cubicBezTo>
                      <a:pt x="3" y="2"/>
                      <a:pt x="6" y="0"/>
                      <a:pt x="9" y="2"/>
                    </a:cubicBezTo>
                    <a:cubicBezTo>
                      <a:pt x="12" y="6"/>
                      <a:pt x="4" y="8"/>
                      <a:pt x="1" y="8"/>
                    </a:cubicBezTo>
                  </a:path>
                </a:pathLst>
              </a:custGeom>
              <a:noFill/>
              <a:ln w="7938" cap="flat">
                <a:solidFill>
                  <a:srgbClr val="75332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246" name="Freeform 565">
                <a:extLst>
                  <a:ext uri="{FF2B5EF4-FFF2-40B4-BE49-F238E27FC236}">
                    <a16:creationId xmlns:a16="http://schemas.microsoft.com/office/drawing/2014/main" id="{7CEEB053-FF8B-4296-A9B4-00FB8191F3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5" y="3959"/>
                <a:ext cx="14" cy="7"/>
              </a:xfrm>
              <a:custGeom>
                <a:avLst/>
                <a:gdLst>
                  <a:gd name="T0" fmla="*/ 44 w 8"/>
                  <a:gd name="T1" fmla="*/ 0 h 4"/>
                  <a:gd name="T2" fmla="*/ 0 w 8"/>
                  <a:gd name="T3" fmla="*/ 21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4">
                    <a:moveTo>
                      <a:pt x="8" y="0"/>
                    </a:moveTo>
                    <a:cubicBezTo>
                      <a:pt x="5" y="1"/>
                      <a:pt x="2" y="2"/>
                      <a:pt x="0" y="4"/>
                    </a:cubicBezTo>
                  </a:path>
                </a:pathLst>
              </a:custGeom>
              <a:noFill/>
              <a:ln w="7938" cap="flat">
                <a:solidFill>
                  <a:srgbClr val="75332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247" name="Freeform 566">
                <a:extLst>
                  <a:ext uri="{FF2B5EF4-FFF2-40B4-BE49-F238E27FC236}">
                    <a16:creationId xmlns:a16="http://schemas.microsoft.com/office/drawing/2014/main" id="{4033E999-729F-4119-AB59-A6539A0796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3" y="3952"/>
                <a:ext cx="15" cy="6"/>
              </a:xfrm>
              <a:custGeom>
                <a:avLst/>
                <a:gdLst>
                  <a:gd name="T0" fmla="*/ 53 w 8"/>
                  <a:gd name="T1" fmla="*/ 0 h 3"/>
                  <a:gd name="T2" fmla="*/ 0 w 8"/>
                  <a:gd name="T3" fmla="*/ 24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3">
                    <a:moveTo>
                      <a:pt x="8" y="0"/>
                    </a:moveTo>
                    <a:cubicBezTo>
                      <a:pt x="5" y="0"/>
                      <a:pt x="1" y="1"/>
                      <a:pt x="0" y="3"/>
                    </a:cubicBezTo>
                  </a:path>
                </a:pathLst>
              </a:custGeom>
              <a:noFill/>
              <a:ln w="7938" cap="flat">
                <a:solidFill>
                  <a:srgbClr val="75332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248" name="Freeform 567">
                <a:extLst>
                  <a:ext uri="{FF2B5EF4-FFF2-40B4-BE49-F238E27FC236}">
                    <a16:creationId xmlns:a16="http://schemas.microsoft.com/office/drawing/2014/main" id="{484DFFDA-84D7-4F67-941B-CAD7F6A794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5" y="1276"/>
                <a:ext cx="54" cy="124"/>
              </a:xfrm>
              <a:custGeom>
                <a:avLst/>
                <a:gdLst>
                  <a:gd name="T0" fmla="*/ 16 w 30"/>
                  <a:gd name="T1" fmla="*/ 0 h 70"/>
                  <a:gd name="T2" fmla="*/ 41 w 30"/>
                  <a:gd name="T3" fmla="*/ 34 h 70"/>
                  <a:gd name="T4" fmla="*/ 104 w 30"/>
                  <a:gd name="T5" fmla="*/ 182 h 70"/>
                  <a:gd name="T6" fmla="*/ 175 w 30"/>
                  <a:gd name="T7" fmla="*/ 390 h 70"/>
                  <a:gd name="T8" fmla="*/ 122 w 30"/>
                  <a:gd name="T9" fmla="*/ 322 h 70"/>
                  <a:gd name="T10" fmla="*/ 52 w 30"/>
                  <a:gd name="T11" fmla="*/ 159 h 70"/>
                  <a:gd name="T12" fmla="*/ 0 w 30"/>
                  <a:gd name="T13" fmla="*/ 0 h 7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70">
                    <a:moveTo>
                      <a:pt x="3" y="0"/>
                    </a:moveTo>
                    <a:cubicBezTo>
                      <a:pt x="4" y="2"/>
                      <a:pt x="6" y="4"/>
                      <a:pt x="7" y="6"/>
                    </a:cubicBezTo>
                    <a:cubicBezTo>
                      <a:pt x="12" y="15"/>
                      <a:pt x="17" y="24"/>
                      <a:pt x="18" y="33"/>
                    </a:cubicBezTo>
                    <a:cubicBezTo>
                      <a:pt x="21" y="46"/>
                      <a:pt x="24" y="58"/>
                      <a:pt x="30" y="70"/>
                    </a:cubicBezTo>
                    <a:cubicBezTo>
                      <a:pt x="26" y="67"/>
                      <a:pt x="23" y="62"/>
                      <a:pt x="21" y="58"/>
                    </a:cubicBezTo>
                    <a:cubicBezTo>
                      <a:pt x="16" y="49"/>
                      <a:pt x="11" y="39"/>
                      <a:pt x="9" y="29"/>
                    </a:cubicBezTo>
                    <a:cubicBezTo>
                      <a:pt x="6" y="20"/>
                      <a:pt x="4" y="10"/>
                      <a:pt x="0" y="0"/>
                    </a:cubicBezTo>
                  </a:path>
                </a:pathLst>
              </a:custGeom>
              <a:solidFill>
                <a:srgbClr val="7E39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249" name="Freeform 568">
                <a:extLst>
                  <a:ext uri="{FF2B5EF4-FFF2-40B4-BE49-F238E27FC236}">
                    <a16:creationId xmlns:a16="http://schemas.microsoft.com/office/drawing/2014/main" id="{D744076E-960A-4550-B905-C1CEA4BC68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6" y="1278"/>
                <a:ext cx="34" cy="101"/>
              </a:xfrm>
              <a:custGeom>
                <a:avLst/>
                <a:gdLst>
                  <a:gd name="T0" fmla="*/ 0 w 19"/>
                  <a:gd name="T1" fmla="*/ 0 h 57"/>
                  <a:gd name="T2" fmla="*/ 7 w 19"/>
                  <a:gd name="T3" fmla="*/ 16 h 57"/>
                  <a:gd name="T4" fmla="*/ 41 w 19"/>
                  <a:gd name="T5" fmla="*/ 117 h 57"/>
                  <a:gd name="T6" fmla="*/ 109 w 19"/>
                  <a:gd name="T7" fmla="*/ 317 h 57"/>
                  <a:gd name="T8" fmla="*/ 57 w 19"/>
                  <a:gd name="T9" fmla="*/ 89 h 57"/>
                  <a:gd name="T10" fmla="*/ 16 w 19"/>
                  <a:gd name="T11" fmla="*/ 7 h 5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9" h="57">
                    <a:moveTo>
                      <a:pt x="0" y="0"/>
                    </a:moveTo>
                    <a:cubicBezTo>
                      <a:pt x="0" y="1"/>
                      <a:pt x="1" y="2"/>
                      <a:pt x="1" y="3"/>
                    </a:cubicBezTo>
                    <a:cubicBezTo>
                      <a:pt x="5" y="8"/>
                      <a:pt x="6" y="15"/>
                      <a:pt x="7" y="21"/>
                    </a:cubicBezTo>
                    <a:cubicBezTo>
                      <a:pt x="10" y="34"/>
                      <a:pt x="14" y="46"/>
                      <a:pt x="19" y="57"/>
                    </a:cubicBezTo>
                    <a:cubicBezTo>
                      <a:pt x="15" y="44"/>
                      <a:pt x="15" y="29"/>
                      <a:pt x="10" y="16"/>
                    </a:cubicBezTo>
                    <a:cubicBezTo>
                      <a:pt x="8" y="11"/>
                      <a:pt x="5" y="6"/>
                      <a:pt x="3" y="1"/>
                    </a:cubicBezTo>
                  </a:path>
                </a:pathLst>
              </a:custGeom>
              <a:solidFill>
                <a:srgbClr val="6B2D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250" name="Freeform 569">
                <a:extLst>
                  <a:ext uri="{FF2B5EF4-FFF2-40B4-BE49-F238E27FC236}">
                    <a16:creationId xmlns:a16="http://schemas.microsoft.com/office/drawing/2014/main" id="{DA1AF826-DD6A-4EF6-B92F-F754FA4A12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2" y="1585"/>
                <a:ext cx="9" cy="46"/>
              </a:xfrm>
              <a:custGeom>
                <a:avLst/>
                <a:gdLst>
                  <a:gd name="T0" fmla="*/ 29 w 5"/>
                  <a:gd name="T1" fmla="*/ 143 h 26"/>
                  <a:gd name="T2" fmla="*/ 0 w 5"/>
                  <a:gd name="T3" fmla="*/ 0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26">
                    <a:moveTo>
                      <a:pt x="5" y="26"/>
                    </a:moveTo>
                    <a:cubicBezTo>
                      <a:pt x="5" y="18"/>
                      <a:pt x="4" y="7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251" name="Freeform 570">
                <a:extLst>
                  <a:ext uri="{FF2B5EF4-FFF2-40B4-BE49-F238E27FC236}">
                    <a16:creationId xmlns:a16="http://schemas.microsoft.com/office/drawing/2014/main" id="{E3A945B8-2FF9-4057-BA5F-D4A7DF3826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6" y="1558"/>
                <a:ext cx="8" cy="48"/>
              </a:xfrm>
              <a:custGeom>
                <a:avLst/>
                <a:gdLst>
                  <a:gd name="T0" fmla="*/ 8 w 5"/>
                  <a:gd name="T1" fmla="*/ 151 h 27"/>
                  <a:gd name="T2" fmla="*/ 5 w 5"/>
                  <a:gd name="T3" fmla="*/ 89 h 27"/>
                  <a:gd name="T4" fmla="*/ 21 w 5"/>
                  <a:gd name="T5" fmla="*/ 0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27">
                    <a:moveTo>
                      <a:pt x="2" y="27"/>
                    </a:moveTo>
                    <a:cubicBezTo>
                      <a:pt x="0" y="25"/>
                      <a:pt x="1" y="19"/>
                      <a:pt x="1" y="16"/>
                    </a:cubicBezTo>
                    <a:cubicBezTo>
                      <a:pt x="1" y="11"/>
                      <a:pt x="1" y="4"/>
                      <a:pt x="5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252" name="Freeform 571">
                <a:extLst>
                  <a:ext uri="{FF2B5EF4-FFF2-40B4-BE49-F238E27FC236}">
                    <a16:creationId xmlns:a16="http://schemas.microsoft.com/office/drawing/2014/main" id="{617B87D7-6D29-4CAE-8852-E702E1DD2D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9" y="2281"/>
                <a:ext cx="54" cy="587"/>
              </a:xfrm>
              <a:custGeom>
                <a:avLst/>
                <a:gdLst>
                  <a:gd name="T0" fmla="*/ 117 w 30"/>
                  <a:gd name="T1" fmla="*/ 0 h 331"/>
                  <a:gd name="T2" fmla="*/ 175 w 30"/>
                  <a:gd name="T3" fmla="*/ 1846 h 331"/>
                  <a:gd name="T4" fmla="*/ 117 w 30"/>
                  <a:gd name="T5" fmla="*/ 0 h 33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0" h="331">
                    <a:moveTo>
                      <a:pt x="20" y="0"/>
                    </a:moveTo>
                    <a:cubicBezTo>
                      <a:pt x="20" y="0"/>
                      <a:pt x="0" y="204"/>
                      <a:pt x="30" y="331"/>
                    </a:cubicBezTo>
                    <a:cubicBezTo>
                      <a:pt x="30" y="331"/>
                      <a:pt x="11" y="101"/>
                      <a:pt x="20" y="0"/>
                    </a:cubicBezTo>
                    <a:close/>
                  </a:path>
                </a:pathLst>
              </a:custGeom>
              <a:solidFill>
                <a:srgbClr val="7E39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253" name="Freeform 572">
                <a:extLst>
                  <a:ext uri="{FF2B5EF4-FFF2-40B4-BE49-F238E27FC236}">
                    <a16:creationId xmlns:a16="http://schemas.microsoft.com/office/drawing/2014/main" id="{941C19A3-8809-4285-AF94-0B3CD80B15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8" y="2473"/>
                <a:ext cx="54" cy="478"/>
              </a:xfrm>
              <a:custGeom>
                <a:avLst/>
                <a:gdLst>
                  <a:gd name="T0" fmla="*/ 175 w 30"/>
                  <a:gd name="T1" fmla="*/ 0 h 270"/>
                  <a:gd name="T2" fmla="*/ 0 w 30"/>
                  <a:gd name="T3" fmla="*/ 1498 h 270"/>
                  <a:gd name="T4" fmla="*/ 175 w 30"/>
                  <a:gd name="T5" fmla="*/ 0 h 27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0" h="270">
                    <a:moveTo>
                      <a:pt x="30" y="0"/>
                    </a:moveTo>
                    <a:cubicBezTo>
                      <a:pt x="30" y="0"/>
                      <a:pt x="18" y="193"/>
                      <a:pt x="0" y="270"/>
                    </a:cubicBezTo>
                    <a:cubicBezTo>
                      <a:pt x="0" y="270"/>
                      <a:pt x="24" y="18"/>
                      <a:pt x="30" y="0"/>
                    </a:cubicBezTo>
                    <a:close/>
                  </a:path>
                </a:pathLst>
              </a:custGeom>
              <a:solidFill>
                <a:srgbClr val="6B2D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254" name="Freeform 573">
                <a:extLst>
                  <a:ext uri="{FF2B5EF4-FFF2-40B4-BE49-F238E27FC236}">
                    <a16:creationId xmlns:a16="http://schemas.microsoft.com/office/drawing/2014/main" id="{035D151F-239D-490E-B566-2CD754C43C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8" y="1579"/>
                <a:ext cx="33" cy="249"/>
              </a:xfrm>
              <a:custGeom>
                <a:avLst/>
                <a:gdLst>
                  <a:gd name="T0" fmla="*/ 5 w 19"/>
                  <a:gd name="T1" fmla="*/ 0 h 140"/>
                  <a:gd name="T2" fmla="*/ 36 w 19"/>
                  <a:gd name="T3" fmla="*/ 224 h 140"/>
                  <a:gd name="T4" fmla="*/ 16 w 19"/>
                  <a:gd name="T5" fmla="*/ 390 h 140"/>
                  <a:gd name="T6" fmla="*/ 28 w 19"/>
                  <a:gd name="T7" fmla="*/ 788 h 140"/>
                  <a:gd name="T8" fmla="*/ 90 w 19"/>
                  <a:gd name="T9" fmla="*/ 292 h 140"/>
                  <a:gd name="T10" fmla="*/ 5 w 19"/>
                  <a:gd name="T11" fmla="*/ 0 h 14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9" h="140">
                    <a:moveTo>
                      <a:pt x="1" y="0"/>
                    </a:moveTo>
                    <a:cubicBezTo>
                      <a:pt x="0" y="12"/>
                      <a:pt x="8" y="26"/>
                      <a:pt x="7" y="40"/>
                    </a:cubicBezTo>
                    <a:cubicBezTo>
                      <a:pt x="7" y="50"/>
                      <a:pt x="4" y="59"/>
                      <a:pt x="3" y="69"/>
                    </a:cubicBezTo>
                    <a:cubicBezTo>
                      <a:pt x="1" y="91"/>
                      <a:pt x="0" y="119"/>
                      <a:pt x="5" y="140"/>
                    </a:cubicBezTo>
                    <a:cubicBezTo>
                      <a:pt x="11" y="112"/>
                      <a:pt x="14" y="81"/>
                      <a:pt x="17" y="52"/>
                    </a:cubicBezTo>
                    <a:cubicBezTo>
                      <a:pt x="19" y="31"/>
                      <a:pt x="17" y="15"/>
                      <a:pt x="1" y="0"/>
                    </a:cubicBezTo>
                  </a:path>
                </a:pathLst>
              </a:custGeom>
              <a:solidFill>
                <a:srgbClr val="7E39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255" name="Freeform 574">
                <a:extLst>
                  <a:ext uri="{FF2B5EF4-FFF2-40B4-BE49-F238E27FC236}">
                    <a16:creationId xmlns:a16="http://schemas.microsoft.com/office/drawing/2014/main" id="{B6E8F284-3DD4-46B3-8010-35B9FDE454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5" y="1558"/>
                <a:ext cx="41" cy="262"/>
              </a:xfrm>
              <a:custGeom>
                <a:avLst/>
                <a:gdLst>
                  <a:gd name="T0" fmla="*/ 94 w 23"/>
                  <a:gd name="T1" fmla="*/ 0 h 148"/>
                  <a:gd name="T2" fmla="*/ 66 w 23"/>
                  <a:gd name="T3" fmla="*/ 159 h 148"/>
                  <a:gd name="T4" fmla="*/ 93 w 23"/>
                  <a:gd name="T5" fmla="*/ 354 h 148"/>
                  <a:gd name="T6" fmla="*/ 114 w 23"/>
                  <a:gd name="T7" fmla="*/ 821 h 148"/>
                  <a:gd name="T8" fmla="*/ 94 w 23"/>
                  <a:gd name="T9" fmla="*/ 577 h 148"/>
                  <a:gd name="T10" fmla="*/ 45 w 23"/>
                  <a:gd name="T11" fmla="*/ 338 h 148"/>
                  <a:gd name="T12" fmla="*/ 86 w 23"/>
                  <a:gd name="T13" fmla="*/ 21 h 14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" h="148">
                    <a:moveTo>
                      <a:pt x="17" y="0"/>
                    </a:moveTo>
                    <a:cubicBezTo>
                      <a:pt x="17" y="7"/>
                      <a:pt x="12" y="19"/>
                      <a:pt x="12" y="29"/>
                    </a:cubicBezTo>
                    <a:cubicBezTo>
                      <a:pt x="13" y="41"/>
                      <a:pt x="14" y="53"/>
                      <a:pt x="16" y="64"/>
                    </a:cubicBezTo>
                    <a:cubicBezTo>
                      <a:pt x="20" y="91"/>
                      <a:pt x="23" y="120"/>
                      <a:pt x="20" y="148"/>
                    </a:cubicBezTo>
                    <a:cubicBezTo>
                      <a:pt x="17" y="135"/>
                      <a:pt x="19" y="118"/>
                      <a:pt x="17" y="104"/>
                    </a:cubicBezTo>
                    <a:cubicBezTo>
                      <a:pt x="14" y="89"/>
                      <a:pt x="10" y="75"/>
                      <a:pt x="8" y="61"/>
                    </a:cubicBezTo>
                    <a:cubicBezTo>
                      <a:pt x="5" y="46"/>
                      <a:pt x="0" y="13"/>
                      <a:pt x="15" y="4"/>
                    </a:cubicBezTo>
                  </a:path>
                </a:pathLst>
              </a:custGeom>
              <a:solidFill>
                <a:srgbClr val="6B2D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256" name="Freeform 575">
                <a:extLst>
                  <a:ext uri="{FF2B5EF4-FFF2-40B4-BE49-F238E27FC236}">
                    <a16:creationId xmlns:a16="http://schemas.microsoft.com/office/drawing/2014/main" id="{D54F8E17-1FE5-44C5-9E11-228B5C7928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9" y="1595"/>
                <a:ext cx="52" cy="48"/>
              </a:xfrm>
              <a:custGeom>
                <a:avLst/>
                <a:gdLst>
                  <a:gd name="T0" fmla="*/ 7 w 29"/>
                  <a:gd name="T1" fmla="*/ 107 h 27"/>
                  <a:gd name="T2" fmla="*/ 167 w 29"/>
                  <a:gd name="T3" fmla="*/ 151 h 27"/>
                  <a:gd name="T4" fmla="*/ 0 w 29"/>
                  <a:gd name="T5" fmla="*/ 123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9" h="27">
                    <a:moveTo>
                      <a:pt x="1" y="19"/>
                    </a:moveTo>
                    <a:cubicBezTo>
                      <a:pt x="6" y="0"/>
                      <a:pt x="24" y="19"/>
                      <a:pt x="29" y="27"/>
                    </a:cubicBezTo>
                    <a:cubicBezTo>
                      <a:pt x="19" y="21"/>
                      <a:pt x="12" y="18"/>
                      <a:pt x="0" y="22"/>
                    </a:cubicBezTo>
                  </a:path>
                </a:pathLst>
              </a:custGeom>
              <a:solidFill>
                <a:srgbClr val="6B2D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257" name="Freeform 576">
                <a:extLst>
                  <a:ext uri="{FF2B5EF4-FFF2-40B4-BE49-F238E27FC236}">
                    <a16:creationId xmlns:a16="http://schemas.microsoft.com/office/drawing/2014/main" id="{3202E3BF-9A97-40BD-BB55-B5F31B994D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8" y="1269"/>
                <a:ext cx="80" cy="108"/>
              </a:xfrm>
              <a:custGeom>
                <a:avLst/>
                <a:gdLst>
                  <a:gd name="T0" fmla="*/ 236 w 45"/>
                  <a:gd name="T1" fmla="*/ 0 h 61"/>
                  <a:gd name="T2" fmla="*/ 236 w 45"/>
                  <a:gd name="T3" fmla="*/ 78 h 61"/>
                  <a:gd name="T4" fmla="*/ 196 w 45"/>
                  <a:gd name="T5" fmla="*/ 166 h 61"/>
                  <a:gd name="T6" fmla="*/ 117 w 45"/>
                  <a:gd name="T7" fmla="*/ 228 h 61"/>
                  <a:gd name="T8" fmla="*/ 64 w 45"/>
                  <a:gd name="T9" fmla="*/ 260 h 61"/>
                  <a:gd name="T10" fmla="*/ 0 w 45"/>
                  <a:gd name="T11" fmla="*/ 282 h 61"/>
                  <a:gd name="T12" fmla="*/ 240 w 45"/>
                  <a:gd name="T13" fmla="*/ 21 h 6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5" h="61">
                    <a:moveTo>
                      <a:pt x="42" y="0"/>
                    </a:moveTo>
                    <a:cubicBezTo>
                      <a:pt x="41" y="4"/>
                      <a:pt x="43" y="9"/>
                      <a:pt x="42" y="14"/>
                    </a:cubicBezTo>
                    <a:cubicBezTo>
                      <a:pt x="40" y="19"/>
                      <a:pt x="38" y="25"/>
                      <a:pt x="35" y="30"/>
                    </a:cubicBezTo>
                    <a:cubicBezTo>
                      <a:pt x="31" y="36"/>
                      <a:pt x="27" y="38"/>
                      <a:pt x="21" y="41"/>
                    </a:cubicBezTo>
                    <a:cubicBezTo>
                      <a:pt x="18" y="43"/>
                      <a:pt x="15" y="46"/>
                      <a:pt x="11" y="47"/>
                    </a:cubicBezTo>
                    <a:cubicBezTo>
                      <a:pt x="7" y="48"/>
                      <a:pt x="3" y="50"/>
                      <a:pt x="0" y="51"/>
                    </a:cubicBezTo>
                    <a:cubicBezTo>
                      <a:pt x="29" y="61"/>
                      <a:pt x="45" y="29"/>
                      <a:pt x="43" y="4"/>
                    </a:cubicBezTo>
                  </a:path>
                </a:pathLst>
              </a:custGeom>
              <a:solidFill>
                <a:srgbClr val="7E39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258" name="Freeform 577">
                <a:extLst>
                  <a:ext uri="{FF2B5EF4-FFF2-40B4-BE49-F238E27FC236}">
                    <a16:creationId xmlns:a16="http://schemas.microsoft.com/office/drawing/2014/main" id="{45F917DC-50FC-4FB6-BD09-DED7F689BA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0" y="745"/>
                <a:ext cx="405" cy="544"/>
              </a:xfrm>
              <a:custGeom>
                <a:avLst/>
                <a:gdLst>
                  <a:gd name="T0" fmla="*/ 1256 w 228"/>
                  <a:gd name="T1" fmla="*/ 741 h 307"/>
                  <a:gd name="T2" fmla="*/ 1272 w 228"/>
                  <a:gd name="T3" fmla="*/ 574 h 307"/>
                  <a:gd name="T4" fmla="*/ 641 w 228"/>
                  <a:gd name="T5" fmla="*/ 12 h 307"/>
                  <a:gd name="T6" fmla="*/ 12 w 228"/>
                  <a:gd name="T7" fmla="*/ 613 h 307"/>
                  <a:gd name="T8" fmla="*/ 78 w 228"/>
                  <a:gd name="T9" fmla="*/ 874 h 307"/>
                  <a:gd name="T10" fmla="*/ 117 w 228"/>
                  <a:gd name="T11" fmla="*/ 1030 h 307"/>
                  <a:gd name="T12" fmla="*/ 304 w 228"/>
                  <a:gd name="T13" fmla="*/ 1526 h 307"/>
                  <a:gd name="T14" fmla="*/ 712 w 228"/>
                  <a:gd name="T15" fmla="*/ 1701 h 307"/>
                  <a:gd name="T16" fmla="*/ 1126 w 228"/>
                  <a:gd name="T17" fmla="*/ 1407 h 307"/>
                  <a:gd name="T18" fmla="*/ 1240 w 228"/>
                  <a:gd name="T19" fmla="*/ 916 h 307"/>
                  <a:gd name="T20" fmla="*/ 1256 w 228"/>
                  <a:gd name="T21" fmla="*/ 741 h 30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28" h="307">
                    <a:moveTo>
                      <a:pt x="224" y="133"/>
                    </a:moveTo>
                    <a:cubicBezTo>
                      <a:pt x="227" y="123"/>
                      <a:pt x="228" y="113"/>
                      <a:pt x="227" y="103"/>
                    </a:cubicBezTo>
                    <a:cubicBezTo>
                      <a:pt x="225" y="39"/>
                      <a:pt x="176" y="0"/>
                      <a:pt x="114" y="2"/>
                    </a:cubicBezTo>
                    <a:cubicBezTo>
                      <a:pt x="52" y="4"/>
                      <a:pt x="0" y="46"/>
                      <a:pt x="2" y="110"/>
                    </a:cubicBezTo>
                    <a:cubicBezTo>
                      <a:pt x="3" y="127"/>
                      <a:pt x="7" y="143"/>
                      <a:pt x="14" y="157"/>
                    </a:cubicBezTo>
                    <a:cubicBezTo>
                      <a:pt x="17" y="166"/>
                      <a:pt x="22" y="179"/>
                      <a:pt x="21" y="185"/>
                    </a:cubicBezTo>
                    <a:cubicBezTo>
                      <a:pt x="21" y="195"/>
                      <a:pt x="36" y="254"/>
                      <a:pt x="54" y="274"/>
                    </a:cubicBezTo>
                    <a:cubicBezTo>
                      <a:pt x="73" y="294"/>
                      <a:pt x="96" y="307"/>
                      <a:pt x="127" y="306"/>
                    </a:cubicBezTo>
                    <a:cubicBezTo>
                      <a:pt x="159" y="305"/>
                      <a:pt x="197" y="266"/>
                      <a:pt x="201" y="253"/>
                    </a:cubicBezTo>
                    <a:cubicBezTo>
                      <a:pt x="206" y="241"/>
                      <a:pt x="221" y="198"/>
                      <a:pt x="221" y="165"/>
                    </a:cubicBezTo>
                    <a:cubicBezTo>
                      <a:pt x="221" y="153"/>
                      <a:pt x="223" y="139"/>
                      <a:pt x="224" y="133"/>
                    </a:cubicBezTo>
                    <a:close/>
                  </a:path>
                </a:pathLst>
              </a:custGeom>
              <a:solidFill>
                <a:srgbClr val="75332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259" name="Freeform 578">
                <a:extLst>
                  <a:ext uri="{FF2B5EF4-FFF2-40B4-BE49-F238E27FC236}">
                    <a16:creationId xmlns:a16="http://schemas.microsoft.com/office/drawing/2014/main" id="{C2E5CF0B-BAFE-4CBA-B597-AA5A7D94E8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0" y="745"/>
                <a:ext cx="405" cy="544"/>
              </a:xfrm>
              <a:custGeom>
                <a:avLst/>
                <a:gdLst>
                  <a:gd name="T0" fmla="*/ 1256 w 228"/>
                  <a:gd name="T1" fmla="*/ 741 h 307"/>
                  <a:gd name="T2" fmla="*/ 1272 w 228"/>
                  <a:gd name="T3" fmla="*/ 574 h 307"/>
                  <a:gd name="T4" fmla="*/ 641 w 228"/>
                  <a:gd name="T5" fmla="*/ 12 h 307"/>
                  <a:gd name="T6" fmla="*/ 12 w 228"/>
                  <a:gd name="T7" fmla="*/ 613 h 307"/>
                  <a:gd name="T8" fmla="*/ 78 w 228"/>
                  <a:gd name="T9" fmla="*/ 874 h 307"/>
                  <a:gd name="T10" fmla="*/ 117 w 228"/>
                  <a:gd name="T11" fmla="*/ 1030 h 307"/>
                  <a:gd name="T12" fmla="*/ 304 w 228"/>
                  <a:gd name="T13" fmla="*/ 1526 h 307"/>
                  <a:gd name="T14" fmla="*/ 712 w 228"/>
                  <a:gd name="T15" fmla="*/ 1701 h 307"/>
                  <a:gd name="T16" fmla="*/ 1126 w 228"/>
                  <a:gd name="T17" fmla="*/ 1407 h 307"/>
                  <a:gd name="T18" fmla="*/ 1240 w 228"/>
                  <a:gd name="T19" fmla="*/ 916 h 307"/>
                  <a:gd name="T20" fmla="*/ 1256 w 228"/>
                  <a:gd name="T21" fmla="*/ 741 h 30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28" h="307">
                    <a:moveTo>
                      <a:pt x="224" y="133"/>
                    </a:moveTo>
                    <a:cubicBezTo>
                      <a:pt x="227" y="123"/>
                      <a:pt x="228" y="113"/>
                      <a:pt x="227" y="103"/>
                    </a:cubicBezTo>
                    <a:cubicBezTo>
                      <a:pt x="225" y="39"/>
                      <a:pt x="176" y="0"/>
                      <a:pt x="114" y="2"/>
                    </a:cubicBezTo>
                    <a:cubicBezTo>
                      <a:pt x="52" y="4"/>
                      <a:pt x="0" y="46"/>
                      <a:pt x="2" y="110"/>
                    </a:cubicBezTo>
                    <a:cubicBezTo>
                      <a:pt x="3" y="127"/>
                      <a:pt x="7" y="143"/>
                      <a:pt x="14" y="157"/>
                    </a:cubicBezTo>
                    <a:cubicBezTo>
                      <a:pt x="17" y="166"/>
                      <a:pt x="22" y="179"/>
                      <a:pt x="21" y="185"/>
                    </a:cubicBezTo>
                    <a:cubicBezTo>
                      <a:pt x="21" y="195"/>
                      <a:pt x="36" y="254"/>
                      <a:pt x="54" y="274"/>
                    </a:cubicBezTo>
                    <a:cubicBezTo>
                      <a:pt x="73" y="294"/>
                      <a:pt x="96" y="307"/>
                      <a:pt x="127" y="306"/>
                    </a:cubicBezTo>
                    <a:cubicBezTo>
                      <a:pt x="159" y="305"/>
                      <a:pt x="197" y="266"/>
                      <a:pt x="201" y="253"/>
                    </a:cubicBezTo>
                    <a:cubicBezTo>
                      <a:pt x="206" y="241"/>
                      <a:pt x="221" y="198"/>
                      <a:pt x="221" y="165"/>
                    </a:cubicBezTo>
                    <a:cubicBezTo>
                      <a:pt x="221" y="153"/>
                      <a:pt x="223" y="139"/>
                      <a:pt x="224" y="133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260" name="Freeform 579">
                <a:extLst>
                  <a:ext uri="{FF2B5EF4-FFF2-40B4-BE49-F238E27FC236}">
                    <a16:creationId xmlns:a16="http://schemas.microsoft.com/office/drawing/2014/main" id="{97144619-7D37-43A3-A105-7ED678E37D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9" y="1027"/>
                <a:ext cx="29" cy="67"/>
              </a:xfrm>
              <a:custGeom>
                <a:avLst/>
                <a:gdLst>
                  <a:gd name="T0" fmla="*/ 0 w 16"/>
                  <a:gd name="T1" fmla="*/ 0 h 38"/>
                  <a:gd name="T2" fmla="*/ 49 w 16"/>
                  <a:gd name="T3" fmla="*/ 44 h 38"/>
                  <a:gd name="T4" fmla="*/ 65 w 16"/>
                  <a:gd name="T5" fmla="*/ 93 h 38"/>
                  <a:gd name="T6" fmla="*/ 82 w 16"/>
                  <a:gd name="T7" fmla="*/ 208 h 38"/>
                  <a:gd name="T8" fmla="*/ 80 w 16"/>
                  <a:gd name="T9" fmla="*/ 65 h 38"/>
                  <a:gd name="T10" fmla="*/ 44 w 16"/>
                  <a:gd name="T11" fmla="*/ 16 h 38"/>
                  <a:gd name="T12" fmla="*/ 24 w 16"/>
                  <a:gd name="T13" fmla="*/ 7 h 38"/>
                  <a:gd name="T14" fmla="*/ 7 w 16"/>
                  <a:gd name="T15" fmla="*/ 0 h 3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6" h="38">
                    <a:moveTo>
                      <a:pt x="0" y="0"/>
                    </a:moveTo>
                    <a:cubicBezTo>
                      <a:pt x="4" y="0"/>
                      <a:pt x="7" y="5"/>
                      <a:pt x="8" y="8"/>
                    </a:cubicBezTo>
                    <a:cubicBezTo>
                      <a:pt x="10" y="11"/>
                      <a:pt x="10" y="14"/>
                      <a:pt x="11" y="17"/>
                    </a:cubicBezTo>
                    <a:cubicBezTo>
                      <a:pt x="13" y="24"/>
                      <a:pt x="15" y="31"/>
                      <a:pt x="14" y="38"/>
                    </a:cubicBezTo>
                    <a:cubicBezTo>
                      <a:pt x="16" y="30"/>
                      <a:pt x="15" y="21"/>
                      <a:pt x="13" y="12"/>
                    </a:cubicBezTo>
                    <a:cubicBezTo>
                      <a:pt x="11" y="9"/>
                      <a:pt x="10" y="6"/>
                      <a:pt x="7" y="3"/>
                    </a:cubicBezTo>
                    <a:cubicBezTo>
                      <a:pt x="6" y="2"/>
                      <a:pt x="5" y="1"/>
                      <a:pt x="4" y="1"/>
                    </a:cubicBezTo>
                    <a:cubicBezTo>
                      <a:pt x="3" y="0"/>
                      <a:pt x="1" y="0"/>
                      <a:pt x="1" y="0"/>
                    </a:cubicBezTo>
                  </a:path>
                </a:pathLst>
              </a:custGeom>
              <a:solidFill>
                <a:srgbClr val="7E39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261" name="Freeform 580">
                <a:extLst>
                  <a:ext uri="{FF2B5EF4-FFF2-40B4-BE49-F238E27FC236}">
                    <a16:creationId xmlns:a16="http://schemas.microsoft.com/office/drawing/2014/main" id="{718801D6-D454-42EF-81CA-FDE65B76F9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9" y="1122"/>
                <a:ext cx="18" cy="29"/>
              </a:xfrm>
              <a:custGeom>
                <a:avLst/>
                <a:gdLst>
                  <a:gd name="T0" fmla="*/ 0 w 10"/>
                  <a:gd name="T1" fmla="*/ 16 h 16"/>
                  <a:gd name="T2" fmla="*/ 23 w 10"/>
                  <a:gd name="T3" fmla="*/ 7 h 16"/>
                  <a:gd name="T4" fmla="*/ 36 w 10"/>
                  <a:gd name="T5" fmla="*/ 36 h 16"/>
                  <a:gd name="T6" fmla="*/ 45 w 10"/>
                  <a:gd name="T7" fmla="*/ 96 h 16"/>
                  <a:gd name="T8" fmla="*/ 7 w 10"/>
                  <a:gd name="T9" fmla="*/ 44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6">
                    <a:moveTo>
                      <a:pt x="0" y="3"/>
                    </a:moveTo>
                    <a:cubicBezTo>
                      <a:pt x="1" y="2"/>
                      <a:pt x="3" y="0"/>
                      <a:pt x="4" y="1"/>
                    </a:cubicBezTo>
                    <a:cubicBezTo>
                      <a:pt x="5" y="2"/>
                      <a:pt x="5" y="5"/>
                      <a:pt x="6" y="6"/>
                    </a:cubicBezTo>
                    <a:cubicBezTo>
                      <a:pt x="7" y="9"/>
                      <a:pt x="10" y="13"/>
                      <a:pt x="8" y="16"/>
                    </a:cubicBezTo>
                    <a:cubicBezTo>
                      <a:pt x="4" y="16"/>
                      <a:pt x="0" y="10"/>
                      <a:pt x="1" y="7"/>
                    </a:cubicBezTo>
                  </a:path>
                </a:pathLst>
              </a:custGeom>
              <a:solidFill>
                <a:srgbClr val="75332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262" name="Freeform 581">
                <a:extLst>
                  <a:ext uri="{FF2B5EF4-FFF2-40B4-BE49-F238E27FC236}">
                    <a16:creationId xmlns:a16="http://schemas.microsoft.com/office/drawing/2014/main" id="{B6B95A9C-1B57-49B5-A97A-25C68E26C8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6" y="1260"/>
                <a:ext cx="128" cy="47"/>
              </a:xfrm>
              <a:custGeom>
                <a:avLst/>
                <a:gdLst>
                  <a:gd name="T0" fmla="*/ 0 w 72"/>
                  <a:gd name="T1" fmla="*/ 13 h 26"/>
                  <a:gd name="T2" fmla="*/ 405 w 72"/>
                  <a:gd name="T3" fmla="*/ 0 h 26"/>
                  <a:gd name="T4" fmla="*/ 0 w 72"/>
                  <a:gd name="T5" fmla="*/ 13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2" h="26">
                    <a:moveTo>
                      <a:pt x="0" y="2"/>
                    </a:moveTo>
                    <a:cubicBezTo>
                      <a:pt x="0" y="2"/>
                      <a:pt x="41" y="26"/>
                      <a:pt x="72" y="0"/>
                    </a:cubicBezTo>
                    <a:cubicBezTo>
                      <a:pt x="72" y="0"/>
                      <a:pt x="43" y="21"/>
                      <a:pt x="0" y="2"/>
                    </a:cubicBezTo>
                    <a:close/>
                  </a:path>
                </a:pathLst>
              </a:custGeom>
              <a:solidFill>
                <a:srgbClr val="6B2D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263" name="Line 582">
                <a:extLst>
                  <a:ext uri="{FF2B5EF4-FFF2-40B4-BE49-F238E27FC236}">
                    <a16:creationId xmlns:a16="http://schemas.microsoft.com/office/drawing/2014/main" id="{8CD1CD6D-314B-4353-93BC-46FF09490C6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017" y="855"/>
                <a:ext cx="1" cy="1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264" name="Line 583">
                <a:extLst>
                  <a:ext uri="{FF2B5EF4-FFF2-40B4-BE49-F238E27FC236}">
                    <a16:creationId xmlns:a16="http://schemas.microsoft.com/office/drawing/2014/main" id="{C34272D9-C82A-46B5-877D-83D22591B61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017" y="855"/>
                <a:ext cx="1" cy="1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265" name="Freeform 584">
                <a:extLst>
                  <a:ext uri="{FF2B5EF4-FFF2-40B4-BE49-F238E27FC236}">
                    <a16:creationId xmlns:a16="http://schemas.microsoft.com/office/drawing/2014/main" id="{5DA59E33-EFDE-477C-B242-66D6088FBD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5" y="1581"/>
                <a:ext cx="39" cy="192"/>
              </a:xfrm>
              <a:custGeom>
                <a:avLst/>
                <a:gdLst>
                  <a:gd name="T0" fmla="*/ 85 w 22"/>
                  <a:gd name="T1" fmla="*/ 0 h 108"/>
                  <a:gd name="T2" fmla="*/ 106 w 22"/>
                  <a:gd name="T3" fmla="*/ 203 h 108"/>
                  <a:gd name="T4" fmla="*/ 62 w 22"/>
                  <a:gd name="T5" fmla="*/ 366 h 108"/>
                  <a:gd name="T6" fmla="*/ 0 w 22"/>
                  <a:gd name="T7" fmla="*/ 606 h 108"/>
                  <a:gd name="T8" fmla="*/ 50 w 22"/>
                  <a:gd name="T9" fmla="*/ 276 h 108"/>
                  <a:gd name="T10" fmla="*/ 78 w 22"/>
                  <a:gd name="T11" fmla="*/ 16 h 10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2" h="108">
                    <a:moveTo>
                      <a:pt x="15" y="0"/>
                    </a:moveTo>
                    <a:cubicBezTo>
                      <a:pt x="20" y="12"/>
                      <a:pt x="22" y="23"/>
                      <a:pt x="19" y="36"/>
                    </a:cubicBezTo>
                    <a:cubicBezTo>
                      <a:pt x="16" y="46"/>
                      <a:pt x="14" y="56"/>
                      <a:pt x="11" y="65"/>
                    </a:cubicBezTo>
                    <a:cubicBezTo>
                      <a:pt x="7" y="79"/>
                      <a:pt x="5" y="95"/>
                      <a:pt x="0" y="108"/>
                    </a:cubicBezTo>
                    <a:cubicBezTo>
                      <a:pt x="3" y="89"/>
                      <a:pt x="8" y="69"/>
                      <a:pt x="9" y="49"/>
                    </a:cubicBezTo>
                    <a:cubicBezTo>
                      <a:pt x="11" y="34"/>
                      <a:pt x="15" y="18"/>
                      <a:pt x="14" y="3"/>
                    </a:cubicBezTo>
                  </a:path>
                </a:pathLst>
              </a:custGeom>
              <a:solidFill>
                <a:srgbClr val="6B2D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266" name="Freeform 585">
                <a:extLst>
                  <a:ext uri="{FF2B5EF4-FFF2-40B4-BE49-F238E27FC236}">
                    <a16:creationId xmlns:a16="http://schemas.microsoft.com/office/drawing/2014/main" id="{7EEA63C4-7884-4061-8BBA-69BFF0271D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9" y="1939"/>
                <a:ext cx="73" cy="27"/>
              </a:xfrm>
              <a:custGeom>
                <a:avLst/>
                <a:gdLst>
                  <a:gd name="T0" fmla="*/ 231 w 41"/>
                  <a:gd name="T1" fmla="*/ 88 h 15"/>
                  <a:gd name="T2" fmla="*/ 158 w 41"/>
                  <a:gd name="T3" fmla="*/ 23 h 15"/>
                  <a:gd name="T4" fmla="*/ 0 w 41"/>
                  <a:gd name="T5" fmla="*/ 13 h 15"/>
                  <a:gd name="T6" fmla="*/ 219 w 41"/>
                  <a:gd name="T7" fmla="*/ 88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1" h="15">
                    <a:moveTo>
                      <a:pt x="41" y="15"/>
                    </a:moveTo>
                    <a:cubicBezTo>
                      <a:pt x="40" y="10"/>
                      <a:pt x="32" y="6"/>
                      <a:pt x="28" y="4"/>
                    </a:cubicBezTo>
                    <a:cubicBezTo>
                      <a:pt x="20" y="0"/>
                      <a:pt x="9" y="0"/>
                      <a:pt x="0" y="2"/>
                    </a:cubicBezTo>
                    <a:cubicBezTo>
                      <a:pt x="12" y="5"/>
                      <a:pt x="34" y="4"/>
                      <a:pt x="39" y="15"/>
                    </a:cubicBezTo>
                  </a:path>
                </a:pathLst>
              </a:custGeom>
              <a:solidFill>
                <a:srgbClr val="6B2D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267" name="Freeform 586">
                <a:extLst>
                  <a:ext uri="{FF2B5EF4-FFF2-40B4-BE49-F238E27FC236}">
                    <a16:creationId xmlns:a16="http://schemas.microsoft.com/office/drawing/2014/main" id="{FB73FD77-E5F4-42FF-88A5-6E912032C0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4" y="1587"/>
                <a:ext cx="52" cy="226"/>
              </a:xfrm>
              <a:custGeom>
                <a:avLst/>
                <a:gdLst>
                  <a:gd name="T0" fmla="*/ 0 w 29"/>
                  <a:gd name="T1" fmla="*/ 0 h 128"/>
                  <a:gd name="T2" fmla="*/ 52 w 29"/>
                  <a:gd name="T3" fmla="*/ 309 h 128"/>
                  <a:gd name="T4" fmla="*/ 167 w 29"/>
                  <a:gd name="T5" fmla="*/ 704 h 128"/>
                  <a:gd name="T6" fmla="*/ 145 w 29"/>
                  <a:gd name="T7" fmla="*/ 618 h 128"/>
                  <a:gd name="T8" fmla="*/ 109 w 29"/>
                  <a:gd name="T9" fmla="*/ 459 h 128"/>
                  <a:gd name="T10" fmla="*/ 70 w 29"/>
                  <a:gd name="T11" fmla="*/ 272 h 128"/>
                  <a:gd name="T12" fmla="*/ 7 w 29"/>
                  <a:gd name="T13" fmla="*/ 12 h 1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9" h="128">
                    <a:moveTo>
                      <a:pt x="0" y="0"/>
                    </a:moveTo>
                    <a:cubicBezTo>
                      <a:pt x="0" y="19"/>
                      <a:pt x="5" y="39"/>
                      <a:pt x="9" y="56"/>
                    </a:cubicBezTo>
                    <a:cubicBezTo>
                      <a:pt x="15" y="80"/>
                      <a:pt x="26" y="104"/>
                      <a:pt x="29" y="128"/>
                    </a:cubicBezTo>
                    <a:cubicBezTo>
                      <a:pt x="29" y="123"/>
                      <a:pt x="26" y="118"/>
                      <a:pt x="25" y="112"/>
                    </a:cubicBezTo>
                    <a:cubicBezTo>
                      <a:pt x="23" y="103"/>
                      <a:pt x="22" y="93"/>
                      <a:pt x="19" y="83"/>
                    </a:cubicBezTo>
                    <a:cubicBezTo>
                      <a:pt x="17" y="72"/>
                      <a:pt x="15" y="60"/>
                      <a:pt x="12" y="49"/>
                    </a:cubicBezTo>
                    <a:cubicBezTo>
                      <a:pt x="9" y="33"/>
                      <a:pt x="4" y="18"/>
                      <a:pt x="1" y="2"/>
                    </a:cubicBezTo>
                  </a:path>
                </a:pathLst>
              </a:custGeom>
              <a:solidFill>
                <a:srgbClr val="7E39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268" name="Freeform 587">
                <a:extLst>
                  <a:ext uri="{FF2B5EF4-FFF2-40B4-BE49-F238E27FC236}">
                    <a16:creationId xmlns:a16="http://schemas.microsoft.com/office/drawing/2014/main" id="{5D8735E5-DB85-4B2B-9B2A-A7A1D67392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1" y="1385"/>
                <a:ext cx="98" cy="255"/>
              </a:xfrm>
              <a:custGeom>
                <a:avLst/>
                <a:gdLst>
                  <a:gd name="T0" fmla="*/ 0 w 55"/>
                  <a:gd name="T1" fmla="*/ 0 h 144"/>
                  <a:gd name="T2" fmla="*/ 114 w 55"/>
                  <a:gd name="T3" fmla="*/ 78 h 144"/>
                  <a:gd name="T4" fmla="*/ 187 w 55"/>
                  <a:gd name="T5" fmla="*/ 232 h 144"/>
                  <a:gd name="T6" fmla="*/ 248 w 55"/>
                  <a:gd name="T7" fmla="*/ 455 h 144"/>
                  <a:gd name="T8" fmla="*/ 276 w 55"/>
                  <a:gd name="T9" fmla="*/ 618 h 144"/>
                  <a:gd name="T10" fmla="*/ 312 w 55"/>
                  <a:gd name="T11" fmla="*/ 800 h 144"/>
                  <a:gd name="T12" fmla="*/ 239 w 55"/>
                  <a:gd name="T13" fmla="*/ 545 h 144"/>
                  <a:gd name="T14" fmla="*/ 175 w 55"/>
                  <a:gd name="T15" fmla="*/ 338 h 144"/>
                  <a:gd name="T16" fmla="*/ 114 w 55"/>
                  <a:gd name="T17" fmla="*/ 158 h 144"/>
                  <a:gd name="T18" fmla="*/ 7 w 55"/>
                  <a:gd name="T19" fmla="*/ 16 h 14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5" h="144">
                    <a:moveTo>
                      <a:pt x="0" y="0"/>
                    </a:moveTo>
                    <a:cubicBezTo>
                      <a:pt x="6" y="1"/>
                      <a:pt x="16" y="9"/>
                      <a:pt x="20" y="14"/>
                    </a:cubicBezTo>
                    <a:cubicBezTo>
                      <a:pt x="27" y="21"/>
                      <a:pt x="30" y="32"/>
                      <a:pt x="33" y="42"/>
                    </a:cubicBezTo>
                    <a:cubicBezTo>
                      <a:pt x="38" y="55"/>
                      <a:pt x="41" y="68"/>
                      <a:pt x="44" y="82"/>
                    </a:cubicBezTo>
                    <a:cubicBezTo>
                      <a:pt x="45" y="91"/>
                      <a:pt x="48" y="101"/>
                      <a:pt x="49" y="111"/>
                    </a:cubicBezTo>
                    <a:cubicBezTo>
                      <a:pt x="51" y="121"/>
                      <a:pt x="54" y="135"/>
                      <a:pt x="55" y="144"/>
                    </a:cubicBezTo>
                    <a:cubicBezTo>
                      <a:pt x="49" y="129"/>
                      <a:pt x="46" y="113"/>
                      <a:pt x="42" y="98"/>
                    </a:cubicBezTo>
                    <a:cubicBezTo>
                      <a:pt x="40" y="86"/>
                      <a:pt x="35" y="73"/>
                      <a:pt x="31" y="61"/>
                    </a:cubicBezTo>
                    <a:cubicBezTo>
                      <a:pt x="28" y="50"/>
                      <a:pt x="25" y="38"/>
                      <a:pt x="20" y="28"/>
                    </a:cubicBezTo>
                    <a:cubicBezTo>
                      <a:pt x="15" y="20"/>
                      <a:pt x="4" y="12"/>
                      <a:pt x="1" y="3"/>
                    </a:cubicBezTo>
                  </a:path>
                </a:pathLst>
              </a:custGeom>
              <a:solidFill>
                <a:srgbClr val="6B2D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269" name="Freeform 588">
                <a:extLst>
                  <a:ext uri="{FF2B5EF4-FFF2-40B4-BE49-F238E27FC236}">
                    <a16:creationId xmlns:a16="http://schemas.microsoft.com/office/drawing/2014/main" id="{06674E36-D466-4D39-B9BA-9D5CE3B266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5" y="1397"/>
                <a:ext cx="88" cy="207"/>
              </a:xfrm>
              <a:custGeom>
                <a:avLst/>
                <a:gdLst>
                  <a:gd name="T0" fmla="*/ 284 w 49"/>
                  <a:gd name="T1" fmla="*/ 0 h 117"/>
                  <a:gd name="T2" fmla="*/ 117 w 49"/>
                  <a:gd name="T3" fmla="*/ 216 h 117"/>
                  <a:gd name="T4" fmla="*/ 52 w 49"/>
                  <a:gd name="T5" fmla="*/ 419 h 117"/>
                  <a:gd name="T6" fmla="*/ 0 w 49"/>
                  <a:gd name="T7" fmla="*/ 648 h 117"/>
                  <a:gd name="T8" fmla="*/ 145 w 49"/>
                  <a:gd name="T9" fmla="*/ 265 h 117"/>
                  <a:gd name="T10" fmla="*/ 203 w 49"/>
                  <a:gd name="T11" fmla="*/ 106 h 117"/>
                  <a:gd name="T12" fmla="*/ 255 w 49"/>
                  <a:gd name="T13" fmla="*/ 12 h 1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9" h="117">
                    <a:moveTo>
                      <a:pt x="49" y="0"/>
                    </a:moveTo>
                    <a:cubicBezTo>
                      <a:pt x="31" y="3"/>
                      <a:pt x="25" y="25"/>
                      <a:pt x="20" y="39"/>
                    </a:cubicBezTo>
                    <a:cubicBezTo>
                      <a:pt x="16" y="51"/>
                      <a:pt x="13" y="64"/>
                      <a:pt x="9" y="76"/>
                    </a:cubicBezTo>
                    <a:cubicBezTo>
                      <a:pt x="5" y="88"/>
                      <a:pt x="0" y="104"/>
                      <a:pt x="0" y="117"/>
                    </a:cubicBezTo>
                    <a:cubicBezTo>
                      <a:pt x="6" y="93"/>
                      <a:pt x="17" y="70"/>
                      <a:pt x="25" y="48"/>
                    </a:cubicBezTo>
                    <a:cubicBezTo>
                      <a:pt x="29" y="38"/>
                      <a:pt x="32" y="29"/>
                      <a:pt x="35" y="19"/>
                    </a:cubicBezTo>
                    <a:cubicBezTo>
                      <a:pt x="38" y="14"/>
                      <a:pt x="40" y="6"/>
                      <a:pt x="44" y="2"/>
                    </a:cubicBezTo>
                  </a:path>
                </a:pathLst>
              </a:custGeom>
              <a:solidFill>
                <a:srgbClr val="7E39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270" name="Freeform 589">
                <a:extLst>
                  <a:ext uri="{FF2B5EF4-FFF2-40B4-BE49-F238E27FC236}">
                    <a16:creationId xmlns:a16="http://schemas.microsoft.com/office/drawing/2014/main" id="{EFB285EC-1499-42B4-A619-CF0DB48315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7" y="1034"/>
                <a:ext cx="83" cy="42"/>
              </a:xfrm>
              <a:custGeom>
                <a:avLst/>
                <a:gdLst>
                  <a:gd name="T0" fmla="*/ 127 w 47"/>
                  <a:gd name="T1" fmla="*/ 123 h 24"/>
                  <a:gd name="T2" fmla="*/ 171 w 47"/>
                  <a:gd name="T3" fmla="*/ 114 h 24"/>
                  <a:gd name="T4" fmla="*/ 224 w 47"/>
                  <a:gd name="T5" fmla="*/ 102 h 24"/>
                  <a:gd name="T6" fmla="*/ 237 w 47"/>
                  <a:gd name="T7" fmla="*/ 98 h 24"/>
                  <a:gd name="T8" fmla="*/ 247 w 47"/>
                  <a:gd name="T9" fmla="*/ 102 h 24"/>
                  <a:gd name="T10" fmla="*/ 260 w 47"/>
                  <a:gd name="T11" fmla="*/ 93 h 24"/>
                  <a:gd name="T12" fmla="*/ 253 w 47"/>
                  <a:gd name="T13" fmla="*/ 81 h 24"/>
                  <a:gd name="T14" fmla="*/ 150 w 47"/>
                  <a:gd name="T15" fmla="*/ 21 h 24"/>
                  <a:gd name="T16" fmla="*/ 7 w 47"/>
                  <a:gd name="T17" fmla="*/ 77 h 24"/>
                  <a:gd name="T18" fmla="*/ 0 w 47"/>
                  <a:gd name="T19" fmla="*/ 81 h 24"/>
                  <a:gd name="T20" fmla="*/ 49 w 47"/>
                  <a:gd name="T21" fmla="*/ 119 h 24"/>
                  <a:gd name="T22" fmla="*/ 127 w 47"/>
                  <a:gd name="T23" fmla="*/ 123 h 2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47" h="24">
                    <a:moveTo>
                      <a:pt x="23" y="23"/>
                    </a:moveTo>
                    <a:cubicBezTo>
                      <a:pt x="25" y="22"/>
                      <a:pt x="28" y="22"/>
                      <a:pt x="31" y="21"/>
                    </a:cubicBezTo>
                    <a:cubicBezTo>
                      <a:pt x="34" y="21"/>
                      <a:pt x="38" y="20"/>
                      <a:pt x="41" y="19"/>
                    </a:cubicBezTo>
                    <a:cubicBezTo>
                      <a:pt x="42" y="19"/>
                      <a:pt x="42" y="18"/>
                      <a:pt x="43" y="18"/>
                    </a:cubicBezTo>
                    <a:cubicBezTo>
                      <a:pt x="44" y="18"/>
                      <a:pt x="46" y="19"/>
                      <a:pt x="45" y="19"/>
                    </a:cubicBezTo>
                    <a:cubicBezTo>
                      <a:pt x="44" y="18"/>
                      <a:pt x="47" y="20"/>
                      <a:pt x="47" y="17"/>
                    </a:cubicBezTo>
                    <a:cubicBezTo>
                      <a:pt x="47" y="16"/>
                      <a:pt x="46" y="16"/>
                      <a:pt x="46" y="15"/>
                    </a:cubicBezTo>
                    <a:cubicBezTo>
                      <a:pt x="42" y="10"/>
                      <a:pt x="32" y="5"/>
                      <a:pt x="27" y="4"/>
                    </a:cubicBezTo>
                    <a:cubicBezTo>
                      <a:pt x="11" y="0"/>
                      <a:pt x="1" y="13"/>
                      <a:pt x="1" y="14"/>
                    </a:cubicBezTo>
                    <a:cubicBezTo>
                      <a:pt x="1" y="14"/>
                      <a:pt x="0" y="15"/>
                      <a:pt x="0" y="15"/>
                    </a:cubicBezTo>
                    <a:cubicBezTo>
                      <a:pt x="5" y="16"/>
                      <a:pt x="5" y="20"/>
                      <a:pt x="9" y="22"/>
                    </a:cubicBezTo>
                    <a:cubicBezTo>
                      <a:pt x="13" y="23"/>
                      <a:pt x="19" y="24"/>
                      <a:pt x="23" y="23"/>
                    </a:cubicBezTo>
                    <a:close/>
                  </a:path>
                </a:pathLst>
              </a:custGeom>
              <a:solidFill>
                <a:srgbClr val="FCE1D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271" name="Freeform 590">
                <a:extLst>
                  <a:ext uri="{FF2B5EF4-FFF2-40B4-BE49-F238E27FC236}">
                    <a16:creationId xmlns:a16="http://schemas.microsoft.com/office/drawing/2014/main" id="{4BBA019A-E4A0-4370-A13B-EA0FABE85C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6" y="1032"/>
                <a:ext cx="57" cy="46"/>
              </a:xfrm>
              <a:custGeom>
                <a:avLst/>
                <a:gdLst>
                  <a:gd name="T0" fmla="*/ 166 w 32"/>
                  <a:gd name="T1" fmla="*/ 37 h 26"/>
                  <a:gd name="T2" fmla="*/ 166 w 32"/>
                  <a:gd name="T3" fmla="*/ 122 h 26"/>
                  <a:gd name="T4" fmla="*/ 29 w 32"/>
                  <a:gd name="T5" fmla="*/ 122 h 26"/>
                  <a:gd name="T6" fmla="*/ 21 w 32"/>
                  <a:gd name="T7" fmla="*/ 44 h 26"/>
                  <a:gd name="T8" fmla="*/ 166 w 32"/>
                  <a:gd name="T9" fmla="*/ 37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26">
                    <a:moveTo>
                      <a:pt x="29" y="7"/>
                    </a:moveTo>
                    <a:cubicBezTo>
                      <a:pt x="29" y="7"/>
                      <a:pt x="32" y="16"/>
                      <a:pt x="29" y="22"/>
                    </a:cubicBezTo>
                    <a:cubicBezTo>
                      <a:pt x="29" y="22"/>
                      <a:pt x="12" y="26"/>
                      <a:pt x="5" y="22"/>
                    </a:cubicBezTo>
                    <a:cubicBezTo>
                      <a:pt x="5" y="22"/>
                      <a:pt x="0" y="14"/>
                      <a:pt x="4" y="8"/>
                    </a:cubicBezTo>
                    <a:cubicBezTo>
                      <a:pt x="4" y="8"/>
                      <a:pt x="15" y="0"/>
                      <a:pt x="29" y="7"/>
                    </a:cubicBezTo>
                    <a:close/>
                  </a:path>
                </a:pathLst>
              </a:custGeom>
              <a:solidFill>
                <a:srgbClr val="2A100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272" name="Freeform 591">
                <a:extLst>
                  <a:ext uri="{FF2B5EF4-FFF2-40B4-BE49-F238E27FC236}">
                    <a16:creationId xmlns:a16="http://schemas.microsoft.com/office/drawing/2014/main" id="{52CFCD11-05DB-47A8-AA7F-1F1D4E3B28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9" y="1034"/>
                <a:ext cx="81" cy="42"/>
              </a:xfrm>
              <a:custGeom>
                <a:avLst/>
                <a:gdLst>
                  <a:gd name="T0" fmla="*/ 122 w 46"/>
                  <a:gd name="T1" fmla="*/ 123 h 24"/>
                  <a:gd name="T2" fmla="*/ 164 w 46"/>
                  <a:gd name="T3" fmla="*/ 114 h 24"/>
                  <a:gd name="T4" fmla="*/ 224 w 46"/>
                  <a:gd name="T5" fmla="*/ 102 h 24"/>
                  <a:gd name="T6" fmla="*/ 229 w 46"/>
                  <a:gd name="T7" fmla="*/ 98 h 24"/>
                  <a:gd name="T8" fmla="*/ 239 w 46"/>
                  <a:gd name="T9" fmla="*/ 98 h 24"/>
                  <a:gd name="T10" fmla="*/ 252 w 46"/>
                  <a:gd name="T11" fmla="*/ 93 h 24"/>
                  <a:gd name="T12" fmla="*/ 245 w 46"/>
                  <a:gd name="T13" fmla="*/ 81 h 24"/>
                  <a:gd name="T14" fmla="*/ 143 w 46"/>
                  <a:gd name="T15" fmla="*/ 21 h 24"/>
                  <a:gd name="T16" fmla="*/ 0 w 46"/>
                  <a:gd name="T17" fmla="*/ 70 h 24"/>
                  <a:gd name="T18" fmla="*/ 0 w 46"/>
                  <a:gd name="T19" fmla="*/ 81 h 24"/>
                  <a:gd name="T20" fmla="*/ 44 w 46"/>
                  <a:gd name="T21" fmla="*/ 114 h 24"/>
                  <a:gd name="T22" fmla="*/ 122 w 46"/>
                  <a:gd name="T23" fmla="*/ 123 h 2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46" h="24">
                    <a:moveTo>
                      <a:pt x="22" y="23"/>
                    </a:moveTo>
                    <a:cubicBezTo>
                      <a:pt x="25" y="22"/>
                      <a:pt x="27" y="22"/>
                      <a:pt x="30" y="21"/>
                    </a:cubicBezTo>
                    <a:cubicBezTo>
                      <a:pt x="33" y="21"/>
                      <a:pt x="37" y="20"/>
                      <a:pt x="41" y="19"/>
                    </a:cubicBezTo>
                    <a:cubicBezTo>
                      <a:pt x="41" y="18"/>
                      <a:pt x="42" y="18"/>
                      <a:pt x="42" y="18"/>
                    </a:cubicBezTo>
                    <a:cubicBezTo>
                      <a:pt x="43" y="18"/>
                      <a:pt x="45" y="19"/>
                      <a:pt x="44" y="18"/>
                    </a:cubicBezTo>
                    <a:cubicBezTo>
                      <a:pt x="43" y="18"/>
                      <a:pt x="46" y="20"/>
                      <a:pt x="46" y="17"/>
                    </a:cubicBezTo>
                    <a:cubicBezTo>
                      <a:pt x="46" y="16"/>
                      <a:pt x="46" y="16"/>
                      <a:pt x="45" y="15"/>
                    </a:cubicBezTo>
                    <a:cubicBezTo>
                      <a:pt x="41" y="10"/>
                      <a:pt x="31" y="5"/>
                      <a:pt x="26" y="4"/>
                    </a:cubicBezTo>
                    <a:cubicBezTo>
                      <a:pt x="10" y="0"/>
                      <a:pt x="0" y="13"/>
                      <a:pt x="0" y="13"/>
                    </a:cubicBezTo>
                    <a:cubicBezTo>
                      <a:pt x="0" y="14"/>
                      <a:pt x="0" y="15"/>
                      <a:pt x="0" y="15"/>
                    </a:cubicBezTo>
                    <a:cubicBezTo>
                      <a:pt x="4" y="16"/>
                      <a:pt x="4" y="20"/>
                      <a:pt x="8" y="21"/>
                    </a:cubicBezTo>
                    <a:cubicBezTo>
                      <a:pt x="12" y="23"/>
                      <a:pt x="18" y="24"/>
                      <a:pt x="22" y="23"/>
                    </a:cubicBezTo>
                    <a:close/>
                  </a:path>
                </a:pathLst>
              </a:custGeom>
              <a:noFill/>
              <a:ln w="3175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273" name="Freeform 592">
                <a:extLst>
                  <a:ext uri="{FF2B5EF4-FFF2-40B4-BE49-F238E27FC236}">
                    <a16:creationId xmlns:a16="http://schemas.microsoft.com/office/drawing/2014/main" id="{642C325E-75F5-4542-A069-F4649FD3D0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7" y="1048"/>
                <a:ext cx="16" cy="14"/>
              </a:xfrm>
              <a:custGeom>
                <a:avLst/>
                <a:gdLst>
                  <a:gd name="T0" fmla="*/ 0 w 9"/>
                  <a:gd name="T1" fmla="*/ 28 h 8"/>
                  <a:gd name="T2" fmla="*/ 28 w 9"/>
                  <a:gd name="T3" fmla="*/ 44 h 8"/>
                  <a:gd name="T4" fmla="*/ 44 w 9"/>
                  <a:gd name="T5" fmla="*/ 16 h 8"/>
                  <a:gd name="T6" fmla="*/ 21 w 9"/>
                  <a:gd name="T7" fmla="*/ 0 h 8"/>
                  <a:gd name="T8" fmla="*/ 0 w 9"/>
                  <a:gd name="T9" fmla="*/ 28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8">
                    <a:moveTo>
                      <a:pt x="0" y="5"/>
                    </a:moveTo>
                    <a:cubicBezTo>
                      <a:pt x="1" y="7"/>
                      <a:pt x="3" y="8"/>
                      <a:pt x="5" y="8"/>
                    </a:cubicBezTo>
                    <a:cubicBezTo>
                      <a:pt x="7" y="8"/>
                      <a:pt x="9" y="5"/>
                      <a:pt x="8" y="3"/>
                    </a:cubicBezTo>
                    <a:cubicBezTo>
                      <a:pt x="8" y="1"/>
                      <a:pt x="6" y="0"/>
                      <a:pt x="4" y="0"/>
                    </a:cubicBezTo>
                    <a:cubicBezTo>
                      <a:pt x="1" y="0"/>
                      <a:pt x="0" y="3"/>
                      <a:pt x="0" y="5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274" name="Freeform 593">
                <a:extLst>
                  <a:ext uri="{FF2B5EF4-FFF2-40B4-BE49-F238E27FC236}">
                    <a16:creationId xmlns:a16="http://schemas.microsoft.com/office/drawing/2014/main" id="{0719C503-29C5-4C59-8C0D-10A8953662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5" y="1064"/>
                <a:ext cx="42" cy="7"/>
              </a:xfrm>
              <a:custGeom>
                <a:avLst/>
                <a:gdLst>
                  <a:gd name="T0" fmla="*/ 123 w 24"/>
                  <a:gd name="T1" fmla="*/ 7 h 4"/>
                  <a:gd name="T2" fmla="*/ 114 w 24"/>
                  <a:gd name="T3" fmla="*/ 7 h 4"/>
                  <a:gd name="T4" fmla="*/ 102 w 24"/>
                  <a:gd name="T5" fmla="*/ 0 h 4"/>
                  <a:gd name="T6" fmla="*/ 81 w 24"/>
                  <a:gd name="T7" fmla="*/ 7 h 4"/>
                  <a:gd name="T8" fmla="*/ 37 w 24"/>
                  <a:gd name="T9" fmla="*/ 7 h 4"/>
                  <a:gd name="T10" fmla="*/ 12 w 24"/>
                  <a:gd name="T11" fmla="*/ 7 h 4"/>
                  <a:gd name="T12" fmla="*/ 16 w 24"/>
                  <a:gd name="T13" fmla="*/ 16 h 4"/>
                  <a:gd name="T14" fmla="*/ 65 w 24"/>
                  <a:gd name="T15" fmla="*/ 21 h 4"/>
                  <a:gd name="T16" fmla="*/ 98 w 24"/>
                  <a:gd name="T17" fmla="*/ 16 h 4"/>
                  <a:gd name="T18" fmla="*/ 130 w 24"/>
                  <a:gd name="T19" fmla="*/ 7 h 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4" h="4">
                    <a:moveTo>
                      <a:pt x="23" y="1"/>
                    </a:moveTo>
                    <a:cubicBezTo>
                      <a:pt x="22" y="1"/>
                      <a:pt x="22" y="1"/>
                      <a:pt x="21" y="1"/>
                    </a:cubicBezTo>
                    <a:cubicBezTo>
                      <a:pt x="20" y="0"/>
                      <a:pt x="19" y="0"/>
                      <a:pt x="19" y="0"/>
                    </a:cubicBezTo>
                    <a:cubicBezTo>
                      <a:pt x="17" y="0"/>
                      <a:pt x="16" y="1"/>
                      <a:pt x="15" y="1"/>
                    </a:cubicBezTo>
                    <a:cubicBezTo>
                      <a:pt x="12" y="2"/>
                      <a:pt x="10" y="2"/>
                      <a:pt x="7" y="1"/>
                    </a:cubicBezTo>
                    <a:cubicBezTo>
                      <a:pt x="5" y="1"/>
                      <a:pt x="3" y="0"/>
                      <a:pt x="2" y="1"/>
                    </a:cubicBezTo>
                    <a:cubicBezTo>
                      <a:pt x="0" y="2"/>
                      <a:pt x="2" y="3"/>
                      <a:pt x="3" y="3"/>
                    </a:cubicBezTo>
                    <a:cubicBezTo>
                      <a:pt x="6" y="4"/>
                      <a:pt x="9" y="4"/>
                      <a:pt x="12" y="4"/>
                    </a:cubicBezTo>
                    <a:cubicBezTo>
                      <a:pt x="14" y="4"/>
                      <a:pt x="16" y="3"/>
                      <a:pt x="18" y="3"/>
                    </a:cubicBezTo>
                    <a:cubicBezTo>
                      <a:pt x="19" y="2"/>
                      <a:pt x="23" y="2"/>
                      <a:pt x="24" y="1"/>
                    </a:cubicBezTo>
                  </a:path>
                </a:pathLst>
              </a:custGeom>
              <a:solidFill>
                <a:srgbClr val="3A120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275" name="Freeform 594">
                <a:extLst>
                  <a:ext uri="{FF2B5EF4-FFF2-40B4-BE49-F238E27FC236}">
                    <a16:creationId xmlns:a16="http://schemas.microsoft.com/office/drawing/2014/main" id="{A420A339-713D-4E04-B5E0-ECB3C210E4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6" y="1050"/>
                <a:ext cx="9" cy="8"/>
              </a:xfrm>
              <a:custGeom>
                <a:avLst/>
                <a:gdLst>
                  <a:gd name="T0" fmla="*/ 0 w 5"/>
                  <a:gd name="T1" fmla="*/ 13 h 5"/>
                  <a:gd name="T2" fmla="*/ 16 w 5"/>
                  <a:gd name="T3" fmla="*/ 16 h 5"/>
                  <a:gd name="T4" fmla="*/ 29 w 5"/>
                  <a:gd name="T5" fmla="*/ 8 h 5"/>
                  <a:gd name="T6" fmla="*/ 13 w 5"/>
                  <a:gd name="T7" fmla="*/ 0 h 5"/>
                  <a:gd name="T8" fmla="*/ 0 w 5"/>
                  <a:gd name="T9" fmla="*/ 13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0" y="3"/>
                    </a:moveTo>
                    <a:cubicBezTo>
                      <a:pt x="0" y="4"/>
                      <a:pt x="2" y="5"/>
                      <a:pt x="3" y="4"/>
                    </a:cubicBezTo>
                    <a:cubicBezTo>
                      <a:pt x="4" y="4"/>
                      <a:pt x="5" y="3"/>
                      <a:pt x="5" y="2"/>
                    </a:cubicBezTo>
                    <a:cubicBezTo>
                      <a:pt x="4" y="1"/>
                      <a:pt x="3" y="0"/>
                      <a:pt x="2" y="0"/>
                    </a:cubicBezTo>
                    <a:cubicBezTo>
                      <a:pt x="1" y="0"/>
                      <a:pt x="0" y="1"/>
                      <a:pt x="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276" name="Freeform 595">
                <a:extLst>
                  <a:ext uri="{FF2B5EF4-FFF2-40B4-BE49-F238E27FC236}">
                    <a16:creationId xmlns:a16="http://schemas.microsoft.com/office/drawing/2014/main" id="{6609568B-FEB4-4C5E-8EB0-C35544B0AB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6" y="1080"/>
                <a:ext cx="56" cy="10"/>
              </a:xfrm>
              <a:custGeom>
                <a:avLst/>
                <a:gdLst>
                  <a:gd name="T0" fmla="*/ 182 w 31"/>
                  <a:gd name="T1" fmla="*/ 0 h 6"/>
                  <a:gd name="T2" fmla="*/ 0 w 31"/>
                  <a:gd name="T3" fmla="*/ 5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1" h="6">
                    <a:moveTo>
                      <a:pt x="31" y="0"/>
                    </a:moveTo>
                    <a:cubicBezTo>
                      <a:pt x="31" y="0"/>
                      <a:pt x="9" y="6"/>
                      <a:pt x="0" y="1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277" name="Freeform 596">
                <a:extLst>
                  <a:ext uri="{FF2B5EF4-FFF2-40B4-BE49-F238E27FC236}">
                    <a16:creationId xmlns:a16="http://schemas.microsoft.com/office/drawing/2014/main" id="{32708972-8BF6-4AE5-9705-7461ED8792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9" y="989"/>
                <a:ext cx="66" cy="30"/>
              </a:xfrm>
              <a:custGeom>
                <a:avLst/>
                <a:gdLst>
                  <a:gd name="T0" fmla="*/ 210 w 37"/>
                  <a:gd name="T1" fmla="*/ 44 h 17"/>
                  <a:gd name="T2" fmla="*/ 0 w 37"/>
                  <a:gd name="T3" fmla="*/ 94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7" h="17">
                    <a:moveTo>
                      <a:pt x="37" y="8"/>
                    </a:moveTo>
                    <a:cubicBezTo>
                      <a:pt x="37" y="8"/>
                      <a:pt x="13" y="0"/>
                      <a:pt x="0" y="17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278" name="Freeform 597">
                <a:extLst>
                  <a:ext uri="{FF2B5EF4-FFF2-40B4-BE49-F238E27FC236}">
                    <a16:creationId xmlns:a16="http://schemas.microsoft.com/office/drawing/2014/main" id="{8242B33A-C36B-4055-AA5E-CA19FAF136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5" y="1060"/>
                <a:ext cx="1" cy="6"/>
              </a:xfrm>
              <a:custGeom>
                <a:avLst/>
                <a:gdLst>
                  <a:gd name="T0" fmla="*/ 0 w 1"/>
                  <a:gd name="T1" fmla="*/ 24 h 3"/>
                  <a:gd name="T2" fmla="*/ 0 w 1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cubicBezTo>
                      <a:pt x="0" y="2"/>
                      <a:pt x="0" y="1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279" name="Freeform 598">
                <a:extLst>
                  <a:ext uri="{FF2B5EF4-FFF2-40B4-BE49-F238E27FC236}">
                    <a16:creationId xmlns:a16="http://schemas.microsoft.com/office/drawing/2014/main" id="{620DEA21-B402-49E1-9985-7FA8A8DBAA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1" y="1043"/>
                <a:ext cx="48" cy="15"/>
              </a:xfrm>
              <a:custGeom>
                <a:avLst/>
                <a:gdLst>
                  <a:gd name="T0" fmla="*/ 12 w 27"/>
                  <a:gd name="T1" fmla="*/ 8 h 9"/>
                  <a:gd name="T2" fmla="*/ 16 w 27"/>
                  <a:gd name="T3" fmla="*/ 42 h 9"/>
                  <a:gd name="T4" fmla="*/ 37 w 27"/>
                  <a:gd name="T5" fmla="*/ 33 h 9"/>
                  <a:gd name="T6" fmla="*/ 44 w 27"/>
                  <a:gd name="T7" fmla="*/ 22 h 9"/>
                  <a:gd name="T8" fmla="*/ 78 w 27"/>
                  <a:gd name="T9" fmla="*/ 8 h 9"/>
                  <a:gd name="T10" fmla="*/ 107 w 27"/>
                  <a:gd name="T11" fmla="*/ 13 h 9"/>
                  <a:gd name="T12" fmla="*/ 114 w 27"/>
                  <a:gd name="T13" fmla="*/ 28 h 9"/>
                  <a:gd name="T14" fmla="*/ 135 w 27"/>
                  <a:gd name="T15" fmla="*/ 37 h 9"/>
                  <a:gd name="T16" fmla="*/ 139 w 27"/>
                  <a:gd name="T17" fmla="*/ 20 h 9"/>
                  <a:gd name="T18" fmla="*/ 101 w 27"/>
                  <a:gd name="T19" fmla="*/ 0 h 9"/>
                  <a:gd name="T20" fmla="*/ 73 w 27"/>
                  <a:gd name="T21" fmla="*/ 0 h 9"/>
                  <a:gd name="T22" fmla="*/ 57 w 27"/>
                  <a:gd name="T23" fmla="*/ 0 h 9"/>
                  <a:gd name="T24" fmla="*/ 16 w 27"/>
                  <a:gd name="T25" fmla="*/ 8 h 9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7" h="9">
                    <a:moveTo>
                      <a:pt x="2" y="2"/>
                    </a:moveTo>
                    <a:cubicBezTo>
                      <a:pt x="1" y="5"/>
                      <a:pt x="0" y="8"/>
                      <a:pt x="3" y="9"/>
                    </a:cubicBezTo>
                    <a:cubicBezTo>
                      <a:pt x="5" y="9"/>
                      <a:pt x="6" y="9"/>
                      <a:pt x="7" y="7"/>
                    </a:cubicBezTo>
                    <a:cubicBezTo>
                      <a:pt x="7" y="6"/>
                      <a:pt x="8" y="5"/>
                      <a:pt x="8" y="5"/>
                    </a:cubicBezTo>
                    <a:cubicBezTo>
                      <a:pt x="10" y="3"/>
                      <a:pt x="12" y="2"/>
                      <a:pt x="14" y="2"/>
                    </a:cubicBezTo>
                    <a:cubicBezTo>
                      <a:pt x="16" y="2"/>
                      <a:pt x="18" y="2"/>
                      <a:pt x="19" y="3"/>
                    </a:cubicBezTo>
                    <a:cubicBezTo>
                      <a:pt x="20" y="4"/>
                      <a:pt x="20" y="5"/>
                      <a:pt x="20" y="6"/>
                    </a:cubicBezTo>
                    <a:cubicBezTo>
                      <a:pt x="21" y="8"/>
                      <a:pt x="22" y="8"/>
                      <a:pt x="24" y="8"/>
                    </a:cubicBezTo>
                    <a:cubicBezTo>
                      <a:pt x="27" y="9"/>
                      <a:pt x="27" y="5"/>
                      <a:pt x="25" y="4"/>
                    </a:cubicBezTo>
                    <a:cubicBezTo>
                      <a:pt x="24" y="2"/>
                      <a:pt x="20" y="1"/>
                      <a:pt x="18" y="0"/>
                    </a:cubicBezTo>
                    <a:cubicBezTo>
                      <a:pt x="16" y="0"/>
                      <a:pt x="15" y="0"/>
                      <a:pt x="13" y="0"/>
                    </a:cubicBezTo>
                    <a:cubicBezTo>
                      <a:pt x="12" y="0"/>
                      <a:pt x="11" y="0"/>
                      <a:pt x="10" y="0"/>
                    </a:cubicBezTo>
                    <a:cubicBezTo>
                      <a:pt x="8" y="0"/>
                      <a:pt x="4" y="0"/>
                      <a:pt x="3" y="2"/>
                    </a:cubicBezTo>
                  </a:path>
                </a:pathLst>
              </a:custGeom>
              <a:solidFill>
                <a:srgbClr val="1A0A0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280" name="Freeform 599">
                <a:extLst>
                  <a:ext uri="{FF2B5EF4-FFF2-40B4-BE49-F238E27FC236}">
                    <a16:creationId xmlns:a16="http://schemas.microsoft.com/office/drawing/2014/main" id="{B1A57ACC-B866-47E6-8A38-10C593D6EA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7" y="1048"/>
                <a:ext cx="8" cy="23"/>
              </a:xfrm>
              <a:custGeom>
                <a:avLst/>
                <a:gdLst>
                  <a:gd name="T0" fmla="*/ 24 w 4"/>
                  <a:gd name="T1" fmla="*/ 0 h 13"/>
                  <a:gd name="T2" fmla="*/ 32 w 4"/>
                  <a:gd name="T3" fmla="*/ 73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3">
                    <a:moveTo>
                      <a:pt x="3" y="0"/>
                    </a:moveTo>
                    <a:cubicBezTo>
                      <a:pt x="3" y="0"/>
                      <a:pt x="0" y="5"/>
                      <a:pt x="4" y="13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281" name="Freeform 600">
                <a:extLst>
                  <a:ext uri="{FF2B5EF4-FFF2-40B4-BE49-F238E27FC236}">
                    <a16:creationId xmlns:a16="http://schemas.microsoft.com/office/drawing/2014/main" id="{2AF6EF94-C28C-4ECE-AEE0-8B4196BA75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7" y="1048"/>
                <a:ext cx="6" cy="21"/>
              </a:xfrm>
              <a:custGeom>
                <a:avLst/>
                <a:gdLst>
                  <a:gd name="T0" fmla="*/ 0 w 3"/>
                  <a:gd name="T1" fmla="*/ 0 h 12"/>
                  <a:gd name="T2" fmla="*/ 0 w 3"/>
                  <a:gd name="T3" fmla="*/ 65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2">
                    <a:moveTo>
                      <a:pt x="0" y="0"/>
                    </a:moveTo>
                    <a:cubicBezTo>
                      <a:pt x="0" y="0"/>
                      <a:pt x="3" y="7"/>
                      <a:pt x="0" y="12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282" name="Freeform 601">
                <a:extLst>
                  <a:ext uri="{FF2B5EF4-FFF2-40B4-BE49-F238E27FC236}">
                    <a16:creationId xmlns:a16="http://schemas.microsoft.com/office/drawing/2014/main" id="{1BAAF9B5-D90A-4F25-9EA8-0E75C53D76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5" y="1007"/>
                <a:ext cx="73" cy="30"/>
              </a:xfrm>
              <a:custGeom>
                <a:avLst/>
                <a:gdLst>
                  <a:gd name="T0" fmla="*/ 231 w 41"/>
                  <a:gd name="T1" fmla="*/ 81 h 17"/>
                  <a:gd name="T2" fmla="*/ 0 w 41"/>
                  <a:gd name="T3" fmla="*/ 94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1" h="17">
                    <a:moveTo>
                      <a:pt x="41" y="15"/>
                    </a:moveTo>
                    <a:cubicBezTo>
                      <a:pt x="41" y="15"/>
                      <a:pt x="18" y="0"/>
                      <a:pt x="0" y="17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283" name="Freeform 602">
                <a:extLst>
                  <a:ext uri="{FF2B5EF4-FFF2-40B4-BE49-F238E27FC236}">
                    <a16:creationId xmlns:a16="http://schemas.microsoft.com/office/drawing/2014/main" id="{2FA795DE-8208-42BB-8B2D-98C24EE2F0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8" y="1060"/>
                <a:ext cx="11" cy="4"/>
              </a:xfrm>
              <a:custGeom>
                <a:avLst/>
                <a:gdLst>
                  <a:gd name="T0" fmla="*/ 37 w 6"/>
                  <a:gd name="T1" fmla="*/ 0 h 2"/>
                  <a:gd name="T2" fmla="*/ 24 w 6"/>
                  <a:gd name="T3" fmla="*/ 8 h 2"/>
                  <a:gd name="T4" fmla="*/ 0 w 6"/>
                  <a:gd name="T5" fmla="*/ 16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2">
                    <a:moveTo>
                      <a:pt x="6" y="0"/>
                    </a:moveTo>
                    <a:cubicBezTo>
                      <a:pt x="5" y="0"/>
                      <a:pt x="4" y="1"/>
                      <a:pt x="4" y="1"/>
                    </a:cubicBezTo>
                    <a:cubicBezTo>
                      <a:pt x="2" y="1"/>
                      <a:pt x="1" y="1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284" name="Freeform 603">
                <a:extLst>
                  <a:ext uri="{FF2B5EF4-FFF2-40B4-BE49-F238E27FC236}">
                    <a16:creationId xmlns:a16="http://schemas.microsoft.com/office/drawing/2014/main" id="{FFC6278E-B75E-4D82-8109-17A30CCC75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0" y="1055"/>
                <a:ext cx="10" cy="2"/>
              </a:xfrm>
              <a:custGeom>
                <a:avLst/>
                <a:gdLst>
                  <a:gd name="T0" fmla="*/ 28 w 6"/>
                  <a:gd name="T1" fmla="*/ 0 h 1"/>
                  <a:gd name="T2" fmla="*/ 0 w 6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">
                    <a:moveTo>
                      <a:pt x="6" y="0"/>
                    </a:moveTo>
                    <a:cubicBezTo>
                      <a:pt x="5" y="1"/>
                      <a:pt x="2" y="1"/>
                      <a:pt x="0" y="1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285" name="Freeform 604">
                <a:extLst>
                  <a:ext uri="{FF2B5EF4-FFF2-40B4-BE49-F238E27FC236}">
                    <a16:creationId xmlns:a16="http://schemas.microsoft.com/office/drawing/2014/main" id="{36F9100A-B5B2-4CFE-B206-542900B797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7" y="1050"/>
                <a:ext cx="9" cy="1"/>
              </a:xfrm>
              <a:custGeom>
                <a:avLst/>
                <a:gdLst>
                  <a:gd name="T0" fmla="*/ 29 w 5"/>
                  <a:gd name="T1" fmla="*/ 0 h 1"/>
                  <a:gd name="T2" fmla="*/ 16 w 5"/>
                  <a:gd name="T3" fmla="*/ 1 h 1"/>
                  <a:gd name="T4" fmla="*/ 0 w 5"/>
                  <a:gd name="T5" fmla="*/ 1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1">
                    <a:moveTo>
                      <a:pt x="5" y="0"/>
                    </a:moveTo>
                    <a:cubicBezTo>
                      <a:pt x="4" y="0"/>
                      <a:pt x="4" y="1"/>
                      <a:pt x="3" y="1"/>
                    </a:cubicBezTo>
                    <a:cubicBezTo>
                      <a:pt x="2" y="1"/>
                      <a:pt x="1" y="1"/>
                      <a:pt x="0" y="1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286" name="Freeform 605">
                <a:extLst>
                  <a:ext uri="{FF2B5EF4-FFF2-40B4-BE49-F238E27FC236}">
                    <a16:creationId xmlns:a16="http://schemas.microsoft.com/office/drawing/2014/main" id="{7E044113-FF90-4E9D-AB9E-C032C84D4F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2" y="1046"/>
                <a:ext cx="9" cy="2"/>
              </a:xfrm>
              <a:custGeom>
                <a:avLst/>
                <a:gdLst>
                  <a:gd name="T0" fmla="*/ 29 w 5"/>
                  <a:gd name="T1" fmla="*/ 0 h 1"/>
                  <a:gd name="T2" fmla="*/ 0 w 5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">
                    <a:moveTo>
                      <a:pt x="5" y="0"/>
                    </a:moveTo>
                    <a:cubicBezTo>
                      <a:pt x="4" y="1"/>
                      <a:pt x="2" y="0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287" name="Freeform 606">
                <a:extLst>
                  <a:ext uri="{FF2B5EF4-FFF2-40B4-BE49-F238E27FC236}">
                    <a16:creationId xmlns:a16="http://schemas.microsoft.com/office/drawing/2014/main" id="{6188942D-03F9-4FF7-8DBD-E098F756C6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9" y="1064"/>
                <a:ext cx="5" cy="3"/>
              </a:xfrm>
              <a:custGeom>
                <a:avLst/>
                <a:gdLst>
                  <a:gd name="T0" fmla="*/ 13 w 3"/>
                  <a:gd name="T1" fmla="*/ 0 h 2"/>
                  <a:gd name="T2" fmla="*/ 0 w 3"/>
                  <a:gd name="T3" fmla="*/ 8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cubicBezTo>
                      <a:pt x="2" y="0"/>
                      <a:pt x="1" y="1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288" name="Freeform 607">
                <a:extLst>
                  <a:ext uri="{FF2B5EF4-FFF2-40B4-BE49-F238E27FC236}">
                    <a16:creationId xmlns:a16="http://schemas.microsoft.com/office/drawing/2014/main" id="{644CC0A4-9F7A-477E-88ED-0F58901B8C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4" y="1067"/>
                <a:ext cx="3" cy="4"/>
              </a:xfrm>
              <a:custGeom>
                <a:avLst/>
                <a:gdLst>
                  <a:gd name="T0" fmla="*/ 8 w 2"/>
                  <a:gd name="T1" fmla="*/ 0 h 2"/>
                  <a:gd name="T2" fmla="*/ 0 w 2"/>
                  <a:gd name="T3" fmla="*/ 16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1" y="0"/>
                      <a:pt x="0" y="1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289" name="Freeform 608">
                <a:extLst>
                  <a:ext uri="{FF2B5EF4-FFF2-40B4-BE49-F238E27FC236}">
                    <a16:creationId xmlns:a16="http://schemas.microsoft.com/office/drawing/2014/main" id="{F012907B-3D32-4217-A0C2-D00FA910F2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1" y="1023"/>
                <a:ext cx="38" cy="25"/>
              </a:xfrm>
              <a:custGeom>
                <a:avLst/>
                <a:gdLst>
                  <a:gd name="T0" fmla="*/ 125 w 21"/>
                  <a:gd name="T1" fmla="*/ 7 h 14"/>
                  <a:gd name="T2" fmla="*/ 45 w 21"/>
                  <a:gd name="T3" fmla="*/ 29 h 14"/>
                  <a:gd name="T4" fmla="*/ 0 w 21"/>
                  <a:gd name="T5" fmla="*/ 80 h 14"/>
                  <a:gd name="T6" fmla="*/ 29 w 21"/>
                  <a:gd name="T7" fmla="*/ 52 h 14"/>
                  <a:gd name="T8" fmla="*/ 60 w 21"/>
                  <a:gd name="T9" fmla="*/ 29 h 14"/>
                  <a:gd name="T10" fmla="*/ 94 w 21"/>
                  <a:gd name="T11" fmla="*/ 13 h 14"/>
                  <a:gd name="T12" fmla="*/ 125 w 21"/>
                  <a:gd name="T13" fmla="*/ 7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1" h="14">
                    <a:moveTo>
                      <a:pt x="21" y="1"/>
                    </a:moveTo>
                    <a:cubicBezTo>
                      <a:pt x="17" y="0"/>
                      <a:pt x="12" y="3"/>
                      <a:pt x="8" y="5"/>
                    </a:cubicBezTo>
                    <a:cubicBezTo>
                      <a:pt x="5" y="6"/>
                      <a:pt x="1" y="11"/>
                      <a:pt x="0" y="14"/>
                    </a:cubicBezTo>
                    <a:cubicBezTo>
                      <a:pt x="2" y="14"/>
                      <a:pt x="3" y="11"/>
                      <a:pt x="5" y="9"/>
                    </a:cubicBezTo>
                    <a:cubicBezTo>
                      <a:pt x="7" y="8"/>
                      <a:pt x="8" y="6"/>
                      <a:pt x="10" y="5"/>
                    </a:cubicBezTo>
                    <a:cubicBezTo>
                      <a:pt x="12" y="4"/>
                      <a:pt x="14" y="3"/>
                      <a:pt x="16" y="2"/>
                    </a:cubicBezTo>
                    <a:cubicBezTo>
                      <a:pt x="18" y="2"/>
                      <a:pt x="19" y="2"/>
                      <a:pt x="21" y="1"/>
                    </a:cubicBezTo>
                  </a:path>
                </a:pathLst>
              </a:custGeom>
              <a:solidFill>
                <a:srgbClr val="7E39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290" name="Freeform 609">
                <a:extLst>
                  <a:ext uri="{FF2B5EF4-FFF2-40B4-BE49-F238E27FC236}">
                    <a16:creationId xmlns:a16="http://schemas.microsoft.com/office/drawing/2014/main" id="{64C3909C-E4BE-4E8F-BADA-EE4C5EA90E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7" y="1066"/>
                <a:ext cx="35" cy="17"/>
              </a:xfrm>
              <a:custGeom>
                <a:avLst/>
                <a:gdLst>
                  <a:gd name="T0" fmla="*/ 0 w 20"/>
                  <a:gd name="T1" fmla="*/ 44 h 10"/>
                  <a:gd name="T2" fmla="*/ 56 w 20"/>
                  <a:gd name="T3" fmla="*/ 41 h 10"/>
                  <a:gd name="T4" fmla="*/ 107 w 20"/>
                  <a:gd name="T5" fmla="*/ 15 h 10"/>
                  <a:gd name="T6" fmla="*/ 65 w 20"/>
                  <a:gd name="T7" fmla="*/ 29 h 10"/>
                  <a:gd name="T8" fmla="*/ 12 w 20"/>
                  <a:gd name="T9" fmla="*/ 44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10">
                    <a:moveTo>
                      <a:pt x="0" y="9"/>
                    </a:moveTo>
                    <a:cubicBezTo>
                      <a:pt x="3" y="10"/>
                      <a:pt x="8" y="8"/>
                      <a:pt x="10" y="8"/>
                    </a:cubicBezTo>
                    <a:cubicBezTo>
                      <a:pt x="13" y="7"/>
                      <a:pt x="17" y="3"/>
                      <a:pt x="20" y="3"/>
                    </a:cubicBezTo>
                    <a:cubicBezTo>
                      <a:pt x="18" y="0"/>
                      <a:pt x="14" y="5"/>
                      <a:pt x="12" y="6"/>
                    </a:cubicBezTo>
                    <a:cubicBezTo>
                      <a:pt x="9" y="8"/>
                      <a:pt x="6" y="9"/>
                      <a:pt x="2" y="9"/>
                    </a:cubicBezTo>
                  </a:path>
                </a:pathLst>
              </a:custGeom>
              <a:solidFill>
                <a:srgbClr val="7E39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291" name="Freeform 610">
                <a:extLst>
                  <a:ext uri="{FF2B5EF4-FFF2-40B4-BE49-F238E27FC236}">
                    <a16:creationId xmlns:a16="http://schemas.microsoft.com/office/drawing/2014/main" id="{A8084C4B-EDEE-470F-AEE2-523950E3B6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9" y="1080"/>
                <a:ext cx="27" cy="12"/>
              </a:xfrm>
              <a:custGeom>
                <a:avLst/>
                <a:gdLst>
                  <a:gd name="T0" fmla="*/ 0 w 15"/>
                  <a:gd name="T1" fmla="*/ 0 h 7"/>
                  <a:gd name="T2" fmla="*/ 88 w 15"/>
                  <a:gd name="T3" fmla="*/ 21 h 7"/>
                  <a:gd name="T4" fmla="*/ 0 w 15"/>
                  <a:gd name="T5" fmla="*/ 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7">
                    <a:moveTo>
                      <a:pt x="0" y="0"/>
                    </a:moveTo>
                    <a:cubicBezTo>
                      <a:pt x="3" y="5"/>
                      <a:pt x="10" y="3"/>
                      <a:pt x="15" y="4"/>
                    </a:cubicBezTo>
                    <a:cubicBezTo>
                      <a:pt x="10" y="7"/>
                      <a:pt x="3" y="4"/>
                      <a:pt x="0" y="0"/>
                    </a:cubicBezTo>
                  </a:path>
                </a:pathLst>
              </a:custGeom>
              <a:solidFill>
                <a:srgbClr val="6B2D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292" name="Freeform 611">
                <a:extLst>
                  <a:ext uri="{FF2B5EF4-FFF2-40B4-BE49-F238E27FC236}">
                    <a16:creationId xmlns:a16="http://schemas.microsoft.com/office/drawing/2014/main" id="{DF76B708-6D45-4E83-AE72-024BE38247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3" y="1034"/>
                <a:ext cx="82" cy="42"/>
              </a:xfrm>
              <a:custGeom>
                <a:avLst/>
                <a:gdLst>
                  <a:gd name="T0" fmla="*/ 137 w 46"/>
                  <a:gd name="T1" fmla="*/ 123 h 24"/>
                  <a:gd name="T2" fmla="*/ 93 w 46"/>
                  <a:gd name="T3" fmla="*/ 114 h 24"/>
                  <a:gd name="T4" fmla="*/ 29 w 46"/>
                  <a:gd name="T5" fmla="*/ 102 h 24"/>
                  <a:gd name="T6" fmla="*/ 21 w 46"/>
                  <a:gd name="T7" fmla="*/ 98 h 24"/>
                  <a:gd name="T8" fmla="*/ 7 w 46"/>
                  <a:gd name="T9" fmla="*/ 102 h 24"/>
                  <a:gd name="T10" fmla="*/ 0 w 46"/>
                  <a:gd name="T11" fmla="*/ 93 h 24"/>
                  <a:gd name="T12" fmla="*/ 7 w 46"/>
                  <a:gd name="T13" fmla="*/ 81 h 24"/>
                  <a:gd name="T14" fmla="*/ 109 w 46"/>
                  <a:gd name="T15" fmla="*/ 21 h 24"/>
                  <a:gd name="T16" fmla="*/ 260 w 46"/>
                  <a:gd name="T17" fmla="*/ 77 h 24"/>
                  <a:gd name="T18" fmla="*/ 260 w 46"/>
                  <a:gd name="T19" fmla="*/ 81 h 24"/>
                  <a:gd name="T20" fmla="*/ 210 w 46"/>
                  <a:gd name="T21" fmla="*/ 119 h 24"/>
                  <a:gd name="T22" fmla="*/ 137 w 46"/>
                  <a:gd name="T23" fmla="*/ 123 h 2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46" h="24">
                    <a:moveTo>
                      <a:pt x="24" y="23"/>
                    </a:moveTo>
                    <a:cubicBezTo>
                      <a:pt x="21" y="22"/>
                      <a:pt x="19" y="22"/>
                      <a:pt x="16" y="21"/>
                    </a:cubicBezTo>
                    <a:cubicBezTo>
                      <a:pt x="12" y="21"/>
                      <a:pt x="9" y="20"/>
                      <a:pt x="5" y="19"/>
                    </a:cubicBezTo>
                    <a:cubicBezTo>
                      <a:pt x="4" y="19"/>
                      <a:pt x="4" y="18"/>
                      <a:pt x="4" y="18"/>
                    </a:cubicBezTo>
                    <a:cubicBezTo>
                      <a:pt x="3" y="18"/>
                      <a:pt x="1" y="19"/>
                      <a:pt x="1" y="19"/>
                    </a:cubicBezTo>
                    <a:cubicBezTo>
                      <a:pt x="3" y="18"/>
                      <a:pt x="0" y="20"/>
                      <a:pt x="0" y="17"/>
                    </a:cubicBezTo>
                    <a:cubicBezTo>
                      <a:pt x="0" y="16"/>
                      <a:pt x="0" y="16"/>
                      <a:pt x="1" y="15"/>
                    </a:cubicBezTo>
                    <a:cubicBezTo>
                      <a:pt x="5" y="10"/>
                      <a:pt x="15" y="5"/>
                      <a:pt x="19" y="4"/>
                    </a:cubicBezTo>
                    <a:cubicBezTo>
                      <a:pt x="35" y="0"/>
                      <a:pt x="45" y="13"/>
                      <a:pt x="46" y="14"/>
                    </a:cubicBezTo>
                    <a:cubicBezTo>
                      <a:pt x="46" y="14"/>
                      <a:pt x="46" y="15"/>
                      <a:pt x="46" y="15"/>
                    </a:cubicBezTo>
                    <a:cubicBezTo>
                      <a:pt x="42" y="16"/>
                      <a:pt x="42" y="20"/>
                      <a:pt x="37" y="22"/>
                    </a:cubicBezTo>
                    <a:cubicBezTo>
                      <a:pt x="34" y="23"/>
                      <a:pt x="28" y="24"/>
                      <a:pt x="24" y="23"/>
                    </a:cubicBezTo>
                    <a:close/>
                  </a:path>
                </a:pathLst>
              </a:custGeom>
              <a:solidFill>
                <a:srgbClr val="FCE1D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293" name="Freeform 612">
                <a:extLst>
                  <a:ext uri="{FF2B5EF4-FFF2-40B4-BE49-F238E27FC236}">
                    <a16:creationId xmlns:a16="http://schemas.microsoft.com/office/drawing/2014/main" id="{B063B447-223A-4729-9BF9-06FE7CCE36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9" y="1032"/>
                <a:ext cx="57" cy="46"/>
              </a:xfrm>
              <a:custGeom>
                <a:avLst/>
                <a:gdLst>
                  <a:gd name="T0" fmla="*/ 21 w 32"/>
                  <a:gd name="T1" fmla="*/ 37 h 26"/>
                  <a:gd name="T2" fmla="*/ 21 w 32"/>
                  <a:gd name="T3" fmla="*/ 122 h 26"/>
                  <a:gd name="T4" fmla="*/ 159 w 32"/>
                  <a:gd name="T5" fmla="*/ 122 h 26"/>
                  <a:gd name="T6" fmla="*/ 166 w 32"/>
                  <a:gd name="T7" fmla="*/ 44 h 26"/>
                  <a:gd name="T8" fmla="*/ 21 w 32"/>
                  <a:gd name="T9" fmla="*/ 37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26">
                    <a:moveTo>
                      <a:pt x="4" y="7"/>
                    </a:moveTo>
                    <a:cubicBezTo>
                      <a:pt x="4" y="7"/>
                      <a:pt x="0" y="16"/>
                      <a:pt x="4" y="22"/>
                    </a:cubicBezTo>
                    <a:cubicBezTo>
                      <a:pt x="4" y="22"/>
                      <a:pt x="20" y="26"/>
                      <a:pt x="28" y="22"/>
                    </a:cubicBezTo>
                    <a:cubicBezTo>
                      <a:pt x="28" y="22"/>
                      <a:pt x="32" y="14"/>
                      <a:pt x="29" y="8"/>
                    </a:cubicBezTo>
                    <a:cubicBezTo>
                      <a:pt x="29" y="8"/>
                      <a:pt x="17" y="0"/>
                      <a:pt x="4" y="7"/>
                    </a:cubicBezTo>
                    <a:close/>
                  </a:path>
                </a:pathLst>
              </a:custGeom>
              <a:solidFill>
                <a:srgbClr val="2A100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294" name="Freeform 613">
                <a:extLst>
                  <a:ext uri="{FF2B5EF4-FFF2-40B4-BE49-F238E27FC236}">
                    <a16:creationId xmlns:a16="http://schemas.microsoft.com/office/drawing/2014/main" id="{7E8B5127-22F6-4761-980A-924B1DBACA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3" y="1034"/>
                <a:ext cx="82" cy="42"/>
              </a:xfrm>
              <a:custGeom>
                <a:avLst/>
                <a:gdLst>
                  <a:gd name="T0" fmla="*/ 137 w 46"/>
                  <a:gd name="T1" fmla="*/ 123 h 24"/>
                  <a:gd name="T2" fmla="*/ 93 w 46"/>
                  <a:gd name="T3" fmla="*/ 114 h 24"/>
                  <a:gd name="T4" fmla="*/ 29 w 46"/>
                  <a:gd name="T5" fmla="*/ 102 h 24"/>
                  <a:gd name="T6" fmla="*/ 16 w 46"/>
                  <a:gd name="T7" fmla="*/ 98 h 24"/>
                  <a:gd name="T8" fmla="*/ 7 w 46"/>
                  <a:gd name="T9" fmla="*/ 98 h 24"/>
                  <a:gd name="T10" fmla="*/ 0 w 46"/>
                  <a:gd name="T11" fmla="*/ 93 h 24"/>
                  <a:gd name="T12" fmla="*/ 7 w 46"/>
                  <a:gd name="T13" fmla="*/ 81 h 24"/>
                  <a:gd name="T14" fmla="*/ 109 w 46"/>
                  <a:gd name="T15" fmla="*/ 21 h 24"/>
                  <a:gd name="T16" fmla="*/ 260 w 46"/>
                  <a:gd name="T17" fmla="*/ 70 h 24"/>
                  <a:gd name="T18" fmla="*/ 260 w 46"/>
                  <a:gd name="T19" fmla="*/ 81 h 24"/>
                  <a:gd name="T20" fmla="*/ 210 w 46"/>
                  <a:gd name="T21" fmla="*/ 114 h 24"/>
                  <a:gd name="T22" fmla="*/ 137 w 46"/>
                  <a:gd name="T23" fmla="*/ 123 h 2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46" h="24">
                    <a:moveTo>
                      <a:pt x="24" y="23"/>
                    </a:moveTo>
                    <a:cubicBezTo>
                      <a:pt x="21" y="22"/>
                      <a:pt x="19" y="22"/>
                      <a:pt x="16" y="21"/>
                    </a:cubicBezTo>
                    <a:cubicBezTo>
                      <a:pt x="12" y="21"/>
                      <a:pt x="9" y="20"/>
                      <a:pt x="5" y="19"/>
                    </a:cubicBezTo>
                    <a:cubicBezTo>
                      <a:pt x="4" y="18"/>
                      <a:pt x="4" y="18"/>
                      <a:pt x="3" y="18"/>
                    </a:cubicBezTo>
                    <a:cubicBezTo>
                      <a:pt x="3" y="18"/>
                      <a:pt x="1" y="19"/>
                      <a:pt x="1" y="18"/>
                    </a:cubicBezTo>
                    <a:cubicBezTo>
                      <a:pt x="3" y="18"/>
                      <a:pt x="0" y="20"/>
                      <a:pt x="0" y="17"/>
                    </a:cubicBezTo>
                    <a:cubicBezTo>
                      <a:pt x="0" y="16"/>
                      <a:pt x="0" y="16"/>
                      <a:pt x="1" y="15"/>
                    </a:cubicBezTo>
                    <a:cubicBezTo>
                      <a:pt x="4" y="10"/>
                      <a:pt x="15" y="5"/>
                      <a:pt x="19" y="4"/>
                    </a:cubicBezTo>
                    <a:cubicBezTo>
                      <a:pt x="35" y="0"/>
                      <a:pt x="45" y="13"/>
                      <a:pt x="46" y="13"/>
                    </a:cubicBezTo>
                    <a:cubicBezTo>
                      <a:pt x="46" y="14"/>
                      <a:pt x="46" y="15"/>
                      <a:pt x="46" y="15"/>
                    </a:cubicBezTo>
                    <a:cubicBezTo>
                      <a:pt x="42" y="16"/>
                      <a:pt x="41" y="20"/>
                      <a:pt x="37" y="21"/>
                    </a:cubicBezTo>
                    <a:cubicBezTo>
                      <a:pt x="34" y="23"/>
                      <a:pt x="28" y="24"/>
                      <a:pt x="24" y="23"/>
                    </a:cubicBezTo>
                    <a:close/>
                  </a:path>
                </a:pathLst>
              </a:custGeom>
              <a:noFill/>
              <a:ln w="3175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295" name="Freeform 614">
                <a:extLst>
                  <a:ext uri="{FF2B5EF4-FFF2-40B4-BE49-F238E27FC236}">
                    <a16:creationId xmlns:a16="http://schemas.microsoft.com/office/drawing/2014/main" id="{52883BA1-E51F-4556-AC00-0F15D03CD9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0" y="1048"/>
                <a:ext cx="16" cy="14"/>
              </a:xfrm>
              <a:custGeom>
                <a:avLst/>
                <a:gdLst>
                  <a:gd name="T0" fmla="*/ 44 w 9"/>
                  <a:gd name="T1" fmla="*/ 28 h 8"/>
                  <a:gd name="T2" fmla="*/ 21 w 9"/>
                  <a:gd name="T3" fmla="*/ 44 h 8"/>
                  <a:gd name="T4" fmla="*/ 0 w 9"/>
                  <a:gd name="T5" fmla="*/ 16 h 8"/>
                  <a:gd name="T6" fmla="*/ 28 w 9"/>
                  <a:gd name="T7" fmla="*/ 0 h 8"/>
                  <a:gd name="T8" fmla="*/ 44 w 9"/>
                  <a:gd name="T9" fmla="*/ 28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8">
                    <a:moveTo>
                      <a:pt x="8" y="5"/>
                    </a:moveTo>
                    <a:cubicBezTo>
                      <a:pt x="8" y="7"/>
                      <a:pt x="6" y="8"/>
                      <a:pt x="4" y="8"/>
                    </a:cubicBezTo>
                    <a:cubicBezTo>
                      <a:pt x="1" y="8"/>
                      <a:pt x="0" y="5"/>
                      <a:pt x="0" y="3"/>
                    </a:cubicBezTo>
                    <a:cubicBezTo>
                      <a:pt x="1" y="1"/>
                      <a:pt x="3" y="0"/>
                      <a:pt x="5" y="0"/>
                    </a:cubicBezTo>
                    <a:cubicBezTo>
                      <a:pt x="7" y="0"/>
                      <a:pt x="9" y="3"/>
                      <a:pt x="8" y="5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296" name="Freeform 615">
                <a:extLst>
                  <a:ext uri="{FF2B5EF4-FFF2-40B4-BE49-F238E27FC236}">
                    <a16:creationId xmlns:a16="http://schemas.microsoft.com/office/drawing/2014/main" id="{430C58C9-4353-4BC2-9AAD-4B451C3AA7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6" y="1064"/>
                <a:ext cx="43" cy="7"/>
              </a:xfrm>
              <a:custGeom>
                <a:avLst/>
                <a:gdLst>
                  <a:gd name="T0" fmla="*/ 0 w 24"/>
                  <a:gd name="T1" fmla="*/ 7 h 4"/>
                  <a:gd name="T2" fmla="*/ 16 w 24"/>
                  <a:gd name="T3" fmla="*/ 7 h 4"/>
                  <a:gd name="T4" fmla="*/ 29 w 24"/>
                  <a:gd name="T5" fmla="*/ 0 h 4"/>
                  <a:gd name="T6" fmla="*/ 52 w 24"/>
                  <a:gd name="T7" fmla="*/ 7 h 4"/>
                  <a:gd name="T8" fmla="*/ 97 w 24"/>
                  <a:gd name="T9" fmla="*/ 7 h 4"/>
                  <a:gd name="T10" fmla="*/ 125 w 24"/>
                  <a:gd name="T11" fmla="*/ 7 h 4"/>
                  <a:gd name="T12" fmla="*/ 122 w 24"/>
                  <a:gd name="T13" fmla="*/ 16 h 4"/>
                  <a:gd name="T14" fmla="*/ 70 w 24"/>
                  <a:gd name="T15" fmla="*/ 21 h 4"/>
                  <a:gd name="T16" fmla="*/ 36 w 24"/>
                  <a:gd name="T17" fmla="*/ 16 h 4"/>
                  <a:gd name="T18" fmla="*/ 0 w 24"/>
                  <a:gd name="T19" fmla="*/ 7 h 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4" h="4">
                    <a:moveTo>
                      <a:pt x="0" y="1"/>
                    </a:moveTo>
                    <a:cubicBezTo>
                      <a:pt x="1" y="1"/>
                      <a:pt x="2" y="1"/>
                      <a:pt x="3" y="1"/>
                    </a:cubicBezTo>
                    <a:cubicBezTo>
                      <a:pt x="4" y="0"/>
                      <a:pt x="4" y="0"/>
                      <a:pt x="5" y="0"/>
                    </a:cubicBezTo>
                    <a:cubicBezTo>
                      <a:pt x="6" y="0"/>
                      <a:pt x="7" y="1"/>
                      <a:pt x="9" y="1"/>
                    </a:cubicBezTo>
                    <a:cubicBezTo>
                      <a:pt x="12" y="2"/>
                      <a:pt x="14" y="2"/>
                      <a:pt x="17" y="1"/>
                    </a:cubicBezTo>
                    <a:cubicBezTo>
                      <a:pt x="18" y="1"/>
                      <a:pt x="20" y="0"/>
                      <a:pt x="22" y="1"/>
                    </a:cubicBezTo>
                    <a:cubicBezTo>
                      <a:pt x="24" y="2"/>
                      <a:pt x="22" y="3"/>
                      <a:pt x="21" y="3"/>
                    </a:cubicBezTo>
                    <a:cubicBezTo>
                      <a:pt x="18" y="4"/>
                      <a:pt x="15" y="4"/>
                      <a:pt x="12" y="4"/>
                    </a:cubicBezTo>
                    <a:cubicBezTo>
                      <a:pt x="10" y="4"/>
                      <a:pt x="8" y="3"/>
                      <a:pt x="6" y="3"/>
                    </a:cubicBezTo>
                    <a:cubicBezTo>
                      <a:pt x="4" y="2"/>
                      <a:pt x="1" y="2"/>
                      <a:pt x="0" y="1"/>
                    </a:cubicBezTo>
                  </a:path>
                </a:pathLst>
              </a:custGeom>
              <a:solidFill>
                <a:srgbClr val="3A120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297" name="Freeform 616">
                <a:extLst>
                  <a:ext uri="{FF2B5EF4-FFF2-40B4-BE49-F238E27FC236}">
                    <a16:creationId xmlns:a16="http://schemas.microsoft.com/office/drawing/2014/main" id="{784D7B8E-4774-4C9D-8002-4F2ECAD327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9" y="1050"/>
                <a:ext cx="8" cy="8"/>
              </a:xfrm>
              <a:custGeom>
                <a:avLst/>
                <a:gdLst>
                  <a:gd name="T0" fmla="*/ 16 w 5"/>
                  <a:gd name="T1" fmla="*/ 13 h 5"/>
                  <a:gd name="T2" fmla="*/ 8 w 5"/>
                  <a:gd name="T3" fmla="*/ 16 h 5"/>
                  <a:gd name="T4" fmla="*/ 0 w 5"/>
                  <a:gd name="T5" fmla="*/ 8 h 5"/>
                  <a:gd name="T6" fmla="*/ 13 w 5"/>
                  <a:gd name="T7" fmla="*/ 0 h 5"/>
                  <a:gd name="T8" fmla="*/ 16 w 5"/>
                  <a:gd name="T9" fmla="*/ 13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4" y="3"/>
                    </a:moveTo>
                    <a:cubicBezTo>
                      <a:pt x="4" y="4"/>
                      <a:pt x="3" y="5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1" y="0"/>
                      <a:pt x="3" y="0"/>
                    </a:cubicBezTo>
                    <a:cubicBezTo>
                      <a:pt x="4" y="0"/>
                      <a:pt x="5" y="1"/>
                      <a:pt x="4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298" name="Freeform 617">
                <a:extLst>
                  <a:ext uri="{FF2B5EF4-FFF2-40B4-BE49-F238E27FC236}">
                    <a16:creationId xmlns:a16="http://schemas.microsoft.com/office/drawing/2014/main" id="{4D78E86F-8777-4E8D-ABD6-4D86B083FB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0" y="1080"/>
                <a:ext cx="57" cy="10"/>
              </a:xfrm>
              <a:custGeom>
                <a:avLst/>
                <a:gdLst>
                  <a:gd name="T0" fmla="*/ 0 w 32"/>
                  <a:gd name="T1" fmla="*/ 0 h 6"/>
                  <a:gd name="T2" fmla="*/ 182 w 32"/>
                  <a:gd name="T3" fmla="*/ 5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2" h="6">
                    <a:moveTo>
                      <a:pt x="0" y="0"/>
                    </a:moveTo>
                    <a:cubicBezTo>
                      <a:pt x="0" y="0"/>
                      <a:pt x="23" y="6"/>
                      <a:pt x="32" y="1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299" name="Freeform 618">
                <a:extLst>
                  <a:ext uri="{FF2B5EF4-FFF2-40B4-BE49-F238E27FC236}">
                    <a16:creationId xmlns:a16="http://schemas.microsoft.com/office/drawing/2014/main" id="{DBAC3E67-269F-4865-A6EE-CF168A7CA5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7" y="989"/>
                <a:ext cx="66" cy="30"/>
              </a:xfrm>
              <a:custGeom>
                <a:avLst/>
                <a:gdLst>
                  <a:gd name="T0" fmla="*/ 0 w 37"/>
                  <a:gd name="T1" fmla="*/ 44 h 17"/>
                  <a:gd name="T2" fmla="*/ 210 w 37"/>
                  <a:gd name="T3" fmla="*/ 94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7" h="17">
                    <a:moveTo>
                      <a:pt x="0" y="8"/>
                    </a:moveTo>
                    <a:cubicBezTo>
                      <a:pt x="0" y="8"/>
                      <a:pt x="25" y="0"/>
                      <a:pt x="37" y="17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300" name="Freeform 619">
                <a:extLst>
                  <a:ext uri="{FF2B5EF4-FFF2-40B4-BE49-F238E27FC236}">
                    <a16:creationId xmlns:a16="http://schemas.microsoft.com/office/drawing/2014/main" id="{C8DCBC03-EC41-4369-8A3A-44FB9FF6A9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8" y="1060"/>
                <a:ext cx="1" cy="6"/>
              </a:xfrm>
              <a:custGeom>
                <a:avLst/>
                <a:gdLst>
                  <a:gd name="T0" fmla="*/ 0 w 1"/>
                  <a:gd name="T1" fmla="*/ 24 h 3"/>
                  <a:gd name="T2" fmla="*/ 0 w 1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cubicBezTo>
                      <a:pt x="0" y="2"/>
                      <a:pt x="0" y="1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301" name="Freeform 620">
                <a:extLst>
                  <a:ext uri="{FF2B5EF4-FFF2-40B4-BE49-F238E27FC236}">
                    <a16:creationId xmlns:a16="http://schemas.microsoft.com/office/drawing/2014/main" id="{F4B9097D-E008-4E30-9BC0-30217D9E59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4" y="1043"/>
                <a:ext cx="47" cy="15"/>
              </a:xfrm>
              <a:custGeom>
                <a:avLst/>
                <a:gdLst>
                  <a:gd name="T0" fmla="*/ 141 w 26"/>
                  <a:gd name="T1" fmla="*/ 8 h 9"/>
                  <a:gd name="T2" fmla="*/ 137 w 26"/>
                  <a:gd name="T3" fmla="*/ 42 h 9"/>
                  <a:gd name="T4" fmla="*/ 118 w 26"/>
                  <a:gd name="T5" fmla="*/ 33 h 9"/>
                  <a:gd name="T6" fmla="*/ 108 w 26"/>
                  <a:gd name="T7" fmla="*/ 22 h 9"/>
                  <a:gd name="T8" fmla="*/ 78 w 26"/>
                  <a:gd name="T9" fmla="*/ 8 h 9"/>
                  <a:gd name="T10" fmla="*/ 45 w 26"/>
                  <a:gd name="T11" fmla="*/ 13 h 9"/>
                  <a:gd name="T12" fmla="*/ 43 w 26"/>
                  <a:gd name="T13" fmla="*/ 28 h 9"/>
                  <a:gd name="T14" fmla="*/ 16 w 26"/>
                  <a:gd name="T15" fmla="*/ 37 h 9"/>
                  <a:gd name="T16" fmla="*/ 7 w 26"/>
                  <a:gd name="T17" fmla="*/ 20 h 9"/>
                  <a:gd name="T18" fmla="*/ 52 w 26"/>
                  <a:gd name="T19" fmla="*/ 0 h 9"/>
                  <a:gd name="T20" fmla="*/ 78 w 26"/>
                  <a:gd name="T21" fmla="*/ 0 h 9"/>
                  <a:gd name="T22" fmla="*/ 101 w 26"/>
                  <a:gd name="T23" fmla="*/ 0 h 9"/>
                  <a:gd name="T24" fmla="*/ 141 w 26"/>
                  <a:gd name="T25" fmla="*/ 8 h 9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6" h="9">
                    <a:moveTo>
                      <a:pt x="24" y="2"/>
                    </a:moveTo>
                    <a:cubicBezTo>
                      <a:pt x="26" y="5"/>
                      <a:pt x="26" y="8"/>
                      <a:pt x="23" y="9"/>
                    </a:cubicBezTo>
                    <a:cubicBezTo>
                      <a:pt x="21" y="9"/>
                      <a:pt x="21" y="9"/>
                      <a:pt x="20" y="7"/>
                    </a:cubicBezTo>
                    <a:cubicBezTo>
                      <a:pt x="19" y="6"/>
                      <a:pt x="19" y="5"/>
                      <a:pt x="18" y="5"/>
                    </a:cubicBezTo>
                    <a:cubicBezTo>
                      <a:pt x="17" y="3"/>
                      <a:pt x="15" y="2"/>
                      <a:pt x="13" y="2"/>
                    </a:cubicBezTo>
                    <a:cubicBezTo>
                      <a:pt x="11" y="2"/>
                      <a:pt x="9" y="2"/>
                      <a:pt x="8" y="3"/>
                    </a:cubicBezTo>
                    <a:cubicBezTo>
                      <a:pt x="7" y="4"/>
                      <a:pt x="7" y="5"/>
                      <a:pt x="7" y="6"/>
                    </a:cubicBezTo>
                    <a:cubicBezTo>
                      <a:pt x="6" y="8"/>
                      <a:pt x="4" y="8"/>
                      <a:pt x="3" y="8"/>
                    </a:cubicBezTo>
                    <a:cubicBezTo>
                      <a:pt x="0" y="9"/>
                      <a:pt x="0" y="5"/>
                      <a:pt x="1" y="4"/>
                    </a:cubicBezTo>
                    <a:cubicBezTo>
                      <a:pt x="3" y="2"/>
                      <a:pt x="6" y="1"/>
                      <a:pt x="9" y="0"/>
                    </a:cubicBezTo>
                    <a:cubicBezTo>
                      <a:pt x="10" y="0"/>
                      <a:pt x="12" y="0"/>
                      <a:pt x="13" y="0"/>
                    </a:cubicBezTo>
                    <a:cubicBezTo>
                      <a:pt x="15" y="0"/>
                      <a:pt x="16" y="0"/>
                      <a:pt x="17" y="0"/>
                    </a:cubicBezTo>
                    <a:cubicBezTo>
                      <a:pt x="19" y="0"/>
                      <a:pt x="23" y="0"/>
                      <a:pt x="24" y="2"/>
                    </a:cubicBezTo>
                  </a:path>
                </a:pathLst>
              </a:custGeom>
              <a:solidFill>
                <a:srgbClr val="1A0A0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302" name="Freeform 621">
                <a:extLst>
                  <a:ext uri="{FF2B5EF4-FFF2-40B4-BE49-F238E27FC236}">
                    <a16:creationId xmlns:a16="http://schemas.microsoft.com/office/drawing/2014/main" id="{8A4889C0-9105-4D1C-AA7F-2D356BE6D1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9" y="1048"/>
                <a:ext cx="7" cy="23"/>
              </a:xfrm>
              <a:custGeom>
                <a:avLst/>
                <a:gdLst>
                  <a:gd name="T0" fmla="*/ 7 w 4"/>
                  <a:gd name="T1" fmla="*/ 0 h 13"/>
                  <a:gd name="T2" fmla="*/ 0 w 4"/>
                  <a:gd name="T3" fmla="*/ 73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3">
                    <a:moveTo>
                      <a:pt x="1" y="0"/>
                    </a:moveTo>
                    <a:cubicBezTo>
                      <a:pt x="1" y="0"/>
                      <a:pt x="4" y="5"/>
                      <a:pt x="0" y="13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303" name="Freeform 622">
                <a:extLst>
                  <a:ext uri="{FF2B5EF4-FFF2-40B4-BE49-F238E27FC236}">
                    <a16:creationId xmlns:a16="http://schemas.microsoft.com/office/drawing/2014/main" id="{5B11853A-B1D1-40F5-A867-BB277F59B8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1" y="1048"/>
                <a:ext cx="5" cy="21"/>
              </a:xfrm>
              <a:custGeom>
                <a:avLst/>
                <a:gdLst>
                  <a:gd name="T0" fmla="*/ 8 w 3"/>
                  <a:gd name="T1" fmla="*/ 0 h 12"/>
                  <a:gd name="T2" fmla="*/ 13 w 3"/>
                  <a:gd name="T3" fmla="*/ 65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2">
                    <a:moveTo>
                      <a:pt x="2" y="0"/>
                    </a:moveTo>
                    <a:cubicBezTo>
                      <a:pt x="2" y="0"/>
                      <a:pt x="0" y="7"/>
                      <a:pt x="3" y="12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304" name="Freeform 623">
                <a:extLst>
                  <a:ext uri="{FF2B5EF4-FFF2-40B4-BE49-F238E27FC236}">
                    <a16:creationId xmlns:a16="http://schemas.microsoft.com/office/drawing/2014/main" id="{14A6B58E-9682-4776-B28A-F72359A64D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5" y="1007"/>
                <a:ext cx="72" cy="30"/>
              </a:xfrm>
              <a:custGeom>
                <a:avLst/>
                <a:gdLst>
                  <a:gd name="T0" fmla="*/ 0 w 40"/>
                  <a:gd name="T1" fmla="*/ 81 h 17"/>
                  <a:gd name="T2" fmla="*/ 234 w 40"/>
                  <a:gd name="T3" fmla="*/ 94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0" h="17">
                    <a:moveTo>
                      <a:pt x="0" y="15"/>
                    </a:moveTo>
                    <a:cubicBezTo>
                      <a:pt x="0" y="15"/>
                      <a:pt x="22" y="0"/>
                      <a:pt x="40" y="17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305" name="Freeform 624">
                <a:extLst>
                  <a:ext uri="{FF2B5EF4-FFF2-40B4-BE49-F238E27FC236}">
                    <a16:creationId xmlns:a16="http://schemas.microsoft.com/office/drawing/2014/main" id="{AB923E56-3D3A-4BDE-AE00-D2BFFD9D3A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5" y="1060"/>
                <a:ext cx="10" cy="4"/>
              </a:xfrm>
              <a:custGeom>
                <a:avLst/>
                <a:gdLst>
                  <a:gd name="T0" fmla="*/ 0 w 6"/>
                  <a:gd name="T1" fmla="*/ 0 h 2"/>
                  <a:gd name="T2" fmla="*/ 8 w 6"/>
                  <a:gd name="T3" fmla="*/ 8 h 2"/>
                  <a:gd name="T4" fmla="*/ 28 w 6"/>
                  <a:gd name="T5" fmla="*/ 16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2">
                    <a:moveTo>
                      <a:pt x="0" y="0"/>
                    </a:moveTo>
                    <a:cubicBezTo>
                      <a:pt x="0" y="0"/>
                      <a:pt x="1" y="1"/>
                      <a:pt x="2" y="1"/>
                    </a:cubicBezTo>
                    <a:cubicBezTo>
                      <a:pt x="3" y="1"/>
                      <a:pt x="5" y="1"/>
                      <a:pt x="6" y="2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306" name="Freeform 625">
                <a:extLst>
                  <a:ext uri="{FF2B5EF4-FFF2-40B4-BE49-F238E27FC236}">
                    <a16:creationId xmlns:a16="http://schemas.microsoft.com/office/drawing/2014/main" id="{9C46B1E2-7F9C-4265-ADE5-BDA6DDDF15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3" y="1055"/>
                <a:ext cx="9" cy="2"/>
              </a:xfrm>
              <a:custGeom>
                <a:avLst/>
                <a:gdLst>
                  <a:gd name="T0" fmla="*/ 0 w 5"/>
                  <a:gd name="T1" fmla="*/ 0 h 1"/>
                  <a:gd name="T2" fmla="*/ 29 w 5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">
                    <a:moveTo>
                      <a:pt x="0" y="0"/>
                    </a:moveTo>
                    <a:cubicBezTo>
                      <a:pt x="1" y="1"/>
                      <a:pt x="4" y="1"/>
                      <a:pt x="5" y="1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307" name="Freeform 626">
                <a:extLst>
                  <a:ext uri="{FF2B5EF4-FFF2-40B4-BE49-F238E27FC236}">
                    <a16:creationId xmlns:a16="http://schemas.microsoft.com/office/drawing/2014/main" id="{5F7AD3ED-57D2-469F-94C6-35C0861A8D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8" y="1050"/>
                <a:ext cx="9" cy="1"/>
              </a:xfrm>
              <a:custGeom>
                <a:avLst/>
                <a:gdLst>
                  <a:gd name="T0" fmla="*/ 0 w 5"/>
                  <a:gd name="T1" fmla="*/ 0 h 1"/>
                  <a:gd name="T2" fmla="*/ 7 w 5"/>
                  <a:gd name="T3" fmla="*/ 1 h 1"/>
                  <a:gd name="T4" fmla="*/ 29 w 5"/>
                  <a:gd name="T5" fmla="*/ 1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1">
                    <a:moveTo>
                      <a:pt x="0" y="0"/>
                    </a:moveTo>
                    <a:cubicBezTo>
                      <a:pt x="0" y="0"/>
                      <a:pt x="1" y="1"/>
                      <a:pt x="1" y="1"/>
                    </a:cubicBezTo>
                    <a:cubicBezTo>
                      <a:pt x="3" y="1"/>
                      <a:pt x="4" y="1"/>
                      <a:pt x="5" y="1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308" name="Freeform 627">
                <a:extLst>
                  <a:ext uri="{FF2B5EF4-FFF2-40B4-BE49-F238E27FC236}">
                    <a16:creationId xmlns:a16="http://schemas.microsoft.com/office/drawing/2014/main" id="{35DC9569-0C8B-486E-9AAD-549AE53852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1" y="1046"/>
                <a:ext cx="8" cy="2"/>
              </a:xfrm>
              <a:custGeom>
                <a:avLst/>
                <a:gdLst>
                  <a:gd name="T0" fmla="*/ 0 w 5"/>
                  <a:gd name="T1" fmla="*/ 0 h 1"/>
                  <a:gd name="T2" fmla="*/ 21 w 5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">
                    <a:moveTo>
                      <a:pt x="0" y="0"/>
                    </a:moveTo>
                    <a:cubicBezTo>
                      <a:pt x="2" y="1"/>
                      <a:pt x="4" y="0"/>
                      <a:pt x="5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309" name="Freeform 628">
                <a:extLst>
                  <a:ext uri="{FF2B5EF4-FFF2-40B4-BE49-F238E27FC236}">
                    <a16:creationId xmlns:a16="http://schemas.microsoft.com/office/drawing/2014/main" id="{3EA14EEC-574D-4DCB-A038-56B44C3118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8" y="1064"/>
                <a:ext cx="7" cy="3"/>
              </a:xfrm>
              <a:custGeom>
                <a:avLst/>
                <a:gdLst>
                  <a:gd name="T0" fmla="*/ 0 w 4"/>
                  <a:gd name="T1" fmla="*/ 0 h 2"/>
                  <a:gd name="T2" fmla="*/ 21 w 4"/>
                  <a:gd name="T3" fmla="*/ 8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">
                    <a:moveTo>
                      <a:pt x="0" y="0"/>
                    </a:moveTo>
                    <a:cubicBezTo>
                      <a:pt x="1" y="0"/>
                      <a:pt x="3" y="1"/>
                      <a:pt x="4" y="2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310" name="Freeform 629">
                <a:extLst>
                  <a:ext uri="{FF2B5EF4-FFF2-40B4-BE49-F238E27FC236}">
                    <a16:creationId xmlns:a16="http://schemas.microsoft.com/office/drawing/2014/main" id="{0C5CD5BE-9E07-4A5A-9B43-1A781DDFB1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6" y="1067"/>
                <a:ext cx="3" cy="4"/>
              </a:xfrm>
              <a:custGeom>
                <a:avLst/>
                <a:gdLst>
                  <a:gd name="T0" fmla="*/ 0 w 2"/>
                  <a:gd name="T1" fmla="*/ 0 h 2"/>
                  <a:gd name="T2" fmla="*/ 8 w 2"/>
                  <a:gd name="T3" fmla="*/ 16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1"/>
                      <a:pt x="2" y="2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311" name="Freeform 630">
                <a:extLst>
                  <a:ext uri="{FF2B5EF4-FFF2-40B4-BE49-F238E27FC236}">
                    <a16:creationId xmlns:a16="http://schemas.microsoft.com/office/drawing/2014/main" id="{EE9771C9-08CE-4BF5-9875-A5C18B492A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5" y="1023"/>
                <a:ext cx="37" cy="25"/>
              </a:xfrm>
              <a:custGeom>
                <a:avLst/>
                <a:gdLst>
                  <a:gd name="T0" fmla="*/ 0 w 21"/>
                  <a:gd name="T1" fmla="*/ 7 h 14"/>
                  <a:gd name="T2" fmla="*/ 65 w 21"/>
                  <a:gd name="T3" fmla="*/ 29 h 14"/>
                  <a:gd name="T4" fmla="*/ 115 w 21"/>
                  <a:gd name="T5" fmla="*/ 80 h 14"/>
                  <a:gd name="T6" fmla="*/ 86 w 21"/>
                  <a:gd name="T7" fmla="*/ 52 h 14"/>
                  <a:gd name="T8" fmla="*/ 56 w 21"/>
                  <a:gd name="T9" fmla="*/ 29 h 14"/>
                  <a:gd name="T10" fmla="*/ 28 w 21"/>
                  <a:gd name="T11" fmla="*/ 13 h 14"/>
                  <a:gd name="T12" fmla="*/ 0 w 21"/>
                  <a:gd name="T13" fmla="*/ 7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1" h="14">
                    <a:moveTo>
                      <a:pt x="0" y="1"/>
                    </a:moveTo>
                    <a:cubicBezTo>
                      <a:pt x="4" y="0"/>
                      <a:pt x="9" y="3"/>
                      <a:pt x="12" y="5"/>
                    </a:cubicBezTo>
                    <a:cubicBezTo>
                      <a:pt x="15" y="6"/>
                      <a:pt x="20" y="11"/>
                      <a:pt x="21" y="14"/>
                    </a:cubicBezTo>
                    <a:cubicBezTo>
                      <a:pt x="19" y="14"/>
                      <a:pt x="17" y="11"/>
                      <a:pt x="16" y="9"/>
                    </a:cubicBezTo>
                    <a:cubicBezTo>
                      <a:pt x="14" y="8"/>
                      <a:pt x="12" y="6"/>
                      <a:pt x="10" y="5"/>
                    </a:cubicBezTo>
                    <a:cubicBezTo>
                      <a:pt x="9" y="4"/>
                      <a:pt x="6" y="3"/>
                      <a:pt x="5" y="2"/>
                    </a:cubicBezTo>
                    <a:cubicBezTo>
                      <a:pt x="3" y="2"/>
                      <a:pt x="1" y="2"/>
                      <a:pt x="0" y="1"/>
                    </a:cubicBezTo>
                  </a:path>
                </a:pathLst>
              </a:custGeom>
              <a:solidFill>
                <a:srgbClr val="7E39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312" name="Freeform 631">
                <a:extLst>
                  <a:ext uri="{FF2B5EF4-FFF2-40B4-BE49-F238E27FC236}">
                    <a16:creationId xmlns:a16="http://schemas.microsoft.com/office/drawing/2014/main" id="{7AC9F757-4834-4973-B562-733F2EC1A5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1" y="1066"/>
                <a:ext cx="34" cy="17"/>
              </a:xfrm>
              <a:custGeom>
                <a:avLst/>
                <a:gdLst>
                  <a:gd name="T0" fmla="*/ 109 w 19"/>
                  <a:gd name="T1" fmla="*/ 44 h 10"/>
                  <a:gd name="T2" fmla="*/ 52 w 19"/>
                  <a:gd name="T3" fmla="*/ 41 h 10"/>
                  <a:gd name="T4" fmla="*/ 0 w 19"/>
                  <a:gd name="T5" fmla="*/ 15 h 10"/>
                  <a:gd name="T6" fmla="*/ 45 w 19"/>
                  <a:gd name="T7" fmla="*/ 29 h 10"/>
                  <a:gd name="T8" fmla="*/ 97 w 19"/>
                  <a:gd name="T9" fmla="*/ 44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10">
                    <a:moveTo>
                      <a:pt x="19" y="9"/>
                    </a:moveTo>
                    <a:cubicBezTo>
                      <a:pt x="17" y="10"/>
                      <a:pt x="12" y="8"/>
                      <a:pt x="9" y="8"/>
                    </a:cubicBezTo>
                    <a:cubicBezTo>
                      <a:pt x="6" y="7"/>
                      <a:pt x="3" y="3"/>
                      <a:pt x="0" y="3"/>
                    </a:cubicBezTo>
                    <a:cubicBezTo>
                      <a:pt x="2" y="0"/>
                      <a:pt x="6" y="5"/>
                      <a:pt x="8" y="6"/>
                    </a:cubicBezTo>
                    <a:cubicBezTo>
                      <a:pt x="11" y="8"/>
                      <a:pt x="14" y="9"/>
                      <a:pt x="17" y="9"/>
                    </a:cubicBezTo>
                  </a:path>
                </a:pathLst>
              </a:custGeom>
              <a:solidFill>
                <a:srgbClr val="7E39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313" name="Freeform 632">
                <a:extLst>
                  <a:ext uri="{FF2B5EF4-FFF2-40B4-BE49-F238E27FC236}">
                    <a16:creationId xmlns:a16="http://schemas.microsoft.com/office/drawing/2014/main" id="{49078766-2E01-4E72-98CB-CEF6A4B1FB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7" y="1080"/>
                <a:ext cx="27" cy="12"/>
              </a:xfrm>
              <a:custGeom>
                <a:avLst/>
                <a:gdLst>
                  <a:gd name="T0" fmla="*/ 88 w 15"/>
                  <a:gd name="T1" fmla="*/ 0 h 7"/>
                  <a:gd name="T2" fmla="*/ 0 w 15"/>
                  <a:gd name="T3" fmla="*/ 21 h 7"/>
                  <a:gd name="T4" fmla="*/ 88 w 15"/>
                  <a:gd name="T5" fmla="*/ 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7">
                    <a:moveTo>
                      <a:pt x="15" y="0"/>
                    </a:moveTo>
                    <a:cubicBezTo>
                      <a:pt x="11" y="5"/>
                      <a:pt x="5" y="3"/>
                      <a:pt x="0" y="4"/>
                    </a:cubicBezTo>
                    <a:cubicBezTo>
                      <a:pt x="5" y="7"/>
                      <a:pt x="12" y="4"/>
                      <a:pt x="15" y="0"/>
                    </a:cubicBezTo>
                  </a:path>
                </a:pathLst>
              </a:custGeom>
              <a:solidFill>
                <a:srgbClr val="6B2D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314" name="Freeform 633">
                <a:extLst>
                  <a:ext uri="{FF2B5EF4-FFF2-40B4-BE49-F238E27FC236}">
                    <a16:creationId xmlns:a16="http://schemas.microsoft.com/office/drawing/2014/main" id="{D497828F-AD1A-4DC2-84AB-CD778C90E6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1" y="1149"/>
                <a:ext cx="23" cy="10"/>
              </a:xfrm>
              <a:custGeom>
                <a:avLst/>
                <a:gdLst>
                  <a:gd name="T0" fmla="*/ 73 w 13"/>
                  <a:gd name="T1" fmla="*/ 13 h 6"/>
                  <a:gd name="T2" fmla="*/ 60 w 13"/>
                  <a:gd name="T3" fmla="*/ 0 h 6"/>
                  <a:gd name="T4" fmla="*/ 44 w 13"/>
                  <a:gd name="T5" fmla="*/ 20 h 6"/>
                  <a:gd name="T6" fmla="*/ 16 w 13"/>
                  <a:gd name="T7" fmla="*/ 20 h 6"/>
                  <a:gd name="T8" fmla="*/ 0 w 13"/>
                  <a:gd name="T9" fmla="*/ 8 h 6"/>
                  <a:gd name="T10" fmla="*/ 12 w 13"/>
                  <a:gd name="T11" fmla="*/ 22 h 6"/>
                  <a:gd name="T12" fmla="*/ 37 w 13"/>
                  <a:gd name="T13" fmla="*/ 22 h 6"/>
                  <a:gd name="T14" fmla="*/ 57 w 13"/>
                  <a:gd name="T15" fmla="*/ 13 h 6"/>
                  <a:gd name="T16" fmla="*/ 60 w 13"/>
                  <a:gd name="T17" fmla="*/ 20 h 6"/>
                  <a:gd name="T18" fmla="*/ 73 w 13"/>
                  <a:gd name="T19" fmla="*/ 13 h 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3" h="6">
                    <a:moveTo>
                      <a:pt x="13" y="3"/>
                    </a:moveTo>
                    <a:cubicBezTo>
                      <a:pt x="13" y="2"/>
                      <a:pt x="12" y="0"/>
                      <a:pt x="11" y="0"/>
                    </a:cubicBezTo>
                    <a:cubicBezTo>
                      <a:pt x="10" y="0"/>
                      <a:pt x="9" y="3"/>
                      <a:pt x="8" y="4"/>
                    </a:cubicBezTo>
                    <a:cubicBezTo>
                      <a:pt x="6" y="5"/>
                      <a:pt x="5" y="5"/>
                      <a:pt x="3" y="4"/>
                    </a:cubicBezTo>
                    <a:cubicBezTo>
                      <a:pt x="2" y="4"/>
                      <a:pt x="0" y="3"/>
                      <a:pt x="0" y="2"/>
                    </a:cubicBezTo>
                    <a:cubicBezTo>
                      <a:pt x="0" y="3"/>
                      <a:pt x="1" y="5"/>
                      <a:pt x="2" y="5"/>
                    </a:cubicBezTo>
                    <a:cubicBezTo>
                      <a:pt x="4" y="5"/>
                      <a:pt x="6" y="6"/>
                      <a:pt x="7" y="5"/>
                    </a:cubicBezTo>
                    <a:cubicBezTo>
                      <a:pt x="8" y="5"/>
                      <a:pt x="9" y="3"/>
                      <a:pt x="10" y="3"/>
                    </a:cubicBezTo>
                    <a:cubicBezTo>
                      <a:pt x="10" y="3"/>
                      <a:pt x="11" y="4"/>
                      <a:pt x="11" y="4"/>
                    </a:cubicBezTo>
                    <a:cubicBezTo>
                      <a:pt x="12" y="4"/>
                      <a:pt x="12" y="4"/>
                      <a:pt x="13" y="3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315" name="Freeform 634">
                <a:extLst>
                  <a:ext uri="{FF2B5EF4-FFF2-40B4-BE49-F238E27FC236}">
                    <a16:creationId xmlns:a16="http://schemas.microsoft.com/office/drawing/2014/main" id="{48A948C9-6B24-445F-95A6-423A9A46EC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9" y="1138"/>
                <a:ext cx="16" cy="18"/>
              </a:xfrm>
              <a:custGeom>
                <a:avLst/>
                <a:gdLst>
                  <a:gd name="T0" fmla="*/ 50 w 9"/>
                  <a:gd name="T1" fmla="*/ 58 h 10"/>
                  <a:gd name="T2" fmla="*/ 36 w 9"/>
                  <a:gd name="T3" fmla="*/ 0 h 10"/>
                  <a:gd name="T4" fmla="*/ 50 w 9"/>
                  <a:gd name="T5" fmla="*/ 58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0">
                    <a:moveTo>
                      <a:pt x="9" y="10"/>
                    </a:moveTo>
                    <a:cubicBezTo>
                      <a:pt x="9" y="10"/>
                      <a:pt x="2" y="5"/>
                      <a:pt x="6" y="0"/>
                    </a:cubicBezTo>
                    <a:cubicBezTo>
                      <a:pt x="6" y="0"/>
                      <a:pt x="0" y="4"/>
                      <a:pt x="9" y="1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316" name="Freeform 635">
                <a:extLst>
                  <a:ext uri="{FF2B5EF4-FFF2-40B4-BE49-F238E27FC236}">
                    <a16:creationId xmlns:a16="http://schemas.microsoft.com/office/drawing/2014/main" id="{198B6DC7-28A6-4449-A5B0-7E80FEB25D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3" y="1149"/>
                <a:ext cx="23" cy="10"/>
              </a:xfrm>
              <a:custGeom>
                <a:avLst/>
                <a:gdLst>
                  <a:gd name="T0" fmla="*/ 0 w 13"/>
                  <a:gd name="T1" fmla="*/ 13 h 6"/>
                  <a:gd name="T2" fmla="*/ 12 w 13"/>
                  <a:gd name="T3" fmla="*/ 0 h 6"/>
                  <a:gd name="T4" fmla="*/ 28 w 13"/>
                  <a:gd name="T5" fmla="*/ 20 h 6"/>
                  <a:gd name="T6" fmla="*/ 50 w 13"/>
                  <a:gd name="T7" fmla="*/ 20 h 6"/>
                  <a:gd name="T8" fmla="*/ 73 w 13"/>
                  <a:gd name="T9" fmla="*/ 8 h 6"/>
                  <a:gd name="T10" fmla="*/ 57 w 13"/>
                  <a:gd name="T11" fmla="*/ 22 h 6"/>
                  <a:gd name="T12" fmla="*/ 34 w 13"/>
                  <a:gd name="T13" fmla="*/ 22 h 6"/>
                  <a:gd name="T14" fmla="*/ 16 w 13"/>
                  <a:gd name="T15" fmla="*/ 13 h 6"/>
                  <a:gd name="T16" fmla="*/ 7 w 13"/>
                  <a:gd name="T17" fmla="*/ 20 h 6"/>
                  <a:gd name="T18" fmla="*/ 0 w 13"/>
                  <a:gd name="T19" fmla="*/ 13 h 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3" h="6">
                    <a:moveTo>
                      <a:pt x="0" y="3"/>
                    </a:moveTo>
                    <a:cubicBezTo>
                      <a:pt x="0" y="2"/>
                      <a:pt x="1" y="0"/>
                      <a:pt x="2" y="0"/>
                    </a:cubicBezTo>
                    <a:cubicBezTo>
                      <a:pt x="3" y="0"/>
                      <a:pt x="4" y="3"/>
                      <a:pt x="5" y="4"/>
                    </a:cubicBezTo>
                    <a:cubicBezTo>
                      <a:pt x="7" y="5"/>
                      <a:pt x="8" y="5"/>
                      <a:pt x="9" y="4"/>
                    </a:cubicBezTo>
                    <a:cubicBezTo>
                      <a:pt x="11" y="4"/>
                      <a:pt x="13" y="3"/>
                      <a:pt x="13" y="2"/>
                    </a:cubicBezTo>
                    <a:cubicBezTo>
                      <a:pt x="13" y="3"/>
                      <a:pt x="12" y="5"/>
                      <a:pt x="10" y="5"/>
                    </a:cubicBezTo>
                    <a:cubicBezTo>
                      <a:pt x="9" y="5"/>
                      <a:pt x="7" y="6"/>
                      <a:pt x="6" y="5"/>
                    </a:cubicBezTo>
                    <a:cubicBezTo>
                      <a:pt x="5" y="5"/>
                      <a:pt x="4" y="3"/>
                      <a:pt x="3" y="3"/>
                    </a:cubicBezTo>
                    <a:cubicBezTo>
                      <a:pt x="2" y="3"/>
                      <a:pt x="2" y="4"/>
                      <a:pt x="1" y="4"/>
                    </a:cubicBezTo>
                    <a:cubicBezTo>
                      <a:pt x="0" y="4"/>
                      <a:pt x="0" y="4"/>
                      <a:pt x="0" y="3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317" name="Freeform 636">
                <a:extLst>
                  <a:ext uri="{FF2B5EF4-FFF2-40B4-BE49-F238E27FC236}">
                    <a16:creationId xmlns:a16="http://schemas.microsoft.com/office/drawing/2014/main" id="{1E4BD42F-20C5-4EE4-B15F-D453906394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2" y="1138"/>
                <a:ext cx="16" cy="18"/>
              </a:xfrm>
              <a:custGeom>
                <a:avLst/>
                <a:gdLst>
                  <a:gd name="T0" fmla="*/ 0 w 9"/>
                  <a:gd name="T1" fmla="*/ 58 h 10"/>
                  <a:gd name="T2" fmla="*/ 16 w 9"/>
                  <a:gd name="T3" fmla="*/ 0 h 10"/>
                  <a:gd name="T4" fmla="*/ 0 w 9"/>
                  <a:gd name="T5" fmla="*/ 58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0">
                    <a:moveTo>
                      <a:pt x="0" y="10"/>
                    </a:moveTo>
                    <a:cubicBezTo>
                      <a:pt x="0" y="10"/>
                      <a:pt x="6" y="5"/>
                      <a:pt x="3" y="0"/>
                    </a:cubicBezTo>
                    <a:cubicBezTo>
                      <a:pt x="3" y="0"/>
                      <a:pt x="9" y="4"/>
                      <a:pt x="0" y="1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318" name="Freeform 637">
                <a:extLst>
                  <a:ext uri="{FF2B5EF4-FFF2-40B4-BE49-F238E27FC236}">
                    <a16:creationId xmlns:a16="http://schemas.microsoft.com/office/drawing/2014/main" id="{B27D3C56-0AE7-4F5D-84D9-22DCE4539F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5" y="1119"/>
                <a:ext cx="21" cy="26"/>
              </a:xfrm>
              <a:custGeom>
                <a:avLst/>
                <a:gdLst>
                  <a:gd name="T0" fmla="*/ 65 w 12"/>
                  <a:gd name="T1" fmla="*/ 78 h 15"/>
                  <a:gd name="T2" fmla="*/ 37 w 12"/>
                  <a:gd name="T3" fmla="*/ 0 h 15"/>
                  <a:gd name="T4" fmla="*/ 65 w 12"/>
                  <a:gd name="T5" fmla="*/ 78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5">
                    <a:moveTo>
                      <a:pt x="12" y="15"/>
                    </a:moveTo>
                    <a:cubicBezTo>
                      <a:pt x="12" y="15"/>
                      <a:pt x="2" y="9"/>
                      <a:pt x="7" y="0"/>
                    </a:cubicBezTo>
                    <a:cubicBezTo>
                      <a:pt x="7" y="0"/>
                      <a:pt x="0" y="8"/>
                      <a:pt x="12" y="15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319" name="Freeform 638">
                <a:extLst>
                  <a:ext uri="{FF2B5EF4-FFF2-40B4-BE49-F238E27FC236}">
                    <a16:creationId xmlns:a16="http://schemas.microsoft.com/office/drawing/2014/main" id="{BA0111F2-7FDB-4E75-93D6-F4CCF6842B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9" y="1028"/>
                <a:ext cx="31" cy="66"/>
              </a:xfrm>
              <a:custGeom>
                <a:avLst/>
                <a:gdLst>
                  <a:gd name="T0" fmla="*/ 0 w 17"/>
                  <a:gd name="T1" fmla="*/ 0 h 37"/>
                  <a:gd name="T2" fmla="*/ 73 w 17"/>
                  <a:gd name="T3" fmla="*/ 210 h 37"/>
                  <a:gd name="T4" fmla="*/ 0 w 17"/>
                  <a:gd name="T5" fmla="*/ 0 h 3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37">
                    <a:moveTo>
                      <a:pt x="0" y="0"/>
                    </a:moveTo>
                    <a:cubicBezTo>
                      <a:pt x="0" y="0"/>
                      <a:pt x="14" y="10"/>
                      <a:pt x="12" y="37"/>
                    </a:cubicBezTo>
                    <a:cubicBezTo>
                      <a:pt x="12" y="37"/>
                      <a:pt x="17" y="12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320" name="Freeform 639">
                <a:extLst>
                  <a:ext uri="{FF2B5EF4-FFF2-40B4-BE49-F238E27FC236}">
                    <a16:creationId xmlns:a16="http://schemas.microsoft.com/office/drawing/2014/main" id="{1170732A-DF60-4AD7-AF96-D80810F304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7" y="1007"/>
                <a:ext cx="73" cy="110"/>
              </a:xfrm>
              <a:custGeom>
                <a:avLst/>
                <a:gdLst>
                  <a:gd name="T0" fmla="*/ 0 w 41"/>
                  <a:gd name="T1" fmla="*/ 0 h 62"/>
                  <a:gd name="T2" fmla="*/ 187 w 41"/>
                  <a:gd name="T3" fmla="*/ 151 h 62"/>
                  <a:gd name="T4" fmla="*/ 174 w 41"/>
                  <a:gd name="T5" fmla="*/ 346 h 62"/>
                  <a:gd name="T6" fmla="*/ 118 w 41"/>
                  <a:gd name="T7" fmla="*/ 135 h 62"/>
                  <a:gd name="T8" fmla="*/ 0 w 41"/>
                  <a:gd name="T9" fmla="*/ 0 h 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1" h="62">
                    <a:moveTo>
                      <a:pt x="0" y="0"/>
                    </a:moveTo>
                    <a:cubicBezTo>
                      <a:pt x="0" y="0"/>
                      <a:pt x="25" y="7"/>
                      <a:pt x="33" y="27"/>
                    </a:cubicBezTo>
                    <a:cubicBezTo>
                      <a:pt x="41" y="47"/>
                      <a:pt x="31" y="62"/>
                      <a:pt x="31" y="62"/>
                    </a:cubicBezTo>
                    <a:cubicBezTo>
                      <a:pt x="31" y="62"/>
                      <a:pt x="36" y="39"/>
                      <a:pt x="21" y="24"/>
                    </a:cubicBezTo>
                    <a:cubicBezTo>
                      <a:pt x="7" y="9"/>
                      <a:pt x="2" y="5"/>
                      <a:pt x="0" y="0"/>
                    </a:cubicBezTo>
                    <a:close/>
                  </a:path>
                </a:pathLst>
              </a:custGeom>
              <a:solidFill>
                <a:srgbClr val="6B2D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321" name="Freeform 640">
                <a:extLst>
                  <a:ext uri="{FF2B5EF4-FFF2-40B4-BE49-F238E27FC236}">
                    <a16:creationId xmlns:a16="http://schemas.microsoft.com/office/drawing/2014/main" id="{BAF956FC-D991-4FF4-8364-6837CA7F67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5" y="1044"/>
                <a:ext cx="32" cy="41"/>
              </a:xfrm>
              <a:custGeom>
                <a:avLst/>
                <a:gdLst>
                  <a:gd name="T0" fmla="*/ 16 w 18"/>
                  <a:gd name="T1" fmla="*/ 0 h 23"/>
                  <a:gd name="T2" fmla="*/ 0 w 18"/>
                  <a:gd name="T3" fmla="*/ 125 h 23"/>
                  <a:gd name="T4" fmla="*/ 85 w 18"/>
                  <a:gd name="T5" fmla="*/ 64 h 23"/>
                  <a:gd name="T6" fmla="*/ 16 w 18"/>
                  <a:gd name="T7" fmla="*/ 0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23">
                    <a:moveTo>
                      <a:pt x="3" y="0"/>
                    </a:moveTo>
                    <a:cubicBezTo>
                      <a:pt x="3" y="0"/>
                      <a:pt x="18" y="15"/>
                      <a:pt x="0" y="22"/>
                    </a:cubicBezTo>
                    <a:cubicBezTo>
                      <a:pt x="0" y="22"/>
                      <a:pt x="16" y="23"/>
                      <a:pt x="15" y="11"/>
                    </a:cubicBez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6B2D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322" name="Freeform 641">
                <a:extLst>
                  <a:ext uri="{FF2B5EF4-FFF2-40B4-BE49-F238E27FC236}">
                    <a16:creationId xmlns:a16="http://schemas.microsoft.com/office/drawing/2014/main" id="{D0B9AF8F-A039-4B1E-92C5-41645819B5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5" y="1110"/>
                <a:ext cx="16" cy="37"/>
              </a:xfrm>
              <a:custGeom>
                <a:avLst/>
                <a:gdLst>
                  <a:gd name="T0" fmla="*/ 21 w 9"/>
                  <a:gd name="T1" fmla="*/ 0 h 21"/>
                  <a:gd name="T2" fmla="*/ 7 w 9"/>
                  <a:gd name="T3" fmla="*/ 72 h 21"/>
                  <a:gd name="T4" fmla="*/ 50 w 9"/>
                  <a:gd name="T5" fmla="*/ 115 h 21"/>
                  <a:gd name="T6" fmla="*/ 21 w 9"/>
                  <a:gd name="T7" fmla="*/ 7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21">
                    <a:moveTo>
                      <a:pt x="4" y="0"/>
                    </a:moveTo>
                    <a:cubicBezTo>
                      <a:pt x="1" y="3"/>
                      <a:pt x="0" y="9"/>
                      <a:pt x="1" y="13"/>
                    </a:cubicBezTo>
                    <a:cubicBezTo>
                      <a:pt x="2" y="17"/>
                      <a:pt x="6" y="18"/>
                      <a:pt x="9" y="21"/>
                    </a:cubicBezTo>
                    <a:cubicBezTo>
                      <a:pt x="5" y="16"/>
                      <a:pt x="1" y="8"/>
                      <a:pt x="4" y="1"/>
                    </a:cubicBezTo>
                  </a:path>
                </a:pathLst>
              </a:custGeom>
              <a:solidFill>
                <a:srgbClr val="7E39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323" name="Freeform 642">
                <a:extLst>
                  <a:ext uri="{FF2B5EF4-FFF2-40B4-BE49-F238E27FC236}">
                    <a16:creationId xmlns:a16="http://schemas.microsoft.com/office/drawing/2014/main" id="{84CE1E98-3464-4C80-844E-3A78B93C16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6" y="1135"/>
                <a:ext cx="18" cy="21"/>
              </a:xfrm>
              <a:custGeom>
                <a:avLst/>
                <a:gdLst>
                  <a:gd name="T0" fmla="*/ 23 w 10"/>
                  <a:gd name="T1" fmla="*/ 0 h 12"/>
                  <a:gd name="T2" fmla="*/ 16 w 10"/>
                  <a:gd name="T3" fmla="*/ 49 h 12"/>
                  <a:gd name="T4" fmla="*/ 58 w 10"/>
                  <a:gd name="T5" fmla="*/ 44 h 12"/>
                  <a:gd name="T6" fmla="*/ 23 w 10"/>
                  <a:gd name="T7" fmla="*/ 44 h 12"/>
                  <a:gd name="T8" fmla="*/ 16 w 10"/>
                  <a:gd name="T9" fmla="*/ 7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2">
                    <a:moveTo>
                      <a:pt x="4" y="0"/>
                    </a:moveTo>
                    <a:cubicBezTo>
                      <a:pt x="2" y="2"/>
                      <a:pt x="0" y="6"/>
                      <a:pt x="3" y="9"/>
                    </a:cubicBezTo>
                    <a:cubicBezTo>
                      <a:pt x="5" y="12"/>
                      <a:pt x="9" y="11"/>
                      <a:pt x="10" y="8"/>
                    </a:cubicBezTo>
                    <a:cubicBezTo>
                      <a:pt x="8" y="8"/>
                      <a:pt x="6" y="10"/>
                      <a:pt x="4" y="8"/>
                    </a:cubicBezTo>
                    <a:cubicBezTo>
                      <a:pt x="3" y="7"/>
                      <a:pt x="3" y="3"/>
                      <a:pt x="3" y="1"/>
                    </a:cubicBezTo>
                  </a:path>
                </a:pathLst>
              </a:custGeom>
              <a:solidFill>
                <a:srgbClr val="7E39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324" name="Freeform 643">
                <a:extLst>
                  <a:ext uri="{FF2B5EF4-FFF2-40B4-BE49-F238E27FC236}">
                    <a16:creationId xmlns:a16="http://schemas.microsoft.com/office/drawing/2014/main" id="{4A255D2D-6431-4D1E-A57F-2F53CB7088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1" y="1183"/>
                <a:ext cx="133" cy="65"/>
              </a:xfrm>
              <a:custGeom>
                <a:avLst/>
                <a:gdLst>
                  <a:gd name="T0" fmla="*/ 0 w 75"/>
                  <a:gd name="T1" fmla="*/ 56 h 37"/>
                  <a:gd name="T2" fmla="*/ 89 w 75"/>
                  <a:gd name="T3" fmla="*/ 37 h 37"/>
                  <a:gd name="T4" fmla="*/ 188 w 75"/>
                  <a:gd name="T5" fmla="*/ 16 h 37"/>
                  <a:gd name="T6" fmla="*/ 207 w 75"/>
                  <a:gd name="T7" fmla="*/ 28 h 37"/>
                  <a:gd name="T8" fmla="*/ 232 w 75"/>
                  <a:gd name="T9" fmla="*/ 21 h 37"/>
                  <a:gd name="T10" fmla="*/ 296 w 75"/>
                  <a:gd name="T11" fmla="*/ 21 h 37"/>
                  <a:gd name="T12" fmla="*/ 419 w 75"/>
                  <a:gd name="T13" fmla="*/ 49 h 37"/>
                  <a:gd name="T14" fmla="*/ 340 w 75"/>
                  <a:gd name="T15" fmla="*/ 142 h 37"/>
                  <a:gd name="T16" fmla="*/ 211 w 75"/>
                  <a:gd name="T17" fmla="*/ 195 h 37"/>
                  <a:gd name="T18" fmla="*/ 106 w 75"/>
                  <a:gd name="T19" fmla="*/ 167 h 37"/>
                  <a:gd name="T20" fmla="*/ 0 w 75"/>
                  <a:gd name="T21" fmla="*/ 56 h 3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75" h="37">
                    <a:moveTo>
                      <a:pt x="0" y="10"/>
                    </a:moveTo>
                    <a:cubicBezTo>
                      <a:pt x="0" y="10"/>
                      <a:pt x="2" y="16"/>
                      <a:pt x="16" y="7"/>
                    </a:cubicBezTo>
                    <a:cubicBezTo>
                      <a:pt x="21" y="4"/>
                      <a:pt x="29" y="0"/>
                      <a:pt x="34" y="3"/>
                    </a:cubicBezTo>
                    <a:cubicBezTo>
                      <a:pt x="38" y="6"/>
                      <a:pt x="37" y="5"/>
                      <a:pt x="37" y="5"/>
                    </a:cubicBezTo>
                    <a:cubicBezTo>
                      <a:pt x="37" y="5"/>
                      <a:pt x="39" y="5"/>
                      <a:pt x="42" y="4"/>
                    </a:cubicBezTo>
                    <a:cubicBezTo>
                      <a:pt x="45" y="3"/>
                      <a:pt x="50" y="3"/>
                      <a:pt x="53" y="4"/>
                    </a:cubicBezTo>
                    <a:cubicBezTo>
                      <a:pt x="56" y="6"/>
                      <a:pt x="69" y="15"/>
                      <a:pt x="75" y="9"/>
                    </a:cubicBezTo>
                    <a:cubicBezTo>
                      <a:pt x="75" y="9"/>
                      <a:pt x="68" y="18"/>
                      <a:pt x="61" y="26"/>
                    </a:cubicBezTo>
                    <a:cubicBezTo>
                      <a:pt x="55" y="33"/>
                      <a:pt x="45" y="35"/>
                      <a:pt x="38" y="36"/>
                    </a:cubicBezTo>
                    <a:cubicBezTo>
                      <a:pt x="32" y="37"/>
                      <a:pt x="23" y="33"/>
                      <a:pt x="19" y="31"/>
                    </a:cubicBezTo>
                    <a:cubicBezTo>
                      <a:pt x="10" y="25"/>
                      <a:pt x="4" y="19"/>
                      <a:pt x="0" y="10"/>
                    </a:cubicBezTo>
                    <a:close/>
                  </a:path>
                </a:pathLst>
              </a:custGeom>
              <a:solidFill>
                <a:srgbClr val="9842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325" name="Freeform 644">
                <a:extLst>
                  <a:ext uri="{FF2B5EF4-FFF2-40B4-BE49-F238E27FC236}">
                    <a16:creationId xmlns:a16="http://schemas.microsoft.com/office/drawing/2014/main" id="{C6E57140-7B80-48CF-A2FC-E1A2839CB2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1" y="1174"/>
                <a:ext cx="133" cy="44"/>
              </a:xfrm>
              <a:custGeom>
                <a:avLst/>
                <a:gdLst>
                  <a:gd name="T0" fmla="*/ 207 w 75"/>
                  <a:gd name="T1" fmla="*/ 65 h 25"/>
                  <a:gd name="T2" fmla="*/ 419 w 75"/>
                  <a:gd name="T3" fmla="*/ 77 h 25"/>
                  <a:gd name="T4" fmla="*/ 355 w 75"/>
                  <a:gd name="T5" fmla="*/ 77 h 25"/>
                  <a:gd name="T6" fmla="*/ 309 w 75"/>
                  <a:gd name="T7" fmla="*/ 56 h 25"/>
                  <a:gd name="T8" fmla="*/ 207 w 75"/>
                  <a:gd name="T9" fmla="*/ 56 h 25"/>
                  <a:gd name="T10" fmla="*/ 207 w 75"/>
                  <a:gd name="T11" fmla="*/ 56 h 25"/>
                  <a:gd name="T12" fmla="*/ 110 w 75"/>
                  <a:gd name="T13" fmla="*/ 49 h 25"/>
                  <a:gd name="T14" fmla="*/ 50 w 75"/>
                  <a:gd name="T15" fmla="*/ 81 h 25"/>
                  <a:gd name="T16" fmla="*/ 0 w 75"/>
                  <a:gd name="T17" fmla="*/ 77 h 25"/>
                  <a:gd name="T18" fmla="*/ 207 w 75"/>
                  <a:gd name="T19" fmla="*/ 65 h 2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75" h="25">
                    <a:moveTo>
                      <a:pt x="37" y="12"/>
                    </a:moveTo>
                    <a:cubicBezTo>
                      <a:pt x="49" y="0"/>
                      <a:pt x="66" y="24"/>
                      <a:pt x="75" y="14"/>
                    </a:cubicBezTo>
                    <a:cubicBezTo>
                      <a:pt x="70" y="17"/>
                      <a:pt x="68" y="16"/>
                      <a:pt x="64" y="14"/>
                    </a:cubicBezTo>
                    <a:cubicBezTo>
                      <a:pt x="61" y="13"/>
                      <a:pt x="58" y="11"/>
                      <a:pt x="55" y="10"/>
                    </a:cubicBezTo>
                    <a:cubicBezTo>
                      <a:pt x="48" y="6"/>
                      <a:pt x="44" y="7"/>
                      <a:pt x="37" y="10"/>
                    </a:cubicBezTo>
                    <a:cubicBezTo>
                      <a:pt x="37" y="10"/>
                      <a:pt x="37" y="10"/>
                      <a:pt x="37" y="10"/>
                    </a:cubicBezTo>
                    <a:cubicBezTo>
                      <a:pt x="30" y="7"/>
                      <a:pt x="27" y="5"/>
                      <a:pt x="20" y="9"/>
                    </a:cubicBezTo>
                    <a:cubicBezTo>
                      <a:pt x="17" y="11"/>
                      <a:pt x="12" y="13"/>
                      <a:pt x="9" y="15"/>
                    </a:cubicBezTo>
                    <a:cubicBezTo>
                      <a:pt x="6" y="17"/>
                      <a:pt x="2" y="18"/>
                      <a:pt x="0" y="14"/>
                    </a:cubicBezTo>
                    <a:cubicBezTo>
                      <a:pt x="6" y="25"/>
                      <a:pt x="25" y="0"/>
                      <a:pt x="37" y="12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326" name="Freeform 645">
                <a:extLst>
                  <a:ext uri="{FF2B5EF4-FFF2-40B4-BE49-F238E27FC236}">
                    <a16:creationId xmlns:a16="http://schemas.microsoft.com/office/drawing/2014/main" id="{5A34DE82-75A2-41F9-BB29-8E3096FE92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2" y="1220"/>
                <a:ext cx="106" cy="62"/>
              </a:xfrm>
              <a:custGeom>
                <a:avLst/>
                <a:gdLst>
                  <a:gd name="T0" fmla="*/ 0 w 60"/>
                  <a:gd name="T1" fmla="*/ 0 h 35"/>
                  <a:gd name="T2" fmla="*/ 330 w 60"/>
                  <a:gd name="T3" fmla="*/ 0 h 35"/>
                  <a:gd name="T4" fmla="*/ 0 w 60"/>
                  <a:gd name="T5" fmla="*/ 0 h 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0" h="35">
                    <a:moveTo>
                      <a:pt x="0" y="0"/>
                    </a:moveTo>
                    <a:cubicBezTo>
                      <a:pt x="0" y="0"/>
                      <a:pt x="32" y="32"/>
                      <a:pt x="60" y="0"/>
                    </a:cubicBezTo>
                    <a:cubicBezTo>
                      <a:pt x="60" y="0"/>
                      <a:pt x="35" y="35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327" name="Freeform 646">
                <a:extLst>
                  <a:ext uri="{FF2B5EF4-FFF2-40B4-BE49-F238E27FC236}">
                    <a16:creationId xmlns:a16="http://schemas.microsoft.com/office/drawing/2014/main" id="{B367E1CF-0082-4A8E-A98D-0FE0F80B99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3" y="1209"/>
                <a:ext cx="105" cy="18"/>
              </a:xfrm>
              <a:custGeom>
                <a:avLst/>
                <a:gdLst>
                  <a:gd name="T0" fmla="*/ 0 w 59"/>
                  <a:gd name="T1" fmla="*/ 0 h 10"/>
                  <a:gd name="T2" fmla="*/ 333 w 59"/>
                  <a:gd name="T3" fmla="*/ 0 h 10"/>
                  <a:gd name="T4" fmla="*/ 0 w 59"/>
                  <a:gd name="T5" fmla="*/ 0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9" h="10">
                    <a:moveTo>
                      <a:pt x="0" y="0"/>
                    </a:moveTo>
                    <a:cubicBezTo>
                      <a:pt x="0" y="0"/>
                      <a:pt x="34" y="7"/>
                      <a:pt x="59" y="0"/>
                    </a:cubicBezTo>
                    <a:cubicBezTo>
                      <a:pt x="59" y="0"/>
                      <a:pt x="39" y="10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328" name="Freeform 647">
                <a:extLst>
                  <a:ext uri="{FF2B5EF4-FFF2-40B4-BE49-F238E27FC236}">
                    <a16:creationId xmlns:a16="http://schemas.microsoft.com/office/drawing/2014/main" id="{C1067EAF-400A-49CC-943F-34E51AB564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8" y="1159"/>
                <a:ext cx="11" cy="29"/>
              </a:xfrm>
              <a:custGeom>
                <a:avLst/>
                <a:gdLst>
                  <a:gd name="T0" fmla="*/ 0 w 6"/>
                  <a:gd name="T1" fmla="*/ 0 h 16"/>
                  <a:gd name="T2" fmla="*/ 13 w 6"/>
                  <a:gd name="T3" fmla="*/ 60 h 16"/>
                  <a:gd name="T4" fmla="*/ 0 w 6"/>
                  <a:gd name="T5" fmla="*/ 96 h 16"/>
                  <a:gd name="T6" fmla="*/ 37 w 6"/>
                  <a:gd name="T7" fmla="*/ 82 h 16"/>
                  <a:gd name="T8" fmla="*/ 20 w 6"/>
                  <a:gd name="T9" fmla="*/ 36 h 16"/>
                  <a:gd name="T10" fmla="*/ 0 w 6"/>
                  <a:gd name="T11" fmla="*/ 7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" h="16">
                    <a:moveTo>
                      <a:pt x="0" y="0"/>
                    </a:moveTo>
                    <a:cubicBezTo>
                      <a:pt x="2" y="3"/>
                      <a:pt x="2" y="7"/>
                      <a:pt x="2" y="10"/>
                    </a:cubicBezTo>
                    <a:cubicBezTo>
                      <a:pt x="2" y="13"/>
                      <a:pt x="1" y="14"/>
                      <a:pt x="0" y="16"/>
                    </a:cubicBezTo>
                    <a:cubicBezTo>
                      <a:pt x="2" y="14"/>
                      <a:pt x="4" y="14"/>
                      <a:pt x="6" y="14"/>
                    </a:cubicBezTo>
                    <a:cubicBezTo>
                      <a:pt x="4" y="14"/>
                      <a:pt x="3" y="8"/>
                      <a:pt x="3" y="6"/>
                    </a:cubicBezTo>
                    <a:cubicBezTo>
                      <a:pt x="2" y="4"/>
                      <a:pt x="1" y="3"/>
                      <a:pt x="0" y="1"/>
                    </a:cubicBezTo>
                  </a:path>
                </a:pathLst>
              </a:custGeom>
              <a:solidFill>
                <a:srgbClr val="7E39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329" name="Freeform 648">
                <a:extLst>
                  <a:ext uri="{FF2B5EF4-FFF2-40B4-BE49-F238E27FC236}">
                    <a16:creationId xmlns:a16="http://schemas.microsoft.com/office/drawing/2014/main" id="{4D9FA8B4-25A5-45F5-8B4B-11D4164D0B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3" y="1193"/>
                <a:ext cx="7" cy="13"/>
              </a:xfrm>
              <a:custGeom>
                <a:avLst/>
                <a:gdLst>
                  <a:gd name="T0" fmla="*/ 0 w 4"/>
                  <a:gd name="T1" fmla="*/ 7 h 7"/>
                  <a:gd name="T2" fmla="*/ 12 w 4"/>
                  <a:gd name="T3" fmla="*/ 45 h 7"/>
                  <a:gd name="T4" fmla="*/ 16 w 4"/>
                  <a:gd name="T5" fmla="*/ 13 h 7"/>
                  <a:gd name="T6" fmla="*/ 0 w 4"/>
                  <a:gd name="T7" fmla="*/ 7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7">
                    <a:moveTo>
                      <a:pt x="0" y="1"/>
                    </a:moveTo>
                    <a:cubicBezTo>
                      <a:pt x="3" y="1"/>
                      <a:pt x="3" y="5"/>
                      <a:pt x="2" y="7"/>
                    </a:cubicBezTo>
                    <a:cubicBezTo>
                      <a:pt x="3" y="6"/>
                      <a:pt x="4" y="3"/>
                      <a:pt x="3" y="2"/>
                    </a:cubicBezTo>
                    <a:cubicBezTo>
                      <a:pt x="3" y="1"/>
                      <a:pt x="1" y="0"/>
                      <a:pt x="0" y="1"/>
                    </a:cubicBezTo>
                  </a:path>
                </a:pathLst>
              </a:custGeom>
              <a:solidFill>
                <a:srgbClr val="6B2D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330" name="Freeform 649">
                <a:extLst>
                  <a:ext uri="{FF2B5EF4-FFF2-40B4-BE49-F238E27FC236}">
                    <a16:creationId xmlns:a16="http://schemas.microsoft.com/office/drawing/2014/main" id="{4D22E86E-72E1-422C-B80D-9F6B5A4E7C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7" y="1195"/>
                <a:ext cx="7" cy="12"/>
              </a:xfrm>
              <a:custGeom>
                <a:avLst/>
                <a:gdLst>
                  <a:gd name="T0" fmla="*/ 21 w 4"/>
                  <a:gd name="T1" fmla="*/ 0 h 7"/>
                  <a:gd name="T2" fmla="*/ 7 w 4"/>
                  <a:gd name="T3" fmla="*/ 36 h 7"/>
                  <a:gd name="T4" fmla="*/ 7 w 4"/>
                  <a:gd name="T5" fmla="*/ 5 h 7"/>
                  <a:gd name="T6" fmla="*/ 21 w 4"/>
                  <a:gd name="T7" fmla="*/ 0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7">
                    <a:moveTo>
                      <a:pt x="4" y="0"/>
                    </a:moveTo>
                    <a:cubicBezTo>
                      <a:pt x="1" y="0"/>
                      <a:pt x="0" y="5"/>
                      <a:pt x="1" y="7"/>
                    </a:cubicBezTo>
                    <a:cubicBezTo>
                      <a:pt x="0" y="5"/>
                      <a:pt x="0" y="3"/>
                      <a:pt x="1" y="1"/>
                    </a:cubicBezTo>
                    <a:cubicBezTo>
                      <a:pt x="1" y="0"/>
                      <a:pt x="3" y="0"/>
                      <a:pt x="4" y="0"/>
                    </a:cubicBezTo>
                  </a:path>
                </a:pathLst>
              </a:custGeom>
              <a:solidFill>
                <a:srgbClr val="6B2D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331" name="Freeform 650">
                <a:extLst>
                  <a:ext uri="{FF2B5EF4-FFF2-40B4-BE49-F238E27FC236}">
                    <a16:creationId xmlns:a16="http://schemas.microsoft.com/office/drawing/2014/main" id="{2D283DA0-53C4-4806-BD63-C750431056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2" y="1161"/>
                <a:ext cx="11" cy="27"/>
              </a:xfrm>
              <a:custGeom>
                <a:avLst/>
                <a:gdLst>
                  <a:gd name="T0" fmla="*/ 31 w 6"/>
                  <a:gd name="T1" fmla="*/ 0 h 15"/>
                  <a:gd name="T2" fmla="*/ 24 w 6"/>
                  <a:gd name="T3" fmla="*/ 52 h 15"/>
                  <a:gd name="T4" fmla="*/ 37 w 6"/>
                  <a:gd name="T5" fmla="*/ 88 h 15"/>
                  <a:gd name="T6" fmla="*/ 20 w 6"/>
                  <a:gd name="T7" fmla="*/ 74 h 15"/>
                  <a:gd name="T8" fmla="*/ 0 w 6"/>
                  <a:gd name="T9" fmla="*/ 74 h 15"/>
                  <a:gd name="T10" fmla="*/ 7 w 6"/>
                  <a:gd name="T11" fmla="*/ 52 h 15"/>
                  <a:gd name="T12" fmla="*/ 13 w 6"/>
                  <a:gd name="T13" fmla="*/ 29 h 15"/>
                  <a:gd name="T14" fmla="*/ 31 w 6"/>
                  <a:gd name="T15" fmla="*/ 7 h 1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" h="15">
                    <a:moveTo>
                      <a:pt x="5" y="0"/>
                    </a:moveTo>
                    <a:cubicBezTo>
                      <a:pt x="4" y="3"/>
                      <a:pt x="3" y="6"/>
                      <a:pt x="4" y="9"/>
                    </a:cubicBezTo>
                    <a:cubicBezTo>
                      <a:pt x="4" y="12"/>
                      <a:pt x="6" y="13"/>
                      <a:pt x="6" y="15"/>
                    </a:cubicBezTo>
                    <a:cubicBezTo>
                      <a:pt x="6" y="15"/>
                      <a:pt x="4" y="14"/>
                      <a:pt x="3" y="13"/>
                    </a:cubicBezTo>
                    <a:cubicBezTo>
                      <a:pt x="2" y="13"/>
                      <a:pt x="1" y="13"/>
                      <a:pt x="0" y="13"/>
                    </a:cubicBezTo>
                    <a:cubicBezTo>
                      <a:pt x="0" y="11"/>
                      <a:pt x="1" y="10"/>
                      <a:pt x="1" y="9"/>
                    </a:cubicBezTo>
                    <a:cubicBezTo>
                      <a:pt x="2" y="7"/>
                      <a:pt x="2" y="6"/>
                      <a:pt x="2" y="5"/>
                    </a:cubicBezTo>
                    <a:cubicBezTo>
                      <a:pt x="3" y="3"/>
                      <a:pt x="4" y="1"/>
                      <a:pt x="5" y="1"/>
                    </a:cubicBezTo>
                  </a:path>
                </a:pathLst>
              </a:custGeom>
              <a:solidFill>
                <a:srgbClr val="6B2D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332" name="Freeform 651">
                <a:extLst>
                  <a:ext uri="{FF2B5EF4-FFF2-40B4-BE49-F238E27FC236}">
                    <a16:creationId xmlns:a16="http://schemas.microsoft.com/office/drawing/2014/main" id="{1E3D45BD-8746-4DEE-A52D-B06ED36428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6" y="1021"/>
                <a:ext cx="28" cy="76"/>
              </a:xfrm>
              <a:custGeom>
                <a:avLst/>
                <a:gdLst>
                  <a:gd name="T0" fmla="*/ 86 w 16"/>
                  <a:gd name="T1" fmla="*/ 0 h 43"/>
                  <a:gd name="T2" fmla="*/ 44 w 16"/>
                  <a:gd name="T3" fmla="*/ 237 h 43"/>
                  <a:gd name="T4" fmla="*/ 86 w 16"/>
                  <a:gd name="T5" fmla="*/ 0 h 4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43">
                    <a:moveTo>
                      <a:pt x="16" y="0"/>
                    </a:moveTo>
                    <a:cubicBezTo>
                      <a:pt x="16" y="0"/>
                      <a:pt x="0" y="20"/>
                      <a:pt x="8" y="43"/>
                    </a:cubicBezTo>
                    <a:cubicBezTo>
                      <a:pt x="8" y="43"/>
                      <a:pt x="3" y="21"/>
                      <a:pt x="16" y="0"/>
                    </a:cubicBezTo>
                    <a:close/>
                  </a:path>
                </a:pathLst>
              </a:custGeom>
              <a:solidFill>
                <a:srgbClr val="6B2D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333" name="Freeform 652">
                <a:extLst>
                  <a:ext uri="{FF2B5EF4-FFF2-40B4-BE49-F238E27FC236}">
                    <a16:creationId xmlns:a16="http://schemas.microsoft.com/office/drawing/2014/main" id="{09CAF31F-71F7-44B7-B318-4E426356C8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1" y="1046"/>
                <a:ext cx="77" cy="195"/>
              </a:xfrm>
              <a:custGeom>
                <a:avLst/>
                <a:gdLst>
                  <a:gd name="T0" fmla="*/ 247 w 43"/>
                  <a:gd name="T1" fmla="*/ 0 h 110"/>
                  <a:gd name="T2" fmla="*/ 190 w 43"/>
                  <a:gd name="T3" fmla="*/ 317 h 110"/>
                  <a:gd name="T4" fmla="*/ 0 w 43"/>
                  <a:gd name="T5" fmla="*/ 613 h 110"/>
                  <a:gd name="T6" fmla="*/ 247 w 43"/>
                  <a:gd name="T7" fmla="*/ 0 h 1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3" h="110">
                    <a:moveTo>
                      <a:pt x="43" y="0"/>
                    </a:moveTo>
                    <a:cubicBezTo>
                      <a:pt x="43" y="0"/>
                      <a:pt x="43" y="17"/>
                      <a:pt x="33" y="57"/>
                    </a:cubicBezTo>
                    <a:cubicBezTo>
                      <a:pt x="22" y="96"/>
                      <a:pt x="16" y="94"/>
                      <a:pt x="0" y="110"/>
                    </a:cubicBezTo>
                    <a:cubicBezTo>
                      <a:pt x="0" y="110"/>
                      <a:pt x="29" y="83"/>
                      <a:pt x="43" y="0"/>
                    </a:cubicBezTo>
                    <a:close/>
                  </a:path>
                </a:pathLst>
              </a:custGeom>
              <a:solidFill>
                <a:srgbClr val="6B2D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334" name="Freeform 653">
                <a:extLst>
                  <a:ext uri="{FF2B5EF4-FFF2-40B4-BE49-F238E27FC236}">
                    <a16:creationId xmlns:a16="http://schemas.microsoft.com/office/drawing/2014/main" id="{9E40644F-DF1B-4D4C-898D-180042C03F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2" y="732"/>
                <a:ext cx="231" cy="314"/>
              </a:xfrm>
              <a:custGeom>
                <a:avLst/>
                <a:gdLst>
                  <a:gd name="T0" fmla="*/ 716 w 130"/>
                  <a:gd name="T1" fmla="*/ 35 h 177"/>
                  <a:gd name="T2" fmla="*/ 219 w 130"/>
                  <a:gd name="T3" fmla="*/ 216 h 177"/>
                  <a:gd name="T4" fmla="*/ 101 w 130"/>
                  <a:gd name="T5" fmla="*/ 362 h 177"/>
                  <a:gd name="T6" fmla="*/ 94 w 130"/>
                  <a:gd name="T7" fmla="*/ 853 h 177"/>
                  <a:gd name="T8" fmla="*/ 158 w 130"/>
                  <a:gd name="T9" fmla="*/ 988 h 177"/>
                  <a:gd name="T10" fmla="*/ 167 w 130"/>
                  <a:gd name="T11" fmla="*/ 598 h 177"/>
                  <a:gd name="T12" fmla="*/ 729 w 130"/>
                  <a:gd name="T13" fmla="*/ 245 h 177"/>
                  <a:gd name="T14" fmla="*/ 716 w 130"/>
                  <a:gd name="T15" fmla="*/ 35 h 17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30" h="177">
                    <a:moveTo>
                      <a:pt x="128" y="6"/>
                    </a:moveTo>
                    <a:cubicBezTo>
                      <a:pt x="128" y="6"/>
                      <a:pt x="78" y="0"/>
                      <a:pt x="39" y="39"/>
                    </a:cubicBezTo>
                    <a:cubicBezTo>
                      <a:pt x="18" y="65"/>
                      <a:pt x="18" y="65"/>
                      <a:pt x="18" y="65"/>
                    </a:cubicBezTo>
                    <a:cubicBezTo>
                      <a:pt x="18" y="65"/>
                      <a:pt x="0" y="108"/>
                      <a:pt x="17" y="153"/>
                    </a:cubicBezTo>
                    <a:cubicBezTo>
                      <a:pt x="22" y="165"/>
                      <a:pt x="25" y="164"/>
                      <a:pt x="28" y="177"/>
                    </a:cubicBezTo>
                    <a:cubicBezTo>
                      <a:pt x="28" y="177"/>
                      <a:pt x="17" y="133"/>
                      <a:pt x="30" y="107"/>
                    </a:cubicBezTo>
                    <a:cubicBezTo>
                      <a:pt x="43" y="81"/>
                      <a:pt x="130" y="82"/>
                      <a:pt x="130" y="44"/>
                    </a:cubicBezTo>
                    <a:lnTo>
                      <a:pt x="128" y="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335" name="Freeform 654">
                <a:extLst>
                  <a:ext uri="{FF2B5EF4-FFF2-40B4-BE49-F238E27FC236}">
                    <a16:creationId xmlns:a16="http://schemas.microsoft.com/office/drawing/2014/main" id="{82F5E6E6-92D8-4F90-BF3C-26BFD434FE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6" y="720"/>
                <a:ext cx="160" cy="159"/>
              </a:xfrm>
              <a:custGeom>
                <a:avLst/>
                <a:gdLst>
                  <a:gd name="T0" fmla="*/ 471 w 90"/>
                  <a:gd name="T1" fmla="*/ 216 h 90"/>
                  <a:gd name="T2" fmla="*/ 471 w 90"/>
                  <a:gd name="T3" fmla="*/ 159 h 90"/>
                  <a:gd name="T4" fmla="*/ 462 w 90"/>
                  <a:gd name="T5" fmla="*/ 143 h 90"/>
                  <a:gd name="T6" fmla="*/ 443 w 90"/>
                  <a:gd name="T7" fmla="*/ 138 h 90"/>
                  <a:gd name="T8" fmla="*/ 439 w 90"/>
                  <a:gd name="T9" fmla="*/ 150 h 90"/>
                  <a:gd name="T10" fmla="*/ 418 w 90"/>
                  <a:gd name="T11" fmla="*/ 106 h 90"/>
                  <a:gd name="T12" fmla="*/ 405 w 90"/>
                  <a:gd name="T13" fmla="*/ 138 h 90"/>
                  <a:gd name="T14" fmla="*/ 332 w 90"/>
                  <a:gd name="T15" fmla="*/ 78 h 90"/>
                  <a:gd name="T16" fmla="*/ 332 w 90"/>
                  <a:gd name="T17" fmla="*/ 78 h 90"/>
                  <a:gd name="T18" fmla="*/ 297 w 90"/>
                  <a:gd name="T19" fmla="*/ 65 h 90"/>
                  <a:gd name="T20" fmla="*/ 281 w 90"/>
                  <a:gd name="T21" fmla="*/ 57 h 90"/>
                  <a:gd name="T22" fmla="*/ 276 w 90"/>
                  <a:gd name="T23" fmla="*/ 72 h 90"/>
                  <a:gd name="T24" fmla="*/ 219 w 90"/>
                  <a:gd name="T25" fmla="*/ 7 h 90"/>
                  <a:gd name="T26" fmla="*/ 190 w 90"/>
                  <a:gd name="T27" fmla="*/ 44 h 90"/>
                  <a:gd name="T28" fmla="*/ 167 w 90"/>
                  <a:gd name="T29" fmla="*/ 94 h 90"/>
                  <a:gd name="T30" fmla="*/ 130 w 90"/>
                  <a:gd name="T31" fmla="*/ 131 h 90"/>
                  <a:gd name="T32" fmla="*/ 73 w 90"/>
                  <a:gd name="T33" fmla="*/ 138 h 90"/>
                  <a:gd name="T34" fmla="*/ 85 w 90"/>
                  <a:gd name="T35" fmla="*/ 166 h 90"/>
                  <a:gd name="T36" fmla="*/ 78 w 90"/>
                  <a:gd name="T37" fmla="*/ 208 h 90"/>
                  <a:gd name="T38" fmla="*/ 28 w 90"/>
                  <a:gd name="T39" fmla="*/ 265 h 90"/>
                  <a:gd name="T40" fmla="*/ 50 w 90"/>
                  <a:gd name="T41" fmla="*/ 288 h 90"/>
                  <a:gd name="T42" fmla="*/ 78 w 90"/>
                  <a:gd name="T43" fmla="*/ 330 h 90"/>
                  <a:gd name="T44" fmla="*/ 37 w 90"/>
                  <a:gd name="T45" fmla="*/ 366 h 90"/>
                  <a:gd name="T46" fmla="*/ 66 w 90"/>
                  <a:gd name="T47" fmla="*/ 403 h 90"/>
                  <a:gd name="T48" fmla="*/ 123 w 90"/>
                  <a:gd name="T49" fmla="*/ 459 h 90"/>
                  <a:gd name="T50" fmla="*/ 158 w 90"/>
                  <a:gd name="T51" fmla="*/ 484 h 90"/>
                  <a:gd name="T52" fmla="*/ 164 w 90"/>
                  <a:gd name="T53" fmla="*/ 431 h 90"/>
                  <a:gd name="T54" fmla="*/ 203 w 90"/>
                  <a:gd name="T55" fmla="*/ 461 h 90"/>
                  <a:gd name="T56" fmla="*/ 208 w 90"/>
                  <a:gd name="T57" fmla="*/ 419 h 90"/>
                  <a:gd name="T58" fmla="*/ 252 w 90"/>
                  <a:gd name="T59" fmla="*/ 403 h 90"/>
                  <a:gd name="T60" fmla="*/ 292 w 90"/>
                  <a:gd name="T61" fmla="*/ 415 h 90"/>
                  <a:gd name="T62" fmla="*/ 320 w 90"/>
                  <a:gd name="T63" fmla="*/ 387 h 90"/>
                  <a:gd name="T64" fmla="*/ 370 w 90"/>
                  <a:gd name="T65" fmla="*/ 367 h 90"/>
                  <a:gd name="T66" fmla="*/ 405 w 90"/>
                  <a:gd name="T67" fmla="*/ 353 h 90"/>
                  <a:gd name="T68" fmla="*/ 439 w 90"/>
                  <a:gd name="T69" fmla="*/ 288 h 90"/>
                  <a:gd name="T70" fmla="*/ 468 w 90"/>
                  <a:gd name="T71" fmla="*/ 249 h 90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90" h="90">
                    <a:moveTo>
                      <a:pt x="84" y="39"/>
                    </a:moveTo>
                    <a:cubicBezTo>
                      <a:pt x="85" y="37"/>
                      <a:pt x="90" y="29"/>
                      <a:pt x="84" y="29"/>
                    </a:cubicBezTo>
                    <a:cubicBezTo>
                      <a:pt x="87" y="27"/>
                      <a:pt x="84" y="22"/>
                      <a:pt x="82" y="26"/>
                    </a:cubicBezTo>
                    <a:cubicBezTo>
                      <a:pt x="81" y="26"/>
                      <a:pt x="79" y="25"/>
                      <a:pt x="79" y="25"/>
                    </a:cubicBezTo>
                    <a:cubicBezTo>
                      <a:pt x="79" y="26"/>
                      <a:pt x="78" y="26"/>
                      <a:pt x="78" y="27"/>
                    </a:cubicBezTo>
                    <a:cubicBezTo>
                      <a:pt x="75" y="25"/>
                      <a:pt x="77" y="20"/>
                      <a:pt x="74" y="19"/>
                    </a:cubicBezTo>
                    <a:cubicBezTo>
                      <a:pt x="70" y="18"/>
                      <a:pt x="70" y="22"/>
                      <a:pt x="72" y="25"/>
                    </a:cubicBezTo>
                    <a:cubicBezTo>
                      <a:pt x="68" y="24"/>
                      <a:pt x="62" y="7"/>
                      <a:pt x="59" y="14"/>
                    </a:cubicBezTo>
                    <a:cubicBezTo>
                      <a:pt x="59" y="14"/>
                      <a:pt x="59" y="14"/>
                      <a:pt x="59" y="14"/>
                    </a:cubicBezTo>
                    <a:cubicBezTo>
                      <a:pt x="58" y="11"/>
                      <a:pt x="52" y="7"/>
                      <a:pt x="53" y="12"/>
                    </a:cubicBezTo>
                    <a:cubicBezTo>
                      <a:pt x="52" y="11"/>
                      <a:pt x="51" y="11"/>
                      <a:pt x="50" y="10"/>
                    </a:cubicBezTo>
                    <a:cubicBezTo>
                      <a:pt x="50" y="11"/>
                      <a:pt x="49" y="12"/>
                      <a:pt x="49" y="13"/>
                    </a:cubicBezTo>
                    <a:cubicBezTo>
                      <a:pt x="45" y="10"/>
                      <a:pt x="44" y="2"/>
                      <a:pt x="39" y="1"/>
                    </a:cubicBezTo>
                    <a:cubicBezTo>
                      <a:pt x="33" y="0"/>
                      <a:pt x="34" y="5"/>
                      <a:pt x="34" y="8"/>
                    </a:cubicBezTo>
                    <a:cubicBezTo>
                      <a:pt x="31" y="9"/>
                      <a:pt x="25" y="15"/>
                      <a:pt x="30" y="17"/>
                    </a:cubicBezTo>
                    <a:cubicBezTo>
                      <a:pt x="29" y="21"/>
                      <a:pt x="21" y="19"/>
                      <a:pt x="23" y="24"/>
                    </a:cubicBezTo>
                    <a:cubicBezTo>
                      <a:pt x="20" y="24"/>
                      <a:pt x="16" y="22"/>
                      <a:pt x="13" y="25"/>
                    </a:cubicBezTo>
                    <a:cubicBezTo>
                      <a:pt x="12" y="27"/>
                      <a:pt x="13" y="30"/>
                      <a:pt x="15" y="30"/>
                    </a:cubicBezTo>
                    <a:cubicBezTo>
                      <a:pt x="10" y="28"/>
                      <a:pt x="7" y="39"/>
                      <a:pt x="14" y="38"/>
                    </a:cubicBezTo>
                    <a:cubicBezTo>
                      <a:pt x="11" y="40"/>
                      <a:pt x="6" y="45"/>
                      <a:pt x="5" y="48"/>
                    </a:cubicBezTo>
                    <a:cubicBezTo>
                      <a:pt x="5" y="51"/>
                      <a:pt x="6" y="54"/>
                      <a:pt x="9" y="52"/>
                    </a:cubicBezTo>
                    <a:cubicBezTo>
                      <a:pt x="9" y="55"/>
                      <a:pt x="7" y="66"/>
                      <a:pt x="14" y="60"/>
                    </a:cubicBezTo>
                    <a:cubicBezTo>
                      <a:pt x="19" y="67"/>
                      <a:pt x="12" y="65"/>
                      <a:pt x="7" y="66"/>
                    </a:cubicBezTo>
                    <a:cubicBezTo>
                      <a:pt x="0" y="68"/>
                      <a:pt x="6" y="81"/>
                      <a:pt x="12" y="73"/>
                    </a:cubicBezTo>
                    <a:cubicBezTo>
                      <a:pt x="15" y="82"/>
                      <a:pt x="11" y="88"/>
                      <a:pt x="22" y="83"/>
                    </a:cubicBezTo>
                    <a:cubicBezTo>
                      <a:pt x="23" y="84"/>
                      <a:pt x="24" y="90"/>
                      <a:pt x="28" y="88"/>
                    </a:cubicBezTo>
                    <a:cubicBezTo>
                      <a:pt x="31" y="87"/>
                      <a:pt x="26" y="79"/>
                      <a:pt x="29" y="78"/>
                    </a:cubicBezTo>
                    <a:cubicBezTo>
                      <a:pt x="33" y="77"/>
                      <a:pt x="33" y="84"/>
                      <a:pt x="36" y="84"/>
                    </a:cubicBezTo>
                    <a:cubicBezTo>
                      <a:pt x="39" y="84"/>
                      <a:pt x="38" y="78"/>
                      <a:pt x="37" y="76"/>
                    </a:cubicBezTo>
                    <a:cubicBezTo>
                      <a:pt x="40" y="87"/>
                      <a:pt x="44" y="80"/>
                      <a:pt x="45" y="73"/>
                    </a:cubicBezTo>
                    <a:cubicBezTo>
                      <a:pt x="47" y="74"/>
                      <a:pt x="49" y="75"/>
                      <a:pt x="52" y="75"/>
                    </a:cubicBezTo>
                    <a:cubicBezTo>
                      <a:pt x="53" y="70"/>
                      <a:pt x="54" y="70"/>
                      <a:pt x="57" y="70"/>
                    </a:cubicBezTo>
                    <a:cubicBezTo>
                      <a:pt x="63" y="72"/>
                      <a:pt x="62" y="74"/>
                      <a:pt x="66" y="67"/>
                    </a:cubicBezTo>
                    <a:cubicBezTo>
                      <a:pt x="69" y="60"/>
                      <a:pt x="67" y="65"/>
                      <a:pt x="72" y="64"/>
                    </a:cubicBezTo>
                    <a:cubicBezTo>
                      <a:pt x="77" y="63"/>
                      <a:pt x="77" y="56"/>
                      <a:pt x="78" y="52"/>
                    </a:cubicBezTo>
                    <a:cubicBezTo>
                      <a:pt x="81" y="53"/>
                      <a:pt x="83" y="49"/>
                      <a:pt x="83" y="45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336" name="Freeform 655">
                <a:extLst>
                  <a:ext uri="{FF2B5EF4-FFF2-40B4-BE49-F238E27FC236}">
                    <a16:creationId xmlns:a16="http://schemas.microsoft.com/office/drawing/2014/main" id="{DCB6BEE1-9815-401A-9701-AB850FCA46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8" y="732"/>
                <a:ext cx="233" cy="312"/>
              </a:xfrm>
              <a:custGeom>
                <a:avLst/>
                <a:gdLst>
                  <a:gd name="T0" fmla="*/ 7 w 131"/>
                  <a:gd name="T1" fmla="*/ 35 h 176"/>
                  <a:gd name="T2" fmla="*/ 519 w 131"/>
                  <a:gd name="T3" fmla="*/ 216 h 176"/>
                  <a:gd name="T4" fmla="*/ 630 w 131"/>
                  <a:gd name="T5" fmla="*/ 362 h 176"/>
                  <a:gd name="T6" fmla="*/ 637 w 131"/>
                  <a:gd name="T7" fmla="*/ 851 h 176"/>
                  <a:gd name="T8" fmla="*/ 585 w 131"/>
                  <a:gd name="T9" fmla="*/ 980 h 176"/>
                  <a:gd name="T10" fmla="*/ 550 w 131"/>
                  <a:gd name="T11" fmla="*/ 597 h 176"/>
                  <a:gd name="T12" fmla="*/ 0 w 131"/>
                  <a:gd name="T13" fmla="*/ 245 h 176"/>
                  <a:gd name="T14" fmla="*/ 7 w 131"/>
                  <a:gd name="T15" fmla="*/ 35 h 17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31" h="176">
                    <a:moveTo>
                      <a:pt x="1" y="6"/>
                    </a:moveTo>
                    <a:cubicBezTo>
                      <a:pt x="1" y="6"/>
                      <a:pt x="52" y="0"/>
                      <a:pt x="92" y="39"/>
                    </a:cubicBezTo>
                    <a:cubicBezTo>
                      <a:pt x="112" y="65"/>
                      <a:pt x="112" y="65"/>
                      <a:pt x="112" y="65"/>
                    </a:cubicBezTo>
                    <a:cubicBezTo>
                      <a:pt x="112" y="65"/>
                      <a:pt x="131" y="108"/>
                      <a:pt x="113" y="153"/>
                    </a:cubicBezTo>
                    <a:cubicBezTo>
                      <a:pt x="108" y="165"/>
                      <a:pt x="107" y="163"/>
                      <a:pt x="104" y="176"/>
                    </a:cubicBezTo>
                    <a:cubicBezTo>
                      <a:pt x="104" y="176"/>
                      <a:pt x="106" y="140"/>
                      <a:pt x="98" y="107"/>
                    </a:cubicBezTo>
                    <a:cubicBezTo>
                      <a:pt x="91" y="79"/>
                      <a:pt x="0" y="82"/>
                      <a:pt x="0" y="44"/>
                    </a:cubicBezTo>
                    <a:lnTo>
                      <a:pt x="1" y="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337" name="Freeform 656">
                <a:extLst>
                  <a:ext uri="{FF2B5EF4-FFF2-40B4-BE49-F238E27FC236}">
                    <a16:creationId xmlns:a16="http://schemas.microsoft.com/office/drawing/2014/main" id="{19D793E0-5F6E-428E-8BEB-833F0569F7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5" y="720"/>
                <a:ext cx="160" cy="159"/>
              </a:xfrm>
              <a:custGeom>
                <a:avLst/>
                <a:gdLst>
                  <a:gd name="T0" fmla="*/ 37 w 90"/>
                  <a:gd name="T1" fmla="*/ 216 h 90"/>
                  <a:gd name="T2" fmla="*/ 37 w 90"/>
                  <a:gd name="T3" fmla="*/ 159 h 90"/>
                  <a:gd name="T4" fmla="*/ 50 w 90"/>
                  <a:gd name="T5" fmla="*/ 143 h 90"/>
                  <a:gd name="T6" fmla="*/ 64 w 90"/>
                  <a:gd name="T7" fmla="*/ 138 h 90"/>
                  <a:gd name="T8" fmla="*/ 73 w 90"/>
                  <a:gd name="T9" fmla="*/ 150 h 90"/>
                  <a:gd name="T10" fmla="*/ 89 w 90"/>
                  <a:gd name="T11" fmla="*/ 106 h 90"/>
                  <a:gd name="T12" fmla="*/ 107 w 90"/>
                  <a:gd name="T13" fmla="*/ 138 h 90"/>
                  <a:gd name="T14" fmla="*/ 174 w 90"/>
                  <a:gd name="T15" fmla="*/ 78 h 90"/>
                  <a:gd name="T16" fmla="*/ 174 w 90"/>
                  <a:gd name="T17" fmla="*/ 78 h 90"/>
                  <a:gd name="T18" fmla="*/ 215 w 90"/>
                  <a:gd name="T19" fmla="*/ 65 h 90"/>
                  <a:gd name="T20" fmla="*/ 224 w 90"/>
                  <a:gd name="T21" fmla="*/ 57 h 90"/>
                  <a:gd name="T22" fmla="*/ 231 w 90"/>
                  <a:gd name="T23" fmla="*/ 72 h 90"/>
                  <a:gd name="T24" fmla="*/ 288 w 90"/>
                  <a:gd name="T25" fmla="*/ 7 h 90"/>
                  <a:gd name="T26" fmla="*/ 316 w 90"/>
                  <a:gd name="T27" fmla="*/ 44 h 90"/>
                  <a:gd name="T28" fmla="*/ 338 w 90"/>
                  <a:gd name="T29" fmla="*/ 94 h 90"/>
                  <a:gd name="T30" fmla="*/ 377 w 90"/>
                  <a:gd name="T31" fmla="*/ 131 h 90"/>
                  <a:gd name="T32" fmla="*/ 434 w 90"/>
                  <a:gd name="T33" fmla="*/ 138 h 90"/>
                  <a:gd name="T34" fmla="*/ 420 w 90"/>
                  <a:gd name="T35" fmla="*/ 166 h 90"/>
                  <a:gd name="T36" fmla="*/ 427 w 90"/>
                  <a:gd name="T37" fmla="*/ 208 h 90"/>
                  <a:gd name="T38" fmla="*/ 476 w 90"/>
                  <a:gd name="T39" fmla="*/ 265 h 90"/>
                  <a:gd name="T40" fmla="*/ 455 w 90"/>
                  <a:gd name="T41" fmla="*/ 288 h 90"/>
                  <a:gd name="T42" fmla="*/ 427 w 90"/>
                  <a:gd name="T43" fmla="*/ 330 h 90"/>
                  <a:gd name="T44" fmla="*/ 468 w 90"/>
                  <a:gd name="T45" fmla="*/ 366 h 90"/>
                  <a:gd name="T46" fmla="*/ 443 w 90"/>
                  <a:gd name="T47" fmla="*/ 403 h 90"/>
                  <a:gd name="T48" fmla="*/ 382 w 90"/>
                  <a:gd name="T49" fmla="*/ 459 h 90"/>
                  <a:gd name="T50" fmla="*/ 354 w 90"/>
                  <a:gd name="T51" fmla="*/ 484 h 90"/>
                  <a:gd name="T52" fmla="*/ 341 w 90"/>
                  <a:gd name="T53" fmla="*/ 431 h 90"/>
                  <a:gd name="T54" fmla="*/ 309 w 90"/>
                  <a:gd name="T55" fmla="*/ 461 h 90"/>
                  <a:gd name="T56" fmla="*/ 304 w 90"/>
                  <a:gd name="T57" fmla="*/ 419 h 90"/>
                  <a:gd name="T58" fmla="*/ 260 w 90"/>
                  <a:gd name="T59" fmla="*/ 403 h 90"/>
                  <a:gd name="T60" fmla="*/ 215 w 90"/>
                  <a:gd name="T61" fmla="*/ 415 h 90"/>
                  <a:gd name="T62" fmla="*/ 187 w 90"/>
                  <a:gd name="T63" fmla="*/ 387 h 90"/>
                  <a:gd name="T64" fmla="*/ 139 w 90"/>
                  <a:gd name="T65" fmla="*/ 367 h 90"/>
                  <a:gd name="T66" fmla="*/ 101 w 90"/>
                  <a:gd name="T67" fmla="*/ 353 h 90"/>
                  <a:gd name="T68" fmla="*/ 73 w 90"/>
                  <a:gd name="T69" fmla="*/ 288 h 90"/>
                  <a:gd name="T70" fmla="*/ 44 w 90"/>
                  <a:gd name="T71" fmla="*/ 249 h 90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90" h="90">
                    <a:moveTo>
                      <a:pt x="7" y="39"/>
                    </a:moveTo>
                    <a:cubicBezTo>
                      <a:pt x="6" y="37"/>
                      <a:pt x="0" y="29"/>
                      <a:pt x="7" y="29"/>
                    </a:cubicBezTo>
                    <a:cubicBezTo>
                      <a:pt x="3" y="27"/>
                      <a:pt x="7" y="22"/>
                      <a:pt x="9" y="26"/>
                    </a:cubicBezTo>
                    <a:cubicBezTo>
                      <a:pt x="9" y="26"/>
                      <a:pt x="11" y="25"/>
                      <a:pt x="11" y="25"/>
                    </a:cubicBezTo>
                    <a:cubicBezTo>
                      <a:pt x="11" y="26"/>
                      <a:pt x="12" y="26"/>
                      <a:pt x="13" y="27"/>
                    </a:cubicBezTo>
                    <a:cubicBezTo>
                      <a:pt x="15" y="25"/>
                      <a:pt x="13" y="20"/>
                      <a:pt x="16" y="19"/>
                    </a:cubicBezTo>
                    <a:cubicBezTo>
                      <a:pt x="20" y="18"/>
                      <a:pt x="20" y="22"/>
                      <a:pt x="19" y="25"/>
                    </a:cubicBezTo>
                    <a:cubicBezTo>
                      <a:pt x="23" y="24"/>
                      <a:pt x="28" y="7"/>
                      <a:pt x="31" y="14"/>
                    </a:cubicBezTo>
                    <a:cubicBezTo>
                      <a:pt x="31" y="14"/>
                      <a:pt x="31" y="14"/>
                      <a:pt x="31" y="14"/>
                    </a:cubicBezTo>
                    <a:cubicBezTo>
                      <a:pt x="32" y="11"/>
                      <a:pt x="38" y="7"/>
                      <a:pt x="38" y="12"/>
                    </a:cubicBezTo>
                    <a:cubicBezTo>
                      <a:pt x="38" y="11"/>
                      <a:pt x="39" y="11"/>
                      <a:pt x="40" y="10"/>
                    </a:cubicBezTo>
                    <a:cubicBezTo>
                      <a:pt x="40" y="11"/>
                      <a:pt x="41" y="12"/>
                      <a:pt x="41" y="13"/>
                    </a:cubicBezTo>
                    <a:cubicBezTo>
                      <a:pt x="45" y="10"/>
                      <a:pt x="46" y="2"/>
                      <a:pt x="51" y="1"/>
                    </a:cubicBezTo>
                    <a:cubicBezTo>
                      <a:pt x="57" y="0"/>
                      <a:pt x="56" y="5"/>
                      <a:pt x="56" y="8"/>
                    </a:cubicBezTo>
                    <a:cubicBezTo>
                      <a:pt x="60" y="9"/>
                      <a:pt x="65" y="15"/>
                      <a:pt x="60" y="17"/>
                    </a:cubicBezTo>
                    <a:cubicBezTo>
                      <a:pt x="61" y="21"/>
                      <a:pt x="69" y="19"/>
                      <a:pt x="67" y="24"/>
                    </a:cubicBezTo>
                    <a:cubicBezTo>
                      <a:pt x="70" y="24"/>
                      <a:pt x="75" y="22"/>
                      <a:pt x="77" y="25"/>
                    </a:cubicBezTo>
                    <a:cubicBezTo>
                      <a:pt x="78" y="27"/>
                      <a:pt x="78" y="30"/>
                      <a:pt x="75" y="30"/>
                    </a:cubicBezTo>
                    <a:cubicBezTo>
                      <a:pt x="81" y="28"/>
                      <a:pt x="84" y="39"/>
                      <a:pt x="76" y="38"/>
                    </a:cubicBezTo>
                    <a:cubicBezTo>
                      <a:pt x="79" y="40"/>
                      <a:pt x="84" y="45"/>
                      <a:pt x="85" y="48"/>
                    </a:cubicBezTo>
                    <a:cubicBezTo>
                      <a:pt x="86" y="51"/>
                      <a:pt x="84" y="54"/>
                      <a:pt x="81" y="52"/>
                    </a:cubicBezTo>
                    <a:cubicBezTo>
                      <a:pt x="81" y="55"/>
                      <a:pt x="84" y="66"/>
                      <a:pt x="76" y="60"/>
                    </a:cubicBezTo>
                    <a:cubicBezTo>
                      <a:pt x="72" y="67"/>
                      <a:pt x="79" y="65"/>
                      <a:pt x="83" y="66"/>
                    </a:cubicBezTo>
                    <a:cubicBezTo>
                      <a:pt x="90" y="68"/>
                      <a:pt x="84" y="81"/>
                      <a:pt x="79" y="73"/>
                    </a:cubicBezTo>
                    <a:cubicBezTo>
                      <a:pt x="75" y="82"/>
                      <a:pt x="79" y="88"/>
                      <a:pt x="68" y="83"/>
                    </a:cubicBezTo>
                    <a:cubicBezTo>
                      <a:pt x="67" y="84"/>
                      <a:pt x="66" y="90"/>
                      <a:pt x="63" y="88"/>
                    </a:cubicBezTo>
                    <a:cubicBezTo>
                      <a:pt x="59" y="87"/>
                      <a:pt x="64" y="79"/>
                      <a:pt x="61" y="78"/>
                    </a:cubicBezTo>
                    <a:cubicBezTo>
                      <a:pt x="57" y="77"/>
                      <a:pt x="58" y="84"/>
                      <a:pt x="55" y="84"/>
                    </a:cubicBezTo>
                    <a:cubicBezTo>
                      <a:pt x="51" y="84"/>
                      <a:pt x="52" y="78"/>
                      <a:pt x="54" y="76"/>
                    </a:cubicBezTo>
                    <a:cubicBezTo>
                      <a:pt x="50" y="87"/>
                      <a:pt x="46" y="80"/>
                      <a:pt x="46" y="73"/>
                    </a:cubicBezTo>
                    <a:cubicBezTo>
                      <a:pt x="43" y="74"/>
                      <a:pt x="41" y="75"/>
                      <a:pt x="38" y="75"/>
                    </a:cubicBezTo>
                    <a:cubicBezTo>
                      <a:pt x="38" y="70"/>
                      <a:pt x="37" y="70"/>
                      <a:pt x="33" y="70"/>
                    </a:cubicBezTo>
                    <a:cubicBezTo>
                      <a:pt x="28" y="72"/>
                      <a:pt x="28" y="74"/>
                      <a:pt x="25" y="67"/>
                    </a:cubicBezTo>
                    <a:cubicBezTo>
                      <a:pt x="21" y="60"/>
                      <a:pt x="24" y="65"/>
                      <a:pt x="18" y="64"/>
                    </a:cubicBezTo>
                    <a:cubicBezTo>
                      <a:pt x="13" y="63"/>
                      <a:pt x="14" y="56"/>
                      <a:pt x="13" y="52"/>
                    </a:cubicBezTo>
                    <a:cubicBezTo>
                      <a:pt x="9" y="53"/>
                      <a:pt x="7" y="49"/>
                      <a:pt x="8" y="45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338" name="Freeform 657">
                <a:extLst>
                  <a:ext uri="{FF2B5EF4-FFF2-40B4-BE49-F238E27FC236}">
                    <a16:creationId xmlns:a16="http://schemas.microsoft.com/office/drawing/2014/main" id="{2CC5A371-C91E-4E4A-A2E2-5C685365B3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8" y="862"/>
                <a:ext cx="43" cy="49"/>
              </a:xfrm>
              <a:custGeom>
                <a:avLst/>
                <a:gdLst>
                  <a:gd name="T0" fmla="*/ 0 w 24"/>
                  <a:gd name="T1" fmla="*/ 0 h 28"/>
                  <a:gd name="T2" fmla="*/ 52 w 24"/>
                  <a:gd name="T3" fmla="*/ 33 h 28"/>
                  <a:gd name="T4" fmla="*/ 70 w 24"/>
                  <a:gd name="T5" fmla="*/ 65 h 28"/>
                  <a:gd name="T6" fmla="*/ 73 w 24"/>
                  <a:gd name="T7" fmla="*/ 93 h 28"/>
                  <a:gd name="T8" fmla="*/ 93 w 24"/>
                  <a:gd name="T9" fmla="*/ 93 h 28"/>
                  <a:gd name="T10" fmla="*/ 116 w 24"/>
                  <a:gd name="T11" fmla="*/ 142 h 28"/>
                  <a:gd name="T12" fmla="*/ 122 w 24"/>
                  <a:gd name="T13" fmla="*/ 130 h 28"/>
                  <a:gd name="T14" fmla="*/ 125 w 24"/>
                  <a:gd name="T15" fmla="*/ 135 h 28"/>
                  <a:gd name="T16" fmla="*/ 125 w 24"/>
                  <a:gd name="T17" fmla="*/ 151 h 28"/>
                  <a:gd name="T18" fmla="*/ 131 w 24"/>
                  <a:gd name="T19" fmla="*/ 151 h 28"/>
                  <a:gd name="T20" fmla="*/ 109 w 24"/>
                  <a:gd name="T21" fmla="*/ 130 h 28"/>
                  <a:gd name="T22" fmla="*/ 93 w 24"/>
                  <a:gd name="T23" fmla="*/ 93 h 28"/>
                  <a:gd name="T24" fmla="*/ 70 w 24"/>
                  <a:gd name="T25" fmla="*/ 65 h 28"/>
                  <a:gd name="T26" fmla="*/ 70 w 24"/>
                  <a:gd name="T27" fmla="*/ 37 h 28"/>
                  <a:gd name="T28" fmla="*/ 7 w 24"/>
                  <a:gd name="T29" fmla="*/ 7 h 2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24" h="28">
                    <a:moveTo>
                      <a:pt x="0" y="0"/>
                    </a:moveTo>
                    <a:cubicBezTo>
                      <a:pt x="1" y="6"/>
                      <a:pt x="4" y="5"/>
                      <a:pt x="9" y="6"/>
                    </a:cubicBezTo>
                    <a:cubicBezTo>
                      <a:pt x="10" y="8"/>
                      <a:pt x="8" y="14"/>
                      <a:pt x="12" y="12"/>
                    </a:cubicBezTo>
                    <a:cubicBezTo>
                      <a:pt x="13" y="13"/>
                      <a:pt x="13" y="16"/>
                      <a:pt x="13" y="17"/>
                    </a:cubicBezTo>
                    <a:cubicBezTo>
                      <a:pt x="14" y="17"/>
                      <a:pt x="15" y="17"/>
                      <a:pt x="16" y="17"/>
                    </a:cubicBezTo>
                    <a:cubicBezTo>
                      <a:pt x="18" y="20"/>
                      <a:pt x="16" y="24"/>
                      <a:pt x="20" y="26"/>
                    </a:cubicBezTo>
                    <a:cubicBezTo>
                      <a:pt x="20" y="25"/>
                      <a:pt x="21" y="25"/>
                      <a:pt x="21" y="24"/>
                    </a:cubicBezTo>
                    <a:cubicBezTo>
                      <a:pt x="21" y="24"/>
                      <a:pt x="22" y="25"/>
                      <a:pt x="22" y="25"/>
                    </a:cubicBezTo>
                    <a:cubicBezTo>
                      <a:pt x="22" y="26"/>
                      <a:pt x="22" y="27"/>
                      <a:pt x="22" y="28"/>
                    </a:cubicBezTo>
                    <a:cubicBezTo>
                      <a:pt x="22" y="28"/>
                      <a:pt x="23" y="28"/>
                      <a:pt x="23" y="28"/>
                    </a:cubicBezTo>
                    <a:cubicBezTo>
                      <a:pt x="24" y="25"/>
                      <a:pt x="21" y="24"/>
                      <a:pt x="19" y="24"/>
                    </a:cubicBezTo>
                    <a:cubicBezTo>
                      <a:pt x="19" y="21"/>
                      <a:pt x="17" y="19"/>
                      <a:pt x="16" y="17"/>
                    </a:cubicBezTo>
                    <a:cubicBezTo>
                      <a:pt x="15" y="14"/>
                      <a:pt x="16" y="10"/>
                      <a:pt x="12" y="12"/>
                    </a:cubicBezTo>
                    <a:cubicBezTo>
                      <a:pt x="11" y="11"/>
                      <a:pt x="12" y="9"/>
                      <a:pt x="12" y="7"/>
                    </a:cubicBezTo>
                    <a:cubicBezTo>
                      <a:pt x="8" y="3"/>
                      <a:pt x="4" y="6"/>
                      <a:pt x="1" y="1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339" name="Freeform 658">
                <a:extLst>
                  <a:ext uri="{FF2B5EF4-FFF2-40B4-BE49-F238E27FC236}">
                    <a16:creationId xmlns:a16="http://schemas.microsoft.com/office/drawing/2014/main" id="{36610DD5-2CC9-4E27-80B3-33F2BF96D6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0" y="867"/>
                <a:ext cx="42" cy="44"/>
              </a:xfrm>
              <a:custGeom>
                <a:avLst/>
                <a:gdLst>
                  <a:gd name="T0" fmla="*/ 0 w 24"/>
                  <a:gd name="T1" fmla="*/ 7 h 25"/>
                  <a:gd name="T2" fmla="*/ 33 w 24"/>
                  <a:gd name="T3" fmla="*/ 37 h 25"/>
                  <a:gd name="T4" fmla="*/ 49 w 24"/>
                  <a:gd name="T5" fmla="*/ 77 h 25"/>
                  <a:gd name="T6" fmla="*/ 77 w 24"/>
                  <a:gd name="T7" fmla="*/ 70 h 25"/>
                  <a:gd name="T8" fmla="*/ 81 w 24"/>
                  <a:gd name="T9" fmla="*/ 102 h 25"/>
                  <a:gd name="T10" fmla="*/ 102 w 24"/>
                  <a:gd name="T11" fmla="*/ 99 h 25"/>
                  <a:gd name="T12" fmla="*/ 114 w 24"/>
                  <a:gd name="T13" fmla="*/ 136 h 25"/>
                  <a:gd name="T14" fmla="*/ 123 w 24"/>
                  <a:gd name="T15" fmla="*/ 136 h 25"/>
                  <a:gd name="T16" fmla="*/ 102 w 24"/>
                  <a:gd name="T17" fmla="*/ 102 h 25"/>
                  <a:gd name="T18" fmla="*/ 81 w 24"/>
                  <a:gd name="T19" fmla="*/ 86 h 25"/>
                  <a:gd name="T20" fmla="*/ 70 w 24"/>
                  <a:gd name="T21" fmla="*/ 58 h 25"/>
                  <a:gd name="T22" fmla="*/ 44 w 24"/>
                  <a:gd name="T23" fmla="*/ 49 h 25"/>
                  <a:gd name="T24" fmla="*/ 16 w 24"/>
                  <a:gd name="T25" fmla="*/ 0 h 2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4" h="25">
                    <a:moveTo>
                      <a:pt x="0" y="1"/>
                    </a:moveTo>
                    <a:cubicBezTo>
                      <a:pt x="2" y="3"/>
                      <a:pt x="4" y="5"/>
                      <a:pt x="6" y="7"/>
                    </a:cubicBezTo>
                    <a:cubicBezTo>
                      <a:pt x="7" y="8"/>
                      <a:pt x="7" y="13"/>
                      <a:pt x="9" y="14"/>
                    </a:cubicBezTo>
                    <a:cubicBezTo>
                      <a:pt x="11" y="15"/>
                      <a:pt x="12" y="12"/>
                      <a:pt x="14" y="13"/>
                    </a:cubicBezTo>
                    <a:cubicBezTo>
                      <a:pt x="15" y="14"/>
                      <a:pt x="15" y="17"/>
                      <a:pt x="15" y="19"/>
                    </a:cubicBezTo>
                    <a:cubicBezTo>
                      <a:pt x="17" y="18"/>
                      <a:pt x="18" y="19"/>
                      <a:pt x="19" y="18"/>
                    </a:cubicBezTo>
                    <a:cubicBezTo>
                      <a:pt x="19" y="20"/>
                      <a:pt x="19" y="23"/>
                      <a:pt x="21" y="25"/>
                    </a:cubicBezTo>
                    <a:cubicBezTo>
                      <a:pt x="22" y="25"/>
                      <a:pt x="23" y="25"/>
                      <a:pt x="23" y="25"/>
                    </a:cubicBezTo>
                    <a:cubicBezTo>
                      <a:pt x="24" y="22"/>
                      <a:pt x="20" y="21"/>
                      <a:pt x="19" y="19"/>
                    </a:cubicBezTo>
                    <a:cubicBezTo>
                      <a:pt x="18" y="18"/>
                      <a:pt x="20" y="14"/>
                      <a:pt x="15" y="16"/>
                    </a:cubicBezTo>
                    <a:cubicBezTo>
                      <a:pt x="15" y="14"/>
                      <a:pt x="14" y="12"/>
                      <a:pt x="13" y="11"/>
                    </a:cubicBezTo>
                    <a:cubicBezTo>
                      <a:pt x="12" y="10"/>
                      <a:pt x="9" y="10"/>
                      <a:pt x="8" y="9"/>
                    </a:cubicBezTo>
                    <a:cubicBezTo>
                      <a:pt x="6" y="7"/>
                      <a:pt x="6" y="3"/>
                      <a:pt x="3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340" name="Freeform 659">
                <a:extLst>
                  <a:ext uri="{FF2B5EF4-FFF2-40B4-BE49-F238E27FC236}">
                    <a16:creationId xmlns:a16="http://schemas.microsoft.com/office/drawing/2014/main" id="{35653F78-3EBE-46BA-A43B-3EE625A62E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6" y="851"/>
                <a:ext cx="66" cy="92"/>
              </a:xfrm>
              <a:custGeom>
                <a:avLst/>
                <a:gdLst>
                  <a:gd name="T0" fmla="*/ 203 w 37"/>
                  <a:gd name="T1" fmla="*/ 12 h 52"/>
                  <a:gd name="T2" fmla="*/ 203 w 37"/>
                  <a:gd name="T3" fmla="*/ 7 h 52"/>
                  <a:gd name="T4" fmla="*/ 159 w 37"/>
                  <a:gd name="T5" fmla="*/ 50 h 52"/>
                  <a:gd name="T6" fmla="*/ 137 w 37"/>
                  <a:gd name="T7" fmla="*/ 65 h 52"/>
                  <a:gd name="T8" fmla="*/ 130 w 37"/>
                  <a:gd name="T9" fmla="*/ 94 h 52"/>
                  <a:gd name="T10" fmla="*/ 102 w 37"/>
                  <a:gd name="T11" fmla="*/ 106 h 52"/>
                  <a:gd name="T12" fmla="*/ 73 w 37"/>
                  <a:gd name="T13" fmla="*/ 115 h 52"/>
                  <a:gd name="T14" fmla="*/ 52 w 37"/>
                  <a:gd name="T15" fmla="*/ 129 h 52"/>
                  <a:gd name="T16" fmla="*/ 66 w 37"/>
                  <a:gd name="T17" fmla="*/ 143 h 52"/>
                  <a:gd name="T18" fmla="*/ 45 w 37"/>
                  <a:gd name="T19" fmla="*/ 156 h 52"/>
                  <a:gd name="T20" fmla="*/ 57 w 37"/>
                  <a:gd name="T21" fmla="*/ 172 h 52"/>
                  <a:gd name="T22" fmla="*/ 29 w 37"/>
                  <a:gd name="T23" fmla="*/ 188 h 52"/>
                  <a:gd name="T24" fmla="*/ 45 w 37"/>
                  <a:gd name="T25" fmla="*/ 200 h 52"/>
                  <a:gd name="T26" fmla="*/ 36 w 37"/>
                  <a:gd name="T27" fmla="*/ 216 h 52"/>
                  <a:gd name="T28" fmla="*/ 29 w 37"/>
                  <a:gd name="T29" fmla="*/ 228 h 52"/>
                  <a:gd name="T30" fmla="*/ 36 w 37"/>
                  <a:gd name="T31" fmla="*/ 237 h 52"/>
                  <a:gd name="T32" fmla="*/ 16 w 37"/>
                  <a:gd name="T33" fmla="*/ 260 h 52"/>
                  <a:gd name="T34" fmla="*/ 29 w 37"/>
                  <a:gd name="T35" fmla="*/ 272 h 52"/>
                  <a:gd name="T36" fmla="*/ 7 w 37"/>
                  <a:gd name="T37" fmla="*/ 276 h 52"/>
                  <a:gd name="T38" fmla="*/ 21 w 37"/>
                  <a:gd name="T39" fmla="*/ 251 h 52"/>
                  <a:gd name="T40" fmla="*/ 16 w 37"/>
                  <a:gd name="T41" fmla="*/ 244 h 52"/>
                  <a:gd name="T42" fmla="*/ 36 w 37"/>
                  <a:gd name="T43" fmla="*/ 237 h 52"/>
                  <a:gd name="T44" fmla="*/ 21 w 37"/>
                  <a:gd name="T45" fmla="*/ 216 h 52"/>
                  <a:gd name="T46" fmla="*/ 45 w 37"/>
                  <a:gd name="T47" fmla="*/ 200 h 52"/>
                  <a:gd name="T48" fmla="*/ 45 w 37"/>
                  <a:gd name="T49" fmla="*/ 179 h 52"/>
                  <a:gd name="T50" fmla="*/ 45 w 37"/>
                  <a:gd name="T51" fmla="*/ 138 h 52"/>
                  <a:gd name="T52" fmla="*/ 57 w 37"/>
                  <a:gd name="T53" fmla="*/ 143 h 52"/>
                  <a:gd name="T54" fmla="*/ 45 w 37"/>
                  <a:gd name="T55" fmla="*/ 129 h 52"/>
                  <a:gd name="T56" fmla="*/ 86 w 37"/>
                  <a:gd name="T57" fmla="*/ 110 h 52"/>
                  <a:gd name="T58" fmla="*/ 96 w 37"/>
                  <a:gd name="T59" fmla="*/ 94 h 52"/>
                  <a:gd name="T60" fmla="*/ 109 w 37"/>
                  <a:gd name="T61" fmla="*/ 78 h 52"/>
                  <a:gd name="T62" fmla="*/ 125 w 37"/>
                  <a:gd name="T63" fmla="*/ 60 h 52"/>
                  <a:gd name="T64" fmla="*/ 143 w 37"/>
                  <a:gd name="T65" fmla="*/ 44 h 52"/>
                  <a:gd name="T66" fmla="*/ 159 w 37"/>
                  <a:gd name="T67" fmla="*/ 12 h 52"/>
                  <a:gd name="T68" fmla="*/ 198 w 37"/>
                  <a:gd name="T69" fmla="*/ 0 h 52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37" h="52">
                    <a:moveTo>
                      <a:pt x="36" y="2"/>
                    </a:moveTo>
                    <a:cubicBezTo>
                      <a:pt x="36" y="2"/>
                      <a:pt x="37" y="1"/>
                      <a:pt x="36" y="1"/>
                    </a:cubicBezTo>
                    <a:cubicBezTo>
                      <a:pt x="33" y="7"/>
                      <a:pt x="34" y="7"/>
                      <a:pt x="28" y="9"/>
                    </a:cubicBezTo>
                    <a:cubicBezTo>
                      <a:pt x="26" y="9"/>
                      <a:pt x="25" y="10"/>
                      <a:pt x="24" y="12"/>
                    </a:cubicBezTo>
                    <a:cubicBezTo>
                      <a:pt x="23" y="14"/>
                      <a:pt x="24" y="15"/>
                      <a:pt x="23" y="17"/>
                    </a:cubicBezTo>
                    <a:cubicBezTo>
                      <a:pt x="22" y="18"/>
                      <a:pt x="19" y="18"/>
                      <a:pt x="18" y="19"/>
                    </a:cubicBezTo>
                    <a:cubicBezTo>
                      <a:pt x="16" y="19"/>
                      <a:pt x="15" y="20"/>
                      <a:pt x="13" y="21"/>
                    </a:cubicBezTo>
                    <a:cubicBezTo>
                      <a:pt x="12" y="22"/>
                      <a:pt x="9" y="21"/>
                      <a:pt x="9" y="23"/>
                    </a:cubicBezTo>
                    <a:cubicBezTo>
                      <a:pt x="9" y="25"/>
                      <a:pt x="11" y="26"/>
                      <a:pt x="12" y="26"/>
                    </a:cubicBezTo>
                    <a:cubicBezTo>
                      <a:pt x="12" y="29"/>
                      <a:pt x="9" y="26"/>
                      <a:pt x="8" y="28"/>
                    </a:cubicBezTo>
                    <a:cubicBezTo>
                      <a:pt x="6" y="29"/>
                      <a:pt x="8" y="31"/>
                      <a:pt x="10" y="31"/>
                    </a:cubicBezTo>
                    <a:cubicBezTo>
                      <a:pt x="9" y="33"/>
                      <a:pt x="6" y="32"/>
                      <a:pt x="5" y="34"/>
                    </a:cubicBezTo>
                    <a:cubicBezTo>
                      <a:pt x="5" y="36"/>
                      <a:pt x="7" y="37"/>
                      <a:pt x="8" y="36"/>
                    </a:cubicBezTo>
                    <a:cubicBezTo>
                      <a:pt x="8" y="38"/>
                      <a:pt x="7" y="38"/>
                      <a:pt x="6" y="39"/>
                    </a:cubicBezTo>
                    <a:cubicBezTo>
                      <a:pt x="6" y="40"/>
                      <a:pt x="5" y="40"/>
                      <a:pt x="5" y="41"/>
                    </a:cubicBezTo>
                    <a:cubicBezTo>
                      <a:pt x="5" y="42"/>
                      <a:pt x="6" y="42"/>
                      <a:pt x="6" y="43"/>
                    </a:cubicBezTo>
                    <a:cubicBezTo>
                      <a:pt x="7" y="45"/>
                      <a:pt x="7" y="47"/>
                      <a:pt x="3" y="47"/>
                    </a:cubicBezTo>
                    <a:cubicBezTo>
                      <a:pt x="4" y="49"/>
                      <a:pt x="3" y="49"/>
                      <a:pt x="5" y="49"/>
                    </a:cubicBezTo>
                    <a:cubicBezTo>
                      <a:pt x="5" y="52"/>
                      <a:pt x="2" y="52"/>
                      <a:pt x="1" y="50"/>
                    </a:cubicBezTo>
                    <a:cubicBezTo>
                      <a:pt x="0" y="47"/>
                      <a:pt x="3" y="46"/>
                      <a:pt x="4" y="45"/>
                    </a:cubicBezTo>
                    <a:cubicBezTo>
                      <a:pt x="4" y="44"/>
                      <a:pt x="4" y="44"/>
                      <a:pt x="3" y="44"/>
                    </a:cubicBezTo>
                    <a:cubicBezTo>
                      <a:pt x="4" y="44"/>
                      <a:pt x="5" y="43"/>
                      <a:pt x="6" y="43"/>
                    </a:cubicBezTo>
                    <a:cubicBezTo>
                      <a:pt x="6" y="42"/>
                      <a:pt x="3" y="40"/>
                      <a:pt x="4" y="39"/>
                    </a:cubicBezTo>
                    <a:cubicBezTo>
                      <a:pt x="4" y="37"/>
                      <a:pt x="7" y="39"/>
                      <a:pt x="8" y="36"/>
                    </a:cubicBezTo>
                    <a:cubicBezTo>
                      <a:pt x="3" y="36"/>
                      <a:pt x="4" y="30"/>
                      <a:pt x="8" y="32"/>
                    </a:cubicBezTo>
                    <a:cubicBezTo>
                      <a:pt x="8" y="29"/>
                      <a:pt x="8" y="28"/>
                      <a:pt x="8" y="25"/>
                    </a:cubicBezTo>
                    <a:cubicBezTo>
                      <a:pt x="8" y="26"/>
                      <a:pt x="9" y="26"/>
                      <a:pt x="10" y="26"/>
                    </a:cubicBezTo>
                    <a:cubicBezTo>
                      <a:pt x="10" y="25"/>
                      <a:pt x="9" y="24"/>
                      <a:pt x="8" y="23"/>
                    </a:cubicBezTo>
                    <a:cubicBezTo>
                      <a:pt x="9" y="20"/>
                      <a:pt x="13" y="21"/>
                      <a:pt x="15" y="20"/>
                    </a:cubicBezTo>
                    <a:cubicBezTo>
                      <a:pt x="14" y="20"/>
                      <a:pt x="17" y="17"/>
                      <a:pt x="17" y="17"/>
                    </a:cubicBezTo>
                    <a:cubicBezTo>
                      <a:pt x="17" y="16"/>
                      <a:pt x="19" y="16"/>
                      <a:pt x="19" y="14"/>
                    </a:cubicBezTo>
                    <a:cubicBezTo>
                      <a:pt x="23" y="15"/>
                      <a:pt x="21" y="13"/>
                      <a:pt x="22" y="11"/>
                    </a:cubicBezTo>
                    <a:cubicBezTo>
                      <a:pt x="23" y="10"/>
                      <a:pt x="25" y="9"/>
                      <a:pt x="25" y="8"/>
                    </a:cubicBezTo>
                    <a:cubicBezTo>
                      <a:pt x="27" y="6"/>
                      <a:pt x="24" y="4"/>
                      <a:pt x="28" y="2"/>
                    </a:cubicBezTo>
                    <a:cubicBezTo>
                      <a:pt x="30" y="1"/>
                      <a:pt x="34" y="1"/>
                      <a:pt x="35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341" name="Freeform 660">
                <a:extLst>
                  <a:ext uri="{FF2B5EF4-FFF2-40B4-BE49-F238E27FC236}">
                    <a16:creationId xmlns:a16="http://schemas.microsoft.com/office/drawing/2014/main" id="{041704C7-7F75-472B-8A29-741709535C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6" y="778"/>
                <a:ext cx="65" cy="66"/>
              </a:xfrm>
              <a:custGeom>
                <a:avLst/>
                <a:gdLst>
                  <a:gd name="T0" fmla="*/ 158 w 37"/>
                  <a:gd name="T1" fmla="*/ 0 h 37"/>
                  <a:gd name="T2" fmla="*/ 0 w 37"/>
                  <a:gd name="T3" fmla="*/ 171 h 37"/>
                  <a:gd name="T4" fmla="*/ 49 w 37"/>
                  <a:gd name="T5" fmla="*/ 210 h 37"/>
                  <a:gd name="T6" fmla="*/ 107 w 37"/>
                  <a:gd name="T7" fmla="*/ 146 h 37"/>
                  <a:gd name="T8" fmla="*/ 200 w 37"/>
                  <a:gd name="T9" fmla="*/ 45 h 37"/>
                  <a:gd name="T10" fmla="*/ 151 w 37"/>
                  <a:gd name="T11" fmla="*/ 7 h 3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7" h="37">
                    <a:moveTo>
                      <a:pt x="29" y="0"/>
                    </a:moveTo>
                    <a:cubicBezTo>
                      <a:pt x="20" y="5"/>
                      <a:pt x="4" y="19"/>
                      <a:pt x="0" y="30"/>
                    </a:cubicBezTo>
                    <a:cubicBezTo>
                      <a:pt x="3" y="31"/>
                      <a:pt x="7" y="37"/>
                      <a:pt x="9" y="37"/>
                    </a:cubicBezTo>
                    <a:cubicBezTo>
                      <a:pt x="12" y="37"/>
                      <a:pt x="18" y="28"/>
                      <a:pt x="20" y="26"/>
                    </a:cubicBezTo>
                    <a:cubicBezTo>
                      <a:pt x="25" y="20"/>
                      <a:pt x="32" y="14"/>
                      <a:pt x="37" y="8"/>
                    </a:cubicBezTo>
                    <a:cubicBezTo>
                      <a:pt x="34" y="5"/>
                      <a:pt x="31" y="4"/>
                      <a:pt x="28" y="1"/>
                    </a:cubicBezTo>
                  </a:path>
                </a:pathLst>
              </a:custGeom>
              <a:solidFill>
                <a:srgbClr val="FAF1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342" name="Freeform 661">
                <a:extLst>
                  <a:ext uri="{FF2B5EF4-FFF2-40B4-BE49-F238E27FC236}">
                    <a16:creationId xmlns:a16="http://schemas.microsoft.com/office/drawing/2014/main" id="{513943CA-8F5E-4409-B33D-7F6950F941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7" y="759"/>
                <a:ext cx="62" cy="62"/>
              </a:xfrm>
              <a:custGeom>
                <a:avLst/>
                <a:gdLst>
                  <a:gd name="T0" fmla="*/ 0 w 35"/>
                  <a:gd name="T1" fmla="*/ 143 h 35"/>
                  <a:gd name="T2" fmla="*/ 16 w 35"/>
                  <a:gd name="T3" fmla="*/ 101 h 35"/>
                  <a:gd name="T4" fmla="*/ 44 w 35"/>
                  <a:gd name="T5" fmla="*/ 37 h 35"/>
                  <a:gd name="T6" fmla="*/ 78 w 35"/>
                  <a:gd name="T7" fmla="*/ 7 h 35"/>
                  <a:gd name="T8" fmla="*/ 138 w 35"/>
                  <a:gd name="T9" fmla="*/ 37 h 35"/>
                  <a:gd name="T10" fmla="*/ 195 w 35"/>
                  <a:gd name="T11" fmla="*/ 106 h 35"/>
                  <a:gd name="T12" fmla="*/ 143 w 35"/>
                  <a:gd name="T13" fmla="*/ 151 h 35"/>
                  <a:gd name="T14" fmla="*/ 78 w 35"/>
                  <a:gd name="T15" fmla="*/ 179 h 35"/>
                  <a:gd name="T16" fmla="*/ 44 w 35"/>
                  <a:gd name="T17" fmla="*/ 188 h 35"/>
                  <a:gd name="T18" fmla="*/ 21 w 35"/>
                  <a:gd name="T19" fmla="*/ 167 h 3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5" h="35">
                    <a:moveTo>
                      <a:pt x="0" y="26"/>
                    </a:moveTo>
                    <a:cubicBezTo>
                      <a:pt x="2" y="25"/>
                      <a:pt x="2" y="20"/>
                      <a:pt x="3" y="18"/>
                    </a:cubicBezTo>
                    <a:cubicBezTo>
                      <a:pt x="4" y="14"/>
                      <a:pt x="5" y="11"/>
                      <a:pt x="8" y="7"/>
                    </a:cubicBezTo>
                    <a:cubicBezTo>
                      <a:pt x="9" y="4"/>
                      <a:pt x="10" y="0"/>
                      <a:pt x="14" y="1"/>
                    </a:cubicBezTo>
                    <a:cubicBezTo>
                      <a:pt x="17" y="1"/>
                      <a:pt x="22" y="5"/>
                      <a:pt x="25" y="7"/>
                    </a:cubicBezTo>
                    <a:cubicBezTo>
                      <a:pt x="27" y="9"/>
                      <a:pt x="34" y="15"/>
                      <a:pt x="35" y="19"/>
                    </a:cubicBezTo>
                    <a:cubicBezTo>
                      <a:pt x="35" y="23"/>
                      <a:pt x="29" y="25"/>
                      <a:pt x="26" y="27"/>
                    </a:cubicBezTo>
                    <a:cubicBezTo>
                      <a:pt x="22" y="30"/>
                      <a:pt x="18" y="31"/>
                      <a:pt x="14" y="32"/>
                    </a:cubicBezTo>
                    <a:cubicBezTo>
                      <a:pt x="12" y="33"/>
                      <a:pt x="9" y="35"/>
                      <a:pt x="8" y="34"/>
                    </a:cubicBezTo>
                    <a:cubicBezTo>
                      <a:pt x="6" y="34"/>
                      <a:pt x="5" y="31"/>
                      <a:pt x="4" y="30"/>
                    </a:cubicBezTo>
                  </a:path>
                </a:pathLst>
              </a:custGeom>
              <a:solidFill>
                <a:srgbClr val="FAF1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343" name="Freeform 662">
                <a:extLst>
                  <a:ext uri="{FF2B5EF4-FFF2-40B4-BE49-F238E27FC236}">
                    <a16:creationId xmlns:a16="http://schemas.microsoft.com/office/drawing/2014/main" id="{8ED16FB2-D0EF-49BA-A632-CB1FD06704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1" y="812"/>
                <a:ext cx="55" cy="59"/>
              </a:xfrm>
              <a:custGeom>
                <a:avLst/>
                <a:gdLst>
                  <a:gd name="T0" fmla="*/ 130 w 31"/>
                  <a:gd name="T1" fmla="*/ 0 h 33"/>
                  <a:gd name="T2" fmla="*/ 28 w 31"/>
                  <a:gd name="T3" fmla="*/ 52 h 33"/>
                  <a:gd name="T4" fmla="*/ 12 w 31"/>
                  <a:gd name="T5" fmla="*/ 86 h 33"/>
                  <a:gd name="T6" fmla="*/ 66 w 31"/>
                  <a:gd name="T7" fmla="*/ 154 h 33"/>
                  <a:gd name="T8" fmla="*/ 110 w 31"/>
                  <a:gd name="T9" fmla="*/ 182 h 33"/>
                  <a:gd name="T10" fmla="*/ 138 w 31"/>
                  <a:gd name="T11" fmla="*/ 159 h 33"/>
                  <a:gd name="T12" fmla="*/ 160 w 31"/>
                  <a:gd name="T13" fmla="*/ 93 h 33"/>
                  <a:gd name="T14" fmla="*/ 174 w 31"/>
                  <a:gd name="T15" fmla="*/ 36 h 3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1" h="33">
                    <a:moveTo>
                      <a:pt x="23" y="0"/>
                    </a:moveTo>
                    <a:cubicBezTo>
                      <a:pt x="17" y="0"/>
                      <a:pt x="10" y="5"/>
                      <a:pt x="5" y="9"/>
                    </a:cubicBezTo>
                    <a:cubicBezTo>
                      <a:pt x="1" y="10"/>
                      <a:pt x="0" y="11"/>
                      <a:pt x="2" y="15"/>
                    </a:cubicBezTo>
                    <a:cubicBezTo>
                      <a:pt x="5" y="19"/>
                      <a:pt x="9" y="24"/>
                      <a:pt x="12" y="27"/>
                    </a:cubicBezTo>
                    <a:cubicBezTo>
                      <a:pt x="15" y="29"/>
                      <a:pt x="18" y="31"/>
                      <a:pt x="20" y="32"/>
                    </a:cubicBezTo>
                    <a:cubicBezTo>
                      <a:pt x="23" y="33"/>
                      <a:pt x="24" y="31"/>
                      <a:pt x="25" y="28"/>
                    </a:cubicBezTo>
                    <a:cubicBezTo>
                      <a:pt x="27" y="24"/>
                      <a:pt x="29" y="20"/>
                      <a:pt x="29" y="16"/>
                    </a:cubicBezTo>
                    <a:cubicBezTo>
                      <a:pt x="30" y="13"/>
                      <a:pt x="30" y="9"/>
                      <a:pt x="31" y="6"/>
                    </a:cubicBezTo>
                  </a:path>
                </a:pathLst>
              </a:custGeom>
              <a:solidFill>
                <a:srgbClr val="FAF1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344" name="Freeform 663">
                <a:extLst>
                  <a:ext uri="{FF2B5EF4-FFF2-40B4-BE49-F238E27FC236}">
                    <a16:creationId xmlns:a16="http://schemas.microsoft.com/office/drawing/2014/main" id="{78044C4B-29ED-4E2B-A5FC-C5F4D4AA6E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8" y="764"/>
                <a:ext cx="16" cy="32"/>
              </a:xfrm>
              <a:custGeom>
                <a:avLst/>
                <a:gdLst>
                  <a:gd name="T0" fmla="*/ 7 w 9"/>
                  <a:gd name="T1" fmla="*/ 101 h 18"/>
                  <a:gd name="T2" fmla="*/ 16 w 9"/>
                  <a:gd name="T3" fmla="*/ 37 h 18"/>
                  <a:gd name="T4" fmla="*/ 44 w 9"/>
                  <a:gd name="T5" fmla="*/ 16 h 18"/>
                  <a:gd name="T6" fmla="*/ 0 w 9"/>
                  <a:gd name="T7" fmla="*/ 101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18">
                    <a:moveTo>
                      <a:pt x="1" y="18"/>
                    </a:moveTo>
                    <a:cubicBezTo>
                      <a:pt x="1" y="15"/>
                      <a:pt x="2" y="10"/>
                      <a:pt x="3" y="7"/>
                    </a:cubicBezTo>
                    <a:cubicBezTo>
                      <a:pt x="3" y="6"/>
                      <a:pt x="6" y="0"/>
                      <a:pt x="8" y="3"/>
                    </a:cubicBezTo>
                    <a:cubicBezTo>
                      <a:pt x="9" y="6"/>
                      <a:pt x="1" y="15"/>
                      <a:pt x="0" y="18"/>
                    </a:cubicBezTo>
                  </a:path>
                </a:pathLst>
              </a:custGeom>
              <a:solidFill>
                <a:srgbClr val="FCCB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345" name="Freeform 664">
                <a:extLst>
                  <a:ext uri="{FF2B5EF4-FFF2-40B4-BE49-F238E27FC236}">
                    <a16:creationId xmlns:a16="http://schemas.microsoft.com/office/drawing/2014/main" id="{21AC6717-9E1E-4FA0-9F2A-20A721DF78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5" y="793"/>
                <a:ext cx="32" cy="17"/>
              </a:xfrm>
              <a:custGeom>
                <a:avLst/>
                <a:gdLst>
                  <a:gd name="T0" fmla="*/ 7 w 18"/>
                  <a:gd name="T1" fmla="*/ 41 h 10"/>
                  <a:gd name="T2" fmla="*/ 73 w 18"/>
                  <a:gd name="T3" fmla="*/ 29 h 10"/>
                  <a:gd name="T4" fmla="*/ 78 w 18"/>
                  <a:gd name="T5" fmla="*/ 5 h 10"/>
                  <a:gd name="T6" fmla="*/ 50 w 18"/>
                  <a:gd name="T7" fmla="*/ 29 h 10"/>
                  <a:gd name="T8" fmla="*/ 0 w 18"/>
                  <a:gd name="T9" fmla="*/ 44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10">
                    <a:moveTo>
                      <a:pt x="1" y="8"/>
                    </a:moveTo>
                    <a:cubicBezTo>
                      <a:pt x="2" y="10"/>
                      <a:pt x="11" y="7"/>
                      <a:pt x="13" y="6"/>
                    </a:cubicBezTo>
                    <a:cubicBezTo>
                      <a:pt x="15" y="5"/>
                      <a:pt x="18" y="0"/>
                      <a:pt x="14" y="1"/>
                    </a:cubicBezTo>
                    <a:cubicBezTo>
                      <a:pt x="12" y="1"/>
                      <a:pt x="10" y="5"/>
                      <a:pt x="9" y="6"/>
                    </a:cubicBezTo>
                    <a:cubicBezTo>
                      <a:pt x="6" y="7"/>
                      <a:pt x="3" y="8"/>
                      <a:pt x="0" y="9"/>
                    </a:cubicBezTo>
                  </a:path>
                </a:pathLst>
              </a:custGeom>
              <a:solidFill>
                <a:srgbClr val="FCCB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346" name="Freeform 665">
                <a:extLst>
                  <a:ext uri="{FF2B5EF4-FFF2-40B4-BE49-F238E27FC236}">
                    <a16:creationId xmlns:a16="http://schemas.microsoft.com/office/drawing/2014/main" id="{3DEE9742-C615-4E85-AB5A-3A96FFCA21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8" y="821"/>
                <a:ext cx="20" cy="14"/>
              </a:xfrm>
              <a:custGeom>
                <a:avLst/>
                <a:gdLst>
                  <a:gd name="T0" fmla="*/ 65 w 11"/>
                  <a:gd name="T1" fmla="*/ 0 h 8"/>
                  <a:gd name="T2" fmla="*/ 7 w 11"/>
                  <a:gd name="T3" fmla="*/ 44 h 8"/>
                  <a:gd name="T4" fmla="*/ 60 w 11"/>
                  <a:gd name="T5" fmla="*/ 0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8">
                    <a:moveTo>
                      <a:pt x="11" y="0"/>
                    </a:moveTo>
                    <a:cubicBezTo>
                      <a:pt x="8" y="1"/>
                      <a:pt x="0" y="4"/>
                      <a:pt x="1" y="8"/>
                    </a:cubicBezTo>
                    <a:cubicBezTo>
                      <a:pt x="4" y="7"/>
                      <a:pt x="8" y="3"/>
                      <a:pt x="10" y="0"/>
                    </a:cubicBezTo>
                  </a:path>
                </a:pathLst>
              </a:custGeom>
              <a:solidFill>
                <a:srgbClr val="FCCB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347" name="Freeform 666">
                <a:extLst>
                  <a:ext uri="{FF2B5EF4-FFF2-40B4-BE49-F238E27FC236}">
                    <a16:creationId xmlns:a16="http://schemas.microsoft.com/office/drawing/2014/main" id="{5116C1E4-0BE6-4034-AAA0-2DA923740F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8" y="832"/>
                <a:ext cx="7" cy="26"/>
              </a:xfrm>
              <a:custGeom>
                <a:avLst/>
                <a:gdLst>
                  <a:gd name="T0" fmla="*/ 21 w 4"/>
                  <a:gd name="T1" fmla="*/ 0 h 15"/>
                  <a:gd name="T2" fmla="*/ 16 w 4"/>
                  <a:gd name="T3" fmla="*/ 57 h 15"/>
                  <a:gd name="T4" fmla="*/ 0 w 4"/>
                  <a:gd name="T5" fmla="*/ 62 h 15"/>
                  <a:gd name="T6" fmla="*/ 21 w 4"/>
                  <a:gd name="T7" fmla="*/ 0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15">
                    <a:moveTo>
                      <a:pt x="4" y="0"/>
                    </a:moveTo>
                    <a:cubicBezTo>
                      <a:pt x="4" y="3"/>
                      <a:pt x="4" y="8"/>
                      <a:pt x="3" y="11"/>
                    </a:cubicBezTo>
                    <a:cubicBezTo>
                      <a:pt x="2" y="13"/>
                      <a:pt x="1" y="15"/>
                      <a:pt x="0" y="12"/>
                    </a:cubicBezTo>
                    <a:cubicBezTo>
                      <a:pt x="0" y="8"/>
                      <a:pt x="2" y="2"/>
                      <a:pt x="4" y="0"/>
                    </a:cubicBezTo>
                  </a:path>
                </a:pathLst>
              </a:custGeom>
              <a:solidFill>
                <a:srgbClr val="FCCB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348" name="Freeform 667">
                <a:extLst>
                  <a:ext uri="{FF2B5EF4-FFF2-40B4-BE49-F238E27FC236}">
                    <a16:creationId xmlns:a16="http://schemas.microsoft.com/office/drawing/2014/main" id="{E3FA2DFE-4B58-47ED-B619-8FB804C1DD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3" y="787"/>
                <a:ext cx="14" cy="13"/>
              </a:xfrm>
              <a:custGeom>
                <a:avLst/>
                <a:gdLst>
                  <a:gd name="T0" fmla="*/ 0 w 8"/>
                  <a:gd name="T1" fmla="*/ 45 h 7"/>
                  <a:gd name="T2" fmla="*/ 44 w 8"/>
                  <a:gd name="T3" fmla="*/ 0 h 7"/>
                  <a:gd name="T4" fmla="*/ 7 w 8"/>
                  <a:gd name="T5" fmla="*/ 45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7">
                    <a:moveTo>
                      <a:pt x="0" y="7"/>
                    </a:moveTo>
                    <a:cubicBezTo>
                      <a:pt x="3" y="5"/>
                      <a:pt x="4" y="1"/>
                      <a:pt x="8" y="0"/>
                    </a:cubicBezTo>
                    <a:cubicBezTo>
                      <a:pt x="7" y="3"/>
                      <a:pt x="3" y="4"/>
                      <a:pt x="1" y="7"/>
                    </a:cubicBezTo>
                  </a:path>
                </a:pathLst>
              </a:custGeom>
              <a:solidFill>
                <a:srgbClr val="FCCB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349" name="Freeform 668">
                <a:extLst>
                  <a:ext uri="{FF2B5EF4-FFF2-40B4-BE49-F238E27FC236}">
                    <a16:creationId xmlns:a16="http://schemas.microsoft.com/office/drawing/2014/main" id="{5B83B728-4F6B-4ADF-A15D-66B049F28E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9" y="826"/>
                <a:ext cx="13" cy="14"/>
              </a:xfrm>
              <a:custGeom>
                <a:avLst/>
                <a:gdLst>
                  <a:gd name="T0" fmla="*/ 45 w 7"/>
                  <a:gd name="T1" fmla="*/ 7 h 8"/>
                  <a:gd name="T2" fmla="*/ 7 w 7"/>
                  <a:gd name="T3" fmla="*/ 44 h 8"/>
                  <a:gd name="T4" fmla="*/ 45 w 7"/>
                  <a:gd name="T5" fmla="*/ 0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8">
                    <a:moveTo>
                      <a:pt x="7" y="1"/>
                    </a:moveTo>
                    <a:cubicBezTo>
                      <a:pt x="5" y="1"/>
                      <a:pt x="0" y="5"/>
                      <a:pt x="1" y="8"/>
                    </a:cubicBezTo>
                    <a:cubicBezTo>
                      <a:pt x="3" y="7"/>
                      <a:pt x="6" y="2"/>
                      <a:pt x="7" y="0"/>
                    </a:cubicBezTo>
                  </a:path>
                </a:pathLst>
              </a:custGeom>
              <a:solidFill>
                <a:srgbClr val="FCCB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</p:grpSp>
        <p:sp>
          <p:nvSpPr>
            <p:cNvPr id="32127" name="Freeform 669">
              <a:extLst>
                <a:ext uri="{FF2B5EF4-FFF2-40B4-BE49-F238E27FC236}">
                  <a16:creationId xmlns:a16="http://schemas.microsoft.com/office/drawing/2014/main" id="{7A600CBF-BF9A-4A13-8BF5-2996E90C574B}"/>
                </a:ext>
              </a:extLst>
            </p:cNvPr>
            <p:cNvSpPr>
              <a:spLocks/>
            </p:cNvSpPr>
            <p:nvPr/>
          </p:nvSpPr>
          <p:spPr bwMode="auto">
            <a:xfrm>
              <a:off x="743" y="798"/>
              <a:ext cx="22" cy="21"/>
            </a:xfrm>
            <a:custGeom>
              <a:avLst/>
              <a:gdLst>
                <a:gd name="T0" fmla="*/ 68 w 12"/>
                <a:gd name="T1" fmla="*/ 65 h 12"/>
                <a:gd name="T2" fmla="*/ 51 w 12"/>
                <a:gd name="T3" fmla="*/ 16 h 12"/>
                <a:gd name="T4" fmla="*/ 0 w 12"/>
                <a:gd name="T5" fmla="*/ 28 h 12"/>
                <a:gd name="T6" fmla="*/ 61 w 12"/>
                <a:gd name="T7" fmla="*/ 58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2">
                  <a:moveTo>
                    <a:pt x="11" y="12"/>
                  </a:moveTo>
                  <a:cubicBezTo>
                    <a:pt x="12" y="8"/>
                    <a:pt x="11" y="5"/>
                    <a:pt x="8" y="3"/>
                  </a:cubicBezTo>
                  <a:cubicBezTo>
                    <a:pt x="5" y="1"/>
                    <a:pt x="2" y="2"/>
                    <a:pt x="0" y="5"/>
                  </a:cubicBezTo>
                  <a:cubicBezTo>
                    <a:pt x="4" y="0"/>
                    <a:pt x="10" y="7"/>
                    <a:pt x="10" y="11"/>
                  </a:cubicBezTo>
                </a:path>
              </a:pathLst>
            </a:custGeom>
            <a:solidFill>
              <a:srgbClr val="FCCB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2128" name="Freeform 670">
              <a:extLst>
                <a:ext uri="{FF2B5EF4-FFF2-40B4-BE49-F238E27FC236}">
                  <a16:creationId xmlns:a16="http://schemas.microsoft.com/office/drawing/2014/main" id="{545E8007-0F2F-477B-A8F1-3B14AD55677F}"/>
                </a:ext>
              </a:extLst>
            </p:cNvPr>
            <p:cNvSpPr>
              <a:spLocks/>
            </p:cNvSpPr>
            <p:nvPr/>
          </p:nvSpPr>
          <p:spPr bwMode="auto">
            <a:xfrm>
              <a:off x="736" y="810"/>
              <a:ext cx="20" cy="23"/>
            </a:xfrm>
            <a:custGeom>
              <a:avLst/>
              <a:gdLst>
                <a:gd name="T0" fmla="*/ 16 w 11"/>
                <a:gd name="T1" fmla="*/ 0 h 13"/>
                <a:gd name="T2" fmla="*/ 65 w 11"/>
                <a:gd name="T3" fmla="*/ 37 h 13"/>
                <a:gd name="T4" fmla="*/ 24 w 11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3">
                  <a:moveTo>
                    <a:pt x="3" y="0"/>
                  </a:moveTo>
                  <a:cubicBezTo>
                    <a:pt x="0" y="4"/>
                    <a:pt x="8" y="13"/>
                    <a:pt x="11" y="7"/>
                  </a:cubicBezTo>
                  <a:cubicBezTo>
                    <a:pt x="8" y="6"/>
                    <a:pt x="4" y="5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2129" name="Freeform 671">
              <a:extLst>
                <a:ext uri="{FF2B5EF4-FFF2-40B4-BE49-F238E27FC236}">
                  <a16:creationId xmlns:a16="http://schemas.microsoft.com/office/drawing/2014/main" id="{B6C90C0A-4E37-47FA-8081-41F08CAD41EB}"/>
                </a:ext>
              </a:extLst>
            </p:cNvPr>
            <p:cNvSpPr>
              <a:spLocks/>
            </p:cNvSpPr>
            <p:nvPr/>
          </p:nvSpPr>
          <p:spPr bwMode="auto">
            <a:xfrm>
              <a:off x="767" y="759"/>
              <a:ext cx="37" cy="27"/>
            </a:xfrm>
            <a:custGeom>
              <a:avLst/>
              <a:gdLst>
                <a:gd name="T0" fmla="*/ 7 w 21"/>
                <a:gd name="T1" fmla="*/ 16 h 15"/>
                <a:gd name="T2" fmla="*/ 65 w 21"/>
                <a:gd name="T3" fmla="*/ 41 h 15"/>
                <a:gd name="T4" fmla="*/ 115 w 21"/>
                <a:gd name="T5" fmla="*/ 88 h 15"/>
                <a:gd name="T6" fmla="*/ 56 w 21"/>
                <a:gd name="T7" fmla="*/ 41 h 15"/>
                <a:gd name="T8" fmla="*/ 0 w 21"/>
                <a:gd name="T9" fmla="*/ 16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15">
                  <a:moveTo>
                    <a:pt x="1" y="3"/>
                  </a:moveTo>
                  <a:cubicBezTo>
                    <a:pt x="4" y="0"/>
                    <a:pt x="9" y="4"/>
                    <a:pt x="12" y="7"/>
                  </a:cubicBezTo>
                  <a:cubicBezTo>
                    <a:pt x="15" y="9"/>
                    <a:pt x="19" y="12"/>
                    <a:pt x="21" y="15"/>
                  </a:cubicBezTo>
                  <a:cubicBezTo>
                    <a:pt x="18" y="13"/>
                    <a:pt x="14" y="9"/>
                    <a:pt x="10" y="7"/>
                  </a:cubicBezTo>
                  <a:cubicBezTo>
                    <a:pt x="7" y="5"/>
                    <a:pt x="3" y="2"/>
                    <a:pt x="0" y="3"/>
                  </a:cubicBezTo>
                </a:path>
              </a:pathLst>
            </a:custGeom>
            <a:solidFill>
              <a:srgbClr val="FCCB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2130" name="Freeform 672">
              <a:extLst>
                <a:ext uri="{FF2B5EF4-FFF2-40B4-BE49-F238E27FC236}">
                  <a16:creationId xmlns:a16="http://schemas.microsoft.com/office/drawing/2014/main" id="{9E955373-60C3-441F-AFE0-696A370918C7}"/>
                </a:ext>
              </a:extLst>
            </p:cNvPr>
            <p:cNvSpPr>
              <a:spLocks/>
            </p:cNvSpPr>
            <p:nvPr/>
          </p:nvSpPr>
          <p:spPr bwMode="auto">
            <a:xfrm>
              <a:off x="702" y="830"/>
              <a:ext cx="32" cy="34"/>
            </a:xfrm>
            <a:custGeom>
              <a:avLst/>
              <a:gdLst>
                <a:gd name="T0" fmla="*/ 21 w 18"/>
                <a:gd name="T1" fmla="*/ 0 h 19"/>
                <a:gd name="T2" fmla="*/ 44 w 18"/>
                <a:gd name="T3" fmla="*/ 57 h 19"/>
                <a:gd name="T4" fmla="*/ 101 w 18"/>
                <a:gd name="T5" fmla="*/ 109 h 19"/>
                <a:gd name="T6" fmla="*/ 28 w 18"/>
                <a:gd name="T7" fmla="*/ 0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19">
                  <a:moveTo>
                    <a:pt x="4" y="0"/>
                  </a:moveTo>
                  <a:cubicBezTo>
                    <a:pt x="0" y="3"/>
                    <a:pt x="5" y="7"/>
                    <a:pt x="8" y="10"/>
                  </a:cubicBezTo>
                  <a:cubicBezTo>
                    <a:pt x="11" y="13"/>
                    <a:pt x="14" y="17"/>
                    <a:pt x="18" y="19"/>
                  </a:cubicBezTo>
                  <a:cubicBezTo>
                    <a:pt x="16" y="16"/>
                    <a:pt x="0" y="4"/>
                    <a:pt x="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2131" name="Freeform 673">
              <a:extLst>
                <a:ext uri="{FF2B5EF4-FFF2-40B4-BE49-F238E27FC236}">
                  <a16:creationId xmlns:a16="http://schemas.microsoft.com/office/drawing/2014/main" id="{7E4F6B04-6FA6-4459-9AB3-9BCFC23431AF}"/>
                </a:ext>
              </a:extLst>
            </p:cNvPr>
            <p:cNvSpPr>
              <a:spLocks/>
            </p:cNvSpPr>
            <p:nvPr/>
          </p:nvSpPr>
          <p:spPr bwMode="auto">
            <a:xfrm>
              <a:off x="701" y="759"/>
              <a:ext cx="108" cy="112"/>
            </a:xfrm>
            <a:custGeom>
              <a:avLst/>
              <a:gdLst>
                <a:gd name="T0" fmla="*/ 138 w 61"/>
                <a:gd name="T1" fmla="*/ 325 h 63"/>
                <a:gd name="T2" fmla="*/ 166 w 61"/>
                <a:gd name="T3" fmla="*/ 260 h 63"/>
                <a:gd name="T4" fmla="*/ 166 w 61"/>
                <a:gd name="T5" fmla="*/ 236 h 63"/>
                <a:gd name="T6" fmla="*/ 188 w 61"/>
                <a:gd name="T7" fmla="*/ 208 h 63"/>
                <a:gd name="T8" fmla="*/ 207 w 61"/>
                <a:gd name="T9" fmla="*/ 187 h 63"/>
                <a:gd name="T10" fmla="*/ 223 w 61"/>
                <a:gd name="T11" fmla="*/ 180 h 63"/>
                <a:gd name="T12" fmla="*/ 289 w 61"/>
                <a:gd name="T13" fmla="*/ 151 h 63"/>
                <a:gd name="T14" fmla="*/ 338 w 61"/>
                <a:gd name="T15" fmla="*/ 101 h 63"/>
                <a:gd name="T16" fmla="*/ 282 w 61"/>
                <a:gd name="T17" fmla="*/ 37 h 63"/>
                <a:gd name="T18" fmla="*/ 223 w 61"/>
                <a:gd name="T19" fmla="*/ 7 h 63"/>
                <a:gd name="T20" fmla="*/ 188 w 61"/>
                <a:gd name="T21" fmla="*/ 37 h 63"/>
                <a:gd name="T22" fmla="*/ 159 w 61"/>
                <a:gd name="T23" fmla="*/ 101 h 63"/>
                <a:gd name="T24" fmla="*/ 158 w 61"/>
                <a:gd name="T25" fmla="*/ 130 h 63"/>
                <a:gd name="T26" fmla="*/ 117 w 61"/>
                <a:gd name="T27" fmla="*/ 167 h 63"/>
                <a:gd name="T28" fmla="*/ 28 w 61"/>
                <a:gd name="T29" fmla="*/ 215 h 63"/>
                <a:gd name="T30" fmla="*/ 16 w 61"/>
                <a:gd name="T31" fmla="*/ 252 h 63"/>
                <a:gd name="T32" fmla="*/ 66 w 61"/>
                <a:gd name="T33" fmla="*/ 320 h 63"/>
                <a:gd name="T34" fmla="*/ 110 w 61"/>
                <a:gd name="T35" fmla="*/ 348 h 63"/>
                <a:gd name="T36" fmla="*/ 138 w 61"/>
                <a:gd name="T37" fmla="*/ 325 h 63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61" h="63">
                  <a:moveTo>
                    <a:pt x="25" y="58"/>
                  </a:moveTo>
                  <a:cubicBezTo>
                    <a:pt x="27" y="54"/>
                    <a:pt x="29" y="50"/>
                    <a:pt x="30" y="46"/>
                  </a:cubicBezTo>
                  <a:cubicBezTo>
                    <a:pt x="30" y="45"/>
                    <a:pt x="30" y="43"/>
                    <a:pt x="30" y="42"/>
                  </a:cubicBezTo>
                  <a:cubicBezTo>
                    <a:pt x="32" y="40"/>
                    <a:pt x="33" y="38"/>
                    <a:pt x="34" y="37"/>
                  </a:cubicBezTo>
                  <a:cubicBezTo>
                    <a:pt x="35" y="36"/>
                    <a:pt x="36" y="35"/>
                    <a:pt x="37" y="33"/>
                  </a:cubicBezTo>
                  <a:cubicBezTo>
                    <a:pt x="38" y="33"/>
                    <a:pt x="39" y="32"/>
                    <a:pt x="40" y="32"/>
                  </a:cubicBezTo>
                  <a:cubicBezTo>
                    <a:pt x="44" y="31"/>
                    <a:pt x="48" y="29"/>
                    <a:pt x="52" y="27"/>
                  </a:cubicBezTo>
                  <a:cubicBezTo>
                    <a:pt x="55" y="25"/>
                    <a:pt x="61" y="23"/>
                    <a:pt x="61" y="18"/>
                  </a:cubicBezTo>
                  <a:cubicBezTo>
                    <a:pt x="60" y="15"/>
                    <a:pt x="54" y="9"/>
                    <a:pt x="51" y="7"/>
                  </a:cubicBezTo>
                  <a:cubicBezTo>
                    <a:pt x="48" y="5"/>
                    <a:pt x="43" y="1"/>
                    <a:pt x="40" y="1"/>
                  </a:cubicBezTo>
                  <a:cubicBezTo>
                    <a:pt x="37" y="0"/>
                    <a:pt x="35" y="4"/>
                    <a:pt x="34" y="7"/>
                  </a:cubicBezTo>
                  <a:cubicBezTo>
                    <a:pt x="31" y="10"/>
                    <a:pt x="30" y="14"/>
                    <a:pt x="29" y="18"/>
                  </a:cubicBezTo>
                  <a:cubicBezTo>
                    <a:pt x="28" y="19"/>
                    <a:pt x="28" y="21"/>
                    <a:pt x="28" y="23"/>
                  </a:cubicBezTo>
                  <a:cubicBezTo>
                    <a:pt x="25" y="25"/>
                    <a:pt x="23" y="27"/>
                    <a:pt x="21" y="30"/>
                  </a:cubicBezTo>
                  <a:cubicBezTo>
                    <a:pt x="15" y="31"/>
                    <a:pt x="10" y="36"/>
                    <a:pt x="5" y="38"/>
                  </a:cubicBezTo>
                  <a:cubicBezTo>
                    <a:pt x="1" y="40"/>
                    <a:pt x="0" y="41"/>
                    <a:pt x="3" y="45"/>
                  </a:cubicBezTo>
                  <a:cubicBezTo>
                    <a:pt x="5" y="49"/>
                    <a:pt x="9" y="54"/>
                    <a:pt x="12" y="57"/>
                  </a:cubicBezTo>
                  <a:cubicBezTo>
                    <a:pt x="15" y="59"/>
                    <a:pt x="18" y="61"/>
                    <a:pt x="20" y="62"/>
                  </a:cubicBezTo>
                  <a:cubicBezTo>
                    <a:pt x="23" y="63"/>
                    <a:pt x="24" y="61"/>
                    <a:pt x="25" y="58"/>
                  </a:cubicBezTo>
                  <a:close/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2132" name="Freeform 674">
              <a:extLst>
                <a:ext uri="{FF2B5EF4-FFF2-40B4-BE49-F238E27FC236}">
                  <a16:creationId xmlns:a16="http://schemas.microsoft.com/office/drawing/2014/main" id="{88618803-9D17-407B-B423-7850F1AB30D2}"/>
                </a:ext>
              </a:extLst>
            </p:cNvPr>
            <p:cNvSpPr>
              <a:spLocks/>
            </p:cNvSpPr>
            <p:nvPr/>
          </p:nvSpPr>
          <p:spPr bwMode="auto">
            <a:xfrm>
              <a:off x="750" y="798"/>
              <a:ext cx="17" cy="16"/>
            </a:xfrm>
            <a:custGeom>
              <a:avLst/>
              <a:gdLst>
                <a:gd name="T0" fmla="*/ 0 w 9"/>
                <a:gd name="T1" fmla="*/ 7 h 9"/>
                <a:gd name="T2" fmla="*/ 60 w 9"/>
                <a:gd name="T3" fmla="*/ 5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9">
                  <a:moveTo>
                    <a:pt x="0" y="1"/>
                  </a:moveTo>
                  <a:cubicBezTo>
                    <a:pt x="4" y="0"/>
                    <a:pt x="8" y="6"/>
                    <a:pt x="9" y="9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2133" name="Freeform 675">
              <a:extLst>
                <a:ext uri="{FF2B5EF4-FFF2-40B4-BE49-F238E27FC236}">
                  <a16:creationId xmlns:a16="http://schemas.microsoft.com/office/drawing/2014/main" id="{E26C8E89-5B1B-43EA-85C2-AA6811DAB561}"/>
                </a:ext>
              </a:extLst>
            </p:cNvPr>
            <p:cNvSpPr>
              <a:spLocks/>
            </p:cNvSpPr>
            <p:nvPr/>
          </p:nvSpPr>
          <p:spPr bwMode="auto">
            <a:xfrm>
              <a:off x="736" y="812"/>
              <a:ext cx="14" cy="16"/>
            </a:xfrm>
            <a:custGeom>
              <a:avLst/>
              <a:gdLst>
                <a:gd name="T0" fmla="*/ 0 w 8"/>
                <a:gd name="T1" fmla="*/ 0 h 9"/>
                <a:gd name="T2" fmla="*/ 16 w 8"/>
                <a:gd name="T3" fmla="*/ 37 h 9"/>
                <a:gd name="T4" fmla="*/ 44 w 8"/>
                <a:gd name="T5" fmla="*/ 5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9">
                  <a:moveTo>
                    <a:pt x="0" y="0"/>
                  </a:moveTo>
                  <a:cubicBezTo>
                    <a:pt x="1" y="3"/>
                    <a:pt x="0" y="5"/>
                    <a:pt x="3" y="7"/>
                  </a:cubicBezTo>
                  <a:cubicBezTo>
                    <a:pt x="4" y="8"/>
                    <a:pt x="8" y="9"/>
                    <a:pt x="8" y="9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2134" name="Freeform 676">
              <a:extLst>
                <a:ext uri="{FF2B5EF4-FFF2-40B4-BE49-F238E27FC236}">
                  <a16:creationId xmlns:a16="http://schemas.microsoft.com/office/drawing/2014/main" id="{C0382433-F836-4896-A9CE-B4C9F35D82F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1" y="782"/>
              <a:ext cx="66" cy="64"/>
            </a:xfrm>
            <a:custGeom>
              <a:avLst/>
              <a:gdLst>
                <a:gd name="T0" fmla="*/ 52 w 37"/>
                <a:gd name="T1" fmla="*/ 0 h 36"/>
                <a:gd name="T2" fmla="*/ 210 w 37"/>
                <a:gd name="T3" fmla="*/ 164 h 36"/>
                <a:gd name="T4" fmla="*/ 166 w 37"/>
                <a:gd name="T5" fmla="*/ 203 h 36"/>
                <a:gd name="T6" fmla="*/ 102 w 37"/>
                <a:gd name="T7" fmla="*/ 139 h 36"/>
                <a:gd name="T8" fmla="*/ 0 w 37"/>
                <a:gd name="T9" fmla="*/ 37 h 36"/>
                <a:gd name="T10" fmla="*/ 52 w 37"/>
                <a:gd name="T11" fmla="*/ 7 h 3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7" h="36">
                  <a:moveTo>
                    <a:pt x="9" y="0"/>
                  </a:moveTo>
                  <a:cubicBezTo>
                    <a:pt x="17" y="5"/>
                    <a:pt x="34" y="19"/>
                    <a:pt x="37" y="29"/>
                  </a:cubicBezTo>
                  <a:cubicBezTo>
                    <a:pt x="35" y="30"/>
                    <a:pt x="31" y="36"/>
                    <a:pt x="29" y="36"/>
                  </a:cubicBezTo>
                  <a:cubicBezTo>
                    <a:pt x="25" y="36"/>
                    <a:pt x="20" y="28"/>
                    <a:pt x="18" y="25"/>
                  </a:cubicBezTo>
                  <a:cubicBezTo>
                    <a:pt x="12" y="19"/>
                    <a:pt x="6" y="13"/>
                    <a:pt x="0" y="7"/>
                  </a:cubicBezTo>
                  <a:cubicBezTo>
                    <a:pt x="3" y="4"/>
                    <a:pt x="6" y="3"/>
                    <a:pt x="9" y="1"/>
                  </a:cubicBezTo>
                </a:path>
              </a:pathLst>
            </a:custGeom>
            <a:solidFill>
              <a:srgbClr val="FAF1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2135" name="Freeform 677">
              <a:extLst>
                <a:ext uri="{FF2B5EF4-FFF2-40B4-BE49-F238E27FC236}">
                  <a16:creationId xmlns:a16="http://schemas.microsoft.com/office/drawing/2014/main" id="{28DE3209-F3BC-41EF-AA87-AC4D931275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3" y="763"/>
              <a:ext cx="63" cy="60"/>
            </a:xfrm>
            <a:custGeom>
              <a:avLst/>
              <a:gdLst>
                <a:gd name="T0" fmla="*/ 203 w 35"/>
                <a:gd name="T1" fmla="*/ 143 h 34"/>
                <a:gd name="T2" fmla="*/ 191 w 35"/>
                <a:gd name="T3" fmla="*/ 94 h 34"/>
                <a:gd name="T4" fmla="*/ 162 w 35"/>
                <a:gd name="T5" fmla="*/ 37 h 34"/>
                <a:gd name="T6" fmla="*/ 122 w 35"/>
                <a:gd name="T7" fmla="*/ 0 h 34"/>
                <a:gd name="T8" fmla="*/ 58 w 35"/>
                <a:gd name="T9" fmla="*/ 34 h 34"/>
                <a:gd name="T10" fmla="*/ 7 w 35"/>
                <a:gd name="T11" fmla="*/ 99 h 34"/>
                <a:gd name="T12" fmla="*/ 52 w 35"/>
                <a:gd name="T13" fmla="*/ 143 h 34"/>
                <a:gd name="T14" fmla="*/ 130 w 35"/>
                <a:gd name="T15" fmla="*/ 175 h 34"/>
                <a:gd name="T16" fmla="*/ 162 w 35"/>
                <a:gd name="T17" fmla="*/ 187 h 34"/>
                <a:gd name="T18" fmla="*/ 182 w 35"/>
                <a:gd name="T19" fmla="*/ 159 h 3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5" h="34">
                  <a:moveTo>
                    <a:pt x="35" y="26"/>
                  </a:moveTo>
                  <a:cubicBezTo>
                    <a:pt x="33" y="24"/>
                    <a:pt x="33" y="20"/>
                    <a:pt x="33" y="17"/>
                  </a:cubicBezTo>
                  <a:cubicBezTo>
                    <a:pt x="32" y="13"/>
                    <a:pt x="30" y="10"/>
                    <a:pt x="28" y="7"/>
                  </a:cubicBezTo>
                  <a:cubicBezTo>
                    <a:pt x="26" y="4"/>
                    <a:pt x="25" y="0"/>
                    <a:pt x="21" y="0"/>
                  </a:cubicBezTo>
                  <a:cubicBezTo>
                    <a:pt x="18" y="1"/>
                    <a:pt x="13" y="4"/>
                    <a:pt x="10" y="6"/>
                  </a:cubicBezTo>
                  <a:cubicBezTo>
                    <a:pt x="8" y="8"/>
                    <a:pt x="1" y="14"/>
                    <a:pt x="1" y="18"/>
                  </a:cubicBezTo>
                  <a:cubicBezTo>
                    <a:pt x="0" y="22"/>
                    <a:pt x="7" y="25"/>
                    <a:pt x="9" y="26"/>
                  </a:cubicBezTo>
                  <a:cubicBezTo>
                    <a:pt x="13" y="29"/>
                    <a:pt x="17" y="30"/>
                    <a:pt x="22" y="32"/>
                  </a:cubicBezTo>
                  <a:cubicBezTo>
                    <a:pt x="23" y="32"/>
                    <a:pt x="26" y="34"/>
                    <a:pt x="28" y="34"/>
                  </a:cubicBezTo>
                  <a:cubicBezTo>
                    <a:pt x="29" y="33"/>
                    <a:pt x="30" y="30"/>
                    <a:pt x="31" y="29"/>
                  </a:cubicBezTo>
                </a:path>
              </a:pathLst>
            </a:custGeom>
            <a:solidFill>
              <a:srgbClr val="FAF1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2136" name="Freeform 678">
              <a:extLst>
                <a:ext uri="{FF2B5EF4-FFF2-40B4-BE49-F238E27FC236}">
                  <a16:creationId xmlns:a16="http://schemas.microsoft.com/office/drawing/2014/main" id="{1F7D0B8B-65DA-473C-9218-2675FC68DB5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7" y="814"/>
              <a:ext cx="55" cy="58"/>
            </a:xfrm>
            <a:custGeom>
              <a:avLst/>
              <a:gdLst>
                <a:gd name="T0" fmla="*/ 44 w 31"/>
                <a:gd name="T1" fmla="*/ 0 h 33"/>
                <a:gd name="T2" fmla="*/ 151 w 31"/>
                <a:gd name="T3" fmla="*/ 49 h 33"/>
                <a:gd name="T4" fmla="*/ 160 w 31"/>
                <a:gd name="T5" fmla="*/ 81 h 33"/>
                <a:gd name="T6" fmla="*/ 106 w 31"/>
                <a:gd name="T7" fmla="*/ 146 h 33"/>
                <a:gd name="T8" fmla="*/ 62 w 31"/>
                <a:gd name="T9" fmla="*/ 179 h 33"/>
                <a:gd name="T10" fmla="*/ 35 w 31"/>
                <a:gd name="T11" fmla="*/ 151 h 33"/>
                <a:gd name="T12" fmla="*/ 12 w 31"/>
                <a:gd name="T13" fmla="*/ 86 h 33"/>
                <a:gd name="T14" fmla="*/ 0 w 31"/>
                <a:gd name="T15" fmla="*/ 33 h 3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1" h="33">
                  <a:moveTo>
                    <a:pt x="8" y="0"/>
                  </a:moveTo>
                  <a:cubicBezTo>
                    <a:pt x="15" y="1"/>
                    <a:pt x="21" y="6"/>
                    <a:pt x="27" y="9"/>
                  </a:cubicBezTo>
                  <a:cubicBezTo>
                    <a:pt x="30" y="11"/>
                    <a:pt x="31" y="12"/>
                    <a:pt x="29" y="15"/>
                  </a:cubicBezTo>
                  <a:cubicBezTo>
                    <a:pt x="26" y="20"/>
                    <a:pt x="23" y="24"/>
                    <a:pt x="19" y="27"/>
                  </a:cubicBezTo>
                  <a:cubicBezTo>
                    <a:pt x="17" y="29"/>
                    <a:pt x="14" y="32"/>
                    <a:pt x="11" y="33"/>
                  </a:cubicBezTo>
                  <a:cubicBezTo>
                    <a:pt x="8" y="33"/>
                    <a:pt x="7" y="32"/>
                    <a:pt x="6" y="28"/>
                  </a:cubicBezTo>
                  <a:cubicBezTo>
                    <a:pt x="4" y="25"/>
                    <a:pt x="3" y="20"/>
                    <a:pt x="2" y="16"/>
                  </a:cubicBezTo>
                  <a:cubicBezTo>
                    <a:pt x="1" y="13"/>
                    <a:pt x="1" y="9"/>
                    <a:pt x="0" y="6"/>
                  </a:cubicBezTo>
                </a:path>
              </a:pathLst>
            </a:custGeom>
            <a:solidFill>
              <a:srgbClr val="FAF1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2137" name="Freeform 679">
              <a:extLst>
                <a:ext uri="{FF2B5EF4-FFF2-40B4-BE49-F238E27FC236}">
                  <a16:creationId xmlns:a16="http://schemas.microsoft.com/office/drawing/2014/main" id="{AB64D399-7107-4064-97EF-6CE724FADD2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9" y="766"/>
              <a:ext cx="16" cy="34"/>
            </a:xfrm>
            <a:custGeom>
              <a:avLst/>
              <a:gdLst>
                <a:gd name="T0" fmla="*/ 44 w 9"/>
                <a:gd name="T1" fmla="*/ 102 h 19"/>
                <a:gd name="T2" fmla="*/ 36 w 9"/>
                <a:gd name="T3" fmla="*/ 45 h 19"/>
                <a:gd name="T4" fmla="*/ 7 w 9"/>
                <a:gd name="T5" fmla="*/ 23 h 19"/>
                <a:gd name="T6" fmla="*/ 50 w 9"/>
                <a:gd name="T7" fmla="*/ 109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9">
                  <a:moveTo>
                    <a:pt x="8" y="18"/>
                  </a:moveTo>
                  <a:cubicBezTo>
                    <a:pt x="8" y="15"/>
                    <a:pt x="7" y="11"/>
                    <a:pt x="6" y="8"/>
                  </a:cubicBezTo>
                  <a:cubicBezTo>
                    <a:pt x="6" y="6"/>
                    <a:pt x="3" y="0"/>
                    <a:pt x="1" y="4"/>
                  </a:cubicBezTo>
                  <a:cubicBezTo>
                    <a:pt x="0" y="6"/>
                    <a:pt x="8" y="15"/>
                    <a:pt x="9" y="19"/>
                  </a:cubicBezTo>
                </a:path>
              </a:pathLst>
            </a:custGeom>
            <a:solidFill>
              <a:srgbClr val="FCCB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2138" name="Freeform 680">
              <a:extLst>
                <a:ext uri="{FF2B5EF4-FFF2-40B4-BE49-F238E27FC236}">
                  <a16:creationId xmlns:a16="http://schemas.microsoft.com/office/drawing/2014/main" id="{8730C6AE-DB70-496D-B990-0E6453FF86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6" y="794"/>
              <a:ext cx="32" cy="18"/>
            </a:xfrm>
            <a:custGeom>
              <a:avLst/>
              <a:gdLst>
                <a:gd name="T0" fmla="*/ 101 w 18"/>
                <a:gd name="T1" fmla="*/ 45 h 10"/>
                <a:gd name="T2" fmla="*/ 28 w 18"/>
                <a:gd name="T3" fmla="*/ 36 h 10"/>
                <a:gd name="T4" fmla="*/ 21 w 18"/>
                <a:gd name="T5" fmla="*/ 7 h 10"/>
                <a:gd name="T6" fmla="*/ 57 w 18"/>
                <a:gd name="T7" fmla="*/ 36 h 10"/>
                <a:gd name="T8" fmla="*/ 101 w 18"/>
                <a:gd name="T9" fmla="*/ 52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0">
                  <a:moveTo>
                    <a:pt x="18" y="8"/>
                  </a:moveTo>
                  <a:cubicBezTo>
                    <a:pt x="16" y="10"/>
                    <a:pt x="7" y="7"/>
                    <a:pt x="5" y="6"/>
                  </a:cubicBezTo>
                  <a:cubicBezTo>
                    <a:pt x="4" y="5"/>
                    <a:pt x="0" y="0"/>
                    <a:pt x="4" y="1"/>
                  </a:cubicBezTo>
                  <a:cubicBezTo>
                    <a:pt x="6" y="1"/>
                    <a:pt x="8" y="5"/>
                    <a:pt x="10" y="6"/>
                  </a:cubicBezTo>
                  <a:cubicBezTo>
                    <a:pt x="12" y="8"/>
                    <a:pt x="15" y="8"/>
                    <a:pt x="18" y="9"/>
                  </a:cubicBezTo>
                </a:path>
              </a:pathLst>
            </a:custGeom>
            <a:solidFill>
              <a:srgbClr val="FCCB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2139" name="Freeform 681">
              <a:extLst>
                <a:ext uri="{FF2B5EF4-FFF2-40B4-BE49-F238E27FC236}">
                  <a16:creationId xmlns:a16="http://schemas.microsoft.com/office/drawing/2014/main" id="{C556633C-4C39-463A-A7A6-0A8C74EF28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6" y="823"/>
              <a:ext cx="20" cy="14"/>
            </a:xfrm>
            <a:custGeom>
              <a:avLst/>
              <a:gdLst>
                <a:gd name="T0" fmla="*/ 0 w 11"/>
                <a:gd name="T1" fmla="*/ 0 h 8"/>
                <a:gd name="T2" fmla="*/ 60 w 11"/>
                <a:gd name="T3" fmla="*/ 44 h 8"/>
                <a:gd name="T4" fmla="*/ 7 w 11"/>
                <a:gd name="T5" fmla="*/ 7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8">
                  <a:moveTo>
                    <a:pt x="0" y="0"/>
                  </a:moveTo>
                  <a:cubicBezTo>
                    <a:pt x="2" y="2"/>
                    <a:pt x="11" y="4"/>
                    <a:pt x="10" y="8"/>
                  </a:cubicBezTo>
                  <a:cubicBezTo>
                    <a:pt x="7" y="8"/>
                    <a:pt x="2" y="3"/>
                    <a:pt x="1" y="1"/>
                  </a:cubicBezTo>
                </a:path>
              </a:pathLst>
            </a:custGeom>
            <a:solidFill>
              <a:srgbClr val="FCCB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2140" name="Freeform 682">
              <a:extLst>
                <a:ext uri="{FF2B5EF4-FFF2-40B4-BE49-F238E27FC236}">
                  <a16:creationId xmlns:a16="http://schemas.microsoft.com/office/drawing/2014/main" id="{89E99193-E79B-4583-B84A-A32628C7813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8" y="833"/>
              <a:ext cx="8" cy="27"/>
            </a:xfrm>
            <a:custGeom>
              <a:avLst/>
              <a:gdLst>
                <a:gd name="T0" fmla="*/ 0 w 5"/>
                <a:gd name="T1" fmla="*/ 0 h 15"/>
                <a:gd name="T2" fmla="*/ 5 w 5"/>
                <a:gd name="T3" fmla="*/ 65 h 15"/>
                <a:gd name="T4" fmla="*/ 16 w 5"/>
                <a:gd name="T5" fmla="*/ 72 h 15"/>
                <a:gd name="T6" fmla="*/ 0 w 5"/>
                <a:gd name="T7" fmla="*/ 0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15">
                  <a:moveTo>
                    <a:pt x="0" y="0"/>
                  </a:moveTo>
                  <a:cubicBezTo>
                    <a:pt x="0" y="4"/>
                    <a:pt x="0" y="8"/>
                    <a:pt x="1" y="11"/>
                  </a:cubicBezTo>
                  <a:cubicBezTo>
                    <a:pt x="2" y="14"/>
                    <a:pt x="3" y="15"/>
                    <a:pt x="4" y="12"/>
                  </a:cubicBezTo>
                  <a:cubicBezTo>
                    <a:pt x="5" y="9"/>
                    <a:pt x="2" y="2"/>
                    <a:pt x="0" y="0"/>
                  </a:cubicBezTo>
                </a:path>
              </a:pathLst>
            </a:custGeom>
            <a:solidFill>
              <a:srgbClr val="FCCB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2141" name="Freeform 683">
              <a:extLst>
                <a:ext uri="{FF2B5EF4-FFF2-40B4-BE49-F238E27FC236}">
                  <a16:creationId xmlns:a16="http://schemas.microsoft.com/office/drawing/2014/main" id="{FC8496FA-8B2B-414D-ACBF-0240FA3A9F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5" y="789"/>
              <a:ext cx="15" cy="13"/>
            </a:xfrm>
            <a:custGeom>
              <a:avLst/>
              <a:gdLst>
                <a:gd name="T0" fmla="*/ 53 w 8"/>
                <a:gd name="T1" fmla="*/ 45 h 7"/>
                <a:gd name="T2" fmla="*/ 0 w 8"/>
                <a:gd name="T3" fmla="*/ 0 h 7"/>
                <a:gd name="T4" fmla="*/ 53 w 8"/>
                <a:gd name="T5" fmla="*/ 45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7">
                  <a:moveTo>
                    <a:pt x="8" y="7"/>
                  </a:moveTo>
                  <a:cubicBezTo>
                    <a:pt x="5" y="5"/>
                    <a:pt x="4" y="1"/>
                    <a:pt x="0" y="0"/>
                  </a:cubicBezTo>
                  <a:cubicBezTo>
                    <a:pt x="2" y="4"/>
                    <a:pt x="5" y="5"/>
                    <a:pt x="8" y="7"/>
                  </a:cubicBezTo>
                </a:path>
              </a:pathLst>
            </a:custGeom>
            <a:solidFill>
              <a:srgbClr val="FCCB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2142" name="Freeform 684">
              <a:extLst>
                <a:ext uri="{FF2B5EF4-FFF2-40B4-BE49-F238E27FC236}">
                  <a16:creationId xmlns:a16="http://schemas.microsoft.com/office/drawing/2014/main" id="{0E4DF579-5D5D-4566-A6B7-87F8EE9EF8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1" y="828"/>
              <a:ext cx="14" cy="14"/>
            </a:xfrm>
            <a:custGeom>
              <a:avLst/>
              <a:gdLst>
                <a:gd name="T0" fmla="*/ 0 w 8"/>
                <a:gd name="T1" fmla="*/ 7 h 8"/>
                <a:gd name="T2" fmla="*/ 37 w 8"/>
                <a:gd name="T3" fmla="*/ 44 h 8"/>
                <a:gd name="T4" fmla="*/ 0 w 8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8">
                  <a:moveTo>
                    <a:pt x="0" y="1"/>
                  </a:moveTo>
                  <a:cubicBezTo>
                    <a:pt x="2" y="1"/>
                    <a:pt x="8" y="5"/>
                    <a:pt x="7" y="8"/>
                  </a:cubicBezTo>
                  <a:cubicBezTo>
                    <a:pt x="4" y="7"/>
                    <a:pt x="2" y="3"/>
                    <a:pt x="0" y="0"/>
                  </a:cubicBezTo>
                </a:path>
              </a:pathLst>
            </a:custGeom>
            <a:solidFill>
              <a:srgbClr val="FCCB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2143" name="Freeform 685">
              <a:extLst>
                <a:ext uri="{FF2B5EF4-FFF2-40B4-BE49-F238E27FC236}">
                  <a16:creationId xmlns:a16="http://schemas.microsoft.com/office/drawing/2014/main" id="{CE774EF8-17EE-497B-90BC-EAA05AD23A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8" y="800"/>
              <a:ext cx="21" cy="21"/>
            </a:xfrm>
            <a:custGeom>
              <a:avLst/>
              <a:gdLst>
                <a:gd name="T0" fmla="*/ 7 w 12"/>
                <a:gd name="T1" fmla="*/ 65 h 12"/>
                <a:gd name="T2" fmla="*/ 28 w 12"/>
                <a:gd name="T3" fmla="*/ 16 h 12"/>
                <a:gd name="T4" fmla="*/ 65 w 12"/>
                <a:gd name="T5" fmla="*/ 33 h 12"/>
                <a:gd name="T6" fmla="*/ 12 w 12"/>
                <a:gd name="T7" fmla="*/ 65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2">
                  <a:moveTo>
                    <a:pt x="1" y="12"/>
                  </a:moveTo>
                  <a:cubicBezTo>
                    <a:pt x="0" y="8"/>
                    <a:pt x="1" y="5"/>
                    <a:pt x="5" y="3"/>
                  </a:cubicBezTo>
                  <a:cubicBezTo>
                    <a:pt x="7" y="2"/>
                    <a:pt x="11" y="2"/>
                    <a:pt x="12" y="6"/>
                  </a:cubicBezTo>
                  <a:cubicBezTo>
                    <a:pt x="8" y="0"/>
                    <a:pt x="3" y="7"/>
                    <a:pt x="2" y="12"/>
                  </a:cubicBezTo>
                </a:path>
              </a:pathLst>
            </a:custGeom>
            <a:solidFill>
              <a:srgbClr val="FCCB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2144" name="Freeform 686">
              <a:extLst>
                <a:ext uri="{FF2B5EF4-FFF2-40B4-BE49-F238E27FC236}">
                  <a16:creationId xmlns:a16="http://schemas.microsoft.com/office/drawing/2014/main" id="{315E3DB1-1186-421D-BD87-6618B7BC45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7" y="812"/>
              <a:ext cx="21" cy="23"/>
            </a:xfrm>
            <a:custGeom>
              <a:avLst/>
              <a:gdLst>
                <a:gd name="T0" fmla="*/ 44 w 12"/>
                <a:gd name="T1" fmla="*/ 0 h 13"/>
                <a:gd name="T2" fmla="*/ 0 w 12"/>
                <a:gd name="T3" fmla="*/ 37 h 13"/>
                <a:gd name="T4" fmla="*/ 44 w 12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3">
                  <a:moveTo>
                    <a:pt x="8" y="0"/>
                  </a:moveTo>
                  <a:cubicBezTo>
                    <a:pt x="12" y="4"/>
                    <a:pt x="3" y="13"/>
                    <a:pt x="0" y="7"/>
                  </a:cubicBezTo>
                  <a:cubicBezTo>
                    <a:pt x="4" y="6"/>
                    <a:pt x="7" y="5"/>
                    <a:pt x="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2145" name="Freeform 687">
              <a:extLst>
                <a:ext uri="{FF2B5EF4-FFF2-40B4-BE49-F238E27FC236}">
                  <a16:creationId xmlns:a16="http://schemas.microsoft.com/office/drawing/2014/main" id="{7C41C402-0A29-405B-901C-CBD4AD501F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9" y="761"/>
              <a:ext cx="37" cy="28"/>
            </a:xfrm>
            <a:custGeom>
              <a:avLst/>
              <a:gdLst>
                <a:gd name="T0" fmla="*/ 115 w 21"/>
                <a:gd name="T1" fmla="*/ 16 h 16"/>
                <a:gd name="T2" fmla="*/ 56 w 21"/>
                <a:gd name="T3" fmla="*/ 37 h 16"/>
                <a:gd name="T4" fmla="*/ 0 w 21"/>
                <a:gd name="T5" fmla="*/ 86 h 16"/>
                <a:gd name="T6" fmla="*/ 58 w 21"/>
                <a:gd name="T7" fmla="*/ 37 h 16"/>
                <a:gd name="T8" fmla="*/ 115 w 21"/>
                <a:gd name="T9" fmla="*/ 16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16">
                  <a:moveTo>
                    <a:pt x="21" y="3"/>
                  </a:moveTo>
                  <a:cubicBezTo>
                    <a:pt x="17" y="0"/>
                    <a:pt x="13" y="5"/>
                    <a:pt x="10" y="7"/>
                  </a:cubicBezTo>
                  <a:cubicBezTo>
                    <a:pt x="6" y="9"/>
                    <a:pt x="2" y="13"/>
                    <a:pt x="0" y="16"/>
                  </a:cubicBezTo>
                  <a:cubicBezTo>
                    <a:pt x="4" y="13"/>
                    <a:pt x="8" y="10"/>
                    <a:pt x="11" y="7"/>
                  </a:cubicBezTo>
                  <a:cubicBezTo>
                    <a:pt x="14" y="5"/>
                    <a:pt x="18" y="2"/>
                    <a:pt x="21" y="3"/>
                  </a:cubicBezTo>
                </a:path>
              </a:pathLst>
            </a:custGeom>
            <a:solidFill>
              <a:srgbClr val="FCCB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2146" name="Freeform 688">
              <a:extLst>
                <a:ext uri="{FF2B5EF4-FFF2-40B4-BE49-F238E27FC236}">
                  <a16:creationId xmlns:a16="http://schemas.microsoft.com/office/drawing/2014/main" id="{E2B270DB-D110-43DC-8BE1-5558EDD46D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8" y="832"/>
              <a:ext cx="32" cy="33"/>
            </a:xfrm>
            <a:custGeom>
              <a:avLst/>
              <a:gdLst>
                <a:gd name="T0" fmla="*/ 78 w 18"/>
                <a:gd name="T1" fmla="*/ 0 h 19"/>
                <a:gd name="T2" fmla="*/ 64 w 18"/>
                <a:gd name="T3" fmla="*/ 52 h 19"/>
                <a:gd name="T4" fmla="*/ 0 w 18"/>
                <a:gd name="T5" fmla="*/ 99 h 19"/>
                <a:gd name="T6" fmla="*/ 78 w 18"/>
                <a:gd name="T7" fmla="*/ 5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19">
                  <a:moveTo>
                    <a:pt x="14" y="0"/>
                  </a:moveTo>
                  <a:cubicBezTo>
                    <a:pt x="18" y="4"/>
                    <a:pt x="13" y="7"/>
                    <a:pt x="11" y="10"/>
                  </a:cubicBezTo>
                  <a:cubicBezTo>
                    <a:pt x="8" y="14"/>
                    <a:pt x="4" y="18"/>
                    <a:pt x="0" y="19"/>
                  </a:cubicBezTo>
                  <a:cubicBezTo>
                    <a:pt x="2" y="16"/>
                    <a:pt x="18" y="5"/>
                    <a:pt x="14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2147" name="Freeform 689">
              <a:extLst>
                <a:ext uri="{FF2B5EF4-FFF2-40B4-BE49-F238E27FC236}">
                  <a16:creationId xmlns:a16="http://schemas.microsoft.com/office/drawing/2014/main" id="{4E6F8711-1DFA-40B0-9EF1-7F9E0585315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3" y="763"/>
              <a:ext cx="109" cy="109"/>
            </a:xfrm>
            <a:custGeom>
              <a:avLst/>
              <a:gdLst>
                <a:gd name="T0" fmla="*/ 204 w 61"/>
                <a:gd name="T1" fmla="*/ 309 h 62"/>
                <a:gd name="T2" fmla="*/ 182 w 61"/>
                <a:gd name="T3" fmla="*/ 244 h 62"/>
                <a:gd name="T4" fmla="*/ 175 w 61"/>
                <a:gd name="T5" fmla="*/ 223 h 62"/>
                <a:gd name="T6" fmla="*/ 159 w 61"/>
                <a:gd name="T7" fmla="*/ 195 h 62"/>
                <a:gd name="T8" fmla="*/ 138 w 61"/>
                <a:gd name="T9" fmla="*/ 179 h 62"/>
                <a:gd name="T10" fmla="*/ 125 w 61"/>
                <a:gd name="T11" fmla="*/ 171 h 62"/>
                <a:gd name="T12" fmla="*/ 52 w 61"/>
                <a:gd name="T13" fmla="*/ 142 h 62"/>
                <a:gd name="T14" fmla="*/ 7 w 61"/>
                <a:gd name="T15" fmla="*/ 98 h 62"/>
                <a:gd name="T16" fmla="*/ 57 w 61"/>
                <a:gd name="T17" fmla="*/ 33 h 62"/>
                <a:gd name="T18" fmla="*/ 122 w 61"/>
                <a:gd name="T19" fmla="*/ 0 h 62"/>
                <a:gd name="T20" fmla="*/ 159 w 61"/>
                <a:gd name="T21" fmla="*/ 33 h 62"/>
                <a:gd name="T22" fmla="*/ 188 w 61"/>
                <a:gd name="T23" fmla="*/ 93 h 62"/>
                <a:gd name="T24" fmla="*/ 195 w 61"/>
                <a:gd name="T25" fmla="*/ 121 h 62"/>
                <a:gd name="T26" fmla="*/ 227 w 61"/>
                <a:gd name="T27" fmla="*/ 158 h 62"/>
                <a:gd name="T28" fmla="*/ 325 w 61"/>
                <a:gd name="T29" fmla="*/ 207 h 62"/>
                <a:gd name="T30" fmla="*/ 336 w 61"/>
                <a:gd name="T31" fmla="*/ 237 h 62"/>
                <a:gd name="T32" fmla="*/ 281 w 61"/>
                <a:gd name="T33" fmla="*/ 302 h 62"/>
                <a:gd name="T34" fmla="*/ 232 w 61"/>
                <a:gd name="T35" fmla="*/ 331 h 62"/>
                <a:gd name="T36" fmla="*/ 204 w 61"/>
                <a:gd name="T37" fmla="*/ 309 h 62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61" h="62">
                  <a:moveTo>
                    <a:pt x="36" y="57"/>
                  </a:moveTo>
                  <a:cubicBezTo>
                    <a:pt x="34" y="54"/>
                    <a:pt x="33" y="49"/>
                    <a:pt x="32" y="45"/>
                  </a:cubicBezTo>
                  <a:cubicBezTo>
                    <a:pt x="31" y="44"/>
                    <a:pt x="31" y="42"/>
                    <a:pt x="31" y="41"/>
                  </a:cubicBezTo>
                  <a:cubicBezTo>
                    <a:pt x="30" y="39"/>
                    <a:pt x="28" y="37"/>
                    <a:pt x="28" y="36"/>
                  </a:cubicBezTo>
                  <a:cubicBezTo>
                    <a:pt x="26" y="35"/>
                    <a:pt x="25" y="34"/>
                    <a:pt x="24" y="33"/>
                  </a:cubicBezTo>
                  <a:cubicBezTo>
                    <a:pt x="23" y="32"/>
                    <a:pt x="22" y="32"/>
                    <a:pt x="22" y="31"/>
                  </a:cubicBezTo>
                  <a:cubicBezTo>
                    <a:pt x="17" y="30"/>
                    <a:pt x="13" y="29"/>
                    <a:pt x="9" y="26"/>
                  </a:cubicBezTo>
                  <a:cubicBezTo>
                    <a:pt x="7" y="25"/>
                    <a:pt x="0" y="22"/>
                    <a:pt x="1" y="18"/>
                  </a:cubicBezTo>
                  <a:cubicBezTo>
                    <a:pt x="1" y="14"/>
                    <a:pt x="8" y="8"/>
                    <a:pt x="10" y="6"/>
                  </a:cubicBezTo>
                  <a:cubicBezTo>
                    <a:pt x="13" y="4"/>
                    <a:pt x="18" y="0"/>
                    <a:pt x="21" y="0"/>
                  </a:cubicBezTo>
                  <a:cubicBezTo>
                    <a:pt x="25" y="0"/>
                    <a:pt x="26" y="3"/>
                    <a:pt x="28" y="6"/>
                  </a:cubicBezTo>
                  <a:cubicBezTo>
                    <a:pt x="30" y="10"/>
                    <a:pt x="32" y="13"/>
                    <a:pt x="33" y="17"/>
                  </a:cubicBezTo>
                  <a:cubicBezTo>
                    <a:pt x="33" y="18"/>
                    <a:pt x="33" y="20"/>
                    <a:pt x="34" y="22"/>
                  </a:cubicBezTo>
                  <a:cubicBezTo>
                    <a:pt x="36" y="24"/>
                    <a:pt x="38" y="27"/>
                    <a:pt x="40" y="29"/>
                  </a:cubicBezTo>
                  <a:cubicBezTo>
                    <a:pt x="46" y="31"/>
                    <a:pt x="52" y="35"/>
                    <a:pt x="57" y="38"/>
                  </a:cubicBezTo>
                  <a:cubicBezTo>
                    <a:pt x="60" y="40"/>
                    <a:pt x="61" y="41"/>
                    <a:pt x="59" y="44"/>
                  </a:cubicBezTo>
                  <a:cubicBezTo>
                    <a:pt x="56" y="49"/>
                    <a:pt x="53" y="53"/>
                    <a:pt x="49" y="56"/>
                  </a:cubicBezTo>
                  <a:cubicBezTo>
                    <a:pt x="47" y="58"/>
                    <a:pt x="44" y="61"/>
                    <a:pt x="41" y="61"/>
                  </a:cubicBezTo>
                  <a:cubicBezTo>
                    <a:pt x="38" y="62"/>
                    <a:pt x="37" y="61"/>
                    <a:pt x="36" y="57"/>
                  </a:cubicBezTo>
                  <a:close/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2148" name="Freeform 690">
              <a:extLst>
                <a:ext uri="{FF2B5EF4-FFF2-40B4-BE49-F238E27FC236}">
                  <a16:creationId xmlns:a16="http://schemas.microsoft.com/office/drawing/2014/main" id="{7CD804E8-AD98-4EB4-A387-CB89D1F3EA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6" y="800"/>
              <a:ext cx="18" cy="16"/>
            </a:xfrm>
            <a:custGeom>
              <a:avLst/>
              <a:gdLst>
                <a:gd name="T0" fmla="*/ 58 w 10"/>
                <a:gd name="T1" fmla="*/ 7 h 9"/>
                <a:gd name="T2" fmla="*/ 0 w 10"/>
                <a:gd name="T3" fmla="*/ 5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9">
                  <a:moveTo>
                    <a:pt x="10" y="1"/>
                  </a:moveTo>
                  <a:cubicBezTo>
                    <a:pt x="5" y="0"/>
                    <a:pt x="1" y="7"/>
                    <a:pt x="0" y="9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2149" name="Freeform 691">
              <a:extLst>
                <a:ext uri="{FF2B5EF4-FFF2-40B4-BE49-F238E27FC236}">
                  <a16:creationId xmlns:a16="http://schemas.microsoft.com/office/drawing/2014/main" id="{3DE0A0EF-DE40-441B-9FB6-C7B60D8D27F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2" y="814"/>
              <a:ext cx="14" cy="16"/>
            </a:xfrm>
            <a:custGeom>
              <a:avLst/>
              <a:gdLst>
                <a:gd name="T0" fmla="*/ 44 w 8"/>
                <a:gd name="T1" fmla="*/ 0 h 9"/>
                <a:gd name="T2" fmla="*/ 28 w 8"/>
                <a:gd name="T3" fmla="*/ 37 h 9"/>
                <a:gd name="T4" fmla="*/ 0 w 8"/>
                <a:gd name="T5" fmla="*/ 5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9">
                  <a:moveTo>
                    <a:pt x="8" y="0"/>
                  </a:moveTo>
                  <a:cubicBezTo>
                    <a:pt x="7" y="3"/>
                    <a:pt x="8" y="5"/>
                    <a:pt x="5" y="7"/>
                  </a:cubicBezTo>
                  <a:cubicBezTo>
                    <a:pt x="4" y="8"/>
                    <a:pt x="1" y="9"/>
                    <a:pt x="0" y="9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</p:grpSp>
      <p:grpSp>
        <p:nvGrpSpPr>
          <p:cNvPr id="31751" name="yellow-sleeveless-child-nightgown">
            <a:extLst>
              <a:ext uri="{FF2B5EF4-FFF2-40B4-BE49-F238E27FC236}">
                <a16:creationId xmlns:a16="http://schemas.microsoft.com/office/drawing/2014/main" id="{65327AD9-F929-4DB0-A211-B0CE0EA893D7}"/>
              </a:ext>
            </a:extLst>
          </p:cNvPr>
          <p:cNvGrpSpPr>
            <a:grpSpLocks/>
          </p:cNvGrpSpPr>
          <p:nvPr/>
        </p:nvGrpSpPr>
        <p:grpSpPr bwMode="auto">
          <a:xfrm>
            <a:off x="4405313" y="2092325"/>
            <a:ext cx="1055687" cy="2743200"/>
            <a:chOff x="1779" y="821"/>
            <a:chExt cx="945" cy="2456"/>
          </a:xfrm>
        </p:grpSpPr>
        <p:sp>
          <p:nvSpPr>
            <p:cNvPr id="32111" name="Freeform 693">
              <a:extLst>
                <a:ext uri="{FF2B5EF4-FFF2-40B4-BE49-F238E27FC236}">
                  <a16:creationId xmlns:a16="http://schemas.microsoft.com/office/drawing/2014/main" id="{D3930FAA-93D3-44D5-ADA1-E84954FFBA9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9" y="821"/>
              <a:ext cx="945" cy="2456"/>
            </a:xfrm>
            <a:custGeom>
              <a:avLst/>
              <a:gdLst>
                <a:gd name="T0" fmla="*/ 1988 w 378"/>
                <a:gd name="T1" fmla="*/ 56 h 921"/>
                <a:gd name="T2" fmla="*/ 3908 w 378"/>
                <a:gd name="T3" fmla="*/ 0 h 921"/>
                <a:gd name="T4" fmla="*/ 5063 w 378"/>
                <a:gd name="T5" fmla="*/ 589 h 921"/>
                <a:gd name="T6" fmla="*/ 5033 w 378"/>
                <a:gd name="T7" fmla="*/ 3619 h 921"/>
                <a:gd name="T8" fmla="*/ 5908 w 378"/>
                <a:gd name="T9" fmla="*/ 16648 h 921"/>
                <a:gd name="T10" fmla="*/ 0 w 378"/>
                <a:gd name="T11" fmla="*/ 16499 h 921"/>
                <a:gd name="T12" fmla="*/ 188 w 378"/>
                <a:gd name="T13" fmla="*/ 14883 h 921"/>
                <a:gd name="T14" fmla="*/ 738 w 378"/>
                <a:gd name="T15" fmla="*/ 3848 h 921"/>
                <a:gd name="T16" fmla="*/ 645 w 378"/>
                <a:gd name="T17" fmla="*/ 760 h 921"/>
                <a:gd name="T18" fmla="*/ 1988 w 378"/>
                <a:gd name="T19" fmla="*/ 56 h 92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78" h="921">
                  <a:moveTo>
                    <a:pt x="127" y="3"/>
                  </a:moveTo>
                  <a:cubicBezTo>
                    <a:pt x="127" y="3"/>
                    <a:pt x="201" y="58"/>
                    <a:pt x="250" y="0"/>
                  </a:cubicBezTo>
                  <a:cubicBezTo>
                    <a:pt x="250" y="0"/>
                    <a:pt x="279" y="25"/>
                    <a:pt x="324" y="31"/>
                  </a:cubicBezTo>
                  <a:cubicBezTo>
                    <a:pt x="324" y="31"/>
                    <a:pt x="317" y="168"/>
                    <a:pt x="322" y="191"/>
                  </a:cubicBezTo>
                  <a:cubicBezTo>
                    <a:pt x="321" y="188"/>
                    <a:pt x="359" y="808"/>
                    <a:pt x="378" y="878"/>
                  </a:cubicBezTo>
                  <a:cubicBezTo>
                    <a:pt x="378" y="878"/>
                    <a:pt x="217" y="921"/>
                    <a:pt x="0" y="870"/>
                  </a:cubicBezTo>
                  <a:cubicBezTo>
                    <a:pt x="0" y="870"/>
                    <a:pt x="12" y="836"/>
                    <a:pt x="12" y="785"/>
                  </a:cubicBezTo>
                  <a:cubicBezTo>
                    <a:pt x="12" y="735"/>
                    <a:pt x="49" y="238"/>
                    <a:pt x="47" y="203"/>
                  </a:cubicBezTo>
                  <a:cubicBezTo>
                    <a:pt x="44" y="169"/>
                    <a:pt x="48" y="59"/>
                    <a:pt x="41" y="40"/>
                  </a:cubicBezTo>
                  <a:cubicBezTo>
                    <a:pt x="41" y="40"/>
                    <a:pt x="89" y="29"/>
                    <a:pt x="127" y="3"/>
                  </a:cubicBezTo>
                  <a:close/>
                </a:path>
              </a:pathLst>
            </a:custGeom>
            <a:solidFill>
              <a:srgbClr val="FAF5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2112" name="Freeform 694">
              <a:extLst>
                <a:ext uri="{FF2B5EF4-FFF2-40B4-BE49-F238E27FC236}">
                  <a16:creationId xmlns:a16="http://schemas.microsoft.com/office/drawing/2014/main" id="{DD4E1A45-0648-4B09-9F21-8682481E8E8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9" y="821"/>
              <a:ext cx="945" cy="2456"/>
            </a:xfrm>
            <a:custGeom>
              <a:avLst/>
              <a:gdLst>
                <a:gd name="T0" fmla="*/ 1988 w 378"/>
                <a:gd name="T1" fmla="*/ 56 h 921"/>
                <a:gd name="T2" fmla="*/ 3908 w 378"/>
                <a:gd name="T3" fmla="*/ 0 h 921"/>
                <a:gd name="T4" fmla="*/ 5063 w 378"/>
                <a:gd name="T5" fmla="*/ 589 h 921"/>
                <a:gd name="T6" fmla="*/ 5033 w 378"/>
                <a:gd name="T7" fmla="*/ 3619 h 921"/>
                <a:gd name="T8" fmla="*/ 5908 w 378"/>
                <a:gd name="T9" fmla="*/ 16648 h 921"/>
                <a:gd name="T10" fmla="*/ 0 w 378"/>
                <a:gd name="T11" fmla="*/ 16499 h 921"/>
                <a:gd name="T12" fmla="*/ 188 w 378"/>
                <a:gd name="T13" fmla="*/ 14883 h 921"/>
                <a:gd name="T14" fmla="*/ 738 w 378"/>
                <a:gd name="T15" fmla="*/ 3848 h 921"/>
                <a:gd name="T16" fmla="*/ 645 w 378"/>
                <a:gd name="T17" fmla="*/ 760 h 921"/>
                <a:gd name="T18" fmla="*/ 1988 w 378"/>
                <a:gd name="T19" fmla="*/ 56 h 92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78" h="921">
                  <a:moveTo>
                    <a:pt x="127" y="3"/>
                  </a:moveTo>
                  <a:cubicBezTo>
                    <a:pt x="127" y="3"/>
                    <a:pt x="201" y="58"/>
                    <a:pt x="250" y="0"/>
                  </a:cubicBezTo>
                  <a:cubicBezTo>
                    <a:pt x="250" y="0"/>
                    <a:pt x="279" y="25"/>
                    <a:pt x="324" y="31"/>
                  </a:cubicBezTo>
                  <a:cubicBezTo>
                    <a:pt x="324" y="31"/>
                    <a:pt x="317" y="168"/>
                    <a:pt x="322" y="191"/>
                  </a:cubicBezTo>
                  <a:cubicBezTo>
                    <a:pt x="321" y="188"/>
                    <a:pt x="359" y="808"/>
                    <a:pt x="378" y="878"/>
                  </a:cubicBezTo>
                  <a:cubicBezTo>
                    <a:pt x="378" y="878"/>
                    <a:pt x="217" y="921"/>
                    <a:pt x="0" y="870"/>
                  </a:cubicBezTo>
                  <a:cubicBezTo>
                    <a:pt x="0" y="870"/>
                    <a:pt x="12" y="836"/>
                    <a:pt x="12" y="785"/>
                  </a:cubicBezTo>
                  <a:cubicBezTo>
                    <a:pt x="12" y="735"/>
                    <a:pt x="49" y="238"/>
                    <a:pt x="47" y="203"/>
                  </a:cubicBezTo>
                  <a:cubicBezTo>
                    <a:pt x="44" y="169"/>
                    <a:pt x="48" y="59"/>
                    <a:pt x="41" y="40"/>
                  </a:cubicBezTo>
                  <a:cubicBezTo>
                    <a:pt x="41" y="40"/>
                    <a:pt x="89" y="29"/>
                    <a:pt x="127" y="3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2113" name="Freeform 695">
              <a:extLst>
                <a:ext uri="{FF2B5EF4-FFF2-40B4-BE49-F238E27FC236}">
                  <a16:creationId xmlns:a16="http://schemas.microsoft.com/office/drawing/2014/main" id="{54FB3172-14A5-4FDD-BF41-54BA4DC1132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6" y="821"/>
              <a:ext cx="368" cy="115"/>
            </a:xfrm>
            <a:custGeom>
              <a:avLst/>
              <a:gdLst>
                <a:gd name="T0" fmla="*/ 188 w 147"/>
                <a:gd name="T1" fmla="*/ 56 h 43"/>
                <a:gd name="T2" fmla="*/ 1242 w 147"/>
                <a:gd name="T3" fmla="*/ 516 h 43"/>
                <a:gd name="T4" fmla="*/ 2118 w 147"/>
                <a:gd name="T5" fmla="*/ 0 h 43"/>
                <a:gd name="T6" fmla="*/ 2306 w 147"/>
                <a:gd name="T7" fmla="*/ 171 h 43"/>
                <a:gd name="T8" fmla="*/ 1242 w 147"/>
                <a:gd name="T9" fmla="*/ 786 h 43"/>
                <a:gd name="T10" fmla="*/ 0 w 147"/>
                <a:gd name="T11" fmla="*/ 209 h 43"/>
                <a:gd name="T12" fmla="*/ 188 w 147"/>
                <a:gd name="T13" fmla="*/ 56 h 4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7" h="43">
                  <a:moveTo>
                    <a:pt x="12" y="3"/>
                  </a:moveTo>
                  <a:cubicBezTo>
                    <a:pt x="12" y="3"/>
                    <a:pt x="43" y="27"/>
                    <a:pt x="79" y="27"/>
                  </a:cubicBezTo>
                  <a:cubicBezTo>
                    <a:pt x="114" y="27"/>
                    <a:pt x="135" y="0"/>
                    <a:pt x="135" y="0"/>
                  </a:cubicBezTo>
                  <a:cubicBezTo>
                    <a:pt x="135" y="0"/>
                    <a:pt x="143" y="7"/>
                    <a:pt x="147" y="9"/>
                  </a:cubicBezTo>
                  <a:cubicBezTo>
                    <a:pt x="147" y="9"/>
                    <a:pt x="134" y="39"/>
                    <a:pt x="79" y="41"/>
                  </a:cubicBezTo>
                  <a:cubicBezTo>
                    <a:pt x="34" y="43"/>
                    <a:pt x="0" y="11"/>
                    <a:pt x="0" y="11"/>
                  </a:cubicBezTo>
                  <a:cubicBezTo>
                    <a:pt x="0" y="11"/>
                    <a:pt x="12" y="4"/>
                    <a:pt x="12" y="3"/>
                  </a:cubicBezTo>
                  <a:close/>
                </a:path>
              </a:pathLst>
            </a:custGeom>
            <a:solidFill>
              <a:srgbClr val="F2CA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2114" name="Freeform 696">
              <a:extLst>
                <a:ext uri="{FF2B5EF4-FFF2-40B4-BE49-F238E27FC236}">
                  <a16:creationId xmlns:a16="http://schemas.microsoft.com/office/drawing/2014/main" id="{BF819AF6-1AA8-4F2A-A7FE-AAAC3D10A8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6" y="821"/>
              <a:ext cx="368" cy="115"/>
            </a:xfrm>
            <a:custGeom>
              <a:avLst/>
              <a:gdLst>
                <a:gd name="T0" fmla="*/ 188 w 147"/>
                <a:gd name="T1" fmla="*/ 56 h 43"/>
                <a:gd name="T2" fmla="*/ 1242 w 147"/>
                <a:gd name="T3" fmla="*/ 516 h 43"/>
                <a:gd name="T4" fmla="*/ 2118 w 147"/>
                <a:gd name="T5" fmla="*/ 0 h 43"/>
                <a:gd name="T6" fmla="*/ 2306 w 147"/>
                <a:gd name="T7" fmla="*/ 171 h 43"/>
                <a:gd name="T8" fmla="*/ 1242 w 147"/>
                <a:gd name="T9" fmla="*/ 786 h 43"/>
                <a:gd name="T10" fmla="*/ 0 w 147"/>
                <a:gd name="T11" fmla="*/ 209 h 43"/>
                <a:gd name="T12" fmla="*/ 188 w 147"/>
                <a:gd name="T13" fmla="*/ 56 h 4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7" h="43">
                  <a:moveTo>
                    <a:pt x="12" y="3"/>
                  </a:moveTo>
                  <a:cubicBezTo>
                    <a:pt x="12" y="3"/>
                    <a:pt x="43" y="27"/>
                    <a:pt x="79" y="27"/>
                  </a:cubicBezTo>
                  <a:cubicBezTo>
                    <a:pt x="114" y="27"/>
                    <a:pt x="135" y="0"/>
                    <a:pt x="135" y="0"/>
                  </a:cubicBezTo>
                  <a:cubicBezTo>
                    <a:pt x="135" y="0"/>
                    <a:pt x="143" y="7"/>
                    <a:pt x="147" y="9"/>
                  </a:cubicBezTo>
                  <a:cubicBezTo>
                    <a:pt x="147" y="9"/>
                    <a:pt x="134" y="39"/>
                    <a:pt x="79" y="41"/>
                  </a:cubicBezTo>
                  <a:cubicBezTo>
                    <a:pt x="34" y="43"/>
                    <a:pt x="0" y="11"/>
                    <a:pt x="0" y="11"/>
                  </a:cubicBezTo>
                  <a:cubicBezTo>
                    <a:pt x="0" y="11"/>
                    <a:pt x="12" y="4"/>
                    <a:pt x="12" y="3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2115" name="Freeform 697">
              <a:extLst>
                <a:ext uri="{FF2B5EF4-FFF2-40B4-BE49-F238E27FC236}">
                  <a16:creationId xmlns:a16="http://schemas.microsoft.com/office/drawing/2014/main" id="{A3C0891A-DF5E-4D7F-AEA3-EC35AE14F0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4" y="920"/>
              <a:ext cx="90" cy="245"/>
            </a:xfrm>
            <a:custGeom>
              <a:avLst/>
              <a:gdLst>
                <a:gd name="T0" fmla="*/ 90 w 90"/>
                <a:gd name="T1" fmla="*/ 8 h 245"/>
                <a:gd name="T2" fmla="*/ 50 w 90"/>
                <a:gd name="T3" fmla="*/ 245 h 245"/>
                <a:gd name="T4" fmla="*/ 0 w 90"/>
                <a:gd name="T5" fmla="*/ 197 h 245"/>
                <a:gd name="T6" fmla="*/ 70 w 90"/>
                <a:gd name="T7" fmla="*/ 0 h 245"/>
                <a:gd name="T8" fmla="*/ 90 w 90"/>
                <a:gd name="T9" fmla="*/ 8 h 2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0" h="245">
                  <a:moveTo>
                    <a:pt x="90" y="8"/>
                  </a:moveTo>
                  <a:lnTo>
                    <a:pt x="50" y="245"/>
                  </a:lnTo>
                  <a:lnTo>
                    <a:pt x="0" y="197"/>
                  </a:lnTo>
                  <a:lnTo>
                    <a:pt x="70" y="0"/>
                  </a:lnTo>
                  <a:lnTo>
                    <a:pt x="90" y="8"/>
                  </a:lnTo>
                  <a:close/>
                </a:path>
              </a:pathLst>
            </a:custGeom>
            <a:solidFill>
              <a:srgbClr val="F2CA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2116" name="Freeform 698">
              <a:extLst>
                <a:ext uri="{FF2B5EF4-FFF2-40B4-BE49-F238E27FC236}">
                  <a16:creationId xmlns:a16="http://schemas.microsoft.com/office/drawing/2014/main" id="{4A9FA3E4-A714-46B5-92E3-2609CDE56C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6" y="915"/>
              <a:ext cx="110" cy="213"/>
            </a:xfrm>
            <a:custGeom>
              <a:avLst/>
              <a:gdLst>
                <a:gd name="T0" fmla="*/ 0 w 110"/>
                <a:gd name="T1" fmla="*/ 8 h 213"/>
                <a:gd name="T2" fmla="*/ 13 w 110"/>
                <a:gd name="T3" fmla="*/ 0 h 213"/>
                <a:gd name="T4" fmla="*/ 110 w 110"/>
                <a:gd name="T5" fmla="*/ 213 h 213"/>
                <a:gd name="T6" fmla="*/ 33 w 110"/>
                <a:gd name="T7" fmla="*/ 208 h 213"/>
                <a:gd name="T8" fmla="*/ 0 w 110"/>
                <a:gd name="T9" fmla="*/ 8 h 2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0" h="213">
                  <a:moveTo>
                    <a:pt x="0" y="8"/>
                  </a:moveTo>
                  <a:lnTo>
                    <a:pt x="13" y="0"/>
                  </a:lnTo>
                  <a:lnTo>
                    <a:pt x="110" y="213"/>
                  </a:lnTo>
                  <a:lnTo>
                    <a:pt x="33" y="208"/>
                  </a:lnTo>
                  <a:lnTo>
                    <a:pt x="0" y="8"/>
                  </a:lnTo>
                  <a:close/>
                </a:path>
              </a:pathLst>
            </a:custGeom>
            <a:solidFill>
              <a:srgbClr val="F2CA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2117" name="Freeform 699">
              <a:extLst>
                <a:ext uri="{FF2B5EF4-FFF2-40B4-BE49-F238E27FC236}">
                  <a16:creationId xmlns:a16="http://schemas.microsoft.com/office/drawing/2014/main" id="{613D02D0-D77D-4EB6-B095-06E357D43C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4" y="920"/>
              <a:ext cx="90" cy="245"/>
            </a:xfrm>
            <a:custGeom>
              <a:avLst/>
              <a:gdLst>
                <a:gd name="T0" fmla="*/ 90 w 90"/>
                <a:gd name="T1" fmla="*/ 8 h 245"/>
                <a:gd name="T2" fmla="*/ 50 w 90"/>
                <a:gd name="T3" fmla="*/ 245 h 245"/>
                <a:gd name="T4" fmla="*/ 0 w 90"/>
                <a:gd name="T5" fmla="*/ 197 h 245"/>
                <a:gd name="T6" fmla="*/ 70 w 90"/>
                <a:gd name="T7" fmla="*/ 0 h 245"/>
                <a:gd name="T8" fmla="*/ 90 w 90"/>
                <a:gd name="T9" fmla="*/ 8 h 2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0" h="245">
                  <a:moveTo>
                    <a:pt x="90" y="8"/>
                  </a:moveTo>
                  <a:lnTo>
                    <a:pt x="50" y="245"/>
                  </a:lnTo>
                  <a:lnTo>
                    <a:pt x="0" y="197"/>
                  </a:lnTo>
                  <a:lnTo>
                    <a:pt x="70" y="0"/>
                  </a:lnTo>
                  <a:lnTo>
                    <a:pt x="90" y="8"/>
                  </a:ln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2118" name="Freeform 700">
              <a:extLst>
                <a:ext uri="{FF2B5EF4-FFF2-40B4-BE49-F238E27FC236}">
                  <a16:creationId xmlns:a16="http://schemas.microsoft.com/office/drawing/2014/main" id="{F3132CDD-7E7A-4080-B4D8-5D663E50EA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6" y="915"/>
              <a:ext cx="110" cy="213"/>
            </a:xfrm>
            <a:custGeom>
              <a:avLst/>
              <a:gdLst>
                <a:gd name="T0" fmla="*/ 0 w 110"/>
                <a:gd name="T1" fmla="*/ 8 h 213"/>
                <a:gd name="T2" fmla="*/ 13 w 110"/>
                <a:gd name="T3" fmla="*/ 0 h 213"/>
                <a:gd name="T4" fmla="*/ 110 w 110"/>
                <a:gd name="T5" fmla="*/ 213 h 213"/>
                <a:gd name="T6" fmla="*/ 33 w 110"/>
                <a:gd name="T7" fmla="*/ 208 h 213"/>
                <a:gd name="T8" fmla="*/ 0 w 110"/>
                <a:gd name="T9" fmla="*/ 8 h 2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0" h="213">
                  <a:moveTo>
                    <a:pt x="0" y="8"/>
                  </a:moveTo>
                  <a:lnTo>
                    <a:pt x="13" y="0"/>
                  </a:lnTo>
                  <a:lnTo>
                    <a:pt x="110" y="213"/>
                  </a:lnTo>
                  <a:lnTo>
                    <a:pt x="33" y="208"/>
                  </a:lnTo>
                  <a:lnTo>
                    <a:pt x="0" y="8"/>
                  </a:ln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2119" name="Freeform 701">
              <a:extLst>
                <a:ext uri="{FF2B5EF4-FFF2-40B4-BE49-F238E27FC236}">
                  <a16:creationId xmlns:a16="http://schemas.microsoft.com/office/drawing/2014/main" id="{BA504011-7ABF-40E2-839C-74C932630F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4" y="885"/>
              <a:ext cx="67" cy="51"/>
            </a:xfrm>
            <a:custGeom>
              <a:avLst/>
              <a:gdLst>
                <a:gd name="T0" fmla="*/ 412 w 27"/>
                <a:gd name="T1" fmla="*/ 193 h 19"/>
                <a:gd name="T2" fmla="*/ 258 w 27"/>
                <a:gd name="T3" fmla="*/ 368 h 19"/>
                <a:gd name="T4" fmla="*/ 154 w 27"/>
                <a:gd name="T5" fmla="*/ 368 h 19"/>
                <a:gd name="T6" fmla="*/ 0 w 27"/>
                <a:gd name="T7" fmla="*/ 193 h 19"/>
                <a:gd name="T8" fmla="*/ 0 w 27"/>
                <a:gd name="T9" fmla="*/ 193 h 19"/>
                <a:gd name="T10" fmla="*/ 154 w 27"/>
                <a:gd name="T11" fmla="*/ 0 h 19"/>
                <a:gd name="T12" fmla="*/ 258 w 27"/>
                <a:gd name="T13" fmla="*/ 0 h 19"/>
                <a:gd name="T14" fmla="*/ 412 w 27"/>
                <a:gd name="T15" fmla="*/ 193 h 1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7" h="19">
                  <a:moveTo>
                    <a:pt x="27" y="10"/>
                  </a:moveTo>
                  <a:cubicBezTo>
                    <a:pt x="27" y="15"/>
                    <a:pt x="22" y="19"/>
                    <a:pt x="17" y="19"/>
                  </a:cubicBezTo>
                  <a:cubicBezTo>
                    <a:pt x="10" y="19"/>
                    <a:pt x="10" y="19"/>
                    <a:pt x="10" y="19"/>
                  </a:cubicBezTo>
                  <a:cubicBezTo>
                    <a:pt x="4" y="19"/>
                    <a:pt x="0" y="15"/>
                    <a:pt x="0" y="10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4"/>
                    <a:pt x="4" y="0"/>
                    <a:pt x="10" y="0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22" y="0"/>
                    <a:pt x="27" y="4"/>
                    <a:pt x="27" y="10"/>
                  </a:cubicBezTo>
                  <a:close/>
                </a:path>
              </a:pathLst>
            </a:custGeom>
            <a:solidFill>
              <a:srgbClr val="F2CA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2120" name="Freeform 702">
              <a:extLst>
                <a:ext uri="{FF2B5EF4-FFF2-40B4-BE49-F238E27FC236}">
                  <a16:creationId xmlns:a16="http://schemas.microsoft.com/office/drawing/2014/main" id="{3A796C61-8ADD-4C60-85F8-593629C08D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4" y="885"/>
              <a:ext cx="67" cy="51"/>
            </a:xfrm>
            <a:custGeom>
              <a:avLst/>
              <a:gdLst>
                <a:gd name="T0" fmla="*/ 412 w 27"/>
                <a:gd name="T1" fmla="*/ 193 h 19"/>
                <a:gd name="T2" fmla="*/ 258 w 27"/>
                <a:gd name="T3" fmla="*/ 368 h 19"/>
                <a:gd name="T4" fmla="*/ 154 w 27"/>
                <a:gd name="T5" fmla="*/ 368 h 19"/>
                <a:gd name="T6" fmla="*/ 0 w 27"/>
                <a:gd name="T7" fmla="*/ 193 h 19"/>
                <a:gd name="T8" fmla="*/ 0 w 27"/>
                <a:gd name="T9" fmla="*/ 193 h 19"/>
                <a:gd name="T10" fmla="*/ 154 w 27"/>
                <a:gd name="T11" fmla="*/ 0 h 19"/>
                <a:gd name="T12" fmla="*/ 258 w 27"/>
                <a:gd name="T13" fmla="*/ 0 h 19"/>
                <a:gd name="T14" fmla="*/ 412 w 27"/>
                <a:gd name="T15" fmla="*/ 193 h 1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7" h="19">
                  <a:moveTo>
                    <a:pt x="27" y="10"/>
                  </a:moveTo>
                  <a:cubicBezTo>
                    <a:pt x="27" y="15"/>
                    <a:pt x="22" y="19"/>
                    <a:pt x="17" y="19"/>
                  </a:cubicBezTo>
                  <a:cubicBezTo>
                    <a:pt x="10" y="19"/>
                    <a:pt x="10" y="19"/>
                    <a:pt x="10" y="19"/>
                  </a:cubicBezTo>
                  <a:cubicBezTo>
                    <a:pt x="4" y="19"/>
                    <a:pt x="0" y="15"/>
                    <a:pt x="0" y="10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4"/>
                    <a:pt x="4" y="0"/>
                    <a:pt x="10" y="0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22" y="0"/>
                    <a:pt x="27" y="4"/>
                    <a:pt x="27" y="10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2121" name="Freeform 703">
              <a:extLst>
                <a:ext uri="{FF2B5EF4-FFF2-40B4-BE49-F238E27FC236}">
                  <a16:creationId xmlns:a16="http://schemas.microsoft.com/office/drawing/2014/main" id="{DAFE36D9-A1CD-4CA0-95C1-E49F830B80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4" y="1056"/>
              <a:ext cx="320" cy="392"/>
            </a:xfrm>
            <a:custGeom>
              <a:avLst/>
              <a:gdLst>
                <a:gd name="T0" fmla="*/ 0 w 128"/>
                <a:gd name="T1" fmla="*/ 0 h 147"/>
                <a:gd name="T2" fmla="*/ 425 w 128"/>
                <a:gd name="T3" fmla="*/ 797 h 147"/>
                <a:gd name="T4" fmla="*/ 988 w 128"/>
                <a:gd name="T5" fmla="*/ 1741 h 147"/>
                <a:gd name="T6" fmla="*/ 1563 w 128"/>
                <a:gd name="T7" fmla="*/ 2312 h 147"/>
                <a:gd name="T8" fmla="*/ 2000 w 128"/>
                <a:gd name="T9" fmla="*/ 2595 h 147"/>
                <a:gd name="T10" fmla="*/ 1188 w 128"/>
                <a:gd name="T11" fmla="*/ 2163 h 147"/>
                <a:gd name="T12" fmla="*/ 625 w 128"/>
                <a:gd name="T13" fmla="*/ 1421 h 147"/>
                <a:gd name="T14" fmla="*/ 283 w 128"/>
                <a:gd name="T15" fmla="*/ 704 h 147"/>
                <a:gd name="T16" fmla="*/ 125 w 128"/>
                <a:gd name="T17" fmla="*/ 320 h 147"/>
                <a:gd name="T18" fmla="*/ 33 w 128"/>
                <a:gd name="T19" fmla="*/ 56 h 14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8" h="147">
                  <a:moveTo>
                    <a:pt x="0" y="0"/>
                  </a:moveTo>
                  <a:cubicBezTo>
                    <a:pt x="11" y="12"/>
                    <a:pt x="19" y="29"/>
                    <a:pt x="27" y="42"/>
                  </a:cubicBezTo>
                  <a:cubicBezTo>
                    <a:pt x="38" y="60"/>
                    <a:pt x="49" y="76"/>
                    <a:pt x="63" y="92"/>
                  </a:cubicBezTo>
                  <a:cubicBezTo>
                    <a:pt x="74" y="104"/>
                    <a:pt x="87" y="112"/>
                    <a:pt x="100" y="122"/>
                  </a:cubicBezTo>
                  <a:cubicBezTo>
                    <a:pt x="108" y="128"/>
                    <a:pt x="118" y="136"/>
                    <a:pt x="128" y="137"/>
                  </a:cubicBezTo>
                  <a:cubicBezTo>
                    <a:pt x="118" y="147"/>
                    <a:pt x="84" y="120"/>
                    <a:pt x="76" y="114"/>
                  </a:cubicBezTo>
                  <a:cubicBezTo>
                    <a:pt x="62" y="103"/>
                    <a:pt x="50" y="89"/>
                    <a:pt x="40" y="75"/>
                  </a:cubicBezTo>
                  <a:cubicBezTo>
                    <a:pt x="32" y="63"/>
                    <a:pt x="25" y="50"/>
                    <a:pt x="18" y="37"/>
                  </a:cubicBezTo>
                  <a:cubicBezTo>
                    <a:pt x="14" y="31"/>
                    <a:pt x="10" y="24"/>
                    <a:pt x="8" y="17"/>
                  </a:cubicBezTo>
                  <a:cubicBezTo>
                    <a:pt x="6" y="13"/>
                    <a:pt x="5" y="6"/>
                    <a:pt x="2" y="3"/>
                  </a:cubicBezTo>
                </a:path>
              </a:pathLst>
            </a:custGeom>
            <a:solidFill>
              <a:srgbClr val="FCFA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2122" name="Freeform 704">
              <a:extLst>
                <a:ext uri="{FF2B5EF4-FFF2-40B4-BE49-F238E27FC236}">
                  <a16:creationId xmlns:a16="http://schemas.microsoft.com/office/drawing/2014/main" id="{5D228160-E143-48D2-A6AC-0FD38D9395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6" y="1272"/>
              <a:ext cx="235" cy="277"/>
            </a:xfrm>
            <a:custGeom>
              <a:avLst/>
              <a:gdLst>
                <a:gd name="T0" fmla="*/ 20 w 94"/>
                <a:gd name="T1" fmla="*/ 0 h 104"/>
                <a:gd name="T2" fmla="*/ 220 w 94"/>
                <a:gd name="T3" fmla="*/ 362 h 104"/>
                <a:gd name="T4" fmla="*/ 658 w 94"/>
                <a:gd name="T5" fmla="*/ 794 h 104"/>
                <a:gd name="T6" fmla="*/ 1470 w 94"/>
                <a:gd name="T7" fmla="*/ 1966 h 104"/>
                <a:gd name="T8" fmla="*/ 958 w 94"/>
                <a:gd name="T9" fmla="*/ 1318 h 104"/>
                <a:gd name="T10" fmla="*/ 488 w 94"/>
                <a:gd name="T11" fmla="*/ 772 h 104"/>
                <a:gd name="T12" fmla="*/ 125 w 94"/>
                <a:gd name="T13" fmla="*/ 397 h 104"/>
                <a:gd name="T14" fmla="*/ 0 w 94"/>
                <a:gd name="T15" fmla="*/ 0 h 10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4" h="104">
                  <a:moveTo>
                    <a:pt x="1" y="0"/>
                  </a:moveTo>
                  <a:cubicBezTo>
                    <a:pt x="5" y="5"/>
                    <a:pt x="9" y="13"/>
                    <a:pt x="14" y="19"/>
                  </a:cubicBezTo>
                  <a:cubicBezTo>
                    <a:pt x="23" y="27"/>
                    <a:pt x="33" y="34"/>
                    <a:pt x="42" y="42"/>
                  </a:cubicBezTo>
                  <a:cubicBezTo>
                    <a:pt x="63" y="60"/>
                    <a:pt x="76" y="83"/>
                    <a:pt x="94" y="104"/>
                  </a:cubicBezTo>
                  <a:cubicBezTo>
                    <a:pt x="81" y="96"/>
                    <a:pt x="73" y="80"/>
                    <a:pt x="61" y="70"/>
                  </a:cubicBezTo>
                  <a:cubicBezTo>
                    <a:pt x="50" y="61"/>
                    <a:pt x="41" y="50"/>
                    <a:pt x="31" y="41"/>
                  </a:cubicBezTo>
                  <a:cubicBezTo>
                    <a:pt x="23" y="34"/>
                    <a:pt x="14" y="30"/>
                    <a:pt x="8" y="21"/>
                  </a:cubicBezTo>
                  <a:cubicBezTo>
                    <a:pt x="3" y="15"/>
                    <a:pt x="3" y="7"/>
                    <a:pt x="0" y="0"/>
                  </a:cubicBezTo>
                </a:path>
              </a:pathLst>
            </a:custGeom>
            <a:solidFill>
              <a:srgbClr val="FCFA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2123" name="Freeform 705">
              <a:extLst>
                <a:ext uri="{FF2B5EF4-FFF2-40B4-BE49-F238E27FC236}">
                  <a16:creationId xmlns:a16="http://schemas.microsoft.com/office/drawing/2014/main" id="{5C6CD906-63D2-4EDC-9934-11A880EB1FC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1" y="1280"/>
              <a:ext cx="138" cy="168"/>
            </a:xfrm>
            <a:custGeom>
              <a:avLst/>
              <a:gdLst>
                <a:gd name="T0" fmla="*/ 0 w 55"/>
                <a:gd name="T1" fmla="*/ 0 h 63"/>
                <a:gd name="T2" fmla="*/ 522 w 55"/>
                <a:gd name="T3" fmla="*/ 704 h 63"/>
                <a:gd name="T4" fmla="*/ 868 w 55"/>
                <a:gd name="T5" fmla="*/ 1195 h 63"/>
                <a:gd name="T6" fmla="*/ 597 w 55"/>
                <a:gd name="T7" fmla="*/ 832 h 63"/>
                <a:gd name="T8" fmla="*/ 314 w 55"/>
                <a:gd name="T9" fmla="*/ 605 h 63"/>
                <a:gd name="T10" fmla="*/ 20 w 55"/>
                <a:gd name="T11" fmla="*/ 0 h 6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5" h="63">
                  <a:moveTo>
                    <a:pt x="0" y="0"/>
                  </a:moveTo>
                  <a:cubicBezTo>
                    <a:pt x="12" y="12"/>
                    <a:pt x="20" y="26"/>
                    <a:pt x="33" y="37"/>
                  </a:cubicBezTo>
                  <a:cubicBezTo>
                    <a:pt x="42" y="44"/>
                    <a:pt x="50" y="53"/>
                    <a:pt x="55" y="63"/>
                  </a:cubicBezTo>
                  <a:cubicBezTo>
                    <a:pt x="50" y="57"/>
                    <a:pt x="45" y="48"/>
                    <a:pt x="38" y="44"/>
                  </a:cubicBezTo>
                  <a:cubicBezTo>
                    <a:pt x="31" y="40"/>
                    <a:pt x="25" y="38"/>
                    <a:pt x="20" y="32"/>
                  </a:cubicBezTo>
                  <a:cubicBezTo>
                    <a:pt x="12" y="22"/>
                    <a:pt x="8" y="9"/>
                    <a:pt x="1" y="0"/>
                  </a:cubicBezTo>
                </a:path>
              </a:pathLst>
            </a:custGeom>
            <a:solidFill>
              <a:srgbClr val="FCFA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2124" name="Freeform 706">
              <a:extLst>
                <a:ext uri="{FF2B5EF4-FFF2-40B4-BE49-F238E27FC236}">
                  <a16:creationId xmlns:a16="http://schemas.microsoft.com/office/drawing/2014/main" id="{825CFC4E-E1FE-442B-BF9C-B5B67440C9B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4" y="1688"/>
              <a:ext cx="170" cy="1485"/>
            </a:xfrm>
            <a:custGeom>
              <a:avLst/>
              <a:gdLst>
                <a:gd name="T0" fmla="*/ 688 w 68"/>
                <a:gd name="T1" fmla="*/ 0 h 557"/>
                <a:gd name="T2" fmla="*/ 250 w 68"/>
                <a:gd name="T3" fmla="*/ 8246 h 557"/>
                <a:gd name="T4" fmla="*/ 0 w 68"/>
                <a:gd name="T5" fmla="*/ 10307 h 557"/>
                <a:gd name="T6" fmla="*/ 1063 w 68"/>
                <a:gd name="T7" fmla="*/ 10555 h 557"/>
                <a:gd name="T8" fmla="*/ 345 w 68"/>
                <a:gd name="T9" fmla="*/ 9646 h 557"/>
                <a:gd name="T10" fmla="*/ 688 w 68"/>
                <a:gd name="T11" fmla="*/ 0 h 55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8" h="557">
                  <a:moveTo>
                    <a:pt x="44" y="0"/>
                  </a:moveTo>
                  <a:cubicBezTo>
                    <a:pt x="44" y="0"/>
                    <a:pt x="16" y="384"/>
                    <a:pt x="16" y="435"/>
                  </a:cubicBezTo>
                  <a:cubicBezTo>
                    <a:pt x="16" y="487"/>
                    <a:pt x="9" y="529"/>
                    <a:pt x="0" y="544"/>
                  </a:cubicBezTo>
                  <a:cubicBezTo>
                    <a:pt x="0" y="544"/>
                    <a:pt x="37" y="552"/>
                    <a:pt x="68" y="557"/>
                  </a:cubicBezTo>
                  <a:cubicBezTo>
                    <a:pt x="68" y="557"/>
                    <a:pt x="7" y="549"/>
                    <a:pt x="22" y="509"/>
                  </a:cubicBezTo>
                  <a:cubicBezTo>
                    <a:pt x="38" y="470"/>
                    <a:pt x="36" y="81"/>
                    <a:pt x="44" y="0"/>
                  </a:cubicBezTo>
                  <a:close/>
                </a:path>
              </a:pathLst>
            </a:custGeom>
            <a:solidFill>
              <a:srgbClr val="FCFA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2125" name="Freeform 707">
              <a:extLst>
                <a:ext uri="{FF2B5EF4-FFF2-40B4-BE49-F238E27FC236}">
                  <a16:creationId xmlns:a16="http://schemas.microsoft.com/office/drawing/2014/main" id="{D407F9D3-0635-4F24-872A-D3DE728CE1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1" y="2035"/>
              <a:ext cx="320" cy="1157"/>
            </a:xfrm>
            <a:custGeom>
              <a:avLst/>
              <a:gdLst>
                <a:gd name="T0" fmla="*/ 0 w 128"/>
                <a:gd name="T1" fmla="*/ 8222 h 434"/>
                <a:gd name="T2" fmla="*/ 2000 w 128"/>
                <a:gd name="T3" fmla="*/ 7918 h 434"/>
                <a:gd name="T4" fmla="*/ 1408 w 128"/>
                <a:gd name="T5" fmla="*/ 0 h 434"/>
                <a:gd name="T6" fmla="*/ 1738 w 128"/>
                <a:gd name="T7" fmla="*/ 7051 h 434"/>
                <a:gd name="T8" fmla="*/ 0 w 128"/>
                <a:gd name="T9" fmla="*/ 8222 h 4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8" h="434">
                  <a:moveTo>
                    <a:pt x="0" y="434"/>
                  </a:moveTo>
                  <a:cubicBezTo>
                    <a:pt x="0" y="434"/>
                    <a:pt x="88" y="434"/>
                    <a:pt x="128" y="418"/>
                  </a:cubicBezTo>
                  <a:cubicBezTo>
                    <a:pt x="128" y="418"/>
                    <a:pt x="92" y="120"/>
                    <a:pt x="90" y="0"/>
                  </a:cubicBezTo>
                  <a:cubicBezTo>
                    <a:pt x="90" y="0"/>
                    <a:pt x="106" y="346"/>
                    <a:pt x="111" y="372"/>
                  </a:cubicBezTo>
                  <a:cubicBezTo>
                    <a:pt x="116" y="397"/>
                    <a:pt x="91" y="419"/>
                    <a:pt x="0" y="434"/>
                  </a:cubicBezTo>
                  <a:close/>
                </a:path>
              </a:pathLst>
            </a:custGeom>
            <a:solidFill>
              <a:srgbClr val="F9E9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</p:grpSp>
      <p:grpSp>
        <p:nvGrpSpPr>
          <p:cNvPr id="31752" name="dark-skin-male-child-front">
            <a:extLst>
              <a:ext uri="{FF2B5EF4-FFF2-40B4-BE49-F238E27FC236}">
                <a16:creationId xmlns:a16="http://schemas.microsoft.com/office/drawing/2014/main" id="{C8E65FBE-B3FA-4055-A8E2-266F9FA616C5}"/>
              </a:ext>
            </a:extLst>
          </p:cNvPr>
          <p:cNvGrpSpPr>
            <a:grpSpLocks/>
          </p:cNvGrpSpPr>
          <p:nvPr/>
        </p:nvGrpSpPr>
        <p:grpSpPr bwMode="auto">
          <a:xfrm>
            <a:off x="6245225" y="1187450"/>
            <a:ext cx="1489075" cy="5245100"/>
            <a:chOff x="2974" y="720"/>
            <a:chExt cx="938" cy="3304"/>
          </a:xfrm>
        </p:grpSpPr>
        <p:grpSp>
          <p:nvGrpSpPr>
            <p:cNvPr id="31875" name="Group 709">
              <a:extLst>
                <a:ext uri="{FF2B5EF4-FFF2-40B4-BE49-F238E27FC236}">
                  <a16:creationId xmlns:a16="http://schemas.microsoft.com/office/drawing/2014/main" id="{A705B58A-23BF-44B5-A94F-5A4831248FA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74" y="720"/>
              <a:ext cx="938" cy="3304"/>
              <a:chOff x="2974" y="720"/>
              <a:chExt cx="938" cy="3304"/>
            </a:xfrm>
          </p:grpSpPr>
          <p:sp>
            <p:nvSpPr>
              <p:cNvPr id="31911" name="Freeform 710">
                <a:extLst>
                  <a:ext uri="{FF2B5EF4-FFF2-40B4-BE49-F238E27FC236}">
                    <a16:creationId xmlns:a16="http://schemas.microsoft.com/office/drawing/2014/main" id="{0FA0CA77-8FFC-4E45-90D5-1DB9591B47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4" y="1187"/>
                <a:ext cx="938" cy="2837"/>
              </a:xfrm>
              <a:custGeom>
                <a:avLst/>
                <a:gdLst>
                  <a:gd name="T0" fmla="*/ 3227 w 500"/>
                  <a:gd name="T1" fmla="*/ 3478 h 1519"/>
                  <a:gd name="T2" fmla="*/ 3009 w 500"/>
                  <a:gd name="T3" fmla="*/ 1102 h 1519"/>
                  <a:gd name="T4" fmla="*/ 2126 w 500"/>
                  <a:gd name="T5" fmla="*/ 370 h 1519"/>
                  <a:gd name="T6" fmla="*/ 1321 w 500"/>
                  <a:gd name="T7" fmla="*/ 39 h 1519"/>
                  <a:gd name="T8" fmla="*/ 719 w 500"/>
                  <a:gd name="T9" fmla="*/ 495 h 1519"/>
                  <a:gd name="T10" fmla="*/ 45 w 500"/>
                  <a:gd name="T11" fmla="*/ 2385 h 1519"/>
                  <a:gd name="T12" fmla="*/ 39 w 500"/>
                  <a:gd name="T13" fmla="*/ 4077 h 1519"/>
                  <a:gd name="T14" fmla="*/ 225 w 500"/>
                  <a:gd name="T15" fmla="*/ 4744 h 1519"/>
                  <a:gd name="T16" fmla="*/ 415 w 500"/>
                  <a:gd name="T17" fmla="*/ 4820 h 1519"/>
                  <a:gd name="T18" fmla="*/ 383 w 500"/>
                  <a:gd name="T19" fmla="*/ 4503 h 1519"/>
                  <a:gd name="T20" fmla="*/ 535 w 500"/>
                  <a:gd name="T21" fmla="*/ 4619 h 1519"/>
                  <a:gd name="T22" fmla="*/ 582 w 500"/>
                  <a:gd name="T23" fmla="*/ 4161 h 1519"/>
                  <a:gd name="T24" fmla="*/ 443 w 500"/>
                  <a:gd name="T25" fmla="*/ 3597 h 1519"/>
                  <a:gd name="T26" fmla="*/ 715 w 500"/>
                  <a:gd name="T27" fmla="*/ 1660 h 1519"/>
                  <a:gd name="T28" fmla="*/ 844 w 500"/>
                  <a:gd name="T29" fmla="*/ 2697 h 1519"/>
                  <a:gd name="T30" fmla="*/ 662 w 500"/>
                  <a:gd name="T31" fmla="*/ 3868 h 1519"/>
                  <a:gd name="T32" fmla="*/ 612 w 500"/>
                  <a:gd name="T33" fmla="*/ 4391 h 1519"/>
                  <a:gd name="T34" fmla="*/ 700 w 500"/>
                  <a:gd name="T35" fmla="*/ 6130 h 1519"/>
                  <a:gd name="T36" fmla="*/ 820 w 500"/>
                  <a:gd name="T37" fmla="*/ 8294 h 1519"/>
                  <a:gd name="T38" fmla="*/ 595 w 500"/>
                  <a:gd name="T39" fmla="*/ 9310 h 1519"/>
                  <a:gd name="T40" fmla="*/ 415 w 500"/>
                  <a:gd name="T41" fmla="*/ 9669 h 1519"/>
                  <a:gd name="T42" fmla="*/ 582 w 500"/>
                  <a:gd name="T43" fmla="*/ 9792 h 1519"/>
                  <a:gd name="T44" fmla="*/ 812 w 500"/>
                  <a:gd name="T45" fmla="*/ 9897 h 1519"/>
                  <a:gd name="T46" fmla="*/ 1017 w 500"/>
                  <a:gd name="T47" fmla="*/ 9673 h 1519"/>
                  <a:gd name="T48" fmla="*/ 1189 w 500"/>
                  <a:gd name="T49" fmla="*/ 9376 h 1519"/>
                  <a:gd name="T50" fmla="*/ 1249 w 500"/>
                  <a:gd name="T51" fmla="*/ 8920 h 1519"/>
                  <a:gd name="T52" fmla="*/ 1349 w 500"/>
                  <a:gd name="T53" fmla="*/ 7237 h 1519"/>
                  <a:gd name="T54" fmla="*/ 1439 w 500"/>
                  <a:gd name="T55" fmla="*/ 5962 h 1519"/>
                  <a:gd name="T56" fmla="*/ 1623 w 500"/>
                  <a:gd name="T57" fmla="*/ 4692 h 1519"/>
                  <a:gd name="T58" fmla="*/ 1672 w 500"/>
                  <a:gd name="T59" fmla="*/ 4692 h 1519"/>
                  <a:gd name="T60" fmla="*/ 1861 w 500"/>
                  <a:gd name="T61" fmla="*/ 5962 h 1519"/>
                  <a:gd name="T62" fmla="*/ 1953 w 500"/>
                  <a:gd name="T63" fmla="*/ 7237 h 1519"/>
                  <a:gd name="T64" fmla="*/ 2052 w 500"/>
                  <a:gd name="T65" fmla="*/ 8920 h 1519"/>
                  <a:gd name="T66" fmla="*/ 2112 w 500"/>
                  <a:gd name="T67" fmla="*/ 9376 h 1519"/>
                  <a:gd name="T68" fmla="*/ 2277 w 500"/>
                  <a:gd name="T69" fmla="*/ 9673 h 1519"/>
                  <a:gd name="T70" fmla="*/ 2482 w 500"/>
                  <a:gd name="T71" fmla="*/ 9897 h 1519"/>
                  <a:gd name="T72" fmla="*/ 2713 w 500"/>
                  <a:gd name="T73" fmla="*/ 9792 h 1519"/>
                  <a:gd name="T74" fmla="*/ 2885 w 500"/>
                  <a:gd name="T75" fmla="*/ 9669 h 1519"/>
                  <a:gd name="T76" fmla="*/ 2700 w 500"/>
                  <a:gd name="T77" fmla="*/ 9310 h 1519"/>
                  <a:gd name="T78" fmla="*/ 2482 w 500"/>
                  <a:gd name="T79" fmla="*/ 8294 h 1519"/>
                  <a:gd name="T80" fmla="*/ 2595 w 500"/>
                  <a:gd name="T81" fmla="*/ 6130 h 1519"/>
                  <a:gd name="T82" fmla="*/ 2688 w 500"/>
                  <a:gd name="T83" fmla="*/ 4391 h 1519"/>
                  <a:gd name="T84" fmla="*/ 2640 w 500"/>
                  <a:gd name="T85" fmla="*/ 3868 h 1519"/>
                  <a:gd name="T86" fmla="*/ 2450 w 500"/>
                  <a:gd name="T87" fmla="*/ 2697 h 1519"/>
                  <a:gd name="T88" fmla="*/ 2583 w 500"/>
                  <a:gd name="T89" fmla="*/ 1660 h 1519"/>
                  <a:gd name="T90" fmla="*/ 2857 w 500"/>
                  <a:gd name="T91" fmla="*/ 3597 h 1519"/>
                  <a:gd name="T92" fmla="*/ 2720 w 500"/>
                  <a:gd name="T93" fmla="*/ 4161 h 1519"/>
                  <a:gd name="T94" fmla="*/ 2767 w 500"/>
                  <a:gd name="T95" fmla="*/ 4619 h 1519"/>
                  <a:gd name="T96" fmla="*/ 2910 w 500"/>
                  <a:gd name="T97" fmla="*/ 4503 h 1519"/>
                  <a:gd name="T98" fmla="*/ 2880 w 500"/>
                  <a:gd name="T99" fmla="*/ 4820 h 1519"/>
                  <a:gd name="T100" fmla="*/ 3077 w 500"/>
                  <a:gd name="T101" fmla="*/ 4744 h 1519"/>
                  <a:gd name="T102" fmla="*/ 3255 w 500"/>
                  <a:gd name="T103" fmla="*/ 4077 h 1519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0" t="0" r="r" b="b"/>
                <a:pathLst>
                  <a:path w="500" h="1519">
                    <a:moveTo>
                      <a:pt x="493" y="626"/>
                    </a:moveTo>
                    <a:cubicBezTo>
                      <a:pt x="487" y="600"/>
                      <a:pt x="485" y="564"/>
                      <a:pt x="489" y="534"/>
                    </a:cubicBezTo>
                    <a:cubicBezTo>
                      <a:pt x="497" y="469"/>
                      <a:pt x="495" y="387"/>
                      <a:pt x="492" y="366"/>
                    </a:cubicBezTo>
                    <a:cubicBezTo>
                      <a:pt x="490" y="344"/>
                      <a:pt x="465" y="247"/>
                      <a:pt x="456" y="169"/>
                    </a:cubicBezTo>
                    <a:cubicBezTo>
                      <a:pt x="448" y="90"/>
                      <a:pt x="400" y="76"/>
                      <a:pt x="390" y="76"/>
                    </a:cubicBezTo>
                    <a:cubicBezTo>
                      <a:pt x="381" y="76"/>
                      <a:pt x="354" y="65"/>
                      <a:pt x="322" y="57"/>
                    </a:cubicBezTo>
                    <a:cubicBezTo>
                      <a:pt x="301" y="51"/>
                      <a:pt x="299" y="20"/>
                      <a:pt x="300" y="0"/>
                    </a:cubicBezTo>
                    <a:cubicBezTo>
                      <a:pt x="256" y="7"/>
                      <a:pt x="200" y="6"/>
                      <a:pt x="200" y="6"/>
                    </a:cubicBezTo>
                    <a:cubicBezTo>
                      <a:pt x="200" y="6"/>
                      <a:pt x="199" y="51"/>
                      <a:pt x="177" y="57"/>
                    </a:cubicBezTo>
                    <a:cubicBezTo>
                      <a:pt x="146" y="65"/>
                      <a:pt x="119" y="76"/>
                      <a:pt x="109" y="76"/>
                    </a:cubicBezTo>
                    <a:cubicBezTo>
                      <a:pt x="99" y="76"/>
                      <a:pt x="52" y="90"/>
                      <a:pt x="43" y="169"/>
                    </a:cubicBezTo>
                    <a:cubicBezTo>
                      <a:pt x="35" y="247"/>
                      <a:pt x="10" y="344"/>
                      <a:pt x="7" y="366"/>
                    </a:cubicBezTo>
                    <a:cubicBezTo>
                      <a:pt x="5" y="387"/>
                      <a:pt x="3" y="469"/>
                      <a:pt x="11" y="534"/>
                    </a:cubicBezTo>
                    <a:cubicBezTo>
                      <a:pt x="15" y="564"/>
                      <a:pt x="13" y="600"/>
                      <a:pt x="6" y="626"/>
                    </a:cubicBezTo>
                    <a:cubicBezTo>
                      <a:pt x="0" y="653"/>
                      <a:pt x="2" y="688"/>
                      <a:pt x="8" y="702"/>
                    </a:cubicBezTo>
                    <a:cubicBezTo>
                      <a:pt x="13" y="715"/>
                      <a:pt x="28" y="729"/>
                      <a:pt x="34" y="728"/>
                    </a:cubicBezTo>
                    <a:cubicBezTo>
                      <a:pt x="34" y="728"/>
                      <a:pt x="42" y="743"/>
                      <a:pt x="51" y="738"/>
                    </a:cubicBezTo>
                    <a:cubicBezTo>
                      <a:pt x="51" y="738"/>
                      <a:pt x="59" y="744"/>
                      <a:pt x="63" y="740"/>
                    </a:cubicBezTo>
                    <a:cubicBezTo>
                      <a:pt x="68" y="735"/>
                      <a:pt x="63" y="719"/>
                      <a:pt x="61" y="717"/>
                    </a:cubicBezTo>
                    <a:cubicBezTo>
                      <a:pt x="58" y="715"/>
                      <a:pt x="58" y="698"/>
                      <a:pt x="58" y="691"/>
                    </a:cubicBezTo>
                    <a:cubicBezTo>
                      <a:pt x="59" y="685"/>
                      <a:pt x="57" y="668"/>
                      <a:pt x="68" y="657"/>
                    </a:cubicBezTo>
                    <a:cubicBezTo>
                      <a:pt x="68" y="657"/>
                      <a:pt x="64" y="702"/>
                      <a:pt x="81" y="709"/>
                    </a:cubicBezTo>
                    <a:cubicBezTo>
                      <a:pt x="81" y="709"/>
                      <a:pt x="87" y="706"/>
                      <a:pt x="85" y="692"/>
                    </a:cubicBezTo>
                    <a:cubicBezTo>
                      <a:pt x="85" y="685"/>
                      <a:pt x="89" y="644"/>
                      <a:pt x="88" y="639"/>
                    </a:cubicBezTo>
                    <a:cubicBezTo>
                      <a:pt x="87" y="634"/>
                      <a:pt x="84" y="623"/>
                      <a:pt x="73" y="606"/>
                    </a:cubicBezTo>
                    <a:cubicBezTo>
                      <a:pt x="62" y="590"/>
                      <a:pt x="63" y="569"/>
                      <a:pt x="67" y="552"/>
                    </a:cubicBezTo>
                    <a:cubicBezTo>
                      <a:pt x="70" y="534"/>
                      <a:pt x="76" y="425"/>
                      <a:pt x="77" y="400"/>
                    </a:cubicBezTo>
                    <a:cubicBezTo>
                      <a:pt x="78" y="375"/>
                      <a:pt x="106" y="274"/>
                      <a:pt x="108" y="255"/>
                    </a:cubicBezTo>
                    <a:cubicBezTo>
                      <a:pt x="112" y="250"/>
                      <a:pt x="112" y="250"/>
                      <a:pt x="112" y="250"/>
                    </a:cubicBezTo>
                    <a:cubicBezTo>
                      <a:pt x="110" y="304"/>
                      <a:pt x="127" y="382"/>
                      <a:pt x="128" y="414"/>
                    </a:cubicBezTo>
                    <a:cubicBezTo>
                      <a:pt x="129" y="449"/>
                      <a:pt x="120" y="511"/>
                      <a:pt x="113" y="534"/>
                    </a:cubicBezTo>
                    <a:cubicBezTo>
                      <a:pt x="108" y="551"/>
                      <a:pt x="102" y="581"/>
                      <a:pt x="100" y="594"/>
                    </a:cubicBezTo>
                    <a:cubicBezTo>
                      <a:pt x="99" y="594"/>
                      <a:pt x="99" y="594"/>
                      <a:pt x="99" y="594"/>
                    </a:cubicBezTo>
                    <a:cubicBezTo>
                      <a:pt x="99" y="594"/>
                      <a:pt x="92" y="636"/>
                      <a:pt x="93" y="674"/>
                    </a:cubicBezTo>
                    <a:cubicBezTo>
                      <a:pt x="93" y="695"/>
                      <a:pt x="85" y="766"/>
                      <a:pt x="96" y="818"/>
                    </a:cubicBezTo>
                    <a:cubicBezTo>
                      <a:pt x="108" y="871"/>
                      <a:pt x="110" y="903"/>
                      <a:pt x="106" y="941"/>
                    </a:cubicBezTo>
                    <a:cubicBezTo>
                      <a:pt x="103" y="978"/>
                      <a:pt x="109" y="1014"/>
                      <a:pt x="109" y="1049"/>
                    </a:cubicBezTo>
                    <a:cubicBezTo>
                      <a:pt x="108" y="1085"/>
                      <a:pt x="107" y="1197"/>
                      <a:pt x="124" y="1273"/>
                    </a:cubicBezTo>
                    <a:cubicBezTo>
                      <a:pt x="141" y="1349"/>
                      <a:pt x="114" y="1382"/>
                      <a:pt x="114" y="1382"/>
                    </a:cubicBezTo>
                    <a:cubicBezTo>
                      <a:pt x="114" y="1382"/>
                      <a:pt x="96" y="1410"/>
                      <a:pt x="90" y="1429"/>
                    </a:cubicBezTo>
                    <a:cubicBezTo>
                      <a:pt x="86" y="1441"/>
                      <a:pt x="77" y="1444"/>
                      <a:pt x="73" y="1453"/>
                    </a:cubicBezTo>
                    <a:cubicBezTo>
                      <a:pt x="70" y="1461"/>
                      <a:pt x="58" y="1467"/>
                      <a:pt x="63" y="1484"/>
                    </a:cubicBezTo>
                    <a:cubicBezTo>
                      <a:pt x="63" y="1484"/>
                      <a:pt x="66" y="1501"/>
                      <a:pt x="74" y="1495"/>
                    </a:cubicBezTo>
                    <a:cubicBezTo>
                      <a:pt x="74" y="1495"/>
                      <a:pt x="80" y="1507"/>
                      <a:pt x="88" y="1503"/>
                    </a:cubicBezTo>
                    <a:cubicBezTo>
                      <a:pt x="88" y="1503"/>
                      <a:pt x="98" y="1515"/>
                      <a:pt x="106" y="1505"/>
                    </a:cubicBezTo>
                    <a:cubicBezTo>
                      <a:pt x="106" y="1505"/>
                      <a:pt x="104" y="1519"/>
                      <a:pt x="123" y="1519"/>
                    </a:cubicBezTo>
                    <a:cubicBezTo>
                      <a:pt x="143" y="1519"/>
                      <a:pt x="145" y="1510"/>
                      <a:pt x="145" y="1498"/>
                    </a:cubicBezTo>
                    <a:cubicBezTo>
                      <a:pt x="145" y="1486"/>
                      <a:pt x="154" y="1485"/>
                      <a:pt x="154" y="1485"/>
                    </a:cubicBezTo>
                    <a:cubicBezTo>
                      <a:pt x="154" y="1485"/>
                      <a:pt x="168" y="1475"/>
                      <a:pt x="169" y="1462"/>
                    </a:cubicBezTo>
                    <a:cubicBezTo>
                      <a:pt x="170" y="1449"/>
                      <a:pt x="180" y="1439"/>
                      <a:pt x="180" y="1439"/>
                    </a:cubicBezTo>
                    <a:cubicBezTo>
                      <a:pt x="180" y="1439"/>
                      <a:pt x="193" y="1434"/>
                      <a:pt x="186" y="1402"/>
                    </a:cubicBezTo>
                    <a:cubicBezTo>
                      <a:pt x="186" y="1402"/>
                      <a:pt x="192" y="1385"/>
                      <a:pt x="189" y="1369"/>
                    </a:cubicBezTo>
                    <a:cubicBezTo>
                      <a:pt x="185" y="1353"/>
                      <a:pt x="189" y="1300"/>
                      <a:pt x="191" y="1281"/>
                    </a:cubicBezTo>
                    <a:cubicBezTo>
                      <a:pt x="193" y="1261"/>
                      <a:pt x="210" y="1154"/>
                      <a:pt x="204" y="1111"/>
                    </a:cubicBezTo>
                    <a:cubicBezTo>
                      <a:pt x="194" y="1040"/>
                      <a:pt x="214" y="1017"/>
                      <a:pt x="216" y="983"/>
                    </a:cubicBezTo>
                    <a:cubicBezTo>
                      <a:pt x="216" y="983"/>
                      <a:pt x="220" y="946"/>
                      <a:pt x="218" y="915"/>
                    </a:cubicBezTo>
                    <a:cubicBezTo>
                      <a:pt x="216" y="884"/>
                      <a:pt x="224" y="850"/>
                      <a:pt x="230" y="811"/>
                    </a:cubicBezTo>
                    <a:cubicBezTo>
                      <a:pt x="236" y="772"/>
                      <a:pt x="239" y="734"/>
                      <a:pt x="246" y="720"/>
                    </a:cubicBezTo>
                    <a:cubicBezTo>
                      <a:pt x="248" y="716"/>
                      <a:pt x="250" y="710"/>
                      <a:pt x="252" y="704"/>
                    </a:cubicBezTo>
                    <a:cubicBezTo>
                      <a:pt x="253" y="714"/>
                      <a:pt x="253" y="720"/>
                      <a:pt x="253" y="720"/>
                    </a:cubicBezTo>
                    <a:cubicBezTo>
                      <a:pt x="255" y="736"/>
                      <a:pt x="264" y="772"/>
                      <a:pt x="270" y="811"/>
                    </a:cubicBezTo>
                    <a:cubicBezTo>
                      <a:pt x="275" y="850"/>
                      <a:pt x="284" y="884"/>
                      <a:pt x="282" y="915"/>
                    </a:cubicBezTo>
                    <a:cubicBezTo>
                      <a:pt x="279" y="946"/>
                      <a:pt x="284" y="983"/>
                      <a:pt x="284" y="983"/>
                    </a:cubicBezTo>
                    <a:cubicBezTo>
                      <a:pt x="285" y="1017"/>
                      <a:pt x="306" y="1040"/>
                      <a:pt x="296" y="1111"/>
                    </a:cubicBezTo>
                    <a:cubicBezTo>
                      <a:pt x="289" y="1154"/>
                      <a:pt x="307" y="1261"/>
                      <a:pt x="309" y="1281"/>
                    </a:cubicBezTo>
                    <a:cubicBezTo>
                      <a:pt x="310" y="1300"/>
                      <a:pt x="314" y="1353"/>
                      <a:pt x="311" y="1369"/>
                    </a:cubicBezTo>
                    <a:cubicBezTo>
                      <a:pt x="308" y="1385"/>
                      <a:pt x="313" y="1402"/>
                      <a:pt x="313" y="1402"/>
                    </a:cubicBezTo>
                    <a:cubicBezTo>
                      <a:pt x="307" y="1434"/>
                      <a:pt x="320" y="1439"/>
                      <a:pt x="320" y="1439"/>
                    </a:cubicBezTo>
                    <a:cubicBezTo>
                      <a:pt x="320" y="1439"/>
                      <a:pt x="330" y="1449"/>
                      <a:pt x="331" y="1462"/>
                    </a:cubicBezTo>
                    <a:cubicBezTo>
                      <a:pt x="331" y="1475"/>
                      <a:pt x="345" y="1485"/>
                      <a:pt x="345" y="1485"/>
                    </a:cubicBezTo>
                    <a:cubicBezTo>
                      <a:pt x="345" y="1485"/>
                      <a:pt x="354" y="1486"/>
                      <a:pt x="355" y="1498"/>
                    </a:cubicBezTo>
                    <a:cubicBezTo>
                      <a:pt x="355" y="1510"/>
                      <a:pt x="356" y="1519"/>
                      <a:pt x="376" y="1519"/>
                    </a:cubicBezTo>
                    <a:cubicBezTo>
                      <a:pt x="396" y="1519"/>
                      <a:pt x="394" y="1505"/>
                      <a:pt x="394" y="1505"/>
                    </a:cubicBezTo>
                    <a:cubicBezTo>
                      <a:pt x="401" y="1515"/>
                      <a:pt x="411" y="1503"/>
                      <a:pt x="411" y="1503"/>
                    </a:cubicBezTo>
                    <a:cubicBezTo>
                      <a:pt x="420" y="1507"/>
                      <a:pt x="426" y="1495"/>
                      <a:pt x="426" y="1495"/>
                    </a:cubicBezTo>
                    <a:cubicBezTo>
                      <a:pt x="434" y="1501"/>
                      <a:pt x="437" y="1484"/>
                      <a:pt x="437" y="1484"/>
                    </a:cubicBezTo>
                    <a:cubicBezTo>
                      <a:pt x="442" y="1467"/>
                      <a:pt x="430" y="1461"/>
                      <a:pt x="426" y="1453"/>
                    </a:cubicBezTo>
                    <a:cubicBezTo>
                      <a:pt x="423" y="1444"/>
                      <a:pt x="413" y="1441"/>
                      <a:pt x="409" y="1429"/>
                    </a:cubicBezTo>
                    <a:cubicBezTo>
                      <a:pt x="403" y="1410"/>
                      <a:pt x="386" y="1382"/>
                      <a:pt x="386" y="1382"/>
                    </a:cubicBezTo>
                    <a:cubicBezTo>
                      <a:pt x="386" y="1382"/>
                      <a:pt x="359" y="1349"/>
                      <a:pt x="376" y="1273"/>
                    </a:cubicBezTo>
                    <a:cubicBezTo>
                      <a:pt x="393" y="1197"/>
                      <a:pt x="392" y="1085"/>
                      <a:pt x="391" y="1049"/>
                    </a:cubicBezTo>
                    <a:cubicBezTo>
                      <a:pt x="390" y="1014"/>
                      <a:pt x="397" y="978"/>
                      <a:pt x="393" y="941"/>
                    </a:cubicBezTo>
                    <a:cubicBezTo>
                      <a:pt x="389" y="903"/>
                      <a:pt x="392" y="871"/>
                      <a:pt x="403" y="818"/>
                    </a:cubicBezTo>
                    <a:cubicBezTo>
                      <a:pt x="415" y="766"/>
                      <a:pt x="406" y="695"/>
                      <a:pt x="407" y="674"/>
                    </a:cubicBezTo>
                    <a:cubicBezTo>
                      <a:pt x="408" y="636"/>
                      <a:pt x="401" y="594"/>
                      <a:pt x="401" y="594"/>
                    </a:cubicBezTo>
                    <a:cubicBezTo>
                      <a:pt x="400" y="594"/>
                      <a:pt x="400" y="594"/>
                      <a:pt x="400" y="594"/>
                    </a:cubicBezTo>
                    <a:cubicBezTo>
                      <a:pt x="398" y="581"/>
                      <a:pt x="392" y="551"/>
                      <a:pt x="386" y="534"/>
                    </a:cubicBezTo>
                    <a:cubicBezTo>
                      <a:pt x="380" y="511"/>
                      <a:pt x="371" y="449"/>
                      <a:pt x="371" y="414"/>
                    </a:cubicBezTo>
                    <a:cubicBezTo>
                      <a:pt x="372" y="382"/>
                      <a:pt x="390" y="304"/>
                      <a:pt x="388" y="250"/>
                    </a:cubicBezTo>
                    <a:cubicBezTo>
                      <a:pt x="391" y="255"/>
                      <a:pt x="391" y="255"/>
                      <a:pt x="391" y="255"/>
                    </a:cubicBezTo>
                    <a:cubicBezTo>
                      <a:pt x="394" y="274"/>
                      <a:pt x="421" y="375"/>
                      <a:pt x="423" y="400"/>
                    </a:cubicBezTo>
                    <a:cubicBezTo>
                      <a:pt x="424" y="425"/>
                      <a:pt x="430" y="534"/>
                      <a:pt x="433" y="552"/>
                    </a:cubicBezTo>
                    <a:cubicBezTo>
                      <a:pt x="436" y="569"/>
                      <a:pt x="438" y="590"/>
                      <a:pt x="427" y="606"/>
                    </a:cubicBezTo>
                    <a:cubicBezTo>
                      <a:pt x="416" y="623"/>
                      <a:pt x="413" y="634"/>
                      <a:pt x="412" y="639"/>
                    </a:cubicBezTo>
                    <a:cubicBezTo>
                      <a:pt x="411" y="644"/>
                      <a:pt x="415" y="685"/>
                      <a:pt x="414" y="692"/>
                    </a:cubicBezTo>
                    <a:cubicBezTo>
                      <a:pt x="413" y="706"/>
                      <a:pt x="419" y="709"/>
                      <a:pt x="419" y="709"/>
                    </a:cubicBezTo>
                    <a:cubicBezTo>
                      <a:pt x="436" y="702"/>
                      <a:pt x="432" y="657"/>
                      <a:pt x="432" y="657"/>
                    </a:cubicBezTo>
                    <a:cubicBezTo>
                      <a:pt x="442" y="668"/>
                      <a:pt x="440" y="685"/>
                      <a:pt x="441" y="691"/>
                    </a:cubicBezTo>
                    <a:cubicBezTo>
                      <a:pt x="442" y="698"/>
                      <a:pt x="441" y="715"/>
                      <a:pt x="439" y="717"/>
                    </a:cubicBezTo>
                    <a:cubicBezTo>
                      <a:pt x="436" y="719"/>
                      <a:pt x="431" y="735"/>
                      <a:pt x="436" y="740"/>
                    </a:cubicBezTo>
                    <a:cubicBezTo>
                      <a:pt x="441" y="744"/>
                      <a:pt x="449" y="738"/>
                      <a:pt x="449" y="738"/>
                    </a:cubicBezTo>
                    <a:cubicBezTo>
                      <a:pt x="458" y="743"/>
                      <a:pt x="466" y="728"/>
                      <a:pt x="466" y="728"/>
                    </a:cubicBezTo>
                    <a:cubicBezTo>
                      <a:pt x="472" y="729"/>
                      <a:pt x="487" y="715"/>
                      <a:pt x="492" y="702"/>
                    </a:cubicBezTo>
                    <a:cubicBezTo>
                      <a:pt x="498" y="688"/>
                      <a:pt x="500" y="653"/>
                      <a:pt x="493" y="626"/>
                    </a:cubicBezTo>
                    <a:close/>
                  </a:path>
                </a:pathLst>
              </a:custGeom>
              <a:solidFill>
                <a:srgbClr val="75332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1912" name="Freeform 711">
                <a:extLst>
                  <a:ext uri="{FF2B5EF4-FFF2-40B4-BE49-F238E27FC236}">
                    <a16:creationId xmlns:a16="http://schemas.microsoft.com/office/drawing/2014/main" id="{13A00D05-0F52-431C-98CD-F1254F3BAF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4" y="1187"/>
                <a:ext cx="938" cy="2837"/>
              </a:xfrm>
              <a:custGeom>
                <a:avLst/>
                <a:gdLst>
                  <a:gd name="T0" fmla="*/ 3227 w 500"/>
                  <a:gd name="T1" fmla="*/ 3478 h 1519"/>
                  <a:gd name="T2" fmla="*/ 3009 w 500"/>
                  <a:gd name="T3" fmla="*/ 1102 h 1519"/>
                  <a:gd name="T4" fmla="*/ 2126 w 500"/>
                  <a:gd name="T5" fmla="*/ 370 h 1519"/>
                  <a:gd name="T6" fmla="*/ 1321 w 500"/>
                  <a:gd name="T7" fmla="*/ 39 h 1519"/>
                  <a:gd name="T8" fmla="*/ 719 w 500"/>
                  <a:gd name="T9" fmla="*/ 495 h 1519"/>
                  <a:gd name="T10" fmla="*/ 45 w 500"/>
                  <a:gd name="T11" fmla="*/ 2385 h 1519"/>
                  <a:gd name="T12" fmla="*/ 39 w 500"/>
                  <a:gd name="T13" fmla="*/ 4077 h 1519"/>
                  <a:gd name="T14" fmla="*/ 225 w 500"/>
                  <a:gd name="T15" fmla="*/ 4744 h 1519"/>
                  <a:gd name="T16" fmla="*/ 415 w 500"/>
                  <a:gd name="T17" fmla="*/ 4820 h 1519"/>
                  <a:gd name="T18" fmla="*/ 383 w 500"/>
                  <a:gd name="T19" fmla="*/ 4503 h 1519"/>
                  <a:gd name="T20" fmla="*/ 535 w 500"/>
                  <a:gd name="T21" fmla="*/ 4619 h 1519"/>
                  <a:gd name="T22" fmla="*/ 582 w 500"/>
                  <a:gd name="T23" fmla="*/ 4161 h 1519"/>
                  <a:gd name="T24" fmla="*/ 443 w 500"/>
                  <a:gd name="T25" fmla="*/ 3597 h 1519"/>
                  <a:gd name="T26" fmla="*/ 715 w 500"/>
                  <a:gd name="T27" fmla="*/ 1660 h 1519"/>
                  <a:gd name="T28" fmla="*/ 844 w 500"/>
                  <a:gd name="T29" fmla="*/ 2697 h 1519"/>
                  <a:gd name="T30" fmla="*/ 662 w 500"/>
                  <a:gd name="T31" fmla="*/ 3868 h 1519"/>
                  <a:gd name="T32" fmla="*/ 612 w 500"/>
                  <a:gd name="T33" fmla="*/ 4391 h 1519"/>
                  <a:gd name="T34" fmla="*/ 700 w 500"/>
                  <a:gd name="T35" fmla="*/ 6130 h 1519"/>
                  <a:gd name="T36" fmla="*/ 820 w 500"/>
                  <a:gd name="T37" fmla="*/ 8294 h 1519"/>
                  <a:gd name="T38" fmla="*/ 595 w 500"/>
                  <a:gd name="T39" fmla="*/ 9310 h 1519"/>
                  <a:gd name="T40" fmla="*/ 415 w 500"/>
                  <a:gd name="T41" fmla="*/ 9669 h 1519"/>
                  <a:gd name="T42" fmla="*/ 582 w 500"/>
                  <a:gd name="T43" fmla="*/ 9792 h 1519"/>
                  <a:gd name="T44" fmla="*/ 812 w 500"/>
                  <a:gd name="T45" fmla="*/ 9897 h 1519"/>
                  <a:gd name="T46" fmla="*/ 1017 w 500"/>
                  <a:gd name="T47" fmla="*/ 9673 h 1519"/>
                  <a:gd name="T48" fmla="*/ 1189 w 500"/>
                  <a:gd name="T49" fmla="*/ 9376 h 1519"/>
                  <a:gd name="T50" fmla="*/ 1249 w 500"/>
                  <a:gd name="T51" fmla="*/ 8920 h 1519"/>
                  <a:gd name="T52" fmla="*/ 1349 w 500"/>
                  <a:gd name="T53" fmla="*/ 7237 h 1519"/>
                  <a:gd name="T54" fmla="*/ 1439 w 500"/>
                  <a:gd name="T55" fmla="*/ 5962 h 1519"/>
                  <a:gd name="T56" fmla="*/ 1623 w 500"/>
                  <a:gd name="T57" fmla="*/ 4692 h 1519"/>
                  <a:gd name="T58" fmla="*/ 1672 w 500"/>
                  <a:gd name="T59" fmla="*/ 4692 h 1519"/>
                  <a:gd name="T60" fmla="*/ 1861 w 500"/>
                  <a:gd name="T61" fmla="*/ 5962 h 1519"/>
                  <a:gd name="T62" fmla="*/ 1953 w 500"/>
                  <a:gd name="T63" fmla="*/ 7237 h 1519"/>
                  <a:gd name="T64" fmla="*/ 2052 w 500"/>
                  <a:gd name="T65" fmla="*/ 8920 h 1519"/>
                  <a:gd name="T66" fmla="*/ 2112 w 500"/>
                  <a:gd name="T67" fmla="*/ 9376 h 1519"/>
                  <a:gd name="T68" fmla="*/ 2277 w 500"/>
                  <a:gd name="T69" fmla="*/ 9673 h 1519"/>
                  <a:gd name="T70" fmla="*/ 2482 w 500"/>
                  <a:gd name="T71" fmla="*/ 9897 h 1519"/>
                  <a:gd name="T72" fmla="*/ 2713 w 500"/>
                  <a:gd name="T73" fmla="*/ 9792 h 1519"/>
                  <a:gd name="T74" fmla="*/ 2885 w 500"/>
                  <a:gd name="T75" fmla="*/ 9669 h 1519"/>
                  <a:gd name="T76" fmla="*/ 2700 w 500"/>
                  <a:gd name="T77" fmla="*/ 9310 h 1519"/>
                  <a:gd name="T78" fmla="*/ 2482 w 500"/>
                  <a:gd name="T79" fmla="*/ 8294 h 1519"/>
                  <a:gd name="T80" fmla="*/ 2595 w 500"/>
                  <a:gd name="T81" fmla="*/ 6130 h 1519"/>
                  <a:gd name="T82" fmla="*/ 2688 w 500"/>
                  <a:gd name="T83" fmla="*/ 4391 h 1519"/>
                  <a:gd name="T84" fmla="*/ 2640 w 500"/>
                  <a:gd name="T85" fmla="*/ 3868 h 1519"/>
                  <a:gd name="T86" fmla="*/ 2450 w 500"/>
                  <a:gd name="T87" fmla="*/ 2697 h 1519"/>
                  <a:gd name="T88" fmla="*/ 2583 w 500"/>
                  <a:gd name="T89" fmla="*/ 1660 h 1519"/>
                  <a:gd name="T90" fmla="*/ 2857 w 500"/>
                  <a:gd name="T91" fmla="*/ 3597 h 1519"/>
                  <a:gd name="T92" fmla="*/ 2720 w 500"/>
                  <a:gd name="T93" fmla="*/ 4161 h 1519"/>
                  <a:gd name="T94" fmla="*/ 2767 w 500"/>
                  <a:gd name="T95" fmla="*/ 4619 h 1519"/>
                  <a:gd name="T96" fmla="*/ 2910 w 500"/>
                  <a:gd name="T97" fmla="*/ 4503 h 1519"/>
                  <a:gd name="T98" fmla="*/ 2880 w 500"/>
                  <a:gd name="T99" fmla="*/ 4820 h 1519"/>
                  <a:gd name="T100" fmla="*/ 3077 w 500"/>
                  <a:gd name="T101" fmla="*/ 4744 h 1519"/>
                  <a:gd name="T102" fmla="*/ 3255 w 500"/>
                  <a:gd name="T103" fmla="*/ 4077 h 1519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0" t="0" r="r" b="b"/>
                <a:pathLst>
                  <a:path w="500" h="1519">
                    <a:moveTo>
                      <a:pt x="493" y="626"/>
                    </a:moveTo>
                    <a:cubicBezTo>
                      <a:pt x="487" y="600"/>
                      <a:pt x="485" y="564"/>
                      <a:pt x="489" y="534"/>
                    </a:cubicBezTo>
                    <a:cubicBezTo>
                      <a:pt x="497" y="469"/>
                      <a:pt x="495" y="387"/>
                      <a:pt x="492" y="366"/>
                    </a:cubicBezTo>
                    <a:cubicBezTo>
                      <a:pt x="490" y="344"/>
                      <a:pt x="465" y="247"/>
                      <a:pt x="456" y="169"/>
                    </a:cubicBezTo>
                    <a:cubicBezTo>
                      <a:pt x="448" y="90"/>
                      <a:pt x="400" y="76"/>
                      <a:pt x="390" y="76"/>
                    </a:cubicBezTo>
                    <a:cubicBezTo>
                      <a:pt x="381" y="76"/>
                      <a:pt x="354" y="65"/>
                      <a:pt x="322" y="57"/>
                    </a:cubicBezTo>
                    <a:cubicBezTo>
                      <a:pt x="301" y="51"/>
                      <a:pt x="299" y="20"/>
                      <a:pt x="300" y="0"/>
                    </a:cubicBezTo>
                    <a:cubicBezTo>
                      <a:pt x="256" y="7"/>
                      <a:pt x="200" y="6"/>
                      <a:pt x="200" y="6"/>
                    </a:cubicBezTo>
                    <a:cubicBezTo>
                      <a:pt x="200" y="6"/>
                      <a:pt x="199" y="51"/>
                      <a:pt x="177" y="57"/>
                    </a:cubicBezTo>
                    <a:cubicBezTo>
                      <a:pt x="146" y="65"/>
                      <a:pt x="119" y="76"/>
                      <a:pt x="109" y="76"/>
                    </a:cubicBezTo>
                    <a:cubicBezTo>
                      <a:pt x="99" y="76"/>
                      <a:pt x="52" y="90"/>
                      <a:pt x="43" y="169"/>
                    </a:cubicBezTo>
                    <a:cubicBezTo>
                      <a:pt x="35" y="247"/>
                      <a:pt x="10" y="344"/>
                      <a:pt x="7" y="366"/>
                    </a:cubicBezTo>
                    <a:cubicBezTo>
                      <a:pt x="5" y="387"/>
                      <a:pt x="3" y="469"/>
                      <a:pt x="11" y="534"/>
                    </a:cubicBezTo>
                    <a:cubicBezTo>
                      <a:pt x="15" y="564"/>
                      <a:pt x="13" y="600"/>
                      <a:pt x="6" y="626"/>
                    </a:cubicBezTo>
                    <a:cubicBezTo>
                      <a:pt x="0" y="653"/>
                      <a:pt x="2" y="688"/>
                      <a:pt x="8" y="702"/>
                    </a:cubicBezTo>
                    <a:cubicBezTo>
                      <a:pt x="13" y="715"/>
                      <a:pt x="28" y="729"/>
                      <a:pt x="34" y="728"/>
                    </a:cubicBezTo>
                    <a:cubicBezTo>
                      <a:pt x="34" y="728"/>
                      <a:pt x="42" y="743"/>
                      <a:pt x="51" y="738"/>
                    </a:cubicBezTo>
                    <a:cubicBezTo>
                      <a:pt x="51" y="738"/>
                      <a:pt x="59" y="744"/>
                      <a:pt x="63" y="740"/>
                    </a:cubicBezTo>
                    <a:cubicBezTo>
                      <a:pt x="68" y="735"/>
                      <a:pt x="63" y="719"/>
                      <a:pt x="61" y="717"/>
                    </a:cubicBezTo>
                    <a:cubicBezTo>
                      <a:pt x="58" y="715"/>
                      <a:pt x="58" y="698"/>
                      <a:pt x="58" y="691"/>
                    </a:cubicBezTo>
                    <a:cubicBezTo>
                      <a:pt x="59" y="685"/>
                      <a:pt x="57" y="668"/>
                      <a:pt x="68" y="657"/>
                    </a:cubicBezTo>
                    <a:cubicBezTo>
                      <a:pt x="68" y="657"/>
                      <a:pt x="64" y="702"/>
                      <a:pt x="81" y="709"/>
                    </a:cubicBezTo>
                    <a:cubicBezTo>
                      <a:pt x="81" y="709"/>
                      <a:pt x="87" y="706"/>
                      <a:pt x="85" y="692"/>
                    </a:cubicBezTo>
                    <a:cubicBezTo>
                      <a:pt x="85" y="685"/>
                      <a:pt x="89" y="644"/>
                      <a:pt x="88" y="639"/>
                    </a:cubicBezTo>
                    <a:cubicBezTo>
                      <a:pt x="87" y="634"/>
                      <a:pt x="84" y="623"/>
                      <a:pt x="73" y="606"/>
                    </a:cubicBezTo>
                    <a:cubicBezTo>
                      <a:pt x="62" y="590"/>
                      <a:pt x="63" y="569"/>
                      <a:pt x="67" y="552"/>
                    </a:cubicBezTo>
                    <a:cubicBezTo>
                      <a:pt x="70" y="534"/>
                      <a:pt x="76" y="425"/>
                      <a:pt x="77" y="400"/>
                    </a:cubicBezTo>
                    <a:cubicBezTo>
                      <a:pt x="78" y="375"/>
                      <a:pt x="106" y="274"/>
                      <a:pt x="108" y="255"/>
                    </a:cubicBezTo>
                    <a:cubicBezTo>
                      <a:pt x="112" y="250"/>
                      <a:pt x="112" y="250"/>
                      <a:pt x="112" y="250"/>
                    </a:cubicBezTo>
                    <a:cubicBezTo>
                      <a:pt x="110" y="304"/>
                      <a:pt x="127" y="382"/>
                      <a:pt x="128" y="414"/>
                    </a:cubicBezTo>
                    <a:cubicBezTo>
                      <a:pt x="129" y="449"/>
                      <a:pt x="120" y="511"/>
                      <a:pt x="113" y="534"/>
                    </a:cubicBezTo>
                    <a:cubicBezTo>
                      <a:pt x="108" y="551"/>
                      <a:pt x="102" y="581"/>
                      <a:pt x="100" y="594"/>
                    </a:cubicBezTo>
                    <a:cubicBezTo>
                      <a:pt x="99" y="594"/>
                      <a:pt x="99" y="594"/>
                      <a:pt x="99" y="594"/>
                    </a:cubicBezTo>
                    <a:cubicBezTo>
                      <a:pt x="99" y="594"/>
                      <a:pt x="92" y="636"/>
                      <a:pt x="93" y="674"/>
                    </a:cubicBezTo>
                    <a:cubicBezTo>
                      <a:pt x="93" y="695"/>
                      <a:pt x="85" y="766"/>
                      <a:pt x="96" y="818"/>
                    </a:cubicBezTo>
                    <a:cubicBezTo>
                      <a:pt x="108" y="871"/>
                      <a:pt x="110" y="903"/>
                      <a:pt x="106" y="941"/>
                    </a:cubicBezTo>
                    <a:cubicBezTo>
                      <a:pt x="103" y="978"/>
                      <a:pt x="109" y="1014"/>
                      <a:pt x="109" y="1049"/>
                    </a:cubicBezTo>
                    <a:cubicBezTo>
                      <a:pt x="108" y="1085"/>
                      <a:pt x="107" y="1197"/>
                      <a:pt x="124" y="1273"/>
                    </a:cubicBezTo>
                    <a:cubicBezTo>
                      <a:pt x="141" y="1349"/>
                      <a:pt x="114" y="1382"/>
                      <a:pt x="114" y="1382"/>
                    </a:cubicBezTo>
                    <a:cubicBezTo>
                      <a:pt x="114" y="1382"/>
                      <a:pt x="96" y="1410"/>
                      <a:pt x="90" y="1429"/>
                    </a:cubicBezTo>
                    <a:cubicBezTo>
                      <a:pt x="86" y="1441"/>
                      <a:pt x="77" y="1444"/>
                      <a:pt x="73" y="1453"/>
                    </a:cubicBezTo>
                    <a:cubicBezTo>
                      <a:pt x="70" y="1461"/>
                      <a:pt x="58" y="1467"/>
                      <a:pt x="63" y="1484"/>
                    </a:cubicBezTo>
                    <a:cubicBezTo>
                      <a:pt x="63" y="1484"/>
                      <a:pt x="66" y="1501"/>
                      <a:pt x="74" y="1495"/>
                    </a:cubicBezTo>
                    <a:cubicBezTo>
                      <a:pt x="74" y="1495"/>
                      <a:pt x="80" y="1507"/>
                      <a:pt x="88" y="1503"/>
                    </a:cubicBezTo>
                    <a:cubicBezTo>
                      <a:pt x="88" y="1503"/>
                      <a:pt x="98" y="1515"/>
                      <a:pt x="106" y="1505"/>
                    </a:cubicBezTo>
                    <a:cubicBezTo>
                      <a:pt x="106" y="1505"/>
                      <a:pt x="104" y="1519"/>
                      <a:pt x="123" y="1519"/>
                    </a:cubicBezTo>
                    <a:cubicBezTo>
                      <a:pt x="143" y="1519"/>
                      <a:pt x="145" y="1510"/>
                      <a:pt x="145" y="1498"/>
                    </a:cubicBezTo>
                    <a:cubicBezTo>
                      <a:pt x="145" y="1486"/>
                      <a:pt x="154" y="1485"/>
                      <a:pt x="154" y="1485"/>
                    </a:cubicBezTo>
                    <a:cubicBezTo>
                      <a:pt x="154" y="1485"/>
                      <a:pt x="168" y="1475"/>
                      <a:pt x="169" y="1462"/>
                    </a:cubicBezTo>
                    <a:cubicBezTo>
                      <a:pt x="170" y="1449"/>
                      <a:pt x="180" y="1439"/>
                      <a:pt x="180" y="1439"/>
                    </a:cubicBezTo>
                    <a:cubicBezTo>
                      <a:pt x="180" y="1439"/>
                      <a:pt x="193" y="1434"/>
                      <a:pt x="186" y="1402"/>
                    </a:cubicBezTo>
                    <a:cubicBezTo>
                      <a:pt x="186" y="1402"/>
                      <a:pt x="192" y="1385"/>
                      <a:pt x="189" y="1369"/>
                    </a:cubicBezTo>
                    <a:cubicBezTo>
                      <a:pt x="185" y="1353"/>
                      <a:pt x="189" y="1300"/>
                      <a:pt x="191" y="1281"/>
                    </a:cubicBezTo>
                    <a:cubicBezTo>
                      <a:pt x="193" y="1261"/>
                      <a:pt x="210" y="1154"/>
                      <a:pt x="204" y="1111"/>
                    </a:cubicBezTo>
                    <a:cubicBezTo>
                      <a:pt x="194" y="1040"/>
                      <a:pt x="214" y="1017"/>
                      <a:pt x="216" y="983"/>
                    </a:cubicBezTo>
                    <a:cubicBezTo>
                      <a:pt x="216" y="983"/>
                      <a:pt x="220" y="946"/>
                      <a:pt x="218" y="915"/>
                    </a:cubicBezTo>
                    <a:cubicBezTo>
                      <a:pt x="216" y="884"/>
                      <a:pt x="224" y="850"/>
                      <a:pt x="230" y="811"/>
                    </a:cubicBezTo>
                    <a:cubicBezTo>
                      <a:pt x="236" y="772"/>
                      <a:pt x="239" y="734"/>
                      <a:pt x="246" y="720"/>
                    </a:cubicBezTo>
                    <a:cubicBezTo>
                      <a:pt x="248" y="716"/>
                      <a:pt x="250" y="710"/>
                      <a:pt x="252" y="704"/>
                    </a:cubicBezTo>
                    <a:cubicBezTo>
                      <a:pt x="253" y="714"/>
                      <a:pt x="253" y="720"/>
                      <a:pt x="253" y="720"/>
                    </a:cubicBezTo>
                    <a:cubicBezTo>
                      <a:pt x="255" y="736"/>
                      <a:pt x="264" y="772"/>
                      <a:pt x="270" y="811"/>
                    </a:cubicBezTo>
                    <a:cubicBezTo>
                      <a:pt x="275" y="850"/>
                      <a:pt x="284" y="884"/>
                      <a:pt x="282" y="915"/>
                    </a:cubicBezTo>
                    <a:cubicBezTo>
                      <a:pt x="279" y="946"/>
                      <a:pt x="284" y="983"/>
                      <a:pt x="284" y="983"/>
                    </a:cubicBezTo>
                    <a:cubicBezTo>
                      <a:pt x="285" y="1017"/>
                      <a:pt x="306" y="1040"/>
                      <a:pt x="296" y="1111"/>
                    </a:cubicBezTo>
                    <a:cubicBezTo>
                      <a:pt x="289" y="1154"/>
                      <a:pt x="307" y="1261"/>
                      <a:pt x="309" y="1281"/>
                    </a:cubicBezTo>
                    <a:cubicBezTo>
                      <a:pt x="310" y="1300"/>
                      <a:pt x="314" y="1353"/>
                      <a:pt x="311" y="1369"/>
                    </a:cubicBezTo>
                    <a:cubicBezTo>
                      <a:pt x="308" y="1385"/>
                      <a:pt x="313" y="1402"/>
                      <a:pt x="313" y="1402"/>
                    </a:cubicBezTo>
                    <a:cubicBezTo>
                      <a:pt x="307" y="1434"/>
                      <a:pt x="320" y="1439"/>
                      <a:pt x="320" y="1439"/>
                    </a:cubicBezTo>
                    <a:cubicBezTo>
                      <a:pt x="320" y="1439"/>
                      <a:pt x="330" y="1449"/>
                      <a:pt x="331" y="1462"/>
                    </a:cubicBezTo>
                    <a:cubicBezTo>
                      <a:pt x="331" y="1475"/>
                      <a:pt x="345" y="1485"/>
                      <a:pt x="345" y="1485"/>
                    </a:cubicBezTo>
                    <a:cubicBezTo>
                      <a:pt x="345" y="1485"/>
                      <a:pt x="354" y="1486"/>
                      <a:pt x="355" y="1498"/>
                    </a:cubicBezTo>
                    <a:cubicBezTo>
                      <a:pt x="355" y="1510"/>
                      <a:pt x="356" y="1519"/>
                      <a:pt x="376" y="1519"/>
                    </a:cubicBezTo>
                    <a:cubicBezTo>
                      <a:pt x="396" y="1519"/>
                      <a:pt x="394" y="1505"/>
                      <a:pt x="394" y="1505"/>
                    </a:cubicBezTo>
                    <a:cubicBezTo>
                      <a:pt x="401" y="1515"/>
                      <a:pt x="411" y="1503"/>
                      <a:pt x="411" y="1503"/>
                    </a:cubicBezTo>
                    <a:cubicBezTo>
                      <a:pt x="420" y="1507"/>
                      <a:pt x="426" y="1495"/>
                      <a:pt x="426" y="1495"/>
                    </a:cubicBezTo>
                    <a:cubicBezTo>
                      <a:pt x="434" y="1501"/>
                      <a:pt x="437" y="1484"/>
                      <a:pt x="437" y="1484"/>
                    </a:cubicBezTo>
                    <a:cubicBezTo>
                      <a:pt x="442" y="1467"/>
                      <a:pt x="430" y="1461"/>
                      <a:pt x="426" y="1453"/>
                    </a:cubicBezTo>
                    <a:cubicBezTo>
                      <a:pt x="423" y="1444"/>
                      <a:pt x="413" y="1441"/>
                      <a:pt x="409" y="1429"/>
                    </a:cubicBezTo>
                    <a:cubicBezTo>
                      <a:pt x="403" y="1410"/>
                      <a:pt x="386" y="1382"/>
                      <a:pt x="386" y="1382"/>
                    </a:cubicBezTo>
                    <a:cubicBezTo>
                      <a:pt x="386" y="1382"/>
                      <a:pt x="359" y="1349"/>
                      <a:pt x="376" y="1273"/>
                    </a:cubicBezTo>
                    <a:cubicBezTo>
                      <a:pt x="393" y="1197"/>
                      <a:pt x="392" y="1085"/>
                      <a:pt x="391" y="1049"/>
                    </a:cubicBezTo>
                    <a:cubicBezTo>
                      <a:pt x="390" y="1014"/>
                      <a:pt x="397" y="978"/>
                      <a:pt x="393" y="941"/>
                    </a:cubicBezTo>
                    <a:cubicBezTo>
                      <a:pt x="389" y="903"/>
                      <a:pt x="392" y="871"/>
                      <a:pt x="403" y="818"/>
                    </a:cubicBezTo>
                    <a:cubicBezTo>
                      <a:pt x="415" y="766"/>
                      <a:pt x="406" y="695"/>
                      <a:pt x="407" y="674"/>
                    </a:cubicBezTo>
                    <a:cubicBezTo>
                      <a:pt x="408" y="636"/>
                      <a:pt x="401" y="594"/>
                      <a:pt x="401" y="594"/>
                    </a:cubicBezTo>
                    <a:cubicBezTo>
                      <a:pt x="400" y="594"/>
                      <a:pt x="400" y="594"/>
                      <a:pt x="400" y="594"/>
                    </a:cubicBezTo>
                    <a:cubicBezTo>
                      <a:pt x="398" y="581"/>
                      <a:pt x="392" y="551"/>
                      <a:pt x="386" y="534"/>
                    </a:cubicBezTo>
                    <a:cubicBezTo>
                      <a:pt x="380" y="511"/>
                      <a:pt x="371" y="449"/>
                      <a:pt x="371" y="414"/>
                    </a:cubicBezTo>
                    <a:cubicBezTo>
                      <a:pt x="372" y="382"/>
                      <a:pt x="390" y="304"/>
                      <a:pt x="388" y="250"/>
                    </a:cubicBezTo>
                    <a:cubicBezTo>
                      <a:pt x="391" y="255"/>
                      <a:pt x="391" y="255"/>
                      <a:pt x="391" y="255"/>
                    </a:cubicBezTo>
                    <a:cubicBezTo>
                      <a:pt x="394" y="274"/>
                      <a:pt x="421" y="375"/>
                      <a:pt x="423" y="400"/>
                    </a:cubicBezTo>
                    <a:cubicBezTo>
                      <a:pt x="424" y="425"/>
                      <a:pt x="430" y="534"/>
                      <a:pt x="433" y="552"/>
                    </a:cubicBezTo>
                    <a:cubicBezTo>
                      <a:pt x="436" y="569"/>
                      <a:pt x="438" y="590"/>
                      <a:pt x="427" y="606"/>
                    </a:cubicBezTo>
                    <a:cubicBezTo>
                      <a:pt x="416" y="623"/>
                      <a:pt x="413" y="634"/>
                      <a:pt x="412" y="639"/>
                    </a:cubicBezTo>
                    <a:cubicBezTo>
                      <a:pt x="411" y="644"/>
                      <a:pt x="415" y="685"/>
                      <a:pt x="414" y="692"/>
                    </a:cubicBezTo>
                    <a:cubicBezTo>
                      <a:pt x="413" y="706"/>
                      <a:pt x="419" y="709"/>
                      <a:pt x="419" y="709"/>
                    </a:cubicBezTo>
                    <a:cubicBezTo>
                      <a:pt x="436" y="702"/>
                      <a:pt x="432" y="657"/>
                      <a:pt x="432" y="657"/>
                    </a:cubicBezTo>
                    <a:cubicBezTo>
                      <a:pt x="442" y="668"/>
                      <a:pt x="440" y="685"/>
                      <a:pt x="441" y="691"/>
                    </a:cubicBezTo>
                    <a:cubicBezTo>
                      <a:pt x="442" y="698"/>
                      <a:pt x="441" y="715"/>
                      <a:pt x="439" y="717"/>
                    </a:cubicBezTo>
                    <a:cubicBezTo>
                      <a:pt x="436" y="719"/>
                      <a:pt x="431" y="735"/>
                      <a:pt x="436" y="740"/>
                    </a:cubicBezTo>
                    <a:cubicBezTo>
                      <a:pt x="441" y="744"/>
                      <a:pt x="449" y="738"/>
                      <a:pt x="449" y="738"/>
                    </a:cubicBezTo>
                    <a:cubicBezTo>
                      <a:pt x="458" y="743"/>
                      <a:pt x="466" y="728"/>
                      <a:pt x="466" y="728"/>
                    </a:cubicBezTo>
                    <a:cubicBezTo>
                      <a:pt x="472" y="729"/>
                      <a:pt x="487" y="715"/>
                      <a:pt x="492" y="702"/>
                    </a:cubicBezTo>
                    <a:cubicBezTo>
                      <a:pt x="498" y="688"/>
                      <a:pt x="500" y="653"/>
                      <a:pt x="493" y="626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1913" name="Freeform 712">
                <a:extLst>
                  <a:ext uri="{FF2B5EF4-FFF2-40B4-BE49-F238E27FC236}">
                    <a16:creationId xmlns:a16="http://schemas.microsoft.com/office/drawing/2014/main" id="{299C3C1E-B2D9-4AEC-869F-63C7E94008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1" y="3806"/>
                <a:ext cx="17" cy="17"/>
              </a:xfrm>
              <a:custGeom>
                <a:avLst/>
                <a:gdLst>
                  <a:gd name="T0" fmla="*/ 0 w 9"/>
                  <a:gd name="T1" fmla="*/ 0 h 9"/>
                  <a:gd name="T2" fmla="*/ 60 w 9"/>
                  <a:gd name="T3" fmla="*/ 6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9">
                    <a:moveTo>
                      <a:pt x="0" y="0"/>
                    </a:moveTo>
                    <a:cubicBezTo>
                      <a:pt x="1" y="5"/>
                      <a:pt x="6" y="4"/>
                      <a:pt x="9" y="9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1914" name="Freeform 713">
                <a:extLst>
                  <a:ext uri="{FF2B5EF4-FFF2-40B4-BE49-F238E27FC236}">
                    <a16:creationId xmlns:a16="http://schemas.microsoft.com/office/drawing/2014/main" id="{135716F3-8328-4196-901E-F06B3E3EB3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4" y="3830"/>
                <a:ext cx="21" cy="78"/>
              </a:xfrm>
              <a:custGeom>
                <a:avLst/>
                <a:gdLst>
                  <a:gd name="T0" fmla="*/ 69 w 11"/>
                  <a:gd name="T1" fmla="*/ 269 h 42"/>
                  <a:gd name="T2" fmla="*/ 55 w 11"/>
                  <a:gd name="T3" fmla="*/ 121 h 42"/>
                  <a:gd name="T4" fmla="*/ 0 w 11"/>
                  <a:gd name="T5" fmla="*/ 0 h 4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42">
                    <a:moveTo>
                      <a:pt x="10" y="42"/>
                    </a:moveTo>
                    <a:cubicBezTo>
                      <a:pt x="11" y="35"/>
                      <a:pt x="9" y="27"/>
                      <a:pt x="8" y="19"/>
                    </a:cubicBezTo>
                    <a:cubicBezTo>
                      <a:pt x="7" y="13"/>
                      <a:pt x="5" y="5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1915" name="Freeform 714">
                <a:extLst>
                  <a:ext uri="{FF2B5EF4-FFF2-40B4-BE49-F238E27FC236}">
                    <a16:creationId xmlns:a16="http://schemas.microsoft.com/office/drawing/2014/main" id="{B2A51E04-5E51-4799-A27C-2AA82918EA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3" y="3931"/>
                <a:ext cx="21" cy="52"/>
              </a:xfrm>
              <a:custGeom>
                <a:avLst/>
                <a:gdLst>
                  <a:gd name="T0" fmla="*/ 69 w 11"/>
                  <a:gd name="T1" fmla="*/ 180 h 28"/>
                  <a:gd name="T2" fmla="*/ 55 w 11"/>
                  <a:gd name="T3" fmla="*/ 89 h 28"/>
                  <a:gd name="T4" fmla="*/ 0 w 11"/>
                  <a:gd name="T5" fmla="*/ 0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28">
                    <a:moveTo>
                      <a:pt x="10" y="28"/>
                    </a:moveTo>
                    <a:cubicBezTo>
                      <a:pt x="11" y="24"/>
                      <a:pt x="9" y="18"/>
                      <a:pt x="8" y="14"/>
                    </a:cubicBezTo>
                    <a:cubicBezTo>
                      <a:pt x="7" y="8"/>
                      <a:pt x="3" y="5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1916" name="Freeform 715">
                <a:extLst>
                  <a:ext uri="{FF2B5EF4-FFF2-40B4-BE49-F238E27FC236}">
                    <a16:creationId xmlns:a16="http://schemas.microsoft.com/office/drawing/2014/main" id="{8ACEF13C-9ADB-463E-A2FA-60E739E44B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3" y="3942"/>
                <a:ext cx="30" cy="62"/>
              </a:xfrm>
              <a:custGeom>
                <a:avLst/>
                <a:gdLst>
                  <a:gd name="T0" fmla="*/ 105 w 16"/>
                  <a:gd name="T1" fmla="*/ 218 h 33"/>
                  <a:gd name="T2" fmla="*/ 68 w 16"/>
                  <a:gd name="T3" fmla="*/ 100 h 33"/>
                  <a:gd name="T4" fmla="*/ 0 w 16"/>
                  <a:gd name="T5" fmla="*/ 0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33">
                    <a:moveTo>
                      <a:pt x="16" y="33"/>
                    </a:moveTo>
                    <a:cubicBezTo>
                      <a:pt x="15" y="25"/>
                      <a:pt x="15" y="21"/>
                      <a:pt x="10" y="15"/>
                    </a:cubicBezTo>
                    <a:cubicBezTo>
                      <a:pt x="5" y="11"/>
                      <a:pt x="4" y="4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1917" name="Freeform 716">
                <a:extLst>
                  <a:ext uri="{FF2B5EF4-FFF2-40B4-BE49-F238E27FC236}">
                    <a16:creationId xmlns:a16="http://schemas.microsoft.com/office/drawing/2014/main" id="{1D0B1376-0C86-467A-B405-CDA2A08B3F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2" y="3942"/>
                <a:ext cx="2" cy="15"/>
              </a:xfrm>
              <a:custGeom>
                <a:avLst/>
                <a:gdLst>
                  <a:gd name="T0" fmla="*/ 0 w 1"/>
                  <a:gd name="T1" fmla="*/ 53 h 8"/>
                  <a:gd name="T2" fmla="*/ 8 w 1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8">
                    <a:moveTo>
                      <a:pt x="0" y="8"/>
                    </a:moveTo>
                    <a:cubicBezTo>
                      <a:pt x="0" y="5"/>
                      <a:pt x="1" y="3"/>
                      <a:pt x="1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1918" name="Freeform 717">
                <a:extLst>
                  <a:ext uri="{FF2B5EF4-FFF2-40B4-BE49-F238E27FC236}">
                    <a16:creationId xmlns:a16="http://schemas.microsoft.com/office/drawing/2014/main" id="{C875F50E-8537-4CA0-A85E-6DCA5CE4D0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7" y="3942"/>
                <a:ext cx="32" cy="54"/>
              </a:xfrm>
              <a:custGeom>
                <a:avLst/>
                <a:gdLst>
                  <a:gd name="T0" fmla="*/ 105 w 17"/>
                  <a:gd name="T1" fmla="*/ 188 h 29"/>
                  <a:gd name="T2" fmla="*/ 81 w 17"/>
                  <a:gd name="T3" fmla="*/ 89 h 29"/>
                  <a:gd name="T4" fmla="*/ 0 w 17"/>
                  <a:gd name="T5" fmla="*/ 0 h 2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29">
                    <a:moveTo>
                      <a:pt x="16" y="29"/>
                    </a:moveTo>
                    <a:cubicBezTo>
                      <a:pt x="16" y="23"/>
                      <a:pt x="17" y="18"/>
                      <a:pt x="12" y="14"/>
                    </a:cubicBezTo>
                    <a:cubicBezTo>
                      <a:pt x="7" y="9"/>
                      <a:pt x="3" y="5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1919" name="Freeform 718">
                <a:extLst>
                  <a:ext uri="{FF2B5EF4-FFF2-40B4-BE49-F238E27FC236}">
                    <a16:creationId xmlns:a16="http://schemas.microsoft.com/office/drawing/2014/main" id="{EB4D9A03-4343-4BD0-BC06-45C1E446DA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4" y="3940"/>
                <a:ext cx="2" cy="11"/>
              </a:xfrm>
              <a:custGeom>
                <a:avLst/>
                <a:gdLst>
                  <a:gd name="T0" fmla="*/ 8 w 1"/>
                  <a:gd name="T1" fmla="*/ 37 h 6"/>
                  <a:gd name="T2" fmla="*/ 0 w 1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6">
                    <a:moveTo>
                      <a:pt x="1" y="6"/>
                    </a:moveTo>
                    <a:cubicBezTo>
                      <a:pt x="0" y="6"/>
                      <a:pt x="0" y="2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1920" name="Freeform 719">
                <a:extLst>
                  <a:ext uri="{FF2B5EF4-FFF2-40B4-BE49-F238E27FC236}">
                    <a16:creationId xmlns:a16="http://schemas.microsoft.com/office/drawing/2014/main" id="{F15E0A6C-E249-469A-9703-3B28CA9619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7" y="3929"/>
                <a:ext cx="26" cy="50"/>
              </a:xfrm>
              <a:custGeom>
                <a:avLst/>
                <a:gdLst>
                  <a:gd name="T0" fmla="*/ 89 w 14"/>
                  <a:gd name="T1" fmla="*/ 172 h 27"/>
                  <a:gd name="T2" fmla="*/ 69 w 14"/>
                  <a:gd name="T3" fmla="*/ 69 h 27"/>
                  <a:gd name="T4" fmla="*/ 0 w 14"/>
                  <a:gd name="T5" fmla="*/ 0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27">
                    <a:moveTo>
                      <a:pt x="14" y="27"/>
                    </a:moveTo>
                    <a:cubicBezTo>
                      <a:pt x="14" y="22"/>
                      <a:pt x="14" y="15"/>
                      <a:pt x="11" y="11"/>
                    </a:cubicBezTo>
                    <a:cubicBezTo>
                      <a:pt x="8" y="7"/>
                      <a:pt x="1" y="4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1921" name="Freeform 720">
                <a:extLst>
                  <a:ext uri="{FF2B5EF4-FFF2-40B4-BE49-F238E27FC236}">
                    <a16:creationId xmlns:a16="http://schemas.microsoft.com/office/drawing/2014/main" id="{706A08AC-1E41-42BF-8243-B5508E9E7E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4" y="3927"/>
                <a:ext cx="1" cy="11"/>
              </a:xfrm>
              <a:custGeom>
                <a:avLst/>
                <a:gdLst>
                  <a:gd name="T0" fmla="*/ 0 w 1"/>
                  <a:gd name="T1" fmla="*/ 37 h 6"/>
                  <a:gd name="T2" fmla="*/ 0 w 1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6">
                    <a:moveTo>
                      <a:pt x="0" y="6"/>
                    </a:moveTo>
                    <a:cubicBezTo>
                      <a:pt x="0" y="4"/>
                      <a:pt x="0" y="2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1922" name="Freeform 721">
                <a:extLst>
                  <a:ext uri="{FF2B5EF4-FFF2-40B4-BE49-F238E27FC236}">
                    <a16:creationId xmlns:a16="http://schemas.microsoft.com/office/drawing/2014/main" id="{94F6768A-ADAC-4A97-8C02-D57CAE168C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8" y="3921"/>
                <a:ext cx="24" cy="45"/>
              </a:xfrm>
              <a:custGeom>
                <a:avLst/>
                <a:gdLst>
                  <a:gd name="T0" fmla="*/ 81 w 13"/>
                  <a:gd name="T1" fmla="*/ 158 h 24"/>
                  <a:gd name="T2" fmla="*/ 57 w 13"/>
                  <a:gd name="T3" fmla="*/ 81 h 24"/>
                  <a:gd name="T4" fmla="*/ 24 w 13"/>
                  <a:gd name="T5" fmla="*/ 39 h 24"/>
                  <a:gd name="T6" fmla="*/ 0 w 13"/>
                  <a:gd name="T7" fmla="*/ 0 h 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24">
                    <a:moveTo>
                      <a:pt x="13" y="24"/>
                    </a:moveTo>
                    <a:cubicBezTo>
                      <a:pt x="13" y="19"/>
                      <a:pt x="13" y="15"/>
                      <a:pt x="9" y="12"/>
                    </a:cubicBezTo>
                    <a:cubicBezTo>
                      <a:pt x="7" y="10"/>
                      <a:pt x="5" y="8"/>
                      <a:pt x="4" y="6"/>
                    </a:cubicBezTo>
                    <a:cubicBezTo>
                      <a:pt x="2" y="4"/>
                      <a:pt x="1" y="1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1923" name="Freeform 722">
                <a:extLst>
                  <a:ext uri="{FF2B5EF4-FFF2-40B4-BE49-F238E27FC236}">
                    <a16:creationId xmlns:a16="http://schemas.microsoft.com/office/drawing/2014/main" id="{7B9F773C-9BF3-4E1A-8ACD-73D7F5EE7E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5" y="3921"/>
                <a:ext cx="2" cy="12"/>
              </a:xfrm>
              <a:custGeom>
                <a:avLst/>
                <a:gdLst>
                  <a:gd name="T0" fmla="*/ 0 w 1"/>
                  <a:gd name="T1" fmla="*/ 48 h 6"/>
                  <a:gd name="T2" fmla="*/ 8 w 1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6">
                    <a:moveTo>
                      <a:pt x="0" y="6"/>
                    </a:moveTo>
                    <a:cubicBezTo>
                      <a:pt x="0" y="4"/>
                      <a:pt x="1" y="2"/>
                      <a:pt x="1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1924" name="Freeform 723">
                <a:extLst>
                  <a:ext uri="{FF2B5EF4-FFF2-40B4-BE49-F238E27FC236}">
                    <a16:creationId xmlns:a16="http://schemas.microsoft.com/office/drawing/2014/main" id="{26BCED2E-9047-4F1D-9945-4FA39FCAA8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1" y="3966"/>
                <a:ext cx="45" cy="34"/>
              </a:xfrm>
              <a:custGeom>
                <a:avLst/>
                <a:gdLst>
                  <a:gd name="T0" fmla="*/ 158 w 24"/>
                  <a:gd name="T1" fmla="*/ 68 h 18"/>
                  <a:gd name="T2" fmla="*/ 133 w 24"/>
                  <a:gd name="T3" fmla="*/ 68 h 18"/>
                  <a:gd name="T4" fmla="*/ 81 w 24"/>
                  <a:gd name="T5" fmla="*/ 76 h 18"/>
                  <a:gd name="T6" fmla="*/ 28 w 24"/>
                  <a:gd name="T7" fmla="*/ 121 h 18"/>
                  <a:gd name="T8" fmla="*/ 15 w 24"/>
                  <a:gd name="T9" fmla="*/ 76 h 18"/>
                  <a:gd name="T10" fmla="*/ 0 w 24"/>
                  <a:gd name="T11" fmla="*/ 32 h 18"/>
                  <a:gd name="T12" fmla="*/ 92 w 24"/>
                  <a:gd name="T13" fmla="*/ 8 h 18"/>
                  <a:gd name="T14" fmla="*/ 128 w 24"/>
                  <a:gd name="T15" fmla="*/ 21 h 18"/>
                  <a:gd name="T16" fmla="*/ 144 w 24"/>
                  <a:gd name="T17" fmla="*/ 76 h 1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4" h="18">
                    <a:moveTo>
                      <a:pt x="24" y="10"/>
                    </a:moveTo>
                    <a:cubicBezTo>
                      <a:pt x="23" y="11"/>
                      <a:pt x="21" y="10"/>
                      <a:pt x="20" y="10"/>
                    </a:cubicBezTo>
                    <a:cubicBezTo>
                      <a:pt x="17" y="9"/>
                      <a:pt x="15" y="10"/>
                      <a:pt x="12" y="11"/>
                    </a:cubicBezTo>
                    <a:cubicBezTo>
                      <a:pt x="9" y="12"/>
                      <a:pt x="6" y="15"/>
                      <a:pt x="4" y="18"/>
                    </a:cubicBezTo>
                    <a:cubicBezTo>
                      <a:pt x="4" y="15"/>
                      <a:pt x="3" y="13"/>
                      <a:pt x="2" y="11"/>
                    </a:cubicBezTo>
                    <a:cubicBezTo>
                      <a:pt x="2" y="9"/>
                      <a:pt x="1" y="7"/>
                      <a:pt x="0" y="5"/>
                    </a:cubicBezTo>
                    <a:cubicBezTo>
                      <a:pt x="5" y="3"/>
                      <a:pt x="9" y="0"/>
                      <a:pt x="14" y="1"/>
                    </a:cubicBezTo>
                    <a:cubicBezTo>
                      <a:pt x="16" y="1"/>
                      <a:pt x="18" y="1"/>
                      <a:pt x="19" y="3"/>
                    </a:cubicBezTo>
                    <a:cubicBezTo>
                      <a:pt x="21" y="5"/>
                      <a:pt x="21" y="8"/>
                      <a:pt x="22" y="11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1925" name="Freeform 724">
                <a:extLst>
                  <a:ext uri="{FF2B5EF4-FFF2-40B4-BE49-F238E27FC236}">
                    <a16:creationId xmlns:a16="http://schemas.microsoft.com/office/drawing/2014/main" id="{CA37095D-7C71-4A90-A3B0-5E51CEFC2B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7" y="3970"/>
                <a:ext cx="22" cy="13"/>
              </a:xfrm>
              <a:custGeom>
                <a:avLst/>
                <a:gdLst>
                  <a:gd name="T0" fmla="*/ 73 w 12"/>
                  <a:gd name="T1" fmla="*/ 32 h 7"/>
                  <a:gd name="T2" fmla="*/ 44 w 12"/>
                  <a:gd name="T3" fmla="*/ 24 h 7"/>
                  <a:gd name="T4" fmla="*/ 13 w 12"/>
                  <a:gd name="T5" fmla="*/ 45 h 7"/>
                  <a:gd name="T6" fmla="*/ 7 w 12"/>
                  <a:gd name="T7" fmla="*/ 24 h 7"/>
                  <a:gd name="T8" fmla="*/ 0 w 12"/>
                  <a:gd name="T9" fmla="*/ 7 h 7"/>
                  <a:gd name="T10" fmla="*/ 31 w 12"/>
                  <a:gd name="T11" fmla="*/ 0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7">
                    <a:moveTo>
                      <a:pt x="12" y="5"/>
                    </a:moveTo>
                    <a:cubicBezTo>
                      <a:pt x="10" y="5"/>
                      <a:pt x="9" y="4"/>
                      <a:pt x="7" y="4"/>
                    </a:cubicBezTo>
                    <a:cubicBezTo>
                      <a:pt x="5" y="5"/>
                      <a:pt x="4" y="6"/>
                      <a:pt x="2" y="7"/>
                    </a:cubicBezTo>
                    <a:cubicBezTo>
                      <a:pt x="2" y="6"/>
                      <a:pt x="2" y="5"/>
                      <a:pt x="1" y="4"/>
                    </a:cubicBezTo>
                    <a:cubicBezTo>
                      <a:pt x="1" y="3"/>
                      <a:pt x="0" y="2"/>
                      <a:pt x="0" y="1"/>
                    </a:cubicBezTo>
                    <a:cubicBezTo>
                      <a:pt x="0" y="0"/>
                      <a:pt x="4" y="0"/>
                      <a:pt x="5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1926" name="Freeform 725">
                <a:extLst>
                  <a:ext uri="{FF2B5EF4-FFF2-40B4-BE49-F238E27FC236}">
                    <a16:creationId xmlns:a16="http://schemas.microsoft.com/office/drawing/2014/main" id="{06491ACB-AEF7-462F-BD20-5A0636898E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1" y="3959"/>
                <a:ext cx="15" cy="11"/>
              </a:xfrm>
              <a:custGeom>
                <a:avLst/>
                <a:gdLst>
                  <a:gd name="T0" fmla="*/ 53 w 8"/>
                  <a:gd name="T1" fmla="*/ 7 h 6"/>
                  <a:gd name="T2" fmla="*/ 15 w 8"/>
                  <a:gd name="T3" fmla="*/ 37 h 6"/>
                  <a:gd name="T4" fmla="*/ 0 w 8"/>
                  <a:gd name="T5" fmla="*/ 7 h 6"/>
                  <a:gd name="T6" fmla="*/ 15 w 8"/>
                  <a:gd name="T7" fmla="*/ 0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6">
                    <a:moveTo>
                      <a:pt x="8" y="1"/>
                    </a:moveTo>
                    <a:cubicBezTo>
                      <a:pt x="6" y="2"/>
                      <a:pt x="2" y="3"/>
                      <a:pt x="2" y="6"/>
                    </a:cubicBezTo>
                    <a:cubicBezTo>
                      <a:pt x="2" y="4"/>
                      <a:pt x="0" y="3"/>
                      <a:pt x="0" y="1"/>
                    </a:cubicBezTo>
                    <a:cubicBezTo>
                      <a:pt x="0" y="1"/>
                      <a:pt x="1" y="0"/>
                      <a:pt x="2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1927" name="Freeform 726">
                <a:extLst>
                  <a:ext uri="{FF2B5EF4-FFF2-40B4-BE49-F238E27FC236}">
                    <a16:creationId xmlns:a16="http://schemas.microsoft.com/office/drawing/2014/main" id="{05DB15D5-413B-4EC6-8C9D-684E6FB5F0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5" y="3955"/>
                <a:ext cx="9" cy="6"/>
              </a:xfrm>
              <a:custGeom>
                <a:avLst/>
                <a:gdLst>
                  <a:gd name="T0" fmla="*/ 29 w 5"/>
                  <a:gd name="T1" fmla="*/ 0 h 3"/>
                  <a:gd name="T2" fmla="*/ 7 w 5"/>
                  <a:gd name="T3" fmla="*/ 24 h 3"/>
                  <a:gd name="T4" fmla="*/ 0 w 5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3">
                    <a:moveTo>
                      <a:pt x="5" y="0"/>
                    </a:moveTo>
                    <a:cubicBezTo>
                      <a:pt x="3" y="0"/>
                      <a:pt x="3" y="2"/>
                      <a:pt x="1" y="3"/>
                    </a:cubicBezTo>
                    <a:cubicBezTo>
                      <a:pt x="1" y="2"/>
                      <a:pt x="0" y="1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1928" name="Freeform 727">
                <a:extLst>
                  <a:ext uri="{FF2B5EF4-FFF2-40B4-BE49-F238E27FC236}">
                    <a16:creationId xmlns:a16="http://schemas.microsoft.com/office/drawing/2014/main" id="{13FE445C-1CF0-4DFD-A4CD-3ADE244699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6" y="3936"/>
                <a:ext cx="6" cy="6"/>
              </a:xfrm>
              <a:custGeom>
                <a:avLst/>
                <a:gdLst>
                  <a:gd name="T0" fmla="*/ 16 w 3"/>
                  <a:gd name="T1" fmla="*/ 24 h 3"/>
                  <a:gd name="T2" fmla="*/ 16 w 3"/>
                  <a:gd name="T3" fmla="*/ 24 h 3"/>
                  <a:gd name="T4" fmla="*/ 0 w 3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2" y="3"/>
                      <a:pt x="3" y="3"/>
                      <a:pt x="2" y="3"/>
                    </a:cubicBezTo>
                    <a:cubicBezTo>
                      <a:pt x="1" y="3"/>
                      <a:pt x="1" y="1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1929" name="Freeform 728">
                <a:extLst>
                  <a:ext uri="{FF2B5EF4-FFF2-40B4-BE49-F238E27FC236}">
                    <a16:creationId xmlns:a16="http://schemas.microsoft.com/office/drawing/2014/main" id="{35982ACB-FB68-4AEF-9A5E-2807927809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2" y="2920"/>
                <a:ext cx="22" cy="159"/>
              </a:xfrm>
              <a:custGeom>
                <a:avLst/>
                <a:gdLst>
                  <a:gd name="T0" fmla="*/ 73 w 12"/>
                  <a:gd name="T1" fmla="*/ 0 h 85"/>
                  <a:gd name="T2" fmla="*/ 44 w 12"/>
                  <a:gd name="T3" fmla="*/ 144 h 85"/>
                  <a:gd name="T4" fmla="*/ 0 w 12"/>
                  <a:gd name="T5" fmla="*/ 277 h 85"/>
                  <a:gd name="T6" fmla="*/ 13 w 12"/>
                  <a:gd name="T7" fmla="*/ 430 h 85"/>
                  <a:gd name="T8" fmla="*/ 24 w 12"/>
                  <a:gd name="T9" fmla="*/ 556 h 8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85">
                    <a:moveTo>
                      <a:pt x="12" y="0"/>
                    </a:moveTo>
                    <a:cubicBezTo>
                      <a:pt x="12" y="9"/>
                      <a:pt x="12" y="16"/>
                      <a:pt x="7" y="22"/>
                    </a:cubicBezTo>
                    <a:cubicBezTo>
                      <a:pt x="1" y="29"/>
                      <a:pt x="0" y="31"/>
                      <a:pt x="0" y="42"/>
                    </a:cubicBezTo>
                    <a:cubicBezTo>
                      <a:pt x="0" y="50"/>
                      <a:pt x="1" y="58"/>
                      <a:pt x="2" y="66"/>
                    </a:cubicBezTo>
                    <a:cubicBezTo>
                      <a:pt x="2" y="71"/>
                      <a:pt x="7" y="81"/>
                      <a:pt x="4" y="85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1930" name="Freeform 729">
                <a:extLst>
                  <a:ext uri="{FF2B5EF4-FFF2-40B4-BE49-F238E27FC236}">
                    <a16:creationId xmlns:a16="http://schemas.microsoft.com/office/drawing/2014/main" id="{E22E7860-EEE8-42F4-BC23-42826E53BE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8" y="3081"/>
                <a:ext cx="56" cy="77"/>
              </a:xfrm>
              <a:custGeom>
                <a:avLst/>
                <a:gdLst>
                  <a:gd name="T0" fmla="*/ 164 w 30"/>
                  <a:gd name="T1" fmla="*/ 0 h 41"/>
                  <a:gd name="T2" fmla="*/ 0 w 30"/>
                  <a:gd name="T3" fmla="*/ 152 h 41"/>
                  <a:gd name="T4" fmla="*/ 189 w 30"/>
                  <a:gd name="T5" fmla="*/ 32 h 4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0" h="41">
                    <a:moveTo>
                      <a:pt x="25" y="0"/>
                    </a:moveTo>
                    <a:cubicBezTo>
                      <a:pt x="27" y="11"/>
                      <a:pt x="9" y="23"/>
                      <a:pt x="0" y="23"/>
                    </a:cubicBezTo>
                    <a:cubicBezTo>
                      <a:pt x="12" y="41"/>
                      <a:pt x="30" y="19"/>
                      <a:pt x="29" y="5"/>
                    </a:cubicBezTo>
                  </a:path>
                </a:pathLst>
              </a:custGeom>
              <a:solidFill>
                <a:srgbClr val="7E39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1931" name="Freeform 730">
                <a:extLst>
                  <a:ext uri="{FF2B5EF4-FFF2-40B4-BE49-F238E27FC236}">
                    <a16:creationId xmlns:a16="http://schemas.microsoft.com/office/drawing/2014/main" id="{78BA588B-D2D5-45A3-A5F7-D5723E4789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7" y="1585"/>
                <a:ext cx="38" cy="35"/>
              </a:xfrm>
              <a:custGeom>
                <a:avLst/>
                <a:gdLst>
                  <a:gd name="T0" fmla="*/ 91 w 20"/>
                  <a:gd name="T1" fmla="*/ 20 h 19"/>
                  <a:gd name="T2" fmla="*/ 48 w 20"/>
                  <a:gd name="T3" fmla="*/ 98 h 19"/>
                  <a:gd name="T4" fmla="*/ 91 w 20"/>
                  <a:gd name="T5" fmla="*/ 31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19">
                    <a:moveTo>
                      <a:pt x="13" y="3"/>
                    </a:moveTo>
                    <a:cubicBezTo>
                      <a:pt x="6" y="0"/>
                      <a:pt x="0" y="13"/>
                      <a:pt x="7" y="16"/>
                    </a:cubicBezTo>
                    <a:cubicBezTo>
                      <a:pt x="16" y="19"/>
                      <a:pt x="20" y="4"/>
                      <a:pt x="13" y="5"/>
                    </a:cubicBezTo>
                  </a:path>
                </a:pathLst>
              </a:custGeom>
              <a:solidFill>
                <a:srgbClr val="75332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1932" name="Freeform 731">
                <a:extLst>
                  <a:ext uri="{FF2B5EF4-FFF2-40B4-BE49-F238E27FC236}">
                    <a16:creationId xmlns:a16="http://schemas.microsoft.com/office/drawing/2014/main" id="{799B29A5-99EF-4F42-B79B-8FE6B2D68E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7" y="1585"/>
                <a:ext cx="38" cy="35"/>
              </a:xfrm>
              <a:custGeom>
                <a:avLst/>
                <a:gdLst>
                  <a:gd name="T0" fmla="*/ 91 w 20"/>
                  <a:gd name="T1" fmla="*/ 20 h 19"/>
                  <a:gd name="T2" fmla="*/ 48 w 20"/>
                  <a:gd name="T3" fmla="*/ 98 h 19"/>
                  <a:gd name="T4" fmla="*/ 91 w 20"/>
                  <a:gd name="T5" fmla="*/ 24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19">
                    <a:moveTo>
                      <a:pt x="13" y="3"/>
                    </a:moveTo>
                    <a:cubicBezTo>
                      <a:pt x="6" y="0"/>
                      <a:pt x="0" y="13"/>
                      <a:pt x="7" y="16"/>
                    </a:cubicBezTo>
                    <a:cubicBezTo>
                      <a:pt x="16" y="19"/>
                      <a:pt x="20" y="4"/>
                      <a:pt x="13" y="4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1933" name="Freeform 732">
                <a:extLst>
                  <a:ext uri="{FF2B5EF4-FFF2-40B4-BE49-F238E27FC236}">
                    <a16:creationId xmlns:a16="http://schemas.microsoft.com/office/drawing/2014/main" id="{BA612772-D94B-437F-B0DD-9D746200E1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2" y="1503"/>
                <a:ext cx="12" cy="155"/>
              </a:xfrm>
              <a:custGeom>
                <a:avLst/>
                <a:gdLst>
                  <a:gd name="T0" fmla="*/ 48 w 6"/>
                  <a:gd name="T1" fmla="*/ 540 h 83"/>
                  <a:gd name="T2" fmla="*/ 24 w 6"/>
                  <a:gd name="T3" fmla="*/ 196 h 83"/>
                  <a:gd name="T4" fmla="*/ 0 w 6"/>
                  <a:gd name="T5" fmla="*/ 0 h 8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83">
                    <a:moveTo>
                      <a:pt x="6" y="83"/>
                    </a:moveTo>
                    <a:cubicBezTo>
                      <a:pt x="5" y="65"/>
                      <a:pt x="2" y="42"/>
                      <a:pt x="3" y="30"/>
                    </a:cubicBezTo>
                    <a:cubicBezTo>
                      <a:pt x="3" y="20"/>
                      <a:pt x="0" y="9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1934" name="Freeform 733">
                <a:extLst>
                  <a:ext uri="{FF2B5EF4-FFF2-40B4-BE49-F238E27FC236}">
                    <a16:creationId xmlns:a16="http://schemas.microsoft.com/office/drawing/2014/main" id="{8A8A505C-6476-4C24-A666-A422AAD8EF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3" y="2437"/>
                <a:ext cx="28" cy="128"/>
              </a:xfrm>
              <a:custGeom>
                <a:avLst/>
                <a:gdLst>
                  <a:gd name="T0" fmla="*/ 7 w 15"/>
                  <a:gd name="T1" fmla="*/ 440 h 69"/>
                  <a:gd name="T2" fmla="*/ 84 w 15"/>
                  <a:gd name="T3" fmla="*/ 202 h 69"/>
                  <a:gd name="T4" fmla="*/ 84 w 15"/>
                  <a:gd name="T5" fmla="*/ 0 h 6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69">
                    <a:moveTo>
                      <a:pt x="1" y="69"/>
                    </a:moveTo>
                    <a:cubicBezTo>
                      <a:pt x="0" y="56"/>
                      <a:pt x="10" y="43"/>
                      <a:pt x="13" y="32"/>
                    </a:cubicBezTo>
                    <a:cubicBezTo>
                      <a:pt x="15" y="22"/>
                      <a:pt x="14" y="10"/>
                      <a:pt x="13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1935" name="Freeform 734">
                <a:extLst>
                  <a:ext uri="{FF2B5EF4-FFF2-40B4-BE49-F238E27FC236}">
                    <a16:creationId xmlns:a16="http://schemas.microsoft.com/office/drawing/2014/main" id="{64E6362C-C803-41A5-AB77-D927946EB4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9" y="2438"/>
                <a:ext cx="5" cy="10"/>
              </a:xfrm>
              <a:custGeom>
                <a:avLst/>
                <a:gdLst>
                  <a:gd name="T0" fmla="*/ 0 w 3"/>
                  <a:gd name="T1" fmla="*/ 40 h 5"/>
                  <a:gd name="T2" fmla="*/ 13 w 3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5">
                    <a:moveTo>
                      <a:pt x="0" y="5"/>
                    </a:moveTo>
                    <a:cubicBezTo>
                      <a:pt x="0" y="3"/>
                      <a:pt x="2" y="1"/>
                      <a:pt x="3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1936" name="Freeform 735">
                <a:extLst>
                  <a:ext uri="{FF2B5EF4-FFF2-40B4-BE49-F238E27FC236}">
                    <a16:creationId xmlns:a16="http://schemas.microsoft.com/office/drawing/2014/main" id="{5F4125BE-2B82-4DA5-B833-B67931E7AA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1" y="2459"/>
                <a:ext cx="20" cy="75"/>
              </a:xfrm>
              <a:custGeom>
                <a:avLst/>
                <a:gdLst>
                  <a:gd name="T0" fmla="*/ 0 w 11"/>
                  <a:gd name="T1" fmla="*/ 264 h 40"/>
                  <a:gd name="T2" fmla="*/ 29 w 11"/>
                  <a:gd name="T3" fmla="*/ 113 h 40"/>
                  <a:gd name="T4" fmla="*/ 65 w 11"/>
                  <a:gd name="T5" fmla="*/ 0 h 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40">
                    <a:moveTo>
                      <a:pt x="0" y="40"/>
                    </a:moveTo>
                    <a:cubicBezTo>
                      <a:pt x="2" y="32"/>
                      <a:pt x="4" y="25"/>
                      <a:pt x="5" y="17"/>
                    </a:cubicBezTo>
                    <a:cubicBezTo>
                      <a:pt x="7" y="11"/>
                      <a:pt x="10" y="6"/>
                      <a:pt x="11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1937" name="Freeform 736">
                <a:extLst>
                  <a:ext uri="{FF2B5EF4-FFF2-40B4-BE49-F238E27FC236}">
                    <a16:creationId xmlns:a16="http://schemas.microsoft.com/office/drawing/2014/main" id="{3563AE1D-8C01-4AF9-83A6-7B89CED2FA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8" y="2453"/>
                <a:ext cx="23" cy="96"/>
              </a:xfrm>
              <a:custGeom>
                <a:avLst/>
                <a:gdLst>
                  <a:gd name="T0" fmla="*/ 0 w 12"/>
                  <a:gd name="T1" fmla="*/ 341 h 51"/>
                  <a:gd name="T2" fmla="*/ 63 w 12"/>
                  <a:gd name="T3" fmla="*/ 181 h 51"/>
                  <a:gd name="T4" fmla="*/ 84 w 12"/>
                  <a:gd name="T5" fmla="*/ 0 h 5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51">
                    <a:moveTo>
                      <a:pt x="0" y="51"/>
                    </a:moveTo>
                    <a:cubicBezTo>
                      <a:pt x="2" y="46"/>
                      <a:pt x="6" y="32"/>
                      <a:pt x="9" y="27"/>
                    </a:cubicBezTo>
                    <a:cubicBezTo>
                      <a:pt x="12" y="19"/>
                      <a:pt x="10" y="8"/>
                      <a:pt x="12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1938" name="Freeform 737">
                <a:extLst>
                  <a:ext uri="{FF2B5EF4-FFF2-40B4-BE49-F238E27FC236}">
                    <a16:creationId xmlns:a16="http://schemas.microsoft.com/office/drawing/2014/main" id="{7A244ED6-CCDE-4A7E-B2B2-5836EC36E3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9" y="2444"/>
                <a:ext cx="4" cy="9"/>
              </a:xfrm>
              <a:custGeom>
                <a:avLst/>
                <a:gdLst>
                  <a:gd name="T0" fmla="*/ 8 w 2"/>
                  <a:gd name="T1" fmla="*/ 29 h 5"/>
                  <a:gd name="T2" fmla="*/ 16 w 2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5">
                    <a:moveTo>
                      <a:pt x="1" y="5"/>
                    </a:moveTo>
                    <a:cubicBezTo>
                      <a:pt x="0" y="4"/>
                      <a:pt x="1" y="2"/>
                      <a:pt x="2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1939" name="Freeform 738">
                <a:extLst>
                  <a:ext uri="{FF2B5EF4-FFF2-40B4-BE49-F238E27FC236}">
                    <a16:creationId xmlns:a16="http://schemas.microsoft.com/office/drawing/2014/main" id="{00ADFC21-AE81-43A1-AC7C-C409579EA4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1" y="2446"/>
                <a:ext cx="7" cy="9"/>
              </a:xfrm>
              <a:custGeom>
                <a:avLst/>
                <a:gdLst>
                  <a:gd name="T0" fmla="*/ 0 w 4"/>
                  <a:gd name="T1" fmla="*/ 29 h 5"/>
                  <a:gd name="T2" fmla="*/ 21 w 4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5">
                    <a:moveTo>
                      <a:pt x="0" y="5"/>
                    </a:moveTo>
                    <a:cubicBezTo>
                      <a:pt x="1" y="3"/>
                      <a:pt x="3" y="2"/>
                      <a:pt x="4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1940" name="Freeform 739">
                <a:extLst>
                  <a:ext uri="{FF2B5EF4-FFF2-40B4-BE49-F238E27FC236}">
                    <a16:creationId xmlns:a16="http://schemas.microsoft.com/office/drawing/2014/main" id="{62D37B73-239F-48AC-92D8-85DD4230C6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9" y="2463"/>
                <a:ext cx="6" cy="3"/>
              </a:xfrm>
              <a:custGeom>
                <a:avLst/>
                <a:gdLst>
                  <a:gd name="T0" fmla="*/ 0 w 3"/>
                  <a:gd name="T1" fmla="*/ 8 h 2"/>
                  <a:gd name="T2" fmla="*/ 24 w 3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">
                    <a:moveTo>
                      <a:pt x="0" y="2"/>
                    </a:moveTo>
                    <a:cubicBezTo>
                      <a:pt x="1" y="1"/>
                      <a:pt x="2" y="0"/>
                      <a:pt x="3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1941" name="Freeform 740">
                <a:extLst>
                  <a:ext uri="{FF2B5EF4-FFF2-40B4-BE49-F238E27FC236}">
                    <a16:creationId xmlns:a16="http://schemas.microsoft.com/office/drawing/2014/main" id="{A3E5AE53-04F4-407A-AA87-29E807C3EA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2" y="1353"/>
                <a:ext cx="142" cy="41"/>
              </a:xfrm>
              <a:custGeom>
                <a:avLst/>
                <a:gdLst>
                  <a:gd name="T0" fmla="*/ 0 w 76"/>
                  <a:gd name="T1" fmla="*/ 121 h 22"/>
                  <a:gd name="T2" fmla="*/ 97 w 76"/>
                  <a:gd name="T3" fmla="*/ 76 h 22"/>
                  <a:gd name="T4" fmla="*/ 262 w 76"/>
                  <a:gd name="T5" fmla="*/ 39 h 22"/>
                  <a:gd name="T6" fmla="*/ 495 w 76"/>
                  <a:gd name="T7" fmla="*/ 0 h 22"/>
                  <a:gd name="T8" fmla="*/ 374 w 76"/>
                  <a:gd name="T9" fmla="*/ 39 h 22"/>
                  <a:gd name="T10" fmla="*/ 209 w 76"/>
                  <a:gd name="T11" fmla="*/ 97 h 22"/>
                  <a:gd name="T12" fmla="*/ 84 w 76"/>
                  <a:gd name="T13" fmla="*/ 121 h 22"/>
                  <a:gd name="T14" fmla="*/ 7 w 76"/>
                  <a:gd name="T15" fmla="*/ 136 h 2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6" h="22">
                    <a:moveTo>
                      <a:pt x="0" y="19"/>
                    </a:moveTo>
                    <a:cubicBezTo>
                      <a:pt x="5" y="17"/>
                      <a:pt x="10" y="14"/>
                      <a:pt x="15" y="12"/>
                    </a:cubicBezTo>
                    <a:cubicBezTo>
                      <a:pt x="23" y="9"/>
                      <a:pt x="32" y="8"/>
                      <a:pt x="40" y="6"/>
                    </a:cubicBezTo>
                    <a:cubicBezTo>
                      <a:pt x="52" y="4"/>
                      <a:pt x="64" y="1"/>
                      <a:pt x="76" y="0"/>
                    </a:cubicBezTo>
                    <a:cubicBezTo>
                      <a:pt x="70" y="0"/>
                      <a:pt x="63" y="4"/>
                      <a:pt x="57" y="6"/>
                    </a:cubicBezTo>
                    <a:cubicBezTo>
                      <a:pt x="49" y="10"/>
                      <a:pt x="41" y="12"/>
                      <a:pt x="32" y="15"/>
                    </a:cubicBezTo>
                    <a:cubicBezTo>
                      <a:pt x="26" y="16"/>
                      <a:pt x="20" y="18"/>
                      <a:pt x="13" y="19"/>
                    </a:cubicBezTo>
                    <a:cubicBezTo>
                      <a:pt x="10" y="20"/>
                      <a:pt x="4" y="22"/>
                      <a:pt x="1" y="21"/>
                    </a:cubicBezTo>
                  </a:path>
                </a:pathLst>
              </a:custGeom>
              <a:solidFill>
                <a:srgbClr val="7E39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1942" name="Freeform 741">
                <a:extLst>
                  <a:ext uri="{FF2B5EF4-FFF2-40B4-BE49-F238E27FC236}">
                    <a16:creationId xmlns:a16="http://schemas.microsoft.com/office/drawing/2014/main" id="{70282464-163D-4796-93D8-AC33C9EB7D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0" y="1333"/>
                <a:ext cx="116" cy="35"/>
              </a:xfrm>
              <a:custGeom>
                <a:avLst/>
                <a:gdLst>
                  <a:gd name="T0" fmla="*/ 0 w 62"/>
                  <a:gd name="T1" fmla="*/ 118 h 19"/>
                  <a:gd name="T2" fmla="*/ 181 w 62"/>
                  <a:gd name="T3" fmla="*/ 37 h 19"/>
                  <a:gd name="T4" fmla="*/ 406 w 62"/>
                  <a:gd name="T5" fmla="*/ 0 h 19"/>
                  <a:gd name="T6" fmla="*/ 172 w 62"/>
                  <a:gd name="T7" fmla="*/ 24 h 19"/>
                  <a:gd name="T8" fmla="*/ 7 w 62"/>
                  <a:gd name="T9" fmla="*/ 98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2" h="19">
                    <a:moveTo>
                      <a:pt x="0" y="19"/>
                    </a:moveTo>
                    <a:cubicBezTo>
                      <a:pt x="9" y="14"/>
                      <a:pt x="18" y="10"/>
                      <a:pt x="28" y="6"/>
                    </a:cubicBezTo>
                    <a:cubicBezTo>
                      <a:pt x="38" y="2"/>
                      <a:pt x="51" y="1"/>
                      <a:pt x="62" y="0"/>
                    </a:cubicBezTo>
                    <a:cubicBezTo>
                      <a:pt x="50" y="1"/>
                      <a:pt x="37" y="1"/>
                      <a:pt x="26" y="4"/>
                    </a:cubicBezTo>
                    <a:cubicBezTo>
                      <a:pt x="17" y="6"/>
                      <a:pt x="10" y="13"/>
                      <a:pt x="1" y="16"/>
                    </a:cubicBezTo>
                  </a:path>
                </a:pathLst>
              </a:custGeom>
              <a:solidFill>
                <a:srgbClr val="6B2D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1943" name="Freeform 742">
                <a:extLst>
                  <a:ext uri="{FF2B5EF4-FFF2-40B4-BE49-F238E27FC236}">
                    <a16:creationId xmlns:a16="http://schemas.microsoft.com/office/drawing/2014/main" id="{E79FEC3E-6DBB-43F1-8C71-B5FF00B9DC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6" y="1626"/>
                <a:ext cx="73" cy="35"/>
              </a:xfrm>
              <a:custGeom>
                <a:avLst/>
                <a:gdLst>
                  <a:gd name="T0" fmla="*/ 0 w 39"/>
                  <a:gd name="T1" fmla="*/ 76 h 19"/>
                  <a:gd name="T2" fmla="*/ 256 w 39"/>
                  <a:gd name="T3" fmla="*/ 0 h 19"/>
                  <a:gd name="T4" fmla="*/ 0 w 39"/>
                  <a:gd name="T5" fmla="*/ 76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9" h="19">
                    <a:moveTo>
                      <a:pt x="0" y="12"/>
                    </a:moveTo>
                    <a:cubicBezTo>
                      <a:pt x="0" y="12"/>
                      <a:pt x="27" y="15"/>
                      <a:pt x="39" y="0"/>
                    </a:cubicBezTo>
                    <a:cubicBezTo>
                      <a:pt x="39" y="0"/>
                      <a:pt x="36" y="19"/>
                      <a:pt x="0" y="12"/>
                    </a:cubicBezTo>
                    <a:close/>
                  </a:path>
                </a:pathLst>
              </a:custGeom>
              <a:solidFill>
                <a:srgbClr val="7E39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1944" name="Freeform 743">
                <a:extLst>
                  <a:ext uri="{FF2B5EF4-FFF2-40B4-BE49-F238E27FC236}">
                    <a16:creationId xmlns:a16="http://schemas.microsoft.com/office/drawing/2014/main" id="{FF63655A-0E4C-4CB2-B7CE-74732EB0B3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9" y="2440"/>
                <a:ext cx="36" cy="129"/>
              </a:xfrm>
              <a:custGeom>
                <a:avLst/>
                <a:gdLst>
                  <a:gd name="T0" fmla="*/ 121 w 19"/>
                  <a:gd name="T1" fmla="*/ 0 h 69"/>
                  <a:gd name="T2" fmla="*/ 121 w 19"/>
                  <a:gd name="T3" fmla="*/ 150 h 69"/>
                  <a:gd name="T4" fmla="*/ 76 w 19"/>
                  <a:gd name="T5" fmla="*/ 277 h 69"/>
                  <a:gd name="T6" fmla="*/ 40 w 19"/>
                  <a:gd name="T7" fmla="*/ 398 h 69"/>
                  <a:gd name="T8" fmla="*/ 21 w 19"/>
                  <a:gd name="T9" fmla="*/ 430 h 69"/>
                  <a:gd name="T10" fmla="*/ 47 w 19"/>
                  <a:gd name="T11" fmla="*/ 308 h 69"/>
                  <a:gd name="T12" fmla="*/ 121 w 19"/>
                  <a:gd name="T13" fmla="*/ 21 h 6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69">
                    <a:moveTo>
                      <a:pt x="18" y="0"/>
                    </a:moveTo>
                    <a:cubicBezTo>
                      <a:pt x="18" y="7"/>
                      <a:pt x="19" y="15"/>
                      <a:pt x="18" y="23"/>
                    </a:cubicBezTo>
                    <a:cubicBezTo>
                      <a:pt x="17" y="30"/>
                      <a:pt x="14" y="36"/>
                      <a:pt x="11" y="42"/>
                    </a:cubicBezTo>
                    <a:cubicBezTo>
                      <a:pt x="9" y="48"/>
                      <a:pt x="7" y="55"/>
                      <a:pt x="6" y="61"/>
                    </a:cubicBezTo>
                    <a:cubicBezTo>
                      <a:pt x="6" y="62"/>
                      <a:pt x="6" y="69"/>
                      <a:pt x="3" y="66"/>
                    </a:cubicBezTo>
                    <a:cubicBezTo>
                      <a:pt x="0" y="63"/>
                      <a:pt x="6" y="50"/>
                      <a:pt x="7" y="47"/>
                    </a:cubicBezTo>
                    <a:cubicBezTo>
                      <a:pt x="11" y="33"/>
                      <a:pt x="16" y="18"/>
                      <a:pt x="18" y="3"/>
                    </a:cubicBezTo>
                  </a:path>
                </a:pathLst>
              </a:custGeom>
              <a:solidFill>
                <a:srgbClr val="7E39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1945" name="Freeform 744">
                <a:extLst>
                  <a:ext uri="{FF2B5EF4-FFF2-40B4-BE49-F238E27FC236}">
                    <a16:creationId xmlns:a16="http://schemas.microsoft.com/office/drawing/2014/main" id="{4E436D94-A99F-4874-B403-AAD0D6403A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9" y="2452"/>
                <a:ext cx="38" cy="113"/>
              </a:xfrm>
              <a:custGeom>
                <a:avLst/>
                <a:gdLst>
                  <a:gd name="T0" fmla="*/ 137 w 20"/>
                  <a:gd name="T1" fmla="*/ 0 h 61"/>
                  <a:gd name="T2" fmla="*/ 129 w 20"/>
                  <a:gd name="T3" fmla="*/ 96 h 61"/>
                  <a:gd name="T4" fmla="*/ 108 w 20"/>
                  <a:gd name="T5" fmla="*/ 157 h 61"/>
                  <a:gd name="T6" fmla="*/ 48 w 20"/>
                  <a:gd name="T7" fmla="*/ 298 h 61"/>
                  <a:gd name="T8" fmla="*/ 29 w 20"/>
                  <a:gd name="T9" fmla="*/ 350 h 61"/>
                  <a:gd name="T10" fmla="*/ 29 w 20"/>
                  <a:gd name="T11" fmla="*/ 298 h 61"/>
                  <a:gd name="T12" fmla="*/ 129 w 20"/>
                  <a:gd name="T13" fmla="*/ 13 h 6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" h="61">
                    <a:moveTo>
                      <a:pt x="20" y="0"/>
                    </a:moveTo>
                    <a:cubicBezTo>
                      <a:pt x="19" y="5"/>
                      <a:pt x="19" y="10"/>
                      <a:pt x="19" y="15"/>
                    </a:cubicBezTo>
                    <a:cubicBezTo>
                      <a:pt x="18" y="19"/>
                      <a:pt x="17" y="22"/>
                      <a:pt x="16" y="25"/>
                    </a:cubicBezTo>
                    <a:cubicBezTo>
                      <a:pt x="13" y="32"/>
                      <a:pt x="10" y="40"/>
                      <a:pt x="7" y="47"/>
                    </a:cubicBezTo>
                    <a:cubicBezTo>
                      <a:pt x="7" y="50"/>
                      <a:pt x="6" y="53"/>
                      <a:pt x="4" y="55"/>
                    </a:cubicBezTo>
                    <a:cubicBezTo>
                      <a:pt x="0" y="61"/>
                      <a:pt x="3" y="49"/>
                      <a:pt x="4" y="47"/>
                    </a:cubicBezTo>
                    <a:cubicBezTo>
                      <a:pt x="9" y="32"/>
                      <a:pt x="17" y="18"/>
                      <a:pt x="19" y="2"/>
                    </a:cubicBezTo>
                  </a:path>
                </a:pathLst>
              </a:custGeom>
              <a:solidFill>
                <a:srgbClr val="7E39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1946" name="Freeform 745">
                <a:extLst>
                  <a:ext uri="{FF2B5EF4-FFF2-40B4-BE49-F238E27FC236}">
                    <a16:creationId xmlns:a16="http://schemas.microsoft.com/office/drawing/2014/main" id="{D36B916D-B494-463B-B3BB-EB0F882F38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8" y="2459"/>
                <a:ext cx="28" cy="84"/>
              </a:xfrm>
              <a:custGeom>
                <a:avLst/>
                <a:gdLst>
                  <a:gd name="T0" fmla="*/ 97 w 15"/>
                  <a:gd name="T1" fmla="*/ 0 h 45"/>
                  <a:gd name="T2" fmla="*/ 77 w 15"/>
                  <a:gd name="T3" fmla="*/ 60 h 45"/>
                  <a:gd name="T4" fmla="*/ 65 w 15"/>
                  <a:gd name="T5" fmla="*/ 118 h 45"/>
                  <a:gd name="T6" fmla="*/ 39 w 15"/>
                  <a:gd name="T7" fmla="*/ 226 h 45"/>
                  <a:gd name="T8" fmla="*/ 24 w 15"/>
                  <a:gd name="T9" fmla="*/ 273 h 45"/>
                  <a:gd name="T10" fmla="*/ 21 w 15"/>
                  <a:gd name="T11" fmla="*/ 226 h 45"/>
                  <a:gd name="T12" fmla="*/ 45 w 15"/>
                  <a:gd name="T13" fmla="*/ 136 h 45"/>
                  <a:gd name="T14" fmla="*/ 84 w 15"/>
                  <a:gd name="T15" fmla="*/ 45 h 4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5" h="45">
                    <a:moveTo>
                      <a:pt x="15" y="0"/>
                    </a:moveTo>
                    <a:cubicBezTo>
                      <a:pt x="15" y="3"/>
                      <a:pt x="13" y="6"/>
                      <a:pt x="12" y="9"/>
                    </a:cubicBezTo>
                    <a:cubicBezTo>
                      <a:pt x="11" y="12"/>
                      <a:pt x="10" y="15"/>
                      <a:pt x="10" y="18"/>
                    </a:cubicBezTo>
                    <a:cubicBezTo>
                      <a:pt x="8" y="24"/>
                      <a:pt x="7" y="29"/>
                      <a:pt x="6" y="35"/>
                    </a:cubicBezTo>
                    <a:cubicBezTo>
                      <a:pt x="6" y="37"/>
                      <a:pt x="5" y="41"/>
                      <a:pt x="4" y="42"/>
                    </a:cubicBezTo>
                    <a:cubicBezTo>
                      <a:pt x="0" y="45"/>
                      <a:pt x="3" y="37"/>
                      <a:pt x="3" y="35"/>
                    </a:cubicBezTo>
                    <a:cubicBezTo>
                      <a:pt x="4" y="31"/>
                      <a:pt x="6" y="26"/>
                      <a:pt x="7" y="21"/>
                    </a:cubicBezTo>
                    <a:cubicBezTo>
                      <a:pt x="9" y="17"/>
                      <a:pt x="10" y="11"/>
                      <a:pt x="13" y="7"/>
                    </a:cubicBezTo>
                  </a:path>
                </a:pathLst>
              </a:custGeom>
              <a:solidFill>
                <a:srgbClr val="7E39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1947" name="Freeform 746">
                <a:extLst>
                  <a:ext uri="{FF2B5EF4-FFF2-40B4-BE49-F238E27FC236}">
                    <a16:creationId xmlns:a16="http://schemas.microsoft.com/office/drawing/2014/main" id="{2399BE7E-09EA-48DE-B2AF-329BC3C238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8" y="2470"/>
                <a:ext cx="21" cy="41"/>
              </a:xfrm>
              <a:custGeom>
                <a:avLst/>
                <a:gdLst>
                  <a:gd name="T0" fmla="*/ 76 w 11"/>
                  <a:gd name="T1" fmla="*/ 0 h 22"/>
                  <a:gd name="T2" fmla="*/ 0 w 11"/>
                  <a:gd name="T3" fmla="*/ 142 h 22"/>
                  <a:gd name="T4" fmla="*/ 36 w 11"/>
                  <a:gd name="T5" fmla="*/ 76 h 22"/>
                  <a:gd name="T6" fmla="*/ 61 w 11"/>
                  <a:gd name="T7" fmla="*/ 13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22">
                    <a:moveTo>
                      <a:pt x="11" y="0"/>
                    </a:moveTo>
                    <a:cubicBezTo>
                      <a:pt x="10" y="7"/>
                      <a:pt x="7" y="19"/>
                      <a:pt x="0" y="22"/>
                    </a:cubicBezTo>
                    <a:cubicBezTo>
                      <a:pt x="1" y="19"/>
                      <a:pt x="4" y="16"/>
                      <a:pt x="5" y="12"/>
                    </a:cubicBezTo>
                    <a:cubicBezTo>
                      <a:pt x="6" y="9"/>
                      <a:pt x="8" y="5"/>
                      <a:pt x="9" y="2"/>
                    </a:cubicBezTo>
                  </a:path>
                </a:pathLst>
              </a:custGeom>
              <a:solidFill>
                <a:srgbClr val="7E39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1948" name="Freeform 747">
                <a:extLst>
                  <a:ext uri="{FF2B5EF4-FFF2-40B4-BE49-F238E27FC236}">
                    <a16:creationId xmlns:a16="http://schemas.microsoft.com/office/drawing/2014/main" id="{6639D129-3DD0-4B2A-8A8C-33B4122531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8" y="1342"/>
                <a:ext cx="108" cy="131"/>
              </a:xfrm>
              <a:custGeom>
                <a:avLst/>
                <a:gdLst>
                  <a:gd name="T0" fmla="*/ 0 w 58"/>
                  <a:gd name="T1" fmla="*/ 0 h 70"/>
                  <a:gd name="T2" fmla="*/ 374 w 58"/>
                  <a:gd name="T3" fmla="*/ 459 h 70"/>
                  <a:gd name="T4" fmla="*/ 0 w 58"/>
                  <a:gd name="T5" fmla="*/ 0 h 7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8" h="70">
                    <a:moveTo>
                      <a:pt x="0" y="0"/>
                    </a:moveTo>
                    <a:cubicBezTo>
                      <a:pt x="0" y="0"/>
                      <a:pt x="47" y="3"/>
                      <a:pt x="58" y="70"/>
                    </a:cubicBezTo>
                    <a:cubicBezTo>
                      <a:pt x="58" y="70"/>
                      <a:pt x="48" y="27"/>
                      <a:pt x="0" y="0"/>
                    </a:cubicBezTo>
                    <a:close/>
                  </a:path>
                </a:pathLst>
              </a:custGeom>
              <a:solidFill>
                <a:srgbClr val="7E39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1949" name="Freeform 748">
                <a:extLst>
                  <a:ext uri="{FF2B5EF4-FFF2-40B4-BE49-F238E27FC236}">
                    <a16:creationId xmlns:a16="http://schemas.microsoft.com/office/drawing/2014/main" id="{32501E1A-367E-4901-8410-D9896DEAB6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1" y="1579"/>
                <a:ext cx="73" cy="559"/>
              </a:xfrm>
              <a:custGeom>
                <a:avLst/>
                <a:gdLst>
                  <a:gd name="T0" fmla="*/ 0 w 39"/>
                  <a:gd name="T1" fmla="*/ 0 h 299"/>
                  <a:gd name="T2" fmla="*/ 120 w 39"/>
                  <a:gd name="T3" fmla="*/ 580 h 299"/>
                  <a:gd name="T4" fmla="*/ 204 w 39"/>
                  <a:gd name="T5" fmla="*/ 1954 h 299"/>
                  <a:gd name="T6" fmla="*/ 172 w 39"/>
                  <a:gd name="T7" fmla="*/ 1178 h 299"/>
                  <a:gd name="T8" fmla="*/ 92 w 39"/>
                  <a:gd name="T9" fmla="*/ 626 h 299"/>
                  <a:gd name="T10" fmla="*/ 0 w 39"/>
                  <a:gd name="T11" fmla="*/ 0 h 29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9" h="299">
                    <a:moveTo>
                      <a:pt x="0" y="0"/>
                    </a:moveTo>
                    <a:cubicBezTo>
                      <a:pt x="0" y="0"/>
                      <a:pt x="13" y="67"/>
                      <a:pt x="18" y="89"/>
                    </a:cubicBezTo>
                    <a:cubicBezTo>
                      <a:pt x="24" y="112"/>
                      <a:pt x="39" y="144"/>
                      <a:pt x="31" y="299"/>
                    </a:cubicBezTo>
                    <a:cubicBezTo>
                      <a:pt x="31" y="299"/>
                      <a:pt x="29" y="224"/>
                      <a:pt x="26" y="180"/>
                    </a:cubicBezTo>
                    <a:cubicBezTo>
                      <a:pt x="24" y="146"/>
                      <a:pt x="22" y="119"/>
                      <a:pt x="14" y="96"/>
                    </a:cubicBezTo>
                    <a:cubicBezTo>
                      <a:pt x="5" y="73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E39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1950" name="Freeform 749">
                <a:extLst>
                  <a:ext uri="{FF2B5EF4-FFF2-40B4-BE49-F238E27FC236}">
                    <a16:creationId xmlns:a16="http://schemas.microsoft.com/office/drawing/2014/main" id="{37CBC72D-718A-45F6-85A6-4DFAC48943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9" y="1757"/>
                <a:ext cx="59" cy="476"/>
              </a:xfrm>
              <a:custGeom>
                <a:avLst/>
                <a:gdLst>
                  <a:gd name="T0" fmla="*/ 0 w 31"/>
                  <a:gd name="T1" fmla="*/ 0 h 255"/>
                  <a:gd name="T2" fmla="*/ 137 w 31"/>
                  <a:gd name="T3" fmla="*/ 659 h 255"/>
                  <a:gd name="T4" fmla="*/ 213 w 31"/>
                  <a:gd name="T5" fmla="*/ 1659 h 255"/>
                  <a:gd name="T6" fmla="*/ 185 w 31"/>
                  <a:gd name="T7" fmla="*/ 952 h 255"/>
                  <a:gd name="T8" fmla="*/ 116 w 31"/>
                  <a:gd name="T9" fmla="*/ 325 h 255"/>
                  <a:gd name="T10" fmla="*/ 0 w 31"/>
                  <a:gd name="T11" fmla="*/ 0 h 25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1" h="255">
                    <a:moveTo>
                      <a:pt x="0" y="0"/>
                    </a:moveTo>
                    <a:cubicBezTo>
                      <a:pt x="0" y="0"/>
                      <a:pt x="21" y="75"/>
                      <a:pt x="20" y="101"/>
                    </a:cubicBezTo>
                    <a:cubicBezTo>
                      <a:pt x="20" y="127"/>
                      <a:pt x="26" y="234"/>
                      <a:pt x="31" y="255"/>
                    </a:cubicBezTo>
                    <a:cubicBezTo>
                      <a:pt x="31" y="255"/>
                      <a:pt x="25" y="168"/>
                      <a:pt x="27" y="146"/>
                    </a:cubicBezTo>
                    <a:cubicBezTo>
                      <a:pt x="29" y="125"/>
                      <a:pt x="22" y="67"/>
                      <a:pt x="17" y="50"/>
                    </a:cubicBezTo>
                    <a:cubicBezTo>
                      <a:pt x="11" y="33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6B2D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1951" name="Freeform 750">
                <a:extLst>
                  <a:ext uri="{FF2B5EF4-FFF2-40B4-BE49-F238E27FC236}">
                    <a16:creationId xmlns:a16="http://schemas.microsoft.com/office/drawing/2014/main" id="{94C4F314-00F3-426B-913F-9682138F7D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9" y="1844"/>
                <a:ext cx="59" cy="23"/>
              </a:xfrm>
              <a:custGeom>
                <a:avLst/>
                <a:gdLst>
                  <a:gd name="T0" fmla="*/ 0 w 31"/>
                  <a:gd name="T1" fmla="*/ 84 h 12"/>
                  <a:gd name="T2" fmla="*/ 213 w 31"/>
                  <a:gd name="T3" fmla="*/ 23 h 12"/>
                  <a:gd name="T4" fmla="*/ 0 w 31"/>
                  <a:gd name="T5" fmla="*/ 84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1" h="12">
                    <a:moveTo>
                      <a:pt x="0" y="12"/>
                    </a:moveTo>
                    <a:cubicBezTo>
                      <a:pt x="0" y="12"/>
                      <a:pt x="20" y="1"/>
                      <a:pt x="31" y="3"/>
                    </a:cubicBezTo>
                    <a:cubicBezTo>
                      <a:pt x="31" y="3"/>
                      <a:pt x="8" y="0"/>
                      <a:pt x="0" y="12"/>
                    </a:cubicBezTo>
                    <a:close/>
                  </a:path>
                </a:pathLst>
              </a:custGeom>
              <a:solidFill>
                <a:srgbClr val="7E39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1952" name="Freeform 751">
                <a:extLst>
                  <a:ext uri="{FF2B5EF4-FFF2-40B4-BE49-F238E27FC236}">
                    <a16:creationId xmlns:a16="http://schemas.microsoft.com/office/drawing/2014/main" id="{7B8514D6-6BBF-4D1F-BBE9-9929ADD40C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9" y="2915"/>
                <a:ext cx="34" cy="127"/>
              </a:xfrm>
              <a:custGeom>
                <a:avLst/>
                <a:gdLst>
                  <a:gd name="T0" fmla="*/ 121 w 18"/>
                  <a:gd name="T1" fmla="*/ 0 h 68"/>
                  <a:gd name="T2" fmla="*/ 81 w 18"/>
                  <a:gd name="T3" fmla="*/ 172 h 68"/>
                  <a:gd name="T4" fmla="*/ 32 w 18"/>
                  <a:gd name="T5" fmla="*/ 443 h 68"/>
                  <a:gd name="T6" fmla="*/ 32 w 18"/>
                  <a:gd name="T7" fmla="*/ 209 h 68"/>
                  <a:gd name="T8" fmla="*/ 93 w 18"/>
                  <a:gd name="T9" fmla="*/ 24 h 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68">
                    <a:moveTo>
                      <a:pt x="18" y="0"/>
                    </a:moveTo>
                    <a:cubicBezTo>
                      <a:pt x="18" y="11"/>
                      <a:pt x="16" y="17"/>
                      <a:pt x="12" y="26"/>
                    </a:cubicBezTo>
                    <a:cubicBezTo>
                      <a:pt x="5" y="40"/>
                      <a:pt x="7" y="54"/>
                      <a:pt x="5" y="68"/>
                    </a:cubicBezTo>
                    <a:cubicBezTo>
                      <a:pt x="0" y="60"/>
                      <a:pt x="4" y="41"/>
                      <a:pt x="5" y="32"/>
                    </a:cubicBezTo>
                    <a:cubicBezTo>
                      <a:pt x="6" y="21"/>
                      <a:pt x="9" y="13"/>
                      <a:pt x="14" y="4"/>
                    </a:cubicBezTo>
                  </a:path>
                </a:pathLst>
              </a:custGeom>
              <a:solidFill>
                <a:srgbClr val="7E39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1953" name="Freeform 752">
                <a:extLst>
                  <a:ext uri="{FF2B5EF4-FFF2-40B4-BE49-F238E27FC236}">
                    <a16:creationId xmlns:a16="http://schemas.microsoft.com/office/drawing/2014/main" id="{9BE933B2-C5A1-49FC-B069-3995238331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1" y="2821"/>
                <a:ext cx="23" cy="122"/>
              </a:xfrm>
              <a:custGeom>
                <a:avLst/>
                <a:gdLst>
                  <a:gd name="T0" fmla="*/ 84 w 12"/>
                  <a:gd name="T1" fmla="*/ 0 h 65"/>
                  <a:gd name="T2" fmla="*/ 77 w 12"/>
                  <a:gd name="T3" fmla="*/ 430 h 65"/>
                  <a:gd name="T4" fmla="*/ 56 w 12"/>
                  <a:gd name="T5" fmla="*/ 81 h 6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65">
                    <a:moveTo>
                      <a:pt x="12" y="0"/>
                    </a:moveTo>
                    <a:cubicBezTo>
                      <a:pt x="0" y="18"/>
                      <a:pt x="5" y="46"/>
                      <a:pt x="11" y="65"/>
                    </a:cubicBezTo>
                    <a:cubicBezTo>
                      <a:pt x="10" y="50"/>
                      <a:pt x="3" y="27"/>
                      <a:pt x="8" y="12"/>
                    </a:cubicBezTo>
                  </a:path>
                </a:pathLst>
              </a:custGeom>
              <a:solidFill>
                <a:srgbClr val="7E39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1954" name="Freeform 753">
                <a:extLst>
                  <a:ext uri="{FF2B5EF4-FFF2-40B4-BE49-F238E27FC236}">
                    <a16:creationId xmlns:a16="http://schemas.microsoft.com/office/drawing/2014/main" id="{DDA4A5B0-A945-44E8-A7C9-13CA2BC39D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7" y="2945"/>
                <a:ext cx="96" cy="102"/>
              </a:xfrm>
              <a:custGeom>
                <a:avLst/>
                <a:gdLst>
                  <a:gd name="T0" fmla="*/ 15 w 51"/>
                  <a:gd name="T1" fmla="*/ 269 h 55"/>
                  <a:gd name="T2" fmla="*/ 21 w 51"/>
                  <a:gd name="T3" fmla="*/ 141 h 55"/>
                  <a:gd name="T4" fmla="*/ 113 w 51"/>
                  <a:gd name="T5" fmla="*/ 59 h 55"/>
                  <a:gd name="T6" fmla="*/ 301 w 51"/>
                  <a:gd name="T7" fmla="*/ 52 h 55"/>
                  <a:gd name="T8" fmla="*/ 309 w 51"/>
                  <a:gd name="T9" fmla="*/ 113 h 55"/>
                  <a:gd name="T10" fmla="*/ 166 w 51"/>
                  <a:gd name="T11" fmla="*/ 172 h 55"/>
                  <a:gd name="T12" fmla="*/ 85 w 51"/>
                  <a:gd name="T13" fmla="*/ 313 h 55"/>
                  <a:gd name="T14" fmla="*/ 15 w 51"/>
                  <a:gd name="T15" fmla="*/ 306 h 5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1" h="55">
                    <a:moveTo>
                      <a:pt x="2" y="42"/>
                    </a:moveTo>
                    <a:cubicBezTo>
                      <a:pt x="2" y="35"/>
                      <a:pt x="0" y="28"/>
                      <a:pt x="3" y="22"/>
                    </a:cubicBezTo>
                    <a:cubicBezTo>
                      <a:pt x="6" y="17"/>
                      <a:pt x="12" y="12"/>
                      <a:pt x="17" y="9"/>
                    </a:cubicBezTo>
                    <a:cubicBezTo>
                      <a:pt x="26" y="3"/>
                      <a:pt x="37" y="0"/>
                      <a:pt x="45" y="8"/>
                    </a:cubicBezTo>
                    <a:cubicBezTo>
                      <a:pt x="50" y="12"/>
                      <a:pt x="51" y="15"/>
                      <a:pt x="46" y="18"/>
                    </a:cubicBezTo>
                    <a:cubicBezTo>
                      <a:pt x="39" y="21"/>
                      <a:pt x="31" y="22"/>
                      <a:pt x="25" y="27"/>
                    </a:cubicBezTo>
                    <a:cubicBezTo>
                      <a:pt x="17" y="34"/>
                      <a:pt x="18" y="43"/>
                      <a:pt x="13" y="49"/>
                    </a:cubicBezTo>
                    <a:cubicBezTo>
                      <a:pt x="10" y="53"/>
                      <a:pt x="1" y="55"/>
                      <a:pt x="2" y="48"/>
                    </a:cubicBezTo>
                  </a:path>
                </a:pathLst>
              </a:custGeom>
              <a:solidFill>
                <a:srgbClr val="6B2D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1955" name="Freeform 754">
                <a:extLst>
                  <a:ext uri="{FF2B5EF4-FFF2-40B4-BE49-F238E27FC236}">
                    <a16:creationId xmlns:a16="http://schemas.microsoft.com/office/drawing/2014/main" id="{5C85852E-4035-46CD-8347-15C6DC859D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6" y="3176"/>
                <a:ext cx="41" cy="359"/>
              </a:xfrm>
              <a:custGeom>
                <a:avLst/>
                <a:gdLst>
                  <a:gd name="T0" fmla="*/ 104 w 22"/>
                  <a:gd name="T1" fmla="*/ 0 h 192"/>
                  <a:gd name="T2" fmla="*/ 117 w 22"/>
                  <a:gd name="T3" fmla="*/ 346 h 192"/>
                  <a:gd name="T4" fmla="*/ 104 w 22"/>
                  <a:gd name="T5" fmla="*/ 765 h 192"/>
                  <a:gd name="T6" fmla="*/ 45 w 22"/>
                  <a:gd name="T7" fmla="*/ 1255 h 192"/>
                  <a:gd name="T8" fmla="*/ 52 w 22"/>
                  <a:gd name="T9" fmla="*/ 112 h 1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192">
                    <a:moveTo>
                      <a:pt x="16" y="0"/>
                    </a:moveTo>
                    <a:cubicBezTo>
                      <a:pt x="22" y="14"/>
                      <a:pt x="18" y="38"/>
                      <a:pt x="18" y="53"/>
                    </a:cubicBezTo>
                    <a:cubicBezTo>
                      <a:pt x="18" y="74"/>
                      <a:pt x="18" y="96"/>
                      <a:pt x="16" y="117"/>
                    </a:cubicBezTo>
                    <a:cubicBezTo>
                      <a:pt x="15" y="136"/>
                      <a:pt x="17" y="177"/>
                      <a:pt x="7" y="192"/>
                    </a:cubicBezTo>
                    <a:cubicBezTo>
                      <a:pt x="0" y="134"/>
                      <a:pt x="11" y="75"/>
                      <a:pt x="8" y="17"/>
                    </a:cubicBezTo>
                  </a:path>
                </a:pathLst>
              </a:custGeom>
              <a:solidFill>
                <a:srgbClr val="6B2D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1956" name="Freeform 755">
                <a:extLst>
                  <a:ext uri="{FF2B5EF4-FFF2-40B4-BE49-F238E27FC236}">
                    <a16:creationId xmlns:a16="http://schemas.microsoft.com/office/drawing/2014/main" id="{512088B3-9EB1-4646-AAC3-DB3E59F220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6" y="1589"/>
                <a:ext cx="93" cy="54"/>
              </a:xfrm>
              <a:custGeom>
                <a:avLst/>
                <a:gdLst>
                  <a:gd name="T0" fmla="*/ 0 w 50"/>
                  <a:gd name="T1" fmla="*/ 173 h 29"/>
                  <a:gd name="T2" fmla="*/ 193 w 50"/>
                  <a:gd name="T3" fmla="*/ 142 h 29"/>
                  <a:gd name="T4" fmla="*/ 322 w 50"/>
                  <a:gd name="T5" fmla="*/ 0 h 29"/>
                  <a:gd name="T6" fmla="*/ 60 w 50"/>
                  <a:gd name="T7" fmla="*/ 188 h 2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0" h="29">
                    <a:moveTo>
                      <a:pt x="0" y="27"/>
                    </a:moveTo>
                    <a:cubicBezTo>
                      <a:pt x="11" y="26"/>
                      <a:pt x="21" y="28"/>
                      <a:pt x="30" y="22"/>
                    </a:cubicBezTo>
                    <a:cubicBezTo>
                      <a:pt x="37" y="16"/>
                      <a:pt x="46" y="9"/>
                      <a:pt x="50" y="0"/>
                    </a:cubicBezTo>
                    <a:cubicBezTo>
                      <a:pt x="38" y="9"/>
                      <a:pt x="25" y="27"/>
                      <a:pt x="9" y="29"/>
                    </a:cubicBezTo>
                  </a:path>
                </a:pathLst>
              </a:custGeom>
              <a:solidFill>
                <a:srgbClr val="6B2D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1957" name="Freeform 756">
                <a:extLst>
                  <a:ext uri="{FF2B5EF4-FFF2-40B4-BE49-F238E27FC236}">
                    <a16:creationId xmlns:a16="http://schemas.microsoft.com/office/drawing/2014/main" id="{EDF24062-D758-45B5-84F5-3ACC213316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6" y="1503"/>
                <a:ext cx="40" cy="231"/>
              </a:xfrm>
              <a:custGeom>
                <a:avLst/>
                <a:gdLst>
                  <a:gd name="T0" fmla="*/ 8 w 21"/>
                  <a:gd name="T1" fmla="*/ 7 h 124"/>
                  <a:gd name="T2" fmla="*/ 21 w 21"/>
                  <a:gd name="T3" fmla="*/ 112 h 124"/>
                  <a:gd name="T4" fmla="*/ 36 w 21"/>
                  <a:gd name="T5" fmla="*/ 225 h 124"/>
                  <a:gd name="T6" fmla="*/ 40 w 21"/>
                  <a:gd name="T7" fmla="*/ 414 h 124"/>
                  <a:gd name="T8" fmla="*/ 145 w 21"/>
                  <a:gd name="T9" fmla="*/ 801 h 124"/>
                  <a:gd name="T10" fmla="*/ 91 w 21"/>
                  <a:gd name="T11" fmla="*/ 563 h 124"/>
                  <a:gd name="T12" fmla="*/ 61 w 21"/>
                  <a:gd name="T13" fmla="*/ 317 h 124"/>
                  <a:gd name="T14" fmla="*/ 36 w 21"/>
                  <a:gd name="T15" fmla="*/ 129 h 124"/>
                  <a:gd name="T16" fmla="*/ 0 w 21"/>
                  <a:gd name="T17" fmla="*/ 0 h 12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1" h="124">
                    <a:moveTo>
                      <a:pt x="1" y="1"/>
                    </a:moveTo>
                    <a:cubicBezTo>
                      <a:pt x="0" y="2"/>
                      <a:pt x="3" y="14"/>
                      <a:pt x="3" y="17"/>
                    </a:cubicBezTo>
                    <a:cubicBezTo>
                      <a:pt x="4" y="23"/>
                      <a:pt x="4" y="29"/>
                      <a:pt x="5" y="35"/>
                    </a:cubicBezTo>
                    <a:cubicBezTo>
                      <a:pt x="5" y="45"/>
                      <a:pt x="5" y="54"/>
                      <a:pt x="6" y="64"/>
                    </a:cubicBezTo>
                    <a:cubicBezTo>
                      <a:pt x="7" y="85"/>
                      <a:pt x="15" y="104"/>
                      <a:pt x="21" y="124"/>
                    </a:cubicBezTo>
                    <a:cubicBezTo>
                      <a:pt x="15" y="113"/>
                      <a:pt x="15" y="99"/>
                      <a:pt x="13" y="87"/>
                    </a:cubicBezTo>
                    <a:cubicBezTo>
                      <a:pt x="11" y="74"/>
                      <a:pt x="10" y="61"/>
                      <a:pt x="9" y="49"/>
                    </a:cubicBezTo>
                    <a:cubicBezTo>
                      <a:pt x="8" y="39"/>
                      <a:pt x="7" y="30"/>
                      <a:pt x="5" y="20"/>
                    </a:cubicBezTo>
                    <a:cubicBezTo>
                      <a:pt x="3" y="14"/>
                      <a:pt x="0" y="7"/>
                      <a:pt x="0" y="0"/>
                    </a:cubicBezTo>
                  </a:path>
                </a:pathLst>
              </a:custGeom>
              <a:solidFill>
                <a:srgbClr val="6B2D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1958" name="Freeform 757">
                <a:extLst>
                  <a:ext uri="{FF2B5EF4-FFF2-40B4-BE49-F238E27FC236}">
                    <a16:creationId xmlns:a16="http://schemas.microsoft.com/office/drawing/2014/main" id="{0AC7A86C-9B67-4D10-A0E5-5938A2643A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7" y="1652"/>
                <a:ext cx="81" cy="783"/>
              </a:xfrm>
              <a:custGeom>
                <a:avLst/>
                <a:gdLst>
                  <a:gd name="T0" fmla="*/ 160 w 43"/>
                  <a:gd name="T1" fmla="*/ 0 h 419"/>
                  <a:gd name="T2" fmla="*/ 81 w 43"/>
                  <a:gd name="T3" fmla="*/ 783 h 419"/>
                  <a:gd name="T4" fmla="*/ 113 w 43"/>
                  <a:gd name="T5" fmla="*/ 1764 h 419"/>
                  <a:gd name="T6" fmla="*/ 288 w 43"/>
                  <a:gd name="T7" fmla="*/ 2734 h 419"/>
                  <a:gd name="T8" fmla="*/ 145 w 43"/>
                  <a:gd name="T9" fmla="*/ 2057 h 419"/>
                  <a:gd name="T10" fmla="*/ 0 w 43"/>
                  <a:gd name="T11" fmla="*/ 1142 h 419"/>
                  <a:gd name="T12" fmla="*/ 160 w 43"/>
                  <a:gd name="T13" fmla="*/ 0 h 4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3" h="419">
                    <a:moveTo>
                      <a:pt x="24" y="0"/>
                    </a:moveTo>
                    <a:cubicBezTo>
                      <a:pt x="24" y="0"/>
                      <a:pt x="20" y="72"/>
                      <a:pt x="12" y="120"/>
                    </a:cubicBezTo>
                    <a:cubicBezTo>
                      <a:pt x="4" y="167"/>
                      <a:pt x="6" y="232"/>
                      <a:pt x="17" y="270"/>
                    </a:cubicBezTo>
                    <a:cubicBezTo>
                      <a:pt x="29" y="308"/>
                      <a:pt x="42" y="364"/>
                      <a:pt x="43" y="419"/>
                    </a:cubicBezTo>
                    <a:cubicBezTo>
                      <a:pt x="43" y="419"/>
                      <a:pt x="40" y="352"/>
                      <a:pt x="22" y="315"/>
                    </a:cubicBezTo>
                    <a:cubicBezTo>
                      <a:pt x="3" y="278"/>
                      <a:pt x="1" y="193"/>
                      <a:pt x="0" y="175"/>
                    </a:cubicBezTo>
                    <a:cubicBezTo>
                      <a:pt x="0" y="157"/>
                      <a:pt x="26" y="16"/>
                      <a:pt x="24" y="0"/>
                    </a:cubicBezTo>
                    <a:close/>
                  </a:path>
                </a:pathLst>
              </a:custGeom>
              <a:solidFill>
                <a:srgbClr val="7E39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1959" name="Freeform 758">
                <a:extLst>
                  <a:ext uri="{FF2B5EF4-FFF2-40B4-BE49-F238E27FC236}">
                    <a16:creationId xmlns:a16="http://schemas.microsoft.com/office/drawing/2014/main" id="{A48611AD-F59F-443F-B3A2-3B325921F0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1" y="2311"/>
                <a:ext cx="80" cy="150"/>
              </a:xfrm>
              <a:custGeom>
                <a:avLst/>
                <a:gdLst>
                  <a:gd name="T0" fmla="*/ 0 w 43"/>
                  <a:gd name="T1" fmla="*/ 527 h 80"/>
                  <a:gd name="T2" fmla="*/ 128 w 43"/>
                  <a:gd name="T3" fmla="*/ 293 h 80"/>
                  <a:gd name="T4" fmla="*/ 277 w 43"/>
                  <a:gd name="T5" fmla="*/ 0 h 80"/>
                  <a:gd name="T6" fmla="*/ 210 w 43"/>
                  <a:gd name="T7" fmla="*/ 128 h 80"/>
                  <a:gd name="T8" fmla="*/ 141 w 43"/>
                  <a:gd name="T9" fmla="*/ 293 h 80"/>
                  <a:gd name="T10" fmla="*/ 69 w 43"/>
                  <a:gd name="T11" fmla="*/ 409 h 80"/>
                  <a:gd name="T12" fmla="*/ 20 w 43"/>
                  <a:gd name="T13" fmla="*/ 506 h 8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3" h="80">
                    <a:moveTo>
                      <a:pt x="0" y="80"/>
                    </a:moveTo>
                    <a:cubicBezTo>
                      <a:pt x="9" y="71"/>
                      <a:pt x="14" y="55"/>
                      <a:pt x="20" y="44"/>
                    </a:cubicBezTo>
                    <a:cubicBezTo>
                      <a:pt x="27" y="29"/>
                      <a:pt x="33" y="13"/>
                      <a:pt x="43" y="0"/>
                    </a:cubicBezTo>
                    <a:cubicBezTo>
                      <a:pt x="41" y="7"/>
                      <a:pt x="36" y="13"/>
                      <a:pt x="33" y="19"/>
                    </a:cubicBezTo>
                    <a:cubicBezTo>
                      <a:pt x="29" y="27"/>
                      <a:pt x="26" y="36"/>
                      <a:pt x="22" y="44"/>
                    </a:cubicBezTo>
                    <a:cubicBezTo>
                      <a:pt x="19" y="50"/>
                      <a:pt x="15" y="56"/>
                      <a:pt x="11" y="62"/>
                    </a:cubicBezTo>
                    <a:cubicBezTo>
                      <a:pt x="8" y="67"/>
                      <a:pt x="4" y="72"/>
                      <a:pt x="3" y="77"/>
                    </a:cubicBezTo>
                  </a:path>
                </a:pathLst>
              </a:custGeom>
              <a:solidFill>
                <a:srgbClr val="5B20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1960" name="Freeform 759">
                <a:extLst>
                  <a:ext uri="{FF2B5EF4-FFF2-40B4-BE49-F238E27FC236}">
                    <a16:creationId xmlns:a16="http://schemas.microsoft.com/office/drawing/2014/main" id="{6090CB94-7F48-4E1A-9031-555B3061B8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1" y="2468"/>
                <a:ext cx="128" cy="105"/>
              </a:xfrm>
              <a:custGeom>
                <a:avLst/>
                <a:gdLst>
                  <a:gd name="T0" fmla="*/ 8 w 68"/>
                  <a:gd name="T1" fmla="*/ 0 h 56"/>
                  <a:gd name="T2" fmla="*/ 40 w 68"/>
                  <a:gd name="T3" fmla="*/ 257 h 56"/>
                  <a:gd name="T4" fmla="*/ 273 w 68"/>
                  <a:gd name="T5" fmla="*/ 345 h 56"/>
                  <a:gd name="T6" fmla="*/ 386 w 68"/>
                  <a:gd name="T7" fmla="*/ 0 h 5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8" h="56">
                    <a:moveTo>
                      <a:pt x="1" y="0"/>
                    </a:moveTo>
                    <a:cubicBezTo>
                      <a:pt x="4" y="12"/>
                      <a:pt x="0" y="28"/>
                      <a:pt x="6" y="39"/>
                    </a:cubicBezTo>
                    <a:cubicBezTo>
                      <a:pt x="13" y="51"/>
                      <a:pt x="28" y="56"/>
                      <a:pt x="41" y="52"/>
                    </a:cubicBezTo>
                    <a:cubicBezTo>
                      <a:pt x="68" y="42"/>
                      <a:pt x="47" y="7"/>
                      <a:pt x="58" y="0"/>
                    </a:cubicBezTo>
                  </a:path>
                </a:pathLst>
              </a:custGeom>
              <a:solidFill>
                <a:srgbClr val="75332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1961" name="Freeform 760">
                <a:extLst>
                  <a:ext uri="{FF2B5EF4-FFF2-40B4-BE49-F238E27FC236}">
                    <a16:creationId xmlns:a16="http://schemas.microsoft.com/office/drawing/2014/main" id="{241705BE-6D32-43BC-AE84-F33C1D6732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3" y="2468"/>
                <a:ext cx="107" cy="107"/>
              </a:xfrm>
              <a:custGeom>
                <a:avLst/>
                <a:gdLst>
                  <a:gd name="T0" fmla="*/ 8 w 57"/>
                  <a:gd name="T1" fmla="*/ 8 h 57"/>
                  <a:gd name="T2" fmla="*/ 39 w 57"/>
                  <a:gd name="T3" fmla="*/ 257 h 57"/>
                  <a:gd name="T4" fmla="*/ 265 w 57"/>
                  <a:gd name="T5" fmla="*/ 345 h 57"/>
                  <a:gd name="T6" fmla="*/ 357 w 57"/>
                  <a:gd name="T7" fmla="*/ 128 h 57"/>
                  <a:gd name="T8" fmla="*/ 377 w 57"/>
                  <a:gd name="T9" fmla="*/ 0 h 5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7" h="57">
                    <a:moveTo>
                      <a:pt x="1" y="1"/>
                    </a:moveTo>
                    <a:cubicBezTo>
                      <a:pt x="3" y="13"/>
                      <a:pt x="0" y="28"/>
                      <a:pt x="6" y="39"/>
                    </a:cubicBezTo>
                    <a:cubicBezTo>
                      <a:pt x="12" y="51"/>
                      <a:pt x="27" y="57"/>
                      <a:pt x="40" y="52"/>
                    </a:cubicBezTo>
                    <a:cubicBezTo>
                      <a:pt x="53" y="47"/>
                      <a:pt x="54" y="33"/>
                      <a:pt x="54" y="19"/>
                    </a:cubicBezTo>
                    <a:cubicBezTo>
                      <a:pt x="54" y="13"/>
                      <a:pt x="51" y="6"/>
                      <a:pt x="57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1962" name="Freeform 761">
                <a:extLst>
                  <a:ext uri="{FF2B5EF4-FFF2-40B4-BE49-F238E27FC236}">
                    <a16:creationId xmlns:a16="http://schemas.microsoft.com/office/drawing/2014/main" id="{70D2C9E6-BC25-4522-93EC-0F25417158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3" y="2474"/>
                <a:ext cx="41" cy="67"/>
              </a:xfrm>
              <a:custGeom>
                <a:avLst/>
                <a:gdLst>
                  <a:gd name="T0" fmla="*/ 21 w 22"/>
                  <a:gd name="T1" fmla="*/ 0 h 36"/>
                  <a:gd name="T2" fmla="*/ 7 w 22"/>
                  <a:gd name="T3" fmla="*/ 162 h 36"/>
                  <a:gd name="T4" fmla="*/ 73 w 22"/>
                  <a:gd name="T5" fmla="*/ 233 h 36"/>
                  <a:gd name="T6" fmla="*/ 136 w 22"/>
                  <a:gd name="T7" fmla="*/ 166 h 36"/>
                  <a:gd name="T8" fmla="*/ 121 w 22"/>
                  <a:gd name="T9" fmla="*/ 52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36">
                    <a:moveTo>
                      <a:pt x="3" y="0"/>
                    </a:moveTo>
                    <a:cubicBezTo>
                      <a:pt x="4" y="8"/>
                      <a:pt x="2" y="16"/>
                      <a:pt x="1" y="25"/>
                    </a:cubicBezTo>
                    <a:cubicBezTo>
                      <a:pt x="0" y="33"/>
                      <a:pt x="3" y="35"/>
                      <a:pt x="11" y="36"/>
                    </a:cubicBezTo>
                    <a:cubicBezTo>
                      <a:pt x="19" y="36"/>
                      <a:pt x="20" y="34"/>
                      <a:pt x="21" y="26"/>
                    </a:cubicBezTo>
                    <a:cubicBezTo>
                      <a:pt x="22" y="20"/>
                      <a:pt x="21" y="13"/>
                      <a:pt x="19" y="8"/>
                    </a:cubicBezTo>
                  </a:path>
                </a:pathLst>
              </a:custGeom>
              <a:solidFill>
                <a:srgbClr val="75332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1963" name="Freeform 762">
                <a:extLst>
                  <a:ext uri="{FF2B5EF4-FFF2-40B4-BE49-F238E27FC236}">
                    <a16:creationId xmlns:a16="http://schemas.microsoft.com/office/drawing/2014/main" id="{792691DC-C6E4-4C14-A436-F86B84DA62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3" y="2474"/>
                <a:ext cx="41" cy="69"/>
              </a:xfrm>
              <a:custGeom>
                <a:avLst/>
                <a:gdLst>
                  <a:gd name="T0" fmla="*/ 21 w 22"/>
                  <a:gd name="T1" fmla="*/ 0 h 37"/>
                  <a:gd name="T2" fmla="*/ 7 w 22"/>
                  <a:gd name="T3" fmla="*/ 164 h 37"/>
                  <a:gd name="T4" fmla="*/ 73 w 22"/>
                  <a:gd name="T5" fmla="*/ 233 h 37"/>
                  <a:gd name="T6" fmla="*/ 136 w 22"/>
                  <a:gd name="T7" fmla="*/ 173 h 37"/>
                  <a:gd name="T8" fmla="*/ 121 w 22"/>
                  <a:gd name="T9" fmla="*/ 52 h 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37">
                    <a:moveTo>
                      <a:pt x="3" y="0"/>
                    </a:moveTo>
                    <a:cubicBezTo>
                      <a:pt x="4" y="9"/>
                      <a:pt x="2" y="17"/>
                      <a:pt x="1" y="25"/>
                    </a:cubicBezTo>
                    <a:cubicBezTo>
                      <a:pt x="0" y="33"/>
                      <a:pt x="3" y="36"/>
                      <a:pt x="11" y="36"/>
                    </a:cubicBezTo>
                    <a:cubicBezTo>
                      <a:pt x="19" y="37"/>
                      <a:pt x="20" y="34"/>
                      <a:pt x="21" y="27"/>
                    </a:cubicBezTo>
                    <a:cubicBezTo>
                      <a:pt x="22" y="21"/>
                      <a:pt x="21" y="13"/>
                      <a:pt x="19" y="8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1964" name="Freeform 763">
                <a:extLst>
                  <a:ext uri="{FF2B5EF4-FFF2-40B4-BE49-F238E27FC236}">
                    <a16:creationId xmlns:a16="http://schemas.microsoft.com/office/drawing/2014/main" id="{D39A7A65-39E2-4C83-81D8-B0BE10AE00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5" y="2470"/>
                <a:ext cx="47" cy="92"/>
              </a:xfrm>
              <a:custGeom>
                <a:avLst/>
                <a:gdLst>
                  <a:gd name="T0" fmla="*/ 0 w 25"/>
                  <a:gd name="T1" fmla="*/ 8 h 49"/>
                  <a:gd name="T2" fmla="*/ 8 w 25"/>
                  <a:gd name="T3" fmla="*/ 105 h 49"/>
                  <a:gd name="T4" fmla="*/ 21 w 25"/>
                  <a:gd name="T5" fmla="*/ 205 h 49"/>
                  <a:gd name="T6" fmla="*/ 68 w 25"/>
                  <a:gd name="T7" fmla="*/ 293 h 49"/>
                  <a:gd name="T8" fmla="*/ 165 w 25"/>
                  <a:gd name="T9" fmla="*/ 325 h 49"/>
                  <a:gd name="T10" fmla="*/ 73 w 25"/>
                  <a:gd name="T11" fmla="*/ 257 h 49"/>
                  <a:gd name="T12" fmla="*/ 45 w 25"/>
                  <a:gd name="T13" fmla="*/ 137 h 49"/>
                  <a:gd name="T14" fmla="*/ 21 w 25"/>
                  <a:gd name="T15" fmla="*/ 45 h 49"/>
                  <a:gd name="T16" fmla="*/ 0 w 25"/>
                  <a:gd name="T17" fmla="*/ 0 h 4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5" h="49">
                    <a:moveTo>
                      <a:pt x="0" y="1"/>
                    </a:moveTo>
                    <a:cubicBezTo>
                      <a:pt x="0" y="6"/>
                      <a:pt x="1" y="11"/>
                      <a:pt x="1" y="16"/>
                    </a:cubicBezTo>
                    <a:cubicBezTo>
                      <a:pt x="2" y="21"/>
                      <a:pt x="3" y="26"/>
                      <a:pt x="3" y="31"/>
                    </a:cubicBezTo>
                    <a:cubicBezTo>
                      <a:pt x="4" y="35"/>
                      <a:pt x="6" y="41"/>
                      <a:pt x="10" y="44"/>
                    </a:cubicBezTo>
                    <a:cubicBezTo>
                      <a:pt x="14" y="48"/>
                      <a:pt x="20" y="48"/>
                      <a:pt x="25" y="49"/>
                    </a:cubicBezTo>
                    <a:cubicBezTo>
                      <a:pt x="19" y="48"/>
                      <a:pt x="14" y="43"/>
                      <a:pt x="11" y="39"/>
                    </a:cubicBezTo>
                    <a:cubicBezTo>
                      <a:pt x="8" y="33"/>
                      <a:pt x="8" y="27"/>
                      <a:pt x="7" y="21"/>
                    </a:cubicBezTo>
                    <a:cubicBezTo>
                      <a:pt x="6" y="17"/>
                      <a:pt x="5" y="11"/>
                      <a:pt x="3" y="7"/>
                    </a:cubicBezTo>
                    <a:cubicBezTo>
                      <a:pt x="2" y="5"/>
                      <a:pt x="1" y="3"/>
                      <a:pt x="0" y="0"/>
                    </a:cubicBezTo>
                  </a:path>
                </a:pathLst>
              </a:custGeom>
              <a:solidFill>
                <a:srgbClr val="6B2D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1965" name="Freeform 764">
                <a:extLst>
                  <a:ext uri="{FF2B5EF4-FFF2-40B4-BE49-F238E27FC236}">
                    <a16:creationId xmlns:a16="http://schemas.microsoft.com/office/drawing/2014/main" id="{ADBA8591-414C-47CD-856A-4673A4372B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9" y="2480"/>
                <a:ext cx="11" cy="57"/>
              </a:xfrm>
              <a:custGeom>
                <a:avLst/>
                <a:gdLst>
                  <a:gd name="T0" fmla="*/ 20 w 6"/>
                  <a:gd name="T1" fmla="*/ 0 h 31"/>
                  <a:gd name="T2" fmla="*/ 24 w 6"/>
                  <a:gd name="T3" fmla="*/ 68 h 31"/>
                  <a:gd name="T4" fmla="*/ 13 w 6"/>
                  <a:gd name="T5" fmla="*/ 118 h 31"/>
                  <a:gd name="T6" fmla="*/ 37 w 6"/>
                  <a:gd name="T7" fmla="*/ 193 h 31"/>
                  <a:gd name="T8" fmla="*/ 31 w 6"/>
                  <a:gd name="T9" fmla="*/ 94 h 31"/>
                  <a:gd name="T10" fmla="*/ 20 w 6"/>
                  <a:gd name="T11" fmla="*/ 7 h 3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" h="31">
                    <a:moveTo>
                      <a:pt x="3" y="0"/>
                    </a:moveTo>
                    <a:cubicBezTo>
                      <a:pt x="3" y="3"/>
                      <a:pt x="4" y="7"/>
                      <a:pt x="4" y="11"/>
                    </a:cubicBezTo>
                    <a:cubicBezTo>
                      <a:pt x="4" y="14"/>
                      <a:pt x="3" y="16"/>
                      <a:pt x="2" y="19"/>
                    </a:cubicBezTo>
                    <a:cubicBezTo>
                      <a:pt x="2" y="23"/>
                      <a:pt x="0" y="30"/>
                      <a:pt x="6" y="31"/>
                    </a:cubicBezTo>
                    <a:cubicBezTo>
                      <a:pt x="1" y="28"/>
                      <a:pt x="5" y="20"/>
                      <a:pt x="5" y="15"/>
                    </a:cubicBezTo>
                    <a:cubicBezTo>
                      <a:pt x="5" y="12"/>
                      <a:pt x="5" y="4"/>
                      <a:pt x="3" y="1"/>
                    </a:cubicBezTo>
                  </a:path>
                </a:pathLst>
              </a:custGeom>
              <a:solidFill>
                <a:srgbClr val="6B2D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1966" name="Freeform 765">
                <a:extLst>
                  <a:ext uri="{FF2B5EF4-FFF2-40B4-BE49-F238E27FC236}">
                    <a16:creationId xmlns:a16="http://schemas.microsoft.com/office/drawing/2014/main" id="{A62182B3-89D4-460D-BA13-72DF54538F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8" y="2485"/>
                <a:ext cx="53" cy="80"/>
              </a:xfrm>
              <a:custGeom>
                <a:avLst/>
                <a:gdLst>
                  <a:gd name="T0" fmla="*/ 161 w 28"/>
                  <a:gd name="T1" fmla="*/ 0 h 43"/>
                  <a:gd name="T2" fmla="*/ 144 w 28"/>
                  <a:gd name="T3" fmla="*/ 225 h 43"/>
                  <a:gd name="T4" fmla="*/ 76 w 28"/>
                  <a:gd name="T5" fmla="*/ 270 h 43"/>
                  <a:gd name="T6" fmla="*/ 0 w 28"/>
                  <a:gd name="T7" fmla="*/ 262 h 43"/>
                  <a:gd name="T8" fmla="*/ 89 w 28"/>
                  <a:gd name="T9" fmla="*/ 233 h 43"/>
                  <a:gd name="T10" fmla="*/ 144 w 28"/>
                  <a:gd name="T11" fmla="*/ 162 h 43"/>
                  <a:gd name="T12" fmla="*/ 157 w 28"/>
                  <a:gd name="T13" fmla="*/ 69 h 43"/>
                  <a:gd name="T14" fmla="*/ 161 w 28"/>
                  <a:gd name="T15" fmla="*/ 7 h 4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8" h="43">
                    <a:moveTo>
                      <a:pt x="24" y="0"/>
                    </a:moveTo>
                    <a:cubicBezTo>
                      <a:pt x="25" y="12"/>
                      <a:pt x="28" y="24"/>
                      <a:pt x="21" y="35"/>
                    </a:cubicBezTo>
                    <a:cubicBezTo>
                      <a:pt x="19" y="38"/>
                      <a:pt x="15" y="41"/>
                      <a:pt x="11" y="42"/>
                    </a:cubicBezTo>
                    <a:cubicBezTo>
                      <a:pt x="8" y="43"/>
                      <a:pt x="3" y="43"/>
                      <a:pt x="0" y="41"/>
                    </a:cubicBezTo>
                    <a:cubicBezTo>
                      <a:pt x="5" y="40"/>
                      <a:pt x="9" y="39"/>
                      <a:pt x="13" y="36"/>
                    </a:cubicBezTo>
                    <a:cubicBezTo>
                      <a:pt x="16" y="33"/>
                      <a:pt x="19" y="29"/>
                      <a:pt x="21" y="25"/>
                    </a:cubicBezTo>
                    <a:cubicBezTo>
                      <a:pt x="22" y="21"/>
                      <a:pt x="22" y="16"/>
                      <a:pt x="23" y="11"/>
                    </a:cubicBezTo>
                    <a:cubicBezTo>
                      <a:pt x="23" y="8"/>
                      <a:pt x="22" y="4"/>
                      <a:pt x="24" y="1"/>
                    </a:cubicBezTo>
                  </a:path>
                </a:pathLst>
              </a:custGeom>
              <a:solidFill>
                <a:srgbClr val="7E39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1967" name="Freeform 766">
                <a:extLst>
                  <a:ext uri="{FF2B5EF4-FFF2-40B4-BE49-F238E27FC236}">
                    <a16:creationId xmlns:a16="http://schemas.microsoft.com/office/drawing/2014/main" id="{4DB027BC-CBC2-4C1C-9F38-13EA53519F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1" y="2620"/>
                <a:ext cx="45" cy="345"/>
              </a:xfrm>
              <a:custGeom>
                <a:avLst/>
                <a:gdLst>
                  <a:gd name="T0" fmla="*/ 0 w 24"/>
                  <a:gd name="T1" fmla="*/ 0 h 185"/>
                  <a:gd name="T2" fmla="*/ 120 w 24"/>
                  <a:gd name="T3" fmla="*/ 660 h 185"/>
                  <a:gd name="T4" fmla="*/ 133 w 24"/>
                  <a:gd name="T5" fmla="*/ 1199 h 185"/>
                  <a:gd name="T6" fmla="*/ 144 w 24"/>
                  <a:gd name="T7" fmla="*/ 856 h 185"/>
                  <a:gd name="T8" fmla="*/ 0 w 24"/>
                  <a:gd name="T9" fmla="*/ 0 h 18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185">
                    <a:moveTo>
                      <a:pt x="0" y="0"/>
                    </a:moveTo>
                    <a:cubicBezTo>
                      <a:pt x="0" y="0"/>
                      <a:pt x="15" y="77"/>
                      <a:pt x="18" y="102"/>
                    </a:cubicBezTo>
                    <a:cubicBezTo>
                      <a:pt x="20" y="127"/>
                      <a:pt x="18" y="165"/>
                      <a:pt x="20" y="185"/>
                    </a:cubicBezTo>
                    <a:cubicBezTo>
                      <a:pt x="20" y="185"/>
                      <a:pt x="21" y="145"/>
                      <a:pt x="22" y="132"/>
                    </a:cubicBezTo>
                    <a:cubicBezTo>
                      <a:pt x="24" y="118"/>
                      <a:pt x="15" y="51"/>
                      <a:pt x="0" y="0"/>
                    </a:cubicBezTo>
                    <a:close/>
                  </a:path>
                </a:pathLst>
              </a:custGeom>
              <a:solidFill>
                <a:srgbClr val="6B2D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1968" name="Freeform 767">
                <a:extLst>
                  <a:ext uri="{FF2B5EF4-FFF2-40B4-BE49-F238E27FC236}">
                    <a16:creationId xmlns:a16="http://schemas.microsoft.com/office/drawing/2014/main" id="{5B3B8335-C1D0-410C-B391-4361ACC272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9" y="3927"/>
                <a:ext cx="24" cy="43"/>
              </a:xfrm>
              <a:custGeom>
                <a:avLst/>
                <a:gdLst>
                  <a:gd name="T0" fmla="*/ 0 w 13"/>
                  <a:gd name="T1" fmla="*/ 0 h 23"/>
                  <a:gd name="T2" fmla="*/ 81 w 13"/>
                  <a:gd name="T3" fmla="*/ 150 h 23"/>
                  <a:gd name="T4" fmla="*/ 13 w 13"/>
                  <a:gd name="T5" fmla="*/ 7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23">
                    <a:moveTo>
                      <a:pt x="0" y="0"/>
                    </a:moveTo>
                    <a:cubicBezTo>
                      <a:pt x="6" y="4"/>
                      <a:pt x="11" y="16"/>
                      <a:pt x="13" y="23"/>
                    </a:cubicBezTo>
                    <a:cubicBezTo>
                      <a:pt x="12" y="13"/>
                      <a:pt x="7" y="8"/>
                      <a:pt x="2" y="1"/>
                    </a:cubicBezTo>
                  </a:path>
                </a:pathLst>
              </a:custGeom>
              <a:solidFill>
                <a:srgbClr val="6B2D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1969" name="Freeform 768">
                <a:extLst>
                  <a:ext uri="{FF2B5EF4-FFF2-40B4-BE49-F238E27FC236}">
                    <a16:creationId xmlns:a16="http://schemas.microsoft.com/office/drawing/2014/main" id="{EADA8DA0-7AD9-4A7B-B458-DE6ED248DC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8" y="3940"/>
                <a:ext cx="11" cy="26"/>
              </a:xfrm>
              <a:custGeom>
                <a:avLst/>
                <a:gdLst>
                  <a:gd name="T0" fmla="*/ 7 w 6"/>
                  <a:gd name="T1" fmla="*/ 0 h 14"/>
                  <a:gd name="T2" fmla="*/ 37 w 6"/>
                  <a:gd name="T3" fmla="*/ 89 h 14"/>
                  <a:gd name="T4" fmla="*/ 13 w 6"/>
                  <a:gd name="T5" fmla="*/ 13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14">
                    <a:moveTo>
                      <a:pt x="1" y="0"/>
                    </a:moveTo>
                    <a:cubicBezTo>
                      <a:pt x="0" y="4"/>
                      <a:pt x="4" y="11"/>
                      <a:pt x="6" y="14"/>
                    </a:cubicBezTo>
                    <a:cubicBezTo>
                      <a:pt x="2" y="11"/>
                      <a:pt x="5" y="5"/>
                      <a:pt x="2" y="2"/>
                    </a:cubicBezTo>
                  </a:path>
                </a:pathLst>
              </a:custGeom>
              <a:solidFill>
                <a:srgbClr val="6B2D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1970" name="Freeform 769">
                <a:extLst>
                  <a:ext uri="{FF2B5EF4-FFF2-40B4-BE49-F238E27FC236}">
                    <a16:creationId xmlns:a16="http://schemas.microsoft.com/office/drawing/2014/main" id="{2ECC07E7-C630-492E-96D1-065AA7131D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2" y="3931"/>
                <a:ext cx="17" cy="24"/>
              </a:xfrm>
              <a:custGeom>
                <a:avLst/>
                <a:gdLst>
                  <a:gd name="T0" fmla="*/ 0 w 9"/>
                  <a:gd name="T1" fmla="*/ 0 h 13"/>
                  <a:gd name="T2" fmla="*/ 53 w 9"/>
                  <a:gd name="T3" fmla="*/ 81 h 13"/>
                  <a:gd name="T4" fmla="*/ 0 w 9"/>
                  <a:gd name="T5" fmla="*/ 7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3">
                    <a:moveTo>
                      <a:pt x="0" y="0"/>
                    </a:moveTo>
                    <a:cubicBezTo>
                      <a:pt x="1" y="4"/>
                      <a:pt x="4" y="12"/>
                      <a:pt x="8" y="13"/>
                    </a:cubicBezTo>
                    <a:cubicBezTo>
                      <a:pt x="9" y="8"/>
                      <a:pt x="4" y="3"/>
                      <a:pt x="0" y="1"/>
                    </a:cubicBezTo>
                  </a:path>
                </a:pathLst>
              </a:custGeom>
              <a:solidFill>
                <a:srgbClr val="6B2D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1971" name="Freeform 770">
                <a:extLst>
                  <a:ext uri="{FF2B5EF4-FFF2-40B4-BE49-F238E27FC236}">
                    <a16:creationId xmlns:a16="http://schemas.microsoft.com/office/drawing/2014/main" id="{62A06AAB-F119-4E03-BF7C-A090687CC1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0" y="3921"/>
                <a:ext cx="8" cy="17"/>
              </a:xfrm>
              <a:custGeom>
                <a:avLst/>
                <a:gdLst>
                  <a:gd name="T0" fmla="*/ 0 w 4"/>
                  <a:gd name="T1" fmla="*/ 8 h 9"/>
                  <a:gd name="T2" fmla="*/ 24 w 4"/>
                  <a:gd name="T3" fmla="*/ 60 h 9"/>
                  <a:gd name="T4" fmla="*/ 0 w 4"/>
                  <a:gd name="T5" fmla="*/ 0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9">
                    <a:moveTo>
                      <a:pt x="0" y="1"/>
                    </a:moveTo>
                    <a:cubicBezTo>
                      <a:pt x="0" y="3"/>
                      <a:pt x="1" y="7"/>
                      <a:pt x="3" y="9"/>
                    </a:cubicBezTo>
                    <a:cubicBezTo>
                      <a:pt x="4" y="6"/>
                      <a:pt x="1" y="2"/>
                      <a:pt x="0" y="0"/>
                    </a:cubicBezTo>
                  </a:path>
                </a:pathLst>
              </a:custGeom>
              <a:solidFill>
                <a:srgbClr val="6B2D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1972" name="Freeform 771">
                <a:extLst>
                  <a:ext uri="{FF2B5EF4-FFF2-40B4-BE49-F238E27FC236}">
                    <a16:creationId xmlns:a16="http://schemas.microsoft.com/office/drawing/2014/main" id="{8BB4027D-52C0-4C88-B99F-807A72F43E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1" y="3834"/>
                <a:ext cx="15" cy="48"/>
              </a:xfrm>
              <a:custGeom>
                <a:avLst/>
                <a:gdLst>
                  <a:gd name="T0" fmla="*/ 8 w 8"/>
                  <a:gd name="T1" fmla="*/ 0 h 26"/>
                  <a:gd name="T2" fmla="*/ 28 w 8"/>
                  <a:gd name="T3" fmla="*/ 44 h 26"/>
                  <a:gd name="T4" fmla="*/ 39 w 8"/>
                  <a:gd name="T5" fmla="*/ 89 h 26"/>
                  <a:gd name="T6" fmla="*/ 53 w 8"/>
                  <a:gd name="T7" fmla="*/ 164 h 26"/>
                  <a:gd name="T8" fmla="*/ 21 w 8"/>
                  <a:gd name="T9" fmla="*/ 76 h 26"/>
                  <a:gd name="T10" fmla="*/ 0 w 8"/>
                  <a:gd name="T11" fmla="*/ 7 h 2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" h="26">
                    <a:moveTo>
                      <a:pt x="1" y="0"/>
                    </a:moveTo>
                    <a:cubicBezTo>
                      <a:pt x="1" y="3"/>
                      <a:pt x="3" y="5"/>
                      <a:pt x="4" y="7"/>
                    </a:cubicBezTo>
                    <a:cubicBezTo>
                      <a:pt x="5" y="9"/>
                      <a:pt x="6" y="12"/>
                      <a:pt x="6" y="14"/>
                    </a:cubicBezTo>
                    <a:cubicBezTo>
                      <a:pt x="7" y="18"/>
                      <a:pt x="8" y="22"/>
                      <a:pt x="8" y="26"/>
                    </a:cubicBezTo>
                    <a:cubicBezTo>
                      <a:pt x="7" y="21"/>
                      <a:pt x="4" y="17"/>
                      <a:pt x="3" y="12"/>
                    </a:cubicBezTo>
                    <a:cubicBezTo>
                      <a:pt x="1" y="9"/>
                      <a:pt x="1" y="5"/>
                      <a:pt x="0" y="1"/>
                    </a:cubicBezTo>
                  </a:path>
                </a:pathLst>
              </a:custGeom>
              <a:solidFill>
                <a:srgbClr val="7E39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1973" name="Freeform 772">
                <a:extLst>
                  <a:ext uri="{FF2B5EF4-FFF2-40B4-BE49-F238E27FC236}">
                    <a16:creationId xmlns:a16="http://schemas.microsoft.com/office/drawing/2014/main" id="{11EE724F-D6FE-4202-BCFB-CC28CEC24B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9" y="3910"/>
                <a:ext cx="35" cy="53"/>
              </a:xfrm>
              <a:custGeom>
                <a:avLst/>
                <a:gdLst>
                  <a:gd name="T0" fmla="*/ 0 w 19"/>
                  <a:gd name="T1" fmla="*/ 0 h 28"/>
                  <a:gd name="T2" fmla="*/ 57 w 19"/>
                  <a:gd name="T3" fmla="*/ 136 h 28"/>
                  <a:gd name="T4" fmla="*/ 118 w 19"/>
                  <a:gd name="T5" fmla="*/ 189 h 28"/>
                  <a:gd name="T6" fmla="*/ 57 w 19"/>
                  <a:gd name="T7" fmla="*/ 115 h 28"/>
                  <a:gd name="T8" fmla="*/ 24 w 19"/>
                  <a:gd name="T9" fmla="*/ 53 h 28"/>
                  <a:gd name="T10" fmla="*/ 0 w 19"/>
                  <a:gd name="T11" fmla="*/ 8 h 2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9" h="28">
                    <a:moveTo>
                      <a:pt x="0" y="0"/>
                    </a:moveTo>
                    <a:cubicBezTo>
                      <a:pt x="0" y="8"/>
                      <a:pt x="3" y="14"/>
                      <a:pt x="9" y="20"/>
                    </a:cubicBezTo>
                    <a:cubicBezTo>
                      <a:pt x="12" y="23"/>
                      <a:pt x="15" y="26"/>
                      <a:pt x="19" y="28"/>
                    </a:cubicBezTo>
                    <a:cubicBezTo>
                      <a:pt x="16" y="24"/>
                      <a:pt x="12" y="21"/>
                      <a:pt x="9" y="17"/>
                    </a:cubicBezTo>
                    <a:cubicBezTo>
                      <a:pt x="7" y="14"/>
                      <a:pt x="5" y="11"/>
                      <a:pt x="4" y="8"/>
                    </a:cubicBezTo>
                    <a:cubicBezTo>
                      <a:pt x="3" y="7"/>
                      <a:pt x="1" y="2"/>
                      <a:pt x="0" y="1"/>
                    </a:cubicBezTo>
                  </a:path>
                </a:pathLst>
              </a:custGeom>
              <a:solidFill>
                <a:srgbClr val="7E39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1974" name="Freeform 773">
                <a:extLst>
                  <a:ext uri="{FF2B5EF4-FFF2-40B4-BE49-F238E27FC236}">
                    <a16:creationId xmlns:a16="http://schemas.microsoft.com/office/drawing/2014/main" id="{9E94C871-DF2B-460C-92EF-8A2694F711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3" y="3996"/>
                <a:ext cx="55" cy="24"/>
              </a:xfrm>
              <a:custGeom>
                <a:avLst/>
                <a:gdLst>
                  <a:gd name="T0" fmla="*/ 0 w 29"/>
                  <a:gd name="T1" fmla="*/ 61 h 13"/>
                  <a:gd name="T2" fmla="*/ 76 w 29"/>
                  <a:gd name="T3" fmla="*/ 81 h 13"/>
                  <a:gd name="T4" fmla="*/ 129 w 29"/>
                  <a:gd name="T5" fmla="*/ 61 h 13"/>
                  <a:gd name="T6" fmla="*/ 192 w 29"/>
                  <a:gd name="T7" fmla="*/ 0 h 13"/>
                  <a:gd name="T8" fmla="*/ 165 w 29"/>
                  <a:gd name="T9" fmla="*/ 20 h 13"/>
                  <a:gd name="T10" fmla="*/ 97 w 29"/>
                  <a:gd name="T11" fmla="*/ 52 h 13"/>
                  <a:gd name="T12" fmla="*/ 32 w 29"/>
                  <a:gd name="T13" fmla="*/ 61 h 13"/>
                  <a:gd name="T14" fmla="*/ 0 w 29"/>
                  <a:gd name="T15" fmla="*/ 61 h 1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9" h="13">
                    <a:moveTo>
                      <a:pt x="0" y="10"/>
                    </a:moveTo>
                    <a:cubicBezTo>
                      <a:pt x="3" y="11"/>
                      <a:pt x="7" y="13"/>
                      <a:pt x="11" y="13"/>
                    </a:cubicBezTo>
                    <a:cubicBezTo>
                      <a:pt x="14" y="13"/>
                      <a:pt x="17" y="11"/>
                      <a:pt x="19" y="10"/>
                    </a:cubicBezTo>
                    <a:cubicBezTo>
                      <a:pt x="23" y="9"/>
                      <a:pt x="29" y="5"/>
                      <a:pt x="28" y="0"/>
                    </a:cubicBezTo>
                    <a:cubicBezTo>
                      <a:pt x="27" y="2"/>
                      <a:pt x="25" y="2"/>
                      <a:pt x="24" y="3"/>
                    </a:cubicBezTo>
                    <a:cubicBezTo>
                      <a:pt x="21" y="5"/>
                      <a:pt x="18" y="7"/>
                      <a:pt x="14" y="8"/>
                    </a:cubicBezTo>
                    <a:cubicBezTo>
                      <a:pt x="11" y="9"/>
                      <a:pt x="8" y="10"/>
                      <a:pt x="5" y="10"/>
                    </a:cubicBezTo>
                    <a:cubicBezTo>
                      <a:pt x="4" y="10"/>
                      <a:pt x="1" y="11"/>
                      <a:pt x="0" y="10"/>
                    </a:cubicBezTo>
                  </a:path>
                </a:pathLst>
              </a:custGeom>
              <a:solidFill>
                <a:srgbClr val="7E39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1975" name="Freeform 774">
                <a:extLst>
                  <a:ext uri="{FF2B5EF4-FFF2-40B4-BE49-F238E27FC236}">
                    <a16:creationId xmlns:a16="http://schemas.microsoft.com/office/drawing/2014/main" id="{ECC73F02-D05E-42D4-BAC8-F0C6748A54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7" y="3992"/>
                <a:ext cx="22" cy="14"/>
              </a:xfrm>
              <a:custGeom>
                <a:avLst/>
                <a:gdLst>
                  <a:gd name="T0" fmla="*/ 0 w 12"/>
                  <a:gd name="T1" fmla="*/ 8 h 7"/>
                  <a:gd name="T2" fmla="*/ 73 w 12"/>
                  <a:gd name="T3" fmla="*/ 0 h 7"/>
                  <a:gd name="T4" fmla="*/ 0 w 12"/>
                  <a:gd name="T5" fmla="*/ 16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7">
                    <a:moveTo>
                      <a:pt x="0" y="1"/>
                    </a:moveTo>
                    <a:cubicBezTo>
                      <a:pt x="1" y="7"/>
                      <a:pt x="10" y="5"/>
                      <a:pt x="12" y="0"/>
                    </a:cubicBezTo>
                    <a:cubicBezTo>
                      <a:pt x="10" y="3"/>
                      <a:pt x="3" y="5"/>
                      <a:pt x="0" y="2"/>
                    </a:cubicBezTo>
                  </a:path>
                </a:pathLst>
              </a:custGeom>
              <a:solidFill>
                <a:srgbClr val="7E39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1976" name="Freeform 775">
                <a:extLst>
                  <a:ext uri="{FF2B5EF4-FFF2-40B4-BE49-F238E27FC236}">
                    <a16:creationId xmlns:a16="http://schemas.microsoft.com/office/drawing/2014/main" id="{34C70040-D480-448F-9C51-596B3D46CF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1" y="3978"/>
                <a:ext cx="17" cy="16"/>
              </a:xfrm>
              <a:custGeom>
                <a:avLst/>
                <a:gdLst>
                  <a:gd name="T0" fmla="*/ 0 w 9"/>
                  <a:gd name="T1" fmla="*/ 16 h 9"/>
                  <a:gd name="T2" fmla="*/ 60 w 9"/>
                  <a:gd name="T3" fmla="*/ 0 h 9"/>
                  <a:gd name="T4" fmla="*/ 15 w 9"/>
                  <a:gd name="T5" fmla="*/ 12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9">
                    <a:moveTo>
                      <a:pt x="0" y="3"/>
                    </a:moveTo>
                    <a:cubicBezTo>
                      <a:pt x="1" y="9"/>
                      <a:pt x="9" y="4"/>
                      <a:pt x="9" y="0"/>
                    </a:cubicBezTo>
                    <a:cubicBezTo>
                      <a:pt x="8" y="2"/>
                      <a:pt x="4" y="5"/>
                      <a:pt x="2" y="2"/>
                    </a:cubicBezTo>
                  </a:path>
                </a:pathLst>
              </a:custGeom>
              <a:solidFill>
                <a:srgbClr val="7E39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1977" name="Freeform 776">
                <a:extLst>
                  <a:ext uri="{FF2B5EF4-FFF2-40B4-BE49-F238E27FC236}">
                    <a16:creationId xmlns:a16="http://schemas.microsoft.com/office/drawing/2014/main" id="{32024454-5DDE-4426-BE2E-C0C115F69C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7" y="3964"/>
                <a:ext cx="11" cy="15"/>
              </a:xfrm>
              <a:custGeom>
                <a:avLst/>
                <a:gdLst>
                  <a:gd name="T0" fmla="*/ 0 w 6"/>
                  <a:gd name="T1" fmla="*/ 28 h 8"/>
                  <a:gd name="T2" fmla="*/ 37 w 6"/>
                  <a:gd name="T3" fmla="*/ 0 h 8"/>
                  <a:gd name="T4" fmla="*/ 13 w 6"/>
                  <a:gd name="T5" fmla="*/ 21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8">
                    <a:moveTo>
                      <a:pt x="0" y="4"/>
                    </a:moveTo>
                    <a:cubicBezTo>
                      <a:pt x="3" y="8"/>
                      <a:pt x="6" y="3"/>
                      <a:pt x="6" y="0"/>
                    </a:cubicBezTo>
                    <a:cubicBezTo>
                      <a:pt x="5" y="1"/>
                      <a:pt x="4" y="2"/>
                      <a:pt x="2" y="3"/>
                    </a:cubicBezTo>
                  </a:path>
                </a:pathLst>
              </a:custGeom>
              <a:solidFill>
                <a:srgbClr val="7E39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1978" name="Freeform 777">
                <a:extLst>
                  <a:ext uri="{FF2B5EF4-FFF2-40B4-BE49-F238E27FC236}">
                    <a16:creationId xmlns:a16="http://schemas.microsoft.com/office/drawing/2014/main" id="{2A90DA3E-BACD-42C8-B7DC-B65DCECC15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6" y="3944"/>
                <a:ext cx="13" cy="30"/>
              </a:xfrm>
              <a:custGeom>
                <a:avLst/>
                <a:gdLst>
                  <a:gd name="T0" fmla="*/ 0 w 7"/>
                  <a:gd name="T1" fmla="*/ 0 h 16"/>
                  <a:gd name="T2" fmla="*/ 13 w 7"/>
                  <a:gd name="T3" fmla="*/ 60 h 16"/>
                  <a:gd name="T4" fmla="*/ 45 w 7"/>
                  <a:gd name="T5" fmla="*/ 105 h 16"/>
                  <a:gd name="T6" fmla="*/ 24 w 7"/>
                  <a:gd name="T7" fmla="*/ 45 h 16"/>
                  <a:gd name="T8" fmla="*/ 7 w 7"/>
                  <a:gd name="T9" fmla="*/ 0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16">
                    <a:moveTo>
                      <a:pt x="0" y="0"/>
                    </a:moveTo>
                    <a:cubicBezTo>
                      <a:pt x="1" y="3"/>
                      <a:pt x="0" y="6"/>
                      <a:pt x="2" y="9"/>
                    </a:cubicBezTo>
                    <a:cubicBezTo>
                      <a:pt x="3" y="12"/>
                      <a:pt x="4" y="15"/>
                      <a:pt x="7" y="16"/>
                    </a:cubicBezTo>
                    <a:cubicBezTo>
                      <a:pt x="5" y="13"/>
                      <a:pt x="5" y="10"/>
                      <a:pt x="4" y="7"/>
                    </a:cubicBezTo>
                    <a:cubicBezTo>
                      <a:pt x="3" y="5"/>
                      <a:pt x="2" y="3"/>
                      <a:pt x="1" y="0"/>
                    </a:cubicBezTo>
                  </a:path>
                </a:pathLst>
              </a:custGeom>
              <a:solidFill>
                <a:srgbClr val="7E39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1979" name="Freeform 778">
                <a:extLst>
                  <a:ext uri="{FF2B5EF4-FFF2-40B4-BE49-F238E27FC236}">
                    <a16:creationId xmlns:a16="http://schemas.microsoft.com/office/drawing/2014/main" id="{8A2EB74E-08DC-419A-A8D9-FAFF08DD73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8" y="3938"/>
                <a:ext cx="15" cy="25"/>
              </a:xfrm>
              <a:custGeom>
                <a:avLst/>
                <a:gdLst>
                  <a:gd name="T0" fmla="*/ 0 w 8"/>
                  <a:gd name="T1" fmla="*/ 0 h 13"/>
                  <a:gd name="T2" fmla="*/ 15 w 8"/>
                  <a:gd name="T3" fmla="*/ 56 h 13"/>
                  <a:gd name="T4" fmla="*/ 53 w 8"/>
                  <a:gd name="T5" fmla="*/ 92 h 13"/>
                  <a:gd name="T6" fmla="*/ 0 w 8"/>
                  <a:gd name="T7" fmla="*/ 8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13">
                    <a:moveTo>
                      <a:pt x="0" y="0"/>
                    </a:moveTo>
                    <a:cubicBezTo>
                      <a:pt x="0" y="3"/>
                      <a:pt x="0" y="6"/>
                      <a:pt x="2" y="8"/>
                    </a:cubicBezTo>
                    <a:cubicBezTo>
                      <a:pt x="4" y="10"/>
                      <a:pt x="6" y="11"/>
                      <a:pt x="8" y="13"/>
                    </a:cubicBezTo>
                    <a:cubicBezTo>
                      <a:pt x="7" y="8"/>
                      <a:pt x="5" y="2"/>
                      <a:pt x="0" y="1"/>
                    </a:cubicBezTo>
                  </a:path>
                </a:pathLst>
              </a:custGeom>
              <a:solidFill>
                <a:srgbClr val="7E39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1980" name="Freeform 779">
                <a:extLst>
                  <a:ext uri="{FF2B5EF4-FFF2-40B4-BE49-F238E27FC236}">
                    <a16:creationId xmlns:a16="http://schemas.microsoft.com/office/drawing/2014/main" id="{D9EEA6EF-D048-42D5-A838-A3896165F2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6" y="3927"/>
                <a:ext cx="15" cy="21"/>
              </a:xfrm>
              <a:custGeom>
                <a:avLst/>
                <a:gdLst>
                  <a:gd name="T0" fmla="*/ 0 w 8"/>
                  <a:gd name="T1" fmla="*/ 0 h 11"/>
                  <a:gd name="T2" fmla="*/ 53 w 8"/>
                  <a:gd name="T3" fmla="*/ 76 h 11"/>
                  <a:gd name="T4" fmla="*/ 8 w 8"/>
                  <a:gd name="T5" fmla="*/ 0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1">
                    <a:moveTo>
                      <a:pt x="0" y="0"/>
                    </a:moveTo>
                    <a:cubicBezTo>
                      <a:pt x="2" y="5"/>
                      <a:pt x="4" y="8"/>
                      <a:pt x="8" y="11"/>
                    </a:cubicBezTo>
                    <a:cubicBezTo>
                      <a:pt x="8" y="7"/>
                      <a:pt x="5" y="1"/>
                      <a:pt x="1" y="0"/>
                    </a:cubicBezTo>
                  </a:path>
                </a:pathLst>
              </a:custGeom>
              <a:solidFill>
                <a:srgbClr val="7E39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1981" name="Freeform 780">
                <a:extLst>
                  <a:ext uri="{FF2B5EF4-FFF2-40B4-BE49-F238E27FC236}">
                    <a16:creationId xmlns:a16="http://schemas.microsoft.com/office/drawing/2014/main" id="{589CC501-B745-4AFD-9F95-347B25CDCC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0" y="3830"/>
                <a:ext cx="36" cy="101"/>
              </a:xfrm>
              <a:custGeom>
                <a:avLst/>
                <a:gdLst>
                  <a:gd name="T0" fmla="*/ 0 w 19"/>
                  <a:gd name="T1" fmla="*/ 0 h 54"/>
                  <a:gd name="T2" fmla="*/ 53 w 19"/>
                  <a:gd name="T3" fmla="*/ 202 h 54"/>
                  <a:gd name="T4" fmla="*/ 76 w 19"/>
                  <a:gd name="T5" fmla="*/ 277 h 54"/>
                  <a:gd name="T6" fmla="*/ 129 w 19"/>
                  <a:gd name="T7" fmla="*/ 354 h 54"/>
                  <a:gd name="T8" fmla="*/ 68 w 19"/>
                  <a:gd name="T9" fmla="*/ 137 h 54"/>
                  <a:gd name="T10" fmla="*/ 8 w 19"/>
                  <a:gd name="T11" fmla="*/ 7 h 5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9" h="54">
                    <a:moveTo>
                      <a:pt x="0" y="0"/>
                    </a:moveTo>
                    <a:cubicBezTo>
                      <a:pt x="9" y="9"/>
                      <a:pt x="8" y="20"/>
                      <a:pt x="8" y="31"/>
                    </a:cubicBezTo>
                    <a:cubicBezTo>
                      <a:pt x="9" y="35"/>
                      <a:pt x="10" y="39"/>
                      <a:pt x="11" y="42"/>
                    </a:cubicBezTo>
                    <a:cubicBezTo>
                      <a:pt x="13" y="46"/>
                      <a:pt x="17" y="50"/>
                      <a:pt x="19" y="54"/>
                    </a:cubicBezTo>
                    <a:cubicBezTo>
                      <a:pt x="11" y="47"/>
                      <a:pt x="12" y="30"/>
                      <a:pt x="10" y="21"/>
                    </a:cubicBezTo>
                    <a:cubicBezTo>
                      <a:pt x="8" y="13"/>
                      <a:pt x="5" y="7"/>
                      <a:pt x="1" y="1"/>
                    </a:cubicBezTo>
                  </a:path>
                </a:pathLst>
              </a:custGeom>
              <a:solidFill>
                <a:srgbClr val="6B2D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1982" name="Freeform 781">
                <a:extLst>
                  <a:ext uri="{FF2B5EF4-FFF2-40B4-BE49-F238E27FC236}">
                    <a16:creationId xmlns:a16="http://schemas.microsoft.com/office/drawing/2014/main" id="{C536F970-0A06-4035-96C0-C3E1973059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4" y="3755"/>
                <a:ext cx="33" cy="64"/>
              </a:xfrm>
              <a:custGeom>
                <a:avLst/>
                <a:gdLst>
                  <a:gd name="T0" fmla="*/ 20 w 18"/>
                  <a:gd name="T1" fmla="*/ 0 h 34"/>
                  <a:gd name="T2" fmla="*/ 112 w 18"/>
                  <a:gd name="T3" fmla="*/ 226 h 34"/>
                  <a:gd name="T4" fmla="*/ 57 w 18"/>
                  <a:gd name="T5" fmla="*/ 120 h 34"/>
                  <a:gd name="T6" fmla="*/ 31 w 18"/>
                  <a:gd name="T7" fmla="*/ 28 h 3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34">
                    <a:moveTo>
                      <a:pt x="3" y="0"/>
                    </a:moveTo>
                    <a:cubicBezTo>
                      <a:pt x="0" y="13"/>
                      <a:pt x="7" y="26"/>
                      <a:pt x="18" y="34"/>
                    </a:cubicBezTo>
                    <a:cubicBezTo>
                      <a:pt x="12" y="30"/>
                      <a:pt x="11" y="24"/>
                      <a:pt x="9" y="18"/>
                    </a:cubicBezTo>
                    <a:cubicBezTo>
                      <a:pt x="7" y="13"/>
                      <a:pt x="5" y="9"/>
                      <a:pt x="5" y="4"/>
                    </a:cubicBezTo>
                  </a:path>
                </a:pathLst>
              </a:custGeom>
              <a:solidFill>
                <a:srgbClr val="6B2D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1983" name="Freeform 782">
                <a:extLst>
                  <a:ext uri="{FF2B5EF4-FFF2-40B4-BE49-F238E27FC236}">
                    <a16:creationId xmlns:a16="http://schemas.microsoft.com/office/drawing/2014/main" id="{33D62582-DDD3-4A87-9188-CDA1515ABC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7" y="3929"/>
                <a:ext cx="35" cy="82"/>
              </a:xfrm>
              <a:custGeom>
                <a:avLst/>
                <a:gdLst>
                  <a:gd name="T0" fmla="*/ 0 w 19"/>
                  <a:gd name="T1" fmla="*/ 0 h 44"/>
                  <a:gd name="T2" fmla="*/ 61 w 19"/>
                  <a:gd name="T3" fmla="*/ 157 h 44"/>
                  <a:gd name="T4" fmla="*/ 118 w 19"/>
                  <a:gd name="T5" fmla="*/ 285 h 44"/>
                  <a:gd name="T6" fmla="*/ 88 w 19"/>
                  <a:gd name="T7" fmla="*/ 164 h 44"/>
                  <a:gd name="T8" fmla="*/ 24 w 19"/>
                  <a:gd name="T9" fmla="*/ 7 h 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44">
                    <a:moveTo>
                      <a:pt x="0" y="0"/>
                    </a:moveTo>
                    <a:cubicBezTo>
                      <a:pt x="7" y="6"/>
                      <a:pt x="8" y="15"/>
                      <a:pt x="10" y="24"/>
                    </a:cubicBezTo>
                    <a:cubicBezTo>
                      <a:pt x="11" y="31"/>
                      <a:pt x="9" y="42"/>
                      <a:pt x="19" y="44"/>
                    </a:cubicBezTo>
                    <a:cubicBezTo>
                      <a:pt x="12" y="40"/>
                      <a:pt x="15" y="32"/>
                      <a:pt x="14" y="25"/>
                    </a:cubicBezTo>
                    <a:cubicBezTo>
                      <a:pt x="13" y="16"/>
                      <a:pt x="9" y="8"/>
                      <a:pt x="4" y="1"/>
                    </a:cubicBezTo>
                  </a:path>
                </a:pathLst>
              </a:custGeom>
              <a:solidFill>
                <a:srgbClr val="6B2D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1984" name="Freeform 783">
                <a:extLst>
                  <a:ext uri="{FF2B5EF4-FFF2-40B4-BE49-F238E27FC236}">
                    <a16:creationId xmlns:a16="http://schemas.microsoft.com/office/drawing/2014/main" id="{2213B0E1-D690-4561-97B8-BD03B675B0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3" y="3823"/>
                <a:ext cx="17" cy="50"/>
              </a:xfrm>
              <a:custGeom>
                <a:avLst/>
                <a:gdLst>
                  <a:gd name="T0" fmla="*/ 8 w 9"/>
                  <a:gd name="T1" fmla="*/ 0 h 27"/>
                  <a:gd name="T2" fmla="*/ 15 w 9"/>
                  <a:gd name="T3" fmla="*/ 104 h 27"/>
                  <a:gd name="T4" fmla="*/ 60 w 9"/>
                  <a:gd name="T5" fmla="*/ 172 h 27"/>
                  <a:gd name="T6" fmla="*/ 28 w 9"/>
                  <a:gd name="T7" fmla="*/ 89 h 27"/>
                  <a:gd name="T8" fmla="*/ 15 w 9"/>
                  <a:gd name="T9" fmla="*/ 20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27">
                    <a:moveTo>
                      <a:pt x="1" y="0"/>
                    </a:moveTo>
                    <a:cubicBezTo>
                      <a:pt x="0" y="5"/>
                      <a:pt x="1" y="11"/>
                      <a:pt x="2" y="16"/>
                    </a:cubicBezTo>
                    <a:cubicBezTo>
                      <a:pt x="4" y="20"/>
                      <a:pt x="6" y="23"/>
                      <a:pt x="9" y="27"/>
                    </a:cubicBezTo>
                    <a:cubicBezTo>
                      <a:pt x="6" y="24"/>
                      <a:pt x="5" y="17"/>
                      <a:pt x="4" y="14"/>
                    </a:cubicBezTo>
                    <a:cubicBezTo>
                      <a:pt x="3" y="10"/>
                      <a:pt x="1" y="6"/>
                      <a:pt x="2" y="3"/>
                    </a:cubicBezTo>
                  </a:path>
                </a:pathLst>
              </a:custGeom>
              <a:solidFill>
                <a:srgbClr val="6B2D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1985" name="Freeform 784">
                <a:extLst>
                  <a:ext uri="{FF2B5EF4-FFF2-40B4-BE49-F238E27FC236}">
                    <a16:creationId xmlns:a16="http://schemas.microsoft.com/office/drawing/2014/main" id="{213F6635-E282-40A8-BBE3-EB3FCB0C33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4" y="3191"/>
                <a:ext cx="26" cy="370"/>
              </a:xfrm>
              <a:custGeom>
                <a:avLst/>
                <a:gdLst>
                  <a:gd name="T0" fmla="*/ 89 w 14"/>
                  <a:gd name="T1" fmla="*/ 0 h 198"/>
                  <a:gd name="T2" fmla="*/ 0 w 14"/>
                  <a:gd name="T3" fmla="*/ 1291 h 198"/>
                  <a:gd name="T4" fmla="*/ 89 w 14"/>
                  <a:gd name="T5" fmla="*/ 0 h 19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98">
                    <a:moveTo>
                      <a:pt x="14" y="0"/>
                    </a:moveTo>
                    <a:cubicBezTo>
                      <a:pt x="14" y="0"/>
                      <a:pt x="12" y="154"/>
                      <a:pt x="0" y="198"/>
                    </a:cubicBezTo>
                    <a:cubicBezTo>
                      <a:pt x="0" y="198"/>
                      <a:pt x="14" y="27"/>
                      <a:pt x="14" y="0"/>
                    </a:cubicBezTo>
                    <a:close/>
                  </a:path>
                </a:pathLst>
              </a:custGeom>
              <a:solidFill>
                <a:srgbClr val="7E39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1986" name="Freeform 785">
                <a:extLst>
                  <a:ext uri="{FF2B5EF4-FFF2-40B4-BE49-F238E27FC236}">
                    <a16:creationId xmlns:a16="http://schemas.microsoft.com/office/drawing/2014/main" id="{75F17DBC-477A-4728-8945-6FA1BEAF01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4" y="3234"/>
                <a:ext cx="43" cy="415"/>
              </a:xfrm>
              <a:custGeom>
                <a:avLst/>
                <a:gdLst>
                  <a:gd name="T0" fmla="*/ 67 w 23"/>
                  <a:gd name="T1" fmla="*/ 0 h 222"/>
                  <a:gd name="T2" fmla="*/ 52 w 23"/>
                  <a:gd name="T3" fmla="*/ 580 h 222"/>
                  <a:gd name="T4" fmla="*/ 144 w 23"/>
                  <a:gd name="T5" fmla="*/ 1451 h 222"/>
                  <a:gd name="T6" fmla="*/ 105 w 23"/>
                  <a:gd name="T7" fmla="*/ 731 h 222"/>
                  <a:gd name="T8" fmla="*/ 67 w 23"/>
                  <a:gd name="T9" fmla="*/ 0 h 2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222">
                    <a:moveTo>
                      <a:pt x="10" y="0"/>
                    </a:moveTo>
                    <a:cubicBezTo>
                      <a:pt x="10" y="0"/>
                      <a:pt x="0" y="45"/>
                      <a:pt x="8" y="89"/>
                    </a:cubicBezTo>
                    <a:cubicBezTo>
                      <a:pt x="17" y="133"/>
                      <a:pt x="22" y="213"/>
                      <a:pt x="22" y="222"/>
                    </a:cubicBezTo>
                    <a:cubicBezTo>
                      <a:pt x="22" y="222"/>
                      <a:pt x="23" y="143"/>
                      <a:pt x="16" y="112"/>
                    </a:cubicBezTo>
                    <a:cubicBezTo>
                      <a:pt x="10" y="81"/>
                      <a:pt x="7" y="36"/>
                      <a:pt x="10" y="0"/>
                    </a:cubicBezTo>
                    <a:close/>
                  </a:path>
                </a:pathLst>
              </a:custGeom>
              <a:solidFill>
                <a:srgbClr val="6B2D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1987" name="Freeform 786">
                <a:extLst>
                  <a:ext uri="{FF2B5EF4-FFF2-40B4-BE49-F238E27FC236}">
                    <a16:creationId xmlns:a16="http://schemas.microsoft.com/office/drawing/2014/main" id="{3A07386B-0B3D-416A-AF91-121252C0C4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2" y="1598"/>
                <a:ext cx="6" cy="7"/>
              </a:xfrm>
              <a:custGeom>
                <a:avLst/>
                <a:gdLst>
                  <a:gd name="T0" fmla="*/ 24 w 3"/>
                  <a:gd name="T1" fmla="*/ 7 h 4"/>
                  <a:gd name="T2" fmla="*/ 24 w 3"/>
                  <a:gd name="T3" fmla="*/ 21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2" y="0"/>
                      <a:pt x="0" y="4"/>
                      <a:pt x="3" y="4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1988" name="Freeform 787">
                <a:extLst>
                  <a:ext uri="{FF2B5EF4-FFF2-40B4-BE49-F238E27FC236}">
                    <a16:creationId xmlns:a16="http://schemas.microsoft.com/office/drawing/2014/main" id="{ECD29717-1B90-4CBD-864B-2156B2AAC2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6" y="3804"/>
                <a:ext cx="17" cy="19"/>
              </a:xfrm>
              <a:custGeom>
                <a:avLst/>
                <a:gdLst>
                  <a:gd name="T0" fmla="*/ 60 w 9"/>
                  <a:gd name="T1" fmla="*/ 0 h 10"/>
                  <a:gd name="T2" fmla="*/ 0 w 9"/>
                  <a:gd name="T3" fmla="*/ 68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10">
                    <a:moveTo>
                      <a:pt x="9" y="0"/>
                    </a:moveTo>
                    <a:cubicBezTo>
                      <a:pt x="7" y="7"/>
                      <a:pt x="4" y="5"/>
                      <a:pt x="0" y="1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1989" name="Freeform 788">
                <a:extLst>
                  <a:ext uri="{FF2B5EF4-FFF2-40B4-BE49-F238E27FC236}">
                    <a16:creationId xmlns:a16="http://schemas.microsoft.com/office/drawing/2014/main" id="{A9E054A1-1288-4CA8-A62B-7C3CD24364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1" y="3830"/>
                <a:ext cx="21" cy="78"/>
              </a:xfrm>
              <a:custGeom>
                <a:avLst/>
                <a:gdLst>
                  <a:gd name="T0" fmla="*/ 0 w 11"/>
                  <a:gd name="T1" fmla="*/ 269 h 42"/>
                  <a:gd name="T2" fmla="*/ 21 w 11"/>
                  <a:gd name="T3" fmla="*/ 121 h 42"/>
                  <a:gd name="T4" fmla="*/ 76 w 11"/>
                  <a:gd name="T5" fmla="*/ 0 h 4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42">
                    <a:moveTo>
                      <a:pt x="0" y="42"/>
                    </a:moveTo>
                    <a:cubicBezTo>
                      <a:pt x="0" y="35"/>
                      <a:pt x="2" y="27"/>
                      <a:pt x="3" y="19"/>
                    </a:cubicBezTo>
                    <a:cubicBezTo>
                      <a:pt x="3" y="13"/>
                      <a:pt x="6" y="5"/>
                      <a:pt x="11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1990" name="Freeform 789">
                <a:extLst>
                  <a:ext uri="{FF2B5EF4-FFF2-40B4-BE49-F238E27FC236}">
                    <a16:creationId xmlns:a16="http://schemas.microsoft.com/office/drawing/2014/main" id="{40D1B8D7-50C1-46B2-9EF9-5C95C3C4F6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2" y="3931"/>
                <a:ext cx="19" cy="52"/>
              </a:xfrm>
              <a:custGeom>
                <a:avLst/>
                <a:gdLst>
                  <a:gd name="T0" fmla="*/ 0 w 10"/>
                  <a:gd name="T1" fmla="*/ 180 h 28"/>
                  <a:gd name="T2" fmla="*/ 21 w 10"/>
                  <a:gd name="T3" fmla="*/ 89 h 28"/>
                  <a:gd name="T4" fmla="*/ 68 w 10"/>
                  <a:gd name="T5" fmla="*/ 0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28">
                    <a:moveTo>
                      <a:pt x="0" y="28"/>
                    </a:moveTo>
                    <a:cubicBezTo>
                      <a:pt x="0" y="24"/>
                      <a:pt x="2" y="18"/>
                      <a:pt x="3" y="14"/>
                    </a:cubicBezTo>
                    <a:cubicBezTo>
                      <a:pt x="4" y="8"/>
                      <a:pt x="8" y="5"/>
                      <a:pt x="10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1991" name="Freeform 790">
                <a:extLst>
                  <a:ext uri="{FF2B5EF4-FFF2-40B4-BE49-F238E27FC236}">
                    <a16:creationId xmlns:a16="http://schemas.microsoft.com/office/drawing/2014/main" id="{30FDF9B8-43CD-44E2-A01D-2EFC043DB4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3" y="3942"/>
                <a:ext cx="28" cy="62"/>
              </a:xfrm>
              <a:custGeom>
                <a:avLst/>
                <a:gdLst>
                  <a:gd name="T0" fmla="*/ 0 w 15"/>
                  <a:gd name="T1" fmla="*/ 218 h 33"/>
                  <a:gd name="T2" fmla="*/ 39 w 15"/>
                  <a:gd name="T3" fmla="*/ 100 h 33"/>
                  <a:gd name="T4" fmla="*/ 97 w 15"/>
                  <a:gd name="T5" fmla="*/ 0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33">
                    <a:moveTo>
                      <a:pt x="0" y="33"/>
                    </a:moveTo>
                    <a:cubicBezTo>
                      <a:pt x="0" y="25"/>
                      <a:pt x="1" y="21"/>
                      <a:pt x="6" y="15"/>
                    </a:cubicBezTo>
                    <a:cubicBezTo>
                      <a:pt x="10" y="11"/>
                      <a:pt x="12" y="4"/>
                      <a:pt x="15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1992" name="Freeform 791">
                <a:extLst>
                  <a:ext uri="{FF2B5EF4-FFF2-40B4-BE49-F238E27FC236}">
                    <a16:creationId xmlns:a16="http://schemas.microsoft.com/office/drawing/2014/main" id="{1C895061-8251-43A1-B1E6-2990F55622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2" y="3942"/>
                <a:ext cx="1" cy="15"/>
              </a:xfrm>
              <a:custGeom>
                <a:avLst/>
                <a:gdLst>
                  <a:gd name="T0" fmla="*/ 0 w 1"/>
                  <a:gd name="T1" fmla="*/ 53 h 8"/>
                  <a:gd name="T2" fmla="*/ 0 w 1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8">
                    <a:moveTo>
                      <a:pt x="0" y="8"/>
                    </a:moveTo>
                    <a:cubicBezTo>
                      <a:pt x="0" y="5"/>
                      <a:pt x="0" y="3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1993" name="Freeform 792">
                <a:extLst>
                  <a:ext uri="{FF2B5EF4-FFF2-40B4-BE49-F238E27FC236}">
                    <a16:creationId xmlns:a16="http://schemas.microsoft.com/office/drawing/2014/main" id="{4F94E302-AA79-4412-9BED-CC5F30C1B8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7" y="3942"/>
                <a:ext cx="32" cy="54"/>
              </a:xfrm>
              <a:custGeom>
                <a:avLst/>
                <a:gdLst>
                  <a:gd name="T0" fmla="*/ 8 w 17"/>
                  <a:gd name="T1" fmla="*/ 188 h 29"/>
                  <a:gd name="T2" fmla="*/ 32 w 17"/>
                  <a:gd name="T3" fmla="*/ 89 h 29"/>
                  <a:gd name="T4" fmla="*/ 113 w 17"/>
                  <a:gd name="T5" fmla="*/ 0 h 2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29">
                    <a:moveTo>
                      <a:pt x="1" y="29"/>
                    </a:moveTo>
                    <a:cubicBezTo>
                      <a:pt x="1" y="23"/>
                      <a:pt x="0" y="18"/>
                      <a:pt x="5" y="14"/>
                    </a:cubicBezTo>
                    <a:cubicBezTo>
                      <a:pt x="9" y="9"/>
                      <a:pt x="14" y="5"/>
                      <a:pt x="17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1994" name="Freeform 793">
                <a:extLst>
                  <a:ext uri="{FF2B5EF4-FFF2-40B4-BE49-F238E27FC236}">
                    <a16:creationId xmlns:a16="http://schemas.microsoft.com/office/drawing/2014/main" id="{D4C24168-A36D-410A-BD23-5FB048BE2E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0" y="3940"/>
                <a:ext cx="2" cy="11"/>
              </a:xfrm>
              <a:custGeom>
                <a:avLst/>
                <a:gdLst>
                  <a:gd name="T0" fmla="*/ 0 w 1"/>
                  <a:gd name="T1" fmla="*/ 37 h 6"/>
                  <a:gd name="T2" fmla="*/ 8 w 1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6">
                    <a:moveTo>
                      <a:pt x="0" y="6"/>
                    </a:moveTo>
                    <a:cubicBezTo>
                      <a:pt x="1" y="6"/>
                      <a:pt x="0" y="2"/>
                      <a:pt x="1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1995" name="Freeform 794">
                <a:extLst>
                  <a:ext uri="{FF2B5EF4-FFF2-40B4-BE49-F238E27FC236}">
                    <a16:creationId xmlns:a16="http://schemas.microsoft.com/office/drawing/2014/main" id="{F7A1DE49-0567-4E9A-B0CF-9D5C8B3A94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1" y="3929"/>
                <a:ext cx="28" cy="50"/>
              </a:xfrm>
              <a:custGeom>
                <a:avLst/>
                <a:gdLst>
                  <a:gd name="T0" fmla="*/ 0 w 15"/>
                  <a:gd name="T1" fmla="*/ 172 h 27"/>
                  <a:gd name="T2" fmla="*/ 24 w 15"/>
                  <a:gd name="T3" fmla="*/ 69 h 27"/>
                  <a:gd name="T4" fmla="*/ 97 w 15"/>
                  <a:gd name="T5" fmla="*/ 0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27">
                    <a:moveTo>
                      <a:pt x="0" y="27"/>
                    </a:moveTo>
                    <a:cubicBezTo>
                      <a:pt x="1" y="22"/>
                      <a:pt x="0" y="15"/>
                      <a:pt x="4" y="11"/>
                    </a:cubicBezTo>
                    <a:cubicBezTo>
                      <a:pt x="7" y="7"/>
                      <a:pt x="14" y="4"/>
                      <a:pt x="15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1996" name="Freeform 795">
                <a:extLst>
                  <a:ext uri="{FF2B5EF4-FFF2-40B4-BE49-F238E27FC236}">
                    <a16:creationId xmlns:a16="http://schemas.microsoft.com/office/drawing/2014/main" id="{287DFC16-2E4A-46AA-AA77-B75F21E622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0" y="3927"/>
                <a:ext cx="2" cy="11"/>
              </a:xfrm>
              <a:custGeom>
                <a:avLst/>
                <a:gdLst>
                  <a:gd name="T0" fmla="*/ 0 w 1"/>
                  <a:gd name="T1" fmla="*/ 37 h 6"/>
                  <a:gd name="T2" fmla="*/ 0 w 1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6">
                    <a:moveTo>
                      <a:pt x="0" y="6"/>
                    </a:moveTo>
                    <a:cubicBezTo>
                      <a:pt x="0" y="4"/>
                      <a:pt x="1" y="2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1997" name="Freeform 796">
                <a:extLst>
                  <a:ext uri="{FF2B5EF4-FFF2-40B4-BE49-F238E27FC236}">
                    <a16:creationId xmlns:a16="http://schemas.microsoft.com/office/drawing/2014/main" id="{937D7F44-9B4E-4712-847B-4FF5362378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4" y="3921"/>
                <a:ext cx="25" cy="45"/>
              </a:xfrm>
              <a:custGeom>
                <a:avLst/>
                <a:gdLst>
                  <a:gd name="T0" fmla="*/ 0 w 13"/>
                  <a:gd name="T1" fmla="*/ 158 h 24"/>
                  <a:gd name="T2" fmla="*/ 23 w 13"/>
                  <a:gd name="T3" fmla="*/ 81 h 24"/>
                  <a:gd name="T4" fmla="*/ 63 w 13"/>
                  <a:gd name="T5" fmla="*/ 39 h 24"/>
                  <a:gd name="T6" fmla="*/ 92 w 13"/>
                  <a:gd name="T7" fmla="*/ 0 h 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24">
                    <a:moveTo>
                      <a:pt x="0" y="24"/>
                    </a:moveTo>
                    <a:cubicBezTo>
                      <a:pt x="0" y="19"/>
                      <a:pt x="0" y="15"/>
                      <a:pt x="3" y="12"/>
                    </a:cubicBezTo>
                    <a:cubicBezTo>
                      <a:pt x="5" y="10"/>
                      <a:pt x="7" y="8"/>
                      <a:pt x="9" y="6"/>
                    </a:cubicBezTo>
                    <a:cubicBezTo>
                      <a:pt x="11" y="4"/>
                      <a:pt x="11" y="1"/>
                      <a:pt x="13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1998" name="Freeform 797">
                <a:extLst>
                  <a:ext uri="{FF2B5EF4-FFF2-40B4-BE49-F238E27FC236}">
                    <a16:creationId xmlns:a16="http://schemas.microsoft.com/office/drawing/2014/main" id="{15FDC1F3-0B80-4451-A0FE-F1A1E68C06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9" y="3921"/>
                <a:ext cx="1" cy="12"/>
              </a:xfrm>
              <a:custGeom>
                <a:avLst/>
                <a:gdLst>
                  <a:gd name="T0" fmla="*/ 0 w 1"/>
                  <a:gd name="T1" fmla="*/ 48 h 6"/>
                  <a:gd name="T2" fmla="*/ 0 w 1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6">
                    <a:moveTo>
                      <a:pt x="0" y="6"/>
                    </a:moveTo>
                    <a:cubicBezTo>
                      <a:pt x="0" y="4"/>
                      <a:pt x="0" y="2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1999" name="Freeform 798">
                <a:extLst>
                  <a:ext uri="{FF2B5EF4-FFF2-40B4-BE49-F238E27FC236}">
                    <a16:creationId xmlns:a16="http://schemas.microsoft.com/office/drawing/2014/main" id="{89C473D0-127E-417E-A08A-91E139C73D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0" y="3966"/>
                <a:ext cx="44" cy="34"/>
              </a:xfrm>
              <a:custGeom>
                <a:avLst/>
                <a:gdLst>
                  <a:gd name="T0" fmla="*/ 0 w 23"/>
                  <a:gd name="T1" fmla="*/ 68 h 18"/>
                  <a:gd name="T2" fmla="*/ 29 w 23"/>
                  <a:gd name="T3" fmla="*/ 68 h 18"/>
                  <a:gd name="T4" fmla="*/ 77 w 23"/>
                  <a:gd name="T5" fmla="*/ 76 h 18"/>
                  <a:gd name="T6" fmla="*/ 132 w 23"/>
                  <a:gd name="T7" fmla="*/ 121 h 18"/>
                  <a:gd name="T8" fmla="*/ 147 w 23"/>
                  <a:gd name="T9" fmla="*/ 76 h 18"/>
                  <a:gd name="T10" fmla="*/ 161 w 23"/>
                  <a:gd name="T11" fmla="*/ 32 h 18"/>
                  <a:gd name="T12" fmla="*/ 63 w 23"/>
                  <a:gd name="T13" fmla="*/ 8 h 18"/>
                  <a:gd name="T14" fmla="*/ 36 w 23"/>
                  <a:gd name="T15" fmla="*/ 21 h 18"/>
                  <a:gd name="T16" fmla="*/ 8 w 23"/>
                  <a:gd name="T17" fmla="*/ 76 h 1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3" h="18">
                    <a:moveTo>
                      <a:pt x="0" y="10"/>
                    </a:moveTo>
                    <a:cubicBezTo>
                      <a:pt x="1" y="11"/>
                      <a:pt x="3" y="10"/>
                      <a:pt x="4" y="10"/>
                    </a:cubicBezTo>
                    <a:cubicBezTo>
                      <a:pt x="6" y="9"/>
                      <a:pt x="9" y="10"/>
                      <a:pt x="11" y="11"/>
                    </a:cubicBezTo>
                    <a:cubicBezTo>
                      <a:pt x="14" y="12"/>
                      <a:pt x="18" y="15"/>
                      <a:pt x="19" y="18"/>
                    </a:cubicBezTo>
                    <a:cubicBezTo>
                      <a:pt x="19" y="15"/>
                      <a:pt x="20" y="13"/>
                      <a:pt x="21" y="11"/>
                    </a:cubicBezTo>
                    <a:cubicBezTo>
                      <a:pt x="22" y="9"/>
                      <a:pt x="22" y="7"/>
                      <a:pt x="23" y="5"/>
                    </a:cubicBezTo>
                    <a:cubicBezTo>
                      <a:pt x="19" y="3"/>
                      <a:pt x="15" y="0"/>
                      <a:pt x="9" y="1"/>
                    </a:cubicBezTo>
                    <a:cubicBezTo>
                      <a:pt x="8" y="1"/>
                      <a:pt x="6" y="1"/>
                      <a:pt x="5" y="3"/>
                    </a:cubicBezTo>
                    <a:cubicBezTo>
                      <a:pt x="3" y="5"/>
                      <a:pt x="2" y="8"/>
                      <a:pt x="1" y="11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000" name="Freeform 799">
                <a:extLst>
                  <a:ext uri="{FF2B5EF4-FFF2-40B4-BE49-F238E27FC236}">
                    <a16:creationId xmlns:a16="http://schemas.microsoft.com/office/drawing/2014/main" id="{8E2A95E2-0F6C-4516-A48F-8A5C602333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7" y="3970"/>
                <a:ext cx="22" cy="13"/>
              </a:xfrm>
              <a:custGeom>
                <a:avLst/>
                <a:gdLst>
                  <a:gd name="T0" fmla="*/ 0 w 12"/>
                  <a:gd name="T1" fmla="*/ 32 h 7"/>
                  <a:gd name="T2" fmla="*/ 31 w 12"/>
                  <a:gd name="T3" fmla="*/ 24 h 7"/>
                  <a:gd name="T4" fmla="*/ 61 w 12"/>
                  <a:gd name="T5" fmla="*/ 45 h 7"/>
                  <a:gd name="T6" fmla="*/ 68 w 12"/>
                  <a:gd name="T7" fmla="*/ 24 h 7"/>
                  <a:gd name="T8" fmla="*/ 73 w 12"/>
                  <a:gd name="T9" fmla="*/ 7 h 7"/>
                  <a:gd name="T10" fmla="*/ 44 w 12"/>
                  <a:gd name="T11" fmla="*/ 0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7">
                    <a:moveTo>
                      <a:pt x="0" y="5"/>
                    </a:moveTo>
                    <a:cubicBezTo>
                      <a:pt x="1" y="5"/>
                      <a:pt x="2" y="4"/>
                      <a:pt x="5" y="4"/>
                    </a:cubicBezTo>
                    <a:cubicBezTo>
                      <a:pt x="7" y="5"/>
                      <a:pt x="8" y="6"/>
                      <a:pt x="10" y="7"/>
                    </a:cubicBezTo>
                    <a:cubicBezTo>
                      <a:pt x="10" y="6"/>
                      <a:pt x="10" y="5"/>
                      <a:pt x="11" y="4"/>
                    </a:cubicBezTo>
                    <a:cubicBezTo>
                      <a:pt x="11" y="3"/>
                      <a:pt x="12" y="2"/>
                      <a:pt x="12" y="1"/>
                    </a:cubicBezTo>
                    <a:cubicBezTo>
                      <a:pt x="11" y="0"/>
                      <a:pt x="8" y="0"/>
                      <a:pt x="7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001" name="Freeform 800">
                <a:extLst>
                  <a:ext uri="{FF2B5EF4-FFF2-40B4-BE49-F238E27FC236}">
                    <a16:creationId xmlns:a16="http://schemas.microsoft.com/office/drawing/2014/main" id="{F4A51707-204F-4A04-9CC4-95120AE39E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0" y="3959"/>
                <a:ext cx="15" cy="11"/>
              </a:xfrm>
              <a:custGeom>
                <a:avLst/>
                <a:gdLst>
                  <a:gd name="T0" fmla="*/ 0 w 8"/>
                  <a:gd name="T1" fmla="*/ 7 h 6"/>
                  <a:gd name="T2" fmla="*/ 39 w 8"/>
                  <a:gd name="T3" fmla="*/ 37 h 6"/>
                  <a:gd name="T4" fmla="*/ 53 w 8"/>
                  <a:gd name="T5" fmla="*/ 7 h 6"/>
                  <a:gd name="T6" fmla="*/ 39 w 8"/>
                  <a:gd name="T7" fmla="*/ 0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6">
                    <a:moveTo>
                      <a:pt x="0" y="1"/>
                    </a:moveTo>
                    <a:cubicBezTo>
                      <a:pt x="2" y="2"/>
                      <a:pt x="5" y="3"/>
                      <a:pt x="6" y="6"/>
                    </a:cubicBezTo>
                    <a:cubicBezTo>
                      <a:pt x="6" y="4"/>
                      <a:pt x="7" y="3"/>
                      <a:pt x="8" y="1"/>
                    </a:cubicBezTo>
                    <a:cubicBezTo>
                      <a:pt x="8" y="1"/>
                      <a:pt x="7" y="0"/>
                      <a:pt x="6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002" name="Freeform 801">
                <a:extLst>
                  <a:ext uri="{FF2B5EF4-FFF2-40B4-BE49-F238E27FC236}">
                    <a16:creationId xmlns:a16="http://schemas.microsoft.com/office/drawing/2014/main" id="{675E557F-828A-4761-9D98-FF74542F3E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2" y="3955"/>
                <a:ext cx="7" cy="6"/>
              </a:xfrm>
              <a:custGeom>
                <a:avLst/>
                <a:gdLst>
                  <a:gd name="T0" fmla="*/ 0 w 4"/>
                  <a:gd name="T1" fmla="*/ 0 h 3"/>
                  <a:gd name="T2" fmla="*/ 16 w 4"/>
                  <a:gd name="T3" fmla="*/ 24 h 3"/>
                  <a:gd name="T4" fmla="*/ 21 w 4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0" y="0"/>
                    </a:moveTo>
                    <a:cubicBezTo>
                      <a:pt x="1" y="0"/>
                      <a:pt x="2" y="2"/>
                      <a:pt x="3" y="3"/>
                    </a:cubicBezTo>
                    <a:cubicBezTo>
                      <a:pt x="4" y="2"/>
                      <a:pt x="4" y="1"/>
                      <a:pt x="4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003" name="Freeform 802">
                <a:extLst>
                  <a:ext uri="{FF2B5EF4-FFF2-40B4-BE49-F238E27FC236}">
                    <a16:creationId xmlns:a16="http://schemas.microsoft.com/office/drawing/2014/main" id="{2F88C3CF-1BB2-45A5-BA75-B67E2651BB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4" y="3936"/>
                <a:ext cx="4" cy="6"/>
              </a:xfrm>
              <a:custGeom>
                <a:avLst/>
                <a:gdLst>
                  <a:gd name="T0" fmla="*/ 0 w 2"/>
                  <a:gd name="T1" fmla="*/ 24 h 3"/>
                  <a:gd name="T2" fmla="*/ 0 w 2"/>
                  <a:gd name="T3" fmla="*/ 24 h 3"/>
                  <a:gd name="T4" fmla="*/ 16 w 2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1" y="3"/>
                      <a:pt x="2" y="1"/>
                      <a:pt x="2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004" name="Freeform 803">
                <a:extLst>
                  <a:ext uri="{FF2B5EF4-FFF2-40B4-BE49-F238E27FC236}">
                    <a16:creationId xmlns:a16="http://schemas.microsoft.com/office/drawing/2014/main" id="{8E4BAAA8-692D-4081-AD74-2146E38416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2" y="2920"/>
                <a:ext cx="20" cy="159"/>
              </a:xfrm>
              <a:custGeom>
                <a:avLst/>
                <a:gdLst>
                  <a:gd name="T0" fmla="*/ 0 w 11"/>
                  <a:gd name="T1" fmla="*/ 0 h 85"/>
                  <a:gd name="T2" fmla="*/ 29 w 11"/>
                  <a:gd name="T3" fmla="*/ 144 h 85"/>
                  <a:gd name="T4" fmla="*/ 65 w 11"/>
                  <a:gd name="T5" fmla="*/ 277 h 85"/>
                  <a:gd name="T6" fmla="*/ 60 w 11"/>
                  <a:gd name="T7" fmla="*/ 430 h 85"/>
                  <a:gd name="T8" fmla="*/ 44 w 11"/>
                  <a:gd name="T9" fmla="*/ 556 h 8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85">
                    <a:moveTo>
                      <a:pt x="0" y="0"/>
                    </a:moveTo>
                    <a:cubicBezTo>
                      <a:pt x="0" y="9"/>
                      <a:pt x="0" y="16"/>
                      <a:pt x="5" y="22"/>
                    </a:cubicBezTo>
                    <a:cubicBezTo>
                      <a:pt x="10" y="29"/>
                      <a:pt x="11" y="31"/>
                      <a:pt x="11" y="42"/>
                    </a:cubicBezTo>
                    <a:cubicBezTo>
                      <a:pt x="11" y="50"/>
                      <a:pt x="11" y="58"/>
                      <a:pt x="10" y="66"/>
                    </a:cubicBezTo>
                    <a:cubicBezTo>
                      <a:pt x="10" y="71"/>
                      <a:pt x="5" y="81"/>
                      <a:pt x="7" y="85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005" name="Freeform 804">
                <a:extLst>
                  <a:ext uri="{FF2B5EF4-FFF2-40B4-BE49-F238E27FC236}">
                    <a16:creationId xmlns:a16="http://schemas.microsoft.com/office/drawing/2014/main" id="{1599F4E5-AC7E-4D7D-8FF3-A5AEB6C1DB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2" y="3081"/>
                <a:ext cx="56" cy="77"/>
              </a:xfrm>
              <a:custGeom>
                <a:avLst/>
                <a:gdLst>
                  <a:gd name="T0" fmla="*/ 32 w 30"/>
                  <a:gd name="T1" fmla="*/ 0 h 41"/>
                  <a:gd name="T2" fmla="*/ 196 w 30"/>
                  <a:gd name="T3" fmla="*/ 152 h 41"/>
                  <a:gd name="T4" fmla="*/ 0 w 30"/>
                  <a:gd name="T5" fmla="*/ 32 h 4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0" h="41">
                    <a:moveTo>
                      <a:pt x="5" y="0"/>
                    </a:moveTo>
                    <a:cubicBezTo>
                      <a:pt x="3" y="11"/>
                      <a:pt x="20" y="23"/>
                      <a:pt x="30" y="23"/>
                    </a:cubicBezTo>
                    <a:cubicBezTo>
                      <a:pt x="17" y="41"/>
                      <a:pt x="0" y="19"/>
                      <a:pt x="0" y="5"/>
                    </a:cubicBezTo>
                  </a:path>
                </a:pathLst>
              </a:custGeom>
              <a:solidFill>
                <a:srgbClr val="7E39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006" name="Freeform 805">
                <a:extLst>
                  <a:ext uri="{FF2B5EF4-FFF2-40B4-BE49-F238E27FC236}">
                    <a16:creationId xmlns:a16="http://schemas.microsoft.com/office/drawing/2014/main" id="{4A5B6C23-F84E-454B-A2B3-92205207D5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1" y="1585"/>
                <a:ext cx="38" cy="35"/>
              </a:xfrm>
              <a:custGeom>
                <a:avLst/>
                <a:gdLst>
                  <a:gd name="T0" fmla="*/ 48 w 20"/>
                  <a:gd name="T1" fmla="*/ 20 h 19"/>
                  <a:gd name="T2" fmla="*/ 91 w 20"/>
                  <a:gd name="T3" fmla="*/ 98 h 19"/>
                  <a:gd name="T4" fmla="*/ 40 w 20"/>
                  <a:gd name="T5" fmla="*/ 31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19">
                    <a:moveTo>
                      <a:pt x="7" y="3"/>
                    </a:moveTo>
                    <a:cubicBezTo>
                      <a:pt x="13" y="0"/>
                      <a:pt x="20" y="13"/>
                      <a:pt x="13" y="16"/>
                    </a:cubicBezTo>
                    <a:cubicBezTo>
                      <a:pt x="4" y="19"/>
                      <a:pt x="0" y="4"/>
                      <a:pt x="6" y="5"/>
                    </a:cubicBezTo>
                  </a:path>
                </a:pathLst>
              </a:custGeom>
              <a:solidFill>
                <a:srgbClr val="75332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007" name="Freeform 806">
                <a:extLst>
                  <a:ext uri="{FF2B5EF4-FFF2-40B4-BE49-F238E27FC236}">
                    <a16:creationId xmlns:a16="http://schemas.microsoft.com/office/drawing/2014/main" id="{6D01DF73-2B91-474D-BD04-FA545024D6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1" y="1585"/>
                <a:ext cx="38" cy="35"/>
              </a:xfrm>
              <a:custGeom>
                <a:avLst/>
                <a:gdLst>
                  <a:gd name="T0" fmla="*/ 48 w 20"/>
                  <a:gd name="T1" fmla="*/ 20 h 19"/>
                  <a:gd name="T2" fmla="*/ 84 w 20"/>
                  <a:gd name="T3" fmla="*/ 98 h 19"/>
                  <a:gd name="T4" fmla="*/ 40 w 20"/>
                  <a:gd name="T5" fmla="*/ 24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19">
                    <a:moveTo>
                      <a:pt x="7" y="3"/>
                    </a:moveTo>
                    <a:cubicBezTo>
                      <a:pt x="13" y="0"/>
                      <a:pt x="20" y="13"/>
                      <a:pt x="12" y="16"/>
                    </a:cubicBezTo>
                    <a:cubicBezTo>
                      <a:pt x="4" y="19"/>
                      <a:pt x="0" y="4"/>
                      <a:pt x="6" y="4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008" name="Freeform 807">
                <a:extLst>
                  <a:ext uri="{FF2B5EF4-FFF2-40B4-BE49-F238E27FC236}">
                    <a16:creationId xmlns:a16="http://schemas.microsoft.com/office/drawing/2014/main" id="{FC552F61-0CFE-4787-9B9B-209C1B67A0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2" y="1503"/>
                <a:ext cx="12" cy="155"/>
              </a:xfrm>
              <a:custGeom>
                <a:avLst/>
                <a:gdLst>
                  <a:gd name="T0" fmla="*/ 0 w 6"/>
                  <a:gd name="T1" fmla="*/ 540 h 83"/>
                  <a:gd name="T2" fmla="*/ 24 w 6"/>
                  <a:gd name="T3" fmla="*/ 196 h 83"/>
                  <a:gd name="T4" fmla="*/ 40 w 6"/>
                  <a:gd name="T5" fmla="*/ 0 h 8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83">
                    <a:moveTo>
                      <a:pt x="0" y="83"/>
                    </a:moveTo>
                    <a:cubicBezTo>
                      <a:pt x="0" y="65"/>
                      <a:pt x="3" y="42"/>
                      <a:pt x="3" y="30"/>
                    </a:cubicBezTo>
                    <a:cubicBezTo>
                      <a:pt x="2" y="20"/>
                      <a:pt x="6" y="9"/>
                      <a:pt x="5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009" name="Freeform 808">
                <a:extLst>
                  <a:ext uri="{FF2B5EF4-FFF2-40B4-BE49-F238E27FC236}">
                    <a16:creationId xmlns:a16="http://schemas.microsoft.com/office/drawing/2014/main" id="{1F4CEA35-8610-4F73-A8E6-FA752EE497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6" y="1800"/>
                <a:ext cx="26" cy="166"/>
              </a:xfrm>
              <a:custGeom>
                <a:avLst/>
                <a:gdLst>
                  <a:gd name="T0" fmla="*/ 32 w 14"/>
                  <a:gd name="T1" fmla="*/ 494 h 89"/>
                  <a:gd name="T2" fmla="*/ 45 w 14"/>
                  <a:gd name="T3" fmla="*/ 246 h 89"/>
                  <a:gd name="T4" fmla="*/ 76 w 14"/>
                  <a:gd name="T5" fmla="*/ 76 h 89"/>
                  <a:gd name="T6" fmla="*/ 89 w 14"/>
                  <a:gd name="T7" fmla="*/ 0 h 89"/>
                  <a:gd name="T8" fmla="*/ 32 w 14"/>
                  <a:gd name="T9" fmla="*/ 494 h 8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89">
                    <a:moveTo>
                      <a:pt x="5" y="76"/>
                    </a:moveTo>
                    <a:cubicBezTo>
                      <a:pt x="6" y="89"/>
                      <a:pt x="5" y="50"/>
                      <a:pt x="7" y="38"/>
                    </a:cubicBezTo>
                    <a:cubicBezTo>
                      <a:pt x="8" y="29"/>
                      <a:pt x="9" y="21"/>
                      <a:pt x="12" y="12"/>
                    </a:cubicBezTo>
                    <a:cubicBezTo>
                      <a:pt x="12" y="9"/>
                      <a:pt x="13" y="4"/>
                      <a:pt x="14" y="0"/>
                    </a:cubicBezTo>
                    <a:cubicBezTo>
                      <a:pt x="14" y="0"/>
                      <a:pt x="0" y="34"/>
                      <a:pt x="5" y="76"/>
                    </a:cubicBezTo>
                    <a:close/>
                  </a:path>
                </a:pathLst>
              </a:custGeom>
              <a:solidFill>
                <a:srgbClr val="5B20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010" name="Freeform 809">
                <a:extLst>
                  <a:ext uri="{FF2B5EF4-FFF2-40B4-BE49-F238E27FC236}">
                    <a16:creationId xmlns:a16="http://schemas.microsoft.com/office/drawing/2014/main" id="{07BFF8F2-3426-48E9-992B-A218A8341A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4" y="2011"/>
                <a:ext cx="15" cy="65"/>
              </a:xfrm>
              <a:custGeom>
                <a:avLst/>
                <a:gdLst>
                  <a:gd name="T0" fmla="*/ 53 w 8"/>
                  <a:gd name="T1" fmla="*/ 225 h 35"/>
                  <a:gd name="T2" fmla="*/ 21 w 8"/>
                  <a:gd name="T3" fmla="*/ 69 h 35"/>
                  <a:gd name="T4" fmla="*/ 53 w 8"/>
                  <a:gd name="T5" fmla="*/ 225 h 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35">
                    <a:moveTo>
                      <a:pt x="8" y="35"/>
                    </a:moveTo>
                    <a:cubicBezTo>
                      <a:pt x="5" y="28"/>
                      <a:pt x="2" y="19"/>
                      <a:pt x="3" y="11"/>
                    </a:cubicBezTo>
                    <a:cubicBezTo>
                      <a:pt x="6" y="0"/>
                      <a:pt x="0" y="22"/>
                      <a:pt x="8" y="35"/>
                    </a:cubicBezTo>
                    <a:close/>
                  </a:path>
                </a:pathLst>
              </a:custGeom>
              <a:solidFill>
                <a:srgbClr val="5B20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011" name="Freeform 810">
                <a:extLst>
                  <a:ext uri="{FF2B5EF4-FFF2-40B4-BE49-F238E27FC236}">
                    <a16:creationId xmlns:a16="http://schemas.microsoft.com/office/drawing/2014/main" id="{2FFA03DA-687E-4431-AEC6-CA969103E4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8" y="1800"/>
                <a:ext cx="24" cy="166"/>
              </a:xfrm>
              <a:custGeom>
                <a:avLst/>
                <a:gdLst>
                  <a:gd name="T0" fmla="*/ 57 w 13"/>
                  <a:gd name="T1" fmla="*/ 494 h 89"/>
                  <a:gd name="T2" fmla="*/ 44 w 13"/>
                  <a:gd name="T3" fmla="*/ 246 h 89"/>
                  <a:gd name="T4" fmla="*/ 13 w 13"/>
                  <a:gd name="T5" fmla="*/ 76 h 89"/>
                  <a:gd name="T6" fmla="*/ 0 w 13"/>
                  <a:gd name="T7" fmla="*/ 0 h 89"/>
                  <a:gd name="T8" fmla="*/ 57 w 13"/>
                  <a:gd name="T9" fmla="*/ 494 h 8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89">
                    <a:moveTo>
                      <a:pt x="9" y="76"/>
                    </a:moveTo>
                    <a:cubicBezTo>
                      <a:pt x="8" y="89"/>
                      <a:pt x="8" y="50"/>
                      <a:pt x="7" y="38"/>
                    </a:cubicBezTo>
                    <a:cubicBezTo>
                      <a:pt x="5" y="29"/>
                      <a:pt x="4" y="21"/>
                      <a:pt x="2" y="12"/>
                    </a:cubicBezTo>
                    <a:cubicBezTo>
                      <a:pt x="1" y="9"/>
                      <a:pt x="1" y="4"/>
                      <a:pt x="0" y="0"/>
                    </a:cubicBezTo>
                    <a:cubicBezTo>
                      <a:pt x="0" y="0"/>
                      <a:pt x="13" y="34"/>
                      <a:pt x="9" y="76"/>
                    </a:cubicBezTo>
                    <a:close/>
                  </a:path>
                </a:pathLst>
              </a:custGeom>
              <a:solidFill>
                <a:srgbClr val="5B20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012" name="Freeform 811">
                <a:extLst>
                  <a:ext uri="{FF2B5EF4-FFF2-40B4-BE49-F238E27FC236}">
                    <a16:creationId xmlns:a16="http://schemas.microsoft.com/office/drawing/2014/main" id="{02314653-81AC-42C3-8B61-6A6A47DD01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0" y="2011"/>
                <a:ext cx="17" cy="65"/>
              </a:xfrm>
              <a:custGeom>
                <a:avLst/>
                <a:gdLst>
                  <a:gd name="T0" fmla="*/ 0 w 9"/>
                  <a:gd name="T1" fmla="*/ 225 h 35"/>
                  <a:gd name="T2" fmla="*/ 32 w 9"/>
                  <a:gd name="T3" fmla="*/ 69 h 35"/>
                  <a:gd name="T4" fmla="*/ 0 w 9"/>
                  <a:gd name="T5" fmla="*/ 225 h 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35">
                    <a:moveTo>
                      <a:pt x="0" y="35"/>
                    </a:moveTo>
                    <a:cubicBezTo>
                      <a:pt x="4" y="28"/>
                      <a:pt x="7" y="19"/>
                      <a:pt x="5" y="11"/>
                    </a:cubicBezTo>
                    <a:cubicBezTo>
                      <a:pt x="3" y="0"/>
                      <a:pt x="9" y="22"/>
                      <a:pt x="0" y="35"/>
                    </a:cubicBezTo>
                    <a:close/>
                  </a:path>
                </a:pathLst>
              </a:custGeom>
              <a:solidFill>
                <a:srgbClr val="5B20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013" name="Freeform 812">
                <a:extLst>
                  <a:ext uri="{FF2B5EF4-FFF2-40B4-BE49-F238E27FC236}">
                    <a16:creationId xmlns:a16="http://schemas.microsoft.com/office/drawing/2014/main" id="{D3148A8A-2E55-4AA6-B297-D04ABB6F30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4" y="2437"/>
                <a:ext cx="30" cy="128"/>
              </a:xfrm>
              <a:custGeom>
                <a:avLst/>
                <a:gdLst>
                  <a:gd name="T0" fmla="*/ 99 w 16"/>
                  <a:gd name="T1" fmla="*/ 440 h 69"/>
                  <a:gd name="T2" fmla="*/ 21 w 16"/>
                  <a:gd name="T3" fmla="*/ 202 h 69"/>
                  <a:gd name="T4" fmla="*/ 15 w 16"/>
                  <a:gd name="T5" fmla="*/ 0 h 6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69">
                    <a:moveTo>
                      <a:pt x="15" y="69"/>
                    </a:moveTo>
                    <a:cubicBezTo>
                      <a:pt x="16" y="56"/>
                      <a:pt x="6" y="43"/>
                      <a:pt x="3" y="32"/>
                    </a:cubicBezTo>
                    <a:cubicBezTo>
                      <a:pt x="0" y="22"/>
                      <a:pt x="2" y="10"/>
                      <a:pt x="2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014" name="Freeform 813">
                <a:extLst>
                  <a:ext uri="{FF2B5EF4-FFF2-40B4-BE49-F238E27FC236}">
                    <a16:creationId xmlns:a16="http://schemas.microsoft.com/office/drawing/2014/main" id="{5AB8BF8C-816B-418D-A64E-6A75FBE8E8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2" y="2438"/>
                <a:ext cx="5" cy="10"/>
              </a:xfrm>
              <a:custGeom>
                <a:avLst/>
                <a:gdLst>
                  <a:gd name="T0" fmla="*/ 13 w 3"/>
                  <a:gd name="T1" fmla="*/ 40 h 5"/>
                  <a:gd name="T2" fmla="*/ 0 w 3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5">
                    <a:moveTo>
                      <a:pt x="3" y="5"/>
                    </a:moveTo>
                    <a:cubicBezTo>
                      <a:pt x="2" y="3"/>
                      <a:pt x="1" y="1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015" name="Freeform 814">
                <a:extLst>
                  <a:ext uri="{FF2B5EF4-FFF2-40B4-BE49-F238E27FC236}">
                    <a16:creationId xmlns:a16="http://schemas.microsoft.com/office/drawing/2014/main" id="{22FFCBAC-A2DC-4CA7-9B70-7D7A476CD7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5" y="2459"/>
                <a:ext cx="20" cy="75"/>
              </a:xfrm>
              <a:custGeom>
                <a:avLst/>
                <a:gdLst>
                  <a:gd name="T0" fmla="*/ 65 w 11"/>
                  <a:gd name="T1" fmla="*/ 264 h 40"/>
                  <a:gd name="T2" fmla="*/ 29 w 11"/>
                  <a:gd name="T3" fmla="*/ 113 h 40"/>
                  <a:gd name="T4" fmla="*/ 0 w 11"/>
                  <a:gd name="T5" fmla="*/ 0 h 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40">
                    <a:moveTo>
                      <a:pt x="11" y="40"/>
                    </a:moveTo>
                    <a:cubicBezTo>
                      <a:pt x="9" y="32"/>
                      <a:pt x="7" y="25"/>
                      <a:pt x="5" y="17"/>
                    </a:cubicBezTo>
                    <a:cubicBezTo>
                      <a:pt x="4" y="11"/>
                      <a:pt x="1" y="6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016" name="Freeform 815">
                <a:extLst>
                  <a:ext uri="{FF2B5EF4-FFF2-40B4-BE49-F238E27FC236}">
                    <a16:creationId xmlns:a16="http://schemas.microsoft.com/office/drawing/2014/main" id="{0B081D3B-DF09-4C0C-846E-B686D9C63A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4" y="2453"/>
                <a:ext cx="24" cy="96"/>
              </a:xfrm>
              <a:custGeom>
                <a:avLst/>
                <a:gdLst>
                  <a:gd name="T0" fmla="*/ 81 w 13"/>
                  <a:gd name="T1" fmla="*/ 341 h 51"/>
                  <a:gd name="T2" fmla="*/ 24 w 13"/>
                  <a:gd name="T3" fmla="*/ 181 h 51"/>
                  <a:gd name="T4" fmla="*/ 0 w 13"/>
                  <a:gd name="T5" fmla="*/ 0 h 5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51">
                    <a:moveTo>
                      <a:pt x="13" y="51"/>
                    </a:moveTo>
                    <a:cubicBezTo>
                      <a:pt x="11" y="46"/>
                      <a:pt x="7" y="32"/>
                      <a:pt x="4" y="27"/>
                    </a:cubicBezTo>
                    <a:cubicBezTo>
                      <a:pt x="0" y="19"/>
                      <a:pt x="2" y="8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017" name="Freeform 816">
                <a:extLst>
                  <a:ext uri="{FF2B5EF4-FFF2-40B4-BE49-F238E27FC236}">
                    <a16:creationId xmlns:a16="http://schemas.microsoft.com/office/drawing/2014/main" id="{0956FC27-133C-4847-9756-CF1F1D4605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4" y="2444"/>
                <a:ext cx="1" cy="9"/>
              </a:xfrm>
              <a:custGeom>
                <a:avLst/>
                <a:gdLst>
                  <a:gd name="T0" fmla="*/ 1 w 1"/>
                  <a:gd name="T1" fmla="*/ 29 h 5"/>
                  <a:gd name="T2" fmla="*/ 0 w 1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5">
                    <a:moveTo>
                      <a:pt x="1" y="5"/>
                    </a:moveTo>
                    <a:cubicBezTo>
                      <a:pt x="1" y="4"/>
                      <a:pt x="1" y="2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018" name="Freeform 817">
                <a:extLst>
                  <a:ext uri="{FF2B5EF4-FFF2-40B4-BE49-F238E27FC236}">
                    <a16:creationId xmlns:a16="http://schemas.microsoft.com/office/drawing/2014/main" id="{245E0B64-DB15-4C85-8928-2B8AC70B01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8" y="2446"/>
                <a:ext cx="6" cy="9"/>
              </a:xfrm>
              <a:custGeom>
                <a:avLst/>
                <a:gdLst>
                  <a:gd name="T0" fmla="*/ 24 w 3"/>
                  <a:gd name="T1" fmla="*/ 29 h 5"/>
                  <a:gd name="T2" fmla="*/ 0 w 3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5">
                    <a:moveTo>
                      <a:pt x="3" y="5"/>
                    </a:moveTo>
                    <a:cubicBezTo>
                      <a:pt x="3" y="3"/>
                      <a:pt x="1" y="2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019" name="Freeform 818">
                <a:extLst>
                  <a:ext uri="{FF2B5EF4-FFF2-40B4-BE49-F238E27FC236}">
                    <a16:creationId xmlns:a16="http://schemas.microsoft.com/office/drawing/2014/main" id="{BCF4EEDA-6042-4510-A40E-953F117F85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9" y="2463"/>
                <a:ext cx="8" cy="3"/>
              </a:xfrm>
              <a:custGeom>
                <a:avLst/>
                <a:gdLst>
                  <a:gd name="T0" fmla="*/ 32 w 4"/>
                  <a:gd name="T1" fmla="*/ 8 h 2"/>
                  <a:gd name="T2" fmla="*/ 0 w 4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2" y="0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020" name="Freeform 819">
                <a:extLst>
                  <a:ext uri="{FF2B5EF4-FFF2-40B4-BE49-F238E27FC236}">
                    <a16:creationId xmlns:a16="http://schemas.microsoft.com/office/drawing/2014/main" id="{952ACE52-AAB1-459F-8C31-5C5BCA8B30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0" y="1353"/>
                <a:ext cx="144" cy="41"/>
              </a:xfrm>
              <a:custGeom>
                <a:avLst/>
                <a:gdLst>
                  <a:gd name="T0" fmla="*/ 503 w 77"/>
                  <a:gd name="T1" fmla="*/ 121 h 22"/>
                  <a:gd name="T2" fmla="*/ 406 w 77"/>
                  <a:gd name="T3" fmla="*/ 76 h 22"/>
                  <a:gd name="T4" fmla="*/ 234 w 77"/>
                  <a:gd name="T5" fmla="*/ 39 h 22"/>
                  <a:gd name="T6" fmla="*/ 0 w 77"/>
                  <a:gd name="T7" fmla="*/ 0 h 22"/>
                  <a:gd name="T8" fmla="*/ 125 w 77"/>
                  <a:gd name="T9" fmla="*/ 39 h 22"/>
                  <a:gd name="T10" fmla="*/ 286 w 77"/>
                  <a:gd name="T11" fmla="*/ 97 h 22"/>
                  <a:gd name="T12" fmla="*/ 413 w 77"/>
                  <a:gd name="T13" fmla="*/ 121 h 22"/>
                  <a:gd name="T14" fmla="*/ 490 w 77"/>
                  <a:gd name="T15" fmla="*/ 136 h 2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7" h="22">
                    <a:moveTo>
                      <a:pt x="77" y="19"/>
                    </a:moveTo>
                    <a:cubicBezTo>
                      <a:pt x="71" y="17"/>
                      <a:pt x="67" y="14"/>
                      <a:pt x="62" y="12"/>
                    </a:cubicBezTo>
                    <a:cubicBezTo>
                      <a:pt x="54" y="9"/>
                      <a:pt x="45" y="8"/>
                      <a:pt x="36" y="6"/>
                    </a:cubicBezTo>
                    <a:cubicBezTo>
                      <a:pt x="24" y="4"/>
                      <a:pt x="12" y="1"/>
                      <a:pt x="0" y="0"/>
                    </a:cubicBezTo>
                    <a:cubicBezTo>
                      <a:pt x="7" y="0"/>
                      <a:pt x="14" y="4"/>
                      <a:pt x="19" y="6"/>
                    </a:cubicBezTo>
                    <a:cubicBezTo>
                      <a:pt x="28" y="10"/>
                      <a:pt x="36" y="12"/>
                      <a:pt x="44" y="15"/>
                    </a:cubicBezTo>
                    <a:cubicBezTo>
                      <a:pt x="51" y="16"/>
                      <a:pt x="57" y="18"/>
                      <a:pt x="63" y="19"/>
                    </a:cubicBezTo>
                    <a:cubicBezTo>
                      <a:pt x="67" y="20"/>
                      <a:pt x="72" y="22"/>
                      <a:pt x="75" y="21"/>
                    </a:cubicBezTo>
                  </a:path>
                </a:pathLst>
              </a:custGeom>
              <a:solidFill>
                <a:srgbClr val="7E39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021" name="Freeform 820">
                <a:extLst>
                  <a:ext uri="{FF2B5EF4-FFF2-40B4-BE49-F238E27FC236}">
                    <a16:creationId xmlns:a16="http://schemas.microsoft.com/office/drawing/2014/main" id="{7BDA2C2B-3339-4243-9D22-42FD7D850D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0" y="1333"/>
                <a:ext cx="116" cy="35"/>
              </a:xfrm>
              <a:custGeom>
                <a:avLst/>
                <a:gdLst>
                  <a:gd name="T0" fmla="*/ 406 w 62"/>
                  <a:gd name="T1" fmla="*/ 118 h 19"/>
                  <a:gd name="T2" fmla="*/ 225 w 62"/>
                  <a:gd name="T3" fmla="*/ 37 h 19"/>
                  <a:gd name="T4" fmla="*/ 0 w 62"/>
                  <a:gd name="T5" fmla="*/ 0 h 19"/>
                  <a:gd name="T6" fmla="*/ 228 w 62"/>
                  <a:gd name="T7" fmla="*/ 24 h 19"/>
                  <a:gd name="T8" fmla="*/ 393 w 62"/>
                  <a:gd name="T9" fmla="*/ 98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2" h="19">
                    <a:moveTo>
                      <a:pt x="62" y="19"/>
                    </a:moveTo>
                    <a:cubicBezTo>
                      <a:pt x="53" y="14"/>
                      <a:pt x="43" y="10"/>
                      <a:pt x="34" y="6"/>
                    </a:cubicBezTo>
                    <a:cubicBezTo>
                      <a:pt x="24" y="2"/>
                      <a:pt x="11" y="1"/>
                      <a:pt x="0" y="0"/>
                    </a:cubicBezTo>
                    <a:cubicBezTo>
                      <a:pt x="11" y="1"/>
                      <a:pt x="24" y="1"/>
                      <a:pt x="35" y="4"/>
                    </a:cubicBezTo>
                    <a:cubicBezTo>
                      <a:pt x="45" y="6"/>
                      <a:pt x="52" y="13"/>
                      <a:pt x="60" y="16"/>
                    </a:cubicBezTo>
                  </a:path>
                </a:pathLst>
              </a:custGeom>
              <a:solidFill>
                <a:srgbClr val="6B2D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022" name="Freeform 821">
                <a:extLst>
                  <a:ext uri="{FF2B5EF4-FFF2-40B4-BE49-F238E27FC236}">
                    <a16:creationId xmlns:a16="http://schemas.microsoft.com/office/drawing/2014/main" id="{D655E6E1-F3D2-4CF3-8937-A6CC48B834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7" y="1626"/>
                <a:ext cx="73" cy="35"/>
              </a:xfrm>
              <a:custGeom>
                <a:avLst/>
                <a:gdLst>
                  <a:gd name="T0" fmla="*/ 256 w 39"/>
                  <a:gd name="T1" fmla="*/ 76 h 19"/>
                  <a:gd name="T2" fmla="*/ 0 w 39"/>
                  <a:gd name="T3" fmla="*/ 0 h 19"/>
                  <a:gd name="T4" fmla="*/ 256 w 39"/>
                  <a:gd name="T5" fmla="*/ 76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9" h="19">
                    <a:moveTo>
                      <a:pt x="39" y="12"/>
                    </a:moveTo>
                    <a:cubicBezTo>
                      <a:pt x="39" y="12"/>
                      <a:pt x="12" y="15"/>
                      <a:pt x="0" y="0"/>
                    </a:cubicBezTo>
                    <a:cubicBezTo>
                      <a:pt x="0" y="0"/>
                      <a:pt x="3" y="19"/>
                      <a:pt x="39" y="12"/>
                    </a:cubicBezTo>
                    <a:close/>
                  </a:path>
                </a:pathLst>
              </a:custGeom>
              <a:solidFill>
                <a:srgbClr val="7E39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023" name="Freeform 822">
                <a:extLst>
                  <a:ext uri="{FF2B5EF4-FFF2-40B4-BE49-F238E27FC236}">
                    <a16:creationId xmlns:a16="http://schemas.microsoft.com/office/drawing/2014/main" id="{6B8A0377-5B72-446F-9EFF-C20DB5F173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9" y="2440"/>
                <a:ext cx="36" cy="129"/>
              </a:xfrm>
              <a:custGeom>
                <a:avLst/>
                <a:gdLst>
                  <a:gd name="T0" fmla="*/ 15 w 19"/>
                  <a:gd name="T1" fmla="*/ 0 h 69"/>
                  <a:gd name="T2" fmla="*/ 15 w 19"/>
                  <a:gd name="T3" fmla="*/ 150 h 69"/>
                  <a:gd name="T4" fmla="*/ 53 w 19"/>
                  <a:gd name="T5" fmla="*/ 277 h 69"/>
                  <a:gd name="T6" fmla="*/ 97 w 19"/>
                  <a:gd name="T7" fmla="*/ 398 h 69"/>
                  <a:gd name="T8" fmla="*/ 116 w 19"/>
                  <a:gd name="T9" fmla="*/ 430 h 69"/>
                  <a:gd name="T10" fmla="*/ 89 w 19"/>
                  <a:gd name="T11" fmla="*/ 308 h 69"/>
                  <a:gd name="T12" fmla="*/ 15 w 19"/>
                  <a:gd name="T13" fmla="*/ 21 h 6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69">
                    <a:moveTo>
                      <a:pt x="2" y="0"/>
                    </a:moveTo>
                    <a:cubicBezTo>
                      <a:pt x="1" y="7"/>
                      <a:pt x="0" y="15"/>
                      <a:pt x="2" y="23"/>
                    </a:cubicBezTo>
                    <a:cubicBezTo>
                      <a:pt x="3" y="30"/>
                      <a:pt x="6" y="36"/>
                      <a:pt x="8" y="42"/>
                    </a:cubicBezTo>
                    <a:cubicBezTo>
                      <a:pt x="11" y="48"/>
                      <a:pt x="12" y="55"/>
                      <a:pt x="14" y="61"/>
                    </a:cubicBezTo>
                    <a:cubicBezTo>
                      <a:pt x="14" y="62"/>
                      <a:pt x="14" y="69"/>
                      <a:pt x="17" y="66"/>
                    </a:cubicBezTo>
                    <a:cubicBezTo>
                      <a:pt x="19" y="63"/>
                      <a:pt x="14" y="50"/>
                      <a:pt x="13" y="47"/>
                    </a:cubicBezTo>
                    <a:cubicBezTo>
                      <a:pt x="8" y="33"/>
                      <a:pt x="3" y="18"/>
                      <a:pt x="2" y="3"/>
                    </a:cubicBezTo>
                  </a:path>
                </a:pathLst>
              </a:custGeom>
              <a:solidFill>
                <a:srgbClr val="7E39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024" name="Freeform 823">
                <a:extLst>
                  <a:ext uri="{FF2B5EF4-FFF2-40B4-BE49-F238E27FC236}">
                    <a16:creationId xmlns:a16="http://schemas.microsoft.com/office/drawing/2014/main" id="{3548A3DB-150A-4561-AAD5-8D96EF5FAC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9" y="2452"/>
                <a:ext cx="38" cy="113"/>
              </a:xfrm>
              <a:custGeom>
                <a:avLst/>
                <a:gdLst>
                  <a:gd name="T0" fmla="*/ 0 w 20"/>
                  <a:gd name="T1" fmla="*/ 0 h 61"/>
                  <a:gd name="T2" fmla="*/ 8 w 20"/>
                  <a:gd name="T3" fmla="*/ 96 h 61"/>
                  <a:gd name="T4" fmla="*/ 29 w 20"/>
                  <a:gd name="T5" fmla="*/ 157 h 61"/>
                  <a:gd name="T6" fmla="*/ 84 w 20"/>
                  <a:gd name="T7" fmla="*/ 298 h 61"/>
                  <a:gd name="T8" fmla="*/ 105 w 20"/>
                  <a:gd name="T9" fmla="*/ 350 h 61"/>
                  <a:gd name="T10" fmla="*/ 108 w 20"/>
                  <a:gd name="T11" fmla="*/ 298 h 61"/>
                  <a:gd name="T12" fmla="*/ 8 w 20"/>
                  <a:gd name="T13" fmla="*/ 13 h 6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" h="61">
                    <a:moveTo>
                      <a:pt x="0" y="0"/>
                    </a:moveTo>
                    <a:cubicBezTo>
                      <a:pt x="0" y="5"/>
                      <a:pt x="1" y="10"/>
                      <a:pt x="1" y="15"/>
                    </a:cubicBezTo>
                    <a:cubicBezTo>
                      <a:pt x="1" y="19"/>
                      <a:pt x="2" y="22"/>
                      <a:pt x="4" y="25"/>
                    </a:cubicBezTo>
                    <a:cubicBezTo>
                      <a:pt x="7" y="32"/>
                      <a:pt x="10" y="40"/>
                      <a:pt x="12" y="47"/>
                    </a:cubicBezTo>
                    <a:cubicBezTo>
                      <a:pt x="13" y="50"/>
                      <a:pt x="14" y="53"/>
                      <a:pt x="15" y="55"/>
                    </a:cubicBezTo>
                    <a:cubicBezTo>
                      <a:pt x="20" y="61"/>
                      <a:pt x="16" y="49"/>
                      <a:pt x="16" y="47"/>
                    </a:cubicBezTo>
                    <a:cubicBezTo>
                      <a:pt x="10" y="32"/>
                      <a:pt x="3" y="18"/>
                      <a:pt x="1" y="2"/>
                    </a:cubicBezTo>
                  </a:path>
                </a:pathLst>
              </a:custGeom>
              <a:solidFill>
                <a:srgbClr val="7E39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025" name="Freeform 824">
                <a:extLst>
                  <a:ext uri="{FF2B5EF4-FFF2-40B4-BE49-F238E27FC236}">
                    <a16:creationId xmlns:a16="http://schemas.microsoft.com/office/drawing/2014/main" id="{8C86B28C-318F-491F-9C34-3E3829062C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0" y="2459"/>
                <a:ext cx="27" cy="84"/>
              </a:xfrm>
              <a:custGeom>
                <a:avLst/>
                <a:gdLst>
                  <a:gd name="T0" fmla="*/ 0 w 14"/>
                  <a:gd name="T1" fmla="*/ 0 h 45"/>
                  <a:gd name="T2" fmla="*/ 23 w 14"/>
                  <a:gd name="T3" fmla="*/ 60 h 45"/>
                  <a:gd name="T4" fmla="*/ 37 w 14"/>
                  <a:gd name="T5" fmla="*/ 118 h 45"/>
                  <a:gd name="T6" fmla="*/ 64 w 14"/>
                  <a:gd name="T7" fmla="*/ 226 h 45"/>
                  <a:gd name="T8" fmla="*/ 79 w 14"/>
                  <a:gd name="T9" fmla="*/ 273 h 45"/>
                  <a:gd name="T10" fmla="*/ 79 w 14"/>
                  <a:gd name="T11" fmla="*/ 226 h 45"/>
                  <a:gd name="T12" fmla="*/ 52 w 14"/>
                  <a:gd name="T13" fmla="*/ 136 h 45"/>
                  <a:gd name="T14" fmla="*/ 15 w 14"/>
                  <a:gd name="T15" fmla="*/ 45 h 4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4" h="45">
                    <a:moveTo>
                      <a:pt x="0" y="0"/>
                    </a:moveTo>
                    <a:cubicBezTo>
                      <a:pt x="0" y="3"/>
                      <a:pt x="2" y="6"/>
                      <a:pt x="3" y="9"/>
                    </a:cubicBezTo>
                    <a:cubicBezTo>
                      <a:pt x="4" y="12"/>
                      <a:pt x="4" y="15"/>
                      <a:pt x="5" y="18"/>
                    </a:cubicBezTo>
                    <a:cubicBezTo>
                      <a:pt x="6" y="24"/>
                      <a:pt x="7" y="29"/>
                      <a:pt x="9" y="35"/>
                    </a:cubicBezTo>
                    <a:cubicBezTo>
                      <a:pt x="9" y="37"/>
                      <a:pt x="9" y="41"/>
                      <a:pt x="11" y="42"/>
                    </a:cubicBezTo>
                    <a:cubicBezTo>
                      <a:pt x="14" y="45"/>
                      <a:pt x="12" y="37"/>
                      <a:pt x="11" y="35"/>
                    </a:cubicBezTo>
                    <a:cubicBezTo>
                      <a:pt x="10" y="31"/>
                      <a:pt x="9" y="26"/>
                      <a:pt x="7" y="21"/>
                    </a:cubicBezTo>
                    <a:cubicBezTo>
                      <a:pt x="6" y="17"/>
                      <a:pt x="4" y="11"/>
                      <a:pt x="2" y="7"/>
                    </a:cubicBezTo>
                  </a:path>
                </a:pathLst>
              </a:custGeom>
              <a:solidFill>
                <a:srgbClr val="7E39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026" name="Freeform 825">
                <a:extLst>
                  <a:ext uri="{FF2B5EF4-FFF2-40B4-BE49-F238E27FC236}">
                    <a16:creationId xmlns:a16="http://schemas.microsoft.com/office/drawing/2014/main" id="{3E125A83-0536-4F79-B3F2-7CB4C319D8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7" y="2470"/>
                <a:ext cx="19" cy="41"/>
              </a:xfrm>
              <a:custGeom>
                <a:avLst/>
                <a:gdLst>
                  <a:gd name="T0" fmla="*/ 0 w 10"/>
                  <a:gd name="T1" fmla="*/ 0 h 22"/>
                  <a:gd name="T2" fmla="*/ 68 w 10"/>
                  <a:gd name="T3" fmla="*/ 142 h 22"/>
                  <a:gd name="T4" fmla="*/ 40 w 10"/>
                  <a:gd name="T5" fmla="*/ 76 h 22"/>
                  <a:gd name="T6" fmla="*/ 8 w 10"/>
                  <a:gd name="T7" fmla="*/ 13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22">
                    <a:moveTo>
                      <a:pt x="0" y="0"/>
                    </a:moveTo>
                    <a:cubicBezTo>
                      <a:pt x="1" y="7"/>
                      <a:pt x="4" y="19"/>
                      <a:pt x="10" y="22"/>
                    </a:cubicBezTo>
                    <a:cubicBezTo>
                      <a:pt x="10" y="19"/>
                      <a:pt x="7" y="16"/>
                      <a:pt x="6" y="12"/>
                    </a:cubicBezTo>
                    <a:cubicBezTo>
                      <a:pt x="5" y="9"/>
                      <a:pt x="2" y="5"/>
                      <a:pt x="1" y="2"/>
                    </a:cubicBezTo>
                  </a:path>
                </a:pathLst>
              </a:custGeom>
              <a:solidFill>
                <a:srgbClr val="7E39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027" name="Freeform 826">
                <a:extLst>
                  <a:ext uri="{FF2B5EF4-FFF2-40B4-BE49-F238E27FC236}">
                    <a16:creationId xmlns:a16="http://schemas.microsoft.com/office/drawing/2014/main" id="{497349B2-BCC1-4EEB-876E-0FF6C14892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8" y="1342"/>
                <a:ext cx="109" cy="131"/>
              </a:xfrm>
              <a:custGeom>
                <a:avLst/>
                <a:gdLst>
                  <a:gd name="T0" fmla="*/ 385 w 58"/>
                  <a:gd name="T1" fmla="*/ 0 h 70"/>
                  <a:gd name="T2" fmla="*/ 0 w 58"/>
                  <a:gd name="T3" fmla="*/ 459 h 70"/>
                  <a:gd name="T4" fmla="*/ 385 w 58"/>
                  <a:gd name="T5" fmla="*/ 0 h 7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8" h="70">
                    <a:moveTo>
                      <a:pt x="58" y="0"/>
                    </a:moveTo>
                    <a:cubicBezTo>
                      <a:pt x="58" y="0"/>
                      <a:pt x="11" y="3"/>
                      <a:pt x="0" y="70"/>
                    </a:cubicBezTo>
                    <a:cubicBezTo>
                      <a:pt x="0" y="70"/>
                      <a:pt x="10" y="27"/>
                      <a:pt x="58" y="0"/>
                    </a:cubicBezTo>
                    <a:close/>
                  </a:path>
                </a:pathLst>
              </a:custGeom>
              <a:solidFill>
                <a:srgbClr val="7E39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028" name="Freeform 827">
                <a:extLst>
                  <a:ext uri="{FF2B5EF4-FFF2-40B4-BE49-F238E27FC236}">
                    <a16:creationId xmlns:a16="http://schemas.microsoft.com/office/drawing/2014/main" id="{C5CC3928-A911-4D99-8F87-70A90B9957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2" y="1579"/>
                <a:ext cx="73" cy="559"/>
              </a:xfrm>
              <a:custGeom>
                <a:avLst/>
                <a:gdLst>
                  <a:gd name="T0" fmla="*/ 256 w 39"/>
                  <a:gd name="T1" fmla="*/ 0 h 299"/>
                  <a:gd name="T2" fmla="*/ 129 w 39"/>
                  <a:gd name="T3" fmla="*/ 580 h 299"/>
                  <a:gd name="T4" fmla="*/ 45 w 39"/>
                  <a:gd name="T5" fmla="*/ 1954 h 299"/>
                  <a:gd name="T6" fmla="*/ 84 w 39"/>
                  <a:gd name="T7" fmla="*/ 1178 h 299"/>
                  <a:gd name="T8" fmla="*/ 165 w 39"/>
                  <a:gd name="T9" fmla="*/ 626 h 299"/>
                  <a:gd name="T10" fmla="*/ 256 w 39"/>
                  <a:gd name="T11" fmla="*/ 0 h 29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9" h="299">
                    <a:moveTo>
                      <a:pt x="39" y="0"/>
                    </a:moveTo>
                    <a:cubicBezTo>
                      <a:pt x="39" y="0"/>
                      <a:pt x="26" y="67"/>
                      <a:pt x="20" y="89"/>
                    </a:cubicBezTo>
                    <a:cubicBezTo>
                      <a:pt x="15" y="112"/>
                      <a:pt x="0" y="144"/>
                      <a:pt x="7" y="299"/>
                    </a:cubicBezTo>
                    <a:cubicBezTo>
                      <a:pt x="7" y="299"/>
                      <a:pt x="10" y="224"/>
                      <a:pt x="13" y="180"/>
                    </a:cubicBezTo>
                    <a:cubicBezTo>
                      <a:pt x="15" y="146"/>
                      <a:pt x="16" y="119"/>
                      <a:pt x="25" y="96"/>
                    </a:cubicBezTo>
                    <a:cubicBezTo>
                      <a:pt x="34" y="73"/>
                      <a:pt x="39" y="0"/>
                      <a:pt x="39" y="0"/>
                    </a:cubicBezTo>
                    <a:close/>
                  </a:path>
                </a:pathLst>
              </a:custGeom>
              <a:solidFill>
                <a:srgbClr val="7E39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029" name="Freeform 828">
                <a:extLst>
                  <a:ext uri="{FF2B5EF4-FFF2-40B4-BE49-F238E27FC236}">
                    <a16:creationId xmlns:a16="http://schemas.microsoft.com/office/drawing/2014/main" id="{5316D893-861B-4934-BDB6-E5C8C6A09F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9" y="1757"/>
                <a:ext cx="58" cy="476"/>
              </a:xfrm>
              <a:custGeom>
                <a:avLst/>
                <a:gdLst>
                  <a:gd name="T0" fmla="*/ 204 w 31"/>
                  <a:gd name="T1" fmla="*/ 0 h 255"/>
                  <a:gd name="T2" fmla="*/ 67 w 31"/>
                  <a:gd name="T3" fmla="*/ 659 h 255"/>
                  <a:gd name="T4" fmla="*/ 0 w 31"/>
                  <a:gd name="T5" fmla="*/ 1659 h 255"/>
                  <a:gd name="T6" fmla="*/ 24 w 31"/>
                  <a:gd name="T7" fmla="*/ 952 h 255"/>
                  <a:gd name="T8" fmla="*/ 92 w 31"/>
                  <a:gd name="T9" fmla="*/ 325 h 255"/>
                  <a:gd name="T10" fmla="*/ 204 w 31"/>
                  <a:gd name="T11" fmla="*/ 0 h 25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1" h="255">
                    <a:moveTo>
                      <a:pt x="31" y="0"/>
                    </a:moveTo>
                    <a:cubicBezTo>
                      <a:pt x="31" y="0"/>
                      <a:pt x="10" y="75"/>
                      <a:pt x="10" y="101"/>
                    </a:cubicBezTo>
                    <a:cubicBezTo>
                      <a:pt x="11" y="127"/>
                      <a:pt x="5" y="234"/>
                      <a:pt x="0" y="255"/>
                    </a:cubicBezTo>
                    <a:cubicBezTo>
                      <a:pt x="0" y="255"/>
                      <a:pt x="5" y="168"/>
                      <a:pt x="4" y="146"/>
                    </a:cubicBezTo>
                    <a:cubicBezTo>
                      <a:pt x="2" y="125"/>
                      <a:pt x="9" y="67"/>
                      <a:pt x="14" y="50"/>
                    </a:cubicBezTo>
                    <a:cubicBezTo>
                      <a:pt x="19" y="33"/>
                      <a:pt x="31" y="0"/>
                      <a:pt x="31" y="0"/>
                    </a:cubicBezTo>
                    <a:close/>
                  </a:path>
                </a:pathLst>
              </a:custGeom>
              <a:solidFill>
                <a:srgbClr val="6B2D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030" name="Freeform 829">
                <a:extLst>
                  <a:ext uri="{FF2B5EF4-FFF2-40B4-BE49-F238E27FC236}">
                    <a16:creationId xmlns:a16="http://schemas.microsoft.com/office/drawing/2014/main" id="{8D9E341B-8185-44DF-B572-057DBE3700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9" y="1844"/>
                <a:ext cx="58" cy="23"/>
              </a:xfrm>
              <a:custGeom>
                <a:avLst/>
                <a:gdLst>
                  <a:gd name="T0" fmla="*/ 204 w 31"/>
                  <a:gd name="T1" fmla="*/ 84 h 12"/>
                  <a:gd name="T2" fmla="*/ 0 w 31"/>
                  <a:gd name="T3" fmla="*/ 23 h 12"/>
                  <a:gd name="T4" fmla="*/ 204 w 31"/>
                  <a:gd name="T5" fmla="*/ 84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1" h="12">
                    <a:moveTo>
                      <a:pt x="31" y="12"/>
                    </a:moveTo>
                    <a:cubicBezTo>
                      <a:pt x="31" y="12"/>
                      <a:pt x="11" y="1"/>
                      <a:pt x="0" y="3"/>
                    </a:cubicBezTo>
                    <a:cubicBezTo>
                      <a:pt x="0" y="3"/>
                      <a:pt x="23" y="0"/>
                      <a:pt x="31" y="12"/>
                    </a:cubicBezTo>
                    <a:close/>
                  </a:path>
                </a:pathLst>
              </a:custGeom>
              <a:solidFill>
                <a:srgbClr val="7E39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031" name="Freeform 830">
                <a:extLst>
                  <a:ext uri="{FF2B5EF4-FFF2-40B4-BE49-F238E27FC236}">
                    <a16:creationId xmlns:a16="http://schemas.microsoft.com/office/drawing/2014/main" id="{15A9C666-33EE-4E41-960B-2CB9FBAEC6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1" y="2915"/>
                <a:ext cx="36" cy="127"/>
              </a:xfrm>
              <a:custGeom>
                <a:avLst/>
                <a:gdLst>
                  <a:gd name="T0" fmla="*/ 8 w 19"/>
                  <a:gd name="T1" fmla="*/ 0 h 68"/>
                  <a:gd name="T2" fmla="*/ 47 w 19"/>
                  <a:gd name="T3" fmla="*/ 172 h 68"/>
                  <a:gd name="T4" fmla="*/ 89 w 19"/>
                  <a:gd name="T5" fmla="*/ 443 h 68"/>
                  <a:gd name="T6" fmla="*/ 97 w 19"/>
                  <a:gd name="T7" fmla="*/ 209 h 68"/>
                  <a:gd name="T8" fmla="*/ 28 w 19"/>
                  <a:gd name="T9" fmla="*/ 24 h 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68">
                    <a:moveTo>
                      <a:pt x="1" y="0"/>
                    </a:moveTo>
                    <a:cubicBezTo>
                      <a:pt x="0" y="11"/>
                      <a:pt x="3" y="17"/>
                      <a:pt x="7" y="26"/>
                    </a:cubicBezTo>
                    <a:cubicBezTo>
                      <a:pt x="13" y="40"/>
                      <a:pt x="11" y="54"/>
                      <a:pt x="13" y="68"/>
                    </a:cubicBezTo>
                    <a:cubicBezTo>
                      <a:pt x="19" y="60"/>
                      <a:pt x="15" y="41"/>
                      <a:pt x="14" y="32"/>
                    </a:cubicBezTo>
                    <a:cubicBezTo>
                      <a:pt x="13" y="21"/>
                      <a:pt x="10" y="13"/>
                      <a:pt x="4" y="4"/>
                    </a:cubicBezTo>
                  </a:path>
                </a:pathLst>
              </a:custGeom>
              <a:solidFill>
                <a:srgbClr val="7E39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032" name="Freeform 831">
                <a:extLst>
                  <a:ext uri="{FF2B5EF4-FFF2-40B4-BE49-F238E27FC236}">
                    <a16:creationId xmlns:a16="http://schemas.microsoft.com/office/drawing/2014/main" id="{8146B19B-7346-4020-B0E5-21551E9E3B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2" y="2821"/>
                <a:ext cx="21" cy="122"/>
              </a:xfrm>
              <a:custGeom>
                <a:avLst/>
                <a:gdLst>
                  <a:gd name="T0" fmla="*/ 0 w 11"/>
                  <a:gd name="T1" fmla="*/ 0 h 65"/>
                  <a:gd name="T2" fmla="*/ 8 w 11"/>
                  <a:gd name="T3" fmla="*/ 430 h 65"/>
                  <a:gd name="T4" fmla="*/ 21 w 11"/>
                  <a:gd name="T5" fmla="*/ 81 h 6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65">
                    <a:moveTo>
                      <a:pt x="0" y="0"/>
                    </a:moveTo>
                    <a:cubicBezTo>
                      <a:pt x="11" y="18"/>
                      <a:pt x="7" y="46"/>
                      <a:pt x="1" y="65"/>
                    </a:cubicBezTo>
                    <a:cubicBezTo>
                      <a:pt x="2" y="50"/>
                      <a:pt x="8" y="27"/>
                      <a:pt x="3" y="12"/>
                    </a:cubicBezTo>
                  </a:path>
                </a:pathLst>
              </a:custGeom>
              <a:solidFill>
                <a:srgbClr val="7E39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033" name="Freeform 832">
                <a:extLst>
                  <a:ext uri="{FF2B5EF4-FFF2-40B4-BE49-F238E27FC236}">
                    <a16:creationId xmlns:a16="http://schemas.microsoft.com/office/drawing/2014/main" id="{697CEFEB-AC38-4713-8EA1-FBE17DE17F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3" y="2945"/>
                <a:ext cx="96" cy="102"/>
              </a:xfrm>
              <a:custGeom>
                <a:avLst/>
                <a:gdLst>
                  <a:gd name="T0" fmla="*/ 326 w 51"/>
                  <a:gd name="T1" fmla="*/ 269 h 55"/>
                  <a:gd name="T2" fmla="*/ 312 w 51"/>
                  <a:gd name="T3" fmla="*/ 141 h 55"/>
                  <a:gd name="T4" fmla="*/ 226 w 51"/>
                  <a:gd name="T5" fmla="*/ 59 h 55"/>
                  <a:gd name="T6" fmla="*/ 32 w 51"/>
                  <a:gd name="T7" fmla="*/ 52 h 55"/>
                  <a:gd name="T8" fmla="*/ 32 w 51"/>
                  <a:gd name="T9" fmla="*/ 113 h 55"/>
                  <a:gd name="T10" fmla="*/ 173 w 51"/>
                  <a:gd name="T11" fmla="*/ 172 h 55"/>
                  <a:gd name="T12" fmla="*/ 256 w 51"/>
                  <a:gd name="T13" fmla="*/ 313 h 55"/>
                  <a:gd name="T14" fmla="*/ 318 w 51"/>
                  <a:gd name="T15" fmla="*/ 306 h 5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1" h="55">
                    <a:moveTo>
                      <a:pt x="49" y="42"/>
                    </a:moveTo>
                    <a:cubicBezTo>
                      <a:pt x="49" y="35"/>
                      <a:pt x="51" y="28"/>
                      <a:pt x="47" y="22"/>
                    </a:cubicBezTo>
                    <a:cubicBezTo>
                      <a:pt x="44" y="17"/>
                      <a:pt x="38" y="12"/>
                      <a:pt x="34" y="9"/>
                    </a:cubicBezTo>
                    <a:cubicBezTo>
                      <a:pt x="25" y="3"/>
                      <a:pt x="14" y="0"/>
                      <a:pt x="5" y="8"/>
                    </a:cubicBezTo>
                    <a:cubicBezTo>
                      <a:pt x="1" y="12"/>
                      <a:pt x="0" y="15"/>
                      <a:pt x="5" y="18"/>
                    </a:cubicBezTo>
                    <a:cubicBezTo>
                      <a:pt x="12" y="21"/>
                      <a:pt x="20" y="22"/>
                      <a:pt x="26" y="27"/>
                    </a:cubicBezTo>
                    <a:cubicBezTo>
                      <a:pt x="33" y="34"/>
                      <a:pt x="33" y="43"/>
                      <a:pt x="38" y="49"/>
                    </a:cubicBezTo>
                    <a:cubicBezTo>
                      <a:pt x="41" y="53"/>
                      <a:pt x="49" y="55"/>
                      <a:pt x="48" y="48"/>
                    </a:cubicBezTo>
                  </a:path>
                </a:pathLst>
              </a:custGeom>
              <a:solidFill>
                <a:srgbClr val="6B2D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034" name="Freeform 833">
                <a:extLst>
                  <a:ext uri="{FF2B5EF4-FFF2-40B4-BE49-F238E27FC236}">
                    <a16:creationId xmlns:a16="http://schemas.microsoft.com/office/drawing/2014/main" id="{D53FE089-012F-4AD6-82DF-7281F4D002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9" y="3176"/>
                <a:ext cx="41" cy="359"/>
              </a:xfrm>
              <a:custGeom>
                <a:avLst/>
                <a:gdLst>
                  <a:gd name="T0" fmla="*/ 39 w 22"/>
                  <a:gd name="T1" fmla="*/ 0 h 192"/>
                  <a:gd name="T2" fmla="*/ 21 w 22"/>
                  <a:gd name="T3" fmla="*/ 346 h 192"/>
                  <a:gd name="T4" fmla="*/ 32 w 22"/>
                  <a:gd name="T5" fmla="*/ 765 h 192"/>
                  <a:gd name="T6" fmla="*/ 89 w 22"/>
                  <a:gd name="T7" fmla="*/ 1255 h 192"/>
                  <a:gd name="T8" fmla="*/ 84 w 22"/>
                  <a:gd name="T9" fmla="*/ 112 h 1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192">
                    <a:moveTo>
                      <a:pt x="6" y="0"/>
                    </a:moveTo>
                    <a:cubicBezTo>
                      <a:pt x="0" y="14"/>
                      <a:pt x="3" y="38"/>
                      <a:pt x="3" y="53"/>
                    </a:cubicBezTo>
                    <a:cubicBezTo>
                      <a:pt x="3" y="74"/>
                      <a:pt x="4" y="96"/>
                      <a:pt x="5" y="117"/>
                    </a:cubicBezTo>
                    <a:cubicBezTo>
                      <a:pt x="7" y="136"/>
                      <a:pt x="4" y="177"/>
                      <a:pt x="14" y="192"/>
                    </a:cubicBezTo>
                    <a:cubicBezTo>
                      <a:pt x="22" y="134"/>
                      <a:pt x="11" y="75"/>
                      <a:pt x="13" y="17"/>
                    </a:cubicBezTo>
                  </a:path>
                </a:pathLst>
              </a:custGeom>
              <a:solidFill>
                <a:srgbClr val="6B2D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035" name="Freeform 834">
                <a:extLst>
                  <a:ext uri="{FF2B5EF4-FFF2-40B4-BE49-F238E27FC236}">
                    <a16:creationId xmlns:a16="http://schemas.microsoft.com/office/drawing/2014/main" id="{D6F644F2-AECB-4688-9D31-B07915B73F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5" y="1589"/>
                <a:ext cx="95" cy="54"/>
              </a:xfrm>
              <a:custGeom>
                <a:avLst/>
                <a:gdLst>
                  <a:gd name="T0" fmla="*/ 330 w 51"/>
                  <a:gd name="T1" fmla="*/ 173 h 29"/>
                  <a:gd name="T2" fmla="*/ 136 w 51"/>
                  <a:gd name="T3" fmla="*/ 142 h 29"/>
                  <a:gd name="T4" fmla="*/ 0 w 51"/>
                  <a:gd name="T5" fmla="*/ 0 h 29"/>
                  <a:gd name="T6" fmla="*/ 270 w 51"/>
                  <a:gd name="T7" fmla="*/ 188 h 2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1" h="29">
                    <a:moveTo>
                      <a:pt x="51" y="27"/>
                    </a:moveTo>
                    <a:cubicBezTo>
                      <a:pt x="40" y="26"/>
                      <a:pt x="30" y="28"/>
                      <a:pt x="21" y="22"/>
                    </a:cubicBezTo>
                    <a:cubicBezTo>
                      <a:pt x="13" y="16"/>
                      <a:pt x="5" y="9"/>
                      <a:pt x="0" y="0"/>
                    </a:cubicBezTo>
                    <a:cubicBezTo>
                      <a:pt x="12" y="9"/>
                      <a:pt x="26" y="27"/>
                      <a:pt x="42" y="29"/>
                    </a:cubicBezTo>
                  </a:path>
                </a:pathLst>
              </a:custGeom>
              <a:solidFill>
                <a:srgbClr val="6B2D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036" name="Freeform 835">
                <a:extLst>
                  <a:ext uri="{FF2B5EF4-FFF2-40B4-BE49-F238E27FC236}">
                    <a16:creationId xmlns:a16="http://schemas.microsoft.com/office/drawing/2014/main" id="{9E14118E-731C-4725-B5AD-CF19179137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0" y="1503"/>
                <a:ext cx="40" cy="231"/>
              </a:xfrm>
              <a:custGeom>
                <a:avLst/>
                <a:gdLst>
                  <a:gd name="T0" fmla="*/ 131 w 21"/>
                  <a:gd name="T1" fmla="*/ 7 h 124"/>
                  <a:gd name="T2" fmla="*/ 116 w 21"/>
                  <a:gd name="T3" fmla="*/ 112 h 124"/>
                  <a:gd name="T4" fmla="*/ 109 w 21"/>
                  <a:gd name="T5" fmla="*/ 225 h 124"/>
                  <a:gd name="T6" fmla="*/ 105 w 21"/>
                  <a:gd name="T7" fmla="*/ 414 h 124"/>
                  <a:gd name="T8" fmla="*/ 0 w 21"/>
                  <a:gd name="T9" fmla="*/ 801 h 124"/>
                  <a:gd name="T10" fmla="*/ 55 w 21"/>
                  <a:gd name="T11" fmla="*/ 563 h 124"/>
                  <a:gd name="T12" fmla="*/ 84 w 21"/>
                  <a:gd name="T13" fmla="*/ 317 h 124"/>
                  <a:gd name="T14" fmla="*/ 109 w 21"/>
                  <a:gd name="T15" fmla="*/ 129 h 124"/>
                  <a:gd name="T16" fmla="*/ 145 w 21"/>
                  <a:gd name="T17" fmla="*/ 0 h 12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1" h="124">
                    <a:moveTo>
                      <a:pt x="19" y="1"/>
                    </a:moveTo>
                    <a:cubicBezTo>
                      <a:pt x="20" y="2"/>
                      <a:pt x="18" y="14"/>
                      <a:pt x="17" y="17"/>
                    </a:cubicBezTo>
                    <a:cubicBezTo>
                      <a:pt x="17" y="23"/>
                      <a:pt x="16" y="29"/>
                      <a:pt x="16" y="35"/>
                    </a:cubicBezTo>
                    <a:cubicBezTo>
                      <a:pt x="15" y="45"/>
                      <a:pt x="16" y="54"/>
                      <a:pt x="15" y="64"/>
                    </a:cubicBezTo>
                    <a:cubicBezTo>
                      <a:pt x="13" y="85"/>
                      <a:pt x="6" y="104"/>
                      <a:pt x="0" y="124"/>
                    </a:cubicBezTo>
                    <a:cubicBezTo>
                      <a:pt x="6" y="113"/>
                      <a:pt x="6" y="99"/>
                      <a:pt x="8" y="87"/>
                    </a:cubicBezTo>
                    <a:cubicBezTo>
                      <a:pt x="10" y="74"/>
                      <a:pt x="11" y="61"/>
                      <a:pt x="12" y="49"/>
                    </a:cubicBezTo>
                    <a:cubicBezTo>
                      <a:pt x="13" y="39"/>
                      <a:pt x="13" y="30"/>
                      <a:pt x="16" y="20"/>
                    </a:cubicBezTo>
                    <a:cubicBezTo>
                      <a:pt x="18" y="14"/>
                      <a:pt x="20" y="7"/>
                      <a:pt x="21" y="0"/>
                    </a:cubicBezTo>
                  </a:path>
                </a:pathLst>
              </a:custGeom>
              <a:solidFill>
                <a:srgbClr val="6B2D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037" name="Freeform 836">
                <a:extLst>
                  <a:ext uri="{FF2B5EF4-FFF2-40B4-BE49-F238E27FC236}">
                    <a16:creationId xmlns:a16="http://schemas.microsoft.com/office/drawing/2014/main" id="{52920BDE-B6AD-431D-89D2-3B096E36D2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8" y="1652"/>
                <a:ext cx="81" cy="783"/>
              </a:xfrm>
              <a:custGeom>
                <a:avLst/>
                <a:gdLst>
                  <a:gd name="T0" fmla="*/ 128 w 43"/>
                  <a:gd name="T1" fmla="*/ 0 h 419"/>
                  <a:gd name="T2" fmla="*/ 205 w 43"/>
                  <a:gd name="T3" fmla="*/ 783 h 419"/>
                  <a:gd name="T4" fmla="*/ 168 w 43"/>
                  <a:gd name="T5" fmla="*/ 1764 h 419"/>
                  <a:gd name="T6" fmla="*/ 0 w 43"/>
                  <a:gd name="T7" fmla="*/ 2734 h 419"/>
                  <a:gd name="T8" fmla="*/ 141 w 43"/>
                  <a:gd name="T9" fmla="*/ 2057 h 419"/>
                  <a:gd name="T10" fmla="*/ 281 w 43"/>
                  <a:gd name="T11" fmla="*/ 1142 h 419"/>
                  <a:gd name="T12" fmla="*/ 128 w 43"/>
                  <a:gd name="T13" fmla="*/ 0 h 4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3" h="419">
                    <a:moveTo>
                      <a:pt x="19" y="0"/>
                    </a:moveTo>
                    <a:cubicBezTo>
                      <a:pt x="19" y="0"/>
                      <a:pt x="23" y="72"/>
                      <a:pt x="31" y="120"/>
                    </a:cubicBezTo>
                    <a:cubicBezTo>
                      <a:pt x="39" y="167"/>
                      <a:pt x="37" y="232"/>
                      <a:pt x="25" y="270"/>
                    </a:cubicBezTo>
                    <a:cubicBezTo>
                      <a:pt x="14" y="308"/>
                      <a:pt x="1" y="364"/>
                      <a:pt x="0" y="419"/>
                    </a:cubicBezTo>
                    <a:cubicBezTo>
                      <a:pt x="0" y="419"/>
                      <a:pt x="2" y="352"/>
                      <a:pt x="21" y="315"/>
                    </a:cubicBezTo>
                    <a:cubicBezTo>
                      <a:pt x="40" y="278"/>
                      <a:pt x="41" y="193"/>
                      <a:pt x="42" y="175"/>
                    </a:cubicBezTo>
                    <a:cubicBezTo>
                      <a:pt x="43" y="157"/>
                      <a:pt x="17" y="16"/>
                      <a:pt x="19" y="0"/>
                    </a:cubicBezTo>
                    <a:close/>
                  </a:path>
                </a:pathLst>
              </a:custGeom>
              <a:solidFill>
                <a:srgbClr val="7E39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038" name="Freeform 837">
                <a:extLst>
                  <a:ext uri="{FF2B5EF4-FFF2-40B4-BE49-F238E27FC236}">
                    <a16:creationId xmlns:a16="http://schemas.microsoft.com/office/drawing/2014/main" id="{CF9E531F-F159-491F-8A11-B55EB18C79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5" y="2311"/>
                <a:ext cx="81" cy="150"/>
              </a:xfrm>
              <a:custGeom>
                <a:avLst/>
                <a:gdLst>
                  <a:gd name="T0" fmla="*/ 288 w 43"/>
                  <a:gd name="T1" fmla="*/ 527 h 80"/>
                  <a:gd name="T2" fmla="*/ 153 w 43"/>
                  <a:gd name="T3" fmla="*/ 293 h 80"/>
                  <a:gd name="T4" fmla="*/ 0 w 43"/>
                  <a:gd name="T5" fmla="*/ 0 h 80"/>
                  <a:gd name="T6" fmla="*/ 60 w 43"/>
                  <a:gd name="T7" fmla="*/ 128 h 80"/>
                  <a:gd name="T8" fmla="*/ 141 w 43"/>
                  <a:gd name="T9" fmla="*/ 293 h 80"/>
                  <a:gd name="T10" fmla="*/ 205 w 43"/>
                  <a:gd name="T11" fmla="*/ 409 h 80"/>
                  <a:gd name="T12" fmla="*/ 266 w 43"/>
                  <a:gd name="T13" fmla="*/ 506 h 8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3" h="80">
                    <a:moveTo>
                      <a:pt x="43" y="80"/>
                    </a:moveTo>
                    <a:cubicBezTo>
                      <a:pt x="33" y="71"/>
                      <a:pt x="28" y="55"/>
                      <a:pt x="23" y="44"/>
                    </a:cubicBezTo>
                    <a:cubicBezTo>
                      <a:pt x="15" y="29"/>
                      <a:pt x="10" y="13"/>
                      <a:pt x="0" y="0"/>
                    </a:cubicBezTo>
                    <a:cubicBezTo>
                      <a:pt x="2" y="7"/>
                      <a:pt x="6" y="13"/>
                      <a:pt x="9" y="19"/>
                    </a:cubicBezTo>
                    <a:cubicBezTo>
                      <a:pt x="13" y="27"/>
                      <a:pt x="17" y="36"/>
                      <a:pt x="21" y="44"/>
                    </a:cubicBezTo>
                    <a:cubicBezTo>
                      <a:pt x="24" y="50"/>
                      <a:pt x="27" y="56"/>
                      <a:pt x="31" y="62"/>
                    </a:cubicBezTo>
                    <a:cubicBezTo>
                      <a:pt x="34" y="67"/>
                      <a:pt x="39" y="72"/>
                      <a:pt x="40" y="77"/>
                    </a:cubicBezTo>
                  </a:path>
                </a:pathLst>
              </a:custGeom>
              <a:solidFill>
                <a:srgbClr val="5B20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039" name="Freeform 838">
                <a:extLst>
                  <a:ext uri="{FF2B5EF4-FFF2-40B4-BE49-F238E27FC236}">
                    <a16:creationId xmlns:a16="http://schemas.microsoft.com/office/drawing/2014/main" id="{878C9338-C852-4CD6-A163-F40FF8A333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0" y="2620"/>
                <a:ext cx="45" cy="345"/>
              </a:xfrm>
              <a:custGeom>
                <a:avLst/>
                <a:gdLst>
                  <a:gd name="T0" fmla="*/ 158 w 24"/>
                  <a:gd name="T1" fmla="*/ 0 h 185"/>
                  <a:gd name="T2" fmla="*/ 39 w 24"/>
                  <a:gd name="T3" fmla="*/ 660 h 185"/>
                  <a:gd name="T4" fmla="*/ 28 w 24"/>
                  <a:gd name="T5" fmla="*/ 1199 h 185"/>
                  <a:gd name="T6" fmla="*/ 15 w 24"/>
                  <a:gd name="T7" fmla="*/ 856 h 185"/>
                  <a:gd name="T8" fmla="*/ 158 w 24"/>
                  <a:gd name="T9" fmla="*/ 0 h 18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185">
                    <a:moveTo>
                      <a:pt x="24" y="0"/>
                    </a:moveTo>
                    <a:cubicBezTo>
                      <a:pt x="24" y="0"/>
                      <a:pt x="9" y="77"/>
                      <a:pt x="6" y="102"/>
                    </a:cubicBezTo>
                    <a:cubicBezTo>
                      <a:pt x="4" y="127"/>
                      <a:pt x="6" y="165"/>
                      <a:pt x="4" y="185"/>
                    </a:cubicBezTo>
                    <a:cubicBezTo>
                      <a:pt x="4" y="185"/>
                      <a:pt x="3" y="145"/>
                      <a:pt x="2" y="132"/>
                    </a:cubicBezTo>
                    <a:cubicBezTo>
                      <a:pt x="0" y="118"/>
                      <a:pt x="8" y="51"/>
                      <a:pt x="24" y="0"/>
                    </a:cubicBezTo>
                    <a:close/>
                  </a:path>
                </a:pathLst>
              </a:custGeom>
              <a:solidFill>
                <a:srgbClr val="6B2D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040" name="Freeform 839">
                <a:extLst>
                  <a:ext uri="{FF2B5EF4-FFF2-40B4-BE49-F238E27FC236}">
                    <a16:creationId xmlns:a16="http://schemas.microsoft.com/office/drawing/2014/main" id="{6D3569BA-6C23-4010-A16E-65606565CA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3" y="3927"/>
                <a:ext cx="24" cy="43"/>
              </a:xfrm>
              <a:custGeom>
                <a:avLst/>
                <a:gdLst>
                  <a:gd name="T0" fmla="*/ 81 w 13"/>
                  <a:gd name="T1" fmla="*/ 0 h 23"/>
                  <a:gd name="T2" fmla="*/ 0 w 13"/>
                  <a:gd name="T3" fmla="*/ 150 h 23"/>
                  <a:gd name="T4" fmla="*/ 68 w 13"/>
                  <a:gd name="T5" fmla="*/ 7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23">
                    <a:moveTo>
                      <a:pt x="13" y="0"/>
                    </a:moveTo>
                    <a:cubicBezTo>
                      <a:pt x="7" y="4"/>
                      <a:pt x="2" y="16"/>
                      <a:pt x="0" y="23"/>
                    </a:cubicBezTo>
                    <a:cubicBezTo>
                      <a:pt x="0" y="13"/>
                      <a:pt x="6" y="8"/>
                      <a:pt x="11" y="1"/>
                    </a:cubicBezTo>
                  </a:path>
                </a:pathLst>
              </a:custGeom>
              <a:solidFill>
                <a:srgbClr val="6B2D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041" name="Freeform 840">
                <a:extLst>
                  <a:ext uri="{FF2B5EF4-FFF2-40B4-BE49-F238E27FC236}">
                    <a16:creationId xmlns:a16="http://schemas.microsoft.com/office/drawing/2014/main" id="{B3E81DBC-ACA5-462C-80CB-907D7E8AC6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5" y="3940"/>
                <a:ext cx="13" cy="26"/>
              </a:xfrm>
              <a:custGeom>
                <a:avLst/>
                <a:gdLst>
                  <a:gd name="T0" fmla="*/ 32 w 7"/>
                  <a:gd name="T1" fmla="*/ 0 h 14"/>
                  <a:gd name="T2" fmla="*/ 0 w 7"/>
                  <a:gd name="T3" fmla="*/ 89 h 14"/>
                  <a:gd name="T4" fmla="*/ 32 w 7"/>
                  <a:gd name="T5" fmla="*/ 13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4">
                    <a:moveTo>
                      <a:pt x="5" y="0"/>
                    </a:moveTo>
                    <a:cubicBezTo>
                      <a:pt x="7" y="4"/>
                      <a:pt x="3" y="11"/>
                      <a:pt x="0" y="14"/>
                    </a:cubicBezTo>
                    <a:cubicBezTo>
                      <a:pt x="4" y="11"/>
                      <a:pt x="2" y="5"/>
                      <a:pt x="5" y="2"/>
                    </a:cubicBezTo>
                  </a:path>
                </a:pathLst>
              </a:custGeom>
              <a:solidFill>
                <a:srgbClr val="6B2D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042" name="Freeform 841">
                <a:extLst>
                  <a:ext uri="{FF2B5EF4-FFF2-40B4-BE49-F238E27FC236}">
                    <a16:creationId xmlns:a16="http://schemas.microsoft.com/office/drawing/2014/main" id="{67D75A89-C68A-4BE7-B39C-E9BD4D113A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7" y="3931"/>
                <a:ext cx="17" cy="24"/>
              </a:xfrm>
              <a:custGeom>
                <a:avLst/>
                <a:gdLst>
                  <a:gd name="T0" fmla="*/ 60 w 9"/>
                  <a:gd name="T1" fmla="*/ 0 h 13"/>
                  <a:gd name="T2" fmla="*/ 8 w 9"/>
                  <a:gd name="T3" fmla="*/ 81 h 13"/>
                  <a:gd name="T4" fmla="*/ 53 w 9"/>
                  <a:gd name="T5" fmla="*/ 7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3">
                    <a:moveTo>
                      <a:pt x="9" y="0"/>
                    </a:moveTo>
                    <a:cubicBezTo>
                      <a:pt x="8" y="4"/>
                      <a:pt x="5" y="12"/>
                      <a:pt x="1" y="13"/>
                    </a:cubicBezTo>
                    <a:cubicBezTo>
                      <a:pt x="0" y="8"/>
                      <a:pt x="5" y="3"/>
                      <a:pt x="8" y="1"/>
                    </a:cubicBezTo>
                  </a:path>
                </a:pathLst>
              </a:custGeom>
              <a:solidFill>
                <a:srgbClr val="6B2D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043" name="Freeform 842">
                <a:extLst>
                  <a:ext uri="{FF2B5EF4-FFF2-40B4-BE49-F238E27FC236}">
                    <a16:creationId xmlns:a16="http://schemas.microsoft.com/office/drawing/2014/main" id="{3AEC10DB-A509-4936-8193-1B6BCBB644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9" y="3921"/>
                <a:ext cx="7" cy="17"/>
              </a:xfrm>
              <a:custGeom>
                <a:avLst/>
                <a:gdLst>
                  <a:gd name="T0" fmla="*/ 21 w 4"/>
                  <a:gd name="T1" fmla="*/ 8 h 9"/>
                  <a:gd name="T2" fmla="*/ 7 w 4"/>
                  <a:gd name="T3" fmla="*/ 60 h 9"/>
                  <a:gd name="T4" fmla="*/ 21 w 4"/>
                  <a:gd name="T5" fmla="*/ 0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9">
                    <a:moveTo>
                      <a:pt x="4" y="1"/>
                    </a:moveTo>
                    <a:cubicBezTo>
                      <a:pt x="4" y="3"/>
                      <a:pt x="3" y="7"/>
                      <a:pt x="1" y="9"/>
                    </a:cubicBezTo>
                    <a:cubicBezTo>
                      <a:pt x="0" y="6"/>
                      <a:pt x="3" y="2"/>
                      <a:pt x="4" y="0"/>
                    </a:cubicBezTo>
                  </a:path>
                </a:pathLst>
              </a:custGeom>
              <a:solidFill>
                <a:srgbClr val="6B2D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044" name="Freeform 843">
                <a:extLst>
                  <a:ext uri="{FF2B5EF4-FFF2-40B4-BE49-F238E27FC236}">
                    <a16:creationId xmlns:a16="http://schemas.microsoft.com/office/drawing/2014/main" id="{66A96FA7-8961-4EEB-A422-E85AAF18BC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9" y="3834"/>
                <a:ext cx="16" cy="48"/>
              </a:xfrm>
              <a:custGeom>
                <a:avLst/>
                <a:gdLst>
                  <a:gd name="T0" fmla="*/ 44 w 9"/>
                  <a:gd name="T1" fmla="*/ 0 h 26"/>
                  <a:gd name="T2" fmla="*/ 28 w 9"/>
                  <a:gd name="T3" fmla="*/ 44 h 26"/>
                  <a:gd name="T4" fmla="*/ 12 w 9"/>
                  <a:gd name="T5" fmla="*/ 89 h 26"/>
                  <a:gd name="T6" fmla="*/ 0 w 9"/>
                  <a:gd name="T7" fmla="*/ 164 h 26"/>
                  <a:gd name="T8" fmla="*/ 36 w 9"/>
                  <a:gd name="T9" fmla="*/ 76 h 26"/>
                  <a:gd name="T10" fmla="*/ 50 w 9"/>
                  <a:gd name="T11" fmla="*/ 7 h 2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" h="26">
                    <a:moveTo>
                      <a:pt x="8" y="0"/>
                    </a:moveTo>
                    <a:cubicBezTo>
                      <a:pt x="8" y="3"/>
                      <a:pt x="6" y="5"/>
                      <a:pt x="5" y="7"/>
                    </a:cubicBezTo>
                    <a:cubicBezTo>
                      <a:pt x="4" y="9"/>
                      <a:pt x="3" y="12"/>
                      <a:pt x="2" y="14"/>
                    </a:cubicBezTo>
                    <a:cubicBezTo>
                      <a:pt x="1" y="18"/>
                      <a:pt x="0" y="22"/>
                      <a:pt x="0" y="26"/>
                    </a:cubicBezTo>
                    <a:cubicBezTo>
                      <a:pt x="1" y="21"/>
                      <a:pt x="4" y="17"/>
                      <a:pt x="6" y="12"/>
                    </a:cubicBezTo>
                    <a:cubicBezTo>
                      <a:pt x="7" y="9"/>
                      <a:pt x="8" y="5"/>
                      <a:pt x="9" y="1"/>
                    </a:cubicBezTo>
                  </a:path>
                </a:pathLst>
              </a:custGeom>
              <a:solidFill>
                <a:srgbClr val="7E39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045" name="Freeform 844">
                <a:extLst>
                  <a:ext uri="{FF2B5EF4-FFF2-40B4-BE49-F238E27FC236}">
                    <a16:creationId xmlns:a16="http://schemas.microsoft.com/office/drawing/2014/main" id="{6A8A0AE2-EC21-4951-B370-1A6880E449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2" y="3910"/>
                <a:ext cx="35" cy="53"/>
              </a:xfrm>
              <a:custGeom>
                <a:avLst/>
                <a:gdLst>
                  <a:gd name="T0" fmla="*/ 118 w 19"/>
                  <a:gd name="T1" fmla="*/ 0 h 28"/>
                  <a:gd name="T2" fmla="*/ 61 w 19"/>
                  <a:gd name="T3" fmla="*/ 136 h 28"/>
                  <a:gd name="T4" fmla="*/ 0 w 19"/>
                  <a:gd name="T5" fmla="*/ 189 h 28"/>
                  <a:gd name="T6" fmla="*/ 61 w 19"/>
                  <a:gd name="T7" fmla="*/ 115 h 28"/>
                  <a:gd name="T8" fmla="*/ 96 w 19"/>
                  <a:gd name="T9" fmla="*/ 53 h 28"/>
                  <a:gd name="T10" fmla="*/ 118 w 19"/>
                  <a:gd name="T11" fmla="*/ 8 h 2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9" h="28">
                    <a:moveTo>
                      <a:pt x="19" y="0"/>
                    </a:moveTo>
                    <a:cubicBezTo>
                      <a:pt x="18" y="8"/>
                      <a:pt x="15" y="14"/>
                      <a:pt x="10" y="20"/>
                    </a:cubicBezTo>
                    <a:cubicBezTo>
                      <a:pt x="7" y="23"/>
                      <a:pt x="3" y="26"/>
                      <a:pt x="0" y="28"/>
                    </a:cubicBezTo>
                    <a:cubicBezTo>
                      <a:pt x="3" y="24"/>
                      <a:pt x="7" y="21"/>
                      <a:pt x="10" y="17"/>
                    </a:cubicBezTo>
                    <a:cubicBezTo>
                      <a:pt x="11" y="14"/>
                      <a:pt x="13" y="11"/>
                      <a:pt x="15" y="8"/>
                    </a:cubicBezTo>
                    <a:cubicBezTo>
                      <a:pt x="16" y="7"/>
                      <a:pt x="18" y="2"/>
                      <a:pt x="19" y="1"/>
                    </a:cubicBezTo>
                  </a:path>
                </a:pathLst>
              </a:custGeom>
              <a:solidFill>
                <a:srgbClr val="7E39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046" name="Freeform 845">
                <a:extLst>
                  <a:ext uri="{FF2B5EF4-FFF2-40B4-BE49-F238E27FC236}">
                    <a16:creationId xmlns:a16="http://schemas.microsoft.com/office/drawing/2014/main" id="{DC0C904F-7FE2-40E8-B93C-5516A7C5F9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9" y="3996"/>
                <a:ext cx="54" cy="24"/>
              </a:xfrm>
              <a:custGeom>
                <a:avLst/>
                <a:gdLst>
                  <a:gd name="T0" fmla="*/ 188 w 29"/>
                  <a:gd name="T1" fmla="*/ 61 h 13"/>
                  <a:gd name="T2" fmla="*/ 112 w 29"/>
                  <a:gd name="T3" fmla="*/ 81 h 13"/>
                  <a:gd name="T4" fmla="*/ 60 w 29"/>
                  <a:gd name="T5" fmla="*/ 61 h 13"/>
                  <a:gd name="T6" fmla="*/ 7 w 29"/>
                  <a:gd name="T7" fmla="*/ 0 h 13"/>
                  <a:gd name="T8" fmla="*/ 32 w 29"/>
                  <a:gd name="T9" fmla="*/ 20 h 13"/>
                  <a:gd name="T10" fmla="*/ 89 w 29"/>
                  <a:gd name="T11" fmla="*/ 52 h 13"/>
                  <a:gd name="T12" fmla="*/ 149 w 29"/>
                  <a:gd name="T13" fmla="*/ 61 h 13"/>
                  <a:gd name="T14" fmla="*/ 188 w 29"/>
                  <a:gd name="T15" fmla="*/ 61 h 1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9" h="13">
                    <a:moveTo>
                      <a:pt x="29" y="10"/>
                    </a:moveTo>
                    <a:cubicBezTo>
                      <a:pt x="25" y="11"/>
                      <a:pt x="21" y="13"/>
                      <a:pt x="17" y="13"/>
                    </a:cubicBezTo>
                    <a:cubicBezTo>
                      <a:pt x="15" y="13"/>
                      <a:pt x="12" y="11"/>
                      <a:pt x="9" y="10"/>
                    </a:cubicBezTo>
                    <a:cubicBezTo>
                      <a:pt x="5" y="9"/>
                      <a:pt x="0" y="5"/>
                      <a:pt x="1" y="0"/>
                    </a:cubicBezTo>
                    <a:cubicBezTo>
                      <a:pt x="2" y="2"/>
                      <a:pt x="3" y="2"/>
                      <a:pt x="5" y="3"/>
                    </a:cubicBezTo>
                    <a:cubicBezTo>
                      <a:pt x="8" y="5"/>
                      <a:pt x="11" y="7"/>
                      <a:pt x="14" y="8"/>
                    </a:cubicBezTo>
                    <a:cubicBezTo>
                      <a:pt x="17" y="9"/>
                      <a:pt x="20" y="10"/>
                      <a:pt x="23" y="10"/>
                    </a:cubicBezTo>
                    <a:cubicBezTo>
                      <a:pt x="25" y="10"/>
                      <a:pt x="28" y="11"/>
                      <a:pt x="29" y="10"/>
                    </a:cubicBezTo>
                  </a:path>
                </a:pathLst>
              </a:custGeom>
              <a:solidFill>
                <a:srgbClr val="7E39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047" name="Freeform 846">
                <a:extLst>
                  <a:ext uri="{FF2B5EF4-FFF2-40B4-BE49-F238E27FC236}">
                    <a16:creationId xmlns:a16="http://schemas.microsoft.com/office/drawing/2014/main" id="{4AD8DE6A-90A0-44D0-8562-68004D5B96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5" y="3992"/>
                <a:ext cx="24" cy="14"/>
              </a:xfrm>
              <a:custGeom>
                <a:avLst/>
                <a:gdLst>
                  <a:gd name="T0" fmla="*/ 81 w 13"/>
                  <a:gd name="T1" fmla="*/ 8 h 7"/>
                  <a:gd name="T2" fmla="*/ 0 w 13"/>
                  <a:gd name="T3" fmla="*/ 0 h 7"/>
                  <a:gd name="T4" fmla="*/ 76 w 13"/>
                  <a:gd name="T5" fmla="*/ 16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7">
                    <a:moveTo>
                      <a:pt x="13" y="1"/>
                    </a:moveTo>
                    <a:cubicBezTo>
                      <a:pt x="11" y="7"/>
                      <a:pt x="3" y="5"/>
                      <a:pt x="0" y="0"/>
                    </a:cubicBezTo>
                    <a:cubicBezTo>
                      <a:pt x="2" y="3"/>
                      <a:pt x="10" y="5"/>
                      <a:pt x="12" y="2"/>
                    </a:cubicBezTo>
                  </a:path>
                </a:pathLst>
              </a:custGeom>
              <a:solidFill>
                <a:srgbClr val="7E39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048" name="Freeform 847">
                <a:extLst>
                  <a:ext uri="{FF2B5EF4-FFF2-40B4-BE49-F238E27FC236}">
                    <a16:creationId xmlns:a16="http://schemas.microsoft.com/office/drawing/2014/main" id="{522097E6-7100-47B2-97B6-A9DE3B3E5A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7" y="3978"/>
                <a:ext cx="18" cy="16"/>
              </a:xfrm>
              <a:custGeom>
                <a:avLst/>
                <a:gdLst>
                  <a:gd name="T0" fmla="*/ 58 w 10"/>
                  <a:gd name="T1" fmla="*/ 16 h 9"/>
                  <a:gd name="T2" fmla="*/ 0 w 10"/>
                  <a:gd name="T3" fmla="*/ 0 h 9"/>
                  <a:gd name="T4" fmla="*/ 41 w 10"/>
                  <a:gd name="T5" fmla="*/ 12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9">
                    <a:moveTo>
                      <a:pt x="10" y="3"/>
                    </a:moveTo>
                    <a:cubicBezTo>
                      <a:pt x="9" y="9"/>
                      <a:pt x="1" y="4"/>
                      <a:pt x="0" y="0"/>
                    </a:cubicBezTo>
                    <a:cubicBezTo>
                      <a:pt x="1" y="2"/>
                      <a:pt x="6" y="5"/>
                      <a:pt x="7" y="2"/>
                    </a:cubicBezTo>
                  </a:path>
                </a:pathLst>
              </a:custGeom>
              <a:solidFill>
                <a:srgbClr val="7E39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049" name="Freeform 848">
                <a:extLst>
                  <a:ext uri="{FF2B5EF4-FFF2-40B4-BE49-F238E27FC236}">
                    <a16:creationId xmlns:a16="http://schemas.microsoft.com/office/drawing/2014/main" id="{547C9D73-D38B-429A-B2DA-6758B047B7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6" y="3964"/>
                <a:ext cx="11" cy="15"/>
              </a:xfrm>
              <a:custGeom>
                <a:avLst/>
                <a:gdLst>
                  <a:gd name="T0" fmla="*/ 37 w 6"/>
                  <a:gd name="T1" fmla="*/ 28 h 8"/>
                  <a:gd name="T2" fmla="*/ 7 w 6"/>
                  <a:gd name="T3" fmla="*/ 0 h 8"/>
                  <a:gd name="T4" fmla="*/ 24 w 6"/>
                  <a:gd name="T5" fmla="*/ 21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8">
                    <a:moveTo>
                      <a:pt x="6" y="4"/>
                    </a:moveTo>
                    <a:cubicBezTo>
                      <a:pt x="4" y="8"/>
                      <a:pt x="0" y="3"/>
                      <a:pt x="1" y="0"/>
                    </a:cubicBezTo>
                    <a:cubicBezTo>
                      <a:pt x="2" y="1"/>
                      <a:pt x="3" y="2"/>
                      <a:pt x="4" y="3"/>
                    </a:cubicBezTo>
                  </a:path>
                </a:pathLst>
              </a:custGeom>
              <a:solidFill>
                <a:srgbClr val="7E39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050" name="Freeform 849">
                <a:extLst>
                  <a:ext uri="{FF2B5EF4-FFF2-40B4-BE49-F238E27FC236}">
                    <a16:creationId xmlns:a16="http://schemas.microsoft.com/office/drawing/2014/main" id="{5B84E6CF-63F5-42C3-981D-627C40E5BA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5" y="3944"/>
                <a:ext cx="13" cy="30"/>
              </a:xfrm>
              <a:custGeom>
                <a:avLst/>
                <a:gdLst>
                  <a:gd name="T0" fmla="*/ 45 w 7"/>
                  <a:gd name="T1" fmla="*/ 0 h 16"/>
                  <a:gd name="T2" fmla="*/ 37 w 7"/>
                  <a:gd name="T3" fmla="*/ 60 h 16"/>
                  <a:gd name="T4" fmla="*/ 0 w 7"/>
                  <a:gd name="T5" fmla="*/ 105 h 16"/>
                  <a:gd name="T6" fmla="*/ 24 w 7"/>
                  <a:gd name="T7" fmla="*/ 45 h 16"/>
                  <a:gd name="T8" fmla="*/ 37 w 7"/>
                  <a:gd name="T9" fmla="*/ 0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16">
                    <a:moveTo>
                      <a:pt x="7" y="0"/>
                    </a:moveTo>
                    <a:cubicBezTo>
                      <a:pt x="7" y="3"/>
                      <a:pt x="7" y="6"/>
                      <a:pt x="6" y="9"/>
                    </a:cubicBezTo>
                    <a:cubicBezTo>
                      <a:pt x="5" y="12"/>
                      <a:pt x="3" y="15"/>
                      <a:pt x="0" y="16"/>
                    </a:cubicBezTo>
                    <a:cubicBezTo>
                      <a:pt x="2" y="13"/>
                      <a:pt x="3" y="10"/>
                      <a:pt x="4" y="7"/>
                    </a:cubicBezTo>
                    <a:cubicBezTo>
                      <a:pt x="4" y="5"/>
                      <a:pt x="6" y="3"/>
                      <a:pt x="6" y="0"/>
                    </a:cubicBezTo>
                  </a:path>
                </a:pathLst>
              </a:custGeom>
              <a:solidFill>
                <a:srgbClr val="7E39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051" name="Freeform 850">
                <a:extLst>
                  <a:ext uri="{FF2B5EF4-FFF2-40B4-BE49-F238E27FC236}">
                    <a16:creationId xmlns:a16="http://schemas.microsoft.com/office/drawing/2014/main" id="{DC6A7DC7-98DF-4430-AA2B-FBD07016CF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3" y="3938"/>
                <a:ext cx="13" cy="25"/>
              </a:xfrm>
              <a:custGeom>
                <a:avLst/>
                <a:gdLst>
                  <a:gd name="T0" fmla="*/ 45 w 7"/>
                  <a:gd name="T1" fmla="*/ 0 h 13"/>
                  <a:gd name="T2" fmla="*/ 32 w 7"/>
                  <a:gd name="T3" fmla="*/ 56 h 13"/>
                  <a:gd name="T4" fmla="*/ 0 w 7"/>
                  <a:gd name="T5" fmla="*/ 92 h 13"/>
                  <a:gd name="T6" fmla="*/ 45 w 7"/>
                  <a:gd name="T7" fmla="*/ 8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13">
                    <a:moveTo>
                      <a:pt x="7" y="0"/>
                    </a:moveTo>
                    <a:cubicBezTo>
                      <a:pt x="7" y="3"/>
                      <a:pt x="7" y="6"/>
                      <a:pt x="5" y="8"/>
                    </a:cubicBezTo>
                    <a:cubicBezTo>
                      <a:pt x="4" y="10"/>
                      <a:pt x="1" y="11"/>
                      <a:pt x="0" y="13"/>
                    </a:cubicBezTo>
                    <a:cubicBezTo>
                      <a:pt x="1" y="8"/>
                      <a:pt x="3" y="2"/>
                      <a:pt x="7" y="1"/>
                    </a:cubicBezTo>
                  </a:path>
                </a:pathLst>
              </a:custGeom>
              <a:solidFill>
                <a:srgbClr val="7E39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052" name="Freeform 851">
                <a:extLst>
                  <a:ext uri="{FF2B5EF4-FFF2-40B4-BE49-F238E27FC236}">
                    <a16:creationId xmlns:a16="http://schemas.microsoft.com/office/drawing/2014/main" id="{69DF0AEB-46AC-451E-AD7B-A1391BC97C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3" y="3927"/>
                <a:ext cx="15" cy="21"/>
              </a:xfrm>
              <a:custGeom>
                <a:avLst/>
                <a:gdLst>
                  <a:gd name="T0" fmla="*/ 53 w 8"/>
                  <a:gd name="T1" fmla="*/ 0 h 11"/>
                  <a:gd name="T2" fmla="*/ 0 w 8"/>
                  <a:gd name="T3" fmla="*/ 76 h 11"/>
                  <a:gd name="T4" fmla="*/ 45 w 8"/>
                  <a:gd name="T5" fmla="*/ 0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1">
                    <a:moveTo>
                      <a:pt x="8" y="0"/>
                    </a:moveTo>
                    <a:cubicBezTo>
                      <a:pt x="7" y="5"/>
                      <a:pt x="5" y="8"/>
                      <a:pt x="0" y="11"/>
                    </a:cubicBezTo>
                    <a:cubicBezTo>
                      <a:pt x="1" y="7"/>
                      <a:pt x="4" y="1"/>
                      <a:pt x="7" y="0"/>
                    </a:cubicBezTo>
                  </a:path>
                </a:pathLst>
              </a:custGeom>
              <a:solidFill>
                <a:srgbClr val="7E39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053" name="Freeform 852">
                <a:extLst>
                  <a:ext uri="{FF2B5EF4-FFF2-40B4-BE49-F238E27FC236}">
                    <a16:creationId xmlns:a16="http://schemas.microsoft.com/office/drawing/2014/main" id="{B2EE848E-C2A6-41B9-B5F1-FE2AABADF7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0" y="3830"/>
                <a:ext cx="34" cy="101"/>
              </a:xfrm>
              <a:custGeom>
                <a:avLst/>
                <a:gdLst>
                  <a:gd name="T0" fmla="*/ 121 w 18"/>
                  <a:gd name="T1" fmla="*/ 0 h 54"/>
                  <a:gd name="T2" fmla="*/ 68 w 18"/>
                  <a:gd name="T3" fmla="*/ 202 h 54"/>
                  <a:gd name="T4" fmla="*/ 47 w 18"/>
                  <a:gd name="T5" fmla="*/ 277 h 54"/>
                  <a:gd name="T6" fmla="*/ 0 w 18"/>
                  <a:gd name="T7" fmla="*/ 354 h 54"/>
                  <a:gd name="T8" fmla="*/ 60 w 18"/>
                  <a:gd name="T9" fmla="*/ 137 h 54"/>
                  <a:gd name="T10" fmla="*/ 121 w 18"/>
                  <a:gd name="T11" fmla="*/ 7 h 5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8" h="54">
                    <a:moveTo>
                      <a:pt x="18" y="0"/>
                    </a:moveTo>
                    <a:cubicBezTo>
                      <a:pt x="10" y="9"/>
                      <a:pt x="11" y="20"/>
                      <a:pt x="10" y="31"/>
                    </a:cubicBezTo>
                    <a:cubicBezTo>
                      <a:pt x="10" y="35"/>
                      <a:pt x="9" y="39"/>
                      <a:pt x="7" y="42"/>
                    </a:cubicBezTo>
                    <a:cubicBezTo>
                      <a:pt x="5" y="46"/>
                      <a:pt x="2" y="50"/>
                      <a:pt x="0" y="54"/>
                    </a:cubicBezTo>
                    <a:cubicBezTo>
                      <a:pt x="8" y="47"/>
                      <a:pt x="7" y="30"/>
                      <a:pt x="9" y="21"/>
                    </a:cubicBezTo>
                    <a:cubicBezTo>
                      <a:pt x="11" y="13"/>
                      <a:pt x="14" y="7"/>
                      <a:pt x="18" y="1"/>
                    </a:cubicBezTo>
                  </a:path>
                </a:pathLst>
              </a:custGeom>
              <a:solidFill>
                <a:srgbClr val="6B2D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054" name="Freeform 853">
                <a:extLst>
                  <a:ext uri="{FF2B5EF4-FFF2-40B4-BE49-F238E27FC236}">
                    <a16:creationId xmlns:a16="http://schemas.microsoft.com/office/drawing/2014/main" id="{F7678501-85D6-4781-94D4-468119C04E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9" y="3755"/>
                <a:ext cx="31" cy="64"/>
              </a:xfrm>
              <a:custGeom>
                <a:avLst/>
                <a:gdLst>
                  <a:gd name="T0" fmla="*/ 86 w 17"/>
                  <a:gd name="T1" fmla="*/ 0 h 34"/>
                  <a:gd name="T2" fmla="*/ 0 w 17"/>
                  <a:gd name="T3" fmla="*/ 226 h 34"/>
                  <a:gd name="T4" fmla="*/ 53 w 17"/>
                  <a:gd name="T5" fmla="*/ 120 h 34"/>
                  <a:gd name="T6" fmla="*/ 80 w 17"/>
                  <a:gd name="T7" fmla="*/ 28 h 3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34">
                    <a:moveTo>
                      <a:pt x="14" y="0"/>
                    </a:moveTo>
                    <a:cubicBezTo>
                      <a:pt x="17" y="13"/>
                      <a:pt x="11" y="26"/>
                      <a:pt x="0" y="34"/>
                    </a:cubicBezTo>
                    <a:cubicBezTo>
                      <a:pt x="5" y="30"/>
                      <a:pt x="7" y="24"/>
                      <a:pt x="9" y="18"/>
                    </a:cubicBezTo>
                    <a:cubicBezTo>
                      <a:pt x="11" y="13"/>
                      <a:pt x="13" y="9"/>
                      <a:pt x="13" y="4"/>
                    </a:cubicBezTo>
                  </a:path>
                </a:pathLst>
              </a:custGeom>
              <a:solidFill>
                <a:srgbClr val="6B2D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055" name="Freeform 854">
                <a:extLst>
                  <a:ext uri="{FF2B5EF4-FFF2-40B4-BE49-F238E27FC236}">
                    <a16:creationId xmlns:a16="http://schemas.microsoft.com/office/drawing/2014/main" id="{AB571437-E392-4336-B758-38D8FC20D3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4" y="3929"/>
                <a:ext cx="35" cy="82"/>
              </a:xfrm>
              <a:custGeom>
                <a:avLst/>
                <a:gdLst>
                  <a:gd name="T0" fmla="*/ 118 w 19"/>
                  <a:gd name="T1" fmla="*/ 0 h 44"/>
                  <a:gd name="T2" fmla="*/ 57 w 19"/>
                  <a:gd name="T3" fmla="*/ 157 h 44"/>
                  <a:gd name="T4" fmla="*/ 0 w 19"/>
                  <a:gd name="T5" fmla="*/ 285 h 44"/>
                  <a:gd name="T6" fmla="*/ 24 w 19"/>
                  <a:gd name="T7" fmla="*/ 164 h 44"/>
                  <a:gd name="T8" fmla="*/ 96 w 19"/>
                  <a:gd name="T9" fmla="*/ 7 h 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44">
                    <a:moveTo>
                      <a:pt x="19" y="0"/>
                    </a:moveTo>
                    <a:cubicBezTo>
                      <a:pt x="12" y="6"/>
                      <a:pt x="10" y="15"/>
                      <a:pt x="9" y="24"/>
                    </a:cubicBezTo>
                    <a:cubicBezTo>
                      <a:pt x="8" y="31"/>
                      <a:pt x="10" y="42"/>
                      <a:pt x="0" y="44"/>
                    </a:cubicBezTo>
                    <a:cubicBezTo>
                      <a:pt x="7" y="40"/>
                      <a:pt x="4" y="32"/>
                      <a:pt x="4" y="25"/>
                    </a:cubicBezTo>
                    <a:cubicBezTo>
                      <a:pt x="5" y="16"/>
                      <a:pt x="10" y="8"/>
                      <a:pt x="15" y="1"/>
                    </a:cubicBezTo>
                  </a:path>
                </a:pathLst>
              </a:custGeom>
              <a:solidFill>
                <a:srgbClr val="6B2D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056" name="Freeform 855">
                <a:extLst>
                  <a:ext uri="{FF2B5EF4-FFF2-40B4-BE49-F238E27FC236}">
                    <a16:creationId xmlns:a16="http://schemas.microsoft.com/office/drawing/2014/main" id="{B96DFBFE-05D1-4CE1-A48A-1321F398A3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4" y="3823"/>
                <a:ext cx="19" cy="50"/>
              </a:xfrm>
              <a:custGeom>
                <a:avLst/>
                <a:gdLst>
                  <a:gd name="T0" fmla="*/ 61 w 10"/>
                  <a:gd name="T1" fmla="*/ 0 h 27"/>
                  <a:gd name="T2" fmla="*/ 48 w 10"/>
                  <a:gd name="T3" fmla="*/ 104 h 27"/>
                  <a:gd name="T4" fmla="*/ 0 w 10"/>
                  <a:gd name="T5" fmla="*/ 172 h 27"/>
                  <a:gd name="T6" fmla="*/ 40 w 10"/>
                  <a:gd name="T7" fmla="*/ 89 h 27"/>
                  <a:gd name="T8" fmla="*/ 48 w 10"/>
                  <a:gd name="T9" fmla="*/ 20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27">
                    <a:moveTo>
                      <a:pt x="9" y="0"/>
                    </a:moveTo>
                    <a:cubicBezTo>
                      <a:pt x="10" y="5"/>
                      <a:pt x="9" y="11"/>
                      <a:pt x="7" y="16"/>
                    </a:cubicBezTo>
                    <a:cubicBezTo>
                      <a:pt x="6" y="20"/>
                      <a:pt x="4" y="23"/>
                      <a:pt x="0" y="27"/>
                    </a:cubicBezTo>
                    <a:cubicBezTo>
                      <a:pt x="4" y="24"/>
                      <a:pt x="5" y="17"/>
                      <a:pt x="6" y="14"/>
                    </a:cubicBezTo>
                    <a:cubicBezTo>
                      <a:pt x="7" y="10"/>
                      <a:pt x="9" y="6"/>
                      <a:pt x="7" y="3"/>
                    </a:cubicBezTo>
                  </a:path>
                </a:pathLst>
              </a:custGeom>
              <a:solidFill>
                <a:srgbClr val="6B2D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057" name="Freeform 856">
                <a:extLst>
                  <a:ext uri="{FF2B5EF4-FFF2-40B4-BE49-F238E27FC236}">
                    <a16:creationId xmlns:a16="http://schemas.microsoft.com/office/drawing/2014/main" id="{4A7D07EE-AC9E-4339-96F0-65E605C2FB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4" y="3191"/>
                <a:ext cx="28" cy="370"/>
              </a:xfrm>
              <a:custGeom>
                <a:avLst/>
                <a:gdLst>
                  <a:gd name="T0" fmla="*/ 0 w 15"/>
                  <a:gd name="T1" fmla="*/ 0 h 198"/>
                  <a:gd name="T2" fmla="*/ 97 w 15"/>
                  <a:gd name="T3" fmla="*/ 1291 h 198"/>
                  <a:gd name="T4" fmla="*/ 0 w 15"/>
                  <a:gd name="T5" fmla="*/ 0 h 19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198">
                    <a:moveTo>
                      <a:pt x="0" y="0"/>
                    </a:moveTo>
                    <a:cubicBezTo>
                      <a:pt x="0" y="0"/>
                      <a:pt x="3" y="154"/>
                      <a:pt x="15" y="198"/>
                    </a:cubicBezTo>
                    <a:cubicBezTo>
                      <a:pt x="15" y="198"/>
                      <a:pt x="0" y="27"/>
                      <a:pt x="0" y="0"/>
                    </a:cubicBezTo>
                    <a:close/>
                  </a:path>
                </a:pathLst>
              </a:custGeom>
              <a:solidFill>
                <a:srgbClr val="7E39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058" name="Freeform 857">
                <a:extLst>
                  <a:ext uri="{FF2B5EF4-FFF2-40B4-BE49-F238E27FC236}">
                    <a16:creationId xmlns:a16="http://schemas.microsoft.com/office/drawing/2014/main" id="{1076105D-8F46-465E-8810-5CFF882C1B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9" y="3234"/>
                <a:ext cx="43" cy="415"/>
              </a:xfrm>
              <a:custGeom>
                <a:avLst/>
                <a:gdLst>
                  <a:gd name="T0" fmla="*/ 84 w 23"/>
                  <a:gd name="T1" fmla="*/ 0 h 222"/>
                  <a:gd name="T2" fmla="*/ 97 w 23"/>
                  <a:gd name="T3" fmla="*/ 580 h 222"/>
                  <a:gd name="T4" fmla="*/ 7 w 23"/>
                  <a:gd name="T5" fmla="*/ 1451 h 222"/>
                  <a:gd name="T6" fmla="*/ 45 w 23"/>
                  <a:gd name="T7" fmla="*/ 731 h 222"/>
                  <a:gd name="T8" fmla="*/ 84 w 23"/>
                  <a:gd name="T9" fmla="*/ 0 h 2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222">
                    <a:moveTo>
                      <a:pt x="13" y="0"/>
                    </a:moveTo>
                    <a:cubicBezTo>
                      <a:pt x="13" y="0"/>
                      <a:pt x="23" y="45"/>
                      <a:pt x="15" y="89"/>
                    </a:cubicBezTo>
                    <a:cubicBezTo>
                      <a:pt x="6" y="133"/>
                      <a:pt x="1" y="213"/>
                      <a:pt x="1" y="222"/>
                    </a:cubicBezTo>
                    <a:cubicBezTo>
                      <a:pt x="1" y="222"/>
                      <a:pt x="0" y="143"/>
                      <a:pt x="7" y="112"/>
                    </a:cubicBezTo>
                    <a:cubicBezTo>
                      <a:pt x="13" y="81"/>
                      <a:pt x="16" y="36"/>
                      <a:pt x="13" y="0"/>
                    </a:cubicBezTo>
                    <a:close/>
                  </a:path>
                </a:pathLst>
              </a:custGeom>
              <a:solidFill>
                <a:srgbClr val="6B2D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059" name="Freeform 858">
                <a:extLst>
                  <a:ext uri="{FF2B5EF4-FFF2-40B4-BE49-F238E27FC236}">
                    <a16:creationId xmlns:a16="http://schemas.microsoft.com/office/drawing/2014/main" id="{DE6B3C30-390C-49FF-A479-E96D0FD4C8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6" y="1598"/>
                <a:ext cx="8" cy="7"/>
              </a:xfrm>
              <a:custGeom>
                <a:avLst/>
                <a:gdLst>
                  <a:gd name="T0" fmla="*/ 8 w 4"/>
                  <a:gd name="T1" fmla="*/ 7 h 4"/>
                  <a:gd name="T2" fmla="*/ 0 w 4"/>
                  <a:gd name="T3" fmla="*/ 21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4">
                    <a:moveTo>
                      <a:pt x="1" y="1"/>
                    </a:moveTo>
                    <a:cubicBezTo>
                      <a:pt x="2" y="0"/>
                      <a:pt x="4" y="4"/>
                      <a:pt x="0" y="4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060" name="Freeform 859">
                <a:extLst>
                  <a:ext uri="{FF2B5EF4-FFF2-40B4-BE49-F238E27FC236}">
                    <a16:creationId xmlns:a16="http://schemas.microsoft.com/office/drawing/2014/main" id="{3C5C11C7-0FF5-4AE9-BFB7-D8EBD41F9B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9" y="2515"/>
                <a:ext cx="10" cy="24"/>
              </a:xfrm>
              <a:custGeom>
                <a:avLst/>
                <a:gdLst>
                  <a:gd name="T0" fmla="*/ 0 w 5"/>
                  <a:gd name="T1" fmla="*/ 76 h 13"/>
                  <a:gd name="T2" fmla="*/ 40 w 5"/>
                  <a:gd name="T3" fmla="*/ 37 h 13"/>
                  <a:gd name="T4" fmla="*/ 0 w 5"/>
                  <a:gd name="T5" fmla="*/ 81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13">
                    <a:moveTo>
                      <a:pt x="0" y="12"/>
                    </a:moveTo>
                    <a:cubicBezTo>
                      <a:pt x="0" y="11"/>
                      <a:pt x="5" y="0"/>
                      <a:pt x="5" y="6"/>
                    </a:cubicBezTo>
                    <a:cubicBezTo>
                      <a:pt x="5" y="10"/>
                      <a:pt x="3" y="11"/>
                      <a:pt x="0" y="13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061" name="Freeform 860">
                <a:extLst>
                  <a:ext uri="{FF2B5EF4-FFF2-40B4-BE49-F238E27FC236}">
                    <a16:creationId xmlns:a16="http://schemas.microsoft.com/office/drawing/2014/main" id="{96153A0C-4772-4538-A5F5-335108DE25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1" y="2478"/>
                <a:ext cx="13" cy="28"/>
              </a:xfrm>
              <a:custGeom>
                <a:avLst/>
                <a:gdLst>
                  <a:gd name="T0" fmla="*/ 0 w 7"/>
                  <a:gd name="T1" fmla="*/ 7 h 15"/>
                  <a:gd name="T2" fmla="*/ 37 w 7"/>
                  <a:gd name="T3" fmla="*/ 7 h 15"/>
                  <a:gd name="T4" fmla="*/ 37 w 7"/>
                  <a:gd name="T5" fmla="*/ 45 h 15"/>
                  <a:gd name="T6" fmla="*/ 32 w 7"/>
                  <a:gd name="T7" fmla="*/ 84 h 15"/>
                  <a:gd name="T8" fmla="*/ 13 w 7"/>
                  <a:gd name="T9" fmla="*/ 97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15">
                    <a:moveTo>
                      <a:pt x="0" y="1"/>
                    </a:moveTo>
                    <a:cubicBezTo>
                      <a:pt x="2" y="1"/>
                      <a:pt x="5" y="0"/>
                      <a:pt x="6" y="1"/>
                    </a:cubicBezTo>
                    <a:cubicBezTo>
                      <a:pt x="7" y="2"/>
                      <a:pt x="6" y="5"/>
                      <a:pt x="6" y="7"/>
                    </a:cubicBezTo>
                    <a:cubicBezTo>
                      <a:pt x="6" y="8"/>
                      <a:pt x="6" y="11"/>
                      <a:pt x="5" y="13"/>
                    </a:cubicBezTo>
                    <a:cubicBezTo>
                      <a:pt x="5" y="14"/>
                      <a:pt x="3" y="14"/>
                      <a:pt x="2" y="15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062" name="Freeform 861">
                <a:extLst>
                  <a:ext uri="{FF2B5EF4-FFF2-40B4-BE49-F238E27FC236}">
                    <a16:creationId xmlns:a16="http://schemas.microsoft.com/office/drawing/2014/main" id="{04AABDCC-4C48-4DA7-9972-2CE0A16DD4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9" y="2539"/>
                <a:ext cx="17" cy="25"/>
              </a:xfrm>
              <a:custGeom>
                <a:avLst/>
                <a:gdLst>
                  <a:gd name="T0" fmla="*/ 60 w 9"/>
                  <a:gd name="T1" fmla="*/ 23 h 13"/>
                  <a:gd name="T2" fmla="*/ 15 w 9"/>
                  <a:gd name="T3" fmla="*/ 37 h 13"/>
                  <a:gd name="T4" fmla="*/ 0 w 9"/>
                  <a:gd name="T5" fmla="*/ 92 h 13"/>
                  <a:gd name="T6" fmla="*/ 53 w 9"/>
                  <a:gd name="T7" fmla="*/ 92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13">
                    <a:moveTo>
                      <a:pt x="9" y="3"/>
                    </a:moveTo>
                    <a:cubicBezTo>
                      <a:pt x="8" y="0"/>
                      <a:pt x="3" y="3"/>
                      <a:pt x="2" y="5"/>
                    </a:cubicBezTo>
                    <a:cubicBezTo>
                      <a:pt x="1" y="7"/>
                      <a:pt x="0" y="11"/>
                      <a:pt x="0" y="13"/>
                    </a:cubicBezTo>
                    <a:cubicBezTo>
                      <a:pt x="3" y="12"/>
                      <a:pt x="6" y="10"/>
                      <a:pt x="8" y="13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063" name="Freeform 862">
                <a:extLst>
                  <a:ext uri="{FF2B5EF4-FFF2-40B4-BE49-F238E27FC236}">
                    <a16:creationId xmlns:a16="http://schemas.microsoft.com/office/drawing/2014/main" id="{DF7CE336-B801-4E57-B168-E3019C0288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4" y="2534"/>
                <a:ext cx="24" cy="26"/>
              </a:xfrm>
              <a:custGeom>
                <a:avLst/>
                <a:gdLst>
                  <a:gd name="T0" fmla="*/ 44 w 13"/>
                  <a:gd name="T1" fmla="*/ 89 h 14"/>
                  <a:gd name="T2" fmla="*/ 0 w 13"/>
                  <a:gd name="T3" fmla="*/ 76 h 14"/>
                  <a:gd name="T4" fmla="*/ 37 w 13"/>
                  <a:gd name="T5" fmla="*/ 20 h 14"/>
                  <a:gd name="T6" fmla="*/ 81 w 13"/>
                  <a:gd name="T7" fmla="*/ 45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14">
                    <a:moveTo>
                      <a:pt x="7" y="14"/>
                    </a:moveTo>
                    <a:cubicBezTo>
                      <a:pt x="6" y="12"/>
                      <a:pt x="2" y="11"/>
                      <a:pt x="0" y="12"/>
                    </a:cubicBezTo>
                    <a:cubicBezTo>
                      <a:pt x="3" y="10"/>
                      <a:pt x="4" y="5"/>
                      <a:pt x="6" y="3"/>
                    </a:cubicBezTo>
                    <a:cubicBezTo>
                      <a:pt x="9" y="0"/>
                      <a:pt x="13" y="3"/>
                      <a:pt x="13" y="7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064" name="Freeform 863">
                <a:extLst>
                  <a:ext uri="{FF2B5EF4-FFF2-40B4-BE49-F238E27FC236}">
                    <a16:creationId xmlns:a16="http://schemas.microsoft.com/office/drawing/2014/main" id="{76AF00B2-FA88-4C0D-A38B-180F747867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0" y="2478"/>
                <a:ext cx="14" cy="31"/>
              </a:xfrm>
              <a:custGeom>
                <a:avLst/>
                <a:gdLst>
                  <a:gd name="T0" fmla="*/ 56 w 7"/>
                  <a:gd name="T1" fmla="*/ 7 h 17"/>
                  <a:gd name="T2" fmla="*/ 8 w 7"/>
                  <a:gd name="T3" fmla="*/ 44 h 17"/>
                  <a:gd name="T4" fmla="*/ 24 w 7"/>
                  <a:gd name="T5" fmla="*/ 104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7">
                    <a:moveTo>
                      <a:pt x="7" y="1"/>
                    </a:moveTo>
                    <a:cubicBezTo>
                      <a:pt x="2" y="0"/>
                      <a:pt x="2" y="3"/>
                      <a:pt x="1" y="7"/>
                    </a:cubicBezTo>
                    <a:cubicBezTo>
                      <a:pt x="1" y="10"/>
                      <a:pt x="0" y="15"/>
                      <a:pt x="3" y="17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065" name="Freeform 864">
                <a:extLst>
                  <a:ext uri="{FF2B5EF4-FFF2-40B4-BE49-F238E27FC236}">
                    <a16:creationId xmlns:a16="http://schemas.microsoft.com/office/drawing/2014/main" id="{CAE25A90-2E43-4659-A705-32344FE349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6" y="2539"/>
                <a:ext cx="24" cy="25"/>
              </a:xfrm>
              <a:custGeom>
                <a:avLst/>
                <a:gdLst>
                  <a:gd name="T0" fmla="*/ 37 w 13"/>
                  <a:gd name="T1" fmla="*/ 71 h 13"/>
                  <a:gd name="T2" fmla="*/ 81 w 13"/>
                  <a:gd name="T3" fmla="*/ 85 h 13"/>
                  <a:gd name="T4" fmla="*/ 61 w 13"/>
                  <a:gd name="T5" fmla="*/ 44 h 13"/>
                  <a:gd name="T6" fmla="*/ 44 w 13"/>
                  <a:gd name="T7" fmla="*/ 8 h 13"/>
                  <a:gd name="T8" fmla="*/ 0 w 13"/>
                  <a:gd name="T9" fmla="*/ 23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3">
                    <a:moveTo>
                      <a:pt x="6" y="10"/>
                    </a:moveTo>
                    <a:cubicBezTo>
                      <a:pt x="7" y="12"/>
                      <a:pt x="11" y="13"/>
                      <a:pt x="13" y="12"/>
                    </a:cubicBezTo>
                    <a:cubicBezTo>
                      <a:pt x="12" y="10"/>
                      <a:pt x="11" y="8"/>
                      <a:pt x="10" y="6"/>
                    </a:cubicBezTo>
                    <a:cubicBezTo>
                      <a:pt x="9" y="4"/>
                      <a:pt x="8" y="2"/>
                      <a:pt x="7" y="1"/>
                    </a:cubicBezTo>
                    <a:cubicBezTo>
                      <a:pt x="6" y="0"/>
                      <a:pt x="1" y="1"/>
                      <a:pt x="0" y="3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066" name="Freeform 865">
                <a:extLst>
                  <a:ext uri="{FF2B5EF4-FFF2-40B4-BE49-F238E27FC236}">
                    <a16:creationId xmlns:a16="http://schemas.microsoft.com/office/drawing/2014/main" id="{819814BE-577C-49E5-A9DD-45DA3E6A22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8" y="2539"/>
                <a:ext cx="19" cy="26"/>
              </a:xfrm>
              <a:custGeom>
                <a:avLst/>
                <a:gdLst>
                  <a:gd name="T0" fmla="*/ 15 w 10"/>
                  <a:gd name="T1" fmla="*/ 84 h 14"/>
                  <a:gd name="T2" fmla="*/ 40 w 10"/>
                  <a:gd name="T3" fmla="*/ 84 h 14"/>
                  <a:gd name="T4" fmla="*/ 68 w 10"/>
                  <a:gd name="T5" fmla="*/ 89 h 14"/>
                  <a:gd name="T6" fmla="*/ 48 w 10"/>
                  <a:gd name="T7" fmla="*/ 59 h 14"/>
                  <a:gd name="T8" fmla="*/ 40 w 10"/>
                  <a:gd name="T9" fmla="*/ 24 h 14"/>
                  <a:gd name="T10" fmla="*/ 0 w 10"/>
                  <a:gd name="T11" fmla="*/ 7 h 1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" h="14">
                    <a:moveTo>
                      <a:pt x="2" y="13"/>
                    </a:moveTo>
                    <a:cubicBezTo>
                      <a:pt x="2" y="13"/>
                      <a:pt x="5" y="13"/>
                      <a:pt x="6" y="13"/>
                    </a:cubicBezTo>
                    <a:cubicBezTo>
                      <a:pt x="7" y="13"/>
                      <a:pt x="9" y="13"/>
                      <a:pt x="10" y="14"/>
                    </a:cubicBezTo>
                    <a:cubicBezTo>
                      <a:pt x="9" y="13"/>
                      <a:pt x="8" y="11"/>
                      <a:pt x="7" y="9"/>
                    </a:cubicBezTo>
                    <a:cubicBezTo>
                      <a:pt x="7" y="8"/>
                      <a:pt x="6" y="6"/>
                      <a:pt x="6" y="4"/>
                    </a:cubicBezTo>
                    <a:cubicBezTo>
                      <a:pt x="5" y="2"/>
                      <a:pt x="3" y="0"/>
                      <a:pt x="0" y="1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067" name="Freeform 866">
                <a:extLst>
                  <a:ext uri="{FF2B5EF4-FFF2-40B4-BE49-F238E27FC236}">
                    <a16:creationId xmlns:a16="http://schemas.microsoft.com/office/drawing/2014/main" id="{21675091-14D1-46C5-9DEC-C9349D5CF7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2" y="2522"/>
                <a:ext cx="18" cy="19"/>
              </a:xfrm>
              <a:custGeom>
                <a:avLst/>
                <a:gdLst>
                  <a:gd name="T0" fmla="*/ 29 w 10"/>
                  <a:gd name="T1" fmla="*/ 61 h 10"/>
                  <a:gd name="T2" fmla="*/ 52 w 10"/>
                  <a:gd name="T3" fmla="*/ 61 h 10"/>
                  <a:gd name="T4" fmla="*/ 45 w 10"/>
                  <a:gd name="T5" fmla="*/ 40 h 10"/>
                  <a:gd name="T6" fmla="*/ 41 w 10"/>
                  <a:gd name="T7" fmla="*/ 21 h 10"/>
                  <a:gd name="T8" fmla="*/ 23 w 10"/>
                  <a:gd name="T9" fmla="*/ 0 h 10"/>
                  <a:gd name="T10" fmla="*/ 0 w 10"/>
                  <a:gd name="T11" fmla="*/ 0 h 1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" h="10">
                    <a:moveTo>
                      <a:pt x="5" y="9"/>
                    </a:moveTo>
                    <a:cubicBezTo>
                      <a:pt x="5" y="9"/>
                      <a:pt x="8" y="10"/>
                      <a:pt x="9" y="9"/>
                    </a:cubicBezTo>
                    <a:cubicBezTo>
                      <a:pt x="10" y="9"/>
                      <a:pt x="9" y="7"/>
                      <a:pt x="8" y="6"/>
                    </a:cubicBezTo>
                    <a:cubicBezTo>
                      <a:pt x="8" y="5"/>
                      <a:pt x="7" y="4"/>
                      <a:pt x="7" y="3"/>
                    </a:cubicBezTo>
                    <a:cubicBezTo>
                      <a:pt x="6" y="1"/>
                      <a:pt x="6" y="1"/>
                      <a:pt x="4" y="0"/>
                    </a:cubicBezTo>
                    <a:cubicBezTo>
                      <a:pt x="3" y="0"/>
                      <a:pt x="1" y="0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068" name="Freeform 867">
                <a:extLst>
                  <a:ext uri="{FF2B5EF4-FFF2-40B4-BE49-F238E27FC236}">
                    <a16:creationId xmlns:a16="http://schemas.microsoft.com/office/drawing/2014/main" id="{A422887F-F7DF-4185-B377-4BB830B789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2" y="1336"/>
                <a:ext cx="142" cy="36"/>
              </a:xfrm>
              <a:custGeom>
                <a:avLst/>
                <a:gdLst>
                  <a:gd name="T0" fmla="*/ 495 w 76"/>
                  <a:gd name="T1" fmla="*/ 129 h 19"/>
                  <a:gd name="T2" fmla="*/ 125 w 76"/>
                  <a:gd name="T3" fmla="*/ 40 h 19"/>
                  <a:gd name="T4" fmla="*/ 0 w 76"/>
                  <a:gd name="T5" fmla="*/ 0 h 19"/>
                  <a:gd name="T6" fmla="*/ 125 w 76"/>
                  <a:gd name="T7" fmla="*/ 32 h 19"/>
                  <a:gd name="T8" fmla="*/ 495 w 76"/>
                  <a:gd name="T9" fmla="*/ 129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6" h="19">
                    <a:moveTo>
                      <a:pt x="76" y="19"/>
                    </a:moveTo>
                    <a:cubicBezTo>
                      <a:pt x="53" y="6"/>
                      <a:pt x="28" y="6"/>
                      <a:pt x="19" y="6"/>
                    </a:cubicBezTo>
                    <a:cubicBezTo>
                      <a:pt x="11" y="5"/>
                      <a:pt x="0" y="0"/>
                      <a:pt x="0" y="0"/>
                    </a:cubicBezTo>
                    <a:cubicBezTo>
                      <a:pt x="0" y="0"/>
                      <a:pt x="11" y="4"/>
                      <a:pt x="19" y="5"/>
                    </a:cubicBezTo>
                    <a:cubicBezTo>
                      <a:pt x="28" y="5"/>
                      <a:pt x="53" y="6"/>
                      <a:pt x="76" y="19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069" name="Freeform 868">
                <a:extLst>
                  <a:ext uri="{FF2B5EF4-FFF2-40B4-BE49-F238E27FC236}">
                    <a16:creationId xmlns:a16="http://schemas.microsoft.com/office/drawing/2014/main" id="{E6D2929B-B2E3-478C-A98C-655302EFF3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8" y="1336"/>
                <a:ext cx="144" cy="36"/>
              </a:xfrm>
              <a:custGeom>
                <a:avLst/>
                <a:gdLst>
                  <a:gd name="T0" fmla="*/ 0 w 77"/>
                  <a:gd name="T1" fmla="*/ 129 h 19"/>
                  <a:gd name="T2" fmla="*/ 374 w 77"/>
                  <a:gd name="T3" fmla="*/ 40 h 19"/>
                  <a:gd name="T4" fmla="*/ 503 w 77"/>
                  <a:gd name="T5" fmla="*/ 0 h 19"/>
                  <a:gd name="T6" fmla="*/ 374 w 77"/>
                  <a:gd name="T7" fmla="*/ 32 h 19"/>
                  <a:gd name="T8" fmla="*/ 0 w 77"/>
                  <a:gd name="T9" fmla="*/ 129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7" h="19">
                    <a:moveTo>
                      <a:pt x="0" y="19"/>
                    </a:moveTo>
                    <a:cubicBezTo>
                      <a:pt x="24" y="6"/>
                      <a:pt x="48" y="6"/>
                      <a:pt x="57" y="6"/>
                    </a:cubicBezTo>
                    <a:cubicBezTo>
                      <a:pt x="65" y="5"/>
                      <a:pt x="77" y="0"/>
                      <a:pt x="77" y="0"/>
                    </a:cubicBezTo>
                    <a:cubicBezTo>
                      <a:pt x="77" y="0"/>
                      <a:pt x="65" y="4"/>
                      <a:pt x="57" y="5"/>
                    </a:cubicBezTo>
                    <a:cubicBezTo>
                      <a:pt x="48" y="5"/>
                      <a:pt x="24" y="6"/>
                      <a:pt x="0" y="19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070" name="Freeform 869">
                <a:extLst>
                  <a:ext uri="{FF2B5EF4-FFF2-40B4-BE49-F238E27FC236}">
                    <a16:creationId xmlns:a16="http://schemas.microsoft.com/office/drawing/2014/main" id="{3D0AF23B-A884-46FC-B0EF-BAD7A4C370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2" y="2149"/>
                <a:ext cx="19" cy="24"/>
              </a:xfrm>
              <a:custGeom>
                <a:avLst/>
                <a:gdLst>
                  <a:gd name="T0" fmla="*/ 68 w 10"/>
                  <a:gd name="T1" fmla="*/ 7 h 13"/>
                  <a:gd name="T2" fmla="*/ 55 w 10"/>
                  <a:gd name="T3" fmla="*/ 13 h 13"/>
                  <a:gd name="T4" fmla="*/ 68 w 10"/>
                  <a:gd name="T5" fmla="*/ 68 h 13"/>
                  <a:gd name="T6" fmla="*/ 55 w 10"/>
                  <a:gd name="T7" fmla="*/ 7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13">
                    <a:moveTo>
                      <a:pt x="10" y="1"/>
                    </a:moveTo>
                    <a:cubicBezTo>
                      <a:pt x="9" y="1"/>
                      <a:pt x="8" y="1"/>
                      <a:pt x="8" y="2"/>
                    </a:cubicBezTo>
                    <a:cubicBezTo>
                      <a:pt x="7" y="6"/>
                      <a:pt x="7" y="9"/>
                      <a:pt x="10" y="11"/>
                    </a:cubicBezTo>
                    <a:cubicBezTo>
                      <a:pt x="1" y="13"/>
                      <a:pt x="0" y="0"/>
                      <a:pt x="8" y="1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071" name="Freeform 870">
                <a:extLst>
                  <a:ext uri="{FF2B5EF4-FFF2-40B4-BE49-F238E27FC236}">
                    <a16:creationId xmlns:a16="http://schemas.microsoft.com/office/drawing/2014/main" id="{5F3EF401-1644-4EE4-9C94-743C7B2ACE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2" y="985"/>
                <a:ext cx="80" cy="129"/>
              </a:xfrm>
              <a:custGeom>
                <a:avLst/>
                <a:gdLst>
                  <a:gd name="T0" fmla="*/ 76 w 43"/>
                  <a:gd name="T1" fmla="*/ 52 h 69"/>
                  <a:gd name="T2" fmla="*/ 149 w 43"/>
                  <a:gd name="T3" fmla="*/ 13 h 69"/>
                  <a:gd name="T4" fmla="*/ 233 w 43"/>
                  <a:gd name="T5" fmla="*/ 7 h 69"/>
                  <a:gd name="T6" fmla="*/ 270 w 43"/>
                  <a:gd name="T7" fmla="*/ 92 h 69"/>
                  <a:gd name="T8" fmla="*/ 246 w 43"/>
                  <a:gd name="T9" fmla="*/ 234 h 69"/>
                  <a:gd name="T10" fmla="*/ 121 w 43"/>
                  <a:gd name="T11" fmla="*/ 391 h 69"/>
                  <a:gd name="T12" fmla="*/ 52 w 43"/>
                  <a:gd name="T13" fmla="*/ 443 h 69"/>
                  <a:gd name="T14" fmla="*/ 0 w 43"/>
                  <a:gd name="T15" fmla="*/ 374 h 6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3" h="69">
                    <a:moveTo>
                      <a:pt x="12" y="8"/>
                    </a:moveTo>
                    <a:cubicBezTo>
                      <a:pt x="16" y="7"/>
                      <a:pt x="19" y="3"/>
                      <a:pt x="23" y="2"/>
                    </a:cubicBezTo>
                    <a:cubicBezTo>
                      <a:pt x="27" y="0"/>
                      <a:pt x="32" y="0"/>
                      <a:pt x="36" y="1"/>
                    </a:cubicBezTo>
                    <a:cubicBezTo>
                      <a:pt x="41" y="3"/>
                      <a:pt x="42" y="9"/>
                      <a:pt x="42" y="14"/>
                    </a:cubicBezTo>
                    <a:cubicBezTo>
                      <a:pt x="43" y="21"/>
                      <a:pt x="42" y="31"/>
                      <a:pt x="38" y="36"/>
                    </a:cubicBezTo>
                    <a:cubicBezTo>
                      <a:pt x="31" y="45"/>
                      <a:pt x="24" y="51"/>
                      <a:pt x="19" y="60"/>
                    </a:cubicBezTo>
                    <a:cubicBezTo>
                      <a:pt x="17" y="64"/>
                      <a:pt x="13" y="69"/>
                      <a:pt x="8" y="68"/>
                    </a:cubicBezTo>
                    <a:cubicBezTo>
                      <a:pt x="2" y="68"/>
                      <a:pt x="2" y="61"/>
                      <a:pt x="0" y="57"/>
                    </a:cubicBezTo>
                  </a:path>
                </a:pathLst>
              </a:custGeom>
              <a:solidFill>
                <a:srgbClr val="75332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072" name="Freeform 871">
                <a:extLst>
                  <a:ext uri="{FF2B5EF4-FFF2-40B4-BE49-F238E27FC236}">
                    <a16:creationId xmlns:a16="http://schemas.microsoft.com/office/drawing/2014/main" id="{5670A867-ADE3-46CC-9DF8-8877E2394A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2" y="985"/>
                <a:ext cx="80" cy="129"/>
              </a:xfrm>
              <a:custGeom>
                <a:avLst/>
                <a:gdLst>
                  <a:gd name="T0" fmla="*/ 76 w 43"/>
                  <a:gd name="T1" fmla="*/ 52 h 69"/>
                  <a:gd name="T2" fmla="*/ 149 w 43"/>
                  <a:gd name="T3" fmla="*/ 13 h 69"/>
                  <a:gd name="T4" fmla="*/ 233 w 43"/>
                  <a:gd name="T5" fmla="*/ 7 h 69"/>
                  <a:gd name="T6" fmla="*/ 270 w 43"/>
                  <a:gd name="T7" fmla="*/ 92 h 69"/>
                  <a:gd name="T8" fmla="*/ 246 w 43"/>
                  <a:gd name="T9" fmla="*/ 234 h 69"/>
                  <a:gd name="T10" fmla="*/ 121 w 43"/>
                  <a:gd name="T11" fmla="*/ 391 h 69"/>
                  <a:gd name="T12" fmla="*/ 52 w 43"/>
                  <a:gd name="T13" fmla="*/ 443 h 69"/>
                  <a:gd name="T14" fmla="*/ 0 w 43"/>
                  <a:gd name="T15" fmla="*/ 374 h 6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3" h="69">
                    <a:moveTo>
                      <a:pt x="12" y="8"/>
                    </a:moveTo>
                    <a:cubicBezTo>
                      <a:pt x="16" y="7"/>
                      <a:pt x="19" y="3"/>
                      <a:pt x="23" y="2"/>
                    </a:cubicBezTo>
                    <a:cubicBezTo>
                      <a:pt x="27" y="0"/>
                      <a:pt x="32" y="0"/>
                      <a:pt x="36" y="1"/>
                    </a:cubicBezTo>
                    <a:cubicBezTo>
                      <a:pt x="41" y="3"/>
                      <a:pt x="42" y="9"/>
                      <a:pt x="42" y="14"/>
                    </a:cubicBezTo>
                    <a:cubicBezTo>
                      <a:pt x="43" y="21"/>
                      <a:pt x="42" y="31"/>
                      <a:pt x="38" y="36"/>
                    </a:cubicBezTo>
                    <a:cubicBezTo>
                      <a:pt x="31" y="45"/>
                      <a:pt x="24" y="51"/>
                      <a:pt x="19" y="60"/>
                    </a:cubicBezTo>
                    <a:cubicBezTo>
                      <a:pt x="17" y="64"/>
                      <a:pt x="13" y="69"/>
                      <a:pt x="8" y="68"/>
                    </a:cubicBezTo>
                    <a:cubicBezTo>
                      <a:pt x="2" y="68"/>
                      <a:pt x="2" y="61"/>
                      <a:pt x="0" y="57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073" name="Freeform 872">
                <a:extLst>
                  <a:ext uri="{FF2B5EF4-FFF2-40B4-BE49-F238E27FC236}">
                    <a16:creationId xmlns:a16="http://schemas.microsoft.com/office/drawing/2014/main" id="{1A36C114-B081-438C-A0EC-F97BE655E7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7" y="998"/>
                <a:ext cx="38" cy="64"/>
              </a:xfrm>
              <a:custGeom>
                <a:avLst/>
                <a:gdLst>
                  <a:gd name="T0" fmla="*/ 0 w 20"/>
                  <a:gd name="T1" fmla="*/ 226 h 34"/>
                  <a:gd name="T2" fmla="*/ 84 w 20"/>
                  <a:gd name="T3" fmla="*/ 160 h 34"/>
                  <a:gd name="T4" fmla="*/ 108 w 20"/>
                  <a:gd name="T5" fmla="*/ 60 h 34"/>
                  <a:gd name="T6" fmla="*/ 76 w 20"/>
                  <a:gd name="T7" fmla="*/ 0 h 34"/>
                  <a:gd name="T8" fmla="*/ 15 w 20"/>
                  <a:gd name="T9" fmla="*/ 28 h 34"/>
                  <a:gd name="T10" fmla="*/ 76 w 20"/>
                  <a:gd name="T11" fmla="*/ 8 h 34"/>
                  <a:gd name="T12" fmla="*/ 76 w 20"/>
                  <a:gd name="T13" fmla="*/ 152 h 34"/>
                  <a:gd name="T14" fmla="*/ 0 w 20"/>
                  <a:gd name="T15" fmla="*/ 226 h 3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0" h="34">
                    <a:moveTo>
                      <a:pt x="0" y="34"/>
                    </a:moveTo>
                    <a:cubicBezTo>
                      <a:pt x="2" y="29"/>
                      <a:pt x="9" y="28"/>
                      <a:pt x="12" y="24"/>
                    </a:cubicBezTo>
                    <a:cubicBezTo>
                      <a:pt x="14" y="20"/>
                      <a:pt x="17" y="14"/>
                      <a:pt x="16" y="9"/>
                    </a:cubicBezTo>
                    <a:cubicBezTo>
                      <a:pt x="15" y="6"/>
                      <a:pt x="15" y="1"/>
                      <a:pt x="11" y="0"/>
                    </a:cubicBezTo>
                    <a:cubicBezTo>
                      <a:pt x="8" y="0"/>
                      <a:pt x="5" y="2"/>
                      <a:pt x="2" y="4"/>
                    </a:cubicBezTo>
                    <a:cubicBezTo>
                      <a:pt x="2" y="4"/>
                      <a:pt x="9" y="1"/>
                      <a:pt x="11" y="1"/>
                    </a:cubicBezTo>
                    <a:cubicBezTo>
                      <a:pt x="13" y="2"/>
                      <a:pt x="20" y="13"/>
                      <a:pt x="11" y="23"/>
                    </a:cubicBezTo>
                    <a:cubicBezTo>
                      <a:pt x="2" y="34"/>
                      <a:pt x="3" y="27"/>
                      <a:pt x="0" y="34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074" name="Freeform 873">
                <a:extLst>
                  <a:ext uri="{FF2B5EF4-FFF2-40B4-BE49-F238E27FC236}">
                    <a16:creationId xmlns:a16="http://schemas.microsoft.com/office/drawing/2014/main" id="{788AE1D3-52BE-4E69-AC1A-39CFAE74FD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8" y="1049"/>
                <a:ext cx="9" cy="30"/>
              </a:xfrm>
              <a:custGeom>
                <a:avLst/>
                <a:gdLst>
                  <a:gd name="T0" fmla="*/ 29 w 5"/>
                  <a:gd name="T1" fmla="*/ 73 h 16"/>
                  <a:gd name="T2" fmla="*/ 0 w 5"/>
                  <a:gd name="T3" fmla="*/ 105 h 16"/>
                  <a:gd name="T4" fmla="*/ 0 w 5"/>
                  <a:gd name="T5" fmla="*/ 15 h 16"/>
                  <a:gd name="T6" fmla="*/ 0 w 5"/>
                  <a:gd name="T7" fmla="*/ 15 h 16"/>
                  <a:gd name="T8" fmla="*/ 16 w 5"/>
                  <a:gd name="T9" fmla="*/ 32 h 16"/>
                  <a:gd name="T10" fmla="*/ 7 w 5"/>
                  <a:gd name="T11" fmla="*/ 99 h 16"/>
                  <a:gd name="T12" fmla="*/ 29 w 5"/>
                  <a:gd name="T13" fmla="*/ 73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" h="16">
                    <a:moveTo>
                      <a:pt x="5" y="11"/>
                    </a:moveTo>
                    <a:cubicBezTo>
                      <a:pt x="4" y="12"/>
                      <a:pt x="1" y="16"/>
                      <a:pt x="0" y="16"/>
                    </a:cubicBezTo>
                    <a:cubicBezTo>
                      <a:pt x="0" y="14"/>
                      <a:pt x="5" y="3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3" y="0"/>
                      <a:pt x="3" y="5"/>
                    </a:cubicBezTo>
                    <a:cubicBezTo>
                      <a:pt x="4" y="10"/>
                      <a:pt x="1" y="15"/>
                      <a:pt x="1" y="15"/>
                    </a:cubicBezTo>
                    <a:lnTo>
                      <a:pt x="5" y="1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075" name="Freeform 874">
                <a:extLst>
                  <a:ext uri="{FF2B5EF4-FFF2-40B4-BE49-F238E27FC236}">
                    <a16:creationId xmlns:a16="http://schemas.microsoft.com/office/drawing/2014/main" id="{53478B37-56E9-419F-804C-BCF82DC4CA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9" y="989"/>
                <a:ext cx="33" cy="45"/>
              </a:xfrm>
              <a:custGeom>
                <a:avLst/>
                <a:gdLst>
                  <a:gd name="T0" fmla="*/ 0 w 18"/>
                  <a:gd name="T1" fmla="*/ 15 h 24"/>
                  <a:gd name="T2" fmla="*/ 81 w 18"/>
                  <a:gd name="T3" fmla="*/ 28 h 24"/>
                  <a:gd name="T4" fmla="*/ 57 w 18"/>
                  <a:gd name="T5" fmla="*/ 158 h 24"/>
                  <a:gd name="T6" fmla="*/ 73 w 18"/>
                  <a:gd name="T7" fmla="*/ 60 h 24"/>
                  <a:gd name="T8" fmla="*/ 20 w 18"/>
                  <a:gd name="T9" fmla="*/ 21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24">
                    <a:moveTo>
                      <a:pt x="0" y="2"/>
                    </a:moveTo>
                    <a:cubicBezTo>
                      <a:pt x="4" y="1"/>
                      <a:pt x="11" y="0"/>
                      <a:pt x="13" y="4"/>
                    </a:cubicBezTo>
                    <a:cubicBezTo>
                      <a:pt x="18" y="10"/>
                      <a:pt x="14" y="20"/>
                      <a:pt x="9" y="24"/>
                    </a:cubicBezTo>
                    <a:cubicBezTo>
                      <a:pt x="13" y="21"/>
                      <a:pt x="14" y="13"/>
                      <a:pt x="12" y="9"/>
                    </a:cubicBezTo>
                    <a:cubicBezTo>
                      <a:pt x="10" y="5"/>
                      <a:pt x="7" y="2"/>
                      <a:pt x="3" y="3"/>
                    </a:cubicBezTo>
                  </a:path>
                </a:pathLst>
              </a:custGeom>
              <a:solidFill>
                <a:srgbClr val="6B2D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076" name="Freeform 875">
                <a:extLst>
                  <a:ext uri="{FF2B5EF4-FFF2-40B4-BE49-F238E27FC236}">
                    <a16:creationId xmlns:a16="http://schemas.microsoft.com/office/drawing/2014/main" id="{13F4D028-798B-4BD6-8F88-F30D9EB5BE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1" y="1002"/>
                <a:ext cx="23" cy="32"/>
              </a:xfrm>
              <a:custGeom>
                <a:avLst/>
                <a:gdLst>
                  <a:gd name="T0" fmla="*/ 0 w 12"/>
                  <a:gd name="T1" fmla="*/ 21 h 17"/>
                  <a:gd name="T2" fmla="*/ 36 w 12"/>
                  <a:gd name="T3" fmla="*/ 8 h 17"/>
                  <a:gd name="T4" fmla="*/ 69 w 12"/>
                  <a:gd name="T5" fmla="*/ 8 h 17"/>
                  <a:gd name="T6" fmla="*/ 63 w 12"/>
                  <a:gd name="T7" fmla="*/ 60 h 17"/>
                  <a:gd name="T8" fmla="*/ 23 w 12"/>
                  <a:gd name="T9" fmla="*/ 113 h 17"/>
                  <a:gd name="T10" fmla="*/ 48 w 12"/>
                  <a:gd name="T11" fmla="*/ 45 h 17"/>
                  <a:gd name="T12" fmla="*/ 8 w 12"/>
                  <a:gd name="T13" fmla="*/ 21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7">
                    <a:moveTo>
                      <a:pt x="0" y="3"/>
                    </a:moveTo>
                    <a:cubicBezTo>
                      <a:pt x="2" y="3"/>
                      <a:pt x="3" y="2"/>
                      <a:pt x="5" y="1"/>
                    </a:cubicBezTo>
                    <a:cubicBezTo>
                      <a:pt x="7" y="0"/>
                      <a:pt x="9" y="0"/>
                      <a:pt x="10" y="1"/>
                    </a:cubicBezTo>
                    <a:cubicBezTo>
                      <a:pt x="12" y="3"/>
                      <a:pt x="10" y="7"/>
                      <a:pt x="9" y="9"/>
                    </a:cubicBezTo>
                    <a:cubicBezTo>
                      <a:pt x="7" y="12"/>
                      <a:pt x="5" y="15"/>
                      <a:pt x="3" y="17"/>
                    </a:cubicBezTo>
                    <a:cubicBezTo>
                      <a:pt x="5" y="15"/>
                      <a:pt x="8" y="10"/>
                      <a:pt x="7" y="7"/>
                    </a:cubicBezTo>
                    <a:cubicBezTo>
                      <a:pt x="7" y="4"/>
                      <a:pt x="3" y="2"/>
                      <a:pt x="1" y="3"/>
                    </a:cubicBezTo>
                  </a:path>
                </a:pathLst>
              </a:custGeom>
              <a:solidFill>
                <a:srgbClr val="7E39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077" name="Freeform 876">
                <a:extLst>
                  <a:ext uri="{FF2B5EF4-FFF2-40B4-BE49-F238E27FC236}">
                    <a16:creationId xmlns:a16="http://schemas.microsoft.com/office/drawing/2014/main" id="{CFD31A9B-B9A7-4AE8-8809-C26FBBF965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4" y="1038"/>
                <a:ext cx="5" cy="22"/>
              </a:xfrm>
              <a:custGeom>
                <a:avLst/>
                <a:gdLst>
                  <a:gd name="T0" fmla="*/ 0 w 3"/>
                  <a:gd name="T1" fmla="*/ 51 h 12"/>
                  <a:gd name="T2" fmla="*/ 5 w 3"/>
                  <a:gd name="T3" fmla="*/ 73 h 12"/>
                  <a:gd name="T4" fmla="*/ 13 w 3"/>
                  <a:gd name="T5" fmla="*/ 37 h 12"/>
                  <a:gd name="T6" fmla="*/ 8 w 3"/>
                  <a:gd name="T7" fmla="*/ 0 h 12"/>
                  <a:gd name="T8" fmla="*/ 0 w 3"/>
                  <a:gd name="T9" fmla="*/ 44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12">
                    <a:moveTo>
                      <a:pt x="0" y="8"/>
                    </a:moveTo>
                    <a:cubicBezTo>
                      <a:pt x="1" y="9"/>
                      <a:pt x="1" y="10"/>
                      <a:pt x="1" y="12"/>
                    </a:cubicBezTo>
                    <a:cubicBezTo>
                      <a:pt x="2" y="11"/>
                      <a:pt x="3" y="7"/>
                      <a:pt x="3" y="6"/>
                    </a:cubicBezTo>
                    <a:cubicBezTo>
                      <a:pt x="3" y="4"/>
                      <a:pt x="3" y="1"/>
                      <a:pt x="2" y="0"/>
                    </a:cubicBezTo>
                    <a:cubicBezTo>
                      <a:pt x="0" y="2"/>
                      <a:pt x="1" y="5"/>
                      <a:pt x="0" y="7"/>
                    </a:cubicBezTo>
                  </a:path>
                </a:pathLst>
              </a:custGeom>
              <a:solidFill>
                <a:srgbClr val="7E39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078" name="Freeform 877">
                <a:extLst>
                  <a:ext uri="{FF2B5EF4-FFF2-40B4-BE49-F238E27FC236}">
                    <a16:creationId xmlns:a16="http://schemas.microsoft.com/office/drawing/2014/main" id="{1FAD96AD-E2DB-4964-B187-D1B78059FB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2" y="985"/>
                <a:ext cx="80" cy="129"/>
              </a:xfrm>
              <a:custGeom>
                <a:avLst/>
                <a:gdLst>
                  <a:gd name="T0" fmla="*/ 193 w 43"/>
                  <a:gd name="T1" fmla="*/ 52 h 69"/>
                  <a:gd name="T2" fmla="*/ 128 w 43"/>
                  <a:gd name="T3" fmla="*/ 13 h 69"/>
                  <a:gd name="T4" fmla="*/ 45 w 43"/>
                  <a:gd name="T5" fmla="*/ 7 h 69"/>
                  <a:gd name="T6" fmla="*/ 0 w 43"/>
                  <a:gd name="T7" fmla="*/ 92 h 69"/>
                  <a:gd name="T8" fmla="*/ 32 w 43"/>
                  <a:gd name="T9" fmla="*/ 234 h 69"/>
                  <a:gd name="T10" fmla="*/ 156 w 43"/>
                  <a:gd name="T11" fmla="*/ 391 h 69"/>
                  <a:gd name="T12" fmla="*/ 218 w 43"/>
                  <a:gd name="T13" fmla="*/ 443 h 69"/>
                  <a:gd name="T14" fmla="*/ 277 w 43"/>
                  <a:gd name="T15" fmla="*/ 374 h 6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3" h="69">
                    <a:moveTo>
                      <a:pt x="30" y="8"/>
                    </a:moveTo>
                    <a:cubicBezTo>
                      <a:pt x="26" y="7"/>
                      <a:pt x="23" y="3"/>
                      <a:pt x="20" y="2"/>
                    </a:cubicBezTo>
                    <a:cubicBezTo>
                      <a:pt x="16" y="0"/>
                      <a:pt x="11" y="0"/>
                      <a:pt x="7" y="1"/>
                    </a:cubicBezTo>
                    <a:cubicBezTo>
                      <a:pt x="2" y="3"/>
                      <a:pt x="0" y="9"/>
                      <a:pt x="0" y="14"/>
                    </a:cubicBezTo>
                    <a:cubicBezTo>
                      <a:pt x="0" y="21"/>
                      <a:pt x="0" y="31"/>
                      <a:pt x="5" y="36"/>
                    </a:cubicBezTo>
                    <a:cubicBezTo>
                      <a:pt x="12" y="45"/>
                      <a:pt x="18" y="51"/>
                      <a:pt x="24" y="60"/>
                    </a:cubicBezTo>
                    <a:cubicBezTo>
                      <a:pt x="26" y="64"/>
                      <a:pt x="29" y="69"/>
                      <a:pt x="34" y="68"/>
                    </a:cubicBezTo>
                    <a:cubicBezTo>
                      <a:pt x="41" y="68"/>
                      <a:pt x="41" y="61"/>
                      <a:pt x="43" y="57"/>
                    </a:cubicBezTo>
                  </a:path>
                </a:pathLst>
              </a:custGeom>
              <a:solidFill>
                <a:srgbClr val="75332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079" name="Freeform 878">
                <a:extLst>
                  <a:ext uri="{FF2B5EF4-FFF2-40B4-BE49-F238E27FC236}">
                    <a16:creationId xmlns:a16="http://schemas.microsoft.com/office/drawing/2014/main" id="{DDC721D0-0B75-4F35-B25E-7D1875FD44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2" y="985"/>
                <a:ext cx="80" cy="129"/>
              </a:xfrm>
              <a:custGeom>
                <a:avLst/>
                <a:gdLst>
                  <a:gd name="T0" fmla="*/ 193 w 43"/>
                  <a:gd name="T1" fmla="*/ 52 h 69"/>
                  <a:gd name="T2" fmla="*/ 128 w 43"/>
                  <a:gd name="T3" fmla="*/ 13 h 69"/>
                  <a:gd name="T4" fmla="*/ 45 w 43"/>
                  <a:gd name="T5" fmla="*/ 7 h 69"/>
                  <a:gd name="T6" fmla="*/ 0 w 43"/>
                  <a:gd name="T7" fmla="*/ 92 h 69"/>
                  <a:gd name="T8" fmla="*/ 32 w 43"/>
                  <a:gd name="T9" fmla="*/ 234 h 69"/>
                  <a:gd name="T10" fmla="*/ 156 w 43"/>
                  <a:gd name="T11" fmla="*/ 391 h 69"/>
                  <a:gd name="T12" fmla="*/ 218 w 43"/>
                  <a:gd name="T13" fmla="*/ 443 h 69"/>
                  <a:gd name="T14" fmla="*/ 277 w 43"/>
                  <a:gd name="T15" fmla="*/ 374 h 6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3" h="69">
                    <a:moveTo>
                      <a:pt x="30" y="8"/>
                    </a:moveTo>
                    <a:cubicBezTo>
                      <a:pt x="26" y="7"/>
                      <a:pt x="23" y="3"/>
                      <a:pt x="20" y="2"/>
                    </a:cubicBezTo>
                    <a:cubicBezTo>
                      <a:pt x="16" y="0"/>
                      <a:pt x="11" y="0"/>
                      <a:pt x="7" y="1"/>
                    </a:cubicBezTo>
                    <a:cubicBezTo>
                      <a:pt x="2" y="3"/>
                      <a:pt x="0" y="9"/>
                      <a:pt x="0" y="14"/>
                    </a:cubicBezTo>
                    <a:cubicBezTo>
                      <a:pt x="0" y="21"/>
                      <a:pt x="0" y="31"/>
                      <a:pt x="5" y="36"/>
                    </a:cubicBezTo>
                    <a:cubicBezTo>
                      <a:pt x="12" y="45"/>
                      <a:pt x="18" y="51"/>
                      <a:pt x="24" y="60"/>
                    </a:cubicBezTo>
                    <a:cubicBezTo>
                      <a:pt x="26" y="64"/>
                      <a:pt x="29" y="69"/>
                      <a:pt x="34" y="68"/>
                    </a:cubicBezTo>
                    <a:cubicBezTo>
                      <a:pt x="41" y="68"/>
                      <a:pt x="41" y="61"/>
                      <a:pt x="43" y="57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080" name="Freeform 879">
                <a:extLst>
                  <a:ext uri="{FF2B5EF4-FFF2-40B4-BE49-F238E27FC236}">
                    <a16:creationId xmlns:a16="http://schemas.microsoft.com/office/drawing/2014/main" id="{9E6C6EB6-EAC6-4139-8180-55E68156E4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9" y="998"/>
                <a:ext cx="36" cy="64"/>
              </a:xfrm>
              <a:custGeom>
                <a:avLst/>
                <a:gdLst>
                  <a:gd name="T0" fmla="*/ 129 w 19"/>
                  <a:gd name="T1" fmla="*/ 226 h 34"/>
                  <a:gd name="T2" fmla="*/ 53 w 19"/>
                  <a:gd name="T3" fmla="*/ 160 h 34"/>
                  <a:gd name="T4" fmla="*/ 28 w 19"/>
                  <a:gd name="T5" fmla="*/ 60 h 34"/>
                  <a:gd name="T6" fmla="*/ 53 w 19"/>
                  <a:gd name="T7" fmla="*/ 0 h 34"/>
                  <a:gd name="T8" fmla="*/ 121 w 19"/>
                  <a:gd name="T9" fmla="*/ 28 h 34"/>
                  <a:gd name="T10" fmla="*/ 61 w 19"/>
                  <a:gd name="T11" fmla="*/ 8 h 34"/>
                  <a:gd name="T12" fmla="*/ 61 w 19"/>
                  <a:gd name="T13" fmla="*/ 152 h 34"/>
                  <a:gd name="T14" fmla="*/ 129 w 19"/>
                  <a:gd name="T15" fmla="*/ 226 h 3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9" h="34">
                    <a:moveTo>
                      <a:pt x="19" y="34"/>
                    </a:moveTo>
                    <a:cubicBezTo>
                      <a:pt x="18" y="29"/>
                      <a:pt x="10" y="28"/>
                      <a:pt x="8" y="24"/>
                    </a:cubicBezTo>
                    <a:cubicBezTo>
                      <a:pt x="5" y="20"/>
                      <a:pt x="3" y="14"/>
                      <a:pt x="4" y="9"/>
                    </a:cubicBezTo>
                    <a:cubicBezTo>
                      <a:pt x="4" y="6"/>
                      <a:pt x="5" y="1"/>
                      <a:pt x="8" y="0"/>
                    </a:cubicBezTo>
                    <a:cubicBezTo>
                      <a:pt x="12" y="0"/>
                      <a:pt x="15" y="2"/>
                      <a:pt x="18" y="4"/>
                    </a:cubicBezTo>
                    <a:cubicBezTo>
                      <a:pt x="18" y="4"/>
                      <a:pt x="11" y="1"/>
                      <a:pt x="9" y="1"/>
                    </a:cubicBezTo>
                    <a:cubicBezTo>
                      <a:pt x="6" y="2"/>
                      <a:pt x="0" y="13"/>
                      <a:pt x="9" y="23"/>
                    </a:cubicBezTo>
                    <a:cubicBezTo>
                      <a:pt x="17" y="34"/>
                      <a:pt x="17" y="27"/>
                      <a:pt x="19" y="34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081" name="Freeform 880">
                <a:extLst>
                  <a:ext uri="{FF2B5EF4-FFF2-40B4-BE49-F238E27FC236}">
                    <a16:creationId xmlns:a16="http://schemas.microsoft.com/office/drawing/2014/main" id="{A9F9B7FC-E1F9-4A84-B343-820D755A51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5" y="1049"/>
                <a:ext cx="11" cy="30"/>
              </a:xfrm>
              <a:custGeom>
                <a:avLst/>
                <a:gdLst>
                  <a:gd name="T0" fmla="*/ 7 w 6"/>
                  <a:gd name="T1" fmla="*/ 73 h 16"/>
                  <a:gd name="T2" fmla="*/ 37 w 6"/>
                  <a:gd name="T3" fmla="*/ 105 h 16"/>
                  <a:gd name="T4" fmla="*/ 31 w 6"/>
                  <a:gd name="T5" fmla="*/ 15 h 16"/>
                  <a:gd name="T6" fmla="*/ 31 w 6"/>
                  <a:gd name="T7" fmla="*/ 15 h 16"/>
                  <a:gd name="T8" fmla="*/ 13 w 6"/>
                  <a:gd name="T9" fmla="*/ 32 h 16"/>
                  <a:gd name="T10" fmla="*/ 31 w 6"/>
                  <a:gd name="T11" fmla="*/ 99 h 16"/>
                  <a:gd name="T12" fmla="*/ 7 w 6"/>
                  <a:gd name="T13" fmla="*/ 73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" h="16">
                    <a:moveTo>
                      <a:pt x="1" y="11"/>
                    </a:moveTo>
                    <a:cubicBezTo>
                      <a:pt x="2" y="12"/>
                      <a:pt x="4" y="16"/>
                      <a:pt x="6" y="16"/>
                    </a:cubicBezTo>
                    <a:cubicBezTo>
                      <a:pt x="6" y="14"/>
                      <a:pt x="0" y="3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2" y="0"/>
                      <a:pt x="2" y="5"/>
                    </a:cubicBezTo>
                    <a:cubicBezTo>
                      <a:pt x="2" y="10"/>
                      <a:pt x="5" y="15"/>
                      <a:pt x="5" y="15"/>
                    </a:cubicBezTo>
                    <a:lnTo>
                      <a:pt x="1" y="1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082" name="Freeform 881">
                <a:extLst>
                  <a:ext uri="{FF2B5EF4-FFF2-40B4-BE49-F238E27FC236}">
                    <a16:creationId xmlns:a16="http://schemas.microsoft.com/office/drawing/2014/main" id="{744DDADF-E5E1-47B4-A047-AC7F6B5763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2" y="989"/>
                <a:ext cx="32" cy="45"/>
              </a:xfrm>
              <a:custGeom>
                <a:avLst/>
                <a:gdLst>
                  <a:gd name="T0" fmla="*/ 113 w 17"/>
                  <a:gd name="T1" fmla="*/ 15 h 24"/>
                  <a:gd name="T2" fmla="*/ 28 w 17"/>
                  <a:gd name="T3" fmla="*/ 28 h 24"/>
                  <a:gd name="T4" fmla="*/ 60 w 17"/>
                  <a:gd name="T5" fmla="*/ 158 h 24"/>
                  <a:gd name="T6" fmla="*/ 40 w 17"/>
                  <a:gd name="T7" fmla="*/ 60 h 24"/>
                  <a:gd name="T8" fmla="*/ 100 w 17"/>
                  <a:gd name="T9" fmla="*/ 21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24">
                    <a:moveTo>
                      <a:pt x="17" y="2"/>
                    </a:moveTo>
                    <a:cubicBezTo>
                      <a:pt x="14" y="1"/>
                      <a:pt x="7" y="0"/>
                      <a:pt x="4" y="4"/>
                    </a:cubicBezTo>
                    <a:cubicBezTo>
                      <a:pt x="0" y="10"/>
                      <a:pt x="4" y="20"/>
                      <a:pt x="9" y="24"/>
                    </a:cubicBezTo>
                    <a:cubicBezTo>
                      <a:pt x="5" y="21"/>
                      <a:pt x="4" y="13"/>
                      <a:pt x="6" y="9"/>
                    </a:cubicBezTo>
                    <a:cubicBezTo>
                      <a:pt x="7" y="5"/>
                      <a:pt x="11" y="2"/>
                      <a:pt x="15" y="3"/>
                    </a:cubicBezTo>
                  </a:path>
                </a:pathLst>
              </a:custGeom>
              <a:solidFill>
                <a:srgbClr val="6B2D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083" name="Freeform 882">
                <a:extLst>
                  <a:ext uri="{FF2B5EF4-FFF2-40B4-BE49-F238E27FC236}">
                    <a16:creationId xmlns:a16="http://schemas.microsoft.com/office/drawing/2014/main" id="{50528A8A-E57A-4C54-B48D-04645BADD2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9" y="1002"/>
                <a:ext cx="24" cy="32"/>
              </a:xfrm>
              <a:custGeom>
                <a:avLst/>
                <a:gdLst>
                  <a:gd name="T0" fmla="*/ 81 w 13"/>
                  <a:gd name="T1" fmla="*/ 21 h 17"/>
                  <a:gd name="T2" fmla="*/ 44 w 13"/>
                  <a:gd name="T3" fmla="*/ 8 h 17"/>
                  <a:gd name="T4" fmla="*/ 13 w 13"/>
                  <a:gd name="T5" fmla="*/ 8 h 17"/>
                  <a:gd name="T6" fmla="*/ 24 w 13"/>
                  <a:gd name="T7" fmla="*/ 60 h 17"/>
                  <a:gd name="T8" fmla="*/ 61 w 13"/>
                  <a:gd name="T9" fmla="*/ 113 h 17"/>
                  <a:gd name="T10" fmla="*/ 31 w 13"/>
                  <a:gd name="T11" fmla="*/ 45 h 17"/>
                  <a:gd name="T12" fmla="*/ 76 w 13"/>
                  <a:gd name="T13" fmla="*/ 21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17">
                    <a:moveTo>
                      <a:pt x="13" y="3"/>
                    </a:moveTo>
                    <a:cubicBezTo>
                      <a:pt x="11" y="3"/>
                      <a:pt x="9" y="2"/>
                      <a:pt x="7" y="1"/>
                    </a:cubicBezTo>
                    <a:cubicBezTo>
                      <a:pt x="6" y="0"/>
                      <a:pt x="3" y="0"/>
                      <a:pt x="2" y="1"/>
                    </a:cubicBezTo>
                    <a:cubicBezTo>
                      <a:pt x="0" y="3"/>
                      <a:pt x="3" y="7"/>
                      <a:pt x="4" y="9"/>
                    </a:cubicBezTo>
                    <a:cubicBezTo>
                      <a:pt x="6" y="12"/>
                      <a:pt x="7" y="15"/>
                      <a:pt x="10" y="17"/>
                    </a:cubicBezTo>
                    <a:cubicBezTo>
                      <a:pt x="7" y="15"/>
                      <a:pt x="5" y="10"/>
                      <a:pt x="5" y="7"/>
                    </a:cubicBezTo>
                    <a:cubicBezTo>
                      <a:pt x="6" y="4"/>
                      <a:pt x="10" y="2"/>
                      <a:pt x="12" y="3"/>
                    </a:cubicBezTo>
                  </a:path>
                </a:pathLst>
              </a:custGeom>
              <a:solidFill>
                <a:srgbClr val="7E39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084" name="Freeform 883">
                <a:extLst>
                  <a:ext uri="{FF2B5EF4-FFF2-40B4-BE49-F238E27FC236}">
                    <a16:creationId xmlns:a16="http://schemas.microsoft.com/office/drawing/2014/main" id="{F678749E-FBDD-4B18-9CC9-B9D25E7773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5" y="1038"/>
                <a:ext cx="5" cy="22"/>
              </a:xfrm>
              <a:custGeom>
                <a:avLst/>
                <a:gdLst>
                  <a:gd name="T0" fmla="*/ 13 w 3"/>
                  <a:gd name="T1" fmla="*/ 51 h 12"/>
                  <a:gd name="T2" fmla="*/ 5 w 3"/>
                  <a:gd name="T3" fmla="*/ 73 h 12"/>
                  <a:gd name="T4" fmla="*/ 0 w 3"/>
                  <a:gd name="T5" fmla="*/ 37 h 12"/>
                  <a:gd name="T6" fmla="*/ 5 w 3"/>
                  <a:gd name="T7" fmla="*/ 0 h 12"/>
                  <a:gd name="T8" fmla="*/ 13 w 3"/>
                  <a:gd name="T9" fmla="*/ 44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12">
                    <a:moveTo>
                      <a:pt x="3" y="8"/>
                    </a:moveTo>
                    <a:cubicBezTo>
                      <a:pt x="1" y="9"/>
                      <a:pt x="2" y="10"/>
                      <a:pt x="1" y="12"/>
                    </a:cubicBezTo>
                    <a:cubicBezTo>
                      <a:pt x="0" y="11"/>
                      <a:pt x="0" y="7"/>
                      <a:pt x="0" y="6"/>
                    </a:cubicBezTo>
                    <a:cubicBezTo>
                      <a:pt x="0" y="4"/>
                      <a:pt x="0" y="1"/>
                      <a:pt x="1" y="0"/>
                    </a:cubicBezTo>
                    <a:cubicBezTo>
                      <a:pt x="2" y="2"/>
                      <a:pt x="2" y="5"/>
                      <a:pt x="3" y="7"/>
                    </a:cubicBezTo>
                  </a:path>
                </a:pathLst>
              </a:custGeom>
              <a:solidFill>
                <a:srgbClr val="7E39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085" name="Freeform 884">
                <a:extLst>
                  <a:ext uri="{FF2B5EF4-FFF2-40B4-BE49-F238E27FC236}">
                    <a16:creationId xmlns:a16="http://schemas.microsoft.com/office/drawing/2014/main" id="{A4749911-622E-4BBC-B23E-932A14BB73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5" y="720"/>
                <a:ext cx="364" cy="536"/>
              </a:xfrm>
              <a:custGeom>
                <a:avLst/>
                <a:gdLst>
                  <a:gd name="T0" fmla="*/ 1274 w 194"/>
                  <a:gd name="T1" fmla="*/ 566 h 287"/>
                  <a:gd name="T2" fmla="*/ 647 w 194"/>
                  <a:gd name="T3" fmla="*/ 0 h 287"/>
                  <a:gd name="T4" fmla="*/ 0 w 194"/>
                  <a:gd name="T5" fmla="*/ 579 h 287"/>
                  <a:gd name="T6" fmla="*/ 60 w 194"/>
                  <a:gd name="T7" fmla="*/ 1050 h 287"/>
                  <a:gd name="T8" fmla="*/ 242 w 194"/>
                  <a:gd name="T9" fmla="*/ 1576 h 287"/>
                  <a:gd name="T10" fmla="*/ 687 w 194"/>
                  <a:gd name="T11" fmla="*/ 1869 h 287"/>
                  <a:gd name="T12" fmla="*/ 1137 w 194"/>
                  <a:gd name="T13" fmla="*/ 1479 h 287"/>
                  <a:gd name="T14" fmla="*/ 1266 w 194"/>
                  <a:gd name="T15" fmla="*/ 952 h 287"/>
                  <a:gd name="T16" fmla="*/ 1274 w 194"/>
                  <a:gd name="T17" fmla="*/ 566 h 28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94" h="287">
                    <a:moveTo>
                      <a:pt x="193" y="87"/>
                    </a:moveTo>
                    <a:cubicBezTo>
                      <a:pt x="193" y="29"/>
                      <a:pt x="154" y="0"/>
                      <a:pt x="98" y="0"/>
                    </a:cubicBezTo>
                    <a:cubicBezTo>
                      <a:pt x="41" y="1"/>
                      <a:pt x="0" y="31"/>
                      <a:pt x="0" y="89"/>
                    </a:cubicBezTo>
                    <a:cubicBezTo>
                      <a:pt x="1" y="104"/>
                      <a:pt x="9" y="156"/>
                      <a:pt x="9" y="161"/>
                    </a:cubicBezTo>
                    <a:cubicBezTo>
                      <a:pt x="9" y="170"/>
                      <a:pt x="21" y="224"/>
                      <a:pt x="37" y="242"/>
                    </a:cubicBezTo>
                    <a:cubicBezTo>
                      <a:pt x="54" y="261"/>
                      <a:pt x="75" y="287"/>
                      <a:pt x="104" y="287"/>
                    </a:cubicBezTo>
                    <a:cubicBezTo>
                      <a:pt x="132" y="286"/>
                      <a:pt x="167" y="238"/>
                      <a:pt x="172" y="227"/>
                    </a:cubicBezTo>
                    <a:cubicBezTo>
                      <a:pt x="176" y="215"/>
                      <a:pt x="191" y="176"/>
                      <a:pt x="192" y="146"/>
                    </a:cubicBezTo>
                    <a:cubicBezTo>
                      <a:pt x="192" y="136"/>
                      <a:pt x="194" y="97"/>
                      <a:pt x="193" y="87"/>
                    </a:cubicBezTo>
                    <a:close/>
                  </a:path>
                </a:pathLst>
              </a:custGeom>
              <a:solidFill>
                <a:srgbClr val="75332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086" name="Freeform 885">
                <a:extLst>
                  <a:ext uri="{FF2B5EF4-FFF2-40B4-BE49-F238E27FC236}">
                    <a16:creationId xmlns:a16="http://schemas.microsoft.com/office/drawing/2014/main" id="{2F3E975B-D4EF-42DC-8C63-B756A89F17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8" y="995"/>
                <a:ext cx="81" cy="31"/>
              </a:xfrm>
              <a:custGeom>
                <a:avLst/>
                <a:gdLst>
                  <a:gd name="T0" fmla="*/ 153 w 43"/>
                  <a:gd name="T1" fmla="*/ 104 h 17"/>
                  <a:gd name="T2" fmla="*/ 107 w 43"/>
                  <a:gd name="T3" fmla="*/ 97 h 17"/>
                  <a:gd name="T4" fmla="*/ 40 w 43"/>
                  <a:gd name="T5" fmla="*/ 86 h 17"/>
                  <a:gd name="T6" fmla="*/ 21 w 43"/>
                  <a:gd name="T7" fmla="*/ 86 h 17"/>
                  <a:gd name="T8" fmla="*/ 15 w 43"/>
                  <a:gd name="T9" fmla="*/ 86 h 17"/>
                  <a:gd name="T10" fmla="*/ 0 w 43"/>
                  <a:gd name="T11" fmla="*/ 86 h 17"/>
                  <a:gd name="T12" fmla="*/ 8 w 43"/>
                  <a:gd name="T13" fmla="*/ 66 h 17"/>
                  <a:gd name="T14" fmla="*/ 21 w 43"/>
                  <a:gd name="T15" fmla="*/ 53 h 17"/>
                  <a:gd name="T16" fmla="*/ 53 w 43"/>
                  <a:gd name="T17" fmla="*/ 24 h 17"/>
                  <a:gd name="T18" fmla="*/ 128 w 43"/>
                  <a:gd name="T19" fmla="*/ 0 h 17"/>
                  <a:gd name="T20" fmla="*/ 213 w 43"/>
                  <a:gd name="T21" fmla="*/ 13 h 17"/>
                  <a:gd name="T22" fmla="*/ 256 w 43"/>
                  <a:gd name="T23" fmla="*/ 24 h 17"/>
                  <a:gd name="T24" fmla="*/ 266 w 43"/>
                  <a:gd name="T25" fmla="*/ 36 h 17"/>
                  <a:gd name="T26" fmla="*/ 281 w 43"/>
                  <a:gd name="T27" fmla="*/ 44 h 17"/>
                  <a:gd name="T28" fmla="*/ 288 w 43"/>
                  <a:gd name="T29" fmla="*/ 49 h 17"/>
                  <a:gd name="T30" fmla="*/ 234 w 43"/>
                  <a:gd name="T31" fmla="*/ 86 h 17"/>
                  <a:gd name="T32" fmla="*/ 153 w 43"/>
                  <a:gd name="T33" fmla="*/ 104 h 1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43" h="17">
                    <a:moveTo>
                      <a:pt x="23" y="17"/>
                    </a:moveTo>
                    <a:cubicBezTo>
                      <a:pt x="20" y="16"/>
                      <a:pt x="18" y="16"/>
                      <a:pt x="16" y="16"/>
                    </a:cubicBezTo>
                    <a:cubicBezTo>
                      <a:pt x="12" y="15"/>
                      <a:pt x="9" y="15"/>
                      <a:pt x="6" y="14"/>
                    </a:cubicBezTo>
                    <a:cubicBezTo>
                      <a:pt x="5" y="14"/>
                      <a:pt x="4" y="14"/>
                      <a:pt x="3" y="14"/>
                    </a:cubicBezTo>
                    <a:cubicBezTo>
                      <a:pt x="3" y="14"/>
                      <a:pt x="2" y="14"/>
                      <a:pt x="2" y="14"/>
                    </a:cubicBezTo>
                    <a:cubicBezTo>
                      <a:pt x="1" y="15"/>
                      <a:pt x="0" y="15"/>
                      <a:pt x="0" y="14"/>
                    </a:cubicBezTo>
                    <a:cubicBezTo>
                      <a:pt x="0" y="13"/>
                      <a:pt x="1" y="12"/>
                      <a:pt x="1" y="11"/>
                    </a:cubicBezTo>
                    <a:cubicBezTo>
                      <a:pt x="2" y="10"/>
                      <a:pt x="2" y="9"/>
                      <a:pt x="3" y="9"/>
                    </a:cubicBezTo>
                    <a:cubicBezTo>
                      <a:pt x="4" y="7"/>
                      <a:pt x="6" y="6"/>
                      <a:pt x="8" y="4"/>
                    </a:cubicBezTo>
                    <a:cubicBezTo>
                      <a:pt x="11" y="2"/>
                      <a:pt x="15" y="1"/>
                      <a:pt x="19" y="0"/>
                    </a:cubicBezTo>
                    <a:cubicBezTo>
                      <a:pt x="23" y="0"/>
                      <a:pt x="28" y="0"/>
                      <a:pt x="32" y="2"/>
                    </a:cubicBezTo>
                    <a:cubicBezTo>
                      <a:pt x="34" y="2"/>
                      <a:pt x="36" y="3"/>
                      <a:pt x="38" y="4"/>
                    </a:cubicBezTo>
                    <a:cubicBezTo>
                      <a:pt x="39" y="5"/>
                      <a:pt x="39" y="5"/>
                      <a:pt x="40" y="6"/>
                    </a:cubicBezTo>
                    <a:cubicBezTo>
                      <a:pt x="41" y="6"/>
                      <a:pt x="41" y="7"/>
                      <a:pt x="42" y="7"/>
                    </a:cubicBezTo>
                    <a:cubicBezTo>
                      <a:pt x="42" y="7"/>
                      <a:pt x="42" y="8"/>
                      <a:pt x="43" y="8"/>
                    </a:cubicBezTo>
                    <a:cubicBezTo>
                      <a:pt x="40" y="11"/>
                      <a:pt x="39" y="13"/>
                      <a:pt x="35" y="14"/>
                    </a:cubicBezTo>
                    <a:cubicBezTo>
                      <a:pt x="32" y="16"/>
                      <a:pt x="27" y="17"/>
                      <a:pt x="23" y="17"/>
                    </a:cubicBezTo>
                    <a:close/>
                  </a:path>
                </a:pathLst>
              </a:custGeom>
              <a:solidFill>
                <a:srgbClr val="FCE1D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087" name="Freeform 886">
                <a:extLst>
                  <a:ext uri="{FF2B5EF4-FFF2-40B4-BE49-F238E27FC236}">
                    <a16:creationId xmlns:a16="http://schemas.microsoft.com/office/drawing/2014/main" id="{83274756-750E-4D4F-894F-1BD7336080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5" y="989"/>
                <a:ext cx="52" cy="39"/>
              </a:xfrm>
              <a:custGeom>
                <a:avLst/>
                <a:gdLst>
                  <a:gd name="T0" fmla="*/ 20 w 28"/>
                  <a:gd name="T1" fmla="*/ 37 h 21"/>
                  <a:gd name="T2" fmla="*/ 24 w 28"/>
                  <a:gd name="T3" fmla="*/ 113 h 21"/>
                  <a:gd name="T4" fmla="*/ 158 w 28"/>
                  <a:gd name="T5" fmla="*/ 110 h 21"/>
                  <a:gd name="T6" fmla="*/ 158 w 28"/>
                  <a:gd name="T7" fmla="*/ 37 h 21"/>
                  <a:gd name="T8" fmla="*/ 20 w 28"/>
                  <a:gd name="T9" fmla="*/ 37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8" h="21">
                    <a:moveTo>
                      <a:pt x="3" y="6"/>
                    </a:moveTo>
                    <a:cubicBezTo>
                      <a:pt x="3" y="6"/>
                      <a:pt x="0" y="13"/>
                      <a:pt x="4" y="18"/>
                    </a:cubicBezTo>
                    <a:cubicBezTo>
                      <a:pt x="4" y="18"/>
                      <a:pt x="19" y="21"/>
                      <a:pt x="25" y="17"/>
                    </a:cubicBezTo>
                    <a:cubicBezTo>
                      <a:pt x="25" y="17"/>
                      <a:pt x="28" y="9"/>
                      <a:pt x="25" y="6"/>
                    </a:cubicBezTo>
                    <a:cubicBezTo>
                      <a:pt x="25" y="6"/>
                      <a:pt x="13" y="0"/>
                      <a:pt x="3" y="6"/>
                    </a:cubicBezTo>
                    <a:close/>
                  </a:path>
                </a:pathLst>
              </a:custGeom>
              <a:solidFill>
                <a:srgbClr val="2A100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088" name="Freeform 887">
                <a:extLst>
                  <a:ext uri="{FF2B5EF4-FFF2-40B4-BE49-F238E27FC236}">
                    <a16:creationId xmlns:a16="http://schemas.microsoft.com/office/drawing/2014/main" id="{61212435-E58D-4600-A177-E517BEE0C0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8" y="995"/>
                <a:ext cx="79" cy="31"/>
              </a:xfrm>
              <a:custGeom>
                <a:avLst/>
                <a:gdLst>
                  <a:gd name="T0" fmla="*/ 152 w 42"/>
                  <a:gd name="T1" fmla="*/ 104 h 17"/>
                  <a:gd name="T2" fmla="*/ 100 w 42"/>
                  <a:gd name="T3" fmla="*/ 97 h 17"/>
                  <a:gd name="T4" fmla="*/ 32 w 42"/>
                  <a:gd name="T5" fmla="*/ 86 h 17"/>
                  <a:gd name="T6" fmla="*/ 21 w 42"/>
                  <a:gd name="T7" fmla="*/ 86 h 17"/>
                  <a:gd name="T8" fmla="*/ 15 w 42"/>
                  <a:gd name="T9" fmla="*/ 86 h 17"/>
                  <a:gd name="T10" fmla="*/ 0 w 42"/>
                  <a:gd name="T11" fmla="*/ 86 h 17"/>
                  <a:gd name="T12" fmla="*/ 8 w 42"/>
                  <a:gd name="T13" fmla="*/ 66 h 17"/>
                  <a:gd name="T14" fmla="*/ 21 w 42"/>
                  <a:gd name="T15" fmla="*/ 53 h 17"/>
                  <a:gd name="T16" fmla="*/ 45 w 42"/>
                  <a:gd name="T17" fmla="*/ 29 h 17"/>
                  <a:gd name="T18" fmla="*/ 128 w 42"/>
                  <a:gd name="T19" fmla="*/ 7 h 17"/>
                  <a:gd name="T20" fmla="*/ 213 w 42"/>
                  <a:gd name="T21" fmla="*/ 13 h 17"/>
                  <a:gd name="T22" fmla="*/ 252 w 42"/>
                  <a:gd name="T23" fmla="*/ 24 h 17"/>
                  <a:gd name="T24" fmla="*/ 265 w 42"/>
                  <a:gd name="T25" fmla="*/ 36 h 17"/>
                  <a:gd name="T26" fmla="*/ 273 w 42"/>
                  <a:gd name="T27" fmla="*/ 44 h 17"/>
                  <a:gd name="T28" fmla="*/ 280 w 42"/>
                  <a:gd name="T29" fmla="*/ 49 h 17"/>
                  <a:gd name="T30" fmla="*/ 233 w 42"/>
                  <a:gd name="T31" fmla="*/ 89 h 17"/>
                  <a:gd name="T32" fmla="*/ 152 w 42"/>
                  <a:gd name="T33" fmla="*/ 104 h 1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42" h="17">
                    <a:moveTo>
                      <a:pt x="23" y="17"/>
                    </a:moveTo>
                    <a:cubicBezTo>
                      <a:pt x="20" y="17"/>
                      <a:pt x="18" y="16"/>
                      <a:pt x="15" y="16"/>
                    </a:cubicBezTo>
                    <a:cubicBezTo>
                      <a:pt x="12" y="16"/>
                      <a:pt x="9" y="15"/>
                      <a:pt x="5" y="14"/>
                    </a:cubicBezTo>
                    <a:cubicBezTo>
                      <a:pt x="5" y="14"/>
                      <a:pt x="4" y="14"/>
                      <a:pt x="3" y="14"/>
                    </a:cubicBezTo>
                    <a:cubicBezTo>
                      <a:pt x="3" y="14"/>
                      <a:pt x="2" y="14"/>
                      <a:pt x="2" y="14"/>
                    </a:cubicBezTo>
                    <a:cubicBezTo>
                      <a:pt x="1" y="15"/>
                      <a:pt x="0" y="16"/>
                      <a:pt x="0" y="14"/>
                    </a:cubicBezTo>
                    <a:cubicBezTo>
                      <a:pt x="0" y="13"/>
                      <a:pt x="1" y="12"/>
                      <a:pt x="1" y="11"/>
                    </a:cubicBezTo>
                    <a:cubicBezTo>
                      <a:pt x="2" y="11"/>
                      <a:pt x="2" y="10"/>
                      <a:pt x="3" y="9"/>
                    </a:cubicBezTo>
                    <a:cubicBezTo>
                      <a:pt x="4" y="7"/>
                      <a:pt x="6" y="6"/>
                      <a:pt x="7" y="5"/>
                    </a:cubicBezTo>
                    <a:cubicBezTo>
                      <a:pt x="11" y="2"/>
                      <a:pt x="15" y="1"/>
                      <a:pt x="19" y="1"/>
                    </a:cubicBezTo>
                    <a:cubicBezTo>
                      <a:pt x="23" y="0"/>
                      <a:pt x="28" y="1"/>
                      <a:pt x="32" y="2"/>
                    </a:cubicBezTo>
                    <a:cubicBezTo>
                      <a:pt x="34" y="3"/>
                      <a:pt x="36" y="3"/>
                      <a:pt x="38" y="4"/>
                    </a:cubicBezTo>
                    <a:cubicBezTo>
                      <a:pt x="38" y="5"/>
                      <a:pt x="39" y="6"/>
                      <a:pt x="40" y="6"/>
                    </a:cubicBezTo>
                    <a:cubicBezTo>
                      <a:pt x="41" y="6"/>
                      <a:pt x="41" y="7"/>
                      <a:pt x="41" y="7"/>
                    </a:cubicBezTo>
                    <a:cubicBezTo>
                      <a:pt x="42" y="7"/>
                      <a:pt x="42" y="8"/>
                      <a:pt x="42" y="8"/>
                    </a:cubicBezTo>
                    <a:cubicBezTo>
                      <a:pt x="40" y="12"/>
                      <a:pt x="38" y="13"/>
                      <a:pt x="35" y="15"/>
                    </a:cubicBezTo>
                    <a:cubicBezTo>
                      <a:pt x="32" y="16"/>
                      <a:pt x="26" y="17"/>
                      <a:pt x="23" y="17"/>
                    </a:cubicBezTo>
                    <a:close/>
                  </a:path>
                </a:pathLst>
              </a:custGeom>
              <a:noFill/>
              <a:ln w="3175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089" name="Freeform 888">
                <a:extLst>
                  <a:ext uri="{FF2B5EF4-FFF2-40B4-BE49-F238E27FC236}">
                    <a16:creationId xmlns:a16="http://schemas.microsoft.com/office/drawing/2014/main" id="{773F496C-435E-4C1E-AC8F-0154EE834B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9" y="998"/>
                <a:ext cx="47" cy="19"/>
              </a:xfrm>
              <a:custGeom>
                <a:avLst/>
                <a:gdLst>
                  <a:gd name="T0" fmla="*/ 8 w 25"/>
                  <a:gd name="T1" fmla="*/ 61 h 10"/>
                  <a:gd name="T2" fmla="*/ 60 w 25"/>
                  <a:gd name="T3" fmla="*/ 29 h 10"/>
                  <a:gd name="T4" fmla="*/ 100 w 25"/>
                  <a:gd name="T5" fmla="*/ 29 h 10"/>
                  <a:gd name="T6" fmla="*/ 145 w 25"/>
                  <a:gd name="T7" fmla="*/ 55 h 10"/>
                  <a:gd name="T8" fmla="*/ 133 w 25"/>
                  <a:gd name="T9" fmla="*/ 8 h 10"/>
                  <a:gd name="T10" fmla="*/ 53 w 25"/>
                  <a:gd name="T11" fmla="*/ 0 h 10"/>
                  <a:gd name="T12" fmla="*/ 15 w 25"/>
                  <a:gd name="T13" fmla="*/ 15 h 10"/>
                  <a:gd name="T14" fmla="*/ 0 w 25"/>
                  <a:gd name="T15" fmla="*/ 55 h 1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5" h="10">
                    <a:moveTo>
                      <a:pt x="1" y="9"/>
                    </a:moveTo>
                    <a:cubicBezTo>
                      <a:pt x="6" y="10"/>
                      <a:pt x="6" y="6"/>
                      <a:pt x="9" y="4"/>
                    </a:cubicBezTo>
                    <a:cubicBezTo>
                      <a:pt x="11" y="3"/>
                      <a:pt x="14" y="2"/>
                      <a:pt x="15" y="4"/>
                    </a:cubicBezTo>
                    <a:cubicBezTo>
                      <a:pt x="17" y="7"/>
                      <a:pt x="19" y="10"/>
                      <a:pt x="22" y="8"/>
                    </a:cubicBezTo>
                    <a:cubicBezTo>
                      <a:pt x="25" y="6"/>
                      <a:pt x="23" y="3"/>
                      <a:pt x="20" y="1"/>
                    </a:cubicBezTo>
                    <a:cubicBezTo>
                      <a:pt x="17" y="0"/>
                      <a:pt x="12" y="0"/>
                      <a:pt x="8" y="0"/>
                    </a:cubicBezTo>
                    <a:cubicBezTo>
                      <a:pt x="6" y="1"/>
                      <a:pt x="3" y="1"/>
                      <a:pt x="2" y="2"/>
                    </a:cubicBezTo>
                    <a:cubicBezTo>
                      <a:pt x="0" y="4"/>
                      <a:pt x="0" y="6"/>
                      <a:pt x="0" y="8"/>
                    </a:cubicBezTo>
                  </a:path>
                </a:pathLst>
              </a:custGeom>
              <a:solidFill>
                <a:srgbClr val="1A0A0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090" name="Freeform 889">
                <a:extLst>
                  <a:ext uri="{FF2B5EF4-FFF2-40B4-BE49-F238E27FC236}">
                    <a16:creationId xmlns:a16="http://schemas.microsoft.com/office/drawing/2014/main" id="{8F3A16C5-52BF-4100-A470-F822971645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4" y="1000"/>
                <a:ext cx="15" cy="15"/>
              </a:xfrm>
              <a:custGeom>
                <a:avLst/>
                <a:gdLst>
                  <a:gd name="T0" fmla="*/ 45 w 8"/>
                  <a:gd name="T1" fmla="*/ 32 h 8"/>
                  <a:gd name="T2" fmla="*/ 21 w 8"/>
                  <a:gd name="T3" fmla="*/ 53 h 8"/>
                  <a:gd name="T4" fmla="*/ 0 w 8"/>
                  <a:gd name="T5" fmla="*/ 28 h 8"/>
                  <a:gd name="T6" fmla="*/ 28 w 8"/>
                  <a:gd name="T7" fmla="*/ 0 h 8"/>
                  <a:gd name="T8" fmla="*/ 45 w 8"/>
                  <a:gd name="T9" fmla="*/ 32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7" y="5"/>
                    </a:moveTo>
                    <a:cubicBezTo>
                      <a:pt x="7" y="7"/>
                      <a:pt x="5" y="8"/>
                      <a:pt x="3" y="8"/>
                    </a:cubicBezTo>
                    <a:cubicBezTo>
                      <a:pt x="1" y="8"/>
                      <a:pt x="0" y="6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6" y="1"/>
                      <a:pt x="8" y="2"/>
                      <a:pt x="7" y="5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091" name="Freeform 890">
                <a:extLst>
                  <a:ext uri="{FF2B5EF4-FFF2-40B4-BE49-F238E27FC236}">
                    <a16:creationId xmlns:a16="http://schemas.microsoft.com/office/drawing/2014/main" id="{8E2824A0-0C09-4622-8BAF-3D2748A05E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1" y="1015"/>
                <a:ext cx="41" cy="8"/>
              </a:xfrm>
              <a:custGeom>
                <a:avLst/>
                <a:gdLst>
                  <a:gd name="T0" fmla="*/ 7 w 22"/>
                  <a:gd name="T1" fmla="*/ 16 h 4"/>
                  <a:gd name="T2" fmla="*/ 21 w 22"/>
                  <a:gd name="T3" fmla="*/ 16 h 4"/>
                  <a:gd name="T4" fmla="*/ 24 w 22"/>
                  <a:gd name="T5" fmla="*/ 8 h 4"/>
                  <a:gd name="T6" fmla="*/ 52 w 22"/>
                  <a:gd name="T7" fmla="*/ 16 h 4"/>
                  <a:gd name="T8" fmla="*/ 104 w 22"/>
                  <a:gd name="T9" fmla="*/ 8 h 4"/>
                  <a:gd name="T10" fmla="*/ 129 w 22"/>
                  <a:gd name="T11" fmla="*/ 0 h 4"/>
                  <a:gd name="T12" fmla="*/ 121 w 22"/>
                  <a:gd name="T13" fmla="*/ 24 h 4"/>
                  <a:gd name="T14" fmla="*/ 73 w 22"/>
                  <a:gd name="T15" fmla="*/ 32 h 4"/>
                  <a:gd name="T16" fmla="*/ 32 w 22"/>
                  <a:gd name="T17" fmla="*/ 24 h 4"/>
                  <a:gd name="T18" fmla="*/ 0 w 22"/>
                  <a:gd name="T19" fmla="*/ 16 h 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2" h="4">
                    <a:moveTo>
                      <a:pt x="1" y="2"/>
                    </a:moveTo>
                    <a:cubicBezTo>
                      <a:pt x="1" y="2"/>
                      <a:pt x="2" y="2"/>
                      <a:pt x="3" y="2"/>
                    </a:cubicBezTo>
                    <a:cubicBezTo>
                      <a:pt x="3" y="1"/>
                      <a:pt x="4" y="1"/>
                      <a:pt x="4" y="1"/>
                    </a:cubicBezTo>
                    <a:cubicBezTo>
                      <a:pt x="6" y="1"/>
                      <a:pt x="7" y="1"/>
                      <a:pt x="8" y="2"/>
                    </a:cubicBezTo>
                    <a:cubicBezTo>
                      <a:pt x="11" y="3"/>
                      <a:pt x="13" y="2"/>
                      <a:pt x="16" y="1"/>
                    </a:cubicBezTo>
                    <a:cubicBezTo>
                      <a:pt x="17" y="1"/>
                      <a:pt x="19" y="0"/>
                      <a:pt x="20" y="0"/>
                    </a:cubicBezTo>
                    <a:cubicBezTo>
                      <a:pt x="22" y="1"/>
                      <a:pt x="20" y="2"/>
                      <a:pt x="19" y="3"/>
                    </a:cubicBezTo>
                    <a:cubicBezTo>
                      <a:pt x="17" y="4"/>
                      <a:pt x="14" y="4"/>
                      <a:pt x="11" y="4"/>
                    </a:cubicBezTo>
                    <a:cubicBezTo>
                      <a:pt x="9" y="4"/>
                      <a:pt x="7" y="3"/>
                      <a:pt x="5" y="3"/>
                    </a:cubicBezTo>
                    <a:cubicBezTo>
                      <a:pt x="4" y="3"/>
                      <a:pt x="1" y="3"/>
                      <a:pt x="0" y="2"/>
                    </a:cubicBezTo>
                  </a:path>
                </a:pathLst>
              </a:custGeom>
              <a:solidFill>
                <a:srgbClr val="3A120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092" name="Freeform 891">
                <a:extLst>
                  <a:ext uri="{FF2B5EF4-FFF2-40B4-BE49-F238E27FC236}">
                    <a16:creationId xmlns:a16="http://schemas.microsoft.com/office/drawing/2014/main" id="{BEFD8DE7-D363-4103-B0BE-42F3636EEF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0" y="1000"/>
                <a:ext cx="9" cy="8"/>
              </a:xfrm>
              <a:custGeom>
                <a:avLst/>
                <a:gdLst>
                  <a:gd name="T0" fmla="*/ 29 w 5"/>
                  <a:gd name="T1" fmla="*/ 16 h 4"/>
                  <a:gd name="T2" fmla="*/ 13 w 5"/>
                  <a:gd name="T3" fmla="*/ 32 h 4"/>
                  <a:gd name="T4" fmla="*/ 7 w 5"/>
                  <a:gd name="T5" fmla="*/ 16 h 4"/>
                  <a:gd name="T6" fmla="*/ 16 w 5"/>
                  <a:gd name="T7" fmla="*/ 0 h 4"/>
                  <a:gd name="T8" fmla="*/ 29 w 5"/>
                  <a:gd name="T9" fmla="*/ 16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5" y="2"/>
                    </a:moveTo>
                    <a:cubicBezTo>
                      <a:pt x="4" y="4"/>
                      <a:pt x="3" y="4"/>
                      <a:pt x="2" y="4"/>
                    </a:cubicBezTo>
                    <a:cubicBezTo>
                      <a:pt x="1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0"/>
                    </a:cubicBezTo>
                    <a:cubicBezTo>
                      <a:pt x="4" y="0"/>
                      <a:pt x="5" y="1"/>
                      <a:pt x="5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093" name="Freeform 892">
                <a:extLst>
                  <a:ext uri="{FF2B5EF4-FFF2-40B4-BE49-F238E27FC236}">
                    <a16:creationId xmlns:a16="http://schemas.microsoft.com/office/drawing/2014/main" id="{2B78A709-45F8-488A-8508-A4F9EBC7E6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7" y="974"/>
                <a:ext cx="72" cy="26"/>
              </a:xfrm>
              <a:custGeom>
                <a:avLst/>
                <a:gdLst>
                  <a:gd name="T0" fmla="*/ 258 w 38"/>
                  <a:gd name="T1" fmla="*/ 89 h 14"/>
                  <a:gd name="T2" fmla="*/ 0 w 38"/>
                  <a:gd name="T3" fmla="*/ 76 h 14"/>
                  <a:gd name="T4" fmla="*/ 258 w 38"/>
                  <a:gd name="T5" fmla="*/ 89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8" h="14">
                    <a:moveTo>
                      <a:pt x="38" y="14"/>
                    </a:moveTo>
                    <a:cubicBezTo>
                      <a:pt x="23" y="2"/>
                      <a:pt x="0" y="12"/>
                      <a:pt x="0" y="12"/>
                    </a:cubicBezTo>
                    <a:cubicBezTo>
                      <a:pt x="0" y="12"/>
                      <a:pt x="24" y="0"/>
                      <a:pt x="38" y="14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094" name="Freeform 893">
                <a:extLst>
                  <a:ext uri="{FF2B5EF4-FFF2-40B4-BE49-F238E27FC236}">
                    <a16:creationId xmlns:a16="http://schemas.microsoft.com/office/drawing/2014/main" id="{BF44AE57-1B4C-4BF5-8613-A9E0FEAD4F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7" y="1028"/>
                <a:ext cx="51" cy="15"/>
              </a:xfrm>
              <a:custGeom>
                <a:avLst/>
                <a:gdLst>
                  <a:gd name="T0" fmla="*/ 0 w 27"/>
                  <a:gd name="T1" fmla="*/ 0 h 8"/>
                  <a:gd name="T2" fmla="*/ 0 w 27"/>
                  <a:gd name="T3" fmla="*/ 0 h 8"/>
                  <a:gd name="T4" fmla="*/ 181 w 27"/>
                  <a:gd name="T5" fmla="*/ 8 h 8"/>
                  <a:gd name="T6" fmla="*/ 0 w 27"/>
                  <a:gd name="T7" fmla="*/ 0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7" h="8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9" y="6"/>
                      <a:pt x="27" y="1"/>
                    </a:cubicBezTo>
                    <a:cubicBezTo>
                      <a:pt x="27" y="1"/>
                      <a:pt x="22" y="8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095" name="Freeform 894">
                <a:extLst>
                  <a:ext uri="{FF2B5EF4-FFF2-40B4-BE49-F238E27FC236}">
                    <a16:creationId xmlns:a16="http://schemas.microsoft.com/office/drawing/2014/main" id="{56045840-CC27-4A64-80AD-883ABD4B97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4" y="953"/>
                <a:ext cx="82" cy="27"/>
              </a:xfrm>
              <a:custGeom>
                <a:avLst/>
                <a:gdLst>
                  <a:gd name="T0" fmla="*/ 0 w 44"/>
                  <a:gd name="T1" fmla="*/ 100 h 14"/>
                  <a:gd name="T2" fmla="*/ 285 w 44"/>
                  <a:gd name="T3" fmla="*/ 85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4" h="14">
                    <a:moveTo>
                      <a:pt x="0" y="14"/>
                    </a:moveTo>
                    <a:cubicBezTo>
                      <a:pt x="0" y="14"/>
                      <a:pt x="18" y="0"/>
                      <a:pt x="44" y="12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096" name="Freeform 895">
                <a:extLst>
                  <a:ext uri="{FF2B5EF4-FFF2-40B4-BE49-F238E27FC236}">
                    <a16:creationId xmlns:a16="http://schemas.microsoft.com/office/drawing/2014/main" id="{6CEC1B70-FF7E-4E64-8E29-87FD255FCF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1" y="996"/>
                <a:ext cx="81" cy="32"/>
              </a:xfrm>
              <a:custGeom>
                <a:avLst/>
                <a:gdLst>
                  <a:gd name="T0" fmla="*/ 136 w 43"/>
                  <a:gd name="T1" fmla="*/ 113 h 17"/>
                  <a:gd name="T2" fmla="*/ 188 w 43"/>
                  <a:gd name="T3" fmla="*/ 100 h 17"/>
                  <a:gd name="T4" fmla="*/ 256 w 43"/>
                  <a:gd name="T5" fmla="*/ 85 h 17"/>
                  <a:gd name="T6" fmla="*/ 266 w 43"/>
                  <a:gd name="T7" fmla="*/ 85 h 17"/>
                  <a:gd name="T8" fmla="*/ 273 w 43"/>
                  <a:gd name="T9" fmla="*/ 85 h 17"/>
                  <a:gd name="T10" fmla="*/ 288 w 43"/>
                  <a:gd name="T11" fmla="*/ 85 h 17"/>
                  <a:gd name="T12" fmla="*/ 281 w 43"/>
                  <a:gd name="T13" fmla="*/ 68 h 17"/>
                  <a:gd name="T14" fmla="*/ 266 w 43"/>
                  <a:gd name="T15" fmla="*/ 53 h 17"/>
                  <a:gd name="T16" fmla="*/ 234 w 43"/>
                  <a:gd name="T17" fmla="*/ 28 h 17"/>
                  <a:gd name="T18" fmla="*/ 153 w 43"/>
                  <a:gd name="T19" fmla="*/ 0 h 17"/>
                  <a:gd name="T20" fmla="*/ 75 w 43"/>
                  <a:gd name="T21" fmla="*/ 15 h 17"/>
                  <a:gd name="T22" fmla="*/ 32 w 43"/>
                  <a:gd name="T23" fmla="*/ 32 h 17"/>
                  <a:gd name="T24" fmla="*/ 15 w 43"/>
                  <a:gd name="T25" fmla="*/ 45 h 17"/>
                  <a:gd name="T26" fmla="*/ 8 w 43"/>
                  <a:gd name="T27" fmla="*/ 53 h 17"/>
                  <a:gd name="T28" fmla="*/ 0 w 43"/>
                  <a:gd name="T29" fmla="*/ 60 h 17"/>
                  <a:gd name="T30" fmla="*/ 53 w 43"/>
                  <a:gd name="T31" fmla="*/ 100 h 17"/>
                  <a:gd name="T32" fmla="*/ 136 w 43"/>
                  <a:gd name="T33" fmla="*/ 113 h 1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43" h="17">
                    <a:moveTo>
                      <a:pt x="20" y="17"/>
                    </a:moveTo>
                    <a:cubicBezTo>
                      <a:pt x="23" y="16"/>
                      <a:pt x="25" y="16"/>
                      <a:pt x="28" y="15"/>
                    </a:cubicBezTo>
                    <a:cubicBezTo>
                      <a:pt x="31" y="15"/>
                      <a:pt x="34" y="14"/>
                      <a:pt x="38" y="13"/>
                    </a:cubicBezTo>
                    <a:cubicBezTo>
                      <a:pt x="38" y="13"/>
                      <a:pt x="39" y="13"/>
                      <a:pt x="40" y="13"/>
                    </a:cubicBezTo>
                    <a:cubicBezTo>
                      <a:pt x="40" y="13"/>
                      <a:pt x="41" y="13"/>
                      <a:pt x="41" y="13"/>
                    </a:cubicBezTo>
                    <a:cubicBezTo>
                      <a:pt x="42" y="13"/>
                      <a:pt x="43" y="14"/>
                      <a:pt x="43" y="13"/>
                    </a:cubicBezTo>
                    <a:cubicBezTo>
                      <a:pt x="43" y="12"/>
                      <a:pt x="42" y="11"/>
                      <a:pt x="42" y="10"/>
                    </a:cubicBezTo>
                    <a:cubicBezTo>
                      <a:pt x="41" y="9"/>
                      <a:pt x="40" y="8"/>
                      <a:pt x="40" y="8"/>
                    </a:cubicBezTo>
                    <a:cubicBezTo>
                      <a:pt x="38" y="6"/>
                      <a:pt x="37" y="5"/>
                      <a:pt x="35" y="4"/>
                    </a:cubicBezTo>
                    <a:cubicBezTo>
                      <a:pt x="31" y="2"/>
                      <a:pt x="27" y="1"/>
                      <a:pt x="23" y="0"/>
                    </a:cubicBezTo>
                    <a:cubicBezTo>
                      <a:pt x="19" y="0"/>
                      <a:pt x="15" y="1"/>
                      <a:pt x="11" y="2"/>
                    </a:cubicBezTo>
                    <a:cubicBezTo>
                      <a:pt x="9" y="3"/>
                      <a:pt x="7" y="4"/>
                      <a:pt x="5" y="5"/>
                    </a:cubicBezTo>
                    <a:cubicBezTo>
                      <a:pt x="4" y="6"/>
                      <a:pt x="3" y="6"/>
                      <a:pt x="2" y="7"/>
                    </a:cubicBezTo>
                    <a:cubicBezTo>
                      <a:pt x="2" y="7"/>
                      <a:pt x="2" y="8"/>
                      <a:pt x="1" y="8"/>
                    </a:cubicBezTo>
                    <a:cubicBezTo>
                      <a:pt x="1" y="8"/>
                      <a:pt x="0" y="9"/>
                      <a:pt x="0" y="9"/>
                    </a:cubicBezTo>
                    <a:cubicBezTo>
                      <a:pt x="2" y="13"/>
                      <a:pt x="4" y="14"/>
                      <a:pt x="8" y="15"/>
                    </a:cubicBezTo>
                    <a:cubicBezTo>
                      <a:pt x="11" y="16"/>
                      <a:pt x="17" y="17"/>
                      <a:pt x="20" y="17"/>
                    </a:cubicBezTo>
                    <a:close/>
                  </a:path>
                </a:pathLst>
              </a:custGeom>
              <a:solidFill>
                <a:srgbClr val="FCE1D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097" name="Freeform 896">
                <a:extLst>
                  <a:ext uri="{FF2B5EF4-FFF2-40B4-BE49-F238E27FC236}">
                    <a16:creationId xmlns:a16="http://schemas.microsoft.com/office/drawing/2014/main" id="{167A8C33-250F-426E-AAAD-F2771346DA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2" y="991"/>
                <a:ext cx="53" cy="41"/>
              </a:xfrm>
              <a:custGeom>
                <a:avLst/>
                <a:gdLst>
                  <a:gd name="T0" fmla="*/ 168 w 28"/>
                  <a:gd name="T1" fmla="*/ 39 h 22"/>
                  <a:gd name="T2" fmla="*/ 168 w 28"/>
                  <a:gd name="T3" fmla="*/ 117 h 22"/>
                  <a:gd name="T4" fmla="*/ 21 w 28"/>
                  <a:gd name="T5" fmla="*/ 117 h 22"/>
                  <a:gd name="T6" fmla="*/ 15 w 28"/>
                  <a:gd name="T7" fmla="*/ 45 h 22"/>
                  <a:gd name="T8" fmla="*/ 168 w 28"/>
                  <a:gd name="T9" fmla="*/ 39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8" h="22">
                    <a:moveTo>
                      <a:pt x="25" y="6"/>
                    </a:moveTo>
                    <a:cubicBezTo>
                      <a:pt x="25" y="6"/>
                      <a:pt x="28" y="13"/>
                      <a:pt x="25" y="18"/>
                    </a:cubicBezTo>
                    <a:cubicBezTo>
                      <a:pt x="25" y="18"/>
                      <a:pt x="10" y="22"/>
                      <a:pt x="3" y="18"/>
                    </a:cubicBezTo>
                    <a:cubicBezTo>
                      <a:pt x="3" y="18"/>
                      <a:pt x="0" y="10"/>
                      <a:pt x="2" y="7"/>
                    </a:cubicBezTo>
                    <a:cubicBezTo>
                      <a:pt x="2" y="7"/>
                      <a:pt x="14" y="0"/>
                      <a:pt x="25" y="6"/>
                    </a:cubicBezTo>
                    <a:close/>
                  </a:path>
                </a:pathLst>
              </a:custGeom>
              <a:solidFill>
                <a:srgbClr val="2A100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098" name="Freeform 897">
                <a:extLst>
                  <a:ext uri="{FF2B5EF4-FFF2-40B4-BE49-F238E27FC236}">
                    <a16:creationId xmlns:a16="http://schemas.microsoft.com/office/drawing/2014/main" id="{E05AC978-D9FD-4EEF-BDE8-93C8589A98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1" y="996"/>
                <a:ext cx="81" cy="34"/>
              </a:xfrm>
              <a:custGeom>
                <a:avLst/>
                <a:gdLst>
                  <a:gd name="T0" fmla="*/ 141 w 43"/>
                  <a:gd name="T1" fmla="*/ 113 h 18"/>
                  <a:gd name="T2" fmla="*/ 188 w 43"/>
                  <a:gd name="T3" fmla="*/ 108 h 18"/>
                  <a:gd name="T4" fmla="*/ 256 w 43"/>
                  <a:gd name="T5" fmla="*/ 93 h 18"/>
                  <a:gd name="T6" fmla="*/ 266 w 43"/>
                  <a:gd name="T7" fmla="*/ 89 h 18"/>
                  <a:gd name="T8" fmla="*/ 273 w 43"/>
                  <a:gd name="T9" fmla="*/ 89 h 18"/>
                  <a:gd name="T10" fmla="*/ 288 w 43"/>
                  <a:gd name="T11" fmla="*/ 89 h 18"/>
                  <a:gd name="T12" fmla="*/ 281 w 43"/>
                  <a:gd name="T13" fmla="*/ 68 h 18"/>
                  <a:gd name="T14" fmla="*/ 266 w 43"/>
                  <a:gd name="T15" fmla="*/ 53 h 18"/>
                  <a:gd name="T16" fmla="*/ 234 w 43"/>
                  <a:gd name="T17" fmla="*/ 28 h 18"/>
                  <a:gd name="T18" fmla="*/ 153 w 43"/>
                  <a:gd name="T19" fmla="*/ 8 h 18"/>
                  <a:gd name="T20" fmla="*/ 75 w 43"/>
                  <a:gd name="T21" fmla="*/ 21 h 18"/>
                  <a:gd name="T22" fmla="*/ 32 w 43"/>
                  <a:gd name="T23" fmla="*/ 32 h 18"/>
                  <a:gd name="T24" fmla="*/ 15 w 43"/>
                  <a:gd name="T25" fmla="*/ 47 h 18"/>
                  <a:gd name="T26" fmla="*/ 8 w 43"/>
                  <a:gd name="T27" fmla="*/ 53 h 18"/>
                  <a:gd name="T28" fmla="*/ 0 w 43"/>
                  <a:gd name="T29" fmla="*/ 60 h 18"/>
                  <a:gd name="T30" fmla="*/ 53 w 43"/>
                  <a:gd name="T31" fmla="*/ 100 h 18"/>
                  <a:gd name="T32" fmla="*/ 141 w 43"/>
                  <a:gd name="T33" fmla="*/ 113 h 1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43" h="18">
                    <a:moveTo>
                      <a:pt x="21" y="17"/>
                    </a:moveTo>
                    <a:cubicBezTo>
                      <a:pt x="23" y="17"/>
                      <a:pt x="25" y="16"/>
                      <a:pt x="28" y="16"/>
                    </a:cubicBezTo>
                    <a:cubicBezTo>
                      <a:pt x="31" y="15"/>
                      <a:pt x="34" y="14"/>
                      <a:pt x="38" y="14"/>
                    </a:cubicBezTo>
                    <a:cubicBezTo>
                      <a:pt x="38" y="13"/>
                      <a:pt x="39" y="13"/>
                      <a:pt x="40" y="13"/>
                    </a:cubicBezTo>
                    <a:cubicBezTo>
                      <a:pt x="40" y="13"/>
                      <a:pt x="41" y="13"/>
                      <a:pt x="41" y="13"/>
                    </a:cubicBezTo>
                    <a:cubicBezTo>
                      <a:pt x="42" y="14"/>
                      <a:pt x="43" y="14"/>
                      <a:pt x="43" y="13"/>
                    </a:cubicBezTo>
                    <a:cubicBezTo>
                      <a:pt x="43" y="12"/>
                      <a:pt x="42" y="11"/>
                      <a:pt x="42" y="10"/>
                    </a:cubicBezTo>
                    <a:cubicBezTo>
                      <a:pt x="41" y="10"/>
                      <a:pt x="41" y="9"/>
                      <a:pt x="40" y="8"/>
                    </a:cubicBezTo>
                    <a:cubicBezTo>
                      <a:pt x="38" y="6"/>
                      <a:pt x="37" y="5"/>
                      <a:pt x="35" y="4"/>
                    </a:cubicBezTo>
                    <a:cubicBezTo>
                      <a:pt x="32" y="2"/>
                      <a:pt x="27" y="1"/>
                      <a:pt x="23" y="1"/>
                    </a:cubicBezTo>
                    <a:cubicBezTo>
                      <a:pt x="19" y="0"/>
                      <a:pt x="15" y="1"/>
                      <a:pt x="11" y="3"/>
                    </a:cubicBezTo>
                    <a:cubicBezTo>
                      <a:pt x="9" y="3"/>
                      <a:pt x="7" y="4"/>
                      <a:pt x="5" y="5"/>
                    </a:cubicBezTo>
                    <a:cubicBezTo>
                      <a:pt x="4" y="6"/>
                      <a:pt x="3" y="7"/>
                      <a:pt x="2" y="7"/>
                    </a:cubicBezTo>
                    <a:cubicBezTo>
                      <a:pt x="2" y="8"/>
                      <a:pt x="2" y="8"/>
                      <a:pt x="1" y="8"/>
                    </a:cubicBezTo>
                    <a:cubicBezTo>
                      <a:pt x="1" y="8"/>
                      <a:pt x="0" y="9"/>
                      <a:pt x="0" y="9"/>
                    </a:cubicBezTo>
                    <a:cubicBezTo>
                      <a:pt x="2" y="13"/>
                      <a:pt x="5" y="14"/>
                      <a:pt x="8" y="15"/>
                    </a:cubicBezTo>
                    <a:cubicBezTo>
                      <a:pt x="11" y="17"/>
                      <a:pt x="17" y="18"/>
                      <a:pt x="21" y="17"/>
                    </a:cubicBezTo>
                    <a:close/>
                  </a:path>
                </a:pathLst>
              </a:custGeom>
              <a:noFill/>
              <a:ln w="3175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099" name="Freeform 898">
                <a:extLst>
                  <a:ext uri="{FF2B5EF4-FFF2-40B4-BE49-F238E27FC236}">
                    <a16:creationId xmlns:a16="http://schemas.microsoft.com/office/drawing/2014/main" id="{E980C9A8-ABAE-4BE2-8C93-0C750922BC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4" y="1000"/>
                <a:ext cx="47" cy="21"/>
              </a:xfrm>
              <a:custGeom>
                <a:avLst/>
                <a:gdLst>
                  <a:gd name="T0" fmla="*/ 152 w 25"/>
                  <a:gd name="T1" fmla="*/ 61 h 11"/>
                  <a:gd name="T2" fmla="*/ 105 w 25"/>
                  <a:gd name="T3" fmla="*/ 29 h 11"/>
                  <a:gd name="T4" fmla="*/ 60 w 25"/>
                  <a:gd name="T5" fmla="*/ 36 h 11"/>
                  <a:gd name="T6" fmla="*/ 21 w 25"/>
                  <a:gd name="T7" fmla="*/ 61 h 11"/>
                  <a:gd name="T8" fmla="*/ 28 w 25"/>
                  <a:gd name="T9" fmla="*/ 15 h 11"/>
                  <a:gd name="T10" fmla="*/ 105 w 25"/>
                  <a:gd name="T11" fmla="*/ 0 h 11"/>
                  <a:gd name="T12" fmla="*/ 152 w 25"/>
                  <a:gd name="T13" fmla="*/ 15 h 11"/>
                  <a:gd name="T14" fmla="*/ 165 w 25"/>
                  <a:gd name="T15" fmla="*/ 55 h 1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5" h="11">
                    <a:moveTo>
                      <a:pt x="23" y="9"/>
                    </a:moveTo>
                    <a:cubicBezTo>
                      <a:pt x="19" y="10"/>
                      <a:pt x="19" y="6"/>
                      <a:pt x="16" y="4"/>
                    </a:cubicBezTo>
                    <a:cubicBezTo>
                      <a:pt x="14" y="3"/>
                      <a:pt x="11" y="3"/>
                      <a:pt x="9" y="5"/>
                    </a:cubicBezTo>
                    <a:cubicBezTo>
                      <a:pt x="8" y="7"/>
                      <a:pt x="6" y="11"/>
                      <a:pt x="3" y="9"/>
                    </a:cubicBezTo>
                    <a:cubicBezTo>
                      <a:pt x="0" y="7"/>
                      <a:pt x="1" y="3"/>
                      <a:pt x="4" y="2"/>
                    </a:cubicBezTo>
                    <a:cubicBezTo>
                      <a:pt x="8" y="0"/>
                      <a:pt x="12" y="0"/>
                      <a:pt x="16" y="0"/>
                    </a:cubicBezTo>
                    <a:cubicBezTo>
                      <a:pt x="18" y="1"/>
                      <a:pt x="21" y="0"/>
                      <a:pt x="23" y="2"/>
                    </a:cubicBezTo>
                    <a:cubicBezTo>
                      <a:pt x="25" y="3"/>
                      <a:pt x="25" y="5"/>
                      <a:pt x="25" y="8"/>
                    </a:cubicBezTo>
                  </a:path>
                </a:pathLst>
              </a:custGeom>
              <a:solidFill>
                <a:srgbClr val="1A0A0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100" name="Freeform 899">
                <a:extLst>
                  <a:ext uri="{FF2B5EF4-FFF2-40B4-BE49-F238E27FC236}">
                    <a16:creationId xmlns:a16="http://schemas.microsoft.com/office/drawing/2014/main" id="{97F31114-37FF-4FFC-B269-B4570A4AF6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1" y="1002"/>
                <a:ext cx="15" cy="15"/>
              </a:xfrm>
              <a:custGeom>
                <a:avLst/>
                <a:gdLst>
                  <a:gd name="T0" fmla="*/ 0 w 8"/>
                  <a:gd name="T1" fmla="*/ 32 h 8"/>
                  <a:gd name="T2" fmla="*/ 28 w 8"/>
                  <a:gd name="T3" fmla="*/ 53 h 8"/>
                  <a:gd name="T4" fmla="*/ 53 w 8"/>
                  <a:gd name="T5" fmla="*/ 28 h 8"/>
                  <a:gd name="T6" fmla="*/ 21 w 8"/>
                  <a:gd name="T7" fmla="*/ 8 h 8"/>
                  <a:gd name="T8" fmla="*/ 0 w 8"/>
                  <a:gd name="T9" fmla="*/ 32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0" y="5"/>
                    </a:moveTo>
                    <a:cubicBezTo>
                      <a:pt x="1" y="7"/>
                      <a:pt x="2" y="8"/>
                      <a:pt x="4" y="8"/>
                    </a:cubicBezTo>
                    <a:cubicBezTo>
                      <a:pt x="7" y="8"/>
                      <a:pt x="8" y="6"/>
                      <a:pt x="8" y="4"/>
                    </a:cubicBezTo>
                    <a:cubicBezTo>
                      <a:pt x="7" y="2"/>
                      <a:pt x="5" y="0"/>
                      <a:pt x="3" y="1"/>
                    </a:cubicBezTo>
                    <a:cubicBezTo>
                      <a:pt x="1" y="1"/>
                      <a:pt x="0" y="3"/>
                      <a:pt x="0" y="5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101" name="Freeform 900">
                <a:extLst>
                  <a:ext uri="{FF2B5EF4-FFF2-40B4-BE49-F238E27FC236}">
                    <a16:creationId xmlns:a16="http://schemas.microsoft.com/office/drawing/2014/main" id="{5F6EA733-A19C-4751-84FA-FE46E37A21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8" y="1019"/>
                <a:ext cx="41" cy="5"/>
              </a:xfrm>
              <a:custGeom>
                <a:avLst/>
                <a:gdLst>
                  <a:gd name="T0" fmla="*/ 136 w 22"/>
                  <a:gd name="T1" fmla="*/ 0 h 3"/>
                  <a:gd name="T2" fmla="*/ 121 w 22"/>
                  <a:gd name="T3" fmla="*/ 0 h 3"/>
                  <a:gd name="T4" fmla="*/ 112 w 22"/>
                  <a:gd name="T5" fmla="*/ 0 h 3"/>
                  <a:gd name="T6" fmla="*/ 89 w 22"/>
                  <a:gd name="T7" fmla="*/ 5 h 3"/>
                  <a:gd name="T8" fmla="*/ 39 w 22"/>
                  <a:gd name="T9" fmla="*/ 5 h 3"/>
                  <a:gd name="T10" fmla="*/ 13 w 22"/>
                  <a:gd name="T11" fmla="*/ 0 h 3"/>
                  <a:gd name="T12" fmla="*/ 21 w 22"/>
                  <a:gd name="T13" fmla="*/ 8 h 3"/>
                  <a:gd name="T14" fmla="*/ 73 w 22"/>
                  <a:gd name="T15" fmla="*/ 13 h 3"/>
                  <a:gd name="T16" fmla="*/ 112 w 22"/>
                  <a:gd name="T17" fmla="*/ 8 h 3"/>
                  <a:gd name="T18" fmla="*/ 142 w 22"/>
                  <a:gd name="T19" fmla="*/ 5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2" h="3">
                    <a:moveTo>
                      <a:pt x="21" y="0"/>
                    </a:moveTo>
                    <a:cubicBezTo>
                      <a:pt x="21" y="0"/>
                      <a:pt x="20" y="0"/>
                      <a:pt x="19" y="0"/>
                    </a:cubicBezTo>
                    <a:cubicBezTo>
                      <a:pt x="19" y="0"/>
                      <a:pt x="18" y="0"/>
                      <a:pt x="17" y="0"/>
                    </a:cubicBezTo>
                    <a:cubicBezTo>
                      <a:pt x="16" y="0"/>
                      <a:pt x="15" y="0"/>
                      <a:pt x="14" y="1"/>
                    </a:cubicBezTo>
                    <a:cubicBezTo>
                      <a:pt x="11" y="2"/>
                      <a:pt x="9" y="1"/>
                      <a:pt x="6" y="1"/>
                    </a:cubicBezTo>
                    <a:cubicBezTo>
                      <a:pt x="5" y="0"/>
                      <a:pt x="3" y="0"/>
                      <a:pt x="2" y="0"/>
                    </a:cubicBezTo>
                    <a:cubicBezTo>
                      <a:pt x="0" y="1"/>
                      <a:pt x="2" y="2"/>
                      <a:pt x="3" y="2"/>
                    </a:cubicBezTo>
                    <a:cubicBezTo>
                      <a:pt x="5" y="3"/>
                      <a:pt x="8" y="3"/>
                      <a:pt x="11" y="3"/>
                    </a:cubicBezTo>
                    <a:cubicBezTo>
                      <a:pt x="13" y="3"/>
                      <a:pt x="15" y="2"/>
                      <a:pt x="17" y="2"/>
                    </a:cubicBezTo>
                    <a:cubicBezTo>
                      <a:pt x="18" y="2"/>
                      <a:pt x="21" y="2"/>
                      <a:pt x="22" y="1"/>
                    </a:cubicBezTo>
                  </a:path>
                </a:pathLst>
              </a:custGeom>
              <a:solidFill>
                <a:srgbClr val="3A120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102" name="Freeform 901">
                <a:extLst>
                  <a:ext uri="{FF2B5EF4-FFF2-40B4-BE49-F238E27FC236}">
                    <a16:creationId xmlns:a16="http://schemas.microsoft.com/office/drawing/2014/main" id="{0DDA1177-014A-4FEB-B423-B01C225851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7" y="1002"/>
                <a:ext cx="8" cy="8"/>
              </a:xfrm>
              <a:custGeom>
                <a:avLst/>
                <a:gdLst>
                  <a:gd name="T0" fmla="*/ 0 w 4"/>
                  <a:gd name="T1" fmla="*/ 24 h 4"/>
                  <a:gd name="T2" fmla="*/ 24 w 4"/>
                  <a:gd name="T3" fmla="*/ 32 h 4"/>
                  <a:gd name="T4" fmla="*/ 32 w 4"/>
                  <a:gd name="T5" fmla="*/ 16 h 4"/>
                  <a:gd name="T6" fmla="*/ 16 w 4"/>
                  <a:gd name="T7" fmla="*/ 0 h 4"/>
                  <a:gd name="T8" fmla="*/ 0 w 4"/>
                  <a:gd name="T9" fmla="*/ 2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0" y="3"/>
                    </a:moveTo>
                    <a:cubicBezTo>
                      <a:pt x="1" y="4"/>
                      <a:pt x="2" y="4"/>
                      <a:pt x="3" y="4"/>
                    </a:cubicBezTo>
                    <a:cubicBezTo>
                      <a:pt x="4" y="4"/>
                      <a:pt x="4" y="3"/>
                      <a:pt x="4" y="2"/>
                    </a:cubicBezTo>
                    <a:cubicBezTo>
                      <a:pt x="4" y="1"/>
                      <a:pt x="3" y="0"/>
                      <a:pt x="2" y="0"/>
                    </a:cubicBezTo>
                    <a:cubicBezTo>
                      <a:pt x="1" y="1"/>
                      <a:pt x="0" y="2"/>
                      <a:pt x="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103" name="Freeform 902">
                <a:extLst>
                  <a:ext uri="{FF2B5EF4-FFF2-40B4-BE49-F238E27FC236}">
                    <a16:creationId xmlns:a16="http://schemas.microsoft.com/office/drawing/2014/main" id="{84B5BEE3-72C6-40B4-97EA-809416FD42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1" y="978"/>
                <a:ext cx="70" cy="26"/>
              </a:xfrm>
              <a:custGeom>
                <a:avLst/>
                <a:gdLst>
                  <a:gd name="T0" fmla="*/ 250 w 37"/>
                  <a:gd name="T1" fmla="*/ 65 h 14"/>
                  <a:gd name="T2" fmla="*/ 0 w 37"/>
                  <a:gd name="T3" fmla="*/ 89 h 14"/>
                  <a:gd name="T4" fmla="*/ 250 w 37"/>
                  <a:gd name="T5" fmla="*/ 65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7" h="14">
                    <a:moveTo>
                      <a:pt x="37" y="10"/>
                    </a:moveTo>
                    <a:cubicBezTo>
                      <a:pt x="37" y="10"/>
                      <a:pt x="14" y="1"/>
                      <a:pt x="0" y="14"/>
                    </a:cubicBezTo>
                    <a:cubicBezTo>
                      <a:pt x="0" y="14"/>
                      <a:pt x="12" y="0"/>
                      <a:pt x="37" y="1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104" name="Freeform 903">
                <a:extLst>
                  <a:ext uri="{FF2B5EF4-FFF2-40B4-BE49-F238E27FC236}">
                    <a16:creationId xmlns:a16="http://schemas.microsoft.com/office/drawing/2014/main" id="{87E64960-F1EB-4391-98D6-A521255457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2" y="1028"/>
                <a:ext cx="50" cy="15"/>
              </a:xfrm>
              <a:custGeom>
                <a:avLst/>
                <a:gdLst>
                  <a:gd name="T0" fmla="*/ 172 w 27"/>
                  <a:gd name="T1" fmla="*/ 0 h 8"/>
                  <a:gd name="T2" fmla="*/ 0 w 27"/>
                  <a:gd name="T3" fmla="*/ 21 h 8"/>
                  <a:gd name="T4" fmla="*/ 172 w 27"/>
                  <a:gd name="T5" fmla="*/ 0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7" h="8">
                    <a:moveTo>
                      <a:pt x="27" y="0"/>
                    </a:moveTo>
                    <a:cubicBezTo>
                      <a:pt x="27" y="0"/>
                      <a:pt x="8" y="7"/>
                      <a:pt x="0" y="3"/>
                    </a:cubicBezTo>
                    <a:cubicBezTo>
                      <a:pt x="0" y="3"/>
                      <a:pt x="8" y="8"/>
                      <a:pt x="27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105" name="Freeform 904">
                <a:extLst>
                  <a:ext uri="{FF2B5EF4-FFF2-40B4-BE49-F238E27FC236}">
                    <a16:creationId xmlns:a16="http://schemas.microsoft.com/office/drawing/2014/main" id="{554CE1F8-F958-4CB6-BAEF-1FC1156C04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8" y="953"/>
                <a:ext cx="84" cy="27"/>
              </a:xfrm>
              <a:custGeom>
                <a:avLst/>
                <a:gdLst>
                  <a:gd name="T0" fmla="*/ 293 w 45"/>
                  <a:gd name="T1" fmla="*/ 100 h 14"/>
                  <a:gd name="T2" fmla="*/ 0 w 45"/>
                  <a:gd name="T3" fmla="*/ 93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5" h="14">
                    <a:moveTo>
                      <a:pt x="45" y="14"/>
                    </a:moveTo>
                    <a:cubicBezTo>
                      <a:pt x="45" y="14"/>
                      <a:pt x="26" y="0"/>
                      <a:pt x="0" y="13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106" name="Freeform 905">
                <a:extLst>
                  <a:ext uri="{FF2B5EF4-FFF2-40B4-BE49-F238E27FC236}">
                    <a16:creationId xmlns:a16="http://schemas.microsoft.com/office/drawing/2014/main" id="{C377299C-1B43-4B4F-80E5-BF22D21822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4" y="1015"/>
                <a:ext cx="2" cy="6"/>
              </a:xfrm>
              <a:custGeom>
                <a:avLst/>
                <a:gdLst>
                  <a:gd name="T0" fmla="*/ 0 w 1"/>
                  <a:gd name="T1" fmla="*/ 24 h 3"/>
                  <a:gd name="T2" fmla="*/ 0 w 1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cubicBezTo>
                      <a:pt x="0" y="2"/>
                      <a:pt x="1" y="1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107" name="Freeform 906">
                <a:extLst>
                  <a:ext uri="{FF2B5EF4-FFF2-40B4-BE49-F238E27FC236}">
                    <a16:creationId xmlns:a16="http://schemas.microsoft.com/office/drawing/2014/main" id="{B3E986B9-A129-479C-A1E1-60A0809C13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4" y="1017"/>
                <a:ext cx="2" cy="4"/>
              </a:xfrm>
              <a:custGeom>
                <a:avLst/>
                <a:gdLst>
                  <a:gd name="T0" fmla="*/ 8 w 1"/>
                  <a:gd name="T1" fmla="*/ 16 h 2"/>
                  <a:gd name="T2" fmla="*/ 8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1" y="1"/>
                      <a:pt x="0" y="0"/>
                      <a:pt x="1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108" name="Freeform 907">
                <a:extLst>
                  <a:ext uri="{FF2B5EF4-FFF2-40B4-BE49-F238E27FC236}">
                    <a16:creationId xmlns:a16="http://schemas.microsoft.com/office/drawing/2014/main" id="{D64D1A28-5E5A-4AAB-AB12-5F88F44CA5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5" y="1028"/>
                <a:ext cx="47" cy="13"/>
              </a:xfrm>
              <a:custGeom>
                <a:avLst/>
                <a:gdLst>
                  <a:gd name="T0" fmla="*/ 152 w 25"/>
                  <a:gd name="T1" fmla="*/ 0 h 7"/>
                  <a:gd name="T2" fmla="*/ 133 w 25"/>
                  <a:gd name="T3" fmla="*/ 7 h 7"/>
                  <a:gd name="T4" fmla="*/ 100 w 25"/>
                  <a:gd name="T5" fmla="*/ 20 h 7"/>
                  <a:gd name="T6" fmla="*/ 53 w 25"/>
                  <a:gd name="T7" fmla="*/ 32 h 7"/>
                  <a:gd name="T8" fmla="*/ 0 w 25"/>
                  <a:gd name="T9" fmla="*/ 37 h 7"/>
                  <a:gd name="T10" fmla="*/ 39 w 25"/>
                  <a:gd name="T11" fmla="*/ 45 h 7"/>
                  <a:gd name="T12" fmla="*/ 100 w 25"/>
                  <a:gd name="T13" fmla="*/ 32 h 7"/>
                  <a:gd name="T14" fmla="*/ 145 w 25"/>
                  <a:gd name="T15" fmla="*/ 13 h 7"/>
                  <a:gd name="T16" fmla="*/ 165 w 25"/>
                  <a:gd name="T17" fmla="*/ 0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5" h="7">
                    <a:moveTo>
                      <a:pt x="23" y="0"/>
                    </a:moveTo>
                    <a:cubicBezTo>
                      <a:pt x="22" y="0"/>
                      <a:pt x="21" y="1"/>
                      <a:pt x="20" y="1"/>
                    </a:cubicBezTo>
                    <a:cubicBezTo>
                      <a:pt x="18" y="2"/>
                      <a:pt x="16" y="3"/>
                      <a:pt x="15" y="3"/>
                    </a:cubicBezTo>
                    <a:cubicBezTo>
                      <a:pt x="12" y="4"/>
                      <a:pt x="10" y="4"/>
                      <a:pt x="8" y="5"/>
                    </a:cubicBezTo>
                    <a:cubicBezTo>
                      <a:pt x="5" y="6"/>
                      <a:pt x="3" y="5"/>
                      <a:pt x="0" y="6"/>
                    </a:cubicBezTo>
                    <a:cubicBezTo>
                      <a:pt x="1" y="7"/>
                      <a:pt x="5" y="7"/>
                      <a:pt x="6" y="7"/>
                    </a:cubicBezTo>
                    <a:cubicBezTo>
                      <a:pt x="9" y="7"/>
                      <a:pt x="12" y="6"/>
                      <a:pt x="15" y="5"/>
                    </a:cubicBezTo>
                    <a:cubicBezTo>
                      <a:pt x="18" y="4"/>
                      <a:pt x="20" y="3"/>
                      <a:pt x="22" y="2"/>
                    </a:cubicBezTo>
                    <a:cubicBezTo>
                      <a:pt x="23" y="1"/>
                      <a:pt x="24" y="0"/>
                      <a:pt x="25" y="0"/>
                    </a:cubicBezTo>
                  </a:path>
                </a:pathLst>
              </a:custGeom>
              <a:solidFill>
                <a:srgbClr val="7E39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109" name="Freeform 908">
                <a:extLst>
                  <a:ext uri="{FF2B5EF4-FFF2-40B4-BE49-F238E27FC236}">
                    <a16:creationId xmlns:a16="http://schemas.microsoft.com/office/drawing/2014/main" id="{2FF60CAE-6256-478B-8F04-8CCC72124A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0" y="1030"/>
                <a:ext cx="36" cy="8"/>
              </a:xfrm>
              <a:custGeom>
                <a:avLst/>
                <a:gdLst>
                  <a:gd name="T0" fmla="*/ 0 w 19"/>
                  <a:gd name="T1" fmla="*/ 0 h 4"/>
                  <a:gd name="T2" fmla="*/ 53 w 19"/>
                  <a:gd name="T3" fmla="*/ 8 h 4"/>
                  <a:gd name="T4" fmla="*/ 89 w 19"/>
                  <a:gd name="T5" fmla="*/ 16 h 4"/>
                  <a:gd name="T6" fmla="*/ 129 w 19"/>
                  <a:gd name="T7" fmla="*/ 32 h 4"/>
                  <a:gd name="T8" fmla="*/ 89 w 19"/>
                  <a:gd name="T9" fmla="*/ 32 h 4"/>
                  <a:gd name="T10" fmla="*/ 53 w 19"/>
                  <a:gd name="T11" fmla="*/ 24 h 4"/>
                  <a:gd name="T12" fmla="*/ 8 w 19"/>
                  <a:gd name="T13" fmla="*/ 0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4">
                    <a:moveTo>
                      <a:pt x="0" y="0"/>
                    </a:moveTo>
                    <a:cubicBezTo>
                      <a:pt x="2" y="0"/>
                      <a:pt x="5" y="0"/>
                      <a:pt x="8" y="1"/>
                    </a:cubicBezTo>
                    <a:cubicBezTo>
                      <a:pt x="9" y="2"/>
                      <a:pt x="11" y="2"/>
                      <a:pt x="13" y="2"/>
                    </a:cubicBezTo>
                    <a:cubicBezTo>
                      <a:pt x="15" y="3"/>
                      <a:pt x="17" y="4"/>
                      <a:pt x="19" y="4"/>
                    </a:cubicBezTo>
                    <a:cubicBezTo>
                      <a:pt x="17" y="4"/>
                      <a:pt x="15" y="4"/>
                      <a:pt x="13" y="4"/>
                    </a:cubicBezTo>
                    <a:cubicBezTo>
                      <a:pt x="11" y="4"/>
                      <a:pt x="9" y="3"/>
                      <a:pt x="8" y="3"/>
                    </a:cubicBezTo>
                    <a:cubicBezTo>
                      <a:pt x="5" y="2"/>
                      <a:pt x="2" y="2"/>
                      <a:pt x="1" y="0"/>
                    </a:cubicBezTo>
                  </a:path>
                </a:pathLst>
              </a:custGeom>
              <a:solidFill>
                <a:srgbClr val="7E39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110" name="Freeform 909">
                <a:extLst>
                  <a:ext uri="{FF2B5EF4-FFF2-40B4-BE49-F238E27FC236}">
                    <a16:creationId xmlns:a16="http://schemas.microsoft.com/office/drawing/2014/main" id="{58A6E5FF-5780-4044-8E8C-3F59E56353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4" y="993"/>
                <a:ext cx="38" cy="26"/>
              </a:xfrm>
              <a:custGeom>
                <a:avLst/>
                <a:gdLst>
                  <a:gd name="T0" fmla="*/ 137 w 20"/>
                  <a:gd name="T1" fmla="*/ 0 h 14"/>
                  <a:gd name="T2" fmla="*/ 61 w 20"/>
                  <a:gd name="T3" fmla="*/ 20 h 14"/>
                  <a:gd name="T4" fmla="*/ 29 w 20"/>
                  <a:gd name="T5" fmla="*/ 45 h 14"/>
                  <a:gd name="T6" fmla="*/ 0 w 20"/>
                  <a:gd name="T7" fmla="*/ 89 h 14"/>
                  <a:gd name="T8" fmla="*/ 8 w 20"/>
                  <a:gd name="T9" fmla="*/ 65 h 14"/>
                  <a:gd name="T10" fmla="*/ 21 w 20"/>
                  <a:gd name="T11" fmla="*/ 45 h 14"/>
                  <a:gd name="T12" fmla="*/ 61 w 20"/>
                  <a:gd name="T13" fmla="*/ 20 h 14"/>
                  <a:gd name="T14" fmla="*/ 129 w 20"/>
                  <a:gd name="T15" fmla="*/ 0 h 1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0" h="14">
                    <a:moveTo>
                      <a:pt x="20" y="0"/>
                    </a:moveTo>
                    <a:cubicBezTo>
                      <a:pt x="16" y="1"/>
                      <a:pt x="12" y="1"/>
                      <a:pt x="9" y="3"/>
                    </a:cubicBezTo>
                    <a:cubicBezTo>
                      <a:pt x="8" y="5"/>
                      <a:pt x="6" y="6"/>
                      <a:pt x="4" y="7"/>
                    </a:cubicBezTo>
                    <a:cubicBezTo>
                      <a:pt x="2" y="9"/>
                      <a:pt x="1" y="12"/>
                      <a:pt x="0" y="14"/>
                    </a:cubicBezTo>
                    <a:cubicBezTo>
                      <a:pt x="0" y="13"/>
                      <a:pt x="1" y="11"/>
                      <a:pt x="1" y="10"/>
                    </a:cubicBezTo>
                    <a:cubicBezTo>
                      <a:pt x="2" y="9"/>
                      <a:pt x="2" y="8"/>
                      <a:pt x="3" y="7"/>
                    </a:cubicBezTo>
                    <a:cubicBezTo>
                      <a:pt x="5" y="5"/>
                      <a:pt x="7" y="4"/>
                      <a:pt x="9" y="3"/>
                    </a:cubicBezTo>
                    <a:cubicBezTo>
                      <a:pt x="12" y="1"/>
                      <a:pt x="15" y="0"/>
                      <a:pt x="19" y="0"/>
                    </a:cubicBezTo>
                  </a:path>
                </a:pathLst>
              </a:custGeom>
              <a:solidFill>
                <a:srgbClr val="7E39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</p:grpSp>
        <p:sp>
          <p:nvSpPr>
            <p:cNvPr id="31876" name="Freeform 910">
              <a:extLst>
                <a:ext uri="{FF2B5EF4-FFF2-40B4-BE49-F238E27FC236}">
                  <a16:creationId xmlns:a16="http://schemas.microsoft.com/office/drawing/2014/main" id="{25A19FF9-6B2C-4CF9-B8E0-7CD3E96BCA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5" y="980"/>
              <a:ext cx="26" cy="72"/>
            </a:xfrm>
            <a:custGeom>
              <a:avLst/>
              <a:gdLst>
                <a:gd name="T0" fmla="*/ 45 w 14"/>
                <a:gd name="T1" fmla="*/ 13 h 39"/>
                <a:gd name="T2" fmla="*/ 24 w 14"/>
                <a:gd name="T3" fmla="*/ 37 h 39"/>
                <a:gd name="T4" fmla="*/ 13 w 14"/>
                <a:gd name="T5" fmla="*/ 61 h 39"/>
                <a:gd name="T6" fmla="*/ 0 w 14"/>
                <a:gd name="T7" fmla="*/ 133 h 39"/>
                <a:gd name="T8" fmla="*/ 7 w 14"/>
                <a:gd name="T9" fmla="*/ 194 h 39"/>
                <a:gd name="T10" fmla="*/ 24 w 14"/>
                <a:gd name="T11" fmla="*/ 246 h 39"/>
                <a:gd name="T12" fmla="*/ 24 w 14"/>
                <a:gd name="T13" fmla="*/ 185 h 39"/>
                <a:gd name="T14" fmla="*/ 32 w 14"/>
                <a:gd name="T15" fmla="*/ 126 h 39"/>
                <a:gd name="T16" fmla="*/ 52 w 14"/>
                <a:gd name="T17" fmla="*/ 102 h 39"/>
                <a:gd name="T18" fmla="*/ 65 w 14"/>
                <a:gd name="T19" fmla="*/ 76 h 39"/>
                <a:gd name="T20" fmla="*/ 65 w 14"/>
                <a:gd name="T21" fmla="*/ 61 h 39"/>
                <a:gd name="T22" fmla="*/ 65 w 14"/>
                <a:gd name="T23" fmla="*/ 52 h 39"/>
                <a:gd name="T24" fmla="*/ 84 w 14"/>
                <a:gd name="T25" fmla="*/ 24 h 39"/>
                <a:gd name="T26" fmla="*/ 52 w 14"/>
                <a:gd name="T27" fmla="*/ 13 h 39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4" h="39">
                  <a:moveTo>
                    <a:pt x="7" y="2"/>
                  </a:moveTo>
                  <a:cubicBezTo>
                    <a:pt x="6" y="2"/>
                    <a:pt x="5" y="5"/>
                    <a:pt x="4" y="6"/>
                  </a:cubicBezTo>
                  <a:cubicBezTo>
                    <a:pt x="3" y="7"/>
                    <a:pt x="3" y="9"/>
                    <a:pt x="2" y="10"/>
                  </a:cubicBezTo>
                  <a:cubicBezTo>
                    <a:pt x="1" y="14"/>
                    <a:pt x="1" y="17"/>
                    <a:pt x="0" y="21"/>
                  </a:cubicBezTo>
                  <a:cubicBezTo>
                    <a:pt x="0" y="24"/>
                    <a:pt x="0" y="28"/>
                    <a:pt x="1" y="31"/>
                  </a:cubicBezTo>
                  <a:cubicBezTo>
                    <a:pt x="1" y="33"/>
                    <a:pt x="1" y="39"/>
                    <a:pt x="4" y="39"/>
                  </a:cubicBezTo>
                  <a:cubicBezTo>
                    <a:pt x="5" y="36"/>
                    <a:pt x="4" y="32"/>
                    <a:pt x="4" y="29"/>
                  </a:cubicBezTo>
                  <a:cubicBezTo>
                    <a:pt x="4" y="26"/>
                    <a:pt x="4" y="23"/>
                    <a:pt x="5" y="20"/>
                  </a:cubicBezTo>
                  <a:cubicBezTo>
                    <a:pt x="6" y="19"/>
                    <a:pt x="6" y="17"/>
                    <a:pt x="8" y="16"/>
                  </a:cubicBezTo>
                  <a:cubicBezTo>
                    <a:pt x="9" y="15"/>
                    <a:pt x="11" y="13"/>
                    <a:pt x="10" y="12"/>
                  </a:cubicBezTo>
                  <a:cubicBezTo>
                    <a:pt x="10" y="11"/>
                    <a:pt x="10" y="11"/>
                    <a:pt x="10" y="10"/>
                  </a:cubicBezTo>
                  <a:cubicBezTo>
                    <a:pt x="9" y="10"/>
                    <a:pt x="10" y="9"/>
                    <a:pt x="10" y="8"/>
                  </a:cubicBezTo>
                  <a:cubicBezTo>
                    <a:pt x="11" y="7"/>
                    <a:pt x="14" y="5"/>
                    <a:pt x="13" y="4"/>
                  </a:cubicBezTo>
                  <a:cubicBezTo>
                    <a:pt x="12" y="2"/>
                    <a:pt x="9" y="0"/>
                    <a:pt x="8" y="2"/>
                  </a:cubicBezTo>
                </a:path>
              </a:pathLst>
            </a:custGeom>
            <a:solidFill>
              <a:srgbClr val="6B2D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877" name="Freeform 911">
              <a:extLst>
                <a:ext uri="{FF2B5EF4-FFF2-40B4-BE49-F238E27FC236}">
                  <a16:creationId xmlns:a16="http://schemas.microsoft.com/office/drawing/2014/main" id="{202E9A34-AC5D-443C-8183-BE13B612AD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6" y="974"/>
              <a:ext cx="47" cy="22"/>
            </a:xfrm>
            <a:custGeom>
              <a:avLst/>
              <a:gdLst>
                <a:gd name="T0" fmla="*/ 21 w 25"/>
                <a:gd name="T1" fmla="*/ 73 h 12"/>
                <a:gd name="T2" fmla="*/ 120 w 25"/>
                <a:gd name="T3" fmla="*/ 37 h 12"/>
                <a:gd name="T4" fmla="*/ 165 w 25"/>
                <a:gd name="T5" fmla="*/ 24 h 12"/>
                <a:gd name="T6" fmla="*/ 145 w 25"/>
                <a:gd name="T7" fmla="*/ 7 h 12"/>
                <a:gd name="T8" fmla="*/ 92 w 25"/>
                <a:gd name="T9" fmla="*/ 7 h 12"/>
                <a:gd name="T10" fmla="*/ 45 w 25"/>
                <a:gd name="T11" fmla="*/ 13 h 12"/>
                <a:gd name="T12" fmla="*/ 21 w 25"/>
                <a:gd name="T13" fmla="*/ 24 h 12"/>
                <a:gd name="T14" fmla="*/ 0 w 25"/>
                <a:gd name="T15" fmla="*/ 61 h 1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5" h="12">
                  <a:moveTo>
                    <a:pt x="3" y="12"/>
                  </a:moveTo>
                  <a:cubicBezTo>
                    <a:pt x="8" y="9"/>
                    <a:pt x="13" y="7"/>
                    <a:pt x="18" y="6"/>
                  </a:cubicBezTo>
                  <a:cubicBezTo>
                    <a:pt x="20" y="6"/>
                    <a:pt x="24" y="6"/>
                    <a:pt x="25" y="4"/>
                  </a:cubicBezTo>
                  <a:cubicBezTo>
                    <a:pt x="25" y="3"/>
                    <a:pt x="23" y="2"/>
                    <a:pt x="22" y="1"/>
                  </a:cubicBezTo>
                  <a:cubicBezTo>
                    <a:pt x="20" y="0"/>
                    <a:pt x="17" y="0"/>
                    <a:pt x="14" y="1"/>
                  </a:cubicBezTo>
                  <a:cubicBezTo>
                    <a:pt x="12" y="1"/>
                    <a:pt x="10" y="1"/>
                    <a:pt x="7" y="2"/>
                  </a:cubicBezTo>
                  <a:cubicBezTo>
                    <a:pt x="6" y="3"/>
                    <a:pt x="4" y="3"/>
                    <a:pt x="3" y="4"/>
                  </a:cubicBezTo>
                  <a:cubicBezTo>
                    <a:pt x="1" y="5"/>
                    <a:pt x="0" y="8"/>
                    <a:pt x="0" y="10"/>
                  </a:cubicBezTo>
                </a:path>
              </a:pathLst>
            </a:custGeom>
            <a:solidFill>
              <a:srgbClr val="6B2D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878" name="Freeform 912">
              <a:extLst>
                <a:ext uri="{FF2B5EF4-FFF2-40B4-BE49-F238E27FC236}">
                  <a16:creationId xmlns:a16="http://schemas.microsoft.com/office/drawing/2014/main" id="{2EA03A81-DC70-459A-B65E-DD215E57E1E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7" y="1019"/>
              <a:ext cx="21" cy="13"/>
            </a:xfrm>
            <a:custGeom>
              <a:avLst/>
              <a:gdLst>
                <a:gd name="T0" fmla="*/ 0 w 11"/>
                <a:gd name="T1" fmla="*/ 0 h 7"/>
                <a:gd name="T2" fmla="*/ 76 w 11"/>
                <a:gd name="T3" fmla="*/ 45 h 7"/>
                <a:gd name="T4" fmla="*/ 36 w 11"/>
                <a:gd name="T5" fmla="*/ 32 h 7"/>
                <a:gd name="T6" fmla="*/ 8 w 11"/>
                <a:gd name="T7" fmla="*/ 7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7">
                  <a:moveTo>
                    <a:pt x="0" y="0"/>
                  </a:moveTo>
                  <a:cubicBezTo>
                    <a:pt x="4" y="2"/>
                    <a:pt x="7" y="6"/>
                    <a:pt x="11" y="7"/>
                  </a:cubicBezTo>
                  <a:cubicBezTo>
                    <a:pt x="9" y="7"/>
                    <a:pt x="7" y="6"/>
                    <a:pt x="5" y="5"/>
                  </a:cubicBezTo>
                  <a:cubicBezTo>
                    <a:pt x="4" y="4"/>
                    <a:pt x="3" y="2"/>
                    <a:pt x="1" y="1"/>
                  </a:cubicBezTo>
                </a:path>
              </a:pathLst>
            </a:custGeom>
            <a:solidFill>
              <a:srgbClr val="6B2D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879" name="Freeform 913">
              <a:extLst>
                <a:ext uri="{FF2B5EF4-FFF2-40B4-BE49-F238E27FC236}">
                  <a16:creationId xmlns:a16="http://schemas.microsoft.com/office/drawing/2014/main" id="{71F0C3C5-5A07-476A-A684-48A75ACE2D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4" y="1015"/>
              <a:ext cx="17" cy="13"/>
            </a:xfrm>
            <a:custGeom>
              <a:avLst/>
              <a:gdLst>
                <a:gd name="T0" fmla="*/ 0 w 9"/>
                <a:gd name="T1" fmla="*/ 37 h 7"/>
                <a:gd name="T2" fmla="*/ 28 w 9"/>
                <a:gd name="T3" fmla="*/ 20 h 7"/>
                <a:gd name="T4" fmla="*/ 60 w 9"/>
                <a:gd name="T5" fmla="*/ 0 h 7"/>
                <a:gd name="T6" fmla="*/ 0 w 9"/>
                <a:gd name="T7" fmla="*/ 45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7">
                  <a:moveTo>
                    <a:pt x="0" y="6"/>
                  </a:moveTo>
                  <a:cubicBezTo>
                    <a:pt x="1" y="6"/>
                    <a:pt x="3" y="4"/>
                    <a:pt x="4" y="3"/>
                  </a:cubicBezTo>
                  <a:cubicBezTo>
                    <a:pt x="5" y="2"/>
                    <a:pt x="7" y="1"/>
                    <a:pt x="9" y="0"/>
                  </a:cubicBezTo>
                  <a:cubicBezTo>
                    <a:pt x="7" y="4"/>
                    <a:pt x="4" y="5"/>
                    <a:pt x="0" y="7"/>
                  </a:cubicBezTo>
                </a:path>
              </a:pathLst>
            </a:custGeom>
            <a:solidFill>
              <a:srgbClr val="6B2D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880" name="Freeform 914">
              <a:extLst>
                <a:ext uri="{FF2B5EF4-FFF2-40B4-BE49-F238E27FC236}">
                  <a16:creationId xmlns:a16="http://schemas.microsoft.com/office/drawing/2014/main" id="{CF0F4151-F357-4056-93DD-1E7AAAE6030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8" y="980"/>
              <a:ext cx="36" cy="22"/>
            </a:xfrm>
            <a:custGeom>
              <a:avLst/>
              <a:gdLst>
                <a:gd name="T0" fmla="*/ 15 w 19"/>
                <a:gd name="T1" fmla="*/ 44 h 12"/>
                <a:gd name="T2" fmla="*/ 89 w 19"/>
                <a:gd name="T3" fmla="*/ 13 h 12"/>
                <a:gd name="T4" fmla="*/ 129 w 19"/>
                <a:gd name="T5" fmla="*/ 7 h 12"/>
                <a:gd name="T6" fmla="*/ 83 w 19"/>
                <a:gd name="T7" fmla="*/ 31 h 12"/>
                <a:gd name="T8" fmla="*/ 0 w 19"/>
                <a:gd name="T9" fmla="*/ 73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12">
                  <a:moveTo>
                    <a:pt x="2" y="7"/>
                  </a:moveTo>
                  <a:cubicBezTo>
                    <a:pt x="5" y="5"/>
                    <a:pt x="9" y="3"/>
                    <a:pt x="13" y="2"/>
                  </a:cubicBezTo>
                  <a:cubicBezTo>
                    <a:pt x="15" y="1"/>
                    <a:pt x="18" y="0"/>
                    <a:pt x="19" y="1"/>
                  </a:cubicBezTo>
                  <a:cubicBezTo>
                    <a:pt x="18" y="3"/>
                    <a:pt x="15" y="4"/>
                    <a:pt x="12" y="5"/>
                  </a:cubicBezTo>
                  <a:cubicBezTo>
                    <a:pt x="8" y="6"/>
                    <a:pt x="4" y="8"/>
                    <a:pt x="0" y="12"/>
                  </a:cubicBezTo>
                </a:path>
              </a:pathLst>
            </a:custGeom>
            <a:solidFill>
              <a:srgbClr val="7E39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881" name="Freeform 915">
              <a:extLst>
                <a:ext uri="{FF2B5EF4-FFF2-40B4-BE49-F238E27FC236}">
                  <a16:creationId xmlns:a16="http://schemas.microsoft.com/office/drawing/2014/main" id="{F69DAC94-3DFD-4073-B978-8167FDC52A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0" y="978"/>
              <a:ext cx="30" cy="15"/>
            </a:xfrm>
            <a:custGeom>
              <a:avLst/>
              <a:gdLst>
                <a:gd name="T0" fmla="*/ 0 w 16"/>
                <a:gd name="T1" fmla="*/ 0 h 8"/>
                <a:gd name="T2" fmla="*/ 105 w 16"/>
                <a:gd name="T3" fmla="*/ 53 h 8"/>
                <a:gd name="T4" fmla="*/ 45 w 16"/>
                <a:gd name="T5" fmla="*/ 39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8">
                  <a:moveTo>
                    <a:pt x="0" y="0"/>
                  </a:moveTo>
                  <a:cubicBezTo>
                    <a:pt x="4" y="1"/>
                    <a:pt x="15" y="3"/>
                    <a:pt x="16" y="8"/>
                  </a:cubicBezTo>
                  <a:cubicBezTo>
                    <a:pt x="13" y="8"/>
                    <a:pt x="10" y="7"/>
                    <a:pt x="7" y="6"/>
                  </a:cubicBezTo>
                </a:path>
              </a:pathLst>
            </a:custGeom>
            <a:solidFill>
              <a:srgbClr val="6B2D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882" name="Freeform 916">
              <a:extLst>
                <a:ext uri="{FF2B5EF4-FFF2-40B4-BE49-F238E27FC236}">
                  <a16:creationId xmlns:a16="http://schemas.microsoft.com/office/drawing/2014/main" id="{15BD3D95-14E8-4401-803B-DA31AC735A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5" y="1066"/>
              <a:ext cx="55" cy="117"/>
            </a:xfrm>
            <a:custGeom>
              <a:avLst/>
              <a:gdLst>
                <a:gd name="T0" fmla="*/ 0 w 29"/>
                <a:gd name="T1" fmla="*/ 0 h 63"/>
                <a:gd name="T2" fmla="*/ 197 w 29"/>
                <a:gd name="T3" fmla="*/ 403 h 63"/>
                <a:gd name="T4" fmla="*/ 0 w 29"/>
                <a:gd name="T5" fmla="*/ 0 h 6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63">
                  <a:moveTo>
                    <a:pt x="0" y="0"/>
                  </a:moveTo>
                  <a:cubicBezTo>
                    <a:pt x="0" y="0"/>
                    <a:pt x="7" y="41"/>
                    <a:pt x="29" y="63"/>
                  </a:cubicBezTo>
                  <a:cubicBezTo>
                    <a:pt x="29" y="63"/>
                    <a:pt x="6" y="30"/>
                    <a:pt x="0" y="0"/>
                  </a:cubicBezTo>
                  <a:close/>
                </a:path>
              </a:pathLst>
            </a:custGeom>
            <a:solidFill>
              <a:srgbClr val="6B2D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883" name="Freeform 917">
              <a:extLst>
                <a:ext uri="{FF2B5EF4-FFF2-40B4-BE49-F238E27FC236}">
                  <a16:creationId xmlns:a16="http://schemas.microsoft.com/office/drawing/2014/main" id="{563E5D42-9D61-45E2-94CD-44E612F048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5" y="1200"/>
              <a:ext cx="84" cy="50"/>
            </a:xfrm>
            <a:custGeom>
              <a:avLst/>
              <a:gdLst>
                <a:gd name="T0" fmla="*/ 0 w 45"/>
                <a:gd name="T1" fmla="*/ 0 h 27"/>
                <a:gd name="T2" fmla="*/ 293 w 45"/>
                <a:gd name="T3" fmla="*/ 172 h 27"/>
                <a:gd name="T4" fmla="*/ 0 w 45"/>
                <a:gd name="T5" fmla="*/ 0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5" h="27">
                  <a:moveTo>
                    <a:pt x="0" y="0"/>
                  </a:moveTo>
                  <a:cubicBezTo>
                    <a:pt x="0" y="0"/>
                    <a:pt x="21" y="24"/>
                    <a:pt x="45" y="27"/>
                  </a:cubicBezTo>
                  <a:cubicBezTo>
                    <a:pt x="45" y="27"/>
                    <a:pt x="19" y="17"/>
                    <a:pt x="0" y="0"/>
                  </a:cubicBezTo>
                  <a:close/>
                </a:path>
              </a:pathLst>
            </a:custGeom>
            <a:solidFill>
              <a:srgbClr val="6B2D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884" name="Freeform 918">
              <a:extLst>
                <a:ext uri="{FF2B5EF4-FFF2-40B4-BE49-F238E27FC236}">
                  <a16:creationId xmlns:a16="http://schemas.microsoft.com/office/drawing/2014/main" id="{F12BB0A6-1604-4A1F-8C99-877BD322A5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2" y="1032"/>
              <a:ext cx="54" cy="147"/>
            </a:xfrm>
            <a:custGeom>
              <a:avLst/>
              <a:gdLst>
                <a:gd name="T0" fmla="*/ 188 w 29"/>
                <a:gd name="T1" fmla="*/ 0 h 79"/>
                <a:gd name="T2" fmla="*/ 0 w 29"/>
                <a:gd name="T3" fmla="*/ 510 h 79"/>
                <a:gd name="T4" fmla="*/ 188 w 29"/>
                <a:gd name="T5" fmla="*/ 0 h 7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79">
                  <a:moveTo>
                    <a:pt x="29" y="0"/>
                  </a:moveTo>
                  <a:cubicBezTo>
                    <a:pt x="29" y="0"/>
                    <a:pt x="19" y="56"/>
                    <a:pt x="0" y="79"/>
                  </a:cubicBezTo>
                  <a:cubicBezTo>
                    <a:pt x="0" y="79"/>
                    <a:pt x="16" y="54"/>
                    <a:pt x="29" y="0"/>
                  </a:cubicBezTo>
                  <a:close/>
                </a:path>
              </a:pathLst>
            </a:custGeom>
            <a:solidFill>
              <a:srgbClr val="7E39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885" name="Freeform 919">
              <a:extLst>
                <a:ext uri="{FF2B5EF4-FFF2-40B4-BE49-F238E27FC236}">
                  <a16:creationId xmlns:a16="http://schemas.microsoft.com/office/drawing/2014/main" id="{7E6CEF0C-C08F-4682-A9E1-1118DD960F6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6" y="1103"/>
              <a:ext cx="30" cy="11"/>
            </a:xfrm>
            <a:custGeom>
              <a:avLst/>
              <a:gdLst>
                <a:gd name="T0" fmla="*/ 105 w 16"/>
                <a:gd name="T1" fmla="*/ 24 h 6"/>
                <a:gd name="T2" fmla="*/ 84 w 16"/>
                <a:gd name="T3" fmla="*/ 7 h 6"/>
                <a:gd name="T4" fmla="*/ 68 w 16"/>
                <a:gd name="T5" fmla="*/ 31 h 6"/>
                <a:gd name="T6" fmla="*/ 32 w 16"/>
                <a:gd name="T7" fmla="*/ 31 h 6"/>
                <a:gd name="T8" fmla="*/ 0 w 16"/>
                <a:gd name="T9" fmla="*/ 20 h 6"/>
                <a:gd name="T10" fmla="*/ 28 w 16"/>
                <a:gd name="T11" fmla="*/ 37 h 6"/>
                <a:gd name="T12" fmla="*/ 53 w 16"/>
                <a:gd name="T13" fmla="*/ 37 h 6"/>
                <a:gd name="T14" fmla="*/ 81 w 16"/>
                <a:gd name="T15" fmla="*/ 24 h 6"/>
                <a:gd name="T16" fmla="*/ 92 w 16"/>
                <a:gd name="T17" fmla="*/ 31 h 6"/>
                <a:gd name="T18" fmla="*/ 105 w 16"/>
                <a:gd name="T19" fmla="*/ 24 h 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6" h="6">
                  <a:moveTo>
                    <a:pt x="16" y="4"/>
                  </a:moveTo>
                  <a:cubicBezTo>
                    <a:pt x="16" y="3"/>
                    <a:pt x="14" y="0"/>
                    <a:pt x="13" y="1"/>
                  </a:cubicBezTo>
                  <a:cubicBezTo>
                    <a:pt x="12" y="1"/>
                    <a:pt x="11" y="4"/>
                    <a:pt x="10" y="5"/>
                  </a:cubicBezTo>
                  <a:cubicBezTo>
                    <a:pt x="8" y="6"/>
                    <a:pt x="7" y="6"/>
                    <a:pt x="5" y="5"/>
                  </a:cubicBezTo>
                  <a:cubicBezTo>
                    <a:pt x="3" y="5"/>
                    <a:pt x="1" y="4"/>
                    <a:pt x="0" y="3"/>
                  </a:cubicBezTo>
                  <a:cubicBezTo>
                    <a:pt x="1" y="4"/>
                    <a:pt x="2" y="5"/>
                    <a:pt x="4" y="6"/>
                  </a:cubicBezTo>
                  <a:cubicBezTo>
                    <a:pt x="5" y="6"/>
                    <a:pt x="7" y="6"/>
                    <a:pt x="8" y="6"/>
                  </a:cubicBezTo>
                  <a:cubicBezTo>
                    <a:pt x="10" y="6"/>
                    <a:pt x="11" y="4"/>
                    <a:pt x="12" y="4"/>
                  </a:cubicBezTo>
                  <a:cubicBezTo>
                    <a:pt x="13" y="4"/>
                    <a:pt x="13" y="5"/>
                    <a:pt x="14" y="5"/>
                  </a:cubicBezTo>
                  <a:cubicBezTo>
                    <a:pt x="15" y="5"/>
                    <a:pt x="15" y="4"/>
                    <a:pt x="16" y="4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886" name="Freeform 920">
              <a:extLst>
                <a:ext uri="{FF2B5EF4-FFF2-40B4-BE49-F238E27FC236}">
                  <a16:creationId xmlns:a16="http://schemas.microsoft.com/office/drawing/2014/main" id="{1B735194-0BAA-4A62-9B53-3DE7CF6608F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1" y="1092"/>
              <a:ext cx="21" cy="20"/>
            </a:xfrm>
            <a:custGeom>
              <a:avLst/>
              <a:gdLst>
                <a:gd name="T0" fmla="*/ 76 w 11"/>
                <a:gd name="T1" fmla="*/ 65 h 11"/>
                <a:gd name="T2" fmla="*/ 48 w 11"/>
                <a:gd name="T3" fmla="*/ 0 h 11"/>
                <a:gd name="T4" fmla="*/ 76 w 11"/>
                <a:gd name="T5" fmla="*/ 65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1">
                  <a:moveTo>
                    <a:pt x="11" y="11"/>
                  </a:moveTo>
                  <a:cubicBezTo>
                    <a:pt x="11" y="11"/>
                    <a:pt x="4" y="5"/>
                    <a:pt x="7" y="0"/>
                  </a:cubicBezTo>
                  <a:cubicBezTo>
                    <a:pt x="7" y="0"/>
                    <a:pt x="0" y="4"/>
                    <a:pt x="11" y="1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887" name="Freeform 921">
              <a:extLst>
                <a:ext uri="{FF2B5EF4-FFF2-40B4-BE49-F238E27FC236}">
                  <a16:creationId xmlns:a16="http://schemas.microsoft.com/office/drawing/2014/main" id="{0F45EFD7-4BBD-448D-B7DF-FB7CBD1AE58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0" y="1103"/>
              <a:ext cx="30" cy="11"/>
            </a:xfrm>
            <a:custGeom>
              <a:avLst/>
              <a:gdLst>
                <a:gd name="T0" fmla="*/ 0 w 16"/>
                <a:gd name="T1" fmla="*/ 24 h 6"/>
                <a:gd name="T2" fmla="*/ 21 w 16"/>
                <a:gd name="T3" fmla="*/ 7 h 6"/>
                <a:gd name="T4" fmla="*/ 39 w 16"/>
                <a:gd name="T5" fmla="*/ 31 h 6"/>
                <a:gd name="T6" fmla="*/ 73 w 16"/>
                <a:gd name="T7" fmla="*/ 31 h 6"/>
                <a:gd name="T8" fmla="*/ 105 w 16"/>
                <a:gd name="T9" fmla="*/ 20 h 6"/>
                <a:gd name="T10" fmla="*/ 84 w 16"/>
                <a:gd name="T11" fmla="*/ 37 h 6"/>
                <a:gd name="T12" fmla="*/ 53 w 16"/>
                <a:gd name="T13" fmla="*/ 37 h 6"/>
                <a:gd name="T14" fmla="*/ 28 w 16"/>
                <a:gd name="T15" fmla="*/ 24 h 6"/>
                <a:gd name="T16" fmla="*/ 15 w 16"/>
                <a:gd name="T17" fmla="*/ 31 h 6"/>
                <a:gd name="T18" fmla="*/ 0 w 16"/>
                <a:gd name="T19" fmla="*/ 24 h 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6" h="6">
                  <a:moveTo>
                    <a:pt x="0" y="4"/>
                  </a:moveTo>
                  <a:cubicBezTo>
                    <a:pt x="0" y="3"/>
                    <a:pt x="2" y="0"/>
                    <a:pt x="3" y="1"/>
                  </a:cubicBezTo>
                  <a:cubicBezTo>
                    <a:pt x="4" y="1"/>
                    <a:pt x="5" y="4"/>
                    <a:pt x="6" y="5"/>
                  </a:cubicBezTo>
                  <a:cubicBezTo>
                    <a:pt x="8" y="6"/>
                    <a:pt x="9" y="6"/>
                    <a:pt x="11" y="5"/>
                  </a:cubicBezTo>
                  <a:cubicBezTo>
                    <a:pt x="13" y="5"/>
                    <a:pt x="16" y="4"/>
                    <a:pt x="16" y="3"/>
                  </a:cubicBezTo>
                  <a:cubicBezTo>
                    <a:pt x="15" y="4"/>
                    <a:pt x="14" y="5"/>
                    <a:pt x="13" y="6"/>
                  </a:cubicBezTo>
                  <a:cubicBezTo>
                    <a:pt x="11" y="6"/>
                    <a:pt x="9" y="6"/>
                    <a:pt x="8" y="6"/>
                  </a:cubicBezTo>
                  <a:cubicBezTo>
                    <a:pt x="6" y="6"/>
                    <a:pt x="5" y="4"/>
                    <a:pt x="4" y="4"/>
                  </a:cubicBezTo>
                  <a:cubicBezTo>
                    <a:pt x="3" y="4"/>
                    <a:pt x="3" y="5"/>
                    <a:pt x="2" y="5"/>
                  </a:cubicBezTo>
                  <a:cubicBezTo>
                    <a:pt x="1" y="5"/>
                    <a:pt x="1" y="4"/>
                    <a:pt x="0" y="4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888" name="Freeform 922">
              <a:extLst>
                <a:ext uri="{FF2B5EF4-FFF2-40B4-BE49-F238E27FC236}">
                  <a16:creationId xmlns:a16="http://schemas.microsoft.com/office/drawing/2014/main" id="{1B77148D-FDC4-42E5-83DC-0763146F96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4" y="1092"/>
              <a:ext cx="21" cy="20"/>
            </a:xfrm>
            <a:custGeom>
              <a:avLst/>
              <a:gdLst>
                <a:gd name="T0" fmla="*/ 0 w 11"/>
                <a:gd name="T1" fmla="*/ 65 h 11"/>
                <a:gd name="T2" fmla="*/ 29 w 11"/>
                <a:gd name="T3" fmla="*/ 0 h 11"/>
                <a:gd name="T4" fmla="*/ 0 w 11"/>
                <a:gd name="T5" fmla="*/ 65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1">
                  <a:moveTo>
                    <a:pt x="0" y="11"/>
                  </a:moveTo>
                  <a:cubicBezTo>
                    <a:pt x="0" y="11"/>
                    <a:pt x="8" y="5"/>
                    <a:pt x="4" y="0"/>
                  </a:cubicBezTo>
                  <a:cubicBezTo>
                    <a:pt x="4" y="0"/>
                    <a:pt x="11" y="4"/>
                    <a:pt x="0" y="1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889" name="Freeform 923">
              <a:extLst>
                <a:ext uri="{FF2B5EF4-FFF2-40B4-BE49-F238E27FC236}">
                  <a16:creationId xmlns:a16="http://schemas.microsoft.com/office/drawing/2014/main" id="{9280FD94-649D-4CE5-9301-AB31D2C765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2" y="1073"/>
              <a:ext cx="24" cy="28"/>
            </a:xfrm>
            <a:custGeom>
              <a:avLst/>
              <a:gdLst>
                <a:gd name="T0" fmla="*/ 81 w 13"/>
                <a:gd name="T1" fmla="*/ 97 h 15"/>
                <a:gd name="T2" fmla="*/ 52 w 13"/>
                <a:gd name="T3" fmla="*/ 0 h 15"/>
                <a:gd name="T4" fmla="*/ 81 w 13"/>
                <a:gd name="T5" fmla="*/ 97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5">
                  <a:moveTo>
                    <a:pt x="13" y="15"/>
                  </a:moveTo>
                  <a:cubicBezTo>
                    <a:pt x="13" y="15"/>
                    <a:pt x="3" y="9"/>
                    <a:pt x="8" y="0"/>
                  </a:cubicBezTo>
                  <a:cubicBezTo>
                    <a:pt x="8" y="0"/>
                    <a:pt x="0" y="8"/>
                    <a:pt x="13" y="15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890" name="Freeform 924">
              <a:extLst>
                <a:ext uri="{FF2B5EF4-FFF2-40B4-BE49-F238E27FC236}">
                  <a16:creationId xmlns:a16="http://schemas.microsoft.com/office/drawing/2014/main" id="{383E868C-B8B3-481C-93C8-F9F4BBD382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7" y="978"/>
              <a:ext cx="43" cy="91"/>
            </a:xfrm>
            <a:custGeom>
              <a:avLst/>
              <a:gdLst>
                <a:gd name="T0" fmla="*/ 32 w 23"/>
                <a:gd name="T1" fmla="*/ 20 h 49"/>
                <a:gd name="T2" fmla="*/ 120 w 23"/>
                <a:gd name="T3" fmla="*/ 314 h 49"/>
                <a:gd name="T4" fmla="*/ 24 w 23"/>
                <a:gd name="T5" fmla="*/ 65 h 49"/>
                <a:gd name="T6" fmla="*/ 32 w 23"/>
                <a:gd name="T7" fmla="*/ 20 h 4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49">
                  <a:moveTo>
                    <a:pt x="5" y="3"/>
                  </a:moveTo>
                  <a:cubicBezTo>
                    <a:pt x="5" y="3"/>
                    <a:pt x="23" y="20"/>
                    <a:pt x="18" y="49"/>
                  </a:cubicBezTo>
                  <a:cubicBezTo>
                    <a:pt x="18" y="49"/>
                    <a:pt x="17" y="17"/>
                    <a:pt x="4" y="10"/>
                  </a:cubicBezTo>
                  <a:cubicBezTo>
                    <a:pt x="4" y="10"/>
                    <a:pt x="0" y="0"/>
                    <a:pt x="5" y="3"/>
                  </a:cubicBezTo>
                  <a:close/>
                </a:path>
              </a:pathLst>
            </a:custGeom>
            <a:solidFill>
              <a:srgbClr val="7E39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891" name="Freeform 925">
              <a:extLst>
                <a:ext uri="{FF2B5EF4-FFF2-40B4-BE49-F238E27FC236}">
                  <a16:creationId xmlns:a16="http://schemas.microsoft.com/office/drawing/2014/main" id="{2A72203F-9519-4053-9566-5E279179A5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5" y="1064"/>
              <a:ext cx="22" cy="37"/>
            </a:xfrm>
            <a:custGeom>
              <a:avLst/>
              <a:gdLst>
                <a:gd name="T0" fmla="*/ 31 w 12"/>
                <a:gd name="T1" fmla="*/ 0 h 20"/>
                <a:gd name="T2" fmla="*/ 7 w 12"/>
                <a:gd name="T3" fmla="*/ 68 h 20"/>
                <a:gd name="T4" fmla="*/ 44 w 12"/>
                <a:gd name="T5" fmla="*/ 120 h 20"/>
                <a:gd name="T6" fmla="*/ 61 w 12"/>
                <a:gd name="T7" fmla="*/ 126 h 20"/>
                <a:gd name="T8" fmla="*/ 68 w 12"/>
                <a:gd name="T9" fmla="*/ 113 h 20"/>
                <a:gd name="T10" fmla="*/ 31 w 12"/>
                <a:gd name="T11" fmla="*/ 65 h 20"/>
                <a:gd name="T12" fmla="*/ 31 w 12"/>
                <a:gd name="T13" fmla="*/ 7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20">
                  <a:moveTo>
                    <a:pt x="5" y="0"/>
                  </a:moveTo>
                  <a:cubicBezTo>
                    <a:pt x="3" y="3"/>
                    <a:pt x="0" y="7"/>
                    <a:pt x="1" y="11"/>
                  </a:cubicBezTo>
                  <a:cubicBezTo>
                    <a:pt x="1" y="15"/>
                    <a:pt x="4" y="17"/>
                    <a:pt x="7" y="19"/>
                  </a:cubicBezTo>
                  <a:cubicBezTo>
                    <a:pt x="8" y="19"/>
                    <a:pt x="9" y="20"/>
                    <a:pt x="10" y="20"/>
                  </a:cubicBezTo>
                  <a:cubicBezTo>
                    <a:pt x="10" y="20"/>
                    <a:pt x="11" y="18"/>
                    <a:pt x="11" y="18"/>
                  </a:cubicBezTo>
                  <a:cubicBezTo>
                    <a:pt x="12" y="15"/>
                    <a:pt x="6" y="12"/>
                    <a:pt x="5" y="10"/>
                  </a:cubicBezTo>
                  <a:cubicBezTo>
                    <a:pt x="3" y="8"/>
                    <a:pt x="3" y="3"/>
                    <a:pt x="5" y="1"/>
                  </a:cubicBezTo>
                </a:path>
              </a:pathLst>
            </a:custGeom>
            <a:solidFill>
              <a:srgbClr val="7E39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892" name="Freeform 926">
              <a:extLst>
                <a:ext uri="{FF2B5EF4-FFF2-40B4-BE49-F238E27FC236}">
                  <a16:creationId xmlns:a16="http://schemas.microsoft.com/office/drawing/2014/main" id="{56058DD2-099C-44BB-8477-4144079674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4" y="1090"/>
              <a:ext cx="17" cy="20"/>
            </a:xfrm>
            <a:custGeom>
              <a:avLst/>
              <a:gdLst>
                <a:gd name="T0" fmla="*/ 15 w 9"/>
                <a:gd name="T1" fmla="*/ 0 h 11"/>
                <a:gd name="T2" fmla="*/ 15 w 9"/>
                <a:gd name="T3" fmla="*/ 44 h 11"/>
                <a:gd name="T4" fmla="*/ 47 w 9"/>
                <a:gd name="T5" fmla="*/ 65 h 11"/>
                <a:gd name="T6" fmla="*/ 53 w 9"/>
                <a:gd name="T7" fmla="*/ 49 h 11"/>
                <a:gd name="T8" fmla="*/ 28 w 9"/>
                <a:gd name="T9" fmla="*/ 44 h 11"/>
                <a:gd name="T10" fmla="*/ 8 w 9"/>
                <a:gd name="T11" fmla="*/ 0 h 1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" h="11">
                  <a:moveTo>
                    <a:pt x="2" y="0"/>
                  </a:moveTo>
                  <a:cubicBezTo>
                    <a:pt x="1" y="3"/>
                    <a:pt x="0" y="5"/>
                    <a:pt x="2" y="7"/>
                  </a:cubicBezTo>
                  <a:cubicBezTo>
                    <a:pt x="3" y="9"/>
                    <a:pt x="5" y="11"/>
                    <a:pt x="7" y="11"/>
                  </a:cubicBezTo>
                  <a:cubicBezTo>
                    <a:pt x="8" y="10"/>
                    <a:pt x="9" y="9"/>
                    <a:pt x="8" y="8"/>
                  </a:cubicBezTo>
                  <a:cubicBezTo>
                    <a:pt x="8" y="8"/>
                    <a:pt x="5" y="7"/>
                    <a:pt x="4" y="7"/>
                  </a:cubicBezTo>
                  <a:cubicBezTo>
                    <a:pt x="2" y="5"/>
                    <a:pt x="1" y="3"/>
                    <a:pt x="1" y="0"/>
                  </a:cubicBezTo>
                </a:path>
              </a:pathLst>
            </a:custGeom>
            <a:solidFill>
              <a:srgbClr val="7E39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893" name="Freeform 927">
              <a:extLst>
                <a:ext uri="{FF2B5EF4-FFF2-40B4-BE49-F238E27FC236}">
                  <a16:creationId xmlns:a16="http://schemas.microsoft.com/office/drawing/2014/main" id="{F231C66B-2F09-46BE-9125-7904CD35E6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6" y="1142"/>
              <a:ext cx="140" cy="67"/>
            </a:xfrm>
            <a:custGeom>
              <a:avLst/>
              <a:gdLst>
                <a:gd name="T0" fmla="*/ 0 w 75"/>
                <a:gd name="T1" fmla="*/ 60 h 36"/>
                <a:gd name="T2" fmla="*/ 105 w 75"/>
                <a:gd name="T3" fmla="*/ 37 h 36"/>
                <a:gd name="T4" fmla="*/ 220 w 75"/>
                <a:gd name="T5" fmla="*/ 20 h 36"/>
                <a:gd name="T6" fmla="*/ 241 w 75"/>
                <a:gd name="T7" fmla="*/ 24 h 36"/>
                <a:gd name="T8" fmla="*/ 273 w 75"/>
                <a:gd name="T9" fmla="*/ 20 h 36"/>
                <a:gd name="T10" fmla="*/ 345 w 75"/>
                <a:gd name="T11" fmla="*/ 24 h 36"/>
                <a:gd name="T12" fmla="*/ 487 w 75"/>
                <a:gd name="T13" fmla="*/ 52 h 36"/>
                <a:gd name="T14" fmla="*/ 398 w 75"/>
                <a:gd name="T15" fmla="*/ 162 h 36"/>
                <a:gd name="T16" fmla="*/ 254 w 75"/>
                <a:gd name="T17" fmla="*/ 225 h 36"/>
                <a:gd name="T18" fmla="*/ 121 w 75"/>
                <a:gd name="T19" fmla="*/ 194 h 36"/>
                <a:gd name="T20" fmla="*/ 0 w 75"/>
                <a:gd name="T21" fmla="*/ 60 h 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5" h="36">
                  <a:moveTo>
                    <a:pt x="0" y="9"/>
                  </a:moveTo>
                  <a:cubicBezTo>
                    <a:pt x="0" y="9"/>
                    <a:pt x="2" y="15"/>
                    <a:pt x="16" y="6"/>
                  </a:cubicBezTo>
                  <a:cubicBezTo>
                    <a:pt x="21" y="3"/>
                    <a:pt x="29" y="0"/>
                    <a:pt x="34" y="3"/>
                  </a:cubicBezTo>
                  <a:cubicBezTo>
                    <a:pt x="39" y="6"/>
                    <a:pt x="37" y="4"/>
                    <a:pt x="37" y="4"/>
                  </a:cubicBezTo>
                  <a:cubicBezTo>
                    <a:pt x="37" y="4"/>
                    <a:pt x="39" y="4"/>
                    <a:pt x="42" y="3"/>
                  </a:cubicBezTo>
                  <a:cubicBezTo>
                    <a:pt x="45" y="2"/>
                    <a:pt x="50" y="2"/>
                    <a:pt x="53" y="4"/>
                  </a:cubicBezTo>
                  <a:cubicBezTo>
                    <a:pt x="56" y="5"/>
                    <a:pt x="69" y="15"/>
                    <a:pt x="75" y="8"/>
                  </a:cubicBezTo>
                  <a:cubicBezTo>
                    <a:pt x="75" y="8"/>
                    <a:pt x="68" y="18"/>
                    <a:pt x="61" y="25"/>
                  </a:cubicBezTo>
                  <a:cubicBezTo>
                    <a:pt x="55" y="32"/>
                    <a:pt x="45" y="34"/>
                    <a:pt x="39" y="35"/>
                  </a:cubicBezTo>
                  <a:cubicBezTo>
                    <a:pt x="32" y="36"/>
                    <a:pt x="23" y="33"/>
                    <a:pt x="19" y="30"/>
                  </a:cubicBezTo>
                  <a:cubicBezTo>
                    <a:pt x="10" y="24"/>
                    <a:pt x="4" y="18"/>
                    <a:pt x="0" y="9"/>
                  </a:cubicBezTo>
                  <a:close/>
                </a:path>
              </a:pathLst>
            </a:custGeom>
            <a:solidFill>
              <a:srgbClr val="9842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894" name="Freeform 928">
              <a:extLst>
                <a:ext uri="{FF2B5EF4-FFF2-40B4-BE49-F238E27FC236}">
                  <a16:creationId xmlns:a16="http://schemas.microsoft.com/office/drawing/2014/main" id="{506FE3D6-8407-4BD9-A5E8-C6519248923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6" y="1133"/>
              <a:ext cx="140" cy="45"/>
            </a:xfrm>
            <a:custGeom>
              <a:avLst/>
              <a:gdLst>
                <a:gd name="T0" fmla="*/ 241 w 75"/>
                <a:gd name="T1" fmla="*/ 73 h 24"/>
                <a:gd name="T2" fmla="*/ 487 w 75"/>
                <a:gd name="T3" fmla="*/ 84 h 24"/>
                <a:gd name="T4" fmla="*/ 414 w 75"/>
                <a:gd name="T5" fmla="*/ 92 h 24"/>
                <a:gd name="T6" fmla="*/ 358 w 75"/>
                <a:gd name="T7" fmla="*/ 60 h 24"/>
                <a:gd name="T8" fmla="*/ 241 w 75"/>
                <a:gd name="T9" fmla="*/ 60 h 24"/>
                <a:gd name="T10" fmla="*/ 241 w 75"/>
                <a:gd name="T11" fmla="*/ 60 h 24"/>
                <a:gd name="T12" fmla="*/ 129 w 75"/>
                <a:gd name="T13" fmla="*/ 53 h 24"/>
                <a:gd name="T14" fmla="*/ 60 w 75"/>
                <a:gd name="T15" fmla="*/ 92 h 24"/>
                <a:gd name="T16" fmla="*/ 0 w 75"/>
                <a:gd name="T17" fmla="*/ 92 h 24"/>
                <a:gd name="T18" fmla="*/ 241 w 75"/>
                <a:gd name="T19" fmla="*/ 73 h 2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5" h="24">
                  <a:moveTo>
                    <a:pt x="37" y="11"/>
                  </a:moveTo>
                  <a:cubicBezTo>
                    <a:pt x="49" y="0"/>
                    <a:pt x="66" y="23"/>
                    <a:pt x="75" y="13"/>
                  </a:cubicBezTo>
                  <a:cubicBezTo>
                    <a:pt x="70" y="17"/>
                    <a:pt x="68" y="15"/>
                    <a:pt x="64" y="14"/>
                  </a:cubicBezTo>
                  <a:cubicBezTo>
                    <a:pt x="61" y="12"/>
                    <a:pt x="58" y="11"/>
                    <a:pt x="55" y="9"/>
                  </a:cubicBezTo>
                  <a:cubicBezTo>
                    <a:pt x="48" y="5"/>
                    <a:pt x="44" y="6"/>
                    <a:pt x="37" y="9"/>
                  </a:cubicBezTo>
                  <a:cubicBezTo>
                    <a:pt x="37" y="9"/>
                    <a:pt x="37" y="9"/>
                    <a:pt x="37" y="9"/>
                  </a:cubicBezTo>
                  <a:cubicBezTo>
                    <a:pt x="30" y="6"/>
                    <a:pt x="27" y="5"/>
                    <a:pt x="20" y="8"/>
                  </a:cubicBezTo>
                  <a:cubicBezTo>
                    <a:pt x="17" y="10"/>
                    <a:pt x="12" y="13"/>
                    <a:pt x="9" y="14"/>
                  </a:cubicBezTo>
                  <a:cubicBezTo>
                    <a:pt x="6" y="16"/>
                    <a:pt x="2" y="17"/>
                    <a:pt x="0" y="14"/>
                  </a:cubicBezTo>
                  <a:cubicBezTo>
                    <a:pt x="6" y="24"/>
                    <a:pt x="25" y="0"/>
                    <a:pt x="37" y="1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895" name="Freeform 929">
              <a:extLst>
                <a:ext uri="{FF2B5EF4-FFF2-40B4-BE49-F238E27FC236}">
                  <a16:creationId xmlns:a16="http://schemas.microsoft.com/office/drawing/2014/main" id="{E6E3D6A2-9DF6-4ACD-86BF-5882153743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7" y="1179"/>
              <a:ext cx="112" cy="66"/>
            </a:xfrm>
            <a:custGeom>
              <a:avLst/>
              <a:gdLst>
                <a:gd name="T0" fmla="*/ 0 w 60"/>
                <a:gd name="T1" fmla="*/ 0 h 35"/>
                <a:gd name="T2" fmla="*/ 390 w 60"/>
                <a:gd name="T3" fmla="*/ 0 h 35"/>
                <a:gd name="T4" fmla="*/ 0 w 60"/>
                <a:gd name="T5" fmla="*/ 0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0" h="35">
                  <a:moveTo>
                    <a:pt x="0" y="0"/>
                  </a:moveTo>
                  <a:cubicBezTo>
                    <a:pt x="0" y="0"/>
                    <a:pt x="32" y="32"/>
                    <a:pt x="60" y="0"/>
                  </a:cubicBezTo>
                  <a:cubicBezTo>
                    <a:pt x="60" y="0"/>
                    <a:pt x="35" y="35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896" name="Freeform 930">
              <a:extLst>
                <a:ext uri="{FF2B5EF4-FFF2-40B4-BE49-F238E27FC236}">
                  <a16:creationId xmlns:a16="http://schemas.microsoft.com/office/drawing/2014/main" id="{F14121F6-9321-4FA4-AC81-3FFF618F56E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9" y="1170"/>
              <a:ext cx="110" cy="17"/>
            </a:xfrm>
            <a:custGeom>
              <a:avLst/>
              <a:gdLst>
                <a:gd name="T0" fmla="*/ 0 w 59"/>
                <a:gd name="T1" fmla="*/ 0 h 9"/>
                <a:gd name="T2" fmla="*/ 382 w 59"/>
                <a:gd name="T3" fmla="*/ 0 h 9"/>
                <a:gd name="T4" fmla="*/ 0 w 59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9" h="9">
                  <a:moveTo>
                    <a:pt x="0" y="0"/>
                  </a:moveTo>
                  <a:cubicBezTo>
                    <a:pt x="0" y="0"/>
                    <a:pt x="34" y="7"/>
                    <a:pt x="59" y="0"/>
                  </a:cubicBezTo>
                  <a:cubicBezTo>
                    <a:pt x="59" y="0"/>
                    <a:pt x="39" y="9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897" name="Freeform 931">
              <a:extLst>
                <a:ext uri="{FF2B5EF4-FFF2-40B4-BE49-F238E27FC236}">
                  <a16:creationId xmlns:a16="http://schemas.microsoft.com/office/drawing/2014/main" id="{0997A274-10FB-43E0-8E97-F4951B443D3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6" y="1110"/>
              <a:ext cx="19" cy="38"/>
            </a:xfrm>
            <a:custGeom>
              <a:avLst/>
              <a:gdLst>
                <a:gd name="T0" fmla="*/ 68 w 10"/>
                <a:gd name="T1" fmla="*/ 137 h 20"/>
                <a:gd name="T2" fmla="*/ 55 w 10"/>
                <a:gd name="T3" fmla="*/ 124 h 20"/>
                <a:gd name="T4" fmla="*/ 40 w 10"/>
                <a:gd name="T5" fmla="*/ 105 h 20"/>
                <a:gd name="T6" fmla="*/ 29 w 10"/>
                <a:gd name="T7" fmla="*/ 55 h 20"/>
                <a:gd name="T8" fmla="*/ 29 w 10"/>
                <a:gd name="T9" fmla="*/ 21 h 20"/>
                <a:gd name="T10" fmla="*/ 29 w 10"/>
                <a:gd name="T11" fmla="*/ 0 h 20"/>
                <a:gd name="T12" fmla="*/ 15 w 10"/>
                <a:gd name="T13" fmla="*/ 76 h 20"/>
                <a:gd name="T14" fmla="*/ 0 w 10"/>
                <a:gd name="T15" fmla="*/ 108 h 20"/>
                <a:gd name="T16" fmla="*/ 40 w 10"/>
                <a:gd name="T17" fmla="*/ 129 h 20"/>
                <a:gd name="T18" fmla="*/ 68 w 10"/>
                <a:gd name="T19" fmla="*/ 137 h 2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0" h="20">
                  <a:moveTo>
                    <a:pt x="10" y="20"/>
                  </a:moveTo>
                  <a:cubicBezTo>
                    <a:pt x="9" y="19"/>
                    <a:pt x="9" y="19"/>
                    <a:pt x="8" y="18"/>
                  </a:cubicBezTo>
                  <a:cubicBezTo>
                    <a:pt x="7" y="17"/>
                    <a:pt x="7" y="16"/>
                    <a:pt x="6" y="15"/>
                  </a:cubicBezTo>
                  <a:cubicBezTo>
                    <a:pt x="5" y="13"/>
                    <a:pt x="5" y="10"/>
                    <a:pt x="4" y="8"/>
                  </a:cubicBezTo>
                  <a:cubicBezTo>
                    <a:pt x="4" y="6"/>
                    <a:pt x="4" y="4"/>
                    <a:pt x="4" y="3"/>
                  </a:cubicBezTo>
                  <a:cubicBezTo>
                    <a:pt x="4" y="2"/>
                    <a:pt x="4" y="1"/>
                    <a:pt x="4" y="0"/>
                  </a:cubicBezTo>
                  <a:cubicBezTo>
                    <a:pt x="2" y="3"/>
                    <a:pt x="3" y="7"/>
                    <a:pt x="2" y="11"/>
                  </a:cubicBezTo>
                  <a:cubicBezTo>
                    <a:pt x="2" y="12"/>
                    <a:pt x="2" y="16"/>
                    <a:pt x="0" y="16"/>
                  </a:cubicBezTo>
                  <a:cubicBezTo>
                    <a:pt x="1" y="18"/>
                    <a:pt x="4" y="18"/>
                    <a:pt x="6" y="19"/>
                  </a:cubicBezTo>
                  <a:cubicBezTo>
                    <a:pt x="7" y="19"/>
                    <a:pt x="8" y="20"/>
                    <a:pt x="10" y="20"/>
                  </a:cubicBezTo>
                </a:path>
              </a:pathLst>
            </a:custGeom>
            <a:solidFill>
              <a:srgbClr val="6B2D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898" name="Freeform 932">
              <a:extLst>
                <a:ext uri="{FF2B5EF4-FFF2-40B4-BE49-F238E27FC236}">
                  <a16:creationId xmlns:a16="http://schemas.microsoft.com/office/drawing/2014/main" id="{18C4E122-A506-4ACA-AF32-64218A9F8CF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2" y="1112"/>
              <a:ext cx="10" cy="34"/>
            </a:xfrm>
            <a:custGeom>
              <a:avLst/>
              <a:gdLst>
                <a:gd name="T0" fmla="*/ 0 w 5"/>
                <a:gd name="T1" fmla="*/ 121 h 18"/>
                <a:gd name="T2" fmla="*/ 24 w 5"/>
                <a:gd name="T3" fmla="*/ 60 h 18"/>
                <a:gd name="T4" fmla="*/ 32 w 5"/>
                <a:gd name="T5" fmla="*/ 0 h 18"/>
                <a:gd name="T6" fmla="*/ 32 w 5"/>
                <a:gd name="T7" fmla="*/ 68 h 18"/>
                <a:gd name="T8" fmla="*/ 32 w 5"/>
                <a:gd name="T9" fmla="*/ 108 h 18"/>
                <a:gd name="T10" fmla="*/ 8 w 5"/>
                <a:gd name="T11" fmla="*/ 113 h 1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" h="18">
                  <a:moveTo>
                    <a:pt x="0" y="18"/>
                  </a:moveTo>
                  <a:cubicBezTo>
                    <a:pt x="4" y="16"/>
                    <a:pt x="3" y="12"/>
                    <a:pt x="3" y="9"/>
                  </a:cubicBezTo>
                  <a:cubicBezTo>
                    <a:pt x="3" y="6"/>
                    <a:pt x="3" y="3"/>
                    <a:pt x="4" y="0"/>
                  </a:cubicBezTo>
                  <a:cubicBezTo>
                    <a:pt x="5" y="3"/>
                    <a:pt x="4" y="7"/>
                    <a:pt x="4" y="10"/>
                  </a:cubicBezTo>
                  <a:cubicBezTo>
                    <a:pt x="4" y="12"/>
                    <a:pt x="4" y="15"/>
                    <a:pt x="4" y="16"/>
                  </a:cubicBezTo>
                  <a:cubicBezTo>
                    <a:pt x="3" y="17"/>
                    <a:pt x="2" y="17"/>
                    <a:pt x="1" y="17"/>
                  </a:cubicBezTo>
                </a:path>
              </a:pathLst>
            </a:custGeom>
            <a:solidFill>
              <a:srgbClr val="7E39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899" name="Freeform 933">
              <a:extLst>
                <a:ext uri="{FF2B5EF4-FFF2-40B4-BE49-F238E27FC236}">
                  <a16:creationId xmlns:a16="http://schemas.microsoft.com/office/drawing/2014/main" id="{C4B0CFDC-B8C9-4E6A-BE57-F0271AF5E3D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5" y="720"/>
              <a:ext cx="197" cy="260"/>
            </a:xfrm>
            <a:custGeom>
              <a:avLst/>
              <a:gdLst>
                <a:gd name="T0" fmla="*/ 694 w 105"/>
                <a:gd name="T1" fmla="*/ 24 h 139"/>
                <a:gd name="T2" fmla="*/ 165 w 105"/>
                <a:gd name="T3" fmla="*/ 277 h 139"/>
                <a:gd name="T4" fmla="*/ 133 w 105"/>
                <a:gd name="T5" fmla="*/ 909 h 139"/>
                <a:gd name="T6" fmla="*/ 120 w 105"/>
                <a:gd name="T7" fmla="*/ 623 h 139"/>
                <a:gd name="T8" fmla="*/ 694 w 105"/>
                <a:gd name="T9" fmla="*/ 24 h 1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5" h="139">
                  <a:moveTo>
                    <a:pt x="105" y="4"/>
                  </a:moveTo>
                  <a:cubicBezTo>
                    <a:pt x="105" y="4"/>
                    <a:pt x="49" y="0"/>
                    <a:pt x="25" y="42"/>
                  </a:cubicBezTo>
                  <a:cubicBezTo>
                    <a:pt x="0" y="84"/>
                    <a:pt x="19" y="116"/>
                    <a:pt x="20" y="139"/>
                  </a:cubicBezTo>
                  <a:cubicBezTo>
                    <a:pt x="20" y="139"/>
                    <a:pt x="22" y="117"/>
                    <a:pt x="18" y="95"/>
                  </a:cubicBezTo>
                  <a:cubicBezTo>
                    <a:pt x="14" y="74"/>
                    <a:pt x="20" y="9"/>
                    <a:pt x="105" y="4"/>
                  </a:cubicBezTo>
                  <a:close/>
                </a:path>
              </a:pathLst>
            </a:custGeom>
            <a:solidFill>
              <a:srgbClr val="7E39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900" name="Freeform 934">
              <a:extLst>
                <a:ext uri="{FF2B5EF4-FFF2-40B4-BE49-F238E27FC236}">
                  <a16:creationId xmlns:a16="http://schemas.microsoft.com/office/drawing/2014/main" id="{BF048A67-872B-4E29-ABB6-5B4E3985380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1" y="731"/>
              <a:ext cx="128" cy="264"/>
            </a:xfrm>
            <a:custGeom>
              <a:avLst/>
              <a:gdLst>
                <a:gd name="T0" fmla="*/ 0 w 68"/>
                <a:gd name="T1" fmla="*/ 0 h 141"/>
                <a:gd name="T2" fmla="*/ 407 w 68"/>
                <a:gd name="T3" fmla="*/ 506 h 141"/>
                <a:gd name="T4" fmla="*/ 378 w 68"/>
                <a:gd name="T5" fmla="*/ 925 h 141"/>
                <a:gd name="T6" fmla="*/ 0 w 68"/>
                <a:gd name="T7" fmla="*/ 0 h 14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8" h="141">
                  <a:moveTo>
                    <a:pt x="0" y="0"/>
                  </a:moveTo>
                  <a:cubicBezTo>
                    <a:pt x="0" y="0"/>
                    <a:pt x="56" y="8"/>
                    <a:pt x="61" y="77"/>
                  </a:cubicBezTo>
                  <a:cubicBezTo>
                    <a:pt x="63" y="112"/>
                    <a:pt x="57" y="133"/>
                    <a:pt x="57" y="141"/>
                  </a:cubicBezTo>
                  <a:cubicBezTo>
                    <a:pt x="57" y="141"/>
                    <a:pt x="68" y="27"/>
                    <a:pt x="0" y="0"/>
                  </a:cubicBezTo>
                  <a:close/>
                </a:path>
              </a:pathLst>
            </a:custGeom>
            <a:solidFill>
              <a:srgbClr val="6B2D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901" name="Freeform 935">
              <a:extLst>
                <a:ext uri="{FF2B5EF4-FFF2-40B4-BE49-F238E27FC236}">
                  <a16:creationId xmlns:a16="http://schemas.microsoft.com/office/drawing/2014/main" id="{BBF94627-0595-471A-BAB3-A0FAD6DB88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9" y="903"/>
              <a:ext cx="26" cy="123"/>
            </a:xfrm>
            <a:custGeom>
              <a:avLst/>
              <a:gdLst>
                <a:gd name="T0" fmla="*/ 0 w 14"/>
                <a:gd name="T1" fmla="*/ 0 h 66"/>
                <a:gd name="T2" fmla="*/ 20 w 14"/>
                <a:gd name="T3" fmla="*/ 76 h 66"/>
                <a:gd name="T4" fmla="*/ 32 w 14"/>
                <a:gd name="T5" fmla="*/ 157 h 66"/>
                <a:gd name="T6" fmla="*/ 89 w 14"/>
                <a:gd name="T7" fmla="*/ 265 h 66"/>
                <a:gd name="T8" fmla="*/ 20 w 14"/>
                <a:gd name="T9" fmla="*/ 427 h 66"/>
                <a:gd name="T10" fmla="*/ 13 w 14"/>
                <a:gd name="T11" fmla="*/ 270 h 66"/>
                <a:gd name="T12" fmla="*/ 0 w 14"/>
                <a:gd name="T13" fmla="*/ 89 h 6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" h="66">
                  <a:moveTo>
                    <a:pt x="0" y="0"/>
                  </a:moveTo>
                  <a:cubicBezTo>
                    <a:pt x="1" y="4"/>
                    <a:pt x="2" y="8"/>
                    <a:pt x="3" y="12"/>
                  </a:cubicBezTo>
                  <a:cubicBezTo>
                    <a:pt x="4" y="16"/>
                    <a:pt x="4" y="21"/>
                    <a:pt x="5" y="24"/>
                  </a:cubicBezTo>
                  <a:cubicBezTo>
                    <a:pt x="7" y="30"/>
                    <a:pt x="10" y="37"/>
                    <a:pt x="14" y="41"/>
                  </a:cubicBezTo>
                  <a:cubicBezTo>
                    <a:pt x="5" y="44"/>
                    <a:pt x="3" y="57"/>
                    <a:pt x="3" y="66"/>
                  </a:cubicBezTo>
                  <a:cubicBezTo>
                    <a:pt x="3" y="58"/>
                    <a:pt x="4" y="50"/>
                    <a:pt x="2" y="42"/>
                  </a:cubicBezTo>
                  <a:cubicBezTo>
                    <a:pt x="1" y="33"/>
                    <a:pt x="0" y="23"/>
                    <a:pt x="0" y="14"/>
                  </a:cubicBezTo>
                </a:path>
              </a:pathLst>
            </a:custGeom>
            <a:solidFill>
              <a:srgbClr val="7E39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902" name="Freeform 936">
              <a:extLst>
                <a:ext uri="{FF2B5EF4-FFF2-40B4-BE49-F238E27FC236}">
                  <a16:creationId xmlns:a16="http://schemas.microsoft.com/office/drawing/2014/main" id="{0ACEF971-B979-4260-9E55-87BDBC408A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6" y="935"/>
              <a:ext cx="30" cy="101"/>
            </a:xfrm>
            <a:custGeom>
              <a:avLst/>
              <a:gdLst>
                <a:gd name="T0" fmla="*/ 92 w 16"/>
                <a:gd name="T1" fmla="*/ 0 h 54"/>
                <a:gd name="T2" fmla="*/ 60 w 16"/>
                <a:gd name="T3" fmla="*/ 105 h 54"/>
                <a:gd name="T4" fmla="*/ 0 w 16"/>
                <a:gd name="T5" fmla="*/ 129 h 54"/>
                <a:gd name="T6" fmla="*/ 53 w 16"/>
                <a:gd name="T7" fmla="*/ 241 h 54"/>
                <a:gd name="T8" fmla="*/ 60 w 16"/>
                <a:gd name="T9" fmla="*/ 354 h 54"/>
                <a:gd name="T10" fmla="*/ 81 w 16"/>
                <a:gd name="T11" fmla="*/ 269 h 54"/>
                <a:gd name="T12" fmla="*/ 92 w 16"/>
                <a:gd name="T13" fmla="*/ 189 h 54"/>
                <a:gd name="T14" fmla="*/ 99 w 16"/>
                <a:gd name="T15" fmla="*/ 92 h 54"/>
                <a:gd name="T16" fmla="*/ 105 w 16"/>
                <a:gd name="T17" fmla="*/ 7 h 5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6" h="54">
                  <a:moveTo>
                    <a:pt x="14" y="0"/>
                  </a:moveTo>
                  <a:cubicBezTo>
                    <a:pt x="13" y="5"/>
                    <a:pt x="12" y="11"/>
                    <a:pt x="9" y="16"/>
                  </a:cubicBezTo>
                  <a:cubicBezTo>
                    <a:pt x="6" y="18"/>
                    <a:pt x="4" y="19"/>
                    <a:pt x="0" y="20"/>
                  </a:cubicBezTo>
                  <a:cubicBezTo>
                    <a:pt x="6" y="24"/>
                    <a:pt x="8" y="29"/>
                    <a:pt x="8" y="37"/>
                  </a:cubicBezTo>
                  <a:cubicBezTo>
                    <a:pt x="9" y="43"/>
                    <a:pt x="9" y="48"/>
                    <a:pt x="9" y="54"/>
                  </a:cubicBezTo>
                  <a:cubicBezTo>
                    <a:pt x="10" y="50"/>
                    <a:pt x="12" y="45"/>
                    <a:pt x="12" y="41"/>
                  </a:cubicBezTo>
                  <a:cubicBezTo>
                    <a:pt x="13" y="37"/>
                    <a:pt x="14" y="33"/>
                    <a:pt x="14" y="29"/>
                  </a:cubicBezTo>
                  <a:cubicBezTo>
                    <a:pt x="14" y="24"/>
                    <a:pt x="15" y="19"/>
                    <a:pt x="15" y="14"/>
                  </a:cubicBezTo>
                  <a:cubicBezTo>
                    <a:pt x="15" y="10"/>
                    <a:pt x="16" y="5"/>
                    <a:pt x="16" y="1"/>
                  </a:cubicBezTo>
                </a:path>
              </a:pathLst>
            </a:custGeom>
            <a:solidFill>
              <a:srgbClr val="6B2D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903" name="Freeform 937">
              <a:extLst>
                <a:ext uri="{FF2B5EF4-FFF2-40B4-BE49-F238E27FC236}">
                  <a16:creationId xmlns:a16="http://schemas.microsoft.com/office/drawing/2014/main" id="{009D02AC-0C6A-4FBD-8998-D15A16E70B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3" y="996"/>
              <a:ext cx="21" cy="56"/>
            </a:xfrm>
            <a:custGeom>
              <a:avLst/>
              <a:gdLst>
                <a:gd name="T0" fmla="*/ 0 w 11"/>
                <a:gd name="T1" fmla="*/ 0 h 30"/>
                <a:gd name="T2" fmla="*/ 36 w 11"/>
                <a:gd name="T3" fmla="*/ 196 h 30"/>
                <a:gd name="T4" fmla="*/ 0 w 11"/>
                <a:gd name="T5" fmla="*/ 0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30">
                  <a:moveTo>
                    <a:pt x="0" y="0"/>
                  </a:moveTo>
                  <a:cubicBezTo>
                    <a:pt x="0" y="0"/>
                    <a:pt x="8" y="13"/>
                    <a:pt x="5" y="30"/>
                  </a:cubicBezTo>
                  <a:cubicBezTo>
                    <a:pt x="5" y="30"/>
                    <a:pt x="11" y="1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904" name="Freeform 938">
              <a:extLst>
                <a:ext uri="{FF2B5EF4-FFF2-40B4-BE49-F238E27FC236}">
                  <a16:creationId xmlns:a16="http://schemas.microsoft.com/office/drawing/2014/main" id="{BAC31465-8DF9-48B2-9156-CD9D0972A9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6" y="720"/>
              <a:ext cx="373" cy="284"/>
            </a:xfrm>
            <a:custGeom>
              <a:avLst/>
              <a:gdLst>
                <a:gd name="T0" fmla="*/ 1297 w 199"/>
                <a:gd name="T1" fmla="*/ 932 h 152"/>
                <a:gd name="T2" fmla="*/ 1303 w 199"/>
                <a:gd name="T3" fmla="*/ 570 h 152"/>
                <a:gd name="T4" fmla="*/ 679 w 199"/>
                <a:gd name="T5" fmla="*/ 0 h 152"/>
                <a:gd name="T6" fmla="*/ 32 w 199"/>
                <a:gd name="T7" fmla="*/ 579 h 152"/>
                <a:gd name="T8" fmla="*/ 84 w 199"/>
                <a:gd name="T9" fmla="*/ 985 h 152"/>
                <a:gd name="T10" fmla="*/ 92 w 199"/>
                <a:gd name="T11" fmla="*/ 992 h 152"/>
                <a:gd name="T12" fmla="*/ 422 w 199"/>
                <a:gd name="T13" fmla="*/ 226 h 152"/>
                <a:gd name="T14" fmla="*/ 671 w 199"/>
                <a:gd name="T15" fmla="*/ 226 h 152"/>
                <a:gd name="T16" fmla="*/ 716 w 199"/>
                <a:gd name="T17" fmla="*/ 226 h 152"/>
                <a:gd name="T18" fmla="*/ 963 w 199"/>
                <a:gd name="T19" fmla="*/ 226 h 152"/>
                <a:gd name="T20" fmla="*/ 1297 w 199"/>
                <a:gd name="T21" fmla="*/ 932 h 15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99" h="152">
                  <a:moveTo>
                    <a:pt x="197" y="143"/>
                  </a:moveTo>
                  <a:cubicBezTo>
                    <a:pt x="197" y="129"/>
                    <a:pt x="199" y="96"/>
                    <a:pt x="198" y="87"/>
                  </a:cubicBezTo>
                  <a:cubicBezTo>
                    <a:pt x="198" y="29"/>
                    <a:pt x="159" y="0"/>
                    <a:pt x="103" y="0"/>
                  </a:cubicBezTo>
                  <a:cubicBezTo>
                    <a:pt x="46" y="1"/>
                    <a:pt x="5" y="31"/>
                    <a:pt x="5" y="89"/>
                  </a:cubicBezTo>
                  <a:cubicBezTo>
                    <a:pt x="6" y="101"/>
                    <a:pt x="11" y="134"/>
                    <a:pt x="13" y="151"/>
                  </a:cubicBezTo>
                  <a:cubicBezTo>
                    <a:pt x="14" y="152"/>
                    <a:pt x="14" y="152"/>
                    <a:pt x="14" y="152"/>
                  </a:cubicBezTo>
                  <a:cubicBezTo>
                    <a:pt x="14" y="152"/>
                    <a:pt x="0" y="45"/>
                    <a:pt x="64" y="35"/>
                  </a:cubicBezTo>
                  <a:cubicBezTo>
                    <a:pt x="86" y="32"/>
                    <a:pt x="82" y="35"/>
                    <a:pt x="102" y="35"/>
                  </a:cubicBezTo>
                  <a:cubicBezTo>
                    <a:pt x="109" y="35"/>
                    <a:pt x="109" y="35"/>
                    <a:pt x="109" y="35"/>
                  </a:cubicBezTo>
                  <a:cubicBezTo>
                    <a:pt x="128" y="35"/>
                    <a:pt x="125" y="31"/>
                    <a:pt x="146" y="35"/>
                  </a:cubicBezTo>
                  <a:cubicBezTo>
                    <a:pt x="189" y="42"/>
                    <a:pt x="196" y="119"/>
                    <a:pt x="197" y="14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905" name="Freeform 939">
              <a:extLst>
                <a:ext uri="{FF2B5EF4-FFF2-40B4-BE49-F238E27FC236}">
                  <a16:creationId xmlns:a16="http://schemas.microsoft.com/office/drawing/2014/main" id="{558E5557-A2A9-4D66-9003-2E4D458A629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5" y="720"/>
              <a:ext cx="364" cy="536"/>
            </a:xfrm>
            <a:custGeom>
              <a:avLst/>
              <a:gdLst>
                <a:gd name="T0" fmla="*/ 1274 w 194"/>
                <a:gd name="T1" fmla="*/ 566 h 287"/>
                <a:gd name="T2" fmla="*/ 647 w 194"/>
                <a:gd name="T3" fmla="*/ 0 h 287"/>
                <a:gd name="T4" fmla="*/ 0 w 194"/>
                <a:gd name="T5" fmla="*/ 579 h 287"/>
                <a:gd name="T6" fmla="*/ 60 w 194"/>
                <a:gd name="T7" fmla="*/ 1050 h 287"/>
                <a:gd name="T8" fmla="*/ 242 w 194"/>
                <a:gd name="T9" fmla="*/ 1576 h 287"/>
                <a:gd name="T10" fmla="*/ 687 w 194"/>
                <a:gd name="T11" fmla="*/ 1869 h 287"/>
                <a:gd name="T12" fmla="*/ 1137 w 194"/>
                <a:gd name="T13" fmla="*/ 1479 h 287"/>
                <a:gd name="T14" fmla="*/ 1266 w 194"/>
                <a:gd name="T15" fmla="*/ 952 h 287"/>
                <a:gd name="T16" fmla="*/ 1274 w 194"/>
                <a:gd name="T17" fmla="*/ 566 h 28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94" h="287">
                  <a:moveTo>
                    <a:pt x="193" y="87"/>
                  </a:moveTo>
                  <a:cubicBezTo>
                    <a:pt x="193" y="29"/>
                    <a:pt x="154" y="0"/>
                    <a:pt x="98" y="0"/>
                  </a:cubicBezTo>
                  <a:cubicBezTo>
                    <a:pt x="41" y="1"/>
                    <a:pt x="0" y="31"/>
                    <a:pt x="0" y="89"/>
                  </a:cubicBezTo>
                  <a:cubicBezTo>
                    <a:pt x="1" y="104"/>
                    <a:pt x="9" y="156"/>
                    <a:pt x="9" y="161"/>
                  </a:cubicBezTo>
                  <a:cubicBezTo>
                    <a:pt x="9" y="170"/>
                    <a:pt x="21" y="224"/>
                    <a:pt x="37" y="242"/>
                  </a:cubicBezTo>
                  <a:cubicBezTo>
                    <a:pt x="54" y="261"/>
                    <a:pt x="75" y="287"/>
                    <a:pt x="104" y="287"/>
                  </a:cubicBezTo>
                  <a:cubicBezTo>
                    <a:pt x="132" y="286"/>
                    <a:pt x="167" y="238"/>
                    <a:pt x="172" y="227"/>
                  </a:cubicBezTo>
                  <a:cubicBezTo>
                    <a:pt x="176" y="215"/>
                    <a:pt x="191" y="176"/>
                    <a:pt x="192" y="146"/>
                  </a:cubicBezTo>
                  <a:cubicBezTo>
                    <a:pt x="192" y="136"/>
                    <a:pt x="194" y="97"/>
                    <a:pt x="193" y="87"/>
                  </a:cubicBezTo>
                  <a:close/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906" name="Freeform 940">
              <a:extLst>
                <a:ext uri="{FF2B5EF4-FFF2-40B4-BE49-F238E27FC236}">
                  <a16:creationId xmlns:a16="http://schemas.microsoft.com/office/drawing/2014/main" id="{2BC2A4A4-DA8D-455E-8138-6A81AA31FF0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8" y="1583"/>
              <a:ext cx="15" cy="17"/>
            </a:xfrm>
            <a:custGeom>
              <a:avLst/>
              <a:gdLst>
                <a:gd name="T0" fmla="*/ 0 w 15"/>
                <a:gd name="T1" fmla="*/ 0 h 17"/>
                <a:gd name="T2" fmla="*/ 0 w 15"/>
                <a:gd name="T3" fmla="*/ 11 h 17"/>
                <a:gd name="T4" fmla="*/ 6 w 15"/>
                <a:gd name="T5" fmla="*/ 17 h 17"/>
                <a:gd name="T6" fmla="*/ 15 w 15"/>
                <a:gd name="T7" fmla="*/ 6 h 17"/>
                <a:gd name="T8" fmla="*/ 0 w 15"/>
                <a:gd name="T9" fmla="*/ 0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7">
                  <a:moveTo>
                    <a:pt x="0" y="0"/>
                  </a:moveTo>
                  <a:lnTo>
                    <a:pt x="0" y="11"/>
                  </a:lnTo>
                  <a:lnTo>
                    <a:pt x="6" y="17"/>
                  </a:lnTo>
                  <a:lnTo>
                    <a:pt x="15" y="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332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907" name="Freeform 941">
              <a:extLst>
                <a:ext uri="{FF2B5EF4-FFF2-40B4-BE49-F238E27FC236}">
                  <a16:creationId xmlns:a16="http://schemas.microsoft.com/office/drawing/2014/main" id="{75092BD3-02F7-4E2F-86D8-EAAA0775E9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3" y="1587"/>
              <a:ext cx="11" cy="11"/>
            </a:xfrm>
            <a:custGeom>
              <a:avLst/>
              <a:gdLst>
                <a:gd name="T0" fmla="*/ 8 w 11"/>
                <a:gd name="T1" fmla="*/ 0 h 11"/>
                <a:gd name="T2" fmla="*/ 11 w 11"/>
                <a:gd name="T3" fmla="*/ 9 h 11"/>
                <a:gd name="T4" fmla="*/ 8 w 11"/>
                <a:gd name="T5" fmla="*/ 11 h 11"/>
                <a:gd name="T6" fmla="*/ 0 w 11"/>
                <a:gd name="T7" fmla="*/ 3 h 11"/>
                <a:gd name="T8" fmla="*/ 8 w 11"/>
                <a:gd name="T9" fmla="*/ 0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1">
                  <a:moveTo>
                    <a:pt x="8" y="0"/>
                  </a:moveTo>
                  <a:lnTo>
                    <a:pt x="11" y="9"/>
                  </a:lnTo>
                  <a:lnTo>
                    <a:pt x="8" y="11"/>
                  </a:lnTo>
                  <a:lnTo>
                    <a:pt x="0" y="3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75332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908" name="Freeform 942">
              <a:extLst>
                <a:ext uri="{FF2B5EF4-FFF2-40B4-BE49-F238E27FC236}">
                  <a16:creationId xmlns:a16="http://schemas.microsoft.com/office/drawing/2014/main" id="{14D96722-950C-40BF-814C-A2134CD92D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1" y="1602"/>
              <a:ext cx="8" cy="7"/>
            </a:xfrm>
            <a:custGeom>
              <a:avLst/>
              <a:gdLst>
                <a:gd name="T0" fmla="*/ 8 w 8"/>
                <a:gd name="T1" fmla="*/ 2 h 7"/>
                <a:gd name="T2" fmla="*/ 0 w 8"/>
                <a:gd name="T3" fmla="*/ 0 h 7"/>
                <a:gd name="T4" fmla="*/ 0 w 8"/>
                <a:gd name="T5" fmla="*/ 7 h 7"/>
                <a:gd name="T6" fmla="*/ 8 w 8"/>
                <a:gd name="T7" fmla="*/ 2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7">
                  <a:moveTo>
                    <a:pt x="8" y="2"/>
                  </a:moveTo>
                  <a:lnTo>
                    <a:pt x="0" y="0"/>
                  </a:lnTo>
                  <a:lnTo>
                    <a:pt x="0" y="7"/>
                  </a:lnTo>
                  <a:lnTo>
                    <a:pt x="8" y="2"/>
                  </a:lnTo>
                  <a:close/>
                </a:path>
              </a:pathLst>
            </a:custGeom>
            <a:solidFill>
              <a:srgbClr val="75332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909" name="Freeform 943">
              <a:extLst>
                <a:ext uri="{FF2B5EF4-FFF2-40B4-BE49-F238E27FC236}">
                  <a16:creationId xmlns:a16="http://schemas.microsoft.com/office/drawing/2014/main" id="{DF240F58-5F94-46B4-BA7E-C86BAF37DD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1" y="1583"/>
              <a:ext cx="17" cy="17"/>
            </a:xfrm>
            <a:custGeom>
              <a:avLst/>
              <a:gdLst>
                <a:gd name="T0" fmla="*/ 13 w 17"/>
                <a:gd name="T1" fmla="*/ 0 h 17"/>
                <a:gd name="T2" fmla="*/ 17 w 17"/>
                <a:gd name="T3" fmla="*/ 11 h 17"/>
                <a:gd name="T4" fmla="*/ 11 w 17"/>
                <a:gd name="T5" fmla="*/ 17 h 17"/>
                <a:gd name="T6" fmla="*/ 0 w 17"/>
                <a:gd name="T7" fmla="*/ 6 h 17"/>
                <a:gd name="T8" fmla="*/ 13 w 17"/>
                <a:gd name="T9" fmla="*/ 0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7">
                  <a:moveTo>
                    <a:pt x="13" y="0"/>
                  </a:moveTo>
                  <a:lnTo>
                    <a:pt x="17" y="11"/>
                  </a:lnTo>
                  <a:lnTo>
                    <a:pt x="11" y="17"/>
                  </a:lnTo>
                  <a:lnTo>
                    <a:pt x="0" y="6"/>
                  </a:lnTo>
                  <a:lnTo>
                    <a:pt x="13" y="0"/>
                  </a:lnTo>
                  <a:close/>
                </a:path>
              </a:pathLst>
            </a:custGeom>
            <a:solidFill>
              <a:srgbClr val="75332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910" name="Freeform 944">
              <a:extLst>
                <a:ext uri="{FF2B5EF4-FFF2-40B4-BE49-F238E27FC236}">
                  <a16:creationId xmlns:a16="http://schemas.microsoft.com/office/drawing/2014/main" id="{FE9AC17D-A885-4EC2-A659-2BA8D381EE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2" y="1587"/>
              <a:ext cx="9" cy="13"/>
            </a:xfrm>
            <a:custGeom>
              <a:avLst/>
              <a:gdLst>
                <a:gd name="T0" fmla="*/ 5 w 9"/>
                <a:gd name="T1" fmla="*/ 0 h 13"/>
                <a:gd name="T2" fmla="*/ 0 w 9"/>
                <a:gd name="T3" fmla="*/ 7 h 13"/>
                <a:gd name="T4" fmla="*/ 3 w 9"/>
                <a:gd name="T5" fmla="*/ 13 h 13"/>
                <a:gd name="T6" fmla="*/ 9 w 9"/>
                <a:gd name="T7" fmla="*/ 3 h 13"/>
                <a:gd name="T8" fmla="*/ 5 w 9"/>
                <a:gd name="T9" fmla="*/ 0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13">
                  <a:moveTo>
                    <a:pt x="5" y="0"/>
                  </a:moveTo>
                  <a:lnTo>
                    <a:pt x="0" y="7"/>
                  </a:lnTo>
                  <a:lnTo>
                    <a:pt x="3" y="13"/>
                  </a:lnTo>
                  <a:lnTo>
                    <a:pt x="9" y="3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75332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</p:grpSp>
      <p:grpSp>
        <p:nvGrpSpPr>
          <p:cNvPr id="31753" name="Group 945">
            <a:extLst>
              <a:ext uri="{FF2B5EF4-FFF2-40B4-BE49-F238E27FC236}">
                <a16:creationId xmlns:a16="http://schemas.microsoft.com/office/drawing/2014/main" id="{BC42A526-86DB-4BFB-91CA-5E4975688FBA}"/>
              </a:ext>
            </a:extLst>
          </p:cNvPr>
          <p:cNvGrpSpPr>
            <a:grpSpLocks/>
          </p:cNvGrpSpPr>
          <p:nvPr/>
        </p:nvGrpSpPr>
        <p:grpSpPr bwMode="auto">
          <a:xfrm>
            <a:off x="8524875" y="5908675"/>
            <a:ext cx="1219200" cy="615950"/>
            <a:chOff x="4252" y="3549"/>
            <a:chExt cx="1041" cy="526"/>
          </a:xfrm>
        </p:grpSpPr>
        <p:sp>
          <p:nvSpPr>
            <p:cNvPr id="31807" name="Freeform 946">
              <a:extLst>
                <a:ext uri="{FF2B5EF4-FFF2-40B4-BE49-F238E27FC236}">
                  <a16:creationId xmlns:a16="http://schemas.microsoft.com/office/drawing/2014/main" id="{D80BEA65-5E0F-42C2-B190-134228C51EDA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5" y="3581"/>
              <a:ext cx="145" cy="86"/>
            </a:xfrm>
            <a:custGeom>
              <a:avLst/>
              <a:gdLst>
                <a:gd name="T0" fmla="*/ 783 w 58"/>
                <a:gd name="T1" fmla="*/ 406 h 32"/>
                <a:gd name="T2" fmla="*/ 783 w 58"/>
                <a:gd name="T3" fmla="*/ 35 h 32"/>
                <a:gd name="T4" fmla="*/ 188 w 58"/>
                <a:gd name="T5" fmla="*/ 290 h 32"/>
                <a:gd name="T6" fmla="*/ 375 w 58"/>
                <a:gd name="T7" fmla="*/ 621 h 32"/>
                <a:gd name="T8" fmla="*/ 783 w 58"/>
                <a:gd name="T9" fmla="*/ 406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8" h="32">
                  <a:moveTo>
                    <a:pt x="50" y="21"/>
                  </a:moveTo>
                  <a:cubicBezTo>
                    <a:pt x="50" y="21"/>
                    <a:pt x="58" y="3"/>
                    <a:pt x="50" y="2"/>
                  </a:cubicBezTo>
                  <a:cubicBezTo>
                    <a:pt x="43" y="0"/>
                    <a:pt x="24" y="15"/>
                    <a:pt x="12" y="15"/>
                  </a:cubicBezTo>
                  <a:cubicBezTo>
                    <a:pt x="0" y="14"/>
                    <a:pt x="24" y="32"/>
                    <a:pt x="24" y="32"/>
                  </a:cubicBezTo>
                  <a:lnTo>
                    <a:pt x="50" y="21"/>
                  </a:lnTo>
                  <a:close/>
                </a:path>
              </a:pathLst>
            </a:custGeom>
            <a:solidFill>
              <a:srgbClr val="A3CE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808" name="Freeform 947">
              <a:extLst>
                <a:ext uri="{FF2B5EF4-FFF2-40B4-BE49-F238E27FC236}">
                  <a16:creationId xmlns:a16="http://schemas.microsoft.com/office/drawing/2014/main" id="{6570E8C6-C568-4DE0-9FB8-E33A222AA349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0" y="3608"/>
              <a:ext cx="373" cy="453"/>
            </a:xfrm>
            <a:custGeom>
              <a:avLst/>
              <a:gdLst>
                <a:gd name="T0" fmla="*/ 1116 w 149"/>
                <a:gd name="T1" fmla="*/ 0 h 170"/>
                <a:gd name="T2" fmla="*/ 0 w 149"/>
                <a:gd name="T3" fmla="*/ 115 h 170"/>
                <a:gd name="T4" fmla="*/ 0 w 149"/>
                <a:gd name="T5" fmla="*/ 773 h 170"/>
                <a:gd name="T6" fmla="*/ 0 w 149"/>
                <a:gd name="T7" fmla="*/ 1156 h 170"/>
                <a:gd name="T8" fmla="*/ 125 w 149"/>
                <a:gd name="T9" fmla="*/ 1455 h 170"/>
                <a:gd name="T10" fmla="*/ 396 w 149"/>
                <a:gd name="T11" fmla="*/ 2081 h 170"/>
                <a:gd name="T12" fmla="*/ 1429 w 149"/>
                <a:gd name="T13" fmla="*/ 2968 h 170"/>
                <a:gd name="T14" fmla="*/ 2100 w 149"/>
                <a:gd name="T15" fmla="*/ 1796 h 170"/>
                <a:gd name="T16" fmla="*/ 1785 w 149"/>
                <a:gd name="T17" fmla="*/ 1399 h 170"/>
                <a:gd name="T18" fmla="*/ 1116 w 149"/>
                <a:gd name="T19" fmla="*/ 0 h 17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49" h="170">
                  <a:moveTo>
                    <a:pt x="71" y="0"/>
                  </a:moveTo>
                  <a:cubicBezTo>
                    <a:pt x="71" y="0"/>
                    <a:pt x="40" y="31"/>
                    <a:pt x="0" y="6"/>
                  </a:cubicBezTo>
                  <a:cubicBezTo>
                    <a:pt x="0" y="6"/>
                    <a:pt x="0" y="27"/>
                    <a:pt x="0" y="41"/>
                  </a:cubicBezTo>
                  <a:cubicBezTo>
                    <a:pt x="0" y="61"/>
                    <a:pt x="0" y="61"/>
                    <a:pt x="0" y="61"/>
                  </a:cubicBezTo>
                  <a:cubicBezTo>
                    <a:pt x="0" y="61"/>
                    <a:pt x="0" y="69"/>
                    <a:pt x="8" y="77"/>
                  </a:cubicBezTo>
                  <a:cubicBezTo>
                    <a:pt x="16" y="85"/>
                    <a:pt x="23" y="102"/>
                    <a:pt x="25" y="110"/>
                  </a:cubicBezTo>
                  <a:cubicBezTo>
                    <a:pt x="26" y="119"/>
                    <a:pt x="44" y="170"/>
                    <a:pt x="91" y="157"/>
                  </a:cubicBezTo>
                  <a:cubicBezTo>
                    <a:pt x="138" y="144"/>
                    <a:pt x="149" y="111"/>
                    <a:pt x="134" y="95"/>
                  </a:cubicBezTo>
                  <a:cubicBezTo>
                    <a:pt x="120" y="80"/>
                    <a:pt x="114" y="74"/>
                    <a:pt x="114" y="74"/>
                  </a:cubicBezTo>
                  <a:cubicBezTo>
                    <a:pt x="114" y="74"/>
                    <a:pt x="79" y="7"/>
                    <a:pt x="71" y="0"/>
                  </a:cubicBezTo>
                  <a:close/>
                </a:path>
              </a:pathLst>
            </a:custGeom>
            <a:solidFill>
              <a:srgbClr val="A3CE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809" name="Freeform 948">
              <a:extLst>
                <a:ext uri="{FF2B5EF4-FFF2-40B4-BE49-F238E27FC236}">
                  <a16:creationId xmlns:a16="http://schemas.microsoft.com/office/drawing/2014/main" id="{4BE94425-65F3-4E82-95EB-B3C942C8ECAF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0" y="3725"/>
              <a:ext cx="368" cy="336"/>
            </a:xfrm>
            <a:custGeom>
              <a:avLst/>
              <a:gdLst>
                <a:gd name="T0" fmla="*/ 0 w 147"/>
                <a:gd name="T1" fmla="*/ 0 h 126"/>
                <a:gd name="T2" fmla="*/ 0 w 147"/>
                <a:gd name="T3" fmla="*/ 320 h 126"/>
                <a:gd name="T4" fmla="*/ 125 w 147"/>
                <a:gd name="T5" fmla="*/ 627 h 126"/>
                <a:gd name="T6" fmla="*/ 376 w 147"/>
                <a:gd name="T7" fmla="*/ 1251 h 126"/>
                <a:gd name="T8" fmla="*/ 1429 w 147"/>
                <a:gd name="T9" fmla="*/ 2141 h 126"/>
                <a:gd name="T10" fmla="*/ 2193 w 147"/>
                <a:gd name="T11" fmla="*/ 1160 h 126"/>
                <a:gd name="T12" fmla="*/ 1472 w 147"/>
                <a:gd name="T13" fmla="*/ 1955 h 126"/>
                <a:gd name="T14" fmla="*/ 583 w 147"/>
                <a:gd name="T15" fmla="*/ 1459 h 126"/>
                <a:gd name="T16" fmla="*/ 188 w 147"/>
                <a:gd name="T17" fmla="*/ 477 h 126"/>
                <a:gd name="T18" fmla="*/ 0 w 147"/>
                <a:gd name="T19" fmla="*/ 0 h 12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47" h="126">
                  <a:moveTo>
                    <a:pt x="0" y="0"/>
                  </a:moveTo>
                  <a:cubicBezTo>
                    <a:pt x="0" y="17"/>
                    <a:pt x="0" y="17"/>
                    <a:pt x="0" y="17"/>
                  </a:cubicBezTo>
                  <a:cubicBezTo>
                    <a:pt x="0" y="17"/>
                    <a:pt x="0" y="26"/>
                    <a:pt x="8" y="33"/>
                  </a:cubicBezTo>
                  <a:cubicBezTo>
                    <a:pt x="16" y="41"/>
                    <a:pt x="23" y="58"/>
                    <a:pt x="24" y="66"/>
                  </a:cubicBezTo>
                  <a:cubicBezTo>
                    <a:pt x="26" y="75"/>
                    <a:pt x="44" y="126"/>
                    <a:pt x="91" y="113"/>
                  </a:cubicBezTo>
                  <a:cubicBezTo>
                    <a:pt x="130" y="103"/>
                    <a:pt x="144" y="78"/>
                    <a:pt x="140" y="61"/>
                  </a:cubicBezTo>
                  <a:cubicBezTo>
                    <a:pt x="140" y="61"/>
                    <a:pt x="147" y="91"/>
                    <a:pt x="94" y="103"/>
                  </a:cubicBezTo>
                  <a:cubicBezTo>
                    <a:pt x="62" y="111"/>
                    <a:pt x="48" y="100"/>
                    <a:pt x="37" y="77"/>
                  </a:cubicBezTo>
                  <a:cubicBezTo>
                    <a:pt x="26" y="53"/>
                    <a:pt x="17" y="30"/>
                    <a:pt x="12" y="25"/>
                  </a:cubicBezTo>
                  <a:cubicBezTo>
                    <a:pt x="7" y="2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AF4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810" name="Freeform 949">
              <a:extLst>
                <a:ext uri="{FF2B5EF4-FFF2-40B4-BE49-F238E27FC236}">
                  <a16:creationId xmlns:a16="http://schemas.microsoft.com/office/drawing/2014/main" id="{143EABFF-8789-445C-9955-708E4AD85DD7}"/>
                </a:ext>
              </a:extLst>
            </p:cNvPr>
            <p:cNvSpPr>
              <a:spLocks/>
            </p:cNvSpPr>
            <p:nvPr/>
          </p:nvSpPr>
          <p:spPr bwMode="auto">
            <a:xfrm>
              <a:off x="5030" y="3629"/>
              <a:ext cx="140" cy="235"/>
            </a:xfrm>
            <a:custGeom>
              <a:avLst/>
              <a:gdLst>
                <a:gd name="T0" fmla="*/ 63 w 56"/>
                <a:gd name="T1" fmla="*/ 150 h 88"/>
                <a:gd name="T2" fmla="*/ 0 w 56"/>
                <a:gd name="T3" fmla="*/ 150 h 88"/>
                <a:gd name="T4" fmla="*/ 425 w 56"/>
                <a:gd name="T5" fmla="*/ 1298 h 88"/>
                <a:gd name="T6" fmla="*/ 520 w 56"/>
                <a:gd name="T7" fmla="*/ 1584 h 88"/>
                <a:gd name="T8" fmla="*/ 875 w 56"/>
                <a:gd name="T9" fmla="*/ 1426 h 88"/>
                <a:gd name="T10" fmla="*/ 750 w 56"/>
                <a:gd name="T11" fmla="*/ 1127 h 88"/>
                <a:gd name="T12" fmla="*/ 313 w 56"/>
                <a:gd name="T13" fmla="*/ 0 h 88"/>
                <a:gd name="T14" fmla="*/ 283 w 56"/>
                <a:gd name="T15" fmla="*/ 77 h 88"/>
                <a:gd name="T16" fmla="*/ 783 w 56"/>
                <a:gd name="T17" fmla="*/ 1391 h 88"/>
                <a:gd name="T18" fmla="*/ 550 w 56"/>
                <a:gd name="T19" fmla="*/ 1503 h 88"/>
                <a:gd name="T20" fmla="*/ 63 w 56"/>
                <a:gd name="T21" fmla="*/ 150 h 8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6" h="88">
                  <a:moveTo>
                    <a:pt x="4" y="8"/>
                  </a:moveTo>
                  <a:cubicBezTo>
                    <a:pt x="1" y="9"/>
                    <a:pt x="0" y="8"/>
                    <a:pt x="0" y="8"/>
                  </a:cubicBezTo>
                  <a:cubicBezTo>
                    <a:pt x="27" y="68"/>
                    <a:pt x="27" y="68"/>
                    <a:pt x="27" y="68"/>
                  </a:cubicBezTo>
                  <a:cubicBezTo>
                    <a:pt x="33" y="83"/>
                    <a:pt x="33" y="83"/>
                    <a:pt x="33" y="83"/>
                  </a:cubicBezTo>
                  <a:cubicBezTo>
                    <a:pt x="46" y="88"/>
                    <a:pt x="56" y="75"/>
                    <a:pt x="56" y="75"/>
                  </a:cubicBezTo>
                  <a:cubicBezTo>
                    <a:pt x="53" y="73"/>
                    <a:pt x="51" y="64"/>
                    <a:pt x="48" y="59"/>
                  </a:cubicBezTo>
                  <a:cubicBezTo>
                    <a:pt x="46" y="54"/>
                    <a:pt x="20" y="0"/>
                    <a:pt x="20" y="0"/>
                  </a:cubicBezTo>
                  <a:cubicBezTo>
                    <a:pt x="20" y="2"/>
                    <a:pt x="19" y="3"/>
                    <a:pt x="18" y="4"/>
                  </a:cubicBezTo>
                  <a:cubicBezTo>
                    <a:pt x="50" y="73"/>
                    <a:pt x="50" y="73"/>
                    <a:pt x="50" y="73"/>
                  </a:cubicBezTo>
                  <a:cubicBezTo>
                    <a:pt x="50" y="73"/>
                    <a:pt x="42" y="81"/>
                    <a:pt x="35" y="79"/>
                  </a:cubicBezTo>
                  <a:lnTo>
                    <a:pt x="4" y="8"/>
                  </a:lnTo>
                  <a:close/>
                </a:path>
              </a:pathLst>
            </a:custGeom>
            <a:solidFill>
              <a:srgbClr val="64B5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811" name="Freeform 950">
              <a:extLst>
                <a:ext uri="{FF2B5EF4-FFF2-40B4-BE49-F238E27FC236}">
                  <a16:creationId xmlns:a16="http://schemas.microsoft.com/office/drawing/2014/main" id="{CEDB7CC9-380D-4623-82CB-623CED1C2048}"/>
                </a:ext>
              </a:extLst>
            </p:cNvPr>
            <p:cNvSpPr>
              <a:spLocks/>
            </p:cNvSpPr>
            <p:nvPr/>
          </p:nvSpPr>
          <p:spPr bwMode="auto">
            <a:xfrm>
              <a:off x="5097" y="3643"/>
              <a:ext cx="10" cy="13"/>
            </a:xfrm>
            <a:custGeom>
              <a:avLst/>
              <a:gdLst>
                <a:gd name="T0" fmla="*/ 0 w 4"/>
                <a:gd name="T1" fmla="*/ 0 h 5"/>
                <a:gd name="T2" fmla="*/ 0 w 4"/>
                <a:gd name="T3" fmla="*/ 88 h 5"/>
                <a:gd name="T4" fmla="*/ 50 w 4"/>
                <a:gd name="T5" fmla="*/ 55 h 5"/>
                <a:gd name="T6" fmla="*/ 0 w 4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5">
                  <a:moveTo>
                    <a:pt x="0" y="0"/>
                  </a:moveTo>
                  <a:cubicBezTo>
                    <a:pt x="3" y="0"/>
                    <a:pt x="1" y="4"/>
                    <a:pt x="0" y="5"/>
                  </a:cubicBezTo>
                  <a:cubicBezTo>
                    <a:pt x="1" y="4"/>
                    <a:pt x="3" y="4"/>
                    <a:pt x="3" y="3"/>
                  </a:cubicBezTo>
                  <a:cubicBezTo>
                    <a:pt x="4" y="1"/>
                    <a:pt x="2" y="0"/>
                    <a:pt x="0" y="0"/>
                  </a:cubicBezTo>
                </a:path>
              </a:pathLst>
            </a:custGeom>
            <a:solidFill>
              <a:srgbClr val="64B5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812" name="Freeform 951">
              <a:extLst>
                <a:ext uri="{FF2B5EF4-FFF2-40B4-BE49-F238E27FC236}">
                  <a16:creationId xmlns:a16="http://schemas.microsoft.com/office/drawing/2014/main" id="{012355AA-1D2F-4528-851A-ED939E8CCAA8}"/>
                </a:ext>
              </a:extLst>
            </p:cNvPr>
            <p:cNvSpPr>
              <a:spLocks/>
            </p:cNvSpPr>
            <p:nvPr/>
          </p:nvSpPr>
          <p:spPr bwMode="auto">
            <a:xfrm>
              <a:off x="5110" y="3677"/>
              <a:ext cx="15" cy="14"/>
            </a:xfrm>
            <a:custGeom>
              <a:avLst/>
              <a:gdLst>
                <a:gd name="T0" fmla="*/ 0 w 6"/>
                <a:gd name="T1" fmla="*/ 22 h 5"/>
                <a:gd name="T2" fmla="*/ 50 w 6"/>
                <a:gd name="T3" fmla="*/ 22 h 5"/>
                <a:gd name="T4" fmla="*/ 33 w 6"/>
                <a:gd name="T5" fmla="*/ 109 h 5"/>
                <a:gd name="T6" fmla="*/ 20 w 6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5">
                  <a:moveTo>
                    <a:pt x="0" y="1"/>
                  </a:moveTo>
                  <a:cubicBezTo>
                    <a:pt x="1" y="0"/>
                    <a:pt x="2" y="1"/>
                    <a:pt x="3" y="1"/>
                  </a:cubicBezTo>
                  <a:cubicBezTo>
                    <a:pt x="4" y="2"/>
                    <a:pt x="3" y="4"/>
                    <a:pt x="2" y="5"/>
                  </a:cubicBezTo>
                  <a:cubicBezTo>
                    <a:pt x="3" y="3"/>
                    <a:pt x="6" y="0"/>
                    <a:pt x="1" y="0"/>
                  </a:cubicBezTo>
                </a:path>
              </a:pathLst>
            </a:custGeom>
            <a:solidFill>
              <a:srgbClr val="64B5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813" name="Freeform 952">
              <a:extLst>
                <a:ext uri="{FF2B5EF4-FFF2-40B4-BE49-F238E27FC236}">
                  <a16:creationId xmlns:a16="http://schemas.microsoft.com/office/drawing/2014/main" id="{FD7AF905-0DE2-46C9-8391-A4EF261E3447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2" y="3720"/>
              <a:ext cx="10" cy="19"/>
            </a:xfrm>
            <a:custGeom>
              <a:avLst/>
              <a:gdLst>
                <a:gd name="T0" fmla="*/ 0 w 4"/>
                <a:gd name="T1" fmla="*/ 22 h 7"/>
                <a:gd name="T2" fmla="*/ 20 w 4"/>
                <a:gd name="T3" fmla="*/ 141 h 7"/>
                <a:gd name="T4" fmla="*/ 63 w 4"/>
                <a:gd name="T5" fmla="*/ 103 h 7"/>
                <a:gd name="T6" fmla="*/ 20 w 4"/>
                <a:gd name="T7" fmla="*/ 22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7">
                  <a:moveTo>
                    <a:pt x="0" y="1"/>
                  </a:moveTo>
                  <a:cubicBezTo>
                    <a:pt x="3" y="0"/>
                    <a:pt x="4" y="6"/>
                    <a:pt x="1" y="7"/>
                  </a:cubicBezTo>
                  <a:cubicBezTo>
                    <a:pt x="2" y="6"/>
                    <a:pt x="3" y="6"/>
                    <a:pt x="4" y="5"/>
                  </a:cubicBezTo>
                  <a:cubicBezTo>
                    <a:pt x="4" y="3"/>
                    <a:pt x="3" y="1"/>
                    <a:pt x="1" y="1"/>
                  </a:cubicBezTo>
                </a:path>
              </a:pathLst>
            </a:custGeom>
            <a:solidFill>
              <a:srgbClr val="64B5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814" name="Freeform 953">
              <a:extLst>
                <a:ext uri="{FF2B5EF4-FFF2-40B4-BE49-F238E27FC236}">
                  <a16:creationId xmlns:a16="http://schemas.microsoft.com/office/drawing/2014/main" id="{9289DAAD-B6D7-4D98-9D7E-522116CC43A1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5" y="3757"/>
              <a:ext cx="12" cy="16"/>
            </a:xfrm>
            <a:custGeom>
              <a:avLst/>
              <a:gdLst>
                <a:gd name="T0" fmla="*/ 0 w 5"/>
                <a:gd name="T1" fmla="*/ 21 h 6"/>
                <a:gd name="T2" fmla="*/ 29 w 5"/>
                <a:gd name="T3" fmla="*/ 115 h 6"/>
                <a:gd name="T4" fmla="*/ 58 w 5"/>
                <a:gd name="T5" fmla="*/ 77 h 6"/>
                <a:gd name="T6" fmla="*/ 29 w 5"/>
                <a:gd name="T7" fmla="*/ 21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6">
                  <a:moveTo>
                    <a:pt x="0" y="1"/>
                  </a:moveTo>
                  <a:cubicBezTo>
                    <a:pt x="4" y="0"/>
                    <a:pt x="4" y="5"/>
                    <a:pt x="2" y="6"/>
                  </a:cubicBezTo>
                  <a:cubicBezTo>
                    <a:pt x="3" y="6"/>
                    <a:pt x="4" y="5"/>
                    <a:pt x="4" y="4"/>
                  </a:cubicBezTo>
                  <a:cubicBezTo>
                    <a:pt x="5" y="3"/>
                    <a:pt x="4" y="0"/>
                    <a:pt x="2" y="1"/>
                  </a:cubicBezTo>
                </a:path>
              </a:pathLst>
            </a:custGeom>
            <a:solidFill>
              <a:srgbClr val="64B5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815" name="Freeform 954">
              <a:extLst>
                <a:ext uri="{FF2B5EF4-FFF2-40B4-BE49-F238E27FC236}">
                  <a16:creationId xmlns:a16="http://schemas.microsoft.com/office/drawing/2014/main" id="{4BE06DF8-C57A-4EDA-A494-C0A41D4FBA8C}"/>
                </a:ext>
              </a:extLst>
            </p:cNvPr>
            <p:cNvSpPr>
              <a:spLocks/>
            </p:cNvSpPr>
            <p:nvPr/>
          </p:nvSpPr>
          <p:spPr bwMode="auto">
            <a:xfrm>
              <a:off x="5162" y="3800"/>
              <a:ext cx="13" cy="16"/>
            </a:xfrm>
            <a:custGeom>
              <a:avLst/>
              <a:gdLst>
                <a:gd name="T0" fmla="*/ 0 w 5"/>
                <a:gd name="T1" fmla="*/ 21 h 6"/>
                <a:gd name="T2" fmla="*/ 34 w 5"/>
                <a:gd name="T3" fmla="*/ 115 h 6"/>
                <a:gd name="T4" fmla="*/ 68 w 5"/>
                <a:gd name="T5" fmla="*/ 77 h 6"/>
                <a:gd name="T6" fmla="*/ 34 w 5"/>
                <a:gd name="T7" fmla="*/ 21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6">
                  <a:moveTo>
                    <a:pt x="0" y="1"/>
                  </a:moveTo>
                  <a:cubicBezTo>
                    <a:pt x="2" y="1"/>
                    <a:pt x="5" y="5"/>
                    <a:pt x="2" y="6"/>
                  </a:cubicBezTo>
                  <a:cubicBezTo>
                    <a:pt x="3" y="5"/>
                    <a:pt x="4" y="5"/>
                    <a:pt x="4" y="4"/>
                  </a:cubicBezTo>
                  <a:cubicBezTo>
                    <a:pt x="5" y="2"/>
                    <a:pt x="3" y="0"/>
                    <a:pt x="2" y="1"/>
                  </a:cubicBezTo>
                </a:path>
              </a:pathLst>
            </a:custGeom>
            <a:solidFill>
              <a:srgbClr val="64B5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816" name="Freeform 955">
              <a:extLst>
                <a:ext uri="{FF2B5EF4-FFF2-40B4-BE49-F238E27FC236}">
                  <a16:creationId xmlns:a16="http://schemas.microsoft.com/office/drawing/2014/main" id="{65743792-52F9-460E-BC32-9297627C70C5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5" y="3680"/>
              <a:ext cx="12" cy="11"/>
            </a:xfrm>
            <a:custGeom>
              <a:avLst/>
              <a:gdLst>
                <a:gd name="T0" fmla="*/ 29 w 5"/>
                <a:gd name="T1" fmla="*/ 0 h 4"/>
                <a:gd name="T2" fmla="*/ 41 w 5"/>
                <a:gd name="T3" fmla="*/ 61 h 4"/>
                <a:gd name="T4" fmla="*/ 70 w 5"/>
                <a:gd name="T5" fmla="*/ 61 h 4"/>
                <a:gd name="T6" fmla="*/ 12 w 5"/>
                <a:gd name="T7" fmla="*/ 61 h 4"/>
                <a:gd name="T8" fmla="*/ 12 w 5"/>
                <a:gd name="T9" fmla="*/ 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4">
                  <a:moveTo>
                    <a:pt x="2" y="0"/>
                  </a:moveTo>
                  <a:cubicBezTo>
                    <a:pt x="2" y="1"/>
                    <a:pt x="2" y="2"/>
                    <a:pt x="3" y="3"/>
                  </a:cubicBezTo>
                  <a:cubicBezTo>
                    <a:pt x="3" y="3"/>
                    <a:pt x="5" y="4"/>
                    <a:pt x="5" y="3"/>
                  </a:cubicBezTo>
                  <a:cubicBezTo>
                    <a:pt x="4" y="3"/>
                    <a:pt x="2" y="4"/>
                    <a:pt x="1" y="3"/>
                  </a:cubicBezTo>
                  <a:cubicBezTo>
                    <a:pt x="0" y="3"/>
                    <a:pt x="0" y="1"/>
                    <a:pt x="1" y="0"/>
                  </a:cubicBezTo>
                </a:path>
              </a:pathLst>
            </a:custGeom>
            <a:solidFill>
              <a:srgbClr val="64B5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817" name="Freeform 956">
              <a:extLst>
                <a:ext uri="{FF2B5EF4-FFF2-40B4-BE49-F238E27FC236}">
                  <a16:creationId xmlns:a16="http://schemas.microsoft.com/office/drawing/2014/main" id="{32CA18E2-2E49-4F6B-914D-44FE0F01FEFF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0" y="3712"/>
              <a:ext cx="10" cy="13"/>
            </a:xfrm>
            <a:custGeom>
              <a:avLst/>
              <a:gdLst>
                <a:gd name="T0" fmla="*/ 33 w 4"/>
                <a:gd name="T1" fmla="*/ 0 h 5"/>
                <a:gd name="T2" fmla="*/ 20 w 4"/>
                <a:gd name="T3" fmla="*/ 55 h 5"/>
                <a:gd name="T4" fmla="*/ 63 w 4"/>
                <a:gd name="T5" fmla="*/ 68 h 5"/>
                <a:gd name="T6" fmla="*/ 0 w 4"/>
                <a:gd name="T7" fmla="*/ 68 h 5"/>
                <a:gd name="T8" fmla="*/ 20 w 4"/>
                <a:gd name="T9" fmla="*/ 21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5">
                  <a:moveTo>
                    <a:pt x="2" y="0"/>
                  </a:moveTo>
                  <a:cubicBezTo>
                    <a:pt x="2" y="1"/>
                    <a:pt x="1" y="2"/>
                    <a:pt x="1" y="3"/>
                  </a:cubicBezTo>
                  <a:cubicBezTo>
                    <a:pt x="2" y="4"/>
                    <a:pt x="3" y="5"/>
                    <a:pt x="4" y="4"/>
                  </a:cubicBezTo>
                  <a:cubicBezTo>
                    <a:pt x="3" y="4"/>
                    <a:pt x="1" y="5"/>
                    <a:pt x="0" y="4"/>
                  </a:cubicBezTo>
                  <a:cubicBezTo>
                    <a:pt x="0" y="3"/>
                    <a:pt x="0" y="1"/>
                    <a:pt x="1" y="1"/>
                  </a:cubicBezTo>
                </a:path>
              </a:pathLst>
            </a:custGeom>
            <a:solidFill>
              <a:srgbClr val="64B5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818" name="Freeform 957">
              <a:extLst>
                <a:ext uri="{FF2B5EF4-FFF2-40B4-BE49-F238E27FC236}">
                  <a16:creationId xmlns:a16="http://schemas.microsoft.com/office/drawing/2014/main" id="{661CA0CF-40C1-455C-9D4A-D2588C3B8879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7" y="3749"/>
              <a:ext cx="13" cy="19"/>
            </a:xfrm>
            <a:custGeom>
              <a:avLst/>
              <a:gdLst>
                <a:gd name="T0" fmla="*/ 34 w 5"/>
                <a:gd name="T1" fmla="*/ 0 h 7"/>
                <a:gd name="T2" fmla="*/ 88 w 5"/>
                <a:gd name="T3" fmla="*/ 81 h 7"/>
                <a:gd name="T4" fmla="*/ 21 w 5"/>
                <a:gd name="T5" fmla="*/ 81 h 7"/>
                <a:gd name="T6" fmla="*/ 21 w 5"/>
                <a:gd name="T7" fmla="*/ 22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7">
                  <a:moveTo>
                    <a:pt x="2" y="0"/>
                  </a:moveTo>
                  <a:cubicBezTo>
                    <a:pt x="2" y="2"/>
                    <a:pt x="2" y="7"/>
                    <a:pt x="5" y="4"/>
                  </a:cubicBezTo>
                  <a:cubicBezTo>
                    <a:pt x="4" y="5"/>
                    <a:pt x="1" y="5"/>
                    <a:pt x="1" y="4"/>
                  </a:cubicBezTo>
                  <a:cubicBezTo>
                    <a:pt x="0" y="3"/>
                    <a:pt x="1" y="2"/>
                    <a:pt x="1" y="1"/>
                  </a:cubicBezTo>
                </a:path>
              </a:pathLst>
            </a:custGeom>
            <a:solidFill>
              <a:srgbClr val="64B5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819" name="Freeform 958">
              <a:extLst>
                <a:ext uri="{FF2B5EF4-FFF2-40B4-BE49-F238E27FC236}">
                  <a16:creationId xmlns:a16="http://schemas.microsoft.com/office/drawing/2014/main" id="{D2B7B49E-52F9-474D-92AA-636A7664E5CB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7" y="3795"/>
              <a:ext cx="13" cy="13"/>
            </a:xfrm>
            <a:custGeom>
              <a:avLst/>
              <a:gdLst>
                <a:gd name="T0" fmla="*/ 34 w 5"/>
                <a:gd name="T1" fmla="*/ 0 h 5"/>
                <a:gd name="T2" fmla="*/ 88 w 5"/>
                <a:gd name="T3" fmla="*/ 88 h 5"/>
                <a:gd name="T4" fmla="*/ 21 w 5"/>
                <a:gd name="T5" fmla="*/ 68 h 5"/>
                <a:gd name="T6" fmla="*/ 21 w 5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5">
                  <a:moveTo>
                    <a:pt x="2" y="0"/>
                  </a:moveTo>
                  <a:cubicBezTo>
                    <a:pt x="0" y="3"/>
                    <a:pt x="3" y="4"/>
                    <a:pt x="5" y="5"/>
                  </a:cubicBezTo>
                  <a:cubicBezTo>
                    <a:pt x="4" y="5"/>
                    <a:pt x="2" y="5"/>
                    <a:pt x="1" y="4"/>
                  </a:cubicBezTo>
                  <a:cubicBezTo>
                    <a:pt x="0" y="3"/>
                    <a:pt x="1" y="1"/>
                    <a:pt x="1" y="0"/>
                  </a:cubicBezTo>
                </a:path>
              </a:pathLst>
            </a:custGeom>
            <a:solidFill>
              <a:srgbClr val="64B5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820" name="Freeform 959">
              <a:extLst>
                <a:ext uri="{FF2B5EF4-FFF2-40B4-BE49-F238E27FC236}">
                  <a16:creationId xmlns:a16="http://schemas.microsoft.com/office/drawing/2014/main" id="{A8A216A8-A06F-43BF-8F67-DDF3FB15FFCD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2" y="3832"/>
              <a:ext cx="13" cy="19"/>
            </a:xfrm>
            <a:custGeom>
              <a:avLst/>
              <a:gdLst>
                <a:gd name="T0" fmla="*/ 68 w 5"/>
                <a:gd name="T1" fmla="*/ 22 h 7"/>
                <a:gd name="T2" fmla="*/ 88 w 5"/>
                <a:gd name="T3" fmla="*/ 117 h 7"/>
                <a:gd name="T4" fmla="*/ 21 w 5"/>
                <a:gd name="T5" fmla="*/ 81 h 7"/>
                <a:gd name="T6" fmla="*/ 55 w 5"/>
                <a:gd name="T7" fmla="*/ 0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7">
                  <a:moveTo>
                    <a:pt x="4" y="1"/>
                  </a:moveTo>
                  <a:cubicBezTo>
                    <a:pt x="3" y="2"/>
                    <a:pt x="3" y="6"/>
                    <a:pt x="5" y="6"/>
                  </a:cubicBezTo>
                  <a:cubicBezTo>
                    <a:pt x="4" y="7"/>
                    <a:pt x="1" y="6"/>
                    <a:pt x="1" y="4"/>
                  </a:cubicBezTo>
                  <a:cubicBezTo>
                    <a:pt x="0" y="3"/>
                    <a:pt x="2" y="1"/>
                    <a:pt x="3" y="0"/>
                  </a:cubicBezTo>
                </a:path>
              </a:pathLst>
            </a:custGeom>
            <a:solidFill>
              <a:srgbClr val="64B5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821" name="Freeform 960">
              <a:extLst>
                <a:ext uri="{FF2B5EF4-FFF2-40B4-BE49-F238E27FC236}">
                  <a16:creationId xmlns:a16="http://schemas.microsoft.com/office/drawing/2014/main" id="{E9BDE3E4-4DDF-49CE-9F5D-EE8E45061B76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0" y="3669"/>
              <a:ext cx="82" cy="163"/>
            </a:xfrm>
            <a:custGeom>
              <a:avLst/>
              <a:gdLst>
                <a:gd name="T0" fmla="*/ 432 w 33"/>
                <a:gd name="T1" fmla="*/ 1165 h 61"/>
                <a:gd name="T2" fmla="*/ 507 w 33"/>
                <a:gd name="T3" fmla="*/ 1072 h 61"/>
                <a:gd name="T4" fmla="*/ 445 w 33"/>
                <a:gd name="T5" fmla="*/ 858 h 61"/>
                <a:gd name="T6" fmla="*/ 353 w 33"/>
                <a:gd name="T7" fmla="*/ 628 h 61"/>
                <a:gd name="T8" fmla="*/ 258 w 33"/>
                <a:gd name="T9" fmla="*/ 436 h 61"/>
                <a:gd name="T10" fmla="*/ 199 w 33"/>
                <a:gd name="T11" fmla="*/ 265 h 61"/>
                <a:gd name="T12" fmla="*/ 75 w 33"/>
                <a:gd name="T13" fmla="*/ 35 h 61"/>
                <a:gd name="T14" fmla="*/ 30 w 33"/>
                <a:gd name="T15" fmla="*/ 171 h 61"/>
                <a:gd name="T16" fmla="*/ 216 w 33"/>
                <a:gd name="T17" fmla="*/ 615 h 61"/>
                <a:gd name="T18" fmla="*/ 340 w 33"/>
                <a:gd name="T19" fmla="*/ 970 h 61"/>
                <a:gd name="T20" fmla="*/ 383 w 33"/>
                <a:gd name="T21" fmla="*/ 1106 h 6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3" h="61">
                  <a:moveTo>
                    <a:pt x="28" y="61"/>
                  </a:moveTo>
                  <a:cubicBezTo>
                    <a:pt x="30" y="61"/>
                    <a:pt x="33" y="60"/>
                    <a:pt x="33" y="56"/>
                  </a:cubicBezTo>
                  <a:cubicBezTo>
                    <a:pt x="33" y="53"/>
                    <a:pt x="30" y="49"/>
                    <a:pt x="29" y="45"/>
                  </a:cubicBezTo>
                  <a:cubicBezTo>
                    <a:pt x="27" y="41"/>
                    <a:pt x="25" y="37"/>
                    <a:pt x="23" y="33"/>
                  </a:cubicBezTo>
                  <a:cubicBezTo>
                    <a:pt x="21" y="30"/>
                    <a:pt x="19" y="26"/>
                    <a:pt x="17" y="23"/>
                  </a:cubicBezTo>
                  <a:cubicBezTo>
                    <a:pt x="16" y="20"/>
                    <a:pt x="15" y="17"/>
                    <a:pt x="13" y="14"/>
                  </a:cubicBezTo>
                  <a:cubicBezTo>
                    <a:pt x="11" y="10"/>
                    <a:pt x="9" y="4"/>
                    <a:pt x="5" y="2"/>
                  </a:cubicBezTo>
                  <a:cubicBezTo>
                    <a:pt x="0" y="0"/>
                    <a:pt x="1" y="7"/>
                    <a:pt x="2" y="9"/>
                  </a:cubicBezTo>
                  <a:cubicBezTo>
                    <a:pt x="5" y="17"/>
                    <a:pt x="10" y="24"/>
                    <a:pt x="14" y="32"/>
                  </a:cubicBezTo>
                  <a:cubicBezTo>
                    <a:pt x="17" y="38"/>
                    <a:pt x="19" y="45"/>
                    <a:pt x="22" y="51"/>
                  </a:cubicBezTo>
                  <a:cubicBezTo>
                    <a:pt x="23" y="53"/>
                    <a:pt x="25" y="56"/>
                    <a:pt x="25" y="58"/>
                  </a:cubicBezTo>
                </a:path>
              </a:pathLst>
            </a:custGeom>
            <a:solidFill>
              <a:srgbClr val="BBDB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822" name="Freeform 961">
              <a:extLst>
                <a:ext uri="{FF2B5EF4-FFF2-40B4-BE49-F238E27FC236}">
                  <a16:creationId xmlns:a16="http://schemas.microsoft.com/office/drawing/2014/main" id="{B07526C1-231B-48EC-BCE3-9521B3269D46}"/>
                </a:ext>
              </a:extLst>
            </p:cNvPr>
            <p:cNvSpPr>
              <a:spLocks/>
            </p:cNvSpPr>
            <p:nvPr/>
          </p:nvSpPr>
          <p:spPr bwMode="auto">
            <a:xfrm>
              <a:off x="5032" y="3645"/>
              <a:ext cx="65" cy="40"/>
            </a:xfrm>
            <a:custGeom>
              <a:avLst/>
              <a:gdLst>
                <a:gd name="T0" fmla="*/ 408 w 26"/>
                <a:gd name="T1" fmla="*/ 21 h 15"/>
                <a:gd name="T2" fmla="*/ 300 w 26"/>
                <a:gd name="T3" fmla="*/ 0 h 15"/>
                <a:gd name="T4" fmla="*/ 125 w 26"/>
                <a:gd name="T5" fmla="*/ 77 h 15"/>
                <a:gd name="T6" fmla="*/ 0 w 26"/>
                <a:gd name="T7" fmla="*/ 285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15">
                  <a:moveTo>
                    <a:pt x="26" y="1"/>
                  </a:moveTo>
                  <a:cubicBezTo>
                    <a:pt x="24" y="0"/>
                    <a:pt x="22" y="0"/>
                    <a:pt x="19" y="0"/>
                  </a:cubicBezTo>
                  <a:cubicBezTo>
                    <a:pt x="15" y="1"/>
                    <a:pt x="12" y="1"/>
                    <a:pt x="8" y="4"/>
                  </a:cubicBezTo>
                  <a:cubicBezTo>
                    <a:pt x="5" y="7"/>
                    <a:pt x="1" y="11"/>
                    <a:pt x="0" y="15"/>
                  </a:cubicBezTo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823" name="Freeform 962">
              <a:extLst>
                <a:ext uri="{FF2B5EF4-FFF2-40B4-BE49-F238E27FC236}">
                  <a16:creationId xmlns:a16="http://schemas.microsoft.com/office/drawing/2014/main" id="{04AD57B5-3092-4C64-9F77-386C9BDFC24D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5" y="3683"/>
              <a:ext cx="67" cy="34"/>
            </a:xfrm>
            <a:custGeom>
              <a:avLst/>
              <a:gdLst>
                <a:gd name="T0" fmla="*/ 412 w 27"/>
                <a:gd name="T1" fmla="*/ 0 h 13"/>
                <a:gd name="T2" fmla="*/ 290 w 27"/>
                <a:gd name="T3" fmla="*/ 34 h 13"/>
                <a:gd name="T4" fmla="*/ 136 w 27"/>
                <a:gd name="T5" fmla="*/ 68 h 13"/>
                <a:gd name="T6" fmla="*/ 0 w 27"/>
                <a:gd name="T7" fmla="*/ 233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13">
                  <a:moveTo>
                    <a:pt x="27" y="0"/>
                  </a:moveTo>
                  <a:cubicBezTo>
                    <a:pt x="25" y="1"/>
                    <a:pt x="22" y="1"/>
                    <a:pt x="19" y="2"/>
                  </a:cubicBezTo>
                  <a:cubicBezTo>
                    <a:pt x="15" y="2"/>
                    <a:pt x="12" y="3"/>
                    <a:pt x="9" y="4"/>
                  </a:cubicBezTo>
                  <a:cubicBezTo>
                    <a:pt x="5" y="6"/>
                    <a:pt x="3" y="10"/>
                    <a:pt x="0" y="13"/>
                  </a:cubicBezTo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824" name="Freeform 963">
              <a:extLst>
                <a:ext uri="{FF2B5EF4-FFF2-40B4-BE49-F238E27FC236}">
                  <a16:creationId xmlns:a16="http://schemas.microsoft.com/office/drawing/2014/main" id="{BC014619-4777-47A1-B872-E496A101A866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5" y="3725"/>
              <a:ext cx="70" cy="32"/>
            </a:xfrm>
            <a:custGeom>
              <a:avLst/>
              <a:gdLst>
                <a:gd name="T0" fmla="*/ 438 w 28"/>
                <a:gd name="T1" fmla="*/ 21 h 12"/>
                <a:gd name="T2" fmla="*/ 158 w 28"/>
                <a:gd name="T3" fmla="*/ 56 h 12"/>
                <a:gd name="T4" fmla="*/ 0 w 28"/>
                <a:gd name="T5" fmla="*/ 227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12">
                  <a:moveTo>
                    <a:pt x="28" y="1"/>
                  </a:moveTo>
                  <a:cubicBezTo>
                    <a:pt x="22" y="1"/>
                    <a:pt x="15" y="0"/>
                    <a:pt x="10" y="3"/>
                  </a:cubicBezTo>
                  <a:cubicBezTo>
                    <a:pt x="6" y="4"/>
                    <a:pt x="3" y="8"/>
                    <a:pt x="0" y="12"/>
                  </a:cubicBezTo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825" name="Freeform 964">
              <a:extLst>
                <a:ext uri="{FF2B5EF4-FFF2-40B4-BE49-F238E27FC236}">
                  <a16:creationId xmlns:a16="http://schemas.microsoft.com/office/drawing/2014/main" id="{227557BF-20CB-4EAB-9A0A-55E68F12FB8F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5" y="3765"/>
              <a:ext cx="62" cy="38"/>
            </a:xfrm>
            <a:custGeom>
              <a:avLst/>
              <a:gdLst>
                <a:gd name="T0" fmla="*/ 382 w 25"/>
                <a:gd name="T1" fmla="*/ 0 h 14"/>
                <a:gd name="T2" fmla="*/ 258 w 25"/>
                <a:gd name="T3" fmla="*/ 22 h 14"/>
                <a:gd name="T4" fmla="*/ 92 w 25"/>
                <a:gd name="T5" fmla="*/ 117 h 14"/>
                <a:gd name="T6" fmla="*/ 0 w 25"/>
                <a:gd name="T7" fmla="*/ 280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14">
                  <a:moveTo>
                    <a:pt x="25" y="0"/>
                  </a:moveTo>
                  <a:cubicBezTo>
                    <a:pt x="23" y="1"/>
                    <a:pt x="20" y="0"/>
                    <a:pt x="17" y="1"/>
                  </a:cubicBezTo>
                  <a:cubicBezTo>
                    <a:pt x="13" y="2"/>
                    <a:pt x="9" y="4"/>
                    <a:pt x="6" y="6"/>
                  </a:cubicBezTo>
                  <a:cubicBezTo>
                    <a:pt x="4" y="8"/>
                    <a:pt x="1" y="11"/>
                    <a:pt x="0" y="14"/>
                  </a:cubicBezTo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826" name="Freeform 965">
              <a:extLst>
                <a:ext uri="{FF2B5EF4-FFF2-40B4-BE49-F238E27FC236}">
                  <a16:creationId xmlns:a16="http://schemas.microsoft.com/office/drawing/2014/main" id="{36D9958E-27A1-4A9E-AC21-F30F0DF68E70}"/>
                </a:ext>
              </a:extLst>
            </p:cNvPr>
            <p:cNvSpPr>
              <a:spLocks/>
            </p:cNvSpPr>
            <p:nvPr/>
          </p:nvSpPr>
          <p:spPr bwMode="auto">
            <a:xfrm>
              <a:off x="5095" y="3808"/>
              <a:ext cx="70" cy="35"/>
            </a:xfrm>
            <a:custGeom>
              <a:avLst/>
              <a:gdLst>
                <a:gd name="T0" fmla="*/ 438 w 28"/>
                <a:gd name="T1" fmla="*/ 0 h 13"/>
                <a:gd name="T2" fmla="*/ 363 w 28"/>
                <a:gd name="T3" fmla="*/ 22 h 13"/>
                <a:gd name="T4" fmla="*/ 145 w 28"/>
                <a:gd name="T5" fmla="*/ 94 h 13"/>
                <a:gd name="T6" fmla="*/ 33 w 28"/>
                <a:gd name="T7" fmla="*/ 197 h 13"/>
                <a:gd name="T8" fmla="*/ 0 w 28"/>
                <a:gd name="T9" fmla="*/ 232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13">
                  <a:moveTo>
                    <a:pt x="28" y="0"/>
                  </a:moveTo>
                  <a:cubicBezTo>
                    <a:pt x="26" y="1"/>
                    <a:pt x="24" y="0"/>
                    <a:pt x="23" y="1"/>
                  </a:cubicBezTo>
                  <a:cubicBezTo>
                    <a:pt x="18" y="1"/>
                    <a:pt x="13" y="3"/>
                    <a:pt x="9" y="5"/>
                  </a:cubicBezTo>
                  <a:cubicBezTo>
                    <a:pt x="6" y="6"/>
                    <a:pt x="4" y="8"/>
                    <a:pt x="2" y="10"/>
                  </a:cubicBezTo>
                  <a:cubicBezTo>
                    <a:pt x="1" y="11"/>
                    <a:pt x="0" y="13"/>
                    <a:pt x="0" y="12"/>
                  </a:cubicBezTo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827" name="Freeform 966">
              <a:extLst>
                <a:ext uri="{FF2B5EF4-FFF2-40B4-BE49-F238E27FC236}">
                  <a16:creationId xmlns:a16="http://schemas.microsoft.com/office/drawing/2014/main" id="{9A17F771-5F91-4F55-B689-BB1A5ECE50A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0" y="3608"/>
              <a:ext cx="373" cy="453"/>
            </a:xfrm>
            <a:custGeom>
              <a:avLst/>
              <a:gdLst>
                <a:gd name="T0" fmla="*/ 1116 w 149"/>
                <a:gd name="T1" fmla="*/ 0 h 170"/>
                <a:gd name="T2" fmla="*/ 0 w 149"/>
                <a:gd name="T3" fmla="*/ 115 h 170"/>
                <a:gd name="T4" fmla="*/ 0 w 149"/>
                <a:gd name="T5" fmla="*/ 773 h 170"/>
                <a:gd name="T6" fmla="*/ 0 w 149"/>
                <a:gd name="T7" fmla="*/ 1156 h 170"/>
                <a:gd name="T8" fmla="*/ 125 w 149"/>
                <a:gd name="T9" fmla="*/ 1455 h 170"/>
                <a:gd name="T10" fmla="*/ 396 w 149"/>
                <a:gd name="T11" fmla="*/ 2081 h 170"/>
                <a:gd name="T12" fmla="*/ 1429 w 149"/>
                <a:gd name="T13" fmla="*/ 2968 h 170"/>
                <a:gd name="T14" fmla="*/ 2100 w 149"/>
                <a:gd name="T15" fmla="*/ 1796 h 170"/>
                <a:gd name="T16" fmla="*/ 1785 w 149"/>
                <a:gd name="T17" fmla="*/ 1399 h 170"/>
                <a:gd name="T18" fmla="*/ 1116 w 149"/>
                <a:gd name="T19" fmla="*/ 0 h 17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49" h="170">
                  <a:moveTo>
                    <a:pt x="71" y="0"/>
                  </a:moveTo>
                  <a:cubicBezTo>
                    <a:pt x="71" y="0"/>
                    <a:pt x="40" y="31"/>
                    <a:pt x="0" y="6"/>
                  </a:cubicBezTo>
                  <a:cubicBezTo>
                    <a:pt x="0" y="6"/>
                    <a:pt x="0" y="27"/>
                    <a:pt x="0" y="41"/>
                  </a:cubicBezTo>
                  <a:cubicBezTo>
                    <a:pt x="0" y="61"/>
                    <a:pt x="0" y="61"/>
                    <a:pt x="0" y="61"/>
                  </a:cubicBezTo>
                  <a:cubicBezTo>
                    <a:pt x="0" y="61"/>
                    <a:pt x="0" y="69"/>
                    <a:pt x="8" y="77"/>
                  </a:cubicBezTo>
                  <a:cubicBezTo>
                    <a:pt x="16" y="85"/>
                    <a:pt x="23" y="102"/>
                    <a:pt x="25" y="110"/>
                  </a:cubicBezTo>
                  <a:cubicBezTo>
                    <a:pt x="26" y="119"/>
                    <a:pt x="44" y="170"/>
                    <a:pt x="91" y="157"/>
                  </a:cubicBezTo>
                  <a:cubicBezTo>
                    <a:pt x="138" y="144"/>
                    <a:pt x="149" y="111"/>
                    <a:pt x="134" y="95"/>
                  </a:cubicBezTo>
                  <a:cubicBezTo>
                    <a:pt x="120" y="80"/>
                    <a:pt x="114" y="74"/>
                    <a:pt x="114" y="74"/>
                  </a:cubicBezTo>
                  <a:cubicBezTo>
                    <a:pt x="114" y="74"/>
                    <a:pt x="79" y="7"/>
                    <a:pt x="71" y="0"/>
                  </a:cubicBezTo>
                  <a:close/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828" name="Freeform 967">
              <a:extLst>
                <a:ext uri="{FF2B5EF4-FFF2-40B4-BE49-F238E27FC236}">
                  <a16:creationId xmlns:a16="http://schemas.microsoft.com/office/drawing/2014/main" id="{6DDEDDF9-79BA-4586-A379-153701B9A49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0" y="3755"/>
              <a:ext cx="315" cy="258"/>
            </a:xfrm>
            <a:custGeom>
              <a:avLst/>
              <a:gdLst>
                <a:gd name="T0" fmla="*/ 1970 w 126"/>
                <a:gd name="T1" fmla="*/ 1407 h 97"/>
                <a:gd name="T2" fmla="*/ 988 w 126"/>
                <a:gd name="T3" fmla="*/ 1747 h 97"/>
                <a:gd name="T4" fmla="*/ 283 w 126"/>
                <a:gd name="T5" fmla="*/ 601 h 97"/>
                <a:gd name="T6" fmla="*/ 0 w 126"/>
                <a:gd name="T7" fmla="*/ 0 h 9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6" h="97">
                  <a:moveTo>
                    <a:pt x="126" y="75"/>
                  </a:moveTo>
                  <a:cubicBezTo>
                    <a:pt x="126" y="75"/>
                    <a:pt x="101" y="97"/>
                    <a:pt x="63" y="93"/>
                  </a:cubicBezTo>
                  <a:cubicBezTo>
                    <a:pt x="36" y="90"/>
                    <a:pt x="23" y="42"/>
                    <a:pt x="18" y="32"/>
                  </a:cubicBezTo>
                  <a:cubicBezTo>
                    <a:pt x="14" y="22"/>
                    <a:pt x="4" y="9"/>
                    <a:pt x="0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829" name="Freeform 968">
              <a:extLst>
                <a:ext uri="{FF2B5EF4-FFF2-40B4-BE49-F238E27FC236}">
                  <a16:creationId xmlns:a16="http://schemas.microsoft.com/office/drawing/2014/main" id="{2162A543-80BD-4E2C-A41A-DC9736EB90B9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5" y="3965"/>
              <a:ext cx="195" cy="110"/>
            </a:xfrm>
            <a:custGeom>
              <a:avLst/>
              <a:gdLst>
                <a:gd name="T0" fmla="*/ 1220 w 78"/>
                <a:gd name="T1" fmla="*/ 0 h 41"/>
                <a:gd name="T2" fmla="*/ 0 w 78"/>
                <a:gd name="T3" fmla="*/ 172 h 41"/>
                <a:gd name="T4" fmla="*/ 0 w 78"/>
                <a:gd name="T5" fmla="*/ 231 h 41"/>
                <a:gd name="T6" fmla="*/ 1220 w 78"/>
                <a:gd name="T7" fmla="*/ 0 h 4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8" h="41">
                  <a:moveTo>
                    <a:pt x="78" y="0"/>
                  </a:moveTo>
                  <a:cubicBezTo>
                    <a:pt x="78" y="0"/>
                    <a:pt x="39" y="33"/>
                    <a:pt x="0" y="9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12"/>
                    <a:pt x="32" y="41"/>
                    <a:pt x="7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830" name="Freeform 969">
              <a:extLst>
                <a:ext uri="{FF2B5EF4-FFF2-40B4-BE49-F238E27FC236}">
                  <a16:creationId xmlns:a16="http://schemas.microsoft.com/office/drawing/2014/main" id="{3DC64129-3287-4A1D-9B22-EDD137EC879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2" y="3757"/>
              <a:ext cx="53" cy="110"/>
            </a:xfrm>
            <a:custGeom>
              <a:avLst/>
              <a:gdLst>
                <a:gd name="T0" fmla="*/ 20 w 21"/>
                <a:gd name="T1" fmla="*/ 0 h 41"/>
                <a:gd name="T2" fmla="*/ 33 w 21"/>
                <a:gd name="T3" fmla="*/ 215 h 41"/>
                <a:gd name="T4" fmla="*/ 338 w 21"/>
                <a:gd name="T5" fmla="*/ 791 h 41"/>
                <a:gd name="T6" fmla="*/ 33 w 21"/>
                <a:gd name="T7" fmla="*/ 0 h 4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41">
                  <a:moveTo>
                    <a:pt x="1" y="0"/>
                  </a:moveTo>
                  <a:cubicBezTo>
                    <a:pt x="1" y="0"/>
                    <a:pt x="0" y="7"/>
                    <a:pt x="2" y="11"/>
                  </a:cubicBezTo>
                  <a:cubicBezTo>
                    <a:pt x="5" y="15"/>
                    <a:pt x="18" y="34"/>
                    <a:pt x="21" y="41"/>
                  </a:cubicBezTo>
                  <a:cubicBezTo>
                    <a:pt x="21" y="41"/>
                    <a:pt x="8" y="8"/>
                    <a:pt x="2" y="0"/>
                  </a:cubicBezTo>
                </a:path>
              </a:pathLst>
            </a:custGeom>
            <a:solidFill>
              <a:srgbClr val="D1D9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831" name="Freeform 970">
              <a:extLst>
                <a:ext uri="{FF2B5EF4-FFF2-40B4-BE49-F238E27FC236}">
                  <a16:creationId xmlns:a16="http://schemas.microsoft.com/office/drawing/2014/main" id="{FCACF851-F228-4E42-B1AF-7CAB42D7D682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0" y="3752"/>
              <a:ext cx="65" cy="176"/>
            </a:xfrm>
            <a:custGeom>
              <a:avLst/>
              <a:gdLst>
                <a:gd name="T0" fmla="*/ 408 w 26"/>
                <a:gd name="T1" fmla="*/ 1251 h 66"/>
                <a:gd name="T2" fmla="*/ 208 w 26"/>
                <a:gd name="T3" fmla="*/ 704 h 66"/>
                <a:gd name="T4" fmla="*/ 0 w 26"/>
                <a:gd name="T5" fmla="*/ 248 h 66"/>
                <a:gd name="T6" fmla="*/ 408 w 26"/>
                <a:gd name="T7" fmla="*/ 1251 h 6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66">
                  <a:moveTo>
                    <a:pt x="26" y="66"/>
                  </a:moveTo>
                  <a:cubicBezTo>
                    <a:pt x="26" y="66"/>
                    <a:pt x="16" y="45"/>
                    <a:pt x="13" y="37"/>
                  </a:cubicBezTo>
                  <a:cubicBezTo>
                    <a:pt x="11" y="29"/>
                    <a:pt x="0" y="13"/>
                    <a:pt x="0" y="13"/>
                  </a:cubicBezTo>
                  <a:cubicBezTo>
                    <a:pt x="0" y="13"/>
                    <a:pt x="13" y="0"/>
                    <a:pt x="26" y="66"/>
                  </a:cubicBezTo>
                  <a:close/>
                </a:path>
              </a:pathLst>
            </a:custGeom>
            <a:solidFill>
              <a:srgbClr val="64B5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832" name="Freeform 971">
              <a:extLst>
                <a:ext uri="{FF2B5EF4-FFF2-40B4-BE49-F238E27FC236}">
                  <a16:creationId xmlns:a16="http://schemas.microsoft.com/office/drawing/2014/main" id="{785D0004-A7D7-4E37-8E49-71C573714CA2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2" y="3635"/>
              <a:ext cx="23" cy="138"/>
            </a:xfrm>
            <a:custGeom>
              <a:avLst/>
              <a:gdLst>
                <a:gd name="T0" fmla="*/ 20 w 9"/>
                <a:gd name="T1" fmla="*/ 0 h 52"/>
                <a:gd name="T2" fmla="*/ 20 w 9"/>
                <a:gd name="T3" fmla="*/ 634 h 52"/>
                <a:gd name="T4" fmla="*/ 151 w 9"/>
                <a:gd name="T5" fmla="*/ 971 h 52"/>
                <a:gd name="T6" fmla="*/ 20 w 9"/>
                <a:gd name="T7" fmla="*/ 0 h 5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52">
                  <a:moveTo>
                    <a:pt x="1" y="0"/>
                  </a:moveTo>
                  <a:cubicBezTo>
                    <a:pt x="1" y="0"/>
                    <a:pt x="1" y="32"/>
                    <a:pt x="1" y="34"/>
                  </a:cubicBezTo>
                  <a:cubicBezTo>
                    <a:pt x="1" y="35"/>
                    <a:pt x="6" y="47"/>
                    <a:pt x="9" y="52"/>
                  </a:cubicBezTo>
                  <a:cubicBezTo>
                    <a:pt x="9" y="52"/>
                    <a:pt x="0" y="37"/>
                    <a:pt x="1" y="0"/>
                  </a:cubicBezTo>
                  <a:close/>
                </a:path>
              </a:pathLst>
            </a:custGeom>
            <a:solidFill>
              <a:srgbClr val="64B5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833" name="Freeform 972">
              <a:extLst>
                <a:ext uri="{FF2B5EF4-FFF2-40B4-BE49-F238E27FC236}">
                  <a16:creationId xmlns:a16="http://schemas.microsoft.com/office/drawing/2014/main" id="{4DD53887-DCC0-41AB-894D-66AF1336490D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2" y="3869"/>
              <a:ext cx="198" cy="118"/>
            </a:xfrm>
            <a:custGeom>
              <a:avLst/>
              <a:gdLst>
                <a:gd name="T0" fmla="*/ 1130 w 79"/>
                <a:gd name="T1" fmla="*/ 80 h 44"/>
                <a:gd name="T2" fmla="*/ 1118 w 79"/>
                <a:gd name="T3" fmla="*/ 389 h 44"/>
                <a:gd name="T4" fmla="*/ 692 w 79"/>
                <a:gd name="T5" fmla="*/ 756 h 44"/>
                <a:gd name="T6" fmla="*/ 208 w 79"/>
                <a:gd name="T7" fmla="*/ 813 h 44"/>
                <a:gd name="T8" fmla="*/ 50 w 79"/>
                <a:gd name="T9" fmla="*/ 735 h 44"/>
                <a:gd name="T10" fmla="*/ 63 w 79"/>
                <a:gd name="T11" fmla="*/ 518 h 44"/>
                <a:gd name="T12" fmla="*/ 489 w 79"/>
                <a:gd name="T13" fmla="*/ 504 h 44"/>
                <a:gd name="T14" fmla="*/ 847 w 79"/>
                <a:gd name="T15" fmla="*/ 308 h 44"/>
                <a:gd name="T16" fmla="*/ 1118 w 79"/>
                <a:gd name="T17" fmla="*/ 80 h 4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9" h="44">
                  <a:moveTo>
                    <a:pt x="72" y="4"/>
                  </a:moveTo>
                  <a:cubicBezTo>
                    <a:pt x="79" y="5"/>
                    <a:pt x="73" y="18"/>
                    <a:pt x="71" y="20"/>
                  </a:cubicBezTo>
                  <a:cubicBezTo>
                    <a:pt x="64" y="28"/>
                    <a:pt x="54" y="36"/>
                    <a:pt x="44" y="39"/>
                  </a:cubicBezTo>
                  <a:cubicBezTo>
                    <a:pt x="34" y="43"/>
                    <a:pt x="24" y="44"/>
                    <a:pt x="13" y="42"/>
                  </a:cubicBezTo>
                  <a:cubicBezTo>
                    <a:pt x="9" y="42"/>
                    <a:pt x="6" y="41"/>
                    <a:pt x="3" y="38"/>
                  </a:cubicBezTo>
                  <a:cubicBezTo>
                    <a:pt x="1" y="35"/>
                    <a:pt x="0" y="30"/>
                    <a:pt x="4" y="27"/>
                  </a:cubicBezTo>
                  <a:cubicBezTo>
                    <a:pt x="10" y="23"/>
                    <a:pt x="23" y="27"/>
                    <a:pt x="31" y="26"/>
                  </a:cubicBezTo>
                  <a:cubicBezTo>
                    <a:pt x="39" y="25"/>
                    <a:pt x="48" y="21"/>
                    <a:pt x="54" y="16"/>
                  </a:cubicBezTo>
                  <a:cubicBezTo>
                    <a:pt x="58" y="13"/>
                    <a:pt x="65" y="0"/>
                    <a:pt x="71" y="4"/>
                  </a:cubicBezTo>
                </a:path>
              </a:pathLst>
            </a:custGeom>
            <a:solidFill>
              <a:srgbClr val="BBDB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834" name="Freeform 973">
              <a:extLst>
                <a:ext uri="{FF2B5EF4-FFF2-40B4-BE49-F238E27FC236}">
                  <a16:creationId xmlns:a16="http://schemas.microsoft.com/office/drawing/2014/main" id="{BB2FE1DB-5155-4EBD-B447-5032F03D92F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5" y="3643"/>
              <a:ext cx="67" cy="114"/>
            </a:xfrm>
            <a:custGeom>
              <a:avLst/>
              <a:gdLst>
                <a:gd name="T0" fmla="*/ 412 w 27"/>
                <a:gd name="T1" fmla="*/ 133 h 43"/>
                <a:gd name="T2" fmla="*/ 196 w 27"/>
                <a:gd name="T3" fmla="*/ 90 h 43"/>
                <a:gd name="T4" fmla="*/ 62 w 27"/>
                <a:gd name="T5" fmla="*/ 21 h 43"/>
                <a:gd name="T6" fmla="*/ 42 w 27"/>
                <a:gd name="T7" fmla="*/ 111 h 43"/>
                <a:gd name="T8" fmla="*/ 92 w 27"/>
                <a:gd name="T9" fmla="*/ 374 h 43"/>
                <a:gd name="T10" fmla="*/ 228 w 27"/>
                <a:gd name="T11" fmla="*/ 668 h 43"/>
                <a:gd name="T12" fmla="*/ 278 w 27"/>
                <a:gd name="T13" fmla="*/ 408 h 43"/>
                <a:gd name="T14" fmla="*/ 382 w 27"/>
                <a:gd name="T15" fmla="*/ 204 h 4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7" h="43">
                  <a:moveTo>
                    <a:pt x="27" y="7"/>
                  </a:moveTo>
                  <a:cubicBezTo>
                    <a:pt x="23" y="9"/>
                    <a:pt x="16" y="6"/>
                    <a:pt x="13" y="5"/>
                  </a:cubicBezTo>
                  <a:cubicBezTo>
                    <a:pt x="10" y="4"/>
                    <a:pt x="7" y="1"/>
                    <a:pt x="4" y="1"/>
                  </a:cubicBezTo>
                  <a:cubicBezTo>
                    <a:pt x="0" y="0"/>
                    <a:pt x="2" y="2"/>
                    <a:pt x="3" y="6"/>
                  </a:cubicBezTo>
                  <a:cubicBezTo>
                    <a:pt x="4" y="11"/>
                    <a:pt x="5" y="15"/>
                    <a:pt x="6" y="20"/>
                  </a:cubicBezTo>
                  <a:cubicBezTo>
                    <a:pt x="7" y="22"/>
                    <a:pt x="10" y="43"/>
                    <a:pt x="15" y="36"/>
                  </a:cubicBezTo>
                  <a:cubicBezTo>
                    <a:pt x="17" y="32"/>
                    <a:pt x="17" y="26"/>
                    <a:pt x="18" y="22"/>
                  </a:cubicBezTo>
                  <a:cubicBezTo>
                    <a:pt x="20" y="18"/>
                    <a:pt x="24" y="14"/>
                    <a:pt x="25" y="11"/>
                  </a:cubicBezTo>
                </a:path>
              </a:pathLst>
            </a:custGeom>
            <a:solidFill>
              <a:srgbClr val="BBDB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835" name="Freeform 974">
              <a:extLst>
                <a:ext uri="{FF2B5EF4-FFF2-40B4-BE49-F238E27FC236}">
                  <a16:creationId xmlns:a16="http://schemas.microsoft.com/office/drawing/2014/main" id="{A6ADE3F1-C73C-478B-B3B6-D09F2134108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7" y="3581"/>
              <a:ext cx="125" cy="70"/>
            </a:xfrm>
            <a:custGeom>
              <a:avLst/>
              <a:gdLst>
                <a:gd name="T0" fmla="*/ 738 w 50"/>
                <a:gd name="T1" fmla="*/ 275 h 26"/>
                <a:gd name="T2" fmla="*/ 708 w 50"/>
                <a:gd name="T3" fmla="*/ 35 h 26"/>
                <a:gd name="T4" fmla="*/ 113 w 50"/>
                <a:gd name="T5" fmla="*/ 291 h 26"/>
                <a:gd name="T6" fmla="*/ 188 w 50"/>
                <a:gd name="T7" fmla="*/ 506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0" h="26">
                  <a:moveTo>
                    <a:pt x="47" y="14"/>
                  </a:moveTo>
                  <a:cubicBezTo>
                    <a:pt x="49" y="9"/>
                    <a:pt x="50" y="2"/>
                    <a:pt x="45" y="2"/>
                  </a:cubicBezTo>
                  <a:cubicBezTo>
                    <a:pt x="38" y="0"/>
                    <a:pt x="19" y="15"/>
                    <a:pt x="7" y="15"/>
                  </a:cubicBezTo>
                  <a:cubicBezTo>
                    <a:pt x="0" y="14"/>
                    <a:pt x="6" y="21"/>
                    <a:pt x="12" y="26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836" name="Freeform 975">
              <a:extLst>
                <a:ext uri="{FF2B5EF4-FFF2-40B4-BE49-F238E27FC236}">
                  <a16:creationId xmlns:a16="http://schemas.microsoft.com/office/drawing/2014/main" id="{83894924-6134-4EE2-8D72-A4DA1C39CAE1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0" y="3587"/>
              <a:ext cx="67" cy="29"/>
            </a:xfrm>
            <a:custGeom>
              <a:avLst/>
              <a:gdLst>
                <a:gd name="T0" fmla="*/ 382 w 27"/>
                <a:gd name="T1" fmla="*/ 145 h 11"/>
                <a:gd name="T2" fmla="*/ 370 w 27"/>
                <a:gd name="T3" fmla="*/ 21 h 11"/>
                <a:gd name="T4" fmla="*/ 278 w 27"/>
                <a:gd name="T5" fmla="*/ 55 h 11"/>
                <a:gd name="T6" fmla="*/ 0 w 27"/>
                <a:gd name="T7" fmla="*/ 200 h 11"/>
                <a:gd name="T8" fmla="*/ 228 w 27"/>
                <a:gd name="T9" fmla="*/ 124 h 11"/>
                <a:gd name="T10" fmla="*/ 370 w 27"/>
                <a:gd name="T11" fmla="*/ 90 h 1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7" h="11">
                  <a:moveTo>
                    <a:pt x="25" y="8"/>
                  </a:moveTo>
                  <a:cubicBezTo>
                    <a:pt x="27" y="6"/>
                    <a:pt x="26" y="2"/>
                    <a:pt x="24" y="1"/>
                  </a:cubicBezTo>
                  <a:cubicBezTo>
                    <a:pt x="21" y="0"/>
                    <a:pt x="20" y="2"/>
                    <a:pt x="18" y="3"/>
                  </a:cubicBezTo>
                  <a:cubicBezTo>
                    <a:pt x="12" y="6"/>
                    <a:pt x="5" y="8"/>
                    <a:pt x="0" y="11"/>
                  </a:cubicBezTo>
                  <a:cubicBezTo>
                    <a:pt x="5" y="10"/>
                    <a:pt x="11" y="9"/>
                    <a:pt x="15" y="7"/>
                  </a:cubicBezTo>
                  <a:cubicBezTo>
                    <a:pt x="17" y="6"/>
                    <a:pt x="22" y="2"/>
                    <a:pt x="2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837" name="Freeform 976">
              <a:extLst>
                <a:ext uri="{FF2B5EF4-FFF2-40B4-BE49-F238E27FC236}">
                  <a16:creationId xmlns:a16="http://schemas.microsoft.com/office/drawing/2014/main" id="{FD5C50BF-7588-418E-A918-255C14D4618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7" y="3635"/>
              <a:ext cx="95" cy="29"/>
            </a:xfrm>
            <a:custGeom>
              <a:avLst/>
              <a:gdLst>
                <a:gd name="T0" fmla="*/ 595 w 38"/>
                <a:gd name="T1" fmla="*/ 166 h 11"/>
                <a:gd name="T2" fmla="*/ 595 w 38"/>
                <a:gd name="T3" fmla="*/ 166 h 11"/>
                <a:gd name="T4" fmla="*/ 283 w 38"/>
                <a:gd name="T5" fmla="*/ 111 h 11"/>
                <a:gd name="T6" fmla="*/ 125 w 38"/>
                <a:gd name="T7" fmla="*/ 55 h 11"/>
                <a:gd name="T8" fmla="*/ 0 w 38"/>
                <a:gd name="T9" fmla="*/ 0 h 11"/>
                <a:gd name="T10" fmla="*/ 158 w 38"/>
                <a:gd name="T11" fmla="*/ 111 h 11"/>
                <a:gd name="T12" fmla="*/ 333 w 38"/>
                <a:gd name="T13" fmla="*/ 182 h 11"/>
                <a:gd name="T14" fmla="*/ 595 w 38"/>
                <a:gd name="T15" fmla="*/ 182 h 1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8" h="11">
                  <a:moveTo>
                    <a:pt x="38" y="9"/>
                  </a:moveTo>
                  <a:cubicBezTo>
                    <a:pt x="38" y="9"/>
                    <a:pt x="38" y="9"/>
                    <a:pt x="38" y="9"/>
                  </a:cubicBezTo>
                  <a:cubicBezTo>
                    <a:pt x="31" y="10"/>
                    <a:pt x="24" y="8"/>
                    <a:pt x="18" y="6"/>
                  </a:cubicBezTo>
                  <a:cubicBezTo>
                    <a:pt x="14" y="6"/>
                    <a:pt x="11" y="4"/>
                    <a:pt x="8" y="3"/>
                  </a:cubicBezTo>
                  <a:cubicBezTo>
                    <a:pt x="5" y="2"/>
                    <a:pt x="2" y="0"/>
                    <a:pt x="0" y="0"/>
                  </a:cubicBezTo>
                  <a:cubicBezTo>
                    <a:pt x="2" y="3"/>
                    <a:pt x="7" y="4"/>
                    <a:pt x="10" y="6"/>
                  </a:cubicBezTo>
                  <a:cubicBezTo>
                    <a:pt x="14" y="7"/>
                    <a:pt x="17" y="9"/>
                    <a:pt x="21" y="10"/>
                  </a:cubicBezTo>
                  <a:cubicBezTo>
                    <a:pt x="27" y="11"/>
                    <a:pt x="32" y="10"/>
                    <a:pt x="38" y="1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838" name="Freeform 977">
              <a:extLst>
                <a:ext uri="{FF2B5EF4-FFF2-40B4-BE49-F238E27FC236}">
                  <a16:creationId xmlns:a16="http://schemas.microsoft.com/office/drawing/2014/main" id="{81CFC4FD-211B-4C78-A2A4-89CF257450ED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0" y="3661"/>
              <a:ext cx="42" cy="110"/>
            </a:xfrm>
            <a:custGeom>
              <a:avLst/>
              <a:gdLst>
                <a:gd name="T0" fmla="*/ 62 w 17"/>
                <a:gd name="T1" fmla="*/ 0 h 41"/>
                <a:gd name="T2" fmla="*/ 42 w 17"/>
                <a:gd name="T3" fmla="*/ 35 h 41"/>
                <a:gd name="T4" fmla="*/ 30 w 17"/>
                <a:gd name="T5" fmla="*/ 115 h 41"/>
                <a:gd name="T6" fmla="*/ 42 w 17"/>
                <a:gd name="T7" fmla="*/ 231 h 41"/>
                <a:gd name="T8" fmla="*/ 91 w 17"/>
                <a:gd name="T9" fmla="*/ 287 h 41"/>
                <a:gd name="T10" fmla="*/ 91 w 17"/>
                <a:gd name="T11" fmla="*/ 368 h 41"/>
                <a:gd name="T12" fmla="*/ 104 w 17"/>
                <a:gd name="T13" fmla="*/ 461 h 41"/>
                <a:gd name="T14" fmla="*/ 183 w 17"/>
                <a:gd name="T15" fmla="*/ 561 h 41"/>
                <a:gd name="T16" fmla="*/ 195 w 17"/>
                <a:gd name="T17" fmla="*/ 655 h 41"/>
                <a:gd name="T18" fmla="*/ 257 w 17"/>
                <a:gd name="T19" fmla="*/ 791 h 41"/>
                <a:gd name="T20" fmla="*/ 166 w 17"/>
                <a:gd name="T21" fmla="*/ 598 h 41"/>
                <a:gd name="T22" fmla="*/ 121 w 17"/>
                <a:gd name="T23" fmla="*/ 518 h 41"/>
                <a:gd name="T24" fmla="*/ 91 w 17"/>
                <a:gd name="T25" fmla="*/ 402 h 41"/>
                <a:gd name="T26" fmla="*/ 74 w 17"/>
                <a:gd name="T27" fmla="*/ 330 h 41"/>
                <a:gd name="T28" fmla="*/ 12 w 17"/>
                <a:gd name="T29" fmla="*/ 231 h 41"/>
                <a:gd name="T30" fmla="*/ 12 w 17"/>
                <a:gd name="T31" fmla="*/ 115 h 41"/>
                <a:gd name="T32" fmla="*/ 62 w 17"/>
                <a:gd name="T33" fmla="*/ 21 h 41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7" h="41">
                  <a:moveTo>
                    <a:pt x="4" y="0"/>
                  </a:moveTo>
                  <a:cubicBezTo>
                    <a:pt x="5" y="0"/>
                    <a:pt x="4" y="1"/>
                    <a:pt x="3" y="2"/>
                  </a:cubicBezTo>
                  <a:cubicBezTo>
                    <a:pt x="3" y="3"/>
                    <a:pt x="2" y="5"/>
                    <a:pt x="2" y="6"/>
                  </a:cubicBezTo>
                  <a:cubicBezTo>
                    <a:pt x="1" y="8"/>
                    <a:pt x="2" y="10"/>
                    <a:pt x="3" y="12"/>
                  </a:cubicBezTo>
                  <a:cubicBezTo>
                    <a:pt x="4" y="13"/>
                    <a:pt x="6" y="13"/>
                    <a:pt x="6" y="15"/>
                  </a:cubicBezTo>
                  <a:cubicBezTo>
                    <a:pt x="7" y="16"/>
                    <a:pt x="6" y="18"/>
                    <a:pt x="6" y="19"/>
                  </a:cubicBezTo>
                  <a:cubicBezTo>
                    <a:pt x="6" y="20"/>
                    <a:pt x="7" y="23"/>
                    <a:pt x="7" y="24"/>
                  </a:cubicBezTo>
                  <a:cubicBezTo>
                    <a:pt x="8" y="26"/>
                    <a:pt x="10" y="27"/>
                    <a:pt x="12" y="29"/>
                  </a:cubicBezTo>
                  <a:cubicBezTo>
                    <a:pt x="13" y="30"/>
                    <a:pt x="12" y="32"/>
                    <a:pt x="13" y="34"/>
                  </a:cubicBezTo>
                  <a:cubicBezTo>
                    <a:pt x="13" y="37"/>
                    <a:pt x="15" y="39"/>
                    <a:pt x="17" y="41"/>
                  </a:cubicBezTo>
                  <a:cubicBezTo>
                    <a:pt x="13" y="39"/>
                    <a:pt x="12" y="35"/>
                    <a:pt x="11" y="31"/>
                  </a:cubicBezTo>
                  <a:cubicBezTo>
                    <a:pt x="11" y="29"/>
                    <a:pt x="10" y="29"/>
                    <a:pt x="8" y="27"/>
                  </a:cubicBezTo>
                  <a:cubicBezTo>
                    <a:pt x="7" y="26"/>
                    <a:pt x="6" y="23"/>
                    <a:pt x="6" y="21"/>
                  </a:cubicBezTo>
                  <a:cubicBezTo>
                    <a:pt x="5" y="20"/>
                    <a:pt x="6" y="18"/>
                    <a:pt x="5" y="17"/>
                  </a:cubicBezTo>
                  <a:cubicBezTo>
                    <a:pt x="5" y="15"/>
                    <a:pt x="2" y="14"/>
                    <a:pt x="1" y="12"/>
                  </a:cubicBezTo>
                  <a:cubicBezTo>
                    <a:pt x="0" y="10"/>
                    <a:pt x="0" y="8"/>
                    <a:pt x="1" y="6"/>
                  </a:cubicBezTo>
                  <a:cubicBezTo>
                    <a:pt x="2" y="4"/>
                    <a:pt x="4" y="2"/>
                    <a:pt x="4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839" name="Freeform 978">
              <a:extLst>
                <a:ext uri="{FF2B5EF4-FFF2-40B4-BE49-F238E27FC236}">
                  <a16:creationId xmlns:a16="http://schemas.microsoft.com/office/drawing/2014/main" id="{A7BC9B70-CEBC-4DB8-A197-71A77420536D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7" y="3792"/>
              <a:ext cx="58" cy="83"/>
            </a:xfrm>
            <a:custGeom>
              <a:avLst/>
              <a:gdLst>
                <a:gd name="T0" fmla="*/ 20 w 23"/>
                <a:gd name="T1" fmla="*/ 0 h 31"/>
                <a:gd name="T2" fmla="*/ 50 w 23"/>
                <a:gd name="T3" fmla="*/ 115 h 31"/>
                <a:gd name="T4" fmla="*/ 96 w 23"/>
                <a:gd name="T5" fmla="*/ 171 h 31"/>
                <a:gd name="T6" fmla="*/ 83 w 23"/>
                <a:gd name="T7" fmla="*/ 286 h 31"/>
                <a:gd name="T8" fmla="*/ 96 w 23"/>
                <a:gd name="T9" fmla="*/ 402 h 31"/>
                <a:gd name="T10" fmla="*/ 209 w 23"/>
                <a:gd name="T11" fmla="*/ 517 h 31"/>
                <a:gd name="T12" fmla="*/ 368 w 23"/>
                <a:gd name="T13" fmla="*/ 560 h 31"/>
                <a:gd name="T14" fmla="*/ 209 w 23"/>
                <a:gd name="T15" fmla="*/ 538 h 31"/>
                <a:gd name="T16" fmla="*/ 63 w 23"/>
                <a:gd name="T17" fmla="*/ 423 h 31"/>
                <a:gd name="T18" fmla="*/ 63 w 23"/>
                <a:gd name="T19" fmla="*/ 308 h 31"/>
                <a:gd name="T20" fmla="*/ 83 w 23"/>
                <a:gd name="T21" fmla="*/ 193 h 31"/>
                <a:gd name="T22" fmla="*/ 20 w 23"/>
                <a:gd name="T23" fmla="*/ 0 h 3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3" h="31">
                  <a:moveTo>
                    <a:pt x="1" y="0"/>
                  </a:moveTo>
                  <a:cubicBezTo>
                    <a:pt x="1" y="2"/>
                    <a:pt x="2" y="4"/>
                    <a:pt x="3" y="6"/>
                  </a:cubicBezTo>
                  <a:cubicBezTo>
                    <a:pt x="4" y="7"/>
                    <a:pt x="6" y="7"/>
                    <a:pt x="6" y="9"/>
                  </a:cubicBezTo>
                  <a:cubicBezTo>
                    <a:pt x="6" y="11"/>
                    <a:pt x="5" y="13"/>
                    <a:pt x="5" y="15"/>
                  </a:cubicBezTo>
                  <a:cubicBezTo>
                    <a:pt x="5" y="17"/>
                    <a:pt x="5" y="19"/>
                    <a:pt x="6" y="21"/>
                  </a:cubicBezTo>
                  <a:cubicBezTo>
                    <a:pt x="7" y="24"/>
                    <a:pt x="10" y="25"/>
                    <a:pt x="13" y="27"/>
                  </a:cubicBezTo>
                  <a:cubicBezTo>
                    <a:pt x="16" y="29"/>
                    <a:pt x="18" y="29"/>
                    <a:pt x="23" y="29"/>
                  </a:cubicBezTo>
                  <a:cubicBezTo>
                    <a:pt x="19" y="31"/>
                    <a:pt x="16" y="30"/>
                    <a:pt x="13" y="28"/>
                  </a:cubicBezTo>
                  <a:cubicBezTo>
                    <a:pt x="11" y="26"/>
                    <a:pt x="5" y="25"/>
                    <a:pt x="4" y="22"/>
                  </a:cubicBezTo>
                  <a:cubicBezTo>
                    <a:pt x="3" y="20"/>
                    <a:pt x="4" y="18"/>
                    <a:pt x="4" y="16"/>
                  </a:cubicBezTo>
                  <a:cubicBezTo>
                    <a:pt x="4" y="14"/>
                    <a:pt x="6" y="12"/>
                    <a:pt x="5" y="10"/>
                  </a:cubicBezTo>
                  <a:cubicBezTo>
                    <a:pt x="5" y="7"/>
                    <a:pt x="0" y="5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840" name="Freeform 979">
              <a:extLst>
                <a:ext uri="{FF2B5EF4-FFF2-40B4-BE49-F238E27FC236}">
                  <a16:creationId xmlns:a16="http://schemas.microsoft.com/office/drawing/2014/main" id="{E7F1CC2D-C108-43EB-A9CC-91C575E2E0E2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5" y="3744"/>
              <a:ext cx="57" cy="123"/>
            </a:xfrm>
            <a:custGeom>
              <a:avLst/>
              <a:gdLst>
                <a:gd name="T0" fmla="*/ 0 w 23"/>
                <a:gd name="T1" fmla="*/ 845 h 46"/>
                <a:gd name="T2" fmla="*/ 196 w 23"/>
                <a:gd name="T3" fmla="*/ 786 h 46"/>
                <a:gd name="T4" fmla="*/ 320 w 23"/>
                <a:gd name="T5" fmla="*/ 687 h 46"/>
                <a:gd name="T6" fmla="*/ 287 w 23"/>
                <a:gd name="T7" fmla="*/ 380 h 46"/>
                <a:gd name="T8" fmla="*/ 228 w 23"/>
                <a:gd name="T9" fmla="*/ 308 h 46"/>
                <a:gd name="T10" fmla="*/ 216 w 23"/>
                <a:gd name="T11" fmla="*/ 171 h 46"/>
                <a:gd name="T12" fmla="*/ 124 w 23"/>
                <a:gd name="T13" fmla="*/ 0 h 46"/>
                <a:gd name="T14" fmla="*/ 228 w 23"/>
                <a:gd name="T15" fmla="*/ 193 h 46"/>
                <a:gd name="T16" fmla="*/ 245 w 23"/>
                <a:gd name="T17" fmla="*/ 308 h 46"/>
                <a:gd name="T18" fmla="*/ 307 w 23"/>
                <a:gd name="T19" fmla="*/ 422 h 46"/>
                <a:gd name="T20" fmla="*/ 307 w 23"/>
                <a:gd name="T21" fmla="*/ 730 h 46"/>
                <a:gd name="T22" fmla="*/ 62 w 23"/>
                <a:gd name="T23" fmla="*/ 824 h 46"/>
                <a:gd name="T24" fmla="*/ 30 w 23"/>
                <a:gd name="T25" fmla="*/ 845 h 4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3" h="46">
                  <a:moveTo>
                    <a:pt x="0" y="44"/>
                  </a:moveTo>
                  <a:cubicBezTo>
                    <a:pt x="3" y="46"/>
                    <a:pt x="10" y="43"/>
                    <a:pt x="13" y="41"/>
                  </a:cubicBezTo>
                  <a:cubicBezTo>
                    <a:pt x="15" y="40"/>
                    <a:pt x="19" y="39"/>
                    <a:pt x="21" y="36"/>
                  </a:cubicBezTo>
                  <a:cubicBezTo>
                    <a:pt x="23" y="31"/>
                    <a:pt x="23" y="24"/>
                    <a:pt x="19" y="20"/>
                  </a:cubicBezTo>
                  <a:cubicBezTo>
                    <a:pt x="17" y="19"/>
                    <a:pt x="15" y="19"/>
                    <a:pt x="15" y="16"/>
                  </a:cubicBezTo>
                  <a:cubicBezTo>
                    <a:pt x="14" y="14"/>
                    <a:pt x="15" y="11"/>
                    <a:pt x="14" y="9"/>
                  </a:cubicBezTo>
                  <a:cubicBezTo>
                    <a:pt x="12" y="6"/>
                    <a:pt x="7" y="3"/>
                    <a:pt x="8" y="0"/>
                  </a:cubicBezTo>
                  <a:cubicBezTo>
                    <a:pt x="10" y="4"/>
                    <a:pt x="14" y="6"/>
                    <a:pt x="15" y="10"/>
                  </a:cubicBezTo>
                  <a:cubicBezTo>
                    <a:pt x="15" y="12"/>
                    <a:pt x="15" y="14"/>
                    <a:pt x="16" y="16"/>
                  </a:cubicBezTo>
                  <a:cubicBezTo>
                    <a:pt x="16" y="19"/>
                    <a:pt x="19" y="20"/>
                    <a:pt x="20" y="22"/>
                  </a:cubicBezTo>
                  <a:cubicBezTo>
                    <a:pt x="23" y="27"/>
                    <a:pt x="22" y="33"/>
                    <a:pt x="20" y="38"/>
                  </a:cubicBezTo>
                  <a:cubicBezTo>
                    <a:pt x="17" y="42"/>
                    <a:pt x="8" y="41"/>
                    <a:pt x="4" y="43"/>
                  </a:cubicBezTo>
                  <a:cubicBezTo>
                    <a:pt x="3" y="44"/>
                    <a:pt x="3" y="44"/>
                    <a:pt x="2" y="4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841" name="Freeform 980">
              <a:extLst>
                <a:ext uri="{FF2B5EF4-FFF2-40B4-BE49-F238E27FC236}">
                  <a16:creationId xmlns:a16="http://schemas.microsoft.com/office/drawing/2014/main" id="{5A4910EA-217C-4DEC-86D1-77752B9E469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5" y="3552"/>
              <a:ext cx="145" cy="83"/>
            </a:xfrm>
            <a:custGeom>
              <a:avLst/>
              <a:gdLst>
                <a:gd name="T0" fmla="*/ 125 w 58"/>
                <a:gd name="T1" fmla="*/ 388 h 31"/>
                <a:gd name="T2" fmla="*/ 125 w 58"/>
                <a:gd name="T3" fmla="*/ 21 h 31"/>
                <a:gd name="T4" fmla="*/ 720 w 58"/>
                <a:gd name="T5" fmla="*/ 265 h 31"/>
                <a:gd name="T6" fmla="*/ 520 w 58"/>
                <a:gd name="T7" fmla="*/ 594 h 31"/>
                <a:gd name="T8" fmla="*/ 125 w 58"/>
                <a:gd name="T9" fmla="*/ 388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8" h="31">
                  <a:moveTo>
                    <a:pt x="8" y="20"/>
                  </a:moveTo>
                  <a:cubicBezTo>
                    <a:pt x="8" y="20"/>
                    <a:pt x="0" y="2"/>
                    <a:pt x="8" y="1"/>
                  </a:cubicBezTo>
                  <a:cubicBezTo>
                    <a:pt x="15" y="0"/>
                    <a:pt x="33" y="14"/>
                    <a:pt x="46" y="14"/>
                  </a:cubicBezTo>
                  <a:cubicBezTo>
                    <a:pt x="58" y="13"/>
                    <a:pt x="33" y="31"/>
                    <a:pt x="33" y="31"/>
                  </a:cubicBezTo>
                  <a:lnTo>
                    <a:pt x="8" y="20"/>
                  </a:lnTo>
                  <a:close/>
                </a:path>
              </a:pathLst>
            </a:custGeom>
            <a:solidFill>
              <a:srgbClr val="A3CE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842" name="Freeform 981">
              <a:extLst>
                <a:ext uri="{FF2B5EF4-FFF2-40B4-BE49-F238E27FC236}">
                  <a16:creationId xmlns:a16="http://schemas.microsoft.com/office/drawing/2014/main" id="{77C63D56-22C7-452E-8B82-B73302D9F16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2" y="3576"/>
              <a:ext cx="373" cy="453"/>
            </a:xfrm>
            <a:custGeom>
              <a:avLst/>
              <a:gdLst>
                <a:gd name="T0" fmla="*/ 1222 w 149"/>
                <a:gd name="T1" fmla="*/ 0 h 170"/>
                <a:gd name="T2" fmla="*/ 2338 w 149"/>
                <a:gd name="T3" fmla="*/ 136 h 170"/>
                <a:gd name="T4" fmla="*/ 2318 w 149"/>
                <a:gd name="T5" fmla="*/ 773 h 170"/>
                <a:gd name="T6" fmla="*/ 2338 w 149"/>
                <a:gd name="T7" fmla="*/ 1156 h 170"/>
                <a:gd name="T8" fmla="*/ 2213 w 149"/>
                <a:gd name="T9" fmla="*/ 1455 h 170"/>
                <a:gd name="T10" fmla="*/ 1943 w 149"/>
                <a:gd name="T11" fmla="*/ 2081 h 170"/>
                <a:gd name="T12" fmla="*/ 909 w 149"/>
                <a:gd name="T13" fmla="*/ 2968 h 170"/>
                <a:gd name="T14" fmla="*/ 220 w 149"/>
                <a:gd name="T15" fmla="*/ 1796 h 170"/>
                <a:gd name="T16" fmla="*/ 551 w 149"/>
                <a:gd name="T17" fmla="*/ 1420 h 170"/>
                <a:gd name="T18" fmla="*/ 1222 w 149"/>
                <a:gd name="T19" fmla="*/ 0 h 17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49" h="170">
                  <a:moveTo>
                    <a:pt x="78" y="0"/>
                  </a:moveTo>
                  <a:cubicBezTo>
                    <a:pt x="78" y="0"/>
                    <a:pt x="109" y="31"/>
                    <a:pt x="149" y="7"/>
                  </a:cubicBezTo>
                  <a:cubicBezTo>
                    <a:pt x="149" y="7"/>
                    <a:pt x="149" y="27"/>
                    <a:pt x="148" y="41"/>
                  </a:cubicBezTo>
                  <a:cubicBezTo>
                    <a:pt x="149" y="61"/>
                    <a:pt x="149" y="61"/>
                    <a:pt x="149" y="61"/>
                  </a:cubicBezTo>
                  <a:cubicBezTo>
                    <a:pt x="149" y="61"/>
                    <a:pt x="149" y="69"/>
                    <a:pt x="141" y="77"/>
                  </a:cubicBezTo>
                  <a:cubicBezTo>
                    <a:pt x="133" y="85"/>
                    <a:pt x="126" y="102"/>
                    <a:pt x="124" y="110"/>
                  </a:cubicBezTo>
                  <a:cubicBezTo>
                    <a:pt x="123" y="119"/>
                    <a:pt x="105" y="170"/>
                    <a:pt x="58" y="157"/>
                  </a:cubicBezTo>
                  <a:cubicBezTo>
                    <a:pt x="11" y="145"/>
                    <a:pt x="0" y="111"/>
                    <a:pt x="14" y="95"/>
                  </a:cubicBezTo>
                  <a:cubicBezTo>
                    <a:pt x="28" y="80"/>
                    <a:pt x="35" y="75"/>
                    <a:pt x="35" y="75"/>
                  </a:cubicBezTo>
                  <a:cubicBezTo>
                    <a:pt x="35" y="75"/>
                    <a:pt x="70" y="7"/>
                    <a:pt x="78" y="0"/>
                  </a:cubicBezTo>
                  <a:close/>
                </a:path>
              </a:pathLst>
            </a:custGeom>
            <a:solidFill>
              <a:srgbClr val="A3CE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843" name="Freeform 982">
              <a:extLst>
                <a:ext uri="{FF2B5EF4-FFF2-40B4-BE49-F238E27FC236}">
                  <a16:creationId xmlns:a16="http://schemas.microsoft.com/office/drawing/2014/main" id="{56BB15B5-7376-42D1-96EA-AD4141B3362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7" y="3693"/>
              <a:ext cx="368" cy="336"/>
            </a:xfrm>
            <a:custGeom>
              <a:avLst/>
              <a:gdLst>
                <a:gd name="T0" fmla="*/ 2288 w 147"/>
                <a:gd name="T1" fmla="*/ 0 h 126"/>
                <a:gd name="T2" fmla="*/ 2306 w 147"/>
                <a:gd name="T3" fmla="*/ 320 h 126"/>
                <a:gd name="T4" fmla="*/ 2180 w 147"/>
                <a:gd name="T5" fmla="*/ 648 h 126"/>
                <a:gd name="T6" fmla="*/ 1913 w 147"/>
                <a:gd name="T7" fmla="*/ 1251 h 126"/>
                <a:gd name="T8" fmla="*/ 876 w 147"/>
                <a:gd name="T9" fmla="*/ 2163 h 126"/>
                <a:gd name="T10" fmla="*/ 113 w 147"/>
                <a:gd name="T11" fmla="*/ 1160 h 126"/>
                <a:gd name="T12" fmla="*/ 834 w 147"/>
                <a:gd name="T13" fmla="*/ 1955 h 126"/>
                <a:gd name="T14" fmla="*/ 1722 w 147"/>
                <a:gd name="T15" fmla="*/ 1459 h 126"/>
                <a:gd name="T16" fmla="*/ 2118 w 147"/>
                <a:gd name="T17" fmla="*/ 477 h 126"/>
                <a:gd name="T18" fmla="*/ 2288 w 147"/>
                <a:gd name="T19" fmla="*/ 0 h 12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47" h="126">
                  <a:moveTo>
                    <a:pt x="146" y="0"/>
                  </a:moveTo>
                  <a:cubicBezTo>
                    <a:pt x="147" y="17"/>
                    <a:pt x="147" y="17"/>
                    <a:pt x="147" y="17"/>
                  </a:cubicBezTo>
                  <a:cubicBezTo>
                    <a:pt x="147" y="17"/>
                    <a:pt x="147" y="26"/>
                    <a:pt x="139" y="34"/>
                  </a:cubicBezTo>
                  <a:cubicBezTo>
                    <a:pt x="131" y="41"/>
                    <a:pt x="124" y="58"/>
                    <a:pt x="122" y="66"/>
                  </a:cubicBezTo>
                  <a:cubicBezTo>
                    <a:pt x="121" y="75"/>
                    <a:pt x="103" y="126"/>
                    <a:pt x="56" y="114"/>
                  </a:cubicBezTo>
                  <a:cubicBezTo>
                    <a:pt x="17" y="103"/>
                    <a:pt x="3" y="79"/>
                    <a:pt x="7" y="61"/>
                  </a:cubicBezTo>
                  <a:cubicBezTo>
                    <a:pt x="7" y="61"/>
                    <a:pt x="0" y="91"/>
                    <a:pt x="53" y="103"/>
                  </a:cubicBezTo>
                  <a:cubicBezTo>
                    <a:pt x="85" y="111"/>
                    <a:pt x="99" y="101"/>
                    <a:pt x="110" y="77"/>
                  </a:cubicBezTo>
                  <a:cubicBezTo>
                    <a:pt x="121" y="53"/>
                    <a:pt x="130" y="30"/>
                    <a:pt x="135" y="25"/>
                  </a:cubicBezTo>
                  <a:cubicBezTo>
                    <a:pt x="140" y="20"/>
                    <a:pt x="146" y="0"/>
                    <a:pt x="146" y="0"/>
                  </a:cubicBezTo>
                  <a:close/>
                </a:path>
              </a:pathLst>
            </a:custGeom>
            <a:solidFill>
              <a:srgbClr val="EAF4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844" name="Freeform 983">
              <a:extLst>
                <a:ext uri="{FF2B5EF4-FFF2-40B4-BE49-F238E27FC236}">
                  <a16:creationId xmlns:a16="http://schemas.microsoft.com/office/drawing/2014/main" id="{902577EE-6E84-4123-A684-69E2BE3D9DE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5" y="3597"/>
              <a:ext cx="140" cy="235"/>
            </a:xfrm>
            <a:custGeom>
              <a:avLst/>
              <a:gdLst>
                <a:gd name="T0" fmla="*/ 800 w 56"/>
                <a:gd name="T1" fmla="*/ 171 h 88"/>
                <a:gd name="T2" fmla="*/ 875 w 56"/>
                <a:gd name="T3" fmla="*/ 150 h 88"/>
                <a:gd name="T4" fmla="*/ 458 w 56"/>
                <a:gd name="T5" fmla="*/ 1298 h 88"/>
                <a:gd name="T6" fmla="*/ 363 w 56"/>
                <a:gd name="T7" fmla="*/ 1584 h 88"/>
                <a:gd name="T8" fmla="*/ 0 w 56"/>
                <a:gd name="T9" fmla="*/ 1426 h 88"/>
                <a:gd name="T10" fmla="*/ 125 w 56"/>
                <a:gd name="T11" fmla="*/ 1127 h 88"/>
                <a:gd name="T12" fmla="*/ 563 w 56"/>
                <a:gd name="T13" fmla="*/ 0 h 88"/>
                <a:gd name="T14" fmla="*/ 595 w 56"/>
                <a:gd name="T15" fmla="*/ 77 h 88"/>
                <a:gd name="T16" fmla="*/ 83 w 56"/>
                <a:gd name="T17" fmla="*/ 1391 h 88"/>
                <a:gd name="T18" fmla="*/ 333 w 56"/>
                <a:gd name="T19" fmla="*/ 1503 h 88"/>
                <a:gd name="T20" fmla="*/ 800 w 56"/>
                <a:gd name="T21" fmla="*/ 171 h 8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6" h="88">
                  <a:moveTo>
                    <a:pt x="51" y="9"/>
                  </a:moveTo>
                  <a:cubicBezTo>
                    <a:pt x="55" y="9"/>
                    <a:pt x="56" y="8"/>
                    <a:pt x="56" y="8"/>
                  </a:cubicBezTo>
                  <a:cubicBezTo>
                    <a:pt x="29" y="68"/>
                    <a:pt x="29" y="68"/>
                    <a:pt x="29" y="68"/>
                  </a:cubicBezTo>
                  <a:cubicBezTo>
                    <a:pt x="23" y="83"/>
                    <a:pt x="23" y="83"/>
                    <a:pt x="23" y="83"/>
                  </a:cubicBezTo>
                  <a:cubicBezTo>
                    <a:pt x="10" y="88"/>
                    <a:pt x="0" y="75"/>
                    <a:pt x="0" y="75"/>
                  </a:cubicBezTo>
                  <a:cubicBezTo>
                    <a:pt x="3" y="73"/>
                    <a:pt x="5" y="64"/>
                    <a:pt x="8" y="59"/>
                  </a:cubicBezTo>
                  <a:cubicBezTo>
                    <a:pt x="10" y="54"/>
                    <a:pt x="36" y="0"/>
                    <a:pt x="36" y="0"/>
                  </a:cubicBezTo>
                  <a:cubicBezTo>
                    <a:pt x="36" y="2"/>
                    <a:pt x="37" y="3"/>
                    <a:pt x="38" y="4"/>
                  </a:cubicBezTo>
                  <a:cubicBezTo>
                    <a:pt x="5" y="73"/>
                    <a:pt x="5" y="73"/>
                    <a:pt x="5" y="73"/>
                  </a:cubicBezTo>
                  <a:cubicBezTo>
                    <a:pt x="5" y="73"/>
                    <a:pt x="14" y="81"/>
                    <a:pt x="21" y="79"/>
                  </a:cubicBezTo>
                  <a:lnTo>
                    <a:pt x="51" y="9"/>
                  </a:lnTo>
                  <a:close/>
                </a:path>
              </a:pathLst>
            </a:custGeom>
            <a:solidFill>
              <a:srgbClr val="64B5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845" name="Freeform 984">
              <a:extLst>
                <a:ext uri="{FF2B5EF4-FFF2-40B4-BE49-F238E27FC236}">
                  <a16:creationId xmlns:a16="http://schemas.microsoft.com/office/drawing/2014/main" id="{D9D4969B-E208-4606-A801-617DFD09444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7" y="3611"/>
              <a:ext cx="10" cy="13"/>
            </a:xfrm>
            <a:custGeom>
              <a:avLst/>
              <a:gdLst>
                <a:gd name="T0" fmla="*/ 63 w 4"/>
                <a:gd name="T1" fmla="*/ 0 h 5"/>
                <a:gd name="T2" fmla="*/ 63 w 4"/>
                <a:gd name="T3" fmla="*/ 88 h 5"/>
                <a:gd name="T4" fmla="*/ 20 w 4"/>
                <a:gd name="T5" fmla="*/ 55 h 5"/>
                <a:gd name="T6" fmla="*/ 50 w 4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5">
                  <a:moveTo>
                    <a:pt x="4" y="0"/>
                  </a:moveTo>
                  <a:cubicBezTo>
                    <a:pt x="1" y="1"/>
                    <a:pt x="3" y="4"/>
                    <a:pt x="4" y="5"/>
                  </a:cubicBezTo>
                  <a:cubicBezTo>
                    <a:pt x="3" y="4"/>
                    <a:pt x="1" y="4"/>
                    <a:pt x="1" y="3"/>
                  </a:cubicBezTo>
                  <a:cubicBezTo>
                    <a:pt x="0" y="1"/>
                    <a:pt x="2" y="0"/>
                    <a:pt x="3" y="0"/>
                  </a:cubicBezTo>
                </a:path>
              </a:pathLst>
            </a:custGeom>
            <a:solidFill>
              <a:srgbClr val="64B5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846" name="Freeform 985">
              <a:extLst>
                <a:ext uri="{FF2B5EF4-FFF2-40B4-BE49-F238E27FC236}">
                  <a16:creationId xmlns:a16="http://schemas.microsoft.com/office/drawing/2014/main" id="{A6600A20-42DB-41DF-B5D3-35BF5B8F10F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0" y="3645"/>
              <a:ext cx="15" cy="14"/>
            </a:xfrm>
            <a:custGeom>
              <a:avLst/>
              <a:gdLst>
                <a:gd name="T0" fmla="*/ 95 w 6"/>
                <a:gd name="T1" fmla="*/ 22 h 5"/>
                <a:gd name="T2" fmla="*/ 50 w 6"/>
                <a:gd name="T3" fmla="*/ 22 h 5"/>
                <a:gd name="T4" fmla="*/ 50 w 6"/>
                <a:gd name="T5" fmla="*/ 109 h 5"/>
                <a:gd name="T6" fmla="*/ 83 w 6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5">
                  <a:moveTo>
                    <a:pt x="6" y="1"/>
                  </a:moveTo>
                  <a:cubicBezTo>
                    <a:pt x="5" y="0"/>
                    <a:pt x="4" y="1"/>
                    <a:pt x="3" y="1"/>
                  </a:cubicBezTo>
                  <a:cubicBezTo>
                    <a:pt x="2" y="2"/>
                    <a:pt x="3" y="4"/>
                    <a:pt x="3" y="5"/>
                  </a:cubicBezTo>
                  <a:cubicBezTo>
                    <a:pt x="2" y="3"/>
                    <a:pt x="0" y="0"/>
                    <a:pt x="5" y="0"/>
                  </a:cubicBezTo>
                </a:path>
              </a:pathLst>
            </a:custGeom>
            <a:solidFill>
              <a:srgbClr val="64B5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847" name="Freeform 986">
              <a:extLst>
                <a:ext uri="{FF2B5EF4-FFF2-40B4-BE49-F238E27FC236}">
                  <a16:creationId xmlns:a16="http://schemas.microsoft.com/office/drawing/2014/main" id="{95413916-69DD-4D8C-A60C-95C392C9820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0" y="3688"/>
              <a:ext cx="12" cy="19"/>
            </a:xfrm>
            <a:custGeom>
              <a:avLst/>
              <a:gdLst>
                <a:gd name="T0" fmla="*/ 70 w 5"/>
                <a:gd name="T1" fmla="*/ 22 h 7"/>
                <a:gd name="T2" fmla="*/ 58 w 5"/>
                <a:gd name="T3" fmla="*/ 141 h 7"/>
                <a:gd name="T4" fmla="*/ 12 w 5"/>
                <a:gd name="T5" fmla="*/ 103 h 7"/>
                <a:gd name="T6" fmla="*/ 58 w 5"/>
                <a:gd name="T7" fmla="*/ 38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7">
                  <a:moveTo>
                    <a:pt x="5" y="1"/>
                  </a:moveTo>
                  <a:cubicBezTo>
                    <a:pt x="1" y="0"/>
                    <a:pt x="1" y="6"/>
                    <a:pt x="4" y="7"/>
                  </a:cubicBezTo>
                  <a:cubicBezTo>
                    <a:pt x="3" y="7"/>
                    <a:pt x="2" y="6"/>
                    <a:pt x="1" y="5"/>
                  </a:cubicBezTo>
                  <a:cubicBezTo>
                    <a:pt x="0" y="3"/>
                    <a:pt x="2" y="1"/>
                    <a:pt x="4" y="2"/>
                  </a:cubicBezTo>
                </a:path>
              </a:pathLst>
            </a:custGeom>
            <a:solidFill>
              <a:srgbClr val="64B5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848" name="Freeform 987">
              <a:extLst>
                <a:ext uri="{FF2B5EF4-FFF2-40B4-BE49-F238E27FC236}">
                  <a16:creationId xmlns:a16="http://schemas.microsoft.com/office/drawing/2014/main" id="{004D6064-1ED4-43A7-BFAB-78782A281AF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7" y="3725"/>
              <a:ext cx="10" cy="16"/>
            </a:xfrm>
            <a:custGeom>
              <a:avLst/>
              <a:gdLst>
                <a:gd name="T0" fmla="*/ 63 w 4"/>
                <a:gd name="T1" fmla="*/ 21 h 6"/>
                <a:gd name="T2" fmla="*/ 50 w 4"/>
                <a:gd name="T3" fmla="*/ 115 h 6"/>
                <a:gd name="T4" fmla="*/ 0 w 4"/>
                <a:gd name="T5" fmla="*/ 77 h 6"/>
                <a:gd name="T6" fmla="*/ 50 w 4"/>
                <a:gd name="T7" fmla="*/ 21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6">
                  <a:moveTo>
                    <a:pt x="4" y="1"/>
                  </a:moveTo>
                  <a:cubicBezTo>
                    <a:pt x="1" y="0"/>
                    <a:pt x="1" y="5"/>
                    <a:pt x="3" y="6"/>
                  </a:cubicBezTo>
                  <a:cubicBezTo>
                    <a:pt x="2" y="6"/>
                    <a:pt x="1" y="5"/>
                    <a:pt x="0" y="4"/>
                  </a:cubicBezTo>
                  <a:cubicBezTo>
                    <a:pt x="0" y="3"/>
                    <a:pt x="1" y="1"/>
                    <a:pt x="3" y="1"/>
                  </a:cubicBezTo>
                </a:path>
              </a:pathLst>
            </a:custGeom>
            <a:solidFill>
              <a:srgbClr val="64B5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849" name="Freeform 988">
              <a:extLst>
                <a:ext uri="{FF2B5EF4-FFF2-40B4-BE49-F238E27FC236}">
                  <a16:creationId xmlns:a16="http://schemas.microsoft.com/office/drawing/2014/main" id="{09979DF7-64DE-4DEE-9A50-5D9D2B803BF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0" y="3771"/>
              <a:ext cx="12" cy="13"/>
            </a:xfrm>
            <a:custGeom>
              <a:avLst/>
              <a:gdLst>
                <a:gd name="T0" fmla="*/ 70 w 5"/>
                <a:gd name="T1" fmla="*/ 0 h 5"/>
                <a:gd name="T2" fmla="*/ 41 w 5"/>
                <a:gd name="T3" fmla="*/ 88 h 5"/>
                <a:gd name="T4" fmla="*/ 12 w 5"/>
                <a:gd name="T5" fmla="*/ 55 h 5"/>
                <a:gd name="T6" fmla="*/ 41 w 5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5">
                  <a:moveTo>
                    <a:pt x="5" y="0"/>
                  </a:moveTo>
                  <a:cubicBezTo>
                    <a:pt x="2" y="0"/>
                    <a:pt x="0" y="4"/>
                    <a:pt x="3" y="5"/>
                  </a:cubicBezTo>
                  <a:cubicBezTo>
                    <a:pt x="2" y="4"/>
                    <a:pt x="1" y="4"/>
                    <a:pt x="1" y="3"/>
                  </a:cubicBezTo>
                  <a:cubicBezTo>
                    <a:pt x="0" y="1"/>
                    <a:pt x="1" y="0"/>
                    <a:pt x="3" y="0"/>
                  </a:cubicBezTo>
                </a:path>
              </a:pathLst>
            </a:custGeom>
            <a:solidFill>
              <a:srgbClr val="64B5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850" name="Freeform 989">
              <a:extLst>
                <a:ext uri="{FF2B5EF4-FFF2-40B4-BE49-F238E27FC236}">
                  <a16:creationId xmlns:a16="http://schemas.microsoft.com/office/drawing/2014/main" id="{C1EE36F9-ABE2-401D-9383-2EA5430763A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7" y="3648"/>
              <a:ext cx="13" cy="11"/>
            </a:xfrm>
            <a:custGeom>
              <a:avLst/>
              <a:gdLst>
                <a:gd name="T0" fmla="*/ 55 w 5"/>
                <a:gd name="T1" fmla="*/ 0 h 4"/>
                <a:gd name="T2" fmla="*/ 34 w 5"/>
                <a:gd name="T3" fmla="*/ 61 h 4"/>
                <a:gd name="T4" fmla="*/ 0 w 5"/>
                <a:gd name="T5" fmla="*/ 61 h 4"/>
                <a:gd name="T6" fmla="*/ 68 w 5"/>
                <a:gd name="T7" fmla="*/ 61 h 4"/>
                <a:gd name="T8" fmla="*/ 68 w 5"/>
                <a:gd name="T9" fmla="*/ 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4">
                  <a:moveTo>
                    <a:pt x="3" y="0"/>
                  </a:moveTo>
                  <a:cubicBezTo>
                    <a:pt x="3" y="1"/>
                    <a:pt x="3" y="2"/>
                    <a:pt x="2" y="3"/>
                  </a:cubicBezTo>
                  <a:cubicBezTo>
                    <a:pt x="1" y="3"/>
                    <a:pt x="0" y="4"/>
                    <a:pt x="0" y="3"/>
                  </a:cubicBezTo>
                  <a:cubicBezTo>
                    <a:pt x="1" y="3"/>
                    <a:pt x="3" y="4"/>
                    <a:pt x="4" y="3"/>
                  </a:cubicBezTo>
                  <a:cubicBezTo>
                    <a:pt x="5" y="3"/>
                    <a:pt x="5" y="1"/>
                    <a:pt x="4" y="0"/>
                  </a:cubicBezTo>
                </a:path>
              </a:pathLst>
            </a:custGeom>
            <a:solidFill>
              <a:srgbClr val="64B5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851" name="Freeform 990">
              <a:extLst>
                <a:ext uri="{FF2B5EF4-FFF2-40B4-BE49-F238E27FC236}">
                  <a16:creationId xmlns:a16="http://schemas.microsoft.com/office/drawing/2014/main" id="{23F8CB71-453E-4B71-8041-4C238AC4480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5" y="3680"/>
              <a:ext cx="10" cy="13"/>
            </a:xfrm>
            <a:custGeom>
              <a:avLst/>
              <a:gdLst>
                <a:gd name="T0" fmla="*/ 33 w 4"/>
                <a:gd name="T1" fmla="*/ 0 h 5"/>
                <a:gd name="T2" fmla="*/ 50 w 4"/>
                <a:gd name="T3" fmla="*/ 55 h 5"/>
                <a:gd name="T4" fmla="*/ 0 w 4"/>
                <a:gd name="T5" fmla="*/ 68 h 5"/>
                <a:gd name="T6" fmla="*/ 50 w 4"/>
                <a:gd name="T7" fmla="*/ 68 h 5"/>
                <a:gd name="T8" fmla="*/ 50 w 4"/>
                <a:gd name="T9" fmla="*/ 21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5">
                  <a:moveTo>
                    <a:pt x="2" y="0"/>
                  </a:moveTo>
                  <a:cubicBezTo>
                    <a:pt x="2" y="1"/>
                    <a:pt x="3" y="2"/>
                    <a:pt x="3" y="3"/>
                  </a:cubicBezTo>
                  <a:cubicBezTo>
                    <a:pt x="2" y="4"/>
                    <a:pt x="1" y="5"/>
                    <a:pt x="0" y="4"/>
                  </a:cubicBezTo>
                  <a:cubicBezTo>
                    <a:pt x="1" y="4"/>
                    <a:pt x="2" y="5"/>
                    <a:pt x="3" y="4"/>
                  </a:cubicBezTo>
                  <a:cubicBezTo>
                    <a:pt x="4" y="3"/>
                    <a:pt x="4" y="1"/>
                    <a:pt x="3" y="1"/>
                  </a:cubicBezTo>
                </a:path>
              </a:pathLst>
            </a:custGeom>
            <a:solidFill>
              <a:srgbClr val="64B5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852" name="Freeform 991">
              <a:extLst>
                <a:ext uri="{FF2B5EF4-FFF2-40B4-BE49-F238E27FC236}">
                  <a16:creationId xmlns:a16="http://schemas.microsoft.com/office/drawing/2014/main" id="{DB0052B8-0B46-47B0-A99A-223DB54F6F9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5" y="3717"/>
              <a:ext cx="12" cy="19"/>
            </a:xfrm>
            <a:custGeom>
              <a:avLst/>
              <a:gdLst>
                <a:gd name="T0" fmla="*/ 41 w 5"/>
                <a:gd name="T1" fmla="*/ 0 h 7"/>
                <a:gd name="T2" fmla="*/ 0 w 5"/>
                <a:gd name="T3" fmla="*/ 81 h 7"/>
                <a:gd name="T4" fmla="*/ 58 w 5"/>
                <a:gd name="T5" fmla="*/ 103 h 7"/>
                <a:gd name="T6" fmla="*/ 58 w 5"/>
                <a:gd name="T7" fmla="*/ 22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7">
                  <a:moveTo>
                    <a:pt x="3" y="0"/>
                  </a:moveTo>
                  <a:cubicBezTo>
                    <a:pt x="3" y="2"/>
                    <a:pt x="3" y="7"/>
                    <a:pt x="0" y="4"/>
                  </a:cubicBezTo>
                  <a:cubicBezTo>
                    <a:pt x="1" y="5"/>
                    <a:pt x="3" y="6"/>
                    <a:pt x="4" y="5"/>
                  </a:cubicBezTo>
                  <a:cubicBezTo>
                    <a:pt x="5" y="3"/>
                    <a:pt x="4" y="2"/>
                    <a:pt x="4" y="1"/>
                  </a:cubicBezTo>
                </a:path>
              </a:pathLst>
            </a:custGeom>
            <a:solidFill>
              <a:srgbClr val="64B5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853" name="Freeform 992">
              <a:extLst>
                <a:ext uri="{FF2B5EF4-FFF2-40B4-BE49-F238E27FC236}">
                  <a16:creationId xmlns:a16="http://schemas.microsoft.com/office/drawing/2014/main" id="{56AF55C2-58C1-4809-B024-00C51BA3090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5" y="3763"/>
              <a:ext cx="12" cy="13"/>
            </a:xfrm>
            <a:custGeom>
              <a:avLst/>
              <a:gdLst>
                <a:gd name="T0" fmla="*/ 41 w 5"/>
                <a:gd name="T1" fmla="*/ 21 h 5"/>
                <a:gd name="T2" fmla="*/ 0 w 5"/>
                <a:gd name="T3" fmla="*/ 88 h 5"/>
                <a:gd name="T4" fmla="*/ 58 w 5"/>
                <a:gd name="T5" fmla="*/ 68 h 5"/>
                <a:gd name="T6" fmla="*/ 41 w 5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5">
                  <a:moveTo>
                    <a:pt x="3" y="1"/>
                  </a:moveTo>
                  <a:cubicBezTo>
                    <a:pt x="5" y="3"/>
                    <a:pt x="2" y="4"/>
                    <a:pt x="0" y="5"/>
                  </a:cubicBezTo>
                  <a:cubicBezTo>
                    <a:pt x="1" y="5"/>
                    <a:pt x="3" y="5"/>
                    <a:pt x="4" y="4"/>
                  </a:cubicBezTo>
                  <a:cubicBezTo>
                    <a:pt x="5" y="3"/>
                    <a:pt x="4" y="1"/>
                    <a:pt x="3" y="0"/>
                  </a:cubicBezTo>
                </a:path>
              </a:pathLst>
            </a:custGeom>
            <a:solidFill>
              <a:srgbClr val="64B5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854" name="Freeform 993">
              <a:extLst>
                <a:ext uri="{FF2B5EF4-FFF2-40B4-BE49-F238E27FC236}">
                  <a16:creationId xmlns:a16="http://schemas.microsoft.com/office/drawing/2014/main" id="{9C5CB121-4024-4802-8F2F-937ACC40552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7" y="3800"/>
              <a:ext cx="13" cy="19"/>
            </a:xfrm>
            <a:custGeom>
              <a:avLst/>
              <a:gdLst>
                <a:gd name="T0" fmla="*/ 34 w 5"/>
                <a:gd name="T1" fmla="*/ 22 h 7"/>
                <a:gd name="T2" fmla="*/ 0 w 5"/>
                <a:gd name="T3" fmla="*/ 117 h 7"/>
                <a:gd name="T4" fmla="*/ 88 w 5"/>
                <a:gd name="T5" fmla="*/ 81 h 7"/>
                <a:gd name="T6" fmla="*/ 55 w 5"/>
                <a:gd name="T7" fmla="*/ 0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7">
                  <a:moveTo>
                    <a:pt x="2" y="1"/>
                  </a:moveTo>
                  <a:cubicBezTo>
                    <a:pt x="3" y="2"/>
                    <a:pt x="3" y="6"/>
                    <a:pt x="0" y="6"/>
                  </a:cubicBezTo>
                  <a:cubicBezTo>
                    <a:pt x="2" y="7"/>
                    <a:pt x="5" y="6"/>
                    <a:pt x="5" y="4"/>
                  </a:cubicBezTo>
                  <a:cubicBezTo>
                    <a:pt x="5" y="3"/>
                    <a:pt x="3" y="1"/>
                    <a:pt x="3" y="0"/>
                  </a:cubicBezTo>
                </a:path>
              </a:pathLst>
            </a:custGeom>
            <a:solidFill>
              <a:srgbClr val="64B5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855" name="Freeform 994">
              <a:extLst>
                <a:ext uri="{FF2B5EF4-FFF2-40B4-BE49-F238E27FC236}">
                  <a16:creationId xmlns:a16="http://schemas.microsoft.com/office/drawing/2014/main" id="{B8B5FE1A-CDF6-4B24-BE8A-73AB13A96E9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2" y="3637"/>
              <a:ext cx="83" cy="163"/>
            </a:xfrm>
            <a:custGeom>
              <a:avLst/>
              <a:gdLst>
                <a:gd name="T0" fmla="*/ 83 w 33"/>
                <a:gd name="T1" fmla="*/ 1165 h 61"/>
                <a:gd name="T2" fmla="*/ 0 w 33"/>
                <a:gd name="T3" fmla="*/ 1085 h 61"/>
                <a:gd name="T4" fmla="*/ 63 w 33"/>
                <a:gd name="T5" fmla="*/ 858 h 61"/>
                <a:gd name="T6" fmla="*/ 158 w 33"/>
                <a:gd name="T7" fmla="*/ 628 h 61"/>
                <a:gd name="T8" fmla="*/ 254 w 33"/>
                <a:gd name="T9" fmla="*/ 436 h 61"/>
                <a:gd name="T10" fmla="*/ 317 w 33"/>
                <a:gd name="T11" fmla="*/ 265 h 61"/>
                <a:gd name="T12" fmla="*/ 443 w 33"/>
                <a:gd name="T13" fmla="*/ 35 h 61"/>
                <a:gd name="T14" fmla="*/ 493 w 33"/>
                <a:gd name="T15" fmla="*/ 171 h 61"/>
                <a:gd name="T16" fmla="*/ 304 w 33"/>
                <a:gd name="T17" fmla="*/ 615 h 61"/>
                <a:gd name="T18" fmla="*/ 176 w 33"/>
                <a:gd name="T19" fmla="*/ 970 h 61"/>
                <a:gd name="T20" fmla="*/ 126 w 33"/>
                <a:gd name="T21" fmla="*/ 1128 h 6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3" h="61">
                  <a:moveTo>
                    <a:pt x="5" y="61"/>
                  </a:moveTo>
                  <a:cubicBezTo>
                    <a:pt x="2" y="61"/>
                    <a:pt x="0" y="60"/>
                    <a:pt x="0" y="57"/>
                  </a:cubicBezTo>
                  <a:cubicBezTo>
                    <a:pt x="0" y="53"/>
                    <a:pt x="3" y="49"/>
                    <a:pt x="4" y="45"/>
                  </a:cubicBezTo>
                  <a:cubicBezTo>
                    <a:pt x="6" y="41"/>
                    <a:pt x="8" y="37"/>
                    <a:pt x="10" y="33"/>
                  </a:cubicBezTo>
                  <a:cubicBezTo>
                    <a:pt x="12" y="30"/>
                    <a:pt x="14" y="26"/>
                    <a:pt x="16" y="23"/>
                  </a:cubicBezTo>
                  <a:cubicBezTo>
                    <a:pt x="17" y="20"/>
                    <a:pt x="18" y="17"/>
                    <a:pt x="20" y="14"/>
                  </a:cubicBezTo>
                  <a:cubicBezTo>
                    <a:pt x="22" y="10"/>
                    <a:pt x="24" y="4"/>
                    <a:pt x="28" y="2"/>
                  </a:cubicBezTo>
                  <a:cubicBezTo>
                    <a:pt x="33" y="0"/>
                    <a:pt x="31" y="7"/>
                    <a:pt x="31" y="9"/>
                  </a:cubicBezTo>
                  <a:cubicBezTo>
                    <a:pt x="28" y="17"/>
                    <a:pt x="23" y="25"/>
                    <a:pt x="19" y="32"/>
                  </a:cubicBezTo>
                  <a:cubicBezTo>
                    <a:pt x="16" y="38"/>
                    <a:pt x="14" y="45"/>
                    <a:pt x="11" y="51"/>
                  </a:cubicBezTo>
                  <a:cubicBezTo>
                    <a:pt x="10" y="53"/>
                    <a:pt x="8" y="56"/>
                    <a:pt x="8" y="59"/>
                  </a:cubicBezTo>
                </a:path>
              </a:pathLst>
            </a:custGeom>
            <a:solidFill>
              <a:srgbClr val="BBDB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856" name="Freeform 995">
              <a:extLst>
                <a:ext uri="{FF2B5EF4-FFF2-40B4-BE49-F238E27FC236}">
                  <a16:creationId xmlns:a16="http://schemas.microsoft.com/office/drawing/2014/main" id="{8509573C-593C-4623-8895-C90413761E5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5" y="3613"/>
              <a:ext cx="65" cy="40"/>
            </a:xfrm>
            <a:custGeom>
              <a:avLst/>
              <a:gdLst>
                <a:gd name="T0" fmla="*/ 0 w 26"/>
                <a:gd name="T1" fmla="*/ 21 h 15"/>
                <a:gd name="T2" fmla="*/ 125 w 26"/>
                <a:gd name="T3" fmla="*/ 0 h 15"/>
                <a:gd name="T4" fmla="*/ 283 w 26"/>
                <a:gd name="T5" fmla="*/ 77 h 15"/>
                <a:gd name="T6" fmla="*/ 408 w 26"/>
                <a:gd name="T7" fmla="*/ 285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15">
                  <a:moveTo>
                    <a:pt x="0" y="1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12" y="1"/>
                    <a:pt x="15" y="1"/>
                    <a:pt x="18" y="4"/>
                  </a:cubicBezTo>
                  <a:cubicBezTo>
                    <a:pt x="22" y="7"/>
                    <a:pt x="25" y="11"/>
                    <a:pt x="26" y="15"/>
                  </a:cubicBezTo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857" name="Freeform 996">
              <a:extLst>
                <a:ext uri="{FF2B5EF4-FFF2-40B4-BE49-F238E27FC236}">
                  <a16:creationId xmlns:a16="http://schemas.microsoft.com/office/drawing/2014/main" id="{7DDEBD9F-8F24-490D-BCB0-F2F4CD2BF67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2" y="3651"/>
              <a:ext cx="68" cy="34"/>
            </a:xfrm>
            <a:custGeom>
              <a:avLst/>
              <a:gdLst>
                <a:gd name="T0" fmla="*/ 0 w 27"/>
                <a:gd name="T1" fmla="*/ 0 h 13"/>
                <a:gd name="T2" fmla="*/ 126 w 27"/>
                <a:gd name="T3" fmla="*/ 34 h 13"/>
                <a:gd name="T4" fmla="*/ 285 w 27"/>
                <a:gd name="T5" fmla="*/ 68 h 13"/>
                <a:gd name="T6" fmla="*/ 431 w 27"/>
                <a:gd name="T7" fmla="*/ 233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13">
                  <a:moveTo>
                    <a:pt x="0" y="0"/>
                  </a:moveTo>
                  <a:cubicBezTo>
                    <a:pt x="2" y="1"/>
                    <a:pt x="5" y="1"/>
                    <a:pt x="8" y="2"/>
                  </a:cubicBezTo>
                  <a:cubicBezTo>
                    <a:pt x="11" y="2"/>
                    <a:pt x="15" y="3"/>
                    <a:pt x="18" y="4"/>
                  </a:cubicBezTo>
                  <a:cubicBezTo>
                    <a:pt x="22" y="6"/>
                    <a:pt x="24" y="10"/>
                    <a:pt x="27" y="13"/>
                  </a:cubicBezTo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858" name="Freeform 997">
              <a:extLst>
                <a:ext uri="{FF2B5EF4-FFF2-40B4-BE49-F238E27FC236}">
                  <a16:creationId xmlns:a16="http://schemas.microsoft.com/office/drawing/2014/main" id="{58ED726A-2488-414D-AF67-95B0EEE671F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0" y="3693"/>
              <a:ext cx="70" cy="32"/>
            </a:xfrm>
            <a:custGeom>
              <a:avLst/>
              <a:gdLst>
                <a:gd name="T0" fmla="*/ 0 w 28"/>
                <a:gd name="T1" fmla="*/ 35 h 12"/>
                <a:gd name="T2" fmla="*/ 283 w 28"/>
                <a:gd name="T3" fmla="*/ 56 h 12"/>
                <a:gd name="T4" fmla="*/ 438 w 28"/>
                <a:gd name="T5" fmla="*/ 227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12">
                  <a:moveTo>
                    <a:pt x="0" y="2"/>
                  </a:moveTo>
                  <a:cubicBezTo>
                    <a:pt x="6" y="1"/>
                    <a:pt x="13" y="0"/>
                    <a:pt x="18" y="3"/>
                  </a:cubicBezTo>
                  <a:cubicBezTo>
                    <a:pt x="22" y="5"/>
                    <a:pt x="25" y="9"/>
                    <a:pt x="28" y="12"/>
                  </a:cubicBezTo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859" name="Freeform 998">
              <a:extLst>
                <a:ext uri="{FF2B5EF4-FFF2-40B4-BE49-F238E27FC236}">
                  <a16:creationId xmlns:a16="http://schemas.microsoft.com/office/drawing/2014/main" id="{566CEF2E-A4C9-4B22-8CB9-BB874AC138A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5" y="3733"/>
              <a:ext cx="65" cy="38"/>
            </a:xfrm>
            <a:custGeom>
              <a:avLst/>
              <a:gdLst>
                <a:gd name="T0" fmla="*/ 0 w 26"/>
                <a:gd name="T1" fmla="*/ 22 h 14"/>
                <a:gd name="T2" fmla="*/ 145 w 26"/>
                <a:gd name="T3" fmla="*/ 22 h 14"/>
                <a:gd name="T4" fmla="*/ 313 w 26"/>
                <a:gd name="T5" fmla="*/ 117 h 14"/>
                <a:gd name="T6" fmla="*/ 408 w 26"/>
                <a:gd name="T7" fmla="*/ 280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14">
                  <a:moveTo>
                    <a:pt x="0" y="1"/>
                  </a:moveTo>
                  <a:cubicBezTo>
                    <a:pt x="3" y="1"/>
                    <a:pt x="6" y="0"/>
                    <a:pt x="9" y="1"/>
                  </a:cubicBezTo>
                  <a:cubicBezTo>
                    <a:pt x="13" y="2"/>
                    <a:pt x="17" y="4"/>
                    <a:pt x="20" y="6"/>
                  </a:cubicBezTo>
                  <a:cubicBezTo>
                    <a:pt x="22" y="8"/>
                    <a:pt x="25" y="11"/>
                    <a:pt x="26" y="14"/>
                  </a:cubicBezTo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860" name="Freeform 999">
              <a:extLst>
                <a:ext uri="{FF2B5EF4-FFF2-40B4-BE49-F238E27FC236}">
                  <a16:creationId xmlns:a16="http://schemas.microsoft.com/office/drawing/2014/main" id="{1BCE117C-E7A3-49D2-80CE-67027612235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0" y="3776"/>
              <a:ext cx="70" cy="35"/>
            </a:xfrm>
            <a:custGeom>
              <a:avLst/>
              <a:gdLst>
                <a:gd name="T0" fmla="*/ 0 w 28"/>
                <a:gd name="T1" fmla="*/ 0 h 13"/>
                <a:gd name="T2" fmla="*/ 83 w 28"/>
                <a:gd name="T3" fmla="*/ 22 h 13"/>
                <a:gd name="T4" fmla="*/ 300 w 28"/>
                <a:gd name="T5" fmla="*/ 94 h 13"/>
                <a:gd name="T6" fmla="*/ 408 w 28"/>
                <a:gd name="T7" fmla="*/ 197 h 13"/>
                <a:gd name="T8" fmla="*/ 438 w 28"/>
                <a:gd name="T9" fmla="*/ 232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13">
                  <a:moveTo>
                    <a:pt x="0" y="0"/>
                  </a:moveTo>
                  <a:cubicBezTo>
                    <a:pt x="1" y="1"/>
                    <a:pt x="3" y="0"/>
                    <a:pt x="5" y="1"/>
                  </a:cubicBezTo>
                  <a:cubicBezTo>
                    <a:pt x="10" y="1"/>
                    <a:pt x="14" y="3"/>
                    <a:pt x="19" y="5"/>
                  </a:cubicBezTo>
                  <a:cubicBezTo>
                    <a:pt x="21" y="7"/>
                    <a:pt x="24" y="8"/>
                    <a:pt x="26" y="10"/>
                  </a:cubicBezTo>
                  <a:cubicBezTo>
                    <a:pt x="27" y="11"/>
                    <a:pt x="28" y="13"/>
                    <a:pt x="28" y="12"/>
                  </a:cubicBezTo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861" name="Freeform 1000">
              <a:extLst>
                <a:ext uri="{FF2B5EF4-FFF2-40B4-BE49-F238E27FC236}">
                  <a16:creationId xmlns:a16="http://schemas.microsoft.com/office/drawing/2014/main" id="{5488363E-464B-40B6-BCF2-CC23A4BDA76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2" y="3576"/>
              <a:ext cx="373" cy="453"/>
            </a:xfrm>
            <a:custGeom>
              <a:avLst/>
              <a:gdLst>
                <a:gd name="T0" fmla="*/ 1222 w 149"/>
                <a:gd name="T1" fmla="*/ 0 h 170"/>
                <a:gd name="T2" fmla="*/ 2338 w 149"/>
                <a:gd name="T3" fmla="*/ 136 h 170"/>
                <a:gd name="T4" fmla="*/ 2318 w 149"/>
                <a:gd name="T5" fmla="*/ 773 h 170"/>
                <a:gd name="T6" fmla="*/ 2338 w 149"/>
                <a:gd name="T7" fmla="*/ 1156 h 170"/>
                <a:gd name="T8" fmla="*/ 2213 w 149"/>
                <a:gd name="T9" fmla="*/ 1455 h 170"/>
                <a:gd name="T10" fmla="*/ 1943 w 149"/>
                <a:gd name="T11" fmla="*/ 2081 h 170"/>
                <a:gd name="T12" fmla="*/ 909 w 149"/>
                <a:gd name="T13" fmla="*/ 2968 h 170"/>
                <a:gd name="T14" fmla="*/ 220 w 149"/>
                <a:gd name="T15" fmla="*/ 1796 h 170"/>
                <a:gd name="T16" fmla="*/ 551 w 149"/>
                <a:gd name="T17" fmla="*/ 1420 h 170"/>
                <a:gd name="T18" fmla="*/ 1222 w 149"/>
                <a:gd name="T19" fmla="*/ 0 h 17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49" h="170">
                  <a:moveTo>
                    <a:pt x="78" y="0"/>
                  </a:moveTo>
                  <a:cubicBezTo>
                    <a:pt x="78" y="0"/>
                    <a:pt x="109" y="31"/>
                    <a:pt x="149" y="7"/>
                  </a:cubicBezTo>
                  <a:cubicBezTo>
                    <a:pt x="149" y="7"/>
                    <a:pt x="149" y="27"/>
                    <a:pt x="148" y="41"/>
                  </a:cubicBezTo>
                  <a:cubicBezTo>
                    <a:pt x="149" y="61"/>
                    <a:pt x="149" y="61"/>
                    <a:pt x="149" y="61"/>
                  </a:cubicBezTo>
                  <a:cubicBezTo>
                    <a:pt x="149" y="61"/>
                    <a:pt x="149" y="69"/>
                    <a:pt x="141" y="77"/>
                  </a:cubicBezTo>
                  <a:cubicBezTo>
                    <a:pt x="133" y="85"/>
                    <a:pt x="126" y="102"/>
                    <a:pt x="124" y="110"/>
                  </a:cubicBezTo>
                  <a:cubicBezTo>
                    <a:pt x="123" y="119"/>
                    <a:pt x="105" y="170"/>
                    <a:pt x="58" y="157"/>
                  </a:cubicBezTo>
                  <a:cubicBezTo>
                    <a:pt x="11" y="145"/>
                    <a:pt x="0" y="111"/>
                    <a:pt x="14" y="95"/>
                  </a:cubicBezTo>
                  <a:cubicBezTo>
                    <a:pt x="28" y="80"/>
                    <a:pt x="35" y="75"/>
                    <a:pt x="35" y="75"/>
                  </a:cubicBezTo>
                  <a:cubicBezTo>
                    <a:pt x="35" y="75"/>
                    <a:pt x="70" y="7"/>
                    <a:pt x="78" y="0"/>
                  </a:cubicBezTo>
                  <a:close/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862" name="Freeform 1001">
              <a:extLst>
                <a:ext uri="{FF2B5EF4-FFF2-40B4-BE49-F238E27FC236}">
                  <a16:creationId xmlns:a16="http://schemas.microsoft.com/office/drawing/2014/main" id="{28F52184-C58B-4315-9D6B-BC1B2DD4327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9" y="3723"/>
              <a:ext cx="313" cy="261"/>
            </a:xfrm>
            <a:custGeom>
              <a:avLst/>
              <a:gdLst>
                <a:gd name="T0" fmla="*/ 0 w 125"/>
                <a:gd name="T1" fmla="*/ 1420 h 98"/>
                <a:gd name="T2" fmla="*/ 992 w 125"/>
                <a:gd name="T3" fmla="*/ 1758 h 98"/>
                <a:gd name="T4" fmla="*/ 1680 w 125"/>
                <a:gd name="T5" fmla="*/ 602 h 98"/>
                <a:gd name="T6" fmla="*/ 1963 w 125"/>
                <a:gd name="T7" fmla="*/ 0 h 9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5" h="98">
                  <a:moveTo>
                    <a:pt x="0" y="75"/>
                  </a:moveTo>
                  <a:cubicBezTo>
                    <a:pt x="0" y="75"/>
                    <a:pt x="24" y="98"/>
                    <a:pt x="63" y="93"/>
                  </a:cubicBezTo>
                  <a:cubicBezTo>
                    <a:pt x="90" y="90"/>
                    <a:pt x="103" y="42"/>
                    <a:pt x="107" y="32"/>
                  </a:cubicBezTo>
                  <a:cubicBezTo>
                    <a:pt x="112" y="22"/>
                    <a:pt x="122" y="9"/>
                    <a:pt x="125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863" name="Freeform 1002">
              <a:extLst>
                <a:ext uri="{FF2B5EF4-FFF2-40B4-BE49-F238E27FC236}">
                  <a16:creationId xmlns:a16="http://schemas.microsoft.com/office/drawing/2014/main" id="{393FC62F-D6EE-4AFA-A6E8-F6B274453B0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4" y="3933"/>
              <a:ext cx="196" cy="110"/>
            </a:xfrm>
            <a:custGeom>
              <a:avLst/>
              <a:gdLst>
                <a:gd name="T0" fmla="*/ 0 w 78"/>
                <a:gd name="T1" fmla="*/ 0 h 41"/>
                <a:gd name="T2" fmla="*/ 1239 w 78"/>
                <a:gd name="T3" fmla="*/ 172 h 41"/>
                <a:gd name="T4" fmla="*/ 1219 w 78"/>
                <a:gd name="T5" fmla="*/ 252 h 41"/>
                <a:gd name="T6" fmla="*/ 0 w 78"/>
                <a:gd name="T7" fmla="*/ 0 h 4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8" h="41">
                  <a:moveTo>
                    <a:pt x="0" y="0"/>
                  </a:moveTo>
                  <a:cubicBezTo>
                    <a:pt x="0" y="0"/>
                    <a:pt x="38" y="33"/>
                    <a:pt x="78" y="9"/>
                  </a:cubicBezTo>
                  <a:cubicBezTo>
                    <a:pt x="77" y="13"/>
                    <a:pt x="77" y="13"/>
                    <a:pt x="77" y="13"/>
                  </a:cubicBezTo>
                  <a:cubicBezTo>
                    <a:pt x="77" y="13"/>
                    <a:pt x="46" y="41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864" name="Freeform 1003">
              <a:extLst>
                <a:ext uri="{FF2B5EF4-FFF2-40B4-BE49-F238E27FC236}">
                  <a16:creationId xmlns:a16="http://schemas.microsoft.com/office/drawing/2014/main" id="{9E3C0B8D-209C-4382-B171-6F8A215711D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0" y="3725"/>
              <a:ext cx="52" cy="110"/>
            </a:xfrm>
            <a:custGeom>
              <a:avLst/>
              <a:gdLst>
                <a:gd name="T0" fmla="*/ 307 w 21"/>
                <a:gd name="T1" fmla="*/ 0 h 41"/>
                <a:gd name="T2" fmla="*/ 287 w 21"/>
                <a:gd name="T3" fmla="*/ 215 h 41"/>
                <a:gd name="T4" fmla="*/ 0 w 21"/>
                <a:gd name="T5" fmla="*/ 791 h 41"/>
                <a:gd name="T6" fmla="*/ 287 w 21"/>
                <a:gd name="T7" fmla="*/ 0 h 4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41">
                  <a:moveTo>
                    <a:pt x="20" y="0"/>
                  </a:moveTo>
                  <a:cubicBezTo>
                    <a:pt x="20" y="0"/>
                    <a:pt x="21" y="7"/>
                    <a:pt x="19" y="11"/>
                  </a:cubicBezTo>
                  <a:cubicBezTo>
                    <a:pt x="16" y="15"/>
                    <a:pt x="2" y="34"/>
                    <a:pt x="0" y="41"/>
                  </a:cubicBezTo>
                  <a:cubicBezTo>
                    <a:pt x="0" y="41"/>
                    <a:pt x="13" y="8"/>
                    <a:pt x="19" y="0"/>
                  </a:cubicBezTo>
                </a:path>
              </a:pathLst>
            </a:custGeom>
            <a:solidFill>
              <a:srgbClr val="D1D9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865" name="Freeform 1004">
              <a:extLst>
                <a:ext uri="{FF2B5EF4-FFF2-40B4-BE49-F238E27FC236}">
                  <a16:creationId xmlns:a16="http://schemas.microsoft.com/office/drawing/2014/main" id="{0FE50274-1C24-4BF3-AECF-1B8CBD5983D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0" y="3720"/>
              <a:ext cx="65" cy="176"/>
            </a:xfrm>
            <a:custGeom>
              <a:avLst/>
              <a:gdLst>
                <a:gd name="T0" fmla="*/ 0 w 26"/>
                <a:gd name="T1" fmla="*/ 1251 h 66"/>
                <a:gd name="T2" fmla="*/ 188 w 26"/>
                <a:gd name="T3" fmla="*/ 704 h 66"/>
                <a:gd name="T4" fmla="*/ 408 w 26"/>
                <a:gd name="T5" fmla="*/ 248 h 66"/>
                <a:gd name="T6" fmla="*/ 0 w 26"/>
                <a:gd name="T7" fmla="*/ 1251 h 6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66">
                  <a:moveTo>
                    <a:pt x="0" y="66"/>
                  </a:moveTo>
                  <a:cubicBezTo>
                    <a:pt x="0" y="66"/>
                    <a:pt x="10" y="45"/>
                    <a:pt x="12" y="37"/>
                  </a:cubicBezTo>
                  <a:cubicBezTo>
                    <a:pt x="15" y="29"/>
                    <a:pt x="26" y="13"/>
                    <a:pt x="26" y="13"/>
                  </a:cubicBezTo>
                  <a:cubicBezTo>
                    <a:pt x="26" y="13"/>
                    <a:pt x="12" y="0"/>
                    <a:pt x="0" y="66"/>
                  </a:cubicBezTo>
                  <a:close/>
                </a:path>
              </a:pathLst>
            </a:custGeom>
            <a:solidFill>
              <a:srgbClr val="64B5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866" name="Freeform 1005">
              <a:extLst>
                <a:ext uri="{FF2B5EF4-FFF2-40B4-BE49-F238E27FC236}">
                  <a16:creationId xmlns:a16="http://schemas.microsoft.com/office/drawing/2014/main" id="{95515EBE-2112-4ECF-8F66-934017803F2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0" y="3603"/>
              <a:ext cx="20" cy="138"/>
            </a:xfrm>
            <a:custGeom>
              <a:avLst/>
              <a:gdLst>
                <a:gd name="T0" fmla="*/ 125 w 8"/>
                <a:gd name="T1" fmla="*/ 0 h 52"/>
                <a:gd name="T2" fmla="*/ 125 w 8"/>
                <a:gd name="T3" fmla="*/ 634 h 52"/>
                <a:gd name="T4" fmla="*/ 0 w 8"/>
                <a:gd name="T5" fmla="*/ 971 h 52"/>
                <a:gd name="T6" fmla="*/ 125 w 8"/>
                <a:gd name="T7" fmla="*/ 0 h 5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52">
                  <a:moveTo>
                    <a:pt x="8" y="0"/>
                  </a:moveTo>
                  <a:cubicBezTo>
                    <a:pt x="8" y="0"/>
                    <a:pt x="8" y="32"/>
                    <a:pt x="8" y="34"/>
                  </a:cubicBezTo>
                  <a:cubicBezTo>
                    <a:pt x="8" y="36"/>
                    <a:pt x="3" y="47"/>
                    <a:pt x="0" y="52"/>
                  </a:cubicBezTo>
                  <a:cubicBezTo>
                    <a:pt x="0" y="52"/>
                    <a:pt x="8" y="37"/>
                    <a:pt x="8" y="0"/>
                  </a:cubicBezTo>
                  <a:close/>
                </a:path>
              </a:pathLst>
            </a:custGeom>
            <a:solidFill>
              <a:srgbClr val="64B5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867" name="Freeform 1006">
              <a:extLst>
                <a:ext uri="{FF2B5EF4-FFF2-40B4-BE49-F238E27FC236}">
                  <a16:creationId xmlns:a16="http://schemas.microsoft.com/office/drawing/2014/main" id="{C0BE75B7-B843-4FE8-B062-8FD85532B7A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4" y="3837"/>
              <a:ext cx="198" cy="118"/>
            </a:xfrm>
            <a:custGeom>
              <a:avLst/>
              <a:gdLst>
                <a:gd name="T0" fmla="*/ 113 w 79"/>
                <a:gd name="T1" fmla="*/ 94 h 44"/>
                <a:gd name="T2" fmla="*/ 125 w 79"/>
                <a:gd name="T3" fmla="*/ 389 h 44"/>
                <a:gd name="T4" fmla="*/ 554 w 79"/>
                <a:gd name="T5" fmla="*/ 770 h 44"/>
                <a:gd name="T6" fmla="*/ 1025 w 79"/>
                <a:gd name="T7" fmla="*/ 813 h 44"/>
                <a:gd name="T8" fmla="*/ 1193 w 79"/>
                <a:gd name="T9" fmla="*/ 735 h 44"/>
                <a:gd name="T10" fmla="*/ 1180 w 79"/>
                <a:gd name="T11" fmla="*/ 539 h 44"/>
                <a:gd name="T12" fmla="*/ 754 w 79"/>
                <a:gd name="T13" fmla="*/ 504 h 44"/>
                <a:gd name="T14" fmla="*/ 396 w 79"/>
                <a:gd name="T15" fmla="*/ 308 h 44"/>
                <a:gd name="T16" fmla="*/ 113 w 79"/>
                <a:gd name="T17" fmla="*/ 80 h 4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9" h="44">
                  <a:moveTo>
                    <a:pt x="7" y="5"/>
                  </a:moveTo>
                  <a:cubicBezTo>
                    <a:pt x="0" y="5"/>
                    <a:pt x="6" y="18"/>
                    <a:pt x="8" y="20"/>
                  </a:cubicBezTo>
                  <a:cubicBezTo>
                    <a:pt x="14" y="28"/>
                    <a:pt x="25" y="36"/>
                    <a:pt x="35" y="40"/>
                  </a:cubicBezTo>
                  <a:cubicBezTo>
                    <a:pt x="45" y="43"/>
                    <a:pt x="55" y="44"/>
                    <a:pt x="65" y="42"/>
                  </a:cubicBezTo>
                  <a:cubicBezTo>
                    <a:pt x="69" y="42"/>
                    <a:pt x="73" y="41"/>
                    <a:pt x="76" y="38"/>
                  </a:cubicBezTo>
                  <a:cubicBezTo>
                    <a:pt x="78" y="35"/>
                    <a:pt x="79" y="30"/>
                    <a:pt x="75" y="28"/>
                  </a:cubicBezTo>
                  <a:cubicBezTo>
                    <a:pt x="68" y="23"/>
                    <a:pt x="56" y="27"/>
                    <a:pt x="48" y="26"/>
                  </a:cubicBezTo>
                  <a:cubicBezTo>
                    <a:pt x="40" y="25"/>
                    <a:pt x="31" y="21"/>
                    <a:pt x="25" y="16"/>
                  </a:cubicBezTo>
                  <a:cubicBezTo>
                    <a:pt x="21" y="13"/>
                    <a:pt x="14" y="0"/>
                    <a:pt x="7" y="4"/>
                  </a:cubicBezTo>
                </a:path>
              </a:pathLst>
            </a:custGeom>
            <a:solidFill>
              <a:srgbClr val="BBDB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868" name="Freeform 1007">
              <a:extLst>
                <a:ext uri="{FF2B5EF4-FFF2-40B4-BE49-F238E27FC236}">
                  <a16:creationId xmlns:a16="http://schemas.microsoft.com/office/drawing/2014/main" id="{5DD2178D-CDE8-4D07-B9E0-FF2DBEEBCAD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2" y="3611"/>
              <a:ext cx="68" cy="114"/>
            </a:xfrm>
            <a:custGeom>
              <a:avLst/>
              <a:gdLst>
                <a:gd name="T0" fmla="*/ 0 w 27"/>
                <a:gd name="T1" fmla="*/ 133 h 43"/>
                <a:gd name="T2" fmla="*/ 222 w 27"/>
                <a:gd name="T3" fmla="*/ 90 h 43"/>
                <a:gd name="T4" fmla="*/ 368 w 27"/>
                <a:gd name="T5" fmla="*/ 21 h 43"/>
                <a:gd name="T6" fmla="*/ 380 w 27"/>
                <a:gd name="T7" fmla="*/ 111 h 43"/>
                <a:gd name="T8" fmla="*/ 335 w 27"/>
                <a:gd name="T9" fmla="*/ 374 h 43"/>
                <a:gd name="T10" fmla="*/ 191 w 27"/>
                <a:gd name="T11" fmla="*/ 668 h 43"/>
                <a:gd name="T12" fmla="*/ 126 w 27"/>
                <a:gd name="T13" fmla="*/ 408 h 43"/>
                <a:gd name="T14" fmla="*/ 33 w 27"/>
                <a:gd name="T15" fmla="*/ 204 h 4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7" h="43">
                  <a:moveTo>
                    <a:pt x="0" y="7"/>
                  </a:moveTo>
                  <a:cubicBezTo>
                    <a:pt x="3" y="9"/>
                    <a:pt x="11" y="6"/>
                    <a:pt x="14" y="5"/>
                  </a:cubicBezTo>
                  <a:cubicBezTo>
                    <a:pt x="17" y="4"/>
                    <a:pt x="20" y="1"/>
                    <a:pt x="23" y="1"/>
                  </a:cubicBezTo>
                  <a:cubicBezTo>
                    <a:pt x="27" y="0"/>
                    <a:pt x="25" y="3"/>
                    <a:pt x="24" y="6"/>
                  </a:cubicBezTo>
                  <a:cubicBezTo>
                    <a:pt x="23" y="11"/>
                    <a:pt x="22" y="15"/>
                    <a:pt x="21" y="20"/>
                  </a:cubicBezTo>
                  <a:cubicBezTo>
                    <a:pt x="20" y="22"/>
                    <a:pt x="17" y="43"/>
                    <a:pt x="12" y="36"/>
                  </a:cubicBezTo>
                  <a:cubicBezTo>
                    <a:pt x="10" y="32"/>
                    <a:pt x="10" y="26"/>
                    <a:pt x="8" y="22"/>
                  </a:cubicBezTo>
                  <a:cubicBezTo>
                    <a:pt x="7" y="18"/>
                    <a:pt x="3" y="15"/>
                    <a:pt x="2" y="11"/>
                  </a:cubicBezTo>
                </a:path>
              </a:pathLst>
            </a:custGeom>
            <a:solidFill>
              <a:srgbClr val="BBDB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869" name="Freeform 1008">
              <a:extLst>
                <a:ext uri="{FF2B5EF4-FFF2-40B4-BE49-F238E27FC236}">
                  <a16:creationId xmlns:a16="http://schemas.microsoft.com/office/drawing/2014/main" id="{D9037C91-728B-4DD1-AD7B-1F24F24F10E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2" y="3549"/>
              <a:ext cx="125" cy="70"/>
            </a:xfrm>
            <a:custGeom>
              <a:avLst/>
              <a:gdLst>
                <a:gd name="T0" fmla="*/ 50 w 50"/>
                <a:gd name="T1" fmla="*/ 291 h 26"/>
                <a:gd name="T2" fmla="*/ 63 w 50"/>
                <a:gd name="T3" fmla="*/ 35 h 26"/>
                <a:gd name="T4" fmla="*/ 658 w 50"/>
                <a:gd name="T5" fmla="*/ 291 h 26"/>
                <a:gd name="T6" fmla="*/ 583 w 50"/>
                <a:gd name="T7" fmla="*/ 506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0" h="26">
                  <a:moveTo>
                    <a:pt x="3" y="15"/>
                  </a:moveTo>
                  <a:cubicBezTo>
                    <a:pt x="1" y="9"/>
                    <a:pt x="0" y="2"/>
                    <a:pt x="4" y="2"/>
                  </a:cubicBezTo>
                  <a:cubicBezTo>
                    <a:pt x="12" y="0"/>
                    <a:pt x="30" y="15"/>
                    <a:pt x="42" y="15"/>
                  </a:cubicBezTo>
                  <a:cubicBezTo>
                    <a:pt x="50" y="14"/>
                    <a:pt x="43" y="21"/>
                    <a:pt x="37" y="26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870" name="Freeform 1009">
              <a:extLst>
                <a:ext uri="{FF2B5EF4-FFF2-40B4-BE49-F238E27FC236}">
                  <a16:creationId xmlns:a16="http://schemas.microsoft.com/office/drawing/2014/main" id="{570E5F9D-2071-4E8C-846F-18E1904FC1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7" y="3555"/>
              <a:ext cx="68" cy="29"/>
            </a:xfrm>
            <a:custGeom>
              <a:avLst/>
              <a:gdLst>
                <a:gd name="T0" fmla="*/ 33 w 27"/>
                <a:gd name="T1" fmla="*/ 145 h 11"/>
                <a:gd name="T2" fmla="*/ 50 w 27"/>
                <a:gd name="T3" fmla="*/ 21 h 11"/>
                <a:gd name="T4" fmla="*/ 146 w 27"/>
                <a:gd name="T5" fmla="*/ 55 h 11"/>
                <a:gd name="T6" fmla="*/ 431 w 27"/>
                <a:gd name="T7" fmla="*/ 200 h 11"/>
                <a:gd name="T8" fmla="*/ 191 w 27"/>
                <a:gd name="T9" fmla="*/ 124 h 11"/>
                <a:gd name="T10" fmla="*/ 33 w 27"/>
                <a:gd name="T11" fmla="*/ 90 h 1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7" h="11">
                  <a:moveTo>
                    <a:pt x="2" y="8"/>
                  </a:moveTo>
                  <a:cubicBezTo>
                    <a:pt x="0" y="6"/>
                    <a:pt x="1" y="2"/>
                    <a:pt x="3" y="1"/>
                  </a:cubicBezTo>
                  <a:cubicBezTo>
                    <a:pt x="5" y="0"/>
                    <a:pt x="7" y="2"/>
                    <a:pt x="9" y="3"/>
                  </a:cubicBezTo>
                  <a:cubicBezTo>
                    <a:pt x="14" y="7"/>
                    <a:pt x="22" y="8"/>
                    <a:pt x="27" y="11"/>
                  </a:cubicBezTo>
                  <a:cubicBezTo>
                    <a:pt x="21" y="11"/>
                    <a:pt x="16" y="9"/>
                    <a:pt x="12" y="7"/>
                  </a:cubicBezTo>
                  <a:cubicBezTo>
                    <a:pt x="10" y="6"/>
                    <a:pt x="4" y="2"/>
                    <a:pt x="2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871" name="Freeform 1010">
              <a:extLst>
                <a:ext uri="{FF2B5EF4-FFF2-40B4-BE49-F238E27FC236}">
                  <a16:creationId xmlns:a16="http://schemas.microsoft.com/office/drawing/2014/main" id="{14BB15DC-58FF-42A8-A8B5-DE447D91F11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2" y="3603"/>
              <a:ext cx="95" cy="29"/>
            </a:xfrm>
            <a:custGeom>
              <a:avLst/>
              <a:gdLst>
                <a:gd name="T0" fmla="*/ 0 w 38"/>
                <a:gd name="T1" fmla="*/ 166 h 11"/>
                <a:gd name="T2" fmla="*/ 0 w 38"/>
                <a:gd name="T3" fmla="*/ 166 h 11"/>
                <a:gd name="T4" fmla="*/ 313 w 38"/>
                <a:gd name="T5" fmla="*/ 111 h 11"/>
                <a:gd name="T6" fmla="*/ 470 w 38"/>
                <a:gd name="T7" fmla="*/ 55 h 11"/>
                <a:gd name="T8" fmla="*/ 595 w 38"/>
                <a:gd name="T9" fmla="*/ 0 h 11"/>
                <a:gd name="T10" fmla="*/ 438 w 38"/>
                <a:gd name="T11" fmla="*/ 111 h 11"/>
                <a:gd name="T12" fmla="*/ 270 w 38"/>
                <a:gd name="T13" fmla="*/ 182 h 11"/>
                <a:gd name="T14" fmla="*/ 0 w 38"/>
                <a:gd name="T15" fmla="*/ 182 h 1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8" h="11">
                  <a:moveTo>
                    <a:pt x="0" y="9"/>
                  </a:moveTo>
                  <a:cubicBezTo>
                    <a:pt x="0" y="9"/>
                    <a:pt x="0" y="9"/>
                    <a:pt x="0" y="9"/>
                  </a:cubicBezTo>
                  <a:cubicBezTo>
                    <a:pt x="7" y="10"/>
                    <a:pt x="13" y="8"/>
                    <a:pt x="20" y="6"/>
                  </a:cubicBezTo>
                  <a:cubicBezTo>
                    <a:pt x="24" y="6"/>
                    <a:pt x="27" y="4"/>
                    <a:pt x="30" y="3"/>
                  </a:cubicBezTo>
                  <a:cubicBezTo>
                    <a:pt x="32" y="2"/>
                    <a:pt x="35" y="1"/>
                    <a:pt x="38" y="0"/>
                  </a:cubicBezTo>
                  <a:cubicBezTo>
                    <a:pt x="36" y="4"/>
                    <a:pt x="31" y="4"/>
                    <a:pt x="28" y="6"/>
                  </a:cubicBezTo>
                  <a:cubicBezTo>
                    <a:pt x="24" y="7"/>
                    <a:pt x="21" y="9"/>
                    <a:pt x="17" y="10"/>
                  </a:cubicBezTo>
                  <a:cubicBezTo>
                    <a:pt x="11" y="11"/>
                    <a:pt x="6" y="10"/>
                    <a:pt x="0" y="1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872" name="Freeform 1011">
              <a:extLst>
                <a:ext uri="{FF2B5EF4-FFF2-40B4-BE49-F238E27FC236}">
                  <a16:creationId xmlns:a16="http://schemas.microsoft.com/office/drawing/2014/main" id="{35CAD9C6-0AC5-46A8-94B9-7664E848C40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2" y="3629"/>
              <a:ext cx="40" cy="112"/>
            </a:xfrm>
            <a:custGeom>
              <a:avLst/>
              <a:gdLst>
                <a:gd name="T0" fmla="*/ 188 w 16"/>
                <a:gd name="T1" fmla="*/ 0 h 42"/>
                <a:gd name="T2" fmla="*/ 220 w 16"/>
                <a:gd name="T3" fmla="*/ 35 h 42"/>
                <a:gd name="T4" fmla="*/ 238 w 16"/>
                <a:gd name="T5" fmla="*/ 115 h 42"/>
                <a:gd name="T6" fmla="*/ 220 w 16"/>
                <a:gd name="T7" fmla="*/ 227 h 42"/>
                <a:gd name="T8" fmla="*/ 158 w 16"/>
                <a:gd name="T9" fmla="*/ 285 h 42"/>
                <a:gd name="T10" fmla="*/ 175 w 16"/>
                <a:gd name="T11" fmla="*/ 363 h 42"/>
                <a:gd name="T12" fmla="*/ 158 w 16"/>
                <a:gd name="T13" fmla="*/ 456 h 42"/>
                <a:gd name="T14" fmla="*/ 83 w 16"/>
                <a:gd name="T15" fmla="*/ 547 h 42"/>
                <a:gd name="T16" fmla="*/ 63 w 16"/>
                <a:gd name="T17" fmla="*/ 648 h 42"/>
                <a:gd name="T18" fmla="*/ 0 w 16"/>
                <a:gd name="T19" fmla="*/ 797 h 42"/>
                <a:gd name="T20" fmla="*/ 95 w 16"/>
                <a:gd name="T21" fmla="*/ 589 h 42"/>
                <a:gd name="T22" fmla="*/ 125 w 16"/>
                <a:gd name="T23" fmla="*/ 512 h 42"/>
                <a:gd name="T24" fmla="*/ 175 w 16"/>
                <a:gd name="T25" fmla="*/ 397 h 42"/>
                <a:gd name="T26" fmla="*/ 188 w 16"/>
                <a:gd name="T27" fmla="*/ 320 h 42"/>
                <a:gd name="T28" fmla="*/ 238 w 16"/>
                <a:gd name="T29" fmla="*/ 227 h 42"/>
                <a:gd name="T30" fmla="*/ 250 w 16"/>
                <a:gd name="T31" fmla="*/ 115 h 42"/>
                <a:gd name="T32" fmla="*/ 208 w 16"/>
                <a:gd name="T33" fmla="*/ 21 h 4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6" h="42">
                  <a:moveTo>
                    <a:pt x="12" y="0"/>
                  </a:moveTo>
                  <a:cubicBezTo>
                    <a:pt x="12" y="0"/>
                    <a:pt x="13" y="2"/>
                    <a:pt x="14" y="2"/>
                  </a:cubicBezTo>
                  <a:cubicBezTo>
                    <a:pt x="14" y="3"/>
                    <a:pt x="15" y="5"/>
                    <a:pt x="15" y="6"/>
                  </a:cubicBezTo>
                  <a:cubicBezTo>
                    <a:pt x="15" y="8"/>
                    <a:pt x="15" y="10"/>
                    <a:pt x="14" y="12"/>
                  </a:cubicBezTo>
                  <a:cubicBezTo>
                    <a:pt x="13" y="13"/>
                    <a:pt x="11" y="13"/>
                    <a:pt x="10" y="15"/>
                  </a:cubicBezTo>
                  <a:cubicBezTo>
                    <a:pt x="10" y="16"/>
                    <a:pt x="11" y="18"/>
                    <a:pt x="11" y="19"/>
                  </a:cubicBezTo>
                  <a:cubicBezTo>
                    <a:pt x="11" y="21"/>
                    <a:pt x="10" y="23"/>
                    <a:pt x="10" y="24"/>
                  </a:cubicBezTo>
                  <a:cubicBezTo>
                    <a:pt x="8" y="26"/>
                    <a:pt x="7" y="27"/>
                    <a:pt x="5" y="29"/>
                  </a:cubicBezTo>
                  <a:cubicBezTo>
                    <a:pt x="4" y="30"/>
                    <a:pt x="4" y="32"/>
                    <a:pt x="4" y="34"/>
                  </a:cubicBezTo>
                  <a:cubicBezTo>
                    <a:pt x="3" y="37"/>
                    <a:pt x="2" y="39"/>
                    <a:pt x="0" y="42"/>
                  </a:cubicBezTo>
                  <a:cubicBezTo>
                    <a:pt x="4" y="39"/>
                    <a:pt x="4" y="36"/>
                    <a:pt x="6" y="31"/>
                  </a:cubicBezTo>
                  <a:cubicBezTo>
                    <a:pt x="6" y="29"/>
                    <a:pt x="7" y="29"/>
                    <a:pt x="8" y="27"/>
                  </a:cubicBezTo>
                  <a:cubicBezTo>
                    <a:pt x="10" y="26"/>
                    <a:pt x="11" y="24"/>
                    <a:pt x="11" y="21"/>
                  </a:cubicBezTo>
                  <a:cubicBezTo>
                    <a:pt x="11" y="20"/>
                    <a:pt x="11" y="18"/>
                    <a:pt x="12" y="17"/>
                  </a:cubicBezTo>
                  <a:cubicBezTo>
                    <a:pt x="12" y="15"/>
                    <a:pt x="14" y="14"/>
                    <a:pt x="15" y="12"/>
                  </a:cubicBezTo>
                  <a:cubicBezTo>
                    <a:pt x="16" y="10"/>
                    <a:pt x="16" y="8"/>
                    <a:pt x="16" y="6"/>
                  </a:cubicBezTo>
                  <a:cubicBezTo>
                    <a:pt x="15" y="4"/>
                    <a:pt x="13" y="3"/>
                    <a:pt x="13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873" name="Freeform 1012">
              <a:extLst>
                <a:ext uri="{FF2B5EF4-FFF2-40B4-BE49-F238E27FC236}">
                  <a16:creationId xmlns:a16="http://schemas.microsoft.com/office/drawing/2014/main" id="{64514C3E-D48B-4423-B995-0C8921A0AAF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0" y="3760"/>
              <a:ext cx="57" cy="83"/>
            </a:xfrm>
            <a:custGeom>
              <a:avLst/>
              <a:gdLst>
                <a:gd name="T0" fmla="*/ 320 w 23"/>
                <a:gd name="T1" fmla="*/ 0 h 31"/>
                <a:gd name="T2" fmla="*/ 287 w 23"/>
                <a:gd name="T3" fmla="*/ 115 h 31"/>
                <a:gd name="T4" fmla="*/ 258 w 23"/>
                <a:gd name="T5" fmla="*/ 171 h 31"/>
                <a:gd name="T6" fmla="*/ 278 w 23"/>
                <a:gd name="T7" fmla="*/ 286 h 31"/>
                <a:gd name="T8" fmla="*/ 258 w 23"/>
                <a:gd name="T9" fmla="*/ 423 h 31"/>
                <a:gd name="T10" fmla="*/ 154 w 23"/>
                <a:gd name="T11" fmla="*/ 517 h 31"/>
                <a:gd name="T12" fmla="*/ 0 w 23"/>
                <a:gd name="T13" fmla="*/ 560 h 31"/>
                <a:gd name="T14" fmla="*/ 154 w 23"/>
                <a:gd name="T15" fmla="*/ 538 h 31"/>
                <a:gd name="T16" fmla="*/ 287 w 23"/>
                <a:gd name="T17" fmla="*/ 423 h 31"/>
                <a:gd name="T18" fmla="*/ 287 w 23"/>
                <a:gd name="T19" fmla="*/ 308 h 31"/>
                <a:gd name="T20" fmla="*/ 258 w 23"/>
                <a:gd name="T21" fmla="*/ 193 h 31"/>
                <a:gd name="T22" fmla="*/ 337 w 23"/>
                <a:gd name="T23" fmla="*/ 21 h 3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3" h="31">
                  <a:moveTo>
                    <a:pt x="21" y="0"/>
                  </a:moveTo>
                  <a:cubicBezTo>
                    <a:pt x="22" y="2"/>
                    <a:pt x="21" y="4"/>
                    <a:pt x="19" y="6"/>
                  </a:cubicBezTo>
                  <a:cubicBezTo>
                    <a:pt x="18" y="7"/>
                    <a:pt x="17" y="8"/>
                    <a:pt x="17" y="9"/>
                  </a:cubicBezTo>
                  <a:cubicBezTo>
                    <a:pt x="17" y="11"/>
                    <a:pt x="18" y="13"/>
                    <a:pt x="18" y="15"/>
                  </a:cubicBezTo>
                  <a:cubicBezTo>
                    <a:pt x="18" y="17"/>
                    <a:pt x="18" y="20"/>
                    <a:pt x="17" y="22"/>
                  </a:cubicBezTo>
                  <a:cubicBezTo>
                    <a:pt x="16" y="25"/>
                    <a:pt x="12" y="25"/>
                    <a:pt x="10" y="27"/>
                  </a:cubicBezTo>
                  <a:cubicBezTo>
                    <a:pt x="6" y="30"/>
                    <a:pt x="4" y="29"/>
                    <a:pt x="0" y="29"/>
                  </a:cubicBezTo>
                  <a:cubicBezTo>
                    <a:pt x="4" y="31"/>
                    <a:pt x="6" y="30"/>
                    <a:pt x="10" y="28"/>
                  </a:cubicBezTo>
                  <a:cubicBezTo>
                    <a:pt x="12" y="26"/>
                    <a:pt x="18" y="25"/>
                    <a:pt x="19" y="22"/>
                  </a:cubicBezTo>
                  <a:cubicBezTo>
                    <a:pt x="19" y="20"/>
                    <a:pt x="19" y="18"/>
                    <a:pt x="19" y="16"/>
                  </a:cubicBezTo>
                  <a:cubicBezTo>
                    <a:pt x="19" y="14"/>
                    <a:pt x="17" y="12"/>
                    <a:pt x="17" y="10"/>
                  </a:cubicBezTo>
                  <a:cubicBezTo>
                    <a:pt x="18" y="7"/>
                    <a:pt x="23" y="5"/>
                    <a:pt x="22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874" name="Freeform 1013">
              <a:extLst>
                <a:ext uri="{FF2B5EF4-FFF2-40B4-BE49-F238E27FC236}">
                  <a16:creationId xmlns:a16="http://schemas.microsoft.com/office/drawing/2014/main" id="{276F7819-73F4-4983-B741-44A8EF4768B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2" y="3712"/>
              <a:ext cx="55" cy="123"/>
            </a:xfrm>
            <a:custGeom>
              <a:avLst/>
              <a:gdLst>
                <a:gd name="T0" fmla="*/ 345 w 22"/>
                <a:gd name="T1" fmla="*/ 845 h 46"/>
                <a:gd name="T2" fmla="*/ 158 w 22"/>
                <a:gd name="T3" fmla="*/ 786 h 46"/>
                <a:gd name="T4" fmla="*/ 33 w 22"/>
                <a:gd name="T5" fmla="*/ 687 h 46"/>
                <a:gd name="T6" fmla="*/ 63 w 22"/>
                <a:gd name="T7" fmla="*/ 380 h 46"/>
                <a:gd name="T8" fmla="*/ 125 w 22"/>
                <a:gd name="T9" fmla="*/ 308 h 46"/>
                <a:gd name="T10" fmla="*/ 145 w 22"/>
                <a:gd name="T11" fmla="*/ 171 h 46"/>
                <a:gd name="T12" fmla="*/ 238 w 22"/>
                <a:gd name="T13" fmla="*/ 0 h 46"/>
                <a:gd name="T14" fmla="*/ 125 w 22"/>
                <a:gd name="T15" fmla="*/ 193 h 46"/>
                <a:gd name="T16" fmla="*/ 113 w 22"/>
                <a:gd name="T17" fmla="*/ 308 h 46"/>
                <a:gd name="T18" fmla="*/ 50 w 22"/>
                <a:gd name="T19" fmla="*/ 422 h 46"/>
                <a:gd name="T20" fmla="*/ 50 w 22"/>
                <a:gd name="T21" fmla="*/ 730 h 46"/>
                <a:gd name="T22" fmla="*/ 300 w 22"/>
                <a:gd name="T23" fmla="*/ 845 h 46"/>
                <a:gd name="T24" fmla="*/ 333 w 22"/>
                <a:gd name="T25" fmla="*/ 845 h 4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2" h="46">
                  <a:moveTo>
                    <a:pt x="22" y="44"/>
                  </a:moveTo>
                  <a:cubicBezTo>
                    <a:pt x="19" y="46"/>
                    <a:pt x="13" y="43"/>
                    <a:pt x="10" y="41"/>
                  </a:cubicBezTo>
                  <a:cubicBezTo>
                    <a:pt x="7" y="40"/>
                    <a:pt x="4" y="39"/>
                    <a:pt x="2" y="36"/>
                  </a:cubicBezTo>
                  <a:cubicBezTo>
                    <a:pt x="0" y="31"/>
                    <a:pt x="0" y="24"/>
                    <a:pt x="4" y="20"/>
                  </a:cubicBezTo>
                  <a:cubicBezTo>
                    <a:pt x="6" y="19"/>
                    <a:pt x="8" y="19"/>
                    <a:pt x="8" y="16"/>
                  </a:cubicBezTo>
                  <a:cubicBezTo>
                    <a:pt x="9" y="14"/>
                    <a:pt x="8" y="11"/>
                    <a:pt x="9" y="9"/>
                  </a:cubicBezTo>
                  <a:cubicBezTo>
                    <a:pt x="10" y="6"/>
                    <a:pt x="16" y="3"/>
                    <a:pt x="15" y="0"/>
                  </a:cubicBezTo>
                  <a:cubicBezTo>
                    <a:pt x="13" y="4"/>
                    <a:pt x="9" y="6"/>
                    <a:pt x="8" y="10"/>
                  </a:cubicBezTo>
                  <a:cubicBezTo>
                    <a:pt x="7" y="12"/>
                    <a:pt x="8" y="15"/>
                    <a:pt x="7" y="16"/>
                  </a:cubicBezTo>
                  <a:cubicBezTo>
                    <a:pt x="7" y="19"/>
                    <a:pt x="4" y="20"/>
                    <a:pt x="3" y="22"/>
                  </a:cubicBezTo>
                  <a:cubicBezTo>
                    <a:pt x="0" y="27"/>
                    <a:pt x="0" y="33"/>
                    <a:pt x="3" y="38"/>
                  </a:cubicBezTo>
                  <a:cubicBezTo>
                    <a:pt x="6" y="43"/>
                    <a:pt x="14" y="41"/>
                    <a:pt x="19" y="44"/>
                  </a:cubicBezTo>
                  <a:cubicBezTo>
                    <a:pt x="20" y="44"/>
                    <a:pt x="20" y="44"/>
                    <a:pt x="21" y="4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</p:grpSp>
      <p:grpSp>
        <p:nvGrpSpPr>
          <p:cNvPr id="31754" name="Pair-of-grey-sweatpants">
            <a:extLst>
              <a:ext uri="{FF2B5EF4-FFF2-40B4-BE49-F238E27FC236}">
                <a16:creationId xmlns:a16="http://schemas.microsoft.com/office/drawing/2014/main" id="{F8DF0768-8F39-4D6F-A89D-B404DFCB4560}"/>
              </a:ext>
            </a:extLst>
          </p:cNvPr>
          <p:cNvGrpSpPr>
            <a:grpSpLocks/>
          </p:cNvGrpSpPr>
          <p:nvPr/>
        </p:nvGrpSpPr>
        <p:grpSpPr bwMode="auto">
          <a:xfrm>
            <a:off x="8553450" y="3292475"/>
            <a:ext cx="1169988" cy="2778125"/>
            <a:chOff x="4301" y="1299"/>
            <a:chExt cx="1017" cy="2416"/>
          </a:xfrm>
        </p:grpSpPr>
        <p:sp>
          <p:nvSpPr>
            <p:cNvPr id="31795" name="Freeform 1015">
              <a:extLst>
                <a:ext uri="{FF2B5EF4-FFF2-40B4-BE49-F238E27FC236}">
                  <a16:creationId xmlns:a16="http://schemas.microsoft.com/office/drawing/2014/main" id="{35EEAF73-C775-4BB9-8D2D-6EB01D84413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1" y="1299"/>
              <a:ext cx="1017" cy="2416"/>
            </a:xfrm>
            <a:custGeom>
              <a:avLst/>
              <a:gdLst>
                <a:gd name="T0" fmla="*/ 3058 w 407"/>
                <a:gd name="T1" fmla="*/ 320 h 906"/>
                <a:gd name="T2" fmla="*/ 1124 w 407"/>
                <a:gd name="T3" fmla="*/ 0 h 906"/>
                <a:gd name="T4" fmla="*/ 467 w 407"/>
                <a:gd name="T5" fmla="*/ 7928 h 906"/>
                <a:gd name="T6" fmla="*/ 1124 w 407"/>
                <a:gd name="T7" fmla="*/ 15928 h 906"/>
                <a:gd name="T8" fmla="*/ 1074 w 407"/>
                <a:gd name="T9" fmla="*/ 16747 h 906"/>
                <a:gd name="T10" fmla="*/ 2249 w 407"/>
                <a:gd name="T11" fmla="*/ 16840 h 906"/>
                <a:gd name="T12" fmla="*/ 2341 w 407"/>
                <a:gd name="T13" fmla="*/ 16077 h 906"/>
                <a:gd name="T14" fmla="*/ 2934 w 407"/>
                <a:gd name="T15" fmla="*/ 10752 h 906"/>
                <a:gd name="T16" fmla="*/ 3166 w 407"/>
                <a:gd name="T17" fmla="*/ 5496 h 906"/>
                <a:gd name="T18" fmla="*/ 3183 w 407"/>
                <a:gd name="T19" fmla="*/ 5496 h 906"/>
                <a:gd name="T20" fmla="*/ 3416 w 407"/>
                <a:gd name="T21" fmla="*/ 10752 h 906"/>
                <a:gd name="T22" fmla="*/ 4008 w 407"/>
                <a:gd name="T23" fmla="*/ 16077 h 906"/>
                <a:gd name="T24" fmla="*/ 4103 w 407"/>
                <a:gd name="T25" fmla="*/ 16840 h 906"/>
                <a:gd name="T26" fmla="*/ 5275 w 407"/>
                <a:gd name="T27" fmla="*/ 16747 h 906"/>
                <a:gd name="T28" fmla="*/ 5225 w 407"/>
                <a:gd name="T29" fmla="*/ 15928 h 906"/>
                <a:gd name="T30" fmla="*/ 5882 w 407"/>
                <a:gd name="T31" fmla="*/ 7928 h 906"/>
                <a:gd name="T32" fmla="*/ 5225 w 407"/>
                <a:gd name="T33" fmla="*/ 0 h 906"/>
                <a:gd name="T34" fmla="*/ 3291 w 407"/>
                <a:gd name="T35" fmla="*/ 320 h 906"/>
                <a:gd name="T36" fmla="*/ 3058 w 407"/>
                <a:gd name="T37" fmla="*/ 320 h 90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407" h="906">
                  <a:moveTo>
                    <a:pt x="196" y="17"/>
                  </a:moveTo>
                  <a:cubicBezTo>
                    <a:pt x="160" y="17"/>
                    <a:pt x="118" y="12"/>
                    <a:pt x="72" y="0"/>
                  </a:cubicBezTo>
                  <a:cubicBezTo>
                    <a:pt x="72" y="0"/>
                    <a:pt x="20" y="126"/>
                    <a:pt x="30" y="418"/>
                  </a:cubicBezTo>
                  <a:cubicBezTo>
                    <a:pt x="38" y="646"/>
                    <a:pt x="0" y="806"/>
                    <a:pt x="72" y="840"/>
                  </a:cubicBezTo>
                  <a:cubicBezTo>
                    <a:pt x="69" y="883"/>
                    <a:pt x="69" y="883"/>
                    <a:pt x="69" y="883"/>
                  </a:cubicBezTo>
                  <a:cubicBezTo>
                    <a:pt x="69" y="883"/>
                    <a:pt x="96" y="906"/>
                    <a:pt x="144" y="888"/>
                  </a:cubicBezTo>
                  <a:cubicBezTo>
                    <a:pt x="150" y="848"/>
                    <a:pt x="150" y="848"/>
                    <a:pt x="150" y="848"/>
                  </a:cubicBezTo>
                  <a:cubicBezTo>
                    <a:pt x="150" y="848"/>
                    <a:pt x="174" y="863"/>
                    <a:pt x="188" y="567"/>
                  </a:cubicBezTo>
                  <a:cubicBezTo>
                    <a:pt x="192" y="495"/>
                    <a:pt x="203" y="290"/>
                    <a:pt x="203" y="290"/>
                  </a:cubicBezTo>
                  <a:cubicBezTo>
                    <a:pt x="204" y="290"/>
                    <a:pt x="204" y="290"/>
                    <a:pt x="204" y="290"/>
                  </a:cubicBezTo>
                  <a:cubicBezTo>
                    <a:pt x="204" y="290"/>
                    <a:pt x="215" y="495"/>
                    <a:pt x="219" y="567"/>
                  </a:cubicBezTo>
                  <a:cubicBezTo>
                    <a:pt x="233" y="863"/>
                    <a:pt x="257" y="848"/>
                    <a:pt x="257" y="848"/>
                  </a:cubicBezTo>
                  <a:cubicBezTo>
                    <a:pt x="263" y="888"/>
                    <a:pt x="263" y="888"/>
                    <a:pt x="263" y="888"/>
                  </a:cubicBezTo>
                  <a:cubicBezTo>
                    <a:pt x="311" y="906"/>
                    <a:pt x="338" y="883"/>
                    <a:pt x="338" y="883"/>
                  </a:cubicBezTo>
                  <a:cubicBezTo>
                    <a:pt x="335" y="840"/>
                    <a:pt x="335" y="840"/>
                    <a:pt x="335" y="840"/>
                  </a:cubicBezTo>
                  <a:cubicBezTo>
                    <a:pt x="407" y="806"/>
                    <a:pt x="369" y="646"/>
                    <a:pt x="377" y="418"/>
                  </a:cubicBezTo>
                  <a:cubicBezTo>
                    <a:pt x="387" y="126"/>
                    <a:pt x="335" y="0"/>
                    <a:pt x="335" y="0"/>
                  </a:cubicBezTo>
                  <a:cubicBezTo>
                    <a:pt x="289" y="12"/>
                    <a:pt x="247" y="17"/>
                    <a:pt x="211" y="17"/>
                  </a:cubicBezTo>
                  <a:lnTo>
                    <a:pt x="196" y="17"/>
                  </a:lnTo>
                  <a:close/>
                </a:path>
              </a:pathLst>
            </a:custGeom>
            <a:solidFill>
              <a:srgbClr val="C9CB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796" name="Freeform 1016">
              <a:extLst>
                <a:ext uri="{FF2B5EF4-FFF2-40B4-BE49-F238E27FC236}">
                  <a16:creationId xmlns:a16="http://schemas.microsoft.com/office/drawing/2014/main" id="{20414E89-D306-4DC2-AD49-B4F683E1326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301" y="1299"/>
              <a:ext cx="782" cy="2400"/>
            </a:xfrm>
            <a:custGeom>
              <a:avLst/>
              <a:gdLst>
                <a:gd name="T0" fmla="*/ 4475 w 313"/>
                <a:gd name="T1" fmla="*/ 16077 h 900"/>
                <a:gd name="T2" fmla="*/ 3883 w 313"/>
                <a:gd name="T3" fmla="*/ 10752 h 900"/>
                <a:gd name="T4" fmla="*/ 3290 w 313"/>
                <a:gd name="T5" fmla="*/ 5483 h 900"/>
                <a:gd name="T6" fmla="*/ 3165 w 313"/>
                <a:gd name="T7" fmla="*/ 5496 h 900"/>
                <a:gd name="T8" fmla="*/ 3415 w 313"/>
                <a:gd name="T9" fmla="*/ 10717 h 900"/>
                <a:gd name="T10" fmla="*/ 3415 w 313"/>
                <a:gd name="T11" fmla="*/ 10752 h 900"/>
                <a:gd name="T12" fmla="*/ 4007 w 313"/>
                <a:gd name="T13" fmla="*/ 16077 h 900"/>
                <a:gd name="T14" fmla="*/ 4100 w 313"/>
                <a:gd name="T15" fmla="*/ 16840 h 900"/>
                <a:gd name="T16" fmla="*/ 4882 w 313"/>
                <a:gd name="T17" fmla="*/ 16952 h 900"/>
                <a:gd name="T18" fmla="*/ 4570 w 313"/>
                <a:gd name="T19" fmla="*/ 16840 h 900"/>
                <a:gd name="T20" fmla="*/ 4475 w 313"/>
                <a:gd name="T21" fmla="*/ 16077 h 900"/>
                <a:gd name="T22" fmla="*/ 1591 w 313"/>
                <a:gd name="T23" fmla="*/ 15928 h 900"/>
                <a:gd name="T24" fmla="*/ 937 w 313"/>
                <a:gd name="T25" fmla="*/ 7928 h 900"/>
                <a:gd name="T26" fmla="*/ 1562 w 313"/>
                <a:gd name="T27" fmla="*/ 115 h 900"/>
                <a:gd name="T28" fmla="*/ 1124 w 313"/>
                <a:gd name="T29" fmla="*/ 0 h 900"/>
                <a:gd name="T30" fmla="*/ 467 w 313"/>
                <a:gd name="T31" fmla="*/ 7928 h 900"/>
                <a:gd name="T32" fmla="*/ 1124 w 313"/>
                <a:gd name="T33" fmla="*/ 15928 h 900"/>
                <a:gd name="T34" fmla="*/ 1074 w 313"/>
                <a:gd name="T35" fmla="*/ 16747 h 900"/>
                <a:gd name="T36" fmla="*/ 1936 w 313"/>
                <a:gd name="T37" fmla="*/ 16952 h 900"/>
                <a:gd name="T38" fmla="*/ 1542 w 313"/>
                <a:gd name="T39" fmla="*/ 16747 h 900"/>
                <a:gd name="T40" fmla="*/ 1591 w 313"/>
                <a:gd name="T41" fmla="*/ 15928 h 900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313" h="900">
                  <a:moveTo>
                    <a:pt x="287" y="848"/>
                  </a:moveTo>
                  <a:cubicBezTo>
                    <a:pt x="287" y="848"/>
                    <a:pt x="263" y="863"/>
                    <a:pt x="249" y="567"/>
                  </a:cubicBezTo>
                  <a:cubicBezTo>
                    <a:pt x="245" y="495"/>
                    <a:pt x="211" y="289"/>
                    <a:pt x="211" y="289"/>
                  </a:cubicBezTo>
                  <a:cubicBezTo>
                    <a:pt x="203" y="290"/>
                    <a:pt x="203" y="290"/>
                    <a:pt x="203" y="290"/>
                  </a:cubicBezTo>
                  <a:cubicBezTo>
                    <a:pt x="203" y="290"/>
                    <a:pt x="216" y="488"/>
                    <a:pt x="219" y="565"/>
                  </a:cubicBezTo>
                  <a:cubicBezTo>
                    <a:pt x="219" y="565"/>
                    <a:pt x="219" y="566"/>
                    <a:pt x="219" y="567"/>
                  </a:cubicBezTo>
                  <a:cubicBezTo>
                    <a:pt x="233" y="863"/>
                    <a:pt x="257" y="848"/>
                    <a:pt x="257" y="848"/>
                  </a:cubicBezTo>
                  <a:cubicBezTo>
                    <a:pt x="263" y="888"/>
                    <a:pt x="263" y="888"/>
                    <a:pt x="263" y="888"/>
                  </a:cubicBezTo>
                  <a:cubicBezTo>
                    <a:pt x="284" y="896"/>
                    <a:pt x="301" y="896"/>
                    <a:pt x="313" y="894"/>
                  </a:cubicBezTo>
                  <a:cubicBezTo>
                    <a:pt x="307" y="892"/>
                    <a:pt x="300" y="891"/>
                    <a:pt x="293" y="888"/>
                  </a:cubicBezTo>
                  <a:lnTo>
                    <a:pt x="287" y="848"/>
                  </a:lnTo>
                  <a:close/>
                  <a:moveTo>
                    <a:pt x="102" y="840"/>
                  </a:moveTo>
                  <a:cubicBezTo>
                    <a:pt x="30" y="806"/>
                    <a:pt x="68" y="646"/>
                    <a:pt x="60" y="418"/>
                  </a:cubicBezTo>
                  <a:cubicBezTo>
                    <a:pt x="52" y="163"/>
                    <a:pt x="90" y="35"/>
                    <a:pt x="100" y="6"/>
                  </a:cubicBezTo>
                  <a:cubicBezTo>
                    <a:pt x="91" y="5"/>
                    <a:pt x="81" y="3"/>
                    <a:pt x="72" y="0"/>
                  </a:cubicBezTo>
                  <a:cubicBezTo>
                    <a:pt x="72" y="0"/>
                    <a:pt x="20" y="126"/>
                    <a:pt x="30" y="418"/>
                  </a:cubicBezTo>
                  <a:cubicBezTo>
                    <a:pt x="38" y="646"/>
                    <a:pt x="0" y="806"/>
                    <a:pt x="72" y="840"/>
                  </a:cubicBezTo>
                  <a:cubicBezTo>
                    <a:pt x="69" y="883"/>
                    <a:pt x="69" y="883"/>
                    <a:pt x="69" y="883"/>
                  </a:cubicBezTo>
                  <a:cubicBezTo>
                    <a:pt x="69" y="883"/>
                    <a:pt x="88" y="900"/>
                    <a:pt x="124" y="894"/>
                  </a:cubicBezTo>
                  <a:cubicBezTo>
                    <a:pt x="108" y="890"/>
                    <a:pt x="99" y="883"/>
                    <a:pt x="99" y="883"/>
                  </a:cubicBezTo>
                  <a:lnTo>
                    <a:pt x="102" y="840"/>
                  </a:lnTo>
                  <a:close/>
                </a:path>
              </a:pathLst>
            </a:custGeom>
            <a:solidFill>
              <a:srgbClr val="D6D8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797" name="Freeform 1017">
              <a:extLst>
                <a:ext uri="{FF2B5EF4-FFF2-40B4-BE49-F238E27FC236}">
                  <a16:creationId xmlns:a16="http://schemas.microsoft.com/office/drawing/2014/main" id="{FDCF9F9D-03E7-43AA-BE4F-F8C8B7F15DD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1" y="1299"/>
              <a:ext cx="1017" cy="2416"/>
            </a:xfrm>
            <a:custGeom>
              <a:avLst/>
              <a:gdLst>
                <a:gd name="T0" fmla="*/ 3058 w 407"/>
                <a:gd name="T1" fmla="*/ 320 h 906"/>
                <a:gd name="T2" fmla="*/ 1124 w 407"/>
                <a:gd name="T3" fmla="*/ 0 h 906"/>
                <a:gd name="T4" fmla="*/ 467 w 407"/>
                <a:gd name="T5" fmla="*/ 7928 h 906"/>
                <a:gd name="T6" fmla="*/ 1124 w 407"/>
                <a:gd name="T7" fmla="*/ 15928 h 906"/>
                <a:gd name="T8" fmla="*/ 1074 w 407"/>
                <a:gd name="T9" fmla="*/ 16747 h 906"/>
                <a:gd name="T10" fmla="*/ 2249 w 407"/>
                <a:gd name="T11" fmla="*/ 16840 h 906"/>
                <a:gd name="T12" fmla="*/ 2341 w 407"/>
                <a:gd name="T13" fmla="*/ 16077 h 906"/>
                <a:gd name="T14" fmla="*/ 2934 w 407"/>
                <a:gd name="T15" fmla="*/ 10752 h 906"/>
                <a:gd name="T16" fmla="*/ 3166 w 407"/>
                <a:gd name="T17" fmla="*/ 5496 h 906"/>
                <a:gd name="T18" fmla="*/ 3183 w 407"/>
                <a:gd name="T19" fmla="*/ 5496 h 906"/>
                <a:gd name="T20" fmla="*/ 3416 w 407"/>
                <a:gd name="T21" fmla="*/ 10752 h 906"/>
                <a:gd name="T22" fmla="*/ 4008 w 407"/>
                <a:gd name="T23" fmla="*/ 16077 h 906"/>
                <a:gd name="T24" fmla="*/ 4103 w 407"/>
                <a:gd name="T25" fmla="*/ 16840 h 906"/>
                <a:gd name="T26" fmla="*/ 5275 w 407"/>
                <a:gd name="T27" fmla="*/ 16747 h 906"/>
                <a:gd name="T28" fmla="*/ 5225 w 407"/>
                <a:gd name="T29" fmla="*/ 15928 h 906"/>
                <a:gd name="T30" fmla="*/ 5882 w 407"/>
                <a:gd name="T31" fmla="*/ 7928 h 906"/>
                <a:gd name="T32" fmla="*/ 5225 w 407"/>
                <a:gd name="T33" fmla="*/ 0 h 906"/>
                <a:gd name="T34" fmla="*/ 3291 w 407"/>
                <a:gd name="T35" fmla="*/ 320 h 906"/>
                <a:gd name="T36" fmla="*/ 3058 w 407"/>
                <a:gd name="T37" fmla="*/ 320 h 90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407" h="906">
                  <a:moveTo>
                    <a:pt x="196" y="17"/>
                  </a:moveTo>
                  <a:cubicBezTo>
                    <a:pt x="160" y="17"/>
                    <a:pt x="118" y="12"/>
                    <a:pt x="72" y="0"/>
                  </a:cubicBezTo>
                  <a:cubicBezTo>
                    <a:pt x="72" y="0"/>
                    <a:pt x="20" y="126"/>
                    <a:pt x="30" y="418"/>
                  </a:cubicBezTo>
                  <a:cubicBezTo>
                    <a:pt x="38" y="646"/>
                    <a:pt x="0" y="806"/>
                    <a:pt x="72" y="840"/>
                  </a:cubicBezTo>
                  <a:cubicBezTo>
                    <a:pt x="69" y="883"/>
                    <a:pt x="69" y="883"/>
                    <a:pt x="69" y="883"/>
                  </a:cubicBezTo>
                  <a:cubicBezTo>
                    <a:pt x="69" y="883"/>
                    <a:pt x="96" y="906"/>
                    <a:pt x="144" y="888"/>
                  </a:cubicBezTo>
                  <a:cubicBezTo>
                    <a:pt x="150" y="848"/>
                    <a:pt x="150" y="848"/>
                    <a:pt x="150" y="848"/>
                  </a:cubicBezTo>
                  <a:cubicBezTo>
                    <a:pt x="150" y="848"/>
                    <a:pt x="174" y="863"/>
                    <a:pt x="188" y="567"/>
                  </a:cubicBezTo>
                  <a:cubicBezTo>
                    <a:pt x="192" y="495"/>
                    <a:pt x="203" y="290"/>
                    <a:pt x="203" y="290"/>
                  </a:cubicBezTo>
                  <a:cubicBezTo>
                    <a:pt x="204" y="290"/>
                    <a:pt x="204" y="290"/>
                    <a:pt x="204" y="290"/>
                  </a:cubicBezTo>
                  <a:cubicBezTo>
                    <a:pt x="204" y="290"/>
                    <a:pt x="215" y="495"/>
                    <a:pt x="219" y="567"/>
                  </a:cubicBezTo>
                  <a:cubicBezTo>
                    <a:pt x="233" y="863"/>
                    <a:pt x="257" y="848"/>
                    <a:pt x="257" y="848"/>
                  </a:cubicBezTo>
                  <a:cubicBezTo>
                    <a:pt x="263" y="888"/>
                    <a:pt x="263" y="888"/>
                    <a:pt x="263" y="888"/>
                  </a:cubicBezTo>
                  <a:cubicBezTo>
                    <a:pt x="311" y="906"/>
                    <a:pt x="338" y="883"/>
                    <a:pt x="338" y="883"/>
                  </a:cubicBezTo>
                  <a:cubicBezTo>
                    <a:pt x="335" y="840"/>
                    <a:pt x="335" y="840"/>
                    <a:pt x="335" y="840"/>
                  </a:cubicBezTo>
                  <a:cubicBezTo>
                    <a:pt x="407" y="806"/>
                    <a:pt x="369" y="646"/>
                    <a:pt x="377" y="418"/>
                  </a:cubicBezTo>
                  <a:cubicBezTo>
                    <a:pt x="387" y="126"/>
                    <a:pt x="335" y="0"/>
                    <a:pt x="335" y="0"/>
                  </a:cubicBezTo>
                  <a:cubicBezTo>
                    <a:pt x="289" y="12"/>
                    <a:pt x="247" y="17"/>
                    <a:pt x="211" y="17"/>
                  </a:cubicBezTo>
                  <a:lnTo>
                    <a:pt x="196" y="17"/>
                  </a:lnTo>
                  <a:close/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798" name="Freeform 1018">
              <a:extLst>
                <a:ext uri="{FF2B5EF4-FFF2-40B4-BE49-F238E27FC236}">
                  <a16:creationId xmlns:a16="http://schemas.microsoft.com/office/drawing/2014/main" id="{2CFD3838-7F22-4A98-B89F-1027464C874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6" y="1341"/>
              <a:ext cx="687" cy="64"/>
            </a:xfrm>
            <a:custGeom>
              <a:avLst/>
              <a:gdLst>
                <a:gd name="T0" fmla="*/ 0 w 275"/>
                <a:gd name="T1" fmla="*/ 0 h 24"/>
                <a:gd name="T2" fmla="*/ 2103 w 275"/>
                <a:gd name="T3" fmla="*/ 456 h 24"/>
                <a:gd name="T4" fmla="*/ 4287 w 275"/>
                <a:gd name="T5" fmla="*/ 21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5" h="24">
                  <a:moveTo>
                    <a:pt x="0" y="0"/>
                  </a:moveTo>
                  <a:cubicBezTo>
                    <a:pt x="0" y="0"/>
                    <a:pt x="50" y="24"/>
                    <a:pt x="135" y="24"/>
                  </a:cubicBezTo>
                  <a:cubicBezTo>
                    <a:pt x="220" y="24"/>
                    <a:pt x="275" y="1"/>
                    <a:pt x="275" y="1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799" name="Freeform 1019">
              <a:extLst>
                <a:ext uri="{FF2B5EF4-FFF2-40B4-BE49-F238E27FC236}">
                  <a16:creationId xmlns:a16="http://schemas.microsoft.com/office/drawing/2014/main" id="{737F1172-CF10-4416-A45C-2AD2256913A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3" y="2051"/>
              <a:ext cx="103" cy="37"/>
            </a:xfrm>
            <a:custGeom>
              <a:avLst/>
              <a:gdLst>
                <a:gd name="T0" fmla="*/ 0 w 41"/>
                <a:gd name="T1" fmla="*/ 0 h 14"/>
                <a:gd name="T2" fmla="*/ 651 w 41"/>
                <a:gd name="T3" fmla="*/ 77 h 14"/>
                <a:gd name="T4" fmla="*/ 0 w 41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" h="14">
                  <a:moveTo>
                    <a:pt x="0" y="0"/>
                  </a:moveTo>
                  <a:cubicBezTo>
                    <a:pt x="0" y="0"/>
                    <a:pt x="13" y="14"/>
                    <a:pt x="41" y="4"/>
                  </a:cubicBezTo>
                  <a:cubicBezTo>
                    <a:pt x="41" y="4"/>
                    <a:pt x="18" y="1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800" name="Freeform 1020">
              <a:extLst>
                <a:ext uri="{FF2B5EF4-FFF2-40B4-BE49-F238E27FC236}">
                  <a16:creationId xmlns:a16="http://schemas.microsoft.com/office/drawing/2014/main" id="{690C7540-4EDE-4F35-B28C-11721739583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8" y="3531"/>
              <a:ext cx="145" cy="24"/>
            </a:xfrm>
            <a:custGeom>
              <a:avLst/>
              <a:gdLst>
                <a:gd name="T0" fmla="*/ 0 w 58"/>
                <a:gd name="T1" fmla="*/ 35 h 9"/>
                <a:gd name="T2" fmla="*/ 145 w 58"/>
                <a:gd name="T3" fmla="*/ 21 h 9"/>
                <a:gd name="T4" fmla="*/ 283 w 58"/>
                <a:gd name="T5" fmla="*/ 136 h 9"/>
                <a:gd name="T6" fmla="*/ 270 w 58"/>
                <a:gd name="T7" fmla="*/ 0 h 9"/>
                <a:gd name="T8" fmla="*/ 408 w 58"/>
                <a:gd name="T9" fmla="*/ 93 h 9"/>
                <a:gd name="T10" fmla="*/ 408 w 58"/>
                <a:gd name="T11" fmla="*/ 35 h 9"/>
                <a:gd name="T12" fmla="*/ 708 w 58"/>
                <a:gd name="T13" fmla="*/ 93 h 9"/>
                <a:gd name="T14" fmla="*/ 908 w 58"/>
                <a:gd name="T15" fmla="*/ 115 h 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8" h="9">
                  <a:moveTo>
                    <a:pt x="0" y="2"/>
                  </a:moveTo>
                  <a:cubicBezTo>
                    <a:pt x="3" y="2"/>
                    <a:pt x="9" y="7"/>
                    <a:pt x="9" y="1"/>
                  </a:cubicBezTo>
                  <a:cubicBezTo>
                    <a:pt x="13" y="1"/>
                    <a:pt x="14" y="7"/>
                    <a:pt x="18" y="7"/>
                  </a:cubicBezTo>
                  <a:cubicBezTo>
                    <a:pt x="19" y="5"/>
                    <a:pt x="18" y="2"/>
                    <a:pt x="17" y="0"/>
                  </a:cubicBezTo>
                  <a:cubicBezTo>
                    <a:pt x="20" y="2"/>
                    <a:pt x="23" y="4"/>
                    <a:pt x="26" y="5"/>
                  </a:cubicBezTo>
                  <a:cubicBezTo>
                    <a:pt x="26" y="5"/>
                    <a:pt x="26" y="3"/>
                    <a:pt x="26" y="2"/>
                  </a:cubicBezTo>
                  <a:cubicBezTo>
                    <a:pt x="30" y="3"/>
                    <a:pt x="45" y="9"/>
                    <a:pt x="45" y="5"/>
                  </a:cubicBezTo>
                  <a:cubicBezTo>
                    <a:pt x="50" y="4"/>
                    <a:pt x="53" y="7"/>
                    <a:pt x="58" y="6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801" name="Freeform 1021">
              <a:extLst>
                <a:ext uri="{FF2B5EF4-FFF2-40B4-BE49-F238E27FC236}">
                  <a16:creationId xmlns:a16="http://schemas.microsoft.com/office/drawing/2014/main" id="{31C577BA-F87A-4E46-9BC3-EEA8970C1AEF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0" y="3533"/>
              <a:ext cx="130" cy="35"/>
            </a:xfrm>
            <a:custGeom>
              <a:avLst/>
              <a:gdLst>
                <a:gd name="T0" fmla="*/ 813 w 52"/>
                <a:gd name="T1" fmla="*/ 0 h 13"/>
                <a:gd name="T2" fmla="*/ 625 w 52"/>
                <a:gd name="T3" fmla="*/ 116 h 13"/>
                <a:gd name="T4" fmla="*/ 645 w 52"/>
                <a:gd name="T5" fmla="*/ 35 h 13"/>
                <a:gd name="T6" fmla="*/ 500 w 52"/>
                <a:gd name="T7" fmla="*/ 159 h 13"/>
                <a:gd name="T8" fmla="*/ 500 w 52"/>
                <a:gd name="T9" fmla="*/ 35 h 13"/>
                <a:gd name="T10" fmla="*/ 333 w 52"/>
                <a:gd name="T11" fmla="*/ 116 h 13"/>
                <a:gd name="T12" fmla="*/ 145 w 52"/>
                <a:gd name="T13" fmla="*/ 137 h 13"/>
                <a:gd name="T14" fmla="*/ 0 w 52"/>
                <a:gd name="T15" fmla="*/ 197 h 1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2" h="13">
                  <a:moveTo>
                    <a:pt x="52" y="0"/>
                  </a:moveTo>
                  <a:cubicBezTo>
                    <a:pt x="49" y="2"/>
                    <a:pt x="44" y="6"/>
                    <a:pt x="40" y="6"/>
                  </a:cubicBezTo>
                  <a:cubicBezTo>
                    <a:pt x="41" y="4"/>
                    <a:pt x="40" y="3"/>
                    <a:pt x="41" y="2"/>
                  </a:cubicBezTo>
                  <a:cubicBezTo>
                    <a:pt x="39" y="4"/>
                    <a:pt x="35" y="7"/>
                    <a:pt x="32" y="8"/>
                  </a:cubicBezTo>
                  <a:cubicBezTo>
                    <a:pt x="32" y="6"/>
                    <a:pt x="32" y="4"/>
                    <a:pt x="32" y="2"/>
                  </a:cubicBezTo>
                  <a:cubicBezTo>
                    <a:pt x="28" y="3"/>
                    <a:pt x="25" y="9"/>
                    <a:pt x="21" y="6"/>
                  </a:cubicBezTo>
                  <a:cubicBezTo>
                    <a:pt x="14" y="13"/>
                    <a:pt x="17" y="8"/>
                    <a:pt x="9" y="7"/>
                  </a:cubicBezTo>
                  <a:cubicBezTo>
                    <a:pt x="7" y="7"/>
                    <a:pt x="3" y="11"/>
                    <a:pt x="0" y="1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802" name="Freeform 1022">
              <a:extLst>
                <a:ext uri="{FF2B5EF4-FFF2-40B4-BE49-F238E27FC236}">
                  <a16:creationId xmlns:a16="http://schemas.microsoft.com/office/drawing/2014/main" id="{9DABFFED-15DB-4F7A-A92E-D30B0C33C43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3" y="3547"/>
              <a:ext cx="23" cy="13"/>
            </a:xfrm>
            <a:custGeom>
              <a:avLst/>
              <a:gdLst>
                <a:gd name="T0" fmla="*/ 0 w 9"/>
                <a:gd name="T1" fmla="*/ 0 h 5"/>
                <a:gd name="T2" fmla="*/ 151 w 9"/>
                <a:gd name="T3" fmla="*/ 8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5">
                  <a:moveTo>
                    <a:pt x="0" y="0"/>
                  </a:moveTo>
                  <a:cubicBezTo>
                    <a:pt x="4" y="0"/>
                    <a:pt x="7" y="2"/>
                    <a:pt x="9" y="5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803" name="Freeform 1023">
              <a:extLst>
                <a:ext uri="{FF2B5EF4-FFF2-40B4-BE49-F238E27FC236}">
                  <a16:creationId xmlns:a16="http://schemas.microsoft.com/office/drawing/2014/main" id="{6BAC299A-EC15-46A4-A49B-33475C574AC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3" y="3549"/>
              <a:ext cx="15" cy="11"/>
            </a:xfrm>
            <a:custGeom>
              <a:avLst/>
              <a:gdLst>
                <a:gd name="T0" fmla="*/ 0 w 6"/>
                <a:gd name="T1" fmla="*/ 83 h 4"/>
                <a:gd name="T2" fmla="*/ 95 w 6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4">
                  <a:moveTo>
                    <a:pt x="0" y="4"/>
                  </a:moveTo>
                  <a:cubicBezTo>
                    <a:pt x="1" y="2"/>
                    <a:pt x="3" y="0"/>
                    <a:pt x="6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804" name="Freeform 1024">
              <a:extLst>
                <a:ext uri="{FF2B5EF4-FFF2-40B4-BE49-F238E27FC236}">
                  <a16:creationId xmlns:a16="http://schemas.microsoft.com/office/drawing/2014/main" id="{092523D5-FD8A-40CB-A065-400F8A0860EC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1" y="1821"/>
              <a:ext cx="234" cy="286"/>
            </a:xfrm>
            <a:custGeom>
              <a:avLst/>
              <a:gdLst>
                <a:gd name="T0" fmla="*/ 0 w 94"/>
                <a:gd name="T1" fmla="*/ 1836 h 107"/>
                <a:gd name="T2" fmla="*/ 861 w 94"/>
                <a:gd name="T3" fmla="*/ 1243 h 107"/>
                <a:gd name="T4" fmla="*/ 1451 w 94"/>
                <a:gd name="T5" fmla="*/ 0 h 107"/>
                <a:gd name="T6" fmla="*/ 1078 w 94"/>
                <a:gd name="T7" fmla="*/ 1165 h 107"/>
                <a:gd name="T8" fmla="*/ 695 w 94"/>
                <a:gd name="T9" fmla="*/ 1737 h 107"/>
                <a:gd name="T10" fmla="*/ 1110 w 94"/>
                <a:gd name="T11" fmla="*/ 1679 h 107"/>
                <a:gd name="T12" fmla="*/ 42 w 94"/>
                <a:gd name="T13" fmla="*/ 1892 h 10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4" h="107">
                  <a:moveTo>
                    <a:pt x="0" y="96"/>
                  </a:moveTo>
                  <a:cubicBezTo>
                    <a:pt x="21" y="89"/>
                    <a:pt x="40" y="81"/>
                    <a:pt x="56" y="65"/>
                  </a:cubicBezTo>
                  <a:cubicBezTo>
                    <a:pt x="73" y="48"/>
                    <a:pt x="84" y="21"/>
                    <a:pt x="94" y="0"/>
                  </a:cubicBezTo>
                  <a:cubicBezTo>
                    <a:pt x="81" y="17"/>
                    <a:pt x="80" y="43"/>
                    <a:pt x="70" y="61"/>
                  </a:cubicBezTo>
                  <a:cubicBezTo>
                    <a:pt x="64" y="71"/>
                    <a:pt x="47" y="80"/>
                    <a:pt x="45" y="91"/>
                  </a:cubicBezTo>
                  <a:cubicBezTo>
                    <a:pt x="51" y="93"/>
                    <a:pt x="65" y="90"/>
                    <a:pt x="72" y="88"/>
                  </a:cubicBezTo>
                  <a:cubicBezTo>
                    <a:pt x="53" y="100"/>
                    <a:pt x="24" y="107"/>
                    <a:pt x="3" y="99"/>
                  </a:cubicBezTo>
                </a:path>
              </a:pathLst>
            </a:custGeom>
            <a:solidFill>
              <a:srgbClr val="B5B5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805" name="Freeform 1025">
              <a:extLst>
                <a:ext uri="{FF2B5EF4-FFF2-40B4-BE49-F238E27FC236}">
                  <a16:creationId xmlns:a16="http://schemas.microsoft.com/office/drawing/2014/main" id="{43A29BF6-7E4A-4C50-820A-AD01B472EB7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8" y="1360"/>
              <a:ext cx="360" cy="99"/>
            </a:xfrm>
            <a:custGeom>
              <a:avLst/>
              <a:gdLst>
                <a:gd name="T0" fmla="*/ 33 w 144"/>
                <a:gd name="T1" fmla="*/ 0 h 37"/>
                <a:gd name="T2" fmla="*/ 2250 w 144"/>
                <a:gd name="T3" fmla="*/ 401 h 37"/>
                <a:gd name="T4" fmla="*/ 0 w 144"/>
                <a:gd name="T5" fmla="*/ 230 h 37"/>
                <a:gd name="T6" fmla="*/ 33 w 144"/>
                <a:gd name="T7" fmla="*/ 0 h 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4" h="37">
                  <a:moveTo>
                    <a:pt x="2" y="0"/>
                  </a:moveTo>
                  <a:cubicBezTo>
                    <a:pt x="2" y="0"/>
                    <a:pt x="63" y="27"/>
                    <a:pt x="144" y="21"/>
                  </a:cubicBezTo>
                  <a:cubicBezTo>
                    <a:pt x="144" y="21"/>
                    <a:pt x="100" y="37"/>
                    <a:pt x="0" y="12"/>
                  </a:cubicBezTo>
                  <a:lnTo>
                    <a:pt x="2" y="0"/>
                  </a:lnTo>
                  <a:close/>
                </a:path>
              </a:pathLst>
            </a:custGeom>
            <a:solidFill>
              <a:srgbClr val="D6D8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806" name="Freeform 1026">
              <a:extLst>
                <a:ext uri="{FF2B5EF4-FFF2-40B4-BE49-F238E27FC236}">
                  <a16:creationId xmlns:a16="http://schemas.microsoft.com/office/drawing/2014/main" id="{7C267EC2-59E3-4136-93CA-07588CCC9E3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6" y="1952"/>
              <a:ext cx="82" cy="109"/>
            </a:xfrm>
            <a:custGeom>
              <a:avLst/>
              <a:gdLst>
                <a:gd name="T0" fmla="*/ 475 w 33"/>
                <a:gd name="T1" fmla="*/ 750 h 41"/>
                <a:gd name="T2" fmla="*/ 92 w 33"/>
                <a:gd name="T3" fmla="*/ 524 h 41"/>
                <a:gd name="T4" fmla="*/ 0 w 33"/>
                <a:gd name="T5" fmla="*/ 0 h 41"/>
                <a:gd name="T6" fmla="*/ 291 w 33"/>
                <a:gd name="T7" fmla="*/ 508 h 41"/>
                <a:gd name="T8" fmla="*/ 494 w 33"/>
                <a:gd name="T9" fmla="*/ 750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41">
                  <a:moveTo>
                    <a:pt x="31" y="40"/>
                  </a:moveTo>
                  <a:cubicBezTo>
                    <a:pt x="24" y="41"/>
                    <a:pt x="10" y="33"/>
                    <a:pt x="6" y="28"/>
                  </a:cubicBezTo>
                  <a:cubicBezTo>
                    <a:pt x="1" y="21"/>
                    <a:pt x="1" y="9"/>
                    <a:pt x="0" y="0"/>
                  </a:cubicBezTo>
                  <a:cubicBezTo>
                    <a:pt x="8" y="5"/>
                    <a:pt x="12" y="20"/>
                    <a:pt x="19" y="27"/>
                  </a:cubicBezTo>
                  <a:cubicBezTo>
                    <a:pt x="23" y="31"/>
                    <a:pt x="33" y="34"/>
                    <a:pt x="32" y="40"/>
                  </a:cubicBezTo>
                </a:path>
              </a:pathLst>
            </a:custGeom>
            <a:solidFill>
              <a:srgbClr val="D6D8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</p:grpSp>
      <p:grpSp>
        <p:nvGrpSpPr>
          <p:cNvPr id="31755" name="green-short-sleeve-t-shirt">
            <a:extLst>
              <a:ext uri="{FF2B5EF4-FFF2-40B4-BE49-F238E27FC236}">
                <a16:creationId xmlns:a16="http://schemas.microsoft.com/office/drawing/2014/main" id="{8FA23E0F-2EFB-4D55-AC65-1846A87A834B}"/>
              </a:ext>
            </a:extLst>
          </p:cNvPr>
          <p:cNvGrpSpPr>
            <a:grpSpLocks/>
          </p:cNvGrpSpPr>
          <p:nvPr/>
        </p:nvGrpSpPr>
        <p:grpSpPr bwMode="auto">
          <a:xfrm>
            <a:off x="8448675" y="2025650"/>
            <a:ext cx="1384300" cy="1793875"/>
            <a:chOff x="4224" y="917"/>
            <a:chExt cx="1200" cy="1555"/>
          </a:xfrm>
        </p:grpSpPr>
        <p:sp>
          <p:nvSpPr>
            <p:cNvPr id="31781" name="Freeform 1028">
              <a:extLst>
                <a:ext uri="{FF2B5EF4-FFF2-40B4-BE49-F238E27FC236}">
                  <a16:creationId xmlns:a16="http://schemas.microsoft.com/office/drawing/2014/main" id="{49803D8D-9C34-4AB1-8FD6-F0B2531D890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4" y="917"/>
              <a:ext cx="1200" cy="1555"/>
            </a:xfrm>
            <a:custGeom>
              <a:avLst/>
              <a:gdLst>
                <a:gd name="T0" fmla="*/ 3645 w 480"/>
                <a:gd name="T1" fmla="*/ 10970 h 583"/>
                <a:gd name="T2" fmla="*/ 1238 w 480"/>
                <a:gd name="T3" fmla="*/ 9981 h 583"/>
                <a:gd name="T4" fmla="*/ 1533 w 480"/>
                <a:gd name="T5" fmla="*/ 4745 h 583"/>
                <a:gd name="T6" fmla="*/ 0 w 480"/>
                <a:gd name="T7" fmla="*/ 4177 h 583"/>
                <a:gd name="T8" fmla="*/ 1113 w 480"/>
                <a:gd name="T9" fmla="*/ 568 h 583"/>
                <a:gd name="T10" fmla="*/ 2533 w 480"/>
                <a:gd name="T11" fmla="*/ 136 h 583"/>
                <a:gd name="T12" fmla="*/ 2708 w 480"/>
                <a:gd name="T13" fmla="*/ 0 h 583"/>
                <a:gd name="T14" fmla="*/ 3738 w 480"/>
                <a:gd name="T15" fmla="*/ 477 h 583"/>
                <a:gd name="T16" fmla="*/ 3770 w 480"/>
                <a:gd name="T17" fmla="*/ 477 h 583"/>
                <a:gd name="T18" fmla="*/ 4800 w 480"/>
                <a:gd name="T19" fmla="*/ 0 h 583"/>
                <a:gd name="T20" fmla="*/ 4970 w 480"/>
                <a:gd name="T21" fmla="*/ 136 h 583"/>
                <a:gd name="T22" fmla="*/ 6408 w 480"/>
                <a:gd name="T23" fmla="*/ 568 h 583"/>
                <a:gd name="T24" fmla="*/ 7500 w 480"/>
                <a:gd name="T25" fmla="*/ 4177 h 583"/>
                <a:gd name="T26" fmla="*/ 5970 w 480"/>
                <a:gd name="T27" fmla="*/ 4745 h 583"/>
                <a:gd name="T28" fmla="*/ 6270 w 480"/>
                <a:gd name="T29" fmla="*/ 9981 h 583"/>
                <a:gd name="T30" fmla="*/ 3895 w 480"/>
                <a:gd name="T31" fmla="*/ 10970 h 583"/>
                <a:gd name="T32" fmla="*/ 3645 w 480"/>
                <a:gd name="T33" fmla="*/ 10970 h 58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480" h="583">
                  <a:moveTo>
                    <a:pt x="233" y="578"/>
                  </a:moveTo>
                  <a:cubicBezTo>
                    <a:pt x="125" y="583"/>
                    <a:pt x="79" y="526"/>
                    <a:pt x="79" y="526"/>
                  </a:cubicBezTo>
                  <a:cubicBezTo>
                    <a:pt x="103" y="430"/>
                    <a:pt x="98" y="250"/>
                    <a:pt x="98" y="250"/>
                  </a:cubicBezTo>
                  <a:cubicBezTo>
                    <a:pt x="33" y="254"/>
                    <a:pt x="0" y="220"/>
                    <a:pt x="0" y="220"/>
                  </a:cubicBezTo>
                  <a:cubicBezTo>
                    <a:pt x="27" y="56"/>
                    <a:pt x="71" y="30"/>
                    <a:pt x="71" y="30"/>
                  </a:cubicBezTo>
                  <a:cubicBezTo>
                    <a:pt x="162" y="7"/>
                    <a:pt x="162" y="7"/>
                    <a:pt x="162" y="7"/>
                  </a:cubicBezTo>
                  <a:cubicBezTo>
                    <a:pt x="173" y="0"/>
                    <a:pt x="173" y="0"/>
                    <a:pt x="173" y="0"/>
                  </a:cubicBezTo>
                  <a:cubicBezTo>
                    <a:pt x="198" y="25"/>
                    <a:pt x="239" y="25"/>
                    <a:pt x="239" y="25"/>
                  </a:cubicBezTo>
                  <a:cubicBezTo>
                    <a:pt x="241" y="25"/>
                    <a:pt x="241" y="25"/>
                    <a:pt x="241" y="25"/>
                  </a:cubicBezTo>
                  <a:cubicBezTo>
                    <a:pt x="241" y="25"/>
                    <a:pt x="282" y="25"/>
                    <a:pt x="307" y="0"/>
                  </a:cubicBezTo>
                  <a:cubicBezTo>
                    <a:pt x="318" y="7"/>
                    <a:pt x="318" y="7"/>
                    <a:pt x="318" y="7"/>
                  </a:cubicBezTo>
                  <a:cubicBezTo>
                    <a:pt x="410" y="30"/>
                    <a:pt x="410" y="30"/>
                    <a:pt x="410" y="30"/>
                  </a:cubicBezTo>
                  <a:cubicBezTo>
                    <a:pt x="410" y="30"/>
                    <a:pt x="454" y="56"/>
                    <a:pt x="480" y="220"/>
                  </a:cubicBezTo>
                  <a:cubicBezTo>
                    <a:pt x="480" y="220"/>
                    <a:pt x="448" y="254"/>
                    <a:pt x="382" y="250"/>
                  </a:cubicBezTo>
                  <a:cubicBezTo>
                    <a:pt x="382" y="250"/>
                    <a:pt x="377" y="430"/>
                    <a:pt x="401" y="526"/>
                  </a:cubicBezTo>
                  <a:cubicBezTo>
                    <a:pt x="401" y="526"/>
                    <a:pt x="356" y="583"/>
                    <a:pt x="249" y="578"/>
                  </a:cubicBezTo>
                  <a:lnTo>
                    <a:pt x="233" y="578"/>
                  </a:lnTo>
                  <a:close/>
                </a:path>
              </a:pathLst>
            </a:custGeom>
            <a:solidFill>
              <a:srgbClr val="A3CE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782" name="Freeform 1029">
              <a:extLst>
                <a:ext uri="{FF2B5EF4-FFF2-40B4-BE49-F238E27FC236}">
                  <a16:creationId xmlns:a16="http://schemas.microsoft.com/office/drawing/2014/main" id="{3D195791-29AC-46FB-8787-60B879DB294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4" y="917"/>
              <a:ext cx="1200" cy="1555"/>
            </a:xfrm>
            <a:custGeom>
              <a:avLst/>
              <a:gdLst>
                <a:gd name="T0" fmla="*/ 3645 w 480"/>
                <a:gd name="T1" fmla="*/ 10970 h 583"/>
                <a:gd name="T2" fmla="*/ 1238 w 480"/>
                <a:gd name="T3" fmla="*/ 9981 h 583"/>
                <a:gd name="T4" fmla="*/ 1533 w 480"/>
                <a:gd name="T5" fmla="*/ 4745 h 583"/>
                <a:gd name="T6" fmla="*/ 0 w 480"/>
                <a:gd name="T7" fmla="*/ 4177 h 583"/>
                <a:gd name="T8" fmla="*/ 1113 w 480"/>
                <a:gd name="T9" fmla="*/ 568 h 583"/>
                <a:gd name="T10" fmla="*/ 2533 w 480"/>
                <a:gd name="T11" fmla="*/ 136 h 583"/>
                <a:gd name="T12" fmla="*/ 2708 w 480"/>
                <a:gd name="T13" fmla="*/ 0 h 583"/>
                <a:gd name="T14" fmla="*/ 3738 w 480"/>
                <a:gd name="T15" fmla="*/ 477 h 583"/>
                <a:gd name="T16" fmla="*/ 3770 w 480"/>
                <a:gd name="T17" fmla="*/ 477 h 583"/>
                <a:gd name="T18" fmla="*/ 4800 w 480"/>
                <a:gd name="T19" fmla="*/ 0 h 583"/>
                <a:gd name="T20" fmla="*/ 4970 w 480"/>
                <a:gd name="T21" fmla="*/ 136 h 583"/>
                <a:gd name="T22" fmla="*/ 6408 w 480"/>
                <a:gd name="T23" fmla="*/ 568 h 583"/>
                <a:gd name="T24" fmla="*/ 7500 w 480"/>
                <a:gd name="T25" fmla="*/ 4177 h 583"/>
                <a:gd name="T26" fmla="*/ 5970 w 480"/>
                <a:gd name="T27" fmla="*/ 4745 h 583"/>
                <a:gd name="T28" fmla="*/ 6270 w 480"/>
                <a:gd name="T29" fmla="*/ 9981 h 583"/>
                <a:gd name="T30" fmla="*/ 3895 w 480"/>
                <a:gd name="T31" fmla="*/ 10970 h 583"/>
                <a:gd name="T32" fmla="*/ 3645 w 480"/>
                <a:gd name="T33" fmla="*/ 10970 h 58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480" h="583">
                  <a:moveTo>
                    <a:pt x="233" y="578"/>
                  </a:moveTo>
                  <a:cubicBezTo>
                    <a:pt x="125" y="583"/>
                    <a:pt x="79" y="526"/>
                    <a:pt x="79" y="526"/>
                  </a:cubicBezTo>
                  <a:cubicBezTo>
                    <a:pt x="103" y="430"/>
                    <a:pt x="98" y="250"/>
                    <a:pt x="98" y="250"/>
                  </a:cubicBezTo>
                  <a:cubicBezTo>
                    <a:pt x="33" y="254"/>
                    <a:pt x="0" y="220"/>
                    <a:pt x="0" y="220"/>
                  </a:cubicBezTo>
                  <a:cubicBezTo>
                    <a:pt x="27" y="56"/>
                    <a:pt x="71" y="30"/>
                    <a:pt x="71" y="30"/>
                  </a:cubicBezTo>
                  <a:cubicBezTo>
                    <a:pt x="162" y="7"/>
                    <a:pt x="162" y="7"/>
                    <a:pt x="162" y="7"/>
                  </a:cubicBezTo>
                  <a:cubicBezTo>
                    <a:pt x="173" y="0"/>
                    <a:pt x="173" y="0"/>
                    <a:pt x="173" y="0"/>
                  </a:cubicBezTo>
                  <a:cubicBezTo>
                    <a:pt x="198" y="25"/>
                    <a:pt x="239" y="25"/>
                    <a:pt x="239" y="25"/>
                  </a:cubicBezTo>
                  <a:cubicBezTo>
                    <a:pt x="241" y="25"/>
                    <a:pt x="241" y="25"/>
                    <a:pt x="241" y="25"/>
                  </a:cubicBezTo>
                  <a:cubicBezTo>
                    <a:pt x="241" y="25"/>
                    <a:pt x="282" y="25"/>
                    <a:pt x="307" y="0"/>
                  </a:cubicBezTo>
                  <a:cubicBezTo>
                    <a:pt x="318" y="7"/>
                    <a:pt x="318" y="7"/>
                    <a:pt x="318" y="7"/>
                  </a:cubicBezTo>
                  <a:cubicBezTo>
                    <a:pt x="410" y="30"/>
                    <a:pt x="410" y="30"/>
                    <a:pt x="410" y="30"/>
                  </a:cubicBezTo>
                  <a:cubicBezTo>
                    <a:pt x="410" y="30"/>
                    <a:pt x="454" y="56"/>
                    <a:pt x="480" y="220"/>
                  </a:cubicBezTo>
                  <a:cubicBezTo>
                    <a:pt x="480" y="220"/>
                    <a:pt x="448" y="254"/>
                    <a:pt x="382" y="250"/>
                  </a:cubicBezTo>
                  <a:cubicBezTo>
                    <a:pt x="382" y="250"/>
                    <a:pt x="377" y="430"/>
                    <a:pt x="401" y="526"/>
                  </a:cubicBezTo>
                  <a:cubicBezTo>
                    <a:pt x="401" y="526"/>
                    <a:pt x="356" y="583"/>
                    <a:pt x="249" y="578"/>
                  </a:cubicBezTo>
                  <a:lnTo>
                    <a:pt x="233" y="578"/>
                  </a:ln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783" name="Freeform 1030">
              <a:extLst>
                <a:ext uri="{FF2B5EF4-FFF2-40B4-BE49-F238E27FC236}">
                  <a16:creationId xmlns:a16="http://schemas.microsoft.com/office/drawing/2014/main" id="{726B6476-3B8C-4111-B870-BE067EDB947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9" y="936"/>
              <a:ext cx="390" cy="85"/>
            </a:xfrm>
            <a:custGeom>
              <a:avLst/>
              <a:gdLst>
                <a:gd name="T0" fmla="*/ 0 w 156"/>
                <a:gd name="T1" fmla="*/ 0 h 32"/>
                <a:gd name="T2" fmla="*/ 1250 w 156"/>
                <a:gd name="T3" fmla="*/ 600 h 32"/>
                <a:gd name="T4" fmla="*/ 2438 w 156"/>
                <a:gd name="T5" fmla="*/ 0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6" h="32">
                  <a:moveTo>
                    <a:pt x="0" y="0"/>
                  </a:moveTo>
                  <a:cubicBezTo>
                    <a:pt x="0" y="0"/>
                    <a:pt x="16" y="32"/>
                    <a:pt x="80" y="32"/>
                  </a:cubicBezTo>
                  <a:cubicBezTo>
                    <a:pt x="145" y="32"/>
                    <a:pt x="156" y="0"/>
                    <a:pt x="156" y="0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784" name="Freeform 1031">
              <a:extLst>
                <a:ext uri="{FF2B5EF4-FFF2-40B4-BE49-F238E27FC236}">
                  <a16:creationId xmlns:a16="http://schemas.microsoft.com/office/drawing/2014/main" id="{33E93AD0-63CE-41A8-84B2-9AFF7C3DA9F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9" y="1403"/>
              <a:ext cx="7" cy="181"/>
            </a:xfrm>
            <a:custGeom>
              <a:avLst/>
              <a:gdLst>
                <a:gd name="T0" fmla="*/ 0 w 3"/>
                <a:gd name="T1" fmla="*/ 1283 h 68"/>
                <a:gd name="T2" fmla="*/ 28 w 3"/>
                <a:gd name="T3" fmla="*/ 0 h 6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68">
                  <a:moveTo>
                    <a:pt x="0" y="68"/>
                  </a:moveTo>
                  <a:cubicBezTo>
                    <a:pt x="0" y="68"/>
                    <a:pt x="3" y="11"/>
                    <a:pt x="2" y="0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785" name="Freeform 1032">
              <a:extLst>
                <a:ext uri="{FF2B5EF4-FFF2-40B4-BE49-F238E27FC236}">
                  <a16:creationId xmlns:a16="http://schemas.microsoft.com/office/drawing/2014/main" id="{212F68B8-D1F5-4921-B579-6238349A812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4" y="1421"/>
              <a:ext cx="40" cy="40"/>
            </a:xfrm>
            <a:custGeom>
              <a:avLst/>
              <a:gdLst>
                <a:gd name="T0" fmla="*/ 250 w 16"/>
                <a:gd name="T1" fmla="*/ 285 h 15"/>
                <a:gd name="T2" fmla="*/ 0 w 16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5">
                  <a:moveTo>
                    <a:pt x="16" y="15"/>
                  </a:moveTo>
                  <a:cubicBezTo>
                    <a:pt x="16" y="15"/>
                    <a:pt x="12" y="3"/>
                    <a:pt x="0" y="0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786" name="Freeform 1033">
              <a:extLst>
                <a:ext uri="{FF2B5EF4-FFF2-40B4-BE49-F238E27FC236}">
                  <a16:creationId xmlns:a16="http://schemas.microsoft.com/office/drawing/2014/main" id="{DCCC4D09-2F0D-4DB9-8D95-D965CB2E747F}"/>
                </a:ext>
              </a:extLst>
            </p:cNvPr>
            <p:cNvSpPr>
              <a:spLocks/>
            </p:cNvSpPr>
            <p:nvPr/>
          </p:nvSpPr>
          <p:spPr bwMode="auto">
            <a:xfrm>
              <a:off x="5171" y="1395"/>
              <a:ext cx="10" cy="189"/>
            </a:xfrm>
            <a:custGeom>
              <a:avLst/>
              <a:gdLst>
                <a:gd name="T0" fmla="*/ 50 w 4"/>
                <a:gd name="T1" fmla="*/ 1339 h 71"/>
                <a:gd name="T2" fmla="*/ 63 w 4"/>
                <a:gd name="T3" fmla="*/ 0 h 7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71">
                  <a:moveTo>
                    <a:pt x="3" y="71"/>
                  </a:moveTo>
                  <a:cubicBezTo>
                    <a:pt x="3" y="71"/>
                    <a:pt x="0" y="11"/>
                    <a:pt x="4" y="0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787" name="Freeform 1034">
              <a:extLst>
                <a:ext uri="{FF2B5EF4-FFF2-40B4-BE49-F238E27FC236}">
                  <a16:creationId xmlns:a16="http://schemas.microsoft.com/office/drawing/2014/main" id="{4C76FE6F-E24E-47C6-89BC-23DCBFC342F4}"/>
                </a:ext>
              </a:extLst>
            </p:cNvPr>
            <p:cNvSpPr>
              <a:spLocks/>
            </p:cNvSpPr>
            <p:nvPr/>
          </p:nvSpPr>
          <p:spPr bwMode="auto">
            <a:xfrm>
              <a:off x="5176" y="1421"/>
              <a:ext cx="40" cy="48"/>
            </a:xfrm>
            <a:custGeom>
              <a:avLst/>
              <a:gdLst>
                <a:gd name="T0" fmla="*/ 0 w 16"/>
                <a:gd name="T1" fmla="*/ 341 h 18"/>
                <a:gd name="T2" fmla="*/ 250 w 16"/>
                <a:gd name="T3" fmla="*/ 0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8">
                  <a:moveTo>
                    <a:pt x="0" y="18"/>
                  </a:moveTo>
                  <a:cubicBezTo>
                    <a:pt x="0" y="18"/>
                    <a:pt x="7" y="3"/>
                    <a:pt x="16" y="0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788" name="Freeform 1035">
              <a:extLst>
                <a:ext uri="{FF2B5EF4-FFF2-40B4-BE49-F238E27FC236}">
                  <a16:creationId xmlns:a16="http://schemas.microsoft.com/office/drawing/2014/main" id="{3D183688-1CE3-4D81-A485-3A86C1745B1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9" y="1405"/>
              <a:ext cx="142" cy="1011"/>
            </a:xfrm>
            <a:custGeom>
              <a:avLst/>
              <a:gdLst>
                <a:gd name="T0" fmla="*/ 324 w 57"/>
                <a:gd name="T1" fmla="*/ 0 h 379"/>
                <a:gd name="T2" fmla="*/ 0 w 57"/>
                <a:gd name="T3" fmla="*/ 6453 h 379"/>
                <a:gd name="T4" fmla="*/ 882 w 57"/>
                <a:gd name="T5" fmla="*/ 7194 h 379"/>
                <a:gd name="T6" fmla="*/ 229 w 57"/>
                <a:gd name="T7" fmla="*/ 5919 h 379"/>
                <a:gd name="T8" fmla="*/ 324 w 57"/>
                <a:gd name="T9" fmla="*/ 0 h 37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7" h="379">
                  <a:moveTo>
                    <a:pt x="21" y="0"/>
                  </a:moveTo>
                  <a:cubicBezTo>
                    <a:pt x="21" y="0"/>
                    <a:pt x="28" y="301"/>
                    <a:pt x="0" y="340"/>
                  </a:cubicBezTo>
                  <a:cubicBezTo>
                    <a:pt x="0" y="340"/>
                    <a:pt x="28" y="368"/>
                    <a:pt x="57" y="379"/>
                  </a:cubicBezTo>
                  <a:cubicBezTo>
                    <a:pt x="57" y="379"/>
                    <a:pt x="7" y="347"/>
                    <a:pt x="15" y="312"/>
                  </a:cubicBezTo>
                  <a:cubicBezTo>
                    <a:pt x="22" y="277"/>
                    <a:pt x="34" y="53"/>
                    <a:pt x="21" y="0"/>
                  </a:cubicBezTo>
                  <a:close/>
                </a:path>
              </a:pathLst>
            </a:custGeom>
            <a:solidFill>
              <a:srgbClr val="C9E2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789" name="Freeform 1036">
              <a:extLst>
                <a:ext uri="{FF2B5EF4-FFF2-40B4-BE49-F238E27FC236}">
                  <a16:creationId xmlns:a16="http://schemas.microsoft.com/office/drawing/2014/main" id="{5709B7C5-FA2E-43CE-BE0D-39539AF2DF8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9" y="1395"/>
              <a:ext cx="50" cy="32"/>
            </a:xfrm>
            <a:custGeom>
              <a:avLst/>
              <a:gdLst>
                <a:gd name="T0" fmla="*/ 145 w 20"/>
                <a:gd name="T1" fmla="*/ 227 h 12"/>
                <a:gd name="T2" fmla="*/ 95 w 20"/>
                <a:gd name="T3" fmla="*/ 136 h 12"/>
                <a:gd name="T4" fmla="*/ 208 w 20"/>
                <a:gd name="T5" fmla="*/ 115 h 12"/>
                <a:gd name="T6" fmla="*/ 313 w 20"/>
                <a:gd name="T7" fmla="*/ 192 h 12"/>
                <a:gd name="T8" fmla="*/ 83 w 20"/>
                <a:gd name="T9" fmla="*/ 56 h 12"/>
                <a:gd name="T10" fmla="*/ 125 w 20"/>
                <a:gd name="T11" fmla="*/ 227 h 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" h="12">
                  <a:moveTo>
                    <a:pt x="9" y="12"/>
                  </a:moveTo>
                  <a:cubicBezTo>
                    <a:pt x="7" y="11"/>
                    <a:pt x="5" y="9"/>
                    <a:pt x="6" y="7"/>
                  </a:cubicBezTo>
                  <a:cubicBezTo>
                    <a:pt x="9" y="6"/>
                    <a:pt x="10" y="6"/>
                    <a:pt x="13" y="6"/>
                  </a:cubicBezTo>
                  <a:cubicBezTo>
                    <a:pt x="15" y="7"/>
                    <a:pt x="18" y="9"/>
                    <a:pt x="20" y="10"/>
                  </a:cubicBezTo>
                  <a:cubicBezTo>
                    <a:pt x="17" y="8"/>
                    <a:pt x="10" y="0"/>
                    <a:pt x="5" y="3"/>
                  </a:cubicBezTo>
                  <a:cubicBezTo>
                    <a:pt x="0" y="5"/>
                    <a:pt x="6" y="9"/>
                    <a:pt x="8" y="12"/>
                  </a:cubicBezTo>
                </a:path>
              </a:pathLst>
            </a:custGeom>
            <a:solidFill>
              <a:srgbClr val="C9E2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790" name="Freeform 1037">
              <a:extLst>
                <a:ext uri="{FF2B5EF4-FFF2-40B4-BE49-F238E27FC236}">
                  <a16:creationId xmlns:a16="http://schemas.microsoft.com/office/drawing/2014/main" id="{C9EC69A4-9D1F-4BE9-9653-02DA547067F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4" y="1373"/>
              <a:ext cx="25" cy="30"/>
            </a:xfrm>
            <a:custGeom>
              <a:avLst/>
              <a:gdLst>
                <a:gd name="T0" fmla="*/ 33 w 10"/>
                <a:gd name="T1" fmla="*/ 224 h 11"/>
                <a:gd name="T2" fmla="*/ 83 w 10"/>
                <a:gd name="T3" fmla="*/ 142 h 11"/>
                <a:gd name="T4" fmla="*/ 158 w 10"/>
                <a:gd name="T5" fmla="*/ 224 h 11"/>
                <a:gd name="T6" fmla="*/ 83 w 10"/>
                <a:gd name="T7" fmla="*/ 22 h 11"/>
                <a:gd name="T8" fmla="*/ 0 w 10"/>
                <a:gd name="T9" fmla="*/ 202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1">
                  <a:moveTo>
                    <a:pt x="2" y="11"/>
                  </a:moveTo>
                  <a:cubicBezTo>
                    <a:pt x="2" y="10"/>
                    <a:pt x="3" y="7"/>
                    <a:pt x="5" y="7"/>
                  </a:cubicBezTo>
                  <a:cubicBezTo>
                    <a:pt x="7" y="7"/>
                    <a:pt x="10" y="9"/>
                    <a:pt x="10" y="11"/>
                  </a:cubicBezTo>
                  <a:cubicBezTo>
                    <a:pt x="8" y="9"/>
                    <a:pt x="9" y="0"/>
                    <a:pt x="5" y="1"/>
                  </a:cubicBezTo>
                  <a:cubicBezTo>
                    <a:pt x="2" y="1"/>
                    <a:pt x="1" y="8"/>
                    <a:pt x="0" y="10"/>
                  </a:cubicBezTo>
                </a:path>
              </a:pathLst>
            </a:custGeom>
            <a:solidFill>
              <a:srgbClr val="C9E2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791" name="Freeform 1038">
              <a:extLst>
                <a:ext uri="{FF2B5EF4-FFF2-40B4-BE49-F238E27FC236}">
                  <a16:creationId xmlns:a16="http://schemas.microsoft.com/office/drawing/2014/main" id="{5E1F65A2-F31C-4741-82A6-41FCA5745DF1}"/>
                </a:ext>
              </a:extLst>
            </p:cNvPr>
            <p:cNvSpPr>
              <a:spLocks/>
            </p:cNvSpPr>
            <p:nvPr/>
          </p:nvSpPr>
          <p:spPr bwMode="auto">
            <a:xfrm>
              <a:off x="5169" y="1357"/>
              <a:ext cx="32" cy="54"/>
            </a:xfrm>
            <a:custGeom>
              <a:avLst/>
              <a:gdLst>
                <a:gd name="T0" fmla="*/ 0 w 13"/>
                <a:gd name="T1" fmla="*/ 356 h 20"/>
                <a:gd name="T2" fmla="*/ 91 w 13"/>
                <a:gd name="T3" fmla="*/ 176 h 20"/>
                <a:gd name="T4" fmla="*/ 103 w 13"/>
                <a:gd name="T5" fmla="*/ 394 h 20"/>
                <a:gd name="T6" fmla="*/ 153 w 13"/>
                <a:gd name="T7" fmla="*/ 103 h 20"/>
                <a:gd name="T8" fmla="*/ 0 w 13"/>
                <a:gd name="T9" fmla="*/ 257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20">
                  <a:moveTo>
                    <a:pt x="0" y="18"/>
                  </a:moveTo>
                  <a:cubicBezTo>
                    <a:pt x="1" y="16"/>
                    <a:pt x="3" y="9"/>
                    <a:pt x="6" y="9"/>
                  </a:cubicBezTo>
                  <a:cubicBezTo>
                    <a:pt x="9" y="10"/>
                    <a:pt x="7" y="18"/>
                    <a:pt x="7" y="20"/>
                  </a:cubicBezTo>
                  <a:cubicBezTo>
                    <a:pt x="8" y="16"/>
                    <a:pt x="13" y="8"/>
                    <a:pt x="10" y="5"/>
                  </a:cubicBezTo>
                  <a:cubicBezTo>
                    <a:pt x="6" y="0"/>
                    <a:pt x="1" y="10"/>
                    <a:pt x="0" y="13"/>
                  </a:cubicBezTo>
                </a:path>
              </a:pathLst>
            </a:custGeom>
            <a:solidFill>
              <a:srgbClr val="C9E2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792" name="Freeform 1039">
              <a:extLst>
                <a:ext uri="{FF2B5EF4-FFF2-40B4-BE49-F238E27FC236}">
                  <a16:creationId xmlns:a16="http://schemas.microsoft.com/office/drawing/2014/main" id="{4A4C0254-AE4B-4EB5-9FC7-DC09C29DA713}"/>
                </a:ext>
              </a:extLst>
            </p:cNvPr>
            <p:cNvSpPr>
              <a:spLocks/>
            </p:cNvSpPr>
            <p:nvPr/>
          </p:nvSpPr>
          <p:spPr bwMode="auto">
            <a:xfrm>
              <a:off x="5204" y="1400"/>
              <a:ext cx="42" cy="40"/>
            </a:xfrm>
            <a:custGeom>
              <a:avLst/>
              <a:gdLst>
                <a:gd name="T0" fmla="*/ 0 w 17"/>
                <a:gd name="T1" fmla="*/ 93 h 15"/>
                <a:gd name="T2" fmla="*/ 166 w 17"/>
                <a:gd name="T3" fmla="*/ 136 h 15"/>
                <a:gd name="T4" fmla="*/ 74 w 17"/>
                <a:gd name="T5" fmla="*/ 285 h 15"/>
                <a:gd name="T6" fmla="*/ 245 w 17"/>
                <a:gd name="T7" fmla="*/ 115 h 15"/>
                <a:gd name="T8" fmla="*/ 30 w 17"/>
                <a:gd name="T9" fmla="*/ 77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5">
                  <a:moveTo>
                    <a:pt x="0" y="5"/>
                  </a:moveTo>
                  <a:cubicBezTo>
                    <a:pt x="2" y="5"/>
                    <a:pt x="10" y="2"/>
                    <a:pt x="11" y="7"/>
                  </a:cubicBezTo>
                  <a:cubicBezTo>
                    <a:pt x="11" y="10"/>
                    <a:pt x="6" y="13"/>
                    <a:pt x="5" y="15"/>
                  </a:cubicBezTo>
                  <a:cubicBezTo>
                    <a:pt x="8" y="13"/>
                    <a:pt x="16" y="10"/>
                    <a:pt x="16" y="6"/>
                  </a:cubicBezTo>
                  <a:cubicBezTo>
                    <a:pt x="17" y="0"/>
                    <a:pt x="5" y="2"/>
                    <a:pt x="2" y="4"/>
                  </a:cubicBezTo>
                </a:path>
              </a:pathLst>
            </a:custGeom>
            <a:solidFill>
              <a:srgbClr val="C9E2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793" name="Freeform 1040">
              <a:extLst>
                <a:ext uri="{FF2B5EF4-FFF2-40B4-BE49-F238E27FC236}">
                  <a16:creationId xmlns:a16="http://schemas.microsoft.com/office/drawing/2014/main" id="{13FFF15E-6898-4F43-BD9A-050511137EA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9" y="1005"/>
              <a:ext cx="177" cy="544"/>
            </a:xfrm>
            <a:custGeom>
              <a:avLst/>
              <a:gdLst>
                <a:gd name="T0" fmla="*/ 1099 w 71"/>
                <a:gd name="T1" fmla="*/ 0 h 204"/>
                <a:gd name="T2" fmla="*/ 0 w 71"/>
                <a:gd name="T3" fmla="*/ 3528 h 204"/>
                <a:gd name="T4" fmla="*/ 466 w 71"/>
                <a:gd name="T5" fmla="*/ 3869 h 204"/>
                <a:gd name="T6" fmla="*/ 217 w 71"/>
                <a:gd name="T7" fmla="*/ 2923 h 204"/>
                <a:gd name="T8" fmla="*/ 1099 w 71"/>
                <a:gd name="T9" fmla="*/ 0 h 20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1" h="204">
                  <a:moveTo>
                    <a:pt x="71" y="0"/>
                  </a:moveTo>
                  <a:cubicBezTo>
                    <a:pt x="71" y="0"/>
                    <a:pt x="30" y="24"/>
                    <a:pt x="0" y="186"/>
                  </a:cubicBezTo>
                  <a:cubicBezTo>
                    <a:pt x="0" y="186"/>
                    <a:pt x="8" y="196"/>
                    <a:pt x="30" y="204"/>
                  </a:cubicBezTo>
                  <a:cubicBezTo>
                    <a:pt x="30" y="204"/>
                    <a:pt x="0" y="193"/>
                    <a:pt x="14" y="154"/>
                  </a:cubicBezTo>
                  <a:cubicBezTo>
                    <a:pt x="28" y="115"/>
                    <a:pt x="44" y="19"/>
                    <a:pt x="71" y="0"/>
                  </a:cubicBezTo>
                  <a:close/>
                </a:path>
              </a:pathLst>
            </a:custGeom>
            <a:solidFill>
              <a:srgbClr val="C9E2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794" name="Freeform 1041">
              <a:extLst>
                <a:ext uri="{FF2B5EF4-FFF2-40B4-BE49-F238E27FC236}">
                  <a16:creationId xmlns:a16="http://schemas.microsoft.com/office/drawing/2014/main" id="{C32BFB6D-85E4-4947-940A-2E53FDB1695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6" y="941"/>
              <a:ext cx="188" cy="112"/>
            </a:xfrm>
            <a:custGeom>
              <a:avLst/>
              <a:gdLst>
                <a:gd name="T0" fmla="*/ 0 w 75"/>
                <a:gd name="T1" fmla="*/ 0 h 42"/>
                <a:gd name="T2" fmla="*/ 1181 w 75"/>
                <a:gd name="T3" fmla="*/ 605 h 42"/>
                <a:gd name="T4" fmla="*/ 0 w 75"/>
                <a:gd name="T5" fmla="*/ 0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5" h="42">
                  <a:moveTo>
                    <a:pt x="0" y="0"/>
                  </a:moveTo>
                  <a:cubicBezTo>
                    <a:pt x="0" y="0"/>
                    <a:pt x="19" y="33"/>
                    <a:pt x="75" y="32"/>
                  </a:cubicBezTo>
                  <a:cubicBezTo>
                    <a:pt x="75" y="32"/>
                    <a:pt x="13" y="42"/>
                    <a:pt x="0" y="0"/>
                  </a:cubicBezTo>
                  <a:close/>
                </a:path>
              </a:pathLst>
            </a:custGeom>
            <a:solidFill>
              <a:srgbClr val="C9E2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</p:grpSp>
      <p:grpSp>
        <p:nvGrpSpPr>
          <p:cNvPr id="31756" name="Group 1042">
            <a:extLst>
              <a:ext uri="{FF2B5EF4-FFF2-40B4-BE49-F238E27FC236}">
                <a16:creationId xmlns:a16="http://schemas.microsoft.com/office/drawing/2014/main" id="{96CF5353-505D-40F9-A69F-CD7F2FBB3A68}"/>
              </a:ext>
            </a:extLst>
          </p:cNvPr>
          <p:cNvGrpSpPr>
            <a:grpSpLocks/>
          </p:cNvGrpSpPr>
          <p:nvPr/>
        </p:nvGrpSpPr>
        <p:grpSpPr bwMode="auto">
          <a:xfrm>
            <a:off x="4557713" y="6130925"/>
            <a:ext cx="765175" cy="320675"/>
            <a:chOff x="1918" y="3600"/>
            <a:chExt cx="715" cy="299"/>
          </a:xfrm>
        </p:grpSpPr>
        <p:sp>
          <p:nvSpPr>
            <p:cNvPr id="31757" name="Freeform 1043">
              <a:extLst>
                <a:ext uri="{FF2B5EF4-FFF2-40B4-BE49-F238E27FC236}">
                  <a16:creationId xmlns:a16="http://schemas.microsoft.com/office/drawing/2014/main" id="{C41EE26C-8F91-487A-BD44-64182AC36B3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8" y="3600"/>
              <a:ext cx="370" cy="299"/>
            </a:xfrm>
            <a:custGeom>
              <a:avLst/>
              <a:gdLst>
                <a:gd name="T0" fmla="*/ 845 w 148"/>
                <a:gd name="T1" fmla="*/ 649 h 112"/>
                <a:gd name="T2" fmla="*/ 1250 w 148"/>
                <a:gd name="T3" fmla="*/ 1241 h 112"/>
                <a:gd name="T4" fmla="*/ 2083 w 148"/>
                <a:gd name="T5" fmla="*/ 136 h 112"/>
                <a:gd name="T6" fmla="*/ 2145 w 148"/>
                <a:gd name="T7" fmla="*/ 35 h 112"/>
                <a:gd name="T8" fmla="*/ 2238 w 148"/>
                <a:gd name="T9" fmla="*/ 662 h 112"/>
                <a:gd name="T10" fmla="*/ 1625 w 148"/>
                <a:gd name="T11" fmla="*/ 2109 h 112"/>
                <a:gd name="T12" fmla="*/ 408 w 148"/>
                <a:gd name="T13" fmla="*/ 1276 h 112"/>
                <a:gd name="T14" fmla="*/ 845 w 148"/>
                <a:gd name="T15" fmla="*/ 649 h 11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48" h="112">
                  <a:moveTo>
                    <a:pt x="54" y="34"/>
                  </a:moveTo>
                  <a:cubicBezTo>
                    <a:pt x="54" y="34"/>
                    <a:pt x="48" y="59"/>
                    <a:pt x="80" y="65"/>
                  </a:cubicBezTo>
                  <a:cubicBezTo>
                    <a:pt x="113" y="70"/>
                    <a:pt x="127" y="42"/>
                    <a:pt x="133" y="7"/>
                  </a:cubicBezTo>
                  <a:cubicBezTo>
                    <a:pt x="133" y="7"/>
                    <a:pt x="135" y="0"/>
                    <a:pt x="137" y="2"/>
                  </a:cubicBezTo>
                  <a:cubicBezTo>
                    <a:pt x="137" y="2"/>
                    <a:pt x="143" y="16"/>
                    <a:pt x="143" y="35"/>
                  </a:cubicBezTo>
                  <a:cubicBezTo>
                    <a:pt x="143" y="54"/>
                    <a:pt x="148" y="112"/>
                    <a:pt x="104" y="111"/>
                  </a:cubicBezTo>
                  <a:cubicBezTo>
                    <a:pt x="61" y="110"/>
                    <a:pt x="0" y="108"/>
                    <a:pt x="26" y="67"/>
                  </a:cubicBezTo>
                  <a:cubicBezTo>
                    <a:pt x="39" y="49"/>
                    <a:pt x="54" y="34"/>
                    <a:pt x="54" y="34"/>
                  </a:cubicBezTo>
                  <a:close/>
                </a:path>
              </a:pathLst>
            </a:custGeom>
            <a:solidFill>
              <a:srgbClr val="F2CA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758" name="Freeform 1044">
              <a:extLst>
                <a:ext uri="{FF2B5EF4-FFF2-40B4-BE49-F238E27FC236}">
                  <a16:creationId xmlns:a16="http://schemas.microsoft.com/office/drawing/2014/main" id="{069ECB10-752C-43C8-BA2B-2EF06F40D3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5" y="3600"/>
              <a:ext cx="193" cy="109"/>
            </a:xfrm>
            <a:custGeom>
              <a:avLst/>
              <a:gdLst>
                <a:gd name="T0" fmla="*/ 1213 w 77"/>
                <a:gd name="T1" fmla="*/ 452 h 41"/>
                <a:gd name="T2" fmla="*/ 125 w 77"/>
                <a:gd name="T3" fmla="*/ 340 h 41"/>
                <a:gd name="T4" fmla="*/ 0 w 77"/>
                <a:gd name="T5" fmla="*/ 601 h 41"/>
                <a:gd name="T6" fmla="*/ 1163 w 77"/>
                <a:gd name="T7" fmla="*/ 771 h 41"/>
                <a:gd name="T8" fmla="*/ 1213 w 77"/>
                <a:gd name="T9" fmla="*/ 452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7" h="41">
                  <a:moveTo>
                    <a:pt x="77" y="24"/>
                  </a:moveTo>
                  <a:cubicBezTo>
                    <a:pt x="77" y="24"/>
                    <a:pt x="36" y="0"/>
                    <a:pt x="8" y="18"/>
                  </a:cubicBezTo>
                  <a:cubicBezTo>
                    <a:pt x="0" y="32"/>
                    <a:pt x="0" y="32"/>
                    <a:pt x="0" y="32"/>
                  </a:cubicBezTo>
                  <a:cubicBezTo>
                    <a:pt x="0" y="32"/>
                    <a:pt x="44" y="19"/>
                    <a:pt x="74" y="41"/>
                  </a:cubicBezTo>
                  <a:lnTo>
                    <a:pt x="77" y="24"/>
                  </a:lnTo>
                  <a:close/>
                </a:path>
              </a:pathLst>
            </a:custGeom>
            <a:solidFill>
              <a:srgbClr val="F2CA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759" name="Freeform 1045">
              <a:extLst>
                <a:ext uri="{FF2B5EF4-FFF2-40B4-BE49-F238E27FC236}">
                  <a16:creationId xmlns:a16="http://schemas.microsoft.com/office/drawing/2014/main" id="{1EE9BE85-BEF1-40C1-AB4F-697783FB1E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3" y="3653"/>
              <a:ext cx="37" cy="54"/>
            </a:xfrm>
            <a:custGeom>
              <a:avLst/>
              <a:gdLst>
                <a:gd name="T0" fmla="*/ 42 w 15"/>
                <a:gd name="T1" fmla="*/ 394 h 20"/>
                <a:gd name="T2" fmla="*/ 165 w 15"/>
                <a:gd name="T3" fmla="*/ 219 h 20"/>
                <a:gd name="T4" fmla="*/ 224 w 15"/>
                <a:gd name="T5" fmla="*/ 38 h 20"/>
                <a:gd name="T6" fmla="*/ 62 w 15"/>
                <a:gd name="T7" fmla="*/ 138 h 20"/>
                <a:gd name="T8" fmla="*/ 42 w 15"/>
                <a:gd name="T9" fmla="*/ 394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20">
                  <a:moveTo>
                    <a:pt x="3" y="20"/>
                  </a:moveTo>
                  <a:cubicBezTo>
                    <a:pt x="6" y="17"/>
                    <a:pt x="10" y="14"/>
                    <a:pt x="11" y="11"/>
                  </a:cubicBezTo>
                  <a:cubicBezTo>
                    <a:pt x="12" y="9"/>
                    <a:pt x="15" y="5"/>
                    <a:pt x="15" y="2"/>
                  </a:cubicBezTo>
                  <a:cubicBezTo>
                    <a:pt x="10" y="0"/>
                    <a:pt x="6" y="1"/>
                    <a:pt x="4" y="7"/>
                  </a:cubicBezTo>
                  <a:cubicBezTo>
                    <a:pt x="2" y="10"/>
                    <a:pt x="0" y="17"/>
                    <a:pt x="3" y="20"/>
                  </a:cubicBezTo>
                </a:path>
              </a:pathLst>
            </a:custGeom>
            <a:solidFill>
              <a:srgbClr val="FAF5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760" name="Freeform 1046">
              <a:extLst>
                <a:ext uri="{FF2B5EF4-FFF2-40B4-BE49-F238E27FC236}">
                  <a16:creationId xmlns:a16="http://schemas.microsoft.com/office/drawing/2014/main" id="{F3957B93-A599-4108-938C-661CF53F06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0" y="3805"/>
              <a:ext cx="240" cy="78"/>
            </a:xfrm>
            <a:custGeom>
              <a:avLst/>
              <a:gdLst>
                <a:gd name="T0" fmla="*/ 1425 w 96"/>
                <a:gd name="T1" fmla="*/ 59 h 29"/>
                <a:gd name="T2" fmla="*/ 1333 w 96"/>
                <a:gd name="T3" fmla="*/ 22 h 29"/>
                <a:gd name="T4" fmla="*/ 1175 w 96"/>
                <a:gd name="T5" fmla="*/ 35 h 29"/>
                <a:gd name="T6" fmla="*/ 895 w 96"/>
                <a:gd name="T7" fmla="*/ 159 h 29"/>
                <a:gd name="T8" fmla="*/ 283 w 96"/>
                <a:gd name="T9" fmla="*/ 137 h 29"/>
                <a:gd name="T10" fmla="*/ 83 w 96"/>
                <a:gd name="T11" fmla="*/ 35 h 29"/>
                <a:gd name="T12" fmla="*/ 33 w 96"/>
                <a:gd name="T13" fmla="*/ 253 h 29"/>
                <a:gd name="T14" fmla="*/ 300 w 96"/>
                <a:gd name="T15" fmla="*/ 428 h 29"/>
                <a:gd name="T16" fmla="*/ 488 w 96"/>
                <a:gd name="T17" fmla="*/ 471 h 29"/>
                <a:gd name="T18" fmla="*/ 708 w 96"/>
                <a:gd name="T19" fmla="*/ 484 h 29"/>
                <a:gd name="T20" fmla="*/ 1125 w 96"/>
                <a:gd name="T21" fmla="*/ 527 h 29"/>
                <a:gd name="T22" fmla="*/ 1395 w 96"/>
                <a:gd name="T23" fmla="*/ 506 h 29"/>
                <a:gd name="T24" fmla="*/ 1425 w 96"/>
                <a:gd name="T25" fmla="*/ 81 h 2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96" h="29">
                  <a:moveTo>
                    <a:pt x="91" y="3"/>
                  </a:moveTo>
                  <a:cubicBezTo>
                    <a:pt x="89" y="3"/>
                    <a:pt x="87" y="2"/>
                    <a:pt x="85" y="1"/>
                  </a:cubicBezTo>
                  <a:cubicBezTo>
                    <a:pt x="81" y="0"/>
                    <a:pt x="78" y="1"/>
                    <a:pt x="75" y="2"/>
                  </a:cubicBezTo>
                  <a:cubicBezTo>
                    <a:pt x="68" y="5"/>
                    <a:pt x="64" y="7"/>
                    <a:pt x="57" y="8"/>
                  </a:cubicBezTo>
                  <a:cubicBezTo>
                    <a:pt x="44" y="10"/>
                    <a:pt x="30" y="12"/>
                    <a:pt x="18" y="7"/>
                  </a:cubicBezTo>
                  <a:cubicBezTo>
                    <a:pt x="15" y="5"/>
                    <a:pt x="9" y="1"/>
                    <a:pt x="5" y="2"/>
                  </a:cubicBezTo>
                  <a:cubicBezTo>
                    <a:pt x="0" y="3"/>
                    <a:pt x="0" y="9"/>
                    <a:pt x="2" y="13"/>
                  </a:cubicBezTo>
                  <a:cubicBezTo>
                    <a:pt x="5" y="20"/>
                    <a:pt x="12" y="21"/>
                    <a:pt x="19" y="22"/>
                  </a:cubicBezTo>
                  <a:cubicBezTo>
                    <a:pt x="23" y="23"/>
                    <a:pt x="27" y="23"/>
                    <a:pt x="31" y="24"/>
                  </a:cubicBezTo>
                  <a:cubicBezTo>
                    <a:pt x="36" y="25"/>
                    <a:pt x="40" y="25"/>
                    <a:pt x="45" y="25"/>
                  </a:cubicBezTo>
                  <a:cubicBezTo>
                    <a:pt x="54" y="26"/>
                    <a:pt x="63" y="27"/>
                    <a:pt x="72" y="27"/>
                  </a:cubicBezTo>
                  <a:cubicBezTo>
                    <a:pt x="77" y="27"/>
                    <a:pt x="85" y="29"/>
                    <a:pt x="89" y="26"/>
                  </a:cubicBezTo>
                  <a:cubicBezTo>
                    <a:pt x="95" y="20"/>
                    <a:pt x="96" y="10"/>
                    <a:pt x="91" y="4"/>
                  </a:cubicBezTo>
                </a:path>
              </a:pathLst>
            </a:custGeom>
            <a:solidFill>
              <a:srgbClr val="F5DE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761" name="Freeform 1047">
              <a:extLst>
                <a:ext uri="{FF2B5EF4-FFF2-40B4-BE49-F238E27FC236}">
                  <a16:creationId xmlns:a16="http://schemas.microsoft.com/office/drawing/2014/main" id="{E7E63B1B-1BDF-4C27-9B60-7493760D27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3" y="3651"/>
              <a:ext cx="157" cy="56"/>
            </a:xfrm>
            <a:custGeom>
              <a:avLst/>
              <a:gdLst>
                <a:gd name="T0" fmla="*/ 0 w 63"/>
                <a:gd name="T1" fmla="*/ 149 h 21"/>
                <a:gd name="T2" fmla="*/ 974 w 63"/>
                <a:gd name="T3" fmla="*/ 397 h 21"/>
                <a:gd name="T4" fmla="*/ 0 w 63"/>
                <a:gd name="T5" fmla="*/ 149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3" h="21">
                  <a:moveTo>
                    <a:pt x="0" y="8"/>
                  </a:moveTo>
                  <a:cubicBezTo>
                    <a:pt x="0" y="8"/>
                    <a:pt x="43" y="2"/>
                    <a:pt x="63" y="21"/>
                  </a:cubicBezTo>
                  <a:cubicBezTo>
                    <a:pt x="63" y="21"/>
                    <a:pt x="50" y="0"/>
                    <a:pt x="0" y="8"/>
                  </a:cubicBezTo>
                  <a:close/>
                </a:path>
              </a:pathLst>
            </a:custGeom>
            <a:solidFill>
              <a:srgbClr val="F5DE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762" name="Freeform 1048">
              <a:extLst>
                <a:ext uri="{FF2B5EF4-FFF2-40B4-BE49-F238E27FC236}">
                  <a16:creationId xmlns:a16="http://schemas.microsoft.com/office/drawing/2014/main" id="{813DE49F-E517-4E53-A827-21B1D290B8F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0" y="3715"/>
              <a:ext cx="185" cy="77"/>
            </a:xfrm>
            <a:custGeom>
              <a:avLst/>
              <a:gdLst>
                <a:gd name="T0" fmla="*/ 50 w 74"/>
                <a:gd name="T1" fmla="*/ 0 h 29"/>
                <a:gd name="T2" fmla="*/ 500 w 74"/>
                <a:gd name="T3" fmla="*/ 451 h 29"/>
                <a:gd name="T4" fmla="*/ 1158 w 74"/>
                <a:gd name="T5" fmla="*/ 77 h 29"/>
                <a:gd name="T6" fmla="*/ 488 w 74"/>
                <a:gd name="T7" fmla="*/ 486 h 29"/>
                <a:gd name="T8" fmla="*/ 50 w 74"/>
                <a:gd name="T9" fmla="*/ 0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4" h="29">
                  <a:moveTo>
                    <a:pt x="3" y="0"/>
                  </a:moveTo>
                  <a:cubicBezTo>
                    <a:pt x="3" y="0"/>
                    <a:pt x="6" y="21"/>
                    <a:pt x="32" y="24"/>
                  </a:cubicBezTo>
                  <a:cubicBezTo>
                    <a:pt x="58" y="27"/>
                    <a:pt x="74" y="4"/>
                    <a:pt x="74" y="4"/>
                  </a:cubicBezTo>
                  <a:cubicBezTo>
                    <a:pt x="74" y="4"/>
                    <a:pt x="63" y="29"/>
                    <a:pt x="31" y="26"/>
                  </a:cubicBezTo>
                  <a:cubicBezTo>
                    <a:pt x="0" y="23"/>
                    <a:pt x="3" y="0"/>
                    <a:pt x="3" y="0"/>
                  </a:cubicBezTo>
                </a:path>
              </a:pathLst>
            </a:custGeom>
            <a:solidFill>
              <a:srgbClr val="F5DE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763" name="Freeform 1049">
              <a:extLst>
                <a:ext uri="{FF2B5EF4-FFF2-40B4-BE49-F238E27FC236}">
                  <a16:creationId xmlns:a16="http://schemas.microsoft.com/office/drawing/2014/main" id="{81CDA466-29A2-4481-A706-60CF78C646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8" y="3600"/>
              <a:ext cx="370" cy="299"/>
            </a:xfrm>
            <a:custGeom>
              <a:avLst/>
              <a:gdLst>
                <a:gd name="T0" fmla="*/ 2238 w 148"/>
                <a:gd name="T1" fmla="*/ 662 h 112"/>
                <a:gd name="T2" fmla="*/ 2145 w 148"/>
                <a:gd name="T3" fmla="*/ 35 h 112"/>
                <a:gd name="T4" fmla="*/ 2083 w 148"/>
                <a:gd name="T5" fmla="*/ 115 h 112"/>
                <a:gd name="T6" fmla="*/ 2020 w 148"/>
                <a:gd name="T7" fmla="*/ 422 h 112"/>
                <a:gd name="T8" fmla="*/ 988 w 148"/>
                <a:gd name="T9" fmla="*/ 342 h 112"/>
                <a:gd name="T10" fmla="*/ 863 w 148"/>
                <a:gd name="T11" fmla="*/ 593 h 112"/>
                <a:gd name="T12" fmla="*/ 1938 w 148"/>
                <a:gd name="T13" fmla="*/ 721 h 112"/>
                <a:gd name="T14" fmla="*/ 1250 w 148"/>
                <a:gd name="T15" fmla="*/ 1241 h 112"/>
                <a:gd name="T16" fmla="*/ 845 w 148"/>
                <a:gd name="T17" fmla="*/ 649 h 112"/>
                <a:gd name="T18" fmla="*/ 408 w 148"/>
                <a:gd name="T19" fmla="*/ 1276 h 112"/>
                <a:gd name="T20" fmla="*/ 1625 w 148"/>
                <a:gd name="T21" fmla="*/ 2109 h 112"/>
                <a:gd name="T22" fmla="*/ 2238 w 148"/>
                <a:gd name="T23" fmla="*/ 662 h 11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48" h="112">
                  <a:moveTo>
                    <a:pt x="143" y="35"/>
                  </a:moveTo>
                  <a:cubicBezTo>
                    <a:pt x="143" y="16"/>
                    <a:pt x="137" y="2"/>
                    <a:pt x="137" y="2"/>
                  </a:cubicBezTo>
                  <a:cubicBezTo>
                    <a:pt x="135" y="0"/>
                    <a:pt x="133" y="6"/>
                    <a:pt x="133" y="6"/>
                  </a:cubicBezTo>
                  <a:cubicBezTo>
                    <a:pt x="132" y="12"/>
                    <a:pt x="131" y="17"/>
                    <a:pt x="129" y="22"/>
                  </a:cubicBezTo>
                  <a:cubicBezTo>
                    <a:pt x="119" y="17"/>
                    <a:pt x="87" y="3"/>
                    <a:pt x="63" y="18"/>
                  </a:cubicBezTo>
                  <a:cubicBezTo>
                    <a:pt x="55" y="31"/>
                    <a:pt x="55" y="31"/>
                    <a:pt x="55" y="31"/>
                  </a:cubicBezTo>
                  <a:cubicBezTo>
                    <a:pt x="55" y="31"/>
                    <a:pt x="94" y="20"/>
                    <a:pt x="124" y="38"/>
                  </a:cubicBezTo>
                  <a:cubicBezTo>
                    <a:pt x="115" y="57"/>
                    <a:pt x="102" y="68"/>
                    <a:pt x="80" y="65"/>
                  </a:cubicBezTo>
                  <a:cubicBezTo>
                    <a:pt x="48" y="59"/>
                    <a:pt x="54" y="34"/>
                    <a:pt x="54" y="34"/>
                  </a:cubicBezTo>
                  <a:cubicBezTo>
                    <a:pt x="54" y="34"/>
                    <a:pt x="38" y="49"/>
                    <a:pt x="26" y="67"/>
                  </a:cubicBezTo>
                  <a:cubicBezTo>
                    <a:pt x="0" y="107"/>
                    <a:pt x="61" y="109"/>
                    <a:pt x="104" y="111"/>
                  </a:cubicBezTo>
                  <a:cubicBezTo>
                    <a:pt x="148" y="112"/>
                    <a:pt x="142" y="54"/>
                    <a:pt x="143" y="35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764" name="Freeform 1050">
              <a:extLst>
                <a:ext uri="{FF2B5EF4-FFF2-40B4-BE49-F238E27FC236}">
                  <a16:creationId xmlns:a16="http://schemas.microsoft.com/office/drawing/2014/main" id="{409563EA-1DDE-477C-B49D-C4D3DF06D5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3" y="3653"/>
              <a:ext cx="37" cy="51"/>
            </a:xfrm>
            <a:custGeom>
              <a:avLst/>
              <a:gdLst>
                <a:gd name="T0" fmla="*/ 224 w 15"/>
                <a:gd name="T1" fmla="*/ 35 h 19"/>
                <a:gd name="T2" fmla="*/ 62 w 15"/>
                <a:gd name="T3" fmla="*/ 137 h 19"/>
                <a:gd name="T4" fmla="*/ 42 w 15"/>
                <a:gd name="T5" fmla="*/ 368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9">
                  <a:moveTo>
                    <a:pt x="15" y="2"/>
                  </a:moveTo>
                  <a:cubicBezTo>
                    <a:pt x="10" y="0"/>
                    <a:pt x="6" y="1"/>
                    <a:pt x="4" y="7"/>
                  </a:cubicBezTo>
                  <a:cubicBezTo>
                    <a:pt x="2" y="10"/>
                    <a:pt x="0" y="16"/>
                    <a:pt x="3" y="19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765" name="Freeform 1051">
              <a:extLst>
                <a:ext uri="{FF2B5EF4-FFF2-40B4-BE49-F238E27FC236}">
                  <a16:creationId xmlns:a16="http://schemas.microsoft.com/office/drawing/2014/main" id="{1858738F-0CA3-46A9-93AE-81B6505CD6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3" y="3659"/>
              <a:ext cx="20" cy="21"/>
            </a:xfrm>
            <a:custGeom>
              <a:avLst/>
              <a:gdLst>
                <a:gd name="T0" fmla="*/ 125 w 8"/>
                <a:gd name="T1" fmla="*/ 21 h 8"/>
                <a:gd name="T2" fmla="*/ 50 w 8"/>
                <a:gd name="T3" fmla="*/ 34 h 8"/>
                <a:gd name="T4" fmla="*/ 20 w 8"/>
                <a:gd name="T5" fmla="*/ 144 h 8"/>
                <a:gd name="T6" fmla="*/ 33 w 8"/>
                <a:gd name="T7" fmla="*/ 123 h 8"/>
                <a:gd name="T8" fmla="*/ 63 w 8"/>
                <a:gd name="T9" fmla="*/ 76 h 8"/>
                <a:gd name="T10" fmla="*/ 113 w 8"/>
                <a:gd name="T11" fmla="*/ 21 h 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" h="8">
                  <a:moveTo>
                    <a:pt x="8" y="1"/>
                  </a:moveTo>
                  <a:cubicBezTo>
                    <a:pt x="6" y="0"/>
                    <a:pt x="4" y="1"/>
                    <a:pt x="3" y="2"/>
                  </a:cubicBezTo>
                  <a:cubicBezTo>
                    <a:pt x="2" y="3"/>
                    <a:pt x="0" y="7"/>
                    <a:pt x="1" y="8"/>
                  </a:cubicBezTo>
                  <a:cubicBezTo>
                    <a:pt x="2" y="8"/>
                    <a:pt x="2" y="7"/>
                    <a:pt x="2" y="7"/>
                  </a:cubicBezTo>
                  <a:cubicBezTo>
                    <a:pt x="2" y="6"/>
                    <a:pt x="3" y="5"/>
                    <a:pt x="4" y="4"/>
                  </a:cubicBezTo>
                  <a:cubicBezTo>
                    <a:pt x="5" y="3"/>
                    <a:pt x="6" y="3"/>
                    <a:pt x="7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766" name="Freeform 1052">
              <a:extLst>
                <a:ext uri="{FF2B5EF4-FFF2-40B4-BE49-F238E27FC236}">
                  <a16:creationId xmlns:a16="http://schemas.microsoft.com/office/drawing/2014/main" id="{902F44B7-2FDD-4464-BF4F-62989AB90C8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3" y="3733"/>
              <a:ext cx="135" cy="88"/>
            </a:xfrm>
            <a:custGeom>
              <a:avLst/>
              <a:gdLst>
                <a:gd name="T0" fmla="*/ 0 w 54"/>
                <a:gd name="T1" fmla="*/ 0 h 33"/>
                <a:gd name="T2" fmla="*/ 845 w 54"/>
                <a:gd name="T3" fmla="*/ 205 h 33"/>
                <a:gd name="T4" fmla="*/ 0 w 54"/>
                <a:gd name="T5" fmla="*/ 0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4" h="33">
                  <a:moveTo>
                    <a:pt x="0" y="0"/>
                  </a:moveTo>
                  <a:cubicBezTo>
                    <a:pt x="0" y="0"/>
                    <a:pt x="15" y="29"/>
                    <a:pt x="54" y="11"/>
                  </a:cubicBezTo>
                  <a:cubicBezTo>
                    <a:pt x="54" y="11"/>
                    <a:pt x="18" y="33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767" name="Freeform 1053">
              <a:extLst>
                <a:ext uri="{FF2B5EF4-FFF2-40B4-BE49-F238E27FC236}">
                  <a16:creationId xmlns:a16="http://schemas.microsoft.com/office/drawing/2014/main" id="{8F949B22-CE89-43EF-82C4-25F7FC4964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5" y="3653"/>
              <a:ext cx="153" cy="40"/>
            </a:xfrm>
            <a:custGeom>
              <a:avLst/>
              <a:gdLst>
                <a:gd name="T0" fmla="*/ 0 w 61"/>
                <a:gd name="T1" fmla="*/ 136 h 15"/>
                <a:gd name="T2" fmla="*/ 963 w 61"/>
                <a:gd name="T3" fmla="*/ 285 h 15"/>
                <a:gd name="T4" fmla="*/ 0 w 61"/>
                <a:gd name="T5" fmla="*/ 136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1" h="15">
                  <a:moveTo>
                    <a:pt x="0" y="7"/>
                  </a:moveTo>
                  <a:cubicBezTo>
                    <a:pt x="0" y="7"/>
                    <a:pt x="42" y="2"/>
                    <a:pt x="61" y="15"/>
                  </a:cubicBezTo>
                  <a:cubicBezTo>
                    <a:pt x="61" y="15"/>
                    <a:pt x="45" y="0"/>
                    <a:pt x="0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768" name="Freeform 1054">
              <a:extLst>
                <a:ext uri="{FF2B5EF4-FFF2-40B4-BE49-F238E27FC236}">
                  <a16:creationId xmlns:a16="http://schemas.microsoft.com/office/drawing/2014/main" id="{24688F13-D687-414D-B8FE-5AB83D12F4E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5" y="3675"/>
              <a:ext cx="35" cy="176"/>
            </a:xfrm>
            <a:custGeom>
              <a:avLst/>
              <a:gdLst>
                <a:gd name="T0" fmla="*/ 188 w 14"/>
                <a:gd name="T1" fmla="*/ 35 h 66"/>
                <a:gd name="T2" fmla="*/ 220 w 14"/>
                <a:gd name="T3" fmla="*/ 341 h 66"/>
                <a:gd name="T4" fmla="*/ 220 w 14"/>
                <a:gd name="T5" fmla="*/ 627 h 66"/>
                <a:gd name="T6" fmla="*/ 175 w 14"/>
                <a:gd name="T7" fmla="*/ 931 h 66"/>
                <a:gd name="T8" fmla="*/ 125 w 14"/>
                <a:gd name="T9" fmla="*/ 1117 h 66"/>
                <a:gd name="T10" fmla="*/ 83 w 14"/>
                <a:gd name="T11" fmla="*/ 1251 h 66"/>
                <a:gd name="T12" fmla="*/ 63 w 14"/>
                <a:gd name="T13" fmla="*/ 704 h 66"/>
                <a:gd name="T14" fmla="*/ 63 w 14"/>
                <a:gd name="T15" fmla="*/ 376 h 66"/>
                <a:gd name="T16" fmla="*/ 125 w 14"/>
                <a:gd name="T17" fmla="*/ 149 h 66"/>
                <a:gd name="T18" fmla="*/ 188 w 14"/>
                <a:gd name="T19" fmla="*/ 0 h 6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4" h="66">
                  <a:moveTo>
                    <a:pt x="12" y="2"/>
                  </a:moveTo>
                  <a:cubicBezTo>
                    <a:pt x="14" y="7"/>
                    <a:pt x="14" y="13"/>
                    <a:pt x="14" y="18"/>
                  </a:cubicBezTo>
                  <a:cubicBezTo>
                    <a:pt x="14" y="23"/>
                    <a:pt x="14" y="28"/>
                    <a:pt x="14" y="33"/>
                  </a:cubicBezTo>
                  <a:cubicBezTo>
                    <a:pt x="13" y="38"/>
                    <a:pt x="12" y="44"/>
                    <a:pt x="11" y="49"/>
                  </a:cubicBezTo>
                  <a:cubicBezTo>
                    <a:pt x="10" y="53"/>
                    <a:pt x="9" y="56"/>
                    <a:pt x="8" y="59"/>
                  </a:cubicBezTo>
                  <a:cubicBezTo>
                    <a:pt x="7" y="61"/>
                    <a:pt x="7" y="64"/>
                    <a:pt x="5" y="66"/>
                  </a:cubicBezTo>
                  <a:cubicBezTo>
                    <a:pt x="5" y="56"/>
                    <a:pt x="0" y="46"/>
                    <a:pt x="4" y="37"/>
                  </a:cubicBezTo>
                  <a:cubicBezTo>
                    <a:pt x="6" y="31"/>
                    <a:pt x="3" y="25"/>
                    <a:pt x="4" y="20"/>
                  </a:cubicBezTo>
                  <a:cubicBezTo>
                    <a:pt x="4" y="15"/>
                    <a:pt x="6" y="11"/>
                    <a:pt x="8" y="8"/>
                  </a:cubicBezTo>
                  <a:cubicBezTo>
                    <a:pt x="10" y="6"/>
                    <a:pt x="12" y="3"/>
                    <a:pt x="12" y="0"/>
                  </a:cubicBezTo>
                </a:path>
              </a:pathLst>
            </a:custGeom>
            <a:solidFill>
              <a:srgbClr val="E1AA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769" name="Freeform 1055">
              <a:extLst>
                <a:ext uri="{FF2B5EF4-FFF2-40B4-BE49-F238E27FC236}">
                  <a16:creationId xmlns:a16="http://schemas.microsoft.com/office/drawing/2014/main" id="{B01D0D1D-CCC3-4D23-82A4-879BEFB794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3" y="3600"/>
              <a:ext cx="370" cy="299"/>
            </a:xfrm>
            <a:custGeom>
              <a:avLst/>
              <a:gdLst>
                <a:gd name="T0" fmla="*/ 1470 w 148"/>
                <a:gd name="T1" fmla="*/ 649 h 112"/>
                <a:gd name="T2" fmla="*/ 1063 w 148"/>
                <a:gd name="T3" fmla="*/ 1241 h 112"/>
                <a:gd name="T4" fmla="*/ 250 w 148"/>
                <a:gd name="T5" fmla="*/ 136 h 112"/>
                <a:gd name="T6" fmla="*/ 188 w 148"/>
                <a:gd name="T7" fmla="*/ 35 h 112"/>
                <a:gd name="T8" fmla="*/ 83 w 148"/>
                <a:gd name="T9" fmla="*/ 662 h 112"/>
                <a:gd name="T10" fmla="*/ 688 w 148"/>
                <a:gd name="T11" fmla="*/ 2109 h 112"/>
                <a:gd name="T12" fmla="*/ 1908 w 148"/>
                <a:gd name="T13" fmla="*/ 1276 h 112"/>
                <a:gd name="T14" fmla="*/ 1470 w 148"/>
                <a:gd name="T15" fmla="*/ 649 h 11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48" h="112">
                  <a:moveTo>
                    <a:pt x="94" y="34"/>
                  </a:moveTo>
                  <a:cubicBezTo>
                    <a:pt x="94" y="34"/>
                    <a:pt x="100" y="59"/>
                    <a:pt x="68" y="65"/>
                  </a:cubicBezTo>
                  <a:cubicBezTo>
                    <a:pt x="36" y="70"/>
                    <a:pt x="21" y="42"/>
                    <a:pt x="16" y="7"/>
                  </a:cubicBezTo>
                  <a:cubicBezTo>
                    <a:pt x="16" y="7"/>
                    <a:pt x="13" y="0"/>
                    <a:pt x="12" y="2"/>
                  </a:cubicBezTo>
                  <a:cubicBezTo>
                    <a:pt x="12" y="2"/>
                    <a:pt x="5" y="16"/>
                    <a:pt x="5" y="35"/>
                  </a:cubicBezTo>
                  <a:cubicBezTo>
                    <a:pt x="6" y="54"/>
                    <a:pt x="0" y="112"/>
                    <a:pt x="44" y="111"/>
                  </a:cubicBezTo>
                  <a:cubicBezTo>
                    <a:pt x="87" y="110"/>
                    <a:pt x="148" y="108"/>
                    <a:pt x="122" y="67"/>
                  </a:cubicBezTo>
                  <a:cubicBezTo>
                    <a:pt x="110" y="49"/>
                    <a:pt x="94" y="34"/>
                    <a:pt x="94" y="34"/>
                  </a:cubicBezTo>
                  <a:close/>
                </a:path>
              </a:pathLst>
            </a:custGeom>
            <a:solidFill>
              <a:srgbClr val="F2CA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770" name="Freeform 1056">
              <a:extLst>
                <a:ext uri="{FF2B5EF4-FFF2-40B4-BE49-F238E27FC236}">
                  <a16:creationId xmlns:a16="http://schemas.microsoft.com/office/drawing/2014/main" id="{56C327F3-6E63-4BD8-BF25-DBDC28DF08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3" y="3600"/>
              <a:ext cx="193" cy="109"/>
            </a:xfrm>
            <a:custGeom>
              <a:avLst/>
              <a:gdLst>
                <a:gd name="T0" fmla="*/ 0 w 77"/>
                <a:gd name="T1" fmla="*/ 452 h 41"/>
                <a:gd name="T2" fmla="*/ 1088 w 77"/>
                <a:gd name="T3" fmla="*/ 340 h 41"/>
                <a:gd name="T4" fmla="*/ 1213 w 77"/>
                <a:gd name="T5" fmla="*/ 601 h 41"/>
                <a:gd name="T6" fmla="*/ 63 w 77"/>
                <a:gd name="T7" fmla="*/ 771 h 41"/>
                <a:gd name="T8" fmla="*/ 0 w 77"/>
                <a:gd name="T9" fmla="*/ 452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7" h="41">
                  <a:moveTo>
                    <a:pt x="0" y="24"/>
                  </a:moveTo>
                  <a:cubicBezTo>
                    <a:pt x="0" y="24"/>
                    <a:pt x="41" y="0"/>
                    <a:pt x="69" y="18"/>
                  </a:cubicBezTo>
                  <a:cubicBezTo>
                    <a:pt x="77" y="32"/>
                    <a:pt x="77" y="32"/>
                    <a:pt x="77" y="32"/>
                  </a:cubicBezTo>
                  <a:cubicBezTo>
                    <a:pt x="77" y="32"/>
                    <a:pt x="34" y="19"/>
                    <a:pt x="4" y="41"/>
                  </a:cubicBezTo>
                  <a:lnTo>
                    <a:pt x="0" y="24"/>
                  </a:lnTo>
                  <a:close/>
                </a:path>
              </a:pathLst>
            </a:custGeom>
            <a:solidFill>
              <a:srgbClr val="F2CA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771" name="Freeform 1057">
              <a:extLst>
                <a:ext uri="{FF2B5EF4-FFF2-40B4-BE49-F238E27FC236}">
                  <a16:creationId xmlns:a16="http://schemas.microsoft.com/office/drawing/2014/main" id="{56CCA811-69D5-448A-BECA-6D73BDA1DB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1" y="3653"/>
              <a:ext cx="37" cy="54"/>
            </a:xfrm>
            <a:custGeom>
              <a:avLst/>
              <a:gdLst>
                <a:gd name="T0" fmla="*/ 183 w 15"/>
                <a:gd name="T1" fmla="*/ 394 h 20"/>
                <a:gd name="T2" fmla="*/ 62 w 15"/>
                <a:gd name="T3" fmla="*/ 219 h 20"/>
                <a:gd name="T4" fmla="*/ 0 w 15"/>
                <a:gd name="T5" fmla="*/ 38 h 20"/>
                <a:gd name="T6" fmla="*/ 165 w 15"/>
                <a:gd name="T7" fmla="*/ 138 h 20"/>
                <a:gd name="T8" fmla="*/ 183 w 15"/>
                <a:gd name="T9" fmla="*/ 394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20">
                  <a:moveTo>
                    <a:pt x="12" y="20"/>
                  </a:moveTo>
                  <a:cubicBezTo>
                    <a:pt x="9" y="17"/>
                    <a:pt x="6" y="14"/>
                    <a:pt x="4" y="11"/>
                  </a:cubicBezTo>
                  <a:cubicBezTo>
                    <a:pt x="3" y="9"/>
                    <a:pt x="1" y="5"/>
                    <a:pt x="0" y="2"/>
                  </a:cubicBezTo>
                  <a:cubicBezTo>
                    <a:pt x="6" y="0"/>
                    <a:pt x="9" y="1"/>
                    <a:pt x="11" y="7"/>
                  </a:cubicBezTo>
                  <a:cubicBezTo>
                    <a:pt x="13" y="10"/>
                    <a:pt x="15" y="17"/>
                    <a:pt x="12" y="20"/>
                  </a:cubicBezTo>
                </a:path>
              </a:pathLst>
            </a:custGeom>
            <a:solidFill>
              <a:srgbClr val="FAF5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772" name="Freeform 1058">
              <a:extLst>
                <a:ext uri="{FF2B5EF4-FFF2-40B4-BE49-F238E27FC236}">
                  <a16:creationId xmlns:a16="http://schemas.microsoft.com/office/drawing/2014/main" id="{C68753E1-ACEC-4B94-A8C4-2B990B5A6FF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0" y="3805"/>
              <a:ext cx="241" cy="78"/>
            </a:xfrm>
            <a:custGeom>
              <a:avLst/>
              <a:gdLst>
                <a:gd name="T0" fmla="*/ 83 w 96"/>
                <a:gd name="T1" fmla="*/ 59 h 29"/>
                <a:gd name="T2" fmla="*/ 188 w 96"/>
                <a:gd name="T3" fmla="*/ 22 h 29"/>
                <a:gd name="T4" fmla="*/ 346 w 96"/>
                <a:gd name="T5" fmla="*/ 35 h 29"/>
                <a:gd name="T6" fmla="*/ 618 w 96"/>
                <a:gd name="T7" fmla="*/ 159 h 29"/>
                <a:gd name="T8" fmla="*/ 1235 w 96"/>
                <a:gd name="T9" fmla="*/ 137 h 29"/>
                <a:gd name="T10" fmla="*/ 1436 w 96"/>
                <a:gd name="T11" fmla="*/ 35 h 29"/>
                <a:gd name="T12" fmla="*/ 1486 w 96"/>
                <a:gd name="T13" fmla="*/ 253 h 29"/>
                <a:gd name="T14" fmla="*/ 1218 w 96"/>
                <a:gd name="T15" fmla="*/ 428 h 29"/>
                <a:gd name="T16" fmla="*/ 1027 w 96"/>
                <a:gd name="T17" fmla="*/ 471 h 29"/>
                <a:gd name="T18" fmla="*/ 806 w 96"/>
                <a:gd name="T19" fmla="*/ 484 h 29"/>
                <a:gd name="T20" fmla="*/ 379 w 96"/>
                <a:gd name="T21" fmla="*/ 527 h 29"/>
                <a:gd name="T22" fmla="*/ 113 w 96"/>
                <a:gd name="T23" fmla="*/ 506 h 29"/>
                <a:gd name="T24" fmla="*/ 83 w 96"/>
                <a:gd name="T25" fmla="*/ 81 h 2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96" h="29">
                  <a:moveTo>
                    <a:pt x="5" y="3"/>
                  </a:moveTo>
                  <a:cubicBezTo>
                    <a:pt x="8" y="3"/>
                    <a:pt x="9" y="2"/>
                    <a:pt x="12" y="1"/>
                  </a:cubicBezTo>
                  <a:cubicBezTo>
                    <a:pt x="15" y="0"/>
                    <a:pt x="18" y="1"/>
                    <a:pt x="22" y="2"/>
                  </a:cubicBezTo>
                  <a:cubicBezTo>
                    <a:pt x="28" y="5"/>
                    <a:pt x="32" y="7"/>
                    <a:pt x="39" y="8"/>
                  </a:cubicBezTo>
                  <a:cubicBezTo>
                    <a:pt x="52" y="10"/>
                    <a:pt x="66" y="12"/>
                    <a:pt x="78" y="7"/>
                  </a:cubicBezTo>
                  <a:cubicBezTo>
                    <a:pt x="82" y="5"/>
                    <a:pt x="87" y="1"/>
                    <a:pt x="91" y="2"/>
                  </a:cubicBezTo>
                  <a:cubicBezTo>
                    <a:pt x="96" y="3"/>
                    <a:pt x="96" y="9"/>
                    <a:pt x="94" y="13"/>
                  </a:cubicBezTo>
                  <a:cubicBezTo>
                    <a:pt x="91" y="20"/>
                    <a:pt x="85" y="21"/>
                    <a:pt x="77" y="22"/>
                  </a:cubicBezTo>
                  <a:cubicBezTo>
                    <a:pt x="73" y="23"/>
                    <a:pt x="69" y="23"/>
                    <a:pt x="65" y="24"/>
                  </a:cubicBezTo>
                  <a:cubicBezTo>
                    <a:pt x="60" y="25"/>
                    <a:pt x="56" y="25"/>
                    <a:pt x="51" y="25"/>
                  </a:cubicBezTo>
                  <a:cubicBezTo>
                    <a:pt x="42" y="26"/>
                    <a:pt x="33" y="27"/>
                    <a:pt x="24" y="27"/>
                  </a:cubicBezTo>
                  <a:cubicBezTo>
                    <a:pt x="19" y="27"/>
                    <a:pt x="11" y="29"/>
                    <a:pt x="7" y="26"/>
                  </a:cubicBezTo>
                  <a:cubicBezTo>
                    <a:pt x="1" y="20"/>
                    <a:pt x="0" y="10"/>
                    <a:pt x="5" y="4"/>
                  </a:cubicBezTo>
                </a:path>
              </a:pathLst>
            </a:custGeom>
            <a:solidFill>
              <a:srgbClr val="F5DE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773" name="Freeform 1059">
              <a:extLst>
                <a:ext uri="{FF2B5EF4-FFF2-40B4-BE49-F238E27FC236}">
                  <a16:creationId xmlns:a16="http://schemas.microsoft.com/office/drawing/2014/main" id="{D0E06D4D-B2D5-4171-97C8-6E0014543C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3" y="3651"/>
              <a:ext cx="155" cy="56"/>
            </a:xfrm>
            <a:custGeom>
              <a:avLst/>
              <a:gdLst>
                <a:gd name="T0" fmla="*/ 970 w 62"/>
                <a:gd name="T1" fmla="*/ 149 h 21"/>
                <a:gd name="T2" fmla="*/ 0 w 62"/>
                <a:gd name="T3" fmla="*/ 397 h 21"/>
                <a:gd name="T4" fmla="*/ 970 w 62"/>
                <a:gd name="T5" fmla="*/ 149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2" h="21">
                  <a:moveTo>
                    <a:pt x="62" y="8"/>
                  </a:moveTo>
                  <a:cubicBezTo>
                    <a:pt x="62" y="8"/>
                    <a:pt x="19" y="2"/>
                    <a:pt x="0" y="21"/>
                  </a:cubicBezTo>
                  <a:cubicBezTo>
                    <a:pt x="0" y="21"/>
                    <a:pt x="12" y="0"/>
                    <a:pt x="62" y="8"/>
                  </a:cubicBezTo>
                  <a:close/>
                </a:path>
              </a:pathLst>
            </a:custGeom>
            <a:solidFill>
              <a:srgbClr val="F5DE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774" name="Freeform 1060">
              <a:extLst>
                <a:ext uri="{FF2B5EF4-FFF2-40B4-BE49-F238E27FC236}">
                  <a16:creationId xmlns:a16="http://schemas.microsoft.com/office/drawing/2014/main" id="{C83CF3AD-459E-413F-9625-CCC724C355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5" y="3715"/>
              <a:ext cx="188" cy="77"/>
            </a:xfrm>
            <a:custGeom>
              <a:avLst/>
              <a:gdLst>
                <a:gd name="T0" fmla="*/ 1118 w 75"/>
                <a:gd name="T1" fmla="*/ 0 h 29"/>
                <a:gd name="T2" fmla="*/ 659 w 75"/>
                <a:gd name="T3" fmla="*/ 451 h 29"/>
                <a:gd name="T4" fmla="*/ 0 w 75"/>
                <a:gd name="T5" fmla="*/ 77 h 29"/>
                <a:gd name="T6" fmla="*/ 679 w 75"/>
                <a:gd name="T7" fmla="*/ 486 h 29"/>
                <a:gd name="T8" fmla="*/ 1118 w 75"/>
                <a:gd name="T9" fmla="*/ 0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" h="29">
                  <a:moveTo>
                    <a:pt x="71" y="0"/>
                  </a:moveTo>
                  <a:cubicBezTo>
                    <a:pt x="71" y="0"/>
                    <a:pt x="68" y="21"/>
                    <a:pt x="42" y="24"/>
                  </a:cubicBezTo>
                  <a:cubicBezTo>
                    <a:pt x="17" y="27"/>
                    <a:pt x="0" y="4"/>
                    <a:pt x="0" y="4"/>
                  </a:cubicBezTo>
                  <a:cubicBezTo>
                    <a:pt x="0" y="4"/>
                    <a:pt x="12" y="29"/>
                    <a:pt x="43" y="26"/>
                  </a:cubicBezTo>
                  <a:cubicBezTo>
                    <a:pt x="75" y="23"/>
                    <a:pt x="71" y="0"/>
                    <a:pt x="71" y="0"/>
                  </a:cubicBezTo>
                </a:path>
              </a:pathLst>
            </a:custGeom>
            <a:solidFill>
              <a:srgbClr val="F5DE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775" name="Freeform 1061">
              <a:extLst>
                <a:ext uri="{FF2B5EF4-FFF2-40B4-BE49-F238E27FC236}">
                  <a16:creationId xmlns:a16="http://schemas.microsoft.com/office/drawing/2014/main" id="{CE4F235B-19CC-4528-939C-FF59CC2292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3" y="3600"/>
              <a:ext cx="370" cy="299"/>
            </a:xfrm>
            <a:custGeom>
              <a:avLst/>
              <a:gdLst>
                <a:gd name="T0" fmla="*/ 83 w 148"/>
                <a:gd name="T1" fmla="*/ 662 h 112"/>
                <a:gd name="T2" fmla="*/ 188 w 148"/>
                <a:gd name="T3" fmla="*/ 35 h 112"/>
                <a:gd name="T4" fmla="*/ 250 w 148"/>
                <a:gd name="T5" fmla="*/ 115 h 112"/>
                <a:gd name="T6" fmla="*/ 300 w 148"/>
                <a:gd name="T7" fmla="*/ 422 h 112"/>
                <a:gd name="T8" fmla="*/ 1333 w 148"/>
                <a:gd name="T9" fmla="*/ 342 h 112"/>
                <a:gd name="T10" fmla="*/ 1458 w 148"/>
                <a:gd name="T11" fmla="*/ 593 h 112"/>
                <a:gd name="T12" fmla="*/ 395 w 148"/>
                <a:gd name="T13" fmla="*/ 721 h 112"/>
                <a:gd name="T14" fmla="*/ 1063 w 148"/>
                <a:gd name="T15" fmla="*/ 1241 h 112"/>
                <a:gd name="T16" fmla="*/ 1488 w 148"/>
                <a:gd name="T17" fmla="*/ 649 h 112"/>
                <a:gd name="T18" fmla="*/ 1908 w 148"/>
                <a:gd name="T19" fmla="*/ 1276 h 112"/>
                <a:gd name="T20" fmla="*/ 688 w 148"/>
                <a:gd name="T21" fmla="*/ 2109 h 112"/>
                <a:gd name="T22" fmla="*/ 83 w 148"/>
                <a:gd name="T23" fmla="*/ 662 h 11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48" h="112">
                  <a:moveTo>
                    <a:pt x="5" y="35"/>
                  </a:moveTo>
                  <a:cubicBezTo>
                    <a:pt x="5" y="16"/>
                    <a:pt x="12" y="2"/>
                    <a:pt x="12" y="2"/>
                  </a:cubicBezTo>
                  <a:cubicBezTo>
                    <a:pt x="13" y="0"/>
                    <a:pt x="16" y="6"/>
                    <a:pt x="16" y="6"/>
                  </a:cubicBezTo>
                  <a:cubicBezTo>
                    <a:pt x="17" y="12"/>
                    <a:pt x="18" y="17"/>
                    <a:pt x="19" y="22"/>
                  </a:cubicBezTo>
                  <a:cubicBezTo>
                    <a:pt x="29" y="17"/>
                    <a:pt x="61" y="3"/>
                    <a:pt x="85" y="18"/>
                  </a:cubicBezTo>
                  <a:cubicBezTo>
                    <a:pt x="93" y="31"/>
                    <a:pt x="93" y="31"/>
                    <a:pt x="93" y="31"/>
                  </a:cubicBezTo>
                  <a:cubicBezTo>
                    <a:pt x="93" y="31"/>
                    <a:pt x="54" y="20"/>
                    <a:pt x="25" y="38"/>
                  </a:cubicBezTo>
                  <a:cubicBezTo>
                    <a:pt x="33" y="57"/>
                    <a:pt x="46" y="68"/>
                    <a:pt x="68" y="65"/>
                  </a:cubicBezTo>
                  <a:cubicBezTo>
                    <a:pt x="100" y="59"/>
                    <a:pt x="95" y="34"/>
                    <a:pt x="95" y="34"/>
                  </a:cubicBezTo>
                  <a:cubicBezTo>
                    <a:pt x="95" y="34"/>
                    <a:pt x="110" y="49"/>
                    <a:pt x="122" y="67"/>
                  </a:cubicBezTo>
                  <a:cubicBezTo>
                    <a:pt x="148" y="107"/>
                    <a:pt x="87" y="109"/>
                    <a:pt x="44" y="111"/>
                  </a:cubicBezTo>
                  <a:cubicBezTo>
                    <a:pt x="0" y="112"/>
                    <a:pt x="6" y="54"/>
                    <a:pt x="5" y="35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776" name="Freeform 1062">
              <a:extLst>
                <a:ext uri="{FF2B5EF4-FFF2-40B4-BE49-F238E27FC236}">
                  <a16:creationId xmlns:a16="http://schemas.microsoft.com/office/drawing/2014/main" id="{A8B032E2-1E6F-4ADF-A11E-C5E4A0CD9D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1" y="3653"/>
              <a:ext cx="37" cy="51"/>
            </a:xfrm>
            <a:custGeom>
              <a:avLst/>
              <a:gdLst>
                <a:gd name="T0" fmla="*/ 0 w 15"/>
                <a:gd name="T1" fmla="*/ 35 h 19"/>
                <a:gd name="T2" fmla="*/ 165 w 15"/>
                <a:gd name="T3" fmla="*/ 137 h 19"/>
                <a:gd name="T4" fmla="*/ 183 w 15"/>
                <a:gd name="T5" fmla="*/ 368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9">
                  <a:moveTo>
                    <a:pt x="0" y="2"/>
                  </a:moveTo>
                  <a:cubicBezTo>
                    <a:pt x="6" y="0"/>
                    <a:pt x="9" y="1"/>
                    <a:pt x="11" y="7"/>
                  </a:cubicBezTo>
                  <a:cubicBezTo>
                    <a:pt x="13" y="10"/>
                    <a:pt x="15" y="16"/>
                    <a:pt x="12" y="19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777" name="Freeform 1063">
              <a:extLst>
                <a:ext uri="{FF2B5EF4-FFF2-40B4-BE49-F238E27FC236}">
                  <a16:creationId xmlns:a16="http://schemas.microsoft.com/office/drawing/2014/main" id="{B8C7C279-436A-4CB1-9833-5652EDE9A7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1" y="3659"/>
              <a:ext cx="20" cy="21"/>
            </a:xfrm>
            <a:custGeom>
              <a:avLst/>
              <a:gdLst>
                <a:gd name="T0" fmla="*/ 0 w 8"/>
                <a:gd name="T1" fmla="*/ 21 h 8"/>
                <a:gd name="T2" fmla="*/ 63 w 8"/>
                <a:gd name="T3" fmla="*/ 34 h 8"/>
                <a:gd name="T4" fmla="*/ 95 w 8"/>
                <a:gd name="T5" fmla="*/ 144 h 8"/>
                <a:gd name="T6" fmla="*/ 83 w 8"/>
                <a:gd name="T7" fmla="*/ 123 h 8"/>
                <a:gd name="T8" fmla="*/ 50 w 8"/>
                <a:gd name="T9" fmla="*/ 76 h 8"/>
                <a:gd name="T10" fmla="*/ 0 w 8"/>
                <a:gd name="T11" fmla="*/ 21 h 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" h="8">
                  <a:moveTo>
                    <a:pt x="0" y="1"/>
                  </a:moveTo>
                  <a:cubicBezTo>
                    <a:pt x="1" y="0"/>
                    <a:pt x="3" y="1"/>
                    <a:pt x="4" y="2"/>
                  </a:cubicBezTo>
                  <a:cubicBezTo>
                    <a:pt x="5" y="3"/>
                    <a:pt x="8" y="7"/>
                    <a:pt x="6" y="8"/>
                  </a:cubicBezTo>
                  <a:cubicBezTo>
                    <a:pt x="6" y="8"/>
                    <a:pt x="6" y="7"/>
                    <a:pt x="5" y="7"/>
                  </a:cubicBezTo>
                  <a:cubicBezTo>
                    <a:pt x="5" y="6"/>
                    <a:pt x="4" y="5"/>
                    <a:pt x="3" y="4"/>
                  </a:cubicBezTo>
                  <a:cubicBezTo>
                    <a:pt x="2" y="3"/>
                    <a:pt x="1" y="3"/>
                    <a:pt x="0" y="1"/>
                  </a:cubicBezTo>
                </a:path>
              </a:pathLst>
            </a:custGeom>
            <a:solidFill>
              <a:srgbClr val="F7DD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778" name="Freeform 1064">
              <a:extLst>
                <a:ext uri="{FF2B5EF4-FFF2-40B4-BE49-F238E27FC236}">
                  <a16:creationId xmlns:a16="http://schemas.microsoft.com/office/drawing/2014/main" id="{840984A3-CCD2-4DD2-AF28-54A9191C1D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5" y="3733"/>
              <a:ext cx="133" cy="88"/>
            </a:xfrm>
            <a:custGeom>
              <a:avLst/>
              <a:gdLst>
                <a:gd name="T0" fmla="*/ 838 w 53"/>
                <a:gd name="T1" fmla="*/ 0 h 33"/>
                <a:gd name="T2" fmla="*/ 0 w 53"/>
                <a:gd name="T3" fmla="*/ 205 h 33"/>
                <a:gd name="T4" fmla="*/ 838 w 53"/>
                <a:gd name="T5" fmla="*/ 0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3" h="33">
                  <a:moveTo>
                    <a:pt x="53" y="0"/>
                  </a:moveTo>
                  <a:cubicBezTo>
                    <a:pt x="53" y="0"/>
                    <a:pt x="38" y="29"/>
                    <a:pt x="0" y="11"/>
                  </a:cubicBezTo>
                  <a:cubicBezTo>
                    <a:pt x="0" y="11"/>
                    <a:pt x="35" y="33"/>
                    <a:pt x="53" y="0"/>
                  </a:cubicBezTo>
                  <a:close/>
                </a:path>
              </a:pathLst>
            </a:custGeom>
            <a:solidFill>
              <a:srgbClr val="F7DD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779" name="Freeform 1065">
              <a:extLst>
                <a:ext uri="{FF2B5EF4-FFF2-40B4-BE49-F238E27FC236}">
                  <a16:creationId xmlns:a16="http://schemas.microsoft.com/office/drawing/2014/main" id="{32298C3E-5C78-4106-91D9-05939857D37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3" y="3653"/>
              <a:ext cx="153" cy="40"/>
            </a:xfrm>
            <a:custGeom>
              <a:avLst/>
              <a:gdLst>
                <a:gd name="T0" fmla="*/ 963 w 61"/>
                <a:gd name="T1" fmla="*/ 136 h 15"/>
                <a:gd name="T2" fmla="*/ 0 w 61"/>
                <a:gd name="T3" fmla="*/ 285 h 15"/>
                <a:gd name="T4" fmla="*/ 963 w 61"/>
                <a:gd name="T5" fmla="*/ 136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1" h="15">
                  <a:moveTo>
                    <a:pt x="61" y="7"/>
                  </a:moveTo>
                  <a:cubicBezTo>
                    <a:pt x="61" y="7"/>
                    <a:pt x="19" y="2"/>
                    <a:pt x="0" y="15"/>
                  </a:cubicBezTo>
                  <a:cubicBezTo>
                    <a:pt x="0" y="15"/>
                    <a:pt x="16" y="0"/>
                    <a:pt x="61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780" name="Freeform 1066">
              <a:extLst>
                <a:ext uri="{FF2B5EF4-FFF2-40B4-BE49-F238E27FC236}">
                  <a16:creationId xmlns:a16="http://schemas.microsoft.com/office/drawing/2014/main" id="{9B3BAE2F-6441-4078-B3DF-5F63A64CFB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0" y="3675"/>
              <a:ext cx="38" cy="176"/>
            </a:xfrm>
            <a:custGeom>
              <a:avLst/>
              <a:gdLst>
                <a:gd name="T0" fmla="*/ 33 w 15"/>
                <a:gd name="T1" fmla="*/ 35 h 66"/>
                <a:gd name="T2" fmla="*/ 0 w 15"/>
                <a:gd name="T3" fmla="*/ 341 h 66"/>
                <a:gd name="T4" fmla="*/ 0 w 15"/>
                <a:gd name="T5" fmla="*/ 627 h 66"/>
                <a:gd name="T6" fmla="*/ 63 w 15"/>
                <a:gd name="T7" fmla="*/ 931 h 66"/>
                <a:gd name="T8" fmla="*/ 117 w 15"/>
                <a:gd name="T9" fmla="*/ 1117 h 66"/>
                <a:gd name="T10" fmla="*/ 147 w 15"/>
                <a:gd name="T11" fmla="*/ 1251 h 66"/>
                <a:gd name="T12" fmla="*/ 160 w 15"/>
                <a:gd name="T13" fmla="*/ 704 h 66"/>
                <a:gd name="T14" fmla="*/ 160 w 15"/>
                <a:gd name="T15" fmla="*/ 376 h 66"/>
                <a:gd name="T16" fmla="*/ 96 w 15"/>
                <a:gd name="T17" fmla="*/ 149 h 66"/>
                <a:gd name="T18" fmla="*/ 33 w 15"/>
                <a:gd name="T19" fmla="*/ 0 h 6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5" h="66">
                  <a:moveTo>
                    <a:pt x="2" y="2"/>
                  </a:moveTo>
                  <a:cubicBezTo>
                    <a:pt x="0" y="7"/>
                    <a:pt x="0" y="13"/>
                    <a:pt x="0" y="18"/>
                  </a:cubicBezTo>
                  <a:cubicBezTo>
                    <a:pt x="0" y="23"/>
                    <a:pt x="0" y="28"/>
                    <a:pt x="0" y="33"/>
                  </a:cubicBezTo>
                  <a:cubicBezTo>
                    <a:pt x="1" y="38"/>
                    <a:pt x="2" y="44"/>
                    <a:pt x="4" y="49"/>
                  </a:cubicBezTo>
                  <a:cubicBezTo>
                    <a:pt x="4" y="53"/>
                    <a:pt x="5" y="56"/>
                    <a:pt x="7" y="59"/>
                  </a:cubicBezTo>
                  <a:cubicBezTo>
                    <a:pt x="7" y="61"/>
                    <a:pt x="7" y="64"/>
                    <a:pt x="9" y="66"/>
                  </a:cubicBezTo>
                  <a:cubicBezTo>
                    <a:pt x="9" y="56"/>
                    <a:pt x="15" y="46"/>
                    <a:pt x="10" y="37"/>
                  </a:cubicBezTo>
                  <a:cubicBezTo>
                    <a:pt x="8" y="31"/>
                    <a:pt x="11" y="25"/>
                    <a:pt x="10" y="20"/>
                  </a:cubicBezTo>
                  <a:cubicBezTo>
                    <a:pt x="10" y="15"/>
                    <a:pt x="9" y="11"/>
                    <a:pt x="6" y="8"/>
                  </a:cubicBezTo>
                  <a:cubicBezTo>
                    <a:pt x="4" y="6"/>
                    <a:pt x="2" y="3"/>
                    <a:pt x="2" y="0"/>
                  </a:cubicBezTo>
                </a:path>
              </a:pathLst>
            </a:custGeom>
            <a:solidFill>
              <a:srgbClr val="E1AA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</p:grpSp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2769" name="Full-body-male-child-illustration">
            <a:extLst>
              <a:ext uri="{FF2B5EF4-FFF2-40B4-BE49-F238E27FC236}">
                <a16:creationId xmlns:a16="http://schemas.microsoft.com/office/drawing/2014/main" id="{BF77DF6A-F141-4FC2-B8C4-16FFD077F8F4}"/>
              </a:ext>
            </a:extLst>
          </p:cNvPr>
          <p:cNvGrpSpPr>
            <a:grpSpLocks/>
          </p:cNvGrpSpPr>
          <p:nvPr/>
        </p:nvGrpSpPr>
        <p:grpSpPr bwMode="auto">
          <a:xfrm>
            <a:off x="8458200" y="1289050"/>
            <a:ext cx="1431925" cy="5222875"/>
            <a:chOff x="3166" y="762"/>
            <a:chExt cx="902" cy="3290"/>
          </a:xfrm>
        </p:grpSpPr>
        <p:grpSp>
          <p:nvGrpSpPr>
            <p:cNvPr id="33444" name="Group 3">
              <a:extLst>
                <a:ext uri="{FF2B5EF4-FFF2-40B4-BE49-F238E27FC236}">
                  <a16:creationId xmlns:a16="http://schemas.microsoft.com/office/drawing/2014/main" id="{092B5FCA-7AFD-4F67-A28D-FE08731AEBA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166" y="774"/>
              <a:ext cx="902" cy="3278"/>
              <a:chOff x="3166" y="774"/>
              <a:chExt cx="902" cy="3278"/>
            </a:xfrm>
          </p:grpSpPr>
          <p:sp>
            <p:nvSpPr>
              <p:cNvPr id="33456" name="Freeform 4">
                <a:extLst>
                  <a:ext uri="{FF2B5EF4-FFF2-40B4-BE49-F238E27FC236}">
                    <a16:creationId xmlns:a16="http://schemas.microsoft.com/office/drawing/2014/main" id="{956E2E9B-1398-4992-AEA1-74675BB4CF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6" y="1252"/>
                <a:ext cx="902" cy="2800"/>
              </a:xfrm>
              <a:custGeom>
                <a:avLst/>
                <a:gdLst>
                  <a:gd name="T0" fmla="*/ 3026 w 487"/>
                  <a:gd name="T1" fmla="*/ 3345 h 1520"/>
                  <a:gd name="T2" fmla="*/ 2819 w 487"/>
                  <a:gd name="T3" fmla="*/ 1056 h 1520"/>
                  <a:gd name="T4" fmla="*/ 1997 w 487"/>
                  <a:gd name="T5" fmla="*/ 363 h 1520"/>
                  <a:gd name="T6" fmla="*/ 1239 w 487"/>
                  <a:gd name="T7" fmla="*/ 44 h 1520"/>
                  <a:gd name="T8" fmla="*/ 680 w 487"/>
                  <a:gd name="T9" fmla="*/ 483 h 1520"/>
                  <a:gd name="T10" fmla="*/ 52 w 487"/>
                  <a:gd name="T11" fmla="*/ 2288 h 1520"/>
                  <a:gd name="T12" fmla="*/ 44 w 487"/>
                  <a:gd name="T13" fmla="*/ 3920 h 1520"/>
                  <a:gd name="T14" fmla="*/ 217 w 487"/>
                  <a:gd name="T15" fmla="*/ 4557 h 1520"/>
                  <a:gd name="T16" fmla="*/ 395 w 487"/>
                  <a:gd name="T17" fmla="*/ 4631 h 1520"/>
                  <a:gd name="T18" fmla="*/ 363 w 487"/>
                  <a:gd name="T19" fmla="*/ 4327 h 1520"/>
                  <a:gd name="T20" fmla="*/ 500 w 487"/>
                  <a:gd name="T21" fmla="*/ 4438 h 1520"/>
                  <a:gd name="T22" fmla="*/ 545 w 487"/>
                  <a:gd name="T23" fmla="*/ 4001 h 1520"/>
                  <a:gd name="T24" fmla="*/ 411 w 487"/>
                  <a:gd name="T25" fmla="*/ 3458 h 1520"/>
                  <a:gd name="T26" fmla="*/ 672 w 487"/>
                  <a:gd name="T27" fmla="*/ 1601 h 1520"/>
                  <a:gd name="T28" fmla="*/ 796 w 487"/>
                  <a:gd name="T29" fmla="*/ 2592 h 1520"/>
                  <a:gd name="T30" fmla="*/ 617 w 487"/>
                  <a:gd name="T31" fmla="*/ 3719 h 1520"/>
                  <a:gd name="T32" fmla="*/ 580 w 487"/>
                  <a:gd name="T33" fmla="*/ 4218 h 1520"/>
                  <a:gd name="T34" fmla="*/ 661 w 487"/>
                  <a:gd name="T35" fmla="*/ 5887 h 1520"/>
                  <a:gd name="T36" fmla="*/ 769 w 487"/>
                  <a:gd name="T37" fmla="*/ 7963 h 1520"/>
                  <a:gd name="T38" fmla="*/ 559 w 487"/>
                  <a:gd name="T39" fmla="*/ 8938 h 1520"/>
                  <a:gd name="T40" fmla="*/ 395 w 487"/>
                  <a:gd name="T41" fmla="*/ 9284 h 1520"/>
                  <a:gd name="T42" fmla="*/ 545 w 487"/>
                  <a:gd name="T43" fmla="*/ 9402 h 1520"/>
                  <a:gd name="T44" fmla="*/ 769 w 487"/>
                  <a:gd name="T45" fmla="*/ 9502 h 1520"/>
                  <a:gd name="T46" fmla="*/ 961 w 487"/>
                  <a:gd name="T47" fmla="*/ 9288 h 1520"/>
                  <a:gd name="T48" fmla="*/ 1111 w 487"/>
                  <a:gd name="T49" fmla="*/ 9002 h 1520"/>
                  <a:gd name="T50" fmla="*/ 1171 w 487"/>
                  <a:gd name="T51" fmla="*/ 8564 h 1520"/>
                  <a:gd name="T52" fmla="*/ 1265 w 487"/>
                  <a:gd name="T53" fmla="*/ 6950 h 1520"/>
                  <a:gd name="T54" fmla="*/ 1356 w 487"/>
                  <a:gd name="T55" fmla="*/ 5725 h 1520"/>
                  <a:gd name="T56" fmla="*/ 1526 w 487"/>
                  <a:gd name="T57" fmla="*/ 4506 h 1520"/>
                  <a:gd name="T58" fmla="*/ 1567 w 487"/>
                  <a:gd name="T59" fmla="*/ 4506 h 1520"/>
                  <a:gd name="T60" fmla="*/ 1739 w 487"/>
                  <a:gd name="T61" fmla="*/ 5725 h 1520"/>
                  <a:gd name="T62" fmla="*/ 1828 w 487"/>
                  <a:gd name="T63" fmla="*/ 6950 h 1520"/>
                  <a:gd name="T64" fmla="*/ 1924 w 487"/>
                  <a:gd name="T65" fmla="*/ 8564 h 1520"/>
                  <a:gd name="T66" fmla="*/ 1984 w 487"/>
                  <a:gd name="T67" fmla="*/ 9002 h 1520"/>
                  <a:gd name="T68" fmla="*/ 2141 w 487"/>
                  <a:gd name="T69" fmla="*/ 9288 h 1520"/>
                  <a:gd name="T70" fmla="*/ 2332 w 487"/>
                  <a:gd name="T71" fmla="*/ 9502 h 1520"/>
                  <a:gd name="T72" fmla="*/ 2549 w 487"/>
                  <a:gd name="T73" fmla="*/ 9402 h 1520"/>
                  <a:gd name="T74" fmla="*/ 2700 w 487"/>
                  <a:gd name="T75" fmla="*/ 9284 h 1520"/>
                  <a:gd name="T76" fmla="*/ 2536 w 487"/>
                  <a:gd name="T77" fmla="*/ 8938 h 1520"/>
                  <a:gd name="T78" fmla="*/ 2326 w 487"/>
                  <a:gd name="T79" fmla="*/ 7963 h 1520"/>
                  <a:gd name="T80" fmla="*/ 2432 w 487"/>
                  <a:gd name="T81" fmla="*/ 5887 h 1520"/>
                  <a:gd name="T82" fmla="*/ 2515 w 487"/>
                  <a:gd name="T83" fmla="*/ 4218 h 1520"/>
                  <a:gd name="T84" fmla="*/ 2476 w 487"/>
                  <a:gd name="T85" fmla="*/ 3719 h 1520"/>
                  <a:gd name="T86" fmla="*/ 2299 w 487"/>
                  <a:gd name="T87" fmla="*/ 2592 h 1520"/>
                  <a:gd name="T88" fmla="*/ 2423 w 487"/>
                  <a:gd name="T89" fmla="*/ 1601 h 1520"/>
                  <a:gd name="T90" fmla="*/ 2682 w 487"/>
                  <a:gd name="T91" fmla="*/ 3458 h 1520"/>
                  <a:gd name="T92" fmla="*/ 2549 w 487"/>
                  <a:gd name="T93" fmla="*/ 4001 h 1520"/>
                  <a:gd name="T94" fmla="*/ 2593 w 487"/>
                  <a:gd name="T95" fmla="*/ 4438 h 1520"/>
                  <a:gd name="T96" fmla="*/ 2730 w 487"/>
                  <a:gd name="T97" fmla="*/ 4327 h 1520"/>
                  <a:gd name="T98" fmla="*/ 2700 w 487"/>
                  <a:gd name="T99" fmla="*/ 4631 h 1520"/>
                  <a:gd name="T100" fmla="*/ 2886 w 487"/>
                  <a:gd name="T101" fmla="*/ 4557 h 1520"/>
                  <a:gd name="T102" fmla="*/ 3051 w 487"/>
                  <a:gd name="T103" fmla="*/ 3920 h 1520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0" t="0" r="r" b="b"/>
                <a:pathLst>
                  <a:path w="487" h="1520">
                    <a:moveTo>
                      <a:pt x="480" y="627"/>
                    </a:moveTo>
                    <a:cubicBezTo>
                      <a:pt x="474" y="601"/>
                      <a:pt x="472" y="565"/>
                      <a:pt x="476" y="535"/>
                    </a:cubicBezTo>
                    <a:cubicBezTo>
                      <a:pt x="484" y="470"/>
                      <a:pt x="482" y="388"/>
                      <a:pt x="479" y="366"/>
                    </a:cubicBezTo>
                    <a:cubicBezTo>
                      <a:pt x="477" y="345"/>
                      <a:pt x="453" y="248"/>
                      <a:pt x="444" y="169"/>
                    </a:cubicBezTo>
                    <a:cubicBezTo>
                      <a:pt x="436" y="91"/>
                      <a:pt x="390" y="77"/>
                      <a:pt x="380" y="77"/>
                    </a:cubicBezTo>
                    <a:cubicBezTo>
                      <a:pt x="371" y="77"/>
                      <a:pt x="345" y="66"/>
                      <a:pt x="314" y="58"/>
                    </a:cubicBezTo>
                    <a:cubicBezTo>
                      <a:pt x="293" y="52"/>
                      <a:pt x="291" y="20"/>
                      <a:pt x="292" y="0"/>
                    </a:cubicBezTo>
                    <a:cubicBezTo>
                      <a:pt x="250" y="8"/>
                      <a:pt x="195" y="7"/>
                      <a:pt x="195" y="7"/>
                    </a:cubicBezTo>
                    <a:cubicBezTo>
                      <a:pt x="195" y="7"/>
                      <a:pt x="194" y="52"/>
                      <a:pt x="173" y="58"/>
                    </a:cubicBezTo>
                    <a:cubicBezTo>
                      <a:pt x="142" y="66"/>
                      <a:pt x="116" y="77"/>
                      <a:pt x="107" y="77"/>
                    </a:cubicBezTo>
                    <a:cubicBezTo>
                      <a:pt x="97" y="77"/>
                      <a:pt x="51" y="91"/>
                      <a:pt x="43" y="169"/>
                    </a:cubicBezTo>
                    <a:cubicBezTo>
                      <a:pt x="35" y="248"/>
                      <a:pt x="10" y="345"/>
                      <a:pt x="8" y="366"/>
                    </a:cubicBezTo>
                    <a:cubicBezTo>
                      <a:pt x="5" y="388"/>
                      <a:pt x="3" y="470"/>
                      <a:pt x="11" y="535"/>
                    </a:cubicBezTo>
                    <a:cubicBezTo>
                      <a:pt x="15" y="565"/>
                      <a:pt x="13" y="601"/>
                      <a:pt x="7" y="627"/>
                    </a:cubicBezTo>
                    <a:cubicBezTo>
                      <a:pt x="0" y="654"/>
                      <a:pt x="2" y="689"/>
                      <a:pt x="8" y="702"/>
                    </a:cubicBezTo>
                    <a:cubicBezTo>
                      <a:pt x="13" y="716"/>
                      <a:pt x="28" y="730"/>
                      <a:pt x="34" y="729"/>
                    </a:cubicBezTo>
                    <a:cubicBezTo>
                      <a:pt x="34" y="729"/>
                      <a:pt x="41" y="744"/>
                      <a:pt x="50" y="739"/>
                    </a:cubicBezTo>
                    <a:cubicBezTo>
                      <a:pt x="50" y="739"/>
                      <a:pt x="58" y="745"/>
                      <a:pt x="62" y="741"/>
                    </a:cubicBezTo>
                    <a:cubicBezTo>
                      <a:pt x="67" y="736"/>
                      <a:pt x="62" y="720"/>
                      <a:pt x="60" y="718"/>
                    </a:cubicBezTo>
                    <a:cubicBezTo>
                      <a:pt x="57" y="716"/>
                      <a:pt x="57" y="699"/>
                      <a:pt x="57" y="692"/>
                    </a:cubicBezTo>
                    <a:cubicBezTo>
                      <a:pt x="58" y="685"/>
                      <a:pt x="56" y="669"/>
                      <a:pt x="67" y="658"/>
                    </a:cubicBezTo>
                    <a:cubicBezTo>
                      <a:pt x="67" y="658"/>
                      <a:pt x="63" y="703"/>
                      <a:pt x="79" y="710"/>
                    </a:cubicBezTo>
                    <a:cubicBezTo>
                      <a:pt x="79" y="710"/>
                      <a:pt x="85" y="707"/>
                      <a:pt x="84" y="693"/>
                    </a:cubicBezTo>
                    <a:cubicBezTo>
                      <a:pt x="83" y="686"/>
                      <a:pt x="87" y="644"/>
                      <a:pt x="86" y="640"/>
                    </a:cubicBezTo>
                    <a:cubicBezTo>
                      <a:pt x="85" y="635"/>
                      <a:pt x="82" y="624"/>
                      <a:pt x="71" y="607"/>
                    </a:cubicBezTo>
                    <a:cubicBezTo>
                      <a:pt x="61" y="590"/>
                      <a:pt x="62" y="570"/>
                      <a:pt x="65" y="553"/>
                    </a:cubicBezTo>
                    <a:cubicBezTo>
                      <a:pt x="68" y="535"/>
                      <a:pt x="74" y="426"/>
                      <a:pt x="75" y="401"/>
                    </a:cubicBezTo>
                    <a:cubicBezTo>
                      <a:pt x="77" y="375"/>
                      <a:pt x="103" y="275"/>
                      <a:pt x="106" y="256"/>
                    </a:cubicBezTo>
                    <a:cubicBezTo>
                      <a:pt x="109" y="251"/>
                      <a:pt x="109" y="251"/>
                      <a:pt x="109" y="251"/>
                    </a:cubicBezTo>
                    <a:cubicBezTo>
                      <a:pt x="107" y="305"/>
                      <a:pt x="125" y="383"/>
                      <a:pt x="125" y="415"/>
                    </a:cubicBezTo>
                    <a:cubicBezTo>
                      <a:pt x="126" y="449"/>
                      <a:pt x="117" y="512"/>
                      <a:pt x="111" y="535"/>
                    </a:cubicBezTo>
                    <a:cubicBezTo>
                      <a:pt x="105" y="552"/>
                      <a:pt x="100" y="582"/>
                      <a:pt x="97" y="595"/>
                    </a:cubicBezTo>
                    <a:cubicBezTo>
                      <a:pt x="97" y="595"/>
                      <a:pt x="97" y="595"/>
                      <a:pt x="97" y="595"/>
                    </a:cubicBezTo>
                    <a:cubicBezTo>
                      <a:pt x="97" y="595"/>
                      <a:pt x="90" y="637"/>
                      <a:pt x="91" y="675"/>
                    </a:cubicBezTo>
                    <a:cubicBezTo>
                      <a:pt x="91" y="696"/>
                      <a:pt x="83" y="767"/>
                      <a:pt x="94" y="819"/>
                    </a:cubicBezTo>
                    <a:cubicBezTo>
                      <a:pt x="106" y="872"/>
                      <a:pt x="108" y="904"/>
                      <a:pt x="104" y="942"/>
                    </a:cubicBezTo>
                    <a:cubicBezTo>
                      <a:pt x="100" y="979"/>
                      <a:pt x="107" y="1015"/>
                      <a:pt x="106" y="1050"/>
                    </a:cubicBezTo>
                    <a:cubicBezTo>
                      <a:pt x="105" y="1086"/>
                      <a:pt x="105" y="1198"/>
                      <a:pt x="121" y="1274"/>
                    </a:cubicBezTo>
                    <a:cubicBezTo>
                      <a:pt x="138" y="1350"/>
                      <a:pt x="111" y="1383"/>
                      <a:pt x="111" y="1383"/>
                    </a:cubicBezTo>
                    <a:cubicBezTo>
                      <a:pt x="111" y="1383"/>
                      <a:pt x="94" y="1411"/>
                      <a:pt x="88" y="1430"/>
                    </a:cubicBezTo>
                    <a:cubicBezTo>
                      <a:pt x="85" y="1442"/>
                      <a:pt x="75" y="1445"/>
                      <a:pt x="72" y="1453"/>
                    </a:cubicBezTo>
                    <a:cubicBezTo>
                      <a:pt x="68" y="1462"/>
                      <a:pt x="57" y="1468"/>
                      <a:pt x="62" y="1485"/>
                    </a:cubicBezTo>
                    <a:cubicBezTo>
                      <a:pt x="62" y="1485"/>
                      <a:pt x="64" y="1502"/>
                      <a:pt x="72" y="1496"/>
                    </a:cubicBezTo>
                    <a:cubicBezTo>
                      <a:pt x="72" y="1496"/>
                      <a:pt x="78" y="1508"/>
                      <a:pt x="86" y="1504"/>
                    </a:cubicBezTo>
                    <a:cubicBezTo>
                      <a:pt x="86" y="1504"/>
                      <a:pt x="96" y="1516"/>
                      <a:pt x="104" y="1506"/>
                    </a:cubicBezTo>
                    <a:cubicBezTo>
                      <a:pt x="104" y="1506"/>
                      <a:pt x="101" y="1520"/>
                      <a:pt x="121" y="1520"/>
                    </a:cubicBezTo>
                    <a:cubicBezTo>
                      <a:pt x="140" y="1520"/>
                      <a:pt x="141" y="1511"/>
                      <a:pt x="142" y="1499"/>
                    </a:cubicBezTo>
                    <a:cubicBezTo>
                      <a:pt x="142" y="1487"/>
                      <a:pt x="151" y="1486"/>
                      <a:pt x="151" y="1486"/>
                    </a:cubicBezTo>
                    <a:cubicBezTo>
                      <a:pt x="151" y="1486"/>
                      <a:pt x="164" y="1476"/>
                      <a:pt x="165" y="1463"/>
                    </a:cubicBezTo>
                    <a:cubicBezTo>
                      <a:pt x="166" y="1450"/>
                      <a:pt x="175" y="1440"/>
                      <a:pt x="175" y="1440"/>
                    </a:cubicBezTo>
                    <a:cubicBezTo>
                      <a:pt x="175" y="1440"/>
                      <a:pt x="188" y="1435"/>
                      <a:pt x="182" y="1403"/>
                    </a:cubicBezTo>
                    <a:cubicBezTo>
                      <a:pt x="182" y="1403"/>
                      <a:pt x="187" y="1386"/>
                      <a:pt x="184" y="1370"/>
                    </a:cubicBezTo>
                    <a:cubicBezTo>
                      <a:pt x="181" y="1354"/>
                      <a:pt x="185" y="1301"/>
                      <a:pt x="186" y="1282"/>
                    </a:cubicBezTo>
                    <a:cubicBezTo>
                      <a:pt x="188" y="1262"/>
                      <a:pt x="205" y="1155"/>
                      <a:pt x="199" y="1112"/>
                    </a:cubicBezTo>
                    <a:cubicBezTo>
                      <a:pt x="189" y="1040"/>
                      <a:pt x="209" y="1018"/>
                      <a:pt x="211" y="984"/>
                    </a:cubicBezTo>
                    <a:cubicBezTo>
                      <a:pt x="211" y="984"/>
                      <a:pt x="215" y="947"/>
                      <a:pt x="213" y="916"/>
                    </a:cubicBezTo>
                    <a:cubicBezTo>
                      <a:pt x="211" y="885"/>
                      <a:pt x="219" y="851"/>
                      <a:pt x="224" y="812"/>
                    </a:cubicBezTo>
                    <a:cubicBezTo>
                      <a:pt x="230" y="773"/>
                      <a:pt x="233" y="735"/>
                      <a:pt x="240" y="721"/>
                    </a:cubicBezTo>
                    <a:cubicBezTo>
                      <a:pt x="242" y="717"/>
                      <a:pt x="244" y="711"/>
                      <a:pt x="246" y="705"/>
                    </a:cubicBezTo>
                    <a:cubicBezTo>
                      <a:pt x="246" y="715"/>
                      <a:pt x="247" y="721"/>
                      <a:pt x="247" y="721"/>
                    </a:cubicBezTo>
                    <a:cubicBezTo>
                      <a:pt x="248" y="737"/>
                      <a:pt x="257" y="773"/>
                      <a:pt x="263" y="812"/>
                    </a:cubicBezTo>
                    <a:cubicBezTo>
                      <a:pt x="268" y="851"/>
                      <a:pt x="276" y="885"/>
                      <a:pt x="274" y="916"/>
                    </a:cubicBezTo>
                    <a:cubicBezTo>
                      <a:pt x="272" y="947"/>
                      <a:pt x="276" y="984"/>
                      <a:pt x="276" y="984"/>
                    </a:cubicBezTo>
                    <a:cubicBezTo>
                      <a:pt x="278" y="1018"/>
                      <a:pt x="298" y="1040"/>
                      <a:pt x="288" y="1112"/>
                    </a:cubicBezTo>
                    <a:cubicBezTo>
                      <a:pt x="282" y="1155"/>
                      <a:pt x="299" y="1262"/>
                      <a:pt x="301" y="1282"/>
                    </a:cubicBezTo>
                    <a:cubicBezTo>
                      <a:pt x="302" y="1301"/>
                      <a:pt x="306" y="1354"/>
                      <a:pt x="303" y="1370"/>
                    </a:cubicBezTo>
                    <a:cubicBezTo>
                      <a:pt x="300" y="1386"/>
                      <a:pt x="305" y="1403"/>
                      <a:pt x="305" y="1403"/>
                    </a:cubicBezTo>
                    <a:cubicBezTo>
                      <a:pt x="299" y="1435"/>
                      <a:pt x="312" y="1440"/>
                      <a:pt x="312" y="1440"/>
                    </a:cubicBezTo>
                    <a:cubicBezTo>
                      <a:pt x="312" y="1440"/>
                      <a:pt x="321" y="1450"/>
                      <a:pt x="322" y="1463"/>
                    </a:cubicBezTo>
                    <a:cubicBezTo>
                      <a:pt x="323" y="1476"/>
                      <a:pt x="337" y="1486"/>
                      <a:pt x="337" y="1486"/>
                    </a:cubicBezTo>
                    <a:cubicBezTo>
                      <a:pt x="337" y="1486"/>
                      <a:pt x="345" y="1487"/>
                      <a:pt x="345" y="1499"/>
                    </a:cubicBezTo>
                    <a:cubicBezTo>
                      <a:pt x="346" y="1511"/>
                      <a:pt x="347" y="1520"/>
                      <a:pt x="367" y="1520"/>
                    </a:cubicBezTo>
                    <a:cubicBezTo>
                      <a:pt x="386" y="1520"/>
                      <a:pt x="384" y="1506"/>
                      <a:pt x="384" y="1506"/>
                    </a:cubicBezTo>
                    <a:cubicBezTo>
                      <a:pt x="391" y="1516"/>
                      <a:pt x="401" y="1504"/>
                      <a:pt x="401" y="1504"/>
                    </a:cubicBezTo>
                    <a:cubicBezTo>
                      <a:pt x="409" y="1508"/>
                      <a:pt x="415" y="1496"/>
                      <a:pt x="415" y="1496"/>
                    </a:cubicBezTo>
                    <a:cubicBezTo>
                      <a:pt x="423" y="1502"/>
                      <a:pt x="425" y="1485"/>
                      <a:pt x="425" y="1485"/>
                    </a:cubicBezTo>
                    <a:cubicBezTo>
                      <a:pt x="430" y="1468"/>
                      <a:pt x="419" y="1462"/>
                      <a:pt x="415" y="1453"/>
                    </a:cubicBezTo>
                    <a:cubicBezTo>
                      <a:pt x="412" y="1445"/>
                      <a:pt x="403" y="1442"/>
                      <a:pt x="399" y="1430"/>
                    </a:cubicBezTo>
                    <a:cubicBezTo>
                      <a:pt x="393" y="1411"/>
                      <a:pt x="376" y="1383"/>
                      <a:pt x="376" y="1383"/>
                    </a:cubicBezTo>
                    <a:cubicBezTo>
                      <a:pt x="376" y="1383"/>
                      <a:pt x="350" y="1350"/>
                      <a:pt x="366" y="1274"/>
                    </a:cubicBezTo>
                    <a:cubicBezTo>
                      <a:pt x="383" y="1198"/>
                      <a:pt x="382" y="1086"/>
                      <a:pt x="381" y="1050"/>
                    </a:cubicBezTo>
                    <a:cubicBezTo>
                      <a:pt x="380" y="1015"/>
                      <a:pt x="387" y="979"/>
                      <a:pt x="383" y="942"/>
                    </a:cubicBezTo>
                    <a:cubicBezTo>
                      <a:pt x="379" y="904"/>
                      <a:pt x="382" y="872"/>
                      <a:pt x="393" y="819"/>
                    </a:cubicBezTo>
                    <a:cubicBezTo>
                      <a:pt x="404" y="767"/>
                      <a:pt x="396" y="696"/>
                      <a:pt x="396" y="675"/>
                    </a:cubicBezTo>
                    <a:cubicBezTo>
                      <a:pt x="397" y="637"/>
                      <a:pt x="390" y="595"/>
                      <a:pt x="390" y="595"/>
                    </a:cubicBezTo>
                    <a:cubicBezTo>
                      <a:pt x="390" y="595"/>
                      <a:pt x="390" y="595"/>
                      <a:pt x="390" y="595"/>
                    </a:cubicBezTo>
                    <a:cubicBezTo>
                      <a:pt x="387" y="582"/>
                      <a:pt x="382" y="552"/>
                      <a:pt x="377" y="535"/>
                    </a:cubicBezTo>
                    <a:cubicBezTo>
                      <a:pt x="370" y="512"/>
                      <a:pt x="361" y="449"/>
                      <a:pt x="362" y="415"/>
                    </a:cubicBezTo>
                    <a:cubicBezTo>
                      <a:pt x="363" y="383"/>
                      <a:pt x="380" y="305"/>
                      <a:pt x="378" y="251"/>
                    </a:cubicBezTo>
                    <a:cubicBezTo>
                      <a:pt x="381" y="256"/>
                      <a:pt x="381" y="256"/>
                      <a:pt x="381" y="256"/>
                    </a:cubicBezTo>
                    <a:cubicBezTo>
                      <a:pt x="384" y="275"/>
                      <a:pt x="410" y="375"/>
                      <a:pt x="412" y="401"/>
                    </a:cubicBezTo>
                    <a:cubicBezTo>
                      <a:pt x="413" y="426"/>
                      <a:pt x="419" y="535"/>
                      <a:pt x="422" y="553"/>
                    </a:cubicBezTo>
                    <a:cubicBezTo>
                      <a:pt x="425" y="570"/>
                      <a:pt x="426" y="590"/>
                      <a:pt x="416" y="607"/>
                    </a:cubicBezTo>
                    <a:cubicBezTo>
                      <a:pt x="405" y="624"/>
                      <a:pt x="402" y="635"/>
                      <a:pt x="401" y="640"/>
                    </a:cubicBezTo>
                    <a:cubicBezTo>
                      <a:pt x="400" y="644"/>
                      <a:pt x="404" y="686"/>
                      <a:pt x="404" y="693"/>
                    </a:cubicBezTo>
                    <a:cubicBezTo>
                      <a:pt x="402" y="707"/>
                      <a:pt x="408" y="710"/>
                      <a:pt x="408" y="710"/>
                    </a:cubicBezTo>
                    <a:cubicBezTo>
                      <a:pt x="424" y="703"/>
                      <a:pt x="420" y="658"/>
                      <a:pt x="420" y="658"/>
                    </a:cubicBezTo>
                    <a:cubicBezTo>
                      <a:pt x="431" y="669"/>
                      <a:pt x="429" y="685"/>
                      <a:pt x="430" y="692"/>
                    </a:cubicBezTo>
                    <a:cubicBezTo>
                      <a:pt x="431" y="699"/>
                      <a:pt x="430" y="716"/>
                      <a:pt x="427" y="718"/>
                    </a:cubicBezTo>
                    <a:cubicBezTo>
                      <a:pt x="425" y="720"/>
                      <a:pt x="420" y="736"/>
                      <a:pt x="425" y="741"/>
                    </a:cubicBezTo>
                    <a:cubicBezTo>
                      <a:pt x="429" y="745"/>
                      <a:pt x="437" y="739"/>
                      <a:pt x="437" y="739"/>
                    </a:cubicBezTo>
                    <a:cubicBezTo>
                      <a:pt x="446" y="744"/>
                      <a:pt x="454" y="729"/>
                      <a:pt x="454" y="729"/>
                    </a:cubicBezTo>
                    <a:cubicBezTo>
                      <a:pt x="459" y="730"/>
                      <a:pt x="474" y="716"/>
                      <a:pt x="479" y="702"/>
                    </a:cubicBezTo>
                    <a:cubicBezTo>
                      <a:pt x="485" y="689"/>
                      <a:pt x="487" y="654"/>
                      <a:pt x="480" y="627"/>
                    </a:cubicBezTo>
                    <a:close/>
                  </a:path>
                </a:pathLst>
              </a:custGeom>
              <a:solidFill>
                <a:srgbClr val="F6E8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457" name="Freeform 5">
                <a:extLst>
                  <a:ext uri="{FF2B5EF4-FFF2-40B4-BE49-F238E27FC236}">
                    <a16:creationId xmlns:a16="http://schemas.microsoft.com/office/drawing/2014/main" id="{28FA3A2B-49B8-4A40-AE90-B36981E6B5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6" y="1252"/>
                <a:ext cx="902" cy="2800"/>
              </a:xfrm>
              <a:custGeom>
                <a:avLst/>
                <a:gdLst>
                  <a:gd name="T0" fmla="*/ 3026 w 487"/>
                  <a:gd name="T1" fmla="*/ 3345 h 1520"/>
                  <a:gd name="T2" fmla="*/ 2819 w 487"/>
                  <a:gd name="T3" fmla="*/ 1056 h 1520"/>
                  <a:gd name="T4" fmla="*/ 1997 w 487"/>
                  <a:gd name="T5" fmla="*/ 363 h 1520"/>
                  <a:gd name="T6" fmla="*/ 1239 w 487"/>
                  <a:gd name="T7" fmla="*/ 44 h 1520"/>
                  <a:gd name="T8" fmla="*/ 680 w 487"/>
                  <a:gd name="T9" fmla="*/ 483 h 1520"/>
                  <a:gd name="T10" fmla="*/ 52 w 487"/>
                  <a:gd name="T11" fmla="*/ 2288 h 1520"/>
                  <a:gd name="T12" fmla="*/ 44 w 487"/>
                  <a:gd name="T13" fmla="*/ 3920 h 1520"/>
                  <a:gd name="T14" fmla="*/ 217 w 487"/>
                  <a:gd name="T15" fmla="*/ 4557 h 1520"/>
                  <a:gd name="T16" fmla="*/ 395 w 487"/>
                  <a:gd name="T17" fmla="*/ 4631 h 1520"/>
                  <a:gd name="T18" fmla="*/ 363 w 487"/>
                  <a:gd name="T19" fmla="*/ 4327 h 1520"/>
                  <a:gd name="T20" fmla="*/ 500 w 487"/>
                  <a:gd name="T21" fmla="*/ 4438 h 1520"/>
                  <a:gd name="T22" fmla="*/ 545 w 487"/>
                  <a:gd name="T23" fmla="*/ 4001 h 1520"/>
                  <a:gd name="T24" fmla="*/ 411 w 487"/>
                  <a:gd name="T25" fmla="*/ 3458 h 1520"/>
                  <a:gd name="T26" fmla="*/ 672 w 487"/>
                  <a:gd name="T27" fmla="*/ 1601 h 1520"/>
                  <a:gd name="T28" fmla="*/ 796 w 487"/>
                  <a:gd name="T29" fmla="*/ 2592 h 1520"/>
                  <a:gd name="T30" fmla="*/ 617 w 487"/>
                  <a:gd name="T31" fmla="*/ 3719 h 1520"/>
                  <a:gd name="T32" fmla="*/ 580 w 487"/>
                  <a:gd name="T33" fmla="*/ 4218 h 1520"/>
                  <a:gd name="T34" fmla="*/ 661 w 487"/>
                  <a:gd name="T35" fmla="*/ 5887 h 1520"/>
                  <a:gd name="T36" fmla="*/ 769 w 487"/>
                  <a:gd name="T37" fmla="*/ 7963 h 1520"/>
                  <a:gd name="T38" fmla="*/ 559 w 487"/>
                  <a:gd name="T39" fmla="*/ 8938 h 1520"/>
                  <a:gd name="T40" fmla="*/ 395 w 487"/>
                  <a:gd name="T41" fmla="*/ 9284 h 1520"/>
                  <a:gd name="T42" fmla="*/ 545 w 487"/>
                  <a:gd name="T43" fmla="*/ 9402 h 1520"/>
                  <a:gd name="T44" fmla="*/ 769 w 487"/>
                  <a:gd name="T45" fmla="*/ 9502 h 1520"/>
                  <a:gd name="T46" fmla="*/ 961 w 487"/>
                  <a:gd name="T47" fmla="*/ 9288 h 1520"/>
                  <a:gd name="T48" fmla="*/ 1111 w 487"/>
                  <a:gd name="T49" fmla="*/ 9002 h 1520"/>
                  <a:gd name="T50" fmla="*/ 1171 w 487"/>
                  <a:gd name="T51" fmla="*/ 8564 h 1520"/>
                  <a:gd name="T52" fmla="*/ 1265 w 487"/>
                  <a:gd name="T53" fmla="*/ 6950 h 1520"/>
                  <a:gd name="T54" fmla="*/ 1356 w 487"/>
                  <a:gd name="T55" fmla="*/ 5725 h 1520"/>
                  <a:gd name="T56" fmla="*/ 1526 w 487"/>
                  <a:gd name="T57" fmla="*/ 4506 h 1520"/>
                  <a:gd name="T58" fmla="*/ 1567 w 487"/>
                  <a:gd name="T59" fmla="*/ 4506 h 1520"/>
                  <a:gd name="T60" fmla="*/ 1739 w 487"/>
                  <a:gd name="T61" fmla="*/ 5725 h 1520"/>
                  <a:gd name="T62" fmla="*/ 1828 w 487"/>
                  <a:gd name="T63" fmla="*/ 6950 h 1520"/>
                  <a:gd name="T64" fmla="*/ 1924 w 487"/>
                  <a:gd name="T65" fmla="*/ 8564 h 1520"/>
                  <a:gd name="T66" fmla="*/ 1984 w 487"/>
                  <a:gd name="T67" fmla="*/ 9002 h 1520"/>
                  <a:gd name="T68" fmla="*/ 2141 w 487"/>
                  <a:gd name="T69" fmla="*/ 9288 h 1520"/>
                  <a:gd name="T70" fmla="*/ 2332 w 487"/>
                  <a:gd name="T71" fmla="*/ 9502 h 1520"/>
                  <a:gd name="T72" fmla="*/ 2549 w 487"/>
                  <a:gd name="T73" fmla="*/ 9402 h 1520"/>
                  <a:gd name="T74" fmla="*/ 2700 w 487"/>
                  <a:gd name="T75" fmla="*/ 9284 h 1520"/>
                  <a:gd name="T76" fmla="*/ 2536 w 487"/>
                  <a:gd name="T77" fmla="*/ 8938 h 1520"/>
                  <a:gd name="T78" fmla="*/ 2326 w 487"/>
                  <a:gd name="T79" fmla="*/ 7963 h 1520"/>
                  <a:gd name="T80" fmla="*/ 2432 w 487"/>
                  <a:gd name="T81" fmla="*/ 5887 h 1520"/>
                  <a:gd name="T82" fmla="*/ 2515 w 487"/>
                  <a:gd name="T83" fmla="*/ 4218 h 1520"/>
                  <a:gd name="T84" fmla="*/ 2476 w 487"/>
                  <a:gd name="T85" fmla="*/ 3719 h 1520"/>
                  <a:gd name="T86" fmla="*/ 2299 w 487"/>
                  <a:gd name="T87" fmla="*/ 2592 h 1520"/>
                  <a:gd name="T88" fmla="*/ 2423 w 487"/>
                  <a:gd name="T89" fmla="*/ 1601 h 1520"/>
                  <a:gd name="T90" fmla="*/ 2682 w 487"/>
                  <a:gd name="T91" fmla="*/ 3458 h 1520"/>
                  <a:gd name="T92" fmla="*/ 2549 w 487"/>
                  <a:gd name="T93" fmla="*/ 4001 h 1520"/>
                  <a:gd name="T94" fmla="*/ 2593 w 487"/>
                  <a:gd name="T95" fmla="*/ 4438 h 1520"/>
                  <a:gd name="T96" fmla="*/ 2730 w 487"/>
                  <a:gd name="T97" fmla="*/ 4327 h 1520"/>
                  <a:gd name="T98" fmla="*/ 2700 w 487"/>
                  <a:gd name="T99" fmla="*/ 4631 h 1520"/>
                  <a:gd name="T100" fmla="*/ 2886 w 487"/>
                  <a:gd name="T101" fmla="*/ 4557 h 1520"/>
                  <a:gd name="T102" fmla="*/ 3051 w 487"/>
                  <a:gd name="T103" fmla="*/ 3920 h 1520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0" t="0" r="r" b="b"/>
                <a:pathLst>
                  <a:path w="487" h="1520">
                    <a:moveTo>
                      <a:pt x="480" y="627"/>
                    </a:moveTo>
                    <a:cubicBezTo>
                      <a:pt x="474" y="601"/>
                      <a:pt x="472" y="565"/>
                      <a:pt x="476" y="535"/>
                    </a:cubicBezTo>
                    <a:cubicBezTo>
                      <a:pt x="484" y="470"/>
                      <a:pt x="482" y="388"/>
                      <a:pt x="479" y="366"/>
                    </a:cubicBezTo>
                    <a:cubicBezTo>
                      <a:pt x="477" y="345"/>
                      <a:pt x="453" y="248"/>
                      <a:pt x="444" y="169"/>
                    </a:cubicBezTo>
                    <a:cubicBezTo>
                      <a:pt x="436" y="91"/>
                      <a:pt x="390" y="77"/>
                      <a:pt x="380" y="77"/>
                    </a:cubicBezTo>
                    <a:cubicBezTo>
                      <a:pt x="371" y="77"/>
                      <a:pt x="345" y="66"/>
                      <a:pt x="314" y="58"/>
                    </a:cubicBezTo>
                    <a:cubicBezTo>
                      <a:pt x="293" y="52"/>
                      <a:pt x="291" y="20"/>
                      <a:pt x="292" y="0"/>
                    </a:cubicBezTo>
                    <a:cubicBezTo>
                      <a:pt x="250" y="8"/>
                      <a:pt x="195" y="7"/>
                      <a:pt x="195" y="7"/>
                    </a:cubicBezTo>
                    <a:cubicBezTo>
                      <a:pt x="195" y="7"/>
                      <a:pt x="194" y="52"/>
                      <a:pt x="173" y="58"/>
                    </a:cubicBezTo>
                    <a:cubicBezTo>
                      <a:pt x="142" y="66"/>
                      <a:pt x="116" y="77"/>
                      <a:pt x="107" y="77"/>
                    </a:cubicBezTo>
                    <a:cubicBezTo>
                      <a:pt x="97" y="77"/>
                      <a:pt x="51" y="91"/>
                      <a:pt x="43" y="169"/>
                    </a:cubicBezTo>
                    <a:cubicBezTo>
                      <a:pt x="35" y="248"/>
                      <a:pt x="10" y="345"/>
                      <a:pt x="8" y="366"/>
                    </a:cubicBezTo>
                    <a:cubicBezTo>
                      <a:pt x="5" y="388"/>
                      <a:pt x="3" y="470"/>
                      <a:pt x="11" y="535"/>
                    </a:cubicBezTo>
                    <a:cubicBezTo>
                      <a:pt x="15" y="565"/>
                      <a:pt x="13" y="601"/>
                      <a:pt x="7" y="627"/>
                    </a:cubicBezTo>
                    <a:cubicBezTo>
                      <a:pt x="0" y="654"/>
                      <a:pt x="2" y="689"/>
                      <a:pt x="8" y="702"/>
                    </a:cubicBezTo>
                    <a:cubicBezTo>
                      <a:pt x="13" y="716"/>
                      <a:pt x="28" y="730"/>
                      <a:pt x="34" y="729"/>
                    </a:cubicBezTo>
                    <a:cubicBezTo>
                      <a:pt x="34" y="729"/>
                      <a:pt x="41" y="744"/>
                      <a:pt x="50" y="739"/>
                    </a:cubicBezTo>
                    <a:cubicBezTo>
                      <a:pt x="50" y="739"/>
                      <a:pt x="58" y="745"/>
                      <a:pt x="62" y="741"/>
                    </a:cubicBezTo>
                    <a:cubicBezTo>
                      <a:pt x="67" y="736"/>
                      <a:pt x="62" y="720"/>
                      <a:pt x="60" y="718"/>
                    </a:cubicBezTo>
                    <a:cubicBezTo>
                      <a:pt x="57" y="716"/>
                      <a:pt x="57" y="699"/>
                      <a:pt x="57" y="692"/>
                    </a:cubicBezTo>
                    <a:cubicBezTo>
                      <a:pt x="58" y="685"/>
                      <a:pt x="56" y="669"/>
                      <a:pt x="67" y="658"/>
                    </a:cubicBezTo>
                    <a:cubicBezTo>
                      <a:pt x="67" y="658"/>
                      <a:pt x="63" y="703"/>
                      <a:pt x="79" y="710"/>
                    </a:cubicBezTo>
                    <a:cubicBezTo>
                      <a:pt x="79" y="710"/>
                      <a:pt x="85" y="707"/>
                      <a:pt x="84" y="693"/>
                    </a:cubicBezTo>
                    <a:cubicBezTo>
                      <a:pt x="83" y="686"/>
                      <a:pt x="87" y="644"/>
                      <a:pt x="86" y="640"/>
                    </a:cubicBezTo>
                    <a:cubicBezTo>
                      <a:pt x="85" y="635"/>
                      <a:pt x="82" y="624"/>
                      <a:pt x="71" y="607"/>
                    </a:cubicBezTo>
                    <a:cubicBezTo>
                      <a:pt x="61" y="590"/>
                      <a:pt x="62" y="570"/>
                      <a:pt x="65" y="553"/>
                    </a:cubicBezTo>
                    <a:cubicBezTo>
                      <a:pt x="68" y="535"/>
                      <a:pt x="74" y="426"/>
                      <a:pt x="75" y="401"/>
                    </a:cubicBezTo>
                    <a:cubicBezTo>
                      <a:pt x="77" y="375"/>
                      <a:pt x="103" y="275"/>
                      <a:pt x="106" y="256"/>
                    </a:cubicBezTo>
                    <a:cubicBezTo>
                      <a:pt x="109" y="251"/>
                      <a:pt x="109" y="251"/>
                      <a:pt x="109" y="251"/>
                    </a:cubicBezTo>
                    <a:cubicBezTo>
                      <a:pt x="107" y="305"/>
                      <a:pt x="125" y="383"/>
                      <a:pt x="125" y="415"/>
                    </a:cubicBezTo>
                    <a:cubicBezTo>
                      <a:pt x="126" y="449"/>
                      <a:pt x="117" y="512"/>
                      <a:pt x="111" y="535"/>
                    </a:cubicBezTo>
                    <a:cubicBezTo>
                      <a:pt x="105" y="552"/>
                      <a:pt x="100" y="582"/>
                      <a:pt x="97" y="595"/>
                    </a:cubicBezTo>
                    <a:cubicBezTo>
                      <a:pt x="97" y="595"/>
                      <a:pt x="97" y="595"/>
                      <a:pt x="97" y="595"/>
                    </a:cubicBezTo>
                    <a:cubicBezTo>
                      <a:pt x="97" y="595"/>
                      <a:pt x="90" y="637"/>
                      <a:pt x="91" y="675"/>
                    </a:cubicBezTo>
                    <a:cubicBezTo>
                      <a:pt x="91" y="696"/>
                      <a:pt x="83" y="767"/>
                      <a:pt x="94" y="819"/>
                    </a:cubicBezTo>
                    <a:cubicBezTo>
                      <a:pt x="106" y="872"/>
                      <a:pt x="108" y="904"/>
                      <a:pt x="104" y="942"/>
                    </a:cubicBezTo>
                    <a:cubicBezTo>
                      <a:pt x="100" y="979"/>
                      <a:pt x="107" y="1015"/>
                      <a:pt x="106" y="1050"/>
                    </a:cubicBezTo>
                    <a:cubicBezTo>
                      <a:pt x="105" y="1086"/>
                      <a:pt x="105" y="1198"/>
                      <a:pt x="121" y="1274"/>
                    </a:cubicBezTo>
                    <a:cubicBezTo>
                      <a:pt x="138" y="1350"/>
                      <a:pt x="111" y="1383"/>
                      <a:pt x="111" y="1383"/>
                    </a:cubicBezTo>
                    <a:cubicBezTo>
                      <a:pt x="111" y="1383"/>
                      <a:pt x="94" y="1411"/>
                      <a:pt x="88" y="1430"/>
                    </a:cubicBezTo>
                    <a:cubicBezTo>
                      <a:pt x="85" y="1442"/>
                      <a:pt x="75" y="1445"/>
                      <a:pt x="72" y="1453"/>
                    </a:cubicBezTo>
                    <a:cubicBezTo>
                      <a:pt x="68" y="1462"/>
                      <a:pt x="57" y="1468"/>
                      <a:pt x="62" y="1485"/>
                    </a:cubicBezTo>
                    <a:cubicBezTo>
                      <a:pt x="62" y="1485"/>
                      <a:pt x="64" y="1502"/>
                      <a:pt x="72" y="1496"/>
                    </a:cubicBezTo>
                    <a:cubicBezTo>
                      <a:pt x="72" y="1496"/>
                      <a:pt x="78" y="1508"/>
                      <a:pt x="86" y="1504"/>
                    </a:cubicBezTo>
                    <a:cubicBezTo>
                      <a:pt x="86" y="1504"/>
                      <a:pt x="96" y="1516"/>
                      <a:pt x="104" y="1506"/>
                    </a:cubicBezTo>
                    <a:cubicBezTo>
                      <a:pt x="104" y="1506"/>
                      <a:pt x="101" y="1520"/>
                      <a:pt x="121" y="1520"/>
                    </a:cubicBezTo>
                    <a:cubicBezTo>
                      <a:pt x="140" y="1520"/>
                      <a:pt x="141" y="1511"/>
                      <a:pt x="142" y="1499"/>
                    </a:cubicBezTo>
                    <a:cubicBezTo>
                      <a:pt x="142" y="1487"/>
                      <a:pt x="151" y="1486"/>
                      <a:pt x="151" y="1486"/>
                    </a:cubicBezTo>
                    <a:cubicBezTo>
                      <a:pt x="151" y="1486"/>
                      <a:pt x="164" y="1476"/>
                      <a:pt x="165" y="1463"/>
                    </a:cubicBezTo>
                    <a:cubicBezTo>
                      <a:pt x="166" y="1450"/>
                      <a:pt x="175" y="1440"/>
                      <a:pt x="175" y="1440"/>
                    </a:cubicBezTo>
                    <a:cubicBezTo>
                      <a:pt x="175" y="1440"/>
                      <a:pt x="188" y="1435"/>
                      <a:pt x="182" y="1403"/>
                    </a:cubicBezTo>
                    <a:cubicBezTo>
                      <a:pt x="182" y="1403"/>
                      <a:pt x="187" y="1386"/>
                      <a:pt x="184" y="1370"/>
                    </a:cubicBezTo>
                    <a:cubicBezTo>
                      <a:pt x="181" y="1354"/>
                      <a:pt x="185" y="1301"/>
                      <a:pt x="186" y="1282"/>
                    </a:cubicBezTo>
                    <a:cubicBezTo>
                      <a:pt x="188" y="1262"/>
                      <a:pt x="205" y="1155"/>
                      <a:pt x="199" y="1112"/>
                    </a:cubicBezTo>
                    <a:cubicBezTo>
                      <a:pt x="189" y="1040"/>
                      <a:pt x="209" y="1018"/>
                      <a:pt x="211" y="984"/>
                    </a:cubicBezTo>
                    <a:cubicBezTo>
                      <a:pt x="211" y="984"/>
                      <a:pt x="215" y="947"/>
                      <a:pt x="213" y="916"/>
                    </a:cubicBezTo>
                    <a:cubicBezTo>
                      <a:pt x="211" y="885"/>
                      <a:pt x="219" y="851"/>
                      <a:pt x="224" y="812"/>
                    </a:cubicBezTo>
                    <a:cubicBezTo>
                      <a:pt x="230" y="773"/>
                      <a:pt x="233" y="735"/>
                      <a:pt x="240" y="721"/>
                    </a:cubicBezTo>
                    <a:cubicBezTo>
                      <a:pt x="242" y="717"/>
                      <a:pt x="244" y="711"/>
                      <a:pt x="246" y="705"/>
                    </a:cubicBezTo>
                    <a:cubicBezTo>
                      <a:pt x="246" y="715"/>
                      <a:pt x="247" y="721"/>
                      <a:pt x="247" y="721"/>
                    </a:cubicBezTo>
                    <a:cubicBezTo>
                      <a:pt x="248" y="737"/>
                      <a:pt x="257" y="773"/>
                      <a:pt x="263" y="812"/>
                    </a:cubicBezTo>
                    <a:cubicBezTo>
                      <a:pt x="268" y="851"/>
                      <a:pt x="276" y="885"/>
                      <a:pt x="274" y="916"/>
                    </a:cubicBezTo>
                    <a:cubicBezTo>
                      <a:pt x="272" y="947"/>
                      <a:pt x="276" y="984"/>
                      <a:pt x="276" y="984"/>
                    </a:cubicBezTo>
                    <a:cubicBezTo>
                      <a:pt x="278" y="1018"/>
                      <a:pt x="298" y="1040"/>
                      <a:pt x="288" y="1112"/>
                    </a:cubicBezTo>
                    <a:cubicBezTo>
                      <a:pt x="282" y="1155"/>
                      <a:pt x="299" y="1262"/>
                      <a:pt x="301" y="1282"/>
                    </a:cubicBezTo>
                    <a:cubicBezTo>
                      <a:pt x="302" y="1301"/>
                      <a:pt x="306" y="1354"/>
                      <a:pt x="303" y="1370"/>
                    </a:cubicBezTo>
                    <a:cubicBezTo>
                      <a:pt x="300" y="1386"/>
                      <a:pt x="305" y="1403"/>
                      <a:pt x="305" y="1403"/>
                    </a:cubicBezTo>
                    <a:cubicBezTo>
                      <a:pt x="299" y="1435"/>
                      <a:pt x="312" y="1440"/>
                      <a:pt x="312" y="1440"/>
                    </a:cubicBezTo>
                    <a:cubicBezTo>
                      <a:pt x="312" y="1440"/>
                      <a:pt x="321" y="1450"/>
                      <a:pt x="322" y="1463"/>
                    </a:cubicBezTo>
                    <a:cubicBezTo>
                      <a:pt x="323" y="1476"/>
                      <a:pt x="337" y="1486"/>
                      <a:pt x="337" y="1486"/>
                    </a:cubicBezTo>
                    <a:cubicBezTo>
                      <a:pt x="337" y="1486"/>
                      <a:pt x="345" y="1487"/>
                      <a:pt x="345" y="1499"/>
                    </a:cubicBezTo>
                    <a:cubicBezTo>
                      <a:pt x="346" y="1511"/>
                      <a:pt x="347" y="1520"/>
                      <a:pt x="367" y="1520"/>
                    </a:cubicBezTo>
                    <a:cubicBezTo>
                      <a:pt x="386" y="1520"/>
                      <a:pt x="384" y="1506"/>
                      <a:pt x="384" y="1506"/>
                    </a:cubicBezTo>
                    <a:cubicBezTo>
                      <a:pt x="391" y="1516"/>
                      <a:pt x="401" y="1504"/>
                      <a:pt x="401" y="1504"/>
                    </a:cubicBezTo>
                    <a:cubicBezTo>
                      <a:pt x="409" y="1508"/>
                      <a:pt x="415" y="1496"/>
                      <a:pt x="415" y="1496"/>
                    </a:cubicBezTo>
                    <a:cubicBezTo>
                      <a:pt x="423" y="1502"/>
                      <a:pt x="425" y="1485"/>
                      <a:pt x="425" y="1485"/>
                    </a:cubicBezTo>
                    <a:cubicBezTo>
                      <a:pt x="430" y="1468"/>
                      <a:pt x="419" y="1462"/>
                      <a:pt x="415" y="1453"/>
                    </a:cubicBezTo>
                    <a:cubicBezTo>
                      <a:pt x="412" y="1445"/>
                      <a:pt x="403" y="1442"/>
                      <a:pt x="399" y="1430"/>
                    </a:cubicBezTo>
                    <a:cubicBezTo>
                      <a:pt x="393" y="1411"/>
                      <a:pt x="376" y="1383"/>
                      <a:pt x="376" y="1383"/>
                    </a:cubicBezTo>
                    <a:cubicBezTo>
                      <a:pt x="376" y="1383"/>
                      <a:pt x="350" y="1350"/>
                      <a:pt x="366" y="1274"/>
                    </a:cubicBezTo>
                    <a:cubicBezTo>
                      <a:pt x="383" y="1198"/>
                      <a:pt x="382" y="1086"/>
                      <a:pt x="381" y="1050"/>
                    </a:cubicBezTo>
                    <a:cubicBezTo>
                      <a:pt x="380" y="1015"/>
                      <a:pt x="387" y="979"/>
                      <a:pt x="383" y="942"/>
                    </a:cubicBezTo>
                    <a:cubicBezTo>
                      <a:pt x="379" y="904"/>
                      <a:pt x="382" y="872"/>
                      <a:pt x="393" y="819"/>
                    </a:cubicBezTo>
                    <a:cubicBezTo>
                      <a:pt x="404" y="767"/>
                      <a:pt x="396" y="696"/>
                      <a:pt x="396" y="675"/>
                    </a:cubicBezTo>
                    <a:cubicBezTo>
                      <a:pt x="397" y="637"/>
                      <a:pt x="390" y="595"/>
                      <a:pt x="390" y="595"/>
                    </a:cubicBezTo>
                    <a:cubicBezTo>
                      <a:pt x="390" y="595"/>
                      <a:pt x="390" y="595"/>
                      <a:pt x="390" y="595"/>
                    </a:cubicBezTo>
                    <a:cubicBezTo>
                      <a:pt x="387" y="582"/>
                      <a:pt x="382" y="552"/>
                      <a:pt x="377" y="535"/>
                    </a:cubicBezTo>
                    <a:cubicBezTo>
                      <a:pt x="370" y="512"/>
                      <a:pt x="361" y="449"/>
                      <a:pt x="362" y="415"/>
                    </a:cubicBezTo>
                    <a:cubicBezTo>
                      <a:pt x="363" y="383"/>
                      <a:pt x="380" y="305"/>
                      <a:pt x="378" y="251"/>
                    </a:cubicBezTo>
                    <a:cubicBezTo>
                      <a:pt x="381" y="256"/>
                      <a:pt x="381" y="256"/>
                      <a:pt x="381" y="256"/>
                    </a:cubicBezTo>
                    <a:cubicBezTo>
                      <a:pt x="384" y="275"/>
                      <a:pt x="410" y="375"/>
                      <a:pt x="412" y="401"/>
                    </a:cubicBezTo>
                    <a:cubicBezTo>
                      <a:pt x="413" y="426"/>
                      <a:pt x="419" y="535"/>
                      <a:pt x="422" y="553"/>
                    </a:cubicBezTo>
                    <a:cubicBezTo>
                      <a:pt x="425" y="570"/>
                      <a:pt x="426" y="590"/>
                      <a:pt x="416" y="607"/>
                    </a:cubicBezTo>
                    <a:cubicBezTo>
                      <a:pt x="405" y="624"/>
                      <a:pt x="402" y="635"/>
                      <a:pt x="401" y="640"/>
                    </a:cubicBezTo>
                    <a:cubicBezTo>
                      <a:pt x="400" y="644"/>
                      <a:pt x="404" y="686"/>
                      <a:pt x="404" y="693"/>
                    </a:cubicBezTo>
                    <a:cubicBezTo>
                      <a:pt x="402" y="707"/>
                      <a:pt x="408" y="710"/>
                      <a:pt x="408" y="710"/>
                    </a:cubicBezTo>
                    <a:cubicBezTo>
                      <a:pt x="424" y="703"/>
                      <a:pt x="420" y="658"/>
                      <a:pt x="420" y="658"/>
                    </a:cubicBezTo>
                    <a:cubicBezTo>
                      <a:pt x="431" y="669"/>
                      <a:pt x="429" y="685"/>
                      <a:pt x="430" y="692"/>
                    </a:cubicBezTo>
                    <a:cubicBezTo>
                      <a:pt x="431" y="699"/>
                      <a:pt x="430" y="716"/>
                      <a:pt x="427" y="718"/>
                    </a:cubicBezTo>
                    <a:cubicBezTo>
                      <a:pt x="425" y="720"/>
                      <a:pt x="420" y="736"/>
                      <a:pt x="425" y="741"/>
                    </a:cubicBezTo>
                    <a:cubicBezTo>
                      <a:pt x="429" y="745"/>
                      <a:pt x="437" y="739"/>
                      <a:pt x="437" y="739"/>
                    </a:cubicBezTo>
                    <a:cubicBezTo>
                      <a:pt x="446" y="744"/>
                      <a:pt x="454" y="729"/>
                      <a:pt x="454" y="729"/>
                    </a:cubicBezTo>
                    <a:cubicBezTo>
                      <a:pt x="459" y="730"/>
                      <a:pt x="474" y="716"/>
                      <a:pt x="479" y="702"/>
                    </a:cubicBezTo>
                    <a:cubicBezTo>
                      <a:pt x="485" y="689"/>
                      <a:pt x="487" y="654"/>
                      <a:pt x="480" y="627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458" name="Freeform 6">
                <a:extLst>
                  <a:ext uri="{FF2B5EF4-FFF2-40B4-BE49-F238E27FC236}">
                    <a16:creationId xmlns:a16="http://schemas.microsoft.com/office/drawing/2014/main" id="{BA75B2D3-DEC2-4EEA-991D-48AFFB9E2A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1" y="3836"/>
                <a:ext cx="16" cy="17"/>
              </a:xfrm>
              <a:custGeom>
                <a:avLst/>
                <a:gdLst>
                  <a:gd name="T0" fmla="*/ 0 w 9"/>
                  <a:gd name="T1" fmla="*/ 0 h 9"/>
                  <a:gd name="T2" fmla="*/ 50 w 9"/>
                  <a:gd name="T3" fmla="*/ 6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9">
                    <a:moveTo>
                      <a:pt x="0" y="0"/>
                    </a:moveTo>
                    <a:cubicBezTo>
                      <a:pt x="1" y="5"/>
                      <a:pt x="6" y="4"/>
                      <a:pt x="9" y="9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459" name="Freeform 7">
                <a:extLst>
                  <a:ext uri="{FF2B5EF4-FFF2-40B4-BE49-F238E27FC236}">
                    <a16:creationId xmlns:a16="http://schemas.microsoft.com/office/drawing/2014/main" id="{9F1FAFED-186C-4B0C-90C1-67041D5151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4" y="3860"/>
                <a:ext cx="18" cy="78"/>
              </a:xfrm>
              <a:custGeom>
                <a:avLst/>
                <a:gdLst>
                  <a:gd name="T0" fmla="*/ 58 w 10"/>
                  <a:gd name="T1" fmla="*/ 269 h 42"/>
                  <a:gd name="T2" fmla="*/ 45 w 10"/>
                  <a:gd name="T3" fmla="*/ 121 h 42"/>
                  <a:gd name="T4" fmla="*/ 0 w 10"/>
                  <a:gd name="T5" fmla="*/ 0 h 4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42">
                    <a:moveTo>
                      <a:pt x="10" y="42"/>
                    </a:moveTo>
                    <a:cubicBezTo>
                      <a:pt x="10" y="35"/>
                      <a:pt x="8" y="27"/>
                      <a:pt x="8" y="19"/>
                    </a:cubicBezTo>
                    <a:cubicBezTo>
                      <a:pt x="7" y="12"/>
                      <a:pt x="4" y="5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460" name="Freeform 8">
                <a:extLst>
                  <a:ext uri="{FF2B5EF4-FFF2-40B4-BE49-F238E27FC236}">
                    <a16:creationId xmlns:a16="http://schemas.microsoft.com/office/drawing/2014/main" id="{B56EC17E-02A7-4086-9A8A-450652228B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0" y="3960"/>
                <a:ext cx="18" cy="51"/>
              </a:xfrm>
              <a:custGeom>
                <a:avLst/>
                <a:gdLst>
                  <a:gd name="T0" fmla="*/ 58 w 10"/>
                  <a:gd name="T1" fmla="*/ 169 h 28"/>
                  <a:gd name="T2" fmla="*/ 45 w 10"/>
                  <a:gd name="T3" fmla="*/ 86 h 28"/>
                  <a:gd name="T4" fmla="*/ 0 w 10"/>
                  <a:gd name="T5" fmla="*/ 0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28">
                    <a:moveTo>
                      <a:pt x="10" y="28"/>
                    </a:moveTo>
                    <a:cubicBezTo>
                      <a:pt x="10" y="24"/>
                      <a:pt x="8" y="18"/>
                      <a:pt x="8" y="14"/>
                    </a:cubicBezTo>
                    <a:cubicBezTo>
                      <a:pt x="6" y="8"/>
                      <a:pt x="3" y="5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461" name="Freeform 9">
                <a:extLst>
                  <a:ext uri="{FF2B5EF4-FFF2-40B4-BE49-F238E27FC236}">
                    <a16:creationId xmlns:a16="http://schemas.microsoft.com/office/drawing/2014/main" id="{165F82F9-8AE3-4B8B-B7BD-0BC70E61CE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9" y="3971"/>
                <a:ext cx="28" cy="61"/>
              </a:xfrm>
              <a:custGeom>
                <a:avLst/>
                <a:gdLst>
                  <a:gd name="T0" fmla="*/ 97 w 15"/>
                  <a:gd name="T1" fmla="*/ 209 h 33"/>
                  <a:gd name="T2" fmla="*/ 52 w 15"/>
                  <a:gd name="T3" fmla="*/ 96 h 33"/>
                  <a:gd name="T4" fmla="*/ 0 w 15"/>
                  <a:gd name="T5" fmla="*/ 0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33">
                    <a:moveTo>
                      <a:pt x="15" y="33"/>
                    </a:moveTo>
                    <a:cubicBezTo>
                      <a:pt x="14" y="25"/>
                      <a:pt x="14" y="21"/>
                      <a:pt x="8" y="15"/>
                    </a:cubicBezTo>
                    <a:cubicBezTo>
                      <a:pt x="4" y="11"/>
                      <a:pt x="3" y="4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462" name="Freeform 10">
                <a:extLst>
                  <a:ext uri="{FF2B5EF4-FFF2-40B4-BE49-F238E27FC236}">
                    <a16:creationId xmlns:a16="http://schemas.microsoft.com/office/drawing/2014/main" id="{CFF7A23C-D9AA-464E-B76A-676F8E675A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8" y="3971"/>
                <a:ext cx="1" cy="15"/>
              </a:xfrm>
              <a:custGeom>
                <a:avLst/>
                <a:gdLst>
                  <a:gd name="T0" fmla="*/ 0 w 1"/>
                  <a:gd name="T1" fmla="*/ 53 h 8"/>
                  <a:gd name="T2" fmla="*/ 0 w 1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8">
                    <a:moveTo>
                      <a:pt x="0" y="8"/>
                    </a:moveTo>
                    <a:cubicBezTo>
                      <a:pt x="0" y="5"/>
                      <a:pt x="0" y="3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463" name="Freeform 11">
                <a:extLst>
                  <a:ext uri="{FF2B5EF4-FFF2-40B4-BE49-F238E27FC236}">
                    <a16:creationId xmlns:a16="http://schemas.microsoft.com/office/drawing/2014/main" id="{ECA1B9BF-6FE5-43B0-A05E-38AEB9FE2B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1" y="3971"/>
                <a:ext cx="29" cy="53"/>
              </a:xfrm>
              <a:custGeom>
                <a:avLst/>
                <a:gdLst>
                  <a:gd name="T0" fmla="*/ 89 w 16"/>
                  <a:gd name="T1" fmla="*/ 177 h 29"/>
                  <a:gd name="T2" fmla="*/ 65 w 16"/>
                  <a:gd name="T3" fmla="*/ 88 h 29"/>
                  <a:gd name="T4" fmla="*/ 0 w 16"/>
                  <a:gd name="T5" fmla="*/ 0 h 2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29">
                    <a:moveTo>
                      <a:pt x="15" y="29"/>
                    </a:moveTo>
                    <a:cubicBezTo>
                      <a:pt x="15" y="23"/>
                      <a:pt x="16" y="18"/>
                      <a:pt x="11" y="14"/>
                    </a:cubicBezTo>
                    <a:cubicBezTo>
                      <a:pt x="7" y="9"/>
                      <a:pt x="3" y="5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464" name="Freeform 12">
                <a:extLst>
                  <a:ext uri="{FF2B5EF4-FFF2-40B4-BE49-F238E27FC236}">
                    <a16:creationId xmlns:a16="http://schemas.microsoft.com/office/drawing/2014/main" id="{BAA1DD42-B2AF-4E72-B116-B105C1EB2D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8" y="3969"/>
                <a:ext cx="1" cy="11"/>
              </a:xfrm>
              <a:custGeom>
                <a:avLst/>
                <a:gdLst>
                  <a:gd name="T0" fmla="*/ 0 w 1"/>
                  <a:gd name="T1" fmla="*/ 37 h 6"/>
                  <a:gd name="T2" fmla="*/ 0 w 1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6">
                    <a:moveTo>
                      <a:pt x="0" y="6"/>
                    </a:moveTo>
                    <a:cubicBezTo>
                      <a:pt x="0" y="6"/>
                      <a:pt x="0" y="2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465" name="Freeform 13">
                <a:extLst>
                  <a:ext uri="{FF2B5EF4-FFF2-40B4-BE49-F238E27FC236}">
                    <a16:creationId xmlns:a16="http://schemas.microsoft.com/office/drawing/2014/main" id="{740988A5-D532-42BA-9492-7D030E491B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8" y="3958"/>
                <a:ext cx="26" cy="50"/>
              </a:xfrm>
              <a:custGeom>
                <a:avLst/>
                <a:gdLst>
                  <a:gd name="T0" fmla="*/ 89 w 14"/>
                  <a:gd name="T1" fmla="*/ 172 h 27"/>
                  <a:gd name="T2" fmla="*/ 69 w 14"/>
                  <a:gd name="T3" fmla="*/ 69 h 27"/>
                  <a:gd name="T4" fmla="*/ 0 w 14"/>
                  <a:gd name="T5" fmla="*/ 0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27">
                    <a:moveTo>
                      <a:pt x="14" y="27"/>
                    </a:moveTo>
                    <a:cubicBezTo>
                      <a:pt x="14" y="22"/>
                      <a:pt x="14" y="15"/>
                      <a:pt x="11" y="11"/>
                    </a:cubicBezTo>
                    <a:cubicBezTo>
                      <a:pt x="8" y="7"/>
                      <a:pt x="1" y="4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466" name="Freeform 14">
                <a:extLst>
                  <a:ext uri="{FF2B5EF4-FFF2-40B4-BE49-F238E27FC236}">
                    <a16:creationId xmlns:a16="http://schemas.microsoft.com/office/drawing/2014/main" id="{431B3104-3FF2-4E79-94C7-864F7E1723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6" y="3956"/>
                <a:ext cx="2" cy="11"/>
              </a:xfrm>
              <a:custGeom>
                <a:avLst/>
                <a:gdLst>
                  <a:gd name="T0" fmla="*/ 8 w 1"/>
                  <a:gd name="T1" fmla="*/ 37 h 6"/>
                  <a:gd name="T2" fmla="*/ 0 w 1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6">
                    <a:moveTo>
                      <a:pt x="1" y="6"/>
                    </a:moveTo>
                    <a:cubicBezTo>
                      <a:pt x="1" y="4"/>
                      <a:pt x="0" y="2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467" name="Freeform 15">
                <a:extLst>
                  <a:ext uri="{FF2B5EF4-FFF2-40B4-BE49-F238E27FC236}">
                    <a16:creationId xmlns:a16="http://schemas.microsoft.com/office/drawing/2014/main" id="{A4321103-F35C-4B39-B485-7897169FE1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9" y="3951"/>
                <a:ext cx="22" cy="44"/>
              </a:xfrm>
              <a:custGeom>
                <a:avLst/>
                <a:gdLst>
                  <a:gd name="T0" fmla="*/ 73 w 12"/>
                  <a:gd name="T1" fmla="*/ 149 h 24"/>
                  <a:gd name="T2" fmla="*/ 57 w 12"/>
                  <a:gd name="T3" fmla="*/ 73 h 24"/>
                  <a:gd name="T4" fmla="*/ 20 w 12"/>
                  <a:gd name="T5" fmla="*/ 37 h 24"/>
                  <a:gd name="T6" fmla="*/ 0 w 12"/>
                  <a:gd name="T7" fmla="*/ 0 h 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24">
                    <a:moveTo>
                      <a:pt x="12" y="24"/>
                    </a:moveTo>
                    <a:cubicBezTo>
                      <a:pt x="12" y="19"/>
                      <a:pt x="12" y="15"/>
                      <a:pt x="9" y="12"/>
                    </a:cubicBezTo>
                    <a:cubicBezTo>
                      <a:pt x="7" y="10"/>
                      <a:pt x="5" y="8"/>
                      <a:pt x="3" y="6"/>
                    </a:cubicBezTo>
                    <a:cubicBezTo>
                      <a:pt x="2" y="4"/>
                      <a:pt x="1" y="1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468" name="Freeform 16">
                <a:extLst>
                  <a:ext uri="{FF2B5EF4-FFF2-40B4-BE49-F238E27FC236}">
                    <a16:creationId xmlns:a16="http://schemas.microsoft.com/office/drawing/2014/main" id="{23E435DB-A984-436A-8510-F8FD49CF4A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6" y="3951"/>
                <a:ext cx="2" cy="11"/>
              </a:xfrm>
              <a:custGeom>
                <a:avLst/>
                <a:gdLst>
                  <a:gd name="T0" fmla="*/ 0 w 1"/>
                  <a:gd name="T1" fmla="*/ 37 h 6"/>
                  <a:gd name="T2" fmla="*/ 8 w 1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6">
                    <a:moveTo>
                      <a:pt x="0" y="6"/>
                    </a:moveTo>
                    <a:cubicBezTo>
                      <a:pt x="0" y="4"/>
                      <a:pt x="1" y="2"/>
                      <a:pt x="1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469" name="Freeform 17">
                <a:extLst>
                  <a:ext uri="{FF2B5EF4-FFF2-40B4-BE49-F238E27FC236}">
                    <a16:creationId xmlns:a16="http://schemas.microsoft.com/office/drawing/2014/main" id="{404C8401-1035-462F-A901-3DEE900D55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7" y="3995"/>
                <a:ext cx="43" cy="33"/>
              </a:xfrm>
              <a:custGeom>
                <a:avLst/>
                <a:gdLst>
                  <a:gd name="T0" fmla="*/ 150 w 23"/>
                  <a:gd name="T1" fmla="*/ 61 h 18"/>
                  <a:gd name="T2" fmla="*/ 125 w 23"/>
                  <a:gd name="T3" fmla="*/ 61 h 18"/>
                  <a:gd name="T4" fmla="*/ 77 w 23"/>
                  <a:gd name="T5" fmla="*/ 68 h 18"/>
                  <a:gd name="T6" fmla="*/ 24 w 23"/>
                  <a:gd name="T7" fmla="*/ 112 h 18"/>
                  <a:gd name="T8" fmla="*/ 13 w 23"/>
                  <a:gd name="T9" fmla="*/ 68 h 18"/>
                  <a:gd name="T10" fmla="*/ 0 w 23"/>
                  <a:gd name="T11" fmla="*/ 31 h 18"/>
                  <a:gd name="T12" fmla="*/ 84 w 23"/>
                  <a:gd name="T13" fmla="*/ 7 h 18"/>
                  <a:gd name="T14" fmla="*/ 120 w 23"/>
                  <a:gd name="T15" fmla="*/ 20 h 18"/>
                  <a:gd name="T16" fmla="*/ 136 w 23"/>
                  <a:gd name="T17" fmla="*/ 68 h 1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3" h="18">
                    <a:moveTo>
                      <a:pt x="23" y="10"/>
                    </a:moveTo>
                    <a:cubicBezTo>
                      <a:pt x="22" y="11"/>
                      <a:pt x="20" y="10"/>
                      <a:pt x="19" y="10"/>
                    </a:cubicBezTo>
                    <a:cubicBezTo>
                      <a:pt x="16" y="9"/>
                      <a:pt x="14" y="10"/>
                      <a:pt x="12" y="11"/>
                    </a:cubicBezTo>
                    <a:cubicBezTo>
                      <a:pt x="9" y="12"/>
                      <a:pt x="5" y="15"/>
                      <a:pt x="4" y="18"/>
                    </a:cubicBezTo>
                    <a:cubicBezTo>
                      <a:pt x="4" y="15"/>
                      <a:pt x="3" y="13"/>
                      <a:pt x="2" y="11"/>
                    </a:cubicBezTo>
                    <a:cubicBezTo>
                      <a:pt x="1" y="9"/>
                      <a:pt x="1" y="7"/>
                      <a:pt x="0" y="5"/>
                    </a:cubicBezTo>
                    <a:cubicBezTo>
                      <a:pt x="4" y="3"/>
                      <a:pt x="8" y="0"/>
                      <a:pt x="13" y="1"/>
                    </a:cubicBezTo>
                    <a:cubicBezTo>
                      <a:pt x="15" y="1"/>
                      <a:pt x="17" y="1"/>
                      <a:pt x="18" y="3"/>
                    </a:cubicBezTo>
                    <a:cubicBezTo>
                      <a:pt x="20" y="4"/>
                      <a:pt x="20" y="8"/>
                      <a:pt x="21" y="11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470" name="Freeform 18">
                <a:extLst>
                  <a:ext uri="{FF2B5EF4-FFF2-40B4-BE49-F238E27FC236}">
                    <a16:creationId xmlns:a16="http://schemas.microsoft.com/office/drawing/2014/main" id="{D0630A85-731A-426B-A7A0-11E3F32912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1" y="3999"/>
                <a:ext cx="22" cy="12"/>
              </a:xfrm>
              <a:custGeom>
                <a:avLst/>
                <a:gdLst>
                  <a:gd name="T0" fmla="*/ 73 w 12"/>
                  <a:gd name="T1" fmla="*/ 26 h 7"/>
                  <a:gd name="T2" fmla="*/ 44 w 12"/>
                  <a:gd name="T3" fmla="*/ 21 h 7"/>
                  <a:gd name="T4" fmla="*/ 13 w 12"/>
                  <a:gd name="T5" fmla="*/ 36 h 7"/>
                  <a:gd name="T6" fmla="*/ 7 w 12"/>
                  <a:gd name="T7" fmla="*/ 15 h 7"/>
                  <a:gd name="T8" fmla="*/ 0 w 12"/>
                  <a:gd name="T9" fmla="*/ 5 h 7"/>
                  <a:gd name="T10" fmla="*/ 31 w 12"/>
                  <a:gd name="T11" fmla="*/ 0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7">
                    <a:moveTo>
                      <a:pt x="12" y="5"/>
                    </a:moveTo>
                    <a:cubicBezTo>
                      <a:pt x="10" y="5"/>
                      <a:pt x="9" y="4"/>
                      <a:pt x="7" y="4"/>
                    </a:cubicBezTo>
                    <a:cubicBezTo>
                      <a:pt x="4" y="5"/>
                      <a:pt x="3" y="6"/>
                      <a:pt x="2" y="7"/>
                    </a:cubicBezTo>
                    <a:cubicBezTo>
                      <a:pt x="1" y="6"/>
                      <a:pt x="1" y="5"/>
                      <a:pt x="1" y="3"/>
                    </a:cubicBezTo>
                    <a:cubicBezTo>
                      <a:pt x="1" y="3"/>
                      <a:pt x="0" y="2"/>
                      <a:pt x="0" y="1"/>
                    </a:cubicBezTo>
                    <a:cubicBezTo>
                      <a:pt x="0" y="0"/>
                      <a:pt x="3" y="0"/>
                      <a:pt x="5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471" name="Freeform 19">
                <a:extLst>
                  <a:ext uri="{FF2B5EF4-FFF2-40B4-BE49-F238E27FC236}">
                    <a16:creationId xmlns:a16="http://schemas.microsoft.com/office/drawing/2014/main" id="{8958443D-FA1F-481A-BCCD-8648DA2B5A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2" y="3987"/>
                <a:ext cx="15" cy="12"/>
              </a:xfrm>
              <a:custGeom>
                <a:avLst/>
                <a:gdLst>
                  <a:gd name="T0" fmla="*/ 53 w 8"/>
                  <a:gd name="T1" fmla="*/ 8 h 6"/>
                  <a:gd name="T2" fmla="*/ 15 w 8"/>
                  <a:gd name="T3" fmla="*/ 48 h 6"/>
                  <a:gd name="T4" fmla="*/ 0 w 8"/>
                  <a:gd name="T5" fmla="*/ 8 h 6"/>
                  <a:gd name="T6" fmla="*/ 15 w 8"/>
                  <a:gd name="T7" fmla="*/ 0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6">
                    <a:moveTo>
                      <a:pt x="8" y="1"/>
                    </a:moveTo>
                    <a:cubicBezTo>
                      <a:pt x="6" y="2"/>
                      <a:pt x="2" y="3"/>
                      <a:pt x="2" y="6"/>
                    </a:cubicBezTo>
                    <a:cubicBezTo>
                      <a:pt x="2" y="4"/>
                      <a:pt x="1" y="3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472" name="Freeform 20">
                <a:extLst>
                  <a:ext uri="{FF2B5EF4-FFF2-40B4-BE49-F238E27FC236}">
                    <a16:creationId xmlns:a16="http://schemas.microsoft.com/office/drawing/2014/main" id="{748A9CBC-A4E0-40BF-8A73-D897DB2013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6" y="3984"/>
                <a:ext cx="9" cy="5"/>
              </a:xfrm>
              <a:custGeom>
                <a:avLst/>
                <a:gdLst>
                  <a:gd name="T0" fmla="*/ 29 w 5"/>
                  <a:gd name="T1" fmla="*/ 0 h 3"/>
                  <a:gd name="T2" fmla="*/ 7 w 5"/>
                  <a:gd name="T3" fmla="*/ 13 h 3"/>
                  <a:gd name="T4" fmla="*/ 0 w 5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3">
                    <a:moveTo>
                      <a:pt x="5" y="0"/>
                    </a:moveTo>
                    <a:cubicBezTo>
                      <a:pt x="3" y="0"/>
                      <a:pt x="3" y="2"/>
                      <a:pt x="1" y="3"/>
                    </a:cubicBezTo>
                    <a:cubicBezTo>
                      <a:pt x="1" y="2"/>
                      <a:pt x="0" y="1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473" name="Freeform 21">
                <a:extLst>
                  <a:ext uri="{FF2B5EF4-FFF2-40B4-BE49-F238E27FC236}">
                    <a16:creationId xmlns:a16="http://schemas.microsoft.com/office/drawing/2014/main" id="{CBF2511A-FAC4-4B50-837B-18A36660F8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7" y="3965"/>
                <a:ext cx="4" cy="6"/>
              </a:xfrm>
              <a:custGeom>
                <a:avLst/>
                <a:gdLst>
                  <a:gd name="T0" fmla="*/ 16 w 2"/>
                  <a:gd name="T1" fmla="*/ 24 h 3"/>
                  <a:gd name="T2" fmla="*/ 16 w 2"/>
                  <a:gd name="T3" fmla="*/ 24 h 3"/>
                  <a:gd name="T4" fmla="*/ 0 w 2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cubicBezTo>
                      <a:pt x="2" y="3"/>
                      <a:pt x="2" y="3"/>
                      <a:pt x="2" y="3"/>
                    </a:cubicBezTo>
                    <a:cubicBezTo>
                      <a:pt x="1" y="2"/>
                      <a:pt x="0" y="1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474" name="Freeform 22">
                <a:extLst>
                  <a:ext uri="{FF2B5EF4-FFF2-40B4-BE49-F238E27FC236}">
                    <a16:creationId xmlns:a16="http://schemas.microsoft.com/office/drawing/2014/main" id="{F3D6CC99-637B-4AE2-9CB9-A34880E465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1" y="2963"/>
                <a:ext cx="20" cy="157"/>
              </a:xfrm>
              <a:custGeom>
                <a:avLst/>
                <a:gdLst>
                  <a:gd name="T0" fmla="*/ 65 w 11"/>
                  <a:gd name="T1" fmla="*/ 0 h 85"/>
                  <a:gd name="T2" fmla="*/ 36 w 11"/>
                  <a:gd name="T3" fmla="*/ 140 h 85"/>
                  <a:gd name="T4" fmla="*/ 0 w 11"/>
                  <a:gd name="T5" fmla="*/ 266 h 85"/>
                  <a:gd name="T6" fmla="*/ 7 w 11"/>
                  <a:gd name="T7" fmla="*/ 416 h 85"/>
                  <a:gd name="T8" fmla="*/ 24 w 11"/>
                  <a:gd name="T9" fmla="*/ 536 h 8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85">
                    <a:moveTo>
                      <a:pt x="11" y="0"/>
                    </a:moveTo>
                    <a:cubicBezTo>
                      <a:pt x="11" y="9"/>
                      <a:pt x="11" y="16"/>
                      <a:pt x="6" y="22"/>
                    </a:cubicBezTo>
                    <a:cubicBezTo>
                      <a:pt x="1" y="29"/>
                      <a:pt x="0" y="31"/>
                      <a:pt x="0" y="42"/>
                    </a:cubicBezTo>
                    <a:cubicBezTo>
                      <a:pt x="0" y="50"/>
                      <a:pt x="1" y="58"/>
                      <a:pt x="1" y="66"/>
                    </a:cubicBezTo>
                    <a:cubicBezTo>
                      <a:pt x="2" y="71"/>
                      <a:pt x="7" y="81"/>
                      <a:pt x="4" y="85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475" name="Freeform 23">
                <a:extLst>
                  <a:ext uri="{FF2B5EF4-FFF2-40B4-BE49-F238E27FC236}">
                    <a16:creationId xmlns:a16="http://schemas.microsoft.com/office/drawing/2014/main" id="{84450ECB-BB52-4C5B-815D-7584181FFB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5" y="3122"/>
                <a:ext cx="53" cy="75"/>
              </a:xfrm>
              <a:custGeom>
                <a:avLst/>
                <a:gdLst>
                  <a:gd name="T0" fmla="*/ 146 w 29"/>
                  <a:gd name="T1" fmla="*/ 0 h 41"/>
                  <a:gd name="T2" fmla="*/ 0 w 29"/>
                  <a:gd name="T3" fmla="*/ 141 h 41"/>
                  <a:gd name="T4" fmla="*/ 170 w 29"/>
                  <a:gd name="T5" fmla="*/ 29 h 4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9" h="41">
                    <a:moveTo>
                      <a:pt x="24" y="0"/>
                    </a:moveTo>
                    <a:cubicBezTo>
                      <a:pt x="26" y="11"/>
                      <a:pt x="9" y="23"/>
                      <a:pt x="0" y="23"/>
                    </a:cubicBezTo>
                    <a:cubicBezTo>
                      <a:pt x="12" y="41"/>
                      <a:pt x="29" y="19"/>
                      <a:pt x="28" y="5"/>
                    </a:cubicBezTo>
                  </a:path>
                </a:pathLst>
              </a:custGeom>
              <a:solidFill>
                <a:srgbClr val="FDF3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476" name="Freeform 24">
                <a:extLst>
                  <a:ext uri="{FF2B5EF4-FFF2-40B4-BE49-F238E27FC236}">
                    <a16:creationId xmlns:a16="http://schemas.microsoft.com/office/drawing/2014/main" id="{61D750BB-8626-4C86-BA4F-CCCD8C6346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7" y="1647"/>
                <a:ext cx="35" cy="35"/>
              </a:xfrm>
              <a:custGeom>
                <a:avLst/>
                <a:gdLst>
                  <a:gd name="T0" fmla="*/ 76 w 19"/>
                  <a:gd name="T1" fmla="*/ 20 h 19"/>
                  <a:gd name="T2" fmla="*/ 44 w 19"/>
                  <a:gd name="T3" fmla="*/ 98 h 19"/>
                  <a:gd name="T4" fmla="*/ 81 w 19"/>
                  <a:gd name="T5" fmla="*/ 24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19">
                    <a:moveTo>
                      <a:pt x="12" y="3"/>
                    </a:moveTo>
                    <a:cubicBezTo>
                      <a:pt x="6" y="0"/>
                      <a:pt x="0" y="13"/>
                      <a:pt x="7" y="16"/>
                    </a:cubicBezTo>
                    <a:cubicBezTo>
                      <a:pt x="15" y="19"/>
                      <a:pt x="19" y="4"/>
                      <a:pt x="13" y="4"/>
                    </a:cubicBezTo>
                  </a:path>
                </a:pathLst>
              </a:custGeom>
              <a:solidFill>
                <a:srgbClr val="F6E8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477" name="Freeform 25">
                <a:extLst>
                  <a:ext uri="{FF2B5EF4-FFF2-40B4-BE49-F238E27FC236}">
                    <a16:creationId xmlns:a16="http://schemas.microsoft.com/office/drawing/2014/main" id="{2A5845B4-4815-45DF-A29E-ECC6CDB697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7" y="1647"/>
                <a:ext cx="35" cy="35"/>
              </a:xfrm>
              <a:custGeom>
                <a:avLst/>
                <a:gdLst>
                  <a:gd name="T0" fmla="*/ 76 w 19"/>
                  <a:gd name="T1" fmla="*/ 20 h 19"/>
                  <a:gd name="T2" fmla="*/ 44 w 19"/>
                  <a:gd name="T3" fmla="*/ 98 h 19"/>
                  <a:gd name="T4" fmla="*/ 81 w 19"/>
                  <a:gd name="T5" fmla="*/ 24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19">
                    <a:moveTo>
                      <a:pt x="12" y="3"/>
                    </a:moveTo>
                    <a:cubicBezTo>
                      <a:pt x="6" y="0"/>
                      <a:pt x="0" y="13"/>
                      <a:pt x="7" y="16"/>
                    </a:cubicBezTo>
                    <a:cubicBezTo>
                      <a:pt x="15" y="19"/>
                      <a:pt x="19" y="4"/>
                      <a:pt x="13" y="4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478" name="Freeform 26">
                <a:extLst>
                  <a:ext uri="{FF2B5EF4-FFF2-40B4-BE49-F238E27FC236}">
                    <a16:creationId xmlns:a16="http://schemas.microsoft.com/office/drawing/2014/main" id="{99EA5E92-809C-4DEF-8830-7E85FEF673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7" y="1566"/>
                <a:ext cx="11" cy="152"/>
              </a:xfrm>
              <a:custGeom>
                <a:avLst/>
                <a:gdLst>
                  <a:gd name="T0" fmla="*/ 37 w 6"/>
                  <a:gd name="T1" fmla="*/ 509 h 83"/>
                  <a:gd name="T2" fmla="*/ 20 w 6"/>
                  <a:gd name="T3" fmla="*/ 185 h 83"/>
                  <a:gd name="T4" fmla="*/ 0 w 6"/>
                  <a:gd name="T5" fmla="*/ 0 h 8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83">
                    <a:moveTo>
                      <a:pt x="6" y="83"/>
                    </a:moveTo>
                    <a:cubicBezTo>
                      <a:pt x="5" y="65"/>
                      <a:pt x="2" y="42"/>
                      <a:pt x="3" y="30"/>
                    </a:cubicBezTo>
                    <a:cubicBezTo>
                      <a:pt x="4" y="20"/>
                      <a:pt x="0" y="9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479" name="Freeform 27">
                <a:extLst>
                  <a:ext uri="{FF2B5EF4-FFF2-40B4-BE49-F238E27FC236}">
                    <a16:creationId xmlns:a16="http://schemas.microsoft.com/office/drawing/2014/main" id="{13519BA1-D43B-4570-9457-5B139AC32A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1" y="2486"/>
                <a:ext cx="28" cy="127"/>
              </a:xfrm>
              <a:custGeom>
                <a:avLst/>
                <a:gdLst>
                  <a:gd name="T0" fmla="*/ 7 w 15"/>
                  <a:gd name="T1" fmla="*/ 431 h 69"/>
                  <a:gd name="T2" fmla="*/ 84 w 15"/>
                  <a:gd name="T3" fmla="*/ 201 h 69"/>
                  <a:gd name="T4" fmla="*/ 91 w 15"/>
                  <a:gd name="T5" fmla="*/ 0 h 6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69">
                    <a:moveTo>
                      <a:pt x="1" y="69"/>
                    </a:moveTo>
                    <a:cubicBezTo>
                      <a:pt x="0" y="56"/>
                      <a:pt x="10" y="43"/>
                      <a:pt x="13" y="32"/>
                    </a:cubicBezTo>
                    <a:cubicBezTo>
                      <a:pt x="15" y="22"/>
                      <a:pt x="14" y="10"/>
                      <a:pt x="14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480" name="Freeform 28">
                <a:extLst>
                  <a:ext uri="{FF2B5EF4-FFF2-40B4-BE49-F238E27FC236}">
                    <a16:creationId xmlns:a16="http://schemas.microsoft.com/office/drawing/2014/main" id="{74AFC7E6-17B8-418C-B786-9EE233F87E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7" y="2488"/>
                <a:ext cx="6" cy="9"/>
              </a:xfrm>
              <a:custGeom>
                <a:avLst/>
                <a:gdLst>
                  <a:gd name="T0" fmla="*/ 0 w 3"/>
                  <a:gd name="T1" fmla="*/ 29 h 5"/>
                  <a:gd name="T2" fmla="*/ 24 w 3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5">
                    <a:moveTo>
                      <a:pt x="0" y="5"/>
                    </a:moveTo>
                    <a:cubicBezTo>
                      <a:pt x="0" y="3"/>
                      <a:pt x="1" y="1"/>
                      <a:pt x="3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481" name="Freeform 29">
                <a:extLst>
                  <a:ext uri="{FF2B5EF4-FFF2-40B4-BE49-F238E27FC236}">
                    <a16:creationId xmlns:a16="http://schemas.microsoft.com/office/drawing/2014/main" id="{A469379A-D6ED-463C-ABB2-3AF810DD6F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7" y="2509"/>
                <a:ext cx="20" cy="73"/>
              </a:xfrm>
              <a:custGeom>
                <a:avLst/>
                <a:gdLst>
                  <a:gd name="T0" fmla="*/ 0 w 11"/>
                  <a:gd name="T1" fmla="*/ 243 h 40"/>
                  <a:gd name="T2" fmla="*/ 36 w 11"/>
                  <a:gd name="T3" fmla="*/ 104 h 40"/>
                  <a:gd name="T4" fmla="*/ 65 w 11"/>
                  <a:gd name="T5" fmla="*/ 0 h 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40">
                    <a:moveTo>
                      <a:pt x="0" y="40"/>
                    </a:moveTo>
                    <a:cubicBezTo>
                      <a:pt x="2" y="32"/>
                      <a:pt x="4" y="25"/>
                      <a:pt x="6" y="17"/>
                    </a:cubicBezTo>
                    <a:cubicBezTo>
                      <a:pt x="7" y="11"/>
                      <a:pt x="10" y="6"/>
                      <a:pt x="11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482" name="Freeform 30">
                <a:extLst>
                  <a:ext uri="{FF2B5EF4-FFF2-40B4-BE49-F238E27FC236}">
                    <a16:creationId xmlns:a16="http://schemas.microsoft.com/office/drawing/2014/main" id="{F6881000-4CD8-43B6-A739-C564FC8F63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7" y="2503"/>
                <a:ext cx="22" cy="94"/>
              </a:xfrm>
              <a:custGeom>
                <a:avLst/>
                <a:gdLst>
                  <a:gd name="T0" fmla="*/ 0 w 12"/>
                  <a:gd name="T1" fmla="*/ 319 h 51"/>
                  <a:gd name="T2" fmla="*/ 51 w 12"/>
                  <a:gd name="T3" fmla="*/ 170 h 51"/>
                  <a:gd name="T4" fmla="*/ 73 w 12"/>
                  <a:gd name="T5" fmla="*/ 0 h 5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51">
                    <a:moveTo>
                      <a:pt x="0" y="51"/>
                    </a:moveTo>
                    <a:cubicBezTo>
                      <a:pt x="2" y="45"/>
                      <a:pt x="6" y="32"/>
                      <a:pt x="8" y="27"/>
                    </a:cubicBezTo>
                    <a:cubicBezTo>
                      <a:pt x="12" y="19"/>
                      <a:pt x="10" y="8"/>
                      <a:pt x="12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483" name="Freeform 31">
                <a:extLst>
                  <a:ext uri="{FF2B5EF4-FFF2-40B4-BE49-F238E27FC236}">
                    <a16:creationId xmlns:a16="http://schemas.microsoft.com/office/drawing/2014/main" id="{24D6FF05-2E06-41DF-8293-D62A3C7F64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7" y="2494"/>
                <a:ext cx="2" cy="9"/>
              </a:xfrm>
              <a:custGeom>
                <a:avLst/>
                <a:gdLst>
                  <a:gd name="T0" fmla="*/ 0 w 1"/>
                  <a:gd name="T1" fmla="*/ 29 h 5"/>
                  <a:gd name="T2" fmla="*/ 8 w 1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5">
                    <a:moveTo>
                      <a:pt x="0" y="5"/>
                    </a:moveTo>
                    <a:cubicBezTo>
                      <a:pt x="0" y="3"/>
                      <a:pt x="0" y="2"/>
                      <a:pt x="1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484" name="Freeform 32">
                <a:extLst>
                  <a:ext uri="{FF2B5EF4-FFF2-40B4-BE49-F238E27FC236}">
                    <a16:creationId xmlns:a16="http://schemas.microsoft.com/office/drawing/2014/main" id="{08EF39FA-1DA3-4AD4-8014-2864AA21C5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9" y="2496"/>
                <a:ext cx="5" cy="9"/>
              </a:xfrm>
              <a:custGeom>
                <a:avLst/>
                <a:gdLst>
                  <a:gd name="T0" fmla="*/ 0 w 3"/>
                  <a:gd name="T1" fmla="*/ 29 h 5"/>
                  <a:gd name="T2" fmla="*/ 13 w 3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5">
                    <a:moveTo>
                      <a:pt x="0" y="5"/>
                    </a:moveTo>
                    <a:cubicBezTo>
                      <a:pt x="1" y="3"/>
                      <a:pt x="2" y="2"/>
                      <a:pt x="3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485" name="Freeform 33">
                <a:extLst>
                  <a:ext uri="{FF2B5EF4-FFF2-40B4-BE49-F238E27FC236}">
                    <a16:creationId xmlns:a16="http://schemas.microsoft.com/office/drawing/2014/main" id="{E3F0338D-10BB-485A-9E2E-130E21B0EF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5" y="2512"/>
                <a:ext cx="8" cy="4"/>
              </a:xfrm>
              <a:custGeom>
                <a:avLst/>
                <a:gdLst>
                  <a:gd name="T0" fmla="*/ 0 w 4"/>
                  <a:gd name="T1" fmla="*/ 16 h 2"/>
                  <a:gd name="T2" fmla="*/ 32 w 4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">
                    <a:moveTo>
                      <a:pt x="0" y="2"/>
                    </a:moveTo>
                    <a:cubicBezTo>
                      <a:pt x="1" y="1"/>
                      <a:pt x="2" y="0"/>
                      <a:pt x="4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486" name="Freeform 34">
                <a:extLst>
                  <a:ext uri="{FF2B5EF4-FFF2-40B4-BE49-F238E27FC236}">
                    <a16:creationId xmlns:a16="http://schemas.microsoft.com/office/drawing/2014/main" id="{85530109-F753-4DD3-866B-8048BA256E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6" y="1416"/>
                <a:ext cx="137" cy="43"/>
              </a:xfrm>
              <a:custGeom>
                <a:avLst/>
                <a:gdLst>
                  <a:gd name="T0" fmla="*/ 0 w 74"/>
                  <a:gd name="T1" fmla="*/ 129 h 23"/>
                  <a:gd name="T2" fmla="*/ 89 w 74"/>
                  <a:gd name="T3" fmla="*/ 84 h 23"/>
                  <a:gd name="T4" fmla="*/ 246 w 74"/>
                  <a:gd name="T5" fmla="*/ 45 h 23"/>
                  <a:gd name="T6" fmla="*/ 470 w 74"/>
                  <a:gd name="T7" fmla="*/ 7 h 23"/>
                  <a:gd name="T8" fmla="*/ 350 w 74"/>
                  <a:gd name="T9" fmla="*/ 45 h 23"/>
                  <a:gd name="T10" fmla="*/ 196 w 74"/>
                  <a:gd name="T11" fmla="*/ 105 h 23"/>
                  <a:gd name="T12" fmla="*/ 76 w 74"/>
                  <a:gd name="T13" fmla="*/ 129 h 23"/>
                  <a:gd name="T14" fmla="*/ 7 w 74"/>
                  <a:gd name="T15" fmla="*/ 144 h 2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4" h="23">
                    <a:moveTo>
                      <a:pt x="0" y="20"/>
                    </a:moveTo>
                    <a:cubicBezTo>
                      <a:pt x="4" y="18"/>
                      <a:pt x="9" y="15"/>
                      <a:pt x="14" y="13"/>
                    </a:cubicBezTo>
                    <a:cubicBezTo>
                      <a:pt x="22" y="10"/>
                      <a:pt x="30" y="9"/>
                      <a:pt x="39" y="7"/>
                    </a:cubicBezTo>
                    <a:cubicBezTo>
                      <a:pt x="50" y="5"/>
                      <a:pt x="62" y="2"/>
                      <a:pt x="74" y="1"/>
                    </a:cubicBezTo>
                    <a:cubicBezTo>
                      <a:pt x="68" y="0"/>
                      <a:pt x="61" y="5"/>
                      <a:pt x="55" y="7"/>
                    </a:cubicBezTo>
                    <a:cubicBezTo>
                      <a:pt x="47" y="10"/>
                      <a:pt x="39" y="13"/>
                      <a:pt x="31" y="16"/>
                    </a:cubicBezTo>
                    <a:cubicBezTo>
                      <a:pt x="25" y="17"/>
                      <a:pt x="19" y="19"/>
                      <a:pt x="12" y="20"/>
                    </a:cubicBezTo>
                    <a:cubicBezTo>
                      <a:pt x="9" y="21"/>
                      <a:pt x="4" y="23"/>
                      <a:pt x="1" y="22"/>
                    </a:cubicBezTo>
                  </a:path>
                </a:pathLst>
              </a:custGeom>
              <a:solidFill>
                <a:srgbClr val="FDF3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487" name="Freeform 35">
                <a:extLst>
                  <a:ext uri="{FF2B5EF4-FFF2-40B4-BE49-F238E27FC236}">
                    <a16:creationId xmlns:a16="http://schemas.microsoft.com/office/drawing/2014/main" id="{0ECFC53D-CE88-4CC7-8123-DEE666C7C1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3" y="1398"/>
                <a:ext cx="111" cy="35"/>
              </a:xfrm>
              <a:custGeom>
                <a:avLst/>
                <a:gdLst>
                  <a:gd name="T0" fmla="*/ 0 w 60"/>
                  <a:gd name="T1" fmla="*/ 118 h 19"/>
                  <a:gd name="T2" fmla="*/ 178 w 60"/>
                  <a:gd name="T3" fmla="*/ 37 h 19"/>
                  <a:gd name="T4" fmla="*/ 379 w 60"/>
                  <a:gd name="T5" fmla="*/ 0 h 19"/>
                  <a:gd name="T6" fmla="*/ 165 w 60"/>
                  <a:gd name="T7" fmla="*/ 24 h 19"/>
                  <a:gd name="T8" fmla="*/ 13 w 60"/>
                  <a:gd name="T9" fmla="*/ 98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0" h="19">
                    <a:moveTo>
                      <a:pt x="0" y="19"/>
                    </a:moveTo>
                    <a:cubicBezTo>
                      <a:pt x="9" y="14"/>
                      <a:pt x="18" y="10"/>
                      <a:pt x="28" y="6"/>
                    </a:cubicBezTo>
                    <a:cubicBezTo>
                      <a:pt x="37" y="2"/>
                      <a:pt x="50" y="1"/>
                      <a:pt x="60" y="0"/>
                    </a:cubicBezTo>
                    <a:cubicBezTo>
                      <a:pt x="49" y="1"/>
                      <a:pt x="37" y="1"/>
                      <a:pt x="26" y="4"/>
                    </a:cubicBezTo>
                    <a:cubicBezTo>
                      <a:pt x="17" y="6"/>
                      <a:pt x="10" y="12"/>
                      <a:pt x="2" y="16"/>
                    </a:cubicBezTo>
                  </a:path>
                </a:pathLst>
              </a:custGeom>
              <a:solidFill>
                <a:srgbClr val="EFCA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488" name="Freeform 36">
                <a:extLst>
                  <a:ext uri="{FF2B5EF4-FFF2-40B4-BE49-F238E27FC236}">
                    <a16:creationId xmlns:a16="http://schemas.microsoft.com/office/drawing/2014/main" id="{FBBA7686-52C4-43CD-931D-34DD77B0EE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5" y="1687"/>
                <a:ext cx="68" cy="35"/>
              </a:xfrm>
              <a:custGeom>
                <a:avLst/>
                <a:gdLst>
                  <a:gd name="T0" fmla="*/ 0 w 37"/>
                  <a:gd name="T1" fmla="*/ 76 h 19"/>
                  <a:gd name="T2" fmla="*/ 230 w 37"/>
                  <a:gd name="T3" fmla="*/ 0 h 19"/>
                  <a:gd name="T4" fmla="*/ 0 w 37"/>
                  <a:gd name="T5" fmla="*/ 76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7" h="19">
                    <a:moveTo>
                      <a:pt x="0" y="12"/>
                    </a:moveTo>
                    <a:cubicBezTo>
                      <a:pt x="0" y="12"/>
                      <a:pt x="26" y="15"/>
                      <a:pt x="37" y="0"/>
                    </a:cubicBezTo>
                    <a:cubicBezTo>
                      <a:pt x="37" y="0"/>
                      <a:pt x="34" y="19"/>
                      <a:pt x="0" y="12"/>
                    </a:cubicBezTo>
                    <a:close/>
                  </a:path>
                </a:pathLst>
              </a:custGeom>
              <a:solidFill>
                <a:srgbClr val="FDF3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489" name="Freeform 37">
                <a:extLst>
                  <a:ext uri="{FF2B5EF4-FFF2-40B4-BE49-F238E27FC236}">
                    <a16:creationId xmlns:a16="http://schemas.microsoft.com/office/drawing/2014/main" id="{CF5C85E5-A82F-4337-9AEE-761A6DB12B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0" y="2490"/>
                <a:ext cx="34" cy="127"/>
              </a:xfrm>
              <a:custGeom>
                <a:avLst/>
                <a:gdLst>
                  <a:gd name="T0" fmla="*/ 113 w 18"/>
                  <a:gd name="T1" fmla="*/ 0 h 69"/>
                  <a:gd name="T2" fmla="*/ 113 w 18"/>
                  <a:gd name="T3" fmla="*/ 142 h 69"/>
                  <a:gd name="T4" fmla="*/ 76 w 18"/>
                  <a:gd name="T5" fmla="*/ 261 h 69"/>
                  <a:gd name="T6" fmla="*/ 32 w 18"/>
                  <a:gd name="T7" fmla="*/ 379 h 69"/>
                  <a:gd name="T8" fmla="*/ 15 w 18"/>
                  <a:gd name="T9" fmla="*/ 410 h 69"/>
                  <a:gd name="T10" fmla="*/ 40 w 18"/>
                  <a:gd name="T11" fmla="*/ 294 h 69"/>
                  <a:gd name="T12" fmla="*/ 113 w 18"/>
                  <a:gd name="T13" fmla="*/ 20 h 6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69">
                    <a:moveTo>
                      <a:pt x="17" y="0"/>
                    </a:moveTo>
                    <a:cubicBezTo>
                      <a:pt x="17" y="7"/>
                      <a:pt x="18" y="15"/>
                      <a:pt x="17" y="23"/>
                    </a:cubicBezTo>
                    <a:cubicBezTo>
                      <a:pt x="16" y="30"/>
                      <a:pt x="13" y="36"/>
                      <a:pt x="11" y="42"/>
                    </a:cubicBezTo>
                    <a:cubicBezTo>
                      <a:pt x="8" y="48"/>
                      <a:pt x="7" y="55"/>
                      <a:pt x="5" y="61"/>
                    </a:cubicBezTo>
                    <a:cubicBezTo>
                      <a:pt x="5" y="62"/>
                      <a:pt x="5" y="69"/>
                      <a:pt x="2" y="66"/>
                    </a:cubicBezTo>
                    <a:cubicBezTo>
                      <a:pt x="0" y="63"/>
                      <a:pt x="5" y="50"/>
                      <a:pt x="6" y="47"/>
                    </a:cubicBezTo>
                    <a:cubicBezTo>
                      <a:pt x="10" y="33"/>
                      <a:pt x="15" y="18"/>
                      <a:pt x="17" y="3"/>
                    </a:cubicBezTo>
                  </a:path>
                </a:pathLst>
              </a:custGeom>
              <a:solidFill>
                <a:srgbClr val="FDF3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490" name="Freeform 38">
                <a:extLst>
                  <a:ext uri="{FF2B5EF4-FFF2-40B4-BE49-F238E27FC236}">
                    <a16:creationId xmlns:a16="http://schemas.microsoft.com/office/drawing/2014/main" id="{9AA20A28-C351-46EC-9274-4D60F06E23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8" y="2501"/>
                <a:ext cx="35" cy="112"/>
              </a:xfrm>
              <a:custGeom>
                <a:avLst/>
                <a:gdLst>
                  <a:gd name="T0" fmla="*/ 118 w 19"/>
                  <a:gd name="T1" fmla="*/ 0 h 61"/>
                  <a:gd name="T2" fmla="*/ 112 w 19"/>
                  <a:gd name="T3" fmla="*/ 94 h 61"/>
                  <a:gd name="T4" fmla="*/ 98 w 19"/>
                  <a:gd name="T5" fmla="*/ 154 h 61"/>
                  <a:gd name="T6" fmla="*/ 44 w 19"/>
                  <a:gd name="T7" fmla="*/ 290 h 61"/>
                  <a:gd name="T8" fmla="*/ 24 w 19"/>
                  <a:gd name="T9" fmla="*/ 340 h 61"/>
                  <a:gd name="T10" fmla="*/ 24 w 19"/>
                  <a:gd name="T11" fmla="*/ 290 h 61"/>
                  <a:gd name="T12" fmla="*/ 112 w 19"/>
                  <a:gd name="T13" fmla="*/ 13 h 6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61">
                    <a:moveTo>
                      <a:pt x="19" y="0"/>
                    </a:moveTo>
                    <a:cubicBezTo>
                      <a:pt x="19" y="5"/>
                      <a:pt x="19" y="10"/>
                      <a:pt x="18" y="15"/>
                    </a:cubicBezTo>
                    <a:cubicBezTo>
                      <a:pt x="18" y="19"/>
                      <a:pt x="17" y="22"/>
                      <a:pt x="16" y="25"/>
                    </a:cubicBezTo>
                    <a:cubicBezTo>
                      <a:pt x="13" y="32"/>
                      <a:pt x="9" y="40"/>
                      <a:pt x="7" y="47"/>
                    </a:cubicBezTo>
                    <a:cubicBezTo>
                      <a:pt x="6" y="50"/>
                      <a:pt x="6" y="53"/>
                      <a:pt x="4" y="55"/>
                    </a:cubicBezTo>
                    <a:cubicBezTo>
                      <a:pt x="0" y="61"/>
                      <a:pt x="3" y="49"/>
                      <a:pt x="4" y="47"/>
                    </a:cubicBezTo>
                    <a:cubicBezTo>
                      <a:pt x="9" y="32"/>
                      <a:pt x="16" y="18"/>
                      <a:pt x="18" y="2"/>
                    </a:cubicBezTo>
                  </a:path>
                </a:pathLst>
              </a:custGeom>
              <a:solidFill>
                <a:srgbClr val="FDF3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491" name="Freeform 39">
                <a:extLst>
                  <a:ext uri="{FF2B5EF4-FFF2-40B4-BE49-F238E27FC236}">
                    <a16:creationId xmlns:a16="http://schemas.microsoft.com/office/drawing/2014/main" id="{0558A52F-3A00-4B93-958B-8F764789A3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6" y="2509"/>
                <a:ext cx="26" cy="82"/>
              </a:xfrm>
              <a:custGeom>
                <a:avLst/>
                <a:gdLst>
                  <a:gd name="T0" fmla="*/ 89 w 14"/>
                  <a:gd name="T1" fmla="*/ 0 h 45"/>
                  <a:gd name="T2" fmla="*/ 69 w 14"/>
                  <a:gd name="T3" fmla="*/ 53 h 45"/>
                  <a:gd name="T4" fmla="*/ 59 w 14"/>
                  <a:gd name="T5" fmla="*/ 109 h 45"/>
                  <a:gd name="T6" fmla="*/ 37 w 14"/>
                  <a:gd name="T7" fmla="*/ 213 h 45"/>
                  <a:gd name="T8" fmla="*/ 24 w 14"/>
                  <a:gd name="T9" fmla="*/ 255 h 45"/>
                  <a:gd name="T10" fmla="*/ 20 w 14"/>
                  <a:gd name="T11" fmla="*/ 213 h 45"/>
                  <a:gd name="T12" fmla="*/ 45 w 14"/>
                  <a:gd name="T13" fmla="*/ 126 h 45"/>
                  <a:gd name="T14" fmla="*/ 76 w 14"/>
                  <a:gd name="T15" fmla="*/ 44 h 4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4" h="45">
                    <a:moveTo>
                      <a:pt x="14" y="0"/>
                    </a:moveTo>
                    <a:cubicBezTo>
                      <a:pt x="14" y="3"/>
                      <a:pt x="12" y="6"/>
                      <a:pt x="11" y="9"/>
                    </a:cubicBezTo>
                    <a:cubicBezTo>
                      <a:pt x="10" y="12"/>
                      <a:pt x="10" y="15"/>
                      <a:pt x="9" y="18"/>
                    </a:cubicBezTo>
                    <a:cubicBezTo>
                      <a:pt x="8" y="24"/>
                      <a:pt x="7" y="29"/>
                      <a:pt x="6" y="35"/>
                    </a:cubicBezTo>
                    <a:cubicBezTo>
                      <a:pt x="5" y="37"/>
                      <a:pt x="5" y="41"/>
                      <a:pt x="4" y="42"/>
                    </a:cubicBezTo>
                    <a:cubicBezTo>
                      <a:pt x="0" y="45"/>
                      <a:pt x="3" y="37"/>
                      <a:pt x="3" y="35"/>
                    </a:cubicBezTo>
                    <a:cubicBezTo>
                      <a:pt x="4" y="31"/>
                      <a:pt x="5" y="26"/>
                      <a:pt x="7" y="21"/>
                    </a:cubicBezTo>
                    <a:cubicBezTo>
                      <a:pt x="8" y="17"/>
                      <a:pt x="10" y="11"/>
                      <a:pt x="12" y="7"/>
                    </a:cubicBezTo>
                  </a:path>
                </a:pathLst>
              </a:custGeom>
              <a:solidFill>
                <a:srgbClr val="FDF3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492" name="Freeform 40">
                <a:extLst>
                  <a:ext uri="{FF2B5EF4-FFF2-40B4-BE49-F238E27FC236}">
                    <a16:creationId xmlns:a16="http://schemas.microsoft.com/office/drawing/2014/main" id="{F4482283-0818-46B9-9649-DD9E3ABC9F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6" y="2520"/>
                <a:ext cx="19" cy="40"/>
              </a:xfrm>
              <a:custGeom>
                <a:avLst/>
                <a:gdLst>
                  <a:gd name="T0" fmla="*/ 68 w 10"/>
                  <a:gd name="T1" fmla="*/ 0 h 22"/>
                  <a:gd name="T2" fmla="*/ 0 w 10"/>
                  <a:gd name="T3" fmla="*/ 133 h 22"/>
                  <a:gd name="T4" fmla="*/ 29 w 10"/>
                  <a:gd name="T5" fmla="*/ 73 h 22"/>
                  <a:gd name="T6" fmla="*/ 55 w 10"/>
                  <a:gd name="T7" fmla="*/ 13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22">
                    <a:moveTo>
                      <a:pt x="10" y="0"/>
                    </a:moveTo>
                    <a:cubicBezTo>
                      <a:pt x="9" y="7"/>
                      <a:pt x="6" y="19"/>
                      <a:pt x="0" y="22"/>
                    </a:cubicBezTo>
                    <a:cubicBezTo>
                      <a:pt x="0" y="19"/>
                      <a:pt x="3" y="15"/>
                      <a:pt x="4" y="12"/>
                    </a:cubicBezTo>
                    <a:cubicBezTo>
                      <a:pt x="5" y="9"/>
                      <a:pt x="7" y="5"/>
                      <a:pt x="8" y="2"/>
                    </a:cubicBezTo>
                  </a:path>
                </a:pathLst>
              </a:custGeom>
              <a:solidFill>
                <a:srgbClr val="FDF3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493" name="Freeform 41">
                <a:extLst>
                  <a:ext uri="{FF2B5EF4-FFF2-40B4-BE49-F238E27FC236}">
                    <a16:creationId xmlns:a16="http://schemas.microsoft.com/office/drawing/2014/main" id="{CEB53C35-4B73-40C8-8222-52CF2DC57C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1" y="1407"/>
                <a:ext cx="106" cy="129"/>
              </a:xfrm>
              <a:custGeom>
                <a:avLst/>
                <a:gdLst>
                  <a:gd name="T0" fmla="*/ 0 w 57"/>
                  <a:gd name="T1" fmla="*/ 0 h 70"/>
                  <a:gd name="T2" fmla="*/ 366 w 57"/>
                  <a:gd name="T3" fmla="*/ 439 h 70"/>
                  <a:gd name="T4" fmla="*/ 0 w 57"/>
                  <a:gd name="T5" fmla="*/ 0 h 7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7" h="70">
                    <a:moveTo>
                      <a:pt x="0" y="0"/>
                    </a:moveTo>
                    <a:cubicBezTo>
                      <a:pt x="0" y="0"/>
                      <a:pt x="46" y="3"/>
                      <a:pt x="57" y="70"/>
                    </a:cubicBezTo>
                    <a:cubicBezTo>
                      <a:pt x="57" y="70"/>
                      <a:pt x="47" y="27"/>
                      <a:pt x="0" y="0"/>
                    </a:cubicBezTo>
                    <a:close/>
                  </a:path>
                </a:pathLst>
              </a:custGeom>
              <a:solidFill>
                <a:srgbClr val="FDF3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494" name="Freeform 42">
                <a:extLst>
                  <a:ext uri="{FF2B5EF4-FFF2-40B4-BE49-F238E27FC236}">
                    <a16:creationId xmlns:a16="http://schemas.microsoft.com/office/drawing/2014/main" id="{5B2A3E86-3686-4C99-91E6-2D8D3382CC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0" y="1641"/>
                <a:ext cx="70" cy="551"/>
              </a:xfrm>
              <a:custGeom>
                <a:avLst/>
                <a:gdLst>
                  <a:gd name="T0" fmla="*/ 0 w 38"/>
                  <a:gd name="T1" fmla="*/ 0 h 299"/>
                  <a:gd name="T2" fmla="*/ 112 w 38"/>
                  <a:gd name="T3" fmla="*/ 557 h 299"/>
                  <a:gd name="T4" fmla="*/ 193 w 38"/>
                  <a:gd name="T5" fmla="*/ 1870 h 299"/>
                  <a:gd name="T6" fmla="*/ 157 w 38"/>
                  <a:gd name="T7" fmla="*/ 1128 h 299"/>
                  <a:gd name="T8" fmla="*/ 81 w 38"/>
                  <a:gd name="T9" fmla="*/ 601 h 299"/>
                  <a:gd name="T10" fmla="*/ 0 w 38"/>
                  <a:gd name="T11" fmla="*/ 0 h 29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8" h="299">
                    <a:moveTo>
                      <a:pt x="0" y="0"/>
                    </a:moveTo>
                    <a:cubicBezTo>
                      <a:pt x="0" y="0"/>
                      <a:pt x="13" y="67"/>
                      <a:pt x="18" y="89"/>
                    </a:cubicBezTo>
                    <a:cubicBezTo>
                      <a:pt x="23" y="112"/>
                      <a:pt x="38" y="144"/>
                      <a:pt x="31" y="299"/>
                    </a:cubicBezTo>
                    <a:cubicBezTo>
                      <a:pt x="31" y="299"/>
                      <a:pt x="28" y="224"/>
                      <a:pt x="25" y="180"/>
                    </a:cubicBezTo>
                    <a:cubicBezTo>
                      <a:pt x="23" y="146"/>
                      <a:pt x="22" y="119"/>
                      <a:pt x="13" y="96"/>
                    </a:cubicBezTo>
                    <a:cubicBezTo>
                      <a:pt x="5" y="73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DF3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495" name="Freeform 43">
                <a:extLst>
                  <a:ext uri="{FF2B5EF4-FFF2-40B4-BE49-F238E27FC236}">
                    <a16:creationId xmlns:a16="http://schemas.microsoft.com/office/drawing/2014/main" id="{4779CD14-A279-46CD-AA9A-910229A8D0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1" y="1816"/>
                <a:ext cx="56" cy="470"/>
              </a:xfrm>
              <a:custGeom>
                <a:avLst/>
                <a:gdLst>
                  <a:gd name="T0" fmla="*/ 0 w 30"/>
                  <a:gd name="T1" fmla="*/ 0 h 255"/>
                  <a:gd name="T2" fmla="*/ 129 w 30"/>
                  <a:gd name="T3" fmla="*/ 632 h 255"/>
                  <a:gd name="T4" fmla="*/ 196 w 30"/>
                  <a:gd name="T5" fmla="*/ 1596 h 255"/>
                  <a:gd name="T6" fmla="*/ 174 w 30"/>
                  <a:gd name="T7" fmla="*/ 914 h 255"/>
                  <a:gd name="T8" fmla="*/ 112 w 30"/>
                  <a:gd name="T9" fmla="*/ 313 h 255"/>
                  <a:gd name="T10" fmla="*/ 0 w 30"/>
                  <a:gd name="T11" fmla="*/ 0 h 25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0" h="255">
                    <a:moveTo>
                      <a:pt x="0" y="0"/>
                    </a:moveTo>
                    <a:cubicBezTo>
                      <a:pt x="0" y="0"/>
                      <a:pt x="21" y="75"/>
                      <a:pt x="20" y="101"/>
                    </a:cubicBezTo>
                    <a:cubicBezTo>
                      <a:pt x="20" y="127"/>
                      <a:pt x="26" y="234"/>
                      <a:pt x="30" y="255"/>
                    </a:cubicBezTo>
                    <a:cubicBezTo>
                      <a:pt x="30" y="255"/>
                      <a:pt x="25" y="168"/>
                      <a:pt x="27" y="146"/>
                    </a:cubicBezTo>
                    <a:cubicBezTo>
                      <a:pt x="28" y="125"/>
                      <a:pt x="22" y="67"/>
                      <a:pt x="17" y="50"/>
                    </a:cubicBezTo>
                    <a:cubicBezTo>
                      <a:pt x="12" y="32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FCA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496" name="Freeform 44">
                <a:extLst>
                  <a:ext uri="{FF2B5EF4-FFF2-40B4-BE49-F238E27FC236}">
                    <a16:creationId xmlns:a16="http://schemas.microsoft.com/office/drawing/2014/main" id="{7F045E22-D1B9-4B6A-8213-B50D92B1A6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8" y="1903"/>
                <a:ext cx="56" cy="20"/>
              </a:xfrm>
              <a:custGeom>
                <a:avLst/>
                <a:gdLst>
                  <a:gd name="T0" fmla="*/ 0 w 30"/>
                  <a:gd name="T1" fmla="*/ 65 h 11"/>
                  <a:gd name="T2" fmla="*/ 196 w 30"/>
                  <a:gd name="T3" fmla="*/ 13 h 11"/>
                  <a:gd name="T4" fmla="*/ 0 w 30"/>
                  <a:gd name="T5" fmla="*/ 65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0" h="11">
                    <a:moveTo>
                      <a:pt x="0" y="11"/>
                    </a:moveTo>
                    <a:cubicBezTo>
                      <a:pt x="0" y="11"/>
                      <a:pt x="20" y="1"/>
                      <a:pt x="30" y="2"/>
                    </a:cubicBezTo>
                    <a:cubicBezTo>
                      <a:pt x="30" y="2"/>
                      <a:pt x="8" y="0"/>
                      <a:pt x="0" y="11"/>
                    </a:cubicBezTo>
                    <a:close/>
                  </a:path>
                </a:pathLst>
              </a:custGeom>
              <a:solidFill>
                <a:srgbClr val="FDF3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497" name="Freeform 45">
                <a:extLst>
                  <a:ext uri="{FF2B5EF4-FFF2-40B4-BE49-F238E27FC236}">
                    <a16:creationId xmlns:a16="http://schemas.microsoft.com/office/drawing/2014/main" id="{405C30E5-5EE4-4C4D-B20D-C6D985D1BF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9" y="2958"/>
                <a:ext cx="33" cy="125"/>
              </a:xfrm>
              <a:custGeom>
                <a:avLst/>
                <a:gdLst>
                  <a:gd name="T0" fmla="*/ 105 w 18"/>
                  <a:gd name="T1" fmla="*/ 0 h 68"/>
                  <a:gd name="T2" fmla="*/ 68 w 18"/>
                  <a:gd name="T3" fmla="*/ 162 h 68"/>
                  <a:gd name="T4" fmla="*/ 31 w 18"/>
                  <a:gd name="T5" fmla="*/ 423 h 68"/>
                  <a:gd name="T6" fmla="*/ 31 w 18"/>
                  <a:gd name="T7" fmla="*/ 199 h 68"/>
                  <a:gd name="T8" fmla="*/ 88 w 18"/>
                  <a:gd name="T9" fmla="*/ 24 h 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68">
                    <a:moveTo>
                      <a:pt x="17" y="0"/>
                    </a:moveTo>
                    <a:cubicBezTo>
                      <a:pt x="18" y="11"/>
                      <a:pt x="16" y="17"/>
                      <a:pt x="11" y="26"/>
                    </a:cubicBezTo>
                    <a:cubicBezTo>
                      <a:pt x="5" y="40"/>
                      <a:pt x="7" y="54"/>
                      <a:pt x="5" y="68"/>
                    </a:cubicBezTo>
                    <a:cubicBezTo>
                      <a:pt x="0" y="60"/>
                      <a:pt x="4" y="41"/>
                      <a:pt x="5" y="32"/>
                    </a:cubicBezTo>
                    <a:cubicBezTo>
                      <a:pt x="6" y="21"/>
                      <a:pt x="9" y="13"/>
                      <a:pt x="14" y="4"/>
                    </a:cubicBezTo>
                  </a:path>
                </a:pathLst>
              </a:custGeom>
              <a:solidFill>
                <a:srgbClr val="FDF3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498" name="Freeform 46">
                <a:extLst>
                  <a:ext uri="{FF2B5EF4-FFF2-40B4-BE49-F238E27FC236}">
                    <a16:creationId xmlns:a16="http://schemas.microsoft.com/office/drawing/2014/main" id="{156ED1C6-6B81-4C34-A337-9CC46DCA98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7" y="2866"/>
                <a:ext cx="21" cy="120"/>
              </a:xfrm>
              <a:custGeom>
                <a:avLst/>
                <a:gdLst>
                  <a:gd name="T0" fmla="*/ 76 w 11"/>
                  <a:gd name="T1" fmla="*/ 0 h 65"/>
                  <a:gd name="T2" fmla="*/ 61 w 11"/>
                  <a:gd name="T3" fmla="*/ 410 h 65"/>
                  <a:gd name="T4" fmla="*/ 55 w 11"/>
                  <a:gd name="T5" fmla="*/ 76 h 6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65">
                    <a:moveTo>
                      <a:pt x="11" y="0"/>
                    </a:moveTo>
                    <a:cubicBezTo>
                      <a:pt x="0" y="18"/>
                      <a:pt x="4" y="46"/>
                      <a:pt x="9" y="65"/>
                    </a:cubicBezTo>
                    <a:cubicBezTo>
                      <a:pt x="9" y="50"/>
                      <a:pt x="2" y="27"/>
                      <a:pt x="8" y="12"/>
                    </a:cubicBezTo>
                  </a:path>
                </a:pathLst>
              </a:custGeom>
              <a:solidFill>
                <a:srgbClr val="FDF3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499" name="Freeform 47">
                <a:extLst>
                  <a:ext uri="{FF2B5EF4-FFF2-40B4-BE49-F238E27FC236}">
                    <a16:creationId xmlns:a16="http://schemas.microsoft.com/office/drawing/2014/main" id="{9A5E4DEF-09CB-4F95-8EB6-4E2BF1DE73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5" y="1648"/>
                <a:ext cx="89" cy="56"/>
              </a:xfrm>
              <a:custGeom>
                <a:avLst/>
                <a:gdLst>
                  <a:gd name="T0" fmla="*/ 0 w 48"/>
                  <a:gd name="T1" fmla="*/ 181 h 30"/>
                  <a:gd name="T2" fmla="*/ 178 w 48"/>
                  <a:gd name="T3" fmla="*/ 144 h 30"/>
                  <a:gd name="T4" fmla="*/ 306 w 48"/>
                  <a:gd name="T5" fmla="*/ 0 h 30"/>
                  <a:gd name="T6" fmla="*/ 52 w 48"/>
                  <a:gd name="T7" fmla="*/ 196 h 3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8" h="30">
                    <a:moveTo>
                      <a:pt x="0" y="28"/>
                    </a:moveTo>
                    <a:cubicBezTo>
                      <a:pt x="10" y="27"/>
                      <a:pt x="20" y="29"/>
                      <a:pt x="28" y="22"/>
                    </a:cubicBezTo>
                    <a:cubicBezTo>
                      <a:pt x="36" y="17"/>
                      <a:pt x="44" y="9"/>
                      <a:pt x="48" y="0"/>
                    </a:cubicBezTo>
                    <a:cubicBezTo>
                      <a:pt x="37" y="10"/>
                      <a:pt x="24" y="28"/>
                      <a:pt x="8" y="30"/>
                    </a:cubicBezTo>
                  </a:path>
                </a:pathLst>
              </a:custGeom>
              <a:solidFill>
                <a:srgbClr val="EFCA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500" name="Freeform 48">
                <a:extLst>
                  <a:ext uri="{FF2B5EF4-FFF2-40B4-BE49-F238E27FC236}">
                    <a16:creationId xmlns:a16="http://schemas.microsoft.com/office/drawing/2014/main" id="{D5F5A7E2-D3EE-4595-B8D9-D537CB2B0E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0" y="1566"/>
                <a:ext cx="37" cy="228"/>
              </a:xfrm>
              <a:custGeom>
                <a:avLst/>
                <a:gdLst>
                  <a:gd name="T0" fmla="*/ 7 w 20"/>
                  <a:gd name="T1" fmla="*/ 7 h 124"/>
                  <a:gd name="T2" fmla="*/ 20 w 20"/>
                  <a:gd name="T3" fmla="*/ 105 h 124"/>
                  <a:gd name="T4" fmla="*/ 31 w 20"/>
                  <a:gd name="T5" fmla="*/ 217 h 124"/>
                  <a:gd name="T6" fmla="*/ 37 w 20"/>
                  <a:gd name="T7" fmla="*/ 399 h 124"/>
                  <a:gd name="T8" fmla="*/ 126 w 20"/>
                  <a:gd name="T9" fmla="*/ 770 h 124"/>
                  <a:gd name="T10" fmla="*/ 76 w 20"/>
                  <a:gd name="T11" fmla="*/ 541 h 124"/>
                  <a:gd name="T12" fmla="*/ 57 w 20"/>
                  <a:gd name="T13" fmla="*/ 298 h 124"/>
                  <a:gd name="T14" fmla="*/ 31 w 20"/>
                  <a:gd name="T15" fmla="*/ 125 h 124"/>
                  <a:gd name="T16" fmla="*/ 0 w 20"/>
                  <a:gd name="T17" fmla="*/ 0 h 12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0" h="124">
                    <a:moveTo>
                      <a:pt x="1" y="1"/>
                    </a:moveTo>
                    <a:cubicBezTo>
                      <a:pt x="0" y="2"/>
                      <a:pt x="3" y="14"/>
                      <a:pt x="3" y="17"/>
                    </a:cubicBezTo>
                    <a:cubicBezTo>
                      <a:pt x="4" y="23"/>
                      <a:pt x="4" y="29"/>
                      <a:pt x="5" y="35"/>
                    </a:cubicBezTo>
                    <a:cubicBezTo>
                      <a:pt x="5" y="45"/>
                      <a:pt x="5" y="54"/>
                      <a:pt x="6" y="64"/>
                    </a:cubicBezTo>
                    <a:cubicBezTo>
                      <a:pt x="7" y="85"/>
                      <a:pt x="14" y="104"/>
                      <a:pt x="20" y="124"/>
                    </a:cubicBezTo>
                    <a:cubicBezTo>
                      <a:pt x="14" y="113"/>
                      <a:pt x="14" y="99"/>
                      <a:pt x="12" y="87"/>
                    </a:cubicBezTo>
                    <a:cubicBezTo>
                      <a:pt x="10" y="74"/>
                      <a:pt x="10" y="61"/>
                      <a:pt x="9" y="48"/>
                    </a:cubicBezTo>
                    <a:cubicBezTo>
                      <a:pt x="8" y="39"/>
                      <a:pt x="7" y="30"/>
                      <a:pt x="5" y="20"/>
                    </a:cubicBezTo>
                    <a:cubicBezTo>
                      <a:pt x="3" y="14"/>
                      <a:pt x="0" y="7"/>
                      <a:pt x="0" y="0"/>
                    </a:cubicBezTo>
                  </a:path>
                </a:pathLst>
              </a:custGeom>
              <a:solidFill>
                <a:srgbClr val="EFCA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501" name="Freeform 49">
                <a:extLst>
                  <a:ext uri="{FF2B5EF4-FFF2-40B4-BE49-F238E27FC236}">
                    <a16:creationId xmlns:a16="http://schemas.microsoft.com/office/drawing/2014/main" id="{E736FC0D-E1AE-4BFF-9A2D-3C09803F62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2" y="1713"/>
                <a:ext cx="78" cy="772"/>
              </a:xfrm>
              <a:custGeom>
                <a:avLst/>
                <a:gdLst>
                  <a:gd name="T0" fmla="*/ 156 w 42"/>
                  <a:gd name="T1" fmla="*/ 0 h 419"/>
                  <a:gd name="T2" fmla="*/ 76 w 42"/>
                  <a:gd name="T3" fmla="*/ 750 h 419"/>
                  <a:gd name="T4" fmla="*/ 113 w 42"/>
                  <a:gd name="T5" fmla="*/ 1688 h 419"/>
                  <a:gd name="T6" fmla="*/ 269 w 42"/>
                  <a:gd name="T7" fmla="*/ 2620 h 419"/>
                  <a:gd name="T8" fmla="*/ 141 w 42"/>
                  <a:gd name="T9" fmla="*/ 1970 h 419"/>
                  <a:gd name="T10" fmla="*/ 7 w 42"/>
                  <a:gd name="T11" fmla="*/ 1093 h 419"/>
                  <a:gd name="T12" fmla="*/ 156 w 42"/>
                  <a:gd name="T13" fmla="*/ 0 h 4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2" h="419">
                    <a:moveTo>
                      <a:pt x="24" y="0"/>
                    </a:moveTo>
                    <a:cubicBezTo>
                      <a:pt x="24" y="0"/>
                      <a:pt x="20" y="72"/>
                      <a:pt x="12" y="120"/>
                    </a:cubicBezTo>
                    <a:cubicBezTo>
                      <a:pt x="5" y="167"/>
                      <a:pt x="7" y="231"/>
                      <a:pt x="18" y="270"/>
                    </a:cubicBezTo>
                    <a:cubicBezTo>
                      <a:pt x="29" y="308"/>
                      <a:pt x="42" y="364"/>
                      <a:pt x="42" y="419"/>
                    </a:cubicBezTo>
                    <a:cubicBezTo>
                      <a:pt x="42" y="419"/>
                      <a:pt x="40" y="352"/>
                      <a:pt x="22" y="315"/>
                    </a:cubicBezTo>
                    <a:cubicBezTo>
                      <a:pt x="3" y="278"/>
                      <a:pt x="2" y="193"/>
                      <a:pt x="1" y="175"/>
                    </a:cubicBezTo>
                    <a:cubicBezTo>
                      <a:pt x="0" y="157"/>
                      <a:pt x="26" y="16"/>
                      <a:pt x="24" y="0"/>
                    </a:cubicBezTo>
                    <a:close/>
                  </a:path>
                </a:pathLst>
              </a:custGeom>
              <a:solidFill>
                <a:srgbClr val="FDF3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502" name="Freeform 50">
                <a:extLst>
                  <a:ext uri="{FF2B5EF4-FFF2-40B4-BE49-F238E27FC236}">
                    <a16:creationId xmlns:a16="http://schemas.microsoft.com/office/drawing/2014/main" id="{E20477B2-FF06-44E3-903D-47D60A36B7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3" y="2363"/>
                <a:ext cx="75" cy="147"/>
              </a:xfrm>
              <a:custGeom>
                <a:avLst/>
                <a:gdLst>
                  <a:gd name="T0" fmla="*/ 0 w 41"/>
                  <a:gd name="T1" fmla="*/ 496 h 80"/>
                  <a:gd name="T2" fmla="*/ 117 w 41"/>
                  <a:gd name="T3" fmla="*/ 274 h 80"/>
                  <a:gd name="T4" fmla="*/ 251 w 41"/>
                  <a:gd name="T5" fmla="*/ 0 h 80"/>
                  <a:gd name="T6" fmla="*/ 198 w 41"/>
                  <a:gd name="T7" fmla="*/ 118 h 80"/>
                  <a:gd name="T8" fmla="*/ 128 w 41"/>
                  <a:gd name="T9" fmla="*/ 274 h 80"/>
                  <a:gd name="T10" fmla="*/ 68 w 41"/>
                  <a:gd name="T11" fmla="*/ 384 h 80"/>
                  <a:gd name="T12" fmla="*/ 13 w 41"/>
                  <a:gd name="T13" fmla="*/ 476 h 8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1" h="80">
                    <a:moveTo>
                      <a:pt x="0" y="80"/>
                    </a:moveTo>
                    <a:cubicBezTo>
                      <a:pt x="9" y="71"/>
                      <a:pt x="14" y="55"/>
                      <a:pt x="19" y="44"/>
                    </a:cubicBezTo>
                    <a:cubicBezTo>
                      <a:pt x="26" y="29"/>
                      <a:pt x="31" y="13"/>
                      <a:pt x="41" y="0"/>
                    </a:cubicBezTo>
                    <a:cubicBezTo>
                      <a:pt x="39" y="7"/>
                      <a:pt x="35" y="13"/>
                      <a:pt x="32" y="19"/>
                    </a:cubicBezTo>
                    <a:cubicBezTo>
                      <a:pt x="28" y="27"/>
                      <a:pt x="25" y="36"/>
                      <a:pt x="21" y="44"/>
                    </a:cubicBezTo>
                    <a:cubicBezTo>
                      <a:pt x="18" y="50"/>
                      <a:pt x="15" y="56"/>
                      <a:pt x="11" y="62"/>
                    </a:cubicBezTo>
                    <a:cubicBezTo>
                      <a:pt x="8" y="66"/>
                      <a:pt x="3" y="72"/>
                      <a:pt x="2" y="77"/>
                    </a:cubicBezTo>
                  </a:path>
                </a:pathLst>
              </a:custGeom>
              <a:solidFill>
                <a:srgbClr val="EFCA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503" name="Freeform 51">
                <a:extLst>
                  <a:ext uri="{FF2B5EF4-FFF2-40B4-BE49-F238E27FC236}">
                    <a16:creationId xmlns:a16="http://schemas.microsoft.com/office/drawing/2014/main" id="{91B0CA9B-DBB9-4ED9-A105-ADFFED8884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9" y="2518"/>
                <a:ext cx="122" cy="103"/>
              </a:xfrm>
              <a:custGeom>
                <a:avLst/>
                <a:gdLst>
                  <a:gd name="T0" fmla="*/ 7 w 66"/>
                  <a:gd name="T1" fmla="*/ 0 h 56"/>
                  <a:gd name="T2" fmla="*/ 37 w 66"/>
                  <a:gd name="T3" fmla="*/ 243 h 56"/>
                  <a:gd name="T4" fmla="*/ 246 w 66"/>
                  <a:gd name="T5" fmla="*/ 326 h 56"/>
                  <a:gd name="T6" fmla="*/ 355 w 66"/>
                  <a:gd name="T7" fmla="*/ 0 h 5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6" h="56">
                    <a:moveTo>
                      <a:pt x="1" y="0"/>
                    </a:moveTo>
                    <a:cubicBezTo>
                      <a:pt x="3" y="12"/>
                      <a:pt x="0" y="28"/>
                      <a:pt x="6" y="39"/>
                    </a:cubicBezTo>
                    <a:cubicBezTo>
                      <a:pt x="12" y="51"/>
                      <a:pt x="27" y="56"/>
                      <a:pt x="39" y="52"/>
                    </a:cubicBezTo>
                    <a:cubicBezTo>
                      <a:pt x="66" y="42"/>
                      <a:pt x="46" y="7"/>
                      <a:pt x="56" y="0"/>
                    </a:cubicBezTo>
                  </a:path>
                </a:pathLst>
              </a:custGeom>
              <a:solidFill>
                <a:srgbClr val="F6E8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504" name="Freeform 52">
                <a:extLst>
                  <a:ext uri="{FF2B5EF4-FFF2-40B4-BE49-F238E27FC236}">
                    <a16:creationId xmlns:a16="http://schemas.microsoft.com/office/drawing/2014/main" id="{91CA81F3-3A89-4453-AE97-C329C64145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9" y="2518"/>
                <a:ext cx="103" cy="105"/>
              </a:xfrm>
              <a:custGeom>
                <a:avLst/>
                <a:gdLst>
                  <a:gd name="T0" fmla="*/ 7 w 56"/>
                  <a:gd name="T1" fmla="*/ 7 h 57"/>
                  <a:gd name="T2" fmla="*/ 37 w 56"/>
                  <a:gd name="T3" fmla="*/ 245 h 57"/>
                  <a:gd name="T4" fmla="*/ 250 w 56"/>
                  <a:gd name="T5" fmla="*/ 326 h 57"/>
                  <a:gd name="T6" fmla="*/ 327 w 56"/>
                  <a:gd name="T7" fmla="*/ 118 h 57"/>
                  <a:gd name="T8" fmla="*/ 348 w 56"/>
                  <a:gd name="T9" fmla="*/ 0 h 5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57">
                    <a:moveTo>
                      <a:pt x="1" y="1"/>
                    </a:moveTo>
                    <a:cubicBezTo>
                      <a:pt x="4" y="12"/>
                      <a:pt x="0" y="28"/>
                      <a:pt x="6" y="39"/>
                    </a:cubicBezTo>
                    <a:cubicBezTo>
                      <a:pt x="12" y="51"/>
                      <a:pt x="27" y="57"/>
                      <a:pt x="40" y="52"/>
                    </a:cubicBezTo>
                    <a:cubicBezTo>
                      <a:pt x="52" y="47"/>
                      <a:pt x="53" y="33"/>
                      <a:pt x="53" y="19"/>
                    </a:cubicBezTo>
                    <a:cubicBezTo>
                      <a:pt x="53" y="13"/>
                      <a:pt x="50" y="6"/>
                      <a:pt x="56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505" name="Freeform 53">
                <a:extLst>
                  <a:ext uri="{FF2B5EF4-FFF2-40B4-BE49-F238E27FC236}">
                    <a16:creationId xmlns:a16="http://schemas.microsoft.com/office/drawing/2014/main" id="{7CBC8D07-D66B-4B30-BAE9-1A768722A2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0" y="2523"/>
                <a:ext cx="37" cy="67"/>
              </a:xfrm>
              <a:custGeom>
                <a:avLst/>
                <a:gdLst>
                  <a:gd name="T0" fmla="*/ 13 w 20"/>
                  <a:gd name="T1" fmla="*/ 0 h 36"/>
                  <a:gd name="T2" fmla="*/ 0 w 20"/>
                  <a:gd name="T3" fmla="*/ 162 h 36"/>
                  <a:gd name="T4" fmla="*/ 65 w 20"/>
                  <a:gd name="T5" fmla="*/ 233 h 36"/>
                  <a:gd name="T6" fmla="*/ 120 w 20"/>
                  <a:gd name="T7" fmla="*/ 166 h 36"/>
                  <a:gd name="T8" fmla="*/ 113 w 20"/>
                  <a:gd name="T9" fmla="*/ 52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36">
                    <a:moveTo>
                      <a:pt x="2" y="0"/>
                    </a:moveTo>
                    <a:cubicBezTo>
                      <a:pt x="3" y="8"/>
                      <a:pt x="1" y="16"/>
                      <a:pt x="0" y="25"/>
                    </a:cubicBezTo>
                    <a:cubicBezTo>
                      <a:pt x="0" y="33"/>
                      <a:pt x="2" y="35"/>
                      <a:pt x="10" y="36"/>
                    </a:cubicBezTo>
                    <a:cubicBezTo>
                      <a:pt x="17" y="36"/>
                      <a:pt x="19" y="34"/>
                      <a:pt x="19" y="26"/>
                    </a:cubicBezTo>
                    <a:cubicBezTo>
                      <a:pt x="20" y="20"/>
                      <a:pt x="20" y="13"/>
                      <a:pt x="18" y="8"/>
                    </a:cubicBezTo>
                  </a:path>
                </a:pathLst>
              </a:custGeom>
              <a:solidFill>
                <a:srgbClr val="F6E8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506" name="Freeform 54">
                <a:extLst>
                  <a:ext uri="{FF2B5EF4-FFF2-40B4-BE49-F238E27FC236}">
                    <a16:creationId xmlns:a16="http://schemas.microsoft.com/office/drawing/2014/main" id="{410A7791-8404-4D88-AF0E-252AD9A73C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0" y="2523"/>
                <a:ext cx="37" cy="68"/>
              </a:xfrm>
              <a:custGeom>
                <a:avLst/>
                <a:gdLst>
                  <a:gd name="T0" fmla="*/ 13 w 20"/>
                  <a:gd name="T1" fmla="*/ 0 h 37"/>
                  <a:gd name="T2" fmla="*/ 0 w 20"/>
                  <a:gd name="T3" fmla="*/ 156 h 37"/>
                  <a:gd name="T4" fmla="*/ 65 w 20"/>
                  <a:gd name="T5" fmla="*/ 222 h 37"/>
                  <a:gd name="T6" fmla="*/ 120 w 20"/>
                  <a:gd name="T7" fmla="*/ 169 h 37"/>
                  <a:gd name="T8" fmla="*/ 113 w 20"/>
                  <a:gd name="T9" fmla="*/ 51 h 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37">
                    <a:moveTo>
                      <a:pt x="2" y="0"/>
                    </a:moveTo>
                    <a:cubicBezTo>
                      <a:pt x="3" y="9"/>
                      <a:pt x="1" y="17"/>
                      <a:pt x="0" y="25"/>
                    </a:cubicBezTo>
                    <a:cubicBezTo>
                      <a:pt x="0" y="33"/>
                      <a:pt x="2" y="36"/>
                      <a:pt x="10" y="36"/>
                    </a:cubicBezTo>
                    <a:cubicBezTo>
                      <a:pt x="17" y="37"/>
                      <a:pt x="19" y="34"/>
                      <a:pt x="19" y="27"/>
                    </a:cubicBezTo>
                    <a:cubicBezTo>
                      <a:pt x="20" y="21"/>
                      <a:pt x="20" y="13"/>
                      <a:pt x="18" y="8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507" name="Freeform 55">
                <a:extLst>
                  <a:ext uri="{FF2B5EF4-FFF2-40B4-BE49-F238E27FC236}">
                    <a16:creationId xmlns:a16="http://schemas.microsoft.com/office/drawing/2014/main" id="{9650307A-B4F9-48F1-8070-B559B4285A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0" y="2520"/>
                <a:ext cx="47" cy="88"/>
              </a:xfrm>
              <a:custGeom>
                <a:avLst/>
                <a:gdLst>
                  <a:gd name="T0" fmla="*/ 0 w 25"/>
                  <a:gd name="T1" fmla="*/ 7 h 48"/>
                  <a:gd name="T2" fmla="*/ 15 w 25"/>
                  <a:gd name="T3" fmla="*/ 97 h 48"/>
                  <a:gd name="T4" fmla="*/ 28 w 25"/>
                  <a:gd name="T5" fmla="*/ 193 h 48"/>
                  <a:gd name="T6" fmla="*/ 68 w 25"/>
                  <a:gd name="T7" fmla="*/ 273 h 48"/>
                  <a:gd name="T8" fmla="*/ 165 w 25"/>
                  <a:gd name="T9" fmla="*/ 295 h 48"/>
                  <a:gd name="T10" fmla="*/ 73 w 25"/>
                  <a:gd name="T11" fmla="*/ 242 h 48"/>
                  <a:gd name="T12" fmla="*/ 45 w 25"/>
                  <a:gd name="T13" fmla="*/ 132 h 48"/>
                  <a:gd name="T14" fmla="*/ 28 w 25"/>
                  <a:gd name="T15" fmla="*/ 44 h 48"/>
                  <a:gd name="T16" fmla="*/ 0 w 25"/>
                  <a:gd name="T17" fmla="*/ 0 h 4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5" h="48">
                    <a:moveTo>
                      <a:pt x="0" y="1"/>
                    </a:moveTo>
                    <a:cubicBezTo>
                      <a:pt x="0" y="6"/>
                      <a:pt x="1" y="11"/>
                      <a:pt x="2" y="16"/>
                    </a:cubicBezTo>
                    <a:cubicBezTo>
                      <a:pt x="2" y="21"/>
                      <a:pt x="3" y="26"/>
                      <a:pt x="4" y="31"/>
                    </a:cubicBezTo>
                    <a:cubicBezTo>
                      <a:pt x="4" y="35"/>
                      <a:pt x="7" y="41"/>
                      <a:pt x="10" y="44"/>
                    </a:cubicBezTo>
                    <a:cubicBezTo>
                      <a:pt x="14" y="48"/>
                      <a:pt x="20" y="48"/>
                      <a:pt x="25" y="48"/>
                    </a:cubicBezTo>
                    <a:cubicBezTo>
                      <a:pt x="19" y="48"/>
                      <a:pt x="14" y="43"/>
                      <a:pt x="11" y="39"/>
                    </a:cubicBezTo>
                    <a:cubicBezTo>
                      <a:pt x="8" y="33"/>
                      <a:pt x="8" y="27"/>
                      <a:pt x="7" y="21"/>
                    </a:cubicBezTo>
                    <a:cubicBezTo>
                      <a:pt x="6" y="17"/>
                      <a:pt x="6" y="11"/>
                      <a:pt x="4" y="7"/>
                    </a:cubicBezTo>
                    <a:cubicBezTo>
                      <a:pt x="3" y="5"/>
                      <a:pt x="1" y="3"/>
                      <a:pt x="0" y="0"/>
                    </a:cubicBezTo>
                  </a:path>
                </a:pathLst>
              </a:custGeom>
              <a:solidFill>
                <a:srgbClr val="EFCA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508" name="Freeform 56">
                <a:extLst>
                  <a:ext uri="{FF2B5EF4-FFF2-40B4-BE49-F238E27FC236}">
                    <a16:creationId xmlns:a16="http://schemas.microsoft.com/office/drawing/2014/main" id="{170B6E1F-8158-46EC-827E-01D18C3B03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4" y="2529"/>
                <a:ext cx="11" cy="57"/>
              </a:xfrm>
              <a:custGeom>
                <a:avLst/>
                <a:gdLst>
                  <a:gd name="T0" fmla="*/ 20 w 6"/>
                  <a:gd name="T1" fmla="*/ 0 h 31"/>
                  <a:gd name="T2" fmla="*/ 24 w 6"/>
                  <a:gd name="T3" fmla="*/ 68 h 31"/>
                  <a:gd name="T4" fmla="*/ 13 w 6"/>
                  <a:gd name="T5" fmla="*/ 118 h 31"/>
                  <a:gd name="T6" fmla="*/ 37 w 6"/>
                  <a:gd name="T7" fmla="*/ 193 h 31"/>
                  <a:gd name="T8" fmla="*/ 31 w 6"/>
                  <a:gd name="T9" fmla="*/ 94 h 31"/>
                  <a:gd name="T10" fmla="*/ 20 w 6"/>
                  <a:gd name="T11" fmla="*/ 7 h 3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" h="31">
                    <a:moveTo>
                      <a:pt x="3" y="0"/>
                    </a:moveTo>
                    <a:cubicBezTo>
                      <a:pt x="3" y="3"/>
                      <a:pt x="4" y="7"/>
                      <a:pt x="4" y="11"/>
                    </a:cubicBezTo>
                    <a:cubicBezTo>
                      <a:pt x="4" y="14"/>
                      <a:pt x="3" y="16"/>
                      <a:pt x="2" y="19"/>
                    </a:cubicBezTo>
                    <a:cubicBezTo>
                      <a:pt x="2" y="23"/>
                      <a:pt x="0" y="30"/>
                      <a:pt x="6" y="31"/>
                    </a:cubicBezTo>
                    <a:cubicBezTo>
                      <a:pt x="1" y="28"/>
                      <a:pt x="5" y="20"/>
                      <a:pt x="5" y="15"/>
                    </a:cubicBezTo>
                    <a:cubicBezTo>
                      <a:pt x="5" y="12"/>
                      <a:pt x="5" y="4"/>
                      <a:pt x="3" y="1"/>
                    </a:cubicBezTo>
                  </a:path>
                </a:pathLst>
              </a:custGeom>
              <a:solidFill>
                <a:srgbClr val="EFCA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509" name="Freeform 57">
                <a:extLst>
                  <a:ext uri="{FF2B5EF4-FFF2-40B4-BE49-F238E27FC236}">
                    <a16:creationId xmlns:a16="http://schemas.microsoft.com/office/drawing/2014/main" id="{3FD8833C-A823-4744-94F4-17240BE992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3" y="2534"/>
                <a:ext cx="50" cy="79"/>
              </a:xfrm>
              <a:custGeom>
                <a:avLst/>
                <a:gdLst>
                  <a:gd name="T0" fmla="*/ 148 w 27"/>
                  <a:gd name="T1" fmla="*/ 0 h 43"/>
                  <a:gd name="T2" fmla="*/ 128 w 27"/>
                  <a:gd name="T3" fmla="*/ 217 h 43"/>
                  <a:gd name="T4" fmla="*/ 69 w 27"/>
                  <a:gd name="T5" fmla="*/ 259 h 43"/>
                  <a:gd name="T6" fmla="*/ 0 w 27"/>
                  <a:gd name="T7" fmla="*/ 254 h 43"/>
                  <a:gd name="T8" fmla="*/ 76 w 27"/>
                  <a:gd name="T9" fmla="*/ 217 h 43"/>
                  <a:gd name="T10" fmla="*/ 128 w 27"/>
                  <a:gd name="T11" fmla="*/ 156 h 43"/>
                  <a:gd name="T12" fmla="*/ 141 w 27"/>
                  <a:gd name="T13" fmla="*/ 68 h 43"/>
                  <a:gd name="T14" fmla="*/ 148 w 27"/>
                  <a:gd name="T15" fmla="*/ 0 h 4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7" h="43">
                    <a:moveTo>
                      <a:pt x="23" y="0"/>
                    </a:moveTo>
                    <a:cubicBezTo>
                      <a:pt x="24" y="12"/>
                      <a:pt x="27" y="24"/>
                      <a:pt x="20" y="35"/>
                    </a:cubicBezTo>
                    <a:cubicBezTo>
                      <a:pt x="18" y="38"/>
                      <a:pt x="14" y="40"/>
                      <a:pt x="11" y="42"/>
                    </a:cubicBezTo>
                    <a:cubicBezTo>
                      <a:pt x="8" y="43"/>
                      <a:pt x="3" y="43"/>
                      <a:pt x="0" y="41"/>
                    </a:cubicBezTo>
                    <a:cubicBezTo>
                      <a:pt x="5" y="40"/>
                      <a:pt x="9" y="39"/>
                      <a:pt x="12" y="35"/>
                    </a:cubicBezTo>
                    <a:cubicBezTo>
                      <a:pt x="16" y="33"/>
                      <a:pt x="18" y="29"/>
                      <a:pt x="20" y="25"/>
                    </a:cubicBezTo>
                    <a:cubicBezTo>
                      <a:pt x="22" y="21"/>
                      <a:pt x="22" y="16"/>
                      <a:pt x="22" y="11"/>
                    </a:cubicBezTo>
                    <a:cubicBezTo>
                      <a:pt x="22" y="8"/>
                      <a:pt x="21" y="4"/>
                      <a:pt x="23" y="0"/>
                    </a:cubicBezTo>
                  </a:path>
                </a:pathLst>
              </a:custGeom>
              <a:solidFill>
                <a:srgbClr val="FDF3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510" name="Freeform 58">
                <a:extLst>
                  <a:ext uri="{FF2B5EF4-FFF2-40B4-BE49-F238E27FC236}">
                    <a16:creationId xmlns:a16="http://schemas.microsoft.com/office/drawing/2014/main" id="{D846BCDA-BE80-42CB-955F-702CA92328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4" y="2667"/>
                <a:ext cx="42" cy="341"/>
              </a:xfrm>
              <a:custGeom>
                <a:avLst/>
                <a:gdLst>
                  <a:gd name="T0" fmla="*/ 0 w 23"/>
                  <a:gd name="T1" fmla="*/ 0 h 185"/>
                  <a:gd name="T2" fmla="*/ 104 w 23"/>
                  <a:gd name="T3" fmla="*/ 640 h 185"/>
                  <a:gd name="T4" fmla="*/ 117 w 23"/>
                  <a:gd name="T5" fmla="*/ 1159 h 185"/>
                  <a:gd name="T6" fmla="*/ 133 w 23"/>
                  <a:gd name="T7" fmla="*/ 826 h 185"/>
                  <a:gd name="T8" fmla="*/ 0 w 23"/>
                  <a:gd name="T9" fmla="*/ 0 h 18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185">
                    <a:moveTo>
                      <a:pt x="0" y="0"/>
                    </a:moveTo>
                    <a:cubicBezTo>
                      <a:pt x="0" y="0"/>
                      <a:pt x="15" y="77"/>
                      <a:pt x="17" y="102"/>
                    </a:cubicBezTo>
                    <a:cubicBezTo>
                      <a:pt x="20" y="127"/>
                      <a:pt x="18" y="165"/>
                      <a:pt x="19" y="185"/>
                    </a:cubicBezTo>
                    <a:cubicBezTo>
                      <a:pt x="19" y="185"/>
                      <a:pt x="20" y="145"/>
                      <a:pt x="22" y="132"/>
                    </a:cubicBezTo>
                    <a:cubicBezTo>
                      <a:pt x="23" y="118"/>
                      <a:pt x="15" y="51"/>
                      <a:pt x="0" y="0"/>
                    </a:cubicBezTo>
                    <a:close/>
                  </a:path>
                </a:pathLst>
              </a:custGeom>
              <a:solidFill>
                <a:srgbClr val="EFCA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511" name="Freeform 59">
                <a:extLst>
                  <a:ext uri="{FF2B5EF4-FFF2-40B4-BE49-F238E27FC236}">
                    <a16:creationId xmlns:a16="http://schemas.microsoft.com/office/drawing/2014/main" id="{4A5F6846-6F48-4401-9E65-2D831C2E0B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6" y="3956"/>
                <a:ext cx="22" cy="41"/>
              </a:xfrm>
              <a:custGeom>
                <a:avLst/>
                <a:gdLst>
                  <a:gd name="T0" fmla="*/ 0 w 12"/>
                  <a:gd name="T1" fmla="*/ 0 h 22"/>
                  <a:gd name="T2" fmla="*/ 73 w 12"/>
                  <a:gd name="T3" fmla="*/ 142 h 22"/>
                  <a:gd name="T4" fmla="*/ 13 w 12"/>
                  <a:gd name="T5" fmla="*/ 7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22">
                    <a:moveTo>
                      <a:pt x="0" y="0"/>
                    </a:moveTo>
                    <a:cubicBezTo>
                      <a:pt x="6" y="4"/>
                      <a:pt x="11" y="15"/>
                      <a:pt x="12" y="22"/>
                    </a:cubicBezTo>
                    <a:cubicBezTo>
                      <a:pt x="12" y="13"/>
                      <a:pt x="7" y="8"/>
                      <a:pt x="2" y="1"/>
                    </a:cubicBezTo>
                  </a:path>
                </a:pathLst>
              </a:custGeom>
              <a:solidFill>
                <a:srgbClr val="EFCA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512" name="Freeform 60">
                <a:extLst>
                  <a:ext uri="{FF2B5EF4-FFF2-40B4-BE49-F238E27FC236}">
                    <a16:creationId xmlns:a16="http://schemas.microsoft.com/office/drawing/2014/main" id="{F8A3BDBC-8B3F-4EBD-B00A-7039C5427E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2" y="3969"/>
                <a:ext cx="11" cy="26"/>
              </a:xfrm>
              <a:custGeom>
                <a:avLst/>
                <a:gdLst>
                  <a:gd name="T0" fmla="*/ 7 w 6"/>
                  <a:gd name="T1" fmla="*/ 0 h 14"/>
                  <a:gd name="T2" fmla="*/ 37 w 6"/>
                  <a:gd name="T3" fmla="*/ 89 h 14"/>
                  <a:gd name="T4" fmla="*/ 13 w 6"/>
                  <a:gd name="T5" fmla="*/ 7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14">
                    <a:moveTo>
                      <a:pt x="1" y="0"/>
                    </a:moveTo>
                    <a:cubicBezTo>
                      <a:pt x="0" y="4"/>
                      <a:pt x="4" y="11"/>
                      <a:pt x="6" y="14"/>
                    </a:cubicBezTo>
                    <a:cubicBezTo>
                      <a:pt x="2" y="11"/>
                      <a:pt x="5" y="5"/>
                      <a:pt x="2" y="1"/>
                    </a:cubicBezTo>
                  </a:path>
                </a:pathLst>
              </a:custGeom>
              <a:solidFill>
                <a:srgbClr val="EFCA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513" name="Freeform 61">
                <a:extLst>
                  <a:ext uri="{FF2B5EF4-FFF2-40B4-BE49-F238E27FC236}">
                    <a16:creationId xmlns:a16="http://schemas.microsoft.com/office/drawing/2014/main" id="{BE096502-EC5F-4FCF-8727-CF05EF1956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5" y="3960"/>
                <a:ext cx="15" cy="24"/>
              </a:xfrm>
              <a:custGeom>
                <a:avLst/>
                <a:gdLst>
                  <a:gd name="T0" fmla="*/ 0 w 8"/>
                  <a:gd name="T1" fmla="*/ 0 h 13"/>
                  <a:gd name="T2" fmla="*/ 45 w 8"/>
                  <a:gd name="T3" fmla="*/ 81 h 13"/>
                  <a:gd name="T4" fmla="*/ 0 w 8"/>
                  <a:gd name="T5" fmla="*/ 7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3">
                    <a:moveTo>
                      <a:pt x="0" y="0"/>
                    </a:moveTo>
                    <a:cubicBezTo>
                      <a:pt x="0" y="4"/>
                      <a:pt x="3" y="12"/>
                      <a:pt x="7" y="13"/>
                    </a:cubicBezTo>
                    <a:cubicBezTo>
                      <a:pt x="8" y="8"/>
                      <a:pt x="3" y="3"/>
                      <a:pt x="0" y="1"/>
                    </a:cubicBezTo>
                  </a:path>
                </a:pathLst>
              </a:custGeom>
              <a:solidFill>
                <a:srgbClr val="EFCA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514" name="Freeform 62">
                <a:extLst>
                  <a:ext uri="{FF2B5EF4-FFF2-40B4-BE49-F238E27FC236}">
                    <a16:creationId xmlns:a16="http://schemas.microsoft.com/office/drawing/2014/main" id="{FA998EF9-8543-456E-9610-6258F89DAC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1" y="3949"/>
                <a:ext cx="8" cy="18"/>
              </a:xfrm>
              <a:custGeom>
                <a:avLst/>
                <a:gdLst>
                  <a:gd name="T0" fmla="*/ 0 w 4"/>
                  <a:gd name="T1" fmla="*/ 13 h 10"/>
                  <a:gd name="T2" fmla="*/ 24 w 4"/>
                  <a:gd name="T3" fmla="*/ 58 h 10"/>
                  <a:gd name="T4" fmla="*/ 0 w 4"/>
                  <a:gd name="T5" fmla="*/ 0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10">
                    <a:moveTo>
                      <a:pt x="0" y="2"/>
                    </a:moveTo>
                    <a:cubicBezTo>
                      <a:pt x="0" y="4"/>
                      <a:pt x="1" y="8"/>
                      <a:pt x="3" y="10"/>
                    </a:cubicBezTo>
                    <a:cubicBezTo>
                      <a:pt x="4" y="7"/>
                      <a:pt x="1" y="3"/>
                      <a:pt x="0" y="0"/>
                    </a:cubicBezTo>
                  </a:path>
                </a:pathLst>
              </a:custGeom>
              <a:solidFill>
                <a:srgbClr val="EFCA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515" name="Freeform 63">
                <a:extLst>
                  <a:ext uri="{FF2B5EF4-FFF2-40B4-BE49-F238E27FC236}">
                    <a16:creationId xmlns:a16="http://schemas.microsoft.com/office/drawing/2014/main" id="{1C0B7A17-51FE-4D23-87DF-A95FE45DD7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0" y="3864"/>
                <a:ext cx="15" cy="48"/>
              </a:xfrm>
              <a:custGeom>
                <a:avLst/>
                <a:gdLst>
                  <a:gd name="T0" fmla="*/ 0 w 8"/>
                  <a:gd name="T1" fmla="*/ 0 h 26"/>
                  <a:gd name="T2" fmla="*/ 28 w 8"/>
                  <a:gd name="T3" fmla="*/ 44 h 26"/>
                  <a:gd name="T4" fmla="*/ 39 w 8"/>
                  <a:gd name="T5" fmla="*/ 89 h 26"/>
                  <a:gd name="T6" fmla="*/ 53 w 8"/>
                  <a:gd name="T7" fmla="*/ 164 h 26"/>
                  <a:gd name="T8" fmla="*/ 15 w 8"/>
                  <a:gd name="T9" fmla="*/ 76 h 26"/>
                  <a:gd name="T10" fmla="*/ 0 w 8"/>
                  <a:gd name="T11" fmla="*/ 7 h 2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" h="26">
                    <a:moveTo>
                      <a:pt x="0" y="0"/>
                    </a:moveTo>
                    <a:cubicBezTo>
                      <a:pt x="1" y="3"/>
                      <a:pt x="3" y="5"/>
                      <a:pt x="4" y="7"/>
                    </a:cubicBezTo>
                    <a:cubicBezTo>
                      <a:pt x="5" y="9"/>
                      <a:pt x="5" y="12"/>
                      <a:pt x="6" y="14"/>
                    </a:cubicBezTo>
                    <a:cubicBezTo>
                      <a:pt x="7" y="18"/>
                      <a:pt x="8" y="22"/>
                      <a:pt x="8" y="26"/>
                    </a:cubicBezTo>
                    <a:cubicBezTo>
                      <a:pt x="7" y="21"/>
                      <a:pt x="4" y="17"/>
                      <a:pt x="2" y="12"/>
                    </a:cubicBezTo>
                    <a:cubicBezTo>
                      <a:pt x="1" y="9"/>
                      <a:pt x="1" y="5"/>
                      <a:pt x="0" y="1"/>
                    </a:cubicBezTo>
                  </a:path>
                </a:pathLst>
              </a:custGeom>
              <a:solidFill>
                <a:srgbClr val="FDF3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516" name="Freeform 64">
                <a:extLst>
                  <a:ext uri="{FF2B5EF4-FFF2-40B4-BE49-F238E27FC236}">
                    <a16:creationId xmlns:a16="http://schemas.microsoft.com/office/drawing/2014/main" id="{4DC5B965-6127-4580-9A83-4E79DD447B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6" y="3940"/>
                <a:ext cx="35" cy="51"/>
              </a:xfrm>
              <a:custGeom>
                <a:avLst/>
                <a:gdLst>
                  <a:gd name="T0" fmla="*/ 0 w 19"/>
                  <a:gd name="T1" fmla="*/ 0 h 28"/>
                  <a:gd name="T2" fmla="*/ 57 w 19"/>
                  <a:gd name="T3" fmla="*/ 120 h 28"/>
                  <a:gd name="T4" fmla="*/ 118 w 19"/>
                  <a:gd name="T5" fmla="*/ 169 h 28"/>
                  <a:gd name="T6" fmla="*/ 57 w 19"/>
                  <a:gd name="T7" fmla="*/ 102 h 28"/>
                  <a:gd name="T8" fmla="*/ 24 w 19"/>
                  <a:gd name="T9" fmla="*/ 49 h 28"/>
                  <a:gd name="T10" fmla="*/ 0 w 19"/>
                  <a:gd name="T11" fmla="*/ 7 h 2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9" h="28">
                    <a:moveTo>
                      <a:pt x="0" y="0"/>
                    </a:moveTo>
                    <a:cubicBezTo>
                      <a:pt x="1" y="8"/>
                      <a:pt x="4" y="14"/>
                      <a:pt x="9" y="20"/>
                    </a:cubicBezTo>
                    <a:cubicBezTo>
                      <a:pt x="12" y="22"/>
                      <a:pt x="15" y="26"/>
                      <a:pt x="19" y="28"/>
                    </a:cubicBezTo>
                    <a:cubicBezTo>
                      <a:pt x="16" y="24"/>
                      <a:pt x="12" y="21"/>
                      <a:pt x="9" y="17"/>
                    </a:cubicBezTo>
                    <a:cubicBezTo>
                      <a:pt x="7" y="14"/>
                      <a:pt x="6" y="11"/>
                      <a:pt x="4" y="8"/>
                    </a:cubicBezTo>
                    <a:cubicBezTo>
                      <a:pt x="3" y="7"/>
                      <a:pt x="2" y="2"/>
                      <a:pt x="0" y="1"/>
                    </a:cubicBezTo>
                  </a:path>
                </a:pathLst>
              </a:custGeom>
              <a:solidFill>
                <a:srgbClr val="FDF3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517" name="Freeform 65">
                <a:extLst>
                  <a:ext uri="{FF2B5EF4-FFF2-40B4-BE49-F238E27FC236}">
                    <a16:creationId xmlns:a16="http://schemas.microsoft.com/office/drawing/2014/main" id="{66146082-EAE5-42EE-BEAE-2042B30F7C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8" y="4024"/>
                <a:ext cx="53" cy="24"/>
              </a:xfrm>
              <a:custGeom>
                <a:avLst/>
                <a:gdLst>
                  <a:gd name="T0" fmla="*/ 0 w 29"/>
                  <a:gd name="T1" fmla="*/ 61 h 13"/>
                  <a:gd name="T2" fmla="*/ 73 w 29"/>
                  <a:gd name="T3" fmla="*/ 81 h 13"/>
                  <a:gd name="T4" fmla="*/ 117 w 29"/>
                  <a:gd name="T5" fmla="*/ 61 h 13"/>
                  <a:gd name="T6" fmla="*/ 170 w 29"/>
                  <a:gd name="T7" fmla="*/ 0 h 13"/>
                  <a:gd name="T8" fmla="*/ 146 w 29"/>
                  <a:gd name="T9" fmla="*/ 20 h 13"/>
                  <a:gd name="T10" fmla="*/ 90 w 29"/>
                  <a:gd name="T11" fmla="*/ 52 h 13"/>
                  <a:gd name="T12" fmla="*/ 37 w 29"/>
                  <a:gd name="T13" fmla="*/ 61 h 13"/>
                  <a:gd name="T14" fmla="*/ 0 w 29"/>
                  <a:gd name="T15" fmla="*/ 61 h 1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9" h="13">
                    <a:moveTo>
                      <a:pt x="0" y="10"/>
                    </a:moveTo>
                    <a:cubicBezTo>
                      <a:pt x="4" y="10"/>
                      <a:pt x="8" y="13"/>
                      <a:pt x="12" y="13"/>
                    </a:cubicBezTo>
                    <a:cubicBezTo>
                      <a:pt x="14" y="13"/>
                      <a:pt x="17" y="11"/>
                      <a:pt x="19" y="10"/>
                    </a:cubicBezTo>
                    <a:cubicBezTo>
                      <a:pt x="23" y="9"/>
                      <a:pt x="29" y="5"/>
                      <a:pt x="28" y="0"/>
                    </a:cubicBezTo>
                    <a:cubicBezTo>
                      <a:pt x="27" y="2"/>
                      <a:pt x="25" y="2"/>
                      <a:pt x="24" y="3"/>
                    </a:cubicBezTo>
                    <a:cubicBezTo>
                      <a:pt x="21" y="5"/>
                      <a:pt x="18" y="7"/>
                      <a:pt x="15" y="8"/>
                    </a:cubicBezTo>
                    <a:cubicBezTo>
                      <a:pt x="12" y="9"/>
                      <a:pt x="9" y="10"/>
                      <a:pt x="6" y="10"/>
                    </a:cubicBezTo>
                    <a:cubicBezTo>
                      <a:pt x="4" y="10"/>
                      <a:pt x="2" y="11"/>
                      <a:pt x="0" y="10"/>
                    </a:cubicBezTo>
                  </a:path>
                </a:pathLst>
              </a:custGeom>
              <a:solidFill>
                <a:srgbClr val="FDF3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518" name="Freeform 66">
                <a:extLst>
                  <a:ext uri="{FF2B5EF4-FFF2-40B4-BE49-F238E27FC236}">
                    <a16:creationId xmlns:a16="http://schemas.microsoft.com/office/drawing/2014/main" id="{FB34EEF9-F3E2-4708-88F2-37C2D4AAE8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9" y="4021"/>
                <a:ext cx="24" cy="13"/>
              </a:xfrm>
              <a:custGeom>
                <a:avLst/>
                <a:gdLst>
                  <a:gd name="T0" fmla="*/ 0 w 13"/>
                  <a:gd name="T1" fmla="*/ 7 h 7"/>
                  <a:gd name="T2" fmla="*/ 81 w 13"/>
                  <a:gd name="T3" fmla="*/ 0 h 7"/>
                  <a:gd name="T4" fmla="*/ 7 w 13"/>
                  <a:gd name="T5" fmla="*/ 13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7">
                    <a:moveTo>
                      <a:pt x="0" y="1"/>
                    </a:moveTo>
                    <a:cubicBezTo>
                      <a:pt x="2" y="7"/>
                      <a:pt x="10" y="5"/>
                      <a:pt x="13" y="0"/>
                    </a:cubicBezTo>
                    <a:cubicBezTo>
                      <a:pt x="11" y="3"/>
                      <a:pt x="3" y="5"/>
                      <a:pt x="1" y="2"/>
                    </a:cubicBezTo>
                  </a:path>
                </a:pathLst>
              </a:custGeom>
              <a:solidFill>
                <a:srgbClr val="FDF3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519" name="Freeform 67">
                <a:extLst>
                  <a:ext uri="{FF2B5EF4-FFF2-40B4-BE49-F238E27FC236}">
                    <a16:creationId xmlns:a16="http://schemas.microsoft.com/office/drawing/2014/main" id="{43963C09-9022-4367-8C71-6D9BEF926D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2" y="4006"/>
                <a:ext cx="17" cy="16"/>
              </a:xfrm>
              <a:custGeom>
                <a:avLst/>
                <a:gdLst>
                  <a:gd name="T0" fmla="*/ 0 w 9"/>
                  <a:gd name="T1" fmla="*/ 16 h 9"/>
                  <a:gd name="T2" fmla="*/ 60 w 9"/>
                  <a:gd name="T3" fmla="*/ 0 h 9"/>
                  <a:gd name="T4" fmla="*/ 21 w 9"/>
                  <a:gd name="T5" fmla="*/ 12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9">
                    <a:moveTo>
                      <a:pt x="0" y="3"/>
                    </a:moveTo>
                    <a:cubicBezTo>
                      <a:pt x="1" y="9"/>
                      <a:pt x="9" y="4"/>
                      <a:pt x="9" y="0"/>
                    </a:cubicBezTo>
                    <a:cubicBezTo>
                      <a:pt x="8" y="2"/>
                      <a:pt x="4" y="5"/>
                      <a:pt x="3" y="2"/>
                    </a:cubicBezTo>
                  </a:path>
                </a:pathLst>
              </a:custGeom>
              <a:solidFill>
                <a:srgbClr val="FDF3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520" name="Freeform 68">
                <a:extLst>
                  <a:ext uri="{FF2B5EF4-FFF2-40B4-BE49-F238E27FC236}">
                    <a16:creationId xmlns:a16="http://schemas.microsoft.com/office/drawing/2014/main" id="{7A016C1E-7071-4B93-9AFB-69381B97DA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8" y="3993"/>
                <a:ext cx="11" cy="15"/>
              </a:xfrm>
              <a:custGeom>
                <a:avLst/>
                <a:gdLst>
                  <a:gd name="T0" fmla="*/ 0 w 6"/>
                  <a:gd name="T1" fmla="*/ 28 h 8"/>
                  <a:gd name="T2" fmla="*/ 37 w 6"/>
                  <a:gd name="T3" fmla="*/ 0 h 8"/>
                  <a:gd name="T4" fmla="*/ 13 w 6"/>
                  <a:gd name="T5" fmla="*/ 21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8">
                    <a:moveTo>
                      <a:pt x="0" y="4"/>
                    </a:moveTo>
                    <a:cubicBezTo>
                      <a:pt x="2" y="8"/>
                      <a:pt x="6" y="3"/>
                      <a:pt x="6" y="0"/>
                    </a:cubicBezTo>
                    <a:cubicBezTo>
                      <a:pt x="4" y="1"/>
                      <a:pt x="4" y="2"/>
                      <a:pt x="2" y="3"/>
                    </a:cubicBezTo>
                  </a:path>
                </a:pathLst>
              </a:custGeom>
              <a:solidFill>
                <a:srgbClr val="FDF3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521" name="Freeform 69">
                <a:extLst>
                  <a:ext uri="{FF2B5EF4-FFF2-40B4-BE49-F238E27FC236}">
                    <a16:creationId xmlns:a16="http://schemas.microsoft.com/office/drawing/2014/main" id="{59B37EB8-6E04-47F2-981A-A80BF2C7EA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0" y="3973"/>
                <a:ext cx="13" cy="29"/>
              </a:xfrm>
              <a:custGeom>
                <a:avLst/>
                <a:gdLst>
                  <a:gd name="T0" fmla="*/ 0 w 7"/>
                  <a:gd name="T1" fmla="*/ 0 h 16"/>
                  <a:gd name="T2" fmla="*/ 13 w 7"/>
                  <a:gd name="T3" fmla="*/ 53 h 16"/>
                  <a:gd name="T4" fmla="*/ 45 w 7"/>
                  <a:gd name="T5" fmla="*/ 96 h 16"/>
                  <a:gd name="T6" fmla="*/ 24 w 7"/>
                  <a:gd name="T7" fmla="*/ 44 h 16"/>
                  <a:gd name="T8" fmla="*/ 7 w 7"/>
                  <a:gd name="T9" fmla="*/ 0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16">
                    <a:moveTo>
                      <a:pt x="0" y="0"/>
                    </a:moveTo>
                    <a:cubicBezTo>
                      <a:pt x="1" y="3"/>
                      <a:pt x="0" y="6"/>
                      <a:pt x="2" y="9"/>
                    </a:cubicBezTo>
                    <a:cubicBezTo>
                      <a:pt x="3" y="12"/>
                      <a:pt x="4" y="14"/>
                      <a:pt x="7" y="16"/>
                    </a:cubicBezTo>
                    <a:cubicBezTo>
                      <a:pt x="5" y="13"/>
                      <a:pt x="5" y="10"/>
                      <a:pt x="4" y="7"/>
                    </a:cubicBezTo>
                    <a:cubicBezTo>
                      <a:pt x="3" y="5"/>
                      <a:pt x="2" y="3"/>
                      <a:pt x="1" y="0"/>
                    </a:cubicBezTo>
                  </a:path>
                </a:pathLst>
              </a:custGeom>
              <a:solidFill>
                <a:srgbClr val="FDF3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522" name="Freeform 70">
                <a:extLst>
                  <a:ext uri="{FF2B5EF4-FFF2-40B4-BE49-F238E27FC236}">
                    <a16:creationId xmlns:a16="http://schemas.microsoft.com/office/drawing/2014/main" id="{11D7ABDF-6C47-4E41-826B-CBBC32A0B3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2" y="3967"/>
                <a:ext cx="13" cy="22"/>
              </a:xfrm>
              <a:custGeom>
                <a:avLst/>
                <a:gdLst>
                  <a:gd name="T0" fmla="*/ 0 w 7"/>
                  <a:gd name="T1" fmla="*/ 0 h 12"/>
                  <a:gd name="T2" fmla="*/ 13 w 7"/>
                  <a:gd name="T3" fmla="*/ 51 h 12"/>
                  <a:gd name="T4" fmla="*/ 45 w 7"/>
                  <a:gd name="T5" fmla="*/ 73 h 12"/>
                  <a:gd name="T6" fmla="*/ 0 w 7"/>
                  <a:gd name="T7" fmla="*/ 7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12">
                    <a:moveTo>
                      <a:pt x="0" y="0"/>
                    </a:moveTo>
                    <a:cubicBezTo>
                      <a:pt x="0" y="3"/>
                      <a:pt x="0" y="5"/>
                      <a:pt x="2" y="8"/>
                    </a:cubicBezTo>
                    <a:cubicBezTo>
                      <a:pt x="3" y="10"/>
                      <a:pt x="6" y="11"/>
                      <a:pt x="7" y="12"/>
                    </a:cubicBezTo>
                    <a:cubicBezTo>
                      <a:pt x="6" y="8"/>
                      <a:pt x="4" y="2"/>
                      <a:pt x="0" y="1"/>
                    </a:cubicBezTo>
                  </a:path>
                </a:pathLst>
              </a:custGeom>
              <a:solidFill>
                <a:srgbClr val="FDF3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523" name="Freeform 71">
                <a:extLst>
                  <a:ext uri="{FF2B5EF4-FFF2-40B4-BE49-F238E27FC236}">
                    <a16:creationId xmlns:a16="http://schemas.microsoft.com/office/drawing/2014/main" id="{22ACB4D3-2D3B-480A-A271-63484DAD6F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8" y="3956"/>
                <a:ext cx="14" cy="19"/>
              </a:xfrm>
              <a:custGeom>
                <a:avLst/>
                <a:gdLst>
                  <a:gd name="T0" fmla="*/ 0 w 8"/>
                  <a:gd name="T1" fmla="*/ 0 h 10"/>
                  <a:gd name="T2" fmla="*/ 44 w 8"/>
                  <a:gd name="T3" fmla="*/ 68 h 10"/>
                  <a:gd name="T4" fmla="*/ 7 w 8"/>
                  <a:gd name="T5" fmla="*/ 0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0">
                    <a:moveTo>
                      <a:pt x="0" y="0"/>
                    </a:moveTo>
                    <a:cubicBezTo>
                      <a:pt x="2" y="5"/>
                      <a:pt x="4" y="8"/>
                      <a:pt x="8" y="10"/>
                    </a:cubicBezTo>
                    <a:cubicBezTo>
                      <a:pt x="8" y="7"/>
                      <a:pt x="5" y="1"/>
                      <a:pt x="1" y="0"/>
                    </a:cubicBezTo>
                  </a:path>
                </a:pathLst>
              </a:custGeom>
              <a:solidFill>
                <a:srgbClr val="FDF3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524" name="Freeform 72">
                <a:extLst>
                  <a:ext uri="{FF2B5EF4-FFF2-40B4-BE49-F238E27FC236}">
                    <a16:creationId xmlns:a16="http://schemas.microsoft.com/office/drawing/2014/main" id="{706DA8D7-DD36-4FB8-A68F-8F10C73263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9" y="3860"/>
                <a:ext cx="34" cy="100"/>
              </a:xfrm>
              <a:custGeom>
                <a:avLst/>
                <a:gdLst>
                  <a:gd name="T0" fmla="*/ 0 w 18"/>
                  <a:gd name="T1" fmla="*/ 0 h 54"/>
                  <a:gd name="T2" fmla="*/ 53 w 18"/>
                  <a:gd name="T3" fmla="*/ 196 h 54"/>
                  <a:gd name="T4" fmla="*/ 76 w 18"/>
                  <a:gd name="T5" fmla="*/ 267 h 54"/>
                  <a:gd name="T6" fmla="*/ 121 w 18"/>
                  <a:gd name="T7" fmla="*/ 343 h 54"/>
                  <a:gd name="T8" fmla="*/ 60 w 18"/>
                  <a:gd name="T9" fmla="*/ 128 h 54"/>
                  <a:gd name="T10" fmla="*/ 8 w 18"/>
                  <a:gd name="T11" fmla="*/ 7 h 5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8" h="54">
                    <a:moveTo>
                      <a:pt x="0" y="0"/>
                    </a:moveTo>
                    <a:cubicBezTo>
                      <a:pt x="8" y="9"/>
                      <a:pt x="7" y="20"/>
                      <a:pt x="8" y="31"/>
                    </a:cubicBezTo>
                    <a:cubicBezTo>
                      <a:pt x="8" y="35"/>
                      <a:pt x="9" y="39"/>
                      <a:pt x="11" y="42"/>
                    </a:cubicBezTo>
                    <a:cubicBezTo>
                      <a:pt x="13" y="46"/>
                      <a:pt x="16" y="50"/>
                      <a:pt x="18" y="54"/>
                    </a:cubicBezTo>
                    <a:cubicBezTo>
                      <a:pt x="10" y="47"/>
                      <a:pt x="11" y="30"/>
                      <a:pt x="9" y="20"/>
                    </a:cubicBezTo>
                    <a:cubicBezTo>
                      <a:pt x="8" y="13"/>
                      <a:pt x="5" y="7"/>
                      <a:pt x="1" y="1"/>
                    </a:cubicBezTo>
                  </a:path>
                </a:pathLst>
              </a:custGeom>
              <a:solidFill>
                <a:srgbClr val="EFCA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525" name="Freeform 73">
                <a:extLst>
                  <a:ext uri="{FF2B5EF4-FFF2-40B4-BE49-F238E27FC236}">
                    <a16:creationId xmlns:a16="http://schemas.microsoft.com/office/drawing/2014/main" id="{3F6CDD41-8B77-4894-9081-2774A5A070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3" y="3787"/>
                <a:ext cx="32" cy="62"/>
              </a:xfrm>
              <a:custGeom>
                <a:avLst/>
                <a:gdLst>
                  <a:gd name="T0" fmla="*/ 21 w 17"/>
                  <a:gd name="T1" fmla="*/ 0 h 34"/>
                  <a:gd name="T2" fmla="*/ 113 w 17"/>
                  <a:gd name="T3" fmla="*/ 206 h 34"/>
                  <a:gd name="T4" fmla="*/ 60 w 17"/>
                  <a:gd name="T5" fmla="*/ 109 h 34"/>
                  <a:gd name="T6" fmla="*/ 32 w 17"/>
                  <a:gd name="T7" fmla="*/ 24 h 3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34">
                    <a:moveTo>
                      <a:pt x="3" y="0"/>
                    </a:moveTo>
                    <a:cubicBezTo>
                      <a:pt x="0" y="13"/>
                      <a:pt x="7" y="26"/>
                      <a:pt x="17" y="34"/>
                    </a:cubicBezTo>
                    <a:cubicBezTo>
                      <a:pt x="12" y="30"/>
                      <a:pt x="10" y="24"/>
                      <a:pt x="9" y="18"/>
                    </a:cubicBezTo>
                    <a:cubicBezTo>
                      <a:pt x="7" y="13"/>
                      <a:pt x="5" y="9"/>
                      <a:pt x="5" y="4"/>
                    </a:cubicBezTo>
                  </a:path>
                </a:pathLst>
              </a:custGeom>
              <a:solidFill>
                <a:srgbClr val="EFCA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526" name="Freeform 74">
                <a:extLst>
                  <a:ext uri="{FF2B5EF4-FFF2-40B4-BE49-F238E27FC236}">
                    <a16:creationId xmlns:a16="http://schemas.microsoft.com/office/drawing/2014/main" id="{2D147119-CAAD-4DF5-BF7C-6A524EA471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4" y="3958"/>
                <a:ext cx="33" cy="81"/>
              </a:xfrm>
              <a:custGeom>
                <a:avLst/>
                <a:gdLst>
                  <a:gd name="T0" fmla="*/ 0 w 18"/>
                  <a:gd name="T1" fmla="*/ 0 h 44"/>
                  <a:gd name="T2" fmla="*/ 57 w 18"/>
                  <a:gd name="T3" fmla="*/ 149 h 44"/>
                  <a:gd name="T4" fmla="*/ 112 w 18"/>
                  <a:gd name="T5" fmla="*/ 274 h 44"/>
                  <a:gd name="T6" fmla="*/ 88 w 18"/>
                  <a:gd name="T7" fmla="*/ 156 h 44"/>
                  <a:gd name="T8" fmla="*/ 20 w 18"/>
                  <a:gd name="T9" fmla="*/ 7 h 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44">
                    <a:moveTo>
                      <a:pt x="0" y="0"/>
                    </a:moveTo>
                    <a:cubicBezTo>
                      <a:pt x="7" y="6"/>
                      <a:pt x="8" y="15"/>
                      <a:pt x="9" y="24"/>
                    </a:cubicBezTo>
                    <a:cubicBezTo>
                      <a:pt x="10" y="31"/>
                      <a:pt x="9" y="42"/>
                      <a:pt x="18" y="44"/>
                    </a:cubicBezTo>
                    <a:cubicBezTo>
                      <a:pt x="12" y="40"/>
                      <a:pt x="15" y="32"/>
                      <a:pt x="14" y="25"/>
                    </a:cubicBezTo>
                    <a:cubicBezTo>
                      <a:pt x="13" y="16"/>
                      <a:pt x="8" y="8"/>
                      <a:pt x="3" y="1"/>
                    </a:cubicBezTo>
                  </a:path>
                </a:pathLst>
              </a:custGeom>
              <a:solidFill>
                <a:srgbClr val="EFCA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527" name="Freeform 75">
                <a:extLst>
                  <a:ext uri="{FF2B5EF4-FFF2-40B4-BE49-F238E27FC236}">
                    <a16:creationId xmlns:a16="http://schemas.microsoft.com/office/drawing/2014/main" id="{16F60D9C-8AD2-4C12-BFA4-89E5AD22AB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3" y="3853"/>
                <a:ext cx="16" cy="50"/>
              </a:xfrm>
              <a:custGeom>
                <a:avLst/>
                <a:gdLst>
                  <a:gd name="T0" fmla="*/ 7 w 9"/>
                  <a:gd name="T1" fmla="*/ 0 h 27"/>
                  <a:gd name="T2" fmla="*/ 12 w 9"/>
                  <a:gd name="T3" fmla="*/ 104 h 27"/>
                  <a:gd name="T4" fmla="*/ 50 w 9"/>
                  <a:gd name="T5" fmla="*/ 172 h 27"/>
                  <a:gd name="T6" fmla="*/ 21 w 9"/>
                  <a:gd name="T7" fmla="*/ 89 h 27"/>
                  <a:gd name="T8" fmla="*/ 12 w 9"/>
                  <a:gd name="T9" fmla="*/ 13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27">
                    <a:moveTo>
                      <a:pt x="1" y="0"/>
                    </a:moveTo>
                    <a:cubicBezTo>
                      <a:pt x="0" y="5"/>
                      <a:pt x="1" y="11"/>
                      <a:pt x="2" y="16"/>
                    </a:cubicBezTo>
                    <a:cubicBezTo>
                      <a:pt x="4" y="20"/>
                      <a:pt x="6" y="23"/>
                      <a:pt x="9" y="27"/>
                    </a:cubicBezTo>
                    <a:cubicBezTo>
                      <a:pt x="5" y="24"/>
                      <a:pt x="5" y="17"/>
                      <a:pt x="4" y="14"/>
                    </a:cubicBezTo>
                    <a:cubicBezTo>
                      <a:pt x="3" y="10"/>
                      <a:pt x="1" y="6"/>
                      <a:pt x="2" y="2"/>
                    </a:cubicBezTo>
                  </a:path>
                </a:pathLst>
              </a:custGeom>
              <a:solidFill>
                <a:srgbClr val="EFCA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528" name="Freeform 76">
                <a:extLst>
                  <a:ext uri="{FF2B5EF4-FFF2-40B4-BE49-F238E27FC236}">
                    <a16:creationId xmlns:a16="http://schemas.microsoft.com/office/drawing/2014/main" id="{2899D0D2-A3E2-440A-A700-D76AB28005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8" y="3230"/>
                <a:ext cx="26" cy="365"/>
              </a:xfrm>
              <a:custGeom>
                <a:avLst/>
                <a:gdLst>
                  <a:gd name="T0" fmla="*/ 89 w 14"/>
                  <a:gd name="T1" fmla="*/ 0 h 198"/>
                  <a:gd name="T2" fmla="*/ 0 w 14"/>
                  <a:gd name="T3" fmla="*/ 1241 h 198"/>
                  <a:gd name="T4" fmla="*/ 89 w 14"/>
                  <a:gd name="T5" fmla="*/ 0 h 19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98">
                    <a:moveTo>
                      <a:pt x="14" y="0"/>
                    </a:moveTo>
                    <a:cubicBezTo>
                      <a:pt x="14" y="0"/>
                      <a:pt x="12" y="154"/>
                      <a:pt x="0" y="198"/>
                    </a:cubicBezTo>
                    <a:cubicBezTo>
                      <a:pt x="0" y="198"/>
                      <a:pt x="14" y="27"/>
                      <a:pt x="14" y="0"/>
                    </a:cubicBezTo>
                    <a:close/>
                  </a:path>
                </a:pathLst>
              </a:custGeom>
              <a:solidFill>
                <a:srgbClr val="FDF3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529" name="Freeform 77">
                <a:extLst>
                  <a:ext uri="{FF2B5EF4-FFF2-40B4-BE49-F238E27FC236}">
                    <a16:creationId xmlns:a16="http://schemas.microsoft.com/office/drawing/2014/main" id="{A5A6803F-1132-4BD0-A760-792E30CFF7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4" y="3273"/>
                <a:ext cx="42" cy="409"/>
              </a:xfrm>
              <a:custGeom>
                <a:avLst/>
                <a:gdLst>
                  <a:gd name="T0" fmla="*/ 60 w 23"/>
                  <a:gd name="T1" fmla="*/ 0 h 222"/>
                  <a:gd name="T2" fmla="*/ 49 w 23"/>
                  <a:gd name="T3" fmla="*/ 556 h 222"/>
                  <a:gd name="T4" fmla="*/ 133 w 23"/>
                  <a:gd name="T5" fmla="*/ 1389 h 222"/>
                  <a:gd name="T6" fmla="*/ 97 w 23"/>
                  <a:gd name="T7" fmla="*/ 700 h 222"/>
                  <a:gd name="T8" fmla="*/ 60 w 23"/>
                  <a:gd name="T9" fmla="*/ 0 h 2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222">
                    <a:moveTo>
                      <a:pt x="10" y="0"/>
                    </a:moveTo>
                    <a:cubicBezTo>
                      <a:pt x="10" y="0"/>
                      <a:pt x="0" y="44"/>
                      <a:pt x="8" y="89"/>
                    </a:cubicBezTo>
                    <a:cubicBezTo>
                      <a:pt x="17" y="133"/>
                      <a:pt x="22" y="213"/>
                      <a:pt x="22" y="222"/>
                    </a:cubicBezTo>
                    <a:cubicBezTo>
                      <a:pt x="22" y="222"/>
                      <a:pt x="23" y="142"/>
                      <a:pt x="16" y="112"/>
                    </a:cubicBezTo>
                    <a:cubicBezTo>
                      <a:pt x="10" y="81"/>
                      <a:pt x="7" y="36"/>
                      <a:pt x="10" y="0"/>
                    </a:cubicBezTo>
                    <a:close/>
                  </a:path>
                </a:pathLst>
              </a:custGeom>
              <a:solidFill>
                <a:srgbClr val="EFCA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530" name="Freeform 78">
                <a:extLst>
                  <a:ext uri="{FF2B5EF4-FFF2-40B4-BE49-F238E27FC236}">
                    <a16:creationId xmlns:a16="http://schemas.microsoft.com/office/drawing/2014/main" id="{58931B7C-9D5C-4AF9-B518-0BC9E3D8AE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0" y="1659"/>
                <a:ext cx="7" cy="8"/>
              </a:xfrm>
              <a:custGeom>
                <a:avLst/>
                <a:gdLst>
                  <a:gd name="T0" fmla="*/ 16 w 4"/>
                  <a:gd name="T1" fmla="*/ 8 h 4"/>
                  <a:gd name="T2" fmla="*/ 21 w 4"/>
                  <a:gd name="T3" fmla="*/ 32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2" y="0"/>
                      <a:pt x="0" y="4"/>
                      <a:pt x="4" y="4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531" name="Freeform 79">
                <a:extLst>
                  <a:ext uri="{FF2B5EF4-FFF2-40B4-BE49-F238E27FC236}">
                    <a16:creationId xmlns:a16="http://schemas.microsoft.com/office/drawing/2014/main" id="{FDF808E3-DA02-4416-B3FA-7603165541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6" y="3835"/>
                <a:ext cx="17" cy="18"/>
              </a:xfrm>
              <a:custGeom>
                <a:avLst/>
                <a:gdLst>
                  <a:gd name="T0" fmla="*/ 60 w 9"/>
                  <a:gd name="T1" fmla="*/ 0 h 10"/>
                  <a:gd name="T2" fmla="*/ 0 w 9"/>
                  <a:gd name="T3" fmla="*/ 58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10">
                    <a:moveTo>
                      <a:pt x="9" y="0"/>
                    </a:moveTo>
                    <a:cubicBezTo>
                      <a:pt x="7" y="7"/>
                      <a:pt x="4" y="5"/>
                      <a:pt x="0" y="1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532" name="Freeform 80">
                <a:extLst>
                  <a:ext uri="{FF2B5EF4-FFF2-40B4-BE49-F238E27FC236}">
                    <a16:creationId xmlns:a16="http://schemas.microsoft.com/office/drawing/2014/main" id="{FBB59820-CB0A-43D7-8E43-3FF50FA7CD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2" y="3860"/>
                <a:ext cx="18" cy="78"/>
              </a:xfrm>
              <a:custGeom>
                <a:avLst/>
                <a:gdLst>
                  <a:gd name="T0" fmla="*/ 0 w 10"/>
                  <a:gd name="T1" fmla="*/ 269 h 42"/>
                  <a:gd name="T2" fmla="*/ 13 w 10"/>
                  <a:gd name="T3" fmla="*/ 121 h 42"/>
                  <a:gd name="T4" fmla="*/ 58 w 10"/>
                  <a:gd name="T5" fmla="*/ 0 h 4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42">
                    <a:moveTo>
                      <a:pt x="0" y="42"/>
                    </a:moveTo>
                    <a:cubicBezTo>
                      <a:pt x="0" y="35"/>
                      <a:pt x="2" y="27"/>
                      <a:pt x="2" y="19"/>
                    </a:cubicBezTo>
                    <a:cubicBezTo>
                      <a:pt x="3" y="12"/>
                      <a:pt x="6" y="5"/>
                      <a:pt x="10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533" name="Freeform 81">
                <a:extLst>
                  <a:ext uri="{FF2B5EF4-FFF2-40B4-BE49-F238E27FC236}">
                    <a16:creationId xmlns:a16="http://schemas.microsoft.com/office/drawing/2014/main" id="{2E8D627A-20EB-4F4B-A63F-C4133E4671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5" y="3960"/>
                <a:ext cx="19" cy="51"/>
              </a:xfrm>
              <a:custGeom>
                <a:avLst/>
                <a:gdLst>
                  <a:gd name="T0" fmla="*/ 0 w 10"/>
                  <a:gd name="T1" fmla="*/ 169 h 28"/>
                  <a:gd name="T2" fmla="*/ 15 w 10"/>
                  <a:gd name="T3" fmla="*/ 86 h 28"/>
                  <a:gd name="T4" fmla="*/ 68 w 10"/>
                  <a:gd name="T5" fmla="*/ 0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28">
                    <a:moveTo>
                      <a:pt x="0" y="28"/>
                    </a:moveTo>
                    <a:cubicBezTo>
                      <a:pt x="0" y="24"/>
                      <a:pt x="2" y="18"/>
                      <a:pt x="2" y="14"/>
                    </a:cubicBezTo>
                    <a:cubicBezTo>
                      <a:pt x="4" y="8"/>
                      <a:pt x="7" y="5"/>
                      <a:pt x="10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534" name="Freeform 82">
                <a:extLst>
                  <a:ext uri="{FF2B5EF4-FFF2-40B4-BE49-F238E27FC236}">
                    <a16:creationId xmlns:a16="http://schemas.microsoft.com/office/drawing/2014/main" id="{CD0CB166-6BF8-407A-921D-0722DD5A21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9" y="3971"/>
                <a:ext cx="26" cy="61"/>
              </a:xfrm>
              <a:custGeom>
                <a:avLst/>
                <a:gdLst>
                  <a:gd name="T0" fmla="*/ 0 w 14"/>
                  <a:gd name="T1" fmla="*/ 209 h 33"/>
                  <a:gd name="T2" fmla="*/ 37 w 14"/>
                  <a:gd name="T3" fmla="*/ 96 h 33"/>
                  <a:gd name="T4" fmla="*/ 89 w 14"/>
                  <a:gd name="T5" fmla="*/ 0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33">
                    <a:moveTo>
                      <a:pt x="0" y="33"/>
                    </a:moveTo>
                    <a:cubicBezTo>
                      <a:pt x="0" y="25"/>
                      <a:pt x="1" y="21"/>
                      <a:pt x="6" y="15"/>
                    </a:cubicBezTo>
                    <a:cubicBezTo>
                      <a:pt x="10" y="11"/>
                      <a:pt x="11" y="4"/>
                      <a:pt x="14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535" name="Freeform 83">
                <a:extLst>
                  <a:ext uri="{FF2B5EF4-FFF2-40B4-BE49-F238E27FC236}">
                    <a16:creationId xmlns:a16="http://schemas.microsoft.com/office/drawing/2014/main" id="{545C3A24-E15F-4139-986D-1A416C30EF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5" y="3971"/>
                <a:ext cx="2" cy="15"/>
              </a:xfrm>
              <a:custGeom>
                <a:avLst/>
                <a:gdLst>
                  <a:gd name="T0" fmla="*/ 0 w 1"/>
                  <a:gd name="T1" fmla="*/ 53 h 8"/>
                  <a:gd name="T2" fmla="*/ 0 w 1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8">
                    <a:moveTo>
                      <a:pt x="0" y="8"/>
                    </a:moveTo>
                    <a:cubicBezTo>
                      <a:pt x="1" y="5"/>
                      <a:pt x="0" y="3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536" name="Freeform 84">
                <a:extLst>
                  <a:ext uri="{FF2B5EF4-FFF2-40B4-BE49-F238E27FC236}">
                    <a16:creationId xmlns:a16="http://schemas.microsoft.com/office/drawing/2014/main" id="{5B7EDD4F-163A-4502-9888-2276CABD07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4" y="3971"/>
                <a:ext cx="31" cy="53"/>
              </a:xfrm>
              <a:custGeom>
                <a:avLst/>
                <a:gdLst>
                  <a:gd name="T0" fmla="*/ 7 w 17"/>
                  <a:gd name="T1" fmla="*/ 177 h 29"/>
                  <a:gd name="T2" fmla="*/ 29 w 17"/>
                  <a:gd name="T3" fmla="*/ 88 h 29"/>
                  <a:gd name="T4" fmla="*/ 104 w 17"/>
                  <a:gd name="T5" fmla="*/ 0 h 2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29">
                    <a:moveTo>
                      <a:pt x="1" y="29"/>
                    </a:moveTo>
                    <a:cubicBezTo>
                      <a:pt x="1" y="23"/>
                      <a:pt x="0" y="18"/>
                      <a:pt x="5" y="14"/>
                    </a:cubicBezTo>
                    <a:cubicBezTo>
                      <a:pt x="9" y="9"/>
                      <a:pt x="13" y="5"/>
                      <a:pt x="17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537" name="Freeform 85">
                <a:extLst>
                  <a:ext uri="{FF2B5EF4-FFF2-40B4-BE49-F238E27FC236}">
                    <a16:creationId xmlns:a16="http://schemas.microsoft.com/office/drawing/2014/main" id="{CF9D73BE-4BDD-491B-BCE1-1768507AC9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6" y="3969"/>
                <a:ext cx="1" cy="11"/>
              </a:xfrm>
              <a:custGeom>
                <a:avLst/>
                <a:gdLst>
                  <a:gd name="T0" fmla="*/ 0 w 1"/>
                  <a:gd name="T1" fmla="*/ 37 h 6"/>
                  <a:gd name="T2" fmla="*/ 0 w 1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6">
                    <a:moveTo>
                      <a:pt x="0" y="6"/>
                    </a:moveTo>
                    <a:cubicBezTo>
                      <a:pt x="0" y="6"/>
                      <a:pt x="0" y="2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538" name="Freeform 86">
                <a:extLst>
                  <a:ext uri="{FF2B5EF4-FFF2-40B4-BE49-F238E27FC236}">
                    <a16:creationId xmlns:a16="http://schemas.microsoft.com/office/drawing/2014/main" id="{84ED1BD1-79B0-482C-813A-87FE223880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9" y="3958"/>
                <a:ext cx="26" cy="50"/>
              </a:xfrm>
              <a:custGeom>
                <a:avLst/>
                <a:gdLst>
                  <a:gd name="T0" fmla="*/ 0 w 14"/>
                  <a:gd name="T1" fmla="*/ 172 h 27"/>
                  <a:gd name="T2" fmla="*/ 20 w 14"/>
                  <a:gd name="T3" fmla="*/ 69 h 27"/>
                  <a:gd name="T4" fmla="*/ 89 w 14"/>
                  <a:gd name="T5" fmla="*/ 0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27">
                    <a:moveTo>
                      <a:pt x="0" y="27"/>
                    </a:moveTo>
                    <a:cubicBezTo>
                      <a:pt x="0" y="22"/>
                      <a:pt x="0" y="15"/>
                      <a:pt x="3" y="11"/>
                    </a:cubicBezTo>
                    <a:cubicBezTo>
                      <a:pt x="6" y="7"/>
                      <a:pt x="13" y="4"/>
                      <a:pt x="14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539" name="Freeform 87">
                <a:extLst>
                  <a:ext uri="{FF2B5EF4-FFF2-40B4-BE49-F238E27FC236}">
                    <a16:creationId xmlns:a16="http://schemas.microsoft.com/office/drawing/2014/main" id="{FB0811BF-B61E-482B-9A36-528F5B76C9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6" y="3956"/>
                <a:ext cx="2" cy="11"/>
              </a:xfrm>
              <a:custGeom>
                <a:avLst/>
                <a:gdLst>
                  <a:gd name="T0" fmla="*/ 0 w 1"/>
                  <a:gd name="T1" fmla="*/ 37 h 6"/>
                  <a:gd name="T2" fmla="*/ 8 w 1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6">
                    <a:moveTo>
                      <a:pt x="0" y="6"/>
                    </a:moveTo>
                    <a:cubicBezTo>
                      <a:pt x="0" y="4"/>
                      <a:pt x="1" y="2"/>
                      <a:pt x="1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540" name="Freeform 88">
                <a:extLst>
                  <a:ext uri="{FF2B5EF4-FFF2-40B4-BE49-F238E27FC236}">
                    <a16:creationId xmlns:a16="http://schemas.microsoft.com/office/drawing/2014/main" id="{CC311FC5-E8FB-45A1-8BE1-0B3630A2DF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3" y="3951"/>
                <a:ext cx="22" cy="44"/>
              </a:xfrm>
              <a:custGeom>
                <a:avLst/>
                <a:gdLst>
                  <a:gd name="T0" fmla="*/ 0 w 12"/>
                  <a:gd name="T1" fmla="*/ 149 h 24"/>
                  <a:gd name="T2" fmla="*/ 20 w 12"/>
                  <a:gd name="T3" fmla="*/ 73 h 24"/>
                  <a:gd name="T4" fmla="*/ 57 w 12"/>
                  <a:gd name="T5" fmla="*/ 37 h 24"/>
                  <a:gd name="T6" fmla="*/ 73 w 12"/>
                  <a:gd name="T7" fmla="*/ 0 h 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24">
                    <a:moveTo>
                      <a:pt x="0" y="24"/>
                    </a:moveTo>
                    <a:cubicBezTo>
                      <a:pt x="0" y="19"/>
                      <a:pt x="0" y="15"/>
                      <a:pt x="3" y="12"/>
                    </a:cubicBezTo>
                    <a:cubicBezTo>
                      <a:pt x="5" y="10"/>
                      <a:pt x="7" y="8"/>
                      <a:pt x="9" y="6"/>
                    </a:cubicBezTo>
                    <a:cubicBezTo>
                      <a:pt x="10" y="4"/>
                      <a:pt x="11" y="1"/>
                      <a:pt x="12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541" name="Freeform 89">
                <a:extLst>
                  <a:ext uri="{FF2B5EF4-FFF2-40B4-BE49-F238E27FC236}">
                    <a16:creationId xmlns:a16="http://schemas.microsoft.com/office/drawing/2014/main" id="{36A7541C-6EE2-4CC6-A1FF-C87BFCD105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6" y="3951"/>
                <a:ext cx="2" cy="11"/>
              </a:xfrm>
              <a:custGeom>
                <a:avLst/>
                <a:gdLst>
                  <a:gd name="T0" fmla="*/ 8 w 1"/>
                  <a:gd name="T1" fmla="*/ 37 h 6"/>
                  <a:gd name="T2" fmla="*/ 0 w 1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6">
                    <a:moveTo>
                      <a:pt x="1" y="6"/>
                    </a:moveTo>
                    <a:cubicBezTo>
                      <a:pt x="1" y="4"/>
                      <a:pt x="0" y="2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542" name="Freeform 90">
                <a:extLst>
                  <a:ext uri="{FF2B5EF4-FFF2-40B4-BE49-F238E27FC236}">
                    <a16:creationId xmlns:a16="http://schemas.microsoft.com/office/drawing/2014/main" id="{8DD0CE52-BDFB-4EC9-B5E6-566FCE97CE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6" y="3995"/>
                <a:ext cx="41" cy="33"/>
              </a:xfrm>
              <a:custGeom>
                <a:avLst/>
                <a:gdLst>
                  <a:gd name="T0" fmla="*/ 0 w 22"/>
                  <a:gd name="T1" fmla="*/ 61 h 18"/>
                  <a:gd name="T2" fmla="*/ 21 w 22"/>
                  <a:gd name="T3" fmla="*/ 61 h 18"/>
                  <a:gd name="T4" fmla="*/ 73 w 22"/>
                  <a:gd name="T5" fmla="*/ 68 h 18"/>
                  <a:gd name="T6" fmla="*/ 117 w 22"/>
                  <a:gd name="T7" fmla="*/ 112 h 18"/>
                  <a:gd name="T8" fmla="*/ 129 w 22"/>
                  <a:gd name="T9" fmla="*/ 68 h 18"/>
                  <a:gd name="T10" fmla="*/ 142 w 22"/>
                  <a:gd name="T11" fmla="*/ 31 h 18"/>
                  <a:gd name="T12" fmla="*/ 60 w 22"/>
                  <a:gd name="T13" fmla="*/ 7 h 18"/>
                  <a:gd name="T14" fmla="*/ 24 w 22"/>
                  <a:gd name="T15" fmla="*/ 20 h 18"/>
                  <a:gd name="T16" fmla="*/ 7 w 22"/>
                  <a:gd name="T17" fmla="*/ 68 h 1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2" h="18">
                    <a:moveTo>
                      <a:pt x="0" y="10"/>
                    </a:moveTo>
                    <a:cubicBezTo>
                      <a:pt x="0" y="11"/>
                      <a:pt x="2" y="10"/>
                      <a:pt x="3" y="10"/>
                    </a:cubicBezTo>
                    <a:cubicBezTo>
                      <a:pt x="6" y="9"/>
                      <a:pt x="8" y="10"/>
                      <a:pt x="11" y="11"/>
                    </a:cubicBezTo>
                    <a:cubicBezTo>
                      <a:pt x="13" y="12"/>
                      <a:pt x="17" y="15"/>
                      <a:pt x="18" y="18"/>
                    </a:cubicBezTo>
                    <a:cubicBezTo>
                      <a:pt x="18" y="15"/>
                      <a:pt x="19" y="13"/>
                      <a:pt x="20" y="11"/>
                    </a:cubicBezTo>
                    <a:cubicBezTo>
                      <a:pt x="21" y="9"/>
                      <a:pt x="21" y="7"/>
                      <a:pt x="22" y="5"/>
                    </a:cubicBezTo>
                    <a:cubicBezTo>
                      <a:pt x="18" y="3"/>
                      <a:pt x="14" y="0"/>
                      <a:pt x="9" y="1"/>
                    </a:cubicBezTo>
                    <a:cubicBezTo>
                      <a:pt x="7" y="1"/>
                      <a:pt x="5" y="1"/>
                      <a:pt x="4" y="3"/>
                    </a:cubicBezTo>
                    <a:cubicBezTo>
                      <a:pt x="2" y="4"/>
                      <a:pt x="2" y="8"/>
                      <a:pt x="1" y="11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543" name="Freeform 91">
                <a:extLst>
                  <a:ext uri="{FF2B5EF4-FFF2-40B4-BE49-F238E27FC236}">
                    <a16:creationId xmlns:a16="http://schemas.microsoft.com/office/drawing/2014/main" id="{046EB001-9D75-4242-A929-0391F8C38B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3" y="3999"/>
                <a:ext cx="22" cy="12"/>
              </a:xfrm>
              <a:custGeom>
                <a:avLst/>
                <a:gdLst>
                  <a:gd name="T0" fmla="*/ 0 w 12"/>
                  <a:gd name="T1" fmla="*/ 26 h 7"/>
                  <a:gd name="T2" fmla="*/ 24 w 12"/>
                  <a:gd name="T3" fmla="*/ 21 h 7"/>
                  <a:gd name="T4" fmla="*/ 61 w 12"/>
                  <a:gd name="T5" fmla="*/ 36 h 7"/>
                  <a:gd name="T6" fmla="*/ 61 w 12"/>
                  <a:gd name="T7" fmla="*/ 15 h 7"/>
                  <a:gd name="T8" fmla="*/ 68 w 12"/>
                  <a:gd name="T9" fmla="*/ 5 h 7"/>
                  <a:gd name="T10" fmla="*/ 37 w 12"/>
                  <a:gd name="T11" fmla="*/ 0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7">
                    <a:moveTo>
                      <a:pt x="0" y="5"/>
                    </a:moveTo>
                    <a:cubicBezTo>
                      <a:pt x="1" y="5"/>
                      <a:pt x="2" y="4"/>
                      <a:pt x="4" y="4"/>
                    </a:cubicBezTo>
                    <a:cubicBezTo>
                      <a:pt x="7" y="5"/>
                      <a:pt x="8" y="6"/>
                      <a:pt x="10" y="7"/>
                    </a:cubicBezTo>
                    <a:cubicBezTo>
                      <a:pt x="10" y="6"/>
                      <a:pt x="10" y="5"/>
                      <a:pt x="10" y="3"/>
                    </a:cubicBezTo>
                    <a:cubicBezTo>
                      <a:pt x="11" y="3"/>
                      <a:pt x="12" y="2"/>
                      <a:pt x="11" y="1"/>
                    </a:cubicBezTo>
                    <a:cubicBezTo>
                      <a:pt x="11" y="0"/>
                      <a:pt x="8" y="0"/>
                      <a:pt x="6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544" name="Freeform 92">
                <a:extLst>
                  <a:ext uri="{FF2B5EF4-FFF2-40B4-BE49-F238E27FC236}">
                    <a16:creationId xmlns:a16="http://schemas.microsoft.com/office/drawing/2014/main" id="{1C053271-17AA-464B-9928-2B783FCDE5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7" y="3987"/>
                <a:ext cx="15" cy="12"/>
              </a:xfrm>
              <a:custGeom>
                <a:avLst/>
                <a:gdLst>
                  <a:gd name="T0" fmla="*/ 0 w 8"/>
                  <a:gd name="T1" fmla="*/ 8 h 6"/>
                  <a:gd name="T2" fmla="*/ 39 w 8"/>
                  <a:gd name="T3" fmla="*/ 48 h 6"/>
                  <a:gd name="T4" fmla="*/ 53 w 8"/>
                  <a:gd name="T5" fmla="*/ 8 h 6"/>
                  <a:gd name="T6" fmla="*/ 39 w 8"/>
                  <a:gd name="T7" fmla="*/ 0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6">
                    <a:moveTo>
                      <a:pt x="0" y="1"/>
                    </a:moveTo>
                    <a:cubicBezTo>
                      <a:pt x="2" y="2"/>
                      <a:pt x="6" y="3"/>
                      <a:pt x="6" y="6"/>
                    </a:cubicBezTo>
                    <a:cubicBezTo>
                      <a:pt x="6" y="4"/>
                      <a:pt x="7" y="3"/>
                      <a:pt x="8" y="1"/>
                    </a:cubicBezTo>
                    <a:cubicBezTo>
                      <a:pt x="8" y="0"/>
                      <a:pt x="7" y="0"/>
                      <a:pt x="6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545" name="Freeform 93">
                <a:extLst>
                  <a:ext uri="{FF2B5EF4-FFF2-40B4-BE49-F238E27FC236}">
                    <a16:creationId xmlns:a16="http://schemas.microsoft.com/office/drawing/2014/main" id="{34EAE80F-8919-49FC-A3AD-080BE2A636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8" y="3984"/>
                <a:ext cx="10" cy="5"/>
              </a:xfrm>
              <a:custGeom>
                <a:avLst/>
                <a:gdLst>
                  <a:gd name="T0" fmla="*/ 0 w 5"/>
                  <a:gd name="T1" fmla="*/ 0 h 3"/>
                  <a:gd name="T2" fmla="*/ 32 w 5"/>
                  <a:gd name="T3" fmla="*/ 13 h 3"/>
                  <a:gd name="T4" fmla="*/ 40 w 5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3">
                    <a:moveTo>
                      <a:pt x="0" y="0"/>
                    </a:moveTo>
                    <a:cubicBezTo>
                      <a:pt x="2" y="0"/>
                      <a:pt x="3" y="2"/>
                      <a:pt x="4" y="3"/>
                    </a:cubicBezTo>
                    <a:cubicBezTo>
                      <a:pt x="4" y="2"/>
                      <a:pt x="5" y="1"/>
                      <a:pt x="5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546" name="Freeform 94">
                <a:extLst>
                  <a:ext uri="{FF2B5EF4-FFF2-40B4-BE49-F238E27FC236}">
                    <a16:creationId xmlns:a16="http://schemas.microsoft.com/office/drawing/2014/main" id="{BAB2B53C-F91F-47BE-BC33-CD54272F54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3" y="3965"/>
                <a:ext cx="3" cy="6"/>
              </a:xfrm>
              <a:custGeom>
                <a:avLst/>
                <a:gdLst>
                  <a:gd name="T0" fmla="*/ 0 w 2"/>
                  <a:gd name="T1" fmla="*/ 24 h 3"/>
                  <a:gd name="T2" fmla="*/ 0 w 2"/>
                  <a:gd name="T3" fmla="*/ 24 h 3"/>
                  <a:gd name="T4" fmla="*/ 8 w 2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1" y="2"/>
                      <a:pt x="2" y="1"/>
                      <a:pt x="2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547" name="Freeform 95">
                <a:extLst>
                  <a:ext uri="{FF2B5EF4-FFF2-40B4-BE49-F238E27FC236}">
                    <a16:creationId xmlns:a16="http://schemas.microsoft.com/office/drawing/2014/main" id="{5C429B5D-3A08-44E9-BBEB-B23153E5DA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2" y="2963"/>
                <a:ext cx="21" cy="157"/>
              </a:xfrm>
              <a:custGeom>
                <a:avLst/>
                <a:gdLst>
                  <a:gd name="T0" fmla="*/ 0 w 11"/>
                  <a:gd name="T1" fmla="*/ 0 h 85"/>
                  <a:gd name="T2" fmla="*/ 36 w 11"/>
                  <a:gd name="T3" fmla="*/ 140 h 85"/>
                  <a:gd name="T4" fmla="*/ 76 w 11"/>
                  <a:gd name="T5" fmla="*/ 266 h 85"/>
                  <a:gd name="T6" fmla="*/ 69 w 11"/>
                  <a:gd name="T7" fmla="*/ 416 h 85"/>
                  <a:gd name="T8" fmla="*/ 48 w 11"/>
                  <a:gd name="T9" fmla="*/ 536 h 8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85">
                    <a:moveTo>
                      <a:pt x="0" y="0"/>
                    </a:moveTo>
                    <a:cubicBezTo>
                      <a:pt x="0" y="9"/>
                      <a:pt x="0" y="16"/>
                      <a:pt x="5" y="22"/>
                    </a:cubicBezTo>
                    <a:cubicBezTo>
                      <a:pt x="10" y="29"/>
                      <a:pt x="11" y="31"/>
                      <a:pt x="11" y="42"/>
                    </a:cubicBezTo>
                    <a:cubicBezTo>
                      <a:pt x="11" y="50"/>
                      <a:pt x="11" y="58"/>
                      <a:pt x="10" y="66"/>
                    </a:cubicBezTo>
                    <a:cubicBezTo>
                      <a:pt x="9" y="71"/>
                      <a:pt x="4" y="81"/>
                      <a:pt x="7" y="85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548" name="Freeform 96">
                <a:extLst>
                  <a:ext uri="{FF2B5EF4-FFF2-40B4-BE49-F238E27FC236}">
                    <a16:creationId xmlns:a16="http://schemas.microsoft.com/office/drawing/2014/main" id="{49F66235-2C56-4EB2-993A-3A73F9EA3C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5" y="3122"/>
                <a:ext cx="56" cy="75"/>
              </a:xfrm>
              <a:custGeom>
                <a:avLst/>
                <a:gdLst>
                  <a:gd name="T0" fmla="*/ 32 w 30"/>
                  <a:gd name="T1" fmla="*/ 0 h 41"/>
                  <a:gd name="T2" fmla="*/ 196 w 30"/>
                  <a:gd name="T3" fmla="*/ 141 h 41"/>
                  <a:gd name="T4" fmla="*/ 7 w 30"/>
                  <a:gd name="T5" fmla="*/ 29 h 4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0" h="41">
                    <a:moveTo>
                      <a:pt x="5" y="0"/>
                    </a:moveTo>
                    <a:cubicBezTo>
                      <a:pt x="3" y="11"/>
                      <a:pt x="20" y="23"/>
                      <a:pt x="30" y="23"/>
                    </a:cubicBezTo>
                    <a:cubicBezTo>
                      <a:pt x="17" y="41"/>
                      <a:pt x="0" y="19"/>
                      <a:pt x="1" y="5"/>
                    </a:cubicBezTo>
                  </a:path>
                </a:pathLst>
              </a:custGeom>
              <a:solidFill>
                <a:srgbClr val="FDF3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549" name="Freeform 97">
                <a:extLst>
                  <a:ext uri="{FF2B5EF4-FFF2-40B4-BE49-F238E27FC236}">
                    <a16:creationId xmlns:a16="http://schemas.microsoft.com/office/drawing/2014/main" id="{14EC50CA-E20C-46D1-B676-9C3FDACDF6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2" y="1647"/>
                <a:ext cx="35" cy="35"/>
              </a:xfrm>
              <a:custGeom>
                <a:avLst/>
                <a:gdLst>
                  <a:gd name="T0" fmla="*/ 44 w 19"/>
                  <a:gd name="T1" fmla="*/ 20 h 19"/>
                  <a:gd name="T2" fmla="*/ 81 w 19"/>
                  <a:gd name="T3" fmla="*/ 98 h 19"/>
                  <a:gd name="T4" fmla="*/ 37 w 19"/>
                  <a:gd name="T5" fmla="*/ 24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19">
                    <a:moveTo>
                      <a:pt x="7" y="3"/>
                    </a:moveTo>
                    <a:cubicBezTo>
                      <a:pt x="13" y="0"/>
                      <a:pt x="19" y="13"/>
                      <a:pt x="13" y="16"/>
                    </a:cubicBezTo>
                    <a:cubicBezTo>
                      <a:pt x="4" y="19"/>
                      <a:pt x="0" y="4"/>
                      <a:pt x="6" y="4"/>
                    </a:cubicBezTo>
                  </a:path>
                </a:pathLst>
              </a:custGeom>
              <a:solidFill>
                <a:srgbClr val="F6E8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550" name="Freeform 98">
                <a:extLst>
                  <a:ext uri="{FF2B5EF4-FFF2-40B4-BE49-F238E27FC236}">
                    <a16:creationId xmlns:a16="http://schemas.microsoft.com/office/drawing/2014/main" id="{90E8D9BC-CCFB-4E9B-B556-CC1D3DBC11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2" y="1647"/>
                <a:ext cx="35" cy="35"/>
              </a:xfrm>
              <a:custGeom>
                <a:avLst/>
                <a:gdLst>
                  <a:gd name="T0" fmla="*/ 44 w 19"/>
                  <a:gd name="T1" fmla="*/ 20 h 19"/>
                  <a:gd name="T2" fmla="*/ 76 w 19"/>
                  <a:gd name="T3" fmla="*/ 98 h 19"/>
                  <a:gd name="T4" fmla="*/ 37 w 19"/>
                  <a:gd name="T5" fmla="*/ 24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19">
                    <a:moveTo>
                      <a:pt x="7" y="3"/>
                    </a:moveTo>
                    <a:cubicBezTo>
                      <a:pt x="13" y="0"/>
                      <a:pt x="19" y="13"/>
                      <a:pt x="12" y="16"/>
                    </a:cubicBezTo>
                    <a:cubicBezTo>
                      <a:pt x="4" y="19"/>
                      <a:pt x="0" y="4"/>
                      <a:pt x="6" y="4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551" name="Freeform 99">
                <a:extLst>
                  <a:ext uri="{FF2B5EF4-FFF2-40B4-BE49-F238E27FC236}">
                    <a16:creationId xmlns:a16="http://schemas.microsoft.com/office/drawing/2014/main" id="{D04731AD-3087-4178-B415-5B165D2087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8" y="1566"/>
                <a:ext cx="9" cy="152"/>
              </a:xfrm>
              <a:custGeom>
                <a:avLst/>
                <a:gdLst>
                  <a:gd name="T0" fmla="*/ 0 w 5"/>
                  <a:gd name="T1" fmla="*/ 509 h 83"/>
                  <a:gd name="T2" fmla="*/ 13 w 5"/>
                  <a:gd name="T3" fmla="*/ 185 h 83"/>
                  <a:gd name="T4" fmla="*/ 29 w 5"/>
                  <a:gd name="T5" fmla="*/ 0 h 8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83">
                    <a:moveTo>
                      <a:pt x="0" y="83"/>
                    </a:moveTo>
                    <a:cubicBezTo>
                      <a:pt x="0" y="65"/>
                      <a:pt x="3" y="42"/>
                      <a:pt x="2" y="30"/>
                    </a:cubicBezTo>
                    <a:cubicBezTo>
                      <a:pt x="2" y="20"/>
                      <a:pt x="5" y="9"/>
                      <a:pt x="5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552" name="Freeform 100">
                <a:extLst>
                  <a:ext uri="{FF2B5EF4-FFF2-40B4-BE49-F238E27FC236}">
                    <a16:creationId xmlns:a16="http://schemas.microsoft.com/office/drawing/2014/main" id="{C0DBF692-686A-4D41-B351-F95113E312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6" y="1858"/>
                <a:ext cx="24" cy="164"/>
              </a:xfrm>
              <a:custGeom>
                <a:avLst/>
                <a:gdLst>
                  <a:gd name="T0" fmla="*/ 24 w 13"/>
                  <a:gd name="T1" fmla="*/ 475 h 89"/>
                  <a:gd name="T2" fmla="*/ 37 w 13"/>
                  <a:gd name="T3" fmla="*/ 238 h 89"/>
                  <a:gd name="T4" fmla="*/ 68 w 13"/>
                  <a:gd name="T5" fmla="*/ 76 h 89"/>
                  <a:gd name="T6" fmla="*/ 81 w 13"/>
                  <a:gd name="T7" fmla="*/ 0 h 89"/>
                  <a:gd name="T8" fmla="*/ 24 w 13"/>
                  <a:gd name="T9" fmla="*/ 475 h 8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89">
                    <a:moveTo>
                      <a:pt x="4" y="76"/>
                    </a:moveTo>
                    <a:cubicBezTo>
                      <a:pt x="5" y="89"/>
                      <a:pt x="5" y="50"/>
                      <a:pt x="6" y="38"/>
                    </a:cubicBezTo>
                    <a:cubicBezTo>
                      <a:pt x="7" y="29"/>
                      <a:pt x="8" y="21"/>
                      <a:pt x="11" y="12"/>
                    </a:cubicBezTo>
                    <a:cubicBezTo>
                      <a:pt x="11" y="9"/>
                      <a:pt x="12" y="4"/>
                      <a:pt x="13" y="0"/>
                    </a:cubicBezTo>
                    <a:cubicBezTo>
                      <a:pt x="13" y="0"/>
                      <a:pt x="0" y="34"/>
                      <a:pt x="4" y="76"/>
                    </a:cubicBezTo>
                    <a:close/>
                  </a:path>
                </a:pathLst>
              </a:custGeom>
              <a:solidFill>
                <a:srgbClr val="EFCA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553" name="Freeform 101">
                <a:extLst>
                  <a:ext uri="{FF2B5EF4-FFF2-40B4-BE49-F238E27FC236}">
                    <a16:creationId xmlns:a16="http://schemas.microsoft.com/office/drawing/2014/main" id="{4A65B5A2-8F23-46CB-A2E0-083BBEF288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2" y="2066"/>
                <a:ext cx="14" cy="65"/>
              </a:xfrm>
              <a:custGeom>
                <a:avLst/>
                <a:gdLst>
                  <a:gd name="T0" fmla="*/ 44 w 8"/>
                  <a:gd name="T1" fmla="*/ 225 h 35"/>
                  <a:gd name="T2" fmla="*/ 16 w 8"/>
                  <a:gd name="T3" fmla="*/ 69 h 35"/>
                  <a:gd name="T4" fmla="*/ 44 w 8"/>
                  <a:gd name="T5" fmla="*/ 225 h 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35">
                    <a:moveTo>
                      <a:pt x="8" y="35"/>
                    </a:moveTo>
                    <a:cubicBezTo>
                      <a:pt x="5" y="28"/>
                      <a:pt x="2" y="19"/>
                      <a:pt x="3" y="11"/>
                    </a:cubicBezTo>
                    <a:cubicBezTo>
                      <a:pt x="6" y="0"/>
                      <a:pt x="0" y="22"/>
                      <a:pt x="8" y="35"/>
                    </a:cubicBezTo>
                    <a:close/>
                  </a:path>
                </a:pathLst>
              </a:custGeom>
              <a:solidFill>
                <a:srgbClr val="EFCA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554" name="Freeform 102">
                <a:extLst>
                  <a:ext uri="{FF2B5EF4-FFF2-40B4-BE49-F238E27FC236}">
                    <a16:creationId xmlns:a16="http://schemas.microsoft.com/office/drawing/2014/main" id="{F7865316-A6A9-4CE6-A52E-E67D9E98D8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8" y="1858"/>
                <a:ext cx="26" cy="164"/>
              </a:xfrm>
              <a:custGeom>
                <a:avLst/>
                <a:gdLst>
                  <a:gd name="T0" fmla="*/ 59 w 14"/>
                  <a:gd name="T1" fmla="*/ 475 h 89"/>
                  <a:gd name="T2" fmla="*/ 45 w 14"/>
                  <a:gd name="T3" fmla="*/ 238 h 89"/>
                  <a:gd name="T4" fmla="*/ 20 w 14"/>
                  <a:gd name="T5" fmla="*/ 76 h 89"/>
                  <a:gd name="T6" fmla="*/ 0 w 14"/>
                  <a:gd name="T7" fmla="*/ 0 h 89"/>
                  <a:gd name="T8" fmla="*/ 59 w 14"/>
                  <a:gd name="T9" fmla="*/ 475 h 8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89">
                    <a:moveTo>
                      <a:pt x="9" y="76"/>
                    </a:moveTo>
                    <a:cubicBezTo>
                      <a:pt x="8" y="89"/>
                      <a:pt x="9" y="50"/>
                      <a:pt x="7" y="38"/>
                    </a:cubicBezTo>
                    <a:cubicBezTo>
                      <a:pt x="6" y="29"/>
                      <a:pt x="5" y="21"/>
                      <a:pt x="3" y="12"/>
                    </a:cubicBezTo>
                    <a:cubicBezTo>
                      <a:pt x="2" y="9"/>
                      <a:pt x="1" y="4"/>
                      <a:pt x="0" y="0"/>
                    </a:cubicBezTo>
                    <a:cubicBezTo>
                      <a:pt x="0" y="0"/>
                      <a:pt x="14" y="34"/>
                      <a:pt x="9" y="76"/>
                    </a:cubicBezTo>
                    <a:close/>
                  </a:path>
                </a:pathLst>
              </a:custGeom>
              <a:solidFill>
                <a:srgbClr val="EFCA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555" name="Freeform 103">
                <a:extLst>
                  <a:ext uri="{FF2B5EF4-FFF2-40B4-BE49-F238E27FC236}">
                    <a16:creationId xmlns:a16="http://schemas.microsoft.com/office/drawing/2014/main" id="{B09B1687-1DD1-49A3-AC8D-E39312B062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2" y="2066"/>
                <a:ext cx="15" cy="65"/>
              </a:xfrm>
              <a:custGeom>
                <a:avLst/>
                <a:gdLst>
                  <a:gd name="T0" fmla="*/ 0 w 8"/>
                  <a:gd name="T1" fmla="*/ 225 h 35"/>
                  <a:gd name="T2" fmla="*/ 32 w 8"/>
                  <a:gd name="T3" fmla="*/ 69 h 35"/>
                  <a:gd name="T4" fmla="*/ 0 w 8"/>
                  <a:gd name="T5" fmla="*/ 225 h 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35">
                    <a:moveTo>
                      <a:pt x="0" y="35"/>
                    </a:moveTo>
                    <a:cubicBezTo>
                      <a:pt x="3" y="28"/>
                      <a:pt x="6" y="19"/>
                      <a:pt x="5" y="11"/>
                    </a:cubicBezTo>
                    <a:cubicBezTo>
                      <a:pt x="2" y="0"/>
                      <a:pt x="8" y="22"/>
                      <a:pt x="0" y="35"/>
                    </a:cubicBezTo>
                    <a:close/>
                  </a:path>
                </a:pathLst>
              </a:custGeom>
              <a:solidFill>
                <a:srgbClr val="EFCA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556" name="Freeform 104">
                <a:extLst>
                  <a:ext uri="{FF2B5EF4-FFF2-40B4-BE49-F238E27FC236}">
                    <a16:creationId xmlns:a16="http://schemas.microsoft.com/office/drawing/2014/main" id="{1B2E46F1-818D-4BF2-B498-199421223E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5" y="2486"/>
                <a:ext cx="27" cy="127"/>
              </a:xfrm>
              <a:custGeom>
                <a:avLst/>
                <a:gdLst>
                  <a:gd name="T0" fmla="*/ 81 w 15"/>
                  <a:gd name="T1" fmla="*/ 431 h 69"/>
                  <a:gd name="T2" fmla="*/ 13 w 15"/>
                  <a:gd name="T3" fmla="*/ 201 h 69"/>
                  <a:gd name="T4" fmla="*/ 13 w 15"/>
                  <a:gd name="T5" fmla="*/ 0 h 6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69">
                    <a:moveTo>
                      <a:pt x="14" y="69"/>
                    </a:moveTo>
                    <a:cubicBezTo>
                      <a:pt x="15" y="56"/>
                      <a:pt x="5" y="43"/>
                      <a:pt x="2" y="32"/>
                    </a:cubicBezTo>
                    <a:cubicBezTo>
                      <a:pt x="0" y="22"/>
                      <a:pt x="1" y="10"/>
                      <a:pt x="2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557" name="Freeform 105">
                <a:extLst>
                  <a:ext uri="{FF2B5EF4-FFF2-40B4-BE49-F238E27FC236}">
                    <a16:creationId xmlns:a16="http://schemas.microsoft.com/office/drawing/2014/main" id="{31F94534-9371-4B28-9B88-9F16F0F683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1" y="2488"/>
                <a:ext cx="6" cy="9"/>
              </a:xfrm>
              <a:custGeom>
                <a:avLst/>
                <a:gdLst>
                  <a:gd name="T0" fmla="*/ 24 w 3"/>
                  <a:gd name="T1" fmla="*/ 29 h 5"/>
                  <a:gd name="T2" fmla="*/ 0 w 3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5">
                    <a:moveTo>
                      <a:pt x="3" y="5"/>
                    </a:moveTo>
                    <a:cubicBezTo>
                      <a:pt x="3" y="3"/>
                      <a:pt x="2" y="1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558" name="Freeform 106">
                <a:extLst>
                  <a:ext uri="{FF2B5EF4-FFF2-40B4-BE49-F238E27FC236}">
                    <a16:creationId xmlns:a16="http://schemas.microsoft.com/office/drawing/2014/main" id="{9A82933C-BCEA-4478-80E5-60ABB38E17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7" y="2509"/>
                <a:ext cx="20" cy="73"/>
              </a:xfrm>
              <a:custGeom>
                <a:avLst/>
                <a:gdLst>
                  <a:gd name="T0" fmla="*/ 65 w 11"/>
                  <a:gd name="T1" fmla="*/ 243 h 40"/>
                  <a:gd name="T2" fmla="*/ 29 w 11"/>
                  <a:gd name="T3" fmla="*/ 104 h 40"/>
                  <a:gd name="T4" fmla="*/ 0 w 11"/>
                  <a:gd name="T5" fmla="*/ 0 h 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40">
                    <a:moveTo>
                      <a:pt x="11" y="40"/>
                    </a:moveTo>
                    <a:cubicBezTo>
                      <a:pt x="9" y="32"/>
                      <a:pt x="7" y="25"/>
                      <a:pt x="5" y="17"/>
                    </a:cubicBezTo>
                    <a:cubicBezTo>
                      <a:pt x="4" y="11"/>
                      <a:pt x="1" y="6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559" name="Freeform 107">
                <a:extLst>
                  <a:ext uri="{FF2B5EF4-FFF2-40B4-BE49-F238E27FC236}">
                    <a16:creationId xmlns:a16="http://schemas.microsoft.com/office/drawing/2014/main" id="{8895AC6C-3BC5-4366-A990-A28FD0E8B6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5" y="2503"/>
                <a:ext cx="22" cy="94"/>
              </a:xfrm>
              <a:custGeom>
                <a:avLst/>
                <a:gdLst>
                  <a:gd name="T0" fmla="*/ 73 w 12"/>
                  <a:gd name="T1" fmla="*/ 319 h 51"/>
                  <a:gd name="T2" fmla="*/ 24 w 12"/>
                  <a:gd name="T3" fmla="*/ 170 h 51"/>
                  <a:gd name="T4" fmla="*/ 0 w 12"/>
                  <a:gd name="T5" fmla="*/ 0 h 5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51">
                    <a:moveTo>
                      <a:pt x="12" y="51"/>
                    </a:moveTo>
                    <a:cubicBezTo>
                      <a:pt x="10" y="45"/>
                      <a:pt x="6" y="32"/>
                      <a:pt x="4" y="27"/>
                    </a:cubicBezTo>
                    <a:cubicBezTo>
                      <a:pt x="0" y="19"/>
                      <a:pt x="2" y="8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560" name="Freeform 108">
                <a:extLst>
                  <a:ext uri="{FF2B5EF4-FFF2-40B4-BE49-F238E27FC236}">
                    <a16:creationId xmlns:a16="http://schemas.microsoft.com/office/drawing/2014/main" id="{5B83B422-46D4-4A53-A7DF-95CCEA7C94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5" y="2494"/>
                <a:ext cx="2" cy="9"/>
              </a:xfrm>
              <a:custGeom>
                <a:avLst/>
                <a:gdLst>
                  <a:gd name="T0" fmla="*/ 8 w 1"/>
                  <a:gd name="T1" fmla="*/ 29 h 5"/>
                  <a:gd name="T2" fmla="*/ 0 w 1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5">
                    <a:moveTo>
                      <a:pt x="1" y="5"/>
                    </a:moveTo>
                    <a:cubicBezTo>
                      <a:pt x="1" y="3"/>
                      <a:pt x="1" y="2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561" name="Freeform 109">
                <a:extLst>
                  <a:ext uri="{FF2B5EF4-FFF2-40B4-BE49-F238E27FC236}">
                    <a16:creationId xmlns:a16="http://schemas.microsoft.com/office/drawing/2014/main" id="{8D2E7DCB-5785-437F-BB16-06B76779CB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9" y="2496"/>
                <a:ext cx="6" cy="9"/>
              </a:xfrm>
              <a:custGeom>
                <a:avLst/>
                <a:gdLst>
                  <a:gd name="T0" fmla="*/ 24 w 3"/>
                  <a:gd name="T1" fmla="*/ 29 h 5"/>
                  <a:gd name="T2" fmla="*/ 0 w 3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5">
                    <a:moveTo>
                      <a:pt x="3" y="5"/>
                    </a:moveTo>
                    <a:cubicBezTo>
                      <a:pt x="3" y="3"/>
                      <a:pt x="1" y="2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562" name="Freeform 110">
                <a:extLst>
                  <a:ext uri="{FF2B5EF4-FFF2-40B4-BE49-F238E27FC236}">
                    <a16:creationId xmlns:a16="http://schemas.microsoft.com/office/drawing/2014/main" id="{798A89CD-B985-40D4-8788-4B79824FE9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1" y="2512"/>
                <a:ext cx="7" cy="4"/>
              </a:xfrm>
              <a:custGeom>
                <a:avLst/>
                <a:gdLst>
                  <a:gd name="T0" fmla="*/ 21 w 4"/>
                  <a:gd name="T1" fmla="*/ 16 h 2"/>
                  <a:gd name="T2" fmla="*/ 0 w 4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2" y="0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563" name="Freeform 111">
                <a:extLst>
                  <a:ext uri="{FF2B5EF4-FFF2-40B4-BE49-F238E27FC236}">
                    <a16:creationId xmlns:a16="http://schemas.microsoft.com/office/drawing/2014/main" id="{B30BF7E9-B2A9-4510-B72C-60F02844A6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0" y="1416"/>
                <a:ext cx="139" cy="43"/>
              </a:xfrm>
              <a:custGeom>
                <a:avLst/>
                <a:gdLst>
                  <a:gd name="T0" fmla="*/ 478 w 75"/>
                  <a:gd name="T1" fmla="*/ 129 h 23"/>
                  <a:gd name="T2" fmla="*/ 382 w 75"/>
                  <a:gd name="T3" fmla="*/ 84 h 23"/>
                  <a:gd name="T4" fmla="*/ 222 w 75"/>
                  <a:gd name="T5" fmla="*/ 45 h 23"/>
                  <a:gd name="T6" fmla="*/ 0 w 75"/>
                  <a:gd name="T7" fmla="*/ 7 h 23"/>
                  <a:gd name="T8" fmla="*/ 120 w 75"/>
                  <a:gd name="T9" fmla="*/ 45 h 23"/>
                  <a:gd name="T10" fmla="*/ 274 w 75"/>
                  <a:gd name="T11" fmla="*/ 105 h 23"/>
                  <a:gd name="T12" fmla="*/ 395 w 75"/>
                  <a:gd name="T13" fmla="*/ 129 h 23"/>
                  <a:gd name="T14" fmla="*/ 463 w 75"/>
                  <a:gd name="T15" fmla="*/ 144 h 2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5" h="23">
                    <a:moveTo>
                      <a:pt x="75" y="20"/>
                    </a:moveTo>
                    <a:cubicBezTo>
                      <a:pt x="70" y="18"/>
                      <a:pt x="65" y="15"/>
                      <a:pt x="60" y="13"/>
                    </a:cubicBezTo>
                    <a:cubicBezTo>
                      <a:pt x="52" y="10"/>
                      <a:pt x="44" y="9"/>
                      <a:pt x="35" y="7"/>
                    </a:cubicBezTo>
                    <a:cubicBezTo>
                      <a:pt x="24" y="5"/>
                      <a:pt x="12" y="2"/>
                      <a:pt x="0" y="1"/>
                    </a:cubicBezTo>
                    <a:cubicBezTo>
                      <a:pt x="6" y="0"/>
                      <a:pt x="13" y="5"/>
                      <a:pt x="19" y="7"/>
                    </a:cubicBezTo>
                    <a:cubicBezTo>
                      <a:pt x="27" y="10"/>
                      <a:pt x="35" y="13"/>
                      <a:pt x="43" y="16"/>
                    </a:cubicBezTo>
                    <a:cubicBezTo>
                      <a:pt x="49" y="17"/>
                      <a:pt x="56" y="19"/>
                      <a:pt x="62" y="20"/>
                    </a:cubicBezTo>
                    <a:cubicBezTo>
                      <a:pt x="65" y="21"/>
                      <a:pt x="71" y="23"/>
                      <a:pt x="73" y="22"/>
                    </a:cubicBezTo>
                  </a:path>
                </a:pathLst>
              </a:custGeom>
              <a:solidFill>
                <a:srgbClr val="FDF3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564" name="Freeform 112">
                <a:extLst>
                  <a:ext uri="{FF2B5EF4-FFF2-40B4-BE49-F238E27FC236}">
                    <a16:creationId xmlns:a16="http://schemas.microsoft.com/office/drawing/2014/main" id="{FAEF1000-A41C-4E32-AF84-2981817644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0" y="1398"/>
                <a:ext cx="111" cy="35"/>
              </a:xfrm>
              <a:custGeom>
                <a:avLst/>
                <a:gdLst>
                  <a:gd name="T0" fmla="*/ 379 w 60"/>
                  <a:gd name="T1" fmla="*/ 118 h 19"/>
                  <a:gd name="T2" fmla="*/ 202 w 60"/>
                  <a:gd name="T3" fmla="*/ 37 h 19"/>
                  <a:gd name="T4" fmla="*/ 0 w 60"/>
                  <a:gd name="T5" fmla="*/ 0 h 19"/>
                  <a:gd name="T6" fmla="*/ 216 w 60"/>
                  <a:gd name="T7" fmla="*/ 24 h 19"/>
                  <a:gd name="T8" fmla="*/ 374 w 60"/>
                  <a:gd name="T9" fmla="*/ 98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0" h="19">
                    <a:moveTo>
                      <a:pt x="60" y="19"/>
                    </a:moveTo>
                    <a:cubicBezTo>
                      <a:pt x="51" y="14"/>
                      <a:pt x="42" y="10"/>
                      <a:pt x="32" y="6"/>
                    </a:cubicBezTo>
                    <a:cubicBezTo>
                      <a:pt x="23" y="2"/>
                      <a:pt x="10" y="1"/>
                      <a:pt x="0" y="0"/>
                    </a:cubicBezTo>
                    <a:cubicBezTo>
                      <a:pt x="11" y="1"/>
                      <a:pt x="23" y="1"/>
                      <a:pt x="34" y="4"/>
                    </a:cubicBezTo>
                    <a:cubicBezTo>
                      <a:pt x="43" y="6"/>
                      <a:pt x="50" y="12"/>
                      <a:pt x="59" y="16"/>
                    </a:cubicBezTo>
                  </a:path>
                </a:pathLst>
              </a:custGeom>
              <a:solidFill>
                <a:srgbClr val="EFCA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565" name="Freeform 113">
                <a:extLst>
                  <a:ext uri="{FF2B5EF4-FFF2-40B4-BE49-F238E27FC236}">
                    <a16:creationId xmlns:a16="http://schemas.microsoft.com/office/drawing/2014/main" id="{5E78D97B-E536-45B2-A56D-F1E6149622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0" y="1687"/>
                <a:ext cx="69" cy="35"/>
              </a:xfrm>
              <a:custGeom>
                <a:avLst/>
                <a:gdLst>
                  <a:gd name="T0" fmla="*/ 241 w 37"/>
                  <a:gd name="T1" fmla="*/ 76 h 19"/>
                  <a:gd name="T2" fmla="*/ 0 w 37"/>
                  <a:gd name="T3" fmla="*/ 0 h 19"/>
                  <a:gd name="T4" fmla="*/ 241 w 37"/>
                  <a:gd name="T5" fmla="*/ 76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7" h="19">
                    <a:moveTo>
                      <a:pt x="37" y="12"/>
                    </a:moveTo>
                    <a:cubicBezTo>
                      <a:pt x="37" y="12"/>
                      <a:pt x="12" y="15"/>
                      <a:pt x="0" y="0"/>
                    </a:cubicBezTo>
                    <a:cubicBezTo>
                      <a:pt x="0" y="0"/>
                      <a:pt x="3" y="19"/>
                      <a:pt x="37" y="12"/>
                    </a:cubicBezTo>
                    <a:close/>
                  </a:path>
                </a:pathLst>
              </a:custGeom>
              <a:solidFill>
                <a:srgbClr val="FDF3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566" name="Freeform 114">
                <a:extLst>
                  <a:ext uri="{FF2B5EF4-FFF2-40B4-BE49-F238E27FC236}">
                    <a16:creationId xmlns:a16="http://schemas.microsoft.com/office/drawing/2014/main" id="{02E90243-2F9A-4831-BBF3-8099F3ACE6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0" y="2490"/>
                <a:ext cx="34" cy="127"/>
              </a:xfrm>
              <a:custGeom>
                <a:avLst/>
                <a:gdLst>
                  <a:gd name="T0" fmla="*/ 8 w 18"/>
                  <a:gd name="T1" fmla="*/ 0 h 69"/>
                  <a:gd name="T2" fmla="*/ 8 w 18"/>
                  <a:gd name="T3" fmla="*/ 142 h 69"/>
                  <a:gd name="T4" fmla="*/ 53 w 18"/>
                  <a:gd name="T5" fmla="*/ 261 h 69"/>
                  <a:gd name="T6" fmla="*/ 89 w 18"/>
                  <a:gd name="T7" fmla="*/ 379 h 69"/>
                  <a:gd name="T8" fmla="*/ 108 w 18"/>
                  <a:gd name="T9" fmla="*/ 410 h 69"/>
                  <a:gd name="T10" fmla="*/ 81 w 18"/>
                  <a:gd name="T11" fmla="*/ 294 h 69"/>
                  <a:gd name="T12" fmla="*/ 8 w 18"/>
                  <a:gd name="T13" fmla="*/ 20 h 6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69">
                    <a:moveTo>
                      <a:pt x="1" y="0"/>
                    </a:moveTo>
                    <a:cubicBezTo>
                      <a:pt x="1" y="7"/>
                      <a:pt x="0" y="15"/>
                      <a:pt x="1" y="23"/>
                    </a:cubicBezTo>
                    <a:cubicBezTo>
                      <a:pt x="2" y="30"/>
                      <a:pt x="5" y="36"/>
                      <a:pt x="8" y="42"/>
                    </a:cubicBezTo>
                    <a:cubicBezTo>
                      <a:pt x="10" y="48"/>
                      <a:pt x="11" y="55"/>
                      <a:pt x="13" y="61"/>
                    </a:cubicBezTo>
                    <a:cubicBezTo>
                      <a:pt x="13" y="62"/>
                      <a:pt x="13" y="69"/>
                      <a:pt x="16" y="66"/>
                    </a:cubicBezTo>
                    <a:cubicBezTo>
                      <a:pt x="18" y="63"/>
                      <a:pt x="13" y="50"/>
                      <a:pt x="12" y="47"/>
                    </a:cubicBezTo>
                    <a:cubicBezTo>
                      <a:pt x="8" y="33"/>
                      <a:pt x="3" y="18"/>
                      <a:pt x="1" y="3"/>
                    </a:cubicBezTo>
                  </a:path>
                </a:pathLst>
              </a:custGeom>
              <a:solidFill>
                <a:srgbClr val="FDF3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567" name="Freeform 115">
                <a:extLst>
                  <a:ext uri="{FF2B5EF4-FFF2-40B4-BE49-F238E27FC236}">
                    <a16:creationId xmlns:a16="http://schemas.microsoft.com/office/drawing/2014/main" id="{AD87C439-7671-4F6B-923D-4108369626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1" y="2501"/>
                <a:ext cx="35" cy="112"/>
              </a:xfrm>
              <a:custGeom>
                <a:avLst/>
                <a:gdLst>
                  <a:gd name="T0" fmla="*/ 0 w 19"/>
                  <a:gd name="T1" fmla="*/ 0 h 61"/>
                  <a:gd name="T2" fmla="*/ 7 w 19"/>
                  <a:gd name="T3" fmla="*/ 94 h 61"/>
                  <a:gd name="T4" fmla="*/ 24 w 19"/>
                  <a:gd name="T5" fmla="*/ 154 h 61"/>
                  <a:gd name="T6" fmla="*/ 76 w 19"/>
                  <a:gd name="T7" fmla="*/ 290 h 61"/>
                  <a:gd name="T8" fmla="*/ 96 w 19"/>
                  <a:gd name="T9" fmla="*/ 340 h 61"/>
                  <a:gd name="T10" fmla="*/ 96 w 19"/>
                  <a:gd name="T11" fmla="*/ 290 h 61"/>
                  <a:gd name="T12" fmla="*/ 7 w 19"/>
                  <a:gd name="T13" fmla="*/ 13 h 6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61">
                    <a:moveTo>
                      <a:pt x="0" y="0"/>
                    </a:moveTo>
                    <a:cubicBezTo>
                      <a:pt x="0" y="5"/>
                      <a:pt x="1" y="10"/>
                      <a:pt x="1" y="15"/>
                    </a:cubicBezTo>
                    <a:cubicBezTo>
                      <a:pt x="1" y="19"/>
                      <a:pt x="2" y="22"/>
                      <a:pt x="4" y="25"/>
                    </a:cubicBezTo>
                    <a:cubicBezTo>
                      <a:pt x="6" y="32"/>
                      <a:pt x="10" y="40"/>
                      <a:pt x="12" y="47"/>
                    </a:cubicBezTo>
                    <a:cubicBezTo>
                      <a:pt x="13" y="50"/>
                      <a:pt x="13" y="53"/>
                      <a:pt x="15" y="55"/>
                    </a:cubicBezTo>
                    <a:cubicBezTo>
                      <a:pt x="19" y="61"/>
                      <a:pt x="16" y="49"/>
                      <a:pt x="15" y="47"/>
                    </a:cubicBezTo>
                    <a:cubicBezTo>
                      <a:pt x="10" y="32"/>
                      <a:pt x="3" y="18"/>
                      <a:pt x="1" y="2"/>
                    </a:cubicBezTo>
                  </a:path>
                </a:pathLst>
              </a:custGeom>
              <a:solidFill>
                <a:srgbClr val="FDF3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568" name="Freeform 116">
                <a:extLst>
                  <a:ext uri="{FF2B5EF4-FFF2-40B4-BE49-F238E27FC236}">
                    <a16:creationId xmlns:a16="http://schemas.microsoft.com/office/drawing/2014/main" id="{0D600309-F0A0-4487-A62E-CD98067816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2" y="2509"/>
                <a:ext cx="26" cy="82"/>
              </a:xfrm>
              <a:custGeom>
                <a:avLst/>
                <a:gdLst>
                  <a:gd name="T0" fmla="*/ 0 w 14"/>
                  <a:gd name="T1" fmla="*/ 0 h 45"/>
                  <a:gd name="T2" fmla="*/ 20 w 14"/>
                  <a:gd name="T3" fmla="*/ 53 h 45"/>
                  <a:gd name="T4" fmla="*/ 32 w 14"/>
                  <a:gd name="T5" fmla="*/ 109 h 45"/>
                  <a:gd name="T6" fmla="*/ 52 w 14"/>
                  <a:gd name="T7" fmla="*/ 213 h 45"/>
                  <a:gd name="T8" fmla="*/ 65 w 14"/>
                  <a:gd name="T9" fmla="*/ 255 h 45"/>
                  <a:gd name="T10" fmla="*/ 69 w 14"/>
                  <a:gd name="T11" fmla="*/ 213 h 45"/>
                  <a:gd name="T12" fmla="*/ 45 w 14"/>
                  <a:gd name="T13" fmla="*/ 126 h 45"/>
                  <a:gd name="T14" fmla="*/ 13 w 14"/>
                  <a:gd name="T15" fmla="*/ 44 h 4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4" h="45">
                    <a:moveTo>
                      <a:pt x="0" y="0"/>
                    </a:moveTo>
                    <a:cubicBezTo>
                      <a:pt x="0" y="3"/>
                      <a:pt x="2" y="6"/>
                      <a:pt x="3" y="9"/>
                    </a:cubicBezTo>
                    <a:cubicBezTo>
                      <a:pt x="4" y="12"/>
                      <a:pt x="4" y="15"/>
                      <a:pt x="5" y="18"/>
                    </a:cubicBezTo>
                    <a:cubicBezTo>
                      <a:pt x="6" y="24"/>
                      <a:pt x="7" y="29"/>
                      <a:pt x="8" y="35"/>
                    </a:cubicBezTo>
                    <a:cubicBezTo>
                      <a:pt x="9" y="37"/>
                      <a:pt x="9" y="41"/>
                      <a:pt x="10" y="42"/>
                    </a:cubicBezTo>
                    <a:cubicBezTo>
                      <a:pt x="14" y="45"/>
                      <a:pt x="11" y="37"/>
                      <a:pt x="11" y="35"/>
                    </a:cubicBezTo>
                    <a:cubicBezTo>
                      <a:pt x="10" y="31"/>
                      <a:pt x="9" y="26"/>
                      <a:pt x="7" y="21"/>
                    </a:cubicBezTo>
                    <a:cubicBezTo>
                      <a:pt x="6" y="17"/>
                      <a:pt x="4" y="11"/>
                      <a:pt x="2" y="7"/>
                    </a:cubicBezTo>
                  </a:path>
                </a:pathLst>
              </a:custGeom>
              <a:solidFill>
                <a:srgbClr val="FDF3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569" name="Freeform 117">
                <a:extLst>
                  <a:ext uri="{FF2B5EF4-FFF2-40B4-BE49-F238E27FC236}">
                    <a16:creationId xmlns:a16="http://schemas.microsoft.com/office/drawing/2014/main" id="{F147E954-9CEA-44A7-A150-B56FA081C8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9" y="2520"/>
                <a:ext cx="19" cy="40"/>
              </a:xfrm>
              <a:custGeom>
                <a:avLst/>
                <a:gdLst>
                  <a:gd name="T0" fmla="*/ 0 w 10"/>
                  <a:gd name="T1" fmla="*/ 0 h 22"/>
                  <a:gd name="T2" fmla="*/ 68 w 10"/>
                  <a:gd name="T3" fmla="*/ 133 h 22"/>
                  <a:gd name="T4" fmla="*/ 40 w 10"/>
                  <a:gd name="T5" fmla="*/ 73 h 22"/>
                  <a:gd name="T6" fmla="*/ 15 w 10"/>
                  <a:gd name="T7" fmla="*/ 13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22">
                    <a:moveTo>
                      <a:pt x="0" y="0"/>
                    </a:moveTo>
                    <a:cubicBezTo>
                      <a:pt x="1" y="7"/>
                      <a:pt x="4" y="19"/>
                      <a:pt x="10" y="22"/>
                    </a:cubicBezTo>
                    <a:cubicBezTo>
                      <a:pt x="10" y="19"/>
                      <a:pt x="7" y="15"/>
                      <a:pt x="6" y="12"/>
                    </a:cubicBezTo>
                    <a:cubicBezTo>
                      <a:pt x="5" y="9"/>
                      <a:pt x="3" y="5"/>
                      <a:pt x="2" y="2"/>
                    </a:cubicBezTo>
                  </a:path>
                </a:pathLst>
              </a:custGeom>
              <a:solidFill>
                <a:srgbClr val="FDF3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570" name="Freeform 118">
                <a:extLst>
                  <a:ext uri="{FF2B5EF4-FFF2-40B4-BE49-F238E27FC236}">
                    <a16:creationId xmlns:a16="http://schemas.microsoft.com/office/drawing/2014/main" id="{599B635F-AACB-4996-A18B-4FB057C2C1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9" y="1407"/>
                <a:ext cx="103" cy="129"/>
              </a:xfrm>
              <a:custGeom>
                <a:avLst/>
                <a:gdLst>
                  <a:gd name="T0" fmla="*/ 348 w 56"/>
                  <a:gd name="T1" fmla="*/ 0 h 70"/>
                  <a:gd name="T2" fmla="*/ 0 w 56"/>
                  <a:gd name="T3" fmla="*/ 439 h 70"/>
                  <a:gd name="T4" fmla="*/ 348 w 56"/>
                  <a:gd name="T5" fmla="*/ 0 h 7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6" h="70">
                    <a:moveTo>
                      <a:pt x="56" y="0"/>
                    </a:moveTo>
                    <a:cubicBezTo>
                      <a:pt x="56" y="0"/>
                      <a:pt x="10" y="3"/>
                      <a:pt x="0" y="70"/>
                    </a:cubicBezTo>
                    <a:cubicBezTo>
                      <a:pt x="0" y="70"/>
                      <a:pt x="9" y="27"/>
                      <a:pt x="56" y="0"/>
                    </a:cubicBezTo>
                    <a:close/>
                  </a:path>
                </a:pathLst>
              </a:custGeom>
              <a:solidFill>
                <a:srgbClr val="FDF3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571" name="Freeform 119">
                <a:extLst>
                  <a:ext uri="{FF2B5EF4-FFF2-40B4-BE49-F238E27FC236}">
                    <a16:creationId xmlns:a16="http://schemas.microsoft.com/office/drawing/2014/main" id="{B95027C7-DF01-4A8D-95F8-BC1ED2F41D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4" y="1641"/>
                <a:ext cx="70" cy="551"/>
              </a:xfrm>
              <a:custGeom>
                <a:avLst/>
                <a:gdLst>
                  <a:gd name="T0" fmla="*/ 238 w 38"/>
                  <a:gd name="T1" fmla="*/ 0 h 299"/>
                  <a:gd name="T2" fmla="*/ 125 w 38"/>
                  <a:gd name="T3" fmla="*/ 557 h 299"/>
                  <a:gd name="T4" fmla="*/ 52 w 38"/>
                  <a:gd name="T5" fmla="*/ 1870 h 299"/>
                  <a:gd name="T6" fmla="*/ 81 w 38"/>
                  <a:gd name="T7" fmla="*/ 1128 h 299"/>
                  <a:gd name="T8" fmla="*/ 157 w 38"/>
                  <a:gd name="T9" fmla="*/ 601 h 299"/>
                  <a:gd name="T10" fmla="*/ 238 w 38"/>
                  <a:gd name="T11" fmla="*/ 0 h 29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8" h="299">
                    <a:moveTo>
                      <a:pt x="38" y="0"/>
                    </a:moveTo>
                    <a:cubicBezTo>
                      <a:pt x="38" y="0"/>
                      <a:pt x="25" y="67"/>
                      <a:pt x="20" y="89"/>
                    </a:cubicBezTo>
                    <a:cubicBezTo>
                      <a:pt x="15" y="112"/>
                      <a:pt x="0" y="144"/>
                      <a:pt x="8" y="299"/>
                    </a:cubicBezTo>
                    <a:cubicBezTo>
                      <a:pt x="8" y="299"/>
                      <a:pt x="10" y="224"/>
                      <a:pt x="13" y="180"/>
                    </a:cubicBezTo>
                    <a:cubicBezTo>
                      <a:pt x="15" y="146"/>
                      <a:pt x="16" y="119"/>
                      <a:pt x="25" y="96"/>
                    </a:cubicBezTo>
                    <a:cubicBezTo>
                      <a:pt x="33" y="73"/>
                      <a:pt x="38" y="0"/>
                      <a:pt x="38" y="0"/>
                    </a:cubicBezTo>
                    <a:close/>
                  </a:path>
                </a:pathLst>
              </a:custGeom>
              <a:solidFill>
                <a:srgbClr val="FDF3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572" name="Freeform 120">
                <a:extLst>
                  <a:ext uri="{FF2B5EF4-FFF2-40B4-BE49-F238E27FC236}">
                    <a16:creationId xmlns:a16="http://schemas.microsoft.com/office/drawing/2014/main" id="{060B3371-72A1-4A1B-B8D6-95E9C70B1D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7" y="1816"/>
                <a:ext cx="56" cy="470"/>
              </a:xfrm>
              <a:custGeom>
                <a:avLst/>
                <a:gdLst>
                  <a:gd name="T0" fmla="*/ 196 w 30"/>
                  <a:gd name="T1" fmla="*/ 0 h 255"/>
                  <a:gd name="T2" fmla="*/ 65 w 30"/>
                  <a:gd name="T3" fmla="*/ 632 h 255"/>
                  <a:gd name="T4" fmla="*/ 0 w 30"/>
                  <a:gd name="T5" fmla="*/ 1596 h 255"/>
                  <a:gd name="T6" fmla="*/ 21 w 30"/>
                  <a:gd name="T7" fmla="*/ 914 h 255"/>
                  <a:gd name="T8" fmla="*/ 84 w 30"/>
                  <a:gd name="T9" fmla="*/ 313 h 255"/>
                  <a:gd name="T10" fmla="*/ 196 w 30"/>
                  <a:gd name="T11" fmla="*/ 0 h 25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0" h="255">
                    <a:moveTo>
                      <a:pt x="30" y="0"/>
                    </a:moveTo>
                    <a:cubicBezTo>
                      <a:pt x="30" y="0"/>
                      <a:pt x="10" y="75"/>
                      <a:pt x="10" y="101"/>
                    </a:cubicBezTo>
                    <a:cubicBezTo>
                      <a:pt x="10" y="127"/>
                      <a:pt x="5" y="234"/>
                      <a:pt x="0" y="255"/>
                    </a:cubicBezTo>
                    <a:cubicBezTo>
                      <a:pt x="0" y="255"/>
                      <a:pt x="5" y="168"/>
                      <a:pt x="3" y="146"/>
                    </a:cubicBezTo>
                    <a:cubicBezTo>
                      <a:pt x="2" y="125"/>
                      <a:pt x="8" y="67"/>
                      <a:pt x="13" y="50"/>
                    </a:cubicBezTo>
                    <a:cubicBezTo>
                      <a:pt x="19" y="32"/>
                      <a:pt x="30" y="0"/>
                      <a:pt x="30" y="0"/>
                    </a:cubicBezTo>
                    <a:close/>
                  </a:path>
                </a:pathLst>
              </a:custGeom>
              <a:solidFill>
                <a:srgbClr val="EFCA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573" name="Freeform 121">
                <a:extLst>
                  <a:ext uri="{FF2B5EF4-FFF2-40B4-BE49-F238E27FC236}">
                    <a16:creationId xmlns:a16="http://schemas.microsoft.com/office/drawing/2014/main" id="{4844CE2E-0819-44EF-8423-14EE491DAB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0" y="1903"/>
                <a:ext cx="55" cy="20"/>
              </a:xfrm>
              <a:custGeom>
                <a:avLst/>
                <a:gdLst>
                  <a:gd name="T0" fmla="*/ 185 w 30"/>
                  <a:gd name="T1" fmla="*/ 65 h 11"/>
                  <a:gd name="T2" fmla="*/ 0 w 30"/>
                  <a:gd name="T3" fmla="*/ 13 h 11"/>
                  <a:gd name="T4" fmla="*/ 185 w 30"/>
                  <a:gd name="T5" fmla="*/ 65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0" h="11">
                    <a:moveTo>
                      <a:pt x="30" y="11"/>
                    </a:moveTo>
                    <a:cubicBezTo>
                      <a:pt x="30" y="11"/>
                      <a:pt x="10" y="1"/>
                      <a:pt x="0" y="2"/>
                    </a:cubicBezTo>
                    <a:cubicBezTo>
                      <a:pt x="0" y="2"/>
                      <a:pt x="22" y="0"/>
                      <a:pt x="30" y="11"/>
                    </a:cubicBezTo>
                    <a:close/>
                  </a:path>
                </a:pathLst>
              </a:custGeom>
              <a:solidFill>
                <a:srgbClr val="FDF3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574" name="Freeform 122">
                <a:extLst>
                  <a:ext uri="{FF2B5EF4-FFF2-40B4-BE49-F238E27FC236}">
                    <a16:creationId xmlns:a16="http://schemas.microsoft.com/office/drawing/2014/main" id="{A3C94D63-01B7-401F-BB76-ADD5E308F5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2" y="2958"/>
                <a:ext cx="33" cy="125"/>
              </a:xfrm>
              <a:custGeom>
                <a:avLst/>
                <a:gdLst>
                  <a:gd name="T0" fmla="*/ 7 w 18"/>
                  <a:gd name="T1" fmla="*/ 0 h 68"/>
                  <a:gd name="T2" fmla="*/ 44 w 18"/>
                  <a:gd name="T3" fmla="*/ 162 h 68"/>
                  <a:gd name="T4" fmla="*/ 81 w 18"/>
                  <a:gd name="T5" fmla="*/ 423 h 68"/>
                  <a:gd name="T6" fmla="*/ 81 w 18"/>
                  <a:gd name="T7" fmla="*/ 199 h 68"/>
                  <a:gd name="T8" fmla="*/ 24 w 18"/>
                  <a:gd name="T9" fmla="*/ 24 h 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68">
                    <a:moveTo>
                      <a:pt x="1" y="0"/>
                    </a:moveTo>
                    <a:cubicBezTo>
                      <a:pt x="0" y="11"/>
                      <a:pt x="2" y="17"/>
                      <a:pt x="7" y="26"/>
                    </a:cubicBezTo>
                    <a:cubicBezTo>
                      <a:pt x="13" y="40"/>
                      <a:pt x="11" y="54"/>
                      <a:pt x="13" y="68"/>
                    </a:cubicBezTo>
                    <a:cubicBezTo>
                      <a:pt x="18" y="60"/>
                      <a:pt x="14" y="41"/>
                      <a:pt x="13" y="32"/>
                    </a:cubicBezTo>
                    <a:cubicBezTo>
                      <a:pt x="12" y="21"/>
                      <a:pt x="10" y="13"/>
                      <a:pt x="4" y="4"/>
                    </a:cubicBezTo>
                  </a:path>
                </a:pathLst>
              </a:custGeom>
              <a:solidFill>
                <a:srgbClr val="FDF3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575" name="Freeform 123">
                <a:extLst>
                  <a:ext uri="{FF2B5EF4-FFF2-40B4-BE49-F238E27FC236}">
                    <a16:creationId xmlns:a16="http://schemas.microsoft.com/office/drawing/2014/main" id="{E9C78820-D3B0-4F1A-B1D2-84EE0FF8CC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8" y="2866"/>
                <a:ext cx="18" cy="120"/>
              </a:xfrm>
              <a:custGeom>
                <a:avLst/>
                <a:gdLst>
                  <a:gd name="T0" fmla="*/ 0 w 10"/>
                  <a:gd name="T1" fmla="*/ 0 h 65"/>
                  <a:gd name="T2" fmla="*/ 7 w 10"/>
                  <a:gd name="T3" fmla="*/ 410 h 65"/>
                  <a:gd name="T4" fmla="*/ 16 w 10"/>
                  <a:gd name="T5" fmla="*/ 76 h 6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65">
                    <a:moveTo>
                      <a:pt x="0" y="0"/>
                    </a:moveTo>
                    <a:cubicBezTo>
                      <a:pt x="10" y="18"/>
                      <a:pt x="6" y="46"/>
                      <a:pt x="1" y="65"/>
                    </a:cubicBezTo>
                    <a:cubicBezTo>
                      <a:pt x="2" y="50"/>
                      <a:pt x="8" y="27"/>
                      <a:pt x="3" y="12"/>
                    </a:cubicBezTo>
                  </a:path>
                </a:pathLst>
              </a:custGeom>
              <a:solidFill>
                <a:srgbClr val="FDF3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576" name="Freeform 124">
                <a:extLst>
                  <a:ext uri="{FF2B5EF4-FFF2-40B4-BE49-F238E27FC236}">
                    <a16:creationId xmlns:a16="http://schemas.microsoft.com/office/drawing/2014/main" id="{269AACE4-1E6B-43BC-9A8B-710BAA76AD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0" y="1648"/>
                <a:ext cx="91" cy="56"/>
              </a:xfrm>
              <a:custGeom>
                <a:avLst/>
                <a:gdLst>
                  <a:gd name="T0" fmla="*/ 314 w 49"/>
                  <a:gd name="T1" fmla="*/ 181 h 30"/>
                  <a:gd name="T2" fmla="*/ 128 w 49"/>
                  <a:gd name="T3" fmla="*/ 144 h 30"/>
                  <a:gd name="T4" fmla="*/ 0 w 49"/>
                  <a:gd name="T5" fmla="*/ 0 h 30"/>
                  <a:gd name="T6" fmla="*/ 254 w 49"/>
                  <a:gd name="T7" fmla="*/ 196 h 3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9" h="30">
                    <a:moveTo>
                      <a:pt x="49" y="28"/>
                    </a:moveTo>
                    <a:cubicBezTo>
                      <a:pt x="38" y="27"/>
                      <a:pt x="28" y="29"/>
                      <a:pt x="20" y="22"/>
                    </a:cubicBezTo>
                    <a:cubicBezTo>
                      <a:pt x="12" y="17"/>
                      <a:pt x="4" y="9"/>
                      <a:pt x="0" y="0"/>
                    </a:cubicBezTo>
                    <a:cubicBezTo>
                      <a:pt x="11" y="10"/>
                      <a:pt x="25" y="28"/>
                      <a:pt x="40" y="30"/>
                    </a:cubicBezTo>
                  </a:path>
                </a:pathLst>
              </a:custGeom>
              <a:solidFill>
                <a:srgbClr val="EFCA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577" name="Freeform 125">
                <a:extLst>
                  <a:ext uri="{FF2B5EF4-FFF2-40B4-BE49-F238E27FC236}">
                    <a16:creationId xmlns:a16="http://schemas.microsoft.com/office/drawing/2014/main" id="{49516B1F-1BAF-4E56-9057-264287A61A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6" y="1566"/>
                <a:ext cx="37" cy="228"/>
              </a:xfrm>
              <a:custGeom>
                <a:avLst/>
                <a:gdLst>
                  <a:gd name="T0" fmla="*/ 120 w 20"/>
                  <a:gd name="T1" fmla="*/ 7 h 124"/>
                  <a:gd name="T2" fmla="*/ 105 w 20"/>
                  <a:gd name="T3" fmla="*/ 105 h 124"/>
                  <a:gd name="T4" fmla="*/ 96 w 20"/>
                  <a:gd name="T5" fmla="*/ 217 h 124"/>
                  <a:gd name="T6" fmla="*/ 89 w 20"/>
                  <a:gd name="T7" fmla="*/ 399 h 124"/>
                  <a:gd name="T8" fmla="*/ 0 w 20"/>
                  <a:gd name="T9" fmla="*/ 770 h 124"/>
                  <a:gd name="T10" fmla="*/ 52 w 20"/>
                  <a:gd name="T11" fmla="*/ 541 h 124"/>
                  <a:gd name="T12" fmla="*/ 68 w 20"/>
                  <a:gd name="T13" fmla="*/ 298 h 124"/>
                  <a:gd name="T14" fmla="*/ 96 w 20"/>
                  <a:gd name="T15" fmla="*/ 125 h 124"/>
                  <a:gd name="T16" fmla="*/ 126 w 20"/>
                  <a:gd name="T17" fmla="*/ 0 h 12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0" h="124">
                    <a:moveTo>
                      <a:pt x="19" y="1"/>
                    </a:moveTo>
                    <a:cubicBezTo>
                      <a:pt x="20" y="2"/>
                      <a:pt x="17" y="14"/>
                      <a:pt x="17" y="17"/>
                    </a:cubicBezTo>
                    <a:cubicBezTo>
                      <a:pt x="16" y="23"/>
                      <a:pt x="16" y="29"/>
                      <a:pt x="15" y="35"/>
                    </a:cubicBezTo>
                    <a:cubicBezTo>
                      <a:pt x="15" y="45"/>
                      <a:pt x="15" y="54"/>
                      <a:pt x="14" y="64"/>
                    </a:cubicBezTo>
                    <a:cubicBezTo>
                      <a:pt x="13" y="85"/>
                      <a:pt x="6" y="104"/>
                      <a:pt x="0" y="124"/>
                    </a:cubicBezTo>
                    <a:cubicBezTo>
                      <a:pt x="6" y="113"/>
                      <a:pt x="6" y="99"/>
                      <a:pt x="8" y="87"/>
                    </a:cubicBezTo>
                    <a:cubicBezTo>
                      <a:pt x="10" y="74"/>
                      <a:pt x="10" y="61"/>
                      <a:pt x="11" y="48"/>
                    </a:cubicBezTo>
                    <a:cubicBezTo>
                      <a:pt x="12" y="39"/>
                      <a:pt x="13" y="30"/>
                      <a:pt x="15" y="20"/>
                    </a:cubicBezTo>
                    <a:cubicBezTo>
                      <a:pt x="17" y="14"/>
                      <a:pt x="20" y="7"/>
                      <a:pt x="20" y="0"/>
                    </a:cubicBezTo>
                  </a:path>
                </a:pathLst>
              </a:custGeom>
              <a:solidFill>
                <a:srgbClr val="EFCA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578" name="Freeform 126">
                <a:extLst>
                  <a:ext uri="{FF2B5EF4-FFF2-40B4-BE49-F238E27FC236}">
                    <a16:creationId xmlns:a16="http://schemas.microsoft.com/office/drawing/2014/main" id="{BB9AAB7A-53BD-4CBE-B84D-05C539CFD7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4" y="1713"/>
                <a:ext cx="78" cy="772"/>
              </a:xfrm>
              <a:custGeom>
                <a:avLst/>
                <a:gdLst>
                  <a:gd name="T0" fmla="*/ 113 w 42"/>
                  <a:gd name="T1" fmla="*/ 0 h 419"/>
                  <a:gd name="T2" fmla="*/ 193 w 42"/>
                  <a:gd name="T3" fmla="*/ 750 h 419"/>
                  <a:gd name="T4" fmla="*/ 156 w 42"/>
                  <a:gd name="T5" fmla="*/ 1688 h 419"/>
                  <a:gd name="T6" fmla="*/ 0 w 42"/>
                  <a:gd name="T7" fmla="*/ 2620 h 419"/>
                  <a:gd name="T8" fmla="*/ 128 w 42"/>
                  <a:gd name="T9" fmla="*/ 1970 h 419"/>
                  <a:gd name="T10" fmla="*/ 262 w 42"/>
                  <a:gd name="T11" fmla="*/ 1093 h 419"/>
                  <a:gd name="T12" fmla="*/ 113 w 42"/>
                  <a:gd name="T13" fmla="*/ 0 h 4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2" h="419">
                    <a:moveTo>
                      <a:pt x="18" y="0"/>
                    </a:moveTo>
                    <a:cubicBezTo>
                      <a:pt x="18" y="0"/>
                      <a:pt x="22" y="72"/>
                      <a:pt x="30" y="120"/>
                    </a:cubicBezTo>
                    <a:cubicBezTo>
                      <a:pt x="38" y="167"/>
                      <a:pt x="35" y="231"/>
                      <a:pt x="24" y="270"/>
                    </a:cubicBezTo>
                    <a:cubicBezTo>
                      <a:pt x="13" y="308"/>
                      <a:pt x="0" y="364"/>
                      <a:pt x="0" y="419"/>
                    </a:cubicBezTo>
                    <a:cubicBezTo>
                      <a:pt x="0" y="419"/>
                      <a:pt x="2" y="352"/>
                      <a:pt x="20" y="315"/>
                    </a:cubicBezTo>
                    <a:cubicBezTo>
                      <a:pt x="39" y="278"/>
                      <a:pt x="40" y="193"/>
                      <a:pt x="41" y="175"/>
                    </a:cubicBezTo>
                    <a:cubicBezTo>
                      <a:pt x="42" y="157"/>
                      <a:pt x="16" y="16"/>
                      <a:pt x="18" y="0"/>
                    </a:cubicBezTo>
                    <a:close/>
                  </a:path>
                </a:pathLst>
              </a:custGeom>
              <a:solidFill>
                <a:srgbClr val="FDF3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579" name="Freeform 127">
                <a:extLst>
                  <a:ext uri="{FF2B5EF4-FFF2-40B4-BE49-F238E27FC236}">
                    <a16:creationId xmlns:a16="http://schemas.microsoft.com/office/drawing/2014/main" id="{E1309A2A-21A8-4588-AA9D-6E8C8B00DD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5" y="2363"/>
                <a:ext cx="76" cy="147"/>
              </a:xfrm>
              <a:custGeom>
                <a:avLst/>
                <a:gdLst>
                  <a:gd name="T0" fmla="*/ 261 w 41"/>
                  <a:gd name="T1" fmla="*/ 496 h 80"/>
                  <a:gd name="T2" fmla="*/ 141 w 41"/>
                  <a:gd name="T3" fmla="*/ 274 h 80"/>
                  <a:gd name="T4" fmla="*/ 0 w 41"/>
                  <a:gd name="T5" fmla="*/ 0 h 80"/>
                  <a:gd name="T6" fmla="*/ 59 w 41"/>
                  <a:gd name="T7" fmla="*/ 118 h 80"/>
                  <a:gd name="T8" fmla="*/ 128 w 41"/>
                  <a:gd name="T9" fmla="*/ 274 h 80"/>
                  <a:gd name="T10" fmla="*/ 193 w 41"/>
                  <a:gd name="T11" fmla="*/ 384 h 80"/>
                  <a:gd name="T12" fmla="*/ 247 w 41"/>
                  <a:gd name="T13" fmla="*/ 476 h 8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1" h="80">
                    <a:moveTo>
                      <a:pt x="41" y="80"/>
                    </a:moveTo>
                    <a:cubicBezTo>
                      <a:pt x="32" y="71"/>
                      <a:pt x="27" y="55"/>
                      <a:pt x="22" y="44"/>
                    </a:cubicBezTo>
                    <a:cubicBezTo>
                      <a:pt x="15" y="29"/>
                      <a:pt x="10" y="13"/>
                      <a:pt x="0" y="0"/>
                    </a:cubicBezTo>
                    <a:cubicBezTo>
                      <a:pt x="2" y="7"/>
                      <a:pt x="6" y="13"/>
                      <a:pt x="9" y="19"/>
                    </a:cubicBezTo>
                    <a:cubicBezTo>
                      <a:pt x="13" y="27"/>
                      <a:pt x="16" y="36"/>
                      <a:pt x="20" y="44"/>
                    </a:cubicBezTo>
                    <a:cubicBezTo>
                      <a:pt x="23" y="50"/>
                      <a:pt x="27" y="56"/>
                      <a:pt x="30" y="62"/>
                    </a:cubicBezTo>
                    <a:cubicBezTo>
                      <a:pt x="33" y="66"/>
                      <a:pt x="38" y="72"/>
                      <a:pt x="39" y="77"/>
                    </a:cubicBezTo>
                  </a:path>
                </a:pathLst>
              </a:custGeom>
              <a:solidFill>
                <a:srgbClr val="EFCA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580" name="Freeform 128">
                <a:extLst>
                  <a:ext uri="{FF2B5EF4-FFF2-40B4-BE49-F238E27FC236}">
                    <a16:creationId xmlns:a16="http://schemas.microsoft.com/office/drawing/2014/main" id="{2BFD547E-76BF-4C12-A67C-6BC6BCE876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7" y="2667"/>
                <a:ext cx="43" cy="341"/>
              </a:xfrm>
              <a:custGeom>
                <a:avLst/>
                <a:gdLst>
                  <a:gd name="T0" fmla="*/ 150 w 23"/>
                  <a:gd name="T1" fmla="*/ 0 h 185"/>
                  <a:gd name="T2" fmla="*/ 39 w 23"/>
                  <a:gd name="T3" fmla="*/ 640 h 185"/>
                  <a:gd name="T4" fmla="*/ 24 w 23"/>
                  <a:gd name="T5" fmla="*/ 1159 h 185"/>
                  <a:gd name="T6" fmla="*/ 7 w 23"/>
                  <a:gd name="T7" fmla="*/ 826 h 185"/>
                  <a:gd name="T8" fmla="*/ 150 w 23"/>
                  <a:gd name="T9" fmla="*/ 0 h 18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185">
                    <a:moveTo>
                      <a:pt x="23" y="0"/>
                    </a:moveTo>
                    <a:cubicBezTo>
                      <a:pt x="23" y="0"/>
                      <a:pt x="8" y="77"/>
                      <a:pt x="6" y="102"/>
                    </a:cubicBezTo>
                    <a:cubicBezTo>
                      <a:pt x="3" y="127"/>
                      <a:pt x="6" y="165"/>
                      <a:pt x="4" y="185"/>
                    </a:cubicBezTo>
                    <a:cubicBezTo>
                      <a:pt x="4" y="185"/>
                      <a:pt x="3" y="145"/>
                      <a:pt x="1" y="132"/>
                    </a:cubicBezTo>
                    <a:cubicBezTo>
                      <a:pt x="0" y="118"/>
                      <a:pt x="8" y="51"/>
                      <a:pt x="23" y="0"/>
                    </a:cubicBezTo>
                    <a:close/>
                  </a:path>
                </a:pathLst>
              </a:custGeom>
              <a:solidFill>
                <a:srgbClr val="EFCA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581" name="Freeform 129">
                <a:extLst>
                  <a:ext uri="{FF2B5EF4-FFF2-40B4-BE49-F238E27FC236}">
                    <a16:creationId xmlns:a16="http://schemas.microsoft.com/office/drawing/2014/main" id="{86838609-64BF-4022-B59A-56CEF620B7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6" y="3956"/>
                <a:ext cx="22" cy="41"/>
              </a:xfrm>
              <a:custGeom>
                <a:avLst/>
                <a:gdLst>
                  <a:gd name="T0" fmla="*/ 73 w 12"/>
                  <a:gd name="T1" fmla="*/ 0 h 22"/>
                  <a:gd name="T2" fmla="*/ 0 w 12"/>
                  <a:gd name="T3" fmla="*/ 142 h 22"/>
                  <a:gd name="T4" fmla="*/ 61 w 12"/>
                  <a:gd name="T5" fmla="*/ 7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22">
                    <a:moveTo>
                      <a:pt x="12" y="0"/>
                    </a:moveTo>
                    <a:cubicBezTo>
                      <a:pt x="6" y="4"/>
                      <a:pt x="1" y="15"/>
                      <a:pt x="0" y="22"/>
                    </a:cubicBezTo>
                    <a:cubicBezTo>
                      <a:pt x="0" y="13"/>
                      <a:pt x="5" y="8"/>
                      <a:pt x="10" y="1"/>
                    </a:cubicBezTo>
                  </a:path>
                </a:pathLst>
              </a:custGeom>
              <a:solidFill>
                <a:srgbClr val="EFCA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582" name="Freeform 130">
                <a:extLst>
                  <a:ext uri="{FF2B5EF4-FFF2-40B4-BE49-F238E27FC236}">
                    <a16:creationId xmlns:a16="http://schemas.microsoft.com/office/drawing/2014/main" id="{75D5A750-88F3-4EC4-98F3-F40227A884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1" y="3969"/>
                <a:ext cx="11" cy="26"/>
              </a:xfrm>
              <a:custGeom>
                <a:avLst/>
                <a:gdLst>
                  <a:gd name="T0" fmla="*/ 31 w 6"/>
                  <a:gd name="T1" fmla="*/ 0 h 14"/>
                  <a:gd name="T2" fmla="*/ 0 w 6"/>
                  <a:gd name="T3" fmla="*/ 89 h 14"/>
                  <a:gd name="T4" fmla="*/ 24 w 6"/>
                  <a:gd name="T5" fmla="*/ 7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14">
                    <a:moveTo>
                      <a:pt x="5" y="0"/>
                    </a:moveTo>
                    <a:cubicBezTo>
                      <a:pt x="6" y="4"/>
                      <a:pt x="3" y="11"/>
                      <a:pt x="0" y="14"/>
                    </a:cubicBezTo>
                    <a:cubicBezTo>
                      <a:pt x="4" y="11"/>
                      <a:pt x="2" y="5"/>
                      <a:pt x="4" y="1"/>
                    </a:cubicBezTo>
                  </a:path>
                </a:pathLst>
              </a:custGeom>
              <a:solidFill>
                <a:srgbClr val="EFCA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583" name="Freeform 131">
                <a:extLst>
                  <a:ext uri="{FF2B5EF4-FFF2-40B4-BE49-F238E27FC236}">
                    <a16:creationId xmlns:a16="http://schemas.microsoft.com/office/drawing/2014/main" id="{7E6AC0EF-D0C7-4871-844B-7F444CD7B2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4" y="3960"/>
                <a:ext cx="16" cy="24"/>
              </a:xfrm>
              <a:custGeom>
                <a:avLst/>
                <a:gdLst>
                  <a:gd name="T0" fmla="*/ 50 w 9"/>
                  <a:gd name="T1" fmla="*/ 0 h 13"/>
                  <a:gd name="T2" fmla="*/ 7 w 9"/>
                  <a:gd name="T3" fmla="*/ 81 h 13"/>
                  <a:gd name="T4" fmla="*/ 44 w 9"/>
                  <a:gd name="T5" fmla="*/ 7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3">
                    <a:moveTo>
                      <a:pt x="9" y="0"/>
                    </a:moveTo>
                    <a:cubicBezTo>
                      <a:pt x="8" y="4"/>
                      <a:pt x="5" y="12"/>
                      <a:pt x="1" y="13"/>
                    </a:cubicBezTo>
                    <a:cubicBezTo>
                      <a:pt x="0" y="8"/>
                      <a:pt x="5" y="3"/>
                      <a:pt x="8" y="1"/>
                    </a:cubicBezTo>
                  </a:path>
                </a:pathLst>
              </a:custGeom>
              <a:solidFill>
                <a:srgbClr val="EFCA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584" name="Freeform 132">
                <a:extLst>
                  <a:ext uri="{FF2B5EF4-FFF2-40B4-BE49-F238E27FC236}">
                    <a16:creationId xmlns:a16="http://schemas.microsoft.com/office/drawing/2014/main" id="{AA761F2A-39A0-4273-90D5-DC2E0446A3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5" y="3949"/>
                <a:ext cx="7" cy="18"/>
              </a:xfrm>
              <a:custGeom>
                <a:avLst/>
                <a:gdLst>
                  <a:gd name="T0" fmla="*/ 21 w 4"/>
                  <a:gd name="T1" fmla="*/ 13 h 10"/>
                  <a:gd name="T2" fmla="*/ 7 w 4"/>
                  <a:gd name="T3" fmla="*/ 58 h 10"/>
                  <a:gd name="T4" fmla="*/ 21 w 4"/>
                  <a:gd name="T5" fmla="*/ 0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10">
                    <a:moveTo>
                      <a:pt x="4" y="2"/>
                    </a:moveTo>
                    <a:cubicBezTo>
                      <a:pt x="4" y="4"/>
                      <a:pt x="3" y="8"/>
                      <a:pt x="1" y="10"/>
                    </a:cubicBezTo>
                    <a:cubicBezTo>
                      <a:pt x="0" y="7"/>
                      <a:pt x="3" y="3"/>
                      <a:pt x="4" y="0"/>
                    </a:cubicBezTo>
                  </a:path>
                </a:pathLst>
              </a:custGeom>
              <a:solidFill>
                <a:srgbClr val="EFCA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585" name="Freeform 133">
                <a:extLst>
                  <a:ext uri="{FF2B5EF4-FFF2-40B4-BE49-F238E27FC236}">
                    <a16:creationId xmlns:a16="http://schemas.microsoft.com/office/drawing/2014/main" id="{05075D69-ED57-49D0-A3C4-7D58C7CEF1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9" y="3864"/>
                <a:ext cx="17" cy="48"/>
              </a:xfrm>
              <a:custGeom>
                <a:avLst/>
                <a:gdLst>
                  <a:gd name="T0" fmla="*/ 53 w 9"/>
                  <a:gd name="T1" fmla="*/ 0 h 26"/>
                  <a:gd name="T2" fmla="*/ 28 w 9"/>
                  <a:gd name="T3" fmla="*/ 44 h 26"/>
                  <a:gd name="T4" fmla="*/ 15 w 9"/>
                  <a:gd name="T5" fmla="*/ 89 h 26"/>
                  <a:gd name="T6" fmla="*/ 0 w 9"/>
                  <a:gd name="T7" fmla="*/ 164 h 26"/>
                  <a:gd name="T8" fmla="*/ 40 w 9"/>
                  <a:gd name="T9" fmla="*/ 76 h 26"/>
                  <a:gd name="T10" fmla="*/ 60 w 9"/>
                  <a:gd name="T11" fmla="*/ 7 h 2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" h="26">
                    <a:moveTo>
                      <a:pt x="8" y="0"/>
                    </a:moveTo>
                    <a:cubicBezTo>
                      <a:pt x="7" y="3"/>
                      <a:pt x="5" y="5"/>
                      <a:pt x="4" y="7"/>
                    </a:cubicBezTo>
                    <a:cubicBezTo>
                      <a:pt x="3" y="9"/>
                      <a:pt x="3" y="12"/>
                      <a:pt x="2" y="14"/>
                    </a:cubicBezTo>
                    <a:cubicBezTo>
                      <a:pt x="1" y="18"/>
                      <a:pt x="0" y="22"/>
                      <a:pt x="0" y="26"/>
                    </a:cubicBezTo>
                    <a:cubicBezTo>
                      <a:pt x="1" y="21"/>
                      <a:pt x="4" y="17"/>
                      <a:pt x="6" y="12"/>
                    </a:cubicBezTo>
                    <a:cubicBezTo>
                      <a:pt x="7" y="9"/>
                      <a:pt x="7" y="5"/>
                      <a:pt x="9" y="1"/>
                    </a:cubicBezTo>
                  </a:path>
                </a:pathLst>
              </a:custGeom>
              <a:solidFill>
                <a:srgbClr val="FDF3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586" name="Freeform 134">
                <a:extLst>
                  <a:ext uri="{FF2B5EF4-FFF2-40B4-BE49-F238E27FC236}">
                    <a16:creationId xmlns:a16="http://schemas.microsoft.com/office/drawing/2014/main" id="{F1E050CB-763C-45F6-BF85-DCB286574F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3" y="3940"/>
                <a:ext cx="35" cy="51"/>
              </a:xfrm>
              <a:custGeom>
                <a:avLst/>
                <a:gdLst>
                  <a:gd name="T0" fmla="*/ 118 w 19"/>
                  <a:gd name="T1" fmla="*/ 0 h 28"/>
                  <a:gd name="T2" fmla="*/ 61 w 19"/>
                  <a:gd name="T3" fmla="*/ 120 h 28"/>
                  <a:gd name="T4" fmla="*/ 0 w 19"/>
                  <a:gd name="T5" fmla="*/ 169 h 28"/>
                  <a:gd name="T6" fmla="*/ 61 w 19"/>
                  <a:gd name="T7" fmla="*/ 102 h 28"/>
                  <a:gd name="T8" fmla="*/ 96 w 19"/>
                  <a:gd name="T9" fmla="*/ 49 h 28"/>
                  <a:gd name="T10" fmla="*/ 118 w 19"/>
                  <a:gd name="T11" fmla="*/ 7 h 2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9" h="28">
                    <a:moveTo>
                      <a:pt x="19" y="0"/>
                    </a:moveTo>
                    <a:cubicBezTo>
                      <a:pt x="18" y="8"/>
                      <a:pt x="15" y="14"/>
                      <a:pt x="10" y="20"/>
                    </a:cubicBezTo>
                    <a:cubicBezTo>
                      <a:pt x="7" y="22"/>
                      <a:pt x="4" y="26"/>
                      <a:pt x="0" y="28"/>
                    </a:cubicBezTo>
                    <a:cubicBezTo>
                      <a:pt x="3" y="24"/>
                      <a:pt x="7" y="21"/>
                      <a:pt x="10" y="17"/>
                    </a:cubicBezTo>
                    <a:cubicBezTo>
                      <a:pt x="12" y="14"/>
                      <a:pt x="13" y="11"/>
                      <a:pt x="15" y="8"/>
                    </a:cubicBezTo>
                    <a:cubicBezTo>
                      <a:pt x="16" y="7"/>
                      <a:pt x="18" y="2"/>
                      <a:pt x="19" y="1"/>
                    </a:cubicBezTo>
                  </a:path>
                </a:pathLst>
              </a:custGeom>
              <a:solidFill>
                <a:srgbClr val="FDF3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587" name="Freeform 135">
                <a:extLst>
                  <a:ext uri="{FF2B5EF4-FFF2-40B4-BE49-F238E27FC236}">
                    <a16:creationId xmlns:a16="http://schemas.microsoft.com/office/drawing/2014/main" id="{232259B5-3F87-4124-9D3D-AB4FB3C710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2" y="4024"/>
                <a:ext cx="54" cy="24"/>
              </a:xfrm>
              <a:custGeom>
                <a:avLst/>
                <a:gdLst>
                  <a:gd name="T0" fmla="*/ 188 w 29"/>
                  <a:gd name="T1" fmla="*/ 61 h 13"/>
                  <a:gd name="T2" fmla="*/ 117 w 29"/>
                  <a:gd name="T3" fmla="*/ 81 h 13"/>
                  <a:gd name="T4" fmla="*/ 65 w 29"/>
                  <a:gd name="T5" fmla="*/ 61 h 13"/>
                  <a:gd name="T6" fmla="*/ 7 w 29"/>
                  <a:gd name="T7" fmla="*/ 0 h 13"/>
                  <a:gd name="T8" fmla="*/ 32 w 29"/>
                  <a:gd name="T9" fmla="*/ 20 h 13"/>
                  <a:gd name="T10" fmla="*/ 97 w 29"/>
                  <a:gd name="T11" fmla="*/ 52 h 13"/>
                  <a:gd name="T12" fmla="*/ 149 w 29"/>
                  <a:gd name="T13" fmla="*/ 61 h 13"/>
                  <a:gd name="T14" fmla="*/ 188 w 29"/>
                  <a:gd name="T15" fmla="*/ 61 h 1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9" h="13">
                    <a:moveTo>
                      <a:pt x="29" y="10"/>
                    </a:moveTo>
                    <a:cubicBezTo>
                      <a:pt x="25" y="10"/>
                      <a:pt x="21" y="13"/>
                      <a:pt x="18" y="13"/>
                    </a:cubicBezTo>
                    <a:cubicBezTo>
                      <a:pt x="15" y="13"/>
                      <a:pt x="12" y="11"/>
                      <a:pt x="10" y="10"/>
                    </a:cubicBezTo>
                    <a:cubicBezTo>
                      <a:pt x="6" y="9"/>
                      <a:pt x="0" y="5"/>
                      <a:pt x="1" y="0"/>
                    </a:cubicBezTo>
                    <a:cubicBezTo>
                      <a:pt x="2" y="2"/>
                      <a:pt x="4" y="2"/>
                      <a:pt x="5" y="3"/>
                    </a:cubicBezTo>
                    <a:cubicBezTo>
                      <a:pt x="8" y="5"/>
                      <a:pt x="11" y="7"/>
                      <a:pt x="15" y="8"/>
                    </a:cubicBezTo>
                    <a:cubicBezTo>
                      <a:pt x="17" y="9"/>
                      <a:pt x="20" y="10"/>
                      <a:pt x="23" y="10"/>
                    </a:cubicBezTo>
                    <a:cubicBezTo>
                      <a:pt x="25" y="10"/>
                      <a:pt x="27" y="11"/>
                      <a:pt x="29" y="10"/>
                    </a:cubicBezTo>
                  </a:path>
                </a:pathLst>
              </a:custGeom>
              <a:solidFill>
                <a:srgbClr val="FDF3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588" name="Freeform 136">
                <a:extLst>
                  <a:ext uri="{FF2B5EF4-FFF2-40B4-BE49-F238E27FC236}">
                    <a16:creationId xmlns:a16="http://schemas.microsoft.com/office/drawing/2014/main" id="{6C198883-EC72-4ED8-9EBF-BC4A117D2A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1" y="4021"/>
                <a:ext cx="24" cy="13"/>
              </a:xfrm>
              <a:custGeom>
                <a:avLst/>
                <a:gdLst>
                  <a:gd name="T0" fmla="*/ 81 w 13"/>
                  <a:gd name="T1" fmla="*/ 7 h 7"/>
                  <a:gd name="T2" fmla="*/ 0 w 13"/>
                  <a:gd name="T3" fmla="*/ 0 h 7"/>
                  <a:gd name="T4" fmla="*/ 76 w 13"/>
                  <a:gd name="T5" fmla="*/ 13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7">
                    <a:moveTo>
                      <a:pt x="13" y="1"/>
                    </a:moveTo>
                    <a:cubicBezTo>
                      <a:pt x="11" y="7"/>
                      <a:pt x="3" y="5"/>
                      <a:pt x="0" y="0"/>
                    </a:cubicBezTo>
                    <a:cubicBezTo>
                      <a:pt x="2" y="3"/>
                      <a:pt x="10" y="5"/>
                      <a:pt x="12" y="2"/>
                    </a:cubicBezTo>
                  </a:path>
                </a:pathLst>
              </a:custGeom>
              <a:solidFill>
                <a:srgbClr val="FDF3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589" name="Freeform 137">
                <a:extLst>
                  <a:ext uri="{FF2B5EF4-FFF2-40B4-BE49-F238E27FC236}">
                    <a16:creationId xmlns:a16="http://schemas.microsoft.com/office/drawing/2014/main" id="{9F68427A-92F2-412E-A4F8-D7F04B1720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5" y="4006"/>
                <a:ext cx="17" cy="16"/>
              </a:xfrm>
              <a:custGeom>
                <a:avLst/>
                <a:gdLst>
                  <a:gd name="T0" fmla="*/ 60 w 9"/>
                  <a:gd name="T1" fmla="*/ 16 h 9"/>
                  <a:gd name="T2" fmla="*/ 0 w 9"/>
                  <a:gd name="T3" fmla="*/ 0 h 9"/>
                  <a:gd name="T4" fmla="*/ 40 w 9"/>
                  <a:gd name="T5" fmla="*/ 12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9">
                    <a:moveTo>
                      <a:pt x="9" y="3"/>
                    </a:moveTo>
                    <a:cubicBezTo>
                      <a:pt x="8" y="9"/>
                      <a:pt x="0" y="4"/>
                      <a:pt x="0" y="0"/>
                    </a:cubicBezTo>
                    <a:cubicBezTo>
                      <a:pt x="1" y="2"/>
                      <a:pt x="5" y="5"/>
                      <a:pt x="6" y="2"/>
                    </a:cubicBezTo>
                  </a:path>
                </a:pathLst>
              </a:custGeom>
              <a:solidFill>
                <a:srgbClr val="FDF3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590" name="Freeform 138">
                <a:extLst>
                  <a:ext uri="{FF2B5EF4-FFF2-40B4-BE49-F238E27FC236}">
                    <a16:creationId xmlns:a16="http://schemas.microsoft.com/office/drawing/2014/main" id="{DAD2CBA2-D0E7-4D39-9960-1D2FFFF9BD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5" y="3993"/>
                <a:ext cx="11" cy="15"/>
              </a:xfrm>
              <a:custGeom>
                <a:avLst/>
                <a:gdLst>
                  <a:gd name="T0" fmla="*/ 37 w 6"/>
                  <a:gd name="T1" fmla="*/ 28 h 8"/>
                  <a:gd name="T2" fmla="*/ 7 w 6"/>
                  <a:gd name="T3" fmla="*/ 0 h 8"/>
                  <a:gd name="T4" fmla="*/ 24 w 6"/>
                  <a:gd name="T5" fmla="*/ 21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8">
                    <a:moveTo>
                      <a:pt x="6" y="4"/>
                    </a:moveTo>
                    <a:cubicBezTo>
                      <a:pt x="4" y="8"/>
                      <a:pt x="0" y="3"/>
                      <a:pt x="1" y="0"/>
                    </a:cubicBezTo>
                    <a:cubicBezTo>
                      <a:pt x="2" y="1"/>
                      <a:pt x="3" y="2"/>
                      <a:pt x="4" y="3"/>
                    </a:cubicBezTo>
                  </a:path>
                </a:pathLst>
              </a:custGeom>
              <a:solidFill>
                <a:srgbClr val="FDF3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591" name="Freeform 139">
                <a:extLst>
                  <a:ext uri="{FF2B5EF4-FFF2-40B4-BE49-F238E27FC236}">
                    <a16:creationId xmlns:a16="http://schemas.microsoft.com/office/drawing/2014/main" id="{E3339B80-CC53-4F74-A88C-14ACA607D2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1" y="3973"/>
                <a:ext cx="12" cy="29"/>
              </a:xfrm>
              <a:custGeom>
                <a:avLst/>
                <a:gdLst>
                  <a:gd name="T0" fmla="*/ 36 w 7"/>
                  <a:gd name="T1" fmla="*/ 0 h 16"/>
                  <a:gd name="T2" fmla="*/ 26 w 7"/>
                  <a:gd name="T3" fmla="*/ 53 h 16"/>
                  <a:gd name="T4" fmla="*/ 0 w 7"/>
                  <a:gd name="T5" fmla="*/ 96 h 16"/>
                  <a:gd name="T6" fmla="*/ 15 w 7"/>
                  <a:gd name="T7" fmla="*/ 44 h 16"/>
                  <a:gd name="T8" fmla="*/ 29 w 7"/>
                  <a:gd name="T9" fmla="*/ 0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16">
                    <a:moveTo>
                      <a:pt x="7" y="0"/>
                    </a:moveTo>
                    <a:cubicBezTo>
                      <a:pt x="6" y="3"/>
                      <a:pt x="7" y="6"/>
                      <a:pt x="5" y="9"/>
                    </a:cubicBezTo>
                    <a:cubicBezTo>
                      <a:pt x="4" y="12"/>
                      <a:pt x="3" y="14"/>
                      <a:pt x="0" y="16"/>
                    </a:cubicBezTo>
                    <a:cubicBezTo>
                      <a:pt x="2" y="13"/>
                      <a:pt x="2" y="10"/>
                      <a:pt x="3" y="7"/>
                    </a:cubicBezTo>
                    <a:cubicBezTo>
                      <a:pt x="4" y="5"/>
                      <a:pt x="6" y="3"/>
                      <a:pt x="6" y="0"/>
                    </a:cubicBezTo>
                  </a:path>
                </a:pathLst>
              </a:custGeom>
              <a:solidFill>
                <a:srgbClr val="FDF3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592" name="Freeform 140">
                <a:extLst>
                  <a:ext uri="{FF2B5EF4-FFF2-40B4-BE49-F238E27FC236}">
                    <a16:creationId xmlns:a16="http://schemas.microsoft.com/office/drawing/2014/main" id="{38C5C530-D77B-427E-843C-B6FA59C272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9" y="3967"/>
                <a:ext cx="13" cy="22"/>
              </a:xfrm>
              <a:custGeom>
                <a:avLst/>
                <a:gdLst>
                  <a:gd name="T0" fmla="*/ 45 w 7"/>
                  <a:gd name="T1" fmla="*/ 0 h 12"/>
                  <a:gd name="T2" fmla="*/ 32 w 7"/>
                  <a:gd name="T3" fmla="*/ 51 h 12"/>
                  <a:gd name="T4" fmla="*/ 0 w 7"/>
                  <a:gd name="T5" fmla="*/ 73 h 12"/>
                  <a:gd name="T6" fmla="*/ 45 w 7"/>
                  <a:gd name="T7" fmla="*/ 7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12">
                    <a:moveTo>
                      <a:pt x="7" y="0"/>
                    </a:moveTo>
                    <a:cubicBezTo>
                      <a:pt x="7" y="3"/>
                      <a:pt x="7" y="5"/>
                      <a:pt x="5" y="8"/>
                    </a:cubicBezTo>
                    <a:cubicBezTo>
                      <a:pt x="4" y="10"/>
                      <a:pt x="1" y="11"/>
                      <a:pt x="0" y="12"/>
                    </a:cubicBezTo>
                    <a:cubicBezTo>
                      <a:pt x="1" y="8"/>
                      <a:pt x="3" y="2"/>
                      <a:pt x="7" y="1"/>
                    </a:cubicBezTo>
                  </a:path>
                </a:pathLst>
              </a:custGeom>
              <a:solidFill>
                <a:srgbClr val="FDF3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593" name="Freeform 141">
                <a:extLst>
                  <a:ext uri="{FF2B5EF4-FFF2-40B4-BE49-F238E27FC236}">
                    <a16:creationId xmlns:a16="http://schemas.microsoft.com/office/drawing/2014/main" id="{52837CF8-6A61-4DA0-A113-8A04219FE5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1" y="3956"/>
                <a:ext cx="15" cy="19"/>
              </a:xfrm>
              <a:custGeom>
                <a:avLst/>
                <a:gdLst>
                  <a:gd name="T0" fmla="*/ 53 w 8"/>
                  <a:gd name="T1" fmla="*/ 0 h 10"/>
                  <a:gd name="T2" fmla="*/ 0 w 8"/>
                  <a:gd name="T3" fmla="*/ 68 h 10"/>
                  <a:gd name="T4" fmla="*/ 45 w 8"/>
                  <a:gd name="T5" fmla="*/ 0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0">
                    <a:moveTo>
                      <a:pt x="8" y="0"/>
                    </a:moveTo>
                    <a:cubicBezTo>
                      <a:pt x="6" y="5"/>
                      <a:pt x="4" y="8"/>
                      <a:pt x="0" y="10"/>
                    </a:cubicBezTo>
                    <a:cubicBezTo>
                      <a:pt x="1" y="7"/>
                      <a:pt x="3" y="1"/>
                      <a:pt x="7" y="0"/>
                    </a:cubicBezTo>
                  </a:path>
                </a:pathLst>
              </a:custGeom>
              <a:solidFill>
                <a:srgbClr val="FDF3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594" name="Freeform 142">
                <a:extLst>
                  <a:ext uri="{FF2B5EF4-FFF2-40B4-BE49-F238E27FC236}">
                    <a16:creationId xmlns:a16="http://schemas.microsoft.com/office/drawing/2014/main" id="{E509723B-74D6-43F7-BB90-39A4651058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3860"/>
                <a:ext cx="34" cy="100"/>
              </a:xfrm>
              <a:custGeom>
                <a:avLst/>
                <a:gdLst>
                  <a:gd name="T0" fmla="*/ 121 w 18"/>
                  <a:gd name="T1" fmla="*/ 0 h 54"/>
                  <a:gd name="T2" fmla="*/ 68 w 18"/>
                  <a:gd name="T3" fmla="*/ 196 h 54"/>
                  <a:gd name="T4" fmla="*/ 47 w 18"/>
                  <a:gd name="T5" fmla="*/ 267 h 54"/>
                  <a:gd name="T6" fmla="*/ 0 w 18"/>
                  <a:gd name="T7" fmla="*/ 343 h 54"/>
                  <a:gd name="T8" fmla="*/ 60 w 18"/>
                  <a:gd name="T9" fmla="*/ 128 h 54"/>
                  <a:gd name="T10" fmla="*/ 113 w 18"/>
                  <a:gd name="T11" fmla="*/ 7 h 5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8" h="54">
                    <a:moveTo>
                      <a:pt x="18" y="0"/>
                    </a:moveTo>
                    <a:cubicBezTo>
                      <a:pt x="10" y="9"/>
                      <a:pt x="11" y="20"/>
                      <a:pt x="10" y="31"/>
                    </a:cubicBezTo>
                    <a:cubicBezTo>
                      <a:pt x="10" y="35"/>
                      <a:pt x="9" y="39"/>
                      <a:pt x="7" y="42"/>
                    </a:cubicBezTo>
                    <a:cubicBezTo>
                      <a:pt x="6" y="46"/>
                      <a:pt x="2" y="50"/>
                      <a:pt x="0" y="54"/>
                    </a:cubicBezTo>
                    <a:cubicBezTo>
                      <a:pt x="8" y="47"/>
                      <a:pt x="7" y="30"/>
                      <a:pt x="9" y="20"/>
                    </a:cubicBezTo>
                    <a:cubicBezTo>
                      <a:pt x="11" y="13"/>
                      <a:pt x="13" y="7"/>
                      <a:pt x="17" y="1"/>
                    </a:cubicBezTo>
                  </a:path>
                </a:pathLst>
              </a:custGeom>
              <a:solidFill>
                <a:srgbClr val="EFCA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595" name="Freeform 143">
                <a:extLst>
                  <a:ext uri="{FF2B5EF4-FFF2-40B4-BE49-F238E27FC236}">
                    <a16:creationId xmlns:a16="http://schemas.microsoft.com/office/drawing/2014/main" id="{7CC3350A-DD90-431A-91C2-12784AA1A1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9" y="3787"/>
                <a:ext cx="31" cy="62"/>
              </a:xfrm>
              <a:custGeom>
                <a:avLst/>
                <a:gdLst>
                  <a:gd name="T0" fmla="*/ 86 w 17"/>
                  <a:gd name="T1" fmla="*/ 0 h 34"/>
                  <a:gd name="T2" fmla="*/ 0 w 17"/>
                  <a:gd name="T3" fmla="*/ 206 h 34"/>
                  <a:gd name="T4" fmla="*/ 53 w 17"/>
                  <a:gd name="T5" fmla="*/ 109 h 34"/>
                  <a:gd name="T6" fmla="*/ 73 w 17"/>
                  <a:gd name="T7" fmla="*/ 24 h 3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34">
                    <a:moveTo>
                      <a:pt x="14" y="0"/>
                    </a:moveTo>
                    <a:cubicBezTo>
                      <a:pt x="17" y="13"/>
                      <a:pt x="10" y="26"/>
                      <a:pt x="0" y="34"/>
                    </a:cubicBezTo>
                    <a:cubicBezTo>
                      <a:pt x="5" y="30"/>
                      <a:pt x="7" y="24"/>
                      <a:pt x="9" y="18"/>
                    </a:cubicBezTo>
                    <a:cubicBezTo>
                      <a:pt x="10" y="13"/>
                      <a:pt x="12" y="9"/>
                      <a:pt x="12" y="4"/>
                    </a:cubicBezTo>
                  </a:path>
                </a:pathLst>
              </a:custGeom>
              <a:solidFill>
                <a:srgbClr val="EFCA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596" name="Freeform 144">
                <a:extLst>
                  <a:ext uri="{FF2B5EF4-FFF2-40B4-BE49-F238E27FC236}">
                    <a16:creationId xmlns:a16="http://schemas.microsoft.com/office/drawing/2014/main" id="{ED1779D4-466B-47E9-9CE0-9DFC779BA4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7" y="3958"/>
                <a:ext cx="33" cy="81"/>
              </a:xfrm>
              <a:custGeom>
                <a:avLst/>
                <a:gdLst>
                  <a:gd name="T0" fmla="*/ 112 w 18"/>
                  <a:gd name="T1" fmla="*/ 0 h 44"/>
                  <a:gd name="T2" fmla="*/ 57 w 18"/>
                  <a:gd name="T3" fmla="*/ 149 h 44"/>
                  <a:gd name="T4" fmla="*/ 0 w 18"/>
                  <a:gd name="T5" fmla="*/ 274 h 44"/>
                  <a:gd name="T6" fmla="*/ 24 w 18"/>
                  <a:gd name="T7" fmla="*/ 156 h 44"/>
                  <a:gd name="T8" fmla="*/ 94 w 18"/>
                  <a:gd name="T9" fmla="*/ 7 h 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44">
                    <a:moveTo>
                      <a:pt x="18" y="0"/>
                    </a:moveTo>
                    <a:cubicBezTo>
                      <a:pt x="11" y="6"/>
                      <a:pt x="10" y="15"/>
                      <a:pt x="9" y="24"/>
                    </a:cubicBezTo>
                    <a:cubicBezTo>
                      <a:pt x="8" y="31"/>
                      <a:pt x="9" y="42"/>
                      <a:pt x="0" y="44"/>
                    </a:cubicBezTo>
                    <a:cubicBezTo>
                      <a:pt x="7" y="40"/>
                      <a:pt x="3" y="32"/>
                      <a:pt x="4" y="25"/>
                    </a:cubicBezTo>
                    <a:cubicBezTo>
                      <a:pt x="5" y="16"/>
                      <a:pt x="10" y="8"/>
                      <a:pt x="15" y="1"/>
                    </a:cubicBezTo>
                  </a:path>
                </a:pathLst>
              </a:custGeom>
              <a:solidFill>
                <a:srgbClr val="EFCA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597" name="Freeform 145">
                <a:extLst>
                  <a:ext uri="{FF2B5EF4-FFF2-40B4-BE49-F238E27FC236}">
                    <a16:creationId xmlns:a16="http://schemas.microsoft.com/office/drawing/2014/main" id="{A148681F-8868-42D9-88FD-6B46C4BC5A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5" y="3853"/>
                <a:ext cx="16" cy="50"/>
              </a:xfrm>
              <a:custGeom>
                <a:avLst/>
                <a:gdLst>
                  <a:gd name="T0" fmla="*/ 44 w 9"/>
                  <a:gd name="T1" fmla="*/ 0 h 27"/>
                  <a:gd name="T2" fmla="*/ 37 w 9"/>
                  <a:gd name="T3" fmla="*/ 104 h 27"/>
                  <a:gd name="T4" fmla="*/ 0 w 9"/>
                  <a:gd name="T5" fmla="*/ 172 h 27"/>
                  <a:gd name="T6" fmla="*/ 28 w 9"/>
                  <a:gd name="T7" fmla="*/ 89 h 27"/>
                  <a:gd name="T8" fmla="*/ 37 w 9"/>
                  <a:gd name="T9" fmla="*/ 13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27">
                    <a:moveTo>
                      <a:pt x="8" y="0"/>
                    </a:moveTo>
                    <a:cubicBezTo>
                      <a:pt x="9" y="5"/>
                      <a:pt x="8" y="11"/>
                      <a:pt x="7" y="16"/>
                    </a:cubicBezTo>
                    <a:cubicBezTo>
                      <a:pt x="5" y="20"/>
                      <a:pt x="3" y="23"/>
                      <a:pt x="0" y="27"/>
                    </a:cubicBezTo>
                    <a:cubicBezTo>
                      <a:pt x="4" y="24"/>
                      <a:pt x="4" y="17"/>
                      <a:pt x="5" y="14"/>
                    </a:cubicBezTo>
                    <a:cubicBezTo>
                      <a:pt x="6" y="10"/>
                      <a:pt x="8" y="6"/>
                      <a:pt x="7" y="2"/>
                    </a:cubicBezTo>
                  </a:path>
                </a:pathLst>
              </a:custGeom>
              <a:solidFill>
                <a:srgbClr val="EFCA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598" name="Freeform 146">
                <a:extLst>
                  <a:ext uri="{FF2B5EF4-FFF2-40B4-BE49-F238E27FC236}">
                    <a16:creationId xmlns:a16="http://schemas.microsoft.com/office/drawing/2014/main" id="{684C4F71-1577-408D-87B3-A684533041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0" y="3230"/>
                <a:ext cx="26" cy="365"/>
              </a:xfrm>
              <a:custGeom>
                <a:avLst/>
                <a:gdLst>
                  <a:gd name="T0" fmla="*/ 0 w 14"/>
                  <a:gd name="T1" fmla="*/ 0 h 198"/>
                  <a:gd name="T2" fmla="*/ 89 w 14"/>
                  <a:gd name="T3" fmla="*/ 1241 h 198"/>
                  <a:gd name="T4" fmla="*/ 0 w 14"/>
                  <a:gd name="T5" fmla="*/ 0 h 19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98">
                    <a:moveTo>
                      <a:pt x="0" y="0"/>
                    </a:moveTo>
                    <a:cubicBezTo>
                      <a:pt x="0" y="0"/>
                      <a:pt x="2" y="154"/>
                      <a:pt x="14" y="198"/>
                    </a:cubicBezTo>
                    <a:cubicBezTo>
                      <a:pt x="14" y="198"/>
                      <a:pt x="0" y="27"/>
                      <a:pt x="0" y="0"/>
                    </a:cubicBezTo>
                    <a:close/>
                  </a:path>
                </a:pathLst>
              </a:custGeom>
              <a:solidFill>
                <a:srgbClr val="FDF3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599" name="Freeform 147">
                <a:extLst>
                  <a:ext uri="{FF2B5EF4-FFF2-40B4-BE49-F238E27FC236}">
                    <a16:creationId xmlns:a16="http://schemas.microsoft.com/office/drawing/2014/main" id="{AB78B228-99EB-436E-A4AC-0EB9257418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9" y="3273"/>
                <a:ext cx="41" cy="409"/>
              </a:xfrm>
              <a:custGeom>
                <a:avLst/>
                <a:gdLst>
                  <a:gd name="T0" fmla="*/ 76 w 22"/>
                  <a:gd name="T1" fmla="*/ 0 h 222"/>
                  <a:gd name="T2" fmla="*/ 89 w 22"/>
                  <a:gd name="T3" fmla="*/ 556 h 222"/>
                  <a:gd name="T4" fmla="*/ 7 w 22"/>
                  <a:gd name="T5" fmla="*/ 1389 h 222"/>
                  <a:gd name="T6" fmla="*/ 39 w 22"/>
                  <a:gd name="T7" fmla="*/ 700 h 222"/>
                  <a:gd name="T8" fmla="*/ 76 w 22"/>
                  <a:gd name="T9" fmla="*/ 0 h 2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222">
                    <a:moveTo>
                      <a:pt x="12" y="0"/>
                    </a:moveTo>
                    <a:cubicBezTo>
                      <a:pt x="12" y="0"/>
                      <a:pt x="22" y="44"/>
                      <a:pt x="14" y="89"/>
                    </a:cubicBezTo>
                    <a:cubicBezTo>
                      <a:pt x="5" y="133"/>
                      <a:pt x="0" y="213"/>
                      <a:pt x="1" y="222"/>
                    </a:cubicBezTo>
                    <a:cubicBezTo>
                      <a:pt x="1" y="222"/>
                      <a:pt x="0" y="142"/>
                      <a:pt x="6" y="112"/>
                    </a:cubicBezTo>
                    <a:cubicBezTo>
                      <a:pt x="12" y="81"/>
                      <a:pt x="15" y="36"/>
                      <a:pt x="12" y="0"/>
                    </a:cubicBezTo>
                    <a:close/>
                  </a:path>
                </a:pathLst>
              </a:custGeom>
              <a:solidFill>
                <a:srgbClr val="EFCA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600" name="Freeform 148">
                <a:extLst>
                  <a:ext uri="{FF2B5EF4-FFF2-40B4-BE49-F238E27FC236}">
                    <a16:creationId xmlns:a16="http://schemas.microsoft.com/office/drawing/2014/main" id="{66FB41FE-581C-4402-B3ED-25AC42F5CD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7" y="1659"/>
                <a:ext cx="7" cy="8"/>
              </a:xfrm>
              <a:custGeom>
                <a:avLst/>
                <a:gdLst>
                  <a:gd name="T0" fmla="*/ 7 w 4"/>
                  <a:gd name="T1" fmla="*/ 8 h 4"/>
                  <a:gd name="T2" fmla="*/ 0 w 4"/>
                  <a:gd name="T3" fmla="*/ 32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4">
                    <a:moveTo>
                      <a:pt x="1" y="1"/>
                    </a:moveTo>
                    <a:cubicBezTo>
                      <a:pt x="2" y="0"/>
                      <a:pt x="4" y="4"/>
                      <a:pt x="0" y="4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601" name="Freeform 149">
                <a:extLst>
                  <a:ext uri="{FF2B5EF4-FFF2-40B4-BE49-F238E27FC236}">
                    <a16:creationId xmlns:a16="http://schemas.microsoft.com/office/drawing/2014/main" id="{4A842F44-3DFD-45D1-AD85-31DD06F1BD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6" y="2564"/>
                <a:ext cx="11" cy="24"/>
              </a:xfrm>
              <a:custGeom>
                <a:avLst/>
                <a:gdLst>
                  <a:gd name="T0" fmla="*/ 7 w 6"/>
                  <a:gd name="T1" fmla="*/ 76 h 13"/>
                  <a:gd name="T2" fmla="*/ 37 w 6"/>
                  <a:gd name="T3" fmla="*/ 37 h 13"/>
                  <a:gd name="T4" fmla="*/ 0 w 6"/>
                  <a:gd name="T5" fmla="*/ 81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13">
                    <a:moveTo>
                      <a:pt x="1" y="12"/>
                    </a:moveTo>
                    <a:cubicBezTo>
                      <a:pt x="1" y="11"/>
                      <a:pt x="5" y="0"/>
                      <a:pt x="6" y="6"/>
                    </a:cubicBezTo>
                    <a:cubicBezTo>
                      <a:pt x="6" y="10"/>
                      <a:pt x="4" y="11"/>
                      <a:pt x="0" y="13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602" name="Freeform 150">
                <a:extLst>
                  <a:ext uri="{FF2B5EF4-FFF2-40B4-BE49-F238E27FC236}">
                    <a16:creationId xmlns:a16="http://schemas.microsoft.com/office/drawing/2014/main" id="{4361F4C4-ABBE-4113-8040-4EB780E862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4" y="2525"/>
                <a:ext cx="11" cy="30"/>
              </a:xfrm>
              <a:custGeom>
                <a:avLst/>
                <a:gdLst>
                  <a:gd name="T0" fmla="*/ 0 w 6"/>
                  <a:gd name="T1" fmla="*/ 15 h 16"/>
                  <a:gd name="T2" fmla="*/ 31 w 6"/>
                  <a:gd name="T3" fmla="*/ 15 h 16"/>
                  <a:gd name="T4" fmla="*/ 31 w 6"/>
                  <a:gd name="T5" fmla="*/ 53 h 16"/>
                  <a:gd name="T6" fmla="*/ 31 w 6"/>
                  <a:gd name="T7" fmla="*/ 84 h 16"/>
                  <a:gd name="T8" fmla="*/ 7 w 6"/>
                  <a:gd name="T9" fmla="*/ 105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16">
                    <a:moveTo>
                      <a:pt x="0" y="2"/>
                    </a:moveTo>
                    <a:cubicBezTo>
                      <a:pt x="1" y="2"/>
                      <a:pt x="4" y="0"/>
                      <a:pt x="5" y="2"/>
                    </a:cubicBezTo>
                    <a:cubicBezTo>
                      <a:pt x="6" y="3"/>
                      <a:pt x="5" y="6"/>
                      <a:pt x="5" y="8"/>
                    </a:cubicBezTo>
                    <a:cubicBezTo>
                      <a:pt x="5" y="9"/>
                      <a:pt x="5" y="12"/>
                      <a:pt x="5" y="13"/>
                    </a:cubicBezTo>
                    <a:cubicBezTo>
                      <a:pt x="4" y="15"/>
                      <a:pt x="3" y="15"/>
                      <a:pt x="1" y="16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603" name="Freeform 151">
                <a:extLst>
                  <a:ext uri="{FF2B5EF4-FFF2-40B4-BE49-F238E27FC236}">
                    <a16:creationId xmlns:a16="http://schemas.microsoft.com/office/drawing/2014/main" id="{91DB6E33-B6F2-420E-AEB8-62EC09DA8F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0" y="2588"/>
                <a:ext cx="15" cy="24"/>
              </a:xfrm>
              <a:custGeom>
                <a:avLst/>
                <a:gdLst>
                  <a:gd name="T0" fmla="*/ 53 w 8"/>
                  <a:gd name="T1" fmla="*/ 20 h 13"/>
                  <a:gd name="T2" fmla="*/ 15 w 8"/>
                  <a:gd name="T3" fmla="*/ 31 h 13"/>
                  <a:gd name="T4" fmla="*/ 0 w 8"/>
                  <a:gd name="T5" fmla="*/ 81 h 13"/>
                  <a:gd name="T6" fmla="*/ 45 w 8"/>
                  <a:gd name="T7" fmla="*/ 81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13">
                    <a:moveTo>
                      <a:pt x="8" y="3"/>
                    </a:moveTo>
                    <a:cubicBezTo>
                      <a:pt x="7" y="0"/>
                      <a:pt x="3" y="3"/>
                      <a:pt x="2" y="5"/>
                    </a:cubicBezTo>
                    <a:cubicBezTo>
                      <a:pt x="1" y="7"/>
                      <a:pt x="0" y="11"/>
                      <a:pt x="0" y="13"/>
                    </a:cubicBezTo>
                    <a:cubicBezTo>
                      <a:pt x="2" y="12"/>
                      <a:pt x="6" y="10"/>
                      <a:pt x="7" y="13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604" name="Freeform 152">
                <a:extLst>
                  <a:ext uri="{FF2B5EF4-FFF2-40B4-BE49-F238E27FC236}">
                    <a16:creationId xmlns:a16="http://schemas.microsoft.com/office/drawing/2014/main" id="{9CE158E4-6C8E-412A-98D9-4932F233B8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2" y="2582"/>
                <a:ext cx="25" cy="26"/>
              </a:xfrm>
              <a:custGeom>
                <a:avLst/>
                <a:gdLst>
                  <a:gd name="T0" fmla="*/ 48 w 13"/>
                  <a:gd name="T1" fmla="*/ 89 h 14"/>
                  <a:gd name="T2" fmla="*/ 0 w 13"/>
                  <a:gd name="T3" fmla="*/ 76 h 14"/>
                  <a:gd name="T4" fmla="*/ 44 w 13"/>
                  <a:gd name="T5" fmla="*/ 20 h 14"/>
                  <a:gd name="T6" fmla="*/ 92 w 13"/>
                  <a:gd name="T7" fmla="*/ 45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14">
                    <a:moveTo>
                      <a:pt x="7" y="14"/>
                    </a:moveTo>
                    <a:cubicBezTo>
                      <a:pt x="6" y="12"/>
                      <a:pt x="2" y="11"/>
                      <a:pt x="0" y="12"/>
                    </a:cubicBezTo>
                    <a:cubicBezTo>
                      <a:pt x="3" y="9"/>
                      <a:pt x="4" y="5"/>
                      <a:pt x="6" y="3"/>
                    </a:cubicBezTo>
                    <a:cubicBezTo>
                      <a:pt x="9" y="0"/>
                      <a:pt x="13" y="3"/>
                      <a:pt x="13" y="7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605" name="Freeform 153">
                <a:extLst>
                  <a:ext uri="{FF2B5EF4-FFF2-40B4-BE49-F238E27FC236}">
                    <a16:creationId xmlns:a16="http://schemas.microsoft.com/office/drawing/2014/main" id="{25995C75-0A53-46E8-AF89-56CD9AF158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9" y="2527"/>
                <a:ext cx="11" cy="31"/>
              </a:xfrm>
              <a:custGeom>
                <a:avLst/>
                <a:gdLst>
                  <a:gd name="T0" fmla="*/ 37 w 6"/>
                  <a:gd name="T1" fmla="*/ 7 h 17"/>
                  <a:gd name="T2" fmla="*/ 7 w 6"/>
                  <a:gd name="T3" fmla="*/ 44 h 17"/>
                  <a:gd name="T4" fmla="*/ 20 w 6"/>
                  <a:gd name="T5" fmla="*/ 104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17">
                    <a:moveTo>
                      <a:pt x="6" y="1"/>
                    </a:moveTo>
                    <a:cubicBezTo>
                      <a:pt x="1" y="0"/>
                      <a:pt x="1" y="3"/>
                      <a:pt x="1" y="7"/>
                    </a:cubicBezTo>
                    <a:cubicBezTo>
                      <a:pt x="0" y="10"/>
                      <a:pt x="0" y="15"/>
                      <a:pt x="3" y="17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606" name="Freeform 154">
                <a:extLst>
                  <a:ext uri="{FF2B5EF4-FFF2-40B4-BE49-F238E27FC236}">
                    <a16:creationId xmlns:a16="http://schemas.microsoft.com/office/drawing/2014/main" id="{4EE44A63-E934-442D-B9E2-694331485D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7" y="2588"/>
                <a:ext cx="22" cy="22"/>
              </a:xfrm>
              <a:custGeom>
                <a:avLst/>
                <a:gdLst>
                  <a:gd name="T0" fmla="*/ 31 w 12"/>
                  <a:gd name="T1" fmla="*/ 61 h 12"/>
                  <a:gd name="T2" fmla="*/ 73 w 12"/>
                  <a:gd name="T3" fmla="*/ 73 h 12"/>
                  <a:gd name="T4" fmla="*/ 57 w 12"/>
                  <a:gd name="T5" fmla="*/ 37 h 12"/>
                  <a:gd name="T6" fmla="*/ 44 w 12"/>
                  <a:gd name="T7" fmla="*/ 7 h 12"/>
                  <a:gd name="T8" fmla="*/ 0 w 12"/>
                  <a:gd name="T9" fmla="*/ 20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5" y="10"/>
                    </a:moveTo>
                    <a:cubicBezTo>
                      <a:pt x="6" y="12"/>
                      <a:pt x="10" y="12"/>
                      <a:pt x="12" y="12"/>
                    </a:cubicBezTo>
                    <a:cubicBezTo>
                      <a:pt x="11" y="10"/>
                      <a:pt x="10" y="8"/>
                      <a:pt x="9" y="6"/>
                    </a:cubicBezTo>
                    <a:cubicBezTo>
                      <a:pt x="9" y="4"/>
                      <a:pt x="8" y="2"/>
                      <a:pt x="7" y="1"/>
                    </a:cubicBezTo>
                    <a:cubicBezTo>
                      <a:pt x="5" y="0"/>
                      <a:pt x="0" y="1"/>
                      <a:pt x="0" y="3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607" name="Freeform 155">
                <a:extLst>
                  <a:ext uri="{FF2B5EF4-FFF2-40B4-BE49-F238E27FC236}">
                    <a16:creationId xmlns:a16="http://schemas.microsoft.com/office/drawing/2014/main" id="{57FABFEA-5EB1-4CD4-A24C-67281DED42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9" y="2588"/>
                <a:ext cx="16" cy="25"/>
              </a:xfrm>
              <a:custGeom>
                <a:avLst/>
                <a:gdLst>
                  <a:gd name="T0" fmla="*/ 7 w 9"/>
                  <a:gd name="T1" fmla="*/ 73 h 14"/>
                  <a:gd name="T2" fmla="*/ 28 w 9"/>
                  <a:gd name="T3" fmla="*/ 73 h 14"/>
                  <a:gd name="T4" fmla="*/ 50 w 9"/>
                  <a:gd name="T5" fmla="*/ 80 h 14"/>
                  <a:gd name="T6" fmla="*/ 36 w 9"/>
                  <a:gd name="T7" fmla="*/ 52 h 14"/>
                  <a:gd name="T8" fmla="*/ 28 w 9"/>
                  <a:gd name="T9" fmla="*/ 23 h 14"/>
                  <a:gd name="T10" fmla="*/ 0 w 9"/>
                  <a:gd name="T11" fmla="*/ 7 h 1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" h="14">
                    <a:moveTo>
                      <a:pt x="1" y="13"/>
                    </a:moveTo>
                    <a:cubicBezTo>
                      <a:pt x="1" y="13"/>
                      <a:pt x="4" y="13"/>
                      <a:pt x="5" y="13"/>
                    </a:cubicBezTo>
                    <a:cubicBezTo>
                      <a:pt x="6" y="13"/>
                      <a:pt x="8" y="13"/>
                      <a:pt x="9" y="14"/>
                    </a:cubicBezTo>
                    <a:cubicBezTo>
                      <a:pt x="8" y="13"/>
                      <a:pt x="7" y="11"/>
                      <a:pt x="6" y="9"/>
                    </a:cubicBezTo>
                    <a:cubicBezTo>
                      <a:pt x="6" y="7"/>
                      <a:pt x="5" y="6"/>
                      <a:pt x="5" y="4"/>
                    </a:cubicBezTo>
                    <a:cubicBezTo>
                      <a:pt x="4" y="2"/>
                      <a:pt x="2" y="0"/>
                      <a:pt x="0" y="1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608" name="Freeform 156">
                <a:extLst>
                  <a:ext uri="{FF2B5EF4-FFF2-40B4-BE49-F238E27FC236}">
                    <a16:creationId xmlns:a16="http://schemas.microsoft.com/office/drawing/2014/main" id="{83C54D03-236B-40E3-879E-C86383BB25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3" y="2571"/>
                <a:ext cx="17" cy="19"/>
              </a:xfrm>
              <a:custGeom>
                <a:avLst/>
                <a:gdLst>
                  <a:gd name="T0" fmla="*/ 28 w 9"/>
                  <a:gd name="T1" fmla="*/ 61 h 10"/>
                  <a:gd name="T2" fmla="*/ 60 w 9"/>
                  <a:gd name="T3" fmla="*/ 61 h 10"/>
                  <a:gd name="T4" fmla="*/ 53 w 9"/>
                  <a:gd name="T5" fmla="*/ 40 h 10"/>
                  <a:gd name="T6" fmla="*/ 47 w 9"/>
                  <a:gd name="T7" fmla="*/ 21 h 10"/>
                  <a:gd name="T8" fmla="*/ 28 w 9"/>
                  <a:gd name="T9" fmla="*/ 0 h 10"/>
                  <a:gd name="T10" fmla="*/ 0 w 9"/>
                  <a:gd name="T11" fmla="*/ 0 h 1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" h="10">
                    <a:moveTo>
                      <a:pt x="4" y="9"/>
                    </a:moveTo>
                    <a:cubicBezTo>
                      <a:pt x="5" y="9"/>
                      <a:pt x="8" y="10"/>
                      <a:pt x="9" y="9"/>
                    </a:cubicBezTo>
                    <a:cubicBezTo>
                      <a:pt x="9" y="9"/>
                      <a:pt x="8" y="7"/>
                      <a:pt x="8" y="6"/>
                    </a:cubicBezTo>
                    <a:cubicBezTo>
                      <a:pt x="8" y="5"/>
                      <a:pt x="7" y="4"/>
                      <a:pt x="7" y="3"/>
                    </a:cubicBezTo>
                    <a:cubicBezTo>
                      <a:pt x="6" y="1"/>
                      <a:pt x="6" y="1"/>
                      <a:pt x="4" y="0"/>
                    </a:cubicBezTo>
                    <a:cubicBezTo>
                      <a:pt x="3" y="0"/>
                      <a:pt x="1" y="0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609" name="Freeform 157">
                <a:extLst>
                  <a:ext uri="{FF2B5EF4-FFF2-40B4-BE49-F238E27FC236}">
                    <a16:creationId xmlns:a16="http://schemas.microsoft.com/office/drawing/2014/main" id="{0D36D062-30A5-48AF-B187-FE404CABCE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2" y="1402"/>
                <a:ext cx="137" cy="35"/>
              </a:xfrm>
              <a:custGeom>
                <a:avLst/>
                <a:gdLst>
                  <a:gd name="T0" fmla="*/ 470 w 74"/>
                  <a:gd name="T1" fmla="*/ 118 h 19"/>
                  <a:gd name="T2" fmla="*/ 120 w 74"/>
                  <a:gd name="T3" fmla="*/ 37 h 19"/>
                  <a:gd name="T4" fmla="*/ 0 w 74"/>
                  <a:gd name="T5" fmla="*/ 0 h 19"/>
                  <a:gd name="T6" fmla="*/ 120 w 74"/>
                  <a:gd name="T7" fmla="*/ 24 h 19"/>
                  <a:gd name="T8" fmla="*/ 470 w 74"/>
                  <a:gd name="T9" fmla="*/ 118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4" h="19">
                    <a:moveTo>
                      <a:pt x="74" y="19"/>
                    </a:moveTo>
                    <a:cubicBezTo>
                      <a:pt x="51" y="6"/>
                      <a:pt x="27" y="6"/>
                      <a:pt x="19" y="6"/>
                    </a:cubicBezTo>
                    <a:cubicBezTo>
                      <a:pt x="11" y="5"/>
                      <a:pt x="0" y="0"/>
                      <a:pt x="0" y="0"/>
                    </a:cubicBezTo>
                    <a:cubicBezTo>
                      <a:pt x="0" y="0"/>
                      <a:pt x="11" y="4"/>
                      <a:pt x="19" y="4"/>
                    </a:cubicBezTo>
                    <a:cubicBezTo>
                      <a:pt x="27" y="5"/>
                      <a:pt x="51" y="6"/>
                      <a:pt x="74" y="19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610" name="Freeform 158">
                <a:extLst>
                  <a:ext uri="{FF2B5EF4-FFF2-40B4-BE49-F238E27FC236}">
                    <a16:creationId xmlns:a16="http://schemas.microsoft.com/office/drawing/2014/main" id="{DCABCB26-AEED-4D4E-BD1C-8F0F2B0AAE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3" y="1402"/>
                <a:ext cx="137" cy="35"/>
              </a:xfrm>
              <a:custGeom>
                <a:avLst/>
                <a:gdLst>
                  <a:gd name="T0" fmla="*/ 0 w 74"/>
                  <a:gd name="T1" fmla="*/ 118 h 19"/>
                  <a:gd name="T2" fmla="*/ 350 w 74"/>
                  <a:gd name="T3" fmla="*/ 37 h 19"/>
                  <a:gd name="T4" fmla="*/ 470 w 74"/>
                  <a:gd name="T5" fmla="*/ 0 h 19"/>
                  <a:gd name="T6" fmla="*/ 350 w 74"/>
                  <a:gd name="T7" fmla="*/ 24 h 19"/>
                  <a:gd name="T8" fmla="*/ 0 w 74"/>
                  <a:gd name="T9" fmla="*/ 118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4" h="19">
                    <a:moveTo>
                      <a:pt x="0" y="19"/>
                    </a:moveTo>
                    <a:cubicBezTo>
                      <a:pt x="22" y="6"/>
                      <a:pt x="46" y="6"/>
                      <a:pt x="55" y="6"/>
                    </a:cubicBezTo>
                    <a:cubicBezTo>
                      <a:pt x="63" y="5"/>
                      <a:pt x="74" y="0"/>
                      <a:pt x="74" y="0"/>
                    </a:cubicBezTo>
                    <a:cubicBezTo>
                      <a:pt x="74" y="0"/>
                      <a:pt x="63" y="4"/>
                      <a:pt x="55" y="4"/>
                    </a:cubicBezTo>
                    <a:cubicBezTo>
                      <a:pt x="46" y="5"/>
                      <a:pt x="22" y="6"/>
                      <a:pt x="0" y="19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611" name="Freeform 159">
                <a:extLst>
                  <a:ext uri="{FF2B5EF4-FFF2-40B4-BE49-F238E27FC236}">
                    <a16:creationId xmlns:a16="http://schemas.microsoft.com/office/drawing/2014/main" id="{66C0670C-D140-4642-99A8-E84E4F0CC4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9" y="2203"/>
                <a:ext cx="17" cy="24"/>
              </a:xfrm>
              <a:custGeom>
                <a:avLst/>
                <a:gdLst>
                  <a:gd name="T0" fmla="*/ 60 w 9"/>
                  <a:gd name="T1" fmla="*/ 7 h 13"/>
                  <a:gd name="T2" fmla="*/ 47 w 9"/>
                  <a:gd name="T3" fmla="*/ 13 h 13"/>
                  <a:gd name="T4" fmla="*/ 60 w 9"/>
                  <a:gd name="T5" fmla="*/ 68 h 13"/>
                  <a:gd name="T6" fmla="*/ 47 w 9"/>
                  <a:gd name="T7" fmla="*/ 7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13">
                    <a:moveTo>
                      <a:pt x="9" y="1"/>
                    </a:moveTo>
                    <a:cubicBezTo>
                      <a:pt x="8" y="1"/>
                      <a:pt x="7" y="1"/>
                      <a:pt x="7" y="2"/>
                    </a:cubicBezTo>
                    <a:cubicBezTo>
                      <a:pt x="6" y="6"/>
                      <a:pt x="6" y="9"/>
                      <a:pt x="9" y="11"/>
                    </a:cubicBezTo>
                    <a:cubicBezTo>
                      <a:pt x="0" y="13"/>
                      <a:pt x="0" y="0"/>
                      <a:pt x="7" y="1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612" name="Freeform 160">
                <a:extLst>
                  <a:ext uri="{FF2B5EF4-FFF2-40B4-BE49-F238E27FC236}">
                    <a16:creationId xmlns:a16="http://schemas.microsoft.com/office/drawing/2014/main" id="{39DD5EA7-1A43-476E-8EF1-35A88F4AB4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5" y="1645"/>
                <a:ext cx="15" cy="16"/>
              </a:xfrm>
              <a:custGeom>
                <a:avLst/>
                <a:gdLst>
                  <a:gd name="T0" fmla="*/ 2 w 15"/>
                  <a:gd name="T1" fmla="*/ 0 h 16"/>
                  <a:gd name="T2" fmla="*/ 0 w 15"/>
                  <a:gd name="T3" fmla="*/ 11 h 16"/>
                  <a:gd name="T4" fmla="*/ 6 w 15"/>
                  <a:gd name="T5" fmla="*/ 16 h 16"/>
                  <a:gd name="T6" fmla="*/ 15 w 15"/>
                  <a:gd name="T7" fmla="*/ 5 h 16"/>
                  <a:gd name="T8" fmla="*/ 2 w 15"/>
                  <a:gd name="T9" fmla="*/ 0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6">
                    <a:moveTo>
                      <a:pt x="2" y="0"/>
                    </a:moveTo>
                    <a:lnTo>
                      <a:pt x="0" y="11"/>
                    </a:lnTo>
                    <a:lnTo>
                      <a:pt x="6" y="16"/>
                    </a:lnTo>
                    <a:lnTo>
                      <a:pt x="15" y="5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6E8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613" name="Freeform 161">
                <a:extLst>
                  <a:ext uri="{FF2B5EF4-FFF2-40B4-BE49-F238E27FC236}">
                    <a16:creationId xmlns:a16="http://schemas.microsoft.com/office/drawing/2014/main" id="{278C2753-9EBC-487F-92E6-2C2CC9C8F9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0" y="1648"/>
                <a:ext cx="11" cy="11"/>
              </a:xfrm>
              <a:custGeom>
                <a:avLst/>
                <a:gdLst>
                  <a:gd name="T0" fmla="*/ 8 w 11"/>
                  <a:gd name="T1" fmla="*/ 0 h 11"/>
                  <a:gd name="T2" fmla="*/ 11 w 11"/>
                  <a:gd name="T3" fmla="*/ 10 h 11"/>
                  <a:gd name="T4" fmla="*/ 8 w 11"/>
                  <a:gd name="T5" fmla="*/ 11 h 11"/>
                  <a:gd name="T6" fmla="*/ 0 w 11"/>
                  <a:gd name="T7" fmla="*/ 4 h 11"/>
                  <a:gd name="T8" fmla="*/ 8 w 11"/>
                  <a:gd name="T9" fmla="*/ 0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1">
                    <a:moveTo>
                      <a:pt x="8" y="0"/>
                    </a:moveTo>
                    <a:lnTo>
                      <a:pt x="11" y="10"/>
                    </a:lnTo>
                    <a:lnTo>
                      <a:pt x="8" y="11"/>
                    </a:lnTo>
                    <a:lnTo>
                      <a:pt x="0" y="4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F6E8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614" name="Freeform 162">
                <a:extLst>
                  <a:ext uri="{FF2B5EF4-FFF2-40B4-BE49-F238E27FC236}">
                    <a16:creationId xmlns:a16="http://schemas.microsoft.com/office/drawing/2014/main" id="{22256426-4966-4EA2-A476-9017761777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8" y="1663"/>
                <a:ext cx="8" cy="7"/>
              </a:xfrm>
              <a:custGeom>
                <a:avLst/>
                <a:gdLst>
                  <a:gd name="T0" fmla="*/ 8 w 8"/>
                  <a:gd name="T1" fmla="*/ 2 h 7"/>
                  <a:gd name="T2" fmla="*/ 0 w 8"/>
                  <a:gd name="T3" fmla="*/ 0 h 7"/>
                  <a:gd name="T4" fmla="*/ 2 w 8"/>
                  <a:gd name="T5" fmla="*/ 7 h 7"/>
                  <a:gd name="T6" fmla="*/ 8 w 8"/>
                  <a:gd name="T7" fmla="*/ 2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7">
                    <a:moveTo>
                      <a:pt x="8" y="2"/>
                    </a:moveTo>
                    <a:lnTo>
                      <a:pt x="0" y="0"/>
                    </a:lnTo>
                    <a:lnTo>
                      <a:pt x="2" y="7"/>
                    </a:lnTo>
                    <a:lnTo>
                      <a:pt x="8" y="2"/>
                    </a:lnTo>
                    <a:close/>
                  </a:path>
                </a:pathLst>
              </a:custGeom>
              <a:solidFill>
                <a:srgbClr val="F6E8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615" name="Freeform 163">
                <a:extLst>
                  <a:ext uri="{FF2B5EF4-FFF2-40B4-BE49-F238E27FC236}">
                    <a16:creationId xmlns:a16="http://schemas.microsoft.com/office/drawing/2014/main" id="{A26EA974-0897-433C-AD60-C79C506578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4" y="1645"/>
                <a:ext cx="15" cy="16"/>
              </a:xfrm>
              <a:custGeom>
                <a:avLst/>
                <a:gdLst>
                  <a:gd name="T0" fmla="*/ 11 w 15"/>
                  <a:gd name="T1" fmla="*/ 0 h 16"/>
                  <a:gd name="T2" fmla="*/ 15 w 15"/>
                  <a:gd name="T3" fmla="*/ 11 h 16"/>
                  <a:gd name="T4" fmla="*/ 9 w 15"/>
                  <a:gd name="T5" fmla="*/ 16 h 16"/>
                  <a:gd name="T6" fmla="*/ 0 w 15"/>
                  <a:gd name="T7" fmla="*/ 5 h 16"/>
                  <a:gd name="T8" fmla="*/ 11 w 15"/>
                  <a:gd name="T9" fmla="*/ 0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6">
                    <a:moveTo>
                      <a:pt x="11" y="0"/>
                    </a:moveTo>
                    <a:lnTo>
                      <a:pt x="15" y="11"/>
                    </a:lnTo>
                    <a:lnTo>
                      <a:pt x="9" y="16"/>
                    </a:lnTo>
                    <a:lnTo>
                      <a:pt x="0" y="5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rgbClr val="F6E8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616" name="Freeform 164">
                <a:extLst>
                  <a:ext uri="{FF2B5EF4-FFF2-40B4-BE49-F238E27FC236}">
                    <a16:creationId xmlns:a16="http://schemas.microsoft.com/office/drawing/2014/main" id="{B1CE5617-3516-4199-9294-C1BD334091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2" y="1648"/>
                <a:ext cx="10" cy="13"/>
              </a:xfrm>
              <a:custGeom>
                <a:avLst/>
                <a:gdLst>
                  <a:gd name="T0" fmla="*/ 6 w 10"/>
                  <a:gd name="T1" fmla="*/ 0 h 13"/>
                  <a:gd name="T2" fmla="*/ 0 w 10"/>
                  <a:gd name="T3" fmla="*/ 8 h 13"/>
                  <a:gd name="T4" fmla="*/ 4 w 10"/>
                  <a:gd name="T5" fmla="*/ 13 h 13"/>
                  <a:gd name="T6" fmla="*/ 10 w 10"/>
                  <a:gd name="T7" fmla="*/ 4 h 13"/>
                  <a:gd name="T8" fmla="*/ 6 w 10"/>
                  <a:gd name="T9" fmla="*/ 0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3">
                    <a:moveTo>
                      <a:pt x="6" y="0"/>
                    </a:moveTo>
                    <a:lnTo>
                      <a:pt x="0" y="8"/>
                    </a:lnTo>
                    <a:lnTo>
                      <a:pt x="4" y="13"/>
                    </a:lnTo>
                    <a:lnTo>
                      <a:pt x="10" y="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6E8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617" name="Freeform 165">
                <a:extLst>
                  <a:ext uri="{FF2B5EF4-FFF2-40B4-BE49-F238E27FC236}">
                    <a16:creationId xmlns:a16="http://schemas.microsoft.com/office/drawing/2014/main" id="{956A2CFA-3867-4551-AEFD-D977BD1736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2" y="1061"/>
                <a:ext cx="57" cy="103"/>
              </a:xfrm>
              <a:custGeom>
                <a:avLst/>
                <a:gdLst>
                  <a:gd name="T0" fmla="*/ 142 w 31"/>
                  <a:gd name="T1" fmla="*/ 44 h 56"/>
                  <a:gd name="T2" fmla="*/ 94 w 31"/>
                  <a:gd name="T3" fmla="*/ 13 h 56"/>
                  <a:gd name="T4" fmla="*/ 37 w 31"/>
                  <a:gd name="T5" fmla="*/ 13 h 56"/>
                  <a:gd name="T6" fmla="*/ 7 w 31"/>
                  <a:gd name="T7" fmla="*/ 68 h 56"/>
                  <a:gd name="T8" fmla="*/ 20 w 31"/>
                  <a:gd name="T9" fmla="*/ 178 h 56"/>
                  <a:gd name="T10" fmla="*/ 105 w 31"/>
                  <a:gd name="T11" fmla="*/ 305 h 56"/>
                  <a:gd name="T12" fmla="*/ 149 w 31"/>
                  <a:gd name="T13" fmla="*/ 342 h 56"/>
                  <a:gd name="T14" fmla="*/ 193 w 31"/>
                  <a:gd name="T15" fmla="*/ 291 h 5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1" h="56">
                    <a:moveTo>
                      <a:pt x="23" y="7"/>
                    </a:moveTo>
                    <a:cubicBezTo>
                      <a:pt x="20" y="7"/>
                      <a:pt x="18" y="3"/>
                      <a:pt x="15" y="2"/>
                    </a:cubicBezTo>
                    <a:cubicBezTo>
                      <a:pt x="12" y="1"/>
                      <a:pt x="9" y="0"/>
                      <a:pt x="6" y="2"/>
                    </a:cubicBezTo>
                    <a:cubicBezTo>
                      <a:pt x="2" y="3"/>
                      <a:pt x="1" y="7"/>
                      <a:pt x="1" y="11"/>
                    </a:cubicBezTo>
                    <a:cubicBezTo>
                      <a:pt x="0" y="17"/>
                      <a:pt x="0" y="25"/>
                      <a:pt x="3" y="29"/>
                    </a:cubicBezTo>
                    <a:cubicBezTo>
                      <a:pt x="8" y="36"/>
                      <a:pt x="13" y="41"/>
                      <a:pt x="17" y="49"/>
                    </a:cubicBezTo>
                    <a:cubicBezTo>
                      <a:pt x="18" y="52"/>
                      <a:pt x="20" y="56"/>
                      <a:pt x="24" y="55"/>
                    </a:cubicBezTo>
                    <a:cubicBezTo>
                      <a:pt x="29" y="55"/>
                      <a:pt x="29" y="50"/>
                      <a:pt x="31" y="47"/>
                    </a:cubicBezTo>
                  </a:path>
                </a:pathLst>
              </a:custGeom>
              <a:solidFill>
                <a:srgbClr val="F6E8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618" name="Freeform 166">
                <a:extLst>
                  <a:ext uri="{FF2B5EF4-FFF2-40B4-BE49-F238E27FC236}">
                    <a16:creationId xmlns:a16="http://schemas.microsoft.com/office/drawing/2014/main" id="{E6B44716-C77D-46D8-8AD6-8559CB5DDF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2" y="1061"/>
                <a:ext cx="57" cy="103"/>
              </a:xfrm>
              <a:custGeom>
                <a:avLst/>
                <a:gdLst>
                  <a:gd name="T0" fmla="*/ 142 w 31"/>
                  <a:gd name="T1" fmla="*/ 44 h 56"/>
                  <a:gd name="T2" fmla="*/ 94 w 31"/>
                  <a:gd name="T3" fmla="*/ 13 h 56"/>
                  <a:gd name="T4" fmla="*/ 37 w 31"/>
                  <a:gd name="T5" fmla="*/ 13 h 56"/>
                  <a:gd name="T6" fmla="*/ 7 w 31"/>
                  <a:gd name="T7" fmla="*/ 68 h 56"/>
                  <a:gd name="T8" fmla="*/ 20 w 31"/>
                  <a:gd name="T9" fmla="*/ 178 h 56"/>
                  <a:gd name="T10" fmla="*/ 105 w 31"/>
                  <a:gd name="T11" fmla="*/ 305 h 56"/>
                  <a:gd name="T12" fmla="*/ 149 w 31"/>
                  <a:gd name="T13" fmla="*/ 342 h 56"/>
                  <a:gd name="T14" fmla="*/ 193 w 31"/>
                  <a:gd name="T15" fmla="*/ 291 h 5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1" h="56">
                    <a:moveTo>
                      <a:pt x="23" y="7"/>
                    </a:moveTo>
                    <a:cubicBezTo>
                      <a:pt x="20" y="7"/>
                      <a:pt x="18" y="3"/>
                      <a:pt x="15" y="2"/>
                    </a:cubicBezTo>
                    <a:cubicBezTo>
                      <a:pt x="12" y="1"/>
                      <a:pt x="9" y="0"/>
                      <a:pt x="6" y="2"/>
                    </a:cubicBezTo>
                    <a:cubicBezTo>
                      <a:pt x="2" y="3"/>
                      <a:pt x="1" y="7"/>
                      <a:pt x="1" y="11"/>
                    </a:cubicBezTo>
                    <a:cubicBezTo>
                      <a:pt x="0" y="17"/>
                      <a:pt x="0" y="25"/>
                      <a:pt x="3" y="29"/>
                    </a:cubicBezTo>
                    <a:cubicBezTo>
                      <a:pt x="8" y="36"/>
                      <a:pt x="13" y="41"/>
                      <a:pt x="17" y="49"/>
                    </a:cubicBezTo>
                    <a:cubicBezTo>
                      <a:pt x="18" y="52"/>
                      <a:pt x="20" y="56"/>
                      <a:pt x="24" y="55"/>
                    </a:cubicBezTo>
                    <a:cubicBezTo>
                      <a:pt x="29" y="55"/>
                      <a:pt x="29" y="50"/>
                      <a:pt x="31" y="47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619" name="Freeform 167">
                <a:extLst>
                  <a:ext uri="{FF2B5EF4-FFF2-40B4-BE49-F238E27FC236}">
                    <a16:creationId xmlns:a16="http://schemas.microsoft.com/office/drawing/2014/main" id="{47D91BB8-4247-4892-AA8F-AB6FC24FFB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7" y="1072"/>
                <a:ext cx="26" cy="50"/>
              </a:xfrm>
              <a:custGeom>
                <a:avLst/>
                <a:gdLst>
                  <a:gd name="T0" fmla="*/ 89 w 14"/>
                  <a:gd name="T1" fmla="*/ 172 h 27"/>
                  <a:gd name="T2" fmla="*/ 37 w 14"/>
                  <a:gd name="T3" fmla="*/ 120 h 27"/>
                  <a:gd name="T4" fmla="*/ 20 w 14"/>
                  <a:gd name="T5" fmla="*/ 44 h 27"/>
                  <a:gd name="T6" fmla="*/ 45 w 14"/>
                  <a:gd name="T7" fmla="*/ 0 h 27"/>
                  <a:gd name="T8" fmla="*/ 89 w 14"/>
                  <a:gd name="T9" fmla="*/ 20 h 27"/>
                  <a:gd name="T10" fmla="*/ 45 w 14"/>
                  <a:gd name="T11" fmla="*/ 7 h 27"/>
                  <a:gd name="T12" fmla="*/ 37 w 14"/>
                  <a:gd name="T13" fmla="*/ 120 h 27"/>
                  <a:gd name="T14" fmla="*/ 89 w 14"/>
                  <a:gd name="T15" fmla="*/ 172 h 2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4" h="27">
                    <a:moveTo>
                      <a:pt x="14" y="27"/>
                    </a:moveTo>
                    <a:cubicBezTo>
                      <a:pt x="13" y="24"/>
                      <a:pt x="8" y="22"/>
                      <a:pt x="6" y="19"/>
                    </a:cubicBezTo>
                    <a:cubicBezTo>
                      <a:pt x="4" y="16"/>
                      <a:pt x="2" y="11"/>
                      <a:pt x="3" y="7"/>
                    </a:cubicBezTo>
                    <a:cubicBezTo>
                      <a:pt x="4" y="5"/>
                      <a:pt x="4" y="1"/>
                      <a:pt x="7" y="0"/>
                    </a:cubicBezTo>
                    <a:cubicBezTo>
                      <a:pt x="9" y="0"/>
                      <a:pt x="12" y="2"/>
                      <a:pt x="14" y="3"/>
                    </a:cubicBezTo>
                    <a:cubicBezTo>
                      <a:pt x="14" y="3"/>
                      <a:pt x="9" y="1"/>
                      <a:pt x="7" y="1"/>
                    </a:cubicBezTo>
                    <a:cubicBezTo>
                      <a:pt x="5" y="2"/>
                      <a:pt x="0" y="10"/>
                      <a:pt x="6" y="19"/>
                    </a:cubicBezTo>
                    <a:cubicBezTo>
                      <a:pt x="13" y="27"/>
                      <a:pt x="12" y="21"/>
                      <a:pt x="14" y="27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620" name="Freeform 168">
                <a:extLst>
                  <a:ext uri="{FF2B5EF4-FFF2-40B4-BE49-F238E27FC236}">
                    <a16:creationId xmlns:a16="http://schemas.microsoft.com/office/drawing/2014/main" id="{BC31E920-9780-47CE-A16D-D12C1FCD36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3" y="1112"/>
                <a:ext cx="7" cy="24"/>
              </a:xfrm>
              <a:custGeom>
                <a:avLst/>
                <a:gdLst>
                  <a:gd name="T0" fmla="*/ 0 w 4"/>
                  <a:gd name="T1" fmla="*/ 52 h 13"/>
                  <a:gd name="T2" fmla="*/ 21 w 4"/>
                  <a:gd name="T3" fmla="*/ 81 h 13"/>
                  <a:gd name="T4" fmla="*/ 21 w 4"/>
                  <a:gd name="T5" fmla="*/ 13 h 13"/>
                  <a:gd name="T6" fmla="*/ 21 w 4"/>
                  <a:gd name="T7" fmla="*/ 13 h 13"/>
                  <a:gd name="T8" fmla="*/ 7 w 4"/>
                  <a:gd name="T9" fmla="*/ 24 h 13"/>
                  <a:gd name="T10" fmla="*/ 16 w 4"/>
                  <a:gd name="T11" fmla="*/ 76 h 13"/>
                  <a:gd name="T12" fmla="*/ 0 w 4"/>
                  <a:gd name="T13" fmla="*/ 52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" h="13">
                    <a:moveTo>
                      <a:pt x="0" y="8"/>
                    </a:moveTo>
                    <a:cubicBezTo>
                      <a:pt x="1" y="9"/>
                      <a:pt x="3" y="12"/>
                      <a:pt x="4" y="13"/>
                    </a:cubicBezTo>
                    <a:cubicBezTo>
                      <a:pt x="4" y="11"/>
                      <a:pt x="0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2" y="0"/>
                      <a:pt x="1" y="4"/>
                    </a:cubicBezTo>
                    <a:cubicBezTo>
                      <a:pt x="1" y="8"/>
                      <a:pt x="3" y="12"/>
                      <a:pt x="3" y="12"/>
                    </a:cubicBez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621" name="Freeform 169">
                <a:extLst>
                  <a:ext uri="{FF2B5EF4-FFF2-40B4-BE49-F238E27FC236}">
                    <a16:creationId xmlns:a16="http://schemas.microsoft.com/office/drawing/2014/main" id="{34EBD63F-776F-4616-9E60-908DD5CE4F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2" y="1065"/>
                <a:ext cx="26" cy="35"/>
              </a:xfrm>
              <a:custGeom>
                <a:avLst/>
                <a:gdLst>
                  <a:gd name="T0" fmla="*/ 89 w 14"/>
                  <a:gd name="T1" fmla="*/ 7 h 19"/>
                  <a:gd name="T2" fmla="*/ 24 w 14"/>
                  <a:gd name="T3" fmla="*/ 20 h 19"/>
                  <a:gd name="T4" fmla="*/ 45 w 14"/>
                  <a:gd name="T5" fmla="*/ 118 h 19"/>
                  <a:gd name="T6" fmla="*/ 32 w 14"/>
                  <a:gd name="T7" fmla="*/ 44 h 19"/>
                  <a:gd name="T8" fmla="*/ 76 w 14"/>
                  <a:gd name="T9" fmla="*/ 13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9">
                    <a:moveTo>
                      <a:pt x="14" y="1"/>
                    </a:moveTo>
                    <a:cubicBezTo>
                      <a:pt x="11" y="1"/>
                      <a:pt x="6" y="0"/>
                      <a:pt x="4" y="3"/>
                    </a:cubicBezTo>
                    <a:cubicBezTo>
                      <a:pt x="0" y="8"/>
                      <a:pt x="3" y="16"/>
                      <a:pt x="7" y="19"/>
                    </a:cubicBezTo>
                    <a:cubicBezTo>
                      <a:pt x="4" y="17"/>
                      <a:pt x="3" y="10"/>
                      <a:pt x="5" y="7"/>
                    </a:cubicBezTo>
                    <a:cubicBezTo>
                      <a:pt x="6" y="4"/>
                      <a:pt x="9" y="2"/>
                      <a:pt x="12" y="2"/>
                    </a:cubicBezTo>
                  </a:path>
                </a:pathLst>
              </a:custGeom>
              <a:solidFill>
                <a:srgbClr val="EFCA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622" name="Freeform 170">
                <a:extLst>
                  <a:ext uri="{FF2B5EF4-FFF2-40B4-BE49-F238E27FC236}">
                    <a16:creationId xmlns:a16="http://schemas.microsoft.com/office/drawing/2014/main" id="{F2184DF0-77FD-4620-B2E1-DF921F77EA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5" y="1074"/>
                <a:ext cx="16" cy="26"/>
              </a:xfrm>
              <a:custGeom>
                <a:avLst/>
                <a:gdLst>
                  <a:gd name="T0" fmla="*/ 50 w 9"/>
                  <a:gd name="T1" fmla="*/ 24 h 14"/>
                  <a:gd name="T2" fmla="*/ 36 w 9"/>
                  <a:gd name="T3" fmla="*/ 13 h 14"/>
                  <a:gd name="T4" fmla="*/ 12 w 9"/>
                  <a:gd name="T5" fmla="*/ 7 h 14"/>
                  <a:gd name="T6" fmla="*/ 16 w 9"/>
                  <a:gd name="T7" fmla="*/ 52 h 14"/>
                  <a:gd name="T8" fmla="*/ 37 w 9"/>
                  <a:gd name="T9" fmla="*/ 89 h 14"/>
                  <a:gd name="T10" fmla="*/ 21 w 9"/>
                  <a:gd name="T11" fmla="*/ 37 h 14"/>
                  <a:gd name="T12" fmla="*/ 50 w 9"/>
                  <a:gd name="T13" fmla="*/ 20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14">
                    <a:moveTo>
                      <a:pt x="9" y="4"/>
                    </a:moveTo>
                    <a:cubicBezTo>
                      <a:pt x="8" y="3"/>
                      <a:pt x="7" y="2"/>
                      <a:pt x="6" y="2"/>
                    </a:cubicBezTo>
                    <a:cubicBezTo>
                      <a:pt x="5" y="1"/>
                      <a:pt x="3" y="0"/>
                      <a:pt x="2" y="1"/>
                    </a:cubicBezTo>
                    <a:cubicBezTo>
                      <a:pt x="0" y="3"/>
                      <a:pt x="2" y="6"/>
                      <a:pt x="3" y="8"/>
                    </a:cubicBezTo>
                    <a:cubicBezTo>
                      <a:pt x="4" y="10"/>
                      <a:pt x="5" y="12"/>
                      <a:pt x="7" y="14"/>
                    </a:cubicBezTo>
                    <a:cubicBezTo>
                      <a:pt x="5" y="12"/>
                      <a:pt x="3" y="9"/>
                      <a:pt x="4" y="6"/>
                    </a:cubicBezTo>
                    <a:cubicBezTo>
                      <a:pt x="5" y="4"/>
                      <a:pt x="7" y="3"/>
                      <a:pt x="9" y="3"/>
                    </a:cubicBezTo>
                  </a:path>
                </a:pathLst>
              </a:custGeom>
              <a:solidFill>
                <a:srgbClr val="FDF3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623" name="Freeform 171">
                <a:extLst>
                  <a:ext uri="{FF2B5EF4-FFF2-40B4-BE49-F238E27FC236}">
                    <a16:creationId xmlns:a16="http://schemas.microsoft.com/office/drawing/2014/main" id="{57CB7F0F-24AF-42E3-8E07-C0685AEECC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3" y="1103"/>
                <a:ext cx="4" cy="17"/>
              </a:xfrm>
              <a:custGeom>
                <a:avLst/>
                <a:gdLst>
                  <a:gd name="T0" fmla="*/ 16 w 2"/>
                  <a:gd name="T1" fmla="*/ 40 h 9"/>
                  <a:gd name="T2" fmla="*/ 8 w 2"/>
                  <a:gd name="T3" fmla="*/ 60 h 9"/>
                  <a:gd name="T4" fmla="*/ 0 w 2"/>
                  <a:gd name="T5" fmla="*/ 32 h 9"/>
                  <a:gd name="T6" fmla="*/ 8 w 2"/>
                  <a:gd name="T7" fmla="*/ 0 h 9"/>
                  <a:gd name="T8" fmla="*/ 16 w 2"/>
                  <a:gd name="T9" fmla="*/ 4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9">
                    <a:moveTo>
                      <a:pt x="2" y="6"/>
                    </a:moveTo>
                    <a:cubicBezTo>
                      <a:pt x="1" y="7"/>
                      <a:pt x="1" y="8"/>
                      <a:pt x="1" y="9"/>
                    </a:cubicBezTo>
                    <a:cubicBezTo>
                      <a:pt x="0" y="9"/>
                      <a:pt x="0" y="6"/>
                      <a:pt x="0" y="5"/>
                    </a:cubicBezTo>
                    <a:cubicBezTo>
                      <a:pt x="0" y="4"/>
                      <a:pt x="0" y="1"/>
                      <a:pt x="1" y="0"/>
                    </a:cubicBezTo>
                    <a:cubicBezTo>
                      <a:pt x="2" y="2"/>
                      <a:pt x="2" y="4"/>
                      <a:pt x="2" y="6"/>
                    </a:cubicBezTo>
                  </a:path>
                </a:pathLst>
              </a:custGeom>
              <a:solidFill>
                <a:srgbClr val="FDF3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624" name="Freeform 172">
                <a:extLst>
                  <a:ext uri="{FF2B5EF4-FFF2-40B4-BE49-F238E27FC236}">
                    <a16:creationId xmlns:a16="http://schemas.microsoft.com/office/drawing/2014/main" id="{6CDE8B36-1A89-4D4E-BA81-085A6BB222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3" y="1061"/>
                <a:ext cx="57" cy="103"/>
              </a:xfrm>
              <a:custGeom>
                <a:avLst/>
                <a:gdLst>
                  <a:gd name="T0" fmla="*/ 51 w 31"/>
                  <a:gd name="T1" fmla="*/ 44 h 56"/>
                  <a:gd name="T2" fmla="*/ 94 w 31"/>
                  <a:gd name="T3" fmla="*/ 13 h 56"/>
                  <a:gd name="T4" fmla="*/ 156 w 31"/>
                  <a:gd name="T5" fmla="*/ 13 h 56"/>
                  <a:gd name="T6" fmla="*/ 186 w 31"/>
                  <a:gd name="T7" fmla="*/ 68 h 56"/>
                  <a:gd name="T8" fmla="*/ 169 w 31"/>
                  <a:gd name="T9" fmla="*/ 178 h 56"/>
                  <a:gd name="T10" fmla="*/ 88 w 31"/>
                  <a:gd name="T11" fmla="*/ 305 h 56"/>
                  <a:gd name="T12" fmla="*/ 37 w 31"/>
                  <a:gd name="T13" fmla="*/ 342 h 56"/>
                  <a:gd name="T14" fmla="*/ 0 w 31"/>
                  <a:gd name="T15" fmla="*/ 291 h 5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1" h="56">
                    <a:moveTo>
                      <a:pt x="8" y="7"/>
                    </a:moveTo>
                    <a:cubicBezTo>
                      <a:pt x="10" y="7"/>
                      <a:pt x="13" y="3"/>
                      <a:pt x="15" y="2"/>
                    </a:cubicBezTo>
                    <a:cubicBezTo>
                      <a:pt x="18" y="1"/>
                      <a:pt x="22" y="0"/>
                      <a:pt x="25" y="2"/>
                    </a:cubicBezTo>
                    <a:cubicBezTo>
                      <a:pt x="29" y="3"/>
                      <a:pt x="30" y="7"/>
                      <a:pt x="30" y="11"/>
                    </a:cubicBezTo>
                    <a:cubicBezTo>
                      <a:pt x="31" y="17"/>
                      <a:pt x="30" y="25"/>
                      <a:pt x="27" y="29"/>
                    </a:cubicBezTo>
                    <a:cubicBezTo>
                      <a:pt x="23" y="36"/>
                      <a:pt x="18" y="41"/>
                      <a:pt x="14" y="49"/>
                    </a:cubicBezTo>
                    <a:cubicBezTo>
                      <a:pt x="12" y="52"/>
                      <a:pt x="10" y="56"/>
                      <a:pt x="6" y="55"/>
                    </a:cubicBezTo>
                    <a:cubicBezTo>
                      <a:pt x="1" y="55"/>
                      <a:pt x="1" y="50"/>
                      <a:pt x="0" y="47"/>
                    </a:cubicBezTo>
                  </a:path>
                </a:pathLst>
              </a:custGeom>
              <a:solidFill>
                <a:srgbClr val="F6E8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625" name="Freeform 173">
                <a:extLst>
                  <a:ext uri="{FF2B5EF4-FFF2-40B4-BE49-F238E27FC236}">
                    <a16:creationId xmlns:a16="http://schemas.microsoft.com/office/drawing/2014/main" id="{B00A94A3-A9AE-44A6-8127-F3C06E044F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3" y="1061"/>
                <a:ext cx="57" cy="103"/>
              </a:xfrm>
              <a:custGeom>
                <a:avLst/>
                <a:gdLst>
                  <a:gd name="T0" fmla="*/ 51 w 31"/>
                  <a:gd name="T1" fmla="*/ 44 h 56"/>
                  <a:gd name="T2" fmla="*/ 94 w 31"/>
                  <a:gd name="T3" fmla="*/ 13 h 56"/>
                  <a:gd name="T4" fmla="*/ 156 w 31"/>
                  <a:gd name="T5" fmla="*/ 13 h 56"/>
                  <a:gd name="T6" fmla="*/ 186 w 31"/>
                  <a:gd name="T7" fmla="*/ 68 h 56"/>
                  <a:gd name="T8" fmla="*/ 169 w 31"/>
                  <a:gd name="T9" fmla="*/ 178 h 56"/>
                  <a:gd name="T10" fmla="*/ 88 w 31"/>
                  <a:gd name="T11" fmla="*/ 305 h 56"/>
                  <a:gd name="T12" fmla="*/ 37 w 31"/>
                  <a:gd name="T13" fmla="*/ 342 h 56"/>
                  <a:gd name="T14" fmla="*/ 0 w 31"/>
                  <a:gd name="T15" fmla="*/ 291 h 5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1" h="56">
                    <a:moveTo>
                      <a:pt x="8" y="7"/>
                    </a:moveTo>
                    <a:cubicBezTo>
                      <a:pt x="10" y="7"/>
                      <a:pt x="13" y="3"/>
                      <a:pt x="15" y="2"/>
                    </a:cubicBezTo>
                    <a:cubicBezTo>
                      <a:pt x="18" y="1"/>
                      <a:pt x="22" y="0"/>
                      <a:pt x="25" y="2"/>
                    </a:cubicBezTo>
                    <a:cubicBezTo>
                      <a:pt x="29" y="3"/>
                      <a:pt x="30" y="7"/>
                      <a:pt x="30" y="11"/>
                    </a:cubicBezTo>
                    <a:cubicBezTo>
                      <a:pt x="31" y="17"/>
                      <a:pt x="30" y="25"/>
                      <a:pt x="27" y="29"/>
                    </a:cubicBezTo>
                    <a:cubicBezTo>
                      <a:pt x="23" y="36"/>
                      <a:pt x="18" y="41"/>
                      <a:pt x="14" y="49"/>
                    </a:cubicBezTo>
                    <a:cubicBezTo>
                      <a:pt x="12" y="52"/>
                      <a:pt x="10" y="56"/>
                      <a:pt x="6" y="55"/>
                    </a:cubicBezTo>
                    <a:cubicBezTo>
                      <a:pt x="1" y="55"/>
                      <a:pt x="1" y="50"/>
                      <a:pt x="0" y="47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626" name="Freeform 174">
                <a:extLst>
                  <a:ext uri="{FF2B5EF4-FFF2-40B4-BE49-F238E27FC236}">
                    <a16:creationId xmlns:a16="http://schemas.microsoft.com/office/drawing/2014/main" id="{4521B62E-205F-4CC5-A267-3E709B9A6B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9" y="1072"/>
                <a:ext cx="26" cy="50"/>
              </a:xfrm>
              <a:custGeom>
                <a:avLst/>
                <a:gdLst>
                  <a:gd name="T0" fmla="*/ 0 w 14"/>
                  <a:gd name="T1" fmla="*/ 172 h 27"/>
                  <a:gd name="T2" fmla="*/ 52 w 14"/>
                  <a:gd name="T3" fmla="*/ 120 h 27"/>
                  <a:gd name="T4" fmla="*/ 69 w 14"/>
                  <a:gd name="T5" fmla="*/ 44 h 27"/>
                  <a:gd name="T6" fmla="*/ 45 w 14"/>
                  <a:gd name="T7" fmla="*/ 0 h 27"/>
                  <a:gd name="T8" fmla="*/ 0 w 14"/>
                  <a:gd name="T9" fmla="*/ 20 h 27"/>
                  <a:gd name="T10" fmla="*/ 45 w 14"/>
                  <a:gd name="T11" fmla="*/ 7 h 27"/>
                  <a:gd name="T12" fmla="*/ 45 w 14"/>
                  <a:gd name="T13" fmla="*/ 120 h 27"/>
                  <a:gd name="T14" fmla="*/ 0 w 14"/>
                  <a:gd name="T15" fmla="*/ 172 h 2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4" h="27">
                    <a:moveTo>
                      <a:pt x="0" y="27"/>
                    </a:moveTo>
                    <a:cubicBezTo>
                      <a:pt x="1" y="24"/>
                      <a:pt x="6" y="22"/>
                      <a:pt x="8" y="19"/>
                    </a:cubicBezTo>
                    <a:cubicBezTo>
                      <a:pt x="10" y="16"/>
                      <a:pt x="12" y="11"/>
                      <a:pt x="11" y="7"/>
                    </a:cubicBezTo>
                    <a:cubicBezTo>
                      <a:pt x="10" y="5"/>
                      <a:pt x="10" y="1"/>
                      <a:pt x="7" y="0"/>
                    </a:cubicBezTo>
                    <a:cubicBezTo>
                      <a:pt x="4" y="0"/>
                      <a:pt x="2" y="2"/>
                      <a:pt x="0" y="3"/>
                    </a:cubicBezTo>
                    <a:cubicBezTo>
                      <a:pt x="0" y="3"/>
                      <a:pt x="5" y="1"/>
                      <a:pt x="7" y="1"/>
                    </a:cubicBezTo>
                    <a:cubicBezTo>
                      <a:pt x="8" y="2"/>
                      <a:pt x="14" y="10"/>
                      <a:pt x="7" y="19"/>
                    </a:cubicBezTo>
                    <a:cubicBezTo>
                      <a:pt x="1" y="27"/>
                      <a:pt x="1" y="21"/>
                      <a:pt x="0" y="27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627" name="Freeform 175">
                <a:extLst>
                  <a:ext uri="{FF2B5EF4-FFF2-40B4-BE49-F238E27FC236}">
                    <a16:creationId xmlns:a16="http://schemas.microsoft.com/office/drawing/2014/main" id="{F9ED7566-8C06-4372-8E9A-85CD3D3D36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1" y="1112"/>
                <a:ext cx="6" cy="24"/>
              </a:xfrm>
              <a:custGeom>
                <a:avLst/>
                <a:gdLst>
                  <a:gd name="T0" fmla="*/ 24 w 3"/>
                  <a:gd name="T1" fmla="*/ 52 h 13"/>
                  <a:gd name="T2" fmla="*/ 0 w 3"/>
                  <a:gd name="T3" fmla="*/ 81 h 13"/>
                  <a:gd name="T4" fmla="*/ 0 w 3"/>
                  <a:gd name="T5" fmla="*/ 13 h 13"/>
                  <a:gd name="T6" fmla="*/ 0 w 3"/>
                  <a:gd name="T7" fmla="*/ 13 h 13"/>
                  <a:gd name="T8" fmla="*/ 16 w 3"/>
                  <a:gd name="T9" fmla="*/ 24 h 13"/>
                  <a:gd name="T10" fmla="*/ 0 w 3"/>
                  <a:gd name="T11" fmla="*/ 76 h 13"/>
                  <a:gd name="T12" fmla="*/ 24 w 3"/>
                  <a:gd name="T13" fmla="*/ 52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13">
                    <a:moveTo>
                      <a:pt x="3" y="8"/>
                    </a:moveTo>
                    <a:cubicBezTo>
                      <a:pt x="3" y="9"/>
                      <a:pt x="1" y="12"/>
                      <a:pt x="0" y="13"/>
                    </a:cubicBezTo>
                    <a:cubicBezTo>
                      <a:pt x="0" y="11"/>
                      <a:pt x="3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2" y="0"/>
                      <a:pt x="2" y="4"/>
                    </a:cubicBezTo>
                    <a:cubicBezTo>
                      <a:pt x="3" y="8"/>
                      <a:pt x="0" y="12"/>
                      <a:pt x="0" y="12"/>
                    </a:cubicBezTo>
                    <a:lnTo>
                      <a:pt x="3" y="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628" name="Freeform 176">
                <a:extLst>
                  <a:ext uri="{FF2B5EF4-FFF2-40B4-BE49-F238E27FC236}">
                    <a16:creationId xmlns:a16="http://schemas.microsoft.com/office/drawing/2014/main" id="{544FB61B-0F51-472B-AA66-433FD29DFE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4" y="1065"/>
                <a:ext cx="24" cy="35"/>
              </a:xfrm>
              <a:custGeom>
                <a:avLst/>
                <a:gdLst>
                  <a:gd name="T0" fmla="*/ 0 w 13"/>
                  <a:gd name="T1" fmla="*/ 7 h 19"/>
                  <a:gd name="T2" fmla="*/ 61 w 13"/>
                  <a:gd name="T3" fmla="*/ 20 h 19"/>
                  <a:gd name="T4" fmla="*/ 44 w 13"/>
                  <a:gd name="T5" fmla="*/ 118 h 19"/>
                  <a:gd name="T6" fmla="*/ 57 w 13"/>
                  <a:gd name="T7" fmla="*/ 44 h 19"/>
                  <a:gd name="T8" fmla="*/ 13 w 13"/>
                  <a:gd name="T9" fmla="*/ 13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9">
                    <a:moveTo>
                      <a:pt x="0" y="1"/>
                    </a:moveTo>
                    <a:cubicBezTo>
                      <a:pt x="3" y="1"/>
                      <a:pt x="8" y="0"/>
                      <a:pt x="10" y="3"/>
                    </a:cubicBezTo>
                    <a:cubicBezTo>
                      <a:pt x="13" y="8"/>
                      <a:pt x="10" y="16"/>
                      <a:pt x="7" y="19"/>
                    </a:cubicBezTo>
                    <a:cubicBezTo>
                      <a:pt x="10" y="17"/>
                      <a:pt x="10" y="10"/>
                      <a:pt x="9" y="7"/>
                    </a:cubicBezTo>
                    <a:cubicBezTo>
                      <a:pt x="8" y="4"/>
                      <a:pt x="5" y="2"/>
                      <a:pt x="2" y="2"/>
                    </a:cubicBezTo>
                  </a:path>
                </a:pathLst>
              </a:custGeom>
              <a:solidFill>
                <a:srgbClr val="EFCA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629" name="Freeform 177">
                <a:extLst>
                  <a:ext uri="{FF2B5EF4-FFF2-40B4-BE49-F238E27FC236}">
                    <a16:creationId xmlns:a16="http://schemas.microsoft.com/office/drawing/2014/main" id="{16D587C3-3F2F-4EE8-8A75-24F38FE0AA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9" y="1074"/>
                <a:ext cx="17" cy="26"/>
              </a:xfrm>
              <a:custGeom>
                <a:avLst/>
                <a:gdLst>
                  <a:gd name="T0" fmla="*/ 0 w 9"/>
                  <a:gd name="T1" fmla="*/ 24 h 14"/>
                  <a:gd name="T2" fmla="*/ 28 w 9"/>
                  <a:gd name="T3" fmla="*/ 13 h 14"/>
                  <a:gd name="T4" fmla="*/ 53 w 9"/>
                  <a:gd name="T5" fmla="*/ 7 h 14"/>
                  <a:gd name="T6" fmla="*/ 47 w 9"/>
                  <a:gd name="T7" fmla="*/ 52 h 14"/>
                  <a:gd name="T8" fmla="*/ 21 w 9"/>
                  <a:gd name="T9" fmla="*/ 89 h 14"/>
                  <a:gd name="T10" fmla="*/ 40 w 9"/>
                  <a:gd name="T11" fmla="*/ 37 h 14"/>
                  <a:gd name="T12" fmla="*/ 8 w 9"/>
                  <a:gd name="T13" fmla="*/ 20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14">
                    <a:moveTo>
                      <a:pt x="0" y="4"/>
                    </a:moveTo>
                    <a:cubicBezTo>
                      <a:pt x="1" y="3"/>
                      <a:pt x="3" y="2"/>
                      <a:pt x="4" y="2"/>
                    </a:cubicBezTo>
                    <a:cubicBezTo>
                      <a:pt x="5" y="1"/>
                      <a:pt x="7" y="0"/>
                      <a:pt x="8" y="1"/>
                    </a:cubicBezTo>
                    <a:cubicBezTo>
                      <a:pt x="9" y="3"/>
                      <a:pt x="7" y="6"/>
                      <a:pt x="7" y="8"/>
                    </a:cubicBezTo>
                    <a:cubicBezTo>
                      <a:pt x="6" y="10"/>
                      <a:pt x="4" y="12"/>
                      <a:pt x="3" y="14"/>
                    </a:cubicBezTo>
                    <a:cubicBezTo>
                      <a:pt x="4" y="12"/>
                      <a:pt x="6" y="9"/>
                      <a:pt x="6" y="6"/>
                    </a:cubicBezTo>
                    <a:cubicBezTo>
                      <a:pt x="5" y="4"/>
                      <a:pt x="2" y="3"/>
                      <a:pt x="1" y="3"/>
                    </a:cubicBezTo>
                  </a:path>
                </a:pathLst>
              </a:custGeom>
              <a:solidFill>
                <a:srgbClr val="FDF3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630" name="Freeform 178">
                <a:extLst>
                  <a:ext uri="{FF2B5EF4-FFF2-40B4-BE49-F238E27FC236}">
                    <a16:creationId xmlns:a16="http://schemas.microsoft.com/office/drawing/2014/main" id="{A0D0DF99-C578-4F40-B07E-3DCAD641BA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5" y="1103"/>
                <a:ext cx="4" cy="17"/>
              </a:xfrm>
              <a:custGeom>
                <a:avLst/>
                <a:gdLst>
                  <a:gd name="T0" fmla="*/ 0 w 2"/>
                  <a:gd name="T1" fmla="*/ 40 h 9"/>
                  <a:gd name="T2" fmla="*/ 8 w 2"/>
                  <a:gd name="T3" fmla="*/ 60 h 9"/>
                  <a:gd name="T4" fmla="*/ 16 w 2"/>
                  <a:gd name="T5" fmla="*/ 32 h 9"/>
                  <a:gd name="T6" fmla="*/ 8 w 2"/>
                  <a:gd name="T7" fmla="*/ 0 h 9"/>
                  <a:gd name="T8" fmla="*/ 0 w 2"/>
                  <a:gd name="T9" fmla="*/ 4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9">
                    <a:moveTo>
                      <a:pt x="0" y="6"/>
                    </a:moveTo>
                    <a:cubicBezTo>
                      <a:pt x="1" y="7"/>
                      <a:pt x="0" y="8"/>
                      <a:pt x="1" y="9"/>
                    </a:cubicBezTo>
                    <a:cubicBezTo>
                      <a:pt x="2" y="9"/>
                      <a:pt x="2" y="6"/>
                      <a:pt x="2" y="5"/>
                    </a:cubicBezTo>
                    <a:cubicBezTo>
                      <a:pt x="2" y="4"/>
                      <a:pt x="2" y="1"/>
                      <a:pt x="1" y="0"/>
                    </a:cubicBezTo>
                    <a:cubicBezTo>
                      <a:pt x="0" y="2"/>
                      <a:pt x="0" y="4"/>
                      <a:pt x="0" y="6"/>
                    </a:cubicBezTo>
                  </a:path>
                </a:pathLst>
              </a:custGeom>
              <a:solidFill>
                <a:srgbClr val="FDF3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631" name="Freeform 179">
                <a:extLst>
                  <a:ext uri="{FF2B5EF4-FFF2-40B4-BE49-F238E27FC236}">
                    <a16:creationId xmlns:a16="http://schemas.microsoft.com/office/drawing/2014/main" id="{F3858E60-60D9-417D-8885-129514270C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6" y="792"/>
                <a:ext cx="350" cy="530"/>
              </a:xfrm>
              <a:custGeom>
                <a:avLst/>
                <a:gdLst>
                  <a:gd name="T0" fmla="*/ 1200 w 189"/>
                  <a:gd name="T1" fmla="*/ 548 h 288"/>
                  <a:gd name="T2" fmla="*/ 604 w 189"/>
                  <a:gd name="T3" fmla="*/ 0 h 288"/>
                  <a:gd name="T4" fmla="*/ 7 w 189"/>
                  <a:gd name="T5" fmla="*/ 556 h 288"/>
                  <a:gd name="T6" fmla="*/ 57 w 189"/>
                  <a:gd name="T7" fmla="*/ 1003 h 288"/>
                  <a:gd name="T8" fmla="*/ 237 w 189"/>
                  <a:gd name="T9" fmla="*/ 1515 h 288"/>
                  <a:gd name="T10" fmla="*/ 641 w 189"/>
                  <a:gd name="T11" fmla="*/ 1789 h 288"/>
                  <a:gd name="T12" fmla="*/ 1067 w 189"/>
                  <a:gd name="T13" fmla="*/ 1415 h 288"/>
                  <a:gd name="T14" fmla="*/ 1187 w 189"/>
                  <a:gd name="T15" fmla="*/ 918 h 288"/>
                  <a:gd name="T16" fmla="*/ 1200 w 189"/>
                  <a:gd name="T17" fmla="*/ 548 h 28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89" h="288">
                    <a:moveTo>
                      <a:pt x="189" y="88"/>
                    </a:moveTo>
                    <a:cubicBezTo>
                      <a:pt x="188" y="29"/>
                      <a:pt x="150" y="0"/>
                      <a:pt x="95" y="0"/>
                    </a:cubicBezTo>
                    <a:cubicBezTo>
                      <a:pt x="40" y="1"/>
                      <a:pt x="0" y="31"/>
                      <a:pt x="1" y="89"/>
                    </a:cubicBezTo>
                    <a:cubicBezTo>
                      <a:pt x="1" y="105"/>
                      <a:pt x="10" y="156"/>
                      <a:pt x="9" y="161"/>
                    </a:cubicBezTo>
                    <a:cubicBezTo>
                      <a:pt x="9" y="170"/>
                      <a:pt x="21" y="224"/>
                      <a:pt x="37" y="243"/>
                    </a:cubicBezTo>
                    <a:cubicBezTo>
                      <a:pt x="53" y="261"/>
                      <a:pt x="74" y="288"/>
                      <a:pt x="101" y="287"/>
                    </a:cubicBezTo>
                    <a:cubicBezTo>
                      <a:pt x="129" y="286"/>
                      <a:pt x="163" y="238"/>
                      <a:pt x="168" y="227"/>
                    </a:cubicBezTo>
                    <a:cubicBezTo>
                      <a:pt x="172" y="216"/>
                      <a:pt x="186" y="176"/>
                      <a:pt x="187" y="147"/>
                    </a:cubicBezTo>
                    <a:cubicBezTo>
                      <a:pt x="187" y="136"/>
                      <a:pt x="189" y="97"/>
                      <a:pt x="189" y="88"/>
                    </a:cubicBezTo>
                    <a:close/>
                  </a:path>
                </a:pathLst>
              </a:custGeom>
              <a:solidFill>
                <a:srgbClr val="F6E8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632" name="Freeform 180">
                <a:extLst>
                  <a:ext uri="{FF2B5EF4-FFF2-40B4-BE49-F238E27FC236}">
                    <a16:creationId xmlns:a16="http://schemas.microsoft.com/office/drawing/2014/main" id="{189BA149-3CBB-488E-A1EE-3FA3533884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9" y="1149"/>
                <a:ext cx="26" cy="8"/>
              </a:xfrm>
              <a:custGeom>
                <a:avLst/>
                <a:gdLst>
                  <a:gd name="T0" fmla="*/ 89 w 14"/>
                  <a:gd name="T1" fmla="*/ 16 h 4"/>
                  <a:gd name="T2" fmla="*/ 76 w 14"/>
                  <a:gd name="T3" fmla="*/ 0 h 4"/>
                  <a:gd name="T4" fmla="*/ 59 w 14"/>
                  <a:gd name="T5" fmla="*/ 16 h 4"/>
                  <a:gd name="T6" fmla="*/ 24 w 14"/>
                  <a:gd name="T7" fmla="*/ 24 h 4"/>
                  <a:gd name="T8" fmla="*/ 0 w 14"/>
                  <a:gd name="T9" fmla="*/ 8 h 4"/>
                  <a:gd name="T10" fmla="*/ 20 w 14"/>
                  <a:gd name="T11" fmla="*/ 24 h 4"/>
                  <a:gd name="T12" fmla="*/ 45 w 14"/>
                  <a:gd name="T13" fmla="*/ 24 h 4"/>
                  <a:gd name="T14" fmla="*/ 69 w 14"/>
                  <a:gd name="T15" fmla="*/ 16 h 4"/>
                  <a:gd name="T16" fmla="*/ 76 w 14"/>
                  <a:gd name="T17" fmla="*/ 24 h 4"/>
                  <a:gd name="T18" fmla="*/ 89 w 14"/>
                  <a:gd name="T19" fmla="*/ 16 h 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4" h="4">
                    <a:moveTo>
                      <a:pt x="14" y="2"/>
                    </a:moveTo>
                    <a:cubicBezTo>
                      <a:pt x="14" y="1"/>
                      <a:pt x="13" y="0"/>
                      <a:pt x="12" y="0"/>
                    </a:cubicBezTo>
                    <a:cubicBezTo>
                      <a:pt x="10" y="0"/>
                      <a:pt x="10" y="2"/>
                      <a:pt x="9" y="2"/>
                    </a:cubicBezTo>
                    <a:cubicBezTo>
                      <a:pt x="7" y="3"/>
                      <a:pt x="6" y="3"/>
                      <a:pt x="4" y="3"/>
                    </a:cubicBezTo>
                    <a:cubicBezTo>
                      <a:pt x="3" y="3"/>
                      <a:pt x="1" y="2"/>
                      <a:pt x="0" y="1"/>
                    </a:cubicBezTo>
                    <a:cubicBezTo>
                      <a:pt x="1" y="2"/>
                      <a:pt x="2" y="3"/>
                      <a:pt x="3" y="3"/>
                    </a:cubicBezTo>
                    <a:cubicBezTo>
                      <a:pt x="4" y="3"/>
                      <a:pt x="6" y="4"/>
                      <a:pt x="7" y="3"/>
                    </a:cubicBezTo>
                    <a:cubicBezTo>
                      <a:pt x="8" y="3"/>
                      <a:pt x="10" y="2"/>
                      <a:pt x="11" y="2"/>
                    </a:cubicBezTo>
                    <a:cubicBezTo>
                      <a:pt x="11" y="2"/>
                      <a:pt x="12" y="3"/>
                      <a:pt x="12" y="3"/>
                    </a:cubicBezTo>
                    <a:cubicBezTo>
                      <a:pt x="13" y="3"/>
                      <a:pt x="13" y="2"/>
                      <a:pt x="14" y="2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633" name="Freeform 181">
                <a:extLst>
                  <a:ext uri="{FF2B5EF4-FFF2-40B4-BE49-F238E27FC236}">
                    <a16:creationId xmlns:a16="http://schemas.microsoft.com/office/drawing/2014/main" id="{3932964D-3050-4475-A0EC-86EB37C2C7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6" y="1142"/>
                <a:ext cx="17" cy="13"/>
              </a:xfrm>
              <a:custGeom>
                <a:avLst/>
                <a:gdLst>
                  <a:gd name="T0" fmla="*/ 60 w 9"/>
                  <a:gd name="T1" fmla="*/ 45 h 7"/>
                  <a:gd name="T2" fmla="*/ 40 w 9"/>
                  <a:gd name="T3" fmla="*/ 0 h 7"/>
                  <a:gd name="T4" fmla="*/ 60 w 9"/>
                  <a:gd name="T5" fmla="*/ 45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7">
                    <a:moveTo>
                      <a:pt x="9" y="7"/>
                    </a:moveTo>
                    <a:cubicBezTo>
                      <a:pt x="9" y="7"/>
                      <a:pt x="3" y="3"/>
                      <a:pt x="6" y="0"/>
                    </a:cubicBezTo>
                    <a:cubicBezTo>
                      <a:pt x="6" y="0"/>
                      <a:pt x="0" y="3"/>
                      <a:pt x="9" y="7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634" name="Freeform 182">
                <a:extLst>
                  <a:ext uri="{FF2B5EF4-FFF2-40B4-BE49-F238E27FC236}">
                    <a16:creationId xmlns:a16="http://schemas.microsoft.com/office/drawing/2014/main" id="{57BE662B-723D-4A76-B8DA-5AD02CB356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4" y="1149"/>
                <a:ext cx="26" cy="8"/>
              </a:xfrm>
              <a:custGeom>
                <a:avLst/>
                <a:gdLst>
                  <a:gd name="T0" fmla="*/ 0 w 14"/>
                  <a:gd name="T1" fmla="*/ 16 h 4"/>
                  <a:gd name="T2" fmla="*/ 13 w 14"/>
                  <a:gd name="T3" fmla="*/ 0 h 4"/>
                  <a:gd name="T4" fmla="*/ 32 w 14"/>
                  <a:gd name="T5" fmla="*/ 16 h 4"/>
                  <a:gd name="T6" fmla="*/ 65 w 14"/>
                  <a:gd name="T7" fmla="*/ 24 h 4"/>
                  <a:gd name="T8" fmla="*/ 89 w 14"/>
                  <a:gd name="T9" fmla="*/ 8 h 4"/>
                  <a:gd name="T10" fmla="*/ 69 w 14"/>
                  <a:gd name="T11" fmla="*/ 24 h 4"/>
                  <a:gd name="T12" fmla="*/ 45 w 14"/>
                  <a:gd name="T13" fmla="*/ 24 h 4"/>
                  <a:gd name="T14" fmla="*/ 24 w 14"/>
                  <a:gd name="T15" fmla="*/ 16 h 4"/>
                  <a:gd name="T16" fmla="*/ 13 w 14"/>
                  <a:gd name="T17" fmla="*/ 24 h 4"/>
                  <a:gd name="T18" fmla="*/ 0 w 14"/>
                  <a:gd name="T19" fmla="*/ 16 h 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4" h="4">
                    <a:moveTo>
                      <a:pt x="0" y="2"/>
                    </a:moveTo>
                    <a:cubicBezTo>
                      <a:pt x="0" y="1"/>
                      <a:pt x="1" y="0"/>
                      <a:pt x="2" y="0"/>
                    </a:cubicBezTo>
                    <a:cubicBezTo>
                      <a:pt x="4" y="0"/>
                      <a:pt x="4" y="2"/>
                      <a:pt x="5" y="2"/>
                    </a:cubicBezTo>
                    <a:cubicBezTo>
                      <a:pt x="7" y="3"/>
                      <a:pt x="8" y="3"/>
                      <a:pt x="10" y="3"/>
                    </a:cubicBezTo>
                    <a:cubicBezTo>
                      <a:pt x="11" y="3"/>
                      <a:pt x="14" y="2"/>
                      <a:pt x="14" y="1"/>
                    </a:cubicBezTo>
                    <a:cubicBezTo>
                      <a:pt x="13" y="2"/>
                      <a:pt x="13" y="3"/>
                      <a:pt x="11" y="3"/>
                    </a:cubicBezTo>
                    <a:cubicBezTo>
                      <a:pt x="10" y="3"/>
                      <a:pt x="8" y="4"/>
                      <a:pt x="7" y="3"/>
                    </a:cubicBezTo>
                    <a:cubicBezTo>
                      <a:pt x="6" y="3"/>
                      <a:pt x="5" y="2"/>
                      <a:pt x="4" y="2"/>
                    </a:cubicBezTo>
                    <a:cubicBezTo>
                      <a:pt x="3" y="2"/>
                      <a:pt x="3" y="3"/>
                      <a:pt x="2" y="3"/>
                    </a:cubicBezTo>
                    <a:cubicBezTo>
                      <a:pt x="1" y="3"/>
                      <a:pt x="1" y="2"/>
                      <a:pt x="0" y="2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635" name="Freeform 183">
                <a:extLst>
                  <a:ext uri="{FF2B5EF4-FFF2-40B4-BE49-F238E27FC236}">
                    <a16:creationId xmlns:a16="http://schemas.microsoft.com/office/drawing/2014/main" id="{3381168A-0166-4F36-9BF2-8DBF8D10CF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7" y="1142"/>
                <a:ext cx="16" cy="13"/>
              </a:xfrm>
              <a:custGeom>
                <a:avLst/>
                <a:gdLst>
                  <a:gd name="T0" fmla="*/ 0 w 9"/>
                  <a:gd name="T1" fmla="*/ 45 h 7"/>
                  <a:gd name="T2" fmla="*/ 16 w 9"/>
                  <a:gd name="T3" fmla="*/ 0 h 7"/>
                  <a:gd name="T4" fmla="*/ 0 w 9"/>
                  <a:gd name="T5" fmla="*/ 45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7">
                    <a:moveTo>
                      <a:pt x="0" y="7"/>
                    </a:moveTo>
                    <a:cubicBezTo>
                      <a:pt x="0" y="7"/>
                      <a:pt x="6" y="3"/>
                      <a:pt x="3" y="0"/>
                    </a:cubicBezTo>
                    <a:cubicBezTo>
                      <a:pt x="3" y="0"/>
                      <a:pt x="9" y="3"/>
                      <a:pt x="0" y="7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636" name="Freeform 184">
                <a:extLst>
                  <a:ext uri="{FF2B5EF4-FFF2-40B4-BE49-F238E27FC236}">
                    <a16:creationId xmlns:a16="http://schemas.microsoft.com/office/drawing/2014/main" id="{C7F8A64F-780C-44DE-855B-29AE0D15C1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4" y="1129"/>
                <a:ext cx="21" cy="18"/>
              </a:xfrm>
              <a:custGeom>
                <a:avLst/>
                <a:gdLst>
                  <a:gd name="T0" fmla="*/ 76 w 11"/>
                  <a:gd name="T1" fmla="*/ 58 h 10"/>
                  <a:gd name="T2" fmla="*/ 48 w 11"/>
                  <a:gd name="T3" fmla="*/ 0 h 10"/>
                  <a:gd name="T4" fmla="*/ 76 w 11"/>
                  <a:gd name="T5" fmla="*/ 58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0">
                    <a:moveTo>
                      <a:pt x="11" y="10"/>
                    </a:moveTo>
                    <a:cubicBezTo>
                      <a:pt x="11" y="10"/>
                      <a:pt x="5" y="5"/>
                      <a:pt x="7" y="0"/>
                    </a:cubicBezTo>
                    <a:cubicBezTo>
                      <a:pt x="7" y="0"/>
                      <a:pt x="0" y="6"/>
                      <a:pt x="11" y="10"/>
                    </a:cubicBezTo>
                    <a:close/>
                  </a:path>
                </a:pathLst>
              </a:custGeom>
              <a:solidFill>
                <a:srgbClr val="FDF3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637" name="Freeform 185">
                <a:extLst>
                  <a:ext uri="{FF2B5EF4-FFF2-40B4-BE49-F238E27FC236}">
                    <a16:creationId xmlns:a16="http://schemas.microsoft.com/office/drawing/2014/main" id="{BB8CC3A4-EF7D-4ACD-A10C-01EDBE32E3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8" y="792"/>
                <a:ext cx="189" cy="256"/>
              </a:xfrm>
              <a:custGeom>
                <a:avLst/>
                <a:gdLst>
                  <a:gd name="T0" fmla="*/ 649 w 102"/>
                  <a:gd name="T1" fmla="*/ 24 h 139"/>
                  <a:gd name="T2" fmla="*/ 152 w 102"/>
                  <a:gd name="T3" fmla="*/ 262 h 139"/>
                  <a:gd name="T4" fmla="*/ 120 w 102"/>
                  <a:gd name="T5" fmla="*/ 867 h 139"/>
                  <a:gd name="T6" fmla="*/ 109 w 102"/>
                  <a:gd name="T7" fmla="*/ 600 h 139"/>
                  <a:gd name="T8" fmla="*/ 649 w 102"/>
                  <a:gd name="T9" fmla="*/ 24 h 13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2" h="139">
                    <a:moveTo>
                      <a:pt x="102" y="4"/>
                    </a:moveTo>
                    <a:cubicBezTo>
                      <a:pt x="102" y="4"/>
                      <a:pt x="48" y="0"/>
                      <a:pt x="24" y="42"/>
                    </a:cubicBezTo>
                    <a:cubicBezTo>
                      <a:pt x="0" y="84"/>
                      <a:pt x="18" y="117"/>
                      <a:pt x="19" y="139"/>
                    </a:cubicBezTo>
                    <a:cubicBezTo>
                      <a:pt x="19" y="139"/>
                      <a:pt x="21" y="117"/>
                      <a:pt x="17" y="96"/>
                    </a:cubicBezTo>
                    <a:cubicBezTo>
                      <a:pt x="13" y="74"/>
                      <a:pt x="19" y="9"/>
                      <a:pt x="102" y="4"/>
                    </a:cubicBezTo>
                    <a:close/>
                  </a:path>
                </a:pathLst>
              </a:custGeom>
              <a:solidFill>
                <a:srgbClr val="FDF3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638" name="Freeform 186">
                <a:extLst>
                  <a:ext uri="{FF2B5EF4-FFF2-40B4-BE49-F238E27FC236}">
                    <a16:creationId xmlns:a16="http://schemas.microsoft.com/office/drawing/2014/main" id="{0A5ECA3E-F46A-4089-9D39-5DD0CCDFED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6" y="792"/>
                <a:ext cx="350" cy="530"/>
              </a:xfrm>
              <a:custGeom>
                <a:avLst/>
                <a:gdLst>
                  <a:gd name="T0" fmla="*/ 1200 w 189"/>
                  <a:gd name="T1" fmla="*/ 548 h 288"/>
                  <a:gd name="T2" fmla="*/ 604 w 189"/>
                  <a:gd name="T3" fmla="*/ 0 h 288"/>
                  <a:gd name="T4" fmla="*/ 7 w 189"/>
                  <a:gd name="T5" fmla="*/ 556 h 288"/>
                  <a:gd name="T6" fmla="*/ 57 w 189"/>
                  <a:gd name="T7" fmla="*/ 1003 h 288"/>
                  <a:gd name="T8" fmla="*/ 237 w 189"/>
                  <a:gd name="T9" fmla="*/ 1515 h 288"/>
                  <a:gd name="T10" fmla="*/ 641 w 189"/>
                  <a:gd name="T11" fmla="*/ 1789 h 288"/>
                  <a:gd name="T12" fmla="*/ 1067 w 189"/>
                  <a:gd name="T13" fmla="*/ 1415 h 288"/>
                  <a:gd name="T14" fmla="*/ 1187 w 189"/>
                  <a:gd name="T15" fmla="*/ 918 h 288"/>
                  <a:gd name="T16" fmla="*/ 1200 w 189"/>
                  <a:gd name="T17" fmla="*/ 548 h 28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89" h="288">
                    <a:moveTo>
                      <a:pt x="189" y="88"/>
                    </a:moveTo>
                    <a:cubicBezTo>
                      <a:pt x="188" y="29"/>
                      <a:pt x="150" y="0"/>
                      <a:pt x="95" y="0"/>
                    </a:cubicBezTo>
                    <a:cubicBezTo>
                      <a:pt x="40" y="1"/>
                      <a:pt x="0" y="31"/>
                      <a:pt x="1" y="89"/>
                    </a:cubicBezTo>
                    <a:cubicBezTo>
                      <a:pt x="1" y="105"/>
                      <a:pt x="10" y="156"/>
                      <a:pt x="9" y="161"/>
                    </a:cubicBezTo>
                    <a:cubicBezTo>
                      <a:pt x="9" y="170"/>
                      <a:pt x="21" y="224"/>
                      <a:pt x="37" y="243"/>
                    </a:cubicBezTo>
                    <a:cubicBezTo>
                      <a:pt x="53" y="261"/>
                      <a:pt x="74" y="288"/>
                      <a:pt x="101" y="287"/>
                    </a:cubicBezTo>
                    <a:cubicBezTo>
                      <a:pt x="129" y="286"/>
                      <a:pt x="163" y="238"/>
                      <a:pt x="168" y="227"/>
                    </a:cubicBezTo>
                    <a:cubicBezTo>
                      <a:pt x="172" y="216"/>
                      <a:pt x="186" y="176"/>
                      <a:pt x="187" y="147"/>
                    </a:cubicBezTo>
                    <a:cubicBezTo>
                      <a:pt x="187" y="136"/>
                      <a:pt x="189" y="97"/>
                      <a:pt x="189" y="88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639" name="Freeform 187">
                <a:extLst>
                  <a:ext uri="{FF2B5EF4-FFF2-40B4-BE49-F238E27FC236}">
                    <a16:creationId xmlns:a16="http://schemas.microsoft.com/office/drawing/2014/main" id="{4F35E1CA-D03C-4530-896D-9EAF728D9A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0" y="1206"/>
                <a:ext cx="117" cy="43"/>
              </a:xfrm>
              <a:custGeom>
                <a:avLst/>
                <a:gdLst>
                  <a:gd name="T0" fmla="*/ 0 w 63"/>
                  <a:gd name="T1" fmla="*/ 45 h 23"/>
                  <a:gd name="T2" fmla="*/ 84 w 63"/>
                  <a:gd name="T3" fmla="*/ 24 h 23"/>
                  <a:gd name="T4" fmla="*/ 186 w 63"/>
                  <a:gd name="T5" fmla="*/ 13 h 23"/>
                  <a:gd name="T6" fmla="*/ 204 w 63"/>
                  <a:gd name="T7" fmla="*/ 21 h 23"/>
                  <a:gd name="T8" fmla="*/ 238 w 63"/>
                  <a:gd name="T9" fmla="*/ 7 h 23"/>
                  <a:gd name="T10" fmla="*/ 293 w 63"/>
                  <a:gd name="T11" fmla="*/ 13 h 23"/>
                  <a:gd name="T12" fmla="*/ 403 w 63"/>
                  <a:gd name="T13" fmla="*/ 45 h 23"/>
                  <a:gd name="T14" fmla="*/ 351 w 63"/>
                  <a:gd name="T15" fmla="*/ 97 h 23"/>
                  <a:gd name="T16" fmla="*/ 217 w 63"/>
                  <a:gd name="T17" fmla="*/ 144 h 23"/>
                  <a:gd name="T18" fmla="*/ 104 w 63"/>
                  <a:gd name="T19" fmla="*/ 125 h 23"/>
                  <a:gd name="T20" fmla="*/ 0 w 63"/>
                  <a:gd name="T21" fmla="*/ 45 h 2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3" h="23">
                    <a:moveTo>
                      <a:pt x="0" y="7"/>
                    </a:moveTo>
                    <a:cubicBezTo>
                      <a:pt x="0" y="7"/>
                      <a:pt x="4" y="10"/>
                      <a:pt x="13" y="4"/>
                    </a:cubicBezTo>
                    <a:cubicBezTo>
                      <a:pt x="17" y="1"/>
                      <a:pt x="24" y="0"/>
                      <a:pt x="29" y="2"/>
                    </a:cubicBezTo>
                    <a:cubicBezTo>
                      <a:pt x="33" y="3"/>
                      <a:pt x="32" y="3"/>
                      <a:pt x="32" y="3"/>
                    </a:cubicBezTo>
                    <a:cubicBezTo>
                      <a:pt x="32" y="3"/>
                      <a:pt x="34" y="2"/>
                      <a:pt x="37" y="1"/>
                    </a:cubicBezTo>
                    <a:cubicBezTo>
                      <a:pt x="40" y="1"/>
                      <a:pt x="43" y="1"/>
                      <a:pt x="46" y="2"/>
                    </a:cubicBezTo>
                    <a:cubicBezTo>
                      <a:pt x="48" y="3"/>
                      <a:pt x="55" y="9"/>
                      <a:pt x="63" y="7"/>
                    </a:cubicBezTo>
                    <a:cubicBezTo>
                      <a:pt x="63" y="7"/>
                      <a:pt x="60" y="11"/>
                      <a:pt x="55" y="15"/>
                    </a:cubicBezTo>
                    <a:cubicBezTo>
                      <a:pt x="49" y="20"/>
                      <a:pt x="39" y="21"/>
                      <a:pt x="34" y="22"/>
                    </a:cubicBezTo>
                    <a:cubicBezTo>
                      <a:pt x="28" y="23"/>
                      <a:pt x="19" y="20"/>
                      <a:pt x="16" y="19"/>
                    </a:cubicBezTo>
                    <a:cubicBezTo>
                      <a:pt x="7" y="15"/>
                      <a:pt x="6" y="10"/>
                      <a:pt x="0" y="7"/>
                    </a:cubicBezTo>
                    <a:close/>
                  </a:path>
                </a:pathLst>
              </a:custGeom>
              <a:solidFill>
                <a:srgbClr val="F9CA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640" name="Freeform 188">
                <a:extLst>
                  <a:ext uri="{FF2B5EF4-FFF2-40B4-BE49-F238E27FC236}">
                    <a16:creationId xmlns:a16="http://schemas.microsoft.com/office/drawing/2014/main" id="{2ACF6329-1786-4F99-9175-ED46F44A50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9" y="1199"/>
                <a:ext cx="120" cy="29"/>
              </a:xfrm>
              <a:custGeom>
                <a:avLst/>
                <a:gdLst>
                  <a:gd name="T0" fmla="*/ 209 w 65"/>
                  <a:gd name="T1" fmla="*/ 44 h 16"/>
                  <a:gd name="T2" fmla="*/ 410 w 65"/>
                  <a:gd name="T3" fmla="*/ 60 h 16"/>
                  <a:gd name="T4" fmla="*/ 366 w 65"/>
                  <a:gd name="T5" fmla="*/ 60 h 16"/>
                  <a:gd name="T6" fmla="*/ 306 w 65"/>
                  <a:gd name="T7" fmla="*/ 44 h 16"/>
                  <a:gd name="T8" fmla="*/ 209 w 65"/>
                  <a:gd name="T9" fmla="*/ 36 h 16"/>
                  <a:gd name="T10" fmla="*/ 209 w 65"/>
                  <a:gd name="T11" fmla="*/ 36 h 16"/>
                  <a:gd name="T12" fmla="*/ 113 w 65"/>
                  <a:gd name="T13" fmla="*/ 36 h 16"/>
                  <a:gd name="T14" fmla="*/ 57 w 65"/>
                  <a:gd name="T15" fmla="*/ 60 h 16"/>
                  <a:gd name="T16" fmla="*/ 0 w 65"/>
                  <a:gd name="T17" fmla="*/ 65 h 16"/>
                  <a:gd name="T18" fmla="*/ 209 w 65"/>
                  <a:gd name="T19" fmla="*/ 44 h 1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65" h="16">
                    <a:moveTo>
                      <a:pt x="33" y="7"/>
                    </a:moveTo>
                    <a:cubicBezTo>
                      <a:pt x="44" y="0"/>
                      <a:pt x="54" y="15"/>
                      <a:pt x="65" y="10"/>
                    </a:cubicBezTo>
                    <a:cubicBezTo>
                      <a:pt x="63" y="11"/>
                      <a:pt x="60" y="12"/>
                      <a:pt x="58" y="10"/>
                    </a:cubicBezTo>
                    <a:cubicBezTo>
                      <a:pt x="55" y="9"/>
                      <a:pt x="52" y="8"/>
                      <a:pt x="49" y="7"/>
                    </a:cubicBezTo>
                    <a:cubicBezTo>
                      <a:pt x="43" y="4"/>
                      <a:pt x="40" y="4"/>
                      <a:pt x="33" y="6"/>
                    </a:cubicBezTo>
                    <a:cubicBezTo>
                      <a:pt x="33" y="6"/>
                      <a:pt x="33" y="6"/>
                      <a:pt x="33" y="6"/>
                    </a:cubicBezTo>
                    <a:cubicBezTo>
                      <a:pt x="27" y="4"/>
                      <a:pt x="24" y="4"/>
                      <a:pt x="18" y="6"/>
                    </a:cubicBezTo>
                    <a:cubicBezTo>
                      <a:pt x="15" y="7"/>
                      <a:pt x="11" y="9"/>
                      <a:pt x="9" y="10"/>
                    </a:cubicBezTo>
                    <a:cubicBezTo>
                      <a:pt x="6" y="12"/>
                      <a:pt x="3" y="12"/>
                      <a:pt x="0" y="11"/>
                    </a:cubicBezTo>
                    <a:cubicBezTo>
                      <a:pt x="10" y="16"/>
                      <a:pt x="22" y="0"/>
                      <a:pt x="33" y="7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641" name="Freeform 189">
                <a:extLst>
                  <a:ext uri="{FF2B5EF4-FFF2-40B4-BE49-F238E27FC236}">
                    <a16:creationId xmlns:a16="http://schemas.microsoft.com/office/drawing/2014/main" id="{488901E1-0D73-42FC-8B9E-AD8AB9E789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2" y="1228"/>
                <a:ext cx="96" cy="45"/>
              </a:xfrm>
              <a:custGeom>
                <a:avLst/>
                <a:gdLst>
                  <a:gd name="T0" fmla="*/ 0 w 52"/>
                  <a:gd name="T1" fmla="*/ 0 h 24"/>
                  <a:gd name="T2" fmla="*/ 327 w 52"/>
                  <a:gd name="T3" fmla="*/ 0 h 24"/>
                  <a:gd name="T4" fmla="*/ 0 w 52"/>
                  <a:gd name="T5" fmla="*/ 0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2" h="24">
                    <a:moveTo>
                      <a:pt x="0" y="0"/>
                    </a:moveTo>
                    <a:cubicBezTo>
                      <a:pt x="0" y="0"/>
                      <a:pt x="26" y="21"/>
                      <a:pt x="52" y="0"/>
                    </a:cubicBezTo>
                    <a:cubicBezTo>
                      <a:pt x="52" y="0"/>
                      <a:pt x="29" y="24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642" name="Freeform 190">
                <a:extLst>
                  <a:ext uri="{FF2B5EF4-FFF2-40B4-BE49-F238E27FC236}">
                    <a16:creationId xmlns:a16="http://schemas.microsoft.com/office/drawing/2014/main" id="{8B7B010D-B0FF-4110-9A9F-68001D562C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0" y="1223"/>
                <a:ext cx="100" cy="11"/>
              </a:xfrm>
              <a:custGeom>
                <a:avLst/>
                <a:gdLst>
                  <a:gd name="T0" fmla="*/ 0 w 54"/>
                  <a:gd name="T1" fmla="*/ 0 h 6"/>
                  <a:gd name="T2" fmla="*/ 343 w 54"/>
                  <a:gd name="T3" fmla="*/ 0 h 6"/>
                  <a:gd name="T4" fmla="*/ 0 w 54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4" h="6">
                    <a:moveTo>
                      <a:pt x="0" y="0"/>
                    </a:moveTo>
                    <a:cubicBezTo>
                      <a:pt x="0" y="0"/>
                      <a:pt x="31" y="4"/>
                      <a:pt x="54" y="0"/>
                    </a:cubicBezTo>
                    <a:cubicBezTo>
                      <a:pt x="54" y="0"/>
                      <a:pt x="35" y="6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643" name="Freeform 191">
                <a:extLst>
                  <a:ext uri="{FF2B5EF4-FFF2-40B4-BE49-F238E27FC236}">
                    <a16:creationId xmlns:a16="http://schemas.microsoft.com/office/drawing/2014/main" id="{911DEA81-980C-4BF2-9D30-14F9582A5D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1" y="1046"/>
                <a:ext cx="70" cy="26"/>
              </a:xfrm>
              <a:custGeom>
                <a:avLst/>
                <a:gdLst>
                  <a:gd name="T0" fmla="*/ 238 w 38"/>
                  <a:gd name="T1" fmla="*/ 65 h 14"/>
                  <a:gd name="T2" fmla="*/ 201 w 38"/>
                  <a:gd name="T3" fmla="*/ 52 h 14"/>
                  <a:gd name="T4" fmla="*/ 0 w 38"/>
                  <a:gd name="T5" fmla="*/ 59 h 14"/>
                  <a:gd name="T6" fmla="*/ 201 w 38"/>
                  <a:gd name="T7" fmla="*/ 76 h 14"/>
                  <a:gd name="T8" fmla="*/ 238 w 38"/>
                  <a:gd name="T9" fmla="*/ 65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" h="14">
                    <a:moveTo>
                      <a:pt x="38" y="10"/>
                    </a:moveTo>
                    <a:cubicBezTo>
                      <a:pt x="38" y="9"/>
                      <a:pt x="34" y="9"/>
                      <a:pt x="32" y="8"/>
                    </a:cubicBezTo>
                    <a:cubicBezTo>
                      <a:pt x="29" y="7"/>
                      <a:pt x="11" y="0"/>
                      <a:pt x="0" y="9"/>
                    </a:cubicBezTo>
                    <a:cubicBezTo>
                      <a:pt x="0" y="9"/>
                      <a:pt x="19" y="14"/>
                      <a:pt x="32" y="12"/>
                    </a:cubicBezTo>
                    <a:cubicBezTo>
                      <a:pt x="37" y="11"/>
                      <a:pt x="38" y="11"/>
                      <a:pt x="38" y="1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644" name="Freeform 192">
                <a:extLst>
                  <a:ext uri="{FF2B5EF4-FFF2-40B4-BE49-F238E27FC236}">
                    <a16:creationId xmlns:a16="http://schemas.microsoft.com/office/drawing/2014/main" id="{E543E9BD-4039-4810-B18A-5B8E261C1D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9" y="1053"/>
                <a:ext cx="30" cy="15"/>
              </a:xfrm>
              <a:custGeom>
                <a:avLst/>
                <a:gdLst>
                  <a:gd name="T0" fmla="*/ 105 w 16"/>
                  <a:gd name="T1" fmla="*/ 15 h 8"/>
                  <a:gd name="T2" fmla="*/ 8 w 16"/>
                  <a:gd name="T3" fmla="*/ 0 h 8"/>
                  <a:gd name="T4" fmla="*/ 0 w 16"/>
                  <a:gd name="T5" fmla="*/ 32 h 8"/>
                  <a:gd name="T6" fmla="*/ 0 w 16"/>
                  <a:gd name="T7" fmla="*/ 45 h 8"/>
                  <a:gd name="T8" fmla="*/ 99 w 16"/>
                  <a:gd name="T9" fmla="*/ 53 h 8"/>
                  <a:gd name="T10" fmla="*/ 105 w 16"/>
                  <a:gd name="T11" fmla="*/ 32 h 8"/>
                  <a:gd name="T12" fmla="*/ 105 w 16"/>
                  <a:gd name="T13" fmla="*/ 15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8">
                    <a:moveTo>
                      <a:pt x="16" y="2"/>
                    </a:moveTo>
                    <a:cubicBezTo>
                      <a:pt x="12" y="1"/>
                      <a:pt x="7" y="0"/>
                      <a:pt x="1" y="0"/>
                    </a:cubicBezTo>
                    <a:cubicBezTo>
                      <a:pt x="1" y="2"/>
                      <a:pt x="0" y="3"/>
                      <a:pt x="0" y="5"/>
                    </a:cubicBezTo>
                    <a:cubicBezTo>
                      <a:pt x="0" y="5"/>
                      <a:pt x="0" y="6"/>
                      <a:pt x="0" y="7"/>
                    </a:cubicBezTo>
                    <a:cubicBezTo>
                      <a:pt x="5" y="8"/>
                      <a:pt x="10" y="8"/>
                      <a:pt x="15" y="8"/>
                    </a:cubicBezTo>
                    <a:cubicBezTo>
                      <a:pt x="16" y="7"/>
                      <a:pt x="16" y="6"/>
                      <a:pt x="16" y="5"/>
                    </a:cubicBezTo>
                    <a:cubicBezTo>
                      <a:pt x="16" y="4"/>
                      <a:pt x="16" y="3"/>
                      <a:pt x="16" y="2"/>
                    </a:cubicBezTo>
                    <a:close/>
                  </a:path>
                </a:pathLst>
              </a:custGeom>
              <a:solidFill>
                <a:srgbClr val="33111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645" name="Freeform 193">
                <a:extLst>
                  <a:ext uri="{FF2B5EF4-FFF2-40B4-BE49-F238E27FC236}">
                    <a16:creationId xmlns:a16="http://schemas.microsoft.com/office/drawing/2014/main" id="{16C92472-BAD1-4E63-AB91-C7C832A8B4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9" y="1053"/>
                <a:ext cx="30" cy="15"/>
              </a:xfrm>
              <a:custGeom>
                <a:avLst/>
                <a:gdLst>
                  <a:gd name="T0" fmla="*/ 105 w 16"/>
                  <a:gd name="T1" fmla="*/ 15 h 8"/>
                  <a:gd name="T2" fmla="*/ 8 w 16"/>
                  <a:gd name="T3" fmla="*/ 0 h 8"/>
                  <a:gd name="T4" fmla="*/ 0 w 16"/>
                  <a:gd name="T5" fmla="*/ 32 h 8"/>
                  <a:gd name="T6" fmla="*/ 0 w 16"/>
                  <a:gd name="T7" fmla="*/ 45 h 8"/>
                  <a:gd name="T8" fmla="*/ 99 w 16"/>
                  <a:gd name="T9" fmla="*/ 53 h 8"/>
                  <a:gd name="T10" fmla="*/ 105 w 16"/>
                  <a:gd name="T11" fmla="*/ 32 h 8"/>
                  <a:gd name="T12" fmla="*/ 105 w 16"/>
                  <a:gd name="T13" fmla="*/ 15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8">
                    <a:moveTo>
                      <a:pt x="16" y="2"/>
                    </a:moveTo>
                    <a:cubicBezTo>
                      <a:pt x="12" y="1"/>
                      <a:pt x="7" y="0"/>
                      <a:pt x="1" y="0"/>
                    </a:cubicBezTo>
                    <a:cubicBezTo>
                      <a:pt x="1" y="2"/>
                      <a:pt x="0" y="3"/>
                      <a:pt x="0" y="5"/>
                    </a:cubicBezTo>
                    <a:cubicBezTo>
                      <a:pt x="0" y="5"/>
                      <a:pt x="0" y="6"/>
                      <a:pt x="0" y="7"/>
                    </a:cubicBezTo>
                    <a:cubicBezTo>
                      <a:pt x="5" y="8"/>
                      <a:pt x="10" y="8"/>
                      <a:pt x="15" y="8"/>
                    </a:cubicBezTo>
                    <a:cubicBezTo>
                      <a:pt x="16" y="7"/>
                      <a:pt x="16" y="6"/>
                      <a:pt x="16" y="5"/>
                    </a:cubicBezTo>
                    <a:cubicBezTo>
                      <a:pt x="16" y="4"/>
                      <a:pt x="16" y="3"/>
                      <a:pt x="16" y="2"/>
                    </a:cubicBezTo>
                    <a:close/>
                  </a:path>
                </a:pathLst>
              </a:custGeom>
              <a:noFill/>
              <a:ln w="0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646" name="Freeform 194">
                <a:extLst>
                  <a:ext uri="{FF2B5EF4-FFF2-40B4-BE49-F238E27FC236}">
                    <a16:creationId xmlns:a16="http://schemas.microsoft.com/office/drawing/2014/main" id="{5FDD5D01-0AFE-43AE-8748-A78842811B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1" y="1046"/>
                <a:ext cx="70" cy="26"/>
              </a:xfrm>
              <a:custGeom>
                <a:avLst/>
                <a:gdLst>
                  <a:gd name="T0" fmla="*/ 238 w 38"/>
                  <a:gd name="T1" fmla="*/ 59 h 14"/>
                  <a:gd name="T2" fmla="*/ 201 w 38"/>
                  <a:gd name="T3" fmla="*/ 52 h 14"/>
                  <a:gd name="T4" fmla="*/ 0 w 38"/>
                  <a:gd name="T5" fmla="*/ 52 h 14"/>
                  <a:gd name="T6" fmla="*/ 201 w 38"/>
                  <a:gd name="T7" fmla="*/ 69 h 14"/>
                  <a:gd name="T8" fmla="*/ 238 w 38"/>
                  <a:gd name="T9" fmla="*/ 59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" h="14">
                    <a:moveTo>
                      <a:pt x="38" y="9"/>
                    </a:moveTo>
                    <a:cubicBezTo>
                      <a:pt x="38" y="8"/>
                      <a:pt x="34" y="9"/>
                      <a:pt x="32" y="8"/>
                    </a:cubicBezTo>
                    <a:cubicBezTo>
                      <a:pt x="30" y="6"/>
                      <a:pt x="11" y="0"/>
                      <a:pt x="0" y="8"/>
                    </a:cubicBezTo>
                    <a:cubicBezTo>
                      <a:pt x="0" y="8"/>
                      <a:pt x="20" y="14"/>
                      <a:pt x="32" y="11"/>
                    </a:cubicBezTo>
                    <a:cubicBezTo>
                      <a:pt x="38" y="11"/>
                      <a:pt x="38" y="11"/>
                      <a:pt x="38" y="9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647" name="Oval 195">
                <a:extLst>
                  <a:ext uri="{FF2B5EF4-FFF2-40B4-BE49-F238E27FC236}">
                    <a16:creationId xmlns:a16="http://schemas.microsoft.com/office/drawing/2014/main" id="{244409FE-0180-46A4-9E45-003FEA11E8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09" y="1055"/>
                <a:ext cx="9" cy="10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648" name="Oval 196">
                <a:extLst>
                  <a:ext uri="{FF2B5EF4-FFF2-40B4-BE49-F238E27FC236}">
                    <a16:creationId xmlns:a16="http://schemas.microsoft.com/office/drawing/2014/main" id="{2DED24A8-EF02-4C58-8413-0A9F9A7FEB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16" y="1057"/>
                <a:ext cx="4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649" name="Freeform 197">
                <a:extLst>
                  <a:ext uri="{FF2B5EF4-FFF2-40B4-BE49-F238E27FC236}">
                    <a16:creationId xmlns:a16="http://schemas.microsoft.com/office/drawing/2014/main" id="{7BAAC885-38C8-4663-8E0A-B5E8049012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3" y="1046"/>
                <a:ext cx="70" cy="26"/>
              </a:xfrm>
              <a:custGeom>
                <a:avLst/>
                <a:gdLst>
                  <a:gd name="T0" fmla="*/ 0 w 38"/>
                  <a:gd name="T1" fmla="*/ 65 h 14"/>
                  <a:gd name="T2" fmla="*/ 37 w 38"/>
                  <a:gd name="T3" fmla="*/ 52 h 14"/>
                  <a:gd name="T4" fmla="*/ 238 w 38"/>
                  <a:gd name="T5" fmla="*/ 59 h 14"/>
                  <a:gd name="T6" fmla="*/ 37 w 38"/>
                  <a:gd name="T7" fmla="*/ 76 h 14"/>
                  <a:gd name="T8" fmla="*/ 0 w 38"/>
                  <a:gd name="T9" fmla="*/ 65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" h="14">
                    <a:moveTo>
                      <a:pt x="0" y="10"/>
                    </a:moveTo>
                    <a:cubicBezTo>
                      <a:pt x="0" y="9"/>
                      <a:pt x="4" y="9"/>
                      <a:pt x="6" y="8"/>
                    </a:cubicBezTo>
                    <a:cubicBezTo>
                      <a:pt x="9" y="7"/>
                      <a:pt x="27" y="0"/>
                      <a:pt x="38" y="9"/>
                    </a:cubicBezTo>
                    <a:cubicBezTo>
                      <a:pt x="38" y="9"/>
                      <a:pt x="19" y="14"/>
                      <a:pt x="6" y="12"/>
                    </a:cubicBezTo>
                    <a:cubicBezTo>
                      <a:pt x="1" y="11"/>
                      <a:pt x="0" y="11"/>
                      <a:pt x="0" y="1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650" name="Freeform 198">
                <a:extLst>
                  <a:ext uri="{FF2B5EF4-FFF2-40B4-BE49-F238E27FC236}">
                    <a16:creationId xmlns:a16="http://schemas.microsoft.com/office/drawing/2014/main" id="{CD9EB8FF-7E3A-4B1D-8F2E-502FC78AA8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5" y="1053"/>
                <a:ext cx="29" cy="15"/>
              </a:xfrm>
              <a:custGeom>
                <a:avLst/>
                <a:gdLst>
                  <a:gd name="T0" fmla="*/ 0 w 16"/>
                  <a:gd name="T1" fmla="*/ 15 h 8"/>
                  <a:gd name="T2" fmla="*/ 89 w 16"/>
                  <a:gd name="T3" fmla="*/ 0 h 8"/>
                  <a:gd name="T4" fmla="*/ 96 w 16"/>
                  <a:gd name="T5" fmla="*/ 32 h 8"/>
                  <a:gd name="T6" fmla="*/ 96 w 16"/>
                  <a:gd name="T7" fmla="*/ 45 h 8"/>
                  <a:gd name="T8" fmla="*/ 7 w 16"/>
                  <a:gd name="T9" fmla="*/ 53 h 8"/>
                  <a:gd name="T10" fmla="*/ 0 w 16"/>
                  <a:gd name="T11" fmla="*/ 32 h 8"/>
                  <a:gd name="T12" fmla="*/ 0 w 16"/>
                  <a:gd name="T13" fmla="*/ 15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8">
                    <a:moveTo>
                      <a:pt x="0" y="2"/>
                    </a:moveTo>
                    <a:cubicBezTo>
                      <a:pt x="4" y="1"/>
                      <a:pt x="9" y="0"/>
                      <a:pt x="15" y="0"/>
                    </a:cubicBezTo>
                    <a:cubicBezTo>
                      <a:pt x="15" y="2"/>
                      <a:pt x="16" y="3"/>
                      <a:pt x="16" y="5"/>
                    </a:cubicBezTo>
                    <a:cubicBezTo>
                      <a:pt x="16" y="5"/>
                      <a:pt x="16" y="6"/>
                      <a:pt x="16" y="7"/>
                    </a:cubicBezTo>
                    <a:cubicBezTo>
                      <a:pt x="11" y="8"/>
                      <a:pt x="6" y="8"/>
                      <a:pt x="1" y="8"/>
                    </a:cubicBezTo>
                    <a:cubicBezTo>
                      <a:pt x="0" y="7"/>
                      <a:pt x="0" y="6"/>
                      <a:pt x="0" y="5"/>
                    </a:cubicBezTo>
                    <a:cubicBezTo>
                      <a:pt x="0" y="4"/>
                      <a:pt x="0" y="3"/>
                      <a:pt x="0" y="2"/>
                    </a:cubicBezTo>
                    <a:close/>
                  </a:path>
                </a:pathLst>
              </a:custGeom>
              <a:solidFill>
                <a:srgbClr val="33111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651" name="Freeform 199">
                <a:extLst>
                  <a:ext uri="{FF2B5EF4-FFF2-40B4-BE49-F238E27FC236}">
                    <a16:creationId xmlns:a16="http://schemas.microsoft.com/office/drawing/2014/main" id="{65FD9085-0911-4075-876F-9320FAEE15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5" y="1053"/>
                <a:ext cx="29" cy="15"/>
              </a:xfrm>
              <a:custGeom>
                <a:avLst/>
                <a:gdLst>
                  <a:gd name="T0" fmla="*/ 0 w 16"/>
                  <a:gd name="T1" fmla="*/ 15 h 8"/>
                  <a:gd name="T2" fmla="*/ 89 w 16"/>
                  <a:gd name="T3" fmla="*/ 0 h 8"/>
                  <a:gd name="T4" fmla="*/ 96 w 16"/>
                  <a:gd name="T5" fmla="*/ 32 h 8"/>
                  <a:gd name="T6" fmla="*/ 96 w 16"/>
                  <a:gd name="T7" fmla="*/ 45 h 8"/>
                  <a:gd name="T8" fmla="*/ 7 w 16"/>
                  <a:gd name="T9" fmla="*/ 53 h 8"/>
                  <a:gd name="T10" fmla="*/ 0 w 16"/>
                  <a:gd name="T11" fmla="*/ 32 h 8"/>
                  <a:gd name="T12" fmla="*/ 0 w 16"/>
                  <a:gd name="T13" fmla="*/ 15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8">
                    <a:moveTo>
                      <a:pt x="0" y="2"/>
                    </a:moveTo>
                    <a:cubicBezTo>
                      <a:pt x="4" y="1"/>
                      <a:pt x="9" y="0"/>
                      <a:pt x="15" y="0"/>
                    </a:cubicBezTo>
                    <a:cubicBezTo>
                      <a:pt x="15" y="2"/>
                      <a:pt x="16" y="3"/>
                      <a:pt x="16" y="5"/>
                    </a:cubicBezTo>
                    <a:cubicBezTo>
                      <a:pt x="16" y="5"/>
                      <a:pt x="16" y="6"/>
                      <a:pt x="16" y="7"/>
                    </a:cubicBezTo>
                    <a:cubicBezTo>
                      <a:pt x="11" y="8"/>
                      <a:pt x="6" y="8"/>
                      <a:pt x="1" y="8"/>
                    </a:cubicBezTo>
                    <a:cubicBezTo>
                      <a:pt x="0" y="7"/>
                      <a:pt x="0" y="6"/>
                      <a:pt x="0" y="5"/>
                    </a:cubicBezTo>
                    <a:cubicBezTo>
                      <a:pt x="0" y="4"/>
                      <a:pt x="0" y="3"/>
                      <a:pt x="0" y="2"/>
                    </a:cubicBezTo>
                    <a:close/>
                  </a:path>
                </a:pathLst>
              </a:custGeom>
              <a:noFill/>
              <a:ln w="0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652" name="Freeform 200">
                <a:extLst>
                  <a:ext uri="{FF2B5EF4-FFF2-40B4-BE49-F238E27FC236}">
                    <a16:creationId xmlns:a16="http://schemas.microsoft.com/office/drawing/2014/main" id="{A421ACEF-9762-4E52-9037-69C955D2AE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3" y="1046"/>
                <a:ext cx="70" cy="26"/>
              </a:xfrm>
              <a:custGeom>
                <a:avLst/>
                <a:gdLst>
                  <a:gd name="T0" fmla="*/ 0 w 38"/>
                  <a:gd name="T1" fmla="*/ 59 h 14"/>
                  <a:gd name="T2" fmla="*/ 37 w 38"/>
                  <a:gd name="T3" fmla="*/ 52 h 14"/>
                  <a:gd name="T4" fmla="*/ 238 w 38"/>
                  <a:gd name="T5" fmla="*/ 52 h 14"/>
                  <a:gd name="T6" fmla="*/ 37 w 38"/>
                  <a:gd name="T7" fmla="*/ 69 h 14"/>
                  <a:gd name="T8" fmla="*/ 0 w 38"/>
                  <a:gd name="T9" fmla="*/ 59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" h="14">
                    <a:moveTo>
                      <a:pt x="0" y="9"/>
                    </a:moveTo>
                    <a:cubicBezTo>
                      <a:pt x="0" y="8"/>
                      <a:pt x="3" y="9"/>
                      <a:pt x="6" y="8"/>
                    </a:cubicBezTo>
                    <a:cubicBezTo>
                      <a:pt x="8" y="6"/>
                      <a:pt x="26" y="0"/>
                      <a:pt x="38" y="8"/>
                    </a:cubicBezTo>
                    <a:cubicBezTo>
                      <a:pt x="38" y="8"/>
                      <a:pt x="18" y="14"/>
                      <a:pt x="6" y="11"/>
                    </a:cubicBezTo>
                    <a:cubicBezTo>
                      <a:pt x="0" y="11"/>
                      <a:pt x="0" y="11"/>
                      <a:pt x="0" y="9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653" name="Oval 201">
                <a:extLst>
                  <a:ext uri="{FF2B5EF4-FFF2-40B4-BE49-F238E27FC236}">
                    <a16:creationId xmlns:a16="http://schemas.microsoft.com/office/drawing/2014/main" id="{B906A7A1-2097-4FE9-8D41-97FFB5B3AE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16" y="1055"/>
                <a:ext cx="7" cy="10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654" name="Oval 202">
                <a:extLst>
                  <a:ext uri="{FF2B5EF4-FFF2-40B4-BE49-F238E27FC236}">
                    <a16:creationId xmlns:a16="http://schemas.microsoft.com/office/drawing/2014/main" id="{1E970126-2BE7-4AFC-A94E-E1B436AD3A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12" y="1057"/>
                <a:ext cx="6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655" name="Freeform 203">
                <a:extLst>
                  <a:ext uri="{FF2B5EF4-FFF2-40B4-BE49-F238E27FC236}">
                    <a16:creationId xmlns:a16="http://schemas.microsoft.com/office/drawing/2014/main" id="{CF9C01BF-5A98-4AAF-827E-C8AD7950D5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1" y="774"/>
                <a:ext cx="464" cy="289"/>
              </a:xfrm>
              <a:custGeom>
                <a:avLst/>
                <a:gdLst>
                  <a:gd name="T0" fmla="*/ 1087 w 251"/>
                  <a:gd name="T1" fmla="*/ 267 h 157"/>
                  <a:gd name="T2" fmla="*/ 1028 w 251"/>
                  <a:gd name="T3" fmla="*/ 536 h 157"/>
                  <a:gd name="T4" fmla="*/ 410 w 251"/>
                  <a:gd name="T5" fmla="*/ 609 h 157"/>
                  <a:gd name="T6" fmla="*/ 396 w 251"/>
                  <a:gd name="T7" fmla="*/ 543 h 157"/>
                  <a:gd name="T8" fmla="*/ 322 w 251"/>
                  <a:gd name="T9" fmla="*/ 803 h 157"/>
                  <a:gd name="T10" fmla="*/ 311 w 251"/>
                  <a:gd name="T11" fmla="*/ 979 h 157"/>
                  <a:gd name="T12" fmla="*/ 604 w 251"/>
                  <a:gd name="T13" fmla="*/ 98 h 157"/>
                  <a:gd name="T14" fmla="*/ 468 w 251"/>
                  <a:gd name="T15" fmla="*/ 162 h 157"/>
                  <a:gd name="T16" fmla="*/ 693 w 251"/>
                  <a:gd name="T17" fmla="*/ 68 h 157"/>
                  <a:gd name="T18" fmla="*/ 625 w 251"/>
                  <a:gd name="T19" fmla="*/ 52 h 157"/>
                  <a:gd name="T20" fmla="*/ 765 w 251"/>
                  <a:gd name="T21" fmla="*/ 81 h 157"/>
                  <a:gd name="T22" fmla="*/ 865 w 251"/>
                  <a:gd name="T23" fmla="*/ 13 h 157"/>
                  <a:gd name="T24" fmla="*/ 826 w 251"/>
                  <a:gd name="T25" fmla="*/ 74 h 157"/>
                  <a:gd name="T26" fmla="*/ 1028 w 251"/>
                  <a:gd name="T27" fmla="*/ 24 h 157"/>
                  <a:gd name="T28" fmla="*/ 939 w 251"/>
                  <a:gd name="T29" fmla="*/ 52 h 157"/>
                  <a:gd name="T30" fmla="*/ 1446 w 251"/>
                  <a:gd name="T31" fmla="*/ 922 h 157"/>
                  <a:gd name="T32" fmla="*/ 1377 w 251"/>
                  <a:gd name="T33" fmla="*/ 734 h 157"/>
                  <a:gd name="T34" fmla="*/ 1288 w 251"/>
                  <a:gd name="T35" fmla="*/ 580 h 157"/>
                  <a:gd name="T36" fmla="*/ 1189 w 251"/>
                  <a:gd name="T37" fmla="*/ 556 h 157"/>
                  <a:gd name="T38" fmla="*/ 1087 w 251"/>
                  <a:gd name="T39" fmla="*/ 267 h 157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251" h="157">
                    <a:moveTo>
                      <a:pt x="172" y="43"/>
                    </a:moveTo>
                    <a:cubicBezTo>
                      <a:pt x="172" y="43"/>
                      <a:pt x="164" y="64"/>
                      <a:pt x="163" y="86"/>
                    </a:cubicBezTo>
                    <a:cubicBezTo>
                      <a:pt x="163" y="86"/>
                      <a:pt x="88" y="81"/>
                      <a:pt x="65" y="98"/>
                    </a:cubicBezTo>
                    <a:cubicBezTo>
                      <a:pt x="65" y="98"/>
                      <a:pt x="61" y="92"/>
                      <a:pt x="63" y="87"/>
                    </a:cubicBezTo>
                    <a:cubicBezTo>
                      <a:pt x="63" y="87"/>
                      <a:pt x="50" y="107"/>
                      <a:pt x="51" y="129"/>
                    </a:cubicBezTo>
                    <a:cubicBezTo>
                      <a:pt x="49" y="157"/>
                      <a:pt x="49" y="157"/>
                      <a:pt x="49" y="157"/>
                    </a:cubicBezTo>
                    <a:cubicBezTo>
                      <a:pt x="49" y="157"/>
                      <a:pt x="0" y="52"/>
                      <a:pt x="96" y="16"/>
                    </a:cubicBezTo>
                    <a:cubicBezTo>
                      <a:pt x="96" y="16"/>
                      <a:pt x="81" y="20"/>
                      <a:pt x="74" y="26"/>
                    </a:cubicBezTo>
                    <a:cubicBezTo>
                      <a:pt x="74" y="26"/>
                      <a:pt x="82" y="12"/>
                      <a:pt x="110" y="11"/>
                    </a:cubicBezTo>
                    <a:cubicBezTo>
                      <a:pt x="110" y="11"/>
                      <a:pt x="105" y="7"/>
                      <a:pt x="99" y="8"/>
                    </a:cubicBezTo>
                    <a:cubicBezTo>
                      <a:pt x="99" y="8"/>
                      <a:pt x="112" y="6"/>
                      <a:pt x="121" y="13"/>
                    </a:cubicBezTo>
                    <a:cubicBezTo>
                      <a:pt x="121" y="13"/>
                      <a:pt x="128" y="5"/>
                      <a:pt x="137" y="2"/>
                    </a:cubicBezTo>
                    <a:cubicBezTo>
                      <a:pt x="137" y="2"/>
                      <a:pt x="130" y="6"/>
                      <a:pt x="131" y="12"/>
                    </a:cubicBezTo>
                    <a:cubicBezTo>
                      <a:pt x="131" y="12"/>
                      <a:pt x="138" y="0"/>
                      <a:pt x="163" y="4"/>
                    </a:cubicBezTo>
                    <a:cubicBezTo>
                      <a:pt x="163" y="4"/>
                      <a:pt x="152" y="4"/>
                      <a:pt x="149" y="8"/>
                    </a:cubicBezTo>
                    <a:cubicBezTo>
                      <a:pt x="149" y="8"/>
                      <a:pt x="251" y="9"/>
                      <a:pt x="229" y="148"/>
                    </a:cubicBezTo>
                    <a:cubicBezTo>
                      <a:pt x="229" y="148"/>
                      <a:pt x="219" y="125"/>
                      <a:pt x="218" y="118"/>
                    </a:cubicBezTo>
                    <a:cubicBezTo>
                      <a:pt x="216" y="109"/>
                      <a:pt x="204" y="93"/>
                      <a:pt x="204" y="93"/>
                    </a:cubicBezTo>
                    <a:cubicBezTo>
                      <a:pt x="204" y="93"/>
                      <a:pt x="196" y="88"/>
                      <a:pt x="188" y="89"/>
                    </a:cubicBezTo>
                    <a:cubicBezTo>
                      <a:pt x="188" y="89"/>
                      <a:pt x="175" y="47"/>
                      <a:pt x="172" y="43"/>
                    </a:cubicBezTo>
                  </a:path>
                </a:pathLst>
              </a:custGeom>
              <a:solidFill>
                <a:srgbClr val="EFCA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</p:grpSp>
        <p:sp>
          <p:nvSpPr>
            <p:cNvPr id="33445" name="Freeform 204">
              <a:extLst>
                <a:ext uri="{FF2B5EF4-FFF2-40B4-BE49-F238E27FC236}">
                  <a16:creationId xmlns:a16="http://schemas.microsoft.com/office/drawing/2014/main" id="{6E58B1F2-4D10-4264-8878-BE534FA6F08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7" y="1022"/>
              <a:ext cx="163" cy="284"/>
            </a:xfrm>
            <a:custGeom>
              <a:avLst/>
              <a:gdLst>
                <a:gd name="T0" fmla="*/ 7 w 88"/>
                <a:gd name="T1" fmla="*/ 0 h 154"/>
                <a:gd name="T2" fmla="*/ 0 w 88"/>
                <a:gd name="T3" fmla="*/ 194 h 154"/>
                <a:gd name="T4" fmla="*/ 44 w 88"/>
                <a:gd name="T5" fmla="*/ 382 h 154"/>
                <a:gd name="T6" fmla="*/ 178 w 88"/>
                <a:gd name="T7" fmla="*/ 714 h 154"/>
                <a:gd name="T8" fmla="*/ 357 w 88"/>
                <a:gd name="T9" fmla="*/ 891 h 154"/>
                <a:gd name="T10" fmla="*/ 446 w 88"/>
                <a:gd name="T11" fmla="*/ 952 h 154"/>
                <a:gd name="T12" fmla="*/ 559 w 88"/>
                <a:gd name="T13" fmla="*/ 966 h 154"/>
                <a:gd name="T14" fmla="*/ 291 w 88"/>
                <a:gd name="T15" fmla="*/ 786 h 154"/>
                <a:gd name="T16" fmla="*/ 128 w 88"/>
                <a:gd name="T17" fmla="*/ 557 h 154"/>
                <a:gd name="T18" fmla="*/ 13 w 88"/>
                <a:gd name="T19" fmla="*/ 44 h 154"/>
                <a:gd name="T20" fmla="*/ 13 w 88"/>
                <a:gd name="T21" fmla="*/ 0 h 15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8" h="154">
                  <a:moveTo>
                    <a:pt x="1" y="0"/>
                  </a:moveTo>
                  <a:cubicBezTo>
                    <a:pt x="5" y="8"/>
                    <a:pt x="0" y="22"/>
                    <a:pt x="0" y="31"/>
                  </a:cubicBezTo>
                  <a:cubicBezTo>
                    <a:pt x="1" y="41"/>
                    <a:pt x="4" y="51"/>
                    <a:pt x="7" y="61"/>
                  </a:cubicBezTo>
                  <a:cubicBezTo>
                    <a:pt x="11" y="78"/>
                    <a:pt x="14" y="102"/>
                    <a:pt x="28" y="114"/>
                  </a:cubicBezTo>
                  <a:cubicBezTo>
                    <a:pt x="38" y="123"/>
                    <a:pt x="46" y="134"/>
                    <a:pt x="56" y="142"/>
                  </a:cubicBezTo>
                  <a:cubicBezTo>
                    <a:pt x="60" y="146"/>
                    <a:pt x="65" y="151"/>
                    <a:pt x="70" y="152"/>
                  </a:cubicBezTo>
                  <a:cubicBezTo>
                    <a:pt x="76" y="154"/>
                    <a:pt x="82" y="153"/>
                    <a:pt x="88" y="154"/>
                  </a:cubicBezTo>
                  <a:cubicBezTo>
                    <a:pt x="72" y="154"/>
                    <a:pt x="56" y="136"/>
                    <a:pt x="46" y="125"/>
                  </a:cubicBezTo>
                  <a:cubicBezTo>
                    <a:pt x="36" y="114"/>
                    <a:pt x="26" y="103"/>
                    <a:pt x="20" y="89"/>
                  </a:cubicBezTo>
                  <a:cubicBezTo>
                    <a:pt x="11" y="63"/>
                    <a:pt x="3" y="35"/>
                    <a:pt x="2" y="7"/>
                  </a:cubicBezTo>
                  <a:cubicBezTo>
                    <a:pt x="2" y="5"/>
                    <a:pt x="2" y="1"/>
                    <a:pt x="2" y="0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3446" name="Freeform 205">
              <a:extLst>
                <a:ext uri="{FF2B5EF4-FFF2-40B4-BE49-F238E27FC236}">
                  <a16:creationId xmlns:a16="http://schemas.microsoft.com/office/drawing/2014/main" id="{4ADEC0A8-94F8-42A8-90A2-D3EF33957A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0" y="1035"/>
              <a:ext cx="17" cy="46"/>
            </a:xfrm>
            <a:custGeom>
              <a:avLst/>
              <a:gdLst>
                <a:gd name="T0" fmla="*/ 8 w 9"/>
                <a:gd name="T1" fmla="*/ 156 h 25"/>
                <a:gd name="T2" fmla="*/ 21 w 9"/>
                <a:gd name="T3" fmla="*/ 98 h 25"/>
                <a:gd name="T4" fmla="*/ 60 w 9"/>
                <a:gd name="T5" fmla="*/ 74 h 25"/>
                <a:gd name="T6" fmla="*/ 15 w 9"/>
                <a:gd name="T7" fmla="*/ 61 h 25"/>
                <a:gd name="T8" fmla="*/ 0 w 9"/>
                <a:gd name="T9" fmla="*/ 0 h 25"/>
                <a:gd name="T10" fmla="*/ 0 w 9"/>
                <a:gd name="T11" fmla="*/ 68 h 25"/>
                <a:gd name="T12" fmla="*/ 0 w 9"/>
                <a:gd name="T13" fmla="*/ 112 h 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" h="25">
                  <a:moveTo>
                    <a:pt x="1" y="25"/>
                  </a:moveTo>
                  <a:cubicBezTo>
                    <a:pt x="1" y="22"/>
                    <a:pt x="1" y="18"/>
                    <a:pt x="3" y="16"/>
                  </a:cubicBezTo>
                  <a:cubicBezTo>
                    <a:pt x="5" y="14"/>
                    <a:pt x="7" y="14"/>
                    <a:pt x="9" y="12"/>
                  </a:cubicBezTo>
                  <a:cubicBezTo>
                    <a:pt x="6" y="12"/>
                    <a:pt x="3" y="13"/>
                    <a:pt x="2" y="10"/>
                  </a:cubicBezTo>
                  <a:cubicBezTo>
                    <a:pt x="0" y="7"/>
                    <a:pt x="0" y="4"/>
                    <a:pt x="0" y="0"/>
                  </a:cubicBezTo>
                  <a:cubicBezTo>
                    <a:pt x="0" y="4"/>
                    <a:pt x="0" y="7"/>
                    <a:pt x="0" y="11"/>
                  </a:cubicBezTo>
                  <a:cubicBezTo>
                    <a:pt x="0" y="13"/>
                    <a:pt x="0" y="16"/>
                    <a:pt x="0" y="18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3447" name="Freeform 206">
              <a:extLst>
                <a:ext uri="{FF2B5EF4-FFF2-40B4-BE49-F238E27FC236}">
                  <a16:creationId xmlns:a16="http://schemas.microsoft.com/office/drawing/2014/main" id="{91958792-172B-4806-8807-1A381E9D75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5" y="762"/>
              <a:ext cx="494" cy="319"/>
            </a:xfrm>
            <a:custGeom>
              <a:avLst/>
              <a:gdLst>
                <a:gd name="T0" fmla="*/ 1103 w 267"/>
                <a:gd name="T1" fmla="*/ 275 h 173"/>
                <a:gd name="T2" fmla="*/ 1034 w 267"/>
                <a:gd name="T3" fmla="*/ 551 h 173"/>
                <a:gd name="T4" fmla="*/ 411 w 267"/>
                <a:gd name="T5" fmla="*/ 640 h 173"/>
                <a:gd name="T6" fmla="*/ 411 w 267"/>
                <a:gd name="T7" fmla="*/ 544 h 173"/>
                <a:gd name="T8" fmla="*/ 350 w 267"/>
                <a:gd name="T9" fmla="*/ 839 h 173"/>
                <a:gd name="T10" fmla="*/ 329 w 267"/>
                <a:gd name="T11" fmla="*/ 1084 h 173"/>
                <a:gd name="T12" fmla="*/ 620 w 267"/>
                <a:gd name="T13" fmla="*/ 105 h 173"/>
                <a:gd name="T14" fmla="*/ 483 w 267"/>
                <a:gd name="T15" fmla="*/ 164 h 173"/>
                <a:gd name="T16" fmla="*/ 716 w 267"/>
                <a:gd name="T17" fmla="*/ 68 h 173"/>
                <a:gd name="T18" fmla="*/ 648 w 267"/>
                <a:gd name="T19" fmla="*/ 52 h 173"/>
                <a:gd name="T20" fmla="*/ 784 w 267"/>
                <a:gd name="T21" fmla="*/ 81 h 173"/>
                <a:gd name="T22" fmla="*/ 886 w 267"/>
                <a:gd name="T23" fmla="*/ 13 h 173"/>
                <a:gd name="T24" fmla="*/ 849 w 267"/>
                <a:gd name="T25" fmla="*/ 81 h 173"/>
                <a:gd name="T26" fmla="*/ 1058 w 267"/>
                <a:gd name="T27" fmla="*/ 24 h 173"/>
                <a:gd name="T28" fmla="*/ 962 w 267"/>
                <a:gd name="T29" fmla="*/ 57 h 173"/>
                <a:gd name="T30" fmla="*/ 1469 w 267"/>
                <a:gd name="T31" fmla="*/ 1023 h 173"/>
                <a:gd name="T32" fmla="*/ 1414 w 267"/>
                <a:gd name="T33" fmla="*/ 741 h 173"/>
                <a:gd name="T34" fmla="*/ 1325 w 267"/>
                <a:gd name="T35" fmla="*/ 588 h 173"/>
                <a:gd name="T36" fmla="*/ 1177 w 267"/>
                <a:gd name="T37" fmla="*/ 572 h 173"/>
                <a:gd name="T38" fmla="*/ 1103 w 267"/>
                <a:gd name="T39" fmla="*/ 275 h 173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267" h="173">
                  <a:moveTo>
                    <a:pt x="174" y="44"/>
                  </a:moveTo>
                  <a:cubicBezTo>
                    <a:pt x="174" y="44"/>
                    <a:pt x="164" y="66"/>
                    <a:pt x="163" y="88"/>
                  </a:cubicBezTo>
                  <a:cubicBezTo>
                    <a:pt x="163" y="88"/>
                    <a:pt x="88" y="84"/>
                    <a:pt x="65" y="102"/>
                  </a:cubicBezTo>
                  <a:cubicBezTo>
                    <a:pt x="65" y="102"/>
                    <a:pt x="63" y="92"/>
                    <a:pt x="65" y="87"/>
                  </a:cubicBezTo>
                  <a:cubicBezTo>
                    <a:pt x="65" y="87"/>
                    <a:pt x="54" y="112"/>
                    <a:pt x="55" y="134"/>
                  </a:cubicBezTo>
                  <a:cubicBezTo>
                    <a:pt x="52" y="173"/>
                    <a:pt x="52" y="173"/>
                    <a:pt x="52" y="173"/>
                  </a:cubicBezTo>
                  <a:cubicBezTo>
                    <a:pt x="52" y="173"/>
                    <a:pt x="0" y="53"/>
                    <a:pt x="98" y="17"/>
                  </a:cubicBezTo>
                  <a:cubicBezTo>
                    <a:pt x="98" y="17"/>
                    <a:pt x="83" y="21"/>
                    <a:pt x="76" y="26"/>
                  </a:cubicBezTo>
                  <a:cubicBezTo>
                    <a:pt x="76" y="26"/>
                    <a:pt x="84" y="13"/>
                    <a:pt x="113" y="11"/>
                  </a:cubicBezTo>
                  <a:cubicBezTo>
                    <a:pt x="113" y="11"/>
                    <a:pt x="108" y="7"/>
                    <a:pt x="102" y="8"/>
                  </a:cubicBezTo>
                  <a:cubicBezTo>
                    <a:pt x="102" y="8"/>
                    <a:pt x="115" y="6"/>
                    <a:pt x="124" y="13"/>
                  </a:cubicBezTo>
                  <a:cubicBezTo>
                    <a:pt x="124" y="13"/>
                    <a:pt x="131" y="5"/>
                    <a:pt x="140" y="2"/>
                  </a:cubicBezTo>
                  <a:cubicBezTo>
                    <a:pt x="140" y="2"/>
                    <a:pt x="133" y="6"/>
                    <a:pt x="134" y="13"/>
                  </a:cubicBezTo>
                  <a:cubicBezTo>
                    <a:pt x="134" y="13"/>
                    <a:pt x="141" y="0"/>
                    <a:pt x="167" y="4"/>
                  </a:cubicBezTo>
                  <a:cubicBezTo>
                    <a:pt x="167" y="4"/>
                    <a:pt x="156" y="4"/>
                    <a:pt x="152" y="9"/>
                  </a:cubicBezTo>
                  <a:cubicBezTo>
                    <a:pt x="152" y="9"/>
                    <a:pt x="267" y="8"/>
                    <a:pt x="232" y="163"/>
                  </a:cubicBezTo>
                  <a:cubicBezTo>
                    <a:pt x="232" y="163"/>
                    <a:pt x="225" y="125"/>
                    <a:pt x="223" y="118"/>
                  </a:cubicBezTo>
                  <a:cubicBezTo>
                    <a:pt x="221" y="110"/>
                    <a:pt x="209" y="94"/>
                    <a:pt x="209" y="94"/>
                  </a:cubicBezTo>
                  <a:cubicBezTo>
                    <a:pt x="209" y="94"/>
                    <a:pt x="194" y="90"/>
                    <a:pt x="186" y="91"/>
                  </a:cubicBezTo>
                  <a:cubicBezTo>
                    <a:pt x="186" y="91"/>
                    <a:pt x="177" y="48"/>
                    <a:pt x="174" y="44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3448" name="Freeform 207">
              <a:extLst>
                <a:ext uri="{FF2B5EF4-FFF2-40B4-BE49-F238E27FC236}">
                  <a16:creationId xmlns:a16="http://schemas.microsoft.com/office/drawing/2014/main" id="{B273C979-3A75-403D-A1FC-F424F1506B6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0" y="1004"/>
              <a:ext cx="85" cy="14"/>
            </a:xfrm>
            <a:custGeom>
              <a:avLst/>
              <a:gdLst>
                <a:gd name="T0" fmla="*/ 290 w 46"/>
                <a:gd name="T1" fmla="*/ 44 h 8"/>
                <a:gd name="T2" fmla="*/ 0 w 46"/>
                <a:gd name="T3" fmla="*/ 4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6" h="8">
                  <a:moveTo>
                    <a:pt x="46" y="8"/>
                  </a:moveTo>
                  <a:cubicBezTo>
                    <a:pt x="46" y="8"/>
                    <a:pt x="13" y="0"/>
                    <a:pt x="0" y="8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3449" name="Freeform 208">
              <a:extLst>
                <a:ext uri="{FF2B5EF4-FFF2-40B4-BE49-F238E27FC236}">
                  <a16:creationId xmlns:a16="http://schemas.microsoft.com/office/drawing/2014/main" id="{397112BB-283E-4E5F-A7FB-66A83FAF5D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7" y="1004"/>
              <a:ext cx="83" cy="14"/>
            </a:xfrm>
            <a:custGeom>
              <a:avLst/>
              <a:gdLst>
                <a:gd name="T0" fmla="*/ 0 w 45"/>
                <a:gd name="T1" fmla="*/ 44 h 8"/>
                <a:gd name="T2" fmla="*/ 282 w 45"/>
                <a:gd name="T3" fmla="*/ 4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5" h="8">
                  <a:moveTo>
                    <a:pt x="0" y="8"/>
                  </a:moveTo>
                  <a:cubicBezTo>
                    <a:pt x="0" y="8"/>
                    <a:pt x="32" y="0"/>
                    <a:pt x="45" y="8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3450" name="Freeform 209">
              <a:extLst>
                <a:ext uri="{FF2B5EF4-FFF2-40B4-BE49-F238E27FC236}">
                  <a16:creationId xmlns:a16="http://schemas.microsoft.com/office/drawing/2014/main" id="{E0ED30B7-46C0-44B1-A600-B418A2E585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9" y="1173"/>
              <a:ext cx="5" cy="33"/>
            </a:xfrm>
            <a:custGeom>
              <a:avLst/>
              <a:gdLst>
                <a:gd name="T0" fmla="*/ 13 w 3"/>
                <a:gd name="T1" fmla="*/ 112 h 18"/>
                <a:gd name="T2" fmla="*/ 5 w 3"/>
                <a:gd name="T3" fmla="*/ 57 h 18"/>
                <a:gd name="T4" fmla="*/ 5 w 3"/>
                <a:gd name="T5" fmla="*/ 0 h 18"/>
                <a:gd name="T6" fmla="*/ 0 w 3"/>
                <a:gd name="T7" fmla="*/ 68 h 18"/>
                <a:gd name="T8" fmla="*/ 0 w 3"/>
                <a:gd name="T9" fmla="*/ 97 h 18"/>
                <a:gd name="T10" fmla="*/ 13 w 3"/>
                <a:gd name="T11" fmla="*/ 112 h 1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" h="18">
                  <a:moveTo>
                    <a:pt x="3" y="18"/>
                  </a:moveTo>
                  <a:cubicBezTo>
                    <a:pt x="0" y="17"/>
                    <a:pt x="1" y="12"/>
                    <a:pt x="1" y="9"/>
                  </a:cubicBezTo>
                  <a:cubicBezTo>
                    <a:pt x="1" y="6"/>
                    <a:pt x="1" y="2"/>
                    <a:pt x="1" y="0"/>
                  </a:cubicBezTo>
                  <a:cubicBezTo>
                    <a:pt x="1" y="3"/>
                    <a:pt x="0" y="7"/>
                    <a:pt x="0" y="11"/>
                  </a:cubicBezTo>
                  <a:cubicBezTo>
                    <a:pt x="0" y="12"/>
                    <a:pt x="0" y="14"/>
                    <a:pt x="0" y="16"/>
                  </a:cubicBezTo>
                  <a:cubicBezTo>
                    <a:pt x="1" y="18"/>
                    <a:pt x="2" y="17"/>
                    <a:pt x="3" y="18"/>
                  </a:cubicBezTo>
                </a:path>
              </a:pathLst>
            </a:custGeom>
            <a:solidFill>
              <a:srgbClr val="EFCA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3451" name="Freeform 210">
              <a:extLst>
                <a:ext uri="{FF2B5EF4-FFF2-40B4-BE49-F238E27FC236}">
                  <a16:creationId xmlns:a16="http://schemas.microsoft.com/office/drawing/2014/main" id="{E5C360BC-31C5-4DA0-B198-28F0813389F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5" y="1173"/>
              <a:ext cx="8" cy="33"/>
            </a:xfrm>
            <a:custGeom>
              <a:avLst/>
              <a:gdLst>
                <a:gd name="T0" fmla="*/ 0 w 4"/>
                <a:gd name="T1" fmla="*/ 112 h 18"/>
                <a:gd name="T2" fmla="*/ 8 w 4"/>
                <a:gd name="T3" fmla="*/ 57 h 18"/>
                <a:gd name="T4" fmla="*/ 0 w 4"/>
                <a:gd name="T5" fmla="*/ 0 h 18"/>
                <a:gd name="T6" fmla="*/ 16 w 4"/>
                <a:gd name="T7" fmla="*/ 61 h 18"/>
                <a:gd name="T8" fmla="*/ 0 w 4"/>
                <a:gd name="T9" fmla="*/ 112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18">
                  <a:moveTo>
                    <a:pt x="0" y="18"/>
                  </a:moveTo>
                  <a:cubicBezTo>
                    <a:pt x="2" y="16"/>
                    <a:pt x="1" y="11"/>
                    <a:pt x="1" y="9"/>
                  </a:cubicBezTo>
                  <a:cubicBezTo>
                    <a:pt x="1" y="6"/>
                    <a:pt x="0" y="3"/>
                    <a:pt x="0" y="0"/>
                  </a:cubicBezTo>
                  <a:cubicBezTo>
                    <a:pt x="1" y="3"/>
                    <a:pt x="2" y="7"/>
                    <a:pt x="2" y="10"/>
                  </a:cubicBezTo>
                  <a:cubicBezTo>
                    <a:pt x="2" y="13"/>
                    <a:pt x="4" y="17"/>
                    <a:pt x="0" y="18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3452" name="Freeform 211">
              <a:extLst>
                <a:ext uri="{FF2B5EF4-FFF2-40B4-BE49-F238E27FC236}">
                  <a16:creationId xmlns:a16="http://schemas.microsoft.com/office/drawing/2014/main" id="{147690A0-75FB-4729-8A13-CE71293363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2" y="1140"/>
              <a:ext cx="24" cy="18"/>
            </a:xfrm>
            <a:custGeom>
              <a:avLst/>
              <a:gdLst>
                <a:gd name="T0" fmla="*/ 31 w 13"/>
                <a:gd name="T1" fmla="*/ 0 h 10"/>
                <a:gd name="T2" fmla="*/ 81 w 13"/>
                <a:gd name="T3" fmla="*/ 36 h 10"/>
                <a:gd name="T4" fmla="*/ 31 w 13"/>
                <a:gd name="T5" fmla="*/ 7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0">
                  <a:moveTo>
                    <a:pt x="5" y="0"/>
                  </a:moveTo>
                  <a:cubicBezTo>
                    <a:pt x="0" y="5"/>
                    <a:pt x="9" y="10"/>
                    <a:pt x="13" y="6"/>
                  </a:cubicBezTo>
                  <a:cubicBezTo>
                    <a:pt x="9" y="5"/>
                    <a:pt x="5" y="6"/>
                    <a:pt x="5" y="1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3453" name="Freeform 212">
              <a:extLst>
                <a:ext uri="{FF2B5EF4-FFF2-40B4-BE49-F238E27FC236}">
                  <a16:creationId xmlns:a16="http://schemas.microsoft.com/office/drawing/2014/main" id="{9FAEE3BF-D670-425A-986F-598E13F55E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7" y="790"/>
              <a:ext cx="189" cy="138"/>
            </a:xfrm>
            <a:custGeom>
              <a:avLst/>
              <a:gdLst>
                <a:gd name="T0" fmla="*/ 636 w 102"/>
                <a:gd name="T1" fmla="*/ 96 h 75"/>
                <a:gd name="T2" fmla="*/ 591 w 102"/>
                <a:gd name="T3" fmla="*/ 186 h 75"/>
                <a:gd name="T4" fmla="*/ 573 w 102"/>
                <a:gd name="T5" fmla="*/ 282 h 75"/>
                <a:gd name="T6" fmla="*/ 552 w 102"/>
                <a:gd name="T7" fmla="*/ 410 h 75"/>
                <a:gd name="T8" fmla="*/ 547 w 102"/>
                <a:gd name="T9" fmla="*/ 298 h 75"/>
                <a:gd name="T10" fmla="*/ 515 w 102"/>
                <a:gd name="T11" fmla="*/ 379 h 75"/>
                <a:gd name="T12" fmla="*/ 508 w 102"/>
                <a:gd name="T13" fmla="*/ 335 h 75"/>
                <a:gd name="T14" fmla="*/ 498 w 102"/>
                <a:gd name="T15" fmla="*/ 370 h 75"/>
                <a:gd name="T16" fmla="*/ 491 w 102"/>
                <a:gd name="T17" fmla="*/ 217 h 75"/>
                <a:gd name="T18" fmla="*/ 454 w 102"/>
                <a:gd name="T19" fmla="*/ 282 h 75"/>
                <a:gd name="T20" fmla="*/ 419 w 102"/>
                <a:gd name="T21" fmla="*/ 379 h 75"/>
                <a:gd name="T22" fmla="*/ 411 w 102"/>
                <a:gd name="T23" fmla="*/ 291 h 75"/>
                <a:gd name="T24" fmla="*/ 382 w 102"/>
                <a:gd name="T25" fmla="*/ 372 h 75"/>
                <a:gd name="T26" fmla="*/ 382 w 102"/>
                <a:gd name="T27" fmla="*/ 335 h 75"/>
                <a:gd name="T28" fmla="*/ 358 w 102"/>
                <a:gd name="T29" fmla="*/ 386 h 75"/>
                <a:gd name="T30" fmla="*/ 363 w 102"/>
                <a:gd name="T31" fmla="*/ 305 h 75"/>
                <a:gd name="T32" fmla="*/ 313 w 102"/>
                <a:gd name="T33" fmla="*/ 386 h 75"/>
                <a:gd name="T34" fmla="*/ 313 w 102"/>
                <a:gd name="T35" fmla="*/ 311 h 75"/>
                <a:gd name="T36" fmla="*/ 269 w 102"/>
                <a:gd name="T37" fmla="*/ 392 h 75"/>
                <a:gd name="T38" fmla="*/ 269 w 102"/>
                <a:gd name="T39" fmla="*/ 230 h 75"/>
                <a:gd name="T40" fmla="*/ 230 w 102"/>
                <a:gd name="T41" fmla="*/ 282 h 75"/>
                <a:gd name="T42" fmla="*/ 172 w 102"/>
                <a:gd name="T43" fmla="*/ 436 h 75"/>
                <a:gd name="T44" fmla="*/ 172 w 102"/>
                <a:gd name="T45" fmla="*/ 261 h 75"/>
                <a:gd name="T46" fmla="*/ 104 w 102"/>
                <a:gd name="T47" fmla="*/ 423 h 75"/>
                <a:gd name="T48" fmla="*/ 104 w 102"/>
                <a:gd name="T49" fmla="*/ 318 h 75"/>
                <a:gd name="T50" fmla="*/ 65 w 102"/>
                <a:gd name="T51" fmla="*/ 410 h 75"/>
                <a:gd name="T52" fmla="*/ 76 w 102"/>
                <a:gd name="T53" fmla="*/ 335 h 75"/>
                <a:gd name="T54" fmla="*/ 24 w 102"/>
                <a:gd name="T55" fmla="*/ 467 h 75"/>
                <a:gd name="T56" fmla="*/ 261 w 102"/>
                <a:gd name="T57" fmla="*/ 31 h 75"/>
                <a:gd name="T58" fmla="*/ 172 w 102"/>
                <a:gd name="T59" fmla="*/ 156 h 75"/>
                <a:gd name="T60" fmla="*/ 246 w 102"/>
                <a:gd name="T61" fmla="*/ 81 h 75"/>
                <a:gd name="T62" fmla="*/ 202 w 102"/>
                <a:gd name="T63" fmla="*/ 177 h 75"/>
                <a:gd name="T64" fmla="*/ 230 w 102"/>
                <a:gd name="T65" fmla="*/ 142 h 75"/>
                <a:gd name="T66" fmla="*/ 209 w 102"/>
                <a:gd name="T67" fmla="*/ 201 h 75"/>
                <a:gd name="T68" fmla="*/ 282 w 102"/>
                <a:gd name="T69" fmla="*/ 112 h 75"/>
                <a:gd name="T70" fmla="*/ 343 w 102"/>
                <a:gd name="T71" fmla="*/ 37 h 75"/>
                <a:gd name="T72" fmla="*/ 313 w 102"/>
                <a:gd name="T73" fmla="*/ 201 h 75"/>
                <a:gd name="T74" fmla="*/ 374 w 102"/>
                <a:gd name="T75" fmla="*/ 96 h 75"/>
                <a:gd name="T76" fmla="*/ 358 w 102"/>
                <a:gd name="T77" fmla="*/ 237 h 75"/>
                <a:gd name="T78" fmla="*/ 387 w 102"/>
                <a:gd name="T79" fmla="*/ 180 h 75"/>
                <a:gd name="T80" fmla="*/ 382 w 102"/>
                <a:gd name="T81" fmla="*/ 237 h 75"/>
                <a:gd name="T82" fmla="*/ 456 w 102"/>
                <a:gd name="T83" fmla="*/ 81 h 75"/>
                <a:gd name="T84" fmla="*/ 523 w 102"/>
                <a:gd name="T85" fmla="*/ 0 h 75"/>
                <a:gd name="T86" fmla="*/ 484 w 102"/>
                <a:gd name="T87" fmla="*/ 156 h 75"/>
                <a:gd name="T88" fmla="*/ 547 w 102"/>
                <a:gd name="T89" fmla="*/ 61 h 75"/>
                <a:gd name="T90" fmla="*/ 528 w 102"/>
                <a:gd name="T91" fmla="*/ 162 h 75"/>
                <a:gd name="T92" fmla="*/ 649 w 102"/>
                <a:gd name="T93" fmla="*/ 20 h 75"/>
                <a:gd name="T94" fmla="*/ 624 w 102"/>
                <a:gd name="T95" fmla="*/ 96 h 75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0" t="0" r="r" b="b"/>
              <a:pathLst>
                <a:path w="102" h="75">
                  <a:moveTo>
                    <a:pt x="100" y="15"/>
                  </a:moveTo>
                  <a:cubicBezTo>
                    <a:pt x="98" y="20"/>
                    <a:pt x="95" y="25"/>
                    <a:pt x="93" y="30"/>
                  </a:cubicBezTo>
                  <a:cubicBezTo>
                    <a:pt x="92" y="35"/>
                    <a:pt x="91" y="40"/>
                    <a:pt x="90" y="45"/>
                  </a:cubicBezTo>
                  <a:cubicBezTo>
                    <a:pt x="88" y="52"/>
                    <a:pt x="88" y="60"/>
                    <a:pt x="87" y="66"/>
                  </a:cubicBezTo>
                  <a:cubicBezTo>
                    <a:pt x="84" y="61"/>
                    <a:pt x="87" y="54"/>
                    <a:pt x="86" y="48"/>
                  </a:cubicBezTo>
                  <a:cubicBezTo>
                    <a:pt x="84" y="52"/>
                    <a:pt x="81" y="57"/>
                    <a:pt x="81" y="61"/>
                  </a:cubicBezTo>
                  <a:cubicBezTo>
                    <a:pt x="80" y="59"/>
                    <a:pt x="80" y="56"/>
                    <a:pt x="80" y="54"/>
                  </a:cubicBezTo>
                  <a:cubicBezTo>
                    <a:pt x="79" y="56"/>
                    <a:pt x="78" y="57"/>
                    <a:pt x="78" y="59"/>
                  </a:cubicBezTo>
                  <a:cubicBezTo>
                    <a:pt x="73" y="53"/>
                    <a:pt x="78" y="42"/>
                    <a:pt x="77" y="35"/>
                  </a:cubicBezTo>
                  <a:cubicBezTo>
                    <a:pt x="74" y="36"/>
                    <a:pt x="72" y="42"/>
                    <a:pt x="71" y="45"/>
                  </a:cubicBezTo>
                  <a:cubicBezTo>
                    <a:pt x="69" y="50"/>
                    <a:pt x="67" y="55"/>
                    <a:pt x="66" y="61"/>
                  </a:cubicBezTo>
                  <a:cubicBezTo>
                    <a:pt x="64" y="57"/>
                    <a:pt x="65" y="51"/>
                    <a:pt x="65" y="47"/>
                  </a:cubicBezTo>
                  <a:cubicBezTo>
                    <a:pt x="63" y="52"/>
                    <a:pt x="61" y="56"/>
                    <a:pt x="60" y="60"/>
                  </a:cubicBezTo>
                  <a:cubicBezTo>
                    <a:pt x="60" y="58"/>
                    <a:pt x="60" y="56"/>
                    <a:pt x="60" y="54"/>
                  </a:cubicBezTo>
                  <a:cubicBezTo>
                    <a:pt x="58" y="56"/>
                    <a:pt x="57" y="59"/>
                    <a:pt x="56" y="62"/>
                  </a:cubicBezTo>
                  <a:cubicBezTo>
                    <a:pt x="55" y="58"/>
                    <a:pt x="56" y="53"/>
                    <a:pt x="57" y="49"/>
                  </a:cubicBezTo>
                  <a:cubicBezTo>
                    <a:pt x="53" y="52"/>
                    <a:pt x="53" y="58"/>
                    <a:pt x="49" y="62"/>
                  </a:cubicBezTo>
                  <a:cubicBezTo>
                    <a:pt x="48" y="58"/>
                    <a:pt x="50" y="54"/>
                    <a:pt x="49" y="50"/>
                  </a:cubicBezTo>
                  <a:cubicBezTo>
                    <a:pt x="46" y="53"/>
                    <a:pt x="44" y="59"/>
                    <a:pt x="42" y="63"/>
                  </a:cubicBezTo>
                  <a:cubicBezTo>
                    <a:pt x="41" y="54"/>
                    <a:pt x="43" y="45"/>
                    <a:pt x="42" y="37"/>
                  </a:cubicBezTo>
                  <a:cubicBezTo>
                    <a:pt x="39" y="37"/>
                    <a:pt x="37" y="43"/>
                    <a:pt x="36" y="45"/>
                  </a:cubicBezTo>
                  <a:cubicBezTo>
                    <a:pt x="33" y="52"/>
                    <a:pt x="27" y="62"/>
                    <a:pt x="27" y="70"/>
                  </a:cubicBezTo>
                  <a:cubicBezTo>
                    <a:pt x="23" y="61"/>
                    <a:pt x="28" y="51"/>
                    <a:pt x="27" y="42"/>
                  </a:cubicBezTo>
                  <a:cubicBezTo>
                    <a:pt x="21" y="47"/>
                    <a:pt x="17" y="61"/>
                    <a:pt x="16" y="68"/>
                  </a:cubicBezTo>
                  <a:cubicBezTo>
                    <a:pt x="14" y="62"/>
                    <a:pt x="17" y="57"/>
                    <a:pt x="16" y="51"/>
                  </a:cubicBezTo>
                  <a:cubicBezTo>
                    <a:pt x="13" y="55"/>
                    <a:pt x="11" y="61"/>
                    <a:pt x="10" y="66"/>
                  </a:cubicBezTo>
                  <a:cubicBezTo>
                    <a:pt x="11" y="62"/>
                    <a:pt x="12" y="58"/>
                    <a:pt x="12" y="54"/>
                  </a:cubicBezTo>
                  <a:cubicBezTo>
                    <a:pt x="8" y="59"/>
                    <a:pt x="4" y="69"/>
                    <a:pt x="4" y="75"/>
                  </a:cubicBezTo>
                  <a:cubicBezTo>
                    <a:pt x="0" y="50"/>
                    <a:pt x="20" y="17"/>
                    <a:pt x="41" y="5"/>
                  </a:cubicBezTo>
                  <a:cubicBezTo>
                    <a:pt x="34" y="10"/>
                    <a:pt x="31" y="18"/>
                    <a:pt x="27" y="25"/>
                  </a:cubicBezTo>
                  <a:cubicBezTo>
                    <a:pt x="30" y="20"/>
                    <a:pt x="35" y="16"/>
                    <a:pt x="39" y="13"/>
                  </a:cubicBezTo>
                  <a:cubicBezTo>
                    <a:pt x="36" y="16"/>
                    <a:pt x="32" y="24"/>
                    <a:pt x="32" y="28"/>
                  </a:cubicBezTo>
                  <a:cubicBezTo>
                    <a:pt x="33" y="26"/>
                    <a:pt x="34" y="24"/>
                    <a:pt x="36" y="23"/>
                  </a:cubicBezTo>
                  <a:cubicBezTo>
                    <a:pt x="36" y="26"/>
                    <a:pt x="33" y="29"/>
                    <a:pt x="33" y="32"/>
                  </a:cubicBezTo>
                  <a:cubicBezTo>
                    <a:pt x="37" y="28"/>
                    <a:pt x="40" y="22"/>
                    <a:pt x="44" y="18"/>
                  </a:cubicBezTo>
                  <a:cubicBezTo>
                    <a:pt x="47" y="14"/>
                    <a:pt x="51" y="10"/>
                    <a:pt x="54" y="6"/>
                  </a:cubicBezTo>
                  <a:cubicBezTo>
                    <a:pt x="53" y="14"/>
                    <a:pt x="48" y="24"/>
                    <a:pt x="49" y="32"/>
                  </a:cubicBezTo>
                  <a:cubicBezTo>
                    <a:pt x="53" y="26"/>
                    <a:pt x="55" y="20"/>
                    <a:pt x="59" y="15"/>
                  </a:cubicBezTo>
                  <a:cubicBezTo>
                    <a:pt x="60" y="23"/>
                    <a:pt x="55" y="30"/>
                    <a:pt x="56" y="38"/>
                  </a:cubicBezTo>
                  <a:cubicBezTo>
                    <a:pt x="58" y="35"/>
                    <a:pt x="59" y="31"/>
                    <a:pt x="61" y="29"/>
                  </a:cubicBezTo>
                  <a:cubicBezTo>
                    <a:pt x="61" y="32"/>
                    <a:pt x="61" y="35"/>
                    <a:pt x="60" y="38"/>
                  </a:cubicBezTo>
                  <a:cubicBezTo>
                    <a:pt x="64" y="29"/>
                    <a:pt x="66" y="20"/>
                    <a:pt x="72" y="13"/>
                  </a:cubicBezTo>
                  <a:cubicBezTo>
                    <a:pt x="74" y="9"/>
                    <a:pt x="78" y="2"/>
                    <a:pt x="82" y="0"/>
                  </a:cubicBezTo>
                  <a:cubicBezTo>
                    <a:pt x="80" y="7"/>
                    <a:pt x="75" y="16"/>
                    <a:pt x="76" y="25"/>
                  </a:cubicBezTo>
                  <a:cubicBezTo>
                    <a:pt x="79" y="20"/>
                    <a:pt x="81" y="13"/>
                    <a:pt x="86" y="10"/>
                  </a:cubicBezTo>
                  <a:cubicBezTo>
                    <a:pt x="86" y="15"/>
                    <a:pt x="83" y="20"/>
                    <a:pt x="83" y="26"/>
                  </a:cubicBezTo>
                  <a:cubicBezTo>
                    <a:pt x="87" y="17"/>
                    <a:pt x="93" y="8"/>
                    <a:pt x="102" y="3"/>
                  </a:cubicBezTo>
                  <a:cubicBezTo>
                    <a:pt x="102" y="7"/>
                    <a:pt x="100" y="12"/>
                    <a:pt x="98" y="15"/>
                  </a:cubicBezTo>
                </a:path>
              </a:pathLst>
            </a:custGeom>
            <a:solidFill>
              <a:srgbClr val="0F12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3454" name="Freeform 213">
              <a:extLst>
                <a:ext uri="{FF2B5EF4-FFF2-40B4-BE49-F238E27FC236}">
                  <a16:creationId xmlns:a16="http://schemas.microsoft.com/office/drawing/2014/main" id="{EFF59E94-3D2F-4037-8693-0A25350E5C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1" y="816"/>
              <a:ext cx="102" cy="166"/>
            </a:xfrm>
            <a:custGeom>
              <a:avLst/>
              <a:gdLst>
                <a:gd name="T0" fmla="*/ 0 w 55"/>
                <a:gd name="T1" fmla="*/ 7 h 90"/>
                <a:gd name="T2" fmla="*/ 96 w 55"/>
                <a:gd name="T3" fmla="*/ 225 h 90"/>
                <a:gd name="T4" fmla="*/ 76 w 55"/>
                <a:gd name="T5" fmla="*/ 133 h 90"/>
                <a:gd name="T6" fmla="*/ 165 w 55"/>
                <a:gd name="T7" fmla="*/ 339 h 90"/>
                <a:gd name="T8" fmla="*/ 141 w 55"/>
                <a:gd name="T9" fmla="*/ 164 h 90"/>
                <a:gd name="T10" fmla="*/ 224 w 55"/>
                <a:gd name="T11" fmla="*/ 295 h 90"/>
                <a:gd name="T12" fmla="*/ 282 w 55"/>
                <a:gd name="T13" fmla="*/ 408 h 90"/>
                <a:gd name="T14" fmla="*/ 249 w 55"/>
                <a:gd name="T15" fmla="*/ 295 h 90"/>
                <a:gd name="T16" fmla="*/ 306 w 55"/>
                <a:gd name="T17" fmla="*/ 387 h 90"/>
                <a:gd name="T18" fmla="*/ 351 w 55"/>
                <a:gd name="T19" fmla="*/ 564 h 90"/>
                <a:gd name="T20" fmla="*/ 293 w 55"/>
                <a:gd name="T21" fmla="*/ 319 h 90"/>
                <a:gd name="T22" fmla="*/ 237 w 55"/>
                <a:gd name="T23" fmla="*/ 177 h 90"/>
                <a:gd name="T24" fmla="*/ 113 w 55"/>
                <a:gd name="T25" fmla="*/ 20 h 90"/>
                <a:gd name="T26" fmla="*/ 210 w 55"/>
                <a:gd name="T27" fmla="*/ 186 h 90"/>
                <a:gd name="T28" fmla="*/ 148 w 55"/>
                <a:gd name="T29" fmla="*/ 105 h 90"/>
                <a:gd name="T30" fmla="*/ 89 w 55"/>
                <a:gd name="T31" fmla="*/ 44 h 90"/>
                <a:gd name="T32" fmla="*/ 113 w 55"/>
                <a:gd name="T33" fmla="*/ 125 h 90"/>
                <a:gd name="T34" fmla="*/ 59 w 55"/>
                <a:gd name="T35" fmla="*/ 52 h 90"/>
                <a:gd name="T36" fmla="*/ 7 w 55"/>
                <a:gd name="T37" fmla="*/ 0 h 90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55" h="90">
                  <a:moveTo>
                    <a:pt x="0" y="1"/>
                  </a:moveTo>
                  <a:cubicBezTo>
                    <a:pt x="10" y="9"/>
                    <a:pt x="11" y="25"/>
                    <a:pt x="15" y="36"/>
                  </a:cubicBezTo>
                  <a:cubicBezTo>
                    <a:pt x="13" y="32"/>
                    <a:pt x="13" y="26"/>
                    <a:pt x="12" y="21"/>
                  </a:cubicBezTo>
                  <a:cubicBezTo>
                    <a:pt x="19" y="29"/>
                    <a:pt x="25" y="43"/>
                    <a:pt x="26" y="54"/>
                  </a:cubicBezTo>
                  <a:cubicBezTo>
                    <a:pt x="24" y="46"/>
                    <a:pt x="24" y="35"/>
                    <a:pt x="22" y="26"/>
                  </a:cubicBezTo>
                  <a:cubicBezTo>
                    <a:pt x="28" y="31"/>
                    <a:pt x="31" y="40"/>
                    <a:pt x="35" y="47"/>
                  </a:cubicBezTo>
                  <a:cubicBezTo>
                    <a:pt x="38" y="53"/>
                    <a:pt x="41" y="59"/>
                    <a:pt x="44" y="65"/>
                  </a:cubicBezTo>
                  <a:cubicBezTo>
                    <a:pt x="42" y="60"/>
                    <a:pt x="41" y="53"/>
                    <a:pt x="39" y="47"/>
                  </a:cubicBezTo>
                  <a:cubicBezTo>
                    <a:pt x="43" y="51"/>
                    <a:pt x="46" y="57"/>
                    <a:pt x="48" y="62"/>
                  </a:cubicBezTo>
                  <a:cubicBezTo>
                    <a:pt x="53" y="71"/>
                    <a:pt x="55" y="80"/>
                    <a:pt x="55" y="90"/>
                  </a:cubicBezTo>
                  <a:cubicBezTo>
                    <a:pt x="55" y="77"/>
                    <a:pt x="50" y="63"/>
                    <a:pt x="46" y="51"/>
                  </a:cubicBezTo>
                  <a:cubicBezTo>
                    <a:pt x="43" y="43"/>
                    <a:pt x="41" y="35"/>
                    <a:pt x="37" y="28"/>
                  </a:cubicBezTo>
                  <a:cubicBezTo>
                    <a:pt x="31" y="19"/>
                    <a:pt x="25" y="12"/>
                    <a:pt x="18" y="3"/>
                  </a:cubicBezTo>
                  <a:cubicBezTo>
                    <a:pt x="25" y="12"/>
                    <a:pt x="29" y="20"/>
                    <a:pt x="33" y="30"/>
                  </a:cubicBezTo>
                  <a:cubicBezTo>
                    <a:pt x="29" y="26"/>
                    <a:pt x="27" y="21"/>
                    <a:pt x="23" y="17"/>
                  </a:cubicBezTo>
                  <a:cubicBezTo>
                    <a:pt x="20" y="13"/>
                    <a:pt x="17" y="10"/>
                    <a:pt x="14" y="7"/>
                  </a:cubicBezTo>
                  <a:cubicBezTo>
                    <a:pt x="15" y="12"/>
                    <a:pt x="18" y="16"/>
                    <a:pt x="18" y="20"/>
                  </a:cubicBezTo>
                  <a:cubicBezTo>
                    <a:pt x="15" y="17"/>
                    <a:pt x="13" y="12"/>
                    <a:pt x="9" y="8"/>
                  </a:cubicBezTo>
                  <a:cubicBezTo>
                    <a:pt x="7" y="5"/>
                    <a:pt x="3" y="3"/>
                    <a:pt x="1" y="0"/>
                  </a:cubicBezTo>
                </a:path>
              </a:pathLst>
            </a:custGeom>
            <a:solidFill>
              <a:srgbClr val="0F12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3455" name="Freeform 214">
              <a:extLst>
                <a:ext uri="{FF2B5EF4-FFF2-40B4-BE49-F238E27FC236}">
                  <a16:creationId xmlns:a16="http://schemas.microsoft.com/office/drawing/2014/main" id="{D8FA81BA-4681-48A1-A195-8589652B1DF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3" y="831"/>
              <a:ext cx="63" cy="125"/>
            </a:xfrm>
            <a:custGeom>
              <a:avLst/>
              <a:gdLst>
                <a:gd name="T0" fmla="*/ 217 w 34"/>
                <a:gd name="T1" fmla="*/ 13 h 68"/>
                <a:gd name="T2" fmla="*/ 172 w 34"/>
                <a:gd name="T3" fmla="*/ 74 h 68"/>
                <a:gd name="T4" fmla="*/ 120 w 34"/>
                <a:gd name="T5" fmla="*/ 193 h 68"/>
                <a:gd name="T6" fmla="*/ 89 w 34"/>
                <a:gd name="T7" fmla="*/ 311 h 68"/>
                <a:gd name="T8" fmla="*/ 76 w 34"/>
                <a:gd name="T9" fmla="*/ 399 h 68"/>
                <a:gd name="T10" fmla="*/ 76 w 34"/>
                <a:gd name="T11" fmla="*/ 213 h 68"/>
                <a:gd name="T12" fmla="*/ 7 w 34"/>
                <a:gd name="T13" fmla="*/ 423 h 68"/>
                <a:gd name="T14" fmla="*/ 7 w 34"/>
                <a:gd name="T15" fmla="*/ 311 h 68"/>
                <a:gd name="T16" fmla="*/ 52 w 34"/>
                <a:gd name="T17" fmla="*/ 173 h 68"/>
                <a:gd name="T18" fmla="*/ 148 w 34"/>
                <a:gd name="T19" fmla="*/ 31 h 68"/>
                <a:gd name="T20" fmla="*/ 89 w 34"/>
                <a:gd name="T21" fmla="*/ 149 h 68"/>
                <a:gd name="T22" fmla="*/ 217 w 34"/>
                <a:gd name="T23" fmla="*/ 0 h 6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4" h="68">
                  <a:moveTo>
                    <a:pt x="34" y="2"/>
                  </a:moveTo>
                  <a:cubicBezTo>
                    <a:pt x="33" y="6"/>
                    <a:pt x="29" y="9"/>
                    <a:pt x="27" y="12"/>
                  </a:cubicBezTo>
                  <a:cubicBezTo>
                    <a:pt x="24" y="18"/>
                    <a:pt x="21" y="24"/>
                    <a:pt x="19" y="31"/>
                  </a:cubicBezTo>
                  <a:cubicBezTo>
                    <a:pt x="17" y="37"/>
                    <a:pt x="15" y="43"/>
                    <a:pt x="14" y="50"/>
                  </a:cubicBezTo>
                  <a:cubicBezTo>
                    <a:pt x="13" y="54"/>
                    <a:pt x="13" y="60"/>
                    <a:pt x="12" y="64"/>
                  </a:cubicBezTo>
                  <a:cubicBezTo>
                    <a:pt x="9" y="55"/>
                    <a:pt x="12" y="44"/>
                    <a:pt x="12" y="34"/>
                  </a:cubicBezTo>
                  <a:cubicBezTo>
                    <a:pt x="8" y="45"/>
                    <a:pt x="4" y="56"/>
                    <a:pt x="1" y="68"/>
                  </a:cubicBezTo>
                  <a:cubicBezTo>
                    <a:pt x="1" y="62"/>
                    <a:pt x="0" y="56"/>
                    <a:pt x="1" y="50"/>
                  </a:cubicBezTo>
                  <a:cubicBezTo>
                    <a:pt x="3" y="42"/>
                    <a:pt x="5" y="35"/>
                    <a:pt x="8" y="28"/>
                  </a:cubicBezTo>
                  <a:cubicBezTo>
                    <a:pt x="12" y="20"/>
                    <a:pt x="17" y="12"/>
                    <a:pt x="23" y="5"/>
                  </a:cubicBezTo>
                  <a:cubicBezTo>
                    <a:pt x="19" y="11"/>
                    <a:pt x="17" y="18"/>
                    <a:pt x="14" y="24"/>
                  </a:cubicBezTo>
                  <a:cubicBezTo>
                    <a:pt x="18" y="15"/>
                    <a:pt x="27" y="6"/>
                    <a:pt x="34" y="0"/>
                  </a:cubicBezTo>
                </a:path>
              </a:pathLst>
            </a:custGeom>
            <a:solidFill>
              <a:srgbClr val="0F12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</p:grpSp>
      <p:grpSp>
        <p:nvGrpSpPr>
          <p:cNvPr id="32770" name="female-child-body-anterior-view">
            <a:extLst>
              <a:ext uri="{FF2B5EF4-FFF2-40B4-BE49-F238E27FC236}">
                <a16:creationId xmlns:a16="http://schemas.microsoft.com/office/drawing/2014/main" id="{B40E70E8-6568-42D0-AA57-393E3AA4D8BD}"/>
              </a:ext>
            </a:extLst>
          </p:cNvPr>
          <p:cNvGrpSpPr>
            <a:grpSpLocks/>
          </p:cNvGrpSpPr>
          <p:nvPr/>
        </p:nvGrpSpPr>
        <p:grpSpPr bwMode="auto">
          <a:xfrm>
            <a:off x="4267200" y="1289050"/>
            <a:ext cx="1479550" cy="5214938"/>
            <a:chOff x="462" y="750"/>
            <a:chExt cx="932" cy="3285"/>
          </a:xfrm>
        </p:grpSpPr>
        <p:sp>
          <p:nvSpPr>
            <p:cNvPr id="33283" name="Freeform 216">
              <a:extLst>
                <a:ext uri="{FF2B5EF4-FFF2-40B4-BE49-F238E27FC236}">
                  <a16:creationId xmlns:a16="http://schemas.microsoft.com/office/drawing/2014/main" id="{9F280154-9D48-4E81-83EB-D71644807CC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" y="1251"/>
              <a:ext cx="932" cy="2784"/>
            </a:xfrm>
            <a:custGeom>
              <a:avLst/>
              <a:gdLst>
                <a:gd name="T0" fmla="*/ 2800 w 531"/>
                <a:gd name="T1" fmla="*/ 3825 h 1591"/>
                <a:gd name="T2" fmla="*/ 2763 w 531"/>
                <a:gd name="T3" fmla="*/ 2952 h 1591"/>
                <a:gd name="T4" fmla="*/ 2628 w 531"/>
                <a:gd name="T5" fmla="*/ 1895 h 1591"/>
                <a:gd name="T6" fmla="*/ 2104 w 531"/>
                <a:gd name="T7" fmla="*/ 437 h 1591"/>
                <a:gd name="T8" fmla="*/ 1713 w 531"/>
                <a:gd name="T9" fmla="*/ 21 h 1591"/>
                <a:gd name="T10" fmla="*/ 1497 w 531"/>
                <a:gd name="T11" fmla="*/ 156 h 1591"/>
                <a:gd name="T12" fmla="*/ 1439 w 531"/>
                <a:gd name="T13" fmla="*/ 159 h 1591"/>
                <a:gd name="T14" fmla="*/ 1179 w 531"/>
                <a:gd name="T15" fmla="*/ 37 h 1591"/>
                <a:gd name="T16" fmla="*/ 925 w 531"/>
                <a:gd name="T17" fmla="*/ 434 h 1591"/>
                <a:gd name="T18" fmla="*/ 421 w 531"/>
                <a:gd name="T19" fmla="*/ 1022 h 1591"/>
                <a:gd name="T20" fmla="*/ 172 w 531"/>
                <a:gd name="T21" fmla="*/ 2238 h 1591"/>
                <a:gd name="T22" fmla="*/ 98 w 531"/>
                <a:gd name="T23" fmla="*/ 3307 h 1591"/>
                <a:gd name="T24" fmla="*/ 12 w 531"/>
                <a:gd name="T25" fmla="*/ 4082 h 1591"/>
                <a:gd name="T26" fmla="*/ 58 w 531"/>
                <a:gd name="T27" fmla="*/ 4229 h 1591"/>
                <a:gd name="T28" fmla="*/ 277 w 531"/>
                <a:gd name="T29" fmla="*/ 4410 h 1591"/>
                <a:gd name="T30" fmla="*/ 363 w 531"/>
                <a:gd name="T31" fmla="*/ 4366 h 1591"/>
                <a:gd name="T32" fmla="*/ 388 w 531"/>
                <a:gd name="T33" fmla="*/ 4329 h 1591"/>
                <a:gd name="T34" fmla="*/ 388 w 531"/>
                <a:gd name="T35" fmla="*/ 4124 h 1591"/>
                <a:gd name="T36" fmla="*/ 323 w 531"/>
                <a:gd name="T37" fmla="*/ 3736 h 1591"/>
                <a:gd name="T38" fmla="*/ 535 w 531"/>
                <a:gd name="T39" fmla="*/ 2287 h 1591"/>
                <a:gd name="T40" fmla="*/ 718 w 531"/>
                <a:gd name="T41" fmla="*/ 1785 h 1591"/>
                <a:gd name="T42" fmla="*/ 714 w 531"/>
                <a:gd name="T43" fmla="*/ 2637 h 1591"/>
                <a:gd name="T44" fmla="*/ 628 w 531"/>
                <a:gd name="T45" fmla="*/ 3986 h 1591"/>
                <a:gd name="T46" fmla="*/ 811 w 531"/>
                <a:gd name="T47" fmla="*/ 5524 h 1591"/>
                <a:gd name="T48" fmla="*/ 872 w 531"/>
                <a:gd name="T49" fmla="*/ 6966 h 1591"/>
                <a:gd name="T50" fmla="*/ 1025 w 531"/>
                <a:gd name="T51" fmla="*/ 7939 h 1591"/>
                <a:gd name="T52" fmla="*/ 853 w 531"/>
                <a:gd name="T53" fmla="*/ 8326 h 1591"/>
                <a:gd name="T54" fmla="*/ 909 w 531"/>
                <a:gd name="T55" fmla="*/ 8466 h 1591"/>
                <a:gd name="T56" fmla="*/ 1158 w 531"/>
                <a:gd name="T57" fmla="*/ 8488 h 1591"/>
                <a:gd name="T58" fmla="*/ 1402 w 531"/>
                <a:gd name="T59" fmla="*/ 8322 h 1591"/>
                <a:gd name="T60" fmla="*/ 1411 w 531"/>
                <a:gd name="T61" fmla="*/ 8037 h 1591"/>
                <a:gd name="T62" fmla="*/ 1374 w 531"/>
                <a:gd name="T63" fmla="*/ 7759 h 1591"/>
                <a:gd name="T64" fmla="*/ 1390 w 531"/>
                <a:gd name="T65" fmla="*/ 6182 h 1591"/>
                <a:gd name="T66" fmla="*/ 1383 w 531"/>
                <a:gd name="T67" fmla="*/ 5300 h 1591"/>
                <a:gd name="T68" fmla="*/ 1383 w 531"/>
                <a:gd name="T69" fmla="*/ 4018 h 1591"/>
                <a:gd name="T70" fmla="*/ 1432 w 531"/>
                <a:gd name="T71" fmla="*/ 4023 h 1591"/>
                <a:gd name="T72" fmla="*/ 1492 w 531"/>
                <a:gd name="T73" fmla="*/ 4014 h 1591"/>
                <a:gd name="T74" fmla="*/ 1492 w 531"/>
                <a:gd name="T75" fmla="*/ 4572 h 1591"/>
                <a:gd name="T76" fmla="*/ 1504 w 531"/>
                <a:gd name="T77" fmla="*/ 5753 h 1591"/>
                <a:gd name="T78" fmla="*/ 1555 w 531"/>
                <a:gd name="T79" fmla="*/ 7425 h 1591"/>
                <a:gd name="T80" fmla="*/ 1481 w 531"/>
                <a:gd name="T81" fmla="*/ 7930 h 1591"/>
                <a:gd name="T82" fmla="*/ 1453 w 531"/>
                <a:gd name="T83" fmla="*/ 8195 h 1591"/>
                <a:gd name="T84" fmla="*/ 1525 w 531"/>
                <a:gd name="T85" fmla="*/ 8476 h 1591"/>
                <a:gd name="T86" fmla="*/ 1845 w 531"/>
                <a:gd name="T87" fmla="*/ 8494 h 1591"/>
                <a:gd name="T88" fmla="*/ 2018 w 531"/>
                <a:gd name="T89" fmla="*/ 8403 h 1591"/>
                <a:gd name="T90" fmla="*/ 1869 w 531"/>
                <a:gd name="T91" fmla="*/ 8111 h 1591"/>
                <a:gd name="T92" fmla="*/ 1868 w 531"/>
                <a:gd name="T93" fmla="*/ 7645 h 1591"/>
                <a:gd name="T94" fmla="*/ 2043 w 531"/>
                <a:gd name="T95" fmla="*/ 5930 h 1591"/>
                <a:gd name="T96" fmla="*/ 2183 w 531"/>
                <a:gd name="T97" fmla="*/ 4732 h 1591"/>
                <a:gd name="T98" fmla="*/ 2234 w 531"/>
                <a:gd name="T99" fmla="*/ 3267 h 1591"/>
                <a:gd name="T100" fmla="*/ 2134 w 531"/>
                <a:gd name="T101" fmla="*/ 2282 h 1591"/>
                <a:gd name="T102" fmla="*/ 2234 w 531"/>
                <a:gd name="T103" fmla="*/ 1785 h 1591"/>
                <a:gd name="T104" fmla="*/ 2455 w 531"/>
                <a:gd name="T105" fmla="*/ 2952 h 1591"/>
                <a:gd name="T106" fmla="*/ 2520 w 531"/>
                <a:gd name="T107" fmla="*/ 3874 h 1591"/>
                <a:gd name="T108" fmla="*/ 2492 w 531"/>
                <a:gd name="T109" fmla="*/ 4287 h 1591"/>
                <a:gd name="T110" fmla="*/ 2477 w 531"/>
                <a:gd name="T111" fmla="*/ 4357 h 1591"/>
                <a:gd name="T112" fmla="*/ 2477 w 531"/>
                <a:gd name="T113" fmla="*/ 4446 h 1591"/>
                <a:gd name="T114" fmla="*/ 2749 w 531"/>
                <a:gd name="T115" fmla="*/ 4329 h 1591"/>
                <a:gd name="T116" fmla="*/ 2838 w 531"/>
                <a:gd name="T117" fmla="*/ 4152 h 1591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531" h="1591">
                  <a:moveTo>
                    <a:pt x="529" y="762"/>
                  </a:moveTo>
                  <a:cubicBezTo>
                    <a:pt x="527" y="758"/>
                    <a:pt x="523" y="730"/>
                    <a:pt x="518" y="714"/>
                  </a:cubicBezTo>
                  <a:cubicBezTo>
                    <a:pt x="515" y="701"/>
                    <a:pt x="511" y="644"/>
                    <a:pt x="513" y="617"/>
                  </a:cubicBezTo>
                  <a:cubicBezTo>
                    <a:pt x="515" y="597"/>
                    <a:pt x="510" y="565"/>
                    <a:pt x="511" y="551"/>
                  </a:cubicBezTo>
                  <a:cubicBezTo>
                    <a:pt x="511" y="473"/>
                    <a:pt x="502" y="433"/>
                    <a:pt x="498" y="418"/>
                  </a:cubicBezTo>
                  <a:cubicBezTo>
                    <a:pt x="495" y="404"/>
                    <a:pt x="493" y="385"/>
                    <a:pt x="486" y="354"/>
                  </a:cubicBezTo>
                  <a:cubicBezTo>
                    <a:pt x="458" y="219"/>
                    <a:pt x="445" y="145"/>
                    <a:pt x="437" y="124"/>
                  </a:cubicBezTo>
                  <a:cubicBezTo>
                    <a:pt x="431" y="110"/>
                    <a:pt x="419" y="87"/>
                    <a:pt x="389" y="82"/>
                  </a:cubicBezTo>
                  <a:cubicBezTo>
                    <a:pt x="378" y="80"/>
                    <a:pt x="368" y="79"/>
                    <a:pt x="359" y="76"/>
                  </a:cubicBezTo>
                  <a:cubicBezTo>
                    <a:pt x="339" y="68"/>
                    <a:pt x="312" y="56"/>
                    <a:pt x="317" y="4"/>
                  </a:cubicBezTo>
                  <a:cubicBezTo>
                    <a:pt x="315" y="6"/>
                    <a:pt x="316" y="5"/>
                    <a:pt x="313" y="7"/>
                  </a:cubicBezTo>
                  <a:cubicBezTo>
                    <a:pt x="302" y="17"/>
                    <a:pt x="289" y="27"/>
                    <a:pt x="277" y="29"/>
                  </a:cubicBezTo>
                  <a:cubicBezTo>
                    <a:pt x="274" y="30"/>
                    <a:pt x="269" y="29"/>
                    <a:pt x="266" y="29"/>
                  </a:cubicBezTo>
                  <a:cubicBezTo>
                    <a:pt x="266" y="30"/>
                    <a:pt x="266" y="30"/>
                    <a:pt x="266" y="30"/>
                  </a:cubicBezTo>
                  <a:cubicBezTo>
                    <a:pt x="266" y="30"/>
                    <a:pt x="257" y="29"/>
                    <a:pt x="253" y="29"/>
                  </a:cubicBezTo>
                  <a:cubicBezTo>
                    <a:pt x="241" y="27"/>
                    <a:pt x="229" y="17"/>
                    <a:pt x="218" y="7"/>
                  </a:cubicBezTo>
                  <a:cubicBezTo>
                    <a:pt x="215" y="5"/>
                    <a:pt x="213" y="3"/>
                    <a:pt x="211" y="0"/>
                  </a:cubicBezTo>
                  <a:cubicBezTo>
                    <a:pt x="228" y="59"/>
                    <a:pt x="191" y="75"/>
                    <a:pt x="171" y="81"/>
                  </a:cubicBezTo>
                  <a:cubicBezTo>
                    <a:pt x="162" y="83"/>
                    <a:pt x="122" y="84"/>
                    <a:pt x="102" y="112"/>
                  </a:cubicBezTo>
                  <a:cubicBezTo>
                    <a:pt x="93" y="124"/>
                    <a:pt x="81" y="169"/>
                    <a:pt x="78" y="191"/>
                  </a:cubicBezTo>
                  <a:cubicBezTo>
                    <a:pt x="74" y="214"/>
                    <a:pt x="53" y="305"/>
                    <a:pt x="47" y="338"/>
                  </a:cubicBezTo>
                  <a:cubicBezTo>
                    <a:pt x="41" y="369"/>
                    <a:pt x="36" y="404"/>
                    <a:pt x="32" y="418"/>
                  </a:cubicBezTo>
                  <a:cubicBezTo>
                    <a:pt x="29" y="433"/>
                    <a:pt x="16" y="473"/>
                    <a:pt x="17" y="551"/>
                  </a:cubicBezTo>
                  <a:cubicBezTo>
                    <a:pt x="17" y="564"/>
                    <a:pt x="16" y="597"/>
                    <a:pt x="18" y="617"/>
                  </a:cubicBezTo>
                  <a:cubicBezTo>
                    <a:pt x="20" y="644"/>
                    <a:pt x="16" y="701"/>
                    <a:pt x="13" y="714"/>
                  </a:cubicBezTo>
                  <a:cubicBezTo>
                    <a:pt x="8" y="730"/>
                    <a:pt x="4" y="758"/>
                    <a:pt x="2" y="762"/>
                  </a:cubicBezTo>
                  <a:cubicBezTo>
                    <a:pt x="0" y="766"/>
                    <a:pt x="4" y="771"/>
                    <a:pt x="6" y="775"/>
                  </a:cubicBezTo>
                  <a:cubicBezTo>
                    <a:pt x="9" y="779"/>
                    <a:pt x="8" y="783"/>
                    <a:pt x="11" y="789"/>
                  </a:cubicBezTo>
                  <a:cubicBezTo>
                    <a:pt x="13" y="794"/>
                    <a:pt x="20" y="803"/>
                    <a:pt x="23" y="808"/>
                  </a:cubicBezTo>
                  <a:cubicBezTo>
                    <a:pt x="27" y="814"/>
                    <a:pt x="40" y="820"/>
                    <a:pt x="51" y="823"/>
                  </a:cubicBezTo>
                  <a:cubicBezTo>
                    <a:pt x="58" y="826"/>
                    <a:pt x="71" y="833"/>
                    <a:pt x="73" y="830"/>
                  </a:cubicBezTo>
                  <a:cubicBezTo>
                    <a:pt x="75" y="823"/>
                    <a:pt x="72" y="818"/>
                    <a:pt x="67" y="815"/>
                  </a:cubicBezTo>
                  <a:cubicBezTo>
                    <a:pt x="63" y="813"/>
                    <a:pt x="71" y="820"/>
                    <a:pt x="73" y="813"/>
                  </a:cubicBezTo>
                  <a:cubicBezTo>
                    <a:pt x="74" y="812"/>
                    <a:pt x="74" y="811"/>
                    <a:pt x="72" y="808"/>
                  </a:cubicBezTo>
                  <a:cubicBezTo>
                    <a:pt x="74" y="804"/>
                    <a:pt x="73" y="804"/>
                    <a:pt x="70" y="800"/>
                  </a:cubicBezTo>
                  <a:cubicBezTo>
                    <a:pt x="75" y="799"/>
                    <a:pt x="74" y="779"/>
                    <a:pt x="72" y="770"/>
                  </a:cubicBezTo>
                  <a:cubicBezTo>
                    <a:pt x="72" y="762"/>
                    <a:pt x="72" y="738"/>
                    <a:pt x="67" y="722"/>
                  </a:cubicBezTo>
                  <a:cubicBezTo>
                    <a:pt x="63" y="712"/>
                    <a:pt x="59" y="704"/>
                    <a:pt x="60" y="697"/>
                  </a:cubicBezTo>
                  <a:cubicBezTo>
                    <a:pt x="57" y="683"/>
                    <a:pt x="69" y="579"/>
                    <a:pt x="79" y="550"/>
                  </a:cubicBezTo>
                  <a:cubicBezTo>
                    <a:pt x="98" y="489"/>
                    <a:pt x="97" y="438"/>
                    <a:pt x="99" y="427"/>
                  </a:cubicBezTo>
                  <a:cubicBezTo>
                    <a:pt x="101" y="416"/>
                    <a:pt x="131" y="268"/>
                    <a:pt x="135" y="243"/>
                  </a:cubicBezTo>
                  <a:cubicBezTo>
                    <a:pt x="133" y="333"/>
                    <a:pt x="133" y="333"/>
                    <a:pt x="133" y="333"/>
                  </a:cubicBezTo>
                  <a:cubicBezTo>
                    <a:pt x="135" y="364"/>
                    <a:pt x="134" y="404"/>
                    <a:pt x="135" y="420"/>
                  </a:cubicBezTo>
                  <a:cubicBezTo>
                    <a:pt x="136" y="442"/>
                    <a:pt x="130" y="454"/>
                    <a:pt x="132" y="492"/>
                  </a:cubicBezTo>
                  <a:cubicBezTo>
                    <a:pt x="133" y="513"/>
                    <a:pt x="130" y="558"/>
                    <a:pt x="121" y="607"/>
                  </a:cubicBezTo>
                  <a:cubicBezTo>
                    <a:pt x="113" y="645"/>
                    <a:pt x="117" y="672"/>
                    <a:pt x="116" y="744"/>
                  </a:cubicBezTo>
                  <a:cubicBezTo>
                    <a:pt x="115" y="794"/>
                    <a:pt x="117" y="825"/>
                    <a:pt x="124" y="884"/>
                  </a:cubicBezTo>
                  <a:cubicBezTo>
                    <a:pt x="129" y="934"/>
                    <a:pt x="144" y="995"/>
                    <a:pt x="150" y="1031"/>
                  </a:cubicBezTo>
                  <a:cubicBezTo>
                    <a:pt x="157" y="1067"/>
                    <a:pt x="151" y="1084"/>
                    <a:pt x="153" y="1107"/>
                  </a:cubicBezTo>
                  <a:cubicBezTo>
                    <a:pt x="154" y="1131"/>
                    <a:pt x="143" y="1219"/>
                    <a:pt x="161" y="1300"/>
                  </a:cubicBezTo>
                  <a:cubicBezTo>
                    <a:pt x="176" y="1365"/>
                    <a:pt x="182" y="1411"/>
                    <a:pt x="186" y="1427"/>
                  </a:cubicBezTo>
                  <a:cubicBezTo>
                    <a:pt x="194" y="1461"/>
                    <a:pt x="187" y="1465"/>
                    <a:pt x="190" y="1482"/>
                  </a:cubicBezTo>
                  <a:cubicBezTo>
                    <a:pt x="194" y="1500"/>
                    <a:pt x="194" y="1498"/>
                    <a:pt x="185" y="1514"/>
                  </a:cubicBezTo>
                  <a:cubicBezTo>
                    <a:pt x="176" y="1525"/>
                    <a:pt x="162" y="1549"/>
                    <a:pt x="158" y="1554"/>
                  </a:cubicBezTo>
                  <a:cubicBezTo>
                    <a:pt x="154" y="1559"/>
                    <a:pt x="156" y="1565"/>
                    <a:pt x="158" y="1568"/>
                  </a:cubicBezTo>
                  <a:cubicBezTo>
                    <a:pt x="155" y="1576"/>
                    <a:pt x="164" y="1580"/>
                    <a:pt x="168" y="1580"/>
                  </a:cubicBezTo>
                  <a:cubicBezTo>
                    <a:pt x="167" y="1590"/>
                    <a:pt x="185" y="1589"/>
                    <a:pt x="190" y="1585"/>
                  </a:cubicBezTo>
                  <a:cubicBezTo>
                    <a:pt x="195" y="1590"/>
                    <a:pt x="209" y="1590"/>
                    <a:pt x="214" y="1584"/>
                  </a:cubicBezTo>
                  <a:cubicBezTo>
                    <a:pt x="223" y="1591"/>
                    <a:pt x="239" y="1591"/>
                    <a:pt x="249" y="1582"/>
                  </a:cubicBezTo>
                  <a:cubicBezTo>
                    <a:pt x="259" y="1572"/>
                    <a:pt x="260" y="1563"/>
                    <a:pt x="259" y="1553"/>
                  </a:cubicBezTo>
                  <a:cubicBezTo>
                    <a:pt x="258" y="1544"/>
                    <a:pt x="260" y="1541"/>
                    <a:pt x="262" y="1529"/>
                  </a:cubicBezTo>
                  <a:cubicBezTo>
                    <a:pt x="264" y="1518"/>
                    <a:pt x="266" y="1509"/>
                    <a:pt x="261" y="1500"/>
                  </a:cubicBezTo>
                  <a:cubicBezTo>
                    <a:pt x="257" y="1492"/>
                    <a:pt x="257" y="1488"/>
                    <a:pt x="257" y="1480"/>
                  </a:cubicBezTo>
                  <a:cubicBezTo>
                    <a:pt x="257" y="1471"/>
                    <a:pt x="260" y="1459"/>
                    <a:pt x="254" y="1448"/>
                  </a:cubicBezTo>
                  <a:cubicBezTo>
                    <a:pt x="249" y="1438"/>
                    <a:pt x="242" y="1413"/>
                    <a:pt x="243" y="1386"/>
                  </a:cubicBezTo>
                  <a:cubicBezTo>
                    <a:pt x="244" y="1359"/>
                    <a:pt x="265" y="1206"/>
                    <a:pt x="257" y="1154"/>
                  </a:cubicBezTo>
                  <a:cubicBezTo>
                    <a:pt x="248" y="1102"/>
                    <a:pt x="251" y="1091"/>
                    <a:pt x="253" y="1074"/>
                  </a:cubicBezTo>
                  <a:cubicBezTo>
                    <a:pt x="255" y="1056"/>
                    <a:pt x="261" y="1027"/>
                    <a:pt x="256" y="989"/>
                  </a:cubicBezTo>
                  <a:cubicBezTo>
                    <a:pt x="254" y="975"/>
                    <a:pt x="255" y="914"/>
                    <a:pt x="255" y="853"/>
                  </a:cubicBezTo>
                  <a:cubicBezTo>
                    <a:pt x="255" y="813"/>
                    <a:pt x="256" y="763"/>
                    <a:pt x="256" y="750"/>
                  </a:cubicBezTo>
                  <a:cubicBezTo>
                    <a:pt x="256" y="750"/>
                    <a:pt x="256" y="750"/>
                    <a:pt x="256" y="750"/>
                  </a:cubicBezTo>
                  <a:cubicBezTo>
                    <a:pt x="259" y="751"/>
                    <a:pt x="262" y="751"/>
                    <a:pt x="265" y="751"/>
                  </a:cubicBezTo>
                  <a:cubicBezTo>
                    <a:pt x="265" y="751"/>
                    <a:pt x="265" y="751"/>
                    <a:pt x="265" y="751"/>
                  </a:cubicBezTo>
                  <a:cubicBezTo>
                    <a:pt x="269" y="751"/>
                    <a:pt x="272" y="750"/>
                    <a:pt x="276" y="749"/>
                  </a:cubicBezTo>
                  <a:cubicBezTo>
                    <a:pt x="275" y="750"/>
                    <a:pt x="275" y="750"/>
                    <a:pt x="275" y="750"/>
                  </a:cubicBezTo>
                  <a:cubicBezTo>
                    <a:pt x="273" y="759"/>
                    <a:pt x="276" y="813"/>
                    <a:pt x="276" y="853"/>
                  </a:cubicBezTo>
                  <a:cubicBezTo>
                    <a:pt x="276" y="914"/>
                    <a:pt x="277" y="975"/>
                    <a:pt x="275" y="989"/>
                  </a:cubicBezTo>
                  <a:cubicBezTo>
                    <a:pt x="270" y="1027"/>
                    <a:pt x="276" y="1056"/>
                    <a:pt x="278" y="1074"/>
                  </a:cubicBezTo>
                  <a:cubicBezTo>
                    <a:pt x="280" y="1091"/>
                    <a:pt x="283" y="1102"/>
                    <a:pt x="274" y="1154"/>
                  </a:cubicBezTo>
                  <a:cubicBezTo>
                    <a:pt x="266" y="1206"/>
                    <a:pt x="287" y="1359"/>
                    <a:pt x="288" y="1386"/>
                  </a:cubicBezTo>
                  <a:cubicBezTo>
                    <a:pt x="289" y="1413"/>
                    <a:pt x="282" y="1438"/>
                    <a:pt x="277" y="1448"/>
                  </a:cubicBezTo>
                  <a:cubicBezTo>
                    <a:pt x="271" y="1459"/>
                    <a:pt x="274" y="1471"/>
                    <a:pt x="274" y="1480"/>
                  </a:cubicBezTo>
                  <a:cubicBezTo>
                    <a:pt x="274" y="1488"/>
                    <a:pt x="274" y="1492"/>
                    <a:pt x="270" y="1500"/>
                  </a:cubicBezTo>
                  <a:cubicBezTo>
                    <a:pt x="265" y="1509"/>
                    <a:pt x="267" y="1518"/>
                    <a:pt x="269" y="1529"/>
                  </a:cubicBezTo>
                  <a:cubicBezTo>
                    <a:pt x="271" y="1541"/>
                    <a:pt x="273" y="1544"/>
                    <a:pt x="272" y="1553"/>
                  </a:cubicBezTo>
                  <a:cubicBezTo>
                    <a:pt x="271" y="1563"/>
                    <a:pt x="272" y="1572"/>
                    <a:pt x="282" y="1582"/>
                  </a:cubicBezTo>
                  <a:cubicBezTo>
                    <a:pt x="292" y="1591"/>
                    <a:pt x="308" y="1591"/>
                    <a:pt x="317" y="1584"/>
                  </a:cubicBezTo>
                  <a:cubicBezTo>
                    <a:pt x="322" y="1590"/>
                    <a:pt x="336" y="1590"/>
                    <a:pt x="341" y="1585"/>
                  </a:cubicBezTo>
                  <a:cubicBezTo>
                    <a:pt x="346" y="1589"/>
                    <a:pt x="364" y="1590"/>
                    <a:pt x="363" y="1580"/>
                  </a:cubicBezTo>
                  <a:cubicBezTo>
                    <a:pt x="367" y="1580"/>
                    <a:pt x="376" y="1576"/>
                    <a:pt x="373" y="1568"/>
                  </a:cubicBezTo>
                  <a:cubicBezTo>
                    <a:pt x="375" y="1565"/>
                    <a:pt x="377" y="1559"/>
                    <a:pt x="373" y="1554"/>
                  </a:cubicBezTo>
                  <a:cubicBezTo>
                    <a:pt x="369" y="1549"/>
                    <a:pt x="355" y="1525"/>
                    <a:pt x="346" y="1514"/>
                  </a:cubicBezTo>
                  <a:cubicBezTo>
                    <a:pt x="337" y="1498"/>
                    <a:pt x="337" y="1500"/>
                    <a:pt x="341" y="1482"/>
                  </a:cubicBezTo>
                  <a:cubicBezTo>
                    <a:pt x="344" y="1465"/>
                    <a:pt x="337" y="1461"/>
                    <a:pt x="345" y="1427"/>
                  </a:cubicBezTo>
                  <a:cubicBezTo>
                    <a:pt x="348" y="1411"/>
                    <a:pt x="356" y="1372"/>
                    <a:pt x="369" y="1305"/>
                  </a:cubicBezTo>
                  <a:cubicBezTo>
                    <a:pt x="382" y="1239"/>
                    <a:pt x="377" y="1131"/>
                    <a:pt x="378" y="1107"/>
                  </a:cubicBezTo>
                  <a:cubicBezTo>
                    <a:pt x="380" y="1084"/>
                    <a:pt x="373" y="1069"/>
                    <a:pt x="380" y="1033"/>
                  </a:cubicBezTo>
                  <a:cubicBezTo>
                    <a:pt x="386" y="997"/>
                    <a:pt x="397" y="933"/>
                    <a:pt x="404" y="883"/>
                  </a:cubicBezTo>
                  <a:cubicBezTo>
                    <a:pt x="414" y="811"/>
                    <a:pt x="413" y="790"/>
                    <a:pt x="416" y="752"/>
                  </a:cubicBezTo>
                  <a:cubicBezTo>
                    <a:pt x="422" y="676"/>
                    <a:pt x="418" y="651"/>
                    <a:pt x="413" y="610"/>
                  </a:cubicBezTo>
                  <a:cubicBezTo>
                    <a:pt x="404" y="561"/>
                    <a:pt x="404" y="514"/>
                    <a:pt x="404" y="493"/>
                  </a:cubicBezTo>
                  <a:cubicBezTo>
                    <a:pt x="404" y="467"/>
                    <a:pt x="394" y="448"/>
                    <a:pt x="395" y="426"/>
                  </a:cubicBezTo>
                  <a:cubicBezTo>
                    <a:pt x="396" y="410"/>
                    <a:pt x="395" y="267"/>
                    <a:pt x="390" y="226"/>
                  </a:cubicBezTo>
                  <a:cubicBezTo>
                    <a:pt x="413" y="333"/>
                    <a:pt x="413" y="333"/>
                    <a:pt x="413" y="333"/>
                  </a:cubicBezTo>
                  <a:cubicBezTo>
                    <a:pt x="417" y="358"/>
                    <a:pt x="430" y="416"/>
                    <a:pt x="432" y="427"/>
                  </a:cubicBezTo>
                  <a:cubicBezTo>
                    <a:pt x="434" y="438"/>
                    <a:pt x="435" y="490"/>
                    <a:pt x="454" y="551"/>
                  </a:cubicBezTo>
                  <a:cubicBezTo>
                    <a:pt x="464" y="580"/>
                    <a:pt x="474" y="683"/>
                    <a:pt x="471" y="697"/>
                  </a:cubicBezTo>
                  <a:cubicBezTo>
                    <a:pt x="472" y="704"/>
                    <a:pt x="470" y="713"/>
                    <a:pt x="466" y="723"/>
                  </a:cubicBezTo>
                  <a:cubicBezTo>
                    <a:pt x="460" y="739"/>
                    <a:pt x="459" y="762"/>
                    <a:pt x="460" y="770"/>
                  </a:cubicBezTo>
                  <a:cubicBezTo>
                    <a:pt x="458" y="779"/>
                    <a:pt x="453" y="797"/>
                    <a:pt x="461" y="800"/>
                  </a:cubicBezTo>
                  <a:cubicBezTo>
                    <a:pt x="458" y="804"/>
                    <a:pt x="457" y="804"/>
                    <a:pt x="458" y="808"/>
                  </a:cubicBezTo>
                  <a:cubicBezTo>
                    <a:pt x="457" y="811"/>
                    <a:pt x="457" y="812"/>
                    <a:pt x="458" y="813"/>
                  </a:cubicBezTo>
                  <a:cubicBezTo>
                    <a:pt x="460" y="820"/>
                    <a:pt x="469" y="812"/>
                    <a:pt x="465" y="814"/>
                  </a:cubicBezTo>
                  <a:cubicBezTo>
                    <a:pt x="460" y="817"/>
                    <a:pt x="456" y="823"/>
                    <a:pt x="458" y="830"/>
                  </a:cubicBezTo>
                  <a:cubicBezTo>
                    <a:pt x="460" y="833"/>
                    <a:pt x="473" y="826"/>
                    <a:pt x="480" y="823"/>
                  </a:cubicBezTo>
                  <a:cubicBezTo>
                    <a:pt x="491" y="820"/>
                    <a:pt x="504" y="814"/>
                    <a:pt x="508" y="808"/>
                  </a:cubicBezTo>
                  <a:cubicBezTo>
                    <a:pt x="511" y="803"/>
                    <a:pt x="518" y="794"/>
                    <a:pt x="520" y="789"/>
                  </a:cubicBezTo>
                  <a:cubicBezTo>
                    <a:pt x="523" y="783"/>
                    <a:pt x="522" y="779"/>
                    <a:pt x="525" y="775"/>
                  </a:cubicBezTo>
                  <a:cubicBezTo>
                    <a:pt x="527" y="771"/>
                    <a:pt x="531" y="766"/>
                    <a:pt x="529" y="762"/>
                  </a:cubicBezTo>
                </a:path>
              </a:pathLst>
            </a:custGeom>
            <a:solidFill>
              <a:srgbClr val="F6E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3284" name="Freeform 217">
              <a:extLst>
                <a:ext uri="{FF2B5EF4-FFF2-40B4-BE49-F238E27FC236}">
                  <a16:creationId xmlns:a16="http://schemas.microsoft.com/office/drawing/2014/main" id="{1B91B1BF-1676-4A58-A8C4-A565D9CE59E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" y="1251"/>
              <a:ext cx="932" cy="2784"/>
            </a:xfrm>
            <a:custGeom>
              <a:avLst/>
              <a:gdLst>
                <a:gd name="T0" fmla="*/ 2800 w 531"/>
                <a:gd name="T1" fmla="*/ 3825 h 1591"/>
                <a:gd name="T2" fmla="*/ 2763 w 531"/>
                <a:gd name="T3" fmla="*/ 2952 h 1591"/>
                <a:gd name="T4" fmla="*/ 2628 w 531"/>
                <a:gd name="T5" fmla="*/ 1895 h 1591"/>
                <a:gd name="T6" fmla="*/ 2104 w 531"/>
                <a:gd name="T7" fmla="*/ 437 h 1591"/>
                <a:gd name="T8" fmla="*/ 1713 w 531"/>
                <a:gd name="T9" fmla="*/ 21 h 1591"/>
                <a:gd name="T10" fmla="*/ 1497 w 531"/>
                <a:gd name="T11" fmla="*/ 156 h 1591"/>
                <a:gd name="T12" fmla="*/ 1439 w 531"/>
                <a:gd name="T13" fmla="*/ 159 h 1591"/>
                <a:gd name="T14" fmla="*/ 1179 w 531"/>
                <a:gd name="T15" fmla="*/ 37 h 1591"/>
                <a:gd name="T16" fmla="*/ 925 w 531"/>
                <a:gd name="T17" fmla="*/ 434 h 1591"/>
                <a:gd name="T18" fmla="*/ 421 w 531"/>
                <a:gd name="T19" fmla="*/ 1022 h 1591"/>
                <a:gd name="T20" fmla="*/ 172 w 531"/>
                <a:gd name="T21" fmla="*/ 2238 h 1591"/>
                <a:gd name="T22" fmla="*/ 98 w 531"/>
                <a:gd name="T23" fmla="*/ 3307 h 1591"/>
                <a:gd name="T24" fmla="*/ 12 w 531"/>
                <a:gd name="T25" fmla="*/ 4082 h 1591"/>
                <a:gd name="T26" fmla="*/ 58 w 531"/>
                <a:gd name="T27" fmla="*/ 4229 h 1591"/>
                <a:gd name="T28" fmla="*/ 277 w 531"/>
                <a:gd name="T29" fmla="*/ 4410 h 1591"/>
                <a:gd name="T30" fmla="*/ 363 w 531"/>
                <a:gd name="T31" fmla="*/ 4366 h 1591"/>
                <a:gd name="T32" fmla="*/ 388 w 531"/>
                <a:gd name="T33" fmla="*/ 4329 h 1591"/>
                <a:gd name="T34" fmla="*/ 388 w 531"/>
                <a:gd name="T35" fmla="*/ 4124 h 1591"/>
                <a:gd name="T36" fmla="*/ 323 w 531"/>
                <a:gd name="T37" fmla="*/ 3736 h 1591"/>
                <a:gd name="T38" fmla="*/ 535 w 531"/>
                <a:gd name="T39" fmla="*/ 2287 h 1591"/>
                <a:gd name="T40" fmla="*/ 718 w 531"/>
                <a:gd name="T41" fmla="*/ 1785 h 1591"/>
                <a:gd name="T42" fmla="*/ 714 w 531"/>
                <a:gd name="T43" fmla="*/ 2637 h 1591"/>
                <a:gd name="T44" fmla="*/ 628 w 531"/>
                <a:gd name="T45" fmla="*/ 3986 h 1591"/>
                <a:gd name="T46" fmla="*/ 811 w 531"/>
                <a:gd name="T47" fmla="*/ 5524 h 1591"/>
                <a:gd name="T48" fmla="*/ 872 w 531"/>
                <a:gd name="T49" fmla="*/ 6966 h 1591"/>
                <a:gd name="T50" fmla="*/ 1025 w 531"/>
                <a:gd name="T51" fmla="*/ 7939 h 1591"/>
                <a:gd name="T52" fmla="*/ 853 w 531"/>
                <a:gd name="T53" fmla="*/ 8326 h 1591"/>
                <a:gd name="T54" fmla="*/ 909 w 531"/>
                <a:gd name="T55" fmla="*/ 8466 h 1591"/>
                <a:gd name="T56" fmla="*/ 1158 w 531"/>
                <a:gd name="T57" fmla="*/ 8488 h 1591"/>
                <a:gd name="T58" fmla="*/ 1402 w 531"/>
                <a:gd name="T59" fmla="*/ 8322 h 1591"/>
                <a:gd name="T60" fmla="*/ 1411 w 531"/>
                <a:gd name="T61" fmla="*/ 8037 h 1591"/>
                <a:gd name="T62" fmla="*/ 1374 w 531"/>
                <a:gd name="T63" fmla="*/ 7759 h 1591"/>
                <a:gd name="T64" fmla="*/ 1390 w 531"/>
                <a:gd name="T65" fmla="*/ 6182 h 1591"/>
                <a:gd name="T66" fmla="*/ 1383 w 531"/>
                <a:gd name="T67" fmla="*/ 5300 h 1591"/>
                <a:gd name="T68" fmla="*/ 1383 w 531"/>
                <a:gd name="T69" fmla="*/ 4018 h 1591"/>
                <a:gd name="T70" fmla="*/ 1432 w 531"/>
                <a:gd name="T71" fmla="*/ 4023 h 1591"/>
                <a:gd name="T72" fmla="*/ 1492 w 531"/>
                <a:gd name="T73" fmla="*/ 4014 h 1591"/>
                <a:gd name="T74" fmla="*/ 1492 w 531"/>
                <a:gd name="T75" fmla="*/ 4572 h 1591"/>
                <a:gd name="T76" fmla="*/ 1504 w 531"/>
                <a:gd name="T77" fmla="*/ 5753 h 1591"/>
                <a:gd name="T78" fmla="*/ 1555 w 531"/>
                <a:gd name="T79" fmla="*/ 7425 h 1591"/>
                <a:gd name="T80" fmla="*/ 1481 w 531"/>
                <a:gd name="T81" fmla="*/ 7930 h 1591"/>
                <a:gd name="T82" fmla="*/ 1453 w 531"/>
                <a:gd name="T83" fmla="*/ 8195 h 1591"/>
                <a:gd name="T84" fmla="*/ 1525 w 531"/>
                <a:gd name="T85" fmla="*/ 8476 h 1591"/>
                <a:gd name="T86" fmla="*/ 1845 w 531"/>
                <a:gd name="T87" fmla="*/ 8494 h 1591"/>
                <a:gd name="T88" fmla="*/ 2018 w 531"/>
                <a:gd name="T89" fmla="*/ 8403 h 1591"/>
                <a:gd name="T90" fmla="*/ 1869 w 531"/>
                <a:gd name="T91" fmla="*/ 8111 h 1591"/>
                <a:gd name="T92" fmla="*/ 1868 w 531"/>
                <a:gd name="T93" fmla="*/ 7645 h 1591"/>
                <a:gd name="T94" fmla="*/ 2043 w 531"/>
                <a:gd name="T95" fmla="*/ 5930 h 1591"/>
                <a:gd name="T96" fmla="*/ 2183 w 531"/>
                <a:gd name="T97" fmla="*/ 4732 h 1591"/>
                <a:gd name="T98" fmla="*/ 2234 w 531"/>
                <a:gd name="T99" fmla="*/ 3267 h 1591"/>
                <a:gd name="T100" fmla="*/ 2134 w 531"/>
                <a:gd name="T101" fmla="*/ 2282 h 1591"/>
                <a:gd name="T102" fmla="*/ 2234 w 531"/>
                <a:gd name="T103" fmla="*/ 1785 h 1591"/>
                <a:gd name="T104" fmla="*/ 2455 w 531"/>
                <a:gd name="T105" fmla="*/ 2952 h 1591"/>
                <a:gd name="T106" fmla="*/ 2520 w 531"/>
                <a:gd name="T107" fmla="*/ 3874 h 1591"/>
                <a:gd name="T108" fmla="*/ 2492 w 531"/>
                <a:gd name="T109" fmla="*/ 4287 h 1591"/>
                <a:gd name="T110" fmla="*/ 2477 w 531"/>
                <a:gd name="T111" fmla="*/ 4357 h 1591"/>
                <a:gd name="T112" fmla="*/ 2477 w 531"/>
                <a:gd name="T113" fmla="*/ 4446 h 1591"/>
                <a:gd name="T114" fmla="*/ 2749 w 531"/>
                <a:gd name="T115" fmla="*/ 4329 h 1591"/>
                <a:gd name="T116" fmla="*/ 2838 w 531"/>
                <a:gd name="T117" fmla="*/ 4152 h 1591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531" h="1591">
                  <a:moveTo>
                    <a:pt x="529" y="762"/>
                  </a:moveTo>
                  <a:cubicBezTo>
                    <a:pt x="527" y="758"/>
                    <a:pt x="523" y="730"/>
                    <a:pt x="518" y="714"/>
                  </a:cubicBezTo>
                  <a:cubicBezTo>
                    <a:pt x="515" y="701"/>
                    <a:pt x="511" y="644"/>
                    <a:pt x="513" y="617"/>
                  </a:cubicBezTo>
                  <a:cubicBezTo>
                    <a:pt x="515" y="597"/>
                    <a:pt x="510" y="565"/>
                    <a:pt x="511" y="551"/>
                  </a:cubicBezTo>
                  <a:cubicBezTo>
                    <a:pt x="511" y="473"/>
                    <a:pt x="502" y="433"/>
                    <a:pt x="498" y="418"/>
                  </a:cubicBezTo>
                  <a:cubicBezTo>
                    <a:pt x="495" y="404"/>
                    <a:pt x="493" y="385"/>
                    <a:pt x="486" y="354"/>
                  </a:cubicBezTo>
                  <a:cubicBezTo>
                    <a:pt x="458" y="219"/>
                    <a:pt x="445" y="145"/>
                    <a:pt x="437" y="124"/>
                  </a:cubicBezTo>
                  <a:cubicBezTo>
                    <a:pt x="431" y="110"/>
                    <a:pt x="419" y="87"/>
                    <a:pt x="389" y="82"/>
                  </a:cubicBezTo>
                  <a:cubicBezTo>
                    <a:pt x="378" y="80"/>
                    <a:pt x="368" y="79"/>
                    <a:pt x="359" y="76"/>
                  </a:cubicBezTo>
                  <a:cubicBezTo>
                    <a:pt x="339" y="68"/>
                    <a:pt x="312" y="56"/>
                    <a:pt x="317" y="4"/>
                  </a:cubicBezTo>
                  <a:cubicBezTo>
                    <a:pt x="315" y="6"/>
                    <a:pt x="316" y="5"/>
                    <a:pt x="313" y="7"/>
                  </a:cubicBezTo>
                  <a:cubicBezTo>
                    <a:pt x="302" y="17"/>
                    <a:pt x="289" y="27"/>
                    <a:pt x="277" y="29"/>
                  </a:cubicBezTo>
                  <a:cubicBezTo>
                    <a:pt x="274" y="30"/>
                    <a:pt x="269" y="29"/>
                    <a:pt x="266" y="29"/>
                  </a:cubicBezTo>
                  <a:cubicBezTo>
                    <a:pt x="266" y="30"/>
                    <a:pt x="266" y="30"/>
                    <a:pt x="266" y="30"/>
                  </a:cubicBezTo>
                  <a:cubicBezTo>
                    <a:pt x="266" y="30"/>
                    <a:pt x="257" y="29"/>
                    <a:pt x="253" y="29"/>
                  </a:cubicBezTo>
                  <a:cubicBezTo>
                    <a:pt x="241" y="27"/>
                    <a:pt x="229" y="17"/>
                    <a:pt x="218" y="7"/>
                  </a:cubicBezTo>
                  <a:cubicBezTo>
                    <a:pt x="215" y="5"/>
                    <a:pt x="213" y="3"/>
                    <a:pt x="211" y="0"/>
                  </a:cubicBezTo>
                  <a:cubicBezTo>
                    <a:pt x="228" y="59"/>
                    <a:pt x="191" y="75"/>
                    <a:pt x="171" y="81"/>
                  </a:cubicBezTo>
                  <a:cubicBezTo>
                    <a:pt x="162" y="83"/>
                    <a:pt x="122" y="84"/>
                    <a:pt x="102" y="112"/>
                  </a:cubicBezTo>
                  <a:cubicBezTo>
                    <a:pt x="93" y="124"/>
                    <a:pt x="81" y="169"/>
                    <a:pt x="78" y="191"/>
                  </a:cubicBezTo>
                  <a:cubicBezTo>
                    <a:pt x="74" y="214"/>
                    <a:pt x="53" y="305"/>
                    <a:pt x="47" y="338"/>
                  </a:cubicBezTo>
                  <a:cubicBezTo>
                    <a:pt x="41" y="369"/>
                    <a:pt x="36" y="404"/>
                    <a:pt x="32" y="418"/>
                  </a:cubicBezTo>
                  <a:cubicBezTo>
                    <a:pt x="29" y="433"/>
                    <a:pt x="16" y="473"/>
                    <a:pt x="17" y="551"/>
                  </a:cubicBezTo>
                  <a:cubicBezTo>
                    <a:pt x="17" y="564"/>
                    <a:pt x="16" y="597"/>
                    <a:pt x="18" y="617"/>
                  </a:cubicBezTo>
                  <a:cubicBezTo>
                    <a:pt x="20" y="644"/>
                    <a:pt x="16" y="701"/>
                    <a:pt x="13" y="714"/>
                  </a:cubicBezTo>
                  <a:cubicBezTo>
                    <a:pt x="8" y="730"/>
                    <a:pt x="4" y="758"/>
                    <a:pt x="2" y="762"/>
                  </a:cubicBezTo>
                  <a:cubicBezTo>
                    <a:pt x="0" y="766"/>
                    <a:pt x="4" y="771"/>
                    <a:pt x="6" y="775"/>
                  </a:cubicBezTo>
                  <a:cubicBezTo>
                    <a:pt x="9" y="779"/>
                    <a:pt x="8" y="783"/>
                    <a:pt x="11" y="789"/>
                  </a:cubicBezTo>
                  <a:cubicBezTo>
                    <a:pt x="13" y="794"/>
                    <a:pt x="20" y="803"/>
                    <a:pt x="23" y="808"/>
                  </a:cubicBezTo>
                  <a:cubicBezTo>
                    <a:pt x="27" y="814"/>
                    <a:pt x="40" y="820"/>
                    <a:pt x="51" y="823"/>
                  </a:cubicBezTo>
                  <a:cubicBezTo>
                    <a:pt x="58" y="826"/>
                    <a:pt x="71" y="833"/>
                    <a:pt x="73" y="830"/>
                  </a:cubicBezTo>
                  <a:cubicBezTo>
                    <a:pt x="75" y="823"/>
                    <a:pt x="72" y="818"/>
                    <a:pt x="67" y="815"/>
                  </a:cubicBezTo>
                  <a:cubicBezTo>
                    <a:pt x="63" y="813"/>
                    <a:pt x="71" y="820"/>
                    <a:pt x="73" y="813"/>
                  </a:cubicBezTo>
                  <a:cubicBezTo>
                    <a:pt x="74" y="812"/>
                    <a:pt x="74" y="811"/>
                    <a:pt x="72" y="808"/>
                  </a:cubicBezTo>
                  <a:cubicBezTo>
                    <a:pt x="74" y="804"/>
                    <a:pt x="73" y="804"/>
                    <a:pt x="70" y="800"/>
                  </a:cubicBezTo>
                  <a:cubicBezTo>
                    <a:pt x="75" y="799"/>
                    <a:pt x="74" y="779"/>
                    <a:pt x="72" y="770"/>
                  </a:cubicBezTo>
                  <a:cubicBezTo>
                    <a:pt x="72" y="762"/>
                    <a:pt x="72" y="738"/>
                    <a:pt x="67" y="722"/>
                  </a:cubicBezTo>
                  <a:cubicBezTo>
                    <a:pt x="63" y="712"/>
                    <a:pt x="59" y="704"/>
                    <a:pt x="60" y="697"/>
                  </a:cubicBezTo>
                  <a:cubicBezTo>
                    <a:pt x="57" y="683"/>
                    <a:pt x="69" y="579"/>
                    <a:pt x="79" y="550"/>
                  </a:cubicBezTo>
                  <a:cubicBezTo>
                    <a:pt x="98" y="489"/>
                    <a:pt x="97" y="438"/>
                    <a:pt x="99" y="427"/>
                  </a:cubicBezTo>
                  <a:cubicBezTo>
                    <a:pt x="101" y="416"/>
                    <a:pt x="131" y="268"/>
                    <a:pt x="135" y="243"/>
                  </a:cubicBezTo>
                  <a:cubicBezTo>
                    <a:pt x="133" y="333"/>
                    <a:pt x="133" y="333"/>
                    <a:pt x="133" y="333"/>
                  </a:cubicBezTo>
                  <a:cubicBezTo>
                    <a:pt x="135" y="364"/>
                    <a:pt x="134" y="404"/>
                    <a:pt x="135" y="420"/>
                  </a:cubicBezTo>
                  <a:cubicBezTo>
                    <a:pt x="136" y="442"/>
                    <a:pt x="130" y="454"/>
                    <a:pt x="132" y="492"/>
                  </a:cubicBezTo>
                  <a:cubicBezTo>
                    <a:pt x="133" y="513"/>
                    <a:pt x="130" y="558"/>
                    <a:pt x="121" y="607"/>
                  </a:cubicBezTo>
                  <a:cubicBezTo>
                    <a:pt x="113" y="645"/>
                    <a:pt x="117" y="672"/>
                    <a:pt x="116" y="744"/>
                  </a:cubicBezTo>
                  <a:cubicBezTo>
                    <a:pt x="115" y="794"/>
                    <a:pt x="117" y="825"/>
                    <a:pt x="124" y="884"/>
                  </a:cubicBezTo>
                  <a:cubicBezTo>
                    <a:pt x="129" y="934"/>
                    <a:pt x="144" y="995"/>
                    <a:pt x="150" y="1031"/>
                  </a:cubicBezTo>
                  <a:cubicBezTo>
                    <a:pt x="157" y="1067"/>
                    <a:pt x="151" y="1084"/>
                    <a:pt x="153" y="1107"/>
                  </a:cubicBezTo>
                  <a:cubicBezTo>
                    <a:pt x="154" y="1131"/>
                    <a:pt x="143" y="1219"/>
                    <a:pt x="161" y="1300"/>
                  </a:cubicBezTo>
                  <a:cubicBezTo>
                    <a:pt x="176" y="1365"/>
                    <a:pt x="182" y="1411"/>
                    <a:pt x="186" y="1427"/>
                  </a:cubicBezTo>
                  <a:cubicBezTo>
                    <a:pt x="194" y="1461"/>
                    <a:pt x="187" y="1465"/>
                    <a:pt x="190" y="1482"/>
                  </a:cubicBezTo>
                  <a:cubicBezTo>
                    <a:pt x="194" y="1500"/>
                    <a:pt x="194" y="1498"/>
                    <a:pt x="185" y="1514"/>
                  </a:cubicBezTo>
                  <a:cubicBezTo>
                    <a:pt x="176" y="1525"/>
                    <a:pt x="162" y="1549"/>
                    <a:pt x="158" y="1554"/>
                  </a:cubicBezTo>
                  <a:cubicBezTo>
                    <a:pt x="154" y="1559"/>
                    <a:pt x="156" y="1565"/>
                    <a:pt x="158" y="1568"/>
                  </a:cubicBezTo>
                  <a:cubicBezTo>
                    <a:pt x="155" y="1576"/>
                    <a:pt x="164" y="1580"/>
                    <a:pt x="168" y="1580"/>
                  </a:cubicBezTo>
                  <a:cubicBezTo>
                    <a:pt x="167" y="1590"/>
                    <a:pt x="185" y="1589"/>
                    <a:pt x="190" y="1585"/>
                  </a:cubicBezTo>
                  <a:cubicBezTo>
                    <a:pt x="195" y="1590"/>
                    <a:pt x="209" y="1590"/>
                    <a:pt x="214" y="1584"/>
                  </a:cubicBezTo>
                  <a:cubicBezTo>
                    <a:pt x="223" y="1591"/>
                    <a:pt x="239" y="1591"/>
                    <a:pt x="249" y="1582"/>
                  </a:cubicBezTo>
                  <a:cubicBezTo>
                    <a:pt x="259" y="1572"/>
                    <a:pt x="260" y="1563"/>
                    <a:pt x="259" y="1553"/>
                  </a:cubicBezTo>
                  <a:cubicBezTo>
                    <a:pt x="258" y="1544"/>
                    <a:pt x="260" y="1541"/>
                    <a:pt x="262" y="1529"/>
                  </a:cubicBezTo>
                  <a:cubicBezTo>
                    <a:pt x="264" y="1518"/>
                    <a:pt x="266" y="1509"/>
                    <a:pt x="261" y="1500"/>
                  </a:cubicBezTo>
                  <a:cubicBezTo>
                    <a:pt x="257" y="1492"/>
                    <a:pt x="257" y="1488"/>
                    <a:pt x="257" y="1480"/>
                  </a:cubicBezTo>
                  <a:cubicBezTo>
                    <a:pt x="257" y="1471"/>
                    <a:pt x="260" y="1459"/>
                    <a:pt x="254" y="1448"/>
                  </a:cubicBezTo>
                  <a:cubicBezTo>
                    <a:pt x="249" y="1438"/>
                    <a:pt x="242" y="1413"/>
                    <a:pt x="243" y="1386"/>
                  </a:cubicBezTo>
                  <a:cubicBezTo>
                    <a:pt x="244" y="1359"/>
                    <a:pt x="265" y="1206"/>
                    <a:pt x="257" y="1154"/>
                  </a:cubicBezTo>
                  <a:cubicBezTo>
                    <a:pt x="248" y="1102"/>
                    <a:pt x="251" y="1091"/>
                    <a:pt x="253" y="1074"/>
                  </a:cubicBezTo>
                  <a:cubicBezTo>
                    <a:pt x="255" y="1056"/>
                    <a:pt x="261" y="1027"/>
                    <a:pt x="256" y="989"/>
                  </a:cubicBezTo>
                  <a:cubicBezTo>
                    <a:pt x="254" y="975"/>
                    <a:pt x="255" y="914"/>
                    <a:pt x="255" y="853"/>
                  </a:cubicBezTo>
                  <a:cubicBezTo>
                    <a:pt x="255" y="813"/>
                    <a:pt x="256" y="763"/>
                    <a:pt x="256" y="750"/>
                  </a:cubicBezTo>
                  <a:cubicBezTo>
                    <a:pt x="256" y="750"/>
                    <a:pt x="256" y="750"/>
                    <a:pt x="256" y="750"/>
                  </a:cubicBezTo>
                  <a:cubicBezTo>
                    <a:pt x="259" y="751"/>
                    <a:pt x="262" y="751"/>
                    <a:pt x="265" y="751"/>
                  </a:cubicBezTo>
                  <a:cubicBezTo>
                    <a:pt x="265" y="751"/>
                    <a:pt x="265" y="751"/>
                    <a:pt x="265" y="751"/>
                  </a:cubicBezTo>
                  <a:cubicBezTo>
                    <a:pt x="269" y="751"/>
                    <a:pt x="272" y="750"/>
                    <a:pt x="276" y="749"/>
                  </a:cubicBezTo>
                  <a:cubicBezTo>
                    <a:pt x="275" y="750"/>
                    <a:pt x="275" y="750"/>
                    <a:pt x="275" y="750"/>
                  </a:cubicBezTo>
                  <a:cubicBezTo>
                    <a:pt x="273" y="759"/>
                    <a:pt x="276" y="813"/>
                    <a:pt x="276" y="853"/>
                  </a:cubicBezTo>
                  <a:cubicBezTo>
                    <a:pt x="276" y="914"/>
                    <a:pt x="277" y="975"/>
                    <a:pt x="275" y="989"/>
                  </a:cubicBezTo>
                  <a:cubicBezTo>
                    <a:pt x="270" y="1027"/>
                    <a:pt x="276" y="1056"/>
                    <a:pt x="278" y="1074"/>
                  </a:cubicBezTo>
                  <a:cubicBezTo>
                    <a:pt x="280" y="1091"/>
                    <a:pt x="283" y="1102"/>
                    <a:pt x="274" y="1154"/>
                  </a:cubicBezTo>
                  <a:cubicBezTo>
                    <a:pt x="266" y="1206"/>
                    <a:pt x="287" y="1359"/>
                    <a:pt x="288" y="1386"/>
                  </a:cubicBezTo>
                  <a:cubicBezTo>
                    <a:pt x="289" y="1413"/>
                    <a:pt x="282" y="1438"/>
                    <a:pt x="277" y="1448"/>
                  </a:cubicBezTo>
                  <a:cubicBezTo>
                    <a:pt x="271" y="1459"/>
                    <a:pt x="274" y="1471"/>
                    <a:pt x="274" y="1480"/>
                  </a:cubicBezTo>
                  <a:cubicBezTo>
                    <a:pt x="274" y="1488"/>
                    <a:pt x="274" y="1492"/>
                    <a:pt x="270" y="1500"/>
                  </a:cubicBezTo>
                  <a:cubicBezTo>
                    <a:pt x="265" y="1509"/>
                    <a:pt x="267" y="1518"/>
                    <a:pt x="269" y="1529"/>
                  </a:cubicBezTo>
                  <a:cubicBezTo>
                    <a:pt x="271" y="1541"/>
                    <a:pt x="273" y="1544"/>
                    <a:pt x="272" y="1553"/>
                  </a:cubicBezTo>
                  <a:cubicBezTo>
                    <a:pt x="271" y="1563"/>
                    <a:pt x="272" y="1572"/>
                    <a:pt x="282" y="1582"/>
                  </a:cubicBezTo>
                  <a:cubicBezTo>
                    <a:pt x="292" y="1591"/>
                    <a:pt x="308" y="1591"/>
                    <a:pt x="317" y="1584"/>
                  </a:cubicBezTo>
                  <a:cubicBezTo>
                    <a:pt x="322" y="1590"/>
                    <a:pt x="336" y="1590"/>
                    <a:pt x="341" y="1585"/>
                  </a:cubicBezTo>
                  <a:cubicBezTo>
                    <a:pt x="346" y="1589"/>
                    <a:pt x="364" y="1590"/>
                    <a:pt x="363" y="1580"/>
                  </a:cubicBezTo>
                  <a:cubicBezTo>
                    <a:pt x="367" y="1580"/>
                    <a:pt x="376" y="1576"/>
                    <a:pt x="373" y="1568"/>
                  </a:cubicBezTo>
                  <a:cubicBezTo>
                    <a:pt x="375" y="1565"/>
                    <a:pt x="377" y="1559"/>
                    <a:pt x="373" y="1554"/>
                  </a:cubicBezTo>
                  <a:cubicBezTo>
                    <a:pt x="369" y="1549"/>
                    <a:pt x="355" y="1525"/>
                    <a:pt x="346" y="1514"/>
                  </a:cubicBezTo>
                  <a:cubicBezTo>
                    <a:pt x="337" y="1498"/>
                    <a:pt x="337" y="1500"/>
                    <a:pt x="341" y="1482"/>
                  </a:cubicBezTo>
                  <a:cubicBezTo>
                    <a:pt x="344" y="1465"/>
                    <a:pt x="337" y="1461"/>
                    <a:pt x="345" y="1427"/>
                  </a:cubicBezTo>
                  <a:cubicBezTo>
                    <a:pt x="348" y="1411"/>
                    <a:pt x="356" y="1372"/>
                    <a:pt x="369" y="1305"/>
                  </a:cubicBezTo>
                  <a:cubicBezTo>
                    <a:pt x="382" y="1239"/>
                    <a:pt x="377" y="1131"/>
                    <a:pt x="378" y="1107"/>
                  </a:cubicBezTo>
                  <a:cubicBezTo>
                    <a:pt x="380" y="1084"/>
                    <a:pt x="373" y="1069"/>
                    <a:pt x="380" y="1033"/>
                  </a:cubicBezTo>
                  <a:cubicBezTo>
                    <a:pt x="386" y="997"/>
                    <a:pt x="397" y="933"/>
                    <a:pt x="404" y="883"/>
                  </a:cubicBezTo>
                  <a:cubicBezTo>
                    <a:pt x="414" y="811"/>
                    <a:pt x="413" y="790"/>
                    <a:pt x="416" y="752"/>
                  </a:cubicBezTo>
                  <a:cubicBezTo>
                    <a:pt x="422" y="676"/>
                    <a:pt x="418" y="651"/>
                    <a:pt x="413" y="610"/>
                  </a:cubicBezTo>
                  <a:cubicBezTo>
                    <a:pt x="404" y="561"/>
                    <a:pt x="404" y="514"/>
                    <a:pt x="404" y="493"/>
                  </a:cubicBezTo>
                  <a:cubicBezTo>
                    <a:pt x="404" y="467"/>
                    <a:pt x="394" y="448"/>
                    <a:pt x="395" y="426"/>
                  </a:cubicBezTo>
                  <a:cubicBezTo>
                    <a:pt x="396" y="410"/>
                    <a:pt x="395" y="267"/>
                    <a:pt x="390" y="226"/>
                  </a:cubicBezTo>
                  <a:cubicBezTo>
                    <a:pt x="413" y="333"/>
                    <a:pt x="413" y="333"/>
                    <a:pt x="413" y="333"/>
                  </a:cubicBezTo>
                  <a:cubicBezTo>
                    <a:pt x="417" y="358"/>
                    <a:pt x="430" y="416"/>
                    <a:pt x="432" y="427"/>
                  </a:cubicBezTo>
                  <a:cubicBezTo>
                    <a:pt x="434" y="438"/>
                    <a:pt x="435" y="490"/>
                    <a:pt x="454" y="551"/>
                  </a:cubicBezTo>
                  <a:cubicBezTo>
                    <a:pt x="464" y="580"/>
                    <a:pt x="474" y="683"/>
                    <a:pt x="471" y="697"/>
                  </a:cubicBezTo>
                  <a:cubicBezTo>
                    <a:pt x="472" y="704"/>
                    <a:pt x="470" y="713"/>
                    <a:pt x="466" y="723"/>
                  </a:cubicBezTo>
                  <a:cubicBezTo>
                    <a:pt x="460" y="739"/>
                    <a:pt x="459" y="762"/>
                    <a:pt x="460" y="770"/>
                  </a:cubicBezTo>
                  <a:cubicBezTo>
                    <a:pt x="458" y="779"/>
                    <a:pt x="453" y="797"/>
                    <a:pt x="461" y="800"/>
                  </a:cubicBezTo>
                  <a:cubicBezTo>
                    <a:pt x="458" y="804"/>
                    <a:pt x="457" y="804"/>
                    <a:pt x="458" y="808"/>
                  </a:cubicBezTo>
                  <a:cubicBezTo>
                    <a:pt x="457" y="811"/>
                    <a:pt x="457" y="812"/>
                    <a:pt x="458" y="813"/>
                  </a:cubicBezTo>
                  <a:cubicBezTo>
                    <a:pt x="460" y="820"/>
                    <a:pt x="469" y="812"/>
                    <a:pt x="465" y="814"/>
                  </a:cubicBezTo>
                  <a:cubicBezTo>
                    <a:pt x="460" y="817"/>
                    <a:pt x="456" y="823"/>
                    <a:pt x="458" y="830"/>
                  </a:cubicBezTo>
                  <a:cubicBezTo>
                    <a:pt x="460" y="833"/>
                    <a:pt x="473" y="826"/>
                    <a:pt x="480" y="823"/>
                  </a:cubicBezTo>
                  <a:cubicBezTo>
                    <a:pt x="491" y="820"/>
                    <a:pt x="504" y="814"/>
                    <a:pt x="508" y="808"/>
                  </a:cubicBezTo>
                  <a:cubicBezTo>
                    <a:pt x="511" y="803"/>
                    <a:pt x="518" y="794"/>
                    <a:pt x="520" y="789"/>
                  </a:cubicBezTo>
                  <a:cubicBezTo>
                    <a:pt x="523" y="783"/>
                    <a:pt x="522" y="779"/>
                    <a:pt x="525" y="775"/>
                  </a:cubicBezTo>
                  <a:cubicBezTo>
                    <a:pt x="527" y="771"/>
                    <a:pt x="531" y="766"/>
                    <a:pt x="529" y="762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3285" name="Freeform 218">
              <a:extLst>
                <a:ext uri="{FF2B5EF4-FFF2-40B4-BE49-F238E27FC236}">
                  <a16:creationId xmlns:a16="http://schemas.microsoft.com/office/drawing/2014/main" id="{101EFC85-580D-4482-BA77-3E87DF6E4D6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1" y="1294"/>
              <a:ext cx="35" cy="100"/>
            </a:xfrm>
            <a:custGeom>
              <a:avLst/>
              <a:gdLst>
                <a:gd name="T0" fmla="*/ 44 w 20"/>
                <a:gd name="T1" fmla="*/ 0 h 57"/>
                <a:gd name="T2" fmla="*/ 44 w 20"/>
                <a:gd name="T3" fmla="*/ 44 h 57"/>
                <a:gd name="T4" fmla="*/ 56 w 20"/>
                <a:gd name="T5" fmla="*/ 130 h 57"/>
                <a:gd name="T6" fmla="*/ 77 w 20"/>
                <a:gd name="T7" fmla="*/ 221 h 57"/>
                <a:gd name="T8" fmla="*/ 107 w 20"/>
                <a:gd name="T9" fmla="*/ 307 h 57"/>
                <a:gd name="T10" fmla="*/ 28 w 20"/>
                <a:gd name="T11" fmla="*/ 130 h 57"/>
                <a:gd name="T12" fmla="*/ 0 w 20"/>
                <a:gd name="T13" fmla="*/ 49 h 5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57">
                  <a:moveTo>
                    <a:pt x="8" y="0"/>
                  </a:moveTo>
                  <a:cubicBezTo>
                    <a:pt x="8" y="3"/>
                    <a:pt x="8" y="6"/>
                    <a:pt x="8" y="8"/>
                  </a:cubicBezTo>
                  <a:cubicBezTo>
                    <a:pt x="8" y="13"/>
                    <a:pt x="9" y="18"/>
                    <a:pt x="10" y="24"/>
                  </a:cubicBezTo>
                  <a:cubicBezTo>
                    <a:pt x="11" y="30"/>
                    <a:pt x="12" y="36"/>
                    <a:pt x="14" y="41"/>
                  </a:cubicBezTo>
                  <a:cubicBezTo>
                    <a:pt x="15" y="47"/>
                    <a:pt x="18" y="52"/>
                    <a:pt x="20" y="57"/>
                  </a:cubicBezTo>
                  <a:cubicBezTo>
                    <a:pt x="10" y="52"/>
                    <a:pt x="6" y="34"/>
                    <a:pt x="5" y="24"/>
                  </a:cubicBezTo>
                  <a:cubicBezTo>
                    <a:pt x="4" y="21"/>
                    <a:pt x="3" y="13"/>
                    <a:pt x="0" y="9"/>
                  </a:cubicBezTo>
                </a:path>
              </a:pathLst>
            </a:custGeom>
            <a:solidFill>
              <a:srgbClr val="EFCA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3286" name="Freeform 219">
              <a:extLst>
                <a:ext uri="{FF2B5EF4-FFF2-40B4-BE49-F238E27FC236}">
                  <a16:creationId xmlns:a16="http://schemas.microsoft.com/office/drawing/2014/main" id="{1D3F1FFD-C295-4984-BBE1-6863DD710C12}"/>
                </a:ext>
              </a:extLst>
            </p:cNvPr>
            <p:cNvSpPr>
              <a:spLocks/>
            </p:cNvSpPr>
            <p:nvPr/>
          </p:nvSpPr>
          <p:spPr bwMode="auto">
            <a:xfrm>
              <a:off x="971" y="1412"/>
              <a:ext cx="161" cy="16"/>
            </a:xfrm>
            <a:custGeom>
              <a:avLst/>
              <a:gdLst>
                <a:gd name="T0" fmla="*/ 7 w 92"/>
                <a:gd name="T1" fmla="*/ 37 h 9"/>
                <a:gd name="T2" fmla="*/ 242 w 92"/>
                <a:gd name="T3" fmla="*/ 36 h 9"/>
                <a:gd name="T4" fmla="*/ 494 w 92"/>
                <a:gd name="T5" fmla="*/ 16 h 9"/>
                <a:gd name="T6" fmla="*/ 441 w 92"/>
                <a:gd name="T7" fmla="*/ 7 h 9"/>
                <a:gd name="T8" fmla="*/ 306 w 92"/>
                <a:gd name="T9" fmla="*/ 12 h 9"/>
                <a:gd name="T10" fmla="*/ 135 w 92"/>
                <a:gd name="T11" fmla="*/ 0 h 9"/>
                <a:gd name="T12" fmla="*/ 0 w 92"/>
                <a:gd name="T13" fmla="*/ 50 h 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2" h="9">
                  <a:moveTo>
                    <a:pt x="1" y="7"/>
                  </a:moveTo>
                  <a:cubicBezTo>
                    <a:pt x="15" y="2"/>
                    <a:pt x="31" y="4"/>
                    <a:pt x="45" y="6"/>
                  </a:cubicBezTo>
                  <a:cubicBezTo>
                    <a:pt x="61" y="8"/>
                    <a:pt x="76" y="4"/>
                    <a:pt x="92" y="3"/>
                  </a:cubicBezTo>
                  <a:cubicBezTo>
                    <a:pt x="89" y="1"/>
                    <a:pt x="85" y="1"/>
                    <a:pt x="82" y="1"/>
                  </a:cubicBezTo>
                  <a:cubicBezTo>
                    <a:pt x="73" y="1"/>
                    <a:pt x="65" y="1"/>
                    <a:pt x="57" y="2"/>
                  </a:cubicBezTo>
                  <a:cubicBezTo>
                    <a:pt x="46" y="2"/>
                    <a:pt x="37" y="0"/>
                    <a:pt x="25" y="0"/>
                  </a:cubicBezTo>
                  <a:cubicBezTo>
                    <a:pt x="18" y="0"/>
                    <a:pt x="2" y="2"/>
                    <a:pt x="0" y="9"/>
                  </a:cubicBezTo>
                </a:path>
              </a:pathLst>
            </a:custGeom>
            <a:solidFill>
              <a:srgbClr val="EFCA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3287" name="Freeform 220">
              <a:extLst>
                <a:ext uri="{FF2B5EF4-FFF2-40B4-BE49-F238E27FC236}">
                  <a16:creationId xmlns:a16="http://schemas.microsoft.com/office/drawing/2014/main" id="{85863211-ECC7-473F-A80A-43A0975EC05E}"/>
                </a:ext>
              </a:extLst>
            </p:cNvPr>
            <p:cNvSpPr>
              <a:spLocks/>
            </p:cNvSpPr>
            <p:nvPr/>
          </p:nvSpPr>
          <p:spPr bwMode="auto">
            <a:xfrm>
              <a:off x="910" y="1435"/>
              <a:ext cx="33" cy="40"/>
            </a:xfrm>
            <a:custGeom>
              <a:avLst/>
              <a:gdLst>
                <a:gd name="T0" fmla="*/ 0 w 19"/>
                <a:gd name="T1" fmla="*/ 0 h 23"/>
                <a:gd name="T2" fmla="*/ 42 w 19"/>
                <a:gd name="T3" fmla="*/ 99 h 23"/>
                <a:gd name="T4" fmla="*/ 99 w 19"/>
                <a:gd name="T5" fmla="*/ 49 h 23"/>
                <a:gd name="T6" fmla="*/ 73 w 19"/>
                <a:gd name="T7" fmla="*/ 64 h 23"/>
                <a:gd name="T8" fmla="*/ 16 w 19"/>
                <a:gd name="T9" fmla="*/ 5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23">
                  <a:moveTo>
                    <a:pt x="0" y="0"/>
                  </a:moveTo>
                  <a:cubicBezTo>
                    <a:pt x="1" y="5"/>
                    <a:pt x="4" y="15"/>
                    <a:pt x="8" y="19"/>
                  </a:cubicBezTo>
                  <a:cubicBezTo>
                    <a:pt x="12" y="23"/>
                    <a:pt x="19" y="15"/>
                    <a:pt x="19" y="9"/>
                  </a:cubicBezTo>
                  <a:cubicBezTo>
                    <a:pt x="18" y="11"/>
                    <a:pt x="16" y="12"/>
                    <a:pt x="14" y="12"/>
                  </a:cubicBezTo>
                  <a:cubicBezTo>
                    <a:pt x="10" y="12"/>
                    <a:pt x="2" y="4"/>
                    <a:pt x="3" y="1"/>
                  </a:cubicBezTo>
                </a:path>
              </a:pathLst>
            </a:custGeom>
            <a:solidFill>
              <a:srgbClr val="EFCA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3288" name="Freeform 221">
              <a:extLst>
                <a:ext uri="{FF2B5EF4-FFF2-40B4-BE49-F238E27FC236}">
                  <a16:creationId xmlns:a16="http://schemas.microsoft.com/office/drawing/2014/main" id="{52F6C610-535B-4552-92A7-D64CEA47BA8A}"/>
                </a:ext>
              </a:extLst>
            </p:cNvPr>
            <p:cNvSpPr>
              <a:spLocks/>
            </p:cNvSpPr>
            <p:nvPr/>
          </p:nvSpPr>
          <p:spPr bwMode="auto">
            <a:xfrm>
              <a:off x="917" y="2145"/>
              <a:ext cx="17" cy="19"/>
            </a:xfrm>
            <a:custGeom>
              <a:avLst/>
              <a:gdLst>
                <a:gd name="T0" fmla="*/ 0 w 10"/>
                <a:gd name="T1" fmla="*/ 36 h 11"/>
                <a:gd name="T2" fmla="*/ 49 w 10"/>
                <a:gd name="T3" fmla="*/ 41 h 11"/>
                <a:gd name="T4" fmla="*/ 41 w 10"/>
                <a:gd name="T5" fmla="*/ 9 h 11"/>
                <a:gd name="T6" fmla="*/ 9 w 10"/>
                <a:gd name="T7" fmla="*/ 9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1">
                  <a:moveTo>
                    <a:pt x="0" y="7"/>
                  </a:moveTo>
                  <a:cubicBezTo>
                    <a:pt x="2" y="10"/>
                    <a:pt x="8" y="11"/>
                    <a:pt x="10" y="8"/>
                  </a:cubicBezTo>
                  <a:cubicBezTo>
                    <a:pt x="10" y="6"/>
                    <a:pt x="9" y="3"/>
                    <a:pt x="8" y="2"/>
                  </a:cubicBezTo>
                  <a:cubicBezTo>
                    <a:pt x="6" y="0"/>
                    <a:pt x="4" y="1"/>
                    <a:pt x="2" y="2"/>
                  </a:cubicBezTo>
                </a:path>
              </a:pathLst>
            </a:custGeom>
            <a:solidFill>
              <a:srgbClr val="EFCA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3289" name="Freeform 222">
              <a:extLst>
                <a:ext uri="{FF2B5EF4-FFF2-40B4-BE49-F238E27FC236}">
                  <a16:creationId xmlns:a16="http://schemas.microsoft.com/office/drawing/2014/main" id="{51AED477-F289-4DA8-810D-8A472385DA73}"/>
                </a:ext>
              </a:extLst>
            </p:cNvPr>
            <p:cNvSpPr>
              <a:spLocks/>
            </p:cNvSpPr>
            <p:nvPr/>
          </p:nvSpPr>
          <p:spPr bwMode="auto">
            <a:xfrm>
              <a:off x="866" y="2499"/>
              <a:ext cx="133" cy="59"/>
            </a:xfrm>
            <a:custGeom>
              <a:avLst/>
              <a:gdLst>
                <a:gd name="T0" fmla="*/ 7 w 76"/>
                <a:gd name="T1" fmla="*/ 85 h 34"/>
                <a:gd name="T2" fmla="*/ 208 w 76"/>
                <a:gd name="T3" fmla="*/ 172 h 34"/>
                <a:gd name="T4" fmla="*/ 313 w 76"/>
                <a:gd name="T5" fmla="*/ 142 h 34"/>
                <a:gd name="T6" fmla="*/ 408 w 76"/>
                <a:gd name="T7" fmla="*/ 0 h 34"/>
                <a:gd name="T8" fmla="*/ 350 w 76"/>
                <a:gd name="T9" fmla="*/ 52 h 34"/>
                <a:gd name="T10" fmla="*/ 221 w 76"/>
                <a:gd name="T11" fmla="*/ 106 h 34"/>
                <a:gd name="T12" fmla="*/ 98 w 76"/>
                <a:gd name="T13" fmla="*/ 69 h 34"/>
                <a:gd name="T14" fmla="*/ 0 w 76"/>
                <a:gd name="T15" fmla="*/ 42 h 3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6" h="34">
                  <a:moveTo>
                    <a:pt x="1" y="16"/>
                  </a:moveTo>
                  <a:cubicBezTo>
                    <a:pt x="13" y="25"/>
                    <a:pt x="23" y="34"/>
                    <a:pt x="39" y="33"/>
                  </a:cubicBezTo>
                  <a:cubicBezTo>
                    <a:pt x="46" y="33"/>
                    <a:pt x="53" y="31"/>
                    <a:pt x="58" y="27"/>
                  </a:cubicBezTo>
                  <a:cubicBezTo>
                    <a:pt x="65" y="21"/>
                    <a:pt x="75" y="9"/>
                    <a:pt x="76" y="0"/>
                  </a:cubicBezTo>
                  <a:cubicBezTo>
                    <a:pt x="72" y="1"/>
                    <a:pt x="68" y="7"/>
                    <a:pt x="65" y="10"/>
                  </a:cubicBezTo>
                  <a:cubicBezTo>
                    <a:pt x="58" y="17"/>
                    <a:pt x="50" y="19"/>
                    <a:pt x="41" y="20"/>
                  </a:cubicBezTo>
                  <a:cubicBezTo>
                    <a:pt x="32" y="20"/>
                    <a:pt x="26" y="16"/>
                    <a:pt x="18" y="13"/>
                  </a:cubicBezTo>
                  <a:cubicBezTo>
                    <a:pt x="13" y="12"/>
                    <a:pt x="2" y="14"/>
                    <a:pt x="0" y="8"/>
                  </a:cubicBezTo>
                </a:path>
              </a:pathLst>
            </a:custGeom>
            <a:solidFill>
              <a:srgbClr val="EFCA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3290" name="Freeform 223">
              <a:extLst>
                <a:ext uri="{FF2B5EF4-FFF2-40B4-BE49-F238E27FC236}">
                  <a16:creationId xmlns:a16="http://schemas.microsoft.com/office/drawing/2014/main" id="{43BE6E38-FE3A-445D-93E1-A48757241ECF}"/>
                </a:ext>
              </a:extLst>
            </p:cNvPr>
            <p:cNvSpPr>
              <a:spLocks/>
            </p:cNvSpPr>
            <p:nvPr/>
          </p:nvSpPr>
          <p:spPr bwMode="auto">
            <a:xfrm>
              <a:off x="859" y="2544"/>
              <a:ext cx="51" cy="581"/>
            </a:xfrm>
            <a:custGeom>
              <a:avLst/>
              <a:gdLst>
                <a:gd name="T0" fmla="*/ 0 w 29"/>
                <a:gd name="T1" fmla="*/ 0 h 332"/>
                <a:gd name="T2" fmla="*/ 146 w 29"/>
                <a:gd name="T3" fmla="*/ 166 h 332"/>
                <a:gd name="T4" fmla="*/ 109 w 29"/>
                <a:gd name="T5" fmla="*/ 751 h 332"/>
                <a:gd name="T6" fmla="*/ 114 w 29"/>
                <a:gd name="T7" fmla="*/ 1330 h 332"/>
                <a:gd name="T8" fmla="*/ 93 w 29"/>
                <a:gd name="T9" fmla="*/ 1780 h 332"/>
                <a:gd name="T10" fmla="*/ 65 w 29"/>
                <a:gd name="T11" fmla="*/ 1314 h 332"/>
                <a:gd name="T12" fmla="*/ 21 w 29"/>
                <a:gd name="T13" fmla="*/ 445 h 332"/>
                <a:gd name="T14" fmla="*/ 0 w 29"/>
                <a:gd name="T15" fmla="*/ 0 h 33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9" h="332">
                  <a:moveTo>
                    <a:pt x="0" y="0"/>
                  </a:moveTo>
                  <a:cubicBezTo>
                    <a:pt x="12" y="10"/>
                    <a:pt x="27" y="9"/>
                    <a:pt x="27" y="31"/>
                  </a:cubicBezTo>
                  <a:cubicBezTo>
                    <a:pt x="27" y="53"/>
                    <a:pt x="19" y="96"/>
                    <a:pt x="20" y="140"/>
                  </a:cubicBezTo>
                  <a:cubicBezTo>
                    <a:pt x="21" y="185"/>
                    <a:pt x="20" y="228"/>
                    <a:pt x="21" y="248"/>
                  </a:cubicBezTo>
                  <a:cubicBezTo>
                    <a:pt x="22" y="268"/>
                    <a:pt x="29" y="291"/>
                    <a:pt x="17" y="332"/>
                  </a:cubicBezTo>
                  <a:cubicBezTo>
                    <a:pt x="20" y="316"/>
                    <a:pt x="20" y="274"/>
                    <a:pt x="12" y="245"/>
                  </a:cubicBezTo>
                  <a:cubicBezTo>
                    <a:pt x="4" y="216"/>
                    <a:pt x="2" y="113"/>
                    <a:pt x="4" y="83"/>
                  </a:cubicBezTo>
                  <a:cubicBezTo>
                    <a:pt x="7" y="54"/>
                    <a:pt x="10" y="12"/>
                    <a:pt x="0" y="0"/>
                  </a:cubicBezTo>
                </a:path>
              </a:pathLst>
            </a:custGeom>
            <a:solidFill>
              <a:srgbClr val="EFCA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3291" name="Freeform 224">
              <a:extLst>
                <a:ext uri="{FF2B5EF4-FFF2-40B4-BE49-F238E27FC236}">
                  <a16:creationId xmlns:a16="http://schemas.microsoft.com/office/drawing/2014/main" id="{1BB7987A-0294-4AE4-BA09-772BD8CE4FC6}"/>
                </a:ext>
              </a:extLst>
            </p:cNvPr>
            <p:cNvSpPr>
              <a:spLocks/>
            </p:cNvSpPr>
            <p:nvPr/>
          </p:nvSpPr>
          <p:spPr bwMode="auto">
            <a:xfrm>
              <a:off x="875" y="3255"/>
              <a:ext cx="38" cy="451"/>
            </a:xfrm>
            <a:custGeom>
              <a:avLst/>
              <a:gdLst>
                <a:gd name="T0" fmla="*/ 83 w 22"/>
                <a:gd name="T1" fmla="*/ 0 h 258"/>
                <a:gd name="T2" fmla="*/ 71 w 22"/>
                <a:gd name="T3" fmla="*/ 706 h 258"/>
                <a:gd name="T4" fmla="*/ 21 w 22"/>
                <a:gd name="T5" fmla="*/ 1377 h 258"/>
                <a:gd name="T6" fmla="*/ 83 w 22"/>
                <a:gd name="T7" fmla="*/ 0 h 25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258">
                  <a:moveTo>
                    <a:pt x="16" y="0"/>
                  </a:moveTo>
                  <a:cubicBezTo>
                    <a:pt x="20" y="24"/>
                    <a:pt x="22" y="73"/>
                    <a:pt x="14" y="132"/>
                  </a:cubicBezTo>
                  <a:cubicBezTo>
                    <a:pt x="6" y="191"/>
                    <a:pt x="3" y="236"/>
                    <a:pt x="4" y="258"/>
                  </a:cubicBezTo>
                  <a:cubicBezTo>
                    <a:pt x="0" y="220"/>
                    <a:pt x="13" y="62"/>
                    <a:pt x="16" y="0"/>
                  </a:cubicBezTo>
                </a:path>
              </a:pathLst>
            </a:custGeom>
            <a:solidFill>
              <a:srgbClr val="EFCA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3292" name="Freeform 225">
              <a:extLst>
                <a:ext uri="{FF2B5EF4-FFF2-40B4-BE49-F238E27FC236}">
                  <a16:creationId xmlns:a16="http://schemas.microsoft.com/office/drawing/2014/main" id="{6F00C868-2BC3-407D-B7A2-654E9BD11AB3}"/>
                </a:ext>
              </a:extLst>
            </p:cNvPr>
            <p:cNvSpPr>
              <a:spLocks/>
            </p:cNvSpPr>
            <p:nvPr/>
          </p:nvSpPr>
          <p:spPr bwMode="auto">
            <a:xfrm>
              <a:off x="755" y="1426"/>
              <a:ext cx="121" cy="12"/>
            </a:xfrm>
            <a:custGeom>
              <a:avLst/>
              <a:gdLst>
                <a:gd name="T0" fmla="*/ 167 w 69"/>
                <a:gd name="T1" fmla="*/ 29 h 7"/>
                <a:gd name="T2" fmla="*/ 372 w 69"/>
                <a:gd name="T3" fmla="*/ 15 h 7"/>
                <a:gd name="T4" fmla="*/ 231 w 69"/>
                <a:gd name="T5" fmla="*/ 9 h 7"/>
                <a:gd name="T6" fmla="*/ 0 w 69"/>
                <a:gd name="T7" fmla="*/ 5 h 7"/>
                <a:gd name="T8" fmla="*/ 167 w 69"/>
                <a:gd name="T9" fmla="*/ 29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9" h="7">
                  <a:moveTo>
                    <a:pt x="31" y="6"/>
                  </a:moveTo>
                  <a:cubicBezTo>
                    <a:pt x="41" y="5"/>
                    <a:pt x="58" y="2"/>
                    <a:pt x="69" y="3"/>
                  </a:cubicBezTo>
                  <a:cubicBezTo>
                    <a:pt x="63" y="0"/>
                    <a:pt x="55" y="1"/>
                    <a:pt x="43" y="2"/>
                  </a:cubicBezTo>
                  <a:cubicBezTo>
                    <a:pt x="31" y="2"/>
                    <a:pt x="10" y="5"/>
                    <a:pt x="0" y="1"/>
                  </a:cubicBezTo>
                  <a:cubicBezTo>
                    <a:pt x="16" y="7"/>
                    <a:pt x="23" y="5"/>
                    <a:pt x="31" y="6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3293" name="Freeform 226">
              <a:extLst>
                <a:ext uri="{FF2B5EF4-FFF2-40B4-BE49-F238E27FC236}">
                  <a16:creationId xmlns:a16="http://schemas.microsoft.com/office/drawing/2014/main" id="{DCD18CF7-734B-4AB9-B5BF-39A3B8C5D965}"/>
                </a:ext>
              </a:extLst>
            </p:cNvPr>
            <p:cNvSpPr>
              <a:spLocks/>
            </p:cNvSpPr>
            <p:nvPr/>
          </p:nvSpPr>
          <p:spPr bwMode="auto">
            <a:xfrm>
              <a:off x="987" y="1426"/>
              <a:ext cx="121" cy="12"/>
            </a:xfrm>
            <a:custGeom>
              <a:avLst/>
              <a:gdLst>
                <a:gd name="T0" fmla="*/ 205 w 69"/>
                <a:gd name="T1" fmla="*/ 29 h 7"/>
                <a:gd name="T2" fmla="*/ 0 w 69"/>
                <a:gd name="T3" fmla="*/ 15 h 7"/>
                <a:gd name="T4" fmla="*/ 142 w 69"/>
                <a:gd name="T5" fmla="*/ 9 h 7"/>
                <a:gd name="T6" fmla="*/ 372 w 69"/>
                <a:gd name="T7" fmla="*/ 5 h 7"/>
                <a:gd name="T8" fmla="*/ 205 w 69"/>
                <a:gd name="T9" fmla="*/ 29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9" h="7">
                  <a:moveTo>
                    <a:pt x="38" y="6"/>
                  </a:moveTo>
                  <a:cubicBezTo>
                    <a:pt x="28" y="5"/>
                    <a:pt x="11" y="2"/>
                    <a:pt x="0" y="3"/>
                  </a:cubicBezTo>
                  <a:cubicBezTo>
                    <a:pt x="6" y="0"/>
                    <a:pt x="14" y="1"/>
                    <a:pt x="26" y="2"/>
                  </a:cubicBezTo>
                  <a:cubicBezTo>
                    <a:pt x="38" y="2"/>
                    <a:pt x="60" y="5"/>
                    <a:pt x="69" y="1"/>
                  </a:cubicBezTo>
                  <a:cubicBezTo>
                    <a:pt x="53" y="7"/>
                    <a:pt x="47" y="5"/>
                    <a:pt x="38" y="6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3294" name="Freeform 227">
              <a:extLst>
                <a:ext uri="{FF2B5EF4-FFF2-40B4-BE49-F238E27FC236}">
                  <a16:creationId xmlns:a16="http://schemas.microsoft.com/office/drawing/2014/main" id="{222278FA-AF77-4DB9-91AB-CF408D0EDA11}"/>
                </a:ext>
              </a:extLst>
            </p:cNvPr>
            <p:cNvSpPr>
              <a:spLocks/>
            </p:cNvSpPr>
            <p:nvPr/>
          </p:nvSpPr>
          <p:spPr bwMode="auto">
            <a:xfrm>
              <a:off x="957" y="1308"/>
              <a:ext cx="44" cy="102"/>
            </a:xfrm>
            <a:custGeom>
              <a:avLst/>
              <a:gdLst>
                <a:gd name="T0" fmla="*/ 130 w 25"/>
                <a:gd name="T1" fmla="*/ 0 h 58"/>
                <a:gd name="T2" fmla="*/ 56 w 25"/>
                <a:gd name="T3" fmla="*/ 146 h 58"/>
                <a:gd name="T4" fmla="*/ 0 w 25"/>
                <a:gd name="T5" fmla="*/ 315 h 58"/>
                <a:gd name="T6" fmla="*/ 81 w 25"/>
                <a:gd name="T7" fmla="*/ 135 h 58"/>
                <a:gd name="T8" fmla="*/ 136 w 25"/>
                <a:gd name="T9" fmla="*/ 7 h 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58">
                  <a:moveTo>
                    <a:pt x="24" y="0"/>
                  </a:moveTo>
                  <a:cubicBezTo>
                    <a:pt x="19" y="9"/>
                    <a:pt x="13" y="18"/>
                    <a:pt x="10" y="27"/>
                  </a:cubicBezTo>
                  <a:cubicBezTo>
                    <a:pt x="6" y="38"/>
                    <a:pt x="3" y="48"/>
                    <a:pt x="0" y="58"/>
                  </a:cubicBezTo>
                  <a:cubicBezTo>
                    <a:pt x="4" y="47"/>
                    <a:pt x="10" y="36"/>
                    <a:pt x="15" y="25"/>
                  </a:cubicBezTo>
                  <a:cubicBezTo>
                    <a:pt x="18" y="18"/>
                    <a:pt x="24" y="9"/>
                    <a:pt x="25" y="1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3295" name="Freeform 228">
              <a:extLst>
                <a:ext uri="{FF2B5EF4-FFF2-40B4-BE49-F238E27FC236}">
                  <a16:creationId xmlns:a16="http://schemas.microsoft.com/office/drawing/2014/main" id="{B458116D-6294-44A6-A20E-2ABD7AF82A8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" y="2009"/>
              <a:ext cx="27" cy="337"/>
            </a:xfrm>
            <a:custGeom>
              <a:avLst/>
              <a:gdLst>
                <a:gd name="T0" fmla="*/ 45 w 15"/>
                <a:gd name="T1" fmla="*/ 400 h 193"/>
                <a:gd name="T2" fmla="*/ 13 w 15"/>
                <a:gd name="T3" fmla="*/ 1027 h 193"/>
                <a:gd name="T4" fmla="*/ 7 w 15"/>
                <a:gd name="T5" fmla="*/ 662 h 193"/>
                <a:gd name="T6" fmla="*/ 88 w 15"/>
                <a:gd name="T7" fmla="*/ 0 h 193"/>
                <a:gd name="T8" fmla="*/ 45 w 15"/>
                <a:gd name="T9" fmla="*/ 400 h 1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93">
                  <a:moveTo>
                    <a:pt x="8" y="75"/>
                  </a:moveTo>
                  <a:cubicBezTo>
                    <a:pt x="7" y="89"/>
                    <a:pt x="4" y="168"/>
                    <a:pt x="2" y="193"/>
                  </a:cubicBezTo>
                  <a:cubicBezTo>
                    <a:pt x="2" y="193"/>
                    <a:pt x="0" y="173"/>
                    <a:pt x="1" y="124"/>
                  </a:cubicBezTo>
                  <a:cubicBezTo>
                    <a:pt x="2" y="74"/>
                    <a:pt x="5" y="23"/>
                    <a:pt x="15" y="0"/>
                  </a:cubicBezTo>
                  <a:cubicBezTo>
                    <a:pt x="12" y="9"/>
                    <a:pt x="10" y="54"/>
                    <a:pt x="8" y="75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3296" name="Freeform 229">
              <a:extLst>
                <a:ext uri="{FF2B5EF4-FFF2-40B4-BE49-F238E27FC236}">
                  <a16:creationId xmlns:a16="http://schemas.microsoft.com/office/drawing/2014/main" id="{91961E2E-B293-47FC-AAFF-7D6AF3AC9E9A}"/>
                </a:ext>
              </a:extLst>
            </p:cNvPr>
            <p:cNvSpPr>
              <a:spLocks/>
            </p:cNvSpPr>
            <p:nvPr/>
          </p:nvSpPr>
          <p:spPr bwMode="auto">
            <a:xfrm>
              <a:off x="566" y="2030"/>
              <a:ext cx="63" cy="358"/>
            </a:xfrm>
            <a:custGeom>
              <a:avLst/>
              <a:gdLst>
                <a:gd name="T0" fmla="*/ 187 w 36"/>
                <a:gd name="T1" fmla="*/ 0 h 205"/>
                <a:gd name="T2" fmla="*/ 123 w 36"/>
                <a:gd name="T3" fmla="*/ 506 h 205"/>
                <a:gd name="T4" fmla="*/ 0 w 36"/>
                <a:gd name="T5" fmla="*/ 1091 h 205"/>
                <a:gd name="T6" fmla="*/ 81 w 36"/>
                <a:gd name="T7" fmla="*/ 543 h 205"/>
                <a:gd name="T8" fmla="*/ 187 w 36"/>
                <a:gd name="T9" fmla="*/ 0 h 20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205">
                  <a:moveTo>
                    <a:pt x="35" y="0"/>
                  </a:moveTo>
                  <a:cubicBezTo>
                    <a:pt x="36" y="16"/>
                    <a:pt x="34" y="61"/>
                    <a:pt x="23" y="95"/>
                  </a:cubicBezTo>
                  <a:cubicBezTo>
                    <a:pt x="13" y="129"/>
                    <a:pt x="4" y="169"/>
                    <a:pt x="0" y="205"/>
                  </a:cubicBezTo>
                  <a:cubicBezTo>
                    <a:pt x="5" y="181"/>
                    <a:pt x="9" y="128"/>
                    <a:pt x="15" y="102"/>
                  </a:cubicBezTo>
                  <a:cubicBezTo>
                    <a:pt x="21" y="76"/>
                    <a:pt x="36" y="9"/>
                    <a:pt x="35" y="0"/>
                  </a:cubicBezTo>
                </a:path>
              </a:pathLst>
            </a:custGeom>
            <a:solidFill>
              <a:srgbClr val="EFCA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3297" name="Freeform 230">
              <a:extLst>
                <a:ext uri="{FF2B5EF4-FFF2-40B4-BE49-F238E27FC236}">
                  <a16:creationId xmlns:a16="http://schemas.microsoft.com/office/drawing/2014/main" id="{DED99A08-A708-470A-8F3A-48242D44597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1" y="2009"/>
              <a:ext cx="26" cy="337"/>
            </a:xfrm>
            <a:custGeom>
              <a:avLst/>
              <a:gdLst>
                <a:gd name="T0" fmla="*/ 36 w 15"/>
                <a:gd name="T1" fmla="*/ 400 h 193"/>
                <a:gd name="T2" fmla="*/ 69 w 15"/>
                <a:gd name="T3" fmla="*/ 1027 h 193"/>
                <a:gd name="T4" fmla="*/ 73 w 15"/>
                <a:gd name="T5" fmla="*/ 662 h 193"/>
                <a:gd name="T6" fmla="*/ 0 w 15"/>
                <a:gd name="T7" fmla="*/ 0 h 193"/>
                <a:gd name="T8" fmla="*/ 36 w 15"/>
                <a:gd name="T9" fmla="*/ 400 h 1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93">
                  <a:moveTo>
                    <a:pt x="7" y="75"/>
                  </a:moveTo>
                  <a:cubicBezTo>
                    <a:pt x="8" y="89"/>
                    <a:pt x="12" y="168"/>
                    <a:pt x="13" y="193"/>
                  </a:cubicBezTo>
                  <a:cubicBezTo>
                    <a:pt x="13" y="193"/>
                    <a:pt x="15" y="173"/>
                    <a:pt x="14" y="124"/>
                  </a:cubicBezTo>
                  <a:cubicBezTo>
                    <a:pt x="14" y="74"/>
                    <a:pt x="11" y="23"/>
                    <a:pt x="0" y="0"/>
                  </a:cubicBezTo>
                  <a:cubicBezTo>
                    <a:pt x="4" y="9"/>
                    <a:pt x="5" y="54"/>
                    <a:pt x="7" y="75"/>
                  </a:cubicBezTo>
                </a:path>
              </a:pathLst>
            </a:custGeom>
            <a:solidFill>
              <a:srgbClr val="EFCA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3298" name="Freeform 231">
              <a:extLst>
                <a:ext uri="{FF2B5EF4-FFF2-40B4-BE49-F238E27FC236}">
                  <a16:creationId xmlns:a16="http://schemas.microsoft.com/office/drawing/2014/main" id="{1FC323A6-129F-456F-9CFF-2993E029D6B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4" y="2028"/>
              <a:ext cx="65" cy="359"/>
            </a:xfrm>
            <a:custGeom>
              <a:avLst/>
              <a:gdLst>
                <a:gd name="T0" fmla="*/ 7 w 37"/>
                <a:gd name="T1" fmla="*/ 0 h 205"/>
                <a:gd name="T2" fmla="*/ 70 w 37"/>
                <a:gd name="T3" fmla="*/ 510 h 205"/>
                <a:gd name="T4" fmla="*/ 200 w 37"/>
                <a:gd name="T5" fmla="*/ 1102 h 205"/>
                <a:gd name="T6" fmla="*/ 114 w 37"/>
                <a:gd name="T7" fmla="*/ 548 h 205"/>
                <a:gd name="T8" fmla="*/ 7 w 37"/>
                <a:gd name="T9" fmla="*/ 0 h 20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" h="205">
                  <a:moveTo>
                    <a:pt x="1" y="0"/>
                  </a:moveTo>
                  <a:cubicBezTo>
                    <a:pt x="0" y="16"/>
                    <a:pt x="3" y="61"/>
                    <a:pt x="13" y="95"/>
                  </a:cubicBezTo>
                  <a:cubicBezTo>
                    <a:pt x="24" y="130"/>
                    <a:pt x="32" y="169"/>
                    <a:pt x="37" y="205"/>
                  </a:cubicBezTo>
                  <a:cubicBezTo>
                    <a:pt x="31" y="181"/>
                    <a:pt x="27" y="128"/>
                    <a:pt x="21" y="102"/>
                  </a:cubicBezTo>
                  <a:cubicBezTo>
                    <a:pt x="15" y="76"/>
                    <a:pt x="0" y="9"/>
                    <a:pt x="1" y="0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3299" name="Freeform 232">
              <a:extLst>
                <a:ext uri="{FF2B5EF4-FFF2-40B4-BE49-F238E27FC236}">
                  <a16:creationId xmlns:a16="http://schemas.microsoft.com/office/drawing/2014/main" id="{FEBA7FE8-2C58-4737-9C57-A3A77DBDBECE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" y="2572"/>
              <a:ext cx="68" cy="102"/>
            </a:xfrm>
            <a:custGeom>
              <a:avLst/>
              <a:gdLst>
                <a:gd name="T0" fmla="*/ 106 w 39"/>
                <a:gd name="T1" fmla="*/ 0 h 58"/>
                <a:gd name="T2" fmla="*/ 164 w 39"/>
                <a:gd name="T3" fmla="*/ 294 h 58"/>
                <a:gd name="T4" fmla="*/ 201 w 39"/>
                <a:gd name="T5" fmla="*/ 278 h 58"/>
                <a:gd name="T6" fmla="*/ 159 w 39"/>
                <a:gd name="T7" fmla="*/ 195 h 58"/>
                <a:gd name="T8" fmla="*/ 148 w 39"/>
                <a:gd name="T9" fmla="*/ 93 h 58"/>
                <a:gd name="T10" fmla="*/ 122 w 39"/>
                <a:gd name="T11" fmla="*/ 0 h 5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9" h="58">
                  <a:moveTo>
                    <a:pt x="20" y="0"/>
                  </a:moveTo>
                  <a:cubicBezTo>
                    <a:pt x="0" y="13"/>
                    <a:pt x="13" y="46"/>
                    <a:pt x="31" y="54"/>
                  </a:cubicBezTo>
                  <a:cubicBezTo>
                    <a:pt x="35" y="56"/>
                    <a:pt x="39" y="58"/>
                    <a:pt x="38" y="51"/>
                  </a:cubicBezTo>
                  <a:cubicBezTo>
                    <a:pt x="37" y="46"/>
                    <a:pt x="31" y="42"/>
                    <a:pt x="30" y="36"/>
                  </a:cubicBezTo>
                  <a:cubicBezTo>
                    <a:pt x="29" y="30"/>
                    <a:pt x="28" y="23"/>
                    <a:pt x="28" y="17"/>
                  </a:cubicBezTo>
                  <a:cubicBezTo>
                    <a:pt x="27" y="11"/>
                    <a:pt x="28" y="4"/>
                    <a:pt x="23" y="0"/>
                  </a:cubicBezTo>
                </a:path>
              </a:pathLst>
            </a:custGeom>
            <a:solidFill>
              <a:srgbClr val="EFCA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3300" name="Freeform 233">
              <a:extLst>
                <a:ext uri="{FF2B5EF4-FFF2-40B4-BE49-F238E27FC236}">
                  <a16:creationId xmlns:a16="http://schemas.microsoft.com/office/drawing/2014/main" id="{49AD5B53-2836-4497-B716-7078A73E2C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1" y="2572"/>
              <a:ext cx="57" cy="100"/>
            </a:xfrm>
            <a:custGeom>
              <a:avLst/>
              <a:gdLst>
                <a:gd name="T0" fmla="*/ 86 w 32"/>
                <a:gd name="T1" fmla="*/ 16 h 57"/>
                <a:gd name="T2" fmla="*/ 57 w 32"/>
                <a:gd name="T3" fmla="*/ 144 h 57"/>
                <a:gd name="T4" fmla="*/ 0 w 32"/>
                <a:gd name="T5" fmla="*/ 249 h 57"/>
                <a:gd name="T6" fmla="*/ 64 w 32"/>
                <a:gd name="T7" fmla="*/ 281 h 57"/>
                <a:gd name="T8" fmla="*/ 159 w 32"/>
                <a:gd name="T9" fmla="*/ 167 h 57"/>
                <a:gd name="T10" fmla="*/ 109 w 32"/>
                <a:gd name="T11" fmla="*/ 0 h 5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2" h="57">
                  <a:moveTo>
                    <a:pt x="15" y="3"/>
                  </a:moveTo>
                  <a:cubicBezTo>
                    <a:pt x="13" y="11"/>
                    <a:pt x="12" y="19"/>
                    <a:pt x="10" y="27"/>
                  </a:cubicBezTo>
                  <a:cubicBezTo>
                    <a:pt x="8" y="33"/>
                    <a:pt x="7" y="42"/>
                    <a:pt x="0" y="46"/>
                  </a:cubicBezTo>
                  <a:cubicBezTo>
                    <a:pt x="5" y="51"/>
                    <a:pt x="2" y="57"/>
                    <a:pt x="11" y="52"/>
                  </a:cubicBezTo>
                  <a:cubicBezTo>
                    <a:pt x="18" y="47"/>
                    <a:pt x="26" y="39"/>
                    <a:pt x="28" y="31"/>
                  </a:cubicBezTo>
                  <a:cubicBezTo>
                    <a:pt x="32" y="18"/>
                    <a:pt x="30" y="9"/>
                    <a:pt x="19" y="0"/>
                  </a:cubicBezTo>
                </a:path>
              </a:pathLst>
            </a:custGeom>
            <a:solidFill>
              <a:srgbClr val="EFCA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3301" name="Freeform 234">
              <a:extLst>
                <a:ext uri="{FF2B5EF4-FFF2-40B4-BE49-F238E27FC236}">
                  <a16:creationId xmlns:a16="http://schemas.microsoft.com/office/drawing/2014/main" id="{E8A0B208-6BC1-4858-A8B0-82D265BF0090}"/>
                </a:ext>
              </a:extLst>
            </p:cNvPr>
            <p:cNvSpPr>
              <a:spLocks/>
            </p:cNvSpPr>
            <p:nvPr/>
          </p:nvSpPr>
          <p:spPr bwMode="auto">
            <a:xfrm>
              <a:off x="761" y="3066"/>
              <a:ext cx="77" cy="77"/>
            </a:xfrm>
            <a:custGeom>
              <a:avLst/>
              <a:gdLst>
                <a:gd name="T0" fmla="*/ 0 w 44"/>
                <a:gd name="T1" fmla="*/ 166 h 44"/>
                <a:gd name="T2" fmla="*/ 215 w 44"/>
                <a:gd name="T3" fmla="*/ 0 h 44"/>
                <a:gd name="T4" fmla="*/ 193 w 44"/>
                <a:gd name="T5" fmla="*/ 135 h 44"/>
                <a:gd name="T6" fmla="*/ 37 w 44"/>
                <a:gd name="T7" fmla="*/ 184 h 4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4" h="44">
                  <a:moveTo>
                    <a:pt x="0" y="31"/>
                  </a:moveTo>
                  <a:cubicBezTo>
                    <a:pt x="18" y="44"/>
                    <a:pt x="36" y="11"/>
                    <a:pt x="40" y="0"/>
                  </a:cubicBezTo>
                  <a:cubicBezTo>
                    <a:pt x="41" y="9"/>
                    <a:pt x="44" y="17"/>
                    <a:pt x="36" y="25"/>
                  </a:cubicBezTo>
                  <a:cubicBezTo>
                    <a:pt x="30" y="32"/>
                    <a:pt x="16" y="35"/>
                    <a:pt x="7" y="34"/>
                  </a:cubicBezTo>
                </a:path>
              </a:pathLst>
            </a:custGeom>
            <a:solidFill>
              <a:srgbClr val="EFCA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3302" name="Freeform 235">
              <a:extLst>
                <a:ext uri="{FF2B5EF4-FFF2-40B4-BE49-F238E27FC236}">
                  <a16:creationId xmlns:a16="http://schemas.microsoft.com/office/drawing/2014/main" id="{0B67EA21-30F0-4DD2-BC6D-080D8677DDFB}"/>
                </a:ext>
              </a:extLst>
            </p:cNvPr>
            <p:cNvSpPr>
              <a:spLocks/>
            </p:cNvSpPr>
            <p:nvPr/>
          </p:nvSpPr>
          <p:spPr bwMode="auto">
            <a:xfrm>
              <a:off x="731" y="3271"/>
              <a:ext cx="63" cy="434"/>
            </a:xfrm>
            <a:custGeom>
              <a:avLst/>
              <a:gdLst>
                <a:gd name="T0" fmla="*/ 33 w 36"/>
                <a:gd name="T1" fmla="*/ 0 h 248"/>
                <a:gd name="T2" fmla="*/ 44 w 36"/>
                <a:gd name="T3" fmla="*/ 707 h 248"/>
                <a:gd name="T4" fmla="*/ 193 w 36"/>
                <a:gd name="T5" fmla="*/ 1330 h 248"/>
                <a:gd name="T6" fmla="*/ 93 w 36"/>
                <a:gd name="T7" fmla="*/ 644 h 248"/>
                <a:gd name="T8" fmla="*/ 33 w 36"/>
                <a:gd name="T9" fmla="*/ 0 h 2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248">
                  <a:moveTo>
                    <a:pt x="6" y="0"/>
                  </a:moveTo>
                  <a:cubicBezTo>
                    <a:pt x="0" y="22"/>
                    <a:pt x="0" y="97"/>
                    <a:pt x="8" y="132"/>
                  </a:cubicBezTo>
                  <a:cubicBezTo>
                    <a:pt x="16" y="168"/>
                    <a:pt x="34" y="234"/>
                    <a:pt x="36" y="248"/>
                  </a:cubicBezTo>
                  <a:cubicBezTo>
                    <a:pt x="33" y="221"/>
                    <a:pt x="20" y="138"/>
                    <a:pt x="17" y="120"/>
                  </a:cubicBezTo>
                  <a:cubicBezTo>
                    <a:pt x="13" y="101"/>
                    <a:pt x="4" y="27"/>
                    <a:pt x="6" y="0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3303" name="Freeform 236">
              <a:extLst>
                <a:ext uri="{FF2B5EF4-FFF2-40B4-BE49-F238E27FC236}">
                  <a16:creationId xmlns:a16="http://schemas.microsoft.com/office/drawing/2014/main" id="{9743023E-40F5-4DA5-960F-64B60E12DC59}"/>
                </a:ext>
              </a:extLst>
            </p:cNvPr>
            <p:cNvSpPr>
              <a:spLocks/>
            </p:cNvSpPr>
            <p:nvPr/>
          </p:nvSpPr>
          <p:spPr bwMode="auto">
            <a:xfrm>
              <a:off x="948" y="3260"/>
              <a:ext cx="37" cy="494"/>
            </a:xfrm>
            <a:custGeom>
              <a:avLst/>
              <a:gdLst>
                <a:gd name="T0" fmla="*/ 78 w 21"/>
                <a:gd name="T1" fmla="*/ 1515 h 282"/>
                <a:gd name="T2" fmla="*/ 28 w 21"/>
                <a:gd name="T3" fmla="*/ 629 h 282"/>
                <a:gd name="T4" fmla="*/ 56 w 21"/>
                <a:gd name="T5" fmla="*/ 0 h 282"/>
                <a:gd name="T6" fmla="*/ 93 w 21"/>
                <a:gd name="T7" fmla="*/ 657 h 282"/>
                <a:gd name="T8" fmla="*/ 78 w 21"/>
                <a:gd name="T9" fmla="*/ 1515 h 28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282">
                  <a:moveTo>
                    <a:pt x="14" y="282"/>
                  </a:moveTo>
                  <a:cubicBezTo>
                    <a:pt x="19" y="264"/>
                    <a:pt x="11" y="167"/>
                    <a:pt x="5" y="117"/>
                  </a:cubicBezTo>
                  <a:cubicBezTo>
                    <a:pt x="0" y="68"/>
                    <a:pt x="2" y="22"/>
                    <a:pt x="10" y="0"/>
                  </a:cubicBezTo>
                  <a:cubicBezTo>
                    <a:pt x="6" y="18"/>
                    <a:pt x="12" y="77"/>
                    <a:pt x="17" y="122"/>
                  </a:cubicBezTo>
                  <a:cubicBezTo>
                    <a:pt x="21" y="167"/>
                    <a:pt x="20" y="262"/>
                    <a:pt x="14" y="282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3304" name="Freeform 237">
              <a:extLst>
                <a:ext uri="{FF2B5EF4-FFF2-40B4-BE49-F238E27FC236}">
                  <a16:creationId xmlns:a16="http://schemas.microsoft.com/office/drawing/2014/main" id="{435493E6-FC0C-47BA-80EC-D7DB2A1C42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9" y="3271"/>
              <a:ext cx="63" cy="432"/>
            </a:xfrm>
            <a:custGeom>
              <a:avLst/>
              <a:gdLst>
                <a:gd name="T0" fmla="*/ 144 w 36"/>
                <a:gd name="T1" fmla="*/ 0 h 247"/>
                <a:gd name="T2" fmla="*/ 156 w 36"/>
                <a:gd name="T3" fmla="*/ 714 h 247"/>
                <a:gd name="T4" fmla="*/ 0 w 36"/>
                <a:gd name="T5" fmla="*/ 1322 h 247"/>
                <a:gd name="T6" fmla="*/ 123 w 36"/>
                <a:gd name="T7" fmla="*/ 556 h 247"/>
                <a:gd name="T8" fmla="*/ 144 w 36"/>
                <a:gd name="T9" fmla="*/ 0 h 2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247">
                  <a:moveTo>
                    <a:pt x="27" y="0"/>
                  </a:moveTo>
                  <a:cubicBezTo>
                    <a:pt x="31" y="31"/>
                    <a:pt x="36" y="89"/>
                    <a:pt x="29" y="133"/>
                  </a:cubicBezTo>
                  <a:cubicBezTo>
                    <a:pt x="22" y="177"/>
                    <a:pt x="6" y="226"/>
                    <a:pt x="0" y="247"/>
                  </a:cubicBezTo>
                  <a:cubicBezTo>
                    <a:pt x="2" y="225"/>
                    <a:pt x="22" y="152"/>
                    <a:pt x="23" y="104"/>
                  </a:cubicBezTo>
                  <a:cubicBezTo>
                    <a:pt x="25" y="56"/>
                    <a:pt x="30" y="9"/>
                    <a:pt x="27" y="0"/>
                  </a:cubicBezTo>
                </a:path>
              </a:pathLst>
            </a:custGeom>
            <a:solidFill>
              <a:srgbClr val="EFCA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3305" name="Freeform 238">
              <a:extLst>
                <a:ext uri="{FF2B5EF4-FFF2-40B4-BE49-F238E27FC236}">
                  <a16:creationId xmlns:a16="http://schemas.microsoft.com/office/drawing/2014/main" id="{36DEF82D-02F2-4A00-88F4-33E8D700244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5" y="3783"/>
              <a:ext cx="28" cy="118"/>
            </a:xfrm>
            <a:custGeom>
              <a:avLst/>
              <a:gdLst>
                <a:gd name="T0" fmla="*/ 81 w 16"/>
                <a:gd name="T1" fmla="*/ 0 h 67"/>
                <a:gd name="T2" fmla="*/ 58 w 16"/>
                <a:gd name="T3" fmla="*/ 215 h 67"/>
                <a:gd name="T4" fmla="*/ 70 w 16"/>
                <a:gd name="T5" fmla="*/ 366 h 67"/>
                <a:gd name="T6" fmla="*/ 7 w 16"/>
                <a:gd name="T7" fmla="*/ 245 h 67"/>
                <a:gd name="T8" fmla="*/ 56 w 16"/>
                <a:gd name="T9" fmla="*/ 174 h 67"/>
                <a:gd name="T10" fmla="*/ 86 w 16"/>
                <a:gd name="T11" fmla="*/ 44 h 6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" h="67">
                  <a:moveTo>
                    <a:pt x="15" y="0"/>
                  </a:moveTo>
                  <a:cubicBezTo>
                    <a:pt x="15" y="14"/>
                    <a:pt x="14" y="25"/>
                    <a:pt x="11" y="39"/>
                  </a:cubicBezTo>
                  <a:cubicBezTo>
                    <a:pt x="8" y="49"/>
                    <a:pt x="13" y="57"/>
                    <a:pt x="13" y="67"/>
                  </a:cubicBezTo>
                  <a:cubicBezTo>
                    <a:pt x="10" y="61"/>
                    <a:pt x="0" y="51"/>
                    <a:pt x="1" y="45"/>
                  </a:cubicBezTo>
                  <a:cubicBezTo>
                    <a:pt x="2" y="41"/>
                    <a:pt x="8" y="36"/>
                    <a:pt x="10" y="32"/>
                  </a:cubicBezTo>
                  <a:cubicBezTo>
                    <a:pt x="13" y="24"/>
                    <a:pt x="11" y="15"/>
                    <a:pt x="16" y="8"/>
                  </a:cubicBezTo>
                </a:path>
              </a:pathLst>
            </a:custGeom>
            <a:solidFill>
              <a:srgbClr val="EFCA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3306" name="Freeform 239">
              <a:extLst>
                <a:ext uri="{FF2B5EF4-FFF2-40B4-BE49-F238E27FC236}">
                  <a16:creationId xmlns:a16="http://schemas.microsoft.com/office/drawing/2014/main" id="{0F51E3AB-8C27-4ED6-BA64-7BA7596EB0F0}"/>
                </a:ext>
              </a:extLst>
            </p:cNvPr>
            <p:cNvSpPr>
              <a:spLocks/>
            </p:cNvSpPr>
            <p:nvPr/>
          </p:nvSpPr>
          <p:spPr bwMode="auto">
            <a:xfrm>
              <a:off x="876" y="3724"/>
              <a:ext cx="28" cy="131"/>
            </a:xfrm>
            <a:custGeom>
              <a:avLst/>
              <a:gdLst>
                <a:gd name="T0" fmla="*/ 58 w 16"/>
                <a:gd name="T1" fmla="*/ 171 h 75"/>
                <a:gd name="T2" fmla="*/ 56 w 16"/>
                <a:gd name="T3" fmla="*/ 400 h 75"/>
                <a:gd name="T4" fmla="*/ 28 w 16"/>
                <a:gd name="T5" fmla="*/ 192 h 75"/>
                <a:gd name="T6" fmla="*/ 7 w 16"/>
                <a:gd name="T7" fmla="*/ 86 h 75"/>
                <a:gd name="T8" fmla="*/ 12 w 16"/>
                <a:gd name="T9" fmla="*/ 0 h 75"/>
                <a:gd name="T10" fmla="*/ 65 w 16"/>
                <a:gd name="T11" fmla="*/ 164 h 7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" h="75">
                  <a:moveTo>
                    <a:pt x="11" y="32"/>
                  </a:moveTo>
                  <a:cubicBezTo>
                    <a:pt x="16" y="47"/>
                    <a:pt x="16" y="60"/>
                    <a:pt x="10" y="75"/>
                  </a:cubicBezTo>
                  <a:cubicBezTo>
                    <a:pt x="12" y="63"/>
                    <a:pt x="10" y="48"/>
                    <a:pt x="5" y="36"/>
                  </a:cubicBezTo>
                  <a:cubicBezTo>
                    <a:pt x="2" y="28"/>
                    <a:pt x="0" y="25"/>
                    <a:pt x="1" y="16"/>
                  </a:cubicBezTo>
                  <a:cubicBezTo>
                    <a:pt x="2" y="11"/>
                    <a:pt x="4" y="5"/>
                    <a:pt x="2" y="0"/>
                  </a:cubicBezTo>
                  <a:cubicBezTo>
                    <a:pt x="4" y="11"/>
                    <a:pt x="9" y="21"/>
                    <a:pt x="12" y="31"/>
                  </a:cubicBezTo>
                </a:path>
              </a:pathLst>
            </a:custGeom>
            <a:solidFill>
              <a:srgbClr val="EFCA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3307" name="Freeform 240">
              <a:extLst>
                <a:ext uri="{FF2B5EF4-FFF2-40B4-BE49-F238E27FC236}">
                  <a16:creationId xmlns:a16="http://schemas.microsoft.com/office/drawing/2014/main" id="{7AB9D18C-3419-40B6-AE39-0CD6DF9B5F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8" y="3062"/>
              <a:ext cx="56" cy="77"/>
            </a:xfrm>
            <a:custGeom>
              <a:avLst/>
              <a:gdLst>
                <a:gd name="T0" fmla="*/ 0 w 32"/>
                <a:gd name="T1" fmla="*/ 187 h 44"/>
                <a:gd name="T2" fmla="*/ 135 w 32"/>
                <a:gd name="T3" fmla="*/ 0 h 44"/>
                <a:gd name="T4" fmla="*/ 21 w 32"/>
                <a:gd name="T5" fmla="*/ 193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44">
                  <a:moveTo>
                    <a:pt x="0" y="35"/>
                  </a:moveTo>
                  <a:cubicBezTo>
                    <a:pt x="19" y="42"/>
                    <a:pt x="26" y="10"/>
                    <a:pt x="25" y="0"/>
                  </a:cubicBezTo>
                  <a:cubicBezTo>
                    <a:pt x="32" y="14"/>
                    <a:pt x="26" y="44"/>
                    <a:pt x="4" y="36"/>
                  </a:cubicBezTo>
                </a:path>
              </a:pathLst>
            </a:custGeom>
            <a:solidFill>
              <a:srgbClr val="EFCA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3308" name="Freeform 241">
              <a:extLst>
                <a:ext uri="{FF2B5EF4-FFF2-40B4-BE49-F238E27FC236}">
                  <a16:creationId xmlns:a16="http://schemas.microsoft.com/office/drawing/2014/main" id="{7412D7D6-ADDA-4129-ABA0-CF379ADD39E4}"/>
                </a:ext>
              </a:extLst>
            </p:cNvPr>
            <p:cNvSpPr>
              <a:spLocks/>
            </p:cNvSpPr>
            <p:nvPr/>
          </p:nvSpPr>
          <p:spPr bwMode="auto">
            <a:xfrm>
              <a:off x="924" y="2544"/>
              <a:ext cx="77" cy="207"/>
            </a:xfrm>
            <a:custGeom>
              <a:avLst/>
              <a:gdLst>
                <a:gd name="T0" fmla="*/ 135 w 44"/>
                <a:gd name="T1" fmla="*/ 65 h 118"/>
                <a:gd name="T2" fmla="*/ 102 w 44"/>
                <a:gd name="T3" fmla="*/ 637 h 118"/>
                <a:gd name="T4" fmla="*/ 123 w 44"/>
                <a:gd name="T5" fmla="*/ 428 h 118"/>
                <a:gd name="T6" fmla="*/ 130 w 44"/>
                <a:gd name="T7" fmla="*/ 209 h 118"/>
                <a:gd name="T8" fmla="*/ 163 w 44"/>
                <a:gd name="T9" fmla="*/ 102 h 118"/>
                <a:gd name="T10" fmla="*/ 236 w 44"/>
                <a:gd name="T11" fmla="*/ 0 h 118"/>
                <a:gd name="T12" fmla="*/ 119 w 44"/>
                <a:gd name="T13" fmla="*/ 70 h 1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4" h="118">
                  <a:moveTo>
                    <a:pt x="25" y="12"/>
                  </a:moveTo>
                  <a:cubicBezTo>
                    <a:pt x="0" y="22"/>
                    <a:pt x="29" y="91"/>
                    <a:pt x="19" y="118"/>
                  </a:cubicBezTo>
                  <a:cubicBezTo>
                    <a:pt x="18" y="105"/>
                    <a:pt x="22" y="92"/>
                    <a:pt x="23" y="79"/>
                  </a:cubicBezTo>
                  <a:cubicBezTo>
                    <a:pt x="25" y="65"/>
                    <a:pt x="23" y="52"/>
                    <a:pt x="24" y="39"/>
                  </a:cubicBezTo>
                  <a:cubicBezTo>
                    <a:pt x="25" y="31"/>
                    <a:pt x="26" y="26"/>
                    <a:pt x="30" y="19"/>
                  </a:cubicBezTo>
                  <a:cubicBezTo>
                    <a:pt x="33" y="14"/>
                    <a:pt x="38" y="2"/>
                    <a:pt x="44" y="0"/>
                  </a:cubicBezTo>
                  <a:cubicBezTo>
                    <a:pt x="36" y="3"/>
                    <a:pt x="30" y="10"/>
                    <a:pt x="22" y="13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3309" name="Freeform 242">
              <a:extLst>
                <a:ext uri="{FF2B5EF4-FFF2-40B4-BE49-F238E27FC236}">
                  <a16:creationId xmlns:a16="http://schemas.microsoft.com/office/drawing/2014/main" id="{5A3265E4-3FFC-4444-A7CF-1FDCD74B43B6}"/>
                </a:ext>
              </a:extLst>
            </p:cNvPr>
            <p:cNvSpPr>
              <a:spLocks/>
            </p:cNvSpPr>
            <p:nvPr/>
          </p:nvSpPr>
          <p:spPr bwMode="auto">
            <a:xfrm>
              <a:off x="941" y="2966"/>
              <a:ext cx="32" cy="240"/>
            </a:xfrm>
            <a:custGeom>
              <a:avLst/>
              <a:gdLst>
                <a:gd name="T0" fmla="*/ 50 w 18"/>
                <a:gd name="T1" fmla="*/ 0 h 137"/>
                <a:gd name="T2" fmla="*/ 37 w 18"/>
                <a:gd name="T3" fmla="*/ 364 h 137"/>
                <a:gd name="T4" fmla="*/ 73 w 18"/>
                <a:gd name="T5" fmla="*/ 736 h 137"/>
                <a:gd name="T6" fmla="*/ 78 w 18"/>
                <a:gd name="T7" fmla="*/ 399 h 137"/>
                <a:gd name="T8" fmla="*/ 64 w 18"/>
                <a:gd name="T9" fmla="*/ 98 h 137"/>
                <a:gd name="T10" fmla="*/ 50 w 18"/>
                <a:gd name="T11" fmla="*/ 0 h 13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" h="137">
                  <a:moveTo>
                    <a:pt x="9" y="0"/>
                  </a:moveTo>
                  <a:cubicBezTo>
                    <a:pt x="8" y="20"/>
                    <a:pt x="0" y="43"/>
                    <a:pt x="7" y="68"/>
                  </a:cubicBezTo>
                  <a:cubicBezTo>
                    <a:pt x="14" y="94"/>
                    <a:pt x="17" y="114"/>
                    <a:pt x="13" y="137"/>
                  </a:cubicBezTo>
                  <a:cubicBezTo>
                    <a:pt x="18" y="118"/>
                    <a:pt x="17" y="90"/>
                    <a:pt x="14" y="74"/>
                  </a:cubicBezTo>
                  <a:cubicBezTo>
                    <a:pt x="12" y="59"/>
                    <a:pt x="9" y="31"/>
                    <a:pt x="11" y="18"/>
                  </a:cubicBezTo>
                  <a:cubicBezTo>
                    <a:pt x="12" y="5"/>
                    <a:pt x="9" y="0"/>
                    <a:pt x="9" y="0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3310" name="Freeform 243">
              <a:extLst>
                <a:ext uri="{FF2B5EF4-FFF2-40B4-BE49-F238E27FC236}">
                  <a16:creationId xmlns:a16="http://schemas.microsoft.com/office/drawing/2014/main" id="{4395E132-4753-49EC-89DF-C17E32D007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4" y="3958"/>
              <a:ext cx="114" cy="70"/>
            </a:xfrm>
            <a:custGeom>
              <a:avLst/>
              <a:gdLst>
                <a:gd name="T0" fmla="*/ 56 w 65"/>
                <a:gd name="T1" fmla="*/ 166 h 40"/>
                <a:gd name="T2" fmla="*/ 265 w 65"/>
                <a:gd name="T3" fmla="*/ 172 h 40"/>
                <a:gd name="T4" fmla="*/ 302 w 65"/>
                <a:gd name="T5" fmla="*/ 0 h 40"/>
                <a:gd name="T6" fmla="*/ 286 w 65"/>
                <a:gd name="T7" fmla="*/ 58 h 40"/>
                <a:gd name="T8" fmla="*/ 193 w 65"/>
                <a:gd name="T9" fmla="*/ 98 h 40"/>
                <a:gd name="T10" fmla="*/ 16 w 65"/>
                <a:gd name="T11" fmla="*/ 86 h 40"/>
                <a:gd name="T12" fmla="*/ 28 w 65"/>
                <a:gd name="T13" fmla="*/ 172 h 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5" h="40">
                  <a:moveTo>
                    <a:pt x="10" y="31"/>
                  </a:moveTo>
                  <a:cubicBezTo>
                    <a:pt x="20" y="40"/>
                    <a:pt x="38" y="37"/>
                    <a:pt x="49" y="32"/>
                  </a:cubicBezTo>
                  <a:cubicBezTo>
                    <a:pt x="65" y="24"/>
                    <a:pt x="62" y="14"/>
                    <a:pt x="56" y="0"/>
                  </a:cubicBezTo>
                  <a:cubicBezTo>
                    <a:pt x="56" y="5"/>
                    <a:pt x="57" y="7"/>
                    <a:pt x="53" y="11"/>
                  </a:cubicBezTo>
                  <a:cubicBezTo>
                    <a:pt x="50" y="15"/>
                    <a:pt x="41" y="17"/>
                    <a:pt x="36" y="18"/>
                  </a:cubicBezTo>
                  <a:cubicBezTo>
                    <a:pt x="25" y="21"/>
                    <a:pt x="14" y="19"/>
                    <a:pt x="3" y="16"/>
                  </a:cubicBezTo>
                  <a:cubicBezTo>
                    <a:pt x="0" y="20"/>
                    <a:pt x="5" y="28"/>
                    <a:pt x="5" y="32"/>
                  </a:cubicBezTo>
                </a:path>
              </a:pathLst>
            </a:custGeom>
            <a:solidFill>
              <a:srgbClr val="EFCA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3311" name="Freeform 244">
              <a:extLst>
                <a:ext uri="{FF2B5EF4-FFF2-40B4-BE49-F238E27FC236}">
                  <a16:creationId xmlns:a16="http://schemas.microsoft.com/office/drawing/2014/main" id="{ACCD279E-5311-4E8A-AD8E-EF2E702774F3}"/>
                </a:ext>
              </a:extLst>
            </p:cNvPr>
            <p:cNvSpPr>
              <a:spLocks/>
            </p:cNvSpPr>
            <p:nvPr/>
          </p:nvSpPr>
          <p:spPr bwMode="auto">
            <a:xfrm>
              <a:off x="804" y="3866"/>
              <a:ext cx="121" cy="152"/>
            </a:xfrm>
            <a:custGeom>
              <a:avLst/>
              <a:gdLst>
                <a:gd name="T0" fmla="*/ 0 w 69"/>
                <a:gd name="T1" fmla="*/ 465 h 87"/>
                <a:gd name="T2" fmla="*/ 102 w 69"/>
                <a:gd name="T3" fmla="*/ 449 h 87"/>
                <a:gd name="T4" fmla="*/ 188 w 69"/>
                <a:gd name="T5" fmla="*/ 458 h 87"/>
                <a:gd name="T6" fmla="*/ 265 w 69"/>
                <a:gd name="T7" fmla="*/ 433 h 87"/>
                <a:gd name="T8" fmla="*/ 314 w 69"/>
                <a:gd name="T9" fmla="*/ 356 h 87"/>
                <a:gd name="T10" fmla="*/ 335 w 69"/>
                <a:gd name="T11" fmla="*/ 164 h 87"/>
                <a:gd name="T12" fmla="*/ 317 w 69"/>
                <a:gd name="T13" fmla="*/ 0 h 87"/>
                <a:gd name="T14" fmla="*/ 265 w 69"/>
                <a:gd name="T15" fmla="*/ 91 h 87"/>
                <a:gd name="T16" fmla="*/ 270 w 69"/>
                <a:gd name="T17" fmla="*/ 213 h 87"/>
                <a:gd name="T18" fmla="*/ 216 w 69"/>
                <a:gd name="T19" fmla="*/ 320 h 87"/>
                <a:gd name="T20" fmla="*/ 130 w 69"/>
                <a:gd name="T21" fmla="*/ 416 h 8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9" h="87">
                  <a:moveTo>
                    <a:pt x="0" y="87"/>
                  </a:moveTo>
                  <a:cubicBezTo>
                    <a:pt x="6" y="85"/>
                    <a:pt x="12" y="83"/>
                    <a:pt x="19" y="84"/>
                  </a:cubicBezTo>
                  <a:cubicBezTo>
                    <a:pt x="25" y="85"/>
                    <a:pt x="30" y="86"/>
                    <a:pt x="35" y="86"/>
                  </a:cubicBezTo>
                  <a:cubicBezTo>
                    <a:pt x="39" y="85"/>
                    <a:pt x="45" y="83"/>
                    <a:pt x="49" y="81"/>
                  </a:cubicBezTo>
                  <a:cubicBezTo>
                    <a:pt x="56" y="77"/>
                    <a:pt x="56" y="73"/>
                    <a:pt x="58" y="67"/>
                  </a:cubicBezTo>
                  <a:cubicBezTo>
                    <a:pt x="61" y="55"/>
                    <a:pt x="62" y="43"/>
                    <a:pt x="62" y="31"/>
                  </a:cubicBezTo>
                  <a:cubicBezTo>
                    <a:pt x="63" y="21"/>
                    <a:pt x="69" y="7"/>
                    <a:pt x="59" y="0"/>
                  </a:cubicBezTo>
                  <a:cubicBezTo>
                    <a:pt x="56" y="3"/>
                    <a:pt x="50" y="12"/>
                    <a:pt x="49" y="17"/>
                  </a:cubicBezTo>
                  <a:cubicBezTo>
                    <a:pt x="47" y="24"/>
                    <a:pt x="51" y="33"/>
                    <a:pt x="50" y="40"/>
                  </a:cubicBezTo>
                  <a:cubicBezTo>
                    <a:pt x="49" y="48"/>
                    <a:pt x="45" y="54"/>
                    <a:pt x="40" y="60"/>
                  </a:cubicBezTo>
                  <a:cubicBezTo>
                    <a:pt x="35" y="66"/>
                    <a:pt x="33" y="78"/>
                    <a:pt x="24" y="78"/>
                  </a:cubicBezTo>
                </a:path>
              </a:pathLst>
            </a:custGeom>
            <a:solidFill>
              <a:srgbClr val="EFCA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3312" name="Freeform 245">
              <a:extLst>
                <a:ext uri="{FF2B5EF4-FFF2-40B4-BE49-F238E27FC236}">
                  <a16:creationId xmlns:a16="http://schemas.microsoft.com/office/drawing/2014/main" id="{5DFFCFCA-21B0-4651-B0FB-D9D94CF0E6B7}"/>
                </a:ext>
              </a:extLst>
            </p:cNvPr>
            <p:cNvSpPr>
              <a:spLocks/>
            </p:cNvSpPr>
            <p:nvPr/>
          </p:nvSpPr>
          <p:spPr bwMode="auto">
            <a:xfrm>
              <a:off x="910" y="2147"/>
              <a:ext cx="33" cy="12"/>
            </a:xfrm>
            <a:custGeom>
              <a:avLst/>
              <a:gdLst>
                <a:gd name="T0" fmla="*/ 0 w 19"/>
                <a:gd name="T1" fmla="*/ 36 h 7"/>
                <a:gd name="T2" fmla="*/ 52 w 19"/>
                <a:gd name="T3" fmla="*/ 0 h 7"/>
                <a:gd name="T4" fmla="*/ 99 w 19"/>
                <a:gd name="T5" fmla="*/ 36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7">
                  <a:moveTo>
                    <a:pt x="0" y="7"/>
                  </a:moveTo>
                  <a:cubicBezTo>
                    <a:pt x="5" y="1"/>
                    <a:pt x="5" y="0"/>
                    <a:pt x="10" y="0"/>
                  </a:cubicBezTo>
                  <a:cubicBezTo>
                    <a:pt x="14" y="0"/>
                    <a:pt x="15" y="2"/>
                    <a:pt x="19" y="7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3313" name="Freeform 246">
              <a:extLst>
                <a:ext uri="{FF2B5EF4-FFF2-40B4-BE49-F238E27FC236}">
                  <a16:creationId xmlns:a16="http://schemas.microsoft.com/office/drawing/2014/main" id="{F398866D-4B7E-4058-99A9-AAFEE52F2811}"/>
                </a:ext>
              </a:extLst>
            </p:cNvPr>
            <p:cNvSpPr>
              <a:spLocks/>
            </p:cNvSpPr>
            <p:nvPr/>
          </p:nvSpPr>
          <p:spPr bwMode="auto">
            <a:xfrm>
              <a:off x="917" y="2154"/>
              <a:ext cx="21" cy="9"/>
            </a:xfrm>
            <a:custGeom>
              <a:avLst/>
              <a:gdLst>
                <a:gd name="T0" fmla="*/ 0 w 12"/>
                <a:gd name="T1" fmla="*/ 0 h 5"/>
                <a:gd name="T2" fmla="*/ 65 w 12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5">
                  <a:moveTo>
                    <a:pt x="0" y="0"/>
                  </a:moveTo>
                  <a:cubicBezTo>
                    <a:pt x="1" y="5"/>
                    <a:pt x="10" y="5"/>
                    <a:pt x="12" y="0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3314" name="Freeform 247">
              <a:extLst>
                <a:ext uri="{FF2B5EF4-FFF2-40B4-BE49-F238E27FC236}">
                  <a16:creationId xmlns:a16="http://schemas.microsoft.com/office/drawing/2014/main" id="{0E2756F8-6A92-48B2-9F10-426ACB3C0227}"/>
                </a:ext>
              </a:extLst>
            </p:cNvPr>
            <p:cNvSpPr>
              <a:spLocks/>
            </p:cNvSpPr>
            <p:nvPr/>
          </p:nvSpPr>
          <p:spPr bwMode="auto">
            <a:xfrm>
              <a:off x="724" y="1415"/>
              <a:ext cx="165" cy="18"/>
            </a:xfrm>
            <a:custGeom>
              <a:avLst/>
              <a:gdLst>
                <a:gd name="T0" fmla="*/ 0 w 94"/>
                <a:gd name="T1" fmla="*/ 0 h 10"/>
                <a:gd name="T2" fmla="*/ 135 w 94"/>
                <a:gd name="T3" fmla="*/ 29 h 10"/>
                <a:gd name="T4" fmla="*/ 293 w 94"/>
                <a:gd name="T5" fmla="*/ 29 h 10"/>
                <a:gd name="T6" fmla="*/ 497 w 94"/>
                <a:gd name="T7" fmla="*/ 41 h 10"/>
                <a:gd name="T8" fmla="*/ 509 w 94"/>
                <a:gd name="T9" fmla="*/ 58 h 10"/>
                <a:gd name="T10" fmla="*/ 502 w 94"/>
                <a:gd name="T11" fmla="*/ 36 h 10"/>
                <a:gd name="T12" fmla="*/ 293 w 94"/>
                <a:gd name="T13" fmla="*/ 16 h 10"/>
                <a:gd name="T14" fmla="*/ 142 w 94"/>
                <a:gd name="T15" fmla="*/ 16 h 10"/>
                <a:gd name="T16" fmla="*/ 0 w 94"/>
                <a:gd name="T17" fmla="*/ 0 h 1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4" h="10">
                  <a:moveTo>
                    <a:pt x="0" y="0"/>
                  </a:moveTo>
                  <a:cubicBezTo>
                    <a:pt x="5" y="1"/>
                    <a:pt x="20" y="3"/>
                    <a:pt x="25" y="5"/>
                  </a:cubicBezTo>
                  <a:cubicBezTo>
                    <a:pt x="30" y="7"/>
                    <a:pt x="42" y="6"/>
                    <a:pt x="54" y="5"/>
                  </a:cubicBezTo>
                  <a:cubicBezTo>
                    <a:pt x="69" y="4"/>
                    <a:pt x="87" y="3"/>
                    <a:pt x="92" y="7"/>
                  </a:cubicBezTo>
                  <a:cubicBezTo>
                    <a:pt x="92" y="8"/>
                    <a:pt x="94" y="9"/>
                    <a:pt x="94" y="10"/>
                  </a:cubicBezTo>
                  <a:cubicBezTo>
                    <a:pt x="94" y="9"/>
                    <a:pt x="94" y="7"/>
                    <a:pt x="93" y="6"/>
                  </a:cubicBezTo>
                  <a:cubicBezTo>
                    <a:pt x="87" y="1"/>
                    <a:pt x="70" y="2"/>
                    <a:pt x="54" y="3"/>
                  </a:cubicBezTo>
                  <a:cubicBezTo>
                    <a:pt x="42" y="4"/>
                    <a:pt x="31" y="5"/>
                    <a:pt x="26" y="3"/>
                  </a:cubicBezTo>
                  <a:cubicBezTo>
                    <a:pt x="21" y="1"/>
                    <a:pt x="6" y="1"/>
                    <a:pt x="0" y="0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3315" name="Freeform 248">
              <a:extLst>
                <a:ext uri="{FF2B5EF4-FFF2-40B4-BE49-F238E27FC236}">
                  <a16:creationId xmlns:a16="http://schemas.microsoft.com/office/drawing/2014/main" id="{48E55FEB-070C-475B-918F-5628F3AD7FA2}"/>
                </a:ext>
              </a:extLst>
            </p:cNvPr>
            <p:cNvSpPr>
              <a:spLocks/>
            </p:cNvSpPr>
            <p:nvPr/>
          </p:nvSpPr>
          <p:spPr bwMode="auto">
            <a:xfrm>
              <a:off x="913" y="1452"/>
              <a:ext cx="32" cy="18"/>
            </a:xfrm>
            <a:custGeom>
              <a:avLst/>
              <a:gdLst>
                <a:gd name="T0" fmla="*/ 0 w 18"/>
                <a:gd name="T1" fmla="*/ 0 h 10"/>
                <a:gd name="T2" fmla="*/ 44 w 18"/>
                <a:gd name="T3" fmla="*/ 58 h 10"/>
                <a:gd name="T4" fmla="*/ 101 w 18"/>
                <a:gd name="T5" fmla="*/ 7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0">
                  <a:moveTo>
                    <a:pt x="0" y="0"/>
                  </a:moveTo>
                  <a:cubicBezTo>
                    <a:pt x="3" y="6"/>
                    <a:pt x="5" y="10"/>
                    <a:pt x="8" y="10"/>
                  </a:cubicBezTo>
                  <a:cubicBezTo>
                    <a:pt x="10" y="10"/>
                    <a:pt x="14" y="6"/>
                    <a:pt x="18" y="1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3316" name="Freeform 249">
              <a:extLst>
                <a:ext uri="{FF2B5EF4-FFF2-40B4-BE49-F238E27FC236}">
                  <a16:creationId xmlns:a16="http://schemas.microsoft.com/office/drawing/2014/main" id="{B9A18894-08FD-462D-B0D9-5E933873AF74}"/>
                </a:ext>
              </a:extLst>
            </p:cNvPr>
            <p:cNvSpPr>
              <a:spLocks/>
            </p:cNvSpPr>
            <p:nvPr/>
          </p:nvSpPr>
          <p:spPr bwMode="auto">
            <a:xfrm>
              <a:off x="829" y="3962"/>
              <a:ext cx="28" cy="61"/>
            </a:xfrm>
            <a:custGeom>
              <a:avLst/>
              <a:gdLst>
                <a:gd name="T0" fmla="*/ 81 w 16"/>
                <a:gd name="T1" fmla="*/ 0 h 35"/>
                <a:gd name="T2" fmla="*/ 65 w 16"/>
                <a:gd name="T3" fmla="*/ 58 h 35"/>
                <a:gd name="T4" fmla="*/ 37 w 16"/>
                <a:gd name="T5" fmla="*/ 185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35">
                  <a:moveTo>
                    <a:pt x="15" y="0"/>
                  </a:moveTo>
                  <a:cubicBezTo>
                    <a:pt x="16" y="4"/>
                    <a:pt x="15" y="8"/>
                    <a:pt x="12" y="11"/>
                  </a:cubicBezTo>
                  <a:cubicBezTo>
                    <a:pt x="8" y="15"/>
                    <a:pt x="0" y="28"/>
                    <a:pt x="7" y="35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3317" name="Freeform 250">
              <a:extLst>
                <a:ext uri="{FF2B5EF4-FFF2-40B4-BE49-F238E27FC236}">
                  <a16:creationId xmlns:a16="http://schemas.microsoft.com/office/drawing/2014/main" id="{1B4727C8-CAD9-4C5B-9CB9-0FF2507FFD69}"/>
                </a:ext>
              </a:extLst>
            </p:cNvPr>
            <p:cNvSpPr>
              <a:spLocks/>
            </p:cNvSpPr>
            <p:nvPr/>
          </p:nvSpPr>
          <p:spPr bwMode="auto">
            <a:xfrm>
              <a:off x="789" y="3965"/>
              <a:ext cx="38" cy="58"/>
            </a:xfrm>
            <a:custGeom>
              <a:avLst/>
              <a:gdLst>
                <a:gd name="T0" fmla="*/ 114 w 22"/>
                <a:gd name="T1" fmla="*/ 0 h 33"/>
                <a:gd name="T2" fmla="*/ 48 w 22"/>
                <a:gd name="T3" fmla="*/ 65 h 33"/>
                <a:gd name="T4" fmla="*/ 21 w 22"/>
                <a:gd name="T5" fmla="*/ 179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33">
                  <a:moveTo>
                    <a:pt x="22" y="0"/>
                  </a:moveTo>
                  <a:cubicBezTo>
                    <a:pt x="19" y="6"/>
                    <a:pt x="11" y="10"/>
                    <a:pt x="9" y="12"/>
                  </a:cubicBezTo>
                  <a:cubicBezTo>
                    <a:pt x="2" y="19"/>
                    <a:pt x="0" y="27"/>
                    <a:pt x="4" y="33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3318" name="Freeform 251">
              <a:extLst>
                <a:ext uri="{FF2B5EF4-FFF2-40B4-BE49-F238E27FC236}">
                  <a16:creationId xmlns:a16="http://schemas.microsoft.com/office/drawing/2014/main" id="{F0B00099-FEEE-4339-BA8D-CAA8520506EE}"/>
                </a:ext>
              </a:extLst>
            </p:cNvPr>
            <p:cNvSpPr>
              <a:spLocks/>
            </p:cNvSpPr>
            <p:nvPr/>
          </p:nvSpPr>
          <p:spPr bwMode="auto">
            <a:xfrm>
              <a:off x="755" y="3962"/>
              <a:ext cx="42" cy="58"/>
            </a:xfrm>
            <a:custGeom>
              <a:avLst/>
              <a:gdLst>
                <a:gd name="T0" fmla="*/ 130 w 24"/>
                <a:gd name="T1" fmla="*/ 0 h 33"/>
                <a:gd name="T2" fmla="*/ 56 w 24"/>
                <a:gd name="T3" fmla="*/ 77 h 33"/>
                <a:gd name="T4" fmla="*/ 7 w 24"/>
                <a:gd name="T5" fmla="*/ 179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33">
                  <a:moveTo>
                    <a:pt x="24" y="0"/>
                  </a:moveTo>
                  <a:cubicBezTo>
                    <a:pt x="20" y="4"/>
                    <a:pt x="15" y="9"/>
                    <a:pt x="10" y="14"/>
                  </a:cubicBezTo>
                  <a:cubicBezTo>
                    <a:pt x="6" y="18"/>
                    <a:pt x="0" y="26"/>
                    <a:pt x="1" y="33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3319" name="Freeform 252">
              <a:extLst>
                <a:ext uri="{FF2B5EF4-FFF2-40B4-BE49-F238E27FC236}">
                  <a16:creationId xmlns:a16="http://schemas.microsoft.com/office/drawing/2014/main" id="{90BE100A-5DA5-41D0-8D17-FBC2A8D3BF47}"/>
                </a:ext>
              </a:extLst>
            </p:cNvPr>
            <p:cNvSpPr>
              <a:spLocks/>
            </p:cNvSpPr>
            <p:nvPr/>
          </p:nvSpPr>
          <p:spPr bwMode="auto">
            <a:xfrm>
              <a:off x="740" y="3955"/>
              <a:ext cx="29" cy="42"/>
            </a:xfrm>
            <a:custGeom>
              <a:avLst/>
              <a:gdLst>
                <a:gd name="T0" fmla="*/ 84 w 17"/>
                <a:gd name="T1" fmla="*/ 0 h 24"/>
                <a:gd name="T2" fmla="*/ 34 w 17"/>
                <a:gd name="T3" fmla="*/ 49 h 24"/>
                <a:gd name="T4" fmla="*/ 0 w 17"/>
                <a:gd name="T5" fmla="*/ 130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4">
                  <a:moveTo>
                    <a:pt x="17" y="0"/>
                  </a:moveTo>
                  <a:cubicBezTo>
                    <a:pt x="14" y="3"/>
                    <a:pt x="10" y="6"/>
                    <a:pt x="7" y="9"/>
                  </a:cubicBezTo>
                  <a:cubicBezTo>
                    <a:pt x="3" y="12"/>
                    <a:pt x="0" y="19"/>
                    <a:pt x="0" y="24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3320" name="Freeform 253">
              <a:extLst>
                <a:ext uri="{FF2B5EF4-FFF2-40B4-BE49-F238E27FC236}">
                  <a16:creationId xmlns:a16="http://schemas.microsoft.com/office/drawing/2014/main" id="{220F076E-3D04-48AF-B308-4E7354AD009E}"/>
                </a:ext>
              </a:extLst>
            </p:cNvPr>
            <p:cNvSpPr>
              <a:spLocks/>
            </p:cNvSpPr>
            <p:nvPr/>
          </p:nvSpPr>
          <p:spPr bwMode="auto">
            <a:xfrm>
              <a:off x="848" y="3986"/>
              <a:ext cx="42" cy="21"/>
            </a:xfrm>
            <a:custGeom>
              <a:avLst/>
              <a:gdLst>
                <a:gd name="T0" fmla="*/ 0 w 24"/>
                <a:gd name="T1" fmla="*/ 65 h 12"/>
                <a:gd name="T2" fmla="*/ 98 w 24"/>
                <a:gd name="T3" fmla="*/ 65 h 12"/>
                <a:gd name="T4" fmla="*/ 70 w 24"/>
                <a:gd name="T5" fmla="*/ 7 h 12"/>
                <a:gd name="T6" fmla="*/ 0 w 24"/>
                <a:gd name="T7" fmla="*/ 65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12">
                  <a:moveTo>
                    <a:pt x="0" y="12"/>
                  </a:moveTo>
                  <a:cubicBezTo>
                    <a:pt x="8" y="11"/>
                    <a:pt x="16" y="11"/>
                    <a:pt x="18" y="12"/>
                  </a:cubicBezTo>
                  <a:cubicBezTo>
                    <a:pt x="24" y="4"/>
                    <a:pt x="17" y="0"/>
                    <a:pt x="13" y="1"/>
                  </a:cubicBezTo>
                  <a:cubicBezTo>
                    <a:pt x="2" y="1"/>
                    <a:pt x="0" y="10"/>
                    <a:pt x="0" y="12"/>
                  </a:cubicBezTo>
                  <a:close/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3321" name="Freeform 254">
              <a:extLst>
                <a:ext uri="{FF2B5EF4-FFF2-40B4-BE49-F238E27FC236}">
                  <a16:creationId xmlns:a16="http://schemas.microsoft.com/office/drawing/2014/main" id="{5BC275F8-C70B-4AF1-8E32-6728AB368DB4}"/>
                </a:ext>
              </a:extLst>
            </p:cNvPr>
            <p:cNvSpPr>
              <a:spLocks/>
            </p:cNvSpPr>
            <p:nvPr/>
          </p:nvSpPr>
          <p:spPr bwMode="auto">
            <a:xfrm>
              <a:off x="804" y="4002"/>
              <a:ext cx="20" cy="18"/>
            </a:xfrm>
            <a:custGeom>
              <a:avLst/>
              <a:gdLst>
                <a:gd name="T0" fmla="*/ 0 w 11"/>
                <a:gd name="T1" fmla="*/ 58 h 10"/>
                <a:gd name="T2" fmla="*/ 65 w 11"/>
                <a:gd name="T3" fmla="*/ 52 h 10"/>
                <a:gd name="T4" fmla="*/ 0 w 11"/>
                <a:gd name="T5" fmla="*/ 58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0">
                  <a:moveTo>
                    <a:pt x="0" y="10"/>
                  </a:moveTo>
                  <a:cubicBezTo>
                    <a:pt x="2" y="9"/>
                    <a:pt x="10" y="8"/>
                    <a:pt x="11" y="9"/>
                  </a:cubicBezTo>
                  <a:cubicBezTo>
                    <a:pt x="11" y="1"/>
                    <a:pt x="0" y="0"/>
                    <a:pt x="0" y="10"/>
                  </a:cubicBezTo>
                  <a:close/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3322" name="Freeform 255">
              <a:extLst>
                <a:ext uri="{FF2B5EF4-FFF2-40B4-BE49-F238E27FC236}">
                  <a16:creationId xmlns:a16="http://schemas.microsoft.com/office/drawing/2014/main" id="{23735265-F2A6-4F13-BEDE-4619F8E14FAF}"/>
                </a:ext>
              </a:extLst>
            </p:cNvPr>
            <p:cNvSpPr>
              <a:spLocks/>
            </p:cNvSpPr>
            <p:nvPr/>
          </p:nvSpPr>
          <p:spPr bwMode="auto">
            <a:xfrm>
              <a:off x="766" y="4006"/>
              <a:ext cx="17" cy="14"/>
            </a:xfrm>
            <a:custGeom>
              <a:avLst/>
              <a:gdLst>
                <a:gd name="T0" fmla="*/ 0 w 10"/>
                <a:gd name="T1" fmla="*/ 37 h 8"/>
                <a:gd name="T2" fmla="*/ 49 w 10"/>
                <a:gd name="T3" fmla="*/ 33 h 8"/>
                <a:gd name="T4" fmla="*/ 0 w 10"/>
                <a:gd name="T5" fmla="*/ 37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8">
                  <a:moveTo>
                    <a:pt x="0" y="7"/>
                  </a:moveTo>
                  <a:cubicBezTo>
                    <a:pt x="2" y="8"/>
                    <a:pt x="8" y="8"/>
                    <a:pt x="10" y="6"/>
                  </a:cubicBezTo>
                  <a:cubicBezTo>
                    <a:pt x="9" y="0"/>
                    <a:pt x="0" y="3"/>
                    <a:pt x="0" y="7"/>
                  </a:cubicBezTo>
                  <a:close/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3323" name="Freeform 256">
              <a:extLst>
                <a:ext uri="{FF2B5EF4-FFF2-40B4-BE49-F238E27FC236}">
                  <a16:creationId xmlns:a16="http://schemas.microsoft.com/office/drawing/2014/main" id="{F4C8B6BA-B750-48FB-B2D4-C4FBCE3CC06F}"/>
                </a:ext>
              </a:extLst>
            </p:cNvPr>
            <p:cNvSpPr>
              <a:spLocks/>
            </p:cNvSpPr>
            <p:nvPr/>
          </p:nvSpPr>
          <p:spPr bwMode="auto">
            <a:xfrm>
              <a:off x="743" y="3993"/>
              <a:ext cx="14" cy="13"/>
            </a:xfrm>
            <a:custGeom>
              <a:avLst/>
              <a:gdLst>
                <a:gd name="T0" fmla="*/ 0 w 8"/>
                <a:gd name="T1" fmla="*/ 24 h 7"/>
                <a:gd name="T2" fmla="*/ 37 w 8"/>
                <a:gd name="T3" fmla="*/ 32 h 7"/>
                <a:gd name="T4" fmla="*/ 0 w 8"/>
                <a:gd name="T5" fmla="*/ 24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7">
                  <a:moveTo>
                    <a:pt x="0" y="4"/>
                  </a:moveTo>
                  <a:cubicBezTo>
                    <a:pt x="1" y="6"/>
                    <a:pt x="4" y="7"/>
                    <a:pt x="7" y="5"/>
                  </a:cubicBezTo>
                  <a:cubicBezTo>
                    <a:pt x="8" y="0"/>
                    <a:pt x="1" y="0"/>
                    <a:pt x="0" y="4"/>
                  </a:cubicBezTo>
                  <a:close/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3324" name="Freeform 257">
              <a:extLst>
                <a:ext uri="{FF2B5EF4-FFF2-40B4-BE49-F238E27FC236}">
                  <a16:creationId xmlns:a16="http://schemas.microsoft.com/office/drawing/2014/main" id="{6E986653-622A-4D7E-B82E-3D5A78C18905}"/>
                </a:ext>
              </a:extLst>
            </p:cNvPr>
            <p:cNvSpPr>
              <a:spLocks/>
            </p:cNvSpPr>
            <p:nvPr/>
          </p:nvSpPr>
          <p:spPr bwMode="auto">
            <a:xfrm>
              <a:off x="529" y="2626"/>
              <a:ext cx="60" cy="39"/>
            </a:xfrm>
            <a:custGeom>
              <a:avLst/>
              <a:gdLst>
                <a:gd name="T0" fmla="*/ 0 w 34"/>
                <a:gd name="T1" fmla="*/ 0 h 22"/>
                <a:gd name="T2" fmla="*/ 56 w 34"/>
                <a:gd name="T3" fmla="*/ 62 h 22"/>
                <a:gd name="T4" fmla="*/ 150 w 34"/>
                <a:gd name="T5" fmla="*/ 106 h 22"/>
                <a:gd name="T6" fmla="*/ 187 w 34"/>
                <a:gd name="T7" fmla="*/ 122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" h="22">
                  <a:moveTo>
                    <a:pt x="0" y="0"/>
                  </a:moveTo>
                  <a:cubicBezTo>
                    <a:pt x="3" y="2"/>
                    <a:pt x="6" y="9"/>
                    <a:pt x="10" y="11"/>
                  </a:cubicBezTo>
                  <a:cubicBezTo>
                    <a:pt x="15" y="15"/>
                    <a:pt x="22" y="16"/>
                    <a:pt x="27" y="19"/>
                  </a:cubicBezTo>
                  <a:cubicBezTo>
                    <a:pt x="29" y="20"/>
                    <a:pt x="33" y="21"/>
                    <a:pt x="34" y="22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3325" name="Freeform 258">
              <a:extLst>
                <a:ext uri="{FF2B5EF4-FFF2-40B4-BE49-F238E27FC236}">
                  <a16:creationId xmlns:a16="http://schemas.microsoft.com/office/drawing/2014/main" id="{7733B540-2E65-45FC-80D9-720766DC8EAC}"/>
                </a:ext>
              </a:extLst>
            </p:cNvPr>
            <p:cNvSpPr>
              <a:spLocks/>
            </p:cNvSpPr>
            <p:nvPr/>
          </p:nvSpPr>
          <p:spPr bwMode="auto">
            <a:xfrm>
              <a:off x="529" y="2633"/>
              <a:ext cx="53" cy="44"/>
            </a:xfrm>
            <a:custGeom>
              <a:avLst/>
              <a:gdLst>
                <a:gd name="T0" fmla="*/ 166 w 30"/>
                <a:gd name="T1" fmla="*/ 136 h 25"/>
                <a:gd name="T2" fmla="*/ 49 w 30"/>
                <a:gd name="T3" fmla="*/ 70 h 25"/>
                <a:gd name="T4" fmla="*/ 0 w 30"/>
                <a:gd name="T5" fmla="*/ 0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25">
                  <a:moveTo>
                    <a:pt x="30" y="25"/>
                  </a:moveTo>
                  <a:cubicBezTo>
                    <a:pt x="21" y="17"/>
                    <a:pt x="15" y="15"/>
                    <a:pt x="9" y="13"/>
                  </a:cubicBezTo>
                  <a:cubicBezTo>
                    <a:pt x="10" y="11"/>
                    <a:pt x="4" y="5"/>
                    <a:pt x="0" y="0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3326" name="Freeform 259">
              <a:extLst>
                <a:ext uri="{FF2B5EF4-FFF2-40B4-BE49-F238E27FC236}">
                  <a16:creationId xmlns:a16="http://schemas.microsoft.com/office/drawing/2014/main" id="{DC6694EB-E0CA-401E-A62E-2B7F333900E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2" y="2572"/>
              <a:ext cx="65" cy="82"/>
            </a:xfrm>
            <a:custGeom>
              <a:avLst/>
              <a:gdLst>
                <a:gd name="T0" fmla="*/ 200 w 37"/>
                <a:gd name="T1" fmla="*/ 244 h 47"/>
                <a:gd name="T2" fmla="*/ 114 w 37"/>
                <a:gd name="T3" fmla="*/ 176 h 47"/>
                <a:gd name="T4" fmla="*/ 93 w 37"/>
                <a:gd name="T5" fmla="*/ 49 h 47"/>
                <a:gd name="T6" fmla="*/ 56 w 37"/>
                <a:gd name="T7" fmla="*/ 0 h 47"/>
                <a:gd name="T8" fmla="*/ 0 w 37"/>
                <a:gd name="T9" fmla="*/ 101 h 47"/>
                <a:gd name="T10" fmla="*/ 21 w 37"/>
                <a:gd name="T11" fmla="*/ 185 h 4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7" h="47">
                  <a:moveTo>
                    <a:pt x="37" y="46"/>
                  </a:moveTo>
                  <a:cubicBezTo>
                    <a:pt x="28" y="47"/>
                    <a:pt x="21" y="38"/>
                    <a:pt x="21" y="33"/>
                  </a:cubicBezTo>
                  <a:cubicBezTo>
                    <a:pt x="19" y="28"/>
                    <a:pt x="17" y="13"/>
                    <a:pt x="17" y="9"/>
                  </a:cubicBezTo>
                  <a:cubicBezTo>
                    <a:pt x="16" y="5"/>
                    <a:pt x="16" y="0"/>
                    <a:pt x="10" y="0"/>
                  </a:cubicBezTo>
                  <a:cubicBezTo>
                    <a:pt x="3" y="5"/>
                    <a:pt x="0" y="13"/>
                    <a:pt x="0" y="19"/>
                  </a:cubicBezTo>
                  <a:cubicBezTo>
                    <a:pt x="0" y="25"/>
                    <a:pt x="4" y="29"/>
                    <a:pt x="4" y="35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3327" name="Freeform 260">
              <a:extLst>
                <a:ext uri="{FF2B5EF4-FFF2-40B4-BE49-F238E27FC236}">
                  <a16:creationId xmlns:a16="http://schemas.microsoft.com/office/drawing/2014/main" id="{524D6E8D-34A9-4F2D-B809-CD9FA5433D7D}"/>
                </a:ext>
              </a:extLst>
            </p:cNvPr>
            <p:cNvSpPr>
              <a:spLocks/>
            </p:cNvSpPr>
            <p:nvPr/>
          </p:nvSpPr>
          <p:spPr bwMode="auto">
            <a:xfrm>
              <a:off x="568" y="2693"/>
              <a:ext cx="22" cy="9"/>
            </a:xfrm>
            <a:custGeom>
              <a:avLst/>
              <a:gdLst>
                <a:gd name="T0" fmla="*/ 63 w 13"/>
                <a:gd name="T1" fmla="*/ 29 h 5"/>
                <a:gd name="T2" fmla="*/ 0 w 13"/>
                <a:gd name="T3" fmla="*/ 16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5">
                  <a:moveTo>
                    <a:pt x="13" y="5"/>
                  </a:moveTo>
                  <a:cubicBezTo>
                    <a:pt x="8" y="1"/>
                    <a:pt x="2" y="0"/>
                    <a:pt x="0" y="3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3328" name="Freeform 261">
              <a:extLst>
                <a:ext uri="{FF2B5EF4-FFF2-40B4-BE49-F238E27FC236}">
                  <a16:creationId xmlns:a16="http://schemas.microsoft.com/office/drawing/2014/main" id="{78D87587-DBCF-45F0-ACC7-B92B709D9FC3}"/>
                </a:ext>
              </a:extLst>
            </p:cNvPr>
            <p:cNvSpPr>
              <a:spLocks/>
            </p:cNvSpPr>
            <p:nvPr/>
          </p:nvSpPr>
          <p:spPr bwMode="auto">
            <a:xfrm>
              <a:off x="543" y="2563"/>
              <a:ext cx="5" cy="16"/>
            </a:xfrm>
            <a:custGeom>
              <a:avLst/>
              <a:gdLst>
                <a:gd name="T0" fmla="*/ 13 w 3"/>
                <a:gd name="T1" fmla="*/ 50 h 9"/>
                <a:gd name="T2" fmla="*/ 0 w 3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9">
                  <a:moveTo>
                    <a:pt x="3" y="9"/>
                  </a:moveTo>
                  <a:cubicBezTo>
                    <a:pt x="3" y="5"/>
                    <a:pt x="1" y="2"/>
                    <a:pt x="0" y="0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3329" name="Freeform 262">
              <a:extLst>
                <a:ext uri="{FF2B5EF4-FFF2-40B4-BE49-F238E27FC236}">
                  <a16:creationId xmlns:a16="http://schemas.microsoft.com/office/drawing/2014/main" id="{AFF1C345-1236-4C09-A6A5-D3B1C3833505}"/>
                </a:ext>
              </a:extLst>
            </p:cNvPr>
            <p:cNvSpPr>
              <a:spLocks/>
            </p:cNvSpPr>
            <p:nvPr/>
          </p:nvSpPr>
          <p:spPr bwMode="auto">
            <a:xfrm>
              <a:off x="524" y="2593"/>
              <a:ext cx="37" cy="42"/>
            </a:xfrm>
            <a:custGeom>
              <a:avLst/>
              <a:gdLst>
                <a:gd name="T0" fmla="*/ 115 w 21"/>
                <a:gd name="T1" fmla="*/ 130 h 24"/>
                <a:gd name="T2" fmla="*/ 49 w 21"/>
                <a:gd name="T3" fmla="*/ 98 h 24"/>
                <a:gd name="T4" fmla="*/ 0 w 21"/>
                <a:gd name="T5" fmla="*/ 0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24">
                  <a:moveTo>
                    <a:pt x="21" y="24"/>
                  </a:moveTo>
                  <a:cubicBezTo>
                    <a:pt x="18" y="21"/>
                    <a:pt x="11" y="23"/>
                    <a:pt x="9" y="18"/>
                  </a:cubicBezTo>
                  <a:cubicBezTo>
                    <a:pt x="6" y="12"/>
                    <a:pt x="1" y="8"/>
                    <a:pt x="0" y="0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3330" name="Freeform 263">
              <a:extLst>
                <a:ext uri="{FF2B5EF4-FFF2-40B4-BE49-F238E27FC236}">
                  <a16:creationId xmlns:a16="http://schemas.microsoft.com/office/drawing/2014/main" id="{B625F334-3B00-47AD-BA67-A973778FEDE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" y="2581"/>
              <a:ext cx="24" cy="38"/>
            </a:xfrm>
            <a:custGeom>
              <a:avLst/>
              <a:gdLst>
                <a:gd name="T0" fmla="*/ 70 w 14"/>
                <a:gd name="T1" fmla="*/ 114 h 22"/>
                <a:gd name="T2" fmla="*/ 41 w 14"/>
                <a:gd name="T3" fmla="*/ 104 h 22"/>
                <a:gd name="T4" fmla="*/ 0 w 14"/>
                <a:gd name="T5" fmla="*/ 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22">
                  <a:moveTo>
                    <a:pt x="14" y="22"/>
                  </a:moveTo>
                  <a:cubicBezTo>
                    <a:pt x="13" y="19"/>
                    <a:pt x="11" y="21"/>
                    <a:pt x="8" y="20"/>
                  </a:cubicBezTo>
                  <a:cubicBezTo>
                    <a:pt x="5" y="18"/>
                    <a:pt x="1" y="5"/>
                    <a:pt x="0" y="0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3331" name="Freeform 264">
              <a:extLst>
                <a:ext uri="{FF2B5EF4-FFF2-40B4-BE49-F238E27FC236}">
                  <a16:creationId xmlns:a16="http://schemas.microsoft.com/office/drawing/2014/main" id="{35456822-8607-4FD7-A4EC-18FB03B99AD1}"/>
                </a:ext>
              </a:extLst>
            </p:cNvPr>
            <p:cNvSpPr>
              <a:spLocks/>
            </p:cNvSpPr>
            <p:nvPr/>
          </p:nvSpPr>
          <p:spPr bwMode="auto">
            <a:xfrm>
              <a:off x="576" y="2628"/>
              <a:ext cx="6" cy="16"/>
            </a:xfrm>
            <a:custGeom>
              <a:avLst/>
              <a:gdLst>
                <a:gd name="T0" fmla="*/ 24 w 3"/>
                <a:gd name="T1" fmla="*/ 0 h 9"/>
                <a:gd name="T2" fmla="*/ 16 w 3"/>
                <a:gd name="T3" fmla="*/ 5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9">
                  <a:moveTo>
                    <a:pt x="3" y="0"/>
                  </a:moveTo>
                  <a:cubicBezTo>
                    <a:pt x="0" y="1"/>
                    <a:pt x="1" y="7"/>
                    <a:pt x="2" y="9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3332" name="Freeform 265">
              <a:extLst>
                <a:ext uri="{FF2B5EF4-FFF2-40B4-BE49-F238E27FC236}">
                  <a16:creationId xmlns:a16="http://schemas.microsoft.com/office/drawing/2014/main" id="{3B9866BE-7DF0-4D32-A4FB-C3282D83AB59}"/>
                </a:ext>
              </a:extLst>
            </p:cNvPr>
            <p:cNvSpPr>
              <a:spLocks/>
            </p:cNvSpPr>
            <p:nvPr/>
          </p:nvSpPr>
          <p:spPr bwMode="auto">
            <a:xfrm>
              <a:off x="843" y="2500"/>
              <a:ext cx="168" cy="67"/>
            </a:xfrm>
            <a:custGeom>
              <a:avLst/>
              <a:gdLst>
                <a:gd name="T0" fmla="*/ 257 w 96"/>
                <a:gd name="T1" fmla="*/ 196 h 38"/>
                <a:gd name="T2" fmla="*/ 257 w 96"/>
                <a:gd name="T3" fmla="*/ 196 h 38"/>
                <a:gd name="T4" fmla="*/ 0 w 96"/>
                <a:gd name="T5" fmla="*/ 0 h 38"/>
                <a:gd name="T6" fmla="*/ 257 w 96"/>
                <a:gd name="T7" fmla="*/ 208 h 38"/>
                <a:gd name="T8" fmla="*/ 257 w 96"/>
                <a:gd name="T9" fmla="*/ 208 h 38"/>
                <a:gd name="T10" fmla="*/ 515 w 96"/>
                <a:gd name="T11" fmla="*/ 0 h 38"/>
                <a:gd name="T12" fmla="*/ 257 w 96"/>
                <a:gd name="T13" fmla="*/ 196 h 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6" h="38">
                  <a:moveTo>
                    <a:pt x="48" y="36"/>
                  </a:moveTo>
                  <a:cubicBezTo>
                    <a:pt x="48" y="36"/>
                    <a:pt x="48" y="36"/>
                    <a:pt x="48" y="36"/>
                  </a:cubicBezTo>
                  <a:cubicBezTo>
                    <a:pt x="31" y="36"/>
                    <a:pt x="7" y="17"/>
                    <a:pt x="0" y="0"/>
                  </a:cubicBezTo>
                  <a:cubicBezTo>
                    <a:pt x="8" y="17"/>
                    <a:pt x="31" y="38"/>
                    <a:pt x="48" y="38"/>
                  </a:cubicBezTo>
                  <a:cubicBezTo>
                    <a:pt x="48" y="38"/>
                    <a:pt x="48" y="38"/>
                    <a:pt x="48" y="38"/>
                  </a:cubicBezTo>
                  <a:cubicBezTo>
                    <a:pt x="65" y="38"/>
                    <a:pt x="88" y="17"/>
                    <a:pt x="96" y="0"/>
                  </a:cubicBezTo>
                  <a:cubicBezTo>
                    <a:pt x="88" y="17"/>
                    <a:pt x="65" y="36"/>
                    <a:pt x="48" y="36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3333" name="Freeform 266">
              <a:extLst>
                <a:ext uri="{FF2B5EF4-FFF2-40B4-BE49-F238E27FC236}">
                  <a16:creationId xmlns:a16="http://schemas.microsoft.com/office/drawing/2014/main" id="{F9168031-38E5-4DC3-971C-60C4A2DACC44}"/>
                </a:ext>
              </a:extLst>
            </p:cNvPr>
            <p:cNvSpPr>
              <a:spLocks/>
            </p:cNvSpPr>
            <p:nvPr/>
          </p:nvSpPr>
          <p:spPr bwMode="auto">
            <a:xfrm>
              <a:off x="906" y="3838"/>
              <a:ext cx="7" cy="31"/>
            </a:xfrm>
            <a:custGeom>
              <a:avLst/>
              <a:gdLst>
                <a:gd name="T0" fmla="*/ 21 w 4"/>
                <a:gd name="T1" fmla="*/ 0 h 18"/>
                <a:gd name="T2" fmla="*/ 0 w 4"/>
                <a:gd name="T3" fmla="*/ 91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8">
                  <a:moveTo>
                    <a:pt x="4" y="0"/>
                  </a:moveTo>
                  <a:cubicBezTo>
                    <a:pt x="4" y="7"/>
                    <a:pt x="0" y="18"/>
                    <a:pt x="0" y="18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3334" name="Freeform 267">
              <a:extLst>
                <a:ext uri="{FF2B5EF4-FFF2-40B4-BE49-F238E27FC236}">
                  <a16:creationId xmlns:a16="http://schemas.microsoft.com/office/drawing/2014/main" id="{B63FF6EA-7938-4752-879A-1253A98A191A}"/>
                </a:ext>
              </a:extLst>
            </p:cNvPr>
            <p:cNvSpPr>
              <a:spLocks/>
            </p:cNvSpPr>
            <p:nvPr/>
          </p:nvSpPr>
          <p:spPr bwMode="auto">
            <a:xfrm>
              <a:off x="968" y="1415"/>
              <a:ext cx="164" cy="18"/>
            </a:xfrm>
            <a:custGeom>
              <a:avLst/>
              <a:gdLst>
                <a:gd name="T0" fmla="*/ 363 w 94"/>
                <a:gd name="T1" fmla="*/ 16 h 10"/>
                <a:gd name="T2" fmla="*/ 213 w 94"/>
                <a:gd name="T3" fmla="*/ 16 h 10"/>
                <a:gd name="T4" fmla="*/ 5 w 94"/>
                <a:gd name="T5" fmla="*/ 36 h 10"/>
                <a:gd name="T6" fmla="*/ 0 w 94"/>
                <a:gd name="T7" fmla="*/ 58 h 10"/>
                <a:gd name="T8" fmla="*/ 9 w 94"/>
                <a:gd name="T9" fmla="*/ 41 h 10"/>
                <a:gd name="T10" fmla="*/ 213 w 94"/>
                <a:gd name="T11" fmla="*/ 29 h 10"/>
                <a:gd name="T12" fmla="*/ 365 w 94"/>
                <a:gd name="T13" fmla="*/ 29 h 10"/>
                <a:gd name="T14" fmla="*/ 499 w 94"/>
                <a:gd name="T15" fmla="*/ 0 h 10"/>
                <a:gd name="T16" fmla="*/ 363 w 94"/>
                <a:gd name="T17" fmla="*/ 16 h 1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4" h="10">
                  <a:moveTo>
                    <a:pt x="68" y="3"/>
                  </a:moveTo>
                  <a:cubicBezTo>
                    <a:pt x="63" y="5"/>
                    <a:pt x="52" y="4"/>
                    <a:pt x="40" y="3"/>
                  </a:cubicBezTo>
                  <a:cubicBezTo>
                    <a:pt x="24" y="2"/>
                    <a:pt x="7" y="1"/>
                    <a:pt x="1" y="6"/>
                  </a:cubicBezTo>
                  <a:cubicBezTo>
                    <a:pt x="0" y="7"/>
                    <a:pt x="0" y="9"/>
                    <a:pt x="0" y="10"/>
                  </a:cubicBezTo>
                  <a:cubicBezTo>
                    <a:pt x="0" y="9"/>
                    <a:pt x="1" y="8"/>
                    <a:pt x="2" y="7"/>
                  </a:cubicBezTo>
                  <a:cubicBezTo>
                    <a:pt x="7" y="3"/>
                    <a:pt x="25" y="4"/>
                    <a:pt x="40" y="5"/>
                  </a:cubicBezTo>
                  <a:cubicBezTo>
                    <a:pt x="52" y="6"/>
                    <a:pt x="64" y="7"/>
                    <a:pt x="69" y="5"/>
                  </a:cubicBezTo>
                  <a:cubicBezTo>
                    <a:pt x="74" y="3"/>
                    <a:pt x="89" y="1"/>
                    <a:pt x="94" y="0"/>
                  </a:cubicBezTo>
                  <a:cubicBezTo>
                    <a:pt x="88" y="1"/>
                    <a:pt x="73" y="1"/>
                    <a:pt x="68" y="3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3335" name="Freeform 268">
              <a:extLst>
                <a:ext uri="{FF2B5EF4-FFF2-40B4-BE49-F238E27FC236}">
                  <a16:creationId xmlns:a16="http://schemas.microsoft.com/office/drawing/2014/main" id="{24FD99B1-D132-42AB-B242-36F071EAF76D}"/>
                </a:ext>
              </a:extLst>
            </p:cNvPr>
            <p:cNvSpPr>
              <a:spLocks/>
            </p:cNvSpPr>
            <p:nvPr/>
          </p:nvSpPr>
          <p:spPr bwMode="auto">
            <a:xfrm>
              <a:off x="999" y="3962"/>
              <a:ext cx="28" cy="61"/>
            </a:xfrm>
            <a:custGeom>
              <a:avLst/>
              <a:gdLst>
                <a:gd name="T0" fmla="*/ 7 w 16"/>
                <a:gd name="T1" fmla="*/ 0 h 35"/>
                <a:gd name="T2" fmla="*/ 21 w 16"/>
                <a:gd name="T3" fmla="*/ 58 h 35"/>
                <a:gd name="T4" fmla="*/ 49 w 16"/>
                <a:gd name="T5" fmla="*/ 185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35">
                  <a:moveTo>
                    <a:pt x="1" y="0"/>
                  </a:moveTo>
                  <a:cubicBezTo>
                    <a:pt x="0" y="4"/>
                    <a:pt x="1" y="8"/>
                    <a:pt x="4" y="11"/>
                  </a:cubicBezTo>
                  <a:cubicBezTo>
                    <a:pt x="8" y="15"/>
                    <a:pt x="16" y="28"/>
                    <a:pt x="9" y="35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3336" name="Freeform 269">
              <a:extLst>
                <a:ext uri="{FF2B5EF4-FFF2-40B4-BE49-F238E27FC236}">
                  <a16:creationId xmlns:a16="http://schemas.microsoft.com/office/drawing/2014/main" id="{6FC6C1C5-EC0C-4C38-A1CB-E06E6D183B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9" y="3965"/>
              <a:ext cx="39" cy="58"/>
            </a:xfrm>
            <a:custGeom>
              <a:avLst/>
              <a:gdLst>
                <a:gd name="T0" fmla="*/ 0 w 22"/>
                <a:gd name="T1" fmla="*/ 0 h 33"/>
                <a:gd name="T2" fmla="*/ 73 w 22"/>
                <a:gd name="T3" fmla="*/ 65 h 33"/>
                <a:gd name="T4" fmla="*/ 101 w 22"/>
                <a:gd name="T5" fmla="*/ 179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33">
                  <a:moveTo>
                    <a:pt x="0" y="0"/>
                  </a:moveTo>
                  <a:cubicBezTo>
                    <a:pt x="3" y="6"/>
                    <a:pt x="11" y="10"/>
                    <a:pt x="13" y="12"/>
                  </a:cubicBezTo>
                  <a:cubicBezTo>
                    <a:pt x="20" y="19"/>
                    <a:pt x="22" y="27"/>
                    <a:pt x="18" y="33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3337" name="Freeform 270">
              <a:extLst>
                <a:ext uri="{FF2B5EF4-FFF2-40B4-BE49-F238E27FC236}">
                  <a16:creationId xmlns:a16="http://schemas.microsoft.com/office/drawing/2014/main" id="{72E4ACEF-06F6-41CE-9752-8160D8182F3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9" y="3962"/>
              <a:ext cx="42" cy="58"/>
            </a:xfrm>
            <a:custGeom>
              <a:avLst/>
              <a:gdLst>
                <a:gd name="T0" fmla="*/ 0 w 24"/>
                <a:gd name="T1" fmla="*/ 0 h 33"/>
                <a:gd name="T2" fmla="*/ 70 w 24"/>
                <a:gd name="T3" fmla="*/ 65 h 33"/>
                <a:gd name="T4" fmla="*/ 123 w 24"/>
                <a:gd name="T5" fmla="*/ 179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33">
                  <a:moveTo>
                    <a:pt x="0" y="0"/>
                  </a:moveTo>
                  <a:cubicBezTo>
                    <a:pt x="4" y="4"/>
                    <a:pt x="8" y="7"/>
                    <a:pt x="13" y="12"/>
                  </a:cubicBezTo>
                  <a:cubicBezTo>
                    <a:pt x="22" y="20"/>
                    <a:pt x="24" y="26"/>
                    <a:pt x="23" y="33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3338" name="Freeform 271">
              <a:extLst>
                <a:ext uri="{FF2B5EF4-FFF2-40B4-BE49-F238E27FC236}">
                  <a16:creationId xmlns:a16="http://schemas.microsoft.com/office/drawing/2014/main" id="{86F5A367-BB81-4DA3-96B9-E175897768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7" y="3955"/>
              <a:ext cx="30" cy="42"/>
            </a:xfrm>
            <a:custGeom>
              <a:avLst/>
              <a:gdLst>
                <a:gd name="T0" fmla="*/ 0 w 17"/>
                <a:gd name="T1" fmla="*/ 0 h 24"/>
                <a:gd name="T2" fmla="*/ 56 w 17"/>
                <a:gd name="T3" fmla="*/ 49 h 24"/>
                <a:gd name="T4" fmla="*/ 94 w 17"/>
                <a:gd name="T5" fmla="*/ 130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4">
                  <a:moveTo>
                    <a:pt x="0" y="0"/>
                  </a:moveTo>
                  <a:cubicBezTo>
                    <a:pt x="3" y="3"/>
                    <a:pt x="7" y="6"/>
                    <a:pt x="10" y="9"/>
                  </a:cubicBezTo>
                  <a:cubicBezTo>
                    <a:pt x="14" y="12"/>
                    <a:pt x="17" y="19"/>
                    <a:pt x="17" y="24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3339" name="Freeform 272">
              <a:extLst>
                <a:ext uri="{FF2B5EF4-FFF2-40B4-BE49-F238E27FC236}">
                  <a16:creationId xmlns:a16="http://schemas.microsoft.com/office/drawing/2014/main" id="{E7864180-F4B0-465C-895D-044332C65E17}"/>
                </a:ext>
              </a:extLst>
            </p:cNvPr>
            <p:cNvSpPr>
              <a:spLocks/>
            </p:cNvSpPr>
            <p:nvPr/>
          </p:nvSpPr>
          <p:spPr bwMode="auto">
            <a:xfrm>
              <a:off x="966" y="3986"/>
              <a:ext cx="42" cy="21"/>
            </a:xfrm>
            <a:custGeom>
              <a:avLst/>
              <a:gdLst>
                <a:gd name="T0" fmla="*/ 130 w 24"/>
                <a:gd name="T1" fmla="*/ 65 h 12"/>
                <a:gd name="T2" fmla="*/ 33 w 24"/>
                <a:gd name="T3" fmla="*/ 65 h 12"/>
                <a:gd name="T4" fmla="*/ 58 w 24"/>
                <a:gd name="T5" fmla="*/ 7 h 12"/>
                <a:gd name="T6" fmla="*/ 130 w 24"/>
                <a:gd name="T7" fmla="*/ 65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12">
                  <a:moveTo>
                    <a:pt x="24" y="12"/>
                  </a:moveTo>
                  <a:cubicBezTo>
                    <a:pt x="16" y="11"/>
                    <a:pt x="8" y="11"/>
                    <a:pt x="6" y="12"/>
                  </a:cubicBezTo>
                  <a:cubicBezTo>
                    <a:pt x="0" y="4"/>
                    <a:pt x="6" y="0"/>
                    <a:pt x="11" y="1"/>
                  </a:cubicBezTo>
                  <a:cubicBezTo>
                    <a:pt x="22" y="1"/>
                    <a:pt x="24" y="10"/>
                    <a:pt x="24" y="12"/>
                  </a:cubicBezTo>
                  <a:close/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3340" name="Freeform 273">
              <a:extLst>
                <a:ext uri="{FF2B5EF4-FFF2-40B4-BE49-F238E27FC236}">
                  <a16:creationId xmlns:a16="http://schemas.microsoft.com/office/drawing/2014/main" id="{F37F5907-0E4A-4BBE-B6A4-A8F1FF31CB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2" y="4002"/>
              <a:ext cx="20" cy="18"/>
            </a:xfrm>
            <a:custGeom>
              <a:avLst/>
              <a:gdLst>
                <a:gd name="T0" fmla="*/ 65 w 11"/>
                <a:gd name="T1" fmla="*/ 58 h 10"/>
                <a:gd name="T2" fmla="*/ 0 w 11"/>
                <a:gd name="T3" fmla="*/ 52 h 10"/>
                <a:gd name="T4" fmla="*/ 65 w 11"/>
                <a:gd name="T5" fmla="*/ 58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0">
                  <a:moveTo>
                    <a:pt x="11" y="10"/>
                  </a:moveTo>
                  <a:cubicBezTo>
                    <a:pt x="9" y="9"/>
                    <a:pt x="1" y="8"/>
                    <a:pt x="0" y="9"/>
                  </a:cubicBezTo>
                  <a:cubicBezTo>
                    <a:pt x="0" y="1"/>
                    <a:pt x="11" y="0"/>
                    <a:pt x="11" y="10"/>
                  </a:cubicBezTo>
                  <a:close/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3341" name="Freeform 274">
              <a:extLst>
                <a:ext uri="{FF2B5EF4-FFF2-40B4-BE49-F238E27FC236}">
                  <a16:creationId xmlns:a16="http://schemas.microsoft.com/office/drawing/2014/main" id="{B564085A-1814-403A-801E-09B8050B1C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3" y="4006"/>
              <a:ext cx="17" cy="14"/>
            </a:xfrm>
            <a:custGeom>
              <a:avLst/>
              <a:gdLst>
                <a:gd name="T0" fmla="*/ 49 w 10"/>
                <a:gd name="T1" fmla="*/ 37 h 8"/>
                <a:gd name="T2" fmla="*/ 0 w 10"/>
                <a:gd name="T3" fmla="*/ 33 h 8"/>
                <a:gd name="T4" fmla="*/ 49 w 10"/>
                <a:gd name="T5" fmla="*/ 37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8">
                  <a:moveTo>
                    <a:pt x="10" y="7"/>
                  </a:moveTo>
                  <a:cubicBezTo>
                    <a:pt x="8" y="8"/>
                    <a:pt x="2" y="8"/>
                    <a:pt x="0" y="6"/>
                  </a:cubicBezTo>
                  <a:cubicBezTo>
                    <a:pt x="1" y="0"/>
                    <a:pt x="10" y="3"/>
                    <a:pt x="10" y="7"/>
                  </a:cubicBezTo>
                  <a:close/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3342" name="Freeform 275">
              <a:extLst>
                <a:ext uri="{FF2B5EF4-FFF2-40B4-BE49-F238E27FC236}">
                  <a16:creationId xmlns:a16="http://schemas.microsoft.com/office/drawing/2014/main" id="{1D3AD44C-EED5-47C7-B2BA-9D95FA6166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9" y="3993"/>
              <a:ext cx="14" cy="13"/>
            </a:xfrm>
            <a:custGeom>
              <a:avLst/>
              <a:gdLst>
                <a:gd name="T0" fmla="*/ 44 w 8"/>
                <a:gd name="T1" fmla="*/ 24 h 7"/>
                <a:gd name="T2" fmla="*/ 7 w 8"/>
                <a:gd name="T3" fmla="*/ 32 h 7"/>
                <a:gd name="T4" fmla="*/ 44 w 8"/>
                <a:gd name="T5" fmla="*/ 24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7">
                  <a:moveTo>
                    <a:pt x="8" y="4"/>
                  </a:moveTo>
                  <a:cubicBezTo>
                    <a:pt x="7" y="6"/>
                    <a:pt x="4" y="7"/>
                    <a:pt x="1" y="5"/>
                  </a:cubicBezTo>
                  <a:cubicBezTo>
                    <a:pt x="0" y="0"/>
                    <a:pt x="7" y="0"/>
                    <a:pt x="8" y="4"/>
                  </a:cubicBezTo>
                  <a:close/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3343" name="Freeform 276">
              <a:extLst>
                <a:ext uri="{FF2B5EF4-FFF2-40B4-BE49-F238E27FC236}">
                  <a16:creationId xmlns:a16="http://schemas.microsoft.com/office/drawing/2014/main" id="{866D30BF-0491-4793-A759-0DA9682182E4}"/>
                </a:ext>
              </a:extLst>
            </p:cNvPr>
            <p:cNvSpPr>
              <a:spLocks/>
            </p:cNvSpPr>
            <p:nvPr/>
          </p:nvSpPr>
          <p:spPr bwMode="auto">
            <a:xfrm>
              <a:off x="734" y="1589"/>
              <a:ext cx="28" cy="22"/>
            </a:xfrm>
            <a:custGeom>
              <a:avLst/>
              <a:gdLst>
                <a:gd name="T0" fmla="*/ 7 w 16"/>
                <a:gd name="T1" fmla="*/ 34 h 13"/>
                <a:gd name="T2" fmla="*/ 44 w 16"/>
                <a:gd name="T3" fmla="*/ 0 h 13"/>
                <a:gd name="T4" fmla="*/ 86 w 16"/>
                <a:gd name="T5" fmla="*/ 29 h 13"/>
                <a:gd name="T6" fmla="*/ 49 w 16"/>
                <a:gd name="T7" fmla="*/ 63 h 13"/>
                <a:gd name="T8" fmla="*/ 7 w 16"/>
                <a:gd name="T9" fmla="*/ 34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3">
                  <a:moveTo>
                    <a:pt x="1" y="7"/>
                  </a:moveTo>
                  <a:cubicBezTo>
                    <a:pt x="0" y="3"/>
                    <a:pt x="3" y="0"/>
                    <a:pt x="8" y="0"/>
                  </a:cubicBezTo>
                  <a:cubicBezTo>
                    <a:pt x="12" y="0"/>
                    <a:pt x="16" y="2"/>
                    <a:pt x="16" y="6"/>
                  </a:cubicBezTo>
                  <a:cubicBezTo>
                    <a:pt x="16" y="10"/>
                    <a:pt x="13" y="13"/>
                    <a:pt x="9" y="13"/>
                  </a:cubicBezTo>
                  <a:cubicBezTo>
                    <a:pt x="5" y="13"/>
                    <a:pt x="1" y="11"/>
                    <a:pt x="1" y="7"/>
                  </a:cubicBezTo>
                </a:path>
              </a:pathLst>
            </a:custGeom>
            <a:solidFill>
              <a:srgbClr val="F9CA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3344" name="Freeform 277">
              <a:extLst>
                <a:ext uri="{FF2B5EF4-FFF2-40B4-BE49-F238E27FC236}">
                  <a16:creationId xmlns:a16="http://schemas.microsoft.com/office/drawing/2014/main" id="{033E9839-DAC3-4BA1-B544-F3498ABB1F6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43" y="1596"/>
              <a:ext cx="12" cy="8"/>
            </a:xfrm>
            <a:custGeom>
              <a:avLst/>
              <a:gdLst>
                <a:gd name="T0" fmla="*/ 29 w 7"/>
                <a:gd name="T1" fmla="*/ 8 h 5"/>
                <a:gd name="T2" fmla="*/ 29 w 7"/>
                <a:gd name="T3" fmla="*/ 13 h 5"/>
                <a:gd name="T4" fmla="*/ 26 w 7"/>
                <a:gd name="T5" fmla="*/ 16 h 5"/>
                <a:gd name="T6" fmla="*/ 15 w 7"/>
                <a:gd name="T7" fmla="*/ 16 h 5"/>
                <a:gd name="T8" fmla="*/ 9 w 7"/>
                <a:gd name="T9" fmla="*/ 16 h 5"/>
                <a:gd name="T10" fmla="*/ 5 w 7"/>
                <a:gd name="T11" fmla="*/ 13 h 5"/>
                <a:gd name="T12" fmla="*/ 5 w 7"/>
                <a:gd name="T13" fmla="*/ 13 h 5"/>
                <a:gd name="T14" fmla="*/ 5 w 7"/>
                <a:gd name="T15" fmla="*/ 13 h 5"/>
                <a:gd name="T16" fmla="*/ 5 w 7"/>
                <a:gd name="T17" fmla="*/ 8 h 5"/>
                <a:gd name="T18" fmla="*/ 5 w 7"/>
                <a:gd name="T19" fmla="*/ 8 h 5"/>
                <a:gd name="T20" fmla="*/ 0 w 7"/>
                <a:gd name="T21" fmla="*/ 5 h 5"/>
                <a:gd name="T22" fmla="*/ 0 w 7"/>
                <a:gd name="T23" fmla="*/ 13 h 5"/>
                <a:gd name="T24" fmla="*/ 5 w 7"/>
                <a:gd name="T25" fmla="*/ 21 h 5"/>
                <a:gd name="T26" fmla="*/ 15 w 7"/>
                <a:gd name="T27" fmla="*/ 21 h 5"/>
                <a:gd name="T28" fmla="*/ 29 w 7"/>
                <a:gd name="T29" fmla="*/ 16 h 5"/>
                <a:gd name="T30" fmla="*/ 36 w 7"/>
                <a:gd name="T31" fmla="*/ 8 h 5"/>
                <a:gd name="T32" fmla="*/ 29 w 7"/>
                <a:gd name="T33" fmla="*/ 8 h 5"/>
                <a:gd name="T34" fmla="*/ 15 w 7"/>
                <a:gd name="T35" fmla="*/ 5 h 5"/>
                <a:gd name="T36" fmla="*/ 15 w 7"/>
                <a:gd name="T37" fmla="*/ 5 h 5"/>
                <a:gd name="T38" fmla="*/ 15 w 7"/>
                <a:gd name="T39" fmla="*/ 5 h 5"/>
                <a:gd name="T40" fmla="*/ 15 w 7"/>
                <a:gd name="T41" fmla="*/ 0 h 5"/>
                <a:gd name="T42" fmla="*/ 15 w 7"/>
                <a:gd name="T43" fmla="*/ 0 h 5"/>
                <a:gd name="T44" fmla="*/ 15 w 7"/>
                <a:gd name="T45" fmla="*/ 0 h 5"/>
                <a:gd name="T46" fmla="*/ 15 w 7"/>
                <a:gd name="T47" fmla="*/ 0 h 5"/>
                <a:gd name="T48" fmla="*/ 15 w 7"/>
                <a:gd name="T49" fmla="*/ 5 h 5"/>
                <a:gd name="T50" fmla="*/ 15 w 7"/>
                <a:gd name="T51" fmla="*/ 5 h 5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7" h="5">
                  <a:moveTo>
                    <a:pt x="6" y="2"/>
                  </a:moveTo>
                  <a:cubicBezTo>
                    <a:pt x="6" y="2"/>
                    <a:pt x="6" y="3"/>
                    <a:pt x="6" y="3"/>
                  </a:cubicBezTo>
                  <a:cubicBezTo>
                    <a:pt x="6" y="4"/>
                    <a:pt x="5" y="4"/>
                    <a:pt x="5" y="4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7" y="2"/>
                    <a:pt x="7" y="2"/>
                    <a:pt x="7" y="2"/>
                  </a:cubicBezTo>
                  <a:lnTo>
                    <a:pt x="6" y="2"/>
                  </a:lnTo>
                  <a:close/>
                  <a:moveTo>
                    <a:pt x="3" y="1"/>
                  </a:move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0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3345" name="Freeform 278">
              <a:extLst>
                <a:ext uri="{FF2B5EF4-FFF2-40B4-BE49-F238E27FC236}">
                  <a16:creationId xmlns:a16="http://schemas.microsoft.com/office/drawing/2014/main" id="{80D0E066-11A9-4603-A970-0CF629B6200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34" y="1589"/>
              <a:ext cx="28" cy="24"/>
            </a:xfrm>
            <a:custGeom>
              <a:avLst/>
              <a:gdLst>
                <a:gd name="T0" fmla="*/ 81 w 16"/>
                <a:gd name="T1" fmla="*/ 29 h 14"/>
                <a:gd name="T2" fmla="*/ 86 w 16"/>
                <a:gd name="T3" fmla="*/ 29 h 14"/>
                <a:gd name="T4" fmla="*/ 81 w 16"/>
                <a:gd name="T5" fmla="*/ 15 h 14"/>
                <a:gd name="T6" fmla="*/ 81 w 16"/>
                <a:gd name="T7" fmla="*/ 15 h 14"/>
                <a:gd name="T8" fmla="*/ 77 w 16"/>
                <a:gd name="T9" fmla="*/ 15 h 14"/>
                <a:gd name="T10" fmla="*/ 81 w 16"/>
                <a:gd name="T11" fmla="*/ 29 h 14"/>
                <a:gd name="T12" fmla="*/ 81 w 16"/>
                <a:gd name="T13" fmla="*/ 29 h 14"/>
                <a:gd name="T14" fmla="*/ 77 w 16"/>
                <a:gd name="T15" fmla="*/ 57 h 14"/>
                <a:gd name="T16" fmla="*/ 49 w 16"/>
                <a:gd name="T17" fmla="*/ 65 h 14"/>
                <a:gd name="T18" fmla="*/ 16 w 16"/>
                <a:gd name="T19" fmla="*/ 57 h 14"/>
                <a:gd name="T20" fmla="*/ 12 w 16"/>
                <a:gd name="T21" fmla="*/ 57 h 14"/>
                <a:gd name="T22" fmla="*/ 49 w 16"/>
                <a:gd name="T23" fmla="*/ 70 h 14"/>
                <a:gd name="T24" fmla="*/ 77 w 16"/>
                <a:gd name="T25" fmla="*/ 57 h 14"/>
                <a:gd name="T26" fmla="*/ 86 w 16"/>
                <a:gd name="T27" fmla="*/ 41 h 14"/>
                <a:gd name="T28" fmla="*/ 81 w 16"/>
                <a:gd name="T29" fmla="*/ 45 h 14"/>
                <a:gd name="T30" fmla="*/ 77 w 16"/>
                <a:gd name="T31" fmla="*/ 57 h 14"/>
                <a:gd name="T32" fmla="*/ 16 w 16"/>
                <a:gd name="T33" fmla="*/ 15 h 14"/>
                <a:gd name="T34" fmla="*/ 12 w 16"/>
                <a:gd name="T35" fmla="*/ 9 h 14"/>
                <a:gd name="T36" fmla="*/ 7 w 16"/>
                <a:gd name="T37" fmla="*/ 15 h 14"/>
                <a:gd name="T38" fmla="*/ 12 w 16"/>
                <a:gd name="T39" fmla="*/ 21 h 14"/>
                <a:gd name="T40" fmla="*/ 16 w 16"/>
                <a:gd name="T41" fmla="*/ 15 h 14"/>
                <a:gd name="T42" fmla="*/ 0 w 16"/>
                <a:gd name="T43" fmla="*/ 26 h 14"/>
                <a:gd name="T44" fmla="*/ 0 w 16"/>
                <a:gd name="T45" fmla="*/ 26 h 14"/>
                <a:gd name="T46" fmla="*/ 0 w 16"/>
                <a:gd name="T47" fmla="*/ 26 h 14"/>
                <a:gd name="T48" fmla="*/ 0 w 16"/>
                <a:gd name="T49" fmla="*/ 26 h 14"/>
                <a:gd name="T50" fmla="*/ 65 w 16"/>
                <a:gd name="T51" fmla="*/ 9 h 14"/>
                <a:gd name="T52" fmla="*/ 77 w 16"/>
                <a:gd name="T53" fmla="*/ 5 h 14"/>
                <a:gd name="T54" fmla="*/ 56 w 16"/>
                <a:gd name="T55" fmla="*/ 0 h 14"/>
                <a:gd name="T56" fmla="*/ 56 w 16"/>
                <a:gd name="T57" fmla="*/ 5 h 14"/>
                <a:gd name="T58" fmla="*/ 65 w 16"/>
                <a:gd name="T59" fmla="*/ 9 h 14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16" h="14">
                  <a:moveTo>
                    <a:pt x="15" y="6"/>
                  </a:moveTo>
                  <a:cubicBezTo>
                    <a:pt x="16" y="6"/>
                    <a:pt x="16" y="6"/>
                    <a:pt x="16" y="6"/>
                  </a:cubicBezTo>
                  <a:cubicBezTo>
                    <a:pt x="16" y="5"/>
                    <a:pt x="16" y="4"/>
                    <a:pt x="15" y="3"/>
                  </a:cubicBezTo>
                  <a:cubicBezTo>
                    <a:pt x="15" y="3"/>
                    <a:pt x="15" y="3"/>
                    <a:pt x="15" y="3"/>
                  </a:cubicBezTo>
                  <a:cubicBezTo>
                    <a:pt x="15" y="3"/>
                    <a:pt x="14" y="3"/>
                    <a:pt x="14" y="3"/>
                  </a:cubicBezTo>
                  <a:cubicBezTo>
                    <a:pt x="15" y="4"/>
                    <a:pt x="15" y="5"/>
                    <a:pt x="15" y="6"/>
                  </a:cubicBezTo>
                  <a:cubicBezTo>
                    <a:pt x="15" y="6"/>
                    <a:pt x="15" y="6"/>
                    <a:pt x="15" y="6"/>
                  </a:cubicBezTo>
                  <a:moveTo>
                    <a:pt x="14" y="11"/>
                  </a:moveTo>
                  <a:cubicBezTo>
                    <a:pt x="12" y="12"/>
                    <a:pt x="11" y="13"/>
                    <a:pt x="9" y="13"/>
                  </a:cubicBezTo>
                  <a:cubicBezTo>
                    <a:pt x="6" y="13"/>
                    <a:pt x="4" y="12"/>
                    <a:pt x="3" y="11"/>
                  </a:cubicBezTo>
                  <a:cubicBezTo>
                    <a:pt x="2" y="11"/>
                    <a:pt x="2" y="11"/>
                    <a:pt x="2" y="11"/>
                  </a:cubicBezTo>
                  <a:cubicBezTo>
                    <a:pt x="3" y="13"/>
                    <a:pt x="6" y="14"/>
                    <a:pt x="9" y="14"/>
                  </a:cubicBezTo>
                  <a:cubicBezTo>
                    <a:pt x="11" y="14"/>
                    <a:pt x="13" y="13"/>
                    <a:pt x="14" y="11"/>
                  </a:cubicBezTo>
                  <a:cubicBezTo>
                    <a:pt x="15" y="10"/>
                    <a:pt x="16" y="9"/>
                    <a:pt x="16" y="8"/>
                  </a:cubicBezTo>
                  <a:cubicBezTo>
                    <a:pt x="16" y="9"/>
                    <a:pt x="15" y="9"/>
                    <a:pt x="15" y="9"/>
                  </a:cubicBezTo>
                  <a:cubicBezTo>
                    <a:pt x="15" y="9"/>
                    <a:pt x="14" y="10"/>
                    <a:pt x="14" y="11"/>
                  </a:cubicBezTo>
                  <a:moveTo>
                    <a:pt x="3" y="3"/>
                  </a:moveTo>
                  <a:cubicBezTo>
                    <a:pt x="3" y="2"/>
                    <a:pt x="2" y="2"/>
                    <a:pt x="2" y="2"/>
                  </a:cubicBezTo>
                  <a:cubicBezTo>
                    <a:pt x="2" y="2"/>
                    <a:pt x="1" y="3"/>
                    <a:pt x="1" y="3"/>
                  </a:cubicBezTo>
                  <a:cubicBezTo>
                    <a:pt x="1" y="4"/>
                    <a:pt x="1" y="4"/>
                    <a:pt x="2" y="4"/>
                  </a:cubicBezTo>
                  <a:cubicBezTo>
                    <a:pt x="2" y="3"/>
                    <a:pt x="2" y="3"/>
                    <a:pt x="3" y="3"/>
                  </a:cubicBezTo>
                  <a:moveTo>
                    <a:pt x="0" y="5"/>
                  </a:moveTo>
                  <a:cubicBezTo>
                    <a:pt x="0" y="5"/>
                    <a:pt x="0" y="5"/>
                    <a:pt x="0" y="5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5"/>
                    <a:pt x="0" y="5"/>
                    <a:pt x="0" y="5"/>
                  </a:cubicBezTo>
                  <a:moveTo>
                    <a:pt x="12" y="2"/>
                  </a:moveTo>
                  <a:cubicBezTo>
                    <a:pt x="13" y="1"/>
                    <a:pt x="13" y="1"/>
                    <a:pt x="14" y="1"/>
                  </a:cubicBezTo>
                  <a:cubicBezTo>
                    <a:pt x="13" y="0"/>
                    <a:pt x="11" y="0"/>
                    <a:pt x="10" y="0"/>
                  </a:cubicBezTo>
                  <a:cubicBezTo>
                    <a:pt x="10" y="0"/>
                    <a:pt x="10" y="0"/>
                    <a:pt x="10" y="1"/>
                  </a:cubicBezTo>
                  <a:cubicBezTo>
                    <a:pt x="11" y="1"/>
                    <a:pt x="12" y="1"/>
                    <a:pt x="12" y="2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3346" name="Freeform 279">
              <a:extLst>
                <a:ext uri="{FF2B5EF4-FFF2-40B4-BE49-F238E27FC236}">
                  <a16:creationId xmlns:a16="http://schemas.microsoft.com/office/drawing/2014/main" id="{A1A36F02-8BCD-496B-A1CA-B1C772CBE19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5" y="1587"/>
              <a:ext cx="28" cy="24"/>
            </a:xfrm>
            <a:custGeom>
              <a:avLst/>
              <a:gdLst>
                <a:gd name="T0" fmla="*/ 86 w 16"/>
                <a:gd name="T1" fmla="*/ 36 h 14"/>
                <a:gd name="T2" fmla="*/ 49 w 16"/>
                <a:gd name="T3" fmla="*/ 0 h 14"/>
                <a:gd name="T4" fmla="*/ 7 w 16"/>
                <a:gd name="T5" fmla="*/ 29 h 14"/>
                <a:gd name="T6" fmla="*/ 44 w 16"/>
                <a:gd name="T7" fmla="*/ 70 h 14"/>
                <a:gd name="T8" fmla="*/ 86 w 16"/>
                <a:gd name="T9" fmla="*/ 36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4">
                  <a:moveTo>
                    <a:pt x="16" y="7"/>
                  </a:moveTo>
                  <a:cubicBezTo>
                    <a:pt x="16" y="4"/>
                    <a:pt x="13" y="1"/>
                    <a:pt x="9" y="0"/>
                  </a:cubicBezTo>
                  <a:cubicBezTo>
                    <a:pt x="5" y="0"/>
                    <a:pt x="1" y="3"/>
                    <a:pt x="1" y="6"/>
                  </a:cubicBezTo>
                  <a:cubicBezTo>
                    <a:pt x="0" y="10"/>
                    <a:pt x="4" y="13"/>
                    <a:pt x="8" y="14"/>
                  </a:cubicBezTo>
                  <a:cubicBezTo>
                    <a:pt x="12" y="14"/>
                    <a:pt x="16" y="11"/>
                    <a:pt x="16" y="7"/>
                  </a:cubicBezTo>
                </a:path>
              </a:pathLst>
            </a:custGeom>
            <a:solidFill>
              <a:srgbClr val="F9CA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3347" name="Freeform 280">
              <a:extLst>
                <a:ext uri="{FF2B5EF4-FFF2-40B4-BE49-F238E27FC236}">
                  <a16:creationId xmlns:a16="http://schemas.microsoft.com/office/drawing/2014/main" id="{0FB3D9BE-CD0E-4F13-9467-5FFF77DFD48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083" y="1594"/>
              <a:ext cx="13" cy="10"/>
            </a:xfrm>
            <a:custGeom>
              <a:avLst/>
              <a:gdLst>
                <a:gd name="T0" fmla="*/ 0 w 7"/>
                <a:gd name="T1" fmla="*/ 13 h 6"/>
                <a:gd name="T2" fmla="*/ 7 w 7"/>
                <a:gd name="T3" fmla="*/ 22 h 6"/>
                <a:gd name="T4" fmla="*/ 20 w 7"/>
                <a:gd name="T5" fmla="*/ 28 h 6"/>
                <a:gd name="T6" fmla="*/ 37 w 7"/>
                <a:gd name="T7" fmla="*/ 22 h 6"/>
                <a:gd name="T8" fmla="*/ 45 w 7"/>
                <a:gd name="T9" fmla="*/ 13 h 6"/>
                <a:gd name="T10" fmla="*/ 37 w 7"/>
                <a:gd name="T11" fmla="*/ 5 h 6"/>
                <a:gd name="T12" fmla="*/ 37 w 7"/>
                <a:gd name="T13" fmla="*/ 8 h 6"/>
                <a:gd name="T14" fmla="*/ 32 w 7"/>
                <a:gd name="T15" fmla="*/ 8 h 6"/>
                <a:gd name="T16" fmla="*/ 37 w 7"/>
                <a:gd name="T17" fmla="*/ 13 h 6"/>
                <a:gd name="T18" fmla="*/ 37 w 7"/>
                <a:gd name="T19" fmla="*/ 13 h 6"/>
                <a:gd name="T20" fmla="*/ 37 w 7"/>
                <a:gd name="T21" fmla="*/ 13 h 6"/>
                <a:gd name="T22" fmla="*/ 32 w 7"/>
                <a:gd name="T23" fmla="*/ 20 h 6"/>
                <a:gd name="T24" fmla="*/ 20 w 7"/>
                <a:gd name="T25" fmla="*/ 22 h 6"/>
                <a:gd name="T26" fmla="*/ 13 w 7"/>
                <a:gd name="T27" fmla="*/ 20 h 6"/>
                <a:gd name="T28" fmla="*/ 7 w 7"/>
                <a:gd name="T29" fmla="*/ 20 h 6"/>
                <a:gd name="T30" fmla="*/ 0 w 7"/>
                <a:gd name="T31" fmla="*/ 8 h 6"/>
                <a:gd name="T32" fmla="*/ 0 w 7"/>
                <a:gd name="T33" fmla="*/ 13 h 6"/>
                <a:gd name="T34" fmla="*/ 24 w 7"/>
                <a:gd name="T35" fmla="*/ 5 h 6"/>
                <a:gd name="T36" fmla="*/ 24 w 7"/>
                <a:gd name="T37" fmla="*/ 0 h 6"/>
                <a:gd name="T38" fmla="*/ 24 w 7"/>
                <a:gd name="T39" fmla="*/ 0 h 6"/>
                <a:gd name="T40" fmla="*/ 20 w 7"/>
                <a:gd name="T41" fmla="*/ 0 h 6"/>
                <a:gd name="T42" fmla="*/ 20 w 7"/>
                <a:gd name="T43" fmla="*/ 0 h 6"/>
                <a:gd name="T44" fmla="*/ 20 w 7"/>
                <a:gd name="T45" fmla="*/ 5 h 6"/>
                <a:gd name="T46" fmla="*/ 24 w 7"/>
                <a:gd name="T47" fmla="*/ 5 h 6"/>
                <a:gd name="T48" fmla="*/ 24 w 7"/>
                <a:gd name="T49" fmla="*/ 5 h 6"/>
                <a:gd name="T50" fmla="*/ 24 w 7"/>
                <a:gd name="T51" fmla="*/ 5 h 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7" h="6">
                  <a:moveTo>
                    <a:pt x="0" y="3"/>
                  </a:moveTo>
                  <a:cubicBezTo>
                    <a:pt x="1" y="5"/>
                    <a:pt x="1" y="5"/>
                    <a:pt x="1" y="5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6" y="2"/>
                    <a:pt x="5" y="2"/>
                    <a:pt x="5" y="2"/>
                  </a:cubicBezTo>
                  <a:cubicBezTo>
                    <a:pt x="5" y="2"/>
                    <a:pt x="6" y="3"/>
                    <a:pt x="6" y="3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3"/>
                    <a:pt x="1" y="3"/>
                    <a:pt x="0" y="2"/>
                  </a:cubicBezTo>
                  <a:lnTo>
                    <a:pt x="0" y="3"/>
                  </a:lnTo>
                  <a:close/>
                  <a:moveTo>
                    <a:pt x="4" y="1"/>
                  </a:moveTo>
                  <a:cubicBezTo>
                    <a:pt x="4" y="1"/>
                    <a:pt x="4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3348" name="Freeform 281">
              <a:extLst>
                <a:ext uri="{FF2B5EF4-FFF2-40B4-BE49-F238E27FC236}">
                  <a16:creationId xmlns:a16="http://schemas.microsoft.com/office/drawing/2014/main" id="{0AB40624-DE6F-4D26-94B1-D88433359EE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075" y="1587"/>
              <a:ext cx="29" cy="24"/>
            </a:xfrm>
            <a:custGeom>
              <a:avLst/>
              <a:gdLst>
                <a:gd name="T0" fmla="*/ 44 w 17"/>
                <a:gd name="T1" fmla="*/ 5 h 14"/>
                <a:gd name="T2" fmla="*/ 44 w 17"/>
                <a:gd name="T3" fmla="*/ 5 h 14"/>
                <a:gd name="T4" fmla="*/ 44 w 17"/>
                <a:gd name="T5" fmla="*/ 0 h 14"/>
                <a:gd name="T6" fmla="*/ 44 w 17"/>
                <a:gd name="T7" fmla="*/ 0 h 14"/>
                <a:gd name="T8" fmla="*/ 44 w 17"/>
                <a:gd name="T9" fmla="*/ 5 h 14"/>
                <a:gd name="T10" fmla="*/ 44 w 17"/>
                <a:gd name="T11" fmla="*/ 5 h 14"/>
                <a:gd name="T12" fmla="*/ 9 w 17"/>
                <a:gd name="T13" fmla="*/ 45 h 14"/>
                <a:gd name="T14" fmla="*/ 0 w 17"/>
                <a:gd name="T15" fmla="*/ 45 h 14"/>
                <a:gd name="T16" fmla="*/ 9 w 17"/>
                <a:gd name="T17" fmla="*/ 62 h 14"/>
                <a:gd name="T18" fmla="*/ 41 w 17"/>
                <a:gd name="T19" fmla="*/ 70 h 14"/>
                <a:gd name="T20" fmla="*/ 75 w 17"/>
                <a:gd name="T21" fmla="*/ 57 h 14"/>
                <a:gd name="T22" fmla="*/ 70 w 17"/>
                <a:gd name="T23" fmla="*/ 57 h 14"/>
                <a:gd name="T24" fmla="*/ 41 w 17"/>
                <a:gd name="T25" fmla="*/ 65 h 14"/>
                <a:gd name="T26" fmla="*/ 15 w 17"/>
                <a:gd name="T27" fmla="*/ 57 h 14"/>
                <a:gd name="T28" fmla="*/ 9 w 17"/>
                <a:gd name="T29" fmla="*/ 45 h 14"/>
                <a:gd name="T30" fmla="*/ 78 w 17"/>
                <a:gd name="T31" fmla="*/ 29 h 14"/>
                <a:gd name="T32" fmla="*/ 84 w 17"/>
                <a:gd name="T33" fmla="*/ 29 h 14"/>
                <a:gd name="T34" fmla="*/ 78 w 17"/>
                <a:gd name="T35" fmla="*/ 29 h 14"/>
                <a:gd name="T36" fmla="*/ 78 w 17"/>
                <a:gd name="T37" fmla="*/ 29 h 14"/>
                <a:gd name="T38" fmla="*/ 29 w 17"/>
                <a:gd name="T39" fmla="*/ 5 h 14"/>
                <a:gd name="T40" fmla="*/ 29 w 17"/>
                <a:gd name="T41" fmla="*/ 0 h 14"/>
                <a:gd name="T42" fmla="*/ 15 w 17"/>
                <a:gd name="T43" fmla="*/ 5 h 14"/>
                <a:gd name="T44" fmla="*/ 20 w 17"/>
                <a:gd name="T45" fmla="*/ 9 h 14"/>
                <a:gd name="T46" fmla="*/ 29 w 17"/>
                <a:gd name="T47" fmla="*/ 5 h 14"/>
                <a:gd name="T48" fmla="*/ 58 w 17"/>
                <a:gd name="T49" fmla="*/ 9 h 14"/>
                <a:gd name="T50" fmla="*/ 65 w 17"/>
                <a:gd name="T51" fmla="*/ 5 h 14"/>
                <a:gd name="T52" fmla="*/ 58 w 17"/>
                <a:gd name="T53" fmla="*/ 0 h 14"/>
                <a:gd name="T54" fmla="*/ 58 w 17"/>
                <a:gd name="T55" fmla="*/ 5 h 14"/>
                <a:gd name="T56" fmla="*/ 58 w 17"/>
                <a:gd name="T57" fmla="*/ 9 h 14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17" h="14">
                  <a:moveTo>
                    <a:pt x="9" y="1"/>
                  </a:moveTo>
                  <a:cubicBezTo>
                    <a:pt x="9" y="1"/>
                    <a:pt x="9" y="1"/>
                    <a:pt x="9" y="1"/>
                  </a:cubicBezTo>
                  <a:cubicBezTo>
                    <a:pt x="9" y="1"/>
                    <a:pt x="9" y="0"/>
                    <a:pt x="9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9" y="0"/>
                    <a:pt x="9" y="1"/>
                    <a:pt x="9" y="1"/>
                  </a:cubicBezTo>
                  <a:cubicBezTo>
                    <a:pt x="9" y="1"/>
                    <a:pt x="9" y="1"/>
                    <a:pt x="9" y="1"/>
                  </a:cubicBezTo>
                  <a:moveTo>
                    <a:pt x="2" y="9"/>
                  </a:moveTo>
                  <a:cubicBezTo>
                    <a:pt x="1" y="9"/>
                    <a:pt x="1" y="9"/>
                    <a:pt x="0" y="9"/>
                  </a:cubicBezTo>
                  <a:cubicBezTo>
                    <a:pt x="1" y="10"/>
                    <a:pt x="1" y="11"/>
                    <a:pt x="2" y="12"/>
                  </a:cubicBezTo>
                  <a:cubicBezTo>
                    <a:pt x="4" y="13"/>
                    <a:pt x="6" y="14"/>
                    <a:pt x="8" y="14"/>
                  </a:cubicBezTo>
                  <a:cubicBezTo>
                    <a:pt x="11" y="14"/>
                    <a:pt x="13" y="13"/>
                    <a:pt x="15" y="11"/>
                  </a:cubicBezTo>
                  <a:cubicBezTo>
                    <a:pt x="14" y="11"/>
                    <a:pt x="14" y="11"/>
                    <a:pt x="14" y="11"/>
                  </a:cubicBezTo>
                  <a:cubicBezTo>
                    <a:pt x="12" y="12"/>
                    <a:pt x="10" y="13"/>
                    <a:pt x="8" y="13"/>
                  </a:cubicBezTo>
                  <a:cubicBezTo>
                    <a:pt x="6" y="13"/>
                    <a:pt x="4" y="12"/>
                    <a:pt x="3" y="11"/>
                  </a:cubicBezTo>
                  <a:cubicBezTo>
                    <a:pt x="2" y="10"/>
                    <a:pt x="2" y="10"/>
                    <a:pt x="2" y="9"/>
                  </a:cubicBezTo>
                  <a:moveTo>
                    <a:pt x="16" y="6"/>
                  </a:moveTo>
                  <a:cubicBezTo>
                    <a:pt x="16" y="6"/>
                    <a:pt x="16" y="6"/>
                    <a:pt x="17" y="6"/>
                  </a:cubicBezTo>
                  <a:cubicBezTo>
                    <a:pt x="17" y="6"/>
                    <a:pt x="17" y="6"/>
                    <a:pt x="16" y="6"/>
                  </a:cubicBezTo>
                  <a:cubicBezTo>
                    <a:pt x="16" y="6"/>
                    <a:pt x="16" y="6"/>
                    <a:pt x="16" y="6"/>
                  </a:cubicBezTo>
                  <a:moveTo>
                    <a:pt x="6" y="1"/>
                  </a:moveTo>
                  <a:cubicBezTo>
                    <a:pt x="6" y="1"/>
                    <a:pt x="6" y="0"/>
                    <a:pt x="6" y="0"/>
                  </a:cubicBezTo>
                  <a:cubicBezTo>
                    <a:pt x="5" y="0"/>
                    <a:pt x="4" y="1"/>
                    <a:pt x="3" y="1"/>
                  </a:cubicBezTo>
                  <a:cubicBezTo>
                    <a:pt x="3" y="2"/>
                    <a:pt x="4" y="2"/>
                    <a:pt x="4" y="2"/>
                  </a:cubicBezTo>
                  <a:cubicBezTo>
                    <a:pt x="5" y="2"/>
                    <a:pt x="5" y="1"/>
                    <a:pt x="6" y="1"/>
                  </a:cubicBezTo>
                  <a:moveTo>
                    <a:pt x="12" y="2"/>
                  </a:moveTo>
                  <a:cubicBezTo>
                    <a:pt x="12" y="1"/>
                    <a:pt x="12" y="1"/>
                    <a:pt x="13" y="1"/>
                  </a:cubicBezTo>
                  <a:cubicBezTo>
                    <a:pt x="12" y="1"/>
                    <a:pt x="12" y="0"/>
                    <a:pt x="12" y="0"/>
                  </a:cubicBezTo>
                  <a:cubicBezTo>
                    <a:pt x="12" y="1"/>
                    <a:pt x="12" y="1"/>
                    <a:pt x="12" y="1"/>
                  </a:cubicBezTo>
                  <a:cubicBezTo>
                    <a:pt x="12" y="2"/>
                    <a:pt x="12" y="2"/>
                    <a:pt x="12" y="2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3349" name="Freeform 282">
              <a:extLst>
                <a:ext uri="{FF2B5EF4-FFF2-40B4-BE49-F238E27FC236}">
                  <a16:creationId xmlns:a16="http://schemas.microsoft.com/office/drawing/2014/main" id="{E6F8D4F2-2DD4-4501-838F-97A643481A8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7" y="2623"/>
              <a:ext cx="67" cy="42"/>
            </a:xfrm>
            <a:custGeom>
              <a:avLst/>
              <a:gdLst>
                <a:gd name="T0" fmla="*/ 0 w 38"/>
                <a:gd name="T1" fmla="*/ 130 h 24"/>
                <a:gd name="T2" fmla="*/ 37 w 38"/>
                <a:gd name="T3" fmla="*/ 114 h 24"/>
                <a:gd name="T4" fmla="*/ 130 w 38"/>
                <a:gd name="T5" fmla="*/ 70 h 24"/>
                <a:gd name="T6" fmla="*/ 208 w 38"/>
                <a:gd name="T7" fmla="*/ 0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" h="24">
                  <a:moveTo>
                    <a:pt x="0" y="24"/>
                  </a:moveTo>
                  <a:cubicBezTo>
                    <a:pt x="1" y="23"/>
                    <a:pt x="4" y="22"/>
                    <a:pt x="7" y="21"/>
                  </a:cubicBezTo>
                  <a:cubicBezTo>
                    <a:pt x="12" y="18"/>
                    <a:pt x="18" y="17"/>
                    <a:pt x="24" y="13"/>
                  </a:cubicBezTo>
                  <a:cubicBezTo>
                    <a:pt x="28" y="11"/>
                    <a:pt x="34" y="2"/>
                    <a:pt x="38" y="0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3350" name="Freeform 283">
              <a:extLst>
                <a:ext uri="{FF2B5EF4-FFF2-40B4-BE49-F238E27FC236}">
                  <a16:creationId xmlns:a16="http://schemas.microsoft.com/office/drawing/2014/main" id="{4BF423F2-847E-4A3A-84A1-87786A21E22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8" y="2632"/>
              <a:ext cx="51" cy="43"/>
            </a:xfrm>
            <a:custGeom>
              <a:avLst/>
              <a:gdLst>
                <a:gd name="T0" fmla="*/ 158 w 29"/>
                <a:gd name="T1" fmla="*/ 0 h 25"/>
                <a:gd name="T2" fmla="*/ 93 w 29"/>
                <a:gd name="T3" fmla="*/ 77 h 25"/>
                <a:gd name="T4" fmla="*/ 0 w 29"/>
                <a:gd name="T5" fmla="*/ 127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25">
                  <a:moveTo>
                    <a:pt x="29" y="0"/>
                  </a:moveTo>
                  <a:cubicBezTo>
                    <a:pt x="25" y="5"/>
                    <a:pt x="17" y="13"/>
                    <a:pt x="17" y="15"/>
                  </a:cubicBezTo>
                  <a:cubicBezTo>
                    <a:pt x="12" y="17"/>
                    <a:pt x="9" y="17"/>
                    <a:pt x="0" y="25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3351" name="Freeform 284">
              <a:extLst>
                <a:ext uri="{FF2B5EF4-FFF2-40B4-BE49-F238E27FC236}">
                  <a16:creationId xmlns:a16="http://schemas.microsoft.com/office/drawing/2014/main" id="{75529393-B100-49CB-9E60-A8ABEA4EF93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9" y="2572"/>
              <a:ext cx="70" cy="82"/>
            </a:xfrm>
            <a:custGeom>
              <a:avLst/>
              <a:gdLst>
                <a:gd name="T0" fmla="*/ 184 w 40"/>
                <a:gd name="T1" fmla="*/ 180 h 47"/>
                <a:gd name="T2" fmla="*/ 215 w 40"/>
                <a:gd name="T3" fmla="*/ 101 h 47"/>
                <a:gd name="T4" fmla="*/ 144 w 40"/>
                <a:gd name="T5" fmla="*/ 0 h 47"/>
                <a:gd name="T6" fmla="*/ 107 w 40"/>
                <a:gd name="T7" fmla="*/ 49 h 47"/>
                <a:gd name="T8" fmla="*/ 86 w 40"/>
                <a:gd name="T9" fmla="*/ 176 h 47"/>
                <a:gd name="T10" fmla="*/ 0 w 40"/>
                <a:gd name="T11" fmla="*/ 244 h 4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0" h="47">
                  <a:moveTo>
                    <a:pt x="34" y="34"/>
                  </a:moveTo>
                  <a:cubicBezTo>
                    <a:pt x="34" y="28"/>
                    <a:pt x="39" y="25"/>
                    <a:pt x="40" y="19"/>
                  </a:cubicBezTo>
                  <a:cubicBezTo>
                    <a:pt x="40" y="12"/>
                    <a:pt x="34" y="5"/>
                    <a:pt x="27" y="0"/>
                  </a:cubicBezTo>
                  <a:cubicBezTo>
                    <a:pt x="21" y="0"/>
                    <a:pt x="21" y="5"/>
                    <a:pt x="20" y="9"/>
                  </a:cubicBezTo>
                  <a:cubicBezTo>
                    <a:pt x="20" y="13"/>
                    <a:pt x="18" y="28"/>
                    <a:pt x="16" y="33"/>
                  </a:cubicBezTo>
                  <a:cubicBezTo>
                    <a:pt x="16" y="38"/>
                    <a:pt x="9" y="47"/>
                    <a:pt x="0" y="46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3352" name="Freeform 285">
              <a:extLst>
                <a:ext uri="{FF2B5EF4-FFF2-40B4-BE49-F238E27FC236}">
                  <a16:creationId xmlns:a16="http://schemas.microsoft.com/office/drawing/2014/main" id="{40025A0D-A15F-4532-A28E-829CD7F5CA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6" y="2693"/>
              <a:ext cx="22" cy="9"/>
            </a:xfrm>
            <a:custGeom>
              <a:avLst/>
              <a:gdLst>
                <a:gd name="T0" fmla="*/ 63 w 13"/>
                <a:gd name="T1" fmla="*/ 16 h 5"/>
                <a:gd name="T2" fmla="*/ 0 w 13"/>
                <a:gd name="T3" fmla="*/ 2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5">
                  <a:moveTo>
                    <a:pt x="13" y="3"/>
                  </a:moveTo>
                  <a:cubicBezTo>
                    <a:pt x="11" y="0"/>
                    <a:pt x="5" y="1"/>
                    <a:pt x="0" y="5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3353" name="Freeform 286">
              <a:extLst>
                <a:ext uri="{FF2B5EF4-FFF2-40B4-BE49-F238E27FC236}">
                  <a16:creationId xmlns:a16="http://schemas.microsoft.com/office/drawing/2014/main" id="{C4A3C04B-B22C-4D22-8281-5EE376BDEB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6" y="2563"/>
              <a:ext cx="7" cy="16"/>
            </a:xfrm>
            <a:custGeom>
              <a:avLst/>
              <a:gdLst>
                <a:gd name="T0" fmla="*/ 21 w 4"/>
                <a:gd name="T1" fmla="*/ 0 h 9"/>
                <a:gd name="T2" fmla="*/ 0 w 4"/>
                <a:gd name="T3" fmla="*/ 5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9">
                  <a:moveTo>
                    <a:pt x="4" y="0"/>
                  </a:moveTo>
                  <a:cubicBezTo>
                    <a:pt x="3" y="2"/>
                    <a:pt x="1" y="5"/>
                    <a:pt x="0" y="9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3354" name="Freeform 287">
              <a:extLst>
                <a:ext uri="{FF2B5EF4-FFF2-40B4-BE49-F238E27FC236}">
                  <a16:creationId xmlns:a16="http://schemas.microsoft.com/office/drawing/2014/main" id="{ED3EC1D9-378F-4B80-80B1-FFB85B15EE3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5" y="2593"/>
              <a:ext cx="37" cy="42"/>
            </a:xfrm>
            <a:custGeom>
              <a:avLst/>
              <a:gdLst>
                <a:gd name="T0" fmla="*/ 115 w 21"/>
                <a:gd name="T1" fmla="*/ 0 h 24"/>
                <a:gd name="T2" fmla="*/ 65 w 21"/>
                <a:gd name="T3" fmla="*/ 98 h 24"/>
                <a:gd name="T4" fmla="*/ 0 w 21"/>
                <a:gd name="T5" fmla="*/ 130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24">
                  <a:moveTo>
                    <a:pt x="21" y="0"/>
                  </a:moveTo>
                  <a:cubicBezTo>
                    <a:pt x="20" y="8"/>
                    <a:pt x="15" y="12"/>
                    <a:pt x="12" y="18"/>
                  </a:cubicBezTo>
                  <a:cubicBezTo>
                    <a:pt x="10" y="23"/>
                    <a:pt x="3" y="21"/>
                    <a:pt x="0" y="24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3355" name="Freeform 288">
              <a:extLst>
                <a:ext uri="{FF2B5EF4-FFF2-40B4-BE49-F238E27FC236}">
                  <a16:creationId xmlns:a16="http://schemas.microsoft.com/office/drawing/2014/main" id="{FEC4D497-055A-4FA4-ADA8-C5C308FCD4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1" y="2581"/>
              <a:ext cx="24" cy="38"/>
            </a:xfrm>
            <a:custGeom>
              <a:avLst/>
              <a:gdLst>
                <a:gd name="T0" fmla="*/ 70 w 14"/>
                <a:gd name="T1" fmla="*/ 0 h 22"/>
                <a:gd name="T2" fmla="*/ 29 w 14"/>
                <a:gd name="T3" fmla="*/ 104 h 22"/>
                <a:gd name="T4" fmla="*/ 0 w 14"/>
                <a:gd name="T5" fmla="*/ 114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22">
                  <a:moveTo>
                    <a:pt x="14" y="0"/>
                  </a:moveTo>
                  <a:cubicBezTo>
                    <a:pt x="13" y="5"/>
                    <a:pt x="9" y="18"/>
                    <a:pt x="6" y="20"/>
                  </a:cubicBezTo>
                  <a:cubicBezTo>
                    <a:pt x="3" y="21"/>
                    <a:pt x="1" y="19"/>
                    <a:pt x="0" y="22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3356" name="Freeform 289">
              <a:extLst>
                <a:ext uri="{FF2B5EF4-FFF2-40B4-BE49-F238E27FC236}">
                  <a16:creationId xmlns:a16="http://schemas.microsoft.com/office/drawing/2014/main" id="{56CBF4D9-01E0-4A82-AB5D-D544D28A5C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4" y="2628"/>
              <a:ext cx="6" cy="16"/>
            </a:xfrm>
            <a:custGeom>
              <a:avLst/>
              <a:gdLst>
                <a:gd name="T0" fmla="*/ 0 w 3"/>
                <a:gd name="T1" fmla="*/ 0 h 9"/>
                <a:gd name="T2" fmla="*/ 8 w 3"/>
                <a:gd name="T3" fmla="*/ 5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9">
                  <a:moveTo>
                    <a:pt x="0" y="0"/>
                  </a:moveTo>
                  <a:cubicBezTo>
                    <a:pt x="3" y="1"/>
                    <a:pt x="2" y="7"/>
                    <a:pt x="1" y="9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3357" name="Freeform 290">
              <a:extLst>
                <a:ext uri="{FF2B5EF4-FFF2-40B4-BE49-F238E27FC236}">
                  <a16:creationId xmlns:a16="http://schemas.microsoft.com/office/drawing/2014/main" id="{5038DBD8-5A2D-4C98-AC2F-FDBE26CFA93E}"/>
                </a:ext>
              </a:extLst>
            </p:cNvPr>
            <p:cNvSpPr>
              <a:spLocks/>
            </p:cNvSpPr>
            <p:nvPr/>
          </p:nvSpPr>
          <p:spPr bwMode="auto">
            <a:xfrm>
              <a:off x="943" y="3838"/>
              <a:ext cx="7" cy="31"/>
            </a:xfrm>
            <a:custGeom>
              <a:avLst/>
              <a:gdLst>
                <a:gd name="T0" fmla="*/ 0 w 4"/>
                <a:gd name="T1" fmla="*/ 0 h 18"/>
                <a:gd name="T2" fmla="*/ 21 w 4"/>
                <a:gd name="T3" fmla="*/ 91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8">
                  <a:moveTo>
                    <a:pt x="0" y="0"/>
                  </a:moveTo>
                  <a:cubicBezTo>
                    <a:pt x="0" y="7"/>
                    <a:pt x="4" y="18"/>
                    <a:pt x="4" y="18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3358" name="Freeform 291">
              <a:extLst>
                <a:ext uri="{FF2B5EF4-FFF2-40B4-BE49-F238E27FC236}">
                  <a16:creationId xmlns:a16="http://schemas.microsoft.com/office/drawing/2014/main" id="{4206B8DF-1CA6-4A70-BB84-75779F9101DE}"/>
                </a:ext>
              </a:extLst>
            </p:cNvPr>
            <p:cNvSpPr>
              <a:spLocks/>
            </p:cNvSpPr>
            <p:nvPr/>
          </p:nvSpPr>
          <p:spPr bwMode="auto">
            <a:xfrm>
              <a:off x="913" y="2126"/>
              <a:ext cx="46" cy="33"/>
            </a:xfrm>
            <a:custGeom>
              <a:avLst/>
              <a:gdLst>
                <a:gd name="T0" fmla="*/ 0 w 26"/>
                <a:gd name="T1" fmla="*/ 69 h 19"/>
                <a:gd name="T2" fmla="*/ 110 w 26"/>
                <a:gd name="T3" fmla="*/ 99 h 19"/>
                <a:gd name="T4" fmla="*/ 0 w 26"/>
                <a:gd name="T5" fmla="*/ 63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19">
                  <a:moveTo>
                    <a:pt x="0" y="13"/>
                  </a:moveTo>
                  <a:cubicBezTo>
                    <a:pt x="6" y="7"/>
                    <a:pt x="17" y="10"/>
                    <a:pt x="20" y="19"/>
                  </a:cubicBezTo>
                  <a:cubicBezTo>
                    <a:pt x="26" y="12"/>
                    <a:pt x="4" y="0"/>
                    <a:pt x="0" y="12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3359" name="Freeform 292">
              <a:extLst>
                <a:ext uri="{FF2B5EF4-FFF2-40B4-BE49-F238E27FC236}">
                  <a16:creationId xmlns:a16="http://schemas.microsoft.com/office/drawing/2014/main" id="{52CE27EB-A898-4A81-89C1-2CBBA4DBAD0E}"/>
                </a:ext>
              </a:extLst>
            </p:cNvPr>
            <p:cNvSpPr>
              <a:spLocks/>
            </p:cNvSpPr>
            <p:nvPr/>
          </p:nvSpPr>
          <p:spPr bwMode="auto">
            <a:xfrm>
              <a:off x="841" y="3964"/>
              <a:ext cx="25" cy="15"/>
            </a:xfrm>
            <a:custGeom>
              <a:avLst/>
              <a:gdLst>
                <a:gd name="T0" fmla="*/ 29 w 14"/>
                <a:gd name="T1" fmla="*/ 5 h 9"/>
                <a:gd name="T2" fmla="*/ 68 w 14"/>
                <a:gd name="T3" fmla="*/ 13 h 9"/>
                <a:gd name="T4" fmla="*/ 29 w 14"/>
                <a:gd name="T5" fmla="*/ 20 h 9"/>
                <a:gd name="T6" fmla="*/ 0 w 14"/>
                <a:gd name="T7" fmla="*/ 28 h 9"/>
                <a:gd name="T8" fmla="*/ 64 w 14"/>
                <a:gd name="T9" fmla="*/ 42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9">
                  <a:moveTo>
                    <a:pt x="5" y="1"/>
                  </a:moveTo>
                  <a:cubicBezTo>
                    <a:pt x="7" y="1"/>
                    <a:pt x="11" y="0"/>
                    <a:pt x="12" y="3"/>
                  </a:cubicBezTo>
                  <a:cubicBezTo>
                    <a:pt x="14" y="8"/>
                    <a:pt x="6" y="4"/>
                    <a:pt x="5" y="4"/>
                  </a:cubicBezTo>
                  <a:cubicBezTo>
                    <a:pt x="3" y="3"/>
                    <a:pt x="0" y="3"/>
                    <a:pt x="0" y="6"/>
                  </a:cubicBezTo>
                  <a:cubicBezTo>
                    <a:pt x="1" y="9"/>
                    <a:pt x="8" y="8"/>
                    <a:pt x="11" y="9"/>
                  </a:cubicBezTo>
                </a:path>
              </a:pathLst>
            </a:custGeom>
            <a:noFill/>
            <a:ln w="4763" cap="flat">
              <a:solidFill>
                <a:srgbClr val="F6E8B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3360" name="Freeform 293">
              <a:extLst>
                <a:ext uri="{FF2B5EF4-FFF2-40B4-BE49-F238E27FC236}">
                  <a16:creationId xmlns:a16="http://schemas.microsoft.com/office/drawing/2014/main" id="{36F47D4D-F928-4C4F-A168-EA5FCDF1BDE8}"/>
                </a:ext>
              </a:extLst>
            </p:cNvPr>
            <p:cNvSpPr>
              <a:spLocks/>
            </p:cNvSpPr>
            <p:nvPr/>
          </p:nvSpPr>
          <p:spPr bwMode="auto">
            <a:xfrm>
              <a:off x="817" y="3965"/>
              <a:ext cx="14" cy="13"/>
            </a:xfrm>
            <a:custGeom>
              <a:avLst/>
              <a:gdLst>
                <a:gd name="T0" fmla="*/ 44 w 8"/>
                <a:gd name="T1" fmla="*/ 24 h 7"/>
                <a:gd name="T2" fmla="*/ 0 w 8"/>
                <a:gd name="T3" fmla="*/ 0 h 7"/>
                <a:gd name="T4" fmla="*/ 33 w 8"/>
                <a:gd name="T5" fmla="*/ 45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7">
                  <a:moveTo>
                    <a:pt x="8" y="4"/>
                  </a:moveTo>
                  <a:cubicBezTo>
                    <a:pt x="7" y="1"/>
                    <a:pt x="3" y="0"/>
                    <a:pt x="0" y="0"/>
                  </a:cubicBezTo>
                  <a:cubicBezTo>
                    <a:pt x="1" y="3"/>
                    <a:pt x="3" y="6"/>
                    <a:pt x="6" y="7"/>
                  </a:cubicBezTo>
                </a:path>
              </a:pathLst>
            </a:custGeom>
            <a:noFill/>
            <a:ln w="4763" cap="flat">
              <a:solidFill>
                <a:srgbClr val="F6E8B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3361" name="Freeform 294">
              <a:extLst>
                <a:ext uri="{FF2B5EF4-FFF2-40B4-BE49-F238E27FC236}">
                  <a16:creationId xmlns:a16="http://schemas.microsoft.com/office/drawing/2014/main" id="{F6575030-02AB-49B8-9068-1C67656A8D13}"/>
                </a:ext>
              </a:extLst>
            </p:cNvPr>
            <p:cNvSpPr>
              <a:spLocks/>
            </p:cNvSpPr>
            <p:nvPr/>
          </p:nvSpPr>
          <p:spPr bwMode="auto">
            <a:xfrm>
              <a:off x="778" y="3958"/>
              <a:ext cx="23" cy="16"/>
            </a:xfrm>
            <a:custGeom>
              <a:avLst/>
              <a:gdLst>
                <a:gd name="T0" fmla="*/ 73 w 13"/>
                <a:gd name="T1" fmla="*/ 36 h 9"/>
                <a:gd name="T2" fmla="*/ 21 w 13"/>
                <a:gd name="T3" fmla="*/ 12 h 9"/>
                <a:gd name="T4" fmla="*/ 65 w 13"/>
                <a:gd name="T5" fmla="*/ 5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9">
                  <a:moveTo>
                    <a:pt x="13" y="6"/>
                  </a:moveTo>
                  <a:cubicBezTo>
                    <a:pt x="12" y="4"/>
                    <a:pt x="7" y="0"/>
                    <a:pt x="4" y="2"/>
                  </a:cubicBezTo>
                  <a:cubicBezTo>
                    <a:pt x="0" y="6"/>
                    <a:pt x="10" y="9"/>
                    <a:pt x="12" y="9"/>
                  </a:cubicBezTo>
                </a:path>
              </a:pathLst>
            </a:custGeom>
            <a:noFill/>
            <a:ln w="4763" cap="flat">
              <a:solidFill>
                <a:srgbClr val="F6E8B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3362" name="Freeform 295">
              <a:extLst>
                <a:ext uri="{FF2B5EF4-FFF2-40B4-BE49-F238E27FC236}">
                  <a16:creationId xmlns:a16="http://schemas.microsoft.com/office/drawing/2014/main" id="{695A2F84-E084-4D2B-AAFD-DCA105E88BAA}"/>
                </a:ext>
              </a:extLst>
            </p:cNvPr>
            <p:cNvSpPr>
              <a:spLocks/>
            </p:cNvSpPr>
            <p:nvPr/>
          </p:nvSpPr>
          <p:spPr bwMode="auto">
            <a:xfrm>
              <a:off x="762" y="3953"/>
              <a:ext cx="9" cy="9"/>
            </a:xfrm>
            <a:custGeom>
              <a:avLst/>
              <a:gdLst>
                <a:gd name="T0" fmla="*/ 29 w 5"/>
                <a:gd name="T1" fmla="*/ 29 h 5"/>
                <a:gd name="T2" fmla="*/ 0 w 5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5">
                  <a:moveTo>
                    <a:pt x="5" y="5"/>
                  </a:moveTo>
                  <a:cubicBezTo>
                    <a:pt x="4" y="3"/>
                    <a:pt x="1" y="2"/>
                    <a:pt x="0" y="0"/>
                  </a:cubicBezTo>
                </a:path>
              </a:pathLst>
            </a:custGeom>
            <a:noFill/>
            <a:ln w="4763" cap="flat">
              <a:solidFill>
                <a:srgbClr val="F6E8B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3363" name="Freeform 296">
              <a:extLst>
                <a:ext uri="{FF2B5EF4-FFF2-40B4-BE49-F238E27FC236}">
                  <a16:creationId xmlns:a16="http://schemas.microsoft.com/office/drawing/2014/main" id="{1DEF39CB-143C-4C32-BDC7-00528AC2E47D}"/>
                </a:ext>
              </a:extLst>
            </p:cNvPr>
            <p:cNvSpPr>
              <a:spLocks/>
            </p:cNvSpPr>
            <p:nvPr/>
          </p:nvSpPr>
          <p:spPr bwMode="auto">
            <a:xfrm>
              <a:off x="992" y="3962"/>
              <a:ext cx="16" cy="12"/>
            </a:xfrm>
            <a:custGeom>
              <a:avLst/>
              <a:gdLst>
                <a:gd name="T0" fmla="*/ 7 w 9"/>
                <a:gd name="T1" fmla="*/ 9 h 7"/>
                <a:gd name="T2" fmla="*/ 50 w 9"/>
                <a:gd name="T3" fmla="*/ 21 h 7"/>
                <a:gd name="T4" fmla="*/ 0 w 9"/>
                <a:gd name="T5" fmla="*/ 29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7">
                  <a:moveTo>
                    <a:pt x="1" y="2"/>
                  </a:moveTo>
                  <a:cubicBezTo>
                    <a:pt x="2" y="2"/>
                    <a:pt x="9" y="0"/>
                    <a:pt x="9" y="4"/>
                  </a:cubicBezTo>
                  <a:cubicBezTo>
                    <a:pt x="8" y="7"/>
                    <a:pt x="2" y="6"/>
                    <a:pt x="0" y="6"/>
                  </a:cubicBezTo>
                </a:path>
              </a:pathLst>
            </a:custGeom>
            <a:noFill/>
            <a:ln w="4763" cap="flat">
              <a:solidFill>
                <a:srgbClr val="F6E8B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3364" name="Freeform 297">
              <a:extLst>
                <a:ext uri="{FF2B5EF4-FFF2-40B4-BE49-F238E27FC236}">
                  <a16:creationId xmlns:a16="http://schemas.microsoft.com/office/drawing/2014/main" id="{6EAA5688-FFFC-497C-98CF-1774021F21A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4" y="3965"/>
              <a:ext cx="21" cy="14"/>
            </a:xfrm>
            <a:custGeom>
              <a:avLst/>
              <a:gdLst>
                <a:gd name="T0" fmla="*/ 0 w 12"/>
                <a:gd name="T1" fmla="*/ 21 h 8"/>
                <a:gd name="T2" fmla="*/ 44 w 12"/>
                <a:gd name="T3" fmla="*/ 12 h 8"/>
                <a:gd name="T4" fmla="*/ 7 w 12"/>
                <a:gd name="T5" fmla="*/ 44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8">
                  <a:moveTo>
                    <a:pt x="0" y="4"/>
                  </a:moveTo>
                  <a:cubicBezTo>
                    <a:pt x="2" y="2"/>
                    <a:pt x="6" y="0"/>
                    <a:pt x="8" y="2"/>
                  </a:cubicBezTo>
                  <a:cubicBezTo>
                    <a:pt x="12" y="6"/>
                    <a:pt x="4" y="8"/>
                    <a:pt x="1" y="8"/>
                  </a:cubicBezTo>
                </a:path>
              </a:pathLst>
            </a:custGeom>
            <a:noFill/>
            <a:ln w="4763" cap="flat">
              <a:solidFill>
                <a:srgbClr val="F6E8B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3365" name="Freeform 298">
              <a:extLst>
                <a:ext uri="{FF2B5EF4-FFF2-40B4-BE49-F238E27FC236}">
                  <a16:creationId xmlns:a16="http://schemas.microsoft.com/office/drawing/2014/main" id="{E372FFA8-617C-4B4F-8B15-7272FFE466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5" y="3962"/>
              <a:ext cx="14" cy="7"/>
            </a:xfrm>
            <a:custGeom>
              <a:avLst/>
              <a:gdLst>
                <a:gd name="T0" fmla="*/ 44 w 8"/>
                <a:gd name="T1" fmla="*/ 0 h 4"/>
                <a:gd name="T2" fmla="*/ 0 w 8"/>
                <a:gd name="T3" fmla="*/ 21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4">
                  <a:moveTo>
                    <a:pt x="8" y="0"/>
                  </a:moveTo>
                  <a:cubicBezTo>
                    <a:pt x="5" y="1"/>
                    <a:pt x="2" y="2"/>
                    <a:pt x="0" y="4"/>
                  </a:cubicBezTo>
                </a:path>
              </a:pathLst>
            </a:custGeom>
            <a:noFill/>
            <a:ln w="4763" cap="flat">
              <a:solidFill>
                <a:srgbClr val="F6E8B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3366" name="Freeform 299">
              <a:extLst>
                <a:ext uri="{FF2B5EF4-FFF2-40B4-BE49-F238E27FC236}">
                  <a16:creationId xmlns:a16="http://schemas.microsoft.com/office/drawing/2014/main" id="{518B0E18-8342-4918-A022-B9752DCCF13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2" y="3955"/>
              <a:ext cx="14" cy="5"/>
            </a:xfrm>
            <a:custGeom>
              <a:avLst/>
              <a:gdLst>
                <a:gd name="T0" fmla="*/ 44 w 8"/>
                <a:gd name="T1" fmla="*/ 0 h 3"/>
                <a:gd name="T2" fmla="*/ 0 w 8"/>
                <a:gd name="T3" fmla="*/ 13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3">
                  <a:moveTo>
                    <a:pt x="8" y="0"/>
                  </a:moveTo>
                  <a:cubicBezTo>
                    <a:pt x="6" y="0"/>
                    <a:pt x="2" y="1"/>
                    <a:pt x="0" y="3"/>
                  </a:cubicBezTo>
                </a:path>
              </a:pathLst>
            </a:custGeom>
            <a:noFill/>
            <a:ln w="4763" cap="flat">
              <a:solidFill>
                <a:srgbClr val="F6E8B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3367" name="Freeform 300">
              <a:extLst>
                <a:ext uri="{FF2B5EF4-FFF2-40B4-BE49-F238E27FC236}">
                  <a16:creationId xmlns:a16="http://schemas.microsoft.com/office/drawing/2014/main" id="{005D9025-A990-48D2-A220-61FA67E9337F}"/>
                </a:ext>
              </a:extLst>
            </p:cNvPr>
            <p:cNvSpPr>
              <a:spLocks/>
            </p:cNvSpPr>
            <p:nvPr/>
          </p:nvSpPr>
          <p:spPr bwMode="auto">
            <a:xfrm>
              <a:off x="866" y="1312"/>
              <a:ext cx="51" cy="123"/>
            </a:xfrm>
            <a:custGeom>
              <a:avLst/>
              <a:gdLst>
                <a:gd name="T0" fmla="*/ 16 w 29"/>
                <a:gd name="T1" fmla="*/ 0 h 70"/>
                <a:gd name="T2" fmla="*/ 37 w 29"/>
                <a:gd name="T3" fmla="*/ 33 h 70"/>
                <a:gd name="T4" fmla="*/ 98 w 29"/>
                <a:gd name="T5" fmla="*/ 179 h 70"/>
                <a:gd name="T6" fmla="*/ 158 w 29"/>
                <a:gd name="T7" fmla="*/ 380 h 70"/>
                <a:gd name="T8" fmla="*/ 109 w 29"/>
                <a:gd name="T9" fmla="*/ 315 h 70"/>
                <a:gd name="T10" fmla="*/ 49 w 29"/>
                <a:gd name="T11" fmla="*/ 158 h 70"/>
                <a:gd name="T12" fmla="*/ 0 w 29"/>
                <a:gd name="T13" fmla="*/ 0 h 7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" h="70">
                  <a:moveTo>
                    <a:pt x="3" y="0"/>
                  </a:moveTo>
                  <a:cubicBezTo>
                    <a:pt x="5" y="2"/>
                    <a:pt x="6" y="4"/>
                    <a:pt x="7" y="6"/>
                  </a:cubicBezTo>
                  <a:cubicBezTo>
                    <a:pt x="12" y="15"/>
                    <a:pt x="16" y="24"/>
                    <a:pt x="18" y="33"/>
                  </a:cubicBezTo>
                  <a:cubicBezTo>
                    <a:pt x="20" y="46"/>
                    <a:pt x="23" y="58"/>
                    <a:pt x="29" y="70"/>
                  </a:cubicBezTo>
                  <a:cubicBezTo>
                    <a:pt x="25" y="67"/>
                    <a:pt x="22" y="62"/>
                    <a:pt x="20" y="58"/>
                  </a:cubicBezTo>
                  <a:cubicBezTo>
                    <a:pt x="16" y="49"/>
                    <a:pt x="11" y="39"/>
                    <a:pt x="9" y="29"/>
                  </a:cubicBezTo>
                  <a:cubicBezTo>
                    <a:pt x="6" y="20"/>
                    <a:pt x="4" y="10"/>
                    <a:pt x="0" y="0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3368" name="Freeform 301">
              <a:extLst>
                <a:ext uri="{FF2B5EF4-FFF2-40B4-BE49-F238E27FC236}">
                  <a16:creationId xmlns:a16="http://schemas.microsoft.com/office/drawing/2014/main" id="{4A9553CA-FB65-4E72-B466-9EF118E53D38}"/>
                </a:ext>
              </a:extLst>
            </p:cNvPr>
            <p:cNvSpPr>
              <a:spLocks/>
            </p:cNvSpPr>
            <p:nvPr/>
          </p:nvSpPr>
          <p:spPr bwMode="auto">
            <a:xfrm>
              <a:off x="876" y="1314"/>
              <a:ext cx="32" cy="100"/>
            </a:xfrm>
            <a:custGeom>
              <a:avLst/>
              <a:gdLst>
                <a:gd name="T0" fmla="*/ 0 w 18"/>
                <a:gd name="T1" fmla="*/ 0 h 57"/>
                <a:gd name="T2" fmla="*/ 7 w 18"/>
                <a:gd name="T3" fmla="*/ 16 h 57"/>
                <a:gd name="T4" fmla="*/ 37 w 18"/>
                <a:gd name="T5" fmla="*/ 114 h 57"/>
                <a:gd name="T6" fmla="*/ 101 w 18"/>
                <a:gd name="T7" fmla="*/ 307 h 57"/>
                <a:gd name="T8" fmla="*/ 57 w 18"/>
                <a:gd name="T9" fmla="*/ 86 h 57"/>
                <a:gd name="T10" fmla="*/ 12 w 18"/>
                <a:gd name="T11" fmla="*/ 7 h 5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" h="57">
                  <a:moveTo>
                    <a:pt x="0" y="0"/>
                  </a:moveTo>
                  <a:cubicBezTo>
                    <a:pt x="0" y="1"/>
                    <a:pt x="1" y="2"/>
                    <a:pt x="1" y="3"/>
                  </a:cubicBezTo>
                  <a:cubicBezTo>
                    <a:pt x="4" y="8"/>
                    <a:pt x="6" y="15"/>
                    <a:pt x="7" y="21"/>
                  </a:cubicBezTo>
                  <a:cubicBezTo>
                    <a:pt x="9" y="34"/>
                    <a:pt x="14" y="46"/>
                    <a:pt x="18" y="57"/>
                  </a:cubicBezTo>
                  <a:cubicBezTo>
                    <a:pt x="14" y="44"/>
                    <a:pt x="15" y="29"/>
                    <a:pt x="10" y="16"/>
                  </a:cubicBezTo>
                  <a:cubicBezTo>
                    <a:pt x="8" y="11"/>
                    <a:pt x="5" y="6"/>
                    <a:pt x="2" y="1"/>
                  </a:cubicBezTo>
                </a:path>
              </a:pathLst>
            </a:custGeom>
            <a:solidFill>
              <a:srgbClr val="EFCA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3369" name="Freeform 302">
              <a:extLst>
                <a:ext uri="{FF2B5EF4-FFF2-40B4-BE49-F238E27FC236}">
                  <a16:creationId xmlns:a16="http://schemas.microsoft.com/office/drawing/2014/main" id="{BABF9D5C-BDF8-4933-9488-A936B6130644}"/>
                </a:ext>
              </a:extLst>
            </p:cNvPr>
            <p:cNvSpPr>
              <a:spLocks/>
            </p:cNvSpPr>
            <p:nvPr/>
          </p:nvSpPr>
          <p:spPr bwMode="auto">
            <a:xfrm>
              <a:off x="692" y="1617"/>
              <a:ext cx="9" cy="45"/>
            </a:xfrm>
            <a:custGeom>
              <a:avLst/>
              <a:gdLst>
                <a:gd name="T0" fmla="*/ 29 w 5"/>
                <a:gd name="T1" fmla="*/ 135 h 26"/>
                <a:gd name="T2" fmla="*/ 0 w 5"/>
                <a:gd name="T3" fmla="*/ 0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6">
                  <a:moveTo>
                    <a:pt x="5" y="26"/>
                  </a:moveTo>
                  <a:cubicBezTo>
                    <a:pt x="5" y="18"/>
                    <a:pt x="4" y="7"/>
                    <a:pt x="0" y="0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3370" name="Freeform 303">
              <a:extLst>
                <a:ext uri="{FF2B5EF4-FFF2-40B4-BE49-F238E27FC236}">
                  <a16:creationId xmlns:a16="http://schemas.microsoft.com/office/drawing/2014/main" id="{2FBED1A1-5CE1-42CE-9AB2-F1E99BD34EB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1" y="1590"/>
              <a:ext cx="9" cy="48"/>
            </a:xfrm>
            <a:custGeom>
              <a:avLst/>
              <a:gdLst>
                <a:gd name="T0" fmla="*/ 13 w 5"/>
                <a:gd name="T1" fmla="*/ 151 h 27"/>
                <a:gd name="T2" fmla="*/ 7 w 5"/>
                <a:gd name="T3" fmla="*/ 89 h 27"/>
                <a:gd name="T4" fmla="*/ 29 w 5"/>
                <a:gd name="T5" fmla="*/ 0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27">
                  <a:moveTo>
                    <a:pt x="2" y="27"/>
                  </a:moveTo>
                  <a:cubicBezTo>
                    <a:pt x="0" y="25"/>
                    <a:pt x="1" y="19"/>
                    <a:pt x="1" y="16"/>
                  </a:cubicBezTo>
                  <a:cubicBezTo>
                    <a:pt x="1" y="11"/>
                    <a:pt x="1" y="4"/>
                    <a:pt x="5" y="0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3371" name="Freeform 304">
              <a:extLst>
                <a:ext uri="{FF2B5EF4-FFF2-40B4-BE49-F238E27FC236}">
                  <a16:creationId xmlns:a16="http://schemas.microsoft.com/office/drawing/2014/main" id="{BA924865-2230-47DD-ABCE-484C8659CD18}"/>
                </a:ext>
              </a:extLst>
            </p:cNvPr>
            <p:cNvSpPr>
              <a:spLocks/>
            </p:cNvSpPr>
            <p:nvPr/>
          </p:nvSpPr>
          <p:spPr bwMode="auto">
            <a:xfrm>
              <a:off x="652" y="2304"/>
              <a:ext cx="51" cy="580"/>
            </a:xfrm>
            <a:custGeom>
              <a:avLst/>
              <a:gdLst>
                <a:gd name="T0" fmla="*/ 102 w 29"/>
                <a:gd name="T1" fmla="*/ 0 h 331"/>
                <a:gd name="T2" fmla="*/ 158 w 29"/>
                <a:gd name="T3" fmla="*/ 1780 h 331"/>
                <a:gd name="T4" fmla="*/ 102 w 29"/>
                <a:gd name="T5" fmla="*/ 0 h 3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331">
                  <a:moveTo>
                    <a:pt x="19" y="0"/>
                  </a:moveTo>
                  <a:cubicBezTo>
                    <a:pt x="19" y="0"/>
                    <a:pt x="0" y="204"/>
                    <a:pt x="29" y="331"/>
                  </a:cubicBezTo>
                  <a:cubicBezTo>
                    <a:pt x="29" y="331"/>
                    <a:pt x="10" y="101"/>
                    <a:pt x="19" y="0"/>
                  </a:cubicBezTo>
                  <a:close/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3372" name="Freeform 305">
              <a:extLst>
                <a:ext uri="{FF2B5EF4-FFF2-40B4-BE49-F238E27FC236}">
                  <a16:creationId xmlns:a16="http://schemas.microsoft.com/office/drawing/2014/main" id="{55E13D33-9BCB-43AB-876D-56D53B1D50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4" y="2493"/>
              <a:ext cx="53" cy="473"/>
            </a:xfrm>
            <a:custGeom>
              <a:avLst/>
              <a:gdLst>
                <a:gd name="T0" fmla="*/ 166 w 30"/>
                <a:gd name="T1" fmla="*/ 0 h 270"/>
                <a:gd name="T2" fmla="*/ 0 w 30"/>
                <a:gd name="T3" fmla="*/ 1452 h 270"/>
                <a:gd name="T4" fmla="*/ 166 w 30"/>
                <a:gd name="T5" fmla="*/ 0 h 27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270">
                  <a:moveTo>
                    <a:pt x="30" y="0"/>
                  </a:moveTo>
                  <a:cubicBezTo>
                    <a:pt x="30" y="0"/>
                    <a:pt x="18" y="193"/>
                    <a:pt x="0" y="270"/>
                  </a:cubicBezTo>
                  <a:cubicBezTo>
                    <a:pt x="0" y="270"/>
                    <a:pt x="23" y="18"/>
                    <a:pt x="30" y="0"/>
                  </a:cubicBezTo>
                  <a:close/>
                </a:path>
              </a:pathLst>
            </a:custGeom>
            <a:solidFill>
              <a:srgbClr val="EFCA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3373" name="Freeform 306">
              <a:extLst>
                <a:ext uri="{FF2B5EF4-FFF2-40B4-BE49-F238E27FC236}">
                  <a16:creationId xmlns:a16="http://schemas.microsoft.com/office/drawing/2014/main" id="{253D5B05-3360-4A97-8D29-ED451AE45AAC}"/>
                </a:ext>
              </a:extLst>
            </p:cNvPr>
            <p:cNvSpPr>
              <a:spLocks/>
            </p:cNvSpPr>
            <p:nvPr/>
          </p:nvSpPr>
          <p:spPr bwMode="auto">
            <a:xfrm>
              <a:off x="697" y="1611"/>
              <a:ext cx="32" cy="245"/>
            </a:xfrm>
            <a:custGeom>
              <a:avLst/>
              <a:gdLst>
                <a:gd name="T0" fmla="*/ 7 w 18"/>
                <a:gd name="T1" fmla="*/ 0 h 140"/>
                <a:gd name="T2" fmla="*/ 37 w 18"/>
                <a:gd name="T3" fmla="*/ 215 h 140"/>
                <a:gd name="T4" fmla="*/ 16 w 18"/>
                <a:gd name="T5" fmla="*/ 371 h 140"/>
                <a:gd name="T6" fmla="*/ 21 w 18"/>
                <a:gd name="T7" fmla="*/ 751 h 140"/>
                <a:gd name="T8" fmla="*/ 89 w 18"/>
                <a:gd name="T9" fmla="*/ 278 h 140"/>
                <a:gd name="T10" fmla="*/ 7 w 18"/>
                <a:gd name="T11" fmla="*/ 0 h 14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" h="140">
                  <a:moveTo>
                    <a:pt x="1" y="0"/>
                  </a:moveTo>
                  <a:cubicBezTo>
                    <a:pt x="0" y="12"/>
                    <a:pt x="8" y="26"/>
                    <a:pt x="7" y="40"/>
                  </a:cubicBezTo>
                  <a:cubicBezTo>
                    <a:pt x="7" y="50"/>
                    <a:pt x="4" y="59"/>
                    <a:pt x="3" y="69"/>
                  </a:cubicBezTo>
                  <a:cubicBezTo>
                    <a:pt x="1" y="91"/>
                    <a:pt x="0" y="119"/>
                    <a:pt x="4" y="140"/>
                  </a:cubicBezTo>
                  <a:cubicBezTo>
                    <a:pt x="11" y="112"/>
                    <a:pt x="13" y="81"/>
                    <a:pt x="16" y="52"/>
                  </a:cubicBezTo>
                  <a:cubicBezTo>
                    <a:pt x="18" y="31"/>
                    <a:pt x="17" y="15"/>
                    <a:pt x="1" y="0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3374" name="Freeform 307">
              <a:extLst>
                <a:ext uri="{FF2B5EF4-FFF2-40B4-BE49-F238E27FC236}">
                  <a16:creationId xmlns:a16="http://schemas.microsoft.com/office/drawing/2014/main" id="{CE7F7865-9CAA-481B-876B-945EFCAF5D6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1" y="1590"/>
              <a:ext cx="41" cy="259"/>
            </a:xfrm>
            <a:custGeom>
              <a:avLst/>
              <a:gdLst>
                <a:gd name="T0" fmla="*/ 94 w 23"/>
                <a:gd name="T1" fmla="*/ 0 h 148"/>
                <a:gd name="T2" fmla="*/ 73 w 23"/>
                <a:gd name="T3" fmla="*/ 156 h 148"/>
                <a:gd name="T4" fmla="*/ 93 w 23"/>
                <a:gd name="T5" fmla="*/ 343 h 148"/>
                <a:gd name="T6" fmla="*/ 114 w 23"/>
                <a:gd name="T7" fmla="*/ 793 h 148"/>
                <a:gd name="T8" fmla="*/ 94 w 23"/>
                <a:gd name="T9" fmla="*/ 558 h 148"/>
                <a:gd name="T10" fmla="*/ 45 w 23"/>
                <a:gd name="T11" fmla="*/ 327 h 148"/>
                <a:gd name="T12" fmla="*/ 86 w 23"/>
                <a:gd name="T13" fmla="*/ 21 h 14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148">
                  <a:moveTo>
                    <a:pt x="17" y="0"/>
                  </a:moveTo>
                  <a:cubicBezTo>
                    <a:pt x="18" y="7"/>
                    <a:pt x="12" y="19"/>
                    <a:pt x="13" y="29"/>
                  </a:cubicBezTo>
                  <a:cubicBezTo>
                    <a:pt x="13" y="41"/>
                    <a:pt x="14" y="53"/>
                    <a:pt x="16" y="64"/>
                  </a:cubicBezTo>
                  <a:cubicBezTo>
                    <a:pt x="20" y="91"/>
                    <a:pt x="23" y="120"/>
                    <a:pt x="20" y="148"/>
                  </a:cubicBezTo>
                  <a:cubicBezTo>
                    <a:pt x="17" y="135"/>
                    <a:pt x="19" y="118"/>
                    <a:pt x="17" y="104"/>
                  </a:cubicBezTo>
                  <a:cubicBezTo>
                    <a:pt x="15" y="89"/>
                    <a:pt x="10" y="75"/>
                    <a:pt x="8" y="61"/>
                  </a:cubicBezTo>
                  <a:cubicBezTo>
                    <a:pt x="6" y="46"/>
                    <a:pt x="0" y="13"/>
                    <a:pt x="15" y="4"/>
                  </a:cubicBezTo>
                </a:path>
              </a:pathLst>
            </a:custGeom>
            <a:solidFill>
              <a:srgbClr val="EFCA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3375" name="Freeform 308">
              <a:extLst>
                <a:ext uri="{FF2B5EF4-FFF2-40B4-BE49-F238E27FC236}">
                  <a16:creationId xmlns:a16="http://schemas.microsoft.com/office/drawing/2014/main" id="{B3115AF9-7F6E-4076-B061-17A4DC936103}"/>
                </a:ext>
              </a:extLst>
            </p:cNvPr>
            <p:cNvSpPr>
              <a:spLocks/>
            </p:cNvSpPr>
            <p:nvPr/>
          </p:nvSpPr>
          <p:spPr bwMode="auto">
            <a:xfrm>
              <a:off x="897" y="1627"/>
              <a:ext cx="49" cy="47"/>
            </a:xfrm>
            <a:custGeom>
              <a:avLst/>
              <a:gdLst>
                <a:gd name="T0" fmla="*/ 7 w 28"/>
                <a:gd name="T1" fmla="*/ 99 h 27"/>
                <a:gd name="T2" fmla="*/ 151 w 28"/>
                <a:gd name="T3" fmla="*/ 143 h 27"/>
                <a:gd name="T4" fmla="*/ 0 w 28"/>
                <a:gd name="T5" fmla="*/ 115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27">
                  <a:moveTo>
                    <a:pt x="1" y="19"/>
                  </a:moveTo>
                  <a:cubicBezTo>
                    <a:pt x="6" y="0"/>
                    <a:pt x="24" y="19"/>
                    <a:pt x="28" y="27"/>
                  </a:cubicBezTo>
                  <a:cubicBezTo>
                    <a:pt x="19" y="21"/>
                    <a:pt x="12" y="18"/>
                    <a:pt x="0" y="22"/>
                  </a:cubicBezTo>
                </a:path>
              </a:pathLst>
            </a:custGeom>
            <a:solidFill>
              <a:srgbClr val="EFCA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3376" name="Freeform 309">
              <a:extLst>
                <a:ext uri="{FF2B5EF4-FFF2-40B4-BE49-F238E27FC236}">
                  <a16:creationId xmlns:a16="http://schemas.microsoft.com/office/drawing/2014/main" id="{A9322257-921B-4D89-9713-074FC0C23560}"/>
                </a:ext>
              </a:extLst>
            </p:cNvPr>
            <p:cNvSpPr>
              <a:spLocks/>
            </p:cNvSpPr>
            <p:nvPr/>
          </p:nvSpPr>
          <p:spPr bwMode="auto">
            <a:xfrm>
              <a:off x="773" y="1305"/>
              <a:ext cx="75" cy="107"/>
            </a:xfrm>
            <a:custGeom>
              <a:avLst/>
              <a:gdLst>
                <a:gd name="T0" fmla="*/ 220 w 43"/>
                <a:gd name="T1" fmla="*/ 0 h 61"/>
                <a:gd name="T2" fmla="*/ 213 w 43"/>
                <a:gd name="T3" fmla="*/ 77 h 61"/>
                <a:gd name="T4" fmla="*/ 180 w 43"/>
                <a:gd name="T5" fmla="*/ 163 h 61"/>
                <a:gd name="T6" fmla="*/ 113 w 43"/>
                <a:gd name="T7" fmla="*/ 221 h 61"/>
                <a:gd name="T8" fmla="*/ 58 w 43"/>
                <a:gd name="T9" fmla="*/ 253 h 61"/>
                <a:gd name="T10" fmla="*/ 0 w 43"/>
                <a:gd name="T11" fmla="*/ 274 h 61"/>
                <a:gd name="T12" fmla="*/ 222 w 43"/>
                <a:gd name="T13" fmla="*/ 21 h 6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3" h="61">
                  <a:moveTo>
                    <a:pt x="41" y="0"/>
                  </a:moveTo>
                  <a:cubicBezTo>
                    <a:pt x="39" y="4"/>
                    <a:pt x="41" y="9"/>
                    <a:pt x="40" y="14"/>
                  </a:cubicBezTo>
                  <a:cubicBezTo>
                    <a:pt x="39" y="19"/>
                    <a:pt x="36" y="25"/>
                    <a:pt x="34" y="30"/>
                  </a:cubicBezTo>
                  <a:cubicBezTo>
                    <a:pt x="30" y="36"/>
                    <a:pt x="26" y="38"/>
                    <a:pt x="21" y="41"/>
                  </a:cubicBezTo>
                  <a:cubicBezTo>
                    <a:pt x="18" y="43"/>
                    <a:pt x="15" y="46"/>
                    <a:pt x="11" y="47"/>
                  </a:cubicBezTo>
                  <a:cubicBezTo>
                    <a:pt x="7" y="48"/>
                    <a:pt x="3" y="50"/>
                    <a:pt x="0" y="51"/>
                  </a:cubicBezTo>
                  <a:cubicBezTo>
                    <a:pt x="28" y="61"/>
                    <a:pt x="43" y="29"/>
                    <a:pt x="42" y="4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3377" name="Freeform 310">
              <a:extLst>
                <a:ext uri="{FF2B5EF4-FFF2-40B4-BE49-F238E27FC236}">
                  <a16:creationId xmlns:a16="http://schemas.microsoft.com/office/drawing/2014/main" id="{2BA0C7F6-E013-4FF0-9DEF-20CB58746A96}"/>
                </a:ext>
              </a:extLst>
            </p:cNvPr>
            <p:cNvSpPr>
              <a:spLocks/>
            </p:cNvSpPr>
            <p:nvPr/>
          </p:nvSpPr>
          <p:spPr bwMode="auto">
            <a:xfrm>
              <a:off x="657" y="1613"/>
              <a:ext cx="37" cy="189"/>
            </a:xfrm>
            <a:custGeom>
              <a:avLst/>
              <a:gdLst>
                <a:gd name="T0" fmla="*/ 78 w 21"/>
                <a:gd name="T1" fmla="*/ 0 h 108"/>
                <a:gd name="T2" fmla="*/ 99 w 21"/>
                <a:gd name="T3" fmla="*/ 193 h 108"/>
                <a:gd name="T4" fmla="*/ 58 w 21"/>
                <a:gd name="T5" fmla="*/ 350 h 108"/>
                <a:gd name="T6" fmla="*/ 0 w 21"/>
                <a:gd name="T7" fmla="*/ 579 h 108"/>
                <a:gd name="T8" fmla="*/ 49 w 21"/>
                <a:gd name="T9" fmla="*/ 264 h 108"/>
                <a:gd name="T10" fmla="*/ 72 w 21"/>
                <a:gd name="T11" fmla="*/ 16 h 10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108">
                  <a:moveTo>
                    <a:pt x="14" y="0"/>
                  </a:moveTo>
                  <a:cubicBezTo>
                    <a:pt x="19" y="12"/>
                    <a:pt x="21" y="23"/>
                    <a:pt x="18" y="36"/>
                  </a:cubicBezTo>
                  <a:cubicBezTo>
                    <a:pt x="15" y="46"/>
                    <a:pt x="14" y="56"/>
                    <a:pt x="11" y="65"/>
                  </a:cubicBezTo>
                  <a:cubicBezTo>
                    <a:pt x="6" y="79"/>
                    <a:pt x="5" y="95"/>
                    <a:pt x="0" y="108"/>
                  </a:cubicBezTo>
                  <a:cubicBezTo>
                    <a:pt x="3" y="89"/>
                    <a:pt x="7" y="69"/>
                    <a:pt x="9" y="49"/>
                  </a:cubicBezTo>
                  <a:cubicBezTo>
                    <a:pt x="10" y="34"/>
                    <a:pt x="14" y="18"/>
                    <a:pt x="13" y="3"/>
                  </a:cubicBezTo>
                </a:path>
              </a:pathLst>
            </a:custGeom>
            <a:solidFill>
              <a:srgbClr val="EFCA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3378" name="Freeform 311">
              <a:extLst>
                <a:ext uri="{FF2B5EF4-FFF2-40B4-BE49-F238E27FC236}">
                  <a16:creationId xmlns:a16="http://schemas.microsoft.com/office/drawing/2014/main" id="{7DFD5C24-33D4-4C33-94B7-19EE905C431E}"/>
                </a:ext>
              </a:extLst>
            </p:cNvPr>
            <p:cNvSpPr>
              <a:spLocks/>
            </p:cNvSpPr>
            <p:nvPr/>
          </p:nvSpPr>
          <p:spPr bwMode="auto">
            <a:xfrm>
              <a:off x="548" y="1967"/>
              <a:ext cx="69" cy="26"/>
            </a:xfrm>
            <a:custGeom>
              <a:avLst/>
              <a:gdLst>
                <a:gd name="T0" fmla="*/ 216 w 39"/>
                <a:gd name="T1" fmla="*/ 78 h 15"/>
                <a:gd name="T2" fmla="*/ 143 w 39"/>
                <a:gd name="T3" fmla="*/ 21 h 15"/>
                <a:gd name="T4" fmla="*/ 0 w 39"/>
                <a:gd name="T5" fmla="*/ 9 h 15"/>
                <a:gd name="T6" fmla="*/ 203 w 39"/>
                <a:gd name="T7" fmla="*/ 78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" h="15">
                  <a:moveTo>
                    <a:pt x="39" y="15"/>
                  </a:moveTo>
                  <a:cubicBezTo>
                    <a:pt x="38" y="10"/>
                    <a:pt x="30" y="6"/>
                    <a:pt x="26" y="4"/>
                  </a:cubicBezTo>
                  <a:cubicBezTo>
                    <a:pt x="19" y="0"/>
                    <a:pt x="8" y="0"/>
                    <a:pt x="0" y="2"/>
                  </a:cubicBezTo>
                  <a:cubicBezTo>
                    <a:pt x="10" y="5"/>
                    <a:pt x="32" y="4"/>
                    <a:pt x="37" y="15"/>
                  </a:cubicBezTo>
                </a:path>
              </a:pathLst>
            </a:custGeom>
            <a:solidFill>
              <a:srgbClr val="EFCA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3379" name="Freeform 312">
              <a:extLst>
                <a:ext uri="{FF2B5EF4-FFF2-40B4-BE49-F238E27FC236}">
                  <a16:creationId xmlns:a16="http://schemas.microsoft.com/office/drawing/2014/main" id="{553E47BF-0FFE-42EB-A2A8-C910842A77B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0" y="1618"/>
              <a:ext cx="49" cy="224"/>
            </a:xfrm>
            <a:custGeom>
              <a:avLst/>
              <a:gdLst>
                <a:gd name="T0" fmla="*/ 0 w 28"/>
                <a:gd name="T1" fmla="*/ 0 h 128"/>
                <a:gd name="T2" fmla="*/ 49 w 28"/>
                <a:gd name="T3" fmla="*/ 301 h 128"/>
                <a:gd name="T4" fmla="*/ 151 w 28"/>
                <a:gd name="T5" fmla="*/ 686 h 128"/>
                <a:gd name="T6" fmla="*/ 130 w 28"/>
                <a:gd name="T7" fmla="*/ 600 h 128"/>
                <a:gd name="T8" fmla="*/ 102 w 28"/>
                <a:gd name="T9" fmla="*/ 445 h 128"/>
                <a:gd name="T10" fmla="*/ 65 w 28"/>
                <a:gd name="T11" fmla="*/ 264 h 128"/>
                <a:gd name="T12" fmla="*/ 7 w 28"/>
                <a:gd name="T13" fmla="*/ 12 h 1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" h="128">
                  <a:moveTo>
                    <a:pt x="0" y="0"/>
                  </a:moveTo>
                  <a:cubicBezTo>
                    <a:pt x="0" y="19"/>
                    <a:pt x="5" y="39"/>
                    <a:pt x="9" y="56"/>
                  </a:cubicBezTo>
                  <a:cubicBezTo>
                    <a:pt x="14" y="80"/>
                    <a:pt x="25" y="104"/>
                    <a:pt x="28" y="128"/>
                  </a:cubicBezTo>
                  <a:cubicBezTo>
                    <a:pt x="27" y="123"/>
                    <a:pt x="25" y="118"/>
                    <a:pt x="24" y="112"/>
                  </a:cubicBezTo>
                  <a:cubicBezTo>
                    <a:pt x="22" y="103"/>
                    <a:pt x="21" y="93"/>
                    <a:pt x="19" y="83"/>
                  </a:cubicBezTo>
                  <a:cubicBezTo>
                    <a:pt x="16" y="72"/>
                    <a:pt x="14" y="60"/>
                    <a:pt x="12" y="49"/>
                  </a:cubicBezTo>
                  <a:cubicBezTo>
                    <a:pt x="8" y="33"/>
                    <a:pt x="4" y="18"/>
                    <a:pt x="1" y="2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3380" name="Freeform 313">
              <a:extLst>
                <a:ext uri="{FF2B5EF4-FFF2-40B4-BE49-F238E27FC236}">
                  <a16:creationId xmlns:a16="http://schemas.microsoft.com/office/drawing/2014/main" id="{D20C7156-8A73-4019-8E14-7C7E814239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6" y="1419"/>
              <a:ext cx="91" cy="252"/>
            </a:xfrm>
            <a:custGeom>
              <a:avLst/>
              <a:gdLst>
                <a:gd name="T0" fmla="*/ 0 w 52"/>
                <a:gd name="T1" fmla="*/ 0 h 144"/>
                <a:gd name="T2" fmla="*/ 102 w 52"/>
                <a:gd name="T3" fmla="*/ 77 h 144"/>
                <a:gd name="T4" fmla="*/ 166 w 52"/>
                <a:gd name="T5" fmla="*/ 228 h 144"/>
                <a:gd name="T6" fmla="*/ 221 w 52"/>
                <a:gd name="T7" fmla="*/ 441 h 144"/>
                <a:gd name="T8" fmla="*/ 252 w 52"/>
                <a:gd name="T9" fmla="*/ 595 h 144"/>
                <a:gd name="T10" fmla="*/ 278 w 52"/>
                <a:gd name="T11" fmla="*/ 772 h 144"/>
                <a:gd name="T12" fmla="*/ 215 w 52"/>
                <a:gd name="T13" fmla="*/ 527 h 144"/>
                <a:gd name="T14" fmla="*/ 156 w 52"/>
                <a:gd name="T15" fmla="*/ 327 h 144"/>
                <a:gd name="T16" fmla="*/ 98 w 52"/>
                <a:gd name="T17" fmla="*/ 151 h 144"/>
                <a:gd name="T18" fmla="*/ 0 w 52"/>
                <a:gd name="T19" fmla="*/ 16 h 14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2" h="144">
                  <a:moveTo>
                    <a:pt x="0" y="0"/>
                  </a:moveTo>
                  <a:cubicBezTo>
                    <a:pt x="5" y="1"/>
                    <a:pt x="15" y="9"/>
                    <a:pt x="19" y="14"/>
                  </a:cubicBezTo>
                  <a:cubicBezTo>
                    <a:pt x="25" y="21"/>
                    <a:pt x="28" y="32"/>
                    <a:pt x="31" y="42"/>
                  </a:cubicBezTo>
                  <a:cubicBezTo>
                    <a:pt x="36" y="55"/>
                    <a:pt x="39" y="68"/>
                    <a:pt x="41" y="82"/>
                  </a:cubicBezTo>
                  <a:cubicBezTo>
                    <a:pt x="43" y="91"/>
                    <a:pt x="45" y="101"/>
                    <a:pt x="47" y="111"/>
                  </a:cubicBezTo>
                  <a:cubicBezTo>
                    <a:pt x="48" y="121"/>
                    <a:pt x="52" y="135"/>
                    <a:pt x="52" y="144"/>
                  </a:cubicBezTo>
                  <a:cubicBezTo>
                    <a:pt x="47" y="129"/>
                    <a:pt x="44" y="113"/>
                    <a:pt x="40" y="98"/>
                  </a:cubicBezTo>
                  <a:cubicBezTo>
                    <a:pt x="38" y="86"/>
                    <a:pt x="33" y="73"/>
                    <a:pt x="29" y="61"/>
                  </a:cubicBezTo>
                  <a:cubicBezTo>
                    <a:pt x="26" y="50"/>
                    <a:pt x="24" y="38"/>
                    <a:pt x="18" y="28"/>
                  </a:cubicBezTo>
                  <a:cubicBezTo>
                    <a:pt x="14" y="20"/>
                    <a:pt x="3" y="12"/>
                    <a:pt x="0" y="3"/>
                  </a:cubicBezTo>
                </a:path>
              </a:pathLst>
            </a:custGeom>
            <a:solidFill>
              <a:srgbClr val="EFCA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3381" name="Freeform 314">
              <a:extLst>
                <a:ext uri="{FF2B5EF4-FFF2-40B4-BE49-F238E27FC236}">
                  <a16:creationId xmlns:a16="http://schemas.microsoft.com/office/drawing/2014/main" id="{A524E907-576D-4C3F-BEAD-24D4B0E12BC2}"/>
                </a:ext>
              </a:extLst>
            </p:cNvPr>
            <p:cNvSpPr>
              <a:spLocks/>
            </p:cNvSpPr>
            <p:nvPr/>
          </p:nvSpPr>
          <p:spPr bwMode="auto">
            <a:xfrm>
              <a:off x="592" y="1431"/>
              <a:ext cx="81" cy="205"/>
            </a:xfrm>
            <a:custGeom>
              <a:avLst/>
              <a:gdLst>
                <a:gd name="T0" fmla="*/ 252 w 46"/>
                <a:gd name="T1" fmla="*/ 0 h 117"/>
                <a:gd name="T2" fmla="*/ 102 w 46"/>
                <a:gd name="T3" fmla="*/ 209 h 117"/>
                <a:gd name="T4" fmla="*/ 44 w 46"/>
                <a:gd name="T5" fmla="*/ 408 h 117"/>
                <a:gd name="T6" fmla="*/ 0 w 46"/>
                <a:gd name="T7" fmla="*/ 629 h 117"/>
                <a:gd name="T8" fmla="*/ 130 w 46"/>
                <a:gd name="T9" fmla="*/ 258 h 117"/>
                <a:gd name="T10" fmla="*/ 180 w 46"/>
                <a:gd name="T11" fmla="*/ 102 h 117"/>
                <a:gd name="T12" fmla="*/ 229 w 46"/>
                <a:gd name="T13" fmla="*/ 12 h 1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6" h="117">
                  <a:moveTo>
                    <a:pt x="46" y="0"/>
                  </a:moveTo>
                  <a:cubicBezTo>
                    <a:pt x="29" y="3"/>
                    <a:pt x="23" y="25"/>
                    <a:pt x="19" y="39"/>
                  </a:cubicBezTo>
                  <a:cubicBezTo>
                    <a:pt x="15" y="51"/>
                    <a:pt x="12" y="64"/>
                    <a:pt x="8" y="76"/>
                  </a:cubicBezTo>
                  <a:cubicBezTo>
                    <a:pt x="4" y="88"/>
                    <a:pt x="0" y="104"/>
                    <a:pt x="0" y="117"/>
                  </a:cubicBezTo>
                  <a:cubicBezTo>
                    <a:pt x="5" y="93"/>
                    <a:pt x="16" y="70"/>
                    <a:pt x="24" y="48"/>
                  </a:cubicBezTo>
                  <a:cubicBezTo>
                    <a:pt x="27" y="38"/>
                    <a:pt x="30" y="29"/>
                    <a:pt x="33" y="19"/>
                  </a:cubicBezTo>
                  <a:cubicBezTo>
                    <a:pt x="35" y="14"/>
                    <a:pt x="38" y="6"/>
                    <a:pt x="42" y="2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3382" name="Freeform 315">
              <a:extLst>
                <a:ext uri="{FF2B5EF4-FFF2-40B4-BE49-F238E27FC236}">
                  <a16:creationId xmlns:a16="http://schemas.microsoft.com/office/drawing/2014/main" id="{9562098B-6D44-470C-9A82-F30896C05FFE}"/>
                </a:ext>
              </a:extLst>
            </p:cNvPr>
            <p:cNvSpPr>
              <a:spLocks/>
            </p:cNvSpPr>
            <p:nvPr/>
          </p:nvSpPr>
          <p:spPr bwMode="auto">
            <a:xfrm>
              <a:off x="711" y="1142"/>
              <a:ext cx="88" cy="238"/>
            </a:xfrm>
            <a:custGeom>
              <a:avLst/>
              <a:gdLst>
                <a:gd name="T0" fmla="*/ 192 w 50"/>
                <a:gd name="T1" fmla="*/ 0 h 136"/>
                <a:gd name="T2" fmla="*/ 56 w 50"/>
                <a:gd name="T3" fmla="*/ 166 h 136"/>
                <a:gd name="T4" fmla="*/ 16 w 50"/>
                <a:gd name="T5" fmla="*/ 392 h 136"/>
                <a:gd name="T6" fmla="*/ 102 w 50"/>
                <a:gd name="T7" fmla="*/ 572 h 136"/>
                <a:gd name="T8" fmla="*/ 123 w 50"/>
                <a:gd name="T9" fmla="*/ 730 h 136"/>
                <a:gd name="T10" fmla="*/ 216 w 50"/>
                <a:gd name="T11" fmla="*/ 558 h 136"/>
                <a:gd name="T12" fmla="*/ 260 w 50"/>
                <a:gd name="T13" fmla="*/ 338 h 136"/>
                <a:gd name="T14" fmla="*/ 239 w 50"/>
                <a:gd name="T15" fmla="*/ 163 h 136"/>
                <a:gd name="T16" fmla="*/ 192 w 50"/>
                <a:gd name="T17" fmla="*/ 7 h 1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0" h="136">
                  <a:moveTo>
                    <a:pt x="35" y="0"/>
                  </a:moveTo>
                  <a:cubicBezTo>
                    <a:pt x="33" y="13"/>
                    <a:pt x="17" y="20"/>
                    <a:pt x="10" y="31"/>
                  </a:cubicBezTo>
                  <a:cubicBezTo>
                    <a:pt x="2" y="43"/>
                    <a:pt x="0" y="59"/>
                    <a:pt x="3" y="73"/>
                  </a:cubicBezTo>
                  <a:cubicBezTo>
                    <a:pt x="6" y="85"/>
                    <a:pt x="14" y="95"/>
                    <a:pt x="19" y="107"/>
                  </a:cubicBezTo>
                  <a:cubicBezTo>
                    <a:pt x="21" y="114"/>
                    <a:pt x="27" y="130"/>
                    <a:pt x="23" y="136"/>
                  </a:cubicBezTo>
                  <a:cubicBezTo>
                    <a:pt x="25" y="123"/>
                    <a:pt x="34" y="116"/>
                    <a:pt x="40" y="104"/>
                  </a:cubicBezTo>
                  <a:cubicBezTo>
                    <a:pt x="46" y="91"/>
                    <a:pt x="50" y="78"/>
                    <a:pt x="48" y="63"/>
                  </a:cubicBezTo>
                  <a:cubicBezTo>
                    <a:pt x="47" y="52"/>
                    <a:pt x="46" y="41"/>
                    <a:pt x="44" y="30"/>
                  </a:cubicBezTo>
                  <a:cubicBezTo>
                    <a:pt x="42" y="21"/>
                    <a:pt x="39" y="9"/>
                    <a:pt x="35" y="1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3383" name="Freeform 316">
              <a:extLst>
                <a:ext uri="{FF2B5EF4-FFF2-40B4-BE49-F238E27FC236}">
                  <a16:creationId xmlns:a16="http://schemas.microsoft.com/office/drawing/2014/main" id="{A41F9F69-7534-4D1B-9FC7-F9365EE1295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0" y="1142"/>
              <a:ext cx="86" cy="238"/>
            </a:xfrm>
            <a:custGeom>
              <a:avLst/>
              <a:gdLst>
                <a:gd name="T0" fmla="*/ 77 w 49"/>
                <a:gd name="T1" fmla="*/ 0 h 136"/>
                <a:gd name="T2" fmla="*/ 216 w 49"/>
                <a:gd name="T3" fmla="*/ 166 h 136"/>
                <a:gd name="T4" fmla="*/ 253 w 49"/>
                <a:gd name="T5" fmla="*/ 392 h 136"/>
                <a:gd name="T6" fmla="*/ 167 w 49"/>
                <a:gd name="T7" fmla="*/ 572 h 136"/>
                <a:gd name="T8" fmla="*/ 142 w 49"/>
                <a:gd name="T9" fmla="*/ 730 h 136"/>
                <a:gd name="T10" fmla="*/ 56 w 49"/>
                <a:gd name="T11" fmla="*/ 558 h 136"/>
                <a:gd name="T12" fmla="*/ 7 w 49"/>
                <a:gd name="T13" fmla="*/ 338 h 136"/>
                <a:gd name="T14" fmla="*/ 33 w 49"/>
                <a:gd name="T15" fmla="*/ 163 h 136"/>
                <a:gd name="T16" fmla="*/ 81 w 49"/>
                <a:gd name="T17" fmla="*/ 7 h 1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9" h="136">
                  <a:moveTo>
                    <a:pt x="14" y="0"/>
                  </a:moveTo>
                  <a:cubicBezTo>
                    <a:pt x="17" y="13"/>
                    <a:pt x="33" y="20"/>
                    <a:pt x="40" y="31"/>
                  </a:cubicBezTo>
                  <a:cubicBezTo>
                    <a:pt x="48" y="43"/>
                    <a:pt x="49" y="59"/>
                    <a:pt x="47" y="73"/>
                  </a:cubicBezTo>
                  <a:cubicBezTo>
                    <a:pt x="44" y="85"/>
                    <a:pt x="35" y="95"/>
                    <a:pt x="31" y="107"/>
                  </a:cubicBezTo>
                  <a:cubicBezTo>
                    <a:pt x="28" y="114"/>
                    <a:pt x="23" y="130"/>
                    <a:pt x="26" y="136"/>
                  </a:cubicBezTo>
                  <a:cubicBezTo>
                    <a:pt x="25" y="123"/>
                    <a:pt x="15" y="116"/>
                    <a:pt x="10" y="104"/>
                  </a:cubicBezTo>
                  <a:cubicBezTo>
                    <a:pt x="4" y="91"/>
                    <a:pt x="0" y="78"/>
                    <a:pt x="1" y="63"/>
                  </a:cubicBezTo>
                  <a:cubicBezTo>
                    <a:pt x="2" y="52"/>
                    <a:pt x="4" y="41"/>
                    <a:pt x="6" y="30"/>
                  </a:cubicBezTo>
                  <a:cubicBezTo>
                    <a:pt x="8" y="21"/>
                    <a:pt x="11" y="9"/>
                    <a:pt x="15" y="1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3384" name="Freeform 317">
              <a:extLst>
                <a:ext uri="{FF2B5EF4-FFF2-40B4-BE49-F238E27FC236}">
                  <a16:creationId xmlns:a16="http://schemas.microsoft.com/office/drawing/2014/main" id="{47B7B0C1-6274-4C4F-8AB5-EB6E56B6EBDE}"/>
                </a:ext>
              </a:extLst>
            </p:cNvPr>
            <p:cNvSpPr>
              <a:spLocks/>
            </p:cNvSpPr>
            <p:nvPr/>
          </p:nvSpPr>
          <p:spPr bwMode="auto">
            <a:xfrm>
              <a:off x="722" y="1049"/>
              <a:ext cx="54" cy="97"/>
            </a:xfrm>
            <a:custGeom>
              <a:avLst/>
              <a:gdLst>
                <a:gd name="T0" fmla="*/ 122 w 31"/>
                <a:gd name="T1" fmla="*/ 37 h 55"/>
                <a:gd name="T2" fmla="*/ 85 w 31"/>
                <a:gd name="T3" fmla="*/ 12 h 55"/>
                <a:gd name="T4" fmla="*/ 30 w 31"/>
                <a:gd name="T5" fmla="*/ 7 h 55"/>
                <a:gd name="T6" fmla="*/ 5 w 31"/>
                <a:gd name="T7" fmla="*/ 60 h 55"/>
                <a:gd name="T8" fmla="*/ 16 w 31"/>
                <a:gd name="T9" fmla="*/ 159 h 55"/>
                <a:gd name="T10" fmla="*/ 91 w 31"/>
                <a:gd name="T11" fmla="*/ 265 h 55"/>
                <a:gd name="T12" fmla="*/ 134 w 31"/>
                <a:gd name="T13" fmla="*/ 302 h 55"/>
                <a:gd name="T14" fmla="*/ 164 w 31"/>
                <a:gd name="T15" fmla="*/ 252 h 5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1" h="55">
                  <a:moveTo>
                    <a:pt x="23" y="7"/>
                  </a:moveTo>
                  <a:cubicBezTo>
                    <a:pt x="20" y="6"/>
                    <a:pt x="18" y="3"/>
                    <a:pt x="16" y="2"/>
                  </a:cubicBezTo>
                  <a:cubicBezTo>
                    <a:pt x="13" y="0"/>
                    <a:pt x="9" y="0"/>
                    <a:pt x="6" y="1"/>
                  </a:cubicBezTo>
                  <a:cubicBezTo>
                    <a:pt x="2" y="3"/>
                    <a:pt x="1" y="7"/>
                    <a:pt x="1" y="11"/>
                  </a:cubicBezTo>
                  <a:cubicBezTo>
                    <a:pt x="0" y="17"/>
                    <a:pt x="0" y="25"/>
                    <a:pt x="3" y="29"/>
                  </a:cubicBezTo>
                  <a:cubicBezTo>
                    <a:pt x="8" y="36"/>
                    <a:pt x="13" y="41"/>
                    <a:pt x="17" y="48"/>
                  </a:cubicBezTo>
                  <a:cubicBezTo>
                    <a:pt x="18" y="51"/>
                    <a:pt x="21" y="55"/>
                    <a:pt x="25" y="55"/>
                  </a:cubicBezTo>
                  <a:cubicBezTo>
                    <a:pt x="29" y="55"/>
                    <a:pt x="30" y="50"/>
                    <a:pt x="31" y="46"/>
                  </a:cubicBezTo>
                </a:path>
              </a:pathLst>
            </a:custGeom>
            <a:solidFill>
              <a:srgbClr val="F6E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3385" name="Freeform 318">
              <a:extLst>
                <a:ext uri="{FF2B5EF4-FFF2-40B4-BE49-F238E27FC236}">
                  <a16:creationId xmlns:a16="http://schemas.microsoft.com/office/drawing/2014/main" id="{314072D7-70DF-4062-985B-ED51D2BCF33C}"/>
                </a:ext>
              </a:extLst>
            </p:cNvPr>
            <p:cNvSpPr>
              <a:spLocks/>
            </p:cNvSpPr>
            <p:nvPr/>
          </p:nvSpPr>
          <p:spPr bwMode="auto">
            <a:xfrm>
              <a:off x="722" y="1049"/>
              <a:ext cx="54" cy="97"/>
            </a:xfrm>
            <a:custGeom>
              <a:avLst/>
              <a:gdLst>
                <a:gd name="T0" fmla="*/ 122 w 31"/>
                <a:gd name="T1" fmla="*/ 37 h 55"/>
                <a:gd name="T2" fmla="*/ 85 w 31"/>
                <a:gd name="T3" fmla="*/ 12 h 55"/>
                <a:gd name="T4" fmla="*/ 30 w 31"/>
                <a:gd name="T5" fmla="*/ 7 h 55"/>
                <a:gd name="T6" fmla="*/ 5 w 31"/>
                <a:gd name="T7" fmla="*/ 60 h 55"/>
                <a:gd name="T8" fmla="*/ 16 w 31"/>
                <a:gd name="T9" fmla="*/ 159 h 55"/>
                <a:gd name="T10" fmla="*/ 91 w 31"/>
                <a:gd name="T11" fmla="*/ 265 h 55"/>
                <a:gd name="T12" fmla="*/ 134 w 31"/>
                <a:gd name="T13" fmla="*/ 302 h 55"/>
                <a:gd name="T14" fmla="*/ 164 w 31"/>
                <a:gd name="T15" fmla="*/ 252 h 5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1" h="55">
                  <a:moveTo>
                    <a:pt x="23" y="7"/>
                  </a:moveTo>
                  <a:cubicBezTo>
                    <a:pt x="20" y="6"/>
                    <a:pt x="18" y="3"/>
                    <a:pt x="16" y="2"/>
                  </a:cubicBezTo>
                  <a:cubicBezTo>
                    <a:pt x="13" y="0"/>
                    <a:pt x="9" y="0"/>
                    <a:pt x="6" y="1"/>
                  </a:cubicBezTo>
                  <a:cubicBezTo>
                    <a:pt x="2" y="3"/>
                    <a:pt x="1" y="7"/>
                    <a:pt x="1" y="11"/>
                  </a:cubicBezTo>
                  <a:cubicBezTo>
                    <a:pt x="0" y="17"/>
                    <a:pt x="0" y="25"/>
                    <a:pt x="3" y="29"/>
                  </a:cubicBezTo>
                  <a:cubicBezTo>
                    <a:pt x="8" y="36"/>
                    <a:pt x="13" y="41"/>
                    <a:pt x="17" y="48"/>
                  </a:cubicBezTo>
                  <a:cubicBezTo>
                    <a:pt x="18" y="51"/>
                    <a:pt x="21" y="55"/>
                    <a:pt x="25" y="55"/>
                  </a:cubicBezTo>
                  <a:cubicBezTo>
                    <a:pt x="29" y="55"/>
                    <a:pt x="30" y="50"/>
                    <a:pt x="31" y="46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3386" name="Freeform 319">
              <a:extLst>
                <a:ext uri="{FF2B5EF4-FFF2-40B4-BE49-F238E27FC236}">
                  <a16:creationId xmlns:a16="http://schemas.microsoft.com/office/drawing/2014/main" id="{FFDD7FCB-6B09-4BC9-B430-001A526515CD}"/>
                </a:ext>
              </a:extLst>
            </p:cNvPr>
            <p:cNvSpPr>
              <a:spLocks/>
            </p:cNvSpPr>
            <p:nvPr/>
          </p:nvSpPr>
          <p:spPr bwMode="auto">
            <a:xfrm>
              <a:off x="727" y="1060"/>
              <a:ext cx="25" cy="47"/>
            </a:xfrm>
            <a:custGeom>
              <a:avLst/>
              <a:gdLst>
                <a:gd name="T0" fmla="*/ 80 w 14"/>
                <a:gd name="T1" fmla="*/ 143 h 27"/>
                <a:gd name="T2" fmla="*/ 36 w 14"/>
                <a:gd name="T3" fmla="*/ 99 h 27"/>
                <a:gd name="T4" fmla="*/ 16 w 14"/>
                <a:gd name="T5" fmla="*/ 37 h 27"/>
                <a:gd name="T6" fmla="*/ 41 w 14"/>
                <a:gd name="T7" fmla="*/ 0 h 27"/>
                <a:gd name="T8" fmla="*/ 80 w 14"/>
                <a:gd name="T9" fmla="*/ 16 h 27"/>
                <a:gd name="T10" fmla="*/ 41 w 14"/>
                <a:gd name="T11" fmla="*/ 5 h 27"/>
                <a:gd name="T12" fmla="*/ 41 w 14"/>
                <a:gd name="T13" fmla="*/ 94 h 27"/>
                <a:gd name="T14" fmla="*/ 80 w 14"/>
                <a:gd name="T15" fmla="*/ 143 h 2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4" h="27">
                  <a:moveTo>
                    <a:pt x="14" y="27"/>
                  </a:moveTo>
                  <a:cubicBezTo>
                    <a:pt x="13" y="23"/>
                    <a:pt x="8" y="22"/>
                    <a:pt x="6" y="19"/>
                  </a:cubicBezTo>
                  <a:cubicBezTo>
                    <a:pt x="4" y="16"/>
                    <a:pt x="2" y="11"/>
                    <a:pt x="3" y="7"/>
                  </a:cubicBezTo>
                  <a:cubicBezTo>
                    <a:pt x="4" y="5"/>
                    <a:pt x="4" y="0"/>
                    <a:pt x="7" y="0"/>
                  </a:cubicBezTo>
                  <a:cubicBezTo>
                    <a:pt x="10" y="0"/>
                    <a:pt x="12" y="2"/>
                    <a:pt x="14" y="3"/>
                  </a:cubicBezTo>
                  <a:cubicBezTo>
                    <a:pt x="14" y="3"/>
                    <a:pt x="9" y="0"/>
                    <a:pt x="7" y="1"/>
                  </a:cubicBezTo>
                  <a:cubicBezTo>
                    <a:pt x="5" y="2"/>
                    <a:pt x="0" y="10"/>
                    <a:pt x="7" y="18"/>
                  </a:cubicBezTo>
                  <a:cubicBezTo>
                    <a:pt x="13" y="27"/>
                    <a:pt x="12" y="21"/>
                    <a:pt x="14" y="2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3387" name="Freeform 320">
              <a:extLst>
                <a:ext uri="{FF2B5EF4-FFF2-40B4-BE49-F238E27FC236}">
                  <a16:creationId xmlns:a16="http://schemas.microsoft.com/office/drawing/2014/main" id="{6C740D0C-20BE-4445-8BAD-F272AE126BA6}"/>
                </a:ext>
              </a:extLst>
            </p:cNvPr>
            <p:cNvSpPr>
              <a:spLocks/>
            </p:cNvSpPr>
            <p:nvPr/>
          </p:nvSpPr>
          <p:spPr bwMode="auto">
            <a:xfrm>
              <a:off x="752" y="1098"/>
              <a:ext cx="7" cy="21"/>
            </a:xfrm>
            <a:custGeom>
              <a:avLst/>
              <a:gdLst>
                <a:gd name="T0" fmla="*/ 7 w 4"/>
                <a:gd name="T1" fmla="*/ 44 h 12"/>
                <a:gd name="T2" fmla="*/ 21 w 4"/>
                <a:gd name="T3" fmla="*/ 65 h 12"/>
                <a:gd name="T4" fmla="*/ 21 w 4"/>
                <a:gd name="T5" fmla="*/ 7 h 12"/>
                <a:gd name="T6" fmla="*/ 21 w 4"/>
                <a:gd name="T7" fmla="*/ 7 h 12"/>
                <a:gd name="T8" fmla="*/ 12 w 4"/>
                <a:gd name="T9" fmla="*/ 21 h 12"/>
                <a:gd name="T10" fmla="*/ 16 w 4"/>
                <a:gd name="T11" fmla="*/ 58 h 12"/>
                <a:gd name="T12" fmla="*/ 7 w 4"/>
                <a:gd name="T13" fmla="*/ 44 h 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" h="12">
                  <a:moveTo>
                    <a:pt x="1" y="8"/>
                  </a:moveTo>
                  <a:cubicBezTo>
                    <a:pt x="1" y="9"/>
                    <a:pt x="3" y="12"/>
                    <a:pt x="4" y="12"/>
                  </a:cubicBezTo>
                  <a:cubicBezTo>
                    <a:pt x="4" y="10"/>
                    <a:pt x="0" y="2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1"/>
                    <a:pt x="2" y="0"/>
                    <a:pt x="2" y="4"/>
                  </a:cubicBezTo>
                  <a:cubicBezTo>
                    <a:pt x="1" y="7"/>
                    <a:pt x="3" y="11"/>
                    <a:pt x="3" y="11"/>
                  </a:cubicBezTo>
                  <a:lnTo>
                    <a:pt x="1" y="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3388" name="Freeform 321">
              <a:extLst>
                <a:ext uri="{FF2B5EF4-FFF2-40B4-BE49-F238E27FC236}">
                  <a16:creationId xmlns:a16="http://schemas.microsoft.com/office/drawing/2014/main" id="{7B46900B-8280-4515-B35B-3F9055A6CAFD}"/>
                </a:ext>
              </a:extLst>
            </p:cNvPr>
            <p:cNvSpPr>
              <a:spLocks/>
            </p:cNvSpPr>
            <p:nvPr/>
          </p:nvSpPr>
          <p:spPr bwMode="auto">
            <a:xfrm>
              <a:off x="724" y="1053"/>
              <a:ext cx="23" cy="33"/>
            </a:xfrm>
            <a:custGeom>
              <a:avLst/>
              <a:gdLst>
                <a:gd name="T0" fmla="*/ 73 w 13"/>
                <a:gd name="T1" fmla="*/ 5 h 19"/>
                <a:gd name="T2" fmla="*/ 16 w 13"/>
                <a:gd name="T3" fmla="*/ 16 h 19"/>
                <a:gd name="T4" fmla="*/ 34 w 13"/>
                <a:gd name="T5" fmla="*/ 99 h 19"/>
                <a:gd name="T6" fmla="*/ 21 w 13"/>
                <a:gd name="T7" fmla="*/ 36 h 19"/>
                <a:gd name="T8" fmla="*/ 60 w 13"/>
                <a:gd name="T9" fmla="*/ 9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9">
                  <a:moveTo>
                    <a:pt x="13" y="1"/>
                  </a:moveTo>
                  <a:cubicBezTo>
                    <a:pt x="10" y="0"/>
                    <a:pt x="5" y="0"/>
                    <a:pt x="3" y="3"/>
                  </a:cubicBezTo>
                  <a:cubicBezTo>
                    <a:pt x="0" y="7"/>
                    <a:pt x="2" y="15"/>
                    <a:pt x="6" y="19"/>
                  </a:cubicBezTo>
                  <a:cubicBezTo>
                    <a:pt x="3" y="17"/>
                    <a:pt x="2" y="10"/>
                    <a:pt x="4" y="7"/>
                  </a:cubicBezTo>
                  <a:cubicBezTo>
                    <a:pt x="5" y="4"/>
                    <a:pt x="8" y="1"/>
                    <a:pt x="11" y="2"/>
                  </a:cubicBezTo>
                </a:path>
              </a:pathLst>
            </a:custGeom>
            <a:solidFill>
              <a:srgbClr val="EFCA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3389" name="Freeform 322">
              <a:extLst>
                <a:ext uri="{FF2B5EF4-FFF2-40B4-BE49-F238E27FC236}">
                  <a16:creationId xmlns:a16="http://schemas.microsoft.com/office/drawing/2014/main" id="{5F84F83F-F494-4561-9B9B-E6048E232784}"/>
                </a:ext>
              </a:extLst>
            </p:cNvPr>
            <p:cNvSpPr>
              <a:spLocks/>
            </p:cNvSpPr>
            <p:nvPr/>
          </p:nvSpPr>
          <p:spPr bwMode="auto">
            <a:xfrm>
              <a:off x="736" y="1062"/>
              <a:ext cx="16" cy="24"/>
            </a:xfrm>
            <a:custGeom>
              <a:avLst/>
              <a:gdLst>
                <a:gd name="T0" fmla="*/ 50 w 9"/>
                <a:gd name="T1" fmla="*/ 15 h 14"/>
                <a:gd name="T2" fmla="*/ 28 w 9"/>
                <a:gd name="T3" fmla="*/ 5 h 14"/>
                <a:gd name="T4" fmla="*/ 7 w 9"/>
                <a:gd name="T5" fmla="*/ 5 h 14"/>
                <a:gd name="T6" fmla="*/ 12 w 9"/>
                <a:gd name="T7" fmla="*/ 41 h 14"/>
                <a:gd name="T8" fmla="*/ 36 w 9"/>
                <a:gd name="T9" fmla="*/ 70 h 14"/>
                <a:gd name="T10" fmla="*/ 16 w 9"/>
                <a:gd name="T11" fmla="*/ 29 h 14"/>
                <a:gd name="T12" fmla="*/ 44 w 9"/>
                <a:gd name="T13" fmla="*/ 15 h 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" h="14">
                  <a:moveTo>
                    <a:pt x="9" y="3"/>
                  </a:moveTo>
                  <a:cubicBezTo>
                    <a:pt x="7" y="3"/>
                    <a:pt x="6" y="2"/>
                    <a:pt x="5" y="1"/>
                  </a:cubicBezTo>
                  <a:cubicBezTo>
                    <a:pt x="4" y="1"/>
                    <a:pt x="2" y="0"/>
                    <a:pt x="1" y="1"/>
                  </a:cubicBezTo>
                  <a:cubicBezTo>
                    <a:pt x="0" y="3"/>
                    <a:pt x="1" y="6"/>
                    <a:pt x="2" y="8"/>
                  </a:cubicBezTo>
                  <a:cubicBezTo>
                    <a:pt x="3" y="10"/>
                    <a:pt x="4" y="12"/>
                    <a:pt x="6" y="14"/>
                  </a:cubicBezTo>
                  <a:cubicBezTo>
                    <a:pt x="4" y="12"/>
                    <a:pt x="3" y="8"/>
                    <a:pt x="3" y="6"/>
                  </a:cubicBezTo>
                  <a:cubicBezTo>
                    <a:pt x="4" y="4"/>
                    <a:pt x="6" y="2"/>
                    <a:pt x="8" y="3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3390" name="Freeform 323">
              <a:extLst>
                <a:ext uri="{FF2B5EF4-FFF2-40B4-BE49-F238E27FC236}">
                  <a16:creationId xmlns:a16="http://schemas.microsoft.com/office/drawing/2014/main" id="{E47DB42A-3A09-4371-BC14-670385D9E40B}"/>
                </a:ext>
              </a:extLst>
            </p:cNvPr>
            <p:cNvSpPr>
              <a:spLocks/>
            </p:cNvSpPr>
            <p:nvPr/>
          </p:nvSpPr>
          <p:spPr bwMode="auto">
            <a:xfrm>
              <a:off x="752" y="1090"/>
              <a:ext cx="3" cy="15"/>
            </a:xfrm>
            <a:custGeom>
              <a:avLst/>
              <a:gdLst>
                <a:gd name="T0" fmla="*/ 8 w 2"/>
                <a:gd name="T1" fmla="*/ 28 h 9"/>
                <a:gd name="T2" fmla="*/ 5 w 2"/>
                <a:gd name="T3" fmla="*/ 42 h 9"/>
                <a:gd name="T4" fmla="*/ 0 w 2"/>
                <a:gd name="T5" fmla="*/ 20 h 9"/>
                <a:gd name="T6" fmla="*/ 5 w 2"/>
                <a:gd name="T7" fmla="*/ 0 h 9"/>
                <a:gd name="T8" fmla="*/ 8 w 2"/>
                <a:gd name="T9" fmla="*/ 22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9">
                  <a:moveTo>
                    <a:pt x="2" y="6"/>
                  </a:moveTo>
                  <a:cubicBezTo>
                    <a:pt x="1" y="6"/>
                    <a:pt x="1" y="8"/>
                    <a:pt x="1" y="9"/>
                  </a:cubicBezTo>
                  <a:cubicBezTo>
                    <a:pt x="0" y="9"/>
                    <a:pt x="0" y="5"/>
                    <a:pt x="0" y="4"/>
                  </a:cubicBezTo>
                  <a:cubicBezTo>
                    <a:pt x="0" y="3"/>
                    <a:pt x="0" y="1"/>
                    <a:pt x="1" y="0"/>
                  </a:cubicBezTo>
                  <a:cubicBezTo>
                    <a:pt x="2" y="1"/>
                    <a:pt x="2" y="4"/>
                    <a:pt x="2" y="5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3391" name="Freeform 324">
              <a:extLst>
                <a:ext uri="{FF2B5EF4-FFF2-40B4-BE49-F238E27FC236}">
                  <a16:creationId xmlns:a16="http://schemas.microsoft.com/office/drawing/2014/main" id="{7F585A9E-BE7B-44DF-AEBA-A55CEB78F4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8" y="1049"/>
              <a:ext cx="54" cy="97"/>
            </a:xfrm>
            <a:custGeom>
              <a:avLst/>
              <a:gdLst>
                <a:gd name="T0" fmla="*/ 42 w 31"/>
                <a:gd name="T1" fmla="*/ 37 h 55"/>
                <a:gd name="T2" fmla="*/ 85 w 31"/>
                <a:gd name="T3" fmla="*/ 12 h 55"/>
                <a:gd name="T4" fmla="*/ 134 w 31"/>
                <a:gd name="T5" fmla="*/ 7 h 55"/>
                <a:gd name="T6" fmla="*/ 164 w 31"/>
                <a:gd name="T7" fmla="*/ 60 h 55"/>
                <a:gd name="T8" fmla="*/ 148 w 31"/>
                <a:gd name="T9" fmla="*/ 159 h 55"/>
                <a:gd name="T10" fmla="*/ 78 w 31"/>
                <a:gd name="T11" fmla="*/ 265 h 55"/>
                <a:gd name="T12" fmla="*/ 37 w 31"/>
                <a:gd name="T13" fmla="*/ 302 h 55"/>
                <a:gd name="T14" fmla="*/ 0 w 31"/>
                <a:gd name="T15" fmla="*/ 252 h 5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1" h="55">
                  <a:moveTo>
                    <a:pt x="8" y="7"/>
                  </a:moveTo>
                  <a:cubicBezTo>
                    <a:pt x="11" y="6"/>
                    <a:pt x="13" y="3"/>
                    <a:pt x="16" y="2"/>
                  </a:cubicBezTo>
                  <a:cubicBezTo>
                    <a:pt x="19" y="0"/>
                    <a:pt x="22" y="0"/>
                    <a:pt x="25" y="1"/>
                  </a:cubicBezTo>
                  <a:cubicBezTo>
                    <a:pt x="29" y="3"/>
                    <a:pt x="30" y="7"/>
                    <a:pt x="31" y="11"/>
                  </a:cubicBezTo>
                  <a:cubicBezTo>
                    <a:pt x="31" y="17"/>
                    <a:pt x="31" y="25"/>
                    <a:pt x="28" y="29"/>
                  </a:cubicBezTo>
                  <a:cubicBezTo>
                    <a:pt x="23" y="36"/>
                    <a:pt x="18" y="41"/>
                    <a:pt x="15" y="48"/>
                  </a:cubicBezTo>
                  <a:cubicBezTo>
                    <a:pt x="13" y="51"/>
                    <a:pt x="11" y="55"/>
                    <a:pt x="7" y="55"/>
                  </a:cubicBezTo>
                  <a:cubicBezTo>
                    <a:pt x="2" y="55"/>
                    <a:pt x="2" y="50"/>
                    <a:pt x="0" y="46"/>
                  </a:cubicBezTo>
                </a:path>
              </a:pathLst>
            </a:custGeom>
            <a:solidFill>
              <a:srgbClr val="F6E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3392" name="Freeform 325">
              <a:extLst>
                <a:ext uri="{FF2B5EF4-FFF2-40B4-BE49-F238E27FC236}">
                  <a16:creationId xmlns:a16="http://schemas.microsoft.com/office/drawing/2014/main" id="{A2B8914E-7124-4C74-BB60-8C8644EA90C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8" y="1049"/>
              <a:ext cx="54" cy="97"/>
            </a:xfrm>
            <a:custGeom>
              <a:avLst/>
              <a:gdLst>
                <a:gd name="T0" fmla="*/ 42 w 31"/>
                <a:gd name="T1" fmla="*/ 37 h 55"/>
                <a:gd name="T2" fmla="*/ 85 w 31"/>
                <a:gd name="T3" fmla="*/ 12 h 55"/>
                <a:gd name="T4" fmla="*/ 134 w 31"/>
                <a:gd name="T5" fmla="*/ 7 h 55"/>
                <a:gd name="T6" fmla="*/ 164 w 31"/>
                <a:gd name="T7" fmla="*/ 60 h 55"/>
                <a:gd name="T8" fmla="*/ 148 w 31"/>
                <a:gd name="T9" fmla="*/ 159 h 55"/>
                <a:gd name="T10" fmla="*/ 78 w 31"/>
                <a:gd name="T11" fmla="*/ 265 h 55"/>
                <a:gd name="T12" fmla="*/ 37 w 31"/>
                <a:gd name="T13" fmla="*/ 302 h 55"/>
                <a:gd name="T14" fmla="*/ 0 w 31"/>
                <a:gd name="T15" fmla="*/ 252 h 5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1" h="55">
                  <a:moveTo>
                    <a:pt x="8" y="7"/>
                  </a:moveTo>
                  <a:cubicBezTo>
                    <a:pt x="11" y="6"/>
                    <a:pt x="13" y="3"/>
                    <a:pt x="16" y="2"/>
                  </a:cubicBezTo>
                  <a:cubicBezTo>
                    <a:pt x="19" y="0"/>
                    <a:pt x="22" y="0"/>
                    <a:pt x="25" y="1"/>
                  </a:cubicBezTo>
                  <a:cubicBezTo>
                    <a:pt x="29" y="3"/>
                    <a:pt x="30" y="7"/>
                    <a:pt x="31" y="11"/>
                  </a:cubicBezTo>
                  <a:cubicBezTo>
                    <a:pt x="31" y="17"/>
                    <a:pt x="31" y="25"/>
                    <a:pt x="28" y="29"/>
                  </a:cubicBezTo>
                  <a:cubicBezTo>
                    <a:pt x="23" y="36"/>
                    <a:pt x="18" y="41"/>
                    <a:pt x="15" y="48"/>
                  </a:cubicBezTo>
                  <a:cubicBezTo>
                    <a:pt x="13" y="51"/>
                    <a:pt x="11" y="55"/>
                    <a:pt x="7" y="55"/>
                  </a:cubicBezTo>
                  <a:cubicBezTo>
                    <a:pt x="2" y="55"/>
                    <a:pt x="2" y="50"/>
                    <a:pt x="0" y="46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3393" name="Freeform 326">
              <a:extLst>
                <a:ext uri="{FF2B5EF4-FFF2-40B4-BE49-F238E27FC236}">
                  <a16:creationId xmlns:a16="http://schemas.microsoft.com/office/drawing/2014/main" id="{6224A363-2EB0-4CF7-8367-A2AE547C4D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3" y="1060"/>
              <a:ext cx="24" cy="47"/>
            </a:xfrm>
            <a:custGeom>
              <a:avLst/>
              <a:gdLst>
                <a:gd name="T0" fmla="*/ 0 w 14"/>
                <a:gd name="T1" fmla="*/ 143 h 27"/>
                <a:gd name="T2" fmla="*/ 41 w 14"/>
                <a:gd name="T3" fmla="*/ 99 h 27"/>
                <a:gd name="T4" fmla="*/ 57 w 14"/>
                <a:gd name="T5" fmla="*/ 37 h 27"/>
                <a:gd name="T6" fmla="*/ 36 w 14"/>
                <a:gd name="T7" fmla="*/ 0 h 27"/>
                <a:gd name="T8" fmla="*/ 5 w 14"/>
                <a:gd name="T9" fmla="*/ 16 h 27"/>
                <a:gd name="T10" fmla="*/ 36 w 14"/>
                <a:gd name="T11" fmla="*/ 5 h 27"/>
                <a:gd name="T12" fmla="*/ 41 w 14"/>
                <a:gd name="T13" fmla="*/ 94 h 27"/>
                <a:gd name="T14" fmla="*/ 0 w 14"/>
                <a:gd name="T15" fmla="*/ 143 h 2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4" h="27">
                  <a:moveTo>
                    <a:pt x="0" y="27"/>
                  </a:moveTo>
                  <a:cubicBezTo>
                    <a:pt x="1" y="23"/>
                    <a:pt x="7" y="22"/>
                    <a:pt x="8" y="19"/>
                  </a:cubicBezTo>
                  <a:cubicBezTo>
                    <a:pt x="10" y="16"/>
                    <a:pt x="12" y="11"/>
                    <a:pt x="11" y="7"/>
                  </a:cubicBezTo>
                  <a:cubicBezTo>
                    <a:pt x="11" y="5"/>
                    <a:pt x="10" y="0"/>
                    <a:pt x="7" y="0"/>
                  </a:cubicBezTo>
                  <a:cubicBezTo>
                    <a:pt x="5" y="0"/>
                    <a:pt x="3" y="2"/>
                    <a:pt x="1" y="3"/>
                  </a:cubicBezTo>
                  <a:cubicBezTo>
                    <a:pt x="1" y="3"/>
                    <a:pt x="6" y="0"/>
                    <a:pt x="7" y="1"/>
                  </a:cubicBezTo>
                  <a:cubicBezTo>
                    <a:pt x="9" y="2"/>
                    <a:pt x="14" y="10"/>
                    <a:pt x="8" y="18"/>
                  </a:cubicBezTo>
                  <a:cubicBezTo>
                    <a:pt x="2" y="27"/>
                    <a:pt x="2" y="21"/>
                    <a:pt x="0" y="2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3394" name="Freeform 327">
              <a:extLst>
                <a:ext uri="{FF2B5EF4-FFF2-40B4-BE49-F238E27FC236}">
                  <a16:creationId xmlns:a16="http://schemas.microsoft.com/office/drawing/2014/main" id="{8759FFBE-0B48-4FFA-8933-1779AD56B6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6" y="1098"/>
              <a:ext cx="7" cy="21"/>
            </a:xfrm>
            <a:custGeom>
              <a:avLst/>
              <a:gdLst>
                <a:gd name="T0" fmla="*/ 21 w 4"/>
                <a:gd name="T1" fmla="*/ 44 h 12"/>
                <a:gd name="T2" fmla="*/ 7 w 4"/>
                <a:gd name="T3" fmla="*/ 65 h 12"/>
                <a:gd name="T4" fmla="*/ 0 w 4"/>
                <a:gd name="T5" fmla="*/ 7 h 12"/>
                <a:gd name="T6" fmla="*/ 0 w 4"/>
                <a:gd name="T7" fmla="*/ 7 h 12"/>
                <a:gd name="T8" fmla="*/ 16 w 4"/>
                <a:gd name="T9" fmla="*/ 21 h 12"/>
                <a:gd name="T10" fmla="*/ 7 w 4"/>
                <a:gd name="T11" fmla="*/ 58 h 12"/>
                <a:gd name="T12" fmla="*/ 21 w 4"/>
                <a:gd name="T13" fmla="*/ 44 h 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" h="12">
                  <a:moveTo>
                    <a:pt x="4" y="8"/>
                  </a:moveTo>
                  <a:cubicBezTo>
                    <a:pt x="3" y="9"/>
                    <a:pt x="2" y="12"/>
                    <a:pt x="1" y="12"/>
                  </a:cubicBezTo>
                  <a:cubicBezTo>
                    <a:pt x="1" y="10"/>
                    <a:pt x="4" y="2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3" y="0"/>
                    <a:pt x="3" y="4"/>
                  </a:cubicBezTo>
                  <a:cubicBezTo>
                    <a:pt x="3" y="7"/>
                    <a:pt x="1" y="11"/>
                    <a:pt x="1" y="11"/>
                  </a:cubicBezTo>
                  <a:lnTo>
                    <a:pt x="4" y="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3395" name="Freeform 328">
              <a:extLst>
                <a:ext uri="{FF2B5EF4-FFF2-40B4-BE49-F238E27FC236}">
                  <a16:creationId xmlns:a16="http://schemas.microsoft.com/office/drawing/2014/main" id="{E9A4AC85-5D20-45AC-A896-6769C7F571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0" y="1053"/>
              <a:ext cx="22" cy="33"/>
            </a:xfrm>
            <a:custGeom>
              <a:avLst/>
              <a:gdLst>
                <a:gd name="T0" fmla="*/ 0 w 13"/>
                <a:gd name="T1" fmla="*/ 5 h 19"/>
                <a:gd name="T2" fmla="*/ 42 w 13"/>
                <a:gd name="T3" fmla="*/ 16 h 19"/>
                <a:gd name="T4" fmla="*/ 29 w 13"/>
                <a:gd name="T5" fmla="*/ 99 h 19"/>
                <a:gd name="T6" fmla="*/ 42 w 13"/>
                <a:gd name="T7" fmla="*/ 36 h 19"/>
                <a:gd name="T8" fmla="*/ 5 w 13"/>
                <a:gd name="T9" fmla="*/ 9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9">
                  <a:moveTo>
                    <a:pt x="0" y="1"/>
                  </a:moveTo>
                  <a:cubicBezTo>
                    <a:pt x="2" y="0"/>
                    <a:pt x="7" y="0"/>
                    <a:pt x="9" y="3"/>
                  </a:cubicBezTo>
                  <a:cubicBezTo>
                    <a:pt x="13" y="7"/>
                    <a:pt x="10" y="15"/>
                    <a:pt x="6" y="19"/>
                  </a:cubicBezTo>
                  <a:cubicBezTo>
                    <a:pt x="10" y="17"/>
                    <a:pt x="10" y="10"/>
                    <a:pt x="9" y="7"/>
                  </a:cubicBezTo>
                  <a:cubicBezTo>
                    <a:pt x="7" y="4"/>
                    <a:pt x="5" y="1"/>
                    <a:pt x="1" y="2"/>
                  </a:cubicBezTo>
                </a:path>
              </a:pathLst>
            </a:custGeom>
            <a:solidFill>
              <a:srgbClr val="EFCA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3396" name="Freeform 329">
              <a:extLst>
                <a:ext uri="{FF2B5EF4-FFF2-40B4-BE49-F238E27FC236}">
                  <a16:creationId xmlns:a16="http://schemas.microsoft.com/office/drawing/2014/main" id="{8843FBC4-D610-429B-8A86-5E820022DE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4" y="1062"/>
              <a:ext cx="16" cy="24"/>
            </a:xfrm>
            <a:custGeom>
              <a:avLst/>
              <a:gdLst>
                <a:gd name="T0" fmla="*/ 0 w 9"/>
                <a:gd name="T1" fmla="*/ 15 h 14"/>
                <a:gd name="T2" fmla="*/ 16 w 9"/>
                <a:gd name="T3" fmla="*/ 5 h 14"/>
                <a:gd name="T4" fmla="*/ 37 w 9"/>
                <a:gd name="T5" fmla="*/ 5 h 14"/>
                <a:gd name="T6" fmla="*/ 36 w 9"/>
                <a:gd name="T7" fmla="*/ 41 h 14"/>
                <a:gd name="T8" fmla="*/ 12 w 9"/>
                <a:gd name="T9" fmla="*/ 70 h 14"/>
                <a:gd name="T10" fmla="*/ 28 w 9"/>
                <a:gd name="T11" fmla="*/ 29 h 14"/>
                <a:gd name="T12" fmla="*/ 0 w 9"/>
                <a:gd name="T13" fmla="*/ 15 h 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" h="14">
                  <a:moveTo>
                    <a:pt x="0" y="3"/>
                  </a:moveTo>
                  <a:cubicBezTo>
                    <a:pt x="1" y="3"/>
                    <a:pt x="2" y="2"/>
                    <a:pt x="3" y="1"/>
                  </a:cubicBezTo>
                  <a:cubicBezTo>
                    <a:pt x="4" y="1"/>
                    <a:pt x="6" y="0"/>
                    <a:pt x="7" y="1"/>
                  </a:cubicBezTo>
                  <a:cubicBezTo>
                    <a:pt x="9" y="3"/>
                    <a:pt x="7" y="6"/>
                    <a:pt x="6" y="8"/>
                  </a:cubicBezTo>
                  <a:cubicBezTo>
                    <a:pt x="5" y="10"/>
                    <a:pt x="4" y="12"/>
                    <a:pt x="2" y="14"/>
                  </a:cubicBezTo>
                  <a:cubicBezTo>
                    <a:pt x="4" y="12"/>
                    <a:pt x="6" y="8"/>
                    <a:pt x="5" y="6"/>
                  </a:cubicBezTo>
                  <a:cubicBezTo>
                    <a:pt x="5" y="4"/>
                    <a:pt x="2" y="2"/>
                    <a:pt x="0" y="3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3397" name="Freeform 330">
              <a:extLst>
                <a:ext uri="{FF2B5EF4-FFF2-40B4-BE49-F238E27FC236}">
                  <a16:creationId xmlns:a16="http://schemas.microsoft.com/office/drawing/2014/main" id="{421A2C90-DDFA-436F-903A-4E772600DC6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9" y="1090"/>
              <a:ext cx="4" cy="15"/>
            </a:xfrm>
            <a:custGeom>
              <a:avLst/>
              <a:gdLst>
                <a:gd name="T0" fmla="*/ 0 w 2"/>
                <a:gd name="T1" fmla="*/ 28 h 9"/>
                <a:gd name="T2" fmla="*/ 8 w 2"/>
                <a:gd name="T3" fmla="*/ 42 h 9"/>
                <a:gd name="T4" fmla="*/ 16 w 2"/>
                <a:gd name="T5" fmla="*/ 20 h 9"/>
                <a:gd name="T6" fmla="*/ 8 w 2"/>
                <a:gd name="T7" fmla="*/ 0 h 9"/>
                <a:gd name="T8" fmla="*/ 0 w 2"/>
                <a:gd name="T9" fmla="*/ 22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9">
                  <a:moveTo>
                    <a:pt x="0" y="6"/>
                  </a:moveTo>
                  <a:cubicBezTo>
                    <a:pt x="1" y="6"/>
                    <a:pt x="1" y="8"/>
                    <a:pt x="1" y="9"/>
                  </a:cubicBezTo>
                  <a:cubicBezTo>
                    <a:pt x="2" y="9"/>
                    <a:pt x="2" y="5"/>
                    <a:pt x="2" y="4"/>
                  </a:cubicBezTo>
                  <a:cubicBezTo>
                    <a:pt x="2" y="3"/>
                    <a:pt x="2" y="1"/>
                    <a:pt x="1" y="0"/>
                  </a:cubicBezTo>
                  <a:cubicBezTo>
                    <a:pt x="0" y="1"/>
                    <a:pt x="1" y="4"/>
                    <a:pt x="0" y="5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3398" name="Freeform 331">
              <a:extLst>
                <a:ext uri="{FF2B5EF4-FFF2-40B4-BE49-F238E27FC236}">
                  <a16:creationId xmlns:a16="http://schemas.microsoft.com/office/drawing/2014/main" id="{FA3015B5-7A2E-4385-91C4-D0C3D6CFFA6C}"/>
                </a:ext>
              </a:extLst>
            </p:cNvPr>
            <p:cNvSpPr>
              <a:spLocks/>
            </p:cNvSpPr>
            <p:nvPr/>
          </p:nvSpPr>
          <p:spPr bwMode="auto">
            <a:xfrm>
              <a:off x="726" y="773"/>
              <a:ext cx="384" cy="539"/>
            </a:xfrm>
            <a:custGeom>
              <a:avLst/>
              <a:gdLst>
                <a:gd name="T0" fmla="*/ 1166 w 219"/>
                <a:gd name="T1" fmla="*/ 714 h 308"/>
                <a:gd name="T2" fmla="*/ 1180 w 219"/>
                <a:gd name="T3" fmla="*/ 551 h 308"/>
                <a:gd name="T4" fmla="*/ 593 w 219"/>
                <a:gd name="T5" fmla="*/ 12 h 308"/>
                <a:gd name="T6" fmla="*/ 12 w 219"/>
                <a:gd name="T7" fmla="*/ 592 h 308"/>
                <a:gd name="T8" fmla="*/ 70 w 219"/>
                <a:gd name="T9" fmla="*/ 842 h 308"/>
                <a:gd name="T10" fmla="*/ 114 w 219"/>
                <a:gd name="T11" fmla="*/ 999 h 308"/>
                <a:gd name="T12" fmla="*/ 281 w 219"/>
                <a:gd name="T13" fmla="*/ 1470 h 308"/>
                <a:gd name="T14" fmla="*/ 665 w 219"/>
                <a:gd name="T15" fmla="*/ 1642 h 308"/>
                <a:gd name="T16" fmla="*/ 1045 w 219"/>
                <a:gd name="T17" fmla="*/ 1363 h 308"/>
                <a:gd name="T18" fmla="*/ 1147 w 219"/>
                <a:gd name="T19" fmla="*/ 886 h 308"/>
                <a:gd name="T20" fmla="*/ 1166 w 219"/>
                <a:gd name="T21" fmla="*/ 714 h 30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19" h="308">
                  <a:moveTo>
                    <a:pt x="216" y="133"/>
                  </a:moveTo>
                  <a:cubicBezTo>
                    <a:pt x="218" y="124"/>
                    <a:pt x="219" y="113"/>
                    <a:pt x="219" y="103"/>
                  </a:cubicBezTo>
                  <a:cubicBezTo>
                    <a:pt x="217" y="39"/>
                    <a:pt x="170" y="0"/>
                    <a:pt x="110" y="2"/>
                  </a:cubicBezTo>
                  <a:cubicBezTo>
                    <a:pt x="50" y="4"/>
                    <a:pt x="0" y="46"/>
                    <a:pt x="2" y="110"/>
                  </a:cubicBezTo>
                  <a:cubicBezTo>
                    <a:pt x="3" y="127"/>
                    <a:pt x="7" y="143"/>
                    <a:pt x="13" y="157"/>
                  </a:cubicBezTo>
                  <a:cubicBezTo>
                    <a:pt x="17" y="166"/>
                    <a:pt x="21" y="180"/>
                    <a:pt x="21" y="186"/>
                  </a:cubicBezTo>
                  <a:cubicBezTo>
                    <a:pt x="20" y="195"/>
                    <a:pt x="34" y="254"/>
                    <a:pt x="52" y="274"/>
                  </a:cubicBezTo>
                  <a:cubicBezTo>
                    <a:pt x="70" y="294"/>
                    <a:pt x="92" y="308"/>
                    <a:pt x="123" y="306"/>
                  </a:cubicBezTo>
                  <a:cubicBezTo>
                    <a:pt x="153" y="305"/>
                    <a:pt x="189" y="266"/>
                    <a:pt x="194" y="254"/>
                  </a:cubicBezTo>
                  <a:cubicBezTo>
                    <a:pt x="198" y="241"/>
                    <a:pt x="213" y="198"/>
                    <a:pt x="213" y="165"/>
                  </a:cubicBezTo>
                  <a:cubicBezTo>
                    <a:pt x="213" y="153"/>
                    <a:pt x="215" y="139"/>
                    <a:pt x="216" y="133"/>
                  </a:cubicBezTo>
                  <a:close/>
                </a:path>
              </a:pathLst>
            </a:custGeom>
            <a:solidFill>
              <a:srgbClr val="F6E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3399" name="Freeform 332">
              <a:extLst>
                <a:ext uri="{FF2B5EF4-FFF2-40B4-BE49-F238E27FC236}">
                  <a16:creationId xmlns:a16="http://schemas.microsoft.com/office/drawing/2014/main" id="{73DDF302-C070-4B0C-BD0E-471B9FEE747A}"/>
                </a:ext>
              </a:extLst>
            </p:cNvPr>
            <p:cNvSpPr>
              <a:spLocks/>
            </p:cNvSpPr>
            <p:nvPr/>
          </p:nvSpPr>
          <p:spPr bwMode="auto">
            <a:xfrm>
              <a:off x="726" y="773"/>
              <a:ext cx="384" cy="539"/>
            </a:xfrm>
            <a:custGeom>
              <a:avLst/>
              <a:gdLst>
                <a:gd name="T0" fmla="*/ 1166 w 219"/>
                <a:gd name="T1" fmla="*/ 714 h 308"/>
                <a:gd name="T2" fmla="*/ 1180 w 219"/>
                <a:gd name="T3" fmla="*/ 551 h 308"/>
                <a:gd name="T4" fmla="*/ 593 w 219"/>
                <a:gd name="T5" fmla="*/ 12 h 308"/>
                <a:gd name="T6" fmla="*/ 12 w 219"/>
                <a:gd name="T7" fmla="*/ 592 h 308"/>
                <a:gd name="T8" fmla="*/ 70 w 219"/>
                <a:gd name="T9" fmla="*/ 842 h 308"/>
                <a:gd name="T10" fmla="*/ 114 w 219"/>
                <a:gd name="T11" fmla="*/ 999 h 308"/>
                <a:gd name="T12" fmla="*/ 281 w 219"/>
                <a:gd name="T13" fmla="*/ 1470 h 308"/>
                <a:gd name="T14" fmla="*/ 665 w 219"/>
                <a:gd name="T15" fmla="*/ 1642 h 308"/>
                <a:gd name="T16" fmla="*/ 1045 w 219"/>
                <a:gd name="T17" fmla="*/ 1363 h 308"/>
                <a:gd name="T18" fmla="*/ 1147 w 219"/>
                <a:gd name="T19" fmla="*/ 886 h 308"/>
                <a:gd name="T20" fmla="*/ 1166 w 219"/>
                <a:gd name="T21" fmla="*/ 714 h 30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19" h="308">
                  <a:moveTo>
                    <a:pt x="216" y="133"/>
                  </a:moveTo>
                  <a:cubicBezTo>
                    <a:pt x="218" y="124"/>
                    <a:pt x="219" y="113"/>
                    <a:pt x="219" y="103"/>
                  </a:cubicBezTo>
                  <a:cubicBezTo>
                    <a:pt x="217" y="39"/>
                    <a:pt x="170" y="0"/>
                    <a:pt x="110" y="2"/>
                  </a:cubicBezTo>
                  <a:cubicBezTo>
                    <a:pt x="50" y="4"/>
                    <a:pt x="0" y="46"/>
                    <a:pt x="2" y="110"/>
                  </a:cubicBezTo>
                  <a:cubicBezTo>
                    <a:pt x="3" y="127"/>
                    <a:pt x="7" y="143"/>
                    <a:pt x="13" y="157"/>
                  </a:cubicBezTo>
                  <a:cubicBezTo>
                    <a:pt x="17" y="166"/>
                    <a:pt x="21" y="180"/>
                    <a:pt x="21" y="186"/>
                  </a:cubicBezTo>
                  <a:cubicBezTo>
                    <a:pt x="20" y="195"/>
                    <a:pt x="34" y="254"/>
                    <a:pt x="52" y="274"/>
                  </a:cubicBezTo>
                  <a:cubicBezTo>
                    <a:pt x="70" y="294"/>
                    <a:pt x="92" y="308"/>
                    <a:pt x="123" y="306"/>
                  </a:cubicBezTo>
                  <a:cubicBezTo>
                    <a:pt x="153" y="305"/>
                    <a:pt x="189" y="266"/>
                    <a:pt x="194" y="254"/>
                  </a:cubicBezTo>
                  <a:cubicBezTo>
                    <a:pt x="198" y="241"/>
                    <a:pt x="213" y="198"/>
                    <a:pt x="213" y="165"/>
                  </a:cubicBezTo>
                  <a:cubicBezTo>
                    <a:pt x="213" y="153"/>
                    <a:pt x="215" y="139"/>
                    <a:pt x="216" y="133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3400" name="Freeform 333">
              <a:extLst>
                <a:ext uri="{FF2B5EF4-FFF2-40B4-BE49-F238E27FC236}">
                  <a16:creationId xmlns:a16="http://schemas.microsoft.com/office/drawing/2014/main" id="{F3555F12-1273-4F4B-86C9-BE153A643525}"/>
                </a:ext>
              </a:extLst>
            </p:cNvPr>
            <p:cNvSpPr>
              <a:spLocks/>
            </p:cNvSpPr>
            <p:nvPr/>
          </p:nvSpPr>
          <p:spPr bwMode="auto">
            <a:xfrm>
              <a:off x="897" y="1147"/>
              <a:ext cx="16" cy="27"/>
            </a:xfrm>
            <a:custGeom>
              <a:avLst/>
              <a:gdLst>
                <a:gd name="T0" fmla="*/ 0 w 9"/>
                <a:gd name="T1" fmla="*/ 13 h 15"/>
                <a:gd name="T2" fmla="*/ 16 w 9"/>
                <a:gd name="T3" fmla="*/ 7 h 15"/>
                <a:gd name="T4" fmla="*/ 28 w 9"/>
                <a:gd name="T5" fmla="*/ 29 h 15"/>
                <a:gd name="T6" fmla="*/ 37 w 9"/>
                <a:gd name="T7" fmla="*/ 88 h 15"/>
                <a:gd name="T8" fmla="*/ 0 w 9"/>
                <a:gd name="T9" fmla="*/ 36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15">
                  <a:moveTo>
                    <a:pt x="0" y="2"/>
                  </a:moveTo>
                  <a:cubicBezTo>
                    <a:pt x="0" y="1"/>
                    <a:pt x="2" y="0"/>
                    <a:pt x="3" y="1"/>
                  </a:cubicBezTo>
                  <a:cubicBezTo>
                    <a:pt x="4" y="1"/>
                    <a:pt x="4" y="4"/>
                    <a:pt x="5" y="5"/>
                  </a:cubicBezTo>
                  <a:cubicBezTo>
                    <a:pt x="6" y="8"/>
                    <a:pt x="9" y="12"/>
                    <a:pt x="7" y="15"/>
                  </a:cubicBezTo>
                  <a:cubicBezTo>
                    <a:pt x="3" y="15"/>
                    <a:pt x="0" y="9"/>
                    <a:pt x="0" y="6"/>
                  </a:cubicBezTo>
                </a:path>
              </a:pathLst>
            </a:custGeom>
            <a:solidFill>
              <a:srgbClr val="F6E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3401" name="Freeform 334">
              <a:extLst>
                <a:ext uri="{FF2B5EF4-FFF2-40B4-BE49-F238E27FC236}">
                  <a16:creationId xmlns:a16="http://schemas.microsoft.com/office/drawing/2014/main" id="{9FA51D53-9233-46D4-9952-230DC4C19A53}"/>
                </a:ext>
              </a:extLst>
            </p:cNvPr>
            <p:cNvSpPr>
              <a:spLocks/>
            </p:cNvSpPr>
            <p:nvPr/>
          </p:nvSpPr>
          <p:spPr bwMode="auto">
            <a:xfrm>
              <a:off x="875" y="1282"/>
              <a:ext cx="121" cy="46"/>
            </a:xfrm>
            <a:custGeom>
              <a:avLst/>
              <a:gdLst>
                <a:gd name="T0" fmla="*/ 0 w 69"/>
                <a:gd name="T1" fmla="*/ 12 h 26"/>
                <a:gd name="T2" fmla="*/ 372 w 69"/>
                <a:gd name="T3" fmla="*/ 0 h 26"/>
                <a:gd name="T4" fmla="*/ 0 w 69"/>
                <a:gd name="T5" fmla="*/ 12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9" h="26">
                  <a:moveTo>
                    <a:pt x="0" y="2"/>
                  </a:moveTo>
                  <a:cubicBezTo>
                    <a:pt x="0" y="2"/>
                    <a:pt x="39" y="26"/>
                    <a:pt x="69" y="0"/>
                  </a:cubicBezTo>
                  <a:cubicBezTo>
                    <a:pt x="69" y="0"/>
                    <a:pt x="41" y="21"/>
                    <a:pt x="0" y="2"/>
                  </a:cubicBezTo>
                  <a:close/>
                </a:path>
              </a:pathLst>
            </a:custGeom>
            <a:solidFill>
              <a:srgbClr val="EFCA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3402" name="Line 335">
              <a:extLst>
                <a:ext uri="{FF2B5EF4-FFF2-40B4-BE49-F238E27FC236}">
                  <a16:creationId xmlns:a16="http://schemas.microsoft.com/office/drawing/2014/main" id="{B10E8563-EF21-4EDE-8A25-7141BC260DF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18" y="881"/>
              <a:ext cx="1" cy="1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3403" name="Line 336">
              <a:extLst>
                <a:ext uri="{FF2B5EF4-FFF2-40B4-BE49-F238E27FC236}">
                  <a16:creationId xmlns:a16="http://schemas.microsoft.com/office/drawing/2014/main" id="{3DDE4267-C8F1-4545-8E47-2CB1E54ED2C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18" y="881"/>
              <a:ext cx="1" cy="1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3404" name="Freeform 337">
              <a:extLst>
                <a:ext uri="{FF2B5EF4-FFF2-40B4-BE49-F238E27FC236}">
                  <a16:creationId xmlns:a16="http://schemas.microsoft.com/office/drawing/2014/main" id="{41E6A8E9-DD6E-41DF-8B11-EC3C17109A28}"/>
                </a:ext>
              </a:extLst>
            </p:cNvPr>
            <p:cNvSpPr>
              <a:spLocks/>
            </p:cNvSpPr>
            <p:nvPr/>
          </p:nvSpPr>
          <p:spPr bwMode="auto">
            <a:xfrm>
              <a:off x="890" y="1161"/>
              <a:ext cx="28" cy="7"/>
            </a:xfrm>
            <a:custGeom>
              <a:avLst/>
              <a:gdLst>
                <a:gd name="T0" fmla="*/ 86 w 16"/>
                <a:gd name="T1" fmla="*/ 12 h 4"/>
                <a:gd name="T2" fmla="*/ 70 w 16"/>
                <a:gd name="T3" fmla="*/ 0 h 4"/>
                <a:gd name="T4" fmla="*/ 56 w 16"/>
                <a:gd name="T5" fmla="*/ 16 h 4"/>
                <a:gd name="T6" fmla="*/ 28 w 16"/>
                <a:gd name="T7" fmla="*/ 16 h 4"/>
                <a:gd name="T8" fmla="*/ 0 w 16"/>
                <a:gd name="T9" fmla="*/ 7 h 4"/>
                <a:gd name="T10" fmla="*/ 21 w 16"/>
                <a:gd name="T11" fmla="*/ 16 h 4"/>
                <a:gd name="T12" fmla="*/ 44 w 16"/>
                <a:gd name="T13" fmla="*/ 16 h 4"/>
                <a:gd name="T14" fmla="*/ 65 w 16"/>
                <a:gd name="T15" fmla="*/ 12 h 4"/>
                <a:gd name="T16" fmla="*/ 77 w 16"/>
                <a:gd name="T17" fmla="*/ 16 h 4"/>
                <a:gd name="T18" fmla="*/ 86 w 16"/>
                <a:gd name="T19" fmla="*/ 12 h 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6" h="4">
                  <a:moveTo>
                    <a:pt x="16" y="2"/>
                  </a:moveTo>
                  <a:cubicBezTo>
                    <a:pt x="16" y="1"/>
                    <a:pt x="14" y="0"/>
                    <a:pt x="13" y="0"/>
                  </a:cubicBezTo>
                  <a:cubicBezTo>
                    <a:pt x="12" y="0"/>
                    <a:pt x="11" y="2"/>
                    <a:pt x="10" y="3"/>
                  </a:cubicBezTo>
                  <a:cubicBezTo>
                    <a:pt x="8" y="3"/>
                    <a:pt x="7" y="3"/>
                    <a:pt x="5" y="3"/>
                  </a:cubicBezTo>
                  <a:cubicBezTo>
                    <a:pt x="3" y="3"/>
                    <a:pt x="1" y="2"/>
                    <a:pt x="0" y="1"/>
                  </a:cubicBezTo>
                  <a:cubicBezTo>
                    <a:pt x="1" y="2"/>
                    <a:pt x="2" y="3"/>
                    <a:pt x="4" y="3"/>
                  </a:cubicBezTo>
                  <a:cubicBezTo>
                    <a:pt x="5" y="4"/>
                    <a:pt x="7" y="4"/>
                    <a:pt x="8" y="3"/>
                  </a:cubicBezTo>
                  <a:cubicBezTo>
                    <a:pt x="10" y="3"/>
                    <a:pt x="11" y="2"/>
                    <a:pt x="12" y="2"/>
                  </a:cubicBezTo>
                  <a:cubicBezTo>
                    <a:pt x="13" y="2"/>
                    <a:pt x="13" y="3"/>
                    <a:pt x="14" y="3"/>
                  </a:cubicBezTo>
                  <a:cubicBezTo>
                    <a:pt x="15" y="3"/>
                    <a:pt x="15" y="2"/>
                    <a:pt x="16" y="2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3405" name="Freeform 338">
              <a:extLst>
                <a:ext uri="{FF2B5EF4-FFF2-40B4-BE49-F238E27FC236}">
                  <a16:creationId xmlns:a16="http://schemas.microsoft.com/office/drawing/2014/main" id="{A9464ED5-29C0-4340-A454-B2E7CBC1B912}"/>
                </a:ext>
              </a:extLst>
            </p:cNvPr>
            <p:cNvSpPr>
              <a:spLocks/>
            </p:cNvSpPr>
            <p:nvPr/>
          </p:nvSpPr>
          <p:spPr bwMode="auto">
            <a:xfrm>
              <a:off x="878" y="1154"/>
              <a:ext cx="18" cy="13"/>
            </a:xfrm>
            <a:custGeom>
              <a:avLst/>
              <a:gdLst>
                <a:gd name="T0" fmla="*/ 58 w 10"/>
                <a:gd name="T1" fmla="*/ 45 h 7"/>
                <a:gd name="T2" fmla="*/ 36 w 10"/>
                <a:gd name="T3" fmla="*/ 0 h 7"/>
                <a:gd name="T4" fmla="*/ 58 w 10"/>
                <a:gd name="T5" fmla="*/ 45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7">
                  <a:moveTo>
                    <a:pt x="10" y="7"/>
                  </a:moveTo>
                  <a:cubicBezTo>
                    <a:pt x="10" y="7"/>
                    <a:pt x="3" y="3"/>
                    <a:pt x="6" y="0"/>
                  </a:cubicBezTo>
                  <a:cubicBezTo>
                    <a:pt x="6" y="0"/>
                    <a:pt x="0" y="3"/>
                    <a:pt x="10" y="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3406" name="Freeform 339">
              <a:extLst>
                <a:ext uri="{FF2B5EF4-FFF2-40B4-BE49-F238E27FC236}">
                  <a16:creationId xmlns:a16="http://schemas.microsoft.com/office/drawing/2014/main" id="{996E682C-7465-48F2-8B22-4D3FA39F0EED}"/>
                </a:ext>
              </a:extLst>
            </p:cNvPr>
            <p:cNvSpPr>
              <a:spLocks/>
            </p:cNvSpPr>
            <p:nvPr/>
          </p:nvSpPr>
          <p:spPr bwMode="auto">
            <a:xfrm>
              <a:off x="950" y="1161"/>
              <a:ext cx="26" cy="7"/>
            </a:xfrm>
            <a:custGeom>
              <a:avLst/>
              <a:gdLst>
                <a:gd name="T0" fmla="*/ 0 w 15"/>
                <a:gd name="T1" fmla="*/ 12 h 4"/>
                <a:gd name="T2" fmla="*/ 16 w 15"/>
                <a:gd name="T3" fmla="*/ 0 h 4"/>
                <a:gd name="T4" fmla="*/ 29 w 15"/>
                <a:gd name="T5" fmla="*/ 16 h 4"/>
                <a:gd name="T6" fmla="*/ 57 w 15"/>
                <a:gd name="T7" fmla="*/ 16 h 4"/>
                <a:gd name="T8" fmla="*/ 78 w 15"/>
                <a:gd name="T9" fmla="*/ 7 h 4"/>
                <a:gd name="T10" fmla="*/ 62 w 15"/>
                <a:gd name="T11" fmla="*/ 16 h 4"/>
                <a:gd name="T12" fmla="*/ 36 w 15"/>
                <a:gd name="T13" fmla="*/ 16 h 4"/>
                <a:gd name="T14" fmla="*/ 21 w 15"/>
                <a:gd name="T15" fmla="*/ 12 h 4"/>
                <a:gd name="T16" fmla="*/ 9 w 15"/>
                <a:gd name="T17" fmla="*/ 16 h 4"/>
                <a:gd name="T18" fmla="*/ 0 w 15"/>
                <a:gd name="T19" fmla="*/ 12 h 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5" h="4">
                  <a:moveTo>
                    <a:pt x="0" y="2"/>
                  </a:moveTo>
                  <a:cubicBezTo>
                    <a:pt x="0" y="1"/>
                    <a:pt x="1" y="0"/>
                    <a:pt x="3" y="0"/>
                  </a:cubicBezTo>
                  <a:cubicBezTo>
                    <a:pt x="4" y="0"/>
                    <a:pt x="5" y="2"/>
                    <a:pt x="6" y="3"/>
                  </a:cubicBezTo>
                  <a:cubicBezTo>
                    <a:pt x="8" y="3"/>
                    <a:pt x="9" y="3"/>
                    <a:pt x="11" y="3"/>
                  </a:cubicBezTo>
                  <a:cubicBezTo>
                    <a:pt x="12" y="3"/>
                    <a:pt x="15" y="2"/>
                    <a:pt x="15" y="1"/>
                  </a:cubicBezTo>
                  <a:cubicBezTo>
                    <a:pt x="14" y="2"/>
                    <a:pt x="14" y="3"/>
                    <a:pt x="12" y="3"/>
                  </a:cubicBezTo>
                  <a:cubicBezTo>
                    <a:pt x="11" y="4"/>
                    <a:pt x="9" y="4"/>
                    <a:pt x="7" y="3"/>
                  </a:cubicBezTo>
                  <a:cubicBezTo>
                    <a:pt x="6" y="3"/>
                    <a:pt x="5" y="2"/>
                    <a:pt x="4" y="2"/>
                  </a:cubicBezTo>
                  <a:cubicBezTo>
                    <a:pt x="3" y="2"/>
                    <a:pt x="3" y="3"/>
                    <a:pt x="2" y="3"/>
                  </a:cubicBezTo>
                  <a:cubicBezTo>
                    <a:pt x="1" y="3"/>
                    <a:pt x="1" y="2"/>
                    <a:pt x="0" y="2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3407" name="Freeform 340">
              <a:extLst>
                <a:ext uri="{FF2B5EF4-FFF2-40B4-BE49-F238E27FC236}">
                  <a16:creationId xmlns:a16="http://schemas.microsoft.com/office/drawing/2014/main" id="{931D5DDB-5CCA-4631-830C-9612F9873EBB}"/>
                </a:ext>
              </a:extLst>
            </p:cNvPr>
            <p:cNvSpPr>
              <a:spLocks/>
            </p:cNvSpPr>
            <p:nvPr/>
          </p:nvSpPr>
          <p:spPr bwMode="auto">
            <a:xfrm>
              <a:off x="973" y="1154"/>
              <a:ext cx="17" cy="13"/>
            </a:xfrm>
            <a:custGeom>
              <a:avLst/>
              <a:gdLst>
                <a:gd name="T0" fmla="*/ 0 w 10"/>
                <a:gd name="T1" fmla="*/ 45 h 7"/>
                <a:gd name="T2" fmla="*/ 20 w 10"/>
                <a:gd name="T3" fmla="*/ 0 h 7"/>
                <a:gd name="T4" fmla="*/ 0 w 10"/>
                <a:gd name="T5" fmla="*/ 45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7">
                  <a:moveTo>
                    <a:pt x="0" y="7"/>
                  </a:moveTo>
                  <a:cubicBezTo>
                    <a:pt x="0" y="7"/>
                    <a:pt x="7" y="3"/>
                    <a:pt x="4" y="0"/>
                  </a:cubicBezTo>
                  <a:cubicBezTo>
                    <a:pt x="4" y="0"/>
                    <a:pt x="10" y="3"/>
                    <a:pt x="0" y="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3408" name="Freeform 341">
              <a:extLst>
                <a:ext uri="{FF2B5EF4-FFF2-40B4-BE49-F238E27FC236}">
                  <a16:creationId xmlns:a16="http://schemas.microsoft.com/office/drawing/2014/main" id="{8550F5C7-F114-40D3-B80C-B13F58CABCBD}"/>
                </a:ext>
              </a:extLst>
            </p:cNvPr>
            <p:cNvSpPr>
              <a:spLocks/>
            </p:cNvSpPr>
            <p:nvPr/>
          </p:nvSpPr>
          <p:spPr bwMode="auto">
            <a:xfrm>
              <a:off x="896" y="1144"/>
              <a:ext cx="22" cy="16"/>
            </a:xfrm>
            <a:custGeom>
              <a:avLst/>
              <a:gdLst>
                <a:gd name="T0" fmla="*/ 63 w 13"/>
                <a:gd name="T1" fmla="*/ 50 h 9"/>
                <a:gd name="T2" fmla="*/ 41 w 13"/>
                <a:gd name="T3" fmla="*/ 0 h 9"/>
                <a:gd name="T4" fmla="*/ 63 w 13"/>
                <a:gd name="T5" fmla="*/ 5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9">
                  <a:moveTo>
                    <a:pt x="13" y="9"/>
                  </a:moveTo>
                  <a:cubicBezTo>
                    <a:pt x="13" y="9"/>
                    <a:pt x="3" y="6"/>
                    <a:pt x="8" y="0"/>
                  </a:cubicBezTo>
                  <a:cubicBezTo>
                    <a:pt x="8" y="0"/>
                    <a:pt x="0" y="5"/>
                    <a:pt x="13" y="9"/>
                  </a:cubicBezTo>
                  <a:close/>
                </a:path>
              </a:pathLst>
            </a:custGeom>
            <a:solidFill>
              <a:srgbClr val="EFCA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3409" name="Freeform 342">
              <a:extLst>
                <a:ext uri="{FF2B5EF4-FFF2-40B4-BE49-F238E27FC236}">
                  <a16:creationId xmlns:a16="http://schemas.microsoft.com/office/drawing/2014/main" id="{80EC38F6-30C2-4CC5-BAD8-9AE9E5134589}"/>
                </a:ext>
              </a:extLst>
            </p:cNvPr>
            <p:cNvSpPr>
              <a:spLocks/>
            </p:cNvSpPr>
            <p:nvPr/>
          </p:nvSpPr>
          <p:spPr bwMode="auto">
            <a:xfrm>
              <a:off x="908" y="1139"/>
              <a:ext cx="19" cy="21"/>
            </a:xfrm>
            <a:custGeom>
              <a:avLst/>
              <a:gdLst>
                <a:gd name="T0" fmla="*/ 21 w 11"/>
                <a:gd name="T1" fmla="*/ 0 h 12"/>
                <a:gd name="T2" fmla="*/ 5 w 11"/>
                <a:gd name="T3" fmla="*/ 44 h 12"/>
                <a:gd name="T4" fmla="*/ 57 w 11"/>
                <a:gd name="T5" fmla="*/ 65 h 12"/>
                <a:gd name="T6" fmla="*/ 21 w 11"/>
                <a:gd name="T7" fmla="*/ 7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2">
                  <a:moveTo>
                    <a:pt x="4" y="0"/>
                  </a:moveTo>
                  <a:cubicBezTo>
                    <a:pt x="1" y="2"/>
                    <a:pt x="0" y="5"/>
                    <a:pt x="1" y="8"/>
                  </a:cubicBezTo>
                  <a:cubicBezTo>
                    <a:pt x="2" y="10"/>
                    <a:pt x="7" y="11"/>
                    <a:pt x="11" y="12"/>
                  </a:cubicBezTo>
                  <a:cubicBezTo>
                    <a:pt x="6" y="9"/>
                    <a:pt x="1" y="5"/>
                    <a:pt x="4" y="1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3410" name="Freeform 343">
              <a:extLst>
                <a:ext uri="{FF2B5EF4-FFF2-40B4-BE49-F238E27FC236}">
                  <a16:creationId xmlns:a16="http://schemas.microsoft.com/office/drawing/2014/main" id="{93F21079-6BC9-4630-A4B8-948838A2BAE0}"/>
                </a:ext>
              </a:extLst>
            </p:cNvPr>
            <p:cNvSpPr>
              <a:spLocks/>
            </p:cNvSpPr>
            <p:nvPr/>
          </p:nvSpPr>
          <p:spPr bwMode="auto">
            <a:xfrm>
              <a:off x="887" y="1153"/>
              <a:ext cx="19" cy="14"/>
            </a:xfrm>
            <a:custGeom>
              <a:avLst/>
              <a:gdLst>
                <a:gd name="T0" fmla="*/ 21 w 11"/>
                <a:gd name="T1" fmla="*/ 0 h 8"/>
                <a:gd name="T2" fmla="*/ 16 w 11"/>
                <a:gd name="T3" fmla="*/ 33 h 8"/>
                <a:gd name="T4" fmla="*/ 57 w 11"/>
                <a:gd name="T5" fmla="*/ 28 h 8"/>
                <a:gd name="T6" fmla="*/ 21 w 11"/>
                <a:gd name="T7" fmla="*/ 28 h 8"/>
                <a:gd name="T8" fmla="*/ 16 w 11"/>
                <a:gd name="T9" fmla="*/ 7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8">
                  <a:moveTo>
                    <a:pt x="4" y="0"/>
                  </a:moveTo>
                  <a:cubicBezTo>
                    <a:pt x="2" y="2"/>
                    <a:pt x="0" y="4"/>
                    <a:pt x="3" y="6"/>
                  </a:cubicBezTo>
                  <a:cubicBezTo>
                    <a:pt x="5" y="8"/>
                    <a:pt x="10" y="7"/>
                    <a:pt x="11" y="5"/>
                  </a:cubicBezTo>
                  <a:cubicBezTo>
                    <a:pt x="9" y="5"/>
                    <a:pt x="6" y="6"/>
                    <a:pt x="4" y="5"/>
                  </a:cubicBezTo>
                  <a:cubicBezTo>
                    <a:pt x="2" y="4"/>
                    <a:pt x="3" y="2"/>
                    <a:pt x="3" y="1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3411" name="Freeform 344">
              <a:extLst>
                <a:ext uri="{FF2B5EF4-FFF2-40B4-BE49-F238E27FC236}">
                  <a16:creationId xmlns:a16="http://schemas.microsoft.com/office/drawing/2014/main" id="{5C5C683C-C77B-4B5C-B95F-F7D747080DC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0" y="1070"/>
              <a:ext cx="74" cy="193"/>
            </a:xfrm>
            <a:custGeom>
              <a:avLst/>
              <a:gdLst>
                <a:gd name="T0" fmla="*/ 229 w 42"/>
                <a:gd name="T1" fmla="*/ 0 h 110"/>
                <a:gd name="T2" fmla="*/ 174 w 42"/>
                <a:gd name="T3" fmla="*/ 307 h 110"/>
                <a:gd name="T4" fmla="*/ 0 w 42"/>
                <a:gd name="T5" fmla="*/ 595 h 110"/>
                <a:gd name="T6" fmla="*/ 229 w 42"/>
                <a:gd name="T7" fmla="*/ 0 h 1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2" h="110">
                  <a:moveTo>
                    <a:pt x="42" y="0"/>
                  </a:moveTo>
                  <a:cubicBezTo>
                    <a:pt x="42" y="0"/>
                    <a:pt x="42" y="17"/>
                    <a:pt x="32" y="57"/>
                  </a:cubicBezTo>
                  <a:cubicBezTo>
                    <a:pt x="22" y="96"/>
                    <a:pt x="16" y="94"/>
                    <a:pt x="0" y="110"/>
                  </a:cubicBezTo>
                  <a:cubicBezTo>
                    <a:pt x="0" y="110"/>
                    <a:pt x="29" y="83"/>
                    <a:pt x="42" y="0"/>
                  </a:cubicBezTo>
                  <a:close/>
                </a:path>
              </a:pathLst>
            </a:custGeom>
            <a:solidFill>
              <a:srgbClr val="EFCA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3412" name="Freeform 345">
              <a:extLst>
                <a:ext uri="{FF2B5EF4-FFF2-40B4-BE49-F238E27FC236}">
                  <a16:creationId xmlns:a16="http://schemas.microsoft.com/office/drawing/2014/main" id="{78C21DD2-17F4-46D2-884C-B051088A7DC6}"/>
                </a:ext>
              </a:extLst>
            </p:cNvPr>
            <p:cNvSpPr>
              <a:spLocks/>
            </p:cNvSpPr>
            <p:nvPr/>
          </p:nvSpPr>
          <p:spPr bwMode="auto">
            <a:xfrm>
              <a:off x="692" y="761"/>
              <a:ext cx="235" cy="309"/>
            </a:xfrm>
            <a:custGeom>
              <a:avLst/>
              <a:gdLst>
                <a:gd name="T0" fmla="*/ 717 w 134"/>
                <a:gd name="T1" fmla="*/ 30 h 177"/>
                <a:gd name="T2" fmla="*/ 249 w 134"/>
                <a:gd name="T3" fmla="*/ 208 h 177"/>
                <a:gd name="T4" fmla="*/ 142 w 134"/>
                <a:gd name="T5" fmla="*/ 814 h 177"/>
                <a:gd name="T6" fmla="*/ 200 w 134"/>
                <a:gd name="T7" fmla="*/ 941 h 177"/>
                <a:gd name="T8" fmla="*/ 207 w 134"/>
                <a:gd name="T9" fmla="*/ 569 h 177"/>
                <a:gd name="T10" fmla="*/ 723 w 134"/>
                <a:gd name="T11" fmla="*/ 234 h 177"/>
                <a:gd name="T12" fmla="*/ 717 w 134"/>
                <a:gd name="T13" fmla="*/ 30 h 17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4" h="177">
                  <a:moveTo>
                    <a:pt x="133" y="6"/>
                  </a:moveTo>
                  <a:cubicBezTo>
                    <a:pt x="133" y="6"/>
                    <a:pt x="85" y="0"/>
                    <a:pt x="46" y="39"/>
                  </a:cubicBezTo>
                  <a:cubicBezTo>
                    <a:pt x="46" y="39"/>
                    <a:pt x="0" y="86"/>
                    <a:pt x="26" y="153"/>
                  </a:cubicBezTo>
                  <a:cubicBezTo>
                    <a:pt x="31" y="165"/>
                    <a:pt x="34" y="164"/>
                    <a:pt x="37" y="177"/>
                  </a:cubicBezTo>
                  <a:cubicBezTo>
                    <a:pt x="37" y="177"/>
                    <a:pt x="26" y="133"/>
                    <a:pt x="38" y="107"/>
                  </a:cubicBezTo>
                  <a:cubicBezTo>
                    <a:pt x="51" y="81"/>
                    <a:pt x="134" y="82"/>
                    <a:pt x="134" y="44"/>
                  </a:cubicBezTo>
                  <a:lnTo>
                    <a:pt x="133" y="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3413" name="Freeform 346">
              <a:extLst>
                <a:ext uri="{FF2B5EF4-FFF2-40B4-BE49-F238E27FC236}">
                  <a16:creationId xmlns:a16="http://schemas.microsoft.com/office/drawing/2014/main" id="{0EDAAB5C-A1B6-4174-A29E-641E7648560C}"/>
                </a:ext>
              </a:extLst>
            </p:cNvPr>
            <p:cNvSpPr>
              <a:spLocks/>
            </p:cNvSpPr>
            <p:nvPr/>
          </p:nvSpPr>
          <p:spPr bwMode="auto">
            <a:xfrm>
              <a:off x="922" y="761"/>
              <a:ext cx="235" cy="308"/>
            </a:xfrm>
            <a:custGeom>
              <a:avLst/>
              <a:gdLst>
                <a:gd name="T0" fmla="*/ 12 w 134"/>
                <a:gd name="T1" fmla="*/ 33 h 176"/>
                <a:gd name="T2" fmla="*/ 481 w 134"/>
                <a:gd name="T3" fmla="*/ 208 h 176"/>
                <a:gd name="T4" fmla="*/ 593 w 134"/>
                <a:gd name="T5" fmla="*/ 821 h 176"/>
                <a:gd name="T6" fmla="*/ 544 w 134"/>
                <a:gd name="T7" fmla="*/ 943 h 176"/>
                <a:gd name="T8" fmla="*/ 514 w 134"/>
                <a:gd name="T9" fmla="*/ 579 h 176"/>
                <a:gd name="T10" fmla="*/ 0 w 134"/>
                <a:gd name="T11" fmla="*/ 236 h 176"/>
                <a:gd name="T12" fmla="*/ 12 w 134"/>
                <a:gd name="T13" fmla="*/ 33 h 17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4" h="176">
                  <a:moveTo>
                    <a:pt x="2" y="6"/>
                  </a:moveTo>
                  <a:cubicBezTo>
                    <a:pt x="2" y="6"/>
                    <a:pt x="51" y="0"/>
                    <a:pt x="89" y="39"/>
                  </a:cubicBezTo>
                  <a:cubicBezTo>
                    <a:pt x="89" y="39"/>
                    <a:pt x="134" y="88"/>
                    <a:pt x="110" y="153"/>
                  </a:cubicBezTo>
                  <a:cubicBezTo>
                    <a:pt x="105" y="165"/>
                    <a:pt x="104" y="163"/>
                    <a:pt x="101" y="176"/>
                  </a:cubicBezTo>
                  <a:cubicBezTo>
                    <a:pt x="101" y="176"/>
                    <a:pt x="102" y="140"/>
                    <a:pt x="95" y="108"/>
                  </a:cubicBezTo>
                  <a:cubicBezTo>
                    <a:pt x="89" y="79"/>
                    <a:pt x="0" y="82"/>
                    <a:pt x="0" y="44"/>
                  </a:cubicBezTo>
                  <a:lnTo>
                    <a:pt x="2" y="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3414" name="Freeform 347">
              <a:extLst>
                <a:ext uri="{FF2B5EF4-FFF2-40B4-BE49-F238E27FC236}">
                  <a16:creationId xmlns:a16="http://schemas.microsoft.com/office/drawing/2014/main" id="{CED386F9-0940-49EC-AC86-35DEE50F8E38}"/>
                </a:ext>
              </a:extLst>
            </p:cNvPr>
            <p:cNvSpPr>
              <a:spLocks/>
            </p:cNvSpPr>
            <p:nvPr/>
          </p:nvSpPr>
          <p:spPr bwMode="auto">
            <a:xfrm>
              <a:off x="887" y="1210"/>
              <a:ext cx="93" cy="41"/>
            </a:xfrm>
            <a:custGeom>
              <a:avLst/>
              <a:gdLst>
                <a:gd name="T0" fmla="*/ 0 w 53"/>
                <a:gd name="T1" fmla="*/ 45 h 23"/>
                <a:gd name="T2" fmla="*/ 58 w 53"/>
                <a:gd name="T3" fmla="*/ 29 h 23"/>
                <a:gd name="T4" fmla="*/ 130 w 53"/>
                <a:gd name="T5" fmla="*/ 12 h 23"/>
                <a:gd name="T6" fmla="*/ 144 w 53"/>
                <a:gd name="T7" fmla="*/ 21 h 23"/>
                <a:gd name="T8" fmla="*/ 167 w 53"/>
                <a:gd name="T9" fmla="*/ 12 h 23"/>
                <a:gd name="T10" fmla="*/ 209 w 53"/>
                <a:gd name="T11" fmla="*/ 16 h 23"/>
                <a:gd name="T12" fmla="*/ 286 w 53"/>
                <a:gd name="T13" fmla="*/ 45 h 23"/>
                <a:gd name="T14" fmla="*/ 249 w 53"/>
                <a:gd name="T15" fmla="*/ 93 h 23"/>
                <a:gd name="T16" fmla="*/ 151 w 53"/>
                <a:gd name="T17" fmla="*/ 130 h 23"/>
                <a:gd name="T18" fmla="*/ 77 w 53"/>
                <a:gd name="T19" fmla="*/ 114 h 23"/>
                <a:gd name="T20" fmla="*/ 0 w 53"/>
                <a:gd name="T21" fmla="*/ 45 h 2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3" h="23">
                  <a:moveTo>
                    <a:pt x="0" y="8"/>
                  </a:moveTo>
                  <a:cubicBezTo>
                    <a:pt x="0" y="8"/>
                    <a:pt x="4" y="11"/>
                    <a:pt x="11" y="5"/>
                  </a:cubicBezTo>
                  <a:cubicBezTo>
                    <a:pt x="15" y="2"/>
                    <a:pt x="21" y="0"/>
                    <a:pt x="24" y="2"/>
                  </a:cubicBezTo>
                  <a:cubicBezTo>
                    <a:pt x="28" y="4"/>
                    <a:pt x="27" y="4"/>
                    <a:pt x="27" y="4"/>
                  </a:cubicBezTo>
                  <a:cubicBezTo>
                    <a:pt x="27" y="4"/>
                    <a:pt x="29" y="3"/>
                    <a:pt x="31" y="2"/>
                  </a:cubicBezTo>
                  <a:cubicBezTo>
                    <a:pt x="34" y="2"/>
                    <a:pt x="37" y="2"/>
                    <a:pt x="39" y="3"/>
                  </a:cubicBezTo>
                  <a:cubicBezTo>
                    <a:pt x="41" y="4"/>
                    <a:pt x="47" y="10"/>
                    <a:pt x="53" y="8"/>
                  </a:cubicBezTo>
                  <a:cubicBezTo>
                    <a:pt x="53" y="8"/>
                    <a:pt x="51" y="11"/>
                    <a:pt x="46" y="16"/>
                  </a:cubicBezTo>
                  <a:cubicBezTo>
                    <a:pt x="42" y="21"/>
                    <a:pt x="33" y="22"/>
                    <a:pt x="28" y="23"/>
                  </a:cubicBezTo>
                  <a:cubicBezTo>
                    <a:pt x="24" y="23"/>
                    <a:pt x="16" y="21"/>
                    <a:pt x="14" y="20"/>
                  </a:cubicBezTo>
                  <a:cubicBezTo>
                    <a:pt x="6" y="16"/>
                    <a:pt x="5" y="11"/>
                    <a:pt x="0" y="8"/>
                  </a:cubicBezTo>
                  <a:close/>
                </a:path>
              </a:pathLst>
            </a:custGeom>
            <a:solidFill>
              <a:srgbClr val="F9CA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3415" name="Freeform 348">
              <a:extLst>
                <a:ext uri="{FF2B5EF4-FFF2-40B4-BE49-F238E27FC236}">
                  <a16:creationId xmlns:a16="http://schemas.microsoft.com/office/drawing/2014/main" id="{C1C14B5F-E313-4C68-919B-4C987B4A66DF}"/>
                </a:ext>
              </a:extLst>
            </p:cNvPr>
            <p:cNvSpPr>
              <a:spLocks/>
            </p:cNvSpPr>
            <p:nvPr/>
          </p:nvSpPr>
          <p:spPr bwMode="auto">
            <a:xfrm>
              <a:off x="885" y="1205"/>
              <a:ext cx="98" cy="28"/>
            </a:xfrm>
            <a:custGeom>
              <a:avLst/>
              <a:gdLst>
                <a:gd name="T0" fmla="*/ 151 w 56"/>
                <a:gd name="T1" fmla="*/ 37 h 16"/>
                <a:gd name="T2" fmla="*/ 301 w 56"/>
                <a:gd name="T3" fmla="*/ 56 h 16"/>
                <a:gd name="T4" fmla="*/ 264 w 56"/>
                <a:gd name="T5" fmla="*/ 56 h 16"/>
                <a:gd name="T6" fmla="*/ 228 w 56"/>
                <a:gd name="T7" fmla="*/ 37 h 16"/>
                <a:gd name="T8" fmla="*/ 156 w 56"/>
                <a:gd name="T9" fmla="*/ 33 h 16"/>
                <a:gd name="T10" fmla="*/ 156 w 56"/>
                <a:gd name="T11" fmla="*/ 33 h 16"/>
                <a:gd name="T12" fmla="*/ 81 w 56"/>
                <a:gd name="T13" fmla="*/ 33 h 16"/>
                <a:gd name="T14" fmla="*/ 44 w 56"/>
                <a:gd name="T15" fmla="*/ 56 h 16"/>
                <a:gd name="T16" fmla="*/ 0 w 56"/>
                <a:gd name="T17" fmla="*/ 56 h 16"/>
                <a:gd name="T18" fmla="*/ 151 w 56"/>
                <a:gd name="T19" fmla="*/ 37 h 1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6" h="16">
                  <a:moveTo>
                    <a:pt x="28" y="7"/>
                  </a:moveTo>
                  <a:cubicBezTo>
                    <a:pt x="38" y="0"/>
                    <a:pt x="46" y="15"/>
                    <a:pt x="56" y="10"/>
                  </a:cubicBezTo>
                  <a:cubicBezTo>
                    <a:pt x="53" y="11"/>
                    <a:pt x="51" y="12"/>
                    <a:pt x="49" y="10"/>
                  </a:cubicBezTo>
                  <a:cubicBezTo>
                    <a:pt x="47" y="9"/>
                    <a:pt x="44" y="8"/>
                    <a:pt x="42" y="7"/>
                  </a:cubicBezTo>
                  <a:cubicBezTo>
                    <a:pt x="37" y="4"/>
                    <a:pt x="34" y="4"/>
                    <a:pt x="29" y="6"/>
                  </a:cubicBezTo>
                  <a:cubicBezTo>
                    <a:pt x="29" y="6"/>
                    <a:pt x="29" y="6"/>
                    <a:pt x="29" y="6"/>
                  </a:cubicBezTo>
                  <a:cubicBezTo>
                    <a:pt x="23" y="4"/>
                    <a:pt x="21" y="4"/>
                    <a:pt x="15" y="6"/>
                  </a:cubicBezTo>
                  <a:cubicBezTo>
                    <a:pt x="13" y="7"/>
                    <a:pt x="10" y="8"/>
                    <a:pt x="8" y="10"/>
                  </a:cubicBezTo>
                  <a:cubicBezTo>
                    <a:pt x="6" y="11"/>
                    <a:pt x="3" y="12"/>
                    <a:pt x="0" y="10"/>
                  </a:cubicBezTo>
                  <a:cubicBezTo>
                    <a:pt x="8" y="16"/>
                    <a:pt x="19" y="0"/>
                    <a:pt x="28" y="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3416" name="Freeform 349">
              <a:extLst>
                <a:ext uri="{FF2B5EF4-FFF2-40B4-BE49-F238E27FC236}">
                  <a16:creationId xmlns:a16="http://schemas.microsoft.com/office/drawing/2014/main" id="{09AF696B-5D78-4250-95AC-FD2C4D0C16A8}"/>
                </a:ext>
              </a:extLst>
            </p:cNvPr>
            <p:cNvSpPr>
              <a:spLocks/>
            </p:cNvSpPr>
            <p:nvPr/>
          </p:nvSpPr>
          <p:spPr bwMode="auto">
            <a:xfrm>
              <a:off x="896" y="1233"/>
              <a:ext cx="77" cy="42"/>
            </a:xfrm>
            <a:custGeom>
              <a:avLst/>
              <a:gdLst>
                <a:gd name="T0" fmla="*/ 0 w 44"/>
                <a:gd name="T1" fmla="*/ 0 h 24"/>
                <a:gd name="T2" fmla="*/ 236 w 44"/>
                <a:gd name="T3" fmla="*/ 0 h 24"/>
                <a:gd name="T4" fmla="*/ 0 w 44"/>
                <a:gd name="T5" fmla="*/ 0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4" h="24">
                  <a:moveTo>
                    <a:pt x="0" y="0"/>
                  </a:moveTo>
                  <a:cubicBezTo>
                    <a:pt x="0" y="0"/>
                    <a:pt x="22" y="21"/>
                    <a:pt x="44" y="0"/>
                  </a:cubicBezTo>
                  <a:cubicBezTo>
                    <a:pt x="44" y="0"/>
                    <a:pt x="25" y="24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3417" name="Freeform 350">
              <a:extLst>
                <a:ext uri="{FF2B5EF4-FFF2-40B4-BE49-F238E27FC236}">
                  <a16:creationId xmlns:a16="http://schemas.microsoft.com/office/drawing/2014/main" id="{8761D260-B02D-4505-8BF2-14A9085324DF}"/>
                </a:ext>
              </a:extLst>
            </p:cNvPr>
            <p:cNvSpPr>
              <a:spLocks/>
            </p:cNvSpPr>
            <p:nvPr/>
          </p:nvSpPr>
          <p:spPr bwMode="auto">
            <a:xfrm>
              <a:off x="894" y="1228"/>
              <a:ext cx="81" cy="10"/>
            </a:xfrm>
            <a:custGeom>
              <a:avLst/>
              <a:gdLst>
                <a:gd name="T0" fmla="*/ 0 w 46"/>
                <a:gd name="T1" fmla="*/ 0 h 6"/>
                <a:gd name="T2" fmla="*/ 252 w 46"/>
                <a:gd name="T3" fmla="*/ 0 h 6"/>
                <a:gd name="T4" fmla="*/ 0 w 46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6" h="6">
                  <a:moveTo>
                    <a:pt x="0" y="0"/>
                  </a:moveTo>
                  <a:cubicBezTo>
                    <a:pt x="0" y="0"/>
                    <a:pt x="26" y="4"/>
                    <a:pt x="46" y="0"/>
                  </a:cubicBezTo>
                  <a:cubicBezTo>
                    <a:pt x="46" y="0"/>
                    <a:pt x="30" y="6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3418" name="Freeform 351">
              <a:extLst>
                <a:ext uri="{FF2B5EF4-FFF2-40B4-BE49-F238E27FC236}">
                  <a16:creationId xmlns:a16="http://schemas.microsoft.com/office/drawing/2014/main" id="{51EA9314-4A9B-49C8-8206-D7981D67FECE}"/>
                </a:ext>
              </a:extLst>
            </p:cNvPr>
            <p:cNvSpPr>
              <a:spLocks/>
            </p:cNvSpPr>
            <p:nvPr/>
          </p:nvSpPr>
          <p:spPr bwMode="auto">
            <a:xfrm>
              <a:off x="799" y="1083"/>
              <a:ext cx="67" cy="15"/>
            </a:xfrm>
            <a:custGeom>
              <a:avLst/>
              <a:gdLst>
                <a:gd name="T0" fmla="*/ 208 w 38"/>
                <a:gd name="T1" fmla="*/ 28 h 9"/>
                <a:gd name="T2" fmla="*/ 175 w 38"/>
                <a:gd name="T3" fmla="*/ 22 h 9"/>
                <a:gd name="T4" fmla="*/ 0 w 38"/>
                <a:gd name="T5" fmla="*/ 28 h 9"/>
                <a:gd name="T6" fmla="*/ 175 w 38"/>
                <a:gd name="T7" fmla="*/ 37 h 9"/>
                <a:gd name="T8" fmla="*/ 208 w 38"/>
                <a:gd name="T9" fmla="*/ 28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9">
                  <a:moveTo>
                    <a:pt x="38" y="6"/>
                  </a:moveTo>
                  <a:cubicBezTo>
                    <a:pt x="38" y="6"/>
                    <a:pt x="34" y="6"/>
                    <a:pt x="32" y="5"/>
                  </a:cubicBezTo>
                  <a:cubicBezTo>
                    <a:pt x="29" y="4"/>
                    <a:pt x="11" y="0"/>
                    <a:pt x="0" y="6"/>
                  </a:cubicBezTo>
                  <a:cubicBezTo>
                    <a:pt x="0" y="6"/>
                    <a:pt x="19" y="9"/>
                    <a:pt x="32" y="8"/>
                  </a:cubicBezTo>
                  <a:cubicBezTo>
                    <a:pt x="37" y="7"/>
                    <a:pt x="38" y="7"/>
                    <a:pt x="38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3419" name="Freeform 352">
              <a:extLst>
                <a:ext uri="{FF2B5EF4-FFF2-40B4-BE49-F238E27FC236}">
                  <a16:creationId xmlns:a16="http://schemas.microsoft.com/office/drawing/2014/main" id="{F8A3725B-6A39-4FED-8022-214157213911}"/>
                </a:ext>
              </a:extLst>
            </p:cNvPr>
            <p:cNvSpPr>
              <a:spLocks/>
            </p:cNvSpPr>
            <p:nvPr/>
          </p:nvSpPr>
          <p:spPr bwMode="auto">
            <a:xfrm>
              <a:off x="817" y="1086"/>
              <a:ext cx="28" cy="11"/>
            </a:xfrm>
            <a:custGeom>
              <a:avLst/>
              <a:gdLst>
                <a:gd name="T0" fmla="*/ 86 w 16"/>
                <a:gd name="T1" fmla="*/ 13 h 6"/>
                <a:gd name="T2" fmla="*/ 7 w 16"/>
                <a:gd name="T3" fmla="*/ 7 h 6"/>
                <a:gd name="T4" fmla="*/ 0 w 16"/>
                <a:gd name="T5" fmla="*/ 24 h 6"/>
                <a:gd name="T6" fmla="*/ 0 w 16"/>
                <a:gd name="T7" fmla="*/ 31 h 6"/>
                <a:gd name="T8" fmla="*/ 81 w 16"/>
                <a:gd name="T9" fmla="*/ 37 h 6"/>
                <a:gd name="T10" fmla="*/ 86 w 16"/>
                <a:gd name="T11" fmla="*/ 24 h 6"/>
                <a:gd name="T12" fmla="*/ 86 w 16"/>
                <a:gd name="T13" fmla="*/ 13 h 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" h="6">
                  <a:moveTo>
                    <a:pt x="16" y="2"/>
                  </a:moveTo>
                  <a:cubicBezTo>
                    <a:pt x="12" y="1"/>
                    <a:pt x="6" y="0"/>
                    <a:pt x="1" y="1"/>
                  </a:cubicBezTo>
                  <a:cubicBezTo>
                    <a:pt x="0" y="1"/>
                    <a:pt x="0" y="3"/>
                    <a:pt x="0" y="4"/>
                  </a:cubicBezTo>
                  <a:cubicBezTo>
                    <a:pt x="0" y="4"/>
                    <a:pt x="0" y="5"/>
                    <a:pt x="0" y="5"/>
                  </a:cubicBezTo>
                  <a:cubicBezTo>
                    <a:pt x="5" y="6"/>
                    <a:pt x="10" y="6"/>
                    <a:pt x="15" y="6"/>
                  </a:cubicBezTo>
                  <a:cubicBezTo>
                    <a:pt x="16" y="5"/>
                    <a:pt x="16" y="4"/>
                    <a:pt x="16" y="4"/>
                  </a:cubicBezTo>
                  <a:cubicBezTo>
                    <a:pt x="16" y="3"/>
                    <a:pt x="16" y="2"/>
                    <a:pt x="16" y="2"/>
                  </a:cubicBezTo>
                  <a:close/>
                </a:path>
              </a:pathLst>
            </a:custGeom>
            <a:solidFill>
              <a:srgbClr val="3311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3420" name="Freeform 353">
              <a:extLst>
                <a:ext uri="{FF2B5EF4-FFF2-40B4-BE49-F238E27FC236}">
                  <a16:creationId xmlns:a16="http://schemas.microsoft.com/office/drawing/2014/main" id="{CC2A9CB7-9C9C-4F64-BD97-062A3AE35314}"/>
                </a:ext>
              </a:extLst>
            </p:cNvPr>
            <p:cNvSpPr>
              <a:spLocks/>
            </p:cNvSpPr>
            <p:nvPr/>
          </p:nvSpPr>
          <p:spPr bwMode="auto">
            <a:xfrm>
              <a:off x="817" y="1086"/>
              <a:ext cx="28" cy="11"/>
            </a:xfrm>
            <a:custGeom>
              <a:avLst/>
              <a:gdLst>
                <a:gd name="T0" fmla="*/ 86 w 16"/>
                <a:gd name="T1" fmla="*/ 13 h 6"/>
                <a:gd name="T2" fmla="*/ 7 w 16"/>
                <a:gd name="T3" fmla="*/ 7 h 6"/>
                <a:gd name="T4" fmla="*/ 0 w 16"/>
                <a:gd name="T5" fmla="*/ 24 h 6"/>
                <a:gd name="T6" fmla="*/ 0 w 16"/>
                <a:gd name="T7" fmla="*/ 31 h 6"/>
                <a:gd name="T8" fmla="*/ 81 w 16"/>
                <a:gd name="T9" fmla="*/ 37 h 6"/>
                <a:gd name="T10" fmla="*/ 86 w 16"/>
                <a:gd name="T11" fmla="*/ 24 h 6"/>
                <a:gd name="T12" fmla="*/ 86 w 16"/>
                <a:gd name="T13" fmla="*/ 13 h 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" h="6">
                  <a:moveTo>
                    <a:pt x="16" y="2"/>
                  </a:moveTo>
                  <a:cubicBezTo>
                    <a:pt x="12" y="1"/>
                    <a:pt x="6" y="0"/>
                    <a:pt x="1" y="1"/>
                  </a:cubicBezTo>
                  <a:cubicBezTo>
                    <a:pt x="0" y="1"/>
                    <a:pt x="0" y="3"/>
                    <a:pt x="0" y="4"/>
                  </a:cubicBezTo>
                  <a:cubicBezTo>
                    <a:pt x="0" y="4"/>
                    <a:pt x="0" y="5"/>
                    <a:pt x="0" y="5"/>
                  </a:cubicBezTo>
                  <a:cubicBezTo>
                    <a:pt x="5" y="6"/>
                    <a:pt x="10" y="6"/>
                    <a:pt x="15" y="6"/>
                  </a:cubicBezTo>
                  <a:cubicBezTo>
                    <a:pt x="16" y="5"/>
                    <a:pt x="16" y="4"/>
                    <a:pt x="16" y="4"/>
                  </a:cubicBezTo>
                  <a:cubicBezTo>
                    <a:pt x="16" y="3"/>
                    <a:pt x="16" y="2"/>
                    <a:pt x="16" y="2"/>
                  </a:cubicBezTo>
                  <a:close/>
                </a:path>
              </a:pathLst>
            </a:custGeom>
            <a:noFill/>
            <a:ln w="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3421" name="Freeform 354">
              <a:extLst>
                <a:ext uri="{FF2B5EF4-FFF2-40B4-BE49-F238E27FC236}">
                  <a16:creationId xmlns:a16="http://schemas.microsoft.com/office/drawing/2014/main" id="{236E0798-5518-4F70-849E-50971D70C1C1}"/>
                </a:ext>
              </a:extLst>
            </p:cNvPr>
            <p:cNvSpPr>
              <a:spLocks/>
            </p:cNvSpPr>
            <p:nvPr/>
          </p:nvSpPr>
          <p:spPr bwMode="auto">
            <a:xfrm>
              <a:off x="799" y="1081"/>
              <a:ext cx="67" cy="17"/>
            </a:xfrm>
            <a:custGeom>
              <a:avLst/>
              <a:gdLst>
                <a:gd name="T0" fmla="*/ 208 w 38"/>
                <a:gd name="T1" fmla="*/ 34 h 10"/>
                <a:gd name="T2" fmla="*/ 175 w 38"/>
                <a:gd name="T3" fmla="*/ 29 h 10"/>
                <a:gd name="T4" fmla="*/ 0 w 38"/>
                <a:gd name="T5" fmla="*/ 29 h 10"/>
                <a:gd name="T6" fmla="*/ 175 w 38"/>
                <a:gd name="T7" fmla="*/ 44 h 10"/>
                <a:gd name="T8" fmla="*/ 208 w 38"/>
                <a:gd name="T9" fmla="*/ 34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10">
                  <a:moveTo>
                    <a:pt x="38" y="7"/>
                  </a:moveTo>
                  <a:cubicBezTo>
                    <a:pt x="38" y="6"/>
                    <a:pt x="34" y="7"/>
                    <a:pt x="32" y="6"/>
                  </a:cubicBezTo>
                  <a:cubicBezTo>
                    <a:pt x="29" y="5"/>
                    <a:pt x="11" y="0"/>
                    <a:pt x="0" y="6"/>
                  </a:cubicBezTo>
                  <a:cubicBezTo>
                    <a:pt x="0" y="6"/>
                    <a:pt x="19" y="10"/>
                    <a:pt x="32" y="9"/>
                  </a:cubicBezTo>
                  <a:cubicBezTo>
                    <a:pt x="37" y="8"/>
                    <a:pt x="38" y="8"/>
                    <a:pt x="38" y="7"/>
                  </a:cubicBezTo>
                  <a:close/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3422" name="Freeform 355">
              <a:extLst>
                <a:ext uri="{FF2B5EF4-FFF2-40B4-BE49-F238E27FC236}">
                  <a16:creationId xmlns:a16="http://schemas.microsoft.com/office/drawing/2014/main" id="{9F8DD114-52E8-4696-8B82-4E6F0A4571F7}"/>
                </a:ext>
              </a:extLst>
            </p:cNvPr>
            <p:cNvSpPr>
              <a:spLocks/>
            </p:cNvSpPr>
            <p:nvPr/>
          </p:nvSpPr>
          <p:spPr bwMode="auto">
            <a:xfrm>
              <a:off x="990" y="1083"/>
              <a:ext cx="67" cy="15"/>
            </a:xfrm>
            <a:custGeom>
              <a:avLst/>
              <a:gdLst>
                <a:gd name="T0" fmla="*/ 0 w 38"/>
                <a:gd name="T1" fmla="*/ 28 h 9"/>
                <a:gd name="T2" fmla="*/ 34 w 38"/>
                <a:gd name="T3" fmla="*/ 22 h 9"/>
                <a:gd name="T4" fmla="*/ 208 w 38"/>
                <a:gd name="T5" fmla="*/ 28 h 9"/>
                <a:gd name="T6" fmla="*/ 34 w 38"/>
                <a:gd name="T7" fmla="*/ 37 h 9"/>
                <a:gd name="T8" fmla="*/ 0 w 38"/>
                <a:gd name="T9" fmla="*/ 28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9">
                  <a:moveTo>
                    <a:pt x="0" y="6"/>
                  </a:moveTo>
                  <a:cubicBezTo>
                    <a:pt x="0" y="6"/>
                    <a:pt x="4" y="6"/>
                    <a:pt x="6" y="5"/>
                  </a:cubicBezTo>
                  <a:cubicBezTo>
                    <a:pt x="9" y="4"/>
                    <a:pt x="27" y="0"/>
                    <a:pt x="38" y="6"/>
                  </a:cubicBezTo>
                  <a:cubicBezTo>
                    <a:pt x="38" y="6"/>
                    <a:pt x="19" y="9"/>
                    <a:pt x="6" y="8"/>
                  </a:cubicBezTo>
                  <a:cubicBezTo>
                    <a:pt x="1" y="7"/>
                    <a:pt x="0" y="7"/>
                    <a:pt x="0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3423" name="Freeform 356">
              <a:extLst>
                <a:ext uri="{FF2B5EF4-FFF2-40B4-BE49-F238E27FC236}">
                  <a16:creationId xmlns:a16="http://schemas.microsoft.com/office/drawing/2014/main" id="{FDAA8242-D3F8-4A9F-AEF1-1596006F32D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" y="1086"/>
              <a:ext cx="28" cy="11"/>
            </a:xfrm>
            <a:custGeom>
              <a:avLst/>
              <a:gdLst>
                <a:gd name="T0" fmla="*/ 0 w 16"/>
                <a:gd name="T1" fmla="*/ 13 h 6"/>
                <a:gd name="T2" fmla="*/ 81 w 16"/>
                <a:gd name="T3" fmla="*/ 7 h 6"/>
                <a:gd name="T4" fmla="*/ 86 w 16"/>
                <a:gd name="T5" fmla="*/ 24 h 6"/>
                <a:gd name="T6" fmla="*/ 81 w 16"/>
                <a:gd name="T7" fmla="*/ 31 h 6"/>
                <a:gd name="T8" fmla="*/ 7 w 16"/>
                <a:gd name="T9" fmla="*/ 37 h 6"/>
                <a:gd name="T10" fmla="*/ 0 w 16"/>
                <a:gd name="T11" fmla="*/ 24 h 6"/>
                <a:gd name="T12" fmla="*/ 0 w 16"/>
                <a:gd name="T13" fmla="*/ 13 h 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" h="6">
                  <a:moveTo>
                    <a:pt x="0" y="2"/>
                  </a:moveTo>
                  <a:cubicBezTo>
                    <a:pt x="4" y="1"/>
                    <a:pt x="9" y="0"/>
                    <a:pt x="15" y="1"/>
                  </a:cubicBezTo>
                  <a:cubicBezTo>
                    <a:pt x="15" y="1"/>
                    <a:pt x="16" y="3"/>
                    <a:pt x="16" y="4"/>
                  </a:cubicBezTo>
                  <a:cubicBezTo>
                    <a:pt x="16" y="4"/>
                    <a:pt x="16" y="5"/>
                    <a:pt x="15" y="5"/>
                  </a:cubicBezTo>
                  <a:cubicBezTo>
                    <a:pt x="11" y="6"/>
                    <a:pt x="6" y="6"/>
                    <a:pt x="1" y="6"/>
                  </a:cubicBezTo>
                  <a:cubicBezTo>
                    <a:pt x="0" y="5"/>
                    <a:pt x="0" y="4"/>
                    <a:pt x="0" y="4"/>
                  </a:cubicBezTo>
                  <a:cubicBezTo>
                    <a:pt x="0" y="3"/>
                    <a:pt x="0" y="2"/>
                    <a:pt x="0" y="2"/>
                  </a:cubicBezTo>
                  <a:close/>
                </a:path>
              </a:pathLst>
            </a:custGeom>
            <a:solidFill>
              <a:srgbClr val="3311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3424" name="Freeform 357">
              <a:extLst>
                <a:ext uri="{FF2B5EF4-FFF2-40B4-BE49-F238E27FC236}">
                  <a16:creationId xmlns:a16="http://schemas.microsoft.com/office/drawing/2014/main" id="{098565EF-623E-4D9F-9AEC-B31168D865A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" y="1086"/>
              <a:ext cx="28" cy="11"/>
            </a:xfrm>
            <a:custGeom>
              <a:avLst/>
              <a:gdLst>
                <a:gd name="T0" fmla="*/ 0 w 16"/>
                <a:gd name="T1" fmla="*/ 13 h 6"/>
                <a:gd name="T2" fmla="*/ 81 w 16"/>
                <a:gd name="T3" fmla="*/ 7 h 6"/>
                <a:gd name="T4" fmla="*/ 86 w 16"/>
                <a:gd name="T5" fmla="*/ 24 h 6"/>
                <a:gd name="T6" fmla="*/ 81 w 16"/>
                <a:gd name="T7" fmla="*/ 31 h 6"/>
                <a:gd name="T8" fmla="*/ 7 w 16"/>
                <a:gd name="T9" fmla="*/ 37 h 6"/>
                <a:gd name="T10" fmla="*/ 0 w 16"/>
                <a:gd name="T11" fmla="*/ 24 h 6"/>
                <a:gd name="T12" fmla="*/ 0 w 16"/>
                <a:gd name="T13" fmla="*/ 13 h 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" h="6">
                  <a:moveTo>
                    <a:pt x="0" y="2"/>
                  </a:moveTo>
                  <a:cubicBezTo>
                    <a:pt x="4" y="1"/>
                    <a:pt x="9" y="0"/>
                    <a:pt x="15" y="1"/>
                  </a:cubicBezTo>
                  <a:cubicBezTo>
                    <a:pt x="15" y="1"/>
                    <a:pt x="16" y="3"/>
                    <a:pt x="16" y="4"/>
                  </a:cubicBezTo>
                  <a:cubicBezTo>
                    <a:pt x="16" y="4"/>
                    <a:pt x="16" y="5"/>
                    <a:pt x="15" y="5"/>
                  </a:cubicBezTo>
                  <a:cubicBezTo>
                    <a:pt x="11" y="6"/>
                    <a:pt x="6" y="6"/>
                    <a:pt x="1" y="6"/>
                  </a:cubicBezTo>
                  <a:cubicBezTo>
                    <a:pt x="0" y="5"/>
                    <a:pt x="0" y="4"/>
                    <a:pt x="0" y="4"/>
                  </a:cubicBezTo>
                  <a:cubicBezTo>
                    <a:pt x="0" y="3"/>
                    <a:pt x="0" y="2"/>
                    <a:pt x="0" y="2"/>
                  </a:cubicBezTo>
                  <a:close/>
                </a:path>
              </a:pathLst>
            </a:custGeom>
            <a:noFill/>
            <a:ln w="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3425" name="Freeform 358">
              <a:extLst>
                <a:ext uri="{FF2B5EF4-FFF2-40B4-BE49-F238E27FC236}">
                  <a16:creationId xmlns:a16="http://schemas.microsoft.com/office/drawing/2014/main" id="{F9A8760D-62D0-4701-B866-9CFC66316F14}"/>
                </a:ext>
              </a:extLst>
            </p:cNvPr>
            <p:cNvSpPr>
              <a:spLocks/>
            </p:cNvSpPr>
            <p:nvPr/>
          </p:nvSpPr>
          <p:spPr bwMode="auto">
            <a:xfrm>
              <a:off x="990" y="1081"/>
              <a:ext cx="67" cy="17"/>
            </a:xfrm>
            <a:custGeom>
              <a:avLst/>
              <a:gdLst>
                <a:gd name="T0" fmla="*/ 0 w 38"/>
                <a:gd name="T1" fmla="*/ 34 h 10"/>
                <a:gd name="T2" fmla="*/ 34 w 38"/>
                <a:gd name="T3" fmla="*/ 29 h 10"/>
                <a:gd name="T4" fmla="*/ 208 w 38"/>
                <a:gd name="T5" fmla="*/ 29 h 10"/>
                <a:gd name="T6" fmla="*/ 34 w 38"/>
                <a:gd name="T7" fmla="*/ 44 h 10"/>
                <a:gd name="T8" fmla="*/ 0 w 38"/>
                <a:gd name="T9" fmla="*/ 34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10">
                  <a:moveTo>
                    <a:pt x="0" y="7"/>
                  </a:moveTo>
                  <a:cubicBezTo>
                    <a:pt x="0" y="6"/>
                    <a:pt x="3" y="7"/>
                    <a:pt x="6" y="6"/>
                  </a:cubicBezTo>
                  <a:cubicBezTo>
                    <a:pt x="8" y="5"/>
                    <a:pt x="26" y="0"/>
                    <a:pt x="38" y="6"/>
                  </a:cubicBezTo>
                  <a:cubicBezTo>
                    <a:pt x="38" y="6"/>
                    <a:pt x="18" y="10"/>
                    <a:pt x="6" y="9"/>
                  </a:cubicBezTo>
                  <a:cubicBezTo>
                    <a:pt x="0" y="8"/>
                    <a:pt x="0" y="8"/>
                    <a:pt x="0" y="7"/>
                  </a:cubicBezTo>
                  <a:close/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3426" name="Freeform 359">
              <a:extLst>
                <a:ext uri="{FF2B5EF4-FFF2-40B4-BE49-F238E27FC236}">
                  <a16:creationId xmlns:a16="http://schemas.microsoft.com/office/drawing/2014/main" id="{6CA844F5-F28C-4663-B925-05AAEEC0F629}"/>
                </a:ext>
              </a:extLst>
            </p:cNvPr>
            <p:cNvSpPr>
              <a:spLocks/>
            </p:cNvSpPr>
            <p:nvPr/>
          </p:nvSpPr>
          <p:spPr bwMode="auto">
            <a:xfrm>
              <a:off x="789" y="1035"/>
              <a:ext cx="80" cy="14"/>
            </a:xfrm>
            <a:custGeom>
              <a:avLst/>
              <a:gdLst>
                <a:gd name="T0" fmla="*/ 242 w 46"/>
                <a:gd name="T1" fmla="*/ 44 h 8"/>
                <a:gd name="T2" fmla="*/ 0 w 46"/>
                <a:gd name="T3" fmla="*/ 4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6" h="8">
                  <a:moveTo>
                    <a:pt x="46" y="8"/>
                  </a:moveTo>
                  <a:cubicBezTo>
                    <a:pt x="46" y="8"/>
                    <a:pt x="13" y="0"/>
                    <a:pt x="0" y="8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3427" name="Freeform 360">
              <a:extLst>
                <a:ext uri="{FF2B5EF4-FFF2-40B4-BE49-F238E27FC236}">
                  <a16:creationId xmlns:a16="http://schemas.microsoft.com/office/drawing/2014/main" id="{F0E9612D-EB22-4477-A920-9444062FA671}"/>
                </a:ext>
              </a:extLst>
            </p:cNvPr>
            <p:cNvSpPr>
              <a:spLocks/>
            </p:cNvSpPr>
            <p:nvPr/>
          </p:nvSpPr>
          <p:spPr bwMode="auto">
            <a:xfrm>
              <a:off x="985" y="1035"/>
              <a:ext cx="79" cy="14"/>
            </a:xfrm>
            <a:custGeom>
              <a:avLst/>
              <a:gdLst>
                <a:gd name="T0" fmla="*/ 0 w 45"/>
                <a:gd name="T1" fmla="*/ 44 h 8"/>
                <a:gd name="T2" fmla="*/ 244 w 45"/>
                <a:gd name="T3" fmla="*/ 4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5" h="8">
                  <a:moveTo>
                    <a:pt x="0" y="8"/>
                  </a:moveTo>
                  <a:cubicBezTo>
                    <a:pt x="0" y="8"/>
                    <a:pt x="32" y="0"/>
                    <a:pt x="45" y="8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3428" name="Freeform 361">
              <a:extLst>
                <a:ext uri="{FF2B5EF4-FFF2-40B4-BE49-F238E27FC236}">
                  <a16:creationId xmlns:a16="http://schemas.microsoft.com/office/drawing/2014/main" id="{DBD605C9-9618-4D74-9758-880DB7B1A46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6" y="1084"/>
              <a:ext cx="7" cy="4"/>
            </a:xfrm>
            <a:custGeom>
              <a:avLst/>
              <a:gdLst>
                <a:gd name="T0" fmla="*/ 0 w 4"/>
                <a:gd name="T1" fmla="*/ 16 h 2"/>
                <a:gd name="T2" fmla="*/ 21 w 4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">
                  <a:moveTo>
                    <a:pt x="0" y="2"/>
                  </a:moveTo>
                  <a:cubicBezTo>
                    <a:pt x="1" y="2"/>
                    <a:pt x="3" y="1"/>
                    <a:pt x="4" y="0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3429" name="Freeform 362">
              <a:extLst>
                <a:ext uri="{FF2B5EF4-FFF2-40B4-BE49-F238E27FC236}">
                  <a16:creationId xmlns:a16="http://schemas.microsoft.com/office/drawing/2014/main" id="{79DAEF71-9BCE-4863-8443-7375513D97C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2" y="1088"/>
              <a:ext cx="7" cy="2"/>
            </a:xfrm>
            <a:custGeom>
              <a:avLst/>
              <a:gdLst>
                <a:gd name="T0" fmla="*/ 0 w 4"/>
                <a:gd name="T1" fmla="*/ 8 h 1"/>
                <a:gd name="T2" fmla="*/ 21 w 4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0" y="1"/>
                  </a:moveTo>
                  <a:cubicBezTo>
                    <a:pt x="1" y="1"/>
                    <a:pt x="3" y="0"/>
                    <a:pt x="4" y="0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3430" name="Freeform 363">
              <a:extLst>
                <a:ext uri="{FF2B5EF4-FFF2-40B4-BE49-F238E27FC236}">
                  <a16:creationId xmlns:a16="http://schemas.microsoft.com/office/drawing/2014/main" id="{4C7063BD-56E3-4571-89D0-96216FA0FE6B}"/>
                </a:ext>
              </a:extLst>
            </p:cNvPr>
            <p:cNvSpPr>
              <a:spLocks/>
            </p:cNvSpPr>
            <p:nvPr/>
          </p:nvSpPr>
          <p:spPr bwMode="auto">
            <a:xfrm>
              <a:off x="797" y="1088"/>
              <a:ext cx="6" cy="2"/>
            </a:xfrm>
            <a:custGeom>
              <a:avLst/>
              <a:gdLst>
                <a:gd name="T0" fmla="*/ 24 w 3"/>
                <a:gd name="T1" fmla="*/ 8 h 1"/>
                <a:gd name="T2" fmla="*/ 0 w 3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">
                  <a:moveTo>
                    <a:pt x="3" y="1"/>
                  </a:moveTo>
                  <a:cubicBezTo>
                    <a:pt x="2" y="1"/>
                    <a:pt x="1" y="1"/>
                    <a:pt x="0" y="0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3431" name="Freeform 364">
              <a:extLst>
                <a:ext uri="{FF2B5EF4-FFF2-40B4-BE49-F238E27FC236}">
                  <a16:creationId xmlns:a16="http://schemas.microsoft.com/office/drawing/2014/main" id="{5E8D0636-71F1-44A1-BA5C-0930207E3BE2}"/>
                </a:ext>
              </a:extLst>
            </p:cNvPr>
            <p:cNvSpPr>
              <a:spLocks/>
            </p:cNvSpPr>
            <p:nvPr/>
          </p:nvSpPr>
          <p:spPr bwMode="auto">
            <a:xfrm>
              <a:off x="803" y="1086"/>
              <a:ext cx="7" cy="2"/>
            </a:xfrm>
            <a:custGeom>
              <a:avLst/>
              <a:gdLst>
                <a:gd name="T0" fmla="*/ 21 w 4"/>
                <a:gd name="T1" fmla="*/ 8 h 1"/>
                <a:gd name="T2" fmla="*/ 0 w 4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4" y="1"/>
                  </a:moveTo>
                  <a:cubicBezTo>
                    <a:pt x="3" y="1"/>
                    <a:pt x="1" y="0"/>
                    <a:pt x="0" y="0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3432" name="Oval 365">
              <a:extLst>
                <a:ext uri="{FF2B5EF4-FFF2-40B4-BE49-F238E27FC236}">
                  <a16:creationId xmlns:a16="http://schemas.microsoft.com/office/drawing/2014/main" id="{C18643E2-6A8A-444F-AB52-F8FA5BE4C3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27" y="1088"/>
              <a:ext cx="7" cy="7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433" name="Oval 366">
              <a:extLst>
                <a:ext uri="{FF2B5EF4-FFF2-40B4-BE49-F238E27FC236}">
                  <a16:creationId xmlns:a16="http://schemas.microsoft.com/office/drawing/2014/main" id="{29EC9519-7647-46D5-A965-91E14AC2A5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2" y="1088"/>
              <a:ext cx="4" cy="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434" name="Oval 367">
              <a:extLst>
                <a:ext uri="{FF2B5EF4-FFF2-40B4-BE49-F238E27FC236}">
                  <a16:creationId xmlns:a16="http://schemas.microsoft.com/office/drawing/2014/main" id="{0C55D87B-871D-4798-8377-1043512912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22" y="1088"/>
              <a:ext cx="7" cy="7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435" name="Oval 368">
              <a:extLst>
                <a:ext uri="{FF2B5EF4-FFF2-40B4-BE49-F238E27FC236}">
                  <a16:creationId xmlns:a16="http://schemas.microsoft.com/office/drawing/2014/main" id="{44501D51-6F3B-4940-9768-228EF43040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20" y="1088"/>
              <a:ext cx="4" cy="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436" name="Freeform 369">
              <a:extLst>
                <a:ext uri="{FF2B5EF4-FFF2-40B4-BE49-F238E27FC236}">
                  <a16:creationId xmlns:a16="http://schemas.microsoft.com/office/drawing/2014/main" id="{C92727C8-00A0-4BDC-A6A6-77B81E8F2B6D}"/>
                </a:ext>
              </a:extLst>
            </p:cNvPr>
            <p:cNvSpPr>
              <a:spLocks/>
            </p:cNvSpPr>
            <p:nvPr/>
          </p:nvSpPr>
          <p:spPr bwMode="auto">
            <a:xfrm>
              <a:off x="808" y="848"/>
              <a:ext cx="117" cy="109"/>
            </a:xfrm>
            <a:custGeom>
              <a:avLst/>
              <a:gdLst>
                <a:gd name="T0" fmla="*/ 356 w 67"/>
                <a:gd name="T1" fmla="*/ 0 h 62"/>
                <a:gd name="T2" fmla="*/ 320 w 67"/>
                <a:gd name="T3" fmla="*/ 315 h 62"/>
                <a:gd name="T4" fmla="*/ 0 w 67"/>
                <a:gd name="T5" fmla="*/ 322 h 62"/>
                <a:gd name="T6" fmla="*/ 30 w 67"/>
                <a:gd name="T7" fmla="*/ 86 h 62"/>
                <a:gd name="T8" fmla="*/ 356 w 67"/>
                <a:gd name="T9" fmla="*/ 0 h 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62">
                  <a:moveTo>
                    <a:pt x="67" y="0"/>
                  </a:moveTo>
                  <a:cubicBezTo>
                    <a:pt x="67" y="0"/>
                    <a:pt x="67" y="32"/>
                    <a:pt x="60" y="58"/>
                  </a:cubicBezTo>
                  <a:cubicBezTo>
                    <a:pt x="60" y="58"/>
                    <a:pt x="19" y="62"/>
                    <a:pt x="0" y="59"/>
                  </a:cubicBezTo>
                  <a:cubicBezTo>
                    <a:pt x="6" y="16"/>
                    <a:pt x="6" y="16"/>
                    <a:pt x="6" y="16"/>
                  </a:cubicBezTo>
                  <a:lnTo>
                    <a:pt x="67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3437" name="Freeform 370">
              <a:extLst>
                <a:ext uri="{FF2B5EF4-FFF2-40B4-BE49-F238E27FC236}">
                  <a16:creationId xmlns:a16="http://schemas.microsoft.com/office/drawing/2014/main" id="{FEBD1C53-AA85-4A88-A88A-39FCC21EDAF5}"/>
                </a:ext>
              </a:extLst>
            </p:cNvPr>
            <p:cNvSpPr>
              <a:spLocks/>
            </p:cNvSpPr>
            <p:nvPr/>
          </p:nvSpPr>
          <p:spPr bwMode="auto">
            <a:xfrm>
              <a:off x="922" y="848"/>
              <a:ext cx="117" cy="109"/>
            </a:xfrm>
            <a:custGeom>
              <a:avLst/>
              <a:gdLst>
                <a:gd name="T0" fmla="*/ 0 w 67"/>
                <a:gd name="T1" fmla="*/ 0 h 62"/>
                <a:gd name="T2" fmla="*/ 37 w 67"/>
                <a:gd name="T3" fmla="*/ 315 h 62"/>
                <a:gd name="T4" fmla="*/ 356 w 67"/>
                <a:gd name="T5" fmla="*/ 322 h 62"/>
                <a:gd name="T6" fmla="*/ 327 w 67"/>
                <a:gd name="T7" fmla="*/ 86 h 62"/>
                <a:gd name="T8" fmla="*/ 0 w 67"/>
                <a:gd name="T9" fmla="*/ 0 h 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62">
                  <a:moveTo>
                    <a:pt x="0" y="0"/>
                  </a:moveTo>
                  <a:cubicBezTo>
                    <a:pt x="0" y="0"/>
                    <a:pt x="0" y="32"/>
                    <a:pt x="7" y="58"/>
                  </a:cubicBezTo>
                  <a:cubicBezTo>
                    <a:pt x="7" y="58"/>
                    <a:pt x="48" y="62"/>
                    <a:pt x="67" y="59"/>
                  </a:cubicBezTo>
                  <a:cubicBezTo>
                    <a:pt x="61" y="16"/>
                    <a:pt x="61" y="16"/>
                    <a:pt x="61" y="16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3438" name="Freeform 371">
              <a:extLst>
                <a:ext uri="{FF2B5EF4-FFF2-40B4-BE49-F238E27FC236}">
                  <a16:creationId xmlns:a16="http://schemas.microsoft.com/office/drawing/2014/main" id="{4A964EBE-EB3E-4B38-877D-C0FC51EBDF54}"/>
                </a:ext>
              </a:extLst>
            </p:cNvPr>
            <p:cNvSpPr>
              <a:spLocks/>
            </p:cNvSpPr>
            <p:nvPr/>
          </p:nvSpPr>
          <p:spPr bwMode="auto">
            <a:xfrm>
              <a:off x="864" y="752"/>
              <a:ext cx="65" cy="31"/>
            </a:xfrm>
            <a:custGeom>
              <a:avLst/>
              <a:gdLst>
                <a:gd name="T0" fmla="*/ 200 w 37"/>
                <a:gd name="T1" fmla="*/ 65 h 18"/>
                <a:gd name="T2" fmla="*/ 37 w 37"/>
                <a:gd name="T3" fmla="*/ 0 h 18"/>
                <a:gd name="T4" fmla="*/ 123 w 37"/>
                <a:gd name="T5" fmla="*/ 41 h 18"/>
                <a:gd name="T6" fmla="*/ 0 w 37"/>
                <a:gd name="T7" fmla="*/ 48 h 18"/>
                <a:gd name="T8" fmla="*/ 86 w 37"/>
                <a:gd name="T9" fmla="*/ 62 h 18"/>
                <a:gd name="T10" fmla="*/ 123 w 37"/>
                <a:gd name="T11" fmla="*/ 86 h 18"/>
                <a:gd name="T12" fmla="*/ 188 w 37"/>
                <a:gd name="T13" fmla="*/ 86 h 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7" h="18">
                  <a:moveTo>
                    <a:pt x="37" y="13"/>
                  </a:moveTo>
                  <a:cubicBezTo>
                    <a:pt x="30" y="1"/>
                    <a:pt x="20" y="0"/>
                    <a:pt x="7" y="0"/>
                  </a:cubicBezTo>
                  <a:cubicBezTo>
                    <a:pt x="14" y="1"/>
                    <a:pt x="19" y="3"/>
                    <a:pt x="23" y="8"/>
                  </a:cubicBezTo>
                  <a:cubicBezTo>
                    <a:pt x="16" y="5"/>
                    <a:pt x="6" y="3"/>
                    <a:pt x="0" y="9"/>
                  </a:cubicBezTo>
                  <a:cubicBezTo>
                    <a:pt x="6" y="8"/>
                    <a:pt x="11" y="9"/>
                    <a:pt x="16" y="12"/>
                  </a:cubicBezTo>
                  <a:cubicBezTo>
                    <a:pt x="18" y="15"/>
                    <a:pt x="19" y="16"/>
                    <a:pt x="23" y="17"/>
                  </a:cubicBezTo>
                  <a:cubicBezTo>
                    <a:pt x="26" y="18"/>
                    <a:pt x="31" y="17"/>
                    <a:pt x="35" y="17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3439" name="Freeform 372">
              <a:extLst>
                <a:ext uri="{FF2B5EF4-FFF2-40B4-BE49-F238E27FC236}">
                  <a16:creationId xmlns:a16="http://schemas.microsoft.com/office/drawing/2014/main" id="{5CD769A9-8043-400A-AB73-AD8D081C8344}"/>
                </a:ext>
              </a:extLst>
            </p:cNvPr>
            <p:cNvSpPr>
              <a:spLocks/>
            </p:cNvSpPr>
            <p:nvPr/>
          </p:nvSpPr>
          <p:spPr bwMode="auto">
            <a:xfrm>
              <a:off x="925" y="750"/>
              <a:ext cx="57" cy="28"/>
            </a:xfrm>
            <a:custGeom>
              <a:avLst/>
              <a:gdLst>
                <a:gd name="T0" fmla="*/ 0 w 32"/>
                <a:gd name="T1" fmla="*/ 77 h 16"/>
                <a:gd name="T2" fmla="*/ 123 w 32"/>
                <a:gd name="T3" fmla="*/ 16 h 16"/>
                <a:gd name="T4" fmla="*/ 52 w 32"/>
                <a:gd name="T5" fmla="*/ 49 h 16"/>
                <a:gd name="T6" fmla="*/ 182 w 32"/>
                <a:gd name="T7" fmla="*/ 56 h 16"/>
                <a:gd name="T8" fmla="*/ 52 w 32"/>
                <a:gd name="T9" fmla="*/ 86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16">
                  <a:moveTo>
                    <a:pt x="0" y="14"/>
                  </a:moveTo>
                  <a:cubicBezTo>
                    <a:pt x="4" y="4"/>
                    <a:pt x="12" y="0"/>
                    <a:pt x="22" y="3"/>
                  </a:cubicBezTo>
                  <a:cubicBezTo>
                    <a:pt x="17" y="2"/>
                    <a:pt x="12" y="5"/>
                    <a:pt x="9" y="9"/>
                  </a:cubicBezTo>
                  <a:cubicBezTo>
                    <a:pt x="13" y="4"/>
                    <a:pt x="27" y="7"/>
                    <a:pt x="32" y="10"/>
                  </a:cubicBezTo>
                  <a:cubicBezTo>
                    <a:pt x="23" y="7"/>
                    <a:pt x="16" y="11"/>
                    <a:pt x="9" y="16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3440" name="Freeform 373">
              <a:extLst>
                <a:ext uri="{FF2B5EF4-FFF2-40B4-BE49-F238E27FC236}">
                  <a16:creationId xmlns:a16="http://schemas.microsoft.com/office/drawing/2014/main" id="{83C893C0-EC98-4700-9775-E98DCE537D3D}"/>
                </a:ext>
              </a:extLst>
            </p:cNvPr>
            <p:cNvSpPr>
              <a:spLocks/>
            </p:cNvSpPr>
            <p:nvPr/>
          </p:nvSpPr>
          <p:spPr bwMode="auto">
            <a:xfrm>
              <a:off x="755" y="1023"/>
              <a:ext cx="37" cy="119"/>
            </a:xfrm>
            <a:custGeom>
              <a:avLst/>
              <a:gdLst>
                <a:gd name="T0" fmla="*/ 115 w 21"/>
                <a:gd name="T1" fmla="*/ 215 h 68"/>
                <a:gd name="T2" fmla="*/ 65 w 21"/>
                <a:gd name="T3" fmla="*/ 364 h 68"/>
                <a:gd name="T4" fmla="*/ 28 w 21"/>
                <a:gd name="T5" fmla="*/ 179 h 68"/>
                <a:gd name="T6" fmla="*/ 12 w 21"/>
                <a:gd name="T7" fmla="*/ 98 h 68"/>
                <a:gd name="T8" fmla="*/ 0 w 21"/>
                <a:gd name="T9" fmla="*/ 0 h 68"/>
                <a:gd name="T10" fmla="*/ 33 w 21"/>
                <a:gd name="T11" fmla="*/ 163 h 68"/>
                <a:gd name="T12" fmla="*/ 56 w 21"/>
                <a:gd name="T13" fmla="*/ 215 h 68"/>
                <a:gd name="T14" fmla="*/ 115 w 21"/>
                <a:gd name="T15" fmla="*/ 215 h 6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1" h="68">
                  <a:moveTo>
                    <a:pt x="21" y="40"/>
                  </a:moveTo>
                  <a:cubicBezTo>
                    <a:pt x="8" y="40"/>
                    <a:pt x="9" y="59"/>
                    <a:pt x="12" y="68"/>
                  </a:cubicBezTo>
                  <a:cubicBezTo>
                    <a:pt x="5" y="59"/>
                    <a:pt x="7" y="43"/>
                    <a:pt x="5" y="33"/>
                  </a:cubicBezTo>
                  <a:cubicBezTo>
                    <a:pt x="3" y="28"/>
                    <a:pt x="2" y="23"/>
                    <a:pt x="2" y="18"/>
                  </a:cubicBezTo>
                  <a:cubicBezTo>
                    <a:pt x="1" y="12"/>
                    <a:pt x="2" y="5"/>
                    <a:pt x="0" y="0"/>
                  </a:cubicBezTo>
                  <a:cubicBezTo>
                    <a:pt x="2" y="10"/>
                    <a:pt x="3" y="20"/>
                    <a:pt x="6" y="30"/>
                  </a:cubicBezTo>
                  <a:cubicBezTo>
                    <a:pt x="6" y="33"/>
                    <a:pt x="8" y="38"/>
                    <a:pt x="10" y="40"/>
                  </a:cubicBezTo>
                  <a:cubicBezTo>
                    <a:pt x="13" y="41"/>
                    <a:pt x="18" y="38"/>
                    <a:pt x="21" y="40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3441" name="Freeform 374">
              <a:extLst>
                <a:ext uri="{FF2B5EF4-FFF2-40B4-BE49-F238E27FC236}">
                  <a16:creationId xmlns:a16="http://schemas.microsoft.com/office/drawing/2014/main" id="{7A876B59-8726-49BE-8E36-CB470D9B8666}"/>
                </a:ext>
              </a:extLst>
            </p:cNvPr>
            <p:cNvSpPr>
              <a:spLocks/>
            </p:cNvSpPr>
            <p:nvPr/>
          </p:nvSpPr>
          <p:spPr bwMode="auto">
            <a:xfrm>
              <a:off x="748" y="916"/>
              <a:ext cx="58" cy="105"/>
            </a:xfrm>
            <a:custGeom>
              <a:avLst/>
              <a:gdLst>
                <a:gd name="T0" fmla="*/ 179 w 33"/>
                <a:gd name="T1" fmla="*/ 12 h 60"/>
                <a:gd name="T2" fmla="*/ 37 w 33"/>
                <a:gd name="T3" fmla="*/ 114 h 60"/>
                <a:gd name="T4" fmla="*/ 21 w 33"/>
                <a:gd name="T5" fmla="*/ 322 h 60"/>
                <a:gd name="T6" fmla="*/ 172 w 33"/>
                <a:gd name="T7" fmla="*/ 58 h 60"/>
                <a:gd name="T8" fmla="*/ 179 w 33"/>
                <a:gd name="T9" fmla="*/ 12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60">
                  <a:moveTo>
                    <a:pt x="33" y="2"/>
                  </a:moveTo>
                  <a:cubicBezTo>
                    <a:pt x="18" y="8"/>
                    <a:pt x="11" y="11"/>
                    <a:pt x="7" y="21"/>
                  </a:cubicBezTo>
                  <a:cubicBezTo>
                    <a:pt x="3" y="30"/>
                    <a:pt x="0" y="50"/>
                    <a:pt x="4" y="60"/>
                  </a:cubicBezTo>
                  <a:cubicBezTo>
                    <a:pt x="4" y="50"/>
                    <a:pt x="13" y="0"/>
                    <a:pt x="32" y="11"/>
                  </a:cubicBezTo>
                  <a:cubicBezTo>
                    <a:pt x="31" y="7"/>
                    <a:pt x="33" y="5"/>
                    <a:pt x="33" y="2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3442" name="Freeform 375">
              <a:extLst>
                <a:ext uri="{FF2B5EF4-FFF2-40B4-BE49-F238E27FC236}">
                  <a16:creationId xmlns:a16="http://schemas.microsoft.com/office/drawing/2014/main" id="{709F57F8-E9A3-4DD4-B4C1-A5C91BED9E0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6" y="1039"/>
              <a:ext cx="30" cy="94"/>
            </a:xfrm>
            <a:custGeom>
              <a:avLst/>
              <a:gdLst>
                <a:gd name="T0" fmla="*/ 0 w 17"/>
                <a:gd name="T1" fmla="*/ 151 h 54"/>
                <a:gd name="T2" fmla="*/ 94 w 17"/>
                <a:gd name="T3" fmla="*/ 0 h 54"/>
                <a:gd name="T4" fmla="*/ 81 w 17"/>
                <a:gd name="T5" fmla="*/ 148 h 54"/>
                <a:gd name="T6" fmla="*/ 56 w 17"/>
                <a:gd name="T7" fmla="*/ 285 h 54"/>
                <a:gd name="T8" fmla="*/ 65 w 17"/>
                <a:gd name="T9" fmla="*/ 172 h 54"/>
                <a:gd name="T10" fmla="*/ 12 w 17"/>
                <a:gd name="T11" fmla="*/ 158 h 5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" h="54">
                  <a:moveTo>
                    <a:pt x="0" y="29"/>
                  </a:moveTo>
                  <a:cubicBezTo>
                    <a:pt x="11" y="35"/>
                    <a:pt x="17" y="7"/>
                    <a:pt x="17" y="0"/>
                  </a:cubicBezTo>
                  <a:cubicBezTo>
                    <a:pt x="17" y="9"/>
                    <a:pt x="16" y="19"/>
                    <a:pt x="15" y="28"/>
                  </a:cubicBezTo>
                  <a:cubicBezTo>
                    <a:pt x="15" y="37"/>
                    <a:pt x="11" y="45"/>
                    <a:pt x="10" y="54"/>
                  </a:cubicBezTo>
                  <a:cubicBezTo>
                    <a:pt x="9" y="47"/>
                    <a:pt x="12" y="40"/>
                    <a:pt x="12" y="33"/>
                  </a:cubicBezTo>
                  <a:cubicBezTo>
                    <a:pt x="13" y="25"/>
                    <a:pt x="8" y="30"/>
                    <a:pt x="2" y="30"/>
                  </a:cubicBezTo>
                </a:path>
              </a:pathLst>
            </a:custGeom>
            <a:solidFill>
              <a:srgbClr val="EFCA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3443" name="Freeform 376">
              <a:extLst>
                <a:ext uri="{FF2B5EF4-FFF2-40B4-BE49-F238E27FC236}">
                  <a16:creationId xmlns:a16="http://schemas.microsoft.com/office/drawing/2014/main" id="{2B4A7F24-7CF6-4EFB-8F31-2CA1D2D52F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8" y="915"/>
              <a:ext cx="59" cy="119"/>
            </a:xfrm>
            <a:custGeom>
              <a:avLst/>
              <a:gdLst>
                <a:gd name="T0" fmla="*/ 0 w 34"/>
                <a:gd name="T1" fmla="*/ 0 h 68"/>
                <a:gd name="T2" fmla="*/ 148 w 34"/>
                <a:gd name="T3" fmla="*/ 102 h 68"/>
                <a:gd name="T4" fmla="*/ 177 w 34"/>
                <a:gd name="T5" fmla="*/ 364 h 68"/>
                <a:gd name="T6" fmla="*/ 99 w 34"/>
                <a:gd name="T7" fmla="*/ 77 h 68"/>
                <a:gd name="T8" fmla="*/ 0 w 34"/>
                <a:gd name="T9" fmla="*/ 0 h 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68">
                  <a:moveTo>
                    <a:pt x="0" y="0"/>
                  </a:moveTo>
                  <a:cubicBezTo>
                    <a:pt x="0" y="0"/>
                    <a:pt x="25" y="8"/>
                    <a:pt x="28" y="19"/>
                  </a:cubicBezTo>
                  <a:cubicBezTo>
                    <a:pt x="31" y="31"/>
                    <a:pt x="34" y="62"/>
                    <a:pt x="34" y="68"/>
                  </a:cubicBezTo>
                  <a:cubicBezTo>
                    <a:pt x="34" y="68"/>
                    <a:pt x="33" y="25"/>
                    <a:pt x="19" y="14"/>
                  </a:cubicBezTo>
                  <a:cubicBezTo>
                    <a:pt x="5" y="4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FCA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</p:grpSp>
      <p:sp>
        <p:nvSpPr>
          <p:cNvPr id="13316" name="Rectangle 377">
            <a:extLst>
              <a:ext uri="{FF2B5EF4-FFF2-40B4-BE49-F238E27FC236}">
                <a16:creationId xmlns:a16="http://schemas.microsoft.com/office/drawing/2014/main" id="{4EDD1917-ABBC-4AFC-92F4-800C1F30FB7D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Child (4)</a:t>
            </a:r>
          </a:p>
        </p:txBody>
      </p:sp>
      <p:sp>
        <p:nvSpPr>
          <p:cNvPr id="32772" name="Freeform 378">
            <a:extLst>
              <a:ext uri="{FF2B5EF4-FFF2-40B4-BE49-F238E27FC236}">
                <a16:creationId xmlns:a16="http://schemas.microsoft.com/office/drawing/2014/main" id="{188871B3-88EC-4673-8BBB-380F0820D8E9}"/>
              </a:ext>
            </a:extLst>
          </p:cNvPr>
          <p:cNvSpPr>
            <a:spLocks/>
          </p:cNvSpPr>
          <p:nvPr/>
        </p:nvSpPr>
        <p:spPr bwMode="auto">
          <a:xfrm>
            <a:off x="9166225" y="1514475"/>
            <a:ext cx="9525" cy="4763"/>
          </a:xfrm>
          <a:custGeom>
            <a:avLst/>
            <a:gdLst>
              <a:gd name="T0" fmla="*/ 2147483646 w 6"/>
              <a:gd name="T1" fmla="*/ 2147483646 h 3"/>
              <a:gd name="T2" fmla="*/ 0 w 6"/>
              <a:gd name="T3" fmla="*/ 0 h 3"/>
              <a:gd name="T4" fmla="*/ 0 w 6"/>
              <a:gd name="T5" fmla="*/ 2147483646 h 3"/>
              <a:gd name="T6" fmla="*/ 2147483646 w 6"/>
              <a:gd name="T7" fmla="*/ 2147483646 h 3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6" h="3">
                <a:moveTo>
                  <a:pt x="6" y="3"/>
                </a:moveTo>
                <a:lnTo>
                  <a:pt x="0" y="0"/>
                </a:lnTo>
                <a:lnTo>
                  <a:pt x="0" y="3"/>
                </a:lnTo>
                <a:lnTo>
                  <a:pt x="6" y="3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fr-FR"/>
          </a:p>
        </p:txBody>
      </p:sp>
      <p:sp>
        <p:nvSpPr>
          <p:cNvPr id="32773" name="Freeform 379">
            <a:extLst>
              <a:ext uri="{FF2B5EF4-FFF2-40B4-BE49-F238E27FC236}">
                <a16:creationId xmlns:a16="http://schemas.microsoft.com/office/drawing/2014/main" id="{C730A69F-6CD6-49FE-A39A-363B42879DAE}"/>
              </a:ext>
            </a:extLst>
          </p:cNvPr>
          <p:cNvSpPr>
            <a:spLocks/>
          </p:cNvSpPr>
          <p:nvPr/>
        </p:nvSpPr>
        <p:spPr bwMode="auto">
          <a:xfrm>
            <a:off x="7397750" y="1504950"/>
            <a:ext cx="12700" cy="4763"/>
          </a:xfrm>
          <a:custGeom>
            <a:avLst/>
            <a:gdLst>
              <a:gd name="T0" fmla="*/ 2147483646 w 8"/>
              <a:gd name="T1" fmla="*/ 0 h 3"/>
              <a:gd name="T2" fmla="*/ 0 w 8"/>
              <a:gd name="T3" fmla="*/ 2147483646 h 3"/>
              <a:gd name="T4" fmla="*/ 0 w 8"/>
              <a:gd name="T5" fmla="*/ 2147483646 h 3"/>
              <a:gd name="T6" fmla="*/ 2147483646 w 8"/>
              <a:gd name="T7" fmla="*/ 0 h 3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8" h="3">
                <a:moveTo>
                  <a:pt x="8" y="0"/>
                </a:moveTo>
                <a:lnTo>
                  <a:pt x="0" y="2"/>
                </a:lnTo>
                <a:lnTo>
                  <a:pt x="0" y="3"/>
                </a:lnTo>
                <a:lnTo>
                  <a:pt x="8" y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fr-FR"/>
          </a:p>
        </p:txBody>
      </p:sp>
      <p:grpSp>
        <p:nvGrpSpPr>
          <p:cNvPr id="32774" name="Full-body-female-child-illustration">
            <a:extLst>
              <a:ext uri="{FF2B5EF4-FFF2-40B4-BE49-F238E27FC236}">
                <a16:creationId xmlns:a16="http://schemas.microsoft.com/office/drawing/2014/main" id="{EDF2BAF5-5458-4047-87DB-F778BB515981}"/>
              </a:ext>
            </a:extLst>
          </p:cNvPr>
          <p:cNvGrpSpPr>
            <a:grpSpLocks/>
          </p:cNvGrpSpPr>
          <p:nvPr/>
        </p:nvGrpSpPr>
        <p:grpSpPr bwMode="auto">
          <a:xfrm>
            <a:off x="2257425" y="1260475"/>
            <a:ext cx="1479550" cy="5214938"/>
            <a:chOff x="462" y="750"/>
            <a:chExt cx="932" cy="3285"/>
          </a:xfrm>
        </p:grpSpPr>
        <p:sp>
          <p:nvSpPr>
            <p:cNvPr id="33122" name="Freeform 381">
              <a:extLst>
                <a:ext uri="{FF2B5EF4-FFF2-40B4-BE49-F238E27FC236}">
                  <a16:creationId xmlns:a16="http://schemas.microsoft.com/office/drawing/2014/main" id="{DF5184D0-B446-4C2D-9CC6-B5CE6B402E5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" y="1251"/>
              <a:ext cx="932" cy="2784"/>
            </a:xfrm>
            <a:custGeom>
              <a:avLst/>
              <a:gdLst>
                <a:gd name="T0" fmla="*/ 2800 w 531"/>
                <a:gd name="T1" fmla="*/ 3825 h 1591"/>
                <a:gd name="T2" fmla="*/ 2763 w 531"/>
                <a:gd name="T3" fmla="*/ 2952 h 1591"/>
                <a:gd name="T4" fmla="*/ 2628 w 531"/>
                <a:gd name="T5" fmla="*/ 1895 h 1591"/>
                <a:gd name="T6" fmla="*/ 2104 w 531"/>
                <a:gd name="T7" fmla="*/ 437 h 1591"/>
                <a:gd name="T8" fmla="*/ 1713 w 531"/>
                <a:gd name="T9" fmla="*/ 21 h 1591"/>
                <a:gd name="T10" fmla="*/ 1497 w 531"/>
                <a:gd name="T11" fmla="*/ 156 h 1591"/>
                <a:gd name="T12" fmla="*/ 1439 w 531"/>
                <a:gd name="T13" fmla="*/ 159 h 1591"/>
                <a:gd name="T14" fmla="*/ 1179 w 531"/>
                <a:gd name="T15" fmla="*/ 37 h 1591"/>
                <a:gd name="T16" fmla="*/ 925 w 531"/>
                <a:gd name="T17" fmla="*/ 434 h 1591"/>
                <a:gd name="T18" fmla="*/ 421 w 531"/>
                <a:gd name="T19" fmla="*/ 1022 h 1591"/>
                <a:gd name="T20" fmla="*/ 172 w 531"/>
                <a:gd name="T21" fmla="*/ 2238 h 1591"/>
                <a:gd name="T22" fmla="*/ 98 w 531"/>
                <a:gd name="T23" fmla="*/ 3307 h 1591"/>
                <a:gd name="T24" fmla="*/ 12 w 531"/>
                <a:gd name="T25" fmla="*/ 4082 h 1591"/>
                <a:gd name="T26" fmla="*/ 58 w 531"/>
                <a:gd name="T27" fmla="*/ 4229 h 1591"/>
                <a:gd name="T28" fmla="*/ 277 w 531"/>
                <a:gd name="T29" fmla="*/ 4410 h 1591"/>
                <a:gd name="T30" fmla="*/ 363 w 531"/>
                <a:gd name="T31" fmla="*/ 4366 h 1591"/>
                <a:gd name="T32" fmla="*/ 388 w 531"/>
                <a:gd name="T33" fmla="*/ 4329 h 1591"/>
                <a:gd name="T34" fmla="*/ 388 w 531"/>
                <a:gd name="T35" fmla="*/ 4124 h 1591"/>
                <a:gd name="T36" fmla="*/ 323 w 531"/>
                <a:gd name="T37" fmla="*/ 3736 h 1591"/>
                <a:gd name="T38" fmla="*/ 535 w 531"/>
                <a:gd name="T39" fmla="*/ 2287 h 1591"/>
                <a:gd name="T40" fmla="*/ 718 w 531"/>
                <a:gd name="T41" fmla="*/ 1785 h 1591"/>
                <a:gd name="T42" fmla="*/ 714 w 531"/>
                <a:gd name="T43" fmla="*/ 2637 h 1591"/>
                <a:gd name="T44" fmla="*/ 628 w 531"/>
                <a:gd name="T45" fmla="*/ 3986 h 1591"/>
                <a:gd name="T46" fmla="*/ 811 w 531"/>
                <a:gd name="T47" fmla="*/ 5524 h 1591"/>
                <a:gd name="T48" fmla="*/ 872 w 531"/>
                <a:gd name="T49" fmla="*/ 6966 h 1591"/>
                <a:gd name="T50" fmla="*/ 1025 w 531"/>
                <a:gd name="T51" fmla="*/ 7939 h 1591"/>
                <a:gd name="T52" fmla="*/ 853 w 531"/>
                <a:gd name="T53" fmla="*/ 8326 h 1591"/>
                <a:gd name="T54" fmla="*/ 909 w 531"/>
                <a:gd name="T55" fmla="*/ 8466 h 1591"/>
                <a:gd name="T56" fmla="*/ 1158 w 531"/>
                <a:gd name="T57" fmla="*/ 8488 h 1591"/>
                <a:gd name="T58" fmla="*/ 1402 w 531"/>
                <a:gd name="T59" fmla="*/ 8322 h 1591"/>
                <a:gd name="T60" fmla="*/ 1411 w 531"/>
                <a:gd name="T61" fmla="*/ 8037 h 1591"/>
                <a:gd name="T62" fmla="*/ 1374 w 531"/>
                <a:gd name="T63" fmla="*/ 7759 h 1591"/>
                <a:gd name="T64" fmla="*/ 1390 w 531"/>
                <a:gd name="T65" fmla="*/ 6182 h 1591"/>
                <a:gd name="T66" fmla="*/ 1383 w 531"/>
                <a:gd name="T67" fmla="*/ 5300 h 1591"/>
                <a:gd name="T68" fmla="*/ 1383 w 531"/>
                <a:gd name="T69" fmla="*/ 4018 h 1591"/>
                <a:gd name="T70" fmla="*/ 1432 w 531"/>
                <a:gd name="T71" fmla="*/ 4023 h 1591"/>
                <a:gd name="T72" fmla="*/ 1492 w 531"/>
                <a:gd name="T73" fmla="*/ 4014 h 1591"/>
                <a:gd name="T74" fmla="*/ 1492 w 531"/>
                <a:gd name="T75" fmla="*/ 4572 h 1591"/>
                <a:gd name="T76" fmla="*/ 1504 w 531"/>
                <a:gd name="T77" fmla="*/ 5753 h 1591"/>
                <a:gd name="T78" fmla="*/ 1555 w 531"/>
                <a:gd name="T79" fmla="*/ 7425 h 1591"/>
                <a:gd name="T80" fmla="*/ 1481 w 531"/>
                <a:gd name="T81" fmla="*/ 7930 h 1591"/>
                <a:gd name="T82" fmla="*/ 1453 w 531"/>
                <a:gd name="T83" fmla="*/ 8195 h 1591"/>
                <a:gd name="T84" fmla="*/ 1525 w 531"/>
                <a:gd name="T85" fmla="*/ 8476 h 1591"/>
                <a:gd name="T86" fmla="*/ 1845 w 531"/>
                <a:gd name="T87" fmla="*/ 8494 h 1591"/>
                <a:gd name="T88" fmla="*/ 2018 w 531"/>
                <a:gd name="T89" fmla="*/ 8403 h 1591"/>
                <a:gd name="T90" fmla="*/ 1869 w 531"/>
                <a:gd name="T91" fmla="*/ 8111 h 1591"/>
                <a:gd name="T92" fmla="*/ 1868 w 531"/>
                <a:gd name="T93" fmla="*/ 7645 h 1591"/>
                <a:gd name="T94" fmla="*/ 2043 w 531"/>
                <a:gd name="T95" fmla="*/ 5930 h 1591"/>
                <a:gd name="T96" fmla="*/ 2183 w 531"/>
                <a:gd name="T97" fmla="*/ 4732 h 1591"/>
                <a:gd name="T98" fmla="*/ 2234 w 531"/>
                <a:gd name="T99" fmla="*/ 3267 h 1591"/>
                <a:gd name="T100" fmla="*/ 2134 w 531"/>
                <a:gd name="T101" fmla="*/ 2282 h 1591"/>
                <a:gd name="T102" fmla="*/ 2234 w 531"/>
                <a:gd name="T103" fmla="*/ 1785 h 1591"/>
                <a:gd name="T104" fmla="*/ 2455 w 531"/>
                <a:gd name="T105" fmla="*/ 2952 h 1591"/>
                <a:gd name="T106" fmla="*/ 2520 w 531"/>
                <a:gd name="T107" fmla="*/ 3874 h 1591"/>
                <a:gd name="T108" fmla="*/ 2492 w 531"/>
                <a:gd name="T109" fmla="*/ 4287 h 1591"/>
                <a:gd name="T110" fmla="*/ 2477 w 531"/>
                <a:gd name="T111" fmla="*/ 4357 h 1591"/>
                <a:gd name="T112" fmla="*/ 2477 w 531"/>
                <a:gd name="T113" fmla="*/ 4446 h 1591"/>
                <a:gd name="T114" fmla="*/ 2749 w 531"/>
                <a:gd name="T115" fmla="*/ 4329 h 1591"/>
                <a:gd name="T116" fmla="*/ 2838 w 531"/>
                <a:gd name="T117" fmla="*/ 4152 h 1591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531" h="1591">
                  <a:moveTo>
                    <a:pt x="529" y="762"/>
                  </a:moveTo>
                  <a:cubicBezTo>
                    <a:pt x="527" y="758"/>
                    <a:pt x="523" y="730"/>
                    <a:pt x="518" y="714"/>
                  </a:cubicBezTo>
                  <a:cubicBezTo>
                    <a:pt x="515" y="701"/>
                    <a:pt x="511" y="644"/>
                    <a:pt x="513" y="617"/>
                  </a:cubicBezTo>
                  <a:cubicBezTo>
                    <a:pt x="515" y="597"/>
                    <a:pt x="510" y="565"/>
                    <a:pt x="511" y="551"/>
                  </a:cubicBezTo>
                  <a:cubicBezTo>
                    <a:pt x="511" y="473"/>
                    <a:pt x="502" y="433"/>
                    <a:pt x="498" y="418"/>
                  </a:cubicBezTo>
                  <a:cubicBezTo>
                    <a:pt x="495" y="404"/>
                    <a:pt x="493" y="385"/>
                    <a:pt x="486" y="354"/>
                  </a:cubicBezTo>
                  <a:cubicBezTo>
                    <a:pt x="458" y="219"/>
                    <a:pt x="445" y="145"/>
                    <a:pt x="437" y="124"/>
                  </a:cubicBezTo>
                  <a:cubicBezTo>
                    <a:pt x="431" y="110"/>
                    <a:pt x="419" y="87"/>
                    <a:pt x="389" y="82"/>
                  </a:cubicBezTo>
                  <a:cubicBezTo>
                    <a:pt x="378" y="80"/>
                    <a:pt x="368" y="79"/>
                    <a:pt x="359" y="76"/>
                  </a:cubicBezTo>
                  <a:cubicBezTo>
                    <a:pt x="339" y="68"/>
                    <a:pt x="312" y="56"/>
                    <a:pt x="317" y="4"/>
                  </a:cubicBezTo>
                  <a:cubicBezTo>
                    <a:pt x="315" y="6"/>
                    <a:pt x="316" y="5"/>
                    <a:pt x="313" y="7"/>
                  </a:cubicBezTo>
                  <a:cubicBezTo>
                    <a:pt x="302" y="17"/>
                    <a:pt x="289" y="27"/>
                    <a:pt x="277" y="29"/>
                  </a:cubicBezTo>
                  <a:cubicBezTo>
                    <a:pt x="274" y="30"/>
                    <a:pt x="269" y="29"/>
                    <a:pt x="266" y="29"/>
                  </a:cubicBezTo>
                  <a:cubicBezTo>
                    <a:pt x="266" y="30"/>
                    <a:pt x="266" y="30"/>
                    <a:pt x="266" y="30"/>
                  </a:cubicBezTo>
                  <a:cubicBezTo>
                    <a:pt x="266" y="30"/>
                    <a:pt x="257" y="29"/>
                    <a:pt x="253" y="29"/>
                  </a:cubicBezTo>
                  <a:cubicBezTo>
                    <a:pt x="241" y="27"/>
                    <a:pt x="229" y="17"/>
                    <a:pt x="218" y="7"/>
                  </a:cubicBezTo>
                  <a:cubicBezTo>
                    <a:pt x="215" y="5"/>
                    <a:pt x="213" y="3"/>
                    <a:pt x="211" y="0"/>
                  </a:cubicBezTo>
                  <a:cubicBezTo>
                    <a:pt x="228" y="59"/>
                    <a:pt x="191" y="75"/>
                    <a:pt x="171" y="81"/>
                  </a:cubicBezTo>
                  <a:cubicBezTo>
                    <a:pt x="162" y="83"/>
                    <a:pt x="122" y="84"/>
                    <a:pt x="102" y="112"/>
                  </a:cubicBezTo>
                  <a:cubicBezTo>
                    <a:pt x="93" y="124"/>
                    <a:pt x="81" y="169"/>
                    <a:pt x="78" y="191"/>
                  </a:cubicBezTo>
                  <a:cubicBezTo>
                    <a:pt x="74" y="214"/>
                    <a:pt x="53" y="305"/>
                    <a:pt x="47" y="338"/>
                  </a:cubicBezTo>
                  <a:cubicBezTo>
                    <a:pt x="41" y="369"/>
                    <a:pt x="36" y="404"/>
                    <a:pt x="32" y="418"/>
                  </a:cubicBezTo>
                  <a:cubicBezTo>
                    <a:pt x="29" y="433"/>
                    <a:pt x="16" y="473"/>
                    <a:pt x="17" y="551"/>
                  </a:cubicBezTo>
                  <a:cubicBezTo>
                    <a:pt x="17" y="564"/>
                    <a:pt x="16" y="597"/>
                    <a:pt x="18" y="617"/>
                  </a:cubicBezTo>
                  <a:cubicBezTo>
                    <a:pt x="20" y="644"/>
                    <a:pt x="16" y="701"/>
                    <a:pt x="13" y="714"/>
                  </a:cubicBezTo>
                  <a:cubicBezTo>
                    <a:pt x="8" y="730"/>
                    <a:pt x="4" y="758"/>
                    <a:pt x="2" y="762"/>
                  </a:cubicBezTo>
                  <a:cubicBezTo>
                    <a:pt x="0" y="766"/>
                    <a:pt x="4" y="771"/>
                    <a:pt x="6" y="775"/>
                  </a:cubicBezTo>
                  <a:cubicBezTo>
                    <a:pt x="9" y="779"/>
                    <a:pt x="8" y="783"/>
                    <a:pt x="11" y="789"/>
                  </a:cubicBezTo>
                  <a:cubicBezTo>
                    <a:pt x="13" y="794"/>
                    <a:pt x="20" y="803"/>
                    <a:pt x="23" y="808"/>
                  </a:cubicBezTo>
                  <a:cubicBezTo>
                    <a:pt x="27" y="814"/>
                    <a:pt x="40" y="820"/>
                    <a:pt x="51" y="823"/>
                  </a:cubicBezTo>
                  <a:cubicBezTo>
                    <a:pt x="58" y="826"/>
                    <a:pt x="71" y="833"/>
                    <a:pt x="73" y="830"/>
                  </a:cubicBezTo>
                  <a:cubicBezTo>
                    <a:pt x="75" y="823"/>
                    <a:pt x="72" y="818"/>
                    <a:pt x="67" y="815"/>
                  </a:cubicBezTo>
                  <a:cubicBezTo>
                    <a:pt x="63" y="813"/>
                    <a:pt x="71" y="820"/>
                    <a:pt x="73" y="813"/>
                  </a:cubicBezTo>
                  <a:cubicBezTo>
                    <a:pt x="74" y="812"/>
                    <a:pt x="74" y="811"/>
                    <a:pt x="72" y="808"/>
                  </a:cubicBezTo>
                  <a:cubicBezTo>
                    <a:pt x="74" y="804"/>
                    <a:pt x="73" y="804"/>
                    <a:pt x="70" y="800"/>
                  </a:cubicBezTo>
                  <a:cubicBezTo>
                    <a:pt x="75" y="799"/>
                    <a:pt x="74" y="779"/>
                    <a:pt x="72" y="770"/>
                  </a:cubicBezTo>
                  <a:cubicBezTo>
                    <a:pt x="72" y="762"/>
                    <a:pt x="72" y="738"/>
                    <a:pt x="67" y="722"/>
                  </a:cubicBezTo>
                  <a:cubicBezTo>
                    <a:pt x="63" y="712"/>
                    <a:pt x="59" y="704"/>
                    <a:pt x="60" y="697"/>
                  </a:cubicBezTo>
                  <a:cubicBezTo>
                    <a:pt x="57" y="683"/>
                    <a:pt x="69" y="579"/>
                    <a:pt x="79" y="550"/>
                  </a:cubicBezTo>
                  <a:cubicBezTo>
                    <a:pt x="98" y="489"/>
                    <a:pt x="97" y="438"/>
                    <a:pt x="99" y="427"/>
                  </a:cubicBezTo>
                  <a:cubicBezTo>
                    <a:pt x="101" y="416"/>
                    <a:pt x="131" y="268"/>
                    <a:pt x="135" y="243"/>
                  </a:cubicBezTo>
                  <a:cubicBezTo>
                    <a:pt x="133" y="333"/>
                    <a:pt x="133" y="333"/>
                    <a:pt x="133" y="333"/>
                  </a:cubicBezTo>
                  <a:cubicBezTo>
                    <a:pt x="135" y="364"/>
                    <a:pt x="134" y="404"/>
                    <a:pt x="135" y="420"/>
                  </a:cubicBezTo>
                  <a:cubicBezTo>
                    <a:pt x="136" y="442"/>
                    <a:pt x="130" y="454"/>
                    <a:pt x="132" y="492"/>
                  </a:cubicBezTo>
                  <a:cubicBezTo>
                    <a:pt x="133" y="513"/>
                    <a:pt x="130" y="558"/>
                    <a:pt x="121" y="607"/>
                  </a:cubicBezTo>
                  <a:cubicBezTo>
                    <a:pt x="113" y="645"/>
                    <a:pt x="117" y="672"/>
                    <a:pt x="116" y="744"/>
                  </a:cubicBezTo>
                  <a:cubicBezTo>
                    <a:pt x="115" y="794"/>
                    <a:pt x="117" y="825"/>
                    <a:pt x="124" y="884"/>
                  </a:cubicBezTo>
                  <a:cubicBezTo>
                    <a:pt x="129" y="934"/>
                    <a:pt x="144" y="995"/>
                    <a:pt x="150" y="1031"/>
                  </a:cubicBezTo>
                  <a:cubicBezTo>
                    <a:pt x="157" y="1067"/>
                    <a:pt x="151" y="1084"/>
                    <a:pt x="153" y="1107"/>
                  </a:cubicBezTo>
                  <a:cubicBezTo>
                    <a:pt x="154" y="1131"/>
                    <a:pt x="143" y="1219"/>
                    <a:pt x="161" y="1300"/>
                  </a:cubicBezTo>
                  <a:cubicBezTo>
                    <a:pt x="176" y="1365"/>
                    <a:pt x="182" y="1411"/>
                    <a:pt x="186" y="1427"/>
                  </a:cubicBezTo>
                  <a:cubicBezTo>
                    <a:pt x="194" y="1461"/>
                    <a:pt x="187" y="1465"/>
                    <a:pt x="190" y="1482"/>
                  </a:cubicBezTo>
                  <a:cubicBezTo>
                    <a:pt x="194" y="1500"/>
                    <a:pt x="194" y="1498"/>
                    <a:pt x="185" y="1514"/>
                  </a:cubicBezTo>
                  <a:cubicBezTo>
                    <a:pt x="176" y="1525"/>
                    <a:pt x="162" y="1549"/>
                    <a:pt x="158" y="1554"/>
                  </a:cubicBezTo>
                  <a:cubicBezTo>
                    <a:pt x="154" y="1559"/>
                    <a:pt x="156" y="1565"/>
                    <a:pt x="158" y="1568"/>
                  </a:cubicBezTo>
                  <a:cubicBezTo>
                    <a:pt x="155" y="1576"/>
                    <a:pt x="164" y="1580"/>
                    <a:pt x="168" y="1580"/>
                  </a:cubicBezTo>
                  <a:cubicBezTo>
                    <a:pt x="167" y="1590"/>
                    <a:pt x="185" y="1589"/>
                    <a:pt x="190" y="1585"/>
                  </a:cubicBezTo>
                  <a:cubicBezTo>
                    <a:pt x="195" y="1590"/>
                    <a:pt x="209" y="1590"/>
                    <a:pt x="214" y="1584"/>
                  </a:cubicBezTo>
                  <a:cubicBezTo>
                    <a:pt x="223" y="1591"/>
                    <a:pt x="239" y="1591"/>
                    <a:pt x="249" y="1582"/>
                  </a:cubicBezTo>
                  <a:cubicBezTo>
                    <a:pt x="259" y="1572"/>
                    <a:pt x="260" y="1563"/>
                    <a:pt x="259" y="1553"/>
                  </a:cubicBezTo>
                  <a:cubicBezTo>
                    <a:pt x="258" y="1544"/>
                    <a:pt x="260" y="1541"/>
                    <a:pt x="262" y="1529"/>
                  </a:cubicBezTo>
                  <a:cubicBezTo>
                    <a:pt x="264" y="1518"/>
                    <a:pt x="266" y="1509"/>
                    <a:pt x="261" y="1500"/>
                  </a:cubicBezTo>
                  <a:cubicBezTo>
                    <a:pt x="257" y="1492"/>
                    <a:pt x="257" y="1488"/>
                    <a:pt x="257" y="1480"/>
                  </a:cubicBezTo>
                  <a:cubicBezTo>
                    <a:pt x="257" y="1471"/>
                    <a:pt x="260" y="1459"/>
                    <a:pt x="254" y="1448"/>
                  </a:cubicBezTo>
                  <a:cubicBezTo>
                    <a:pt x="249" y="1438"/>
                    <a:pt x="242" y="1413"/>
                    <a:pt x="243" y="1386"/>
                  </a:cubicBezTo>
                  <a:cubicBezTo>
                    <a:pt x="244" y="1359"/>
                    <a:pt x="265" y="1206"/>
                    <a:pt x="257" y="1154"/>
                  </a:cubicBezTo>
                  <a:cubicBezTo>
                    <a:pt x="248" y="1102"/>
                    <a:pt x="251" y="1091"/>
                    <a:pt x="253" y="1074"/>
                  </a:cubicBezTo>
                  <a:cubicBezTo>
                    <a:pt x="255" y="1056"/>
                    <a:pt x="261" y="1027"/>
                    <a:pt x="256" y="989"/>
                  </a:cubicBezTo>
                  <a:cubicBezTo>
                    <a:pt x="254" y="975"/>
                    <a:pt x="255" y="914"/>
                    <a:pt x="255" y="853"/>
                  </a:cubicBezTo>
                  <a:cubicBezTo>
                    <a:pt x="255" y="813"/>
                    <a:pt x="256" y="763"/>
                    <a:pt x="256" y="750"/>
                  </a:cubicBezTo>
                  <a:cubicBezTo>
                    <a:pt x="256" y="750"/>
                    <a:pt x="256" y="750"/>
                    <a:pt x="256" y="750"/>
                  </a:cubicBezTo>
                  <a:cubicBezTo>
                    <a:pt x="259" y="751"/>
                    <a:pt x="262" y="751"/>
                    <a:pt x="265" y="751"/>
                  </a:cubicBezTo>
                  <a:cubicBezTo>
                    <a:pt x="265" y="751"/>
                    <a:pt x="265" y="751"/>
                    <a:pt x="265" y="751"/>
                  </a:cubicBezTo>
                  <a:cubicBezTo>
                    <a:pt x="269" y="751"/>
                    <a:pt x="272" y="750"/>
                    <a:pt x="276" y="749"/>
                  </a:cubicBezTo>
                  <a:cubicBezTo>
                    <a:pt x="275" y="750"/>
                    <a:pt x="275" y="750"/>
                    <a:pt x="275" y="750"/>
                  </a:cubicBezTo>
                  <a:cubicBezTo>
                    <a:pt x="273" y="759"/>
                    <a:pt x="276" y="813"/>
                    <a:pt x="276" y="853"/>
                  </a:cubicBezTo>
                  <a:cubicBezTo>
                    <a:pt x="276" y="914"/>
                    <a:pt x="277" y="975"/>
                    <a:pt x="275" y="989"/>
                  </a:cubicBezTo>
                  <a:cubicBezTo>
                    <a:pt x="270" y="1027"/>
                    <a:pt x="276" y="1056"/>
                    <a:pt x="278" y="1074"/>
                  </a:cubicBezTo>
                  <a:cubicBezTo>
                    <a:pt x="280" y="1091"/>
                    <a:pt x="283" y="1102"/>
                    <a:pt x="274" y="1154"/>
                  </a:cubicBezTo>
                  <a:cubicBezTo>
                    <a:pt x="266" y="1206"/>
                    <a:pt x="287" y="1359"/>
                    <a:pt x="288" y="1386"/>
                  </a:cubicBezTo>
                  <a:cubicBezTo>
                    <a:pt x="289" y="1413"/>
                    <a:pt x="282" y="1438"/>
                    <a:pt x="277" y="1448"/>
                  </a:cubicBezTo>
                  <a:cubicBezTo>
                    <a:pt x="271" y="1459"/>
                    <a:pt x="274" y="1471"/>
                    <a:pt x="274" y="1480"/>
                  </a:cubicBezTo>
                  <a:cubicBezTo>
                    <a:pt x="274" y="1488"/>
                    <a:pt x="274" y="1492"/>
                    <a:pt x="270" y="1500"/>
                  </a:cubicBezTo>
                  <a:cubicBezTo>
                    <a:pt x="265" y="1509"/>
                    <a:pt x="267" y="1518"/>
                    <a:pt x="269" y="1529"/>
                  </a:cubicBezTo>
                  <a:cubicBezTo>
                    <a:pt x="271" y="1541"/>
                    <a:pt x="273" y="1544"/>
                    <a:pt x="272" y="1553"/>
                  </a:cubicBezTo>
                  <a:cubicBezTo>
                    <a:pt x="271" y="1563"/>
                    <a:pt x="272" y="1572"/>
                    <a:pt x="282" y="1582"/>
                  </a:cubicBezTo>
                  <a:cubicBezTo>
                    <a:pt x="292" y="1591"/>
                    <a:pt x="308" y="1591"/>
                    <a:pt x="317" y="1584"/>
                  </a:cubicBezTo>
                  <a:cubicBezTo>
                    <a:pt x="322" y="1590"/>
                    <a:pt x="336" y="1590"/>
                    <a:pt x="341" y="1585"/>
                  </a:cubicBezTo>
                  <a:cubicBezTo>
                    <a:pt x="346" y="1589"/>
                    <a:pt x="364" y="1590"/>
                    <a:pt x="363" y="1580"/>
                  </a:cubicBezTo>
                  <a:cubicBezTo>
                    <a:pt x="367" y="1580"/>
                    <a:pt x="376" y="1576"/>
                    <a:pt x="373" y="1568"/>
                  </a:cubicBezTo>
                  <a:cubicBezTo>
                    <a:pt x="375" y="1565"/>
                    <a:pt x="377" y="1559"/>
                    <a:pt x="373" y="1554"/>
                  </a:cubicBezTo>
                  <a:cubicBezTo>
                    <a:pt x="369" y="1549"/>
                    <a:pt x="355" y="1525"/>
                    <a:pt x="346" y="1514"/>
                  </a:cubicBezTo>
                  <a:cubicBezTo>
                    <a:pt x="337" y="1498"/>
                    <a:pt x="337" y="1500"/>
                    <a:pt x="341" y="1482"/>
                  </a:cubicBezTo>
                  <a:cubicBezTo>
                    <a:pt x="344" y="1465"/>
                    <a:pt x="337" y="1461"/>
                    <a:pt x="345" y="1427"/>
                  </a:cubicBezTo>
                  <a:cubicBezTo>
                    <a:pt x="348" y="1411"/>
                    <a:pt x="356" y="1372"/>
                    <a:pt x="369" y="1305"/>
                  </a:cubicBezTo>
                  <a:cubicBezTo>
                    <a:pt x="382" y="1239"/>
                    <a:pt x="377" y="1131"/>
                    <a:pt x="378" y="1107"/>
                  </a:cubicBezTo>
                  <a:cubicBezTo>
                    <a:pt x="380" y="1084"/>
                    <a:pt x="373" y="1069"/>
                    <a:pt x="380" y="1033"/>
                  </a:cubicBezTo>
                  <a:cubicBezTo>
                    <a:pt x="386" y="997"/>
                    <a:pt x="397" y="933"/>
                    <a:pt x="404" y="883"/>
                  </a:cubicBezTo>
                  <a:cubicBezTo>
                    <a:pt x="414" y="811"/>
                    <a:pt x="413" y="790"/>
                    <a:pt x="416" y="752"/>
                  </a:cubicBezTo>
                  <a:cubicBezTo>
                    <a:pt x="422" y="676"/>
                    <a:pt x="418" y="651"/>
                    <a:pt x="413" y="610"/>
                  </a:cubicBezTo>
                  <a:cubicBezTo>
                    <a:pt x="404" y="561"/>
                    <a:pt x="404" y="514"/>
                    <a:pt x="404" y="493"/>
                  </a:cubicBezTo>
                  <a:cubicBezTo>
                    <a:pt x="404" y="467"/>
                    <a:pt x="394" y="448"/>
                    <a:pt x="395" y="426"/>
                  </a:cubicBezTo>
                  <a:cubicBezTo>
                    <a:pt x="396" y="410"/>
                    <a:pt x="395" y="267"/>
                    <a:pt x="390" y="226"/>
                  </a:cubicBezTo>
                  <a:cubicBezTo>
                    <a:pt x="413" y="333"/>
                    <a:pt x="413" y="333"/>
                    <a:pt x="413" y="333"/>
                  </a:cubicBezTo>
                  <a:cubicBezTo>
                    <a:pt x="417" y="358"/>
                    <a:pt x="430" y="416"/>
                    <a:pt x="432" y="427"/>
                  </a:cubicBezTo>
                  <a:cubicBezTo>
                    <a:pt x="434" y="438"/>
                    <a:pt x="435" y="490"/>
                    <a:pt x="454" y="551"/>
                  </a:cubicBezTo>
                  <a:cubicBezTo>
                    <a:pt x="464" y="580"/>
                    <a:pt x="474" y="683"/>
                    <a:pt x="471" y="697"/>
                  </a:cubicBezTo>
                  <a:cubicBezTo>
                    <a:pt x="472" y="704"/>
                    <a:pt x="470" y="713"/>
                    <a:pt x="466" y="723"/>
                  </a:cubicBezTo>
                  <a:cubicBezTo>
                    <a:pt x="460" y="739"/>
                    <a:pt x="459" y="762"/>
                    <a:pt x="460" y="770"/>
                  </a:cubicBezTo>
                  <a:cubicBezTo>
                    <a:pt x="458" y="779"/>
                    <a:pt x="453" y="797"/>
                    <a:pt x="461" y="800"/>
                  </a:cubicBezTo>
                  <a:cubicBezTo>
                    <a:pt x="458" y="804"/>
                    <a:pt x="457" y="804"/>
                    <a:pt x="458" y="808"/>
                  </a:cubicBezTo>
                  <a:cubicBezTo>
                    <a:pt x="457" y="811"/>
                    <a:pt x="457" y="812"/>
                    <a:pt x="458" y="813"/>
                  </a:cubicBezTo>
                  <a:cubicBezTo>
                    <a:pt x="460" y="820"/>
                    <a:pt x="469" y="812"/>
                    <a:pt x="465" y="814"/>
                  </a:cubicBezTo>
                  <a:cubicBezTo>
                    <a:pt x="460" y="817"/>
                    <a:pt x="456" y="823"/>
                    <a:pt x="458" y="830"/>
                  </a:cubicBezTo>
                  <a:cubicBezTo>
                    <a:pt x="460" y="833"/>
                    <a:pt x="473" y="826"/>
                    <a:pt x="480" y="823"/>
                  </a:cubicBezTo>
                  <a:cubicBezTo>
                    <a:pt x="491" y="820"/>
                    <a:pt x="504" y="814"/>
                    <a:pt x="508" y="808"/>
                  </a:cubicBezTo>
                  <a:cubicBezTo>
                    <a:pt x="511" y="803"/>
                    <a:pt x="518" y="794"/>
                    <a:pt x="520" y="789"/>
                  </a:cubicBezTo>
                  <a:cubicBezTo>
                    <a:pt x="523" y="783"/>
                    <a:pt x="522" y="779"/>
                    <a:pt x="525" y="775"/>
                  </a:cubicBezTo>
                  <a:cubicBezTo>
                    <a:pt x="527" y="771"/>
                    <a:pt x="531" y="766"/>
                    <a:pt x="529" y="762"/>
                  </a:cubicBezTo>
                </a:path>
              </a:pathLst>
            </a:custGeom>
            <a:solidFill>
              <a:srgbClr val="F6E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3123" name="Freeform 382">
              <a:extLst>
                <a:ext uri="{FF2B5EF4-FFF2-40B4-BE49-F238E27FC236}">
                  <a16:creationId xmlns:a16="http://schemas.microsoft.com/office/drawing/2014/main" id="{FE0C9BF8-29DC-4E64-8C65-1E706497829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" y="1251"/>
              <a:ext cx="932" cy="2784"/>
            </a:xfrm>
            <a:custGeom>
              <a:avLst/>
              <a:gdLst>
                <a:gd name="T0" fmla="*/ 2800 w 531"/>
                <a:gd name="T1" fmla="*/ 3825 h 1591"/>
                <a:gd name="T2" fmla="*/ 2763 w 531"/>
                <a:gd name="T3" fmla="*/ 2952 h 1591"/>
                <a:gd name="T4" fmla="*/ 2628 w 531"/>
                <a:gd name="T5" fmla="*/ 1895 h 1591"/>
                <a:gd name="T6" fmla="*/ 2104 w 531"/>
                <a:gd name="T7" fmla="*/ 437 h 1591"/>
                <a:gd name="T8" fmla="*/ 1713 w 531"/>
                <a:gd name="T9" fmla="*/ 21 h 1591"/>
                <a:gd name="T10" fmla="*/ 1497 w 531"/>
                <a:gd name="T11" fmla="*/ 156 h 1591"/>
                <a:gd name="T12" fmla="*/ 1439 w 531"/>
                <a:gd name="T13" fmla="*/ 159 h 1591"/>
                <a:gd name="T14" fmla="*/ 1179 w 531"/>
                <a:gd name="T15" fmla="*/ 37 h 1591"/>
                <a:gd name="T16" fmla="*/ 925 w 531"/>
                <a:gd name="T17" fmla="*/ 434 h 1591"/>
                <a:gd name="T18" fmla="*/ 421 w 531"/>
                <a:gd name="T19" fmla="*/ 1022 h 1591"/>
                <a:gd name="T20" fmla="*/ 172 w 531"/>
                <a:gd name="T21" fmla="*/ 2238 h 1591"/>
                <a:gd name="T22" fmla="*/ 98 w 531"/>
                <a:gd name="T23" fmla="*/ 3307 h 1591"/>
                <a:gd name="T24" fmla="*/ 12 w 531"/>
                <a:gd name="T25" fmla="*/ 4082 h 1591"/>
                <a:gd name="T26" fmla="*/ 58 w 531"/>
                <a:gd name="T27" fmla="*/ 4229 h 1591"/>
                <a:gd name="T28" fmla="*/ 277 w 531"/>
                <a:gd name="T29" fmla="*/ 4410 h 1591"/>
                <a:gd name="T30" fmla="*/ 363 w 531"/>
                <a:gd name="T31" fmla="*/ 4366 h 1591"/>
                <a:gd name="T32" fmla="*/ 388 w 531"/>
                <a:gd name="T33" fmla="*/ 4329 h 1591"/>
                <a:gd name="T34" fmla="*/ 388 w 531"/>
                <a:gd name="T35" fmla="*/ 4124 h 1591"/>
                <a:gd name="T36" fmla="*/ 323 w 531"/>
                <a:gd name="T37" fmla="*/ 3736 h 1591"/>
                <a:gd name="T38" fmla="*/ 535 w 531"/>
                <a:gd name="T39" fmla="*/ 2287 h 1591"/>
                <a:gd name="T40" fmla="*/ 718 w 531"/>
                <a:gd name="T41" fmla="*/ 1785 h 1591"/>
                <a:gd name="T42" fmla="*/ 714 w 531"/>
                <a:gd name="T43" fmla="*/ 2637 h 1591"/>
                <a:gd name="T44" fmla="*/ 628 w 531"/>
                <a:gd name="T45" fmla="*/ 3986 h 1591"/>
                <a:gd name="T46" fmla="*/ 811 w 531"/>
                <a:gd name="T47" fmla="*/ 5524 h 1591"/>
                <a:gd name="T48" fmla="*/ 872 w 531"/>
                <a:gd name="T49" fmla="*/ 6966 h 1591"/>
                <a:gd name="T50" fmla="*/ 1025 w 531"/>
                <a:gd name="T51" fmla="*/ 7939 h 1591"/>
                <a:gd name="T52" fmla="*/ 853 w 531"/>
                <a:gd name="T53" fmla="*/ 8326 h 1591"/>
                <a:gd name="T54" fmla="*/ 909 w 531"/>
                <a:gd name="T55" fmla="*/ 8466 h 1591"/>
                <a:gd name="T56" fmla="*/ 1158 w 531"/>
                <a:gd name="T57" fmla="*/ 8488 h 1591"/>
                <a:gd name="T58" fmla="*/ 1402 w 531"/>
                <a:gd name="T59" fmla="*/ 8322 h 1591"/>
                <a:gd name="T60" fmla="*/ 1411 w 531"/>
                <a:gd name="T61" fmla="*/ 8037 h 1591"/>
                <a:gd name="T62" fmla="*/ 1374 w 531"/>
                <a:gd name="T63" fmla="*/ 7759 h 1591"/>
                <a:gd name="T64" fmla="*/ 1390 w 531"/>
                <a:gd name="T65" fmla="*/ 6182 h 1591"/>
                <a:gd name="T66" fmla="*/ 1383 w 531"/>
                <a:gd name="T67" fmla="*/ 5300 h 1591"/>
                <a:gd name="T68" fmla="*/ 1383 w 531"/>
                <a:gd name="T69" fmla="*/ 4018 h 1591"/>
                <a:gd name="T70" fmla="*/ 1432 w 531"/>
                <a:gd name="T71" fmla="*/ 4023 h 1591"/>
                <a:gd name="T72" fmla="*/ 1492 w 531"/>
                <a:gd name="T73" fmla="*/ 4014 h 1591"/>
                <a:gd name="T74" fmla="*/ 1492 w 531"/>
                <a:gd name="T75" fmla="*/ 4572 h 1591"/>
                <a:gd name="T76" fmla="*/ 1504 w 531"/>
                <a:gd name="T77" fmla="*/ 5753 h 1591"/>
                <a:gd name="T78" fmla="*/ 1555 w 531"/>
                <a:gd name="T79" fmla="*/ 7425 h 1591"/>
                <a:gd name="T80" fmla="*/ 1481 w 531"/>
                <a:gd name="T81" fmla="*/ 7930 h 1591"/>
                <a:gd name="T82" fmla="*/ 1453 w 531"/>
                <a:gd name="T83" fmla="*/ 8195 h 1591"/>
                <a:gd name="T84" fmla="*/ 1525 w 531"/>
                <a:gd name="T85" fmla="*/ 8476 h 1591"/>
                <a:gd name="T86" fmla="*/ 1845 w 531"/>
                <a:gd name="T87" fmla="*/ 8494 h 1591"/>
                <a:gd name="T88" fmla="*/ 2018 w 531"/>
                <a:gd name="T89" fmla="*/ 8403 h 1591"/>
                <a:gd name="T90" fmla="*/ 1869 w 531"/>
                <a:gd name="T91" fmla="*/ 8111 h 1591"/>
                <a:gd name="T92" fmla="*/ 1868 w 531"/>
                <a:gd name="T93" fmla="*/ 7645 h 1591"/>
                <a:gd name="T94" fmla="*/ 2043 w 531"/>
                <a:gd name="T95" fmla="*/ 5930 h 1591"/>
                <a:gd name="T96" fmla="*/ 2183 w 531"/>
                <a:gd name="T97" fmla="*/ 4732 h 1591"/>
                <a:gd name="T98" fmla="*/ 2234 w 531"/>
                <a:gd name="T99" fmla="*/ 3267 h 1591"/>
                <a:gd name="T100" fmla="*/ 2134 w 531"/>
                <a:gd name="T101" fmla="*/ 2282 h 1591"/>
                <a:gd name="T102" fmla="*/ 2234 w 531"/>
                <a:gd name="T103" fmla="*/ 1785 h 1591"/>
                <a:gd name="T104" fmla="*/ 2455 w 531"/>
                <a:gd name="T105" fmla="*/ 2952 h 1591"/>
                <a:gd name="T106" fmla="*/ 2520 w 531"/>
                <a:gd name="T107" fmla="*/ 3874 h 1591"/>
                <a:gd name="T108" fmla="*/ 2492 w 531"/>
                <a:gd name="T109" fmla="*/ 4287 h 1591"/>
                <a:gd name="T110" fmla="*/ 2477 w 531"/>
                <a:gd name="T111" fmla="*/ 4357 h 1591"/>
                <a:gd name="T112" fmla="*/ 2477 w 531"/>
                <a:gd name="T113" fmla="*/ 4446 h 1591"/>
                <a:gd name="T114" fmla="*/ 2749 w 531"/>
                <a:gd name="T115" fmla="*/ 4329 h 1591"/>
                <a:gd name="T116" fmla="*/ 2838 w 531"/>
                <a:gd name="T117" fmla="*/ 4152 h 1591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531" h="1591">
                  <a:moveTo>
                    <a:pt x="529" y="762"/>
                  </a:moveTo>
                  <a:cubicBezTo>
                    <a:pt x="527" y="758"/>
                    <a:pt x="523" y="730"/>
                    <a:pt x="518" y="714"/>
                  </a:cubicBezTo>
                  <a:cubicBezTo>
                    <a:pt x="515" y="701"/>
                    <a:pt x="511" y="644"/>
                    <a:pt x="513" y="617"/>
                  </a:cubicBezTo>
                  <a:cubicBezTo>
                    <a:pt x="515" y="597"/>
                    <a:pt x="510" y="565"/>
                    <a:pt x="511" y="551"/>
                  </a:cubicBezTo>
                  <a:cubicBezTo>
                    <a:pt x="511" y="473"/>
                    <a:pt x="502" y="433"/>
                    <a:pt x="498" y="418"/>
                  </a:cubicBezTo>
                  <a:cubicBezTo>
                    <a:pt x="495" y="404"/>
                    <a:pt x="493" y="385"/>
                    <a:pt x="486" y="354"/>
                  </a:cubicBezTo>
                  <a:cubicBezTo>
                    <a:pt x="458" y="219"/>
                    <a:pt x="445" y="145"/>
                    <a:pt x="437" y="124"/>
                  </a:cubicBezTo>
                  <a:cubicBezTo>
                    <a:pt x="431" y="110"/>
                    <a:pt x="419" y="87"/>
                    <a:pt x="389" y="82"/>
                  </a:cubicBezTo>
                  <a:cubicBezTo>
                    <a:pt x="378" y="80"/>
                    <a:pt x="368" y="79"/>
                    <a:pt x="359" y="76"/>
                  </a:cubicBezTo>
                  <a:cubicBezTo>
                    <a:pt x="339" y="68"/>
                    <a:pt x="312" y="56"/>
                    <a:pt x="317" y="4"/>
                  </a:cubicBezTo>
                  <a:cubicBezTo>
                    <a:pt x="315" y="6"/>
                    <a:pt x="316" y="5"/>
                    <a:pt x="313" y="7"/>
                  </a:cubicBezTo>
                  <a:cubicBezTo>
                    <a:pt x="302" y="17"/>
                    <a:pt x="289" y="27"/>
                    <a:pt x="277" y="29"/>
                  </a:cubicBezTo>
                  <a:cubicBezTo>
                    <a:pt x="274" y="30"/>
                    <a:pt x="269" y="29"/>
                    <a:pt x="266" y="29"/>
                  </a:cubicBezTo>
                  <a:cubicBezTo>
                    <a:pt x="266" y="30"/>
                    <a:pt x="266" y="30"/>
                    <a:pt x="266" y="30"/>
                  </a:cubicBezTo>
                  <a:cubicBezTo>
                    <a:pt x="266" y="30"/>
                    <a:pt x="257" y="29"/>
                    <a:pt x="253" y="29"/>
                  </a:cubicBezTo>
                  <a:cubicBezTo>
                    <a:pt x="241" y="27"/>
                    <a:pt x="229" y="17"/>
                    <a:pt x="218" y="7"/>
                  </a:cubicBezTo>
                  <a:cubicBezTo>
                    <a:pt x="215" y="5"/>
                    <a:pt x="213" y="3"/>
                    <a:pt x="211" y="0"/>
                  </a:cubicBezTo>
                  <a:cubicBezTo>
                    <a:pt x="228" y="59"/>
                    <a:pt x="191" y="75"/>
                    <a:pt x="171" y="81"/>
                  </a:cubicBezTo>
                  <a:cubicBezTo>
                    <a:pt x="162" y="83"/>
                    <a:pt x="122" y="84"/>
                    <a:pt x="102" y="112"/>
                  </a:cubicBezTo>
                  <a:cubicBezTo>
                    <a:pt x="93" y="124"/>
                    <a:pt x="81" y="169"/>
                    <a:pt x="78" y="191"/>
                  </a:cubicBezTo>
                  <a:cubicBezTo>
                    <a:pt x="74" y="214"/>
                    <a:pt x="53" y="305"/>
                    <a:pt x="47" y="338"/>
                  </a:cubicBezTo>
                  <a:cubicBezTo>
                    <a:pt x="41" y="369"/>
                    <a:pt x="36" y="404"/>
                    <a:pt x="32" y="418"/>
                  </a:cubicBezTo>
                  <a:cubicBezTo>
                    <a:pt x="29" y="433"/>
                    <a:pt x="16" y="473"/>
                    <a:pt x="17" y="551"/>
                  </a:cubicBezTo>
                  <a:cubicBezTo>
                    <a:pt x="17" y="564"/>
                    <a:pt x="16" y="597"/>
                    <a:pt x="18" y="617"/>
                  </a:cubicBezTo>
                  <a:cubicBezTo>
                    <a:pt x="20" y="644"/>
                    <a:pt x="16" y="701"/>
                    <a:pt x="13" y="714"/>
                  </a:cubicBezTo>
                  <a:cubicBezTo>
                    <a:pt x="8" y="730"/>
                    <a:pt x="4" y="758"/>
                    <a:pt x="2" y="762"/>
                  </a:cubicBezTo>
                  <a:cubicBezTo>
                    <a:pt x="0" y="766"/>
                    <a:pt x="4" y="771"/>
                    <a:pt x="6" y="775"/>
                  </a:cubicBezTo>
                  <a:cubicBezTo>
                    <a:pt x="9" y="779"/>
                    <a:pt x="8" y="783"/>
                    <a:pt x="11" y="789"/>
                  </a:cubicBezTo>
                  <a:cubicBezTo>
                    <a:pt x="13" y="794"/>
                    <a:pt x="20" y="803"/>
                    <a:pt x="23" y="808"/>
                  </a:cubicBezTo>
                  <a:cubicBezTo>
                    <a:pt x="27" y="814"/>
                    <a:pt x="40" y="820"/>
                    <a:pt x="51" y="823"/>
                  </a:cubicBezTo>
                  <a:cubicBezTo>
                    <a:pt x="58" y="826"/>
                    <a:pt x="71" y="833"/>
                    <a:pt x="73" y="830"/>
                  </a:cubicBezTo>
                  <a:cubicBezTo>
                    <a:pt x="75" y="823"/>
                    <a:pt x="72" y="818"/>
                    <a:pt x="67" y="815"/>
                  </a:cubicBezTo>
                  <a:cubicBezTo>
                    <a:pt x="63" y="813"/>
                    <a:pt x="71" y="820"/>
                    <a:pt x="73" y="813"/>
                  </a:cubicBezTo>
                  <a:cubicBezTo>
                    <a:pt x="74" y="812"/>
                    <a:pt x="74" y="811"/>
                    <a:pt x="72" y="808"/>
                  </a:cubicBezTo>
                  <a:cubicBezTo>
                    <a:pt x="74" y="804"/>
                    <a:pt x="73" y="804"/>
                    <a:pt x="70" y="800"/>
                  </a:cubicBezTo>
                  <a:cubicBezTo>
                    <a:pt x="75" y="799"/>
                    <a:pt x="74" y="779"/>
                    <a:pt x="72" y="770"/>
                  </a:cubicBezTo>
                  <a:cubicBezTo>
                    <a:pt x="72" y="762"/>
                    <a:pt x="72" y="738"/>
                    <a:pt x="67" y="722"/>
                  </a:cubicBezTo>
                  <a:cubicBezTo>
                    <a:pt x="63" y="712"/>
                    <a:pt x="59" y="704"/>
                    <a:pt x="60" y="697"/>
                  </a:cubicBezTo>
                  <a:cubicBezTo>
                    <a:pt x="57" y="683"/>
                    <a:pt x="69" y="579"/>
                    <a:pt x="79" y="550"/>
                  </a:cubicBezTo>
                  <a:cubicBezTo>
                    <a:pt x="98" y="489"/>
                    <a:pt x="97" y="438"/>
                    <a:pt x="99" y="427"/>
                  </a:cubicBezTo>
                  <a:cubicBezTo>
                    <a:pt x="101" y="416"/>
                    <a:pt x="131" y="268"/>
                    <a:pt x="135" y="243"/>
                  </a:cubicBezTo>
                  <a:cubicBezTo>
                    <a:pt x="133" y="333"/>
                    <a:pt x="133" y="333"/>
                    <a:pt x="133" y="333"/>
                  </a:cubicBezTo>
                  <a:cubicBezTo>
                    <a:pt x="135" y="364"/>
                    <a:pt x="134" y="404"/>
                    <a:pt x="135" y="420"/>
                  </a:cubicBezTo>
                  <a:cubicBezTo>
                    <a:pt x="136" y="442"/>
                    <a:pt x="130" y="454"/>
                    <a:pt x="132" y="492"/>
                  </a:cubicBezTo>
                  <a:cubicBezTo>
                    <a:pt x="133" y="513"/>
                    <a:pt x="130" y="558"/>
                    <a:pt x="121" y="607"/>
                  </a:cubicBezTo>
                  <a:cubicBezTo>
                    <a:pt x="113" y="645"/>
                    <a:pt x="117" y="672"/>
                    <a:pt x="116" y="744"/>
                  </a:cubicBezTo>
                  <a:cubicBezTo>
                    <a:pt x="115" y="794"/>
                    <a:pt x="117" y="825"/>
                    <a:pt x="124" y="884"/>
                  </a:cubicBezTo>
                  <a:cubicBezTo>
                    <a:pt x="129" y="934"/>
                    <a:pt x="144" y="995"/>
                    <a:pt x="150" y="1031"/>
                  </a:cubicBezTo>
                  <a:cubicBezTo>
                    <a:pt x="157" y="1067"/>
                    <a:pt x="151" y="1084"/>
                    <a:pt x="153" y="1107"/>
                  </a:cubicBezTo>
                  <a:cubicBezTo>
                    <a:pt x="154" y="1131"/>
                    <a:pt x="143" y="1219"/>
                    <a:pt x="161" y="1300"/>
                  </a:cubicBezTo>
                  <a:cubicBezTo>
                    <a:pt x="176" y="1365"/>
                    <a:pt x="182" y="1411"/>
                    <a:pt x="186" y="1427"/>
                  </a:cubicBezTo>
                  <a:cubicBezTo>
                    <a:pt x="194" y="1461"/>
                    <a:pt x="187" y="1465"/>
                    <a:pt x="190" y="1482"/>
                  </a:cubicBezTo>
                  <a:cubicBezTo>
                    <a:pt x="194" y="1500"/>
                    <a:pt x="194" y="1498"/>
                    <a:pt x="185" y="1514"/>
                  </a:cubicBezTo>
                  <a:cubicBezTo>
                    <a:pt x="176" y="1525"/>
                    <a:pt x="162" y="1549"/>
                    <a:pt x="158" y="1554"/>
                  </a:cubicBezTo>
                  <a:cubicBezTo>
                    <a:pt x="154" y="1559"/>
                    <a:pt x="156" y="1565"/>
                    <a:pt x="158" y="1568"/>
                  </a:cubicBezTo>
                  <a:cubicBezTo>
                    <a:pt x="155" y="1576"/>
                    <a:pt x="164" y="1580"/>
                    <a:pt x="168" y="1580"/>
                  </a:cubicBezTo>
                  <a:cubicBezTo>
                    <a:pt x="167" y="1590"/>
                    <a:pt x="185" y="1589"/>
                    <a:pt x="190" y="1585"/>
                  </a:cubicBezTo>
                  <a:cubicBezTo>
                    <a:pt x="195" y="1590"/>
                    <a:pt x="209" y="1590"/>
                    <a:pt x="214" y="1584"/>
                  </a:cubicBezTo>
                  <a:cubicBezTo>
                    <a:pt x="223" y="1591"/>
                    <a:pt x="239" y="1591"/>
                    <a:pt x="249" y="1582"/>
                  </a:cubicBezTo>
                  <a:cubicBezTo>
                    <a:pt x="259" y="1572"/>
                    <a:pt x="260" y="1563"/>
                    <a:pt x="259" y="1553"/>
                  </a:cubicBezTo>
                  <a:cubicBezTo>
                    <a:pt x="258" y="1544"/>
                    <a:pt x="260" y="1541"/>
                    <a:pt x="262" y="1529"/>
                  </a:cubicBezTo>
                  <a:cubicBezTo>
                    <a:pt x="264" y="1518"/>
                    <a:pt x="266" y="1509"/>
                    <a:pt x="261" y="1500"/>
                  </a:cubicBezTo>
                  <a:cubicBezTo>
                    <a:pt x="257" y="1492"/>
                    <a:pt x="257" y="1488"/>
                    <a:pt x="257" y="1480"/>
                  </a:cubicBezTo>
                  <a:cubicBezTo>
                    <a:pt x="257" y="1471"/>
                    <a:pt x="260" y="1459"/>
                    <a:pt x="254" y="1448"/>
                  </a:cubicBezTo>
                  <a:cubicBezTo>
                    <a:pt x="249" y="1438"/>
                    <a:pt x="242" y="1413"/>
                    <a:pt x="243" y="1386"/>
                  </a:cubicBezTo>
                  <a:cubicBezTo>
                    <a:pt x="244" y="1359"/>
                    <a:pt x="265" y="1206"/>
                    <a:pt x="257" y="1154"/>
                  </a:cubicBezTo>
                  <a:cubicBezTo>
                    <a:pt x="248" y="1102"/>
                    <a:pt x="251" y="1091"/>
                    <a:pt x="253" y="1074"/>
                  </a:cubicBezTo>
                  <a:cubicBezTo>
                    <a:pt x="255" y="1056"/>
                    <a:pt x="261" y="1027"/>
                    <a:pt x="256" y="989"/>
                  </a:cubicBezTo>
                  <a:cubicBezTo>
                    <a:pt x="254" y="975"/>
                    <a:pt x="255" y="914"/>
                    <a:pt x="255" y="853"/>
                  </a:cubicBezTo>
                  <a:cubicBezTo>
                    <a:pt x="255" y="813"/>
                    <a:pt x="256" y="763"/>
                    <a:pt x="256" y="750"/>
                  </a:cubicBezTo>
                  <a:cubicBezTo>
                    <a:pt x="256" y="750"/>
                    <a:pt x="256" y="750"/>
                    <a:pt x="256" y="750"/>
                  </a:cubicBezTo>
                  <a:cubicBezTo>
                    <a:pt x="259" y="751"/>
                    <a:pt x="262" y="751"/>
                    <a:pt x="265" y="751"/>
                  </a:cubicBezTo>
                  <a:cubicBezTo>
                    <a:pt x="265" y="751"/>
                    <a:pt x="265" y="751"/>
                    <a:pt x="265" y="751"/>
                  </a:cubicBezTo>
                  <a:cubicBezTo>
                    <a:pt x="269" y="751"/>
                    <a:pt x="272" y="750"/>
                    <a:pt x="276" y="749"/>
                  </a:cubicBezTo>
                  <a:cubicBezTo>
                    <a:pt x="275" y="750"/>
                    <a:pt x="275" y="750"/>
                    <a:pt x="275" y="750"/>
                  </a:cubicBezTo>
                  <a:cubicBezTo>
                    <a:pt x="273" y="759"/>
                    <a:pt x="276" y="813"/>
                    <a:pt x="276" y="853"/>
                  </a:cubicBezTo>
                  <a:cubicBezTo>
                    <a:pt x="276" y="914"/>
                    <a:pt x="277" y="975"/>
                    <a:pt x="275" y="989"/>
                  </a:cubicBezTo>
                  <a:cubicBezTo>
                    <a:pt x="270" y="1027"/>
                    <a:pt x="276" y="1056"/>
                    <a:pt x="278" y="1074"/>
                  </a:cubicBezTo>
                  <a:cubicBezTo>
                    <a:pt x="280" y="1091"/>
                    <a:pt x="283" y="1102"/>
                    <a:pt x="274" y="1154"/>
                  </a:cubicBezTo>
                  <a:cubicBezTo>
                    <a:pt x="266" y="1206"/>
                    <a:pt x="287" y="1359"/>
                    <a:pt x="288" y="1386"/>
                  </a:cubicBezTo>
                  <a:cubicBezTo>
                    <a:pt x="289" y="1413"/>
                    <a:pt x="282" y="1438"/>
                    <a:pt x="277" y="1448"/>
                  </a:cubicBezTo>
                  <a:cubicBezTo>
                    <a:pt x="271" y="1459"/>
                    <a:pt x="274" y="1471"/>
                    <a:pt x="274" y="1480"/>
                  </a:cubicBezTo>
                  <a:cubicBezTo>
                    <a:pt x="274" y="1488"/>
                    <a:pt x="274" y="1492"/>
                    <a:pt x="270" y="1500"/>
                  </a:cubicBezTo>
                  <a:cubicBezTo>
                    <a:pt x="265" y="1509"/>
                    <a:pt x="267" y="1518"/>
                    <a:pt x="269" y="1529"/>
                  </a:cubicBezTo>
                  <a:cubicBezTo>
                    <a:pt x="271" y="1541"/>
                    <a:pt x="273" y="1544"/>
                    <a:pt x="272" y="1553"/>
                  </a:cubicBezTo>
                  <a:cubicBezTo>
                    <a:pt x="271" y="1563"/>
                    <a:pt x="272" y="1572"/>
                    <a:pt x="282" y="1582"/>
                  </a:cubicBezTo>
                  <a:cubicBezTo>
                    <a:pt x="292" y="1591"/>
                    <a:pt x="308" y="1591"/>
                    <a:pt x="317" y="1584"/>
                  </a:cubicBezTo>
                  <a:cubicBezTo>
                    <a:pt x="322" y="1590"/>
                    <a:pt x="336" y="1590"/>
                    <a:pt x="341" y="1585"/>
                  </a:cubicBezTo>
                  <a:cubicBezTo>
                    <a:pt x="346" y="1589"/>
                    <a:pt x="364" y="1590"/>
                    <a:pt x="363" y="1580"/>
                  </a:cubicBezTo>
                  <a:cubicBezTo>
                    <a:pt x="367" y="1580"/>
                    <a:pt x="376" y="1576"/>
                    <a:pt x="373" y="1568"/>
                  </a:cubicBezTo>
                  <a:cubicBezTo>
                    <a:pt x="375" y="1565"/>
                    <a:pt x="377" y="1559"/>
                    <a:pt x="373" y="1554"/>
                  </a:cubicBezTo>
                  <a:cubicBezTo>
                    <a:pt x="369" y="1549"/>
                    <a:pt x="355" y="1525"/>
                    <a:pt x="346" y="1514"/>
                  </a:cubicBezTo>
                  <a:cubicBezTo>
                    <a:pt x="337" y="1498"/>
                    <a:pt x="337" y="1500"/>
                    <a:pt x="341" y="1482"/>
                  </a:cubicBezTo>
                  <a:cubicBezTo>
                    <a:pt x="344" y="1465"/>
                    <a:pt x="337" y="1461"/>
                    <a:pt x="345" y="1427"/>
                  </a:cubicBezTo>
                  <a:cubicBezTo>
                    <a:pt x="348" y="1411"/>
                    <a:pt x="356" y="1372"/>
                    <a:pt x="369" y="1305"/>
                  </a:cubicBezTo>
                  <a:cubicBezTo>
                    <a:pt x="382" y="1239"/>
                    <a:pt x="377" y="1131"/>
                    <a:pt x="378" y="1107"/>
                  </a:cubicBezTo>
                  <a:cubicBezTo>
                    <a:pt x="380" y="1084"/>
                    <a:pt x="373" y="1069"/>
                    <a:pt x="380" y="1033"/>
                  </a:cubicBezTo>
                  <a:cubicBezTo>
                    <a:pt x="386" y="997"/>
                    <a:pt x="397" y="933"/>
                    <a:pt x="404" y="883"/>
                  </a:cubicBezTo>
                  <a:cubicBezTo>
                    <a:pt x="414" y="811"/>
                    <a:pt x="413" y="790"/>
                    <a:pt x="416" y="752"/>
                  </a:cubicBezTo>
                  <a:cubicBezTo>
                    <a:pt x="422" y="676"/>
                    <a:pt x="418" y="651"/>
                    <a:pt x="413" y="610"/>
                  </a:cubicBezTo>
                  <a:cubicBezTo>
                    <a:pt x="404" y="561"/>
                    <a:pt x="404" y="514"/>
                    <a:pt x="404" y="493"/>
                  </a:cubicBezTo>
                  <a:cubicBezTo>
                    <a:pt x="404" y="467"/>
                    <a:pt x="394" y="448"/>
                    <a:pt x="395" y="426"/>
                  </a:cubicBezTo>
                  <a:cubicBezTo>
                    <a:pt x="396" y="410"/>
                    <a:pt x="395" y="267"/>
                    <a:pt x="390" y="226"/>
                  </a:cubicBezTo>
                  <a:cubicBezTo>
                    <a:pt x="413" y="333"/>
                    <a:pt x="413" y="333"/>
                    <a:pt x="413" y="333"/>
                  </a:cubicBezTo>
                  <a:cubicBezTo>
                    <a:pt x="417" y="358"/>
                    <a:pt x="430" y="416"/>
                    <a:pt x="432" y="427"/>
                  </a:cubicBezTo>
                  <a:cubicBezTo>
                    <a:pt x="434" y="438"/>
                    <a:pt x="435" y="490"/>
                    <a:pt x="454" y="551"/>
                  </a:cubicBezTo>
                  <a:cubicBezTo>
                    <a:pt x="464" y="580"/>
                    <a:pt x="474" y="683"/>
                    <a:pt x="471" y="697"/>
                  </a:cubicBezTo>
                  <a:cubicBezTo>
                    <a:pt x="472" y="704"/>
                    <a:pt x="470" y="713"/>
                    <a:pt x="466" y="723"/>
                  </a:cubicBezTo>
                  <a:cubicBezTo>
                    <a:pt x="460" y="739"/>
                    <a:pt x="459" y="762"/>
                    <a:pt x="460" y="770"/>
                  </a:cubicBezTo>
                  <a:cubicBezTo>
                    <a:pt x="458" y="779"/>
                    <a:pt x="453" y="797"/>
                    <a:pt x="461" y="800"/>
                  </a:cubicBezTo>
                  <a:cubicBezTo>
                    <a:pt x="458" y="804"/>
                    <a:pt x="457" y="804"/>
                    <a:pt x="458" y="808"/>
                  </a:cubicBezTo>
                  <a:cubicBezTo>
                    <a:pt x="457" y="811"/>
                    <a:pt x="457" y="812"/>
                    <a:pt x="458" y="813"/>
                  </a:cubicBezTo>
                  <a:cubicBezTo>
                    <a:pt x="460" y="820"/>
                    <a:pt x="469" y="812"/>
                    <a:pt x="465" y="814"/>
                  </a:cubicBezTo>
                  <a:cubicBezTo>
                    <a:pt x="460" y="817"/>
                    <a:pt x="456" y="823"/>
                    <a:pt x="458" y="830"/>
                  </a:cubicBezTo>
                  <a:cubicBezTo>
                    <a:pt x="460" y="833"/>
                    <a:pt x="473" y="826"/>
                    <a:pt x="480" y="823"/>
                  </a:cubicBezTo>
                  <a:cubicBezTo>
                    <a:pt x="491" y="820"/>
                    <a:pt x="504" y="814"/>
                    <a:pt x="508" y="808"/>
                  </a:cubicBezTo>
                  <a:cubicBezTo>
                    <a:pt x="511" y="803"/>
                    <a:pt x="518" y="794"/>
                    <a:pt x="520" y="789"/>
                  </a:cubicBezTo>
                  <a:cubicBezTo>
                    <a:pt x="523" y="783"/>
                    <a:pt x="522" y="779"/>
                    <a:pt x="525" y="775"/>
                  </a:cubicBezTo>
                  <a:cubicBezTo>
                    <a:pt x="527" y="771"/>
                    <a:pt x="531" y="766"/>
                    <a:pt x="529" y="762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3124" name="Freeform 383">
              <a:extLst>
                <a:ext uri="{FF2B5EF4-FFF2-40B4-BE49-F238E27FC236}">
                  <a16:creationId xmlns:a16="http://schemas.microsoft.com/office/drawing/2014/main" id="{81926DF1-0610-4A35-9AE6-9A742EEDBCE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1" y="1294"/>
              <a:ext cx="35" cy="100"/>
            </a:xfrm>
            <a:custGeom>
              <a:avLst/>
              <a:gdLst>
                <a:gd name="T0" fmla="*/ 44 w 20"/>
                <a:gd name="T1" fmla="*/ 0 h 57"/>
                <a:gd name="T2" fmla="*/ 44 w 20"/>
                <a:gd name="T3" fmla="*/ 44 h 57"/>
                <a:gd name="T4" fmla="*/ 56 w 20"/>
                <a:gd name="T5" fmla="*/ 130 h 57"/>
                <a:gd name="T6" fmla="*/ 77 w 20"/>
                <a:gd name="T7" fmla="*/ 221 h 57"/>
                <a:gd name="T8" fmla="*/ 107 w 20"/>
                <a:gd name="T9" fmla="*/ 307 h 57"/>
                <a:gd name="T10" fmla="*/ 28 w 20"/>
                <a:gd name="T11" fmla="*/ 130 h 57"/>
                <a:gd name="T12" fmla="*/ 0 w 20"/>
                <a:gd name="T13" fmla="*/ 49 h 5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57">
                  <a:moveTo>
                    <a:pt x="8" y="0"/>
                  </a:moveTo>
                  <a:cubicBezTo>
                    <a:pt x="8" y="3"/>
                    <a:pt x="8" y="6"/>
                    <a:pt x="8" y="8"/>
                  </a:cubicBezTo>
                  <a:cubicBezTo>
                    <a:pt x="8" y="13"/>
                    <a:pt x="9" y="18"/>
                    <a:pt x="10" y="24"/>
                  </a:cubicBezTo>
                  <a:cubicBezTo>
                    <a:pt x="11" y="30"/>
                    <a:pt x="12" y="36"/>
                    <a:pt x="14" y="41"/>
                  </a:cubicBezTo>
                  <a:cubicBezTo>
                    <a:pt x="15" y="47"/>
                    <a:pt x="18" y="52"/>
                    <a:pt x="20" y="57"/>
                  </a:cubicBezTo>
                  <a:cubicBezTo>
                    <a:pt x="10" y="52"/>
                    <a:pt x="6" y="34"/>
                    <a:pt x="5" y="24"/>
                  </a:cubicBezTo>
                  <a:cubicBezTo>
                    <a:pt x="4" y="21"/>
                    <a:pt x="3" y="13"/>
                    <a:pt x="0" y="9"/>
                  </a:cubicBezTo>
                </a:path>
              </a:pathLst>
            </a:custGeom>
            <a:solidFill>
              <a:srgbClr val="EFCA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3125" name="Freeform 384">
              <a:extLst>
                <a:ext uri="{FF2B5EF4-FFF2-40B4-BE49-F238E27FC236}">
                  <a16:creationId xmlns:a16="http://schemas.microsoft.com/office/drawing/2014/main" id="{F6D0412C-89FE-476B-9300-868D6FEF5482}"/>
                </a:ext>
              </a:extLst>
            </p:cNvPr>
            <p:cNvSpPr>
              <a:spLocks/>
            </p:cNvSpPr>
            <p:nvPr/>
          </p:nvSpPr>
          <p:spPr bwMode="auto">
            <a:xfrm>
              <a:off x="971" y="1412"/>
              <a:ext cx="161" cy="16"/>
            </a:xfrm>
            <a:custGeom>
              <a:avLst/>
              <a:gdLst>
                <a:gd name="T0" fmla="*/ 7 w 92"/>
                <a:gd name="T1" fmla="*/ 37 h 9"/>
                <a:gd name="T2" fmla="*/ 242 w 92"/>
                <a:gd name="T3" fmla="*/ 36 h 9"/>
                <a:gd name="T4" fmla="*/ 494 w 92"/>
                <a:gd name="T5" fmla="*/ 16 h 9"/>
                <a:gd name="T6" fmla="*/ 441 w 92"/>
                <a:gd name="T7" fmla="*/ 7 h 9"/>
                <a:gd name="T8" fmla="*/ 306 w 92"/>
                <a:gd name="T9" fmla="*/ 12 h 9"/>
                <a:gd name="T10" fmla="*/ 135 w 92"/>
                <a:gd name="T11" fmla="*/ 0 h 9"/>
                <a:gd name="T12" fmla="*/ 0 w 92"/>
                <a:gd name="T13" fmla="*/ 50 h 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2" h="9">
                  <a:moveTo>
                    <a:pt x="1" y="7"/>
                  </a:moveTo>
                  <a:cubicBezTo>
                    <a:pt x="15" y="2"/>
                    <a:pt x="31" y="4"/>
                    <a:pt x="45" y="6"/>
                  </a:cubicBezTo>
                  <a:cubicBezTo>
                    <a:pt x="61" y="8"/>
                    <a:pt x="76" y="4"/>
                    <a:pt x="92" y="3"/>
                  </a:cubicBezTo>
                  <a:cubicBezTo>
                    <a:pt x="89" y="1"/>
                    <a:pt x="85" y="1"/>
                    <a:pt x="82" y="1"/>
                  </a:cubicBezTo>
                  <a:cubicBezTo>
                    <a:pt x="73" y="1"/>
                    <a:pt x="65" y="1"/>
                    <a:pt x="57" y="2"/>
                  </a:cubicBezTo>
                  <a:cubicBezTo>
                    <a:pt x="46" y="2"/>
                    <a:pt x="37" y="0"/>
                    <a:pt x="25" y="0"/>
                  </a:cubicBezTo>
                  <a:cubicBezTo>
                    <a:pt x="18" y="0"/>
                    <a:pt x="2" y="2"/>
                    <a:pt x="0" y="9"/>
                  </a:cubicBezTo>
                </a:path>
              </a:pathLst>
            </a:custGeom>
            <a:solidFill>
              <a:srgbClr val="EFCA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3126" name="Freeform 385">
              <a:extLst>
                <a:ext uri="{FF2B5EF4-FFF2-40B4-BE49-F238E27FC236}">
                  <a16:creationId xmlns:a16="http://schemas.microsoft.com/office/drawing/2014/main" id="{30DF3E42-455F-4453-AFA3-00CB55E48D0C}"/>
                </a:ext>
              </a:extLst>
            </p:cNvPr>
            <p:cNvSpPr>
              <a:spLocks/>
            </p:cNvSpPr>
            <p:nvPr/>
          </p:nvSpPr>
          <p:spPr bwMode="auto">
            <a:xfrm>
              <a:off x="910" y="1435"/>
              <a:ext cx="33" cy="40"/>
            </a:xfrm>
            <a:custGeom>
              <a:avLst/>
              <a:gdLst>
                <a:gd name="T0" fmla="*/ 0 w 19"/>
                <a:gd name="T1" fmla="*/ 0 h 23"/>
                <a:gd name="T2" fmla="*/ 42 w 19"/>
                <a:gd name="T3" fmla="*/ 99 h 23"/>
                <a:gd name="T4" fmla="*/ 99 w 19"/>
                <a:gd name="T5" fmla="*/ 49 h 23"/>
                <a:gd name="T6" fmla="*/ 73 w 19"/>
                <a:gd name="T7" fmla="*/ 64 h 23"/>
                <a:gd name="T8" fmla="*/ 16 w 19"/>
                <a:gd name="T9" fmla="*/ 5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23">
                  <a:moveTo>
                    <a:pt x="0" y="0"/>
                  </a:moveTo>
                  <a:cubicBezTo>
                    <a:pt x="1" y="5"/>
                    <a:pt x="4" y="15"/>
                    <a:pt x="8" y="19"/>
                  </a:cubicBezTo>
                  <a:cubicBezTo>
                    <a:pt x="12" y="23"/>
                    <a:pt x="19" y="15"/>
                    <a:pt x="19" y="9"/>
                  </a:cubicBezTo>
                  <a:cubicBezTo>
                    <a:pt x="18" y="11"/>
                    <a:pt x="16" y="12"/>
                    <a:pt x="14" y="12"/>
                  </a:cubicBezTo>
                  <a:cubicBezTo>
                    <a:pt x="10" y="12"/>
                    <a:pt x="2" y="4"/>
                    <a:pt x="3" y="1"/>
                  </a:cubicBezTo>
                </a:path>
              </a:pathLst>
            </a:custGeom>
            <a:solidFill>
              <a:srgbClr val="EFCA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3127" name="Freeform 386">
              <a:extLst>
                <a:ext uri="{FF2B5EF4-FFF2-40B4-BE49-F238E27FC236}">
                  <a16:creationId xmlns:a16="http://schemas.microsoft.com/office/drawing/2014/main" id="{136991DA-79A2-49DC-A40F-2480549C8826}"/>
                </a:ext>
              </a:extLst>
            </p:cNvPr>
            <p:cNvSpPr>
              <a:spLocks/>
            </p:cNvSpPr>
            <p:nvPr/>
          </p:nvSpPr>
          <p:spPr bwMode="auto">
            <a:xfrm>
              <a:off x="917" y="2145"/>
              <a:ext cx="17" cy="19"/>
            </a:xfrm>
            <a:custGeom>
              <a:avLst/>
              <a:gdLst>
                <a:gd name="T0" fmla="*/ 0 w 10"/>
                <a:gd name="T1" fmla="*/ 36 h 11"/>
                <a:gd name="T2" fmla="*/ 49 w 10"/>
                <a:gd name="T3" fmla="*/ 41 h 11"/>
                <a:gd name="T4" fmla="*/ 41 w 10"/>
                <a:gd name="T5" fmla="*/ 9 h 11"/>
                <a:gd name="T6" fmla="*/ 9 w 10"/>
                <a:gd name="T7" fmla="*/ 9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1">
                  <a:moveTo>
                    <a:pt x="0" y="7"/>
                  </a:moveTo>
                  <a:cubicBezTo>
                    <a:pt x="2" y="10"/>
                    <a:pt x="8" y="11"/>
                    <a:pt x="10" y="8"/>
                  </a:cubicBezTo>
                  <a:cubicBezTo>
                    <a:pt x="10" y="6"/>
                    <a:pt x="9" y="3"/>
                    <a:pt x="8" y="2"/>
                  </a:cubicBezTo>
                  <a:cubicBezTo>
                    <a:pt x="6" y="0"/>
                    <a:pt x="4" y="1"/>
                    <a:pt x="2" y="2"/>
                  </a:cubicBezTo>
                </a:path>
              </a:pathLst>
            </a:custGeom>
            <a:solidFill>
              <a:srgbClr val="EFCA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3128" name="Freeform 387">
              <a:extLst>
                <a:ext uri="{FF2B5EF4-FFF2-40B4-BE49-F238E27FC236}">
                  <a16:creationId xmlns:a16="http://schemas.microsoft.com/office/drawing/2014/main" id="{0C1C7251-F236-4497-B500-956B566ADC2A}"/>
                </a:ext>
              </a:extLst>
            </p:cNvPr>
            <p:cNvSpPr>
              <a:spLocks/>
            </p:cNvSpPr>
            <p:nvPr/>
          </p:nvSpPr>
          <p:spPr bwMode="auto">
            <a:xfrm>
              <a:off x="866" y="2499"/>
              <a:ext cx="133" cy="59"/>
            </a:xfrm>
            <a:custGeom>
              <a:avLst/>
              <a:gdLst>
                <a:gd name="T0" fmla="*/ 7 w 76"/>
                <a:gd name="T1" fmla="*/ 85 h 34"/>
                <a:gd name="T2" fmla="*/ 208 w 76"/>
                <a:gd name="T3" fmla="*/ 172 h 34"/>
                <a:gd name="T4" fmla="*/ 313 w 76"/>
                <a:gd name="T5" fmla="*/ 142 h 34"/>
                <a:gd name="T6" fmla="*/ 408 w 76"/>
                <a:gd name="T7" fmla="*/ 0 h 34"/>
                <a:gd name="T8" fmla="*/ 350 w 76"/>
                <a:gd name="T9" fmla="*/ 52 h 34"/>
                <a:gd name="T10" fmla="*/ 221 w 76"/>
                <a:gd name="T11" fmla="*/ 106 h 34"/>
                <a:gd name="T12" fmla="*/ 98 w 76"/>
                <a:gd name="T13" fmla="*/ 69 h 34"/>
                <a:gd name="T14" fmla="*/ 0 w 76"/>
                <a:gd name="T15" fmla="*/ 42 h 3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6" h="34">
                  <a:moveTo>
                    <a:pt x="1" y="16"/>
                  </a:moveTo>
                  <a:cubicBezTo>
                    <a:pt x="13" y="25"/>
                    <a:pt x="23" y="34"/>
                    <a:pt x="39" y="33"/>
                  </a:cubicBezTo>
                  <a:cubicBezTo>
                    <a:pt x="46" y="33"/>
                    <a:pt x="53" y="31"/>
                    <a:pt x="58" y="27"/>
                  </a:cubicBezTo>
                  <a:cubicBezTo>
                    <a:pt x="65" y="21"/>
                    <a:pt x="75" y="9"/>
                    <a:pt x="76" y="0"/>
                  </a:cubicBezTo>
                  <a:cubicBezTo>
                    <a:pt x="72" y="1"/>
                    <a:pt x="68" y="7"/>
                    <a:pt x="65" y="10"/>
                  </a:cubicBezTo>
                  <a:cubicBezTo>
                    <a:pt x="58" y="17"/>
                    <a:pt x="50" y="19"/>
                    <a:pt x="41" y="20"/>
                  </a:cubicBezTo>
                  <a:cubicBezTo>
                    <a:pt x="32" y="20"/>
                    <a:pt x="26" y="16"/>
                    <a:pt x="18" y="13"/>
                  </a:cubicBezTo>
                  <a:cubicBezTo>
                    <a:pt x="13" y="12"/>
                    <a:pt x="2" y="14"/>
                    <a:pt x="0" y="8"/>
                  </a:cubicBezTo>
                </a:path>
              </a:pathLst>
            </a:custGeom>
            <a:solidFill>
              <a:srgbClr val="EFCA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3129" name="Freeform 388">
              <a:extLst>
                <a:ext uri="{FF2B5EF4-FFF2-40B4-BE49-F238E27FC236}">
                  <a16:creationId xmlns:a16="http://schemas.microsoft.com/office/drawing/2014/main" id="{5706C15C-53A8-4EA6-9C37-20422BDA9555}"/>
                </a:ext>
              </a:extLst>
            </p:cNvPr>
            <p:cNvSpPr>
              <a:spLocks/>
            </p:cNvSpPr>
            <p:nvPr/>
          </p:nvSpPr>
          <p:spPr bwMode="auto">
            <a:xfrm>
              <a:off x="859" y="2544"/>
              <a:ext cx="51" cy="581"/>
            </a:xfrm>
            <a:custGeom>
              <a:avLst/>
              <a:gdLst>
                <a:gd name="T0" fmla="*/ 0 w 29"/>
                <a:gd name="T1" fmla="*/ 0 h 332"/>
                <a:gd name="T2" fmla="*/ 146 w 29"/>
                <a:gd name="T3" fmla="*/ 166 h 332"/>
                <a:gd name="T4" fmla="*/ 109 w 29"/>
                <a:gd name="T5" fmla="*/ 751 h 332"/>
                <a:gd name="T6" fmla="*/ 114 w 29"/>
                <a:gd name="T7" fmla="*/ 1330 h 332"/>
                <a:gd name="T8" fmla="*/ 93 w 29"/>
                <a:gd name="T9" fmla="*/ 1780 h 332"/>
                <a:gd name="T10" fmla="*/ 65 w 29"/>
                <a:gd name="T11" fmla="*/ 1314 h 332"/>
                <a:gd name="T12" fmla="*/ 21 w 29"/>
                <a:gd name="T13" fmla="*/ 445 h 332"/>
                <a:gd name="T14" fmla="*/ 0 w 29"/>
                <a:gd name="T15" fmla="*/ 0 h 33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9" h="332">
                  <a:moveTo>
                    <a:pt x="0" y="0"/>
                  </a:moveTo>
                  <a:cubicBezTo>
                    <a:pt x="12" y="10"/>
                    <a:pt x="27" y="9"/>
                    <a:pt x="27" y="31"/>
                  </a:cubicBezTo>
                  <a:cubicBezTo>
                    <a:pt x="27" y="53"/>
                    <a:pt x="19" y="96"/>
                    <a:pt x="20" y="140"/>
                  </a:cubicBezTo>
                  <a:cubicBezTo>
                    <a:pt x="21" y="185"/>
                    <a:pt x="20" y="228"/>
                    <a:pt x="21" y="248"/>
                  </a:cubicBezTo>
                  <a:cubicBezTo>
                    <a:pt x="22" y="268"/>
                    <a:pt x="29" y="291"/>
                    <a:pt x="17" y="332"/>
                  </a:cubicBezTo>
                  <a:cubicBezTo>
                    <a:pt x="20" y="316"/>
                    <a:pt x="20" y="274"/>
                    <a:pt x="12" y="245"/>
                  </a:cubicBezTo>
                  <a:cubicBezTo>
                    <a:pt x="4" y="216"/>
                    <a:pt x="2" y="113"/>
                    <a:pt x="4" y="83"/>
                  </a:cubicBezTo>
                  <a:cubicBezTo>
                    <a:pt x="7" y="54"/>
                    <a:pt x="10" y="12"/>
                    <a:pt x="0" y="0"/>
                  </a:cubicBezTo>
                </a:path>
              </a:pathLst>
            </a:custGeom>
            <a:solidFill>
              <a:srgbClr val="EFCA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3130" name="Freeform 389">
              <a:extLst>
                <a:ext uri="{FF2B5EF4-FFF2-40B4-BE49-F238E27FC236}">
                  <a16:creationId xmlns:a16="http://schemas.microsoft.com/office/drawing/2014/main" id="{0BB153C3-F4CA-4E09-888A-D620EDAE520F}"/>
                </a:ext>
              </a:extLst>
            </p:cNvPr>
            <p:cNvSpPr>
              <a:spLocks/>
            </p:cNvSpPr>
            <p:nvPr/>
          </p:nvSpPr>
          <p:spPr bwMode="auto">
            <a:xfrm>
              <a:off x="875" y="3255"/>
              <a:ext cx="38" cy="451"/>
            </a:xfrm>
            <a:custGeom>
              <a:avLst/>
              <a:gdLst>
                <a:gd name="T0" fmla="*/ 83 w 22"/>
                <a:gd name="T1" fmla="*/ 0 h 258"/>
                <a:gd name="T2" fmla="*/ 71 w 22"/>
                <a:gd name="T3" fmla="*/ 706 h 258"/>
                <a:gd name="T4" fmla="*/ 21 w 22"/>
                <a:gd name="T5" fmla="*/ 1377 h 258"/>
                <a:gd name="T6" fmla="*/ 83 w 22"/>
                <a:gd name="T7" fmla="*/ 0 h 25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258">
                  <a:moveTo>
                    <a:pt x="16" y="0"/>
                  </a:moveTo>
                  <a:cubicBezTo>
                    <a:pt x="20" y="24"/>
                    <a:pt x="22" y="73"/>
                    <a:pt x="14" y="132"/>
                  </a:cubicBezTo>
                  <a:cubicBezTo>
                    <a:pt x="6" y="191"/>
                    <a:pt x="3" y="236"/>
                    <a:pt x="4" y="258"/>
                  </a:cubicBezTo>
                  <a:cubicBezTo>
                    <a:pt x="0" y="220"/>
                    <a:pt x="13" y="62"/>
                    <a:pt x="16" y="0"/>
                  </a:cubicBezTo>
                </a:path>
              </a:pathLst>
            </a:custGeom>
            <a:solidFill>
              <a:srgbClr val="EFCA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3131" name="Freeform 390">
              <a:extLst>
                <a:ext uri="{FF2B5EF4-FFF2-40B4-BE49-F238E27FC236}">
                  <a16:creationId xmlns:a16="http://schemas.microsoft.com/office/drawing/2014/main" id="{23C756EE-DAF9-465A-9451-6091A2F92301}"/>
                </a:ext>
              </a:extLst>
            </p:cNvPr>
            <p:cNvSpPr>
              <a:spLocks/>
            </p:cNvSpPr>
            <p:nvPr/>
          </p:nvSpPr>
          <p:spPr bwMode="auto">
            <a:xfrm>
              <a:off x="755" y="1426"/>
              <a:ext cx="121" cy="12"/>
            </a:xfrm>
            <a:custGeom>
              <a:avLst/>
              <a:gdLst>
                <a:gd name="T0" fmla="*/ 167 w 69"/>
                <a:gd name="T1" fmla="*/ 29 h 7"/>
                <a:gd name="T2" fmla="*/ 372 w 69"/>
                <a:gd name="T3" fmla="*/ 15 h 7"/>
                <a:gd name="T4" fmla="*/ 231 w 69"/>
                <a:gd name="T5" fmla="*/ 9 h 7"/>
                <a:gd name="T6" fmla="*/ 0 w 69"/>
                <a:gd name="T7" fmla="*/ 5 h 7"/>
                <a:gd name="T8" fmla="*/ 167 w 69"/>
                <a:gd name="T9" fmla="*/ 29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9" h="7">
                  <a:moveTo>
                    <a:pt x="31" y="6"/>
                  </a:moveTo>
                  <a:cubicBezTo>
                    <a:pt x="41" y="5"/>
                    <a:pt x="58" y="2"/>
                    <a:pt x="69" y="3"/>
                  </a:cubicBezTo>
                  <a:cubicBezTo>
                    <a:pt x="63" y="0"/>
                    <a:pt x="55" y="1"/>
                    <a:pt x="43" y="2"/>
                  </a:cubicBezTo>
                  <a:cubicBezTo>
                    <a:pt x="31" y="2"/>
                    <a:pt x="10" y="5"/>
                    <a:pt x="0" y="1"/>
                  </a:cubicBezTo>
                  <a:cubicBezTo>
                    <a:pt x="16" y="7"/>
                    <a:pt x="23" y="5"/>
                    <a:pt x="31" y="6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3132" name="Freeform 391">
              <a:extLst>
                <a:ext uri="{FF2B5EF4-FFF2-40B4-BE49-F238E27FC236}">
                  <a16:creationId xmlns:a16="http://schemas.microsoft.com/office/drawing/2014/main" id="{6576BD21-9511-453B-9F93-20716641E866}"/>
                </a:ext>
              </a:extLst>
            </p:cNvPr>
            <p:cNvSpPr>
              <a:spLocks/>
            </p:cNvSpPr>
            <p:nvPr/>
          </p:nvSpPr>
          <p:spPr bwMode="auto">
            <a:xfrm>
              <a:off x="987" y="1426"/>
              <a:ext cx="121" cy="12"/>
            </a:xfrm>
            <a:custGeom>
              <a:avLst/>
              <a:gdLst>
                <a:gd name="T0" fmla="*/ 205 w 69"/>
                <a:gd name="T1" fmla="*/ 29 h 7"/>
                <a:gd name="T2" fmla="*/ 0 w 69"/>
                <a:gd name="T3" fmla="*/ 15 h 7"/>
                <a:gd name="T4" fmla="*/ 142 w 69"/>
                <a:gd name="T5" fmla="*/ 9 h 7"/>
                <a:gd name="T6" fmla="*/ 372 w 69"/>
                <a:gd name="T7" fmla="*/ 5 h 7"/>
                <a:gd name="T8" fmla="*/ 205 w 69"/>
                <a:gd name="T9" fmla="*/ 29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9" h="7">
                  <a:moveTo>
                    <a:pt x="38" y="6"/>
                  </a:moveTo>
                  <a:cubicBezTo>
                    <a:pt x="28" y="5"/>
                    <a:pt x="11" y="2"/>
                    <a:pt x="0" y="3"/>
                  </a:cubicBezTo>
                  <a:cubicBezTo>
                    <a:pt x="6" y="0"/>
                    <a:pt x="14" y="1"/>
                    <a:pt x="26" y="2"/>
                  </a:cubicBezTo>
                  <a:cubicBezTo>
                    <a:pt x="38" y="2"/>
                    <a:pt x="60" y="5"/>
                    <a:pt x="69" y="1"/>
                  </a:cubicBezTo>
                  <a:cubicBezTo>
                    <a:pt x="53" y="7"/>
                    <a:pt x="47" y="5"/>
                    <a:pt x="38" y="6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3133" name="Freeform 392">
              <a:extLst>
                <a:ext uri="{FF2B5EF4-FFF2-40B4-BE49-F238E27FC236}">
                  <a16:creationId xmlns:a16="http://schemas.microsoft.com/office/drawing/2014/main" id="{31F795FF-EFC0-4903-991D-F21351576E5F}"/>
                </a:ext>
              </a:extLst>
            </p:cNvPr>
            <p:cNvSpPr>
              <a:spLocks/>
            </p:cNvSpPr>
            <p:nvPr/>
          </p:nvSpPr>
          <p:spPr bwMode="auto">
            <a:xfrm>
              <a:off x="957" y="1308"/>
              <a:ext cx="44" cy="102"/>
            </a:xfrm>
            <a:custGeom>
              <a:avLst/>
              <a:gdLst>
                <a:gd name="T0" fmla="*/ 130 w 25"/>
                <a:gd name="T1" fmla="*/ 0 h 58"/>
                <a:gd name="T2" fmla="*/ 56 w 25"/>
                <a:gd name="T3" fmla="*/ 146 h 58"/>
                <a:gd name="T4" fmla="*/ 0 w 25"/>
                <a:gd name="T5" fmla="*/ 315 h 58"/>
                <a:gd name="T6" fmla="*/ 81 w 25"/>
                <a:gd name="T7" fmla="*/ 135 h 58"/>
                <a:gd name="T8" fmla="*/ 136 w 25"/>
                <a:gd name="T9" fmla="*/ 7 h 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58">
                  <a:moveTo>
                    <a:pt x="24" y="0"/>
                  </a:moveTo>
                  <a:cubicBezTo>
                    <a:pt x="19" y="9"/>
                    <a:pt x="13" y="18"/>
                    <a:pt x="10" y="27"/>
                  </a:cubicBezTo>
                  <a:cubicBezTo>
                    <a:pt x="6" y="38"/>
                    <a:pt x="3" y="48"/>
                    <a:pt x="0" y="58"/>
                  </a:cubicBezTo>
                  <a:cubicBezTo>
                    <a:pt x="4" y="47"/>
                    <a:pt x="10" y="36"/>
                    <a:pt x="15" y="25"/>
                  </a:cubicBezTo>
                  <a:cubicBezTo>
                    <a:pt x="18" y="18"/>
                    <a:pt x="24" y="9"/>
                    <a:pt x="25" y="1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3134" name="Freeform 393">
              <a:extLst>
                <a:ext uri="{FF2B5EF4-FFF2-40B4-BE49-F238E27FC236}">
                  <a16:creationId xmlns:a16="http://schemas.microsoft.com/office/drawing/2014/main" id="{4A48641A-E71D-466D-9896-96C2E2BE433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" y="2009"/>
              <a:ext cx="27" cy="337"/>
            </a:xfrm>
            <a:custGeom>
              <a:avLst/>
              <a:gdLst>
                <a:gd name="T0" fmla="*/ 45 w 15"/>
                <a:gd name="T1" fmla="*/ 400 h 193"/>
                <a:gd name="T2" fmla="*/ 13 w 15"/>
                <a:gd name="T3" fmla="*/ 1027 h 193"/>
                <a:gd name="T4" fmla="*/ 7 w 15"/>
                <a:gd name="T5" fmla="*/ 662 h 193"/>
                <a:gd name="T6" fmla="*/ 88 w 15"/>
                <a:gd name="T7" fmla="*/ 0 h 193"/>
                <a:gd name="T8" fmla="*/ 45 w 15"/>
                <a:gd name="T9" fmla="*/ 400 h 1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93">
                  <a:moveTo>
                    <a:pt x="8" y="75"/>
                  </a:moveTo>
                  <a:cubicBezTo>
                    <a:pt x="7" y="89"/>
                    <a:pt x="4" y="168"/>
                    <a:pt x="2" y="193"/>
                  </a:cubicBezTo>
                  <a:cubicBezTo>
                    <a:pt x="2" y="193"/>
                    <a:pt x="0" y="173"/>
                    <a:pt x="1" y="124"/>
                  </a:cubicBezTo>
                  <a:cubicBezTo>
                    <a:pt x="2" y="74"/>
                    <a:pt x="5" y="23"/>
                    <a:pt x="15" y="0"/>
                  </a:cubicBezTo>
                  <a:cubicBezTo>
                    <a:pt x="12" y="9"/>
                    <a:pt x="10" y="54"/>
                    <a:pt x="8" y="75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3135" name="Freeform 394">
              <a:extLst>
                <a:ext uri="{FF2B5EF4-FFF2-40B4-BE49-F238E27FC236}">
                  <a16:creationId xmlns:a16="http://schemas.microsoft.com/office/drawing/2014/main" id="{BB8BD1CB-50EC-40DC-A4F9-437080191AEE}"/>
                </a:ext>
              </a:extLst>
            </p:cNvPr>
            <p:cNvSpPr>
              <a:spLocks/>
            </p:cNvSpPr>
            <p:nvPr/>
          </p:nvSpPr>
          <p:spPr bwMode="auto">
            <a:xfrm>
              <a:off x="566" y="2030"/>
              <a:ext cx="63" cy="358"/>
            </a:xfrm>
            <a:custGeom>
              <a:avLst/>
              <a:gdLst>
                <a:gd name="T0" fmla="*/ 187 w 36"/>
                <a:gd name="T1" fmla="*/ 0 h 205"/>
                <a:gd name="T2" fmla="*/ 123 w 36"/>
                <a:gd name="T3" fmla="*/ 506 h 205"/>
                <a:gd name="T4" fmla="*/ 0 w 36"/>
                <a:gd name="T5" fmla="*/ 1091 h 205"/>
                <a:gd name="T6" fmla="*/ 81 w 36"/>
                <a:gd name="T7" fmla="*/ 543 h 205"/>
                <a:gd name="T8" fmla="*/ 187 w 36"/>
                <a:gd name="T9" fmla="*/ 0 h 20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205">
                  <a:moveTo>
                    <a:pt x="35" y="0"/>
                  </a:moveTo>
                  <a:cubicBezTo>
                    <a:pt x="36" y="16"/>
                    <a:pt x="34" y="61"/>
                    <a:pt x="23" y="95"/>
                  </a:cubicBezTo>
                  <a:cubicBezTo>
                    <a:pt x="13" y="129"/>
                    <a:pt x="4" y="169"/>
                    <a:pt x="0" y="205"/>
                  </a:cubicBezTo>
                  <a:cubicBezTo>
                    <a:pt x="5" y="181"/>
                    <a:pt x="9" y="128"/>
                    <a:pt x="15" y="102"/>
                  </a:cubicBezTo>
                  <a:cubicBezTo>
                    <a:pt x="21" y="76"/>
                    <a:pt x="36" y="9"/>
                    <a:pt x="35" y="0"/>
                  </a:cubicBezTo>
                </a:path>
              </a:pathLst>
            </a:custGeom>
            <a:solidFill>
              <a:srgbClr val="EFCA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3136" name="Freeform 395">
              <a:extLst>
                <a:ext uri="{FF2B5EF4-FFF2-40B4-BE49-F238E27FC236}">
                  <a16:creationId xmlns:a16="http://schemas.microsoft.com/office/drawing/2014/main" id="{AAD95BF8-4152-45AD-B8C8-D3E3900C24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1" y="2009"/>
              <a:ext cx="26" cy="337"/>
            </a:xfrm>
            <a:custGeom>
              <a:avLst/>
              <a:gdLst>
                <a:gd name="T0" fmla="*/ 36 w 15"/>
                <a:gd name="T1" fmla="*/ 400 h 193"/>
                <a:gd name="T2" fmla="*/ 69 w 15"/>
                <a:gd name="T3" fmla="*/ 1027 h 193"/>
                <a:gd name="T4" fmla="*/ 73 w 15"/>
                <a:gd name="T5" fmla="*/ 662 h 193"/>
                <a:gd name="T6" fmla="*/ 0 w 15"/>
                <a:gd name="T7" fmla="*/ 0 h 193"/>
                <a:gd name="T8" fmla="*/ 36 w 15"/>
                <a:gd name="T9" fmla="*/ 400 h 1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93">
                  <a:moveTo>
                    <a:pt x="7" y="75"/>
                  </a:moveTo>
                  <a:cubicBezTo>
                    <a:pt x="8" y="89"/>
                    <a:pt x="12" y="168"/>
                    <a:pt x="13" y="193"/>
                  </a:cubicBezTo>
                  <a:cubicBezTo>
                    <a:pt x="13" y="193"/>
                    <a:pt x="15" y="173"/>
                    <a:pt x="14" y="124"/>
                  </a:cubicBezTo>
                  <a:cubicBezTo>
                    <a:pt x="14" y="74"/>
                    <a:pt x="11" y="23"/>
                    <a:pt x="0" y="0"/>
                  </a:cubicBezTo>
                  <a:cubicBezTo>
                    <a:pt x="4" y="9"/>
                    <a:pt x="5" y="54"/>
                    <a:pt x="7" y="75"/>
                  </a:cubicBezTo>
                </a:path>
              </a:pathLst>
            </a:custGeom>
            <a:solidFill>
              <a:srgbClr val="EFCA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3137" name="Freeform 396">
              <a:extLst>
                <a:ext uri="{FF2B5EF4-FFF2-40B4-BE49-F238E27FC236}">
                  <a16:creationId xmlns:a16="http://schemas.microsoft.com/office/drawing/2014/main" id="{AF8DC996-9573-42D7-93CD-67D2E52163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4" y="2028"/>
              <a:ext cx="65" cy="359"/>
            </a:xfrm>
            <a:custGeom>
              <a:avLst/>
              <a:gdLst>
                <a:gd name="T0" fmla="*/ 7 w 37"/>
                <a:gd name="T1" fmla="*/ 0 h 205"/>
                <a:gd name="T2" fmla="*/ 70 w 37"/>
                <a:gd name="T3" fmla="*/ 510 h 205"/>
                <a:gd name="T4" fmla="*/ 200 w 37"/>
                <a:gd name="T5" fmla="*/ 1102 h 205"/>
                <a:gd name="T6" fmla="*/ 114 w 37"/>
                <a:gd name="T7" fmla="*/ 548 h 205"/>
                <a:gd name="T8" fmla="*/ 7 w 37"/>
                <a:gd name="T9" fmla="*/ 0 h 20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" h="205">
                  <a:moveTo>
                    <a:pt x="1" y="0"/>
                  </a:moveTo>
                  <a:cubicBezTo>
                    <a:pt x="0" y="16"/>
                    <a:pt x="3" y="61"/>
                    <a:pt x="13" y="95"/>
                  </a:cubicBezTo>
                  <a:cubicBezTo>
                    <a:pt x="24" y="130"/>
                    <a:pt x="32" y="169"/>
                    <a:pt x="37" y="205"/>
                  </a:cubicBezTo>
                  <a:cubicBezTo>
                    <a:pt x="31" y="181"/>
                    <a:pt x="27" y="128"/>
                    <a:pt x="21" y="102"/>
                  </a:cubicBezTo>
                  <a:cubicBezTo>
                    <a:pt x="15" y="76"/>
                    <a:pt x="0" y="9"/>
                    <a:pt x="1" y="0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3138" name="Freeform 397">
              <a:extLst>
                <a:ext uri="{FF2B5EF4-FFF2-40B4-BE49-F238E27FC236}">
                  <a16:creationId xmlns:a16="http://schemas.microsoft.com/office/drawing/2014/main" id="{FF8F6A8C-65CA-4EDF-87A7-CAC3D5AF0694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" y="2572"/>
              <a:ext cx="68" cy="102"/>
            </a:xfrm>
            <a:custGeom>
              <a:avLst/>
              <a:gdLst>
                <a:gd name="T0" fmla="*/ 106 w 39"/>
                <a:gd name="T1" fmla="*/ 0 h 58"/>
                <a:gd name="T2" fmla="*/ 164 w 39"/>
                <a:gd name="T3" fmla="*/ 294 h 58"/>
                <a:gd name="T4" fmla="*/ 201 w 39"/>
                <a:gd name="T5" fmla="*/ 278 h 58"/>
                <a:gd name="T6" fmla="*/ 159 w 39"/>
                <a:gd name="T7" fmla="*/ 195 h 58"/>
                <a:gd name="T8" fmla="*/ 148 w 39"/>
                <a:gd name="T9" fmla="*/ 93 h 58"/>
                <a:gd name="T10" fmla="*/ 122 w 39"/>
                <a:gd name="T11" fmla="*/ 0 h 5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9" h="58">
                  <a:moveTo>
                    <a:pt x="20" y="0"/>
                  </a:moveTo>
                  <a:cubicBezTo>
                    <a:pt x="0" y="13"/>
                    <a:pt x="13" y="46"/>
                    <a:pt x="31" y="54"/>
                  </a:cubicBezTo>
                  <a:cubicBezTo>
                    <a:pt x="35" y="56"/>
                    <a:pt x="39" y="58"/>
                    <a:pt x="38" y="51"/>
                  </a:cubicBezTo>
                  <a:cubicBezTo>
                    <a:pt x="37" y="46"/>
                    <a:pt x="31" y="42"/>
                    <a:pt x="30" y="36"/>
                  </a:cubicBezTo>
                  <a:cubicBezTo>
                    <a:pt x="29" y="30"/>
                    <a:pt x="28" y="23"/>
                    <a:pt x="28" y="17"/>
                  </a:cubicBezTo>
                  <a:cubicBezTo>
                    <a:pt x="27" y="11"/>
                    <a:pt x="28" y="4"/>
                    <a:pt x="23" y="0"/>
                  </a:cubicBezTo>
                </a:path>
              </a:pathLst>
            </a:custGeom>
            <a:solidFill>
              <a:srgbClr val="EFCA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3139" name="Freeform 398">
              <a:extLst>
                <a:ext uri="{FF2B5EF4-FFF2-40B4-BE49-F238E27FC236}">
                  <a16:creationId xmlns:a16="http://schemas.microsoft.com/office/drawing/2014/main" id="{D25D9527-005F-4916-98CA-76B33F0B897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1" y="2572"/>
              <a:ext cx="57" cy="100"/>
            </a:xfrm>
            <a:custGeom>
              <a:avLst/>
              <a:gdLst>
                <a:gd name="T0" fmla="*/ 86 w 32"/>
                <a:gd name="T1" fmla="*/ 16 h 57"/>
                <a:gd name="T2" fmla="*/ 57 w 32"/>
                <a:gd name="T3" fmla="*/ 144 h 57"/>
                <a:gd name="T4" fmla="*/ 0 w 32"/>
                <a:gd name="T5" fmla="*/ 249 h 57"/>
                <a:gd name="T6" fmla="*/ 64 w 32"/>
                <a:gd name="T7" fmla="*/ 281 h 57"/>
                <a:gd name="T8" fmla="*/ 159 w 32"/>
                <a:gd name="T9" fmla="*/ 167 h 57"/>
                <a:gd name="T10" fmla="*/ 109 w 32"/>
                <a:gd name="T11" fmla="*/ 0 h 5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2" h="57">
                  <a:moveTo>
                    <a:pt x="15" y="3"/>
                  </a:moveTo>
                  <a:cubicBezTo>
                    <a:pt x="13" y="11"/>
                    <a:pt x="12" y="19"/>
                    <a:pt x="10" y="27"/>
                  </a:cubicBezTo>
                  <a:cubicBezTo>
                    <a:pt x="8" y="33"/>
                    <a:pt x="7" y="42"/>
                    <a:pt x="0" y="46"/>
                  </a:cubicBezTo>
                  <a:cubicBezTo>
                    <a:pt x="5" y="51"/>
                    <a:pt x="2" y="57"/>
                    <a:pt x="11" y="52"/>
                  </a:cubicBezTo>
                  <a:cubicBezTo>
                    <a:pt x="18" y="47"/>
                    <a:pt x="26" y="39"/>
                    <a:pt x="28" y="31"/>
                  </a:cubicBezTo>
                  <a:cubicBezTo>
                    <a:pt x="32" y="18"/>
                    <a:pt x="30" y="9"/>
                    <a:pt x="19" y="0"/>
                  </a:cubicBezTo>
                </a:path>
              </a:pathLst>
            </a:custGeom>
            <a:solidFill>
              <a:srgbClr val="EFCA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3140" name="Freeform 399">
              <a:extLst>
                <a:ext uri="{FF2B5EF4-FFF2-40B4-BE49-F238E27FC236}">
                  <a16:creationId xmlns:a16="http://schemas.microsoft.com/office/drawing/2014/main" id="{1406CA4E-8318-4C3A-A673-FC71DAD3C1A2}"/>
                </a:ext>
              </a:extLst>
            </p:cNvPr>
            <p:cNvSpPr>
              <a:spLocks/>
            </p:cNvSpPr>
            <p:nvPr/>
          </p:nvSpPr>
          <p:spPr bwMode="auto">
            <a:xfrm>
              <a:off x="761" y="3066"/>
              <a:ext cx="77" cy="77"/>
            </a:xfrm>
            <a:custGeom>
              <a:avLst/>
              <a:gdLst>
                <a:gd name="T0" fmla="*/ 0 w 44"/>
                <a:gd name="T1" fmla="*/ 166 h 44"/>
                <a:gd name="T2" fmla="*/ 215 w 44"/>
                <a:gd name="T3" fmla="*/ 0 h 44"/>
                <a:gd name="T4" fmla="*/ 193 w 44"/>
                <a:gd name="T5" fmla="*/ 135 h 44"/>
                <a:gd name="T6" fmla="*/ 37 w 44"/>
                <a:gd name="T7" fmla="*/ 184 h 4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4" h="44">
                  <a:moveTo>
                    <a:pt x="0" y="31"/>
                  </a:moveTo>
                  <a:cubicBezTo>
                    <a:pt x="18" y="44"/>
                    <a:pt x="36" y="11"/>
                    <a:pt x="40" y="0"/>
                  </a:cubicBezTo>
                  <a:cubicBezTo>
                    <a:pt x="41" y="9"/>
                    <a:pt x="44" y="17"/>
                    <a:pt x="36" y="25"/>
                  </a:cubicBezTo>
                  <a:cubicBezTo>
                    <a:pt x="30" y="32"/>
                    <a:pt x="16" y="35"/>
                    <a:pt x="7" y="34"/>
                  </a:cubicBezTo>
                </a:path>
              </a:pathLst>
            </a:custGeom>
            <a:solidFill>
              <a:srgbClr val="EFCA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3141" name="Freeform 400">
              <a:extLst>
                <a:ext uri="{FF2B5EF4-FFF2-40B4-BE49-F238E27FC236}">
                  <a16:creationId xmlns:a16="http://schemas.microsoft.com/office/drawing/2014/main" id="{E88F7FE5-24EE-4962-A923-4AA833F58873}"/>
                </a:ext>
              </a:extLst>
            </p:cNvPr>
            <p:cNvSpPr>
              <a:spLocks/>
            </p:cNvSpPr>
            <p:nvPr/>
          </p:nvSpPr>
          <p:spPr bwMode="auto">
            <a:xfrm>
              <a:off x="731" y="3271"/>
              <a:ext cx="63" cy="434"/>
            </a:xfrm>
            <a:custGeom>
              <a:avLst/>
              <a:gdLst>
                <a:gd name="T0" fmla="*/ 33 w 36"/>
                <a:gd name="T1" fmla="*/ 0 h 248"/>
                <a:gd name="T2" fmla="*/ 44 w 36"/>
                <a:gd name="T3" fmla="*/ 707 h 248"/>
                <a:gd name="T4" fmla="*/ 193 w 36"/>
                <a:gd name="T5" fmla="*/ 1330 h 248"/>
                <a:gd name="T6" fmla="*/ 93 w 36"/>
                <a:gd name="T7" fmla="*/ 644 h 248"/>
                <a:gd name="T8" fmla="*/ 33 w 36"/>
                <a:gd name="T9" fmla="*/ 0 h 2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248">
                  <a:moveTo>
                    <a:pt x="6" y="0"/>
                  </a:moveTo>
                  <a:cubicBezTo>
                    <a:pt x="0" y="22"/>
                    <a:pt x="0" y="97"/>
                    <a:pt x="8" y="132"/>
                  </a:cubicBezTo>
                  <a:cubicBezTo>
                    <a:pt x="16" y="168"/>
                    <a:pt x="34" y="234"/>
                    <a:pt x="36" y="248"/>
                  </a:cubicBezTo>
                  <a:cubicBezTo>
                    <a:pt x="33" y="221"/>
                    <a:pt x="20" y="138"/>
                    <a:pt x="17" y="120"/>
                  </a:cubicBezTo>
                  <a:cubicBezTo>
                    <a:pt x="13" y="101"/>
                    <a:pt x="4" y="27"/>
                    <a:pt x="6" y="0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3142" name="Freeform 401">
              <a:extLst>
                <a:ext uri="{FF2B5EF4-FFF2-40B4-BE49-F238E27FC236}">
                  <a16:creationId xmlns:a16="http://schemas.microsoft.com/office/drawing/2014/main" id="{EE87000D-FE47-41B1-A1CF-DD9DBB72D3A5}"/>
                </a:ext>
              </a:extLst>
            </p:cNvPr>
            <p:cNvSpPr>
              <a:spLocks/>
            </p:cNvSpPr>
            <p:nvPr/>
          </p:nvSpPr>
          <p:spPr bwMode="auto">
            <a:xfrm>
              <a:off x="948" y="3260"/>
              <a:ext cx="37" cy="494"/>
            </a:xfrm>
            <a:custGeom>
              <a:avLst/>
              <a:gdLst>
                <a:gd name="T0" fmla="*/ 78 w 21"/>
                <a:gd name="T1" fmla="*/ 1515 h 282"/>
                <a:gd name="T2" fmla="*/ 28 w 21"/>
                <a:gd name="T3" fmla="*/ 629 h 282"/>
                <a:gd name="T4" fmla="*/ 56 w 21"/>
                <a:gd name="T5" fmla="*/ 0 h 282"/>
                <a:gd name="T6" fmla="*/ 93 w 21"/>
                <a:gd name="T7" fmla="*/ 657 h 282"/>
                <a:gd name="T8" fmla="*/ 78 w 21"/>
                <a:gd name="T9" fmla="*/ 1515 h 28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282">
                  <a:moveTo>
                    <a:pt x="14" y="282"/>
                  </a:moveTo>
                  <a:cubicBezTo>
                    <a:pt x="19" y="264"/>
                    <a:pt x="11" y="167"/>
                    <a:pt x="5" y="117"/>
                  </a:cubicBezTo>
                  <a:cubicBezTo>
                    <a:pt x="0" y="68"/>
                    <a:pt x="2" y="22"/>
                    <a:pt x="10" y="0"/>
                  </a:cubicBezTo>
                  <a:cubicBezTo>
                    <a:pt x="6" y="18"/>
                    <a:pt x="12" y="77"/>
                    <a:pt x="17" y="122"/>
                  </a:cubicBezTo>
                  <a:cubicBezTo>
                    <a:pt x="21" y="167"/>
                    <a:pt x="20" y="262"/>
                    <a:pt x="14" y="282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3143" name="Freeform 402">
              <a:extLst>
                <a:ext uri="{FF2B5EF4-FFF2-40B4-BE49-F238E27FC236}">
                  <a16:creationId xmlns:a16="http://schemas.microsoft.com/office/drawing/2014/main" id="{A8F96CF1-0A58-4CC0-B46A-1CAB03C00D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9" y="3271"/>
              <a:ext cx="63" cy="432"/>
            </a:xfrm>
            <a:custGeom>
              <a:avLst/>
              <a:gdLst>
                <a:gd name="T0" fmla="*/ 144 w 36"/>
                <a:gd name="T1" fmla="*/ 0 h 247"/>
                <a:gd name="T2" fmla="*/ 156 w 36"/>
                <a:gd name="T3" fmla="*/ 714 h 247"/>
                <a:gd name="T4" fmla="*/ 0 w 36"/>
                <a:gd name="T5" fmla="*/ 1322 h 247"/>
                <a:gd name="T6" fmla="*/ 123 w 36"/>
                <a:gd name="T7" fmla="*/ 556 h 247"/>
                <a:gd name="T8" fmla="*/ 144 w 36"/>
                <a:gd name="T9" fmla="*/ 0 h 2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247">
                  <a:moveTo>
                    <a:pt x="27" y="0"/>
                  </a:moveTo>
                  <a:cubicBezTo>
                    <a:pt x="31" y="31"/>
                    <a:pt x="36" y="89"/>
                    <a:pt x="29" y="133"/>
                  </a:cubicBezTo>
                  <a:cubicBezTo>
                    <a:pt x="22" y="177"/>
                    <a:pt x="6" y="226"/>
                    <a:pt x="0" y="247"/>
                  </a:cubicBezTo>
                  <a:cubicBezTo>
                    <a:pt x="2" y="225"/>
                    <a:pt x="22" y="152"/>
                    <a:pt x="23" y="104"/>
                  </a:cubicBezTo>
                  <a:cubicBezTo>
                    <a:pt x="25" y="56"/>
                    <a:pt x="30" y="9"/>
                    <a:pt x="27" y="0"/>
                  </a:cubicBezTo>
                </a:path>
              </a:pathLst>
            </a:custGeom>
            <a:solidFill>
              <a:srgbClr val="EFCA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3144" name="Freeform 403">
              <a:extLst>
                <a:ext uri="{FF2B5EF4-FFF2-40B4-BE49-F238E27FC236}">
                  <a16:creationId xmlns:a16="http://schemas.microsoft.com/office/drawing/2014/main" id="{810143C3-B46B-4B53-A851-BD496E1A8CD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5" y="3783"/>
              <a:ext cx="28" cy="118"/>
            </a:xfrm>
            <a:custGeom>
              <a:avLst/>
              <a:gdLst>
                <a:gd name="T0" fmla="*/ 81 w 16"/>
                <a:gd name="T1" fmla="*/ 0 h 67"/>
                <a:gd name="T2" fmla="*/ 58 w 16"/>
                <a:gd name="T3" fmla="*/ 215 h 67"/>
                <a:gd name="T4" fmla="*/ 70 w 16"/>
                <a:gd name="T5" fmla="*/ 366 h 67"/>
                <a:gd name="T6" fmla="*/ 7 w 16"/>
                <a:gd name="T7" fmla="*/ 245 h 67"/>
                <a:gd name="T8" fmla="*/ 56 w 16"/>
                <a:gd name="T9" fmla="*/ 174 h 67"/>
                <a:gd name="T10" fmla="*/ 86 w 16"/>
                <a:gd name="T11" fmla="*/ 44 h 6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" h="67">
                  <a:moveTo>
                    <a:pt x="15" y="0"/>
                  </a:moveTo>
                  <a:cubicBezTo>
                    <a:pt x="15" y="14"/>
                    <a:pt x="14" y="25"/>
                    <a:pt x="11" y="39"/>
                  </a:cubicBezTo>
                  <a:cubicBezTo>
                    <a:pt x="8" y="49"/>
                    <a:pt x="13" y="57"/>
                    <a:pt x="13" y="67"/>
                  </a:cubicBezTo>
                  <a:cubicBezTo>
                    <a:pt x="10" y="61"/>
                    <a:pt x="0" y="51"/>
                    <a:pt x="1" y="45"/>
                  </a:cubicBezTo>
                  <a:cubicBezTo>
                    <a:pt x="2" y="41"/>
                    <a:pt x="8" y="36"/>
                    <a:pt x="10" y="32"/>
                  </a:cubicBezTo>
                  <a:cubicBezTo>
                    <a:pt x="13" y="24"/>
                    <a:pt x="11" y="15"/>
                    <a:pt x="16" y="8"/>
                  </a:cubicBezTo>
                </a:path>
              </a:pathLst>
            </a:custGeom>
            <a:solidFill>
              <a:srgbClr val="EFCA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3145" name="Freeform 404">
              <a:extLst>
                <a:ext uri="{FF2B5EF4-FFF2-40B4-BE49-F238E27FC236}">
                  <a16:creationId xmlns:a16="http://schemas.microsoft.com/office/drawing/2014/main" id="{1ADCF72F-C2E0-4EF8-B7BC-CEE72804946E}"/>
                </a:ext>
              </a:extLst>
            </p:cNvPr>
            <p:cNvSpPr>
              <a:spLocks/>
            </p:cNvSpPr>
            <p:nvPr/>
          </p:nvSpPr>
          <p:spPr bwMode="auto">
            <a:xfrm>
              <a:off x="876" y="3724"/>
              <a:ext cx="28" cy="131"/>
            </a:xfrm>
            <a:custGeom>
              <a:avLst/>
              <a:gdLst>
                <a:gd name="T0" fmla="*/ 58 w 16"/>
                <a:gd name="T1" fmla="*/ 171 h 75"/>
                <a:gd name="T2" fmla="*/ 56 w 16"/>
                <a:gd name="T3" fmla="*/ 400 h 75"/>
                <a:gd name="T4" fmla="*/ 28 w 16"/>
                <a:gd name="T5" fmla="*/ 192 h 75"/>
                <a:gd name="T6" fmla="*/ 7 w 16"/>
                <a:gd name="T7" fmla="*/ 86 h 75"/>
                <a:gd name="T8" fmla="*/ 12 w 16"/>
                <a:gd name="T9" fmla="*/ 0 h 75"/>
                <a:gd name="T10" fmla="*/ 65 w 16"/>
                <a:gd name="T11" fmla="*/ 164 h 7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" h="75">
                  <a:moveTo>
                    <a:pt x="11" y="32"/>
                  </a:moveTo>
                  <a:cubicBezTo>
                    <a:pt x="16" y="47"/>
                    <a:pt x="16" y="60"/>
                    <a:pt x="10" y="75"/>
                  </a:cubicBezTo>
                  <a:cubicBezTo>
                    <a:pt x="12" y="63"/>
                    <a:pt x="10" y="48"/>
                    <a:pt x="5" y="36"/>
                  </a:cubicBezTo>
                  <a:cubicBezTo>
                    <a:pt x="2" y="28"/>
                    <a:pt x="0" y="25"/>
                    <a:pt x="1" y="16"/>
                  </a:cubicBezTo>
                  <a:cubicBezTo>
                    <a:pt x="2" y="11"/>
                    <a:pt x="4" y="5"/>
                    <a:pt x="2" y="0"/>
                  </a:cubicBezTo>
                  <a:cubicBezTo>
                    <a:pt x="4" y="11"/>
                    <a:pt x="9" y="21"/>
                    <a:pt x="12" y="31"/>
                  </a:cubicBezTo>
                </a:path>
              </a:pathLst>
            </a:custGeom>
            <a:solidFill>
              <a:srgbClr val="EFCA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3146" name="Freeform 405">
              <a:extLst>
                <a:ext uri="{FF2B5EF4-FFF2-40B4-BE49-F238E27FC236}">
                  <a16:creationId xmlns:a16="http://schemas.microsoft.com/office/drawing/2014/main" id="{A5078ED0-7BBA-4594-ACC6-2D8BACB35F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8" y="3062"/>
              <a:ext cx="56" cy="77"/>
            </a:xfrm>
            <a:custGeom>
              <a:avLst/>
              <a:gdLst>
                <a:gd name="T0" fmla="*/ 0 w 32"/>
                <a:gd name="T1" fmla="*/ 187 h 44"/>
                <a:gd name="T2" fmla="*/ 135 w 32"/>
                <a:gd name="T3" fmla="*/ 0 h 44"/>
                <a:gd name="T4" fmla="*/ 21 w 32"/>
                <a:gd name="T5" fmla="*/ 193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44">
                  <a:moveTo>
                    <a:pt x="0" y="35"/>
                  </a:moveTo>
                  <a:cubicBezTo>
                    <a:pt x="19" y="42"/>
                    <a:pt x="26" y="10"/>
                    <a:pt x="25" y="0"/>
                  </a:cubicBezTo>
                  <a:cubicBezTo>
                    <a:pt x="32" y="14"/>
                    <a:pt x="26" y="44"/>
                    <a:pt x="4" y="36"/>
                  </a:cubicBezTo>
                </a:path>
              </a:pathLst>
            </a:custGeom>
            <a:solidFill>
              <a:srgbClr val="EFCA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3147" name="Freeform 406">
              <a:extLst>
                <a:ext uri="{FF2B5EF4-FFF2-40B4-BE49-F238E27FC236}">
                  <a16:creationId xmlns:a16="http://schemas.microsoft.com/office/drawing/2014/main" id="{D6EB0BE4-B1E2-48D6-A2DB-3004AF19D1F0}"/>
                </a:ext>
              </a:extLst>
            </p:cNvPr>
            <p:cNvSpPr>
              <a:spLocks/>
            </p:cNvSpPr>
            <p:nvPr/>
          </p:nvSpPr>
          <p:spPr bwMode="auto">
            <a:xfrm>
              <a:off x="924" y="2544"/>
              <a:ext cx="77" cy="207"/>
            </a:xfrm>
            <a:custGeom>
              <a:avLst/>
              <a:gdLst>
                <a:gd name="T0" fmla="*/ 135 w 44"/>
                <a:gd name="T1" fmla="*/ 65 h 118"/>
                <a:gd name="T2" fmla="*/ 102 w 44"/>
                <a:gd name="T3" fmla="*/ 637 h 118"/>
                <a:gd name="T4" fmla="*/ 123 w 44"/>
                <a:gd name="T5" fmla="*/ 428 h 118"/>
                <a:gd name="T6" fmla="*/ 130 w 44"/>
                <a:gd name="T7" fmla="*/ 209 h 118"/>
                <a:gd name="T8" fmla="*/ 163 w 44"/>
                <a:gd name="T9" fmla="*/ 102 h 118"/>
                <a:gd name="T10" fmla="*/ 236 w 44"/>
                <a:gd name="T11" fmla="*/ 0 h 118"/>
                <a:gd name="T12" fmla="*/ 119 w 44"/>
                <a:gd name="T13" fmla="*/ 70 h 1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4" h="118">
                  <a:moveTo>
                    <a:pt x="25" y="12"/>
                  </a:moveTo>
                  <a:cubicBezTo>
                    <a:pt x="0" y="22"/>
                    <a:pt x="29" y="91"/>
                    <a:pt x="19" y="118"/>
                  </a:cubicBezTo>
                  <a:cubicBezTo>
                    <a:pt x="18" y="105"/>
                    <a:pt x="22" y="92"/>
                    <a:pt x="23" y="79"/>
                  </a:cubicBezTo>
                  <a:cubicBezTo>
                    <a:pt x="25" y="65"/>
                    <a:pt x="23" y="52"/>
                    <a:pt x="24" y="39"/>
                  </a:cubicBezTo>
                  <a:cubicBezTo>
                    <a:pt x="25" y="31"/>
                    <a:pt x="26" y="26"/>
                    <a:pt x="30" y="19"/>
                  </a:cubicBezTo>
                  <a:cubicBezTo>
                    <a:pt x="33" y="14"/>
                    <a:pt x="38" y="2"/>
                    <a:pt x="44" y="0"/>
                  </a:cubicBezTo>
                  <a:cubicBezTo>
                    <a:pt x="36" y="3"/>
                    <a:pt x="30" y="10"/>
                    <a:pt x="22" y="13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3148" name="Freeform 407">
              <a:extLst>
                <a:ext uri="{FF2B5EF4-FFF2-40B4-BE49-F238E27FC236}">
                  <a16:creationId xmlns:a16="http://schemas.microsoft.com/office/drawing/2014/main" id="{394B7835-5FC4-4993-A18B-271B10310703}"/>
                </a:ext>
              </a:extLst>
            </p:cNvPr>
            <p:cNvSpPr>
              <a:spLocks/>
            </p:cNvSpPr>
            <p:nvPr/>
          </p:nvSpPr>
          <p:spPr bwMode="auto">
            <a:xfrm>
              <a:off x="941" y="2966"/>
              <a:ext cx="32" cy="240"/>
            </a:xfrm>
            <a:custGeom>
              <a:avLst/>
              <a:gdLst>
                <a:gd name="T0" fmla="*/ 50 w 18"/>
                <a:gd name="T1" fmla="*/ 0 h 137"/>
                <a:gd name="T2" fmla="*/ 37 w 18"/>
                <a:gd name="T3" fmla="*/ 364 h 137"/>
                <a:gd name="T4" fmla="*/ 73 w 18"/>
                <a:gd name="T5" fmla="*/ 736 h 137"/>
                <a:gd name="T6" fmla="*/ 78 w 18"/>
                <a:gd name="T7" fmla="*/ 399 h 137"/>
                <a:gd name="T8" fmla="*/ 64 w 18"/>
                <a:gd name="T9" fmla="*/ 98 h 137"/>
                <a:gd name="T10" fmla="*/ 50 w 18"/>
                <a:gd name="T11" fmla="*/ 0 h 13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" h="137">
                  <a:moveTo>
                    <a:pt x="9" y="0"/>
                  </a:moveTo>
                  <a:cubicBezTo>
                    <a:pt x="8" y="20"/>
                    <a:pt x="0" y="43"/>
                    <a:pt x="7" y="68"/>
                  </a:cubicBezTo>
                  <a:cubicBezTo>
                    <a:pt x="14" y="94"/>
                    <a:pt x="17" y="114"/>
                    <a:pt x="13" y="137"/>
                  </a:cubicBezTo>
                  <a:cubicBezTo>
                    <a:pt x="18" y="118"/>
                    <a:pt x="17" y="90"/>
                    <a:pt x="14" y="74"/>
                  </a:cubicBezTo>
                  <a:cubicBezTo>
                    <a:pt x="12" y="59"/>
                    <a:pt x="9" y="31"/>
                    <a:pt x="11" y="18"/>
                  </a:cubicBezTo>
                  <a:cubicBezTo>
                    <a:pt x="12" y="5"/>
                    <a:pt x="9" y="0"/>
                    <a:pt x="9" y="0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3149" name="Freeform 408">
              <a:extLst>
                <a:ext uri="{FF2B5EF4-FFF2-40B4-BE49-F238E27FC236}">
                  <a16:creationId xmlns:a16="http://schemas.microsoft.com/office/drawing/2014/main" id="{944525D8-93E7-4B77-9053-CDF075D5AE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4" y="3958"/>
              <a:ext cx="114" cy="70"/>
            </a:xfrm>
            <a:custGeom>
              <a:avLst/>
              <a:gdLst>
                <a:gd name="T0" fmla="*/ 56 w 65"/>
                <a:gd name="T1" fmla="*/ 166 h 40"/>
                <a:gd name="T2" fmla="*/ 265 w 65"/>
                <a:gd name="T3" fmla="*/ 172 h 40"/>
                <a:gd name="T4" fmla="*/ 302 w 65"/>
                <a:gd name="T5" fmla="*/ 0 h 40"/>
                <a:gd name="T6" fmla="*/ 286 w 65"/>
                <a:gd name="T7" fmla="*/ 58 h 40"/>
                <a:gd name="T8" fmla="*/ 193 w 65"/>
                <a:gd name="T9" fmla="*/ 98 h 40"/>
                <a:gd name="T10" fmla="*/ 16 w 65"/>
                <a:gd name="T11" fmla="*/ 86 h 40"/>
                <a:gd name="T12" fmla="*/ 28 w 65"/>
                <a:gd name="T13" fmla="*/ 172 h 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5" h="40">
                  <a:moveTo>
                    <a:pt x="10" y="31"/>
                  </a:moveTo>
                  <a:cubicBezTo>
                    <a:pt x="20" y="40"/>
                    <a:pt x="38" y="37"/>
                    <a:pt x="49" y="32"/>
                  </a:cubicBezTo>
                  <a:cubicBezTo>
                    <a:pt x="65" y="24"/>
                    <a:pt x="62" y="14"/>
                    <a:pt x="56" y="0"/>
                  </a:cubicBezTo>
                  <a:cubicBezTo>
                    <a:pt x="56" y="5"/>
                    <a:pt x="57" y="7"/>
                    <a:pt x="53" y="11"/>
                  </a:cubicBezTo>
                  <a:cubicBezTo>
                    <a:pt x="50" y="15"/>
                    <a:pt x="41" y="17"/>
                    <a:pt x="36" y="18"/>
                  </a:cubicBezTo>
                  <a:cubicBezTo>
                    <a:pt x="25" y="21"/>
                    <a:pt x="14" y="19"/>
                    <a:pt x="3" y="16"/>
                  </a:cubicBezTo>
                  <a:cubicBezTo>
                    <a:pt x="0" y="20"/>
                    <a:pt x="5" y="28"/>
                    <a:pt x="5" y="32"/>
                  </a:cubicBezTo>
                </a:path>
              </a:pathLst>
            </a:custGeom>
            <a:solidFill>
              <a:srgbClr val="EFCA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3150" name="Freeform 409">
              <a:extLst>
                <a:ext uri="{FF2B5EF4-FFF2-40B4-BE49-F238E27FC236}">
                  <a16:creationId xmlns:a16="http://schemas.microsoft.com/office/drawing/2014/main" id="{5FD1DBDF-1DF3-46E6-9899-34E8F97AB5C4}"/>
                </a:ext>
              </a:extLst>
            </p:cNvPr>
            <p:cNvSpPr>
              <a:spLocks/>
            </p:cNvSpPr>
            <p:nvPr/>
          </p:nvSpPr>
          <p:spPr bwMode="auto">
            <a:xfrm>
              <a:off x="804" y="3866"/>
              <a:ext cx="121" cy="152"/>
            </a:xfrm>
            <a:custGeom>
              <a:avLst/>
              <a:gdLst>
                <a:gd name="T0" fmla="*/ 0 w 69"/>
                <a:gd name="T1" fmla="*/ 465 h 87"/>
                <a:gd name="T2" fmla="*/ 102 w 69"/>
                <a:gd name="T3" fmla="*/ 449 h 87"/>
                <a:gd name="T4" fmla="*/ 188 w 69"/>
                <a:gd name="T5" fmla="*/ 458 h 87"/>
                <a:gd name="T6" fmla="*/ 265 w 69"/>
                <a:gd name="T7" fmla="*/ 433 h 87"/>
                <a:gd name="T8" fmla="*/ 314 w 69"/>
                <a:gd name="T9" fmla="*/ 356 h 87"/>
                <a:gd name="T10" fmla="*/ 335 w 69"/>
                <a:gd name="T11" fmla="*/ 164 h 87"/>
                <a:gd name="T12" fmla="*/ 317 w 69"/>
                <a:gd name="T13" fmla="*/ 0 h 87"/>
                <a:gd name="T14" fmla="*/ 265 w 69"/>
                <a:gd name="T15" fmla="*/ 91 h 87"/>
                <a:gd name="T16" fmla="*/ 270 w 69"/>
                <a:gd name="T17" fmla="*/ 213 h 87"/>
                <a:gd name="T18" fmla="*/ 216 w 69"/>
                <a:gd name="T19" fmla="*/ 320 h 87"/>
                <a:gd name="T20" fmla="*/ 130 w 69"/>
                <a:gd name="T21" fmla="*/ 416 h 8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9" h="87">
                  <a:moveTo>
                    <a:pt x="0" y="87"/>
                  </a:moveTo>
                  <a:cubicBezTo>
                    <a:pt x="6" y="85"/>
                    <a:pt x="12" y="83"/>
                    <a:pt x="19" y="84"/>
                  </a:cubicBezTo>
                  <a:cubicBezTo>
                    <a:pt x="25" y="85"/>
                    <a:pt x="30" y="86"/>
                    <a:pt x="35" y="86"/>
                  </a:cubicBezTo>
                  <a:cubicBezTo>
                    <a:pt x="39" y="85"/>
                    <a:pt x="45" y="83"/>
                    <a:pt x="49" y="81"/>
                  </a:cubicBezTo>
                  <a:cubicBezTo>
                    <a:pt x="56" y="77"/>
                    <a:pt x="56" y="73"/>
                    <a:pt x="58" y="67"/>
                  </a:cubicBezTo>
                  <a:cubicBezTo>
                    <a:pt x="61" y="55"/>
                    <a:pt x="62" y="43"/>
                    <a:pt x="62" y="31"/>
                  </a:cubicBezTo>
                  <a:cubicBezTo>
                    <a:pt x="63" y="21"/>
                    <a:pt x="69" y="7"/>
                    <a:pt x="59" y="0"/>
                  </a:cubicBezTo>
                  <a:cubicBezTo>
                    <a:pt x="56" y="3"/>
                    <a:pt x="50" y="12"/>
                    <a:pt x="49" y="17"/>
                  </a:cubicBezTo>
                  <a:cubicBezTo>
                    <a:pt x="47" y="24"/>
                    <a:pt x="51" y="33"/>
                    <a:pt x="50" y="40"/>
                  </a:cubicBezTo>
                  <a:cubicBezTo>
                    <a:pt x="49" y="48"/>
                    <a:pt x="45" y="54"/>
                    <a:pt x="40" y="60"/>
                  </a:cubicBezTo>
                  <a:cubicBezTo>
                    <a:pt x="35" y="66"/>
                    <a:pt x="33" y="78"/>
                    <a:pt x="24" y="78"/>
                  </a:cubicBezTo>
                </a:path>
              </a:pathLst>
            </a:custGeom>
            <a:solidFill>
              <a:srgbClr val="EFCA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3151" name="Freeform 410">
              <a:extLst>
                <a:ext uri="{FF2B5EF4-FFF2-40B4-BE49-F238E27FC236}">
                  <a16:creationId xmlns:a16="http://schemas.microsoft.com/office/drawing/2014/main" id="{D392EA14-CF0F-43E6-BDC2-664C2BE7522A}"/>
                </a:ext>
              </a:extLst>
            </p:cNvPr>
            <p:cNvSpPr>
              <a:spLocks/>
            </p:cNvSpPr>
            <p:nvPr/>
          </p:nvSpPr>
          <p:spPr bwMode="auto">
            <a:xfrm>
              <a:off x="910" y="2147"/>
              <a:ext cx="33" cy="12"/>
            </a:xfrm>
            <a:custGeom>
              <a:avLst/>
              <a:gdLst>
                <a:gd name="T0" fmla="*/ 0 w 19"/>
                <a:gd name="T1" fmla="*/ 36 h 7"/>
                <a:gd name="T2" fmla="*/ 52 w 19"/>
                <a:gd name="T3" fmla="*/ 0 h 7"/>
                <a:gd name="T4" fmla="*/ 99 w 19"/>
                <a:gd name="T5" fmla="*/ 36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7">
                  <a:moveTo>
                    <a:pt x="0" y="7"/>
                  </a:moveTo>
                  <a:cubicBezTo>
                    <a:pt x="5" y="1"/>
                    <a:pt x="5" y="0"/>
                    <a:pt x="10" y="0"/>
                  </a:cubicBezTo>
                  <a:cubicBezTo>
                    <a:pt x="14" y="0"/>
                    <a:pt x="15" y="2"/>
                    <a:pt x="19" y="7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3152" name="Freeform 411">
              <a:extLst>
                <a:ext uri="{FF2B5EF4-FFF2-40B4-BE49-F238E27FC236}">
                  <a16:creationId xmlns:a16="http://schemas.microsoft.com/office/drawing/2014/main" id="{A55D6952-8C7A-4CB7-B464-D94F9971EEF4}"/>
                </a:ext>
              </a:extLst>
            </p:cNvPr>
            <p:cNvSpPr>
              <a:spLocks/>
            </p:cNvSpPr>
            <p:nvPr/>
          </p:nvSpPr>
          <p:spPr bwMode="auto">
            <a:xfrm>
              <a:off x="917" y="2154"/>
              <a:ext cx="21" cy="9"/>
            </a:xfrm>
            <a:custGeom>
              <a:avLst/>
              <a:gdLst>
                <a:gd name="T0" fmla="*/ 0 w 12"/>
                <a:gd name="T1" fmla="*/ 0 h 5"/>
                <a:gd name="T2" fmla="*/ 65 w 12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5">
                  <a:moveTo>
                    <a:pt x="0" y="0"/>
                  </a:moveTo>
                  <a:cubicBezTo>
                    <a:pt x="1" y="5"/>
                    <a:pt x="10" y="5"/>
                    <a:pt x="12" y="0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3153" name="Freeform 412">
              <a:extLst>
                <a:ext uri="{FF2B5EF4-FFF2-40B4-BE49-F238E27FC236}">
                  <a16:creationId xmlns:a16="http://schemas.microsoft.com/office/drawing/2014/main" id="{743C9C2C-2AC7-483C-9D1D-D7A385ABE8BF}"/>
                </a:ext>
              </a:extLst>
            </p:cNvPr>
            <p:cNvSpPr>
              <a:spLocks/>
            </p:cNvSpPr>
            <p:nvPr/>
          </p:nvSpPr>
          <p:spPr bwMode="auto">
            <a:xfrm>
              <a:off x="724" y="1415"/>
              <a:ext cx="165" cy="18"/>
            </a:xfrm>
            <a:custGeom>
              <a:avLst/>
              <a:gdLst>
                <a:gd name="T0" fmla="*/ 0 w 94"/>
                <a:gd name="T1" fmla="*/ 0 h 10"/>
                <a:gd name="T2" fmla="*/ 135 w 94"/>
                <a:gd name="T3" fmla="*/ 29 h 10"/>
                <a:gd name="T4" fmla="*/ 293 w 94"/>
                <a:gd name="T5" fmla="*/ 29 h 10"/>
                <a:gd name="T6" fmla="*/ 497 w 94"/>
                <a:gd name="T7" fmla="*/ 41 h 10"/>
                <a:gd name="T8" fmla="*/ 509 w 94"/>
                <a:gd name="T9" fmla="*/ 58 h 10"/>
                <a:gd name="T10" fmla="*/ 502 w 94"/>
                <a:gd name="T11" fmla="*/ 36 h 10"/>
                <a:gd name="T12" fmla="*/ 293 w 94"/>
                <a:gd name="T13" fmla="*/ 16 h 10"/>
                <a:gd name="T14" fmla="*/ 142 w 94"/>
                <a:gd name="T15" fmla="*/ 16 h 10"/>
                <a:gd name="T16" fmla="*/ 0 w 94"/>
                <a:gd name="T17" fmla="*/ 0 h 1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4" h="10">
                  <a:moveTo>
                    <a:pt x="0" y="0"/>
                  </a:moveTo>
                  <a:cubicBezTo>
                    <a:pt x="5" y="1"/>
                    <a:pt x="20" y="3"/>
                    <a:pt x="25" y="5"/>
                  </a:cubicBezTo>
                  <a:cubicBezTo>
                    <a:pt x="30" y="7"/>
                    <a:pt x="42" y="6"/>
                    <a:pt x="54" y="5"/>
                  </a:cubicBezTo>
                  <a:cubicBezTo>
                    <a:pt x="69" y="4"/>
                    <a:pt x="87" y="3"/>
                    <a:pt x="92" y="7"/>
                  </a:cubicBezTo>
                  <a:cubicBezTo>
                    <a:pt x="92" y="8"/>
                    <a:pt x="94" y="9"/>
                    <a:pt x="94" y="10"/>
                  </a:cubicBezTo>
                  <a:cubicBezTo>
                    <a:pt x="94" y="9"/>
                    <a:pt x="94" y="7"/>
                    <a:pt x="93" y="6"/>
                  </a:cubicBezTo>
                  <a:cubicBezTo>
                    <a:pt x="87" y="1"/>
                    <a:pt x="70" y="2"/>
                    <a:pt x="54" y="3"/>
                  </a:cubicBezTo>
                  <a:cubicBezTo>
                    <a:pt x="42" y="4"/>
                    <a:pt x="31" y="5"/>
                    <a:pt x="26" y="3"/>
                  </a:cubicBezTo>
                  <a:cubicBezTo>
                    <a:pt x="21" y="1"/>
                    <a:pt x="6" y="1"/>
                    <a:pt x="0" y="0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3154" name="Freeform 413">
              <a:extLst>
                <a:ext uri="{FF2B5EF4-FFF2-40B4-BE49-F238E27FC236}">
                  <a16:creationId xmlns:a16="http://schemas.microsoft.com/office/drawing/2014/main" id="{3E87B7F2-2A44-4AF1-A1E7-C3CB7867B26F}"/>
                </a:ext>
              </a:extLst>
            </p:cNvPr>
            <p:cNvSpPr>
              <a:spLocks/>
            </p:cNvSpPr>
            <p:nvPr/>
          </p:nvSpPr>
          <p:spPr bwMode="auto">
            <a:xfrm>
              <a:off x="913" y="1452"/>
              <a:ext cx="32" cy="18"/>
            </a:xfrm>
            <a:custGeom>
              <a:avLst/>
              <a:gdLst>
                <a:gd name="T0" fmla="*/ 0 w 18"/>
                <a:gd name="T1" fmla="*/ 0 h 10"/>
                <a:gd name="T2" fmla="*/ 44 w 18"/>
                <a:gd name="T3" fmla="*/ 58 h 10"/>
                <a:gd name="T4" fmla="*/ 101 w 18"/>
                <a:gd name="T5" fmla="*/ 7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0">
                  <a:moveTo>
                    <a:pt x="0" y="0"/>
                  </a:moveTo>
                  <a:cubicBezTo>
                    <a:pt x="3" y="6"/>
                    <a:pt x="5" y="10"/>
                    <a:pt x="8" y="10"/>
                  </a:cubicBezTo>
                  <a:cubicBezTo>
                    <a:pt x="10" y="10"/>
                    <a:pt x="14" y="6"/>
                    <a:pt x="18" y="1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3155" name="Freeform 414">
              <a:extLst>
                <a:ext uri="{FF2B5EF4-FFF2-40B4-BE49-F238E27FC236}">
                  <a16:creationId xmlns:a16="http://schemas.microsoft.com/office/drawing/2014/main" id="{59101A08-90B2-4EAE-B2ED-4A1C1F608EC4}"/>
                </a:ext>
              </a:extLst>
            </p:cNvPr>
            <p:cNvSpPr>
              <a:spLocks/>
            </p:cNvSpPr>
            <p:nvPr/>
          </p:nvSpPr>
          <p:spPr bwMode="auto">
            <a:xfrm>
              <a:off x="829" y="3962"/>
              <a:ext cx="28" cy="61"/>
            </a:xfrm>
            <a:custGeom>
              <a:avLst/>
              <a:gdLst>
                <a:gd name="T0" fmla="*/ 81 w 16"/>
                <a:gd name="T1" fmla="*/ 0 h 35"/>
                <a:gd name="T2" fmla="*/ 65 w 16"/>
                <a:gd name="T3" fmla="*/ 58 h 35"/>
                <a:gd name="T4" fmla="*/ 37 w 16"/>
                <a:gd name="T5" fmla="*/ 185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35">
                  <a:moveTo>
                    <a:pt x="15" y="0"/>
                  </a:moveTo>
                  <a:cubicBezTo>
                    <a:pt x="16" y="4"/>
                    <a:pt x="15" y="8"/>
                    <a:pt x="12" y="11"/>
                  </a:cubicBezTo>
                  <a:cubicBezTo>
                    <a:pt x="8" y="15"/>
                    <a:pt x="0" y="28"/>
                    <a:pt x="7" y="35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3156" name="Freeform 415">
              <a:extLst>
                <a:ext uri="{FF2B5EF4-FFF2-40B4-BE49-F238E27FC236}">
                  <a16:creationId xmlns:a16="http://schemas.microsoft.com/office/drawing/2014/main" id="{D71FADD7-B442-4FFE-86DE-46A65D83DC9E}"/>
                </a:ext>
              </a:extLst>
            </p:cNvPr>
            <p:cNvSpPr>
              <a:spLocks/>
            </p:cNvSpPr>
            <p:nvPr/>
          </p:nvSpPr>
          <p:spPr bwMode="auto">
            <a:xfrm>
              <a:off x="789" y="3965"/>
              <a:ext cx="38" cy="58"/>
            </a:xfrm>
            <a:custGeom>
              <a:avLst/>
              <a:gdLst>
                <a:gd name="T0" fmla="*/ 114 w 22"/>
                <a:gd name="T1" fmla="*/ 0 h 33"/>
                <a:gd name="T2" fmla="*/ 48 w 22"/>
                <a:gd name="T3" fmla="*/ 65 h 33"/>
                <a:gd name="T4" fmla="*/ 21 w 22"/>
                <a:gd name="T5" fmla="*/ 179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33">
                  <a:moveTo>
                    <a:pt x="22" y="0"/>
                  </a:moveTo>
                  <a:cubicBezTo>
                    <a:pt x="19" y="6"/>
                    <a:pt x="11" y="10"/>
                    <a:pt x="9" y="12"/>
                  </a:cubicBezTo>
                  <a:cubicBezTo>
                    <a:pt x="2" y="19"/>
                    <a:pt x="0" y="27"/>
                    <a:pt x="4" y="33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3157" name="Freeform 416">
              <a:extLst>
                <a:ext uri="{FF2B5EF4-FFF2-40B4-BE49-F238E27FC236}">
                  <a16:creationId xmlns:a16="http://schemas.microsoft.com/office/drawing/2014/main" id="{91D34F3C-1E6B-4C73-9066-358B1C07F47C}"/>
                </a:ext>
              </a:extLst>
            </p:cNvPr>
            <p:cNvSpPr>
              <a:spLocks/>
            </p:cNvSpPr>
            <p:nvPr/>
          </p:nvSpPr>
          <p:spPr bwMode="auto">
            <a:xfrm>
              <a:off x="755" y="3962"/>
              <a:ext cx="42" cy="58"/>
            </a:xfrm>
            <a:custGeom>
              <a:avLst/>
              <a:gdLst>
                <a:gd name="T0" fmla="*/ 130 w 24"/>
                <a:gd name="T1" fmla="*/ 0 h 33"/>
                <a:gd name="T2" fmla="*/ 56 w 24"/>
                <a:gd name="T3" fmla="*/ 77 h 33"/>
                <a:gd name="T4" fmla="*/ 7 w 24"/>
                <a:gd name="T5" fmla="*/ 179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33">
                  <a:moveTo>
                    <a:pt x="24" y="0"/>
                  </a:moveTo>
                  <a:cubicBezTo>
                    <a:pt x="20" y="4"/>
                    <a:pt x="15" y="9"/>
                    <a:pt x="10" y="14"/>
                  </a:cubicBezTo>
                  <a:cubicBezTo>
                    <a:pt x="6" y="18"/>
                    <a:pt x="0" y="26"/>
                    <a:pt x="1" y="33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3158" name="Freeform 417">
              <a:extLst>
                <a:ext uri="{FF2B5EF4-FFF2-40B4-BE49-F238E27FC236}">
                  <a16:creationId xmlns:a16="http://schemas.microsoft.com/office/drawing/2014/main" id="{E2846DFC-DE7B-4DA0-A413-9277B1E43C8C}"/>
                </a:ext>
              </a:extLst>
            </p:cNvPr>
            <p:cNvSpPr>
              <a:spLocks/>
            </p:cNvSpPr>
            <p:nvPr/>
          </p:nvSpPr>
          <p:spPr bwMode="auto">
            <a:xfrm>
              <a:off x="740" y="3955"/>
              <a:ext cx="29" cy="42"/>
            </a:xfrm>
            <a:custGeom>
              <a:avLst/>
              <a:gdLst>
                <a:gd name="T0" fmla="*/ 84 w 17"/>
                <a:gd name="T1" fmla="*/ 0 h 24"/>
                <a:gd name="T2" fmla="*/ 34 w 17"/>
                <a:gd name="T3" fmla="*/ 49 h 24"/>
                <a:gd name="T4" fmla="*/ 0 w 17"/>
                <a:gd name="T5" fmla="*/ 130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4">
                  <a:moveTo>
                    <a:pt x="17" y="0"/>
                  </a:moveTo>
                  <a:cubicBezTo>
                    <a:pt x="14" y="3"/>
                    <a:pt x="10" y="6"/>
                    <a:pt x="7" y="9"/>
                  </a:cubicBezTo>
                  <a:cubicBezTo>
                    <a:pt x="3" y="12"/>
                    <a:pt x="0" y="19"/>
                    <a:pt x="0" y="24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3159" name="Freeform 418">
              <a:extLst>
                <a:ext uri="{FF2B5EF4-FFF2-40B4-BE49-F238E27FC236}">
                  <a16:creationId xmlns:a16="http://schemas.microsoft.com/office/drawing/2014/main" id="{8B0A3CC7-A7F9-4585-9136-9C188C8F247E}"/>
                </a:ext>
              </a:extLst>
            </p:cNvPr>
            <p:cNvSpPr>
              <a:spLocks/>
            </p:cNvSpPr>
            <p:nvPr/>
          </p:nvSpPr>
          <p:spPr bwMode="auto">
            <a:xfrm>
              <a:off x="848" y="3986"/>
              <a:ext cx="42" cy="21"/>
            </a:xfrm>
            <a:custGeom>
              <a:avLst/>
              <a:gdLst>
                <a:gd name="T0" fmla="*/ 0 w 24"/>
                <a:gd name="T1" fmla="*/ 65 h 12"/>
                <a:gd name="T2" fmla="*/ 98 w 24"/>
                <a:gd name="T3" fmla="*/ 65 h 12"/>
                <a:gd name="T4" fmla="*/ 70 w 24"/>
                <a:gd name="T5" fmla="*/ 7 h 12"/>
                <a:gd name="T6" fmla="*/ 0 w 24"/>
                <a:gd name="T7" fmla="*/ 65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12">
                  <a:moveTo>
                    <a:pt x="0" y="12"/>
                  </a:moveTo>
                  <a:cubicBezTo>
                    <a:pt x="8" y="11"/>
                    <a:pt x="16" y="11"/>
                    <a:pt x="18" y="12"/>
                  </a:cubicBezTo>
                  <a:cubicBezTo>
                    <a:pt x="24" y="4"/>
                    <a:pt x="17" y="0"/>
                    <a:pt x="13" y="1"/>
                  </a:cubicBezTo>
                  <a:cubicBezTo>
                    <a:pt x="2" y="1"/>
                    <a:pt x="0" y="10"/>
                    <a:pt x="0" y="12"/>
                  </a:cubicBezTo>
                  <a:close/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3160" name="Freeform 419">
              <a:extLst>
                <a:ext uri="{FF2B5EF4-FFF2-40B4-BE49-F238E27FC236}">
                  <a16:creationId xmlns:a16="http://schemas.microsoft.com/office/drawing/2014/main" id="{6EB185A3-5D6B-4C17-AAE8-550D349447CC}"/>
                </a:ext>
              </a:extLst>
            </p:cNvPr>
            <p:cNvSpPr>
              <a:spLocks/>
            </p:cNvSpPr>
            <p:nvPr/>
          </p:nvSpPr>
          <p:spPr bwMode="auto">
            <a:xfrm>
              <a:off x="804" y="4002"/>
              <a:ext cx="20" cy="18"/>
            </a:xfrm>
            <a:custGeom>
              <a:avLst/>
              <a:gdLst>
                <a:gd name="T0" fmla="*/ 0 w 11"/>
                <a:gd name="T1" fmla="*/ 58 h 10"/>
                <a:gd name="T2" fmla="*/ 65 w 11"/>
                <a:gd name="T3" fmla="*/ 52 h 10"/>
                <a:gd name="T4" fmla="*/ 0 w 11"/>
                <a:gd name="T5" fmla="*/ 58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0">
                  <a:moveTo>
                    <a:pt x="0" y="10"/>
                  </a:moveTo>
                  <a:cubicBezTo>
                    <a:pt x="2" y="9"/>
                    <a:pt x="10" y="8"/>
                    <a:pt x="11" y="9"/>
                  </a:cubicBezTo>
                  <a:cubicBezTo>
                    <a:pt x="11" y="1"/>
                    <a:pt x="0" y="0"/>
                    <a:pt x="0" y="10"/>
                  </a:cubicBezTo>
                  <a:close/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3161" name="Freeform 420">
              <a:extLst>
                <a:ext uri="{FF2B5EF4-FFF2-40B4-BE49-F238E27FC236}">
                  <a16:creationId xmlns:a16="http://schemas.microsoft.com/office/drawing/2014/main" id="{0B7C713B-7D23-4F54-9239-269A5354AA01}"/>
                </a:ext>
              </a:extLst>
            </p:cNvPr>
            <p:cNvSpPr>
              <a:spLocks/>
            </p:cNvSpPr>
            <p:nvPr/>
          </p:nvSpPr>
          <p:spPr bwMode="auto">
            <a:xfrm>
              <a:off x="766" y="4006"/>
              <a:ext cx="17" cy="14"/>
            </a:xfrm>
            <a:custGeom>
              <a:avLst/>
              <a:gdLst>
                <a:gd name="T0" fmla="*/ 0 w 10"/>
                <a:gd name="T1" fmla="*/ 37 h 8"/>
                <a:gd name="T2" fmla="*/ 49 w 10"/>
                <a:gd name="T3" fmla="*/ 33 h 8"/>
                <a:gd name="T4" fmla="*/ 0 w 10"/>
                <a:gd name="T5" fmla="*/ 37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8">
                  <a:moveTo>
                    <a:pt x="0" y="7"/>
                  </a:moveTo>
                  <a:cubicBezTo>
                    <a:pt x="2" y="8"/>
                    <a:pt x="8" y="8"/>
                    <a:pt x="10" y="6"/>
                  </a:cubicBezTo>
                  <a:cubicBezTo>
                    <a:pt x="9" y="0"/>
                    <a:pt x="0" y="3"/>
                    <a:pt x="0" y="7"/>
                  </a:cubicBezTo>
                  <a:close/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3162" name="Freeform 421">
              <a:extLst>
                <a:ext uri="{FF2B5EF4-FFF2-40B4-BE49-F238E27FC236}">
                  <a16:creationId xmlns:a16="http://schemas.microsoft.com/office/drawing/2014/main" id="{824EB303-EB03-4145-B899-E2BFB3D6A4CF}"/>
                </a:ext>
              </a:extLst>
            </p:cNvPr>
            <p:cNvSpPr>
              <a:spLocks/>
            </p:cNvSpPr>
            <p:nvPr/>
          </p:nvSpPr>
          <p:spPr bwMode="auto">
            <a:xfrm>
              <a:off x="743" y="3993"/>
              <a:ext cx="14" cy="13"/>
            </a:xfrm>
            <a:custGeom>
              <a:avLst/>
              <a:gdLst>
                <a:gd name="T0" fmla="*/ 0 w 8"/>
                <a:gd name="T1" fmla="*/ 24 h 7"/>
                <a:gd name="T2" fmla="*/ 37 w 8"/>
                <a:gd name="T3" fmla="*/ 32 h 7"/>
                <a:gd name="T4" fmla="*/ 0 w 8"/>
                <a:gd name="T5" fmla="*/ 24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7">
                  <a:moveTo>
                    <a:pt x="0" y="4"/>
                  </a:moveTo>
                  <a:cubicBezTo>
                    <a:pt x="1" y="6"/>
                    <a:pt x="4" y="7"/>
                    <a:pt x="7" y="5"/>
                  </a:cubicBezTo>
                  <a:cubicBezTo>
                    <a:pt x="8" y="0"/>
                    <a:pt x="1" y="0"/>
                    <a:pt x="0" y="4"/>
                  </a:cubicBezTo>
                  <a:close/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3163" name="Freeform 422">
              <a:extLst>
                <a:ext uri="{FF2B5EF4-FFF2-40B4-BE49-F238E27FC236}">
                  <a16:creationId xmlns:a16="http://schemas.microsoft.com/office/drawing/2014/main" id="{53F1FB21-ABA0-4AF9-AFBE-91E3F7A1BF6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9" y="2626"/>
              <a:ext cx="60" cy="39"/>
            </a:xfrm>
            <a:custGeom>
              <a:avLst/>
              <a:gdLst>
                <a:gd name="T0" fmla="*/ 0 w 34"/>
                <a:gd name="T1" fmla="*/ 0 h 22"/>
                <a:gd name="T2" fmla="*/ 56 w 34"/>
                <a:gd name="T3" fmla="*/ 62 h 22"/>
                <a:gd name="T4" fmla="*/ 150 w 34"/>
                <a:gd name="T5" fmla="*/ 106 h 22"/>
                <a:gd name="T6" fmla="*/ 187 w 34"/>
                <a:gd name="T7" fmla="*/ 122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" h="22">
                  <a:moveTo>
                    <a:pt x="0" y="0"/>
                  </a:moveTo>
                  <a:cubicBezTo>
                    <a:pt x="3" y="2"/>
                    <a:pt x="6" y="9"/>
                    <a:pt x="10" y="11"/>
                  </a:cubicBezTo>
                  <a:cubicBezTo>
                    <a:pt x="15" y="15"/>
                    <a:pt x="22" y="16"/>
                    <a:pt x="27" y="19"/>
                  </a:cubicBezTo>
                  <a:cubicBezTo>
                    <a:pt x="29" y="20"/>
                    <a:pt x="33" y="21"/>
                    <a:pt x="34" y="22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3164" name="Freeform 423">
              <a:extLst>
                <a:ext uri="{FF2B5EF4-FFF2-40B4-BE49-F238E27FC236}">
                  <a16:creationId xmlns:a16="http://schemas.microsoft.com/office/drawing/2014/main" id="{1A6C2E38-567B-4435-825A-8753799BC77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9" y="2633"/>
              <a:ext cx="53" cy="44"/>
            </a:xfrm>
            <a:custGeom>
              <a:avLst/>
              <a:gdLst>
                <a:gd name="T0" fmla="*/ 166 w 30"/>
                <a:gd name="T1" fmla="*/ 136 h 25"/>
                <a:gd name="T2" fmla="*/ 49 w 30"/>
                <a:gd name="T3" fmla="*/ 70 h 25"/>
                <a:gd name="T4" fmla="*/ 0 w 30"/>
                <a:gd name="T5" fmla="*/ 0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25">
                  <a:moveTo>
                    <a:pt x="30" y="25"/>
                  </a:moveTo>
                  <a:cubicBezTo>
                    <a:pt x="21" y="17"/>
                    <a:pt x="15" y="15"/>
                    <a:pt x="9" y="13"/>
                  </a:cubicBezTo>
                  <a:cubicBezTo>
                    <a:pt x="10" y="11"/>
                    <a:pt x="4" y="5"/>
                    <a:pt x="0" y="0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3165" name="Freeform 424">
              <a:extLst>
                <a:ext uri="{FF2B5EF4-FFF2-40B4-BE49-F238E27FC236}">
                  <a16:creationId xmlns:a16="http://schemas.microsoft.com/office/drawing/2014/main" id="{31117E79-20E7-40E8-9D49-900B5851CB6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2" y="2572"/>
              <a:ext cx="65" cy="82"/>
            </a:xfrm>
            <a:custGeom>
              <a:avLst/>
              <a:gdLst>
                <a:gd name="T0" fmla="*/ 200 w 37"/>
                <a:gd name="T1" fmla="*/ 244 h 47"/>
                <a:gd name="T2" fmla="*/ 114 w 37"/>
                <a:gd name="T3" fmla="*/ 176 h 47"/>
                <a:gd name="T4" fmla="*/ 93 w 37"/>
                <a:gd name="T5" fmla="*/ 49 h 47"/>
                <a:gd name="T6" fmla="*/ 56 w 37"/>
                <a:gd name="T7" fmla="*/ 0 h 47"/>
                <a:gd name="T8" fmla="*/ 0 w 37"/>
                <a:gd name="T9" fmla="*/ 101 h 47"/>
                <a:gd name="T10" fmla="*/ 21 w 37"/>
                <a:gd name="T11" fmla="*/ 185 h 4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7" h="47">
                  <a:moveTo>
                    <a:pt x="37" y="46"/>
                  </a:moveTo>
                  <a:cubicBezTo>
                    <a:pt x="28" y="47"/>
                    <a:pt x="21" y="38"/>
                    <a:pt x="21" y="33"/>
                  </a:cubicBezTo>
                  <a:cubicBezTo>
                    <a:pt x="19" y="28"/>
                    <a:pt x="17" y="13"/>
                    <a:pt x="17" y="9"/>
                  </a:cubicBezTo>
                  <a:cubicBezTo>
                    <a:pt x="16" y="5"/>
                    <a:pt x="16" y="0"/>
                    <a:pt x="10" y="0"/>
                  </a:cubicBezTo>
                  <a:cubicBezTo>
                    <a:pt x="3" y="5"/>
                    <a:pt x="0" y="13"/>
                    <a:pt x="0" y="19"/>
                  </a:cubicBezTo>
                  <a:cubicBezTo>
                    <a:pt x="0" y="25"/>
                    <a:pt x="4" y="29"/>
                    <a:pt x="4" y="35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3166" name="Freeform 425">
              <a:extLst>
                <a:ext uri="{FF2B5EF4-FFF2-40B4-BE49-F238E27FC236}">
                  <a16:creationId xmlns:a16="http://schemas.microsoft.com/office/drawing/2014/main" id="{A3A55731-2F72-4336-A642-248F048387D9}"/>
                </a:ext>
              </a:extLst>
            </p:cNvPr>
            <p:cNvSpPr>
              <a:spLocks/>
            </p:cNvSpPr>
            <p:nvPr/>
          </p:nvSpPr>
          <p:spPr bwMode="auto">
            <a:xfrm>
              <a:off x="568" y="2693"/>
              <a:ext cx="22" cy="9"/>
            </a:xfrm>
            <a:custGeom>
              <a:avLst/>
              <a:gdLst>
                <a:gd name="T0" fmla="*/ 63 w 13"/>
                <a:gd name="T1" fmla="*/ 29 h 5"/>
                <a:gd name="T2" fmla="*/ 0 w 13"/>
                <a:gd name="T3" fmla="*/ 16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5">
                  <a:moveTo>
                    <a:pt x="13" y="5"/>
                  </a:moveTo>
                  <a:cubicBezTo>
                    <a:pt x="8" y="1"/>
                    <a:pt x="2" y="0"/>
                    <a:pt x="0" y="3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3167" name="Freeform 426">
              <a:extLst>
                <a:ext uri="{FF2B5EF4-FFF2-40B4-BE49-F238E27FC236}">
                  <a16:creationId xmlns:a16="http://schemas.microsoft.com/office/drawing/2014/main" id="{2DE99B77-EEF2-44C6-AAE2-F2CE24C032B5}"/>
                </a:ext>
              </a:extLst>
            </p:cNvPr>
            <p:cNvSpPr>
              <a:spLocks/>
            </p:cNvSpPr>
            <p:nvPr/>
          </p:nvSpPr>
          <p:spPr bwMode="auto">
            <a:xfrm>
              <a:off x="543" y="2563"/>
              <a:ext cx="5" cy="16"/>
            </a:xfrm>
            <a:custGeom>
              <a:avLst/>
              <a:gdLst>
                <a:gd name="T0" fmla="*/ 13 w 3"/>
                <a:gd name="T1" fmla="*/ 50 h 9"/>
                <a:gd name="T2" fmla="*/ 0 w 3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9">
                  <a:moveTo>
                    <a:pt x="3" y="9"/>
                  </a:moveTo>
                  <a:cubicBezTo>
                    <a:pt x="3" y="5"/>
                    <a:pt x="1" y="2"/>
                    <a:pt x="0" y="0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3168" name="Freeform 427">
              <a:extLst>
                <a:ext uri="{FF2B5EF4-FFF2-40B4-BE49-F238E27FC236}">
                  <a16:creationId xmlns:a16="http://schemas.microsoft.com/office/drawing/2014/main" id="{EECF4BB0-A95E-42B3-84F6-0A73FF5A920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4" y="2593"/>
              <a:ext cx="37" cy="42"/>
            </a:xfrm>
            <a:custGeom>
              <a:avLst/>
              <a:gdLst>
                <a:gd name="T0" fmla="*/ 115 w 21"/>
                <a:gd name="T1" fmla="*/ 130 h 24"/>
                <a:gd name="T2" fmla="*/ 49 w 21"/>
                <a:gd name="T3" fmla="*/ 98 h 24"/>
                <a:gd name="T4" fmla="*/ 0 w 21"/>
                <a:gd name="T5" fmla="*/ 0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24">
                  <a:moveTo>
                    <a:pt x="21" y="24"/>
                  </a:moveTo>
                  <a:cubicBezTo>
                    <a:pt x="18" y="21"/>
                    <a:pt x="11" y="23"/>
                    <a:pt x="9" y="18"/>
                  </a:cubicBezTo>
                  <a:cubicBezTo>
                    <a:pt x="6" y="12"/>
                    <a:pt x="1" y="8"/>
                    <a:pt x="0" y="0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3169" name="Freeform 428">
              <a:extLst>
                <a:ext uri="{FF2B5EF4-FFF2-40B4-BE49-F238E27FC236}">
                  <a16:creationId xmlns:a16="http://schemas.microsoft.com/office/drawing/2014/main" id="{DC8E0A74-A05A-41D7-8451-F77CB4F82B9D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" y="2581"/>
              <a:ext cx="24" cy="38"/>
            </a:xfrm>
            <a:custGeom>
              <a:avLst/>
              <a:gdLst>
                <a:gd name="T0" fmla="*/ 70 w 14"/>
                <a:gd name="T1" fmla="*/ 114 h 22"/>
                <a:gd name="T2" fmla="*/ 41 w 14"/>
                <a:gd name="T3" fmla="*/ 104 h 22"/>
                <a:gd name="T4" fmla="*/ 0 w 14"/>
                <a:gd name="T5" fmla="*/ 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22">
                  <a:moveTo>
                    <a:pt x="14" y="22"/>
                  </a:moveTo>
                  <a:cubicBezTo>
                    <a:pt x="13" y="19"/>
                    <a:pt x="11" y="21"/>
                    <a:pt x="8" y="20"/>
                  </a:cubicBezTo>
                  <a:cubicBezTo>
                    <a:pt x="5" y="18"/>
                    <a:pt x="1" y="5"/>
                    <a:pt x="0" y="0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3170" name="Freeform 429">
              <a:extLst>
                <a:ext uri="{FF2B5EF4-FFF2-40B4-BE49-F238E27FC236}">
                  <a16:creationId xmlns:a16="http://schemas.microsoft.com/office/drawing/2014/main" id="{9B354B1D-01AB-4F6A-B25C-A068BF35E2E8}"/>
                </a:ext>
              </a:extLst>
            </p:cNvPr>
            <p:cNvSpPr>
              <a:spLocks/>
            </p:cNvSpPr>
            <p:nvPr/>
          </p:nvSpPr>
          <p:spPr bwMode="auto">
            <a:xfrm>
              <a:off x="576" y="2628"/>
              <a:ext cx="6" cy="16"/>
            </a:xfrm>
            <a:custGeom>
              <a:avLst/>
              <a:gdLst>
                <a:gd name="T0" fmla="*/ 24 w 3"/>
                <a:gd name="T1" fmla="*/ 0 h 9"/>
                <a:gd name="T2" fmla="*/ 16 w 3"/>
                <a:gd name="T3" fmla="*/ 5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9">
                  <a:moveTo>
                    <a:pt x="3" y="0"/>
                  </a:moveTo>
                  <a:cubicBezTo>
                    <a:pt x="0" y="1"/>
                    <a:pt x="1" y="7"/>
                    <a:pt x="2" y="9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3171" name="Freeform 430">
              <a:extLst>
                <a:ext uri="{FF2B5EF4-FFF2-40B4-BE49-F238E27FC236}">
                  <a16:creationId xmlns:a16="http://schemas.microsoft.com/office/drawing/2014/main" id="{0505D49B-3940-49F0-95F1-B7EDD7EF35C1}"/>
                </a:ext>
              </a:extLst>
            </p:cNvPr>
            <p:cNvSpPr>
              <a:spLocks/>
            </p:cNvSpPr>
            <p:nvPr/>
          </p:nvSpPr>
          <p:spPr bwMode="auto">
            <a:xfrm>
              <a:off x="843" y="2500"/>
              <a:ext cx="168" cy="67"/>
            </a:xfrm>
            <a:custGeom>
              <a:avLst/>
              <a:gdLst>
                <a:gd name="T0" fmla="*/ 257 w 96"/>
                <a:gd name="T1" fmla="*/ 196 h 38"/>
                <a:gd name="T2" fmla="*/ 257 w 96"/>
                <a:gd name="T3" fmla="*/ 196 h 38"/>
                <a:gd name="T4" fmla="*/ 0 w 96"/>
                <a:gd name="T5" fmla="*/ 0 h 38"/>
                <a:gd name="T6" fmla="*/ 257 w 96"/>
                <a:gd name="T7" fmla="*/ 208 h 38"/>
                <a:gd name="T8" fmla="*/ 257 w 96"/>
                <a:gd name="T9" fmla="*/ 208 h 38"/>
                <a:gd name="T10" fmla="*/ 515 w 96"/>
                <a:gd name="T11" fmla="*/ 0 h 38"/>
                <a:gd name="T12" fmla="*/ 257 w 96"/>
                <a:gd name="T13" fmla="*/ 196 h 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6" h="38">
                  <a:moveTo>
                    <a:pt x="48" y="36"/>
                  </a:moveTo>
                  <a:cubicBezTo>
                    <a:pt x="48" y="36"/>
                    <a:pt x="48" y="36"/>
                    <a:pt x="48" y="36"/>
                  </a:cubicBezTo>
                  <a:cubicBezTo>
                    <a:pt x="31" y="36"/>
                    <a:pt x="7" y="17"/>
                    <a:pt x="0" y="0"/>
                  </a:cubicBezTo>
                  <a:cubicBezTo>
                    <a:pt x="8" y="17"/>
                    <a:pt x="31" y="38"/>
                    <a:pt x="48" y="38"/>
                  </a:cubicBezTo>
                  <a:cubicBezTo>
                    <a:pt x="48" y="38"/>
                    <a:pt x="48" y="38"/>
                    <a:pt x="48" y="38"/>
                  </a:cubicBezTo>
                  <a:cubicBezTo>
                    <a:pt x="65" y="38"/>
                    <a:pt x="88" y="17"/>
                    <a:pt x="96" y="0"/>
                  </a:cubicBezTo>
                  <a:cubicBezTo>
                    <a:pt x="88" y="17"/>
                    <a:pt x="65" y="36"/>
                    <a:pt x="48" y="36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3172" name="Freeform 431">
              <a:extLst>
                <a:ext uri="{FF2B5EF4-FFF2-40B4-BE49-F238E27FC236}">
                  <a16:creationId xmlns:a16="http://schemas.microsoft.com/office/drawing/2014/main" id="{6DA02C85-7B1D-415A-8F22-98A095A157D0}"/>
                </a:ext>
              </a:extLst>
            </p:cNvPr>
            <p:cNvSpPr>
              <a:spLocks/>
            </p:cNvSpPr>
            <p:nvPr/>
          </p:nvSpPr>
          <p:spPr bwMode="auto">
            <a:xfrm>
              <a:off x="906" y="3838"/>
              <a:ext cx="7" cy="31"/>
            </a:xfrm>
            <a:custGeom>
              <a:avLst/>
              <a:gdLst>
                <a:gd name="T0" fmla="*/ 21 w 4"/>
                <a:gd name="T1" fmla="*/ 0 h 18"/>
                <a:gd name="T2" fmla="*/ 0 w 4"/>
                <a:gd name="T3" fmla="*/ 91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8">
                  <a:moveTo>
                    <a:pt x="4" y="0"/>
                  </a:moveTo>
                  <a:cubicBezTo>
                    <a:pt x="4" y="7"/>
                    <a:pt x="0" y="18"/>
                    <a:pt x="0" y="18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3173" name="Freeform 432">
              <a:extLst>
                <a:ext uri="{FF2B5EF4-FFF2-40B4-BE49-F238E27FC236}">
                  <a16:creationId xmlns:a16="http://schemas.microsoft.com/office/drawing/2014/main" id="{4861A58E-A605-443B-AA37-A941DB91C7C7}"/>
                </a:ext>
              </a:extLst>
            </p:cNvPr>
            <p:cNvSpPr>
              <a:spLocks/>
            </p:cNvSpPr>
            <p:nvPr/>
          </p:nvSpPr>
          <p:spPr bwMode="auto">
            <a:xfrm>
              <a:off x="968" y="1415"/>
              <a:ext cx="164" cy="18"/>
            </a:xfrm>
            <a:custGeom>
              <a:avLst/>
              <a:gdLst>
                <a:gd name="T0" fmla="*/ 363 w 94"/>
                <a:gd name="T1" fmla="*/ 16 h 10"/>
                <a:gd name="T2" fmla="*/ 213 w 94"/>
                <a:gd name="T3" fmla="*/ 16 h 10"/>
                <a:gd name="T4" fmla="*/ 5 w 94"/>
                <a:gd name="T5" fmla="*/ 36 h 10"/>
                <a:gd name="T6" fmla="*/ 0 w 94"/>
                <a:gd name="T7" fmla="*/ 58 h 10"/>
                <a:gd name="T8" fmla="*/ 9 w 94"/>
                <a:gd name="T9" fmla="*/ 41 h 10"/>
                <a:gd name="T10" fmla="*/ 213 w 94"/>
                <a:gd name="T11" fmla="*/ 29 h 10"/>
                <a:gd name="T12" fmla="*/ 365 w 94"/>
                <a:gd name="T13" fmla="*/ 29 h 10"/>
                <a:gd name="T14" fmla="*/ 499 w 94"/>
                <a:gd name="T15" fmla="*/ 0 h 10"/>
                <a:gd name="T16" fmla="*/ 363 w 94"/>
                <a:gd name="T17" fmla="*/ 16 h 1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4" h="10">
                  <a:moveTo>
                    <a:pt x="68" y="3"/>
                  </a:moveTo>
                  <a:cubicBezTo>
                    <a:pt x="63" y="5"/>
                    <a:pt x="52" y="4"/>
                    <a:pt x="40" y="3"/>
                  </a:cubicBezTo>
                  <a:cubicBezTo>
                    <a:pt x="24" y="2"/>
                    <a:pt x="7" y="1"/>
                    <a:pt x="1" y="6"/>
                  </a:cubicBezTo>
                  <a:cubicBezTo>
                    <a:pt x="0" y="7"/>
                    <a:pt x="0" y="9"/>
                    <a:pt x="0" y="10"/>
                  </a:cubicBezTo>
                  <a:cubicBezTo>
                    <a:pt x="0" y="9"/>
                    <a:pt x="1" y="8"/>
                    <a:pt x="2" y="7"/>
                  </a:cubicBezTo>
                  <a:cubicBezTo>
                    <a:pt x="7" y="3"/>
                    <a:pt x="25" y="4"/>
                    <a:pt x="40" y="5"/>
                  </a:cubicBezTo>
                  <a:cubicBezTo>
                    <a:pt x="52" y="6"/>
                    <a:pt x="64" y="7"/>
                    <a:pt x="69" y="5"/>
                  </a:cubicBezTo>
                  <a:cubicBezTo>
                    <a:pt x="74" y="3"/>
                    <a:pt x="89" y="1"/>
                    <a:pt x="94" y="0"/>
                  </a:cubicBezTo>
                  <a:cubicBezTo>
                    <a:pt x="88" y="1"/>
                    <a:pt x="73" y="1"/>
                    <a:pt x="68" y="3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3174" name="Freeform 433">
              <a:extLst>
                <a:ext uri="{FF2B5EF4-FFF2-40B4-BE49-F238E27FC236}">
                  <a16:creationId xmlns:a16="http://schemas.microsoft.com/office/drawing/2014/main" id="{55219CF9-03D8-42BE-AEF3-8E323CDCE6F4}"/>
                </a:ext>
              </a:extLst>
            </p:cNvPr>
            <p:cNvSpPr>
              <a:spLocks/>
            </p:cNvSpPr>
            <p:nvPr/>
          </p:nvSpPr>
          <p:spPr bwMode="auto">
            <a:xfrm>
              <a:off x="999" y="3962"/>
              <a:ext cx="28" cy="61"/>
            </a:xfrm>
            <a:custGeom>
              <a:avLst/>
              <a:gdLst>
                <a:gd name="T0" fmla="*/ 7 w 16"/>
                <a:gd name="T1" fmla="*/ 0 h 35"/>
                <a:gd name="T2" fmla="*/ 21 w 16"/>
                <a:gd name="T3" fmla="*/ 58 h 35"/>
                <a:gd name="T4" fmla="*/ 49 w 16"/>
                <a:gd name="T5" fmla="*/ 185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35">
                  <a:moveTo>
                    <a:pt x="1" y="0"/>
                  </a:moveTo>
                  <a:cubicBezTo>
                    <a:pt x="0" y="4"/>
                    <a:pt x="1" y="8"/>
                    <a:pt x="4" y="11"/>
                  </a:cubicBezTo>
                  <a:cubicBezTo>
                    <a:pt x="8" y="15"/>
                    <a:pt x="16" y="28"/>
                    <a:pt x="9" y="35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3175" name="Freeform 434">
              <a:extLst>
                <a:ext uri="{FF2B5EF4-FFF2-40B4-BE49-F238E27FC236}">
                  <a16:creationId xmlns:a16="http://schemas.microsoft.com/office/drawing/2014/main" id="{EA19F8D3-BEBB-4364-A3C3-5354578DEB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9" y="3965"/>
              <a:ext cx="39" cy="58"/>
            </a:xfrm>
            <a:custGeom>
              <a:avLst/>
              <a:gdLst>
                <a:gd name="T0" fmla="*/ 0 w 22"/>
                <a:gd name="T1" fmla="*/ 0 h 33"/>
                <a:gd name="T2" fmla="*/ 73 w 22"/>
                <a:gd name="T3" fmla="*/ 65 h 33"/>
                <a:gd name="T4" fmla="*/ 101 w 22"/>
                <a:gd name="T5" fmla="*/ 179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33">
                  <a:moveTo>
                    <a:pt x="0" y="0"/>
                  </a:moveTo>
                  <a:cubicBezTo>
                    <a:pt x="3" y="6"/>
                    <a:pt x="11" y="10"/>
                    <a:pt x="13" y="12"/>
                  </a:cubicBezTo>
                  <a:cubicBezTo>
                    <a:pt x="20" y="19"/>
                    <a:pt x="22" y="27"/>
                    <a:pt x="18" y="33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3176" name="Freeform 435">
              <a:extLst>
                <a:ext uri="{FF2B5EF4-FFF2-40B4-BE49-F238E27FC236}">
                  <a16:creationId xmlns:a16="http://schemas.microsoft.com/office/drawing/2014/main" id="{D8FE6072-C6A8-4390-8CF0-315F2F3FE9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9" y="3962"/>
              <a:ext cx="42" cy="58"/>
            </a:xfrm>
            <a:custGeom>
              <a:avLst/>
              <a:gdLst>
                <a:gd name="T0" fmla="*/ 0 w 24"/>
                <a:gd name="T1" fmla="*/ 0 h 33"/>
                <a:gd name="T2" fmla="*/ 70 w 24"/>
                <a:gd name="T3" fmla="*/ 65 h 33"/>
                <a:gd name="T4" fmla="*/ 123 w 24"/>
                <a:gd name="T5" fmla="*/ 179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33">
                  <a:moveTo>
                    <a:pt x="0" y="0"/>
                  </a:moveTo>
                  <a:cubicBezTo>
                    <a:pt x="4" y="4"/>
                    <a:pt x="8" y="7"/>
                    <a:pt x="13" y="12"/>
                  </a:cubicBezTo>
                  <a:cubicBezTo>
                    <a:pt x="22" y="20"/>
                    <a:pt x="24" y="26"/>
                    <a:pt x="23" y="33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3177" name="Freeform 436">
              <a:extLst>
                <a:ext uri="{FF2B5EF4-FFF2-40B4-BE49-F238E27FC236}">
                  <a16:creationId xmlns:a16="http://schemas.microsoft.com/office/drawing/2014/main" id="{A9A5ACB0-F89D-48CA-B372-7AAE8CFC62A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7" y="3955"/>
              <a:ext cx="30" cy="42"/>
            </a:xfrm>
            <a:custGeom>
              <a:avLst/>
              <a:gdLst>
                <a:gd name="T0" fmla="*/ 0 w 17"/>
                <a:gd name="T1" fmla="*/ 0 h 24"/>
                <a:gd name="T2" fmla="*/ 56 w 17"/>
                <a:gd name="T3" fmla="*/ 49 h 24"/>
                <a:gd name="T4" fmla="*/ 94 w 17"/>
                <a:gd name="T5" fmla="*/ 130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4">
                  <a:moveTo>
                    <a:pt x="0" y="0"/>
                  </a:moveTo>
                  <a:cubicBezTo>
                    <a:pt x="3" y="3"/>
                    <a:pt x="7" y="6"/>
                    <a:pt x="10" y="9"/>
                  </a:cubicBezTo>
                  <a:cubicBezTo>
                    <a:pt x="14" y="12"/>
                    <a:pt x="17" y="19"/>
                    <a:pt x="17" y="24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3178" name="Freeform 437">
              <a:extLst>
                <a:ext uri="{FF2B5EF4-FFF2-40B4-BE49-F238E27FC236}">
                  <a16:creationId xmlns:a16="http://schemas.microsoft.com/office/drawing/2014/main" id="{EC41C591-3C0E-46B4-A206-AD0B033D1590}"/>
                </a:ext>
              </a:extLst>
            </p:cNvPr>
            <p:cNvSpPr>
              <a:spLocks/>
            </p:cNvSpPr>
            <p:nvPr/>
          </p:nvSpPr>
          <p:spPr bwMode="auto">
            <a:xfrm>
              <a:off x="966" y="3986"/>
              <a:ext cx="42" cy="21"/>
            </a:xfrm>
            <a:custGeom>
              <a:avLst/>
              <a:gdLst>
                <a:gd name="T0" fmla="*/ 130 w 24"/>
                <a:gd name="T1" fmla="*/ 65 h 12"/>
                <a:gd name="T2" fmla="*/ 33 w 24"/>
                <a:gd name="T3" fmla="*/ 65 h 12"/>
                <a:gd name="T4" fmla="*/ 58 w 24"/>
                <a:gd name="T5" fmla="*/ 7 h 12"/>
                <a:gd name="T6" fmla="*/ 130 w 24"/>
                <a:gd name="T7" fmla="*/ 65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12">
                  <a:moveTo>
                    <a:pt x="24" y="12"/>
                  </a:moveTo>
                  <a:cubicBezTo>
                    <a:pt x="16" y="11"/>
                    <a:pt x="8" y="11"/>
                    <a:pt x="6" y="12"/>
                  </a:cubicBezTo>
                  <a:cubicBezTo>
                    <a:pt x="0" y="4"/>
                    <a:pt x="6" y="0"/>
                    <a:pt x="11" y="1"/>
                  </a:cubicBezTo>
                  <a:cubicBezTo>
                    <a:pt x="22" y="1"/>
                    <a:pt x="24" y="10"/>
                    <a:pt x="24" y="12"/>
                  </a:cubicBezTo>
                  <a:close/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3179" name="Freeform 438">
              <a:extLst>
                <a:ext uri="{FF2B5EF4-FFF2-40B4-BE49-F238E27FC236}">
                  <a16:creationId xmlns:a16="http://schemas.microsoft.com/office/drawing/2014/main" id="{2F465DE6-077C-49CA-B96E-11216C771ED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2" y="4002"/>
              <a:ext cx="20" cy="18"/>
            </a:xfrm>
            <a:custGeom>
              <a:avLst/>
              <a:gdLst>
                <a:gd name="T0" fmla="*/ 65 w 11"/>
                <a:gd name="T1" fmla="*/ 58 h 10"/>
                <a:gd name="T2" fmla="*/ 0 w 11"/>
                <a:gd name="T3" fmla="*/ 52 h 10"/>
                <a:gd name="T4" fmla="*/ 65 w 11"/>
                <a:gd name="T5" fmla="*/ 58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0">
                  <a:moveTo>
                    <a:pt x="11" y="10"/>
                  </a:moveTo>
                  <a:cubicBezTo>
                    <a:pt x="9" y="9"/>
                    <a:pt x="1" y="8"/>
                    <a:pt x="0" y="9"/>
                  </a:cubicBezTo>
                  <a:cubicBezTo>
                    <a:pt x="0" y="1"/>
                    <a:pt x="11" y="0"/>
                    <a:pt x="11" y="10"/>
                  </a:cubicBezTo>
                  <a:close/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3180" name="Freeform 439">
              <a:extLst>
                <a:ext uri="{FF2B5EF4-FFF2-40B4-BE49-F238E27FC236}">
                  <a16:creationId xmlns:a16="http://schemas.microsoft.com/office/drawing/2014/main" id="{878B3EE4-32B3-4FC4-8439-ED6B03FEDB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3" y="4006"/>
              <a:ext cx="17" cy="14"/>
            </a:xfrm>
            <a:custGeom>
              <a:avLst/>
              <a:gdLst>
                <a:gd name="T0" fmla="*/ 49 w 10"/>
                <a:gd name="T1" fmla="*/ 37 h 8"/>
                <a:gd name="T2" fmla="*/ 0 w 10"/>
                <a:gd name="T3" fmla="*/ 33 h 8"/>
                <a:gd name="T4" fmla="*/ 49 w 10"/>
                <a:gd name="T5" fmla="*/ 37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8">
                  <a:moveTo>
                    <a:pt x="10" y="7"/>
                  </a:moveTo>
                  <a:cubicBezTo>
                    <a:pt x="8" y="8"/>
                    <a:pt x="2" y="8"/>
                    <a:pt x="0" y="6"/>
                  </a:cubicBezTo>
                  <a:cubicBezTo>
                    <a:pt x="1" y="0"/>
                    <a:pt x="10" y="3"/>
                    <a:pt x="10" y="7"/>
                  </a:cubicBezTo>
                  <a:close/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3181" name="Freeform 440">
              <a:extLst>
                <a:ext uri="{FF2B5EF4-FFF2-40B4-BE49-F238E27FC236}">
                  <a16:creationId xmlns:a16="http://schemas.microsoft.com/office/drawing/2014/main" id="{21585AF7-52EE-4F98-8DC3-3186986ED0E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9" y="3993"/>
              <a:ext cx="14" cy="13"/>
            </a:xfrm>
            <a:custGeom>
              <a:avLst/>
              <a:gdLst>
                <a:gd name="T0" fmla="*/ 44 w 8"/>
                <a:gd name="T1" fmla="*/ 24 h 7"/>
                <a:gd name="T2" fmla="*/ 7 w 8"/>
                <a:gd name="T3" fmla="*/ 32 h 7"/>
                <a:gd name="T4" fmla="*/ 44 w 8"/>
                <a:gd name="T5" fmla="*/ 24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7">
                  <a:moveTo>
                    <a:pt x="8" y="4"/>
                  </a:moveTo>
                  <a:cubicBezTo>
                    <a:pt x="7" y="6"/>
                    <a:pt x="4" y="7"/>
                    <a:pt x="1" y="5"/>
                  </a:cubicBezTo>
                  <a:cubicBezTo>
                    <a:pt x="0" y="0"/>
                    <a:pt x="7" y="0"/>
                    <a:pt x="8" y="4"/>
                  </a:cubicBezTo>
                  <a:close/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3182" name="Freeform 441">
              <a:extLst>
                <a:ext uri="{FF2B5EF4-FFF2-40B4-BE49-F238E27FC236}">
                  <a16:creationId xmlns:a16="http://schemas.microsoft.com/office/drawing/2014/main" id="{113F7B20-521B-430A-9D41-A716676A3FA7}"/>
                </a:ext>
              </a:extLst>
            </p:cNvPr>
            <p:cNvSpPr>
              <a:spLocks/>
            </p:cNvSpPr>
            <p:nvPr/>
          </p:nvSpPr>
          <p:spPr bwMode="auto">
            <a:xfrm>
              <a:off x="734" y="1589"/>
              <a:ext cx="28" cy="22"/>
            </a:xfrm>
            <a:custGeom>
              <a:avLst/>
              <a:gdLst>
                <a:gd name="T0" fmla="*/ 7 w 16"/>
                <a:gd name="T1" fmla="*/ 34 h 13"/>
                <a:gd name="T2" fmla="*/ 44 w 16"/>
                <a:gd name="T3" fmla="*/ 0 h 13"/>
                <a:gd name="T4" fmla="*/ 86 w 16"/>
                <a:gd name="T5" fmla="*/ 29 h 13"/>
                <a:gd name="T6" fmla="*/ 49 w 16"/>
                <a:gd name="T7" fmla="*/ 63 h 13"/>
                <a:gd name="T8" fmla="*/ 7 w 16"/>
                <a:gd name="T9" fmla="*/ 34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3">
                  <a:moveTo>
                    <a:pt x="1" y="7"/>
                  </a:moveTo>
                  <a:cubicBezTo>
                    <a:pt x="0" y="3"/>
                    <a:pt x="3" y="0"/>
                    <a:pt x="8" y="0"/>
                  </a:cubicBezTo>
                  <a:cubicBezTo>
                    <a:pt x="12" y="0"/>
                    <a:pt x="16" y="2"/>
                    <a:pt x="16" y="6"/>
                  </a:cubicBezTo>
                  <a:cubicBezTo>
                    <a:pt x="16" y="10"/>
                    <a:pt x="13" y="13"/>
                    <a:pt x="9" y="13"/>
                  </a:cubicBezTo>
                  <a:cubicBezTo>
                    <a:pt x="5" y="13"/>
                    <a:pt x="1" y="11"/>
                    <a:pt x="1" y="7"/>
                  </a:cubicBezTo>
                </a:path>
              </a:pathLst>
            </a:custGeom>
            <a:solidFill>
              <a:srgbClr val="F9CA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3183" name="Freeform 442">
              <a:extLst>
                <a:ext uri="{FF2B5EF4-FFF2-40B4-BE49-F238E27FC236}">
                  <a16:creationId xmlns:a16="http://schemas.microsoft.com/office/drawing/2014/main" id="{F5316251-CF4B-4BA5-AE04-9E659AFC55D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43" y="1596"/>
              <a:ext cx="12" cy="8"/>
            </a:xfrm>
            <a:custGeom>
              <a:avLst/>
              <a:gdLst>
                <a:gd name="T0" fmla="*/ 29 w 7"/>
                <a:gd name="T1" fmla="*/ 8 h 5"/>
                <a:gd name="T2" fmla="*/ 29 w 7"/>
                <a:gd name="T3" fmla="*/ 13 h 5"/>
                <a:gd name="T4" fmla="*/ 26 w 7"/>
                <a:gd name="T5" fmla="*/ 16 h 5"/>
                <a:gd name="T6" fmla="*/ 15 w 7"/>
                <a:gd name="T7" fmla="*/ 16 h 5"/>
                <a:gd name="T8" fmla="*/ 9 w 7"/>
                <a:gd name="T9" fmla="*/ 16 h 5"/>
                <a:gd name="T10" fmla="*/ 5 w 7"/>
                <a:gd name="T11" fmla="*/ 13 h 5"/>
                <a:gd name="T12" fmla="*/ 5 w 7"/>
                <a:gd name="T13" fmla="*/ 13 h 5"/>
                <a:gd name="T14" fmla="*/ 5 w 7"/>
                <a:gd name="T15" fmla="*/ 13 h 5"/>
                <a:gd name="T16" fmla="*/ 5 w 7"/>
                <a:gd name="T17" fmla="*/ 8 h 5"/>
                <a:gd name="T18" fmla="*/ 5 w 7"/>
                <a:gd name="T19" fmla="*/ 8 h 5"/>
                <a:gd name="T20" fmla="*/ 0 w 7"/>
                <a:gd name="T21" fmla="*/ 5 h 5"/>
                <a:gd name="T22" fmla="*/ 0 w 7"/>
                <a:gd name="T23" fmla="*/ 13 h 5"/>
                <a:gd name="T24" fmla="*/ 5 w 7"/>
                <a:gd name="T25" fmla="*/ 21 h 5"/>
                <a:gd name="T26" fmla="*/ 15 w 7"/>
                <a:gd name="T27" fmla="*/ 21 h 5"/>
                <a:gd name="T28" fmla="*/ 29 w 7"/>
                <a:gd name="T29" fmla="*/ 16 h 5"/>
                <a:gd name="T30" fmla="*/ 36 w 7"/>
                <a:gd name="T31" fmla="*/ 8 h 5"/>
                <a:gd name="T32" fmla="*/ 29 w 7"/>
                <a:gd name="T33" fmla="*/ 8 h 5"/>
                <a:gd name="T34" fmla="*/ 15 w 7"/>
                <a:gd name="T35" fmla="*/ 5 h 5"/>
                <a:gd name="T36" fmla="*/ 15 w 7"/>
                <a:gd name="T37" fmla="*/ 5 h 5"/>
                <a:gd name="T38" fmla="*/ 15 w 7"/>
                <a:gd name="T39" fmla="*/ 5 h 5"/>
                <a:gd name="T40" fmla="*/ 15 w 7"/>
                <a:gd name="T41" fmla="*/ 0 h 5"/>
                <a:gd name="T42" fmla="*/ 15 w 7"/>
                <a:gd name="T43" fmla="*/ 0 h 5"/>
                <a:gd name="T44" fmla="*/ 15 w 7"/>
                <a:gd name="T45" fmla="*/ 0 h 5"/>
                <a:gd name="T46" fmla="*/ 15 w 7"/>
                <a:gd name="T47" fmla="*/ 0 h 5"/>
                <a:gd name="T48" fmla="*/ 15 w 7"/>
                <a:gd name="T49" fmla="*/ 5 h 5"/>
                <a:gd name="T50" fmla="*/ 15 w 7"/>
                <a:gd name="T51" fmla="*/ 5 h 5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7" h="5">
                  <a:moveTo>
                    <a:pt x="6" y="2"/>
                  </a:moveTo>
                  <a:cubicBezTo>
                    <a:pt x="6" y="2"/>
                    <a:pt x="6" y="3"/>
                    <a:pt x="6" y="3"/>
                  </a:cubicBezTo>
                  <a:cubicBezTo>
                    <a:pt x="6" y="4"/>
                    <a:pt x="5" y="4"/>
                    <a:pt x="5" y="4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7" y="2"/>
                    <a:pt x="7" y="2"/>
                    <a:pt x="7" y="2"/>
                  </a:cubicBezTo>
                  <a:lnTo>
                    <a:pt x="6" y="2"/>
                  </a:lnTo>
                  <a:close/>
                  <a:moveTo>
                    <a:pt x="3" y="1"/>
                  </a:move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0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3184" name="Freeform 443">
              <a:extLst>
                <a:ext uri="{FF2B5EF4-FFF2-40B4-BE49-F238E27FC236}">
                  <a16:creationId xmlns:a16="http://schemas.microsoft.com/office/drawing/2014/main" id="{14530A93-1685-4D46-8502-228708625D5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34" y="1589"/>
              <a:ext cx="28" cy="24"/>
            </a:xfrm>
            <a:custGeom>
              <a:avLst/>
              <a:gdLst>
                <a:gd name="T0" fmla="*/ 81 w 16"/>
                <a:gd name="T1" fmla="*/ 29 h 14"/>
                <a:gd name="T2" fmla="*/ 86 w 16"/>
                <a:gd name="T3" fmla="*/ 29 h 14"/>
                <a:gd name="T4" fmla="*/ 81 w 16"/>
                <a:gd name="T5" fmla="*/ 15 h 14"/>
                <a:gd name="T6" fmla="*/ 81 w 16"/>
                <a:gd name="T7" fmla="*/ 15 h 14"/>
                <a:gd name="T8" fmla="*/ 77 w 16"/>
                <a:gd name="T9" fmla="*/ 15 h 14"/>
                <a:gd name="T10" fmla="*/ 81 w 16"/>
                <a:gd name="T11" fmla="*/ 29 h 14"/>
                <a:gd name="T12" fmla="*/ 81 w 16"/>
                <a:gd name="T13" fmla="*/ 29 h 14"/>
                <a:gd name="T14" fmla="*/ 77 w 16"/>
                <a:gd name="T15" fmla="*/ 57 h 14"/>
                <a:gd name="T16" fmla="*/ 49 w 16"/>
                <a:gd name="T17" fmla="*/ 65 h 14"/>
                <a:gd name="T18" fmla="*/ 16 w 16"/>
                <a:gd name="T19" fmla="*/ 57 h 14"/>
                <a:gd name="T20" fmla="*/ 12 w 16"/>
                <a:gd name="T21" fmla="*/ 57 h 14"/>
                <a:gd name="T22" fmla="*/ 49 w 16"/>
                <a:gd name="T23" fmla="*/ 70 h 14"/>
                <a:gd name="T24" fmla="*/ 77 w 16"/>
                <a:gd name="T25" fmla="*/ 57 h 14"/>
                <a:gd name="T26" fmla="*/ 86 w 16"/>
                <a:gd name="T27" fmla="*/ 41 h 14"/>
                <a:gd name="T28" fmla="*/ 81 w 16"/>
                <a:gd name="T29" fmla="*/ 45 h 14"/>
                <a:gd name="T30" fmla="*/ 77 w 16"/>
                <a:gd name="T31" fmla="*/ 57 h 14"/>
                <a:gd name="T32" fmla="*/ 16 w 16"/>
                <a:gd name="T33" fmla="*/ 15 h 14"/>
                <a:gd name="T34" fmla="*/ 12 w 16"/>
                <a:gd name="T35" fmla="*/ 9 h 14"/>
                <a:gd name="T36" fmla="*/ 7 w 16"/>
                <a:gd name="T37" fmla="*/ 15 h 14"/>
                <a:gd name="T38" fmla="*/ 12 w 16"/>
                <a:gd name="T39" fmla="*/ 21 h 14"/>
                <a:gd name="T40" fmla="*/ 16 w 16"/>
                <a:gd name="T41" fmla="*/ 15 h 14"/>
                <a:gd name="T42" fmla="*/ 0 w 16"/>
                <a:gd name="T43" fmla="*/ 26 h 14"/>
                <a:gd name="T44" fmla="*/ 0 w 16"/>
                <a:gd name="T45" fmla="*/ 26 h 14"/>
                <a:gd name="T46" fmla="*/ 0 w 16"/>
                <a:gd name="T47" fmla="*/ 26 h 14"/>
                <a:gd name="T48" fmla="*/ 0 w 16"/>
                <a:gd name="T49" fmla="*/ 26 h 14"/>
                <a:gd name="T50" fmla="*/ 65 w 16"/>
                <a:gd name="T51" fmla="*/ 9 h 14"/>
                <a:gd name="T52" fmla="*/ 77 w 16"/>
                <a:gd name="T53" fmla="*/ 5 h 14"/>
                <a:gd name="T54" fmla="*/ 56 w 16"/>
                <a:gd name="T55" fmla="*/ 0 h 14"/>
                <a:gd name="T56" fmla="*/ 56 w 16"/>
                <a:gd name="T57" fmla="*/ 5 h 14"/>
                <a:gd name="T58" fmla="*/ 65 w 16"/>
                <a:gd name="T59" fmla="*/ 9 h 14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16" h="14">
                  <a:moveTo>
                    <a:pt x="15" y="6"/>
                  </a:moveTo>
                  <a:cubicBezTo>
                    <a:pt x="16" y="6"/>
                    <a:pt x="16" y="6"/>
                    <a:pt x="16" y="6"/>
                  </a:cubicBezTo>
                  <a:cubicBezTo>
                    <a:pt x="16" y="5"/>
                    <a:pt x="16" y="4"/>
                    <a:pt x="15" y="3"/>
                  </a:cubicBezTo>
                  <a:cubicBezTo>
                    <a:pt x="15" y="3"/>
                    <a:pt x="15" y="3"/>
                    <a:pt x="15" y="3"/>
                  </a:cubicBezTo>
                  <a:cubicBezTo>
                    <a:pt x="15" y="3"/>
                    <a:pt x="14" y="3"/>
                    <a:pt x="14" y="3"/>
                  </a:cubicBezTo>
                  <a:cubicBezTo>
                    <a:pt x="15" y="4"/>
                    <a:pt x="15" y="5"/>
                    <a:pt x="15" y="6"/>
                  </a:cubicBezTo>
                  <a:cubicBezTo>
                    <a:pt x="15" y="6"/>
                    <a:pt x="15" y="6"/>
                    <a:pt x="15" y="6"/>
                  </a:cubicBezTo>
                  <a:moveTo>
                    <a:pt x="14" y="11"/>
                  </a:moveTo>
                  <a:cubicBezTo>
                    <a:pt x="12" y="12"/>
                    <a:pt x="11" y="13"/>
                    <a:pt x="9" y="13"/>
                  </a:cubicBezTo>
                  <a:cubicBezTo>
                    <a:pt x="6" y="13"/>
                    <a:pt x="4" y="12"/>
                    <a:pt x="3" y="11"/>
                  </a:cubicBezTo>
                  <a:cubicBezTo>
                    <a:pt x="2" y="11"/>
                    <a:pt x="2" y="11"/>
                    <a:pt x="2" y="11"/>
                  </a:cubicBezTo>
                  <a:cubicBezTo>
                    <a:pt x="3" y="13"/>
                    <a:pt x="6" y="14"/>
                    <a:pt x="9" y="14"/>
                  </a:cubicBezTo>
                  <a:cubicBezTo>
                    <a:pt x="11" y="14"/>
                    <a:pt x="13" y="13"/>
                    <a:pt x="14" y="11"/>
                  </a:cubicBezTo>
                  <a:cubicBezTo>
                    <a:pt x="15" y="10"/>
                    <a:pt x="16" y="9"/>
                    <a:pt x="16" y="8"/>
                  </a:cubicBezTo>
                  <a:cubicBezTo>
                    <a:pt x="16" y="9"/>
                    <a:pt x="15" y="9"/>
                    <a:pt x="15" y="9"/>
                  </a:cubicBezTo>
                  <a:cubicBezTo>
                    <a:pt x="15" y="9"/>
                    <a:pt x="14" y="10"/>
                    <a:pt x="14" y="11"/>
                  </a:cubicBezTo>
                  <a:moveTo>
                    <a:pt x="3" y="3"/>
                  </a:moveTo>
                  <a:cubicBezTo>
                    <a:pt x="3" y="2"/>
                    <a:pt x="2" y="2"/>
                    <a:pt x="2" y="2"/>
                  </a:cubicBezTo>
                  <a:cubicBezTo>
                    <a:pt x="2" y="2"/>
                    <a:pt x="1" y="3"/>
                    <a:pt x="1" y="3"/>
                  </a:cubicBezTo>
                  <a:cubicBezTo>
                    <a:pt x="1" y="4"/>
                    <a:pt x="1" y="4"/>
                    <a:pt x="2" y="4"/>
                  </a:cubicBezTo>
                  <a:cubicBezTo>
                    <a:pt x="2" y="3"/>
                    <a:pt x="2" y="3"/>
                    <a:pt x="3" y="3"/>
                  </a:cubicBezTo>
                  <a:moveTo>
                    <a:pt x="0" y="5"/>
                  </a:moveTo>
                  <a:cubicBezTo>
                    <a:pt x="0" y="5"/>
                    <a:pt x="0" y="5"/>
                    <a:pt x="0" y="5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5"/>
                    <a:pt x="0" y="5"/>
                    <a:pt x="0" y="5"/>
                  </a:cubicBezTo>
                  <a:moveTo>
                    <a:pt x="12" y="2"/>
                  </a:moveTo>
                  <a:cubicBezTo>
                    <a:pt x="13" y="1"/>
                    <a:pt x="13" y="1"/>
                    <a:pt x="14" y="1"/>
                  </a:cubicBezTo>
                  <a:cubicBezTo>
                    <a:pt x="13" y="0"/>
                    <a:pt x="11" y="0"/>
                    <a:pt x="10" y="0"/>
                  </a:cubicBezTo>
                  <a:cubicBezTo>
                    <a:pt x="10" y="0"/>
                    <a:pt x="10" y="0"/>
                    <a:pt x="10" y="1"/>
                  </a:cubicBezTo>
                  <a:cubicBezTo>
                    <a:pt x="11" y="1"/>
                    <a:pt x="12" y="1"/>
                    <a:pt x="12" y="2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3185" name="Freeform 444">
              <a:extLst>
                <a:ext uri="{FF2B5EF4-FFF2-40B4-BE49-F238E27FC236}">
                  <a16:creationId xmlns:a16="http://schemas.microsoft.com/office/drawing/2014/main" id="{F43CF062-99DC-4CBA-A387-9429AB46C3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5" y="1587"/>
              <a:ext cx="28" cy="24"/>
            </a:xfrm>
            <a:custGeom>
              <a:avLst/>
              <a:gdLst>
                <a:gd name="T0" fmla="*/ 86 w 16"/>
                <a:gd name="T1" fmla="*/ 36 h 14"/>
                <a:gd name="T2" fmla="*/ 49 w 16"/>
                <a:gd name="T3" fmla="*/ 0 h 14"/>
                <a:gd name="T4" fmla="*/ 7 w 16"/>
                <a:gd name="T5" fmla="*/ 29 h 14"/>
                <a:gd name="T6" fmla="*/ 44 w 16"/>
                <a:gd name="T7" fmla="*/ 70 h 14"/>
                <a:gd name="T8" fmla="*/ 86 w 16"/>
                <a:gd name="T9" fmla="*/ 36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4">
                  <a:moveTo>
                    <a:pt x="16" y="7"/>
                  </a:moveTo>
                  <a:cubicBezTo>
                    <a:pt x="16" y="4"/>
                    <a:pt x="13" y="1"/>
                    <a:pt x="9" y="0"/>
                  </a:cubicBezTo>
                  <a:cubicBezTo>
                    <a:pt x="5" y="0"/>
                    <a:pt x="1" y="3"/>
                    <a:pt x="1" y="6"/>
                  </a:cubicBezTo>
                  <a:cubicBezTo>
                    <a:pt x="0" y="10"/>
                    <a:pt x="4" y="13"/>
                    <a:pt x="8" y="14"/>
                  </a:cubicBezTo>
                  <a:cubicBezTo>
                    <a:pt x="12" y="14"/>
                    <a:pt x="16" y="11"/>
                    <a:pt x="16" y="7"/>
                  </a:cubicBezTo>
                </a:path>
              </a:pathLst>
            </a:custGeom>
            <a:solidFill>
              <a:srgbClr val="F9CA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3186" name="Freeform 445">
              <a:extLst>
                <a:ext uri="{FF2B5EF4-FFF2-40B4-BE49-F238E27FC236}">
                  <a16:creationId xmlns:a16="http://schemas.microsoft.com/office/drawing/2014/main" id="{050E16AF-81AB-4CE2-99B9-A5615B3FA65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083" y="1594"/>
              <a:ext cx="13" cy="10"/>
            </a:xfrm>
            <a:custGeom>
              <a:avLst/>
              <a:gdLst>
                <a:gd name="T0" fmla="*/ 0 w 7"/>
                <a:gd name="T1" fmla="*/ 13 h 6"/>
                <a:gd name="T2" fmla="*/ 7 w 7"/>
                <a:gd name="T3" fmla="*/ 22 h 6"/>
                <a:gd name="T4" fmla="*/ 20 w 7"/>
                <a:gd name="T5" fmla="*/ 28 h 6"/>
                <a:gd name="T6" fmla="*/ 37 w 7"/>
                <a:gd name="T7" fmla="*/ 22 h 6"/>
                <a:gd name="T8" fmla="*/ 45 w 7"/>
                <a:gd name="T9" fmla="*/ 13 h 6"/>
                <a:gd name="T10" fmla="*/ 37 w 7"/>
                <a:gd name="T11" fmla="*/ 5 h 6"/>
                <a:gd name="T12" fmla="*/ 37 w 7"/>
                <a:gd name="T13" fmla="*/ 8 h 6"/>
                <a:gd name="T14" fmla="*/ 32 w 7"/>
                <a:gd name="T15" fmla="*/ 8 h 6"/>
                <a:gd name="T16" fmla="*/ 37 w 7"/>
                <a:gd name="T17" fmla="*/ 13 h 6"/>
                <a:gd name="T18" fmla="*/ 37 w 7"/>
                <a:gd name="T19" fmla="*/ 13 h 6"/>
                <a:gd name="T20" fmla="*/ 37 w 7"/>
                <a:gd name="T21" fmla="*/ 13 h 6"/>
                <a:gd name="T22" fmla="*/ 32 w 7"/>
                <a:gd name="T23" fmla="*/ 20 h 6"/>
                <a:gd name="T24" fmla="*/ 20 w 7"/>
                <a:gd name="T25" fmla="*/ 22 h 6"/>
                <a:gd name="T26" fmla="*/ 13 w 7"/>
                <a:gd name="T27" fmla="*/ 20 h 6"/>
                <a:gd name="T28" fmla="*/ 7 w 7"/>
                <a:gd name="T29" fmla="*/ 20 h 6"/>
                <a:gd name="T30" fmla="*/ 0 w 7"/>
                <a:gd name="T31" fmla="*/ 8 h 6"/>
                <a:gd name="T32" fmla="*/ 0 w 7"/>
                <a:gd name="T33" fmla="*/ 13 h 6"/>
                <a:gd name="T34" fmla="*/ 24 w 7"/>
                <a:gd name="T35" fmla="*/ 5 h 6"/>
                <a:gd name="T36" fmla="*/ 24 w 7"/>
                <a:gd name="T37" fmla="*/ 0 h 6"/>
                <a:gd name="T38" fmla="*/ 24 w 7"/>
                <a:gd name="T39" fmla="*/ 0 h 6"/>
                <a:gd name="T40" fmla="*/ 20 w 7"/>
                <a:gd name="T41" fmla="*/ 0 h 6"/>
                <a:gd name="T42" fmla="*/ 20 w 7"/>
                <a:gd name="T43" fmla="*/ 0 h 6"/>
                <a:gd name="T44" fmla="*/ 20 w 7"/>
                <a:gd name="T45" fmla="*/ 5 h 6"/>
                <a:gd name="T46" fmla="*/ 24 w 7"/>
                <a:gd name="T47" fmla="*/ 5 h 6"/>
                <a:gd name="T48" fmla="*/ 24 w 7"/>
                <a:gd name="T49" fmla="*/ 5 h 6"/>
                <a:gd name="T50" fmla="*/ 24 w 7"/>
                <a:gd name="T51" fmla="*/ 5 h 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7" h="6">
                  <a:moveTo>
                    <a:pt x="0" y="3"/>
                  </a:moveTo>
                  <a:cubicBezTo>
                    <a:pt x="1" y="5"/>
                    <a:pt x="1" y="5"/>
                    <a:pt x="1" y="5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6" y="2"/>
                    <a:pt x="5" y="2"/>
                    <a:pt x="5" y="2"/>
                  </a:cubicBezTo>
                  <a:cubicBezTo>
                    <a:pt x="5" y="2"/>
                    <a:pt x="6" y="3"/>
                    <a:pt x="6" y="3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3"/>
                    <a:pt x="1" y="3"/>
                    <a:pt x="0" y="2"/>
                  </a:cubicBezTo>
                  <a:lnTo>
                    <a:pt x="0" y="3"/>
                  </a:lnTo>
                  <a:close/>
                  <a:moveTo>
                    <a:pt x="4" y="1"/>
                  </a:moveTo>
                  <a:cubicBezTo>
                    <a:pt x="4" y="1"/>
                    <a:pt x="4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3187" name="Freeform 446">
              <a:extLst>
                <a:ext uri="{FF2B5EF4-FFF2-40B4-BE49-F238E27FC236}">
                  <a16:creationId xmlns:a16="http://schemas.microsoft.com/office/drawing/2014/main" id="{32DF86B1-40AE-48CE-903C-3FA246B35DB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075" y="1587"/>
              <a:ext cx="29" cy="24"/>
            </a:xfrm>
            <a:custGeom>
              <a:avLst/>
              <a:gdLst>
                <a:gd name="T0" fmla="*/ 44 w 17"/>
                <a:gd name="T1" fmla="*/ 5 h 14"/>
                <a:gd name="T2" fmla="*/ 44 w 17"/>
                <a:gd name="T3" fmla="*/ 5 h 14"/>
                <a:gd name="T4" fmla="*/ 44 w 17"/>
                <a:gd name="T5" fmla="*/ 0 h 14"/>
                <a:gd name="T6" fmla="*/ 44 w 17"/>
                <a:gd name="T7" fmla="*/ 0 h 14"/>
                <a:gd name="T8" fmla="*/ 44 w 17"/>
                <a:gd name="T9" fmla="*/ 5 h 14"/>
                <a:gd name="T10" fmla="*/ 44 w 17"/>
                <a:gd name="T11" fmla="*/ 5 h 14"/>
                <a:gd name="T12" fmla="*/ 9 w 17"/>
                <a:gd name="T13" fmla="*/ 45 h 14"/>
                <a:gd name="T14" fmla="*/ 0 w 17"/>
                <a:gd name="T15" fmla="*/ 45 h 14"/>
                <a:gd name="T16" fmla="*/ 9 w 17"/>
                <a:gd name="T17" fmla="*/ 62 h 14"/>
                <a:gd name="T18" fmla="*/ 41 w 17"/>
                <a:gd name="T19" fmla="*/ 70 h 14"/>
                <a:gd name="T20" fmla="*/ 75 w 17"/>
                <a:gd name="T21" fmla="*/ 57 h 14"/>
                <a:gd name="T22" fmla="*/ 70 w 17"/>
                <a:gd name="T23" fmla="*/ 57 h 14"/>
                <a:gd name="T24" fmla="*/ 41 w 17"/>
                <a:gd name="T25" fmla="*/ 65 h 14"/>
                <a:gd name="T26" fmla="*/ 15 w 17"/>
                <a:gd name="T27" fmla="*/ 57 h 14"/>
                <a:gd name="T28" fmla="*/ 9 w 17"/>
                <a:gd name="T29" fmla="*/ 45 h 14"/>
                <a:gd name="T30" fmla="*/ 78 w 17"/>
                <a:gd name="T31" fmla="*/ 29 h 14"/>
                <a:gd name="T32" fmla="*/ 84 w 17"/>
                <a:gd name="T33" fmla="*/ 29 h 14"/>
                <a:gd name="T34" fmla="*/ 78 w 17"/>
                <a:gd name="T35" fmla="*/ 29 h 14"/>
                <a:gd name="T36" fmla="*/ 78 w 17"/>
                <a:gd name="T37" fmla="*/ 29 h 14"/>
                <a:gd name="T38" fmla="*/ 29 w 17"/>
                <a:gd name="T39" fmla="*/ 5 h 14"/>
                <a:gd name="T40" fmla="*/ 29 w 17"/>
                <a:gd name="T41" fmla="*/ 0 h 14"/>
                <a:gd name="T42" fmla="*/ 15 w 17"/>
                <a:gd name="T43" fmla="*/ 5 h 14"/>
                <a:gd name="T44" fmla="*/ 20 w 17"/>
                <a:gd name="T45" fmla="*/ 9 h 14"/>
                <a:gd name="T46" fmla="*/ 29 w 17"/>
                <a:gd name="T47" fmla="*/ 5 h 14"/>
                <a:gd name="T48" fmla="*/ 58 w 17"/>
                <a:gd name="T49" fmla="*/ 9 h 14"/>
                <a:gd name="T50" fmla="*/ 65 w 17"/>
                <a:gd name="T51" fmla="*/ 5 h 14"/>
                <a:gd name="T52" fmla="*/ 58 w 17"/>
                <a:gd name="T53" fmla="*/ 0 h 14"/>
                <a:gd name="T54" fmla="*/ 58 w 17"/>
                <a:gd name="T55" fmla="*/ 5 h 14"/>
                <a:gd name="T56" fmla="*/ 58 w 17"/>
                <a:gd name="T57" fmla="*/ 9 h 14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17" h="14">
                  <a:moveTo>
                    <a:pt x="9" y="1"/>
                  </a:moveTo>
                  <a:cubicBezTo>
                    <a:pt x="9" y="1"/>
                    <a:pt x="9" y="1"/>
                    <a:pt x="9" y="1"/>
                  </a:cubicBezTo>
                  <a:cubicBezTo>
                    <a:pt x="9" y="1"/>
                    <a:pt x="9" y="0"/>
                    <a:pt x="9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9" y="0"/>
                    <a:pt x="9" y="1"/>
                    <a:pt x="9" y="1"/>
                  </a:cubicBezTo>
                  <a:cubicBezTo>
                    <a:pt x="9" y="1"/>
                    <a:pt x="9" y="1"/>
                    <a:pt x="9" y="1"/>
                  </a:cubicBezTo>
                  <a:moveTo>
                    <a:pt x="2" y="9"/>
                  </a:moveTo>
                  <a:cubicBezTo>
                    <a:pt x="1" y="9"/>
                    <a:pt x="1" y="9"/>
                    <a:pt x="0" y="9"/>
                  </a:cubicBezTo>
                  <a:cubicBezTo>
                    <a:pt x="1" y="10"/>
                    <a:pt x="1" y="11"/>
                    <a:pt x="2" y="12"/>
                  </a:cubicBezTo>
                  <a:cubicBezTo>
                    <a:pt x="4" y="13"/>
                    <a:pt x="6" y="14"/>
                    <a:pt x="8" y="14"/>
                  </a:cubicBezTo>
                  <a:cubicBezTo>
                    <a:pt x="11" y="14"/>
                    <a:pt x="13" y="13"/>
                    <a:pt x="15" y="11"/>
                  </a:cubicBezTo>
                  <a:cubicBezTo>
                    <a:pt x="14" y="11"/>
                    <a:pt x="14" y="11"/>
                    <a:pt x="14" y="11"/>
                  </a:cubicBezTo>
                  <a:cubicBezTo>
                    <a:pt x="12" y="12"/>
                    <a:pt x="10" y="13"/>
                    <a:pt x="8" y="13"/>
                  </a:cubicBezTo>
                  <a:cubicBezTo>
                    <a:pt x="6" y="13"/>
                    <a:pt x="4" y="12"/>
                    <a:pt x="3" y="11"/>
                  </a:cubicBezTo>
                  <a:cubicBezTo>
                    <a:pt x="2" y="10"/>
                    <a:pt x="2" y="10"/>
                    <a:pt x="2" y="9"/>
                  </a:cubicBezTo>
                  <a:moveTo>
                    <a:pt x="16" y="6"/>
                  </a:moveTo>
                  <a:cubicBezTo>
                    <a:pt x="16" y="6"/>
                    <a:pt x="16" y="6"/>
                    <a:pt x="17" y="6"/>
                  </a:cubicBezTo>
                  <a:cubicBezTo>
                    <a:pt x="17" y="6"/>
                    <a:pt x="17" y="6"/>
                    <a:pt x="16" y="6"/>
                  </a:cubicBezTo>
                  <a:cubicBezTo>
                    <a:pt x="16" y="6"/>
                    <a:pt x="16" y="6"/>
                    <a:pt x="16" y="6"/>
                  </a:cubicBezTo>
                  <a:moveTo>
                    <a:pt x="6" y="1"/>
                  </a:moveTo>
                  <a:cubicBezTo>
                    <a:pt x="6" y="1"/>
                    <a:pt x="6" y="0"/>
                    <a:pt x="6" y="0"/>
                  </a:cubicBezTo>
                  <a:cubicBezTo>
                    <a:pt x="5" y="0"/>
                    <a:pt x="4" y="1"/>
                    <a:pt x="3" y="1"/>
                  </a:cubicBezTo>
                  <a:cubicBezTo>
                    <a:pt x="3" y="2"/>
                    <a:pt x="4" y="2"/>
                    <a:pt x="4" y="2"/>
                  </a:cubicBezTo>
                  <a:cubicBezTo>
                    <a:pt x="5" y="2"/>
                    <a:pt x="5" y="1"/>
                    <a:pt x="6" y="1"/>
                  </a:cubicBezTo>
                  <a:moveTo>
                    <a:pt x="12" y="2"/>
                  </a:moveTo>
                  <a:cubicBezTo>
                    <a:pt x="12" y="1"/>
                    <a:pt x="12" y="1"/>
                    <a:pt x="13" y="1"/>
                  </a:cubicBezTo>
                  <a:cubicBezTo>
                    <a:pt x="12" y="1"/>
                    <a:pt x="12" y="0"/>
                    <a:pt x="12" y="0"/>
                  </a:cubicBezTo>
                  <a:cubicBezTo>
                    <a:pt x="12" y="1"/>
                    <a:pt x="12" y="1"/>
                    <a:pt x="12" y="1"/>
                  </a:cubicBezTo>
                  <a:cubicBezTo>
                    <a:pt x="12" y="2"/>
                    <a:pt x="12" y="2"/>
                    <a:pt x="12" y="2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3188" name="Freeform 447">
              <a:extLst>
                <a:ext uri="{FF2B5EF4-FFF2-40B4-BE49-F238E27FC236}">
                  <a16:creationId xmlns:a16="http://schemas.microsoft.com/office/drawing/2014/main" id="{FC9344FE-1A37-4049-A254-9D2B4A199EF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7" y="2623"/>
              <a:ext cx="67" cy="42"/>
            </a:xfrm>
            <a:custGeom>
              <a:avLst/>
              <a:gdLst>
                <a:gd name="T0" fmla="*/ 0 w 38"/>
                <a:gd name="T1" fmla="*/ 130 h 24"/>
                <a:gd name="T2" fmla="*/ 37 w 38"/>
                <a:gd name="T3" fmla="*/ 114 h 24"/>
                <a:gd name="T4" fmla="*/ 130 w 38"/>
                <a:gd name="T5" fmla="*/ 70 h 24"/>
                <a:gd name="T6" fmla="*/ 208 w 38"/>
                <a:gd name="T7" fmla="*/ 0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" h="24">
                  <a:moveTo>
                    <a:pt x="0" y="24"/>
                  </a:moveTo>
                  <a:cubicBezTo>
                    <a:pt x="1" y="23"/>
                    <a:pt x="4" y="22"/>
                    <a:pt x="7" y="21"/>
                  </a:cubicBezTo>
                  <a:cubicBezTo>
                    <a:pt x="12" y="18"/>
                    <a:pt x="18" y="17"/>
                    <a:pt x="24" y="13"/>
                  </a:cubicBezTo>
                  <a:cubicBezTo>
                    <a:pt x="28" y="11"/>
                    <a:pt x="34" y="2"/>
                    <a:pt x="38" y="0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3189" name="Freeform 448">
              <a:extLst>
                <a:ext uri="{FF2B5EF4-FFF2-40B4-BE49-F238E27FC236}">
                  <a16:creationId xmlns:a16="http://schemas.microsoft.com/office/drawing/2014/main" id="{C11C3C83-91B0-4EC2-B4B6-5E6177D6BF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8" y="2632"/>
              <a:ext cx="51" cy="43"/>
            </a:xfrm>
            <a:custGeom>
              <a:avLst/>
              <a:gdLst>
                <a:gd name="T0" fmla="*/ 158 w 29"/>
                <a:gd name="T1" fmla="*/ 0 h 25"/>
                <a:gd name="T2" fmla="*/ 93 w 29"/>
                <a:gd name="T3" fmla="*/ 77 h 25"/>
                <a:gd name="T4" fmla="*/ 0 w 29"/>
                <a:gd name="T5" fmla="*/ 127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25">
                  <a:moveTo>
                    <a:pt x="29" y="0"/>
                  </a:moveTo>
                  <a:cubicBezTo>
                    <a:pt x="25" y="5"/>
                    <a:pt x="17" y="13"/>
                    <a:pt x="17" y="15"/>
                  </a:cubicBezTo>
                  <a:cubicBezTo>
                    <a:pt x="12" y="17"/>
                    <a:pt x="9" y="17"/>
                    <a:pt x="0" y="25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3190" name="Freeform 449">
              <a:extLst>
                <a:ext uri="{FF2B5EF4-FFF2-40B4-BE49-F238E27FC236}">
                  <a16:creationId xmlns:a16="http://schemas.microsoft.com/office/drawing/2014/main" id="{74E6C056-0658-48F8-B0E3-25E32E102AF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9" y="2572"/>
              <a:ext cx="70" cy="82"/>
            </a:xfrm>
            <a:custGeom>
              <a:avLst/>
              <a:gdLst>
                <a:gd name="T0" fmla="*/ 184 w 40"/>
                <a:gd name="T1" fmla="*/ 180 h 47"/>
                <a:gd name="T2" fmla="*/ 215 w 40"/>
                <a:gd name="T3" fmla="*/ 101 h 47"/>
                <a:gd name="T4" fmla="*/ 144 w 40"/>
                <a:gd name="T5" fmla="*/ 0 h 47"/>
                <a:gd name="T6" fmla="*/ 107 w 40"/>
                <a:gd name="T7" fmla="*/ 49 h 47"/>
                <a:gd name="T8" fmla="*/ 86 w 40"/>
                <a:gd name="T9" fmla="*/ 176 h 47"/>
                <a:gd name="T10" fmla="*/ 0 w 40"/>
                <a:gd name="T11" fmla="*/ 244 h 4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0" h="47">
                  <a:moveTo>
                    <a:pt x="34" y="34"/>
                  </a:moveTo>
                  <a:cubicBezTo>
                    <a:pt x="34" y="28"/>
                    <a:pt x="39" y="25"/>
                    <a:pt x="40" y="19"/>
                  </a:cubicBezTo>
                  <a:cubicBezTo>
                    <a:pt x="40" y="12"/>
                    <a:pt x="34" y="5"/>
                    <a:pt x="27" y="0"/>
                  </a:cubicBezTo>
                  <a:cubicBezTo>
                    <a:pt x="21" y="0"/>
                    <a:pt x="21" y="5"/>
                    <a:pt x="20" y="9"/>
                  </a:cubicBezTo>
                  <a:cubicBezTo>
                    <a:pt x="20" y="13"/>
                    <a:pt x="18" y="28"/>
                    <a:pt x="16" y="33"/>
                  </a:cubicBezTo>
                  <a:cubicBezTo>
                    <a:pt x="16" y="38"/>
                    <a:pt x="9" y="47"/>
                    <a:pt x="0" y="46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3191" name="Freeform 450">
              <a:extLst>
                <a:ext uri="{FF2B5EF4-FFF2-40B4-BE49-F238E27FC236}">
                  <a16:creationId xmlns:a16="http://schemas.microsoft.com/office/drawing/2014/main" id="{CBC8A110-D0FA-486C-B622-BCCA3FB7F19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6" y="2693"/>
              <a:ext cx="22" cy="9"/>
            </a:xfrm>
            <a:custGeom>
              <a:avLst/>
              <a:gdLst>
                <a:gd name="T0" fmla="*/ 63 w 13"/>
                <a:gd name="T1" fmla="*/ 16 h 5"/>
                <a:gd name="T2" fmla="*/ 0 w 13"/>
                <a:gd name="T3" fmla="*/ 2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5">
                  <a:moveTo>
                    <a:pt x="13" y="3"/>
                  </a:moveTo>
                  <a:cubicBezTo>
                    <a:pt x="11" y="0"/>
                    <a:pt x="5" y="1"/>
                    <a:pt x="0" y="5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3192" name="Freeform 451">
              <a:extLst>
                <a:ext uri="{FF2B5EF4-FFF2-40B4-BE49-F238E27FC236}">
                  <a16:creationId xmlns:a16="http://schemas.microsoft.com/office/drawing/2014/main" id="{36A949DE-AA91-4387-B234-D728A15CD9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6" y="2563"/>
              <a:ext cx="7" cy="16"/>
            </a:xfrm>
            <a:custGeom>
              <a:avLst/>
              <a:gdLst>
                <a:gd name="T0" fmla="*/ 21 w 4"/>
                <a:gd name="T1" fmla="*/ 0 h 9"/>
                <a:gd name="T2" fmla="*/ 0 w 4"/>
                <a:gd name="T3" fmla="*/ 5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9">
                  <a:moveTo>
                    <a:pt x="4" y="0"/>
                  </a:moveTo>
                  <a:cubicBezTo>
                    <a:pt x="3" y="2"/>
                    <a:pt x="1" y="5"/>
                    <a:pt x="0" y="9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3193" name="Freeform 452">
              <a:extLst>
                <a:ext uri="{FF2B5EF4-FFF2-40B4-BE49-F238E27FC236}">
                  <a16:creationId xmlns:a16="http://schemas.microsoft.com/office/drawing/2014/main" id="{876E6932-9809-408C-AEBD-D1737EA901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5" y="2593"/>
              <a:ext cx="37" cy="42"/>
            </a:xfrm>
            <a:custGeom>
              <a:avLst/>
              <a:gdLst>
                <a:gd name="T0" fmla="*/ 115 w 21"/>
                <a:gd name="T1" fmla="*/ 0 h 24"/>
                <a:gd name="T2" fmla="*/ 65 w 21"/>
                <a:gd name="T3" fmla="*/ 98 h 24"/>
                <a:gd name="T4" fmla="*/ 0 w 21"/>
                <a:gd name="T5" fmla="*/ 130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24">
                  <a:moveTo>
                    <a:pt x="21" y="0"/>
                  </a:moveTo>
                  <a:cubicBezTo>
                    <a:pt x="20" y="8"/>
                    <a:pt x="15" y="12"/>
                    <a:pt x="12" y="18"/>
                  </a:cubicBezTo>
                  <a:cubicBezTo>
                    <a:pt x="10" y="23"/>
                    <a:pt x="3" y="21"/>
                    <a:pt x="0" y="24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3194" name="Freeform 453">
              <a:extLst>
                <a:ext uri="{FF2B5EF4-FFF2-40B4-BE49-F238E27FC236}">
                  <a16:creationId xmlns:a16="http://schemas.microsoft.com/office/drawing/2014/main" id="{983B5AFE-0E8F-424D-96A9-C51B55A450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1" y="2581"/>
              <a:ext cx="24" cy="38"/>
            </a:xfrm>
            <a:custGeom>
              <a:avLst/>
              <a:gdLst>
                <a:gd name="T0" fmla="*/ 70 w 14"/>
                <a:gd name="T1" fmla="*/ 0 h 22"/>
                <a:gd name="T2" fmla="*/ 29 w 14"/>
                <a:gd name="T3" fmla="*/ 104 h 22"/>
                <a:gd name="T4" fmla="*/ 0 w 14"/>
                <a:gd name="T5" fmla="*/ 114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22">
                  <a:moveTo>
                    <a:pt x="14" y="0"/>
                  </a:moveTo>
                  <a:cubicBezTo>
                    <a:pt x="13" y="5"/>
                    <a:pt x="9" y="18"/>
                    <a:pt x="6" y="20"/>
                  </a:cubicBezTo>
                  <a:cubicBezTo>
                    <a:pt x="3" y="21"/>
                    <a:pt x="1" y="19"/>
                    <a:pt x="0" y="22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3195" name="Freeform 454">
              <a:extLst>
                <a:ext uri="{FF2B5EF4-FFF2-40B4-BE49-F238E27FC236}">
                  <a16:creationId xmlns:a16="http://schemas.microsoft.com/office/drawing/2014/main" id="{D81ACE39-0156-44CC-AEFF-EB9935B1FF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4" y="2628"/>
              <a:ext cx="6" cy="16"/>
            </a:xfrm>
            <a:custGeom>
              <a:avLst/>
              <a:gdLst>
                <a:gd name="T0" fmla="*/ 0 w 3"/>
                <a:gd name="T1" fmla="*/ 0 h 9"/>
                <a:gd name="T2" fmla="*/ 8 w 3"/>
                <a:gd name="T3" fmla="*/ 5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9">
                  <a:moveTo>
                    <a:pt x="0" y="0"/>
                  </a:moveTo>
                  <a:cubicBezTo>
                    <a:pt x="3" y="1"/>
                    <a:pt x="2" y="7"/>
                    <a:pt x="1" y="9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3196" name="Freeform 455">
              <a:extLst>
                <a:ext uri="{FF2B5EF4-FFF2-40B4-BE49-F238E27FC236}">
                  <a16:creationId xmlns:a16="http://schemas.microsoft.com/office/drawing/2014/main" id="{0136826C-F246-4A41-AA25-7203E2FED815}"/>
                </a:ext>
              </a:extLst>
            </p:cNvPr>
            <p:cNvSpPr>
              <a:spLocks/>
            </p:cNvSpPr>
            <p:nvPr/>
          </p:nvSpPr>
          <p:spPr bwMode="auto">
            <a:xfrm>
              <a:off x="943" y="3838"/>
              <a:ext cx="7" cy="31"/>
            </a:xfrm>
            <a:custGeom>
              <a:avLst/>
              <a:gdLst>
                <a:gd name="T0" fmla="*/ 0 w 4"/>
                <a:gd name="T1" fmla="*/ 0 h 18"/>
                <a:gd name="T2" fmla="*/ 21 w 4"/>
                <a:gd name="T3" fmla="*/ 91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8">
                  <a:moveTo>
                    <a:pt x="0" y="0"/>
                  </a:moveTo>
                  <a:cubicBezTo>
                    <a:pt x="0" y="7"/>
                    <a:pt x="4" y="18"/>
                    <a:pt x="4" y="18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3197" name="Freeform 456">
              <a:extLst>
                <a:ext uri="{FF2B5EF4-FFF2-40B4-BE49-F238E27FC236}">
                  <a16:creationId xmlns:a16="http://schemas.microsoft.com/office/drawing/2014/main" id="{7276886C-87B7-44DC-96AD-AD0E4BBE4321}"/>
                </a:ext>
              </a:extLst>
            </p:cNvPr>
            <p:cNvSpPr>
              <a:spLocks/>
            </p:cNvSpPr>
            <p:nvPr/>
          </p:nvSpPr>
          <p:spPr bwMode="auto">
            <a:xfrm>
              <a:off x="913" y="2126"/>
              <a:ext cx="46" cy="33"/>
            </a:xfrm>
            <a:custGeom>
              <a:avLst/>
              <a:gdLst>
                <a:gd name="T0" fmla="*/ 0 w 26"/>
                <a:gd name="T1" fmla="*/ 69 h 19"/>
                <a:gd name="T2" fmla="*/ 110 w 26"/>
                <a:gd name="T3" fmla="*/ 99 h 19"/>
                <a:gd name="T4" fmla="*/ 0 w 26"/>
                <a:gd name="T5" fmla="*/ 63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19">
                  <a:moveTo>
                    <a:pt x="0" y="13"/>
                  </a:moveTo>
                  <a:cubicBezTo>
                    <a:pt x="6" y="7"/>
                    <a:pt x="17" y="10"/>
                    <a:pt x="20" y="19"/>
                  </a:cubicBezTo>
                  <a:cubicBezTo>
                    <a:pt x="26" y="12"/>
                    <a:pt x="4" y="0"/>
                    <a:pt x="0" y="12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3198" name="Freeform 457">
              <a:extLst>
                <a:ext uri="{FF2B5EF4-FFF2-40B4-BE49-F238E27FC236}">
                  <a16:creationId xmlns:a16="http://schemas.microsoft.com/office/drawing/2014/main" id="{6087C496-AD83-49CF-9F5D-FAFE4C11C5FB}"/>
                </a:ext>
              </a:extLst>
            </p:cNvPr>
            <p:cNvSpPr>
              <a:spLocks/>
            </p:cNvSpPr>
            <p:nvPr/>
          </p:nvSpPr>
          <p:spPr bwMode="auto">
            <a:xfrm>
              <a:off x="841" y="3964"/>
              <a:ext cx="25" cy="15"/>
            </a:xfrm>
            <a:custGeom>
              <a:avLst/>
              <a:gdLst>
                <a:gd name="T0" fmla="*/ 29 w 14"/>
                <a:gd name="T1" fmla="*/ 5 h 9"/>
                <a:gd name="T2" fmla="*/ 68 w 14"/>
                <a:gd name="T3" fmla="*/ 13 h 9"/>
                <a:gd name="T4" fmla="*/ 29 w 14"/>
                <a:gd name="T5" fmla="*/ 20 h 9"/>
                <a:gd name="T6" fmla="*/ 0 w 14"/>
                <a:gd name="T7" fmla="*/ 28 h 9"/>
                <a:gd name="T8" fmla="*/ 64 w 14"/>
                <a:gd name="T9" fmla="*/ 42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9">
                  <a:moveTo>
                    <a:pt x="5" y="1"/>
                  </a:moveTo>
                  <a:cubicBezTo>
                    <a:pt x="7" y="1"/>
                    <a:pt x="11" y="0"/>
                    <a:pt x="12" y="3"/>
                  </a:cubicBezTo>
                  <a:cubicBezTo>
                    <a:pt x="14" y="8"/>
                    <a:pt x="6" y="4"/>
                    <a:pt x="5" y="4"/>
                  </a:cubicBezTo>
                  <a:cubicBezTo>
                    <a:pt x="3" y="3"/>
                    <a:pt x="0" y="3"/>
                    <a:pt x="0" y="6"/>
                  </a:cubicBezTo>
                  <a:cubicBezTo>
                    <a:pt x="1" y="9"/>
                    <a:pt x="8" y="8"/>
                    <a:pt x="11" y="9"/>
                  </a:cubicBezTo>
                </a:path>
              </a:pathLst>
            </a:custGeom>
            <a:noFill/>
            <a:ln w="4763" cap="flat">
              <a:solidFill>
                <a:srgbClr val="F6E8B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3199" name="Freeform 458">
              <a:extLst>
                <a:ext uri="{FF2B5EF4-FFF2-40B4-BE49-F238E27FC236}">
                  <a16:creationId xmlns:a16="http://schemas.microsoft.com/office/drawing/2014/main" id="{AB99DC1C-DA48-4E4F-978C-ACABB972A3FC}"/>
                </a:ext>
              </a:extLst>
            </p:cNvPr>
            <p:cNvSpPr>
              <a:spLocks/>
            </p:cNvSpPr>
            <p:nvPr/>
          </p:nvSpPr>
          <p:spPr bwMode="auto">
            <a:xfrm>
              <a:off x="817" y="3965"/>
              <a:ext cx="14" cy="13"/>
            </a:xfrm>
            <a:custGeom>
              <a:avLst/>
              <a:gdLst>
                <a:gd name="T0" fmla="*/ 44 w 8"/>
                <a:gd name="T1" fmla="*/ 24 h 7"/>
                <a:gd name="T2" fmla="*/ 0 w 8"/>
                <a:gd name="T3" fmla="*/ 0 h 7"/>
                <a:gd name="T4" fmla="*/ 33 w 8"/>
                <a:gd name="T5" fmla="*/ 45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7">
                  <a:moveTo>
                    <a:pt x="8" y="4"/>
                  </a:moveTo>
                  <a:cubicBezTo>
                    <a:pt x="7" y="1"/>
                    <a:pt x="3" y="0"/>
                    <a:pt x="0" y="0"/>
                  </a:cubicBezTo>
                  <a:cubicBezTo>
                    <a:pt x="1" y="3"/>
                    <a:pt x="3" y="6"/>
                    <a:pt x="6" y="7"/>
                  </a:cubicBezTo>
                </a:path>
              </a:pathLst>
            </a:custGeom>
            <a:noFill/>
            <a:ln w="4763" cap="flat">
              <a:solidFill>
                <a:srgbClr val="F6E8B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3200" name="Freeform 459">
              <a:extLst>
                <a:ext uri="{FF2B5EF4-FFF2-40B4-BE49-F238E27FC236}">
                  <a16:creationId xmlns:a16="http://schemas.microsoft.com/office/drawing/2014/main" id="{DED89D66-815C-437B-8E92-2F481A6AD946}"/>
                </a:ext>
              </a:extLst>
            </p:cNvPr>
            <p:cNvSpPr>
              <a:spLocks/>
            </p:cNvSpPr>
            <p:nvPr/>
          </p:nvSpPr>
          <p:spPr bwMode="auto">
            <a:xfrm>
              <a:off x="778" y="3958"/>
              <a:ext cx="23" cy="16"/>
            </a:xfrm>
            <a:custGeom>
              <a:avLst/>
              <a:gdLst>
                <a:gd name="T0" fmla="*/ 73 w 13"/>
                <a:gd name="T1" fmla="*/ 36 h 9"/>
                <a:gd name="T2" fmla="*/ 21 w 13"/>
                <a:gd name="T3" fmla="*/ 12 h 9"/>
                <a:gd name="T4" fmla="*/ 65 w 13"/>
                <a:gd name="T5" fmla="*/ 5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9">
                  <a:moveTo>
                    <a:pt x="13" y="6"/>
                  </a:moveTo>
                  <a:cubicBezTo>
                    <a:pt x="12" y="4"/>
                    <a:pt x="7" y="0"/>
                    <a:pt x="4" y="2"/>
                  </a:cubicBezTo>
                  <a:cubicBezTo>
                    <a:pt x="0" y="6"/>
                    <a:pt x="10" y="9"/>
                    <a:pt x="12" y="9"/>
                  </a:cubicBezTo>
                </a:path>
              </a:pathLst>
            </a:custGeom>
            <a:noFill/>
            <a:ln w="4763" cap="flat">
              <a:solidFill>
                <a:srgbClr val="F6E8B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3201" name="Freeform 460">
              <a:extLst>
                <a:ext uri="{FF2B5EF4-FFF2-40B4-BE49-F238E27FC236}">
                  <a16:creationId xmlns:a16="http://schemas.microsoft.com/office/drawing/2014/main" id="{F6262AEA-88B1-4E14-B08B-D1364D0AAA60}"/>
                </a:ext>
              </a:extLst>
            </p:cNvPr>
            <p:cNvSpPr>
              <a:spLocks/>
            </p:cNvSpPr>
            <p:nvPr/>
          </p:nvSpPr>
          <p:spPr bwMode="auto">
            <a:xfrm>
              <a:off x="762" y="3953"/>
              <a:ext cx="9" cy="9"/>
            </a:xfrm>
            <a:custGeom>
              <a:avLst/>
              <a:gdLst>
                <a:gd name="T0" fmla="*/ 29 w 5"/>
                <a:gd name="T1" fmla="*/ 29 h 5"/>
                <a:gd name="T2" fmla="*/ 0 w 5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5">
                  <a:moveTo>
                    <a:pt x="5" y="5"/>
                  </a:moveTo>
                  <a:cubicBezTo>
                    <a:pt x="4" y="3"/>
                    <a:pt x="1" y="2"/>
                    <a:pt x="0" y="0"/>
                  </a:cubicBezTo>
                </a:path>
              </a:pathLst>
            </a:custGeom>
            <a:noFill/>
            <a:ln w="4763" cap="flat">
              <a:solidFill>
                <a:srgbClr val="F6E8B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3202" name="Freeform 461">
              <a:extLst>
                <a:ext uri="{FF2B5EF4-FFF2-40B4-BE49-F238E27FC236}">
                  <a16:creationId xmlns:a16="http://schemas.microsoft.com/office/drawing/2014/main" id="{08633CB7-DA30-4980-8712-753285A7F403}"/>
                </a:ext>
              </a:extLst>
            </p:cNvPr>
            <p:cNvSpPr>
              <a:spLocks/>
            </p:cNvSpPr>
            <p:nvPr/>
          </p:nvSpPr>
          <p:spPr bwMode="auto">
            <a:xfrm>
              <a:off x="992" y="3962"/>
              <a:ext cx="16" cy="12"/>
            </a:xfrm>
            <a:custGeom>
              <a:avLst/>
              <a:gdLst>
                <a:gd name="T0" fmla="*/ 7 w 9"/>
                <a:gd name="T1" fmla="*/ 9 h 7"/>
                <a:gd name="T2" fmla="*/ 50 w 9"/>
                <a:gd name="T3" fmla="*/ 21 h 7"/>
                <a:gd name="T4" fmla="*/ 0 w 9"/>
                <a:gd name="T5" fmla="*/ 29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7">
                  <a:moveTo>
                    <a:pt x="1" y="2"/>
                  </a:moveTo>
                  <a:cubicBezTo>
                    <a:pt x="2" y="2"/>
                    <a:pt x="9" y="0"/>
                    <a:pt x="9" y="4"/>
                  </a:cubicBezTo>
                  <a:cubicBezTo>
                    <a:pt x="8" y="7"/>
                    <a:pt x="2" y="6"/>
                    <a:pt x="0" y="6"/>
                  </a:cubicBezTo>
                </a:path>
              </a:pathLst>
            </a:custGeom>
            <a:noFill/>
            <a:ln w="4763" cap="flat">
              <a:solidFill>
                <a:srgbClr val="F6E8B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3203" name="Freeform 462">
              <a:extLst>
                <a:ext uri="{FF2B5EF4-FFF2-40B4-BE49-F238E27FC236}">
                  <a16:creationId xmlns:a16="http://schemas.microsoft.com/office/drawing/2014/main" id="{DD2B96C5-9359-4548-92EB-C291CE1511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4" y="3965"/>
              <a:ext cx="21" cy="14"/>
            </a:xfrm>
            <a:custGeom>
              <a:avLst/>
              <a:gdLst>
                <a:gd name="T0" fmla="*/ 0 w 12"/>
                <a:gd name="T1" fmla="*/ 21 h 8"/>
                <a:gd name="T2" fmla="*/ 44 w 12"/>
                <a:gd name="T3" fmla="*/ 12 h 8"/>
                <a:gd name="T4" fmla="*/ 7 w 12"/>
                <a:gd name="T5" fmla="*/ 44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8">
                  <a:moveTo>
                    <a:pt x="0" y="4"/>
                  </a:moveTo>
                  <a:cubicBezTo>
                    <a:pt x="2" y="2"/>
                    <a:pt x="6" y="0"/>
                    <a:pt x="8" y="2"/>
                  </a:cubicBezTo>
                  <a:cubicBezTo>
                    <a:pt x="12" y="6"/>
                    <a:pt x="4" y="8"/>
                    <a:pt x="1" y="8"/>
                  </a:cubicBezTo>
                </a:path>
              </a:pathLst>
            </a:custGeom>
            <a:noFill/>
            <a:ln w="4763" cap="flat">
              <a:solidFill>
                <a:srgbClr val="F6E8B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3204" name="Freeform 463">
              <a:extLst>
                <a:ext uri="{FF2B5EF4-FFF2-40B4-BE49-F238E27FC236}">
                  <a16:creationId xmlns:a16="http://schemas.microsoft.com/office/drawing/2014/main" id="{B3E395F1-6A22-4AF7-8A17-C51327C5948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5" y="3962"/>
              <a:ext cx="14" cy="7"/>
            </a:xfrm>
            <a:custGeom>
              <a:avLst/>
              <a:gdLst>
                <a:gd name="T0" fmla="*/ 44 w 8"/>
                <a:gd name="T1" fmla="*/ 0 h 4"/>
                <a:gd name="T2" fmla="*/ 0 w 8"/>
                <a:gd name="T3" fmla="*/ 21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4">
                  <a:moveTo>
                    <a:pt x="8" y="0"/>
                  </a:moveTo>
                  <a:cubicBezTo>
                    <a:pt x="5" y="1"/>
                    <a:pt x="2" y="2"/>
                    <a:pt x="0" y="4"/>
                  </a:cubicBezTo>
                </a:path>
              </a:pathLst>
            </a:custGeom>
            <a:noFill/>
            <a:ln w="4763" cap="flat">
              <a:solidFill>
                <a:srgbClr val="F6E8B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3205" name="Freeform 464">
              <a:extLst>
                <a:ext uri="{FF2B5EF4-FFF2-40B4-BE49-F238E27FC236}">
                  <a16:creationId xmlns:a16="http://schemas.microsoft.com/office/drawing/2014/main" id="{11AB860D-DD9D-4286-894D-BAA63DED16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2" y="3955"/>
              <a:ext cx="14" cy="5"/>
            </a:xfrm>
            <a:custGeom>
              <a:avLst/>
              <a:gdLst>
                <a:gd name="T0" fmla="*/ 44 w 8"/>
                <a:gd name="T1" fmla="*/ 0 h 3"/>
                <a:gd name="T2" fmla="*/ 0 w 8"/>
                <a:gd name="T3" fmla="*/ 13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3">
                  <a:moveTo>
                    <a:pt x="8" y="0"/>
                  </a:moveTo>
                  <a:cubicBezTo>
                    <a:pt x="6" y="0"/>
                    <a:pt x="2" y="1"/>
                    <a:pt x="0" y="3"/>
                  </a:cubicBezTo>
                </a:path>
              </a:pathLst>
            </a:custGeom>
            <a:noFill/>
            <a:ln w="4763" cap="flat">
              <a:solidFill>
                <a:srgbClr val="F6E8B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3206" name="Freeform 465">
              <a:extLst>
                <a:ext uri="{FF2B5EF4-FFF2-40B4-BE49-F238E27FC236}">
                  <a16:creationId xmlns:a16="http://schemas.microsoft.com/office/drawing/2014/main" id="{6C32EA76-0B1B-43B0-BC09-5D43EFB0E1C0}"/>
                </a:ext>
              </a:extLst>
            </p:cNvPr>
            <p:cNvSpPr>
              <a:spLocks/>
            </p:cNvSpPr>
            <p:nvPr/>
          </p:nvSpPr>
          <p:spPr bwMode="auto">
            <a:xfrm>
              <a:off x="866" y="1312"/>
              <a:ext cx="51" cy="123"/>
            </a:xfrm>
            <a:custGeom>
              <a:avLst/>
              <a:gdLst>
                <a:gd name="T0" fmla="*/ 16 w 29"/>
                <a:gd name="T1" fmla="*/ 0 h 70"/>
                <a:gd name="T2" fmla="*/ 37 w 29"/>
                <a:gd name="T3" fmla="*/ 33 h 70"/>
                <a:gd name="T4" fmla="*/ 98 w 29"/>
                <a:gd name="T5" fmla="*/ 179 h 70"/>
                <a:gd name="T6" fmla="*/ 158 w 29"/>
                <a:gd name="T7" fmla="*/ 380 h 70"/>
                <a:gd name="T8" fmla="*/ 109 w 29"/>
                <a:gd name="T9" fmla="*/ 315 h 70"/>
                <a:gd name="T10" fmla="*/ 49 w 29"/>
                <a:gd name="T11" fmla="*/ 158 h 70"/>
                <a:gd name="T12" fmla="*/ 0 w 29"/>
                <a:gd name="T13" fmla="*/ 0 h 7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" h="70">
                  <a:moveTo>
                    <a:pt x="3" y="0"/>
                  </a:moveTo>
                  <a:cubicBezTo>
                    <a:pt x="5" y="2"/>
                    <a:pt x="6" y="4"/>
                    <a:pt x="7" y="6"/>
                  </a:cubicBezTo>
                  <a:cubicBezTo>
                    <a:pt x="12" y="15"/>
                    <a:pt x="16" y="24"/>
                    <a:pt x="18" y="33"/>
                  </a:cubicBezTo>
                  <a:cubicBezTo>
                    <a:pt x="20" y="46"/>
                    <a:pt x="23" y="58"/>
                    <a:pt x="29" y="70"/>
                  </a:cubicBezTo>
                  <a:cubicBezTo>
                    <a:pt x="25" y="67"/>
                    <a:pt x="22" y="62"/>
                    <a:pt x="20" y="58"/>
                  </a:cubicBezTo>
                  <a:cubicBezTo>
                    <a:pt x="16" y="49"/>
                    <a:pt x="11" y="39"/>
                    <a:pt x="9" y="29"/>
                  </a:cubicBezTo>
                  <a:cubicBezTo>
                    <a:pt x="6" y="20"/>
                    <a:pt x="4" y="10"/>
                    <a:pt x="0" y="0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3207" name="Freeform 466">
              <a:extLst>
                <a:ext uri="{FF2B5EF4-FFF2-40B4-BE49-F238E27FC236}">
                  <a16:creationId xmlns:a16="http://schemas.microsoft.com/office/drawing/2014/main" id="{FBA41C86-6DA2-4263-A9A0-19E12F3861FF}"/>
                </a:ext>
              </a:extLst>
            </p:cNvPr>
            <p:cNvSpPr>
              <a:spLocks/>
            </p:cNvSpPr>
            <p:nvPr/>
          </p:nvSpPr>
          <p:spPr bwMode="auto">
            <a:xfrm>
              <a:off x="876" y="1314"/>
              <a:ext cx="32" cy="100"/>
            </a:xfrm>
            <a:custGeom>
              <a:avLst/>
              <a:gdLst>
                <a:gd name="T0" fmla="*/ 0 w 18"/>
                <a:gd name="T1" fmla="*/ 0 h 57"/>
                <a:gd name="T2" fmla="*/ 7 w 18"/>
                <a:gd name="T3" fmla="*/ 16 h 57"/>
                <a:gd name="T4" fmla="*/ 37 w 18"/>
                <a:gd name="T5" fmla="*/ 114 h 57"/>
                <a:gd name="T6" fmla="*/ 101 w 18"/>
                <a:gd name="T7" fmla="*/ 307 h 57"/>
                <a:gd name="T8" fmla="*/ 57 w 18"/>
                <a:gd name="T9" fmla="*/ 86 h 57"/>
                <a:gd name="T10" fmla="*/ 12 w 18"/>
                <a:gd name="T11" fmla="*/ 7 h 5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" h="57">
                  <a:moveTo>
                    <a:pt x="0" y="0"/>
                  </a:moveTo>
                  <a:cubicBezTo>
                    <a:pt x="0" y="1"/>
                    <a:pt x="1" y="2"/>
                    <a:pt x="1" y="3"/>
                  </a:cubicBezTo>
                  <a:cubicBezTo>
                    <a:pt x="4" y="8"/>
                    <a:pt x="6" y="15"/>
                    <a:pt x="7" y="21"/>
                  </a:cubicBezTo>
                  <a:cubicBezTo>
                    <a:pt x="9" y="34"/>
                    <a:pt x="14" y="46"/>
                    <a:pt x="18" y="57"/>
                  </a:cubicBezTo>
                  <a:cubicBezTo>
                    <a:pt x="14" y="44"/>
                    <a:pt x="15" y="29"/>
                    <a:pt x="10" y="16"/>
                  </a:cubicBezTo>
                  <a:cubicBezTo>
                    <a:pt x="8" y="11"/>
                    <a:pt x="5" y="6"/>
                    <a:pt x="2" y="1"/>
                  </a:cubicBezTo>
                </a:path>
              </a:pathLst>
            </a:custGeom>
            <a:solidFill>
              <a:srgbClr val="EFCA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3208" name="Freeform 467">
              <a:extLst>
                <a:ext uri="{FF2B5EF4-FFF2-40B4-BE49-F238E27FC236}">
                  <a16:creationId xmlns:a16="http://schemas.microsoft.com/office/drawing/2014/main" id="{EB9FAAE9-A999-4521-B033-4FFA6E0A1637}"/>
                </a:ext>
              </a:extLst>
            </p:cNvPr>
            <p:cNvSpPr>
              <a:spLocks/>
            </p:cNvSpPr>
            <p:nvPr/>
          </p:nvSpPr>
          <p:spPr bwMode="auto">
            <a:xfrm>
              <a:off x="692" y="1617"/>
              <a:ext cx="9" cy="45"/>
            </a:xfrm>
            <a:custGeom>
              <a:avLst/>
              <a:gdLst>
                <a:gd name="T0" fmla="*/ 29 w 5"/>
                <a:gd name="T1" fmla="*/ 135 h 26"/>
                <a:gd name="T2" fmla="*/ 0 w 5"/>
                <a:gd name="T3" fmla="*/ 0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6">
                  <a:moveTo>
                    <a:pt x="5" y="26"/>
                  </a:moveTo>
                  <a:cubicBezTo>
                    <a:pt x="5" y="18"/>
                    <a:pt x="4" y="7"/>
                    <a:pt x="0" y="0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3209" name="Freeform 468">
              <a:extLst>
                <a:ext uri="{FF2B5EF4-FFF2-40B4-BE49-F238E27FC236}">
                  <a16:creationId xmlns:a16="http://schemas.microsoft.com/office/drawing/2014/main" id="{860DA983-0958-4F1C-B3A1-0D3436D6D2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1" y="1590"/>
              <a:ext cx="9" cy="48"/>
            </a:xfrm>
            <a:custGeom>
              <a:avLst/>
              <a:gdLst>
                <a:gd name="T0" fmla="*/ 13 w 5"/>
                <a:gd name="T1" fmla="*/ 151 h 27"/>
                <a:gd name="T2" fmla="*/ 7 w 5"/>
                <a:gd name="T3" fmla="*/ 89 h 27"/>
                <a:gd name="T4" fmla="*/ 29 w 5"/>
                <a:gd name="T5" fmla="*/ 0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27">
                  <a:moveTo>
                    <a:pt x="2" y="27"/>
                  </a:moveTo>
                  <a:cubicBezTo>
                    <a:pt x="0" y="25"/>
                    <a:pt x="1" y="19"/>
                    <a:pt x="1" y="16"/>
                  </a:cubicBezTo>
                  <a:cubicBezTo>
                    <a:pt x="1" y="11"/>
                    <a:pt x="1" y="4"/>
                    <a:pt x="5" y="0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3210" name="Freeform 469">
              <a:extLst>
                <a:ext uri="{FF2B5EF4-FFF2-40B4-BE49-F238E27FC236}">
                  <a16:creationId xmlns:a16="http://schemas.microsoft.com/office/drawing/2014/main" id="{28BA209D-8F0D-4AAD-BAE7-FB9AF726366A}"/>
                </a:ext>
              </a:extLst>
            </p:cNvPr>
            <p:cNvSpPr>
              <a:spLocks/>
            </p:cNvSpPr>
            <p:nvPr/>
          </p:nvSpPr>
          <p:spPr bwMode="auto">
            <a:xfrm>
              <a:off x="652" y="2304"/>
              <a:ext cx="51" cy="580"/>
            </a:xfrm>
            <a:custGeom>
              <a:avLst/>
              <a:gdLst>
                <a:gd name="T0" fmla="*/ 102 w 29"/>
                <a:gd name="T1" fmla="*/ 0 h 331"/>
                <a:gd name="T2" fmla="*/ 158 w 29"/>
                <a:gd name="T3" fmla="*/ 1780 h 331"/>
                <a:gd name="T4" fmla="*/ 102 w 29"/>
                <a:gd name="T5" fmla="*/ 0 h 3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331">
                  <a:moveTo>
                    <a:pt x="19" y="0"/>
                  </a:moveTo>
                  <a:cubicBezTo>
                    <a:pt x="19" y="0"/>
                    <a:pt x="0" y="204"/>
                    <a:pt x="29" y="331"/>
                  </a:cubicBezTo>
                  <a:cubicBezTo>
                    <a:pt x="29" y="331"/>
                    <a:pt x="10" y="101"/>
                    <a:pt x="19" y="0"/>
                  </a:cubicBezTo>
                  <a:close/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3211" name="Freeform 470">
              <a:extLst>
                <a:ext uri="{FF2B5EF4-FFF2-40B4-BE49-F238E27FC236}">
                  <a16:creationId xmlns:a16="http://schemas.microsoft.com/office/drawing/2014/main" id="{81141D34-AAD5-4648-A96F-D85C03A19C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4" y="2493"/>
              <a:ext cx="53" cy="473"/>
            </a:xfrm>
            <a:custGeom>
              <a:avLst/>
              <a:gdLst>
                <a:gd name="T0" fmla="*/ 166 w 30"/>
                <a:gd name="T1" fmla="*/ 0 h 270"/>
                <a:gd name="T2" fmla="*/ 0 w 30"/>
                <a:gd name="T3" fmla="*/ 1452 h 270"/>
                <a:gd name="T4" fmla="*/ 166 w 30"/>
                <a:gd name="T5" fmla="*/ 0 h 27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270">
                  <a:moveTo>
                    <a:pt x="30" y="0"/>
                  </a:moveTo>
                  <a:cubicBezTo>
                    <a:pt x="30" y="0"/>
                    <a:pt x="18" y="193"/>
                    <a:pt x="0" y="270"/>
                  </a:cubicBezTo>
                  <a:cubicBezTo>
                    <a:pt x="0" y="270"/>
                    <a:pt x="23" y="18"/>
                    <a:pt x="30" y="0"/>
                  </a:cubicBezTo>
                  <a:close/>
                </a:path>
              </a:pathLst>
            </a:custGeom>
            <a:solidFill>
              <a:srgbClr val="EFCA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3212" name="Freeform 471">
              <a:extLst>
                <a:ext uri="{FF2B5EF4-FFF2-40B4-BE49-F238E27FC236}">
                  <a16:creationId xmlns:a16="http://schemas.microsoft.com/office/drawing/2014/main" id="{5B2F5060-F5CB-4571-82BD-E2E1698642AB}"/>
                </a:ext>
              </a:extLst>
            </p:cNvPr>
            <p:cNvSpPr>
              <a:spLocks/>
            </p:cNvSpPr>
            <p:nvPr/>
          </p:nvSpPr>
          <p:spPr bwMode="auto">
            <a:xfrm>
              <a:off x="697" y="1611"/>
              <a:ext cx="32" cy="245"/>
            </a:xfrm>
            <a:custGeom>
              <a:avLst/>
              <a:gdLst>
                <a:gd name="T0" fmla="*/ 7 w 18"/>
                <a:gd name="T1" fmla="*/ 0 h 140"/>
                <a:gd name="T2" fmla="*/ 37 w 18"/>
                <a:gd name="T3" fmla="*/ 215 h 140"/>
                <a:gd name="T4" fmla="*/ 16 w 18"/>
                <a:gd name="T5" fmla="*/ 371 h 140"/>
                <a:gd name="T6" fmla="*/ 21 w 18"/>
                <a:gd name="T7" fmla="*/ 751 h 140"/>
                <a:gd name="T8" fmla="*/ 89 w 18"/>
                <a:gd name="T9" fmla="*/ 278 h 140"/>
                <a:gd name="T10" fmla="*/ 7 w 18"/>
                <a:gd name="T11" fmla="*/ 0 h 14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" h="140">
                  <a:moveTo>
                    <a:pt x="1" y="0"/>
                  </a:moveTo>
                  <a:cubicBezTo>
                    <a:pt x="0" y="12"/>
                    <a:pt x="8" y="26"/>
                    <a:pt x="7" y="40"/>
                  </a:cubicBezTo>
                  <a:cubicBezTo>
                    <a:pt x="7" y="50"/>
                    <a:pt x="4" y="59"/>
                    <a:pt x="3" y="69"/>
                  </a:cubicBezTo>
                  <a:cubicBezTo>
                    <a:pt x="1" y="91"/>
                    <a:pt x="0" y="119"/>
                    <a:pt x="4" y="140"/>
                  </a:cubicBezTo>
                  <a:cubicBezTo>
                    <a:pt x="11" y="112"/>
                    <a:pt x="13" y="81"/>
                    <a:pt x="16" y="52"/>
                  </a:cubicBezTo>
                  <a:cubicBezTo>
                    <a:pt x="18" y="31"/>
                    <a:pt x="17" y="15"/>
                    <a:pt x="1" y="0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3213" name="Freeform 472">
              <a:extLst>
                <a:ext uri="{FF2B5EF4-FFF2-40B4-BE49-F238E27FC236}">
                  <a16:creationId xmlns:a16="http://schemas.microsoft.com/office/drawing/2014/main" id="{32D40F3F-AD72-44A4-9260-8C9B8C1CA8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1" y="1590"/>
              <a:ext cx="41" cy="259"/>
            </a:xfrm>
            <a:custGeom>
              <a:avLst/>
              <a:gdLst>
                <a:gd name="T0" fmla="*/ 94 w 23"/>
                <a:gd name="T1" fmla="*/ 0 h 148"/>
                <a:gd name="T2" fmla="*/ 73 w 23"/>
                <a:gd name="T3" fmla="*/ 156 h 148"/>
                <a:gd name="T4" fmla="*/ 93 w 23"/>
                <a:gd name="T5" fmla="*/ 343 h 148"/>
                <a:gd name="T6" fmla="*/ 114 w 23"/>
                <a:gd name="T7" fmla="*/ 793 h 148"/>
                <a:gd name="T8" fmla="*/ 94 w 23"/>
                <a:gd name="T9" fmla="*/ 558 h 148"/>
                <a:gd name="T10" fmla="*/ 45 w 23"/>
                <a:gd name="T11" fmla="*/ 327 h 148"/>
                <a:gd name="T12" fmla="*/ 86 w 23"/>
                <a:gd name="T13" fmla="*/ 21 h 14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148">
                  <a:moveTo>
                    <a:pt x="17" y="0"/>
                  </a:moveTo>
                  <a:cubicBezTo>
                    <a:pt x="18" y="7"/>
                    <a:pt x="12" y="19"/>
                    <a:pt x="13" y="29"/>
                  </a:cubicBezTo>
                  <a:cubicBezTo>
                    <a:pt x="13" y="41"/>
                    <a:pt x="14" y="53"/>
                    <a:pt x="16" y="64"/>
                  </a:cubicBezTo>
                  <a:cubicBezTo>
                    <a:pt x="20" y="91"/>
                    <a:pt x="23" y="120"/>
                    <a:pt x="20" y="148"/>
                  </a:cubicBezTo>
                  <a:cubicBezTo>
                    <a:pt x="17" y="135"/>
                    <a:pt x="19" y="118"/>
                    <a:pt x="17" y="104"/>
                  </a:cubicBezTo>
                  <a:cubicBezTo>
                    <a:pt x="15" y="89"/>
                    <a:pt x="10" y="75"/>
                    <a:pt x="8" y="61"/>
                  </a:cubicBezTo>
                  <a:cubicBezTo>
                    <a:pt x="6" y="46"/>
                    <a:pt x="0" y="13"/>
                    <a:pt x="15" y="4"/>
                  </a:cubicBezTo>
                </a:path>
              </a:pathLst>
            </a:custGeom>
            <a:solidFill>
              <a:srgbClr val="EFCA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3214" name="Freeform 473">
              <a:extLst>
                <a:ext uri="{FF2B5EF4-FFF2-40B4-BE49-F238E27FC236}">
                  <a16:creationId xmlns:a16="http://schemas.microsoft.com/office/drawing/2014/main" id="{874BF29C-2194-4119-9BCD-8AB3ABF24AAF}"/>
                </a:ext>
              </a:extLst>
            </p:cNvPr>
            <p:cNvSpPr>
              <a:spLocks/>
            </p:cNvSpPr>
            <p:nvPr/>
          </p:nvSpPr>
          <p:spPr bwMode="auto">
            <a:xfrm>
              <a:off x="897" y="1627"/>
              <a:ext cx="49" cy="47"/>
            </a:xfrm>
            <a:custGeom>
              <a:avLst/>
              <a:gdLst>
                <a:gd name="T0" fmla="*/ 7 w 28"/>
                <a:gd name="T1" fmla="*/ 99 h 27"/>
                <a:gd name="T2" fmla="*/ 151 w 28"/>
                <a:gd name="T3" fmla="*/ 143 h 27"/>
                <a:gd name="T4" fmla="*/ 0 w 28"/>
                <a:gd name="T5" fmla="*/ 115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27">
                  <a:moveTo>
                    <a:pt x="1" y="19"/>
                  </a:moveTo>
                  <a:cubicBezTo>
                    <a:pt x="6" y="0"/>
                    <a:pt x="24" y="19"/>
                    <a:pt x="28" y="27"/>
                  </a:cubicBezTo>
                  <a:cubicBezTo>
                    <a:pt x="19" y="21"/>
                    <a:pt x="12" y="18"/>
                    <a:pt x="0" y="22"/>
                  </a:cubicBezTo>
                </a:path>
              </a:pathLst>
            </a:custGeom>
            <a:solidFill>
              <a:srgbClr val="EFCA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3215" name="Freeform 474">
              <a:extLst>
                <a:ext uri="{FF2B5EF4-FFF2-40B4-BE49-F238E27FC236}">
                  <a16:creationId xmlns:a16="http://schemas.microsoft.com/office/drawing/2014/main" id="{E0383BEA-4764-4817-8B46-75CBF97FC6C5}"/>
                </a:ext>
              </a:extLst>
            </p:cNvPr>
            <p:cNvSpPr>
              <a:spLocks/>
            </p:cNvSpPr>
            <p:nvPr/>
          </p:nvSpPr>
          <p:spPr bwMode="auto">
            <a:xfrm>
              <a:off x="773" y="1305"/>
              <a:ext cx="75" cy="107"/>
            </a:xfrm>
            <a:custGeom>
              <a:avLst/>
              <a:gdLst>
                <a:gd name="T0" fmla="*/ 220 w 43"/>
                <a:gd name="T1" fmla="*/ 0 h 61"/>
                <a:gd name="T2" fmla="*/ 213 w 43"/>
                <a:gd name="T3" fmla="*/ 77 h 61"/>
                <a:gd name="T4" fmla="*/ 180 w 43"/>
                <a:gd name="T5" fmla="*/ 163 h 61"/>
                <a:gd name="T6" fmla="*/ 113 w 43"/>
                <a:gd name="T7" fmla="*/ 221 h 61"/>
                <a:gd name="T8" fmla="*/ 58 w 43"/>
                <a:gd name="T9" fmla="*/ 253 h 61"/>
                <a:gd name="T10" fmla="*/ 0 w 43"/>
                <a:gd name="T11" fmla="*/ 274 h 61"/>
                <a:gd name="T12" fmla="*/ 222 w 43"/>
                <a:gd name="T13" fmla="*/ 21 h 6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3" h="61">
                  <a:moveTo>
                    <a:pt x="41" y="0"/>
                  </a:moveTo>
                  <a:cubicBezTo>
                    <a:pt x="39" y="4"/>
                    <a:pt x="41" y="9"/>
                    <a:pt x="40" y="14"/>
                  </a:cubicBezTo>
                  <a:cubicBezTo>
                    <a:pt x="39" y="19"/>
                    <a:pt x="36" y="25"/>
                    <a:pt x="34" y="30"/>
                  </a:cubicBezTo>
                  <a:cubicBezTo>
                    <a:pt x="30" y="36"/>
                    <a:pt x="26" y="38"/>
                    <a:pt x="21" y="41"/>
                  </a:cubicBezTo>
                  <a:cubicBezTo>
                    <a:pt x="18" y="43"/>
                    <a:pt x="15" y="46"/>
                    <a:pt x="11" y="47"/>
                  </a:cubicBezTo>
                  <a:cubicBezTo>
                    <a:pt x="7" y="48"/>
                    <a:pt x="3" y="50"/>
                    <a:pt x="0" y="51"/>
                  </a:cubicBezTo>
                  <a:cubicBezTo>
                    <a:pt x="28" y="61"/>
                    <a:pt x="43" y="29"/>
                    <a:pt x="42" y="4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3216" name="Freeform 475">
              <a:extLst>
                <a:ext uri="{FF2B5EF4-FFF2-40B4-BE49-F238E27FC236}">
                  <a16:creationId xmlns:a16="http://schemas.microsoft.com/office/drawing/2014/main" id="{B46C3E49-2B40-40F4-B00F-5D3B6AD13F24}"/>
                </a:ext>
              </a:extLst>
            </p:cNvPr>
            <p:cNvSpPr>
              <a:spLocks/>
            </p:cNvSpPr>
            <p:nvPr/>
          </p:nvSpPr>
          <p:spPr bwMode="auto">
            <a:xfrm>
              <a:off x="657" y="1613"/>
              <a:ext cx="37" cy="189"/>
            </a:xfrm>
            <a:custGeom>
              <a:avLst/>
              <a:gdLst>
                <a:gd name="T0" fmla="*/ 78 w 21"/>
                <a:gd name="T1" fmla="*/ 0 h 108"/>
                <a:gd name="T2" fmla="*/ 99 w 21"/>
                <a:gd name="T3" fmla="*/ 193 h 108"/>
                <a:gd name="T4" fmla="*/ 58 w 21"/>
                <a:gd name="T5" fmla="*/ 350 h 108"/>
                <a:gd name="T6" fmla="*/ 0 w 21"/>
                <a:gd name="T7" fmla="*/ 579 h 108"/>
                <a:gd name="T8" fmla="*/ 49 w 21"/>
                <a:gd name="T9" fmla="*/ 264 h 108"/>
                <a:gd name="T10" fmla="*/ 72 w 21"/>
                <a:gd name="T11" fmla="*/ 16 h 10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108">
                  <a:moveTo>
                    <a:pt x="14" y="0"/>
                  </a:moveTo>
                  <a:cubicBezTo>
                    <a:pt x="19" y="12"/>
                    <a:pt x="21" y="23"/>
                    <a:pt x="18" y="36"/>
                  </a:cubicBezTo>
                  <a:cubicBezTo>
                    <a:pt x="15" y="46"/>
                    <a:pt x="14" y="56"/>
                    <a:pt x="11" y="65"/>
                  </a:cubicBezTo>
                  <a:cubicBezTo>
                    <a:pt x="6" y="79"/>
                    <a:pt x="5" y="95"/>
                    <a:pt x="0" y="108"/>
                  </a:cubicBezTo>
                  <a:cubicBezTo>
                    <a:pt x="3" y="89"/>
                    <a:pt x="7" y="69"/>
                    <a:pt x="9" y="49"/>
                  </a:cubicBezTo>
                  <a:cubicBezTo>
                    <a:pt x="10" y="34"/>
                    <a:pt x="14" y="18"/>
                    <a:pt x="13" y="3"/>
                  </a:cubicBezTo>
                </a:path>
              </a:pathLst>
            </a:custGeom>
            <a:solidFill>
              <a:srgbClr val="EFCA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3217" name="Freeform 476">
              <a:extLst>
                <a:ext uri="{FF2B5EF4-FFF2-40B4-BE49-F238E27FC236}">
                  <a16:creationId xmlns:a16="http://schemas.microsoft.com/office/drawing/2014/main" id="{BAAE0758-E775-4081-A719-F6FF3BB1A8F6}"/>
                </a:ext>
              </a:extLst>
            </p:cNvPr>
            <p:cNvSpPr>
              <a:spLocks/>
            </p:cNvSpPr>
            <p:nvPr/>
          </p:nvSpPr>
          <p:spPr bwMode="auto">
            <a:xfrm>
              <a:off x="548" y="1967"/>
              <a:ext cx="69" cy="26"/>
            </a:xfrm>
            <a:custGeom>
              <a:avLst/>
              <a:gdLst>
                <a:gd name="T0" fmla="*/ 216 w 39"/>
                <a:gd name="T1" fmla="*/ 78 h 15"/>
                <a:gd name="T2" fmla="*/ 143 w 39"/>
                <a:gd name="T3" fmla="*/ 21 h 15"/>
                <a:gd name="T4" fmla="*/ 0 w 39"/>
                <a:gd name="T5" fmla="*/ 9 h 15"/>
                <a:gd name="T6" fmla="*/ 203 w 39"/>
                <a:gd name="T7" fmla="*/ 78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" h="15">
                  <a:moveTo>
                    <a:pt x="39" y="15"/>
                  </a:moveTo>
                  <a:cubicBezTo>
                    <a:pt x="38" y="10"/>
                    <a:pt x="30" y="6"/>
                    <a:pt x="26" y="4"/>
                  </a:cubicBezTo>
                  <a:cubicBezTo>
                    <a:pt x="19" y="0"/>
                    <a:pt x="8" y="0"/>
                    <a:pt x="0" y="2"/>
                  </a:cubicBezTo>
                  <a:cubicBezTo>
                    <a:pt x="10" y="5"/>
                    <a:pt x="32" y="4"/>
                    <a:pt x="37" y="15"/>
                  </a:cubicBezTo>
                </a:path>
              </a:pathLst>
            </a:custGeom>
            <a:solidFill>
              <a:srgbClr val="EFCA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3218" name="Freeform 477">
              <a:extLst>
                <a:ext uri="{FF2B5EF4-FFF2-40B4-BE49-F238E27FC236}">
                  <a16:creationId xmlns:a16="http://schemas.microsoft.com/office/drawing/2014/main" id="{4E2723F1-D322-4F40-A847-1B0E64F7DDD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0" y="1618"/>
              <a:ext cx="49" cy="224"/>
            </a:xfrm>
            <a:custGeom>
              <a:avLst/>
              <a:gdLst>
                <a:gd name="T0" fmla="*/ 0 w 28"/>
                <a:gd name="T1" fmla="*/ 0 h 128"/>
                <a:gd name="T2" fmla="*/ 49 w 28"/>
                <a:gd name="T3" fmla="*/ 301 h 128"/>
                <a:gd name="T4" fmla="*/ 151 w 28"/>
                <a:gd name="T5" fmla="*/ 686 h 128"/>
                <a:gd name="T6" fmla="*/ 130 w 28"/>
                <a:gd name="T7" fmla="*/ 600 h 128"/>
                <a:gd name="T8" fmla="*/ 102 w 28"/>
                <a:gd name="T9" fmla="*/ 445 h 128"/>
                <a:gd name="T10" fmla="*/ 65 w 28"/>
                <a:gd name="T11" fmla="*/ 264 h 128"/>
                <a:gd name="T12" fmla="*/ 7 w 28"/>
                <a:gd name="T13" fmla="*/ 12 h 1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" h="128">
                  <a:moveTo>
                    <a:pt x="0" y="0"/>
                  </a:moveTo>
                  <a:cubicBezTo>
                    <a:pt x="0" y="19"/>
                    <a:pt x="5" y="39"/>
                    <a:pt x="9" y="56"/>
                  </a:cubicBezTo>
                  <a:cubicBezTo>
                    <a:pt x="14" y="80"/>
                    <a:pt x="25" y="104"/>
                    <a:pt x="28" y="128"/>
                  </a:cubicBezTo>
                  <a:cubicBezTo>
                    <a:pt x="27" y="123"/>
                    <a:pt x="25" y="118"/>
                    <a:pt x="24" y="112"/>
                  </a:cubicBezTo>
                  <a:cubicBezTo>
                    <a:pt x="22" y="103"/>
                    <a:pt x="21" y="93"/>
                    <a:pt x="19" y="83"/>
                  </a:cubicBezTo>
                  <a:cubicBezTo>
                    <a:pt x="16" y="72"/>
                    <a:pt x="14" y="60"/>
                    <a:pt x="12" y="49"/>
                  </a:cubicBezTo>
                  <a:cubicBezTo>
                    <a:pt x="8" y="33"/>
                    <a:pt x="4" y="18"/>
                    <a:pt x="1" y="2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3219" name="Freeform 478">
              <a:extLst>
                <a:ext uri="{FF2B5EF4-FFF2-40B4-BE49-F238E27FC236}">
                  <a16:creationId xmlns:a16="http://schemas.microsoft.com/office/drawing/2014/main" id="{46321FF8-1789-42C6-9924-C24074917AE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6" y="1419"/>
              <a:ext cx="91" cy="252"/>
            </a:xfrm>
            <a:custGeom>
              <a:avLst/>
              <a:gdLst>
                <a:gd name="T0" fmla="*/ 0 w 52"/>
                <a:gd name="T1" fmla="*/ 0 h 144"/>
                <a:gd name="T2" fmla="*/ 102 w 52"/>
                <a:gd name="T3" fmla="*/ 77 h 144"/>
                <a:gd name="T4" fmla="*/ 166 w 52"/>
                <a:gd name="T5" fmla="*/ 228 h 144"/>
                <a:gd name="T6" fmla="*/ 221 w 52"/>
                <a:gd name="T7" fmla="*/ 441 h 144"/>
                <a:gd name="T8" fmla="*/ 252 w 52"/>
                <a:gd name="T9" fmla="*/ 595 h 144"/>
                <a:gd name="T10" fmla="*/ 278 w 52"/>
                <a:gd name="T11" fmla="*/ 772 h 144"/>
                <a:gd name="T12" fmla="*/ 215 w 52"/>
                <a:gd name="T13" fmla="*/ 527 h 144"/>
                <a:gd name="T14" fmla="*/ 156 w 52"/>
                <a:gd name="T15" fmla="*/ 327 h 144"/>
                <a:gd name="T16" fmla="*/ 98 w 52"/>
                <a:gd name="T17" fmla="*/ 151 h 144"/>
                <a:gd name="T18" fmla="*/ 0 w 52"/>
                <a:gd name="T19" fmla="*/ 16 h 14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2" h="144">
                  <a:moveTo>
                    <a:pt x="0" y="0"/>
                  </a:moveTo>
                  <a:cubicBezTo>
                    <a:pt x="5" y="1"/>
                    <a:pt x="15" y="9"/>
                    <a:pt x="19" y="14"/>
                  </a:cubicBezTo>
                  <a:cubicBezTo>
                    <a:pt x="25" y="21"/>
                    <a:pt x="28" y="32"/>
                    <a:pt x="31" y="42"/>
                  </a:cubicBezTo>
                  <a:cubicBezTo>
                    <a:pt x="36" y="55"/>
                    <a:pt x="39" y="68"/>
                    <a:pt x="41" y="82"/>
                  </a:cubicBezTo>
                  <a:cubicBezTo>
                    <a:pt x="43" y="91"/>
                    <a:pt x="45" y="101"/>
                    <a:pt x="47" y="111"/>
                  </a:cubicBezTo>
                  <a:cubicBezTo>
                    <a:pt x="48" y="121"/>
                    <a:pt x="52" y="135"/>
                    <a:pt x="52" y="144"/>
                  </a:cubicBezTo>
                  <a:cubicBezTo>
                    <a:pt x="47" y="129"/>
                    <a:pt x="44" y="113"/>
                    <a:pt x="40" y="98"/>
                  </a:cubicBezTo>
                  <a:cubicBezTo>
                    <a:pt x="38" y="86"/>
                    <a:pt x="33" y="73"/>
                    <a:pt x="29" y="61"/>
                  </a:cubicBezTo>
                  <a:cubicBezTo>
                    <a:pt x="26" y="50"/>
                    <a:pt x="24" y="38"/>
                    <a:pt x="18" y="28"/>
                  </a:cubicBezTo>
                  <a:cubicBezTo>
                    <a:pt x="14" y="20"/>
                    <a:pt x="3" y="12"/>
                    <a:pt x="0" y="3"/>
                  </a:cubicBezTo>
                </a:path>
              </a:pathLst>
            </a:custGeom>
            <a:solidFill>
              <a:srgbClr val="EFCA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3220" name="Freeform 479">
              <a:extLst>
                <a:ext uri="{FF2B5EF4-FFF2-40B4-BE49-F238E27FC236}">
                  <a16:creationId xmlns:a16="http://schemas.microsoft.com/office/drawing/2014/main" id="{60F21E31-02DB-42D2-979A-2A9582BFC62E}"/>
                </a:ext>
              </a:extLst>
            </p:cNvPr>
            <p:cNvSpPr>
              <a:spLocks/>
            </p:cNvSpPr>
            <p:nvPr/>
          </p:nvSpPr>
          <p:spPr bwMode="auto">
            <a:xfrm>
              <a:off x="592" y="1431"/>
              <a:ext cx="81" cy="205"/>
            </a:xfrm>
            <a:custGeom>
              <a:avLst/>
              <a:gdLst>
                <a:gd name="T0" fmla="*/ 252 w 46"/>
                <a:gd name="T1" fmla="*/ 0 h 117"/>
                <a:gd name="T2" fmla="*/ 102 w 46"/>
                <a:gd name="T3" fmla="*/ 209 h 117"/>
                <a:gd name="T4" fmla="*/ 44 w 46"/>
                <a:gd name="T5" fmla="*/ 408 h 117"/>
                <a:gd name="T6" fmla="*/ 0 w 46"/>
                <a:gd name="T7" fmla="*/ 629 h 117"/>
                <a:gd name="T8" fmla="*/ 130 w 46"/>
                <a:gd name="T9" fmla="*/ 258 h 117"/>
                <a:gd name="T10" fmla="*/ 180 w 46"/>
                <a:gd name="T11" fmla="*/ 102 h 117"/>
                <a:gd name="T12" fmla="*/ 229 w 46"/>
                <a:gd name="T13" fmla="*/ 12 h 1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6" h="117">
                  <a:moveTo>
                    <a:pt x="46" y="0"/>
                  </a:moveTo>
                  <a:cubicBezTo>
                    <a:pt x="29" y="3"/>
                    <a:pt x="23" y="25"/>
                    <a:pt x="19" y="39"/>
                  </a:cubicBezTo>
                  <a:cubicBezTo>
                    <a:pt x="15" y="51"/>
                    <a:pt x="12" y="64"/>
                    <a:pt x="8" y="76"/>
                  </a:cubicBezTo>
                  <a:cubicBezTo>
                    <a:pt x="4" y="88"/>
                    <a:pt x="0" y="104"/>
                    <a:pt x="0" y="117"/>
                  </a:cubicBezTo>
                  <a:cubicBezTo>
                    <a:pt x="5" y="93"/>
                    <a:pt x="16" y="70"/>
                    <a:pt x="24" y="48"/>
                  </a:cubicBezTo>
                  <a:cubicBezTo>
                    <a:pt x="27" y="38"/>
                    <a:pt x="30" y="29"/>
                    <a:pt x="33" y="19"/>
                  </a:cubicBezTo>
                  <a:cubicBezTo>
                    <a:pt x="35" y="14"/>
                    <a:pt x="38" y="6"/>
                    <a:pt x="42" y="2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3221" name="Freeform 480">
              <a:extLst>
                <a:ext uri="{FF2B5EF4-FFF2-40B4-BE49-F238E27FC236}">
                  <a16:creationId xmlns:a16="http://schemas.microsoft.com/office/drawing/2014/main" id="{102B654B-F80B-4430-8A93-DE96854A012F}"/>
                </a:ext>
              </a:extLst>
            </p:cNvPr>
            <p:cNvSpPr>
              <a:spLocks/>
            </p:cNvSpPr>
            <p:nvPr/>
          </p:nvSpPr>
          <p:spPr bwMode="auto">
            <a:xfrm>
              <a:off x="711" y="1142"/>
              <a:ext cx="88" cy="238"/>
            </a:xfrm>
            <a:custGeom>
              <a:avLst/>
              <a:gdLst>
                <a:gd name="T0" fmla="*/ 192 w 50"/>
                <a:gd name="T1" fmla="*/ 0 h 136"/>
                <a:gd name="T2" fmla="*/ 56 w 50"/>
                <a:gd name="T3" fmla="*/ 166 h 136"/>
                <a:gd name="T4" fmla="*/ 16 w 50"/>
                <a:gd name="T5" fmla="*/ 392 h 136"/>
                <a:gd name="T6" fmla="*/ 102 w 50"/>
                <a:gd name="T7" fmla="*/ 572 h 136"/>
                <a:gd name="T8" fmla="*/ 123 w 50"/>
                <a:gd name="T9" fmla="*/ 730 h 136"/>
                <a:gd name="T10" fmla="*/ 216 w 50"/>
                <a:gd name="T11" fmla="*/ 558 h 136"/>
                <a:gd name="T12" fmla="*/ 260 w 50"/>
                <a:gd name="T13" fmla="*/ 338 h 136"/>
                <a:gd name="T14" fmla="*/ 239 w 50"/>
                <a:gd name="T15" fmla="*/ 163 h 136"/>
                <a:gd name="T16" fmla="*/ 192 w 50"/>
                <a:gd name="T17" fmla="*/ 7 h 1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0" h="136">
                  <a:moveTo>
                    <a:pt x="35" y="0"/>
                  </a:moveTo>
                  <a:cubicBezTo>
                    <a:pt x="33" y="13"/>
                    <a:pt x="17" y="20"/>
                    <a:pt x="10" y="31"/>
                  </a:cubicBezTo>
                  <a:cubicBezTo>
                    <a:pt x="2" y="43"/>
                    <a:pt x="0" y="59"/>
                    <a:pt x="3" y="73"/>
                  </a:cubicBezTo>
                  <a:cubicBezTo>
                    <a:pt x="6" y="85"/>
                    <a:pt x="14" y="95"/>
                    <a:pt x="19" y="107"/>
                  </a:cubicBezTo>
                  <a:cubicBezTo>
                    <a:pt x="21" y="114"/>
                    <a:pt x="27" y="130"/>
                    <a:pt x="23" y="136"/>
                  </a:cubicBezTo>
                  <a:cubicBezTo>
                    <a:pt x="25" y="123"/>
                    <a:pt x="34" y="116"/>
                    <a:pt x="40" y="104"/>
                  </a:cubicBezTo>
                  <a:cubicBezTo>
                    <a:pt x="46" y="91"/>
                    <a:pt x="50" y="78"/>
                    <a:pt x="48" y="63"/>
                  </a:cubicBezTo>
                  <a:cubicBezTo>
                    <a:pt x="47" y="52"/>
                    <a:pt x="46" y="41"/>
                    <a:pt x="44" y="30"/>
                  </a:cubicBezTo>
                  <a:cubicBezTo>
                    <a:pt x="42" y="21"/>
                    <a:pt x="39" y="9"/>
                    <a:pt x="35" y="1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3222" name="Freeform 481">
              <a:extLst>
                <a:ext uri="{FF2B5EF4-FFF2-40B4-BE49-F238E27FC236}">
                  <a16:creationId xmlns:a16="http://schemas.microsoft.com/office/drawing/2014/main" id="{DCCF6A78-2204-444A-A834-AF94AD37A3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0" y="1142"/>
              <a:ext cx="86" cy="238"/>
            </a:xfrm>
            <a:custGeom>
              <a:avLst/>
              <a:gdLst>
                <a:gd name="T0" fmla="*/ 77 w 49"/>
                <a:gd name="T1" fmla="*/ 0 h 136"/>
                <a:gd name="T2" fmla="*/ 216 w 49"/>
                <a:gd name="T3" fmla="*/ 166 h 136"/>
                <a:gd name="T4" fmla="*/ 253 w 49"/>
                <a:gd name="T5" fmla="*/ 392 h 136"/>
                <a:gd name="T6" fmla="*/ 167 w 49"/>
                <a:gd name="T7" fmla="*/ 572 h 136"/>
                <a:gd name="T8" fmla="*/ 142 w 49"/>
                <a:gd name="T9" fmla="*/ 730 h 136"/>
                <a:gd name="T10" fmla="*/ 56 w 49"/>
                <a:gd name="T11" fmla="*/ 558 h 136"/>
                <a:gd name="T12" fmla="*/ 7 w 49"/>
                <a:gd name="T13" fmla="*/ 338 h 136"/>
                <a:gd name="T14" fmla="*/ 33 w 49"/>
                <a:gd name="T15" fmla="*/ 163 h 136"/>
                <a:gd name="T16" fmla="*/ 81 w 49"/>
                <a:gd name="T17" fmla="*/ 7 h 1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9" h="136">
                  <a:moveTo>
                    <a:pt x="14" y="0"/>
                  </a:moveTo>
                  <a:cubicBezTo>
                    <a:pt x="17" y="13"/>
                    <a:pt x="33" y="20"/>
                    <a:pt x="40" y="31"/>
                  </a:cubicBezTo>
                  <a:cubicBezTo>
                    <a:pt x="48" y="43"/>
                    <a:pt x="49" y="59"/>
                    <a:pt x="47" y="73"/>
                  </a:cubicBezTo>
                  <a:cubicBezTo>
                    <a:pt x="44" y="85"/>
                    <a:pt x="35" y="95"/>
                    <a:pt x="31" y="107"/>
                  </a:cubicBezTo>
                  <a:cubicBezTo>
                    <a:pt x="28" y="114"/>
                    <a:pt x="23" y="130"/>
                    <a:pt x="26" y="136"/>
                  </a:cubicBezTo>
                  <a:cubicBezTo>
                    <a:pt x="25" y="123"/>
                    <a:pt x="15" y="116"/>
                    <a:pt x="10" y="104"/>
                  </a:cubicBezTo>
                  <a:cubicBezTo>
                    <a:pt x="4" y="91"/>
                    <a:pt x="0" y="78"/>
                    <a:pt x="1" y="63"/>
                  </a:cubicBezTo>
                  <a:cubicBezTo>
                    <a:pt x="2" y="52"/>
                    <a:pt x="4" y="41"/>
                    <a:pt x="6" y="30"/>
                  </a:cubicBezTo>
                  <a:cubicBezTo>
                    <a:pt x="8" y="21"/>
                    <a:pt x="11" y="9"/>
                    <a:pt x="15" y="1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3223" name="Freeform 482">
              <a:extLst>
                <a:ext uri="{FF2B5EF4-FFF2-40B4-BE49-F238E27FC236}">
                  <a16:creationId xmlns:a16="http://schemas.microsoft.com/office/drawing/2014/main" id="{068F6FCF-BE22-438F-83BC-7D2CFCF9BC3C}"/>
                </a:ext>
              </a:extLst>
            </p:cNvPr>
            <p:cNvSpPr>
              <a:spLocks/>
            </p:cNvSpPr>
            <p:nvPr/>
          </p:nvSpPr>
          <p:spPr bwMode="auto">
            <a:xfrm>
              <a:off x="722" y="1049"/>
              <a:ext cx="54" cy="97"/>
            </a:xfrm>
            <a:custGeom>
              <a:avLst/>
              <a:gdLst>
                <a:gd name="T0" fmla="*/ 122 w 31"/>
                <a:gd name="T1" fmla="*/ 37 h 55"/>
                <a:gd name="T2" fmla="*/ 85 w 31"/>
                <a:gd name="T3" fmla="*/ 12 h 55"/>
                <a:gd name="T4" fmla="*/ 30 w 31"/>
                <a:gd name="T5" fmla="*/ 7 h 55"/>
                <a:gd name="T6" fmla="*/ 5 w 31"/>
                <a:gd name="T7" fmla="*/ 60 h 55"/>
                <a:gd name="T8" fmla="*/ 16 w 31"/>
                <a:gd name="T9" fmla="*/ 159 h 55"/>
                <a:gd name="T10" fmla="*/ 91 w 31"/>
                <a:gd name="T11" fmla="*/ 265 h 55"/>
                <a:gd name="T12" fmla="*/ 134 w 31"/>
                <a:gd name="T13" fmla="*/ 302 h 55"/>
                <a:gd name="T14" fmla="*/ 164 w 31"/>
                <a:gd name="T15" fmla="*/ 252 h 5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1" h="55">
                  <a:moveTo>
                    <a:pt x="23" y="7"/>
                  </a:moveTo>
                  <a:cubicBezTo>
                    <a:pt x="20" y="6"/>
                    <a:pt x="18" y="3"/>
                    <a:pt x="16" y="2"/>
                  </a:cubicBezTo>
                  <a:cubicBezTo>
                    <a:pt x="13" y="0"/>
                    <a:pt x="9" y="0"/>
                    <a:pt x="6" y="1"/>
                  </a:cubicBezTo>
                  <a:cubicBezTo>
                    <a:pt x="2" y="3"/>
                    <a:pt x="1" y="7"/>
                    <a:pt x="1" y="11"/>
                  </a:cubicBezTo>
                  <a:cubicBezTo>
                    <a:pt x="0" y="17"/>
                    <a:pt x="0" y="25"/>
                    <a:pt x="3" y="29"/>
                  </a:cubicBezTo>
                  <a:cubicBezTo>
                    <a:pt x="8" y="36"/>
                    <a:pt x="13" y="41"/>
                    <a:pt x="17" y="48"/>
                  </a:cubicBezTo>
                  <a:cubicBezTo>
                    <a:pt x="18" y="51"/>
                    <a:pt x="21" y="55"/>
                    <a:pt x="25" y="55"/>
                  </a:cubicBezTo>
                  <a:cubicBezTo>
                    <a:pt x="29" y="55"/>
                    <a:pt x="30" y="50"/>
                    <a:pt x="31" y="46"/>
                  </a:cubicBezTo>
                </a:path>
              </a:pathLst>
            </a:custGeom>
            <a:solidFill>
              <a:srgbClr val="F6E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3224" name="Freeform 483">
              <a:extLst>
                <a:ext uri="{FF2B5EF4-FFF2-40B4-BE49-F238E27FC236}">
                  <a16:creationId xmlns:a16="http://schemas.microsoft.com/office/drawing/2014/main" id="{FD2D6443-30CF-4A48-BBC4-0DDE0153B6CB}"/>
                </a:ext>
              </a:extLst>
            </p:cNvPr>
            <p:cNvSpPr>
              <a:spLocks/>
            </p:cNvSpPr>
            <p:nvPr/>
          </p:nvSpPr>
          <p:spPr bwMode="auto">
            <a:xfrm>
              <a:off x="722" y="1049"/>
              <a:ext cx="54" cy="97"/>
            </a:xfrm>
            <a:custGeom>
              <a:avLst/>
              <a:gdLst>
                <a:gd name="T0" fmla="*/ 122 w 31"/>
                <a:gd name="T1" fmla="*/ 37 h 55"/>
                <a:gd name="T2" fmla="*/ 85 w 31"/>
                <a:gd name="T3" fmla="*/ 12 h 55"/>
                <a:gd name="T4" fmla="*/ 30 w 31"/>
                <a:gd name="T5" fmla="*/ 7 h 55"/>
                <a:gd name="T6" fmla="*/ 5 w 31"/>
                <a:gd name="T7" fmla="*/ 60 h 55"/>
                <a:gd name="T8" fmla="*/ 16 w 31"/>
                <a:gd name="T9" fmla="*/ 159 h 55"/>
                <a:gd name="T10" fmla="*/ 91 w 31"/>
                <a:gd name="T11" fmla="*/ 265 h 55"/>
                <a:gd name="T12" fmla="*/ 134 w 31"/>
                <a:gd name="T13" fmla="*/ 302 h 55"/>
                <a:gd name="T14" fmla="*/ 164 w 31"/>
                <a:gd name="T15" fmla="*/ 252 h 5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1" h="55">
                  <a:moveTo>
                    <a:pt x="23" y="7"/>
                  </a:moveTo>
                  <a:cubicBezTo>
                    <a:pt x="20" y="6"/>
                    <a:pt x="18" y="3"/>
                    <a:pt x="16" y="2"/>
                  </a:cubicBezTo>
                  <a:cubicBezTo>
                    <a:pt x="13" y="0"/>
                    <a:pt x="9" y="0"/>
                    <a:pt x="6" y="1"/>
                  </a:cubicBezTo>
                  <a:cubicBezTo>
                    <a:pt x="2" y="3"/>
                    <a:pt x="1" y="7"/>
                    <a:pt x="1" y="11"/>
                  </a:cubicBezTo>
                  <a:cubicBezTo>
                    <a:pt x="0" y="17"/>
                    <a:pt x="0" y="25"/>
                    <a:pt x="3" y="29"/>
                  </a:cubicBezTo>
                  <a:cubicBezTo>
                    <a:pt x="8" y="36"/>
                    <a:pt x="13" y="41"/>
                    <a:pt x="17" y="48"/>
                  </a:cubicBezTo>
                  <a:cubicBezTo>
                    <a:pt x="18" y="51"/>
                    <a:pt x="21" y="55"/>
                    <a:pt x="25" y="55"/>
                  </a:cubicBezTo>
                  <a:cubicBezTo>
                    <a:pt x="29" y="55"/>
                    <a:pt x="30" y="50"/>
                    <a:pt x="31" y="46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3225" name="Freeform 484">
              <a:extLst>
                <a:ext uri="{FF2B5EF4-FFF2-40B4-BE49-F238E27FC236}">
                  <a16:creationId xmlns:a16="http://schemas.microsoft.com/office/drawing/2014/main" id="{0603DD5B-01D8-479B-9861-7D3246FF61E5}"/>
                </a:ext>
              </a:extLst>
            </p:cNvPr>
            <p:cNvSpPr>
              <a:spLocks/>
            </p:cNvSpPr>
            <p:nvPr/>
          </p:nvSpPr>
          <p:spPr bwMode="auto">
            <a:xfrm>
              <a:off x="727" y="1060"/>
              <a:ext cx="25" cy="47"/>
            </a:xfrm>
            <a:custGeom>
              <a:avLst/>
              <a:gdLst>
                <a:gd name="T0" fmla="*/ 80 w 14"/>
                <a:gd name="T1" fmla="*/ 143 h 27"/>
                <a:gd name="T2" fmla="*/ 36 w 14"/>
                <a:gd name="T3" fmla="*/ 99 h 27"/>
                <a:gd name="T4" fmla="*/ 16 w 14"/>
                <a:gd name="T5" fmla="*/ 37 h 27"/>
                <a:gd name="T6" fmla="*/ 41 w 14"/>
                <a:gd name="T7" fmla="*/ 0 h 27"/>
                <a:gd name="T8" fmla="*/ 80 w 14"/>
                <a:gd name="T9" fmla="*/ 16 h 27"/>
                <a:gd name="T10" fmla="*/ 41 w 14"/>
                <a:gd name="T11" fmla="*/ 5 h 27"/>
                <a:gd name="T12" fmla="*/ 41 w 14"/>
                <a:gd name="T13" fmla="*/ 94 h 27"/>
                <a:gd name="T14" fmla="*/ 80 w 14"/>
                <a:gd name="T15" fmla="*/ 143 h 2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4" h="27">
                  <a:moveTo>
                    <a:pt x="14" y="27"/>
                  </a:moveTo>
                  <a:cubicBezTo>
                    <a:pt x="13" y="23"/>
                    <a:pt x="8" y="22"/>
                    <a:pt x="6" y="19"/>
                  </a:cubicBezTo>
                  <a:cubicBezTo>
                    <a:pt x="4" y="16"/>
                    <a:pt x="2" y="11"/>
                    <a:pt x="3" y="7"/>
                  </a:cubicBezTo>
                  <a:cubicBezTo>
                    <a:pt x="4" y="5"/>
                    <a:pt x="4" y="0"/>
                    <a:pt x="7" y="0"/>
                  </a:cubicBezTo>
                  <a:cubicBezTo>
                    <a:pt x="10" y="0"/>
                    <a:pt x="12" y="2"/>
                    <a:pt x="14" y="3"/>
                  </a:cubicBezTo>
                  <a:cubicBezTo>
                    <a:pt x="14" y="3"/>
                    <a:pt x="9" y="0"/>
                    <a:pt x="7" y="1"/>
                  </a:cubicBezTo>
                  <a:cubicBezTo>
                    <a:pt x="5" y="2"/>
                    <a:pt x="0" y="10"/>
                    <a:pt x="7" y="18"/>
                  </a:cubicBezTo>
                  <a:cubicBezTo>
                    <a:pt x="13" y="27"/>
                    <a:pt x="12" y="21"/>
                    <a:pt x="14" y="2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3226" name="Freeform 485">
              <a:extLst>
                <a:ext uri="{FF2B5EF4-FFF2-40B4-BE49-F238E27FC236}">
                  <a16:creationId xmlns:a16="http://schemas.microsoft.com/office/drawing/2014/main" id="{270C5521-C249-403C-849C-9902AB84B704}"/>
                </a:ext>
              </a:extLst>
            </p:cNvPr>
            <p:cNvSpPr>
              <a:spLocks/>
            </p:cNvSpPr>
            <p:nvPr/>
          </p:nvSpPr>
          <p:spPr bwMode="auto">
            <a:xfrm>
              <a:off x="752" y="1098"/>
              <a:ext cx="7" cy="21"/>
            </a:xfrm>
            <a:custGeom>
              <a:avLst/>
              <a:gdLst>
                <a:gd name="T0" fmla="*/ 7 w 4"/>
                <a:gd name="T1" fmla="*/ 44 h 12"/>
                <a:gd name="T2" fmla="*/ 21 w 4"/>
                <a:gd name="T3" fmla="*/ 65 h 12"/>
                <a:gd name="T4" fmla="*/ 21 w 4"/>
                <a:gd name="T5" fmla="*/ 7 h 12"/>
                <a:gd name="T6" fmla="*/ 21 w 4"/>
                <a:gd name="T7" fmla="*/ 7 h 12"/>
                <a:gd name="T8" fmla="*/ 12 w 4"/>
                <a:gd name="T9" fmla="*/ 21 h 12"/>
                <a:gd name="T10" fmla="*/ 16 w 4"/>
                <a:gd name="T11" fmla="*/ 58 h 12"/>
                <a:gd name="T12" fmla="*/ 7 w 4"/>
                <a:gd name="T13" fmla="*/ 44 h 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" h="12">
                  <a:moveTo>
                    <a:pt x="1" y="8"/>
                  </a:moveTo>
                  <a:cubicBezTo>
                    <a:pt x="1" y="9"/>
                    <a:pt x="3" y="12"/>
                    <a:pt x="4" y="12"/>
                  </a:cubicBezTo>
                  <a:cubicBezTo>
                    <a:pt x="4" y="10"/>
                    <a:pt x="0" y="2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1"/>
                    <a:pt x="2" y="0"/>
                    <a:pt x="2" y="4"/>
                  </a:cubicBezTo>
                  <a:cubicBezTo>
                    <a:pt x="1" y="7"/>
                    <a:pt x="3" y="11"/>
                    <a:pt x="3" y="11"/>
                  </a:cubicBezTo>
                  <a:lnTo>
                    <a:pt x="1" y="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3227" name="Freeform 486">
              <a:extLst>
                <a:ext uri="{FF2B5EF4-FFF2-40B4-BE49-F238E27FC236}">
                  <a16:creationId xmlns:a16="http://schemas.microsoft.com/office/drawing/2014/main" id="{3CACCF2A-0C81-4FCE-9D1B-C951880E9053}"/>
                </a:ext>
              </a:extLst>
            </p:cNvPr>
            <p:cNvSpPr>
              <a:spLocks/>
            </p:cNvSpPr>
            <p:nvPr/>
          </p:nvSpPr>
          <p:spPr bwMode="auto">
            <a:xfrm>
              <a:off x="724" y="1053"/>
              <a:ext cx="23" cy="33"/>
            </a:xfrm>
            <a:custGeom>
              <a:avLst/>
              <a:gdLst>
                <a:gd name="T0" fmla="*/ 73 w 13"/>
                <a:gd name="T1" fmla="*/ 5 h 19"/>
                <a:gd name="T2" fmla="*/ 16 w 13"/>
                <a:gd name="T3" fmla="*/ 16 h 19"/>
                <a:gd name="T4" fmla="*/ 34 w 13"/>
                <a:gd name="T5" fmla="*/ 99 h 19"/>
                <a:gd name="T6" fmla="*/ 21 w 13"/>
                <a:gd name="T7" fmla="*/ 36 h 19"/>
                <a:gd name="T8" fmla="*/ 60 w 13"/>
                <a:gd name="T9" fmla="*/ 9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9">
                  <a:moveTo>
                    <a:pt x="13" y="1"/>
                  </a:moveTo>
                  <a:cubicBezTo>
                    <a:pt x="10" y="0"/>
                    <a:pt x="5" y="0"/>
                    <a:pt x="3" y="3"/>
                  </a:cubicBezTo>
                  <a:cubicBezTo>
                    <a:pt x="0" y="7"/>
                    <a:pt x="2" y="15"/>
                    <a:pt x="6" y="19"/>
                  </a:cubicBezTo>
                  <a:cubicBezTo>
                    <a:pt x="3" y="17"/>
                    <a:pt x="2" y="10"/>
                    <a:pt x="4" y="7"/>
                  </a:cubicBezTo>
                  <a:cubicBezTo>
                    <a:pt x="5" y="4"/>
                    <a:pt x="8" y="1"/>
                    <a:pt x="11" y="2"/>
                  </a:cubicBezTo>
                </a:path>
              </a:pathLst>
            </a:custGeom>
            <a:solidFill>
              <a:srgbClr val="EFCA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3228" name="Freeform 487">
              <a:extLst>
                <a:ext uri="{FF2B5EF4-FFF2-40B4-BE49-F238E27FC236}">
                  <a16:creationId xmlns:a16="http://schemas.microsoft.com/office/drawing/2014/main" id="{CB87E7D2-2F51-4C3B-884B-5728D8A7734B}"/>
                </a:ext>
              </a:extLst>
            </p:cNvPr>
            <p:cNvSpPr>
              <a:spLocks/>
            </p:cNvSpPr>
            <p:nvPr/>
          </p:nvSpPr>
          <p:spPr bwMode="auto">
            <a:xfrm>
              <a:off x="736" y="1062"/>
              <a:ext cx="16" cy="24"/>
            </a:xfrm>
            <a:custGeom>
              <a:avLst/>
              <a:gdLst>
                <a:gd name="T0" fmla="*/ 50 w 9"/>
                <a:gd name="T1" fmla="*/ 15 h 14"/>
                <a:gd name="T2" fmla="*/ 28 w 9"/>
                <a:gd name="T3" fmla="*/ 5 h 14"/>
                <a:gd name="T4" fmla="*/ 7 w 9"/>
                <a:gd name="T5" fmla="*/ 5 h 14"/>
                <a:gd name="T6" fmla="*/ 12 w 9"/>
                <a:gd name="T7" fmla="*/ 41 h 14"/>
                <a:gd name="T8" fmla="*/ 36 w 9"/>
                <a:gd name="T9" fmla="*/ 70 h 14"/>
                <a:gd name="T10" fmla="*/ 16 w 9"/>
                <a:gd name="T11" fmla="*/ 29 h 14"/>
                <a:gd name="T12" fmla="*/ 44 w 9"/>
                <a:gd name="T13" fmla="*/ 15 h 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" h="14">
                  <a:moveTo>
                    <a:pt x="9" y="3"/>
                  </a:moveTo>
                  <a:cubicBezTo>
                    <a:pt x="7" y="3"/>
                    <a:pt x="6" y="2"/>
                    <a:pt x="5" y="1"/>
                  </a:cubicBezTo>
                  <a:cubicBezTo>
                    <a:pt x="4" y="1"/>
                    <a:pt x="2" y="0"/>
                    <a:pt x="1" y="1"/>
                  </a:cubicBezTo>
                  <a:cubicBezTo>
                    <a:pt x="0" y="3"/>
                    <a:pt x="1" y="6"/>
                    <a:pt x="2" y="8"/>
                  </a:cubicBezTo>
                  <a:cubicBezTo>
                    <a:pt x="3" y="10"/>
                    <a:pt x="4" y="12"/>
                    <a:pt x="6" y="14"/>
                  </a:cubicBezTo>
                  <a:cubicBezTo>
                    <a:pt x="4" y="12"/>
                    <a:pt x="3" y="8"/>
                    <a:pt x="3" y="6"/>
                  </a:cubicBezTo>
                  <a:cubicBezTo>
                    <a:pt x="4" y="4"/>
                    <a:pt x="6" y="2"/>
                    <a:pt x="8" y="3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3229" name="Freeform 488">
              <a:extLst>
                <a:ext uri="{FF2B5EF4-FFF2-40B4-BE49-F238E27FC236}">
                  <a16:creationId xmlns:a16="http://schemas.microsoft.com/office/drawing/2014/main" id="{98F27958-2A74-40A0-B5C1-586F7F2B8DDB}"/>
                </a:ext>
              </a:extLst>
            </p:cNvPr>
            <p:cNvSpPr>
              <a:spLocks/>
            </p:cNvSpPr>
            <p:nvPr/>
          </p:nvSpPr>
          <p:spPr bwMode="auto">
            <a:xfrm>
              <a:off x="752" y="1090"/>
              <a:ext cx="3" cy="15"/>
            </a:xfrm>
            <a:custGeom>
              <a:avLst/>
              <a:gdLst>
                <a:gd name="T0" fmla="*/ 8 w 2"/>
                <a:gd name="T1" fmla="*/ 28 h 9"/>
                <a:gd name="T2" fmla="*/ 5 w 2"/>
                <a:gd name="T3" fmla="*/ 42 h 9"/>
                <a:gd name="T4" fmla="*/ 0 w 2"/>
                <a:gd name="T5" fmla="*/ 20 h 9"/>
                <a:gd name="T6" fmla="*/ 5 w 2"/>
                <a:gd name="T7" fmla="*/ 0 h 9"/>
                <a:gd name="T8" fmla="*/ 8 w 2"/>
                <a:gd name="T9" fmla="*/ 22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9">
                  <a:moveTo>
                    <a:pt x="2" y="6"/>
                  </a:moveTo>
                  <a:cubicBezTo>
                    <a:pt x="1" y="6"/>
                    <a:pt x="1" y="8"/>
                    <a:pt x="1" y="9"/>
                  </a:cubicBezTo>
                  <a:cubicBezTo>
                    <a:pt x="0" y="9"/>
                    <a:pt x="0" y="5"/>
                    <a:pt x="0" y="4"/>
                  </a:cubicBezTo>
                  <a:cubicBezTo>
                    <a:pt x="0" y="3"/>
                    <a:pt x="0" y="1"/>
                    <a:pt x="1" y="0"/>
                  </a:cubicBezTo>
                  <a:cubicBezTo>
                    <a:pt x="2" y="1"/>
                    <a:pt x="2" y="4"/>
                    <a:pt x="2" y="5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3230" name="Freeform 489">
              <a:extLst>
                <a:ext uri="{FF2B5EF4-FFF2-40B4-BE49-F238E27FC236}">
                  <a16:creationId xmlns:a16="http://schemas.microsoft.com/office/drawing/2014/main" id="{D8812E69-A74E-4C24-984A-A58FDF65E6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8" y="1049"/>
              <a:ext cx="54" cy="97"/>
            </a:xfrm>
            <a:custGeom>
              <a:avLst/>
              <a:gdLst>
                <a:gd name="T0" fmla="*/ 42 w 31"/>
                <a:gd name="T1" fmla="*/ 37 h 55"/>
                <a:gd name="T2" fmla="*/ 85 w 31"/>
                <a:gd name="T3" fmla="*/ 12 h 55"/>
                <a:gd name="T4" fmla="*/ 134 w 31"/>
                <a:gd name="T5" fmla="*/ 7 h 55"/>
                <a:gd name="T6" fmla="*/ 164 w 31"/>
                <a:gd name="T7" fmla="*/ 60 h 55"/>
                <a:gd name="T8" fmla="*/ 148 w 31"/>
                <a:gd name="T9" fmla="*/ 159 h 55"/>
                <a:gd name="T10" fmla="*/ 78 w 31"/>
                <a:gd name="T11" fmla="*/ 265 h 55"/>
                <a:gd name="T12" fmla="*/ 37 w 31"/>
                <a:gd name="T13" fmla="*/ 302 h 55"/>
                <a:gd name="T14" fmla="*/ 0 w 31"/>
                <a:gd name="T15" fmla="*/ 252 h 5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1" h="55">
                  <a:moveTo>
                    <a:pt x="8" y="7"/>
                  </a:moveTo>
                  <a:cubicBezTo>
                    <a:pt x="11" y="6"/>
                    <a:pt x="13" y="3"/>
                    <a:pt x="16" y="2"/>
                  </a:cubicBezTo>
                  <a:cubicBezTo>
                    <a:pt x="19" y="0"/>
                    <a:pt x="22" y="0"/>
                    <a:pt x="25" y="1"/>
                  </a:cubicBezTo>
                  <a:cubicBezTo>
                    <a:pt x="29" y="3"/>
                    <a:pt x="30" y="7"/>
                    <a:pt x="31" y="11"/>
                  </a:cubicBezTo>
                  <a:cubicBezTo>
                    <a:pt x="31" y="17"/>
                    <a:pt x="31" y="25"/>
                    <a:pt x="28" y="29"/>
                  </a:cubicBezTo>
                  <a:cubicBezTo>
                    <a:pt x="23" y="36"/>
                    <a:pt x="18" y="41"/>
                    <a:pt x="15" y="48"/>
                  </a:cubicBezTo>
                  <a:cubicBezTo>
                    <a:pt x="13" y="51"/>
                    <a:pt x="11" y="55"/>
                    <a:pt x="7" y="55"/>
                  </a:cubicBezTo>
                  <a:cubicBezTo>
                    <a:pt x="2" y="55"/>
                    <a:pt x="2" y="50"/>
                    <a:pt x="0" y="46"/>
                  </a:cubicBezTo>
                </a:path>
              </a:pathLst>
            </a:custGeom>
            <a:solidFill>
              <a:srgbClr val="F6E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3231" name="Freeform 490">
              <a:extLst>
                <a:ext uri="{FF2B5EF4-FFF2-40B4-BE49-F238E27FC236}">
                  <a16:creationId xmlns:a16="http://schemas.microsoft.com/office/drawing/2014/main" id="{7765437C-8C79-40DD-96A8-762FF162C8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8" y="1049"/>
              <a:ext cx="54" cy="97"/>
            </a:xfrm>
            <a:custGeom>
              <a:avLst/>
              <a:gdLst>
                <a:gd name="T0" fmla="*/ 42 w 31"/>
                <a:gd name="T1" fmla="*/ 37 h 55"/>
                <a:gd name="T2" fmla="*/ 85 w 31"/>
                <a:gd name="T3" fmla="*/ 12 h 55"/>
                <a:gd name="T4" fmla="*/ 134 w 31"/>
                <a:gd name="T5" fmla="*/ 7 h 55"/>
                <a:gd name="T6" fmla="*/ 164 w 31"/>
                <a:gd name="T7" fmla="*/ 60 h 55"/>
                <a:gd name="T8" fmla="*/ 148 w 31"/>
                <a:gd name="T9" fmla="*/ 159 h 55"/>
                <a:gd name="T10" fmla="*/ 78 w 31"/>
                <a:gd name="T11" fmla="*/ 265 h 55"/>
                <a:gd name="T12" fmla="*/ 37 w 31"/>
                <a:gd name="T13" fmla="*/ 302 h 55"/>
                <a:gd name="T14" fmla="*/ 0 w 31"/>
                <a:gd name="T15" fmla="*/ 252 h 5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1" h="55">
                  <a:moveTo>
                    <a:pt x="8" y="7"/>
                  </a:moveTo>
                  <a:cubicBezTo>
                    <a:pt x="11" y="6"/>
                    <a:pt x="13" y="3"/>
                    <a:pt x="16" y="2"/>
                  </a:cubicBezTo>
                  <a:cubicBezTo>
                    <a:pt x="19" y="0"/>
                    <a:pt x="22" y="0"/>
                    <a:pt x="25" y="1"/>
                  </a:cubicBezTo>
                  <a:cubicBezTo>
                    <a:pt x="29" y="3"/>
                    <a:pt x="30" y="7"/>
                    <a:pt x="31" y="11"/>
                  </a:cubicBezTo>
                  <a:cubicBezTo>
                    <a:pt x="31" y="17"/>
                    <a:pt x="31" y="25"/>
                    <a:pt x="28" y="29"/>
                  </a:cubicBezTo>
                  <a:cubicBezTo>
                    <a:pt x="23" y="36"/>
                    <a:pt x="18" y="41"/>
                    <a:pt x="15" y="48"/>
                  </a:cubicBezTo>
                  <a:cubicBezTo>
                    <a:pt x="13" y="51"/>
                    <a:pt x="11" y="55"/>
                    <a:pt x="7" y="55"/>
                  </a:cubicBezTo>
                  <a:cubicBezTo>
                    <a:pt x="2" y="55"/>
                    <a:pt x="2" y="50"/>
                    <a:pt x="0" y="46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3232" name="Freeform 491">
              <a:extLst>
                <a:ext uri="{FF2B5EF4-FFF2-40B4-BE49-F238E27FC236}">
                  <a16:creationId xmlns:a16="http://schemas.microsoft.com/office/drawing/2014/main" id="{533BDBDD-59D0-436B-A015-1DAAD60E915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3" y="1060"/>
              <a:ext cx="24" cy="47"/>
            </a:xfrm>
            <a:custGeom>
              <a:avLst/>
              <a:gdLst>
                <a:gd name="T0" fmla="*/ 0 w 14"/>
                <a:gd name="T1" fmla="*/ 143 h 27"/>
                <a:gd name="T2" fmla="*/ 41 w 14"/>
                <a:gd name="T3" fmla="*/ 99 h 27"/>
                <a:gd name="T4" fmla="*/ 57 w 14"/>
                <a:gd name="T5" fmla="*/ 37 h 27"/>
                <a:gd name="T6" fmla="*/ 36 w 14"/>
                <a:gd name="T7" fmla="*/ 0 h 27"/>
                <a:gd name="T8" fmla="*/ 5 w 14"/>
                <a:gd name="T9" fmla="*/ 16 h 27"/>
                <a:gd name="T10" fmla="*/ 36 w 14"/>
                <a:gd name="T11" fmla="*/ 5 h 27"/>
                <a:gd name="T12" fmla="*/ 41 w 14"/>
                <a:gd name="T13" fmla="*/ 94 h 27"/>
                <a:gd name="T14" fmla="*/ 0 w 14"/>
                <a:gd name="T15" fmla="*/ 143 h 2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4" h="27">
                  <a:moveTo>
                    <a:pt x="0" y="27"/>
                  </a:moveTo>
                  <a:cubicBezTo>
                    <a:pt x="1" y="23"/>
                    <a:pt x="7" y="22"/>
                    <a:pt x="8" y="19"/>
                  </a:cubicBezTo>
                  <a:cubicBezTo>
                    <a:pt x="10" y="16"/>
                    <a:pt x="12" y="11"/>
                    <a:pt x="11" y="7"/>
                  </a:cubicBezTo>
                  <a:cubicBezTo>
                    <a:pt x="11" y="5"/>
                    <a:pt x="10" y="0"/>
                    <a:pt x="7" y="0"/>
                  </a:cubicBezTo>
                  <a:cubicBezTo>
                    <a:pt x="5" y="0"/>
                    <a:pt x="3" y="2"/>
                    <a:pt x="1" y="3"/>
                  </a:cubicBezTo>
                  <a:cubicBezTo>
                    <a:pt x="1" y="3"/>
                    <a:pt x="6" y="0"/>
                    <a:pt x="7" y="1"/>
                  </a:cubicBezTo>
                  <a:cubicBezTo>
                    <a:pt x="9" y="2"/>
                    <a:pt x="14" y="10"/>
                    <a:pt x="8" y="18"/>
                  </a:cubicBezTo>
                  <a:cubicBezTo>
                    <a:pt x="2" y="27"/>
                    <a:pt x="2" y="21"/>
                    <a:pt x="0" y="2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3233" name="Freeform 492">
              <a:extLst>
                <a:ext uri="{FF2B5EF4-FFF2-40B4-BE49-F238E27FC236}">
                  <a16:creationId xmlns:a16="http://schemas.microsoft.com/office/drawing/2014/main" id="{9730F118-25E7-4ABC-A97F-780F4F6AB25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6" y="1098"/>
              <a:ext cx="7" cy="21"/>
            </a:xfrm>
            <a:custGeom>
              <a:avLst/>
              <a:gdLst>
                <a:gd name="T0" fmla="*/ 21 w 4"/>
                <a:gd name="T1" fmla="*/ 44 h 12"/>
                <a:gd name="T2" fmla="*/ 7 w 4"/>
                <a:gd name="T3" fmla="*/ 65 h 12"/>
                <a:gd name="T4" fmla="*/ 0 w 4"/>
                <a:gd name="T5" fmla="*/ 7 h 12"/>
                <a:gd name="T6" fmla="*/ 0 w 4"/>
                <a:gd name="T7" fmla="*/ 7 h 12"/>
                <a:gd name="T8" fmla="*/ 16 w 4"/>
                <a:gd name="T9" fmla="*/ 21 h 12"/>
                <a:gd name="T10" fmla="*/ 7 w 4"/>
                <a:gd name="T11" fmla="*/ 58 h 12"/>
                <a:gd name="T12" fmla="*/ 21 w 4"/>
                <a:gd name="T13" fmla="*/ 44 h 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" h="12">
                  <a:moveTo>
                    <a:pt x="4" y="8"/>
                  </a:moveTo>
                  <a:cubicBezTo>
                    <a:pt x="3" y="9"/>
                    <a:pt x="2" y="12"/>
                    <a:pt x="1" y="12"/>
                  </a:cubicBezTo>
                  <a:cubicBezTo>
                    <a:pt x="1" y="10"/>
                    <a:pt x="4" y="2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3" y="0"/>
                    <a:pt x="3" y="4"/>
                  </a:cubicBezTo>
                  <a:cubicBezTo>
                    <a:pt x="3" y="7"/>
                    <a:pt x="1" y="11"/>
                    <a:pt x="1" y="11"/>
                  </a:cubicBezTo>
                  <a:lnTo>
                    <a:pt x="4" y="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3234" name="Freeform 493">
              <a:extLst>
                <a:ext uri="{FF2B5EF4-FFF2-40B4-BE49-F238E27FC236}">
                  <a16:creationId xmlns:a16="http://schemas.microsoft.com/office/drawing/2014/main" id="{BA42B83F-A653-415B-B07C-CD080F664BD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0" y="1053"/>
              <a:ext cx="22" cy="33"/>
            </a:xfrm>
            <a:custGeom>
              <a:avLst/>
              <a:gdLst>
                <a:gd name="T0" fmla="*/ 0 w 13"/>
                <a:gd name="T1" fmla="*/ 5 h 19"/>
                <a:gd name="T2" fmla="*/ 42 w 13"/>
                <a:gd name="T3" fmla="*/ 16 h 19"/>
                <a:gd name="T4" fmla="*/ 29 w 13"/>
                <a:gd name="T5" fmla="*/ 99 h 19"/>
                <a:gd name="T6" fmla="*/ 42 w 13"/>
                <a:gd name="T7" fmla="*/ 36 h 19"/>
                <a:gd name="T8" fmla="*/ 5 w 13"/>
                <a:gd name="T9" fmla="*/ 9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9">
                  <a:moveTo>
                    <a:pt x="0" y="1"/>
                  </a:moveTo>
                  <a:cubicBezTo>
                    <a:pt x="2" y="0"/>
                    <a:pt x="7" y="0"/>
                    <a:pt x="9" y="3"/>
                  </a:cubicBezTo>
                  <a:cubicBezTo>
                    <a:pt x="13" y="7"/>
                    <a:pt x="10" y="15"/>
                    <a:pt x="6" y="19"/>
                  </a:cubicBezTo>
                  <a:cubicBezTo>
                    <a:pt x="10" y="17"/>
                    <a:pt x="10" y="10"/>
                    <a:pt x="9" y="7"/>
                  </a:cubicBezTo>
                  <a:cubicBezTo>
                    <a:pt x="7" y="4"/>
                    <a:pt x="5" y="1"/>
                    <a:pt x="1" y="2"/>
                  </a:cubicBezTo>
                </a:path>
              </a:pathLst>
            </a:custGeom>
            <a:solidFill>
              <a:srgbClr val="EFCA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3235" name="Freeform 494">
              <a:extLst>
                <a:ext uri="{FF2B5EF4-FFF2-40B4-BE49-F238E27FC236}">
                  <a16:creationId xmlns:a16="http://schemas.microsoft.com/office/drawing/2014/main" id="{EFED1879-DECA-4B32-8D57-B676EA99076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4" y="1062"/>
              <a:ext cx="16" cy="24"/>
            </a:xfrm>
            <a:custGeom>
              <a:avLst/>
              <a:gdLst>
                <a:gd name="T0" fmla="*/ 0 w 9"/>
                <a:gd name="T1" fmla="*/ 15 h 14"/>
                <a:gd name="T2" fmla="*/ 16 w 9"/>
                <a:gd name="T3" fmla="*/ 5 h 14"/>
                <a:gd name="T4" fmla="*/ 37 w 9"/>
                <a:gd name="T5" fmla="*/ 5 h 14"/>
                <a:gd name="T6" fmla="*/ 36 w 9"/>
                <a:gd name="T7" fmla="*/ 41 h 14"/>
                <a:gd name="T8" fmla="*/ 12 w 9"/>
                <a:gd name="T9" fmla="*/ 70 h 14"/>
                <a:gd name="T10" fmla="*/ 28 w 9"/>
                <a:gd name="T11" fmla="*/ 29 h 14"/>
                <a:gd name="T12" fmla="*/ 0 w 9"/>
                <a:gd name="T13" fmla="*/ 15 h 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" h="14">
                  <a:moveTo>
                    <a:pt x="0" y="3"/>
                  </a:moveTo>
                  <a:cubicBezTo>
                    <a:pt x="1" y="3"/>
                    <a:pt x="2" y="2"/>
                    <a:pt x="3" y="1"/>
                  </a:cubicBezTo>
                  <a:cubicBezTo>
                    <a:pt x="4" y="1"/>
                    <a:pt x="6" y="0"/>
                    <a:pt x="7" y="1"/>
                  </a:cubicBezTo>
                  <a:cubicBezTo>
                    <a:pt x="9" y="3"/>
                    <a:pt x="7" y="6"/>
                    <a:pt x="6" y="8"/>
                  </a:cubicBezTo>
                  <a:cubicBezTo>
                    <a:pt x="5" y="10"/>
                    <a:pt x="4" y="12"/>
                    <a:pt x="2" y="14"/>
                  </a:cubicBezTo>
                  <a:cubicBezTo>
                    <a:pt x="4" y="12"/>
                    <a:pt x="6" y="8"/>
                    <a:pt x="5" y="6"/>
                  </a:cubicBezTo>
                  <a:cubicBezTo>
                    <a:pt x="5" y="4"/>
                    <a:pt x="2" y="2"/>
                    <a:pt x="0" y="3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3236" name="Freeform 495">
              <a:extLst>
                <a:ext uri="{FF2B5EF4-FFF2-40B4-BE49-F238E27FC236}">
                  <a16:creationId xmlns:a16="http://schemas.microsoft.com/office/drawing/2014/main" id="{84E13B9F-6682-4580-9D28-F8405AD403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9" y="1090"/>
              <a:ext cx="4" cy="15"/>
            </a:xfrm>
            <a:custGeom>
              <a:avLst/>
              <a:gdLst>
                <a:gd name="T0" fmla="*/ 0 w 2"/>
                <a:gd name="T1" fmla="*/ 28 h 9"/>
                <a:gd name="T2" fmla="*/ 8 w 2"/>
                <a:gd name="T3" fmla="*/ 42 h 9"/>
                <a:gd name="T4" fmla="*/ 16 w 2"/>
                <a:gd name="T5" fmla="*/ 20 h 9"/>
                <a:gd name="T6" fmla="*/ 8 w 2"/>
                <a:gd name="T7" fmla="*/ 0 h 9"/>
                <a:gd name="T8" fmla="*/ 0 w 2"/>
                <a:gd name="T9" fmla="*/ 22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9">
                  <a:moveTo>
                    <a:pt x="0" y="6"/>
                  </a:moveTo>
                  <a:cubicBezTo>
                    <a:pt x="1" y="6"/>
                    <a:pt x="1" y="8"/>
                    <a:pt x="1" y="9"/>
                  </a:cubicBezTo>
                  <a:cubicBezTo>
                    <a:pt x="2" y="9"/>
                    <a:pt x="2" y="5"/>
                    <a:pt x="2" y="4"/>
                  </a:cubicBezTo>
                  <a:cubicBezTo>
                    <a:pt x="2" y="3"/>
                    <a:pt x="2" y="1"/>
                    <a:pt x="1" y="0"/>
                  </a:cubicBezTo>
                  <a:cubicBezTo>
                    <a:pt x="0" y="1"/>
                    <a:pt x="1" y="4"/>
                    <a:pt x="0" y="5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3237" name="Freeform 496">
              <a:extLst>
                <a:ext uri="{FF2B5EF4-FFF2-40B4-BE49-F238E27FC236}">
                  <a16:creationId xmlns:a16="http://schemas.microsoft.com/office/drawing/2014/main" id="{0D69BDE5-F5A8-40AD-A78E-25CC9E8D9790}"/>
                </a:ext>
              </a:extLst>
            </p:cNvPr>
            <p:cNvSpPr>
              <a:spLocks/>
            </p:cNvSpPr>
            <p:nvPr/>
          </p:nvSpPr>
          <p:spPr bwMode="auto">
            <a:xfrm>
              <a:off x="726" y="773"/>
              <a:ext cx="384" cy="539"/>
            </a:xfrm>
            <a:custGeom>
              <a:avLst/>
              <a:gdLst>
                <a:gd name="T0" fmla="*/ 1166 w 219"/>
                <a:gd name="T1" fmla="*/ 714 h 308"/>
                <a:gd name="T2" fmla="*/ 1180 w 219"/>
                <a:gd name="T3" fmla="*/ 551 h 308"/>
                <a:gd name="T4" fmla="*/ 593 w 219"/>
                <a:gd name="T5" fmla="*/ 12 h 308"/>
                <a:gd name="T6" fmla="*/ 12 w 219"/>
                <a:gd name="T7" fmla="*/ 592 h 308"/>
                <a:gd name="T8" fmla="*/ 70 w 219"/>
                <a:gd name="T9" fmla="*/ 842 h 308"/>
                <a:gd name="T10" fmla="*/ 114 w 219"/>
                <a:gd name="T11" fmla="*/ 999 h 308"/>
                <a:gd name="T12" fmla="*/ 281 w 219"/>
                <a:gd name="T13" fmla="*/ 1470 h 308"/>
                <a:gd name="T14" fmla="*/ 665 w 219"/>
                <a:gd name="T15" fmla="*/ 1642 h 308"/>
                <a:gd name="T16" fmla="*/ 1045 w 219"/>
                <a:gd name="T17" fmla="*/ 1363 h 308"/>
                <a:gd name="T18" fmla="*/ 1147 w 219"/>
                <a:gd name="T19" fmla="*/ 886 h 308"/>
                <a:gd name="T20" fmla="*/ 1166 w 219"/>
                <a:gd name="T21" fmla="*/ 714 h 30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19" h="308">
                  <a:moveTo>
                    <a:pt x="216" y="133"/>
                  </a:moveTo>
                  <a:cubicBezTo>
                    <a:pt x="218" y="124"/>
                    <a:pt x="219" y="113"/>
                    <a:pt x="219" y="103"/>
                  </a:cubicBezTo>
                  <a:cubicBezTo>
                    <a:pt x="217" y="39"/>
                    <a:pt x="170" y="0"/>
                    <a:pt x="110" y="2"/>
                  </a:cubicBezTo>
                  <a:cubicBezTo>
                    <a:pt x="50" y="4"/>
                    <a:pt x="0" y="46"/>
                    <a:pt x="2" y="110"/>
                  </a:cubicBezTo>
                  <a:cubicBezTo>
                    <a:pt x="3" y="127"/>
                    <a:pt x="7" y="143"/>
                    <a:pt x="13" y="157"/>
                  </a:cubicBezTo>
                  <a:cubicBezTo>
                    <a:pt x="17" y="166"/>
                    <a:pt x="21" y="180"/>
                    <a:pt x="21" y="186"/>
                  </a:cubicBezTo>
                  <a:cubicBezTo>
                    <a:pt x="20" y="195"/>
                    <a:pt x="34" y="254"/>
                    <a:pt x="52" y="274"/>
                  </a:cubicBezTo>
                  <a:cubicBezTo>
                    <a:pt x="70" y="294"/>
                    <a:pt x="92" y="308"/>
                    <a:pt x="123" y="306"/>
                  </a:cubicBezTo>
                  <a:cubicBezTo>
                    <a:pt x="153" y="305"/>
                    <a:pt x="189" y="266"/>
                    <a:pt x="194" y="254"/>
                  </a:cubicBezTo>
                  <a:cubicBezTo>
                    <a:pt x="198" y="241"/>
                    <a:pt x="213" y="198"/>
                    <a:pt x="213" y="165"/>
                  </a:cubicBezTo>
                  <a:cubicBezTo>
                    <a:pt x="213" y="153"/>
                    <a:pt x="215" y="139"/>
                    <a:pt x="216" y="133"/>
                  </a:cubicBezTo>
                  <a:close/>
                </a:path>
              </a:pathLst>
            </a:custGeom>
            <a:solidFill>
              <a:srgbClr val="F6E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3238" name="Freeform 497">
              <a:extLst>
                <a:ext uri="{FF2B5EF4-FFF2-40B4-BE49-F238E27FC236}">
                  <a16:creationId xmlns:a16="http://schemas.microsoft.com/office/drawing/2014/main" id="{3721A677-89A7-42B6-A626-A073306A4103}"/>
                </a:ext>
              </a:extLst>
            </p:cNvPr>
            <p:cNvSpPr>
              <a:spLocks/>
            </p:cNvSpPr>
            <p:nvPr/>
          </p:nvSpPr>
          <p:spPr bwMode="auto">
            <a:xfrm>
              <a:off x="726" y="773"/>
              <a:ext cx="384" cy="539"/>
            </a:xfrm>
            <a:custGeom>
              <a:avLst/>
              <a:gdLst>
                <a:gd name="T0" fmla="*/ 1166 w 219"/>
                <a:gd name="T1" fmla="*/ 714 h 308"/>
                <a:gd name="T2" fmla="*/ 1180 w 219"/>
                <a:gd name="T3" fmla="*/ 551 h 308"/>
                <a:gd name="T4" fmla="*/ 593 w 219"/>
                <a:gd name="T5" fmla="*/ 12 h 308"/>
                <a:gd name="T6" fmla="*/ 12 w 219"/>
                <a:gd name="T7" fmla="*/ 592 h 308"/>
                <a:gd name="T8" fmla="*/ 70 w 219"/>
                <a:gd name="T9" fmla="*/ 842 h 308"/>
                <a:gd name="T10" fmla="*/ 114 w 219"/>
                <a:gd name="T11" fmla="*/ 999 h 308"/>
                <a:gd name="T12" fmla="*/ 281 w 219"/>
                <a:gd name="T13" fmla="*/ 1470 h 308"/>
                <a:gd name="T14" fmla="*/ 665 w 219"/>
                <a:gd name="T15" fmla="*/ 1642 h 308"/>
                <a:gd name="T16" fmla="*/ 1045 w 219"/>
                <a:gd name="T17" fmla="*/ 1363 h 308"/>
                <a:gd name="T18" fmla="*/ 1147 w 219"/>
                <a:gd name="T19" fmla="*/ 886 h 308"/>
                <a:gd name="T20" fmla="*/ 1166 w 219"/>
                <a:gd name="T21" fmla="*/ 714 h 30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19" h="308">
                  <a:moveTo>
                    <a:pt x="216" y="133"/>
                  </a:moveTo>
                  <a:cubicBezTo>
                    <a:pt x="218" y="124"/>
                    <a:pt x="219" y="113"/>
                    <a:pt x="219" y="103"/>
                  </a:cubicBezTo>
                  <a:cubicBezTo>
                    <a:pt x="217" y="39"/>
                    <a:pt x="170" y="0"/>
                    <a:pt x="110" y="2"/>
                  </a:cubicBezTo>
                  <a:cubicBezTo>
                    <a:pt x="50" y="4"/>
                    <a:pt x="0" y="46"/>
                    <a:pt x="2" y="110"/>
                  </a:cubicBezTo>
                  <a:cubicBezTo>
                    <a:pt x="3" y="127"/>
                    <a:pt x="7" y="143"/>
                    <a:pt x="13" y="157"/>
                  </a:cubicBezTo>
                  <a:cubicBezTo>
                    <a:pt x="17" y="166"/>
                    <a:pt x="21" y="180"/>
                    <a:pt x="21" y="186"/>
                  </a:cubicBezTo>
                  <a:cubicBezTo>
                    <a:pt x="20" y="195"/>
                    <a:pt x="34" y="254"/>
                    <a:pt x="52" y="274"/>
                  </a:cubicBezTo>
                  <a:cubicBezTo>
                    <a:pt x="70" y="294"/>
                    <a:pt x="92" y="308"/>
                    <a:pt x="123" y="306"/>
                  </a:cubicBezTo>
                  <a:cubicBezTo>
                    <a:pt x="153" y="305"/>
                    <a:pt x="189" y="266"/>
                    <a:pt x="194" y="254"/>
                  </a:cubicBezTo>
                  <a:cubicBezTo>
                    <a:pt x="198" y="241"/>
                    <a:pt x="213" y="198"/>
                    <a:pt x="213" y="165"/>
                  </a:cubicBezTo>
                  <a:cubicBezTo>
                    <a:pt x="213" y="153"/>
                    <a:pt x="215" y="139"/>
                    <a:pt x="216" y="133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3239" name="Freeform 498">
              <a:extLst>
                <a:ext uri="{FF2B5EF4-FFF2-40B4-BE49-F238E27FC236}">
                  <a16:creationId xmlns:a16="http://schemas.microsoft.com/office/drawing/2014/main" id="{1A160B2B-E8C5-47E8-9D9C-90E59FA67E46}"/>
                </a:ext>
              </a:extLst>
            </p:cNvPr>
            <p:cNvSpPr>
              <a:spLocks/>
            </p:cNvSpPr>
            <p:nvPr/>
          </p:nvSpPr>
          <p:spPr bwMode="auto">
            <a:xfrm>
              <a:off x="897" y="1147"/>
              <a:ext cx="16" cy="27"/>
            </a:xfrm>
            <a:custGeom>
              <a:avLst/>
              <a:gdLst>
                <a:gd name="T0" fmla="*/ 0 w 9"/>
                <a:gd name="T1" fmla="*/ 13 h 15"/>
                <a:gd name="T2" fmla="*/ 16 w 9"/>
                <a:gd name="T3" fmla="*/ 7 h 15"/>
                <a:gd name="T4" fmla="*/ 28 w 9"/>
                <a:gd name="T5" fmla="*/ 29 h 15"/>
                <a:gd name="T6" fmla="*/ 37 w 9"/>
                <a:gd name="T7" fmla="*/ 88 h 15"/>
                <a:gd name="T8" fmla="*/ 0 w 9"/>
                <a:gd name="T9" fmla="*/ 36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15">
                  <a:moveTo>
                    <a:pt x="0" y="2"/>
                  </a:moveTo>
                  <a:cubicBezTo>
                    <a:pt x="0" y="1"/>
                    <a:pt x="2" y="0"/>
                    <a:pt x="3" y="1"/>
                  </a:cubicBezTo>
                  <a:cubicBezTo>
                    <a:pt x="4" y="1"/>
                    <a:pt x="4" y="4"/>
                    <a:pt x="5" y="5"/>
                  </a:cubicBezTo>
                  <a:cubicBezTo>
                    <a:pt x="6" y="8"/>
                    <a:pt x="9" y="12"/>
                    <a:pt x="7" y="15"/>
                  </a:cubicBezTo>
                  <a:cubicBezTo>
                    <a:pt x="3" y="15"/>
                    <a:pt x="0" y="9"/>
                    <a:pt x="0" y="6"/>
                  </a:cubicBezTo>
                </a:path>
              </a:pathLst>
            </a:custGeom>
            <a:solidFill>
              <a:srgbClr val="F6E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3240" name="Freeform 499">
              <a:extLst>
                <a:ext uri="{FF2B5EF4-FFF2-40B4-BE49-F238E27FC236}">
                  <a16:creationId xmlns:a16="http://schemas.microsoft.com/office/drawing/2014/main" id="{F80013A0-1092-433E-AD9E-0E076A1C9966}"/>
                </a:ext>
              </a:extLst>
            </p:cNvPr>
            <p:cNvSpPr>
              <a:spLocks/>
            </p:cNvSpPr>
            <p:nvPr/>
          </p:nvSpPr>
          <p:spPr bwMode="auto">
            <a:xfrm>
              <a:off x="875" y="1282"/>
              <a:ext cx="121" cy="46"/>
            </a:xfrm>
            <a:custGeom>
              <a:avLst/>
              <a:gdLst>
                <a:gd name="T0" fmla="*/ 0 w 69"/>
                <a:gd name="T1" fmla="*/ 12 h 26"/>
                <a:gd name="T2" fmla="*/ 372 w 69"/>
                <a:gd name="T3" fmla="*/ 0 h 26"/>
                <a:gd name="T4" fmla="*/ 0 w 69"/>
                <a:gd name="T5" fmla="*/ 12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9" h="26">
                  <a:moveTo>
                    <a:pt x="0" y="2"/>
                  </a:moveTo>
                  <a:cubicBezTo>
                    <a:pt x="0" y="2"/>
                    <a:pt x="39" y="26"/>
                    <a:pt x="69" y="0"/>
                  </a:cubicBezTo>
                  <a:cubicBezTo>
                    <a:pt x="69" y="0"/>
                    <a:pt x="41" y="21"/>
                    <a:pt x="0" y="2"/>
                  </a:cubicBezTo>
                  <a:close/>
                </a:path>
              </a:pathLst>
            </a:custGeom>
            <a:solidFill>
              <a:srgbClr val="EFCA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3241" name="Line 500">
              <a:extLst>
                <a:ext uri="{FF2B5EF4-FFF2-40B4-BE49-F238E27FC236}">
                  <a16:creationId xmlns:a16="http://schemas.microsoft.com/office/drawing/2014/main" id="{B03437AD-3FC5-4097-B600-D3EF3244B43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18" y="881"/>
              <a:ext cx="1" cy="1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3242" name="Line 501">
              <a:extLst>
                <a:ext uri="{FF2B5EF4-FFF2-40B4-BE49-F238E27FC236}">
                  <a16:creationId xmlns:a16="http://schemas.microsoft.com/office/drawing/2014/main" id="{34894AF0-B72E-4978-A0A0-6D40ED78ACD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18" y="881"/>
              <a:ext cx="1" cy="1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3243" name="Freeform 502">
              <a:extLst>
                <a:ext uri="{FF2B5EF4-FFF2-40B4-BE49-F238E27FC236}">
                  <a16:creationId xmlns:a16="http://schemas.microsoft.com/office/drawing/2014/main" id="{78574B7F-AFEB-4A84-995C-6010FFD628D8}"/>
                </a:ext>
              </a:extLst>
            </p:cNvPr>
            <p:cNvSpPr>
              <a:spLocks/>
            </p:cNvSpPr>
            <p:nvPr/>
          </p:nvSpPr>
          <p:spPr bwMode="auto">
            <a:xfrm>
              <a:off x="890" y="1161"/>
              <a:ext cx="28" cy="7"/>
            </a:xfrm>
            <a:custGeom>
              <a:avLst/>
              <a:gdLst>
                <a:gd name="T0" fmla="*/ 86 w 16"/>
                <a:gd name="T1" fmla="*/ 12 h 4"/>
                <a:gd name="T2" fmla="*/ 70 w 16"/>
                <a:gd name="T3" fmla="*/ 0 h 4"/>
                <a:gd name="T4" fmla="*/ 56 w 16"/>
                <a:gd name="T5" fmla="*/ 16 h 4"/>
                <a:gd name="T6" fmla="*/ 28 w 16"/>
                <a:gd name="T7" fmla="*/ 16 h 4"/>
                <a:gd name="T8" fmla="*/ 0 w 16"/>
                <a:gd name="T9" fmla="*/ 7 h 4"/>
                <a:gd name="T10" fmla="*/ 21 w 16"/>
                <a:gd name="T11" fmla="*/ 16 h 4"/>
                <a:gd name="T12" fmla="*/ 44 w 16"/>
                <a:gd name="T13" fmla="*/ 16 h 4"/>
                <a:gd name="T14" fmla="*/ 65 w 16"/>
                <a:gd name="T15" fmla="*/ 12 h 4"/>
                <a:gd name="T16" fmla="*/ 77 w 16"/>
                <a:gd name="T17" fmla="*/ 16 h 4"/>
                <a:gd name="T18" fmla="*/ 86 w 16"/>
                <a:gd name="T19" fmla="*/ 12 h 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6" h="4">
                  <a:moveTo>
                    <a:pt x="16" y="2"/>
                  </a:moveTo>
                  <a:cubicBezTo>
                    <a:pt x="16" y="1"/>
                    <a:pt x="14" y="0"/>
                    <a:pt x="13" y="0"/>
                  </a:cubicBezTo>
                  <a:cubicBezTo>
                    <a:pt x="12" y="0"/>
                    <a:pt x="11" y="2"/>
                    <a:pt x="10" y="3"/>
                  </a:cubicBezTo>
                  <a:cubicBezTo>
                    <a:pt x="8" y="3"/>
                    <a:pt x="7" y="3"/>
                    <a:pt x="5" y="3"/>
                  </a:cubicBezTo>
                  <a:cubicBezTo>
                    <a:pt x="3" y="3"/>
                    <a:pt x="1" y="2"/>
                    <a:pt x="0" y="1"/>
                  </a:cubicBezTo>
                  <a:cubicBezTo>
                    <a:pt x="1" y="2"/>
                    <a:pt x="2" y="3"/>
                    <a:pt x="4" y="3"/>
                  </a:cubicBezTo>
                  <a:cubicBezTo>
                    <a:pt x="5" y="4"/>
                    <a:pt x="7" y="4"/>
                    <a:pt x="8" y="3"/>
                  </a:cubicBezTo>
                  <a:cubicBezTo>
                    <a:pt x="10" y="3"/>
                    <a:pt x="11" y="2"/>
                    <a:pt x="12" y="2"/>
                  </a:cubicBezTo>
                  <a:cubicBezTo>
                    <a:pt x="13" y="2"/>
                    <a:pt x="13" y="3"/>
                    <a:pt x="14" y="3"/>
                  </a:cubicBezTo>
                  <a:cubicBezTo>
                    <a:pt x="15" y="3"/>
                    <a:pt x="15" y="2"/>
                    <a:pt x="16" y="2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3244" name="Freeform 503">
              <a:extLst>
                <a:ext uri="{FF2B5EF4-FFF2-40B4-BE49-F238E27FC236}">
                  <a16:creationId xmlns:a16="http://schemas.microsoft.com/office/drawing/2014/main" id="{3ABFAE30-369B-48C9-8DEA-92742C72F68F}"/>
                </a:ext>
              </a:extLst>
            </p:cNvPr>
            <p:cNvSpPr>
              <a:spLocks/>
            </p:cNvSpPr>
            <p:nvPr/>
          </p:nvSpPr>
          <p:spPr bwMode="auto">
            <a:xfrm>
              <a:off x="878" y="1154"/>
              <a:ext cx="18" cy="13"/>
            </a:xfrm>
            <a:custGeom>
              <a:avLst/>
              <a:gdLst>
                <a:gd name="T0" fmla="*/ 58 w 10"/>
                <a:gd name="T1" fmla="*/ 45 h 7"/>
                <a:gd name="T2" fmla="*/ 36 w 10"/>
                <a:gd name="T3" fmla="*/ 0 h 7"/>
                <a:gd name="T4" fmla="*/ 58 w 10"/>
                <a:gd name="T5" fmla="*/ 45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7">
                  <a:moveTo>
                    <a:pt x="10" y="7"/>
                  </a:moveTo>
                  <a:cubicBezTo>
                    <a:pt x="10" y="7"/>
                    <a:pt x="3" y="3"/>
                    <a:pt x="6" y="0"/>
                  </a:cubicBezTo>
                  <a:cubicBezTo>
                    <a:pt x="6" y="0"/>
                    <a:pt x="0" y="3"/>
                    <a:pt x="10" y="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3245" name="Freeform 504">
              <a:extLst>
                <a:ext uri="{FF2B5EF4-FFF2-40B4-BE49-F238E27FC236}">
                  <a16:creationId xmlns:a16="http://schemas.microsoft.com/office/drawing/2014/main" id="{111F2F16-15DE-4149-868D-C4E9324E97BB}"/>
                </a:ext>
              </a:extLst>
            </p:cNvPr>
            <p:cNvSpPr>
              <a:spLocks/>
            </p:cNvSpPr>
            <p:nvPr/>
          </p:nvSpPr>
          <p:spPr bwMode="auto">
            <a:xfrm>
              <a:off x="950" y="1161"/>
              <a:ext cx="26" cy="7"/>
            </a:xfrm>
            <a:custGeom>
              <a:avLst/>
              <a:gdLst>
                <a:gd name="T0" fmla="*/ 0 w 15"/>
                <a:gd name="T1" fmla="*/ 12 h 4"/>
                <a:gd name="T2" fmla="*/ 16 w 15"/>
                <a:gd name="T3" fmla="*/ 0 h 4"/>
                <a:gd name="T4" fmla="*/ 29 w 15"/>
                <a:gd name="T5" fmla="*/ 16 h 4"/>
                <a:gd name="T6" fmla="*/ 57 w 15"/>
                <a:gd name="T7" fmla="*/ 16 h 4"/>
                <a:gd name="T8" fmla="*/ 78 w 15"/>
                <a:gd name="T9" fmla="*/ 7 h 4"/>
                <a:gd name="T10" fmla="*/ 62 w 15"/>
                <a:gd name="T11" fmla="*/ 16 h 4"/>
                <a:gd name="T12" fmla="*/ 36 w 15"/>
                <a:gd name="T13" fmla="*/ 16 h 4"/>
                <a:gd name="T14" fmla="*/ 21 w 15"/>
                <a:gd name="T15" fmla="*/ 12 h 4"/>
                <a:gd name="T16" fmla="*/ 9 w 15"/>
                <a:gd name="T17" fmla="*/ 16 h 4"/>
                <a:gd name="T18" fmla="*/ 0 w 15"/>
                <a:gd name="T19" fmla="*/ 12 h 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5" h="4">
                  <a:moveTo>
                    <a:pt x="0" y="2"/>
                  </a:moveTo>
                  <a:cubicBezTo>
                    <a:pt x="0" y="1"/>
                    <a:pt x="1" y="0"/>
                    <a:pt x="3" y="0"/>
                  </a:cubicBezTo>
                  <a:cubicBezTo>
                    <a:pt x="4" y="0"/>
                    <a:pt x="5" y="2"/>
                    <a:pt x="6" y="3"/>
                  </a:cubicBezTo>
                  <a:cubicBezTo>
                    <a:pt x="8" y="3"/>
                    <a:pt x="9" y="3"/>
                    <a:pt x="11" y="3"/>
                  </a:cubicBezTo>
                  <a:cubicBezTo>
                    <a:pt x="12" y="3"/>
                    <a:pt x="15" y="2"/>
                    <a:pt x="15" y="1"/>
                  </a:cubicBezTo>
                  <a:cubicBezTo>
                    <a:pt x="14" y="2"/>
                    <a:pt x="14" y="3"/>
                    <a:pt x="12" y="3"/>
                  </a:cubicBezTo>
                  <a:cubicBezTo>
                    <a:pt x="11" y="4"/>
                    <a:pt x="9" y="4"/>
                    <a:pt x="7" y="3"/>
                  </a:cubicBezTo>
                  <a:cubicBezTo>
                    <a:pt x="6" y="3"/>
                    <a:pt x="5" y="2"/>
                    <a:pt x="4" y="2"/>
                  </a:cubicBezTo>
                  <a:cubicBezTo>
                    <a:pt x="3" y="2"/>
                    <a:pt x="3" y="3"/>
                    <a:pt x="2" y="3"/>
                  </a:cubicBezTo>
                  <a:cubicBezTo>
                    <a:pt x="1" y="3"/>
                    <a:pt x="1" y="2"/>
                    <a:pt x="0" y="2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3246" name="Freeform 505">
              <a:extLst>
                <a:ext uri="{FF2B5EF4-FFF2-40B4-BE49-F238E27FC236}">
                  <a16:creationId xmlns:a16="http://schemas.microsoft.com/office/drawing/2014/main" id="{CF4CC2B5-9E83-4E00-90A8-F188C1033813}"/>
                </a:ext>
              </a:extLst>
            </p:cNvPr>
            <p:cNvSpPr>
              <a:spLocks/>
            </p:cNvSpPr>
            <p:nvPr/>
          </p:nvSpPr>
          <p:spPr bwMode="auto">
            <a:xfrm>
              <a:off x="973" y="1154"/>
              <a:ext cx="17" cy="13"/>
            </a:xfrm>
            <a:custGeom>
              <a:avLst/>
              <a:gdLst>
                <a:gd name="T0" fmla="*/ 0 w 10"/>
                <a:gd name="T1" fmla="*/ 45 h 7"/>
                <a:gd name="T2" fmla="*/ 20 w 10"/>
                <a:gd name="T3" fmla="*/ 0 h 7"/>
                <a:gd name="T4" fmla="*/ 0 w 10"/>
                <a:gd name="T5" fmla="*/ 45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7">
                  <a:moveTo>
                    <a:pt x="0" y="7"/>
                  </a:moveTo>
                  <a:cubicBezTo>
                    <a:pt x="0" y="7"/>
                    <a:pt x="7" y="3"/>
                    <a:pt x="4" y="0"/>
                  </a:cubicBezTo>
                  <a:cubicBezTo>
                    <a:pt x="4" y="0"/>
                    <a:pt x="10" y="3"/>
                    <a:pt x="0" y="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3247" name="Freeform 506">
              <a:extLst>
                <a:ext uri="{FF2B5EF4-FFF2-40B4-BE49-F238E27FC236}">
                  <a16:creationId xmlns:a16="http://schemas.microsoft.com/office/drawing/2014/main" id="{FD59FFA5-E2E3-4B97-9C93-B76981DA77BD}"/>
                </a:ext>
              </a:extLst>
            </p:cNvPr>
            <p:cNvSpPr>
              <a:spLocks/>
            </p:cNvSpPr>
            <p:nvPr/>
          </p:nvSpPr>
          <p:spPr bwMode="auto">
            <a:xfrm>
              <a:off x="896" y="1144"/>
              <a:ext cx="22" cy="16"/>
            </a:xfrm>
            <a:custGeom>
              <a:avLst/>
              <a:gdLst>
                <a:gd name="T0" fmla="*/ 63 w 13"/>
                <a:gd name="T1" fmla="*/ 50 h 9"/>
                <a:gd name="T2" fmla="*/ 41 w 13"/>
                <a:gd name="T3" fmla="*/ 0 h 9"/>
                <a:gd name="T4" fmla="*/ 63 w 13"/>
                <a:gd name="T5" fmla="*/ 5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9">
                  <a:moveTo>
                    <a:pt x="13" y="9"/>
                  </a:moveTo>
                  <a:cubicBezTo>
                    <a:pt x="13" y="9"/>
                    <a:pt x="3" y="6"/>
                    <a:pt x="8" y="0"/>
                  </a:cubicBezTo>
                  <a:cubicBezTo>
                    <a:pt x="8" y="0"/>
                    <a:pt x="0" y="5"/>
                    <a:pt x="13" y="9"/>
                  </a:cubicBezTo>
                  <a:close/>
                </a:path>
              </a:pathLst>
            </a:custGeom>
            <a:solidFill>
              <a:srgbClr val="EFCA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3248" name="Freeform 507">
              <a:extLst>
                <a:ext uri="{FF2B5EF4-FFF2-40B4-BE49-F238E27FC236}">
                  <a16:creationId xmlns:a16="http://schemas.microsoft.com/office/drawing/2014/main" id="{01626B8C-80B2-43A9-860C-21ABED25ACD3}"/>
                </a:ext>
              </a:extLst>
            </p:cNvPr>
            <p:cNvSpPr>
              <a:spLocks/>
            </p:cNvSpPr>
            <p:nvPr/>
          </p:nvSpPr>
          <p:spPr bwMode="auto">
            <a:xfrm>
              <a:off x="908" y="1139"/>
              <a:ext cx="19" cy="21"/>
            </a:xfrm>
            <a:custGeom>
              <a:avLst/>
              <a:gdLst>
                <a:gd name="T0" fmla="*/ 21 w 11"/>
                <a:gd name="T1" fmla="*/ 0 h 12"/>
                <a:gd name="T2" fmla="*/ 5 w 11"/>
                <a:gd name="T3" fmla="*/ 44 h 12"/>
                <a:gd name="T4" fmla="*/ 57 w 11"/>
                <a:gd name="T5" fmla="*/ 65 h 12"/>
                <a:gd name="T6" fmla="*/ 21 w 11"/>
                <a:gd name="T7" fmla="*/ 7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2">
                  <a:moveTo>
                    <a:pt x="4" y="0"/>
                  </a:moveTo>
                  <a:cubicBezTo>
                    <a:pt x="1" y="2"/>
                    <a:pt x="0" y="5"/>
                    <a:pt x="1" y="8"/>
                  </a:cubicBezTo>
                  <a:cubicBezTo>
                    <a:pt x="2" y="10"/>
                    <a:pt x="7" y="11"/>
                    <a:pt x="11" y="12"/>
                  </a:cubicBezTo>
                  <a:cubicBezTo>
                    <a:pt x="6" y="9"/>
                    <a:pt x="1" y="5"/>
                    <a:pt x="4" y="1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3249" name="Freeform 508">
              <a:extLst>
                <a:ext uri="{FF2B5EF4-FFF2-40B4-BE49-F238E27FC236}">
                  <a16:creationId xmlns:a16="http://schemas.microsoft.com/office/drawing/2014/main" id="{6B883865-244A-44BC-82EC-B6F08934FFF6}"/>
                </a:ext>
              </a:extLst>
            </p:cNvPr>
            <p:cNvSpPr>
              <a:spLocks/>
            </p:cNvSpPr>
            <p:nvPr/>
          </p:nvSpPr>
          <p:spPr bwMode="auto">
            <a:xfrm>
              <a:off x="887" y="1153"/>
              <a:ext cx="19" cy="14"/>
            </a:xfrm>
            <a:custGeom>
              <a:avLst/>
              <a:gdLst>
                <a:gd name="T0" fmla="*/ 21 w 11"/>
                <a:gd name="T1" fmla="*/ 0 h 8"/>
                <a:gd name="T2" fmla="*/ 16 w 11"/>
                <a:gd name="T3" fmla="*/ 33 h 8"/>
                <a:gd name="T4" fmla="*/ 57 w 11"/>
                <a:gd name="T5" fmla="*/ 28 h 8"/>
                <a:gd name="T6" fmla="*/ 21 w 11"/>
                <a:gd name="T7" fmla="*/ 28 h 8"/>
                <a:gd name="T8" fmla="*/ 16 w 11"/>
                <a:gd name="T9" fmla="*/ 7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8">
                  <a:moveTo>
                    <a:pt x="4" y="0"/>
                  </a:moveTo>
                  <a:cubicBezTo>
                    <a:pt x="2" y="2"/>
                    <a:pt x="0" y="4"/>
                    <a:pt x="3" y="6"/>
                  </a:cubicBezTo>
                  <a:cubicBezTo>
                    <a:pt x="5" y="8"/>
                    <a:pt x="10" y="7"/>
                    <a:pt x="11" y="5"/>
                  </a:cubicBezTo>
                  <a:cubicBezTo>
                    <a:pt x="9" y="5"/>
                    <a:pt x="6" y="6"/>
                    <a:pt x="4" y="5"/>
                  </a:cubicBezTo>
                  <a:cubicBezTo>
                    <a:pt x="2" y="4"/>
                    <a:pt x="3" y="2"/>
                    <a:pt x="3" y="1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3250" name="Freeform 509">
              <a:extLst>
                <a:ext uri="{FF2B5EF4-FFF2-40B4-BE49-F238E27FC236}">
                  <a16:creationId xmlns:a16="http://schemas.microsoft.com/office/drawing/2014/main" id="{50688171-CEBC-4824-93D6-924B6C9C4A3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0" y="1070"/>
              <a:ext cx="74" cy="193"/>
            </a:xfrm>
            <a:custGeom>
              <a:avLst/>
              <a:gdLst>
                <a:gd name="T0" fmla="*/ 229 w 42"/>
                <a:gd name="T1" fmla="*/ 0 h 110"/>
                <a:gd name="T2" fmla="*/ 174 w 42"/>
                <a:gd name="T3" fmla="*/ 307 h 110"/>
                <a:gd name="T4" fmla="*/ 0 w 42"/>
                <a:gd name="T5" fmla="*/ 595 h 110"/>
                <a:gd name="T6" fmla="*/ 229 w 42"/>
                <a:gd name="T7" fmla="*/ 0 h 1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2" h="110">
                  <a:moveTo>
                    <a:pt x="42" y="0"/>
                  </a:moveTo>
                  <a:cubicBezTo>
                    <a:pt x="42" y="0"/>
                    <a:pt x="42" y="17"/>
                    <a:pt x="32" y="57"/>
                  </a:cubicBezTo>
                  <a:cubicBezTo>
                    <a:pt x="22" y="96"/>
                    <a:pt x="16" y="94"/>
                    <a:pt x="0" y="110"/>
                  </a:cubicBezTo>
                  <a:cubicBezTo>
                    <a:pt x="0" y="110"/>
                    <a:pt x="29" y="83"/>
                    <a:pt x="42" y="0"/>
                  </a:cubicBezTo>
                  <a:close/>
                </a:path>
              </a:pathLst>
            </a:custGeom>
            <a:solidFill>
              <a:srgbClr val="EFCA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3251" name="Freeform 510">
              <a:extLst>
                <a:ext uri="{FF2B5EF4-FFF2-40B4-BE49-F238E27FC236}">
                  <a16:creationId xmlns:a16="http://schemas.microsoft.com/office/drawing/2014/main" id="{AA578717-A0E1-4132-AC47-345B7EA6E308}"/>
                </a:ext>
              </a:extLst>
            </p:cNvPr>
            <p:cNvSpPr>
              <a:spLocks/>
            </p:cNvSpPr>
            <p:nvPr/>
          </p:nvSpPr>
          <p:spPr bwMode="auto">
            <a:xfrm>
              <a:off x="692" y="761"/>
              <a:ext cx="235" cy="309"/>
            </a:xfrm>
            <a:custGeom>
              <a:avLst/>
              <a:gdLst>
                <a:gd name="T0" fmla="*/ 717 w 134"/>
                <a:gd name="T1" fmla="*/ 30 h 177"/>
                <a:gd name="T2" fmla="*/ 249 w 134"/>
                <a:gd name="T3" fmla="*/ 208 h 177"/>
                <a:gd name="T4" fmla="*/ 142 w 134"/>
                <a:gd name="T5" fmla="*/ 814 h 177"/>
                <a:gd name="T6" fmla="*/ 200 w 134"/>
                <a:gd name="T7" fmla="*/ 941 h 177"/>
                <a:gd name="T8" fmla="*/ 207 w 134"/>
                <a:gd name="T9" fmla="*/ 569 h 177"/>
                <a:gd name="T10" fmla="*/ 723 w 134"/>
                <a:gd name="T11" fmla="*/ 234 h 177"/>
                <a:gd name="T12" fmla="*/ 717 w 134"/>
                <a:gd name="T13" fmla="*/ 30 h 17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4" h="177">
                  <a:moveTo>
                    <a:pt x="133" y="6"/>
                  </a:moveTo>
                  <a:cubicBezTo>
                    <a:pt x="133" y="6"/>
                    <a:pt x="85" y="0"/>
                    <a:pt x="46" y="39"/>
                  </a:cubicBezTo>
                  <a:cubicBezTo>
                    <a:pt x="46" y="39"/>
                    <a:pt x="0" y="86"/>
                    <a:pt x="26" y="153"/>
                  </a:cubicBezTo>
                  <a:cubicBezTo>
                    <a:pt x="31" y="165"/>
                    <a:pt x="34" y="164"/>
                    <a:pt x="37" y="177"/>
                  </a:cubicBezTo>
                  <a:cubicBezTo>
                    <a:pt x="37" y="177"/>
                    <a:pt x="26" y="133"/>
                    <a:pt x="38" y="107"/>
                  </a:cubicBezTo>
                  <a:cubicBezTo>
                    <a:pt x="51" y="81"/>
                    <a:pt x="134" y="82"/>
                    <a:pt x="134" y="44"/>
                  </a:cubicBezTo>
                  <a:lnTo>
                    <a:pt x="133" y="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3252" name="Freeform 511">
              <a:extLst>
                <a:ext uri="{FF2B5EF4-FFF2-40B4-BE49-F238E27FC236}">
                  <a16:creationId xmlns:a16="http://schemas.microsoft.com/office/drawing/2014/main" id="{902ED3E3-8F51-4066-B567-64C008A8DE25}"/>
                </a:ext>
              </a:extLst>
            </p:cNvPr>
            <p:cNvSpPr>
              <a:spLocks/>
            </p:cNvSpPr>
            <p:nvPr/>
          </p:nvSpPr>
          <p:spPr bwMode="auto">
            <a:xfrm>
              <a:off x="922" y="761"/>
              <a:ext cx="235" cy="308"/>
            </a:xfrm>
            <a:custGeom>
              <a:avLst/>
              <a:gdLst>
                <a:gd name="T0" fmla="*/ 12 w 134"/>
                <a:gd name="T1" fmla="*/ 33 h 176"/>
                <a:gd name="T2" fmla="*/ 481 w 134"/>
                <a:gd name="T3" fmla="*/ 208 h 176"/>
                <a:gd name="T4" fmla="*/ 593 w 134"/>
                <a:gd name="T5" fmla="*/ 821 h 176"/>
                <a:gd name="T6" fmla="*/ 544 w 134"/>
                <a:gd name="T7" fmla="*/ 943 h 176"/>
                <a:gd name="T8" fmla="*/ 514 w 134"/>
                <a:gd name="T9" fmla="*/ 579 h 176"/>
                <a:gd name="T10" fmla="*/ 0 w 134"/>
                <a:gd name="T11" fmla="*/ 236 h 176"/>
                <a:gd name="T12" fmla="*/ 12 w 134"/>
                <a:gd name="T13" fmla="*/ 33 h 17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4" h="176">
                  <a:moveTo>
                    <a:pt x="2" y="6"/>
                  </a:moveTo>
                  <a:cubicBezTo>
                    <a:pt x="2" y="6"/>
                    <a:pt x="51" y="0"/>
                    <a:pt x="89" y="39"/>
                  </a:cubicBezTo>
                  <a:cubicBezTo>
                    <a:pt x="89" y="39"/>
                    <a:pt x="134" y="88"/>
                    <a:pt x="110" y="153"/>
                  </a:cubicBezTo>
                  <a:cubicBezTo>
                    <a:pt x="105" y="165"/>
                    <a:pt x="104" y="163"/>
                    <a:pt x="101" y="176"/>
                  </a:cubicBezTo>
                  <a:cubicBezTo>
                    <a:pt x="101" y="176"/>
                    <a:pt x="102" y="140"/>
                    <a:pt x="95" y="108"/>
                  </a:cubicBezTo>
                  <a:cubicBezTo>
                    <a:pt x="89" y="79"/>
                    <a:pt x="0" y="82"/>
                    <a:pt x="0" y="44"/>
                  </a:cubicBezTo>
                  <a:lnTo>
                    <a:pt x="2" y="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3253" name="Freeform 512">
              <a:extLst>
                <a:ext uri="{FF2B5EF4-FFF2-40B4-BE49-F238E27FC236}">
                  <a16:creationId xmlns:a16="http://schemas.microsoft.com/office/drawing/2014/main" id="{40C54265-8C0D-4E88-8583-FA5D9D28DD34}"/>
                </a:ext>
              </a:extLst>
            </p:cNvPr>
            <p:cNvSpPr>
              <a:spLocks/>
            </p:cNvSpPr>
            <p:nvPr/>
          </p:nvSpPr>
          <p:spPr bwMode="auto">
            <a:xfrm>
              <a:off x="887" y="1210"/>
              <a:ext cx="93" cy="41"/>
            </a:xfrm>
            <a:custGeom>
              <a:avLst/>
              <a:gdLst>
                <a:gd name="T0" fmla="*/ 0 w 53"/>
                <a:gd name="T1" fmla="*/ 45 h 23"/>
                <a:gd name="T2" fmla="*/ 58 w 53"/>
                <a:gd name="T3" fmla="*/ 29 h 23"/>
                <a:gd name="T4" fmla="*/ 130 w 53"/>
                <a:gd name="T5" fmla="*/ 12 h 23"/>
                <a:gd name="T6" fmla="*/ 144 w 53"/>
                <a:gd name="T7" fmla="*/ 21 h 23"/>
                <a:gd name="T8" fmla="*/ 167 w 53"/>
                <a:gd name="T9" fmla="*/ 12 h 23"/>
                <a:gd name="T10" fmla="*/ 209 w 53"/>
                <a:gd name="T11" fmla="*/ 16 h 23"/>
                <a:gd name="T12" fmla="*/ 286 w 53"/>
                <a:gd name="T13" fmla="*/ 45 h 23"/>
                <a:gd name="T14" fmla="*/ 249 w 53"/>
                <a:gd name="T15" fmla="*/ 93 h 23"/>
                <a:gd name="T16" fmla="*/ 151 w 53"/>
                <a:gd name="T17" fmla="*/ 130 h 23"/>
                <a:gd name="T18" fmla="*/ 77 w 53"/>
                <a:gd name="T19" fmla="*/ 114 h 23"/>
                <a:gd name="T20" fmla="*/ 0 w 53"/>
                <a:gd name="T21" fmla="*/ 45 h 2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3" h="23">
                  <a:moveTo>
                    <a:pt x="0" y="8"/>
                  </a:moveTo>
                  <a:cubicBezTo>
                    <a:pt x="0" y="8"/>
                    <a:pt x="4" y="11"/>
                    <a:pt x="11" y="5"/>
                  </a:cubicBezTo>
                  <a:cubicBezTo>
                    <a:pt x="15" y="2"/>
                    <a:pt x="21" y="0"/>
                    <a:pt x="24" y="2"/>
                  </a:cubicBezTo>
                  <a:cubicBezTo>
                    <a:pt x="28" y="4"/>
                    <a:pt x="27" y="4"/>
                    <a:pt x="27" y="4"/>
                  </a:cubicBezTo>
                  <a:cubicBezTo>
                    <a:pt x="27" y="4"/>
                    <a:pt x="29" y="3"/>
                    <a:pt x="31" y="2"/>
                  </a:cubicBezTo>
                  <a:cubicBezTo>
                    <a:pt x="34" y="2"/>
                    <a:pt x="37" y="2"/>
                    <a:pt x="39" y="3"/>
                  </a:cubicBezTo>
                  <a:cubicBezTo>
                    <a:pt x="41" y="4"/>
                    <a:pt x="47" y="10"/>
                    <a:pt x="53" y="8"/>
                  </a:cubicBezTo>
                  <a:cubicBezTo>
                    <a:pt x="53" y="8"/>
                    <a:pt x="51" y="11"/>
                    <a:pt x="46" y="16"/>
                  </a:cubicBezTo>
                  <a:cubicBezTo>
                    <a:pt x="42" y="21"/>
                    <a:pt x="33" y="22"/>
                    <a:pt x="28" y="23"/>
                  </a:cubicBezTo>
                  <a:cubicBezTo>
                    <a:pt x="24" y="23"/>
                    <a:pt x="16" y="21"/>
                    <a:pt x="14" y="20"/>
                  </a:cubicBezTo>
                  <a:cubicBezTo>
                    <a:pt x="6" y="16"/>
                    <a:pt x="5" y="11"/>
                    <a:pt x="0" y="8"/>
                  </a:cubicBezTo>
                  <a:close/>
                </a:path>
              </a:pathLst>
            </a:custGeom>
            <a:solidFill>
              <a:srgbClr val="F9CA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3254" name="Freeform 513">
              <a:extLst>
                <a:ext uri="{FF2B5EF4-FFF2-40B4-BE49-F238E27FC236}">
                  <a16:creationId xmlns:a16="http://schemas.microsoft.com/office/drawing/2014/main" id="{29E29701-D28C-4BA2-AA4D-CF4ECDF8BE21}"/>
                </a:ext>
              </a:extLst>
            </p:cNvPr>
            <p:cNvSpPr>
              <a:spLocks/>
            </p:cNvSpPr>
            <p:nvPr/>
          </p:nvSpPr>
          <p:spPr bwMode="auto">
            <a:xfrm>
              <a:off x="885" y="1205"/>
              <a:ext cx="98" cy="28"/>
            </a:xfrm>
            <a:custGeom>
              <a:avLst/>
              <a:gdLst>
                <a:gd name="T0" fmla="*/ 151 w 56"/>
                <a:gd name="T1" fmla="*/ 37 h 16"/>
                <a:gd name="T2" fmla="*/ 301 w 56"/>
                <a:gd name="T3" fmla="*/ 56 h 16"/>
                <a:gd name="T4" fmla="*/ 264 w 56"/>
                <a:gd name="T5" fmla="*/ 56 h 16"/>
                <a:gd name="T6" fmla="*/ 228 w 56"/>
                <a:gd name="T7" fmla="*/ 37 h 16"/>
                <a:gd name="T8" fmla="*/ 156 w 56"/>
                <a:gd name="T9" fmla="*/ 33 h 16"/>
                <a:gd name="T10" fmla="*/ 156 w 56"/>
                <a:gd name="T11" fmla="*/ 33 h 16"/>
                <a:gd name="T12" fmla="*/ 81 w 56"/>
                <a:gd name="T13" fmla="*/ 33 h 16"/>
                <a:gd name="T14" fmla="*/ 44 w 56"/>
                <a:gd name="T15" fmla="*/ 56 h 16"/>
                <a:gd name="T16" fmla="*/ 0 w 56"/>
                <a:gd name="T17" fmla="*/ 56 h 16"/>
                <a:gd name="T18" fmla="*/ 151 w 56"/>
                <a:gd name="T19" fmla="*/ 37 h 1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6" h="16">
                  <a:moveTo>
                    <a:pt x="28" y="7"/>
                  </a:moveTo>
                  <a:cubicBezTo>
                    <a:pt x="38" y="0"/>
                    <a:pt x="46" y="15"/>
                    <a:pt x="56" y="10"/>
                  </a:cubicBezTo>
                  <a:cubicBezTo>
                    <a:pt x="53" y="11"/>
                    <a:pt x="51" y="12"/>
                    <a:pt x="49" y="10"/>
                  </a:cubicBezTo>
                  <a:cubicBezTo>
                    <a:pt x="47" y="9"/>
                    <a:pt x="44" y="8"/>
                    <a:pt x="42" y="7"/>
                  </a:cubicBezTo>
                  <a:cubicBezTo>
                    <a:pt x="37" y="4"/>
                    <a:pt x="34" y="4"/>
                    <a:pt x="29" y="6"/>
                  </a:cubicBezTo>
                  <a:cubicBezTo>
                    <a:pt x="29" y="6"/>
                    <a:pt x="29" y="6"/>
                    <a:pt x="29" y="6"/>
                  </a:cubicBezTo>
                  <a:cubicBezTo>
                    <a:pt x="23" y="4"/>
                    <a:pt x="21" y="4"/>
                    <a:pt x="15" y="6"/>
                  </a:cubicBezTo>
                  <a:cubicBezTo>
                    <a:pt x="13" y="7"/>
                    <a:pt x="10" y="8"/>
                    <a:pt x="8" y="10"/>
                  </a:cubicBezTo>
                  <a:cubicBezTo>
                    <a:pt x="6" y="11"/>
                    <a:pt x="3" y="12"/>
                    <a:pt x="0" y="10"/>
                  </a:cubicBezTo>
                  <a:cubicBezTo>
                    <a:pt x="8" y="16"/>
                    <a:pt x="19" y="0"/>
                    <a:pt x="28" y="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3255" name="Freeform 514">
              <a:extLst>
                <a:ext uri="{FF2B5EF4-FFF2-40B4-BE49-F238E27FC236}">
                  <a16:creationId xmlns:a16="http://schemas.microsoft.com/office/drawing/2014/main" id="{DCF95D24-24AC-4129-9563-B6C1B4B2E89D}"/>
                </a:ext>
              </a:extLst>
            </p:cNvPr>
            <p:cNvSpPr>
              <a:spLocks/>
            </p:cNvSpPr>
            <p:nvPr/>
          </p:nvSpPr>
          <p:spPr bwMode="auto">
            <a:xfrm>
              <a:off x="896" y="1233"/>
              <a:ext cx="77" cy="42"/>
            </a:xfrm>
            <a:custGeom>
              <a:avLst/>
              <a:gdLst>
                <a:gd name="T0" fmla="*/ 0 w 44"/>
                <a:gd name="T1" fmla="*/ 0 h 24"/>
                <a:gd name="T2" fmla="*/ 236 w 44"/>
                <a:gd name="T3" fmla="*/ 0 h 24"/>
                <a:gd name="T4" fmla="*/ 0 w 44"/>
                <a:gd name="T5" fmla="*/ 0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4" h="24">
                  <a:moveTo>
                    <a:pt x="0" y="0"/>
                  </a:moveTo>
                  <a:cubicBezTo>
                    <a:pt x="0" y="0"/>
                    <a:pt x="22" y="21"/>
                    <a:pt x="44" y="0"/>
                  </a:cubicBezTo>
                  <a:cubicBezTo>
                    <a:pt x="44" y="0"/>
                    <a:pt x="25" y="24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3256" name="Freeform 515">
              <a:extLst>
                <a:ext uri="{FF2B5EF4-FFF2-40B4-BE49-F238E27FC236}">
                  <a16:creationId xmlns:a16="http://schemas.microsoft.com/office/drawing/2014/main" id="{C53615D4-7C31-4C50-B189-73B9287CCFFC}"/>
                </a:ext>
              </a:extLst>
            </p:cNvPr>
            <p:cNvSpPr>
              <a:spLocks/>
            </p:cNvSpPr>
            <p:nvPr/>
          </p:nvSpPr>
          <p:spPr bwMode="auto">
            <a:xfrm>
              <a:off x="894" y="1228"/>
              <a:ext cx="81" cy="10"/>
            </a:xfrm>
            <a:custGeom>
              <a:avLst/>
              <a:gdLst>
                <a:gd name="T0" fmla="*/ 0 w 46"/>
                <a:gd name="T1" fmla="*/ 0 h 6"/>
                <a:gd name="T2" fmla="*/ 252 w 46"/>
                <a:gd name="T3" fmla="*/ 0 h 6"/>
                <a:gd name="T4" fmla="*/ 0 w 46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6" h="6">
                  <a:moveTo>
                    <a:pt x="0" y="0"/>
                  </a:moveTo>
                  <a:cubicBezTo>
                    <a:pt x="0" y="0"/>
                    <a:pt x="26" y="4"/>
                    <a:pt x="46" y="0"/>
                  </a:cubicBezTo>
                  <a:cubicBezTo>
                    <a:pt x="46" y="0"/>
                    <a:pt x="30" y="6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3257" name="Freeform 516">
              <a:extLst>
                <a:ext uri="{FF2B5EF4-FFF2-40B4-BE49-F238E27FC236}">
                  <a16:creationId xmlns:a16="http://schemas.microsoft.com/office/drawing/2014/main" id="{4A6D6D82-94C4-4545-8C84-03A62C4B0528}"/>
                </a:ext>
              </a:extLst>
            </p:cNvPr>
            <p:cNvSpPr>
              <a:spLocks/>
            </p:cNvSpPr>
            <p:nvPr/>
          </p:nvSpPr>
          <p:spPr bwMode="auto">
            <a:xfrm>
              <a:off x="799" y="1083"/>
              <a:ext cx="67" cy="15"/>
            </a:xfrm>
            <a:custGeom>
              <a:avLst/>
              <a:gdLst>
                <a:gd name="T0" fmla="*/ 208 w 38"/>
                <a:gd name="T1" fmla="*/ 28 h 9"/>
                <a:gd name="T2" fmla="*/ 175 w 38"/>
                <a:gd name="T3" fmla="*/ 22 h 9"/>
                <a:gd name="T4" fmla="*/ 0 w 38"/>
                <a:gd name="T5" fmla="*/ 28 h 9"/>
                <a:gd name="T6" fmla="*/ 175 w 38"/>
                <a:gd name="T7" fmla="*/ 37 h 9"/>
                <a:gd name="T8" fmla="*/ 208 w 38"/>
                <a:gd name="T9" fmla="*/ 28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9">
                  <a:moveTo>
                    <a:pt x="38" y="6"/>
                  </a:moveTo>
                  <a:cubicBezTo>
                    <a:pt x="38" y="6"/>
                    <a:pt x="34" y="6"/>
                    <a:pt x="32" y="5"/>
                  </a:cubicBezTo>
                  <a:cubicBezTo>
                    <a:pt x="29" y="4"/>
                    <a:pt x="11" y="0"/>
                    <a:pt x="0" y="6"/>
                  </a:cubicBezTo>
                  <a:cubicBezTo>
                    <a:pt x="0" y="6"/>
                    <a:pt x="19" y="9"/>
                    <a:pt x="32" y="8"/>
                  </a:cubicBezTo>
                  <a:cubicBezTo>
                    <a:pt x="37" y="7"/>
                    <a:pt x="38" y="7"/>
                    <a:pt x="38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3258" name="Freeform 517">
              <a:extLst>
                <a:ext uri="{FF2B5EF4-FFF2-40B4-BE49-F238E27FC236}">
                  <a16:creationId xmlns:a16="http://schemas.microsoft.com/office/drawing/2014/main" id="{562AA85E-AE76-4B34-800E-5F4A5F6800BD}"/>
                </a:ext>
              </a:extLst>
            </p:cNvPr>
            <p:cNvSpPr>
              <a:spLocks/>
            </p:cNvSpPr>
            <p:nvPr/>
          </p:nvSpPr>
          <p:spPr bwMode="auto">
            <a:xfrm>
              <a:off x="817" y="1086"/>
              <a:ext cx="28" cy="11"/>
            </a:xfrm>
            <a:custGeom>
              <a:avLst/>
              <a:gdLst>
                <a:gd name="T0" fmla="*/ 86 w 16"/>
                <a:gd name="T1" fmla="*/ 13 h 6"/>
                <a:gd name="T2" fmla="*/ 7 w 16"/>
                <a:gd name="T3" fmla="*/ 7 h 6"/>
                <a:gd name="T4" fmla="*/ 0 w 16"/>
                <a:gd name="T5" fmla="*/ 24 h 6"/>
                <a:gd name="T6" fmla="*/ 0 w 16"/>
                <a:gd name="T7" fmla="*/ 31 h 6"/>
                <a:gd name="T8" fmla="*/ 81 w 16"/>
                <a:gd name="T9" fmla="*/ 37 h 6"/>
                <a:gd name="T10" fmla="*/ 86 w 16"/>
                <a:gd name="T11" fmla="*/ 24 h 6"/>
                <a:gd name="T12" fmla="*/ 86 w 16"/>
                <a:gd name="T13" fmla="*/ 13 h 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" h="6">
                  <a:moveTo>
                    <a:pt x="16" y="2"/>
                  </a:moveTo>
                  <a:cubicBezTo>
                    <a:pt x="12" y="1"/>
                    <a:pt x="6" y="0"/>
                    <a:pt x="1" y="1"/>
                  </a:cubicBezTo>
                  <a:cubicBezTo>
                    <a:pt x="0" y="1"/>
                    <a:pt x="0" y="3"/>
                    <a:pt x="0" y="4"/>
                  </a:cubicBezTo>
                  <a:cubicBezTo>
                    <a:pt x="0" y="4"/>
                    <a:pt x="0" y="5"/>
                    <a:pt x="0" y="5"/>
                  </a:cubicBezTo>
                  <a:cubicBezTo>
                    <a:pt x="5" y="6"/>
                    <a:pt x="10" y="6"/>
                    <a:pt x="15" y="6"/>
                  </a:cubicBezTo>
                  <a:cubicBezTo>
                    <a:pt x="16" y="5"/>
                    <a:pt x="16" y="4"/>
                    <a:pt x="16" y="4"/>
                  </a:cubicBezTo>
                  <a:cubicBezTo>
                    <a:pt x="16" y="3"/>
                    <a:pt x="16" y="2"/>
                    <a:pt x="16" y="2"/>
                  </a:cubicBezTo>
                  <a:close/>
                </a:path>
              </a:pathLst>
            </a:custGeom>
            <a:solidFill>
              <a:srgbClr val="3311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3259" name="Freeform 518">
              <a:extLst>
                <a:ext uri="{FF2B5EF4-FFF2-40B4-BE49-F238E27FC236}">
                  <a16:creationId xmlns:a16="http://schemas.microsoft.com/office/drawing/2014/main" id="{0F45AAB6-EC2B-4961-9979-AC872DFF0446}"/>
                </a:ext>
              </a:extLst>
            </p:cNvPr>
            <p:cNvSpPr>
              <a:spLocks/>
            </p:cNvSpPr>
            <p:nvPr/>
          </p:nvSpPr>
          <p:spPr bwMode="auto">
            <a:xfrm>
              <a:off x="817" y="1086"/>
              <a:ext cx="28" cy="11"/>
            </a:xfrm>
            <a:custGeom>
              <a:avLst/>
              <a:gdLst>
                <a:gd name="T0" fmla="*/ 86 w 16"/>
                <a:gd name="T1" fmla="*/ 13 h 6"/>
                <a:gd name="T2" fmla="*/ 7 w 16"/>
                <a:gd name="T3" fmla="*/ 7 h 6"/>
                <a:gd name="T4" fmla="*/ 0 w 16"/>
                <a:gd name="T5" fmla="*/ 24 h 6"/>
                <a:gd name="T6" fmla="*/ 0 w 16"/>
                <a:gd name="T7" fmla="*/ 31 h 6"/>
                <a:gd name="T8" fmla="*/ 81 w 16"/>
                <a:gd name="T9" fmla="*/ 37 h 6"/>
                <a:gd name="T10" fmla="*/ 86 w 16"/>
                <a:gd name="T11" fmla="*/ 24 h 6"/>
                <a:gd name="T12" fmla="*/ 86 w 16"/>
                <a:gd name="T13" fmla="*/ 13 h 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" h="6">
                  <a:moveTo>
                    <a:pt x="16" y="2"/>
                  </a:moveTo>
                  <a:cubicBezTo>
                    <a:pt x="12" y="1"/>
                    <a:pt x="6" y="0"/>
                    <a:pt x="1" y="1"/>
                  </a:cubicBezTo>
                  <a:cubicBezTo>
                    <a:pt x="0" y="1"/>
                    <a:pt x="0" y="3"/>
                    <a:pt x="0" y="4"/>
                  </a:cubicBezTo>
                  <a:cubicBezTo>
                    <a:pt x="0" y="4"/>
                    <a:pt x="0" y="5"/>
                    <a:pt x="0" y="5"/>
                  </a:cubicBezTo>
                  <a:cubicBezTo>
                    <a:pt x="5" y="6"/>
                    <a:pt x="10" y="6"/>
                    <a:pt x="15" y="6"/>
                  </a:cubicBezTo>
                  <a:cubicBezTo>
                    <a:pt x="16" y="5"/>
                    <a:pt x="16" y="4"/>
                    <a:pt x="16" y="4"/>
                  </a:cubicBezTo>
                  <a:cubicBezTo>
                    <a:pt x="16" y="3"/>
                    <a:pt x="16" y="2"/>
                    <a:pt x="16" y="2"/>
                  </a:cubicBezTo>
                  <a:close/>
                </a:path>
              </a:pathLst>
            </a:custGeom>
            <a:noFill/>
            <a:ln w="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3260" name="Freeform 519">
              <a:extLst>
                <a:ext uri="{FF2B5EF4-FFF2-40B4-BE49-F238E27FC236}">
                  <a16:creationId xmlns:a16="http://schemas.microsoft.com/office/drawing/2014/main" id="{D8F7844A-8810-406A-9D29-E32146D24EC7}"/>
                </a:ext>
              </a:extLst>
            </p:cNvPr>
            <p:cNvSpPr>
              <a:spLocks/>
            </p:cNvSpPr>
            <p:nvPr/>
          </p:nvSpPr>
          <p:spPr bwMode="auto">
            <a:xfrm>
              <a:off x="799" y="1081"/>
              <a:ext cx="67" cy="17"/>
            </a:xfrm>
            <a:custGeom>
              <a:avLst/>
              <a:gdLst>
                <a:gd name="T0" fmla="*/ 208 w 38"/>
                <a:gd name="T1" fmla="*/ 34 h 10"/>
                <a:gd name="T2" fmla="*/ 175 w 38"/>
                <a:gd name="T3" fmla="*/ 29 h 10"/>
                <a:gd name="T4" fmla="*/ 0 w 38"/>
                <a:gd name="T5" fmla="*/ 29 h 10"/>
                <a:gd name="T6" fmla="*/ 175 w 38"/>
                <a:gd name="T7" fmla="*/ 44 h 10"/>
                <a:gd name="T8" fmla="*/ 208 w 38"/>
                <a:gd name="T9" fmla="*/ 34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10">
                  <a:moveTo>
                    <a:pt x="38" y="7"/>
                  </a:moveTo>
                  <a:cubicBezTo>
                    <a:pt x="38" y="6"/>
                    <a:pt x="34" y="7"/>
                    <a:pt x="32" y="6"/>
                  </a:cubicBezTo>
                  <a:cubicBezTo>
                    <a:pt x="29" y="5"/>
                    <a:pt x="11" y="0"/>
                    <a:pt x="0" y="6"/>
                  </a:cubicBezTo>
                  <a:cubicBezTo>
                    <a:pt x="0" y="6"/>
                    <a:pt x="19" y="10"/>
                    <a:pt x="32" y="9"/>
                  </a:cubicBezTo>
                  <a:cubicBezTo>
                    <a:pt x="37" y="8"/>
                    <a:pt x="38" y="8"/>
                    <a:pt x="38" y="7"/>
                  </a:cubicBezTo>
                  <a:close/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3261" name="Freeform 520">
              <a:extLst>
                <a:ext uri="{FF2B5EF4-FFF2-40B4-BE49-F238E27FC236}">
                  <a16:creationId xmlns:a16="http://schemas.microsoft.com/office/drawing/2014/main" id="{96D5DE47-BC9F-47AC-ADB2-0582600EF469}"/>
                </a:ext>
              </a:extLst>
            </p:cNvPr>
            <p:cNvSpPr>
              <a:spLocks/>
            </p:cNvSpPr>
            <p:nvPr/>
          </p:nvSpPr>
          <p:spPr bwMode="auto">
            <a:xfrm>
              <a:off x="990" y="1083"/>
              <a:ext cx="67" cy="15"/>
            </a:xfrm>
            <a:custGeom>
              <a:avLst/>
              <a:gdLst>
                <a:gd name="T0" fmla="*/ 0 w 38"/>
                <a:gd name="T1" fmla="*/ 28 h 9"/>
                <a:gd name="T2" fmla="*/ 34 w 38"/>
                <a:gd name="T3" fmla="*/ 22 h 9"/>
                <a:gd name="T4" fmla="*/ 208 w 38"/>
                <a:gd name="T5" fmla="*/ 28 h 9"/>
                <a:gd name="T6" fmla="*/ 34 w 38"/>
                <a:gd name="T7" fmla="*/ 37 h 9"/>
                <a:gd name="T8" fmla="*/ 0 w 38"/>
                <a:gd name="T9" fmla="*/ 28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9">
                  <a:moveTo>
                    <a:pt x="0" y="6"/>
                  </a:moveTo>
                  <a:cubicBezTo>
                    <a:pt x="0" y="6"/>
                    <a:pt x="4" y="6"/>
                    <a:pt x="6" y="5"/>
                  </a:cubicBezTo>
                  <a:cubicBezTo>
                    <a:pt x="9" y="4"/>
                    <a:pt x="27" y="0"/>
                    <a:pt x="38" y="6"/>
                  </a:cubicBezTo>
                  <a:cubicBezTo>
                    <a:pt x="38" y="6"/>
                    <a:pt x="19" y="9"/>
                    <a:pt x="6" y="8"/>
                  </a:cubicBezTo>
                  <a:cubicBezTo>
                    <a:pt x="1" y="7"/>
                    <a:pt x="0" y="7"/>
                    <a:pt x="0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3262" name="Freeform 521">
              <a:extLst>
                <a:ext uri="{FF2B5EF4-FFF2-40B4-BE49-F238E27FC236}">
                  <a16:creationId xmlns:a16="http://schemas.microsoft.com/office/drawing/2014/main" id="{4E37A5BD-B2BA-46AC-B254-124707F919E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" y="1086"/>
              <a:ext cx="28" cy="11"/>
            </a:xfrm>
            <a:custGeom>
              <a:avLst/>
              <a:gdLst>
                <a:gd name="T0" fmla="*/ 0 w 16"/>
                <a:gd name="T1" fmla="*/ 13 h 6"/>
                <a:gd name="T2" fmla="*/ 81 w 16"/>
                <a:gd name="T3" fmla="*/ 7 h 6"/>
                <a:gd name="T4" fmla="*/ 86 w 16"/>
                <a:gd name="T5" fmla="*/ 24 h 6"/>
                <a:gd name="T6" fmla="*/ 81 w 16"/>
                <a:gd name="T7" fmla="*/ 31 h 6"/>
                <a:gd name="T8" fmla="*/ 7 w 16"/>
                <a:gd name="T9" fmla="*/ 37 h 6"/>
                <a:gd name="T10" fmla="*/ 0 w 16"/>
                <a:gd name="T11" fmla="*/ 24 h 6"/>
                <a:gd name="T12" fmla="*/ 0 w 16"/>
                <a:gd name="T13" fmla="*/ 13 h 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" h="6">
                  <a:moveTo>
                    <a:pt x="0" y="2"/>
                  </a:moveTo>
                  <a:cubicBezTo>
                    <a:pt x="4" y="1"/>
                    <a:pt x="9" y="0"/>
                    <a:pt x="15" y="1"/>
                  </a:cubicBezTo>
                  <a:cubicBezTo>
                    <a:pt x="15" y="1"/>
                    <a:pt x="16" y="3"/>
                    <a:pt x="16" y="4"/>
                  </a:cubicBezTo>
                  <a:cubicBezTo>
                    <a:pt x="16" y="4"/>
                    <a:pt x="16" y="5"/>
                    <a:pt x="15" y="5"/>
                  </a:cubicBezTo>
                  <a:cubicBezTo>
                    <a:pt x="11" y="6"/>
                    <a:pt x="6" y="6"/>
                    <a:pt x="1" y="6"/>
                  </a:cubicBezTo>
                  <a:cubicBezTo>
                    <a:pt x="0" y="5"/>
                    <a:pt x="0" y="4"/>
                    <a:pt x="0" y="4"/>
                  </a:cubicBezTo>
                  <a:cubicBezTo>
                    <a:pt x="0" y="3"/>
                    <a:pt x="0" y="2"/>
                    <a:pt x="0" y="2"/>
                  </a:cubicBezTo>
                  <a:close/>
                </a:path>
              </a:pathLst>
            </a:custGeom>
            <a:solidFill>
              <a:srgbClr val="3311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3263" name="Freeform 522">
              <a:extLst>
                <a:ext uri="{FF2B5EF4-FFF2-40B4-BE49-F238E27FC236}">
                  <a16:creationId xmlns:a16="http://schemas.microsoft.com/office/drawing/2014/main" id="{307248D2-CCEA-43A2-ADBF-D5C743D6D06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" y="1086"/>
              <a:ext cx="28" cy="11"/>
            </a:xfrm>
            <a:custGeom>
              <a:avLst/>
              <a:gdLst>
                <a:gd name="T0" fmla="*/ 0 w 16"/>
                <a:gd name="T1" fmla="*/ 13 h 6"/>
                <a:gd name="T2" fmla="*/ 81 w 16"/>
                <a:gd name="T3" fmla="*/ 7 h 6"/>
                <a:gd name="T4" fmla="*/ 86 w 16"/>
                <a:gd name="T5" fmla="*/ 24 h 6"/>
                <a:gd name="T6" fmla="*/ 81 w 16"/>
                <a:gd name="T7" fmla="*/ 31 h 6"/>
                <a:gd name="T8" fmla="*/ 7 w 16"/>
                <a:gd name="T9" fmla="*/ 37 h 6"/>
                <a:gd name="T10" fmla="*/ 0 w 16"/>
                <a:gd name="T11" fmla="*/ 24 h 6"/>
                <a:gd name="T12" fmla="*/ 0 w 16"/>
                <a:gd name="T13" fmla="*/ 13 h 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" h="6">
                  <a:moveTo>
                    <a:pt x="0" y="2"/>
                  </a:moveTo>
                  <a:cubicBezTo>
                    <a:pt x="4" y="1"/>
                    <a:pt x="9" y="0"/>
                    <a:pt x="15" y="1"/>
                  </a:cubicBezTo>
                  <a:cubicBezTo>
                    <a:pt x="15" y="1"/>
                    <a:pt x="16" y="3"/>
                    <a:pt x="16" y="4"/>
                  </a:cubicBezTo>
                  <a:cubicBezTo>
                    <a:pt x="16" y="4"/>
                    <a:pt x="16" y="5"/>
                    <a:pt x="15" y="5"/>
                  </a:cubicBezTo>
                  <a:cubicBezTo>
                    <a:pt x="11" y="6"/>
                    <a:pt x="6" y="6"/>
                    <a:pt x="1" y="6"/>
                  </a:cubicBezTo>
                  <a:cubicBezTo>
                    <a:pt x="0" y="5"/>
                    <a:pt x="0" y="4"/>
                    <a:pt x="0" y="4"/>
                  </a:cubicBezTo>
                  <a:cubicBezTo>
                    <a:pt x="0" y="3"/>
                    <a:pt x="0" y="2"/>
                    <a:pt x="0" y="2"/>
                  </a:cubicBezTo>
                  <a:close/>
                </a:path>
              </a:pathLst>
            </a:custGeom>
            <a:noFill/>
            <a:ln w="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3264" name="Freeform 523">
              <a:extLst>
                <a:ext uri="{FF2B5EF4-FFF2-40B4-BE49-F238E27FC236}">
                  <a16:creationId xmlns:a16="http://schemas.microsoft.com/office/drawing/2014/main" id="{626934D0-2650-4430-BCC4-C09C718BE4D4}"/>
                </a:ext>
              </a:extLst>
            </p:cNvPr>
            <p:cNvSpPr>
              <a:spLocks/>
            </p:cNvSpPr>
            <p:nvPr/>
          </p:nvSpPr>
          <p:spPr bwMode="auto">
            <a:xfrm>
              <a:off x="990" y="1081"/>
              <a:ext cx="67" cy="17"/>
            </a:xfrm>
            <a:custGeom>
              <a:avLst/>
              <a:gdLst>
                <a:gd name="T0" fmla="*/ 0 w 38"/>
                <a:gd name="T1" fmla="*/ 34 h 10"/>
                <a:gd name="T2" fmla="*/ 34 w 38"/>
                <a:gd name="T3" fmla="*/ 29 h 10"/>
                <a:gd name="T4" fmla="*/ 208 w 38"/>
                <a:gd name="T5" fmla="*/ 29 h 10"/>
                <a:gd name="T6" fmla="*/ 34 w 38"/>
                <a:gd name="T7" fmla="*/ 44 h 10"/>
                <a:gd name="T8" fmla="*/ 0 w 38"/>
                <a:gd name="T9" fmla="*/ 34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10">
                  <a:moveTo>
                    <a:pt x="0" y="7"/>
                  </a:moveTo>
                  <a:cubicBezTo>
                    <a:pt x="0" y="6"/>
                    <a:pt x="3" y="7"/>
                    <a:pt x="6" y="6"/>
                  </a:cubicBezTo>
                  <a:cubicBezTo>
                    <a:pt x="8" y="5"/>
                    <a:pt x="26" y="0"/>
                    <a:pt x="38" y="6"/>
                  </a:cubicBezTo>
                  <a:cubicBezTo>
                    <a:pt x="38" y="6"/>
                    <a:pt x="18" y="10"/>
                    <a:pt x="6" y="9"/>
                  </a:cubicBezTo>
                  <a:cubicBezTo>
                    <a:pt x="0" y="8"/>
                    <a:pt x="0" y="8"/>
                    <a:pt x="0" y="7"/>
                  </a:cubicBezTo>
                  <a:close/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3265" name="Freeform 524">
              <a:extLst>
                <a:ext uri="{FF2B5EF4-FFF2-40B4-BE49-F238E27FC236}">
                  <a16:creationId xmlns:a16="http://schemas.microsoft.com/office/drawing/2014/main" id="{0C7F736F-DCDB-477F-BF55-8A65FA974B6B}"/>
                </a:ext>
              </a:extLst>
            </p:cNvPr>
            <p:cNvSpPr>
              <a:spLocks/>
            </p:cNvSpPr>
            <p:nvPr/>
          </p:nvSpPr>
          <p:spPr bwMode="auto">
            <a:xfrm>
              <a:off x="789" y="1035"/>
              <a:ext cx="80" cy="14"/>
            </a:xfrm>
            <a:custGeom>
              <a:avLst/>
              <a:gdLst>
                <a:gd name="T0" fmla="*/ 242 w 46"/>
                <a:gd name="T1" fmla="*/ 44 h 8"/>
                <a:gd name="T2" fmla="*/ 0 w 46"/>
                <a:gd name="T3" fmla="*/ 4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6" h="8">
                  <a:moveTo>
                    <a:pt x="46" y="8"/>
                  </a:moveTo>
                  <a:cubicBezTo>
                    <a:pt x="46" y="8"/>
                    <a:pt x="13" y="0"/>
                    <a:pt x="0" y="8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3266" name="Freeform 525">
              <a:extLst>
                <a:ext uri="{FF2B5EF4-FFF2-40B4-BE49-F238E27FC236}">
                  <a16:creationId xmlns:a16="http://schemas.microsoft.com/office/drawing/2014/main" id="{5982EBC2-4A96-477F-915B-6F9BED1DAF09}"/>
                </a:ext>
              </a:extLst>
            </p:cNvPr>
            <p:cNvSpPr>
              <a:spLocks/>
            </p:cNvSpPr>
            <p:nvPr/>
          </p:nvSpPr>
          <p:spPr bwMode="auto">
            <a:xfrm>
              <a:off x="985" y="1035"/>
              <a:ext cx="79" cy="14"/>
            </a:xfrm>
            <a:custGeom>
              <a:avLst/>
              <a:gdLst>
                <a:gd name="T0" fmla="*/ 0 w 45"/>
                <a:gd name="T1" fmla="*/ 44 h 8"/>
                <a:gd name="T2" fmla="*/ 244 w 45"/>
                <a:gd name="T3" fmla="*/ 4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5" h="8">
                  <a:moveTo>
                    <a:pt x="0" y="8"/>
                  </a:moveTo>
                  <a:cubicBezTo>
                    <a:pt x="0" y="8"/>
                    <a:pt x="32" y="0"/>
                    <a:pt x="45" y="8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3267" name="Freeform 526">
              <a:extLst>
                <a:ext uri="{FF2B5EF4-FFF2-40B4-BE49-F238E27FC236}">
                  <a16:creationId xmlns:a16="http://schemas.microsoft.com/office/drawing/2014/main" id="{8EDE6684-77C3-46F1-9DF2-41CC54AD6CB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6" y="1084"/>
              <a:ext cx="7" cy="4"/>
            </a:xfrm>
            <a:custGeom>
              <a:avLst/>
              <a:gdLst>
                <a:gd name="T0" fmla="*/ 0 w 4"/>
                <a:gd name="T1" fmla="*/ 16 h 2"/>
                <a:gd name="T2" fmla="*/ 21 w 4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">
                  <a:moveTo>
                    <a:pt x="0" y="2"/>
                  </a:moveTo>
                  <a:cubicBezTo>
                    <a:pt x="1" y="2"/>
                    <a:pt x="3" y="1"/>
                    <a:pt x="4" y="0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3268" name="Freeform 527">
              <a:extLst>
                <a:ext uri="{FF2B5EF4-FFF2-40B4-BE49-F238E27FC236}">
                  <a16:creationId xmlns:a16="http://schemas.microsoft.com/office/drawing/2014/main" id="{6C0F7DF1-E322-4431-B65D-0A1EA476CC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2" y="1088"/>
              <a:ext cx="7" cy="2"/>
            </a:xfrm>
            <a:custGeom>
              <a:avLst/>
              <a:gdLst>
                <a:gd name="T0" fmla="*/ 0 w 4"/>
                <a:gd name="T1" fmla="*/ 8 h 1"/>
                <a:gd name="T2" fmla="*/ 21 w 4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0" y="1"/>
                  </a:moveTo>
                  <a:cubicBezTo>
                    <a:pt x="1" y="1"/>
                    <a:pt x="3" y="0"/>
                    <a:pt x="4" y="0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3269" name="Freeform 528">
              <a:extLst>
                <a:ext uri="{FF2B5EF4-FFF2-40B4-BE49-F238E27FC236}">
                  <a16:creationId xmlns:a16="http://schemas.microsoft.com/office/drawing/2014/main" id="{27830A84-B225-44A7-A88E-EEE537ADE61C}"/>
                </a:ext>
              </a:extLst>
            </p:cNvPr>
            <p:cNvSpPr>
              <a:spLocks/>
            </p:cNvSpPr>
            <p:nvPr/>
          </p:nvSpPr>
          <p:spPr bwMode="auto">
            <a:xfrm>
              <a:off x="797" y="1088"/>
              <a:ext cx="6" cy="2"/>
            </a:xfrm>
            <a:custGeom>
              <a:avLst/>
              <a:gdLst>
                <a:gd name="T0" fmla="*/ 24 w 3"/>
                <a:gd name="T1" fmla="*/ 8 h 1"/>
                <a:gd name="T2" fmla="*/ 0 w 3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">
                  <a:moveTo>
                    <a:pt x="3" y="1"/>
                  </a:moveTo>
                  <a:cubicBezTo>
                    <a:pt x="2" y="1"/>
                    <a:pt x="1" y="1"/>
                    <a:pt x="0" y="0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3270" name="Freeform 529">
              <a:extLst>
                <a:ext uri="{FF2B5EF4-FFF2-40B4-BE49-F238E27FC236}">
                  <a16:creationId xmlns:a16="http://schemas.microsoft.com/office/drawing/2014/main" id="{0A391E62-A113-4635-93CD-764BCE6AFAFF}"/>
                </a:ext>
              </a:extLst>
            </p:cNvPr>
            <p:cNvSpPr>
              <a:spLocks/>
            </p:cNvSpPr>
            <p:nvPr/>
          </p:nvSpPr>
          <p:spPr bwMode="auto">
            <a:xfrm>
              <a:off x="803" y="1086"/>
              <a:ext cx="7" cy="2"/>
            </a:xfrm>
            <a:custGeom>
              <a:avLst/>
              <a:gdLst>
                <a:gd name="T0" fmla="*/ 21 w 4"/>
                <a:gd name="T1" fmla="*/ 8 h 1"/>
                <a:gd name="T2" fmla="*/ 0 w 4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4" y="1"/>
                  </a:moveTo>
                  <a:cubicBezTo>
                    <a:pt x="3" y="1"/>
                    <a:pt x="1" y="0"/>
                    <a:pt x="0" y="0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3271" name="Oval 530">
              <a:extLst>
                <a:ext uri="{FF2B5EF4-FFF2-40B4-BE49-F238E27FC236}">
                  <a16:creationId xmlns:a16="http://schemas.microsoft.com/office/drawing/2014/main" id="{C250C3AD-061C-49A7-8320-BEDF0D6DE0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27" y="1088"/>
              <a:ext cx="7" cy="7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272" name="Oval 531">
              <a:extLst>
                <a:ext uri="{FF2B5EF4-FFF2-40B4-BE49-F238E27FC236}">
                  <a16:creationId xmlns:a16="http://schemas.microsoft.com/office/drawing/2014/main" id="{3287944C-3648-437C-AFFF-15B932FFC0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2" y="1088"/>
              <a:ext cx="4" cy="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273" name="Oval 532">
              <a:extLst>
                <a:ext uri="{FF2B5EF4-FFF2-40B4-BE49-F238E27FC236}">
                  <a16:creationId xmlns:a16="http://schemas.microsoft.com/office/drawing/2014/main" id="{5BC03330-EC75-4FDE-983D-FA30047B3C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22" y="1088"/>
              <a:ext cx="7" cy="7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274" name="Oval 533">
              <a:extLst>
                <a:ext uri="{FF2B5EF4-FFF2-40B4-BE49-F238E27FC236}">
                  <a16:creationId xmlns:a16="http://schemas.microsoft.com/office/drawing/2014/main" id="{540C446F-0DC3-48D6-945D-D916EFEDBF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20" y="1088"/>
              <a:ext cx="4" cy="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275" name="Freeform 534">
              <a:extLst>
                <a:ext uri="{FF2B5EF4-FFF2-40B4-BE49-F238E27FC236}">
                  <a16:creationId xmlns:a16="http://schemas.microsoft.com/office/drawing/2014/main" id="{3C1CCDD8-35DA-48BB-ABE3-D630C7220B93}"/>
                </a:ext>
              </a:extLst>
            </p:cNvPr>
            <p:cNvSpPr>
              <a:spLocks/>
            </p:cNvSpPr>
            <p:nvPr/>
          </p:nvSpPr>
          <p:spPr bwMode="auto">
            <a:xfrm>
              <a:off x="808" y="848"/>
              <a:ext cx="117" cy="109"/>
            </a:xfrm>
            <a:custGeom>
              <a:avLst/>
              <a:gdLst>
                <a:gd name="T0" fmla="*/ 356 w 67"/>
                <a:gd name="T1" fmla="*/ 0 h 62"/>
                <a:gd name="T2" fmla="*/ 320 w 67"/>
                <a:gd name="T3" fmla="*/ 315 h 62"/>
                <a:gd name="T4" fmla="*/ 0 w 67"/>
                <a:gd name="T5" fmla="*/ 322 h 62"/>
                <a:gd name="T6" fmla="*/ 30 w 67"/>
                <a:gd name="T7" fmla="*/ 86 h 62"/>
                <a:gd name="T8" fmla="*/ 356 w 67"/>
                <a:gd name="T9" fmla="*/ 0 h 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62">
                  <a:moveTo>
                    <a:pt x="67" y="0"/>
                  </a:moveTo>
                  <a:cubicBezTo>
                    <a:pt x="67" y="0"/>
                    <a:pt x="67" y="32"/>
                    <a:pt x="60" y="58"/>
                  </a:cubicBezTo>
                  <a:cubicBezTo>
                    <a:pt x="60" y="58"/>
                    <a:pt x="19" y="62"/>
                    <a:pt x="0" y="59"/>
                  </a:cubicBezTo>
                  <a:cubicBezTo>
                    <a:pt x="6" y="16"/>
                    <a:pt x="6" y="16"/>
                    <a:pt x="6" y="16"/>
                  </a:cubicBezTo>
                  <a:lnTo>
                    <a:pt x="67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3276" name="Freeform 535">
              <a:extLst>
                <a:ext uri="{FF2B5EF4-FFF2-40B4-BE49-F238E27FC236}">
                  <a16:creationId xmlns:a16="http://schemas.microsoft.com/office/drawing/2014/main" id="{B48952AB-03AB-4658-A845-46B518378DA9}"/>
                </a:ext>
              </a:extLst>
            </p:cNvPr>
            <p:cNvSpPr>
              <a:spLocks/>
            </p:cNvSpPr>
            <p:nvPr/>
          </p:nvSpPr>
          <p:spPr bwMode="auto">
            <a:xfrm>
              <a:off x="922" y="848"/>
              <a:ext cx="117" cy="109"/>
            </a:xfrm>
            <a:custGeom>
              <a:avLst/>
              <a:gdLst>
                <a:gd name="T0" fmla="*/ 0 w 67"/>
                <a:gd name="T1" fmla="*/ 0 h 62"/>
                <a:gd name="T2" fmla="*/ 37 w 67"/>
                <a:gd name="T3" fmla="*/ 315 h 62"/>
                <a:gd name="T4" fmla="*/ 356 w 67"/>
                <a:gd name="T5" fmla="*/ 322 h 62"/>
                <a:gd name="T6" fmla="*/ 327 w 67"/>
                <a:gd name="T7" fmla="*/ 86 h 62"/>
                <a:gd name="T8" fmla="*/ 0 w 67"/>
                <a:gd name="T9" fmla="*/ 0 h 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62">
                  <a:moveTo>
                    <a:pt x="0" y="0"/>
                  </a:moveTo>
                  <a:cubicBezTo>
                    <a:pt x="0" y="0"/>
                    <a:pt x="0" y="32"/>
                    <a:pt x="7" y="58"/>
                  </a:cubicBezTo>
                  <a:cubicBezTo>
                    <a:pt x="7" y="58"/>
                    <a:pt x="48" y="62"/>
                    <a:pt x="67" y="59"/>
                  </a:cubicBezTo>
                  <a:cubicBezTo>
                    <a:pt x="61" y="16"/>
                    <a:pt x="61" y="16"/>
                    <a:pt x="61" y="16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3277" name="Freeform 536">
              <a:extLst>
                <a:ext uri="{FF2B5EF4-FFF2-40B4-BE49-F238E27FC236}">
                  <a16:creationId xmlns:a16="http://schemas.microsoft.com/office/drawing/2014/main" id="{C4B5B0B2-D796-4348-95D0-0065D9E11335}"/>
                </a:ext>
              </a:extLst>
            </p:cNvPr>
            <p:cNvSpPr>
              <a:spLocks/>
            </p:cNvSpPr>
            <p:nvPr/>
          </p:nvSpPr>
          <p:spPr bwMode="auto">
            <a:xfrm>
              <a:off x="864" y="752"/>
              <a:ext cx="65" cy="31"/>
            </a:xfrm>
            <a:custGeom>
              <a:avLst/>
              <a:gdLst>
                <a:gd name="T0" fmla="*/ 200 w 37"/>
                <a:gd name="T1" fmla="*/ 65 h 18"/>
                <a:gd name="T2" fmla="*/ 37 w 37"/>
                <a:gd name="T3" fmla="*/ 0 h 18"/>
                <a:gd name="T4" fmla="*/ 123 w 37"/>
                <a:gd name="T5" fmla="*/ 41 h 18"/>
                <a:gd name="T6" fmla="*/ 0 w 37"/>
                <a:gd name="T7" fmla="*/ 48 h 18"/>
                <a:gd name="T8" fmla="*/ 86 w 37"/>
                <a:gd name="T9" fmla="*/ 62 h 18"/>
                <a:gd name="T10" fmla="*/ 123 w 37"/>
                <a:gd name="T11" fmla="*/ 86 h 18"/>
                <a:gd name="T12" fmla="*/ 188 w 37"/>
                <a:gd name="T13" fmla="*/ 86 h 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7" h="18">
                  <a:moveTo>
                    <a:pt x="37" y="13"/>
                  </a:moveTo>
                  <a:cubicBezTo>
                    <a:pt x="30" y="1"/>
                    <a:pt x="20" y="0"/>
                    <a:pt x="7" y="0"/>
                  </a:cubicBezTo>
                  <a:cubicBezTo>
                    <a:pt x="14" y="1"/>
                    <a:pt x="19" y="3"/>
                    <a:pt x="23" y="8"/>
                  </a:cubicBezTo>
                  <a:cubicBezTo>
                    <a:pt x="16" y="5"/>
                    <a:pt x="6" y="3"/>
                    <a:pt x="0" y="9"/>
                  </a:cubicBezTo>
                  <a:cubicBezTo>
                    <a:pt x="6" y="8"/>
                    <a:pt x="11" y="9"/>
                    <a:pt x="16" y="12"/>
                  </a:cubicBezTo>
                  <a:cubicBezTo>
                    <a:pt x="18" y="15"/>
                    <a:pt x="19" y="16"/>
                    <a:pt x="23" y="17"/>
                  </a:cubicBezTo>
                  <a:cubicBezTo>
                    <a:pt x="26" y="18"/>
                    <a:pt x="31" y="17"/>
                    <a:pt x="35" y="17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3278" name="Freeform 537">
              <a:extLst>
                <a:ext uri="{FF2B5EF4-FFF2-40B4-BE49-F238E27FC236}">
                  <a16:creationId xmlns:a16="http://schemas.microsoft.com/office/drawing/2014/main" id="{76151B6F-BE4B-4AE6-B4A1-2A221517A777}"/>
                </a:ext>
              </a:extLst>
            </p:cNvPr>
            <p:cNvSpPr>
              <a:spLocks/>
            </p:cNvSpPr>
            <p:nvPr/>
          </p:nvSpPr>
          <p:spPr bwMode="auto">
            <a:xfrm>
              <a:off x="925" y="750"/>
              <a:ext cx="57" cy="28"/>
            </a:xfrm>
            <a:custGeom>
              <a:avLst/>
              <a:gdLst>
                <a:gd name="T0" fmla="*/ 0 w 32"/>
                <a:gd name="T1" fmla="*/ 77 h 16"/>
                <a:gd name="T2" fmla="*/ 123 w 32"/>
                <a:gd name="T3" fmla="*/ 16 h 16"/>
                <a:gd name="T4" fmla="*/ 52 w 32"/>
                <a:gd name="T5" fmla="*/ 49 h 16"/>
                <a:gd name="T6" fmla="*/ 182 w 32"/>
                <a:gd name="T7" fmla="*/ 56 h 16"/>
                <a:gd name="T8" fmla="*/ 52 w 32"/>
                <a:gd name="T9" fmla="*/ 86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16">
                  <a:moveTo>
                    <a:pt x="0" y="14"/>
                  </a:moveTo>
                  <a:cubicBezTo>
                    <a:pt x="4" y="4"/>
                    <a:pt x="12" y="0"/>
                    <a:pt x="22" y="3"/>
                  </a:cubicBezTo>
                  <a:cubicBezTo>
                    <a:pt x="17" y="2"/>
                    <a:pt x="12" y="5"/>
                    <a:pt x="9" y="9"/>
                  </a:cubicBezTo>
                  <a:cubicBezTo>
                    <a:pt x="13" y="4"/>
                    <a:pt x="27" y="7"/>
                    <a:pt x="32" y="10"/>
                  </a:cubicBezTo>
                  <a:cubicBezTo>
                    <a:pt x="23" y="7"/>
                    <a:pt x="16" y="11"/>
                    <a:pt x="9" y="16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3279" name="Freeform 538">
              <a:extLst>
                <a:ext uri="{FF2B5EF4-FFF2-40B4-BE49-F238E27FC236}">
                  <a16:creationId xmlns:a16="http://schemas.microsoft.com/office/drawing/2014/main" id="{DE8F52FD-4F0E-46A4-A819-0A3B007F69F7}"/>
                </a:ext>
              </a:extLst>
            </p:cNvPr>
            <p:cNvSpPr>
              <a:spLocks/>
            </p:cNvSpPr>
            <p:nvPr/>
          </p:nvSpPr>
          <p:spPr bwMode="auto">
            <a:xfrm>
              <a:off x="755" y="1023"/>
              <a:ext cx="37" cy="119"/>
            </a:xfrm>
            <a:custGeom>
              <a:avLst/>
              <a:gdLst>
                <a:gd name="T0" fmla="*/ 115 w 21"/>
                <a:gd name="T1" fmla="*/ 215 h 68"/>
                <a:gd name="T2" fmla="*/ 65 w 21"/>
                <a:gd name="T3" fmla="*/ 364 h 68"/>
                <a:gd name="T4" fmla="*/ 28 w 21"/>
                <a:gd name="T5" fmla="*/ 179 h 68"/>
                <a:gd name="T6" fmla="*/ 12 w 21"/>
                <a:gd name="T7" fmla="*/ 98 h 68"/>
                <a:gd name="T8" fmla="*/ 0 w 21"/>
                <a:gd name="T9" fmla="*/ 0 h 68"/>
                <a:gd name="T10" fmla="*/ 33 w 21"/>
                <a:gd name="T11" fmla="*/ 163 h 68"/>
                <a:gd name="T12" fmla="*/ 56 w 21"/>
                <a:gd name="T13" fmla="*/ 215 h 68"/>
                <a:gd name="T14" fmla="*/ 115 w 21"/>
                <a:gd name="T15" fmla="*/ 215 h 6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1" h="68">
                  <a:moveTo>
                    <a:pt x="21" y="40"/>
                  </a:moveTo>
                  <a:cubicBezTo>
                    <a:pt x="8" y="40"/>
                    <a:pt x="9" y="59"/>
                    <a:pt x="12" y="68"/>
                  </a:cubicBezTo>
                  <a:cubicBezTo>
                    <a:pt x="5" y="59"/>
                    <a:pt x="7" y="43"/>
                    <a:pt x="5" y="33"/>
                  </a:cubicBezTo>
                  <a:cubicBezTo>
                    <a:pt x="3" y="28"/>
                    <a:pt x="2" y="23"/>
                    <a:pt x="2" y="18"/>
                  </a:cubicBezTo>
                  <a:cubicBezTo>
                    <a:pt x="1" y="12"/>
                    <a:pt x="2" y="5"/>
                    <a:pt x="0" y="0"/>
                  </a:cubicBezTo>
                  <a:cubicBezTo>
                    <a:pt x="2" y="10"/>
                    <a:pt x="3" y="20"/>
                    <a:pt x="6" y="30"/>
                  </a:cubicBezTo>
                  <a:cubicBezTo>
                    <a:pt x="6" y="33"/>
                    <a:pt x="8" y="38"/>
                    <a:pt x="10" y="40"/>
                  </a:cubicBezTo>
                  <a:cubicBezTo>
                    <a:pt x="13" y="41"/>
                    <a:pt x="18" y="38"/>
                    <a:pt x="21" y="40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3280" name="Freeform 539">
              <a:extLst>
                <a:ext uri="{FF2B5EF4-FFF2-40B4-BE49-F238E27FC236}">
                  <a16:creationId xmlns:a16="http://schemas.microsoft.com/office/drawing/2014/main" id="{956C7909-CE02-46C4-AAAC-6B859C433034}"/>
                </a:ext>
              </a:extLst>
            </p:cNvPr>
            <p:cNvSpPr>
              <a:spLocks/>
            </p:cNvSpPr>
            <p:nvPr/>
          </p:nvSpPr>
          <p:spPr bwMode="auto">
            <a:xfrm>
              <a:off x="748" y="916"/>
              <a:ext cx="58" cy="105"/>
            </a:xfrm>
            <a:custGeom>
              <a:avLst/>
              <a:gdLst>
                <a:gd name="T0" fmla="*/ 179 w 33"/>
                <a:gd name="T1" fmla="*/ 12 h 60"/>
                <a:gd name="T2" fmla="*/ 37 w 33"/>
                <a:gd name="T3" fmla="*/ 114 h 60"/>
                <a:gd name="T4" fmla="*/ 21 w 33"/>
                <a:gd name="T5" fmla="*/ 322 h 60"/>
                <a:gd name="T6" fmla="*/ 172 w 33"/>
                <a:gd name="T7" fmla="*/ 58 h 60"/>
                <a:gd name="T8" fmla="*/ 179 w 33"/>
                <a:gd name="T9" fmla="*/ 12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60">
                  <a:moveTo>
                    <a:pt x="33" y="2"/>
                  </a:moveTo>
                  <a:cubicBezTo>
                    <a:pt x="18" y="8"/>
                    <a:pt x="11" y="11"/>
                    <a:pt x="7" y="21"/>
                  </a:cubicBezTo>
                  <a:cubicBezTo>
                    <a:pt x="3" y="30"/>
                    <a:pt x="0" y="50"/>
                    <a:pt x="4" y="60"/>
                  </a:cubicBezTo>
                  <a:cubicBezTo>
                    <a:pt x="4" y="50"/>
                    <a:pt x="13" y="0"/>
                    <a:pt x="32" y="11"/>
                  </a:cubicBezTo>
                  <a:cubicBezTo>
                    <a:pt x="31" y="7"/>
                    <a:pt x="33" y="5"/>
                    <a:pt x="33" y="2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3281" name="Freeform 540">
              <a:extLst>
                <a:ext uri="{FF2B5EF4-FFF2-40B4-BE49-F238E27FC236}">
                  <a16:creationId xmlns:a16="http://schemas.microsoft.com/office/drawing/2014/main" id="{D6B058E6-065A-45F6-893A-CC064E171E8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6" y="1039"/>
              <a:ext cx="30" cy="94"/>
            </a:xfrm>
            <a:custGeom>
              <a:avLst/>
              <a:gdLst>
                <a:gd name="T0" fmla="*/ 0 w 17"/>
                <a:gd name="T1" fmla="*/ 151 h 54"/>
                <a:gd name="T2" fmla="*/ 94 w 17"/>
                <a:gd name="T3" fmla="*/ 0 h 54"/>
                <a:gd name="T4" fmla="*/ 81 w 17"/>
                <a:gd name="T5" fmla="*/ 148 h 54"/>
                <a:gd name="T6" fmla="*/ 56 w 17"/>
                <a:gd name="T7" fmla="*/ 285 h 54"/>
                <a:gd name="T8" fmla="*/ 65 w 17"/>
                <a:gd name="T9" fmla="*/ 172 h 54"/>
                <a:gd name="T10" fmla="*/ 12 w 17"/>
                <a:gd name="T11" fmla="*/ 158 h 5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" h="54">
                  <a:moveTo>
                    <a:pt x="0" y="29"/>
                  </a:moveTo>
                  <a:cubicBezTo>
                    <a:pt x="11" y="35"/>
                    <a:pt x="17" y="7"/>
                    <a:pt x="17" y="0"/>
                  </a:cubicBezTo>
                  <a:cubicBezTo>
                    <a:pt x="17" y="9"/>
                    <a:pt x="16" y="19"/>
                    <a:pt x="15" y="28"/>
                  </a:cubicBezTo>
                  <a:cubicBezTo>
                    <a:pt x="15" y="37"/>
                    <a:pt x="11" y="45"/>
                    <a:pt x="10" y="54"/>
                  </a:cubicBezTo>
                  <a:cubicBezTo>
                    <a:pt x="9" y="47"/>
                    <a:pt x="12" y="40"/>
                    <a:pt x="12" y="33"/>
                  </a:cubicBezTo>
                  <a:cubicBezTo>
                    <a:pt x="13" y="25"/>
                    <a:pt x="8" y="30"/>
                    <a:pt x="2" y="30"/>
                  </a:cubicBezTo>
                </a:path>
              </a:pathLst>
            </a:custGeom>
            <a:solidFill>
              <a:srgbClr val="EFCA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3282" name="Freeform 541">
              <a:extLst>
                <a:ext uri="{FF2B5EF4-FFF2-40B4-BE49-F238E27FC236}">
                  <a16:creationId xmlns:a16="http://schemas.microsoft.com/office/drawing/2014/main" id="{0573958B-D593-448B-B087-E69FE1CBC1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8" y="915"/>
              <a:ext cx="59" cy="119"/>
            </a:xfrm>
            <a:custGeom>
              <a:avLst/>
              <a:gdLst>
                <a:gd name="T0" fmla="*/ 0 w 34"/>
                <a:gd name="T1" fmla="*/ 0 h 68"/>
                <a:gd name="T2" fmla="*/ 148 w 34"/>
                <a:gd name="T3" fmla="*/ 102 h 68"/>
                <a:gd name="T4" fmla="*/ 177 w 34"/>
                <a:gd name="T5" fmla="*/ 364 h 68"/>
                <a:gd name="T6" fmla="*/ 99 w 34"/>
                <a:gd name="T7" fmla="*/ 77 h 68"/>
                <a:gd name="T8" fmla="*/ 0 w 34"/>
                <a:gd name="T9" fmla="*/ 0 h 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68">
                  <a:moveTo>
                    <a:pt x="0" y="0"/>
                  </a:moveTo>
                  <a:cubicBezTo>
                    <a:pt x="0" y="0"/>
                    <a:pt x="25" y="8"/>
                    <a:pt x="28" y="19"/>
                  </a:cubicBezTo>
                  <a:cubicBezTo>
                    <a:pt x="31" y="31"/>
                    <a:pt x="34" y="62"/>
                    <a:pt x="34" y="68"/>
                  </a:cubicBezTo>
                  <a:cubicBezTo>
                    <a:pt x="34" y="68"/>
                    <a:pt x="33" y="25"/>
                    <a:pt x="19" y="14"/>
                  </a:cubicBezTo>
                  <a:cubicBezTo>
                    <a:pt x="5" y="4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FCA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</p:grpSp>
      <p:grpSp>
        <p:nvGrpSpPr>
          <p:cNvPr id="32775" name="Asian-male-child-full-body">
            <a:extLst>
              <a:ext uri="{FF2B5EF4-FFF2-40B4-BE49-F238E27FC236}">
                <a16:creationId xmlns:a16="http://schemas.microsoft.com/office/drawing/2014/main" id="{7D2B827D-3E93-41E5-914C-A7205813126F}"/>
              </a:ext>
            </a:extLst>
          </p:cNvPr>
          <p:cNvGrpSpPr>
            <a:grpSpLocks/>
          </p:cNvGrpSpPr>
          <p:nvPr/>
        </p:nvGrpSpPr>
        <p:grpSpPr bwMode="auto">
          <a:xfrm>
            <a:off x="6477000" y="1279525"/>
            <a:ext cx="1431925" cy="5222875"/>
            <a:chOff x="3166" y="762"/>
            <a:chExt cx="902" cy="3290"/>
          </a:xfrm>
        </p:grpSpPr>
        <p:grpSp>
          <p:nvGrpSpPr>
            <p:cNvPr id="32910" name="Group 543">
              <a:extLst>
                <a:ext uri="{FF2B5EF4-FFF2-40B4-BE49-F238E27FC236}">
                  <a16:creationId xmlns:a16="http://schemas.microsoft.com/office/drawing/2014/main" id="{256F70C5-470E-490C-909E-9D8DBAEF875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166" y="774"/>
              <a:ext cx="902" cy="3278"/>
              <a:chOff x="3166" y="774"/>
              <a:chExt cx="902" cy="3278"/>
            </a:xfrm>
          </p:grpSpPr>
          <p:sp>
            <p:nvSpPr>
              <p:cNvPr id="32922" name="Freeform 544">
                <a:extLst>
                  <a:ext uri="{FF2B5EF4-FFF2-40B4-BE49-F238E27FC236}">
                    <a16:creationId xmlns:a16="http://schemas.microsoft.com/office/drawing/2014/main" id="{84462172-51E1-4408-91AA-269B0B5C86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6" y="1252"/>
                <a:ext cx="902" cy="2800"/>
              </a:xfrm>
              <a:custGeom>
                <a:avLst/>
                <a:gdLst>
                  <a:gd name="T0" fmla="*/ 3026 w 487"/>
                  <a:gd name="T1" fmla="*/ 3345 h 1520"/>
                  <a:gd name="T2" fmla="*/ 2819 w 487"/>
                  <a:gd name="T3" fmla="*/ 1056 h 1520"/>
                  <a:gd name="T4" fmla="*/ 1997 w 487"/>
                  <a:gd name="T5" fmla="*/ 363 h 1520"/>
                  <a:gd name="T6" fmla="*/ 1239 w 487"/>
                  <a:gd name="T7" fmla="*/ 44 h 1520"/>
                  <a:gd name="T8" fmla="*/ 680 w 487"/>
                  <a:gd name="T9" fmla="*/ 483 h 1520"/>
                  <a:gd name="T10" fmla="*/ 52 w 487"/>
                  <a:gd name="T11" fmla="*/ 2288 h 1520"/>
                  <a:gd name="T12" fmla="*/ 44 w 487"/>
                  <a:gd name="T13" fmla="*/ 3920 h 1520"/>
                  <a:gd name="T14" fmla="*/ 217 w 487"/>
                  <a:gd name="T15" fmla="*/ 4557 h 1520"/>
                  <a:gd name="T16" fmla="*/ 395 w 487"/>
                  <a:gd name="T17" fmla="*/ 4631 h 1520"/>
                  <a:gd name="T18" fmla="*/ 363 w 487"/>
                  <a:gd name="T19" fmla="*/ 4327 h 1520"/>
                  <a:gd name="T20" fmla="*/ 500 w 487"/>
                  <a:gd name="T21" fmla="*/ 4438 h 1520"/>
                  <a:gd name="T22" fmla="*/ 545 w 487"/>
                  <a:gd name="T23" fmla="*/ 4001 h 1520"/>
                  <a:gd name="T24" fmla="*/ 411 w 487"/>
                  <a:gd name="T25" fmla="*/ 3458 h 1520"/>
                  <a:gd name="T26" fmla="*/ 672 w 487"/>
                  <a:gd name="T27" fmla="*/ 1601 h 1520"/>
                  <a:gd name="T28" fmla="*/ 796 w 487"/>
                  <a:gd name="T29" fmla="*/ 2592 h 1520"/>
                  <a:gd name="T30" fmla="*/ 617 w 487"/>
                  <a:gd name="T31" fmla="*/ 3719 h 1520"/>
                  <a:gd name="T32" fmla="*/ 580 w 487"/>
                  <a:gd name="T33" fmla="*/ 4218 h 1520"/>
                  <a:gd name="T34" fmla="*/ 661 w 487"/>
                  <a:gd name="T35" fmla="*/ 5887 h 1520"/>
                  <a:gd name="T36" fmla="*/ 769 w 487"/>
                  <a:gd name="T37" fmla="*/ 7963 h 1520"/>
                  <a:gd name="T38" fmla="*/ 559 w 487"/>
                  <a:gd name="T39" fmla="*/ 8938 h 1520"/>
                  <a:gd name="T40" fmla="*/ 395 w 487"/>
                  <a:gd name="T41" fmla="*/ 9284 h 1520"/>
                  <a:gd name="T42" fmla="*/ 545 w 487"/>
                  <a:gd name="T43" fmla="*/ 9402 h 1520"/>
                  <a:gd name="T44" fmla="*/ 769 w 487"/>
                  <a:gd name="T45" fmla="*/ 9502 h 1520"/>
                  <a:gd name="T46" fmla="*/ 961 w 487"/>
                  <a:gd name="T47" fmla="*/ 9288 h 1520"/>
                  <a:gd name="T48" fmla="*/ 1111 w 487"/>
                  <a:gd name="T49" fmla="*/ 9002 h 1520"/>
                  <a:gd name="T50" fmla="*/ 1171 w 487"/>
                  <a:gd name="T51" fmla="*/ 8564 h 1520"/>
                  <a:gd name="T52" fmla="*/ 1265 w 487"/>
                  <a:gd name="T53" fmla="*/ 6950 h 1520"/>
                  <a:gd name="T54" fmla="*/ 1356 w 487"/>
                  <a:gd name="T55" fmla="*/ 5725 h 1520"/>
                  <a:gd name="T56" fmla="*/ 1526 w 487"/>
                  <a:gd name="T57" fmla="*/ 4506 h 1520"/>
                  <a:gd name="T58" fmla="*/ 1567 w 487"/>
                  <a:gd name="T59" fmla="*/ 4506 h 1520"/>
                  <a:gd name="T60" fmla="*/ 1739 w 487"/>
                  <a:gd name="T61" fmla="*/ 5725 h 1520"/>
                  <a:gd name="T62" fmla="*/ 1828 w 487"/>
                  <a:gd name="T63" fmla="*/ 6950 h 1520"/>
                  <a:gd name="T64" fmla="*/ 1924 w 487"/>
                  <a:gd name="T65" fmla="*/ 8564 h 1520"/>
                  <a:gd name="T66" fmla="*/ 1984 w 487"/>
                  <a:gd name="T67" fmla="*/ 9002 h 1520"/>
                  <a:gd name="T68" fmla="*/ 2141 w 487"/>
                  <a:gd name="T69" fmla="*/ 9288 h 1520"/>
                  <a:gd name="T70" fmla="*/ 2332 w 487"/>
                  <a:gd name="T71" fmla="*/ 9502 h 1520"/>
                  <a:gd name="T72" fmla="*/ 2549 w 487"/>
                  <a:gd name="T73" fmla="*/ 9402 h 1520"/>
                  <a:gd name="T74" fmla="*/ 2700 w 487"/>
                  <a:gd name="T75" fmla="*/ 9284 h 1520"/>
                  <a:gd name="T76" fmla="*/ 2536 w 487"/>
                  <a:gd name="T77" fmla="*/ 8938 h 1520"/>
                  <a:gd name="T78" fmla="*/ 2326 w 487"/>
                  <a:gd name="T79" fmla="*/ 7963 h 1520"/>
                  <a:gd name="T80" fmla="*/ 2432 w 487"/>
                  <a:gd name="T81" fmla="*/ 5887 h 1520"/>
                  <a:gd name="T82" fmla="*/ 2515 w 487"/>
                  <a:gd name="T83" fmla="*/ 4218 h 1520"/>
                  <a:gd name="T84" fmla="*/ 2476 w 487"/>
                  <a:gd name="T85" fmla="*/ 3719 h 1520"/>
                  <a:gd name="T86" fmla="*/ 2299 w 487"/>
                  <a:gd name="T87" fmla="*/ 2592 h 1520"/>
                  <a:gd name="T88" fmla="*/ 2423 w 487"/>
                  <a:gd name="T89" fmla="*/ 1601 h 1520"/>
                  <a:gd name="T90" fmla="*/ 2682 w 487"/>
                  <a:gd name="T91" fmla="*/ 3458 h 1520"/>
                  <a:gd name="T92" fmla="*/ 2549 w 487"/>
                  <a:gd name="T93" fmla="*/ 4001 h 1520"/>
                  <a:gd name="T94" fmla="*/ 2593 w 487"/>
                  <a:gd name="T95" fmla="*/ 4438 h 1520"/>
                  <a:gd name="T96" fmla="*/ 2730 w 487"/>
                  <a:gd name="T97" fmla="*/ 4327 h 1520"/>
                  <a:gd name="T98" fmla="*/ 2700 w 487"/>
                  <a:gd name="T99" fmla="*/ 4631 h 1520"/>
                  <a:gd name="T100" fmla="*/ 2886 w 487"/>
                  <a:gd name="T101" fmla="*/ 4557 h 1520"/>
                  <a:gd name="T102" fmla="*/ 3051 w 487"/>
                  <a:gd name="T103" fmla="*/ 3920 h 1520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0" t="0" r="r" b="b"/>
                <a:pathLst>
                  <a:path w="487" h="1520">
                    <a:moveTo>
                      <a:pt x="480" y="627"/>
                    </a:moveTo>
                    <a:cubicBezTo>
                      <a:pt x="474" y="601"/>
                      <a:pt x="472" y="565"/>
                      <a:pt x="476" y="535"/>
                    </a:cubicBezTo>
                    <a:cubicBezTo>
                      <a:pt x="484" y="470"/>
                      <a:pt x="482" y="388"/>
                      <a:pt x="479" y="366"/>
                    </a:cubicBezTo>
                    <a:cubicBezTo>
                      <a:pt x="477" y="345"/>
                      <a:pt x="453" y="248"/>
                      <a:pt x="444" y="169"/>
                    </a:cubicBezTo>
                    <a:cubicBezTo>
                      <a:pt x="436" y="91"/>
                      <a:pt x="390" y="77"/>
                      <a:pt x="380" y="77"/>
                    </a:cubicBezTo>
                    <a:cubicBezTo>
                      <a:pt x="371" y="77"/>
                      <a:pt x="345" y="66"/>
                      <a:pt x="314" y="58"/>
                    </a:cubicBezTo>
                    <a:cubicBezTo>
                      <a:pt x="293" y="52"/>
                      <a:pt x="291" y="20"/>
                      <a:pt x="292" y="0"/>
                    </a:cubicBezTo>
                    <a:cubicBezTo>
                      <a:pt x="250" y="8"/>
                      <a:pt x="195" y="7"/>
                      <a:pt x="195" y="7"/>
                    </a:cubicBezTo>
                    <a:cubicBezTo>
                      <a:pt x="195" y="7"/>
                      <a:pt x="194" y="52"/>
                      <a:pt x="173" y="58"/>
                    </a:cubicBezTo>
                    <a:cubicBezTo>
                      <a:pt x="142" y="66"/>
                      <a:pt x="116" y="77"/>
                      <a:pt x="107" y="77"/>
                    </a:cubicBezTo>
                    <a:cubicBezTo>
                      <a:pt x="97" y="77"/>
                      <a:pt x="51" y="91"/>
                      <a:pt x="43" y="169"/>
                    </a:cubicBezTo>
                    <a:cubicBezTo>
                      <a:pt x="35" y="248"/>
                      <a:pt x="10" y="345"/>
                      <a:pt x="8" y="366"/>
                    </a:cubicBezTo>
                    <a:cubicBezTo>
                      <a:pt x="5" y="388"/>
                      <a:pt x="3" y="470"/>
                      <a:pt x="11" y="535"/>
                    </a:cubicBezTo>
                    <a:cubicBezTo>
                      <a:pt x="15" y="565"/>
                      <a:pt x="13" y="601"/>
                      <a:pt x="7" y="627"/>
                    </a:cubicBezTo>
                    <a:cubicBezTo>
                      <a:pt x="0" y="654"/>
                      <a:pt x="2" y="689"/>
                      <a:pt x="8" y="702"/>
                    </a:cubicBezTo>
                    <a:cubicBezTo>
                      <a:pt x="13" y="716"/>
                      <a:pt x="28" y="730"/>
                      <a:pt x="34" y="729"/>
                    </a:cubicBezTo>
                    <a:cubicBezTo>
                      <a:pt x="34" y="729"/>
                      <a:pt x="41" y="744"/>
                      <a:pt x="50" y="739"/>
                    </a:cubicBezTo>
                    <a:cubicBezTo>
                      <a:pt x="50" y="739"/>
                      <a:pt x="58" y="745"/>
                      <a:pt x="62" y="741"/>
                    </a:cubicBezTo>
                    <a:cubicBezTo>
                      <a:pt x="67" y="736"/>
                      <a:pt x="62" y="720"/>
                      <a:pt x="60" y="718"/>
                    </a:cubicBezTo>
                    <a:cubicBezTo>
                      <a:pt x="57" y="716"/>
                      <a:pt x="57" y="699"/>
                      <a:pt x="57" y="692"/>
                    </a:cubicBezTo>
                    <a:cubicBezTo>
                      <a:pt x="58" y="685"/>
                      <a:pt x="56" y="669"/>
                      <a:pt x="67" y="658"/>
                    </a:cubicBezTo>
                    <a:cubicBezTo>
                      <a:pt x="67" y="658"/>
                      <a:pt x="63" y="703"/>
                      <a:pt x="79" y="710"/>
                    </a:cubicBezTo>
                    <a:cubicBezTo>
                      <a:pt x="79" y="710"/>
                      <a:pt x="85" y="707"/>
                      <a:pt x="84" y="693"/>
                    </a:cubicBezTo>
                    <a:cubicBezTo>
                      <a:pt x="83" y="686"/>
                      <a:pt x="87" y="644"/>
                      <a:pt x="86" y="640"/>
                    </a:cubicBezTo>
                    <a:cubicBezTo>
                      <a:pt x="85" y="635"/>
                      <a:pt x="82" y="624"/>
                      <a:pt x="71" y="607"/>
                    </a:cubicBezTo>
                    <a:cubicBezTo>
                      <a:pt x="61" y="590"/>
                      <a:pt x="62" y="570"/>
                      <a:pt x="65" y="553"/>
                    </a:cubicBezTo>
                    <a:cubicBezTo>
                      <a:pt x="68" y="535"/>
                      <a:pt x="74" y="426"/>
                      <a:pt x="75" y="401"/>
                    </a:cubicBezTo>
                    <a:cubicBezTo>
                      <a:pt x="77" y="375"/>
                      <a:pt x="103" y="275"/>
                      <a:pt x="106" y="256"/>
                    </a:cubicBezTo>
                    <a:cubicBezTo>
                      <a:pt x="109" y="251"/>
                      <a:pt x="109" y="251"/>
                      <a:pt x="109" y="251"/>
                    </a:cubicBezTo>
                    <a:cubicBezTo>
                      <a:pt x="107" y="305"/>
                      <a:pt x="125" y="383"/>
                      <a:pt x="125" y="415"/>
                    </a:cubicBezTo>
                    <a:cubicBezTo>
                      <a:pt x="126" y="449"/>
                      <a:pt x="117" y="512"/>
                      <a:pt x="111" y="535"/>
                    </a:cubicBezTo>
                    <a:cubicBezTo>
                      <a:pt x="105" y="552"/>
                      <a:pt x="100" y="582"/>
                      <a:pt x="97" y="595"/>
                    </a:cubicBezTo>
                    <a:cubicBezTo>
                      <a:pt x="97" y="595"/>
                      <a:pt x="97" y="595"/>
                      <a:pt x="97" y="595"/>
                    </a:cubicBezTo>
                    <a:cubicBezTo>
                      <a:pt x="97" y="595"/>
                      <a:pt x="90" y="637"/>
                      <a:pt x="91" y="675"/>
                    </a:cubicBezTo>
                    <a:cubicBezTo>
                      <a:pt x="91" y="696"/>
                      <a:pt x="83" y="767"/>
                      <a:pt x="94" y="819"/>
                    </a:cubicBezTo>
                    <a:cubicBezTo>
                      <a:pt x="106" y="872"/>
                      <a:pt x="108" y="904"/>
                      <a:pt x="104" y="942"/>
                    </a:cubicBezTo>
                    <a:cubicBezTo>
                      <a:pt x="100" y="979"/>
                      <a:pt x="107" y="1015"/>
                      <a:pt x="106" y="1050"/>
                    </a:cubicBezTo>
                    <a:cubicBezTo>
                      <a:pt x="105" y="1086"/>
                      <a:pt x="105" y="1198"/>
                      <a:pt x="121" y="1274"/>
                    </a:cubicBezTo>
                    <a:cubicBezTo>
                      <a:pt x="138" y="1350"/>
                      <a:pt x="111" y="1383"/>
                      <a:pt x="111" y="1383"/>
                    </a:cubicBezTo>
                    <a:cubicBezTo>
                      <a:pt x="111" y="1383"/>
                      <a:pt x="94" y="1411"/>
                      <a:pt x="88" y="1430"/>
                    </a:cubicBezTo>
                    <a:cubicBezTo>
                      <a:pt x="85" y="1442"/>
                      <a:pt x="75" y="1445"/>
                      <a:pt x="72" y="1453"/>
                    </a:cubicBezTo>
                    <a:cubicBezTo>
                      <a:pt x="68" y="1462"/>
                      <a:pt x="57" y="1468"/>
                      <a:pt x="62" y="1485"/>
                    </a:cubicBezTo>
                    <a:cubicBezTo>
                      <a:pt x="62" y="1485"/>
                      <a:pt x="64" y="1502"/>
                      <a:pt x="72" y="1496"/>
                    </a:cubicBezTo>
                    <a:cubicBezTo>
                      <a:pt x="72" y="1496"/>
                      <a:pt x="78" y="1508"/>
                      <a:pt x="86" y="1504"/>
                    </a:cubicBezTo>
                    <a:cubicBezTo>
                      <a:pt x="86" y="1504"/>
                      <a:pt x="96" y="1516"/>
                      <a:pt x="104" y="1506"/>
                    </a:cubicBezTo>
                    <a:cubicBezTo>
                      <a:pt x="104" y="1506"/>
                      <a:pt x="101" y="1520"/>
                      <a:pt x="121" y="1520"/>
                    </a:cubicBezTo>
                    <a:cubicBezTo>
                      <a:pt x="140" y="1520"/>
                      <a:pt x="141" y="1511"/>
                      <a:pt x="142" y="1499"/>
                    </a:cubicBezTo>
                    <a:cubicBezTo>
                      <a:pt x="142" y="1487"/>
                      <a:pt x="151" y="1486"/>
                      <a:pt x="151" y="1486"/>
                    </a:cubicBezTo>
                    <a:cubicBezTo>
                      <a:pt x="151" y="1486"/>
                      <a:pt x="164" y="1476"/>
                      <a:pt x="165" y="1463"/>
                    </a:cubicBezTo>
                    <a:cubicBezTo>
                      <a:pt x="166" y="1450"/>
                      <a:pt x="175" y="1440"/>
                      <a:pt x="175" y="1440"/>
                    </a:cubicBezTo>
                    <a:cubicBezTo>
                      <a:pt x="175" y="1440"/>
                      <a:pt x="188" y="1435"/>
                      <a:pt x="182" y="1403"/>
                    </a:cubicBezTo>
                    <a:cubicBezTo>
                      <a:pt x="182" y="1403"/>
                      <a:pt x="187" y="1386"/>
                      <a:pt x="184" y="1370"/>
                    </a:cubicBezTo>
                    <a:cubicBezTo>
                      <a:pt x="181" y="1354"/>
                      <a:pt x="185" y="1301"/>
                      <a:pt x="186" y="1282"/>
                    </a:cubicBezTo>
                    <a:cubicBezTo>
                      <a:pt x="188" y="1262"/>
                      <a:pt x="205" y="1155"/>
                      <a:pt x="199" y="1112"/>
                    </a:cubicBezTo>
                    <a:cubicBezTo>
                      <a:pt x="189" y="1040"/>
                      <a:pt x="209" y="1018"/>
                      <a:pt x="211" y="984"/>
                    </a:cubicBezTo>
                    <a:cubicBezTo>
                      <a:pt x="211" y="984"/>
                      <a:pt x="215" y="947"/>
                      <a:pt x="213" y="916"/>
                    </a:cubicBezTo>
                    <a:cubicBezTo>
                      <a:pt x="211" y="885"/>
                      <a:pt x="219" y="851"/>
                      <a:pt x="224" y="812"/>
                    </a:cubicBezTo>
                    <a:cubicBezTo>
                      <a:pt x="230" y="773"/>
                      <a:pt x="233" y="735"/>
                      <a:pt x="240" y="721"/>
                    </a:cubicBezTo>
                    <a:cubicBezTo>
                      <a:pt x="242" y="717"/>
                      <a:pt x="244" y="711"/>
                      <a:pt x="246" y="705"/>
                    </a:cubicBezTo>
                    <a:cubicBezTo>
                      <a:pt x="246" y="715"/>
                      <a:pt x="247" y="721"/>
                      <a:pt x="247" y="721"/>
                    </a:cubicBezTo>
                    <a:cubicBezTo>
                      <a:pt x="248" y="737"/>
                      <a:pt x="257" y="773"/>
                      <a:pt x="263" y="812"/>
                    </a:cubicBezTo>
                    <a:cubicBezTo>
                      <a:pt x="268" y="851"/>
                      <a:pt x="276" y="885"/>
                      <a:pt x="274" y="916"/>
                    </a:cubicBezTo>
                    <a:cubicBezTo>
                      <a:pt x="272" y="947"/>
                      <a:pt x="276" y="984"/>
                      <a:pt x="276" y="984"/>
                    </a:cubicBezTo>
                    <a:cubicBezTo>
                      <a:pt x="278" y="1018"/>
                      <a:pt x="298" y="1040"/>
                      <a:pt x="288" y="1112"/>
                    </a:cubicBezTo>
                    <a:cubicBezTo>
                      <a:pt x="282" y="1155"/>
                      <a:pt x="299" y="1262"/>
                      <a:pt x="301" y="1282"/>
                    </a:cubicBezTo>
                    <a:cubicBezTo>
                      <a:pt x="302" y="1301"/>
                      <a:pt x="306" y="1354"/>
                      <a:pt x="303" y="1370"/>
                    </a:cubicBezTo>
                    <a:cubicBezTo>
                      <a:pt x="300" y="1386"/>
                      <a:pt x="305" y="1403"/>
                      <a:pt x="305" y="1403"/>
                    </a:cubicBezTo>
                    <a:cubicBezTo>
                      <a:pt x="299" y="1435"/>
                      <a:pt x="312" y="1440"/>
                      <a:pt x="312" y="1440"/>
                    </a:cubicBezTo>
                    <a:cubicBezTo>
                      <a:pt x="312" y="1440"/>
                      <a:pt x="321" y="1450"/>
                      <a:pt x="322" y="1463"/>
                    </a:cubicBezTo>
                    <a:cubicBezTo>
                      <a:pt x="323" y="1476"/>
                      <a:pt x="337" y="1486"/>
                      <a:pt x="337" y="1486"/>
                    </a:cubicBezTo>
                    <a:cubicBezTo>
                      <a:pt x="337" y="1486"/>
                      <a:pt x="345" y="1487"/>
                      <a:pt x="345" y="1499"/>
                    </a:cubicBezTo>
                    <a:cubicBezTo>
                      <a:pt x="346" y="1511"/>
                      <a:pt x="347" y="1520"/>
                      <a:pt x="367" y="1520"/>
                    </a:cubicBezTo>
                    <a:cubicBezTo>
                      <a:pt x="386" y="1520"/>
                      <a:pt x="384" y="1506"/>
                      <a:pt x="384" y="1506"/>
                    </a:cubicBezTo>
                    <a:cubicBezTo>
                      <a:pt x="391" y="1516"/>
                      <a:pt x="401" y="1504"/>
                      <a:pt x="401" y="1504"/>
                    </a:cubicBezTo>
                    <a:cubicBezTo>
                      <a:pt x="409" y="1508"/>
                      <a:pt x="415" y="1496"/>
                      <a:pt x="415" y="1496"/>
                    </a:cubicBezTo>
                    <a:cubicBezTo>
                      <a:pt x="423" y="1502"/>
                      <a:pt x="425" y="1485"/>
                      <a:pt x="425" y="1485"/>
                    </a:cubicBezTo>
                    <a:cubicBezTo>
                      <a:pt x="430" y="1468"/>
                      <a:pt x="419" y="1462"/>
                      <a:pt x="415" y="1453"/>
                    </a:cubicBezTo>
                    <a:cubicBezTo>
                      <a:pt x="412" y="1445"/>
                      <a:pt x="403" y="1442"/>
                      <a:pt x="399" y="1430"/>
                    </a:cubicBezTo>
                    <a:cubicBezTo>
                      <a:pt x="393" y="1411"/>
                      <a:pt x="376" y="1383"/>
                      <a:pt x="376" y="1383"/>
                    </a:cubicBezTo>
                    <a:cubicBezTo>
                      <a:pt x="376" y="1383"/>
                      <a:pt x="350" y="1350"/>
                      <a:pt x="366" y="1274"/>
                    </a:cubicBezTo>
                    <a:cubicBezTo>
                      <a:pt x="383" y="1198"/>
                      <a:pt x="382" y="1086"/>
                      <a:pt x="381" y="1050"/>
                    </a:cubicBezTo>
                    <a:cubicBezTo>
                      <a:pt x="380" y="1015"/>
                      <a:pt x="387" y="979"/>
                      <a:pt x="383" y="942"/>
                    </a:cubicBezTo>
                    <a:cubicBezTo>
                      <a:pt x="379" y="904"/>
                      <a:pt x="382" y="872"/>
                      <a:pt x="393" y="819"/>
                    </a:cubicBezTo>
                    <a:cubicBezTo>
                      <a:pt x="404" y="767"/>
                      <a:pt x="396" y="696"/>
                      <a:pt x="396" y="675"/>
                    </a:cubicBezTo>
                    <a:cubicBezTo>
                      <a:pt x="397" y="637"/>
                      <a:pt x="390" y="595"/>
                      <a:pt x="390" y="595"/>
                    </a:cubicBezTo>
                    <a:cubicBezTo>
                      <a:pt x="390" y="595"/>
                      <a:pt x="390" y="595"/>
                      <a:pt x="390" y="595"/>
                    </a:cubicBezTo>
                    <a:cubicBezTo>
                      <a:pt x="387" y="582"/>
                      <a:pt x="382" y="552"/>
                      <a:pt x="377" y="535"/>
                    </a:cubicBezTo>
                    <a:cubicBezTo>
                      <a:pt x="370" y="512"/>
                      <a:pt x="361" y="449"/>
                      <a:pt x="362" y="415"/>
                    </a:cubicBezTo>
                    <a:cubicBezTo>
                      <a:pt x="363" y="383"/>
                      <a:pt x="380" y="305"/>
                      <a:pt x="378" y="251"/>
                    </a:cubicBezTo>
                    <a:cubicBezTo>
                      <a:pt x="381" y="256"/>
                      <a:pt x="381" y="256"/>
                      <a:pt x="381" y="256"/>
                    </a:cubicBezTo>
                    <a:cubicBezTo>
                      <a:pt x="384" y="275"/>
                      <a:pt x="410" y="375"/>
                      <a:pt x="412" y="401"/>
                    </a:cubicBezTo>
                    <a:cubicBezTo>
                      <a:pt x="413" y="426"/>
                      <a:pt x="419" y="535"/>
                      <a:pt x="422" y="553"/>
                    </a:cubicBezTo>
                    <a:cubicBezTo>
                      <a:pt x="425" y="570"/>
                      <a:pt x="426" y="590"/>
                      <a:pt x="416" y="607"/>
                    </a:cubicBezTo>
                    <a:cubicBezTo>
                      <a:pt x="405" y="624"/>
                      <a:pt x="402" y="635"/>
                      <a:pt x="401" y="640"/>
                    </a:cubicBezTo>
                    <a:cubicBezTo>
                      <a:pt x="400" y="644"/>
                      <a:pt x="404" y="686"/>
                      <a:pt x="404" y="693"/>
                    </a:cubicBezTo>
                    <a:cubicBezTo>
                      <a:pt x="402" y="707"/>
                      <a:pt x="408" y="710"/>
                      <a:pt x="408" y="710"/>
                    </a:cubicBezTo>
                    <a:cubicBezTo>
                      <a:pt x="424" y="703"/>
                      <a:pt x="420" y="658"/>
                      <a:pt x="420" y="658"/>
                    </a:cubicBezTo>
                    <a:cubicBezTo>
                      <a:pt x="431" y="669"/>
                      <a:pt x="429" y="685"/>
                      <a:pt x="430" y="692"/>
                    </a:cubicBezTo>
                    <a:cubicBezTo>
                      <a:pt x="431" y="699"/>
                      <a:pt x="430" y="716"/>
                      <a:pt x="427" y="718"/>
                    </a:cubicBezTo>
                    <a:cubicBezTo>
                      <a:pt x="425" y="720"/>
                      <a:pt x="420" y="736"/>
                      <a:pt x="425" y="741"/>
                    </a:cubicBezTo>
                    <a:cubicBezTo>
                      <a:pt x="429" y="745"/>
                      <a:pt x="437" y="739"/>
                      <a:pt x="437" y="739"/>
                    </a:cubicBezTo>
                    <a:cubicBezTo>
                      <a:pt x="446" y="744"/>
                      <a:pt x="454" y="729"/>
                      <a:pt x="454" y="729"/>
                    </a:cubicBezTo>
                    <a:cubicBezTo>
                      <a:pt x="459" y="730"/>
                      <a:pt x="474" y="716"/>
                      <a:pt x="479" y="702"/>
                    </a:cubicBezTo>
                    <a:cubicBezTo>
                      <a:pt x="485" y="689"/>
                      <a:pt x="487" y="654"/>
                      <a:pt x="480" y="627"/>
                    </a:cubicBezTo>
                    <a:close/>
                  </a:path>
                </a:pathLst>
              </a:custGeom>
              <a:solidFill>
                <a:srgbClr val="F6E8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923" name="Freeform 545">
                <a:extLst>
                  <a:ext uri="{FF2B5EF4-FFF2-40B4-BE49-F238E27FC236}">
                    <a16:creationId xmlns:a16="http://schemas.microsoft.com/office/drawing/2014/main" id="{2EA096E2-3436-4202-9273-B71E9E7F3A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6" y="1252"/>
                <a:ext cx="902" cy="2800"/>
              </a:xfrm>
              <a:custGeom>
                <a:avLst/>
                <a:gdLst>
                  <a:gd name="T0" fmla="*/ 3026 w 487"/>
                  <a:gd name="T1" fmla="*/ 3345 h 1520"/>
                  <a:gd name="T2" fmla="*/ 2819 w 487"/>
                  <a:gd name="T3" fmla="*/ 1056 h 1520"/>
                  <a:gd name="T4" fmla="*/ 1997 w 487"/>
                  <a:gd name="T5" fmla="*/ 363 h 1520"/>
                  <a:gd name="T6" fmla="*/ 1239 w 487"/>
                  <a:gd name="T7" fmla="*/ 44 h 1520"/>
                  <a:gd name="T8" fmla="*/ 680 w 487"/>
                  <a:gd name="T9" fmla="*/ 483 h 1520"/>
                  <a:gd name="T10" fmla="*/ 52 w 487"/>
                  <a:gd name="T11" fmla="*/ 2288 h 1520"/>
                  <a:gd name="T12" fmla="*/ 44 w 487"/>
                  <a:gd name="T13" fmla="*/ 3920 h 1520"/>
                  <a:gd name="T14" fmla="*/ 217 w 487"/>
                  <a:gd name="T15" fmla="*/ 4557 h 1520"/>
                  <a:gd name="T16" fmla="*/ 395 w 487"/>
                  <a:gd name="T17" fmla="*/ 4631 h 1520"/>
                  <a:gd name="T18" fmla="*/ 363 w 487"/>
                  <a:gd name="T19" fmla="*/ 4327 h 1520"/>
                  <a:gd name="T20" fmla="*/ 500 w 487"/>
                  <a:gd name="T21" fmla="*/ 4438 h 1520"/>
                  <a:gd name="T22" fmla="*/ 545 w 487"/>
                  <a:gd name="T23" fmla="*/ 4001 h 1520"/>
                  <a:gd name="T24" fmla="*/ 411 w 487"/>
                  <a:gd name="T25" fmla="*/ 3458 h 1520"/>
                  <a:gd name="T26" fmla="*/ 672 w 487"/>
                  <a:gd name="T27" fmla="*/ 1601 h 1520"/>
                  <a:gd name="T28" fmla="*/ 796 w 487"/>
                  <a:gd name="T29" fmla="*/ 2592 h 1520"/>
                  <a:gd name="T30" fmla="*/ 617 w 487"/>
                  <a:gd name="T31" fmla="*/ 3719 h 1520"/>
                  <a:gd name="T32" fmla="*/ 580 w 487"/>
                  <a:gd name="T33" fmla="*/ 4218 h 1520"/>
                  <a:gd name="T34" fmla="*/ 661 w 487"/>
                  <a:gd name="T35" fmla="*/ 5887 h 1520"/>
                  <a:gd name="T36" fmla="*/ 769 w 487"/>
                  <a:gd name="T37" fmla="*/ 7963 h 1520"/>
                  <a:gd name="T38" fmla="*/ 559 w 487"/>
                  <a:gd name="T39" fmla="*/ 8938 h 1520"/>
                  <a:gd name="T40" fmla="*/ 395 w 487"/>
                  <a:gd name="T41" fmla="*/ 9284 h 1520"/>
                  <a:gd name="T42" fmla="*/ 545 w 487"/>
                  <a:gd name="T43" fmla="*/ 9402 h 1520"/>
                  <a:gd name="T44" fmla="*/ 769 w 487"/>
                  <a:gd name="T45" fmla="*/ 9502 h 1520"/>
                  <a:gd name="T46" fmla="*/ 961 w 487"/>
                  <a:gd name="T47" fmla="*/ 9288 h 1520"/>
                  <a:gd name="T48" fmla="*/ 1111 w 487"/>
                  <a:gd name="T49" fmla="*/ 9002 h 1520"/>
                  <a:gd name="T50" fmla="*/ 1171 w 487"/>
                  <a:gd name="T51" fmla="*/ 8564 h 1520"/>
                  <a:gd name="T52" fmla="*/ 1265 w 487"/>
                  <a:gd name="T53" fmla="*/ 6950 h 1520"/>
                  <a:gd name="T54" fmla="*/ 1356 w 487"/>
                  <a:gd name="T55" fmla="*/ 5725 h 1520"/>
                  <a:gd name="T56" fmla="*/ 1526 w 487"/>
                  <a:gd name="T57" fmla="*/ 4506 h 1520"/>
                  <a:gd name="T58" fmla="*/ 1567 w 487"/>
                  <a:gd name="T59" fmla="*/ 4506 h 1520"/>
                  <a:gd name="T60" fmla="*/ 1739 w 487"/>
                  <a:gd name="T61" fmla="*/ 5725 h 1520"/>
                  <a:gd name="T62" fmla="*/ 1828 w 487"/>
                  <a:gd name="T63" fmla="*/ 6950 h 1520"/>
                  <a:gd name="T64" fmla="*/ 1924 w 487"/>
                  <a:gd name="T65" fmla="*/ 8564 h 1520"/>
                  <a:gd name="T66" fmla="*/ 1984 w 487"/>
                  <a:gd name="T67" fmla="*/ 9002 h 1520"/>
                  <a:gd name="T68" fmla="*/ 2141 w 487"/>
                  <a:gd name="T69" fmla="*/ 9288 h 1520"/>
                  <a:gd name="T70" fmla="*/ 2332 w 487"/>
                  <a:gd name="T71" fmla="*/ 9502 h 1520"/>
                  <a:gd name="T72" fmla="*/ 2549 w 487"/>
                  <a:gd name="T73" fmla="*/ 9402 h 1520"/>
                  <a:gd name="T74" fmla="*/ 2700 w 487"/>
                  <a:gd name="T75" fmla="*/ 9284 h 1520"/>
                  <a:gd name="T76" fmla="*/ 2536 w 487"/>
                  <a:gd name="T77" fmla="*/ 8938 h 1520"/>
                  <a:gd name="T78" fmla="*/ 2326 w 487"/>
                  <a:gd name="T79" fmla="*/ 7963 h 1520"/>
                  <a:gd name="T80" fmla="*/ 2432 w 487"/>
                  <a:gd name="T81" fmla="*/ 5887 h 1520"/>
                  <a:gd name="T82" fmla="*/ 2515 w 487"/>
                  <a:gd name="T83" fmla="*/ 4218 h 1520"/>
                  <a:gd name="T84" fmla="*/ 2476 w 487"/>
                  <a:gd name="T85" fmla="*/ 3719 h 1520"/>
                  <a:gd name="T86" fmla="*/ 2299 w 487"/>
                  <a:gd name="T87" fmla="*/ 2592 h 1520"/>
                  <a:gd name="T88" fmla="*/ 2423 w 487"/>
                  <a:gd name="T89" fmla="*/ 1601 h 1520"/>
                  <a:gd name="T90" fmla="*/ 2682 w 487"/>
                  <a:gd name="T91" fmla="*/ 3458 h 1520"/>
                  <a:gd name="T92" fmla="*/ 2549 w 487"/>
                  <a:gd name="T93" fmla="*/ 4001 h 1520"/>
                  <a:gd name="T94" fmla="*/ 2593 w 487"/>
                  <a:gd name="T95" fmla="*/ 4438 h 1520"/>
                  <a:gd name="T96" fmla="*/ 2730 w 487"/>
                  <a:gd name="T97" fmla="*/ 4327 h 1520"/>
                  <a:gd name="T98" fmla="*/ 2700 w 487"/>
                  <a:gd name="T99" fmla="*/ 4631 h 1520"/>
                  <a:gd name="T100" fmla="*/ 2886 w 487"/>
                  <a:gd name="T101" fmla="*/ 4557 h 1520"/>
                  <a:gd name="T102" fmla="*/ 3051 w 487"/>
                  <a:gd name="T103" fmla="*/ 3920 h 1520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0" t="0" r="r" b="b"/>
                <a:pathLst>
                  <a:path w="487" h="1520">
                    <a:moveTo>
                      <a:pt x="480" y="627"/>
                    </a:moveTo>
                    <a:cubicBezTo>
                      <a:pt x="474" y="601"/>
                      <a:pt x="472" y="565"/>
                      <a:pt x="476" y="535"/>
                    </a:cubicBezTo>
                    <a:cubicBezTo>
                      <a:pt x="484" y="470"/>
                      <a:pt x="482" y="388"/>
                      <a:pt x="479" y="366"/>
                    </a:cubicBezTo>
                    <a:cubicBezTo>
                      <a:pt x="477" y="345"/>
                      <a:pt x="453" y="248"/>
                      <a:pt x="444" y="169"/>
                    </a:cubicBezTo>
                    <a:cubicBezTo>
                      <a:pt x="436" y="91"/>
                      <a:pt x="390" y="77"/>
                      <a:pt x="380" y="77"/>
                    </a:cubicBezTo>
                    <a:cubicBezTo>
                      <a:pt x="371" y="77"/>
                      <a:pt x="345" y="66"/>
                      <a:pt x="314" y="58"/>
                    </a:cubicBezTo>
                    <a:cubicBezTo>
                      <a:pt x="293" y="52"/>
                      <a:pt x="291" y="20"/>
                      <a:pt x="292" y="0"/>
                    </a:cubicBezTo>
                    <a:cubicBezTo>
                      <a:pt x="250" y="8"/>
                      <a:pt x="195" y="7"/>
                      <a:pt x="195" y="7"/>
                    </a:cubicBezTo>
                    <a:cubicBezTo>
                      <a:pt x="195" y="7"/>
                      <a:pt x="194" y="52"/>
                      <a:pt x="173" y="58"/>
                    </a:cubicBezTo>
                    <a:cubicBezTo>
                      <a:pt x="142" y="66"/>
                      <a:pt x="116" y="77"/>
                      <a:pt x="107" y="77"/>
                    </a:cubicBezTo>
                    <a:cubicBezTo>
                      <a:pt x="97" y="77"/>
                      <a:pt x="51" y="91"/>
                      <a:pt x="43" y="169"/>
                    </a:cubicBezTo>
                    <a:cubicBezTo>
                      <a:pt x="35" y="248"/>
                      <a:pt x="10" y="345"/>
                      <a:pt x="8" y="366"/>
                    </a:cubicBezTo>
                    <a:cubicBezTo>
                      <a:pt x="5" y="388"/>
                      <a:pt x="3" y="470"/>
                      <a:pt x="11" y="535"/>
                    </a:cubicBezTo>
                    <a:cubicBezTo>
                      <a:pt x="15" y="565"/>
                      <a:pt x="13" y="601"/>
                      <a:pt x="7" y="627"/>
                    </a:cubicBezTo>
                    <a:cubicBezTo>
                      <a:pt x="0" y="654"/>
                      <a:pt x="2" y="689"/>
                      <a:pt x="8" y="702"/>
                    </a:cubicBezTo>
                    <a:cubicBezTo>
                      <a:pt x="13" y="716"/>
                      <a:pt x="28" y="730"/>
                      <a:pt x="34" y="729"/>
                    </a:cubicBezTo>
                    <a:cubicBezTo>
                      <a:pt x="34" y="729"/>
                      <a:pt x="41" y="744"/>
                      <a:pt x="50" y="739"/>
                    </a:cubicBezTo>
                    <a:cubicBezTo>
                      <a:pt x="50" y="739"/>
                      <a:pt x="58" y="745"/>
                      <a:pt x="62" y="741"/>
                    </a:cubicBezTo>
                    <a:cubicBezTo>
                      <a:pt x="67" y="736"/>
                      <a:pt x="62" y="720"/>
                      <a:pt x="60" y="718"/>
                    </a:cubicBezTo>
                    <a:cubicBezTo>
                      <a:pt x="57" y="716"/>
                      <a:pt x="57" y="699"/>
                      <a:pt x="57" y="692"/>
                    </a:cubicBezTo>
                    <a:cubicBezTo>
                      <a:pt x="58" y="685"/>
                      <a:pt x="56" y="669"/>
                      <a:pt x="67" y="658"/>
                    </a:cubicBezTo>
                    <a:cubicBezTo>
                      <a:pt x="67" y="658"/>
                      <a:pt x="63" y="703"/>
                      <a:pt x="79" y="710"/>
                    </a:cubicBezTo>
                    <a:cubicBezTo>
                      <a:pt x="79" y="710"/>
                      <a:pt x="85" y="707"/>
                      <a:pt x="84" y="693"/>
                    </a:cubicBezTo>
                    <a:cubicBezTo>
                      <a:pt x="83" y="686"/>
                      <a:pt x="87" y="644"/>
                      <a:pt x="86" y="640"/>
                    </a:cubicBezTo>
                    <a:cubicBezTo>
                      <a:pt x="85" y="635"/>
                      <a:pt x="82" y="624"/>
                      <a:pt x="71" y="607"/>
                    </a:cubicBezTo>
                    <a:cubicBezTo>
                      <a:pt x="61" y="590"/>
                      <a:pt x="62" y="570"/>
                      <a:pt x="65" y="553"/>
                    </a:cubicBezTo>
                    <a:cubicBezTo>
                      <a:pt x="68" y="535"/>
                      <a:pt x="74" y="426"/>
                      <a:pt x="75" y="401"/>
                    </a:cubicBezTo>
                    <a:cubicBezTo>
                      <a:pt x="77" y="375"/>
                      <a:pt x="103" y="275"/>
                      <a:pt x="106" y="256"/>
                    </a:cubicBezTo>
                    <a:cubicBezTo>
                      <a:pt x="109" y="251"/>
                      <a:pt x="109" y="251"/>
                      <a:pt x="109" y="251"/>
                    </a:cubicBezTo>
                    <a:cubicBezTo>
                      <a:pt x="107" y="305"/>
                      <a:pt x="125" y="383"/>
                      <a:pt x="125" y="415"/>
                    </a:cubicBezTo>
                    <a:cubicBezTo>
                      <a:pt x="126" y="449"/>
                      <a:pt x="117" y="512"/>
                      <a:pt x="111" y="535"/>
                    </a:cubicBezTo>
                    <a:cubicBezTo>
                      <a:pt x="105" y="552"/>
                      <a:pt x="100" y="582"/>
                      <a:pt x="97" y="595"/>
                    </a:cubicBezTo>
                    <a:cubicBezTo>
                      <a:pt x="97" y="595"/>
                      <a:pt x="97" y="595"/>
                      <a:pt x="97" y="595"/>
                    </a:cubicBezTo>
                    <a:cubicBezTo>
                      <a:pt x="97" y="595"/>
                      <a:pt x="90" y="637"/>
                      <a:pt x="91" y="675"/>
                    </a:cubicBezTo>
                    <a:cubicBezTo>
                      <a:pt x="91" y="696"/>
                      <a:pt x="83" y="767"/>
                      <a:pt x="94" y="819"/>
                    </a:cubicBezTo>
                    <a:cubicBezTo>
                      <a:pt x="106" y="872"/>
                      <a:pt x="108" y="904"/>
                      <a:pt x="104" y="942"/>
                    </a:cubicBezTo>
                    <a:cubicBezTo>
                      <a:pt x="100" y="979"/>
                      <a:pt x="107" y="1015"/>
                      <a:pt x="106" y="1050"/>
                    </a:cubicBezTo>
                    <a:cubicBezTo>
                      <a:pt x="105" y="1086"/>
                      <a:pt x="105" y="1198"/>
                      <a:pt x="121" y="1274"/>
                    </a:cubicBezTo>
                    <a:cubicBezTo>
                      <a:pt x="138" y="1350"/>
                      <a:pt x="111" y="1383"/>
                      <a:pt x="111" y="1383"/>
                    </a:cubicBezTo>
                    <a:cubicBezTo>
                      <a:pt x="111" y="1383"/>
                      <a:pt x="94" y="1411"/>
                      <a:pt x="88" y="1430"/>
                    </a:cubicBezTo>
                    <a:cubicBezTo>
                      <a:pt x="85" y="1442"/>
                      <a:pt x="75" y="1445"/>
                      <a:pt x="72" y="1453"/>
                    </a:cubicBezTo>
                    <a:cubicBezTo>
                      <a:pt x="68" y="1462"/>
                      <a:pt x="57" y="1468"/>
                      <a:pt x="62" y="1485"/>
                    </a:cubicBezTo>
                    <a:cubicBezTo>
                      <a:pt x="62" y="1485"/>
                      <a:pt x="64" y="1502"/>
                      <a:pt x="72" y="1496"/>
                    </a:cubicBezTo>
                    <a:cubicBezTo>
                      <a:pt x="72" y="1496"/>
                      <a:pt x="78" y="1508"/>
                      <a:pt x="86" y="1504"/>
                    </a:cubicBezTo>
                    <a:cubicBezTo>
                      <a:pt x="86" y="1504"/>
                      <a:pt x="96" y="1516"/>
                      <a:pt x="104" y="1506"/>
                    </a:cubicBezTo>
                    <a:cubicBezTo>
                      <a:pt x="104" y="1506"/>
                      <a:pt x="101" y="1520"/>
                      <a:pt x="121" y="1520"/>
                    </a:cubicBezTo>
                    <a:cubicBezTo>
                      <a:pt x="140" y="1520"/>
                      <a:pt x="141" y="1511"/>
                      <a:pt x="142" y="1499"/>
                    </a:cubicBezTo>
                    <a:cubicBezTo>
                      <a:pt x="142" y="1487"/>
                      <a:pt x="151" y="1486"/>
                      <a:pt x="151" y="1486"/>
                    </a:cubicBezTo>
                    <a:cubicBezTo>
                      <a:pt x="151" y="1486"/>
                      <a:pt x="164" y="1476"/>
                      <a:pt x="165" y="1463"/>
                    </a:cubicBezTo>
                    <a:cubicBezTo>
                      <a:pt x="166" y="1450"/>
                      <a:pt x="175" y="1440"/>
                      <a:pt x="175" y="1440"/>
                    </a:cubicBezTo>
                    <a:cubicBezTo>
                      <a:pt x="175" y="1440"/>
                      <a:pt x="188" y="1435"/>
                      <a:pt x="182" y="1403"/>
                    </a:cubicBezTo>
                    <a:cubicBezTo>
                      <a:pt x="182" y="1403"/>
                      <a:pt x="187" y="1386"/>
                      <a:pt x="184" y="1370"/>
                    </a:cubicBezTo>
                    <a:cubicBezTo>
                      <a:pt x="181" y="1354"/>
                      <a:pt x="185" y="1301"/>
                      <a:pt x="186" y="1282"/>
                    </a:cubicBezTo>
                    <a:cubicBezTo>
                      <a:pt x="188" y="1262"/>
                      <a:pt x="205" y="1155"/>
                      <a:pt x="199" y="1112"/>
                    </a:cubicBezTo>
                    <a:cubicBezTo>
                      <a:pt x="189" y="1040"/>
                      <a:pt x="209" y="1018"/>
                      <a:pt x="211" y="984"/>
                    </a:cubicBezTo>
                    <a:cubicBezTo>
                      <a:pt x="211" y="984"/>
                      <a:pt x="215" y="947"/>
                      <a:pt x="213" y="916"/>
                    </a:cubicBezTo>
                    <a:cubicBezTo>
                      <a:pt x="211" y="885"/>
                      <a:pt x="219" y="851"/>
                      <a:pt x="224" y="812"/>
                    </a:cubicBezTo>
                    <a:cubicBezTo>
                      <a:pt x="230" y="773"/>
                      <a:pt x="233" y="735"/>
                      <a:pt x="240" y="721"/>
                    </a:cubicBezTo>
                    <a:cubicBezTo>
                      <a:pt x="242" y="717"/>
                      <a:pt x="244" y="711"/>
                      <a:pt x="246" y="705"/>
                    </a:cubicBezTo>
                    <a:cubicBezTo>
                      <a:pt x="246" y="715"/>
                      <a:pt x="247" y="721"/>
                      <a:pt x="247" y="721"/>
                    </a:cubicBezTo>
                    <a:cubicBezTo>
                      <a:pt x="248" y="737"/>
                      <a:pt x="257" y="773"/>
                      <a:pt x="263" y="812"/>
                    </a:cubicBezTo>
                    <a:cubicBezTo>
                      <a:pt x="268" y="851"/>
                      <a:pt x="276" y="885"/>
                      <a:pt x="274" y="916"/>
                    </a:cubicBezTo>
                    <a:cubicBezTo>
                      <a:pt x="272" y="947"/>
                      <a:pt x="276" y="984"/>
                      <a:pt x="276" y="984"/>
                    </a:cubicBezTo>
                    <a:cubicBezTo>
                      <a:pt x="278" y="1018"/>
                      <a:pt x="298" y="1040"/>
                      <a:pt x="288" y="1112"/>
                    </a:cubicBezTo>
                    <a:cubicBezTo>
                      <a:pt x="282" y="1155"/>
                      <a:pt x="299" y="1262"/>
                      <a:pt x="301" y="1282"/>
                    </a:cubicBezTo>
                    <a:cubicBezTo>
                      <a:pt x="302" y="1301"/>
                      <a:pt x="306" y="1354"/>
                      <a:pt x="303" y="1370"/>
                    </a:cubicBezTo>
                    <a:cubicBezTo>
                      <a:pt x="300" y="1386"/>
                      <a:pt x="305" y="1403"/>
                      <a:pt x="305" y="1403"/>
                    </a:cubicBezTo>
                    <a:cubicBezTo>
                      <a:pt x="299" y="1435"/>
                      <a:pt x="312" y="1440"/>
                      <a:pt x="312" y="1440"/>
                    </a:cubicBezTo>
                    <a:cubicBezTo>
                      <a:pt x="312" y="1440"/>
                      <a:pt x="321" y="1450"/>
                      <a:pt x="322" y="1463"/>
                    </a:cubicBezTo>
                    <a:cubicBezTo>
                      <a:pt x="323" y="1476"/>
                      <a:pt x="337" y="1486"/>
                      <a:pt x="337" y="1486"/>
                    </a:cubicBezTo>
                    <a:cubicBezTo>
                      <a:pt x="337" y="1486"/>
                      <a:pt x="345" y="1487"/>
                      <a:pt x="345" y="1499"/>
                    </a:cubicBezTo>
                    <a:cubicBezTo>
                      <a:pt x="346" y="1511"/>
                      <a:pt x="347" y="1520"/>
                      <a:pt x="367" y="1520"/>
                    </a:cubicBezTo>
                    <a:cubicBezTo>
                      <a:pt x="386" y="1520"/>
                      <a:pt x="384" y="1506"/>
                      <a:pt x="384" y="1506"/>
                    </a:cubicBezTo>
                    <a:cubicBezTo>
                      <a:pt x="391" y="1516"/>
                      <a:pt x="401" y="1504"/>
                      <a:pt x="401" y="1504"/>
                    </a:cubicBezTo>
                    <a:cubicBezTo>
                      <a:pt x="409" y="1508"/>
                      <a:pt x="415" y="1496"/>
                      <a:pt x="415" y="1496"/>
                    </a:cubicBezTo>
                    <a:cubicBezTo>
                      <a:pt x="423" y="1502"/>
                      <a:pt x="425" y="1485"/>
                      <a:pt x="425" y="1485"/>
                    </a:cubicBezTo>
                    <a:cubicBezTo>
                      <a:pt x="430" y="1468"/>
                      <a:pt x="419" y="1462"/>
                      <a:pt x="415" y="1453"/>
                    </a:cubicBezTo>
                    <a:cubicBezTo>
                      <a:pt x="412" y="1445"/>
                      <a:pt x="403" y="1442"/>
                      <a:pt x="399" y="1430"/>
                    </a:cubicBezTo>
                    <a:cubicBezTo>
                      <a:pt x="393" y="1411"/>
                      <a:pt x="376" y="1383"/>
                      <a:pt x="376" y="1383"/>
                    </a:cubicBezTo>
                    <a:cubicBezTo>
                      <a:pt x="376" y="1383"/>
                      <a:pt x="350" y="1350"/>
                      <a:pt x="366" y="1274"/>
                    </a:cubicBezTo>
                    <a:cubicBezTo>
                      <a:pt x="383" y="1198"/>
                      <a:pt x="382" y="1086"/>
                      <a:pt x="381" y="1050"/>
                    </a:cubicBezTo>
                    <a:cubicBezTo>
                      <a:pt x="380" y="1015"/>
                      <a:pt x="387" y="979"/>
                      <a:pt x="383" y="942"/>
                    </a:cubicBezTo>
                    <a:cubicBezTo>
                      <a:pt x="379" y="904"/>
                      <a:pt x="382" y="872"/>
                      <a:pt x="393" y="819"/>
                    </a:cubicBezTo>
                    <a:cubicBezTo>
                      <a:pt x="404" y="767"/>
                      <a:pt x="396" y="696"/>
                      <a:pt x="396" y="675"/>
                    </a:cubicBezTo>
                    <a:cubicBezTo>
                      <a:pt x="397" y="637"/>
                      <a:pt x="390" y="595"/>
                      <a:pt x="390" y="595"/>
                    </a:cubicBezTo>
                    <a:cubicBezTo>
                      <a:pt x="390" y="595"/>
                      <a:pt x="390" y="595"/>
                      <a:pt x="390" y="595"/>
                    </a:cubicBezTo>
                    <a:cubicBezTo>
                      <a:pt x="387" y="582"/>
                      <a:pt x="382" y="552"/>
                      <a:pt x="377" y="535"/>
                    </a:cubicBezTo>
                    <a:cubicBezTo>
                      <a:pt x="370" y="512"/>
                      <a:pt x="361" y="449"/>
                      <a:pt x="362" y="415"/>
                    </a:cubicBezTo>
                    <a:cubicBezTo>
                      <a:pt x="363" y="383"/>
                      <a:pt x="380" y="305"/>
                      <a:pt x="378" y="251"/>
                    </a:cubicBezTo>
                    <a:cubicBezTo>
                      <a:pt x="381" y="256"/>
                      <a:pt x="381" y="256"/>
                      <a:pt x="381" y="256"/>
                    </a:cubicBezTo>
                    <a:cubicBezTo>
                      <a:pt x="384" y="275"/>
                      <a:pt x="410" y="375"/>
                      <a:pt x="412" y="401"/>
                    </a:cubicBezTo>
                    <a:cubicBezTo>
                      <a:pt x="413" y="426"/>
                      <a:pt x="419" y="535"/>
                      <a:pt x="422" y="553"/>
                    </a:cubicBezTo>
                    <a:cubicBezTo>
                      <a:pt x="425" y="570"/>
                      <a:pt x="426" y="590"/>
                      <a:pt x="416" y="607"/>
                    </a:cubicBezTo>
                    <a:cubicBezTo>
                      <a:pt x="405" y="624"/>
                      <a:pt x="402" y="635"/>
                      <a:pt x="401" y="640"/>
                    </a:cubicBezTo>
                    <a:cubicBezTo>
                      <a:pt x="400" y="644"/>
                      <a:pt x="404" y="686"/>
                      <a:pt x="404" y="693"/>
                    </a:cubicBezTo>
                    <a:cubicBezTo>
                      <a:pt x="402" y="707"/>
                      <a:pt x="408" y="710"/>
                      <a:pt x="408" y="710"/>
                    </a:cubicBezTo>
                    <a:cubicBezTo>
                      <a:pt x="424" y="703"/>
                      <a:pt x="420" y="658"/>
                      <a:pt x="420" y="658"/>
                    </a:cubicBezTo>
                    <a:cubicBezTo>
                      <a:pt x="431" y="669"/>
                      <a:pt x="429" y="685"/>
                      <a:pt x="430" y="692"/>
                    </a:cubicBezTo>
                    <a:cubicBezTo>
                      <a:pt x="431" y="699"/>
                      <a:pt x="430" y="716"/>
                      <a:pt x="427" y="718"/>
                    </a:cubicBezTo>
                    <a:cubicBezTo>
                      <a:pt x="425" y="720"/>
                      <a:pt x="420" y="736"/>
                      <a:pt x="425" y="741"/>
                    </a:cubicBezTo>
                    <a:cubicBezTo>
                      <a:pt x="429" y="745"/>
                      <a:pt x="437" y="739"/>
                      <a:pt x="437" y="739"/>
                    </a:cubicBezTo>
                    <a:cubicBezTo>
                      <a:pt x="446" y="744"/>
                      <a:pt x="454" y="729"/>
                      <a:pt x="454" y="729"/>
                    </a:cubicBezTo>
                    <a:cubicBezTo>
                      <a:pt x="459" y="730"/>
                      <a:pt x="474" y="716"/>
                      <a:pt x="479" y="702"/>
                    </a:cubicBezTo>
                    <a:cubicBezTo>
                      <a:pt x="485" y="689"/>
                      <a:pt x="487" y="654"/>
                      <a:pt x="480" y="627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924" name="Freeform 546">
                <a:extLst>
                  <a:ext uri="{FF2B5EF4-FFF2-40B4-BE49-F238E27FC236}">
                    <a16:creationId xmlns:a16="http://schemas.microsoft.com/office/drawing/2014/main" id="{7E149256-F5DF-4224-BF4B-A5DCCBD533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1" y="3836"/>
                <a:ext cx="16" cy="17"/>
              </a:xfrm>
              <a:custGeom>
                <a:avLst/>
                <a:gdLst>
                  <a:gd name="T0" fmla="*/ 0 w 9"/>
                  <a:gd name="T1" fmla="*/ 0 h 9"/>
                  <a:gd name="T2" fmla="*/ 50 w 9"/>
                  <a:gd name="T3" fmla="*/ 6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9">
                    <a:moveTo>
                      <a:pt x="0" y="0"/>
                    </a:moveTo>
                    <a:cubicBezTo>
                      <a:pt x="1" y="5"/>
                      <a:pt x="6" y="4"/>
                      <a:pt x="9" y="9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925" name="Freeform 547">
                <a:extLst>
                  <a:ext uri="{FF2B5EF4-FFF2-40B4-BE49-F238E27FC236}">
                    <a16:creationId xmlns:a16="http://schemas.microsoft.com/office/drawing/2014/main" id="{47FC0C66-5B31-47D5-BA86-DECC8B647C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4" y="3860"/>
                <a:ext cx="18" cy="78"/>
              </a:xfrm>
              <a:custGeom>
                <a:avLst/>
                <a:gdLst>
                  <a:gd name="T0" fmla="*/ 58 w 10"/>
                  <a:gd name="T1" fmla="*/ 269 h 42"/>
                  <a:gd name="T2" fmla="*/ 45 w 10"/>
                  <a:gd name="T3" fmla="*/ 121 h 42"/>
                  <a:gd name="T4" fmla="*/ 0 w 10"/>
                  <a:gd name="T5" fmla="*/ 0 h 4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42">
                    <a:moveTo>
                      <a:pt x="10" y="42"/>
                    </a:moveTo>
                    <a:cubicBezTo>
                      <a:pt x="10" y="35"/>
                      <a:pt x="8" y="27"/>
                      <a:pt x="8" y="19"/>
                    </a:cubicBezTo>
                    <a:cubicBezTo>
                      <a:pt x="7" y="12"/>
                      <a:pt x="4" y="5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926" name="Freeform 548">
                <a:extLst>
                  <a:ext uri="{FF2B5EF4-FFF2-40B4-BE49-F238E27FC236}">
                    <a16:creationId xmlns:a16="http://schemas.microsoft.com/office/drawing/2014/main" id="{704276D9-7EC2-4E11-9382-432CA1BBFA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0" y="3960"/>
                <a:ext cx="18" cy="51"/>
              </a:xfrm>
              <a:custGeom>
                <a:avLst/>
                <a:gdLst>
                  <a:gd name="T0" fmla="*/ 58 w 10"/>
                  <a:gd name="T1" fmla="*/ 169 h 28"/>
                  <a:gd name="T2" fmla="*/ 45 w 10"/>
                  <a:gd name="T3" fmla="*/ 86 h 28"/>
                  <a:gd name="T4" fmla="*/ 0 w 10"/>
                  <a:gd name="T5" fmla="*/ 0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28">
                    <a:moveTo>
                      <a:pt x="10" y="28"/>
                    </a:moveTo>
                    <a:cubicBezTo>
                      <a:pt x="10" y="24"/>
                      <a:pt x="8" y="18"/>
                      <a:pt x="8" y="14"/>
                    </a:cubicBezTo>
                    <a:cubicBezTo>
                      <a:pt x="6" y="8"/>
                      <a:pt x="3" y="5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927" name="Freeform 549">
                <a:extLst>
                  <a:ext uri="{FF2B5EF4-FFF2-40B4-BE49-F238E27FC236}">
                    <a16:creationId xmlns:a16="http://schemas.microsoft.com/office/drawing/2014/main" id="{75BD26B7-AD01-48FB-8852-8726FA06F8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9" y="3971"/>
                <a:ext cx="28" cy="61"/>
              </a:xfrm>
              <a:custGeom>
                <a:avLst/>
                <a:gdLst>
                  <a:gd name="T0" fmla="*/ 97 w 15"/>
                  <a:gd name="T1" fmla="*/ 209 h 33"/>
                  <a:gd name="T2" fmla="*/ 52 w 15"/>
                  <a:gd name="T3" fmla="*/ 96 h 33"/>
                  <a:gd name="T4" fmla="*/ 0 w 15"/>
                  <a:gd name="T5" fmla="*/ 0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33">
                    <a:moveTo>
                      <a:pt x="15" y="33"/>
                    </a:moveTo>
                    <a:cubicBezTo>
                      <a:pt x="14" y="25"/>
                      <a:pt x="14" y="21"/>
                      <a:pt x="8" y="15"/>
                    </a:cubicBezTo>
                    <a:cubicBezTo>
                      <a:pt x="4" y="11"/>
                      <a:pt x="3" y="4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928" name="Freeform 550">
                <a:extLst>
                  <a:ext uri="{FF2B5EF4-FFF2-40B4-BE49-F238E27FC236}">
                    <a16:creationId xmlns:a16="http://schemas.microsoft.com/office/drawing/2014/main" id="{4B8E2529-3A1D-42A3-A6DF-227BAC47BC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8" y="3971"/>
                <a:ext cx="1" cy="15"/>
              </a:xfrm>
              <a:custGeom>
                <a:avLst/>
                <a:gdLst>
                  <a:gd name="T0" fmla="*/ 0 w 1"/>
                  <a:gd name="T1" fmla="*/ 53 h 8"/>
                  <a:gd name="T2" fmla="*/ 0 w 1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8">
                    <a:moveTo>
                      <a:pt x="0" y="8"/>
                    </a:moveTo>
                    <a:cubicBezTo>
                      <a:pt x="0" y="5"/>
                      <a:pt x="0" y="3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929" name="Freeform 551">
                <a:extLst>
                  <a:ext uri="{FF2B5EF4-FFF2-40B4-BE49-F238E27FC236}">
                    <a16:creationId xmlns:a16="http://schemas.microsoft.com/office/drawing/2014/main" id="{8F904228-C8A7-4D4E-840C-4E8E7F5F5E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1" y="3971"/>
                <a:ext cx="29" cy="53"/>
              </a:xfrm>
              <a:custGeom>
                <a:avLst/>
                <a:gdLst>
                  <a:gd name="T0" fmla="*/ 89 w 16"/>
                  <a:gd name="T1" fmla="*/ 177 h 29"/>
                  <a:gd name="T2" fmla="*/ 65 w 16"/>
                  <a:gd name="T3" fmla="*/ 88 h 29"/>
                  <a:gd name="T4" fmla="*/ 0 w 16"/>
                  <a:gd name="T5" fmla="*/ 0 h 2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29">
                    <a:moveTo>
                      <a:pt x="15" y="29"/>
                    </a:moveTo>
                    <a:cubicBezTo>
                      <a:pt x="15" y="23"/>
                      <a:pt x="16" y="18"/>
                      <a:pt x="11" y="14"/>
                    </a:cubicBezTo>
                    <a:cubicBezTo>
                      <a:pt x="7" y="9"/>
                      <a:pt x="3" y="5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930" name="Freeform 552">
                <a:extLst>
                  <a:ext uri="{FF2B5EF4-FFF2-40B4-BE49-F238E27FC236}">
                    <a16:creationId xmlns:a16="http://schemas.microsoft.com/office/drawing/2014/main" id="{7ABDCE4C-6252-48CF-8D6A-4ADCB4E5D8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8" y="3969"/>
                <a:ext cx="1" cy="11"/>
              </a:xfrm>
              <a:custGeom>
                <a:avLst/>
                <a:gdLst>
                  <a:gd name="T0" fmla="*/ 0 w 1"/>
                  <a:gd name="T1" fmla="*/ 37 h 6"/>
                  <a:gd name="T2" fmla="*/ 0 w 1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6">
                    <a:moveTo>
                      <a:pt x="0" y="6"/>
                    </a:moveTo>
                    <a:cubicBezTo>
                      <a:pt x="0" y="6"/>
                      <a:pt x="0" y="2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931" name="Freeform 553">
                <a:extLst>
                  <a:ext uri="{FF2B5EF4-FFF2-40B4-BE49-F238E27FC236}">
                    <a16:creationId xmlns:a16="http://schemas.microsoft.com/office/drawing/2014/main" id="{59BA52E0-DF6C-4A30-9CD6-09F5E0B894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8" y="3958"/>
                <a:ext cx="26" cy="50"/>
              </a:xfrm>
              <a:custGeom>
                <a:avLst/>
                <a:gdLst>
                  <a:gd name="T0" fmla="*/ 89 w 14"/>
                  <a:gd name="T1" fmla="*/ 172 h 27"/>
                  <a:gd name="T2" fmla="*/ 69 w 14"/>
                  <a:gd name="T3" fmla="*/ 69 h 27"/>
                  <a:gd name="T4" fmla="*/ 0 w 14"/>
                  <a:gd name="T5" fmla="*/ 0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27">
                    <a:moveTo>
                      <a:pt x="14" y="27"/>
                    </a:moveTo>
                    <a:cubicBezTo>
                      <a:pt x="14" y="22"/>
                      <a:pt x="14" y="15"/>
                      <a:pt x="11" y="11"/>
                    </a:cubicBezTo>
                    <a:cubicBezTo>
                      <a:pt x="8" y="7"/>
                      <a:pt x="1" y="4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932" name="Freeform 554">
                <a:extLst>
                  <a:ext uri="{FF2B5EF4-FFF2-40B4-BE49-F238E27FC236}">
                    <a16:creationId xmlns:a16="http://schemas.microsoft.com/office/drawing/2014/main" id="{EED277AF-9A65-4249-90E2-70DA89284D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6" y="3956"/>
                <a:ext cx="2" cy="11"/>
              </a:xfrm>
              <a:custGeom>
                <a:avLst/>
                <a:gdLst>
                  <a:gd name="T0" fmla="*/ 8 w 1"/>
                  <a:gd name="T1" fmla="*/ 37 h 6"/>
                  <a:gd name="T2" fmla="*/ 0 w 1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6">
                    <a:moveTo>
                      <a:pt x="1" y="6"/>
                    </a:moveTo>
                    <a:cubicBezTo>
                      <a:pt x="1" y="4"/>
                      <a:pt x="0" y="2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933" name="Freeform 555">
                <a:extLst>
                  <a:ext uri="{FF2B5EF4-FFF2-40B4-BE49-F238E27FC236}">
                    <a16:creationId xmlns:a16="http://schemas.microsoft.com/office/drawing/2014/main" id="{DBC5D0A1-6F02-4370-AB11-B685155ED7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9" y="3951"/>
                <a:ext cx="22" cy="44"/>
              </a:xfrm>
              <a:custGeom>
                <a:avLst/>
                <a:gdLst>
                  <a:gd name="T0" fmla="*/ 73 w 12"/>
                  <a:gd name="T1" fmla="*/ 149 h 24"/>
                  <a:gd name="T2" fmla="*/ 57 w 12"/>
                  <a:gd name="T3" fmla="*/ 73 h 24"/>
                  <a:gd name="T4" fmla="*/ 20 w 12"/>
                  <a:gd name="T5" fmla="*/ 37 h 24"/>
                  <a:gd name="T6" fmla="*/ 0 w 12"/>
                  <a:gd name="T7" fmla="*/ 0 h 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24">
                    <a:moveTo>
                      <a:pt x="12" y="24"/>
                    </a:moveTo>
                    <a:cubicBezTo>
                      <a:pt x="12" y="19"/>
                      <a:pt x="12" y="15"/>
                      <a:pt x="9" y="12"/>
                    </a:cubicBezTo>
                    <a:cubicBezTo>
                      <a:pt x="7" y="10"/>
                      <a:pt x="5" y="8"/>
                      <a:pt x="3" y="6"/>
                    </a:cubicBezTo>
                    <a:cubicBezTo>
                      <a:pt x="2" y="4"/>
                      <a:pt x="1" y="1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934" name="Freeform 556">
                <a:extLst>
                  <a:ext uri="{FF2B5EF4-FFF2-40B4-BE49-F238E27FC236}">
                    <a16:creationId xmlns:a16="http://schemas.microsoft.com/office/drawing/2014/main" id="{466DA485-1DFC-4BF7-80BA-9A3021CA46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6" y="3951"/>
                <a:ext cx="2" cy="11"/>
              </a:xfrm>
              <a:custGeom>
                <a:avLst/>
                <a:gdLst>
                  <a:gd name="T0" fmla="*/ 0 w 1"/>
                  <a:gd name="T1" fmla="*/ 37 h 6"/>
                  <a:gd name="T2" fmla="*/ 8 w 1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6">
                    <a:moveTo>
                      <a:pt x="0" y="6"/>
                    </a:moveTo>
                    <a:cubicBezTo>
                      <a:pt x="0" y="4"/>
                      <a:pt x="1" y="2"/>
                      <a:pt x="1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935" name="Freeform 557">
                <a:extLst>
                  <a:ext uri="{FF2B5EF4-FFF2-40B4-BE49-F238E27FC236}">
                    <a16:creationId xmlns:a16="http://schemas.microsoft.com/office/drawing/2014/main" id="{1F7B547C-B962-4AB2-9AA3-264806CB4B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7" y="3995"/>
                <a:ext cx="43" cy="33"/>
              </a:xfrm>
              <a:custGeom>
                <a:avLst/>
                <a:gdLst>
                  <a:gd name="T0" fmla="*/ 150 w 23"/>
                  <a:gd name="T1" fmla="*/ 61 h 18"/>
                  <a:gd name="T2" fmla="*/ 125 w 23"/>
                  <a:gd name="T3" fmla="*/ 61 h 18"/>
                  <a:gd name="T4" fmla="*/ 77 w 23"/>
                  <a:gd name="T5" fmla="*/ 68 h 18"/>
                  <a:gd name="T6" fmla="*/ 24 w 23"/>
                  <a:gd name="T7" fmla="*/ 112 h 18"/>
                  <a:gd name="T8" fmla="*/ 13 w 23"/>
                  <a:gd name="T9" fmla="*/ 68 h 18"/>
                  <a:gd name="T10" fmla="*/ 0 w 23"/>
                  <a:gd name="T11" fmla="*/ 31 h 18"/>
                  <a:gd name="T12" fmla="*/ 84 w 23"/>
                  <a:gd name="T13" fmla="*/ 7 h 18"/>
                  <a:gd name="T14" fmla="*/ 120 w 23"/>
                  <a:gd name="T15" fmla="*/ 20 h 18"/>
                  <a:gd name="T16" fmla="*/ 136 w 23"/>
                  <a:gd name="T17" fmla="*/ 68 h 1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3" h="18">
                    <a:moveTo>
                      <a:pt x="23" y="10"/>
                    </a:moveTo>
                    <a:cubicBezTo>
                      <a:pt x="22" y="11"/>
                      <a:pt x="20" y="10"/>
                      <a:pt x="19" y="10"/>
                    </a:cubicBezTo>
                    <a:cubicBezTo>
                      <a:pt x="16" y="9"/>
                      <a:pt x="14" y="10"/>
                      <a:pt x="12" y="11"/>
                    </a:cubicBezTo>
                    <a:cubicBezTo>
                      <a:pt x="9" y="12"/>
                      <a:pt x="5" y="15"/>
                      <a:pt x="4" y="18"/>
                    </a:cubicBezTo>
                    <a:cubicBezTo>
                      <a:pt x="4" y="15"/>
                      <a:pt x="3" y="13"/>
                      <a:pt x="2" y="11"/>
                    </a:cubicBezTo>
                    <a:cubicBezTo>
                      <a:pt x="1" y="9"/>
                      <a:pt x="1" y="7"/>
                      <a:pt x="0" y="5"/>
                    </a:cubicBezTo>
                    <a:cubicBezTo>
                      <a:pt x="4" y="3"/>
                      <a:pt x="8" y="0"/>
                      <a:pt x="13" y="1"/>
                    </a:cubicBezTo>
                    <a:cubicBezTo>
                      <a:pt x="15" y="1"/>
                      <a:pt x="17" y="1"/>
                      <a:pt x="18" y="3"/>
                    </a:cubicBezTo>
                    <a:cubicBezTo>
                      <a:pt x="20" y="4"/>
                      <a:pt x="20" y="8"/>
                      <a:pt x="21" y="11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936" name="Freeform 558">
                <a:extLst>
                  <a:ext uri="{FF2B5EF4-FFF2-40B4-BE49-F238E27FC236}">
                    <a16:creationId xmlns:a16="http://schemas.microsoft.com/office/drawing/2014/main" id="{646B68B6-5052-4955-A1EC-F24D21FBFF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1" y="3999"/>
                <a:ext cx="22" cy="12"/>
              </a:xfrm>
              <a:custGeom>
                <a:avLst/>
                <a:gdLst>
                  <a:gd name="T0" fmla="*/ 73 w 12"/>
                  <a:gd name="T1" fmla="*/ 26 h 7"/>
                  <a:gd name="T2" fmla="*/ 44 w 12"/>
                  <a:gd name="T3" fmla="*/ 21 h 7"/>
                  <a:gd name="T4" fmla="*/ 13 w 12"/>
                  <a:gd name="T5" fmla="*/ 36 h 7"/>
                  <a:gd name="T6" fmla="*/ 7 w 12"/>
                  <a:gd name="T7" fmla="*/ 15 h 7"/>
                  <a:gd name="T8" fmla="*/ 0 w 12"/>
                  <a:gd name="T9" fmla="*/ 5 h 7"/>
                  <a:gd name="T10" fmla="*/ 31 w 12"/>
                  <a:gd name="T11" fmla="*/ 0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7">
                    <a:moveTo>
                      <a:pt x="12" y="5"/>
                    </a:moveTo>
                    <a:cubicBezTo>
                      <a:pt x="10" y="5"/>
                      <a:pt x="9" y="4"/>
                      <a:pt x="7" y="4"/>
                    </a:cubicBezTo>
                    <a:cubicBezTo>
                      <a:pt x="4" y="5"/>
                      <a:pt x="3" y="6"/>
                      <a:pt x="2" y="7"/>
                    </a:cubicBezTo>
                    <a:cubicBezTo>
                      <a:pt x="1" y="6"/>
                      <a:pt x="1" y="5"/>
                      <a:pt x="1" y="3"/>
                    </a:cubicBezTo>
                    <a:cubicBezTo>
                      <a:pt x="1" y="3"/>
                      <a:pt x="0" y="2"/>
                      <a:pt x="0" y="1"/>
                    </a:cubicBezTo>
                    <a:cubicBezTo>
                      <a:pt x="0" y="0"/>
                      <a:pt x="3" y="0"/>
                      <a:pt x="5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937" name="Freeform 559">
                <a:extLst>
                  <a:ext uri="{FF2B5EF4-FFF2-40B4-BE49-F238E27FC236}">
                    <a16:creationId xmlns:a16="http://schemas.microsoft.com/office/drawing/2014/main" id="{B35DDA6E-2502-47C7-A95A-2BD8DC7B5E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2" y="3987"/>
                <a:ext cx="15" cy="12"/>
              </a:xfrm>
              <a:custGeom>
                <a:avLst/>
                <a:gdLst>
                  <a:gd name="T0" fmla="*/ 53 w 8"/>
                  <a:gd name="T1" fmla="*/ 8 h 6"/>
                  <a:gd name="T2" fmla="*/ 15 w 8"/>
                  <a:gd name="T3" fmla="*/ 48 h 6"/>
                  <a:gd name="T4" fmla="*/ 0 w 8"/>
                  <a:gd name="T5" fmla="*/ 8 h 6"/>
                  <a:gd name="T6" fmla="*/ 15 w 8"/>
                  <a:gd name="T7" fmla="*/ 0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6">
                    <a:moveTo>
                      <a:pt x="8" y="1"/>
                    </a:moveTo>
                    <a:cubicBezTo>
                      <a:pt x="6" y="2"/>
                      <a:pt x="2" y="3"/>
                      <a:pt x="2" y="6"/>
                    </a:cubicBezTo>
                    <a:cubicBezTo>
                      <a:pt x="2" y="4"/>
                      <a:pt x="1" y="3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938" name="Freeform 560">
                <a:extLst>
                  <a:ext uri="{FF2B5EF4-FFF2-40B4-BE49-F238E27FC236}">
                    <a16:creationId xmlns:a16="http://schemas.microsoft.com/office/drawing/2014/main" id="{53472152-2D40-43C1-A352-269F9BC666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6" y="3984"/>
                <a:ext cx="9" cy="5"/>
              </a:xfrm>
              <a:custGeom>
                <a:avLst/>
                <a:gdLst>
                  <a:gd name="T0" fmla="*/ 29 w 5"/>
                  <a:gd name="T1" fmla="*/ 0 h 3"/>
                  <a:gd name="T2" fmla="*/ 7 w 5"/>
                  <a:gd name="T3" fmla="*/ 13 h 3"/>
                  <a:gd name="T4" fmla="*/ 0 w 5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3">
                    <a:moveTo>
                      <a:pt x="5" y="0"/>
                    </a:moveTo>
                    <a:cubicBezTo>
                      <a:pt x="3" y="0"/>
                      <a:pt x="3" y="2"/>
                      <a:pt x="1" y="3"/>
                    </a:cubicBezTo>
                    <a:cubicBezTo>
                      <a:pt x="1" y="2"/>
                      <a:pt x="0" y="1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939" name="Freeform 561">
                <a:extLst>
                  <a:ext uri="{FF2B5EF4-FFF2-40B4-BE49-F238E27FC236}">
                    <a16:creationId xmlns:a16="http://schemas.microsoft.com/office/drawing/2014/main" id="{9F6FAB5E-3D97-40D1-AB1C-3C76E1D348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7" y="3965"/>
                <a:ext cx="4" cy="6"/>
              </a:xfrm>
              <a:custGeom>
                <a:avLst/>
                <a:gdLst>
                  <a:gd name="T0" fmla="*/ 16 w 2"/>
                  <a:gd name="T1" fmla="*/ 24 h 3"/>
                  <a:gd name="T2" fmla="*/ 16 w 2"/>
                  <a:gd name="T3" fmla="*/ 24 h 3"/>
                  <a:gd name="T4" fmla="*/ 0 w 2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cubicBezTo>
                      <a:pt x="2" y="3"/>
                      <a:pt x="2" y="3"/>
                      <a:pt x="2" y="3"/>
                    </a:cubicBezTo>
                    <a:cubicBezTo>
                      <a:pt x="1" y="2"/>
                      <a:pt x="0" y="1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940" name="Freeform 562">
                <a:extLst>
                  <a:ext uri="{FF2B5EF4-FFF2-40B4-BE49-F238E27FC236}">
                    <a16:creationId xmlns:a16="http://schemas.microsoft.com/office/drawing/2014/main" id="{8D3BCB44-8217-4A76-95A0-496590A12C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1" y="2963"/>
                <a:ext cx="20" cy="157"/>
              </a:xfrm>
              <a:custGeom>
                <a:avLst/>
                <a:gdLst>
                  <a:gd name="T0" fmla="*/ 65 w 11"/>
                  <a:gd name="T1" fmla="*/ 0 h 85"/>
                  <a:gd name="T2" fmla="*/ 36 w 11"/>
                  <a:gd name="T3" fmla="*/ 140 h 85"/>
                  <a:gd name="T4" fmla="*/ 0 w 11"/>
                  <a:gd name="T5" fmla="*/ 266 h 85"/>
                  <a:gd name="T6" fmla="*/ 7 w 11"/>
                  <a:gd name="T7" fmla="*/ 416 h 85"/>
                  <a:gd name="T8" fmla="*/ 24 w 11"/>
                  <a:gd name="T9" fmla="*/ 536 h 8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85">
                    <a:moveTo>
                      <a:pt x="11" y="0"/>
                    </a:moveTo>
                    <a:cubicBezTo>
                      <a:pt x="11" y="9"/>
                      <a:pt x="11" y="16"/>
                      <a:pt x="6" y="22"/>
                    </a:cubicBezTo>
                    <a:cubicBezTo>
                      <a:pt x="1" y="29"/>
                      <a:pt x="0" y="31"/>
                      <a:pt x="0" y="42"/>
                    </a:cubicBezTo>
                    <a:cubicBezTo>
                      <a:pt x="0" y="50"/>
                      <a:pt x="1" y="58"/>
                      <a:pt x="1" y="66"/>
                    </a:cubicBezTo>
                    <a:cubicBezTo>
                      <a:pt x="2" y="71"/>
                      <a:pt x="7" y="81"/>
                      <a:pt x="4" y="85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941" name="Freeform 563">
                <a:extLst>
                  <a:ext uri="{FF2B5EF4-FFF2-40B4-BE49-F238E27FC236}">
                    <a16:creationId xmlns:a16="http://schemas.microsoft.com/office/drawing/2014/main" id="{F38B5EA7-D58B-48D2-BAA6-19C07D33B1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5" y="3122"/>
                <a:ext cx="53" cy="75"/>
              </a:xfrm>
              <a:custGeom>
                <a:avLst/>
                <a:gdLst>
                  <a:gd name="T0" fmla="*/ 146 w 29"/>
                  <a:gd name="T1" fmla="*/ 0 h 41"/>
                  <a:gd name="T2" fmla="*/ 0 w 29"/>
                  <a:gd name="T3" fmla="*/ 141 h 41"/>
                  <a:gd name="T4" fmla="*/ 170 w 29"/>
                  <a:gd name="T5" fmla="*/ 29 h 4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9" h="41">
                    <a:moveTo>
                      <a:pt x="24" y="0"/>
                    </a:moveTo>
                    <a:cubicBezTo>
                      <a:pt x="26" y="11"/>
                      <a:pt x="9" y="23"/>
                      <a:pt x="0" y="23"/>
                    </a:cubicBezTo>
                    <a:cubicBezTo>
                      <a:pt x="12" y="41"/>
                      <a:pt x="29" y="19"/>
                      <a:pt x="28" y="5"/>
                    </a:cubicBezTo>
                  </a:path>
                </a:pathLst>
              </a:custGeom>
              <a:solidFill>
                <a:srgbClr val="FDF3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942" name="Freeform 564">
                <a:extLst>
                  <a:ext uri="{FF2B5EF4-FFF2-40B4-BE49-F238E27FC236}">
                    <a16:creationId xmlns:a16="http://schemas.microsoft.com/office/drawing/2014/main" id="{B67B8508-79E5-4925-9B7D-473EFA9D2D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7" y="1647"/>
                <a:ext cx="35" cy="35"/>
              </a:xfrm>
              <a:custGeom>
                <a:avLst/>
                <a:gdLst>
                  <a:gd name="T0" fmla="*/ 76 w 19"/>
                  <a:gd name="T1" fmla="*/ 20 h 19"/>
                  <a:gd name="T2" fmla="*/ 44 w 19"/>
                  <a:gd name="T3" fmla="*/ 98 h 19"/>
                  <a:gd name="T4" fmla="*/ 81 w 19"/>
                  <a:gd name="T5" fmla="*/ 24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19">
                    <a:moveTo>
                      <a:pt x="12" y="3"/>
                    </a:moveTo>
                    <a:cubicBezTo>
                      <a:pt x="6" y="0"/>
                      <a:pt x="0" y="13"/>
                      <a:pt x="7" y="16"/>
                    </a:cubicBezTo>
                    <a:cubicBezTo>
                      <a:pt x="15" y="19"/>
                      <a:pt x="19" y="4"/>
                      <a:pt x="13" y="4"/>
                    </a:cubicBezTo>
                  </a:path>
                </a:pathLst>
              </a:custGeom>
              <a:solidFill>
                <a:srgbClr val="F6E8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943" name="Freeform 565">
                <a:extLst>
                  <a:ext uri="{FF2B5EF4-FFF2-40B4-BE49-F238E27FC236}">
                    <a16:creationId xmlns:a16="http://schemas.microsoft.com/office/drawing/2014/main" id="{ED99694F-1CEC-456A-AE94-D3B9793EB1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7" y="1647"/>
                <a:ext cx="35" cy="35"/>
              </a:xfrm>
              <a:custGeom>
                <a:avLst/>
                <a:gdLst>
                  <a:gd name="T0" fmla="*/ 76 w 19"/>
                  <a:gd name="T1" fmla="*/ 20 h 19"/>
                  <a:gd name="T2" fmla="*/ 44 w 19"/>
                  <a:gd name="T3" fmla="*/ 98 h 19"/>
                  <a:gd name="T4" fmla="*/ 81 w 19"/>
                  <a:gd name="T5" fmla="*/ 24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19">
                    <a:moveTo>
                      <a:pt x="12" y="3"/>
                    </a:moveTo>
                    <a:cubicBezTo>
                      <a:pt x="6" y="0"/>
                      <a:pt x="0" y="13"/>
                      <a:pt x="7" y="16"/>
                    </a:cubicBezTo>
                    <a:cubicBezTo>
                      <a:pt x="15" y="19"/>
                      <a:pt x="19" y="4"/>
                      <a:pt x="13" y="4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944" name="Freeform 566">
                <a:extLst>
                  <a:ext uri="{FF2B5EF4-FFF2-40B4-BE49-F238E27FC236}">
                    <a16:creationId xmlns:a16="http://schemas.microsoft.com/office/drawing/2014/main" id="{E42A6C47-F2CF-49B5-8989-5A5C3AC709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7" y="1566"/>
                <a:ext cx="11" cy="152"/>
              </a:xfrm>
              <a:custGeom>
                <a:avLst/>
                <a:gdLst>
                  <a:gd name="T0" fmla="*/ 37 w 6"/>
                  <a:gd name="T1" fmla="*/ 509 h 83"/>
                  <a:gd name="T2" fmla="*/ 20 w 6"/>
                  <a:gd name="T3" fmla="*/ 185 h 83"/>
                  <a:gd name="T4" fmla="*/ 0 w 6"/>
                  <a:gd name="T5" fmla="*/ 0 h 8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83">
                    <a:moveTo>
                      <a:pt x="6" y="83"/>
                    </a:moveTo>
                    <a:cubicBezTo>
                      <a:pt x="5" y="65"/>
                      <a:pt x="2" y="42"/>
                      <a:pt x="3" y="30"/>
                    </a:cubicBezTo>
                    <a:cubicBezTo>
                      <a:pt x="4" y="20"/>
                      <a:pt x="0" y="9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945" name="Freeform 567">
                <a:extLst>
                  <a:ext uri="{FF2B5EF4-FFF2-40B4-BE49-F238E27FC236}">
                    <a16:creationId xmlns:a16="http://schemas.microsoft.com/office/drawing/2014/main" id="{14DFA2FA-F365-42F7-A455-3EE8469CB4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1" y="2486"/>
                <a:ext cx="28" cy="127"/>
              </a:xfrm>
              <a:custGeom>
                <a:avLst/>
                <a:gdLst>
                  <a:gd name="T0" fmla="*/ 7 w 15"/>
                  <a:gd name="T1" fmla="*/ 431 h 69"/>
                  <a:gd name="T2" fmla="*/ 84 w 15"/>
                  <a:gd name="T3" fmla="*/ 201 h 69"/>
                  <a:gd name="T4" fmla="*/ 91 w 15"/>
                  <a:gd name="T5" fmla="*/ 0 h 6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69">
                    <a:moveTo>
                      <a:pt x="1" y="69"/>
                    </a:moveTo>
                    <a:cubicBezTo>
                      <a:pt x="0" y="56"/>
                      <a:pt x="10" y="43"/>
                      <a:pt x="13" y="32"/>
                    </a:cubicBezTo>
                    <a:cubicBezTo>
                      <a:pt x="15" y="22"/>
                      <a:pt x="14" y="10"/>
                      <a:pt x="14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946" name="Freeform 568">
                <a:extLst>
                  <a:ext uri="{FF2B5EF4-FFF2-40B4-BE49-F238E27FC236}">
                    <a16:creationId xmlns:a16="http://schemas.microsoft.com/office/drawing/2014/main" id="{F8B7F91F-50B7-42D3-B881-B8A690F62C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7" y="2488"/>
                <a:ext cx="6" cy="9"/>
              </a:xfrm>
              <a:custGeom>
                <a:avLst/>
                <a:gdLst>
                  <a:gd name="T0" fmla="*/ 0 w 3"/>
                  <a:gd name="T1" fmla="*/ 29 h 5"/>
                  <a:gd name="T2" fmla="*/ 24 w 3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5">
                    <a:moveTo>
                      <a:pt x="0" y="5"/>
                    </a:moveTo>
                    <a:cubicBezTo>
                      <a:pt x="0" y="3"/>
                      <a:pt x="1" y="1"/>
                      <a:pt x="3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947" name="Freeform 569">
                <a:extLst>
                  <a:ext uri="{FF2B5EF4-FFF2-40B4-BE49-F238E27FC236}">
                    <a16:creationId xmlns:a16="http://schemas.microsoft.com/office/drawing/2014/main" id="{2B4F3FD9-14F1-4846-9248-627B1F1AA7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7" y="2509"/>
                <a:ext cx="20" cy="73"/>
              </a:xfrm>
              <a:custGeom>
                <a:avLst/>
                <a:gdLst>
                  <a:gd name="T0" fmla="*/ 0 w 11"/>
                  <a:gd name="T1" fmla="*/ 243 h 40"/>
                  <a:gd name="T2" fmla="*/ 36 w 11"/>
                  <a:gd name="T3" fmla="*/ 104 h 40"/>
                  <a:gd name="T4" fmla="*/ 65 w 11"/>
                  <a:gd name="T5" fmla="*/ 0 h 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40">
                    <a:moveTo>
                      <a:pt x="0" y="40"/>
                    </a:moveTo>
                    <a:cubicBezTo>
                      <a:pt x="2" y="32"/>
                      <a:pt x="4" y="25"/>
                      <a:pt x="6" y="17"/>
                    </a:cubicBezTo>
                    <a:cubicBezTo>
                      <a:pt x="7" y="11"/>
                      <a:pt x="10" y="6"/>
                      <a:pt x="11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948" name="Freeform 570">
                <a:extLst>
                  <a:ext uri="{FF2B5EF4-FFF2-40B4-BE49-F238E27FC236}">
                    <a16:creationId xmlns:a16="http://schemas.microsoft.com/office/drawing/2014/main" id="{8D824E47-0EEB-4626-844C-102306B5AE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7" y="2503"/>
                <a:ext cx="22" cy="94"/>
              </a:xfrm>
              <a:custGeom>
                <a:avLst/>
                <a:gdLst>
                  <a:gd name="T0" fmla="*/ 0 w 12"/>
                  <a:gd name="T1" fmla="*/ 319 h 51"/>
                  <a:gd name="T2" fmla="*/ 51 w 12"/>
                  <a:gd name="T3" fmla="*/ 170 h 51"/>
                  <a:gd name="T4" fmla="*/ 73 w 12"/>
                  <a:gd name="T5" fmla="*/ 0 h 5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51">
                    <a:moveTo>
                      <a:pt x="0" y="51"/>
                    </a:moveTo>
                    <a:cubicBezTo>
                      <a:pt x="2" y="45"/>
                      <a:pt x="6" y="32"/>
                      <a:pt x="8" y="27"/>
                    </a:cubicBezTo>
                    <a:cubicBezTo>
                      <a:pt x="12" y="19"/>
                      <a:pt x="10" y="8"/>
                      <a:pt x="12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949" name="Freeform 571">
                <a:extLst>
                  <a:ext uri="{FF2B5EF4-FFF2-40B4-BE49-F238E27FC236}">
                    <a16:creationId xmlns:a16="http://schemas.microsoft.com/office/drawing/2014/main" id="{849FB20F-C21D-45FF-A53D-F4B6E351BC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7" y="2494"/>
                <a:ext cx="2" cy="9"/>
              </a:xfrm>
              <a:custGeom>
                <a:avLst/>
                <a:gdLst>
                  <a:gd name="T0" fmla="*/ 0 w 1"/>
                  <a:gd name="T1" fmla="*/ 29 h 5"/>
                  <a:gd name="T2" fmla="*/ 8 w 1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5">
                    <a:moveTo>
                      <a:pt x="0" y="5"/>
                    </a:moveTo>
                    <a:cubicBezTo>
                      <a:pt x="0" y="3"/>
                      <a:pt x="0" y="2"/>
                      <a:pt x="1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950" name="Freeform 572">
                <a:extLst>
                  <a:ext uri="{FF2B5EF4-FFF2-40B4-BE49-F238E27FC236}">
                    <a16:creationId xmlns:a16="http://schemas.microsoft.com/office/drawing/2014/main" id="{3AA78732-80D5-4DC9-96B6-8544B1C223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9" y="2496"/>
                <a:ext cx="5" cy="9"/>
              </a:xfrm>
              <a:custGeom>
                <a:avLst/>
                <a:gdLst>
                  <a:gd name="T0" fmla="*/ 0 w 3"/>
                  <a:gd name="T1" fmla="*/ 29 h 5"/>
                  <a:gd name="T2" fmla="*/ 13 w 3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5">
                    <a:moveTo>
                      <a:pt x="0" y="5"/>
                    </a:moveTo>
                    <a:cubicBezTo>
                      <a:pt x="1" y="3"/>
                      <a:pt x="2" y="2"/>
                      <a:pt x="3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951" name="Freeform 573">
                <a:extLst>
                  <a:ext uri="{FF2B5EF4-FFF2-40B4-BE49-F238E27FC236}">
                    <a16:creationId xmlns:a16="http://schemas.microsoft.com/office/drawing/2014/main" id="{BB075AAE-1A97-4E90-9157-C05B86920D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5" y="2512"/>
                <a:ext cx="8" cy="4"/>
              </a:xfrm>
              <a:custGeom>
                <a:avLst/>
                <a:gdLst>
                  <a:gd name="T0" fmla="*/ 0 w 4"/>
                  <a:gd name="T1" fmla="*/ 16 h 2"/>
                  <a:gd name="T2" fmla="*/ 32 w 4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">
                    <a:moveTo>
                      <a:pt x="0" y="2"/>
                    </a:moveTo>
                    <a:cubicBezTo>
                      <a:pt x="1" y="1"/>
                      <a:pt x="2" y="0"/>
                      <a:pt x="4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952" name="Freeform 574">
                <a:extLst>
                  <a:ext uri="{FF2B5EF4-FFF2-40B4-BE49-F238E27FC236}">
                    <a16:creationId xmlns:a16="http://schemas.microsoft.com/office/drawing/2014/main" id="{E53AC41A-FC18-4CAF-AC0F-3A79EB7C07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6" y="1416"/>
                <a:ext cx="137" cy="43"/>
              </a:xfrm>
              <a:custGeom>
                <a:avLst/>
                <a:gdLst>
                  <a:gd name="T0" fmla="*/ 0 w 74"/>
                  <a:gd name="T1" fmla="*/ 129 h 23"/>
                  <a:gd name="T2" fmla="*/ 89 w 74"/>
                  <a:gd name="T3" fmla="*/ 84 h 23"/>
                  <a:gd name="T4" fmla="*/ 246 w 74"/>
                  <a:gd name="T5" fmla="*/ 45 h 23"/>
                  <a:gd name="T6" fmla="*/ 470 w 74"/>
                  <a:gd name="T7" fmla="*/ 7 h 23"/>
                  <a:gd name="T8" fmla="*/ 350 w 74"/>
                  <a:gd name="T9" fmla="*/ 45 h 23"/>
                  <a:gd name="T10" fmla="*/ 196 w 74"/>
                  <a:gd name="T11" fmla="*/ 105 h 23"/>
                  <a:gd name="T12" fmla="*/ 76 w 74"/>
                  <a:gd name="T13" fmla="*/ 129 h 23"/>
                  <a:gd name="T14" fmla="*/ 7 w 74"/>
                  <a:gd name="T15" fmla="*/ 144 h 2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4" h="23">
                    <a:moveTo>
                      <a:pt x="0" y="20"/>
                    </a:moveTo>
                    <a:cubicBezTo>
                      <a:pt x="4" y="18"/>
                      <a:pt x="9" y="15"/>
                      <a:pt x="14" y="13"/>
                    </a:cubicBezTo>
                    <a:cubicBezTo>
                      <a:pt x="22" y="10"/>
                      <a:pt x="30" y="9"/>
                      <a:pt x="39" y="7"/>
                    </a:cubicBezTo>
                    <a:cubicBezTo>
                      <a:pt x="50" y="5"/>
                      <a:pt x="62" y="2"/>
                      <a:pt x="74" y="1"/>
                    </a:cubicBezTo>
                    <a:cubicBezTo>
                      <a:pt x="68" y="0"/>
                      <a:pt x="61" y="5"/>
                      <a:pt x="55" y="7"/>
                    </a:cubicBezTo>
                    <a:cubicBezTo>
                      <a:pt x="47" y="10"/>
                      <a:pt x="39" y="13"/>
                      <a:pt x="31" y="16"/>
                    </a:cubicBezTo>
                    <a:cubicBezTo>
                      <a:pt x="25" y="17"/>
                      <a:pt x="19" y="19"/>
                      <a:pt x="12" y="20"/>
                    </a:cubicBezTo>
                    <a:cubicBezTo>
                      <a:pt x="9" y="21"/>
                      <a:pt x="4" y="23"/>
                      <a:pt x="1" y="22"/>
                    </a:cubicBezTo>
                  </a:path>
                </a:pathLst>
              </a:custGeom>
              <a:solidFill>
                <a:srgbClr val="FDF3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953" name="Freeform 575">
                <a:extLst>
                  <a:ext uri="{FF2B5EF4-FFF2-40B4-BE49-F238E27FC236}">
                    <a16:creationId xmlns:a16="http://schemas.microsoft.com/office/drawing/2014/main" id="{FE1D682C-7C70-47CD-8677-0B60221BDA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3" y="1398"/>
                <a:ext cx="111" cy="35"/>
              </a:xfrm>
              <a:custGeom>
                <a:avLst/>
                <a:gdLst>
                  <a:gd name="T0" fmla="*/ 0 w 60"/>
                  <a:gd name="T1" fmla="*/ 118 h 19"/>
                  <a:gd name="T2" fmla="*/ 178 w 60"/>
                  <a:gd name="T3" fmla="*/ 37 h 19"/>
                  <a:gd name="T4" fmla="*/ 379 w 60"/>
                  <a:gd name="T5" fmla="*/ 0 h 19"/>
                  <a:gd name="T6" fmla="*/ 165 w 60"/>
                  <a:gd name="T7" fmla="*/ 24 h 19"/>
                  <a:gd name="T8" fmla="*/ 13 w 60"/>
                  <a:gd name="T9" fmla="*/ 98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0" h="19">
                    <a:moveTo>
                      <a:pt x="0" y="19"/>
                    </a:moveTo>
                    <a:cubicBezTo>
                      <a:pt x="9" y="14"/>
                      <a:pt x="18" y="10"/>
                      <a:pt x="28" y="6"/>
                    </a:cubicBezTo>
                    <a:cubicBezTo>
                      <a:pt x="37" y="2"/>
                      <a:pt x="50" y="1"/>
                      <a:pt x="60" y="0"/>
                    </a:cubicBezTo>
                    <a:cubicBezTo>
                      <a:pt x="49" y="1"/>
                      <a:pt x="37" y="1"/>
                      <a:pt x="26" y="4"/>
                    </a:cubicBezTo>
                    <a:cubicBezTo>
                      <a:pt x="17" y="6"/>
                      <a:pt x="10" y="12"/>
                      <a:pt x="2" y="16"/>
                    </a:cubicBezTo>
                  </a:path>
                </a:pathLst>
              </a:custGeom>
              <a:solidFill>
                <a:srgbClr val="EFCA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954" name="Freeform 576">
                <a:extLst>
                  <a:ext uri="{FF2B5EF4-FFF2-40B4-BE49-F238E27FC236}">
                    <a16:creationId xmlns:a16="http://schemas.microsoft.com/office/drawing/2014/main" id="{2AC5F9CC-FEF8-4F8C-BEA0-B005BAEE7B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5" y="1687"/>
                <a:ext cx="68" cy="35"/>
              </a:xfrm>
              <a:custGeom>
                <a:avLst/>
                <a:gdLst>
                  <a:gd name="T0" fmla="*/ 0 w 37"/>
                  <a:gd name="T1" fmla="*/ 76 h 19"/>
                  <a:gd name="T2" fmla="*/ 230 w 37"/>
                  <a:gd name="T3" fmla="*/ 0 h 19"/>
                  <a:gd name="T4" fmla="*/ 0 w 37"/>
                  <a:gd name="T5" fmla="*/ 76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7" h="19">
                    <a:moveTo>
                      <a:pt x="0" y="12"/>
                    </a:moveTo>
                    <a:cubicBezTo>
                      <a:pt x="0" y="12"/>
                      <a:pt x="26" y="15"/>
                      <a:pt x="37" y="0"/>
                    </a:cubicBezTo>
                    <a:cubicBezTo>
                      <a:pt x="37" y="0"/>
                      <a:pt x="34" y="19"/>
                      <a:pt x="0" y="12"/>
                    </a:cubicBezTo>
                    <a:close/>
                  </a:path>
                </a:pathLst>
              </a:custGeom>
              <a:solidFill>
                <a:srgbClr val="FDF3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955" name="Freeform 577">
                <a:extLst>
                  <a:ext uri="{FF2B5EF4-FFF2-40B4-BE49-F238E27FC236}">
                    <a16:creationId xmlns:a16="http://schemas.microsoft.com/office/drawing/2014/main" id="{6D4156F7-5719-4A0A-9C87-DC71AE12CB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0" y="2490"/>
                <a:ext cx="34" cy="127"/>
              </a:xfrm>
              <a:custGeom>
                <a:avLst/>
                <a:gdLst>
                  <a:gd name="T0" fmla="*/ 113 w 18"/>
                  <a:gd name="T1" fmla="*/ 0 h 69"/>
                  <a:gd name="T2" fmla="*/ 113 w 18"/>
                  <a:gd name="T3" fmla="*/ 142 h 69"/>
                  <a:gd name="T4" fmla="*/ 76 w 18"/>
                  <a:gd name="T5" fmla="*/ 261 h 69"/>
                  <a:gd name="T6" fmla="*/ 32 w 18"/>
                  <a:gd name="T7" fmla="*/ 379 h 69"/>
                  <a:gd name="T8" fmla="*/ 15 w 18"/>
                  <a:gd name="T9" fmla="*/ 410 h 69"/>
                  <a:gd name="T10" fmla="*/ 40 w 18"/>
                  <a:gd name="T11" fmla="*/ 294 h 69"/>
                  <a:gd name="T12" fmla="*/ 113 w 18"/>
                  <a:gd name="T13" fmla="*/ 20 h 6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69">
                    <a:moveTo>
                      <a:pt x="17" y="0"/>
                    </a:moveTo>
                    <a:cubicBezTo>
                      <a:pt x="17" y="7"/>
                      <a:pt x="18" y="15"/>
                      <a:pt x="17" y="23"/>
                    </a:cubicBezTo>
                    <a:cubicBezTo>
                      <a:pt x="16" y="30"/>
                      <a:pt x="13" y="36"/>
                      <a:pt x="11" y="42"/>
                    </a:cubicBezTo>
                    <a:cubicBezTo>
                      <a:pt x="8" y="48"/>
                      <a:pt x="7" y="55"/>
                      <a:pt x="5" y="61"/>
                    </a:cubicBezTo>
                    <a:cubicBezTo>
                      <a:pt x="5" y="62"/>
                      <a:pt x="5" y="69"/>
                      <a:pt x="2" y="66"/>
                    </a:cubicBezTo>
                    <a:cubicBezTo>
                      <a:pt x="0" y="63"/>
                      <a:pt x="5" y="50"/>
                      <a:pt x="6" y="47"/>
                    </a:cubicBezTo>
                    <a:cubicBezTo>
                      <a:pt x="10" y="33"/>
                      <a:pt x="15" y="18"/>
                      <a:pt x="17" y="3"/>
                    </a:cubicBezTo>
                  </a:path>
                </a:pathLst>
              </a:custGeom>
              <a:solidFill>
                <a:srgbClr val="FDF3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956" name="Freeform 578">
                <a:extLst>
                  <a:ext uri="{FF2B5EF4-FFF2-40B4-BE49-F238E27FC236}">
                    <a16:creationId xmlns:a16="http://schemas.microsoft.com/office/drawing/2014/main" id="{E61D39D8-FA2B-4BF9-B68D-BB1A3B9668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8" y="2501"/>
                <a:ext cx="35" cy="112"/>
              </a:xfrm>
              <a:custGeom>
                <a:avLst/>
                <a:gdLst>
                  <a:gd name="T0" fmla="*/ 118 w 19"/>
                  <a:gd name="T1" fmla="*/ 0 h 61"/>
                  <a:gd name="T2" fmla="*/ 112 w 19"/>
                  <a:gd name="T3" fmla="*/ 94 h 61"/>
                  <a:gd name="T4" fmla="*/ 98 w 19"/>
                  <a:gd name="T5" fmla="*/ 154 h 61"/>
                  <a:gd name="T6" fmla="*/ 44 w 19"/>
                  <a:gd name="T7" fmla="*/ 290 h 61"/>
                  <a:gd name="T8" fmla="*/ 24 w 19"/>
                  <a:gd name="T9" fmla="*/ 340 h 61"/>
                  <a:gd name="T10" fmla="*/ 24 w 19"/>
                  <a:gd name="T11" fmla="*/ 290 h 61"/>
                  <a:gd name="T12" fmla="*/ 112 w 19"/>
                  <a:gd name="T13" fmla="*/ 13 h 6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61">
                    <a:moveTo>
                      <a:pt x="19" y="0"/>
                    </a:moveTo>
                    <a:cubicBezTo>
                      <a:pt x="19" y="5"/>
                      <a:pt x="19" y="10"/>
                      <a:pt x="18" y="15"/>
                    </a:cubicBezTo>
                    <a:cubicBezTo>
                      <a:pt x="18" y="19"/>
                      <a:pt x="17" y="22"/>
                      <a:pt x="16" y="25"/>
                    </a:cubicBezTo>
                    <a:cubicBezTo>
                      <a:pt x="13" y="32"/>
                      <a:pt x="9" y="40"/>
                      <a:pt x="7" y="47"/>
                    </a:cubicBezTo>
                    <a:cubicBezTo>
                      <a:pt x="6" y="50"/>
                      <a:pt x="6" y="53"/>
                      <a:pt x="4" y="55"/>
                    </a:cubicBezTo>
                    <a:cubicBezTo>
                      <a:pt x="0" y="61"/>
                      <a:pt x="3" y="49"/>
                      <a:pt x="4" y="47"/>
                    </a:cubicBezTo>
                    <a:cubicBezTo>
                      <a:pt x="9" y="32"/>
                      <a:pt x="16" y="18"/>
                      <a:pt x="18" y="2"/>
                    </a:cubicBezTo>
                  </a:path>
                </a:pathLst>
              </a:custGeom>
              <a:solidFill>
                <a:srgbClr val="FDF3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957" name="Freeform 579">
                <a:extLst>
                  <a:ext uri="{FF2B5EF4-FFF2-40B4-BE49-F238E27FC236}">
                    <a16:creationId xmlns:a16="http://schemas.microsoft.com/office/drawing/2014/main" id="{F1AE18DE-9FFC-437D-A92D-EEC8B8BC70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6" y="2509"/>
                <a:ext cx="26" cy="82"/>
              </a:xfrm>
              <a:custGeom>
                <a:avLst/>
                <a:gdLst>
                  <a:gd name="T0" fmla="*/ 89 w 14"/>
                  <a:gd name="T1" fmla="*/ 0 h 45"/>
                  <a:gd name="T2" fmla="*/ 69 w 14"/>
                  <a:gd name="T3" fmla="*/ 53 h 45"/>
                  <a:gd name="T4" fmla="*/ 59 w 14"/>
                  <a:gd name="T5" fmla="*/ 109 h 45"/>
                  <a:gd name="T6" fmla="*/ 37 w 14"/>
                  <a:gd name="T7" fmla="*/ 213 h 45"/>
                  <a:gd name="T8" fmla="*/ 24 w 14"/>
                  <a:gd name="T9" fmla="*/ 255 h 45"/>
                  <a:gd name="T10" fmla="*/ 20 w 14"/>
                  <a:gd name="T11" fmla="*/ 213 h 45"/>
                  <a:gd name="T12" fmla="*/ 45 w 14"/>
                  <a:gd name="T13" fmla="*/ 126 h 45"/>
                  <a:gd name="T14" fmla="*/ 76 w 14"/>
                  <a:gd name="T15" fmla="*/ 44 h 4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4" h="45">
                    <a:moveTo>
                      <a:pt x="14" y="0"/>
                    </a:moveTo>
                    <a:cubicBezTo>
                      <a:pt x="14" y="3"/>
                      <a:pt x="12" y="6"/>
                      <a:pt x="11" y="9"/>
                    </a:cubicBezTo>
                    <a:cubicBezTo>
                      <a:pt x="10" y="12"/>
                      <a:pt x="10" y="15"/>
                      <a:pt x="9" y="18"/>
                    </a:cubicBezTo>
                    <a:cubicBezTo>
                      <a:pt x="8" y="24"/>
                      <a:pt x="7" y="29"/>
                      <a:pt x="6" y="35"/>
                    </a:cubicBezTo>
                    <a:cubicBezTo>
                      <a:pt x="5" y="37"/>
                      <a:pt x="5" y="41"/>
                      <a:pt x="4" y="42"/>
                    </a:cubicBezTo>
                    <a:cubicBezTo>
                      <a:pt x="0" y="45"/>
                      <a:pt x="3" y="37"/>
                      <a:pt x="3" y="35"/>
                    </a:cubicBezTo>
                    <a:cubicBezTo>
                      <a:pt x="4" y="31"/>
                      <a:pt x="5" y="26"/>
                      <a:pt x="7" y="21"/>
                    </a:cubicBezTo>
                    <a:cubicBezTo>
                      <a:pt x="8" y="17"/>
                      <a:pt x="10" y="11"/>
                      <a:pt x="12" y="7"/>
                    </a:cubicBezTo>
                  </a:path>
                </a:pathLst>
              </a:custGeom>
              <a:solidFill>
                <a:srgbClr val="FDF3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958" name="Freeform 580">
                <a:extLst>
                  <a:ext uri="{FF2B5EF4-FFF2-40B4-BE49-F238E27FC236}">
                    <a16:creationId xmlns:a16="http://schemas.microsoft.com/office/drawing/2014/main" id="{EAB873F9-2F43-4C84-87DD-53895AC58B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6" y="2520"/>
                <a:ext cx="19" cy="40"/>
              </a:xfrm>
              <a:custGeom>
                <a:avLst/>
                <a:gdLst>
                  <a:gd name="T0" fmla="*/ 68 w 10"/>
                  <a:gd name="T1" fmla="*/ 0 h 22"/>
                  <a:gd name="T2" fmla="*/ 0 w 10"/>
                  <a:gd name="T3" fmla="*/ 133 h 22"/>
                  <a:gd name="T4" fmla="*/ 29 w 10"/>
                  <a:gd name="T5" fmla="*/ 73 h 22"/>
                  <a:gd name="T6" fmla="*/ 55 w 10"/>
                  <a:gd name="T7" fmla="*/ 13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22">
                    <a:moveTo>
                      <a:pt x="10" y="0"/>
                    </a:moveTo>
                    <a:cubicBezTo>
                      <a:pt x="9" y="7"/>
                      <a:pt x="6" y="19"/>
                      <a:pt x="0" y="22"/>
                    </a:cubicBezTo>
                    <a:cubicBezTo>
                      <a:pt x="0" y="19"/>
                      <a:pt x="3" y="15"/>
                      <a:pt x="4" y="12"/>
                    </a:cubicBezTo>
                    <a:cubicBezTo>
                      <a:pt x="5" y="9"/>
                      <a:pt x="7" y="5"/>
                      <a:pt x="8" y="2"/>
                    </a:cubicBezTo>
                  </a:path>
                </a:pathLst>
              </a:custGeom>
              <a:solidFill>
                <a:srgbClr val="FDF3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959" name="Freeform 581">
                <a:extLst>
                  <a:ext uri="{FF2B5EF4-FFF2-40B4-BE49-F238E27FC236}">
                    <a16:creationId xmlns:a16="http://schemas.microsoft.com/office/drawing/2014/main" id="{46F00D5E-439E-4BBA-A052-97A72847F0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1" y="1407"/>
                <a:ext cx="106" cy="129"/>
              </a:xfrm>
              <a:custGeom>
                <a:avLst/>
                <a:gdLst>
                  <a:gd name="T0" fmla="*/ 0 w 57"/>
                  <a:gd name="T1" fmla="*/ 0 h 70"/>
                  <a:gd name="T2" fmla="*/ 366 w 57"/>
                  <a:gd name="T3" fmla="*/ 439 h 70"/>
                  <a:gd name="T4" fmla="*/ 0 w 57"/>
                  <a:gd name="T5" fmla="*/ 0 h 7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7" h="70">
                    <a:moveTo>
                      <a:pt x="0" y="0"/>
                    </a:moveTo>
                    <a:cubicBezTo>
                      <a:pt x="0" y="0"/>
                      <a:pt x="46" y="3"/>
                      <a:pt x="57" y="70"/>
                    </a:cubicBezTo>
                    <a:cubicBezTo>
                      <a:pt x="57" y="70"/>
                      <a:pt x="47" y="27"/>
                      <a:pt x="0" y="0"/>
                    </a:cubicBezTo>
                    <a:close/>
                  </a:path>
                </a:pathLst>
              </a:custGeom>
              <a:solidFill>
                <a:srgbClr val="FDF3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960" name="Freeform 582">
                <a:extLst>
                  <a:ext uri="{FF2B5EF4-FFF2-40B4-BE49-F238E27FC236}">
                    <a16:creationId xmlns:a16="http://schemas.microsoft.com/office/drawing/2014/main" id="{DCBEE130-9586-4363-B79F-A59FEBF563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0" y="1641"/>
                <a:ext cx="70" cy="551"/>
              </a:xfrm>
              <a:custGeom>
                <a:avLst/>
                <a:gdLst>
                  <a:gd name="T0" fmla="*/ 0 w 38"/>
                  <a:gd name="T1" fmla="*/ 0 h 299"/>
                  <a:gd name="T2" fmla="*/ 112 w 38"/>
                  <a:gd name="T3" fmla="*/ 557 h 299"/>
                  <a:gd name="T4" fmla="*/ 193 w 38"/>
                  <a:gd name="T5" fmla="*/ 1870 h 299"/>
                  <a:gd name="T6" fmla="*/ 157 w 38"/>
                  <a:gd name="T7" fmla="*/ 1128 h 299"/>
                  <a:gd name="T8" fmla="*/ 81 w 38"/>
                  <a:gd name="T9" fmla="*/ 601 h 299"/>
                  <a:gd name="T10" fmla="*/ 0 w 38"/>
                  <a:gd name="T11" fmla="*/ 0 h 29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8" h="299">
                    <a:moveTo>
                      <a:pt x="0" y="0"/>
                    </a:moveTo>
                    <a:cubicBezTo>
                      <a:pt x="0" y="0"/>
                      <a:pt x="13" y="67"/>
                      <a:pt x="18" y="89"/>
                    </a:cubicBezTo>
                    <a:cubicBezTo>
                      <a:pt x="23" y="112"/>
                      <a:pt x="38" y="144"/>
                      <a:pt x="31" y="299"/>
                    </a:cubicBezTo>
                    <a:cubicBezTo>
                      <a:pt x="31" y="299"/>
                      <a:pt x="28" y="224"/>
                      <a:pt x="25" y="180"/>
                    </a:cubicBezTo>
                    <a:cubicBezTo>
                      <a:pt x="23" y="146"/>
                      <a:pt x="22" y="119"/>
                      <a:pt x="13" y="96"/>
                    </a:cubicBezTo>
                    <a:cubicBezTo>
                      <a:pt x="5" y="73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DF3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961" name="Freeform 583">
                <a:extLst>
                  <a:ext uri="{FF2B5EF4-FFF2-40B4-BE49-F238E27FC236}">
                    <a16:creationId xmlns:a16="http://schemas.microsoft.com/office/drawing/2014/main" id="{121AEF9B-4C41-46D9-A274-99F764FAE6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1" y="1816"/>
                <a:ext cx="56" cy="470"/>
              </a:xfrm>
              <a:custGeom>
                <a:avLst/>
                <a:gdLst>
                  <a:gd name="T0" fmla="*/ 0 w 30"/>
                  <a:gd name="T1" fmla="*/ 0 h 255"/>
                  <a:gd name="T2" fmla="*/ 129 w 30"/>
                  <a:gd name="T3" fmla="*/ 632 h 255"/>
                  <a:gd name="T4" fmla="*/ 196 w 30"/>
                  <a:gd name="T5" fmla="*/ 1596 h 255"/>
                  <a:gd name="T6" fmla="*/ 174 w 30"/>
                  <a:gd name="T7" fmla="*/ 914 h 255"/>
                  <a:gd name="T8" fmla="*/ 112 w 30"/>
                  <a:gd name="T9" fmla="*/ 313 h 255"/>
                  <a:gd name="T10" fmla="*/ 0 w 30"/>
                  <a:gd name="T11" fmla="*/ 0 h 25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0" h="255">
                    <a:moveTo>
                      <a:pt x="0" y="0"/>
                    </a:moveTo>
                    <a:cubicBezTo>
                      <a:pt x="0" y="0"/>
                      <a:pt x="21" y="75"/>
                      <a:pt x="20" y="101"/>
                    </a:cubicBezTo>
                    <a:cubicBezTo>
                      <a:pt x="20" y="127"/>
                      <a:pt x="26" y="234"/>
                      <a:pt x="30" y="255"/>
                    </a:cubicBezTo>
                    <a:cubicBezTo>
                      <a:pt x="30" y="255"/>
                      <a:pt x="25" y="168"/>
                      <a:pt x="27" y="146"/>
                    </a:cubicBezTo>
                    <a:cubicBezTo>
                      <a:pt x="28" y="125"/>
                      <a:pt x="22" y="67"/>
                      <a:pt x="17" y="50"/>
                    </a:cubicBezTo>
                    <a:cubicBezTo>
                      <a:pt x="12" y="32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FCA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962" name="Freeform 584">
                <a:extLst>
                  <a:ext uri="{FF2B5EF4-FFF2-40B4-BE49-F238E27FC236}">
                    <a16:creationId xmlns:a16="http://schemas.microsoft.com/office/drawing/2014/main" id="{B04B35D0-ECA7-47B5-A72C-4A35F0CCE5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8" y="1903"/>
                <a:ext cx="56" cy="20"/>
              </a:xfrm>
              <a:custGeom>
                <a:avLst/>
                <a:gdLst>
                  <a:gd name="T0" fmla="*/ 0 w 30"/>
                  <a:gd name="T1" fmla="*/ 65 h 11"/>
                  <a:gd name="T2" fmla="*/ 196 w 30"/>
                  <a:gd name="T3" fmla="*/ 13 h 11"/>
                  <a:gd name="T4" fmla="*/ 0 w 30"/>
                  <a:gd name="T5" fmla="*/ 65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0" h="11">
                    <a:moveTo>
                      <a:pt x="0" y="11"/>
                    </a:moveTo>
                    <a:cubicBezTo>
                      <a:pt x="0" y="11"/>
                      <a:pt x="20" y="1"/>
                      <a:pt x="30" y="2"/>
                    </a:cubicBezTo>
                    <a:cubicBezTo>
                      <a:pt x="30" y="2"/>
                      <a:pt x="8" y="0"/>
                      <a:pt x="0" y="11"/>
                    </a:cubicBezTo>
                    <a:close/>
                  </a:path>
                </a:pathLst>
              </a:custGeom>
              <a:solidFill>
                <a:srgbClr val="FDF3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963" name="Freeform 585">
                <a:extLst>
                  <a:ext uri="{FF2B5EF4-FFF2-40B4-BE49-F238E27FC236}">
                    <a16:creationId xmlns:a16="http://schemas.microsoft.com/office/drawing/2014/main" id="{259C122C-7AFB-42CB-8792-CDD3F804B3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9" y="2958"/>
                <a:ext cx="33" cy="125"/>
              </a:xfrm>
              <a:custGeom>
                <a:avLst/>
                <a:gdLst>
                  <a:gd name="T0" fmla="*/ 105 w 18"/>
                  <a:gd name="T1" fmla="*/ 0 h 68"/>
                  <a:gd name="T2" fmla="*/ 68 w 18"/>
                  <a:gd name="T3" fmla="*/ 162 h 68"/>
                  <a:gd name="T4" fmla="*/ 31 w 18"/>
                  <a:gd name="T5" fmla="*/ 423 h 68"/>
                  <a:gd name="T6" fmla="*/ 31 w 18"/>
                  <a:gd name="T7" fmla="*/ 199 h 68"/>
                  <a:gd name="T8" fmla="*/ 88 w 18"/>
                  <a:gd name="T9" fmla="*/ 24 h 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68">
                    <a:moveTo>
                      <a:pt x="17" y="0"/>
                    </a:moveTo>
                    <a:cubicBezTo>
                      <a:pt x="18" y="11"/>
                      <a:pt x="16" y="17"/>
                      <a:pt x="11" y="26"/>
                    </a:cubicBezTo>
                    <a:cubicBezTo>
                      <a:pt x="5" y="40"/>
                      <a:pt x="7" y="54"/>
                      <a:pt x="5" y="68"/>
                    </a:cubicBezTo>
                    <a:cubicBezTo>
                      <a:pt x="0" y="60"/>
                      <a:pt x="4" y="41"/>
                      <a:pt x="5" y="32"/>
                    </a:cubicBezTo>
                    <a:cubicBezTo>
                      <a:pt x="6" y="21"/>
                      <a:pt x="9" y="13"/>
                      <a:pt x="14" y="4"/>
                    </a:cubicBezTo>
                  </a:path>
                </a:pathLst>
              </a:custGeom>
              <a:solidFill>
                <a:srgbClr val="FDF3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964" name="Freeform 586">
                <a:extLst>
                  <a:ext uri="{FF2B5EF4-FFF2-40B4-BE49-F238E27FC236}">
                    <a16:creationId xmlns:a16="http://schemas.microsoft.com/office/drawing/2014/main" id="{E279E6B9-4A5C-4E16-B4C2-12F0944A23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7" y="2866"/>
                <a:ext cx="21" cy="120"/>
              </a:xfrm>
              <a:custGeom>
                <a:avLst/>
                <a:gdLst>
                  <a:gd name="T0" fmla="*/ 76 w 11"/>
                  <a:gd name="T1" fmla="*/ 0 h 65"/>
                  <a:gd name="T2" fmla="*/ 61 w 11"/>
                  <a:gd name="T3" fmla="*/ 410 h 65"/>
                  <a:gd name="T4" fmla="*/ 55 w 11"/>
                  <a:gd name="T5" fmla="*/ 76 h 6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65">
                    <a:moveTo>
                      <a:pt x="11" y="0"/>
                    </a:moveTo>
                    <a:cubicBezTo>
                      <a:pt x="0" y="18"/>
                      <a:pt x="4" y="46"/>
                      <a:pt x="9" y="65"/>
                    </a:cubicBezTo>
                    <a:cubicBezTo>
                      <a:pt x="9" y="50"/>
                      <a:pt x="2" y="27"/>
                      <a:pt x="8" y="12"/>
                    </a:cubicBezTo>
                  </a:path>
                </a:pathLst>
              </a:custGeom>
              <a:solidFill>
                <a:srgbClr val="FDF3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965" name="Freeform 587">
                <a:extLst>
                  <a:ext uri="{FF2B5EF4-FFF2-40B4-BE49-F238E27FC236}">
                    <a16:creationId xmlns:a16="http://schemas.microsoft.com/office/drawing/2014/main" id="{E0BE5CB9-1C4F-4205-BC9C-E3449FBB75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5" y="1648"/>
                <a:ext cx="89" cy="56"/>
              </a:xfrm>
              <a:custGeom>
                <a:avLst/>
                <a:gdLst>
                  <a:gd name="T0" fmla="*/ 0 w 48"/>
                  <a:gd name="T1" fmla="*/ 181 h 30"/>
                  <a:gd name="T2" fmla="*/ 178 w 48"/>
                  <a:gd name="T3" fmla="*/ 144 h 30"/>
                  <a:gd name="T4" fmla="*/ 306 w 48"/>
                  <a:gd name="T5" fmla="*/ 0 h 30"/>
                  <a:gd name="T6" fmla="*/ 52 w 48"/>
                  <a:gd name="T7" fmla="*/ 196 h 3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8" h="30">
                    <a:moveTo>
                      <a:pt x="0" y="28"/>
                    </a:moveTo>
                    <a:cubicBezTo>
                      <a:pt x="10" y="27"/>
                      <a:pt x="20" y="29"/>
                      <a:pt x="28" y="22"/>
                    </a:cubicBezTo>
                    <a:cubicBezTo>
                      <a:pt x="36" y="17"/>
                      <a:pt x="44" y="9"/>
                      <a:pt x="48" y="0"/>
                    </a:cubicBezTo>
                    <a:cubicBezTo>
                      <a:pt x="37" y="10"/>
                      <a:pt x="24" y="28"/>
                      <a:pt x="8" y="30"/>
                    </a:cubicBezTo>
                  </a:path>
                </a:pathLst>
              </a:custGeom>
              <a:solidFill>
                <a:srgbClr val="EFCA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966" name="Freeform 588">
                <a:extLst>
                  <a:ext uri="{FF2B5EF4-FFF2-40B4-BE49-F238E27FC236}">
                    <a16:creationId xmlns:a16="http://schemas.microsoft.com/office/drawing/2014/main" id="{D69EC904-F6DD-412B-B405-3484BFF6F2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0" y="1566"/>
                <a:ext cx="37" cy="228"/>
              </a:xfrm>
              <a:custGeom>
                <a:avLst/>
                <a:gdLst>
                  <a:gd name="T0" fmla="*/ 7 w 20"/>
                  <a:gd name="T1" fmla="*/ 7 h 124"/>
                  <a:gd name="T2" fmla="*/ 20 w 20"/>
                  <a:gd name="T3" fmla="*/ 105 h 124"/>
                  <a:gd name="T4" fmla="*/ 31 w 20"/>
                  <a:gd name="T5" fmla="*/ 217 h 124"/>
                  <a:gd name="T6" fmla="*/ 37 w 20"/>
                  <a:gd name="T7" fmla="*/ 399 h 124"/>
                  <a:gd name="T8" fmla="*/ 126 w 20"/>
                  <a:gd name="T9" fmla="*/ 770 h 124"/>
                  <a:gd name="T10" fmla="*/ 76 w 20"/>
                  <a:gd name="T11" fmla="*/ 541 h 124"/>
                  <a:gd name="T12" fmla="*/ 57 w 20"/>
                  <a:gd name="T13" fmla="*/ 298 h 124"/>
                  <a:gd name="T14" fmla="*/ 31 w 20"/>
                  <a:gd name="T15" fmla="*/ 125 h 124"/>
                  <a:gd name="T16" fmla="*/ 0 w 20"/>
                  <a:gd name="T17" fmla="*/ 0 h 12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0" h="124">
                    <a:moveTo>
                      <a:pt x="1" y="1"/>
                    </a:moveTo>
                    <a:cubicBezTo>
                      <a:pt x="0" y="2"/>
                      <a:pt x="3" y="14"/>
                      <a:pt x="3" y="17"/>
                    </a:cubicBezTo>
                    <a:cubicBezTo>
                      <a:pt x="4" y="23"/>
                      <a:pt x="4" y="29"/>
                      <a:pt x="5" y="35"/>
                    </a:cubicBezTo>
                    <a:cubicBezTo>
                      <a:pt x="5" y="45"/>
                      <a:pt x="5" y="54"/>
                      <a:pt x="6" y="64"/>
                    </a:cubicBezTo>
                    <a:cubicBezTo>
                      <a:pt x="7" y="85"/>
                      <a:pt x="14" y="104"/>
                      <a:pt x="20" y="124"/>
                    </a:cubicBezTo>
                    <a:cubicBezTo>
                      <a:pt x="14" y="113"/>
                      <a:pt x="14" y="99"/>
                      <a:pt x="12" y="87"/>
                    </a:cubicBezTo>
                    <a:cubicBezTo>
                      <a:pt x="10" y="74"/>
                      <a:pt x="10" y="61"/>
                      <a:pt x="9" y="48"/>
                    </a:cubicBezTo>
                    <a:cubicBezTo>
                      <a:pt x="8" y="39"/>
                      <a:pt x="7" y="30"/>
                      <a:pt x="5" y="20"/>
                    </a:cubicBezTo>
                    <a:cubicBezTo>
                      <a:pt x="3" y="14"/>
                      <a:pt x="0" y="7"/>
                      <a:pt x="0" y="0"/>
                    </a:cubicBezTo>
                  </a:path>
                </a:pathLst>
              </a:custGeom>
              <a:solidFill>
                <a:srgbClr val="EFCA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967" name="Freeform 589">
                <a:extLst>
                  <a:ext uri="{FF2B5EF4-FFF2-40B4-BE49-F238E27FC236}">
                    <a16:creationId xmlns:a16="http://schemas.microsoft.com/office/drawing/2014/main" id="{A57F382D-93D4-45A6-A79A-E00447D0A7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2" y="1713"/>
                <a:ext cx="78" cy="772"/>
              </a:xfrm>
              <a:custGeom>
                <a:avLst/>
                <a:gdLst>
                  <a:gd name="T0" fmla="*/ 156 w 42"/>
                  <a:gd name="T1" fmla="*/ 0 h 419"/>
                  <a:gd name="T2" fmla="*/ 76 w 42"/>
                  <a:gd name="T3" fmla="*/ 750 h 419"/>
                  <a:gd name="T4" fmla="*/ 113 w 42"/>
                  <a:gd name="T5" fmla="*/ 1688 h 419"/>
                  <a:gd name="T6" fmla="*/ 269 w 42"/>
                  <a:gd name="T7" fmla="*/ 2620 h 419"/>
                  <a:gd name="T8" fmla="*/ 141 w 42"/>
                  <a:gd name="T9" fmla="*/ 1970 h 419"/>
                  <a:gd name="T10" fmla="*/ 7 w 42"/>
                  <a:gd name="T11" fmla="*/ 1093 h 419"/>
                  <a:gd name="T12" fmla="*/ 156 w 42"/>
                  <a:gd name="T13" fmla="*/ 0 h 4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2" h="419">
                    <a:moveTo>
                      <a:pt x="24" y="0"/>
                    </a:moveTo>
                    <a:cubicBezTo>
                      <a:pt x="24" y="0"/>
                      <a:pt x="20" y="72"/>
                      <a:pt x="12" y="120"/>
                    </a:cubicBezTo>
                    <a:cubicBezTo>
                      <a:pt x="5" y="167"/>
                      <a:pt x="7" y="231"/>
                      <a:pt x="18" y="270"/>
                    </a:cubicBezTo>
                    <a:cubicBezTo>
                      <a:pt x="29" y="308"/>
                      <a:pt x="42" y="364"/>
                      <a:pt x="42" y="419"/>
                    </a:cubicBezTo>
                    <a:cubicBezTo>
                      <a:pt x="42" y="419"/>
                      <a:pt x="40" y="352"/>
                      <a:pt x="22" y="315"/>
                    </a:cubicBezTo>
                    <a:cubicBezTo>
                      <a:pt x="3" y="278"/>
                      <a:pt x="2" y="193"/>
                      <a:pt x="1" y="175"/>
                    </a:cubicBezTo>
                    <a:cubicBezTo>
                      <a:pt x="0" y="157"/>
                      <a:pt x="26" y="16"/>
                      <a:pt x="24" y="0"/>
                    </a:cubicBezTo>
                    <a:close/>
                  </a:path>
                </a:pathLst>
              </a:custGeom>
              <a:solidFill>
                <a:srgbClr val="FDF3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968" name="Freeform 590">
                <a:extLst>
                  <a:ext uri="{FF2B5EF4-FFF2-40B4-BE49-F238E27FC236}">
                    <a16:creationId xmlns:a16="http://schemas.microsoft.com/office/drawing/2014/main" id="{318486F0-73E2-4139-91C7-C1A40908CC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3" y="2363"/>
                <a:ext cx="75" cy="147"/>
              </a:xfrm>
              <a:custGeom>
                <a:avLst/>
                <a:gdLst>
                  <a:gd name="T0" fmla="*/ 0 w 41"/>
                  <a:gd name="T1" fmla="*/ 496 h 80"/>
                  <a:gd name="T2" fmla="*/ 117 w 41"/>
                  <a:gd name="T3" fmla="*/ 274 h 80"/>
                  <a:gd name="T4" fmla="*/ 251 w 41"/>
                  <a:gd name="T5" fmla="*/ 0 h 80"/>
                  <a:gd name="T6" fmla="*/ 198 w 41"/>
                  <a:gd name="T7" fmla="*/ 118 h 80"/>
                  <a:gd name="T8" fmla="*/ 128 w 41"/>
                  <a:gd name="T9" fmla="*/ 274 h 80"/>
                  <a:gd name="T10" fmla="*/ 68 w 41"/>
                  <a:gd name="T11" fmla="*/ 384 h 80"/>
                  <a:gd name="T12" fmla="*/ 13 w 41"/>
                  <a:gd name="T13" fmla="*/ 476 h 8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1" h="80">
                    <a:moveTo>
                      <a:pt x="0" y="80"/>
                    </a:moveTo>
                    <a:cubicBezTo>
                      <a:pt x="9" y="71"/>
                      <a:pt x="14" y="55"/>
                      <a:pt x="19" y="44"/>
                    </a:cubicBezTo>
                    <a:cubicBezTo>
                      <a:pt x="26" y="29"/>
                      <a:pt x="31" y="13"/>
                      <a:pt x="41" y="0"/>
                    </a:cubicBezTo>
                    <a:cubicBezTo>
                      <a:pt x="39" y="7"/>
                      <a:pt x="35" y="13"/>
                      <a:pt x="32" y="19"/>
                    </a:cubicBezTo>
                    <a:cubicBezTo>
                      <a:pt x="28" y="27"/>
                      <a:pt x="25" y="36"/>
                      <a:pt x="21" y="44"/>
                    </a:cubicBezTo>
                    <a:cubicBezTo>
                      <a:pt x="18" y="50"/>
                      <a:pt x="15" y="56"/>
                      <a:pt x="11" y="62"/>
                    </a:cubicBezTo>
                    <a:cubicBezTo>
                      <a:pt x="8" y="66"/>
                      <a:pt x="3" y="72"/>
                      <a:pt x="2" y="77"/>
                    </a:cubicBezTo>
                  </a:path>
                </a:pathLst>
              </a:custGeom>
              <a:solidFill>
                <a:srgbClr val="EFCA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969" name="Freeform 591">
                <a:extLst>
                  <a:ext uri="{FF2B5EF4-FFF2-40B4-BE49-F238E27FC236}">
                    <a16:creationId xmlns:a16="http://schemas.microsoft.com/office/drawing/2014/main" id="{D52C483A-DCF8-4A13-912D-75B5000303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9" y="2518"/>
                <a:ext cx="122" cy="103"/>
              </a:xfrm>
              <a:custGeom>
                <a:avLst/>
                <a:gdLst>
                  <a:gd name="T0" fmla="*/ 7 w 66"/>
                  <a:gd name="T1" fmla="*/ 0 h 56"/>
                  <a:gd name="T2" fmla="*/ 37 w 66"/>
                  <a:gd name="T3" fmla="*/ 243 h 56"/>
                  <a:gd name="T4" fmla="*/ 246 w 66"/>
                  <a:gd name="T5" fmla="*/ 326 h 56"/>
                  <a:gd name="T6" fmla="*/ 355 w 66"/>
                  <a:gd name="T7" fmla="*/ 0 h 5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6" h="56">
                    <a:moveTo>
                      <a:pt x="1" y="0"/>
                    </a:moveTo>
                    <a:cubicBezTo>
                      <a:pt x="3" y="12"/>
                      <a:pt x="0" y="28"/>
                      <a:pt x="6" y="39"/>
                    </a:cubicBezTo>
                    <a:cubicBezTo>
                      <a:pt x="12" y="51"/>
                      <a:pt x="27" y="56"/>
                      <a:pt x="39" y="52"/>
                    </a:cubicBezTo>
                    <a:cubicBezTo>
                      <a:pt x="66" y="42"/>
                      <a:pt x="46" y="7"/>
                      <a:pt x="56" y="0"/>
                    </a:cubicBezTo>
                  </a:path>
                </a:pathLst>
              </a:custGeom>
              <a:solidFill>
                <a:srgbClr val="F6E8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970" name="Freeform 592">
                <a:extLst>
                  <a:ext uri="{FF2B5EF4-FFF2-40B4-BE49-F238E27FC236}">
                    <a16:creationId xmlns:a16="http://schemas.microsoft.com/office/drawing/2014/main" id="{62D16634-8EB2-43A4-AE20-CC09F60C94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9" y="2518"/>
                <a:ext cx="103" cy="105"/>
              </a:xfrm>
              <a:custGeom>
                <a:avLst/>
                <a:gdLst>
                  <a:gd name="T0" fmla="*/ 7 w 56"/>
                  <a:gd name="T1" fmla="*/ 7 h 57"/>
                  <a:gd name="T2" fmla="*/ 37 w 56"/>
                  <a:gd name="T3" fmla="*/ 245 h 57"/>
                  <a:gd name="T4" fmla="*/ 250 w 56"/>
                  <a:gd name="T5" fmla="*/ 326 h 57"/>
                  <a:gd name="T6" fmla="*/ 327 w 56"/>
                  <a:gd name="T7" fmla="*/ 118 h 57"/>
                  <a:gd name="T8" fmla="*/ 348 w 56"/>
                  <a:gd name="T9" fmla="*/ 0 h 5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57">
                    <a:moveTo>
                      <a:pt x="1" y="1"/>
                    </a:moveTo>
                    <a:cubicBezTo>
                      <a:pt x="4" y="12"/>
                      <a:pt x="0" y="28"/>
                      <a:pt x="6" y="39"/>
                    </a:cubicBezTo>
                    <a:cubicBezTo>
                      <a:pt x="12" y="51"/>
                      <a:pt x="27" y="57"/>
                      <a:pt x="40" y="52"/>
                    </a:cubicBezTo>
                    <a:cubicBezTo>
                      <a:pt x="52" y="47"/>
                      <a:pt x="53" y="33"/>
                      <a:pt x="53" y="19"/>
                    </a:cubicBezTo>
                    <a:cubicBezTo>
                      <a:pt x="53" y="13"/>
                      <a:pt x="50" y="6"/>
                      <a:pt x="56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971" name="Freeform 593">
                <a:extLst>
                  <a:ext uri="{FF2B5EF4-FFF2-40B4-BE49-F238E27FC236}">
                    <a16:creationId xmlns:a16="http://schemas.microsoft.com/office/drawing/2014/main" id="{03AE3DD7-8079-4130-8532-418C03F2E5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0" y="2523"/>
                <a:ext cx="37" cy="67"/>
              </a:xfrm>
              <a:custGeom>
                <a:avLst/>
                <a:gdLst>
                  <a:gd name="T0" fmla="*/ 13 w 20"/>
                  <a:gd name="T1" fmla="*/ 0 h 36"/>
                  <a:gd name="T2" fmla="*/ 0 w 20"/>
                  <a:gd name="T3" fmla="*/ 162 h 36"/>
                  <a:gd name="T4" fmla="*/ 65 w 20"/>
                  <a:gd name="T5" fmla="*/ 233 h 36"/>
                  <a:gd name="T6" fmla="*/ 120 w 20"/>
                  <a:gd name="T7" fmla="*/ 166 h 36"/>
                  <a:gd name="T8" fmla="*/ 113 w 20"/>
                  <a:gd name="T9" fmla="*/ 52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36">
                    <a:moveTo>
                      <a:pt x="2" y="0"/>
                    </a:moveTo>
                    <a:cubicBezTo>
                      <a:pt x="3" y="8"/>
                      <a:pt x="1" y="16"/>
                      <a:pt x="0" y="25"/>
                    </a:cubicBezTo>
                    <a:cubicBezTo>
                      <a:pt x="0" y="33"/>
                      <a:pt x="2" y="35"/>
                      <a:pt x="10" y="36"/>
                    </a:cubicBezTo>
                    <a:cubicBezTo>
                      <a:pt x="17" y="36"/>
                      <a:pt x="19" y="34"/>
                      <a:pt x="19" y="26"/>
                    </a:cubicBezTo>
                    <a:cubicBezTo>
                      <a:pt x="20" y="20"/>
                      <a:pt x="20" y="13"/>
                      <a:pt x="18" y="8"/>
                    </a:cubicBezTo>
                  </a:path>
                </a:pathLst>
              </a:custGeom>
              <a:solidFill>
                <a:srgbClr val="F6E8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972" name="Freeform 594">
                <a:extLst>
                  <a:ext uri="{FF2B5EF4-FFF2-40B4-BE49-F238E27FC236}">
                    <a16:creationId xmlns:a16="http://schemas.microsoft.com/office/drawing/2014/main" id="{B74FF573-B6F9-4FEB-BED6-18EAE5B801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0" y="2523"/>
                <a:ext cx="37" cy="68"/>
              </a:xfrm>
              <a:custGeom>
                <a:avLst/>
                <a:gdLst>
                  <a:gd name="T0" fmla="*/ 13 w 20"/>
                  <a:gd name="T1" fmla="*/ 0 h 37"/>
                  <a:gd name="T2" fmla="*/ 0 w 20"/>
                  <a:gd name="T3" fmla="*/ 156 h 37"/>
                  <a:gd name="T4" fmla="*/ 65 w 20"/>
                  <a:gd name="T5" fmla="*/ 222 h 37"/>
                  <a:gd name="T6" fmla="*/ 120 w 20"/>
                  <a:gd name="T7" fmla="*/ 169 h 37"/>
                  <a:gd name="T8" fmla="*/ 113 w 20"/>
                  <a:gd name="T9" fmla="*/ 51 h 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37">
                    <a:moveTo>
                      <a:pt x="2" y="0"/>
                    </a:moveTo>
                    <a:cubicBezTo>
                      <a:pt x="3" y="9"/>
                      <a:pt x="1" y="17"/>
                      <a:pt x="0" y="25"/>
                    </a:cubicBezTo>
                    <a:cubicBezTo>
                      <a:pt x="0" y="33"/>
                      <a:pt x="2" y="36"/>
                      <a:pt x="10" y="36"/>
                    </a:cubicBezTo>
                    <a:cubicBezTo>
                      <a:pt x="17" y="37"/>
                      <a:pt x="19" y="34"/>
                      <a:pt x="19" y="27"/>
                    </a:cubicBezTo>
                    <a:cubicBezTo>
                      <a:pt x="20" y="21"/>
                      <a:pt x="20" y="13"/>
                      <a:pt x="18" y="8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973" name="Freeform 595">
                <a:extLst>
                  <a:ext uri="{FF2B5EF4-FFF2-40B4-BE49-F238E27FC236}">
                    <a16:creationId xmlns:a16="http://schemas.microsoft.com/office/drawing/2014/main" id="{B2DD4A5B-12D4-48D9-9854-F05EECF985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0" y="2520"/>
                <a:ext cx="47" cy="88"/>
              </a:xfrm>
              <a:custGeom>
                <a:avLst/>
                <a:gdLst>
                  <a:gd name="T0" fmla="*/ 0 w 25"/>
                  <a:gd name="T1" fmla="*/ 7 h 48"/>
                  <a:gd name="T2" fmla="*/ 15 w 25"/>
                  <a:gd name="T3" fmla="*/ 97 h 48"/>
                  <a:gd name="T4" fmla="*/ 28 w 25"/>
                  <a:gd name="T5" fmla="*/ 193 h 48"/>
                  <a:gd name="T6" fmla="*/ 68 w 25"/>
                  <a:gd name="T7" fmla="*/ 273 h 48"/>
                  <a:gd name="T8" fmla="*/ 165 w 25"/>
                  <a:gd name="T9" fmla="*/ 295 h 48"/>
                  <a:gd name="T10" fmla="*/ 73 w 25"/>
                  <a:gd name="T11" fmla="*/ 242 h 48"/>
                  <a:gd name="T12" fmla="*/ 45 w 25"/>
                  <a:gd name="T13" fmla="*/ 132 h 48"/>
                  <a:gd name="T14" fmla="*/ 28 w 25"/>
                  <a:gd name="T15" fmla="*/ 44 h 48"/>
                  <a:gd name="T16" fmla="*/ 0 w 25"/>
                  <a:gd name="T17" fmla="*/ 0 h 4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5" h="48">
                    <a:moveTo>
                      <a:pt x="0" y="1"/>
                    </a:moveTo>
                    <a:cubicBezTo>
                      <a:pt x="0" y="6"/>
                      <a:pt x="1" y="11"/>
                      <a:pt x="2" y="16"/>
                    </a:cubicBezTo>
                    <a:cubicBezTo>
                      <a:pt x="2" y="21"/>
                      <a:pt x="3" y="26"/>
                      <a:pt x="4" y="31"/>
                    </a:cubicBezTo>
                    <a:cubicBezTo>
                      <a:pt x="4" y="35"/>
                      <a:pt x="7" y="41"/>
                      <a:pt x="10" y="44"/>
                    </a:cubicBezTo>
                    <a:cubicBezTo>
                      <a:pt x="14" y="48"/>
                      <a:pt x="20" y="48"/>
                      <a:pt x="25" y="48"/>
                    </a:cubicBezTo>
                    <a:cubicBezTo>
                      <a:pt x="19" y="48"/>
                      <a:pt x="14" y="43"/>
                      <a:pt x="11" y="39"/>
                    </a:cubicBezTo>
                    <a:cubicBezTo>
                      <a:pt x="8" y="33"/>
                      <a:pt x="8" y="27"/>
                      <a:pt x="7" y="21"/>
                    </a:cubicBezTo>
                    <a:cubicBezTo>
                      <a:pt x="6" y="17"/>
                      <a:pt x="6" y="11"/>
                      <a:pt x="4" y="7"/>
                    </a:cubicBezTo>
                    <a:cubicBezTo>
                      <a:pt x="3" y="5"/>
                      <a:pt x="1" y="3"/>
                      <a:pt x="0" y="0"/>
                    </a:cubicBezTo>
                  </a:path>
                </a:pathLst>
              </a:custGeom>
              <a:solidFill>
                <a:srgbClr val="EFCA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974" name="Freeform 596">
                <a:extLst>
                  <a:ext uri="{FF2B5EF4-FFF2-40B4-BE49-F238E27FC236}">
                    <a16:creationId xmlns:a16="http://schemas.microsoft.com/office/drawing/2014/main" id="{1146356D-2C46-4E6C-844C-7577EE3839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4" y="2529"/>
                <a:ext cx="11" cy="57"/>
              </a:xfrm>
              <a:custGeom>
                <a:avLst/>
                <a:gdLst>
                  <a:gd name="T0" fmla="*/ 20 w 6"/>
                  <a:gd name="T1" fmla="*/ 0 h 31"/>
                  <a:gd name="T2" fmla="*/ 24 w 6"/>
                  <a:gd name="T3" fmla="*/ 68 h 31"/>
                  <a:gd name="T4" fmla="*/ 13 w 6"/>
                  <a:gd name="T5" fmla="*/ 118 h 31"/>
                  <a:gd name="T6" fmla="*/ 37 w 6"/>
                  <a:gd name="T7" fmla="*/ 193 h 31"/>
                  <a:gd name="T8" fmla="*/ 31 w 6"/>
                  <a:gd name="T9" fmla="*/ 94 h 31"/>
                  <a:gd name="T10" fmla="*/ 20 w 6"/>
                  <a:gd name="T11" fmla="*/ 7 h 3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" h="31">
                    <a:moveTo>
                      <a:pt x="3" y="0"/>
                    </a:moveTo>
                    <a:cubicBezTo>
                      <a:pt x="3" y="3"/>
                      <a:pt x="4" y="7"/>
                      <a:pt x="4" y="11"/>
                    </a:cubicBezTo>
                    <a:cubicBezTo>
                      <a:pt x="4" y="14"/>
                      <a:pt x="3" y="16"/>
                      <a:pt x="2" y="19"/>
                    </a:cubicBezTo>
                    <a:cubicBezTo>
                      <a:pt x="2" y="23"/>
                      <a:pt x="0" y="30"/>
                      <a:pt x="6" y="31"/>
                    </a:cubicBezTo>
                    <a:cubicBezTo>
                      <a:pt x="1" y="28"/>
                      <a:pt x="5" y="20"/>
                      <a:pt x="5" y="15"/>
                    </a:cubicBezTo>
                    <a:cubicBezTo>
                      <a:pt x="5" y="12"/>
                      <a:pt x="5" y="4"/>
                      <a:pt x="3" y="1"/>
                    </a:cubicBezTo>
                  </a:path>
                </a:pathLst>
              </a:custGeom>
              <a:solidFill>
                <a:srgbClr val="EFCA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975" name="Freeform 597">
                <a:extLst>
                  <a:ext uri="{FF2B5EF4-FFF2-40B4-BE49-F238E27FC236}">
                    <a16:creationId xmlns:a16="http://schemas.microsoft.com/office/drawing/2014/main" id="{2BCF6B11-A83E-4087-ABB1-8210C7D559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3" y="2534"/>
                <a:ext cx="50" cy="79"/>
              </a:xfrm>
              <a:custGeom>
                <a:avLst/>
                <a:gdLst>
                  <a:gd name="T0" fmla="*/ 148 w 27"/>
                  <a:gd name="T1" fmla="*/ 0 h 43"/>
                  <a:gd name="T2" fmla="*/ 128 w 27"/>
                  <a:gd name="T3" fmla="*/ 217 h 43"/>
                  <a:gd name="T4" fmla="*/ 69 w 27"/>
                  <a:gd name="T5" fmla="*/ 259 h 43"/>
                  <a:gd name="T6" fmla="*/ 0 w 27"/>
                  <a:gd name="T7" fmla="*/ 254 h 43"/>
                  <a:gd name="T8" fmla="*/ 76 w 27"/>
                  <a:gd name="T9" fmla="*/ 217 h 43"/>
                  <a:gd name="T10" fmla="*/ 128 w 27"/>
                  <a:gd name="T11" fmla="*/ 156 h 43"/>
                  <a:gd name="T12" fmla="*/ 141 w 27"/>
                  <a:gd name="T13" fmla="*/ 68 h 43"/>
                  <a:gd name="T14" fmla="*/ 148 w 27"/>
                  <a:gd name="T15" fmla="*/ 0 h 4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7" h="43">
                    <a:moveTo>
                      <a:pt x="23" y="0"/>
                    </a:moveTo>
                    <a:cubicBezTo>
                      <a:pt x="24" y="12"/>
                      <a:pt x="27" y="24"/>
                      <a:pt x="20" y="35"/>
                    </a:cubicBezTo>
                    <a:cubicBezTo>
                      <a:pt x="18" y="38"/>
                      <a:pt x="14" y="40"/>
                      <a:pt x="11" y="42"/>
                    </a:cubicBezTo>
                    <a:cubicBezTo>
                      <a:pt x="8" y="43"/>
                      <a:pt x="3" y="43"/>
                      <a:pt x="0" y="41"/>
                    </a:cubicBezTo>
                    <a:cubicBezTo>
                      <a:pt x="5" y="40"/>
                      <a:pt x="9" y="39"/>
                      <a:pt x="12" y="35"/>
                    </a:cubicBezTo>
                    <a:cubicBezTo>
                      <a:pt x="16" y="33"/>
                      <a:pt x="18" y="29"/>
                      <a:pt x="20" y="25"/>
                    </a:cubicBezTo>
                    <a:cubicBezTo>
                      <a:pt x="22" y="21"/>
                      <a:pt x="22" y="16"/>
                      <a:pt x="22" y="11"/>
                    </a:cubicBezTo>
                    <a:cubicBezTo>
                      <a:pt x="22" y="8"/>
                      <a:pt x="21" y="4"/>
                      <a:pt x="23" y="0"/>
                    </a:cubicBezTo>
                  </a:path>
                </a:pathLst>
              </a:custGeom>
              <a:solidFill>
                <a:srgbClr val="FDF3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976" name="Freeform 598">
                <a:extLst>
                  <a:ext uri="{FF2B5EF4-FFF2-40B4-BE49-F238E27FC236}">
                    <a16:creationId xmlns:a16="http://schemas.microsoft.com/office/drawing/2014/main" id="{F510394F-6E3E-427D-9B37-34F5C7057F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4" y="2667"/>
                <a:ext cx="42" cy="341"/>
              </a:xfrm>
              <a:custGeom>
                <a:avLst/>
                <a:gdLst>
                  <a:gd name="T0" fmla="*/ 0 w 23"/>
                  <a:gd name="T1" fmla="*/ 0 h 185"/>
                  <a:gd name="T2" fmla="*/ 104 w 23"/>
                  <a:gd name="T3" fmla="*/ 640 h 185"/>
                  <a:gd name="T4" fmla="*/ 117 w 23"/>
                  <a:gd name="T5" fmla="*/ 1159 h 185"/>
                  <a:gd name="T6" fmla="*/ 133 w 23"/>
                  <a:gd name="T7" fmla="*/ 826 h 185"/>
                  <a:gd name="T8" fmla="*/ 0 w 23"/>
                  <a:gd name="T9" fmla="*/ 0 h 18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185">
                    <a:moveTo>
                      <a:pt x="0" y="0"/>
                    </a:moveTo>
                    <a:cubicBezTo>
                      <a:pt x="0" y="0"/>
                      <a:pt x="15" y="77"/>
                      <a:pt x="17" y="102"/>
                    </a:cubicBezTo>
                    <a:cubicBezTo>
                      <a:pt x="20" y="127"/>
                      <a:pt x="18" y="165"/>
                      <a:pt x="19" y="185"/>
                    </a:cubicBezTo>
                    <a:cubicBezTo>
                      <a:pt x="19" y="185"/>
                      <a:pt x="20" y="145"/>
                      <a:pt x="22" y="132"/>
                    </a:cubicBezTo>
                    <a:cubicBezTo>
                      <a:pt x="23" y="118"/>
                      <a:pt x="15" y="51"/>
                      <a:pt x="0" y="0"/>
                    </a:cubicBezTo>
                    <a:close/>
                  </a:path>
                </a:pathLst>
              </a:custGeom>
              <a:solidFill>
                <a:srgbClr val="EFCA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977" name="Freeform 599">
                <a:extLst>
                  <a:ext uri="{FF2B5EF4-FFF2-40B4-BE49-F238E27FC236}">
                    <a16:creationId xmlns:a16="http://schemas.microsoft.com/office/drawing/2014/main" id="{5C92772D-3477-4784-A025-9B2549DEF9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6" y="3956"/>
                <a:ext cx="22" cy="41"/>
              </a:xfrm>
              <a:custGeom>
                <a:avLst/>
                <a:gdLst>
                  <a:gd name="T0" fmla="*/ 0 w 12"/>
                  <a:gd name="T1" fmla="*/ 0 h 22"/>
                  <a:gd name="T2" fmla="*/ 73 w 12"/>
                  <a:gd name="T3" fmla="*/ 142 h 22"/>
                  <a:gd name="T4" fmla="*/ 13 w 12"/>
                  <a:gd name="T5" fmla="*/ 7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22">
                    <a:moveTo>
                      <a:pt x="0" y="0"/>
                    </a:moveTo>
                    <a:cubicBezTo>
                      <a:pt x="6" y="4"/>
                      <a:pt x="11" y="15"/>
                      <a:pt x="12" y="22"/>
                    </a:cubicBezTo>
                    <a:cubicBezTo>
                      <a:pt x="12" y="13"/>
                      <a:pt x="7" y="8"/>
                      <a:pt x="2" y="1"/>
                    </a:cubicBezTo>
                  </a:path>
                </a:pathLst>
              </a:custGeom>
              <a:solidFill>
                <a:srgbClr val="EFCA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978" name="Freeform 600">
                <a:extLst>
                  <a:ext uri="{FF2B5EF4-FFF2-40B4-BE49-F238E27FC236}">
                    <a16:creationId xmlns:a16="http://schemas.microsoft.com/office/drawing/2014/main" id="{EE0A3D56-7C45-44DE-B25D-334558B191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2" y="3969"/>
                <a:ext cx="11" cy="26"/>
              </a:xfrm>
              <a:custGeom>
                <a:avLst/>
                <a:gdLst>
                  <a:gd name="T0" fmla="*/ 7 w 6"/>
                  <a:gd name="T1" fmla="*/ 0 h 14"/>
                  <a:gd name="T2" fmla="*/ 37 w 6"/>
                  <a:gd name="T3" fmla="*/ 89 h 14"/>
                  <a:gd name="T4" fmla="*/ 13 w 6"/>
                  <a:gd name="T5" fmla="*/ 7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14">
                    <a:moveTo>
                      <a:pt x="1" y="0"/>
                    </a:moveTo>
                    <a:cubicBezTo>
                      <a:pt x="0" y="4"/>
                      <a:pt x="4" y="11"/>
                      <a:pt x="6" y="14"/>
                    </a:cubicBezTo>
                    <a:cubicBezTo>
                      <a:pt x="2" y="11"/>
                      <a:pt x="5" y="5"/>
                      <a:pt x="2" y="1"/>
                    </a:cubicBezTo>
                  </a:path>
                </a:pathLst>
              </a:custGeom>
              <a:solidFill>
                <a:srgbClr val="EFCA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979" name="Freeform 601">
                <a:extLst>
                  <a:ext uri="{FF2B5EF4-FFF2-40B4-BE49-F238E27FC236}">
                    <a16:creationId xmlns:a16="http://schemas.microsoft.com/office/drawing/2014/main" id="{03C3F15C-6C19-4879-AC89-80DCBE081C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5" y="3960"/>
                <a:ext cx="15" cy="24"/>
              </a:xfrm>
              <a:custGeom>
                <a:avLst/>
                <a:gdLst>
                  <a:gd name="T0" fmla="*/ 0 w 8"/>
                  <a:gd name="T1" fmla="*/ 0 h 13"/>
                  <a:gd name="T2" fmla="*/ 45 w 8"/>
                  <a:gd name="T3" fmla="*/ 81 h 13"/>
                  <a:gd name="T4" fmla="*/ 0 w 8"/>
                  <a:gd name="T5" fmla="*/ 7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3">
                    <a:moveTo>
                      <a:pt x="0" y="0"/>
                    </a:moveTo>
                    <a:cubicBezTo>
                      <a:pt x="0" y="4"/>
                      <a:pt x="3" y="12"/>
                      <a:pt x="7" y="13"/>
                    </a:cubicBezTo>
                    <a:cubicBezTo>
                      <a:pt x="8" y="8"/>
                      <a:pt x="3" y="3"/>
                      <a:pt x="0" y="1"/>
                    </a:cubicBezTo>
                  </a:path>
                </a:pathLst>
              </a:custGeom>
              <a:solidFill>
                <a:srgbClr val="EFCA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980" name="Freeform 602">
                <a:extLst>
                  <a:ext uri="{FF2B5EF4-FFF2-40B4-BE49-F238E27FC236}">
                    <a16:creationId xmlns:a16="http://schemas.microsoft.com/office/drawing/2014/main" id="{33F47977-A9A8-4934-BFE8-D99D9B6822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1" y="3949"/>
                <a:ext cx="8" cy="18"/>
              </a:xfrm>
              <a:custGeom>
                <a:avLst/>
                <a:gdLst>
                  <a:gd name="T0" fmla="*/ 0 w 4"/>
                  <a:gd name="T1" fmla="*/ 13 h 10"/>
                  <a:gd name="T2" fmla="*/ 24 w 4"/>
                  <a:gd name="T3" fmla="*/ 58 h 10"/>
                  <a:gd name="T4" fmla="*/ 0 w 4"/>
                  <a:gd name="T5" fmla="*/ 0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10">
                    <a:moveTo>
                      <a:pt x="0" y="2"/>
                    </a:moveTo>
                    <a:cubicBezTo>
                      <a:pt x="0" y="4"/>
                      <a:pt x="1" y="8"/>
                      <a:pt x="3" y="10"/>
                    </a:cubicBezTo>
                    <a:cubicBezTo>
                      <a:pt x="4" y="7"/>
                      <a:pt x="1" y="3"/>
                      <a:pt x="0" y="0"/>
                    </a:cubicBezTo>
                  </a:path>
                </a:pathLst>
              </a:custGeom>
              <a:solidFill>
                <a:srgbClr val="EFCA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981" name="Freeform 603">
                <a:extLst>
                  <a:ext uri="{FF2B5EF4-FFF2-40B4-BE49-F238E27FC236}">
                    <a16:creationId xmlns:a16="http://schemas.microsoft.com/office/drawing/2014/main" id="{B22FABA6-5BA3-4E5D-B265-8DE5D631C6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0" y="3864"/>
                <a:ext cx="15" cy="48"/>
              </a:xfrm>
              <a:custGeom>
                <a:avLst/>
                <a:gdLst>
                  <a:gd name="T0" fmla="*/ 0 w 8"/>
                  <a:gd name="T1" fmla="*/ 0 h 26"/>
                  <a:gd name="T2" fmla="*/ 28 w 8"/>
                  <a:gd name="T3" fmla="*/ 44 h 26"/>
                  <a:gd name="T4" fmla="*/ 39 w 8"/>
                  <a:gd name="T5" fmla="*/ 89 h 26"/>
                  <a:gd name="T6" fmla="*/ 53 w 8"/>
                  <a:gd name="T7" fmla="*/ 164 h 26"/>
                  <a:gd name="T8" fmla="*/ 15 w 8"/>
                  <a:gd name="T9" fmla="*/ 76 h 26"/>
                  <a:gd name="T10" fmla="*/ 0 w 8"/>
                  <a:gd name="T11" fmla="*/ 7 h 2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" h="26">
                    <a:moveTo>
                      <a:pt x="0" y="0"/>
                    </a:moveTo>
                    <a:cubicBezTo>
                      <a:pt x="1" y="3"/>
                      <a:pt x="3" y="5"/>
                      <a:pt x="4" y="7"/>
                    </a:cubicBezTo>
                    <a:cubicBezTo>
                      <a:pt x="5" y="9"/>
                      <a:pt x="5" y="12"/>
                      <a:pt x="6" y="14"/>
                    </a:cubicBezTo>
                    <a:cubicBezTo>
                      <a:pt x="7" y="18"/>
                      <a:pt x="8" y="22"/>
                      <a:pt x="8" y="26"/>
                    </a:cubicBezTo>
                    <a:cubicBezTo>
                      <a:pt x="7" y="21"/>
                      <a:pt x="4" y="17"/>
                      <a:pt x="2" y="12"/>
                    </a:cubicBezTo>
                    <a:cubicBezTo>
                      <a:pt x="1" y="9"/>
                      <a:pt x="1" y="5"/>
                      <a:pt x="0" y="1"/>
                    </a:cubicBezTo>
                  </a:path>
                </a:pathLst>
              </a:custGeom>
              <a:solidFill>
                <a:srgbClr val="FDF3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982" name="Freeform 604">
                <a:extLst>
                  <a:ext uri="{FF2B5EF4-FFF2-40B4-BE49-F238E27FC236}">
                    <a16:creationId xmlns:a16="http://schemas.microsoft.com/office/drawing/2014/main" id="{2013C777-661B-413B-9D86-CB88CF610E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6" y="3940"/>
                <a:ext cx="35" cy="51"/>
              </a:xfrm>
              <a:custGeom>
                <a:avLst/>
                <a:gdLst>
                  <a:gd name="T0" fmla="*/ 0 w 19"/>
                  <a:gd name="T1" fmla="*/ 0 h 28"/>
                  <a:gd name="T2" fmla="*/ 57 w 19"/>
                  <a:gd name="T3" fmla="*/ 120 h 28"/>
                  <a:gd name="T4" fmla="*/ 118 w 19"/>
                  <a:gd name="T5" fmla="*/ 169 h 28"/>
                  <a:gd name="T6" fmla="*/ 57 w 19"/>
                  <a:gd name="T7" fmla="*/ 102 h 28"/>
                  <a:gd name="T8" fmla="*/ 24 w 19"/>
                  <a:gd name="T9" fmla="*/ 49 h 28"/>
                  <a:gd name="T10" fmla="*/ 0 w 19"/>
                  <a:gd name="T11" fmla="*/ 7 h 2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9" h="28">
                    <a:moveTo>
                      <a:pt x="0" y="0"/>
                    </a:moveTo>
                    <a:cubicBezTo>
                      <a:pt x="1" y="8"/>
                      <a:pt x="4" y="14"/>
                      <a:pt x="9" y="20"/>
                    </a:cubicBezTo>
                    <a:cubicBezTo>
                      <a:pt x="12" y="22"/>
                      <a:pt x="15" y="26"/>
                      <a:pt x="19" y="28"/>
                    </a:cubicBezTo>
                    <a:cubicBezTo>
                      <a:pt x="16" y="24"/>
                      <a:pt x="12" y="21"/>
                      <a:pt x="9" y="17"/>
                    </a:cubicBezTo>
                    <a:cubicBezTo>
                      <a:pt x="7" y="14"/>
                      <a:pt x="6" y="11"/>
                      <a:pt x="4" y="8"/>
                    </a:cubicBezTo>
                    <a:cubicBezTo>
                      <a:pt x="3" y="7"/>
                      <a:pt x="2" y="2"/>
                      <a:pt x="0" y="1"/>
                    </a:cubicBezTo>
                  </a:path>
                </a:pathLst>
              </a:custGeom>
              <a:solidFill>
                <a:srgbClr val="FDF3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983" name="Freeform 605">
                <a:extLst>
                  <a:ext uri="{FF2B5EF4-FFF2-40B4-BE49-F238E27FC236}">
                    <a16:creationId xmlns:a16="http://schemas.microsoft.com/office/drawing/2014/main" id="{5215E2E6-627D-45C9-B89A-0B19291084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8" y="4024"/>
                <a:ext cx="53" cy="24"/>
              </a:xfrm>
              <a:custGeom>
                <a:avLst/>
                <a:gdLst>
                  <a:gd name="T0" fmla="*/ 0 w 29"/>
                  <a:gd name="T1" fmla="*/ 61 h 13"/>
                  <a:gd name="T2" fmla="*/ 73 w 29"/>
                  <a:gd name="T3" fmla="*/ 81 h 13"/>
                  <a:gd name="T4" fmla="*/ 117 w 29"/>
                  <a:gd name="T5" fmla="*/ 61 h 13"/>
                  <a:gd name="T6" fmla="*/ 170 w 29"/>
                  <a:gd name="T7" fmla="*/ 0 h 13"/>
                  <a:gd name="T8" fmla="*/ 146 w 29"/>
                  <a:gd name="T9" fmla="*/ 20 h 13"/>
                  <a:gd name="T10" fmla="*/ 90 w 29"/>
                  <a:gd name="T11" fmla="*/ 52 h 13"/>
                  <a:gd name="T12" fmla="*/ 37 w 29"/>
                  <a:gd name="T13" fmla="*/ 61 h 13"/>
                  <a:gd name="T14" fmla="*/ 0 w 29"/>
                  <a:gd name="T15" fmla="*/ 61 h 1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9" h="13">
                    <a:moveTo>
                      <a:pt x="0" y="10"/>
                    </a:moveTo>
                    <a:cubicBezTo>
                      <a:pt x="4" y="10"/>
                      <a:pt x="8" y="13"/>
                      <a:pt x="12" y="13"/>
                    </a:cubicBezTo>
                    <a:cubicBezTo>
                      <a:pt x="14" y="13"/>
                      <a:pt x="17" y="11"/>
                      <a:pt x="19" y="10"/>
                    </a:cubicBezTo>
                    <a:cubicBezTo>
                      <a:pt x="23" y="9"/>
                      <a:pt x="29" y="5"/>
                      <a:pt x="28" y="0"/>
                    </a:cubicBezTo>
                    <a:cubicBezTo>
                      <a:pt x="27" y="2"/>
                      <a:pt x="25" y="2"/>
                      <a:pt x="24" y="3"/>
                    </a:cubicBezTo>
                    <a:cubicBezTo>
                      <a:pt x="21" y="5"/>
                      <a:pt x="18" y="7"/>
                      <a:pt x="15" y="8"/>
                    </a:cubicBezTo>
                    <a:cubicBezTo>
                      <a:pt x="12" y="9"/>
                      <a:pt x="9" y="10"/>
                      <a:pt x="6" y="10"/>
                    </a:cubicBezTo>
                    <a:cubicBezTo>
                      <a:pt x="4" y="10"/>
                      <a:pt x="2" y="11"/>
                      <a:pt x="0" y="10"/>
                    </a:cubicBezTo>
                  </a:path>
                </a:pathLst>
              </a:custGeom>
              <a:solidFill>
                <a:srgbClr val="FDF3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984" name="Freeform 606">
                <a:extLst>
                  <a:ext uri="{FF2B5EF4-FFF2-40B4-BE49-F238E27FC236}">
                    <a16:creationId xmlns:a16="http://schemas.microsoft.com/office/drawing/2014/main" id="{89F91F87-B978-4A4F-879C-37504E428F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9" y="4021"/>
                <a:ext cx="24" cy="13"/>
              </a:xfrm>
              <a:custGeom>
                <a:avLst/>
                <a:gdLst>
                  <a:gd name="T0" fmla="*/ 0 w 13"/>
                  <a:gd name="T1" fmla="*/ 7 h 7"/>
                  <a:gd name="T2" fmla="*/ 81 w 13"/>
                  <a:gd name="T3" fmla="*/ 0 h 7"/>
                  <a:gd name="T4" fmla="*/ 7 w 13"/>
                  <a:gd name="T5" fmla="*/ 13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7">
                    <a:moveTo>
                      <a:pt x="0" y="1"/>
                    </a:moveTo>
                    <a:cubicBezTo>
                      <a:pt x="2" y="7"/>
                      <a:pt x="10" y="5"/>
                      <a:pt x="13" y="0"/>
                    </a:cubicBezTo>
                    <a:cubicBezTo>
                      <a:pt x="11" y="3"/>
                      <a:pt x="3" y="5"/>
                      <a:pt x="1" y="2"/>
                    </a:cubicBezTo>
                  </a:path>
                </a:pathLst>
              </a:custGeom>
              <a:solidFill>
                <a:srgbClr val="FDF3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985" name="Freeform 607">
                <a:extLst>
                  <a:ext uri="{FF2B5EF4-FFF2-40B4-BE49-F238E27FC236}">
                    <a16:creationId xmlns:a16="http://schemas.microsoft.com/office/drawing/2014/main" id="{CB9B1808-DC71-48DF-BFAC-88845AE70E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2" y="4006"/>
                <a:ext cx="17" cy="16"/>
              </a:xfrm>
              <a:custGeom>
                <a:avLst/>
                <a:gdLst>
                  <a:gd name="T0" fmla="*/ 0 w 9"/>
                  <a:gd name="T1" fmla="*/ 16 h 9"/>
                  <a:gd name="T2" fmla="*/ 60 w 9"/>
                  <a:gd name="T3" fmla="*/ 0 h 9"/>
                  <a:gd name="T4" fmla="*/ 21 w 9"/>
                  <a:gd name="T5" fmla="*/ 12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9">
                    <a:moveTo>
                      <a:pt x="0" y="3"/>
                    </a:moveTo>
                    <a:cubicBezTo>
                      <a:pt x="1" y="9"/>
                      <a:pt x="9" y="4"/>
                      <a:pt x="9" y="0"/>
                    </a:cubicBezTo>
                    <a:cubicBezTo>
                      <a:pt x="8" y="2"/>
                      <a:pt x="4" y="5"/>
                      <a:pt x="3" y="2"/>
                    </a:cubicBezTo>
                  </a:path>
                </a:pathLst>
              </a:custGeom>
              <a:solidFill>
                <a:srgbClr val="FDF3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986" name="Freeform 608">
                <a:extLst>
                  <a:ext uri="{FF2B5EF4-FFF2-40B4-BE49-F238E27FC236}">
                    <a16:creationId xmlns:a16="http://schemas.microsoft.com/office/drawing/2014/main" id="{16C74AEF-0A3E-4366-87E6-67AF7840EC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8" y="3993"/>
                <a:ext cx="11" cy="15"/>
              </a:xfrm>
              <a:custGeom>
                <a:avLst/>
                <a:gdLst>
                  <a:gd name="T0" fmla="*/ 0 w 6"/>
                  <a:gd name="T1" fmla="*/ 28 h 8"/>
                  <a:gd name="T2" fmla="*/ 37 w 6"/>
                  <a:gd name="T3" fmla="*/ 0 h 8"/>
                  <a:gd name="T4" fmla="*/ 13 w 6"/>
                  <a:gd name="T5" fmla="*/ 21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8">
                    <a:moveTo>
                      <a:pt x="0" y="4"/>
                    </a:moveTo>
                    <a:cubicBezTo>
                      <a:pt x="2" y="8"/>
                      <a:pt x="6" y="3"/>
                      <a:pt x="6" y="0"/>
                    </a:cubicBezTo>
                    <a:cubicBezTo>
                      <a:pt x="4" y="1"/>
                      <a:pt x="4" y="2"/>
                      <a:pt x="2" y="3"/>
                    </a:cubicBezTo>
                  </a:path>
                </a:pathLst>
              </a:custGeom>
              <a:solidFill>
                <a:srgbClr val="FDF3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987" name="Freeform 609">
                <a:extLst>
                  <a:ext uri="{FF2B5EF4-FFF2-40B4-BE49-F238E27FC236}">
                    <a16:creationId xmlns:a16="http://schemas.microsoft.com/office/drawing/2014/main" id="{38014BE5-C3AA-4D09-BADC-DEE32A6F05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0" y="3973"/>
                <a:ext cx="13" cy="29"/>
              </a:xfrm>
              <a:custGeom>
                <a:avLst/>
                <a:gdLst>
                  <a:gd name="T0" fmla="*/ 0 w 7"/>
                  <a:gd name="T1" fmla="*/ 0 h 16"/>
                  <a:gd name="T2" fmla="*/ 13 w 7"/>
                  <a:gd name="T3" fmla="*/ 53 h 16"/>
                  <a:gd name="T4" fmla="*/ 45 w 7"/>
                  <a:gd name="T5" fmla="*/ 96 h 16"/>
                  <a:gd name="T6" fmla="*/ 24 w 7"/>
                  <a:gd name="T7" fmla="*/ 44 h 16"/>
                  <a:gd name="T8" fmla="*/ 7 w 7"/>
                  <a:gd name="T9" fmla="*/ 0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16">
                    <a:moveTo>
                      <a:pt x="0" y="0"/>
                    </a:moveTo>
                    <a:cubicBezTo>
                      <a:pt x="1" y="3"/>
                      <a:pt x="0" y="6"/>
                      <a:pt x="2" y="9"/>
                    </a:cubicBezTo>
                    <a:cubicBezTo>
                      <a:pt x="3" y="12"/>
                      <a:pt x="4" y="14"/>
                      <a:pt x="7" y="16"/>
                    </a:cubicBezTo>
                    <a:cubicBezTo>
                      <a:pt x="5" y="13"/>
                      <a:pt x="5" y="10"/>
                      <a:pt x="4" y="7"/>
                    </a:cubicBezTo>
                    <a:cubicBezTo>
                      <a:pt x="3" y="5"/>
                      <a:pt x="2" y="3"/>
                      <a:pt x="1" y="0"/>
                    </a:cubicBezTo>
                  </a:path>
                </a:pathLst>
              </a:custGeom>
              <a:solidFill>
                <a:srgbClr val="FDF3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988" name="Freeform 610">
                <a:extLst>
                  <a:ext uri="{FF2B5EF4-FFF2-40B4-BE49-F238E27FC236}">
                    <a16:creationId xmlns:a16="http://schemas.microsoft.com/office/drawing/2014/main" id="{852099C1-AADE-4720-86B1-A184F7D18A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2" y="3967"/>
                <a:ext cx="13" cy="22"/>
              </a:xfrm>
              <a:custGeom>
                <a:avLst/>
                <a:gdLst>
                  <a:gd name="T0" fmla="*/ 0 w 7"/>
                  <a:gd name="T1" fmla="*/ 0 h 12"/>
                  <a:gd name="T2" fmla="*/ 13 w 7"/>
                  <a:gd name="T3" fmla="*/ 51 h 12"/>
                  <a:gd name="T4" fmla="*/ 45 w 7"/>
                  <a:gd name="T5" fmla="*/ 73 h 12"/>
                  <a:gd name="T6" fmla="*/ 0 w 7"/>
                  <a:gd name="T7" fmla="*/ 7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12">
                    <a:moveTo>
                      <a:pt x="0" y="0"/>
                    </a:moveTo>
                    <a:cubicBezTo>
                      <a:pt x="0" y="3"/>
                      <a:pt x="0" y="5"/>
                      <a:pt x="2" y="8"/>
                    </a:cubicBezTo>
                    <a:cubicBezTo>
                      <a:pt x="3" y="10"/>
                      <a:pt x="6" y="11"/>
                      <a:pt x="7" y="12"/>
                    </a:cubicBezTo>
                    <a:cubicBezTo>
                      <a:pt x="6" y="8"/>
                      <a:pt x="4" y="2"/>
                      <a:pt x="0" y="1"/>
                    </a:cubicBezTo>
                  </a:path>
                </a:pathLst>
              </a:custGeom>
              <a:solidFill>
                <a:srgbClr val="FDF3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989" name="Freeform 611">
                <a:extLst>
                  <a:ext uri="{FF2B5EF4-FFF2-40B4-BE49-F238E27FC236}">
                    <a16:creationId xmlns:a16="http://schemas.microsoft.com/office/drawing/2014/main" id="{6D4C744C-E873-4A27-BE2F-6DA17E688B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8" y="3956"/>
                <a:ext cx="14" cy="19"/>
              </a:xfrm>
              <a:custGeom>
                <a:avLst/>
                <a:gdLst>
                  <a:gd name="T0" fmla="*/ 0 w 8"/>
                  <a:gd name="T1" fmla="*/ 0 h 10"/>
                  <a:gd name="T2" fmla="*/ 44 w 8"/>
                  <a:gd name="T3" fmla="*/ 68 h 10"/>
                  <a:gd name="T4" fmla="*/ 7 w 8"/>
                  <a:gd name="T5" fmla="*/ 0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0">
                    <a:moveTo>
                      <a:pt x="0" y="0"/>
                    </a:moveTo>
                    <a:cubicBezTo>
                      <a:pt x="2" y="5"/>
                      <a:pt x="4" y="8"/>
                      <a:pt x="8" y="10"/>
                    </a:cubicBezTo>
                    <a:cubicBezTo>
                      <a:pt x="8" y="7"/>
                      <a:pt x="5" y="1"/>
                      <a:pt x="1" y="0"/>
                    </a:cubicBezTo>
                  </a:path>
                </a:pathLst>
              </a:custGeom>
              <a:solidFill>
                <a:srgbClr val="FDF3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990" name="Freeform 612">
                <a:extLst>
                  <a:ext uri="{FF2B5EF4-FFF2-40B4-BE49-F238E27FC236}">
                    <a16:creationId xmlns:a16="http://schemas.microsoft.com/office/drawing/2014/main" id="{0E5365BF-661A-4FAD-B06E-CDCE03CC6F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9" y="3860"/>
                <a:ext cx="34" cy="100"/>
              </a:xfrm>
              <a:custGeom>
                <a:avLst/>
                <a:gdLst>
                  <a:gd name="T0" fmla="*/ 0 w 18"/>
                  <a:gd name="T1" fmla="*/ 0 h 54"/>
                  <a:gd name="T2" fmla="*/ 53 w 18"/>
                  <a:gd name="T3" fmla="*/ 196 h 54"/>
                  <a:gd name="T4" fmla="*/ 76 w 18"/>
                  <a:gd name="T5" fmla="*/ 267 h 54"/>
                  <a:gd name="T6" fmla="*/ 121 w 18"/>
                  <a:gd name="T7" fmla="*/ 343 h 54"/>
                  <a:gd name="T8" fmla="*/ 60 w 18"/>
                  <a:gd name="T9" fmla="*/ 128 h 54"/>
                  <a:gd name="T10" fmla="*/ 8 w 18"/>
                  <a:gd name="T11" fmla="*/ 7 h 5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8" h="54">
                    <a:moveTo>
                      <a:pt x="0" y="0"/>
                    </a:moveTo>
                    <a:cubicBezTo>
                      <a:pt x="8" y="9"/>
                      <a:pt x="7" y="20"/>
                      <a:pt x="8" y="31"/>
                    </a:cubicBezTo>
                    <a:cubicBezTo>
                      <a:pt x="8" y="35"/>
                      <a:pt x="9" y="39"/>
                      <a:pt x="11" y="42"/>
                    </a:cubicBezTo>
                    <a:cubicBezTo>
                      <a:pt x="13" y="46"/>
                      <a:pt x="16" y="50"/>
                      <a:pt x="18" y="54"/>
                    </a:cubicBezTo>
                    <a:cubicBezTo>
                      <a:pt x="10" y="47"/>
                      <a:pt x="11" y="30"/>
                      <a:pt x="9" y="20"/>
                    </a:cubicBezTo>
                    <a:cubicBezTo>
                      <a:pt x="8" y="13"/>
                      <a:pt x="5" y="7"/>
                      <a:pt x="1" y="1"/>
                    </a:cubicBezTo>
                  </a:path>
                </a:pathLst>
              </a:custGeom>
              <a:solidFill>
                <a:srgbClr val="EFCA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991" name="Freeform 613">
                <a:extLst>
                  <a:ext uri="{FF2B5EF4-FFF2-40B4-BE49-F238E27FC236}">
                    <a16:creationId xmlns:a16="http://schemas.microsoft.com/office/drawing/2014/main" id="{54BA16A8-4394-4D5D-9319-67176E6DE6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3" y="3787"/>
                <a:ext cx="32" cy="62"/>
              </a:xfrm>
              <a:custGeom>
                <a:avLst/>
                <a:gdLst>
                  <a:gd name="T0" fmla="*/ 21 w 17"/>
                  <a:gd name="T1" fmla="*/ 0 h 34"/>
                  <a:gd name="T2" fmla="*/ 113 w 17"/>
                  <a:gd name="T3" fmla="*/ 206 h 34"/>
                  <a:gd name="T4" fmla="*/ 60 w 17"/>
                  <a:gd name="T5" fmla="*/ 109 h 34"/>
                  <a:gd name="T6" fmla="*/ 32 w 17"/>
                  <a:gd name="T7" fmla="*/ 24 h 3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34">
                    <a:moveTo>
                      <a:pt x="3" y="0"/>
                    </a:moveTo>
                    <a:cubicBezTo>
                      <a:pt x="0" y="13"/>
                      <a:pt x="7" y="26"/>
                      <a:pt x="17" y="34"/>
                    </a:cubicBezTo>
                    <a:cubicBezTo>
                      <a:pt x="12" y="30"/>
                      <a:pt x="10" y="24"/>
                      <a:pt x="9" y="18"/>
                    </a:cubicBezTo>
                    <a:cubicBezTo>
                      <a:pt x="7" y="13"/>
                      <a:pt x="5" y="9"/>
                      <a:pt x="5" y="4"/>
                    </a:cubicBezTo>
                  </a:path>
                </a:pathLst>
              </a:custGeom>
              <a:solidFill>
                <a:srgbClr val="EFCA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992" name="Freeform 614">
                <a:extLst>
                  <a:ext uri="{FF2B5EF4-FFF2-40B4-BE49-F238E27FC236}">
                    <a16:creationId xmlns:a16="http://schemas.microsoft.com/office/drawing/2014/main" id="{EA4F8131-7DEF-4C95-A542-EE2F2E3166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4" y="3958"/>
                <a:ext cx="33" cy="81"/>
              </a:xfrm>
              <a:custGeom>
                <a:avLst/>
                <a:gdLst>
                  <a:gd name="T0" fmla="*/ 0 w 18"/>
                  <a:gd name="T1" fmla="*/ 0 h 44"/>
                  <a:gd name="T2" fmla="*/ 57 w 18"/>
                  <a:gd name="T3" fmla="*/ 149 h 44"/>
                  <a:gd name="T4" fmla="*/ 112 w 18"/>
                  <a:gd name="T5" fmla="*/ 274 h 44"/>
                  <a:gd name="T6" fmla="*/ 88 w 18"/>
                  <a:gd name="T7" fmla="*/ 156 h 44"/>
                  <a:gd name="T8" fmla="*/ 20 w 18"/>
                  <a:gd name="T9" fmla="*/ 7 h 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44">
                    <a:moveTo>
                      <a:pt x="0" y="0"/>
                    </a:moveTo>
                    <a:cubicBezTo>
                      <a:pt x="7" y="6"/>
                      <a:pt x="8" y="15"/>
                      <a:pt x="9" y="24"/>
                    </a:cubicBezTo>
                    <a:cubicBezTo>
                      <a:pt x="10" y="31"/>
                      <a:pt x="9" y="42"/>
                      <a:pt x="18" y="44"/>
                    </a:cubicBezTo>
                    <a:cubicBezTo>
                      <a:pt x="12" y="40"/>
                      <a:pt x="15" y="32"/>
                      <a:pt x="14" y="25"/>
                    </a:cubicBezTo>
                    <a:cubicBezTo>
                      <a:pt x="13" y="16"/>
                      <a:pt x="8" y="8"/>
                      <a:pt x="3" y="1"/>
                    </a:cubicBezTo>
                  </a:path>
                </a:pathLst>
              </a:custGeom>
              <a:solidFill>
                <a:srgbClr val="EFCA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993" name="Freeform 615">
                <a:extLst>
                  <a:ext uri="{FF2B5EF4-FFF2-40B4-BE49-F238E27FC236}">
                    <a16:creationId xmlns:a16="http://schemas.microsoft.com/office/drawing/2014/main" id="{0DF9DAAB-09E2-47B0-B941-BC3953A20C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3" y="3853"/>
                <a:ext cx="16" cy="50"/>
              </a:xfrm>
              <a:custGeom>
                <a:avLst/>
                <a:gdLst>
                  <a:gd name="T0" fmla="*/ 7 w 9"/>
                  <a:gd name="T1" fmla="*/ 0 h 27"/>
                  <a:gd name="T2" fmla="*/ 12 w 9"/>
                  <a:gd name="T3" fmla="*/ 104 h 27"/>
                  <a:gd name="T4" fmla="*/ 50 w 9"/>
                  <a:gd name="T5" fmla="*/ 172 h 27"/>
                  <a:gd name="T6" fmla="*/ 21 w 9"/>
                  <a:gd name="T7" fmla="*/ 89 h 27"/>
                  <a:gd name="T8" fmla="*/ 12 w 9"/>
                  <a:gd name="T9" fmla="*/ 13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27">
                    <a:moveTo>
                      <a:pt x="1" y="0"/>
                    </a:moveTo>
                    <a:cubicBezTo>
                      <a:pt x="0" y="5"/>
                      <a:pt x="1" y="11"/>
                      <a:pt x="2" y="16"/>
                    </a:cubicBezTo>
                    <a:cubicBezTo>
                      <a:pt x="4" y="20"/>
                      <a:pt x="6" y="23"/>
                      <a:pt x="9" y="27"/>
                    </a:cubicBezTo>
                    <a:cubicBezTo>
                      <a:pt x="5" y="24"/>
                      <a:pt x="5" y="17"/>
                      <a:pt x="4" y="14"/>
                    </a:cubicBezTo>
                    <a:cubicBezTo>
                      <a:pt x="3" y="10"/>
                      <a:pt x="1" y="6"/>
                      <a:pt x="2" y="2"/>
                    </a:cubicBezTo>
                  </a:path>
                </a:pathLst>
              </a:custGeom>
              <a:solidFill>
                <a:srgbClr val="EFCA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994" name="Freeform 616">
                <a:extLst>
                  <a:ext uri="{FF2B5EF4-FFF2-40B4-BE49-F238E27FC236}">
                    <a16:creationId xmlns:a16="http://schemas.microsoft.com/office/drawing/2014/main" id="{BB74F780-0B63-4182-9775-D73D60CB02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8" y="3230"/>
                <a:ext cx="26" cy="365"/>
              </a:xfrm>
              <a:custGeom>
                <a:avLst/>
                <a:gdLst>
                  <a:gd name="T0" fmla="*/ 89 w 14"/>
                  <a:gd name="T1" fmla="*/ 0 h 198"/>
                  <a:gd name="T2" fmla="*/ 0 w 14"/>
                  <a:gd name="T3" fmla="*/ 1241 h 198"/>
                  <a:gd name="T4" fmla="*/ 89 w 14"/>
                  <a:gd name="T5" fmla="*/ 0 h 19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98">
                    <a:moveTo>
                      <a:pt x="14" y="0"/>
                    </a:moveTo>
                    <a:cubicBezTo>
                      <a:pt x="14" y="0"/>
                      <a:pt x="12" y="154"/>
                      <a:pt x="0" y="198"/>
                    </a:cubicBezTo>
                    <a:cubicBezTo>
                      <a:pt x="0" y="198"/>
                      <a:pt x="14" y="27"/>
                      <a:pt x="14" y="0"/>
                    </a:cubicBezTo>
                    <a:close/>
                  </a:path>
                </a:pathLst>
              </a:custGeom>
              <a:solidFill>
                <a:srgbClr val="FDF3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995" name="Freeform 617">
                <a:extLst>
                  <a:ext uri="{FF2B5EF4-FFF2-40B4-BE49-F238E27FC236}">
                    <a16:creationId xmlns:a16="http://schemas.microsoft.com/office/drawing/2014/main" id="{D375A0FC-9C6B-446B-9A05-B3D1C9C29C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4" y="3273"/>
                <a:ext cx="42" cy="409"/>
              </a:xfrm>
              <a:custGeom>
                <a:avLst/>
                <a:gdLst>
                  <a:gd name="T0" fmla="*/ 60 w 23"/>
                  <a:gd name="T1" fmla="*/ 0 h 222"/>
                  <a:gd name="T2" fmla="*/ 49 w 23"/>
                  <a:gd name="T3" fmla="*/ 556 h 222"/>
                  <a:gd name="T4" fmla="*/ 133 w 23"/>
                  <a:gd name="T5" fmla="*/ 1389 h 222"/>
                  <a:gd name="T6" fmla="*/ 97 w 23"/>
                  <a:gd name="T7" fmla="*/ 700 h 222"/>
                  <a:gd name="T8" fmla="*/ 60 w 23"/>
                  <a:gd name="T9" fmla="*/ 0 h 2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222">
                    <a:moveTo>
                      <a:pt x="10" y="0"/>
                    </a:moveTo>
                    <a:cubicBezTo>
                      <a:pt x="10" y="0"/>
                      <a:pt x="0" y="44"/>
                      <a:pt x="8" y="89"/>
                    </a:cubicBezTo>
                    <a:cubicBezTo>
                      <a:pt x="17" y="133"/>
                      <a:pt x="22" y="213"/>
                      <a:pt x="22" y="222"/>
                    </a:cubicBezTo>
                    <a:cubicBezTo>
                      <a:pt x="22" y="222"/>
                      <a:pt x="23" y="142"/>
                      <a:pt x="16" y="112"/>
                    </a:cubicBezTo>
                    <a:cubicBezTo>
                      <a:pt x="10" y="81"/>
                      <a:pt x="7" y="36"/>
                      <a:pt x="10" y="0"/>
                    </a:cubicBezTo>
                    <a:close/>
                  </a:path>
                </a:pathLst>
              </a:custGeom>
              <a:solidFill>
                <a:srgbClr val="EFCA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996" name="Freeform 618">
                <a:extLst>
                  <a:ext uri="{FF2B5EF4-FFF2-40B4-BE49-F238E27FC236}">
                    <a16:creationId xmlns:a16="http://schemas.microsoft.com/office/drawing/2014/main" id="{1181E35C-6D3B-48F9-B179-CE37A2378B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0" y="1659"/>
                <a:ext cx="7" cy="8"/>
              </a:xfrm>
              <a:custGeom>
                <a:avLst/>
                <a:gdLst>
                  <a:gd name="T0" fmla="*/ 16 w 4"/>
                  <a:gd name="T1" fmla="*/ 8 h 4"/>
                  <a:gd name="T2" fmla="*/ 21 w 4"/>
                  <a:gd name="T3" fmla="*/ 32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2" y="0"/>
                      <a:pt x="0" y="4"/>
                      <a:pt x="4" y="4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997" name="Freeform 619">
                <a:extLst>
                  <a:ext uri="{FF2B5EF4-FFF2-40B4-BE49-F238E27FC236}">
                    <a16:creationId xmlns:a16="http://schemas.microsoft.com/office/drawing/2014/main" id="{7BF3CB8C-B7F2-4ED6-A1B4-62D09F66F5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6" y="3835"/>
                <a:ext cx="17" cy="18"/>
              </a:xfrm>
              <a:custGeom>
                <a:avLst/>
                <a:gdLst>
                  <a:gd name="T0" fmla="*/ 60 w 9"/>
                  <a:gd name="T1" fmla="*/ 0 h 10"/>
                  <a:gd name="T2" fmla="*/ 0 w 9"/>
                  <a:gd name="T3" fmla="*/ 58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10">
                    <a:moveTo>
                      <a:pt x="9" y="0"/>
                    </a:moveTo>
                    <a:cubicBezTo>
                      <a:pt x="7" y="7"/>
                      <a:pt x="4" y="5"/>
                      <a:pt x="0" y="1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998" name="Freeform 620">
                <a:extLst>
                  <a:ext uri="{FF2B5EF4-FFF2-40B4-BE49-F238E27FC236}">
                    <a16:creationId xmlns:a16="http://schemas.microsoft.com/office/drawing/2014/main" id="{D197F188-6783-49AD-9960-2DEB9EBDB1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2" y="3860"/>
                <a:ext cx="18" cy="78"/>
              </a:xfrm>
              <a:custGeom>
                <a:avLst/>
                <a:gdLst>
                  <a:gd name="T0" fmla="*/ 0 w 10"/>
                  <a:gd name="T1" fmla="*/ 269 h 42"/>
                  <a:gd name="T2" fmla="*/ 13 w 10"/>
                  <a:gd name="T3" fmla="*/ 121 h 42"/>
                  <a:gd name="T4" fmla="*/ 58 w 10"/>
                  <a:gd name="T5" fmla="*/ 0 h 4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42">
                    <a:moveTo>
                      <a:pt x="0" y="42"/>
                    </a:moveTo>
                    <a:cubicBezTo>
                      <a:pt x="0" y="35"/>
                      <a:pt x="2" y="27"/>
                      <a:pt x="2" y="19"/>
                    </a:cubicBezTo>
                    <a:cubicBezTo>
                      <a:pt x="3" y="12"/>
                      <a:pt x="6" y="5"/>
                      <a:pt x="10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2999" name="Freeform 621">
                <a:extLst>
                  <a:ext uri="{FF2B5EF4-FFF2-40B4-BE49-F238E27FC236}">
                    <a16:creationId xmlns:a16="http://schemas.microsoft.com/office/drawing/2014/main" id="{C4D141A6-00F0-452B-9183-B11A43A286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5" y="3960"/>
                <a:ext cx="19" cy="51"/>
              </a:xfrm>
              <a:custGeom>
                <a:avLst/>
                <a:gdLst>
                  <a:gd name="T0" fmla="*/ 0 w 10"/>
                  <a:gd name="T1" fmla="*/ 169 h 28"/>
                  <a:gd name="T2" fmla="*/ 15 w 10"/>
                  <a:gd name="T3" fmla="*/ 86 h 28"/>
                  <a:gd name="T4" fmla="*/ 68 w 10"/>
                  <a:gd name="T5" fmla="*/ 0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28">
                    <a:moveTo>
                      <a:pt x="0" y="28"/>
                    </a:moveTo>
                    <a:cubicBezTo>
                      <a:pt x="0" y="24"/>
                      <a:pt x="2" y="18"/>
                      <a:pt x="2" y="14"/>
                    </a:cubicBezTo>
                    <a:cubicBezTo>
                      <a:pt x="4" y="8"/>
                      <a:pt x="7" y="5"/>
                      <a:pt x="10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000" name="Freeform 622">
                <a:extLst>
                  <a:ext uri="{FF2B5EF4-FFF2-40B4-BE49-F238E27FC236}">
                    <a16:creationId xmlns:a16="http://schemas.microsoft.com/office/drawing/2014/main" id="{899F2657-E039-4DF0-80C2-045733312F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9" y="3971"/>
                <a:ext cx="26" cy="61"/>
              </a:xfrm>
              <a:custGeom>
                <a:avLst/>
                <a:gdLst>
                  <a:gd name="T0" fmla="*/ 0 w 14"/>
                  <a:gd name="T1" fmla="*/ 209 h 33"/>
                  <a:gd name="T2" fmla="*/ 37 w 14"/>
                  <a:gd name="T3" fmla="*/ 96 h 33"/>
                  <a:gd name="T4" fmla="*/ 89 w 14"/>
                  <a:gd name="T5" fmla="*/ 0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33">
                    <a:moveTo>
                      <a:pt x="0" y="33"/>
                    </a:moveTo>
                    <a:cubicBezTo>
                      <a:pt x="0" y="25"/>
                      <a:pt x="1" y="21"/>
                      <a:pt x="6" y="15"/>
                    </a:cubicBezTo>
                    <a:cubicBezTo>
                      <a:pt x="10" y="11"/>
                      <a:pt x="11" y="4"/>
                      <a:pt x="14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001" name="Freeform 623">
                <a:extLst>
                  <a:ext uri="{FF2B5EF4-FFF2-40B4-BE49-F238E27FC236}">
                    <a16:creationId xmlns:a16="http://schemas.microsoft.com/office/drawing/2014/main" id="{7605D521-26EB-454F-AB7D-F91F480B50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5" y="3971"/>
                <a:ext cx="2" cy="15"/>
              </a:xfrm>
              <a:custGeom>
                <a:avLst/>
                <a:gdLst>
                  <a:gd name="T0" fmla="*/ 0 w 1"/>
                  <a:gd name="T1" fmla="*/ 53 h 8"/>
                  <a:gd name="T2" fmla="*/ 0 w 1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8">
                    <a:moveTo>
                      <a:pt x="0" y="8"/>
                    </a:moveTo>
                    <a:cubicBezTo>
                      <a:pt x="1" y="5"/>
                      <a:pt x="0" y="3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002" name="Freeform 624">
                <a:extLst>
                  <a:ext uri="{FF2B5EF4-FFF2-40B4-BE49-F238E27FC236}">
                    <a16:creationId xmlns:a16="http://schemas.microsoft.com/office/drawing/2014/main" id="{E0194AA5-9A39-4E81-9C52-F9E87DF9FB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4" y="3971"/>
                <a:ext cx="31" cy="53"/>
              </a:xfrm>
              <a:custGeom>
                <a:avLst/>
                <a:gdLst>
                  <a:gd name="T0" fmla="*/ 7 w 17"/>
                  <a:gd name="T1" fmla="*/ 177 h 29"/>
                  <a:gd name="T2" fmla="*/ 29 w 17"/>
                  <a:gd name="T3" fmla="*/ 88 h 29"/>
                  <a:gd name="T4" fmla="*/ 104 w 17"/>
                  <a:gd name="T5" fmla="*/ 0 h 2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29">
                    <a:moveTo>
                      <a:pt x="1" y="29"/>
                    </a:moveTo>
                    <a:cubicBezTo>
                      <a:pt x="1" y="23"/>
                      <a:pt x="0" y="18"/>
                      <a:pt x="5" y="14"/>
                    </a:cubicBezTo>
                    <a:cubicBezTo>
                      <a:pt x="9" y="9"/>
                      <a:pt x="13" y="5"/>
                      <a:pt x="17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003" name="Freeform 625">
                <a:extLst>
                  <a:ext uri="{FF2B5EF4-FFF2-40B4-BE49-F238E27FC236}">
                    <a16:creationId xmlns:a16="http://schemas.microsoft.com/office/drawing/2014/main" id="{8401CCE5-861C-46BF-977F-0B52A3C90B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6" y="3969"/>
                <a:ext cx="1" cy="11"/>
              </a:xfrm>
              <a:custGeom>
                <a:avLst/>
                <a:gdLst>
                  <a:gd name="T0" fmla="*/ 0 w 1"/>
                  <a:gd name="T1" fmla="*/ 37 h 6"/>
                  <a:gd name="T2" fmla="*/ 0 w 1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6">
                    <a:moveTo>
                      <a:pt x="0" y="6"/>
                    </a:moveTo>
                    <a:cubicBezTo>
                      <a:pt x="0" y="6"/>
                      <a:pt x="0" y="2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004" name="Freeform 626">
                <a:extLst>
                  <a:ext uri="{FF2B5EF4-FFF2-40B4-BE49-F238E27FC236}">
                    <a16:creationId xmlns:a16="http://schemas.microsoft.com/office/drawing/2014/main" id="{31FF79DF-095E-4BAC-A7FF-80E0240630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9" y="3958"/>
                <a:ext cx="26" cy="50"/>
              </a:xfrm>
              <a:custGeom>
                <a:avLst/>
                <a:gdLst>
                  <a:gd name="T0" fmla="*/ 0 w 14"/>
                  <a:gd name="T1" fmla="*/ 172 h 27"/>
                  <a:gd name="T2" fmla="*/ 20 w 14"/>
                  <a:gd name="T3" fmla="*/ 69 h 27"/>
                  <a:gd name="T4" fmla="*/ 89 w 14"/>
                  <a:gd name="T5" fmla="*/ 0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27">
                    <a:moveTo>
                      <a:pt x="0" y="27"/>
                    </a:moveTo>
                    <a:cubicBezTo>
                      <a:pt x="0" y="22"/>
                      <a:pt x="0" y="15"/>
                      <a:pt x="3" y="11"/>
                    </a:cubicBezTo>
                    <a:cubicBezTo>
                      <a:pt x="6" y="7"/>
                      <a:pt x="13" y="4"/>
                      <a:pt x="14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005" name="Freeform 627">
                <a:extLst>
                  <a:ext uri="{FF2B5EF4-FFF2-40B4-BE49-F238E27FC236}">
                    <a16:creationId xmlns:a16="http://schemas.microsoft.com/office/drawing/2014/main" id="{465DD5F8-60DC-4EC5-96E0-554898FFEB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6" y="3956"/>
                <a:ext cx="2" cy="11"/>
              </a:xfrm>
              <a:custGeom>
                <a:avLst/>
                <a:gdLst>
                  <a:gd name="T0" fmla="*/ 0 w 1"/>
                  <a:gd name="T1" fmla="*/ 37 h 6"/>
                  <a:gd name="T2" fmla="*/ 8 w 1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6">
                    <a:moveTo>
                      <a:pt x="0" y="6"/>
                    </a:moveTo>
                    <a:cubicBezTo>
                      <a:pt x="0" y="4"/>
                      <a:pt x="1" y="2"/>
                      <a:pt x="1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006" name="Freeform 628">
                <a:extLst>
                  <a:ext uri="{FF2B5EF4-FFF2-40B4-BE49-F238E27FC236}">
                    <a16:creationId xmlns:a16="http://schemas.microsoft.com/office/drawing/2014/main" id="{7C63C5AF-5218-41FB-A4BF-4886B44928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3" y="3951"/>
                <a:ext cx="22" cy="44"/>
              </a:xfrm>
              <a:custGeom>
                <a:avLst/>
                <a:gdLst>
                  <a:gd name="T0" fmla="*/ 0 w 12"/>
                  <a:gd name="T1" fmla="*/ 149 h 24"/>
                  <a:gd name="T2" fmla="*/ 20 w 12"/>
                  <a:gd name="T3" fmla="*/ 73 h 24"/>
                  <a:gd name="T4" fmla="*/ 57 w 12"/>
                  <a:gd name="T5" fmla="*/ 37 h 24"/>
                  <a:gd name="T6" fmla="*/ 73 w 12"/>
                  <a:gd name="T7" fmla="*/ 0 h 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24">
                    <a:moveTo>
                      <a:pt x="0" y="24"/>
                    </a:moveTo>
                    <a:cubicBezTo>
                      <a:pt x="0" y="19"/>
                      <a:pt x="0" y="15"/>
                      <a:pt x="3" y="12"/>
                    </a:cubicBezTo>
                    <a:cubicBezTo>
                      <a:pt x="5" y="10"/>
                      <a:pt x="7" y="8"/>
                      <a:pt x="9" y="6"/>
                    </a:cubicBezTo>
                    <a:cubicBezTo>
                      <a:pt x="10" y="4"/>
                      <a:pt x="11" y="1"/>
                      <a:pt x="12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007" name="Freeform 629">
                <a:extLst>
                  <a:ext uri="{FF2B5EF4-FFF2-40B4-BE49-F238E27FC236}">
                    <a16:creationId xmlns:a16="http://schemas.microsoft.com/office/drawing/2014/main" id="{04884E6B-219B-4F2C-A7D4-D743D8670E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6" y="3951"/>
                <a:ext cx="2" cy="11"/>
              </a:xfrm>
              <a:custGeom>
                <a:avLst/>
                <a:gdLst>
                  <a:gd name="T0" fmla="*/ 8 w 1"/>
                  <a:gd name="T1" fmla="*/ 37 h 6"/>
                  <a:gd name="T2" fmla="*/ 0 w 1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6">
                    <a:moveTo>
                      <a:pt x="1" y="6"/>
                    </a:moveTo>
                    <a:cubicBezTo>
                      <a:pt x="1" y="4"/>
                      <a:pt x="0" y="2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008" name="Freeform 630">
                <a:extLst>
                  <a:ext uri="{FF2B5EF4-FFF2-40B4-BE49-F238E27FC236}">
                    <a16:creationId xmlns:a16="http://schemas.microsoft.com/office/drawing/2014/main" id="{87A225BF-8FC3-4867-9A96-0F7709E648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6" y="3995"/>
                <a:ext cx="41" cy="33"/>
              </a:xfrm>
              <a:custGeom>
                <a:avLst/>
                <a:gdLst>
                  <a:gd name="T0" fmla="*/ 0 w 22"/>
                  <a:gd name="T1" fmla="*/ 61 h 18"/>
                  <a:gd name="T2" fmla="*/ 21 w 22"/>
                  <a:gd name="T3" fmla="*/ 61 h 18"/>
                  <a:gd name="T4" fmla="*/ 73 w 22"/>
                  <a:gd name="T5" fmla="*/ 68 h 18"/>
                  <a:gd name="T6" fmla="*/ 117 w 22"/>
                  <a:gd name="T7" fmla="*/ 112 h 18"/>
                  <a:gd name="T8" fmla="*/ 129 w 22"/>
                  <a:gd name="T9" fmla="*/ 68 h 18"/>
                  <a:gd name="T10" fmla="*/ 142 w 22"/>
                  <a:gd name="T11" fmla="*/ 31 h 18"/>
                  <a:gd name="T12" fmla="*/ 60 w 22"/>
                  <a:gd name="T13" fmla="*/ 7 h 18"/>
                  <a:gd name="T14" fmla="*/ 24 w 22"/>
                  <a:gd name="T15" fmla="*/ 20 h 18"/>
                  <a:gd name="T16" fmla="*/ 7 w 22"/>
                  <a:gd name="T17" fmla="*/ 68 h 1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2" h="18">
                    <a:moveTo>
                      <a:pt x="0" y="10"/>
                    </a:moveTo>
                    <a:cubicBezTo>
                      <a:pt x="0" y="11"/>
                      <a:pt x="2" y="10"/>
                      <a:pt x="3" y="10"/>
                    </a:cubicBezTo>
                    <a:cubicBezTo>
                      <a:pt x="6" y="9"/>
                      <a:pt x="8" y="10"/>
                      <a:pt x="11" y="11"/>
                    </a:cubicBezTo>
                    <a:cubicBezTo>
                      <a:pt x="13" y="12"/>
                      <a:pt x="17" y="15"/>
                      <a:pt x="18" y="18"/>
                    </a:cubicBezTo>
                    <a:cubicBezTo>
                      <a:pt x="18" y="15"/>
                      <a:pt x="19" y="13"/>
                      <a:pt x="20" y="11"/>
                    </a:cubicBezTo>
                    <a:cubicBezTo>
                      <a:pt x="21" y="9"/>
                      <a:pt x="21" y="7"/>
                      <a:pt x="22" y="5"/>
                    </a:cubicBezTo>
                    <a:cubicBezTo>
                      <a:pt x="18" y="3"/>
                      <a:pt x="14" y="0"/>
                      <a:pt x="9" y="1"/>
                    </a:cubicBezTo>
                    <a:cubicBezTo>
                      <a:pt x="7" y="1"/>
                      <a:pt x="5" y="1"/>
                      <a:pt x="4" y="3"/>
                    </a:cubicBezTo>
                    <a:cubicBezTo>
                      <a:pt x="2" y="4"/>
                      <a:pt x="2" y="8"/>
                      <a:pt x="1" y="11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009" name="Freeform 631">
                <a:extLst>
                  <a:ext uri="{FF2B5EF4-FFF2-40B4-BE49-F238E27FC236}">
                    <a16:creationId xmlns:a16="http://schemas.microsoft.com/office/drawing/2014/main" id="{16268658-EF3E-45BD-A829-3DB1A834D0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3" y="3999"/>
                <a:ext cx="22" cy="12"/>
              </a:xfrm>
              <a:custGeom>
                <a:avLst/>
                <a:gdLst>
                  <a:gd name="T0" fmla="*/ 0 w 12"/>
                  <a:gd name="T1" fmla="*/ 26 h 7"/>
                  <a:gd name="T2" fmla="*/ 24 w 12"/>
                  <a:gd name="T3" fmla="*/ 21 h 7"/>
                  <a:gd name="T4" fmla="*/ 61 w 12"/>
                  <a:gd name="T5" fmla="*/ 36 h 7"/>
                  <a:gd name="T6" fmla="*/ 61 w 12"/>
                  <a:gd name="T7" fmla="*/ 15 h 7"/>
                  <a:gd name="T8" fmla="*/ 68 w 12"/>
                  <a:gd name="T9" fmla="*/ 5 h 7"/>
                  <a:gd name="T10" fmla="*/ 37 w 12"/>
                  <a:gd name="T11" fmla="*/ 0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7">
                    <a:moveTo>
                      <a:pt x="0" y="5"/>
                    </a:moveTo>
                    <a:cubicBezTo>
                      <a:pt x="1" y="5"/>
                      <a:pt x="2" y="4"/>
                      <a:pt x="4" y="4"/>
                    </a:cubicBezTo>
                    <a:cubicBezTo>
                      <a:pt x="7" y="5"/>
                      <a:pt x="8" y="6"/>
                      <a:pt x="10" y="7"/>
                    </a:cubicBezTo>
                    <a:cubicBezTo>
                      <a:pt x="10" y="6"/>
                      <a:pt x="10" y="5"/>
                      <a:pt x="10" y="3"/>
                    </a:cubicBezTo>
                    <a:cubicBezTo>
                      <a:pt x="11" y="3"/>
                      <a:pt x="12" y="2"/>
                      <a:pt x="11" y="1"/>
                    </a:cubicBezTo>
                    <a:cubicBezTo>
                      <a:pt x="11" y="0"/>
                      <a:pt x="8" y="0"/>
                      <a:pt x="6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010" name="Freeform 632">
                <a:extLst>
                  <a:ext uri="{FF2B5EF4-FFF2-40B4-BE49-F238E27FC236}">
                    <a16:creationId xmlns:a16="http://schemas.microsoft.com/office/drawing/2014/main" id="{CD9998A2-80ED-46F6-A198-C35B058787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7" y="3987"/>
                <a:ext cx="15" cy="12"/>
              </a:xfrm>
              <a:custGeom>
                <a:avLst/>
                <a:gdLst>
                  <a:gd name="T0" fmla="*/ 0 w 8"/>
                  <a:gd name="T1" fmla="*/ 8 h 6"/>
                  <a:gd name="T2" fmla="*/ 39 w 8"/>
                  <a:gd name="T3" fmla="*/ 48 h 6"/>
                  <a:gd name="T4" fmla="*/ 53 w 8"/>
                  <a:gd name="T5" fmla="*/ 8 h 6"/>
                  <a:gd name="T6" fmla="*/ 39 w 8"/>
                  <a:gd name="T7" fmla="*/ 0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6">
                    <a:moveTo>
                      <a:pt x="0" y="1"/>
                    </a:moveTo>
                    <a:cubicBezTo>
                      <a:pt x="2" y="2"/>
                      <a:pt x="6" y="3"/>
                      <a:pt x="6" y="6"/>
                    </a:cubicBezTo>
                    <a:cubicBezTo>
                      <a:pt x="6" y="4"/>
                      <a:pt x="7" y="3"/>
                      <a:pt x="8" y="1"/>
                    </a:cubicBezTo>
                    <a:cubicBezTo>
                      <a:pt x="8" y="0"/>
                      <a:pt x="7" y="0"/>
                      <a:pt x="6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011" name="Freeform 633">
                <a:extLst>
                  <a:ext uri="{FF2B5EF4-FFF2-40B4-BE49-F238E27FC236}">
                    <a16:creationId xmlns:a16="http://schemas.microsoft.com/office/drawing/2014/main" id="{AA4162B0-403A-4364-A556-CD726F3D20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8" y="3984"/>
                <a:ext cx="10" cy="5"/>
              </a:xfrm>
              <a:custGeom>
                <a:avLst/>
                <a:gdLst>
                  <a:gd name="T0" fmla="*/ 0 w 5"/>
                  <a:gd name="T1" fmla="*/ 0 h 3"/>
                  <a:gd name="T2" fmla="*/ 32 w 5"/>
                  <a:gd name="T3" fmla="*/ 13 h 3"/>
                  <a:gd name="T4" fmla="*/ 40 w 5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3">
                    <a:moveTo>
                      <a:pt x="0" y="0"/>
                    </a:moveTo>
                    <a:cubicBezTo>
                      <a:pt x="2" y="0"/>
                      <a:pt x="3" y="2"/>
                      <a:pt x="4" y="3"/>
                    </a:cubicBezTo>
                    <a:cubicBezTo>
                      <a:pt x="4" y="2"/>
                      <a:pt x="5" y="1"/>
                      <a:pt x="5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012" name="Freeform 634">
                <a:extLst>
                  <a:ext uri="{FF2B5EF4-FFF2-40B4-BE49-F238E27FC236}">
                    <a16:creationId xmlns:a16="http://schemas.microsoft.com/office/drawing/2014/main" id="{180ADEC8-57A5-442C-AE7F-EBDAAD7761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3" y="3965"/>
                <a:ext cx="3" cy="6"/>
              </a:xfrm>
              <a:custGeom>
                <a:avLst/>
                <a:gdLst>
                  <a:gd name="T0" fmla="*/ 0 w 2"/>
                  <a:gd name="T1" fmla="*/ 24 h 3"/>
                  <a:gd name="T2" fmla="*/ 0 w 2"/>
                  <a:gd name="T3" fmla="*/ 24 h 3"/>
                  <a:gd name="T4" fmla="*/ 8 w 2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1" y="2"/>
                      <a:pt x="2" y="1"/>
                      <a:pt x="2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013" name="Freeform 635">
                <a:extLst>
                  <a:ext uri="{FF2B5EF4-FFF2-40B4-BE49-F238E27FC236}">
                    <a16:creationId xmlns:a16="http://schemas.microsoft.com/office/drawing/2014/main" id="{795C289A-9F5F-4C1C-AF83-CC7845E955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2" y="2963"/>
                <a:ext cx="21" cy="157"/>
              </a:xfrm>
              <a:custGeom>
                <a:avLst/>
                <a:gdLst>
                  <a:gd name="T0" fmla="*/ 0 w 11"/>
                  <a:gd name="T1" fmla="*/ 0 h 85"/>
                  <a:gd name="T2" fmla="*/ 36 w 11"/>
                  <a:gd name="T3" fmla="*/ 140 h 85"/>
                  <a:gd name="T4" fmla="*/ 76 w 11"/>
                  <a:gd name="T5" fmla="*/ 266 h 85"/>
                  <a:gd name="T6" fmla="*/ 69 w 11"/>
                  <a:gd name="T7" fmla="*/ 416 h 85"/>
                  <a:gd name="T8" fmla="*/ 48 w 11"/>
                  <a:gd name="T9" fmla="*/ 536 h 8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85">
                    <a:moveTo>
                      <a:pt x="0" y="0"/>
                    </a:moveTo>
                    <a:cubicBezTo>
                      <a:pt x="0" y="9"/>
                      <a:pt x="0" y="16"/>
                      <a:pt x="5" y="22"/>
                    </a:cubicBezTo>
                    <a:cubicBezTo>
                      <a:pt x="10" y="29"/>
                      <a:pt x="11" y="31"/>
                      <a:pt x="11" y="42"/>
                    </a:cubicBezTo>
                    <a:cubicBezTo>
                      <a:pt x="11" y="50"/>
                      <a:pt x="11" y="58"/>
                      <a:pt x="10" y="66"/>
                    </a:cubicBezTo>
                    <a:cubicBezTo>
                      <a:pt x="9" y="71"/>
                      <a:pt x="4" y="81"/>
                      <a:pt x="7" y="85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014" name="Freeform 636">
                <a:extLst>
                  <a:ext uri="{FF2B5EF4-FFF2-40B4-BE49-F238E27FC236}">
                    <a16:creationId xmlns:a16="http://schemas.microsoft.com/office/drawing/2014/main" id="{B875DE5F-DA6F-4861-B1CC-1DDD62671F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5" y="3122"/>
                <a:ext cx="56" cy="75"/>
              </a:xfrm>
              <a:custGeom>
                <a:avLst/>
                <a:gdLst>
                  <a:gd name="T0" fmla="*/ 32 w 30"/>
                  <a:gd name="T1" fmla="*/ 0 h 41"/>
                  <a:gd name="T2" fmla="*/ 196 w 30"/>
                  <a:gd name="T3" fmla="*/ 141 h 41"/>
                  <a:gd name="T4" fmla="*/ 7 w 30"/>
                  <a:gd name="T5" fmla="*/ 29 h 4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0" h="41">
                    <a:moveTo>
                      <a:pt x="5" y="0"/>
                    </a:moveTo>
                    <a:cubicBezTo>
                      <a:pt x="3" y="11"/>
                      <a:pt x="20" y="23"/>
                      <a:pt x="30" y="23"/>
                    </a:cubicBezTo>
                    <a:cubicBezTo>
                      <a:pt x="17" y="41"/>
                      <a:pt x="0" y="19"/>
                      <a:pt x="1" y="5"/>
                    </a:cubicBezTo>
                  </a:path>
                </a:pathLst>
              </a:custGeom>
              <a:solidFill>
                <a:srgbClr val="FDF3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015" name="Freeform 637">
                <a:extLst>
                  <a:ext uri="{FF2B5EF4-FFF2-40B4-BE49-F238E27FC236}">
                    <a16:creationId xmlns:a16="http://schemas.microsoft.com/office/drawing/2014/main" id="{809AD6E4-188B-4AEE-87B4-2E9325222C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2" y="1647"/>
                <a:ext cx="35" cy="35"/>
              </a:xfrm>
              <a:custGeom>
                <a:avLst/>
                <a:gdLst>
                  <a:gd name="T0" fmla="*/ 44 w 19"/>
                  <a:gd name="T1" fmla="*/ 20 h 19"/>
                  <a:gd name="T2" fmla="*/ 81 w 19"/>
                  <a:gd name="T3" fmla="*/ 98 h 19"/>
                  <a:gd name="T4" fmla="*/ 37 w 19"/>
                  <a:gd name="T5" fmla="*/ 24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19">
                    <a:moveTo>
                      <a:pt x="7" y="3"/>
                    </a:moveTo>
                    <a:cubicBezTo>
                      <a:pt x="13" y="0"/>
                      <a:pt x="19" y="13"/>
                      <a:pt x="13" y="16"/>
                    </a:cubicBezTo>
                    <a:cubicBezTo>
                      <a:pt x="4" y="19"/>
                      <a:pt x="0" y="4"/>
                      <a:pt x="6" y="4"/>
                    </a:cubicBezTo>
                  </a:path>
                </a:pathLst>
              </a:custGeom>
              <a:solidFill>
                <a:srgbClr val="F6E8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016" name="Freeform 638">
                <a:extLst>
                  <a:ext uri="{FF2B5EF4-FFF2-40B4-BE49-F238E27FC236}">
                    <a16:creationId xmlns:a16="http://schemas.microsoft.com/office/drawing/2014/main" id="{F2DCC0F1-83DA-4FED-BB97-BAF9BE8176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2" y="1647"/>
                <a:ext cx="35" cy="35"/>
              </a:xfrm>
              <a:custGeom>
                <a:avLst/>
                <a:gdLst>
                  <a:gd name="T0" fmla="*/ 44 w 19"/>
                  <a:gd name="T1" fmla="*/ 20 h 19"/>
                  <a:gd name="T2" fmla="*/ 76 w 19"/>
                  <a:gd name="T3" fmla="*/ 98 h 19"/>
                  <a:gd name="T4" fmla="*/ 37 w 19"/>
                  <a:gd name="T5" fmla="*/ 24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19">
                    <a:moveTo>
                      <a:pt x="7" y="3"/>
                    </a:moveTo>
                    <a:cubicBezTo>
                      <a:pt x="13" y="0"/>
                      <a:pt x="19" y="13"/>
                      <a:pt x="12" y="16"/>
                    </a:cubicBezTo>
                    <a:cubicBezTo>
                      <a:pt x="4" y="19"/>
                      <a:pt x="0" y="4"/>
                      <a:pt x="6" y="4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017" name="Freeform 639">
                <a:extLst>
                  <a:ext uri="{FF2B5EF4-FFF2-40B4-BE49-F238E27FC236}">
                    <a16:creationId xmlns:a16="http://schemas.microsoft.com/office/drawing/2014/main" id="{8D26C8B8-9AB7-4F27-945D-7645B0FADE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8" y="1566"/>
                <a:ext cx="9" cy="152"/>
              </a:xfrm>
              <a:custGeom>
                <a:avLst/>
                <a:gdLst>
                  <a:gd name="T0" fmla="*/ 0 w 5"/>
                  <a:gd name="T1" fmla="*/ 509 h 83"/>
                  <a:gd name="T2" fmla="*/ 13 w 5"/>
                  <a:gd name="T3" fmla="*/ 185 h 83"/>
                  <a:gd name="T4" fmla="*/ 29 w 5"/>
                  <a:gd name="T5" fmla="*/ 0 h 8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83">
                    <a:moveTo>
                      <a:pt x="0" y="83"/>
                    </a:moveTo>
                    <a:cubicBezTo>
                      <a:pt x="0" y="65"/>
                      <a:pt x="3" y="42"/>
                      <a:pt x="2" y="30"/>
                    </a:cubicBezTo>
                    <a:cubicBezTo>
                      <a:pt x="2" y="20"/>
                      <a:pt x="5" y="9"/>
                      <a:pt x="5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018" name="Freeform 640">
                <a:extLst>
                  <a:ext uri="{FF2B5EF4-FFF2-40B4-BE49-F238E27FC236}">
                    <a16:creationId xmlns:a16="http://schemas.microsoft.com/office/drawing/2014/main" id="{51AA2AC1-13FF-4540-9948-3E6BE5E0CC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6" y="1858"/>
                <a:ext cx="24" cy="164"/>
              </a:xfrm>
              <a:custGeom>
                <a:avLst/>
                <a:gdLst>
                  <a:gd name="T0" fmla="*/ 24 w 13"/>
                  <a:gd name="T1" fmla="*/ 475 h 89"/>
                  <a:gd name="T2" fmla="*/ 37 w 13"/>
                  <a:gd name="T3" fmla="*/ 238 h 89"/>
                  <a:gd name="T4" fmla="*/ 68 w 13"/>
                  <a:gd name="T5" fmla="*/ 76 h 89"/>
                  <a:gd name="T6" fmla="*/ 81 w 13"/>
                  <a:gd name="T7" fmla="*/ 0 h 89"/>
                  <a:gd name="T8" fmla="*/ 24 w 13"/>
                  <a:gd name="T9" fmla="*/ 475 h 8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89">
                    <a:moveTo>
                      <a:pt x="4" y="76"/>
                    </a:moveTo>
                    <a:cubicBezTo>
                      <a:pt x="5" y="89"/>
                      <a:pt x="5" y="50"/>
                      <a:pt x="6" y="38"/>
                    </a:cubicBezTo>
                    <a:cubicBezTo>
                      <a:pt x="7" y="29"/>
                      <a:pt x="8" y="21"/>
                      <a:pt x="11" y="12"/>
                    </a:cubicBezTo>
                    <a:cubicBezTo>
                      <a:pt x="11" y="9"/>
                      <a:pt x="12" y="4"/>
                      <a:pt x="13" y="0"/>
                    </a:cubicBezTo>
                    <a:cubicBezTo>
                      <a:pt x="13" y="0"/>
                      <a:pt x="0" y="34"/>
                      <a:pt x="4" y="76"/>
                    </a:cubicBezTo>
                    <a:close/>
                  </a:path>
                </a:pathLst>
              </a:custGeom>
              <a:solidFill>
                <a:srgbClr val="EFCA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019" name="Freeform 641">
                <a:extLst>
                  <a:ext uri="{FF2B5EF4-FFF2-40B4-BE49-F238E27FC236}">
                    <a16:creationId xmlns:a16="http://schemas.microsoft.com/office/drawing/2014/main" id="{EF2DDC16-D529-47B3-9B34-DEDDAABB10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2" y="2066"/>
                <a:ext cx="14" cy="65"/>
              </a:xfrm>
              <a:custGeom>
                <a:avLst/>
                <a:gdLst>
                  <a:gd name="T0" fmla="*/ 44 w 8"/>
                  <a:gd name="T1" fmla="*/ 225 h 35"/>
                  <a:gd name="T2" fmla="*/ 16 w 8"/>
                  <a:gd name="T3" fmla="*/ 69 h 35"/>
                  <a:gd name="T4" fmla="*/ 44 w 8"/>
                  <a:gd name="T5" fmla="*/ 225 h 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35">
                    <a:moveTo>
                      <a:pt x="8" y="35"/>
                    </a:moveTo>
                    <a:cubicBezTo>
                      <a:pt x="5" y="28"/>
                      <a:pt x="2" y="19"/>
                      <a:pt x="3" y="11"/>
                    </a:cubicBezTo>
                    <a:cubicBezTo>
                      <a:pt x="6" y="0"/>
                      <a:pt x="0" y="22"/>
                      <a:pt x="8" y="35"/>
                    </a:cubicBezTo>
                    <a:close/>
                  </a:path>
                </a:pathLst>
              </a:custGeom>
              <a:solidFill>
                <a:srgbClr val="EFCA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020" name="Freeform 642">
                <a:extLst>
                  <a:ext uri="{FF2B5EF4-FFF2-40B4-BE49-F238E27FC236}">
                    <a16:creationId xmlns:a16="http://schemas.microsoft.com/office/drawing/2014/main" id="{28BE9BED-C91F-4846-98C1-6876BC3BCD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8" y="1858"/>
                <a:ext cx="26" cy="164"/>
              </a:xfrm>
              <a:custGeom>
                <a:avLst/>
                <a:gdLst>
                  <a:gd name="T0" fmla="*/ 59 w 14"/>
                  <a:gd name="T1" fmla="*/ 475 h 89"/>
                  <a:gd name="T2" fmla="*/ 45 w 14"/>
                  <a:gd name="T3" fmla="*/ 238 h 89"/>
                  <a:gd name="T4" fmla="*/ 20 w 14"/>
                  <a:gd name="T5" fmla="*/ 76 h 89"/>
                  <a:gd name="T6" fmla="*/ 0 w 14"/>
                  <a:gd name="T7" fmla="*/ 0 h 89"/>
                  <a:gd name="T8" fmla="*/ 59 w 14"/>
                  <a:gd name="T9" fmla="*/ 475 h 8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89">
                    <a:moveTo>
                      <a:pt x="9" y="76"/>
                    </a:moveTo>
                    <a:cubicBezTo>
                      <a:pt x="8" y="89"/>
                      <a:pt x="9" y="50"/>
                      <a:pt x="7" y="38"/>
                    </a:cubicBezTo>
                    <a:cubicBezTo>
                      <a:pt x="6" y="29"/>
                      <a:pt x="5" y="21"/>
                      <a:pt x="3" y="12"/>
                    </a:cubicBezTo>
                    <a:cubicBezTo>
                      <a:pt x="2" y="9"/>
                      <a:pt x="1" y="4"/>
                      <a:pt x="0" y="0"/>
                    </a:cubicBezTo>
                    <a:cubicBezTo>
                      <a:pt x="0" y="0"/>
                      <a:pt x="14" y="34"/>
                      <a:pt x="9" y="76"/>
                    </a:cubicBezTo>
                    <a:close/>
                  </a:path>
                </a:pathLst>
              </a:custGeom>
              <a:solidFill>
                <a:srgbClr val="EFCA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021" name="Freeform 643">
                <a:extLst>
                  <a:ext uri="{FF2B5EF4-FFF2-40B4-BE49-F238E27FC236}">
                    <a16:creationId xmlns:a16="http://schemas.microsoft.com/office/drawing/2014/main" id="{A7732F6C-EE9D-48BF-A364-A1A342D6CA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2" y="2066"/>
                <a:ext cx="15" cy="65"/>
              </a:xfrm>
              <a:custGeom>
                <a:avLst/>
                <a:gdLst>
                  <a:gd name="T0" fmla="*/ 0 w 8"/>
                  <a:gd name="T1" fmla="*/ 225 h 35"/>
                  <a:gd name="T2" fmla="*/ 32 w 8"/>
                  <a:gd name="T3" fmla="*/ 69 h 35"/>
                  <a:gd name="T4" fmla="*/ 0 w 8"/>
                  <a:gd name="T5" fmla="*/ 225 h 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35">
                    <a:moveTo>
                      <a:pt x="0" y="35"/>
                    </a:moveTo>
                    <a:cubicBezTo>
                      <a:pt x="3" y="28"/>
                      <a:pt x="6" y="19"/>
                      <a:pt x="5" y="11"/>
                    </a:cubicBezTo>
                    <a:cubicBezTo>
                      <a:pt x="2" y="0"/>
                      <a:pt x="8" y="22"/>
                      <a:pt x="0" y="35"/>
                    </a:cubicBezTo>
                    <a:close/>
                  </a:path>
                </a:pathLst>
              </a:custGeom>
              <a:solidFill>
                <a:srgbClr val="EFCA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022" name="Freeform 644">
                <a:extLst>
                  <a:ext uri="{FF2B5EF4-FFF2-40B4-BE49-F238E27FC236}">
                    <a16:creationId xmlns:a16="http://schemas.microsoft.com/office/drawing/2014/main" id="{58E92A68-AD69-477B-AF62-AACB548EF1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5" y="2486"/>
                <a:ext cx="27" cy="127"/>
              </a:xfrm>
              <a:custGeom>
                <a:avLst/>
                <a:gdLst>
                  <a:gd name="T0" fmla="*/ 81 w 15"/>
                  <a:gd name="T1" fmla="*/ 431 h 69"/>
                  <a:gd name="T2" fmla="*/ 13 w 15"/>
                  <a:gd name="T3" fmla="*/ 201 h 69"/>
                  <a:gd name="T4" fmla="*/ 13 w 15"/>
                  <a:gd name="T5" fmla="*/ 0 h 6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69">
                    <a:moveTo>
                      <a:pt x="14" y="69"/>
                    </a:moveTo>
                    <a:cubicBezTo>
                      <a:pt x="15" y="56"/>
                      <a:pt x="5" y="43"/>
                      <a:pt x="2" y="32"/>
                    </a:cubicBezTo>
                    <a:cubicBezTo>
                      <a:pt x="0" y="22"/>
                      <a:pt x="1" y="10"/>
                      <a:pt x="2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023" name="Freeform 645">
                <a:extLst>
                  <a:ext uri="{FF2B5EF4-FFF2-40B4-BE49-F238E27FC236}">
                    <a16:creationId xmlns:a16="http://schemas.microsoft.com/office/drawing/2014/main" id="{893F7845-5DEB-4C15-9D5F-BC6AB95249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1" y="2488"/>
                <a:ext cx="6" cy="9"/>
              </a:xfrm>
              <a:custGeom>
                <a:avLst/>
                <a:gdLst>
                  <a:gd name="T0" fmla="*/ 24 w 3"/>
                  <a:gd name="T1" fmla="*/ 29 h 5"/>
                  <a:gd name="T2" fmla="*/ 0 w 3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5">
                    <a:moveTo>
                      <a:pt x="3" y="5"/>
                    </a:moveTo>
                    <a:cubicBezTo>
                      <a:pt x="3" y="3"/>
                      <a:pt x="2" y="1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024" name="Freeform 646">
                <a:extLst>
                  <a:ext uri="{FF2B5EF4-FFF2-40B4-BE49-F238E27FC236}">
                    <a16:creationId xmlns:a16="http://schemas.microsoft.com/office/drawing/2014/main" id="{D55B6FF1-52E6-461D-9375-88EAAC5B27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7" y="2509"/>
                <a:ext cx="20" cy="73"/>
              </a:xfrm>
              <a:custGeom>
                <a:avLst/>
                <a:gdLst>
                  <a:gd name="T0" fmla="*/ 65 w 11"/>
                  <a:gd name="T1" fmla="*/ 243 h 40"/>
                  <a:gd name="T2" fmla="*/ 29 w 11"/>
                  <a:gd name="T3" fmla="*/ 104 h 40"/>
                  <a:gd name="T4" fmla="*/ 0 w 11"/>
                  <a:gd name="T5" fmla="*/ 0 h 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40">
                    <a:moveTo>
                      <a:pt x="11" y="40"/>
                    </a:moveTo>
                    <a:cubicBezTo>
                      <a:pt x="9" y="32"/>
                      <a:pt x="7" y="25"/>
                      <a:pt x="5" y="17"/>
                    </a:cubicBezTo>
                    <a:cubicBezTo>
                      <a:pt x="4" y="11"/>
                      <a:pt x="1" y="6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025" name="Freeform 647">
                <a:extLst>
                  <a:ext uri="{FF2B5EF4-FFF2-40B4-BE49-F238E27FC236}">
                    <a16:creationId xmlns:a16="http://schemas.microsoft.com/office/drawing/2014/main" id="{40F5954E-1BFE-414A-AED5-C0E9911FE4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5" y="2503"/>
                <a:ext cx="22" cy="94"/>
              </a:xfrm>
              <a:custGeom>
                <a:avLst/>
                <a:gdLst>
                  <a:gd name="T0" fmla="*/ 73 w 12"/>
                  <a:gd name="T1" fmla="*/ 319 h 51"/>
                  <a:gd name="T2" fmla="*/ 24 w 12"/>
                  <a:gd name="T3" fmla="*/ 170 h 51"/>
                  <a:gd name="T4" fmla="*/ 0 w 12"/>
                  <a:gd name="T5" fmla="*/ 0 h 5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51">
                    <a:moveTo>
                      <a:pt x="12" y="51"/>
                    </a:moveTo>
                    <a:cubicBezTo>
                      <a:pt x="10" y="45"/>
                      <a:pt x="6" y="32"/>
                      <a:pt x="4" y="27"/>
                    </a:cubicBezTo>
                    <a:cubicBezTo>
                      <a:pt x="0" y="19"/>
                      <a:pt x="2" y="8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026" name="Freeform 648">
                <a:extLst>
                  <a:ext uri="{FF2B5EF4-FFF2-40B4-BE49-F238E27FC236}">
                    <a16:creationId xmlns:a16="http://schemas.microsoft.com/office/drawing/2014/main" id="{60EF01B2-1D44-4374-AC9A-60EA8C3FB8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5" y="2494"/>
                <a:ext cx="2" cy="9"/>
              </a:xfrm>
              <a:custGeom>
                <a:avLst/>
                <a:gdLst>
                  <a:gd name="T0" fmla="*/ 8 w 1"/>
                  <a:gd name="T1" fmla="*/ 29 h 5"/>
                  <a:gd name="T2" fmla="*/ 0 w 1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5">
                    <a:moveTo>
                      <a:pt x="1" y="5"/>
                    </a:moveTo>
                    <a:cubicBezTo>
                      <a:pt x="1" y="3"/>
                      <a:pt x="1" y="2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027" name="Freeform 649">
                <a:extLst>
                  <a:ext uri="{FF2B5EF4-FFF2-40B4-BE49-F238E27FC236}">
                    <a16:creationId xmlns:a16="http://schemas.microsoft.com/office/drawing/2014/main" id="{FA6B4F9A-BF99-4CD1-B45D-9FE5BE82F6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9" y="2496"/>
                <a:ext cx="6" cy="9"/>
              </a:xfrm>
              <a:custGeom>
                <a:avLst/>
                <a:gdLst>
                  <a:gd name="T0" fmla="*/ 24 w 3"/>
                  <a:gd name="T1" fmla="*/ 29 h 5"/>
                  <a:gd name="T2" fmla="*/ 0 w 3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5">
                    <a:moveTo>
                      <a:pt x="3" y="5"/>
                    </a:moveTo>
                    <a:cubicBezTo>
                      <a:pt x="3" y="3"/>
                      <a:pt x="1" y="2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028" name="Freeform 650">
                <a:extLst>
                  <a:ext uri="{FF2B5EF4-FFF2-40B4-BE49-F238E27FC236}">
                    <a16:creationId xmlns:a16="http://schemas.microsoft.com/office/drawing/2014/main" id="{6277C463-D240-459D-9B95-7DA7C9D31F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1" y="2512"/>
                <a:ext cx="7" cy="4"/>
              </a:xfrm>
              <a:custGeom>
                <a:avLst/>
                <a:gdLst>
                  <a:gd name="T0" fmla="*/ 21 w 4"/>
                  <a:gd name="T1" fmla="*/ 16 h 2"/>
                  <a:gd name="T2" fmla="*/ 0 w 4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2" y="0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029" name="Freeform 651">
                <a:extLst>
                  <a:ext uri="{FF2B5EF4-FFF2-40B4-BE49-F238E27FC236}">
                    <a16:creationId xmlns:a16="http://schemas.microsoft.com/office/drawing/2014/main" id="{86959423-CEAB-40A2-ADCA-47B1682416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0" y="1416"/>
                <a:ext cx="139" cy="43"/>
              </a:xfrm>
              <a:custGeom>
                <a:avLst/>
                <a:gdLst>
                  <a:gd name="T0" fmla="*/ 478 w 75"/>
                  <a:gd name="T1" fmla="*/ 129 h 23"/>
                  <a:gd name="T2" fmla="*/ 382 w 75"/>
                  <a:gd name="T3" fmla="*/ 84 h 23"/>
                  <a:gd name="T4" fmla="*/ 222 w 75"/>
                  <a:gd name="T5" fmla="*/ 45 h 23"/>
                  <a:gd name="T6" fmla="*/ 0 w 75"/>
                  <a:gd name="T7" fmla="*/ 7 h 23"/>
                  <a:gd name="T8" fmla="*/ 120 w 75"/>
                  <a:gd name="T9" fmla="*/ 45 h 23"/>
                  <a:gd name="T10" fmla="*/ 274 w 75"/>
                  <a:gd name="T11" fmla="*/ 105 h 23"/>
                  <a:gd name="T12" fmla="*/ 395 w 75"/>
                  <a:gd name="T13" fmla="*/ 129 h 23"/>
                  <a:gd name="T14" fmla="*/ 463 w 75"/>
                  <a:gd name="T15" fmla="*/ 144 h 2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5" h="23">
                    <a:moveTo>
                      <a:pt x="75" y="20"/>
                    </a:moveTo>
                    <a:cubicBezTo>
                      <a:pt x="70" y="18"/>
                      <a:pt x="65" y="15"/>
                      <a:pt x="60" y="13"/>
                    </a:cubicBezTo>
                    <a:cubicBezTo>
                      <a:pt x="52" y="10"/>
                      <a:pt x="44" y="9"/>
                      <a:pt x="35" y="7"/>
                    </a:cubicBezTo>
                    <a:cubicBezTo>
                      <a:pt x="24" y="5"/>
                      <a:pt x="12" y="2"/>
                      <a:pt x="0" y="1"/>
                    </a:cubicBezTo>
                    <a:cubicBezTo>
                      <a:pt x="6" y="0"/>
                      <a:pt x="13" y="5"/>
                      <a:pt x="19" y="7"/>
                    </a:cubicBezTo>
                    <a:cubicBezTo>
                      <a:pt x="27" y="10"/>
                      <a:pt x="35" y="13"/>
                      <a:pt x="43" y="16"/>
                    </a:cubicBezTo>
                    <a:cubicBezTo>
                      <a:pt x="49" y="17"/>
                      <a:pt x="56" y="19"/>
                      <a:pt x="62" y="20"/>
                    </a:cubicBezTo>
                    <a:cubicBezTo>
                      <a:pt x="65" y="21"/>
                      <a:pt x="71" y="23"/>
                      <a:pt x="73" y="22"/>
                    </a:cubicBezTo>
                  </a:path>
                </a:pathLst>
              </a:custGeom>
              <a:solidFill>
                <a:srgbClr val="FDF3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030" name="Freeform 652">
                <a:extLst>
                  <a:ext uri="{FF2B5EF4-FFF2-40B4-BE49-F238E27FC236}">
                    <a16:creationId xmlns:a16="http://schemas.microsoft.com/office/drawing/2014/main" id="{3F5DBD69-A683-4AE0-AA62-3E626B2B1D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0" y="1398"/>
                <a:ext cx="111" cy="35"/>
              </a:xfrm>
              <a:custGeom>
                <a:avLst/>
                <a:gdLst>
                  <a:gd name="T0" fmla="*/ 379 w 60"/>
                  <a:gd name="T1" fmla="*/ 118 h 19"/>
                  <a:gd name="T2" fmla="*/ 202 w 60"/>
                  <a:gd name="T3" fmla="*/ 37 h 19"/>
                  <a:gd name="T4" fmla="*/ 0 w 60"/>
                  <a:gd name="T5" fmla="*/ 0 h 19"/>
                  <a:gd name="T6" fmla="*/ 216 w 60"/>
                  <a:gd name="T7" fmla="*/ 24 h 19"/>
                  <a:gd name="T8" fmla="*/ 374 w 60"/>
                  <a:gd name="T9" fmla="*/ 98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0" h="19">
                    <a:moveTo>
                      <a:pt x="60" y="19"/>
                    </a:moveTo>
                    <a:cubicBezTo>
                      <a:pt x="51" y="14"/>
                      <a:pt x="42" y="10"/>
                      <a:pt x="32" y="6"/>
                    </a:cubicBezTo>
                    <a:cubicBezTo>
                      <a:pt x="23" y="2"/>
                      <a:pt x="10" y="1"/>
                      <a:pt x="0" y="0"/>
                    </a:cubicBezTo>
                    <a:cubicBezTo>
                      <a:pt x="11" y="1"/>
                      <a:pt x="23" y="1"/>
                      <a:pt x="34" y="4"/>
                    </a:cubicBezTo>
                    <a:cubicBezTo>
                      <a:pt x="43" y="6"/>
                      <a:pt x="50" y="12"/>
                      <a:pt x="59" y="16"/>
                    </a:cubicBezTo>
                  </a:path>
                </a:pathLst>
              </a:custGeom>
              <a:solidFill>
                <a:srgbClr val="EFCA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031" name="Freeform 653">
                <a:extLst>
                  <a:ext uri="{FF2B5EF4-FFF2-40B4-BE49-F238E27FC236}">
                    <a16:creationId xmlns:a16="http://schemas.microsoft.com/office/drawing/2014/main" id="{9AC5BA74-046C-45C8-B3D7-2381E5AC4B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0" y="1687"/>
                <a:ext cx="69" cy="35"/>
              </a:xfrm>
              <a:custGeom>
                <a:avLst/>
                <a:gdLst>
                  <a:gd name="T0" fmla="*/ 241 w 37"/>
                  <a:gd name="T1" fmla="*/ 76 h 19"/>
                  <a:gd name="T2" fmla="*/ 0 w 37"/>
                  <a:gd name="T3" fmla="*/ 0 h 19"/>
                  <a:gd name="T4" fmla="*/ 241 w 37"/>
                  <a:gd name="T5" fmla="*/ 76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7" h="19">
                    <a:moveTo>
                      <a:pt x="37" y="12"/>
                    </a:moveTo>
                    <a:cubicBezTo>
                      <a:pt x="37" y="12"/>
                      <a:pt x="12" y="15"/>
                      <a:pt x="0" y="0"/>
                    </a:cubicBezTo>
                    <a:cubicBezTo>
                      <a:pt x="0" y="0"/>
                      <a:pt x="3" y="19"/>
                      <a:pt x="37" y="12"/>
                    </a:cubicBezTo>
                    <a:close/>
                  </a:path>
                </a:pathLst>
              </a:custGeom>
              <a:solidFill>
                <a:srgbClr val="FDF3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032" name="Freeform 654">
                <a:extLst>
                  <a:ext uri="{FF2B5EF4-FFF2-40B4-BE49-F238E27FC236}">
                    <a16:creationId xmlns:a16="http://schemas.microsoft.com/office/drawing/2014/main" id="{477D0168-DEE0-466B-8CAF-FD12EDF00F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0" y="2490"/>
                <a:ext cx="34" cy="127"/>
              </a:xfrm>
              <a:custGeom>
                <a:avLst/>
                <a:gdLst>
                  <a:gd name="T0" fmla="*/ 8 w 18"/>
                  <a:gd name="T1" fmla="*/ 0 h 69"/>
                  <a:gd name="T2" fmla="*/ 8 w 18"/>
                  <a:gd name="T3" fmla="*/ 142 h 69"/>
                  <a:gd name="T4" fmla="*/ 53 w 18"/>
                  <a:gd name="T5" fmla="*/ 261 h 69"/>
                  <a:gd name="T6" fmla="*/ 89 w 18"/>
                  <a:gd name="T7" fmla="*/ 379 h 69"/>
                  <a:gd name="T8" fmla="*/ 108 w 18"/>
                  <a:gd name="T9" fmla="*/ 410 h 69"/>
                  <a:gd name="T10" fmla="*/ 81 w 18"/>
                  <a:gd name="T11" fmla="*/ 294 h 69"/>
                  <a:gd name="T12" fmla="*/ 8 w 18"/>
                  <a:gd name="T13" fmla="*/ 20 h 6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69">
                    <a:moveTo>
                      <a:pt x="1" y="0"/>
                    </a:moveTo>
                    <a:cubicBezTo>
                      <a:pt x="1" y="7"/>
                      <a:pt x="0" y="15"/>
                      <a:pt x="1" y="23"/>
                    </a:cubicBezTo>
                    <a:cubicBezTo>
                      <a:pt x="2" y="30"/>
                      <a:pt x="5" y="36"/>
                      <a:pt x="8" y="42"/>
                    </a:cubicBezTo>
                    <a:cubicBezTo>
                      <a:pt x="10" y="48"/>
                      <a:pt x="11" y="55"/>
                      <a:pt x="13" y="61"/>
                    </a:cubicBezTo>
                    <a:cubicBezTo>
                      <a:pt x="13" y="62"/>
                      <a:pt x="13" y="69"/>
                      <a:pt x="16" y="66"/>
                    </a:cubicBezTo>
                    <a:cubicBezTo>
                      <a:pt x="18" y="63"/>
                      <a:pt x="13" y="50"/>
                      <a:pt x="12" y="47"/>
                    </a:cubicBezTo>
                    <a:cubicBezTo>
                      <a:pt x="8" y="33"/>
                      <a:pt x="3" y="18"/>
                      <a:pt x="1" y="3"/>
                    </a:cubicBezTo>
                  </a:path>
                </a:pathLst>
              </a:custGeom>
              <a:solidFill>
                <a:srgbClr val="FDF3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033" name="Freeform 655">
                <a:extLst>
                  <a:ext uri="{FF2B5EF4-FFF2-40B4-BE49-F238E27FC236}">
                    <a16:creationId xmlns:a16="http://schemas.microsoft.com/office/drawing/2014/main" id="{47A5E0A1-159B-4A35-A9D8-6E4929BD21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1" y="2501"/>
                <a:ext cx="35" cy="112"/>
              </a:xfrm>
              <a:custGeom>
                <a:avLst/>
                <a:gdLst>
                  <a:gd name="T0" fmla="*/ 0 w 19"/>
                  <a:gd name="T1" fmla="*/ 0 h 61"/>
                  <a:gd name="T2" fmla="*/ 7 w 19"/>
                  <a:gd name="T3" fmla="*/ 94 h 61"/>
                  <a:gd name="T4" fmla="*/ 24 w 19"/>
                  <a:gd name="T5" fmla="*/ 154 h 61"/>
                  <a:gd name="T6" fmla="*/ 76 w 19"/>
                  <a:gd name="T7" fmla="*/ 290 h 61"/>
                  <a:gd name="T8" fmla="*/ 96 w 19"/>
                  <a:gd name="T9" fmla="*/ 340 h 61"/>
                  <a:gd name="T10" fmla="*/ 96 w 19"/>
                  <a:gd name="T11" fmla="*/ 290 h 61"/>
                  <a:gd name="T12" fmla="*/ 7 w 19"/>
                  <a:gd name="T13" fmla="*/ 13 h 6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61">
                    <a:moveTo>
                      <a:pt x="0" y="0"/>
                    </a:moveTo>
                    <a:cubicBezTo>
                      <a:pt x="0" y="5"/>
                      <a:pt x="1" y="10"/>
                      <a:pt x="1" y="15"/>
                    </a:cubicBezTo>
                    <a:cubicBezTo>
                      <a:pt x="1" y="19"/>
                      <a:pt x="2" y="22"/>
                      <a:pt x="4" y="25"/>
                    </a:cubicBezTo>
                    <a:cubicBezTo>
                      <a:pt x="6" y="32"/>
                      <a:pt x="10" y="40"/>
                      <a:pt x="12" y="47"/>
                    </a:cubicBezTo>
                    <a:cubicBezTo>
                      <a:pt x="13" y="50"/>
                      <a:pt x="13" y="53"/>
                      <a:pt x="15" y="55"/>
                    </a:cubicBezTo>
                    <a:cubicBezTo>
                      <a:pt x="19" y="61"/>
                      <a:pt x="16" y="49"/>
                      <a:pt x="15" y="47"/>
                    </a:cubicBezTo>
                    <a:cubicBezTo>
                      <a:pt x="10" y="32"/>
                      <a:pt x="3" y="18"/>
                      <a:pt x="1" y="2"/>
                    </a:cubicBezTo>
                  </a:path>
                </a:pathLst>
              </a:custGeom>
              <a:solidFill>
                <a:srgbClr val="FDF3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034" name="Freeform 656">
                <a:extLst>
                  <a:ext uri="{FF2B5EF4-FFF2-40B4-BE49-F238E27FC236}">
                    <a16:creationId xmlns:a16="http://schemas.microsoft.com/office/drawing/2014/main" id="{EB877847-8A7C-456E-97C7-3741C47585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2" y="2509"/>
                <a:ext cx="26" cy="82"/>
              </a:xfrm>
              <a:custGeom>
                <a:avLst/>
                <a:gdLst>
                  <a:gd name="T0" fmla="*/ 0 w 14"/>
                  <a:gd name="T1" fmla="*/ 0 h 45"/>
                  <a:gd name="T2" fmla="*/ 20 w 14"/>
                  <a:gd name="T3" fmla="*/ 53 h 45"/>
                  <a:gd name="T4" fmla="*/ 32 w 14"/>
                  <a:gd name="T5" fmla="*/ 109 h 45"/>
                  <a:gd name="T6" fmla="*/ 52 w 14"/>
                  <a:gd name="T7" fmla="*/ 213 h 45"/>
                  <a:gd name="T8" fmla="*/ 65 w 14"/>
                  <a:gd name="T9" fmla="*/ 255 h 45"/>
                  <a:gd name="T10" fmla="*/ 69 w 14"/>
                  <a:gd name="T11" fmla="*/ 213 h 45"/>
                  <a:gd name="T12" fmla="*/ 45 w 14"/>
                  <a:gd name="T13" fmla="*/ 126 h 45"/>
                  <a:gd name="T14" fmla="*/ 13 w 14"/>
                  <a:gd name="T15" fmla="*/ 44 h 4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4" h="45">
                    <a:moveTo>
                      <a:pt x="0" y="0"/>
                    </a:moveTo>
                    <a:cubicBezTo>
                      <a:pt x="0" y="3"/>
                      <a:pt x="2" y="6"/>
                      <a:pt x="3" y="9"/>
                    </a:cubicBezTo>
                    <a:cubicBezTo>
                      <a:pt x="4" y="12"/>
                      <a:pt x="4" y="15"/>
                      <a:pt x="5" y="18"/>
                    </a:cubicBezTo>
                    <a:cubicBezTo>
                      <a:pt x="6" y="24"/>
                      <a:pt x="7" y="29"/>
                      <a:pt x="8" y="35"/>
                    </a:cubicBezTo>
                    <a:cubicBezTo>
                      <a:pt x="9" y="37"/>
                      <a:pt x="9" y="41"/>
                      <a:pt x="10" y="42"/>
                    </a:cubicBezTo>
                    <a:cubicBezTo>
                      <a:pt x="14" y="45"/>
                      <a:pt x="11" y="37"/>
                      <a:pt x="11" y="35"/>
                    </a:cubicBezTo>
                    <a:cubicBezTo>
                      <a:pt x="10" y="31"/>
                      <a:pt x="9" y="26"/>
                      <a:pt x="7" y="21"/>
                    </a:cubicBezTo>
                    <a:cubicBezTo>
                      <a:pt x="6" y="17"/>
                      <a:pt x="4" y="11"/>
                      <a:pt x="2" y="7"/>
                    </a:cubicBezTo>
                  </a:path>
                </a:pathLst>
              </a:custGeom>
              <a:solidFill>
                <a:srgbClr val="FDF3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035" name="Freeform 657">
                <a:extLst>
                  <a:ext uri="{FF2B5EF4-FFF2-40B4-BE49-F238E27FC236}">
                    <a16:creationId xmlns:a16="http://schemas.microsoft.com/office/drawing/2014/main" id="{F757C43A-4813-41F1-8B58-FCA81FED9A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9" y="2520"/>
                <a:ext cx="19" cy="40"/>
              </a:xfrm>
              <a:custGeom>
                <a:avLst/>
                <a:gdLst>
                  <a:gd name="T0" fmla="*/ 0 w 10"/>
                  <a:gd name="T1" fmla="*/ 0 h 22"/>
                  <a:gd name="T2" fmla="*/ 68 w 10"/>
                  <a:gd name="T3" fmla="*/ 133 h 22"/>
                  <a:gd name="T4" fmla="*/ 40 w 10"/>
                  <a:gd name="T5" fmla="*/ 73 h 22"/>
                  <a:gd name="T6" fmla="*/ 15 w 10"/>
                  <a:gd name="T7" fmla="*/ 13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22">
                    <a:moveTo>
                      <a:pt x="0" y="0"/>
                    </a:moveTo>
                    <a:cubicBezTo>
                      <a:pt x="1" y="7"/>
                      <a:pt x="4" y="19"/>
                      <a:pt x="10" y="22"/>
                    </a:cubicBezTo>
                    <a:cubicBezTo>
                      <a:pt x="10" y="19"/>
                      <a:pt x="7" y="15"/>
                      <a:pt x="6" y="12"/>
                    </a:cubicBezTo>
                    <a:cubicBezTo>
                      <a:pt x="5" y="9"/>
                      <a:pt x="3" y="5"/>
                      <a:pt x="2" y="2"/>
                    </a:cubicBezTo>
                  </a:path>
                </a:pathLst>
              </a:custGeom>
              <a:solidFill>
                <a:srgbClr val="FDF3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036" name="Freeform 658">
                <a:extLst>
                  <a:ext uri="{FF2B5EF4-FFF2-40B4-BE49-F238E27FC236}">
                    <a16:creationId xmlns:a16="http://schemas.microsoft.com/office/drawing/2014/main" id="{7B755235-56B5-4E1E-B4C6-CED11C74E3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9" y="1407"/>
                <a:ext cx="103" cy="129"/>
              </a:xfrm>
              <a:custGeom>
                <a:avLst/>
                <a:gdLst>
                  <a:gd name="T0" fmla="*/ 348 w 56"/>
                  <a:gd name="T1" fmla="*/ 0 h 70"/>
                  <a:gd name="T2" fmla="*/ 0 w 56"/>
                  <a:gd name="T3" fmla="*/ 439 h 70"/>
                  <a:gd name="T4" fmla="*/ 348 w 56"/>
                  <a:gd name="T5" fmla="*/ 0 h 7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6" h="70">
                    <a:moveTo>
                      <a:pt x="56" y="0"/>
                    </a:moveTo>
                    <a:cubicBezTo>
                      <a:pt x="56" y="0"/>
                      <a:pt x="10" y="3"/>
                      <a:pt x="0" y="70"/>
                    </a:cubicBezTo>
                    <a:cubicBezTo>
                      <a:pt x="0" y="70"/>
                      <a:pt x="9" y="27"/>
                      <a:pt x="56" y="0"/>
                    </a:cubicBezTo>
                    <a:close/>
                  </a:path>
                </a:pathLst>
              </a:custGeom>
              <a:solidFill>
                <a:srgbClr val="FDF3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037" name="Freeform 659">
                <a:extLst>
                  <a:ext uri="{FF2B5EF4-FFF2-40B4-BE49-F238E27FC236}">
                    <a16:creationId xmlns:a16="http://schemas.microsoft.com/office/drawing/2014/main" id="{0EC14F49-DB25-4F5A-94B3-B7BA3950AF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4" y="1641"/>
                <a:ext cx="70" cy="551"/>
              </a:xfrm>
              <a:custGeom>
                <a:avLst/>
                <a:gdLst>
                  <a:gd name="T0" fmla="*/ 238 w 38"/>
                  <a:gd name="T1" fmla="*/ 0 h 299"/>
                  <a:gd name="T2" fmla="*/ 125 w 38"/>
                  <a:gd name="T3" fmla="*/ 557 h 299"/>
                  <a:gd name="T4" fmla="*/ 52 w 38"/>
                  <a:gd name="T5" fmla="*/ 1870 h 299"/>
                  <a:gd name="T6" fmla="*/ 81 w 38"/>
                  <a:gd name="T7" fmla="*/ 1128 h 299"/>
                  <a:gd name="T8" fmla="*/ 157 w 38"/>
                  <a:gd name="T9" fmla="*/ 601 h 299"/>
                  <a:gd name="T10" fmla="*/ 238 w 38"/>
                  <a:gd name="T11" fmla="*/ 0 h 29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8" h="299">
                    <a:moveTo>
                      <a:pt x="38" y="0"/>
                    </a:moveTo>
                    <a:cubicBezTo>
                      <a:pt x="38" y="0"/>
                      <a:pt x="25" y="67"/>
                      <a:pt x="20" y="89"/>
                    </a:cubicBezTo>
                    <a:cubicBezTo>
                      <a:pt x="15" y="112"/>
                      <a:pt x="0" y="144"/>
                      <a:pt x="8" y="299"/>
                    </a:cubicBezTo>
                    <a:cubicBezTo>
                      <a:pt x="8" y="299"/>
                      <a:pt x="10" y="224"/>
                      <a:pt x="13" y="180"/>
                    </a:cubicBezTo>
                    <a:cubicBezTo>
                      <a:pt x="15" y="146"/>
                      <a:pt x="16" y="119"/>
                      <a:pt x="25" y="96"/>
                    </a:cubicBezTo>
                    <a:cubicBezTo>
                      <a:pt x="33" y="73"/>
                      <a:pt x="38" y="0"/>
                      <a:pt x="38" y="0"/>
                    </a:cubicBezTo>
                    <a:close/>
                  </a:path>
                </a:pathLst>
              </a:custGeom>
              <a:solidFill>
                <a:srgbClr val="FDF3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038" name="Freeform 660">
                <a:extLst>
                  <a:ext uri="{FF2B5EF4-FFF2-40B4-BE49-F238E27FC236}">
                    <a16:creationId xmlns:a16="http://schemas.microsoft.com/office/drawing/2014/main" id="{37CD29CD-21BA-477D-9C79-5B8985A74B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7" y="1816"/>
                <a:ext cx="56" cy="470"/>
              </a:xfrm>
              <a:custGeom>
                <a:avLst/>
                <a:gdLst>
                  <a:gd name="T0" fmla="*/ 196 w 30"/>
                  <a:gd name="T1" fmla="*/ 0 h 255"/>
                  <a:gd name="T2" fmla="*/ 65 w 30"/>
                  <a:gd name="T3" fmla="*/ 632 h 255"/>
                  <a:gd name="T4" fmla="*/ 0 w 30"/>
                  <a:gd name="T5" fmla="*/ 1596 h 255"/>
                  <a:gd name="T6" fmla="*/ 21 w 30"/>
                  <a:gd name="T7" fmla="*/ 914 h 255"/>
                  <a:gd name="T8" fmla="*/ 84 w 30"/>
                  <a:gd name="T9" fmla="*/ 313 h 255"/>
                  <a:gd name="T10" fmla="*/ 196 w 30"/>
                  <a:gd name="T11" fmla="*/ 0 h 25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0" h="255">
                    <a:moveTo>
                      <a:pt x="30" y="0"/>
                    </a:moveTo>
                    <a:cubicBezTo>
                      <a:pt x="30" y="0"/>
                      <a:pt x="10" y="75"/>
                      <a:pt x="10" y="101"/>
                    </a:cubicBezTo>
                    <a:cubicBezTo>
                      <a:pt x="10" y="127"/>
                      <a:pt x="5" y="234"/>
                      <a:pt x="0" y="255"/>
                    </a:cubicBezTo>
                    <a:cubicBezTo>
                      <a:pt x="0" y="255"/>
                      <a:pt x="5" y="168"/>
                      <a:pt x="3" y="146"/>
                    </a:cubicBezTo>
                    <a:cubicBezTo>
                      <a:pt x="2" y="125"/>
                      <a:pt x="8" y="67"/>
                      <a:pt x="13" y="50"/>
                    </a:cubicBezTo>
                    <a:cubicBezTo>
                      <a:pt x="19" y="32"/>
                      <a:pt x="30" y="0"/>
                      <a:pt x="30" y="0"/>
                    </a:cubicBezTo>
                    <a:close/>
                  </a:path>
                </a:pathLst>
              </a:custGeom>
              <a:solidFill>
                <a:srgbClr val="EFCA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039" name="Freeform 661">
                <a:extLst>
                  <a:ext uri="{FF2B5EF4-FFF2-40B4-BE49-F238E27FC236}">
                    <a16:creationId xmlns:a16="http://schemas.microsoft.com/office/drawing/2014/main" id="{C7385E81-1E11-412C-B54D-FB96B41159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0" y="1903"/>
                <a:ext cx="55" cy="20"/>
              </a:xfrm>
              <a:custGeom>
                <a:avLst/>
                <a:gdLst>
                  <a:gd name="T0" fmla="*/ 185 w 30"/>
                  <a:gd name="T1" fmla="*/ 65 h 11"/>
                  <a:gd name="T2" fmla="*/ 0 w 30"/>
                  <a:gd name="T3" fmla="*/ 13 h 11"/>
                  <a:gd name="T4" fmla="*/ 185 w 30"/>
                  <a:gd name="T5" fmla="*/ 65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0" h="11">
                    <a:moveTo>
                      <a:pt x="30" y="11"/>
                    </a:moveTo>
                    <a:cubicBezTo>
                      <a:pt x="30" y="11"/>
                      <a:pt x="10" y="1"/>
                      <a:pt x="0" y="2"/>
                    </a:cubicBezTo>
                    <a:cubicBezTo>
                      <a:pt x="0" y="2"/>
                      <a:pt x="22" y="0"/>
                      <a:pt x="30" y="11"/>
                    </a:cubicBezTo>
                    <a:close/>
                  </a:path>
                </a:pathLst>
              </a:custGeom>
              <a:solidFill>
                <a:srgbClr val="FDF3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040" name="Freeform 662">
                <a:extLst>
                  <a:ext uri="{FF2B5EF4-FFF2-40B4-BE49-F238E27FC236}">
                    <a16:creationId xmlns:a16="http://schemas.microsoft.com/office/drawing/2014/main" id="{42BE9D2D-7FD3-4C02-B543-904B333CB1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2" y="2958"/>
                <a:ext cx="33" cy="125"/>
              </a:xfrm>
              <a:custGeom>
                <a:avLst/>
                <a:gdLst>
                  <a:gd name="T0" fmla="*/ 7 w 18"/>
                  <a:gd name="T1" fmla="*/ 0 h 68"/>
                  <a:gd name="T2" fmla="*/ 44 w 18"/>
                  <a:gd name="T3" fmla="*/ 162 h 68"/>
                  <a:gd name="T4" fmla="*/ 81 w 18"/>
                  <a:gd name="T5" fmla="*/ 423 h 68"/>
                  <a:gd name="T6" fmla="*/ 81 w 18"/>
                  <a:gd name="T7" fmla="*/ 199 h 68"/>
                  <a:gd name="T8" fmla="*/ 24 w 18"/>
                  <a:gd name="T9" fmla="*/ 24 h 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68">
                    <a:moveTo>
                      <a:pt x="1" y="0"/>
                    </a:moveTo>
                    <a:cubicBezTo>
                      <a:pt x="0" y="11"/>
                      <a:pt x="2" y="17"/>
                      <a:pt x="7" y="26"/>
                    </a:cubicBezTo>
                    <a:cubicBezTo>
                      <a:pt x="13" y="40"/>
                      <a:pt x="11" y="54"/>
                      <a:pt x="13" y="68"/>
                    </a:cubicBezTo>
                    <a:cubicBezTo>
                      <a:pt x="18" y="60"/>
                      <a:pt x="14" y="41"/>
                      <a:pt x="13" y="32"/>
                    </a:cubicBezTo>
                    <a:cubicBezTo>
                      <a:pt x="12" y="21"/>
                      <a:pt x="10" y="13"/>
                      <a:pt x="4" y="4"/>
                    </a:cubicBezTo>
                  </a:path>
                </a:pathLst>
              </a:custGeom>
              <a:solidFill>
                <a:srgbClr val="FDF3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041" name="Freeform 663">
                <a:extLst>
                  <a:ext uri="{FF2B5EF4-FFF2-40B4-BE49-F238E27FC236}">
                    <a16:creationId xmlns:a16="http://schemas.microsoft.com/office/drawing/2014/main" id="{3CD2DAD2-7B80-4A81-B4A6-730AFBE1D9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8" y="2866"/>
                <a:ext cx="18" cy="120"/>
              </a:xfrm>
              <a:custGeom>
                <a:avLst/>
                <a:gdLst>
                  <a:gd name="T0" fmla="*/ 0 w 10"/>
                  <a:gd name="T1" fmla="*/ 0 h 65"/>
                  <a:gd name="T2" fmla="*/ 7 w 10"/>
                  <a:gd name="T3" fmla="*/ 410 h 65"/>
                  <a:gd name="T4" fmla="*/ 16 w 10"/>
                  <a:gd name="T5" fmla="*/ 76 h 6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65">
                    <a:moveTo>
                      <a:pt x="0" y="0"/>
                    </a:moveTo>
                    <a:cubicBezTo>
                      <a:pt x="10" y="18"/>
                      <a:pt x="6" y="46"/>
                      <a:pt x="1" y="65"/>
                    </a:cubicBezTo>
                    <a:cubicBezTo>
                      <a:pt x="2" y="50"/>
                      <a:pt x="8" y="27"/>
                      <a:pt x="3" y="12"/>
                    </a:cubicBezTo>
                  </a:path>
                </a:pathLst>
              </a:custGeom>
              <a:solidFill>
                <a:srgbClr val="FDF3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042" name="Freeform 664">
                <a:extLst>
                  <a:ext uri="{FF2B5EF4-FFF2-40B4-BE49-F238E27FC236}">
                    <a16:creationId xmlns:a16="http://schemas.microsoft.com/office/drawing/2014/main" id="{C71C1B9A-5E2D-4DF1-9F7D-FF4A1FA627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0" y="1648"/>
                <a:ext cx="91" cy="56"/>
              </a:xfrm>
              <a:custGeom>
                <a:avLst/>
                <a:gdLst>
                  <a:gd name="T0" fmla="*/ 314 w 49"/>
                  <a:gd name="T1" fmla="*/ 181 h 30"/>
                  <a:gd name="T2" fmla="*/ 128 w 49"/>
                  <a:gd name="T3" fmla="*/ 144 h 30"/>
                  <a:gd name="T4" fmla="*/ 0 w 49"/>
                  <a:gd name="T5" fmla="*/ 0 h 30"/>
                  <a:gd name="T6" fmla="*/ 254 w 49"/>
                  <a:gd name="T7" fmla="*/ 196 h 3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9" h="30">
                    <a:moveTo>
                      <a:pt x="49" y="28"/>
                    </a:moveTo>
                    <a:cubicBezTo>
                      <a:pt x="38" y="27"/>
                      <a:pt x="28" y="29"/>
                      <a:pt x="20" y="22"/>
                    </a:cubicBezTo>
                    <a:cubicBezTo>
                      <a:pt x="12" y="17"/>
                      <a:pt x="4" y="9"/>
                      <a:pt x="0" y="0"/>
                    </a:cubicBezTo>
                    <a:cubicBezTo>
                      <a:pt x="11" y="10"/>
                      <a:pt x="25" y="28"/>
                      <a:pt x="40" y="30"/>
                    </a:cubicBezTo>
                  </a:path>
                </a:pathLst>
              </a:custGeom>
              <a:solidFill>
                <a:srgbClr val="EFCA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043" name="Freeform 665">
                <a:extLst>
                  <a:ext uri="{FF2B5EF4-FFF2-40B4-BE49-F238E27FC236}">
                    <a16:creationId xmlns:a16="http://schemas.microsoft.com/office/drawing/2014/main" id="{C29586D1-A477-4EDC-A904-DF42707BE3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6" y="1566"/>
                <a:ext cx="37" cy="228"/>
              </a:xfrm>
              <a:custGeom>
                <a:avLst/>
                <a:gdLst>
                  <a:gd name="T0" fmla="*/ 120 w 20"/>
                  <a:gd name="T1" fmla="*/ 7 h 124"/>
                  <a:gd name="T2" fmla="*/ 105 w 20"/>
                  <a:gd name="T3" fmla="*/ 105 h 124"/>
                  <a:gd name="T4" fmla="*/ 96 w 20"/>
                  <a:gd name="T5" fmla="*/ 217 h 124"/>
                  <a:gd name="T6" fmla="*/ 89 w 20"/>
                  <a:gd name="T7" fmla="*/ 399 h 124"/>
                  <a:gd name="T8" fmla="*/ 0 w 20"/>
                  <a:gd name="T9" fmla="*/ 770 h 124"/>
                  <a:gd name="T10" fmla="*/ 52 w 20"/>
                  <a:gd name="T11" fmla="*/ 541 h 124"/>
                  <a:gd name="T12" fmla="*/ 68 w 20"/>
                  <a:gd name="T13" fmla="*/ 298 h 124"/>
                  <a:gd name="T14" fmla="*/ 96 w 20"/>
                  <a:gd name="T15" fmla="*/ 125 h 124"/>
                  <a:gd name="T16" fmla="*/ 126 w 20"/>
                  <a:gd name="T17" fmla="*/ 0 h 12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0" h="124">
                    <a:moveTo>
                      <a:pt x="19" y="1"/>
                    </a:moveTo>
                    <a:cubicBezTo>
                      <a:pt x="20" y="2"/>
                      <a:pt x="17" y="14"/>
                      <a:pt x="17" y="17"/>
                    </a:cubicBezTo>
                    <a:cubicBezTo>
                      <a:pt x="16" y="23"/>
                      <a:pt x="16" y="29"/>
                      <a:pt x="15" y="35"/>
                    </a:cubicBezTo>
                    <a:cubicBezTo>
                      <a:pt x="15" y="45"/>
                      <a:pt x="15" y="54"/>
                      <a:pt x="14" y="64"/>
                    </a:cubicBezTo>
                    <a:cubicBezTo>
                      <a:pt x="13" y="85"/>
                      <a:pt x="6" y="104"/>
                      <a:pt x="0" y="124"/>
                    </a:cubicBezTo>
                    <a:cubicBezTo>
                      <a:pt x="6" y="113"/>
                      <a:pt x="6" y="99"/>
                      <a:pt x="8" y="87"/>
                    </a:cubicBezTo>
                    <a:cubicBezTo>
                      <a:pt x="10" y="74"/>
                      <a:pt x="10" y="61"/>
                      <a:pt x="11" y="48"/>
                    </a:cubicBezTo>
                    <a:cubicBezTo>
                      <a:pt x="12" y="39"/>
                      <a:pt x="13" y="30"/>
                      <a:pt x="15" y="20"/>
                    </a:cubicBezTo>
                    <a:cubicBezTo>
                      <a:pt x="17" y="14"/>
                      <a:pt x="20" y="7"/>
                      <a:pt x="20" y="0"/>
                    </a:cubicBezTo>
                  </a:path>
                </a:pathLst>
              </a:custGeom>
              <a:solidFill>
                <a:srgbClr val="EFCA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044" name="Freeform 666">
                <a:extLst>
                  <a:ext uri="{FF2B5EF4-FFF2-40B4-BE49-F238E27FC236}">
                    <a16:creationId xmlns:a16="http://schemas.microsoft.com/office/drawing/2014/main" id="{D153AE5C-577E-4590-B5C3-E3404DAA40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4" y="1713"/>
                <a:ext cx="78" cy="772"/>
              </a:xfrm>
              <a:custGeom>
                <a:avLst/>
                <a:gdLst>
                  <a:gd name="T0" fmla="*/ 113 w 42"/>
                  <a:gd name="T1" fmla="*/ 0 h 419"/>
                  <a:gd name="T2" fmla="*/ 193 w 42"/>
                  <a:gd name="T3" fmla="*/ 750 h 419"/>
                  <a:gd name="T4" fmla="*/ 156 w 42"/>
                  <a:gd name="T5" fmla="*/ 1688 h 419"/>
                  <a:gd name="T6" fmla="*/ 0 w 42"/>
                  <a:gd name="T7" fmla="*/ 2620 h 419"/>
                  <a:gd name="T8" fmla="*/ 128 w 42"/>
                  <a:gd name="T9" fmla="*/ 1970 h 419"/>
                  <a:gd name="T10" fmla="*/ 262 w 42"/>
                  <a:gd name="T11" fmla="*/ 1093 h 419"/>
                  <a:gd name="T12" fmla="*/ 113 w 42"/>
                  <a:gd name="T13" fmla="*/ 0 h 4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2" h="419">
                    <a:moveTo>
                      <a:pt x="18" y="0"/>
                    </a:moveTo>
                    <a:cubicBezTo>
                      <a:pt x="18" y="0"/>
                      <a:pt x="22" y="72"/>
                      <a:pt x="30" y="120"/>
                    </a:cubicBezTo>
                    <a:cubicBezTo>
                      <a:pt x="38" y="167"/>
                      <a:pt x="35" y="231"/>
                      <a:pt x="24" y="270"/>
                    </a:cubicBezTo>
                    <a:cubicBezTo>
                      <a:pt x="13" y="308"/>
                      <a:pt x="0" y="364"/>
                      <a:pt x="0" y="419"/>
                    </a:cubicBezTo>
                    <a:cubicBezTo>
                      <a:pt x="0" y="419"/>
                      <a:pt x="2" y="352"/>
                      <a:pt x="20" y="315"/>
                    </a:cubicBezTo>
                    <a:cubicBezTo>
                      <a:pt x="39" y="278"/>
                      <a:pt x="40" y="193"/>
                      <a:pt x="41" y="175"/>
                    </a:cubicBezTo>
                    <a:cubicBezTo>
                      <a:pt x="42" y="157"/>
                      <a:pt x="16" y="16"/>
                      <a:pt x="18" y="0"/>
                    </a:cubicBezTo>
                    <a:close/>
                  </a:path>
                </a:pathLst>
              </a:custGeom>
              <a:solidFill>
                <a:srgbClr val="FDF3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045" name="Freeform 667">
                <a:extLst>
                  <a:ext uri="{FF2B5EF4-FFF2-40B4-BE49-F238E27FC236}">
                    <a16:creationId xmlns:a16="http://schemas.microsoft.com/office/drawing/2014/main" id="{AEC2FA14-2BEA-4362-B10F-A81258A920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5" y="2363"/>
                <a:ext cx="76" cy="147"/>
              </a:xfrm>
              <a:custGeom>
                <a:avLst/>
                <a:gdLst>
                  <a:gd name="T0" fmla="*/ 261 w 41"/>
                  <a:gd name="T1" fmla="*/ 496 h 80"/>
                  <a:gd name="T2" fmla="*/ 141 w 41"/>
                  <a:gd name="T3" fmla="*/ 274 h 80"/>
                  <a:gd name="T4" fmla="*/ 0 w 41"/>
                  <a:gd name="T5" fmla="*/ 0 h 80"/>
                  <a:gd name="T6" fmla="*/ 59 w 41"/>
                  <a:gd name="T7" fmla="*/ 118 h 80"/>
                  <a:gd name="T8" fmla="*/ 128 w 41"/>
                  <a:gd name="T9" fmla="*/ 274 h 80"/>
                  <a:gd name="T10" fmla="*/ 193 w 41"/>
                  <a:gd name="T11" fmla="*/ 384 h 80"/>
                  <a:gd name="T12" fmla="*/ 247 w 41"/>
                  <a:gd name="T13" fmla="*/ 476 h 8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1" h="80">
                    <a:moveTo>
                      <a:pt x="41" y="80"/>
                    </a:moveTo>
                    <a:cubicBezTo>
                      <a:pt x="32" y="71"/>
                      <a:pt x="27" y="55"/>
                      <a:pt x="22" y="44"/>
                    </a:cubicBezTo>
                    <a:cubicBezTo>
                      <a:pt x="15" y="29"/>
                      <a:pt x="10" y="13"/>
                      <a:pt x="0" y="0"/>
                    </a:cubicBezTo>
                    <a:cubicBezTo>
                      <a:pt x="2" y="7"/>
                      <a:pt x="6" y="13"/>
                      <a:pt x="9" y="19"/>
                    </a:cubicBezTo>
                    <a:cubicBezTo>
                      <a:pt x="13" y="27"/>
                      <a:pt x="16" y="36"/>
                      <a:pt x="20" y="44"/>
                    </a:cubicBezTo>
                    <a:cubicBezTo>
                      <a:pt x="23" y="50"/>
                      <a:pt x="27" y="56"/>
                      <a:pt x="30" y="62"/>
                    </a:cubicBezTo>
                    <a:cubicBezTo>
                      <a:pt x="33" y="66"/>
                      <a:pt x="38" y="72"/>
                      <a:pt x="39" y="77"/>
                    </a:cubicBezTo>
                  </a:path>
                </a:pathLst>
              </a:custGeom>
              <a:solidFill>
                <a:srgbClr val="EFCA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046" name="Freeform 668">
                <a:extLst>
                  <a:ext uri="{FF2B5EF4-FFF2-40B4-BE49-F238E27FC236}">
                    <a16:creationId xmlns:a16="http://schemas.microsoft.com/office/drawing/2014/main" id="{41FC57A5-B975-45D8-8328-B1893B4AB7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7" y="2667"/>
                <a:ext cx="43" cy="341"/>
              </a:xfrm>
              <a:custGeom>
                <a:avLst/>
                <a:gdLst>
                  <a:gd name="T0" fmla="*/ 150 w 23"/>
                  <a:gd name="T1" fmla="*/ 0 h 185"/>
                  <a:gd name="T2" fmla="*/ 39 w 23"/>
                  <a:gd name="T3" fmla="*/ 640 h 185"/>
                  <a:gd name="T4" fmla="*/ 24 w 23"/>
                  <a:gd name="T5" fmla="*/ 1159 h 185"/>
                  <a:gd name="T6" fmla="*/ 7 w 23"/>
                  <a:gd name="T7" fmla="*/ 826 h 185"/>
                  <a:gd name="T8" fmla="*/ 150 w 23"/>
                  <a:gd name="T9" fmla="*/ 0 h 18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185">
                    <a:moveTo>
                      <a:pt x="23" y="0"/>
                    </a:moveTo>
                    <a:cubicBezTo>
                      <a:pt x="23" y="0"/>
                      <a:pt x="8" y="77"/>
                      <a:pt x="6" y="102"/>
                    </a:cubicBezTo>
                    <a:cubicBezTo>
                      <a:pt x="3" y="127"/>
                      <a:pt x="6" y="165"/>
                      <a:pt x="4" y="185"/>
                    </a:cubicBezTo>
                    <a:cubicBezTo>
                      <a:pt x="4" y="185"/>
                      <a:pt x="3" y="145"/>
                      <a:pt x="1" y="132"/>
                    </a:cubicBezTo>
                    <a:cubicBezTo>
                      <a:pt x="0" y="118"/>
                      <a:pt x="8" y="51"/>
                      <a:pt x="23" y="0"/>
                    </a:cubicBezTo>
                    <a:close/>
                  </a:path>
                </a:pathLst>
              </a:custGeom>
              <a:solidFill>
                <a:srgbClr val="EFCA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047" name="Freeform 669">
                <a:extLst>
                  <a:ext uri="{FF2B5EF4-FFF2-40B4-BE49-F238E27FC236}">
                    <a16:creationId xmlns:a16="http://schemas.microsoft.com/office/drawing/2014/main" id="{0CBE297F-3F73-48A1-9D70-4D9501B255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6" y="3956"/>
                <a:ext cx="22" cy="41"/>
              </a:xfrm>
              <a:custGeom>
                <a:avLst/>
                <a:gdLst>
                  <a:gd name="T0" fmla="*/ 73 w 12"/>
                  <a:gd name="T1" fmla="*/ 0 h 22"/>
                  <a:gd name="T2" fmla="*/ 0 w 12"/>
                  <a:gd name="T3" fmla="*/ 142 h 22"/>
                  <a:gd name="T4" fmla="*/ 61 w 12"/>
                  <a:gd name="T5" fmla="*/ 7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22">
                    <a:moveTo>
                      <a:pt x="12" y="0"/>
                    </a:moveTo>
                    <a:cubicBezTo>
                      <a:pt x="6" y="4"/>
                      <a:pt x="1" y="15"/>
                      <a:pt x="0" y="22"/>
                    </a:cubicBezTo>
                    <a:cubicBezTo>
                      <a:pt x="0" y="13"/>
                      <a:pt x="5" y="8"/>
                      <a:pt x="10" y="1"/>
                    </a:cubicBezTo>
                  </a:path>
                </a:pathLst>
              </a:custGeom>
              <a:solidFill>
                <a:srgbClr val="EFCA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048" name="Freeform 670">
                <a:extLst>
                  <a:ext uri="{FF2B5EF4-FFF2-40B4-BE49-F238E27FC236}">
                    <a16:creationId xmlns:a16="http://schemas.microsoft.com/office/drawing/2014/main" id="{C721717E-70BE-4C3B-96D0-9B926116FC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1" y="3969"/>
                <a:ext cx="11" cy="26"/>
              </a:xfrm>
              <a:custGeom>
                <a:avLst/>
                <a:gdLst>
                  <a:gd name="T0" fmla="*/ 31 w 6"/>
                  <a:gd name="T1" fmla="*/ 0 h 14"/>
                  <a:gd name="T2" fmla="*/ 0 w 6"/>
                  <a:gd name="T3" fmla="*/ 89 h 14"/>
                  <a:gd name="T4" fmla="*/ 24 w 6"/>
                  <a:gd name="T5" fmla="*/ 7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14">
                    <a:moveTo>
                      <a:pt x="5" y="0"/>
                    </a:moveTo>
                    <a:cubicBezTo>
                      <a:pt x="6" y="4"/>
                      <a:pt x="3" y="11"/>
                      <a:pt x="0" y="14"/>
                    </a:cubicBezTo>
                    <a:cubicBezTo>
                      <a:pt x="4" y="11"/>
                      <a:pt x="2" y="5"/>
                      <a:pt x="4" y="1"/>
                    </a:cubicBezTo>
                  </a:path>
                </a:pathLst>
              </a:custGeom>
              <a:solidFill>
                <a:srgbClr val="EFCA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049" name="Freeform 671">
                <a:extLst>
                  <a:ext uri="{FF2B5EF4-FFF2-40B4-BE49-F238E27FC236}">
                    <a16:creationId xmlns:a16="http://schemas.microsoft.com/office/drawing/2014/main" id="{746DDC0B-A5F6-4A68-8E0C-B2542B594B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4" y="3960"/>
                <a:ext cx="16" cy="24"/>
              </a:xfrm>
              <a:custGeom>
                <a:avLst/>
                <a:gdLst>
                  <a:gd name="T0" fmla="*/ 50 w 9"/>
                  <a:gd name="T1" fmla="*/ 0 h 13"/>
                  <a:gd name="T2" fmla="*/ 7 w 9"/>
                  <a:gd name="T3" fmla="*/ 81 h 13"/>
                  <a:gd name="T4" fmla="*/ 44 w 9"/>
                  <a:gd name="T5" fmla="*/ 7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3">
                    <a:moveTo>
                      <a:pt x="9" y="0"/>
                    </a:moveTo>
                    <a:cubicBezTo>
                      <a:pt x="8" y="4"/>
                      <a:pt x="5" y="12"/>
                      <a:pt x="1" y="13"/>
                    </a:cubicBezTo>
                    <a:cubicBezTo>
                      <a:pt x="0" y="8"/>
                      <a:pt x="5" y="3"/>
                      <a:pt x="8" y="1"/>
                    </a:cubicBezTo>
                  </a:path>
                </a:pathLst>
              </a:custGeom>
              <a:solidFill>
                <a:srgbClr val="EFCA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050" name="Freeform 672">
                <a:extLst>
                  <a:ext uri="{FF2B5EF4-FFF2-40B4-BE49-F238E27FC236}">
                    <a16:creationId xmlns:a16="http://schemas.microsoft.com/office/drawing/2014/main" id="{62BA3678-E5E8-4F24-894A-6DFBB0AD9E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5" y="3949"/>
                <a:ext cx="7" cy="18"/>
              </a:xfrm>
              <a:custGeom>
                <a:avLst/>
                <a:gdLst>
                  <a:gd name="T0" fmla="*/ 21 w 4"/>
                  <a:gd name="T1" fmla="*/ 13 h 10"/>
                  <a:gd name="T2" fmla="*/ 7 w 4"/>
                  <a:gd name="T3" fmla="*/ 58 h 10"/>
                  <a:gd name="T4" fmla="*/ 21 w 4"/>
                  <a:gd name="T5" fmla="*/ 0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10">
                    <a:moveTo>
                      <a:pt x="4" y="2"/>
                    </a:moveTo>
                    <a:cubicBezTo>
                      <a:pt x="4" y="4"/>
                      <a:pt x="3" y="8"/>
                      <a:pt x="1" y="10"/>
                    </a:cubicBezTo>
                    <a:cubicBezTo>
                      <a:pt x="0" y="7"/>
                      <a:pt x="3" y="3"/>
                      <a:pt x="4" y="0"/>
                    </a:cubicBezTo>
                  </a:path>
                </a:pathLst>
              </a:custGeom>
              <a:solidFill>
                <a:srgbClr val="EFCA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051" name="Freeform 673">
                <a:extLst>
                  <a:ext uri="{FF2B5EF4-FFF2-40B4-BE49-F238E27FC236}">
                    <a16:creationId xmlns:a16="http://schemas.microsoft.com/office/drawing/2014/main" id="{E1FA4CCF-CDE7-4EAF-9FF0-1399045DE8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9" y="3864"/>
                <a:ext cx="17" cy="48"/>
              </a:xfrm>
              <a:custGeom>
                <a:avLst/>
                <a:gdLst>
                  <a:gd name="T0" fmla="*/ 53 w 9"/>
                  <a:gd name="T1" fmla="*/ 0 h 26"/>
                  <a:gd name="T2" fmla="*/ 28 w 9"/>
                  <a:gd name="T3" fmla="*/ 44 h 26"/>
                  <a:gd name="T4" fmla="*/ 15 w 9"/>
                  <a:gd name="T5" fmla="*/ 89 h 26"/>
                  <a:gd name="T6" fmla="*/ 0 w 9"/>
                  <a:gd name="T7" fmla="*/ 164 h 26"/>
                  <a:gd name="T8" fmla="*/ 40 w 9"/>
                  <a:gd name="T9" fmla="*/ 76 h 26"/>
                  <a:gd name="T10" fmla="*/ 60 w 9"/>
                  <a:gd name="T11" fmla="*/ 7 h 2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" h="26">
                    <a:moveTo>
                      <a:pt x="8" y="0"/>
                    </a:moveTo>
                    <a:cubicBezTo>
                      <a:pt x="7" y="3"/>
                      <a:pt x="5" y="5"/>
                      <a:pt x="4" y="7"/>
                    </a:cubicBezTo>
                    <a:cubicBezTo>
                      <a:pt x="3" y="9"/>
                      <a:pt x="3" y="12"/>
                      <a:pt x="2" y="14"/>
                    </a:cubicBezTo>
                    <a:cubicBezTo>
                      <a:pt x="1" y="18"/>
                      <a:pt x="0" y="22"/>
                      <a:pt x="0" y="26"/>
                    </a:cubicBezTo>
                    <a:cubicBezTo>
                      <a:pt x="1" y="21"/>
                      <a:pt x="4" y="17"/>
                      <a:pt x="6" y="12"/>
                    </a:cubicBezTo>
                    <a:cubicBezTo>
                      <a:pt x="7" y="9"/>
                      <a:pt x="7" y="5"/>
                      <a:pt x="9" y="1"/>
                    </a:cubicBezTo>
                  </a:path>
                </a:pathLst>
              </a:custGeom>
              <a:solidFill>
                <a:srgbClr val="FDF3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052" name="Freeform 674">
                <a:extLst>
                  <a:ext uri="{FF2B5EF4-FFF2-40B4-BE49-F238E27FC236}">
                    <a16:creationId xmlns:a16="http://schemas.microsoft.com/office/drawing/2014/main" id="{C4597A83-529C-4C21-A28C-A6B3FB5481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3" y="3940"/>
                <a:ext cx="35" cy="51"/>
              </a:xfrm>
              <a:custGeom>
                <a:avLst/>
                <a:gdLst>
                  <a:gd name="T0" fmla="*/ 118 w 19"/>
                  <a:gd name="T1" fmla="*/ 0 h 28"/>
                  <a:gd name="T2" fmla="*/ 61 w 19"/>
                  <a:gd name="T3" fmla="*/ 120 h 28"/>
                  <a:gd name="T4" fmla="*/ 0 w 19"/>
                  <a:gd name="T5" fmla="*/ 169 h 28"/>
                  <a:gd name="T6" fmla="*/ 61 w 19"/>
                  <a:gd name="T7" fmla="*/ 102 h 28"/>
                  <a:gd name="T8" fmla="*/ 96 w 19"/>
                  <a:gd name="T9" fmla="*/ 49 h 28"/>
                  <a:gd name="T10" fmla="*/ 118 w 19"/>
                  <a:gd name="T11" fmla="*/ 7 h 2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9" h="28">
                    <a:moveTo>
                      <a:pt x="19" y="0"/>
                    </a:moveTo>
                    <a:cubicBezTo>
                      <a:pt x="18" y="8"/>
                      <a:pt x="15" y="14"/>
                      <a:pt x="10" y="20"/>
                    </a:cubicBezTo>
                    <a:cubicBezTo>
                      <a:pt x="7" y="22"/>
                      <a:pt x="4" y="26"/>
                      <a:pt x="0" y="28"/>
                    </a:cubicBezTo>
                    <a:cubicBezTo>
                      <a:pt x="3" y="24"/>
                      <a:pt x="7" y="21"/>
                      <a:pt x="10" y="17"/>
                    </a:cubicBezTo>
                    <a:cubicBezTo>
                      <a:pt x="12" y="14"/>
                      <a:pt x="13" y="11"/>
                      <a:pt x="15" y="8"/>
                    </a:cubicBezTo>
                    <a:cubicBezTo>
                      <a:pt x="16" y="7"/>
                      <a:pt x="18" y="2"/>
                      <a:pt x="19" y="1"/>
                    </a:cubicBezTo>
                  </a:path>
                </a:pathLst>
              </a:custGeom>
              <a:solidFill>
                <a:srgbClr val="FDF3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053" name="Freeform 675">
                <a:extLst>
                  <a:ext uri="{FF2B5EF4-FFF2-40B4-BE49-F238E27FC236}">
                    <a16:creationId xmlns:a16="http://schemas.microsoft.com/office/drawing/2014/main" id="{F6EBDAD7-0B85-42BA-B165-4783AB1895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2" y="4024"/>
                <a:ext cx="54" cy="24"/>
              </a:xfrm>
              <a:custGeom>
                <a:avLst/>
                <a:gdLst>
                  <a:gd name="T0" fmla="*/ 188 w 29"/>
                  <a:gd name="T1" fmla="*/ 61 h 13"/>
                  <a:gd name="T2" fmla="*/ 117 w 29"/>
                  <a:gd name="T3" fmla="*/ 81 h 13"/>
                  <a:gd name="T4" fmla="*/ 65 w 29"/>
                  <a:gd name="T5" fmla="*/ 61 h 13"/>
                  <a:gd name="T6" fmla="*/ 7 w 29"/>
                  <a:gd name="T7" fmla="*/ 0 h 13"/>
                  <a:gd name="T8" fmla="*/ 32 w 29"/>
                  <a:gd name="T9" fmla="*/ 20 h 13"/>
                  <a:gd name="T10" fmla="*/ 97 w 29"/>
                  <a:gd name="T11" fmla="*/ 52 h 13"/>
                  <a:gd name="T12" fmla="*/ 149 w 29"/>
                  <a:gd name="T13" fmla="*/ 61 h 13"/>
                  <a:gd name="T14" fmla="*/ 188 w 29"/>
                  <a:gd name="T15" fmla="*/ 61 h 1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9" h="13">
                    <a:moveTo>
                      <a:pt x="29" y="10"/>
                    </a:moveTo>
                    <a:cubicBezTo>
                      <a:pt x="25" y="10"/>
                      <a:pt x="21" y="13"/>
                      <a:pt x="18" y="13"/>
                    </a:cubicBezTo>
                    <a:cubicBezTo>
                      <a:pt x="15" y="13"/>
                      <a:pt x="12" y="11"/>
                      <a:pt x="10" y="10"/>
                    </a:cubicBezTo>
                    <a:cubicBezTo>
                      <a:pt x="6" y="9"/>
                      <a:pt x="0" y="5"/>
                      <a:pt x="1" y="0"/>
                    </a:cubicBezTo>
                    <a:cubicBezTo>
                      <a:pt x="2" y="2"/>
                      <a:pt x="4" y="2"/>
                      <a:pt x="5" y="3"/>
                    </a:cubicBezTo>
                    <a:cubicBezTo>
                      <a:pt x="8" y="5"/>
                      <a:pt x="11" y="7"/>
                      <a:pt x="15" y="8"/>
                    </a:cubicBezTo>
                    <a:cubicBezTo>
                      <a:pt x="17" y="9"/>
                      <a:pt x="20" y="10"/>
                      <a:pt x="23" y="10"/>
                    </a:cubicBezTo>
                    <a:cubicBezTo>
                      <a:pt x="25" y="10"/>
                      <a:pt x="27" y="11"/>
                      <a:pt x="29" y="10"/>
                    </a:cubicBezTo>
                  </a:path>
                </a:pathLst>
              </a:custGeom>
              <a:solidFill>
                <a:srgbClr val="FDF3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054" name="Freeform 676">
                <a:extLst>
                  <a:ext uri="{FF2B5EF4-FFF2-40B4-BE49-F238E27FC236}">
                    <a16:creationId xmlns:a16="http://schemas.microsoft.com/office/drawing/2014/main" id="{F4CA9D86-6029-4E20-B043-EF0361DE93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1" y="4021"/>
                <a:ext cx="24" cy="13"/>
              </a:xfrm>
              <a:custGeom>
                <a:avLst/>
                <a:gdLst>
                  <a:gd name="T0" fmla="*/ 81 w 13"/>
                  <a:gd name="T1" fmla="*/ 7 h 7"/>
                  <a:gd name="T2" fmla="*/ 0 w 13"/>
                  <a:gd name="T3" fmla="*/ 0 h 7"/>
                  <a:gd name="T4" fmla="*/ 76 w 13"/>
                  <a:gd name="T5" fmla="*/ 13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7">
                    <a:moveTo>
                      <a:pt x="13" y="1"/>
                    </a:moveTo>
                    <a:cubicBezTo>
                      <a:pt x="11" y="7"/>
                      <a:pt x="3" y="5"/>
                      <a:pt x="0" y="0"/>
                    </a:cubicBezTo>
                    <a:cubicBezTo>
                      <a:pt x="2" y="3"/>
                      <a:pt x="10" y="5"/>
                      <a:pt x="12" y="2"/>
                    </a:cubicBezTo>
                  </a:path>
                </a:pathLst>
              </a:custGeom>
              <a:solidFill>
                <a:srgbClr val="FDF3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055" name="Freeform 677">
                <a:extLst>
                  <a:ext uri="{FF2B5EF4-FFF2-40B4-BE49-F238E27FC236}">
                    <a16:creationId xmlns:a16="http://schemas.microsoft.com/office/drawing/2014/main" id="{AF8367F6-E31A-4486-A6E7-CD98767CDB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5" y="4006"/>
                <a:ext cx="17" cy="16"/>
              </a:xfrm>
              <a:custGeom>
                <a:avLst/>
                <a:gdLst>
                  <a:gd name="T0" fmla="*/ 60 w 9"/>
                  <a:gd name="T1" fmla="*/ 16 h 9"/>
                  <a:gd name="T2" fmla="*/ 0 w 9"/>
                  <a:gd name="T3" fmla="*/ 0 h 9"/>
                  <a:gd name="T4" fmla="*/ 40 w 9"/>
                  <a:gd name="T5" fmla="*/ 12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9">
                    <a:moveTo>
                      <a:pt x="9" y="3"/>
                    </a:moveTo>
                    <a:cubicBezTo>
                      <a:pt x="8" y="9"/>
                      <a:pt x="0" y="4"/>
                      <a:pt x="0" y="0"/>
                    </a:cubicBezTo>
                    <a:cubicBezTo>
                      <a:pt x="1" y="2"/>
                      <a:pt x="5" y="5"/>
                      <a:pt x="6" y="2"/>
                    </a:cubicBezTo>
                  </a:path>
                </a:pathLst>
              </a:custGeom>
              <a:solidFill>
                <a:srgbClr val="FDF3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056" name="Freeform 678">
                <a:extLst>
                  <a:ext uri="{FF2B5EF4-FFF2-40B4-BE49-F238E27FC236}">
                    <a16:creationId xmlns:a16="http://schemas.microsoft.com/office/drawing/2014/main" id="{6BC4E5EB-3352-4150-8A54-716AA91B3E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5" y="3993"/>
                <a:ext cx="11" cy="15"/>
              </a:xfrm>
              <a:custGeom>
                <a:avLst/>
                <a:gdLst>
                  <a:gd name="T0" fmla="*/ 37 w 6"/>
                  <a:gd name="T1" fmla="*/ 28 h 8"/>
                  <a:gd name="T2" fmla="*/ 7 w 6"/>
                  <a:gd name="T3" fmla="*/ 0 h 8"/>
                  <a:gd name="T4" fmla="*/ 24 w 6"/>
                  <a:gd name="T5" fmla="*/ 21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8">
                    <a:moveTo>
                      <a:pt x="6" y="4"/>
                    </a:moveTo>
                    <a:cubicBezTo>
                      <a:pt x="4" y="8"/>
                      <a:pt x="0" y="3"/>
                      <a:pt x="1" y="0"/>
                    </a:cubicBezTo>
                    <a:cubicBezTo>
                      <a:pt x="2" y="1"/>
                      <a:pt x="3" y="2"/>
                      <a:pt x="4" y="3"/>
                    </a:cubicBezTo>
                  </a:path>
                </a:pathLst>
              </a:custGeom>
              <a:solidFill>
                <a:srgbClr val="FDF3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057" name="Freeform 679">
                <a:extLst>
                  <a:ext uri="{FF2B5EF4-FFF2-40B4-BE49-F238E27FC236}">
                    <a16:creationId xmlns:a16="http://schemas.microsoft.com/office/drawing/2014/main" id="{01E96A50-0586-488A-A6B8-46F89C3101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1" y="3973"/>
                <a:ext cx="12" cy="29"/>
              </a:xfrm>
              <a:custGeom>
                <a:avLst/>
                <a:gdLst>
                  <a:gd name="T0" fmla="*/ 36 w 7"/>
                  <a:gd name="T1" fmla="*/ 0 h 16"/>
                  <a:gd name="T2" fmla="*/ 26 w 7"/>
                  <a:gd name="T3" fmla="*/ 53 h 16"/>
                  <a:gd name="T4" fmla="*/ 0 w 7"/>
                  <a:gd name="T5" fmla="*/ 96 h 16"/>
                  <a:gd name="T6" fmla="*/ 15 w 7"/>
                  <a:gd name="T7" fmla="*/ 44 h 16"/>
                  <a:gd name="T8" fmla="*/ 29 w 7"/>
                  <a:gd name="T9" fmla="*/ 0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16">
                    <a:moveTo>
                      <a:pt x="7" y="0"/>
                    </a:moveTo>
                    <a:cubicBezTo>
                      <a:pt x="6" y="3"/>
                      <a:pt x="7" y="6"/>
                      <a:pt x="5" y="9"/>
                    </a:cubicBezTo>
                    <a:cubicBezTo>
                      <a:pt x="4" y="12"/>
                      <a:pt x="3" y="14"/>
                      <a:pt x="0" y="16"/>
                    </a:cubicBezTo>
                    <a:cubicBezTo>
                      <a:pt x="2" y="13"/>
                      <a:pt x="2" y="10"/>
                      <a:pt x="3" y="7"/>
                    </a:cubicBezTo>
                    <a:cubicBezTo>
                      <a:pt x="4" y="5"/>
                      <a:pt x="6" y="3"/>
                      <a:pt x="6" y="0"/>
                    </a:cubicBezTo>
                  </a:path>
                </a:pathLst>
              </a:custGeom>
              <a:solidFill>
                <a:srgbClr val="FDF3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058" name="Freeform 680">
                <a:extLst>
                  <a:ext uri="{FF2B5EF4-FFF2-40B4-BE49-F238E27FC236}">
                    <a16:creationId xmlns:a16="http://schemas.microsoft.com/office/drawing/2014/main" id="{1499807A-83F6-4DEB-B6DD-D712660997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9" y="3967"/>
                <a:ext cx="13" cy="22"/>
              </a:xfrm>
              <a:custGeom>
                <a:avLst/>
                <a:gdLst>
                  <a:gd name="T0" fmla="*/ 45 w 7"/>
                  <a:gd name="T1" fmla="*/ 0 h 12"/>
                  <a:gd name="T2" fmla="*/ 32 w 7"/>
                  <a:gd name="T3" fmla="*/ 51 h 12"/>
                  <a:gd name="T4" fmla="*/ 0 w 7"/>
                  <a:gd name="T5" fmla="*/ 73 h 12"/>
                  <a:gd name="T6" fmla="*/ 45 w 7"/>
                  <a:gd name="T7" fmla="*/ 7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12">
                    <a:moveTo>
                      <a:pt x="7" y="0"/>
                    </a:moveTo>
                    <a:cubicBezTo>
                      <a:pt x="7" y="3"/>
                      <a:pt x="7" y="5"/>
                      <a:pt x="5" y="8"/>
                    </a:cubicBezTo>
                    <a:cubicBezTo>
                      <a:pt x="4" y="10"/>
                      <a:pt x="1" y="11"/>
                      <a:pt x="0" y="12"/>
                    </a:cubicBezTo>
                    <a:cubicBezTo>
                      <a:pt x="1" y="8"/>
                      <a:pt x="3" y="2"/>
                      <a:pt x="7" y="1"/>
                    </a:cubicBezTo>
                  </a:path>
                </a:pathLst>
              </a:custGeom>
              <a:solidFill>
                <a:srgbClr val="FDF3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059" name="Freeform 681">
                <a:extLst>
                  <a:ext uri="{FF2B5EF4-FFF2-40B4-BE49-F238E27FC236}">
                    <a16:creationId xmlns:a16="http://schemas.microsoft.com/office/drawing/2014/main" id="{D002E372-6C90-4FB1-A761-29F7A4673D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1" y="3956"/>
                <a:ext cx="15" cy="19"/>
              </a:xfrm>
              <a:custGeom>
                <a:avLst/>
                <a:gdLst>
                  <a:gd name="T0" fmla="*/ 53 w 8"/>
                  <a:gd name="T1" fmla="*/ 0 h 10"/>
                  <a:gd name="T2" fmla="*/ 0 w 8"/>
                  <a:gd name="T3" fmla="*/ 68 h 10"/>
                  <a:gd name="T4" fmla="*/ 45 w 8"/>
                  <a:gd name="T5" fmla="*/ 0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0">
                    <a:moveTo>
                      <a:pt x="8" y="0"/>
                    </a:moveTo>
                    <a:cubicBezTo>
                      <a:pt x="6" y="5"/>
                      <a:pt x="4" y="8"/>
                      <a:pt x="0" y="10"/>
                    </a:cubicBezTo>
                    <a:cubicBezTo>
                      <a:pt x="1" y="7"/>
                      <a:pt x="3" y="1"/>
                      <a:pt x="7" y="0"/>
                    </a:cubicBezTo>
                  </a:path>
                </a:pathLst>
              </a:custGeom>
              <a:solidFill>
                <a:srgbClr val="FDF3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060" name="Freeform 682">
                <a:extLst>
                  <a:ext uri="{FF2B5EF4-FFF2-40B4-BE49-F238E27FC236}">
                    <a16:creationId xmlns:a16="http://schemas.microsoft.com/office/drawing/2014/main" id="{EC5BE9D8-AD69-4AED-A1AB-E799455F56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3860"/>
                <a:ext cx="34" cy="100"/>
              </a:xfrm>
              <a:custGeom>
                <a:avLst/>
                <a:gdLst>
                  <a:gd name="T0" fmla="*/ 121 w 18"/>
                  <a:gd name="T1" fmla="*/ 0 h 54"/>
                  <a:gd name="T2" fmla="*/ 68 w 18"/>
                  <a:gd name="T3" fmla="*/ 196 h 54"/>
                  <a:gd name="T4" fmla="*/ 47 w 18"/>
                  <a:gd name="T5" fmla="*/ 267 h 54"/>
                  <a:gd name="T6" fmla="*/ 0 w 18"/>
                  <a:gd name="T7" fmla="*/ 343 h 54"/>
                  <a:gd name="T8" fmla="*/ 60 w 18"/>
                  <a:gd name="T9" fmla="*/ 128 h 54"/>
                  <a:gd name="T10" fmla="*/ 113 w 18"/>
                  <a:gd name="T11" fmla="*/ 7 h 5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8" h="54">
                    <a:moveTo>
                      <a:pt x="18" y="0"/>
                    </a:moveTo>
                    <a:cubicBezTo>
                      <a:pt x="10" y="9"/>
                      <a:pt x="11" y="20"/>
                      <a:pt x="10" y="31"/>
                    </a:cubicBezTo>
                    <a:cubicBezTo>
                      <a:pt x="10" y="35"/>
                      <a:pt x="9" y="39"/>
                      <a:pt x="7" y="42"/>
                    </a:cubicBezTo>
                    <a:cubicBezTo>
                      <a:pt x="6" y="46"/>
                      <a:pt x="2" y="50"/>
                      <a:pt x="0" y="54"/>
                    </a:cubicBezTo>
                    <a:cubicBezTo>
                      <a:pt x="8" y="47"/>
                      <a:pt x="7" y="30"/>
                      <a:pt x="9" y="20"/>
                    </a:cubicBezTo>
                    <a:cubicBezTo>
                      <a:pt x="11" y="13"/>
                      <a:pt x="13" y="7"/>
                      <a:pt x="17" y="1"/>
                    </a:cubicBezTo>
                  </a:path>
                </a:pathLst>
              </a:custGeom>
              <a:solidFill>
                <a:srgbClr val="EFCA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061" name="Freeform 683">
                <a:extLst>
                  <a:ext uri="{FF2B5EF4-FFF2-40B4-BE49-F238E27FC236}">
                    <a16:creationId xmlns:a16="http://schemas.microsoft.com/office/drawing/2014/main" id="{FED37D76-AEDB-4A98-85C5-C09FA45540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9" y="3787"/>
                <a:ext cx="31" cy="62"/>
              </a:xfrm>
              <a:custGeom>
                <a:avLst/>
                <a:gdLst>
                  <a:gd name="T0" fmla="*/ 86 w 17"/>
                  <a:gd name="T1" fmla="*/ 0 h 34"/>
                  <a:gd name="T2" fmla="*/ 0 w 17"/>
                  <a:gd name="T3" fmla="*/ 206 h 34"/>
                  <a:gd name="T4" fmla="*/ 53 w 17"/>
                  <a:gd name="T5" fmla="*/ 109 h 34"/>
                  <a:gd name="T6" fmla="*/ 73 w 17"/>
                  <a:gd name="T7" fmla="*/ 24 h 3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34">
                    <a:moveTo>
                      <a:pt x="14" y="0"/>
                    </a:moveTo>
                    <a:cubicBezTo>
                      <a:pt x="17" y="13"/>
                      <a:pt x="10" y="26"/>
                      <a:pt x="0" y="34"/>
                    </a:cubicBezTo>
                    <a:cubicBezTo>
                      <a:pt x="5" y="30"/>
                      <a:pt x="7" y="24"/>
                      <a:pt x="9" y="18"/>
                    </a:cubicBezTo>
                    <a:cubicBezTo>
                      <a:pt x="10" y="13"/>
                      <a:pt x="12" y="9"/>
                      <a:pt x="12" y="4"/>
                    </a:cubicBezTo>
                  </a:path>
                </a:pathLst>
              </a:custGeom>
              <a:solidFill>
                <a:srgbClr val="EFCA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062" name="Freeform 684">
                <a:extLst>
                  <a:ext uri="{FF2B5EF4-FFF2-40B4-BE49-F238E27FC236}">
                    <a16:creationId xmlns:a16="http://schemas.microsoft.com/office/drawing/2014/main" id="{79BBB561-C779-4943-8C65-8EC7588882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7" y="3958"/>
                <a:ext cx="33" cy="81"/>
              </a:xfrm>
              <a:custGeom>
                <a:avLst/>
                <a:gdLst>
                  <a:gd name="T0" fmla="*/ 112 w 18"/>
                  <a:gd name="T1" fmla="*/ 0 h 44"/>
                  <a:gd name="T2" fmla="*/ 57 w 18"/>
                  <a:gd name="T3" fmla="*/ 149 h 44"/>
                  <a:gd name="T4" fmla="*/ 0 w 18"/>
                  <a:gd name="T5" fmla="*/ 274 h 44"/>
                  <a:gd name="T6" fmla="*/ 24 w 18"/>
                  <a:gd name="T7" fmla="*/ 156 h 44"/>
                  <a:gd name="T8" fmla="*/ 94 w 18"/>
                  <a:gd name="T9" fmla="*/ 7 h 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44">
                    <a:moveTo>
                      <a:pt x="18" y="0"/>
                    </a:moveTo>
                    <a:cubicBezTo>
                      <a:pt x="11" y="6"/>
                      <a:pt x="10" y="15"/>
                      <a:pt x="9" y="24"/>
                    </a:cubicBezTo>
                    <a:cubicBezTo>
                      <a:pt x="8" y="31"/>
                      <a:pt x="9" y="42"/>
                      <a:pt x="0" y="44"/>
                    </a:cubicBezTo>
                    <a:cubicBezTo>
                      <a:pt x="7" y="40"/>
                      <a:pt x="3" y="32"/>
                      <a:pt x="4" y="25"/>
                    </a:cubicBezTo>
                    <a:cubicBezTo>
                      <a:pt x="5" y="16"/>
                      <a:pt x="10" y="8"/>
                      <a:pt x="15" y="1"/>
                    </a:cubicBezTo>
                  </a:path>
                </a:pathLst>
              </a:custGeom>
              <a:solidFill>
                <a:srgbClr val="EFCA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063" name="Freeform 685">
                <a:extLst>
                  <a:ext uri="{FF2B5EF4-FFF2-40B4-BE49-F238E27FC236}">
                    <a16:creationId xmlns:a16="http://schemas.microsoft.com/office/drawing/2014/main" id="{2FA506C4-4335-475C-8795-333BBDE201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5" y="3853"/>
                <a:ext cx="16" cy="50"/>
              </a:xfrm>
              <a:custGeom>
                <a:avLst/>
                <a:gdLst>
                  <a:gd name="T0" fmla="*/ 44 w 9"/>
                  <a:gd name="T1" fmla="*/ 0 h 27"/>
                  <a:gd name="T2" fmla="*/ 37 w 9"/>
                  <a:gd name="T3" fmla="*/ 104 h 27"/>
                  <a:gd name="T4" fmla="*/ 0 w 9"/>
                  <a:gd name="T5" fmla="*/ 172 h 27"/>
                  <a:gd name="T6" fmla="*/ 28 w 9"/>
                  <a:gd name="T7" fmla="*/ 89 h 27"/>
                  <a:gd name="T8" fmla="*/ 37 w 9"/>
                  <a:gd name="T9" fmla="*/ 13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27">
                    <a:moveTo>
                      <a:pt x="8" y="0"/>
                    </a:moveTo>
                    <a:cubicBezTo>
                      <a:pt x="9" y="5"/>
                      <a:pt x="8" y="11"/>
                      <a:pt x="7" y="16"/>
                    </a:cubicBezTo>
                    <a:cubicBezTo>
                      <a:pt x="5" y="20"/>
                      <a:pt x="3" y="23"/>
                      <a:pt x="0" y="27"/>
                    </a:cubicBezTo>
                    <a:cubicBezTo>
                      <a:pt x="4" y="24"/>
                      <a:pt x="4" y="17"/>
                      <a:pt x="5" y="14"/>
                    </a:cubicBezTo>
                    <a:cubicBezTo>
                      <a:pt x="6" y="10"/>
                      <a:pt x="8" y="6"/>
                      <a:pt x="7" y="2"/>
                    </a:cubicBezTo>
                  </a:path>
                </a:pathLst>
              </a:custGeom>
              <a:solidFill>
                <a:srgbClr val="EFCA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064" name="Freeform 686">
                <a:extLst>
                  <a:ext uri="{FF2B5EF4-FFF2-40B4-BE49-F238E27FC236}">
                    <a16:creationId xmlns:a16="http://schemas.microsoft.com/office/drawing/2014/main" id="{A37A04D4-E5CD-42D3-93DB-16D93AB6B7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0" y="3230"/>
                <a:ext cx="26" cy="365"/>
              </a:xfrm>
              <a:custGeom>
                <a:avLst/>
                <a:gdLst>
                  <a:gd name="T0" fmla="*/ 0 w 14"/>
                  <a:gd name="T1" fmla="*/ 0 h 198"/>
                  <a:gd name="T2" fmla="*/ 89 w 14"/>
                  <a:gd name="T3" fmla="*/ 1241 h 198"/>
                  <a:gd name="T4" fmla="*/ 0 w 14"/>
                  <a:gd name="T5" fmla="*/ 0 h 19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98">
                    <a:moveTo>
                      <a:pt x="0" y="0"/>
                    </a:moveTo>
                    <a:cubicBezTo>
                      <a:pt x="0" y="0"/>
                      <a:pt x="2" y="154"/>
                      <a:pt x="14" y="198"/>
                    </a:cubicBezTo>
                    <a:cubicBezTo>
                      <a:pt x="14" y="198"/>
                      <a:pt x="0" y="27"/>
                      <a:pt x="0" y="0"/>
                    </a:cubicBezTo>
                    <a:close/>
                  </a:path>
                </a:pathLst>
              </a:custGeom>
              <a:solidFill>
                <a:srgbClr val="FDF3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065" name="Freeform 687">
                <a:extLst>
                  <a:ext uri="{FF2B5EF4-FFF2-40B4-BE49-F238E27FC236}">
                    <a16:creationId xmlns:a16="http://schemas.microsoft.com/office/drawing/2014/main" id="{538C5B55-A503-4C9B-B0B8-28309F9984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9" y="3273"/>
                <a:ext cx="41" cy="409"/>
              </a:xfrm>
              <a:custGeom>
                <a:avLst/>
                <a:gdLst>
                  <a:gd name="T0" fmla="*/ 76 w 22"/>
                  <a:gd name="T1" fmla="*/ 0 h 222"/>
                  <a:gd name="T2" fmla="*/ 89 w 22"/>
                  <a:gd name="T3" fmla="*/ 556 h 222"/>
                  <a:gd name="T4" fmla="*/ 7 w 22"/>
                  <a:gd name="T5" fmla="*/ 1389 h 222"/>
                  <a:gd name="T6" fmla="*/ 39 w 22"/>
                  <a:gd name="T7" fmla="*/ 700 h 222"/>
                  <a:gd name="T8" fmla="*/ 76 w 22"/>
                  <a:gd name="T9" fmla="*/ 0 h 2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222">
                    <a:moveTo>
                      <a:pt x="12" y="0"/>
                    </a:moveTo>
                    <a:cubicBezTo>
                      <a:pt x="12" y="0"/>
                      <a:pt x="22" y="44"/>
                      <a:pt x="14" y="89"/>
                    </a:cubicBezTo>
                    <a:cubicBezTo>
                      <a:pt x="5" y="133"/>
                      <a:pt x="0" y="213"/>
                      <a:pt x="1" y="222"/>
                    </a:cubicBezTo>
                    <a:cubicBezTo>
                      <a:pt x="1" y="222"/>
                      <a:pt x="0" y="142"/>
                      <a:pt x="6" y="112"/>
                    </a:cubicBezTo>
                    <a:cubicBezTo>
                      <a:pt x="12" y="81"/>
                      <a:pt x="15" y="36"/>
                      <a:pt x="12" y="0"/>
                    </a:cubicBezTo>
                    <a:close/>
                  </a:path>
                </a:pathLst>
              </a:custGeom>
              <a:solidFill>
                <a:srgbClr val="EFCA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066" name="Freeform 688">
                <a:extLst>
                  <a:ext uri="{FF2B5EF4-FFF2-40B4-BE49-F238E27FC236}">
                    <a16:creationId xmlns:a16="http://schemas.microsoft.com/office/drawing/2014/main" id="{176FCEF1-9C63-40DB-8B46-BABF8F221F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7" y="1659"/>
                <a:ext cx="7" cy="8"/>
              </a:xfrm>
              <a:custGeom>
                <a:avLst/>
                <a:gdLst>
                  <a:gd name="T0" fmla="*/ 7 w 4"/>
                  <a:gd name="T1" fmla="*/ 8 h 4"/>
                  <a:gd name="T2" fmla="*/ 0 w 4"/>
                  <a:gd name="T3" fmla="*/ 32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4">
                    <a:moveTo>
                      <a:pt x="1" y="1"/>
                    </a:moveTo>
                    <a:cubicBezTo>
                      <a:pt x="2" y="0"/>
                      <a:pt x="4" y="4"/>
                      <a:pt x="0" y="4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067" name="Freeform 689">
                <a:extLst>
                  <a:ext uri="{FF2B5EF4-FFF2-40B4-BE49-F238E27FC236}">
                    <a16:creationId xmlns:a16="http://schemas.microsoft.com/office/drawing/2014/main" id="{32DBE1E0-F3CF-4754-B639-CCD7ABEF59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6" y="2564"/>
                <a:ext cx="11" cy="24"/>
              </a:xfrm>
              <a:custGeom>
                <a:avLst/>
                <a:gdLst>
                  <a:gd name="T0" fmla="*/ 7 w 6"/>
                  <a:gd name="T1" fmla="*/ 76 h 13"/>
                  <a:gd name="T2" fmla="*/ 37 w 6"/>
                  <a:gd name="T3" fmla="*/ 37 h 13"/>
                  <a:gd name="T4" fmla="*/ 0 w 6"/>
                  <a:gd name="T5" fmla="*/ 81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13">
                    <a:moveTo>
                      <a:pt x="1" y="12"/>
                    </a:moveTo>
                    <a:cubicBezTo>
                      <a:pt x="1" y="11"/>
                      <a:pt x="5" y="0"/>
                      <a:pt x="6" y="6"/>
                    </a:cubicBezTo>
                    <a:cubicBezTo>
                      <a:pt x="6" y="10"/>
                      <a:pt x="4" y="11"/>
                      <a:pt x="0" y="13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068" name="Freeform 690">
                <a:extLst>
                  <a:ext uri="{FF2B5EF4-FFF2-40B4-BE49-F238E27FC236}">
                    <a16:creationId xmlns:a16="http://schemas.microsoft.com/office/drawing/2014/main" id="{6D4779FA-8A7D-42FF-87E7-5606E65F37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4" y="2525"/>
                <a:ext cx="11" cy="30"/>
              </a:xfrm>
              <a:custGeom>
                <a:avLst/>
                <a:gdLst>
                  <a:gd name="T0" fmla="*/ 0 w 6"/>
                  <a:gd name="T1" fmla="*/ 15 h 16"/>
                  <a:gd name="T2" fmla="*/ 31 w 6"/>
                  <a:gd name="T3" fmla="*/ 15 h 16"/>
                  <a:gd name="T4" fmla="*/ 31 w 6"/>
                  <a:gd name="T5" fmla="*/ 53 h 16"/>
                  <a:gd name="T6" fmla="*/ 31 w 6"/>
                  <a:gd name="T7" fmla="*/ 84 h 16"/>
                  <a:gd name="T8" fmla="*/ 7 w 6"/>
                  <a:gd name="T9" fmla="*/ 105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16">
                    <a:moveTo>
                      <a:pt x="0" y="2"/>
                    </a:moveTo>
                    <a:cubicBezTo>
                      <a:pt x="1" y="2"/>
                      <a:pt x="4" y="0"/>
                      <a:pt x="5" y="2"/>
                    </a:cubicBezTo>
                    <a:cubicBezTo>
                      <a:pt x="6" y="3"/>
                      <a:pt x="5" y="6"/>
                      <a:pt x="5" y="8"/>
                    </a:cubicBezTo>
                    <a:cubicBezTo>
                      <a:pt x="5" y="9"/>
                      <a:pt x="5" y="12"/>
                      <a:pt x="5" y="13"/>
                    </a:cubicBezTo>
                    <a:cubicBezTo>
                      <a:pt x="4" y="15"/>
                      <a:pt x="3" y="15"/>
                      <a:pt x="1" y="16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069" name="Freeform 691">
                <a:extLst>
                  <a:ext uri="{FF2B5EF4-FFF2-40B4-BE49-F238E27FC236}">
                    <a16:creationId xmlns:a16="http://schemas.microsoft.com/office/drawing/2014/main" id="{073DB706-9349-4D8A-A1F8-D394CF9AC3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0" y="2588"/>
                <a:ext cx="15" cy="24"/>
              </a:xfrm>
              <a:custGeom>
                <a:avLst/>
                <a:gdLst>
                  <a:gd name="T0" fmla="*/ 53 w 8"/>
                  <a:gd name="T1" fmla="*/ 20 h 13"/>
                  <a:gd name="T2" fmla="*/ 15 w 8"/>
                  <a:gd name="T3" fmla="*/ 31 h 13"/>
                  <a:gd name="T4" fmla="*/ 0 w 8"/>
                  <a:gd name="T5" fmla="*/ 81 h 13"/>
                  <a:gd name="T6" fmla="*/ 45 w 8"/>
                  <a:gd name="T7" fmla="*/ 81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13">
                    <a:moveTo>
                      <a:pt x="8" y="3"/>
                    </a:moveTo>
                    <a:cubicBezTo>
                      <a:pt x="7" y="0"/>
                      <a:pt x="3" y="3"/>
                      <a:pt x="2" y="5"/>
                    </a:cubicBezTo>
                    <a:cubicBezTo>
                      <a:pt x="1" y="7"/>
                      <a:pt x="0" y="11"/>
                      <a:pt x="0" y="13"/>
                    </a:cubicBezTo>
                    <a:cubicBezTo>
                      <a:pt x="2" y="12"/>
                      <a:pt x="6" y="10"/>
                      <a:pt x="7" y="13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070" name="Freeform 692">
                <a:extLst>
                  <a:ext uri="{FF2B5EF4-FFF2-40B4-BE49-F238E27FC236}">
                    <a16:creationId xmlns:a16="http://schemas.microsoft.com/office/drawing/2014/main" id="{58122884-60C4-4E01-917D-2DB7ECEBF6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2" y="2582"/>
                <a:ext cx="25" cy="26"/>
              </a:xfrm>
              <a:custGeom>
                <a:avLst/>
                <a:gdLst>
                  <a:gd name="T0" fmla="*/ 48 w 13"/>
                  <a:gd name="T1" fmla="*/ 89 h 14"/>
                  <a:gd name="T2" fmla="*/ 0 w 13"/>
                  <a:gd name="T3" fmla="*/ 76 h 14"/>
                  <a:gd name="T4" fmla="*/ 44 w 13"/>
                  <a:gd name="T5" fmla="*/ 20 h 14"/>
                  <a:gd name="T6" fmla="*/ 92 w 13"/>
                  <a:gd name="T7" fmla="*/ 45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14">
                    <a:moveTo>
                      <a:pt x="7" y="14"/>
                    </a:moveTo>
                    <a:cubicBezTo>
                      <a:pt x="6" y="12"/>
                      <a:pt x="2" y="11"/>
                      <a:pt x="0" y="12"/>
                    </a:cubicBezTo>
                    <a:cubicBezTo>
                      <a:pt x="3" y="9"/>
                      <a:pt x="4" y="5"/>
                      <a:pt x="6" y="3"/>
                    </a:cubicBezTo>
                    <a:cubicBezTo>
                      <a:pt x="9" y="0"/>
                      <a:pt x="13" y="3"/>
                      <a:pt x="13" y="7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071" name="Freeform 693">
                <a:extLst>
                  <a:ext uri="{FF2B5EF4-FFF2-40B4-BE49-F238E27FC236}">
                    <a16:creationId xmlns:a16="http://schemas.microsoft.com/office/drawing/2014/main" id="{5A589516-F01B-4805-A13A-81BC3D7BB5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9" y="2527"/>
                <a:ext cx="11" cy="31"/>
              </a:xfrm>
              <a:custGeom>
                <a:avLst/>
                <a:gdLst>
                  <a:gd name="T0" fmla="*/ 37 w 6"/>
                  <a:gd name="T1" fmla="*/ 7 h 17"/>
                  <a:gd name="T2" fmla="*/ 7 w 6"/>
                  <a:gd name="T3" fmla="*/ 44 h 17"/>
                  <a:gd name="T4" fmla="*/ 20 w 6"/>
                  <a:gd name="T5" fmla="*/ 104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17">
                    <a:moveTo>
                      <a:pt x="6" y="1"/>
                    </a:moveTo>
                    <a:cubicBezTo>
                      <a:pt x="1" y="0"/>
                      <a:pt x="1" y="3"/>
                      <a:pt x="1" y="7"/>
                    </a:cubicBezTo>
                    <a:cubicBezTo>
                      <a:pt x="0" y="10"/>
                      <a:pt x="0" y="15"/>
                      <a:pt x="3" y="17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072" name="Freeform 694">
                <a:extLst>
                  <a:ext uri="{FF2B5EF4-FFF2-40B4-BE49-F238E27FC236}">
                    <a16:creationId xmlns:a16="http://schemas.microsoft.com/office/drawing/2014/main" id="{568B55F1-16B0-4B6D-A02F-74FD179D52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7" y="2588"/>
                <a:ext cx="22" cy="22"/>
              </a:xfrm>
              <a:custGeom>
                <a:avLst/>
                <a:gdLst>
                  <a:gd name="T0" fmla="*/ 31 w 12"/>
                  <a:gd name="T1" fmla="*/ 61 h 12"/>
                  <a:gd name="T2" fmla="*/ 73 w 12"/>
                  <a:gd name="T3" fmla="*/ 73 h 12"/>
                  <a:gd name="T4" fmla="*/ 57 w 12"/>
                  <a:gd name="T5" fmla="*/ 37 h 12"/>
                  <a:gd name="T6" fmla="*/ 44 w 12"/>
                  <a:gd name="T7" fmla="*/ 7 h 12"/>
                  <a:gd name="T8" fmla="*/ 0 w 12"/>
                  <a:gd name="T9" fmla="*/ 20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5" y="10"/>
                    </a:moveTo>
                    <a:cubicBezTo>
                      <a:pt x="6" y="12"/>
                      <a:pt x="10" y="12"/>
                      <a:pt x="12" y="12"/>
                    </a:cubicBezTo>
                    <a:cubicBezTo>
                      <a:pt x="11" y="10"/>
                      <a:pt x="10" y="8"/>
                      <a:pt x="9" y="6"/>
                    </a:cubicBezTo>
                    <a:cubicBezTo>
                      <a:pt x="9" y="4"/>
                      <a:pt x="8" y="2"/>
                      <a:pt x="7" y="1"/>
                    </a:cubicBezTo>
                    <a:cubicBezTo>
                      <a:pt x="5" y="0"/>
                      <a:pt x="0" y="1"/>
                      <a:pt x="0" y="3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073" name="Freeform 695">
                <a:extLst>
                  <a:ext uri="{FF2B5EF4-FFF2-40B4-BE49-F238E27FC236}">
                    <a16:creationId xmlns:a16="http://schemas.microsoft.com/office/drawing/2014/main" id="{E4D83246-BAE4-47DA-A73C-18A19AD799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9" y="2588"/>
                <a:ext cx="16" cy="25"/>
              </a:xfrm>
              <a:custGeom>
                <a:avLst/>
                <a:gdLst>
                  <a:gd name="T0" fmla="*/ 7 w 9"/>
                  <a:gd name="T1" fmla="*/ 73 h 14"/>
                  <a:gd name="T2" fmla="*/ 28 w 9"/>
                  <a:gd name="T3" fmla="*/ 73 h 14"/>
                  <a:gd name="T4" fmla="*/ 50 w 9"/>
                  <a:gd name="T5" fmla="*/ 80 h 14"/>
                  <a:gd name="T6" fmla="*/ 36 w 9"/>
                  <a:gd name="T7" fmla="*/ 52 h 14"/>
                  <a:gd name="T8" fmla="*/ 28 w 9"/>
                  <a:gd name="T9" fmla="*/ 23 h 14"/>
                  <a:gd name="T10" fmla="*/ 0 w 9"/>
                  <a:gd name="T11" fmla="*/ 7 h 1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" h="14">
                    <a:moveTo>
                      <a:pt x="1" y="13"/>
                    </a:moveTo>
                    <a:cubicBezTo>
                      <a:pt x="1" y="13"/>
                      <a:pt x="4" y="13"/>
                      <a:pt x="5" y="13"/>
                    </a:cubicBezTo>
                    <a:cubicBezTo>
                      <a:pt x="6" y="13"/>
                      <a:pt x="8" y="13"/>
                      <a:pt x="9" y="14"/>
                    </a:cubicBezTo>
                    <a:cubicBezTo>
                      <a:pt x="8" y="13"/>
                      <a:pt x="7" y="11"/>
                      <a:pt x="6" y="9"/>
                    </a:cubicBezTo>
                    <a:cubicBezTo>
                      <a:pt x="6" y="7"/>
                      <a:pt x="5" y="6"/>
                      <a:pt x="5" y="4"/>
                    </a:cubicBezTo>
                    <a:cubicBezTo>
                      <a:pt x="4" y="2"/>
                      <a:pt x="2" y="0"/>
                      <a:pt x="0" y="1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074" name="Freeform 696">
                <a:extLst>
                  <a:ext uri="{FF2B5EF4-FFF2-40B4-BE49-F238E27FC236}">
                    <a16:creationId xmlns:a16="http://schemas.microsoft.com/office/drawing/2014/main" id="{89AC0737-E486-4603-829D-9C29C5F485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3" y="2571"/>
                <a:ext cx="17" cy="19"/>
              </a:xfrm>
              <a:custGeom>
                <a:avLst/>
                <a:gdLst>
                  <a:gd name="T0" fmla="*/ 28 w 9"/>
                  <a:gd name="T1" fmla="*/ 61 h 10"/>
                  <a:gd name="T2" fmla="*/ 60 w 9"/>
                  <a:gd name="T3" fmla="*/ 61 h 10"/>
                  <a:gd name="T4" fmla="*/ 53 w 9"/>
                  <a:gd name="T5" fmla="*/ 40 h 10"/>
                  <a:gd name="T6" fmla="*/ 47 w 9"/>
                  <a:gd name="T7" fmla="*/ 21 h 10"/>
                  <a:gd name="T8" fmla="*/ 28 w 9"/>
                  <a:gd name="T9" fmla="*/ 0 h 10"/>
                  <a:gd name="T10" fmla="*/ 0 w 9"/>
                  <a:gd name="T11" fmla="*/ 0 h 1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" h="10">
                    <a:moveTo>
                      <a:pt x="4" y="9"/>
                    </a:moveTo>
                    <a:cubicBezTo>
                      <a:pt x="5" y="9"/>
                      <a:pt x="8" y="10"/>
                      <a:pt x="9" y="9"/>
                    </a:cubicBezTo>
                    <a:cubicBezTo>
                      <a:pt x="9" y="9"/>
                      <a:pt x="8" y="7"/>
                      <a:pt x="8" y="6"/>
                    </a:cubicBezTo>
                    <a:cubicBezTo>
                      <a:pt x="8" y="5"/>
                      <a:pt x="7" y="4"/>
                      <a:pt x="7" y="3"/>
                    </a:cubicBezTo>
                    <a:cubicBezTo>
                      <a:pt x="6" y="1"/>
                      <a:pt x="6" y="1"/>
                      <a:pt x="4" y="0"/>
                    </a:cubicBezTo>
                    <a:cubicBezTo>
                      <a:pt x="3" y="0"/>
                      <a:pt x="1" y="0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075" name="Freeform 697">
                <a:extLst>
                  <a:ext uri="{FF2B5EF4-FFF2-40B4-BE49-F238E27FC236}">
                    <a16:creationId xmlns:a16="http://schemas.microsoft.com/office/drawing/2014/main" id="{F958524F-8688-44A9-9327-C29E21964C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2" y="1402"/>
                <a:ext cx="137" cy="35"/>
              </a:xfrm>
              <a:custGeom>
                <a:avLst/>
                <a:gdLst>
                  <a:gd name="T0" fmla="*/ 470 w 74"/>
                  <a:gd name="T1" fmla="*/ 118 h 19"/>
                  <a:gd name="T2" fmla="*/ 120 w 74"/>
                  <a:gd name="T3" fmla="*/ 37 h 19"/>
                  <a:gd name="T4" fmla="*/ 0 w 74"/>
                  <a:gd name="T5" fmla="*/ 0 h 19"/>
                  <a:gd name="T6" fmla="*/ 120 w 74"/>
                  <a:gd name="T7" fmla="*/ 24 h 19"/>
                  <a:gd name="T8" fmla="*/ 470 w 74"/>
                  <a:gd name="T9" fmla="*/ 118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4" h="19">
                    <a:moveTo>
                      <a:pt x="74" y="19"/>
                    </a:moveTo>
                    <a:cubicBezTo>
                      <a:pt x="51" y="6"/>
                      <a:pt x="27" y="6"/>
                      <a:pt x="19" y="6"/>
                    </a:cubicBezTo>
                    <a:cubicBezTo>
                      <a:pt x="11" y="5"/>
                      <a:pt x="0" y="0"/>
                      <a:pt x="0" y="0"/>
                    </a:cubicBezTo>
                    <a:cubicBezTo>
                      <a:pt x="0" y="0"/>
                      <a:pt x="11" y="4"/>
                      <a:pt x="19" y="4"/>
                    </a:cubicBezTo>
                    <a:cubicBezTo>
                      <a:pt x="27" y="5"/>
                      <a:pt x="51" y="6"/>
                      <a:pt x="74" y="19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076" name="Freeform 698">
                <a:extLst>
                  <a:ext uri="{FF2B5EF4-FFF2-40B4-BE49-F238E27FC236}">
                    <a16:creationId xmlns:a16="http://schemas.microsoft.com/office/drawing/2014/main" id="{48E103C6-2DD0-4F92-B82A-A1D06620AC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3" y="1402"/>
                <a:ext cx="137" cy="35"/>
              </a:xfrm>
              <a:custGeom>
                <a:avLst/>
                <a:gdLst>
                  <a:gd name="T0" fmla="*/ 0 w 74"/>
                  <a:gd name="T1" fmla="*/ 118 h 19"/>
                  <a:gd name="T2" fmla="*/ 350 w 74"/>
                  <a:gd name="T3" fmla="*/ 37 h 19"/>
                  <a:gd name="T4" fmla="*/ 470 w 74"/>
                  <a:gd name="T5" fmla="*/ 0 h 19"/>
                  <a:gd name="T6" fmla="*/ 350 w 74"/>
                  <a:gd name="T7" fmla="*/ 24 h 19"/>
                  <a:gd name="T8" fmla="*/ 0 w 74"/>
                  <a:gd name="T9" fmla="*/ 118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4" h="19">
                    <a:moveTo>
                      <a:pt x="0" y="19"/>
                    </a:moveTo>
                    <a:cubicBezTo>
                      <a:pt x="22" y="6"/>
                      <a:pt x="46" y="6"/>
                      <a:pt x="55" y="6"/>
                    </a:cubicBezTo>
                    <a:cubicBezTo>
                      <a:pt x="63" y="5"/>
                      <a:pt x="74" y="0"/>
                      <a:pt x="74" y="0"/>
                    </a:cubicBezTo>
                    <a:cubicBezTo>
                      <a:pt x="74" y="0"/>
                      <a:pt x="63" y="4"/>
                      <a:pt x="55" y="4"/>
                    </a:cubicBezTo>
                    <a:cubicBezTo>
                      <a:pt x="46" y="5"/>
                      <a:pt x="22" y="6"/>
                      <a:pt x="0" y="19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077" name="Freeform 699">
                <a:extLst>
                  <a:ext uri="{FF2B5EF4-FFF2-40B4-BE49-F238E27FC236}">
                    <a16:creationId xmlns:a16="http://schemas.microsoft.com/office/drawing/2014/main" id="{A73666EC-3AFC-4940-9BDA-521A5423B5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9" y="2203"/>
                <a:ext cx="17" cy="24"/>
              </a:xfrm>
              <a:custGeom>
                <a:avLst/>
                <a:gdLst>
                  <a:gd name="T0" fmla="*/ 60 w 9"/>
                  <a:gd name="T1" fmla="*/ 7 h 13"/>
                  <a:gd name="T2" fmla="*/ 47 w 9"/>
                  <a:gd name="T3" fmla="*/ 13 h 13"/>
                  <a:gd name="T4" fmla="*/ 60 w 9"/>
                  <a:gd name="T5" fmla="*/ 68 h 13"/>
                  <a:gd name="T6" fmla="*/ 47 w 9"/>
                  <a:gd name="T7" fmla="*/ 7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13">
                    <a:moveTo>
                      <a:pt x="9" y="1"/>
                    </a:moveTo>
                    <a:cubicBezTo>
                      <a:pt x="8" y="1"/>
                      <a:pt x="7" y="1"/>
                      <a:pt x="7" y="2"/>
                    </a:cubicBezTo>
                    <a:cubicBezTo>
                      <a:pt x="6" y="6"/>
                      <a:pt x="6" y="9"/>
                      <a:pt x="9" y="11"/>
                    </a:cubicBezTo>
                    <a:cubicBezTo>
                      <a:pt x="0" y="13"/>
                      <a:pt x="0" y="0"/>
                      <a:pt x="7" y="1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078" name="Freeform 700">
                <a:extLst>
                  <a:ext uri="{FF2B5EF4-FFF2-40B4-BE49-F238E27FC236}">
                    <a16:creationId xmlns:a16="http://schemas.microsoft.com/office/drawing/2014/main" id="{CAD70441-E4D0-4704-8A47-B3E1C9121E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5" y="1645"/>
                <a:ext cx="15" cy="16"/>
              </a:xfrm>
              <a:custGeom>
                <a:avLst/>
                <a:gdLst>
                  <a:gd name="T0" fmla="*/ 2 w 15"/>
                  <a:gd name="T1" fmla="*/ 0 h 16"/>
                  <a:gd name="T2" fmla="*/ 0 w 15"/>
                  <a:gd name="T3" fmla="*/ 11 h 16"/>
                  <a:gd name="T4" fmla="*/ 6 w 15"/>
                  <a:gd name="T5" fmla="*/ 16 h 16"/>
                  <a:gd name="T6" fmla="*/ 15 w 15"/>
                  <a:gd name="T7" fmla="*/ 5 h 16"/>
                  <a:gd name="T8" fmla="*/ 2 w 15"/>
                  <a:gd name="T9" fmla="*/ 0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6">
                    <a:moveTo>
                      <a:pt x="2" y="0"/>
                    </a:moveTo>
                    <a:lnTo>
                      <a:pt x="0" y="11"/>
                    </a:lnTo>
                    <a:lnTo>
                      <a:pt x="6" y="16"/>
                    </a:lnTo>
                    <a:lnTo>
                      <a:pt x="15" y="5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6E8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079" name="Freeform 701">
                <a:extLst>
                  <a:ext uri="{FF2B5EF4-FFF2-40B4-BE49-F238E27FC236}">
                    <a16:creationId xmlns:a16="http://schemas.microsoft.com/office/drawing/2014/main" id="{62A3BB5F-5DE4-44FB-94EB-F19018B51F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0" y="1648"/>
                <a:ext cx="11" cy="11"/>
              </a:xfrm>
              <a:custGeom>
                <a:avLst/>
                <a:gdLst>
                  <a:gd name="T0" fmla="*/ 8 w 11"/>
                  <a:gd name="T1" fmla="*/ 0 h 11"/>
                  <a:gd name="T2" fmla="*/ 11 w 11"/>
                  <a:gd name="T3" fmla="*/ 10 h 11"/>
                  <a:gd name="T4" fmla="*/ 8 w 11"/>
                  <a:gd name="T5" fmla="*/ 11 h 11"/>
                  <a:gd name="T6" fmla="*/ 0 w 11"/>
                  <a:gd name="T7" fmla="*/ 4 h 11"/>
                  <a:gd name="T8" fmla="*/ 8 w 11"/>
                  <a:gd name="T9" fmla="*/ 0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1">
                    <a:moveTo>
                      <a:pt x="8" y="0"/>
                    </a:moveTo>
                    <a:lnTo>
                      <a:pt x="11" y="10"/>
                    </a:lnTo>
                    <a:lnTo>
                      <a:pt x="8" y="11"/>
                    </a:lnTo>
                    <a:lnTo>
                      <a:pt x="0" y="4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F6E8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080" name="Freeform 702">
                <a:extLst>
                  <a:ext uri="{FF2B5EF4-FFF2-40B4-BE49-F238E27FC236}">
                    <a16:creationId xmlns:a16="http://schemas.microsoft.com/office/drawing/2014/main" id="{9EB15E67-C16B-4095-B1D8-F006C56C78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8" y="1663"/>
                <a:ext cx="8" cy="7"/>
              </a:xfrm>
              <a:custGeom>
                <a:avLst/>
                <a:gdLst>
                  <a:gd name="T0" fmla="*/ 8 w 8"/>
                  <a:gd name="T1" fmla="*/ 2 h 7"/>
                  <a:gd name="T2" fmla="*/ 0 w 8"/>
                  <a:gd name="T3" fmla="*/ 0 h 7"/>
                  <a:gd name="T4" fmla="*/ 2 w 8"/>
                  <a:gd name="T5" fmla="*/ 7 h 7"/>
                  <a:gd name="T6" fmla="*/ 8 w 8"/>
                  <a:gd name="T7" fmla="*/ 2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7">
                    <a:moveTo>
                      <a:pt x="8" y="2"/>
                    </a:moveTo>
                    <a:lnTo>
                      <a:pt x="0" y="0"/>
                    </a:lnTo>
                    <a:lnTo>
                      <a:pt x="2" y="7"/>
                    </a:lnTo>
                    <a:lnTo>
                      <a:pt x="8" y="2"/>
                    </a:lnTo>
                    <a:close/>
                  </a:path>
                </a:pathLst>
              </a:custGeom>
              <a:solidFill>
                <a:srgbClr val="F6E8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081" name="Freeform 703">
                <a:extLst>
                  <a:ext uri="{FF2B5EF4-FFF2-40B4-BE49-F238E27FC236}">
                    <a16:creationId xmlns:a16="http://schemas.microsoft.com/office/drawing/2014/main" id="{0D2D2157-4DE8-400D-83D3-10E0B3A0DD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4" y="1645"/>
                <a:ext cx="15" cy="16"/>
              </a:xfrm>
              <a:custGeom>
                <a:avLst/>
                <a:gdLst>
                  <a:gd name="T0" fmla="*/ 11 w 15"/>
                  <a:gd name="T1" fmla="*/ 0 h 16"/>
                  <a:gd name="T2" fmla="*/ 15 w 15"/>
                  <a:gd name="T3" fmla="*/ 11 h 16"/>
                  <a:gd name="T4" fmla="*/ 9 w 15"/>
                  <a:gd name="T5" fmla="*/ 16 h 16"/>
                  <a:gd name="T6" fmla="*/ 0 w 15"/>
                  <a:gd name="T7" fmla="*/ 5 h 16"/>
                  <a:gd name="T8" fmla="*/ 11 w 15"/>
                  <a:gd name="T9" fmla="*/ 0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6">
                    <a:moveTo>
                      <a:pt x="11" y="0"/>
                    </a:moveTo>
                    <a:lnTo>
                      <a:pt x="15" y="11"/>
                    </a:lnTo>
                    <a:lnTo>
                      <a:pt x="9" y="16"/>
                    </a:lnTo>
                    <a:lnTo>
                      <a:pt x="0" y="5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rgbClr val="F6E8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082" name="Freeform 704">
                <a:extLst>
                  <a:ext uri="{FF2B5EF4-FFF2-40B4-BE49-F238E27FC236}">
                    <a16:creationId xmlns:a16="http://schemas.microsoft.com/office/drawing/2014/main" id="{E493E829-1B7D-44C5-9FEF-712A7DBFF5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2" y="1648"/>
                <a:ext cx="10" cy="13"/>
              </a:xfrm>
              <a:custGeom>
                <a:avLst/>
                <a:gdLst>
                  <a:gd name="T0" fmla="*/ 6 w 10"/>
                  <a:gd name="T1" fmla="*/ 0 h 13"/>
                  <a:gd name="T2" fmla="*/ 0 w 10"/>
                  <a:gd name="T3" fmla="*/ 8 h 13"/>
                  <a:gd name="T4" fmla="*/ 4 w 10"/>
                  <a:gd name="T5" fmla="*/ 13 h 13"/>
                  <a:gd name="T6" fmla="*/ 10 w 10"/>
                  <a:gd name="T7" fmla="*/ 4 h 13"/>
                  <a:gd name="T8" fmla="*/ 6 w 10"/>
                  <a:gd name="T9" fmla="*/ 0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3">
                    <a:moveTo>
                      <a:pt x="6" y="0"/>
                    </a:moveTo>
                    <a:lnTo>
                      <a:pt x="0" y="8"/>
                    </a:lnTo>
                    <a:lnTo>
                      <a:pt x="4" y="13"/>
                    </a:lnTo>
                    <a:lnTo>
                      <a:pt x="10" y="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6E8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083" name="Freeform 705">
                <a:extLst>
                  <a:ext uri="{FF2B5EF4-FFF2-40B4-BE49-F238E27FC236}">
                    <a16:creationId xmlns:a16="http://schemas.microsoft.com/office/drawing/2014/main" id="{BA33B2E0-AFDE-4AAD-A001-F07C64E030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2" y="1061"/>
                <a:ext cx="57" cy="103"/>
              </a:xfrm>
              <a:custGeom>
                <a:avLst/>
                <a:gdLst>
                  <a:gd name="T0" fmla="*/ 142 w 31"/>
                  <a:gd name="T1" fmla="*/ 44 h 56"/>
                  <a:gd name="T2" fmla="*/ 94 w 31"/>
                  <a:gd name="T3" fmla="*/ 13 h 56"/>
                  <a:gd name="T4" fmla="*/ 37 w 31"/>
                  <a:gd name="T5" fmla="*/ 13 h 56"/>
                  <a:gd name="T6" fmla="*/ 7 w 31"/>
                  <a:gd name="T7" fmla="*/ 68 h 56"/>
                  <a:gd name="T8" fmla="*/ 20 w 31"/>
                  <a:gd name="T9" fmla="*/ 178 h 56"/>
                  <a:gd name="T10" fmla="*/ 105 w 31"/>
                  <a:gd name="T11" fmla="*/ 305 h 56"/>
                  <a:gd name="T12" fmla="*/ 149 w 31"/>
                  <a:gd name="T13" fmla="*/ 342 h 56"/>
                  <a:gd name="T14" fmla="*/ 193 w 31"/>
                  <a:gd name="T15" fmla="*/ 291 h 5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1" h="56">
                    <a:moveTo>
                      <a:pt x="23" y="7"/>
                    </a:moveTo>
                    <a:cubicBezTo>
                      <a:pt x="20" y="7"/>
                      <a:pt x="18" y="3"/>
                      <a:pt x="15" y="2"/>
                    </a:cubicBezTo>
                    <a:cubicBezTo>
                      <a:pt x="12" y="1"/>
                      <a:pt x="9" y="0"/>
                      <a:pt x="6" y="2"/>
                    </a:cubicBezTo>
                    <a:cubicBezTo>
                      <a:pt x="2" y="3"/>
                      <a:pt x="1" y="7"/>
                      <a:pt x="1" y="11"/>
                    </a:cubicBezTo>
                    <a:cubicBezTo>
                      <a:pt x="0" y="17"/>
                      <a:pt x="0" y="25"/>
                      <a:pt x="3" y="29"/>
                    </a:cubicBezTo>
                    <a:cubicBezTo>
                      <a:pt x="8" y="36"/>
                      <a:pt x="13" y="41"/>
                      <a:pt x="17" y="49"/>
                    </a:cubicBezTo>
                    <a:cubicBezTo>
                      <a:pt x="18" y="52"/>
                      <a:pt x="20" y="56"/>
                      <a:pt x="24" y="55"/>
                    </a:cubicBezTo>
                    <a:cubicBezTo>
                      <a:pt x="29" y="55"/>
                      <a:pt x="29" y="50"/>
                      <a:pt x="31" y="47"/>
                    </a:cubicBezTo>
                  </a:path>
                </a:pathLst>
              </a:custGeom>
              <a:solidFill>
                <a:srgbClr val="F6E8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084" name="Freeform 706">
                <a:extLst>
                  <a:ext uri="{FF2B5EF4-FFF2-40B4-BE49-F238E27FC236}">
                    <a16:creationId xmlns:a16="http://schemas.microsoft.com/office/drawing/2014/main" id="{BC8C354E-33C2-4B09-97EB-CF70ED954A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2" y="1061"/>
                <a:ext cx="57" cy="103"/>
              </a:xfrm>
              <a:custGeom>
                <a:avLst/>
                <a:gdLst>
                  <a:gd name="T0" fmla="*/ 142 w 31"/>
                  <a:gd name="T1" fmla="*/ 44 h 56"/>
                  <a:gd name="T2" fmla="*/ 94 w 31"/>
                  <a:gd name="T3" fmla="*/ 13 h 56"/>
                  <a:gd name="T4" fmla="*/ 37 w 31"/>
                  <a:gd name="T5" fmla="*/ 13 h 56"/>
                  <a:gd name="T6" fmla="*/ 7 w 31"/>
                  <a:gd name="T7" fmla="*/ 68 h 56"/>
                  <a:gd name="T8" fmla="*/ 20 w 31"/>
                  <a:gd name="T9" fmla="*/ 178 h 56"/>
                  <a:gd name="T10" fmla="*/ 105 w 31"/>
                  <a:gd name="T11" fmla="*/ 305 h 56"/>
                  <a:gd name="T12" fmla="*/ 149 w 31"/>
                  <a:gd name="T13" fmla="*/ 342 h 56"/>
                  <a:gd name="T14" fmla="*/ 193 w 31"/>
                  <a:gd name="T15" fmla="*/ 291 h 5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1" h="56">
                    <a:moveTo>
                      <a:pt x="23" y="7"/>
                    </a:moveTo>
                    <a:cubicBezTo>
                      <a:pt x="20" y="7"/>
                      <a:pt x="18" y="3"/>
                      <a:pt x="15" y="2"/>
                    </a:cubicBezTo>
                    <a:cubicBezTo>
                      <a:pt x="12" y="1"/>
                      <a:pt x="9" y="0"/>
                      <a:pt x="6" y="2"/>
                    </a:cubicBezTo>
                    <a:cubicBezTo>
                      <a:pt x="2" y="3"/>
                      <a:pt x="1" y="7"/>
                      <a:pt x="1" y="11"/>
                    </a:cubicBezTo>
                    <a:cubicBezTo>
                      <a:pt x="0" y="17"/>
                      <a:pt x="0" y="25"/>
                      <a:pt x="3" y="29"/>
                    </a:cubicBezTo>
                    <a:cubicBezTo>
                      <a:pt x="8" y="36"/>
                      <a:pt x="13" y="41"/>
                      <a:pt x="17" y="49"/>
                    </a:cubicBezTo>
                    <a:cubicBezTo>
                      <a:pt x="18" y="52"/>
                      <a:pt x="20" y="56"/>
                      <a:pt x="24" y="55"/>
                    </a:cubicBezTo>
                    <a:cubicBezTo>
                      <a:pt x="29" y="55"/>
                      <a:pt x="29" y="50"/>
                      <a:pt x="31" y="47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085" name="Freeform 707">
                <a:extLst>
                  <a:ext uri="{FF2B5EF4-FFF2-40B4-BE49-F238E27FC236}">
                    <a16:creationId xmlns:a16="http://schemas.microsoft.com/office/drawing/2014/main" id="{869CEF62-84E8-42C5-AED9-653A35FFEC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7" y="1072"/>
                <a:ext cx="26" cy="50"/>
              </a:xfrm>
              <a:custGeom>
                <a:avLst/>
                <a:gdLst>
                  <a:gd name="T0" fmla="*/ 89 w 14"/>
                  <a:gd name="T1" fmla="*/ 172 h 27"/>
                  <a:gd name="T2" fmla="*/ 37 w 14"/>
                  <a:gd name="T3" fmla="*/ 120 h 27"/>
                  <a:gd name="T4" fmla="*/ 20 w 14"/>
                  <a:gd name="T5" fmla="*/ 44 h 27"/>
                  <a:gd name="T6" fmla="*/ 45 w 14"/>
                  <a:gd name="T7" fmla="*/ 0 h 27"/>
                  <a:gd name="T8" fmla="*/ 89 w 14"/>
                  <a:gd name="T9" fmla="*/ 20 h 27"/>
                  <a:gd name="T10" fmla="*/ 45 w 14"/>
                  <a:gd name="T11" fmla="*/ 7 h 27"/>
                  <a:gd name="T12" fmla="*/ 37 w 14"/>
                  <a:gd name="T13" fmla="*/ 120 h 27"/>
                  <a:gd name="T14" fmla="*/ 89 w 14"/>
                  <a:gd name="T15" fmla="*/ 172 h 2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4" h="27">
                    <a:moveTo>
                      <a:pt x="14" y="27"/>
                    </a:moveTo>
                    <a:cubicBezTo>
                      <a:pt x="13" y="24"/>
                      <a:pt x="8" y="22"/>
                      <a:pt x="6" y="19"/>
                    </a:cubicBezTo>
                    <a:cubicBezTo>
                      <a:pt x="4" y="16"/>
                      <a:pt x="2" y="11"/>
                      <a:pt x="3" y="7"/>
                    </a:cubicBezTo>
                    <a:cubicBezTo>
                      <a:pt x="4" y="5"/>
                      <a:pt x="4" y="1"/>
                      <a:pt x="7" y="0"/>
                    </a:cubicBezTo>
                    <a:cubicBezTo>
                      <a:pt x="9" y="0"/>
                      <a:pt x="12" y="2"/>
                      <a:pt x="14" y="3"/>
                    </a:cubicBezTo>
                    <a:cubicBezTo>
                      <a:pt x="14" y="3"/>
                      <a:pt x="9" y="1"/>
                      <a:pt x="7" y="1"/>
                    </a:cubicBezTo>
                    <a:cubicBezTo>
                      <a:pt x="5" y="2"/>
                      <a:pt x="0" y="10"/>
                      <a:pt x="6" y="19"/>
                    </a:cubicBezTo>
                    <a:cubicBezTo>
                      <a:pt x="13" y="27"/>
                      <a:pt x="12" y="21"/>
                      <a:pt x="14" y="27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086" name="Freeform 708">
                <a:extLst>
                  <a:ext uri="{FF2B5EF4-FFF2-40B4-BE49-F238E27FC236}">
                    <a16:creationId xmlns:a16="http://schemas.microsoft.com/office/drawing/2014/main" id="{B0A3E6BE-15B0-4075-876A-8A44DDD407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3" y="1112"/>
                <a:ext cx="7" cy="24"/>
              </a:xfrm>
              <a:custGeom>
                <a:avLst/>
                <a:gdLst>
                  <a:gd name="T0" fmla="*/ 0 w 4"/>
                  <a:gd name="T1" fmla="*/ 52 h 13"/>
                  <a:gd name="T2" fmla="*/ 21 w 4"/>
                  <a:gd name="T3" fmla="*/ 81 h 13"/>
                  <a:gd name="T4" fmla="*/ 21 w 4"/>
                  <a:gd name="T5" fmla="*/ 13 h 13"/>
                  <a:gd name="T6" fmla="*/ 21 w 4"/>
                  <a:gd name="T7" fmla="*/ 13 h 13"/>
                  <a:gd name="T8" fmla="*/ 7 w 4"/>
                  <a:gd name="T9" fmla="*/ 24 h 13"/>
                  <a:gd name="T10" fmla="*/ 16 w 4"/>
                  <a:gd name="T11" fmla="*/ 76 h 13"/>
                  <a:gd name="T12" fmla="*/ 0 w 4"/>
                  <a:gd name="T13" fmla="*/ 52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" h="13">
                    <a:moveTo>
                      <a:pt x="0" y="8"/>
                    </a:moveTo>
                    <a:cubicBezTo>
                      <a:pt x="1" y="9"/>
                      <a:pt x="3" y="12"/>
                      <a:pt x="4" y="13"/>
                    </a:cubicBezTo>
                    <a:cubicBezTo>
                      <a:pt x="4" y="11"/>
                      <a:pt x="0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2" y="0"/>
                      <a:pt x="1" y="4"/>
                    </a:cubicBezTo>
                    <a:cubicBezTo>
                      <a:pt x="1" y="8"/>
                      <a:pt x="3" y="12"/>
                      <a:pt x="3" y="12"/>
                    </a:cubicBez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087" name="Freeform 709">
                <a:extLst>
                  <a:ext uri="{FF2B5EF4-FFF2-40B4-BE49-F238E27FC236}">
                    <a16:creationId xmlns:a16="http://schemas.microsoft.com/office/drawing/2014/main" id="{C0A9F94A-37A9-4F4E-9D97-869FEAB4A7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2" y="1065"/>
                <a:ext cx="26" cy="35"/>
              </a:xfrm>
              <a:custGeom>
                <a:avLst/>
                <a:gdLst>
                  <a:gd name="T0" fmla="*/ 89 w 14"/>
                  <a:gd name="T1" fmla="*/ 7 h 19"/>
                  <a:gd name="T2" fmla="*/ 24 w 14"/>
                  <a:gd name="T3" fmla="*/ 20 h 19"/>
                  <a:gd name="T4" fmla="*/ 45 w 14"/>
                  <a:gd name="T5" fmla="*/ 118 h 19"/>
                  <a:gd name="T6" fmla="*/ 32 w 14"/>
                  <a:gd name="T7" fmla="*/ 44 h 19"/>
                  <a:gd name="T8" fmla="*/ 76 w 14"/>
                  <a:gd name="T9" fmla="*/ 13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9">
                    <a:moveTo>
                      <a:pt x="14" y="1"/>
                    </a:moveTo>
                    <a:cubicBezTo>
                      <a:pt x="11" y="1"/>
                      <a:pt x="6" y="0"/>
                      <a:pt x="4" y="3"/>
                    </a:cubicBezTo>
                    <a:cubicBezTo>
                      <a:pt x="0" y="8"/>
                      <a:pt x="3" y="16"/>
                      <a:pt x="7" y="19"/>
                    </a:cubicBezTo>
                    <a:cubicBezTo>
                      <a:pt x="4" y="17"/>
                      <a:pt x="3" y="10"/>
                      <a:pt x="5" y="7"/>
                    </a:cubicBezTo>
                    <a:cubicBezTo>
                      <a:pt x="6" y="4"/>
                      <a:pt x="9" y="2"/>
                      <a:pt x="12" y="2"/>
                    </a:cubicBezTo>
                  </a:path>
                </a:pathLst>
              </a:custGeom>
              <a:solidFill>
                <a:srgbClr val="EFCA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088" name="Freeform 710">
                <a:extLst>
                  <a:ext uri="{FF2B5EF4-FFF2-40B4-BE49-F238E27FC236}">
                    <a16:creationId xmlns:a16="http://schemas.microsoft.com/office/drawing/2014/main" id="{47619D58-F3C1-4037-97C3-5D5619FFC6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5" y="1074"/>
                <a:ext cx="16" cy="26"/>
              </a:xfrm>
              <a:custGeom>
                <a:avLst/>
                <a:gdLst>
                  <a:gd name="T0" fmla="*/ 50 w 9"/>
                  <a:gd name="T1" fmla="*/ 24 h 14"/>
                  <a:gd name="T2" fmla="*/ 36 w 9"/>
                  <a:gd name="T3" fmla="*/ 13 h 14"/>
                  <a:gd name="T4" fmla="*/ 12 w 9"/>
                  <a:gd name="T5" fmla="*/ 7 h 14"/>
                  <a:gd name="T6" fmla="*/ 16 w 9"/>
                  <a:gd name="T7" fmla="*/ 52 h 14"/>
                  <a:gd name="T8" fmla="*/ 37 w 9"/>
                  <a:gd name="T9" fmla="*/ 89 h 14"/>
                  <a:gd name="T10" fmla="*/ 21 w 9"/>
                  <a:gd name="T11" fmla="*/ 37 h 14"/>
                  <a:gd name="T12" fmla="*/ 50 w 9"/>
                  <a:gd name="T13" fmla="*/ 20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14">
                    <a:moveTo>
                      <a:pt x="9" y="4"/>
                    </a:moveTo>
                    <a:cubicBezTo>
                      <a:pt x="8" y="3"/>
                      <a:pt x="7" y="2"/>
                      <a:pt x="6" y="2"/>
                    </a:cubicBezTo>
                    <a:cubicBezTo>
                      <a:pt x="5" y="1"/>
                      <a:pt x="3" y="0"/>
                      <a:pt x="2" y="1"/>
                    </a:cubicBezTo>
                    <a:cubicBezTo>
                      <a:pt x="0" y="3"/>
                      <a:pt x="2" y="6"/>
                      <a:pt x="3" y="8"/>
                    </a:cubicBezTo>
                    <a:cubicBezTo>
                      <a:pt x="4" y="10"/>
                      <a:pt x="5" y="12"/>
                      <a:pt x="7" y="14"/>
                    </a:cubicBezTo>
                    <a:cubicBezTo>
                      <a:pt x="5" y="12"/>
                      <a:pt x="3" y="9"/>
                      <a:pt x="4" y="6"/>
                    </a:cubicBezTo>
                    <a:cubicBezTo>
                      <a:pt x="5" y="4"/>
                      <a:pt x="7" y="3"/>
                      <a:pt x="9" y="3"/>
                    </a:cubicBezTo>
                  </a:path>
                </a:pathLst>
              </a:custGeom>
              <a:solidFill>
                <a:srgbClr val="FDF3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089" name="Freeform 711">
                <a:extLst>
                  <a:ext uri="{FF2B5EF4-FFF2-40B4-BE49-F238E27FC236}">
                    <a16:creationId xmlns:a16="http://schemas.microsoft.com/office/drawing/2014/main" id="{94D0D14B-0DF7-44B3-95FC-5DE2AC1A8C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3" y="1103"/>
                <a:ext cx="4" cy="17"/>
              </a:xfrm>
              <a:custGeom>
                <a:avLst/>
                <a:gdLst>
                  <a:gd name="T0" fmla="*/ 16 w 2"/>
                  <a:gd name="T1" fmla="*/ 40 h 9"/>
                  <a:gd name="T2" fmla="*/ 8 w 2"/>
                  <a:gd name="T3" fmla="*/ 60 h 9"/>
                  <a:gd name="T4" fmla="*/ 0 w 2"/>
                  <a:gd name="T5" fmla="*/ 32 h 9"/>
                  <a:gd name="T6" fmla="*/ 8 w 2"/>
                  <a:gd name="T7" fmla="*/ 0 h 9"/>
                  <a:gd name="T8" fmla="*/ 16 w 2"/>
                  <a:gd name="T9" fmla="*/ 4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9">
                    <a:moveTo>
                      <a:pt x="2" y="6"/>
                    </a:moveTo>
                    <a:cubicBezTo>
                      <a:pt x="1" y="7"/>
                      <a:pt x="1" y="8"/>
                      <a:pt x="1" y="9"/>
                    </a:cubicBezTo>
                    <a:cubicBezTo>
                      <a:pt x="0" y="9"/>
                      <a:pt x="0" y="6"/>
                      <a:pt x="0" y="5"/>
                    </a:cubicBezTo>
                    <a:cubicBezTo>
                      <a:pt x="0" y="4"/>
                      <a:pt x="0" y="1"/>
                      <a:pt x="1" y="0"/>
                    </a:cubicBezTo>
                    <a:cubicBezTo>
                      <a:pt x="2" y="2"/>
                      <a:pt x="2" y="4"/>
                      <a:pt x="2" y="6"/>
                    </a:cubicBezTo>
                  </a:path>
                </a:pathLst>
              </a:custGeom>
              <a:solidFill>
                <a:srgbClr val="FDF3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090" name="Freeform 712">
                <a:extLst>
                  <a:ext uri="{FF2B5EF4-FFF2-40B4-BE49-F238E27FC236}">
                    <a16:creationId xmlns:a16="http://schemas.microsoft.com/office/drawing/2014/main" id="{09A7EE7E-9F47-4862-A130-62ED7E3274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3" y="1061"/>
                <a:ext cx="57" cy="103"/>
              </a:xfrm>
              <a:custGeom>
                <a:avLst/>
                <a:gdLst>
                  <a:gd name="T0" fmla="*/ 51 w 31"/>
                  <a:gd name="T1" fmla="*/ 44 h 56"/>
                  <a:gd name="T2" fmla="*/ 94 w 31"/>
                  <a:gd name="T3" fmla="*/ 13 h 56"/>
                  <a:gd name="T4" fmla="*/ 156 w 31"/>
                  <a:gd name="T5" fmla="*/ 13 h 56"/>
                  <a:gd name="T6" fmla="*/ 186 w 31"/>
                  <a:gd name="T7" fmla="*/ 68 h 56"/>
                  <a:gd name="T8" fmla="*/ 169 w 31"/>
                  <a:gd name="T9" fmla="*/ 178 h 56"/>
                  <a:gd name="T10" fmla="*/ 88 w 31"/>
                  <a:gd name="T11" fmla="*/ 305 h 56"/>
                  <a:gd name="T12" fmla="*/ 37 w 31"/>
                  <a:gd name="T13" fmla="*/ 342 h 56"/>
                  <a:gd name="T14" fmla="*/ 0 w 31"/>
                  <a:gd name="T15" fmla="*/ 291 h 5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1" h="56">
                    <a:moveTo>
                      <a:pt x="8" y="7"/>
                    </a:moveTo>
                    <a:cubicBezTo>
                      <a:pt x="10" y="7"/>
                      <a:pt x="13" y="3"/>
                      <a:pt x="15" y="2"/>
                    </a:cubicBezTo>
                    <a:cubicBezTo>
                      <a:pt x="18" y="1"/>
                      <a:pt x="22" y="0"/>
                      <a:pt x="25" y="2"/>
                    </a:cubicBezTo>
                    <a:cubicBezTo>
                      <a:pt x="29" y="3"/>
                      <a:pt x="30" y="7"/>
                      <a:pt x="30" y="11"/>
                    </a:cubicBezTo>
                    <a:cubicBezTo>
                      <a:pt x="31" y="17"/>
                      <a:pt x="30" y="25"/>
                      <a:pt x="27" y="29"/>
                    </a:cubicBezTo>
                    <a:cubicBezTo>
                      <a:pt x="23" y="36"/>
                      <a:pt x="18" y="41"/>
                      <a:pt x="14" y="49"/>
                    </a:cubicBezTo>
                    <a:cubicBezTo>
                      <a:pt x="12" y="52"/>
                      <a:pt x="10" y="56"/>
                      <a:pt x="6" y="55"/>
                    </a:cubicBezTo>
                    <a:cubicBezTo>
                      <a:pt x="1" y="55"/>
                      <a:pt x="1" y="50"/>
                      <a:pt x="0" y="47"/>
                    </a:cubicBezTo>
                  </a:path>
                </a:pathLst>
              </a:custGeom>
              <a:solidFill>
                <a:srgbClr val="F6E8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091" name="Freeform 713">
                <a:extLst>
                  <a:ext uri="{FF2B5EF4-FFF2-40B4-BE49-F238E27FC236}">
                    <a16:creationId xmlns:a16="http://schemas.microsoft.com/office/drawing/2014/main" id="{7BCFFBF7-5AEA-4D60-8A08-DD82393B88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3" y="1061"/>
                <a:ext cx="57" cy="103"/>
              </a:xfrm>
              <a:custGeom>
                <a:avLst/>
                <a:gdLst>
                  <a:gd name="T0" fmla="*/ 51 w 31"/>
                  <a:gd name="T1" fmla="*/ 44 h 56"/>
                  <a:gd name="T2" fmla="*/ 94 w 31"/>
                  <a:gd name="T3" fmla="*/ 13 h 56"/>
                  <a:gd name="T4" fmla="*/ 156 w 31"/>
                  <a:gd name="T5" fmla="*/ 13 h 56"/>
                  <a:gd name="T6" fmla="*/ 186 w 31"/>
                  <a:gd name="T7" fmla="*/ 68 h 56"/>
                  <a:gd name="T8" fmla="*/ 169 w 31"/>
                  <a:gd name="T9" fmla="*/ 178 h 56"/>
                  <a:gd name="T10" fmla="*/ 88 w 31"/>
                  <a:gd name="T11" fmla="*/ 305 h 56"/>
                  <a:gd name="T12" fmla="*/ 37 w 31"/>
                  <a:gd name="T13" fmla="*/ 342 h 56"/>
                  <a:gd name="T14" fmla="*/ 0 w 31"/>
                  <a:gd name="T15" fmla="*/ 291 h 5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1" h="56">
                    <a:moveTo>
                      <a:pt x="8" y="7"/>
                    </a:moveTo>
                    <a:cubicBezTo>
                      <a:pt x="10" y="7"/>
                      <a:pt x="13" y="3"/>
                      <a:pt x="15" y="2"/>
                    </a:cubicBezTo>
                    <a:cubicBezTo>
                      <a:pt x="18" y="1"/>
                      <a:pt x="22" y="0"/>
                      <a:pt x="25" y="2"/>
                    </a:cubicBezTo>
                    <a:cubicBezTo>
                      <a:pt x="29" y="3"/>
                      <a:pt x="30" y="7"/>
                      <a:pt x="30" y="11"/>
                    </a:cubicBezTo>
                    <a:cubicBezTo>
                      <a:pt x="31" y="17"/>
                      <a:pt x="30" y="25"/>
                      <a:pt x="27" y="29"/>
                    </a:cubicBezTo>
                    <a:cubicBezTo>
                      <a:pt x="23" y="36"/>
                      <a:pt x="18" y="41"/>
                      <a:pt x="14" y="49"/>
                    </a:cubicBezTo>
                    <a:cubicBezTo>
                      <a:pt x="12" y="52"/>
                      <a:pt x="10" y="56"/>
                      <a:pt x="6" y="55"/>
                    </a:cubicBezTo>
                    <a:cubicBezTo>
                      <a:pt x="1" y="55"/>
                      <a:pt x="1" y="50"/>
                      <a:pt x="0" y="47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092" name="Freeform 714">
                <a:extLst>
                  <a:ext uri="{FF2B5EF4-FFF2-40B4-BE49-F238E27FC236}">
                    <a16:creationId xmlns:a16="http://schemas.microsoft.com/office/drawing/2014/main" id="{22D24156-C4CF-425E-A383-A46751BB4C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9" y="1072"/>
                <a:ext cx="26" cy="50"/>
              </a:xfrm>
              <a:custGeom>
                <a:avLst/>
                <a:gdLst>
                  <a:gd name="T0" fmla="*/ 0 w 14"/>
                  <a:gd name="T1" fmla="*/ 172 h 27"/>
                  <a:gd name="T2" fmla="*/ 52 w 14"/>
                  <a:gd name="T3" fmla="*/ 120 h 27"/>
                  <a:gd name="T4" fmla="*/ 69 w 14"/>
                  <a:gd name="T5" fmla="*/ 44 h 27"/>
                  <a:gd name="T6" fmla="*/ 45 w 14"/>
                  <a:gd name="T7" fmla="*/ 0 h 27"/>
                  <a:gd name="T8" fmla="*/ 0 w 14"/>
                  <a:gd name="T9" fmla="*/ 20 h 27"/>
                  <a:gd name="T10" fmla="*/ 45 w 14"/>
                  <a:gd name="T11" fmla="*/ 7 h 27"/>
                  <a:gd name="T12" fmla="*/ 45 w 14"/>
                  <a:gd name="T13" fmla="*/ 120 h 27"/>
                  <a:gd name="T14" fmla="*/ 0 w 14"/>
                  <a:gd name="T15" fmla="*/ 172 h 2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4" h="27">
                    <a:moveTo>
                      <a:pt x="0" y="27"/>
                    </a:moveTo>
                    <a:cubicBezTo>
                      <a:pt x="1" y="24"/>
                      <a:pt x="6" y="22"/>
                      <a:pt x="8" y="19"/>
                    </a:cubicBezTo>
                    <a:cubicBezTo>
                      <a:pt x="10" y="16"/>
                      <a:pt x="12" y="11"/>
                      <a:pt x="11" y="7"/>
                    </a:cubicBezTo>
                    <a:cubicBezTo>
                      <a:pt x="10" y="5"/>
                      <a:pt x="10" y="1"/>
                      <a:pt x="7" y="0"/>
                    </a:cubicBezTo>
                    <a:cubicBezTo>
                      <a:pt x="4" y="0"/>
                      <a:pt x="2" y="2"/>
                      <a:pt x="0" y="3"/>
                    </a:cubicBezTo>
                    <a:cubicBezTo>
                      <a:pt x="0" y="3"/>
                      <a:pt x="5" y="1"/>
                      <a:pt x="7" y="1"/>
                    </a:cubicBezTo>
                    <a:cubicBezTo>
                      <a:pt x="8" y="2"/>
                      <a:pt x="14" y="10"/>
                      <a:pt x="7" y="19"/>
                    </a:cubicBezTo>
                    <a:cubicBezTo>
                      <a:pt x="1" y="27"/>
                      <a:pt x="1" y="21"/>
                      <a:pt x="0" y="27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093" name="Freeform 715">
                <a:extLst>
                  <a:ext uri="{FF2B5EF4-FFF2-40B4-BE49-F238E27FC236}">
                    <a16:creationId xmlns:a16="http://schemas.microsoft.com/office/drawing/2014/main" id="{97E31C02-0D0E-40F1-8C7E-F7617DC568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1" y="1112"/>
                <a:ext cx="6" cy="24"/>
              </a:xfrm>
              <a:custGeom>
                <a:avLst/>
                <a:gdLst>
                  <a:gd name="T0" fmla="*/ 24 w 3"/>
                  <a:gd name="T1" fmla="*/ 52 h 13"/>
                  <a:gd name="T2" fmla="*/ 0 w 3"/>
                  <a:gd name="T3" fmla="*/ 81 h 13"/>
                  <a:gd name="T4" fmla="*/ 0 w 3"/>
                  <a:gd name="T5" fmla="*/ 13 h 13"/>
                  <a:gd name="T6" fmla="*/ 0 w 3"/>
                  <a:gd name="T7" fmla="*/ 13 h 13"/>
                  <a:gd name="T8" fmla="*/ 16 w 3"/>
                  <a:gd name="T9" fmla="*/ 24 h 13"/>
                  <a:gd name="T10" fmla="*/ 0 w 3"/>
                  <a:gd name="T11" fmla="*/ 76 h 13"/>
                  <a:gd name="T12" fmla="*/ 24 w 3"/>
                  <a:gd name="T13" fmla="*/ 52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13">
                    <a:moveTo>
                      <a:pt x="3" y="8"/>
                    </a:moveTo>
                    <a:cubicBezTo>
                      <a:pt x="3" y="9"/>
                      <a:pt x="1" y="12"/>
                      <a:pt x="0" y="13"/>
                    </a:cubicBezTo>
                    <a:cubicBezTo>
                      <a:pt x="0" y="11"/>
                      <a:pt x="3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2" y="0"/>
                      <a:pt x="2" y="4"/>
                    </a:cubicBezTo>
                    <a:cubicBezTo>
                      <a:pt x="3" y="8"/>
                      <a:pt x="0" y="12"/>
                      <a:pt x="0" y="12"/>
                    </a:cubicBezTo>
                    <a:lnTo>
                      <a:pt x="3" y="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094" name="Freeform 716">
                <a:extLst>
                  <a:ext uri="{FF2B5EF4-FFF2-40B4-BE49-F238E27FC236}">
                    <a16:creationId xmlns:a16="http://schemas.microsoft.com/office/drawing/2014/main" id="{DBBC1734-8C11-4F2D-A3CB-BEE12E6565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4" y="1065"/>
                <a:ext cx="24" cy="35"/>
              </a:xfrm>
              <a:custGeom>
                <a:avLst/>
                <a:gdLst>
                  <a:gd name="T0" fmla="*/ 0 w 13"/>
                  <a:gd name="T1" fmla="*/ 7 h 19"/>
                  <a:gd name="T2" fmla="*/ 61 w 13"/>
                  <a:gd name="T3" fmla="*/ 20 h 19"/>
                  <a:gd name="T4" fmla="*/ 44 w 13"/>
                  <a:gd name="T5" fmla="*/ 118 h 19"/>
                  <a:gd name="T6" fmla="*/ 57 w 13"/>
                  <a:gd name="T7" fmla="*/ 44 h 19"/>
                  <a:gd name="T8" fmla="*/ 13 w 13"/>
                  <a:gd name="T9" fmla="*/ 13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9">
                    <a:moveTo>
                      <a:pt x="0" y="1"/>
                    </a:moveTo>
                    <a:cubicBezTo>
                      <a:pt x="3" y="1"/>
                      <a:pt x="8" y="0"/>
                      <a:pt x="10" y="3"/>
                    </a:cubicBezTo>
                    <a:cubicBezTo>
                      <a:pt x="13" y="8"/>
                      <a:pt x="10" y="16"/>
                      <a:pt x="7" y="19"/>
                    </a:cubicBezTo>
                    <a:cubicBezTo>
                      <a:pt x="10" y="17"/>
                      <a:pt x="10" y="10"/>
                      <a:pt x="9" y="7"/>
                    </a:cubicBezTo>
                    <a:cubicBezTo>
                      <a:pt x="8" y="4"/>
                      <a:pt x="5" y="2"/>
                      <a:pt x="2" y="2"/>
                    </a:cubicBezTo>
                  </a:path>
                </a:pathLst>
              </a:custGeom>
              <a:solidFill>
                <a:srgbClr val="EFCA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095" name="Freeform 717">
                <a:extLst>
                  <a:ext uri="{FF2B5EF4-FFF2-40B4-BE49-F238E27FC236}">
                    <a16:creationId xmlns:a16="http://schemas.microsoft.com/office/drawing/2014/main" id="{DB2F6BE3-CE8F-48B0-A748-679C491F47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9" y="1074"/>
                <a:ext cx="17" cy="26"/>
              </a:xfrm>
              <a:custGeom>
                <a:avLst/>
                <a:gdLst>
                  <a:gd name="T0" fmla="*/ 0 w 9"/>
                  <a:gd name="T1" fmla="*/ 24 h 14"/>
                  <a:gd name="T2" fmla="*/ 28 w 9"/>
                  <a:gd name="T3" fmla="*/ 13 h 14"/>
                  <a:gd name="T4" fmla="*/ 53 w 9"/>
                  <a:gd name="T5" fmla="*/ 7 h 14"/>
                  <a:gd name="T6" fmla="*/ 47 w 9"/>
                  <a:gd name="T7" fmla="*/ 52 h 14"/>
                  <a:gd name="T8" fmla="*/ 21 w 9"/>
                  <a:gd name="T9" fmla="*/ 89 h 14"/>
                  <a:gd name="T10" fmla="*/ 40 w 9"/>
                  <a:gd name="T11" fmla="*/ 37 h 14"/>
                  <a:gd name="T12" fmla="*/ 8 w 9"/>
                  <a:gd name="T13" fmla="*/ 20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14">
                    <a:moveTo>
                      <a:pt x="0" y="4"/>
                    </a:moveTo>
                    <a:cubicBezTo>
                      <a:pt x="1" y="3"/>
                      <a:pt x="3" y="2"/>
                      <a:pt x="4" y="2"/>
                    </a:cubicBezTo>
                    <a:cubicBezTo>
                      <a:pt x="5" y="1"/>
                      <a:pt x="7" y="0"/>
                      <a:pt x="8" y="1"/>
                    </a:cubicBezTo>
                    <a:cubicBezTo>
                      <a:pt x="9" y="3"/>
                      <a:pt x="7" y="6"/>
                      <a:pt x="7" y="8"/>
                    </a:cubicBezTo>
                    <a:cubicBezTo>
                      <a:pt x="6" y="10"/>
                      <a:pt x="4" y="12"/>
                      <a:pt x="3" y="14"/>
                    </a:cubicBezTo>
                    <a:cubicBezTo>
                      <a:pt x="4" y="12"/>
                      <a:pt x="6" y="9"/>
                      <a:pt x="6" y="6"/>
                    </a:cubicBezTo>
                    <a:cubicBezTo>
                      <a:pt x="5" y="4"/>
                      <a:pt x="2" y="3"/>
                      <a:pt x="1" y="3"/>
                    </a:cubicBezTo>
                  </a:path>
                </a:pathLst>
              </a:custGeom>
              <a:solidFill>
                <a:srgbClr val="FDF3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096" name="Freeform 718">
                <a:extLst>
                  <a:ext uri="{FF2B5EF4-FFF2-40B4-BE49-F238E27FC236}">
                    <a16:creationId xmlns:a16="http://schemas.microsoft.com/office/drawing/2014/main" id="{F3B753B8-6136-445A-A54F-13D46EE86E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5" y="1103"/>
                <a:ext cx="4" cy="17"/>
              </a:xfrm>
              <a:custGeom>
                <a:avLst/>
                <a:gdLst>
                  <a:gd name="T0" fmla="*/ 0 w 2"/>
                  <a:gd name="T1" fmla="*/ 40 h 9"/>
                  <a:gd name="T2" fmla="*/ 8 w 2"/>
                  <a:gd name="T3" fmla="*/ 60 h 9"/>
                  <a:gd name="T4" fmla="*/ 16 w 2"/>
                  <a:gd name="T5" fmla="*/ 32 h 9"/>
                  <a:gd name="T6" fmla="*/ 8 w 2"/>
                  <a:gd name="T7" fmla="*/ 0 h 9"/>
                  <a:gd name="T8" fmla="*/ 0 w 2"/>
                  <a:gd name="T9" fmla="*/ 4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9">
                    <a:moveTo>
                      <a:pt x="0" y="6"/>
                    </a:moveTo>
                    <a:cubicBezTo>
                      <a:pt x="1" y="7"/>
                      <a:pt x="0" y="8"/>
                      <a:pt x="1" y="9"/>
                    </a:cubicBezTo>
                    <a:cubicBezTo>
                      <a:pt x="2" y="9"/>
                      <a:pt x="2" y="6"/>
                      <a:pt x="2" y="5"/>
                    </a:cubicBezTo>
                    <a:cubicBezTo>
                      <a:pt x="2" y="4"/>
                      <a:pt x="2" y="1"/>
                      <a:pt x="1" y="0"/>
                    </a:cubicBezTo>
                    <a:cubicBezTo>
                      <a:pt x="0" y="2"/>
                      <a:pt x="0" y="4"/>
                      <a:pt x="0" y="6"/>
                    </a:cubicBezTo>
                  </a:path>
                </a:pathLst>
              </a:custGeom>
              <a:solidFill>
                <a:srgbClr val="FDF3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097" name="Freeform 719">
                <a:extLst>
                  <a:ext uri="{FF2B5EF4-FFF2-40B4-BE49-F238E27FC236}">
                    <a16:creationId xmlns:a16="http://schemas.microsoft.com/office/drawing/2014/main" id="{14A7A7A1-7601-4160-BD62-100EC6D602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6" y="792"/>
                <a:ext cx="350" cy="530"/>
              </a:xfrm>
              <a:custGeom>
                <a:avLst/>
                <a:gdLst>
                  <a:gd name="T0" fmla="*/ 1200 w 189"/>
                  <a:gd name="T1" fmla="*/ 548 h 288"/>
                  <a:gd name="T2" fmla="*/ 604 w 189"/>
                  <a:gd name="T3" fmla="*/ 0 h 288"/>
                  <a:gd name="T4" fmla="*/ 7 w 189"/>
                  <a:gd name="T5" fmla="*/ 556 h 288"/>
                  <a:gd name="T6" fmla="*/ 57 w 189"/>
                  <a:gd name="T7" fmla="*/ 1003 h 288"/>
                  <a:gd name="T8" fmla="*/ 237 w 189"/>
                  <a:gd name="T9" fmla="*/ 1515 h 288"/>
                  <a:gd name="T10" fmla="*/ 641 w 189"/>
                  <a:gd name="T11" fmla="*/ 1789 h 288"/>
                  <a:gd name="T12" fmla="*/ 1067 w 189"/>
                  <a:gd name="T13" fmla="*/ 1415 h 288"/>
                  <a:gd name="T14" fmla="*/ 1187 w 189"/>
                  <a:gd name="T15" fmla="*/ 918 h 288"/>
                  <a:gd name="T16" fmla="*/ 1200 w 189"/>
                  <a:gd name="T17" fmla="*/ 548 h 28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89" h="288">
                    <a:moveTo>
                      <a:pt x="189" y="88"/>
                    </a:moveTo>
                    <a:cubicBezTo>
                      <a:pt x="188" y="29"/>
                      <a:pt x="150" y="0"/>
                      <a:pt x="95" y="0"/>
                    </a:cubicBezTo>
                    <a:cubicBezTo>
                      <a:pt x="40" y="1"/>
                      <a:pt x="0" y="31"/>
                      <a:pt x="1" y="89"/>
                    </a:cubicBezTo>
                    <a:cubicBezTo>
                      <a:pt x="1" y="105"/>
                      <a:pt x="10" y="156"/>
                      <a:pt x="9" y="161"/>
                    </a:cubicBezTo>
                    <a:cubicBezTo>
                      <a:pt x="9" y="170"/>
                      <a:pt x="21" y="224"/>
                      <a:pt x="37" y="243"/>
                    </a:cubicBezTo>
                    <a:cubicBezTo>
                      <a:pt x="53" y="261"/>
                      <a:pt x="74" y="288"/>
                      <a:pt x="101" y="287"/>
                    </a:cubicBezTo>
                    <a:cubicBezTo>
                      <a:pt x="129" y="286"/>
                      <a:pt x="163" y="238"/>
                      <a:pt x="168" y="227"/>
                    </a:cubicBezTo>
                    <a:cubicBezTo>
                      <a:pt x="172" y="216"/>
                      <a:pt x="186" y="176"/>
                      <a:pt x="187" y="147"/>
                    </a:cubicBezTo>
                    <a:cubicBezTo>
                      <a:pt x="187" y="136"/>
                      <a:pt x="189" y="97"/>
                      <a:pt x="189" y="88"/>
                    </a:cubicBezTo>
                    <a:close/>
                  </a:path>
                </a:pathLst>
              </a:custGeom>
              <a:solidFill>
                <a:srgbClr val="F6E8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098" name="Freeform 720">
                <a:extLst>
                  <a:ext uri="{FF2B5EF4-FFF2-40B4-BE49-F238E27FC236}">
                    <a16:creationId xmlns:a16="http://schemas.microsoft.com/office/drawing/2014/main" id="{2952151F-4824-4C6D-A66E-ADD6431E92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9" y="1149"/>
                <a:ext cx="26" cy="8"/>
              </a:xfrm>
              <a:custGeom>
                <a:avLst/>
                <a:gdLst>
                  <a:gd name="T0" fmla="*/ 89 w 14"/>
                  <a:gd name="T1" fmla="*/ 16 h 4"/>
                  <a:gd name="T2" fmla="*/ 76 w 14"/>
                  <a:gd name="T3" fmla="*/ 0 h 4"/>
                  <a:gd name="T4" fmla="*/ 59 w 14"/>
                  <a:gd name="T5" fmla="*/ 16 h 4"/>
                  <a:gd name="T6" fmla="*/ 24 w 14"/>
                  <a:gd name="T7" fmla="*/ 24 h 4"/>
                  <a:gd name="T8" fmla="*/ 0 w 14"/>
                  <a:gd name="T9" fmla="*/ 8 h 4"/>
                  <a:gd name="T10" fmla="*/ 20 w 14"/>
                  <a:gd name="T11" fmla="*/ 24 h 4"/>
                  <a:gd name="T12" fmla="*/ 45 w 14"/>
                  <a:gd name="T13" fmla="*/ 24 h 4"/>
                  <a:gd name="T14" fmla="*/ 69 w 14"/>
                  <a:gd name="T15" fmla="*/ 16 h 4"/>
                  <a:gd name="T16" fmla="*/ 76 w 14"/>
                  <a:gd name="T17" fmla="*/ 24 h 4"/>
                  <a:gd name="T18" fmla="*/ 89 w 14"/>
                  <a:gd name="T19" fmla="*/ 16 h 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4" h="4">
                    <a:moveTo>
                      <a:pt x="14" y="2"/>
                    </a:moveTo>
                    <a:cubicBezTo>
                      <a:pt x="14" y="1"/>
                      <a:pt x="13" y="0"/>
                      <a:pt x="12" y="0"/>
                    </a:cubicBezTo>
                    <a:cubicBezTo>
                      <a:pt x="10" y="0"/>
                      <a:pt x="10" y="2"/>
                      <a:pt x="9" y="2"/>
                    </a:cubicBezTo>
                    <a:cubicBezTo>
                      <a:pt x="7" y="3"/>
                      <a:pt x="6" y="3"/>
                      <a:pt x="4" y="3"/>
                    </a:cubicBezTo>
                    <a:cubicBezTo>
                      <a:pt x="3" y="3"/>
                      <a:pt x="1" y="2"/>
                      <a:pt x="0" y="1"/>
                    </a:cubicBezTo>
                    <a:cubicBezTo>
                      <a:pt x="1" y="2"/>
                      <a:pt x="2" y="3"/>
                      <a:pt x="3" y="3"/>
                    </a:cubicBezTo>
                    <a:cubicBezTo>
                      <a:pt x="4" y="3"/>
                      <a:pt x="6" y="4"/>
                      <a:pt x="7" y="3"/>
                    </a:cubicBezTo>
                    <a:cubicBezTo>
                      <a:pt x="8" y="3"/>
                      <a:pt x="10" y="2"/>
                      <a:pt x="11" y="2"/>
                    </a:cubicBezTo>
                    <a:cubicBezTo>
                      <a:pt x="11" y="2"/>
                      <a:pt x="12" y="3"/>
                      <a:pt x="12" y="3"/>
                    </a:cubicBezTo>
                    <a:cubicBezTo>
                      <a:pt x="13" y="3"/>
                      <a:pt x="13" y="2"/>
                      <a:pt x="14" y="2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099" name="Freeform 721">
                <a:extLst>
                  <a:ext uri="{FF2B5EF4-FFF2-40B4-BE49-F238E27FC236}">
                    <a16:creationId xmlns:a16="http://schemas.microsoft.com/office/drawing/2014/main" id="{2FD5DFBA-7543-4086-B32B-4F690F5198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6" y="1142"/>
                <a:ext cx="17" cy="13"/>
              </a:xfrm>
              <a:custGeom>
                <a:avLst/>
                <a:gdLst>
                  <a:gd name="T0" fmla="*/ 60 w 9"/>
                  <a:gd name="T1" fmla="*/ 45 h 7"/>
                  <a:gd name="T2" fmla="*/ 40 w 9"/>
                  <a:gd name="T3" fmla="*/ 0 h 7"/>
                  <a:gd name="T4" fmla="*/ 60 w 9"/>
                  <a:gd name="T5" fmla="*/ 45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7">
                    <a:moveTo>
                      <a:pt x="9" y="7"/>
                    </a:moveTo>
                    <a:cubicBezTo>
                      <a:pt x="9" y="7"/>
                      <a:pt x="3" y="3"/>
                      <a:pt x="6" y="0"/>
                    </a:cubicBezTo>
                    <a:cubicBezTo>
                      <a:pt x="6" y="0"/>
                      <a:pt x="0" y="3"/>
                      <a:pt x="9" y="7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100" name="Freeform 722">
                <a:extLst>
                  <a:ext uri="{FF2B5EF4-FFF2-40B4-BE49-F238E27FC236}">
                    <a16:creationId xmlns:a16="http://schemas.microsoft.com/office/drawing/2014/main" id="{4601015B-5FE4-4562-969A-26DFB78BDE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4" y="1149"/>
                <a:ext cx="26" cy="8"/>
              </a:xfrm>
              <a:custGeom>
                <a:avLst/>
                <a:gdLst>
                  <a:gd name="T0" fmla="*/ 0 w 14"/>
                  <a:gd name="T1" fmla="*/ 16 h 4"/>
                  <a:gd name="T2" fmla="*/ 13 w 14"/>
                  <a:gd name="T3" fmla="*/ 0 h 4"/>
                  <a:gd name="T4" fmla="*/ 32 w 14"/>
                  <a:gd name="T5" fmla="*/ 16 h 4"/>
                  <a:gd name="T6" fmla="*/ 65 w 14"/>
                  <a:gd name="T7" fmla="*/ 24 h 4"/>
                  <a:gd name="T8" fmla="*/ 89 w 14"/>
                  <a:gd name="T9" fmla="*/ 8 h 4"/>
                  <a:gd name="T10" fmla="*/ 69 w 14"/>
                  <a:gd name="T11" fmla="*/ 24 h 4"/>
                  <a:gd name="T12" fmla="*/ 45 w 14"/>
                  <a:gd name="T13" fmla="*/ 24 h 4"/>
                  <a:gd name="T14" fmla="*/ 24 w 14"/>
                  <a:gd name="T15" fmla="*/ 16 h 4"/>
                  <a:gd name="T16" fmla="*/ 13 w 14"/>
                  <a:gd name="T17" fmla="*/ 24 h 4"/>
                  <a:gd name="T18" fmla="*/ 0 w 14"/>
                  <a:gd name="T19" fmla="*/ 16 h 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4" h="4">
                    <a:moveTo>
                      <a:pt x="0" y="2"/>
                    </a:moveTo>
                    <a:cubicBezTo>
                      <a:pt x="0" y="1"/>
                      <a:pt x="1" y="0"/>
                      <a:pt x="2" y="0"/>
                    </a:cubicBezTo>
                    <a:cubicBezTo>
                      <a:pt x="4" y="0"/>
                      <a:pt x="4" y="2"/>
                      <a:pt x="5" y="2"/>
                    </a:cubicBezTo>
                    <a:cubicBezTo>
                      <a:pt x="7" y="3"/>
                      <a:pt x="8" y="3"/>
                      <a:pt x="10" y="3"/>
                    </a:cubicBezTo>
                    <a:cubicBezTo>
                      <a:pt x="11" y="3"/>
                      <a:pt x="14" y="2"/>
                      <a:pt x="14" y="1"/>
                    </a:cubicBezTo>
                    <a:cubicBezTo>
                      <a:pt x="13" y="2"/>
                      <a:pt x="13" y="3"/>
                      <a:pt x="11" y="3"/>
                    </a:cubicBezTo>
                    <a:cubicBezTo>
                      <a:pt x="10" y="3"/>
                      <a:pt x="8" y="4"/>
                      <a:pt x="7" y="3"/>
                    </a:cubicBezTo>
                    <a:cubicBezTo>
                      <a:pt x="6" y="3"/>
                      <a:pt x="5" y="2"/>
                      <a:pt x="4" y="2"/>
                    </a:cubicBezTo>
                    <a:cubicBezTo>
                      <a:pt x="3" y="2"/>
                      <a:pt x="3" y="3"/>
                      <a:pt x="2" y="3"/>
                    </a:cubicBezTo>
                    <a:cubicBezTo>
                      <a:pt x="1" y="3"/>
                      <a:pt x="1" y="2"/>
                      <a:pt x="0" y="2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101" name="Freeform 723">
                <a:extLst>
                  <a:ext uri="{FF2B5EF4-FFF2-40B4-BE49-F238E27FC236}">
                    <a16:creationId xmlns:a16="http://schemas.microsoft.com/office/drawing/2014/main" id="{2DFEB26D-8416-46C9-BAB9-CE7B50818F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7" y="1142"/>
                <a:ext cx="16" cy="13"/>
              </a:xfrm>
              <a:custGeom>
                <a:avLst/>
                <a:gdLst>
                  <a:gd name="T0" fmla="*/ 0 w 9"/>
                  <a:gd name="T1" fmla="*/ 45 h 7"/>
                  <a:gd name="T2" fmla="*/ 16 w 9"/>
                  <a:gd name="T3" fmla="*/ 0 h 7"/>
                  <a:gd name="T4" fmla="*/ 0 w 9"/>
                  <a:gd name="T5" fmla="*/ 45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7">
                    <a:moveTo>
                      <a:pt x="0" y="7"/>
                    </a:moveTo>
                    <a:cubicBezTo>
                      <a:pt x="0" y="7"/>
                      <a:pt x="6" y="3"/>
                      <a:pt x="3" y="0"/>
                    </a:cubicBezTo>
                    <a:cubicBezTo>
                      <a:pt x="3" y="0"/>
                      <a:pt x="9" y="3"/>
                      <a:pt x="0" y="7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102" name="Freeform 724">
                <a:extLst>
                  <a:ext uri="{FF2B5EF4-FFF2-40B4-BE49-F238E27FC236}">
                    <a16:creationId xmlns:a16="http://schemas.microsoft.com/office/drawing/2014/main" id="{10F215FC-88D0-48CD-B0C6-282CA6B90F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4" y="1129"/>
                <a:ext cx="21" cy="18"/>
              </a:xfrm>
              <a:custGeom>
                <a:avLst/>
                <a:gdLst>
                  <a:gd name="T0" fmla="*/ 76 w 11"/>
                  <a:gd name="T1" fmla="*/ 58 h 10"/>
                  <a:gd name="T2" fmla="*/ 48 w 11"/>
                  <a:gd name="T3" fmla="*/ 0 h 10"/>
                  <a:gd name="T4" fmla="*/ 76 w 11"/>
                  <a:gd name="T5" fmla="*/ 58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0">
                    <a:moveTo>
                      <a:pt x="11" y="10"/>
                    </a:moveTo>
                    <a:cubicBezTo>
                      <a:pt x="11" y="10"/>
                      <a:pt x="5" y="5"/>
                      <a:pt x="7" y="0"/>
                    </a:cubicBezTo>
                    <a:cubicBezTo>
                      <a:pt x="7" y="0"/>
                      <a:pt x="0" y="6"/>
                      <a:pt x="11" y="10"/>
                    </a:cubicBezTo>
                    <a:close/>
                  </a:path>
                </a:pathLst>
              </a:custGeom>
              <a:solidFill>
                <a:srgbClr val="FDF3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103" name="Freeform 725">
                <a:extLst>
                  <a:ext uri="{FF2B5EF4-FFF2-40B4-BE49-F238E27FC236}">
                    <a16:creationId xmlns:a16="http://schemas.microsoft.com/office/drawing/2014/main" id="{71163F8E-C6B1-44D2-9B4E-47FC03C96B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8" y="792"/>
                <a:ext cx="189" cy="256"/>
              </a:xfrm>
              <a:custGeom>
                <a:avLst/>
                <a:gdLst>
                  <a:gd name="T0" fmla="*/ 649 w 102"/>
                  <a:gd name="T1" fmla="*/ 24 h 139"/>
                  <a:gd name="T2" fmla="*/ 152 w 102"/>
                  <a:gd name="T3" fmla="*/ 262 h 139"/>
                  <a:gd name="T4" fmla="*/ 120 w 102"/>
                  <a:gd name="T5" fmla="*/ 867 h 139"/>
                  <a:gd name="T6" fmla="*/ 109 w 102"/>
                  <a:gd name="T7" fmla="*/ 600 h 139"/>
                  <a:gd name="T8" fmla="*/ 649 w 102"/>
                  <a:gd name="T9" fmla="*/ 24 h 13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2" h="139">
                    <a:moveTo>
                      <a:pt x="102" y="4"/>
                    </a:moveTo>
                    <a:cubicBezTo>
                      <a:pt x="102" y="4"/>
                      <a:pt x="48" y="0"/>
                      <a:pt x="24" y="42"/>
                    </a:cubicBezTo>
                    <a:cubicBezTo>
                      <a:pt x="0" y="84"/>
                      <a:pt x="18" y="117"/>
                      <a:pt x="19" y="139"/>
                    </a:cubicBezTo>
                    <a:cubicBezTo>
                      <a:pt x="19" y="139"/>
                      <a:pt x="21" y="117"/>
                      <a:pt x="17" y="96"/>
                    </a:cubicBezTo>
                    <a:cubicBezTo>
                      <a:pt x="13" y="74"/>
                      <a:pt x="19" y="9"/>
                      <a:pt x="102" y="4"/>
                    </a:cubicBezTo>
                    <a:close/>
                  </a:path>
                </a:pathLst>
              </a:custGeom>
              <a:solidFill>
                <a:srgbClr val="FDF3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104" name="Freeform 726">
                <a:extLst>
                  <a:ext uri="{FF2B5EF4-FFF2-40B4-BE49-F238E27FC236}">
                    <a16:creationId xmlns:a16="http://schemas.microsoft.com/office/drawing/2014/main" id="{214FB4A7-D337-4336-93B4-C3D8CB4D7D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6" y="792"/>
                <a:ext cx="350" cy="530"/>
              </a:xfrm>
              <a:custGeom>
                <a:avLst/>
                <a:gdLst>
                  <a:gd name="T0" fmla="*/ 1200 w 189"/>
                  <a:gd name="T1" fmla="*/ 548 h 288"/>
                  <a:gd name="T2" fmla="*/ 604 w 189"/>
                  <a:gd name="T3" fmla="*/ 0 h 288"/>
                  <a:gd name="T4" fmla="*/ 7 w 189"/>
                  <a:gd name="T5" fmla="*/ 556 h 288"/>
                  <a:gd name="T6" fmla="*/ 57 w 189"/>
                  <a:gd name="T7" fmla="*/ 1003 h 288"/>
                  <a:gd name="T8" fmla="*/ 237 w 189"/>
                  <a:gd name="T9" fmla="*/ 1515 h 288"/>
                  <a:gd name="T10" fmla="*/ 641 w 189"/>
                  <a:gd name="T11" fmla="*/ 1789 h 288"/>
                  <a:gd name="T12" fmla="*/ 1067 w 189"/>
                  <a:gd name="T13" fmla="*/ 1415 h 288"/>
                  <a:gd name="T14" fmla="*/ 1187 w 189"/>
                  <a:gd name="T15" fmla="*/ 918 h 288"/>
                  <a:gd name="T16" fmla="*/ 1200 w 189"/>
                  <a:gd name="T17" fmla="*/ 548 h 28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89" h="288">
                    <a:moveTo>
                      <a:pt x="189" y="88"/>
                    </a:moveTo>
                    <a:cubicBezTo>
                      <a:pt x="188" y="29"/>
                      <a:pt x="150" y="0"/>
                      <a:pt x="95" y="0"/>
                    </a:cubicBezTo>
                    <a:cubicBezTo>
                      <a:pt x="40" y="1"/>
                      <a:pt x="0" y="31"/>
                      <a:pt x="1" y="89"/>
                    </a:cubicBezTo>
                    <a:cubicBezTo>
                      <a:pt x="1" y="105"/>
                      <a:pt x="10" y="156"/>
                      <a:pt x="9" y="161"/>
                    </a:cubicBezTo>
                    <a:cubicBezTo>
                      <a:pt x="9" y="170"/>
                      <a:pt x="21" y="224"/>
                      <a:pt x="37" y="243"/>
                    </a:cubicBezTo>
                    <a:cubicBezTo>
                      <a:pt x="53" y="261"/>
                      <a:pt x="74" y="288"/>
                      <a:pt x="101" y="287"/>
                    </a:cubicBezTo>
                    <a:cubicBezTo>
                      <a:pt x="129" y="286"/>
                      <a:pt x="163" y="238"/>
                      <a:pt x="168" y="227"/>
                    </a:cubicBezTo>
                    <a:cubicBezTo>
                      <a:pt x="172" y="216"/>
                      <a:pt x="186" y="176"/>
                      <a:pt x="187" y="147"/>
                    </a:cubicBezTo>
                    <a:cubicBezTo>
                      <a:pt x="187" y="136"/>
                      <a:pt x="189" y="97"/>
                      <a:pt x="189" y="88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105" name="Freeform 727">
                <a:extLst>
                  <a:ext uri="{FF2B5EF4-FFF2-40B4-BE49-F238E27FC236}">
                    <a16:creationId xmlns:a16="http://schemas.microsoft.com/office/drawing/2014/main" id="{16757806-89BD-4A9B-A6E0-DEF791F49F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0" y="1206"/>
                <a:ext cx="117" cy="43"/>
              </a:xfrm>
              <a:custGeom>
                <a:avLst/>
                <a:gdLst>
                  <a:gd name="T0" fmla="*/ 0 w 63"/>
                  <a:gd name="T1" fmla="*/ 45 h 23"/>
                  <a:gd name="T2" fmla="*/ 84 w 63"/>
                  <a:gd name="T3" fmla="*/ 24 h 23"/>
                  <a:gd name="T4" fmla="*/ 186 w 63"/>
                  <a:gd name="T5" fmla="*/ 13 h 23"/>
                  <a:gd name="T6" fmla="*/ 204 w 63"/>
                  <a:gd name="T7" fmla="*/ 21 h 23"/>
                  <a:gd name="T8" fmla="*/ 238 w 63"/>
                  <a:gd name="T9" fmla="*/ 7 h 23"/>
                  <a:gd name="T10" fmla="*/ 293 w 63"/>
                  <a:gd name="T11" fmla="*/ 13 h 23"/>
                  <a:gd name="T12" fmla="*/ 403 w 63"/>
                  <a:gd name="T13" fmla="*/ 45 h 23"/>
                  <a:gd name="T14" fmla="*/ 351 w 63"/>
                  <a:gd name="T15" fmla="*/ 97 h 23"/>
                  <a:gd name="T16" fmla="*/ 217 w 63"/>
                  <a:gd name="T17" fmla="*/ 144 h 23"/>
                  <a:gd name="T18" fmla="*/ 104 w 63"/>
                  <a:gd name="T19" fmla="*/ 125 h 23"/>
                  <a:gd name="T20" fmla="*/ 0 w 63"/>
                  <a:gd name="T21" fmla="*/ 45 h 2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3" h="23">
                    <a:moveTo>
                      <a:pt x="0" y="7"/>
                    </a:moveTo>
                    <a:cubicBezTo>
                      <a:pt x="0" y="7"/>
                      <a:pt x="4" y="10"/>
                      <a:pt x="13" y="4"/>
                    </a:cubicBezTo>
                    <a:cubicBezTo>
                      <a:pt x="17" y="1"/>
                      <a:pt x="24" y="0"/>
                      <a:pt x="29" y="2"/>
                    </a:cubicBezTo>
                    <a:cubicBezTo>
                      <a:pt x="33" y="3"/>
                      <a:pt x="32" y="3"/>
                      <a:pt x="32" y="3"/>
                    </a:cubicBezTo>
                    <a:cubicBezTo>
                      <a:pt x="32" y="3"/>
                      <a:pt x="34" y="2"/>
                      <a:pt x="37" y="1"/>
                    </a:cubicBezTo>
                    <a:cubicBezTo>
                      <a:pt x="40" y="1"/>
                      <a:pt x="43" y="1"/>
                      <a:pt x="46" y="2"/>
                    </a:cubicBezTo>
                    <a:cubicBezTo>
                      <a:pt x="48" y="3"/>
                      <a:pt x="55" y="9"/>
                      <a:pt x="63" y="7"/>
                    </a:cubicBezTo>
                    <a:cubicBezTo>
                      <a:pt x="63" y="7"/>
                      <a:pt x="60" y="11"/>
                      <a:pt x="55" y="15"/>
                    </a:cubicBezTo>
                    <a:cubicBezTo>
                      <a:pt x="49" y="20"/>
                      <a:pt x="39" y="21"/>
                      <a:pt x="34" y="22"/>
                    </a:cubicBezTo>
                    <a:cubicBezTo>
                      <a:pt x="28" y="23"/>
                      <a:pt x="19" y="20"/>
                      <a:pt x="16" y="19"/>
                    </a:cubicBezTo>
                    <a:cubicBezTo>
                      <a:pt x="7" y="15"/>
                      <a:pt x="6" y="10"/>
                      <a:pt x="0" y="7"/>
                    </a:cubicBezTo>
                    <a:close/>
                  </a:path>
                </a:pathLst>
              </a:custGeom>
              <a:solidFill>
                <a:srgbClr val="F9CA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106" name="Freeform 728">
                <a:extLst>
                  <a:ext uri="{FF2B5EF4-FFF2-40B4-BE49-F238E27FC236}">
                    <a16:creationId xmlns:a16="http://schemas.microsoft.com/office/drawing/2014/main" id="{6F516634-0730-476A-98BB-9C2C94DA88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9" y="1199"/>
                <a:ext cx="120" cy="29"/>
              </a:xfrm>
              <a:custGeom>
                <a:avLst/>
                <a:gdLst>
                  <a:gd name="T0" fmla="*/ 209 w 65"/>
                  <a:gd name="T1" fmla="*/ 44 h 16"/>
                  <a:gd name="T2" fmla="*/ 410 w 65"/>
                  <a:gd name="T3" fmla="*/ 60 h 16"/>
                  <a:gd name="T4" fmla="*/ 366 w 65"/>
                  <a:gd name="T5" fmla="*/ 60 h 16"/>
                  <a:gd name="T6" fmla="*/ 306 w 65"/>
                  <a:gd name="T7" fmla="*/ 44 h 16"/>
                  <a:gd name="T8" fmla="*/ 209 w 65"/>
                  <a:gd name="T9" fmla="*/ 36 h 16"/>
                  <a:gd name="T10" fmla="*/ 209 w 65"/>
                  <a:gd name="T11" fmla="*/ 36 h 16"/>
                  <a:gd name="T12" fmla="*/ 113 w 65"/>
                  <a:gd name="T13" fmla="*/ 36 h 16"/>
                  <a:gd name="T14" fmla="*/ 57 w 65"/>
                  <a:gd name="T15" fmla="*/ 60 h 16"/>
                  <a:gd name="T16" fmla="*/ 0 w 65"/>
                  <a:gd name="T17" fmla="*/ 65 h 16"/>
                  <a:gd name="T18" fmla="*/ 209 w 65"/>
                  <a:gd name="T19" fmla="*/ 44 h 1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65" h="16">
                    <a:moveTo>
                      <a:pt x="33" y="7"/>
                    </a:moveTo>
                    <a:cubicBezTo>
                      <a:pt x="44" y="0"/>
                      <a:pt x="54" y="15"/>
                      <a:pt x="65" y="10"/>
                    </a:cubicBezTo>
                    <a:cubicBezTo>
                      <a:pt x="63" y="11"/>
                      <a:pt x="60" y="12"/>
                      <a:pt x="58" y="10"/>
                    </a:cubicBezTo>
                    <a:cubicBezTo>
                      <a:pt x="55" y="9"/>
                      <a:pt x="52" y="8"/>
                      <a:pt x="49" y="7"/>
                    </a:cubicBezTo>
                    <a:cubicBezTo>
                      <a:pt x="43" y="4"/>
                      <a:pt x="40" y="4"/>
                      <a:pt x="33" y="6"/>
                    </a:cubicBezTo>
                    <a:cubicBezTo>
                      <a:pt x="33" y="6"/>
                      <a:pt x="33" y="6"/>
                      <a:pt x="33" y="6"/>
                    </a:cubicBezTo>
                    <a:cubicBezTo>
                      <a:pt x="27" y="4"/>
                      <a:pt x="24" y="4"/>
                      <a:pt x="18" y="6"/>
                    </a:cubicBezTo>
                    <a:cubicBezTo>
                      <a:pt x="15" y="7"/>
                      <a:pt x="11" y="9"/>
                      <a:pt x="9" y="10"/>
                    </a:cubicBezTo>
                    <a:cubicBezTo>
                      <a:pt x="6" y="12"/>
                      <a:pt x="3" y="12"/>
                      <a:pt x="0" y="11"/>
                    </a:cubicBezTo>
                    <a:cubicBezTo>
                      <a:pt x="10" y="16"/>
                      <a:pt x="22" y="0"/>
                      <a:pt x="33" y="7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107" name="Freeform 729">
                <a:extLst>
                  <a:ext uri="{FF2B5EF4-FFF2-40B4-BE49-F238E27FC236}">
                    <a16:creationId xmlns:a16="http://schemas.microsoft.com/office/drawing/2014/main" id="{0EC3D66E-A293-413F-9F64-489EE4DDC1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2" y="1228"/>
                <a:ext cx="96" cy="45"/>
              </a:xfrm>
              <a:custGeom>
                <a:avLst/>
                <a:gdLst>
                  <a:gd name="T0" fmla="*/ 0 w 52"/>
                  <a:gd name="T1" fmla="*/ 0 h 24"/>
                  <a:gd name="T2" fmla="*/ 327 w 52"/>
                  <a:gd name="T3" fmla="*/ 0 h 24"/>
                  <a:gd name="T4" fmla="*/ 0 w 52"/>
                  <a:gd name="T5" fmla="*/ 0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2" h="24">
                    <a:moveTo>
                      <a:pt x="0" y="0"/>
                    </a:moveTo>
                    <a:cubicBezTo>
                      <a:pt x="0" y="0"/>
                      <a:pt x="26" y="21"/>
                      <a:pt x="52" y="0"/>
                    </a:cubicBezTo>
                    <a:cubicBezTo>
                      <a:pt x="52" y="0"/>
                      <a:pt x="29" y="24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108" name="Freeform 730">
                <a:extLst>
                  <a:ext uri="{FF2B5EF4-FFF2-40B4-BE49-F238E27FC236}">
                    <a16:creationId xmlns:a16="http://schemas.microsoft.com/office/drawing/2014/main" id="{EC122131-12C3-4A74-9B18-774F8E77B1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0" y="1223"/>
                <a:ext cx="100" cy="11"/>
              </a:xfrm>
              <a:custGeom>
                <a:avLst/>
                <a:gdLst>
                  <a:gd name="T0" fmla="*/ 0 w 54"/>
                  <a:gd name="T1" fmla="*/ 0 h 6"/>
                  <a:gd name="T2" fmla="*/ 343 w 54"/>
                  <a:gd name="T3" fmla="*/ 0 h 6"/>
                  <a:gd name="T4" fmla="*/ 0 w 54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4" h="6">
                    <a:moveTo>
                      <a:pt x="0" y="0"/>
                    </a:moveTo>
                    <a:cubicBezTo>
                      <a:pt x="0" y="0"/>
                      <a:pt x="31" y="4"/>
                      <a:pt x="54" y="0"/>
                    </a:cubicBezTo>
                    <a:cubicBezTo>
                      <a:pt x="54" y="0"/>
                      <a:pt x="35" y="6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109" name="Freeform 731">
                <a:extLst>
                  <a:ext uri="{FF2B5EF4-FFF2-40B4-BE49-F238E27FC236}">
                    <a16:creationId xmlns:a16="http://schemas.microsoft.com/office/drawing/2014/main" id="{582E07FD-1217-4B66-8BE0-E06FD51524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1" y="1046"/>
                <a:ext cx="70" cy="26"/>
              </a:xfrm>
              <a:custGeom>
                <a:avLst/>
                <a:gdLst>
                  <a:gd name="T0" fmla="*/ 238 w 38"/>
                  <a:gd name="T1" fmla="*/ 65 h 14"/>
                  <a:gd name="T2" fmla="*/ 201 w 38"/>
                  <a:gd name="T3" fmla="*/ 52 h 14"/>
                  <a:gd name="T4" fmla="*/ 0 w 38"/>
                  <a:gd name="T5" fmla="*/ 59 h 14"/>
                  <a:gd name="T6" fmla="*/ 201 w 38"/>
                  <a:gd name="T7" fmla="*/ 76 h 14"/>
                  <a:gd name="T8" fmla="*/ 238 w 38"/>
                  <a:gd name="T9" fmla="*/ 65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" h="14">
                    <a:moveTo>
                      <a:pt x="38" y="10"/>
                    </a:moveTo>
                    <a:cubicBezTo>
                      <a:pt x="38" y="9"/>
                      <a:pt x="34" y="9"/>
                      <a:pt x="32" y="8"/>
                    </a:cubicBezTo>
                    <a:cubicBezTo>
                      <a:pt x="29" y="7"/>
                      <a:pt x="11" y="0"/>
                      <a:pt x="0" y="9"/>
                    </a:cubicBezTo>
                    <a:cubicBezTo>
                      <a:pt x="0" y="9"/>
                      <a:pt x="19" y="14"/>
                      <a:pt x="32" y="12"/>
                    </a:cubicBezTo>
                    <a:cubicBezTo>
                      <a:pt x="37" y="11"/>
                      <a:pt x="38" y="11"/>
                      <a:pt x="38" y="1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110" name="Freeform 732">
                <a:extLst>
                  <a:ext uri="{FF2B5EF4-FFF2-40B4-BE49-F238E27FC236}">
                    <a16:creationId xmlns:a16="http://schemas.microsoft.com/office/drawing/2014/main" id="{942137B8-A1FD-46B9-A4F3-0FF703BE7C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9" y="1053"/>
                <a:ext cx="30" cy="15"/>
              </a:xfrm>
              <a:custGeom>
                <a:avLst/>
                <a:gdLst>
                  <a:gd name="T0" fmla="*/ 105 w 16"/>
                  <a:gd name="T1" fmla="*/ 15 h 8"/>
                  <a:gd name="T2" fmla="*/ 8 w 16"/>
                  <a:gd name="T3" fmla="*/ 0 h 8"/>
                  <a:gd name="T4" fmla="*/ 0 w 16"/>
                  <a:gd name="T5" fmla="*/ 32 h 8"/>
                  <a:gd name="T6" fmla="*/ 0 w 16"/>
                  <a:gd name="T7" fmla="*/ 45 h 8"/>
                  <a:gd name="T8" fmla="*/ 99 w 16"/>
                  <a:gd name="T9" fmla="*/ 53 h 8"/>
                  <a:gd name="T10" fmla="*/ 105 w 16"/>
                  <a:gd name="T11" fmla="*/ 32 h 8"/>
                  <a:gd name="T12" fmla="*/ 105 w 16"/>
                  <a:gd name="T13" fmla="*/ 15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8">
                    <a:moveTo>
                      <a:pt x="16" y="2"/>
                    </a:moveTo>
                    <a:cubicBezTo>
                      <a:pt x="12" y="1"/>
                      <a:pt x="7" y="0"/>
                      <a:pt x="1" y="0"/>
                    </a:cubicBezTo>
                    <a:cubicBezTo>
                      <a:pt x="1" y="2"/>
                      <a:pt x="0" y="3"/>
                      <a:pt x="0" y="5"/>
                    </a:cubicBezTo>
                    <a:cubicBezTo>
                      <a:pt x="0" y="5"/>
                      <a:pt x="0" y="6"/>
                      <a:pt x="0" y="7"/>
                    </a:cubicBezTo>
                    <a:cubicBezTo>
                      <a:pt x="5" y="8"/>
                      <a:pt x="10" y="8"/>
                      <a:pt x="15" y="8"/>
                    </a:cubicBezTo>
                    <a:cubicBezTo>
                      <a:pt x="16" y="7"/>
                      <a:pt x="16" y="6"/>
                      <a:pt x="16" y="5"/>
                    </a:cubicBezTo>
                    <a:cubicBezTo>
                      <a:pt x="16" y="4"/>
                      <a:pt x="16" y="3"/>
                      <a:pt x="16" y="2"/>
                    </a:cubicBezTo>
                    <a:close/>
                  </a:path>
                </a:pathLst>
              </a:custGeom>
              <a:solidFill>
                <a:srgbClr val="33111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111" name="Freeform 733">
                <a:extLst>
                  <a:ext uri="{FF2B5EF4-FFF2-40B4-BE49-F238E27FC236}">
                    <a16:creationId xmlns:a16="http://schemas.microsoft.com/office/drawing/2014/main" id="{A17AA394-6DF7-4497-BC48-39E9AF26CB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9" y="1053"/>
                <a:ext cx="30" cy="15"/>
              </a:xfrm>
              <a:custGeom>
                <a:avLst/>
                <a:gdLst>
                  <a:gd name="T0" fmla="*/ 105 w 16"/>
                  <a:gd name="T1" fmla="*/ 15 h 8"/>
                  <a:gd name="T2" fmla="*/ 8 w 16"/>
                  <a:gd name="T3" fmla="*/ 0 h 8"/>
                  <a:gd name="T4" fmla="*/ 0 w 16"/>
                  <a:gd name="T5" fmla="*/ 32 h 8"/>
                  <a:gd name="T6" fmla="*/ 0 w 16"/>
                  <a:gd name="T7" fmla="*/ 45 h 8"/>
                  <a:gd name="T8" fmla="*/ 99 w 16"/>
                  <a:gd name="T9" fmla="*/ 53 h 8"/>
                  <a:gd name="T10" fmla="*/ 105 w 16"/>
                  <a:gd name="T11" fmla="*/ 32 h 8"/>
                  <a:gd name="T12" fmla="*/ 105 w 16"/>
                  <a:gd name="T13" fmla="*/ 15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8">
                    <a:moveTo>
                      <a:pt x="16" y="2"/>
                    </a:moveTo>
                    <a:cubicBezTo>
                      <a:pt x="12" y="1"/>
                      <a:pt x="7" y="0"/>
                      <a:pt x="1" y="0"/>
                    </a:cubicBezTo>
                    <a:cubicBezTo>
                      <a:pt x="1" y="2"/>
                      <a:pt x="0" y="3"/>
                      <a:pt x="0" y="5"/>
                    </a:cubicBezTo>
                    <a:cubicBezTo>
                      <a:pt x="0" y="5"/>
                      <a:pt x="0" y="6"/>
                      <a:pt x="0" y="7"/>
                    </a:cubicBezTo>
                    <a:cubicBezTo>
                      <a:pt x="5" y="8"/>
                      <a:pt x="10" y="8"/>
                      <a:pt x="15" y="8"/>
                    </a:cubicBezTo>
                    <a:cubicBezTo>
                      <a:pt x="16" y="7"/>
                      <a:pt x="16" y="6"/>
                      <a:pt x="16" y="5"/>
                    </a:cubicBezTo>
                    <a:cubicBezTo>
                      <a:pt x="16" y="4"/>
                      <a:pt x="16" y="3"/>
                      <a:pt x="16" y="2"/>
                    </a:cubicBezTo>
                    <a:close/>
                  </a:path>
                </a:pathLst>
              </a:custGeom>
              <a:noFill/>
              <a:ln w="0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112" name="Freeform 734">
                <a:extLst>
                  <a:ext uri="{FF2B5EF4-FFF2-40B4-BE49-F238E27FC236}">
                    <a16:creationId xmlns:a16="http://schemas.microsoft.com/office/drawing/2014/main" id="{5284464F-5897-42E0-82BF-EA87D2119D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1" y="1046"/>
                <a:ext cx="70" cy="26"/>
              </a:xfrm>
              <a:custGeom>
                <a:avLst/>
                <a:gdLst>
                  <a:gd name="T0" fmla="*/ 238 w 38"/>
                  <a:gd name="T1" fmla="*/ 59 h 14"/>
                  <a:gd name="T2" fmla="*/ 201 w 38"/>
                  <a:gd name="T3" fmla="*/ 52 h 14"/>
                  <a:gd name="T4" fmla="*/ 0 w 38"/>
                  <a:gd name="T5" fmla="*/ 52 h 14"/>
                  <a:gd name="T6" fmla="*/ 201 w 38"/>
                  <a:gd name="T7" fmla="*/ 69 h 14"/>
                  <a:gd name="T8" fmla="*/ 238 w 38"/>
                  <a:gd name="T9" fmla="*/ 59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" h="14">
                    <a:moveTo>
                      <a:pt x="38" y="9"/>
                    </a:moveTo>
                    <a:cubicBezTo>
                      <a:pt x="38" y="8"/>
                      <a:pt x="34" y="9"/>
                      <a:pt x="32" y="8"/>
                    </a:cubicBezTo>
                    <a:cubicBezTo>
                      <a:pt x="30" y="6"/>
                      <a:pt x="11" y="0"/>
                      <a:pt x="0" y="8"/>
                    </a:cubicBezTo>
                    <a:cubicBezTo>
                      <a:pt x="0" y="8"/>
                      <a:pt x="20" y="14"/>
                      <a:pt x="32" y="11"/>
                    </a:cubicBezTo>
                    <a:cubicBezTo>
                      <a:pt x="38" y="11"/>
                      <a:pt x="38" y="11"/>
                      <a:pt x="38" y="9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113" name="Oval 735">
                <a:extLst>
                  <a:ext uri="{FF2B5EF4-FFF2-40B4-BE49-F238E27FC236}">
                    <a16:creationId xmlns:a16="http://schemas.microsoft.com/office/drawing/2014/main" id="{5F0B9D57-FBD3-4EEB-BA71-613307D610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09" y="1055"/>
                <a:ext cx="9" cy="10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114" name="Oval 736">
                <a:extLst>
                  <a:ext uri="{FF2B5EF4-FFF2-40B4-BE49-F238E27FC236}">
                    <a16:creationId xmlns:a16="http://schemas.microsoft.com/office/drawing/2014/main" id="{DEAE9FFD-E975-4851-AB49-C8CB8E0CC8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16" y="1057"/>
                <a:ext cx="4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115" name="Freeform 737">
                <a:extLst>
                  <a:ext uri="{FF2B5EF4-FFF2-40B4-BE49-F238E27FC236}">
                    <a16:creationId xmlns:a16="http://schemas.microsoft.com/office/drawing/2014/main" id="{2FB8411E-25BB-44F3-A826-7C7DE54147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3" y="1046"/>
                <a:ext cx="70" cy="26"/>
              </a:xfrm>
              <a:custGeom>
                <a:avLst/>
                <a:gdLst>
                  <a:gd name="T0" fmla="*/ 0 w 38"/>
                  <a:gd name="T1" fmla="*/ 65 h 14"/>
                  <a:gd name="T2" fmla="*/ 37 w 38"/>
                  <a:gd name="T3" fmla="*/ 52 h 14"/>
                  <a:gd name="T4" fmla="*/ 238 w 38"/>
                  <a:gd name="T5" fmla="*/ 59 h 14"/>
                  <a:gd name="T6" fmla="*/ 37 w 38"/>
                  <a:gd name="T7" fmla="*/ 76 h 14"/>
                  <a:gd name="T8" fmla="*/ 0 w 38"/>
                  <a:gd name="T9" fmla="*/ 65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" h="14">
                    <a:moveTo>
                      <a:pt x="0" y="10"/>
                    </a:moveTo>
                    <a:cubicBezTo>
                      <a:pt x="0" y="9"/>
                      <a:pt x="4" y="9"/>
                      <a:pt x="6" y="8"/>
                    </a:cubicBezTo>
                    <a:cubicBezTo>
                      <a:pt x="9" y="7"/>
                      <a:pt x="27" y="0"/>
                      <a:pt x="38" y="9"/>
                    </a:cubicBezTo>
                    <a:cubicBezTo>
                      <a:pt x="38" y="9"/>
                      <a:pt x="19" y="14"/>
                      <a:pt x="6" y="12"/>
                    </a:cubicBezTo>
                    <a:cubicBezTo>
                      <a:pt x="1" y="11"/>
                      <a:pt x="0" y="11"/>
                      <a:pt x="0" y="1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116" name="Freeform 738">
                <a:extLst>
                  <a:ext uri="{FF2B5EF4-FFF2-40B4-BE49-F238E27FC236}">
                    <a16:creationId xmlns:a16="http://schemas.microsoft.com/office/drawing/2014/main" id="{C3A5D907-2A76-4668-834C-B64C67A292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5" y="1053"/>
                <a:ext cx="29" cy="15"/>
              </a:xfrm>
              <a:custGeom>
                <a:avLst/>
                <a:gdLst>
                  <a:gd name="T0" fmla="*/ 0 w 16"/>
                  <a:gd name="T1" fmla="*/ 15 h 8"/>
                  <a:gd name="T2" fmla="*/ 89 w 16"/>
                  <a:gd name="T3" fmla="*/ 0 h 8"/>
                  <a:gd name="T4" fmla="*/ 96 w 16"/>
                  <a:gd name="T5" fmla="*/ 32 h 8"/>
                  <a:gd name="T6" fmla="*/ 96 w 16"/>
                  <a:gd name="T7" fmla="*/ 45 h 8"/>
                  <a:gd name="T8" fmla="*/ 7 w 16"/>
                  <a:gd name="T9" fmla="*/ 53 h 8"/>
                  <a:gd name="T10" fmla="*/ 0 w 16"/>
                  <a:gd name="T11" fmla="*/ 32 h 8"/>
                  <a:gd name="T12" fmla="*/ 0 w 16"/>
                  <a:gd name="T13" fmla="*/ 15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8">
                    <a:moveTo>
                      <a:pt x="0" y="2"/>
                    </a:moveTo>
                    <a:cubicBezTo>
                      <a:pt x="4" y="1"/>
                      <a:pt x="9" y="0"/>
                      <a:pt x="15" y="0"/>
                    </a:cubicBezTo>
                    <a:cubicBezTo>
                      <a:pt x="15" y="2"/>
                      <a:pt x="16" y="3"/>
                      <a:pt x="16" y="5"/>
                    </a:cubicBezTo>
                    <a:cubicBezTo>
                      <a:pt x="16" y="5"/>
                      <a:pt x="16" y="6"/>
                      <a:pt x="16" y="7"/>
                    </a:cubicBezTo>
                    <a:cubicBezTo>
                      <a:pt x="11" y="8"/>
                      <a:pt x="6" y="8"/>
                      <a:pt x="1" y="8"/>
                    </a:cubicBezTo>
                    <a:cubicBezTo>
                      <a:pt x="0" y="7"/>
                      <a:pt x="0" y="6"/>
                      <a:pt x="0" y="5"/>
                    </a:cubicBezTo>
                    <a:cubicBezTo>
                      <a:pt x="0" y="4"/>
                      <a:pt x="0" y="3"/>
                      <a:pt x="0" y="2"/>
                    </a:cubicBezTo>
                    <a:close/>
                  </a:path>
                </a:pathLst>
              </a:custGeom>
              <a:solidFill>
                <a:srgbClr val="33111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117" name="Freeform 739">
                <a:extLst>
                  <a:ext uri="{FF2B5EF4-FFF2-40B4-BE49-F238E27FC236}">
                    <a16:creationId xmlns:a16="http://schemas.microsoft.com/office/drawing/2014/main" id="{3CB0D318-73DF-4232-88B5-E182AD4FFD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5" y="1053"/>
                <a:ext cx="29" cy="15"/>
              </a:xfrm>
              <a:custGeom>
                <a:avLst/>
                <a:gdLst>
                  <a:gd name="T0" fmla="*/ 0 w 16"/>
                  <a:gd name="T1" fmla="*/ 15 h 8"/>
                  <a:gd name="T2" fmla="*/ 89 w 16"/>
                  <a:gd name="T3" fmla="*/ 0 h 8"/>
                  <a:gd name="T4" fmla="*/ 96 w 16"/>
                  <a:gd name="T5" fmla="*/ 32 h 8"/>
                  <a:gd name="T6" fmla="*/ 96 w 16"/>
                  <a:gd name="T7" fmla="*/ 45 h 8"/>
                  <a:gd name="T8" fmla="*/ 7 w 16"/>
                  <a:gd name="T9" fmla="*/ 53 h 8"/>
                  <a:gd name="T10" fmla="*/ 0 w 16"/>
                  <a:gd name="T11" fmla="*/ 32 h 8"/>
                  <a:gd name="T12" fmla="*/ 0 w 16"/>
                  <a:gd name="T13" fmla="*/ 15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8">
                    <a:moveTo>
                      <a:pt x="0" y="2"/>
                    </a:moveTo>
                    <a:cubicBezTo>
                      <a:pt x="4" y="1"/>
                      <a:pt x="9" y="0"/>
                      <a:pt x="15" y="0"/>
                    </a:cubicBezTo>
                    <a:cubicBezTo>
                      <a:pt x="15" y="2"/>
                      <a:pt x="16" y="3"/>
                      <a:pt x="16" y="5"/>
                    </a:cubicBezTo>
                    <a:cubicBezTo>
                      <a:pt x="16" y="5"/>
                      <a:pt x="16" y="6"/>
                      <a:pt x="16" y="7"/>
                    </a:cubicBezTo>
                    <a:cubicBezTo>
                      <a:pt x="11" y="8"/>
                      <a:pt x="6" y="8"/>
                      <a:pt x="1" y="8"/>
                    </a:cubicBezTo>
                    <a:cubicBezTo>
                      <a:pt x="0" y="7"/>
                      <a:pt x="0" y="6"/>
                      <a:pt x="0" y="5"/>
                    </a:cubicBezTo>
                    <a:cubicBezTo>
                      <a:pt x="0" y="4"/>
                      <a:pt x="0" y="3"/>
                      <a:pt x="0" y="2"/>
                    </a:cubicBezTo>
                    <a:close/>
                  </a:path>
                </a:pathLst>
              </a:custGeom>
              <a:noFill/>
              <a:ln w="0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118" name="Freeform 740">
                <a:extLst>
                  <a:ext uri="{FF2B5EF4-FFF2-40B4-BE49-F238E27FC236}">
                    <a16:creationId xmlns:a16="http://schemas.microsoft.com/office/drawing/2014/main" id="{3F9A5D7C-8DCE-4399-85AD-6556C48FEC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3" y="1046"/>
                <a:ext cx="70" cy="26"/>
              </a:xfrm>
              <a:custGeom>
                <a:avLst/>
                <a:gdLst>
                  <a:gd name="T0" fmla="*/ 0 w 38"/>
                  <a:gd name="T1" fmla="*/ 59 h 14"/>
                  <a:gd name="T2" fmla="*/ 37 w 38"/>
                  <a:gd name="T3" fmla="*/ 52 h 14"/>
                  <a:gd name="T4" fmla="*/ 238 w 38"/>
                  <a:gd name="T5" fmla="*/ 52 h 14"/>
                  <a:gd name="T6" fmla="*/ 37 w 38"/>
                  <a:gd name="T7" fmla="*/ 69 h 14"/>
                  <a:gd name="T8" fmla="*/ 0 w 38"/>
                  <a:gd name="T9" fmla="*/ 59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" h="14">
                    <a:moveTo>
                      <a:pt x="0" y="9"/>
                    </a:moveTo>
                    <a:cubicBezTo>
                      <a:pt x="0" y="8"/>
                      <a:pt x="3" y="9"/>
                      <a:pt x="6" y="8"/>
                    </a:cubicBezTo>
                    <a:cubicBezTo>
                      <a:pt x="8" y="6"/>
                      <a:pt x="26" y="0"/>
                      <a:pt x="38" y="8"/>
                    </a:cubicBezTo>
                    <a:cubicBezTo>
                      <a:pt x="38" y="8"/>
                      <a:pt x="18" y="14"/>
                      <a:pt x="6" y="11"/>
                    </a:cubicBezTo>
                    <a:cubicBezTo>
                      <a:pt x="0" y="11"/>
                      <a:pt x="0" y="11"/>
                      <a:pt x="0" y="9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119" name="Oval 741">
                <a:extLst>
                  <a:ext uri="{FF2B5EF4-FFF2-40B4-BE49-F238E27FC236}">
                    <a16:creationId xmlns:a16="http://schemas.microsoft.com/office/drawing/2014/main" id="{39F0DF7B-F2A7-4717-AA96-7CD6B346C9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16" y="1055"/>
                <a:ext cx="7" cy="10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120" name="Oval 742">
                <a:extLst>
                  <a:ext uri="{FF2B5EF4-FFF2-40B4-BE49-F238E27FC236}">
                    <a16:creationId xmlns:a16="http://schemas.microsoft.com/office/drawing/2014/main" id="{6630117D-E675-4666-9327-84CEBD124D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12" y="1057"/>
                <a:ext cx="6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121" name="Freeform 743">
                <a:extLst>
                  <a:ext uri="{FF2B5EF4-FFF2-40B4-BE49-F238E27FC236}">
                    <a16:creationId xmlns:a16="http://schemas.microsoft.com/office/drawing/2014/main" id="{89DB41A6-31AF-4466-B0C7-784DE137BC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1" y="774"/>
                <a:ext cx="464" cy="289"/>
              </a:xfrm>
              <a:custGeom>
                <a:avLst/>
                <a:gdLst>
                  <a:gd name="T0" fmla="*/ 1087 w 251"/>
                  <a:gd name="T1" fmla="*/ 267 h 157"/>
                  <a:gd name="T2" fmla="*/ 1028 w 251"/>
                  <a:gd name="T3" fmla="*/ 536 h 157"/>
                  <a:gd name="T4" fmla="*/ 410 w 251"/>
                  <a:gd name="T5" fmla="*/ 609 h 157"/>
                  <a:gd name="T6" fmla="*/ 396 w 251"/>
                  <a:gd name="T7" fmla="*/ 543 h 157"/>
                  <a:gd name="T8" fmla="*/ 322 w 251"/>
                  <a:gd name="T9" fmla="*/ 803 h 157"/>
                  <a:gd name="T10" fmla="*/ 311 w 251"/>
                  <a:gd name="T11" fmla="*/ 979 h 157"/>
                  <a:gd name="T12" fmla="*/ 604 w 251"/>
                  <a:gd name="T13" fmla="*/ 98 h 157"/>
                  <a:gd name="T14" fmla="*/ 468 w 251"/>
                  <a:gd name="T15" fmla="*/ 162 h 157"/>
                  <a:gd name="T16" fmla="*/ 693 w 251"/>
                  <a:gd name="T17" fmla="*/ 68 h 157"/>
                  <a:gd name="T18" fmla="*/ 625 w 251"/>
                  <a:gd name="T19" fmla="*/ 52 h 157"/>
                  <a:gd name="T20" fmla="*/ 765 w 251"/>
                  <a:gd name="T21" fmla="*/ 81 h 157"/>
                  <a:gd name="T22" fmla="*/ 865 w 251"/>
                  <a:gd name="T23" fmla="*/ 13 h 157"/>
                  <a:gd name="T24" fmla="*/ 826 w 251"/>
                  <a:gd name="T25" fmla="*/ 74 h 157"/>
                  <a:gd name="T26" fmla="*/ 1028 w 251"/>
                  <a:gd name="T27" fmla="*/ 24 h 157"/>
                  <a:gd name="T28" fmla="*/ 939 w 251"/>
                  <a:gd name="T29" fmla="*/ 52 h 157"/>
                  <a:gd name="T30" fmla="*/ 1446 w 251"/>
                  <a:gd name="T31" fmla="*/ 922 h 157"/>
                  <a:gd name="T32" fmla="*/ 1377 w 251"/>
                  <a:gd name="T33" fmla="*/ 734 h 157"/>
                  <a:gd name="T34" fmla="*/ 1288 w 251"/>
                  <a:gd name="T35" fmla="*/ 580 h 157"/>
                  <a:gd name="T36" fmla="*/ 1189 w 251"/>
                  <a:gd name="T37" fmla="*/ 556 h 157"/>
                  <a:gd name="T38" fmla="*/ 1087 w 251"/>
                  <a:gd name="T39" fmla="*/ 267 h 157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251" h="157">
                    <a:moveTo>
                      <a:pt x="172" y="43"/>
                    </a:moveTo>
                    <a:cubicBezTo>
                      <a:pt x="172" y="43"/>
                      <a:pt x="164" y="64"/>
                      <a:pt x="163" y="86"/>
                    </a:cubicBezTo>
                    <a:cubicBezTo>
                      <a:pt x="163" y="86"/>
                      <a:pt x="88" y="81"/>
                      <a:pt x="65" y="98"/>
                    </a:cubicBezTo>
                    <a:cubicBezTo>
                      <a:pt x="65" y="98"/>
                      <a:pt x="61" y="92"/>
                      <a:pt x="63" y="87"/>
                    </a:cubicBezTo>
                    <a:cubicBezTo>
                      <a:pt x="63" y="87"/>
                      <a:pt x="50" y="107"/>
                      <a:pt x="51" y="129"/>
                    </a:cubicBezTo>
                    <a:cubicBezTo>
                      <a:pt x="49" y="157"/>
                      <a:pt x="49" y="157"/>
                      <a:pt x="49" y="157"/>
                    </a:cubicBezTo>
                    <a:cubicBezTo>
                      <a:pt x="49" y="157"/>
                      <a:pt x="0" y="52"/>
                      <a:pt x="96" y="16"/>
                    </a:cubicBezTo>
                    <a:cubicBezTo>
                      <a:pt x="96" y="16"/>
                      <a:pt x="81" y="20"/>
                      <a:pt x="74" y="26"/>
                    </a:cubicBezTo>
                    <a:cubicBezTo>
                      <a:pt x="74" y="26"/>
                      <a:pt x="82" y="12"/>
                      <a:pt x="110" y="11"/>
                    </a:cubicBezTo>
                    <a:cubicBezTo>
                      <a:pt x="110" y="11"/>
                      <a:pt x="105" y="7"/>
                      <a:pt x="99" y="8"/>
                    </a:cubicBezTo>
                    <a:cubicBezTo>
                      <a:pt x="99" y="8"/>
                      <a:pt x="112" y="6"/>
                      <a:pt x="121" y="13"/>
                    </a:cubicBezTo>
                    <a:cubicBezTo>
                      <a:pt x="121" y="13"/>
                      <a:pt x="128" y="5"/>
                      <a:pt x="137" y="2"/>
                    </a:cubicBezTo>
                    <a:cubicBezTo>
                      <a:pt x="137" y="2"/>
                      <a:pt x="130" y="6"/>
                      <a:pt x="131" y="12"/>
                    </a:cubicBezTo>
                    <a:cubicBezTo>
                      <a:pt x="131" y="12"/>
                      <a:pt x="138" y="0"/>
                      <a:pt x="163" y="4"/>
                    </a:cubicBezTo>
                    <a:cubicBezTo>
                      <a:pt x="163" y="4"/>
                      <a:pt x="152" y="4"/>
                      <a:pt x="149" y="8"/>
                    </a:cubicBezTo>
                    <a:cubicBezTo>
                      <a:pt x="149" y="8"/>
                      <a:pt x="251" y="9"/>
                      <a:pt x="229" y="148"/>
                    </a:cubicBezTo>
                    <a:cubicBezTo>
                      <a:pt x="229" y="148"/>
                      <a:pt x="219" y="125"/>
                      <a:pt x="218" y="118"/>
                    </a:cubicBezTo>
                    <a:cubicBezTo>
                      <a:pt x="216" y="109"/>
                      <a:pt x="204" y="93"/>
                      <a:pt x="204" y="93"/>
                    </a:cubicBezTo>
                    <a:cubicBezTo>
                      <a:pt x="204" y="93"/>
                      <a:pt x="196" y="88"/>
                      <a:pt x="188" y="89"/>
                    </a:cubicBezTo>
                    <a:cubicBezTo>
                      <a:pt x="188" y="89"/>
                      <a:pt x="175" y="47"/>
                      <a:pt x="172" y="43"/>
                    </a:cubicBezTo>
                  </a:path>
                </a:pathLst>
              </a:custGeom>
              <a:solidFill>
                <a:srgbClr val="EFCA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</p:grpSp>
        <p:sp>
          <p:nvSpPr>
            <p:cNvPr id="32911" name="Freeform 744">
              <a:extLst>
                <a:ext uri="{FF2B5EF4-FFF2-40B4-BE49-F238E27FC236}">
                  <a16:creationId xmlns:a16="http://schemas.microsoft.com/office/drawing/2014/main" id="{C403F78A-3FD7-4AFF-8DAC-17A406B0FE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7" y="1022"/>
              <a:ext cx="163" cy="284"/>
            </a:xfrm>
            <a:custGeom>
              <a:avLst/>
              <a:gdLst>
                <a:gd name="T0" fmla="*/ 7 w 88"/>
                <a:gd name="T1" fmla="*/ 0 h 154"/>
                <a:gd name="T2" fmla="*/ 0 w 88"/>
                <a:gd name="T3" fmla="*/ 194 h 154"/>
                <a:gd name="T4" fmla="*/ 44 w 88"/>
                <a:gd name="T5" fmla="*/ 382 h 154"/>
                <a:gd name="T6" fmla="*/ 178 w 88"/>
                <a:gd name="T7" fmla="*/ 714 h 154"/>
                <a:gd name="T8" fmla="*/ 357 w 88"/>
                <a:gd name="T9" fmla="*/ 891 h 154"/>
                <a:gd name="T10" fmla="*/ 446 w 88"/>
                <a:gd name="T11" fmla="*/ 952 h 154"/>
                <a:gd name="T12" fmla="*/ 559 w 88"/>
                <a:gd name="T13" fmla="*/ 966 h 154"/>
                <a:gd name="T14" fmla="*/ 291 w 88"/>
                <a:gd name="T15" fmla="*/ 786 h 154"/>
                <a:gd name="T16" fmla="*/ 128 w 88"/>
                <a:gd name="T17" fmla="*/ 557 h 154"/>
                <a:gd name="T18" fmla="*/ 13 w 88"/>
                <a:gd name="T19" fmla="*/ 44 h 154"/>
                <a:gd name="T20" fmla="*/ 13 w 88"/>
                <a:gd name="T21" fmla="*/ 0 h 15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8" h="154">
                  <a:moveTo>
                    <a:pt x="1" y="0"/>
                  </a:moveTo>
                  <a:cubicBezTo>
                    <a:pt x="5" y="8"/>
                    <a:pt x="0" y="22"/>
                    <a:pt x="0" y="31"/>
                  </a:cubicBezTo>
                  <a:cubicBezTo>
                    <a:pt x="1" y="41"/>
                    <a:pt x="4" y="51"/>
                    <a:pt x="7" y="61"/>
                  </a:cubicBezTo>
                  <a:cubicBezTo>
                    <a:pt x="11" y="78"/>
                    <a:pt x="14" y="102"/>
                    <a:pt x="28" y="114"/>
                  </a:cubicBezTo>
                  <a:cubicBezTo>
                    <a:pt x="38" y="123"/>
                    <a:pt x="46" y="134"/>
                    <a:pt x="56" y="142"/>
                  </a:cubicBezTo>
                  <a:cubicBezTo>
                    <a:pt x="60" y="146"/>
                    <a:pt x="65" y="151"/>
                    <a:pt x="70" y="152"/>
                  </a:cubicBezTo>
                  <a:cubicBezTo>
                    <a:pt x="76" y="154"/>
                    <a:pt x="82" y="153"/>
                    <a:pt x="88" y="154"/>
                  </a:cubicBezTo>
                  <a:cubicBezTo>
                    <a:pt x="72" y="154"/>
                    <a:pt x="56" y="136"/>
                    <a:pt x="46" y="125"/>
                  </a:cubicBezTo>
                  <a:cubicBezTo>
                    <a:pt x="36" y="114"/>
                    <a:pt x="26" y="103"/>
                    <a:pt x="20" y="89"/>
                  </a:cubicBezTo>
                  <a:cubicBezTo>
                    <a:pt x="11" y="63"/>
                    <a:pt x="3" y="35"/>
                    <a:pt x="2" y="7"/>
                  </a:cubicBezTo>
                  <a:cubicBezTo>
                    <a:pt x="2" y="5"/>
                    <a:pt x="2" y="1"/>
                    <a:pt x="2" y="0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2912" name="Freeform 745">
              <a:extLst>
                <a:ext uri="{FF2B5EF4-FFF2-40B4-BE49-F238E27FC236}">
                  <a16:creationId xmlns:a16="http://schemas.microsoft.com/office/drawing/2014/main" id="{2495F263-3DE2-4FB9-968F-A8DDB22F7FF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0" y="1035"/>
              <a:ext cx="17" cy="46"/>
            </a:xfrm>
            <a:custGeom>
              <a:avLst/>
              <a:gdLst>
                <a:gd name="T0" fmla="*/ 8 w 9"/>
                <a:gd name="T1" fmla="*/ 156 h 25"/>
                <a:gd name="T2" fmla="*/ 21 w 9"/>
                <a:gd name="T3" fmla="*/ 98 h 25"/>
                <a:gd name="T4" fmla="*/ 60 w 9"/>
                <a:gd name="T5" fmla="*/ 74 h 25"/>
                <a:gd name="T6" fmla="*/ 15 w 9"/>
                <a:gd name="T7" fmla="*/ 61 h 25"/>
                <a:gd name="T8" fmla="*/ 0 w 9"/>
                <a:gd name="T9" fmla="*/ 0 h 25"/>
                <a:gd name="T10" fmla="*/ 0 w 9"/>
                <a:gd name="T11" fmla="*/ 68 h 25"/>
                <a:gd name="T12" fmla="*/ 0 w 9"/>
                <a:gd name="T13" fmla="*/ 112 h 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" h="25">
                  <a:moveTo>
                    <a:pt x="1" y="25"/>
                  </a:moveTo>
                  <a:cubicBezTo>
                    <a:pt x="1" y="22"/>
                    <a:pt x="1" y="18"/>
                    <a:pt x="3" y="16"/>
                  </a:cubicBezTo>
                  <a:cubicBezTo>
                    <a:pt x="5" y="14"/>
                    <a:pt x="7" y="14"/>
                    <a:pt x="9" y="12"/>
                  </a:cubicBezTo>
                  <a:cubicBezTo>
                    <a:pt x="6" y="12"/>
                    <a:pt x="3" y="13"/>
                    <a:pt x="2" y="10"/>
                  </a:cubicBezTo>
                  <a:cubicBezTo>
                    <a:pt x="0" y="7"/>
                    <a:pt x="0" y="4"/>
                    <a:pt x="0" y="0"/>
                  </a:cubicBezTo>
                  <a:cubicBezTo>
                    <a:pt x="0" y="4"/>
                    <a:pt x="0" y="7"/>
                    <a:pt x="0" y="11"/>
                  </a:cubicBezTo>
                  <a:cubicBezTo>
                    <a:pt x="0" y="13"/>
                    <a:pt x="0" y="16"/>
                    <a:pt x="0" y="18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2913" name="Freeform 746">
              <a:extLst>
                <a:ext uri="{FF2B5EF4-FFF2-40B4-BE49-F238E27FC236}">
                  <a16:creationId xmlns:a16="http://schemas.microsoft.com/office/drawing/2014/main" id="{0051EF1A-ADCA-43B1-8FD1-F71DEFB5C1F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5" y="762"/>
              <a:ext cx="494" cy="319"/>
            </a:xfrm>
            <a:custGeom>
              <a:avLst/>
              <a:gdLst>
                <a:gd name="T0" fmla="*/ 1103 w 267"/>
                <a:gd name="T1" fmla="*/ 275 h 173"/>
                <a:gd name="T2" fmla="*/ 1034 w 267"/>
                <a:gd name="T3" fmla="*/ 551 h 173"/>
                <a:gd name="T4" fmla="*/ 411 w 267"/>
                <a:gd name="T5" fmla="*/ 640 h 173"/>
                <a:gd name="T6" fmla="*/ 411 w 267"/>
                <a:gd name="T7" fmla="*/ 544 h 173"/>
                <a:gd name="T8" fmla="*/ 350 w 267"/>
                <a:gd name="T9" fmla="*/ 839 h 173"/>
                <a:gd name="T10" fmla="*/ 329 w 267"/>
                <a:gd name="T11" fmla="*/ 1084 h 173"/>
                <a:gd name="T12" fmla="*/ 620 w 267"/>
                <a:gd name="T13" fmla="*/ 105 h 173"/>
                <a:gd name="T14" fmla="*/ 483 w 267"/>
                <a:gd name="T15" fmla="*/ 164 h 173"/>
                <a:gd name="T16" fmla="*/ 716 w 267"/>
                <a:gd name="T17" fmla="*/ 68 h 173"/>
                <a:gd name="T18" fmla="*/ 648 w 267"/>
                <a:gd name="T19" fmla="*/ 52 h 173"/>
                <a:gd name="T20" fmla="*/ 784 w 267"/>
                <a:gd name="T21" fmla="*/ 81 h 173"/>
                <a:gd name="T22" fmla="*/ 886 w 267"/>
                <a:gd name="T23" fmla="*/ 13 h 173"/>
                <a:gd name="T24" fmla="*/ 849 w 267"/>
                <a:gd name="T25" fmla="*/ 81 h 173"/>
                <a:gd name="T26" fmla="*/ 1058 w 267"/>
                <a:gd name="T27" fmla="*/ 24 h 173"/>
                <a:gd name="T28" fmla="*/ 962 w 267"/>
                <a:gd name="T29" fmla="*/ 57 h 173"/>
                <a:gd name="T30" fmla="*/ 1469 w 267"/>
                <a:gd name="T31" fmla="*/ 1023 h 173"/>
                <a:gd name="T32" fmla="*/ 1414 w 267"/>
                <a:gd name="T33" fmla="*/ 741 h 173"/>
                <a:gd name="T34" fmla="*/ 1325 w 267"/>
                <a:gd name="T35" fmla="*/ 588 h 173"/>
                <a:gd name="T36" fmla="*/ 1177 w 267"/>
                <a:gd name="T37" fmla="*/ 572 h 173"/>
                <a:gd name="T38" fmla="*/ 1103 w 267"/>
                <a:gd name="T39" fmla="*/ 275 h 173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267" h="173">
                  <a:moveTo>
                    <a:pt x="174" y="44"/>
                  </a:moveTo>
                  <a:cubicBezTo>
                    <a:pt x="174" y="44"/>
                    <a:pt x="164" y="66"/>
                    <a:pt x="163" y="88"/>
                  </a:cubicBezTo>
                  <a:cubicBezTo>
                    <a:pt x="163" y="88"/>
                    <a:pt x="88" y="84"/>
                    <a:pt x="65" y="102"/>
                  </a:cubicBezTo>
                  <a:cubicBezTo>
                    <a:pt x="65" y="102"/>
                    <a:pt x="63" y="92"/>
                    <a:pt x="65" y="87"/>
                  </a:cubicBezTo>
                  <a:cubicBezTo>
                    <a:pt x="65" y="87"/>
                    <a:pt x="54" y="112"/>
                    <a:pt x="55" y="134"/>
                  </a:cubicBezTo>
                  <a:cubicBezTo>
                    <a:pt x="52" y="173"/>
                    <a:pt x="52" y="173"/>
                    <a:pt x="52" y="173"/>
                  </a:cubicBezTo>
                  <a:cubicBezTo>
                    <a:pt x="52" y="173"/>
                    <a:pt x="0" y="53"/>
                    <a:pt x="98" y="17"/>
                  </a:cubicBezTo>
                  <a:cubicBezTo>
                    <a:pt x="98" y="17"/>
                    <a:pt x="83" y="21"/>
                    <a:pt x="76" y="26"/>
                  </a:cubicBezTo>
                  <a:cubicBezTo>
                    <a:pt x="76" y="26"/>
                    <a:pt x="84" y="13"/>
                    <a:pt x="113" y="11"/>
                  </a:cubicBezTo>
                  <a:cubicBezTo>
                    <a:pt x="113" y="11"/>
                    <a:pt x="108" y="7"/>
                    <a:pt x="102" y="8"/>
                  </a:cubicBezTo>
                  <a:cubicBezTo>
                    <a:pt x="102" y="8"/>
                    <a:pt x="115" y="6"/>
                    <a:pt x="124" y="13"/>
                  </a:cubicBezTo>
                  <a:cubicBezTo>
                    <a:pt x="124" y="13"/>
                    <a:pt x="131" y="5"/>
                    <a:pt x="140" y="2"/>
                  </a:cubicBezTo>
                  <a:cubicBezTo>
                    <a:pt x="140" y="2"/>
                    <a:pt x="133" y="6"/>
                    <a:pt x="134" y="13"/>
                  </a:cubicBezTo>
                  <a:cubicBezTo>
                    <a:pt x="134" y="13"/>
                    <a:pt x="141" y="0"/>
                    <a:pt x="167" y="4"/>
                  </a:cubicBezTo>
                  <a:cubicBezTo>
                    <a:pt x="167" y="4"/>
                    <a:pt x="156" y="4"/>
                    <a:pt x="152" y="9"/>
                  </a:cubicBezTo>
                  <a:cubicBezTo>
                    <a:pt x="152" y="9"/>
                    <a:pt x="267" y="8"/>
                    <a:pt x="232" y="163"/>
                  </a:cubicBezTo>
                  <a:cubicBezTo>
                    <a:pt x="232" y="163"/>
                    <a:pt x="225" y="125"/>
                    <a:pt x="223" y="118"/>
                  </a:cubicBezTo>
                  <a:cubicBezTo>
                    <a:pt x="221" y="110"/>
                    <a:pt x="209" y="94"/>
                    <a:pt x="209" y="94"/>
                  </a:cubicBezTo>
                  <a:cubicBezTo>
                    <a:pt x="209" y="94"/>
                    <a:pt x="194" y="90"/>
                    <a:pt x="186" y="91"/>
                  </a:cubicBezTo>
                  <a:cubicBezTo>
                    <a:pt x="186" y="91"/>
                    <a:pt x="177" y="48"/>
                    <a:pt x="174" y="44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2914" name="Freeform 747">
              <a:extLst>
                <a:ext uri="{FF2B5EF4-FFF2-40B4-BE49-F238E27FC236}">
                  <a16:creationId xmlns:a16="http://schemas.microsoft.com/office/drawing/2014/main" id="{15297894-654D-4F25-956E-66BFDEB140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0" y="1004"/>
              <a:ext cx="85" cy="14"/>
            </a:xfrm>
            <a:custGeom>
              <a:avLst/>
              <a:gdLst>
                <a:gd name="T0" fmla="*/ 290 w 46"/>
                <a:gd name="T1" fmla="*/ 44 h 8"/>
                <a:gd name="T2" fmla="*/ 0 w 46"/>
                <a:gd name="T3" fmla="*/ 4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6" h="8">
                  <a:moveTo>
                    <a:pt x="46" y="8"/>
                  </a:moveTo>
                  <a:cubicBezTo>
                    <a:pt x="46" y="8"/>
                    <a:pt x="13" y="0"/>
                    <a:pt x="0" y="8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2915" name="Freeform 748">
              <a:extLst>
                <a:ext uri="{FF2B5EF4-FFF2-40B4-BE49-F238E27FC236}">
                  <a16:creationId xmlns:a16="http://schemas.microsoft.com/office/drawing/2014/main" id="{C42783A3-4B3A-44AC-BB04-D75DE4E52C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7" y="1004"/>
              <a:ext cx="83" cy="14"/>
            </a:xfrm>
            <a:custGeom>
              <a:avLst/>
              <a:gdLst>
                <a:gd name="T0" fmla="*/ 0 w 45"/>
                <a:gd name="T1" fmla="*/ 44 h 8"/>
                <a:gd name="T2" fmla="*/ 282 w 45"/>
                <a:gd name="T3" fmla="*/ 4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5" h="8">
                  <a:moveTo>
                    <a:pt x="0" y="8"/>
                  </a:moveTo>
                  <a:cubicBezTo>
                    <a:pt x="0" y="8"/>
                    <a:pt x="32" y="0"/>
                    <a:pt x="45" y="8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2916" name="Freeform 749">
              <a:extLst>
                <a:ext uri="{FF2B5EF4-FFF2-40B4-BE49-F238E27FC236}">
                  <a16:creationId xmlns:a16="http://schemas.microsoft.com/office/drawing/2014/main" id="{34BF76C4-9F6C-47DF-95E4-CB1264156A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9" y="1173"/>
              <a:ext cx="5" cy="33"/>
            </a:xfrm>
            <a:custGeom>
              <a:avLst/>
              <a:gdLst>
                <a:gd name="T0" fmla="*/ 13 w 3"/>
                <a:gd name="T1" fmla="*/ 112 h 18"/>
                <a:gd name="T2" fmla="*/ 5 w 3"/>
                <a:gd name="T3" fmla="*/ 57 h 18"/>
                <a:gd name="T4" fmla="*/ 5 w 3"/>
                <a:gd name="T5" fmla="*/ 0 h 18"/>
                <a:gd name="T6" fmla="*/ 0 w 3"/>
                <a:gd name="T7" fmla="*/ 68 h 18"/>
                <a:gd name="T8" fmla="*/ 0 w 3"/>
                <a:gd name="T9" fmla="*/ 97 h 18"/>
                <a:gd name="T10" fmla="*/ 13 w 3"/>
                <a:gd name="T11" fmla="*/ 112 h 1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" h="18">
                  <a:moveTo>
                    <a:pt x="3" y="18"/>
                  </a:moveTo>
                  <a:cubicBezTo>
                    <a:pt x="0" y="17"/>
                    <a:pt x="1" y="12"/>
                    <a:pt x="1" y="9"/>
                  </a:cubicBezTo>
                  <a:cubicBezTo>
                    <a:pt x="1" y="6"/>
                    <a:pt x="1" y="2"/>
                    <a:pt x="1" y="0"/>
                  </a:cubicBezTo>
                  <a:cubicBezTo>
                    <a:pt x="1" y="3"/>
                    <a:pt x="0" y="7"/>
                    <a:pt x="0" y="11"/>
                  </a:cubicBezTo>
                  <a:cubicBezTo>
                    <a:pt x="0" y="12"/>
                    <a:pt x="0" y="14"/>
                    <a:pt x="0" y="16"/>
                  </a:cubicBezTo>
                  <a:cubicBezTo>
                    <a:pt x="1" y="18"/>
                    <a:pt x="2" y="17"/>
                    <a:pt x="3" y="18"/>
                  </a:cubicBezTo>
                </a:path>
              </a:pathLst>
            </a:custGeom>
            <a:solidFill>
              <a:srgbClr val="EFCA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2917" name="Freeform 750">
              <a:extLst>
                <a:ext uri="{FF2B5EF4-FFF2-40B4-BE49-F238E27FC236}">
                  <a16:creationId xmlns:a16="http://schemas.microsoft.com/office/drawing/2014/main" id="{FF3411EB-DD80-4448-A075-C7827542A4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5" y="1173"/>
              <a:ext cx="8" cy="33"/>
            </a:xfrm>
            <a:custGeom>
              <a:avLst/>
              <a:gdLst>
                <a:gd name="T0" fmla="*/ 0 w 4"/>
                <a:gd name="T1" fmla="*/ 112 h 18"/>
                <a:gd name="T2" fmla="*/ 8 w 4"/>
                <a:gd name="T3" fmla="*/ 57 h 18"/>
                <a:gd name="T4" fmla="*/ 0 w 4"/>
                <a:gd name="T5" fmla="*/ 0 h 18"/>
                <a:gd name="T6" fmla="*/ 16 w 4"/>
                <a:gd name="T7" fmla="*/ 61 h 18"/>
                <a:gd name="T8" fmla="*/ 0 w 4"/>
                <a:gd name="T9" fmla="*/ 112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18">
                  <a:moveTo>
                    <a:pt x="0" y="18"/>
                  </a:moveTo>
                  <a:cubicBezTo>
                    <a:pt x="2" y="16"/>
                    <a:pt x="1" y="11"/>
                    <a:pt x="1" y="9"/>
                  </a:cubicBezTo>
                  <a:cubicBezTo>
                    <a:pt x="1" y="6"/>
                    <a:pt x="0" y="3"/>
                    <a:pt x="0" y="0"/>
                  </a:cubicBezTo>
                  <a:cubicBezTo>
                    <a:pt x="1" y="3"/>
                    <a:pt x="2" y="7"/>
                    <a:pt x="2" y="10"/>
                  </a:cubicBezTo>
                  <a:cubicBezTo>
                    <a:pt x="2" y="13"/>
                    <a:pt x="4" y="17"/>
                    <a:pt x="0" y="18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2918" name="Freeform 751">
              <a:extLst>
                <a:ext uri="{FF2B5EF4-FFF2-40B4-BE49-F238E27FC236}">
                  <a16:creationId xmlns:a16="http://schemas.microsoft.com/office/drawing/2014/main" id="{F4004529-7891-4456-9AA9-C74A8772DAA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2" y="1140"/>
              <a:ext cx="24" cy="18"/>
            </a:xfrm>
            <a:custGeom>
              <a:avLst/>
              <a:gdLst>
                <a:gd name="T0" fmla="*/ 31 w 13"/>
                <a:gd name="T1" fmla="*/ 0 h 10"/>
                <a:gd name="T2" fmla="*/ 81 w 13"/>
                <a:gd name="T3" fmla="*/ 36 h 10"/>
                <a:gd name="T4" fmla="*/ 31 w 13"/>
                <a:gd name="T5" fmla="*/ 7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0">
                  <a:moveTo>
                    <a:pt x="5" y="0"/>
                  </a:moveTo>
                  <a:cubicBezTo>
                    <a:pt x="0" y="5"/>
                    <a:pt x="9" y="10"/>
                    <a:pt x="13" y="6"/>
                  </a:cubicBezTo>
                  <a:cubicBezTo>
                    <a:pt x="9" y="5"/>
                    <a:pt x="5" y="6"/>
                    <a:pt x="5" y="1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2919" name="Freeform 752">
              <a:extLst>
                <a:ext uri="{FF2B5EF4-FFF2-40B4-BE49-F238E27FC236}">
                  <a16:creationId xmlns:a16="http://schemas.microsoft.com/office/drawing/2014/main" id="{80B30AA8-A1DD-4357-BF40-2AC1E53E9C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7" y="790"/>
              <a:ext cx="189" cy="138"/>
            </a:xfrm>
            <a:custGeom>
              <a:avLst/>
              <a:gdLst>
                <a:gd name="T0" fmla="*/ 636 w 102"/>
                <a:gd name="T1" fmla="*/ 96 h 75"/>
                <a:gd name="T2" fmla="*/ 591 w 102"/>
                <a:gd name="T3" fmla="*/ 186 h 75"/>
                <a:gd name="T4" fmla="*/ 573 w 102"/>
                <a:gd name="T5" fmla="*/ 282 h 75"/>
                <a:gd name="T6" fmla="*/ 552 w 102"/>
                <a:gd name="T7" fmla="*/ 410 h 75"/>
                <a:gd name="T8" fmla="*/ 547 w 102"/>
                <a:gd name="T9" fmla="*/ 298 h 75"/>
                <a:gd name="T10" fmla="*/ 515 w 102"/>
                <a:gd name="T11" fmla="*/ 379 h 75"/>
                <a:gd name="T12" fmla="*/ 508 w 102"/>
                <a:gd name="T13" fmla="*/ 335 h 75"/>
                <a:gd name="T14" fmla="*/ 498 w 102"/>
                <a:gd name="T15" fmla="*/ 370 h 75"/>
                <a:gd name="T16" fmla="*/ 491 w 102"/>
                <a:gd name="T17" fmla="*/ 217 h 75"/>
                <a:gd name="T18" fmla="*/ 454 w 102"/>
                <a:gd name="T19" fmla="*/ 282 h 75"/>
                <a:gd name="T20" fmla="*/ 419 w 102"/>
                <a:gd name="T21" fmla="*/ 379 h 75"/>
                <a:gd name="T22" fmla="*/ 411 w 102"/>
                <a:gd name="T23" fmla="*/ 291 h 75"/>
                <a:gd name="T24" fmla="*/ 382 w 102"/>
                <a:gd name="T25" fmla="*/ 372 h 75"/>
                <a:gd name="T26" fmla="*/ 382 w 102"/>
                <a:gd name="T27" fmla="*/ 335 h 75"/>
                <a:gd name="T28" fmla="*/ 358 w 102"/>
                <a:gd name="T29" fmla="*/ 386 h 75"/>
                <a:gd name="T30" fmla="*/ 363 w 102"/>
                <a:gd name="T31" fmla="*/ 305 h 75"/>
                <a:gd name="T32" fmla="*/ 313 w 102"/>
                <a:gd name="T33" fmla="*/ 386 h 75"/>
                <a:gd name="T34" fmla="*/ 313 w 102"/>
                <a:gd name="T35" fmla="*/ 311 h 75"/>
                <a:gd name="T36" fmla="*/ 269 w 102"/>
                <a:gd name="T37" fmla="*/ 392 h 75"/>
                <a:gd name="T38" fmla="*/ 269 w 102"/>
                <a:gd name="T39" fmla="*/ 230 h 75"/>
                <a:gd name="T40" fmla="*/ 230 w 102"/>
                <a:gd name="T41" fmla="*/ 282 h 75"/>
                <a:gd name="T42" fmla="*/ 172 w 102"/>
                <a:gd name="T43" fmla="*/ 436 h 75"/>
                <a:gd name="T44" fmla="*/ 172 w 102"/>
                <a:gd name="T45" fmla="*/ 261 h 75"/>
                <a:gd name="T46" fmla="*/ 104 w 102"/>
                <a:gd name="T47" fmla="*/ 423 h 75"/>
                <a:gd name="T48" fmla="*/ 104 w 102"/>
                <a:gd name="T49" fmla="*/ 318 h 75"/>
                <a:gd name="T50" fmla="*/ 65 w 102"/>
                <a:gd name="T51" fmla="*/ 410 h 75"/>
                <a:gd name="T52" fmla="*/ 76 w 102"/>
                <a:gd name="T53" fmla="*/ 335 h 75"/>
                <a:gd name="T54" fmla="*/ 24 w 102"/>
                <a:gd name="T55" fmla="*/ 467 h 75"/>
                <a:gd name="T56" fmla="*/ 261 w 102"/>
                <a:gd name="T57" fmla="*/ 31 h 75"/>
                <a:gd name="T58" fmla="*/ 172 w 102"/>
                <a:gd name="T59" fmla="*/ 156 h 75"/>
                <a:gd name="T60" fmla="*/ 246 w 102"/>
                <a:gd name="T61" fmla="*/ 81 h 75"/>
                <a:gd name="T62" fmla="*/ 202 w 102"/>
                <a:gd name="T63" fmla="*/ 177 h 75"/>
                <a:gd name="T64" fmla="*/ 230 w 102"/>
                <a:gd name="T65" fmla="*/ 142 h 75"/>
                <a:gd name="T66" fmla="*/ 209 w 102"/>
                <a:gd name="T67" fmla="*/ 201 h 75"/>
                <a:gd name="T68" fmla="*/ 282 w 102"/>
                <a:gd name="T69" fmla="*/ 112 h 75"/>
                <a:gd name="T70" fmla="*/ 343 w 102"/>
                <a:gd name="T71" fmla="*/ 37 h 75"/>
                <a:gd name="T72" fmla="*/ 313 w 102"/>
                <a:gd name="T73" fmla="*/ 201 h 75"/>
                <a:gd name="T74" fmla="*/ 374 w 102"/>
                <a:gd name="T75" fmla="*/ 96 h 75"/>
                <a:gd name="T76" fmla="*/ 358 w 102"/>
                <a:gd name="T77" fmla="*/ 237 h 75"/>
                <a:gd name="T78" fmla="*/ 387 w 102"/>
                <a:gd name="T79" fmla="*/ 180 h 75"/>
                <a:gd name="T80" fmla="*/ 382 w 102"/>
                <a:gd name="T81" fmla="*/ 237 h 75"/>
                <a:gd name="T82" fmla="*/ 456 w 102"/>
                <a:gd name="T83" fmla="*/ 81 h 75"/>
                <a:gd name="T84" fmla="*/ 523 w 102"/>
                <a:gd name="T85" fmla="*/ 0 h 75"/>
                <a:gd name="T86" fmla="*/ 484 w 102"/>
                <a:gd name="T87" fmla="*/ 156 h 75"/>
                <a:gd name="T88" fmla="*/ 547 w 102"/>
                <a:gd name="T89" fmla="*/ 61 h 75"/>
                <a:gd name="T90" fmla="*/ 528 w 102"/>
                <a:gd name="T91" fmla="*/ 162 h 75"/>
                <a:gd name="T92" fmla="*/ 649 w 102"/>
                <a:gd name="T93" fmla="*/ 20 h 75"/>
                <a:gd name="T94" fmla="*/ 624 w 102"/>
                <a:gd name="T95" fmla="*/ 96 h 75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0" t="0" r="r" b="b"/>
              <a:pathLst>
                <a:path w="102" h="75">
                  <a:moveTo>
                    <a:pt x="100" y="15"/>
                  </a:moveTo>
                  <a:cubicBezTo>
                    <a:pt x="98" y="20"/>
                    <a:pt x="95" y="25"/>
                    <a:pt x="93" y="30"/>
                  </a:cubicBezTo>
                  <a:cubicBezTo>
                    <a:pt x="92" y="35"/>
                    <a:pt x="91" y="40"/>
                    <a:pt x="90" y="45"/>
                  </a:cubicBezTo>
                  <a:cubicBezTo>
                    <a:pt x="88" y="52"/>
                    <a:pt x="88" y="60"/>
                    <a:pt x="87" y="66"/>
                  </a:cubicBezTo>
                  <a:cubicBezTo>
                    <a:pt x="84" y="61"/>
                    <a:pt x="87" y="54"/>
                    <a:pt x="86" y="48"/>
                  </a:cubicBezTo>
                  <a:cubicBezTo>
                    <a:pt x="84" y="52"/>
                    <a:pt x="81" y="57"/>
                    <a:pt x="81" y="61"/>
                  </a:cubicBezTo>
                  <a:cubicBezTo>
                    <a:pt x="80" y="59"/>
                    <a:pt x="80" y="56"/>
                    <a:pt x="80" y="54"/>
                  </a:cubicBezTo>
                  <a:cubicBezTo>
                    <a:pt x="79" y="56"/>
                    <a:pt x="78" y="57"/>
                    <a:pt x="78" y="59"/>
                  </a:cubicBezTo>
                  <a:cubicBezTo>
                    <a:pt x="73" y="53"/>
                    <a:pt x="78" y="42"/>
                    <a:pt x="77" y="35"/>
                  </a:cubicBezTo>
                  <a:cubicBezTo>
                    <a:pt x="74" y="36"/>
                    <a:pt x="72" y="42"/>
                    <a:pt x="71" y="45"/>
                  </a:cubicBezTo>
                  <a:cubicBezTo>
                    <a:pt x="69" y="50"/>
                    <a:pt x="67" y="55"/>
                    <a:pt x="66" y="61"/>
                  </a:cubicBezTo>
                  <a:cubicBezTo>
                    <a:pt x="64" y="57"/>
                    <a:pt x="65" y="51"/>
                    <a:pt x="65" y="47"/>
                  </a:cubicBezTo>
                  <a:cubicBezTo>
                    <a:pt x="63" y="52"/>
                    <a:pt x="61" y="56"/>
                    <a:pt x="60" y="60"/>
                  </a:cubicBezTo>
                  <a:cubicBezTo>
                    <a:pt x="60" y="58"/>
                    <a:pt x="60" y="56"/>
                    <a:pt x="60" y="54"/>
                  </a:cubicBezTo>
                  <a:cubicBezTo>
                    <a:pt x="58" y="56"/>
                    <a:pt x="57" y="59"/>
                    <a:pt x="56" y="62"/>
                  </a:cubicBezTo>
                  <a:cubicBezTo>
                    <a:pt x="55" y="58"/>
                    <a:pt x="56" y="53"/>
                    <a:pt x="57" y="49"/>
                  </a:cubicBezTo>
                  <a:cubicBezTo>
                    <a:pt x="53" y="52"/>
                    <a:pt x="53" y="58"/>
                    <a:pt x="49" y="62"/>
                  </a:cubicBezTo>
                  <a:cubicBezTo>
                    <a:pt x="48" y="58"/>
                    <a:pt x="50" y="54"/>
                    <a:pt x="49" y="50"/>
                  </a:cubicBezTo>
                  <a:cubicBezTo>
                    <a:pt x="46" y="53"/>
                    <a:pt x="44" y="59"/>
                    <a:pt x="42" y="63"/>
                  </a:cubicBezTo>
                  <a:cubicBezTo>
                    <a:pt x="41" y="54"/>
                    <a:pt x="43" y="45"/>
                    <a:pt x="42" y="37"/>
                  </a:cubicBezTo>
                  <a:cubicBezTo>
                    <a:pt x="39" y="37"/>
                    <a:pt x="37" y="43"/>
                    <a:pt x="36" y="45"/>
                  </a:cubicBezTo>
                  <a:cubicBezTo>
                    <a:pt x="33" y="52"/>
                    <a:pt x="27" y="62"/>
                    <a:pt x="27" y="70"/>
                  </a:cubicBezTo>
                  <a:cubicBezTo>
                    <a:pt x="23" y="61"/>
                    <a:pt x="28" y="51"/>
                    <a:pt x="27" y="42"/>
                  </a:cubicBezTo>
                  <a:cubicBezTo>
                    <a:pt x="21" y="47"/>
                    <a:pt x="17" y="61"/>
                    <a:pt x="16" y="68"/>
                  </a:cubicBezTo>
                  <a:cubicBezTo>
                    <a:pt x="14" y="62"/>
                    <a:pt x="17" y="57"/>
                    <a:pt x="16" y="51"/>
                  </a:cubicBezTo>
                  <a:cubicBezTo>
                    <a:pt x="13" y="55"/>
                    <a:pt x="11" y="61"/>
                    <a:pt x="10" y="66"/>
                  </a:cubicBezTo>
                  <a:cubicBezTo>
                    <a:pt x="11" y="62"/>
                    <a:pt x="12" y="58"/>
                    <a:pt x="12" y="54"/>
                  </a:cubicBezTo>
                  <a:cubicBezTo>
                    <a:pt x="8" y="59"/>
                    <a:pt x="4" y="69"/>
                    <a:pt x="4" y="75"/>
                  </a:cubicBezTo>
                  <a:cubicBezTo>
                    <a:pt x="0" y="50"/>
                    <a:pt x="20" y="17"/>
                    <a:pt x="41" y="5"/>
                  </a:cubicBezTo>
                  <a:cubicBezTo>
                    <a:pt x="34" y="10"/>
                    <a:pt x="31" y="18"/>
                    <a:pt x="27" y="25"/>
                  </a:cubicBezTo>
                  <a:cubicBezTo>
                    <a:pt x="30" y="20"/>
                    <a:pt x="35" y="16"/>
                    <a:pt x="39" y="13"/>
                  </a:cubicBezTo>
                  <a:cubicBezTo>
                    <a:pt x="36" y="16"/>
                    <a:pt x="32" y="24"/>
                    <a:pt x="32" y="28"/>
                  </a:cubicBezTo>
                  <a:cubicBezTo>
                    <a:pt x="33" y="26"/>
                    <a:pt x="34" y="24"/>
                    <a:pt x="36" y="23"/>
                  </a:cubicBezTo>
                  <a:cubicBezTo>
                    <a:pt x="36" y="26"/>
                    <a:pt x="33" y="29"/>
                    <a:pt x="33" y="32"/>
                  </a:cubicBezTo>
                  <a:cubicBezTo>
                    <a:pt x="37" y="28"/>
                    <a:pt x="40" y="22"/>
                    <a:pt x="44" y="18"/>
                  </a:cubicBezTo>
                  <a:cubicBezTo>
                    <a:pt x="47" y="14"/>
                    <a:pt x="51" y="10"/>
                    <a:pt x="54" y="6"/>
                  </a:cubicBezTo>
                  <a:cubicBezTo>
                    <a:pt x="53" y="14"/>
                    <a:pt x="48" y="24"/>
                    <a:pt x="49" y="32"/>
                  </a:cubicBezTo>
                  <a:cubicBezTo>
                    <a:pt x="53" y="26"/>
                    <a:pt x="55" y="20"/>
                    <a:pt x="59" y="15"/>
                  </a:cubicBezTo>
                  <a:cubicBezTo>
                    <a:pt x="60" y="23"/>
                    <a:pt x="55" y="30"/>
                    <a:pt x="56" y="38"/>
                  </a:cubicBezTo>
                  <a:cubicBezTo>
                    <a:pt x="58" y="35"/>
                    <a:pt x="59" y="31"/>
                    <a:pt x="61" y="29"/>
                  </a:cubicBezTo>
                  <a:cubicBezTo>
                    <a:pt x="61" y="32"/>
                    <a:pt x="61" y="35"/>
                    <a:pt x="60" y="38"/>
                  </a:cubicBezTo>
                  <a:cubicBezTo>
                    <a:pt x="64" y="29"/>
                    <a:pt x="66" y="20"/>
                    <a:pt x="72" y="13"/>
                  </a:cubicBezTo>
                  <a:cubicBezTo>
                    <a:pt x="74" y="9"/>
                    <a:pt x="78" y="2"/>
                    <a:pt x="82" y="0"/>
                  </a:cubicBezTo>
                  <a:cubicBezTo>
                    <a:pt x="80" y="7"/>
                    <a:pt x="75" y="16"/>
                    <a:pt x="76" y="25"/>
                  </a:cubicBezTo>
                  <a:cubicBezTo>
                    <a:pt x="79" y="20"/>
                    <a:pt x="81" y="13"/>
                    <a:pt x="86" y="10"/>
                  </a:cubicBezTo>
                  <a:cubicBezTo>
                    <a:pt x="86" y="15"/>
                    <a:pt x="83" y="20"/>
                    <a:pt x="83" y="26"/>
                  </a:cubicBezTo>
                  <a:cubicBezTo>
                    <a:pt x="87" y="17"/>
                    <a:pt x="93" y="8"/>
                    <a:pt x="102" y="3"/>
                  </a:cubicBezTo>
                  <a:cubicBezTo>
                    <a:pt x="102" y="7"/>
                    <a:pt x="100" y="12"/>
                    <a:pt x="98" y="15"/>
                  </a:cubicBezTo>
                </a:path>
              </a:pathLst>
            </a:custGeom>
            <a:solidFill>
              <a:srgbClr val="0F12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2920" name="Freeform 753">
              <a:extLst>
                <a:ext uri="{FF2B5EF4-FFF2-40B4-BE49-F238E27FC236}">
                  <a16:creationId xmlns:a16="http://schemas.microsoft.com/office/drawing/2014/main" id="{817BF3BF-86BD-415D-91AA-7600EBD9EC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1" y="816"/>
              <a:ext cx="102" cy="166"/>
            </a:xfrm>
            <a:custGeom>
              <a:avLst/>
              <a:gdLst>
                <a:gd name="T0" fmla="*/ 0 w 55"/>
                <a:gd name="T1" fmla="*/ 7 h 90"/>
                <a:gd name="T2" fmla="*/ 96 w 55"/>
                <a:gd name="T3" fmla="*/ 225 h 90"/>
                <a:gd name="T4" fmla="*/ 76 w 55"/>
                <a:gd name="T5" fmla="*/ 133 h 90"/>
                <a:gd name="T6" fmla="*/ 165 w 55"/>
                <a:gd name="T7" fmla="*/ 339 h 90"/>
                <a:gd name="T8" fmla="*/ 141 w 55"/>
                <a:gd name="T9" fmla="*/ 164 h 90"/>
                <a:gd name="T10" fmla="*/ 224 w 55"/>
                <a:gd name="T11" fmla="*/ 295 h 90"/>
                <a:gd name="T12" fmla="*/ 282 w 55"/>
                <a:gd name="T13" fmla="*/ 408 h 90"/>
                <a:gd name="T14" fmla="*/ 249 w 55"/>
                <a:gd name="T15" fmla="*/ 295 h 90"/>
                <a:gd name="T16" fmla="*/ 306 w 55"/>
                <a:gd name="T17" fmla="*/ 387 h 90"/>
                <a:gd name="T18" fmla="*/ 351 w 55"/>
                <a:gd name="T19" fmla="*/ 564 h 90"/>
                <a:gd name="T20" fmla="*/ 293 w 55"/>
                <a:gd name="T21" fmla="*/ 319 h 90"/>
                <a:gd name="T22" fmla="*/ 237 w 55"/>
                <a:gd name="T23" fmla="*/ 177 h 90"/>
                <a:gd name="T24" fmla="*/ 113 w 55"/>
                <a:gd name="T25" fmla="*/ 20 h 90"/>
                <a:gd name="T26" fmla="*/ 210 w 55"/>
                <a:gd name="T27" fmla="*/ 186 h 90"/>
                <a:gd name="T28" fmla="*/ 148 w 55"/>
                <a:gd name="T29" fmla="*/ 105 h 90"/>
                <a:gd name="T30" fmla="*/ 89 w 55"/>
                <a:gd name="T31" fmla="*/ 44 h 90"/>
                <a:gd name="T32" fmla="*/ 113 w 55"/>
                <a:gd name="T33" fmla="*/ 125 h 90"/>
                <a:gd name="T34" fmla="*/ 59 w 55"/>
                <a:gd name="T35" fmla="*/ 52 h 90"/>
                <a:gd name="T36" fmla="*/ 7 w 55"/>
                <a:gd name="T37" fmla="*/ 0 h 90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55" h="90">
                  <a:moveTo>
                    <a:pt x="0" y="1"/>
                  </a:moveTo>
                  <a:cubicBezTo>
                    <a:pt x="10" y="9"/>
                    <a:pt x="11" y="25"/>
                    <a:pt x="15" y="36"/>
                  </a:cubicBezTo>
                  <a:cubicBezTo>
                    <a:pt x="13" y="32"/>
                    <a:pt x="13" y="26"/>
                    <a:pt x="12" y="21"/>
                  </a:cubicBezTo>
                  <a:cubicBezTo>
                    <a:pt x="19" y="29"/>
                    <a:pt x="25" y="43"/>
                    <a:pt x="26" y="54"/>
                  </a:cubicBezTo>
                  <a:cubicBezTo>
                    <a:pt x="24" y="46"/>
                    <a:pt x="24" y="35"/>
                    <a:pt x="22" y="26"/>
                  </a:cubicBezTo>
                  <a:cubicBezTo>
                    <a:pt x="28" y="31"/>
                    <a:pt x="31" y="40"/>
                    <a:pt x="35" y="47"/>
                  </a:cubicBezTo>
                  <a:cubicBezTo>
                    <a:pt x="38" y="53"/>
                    <a:pt x="41" y="59"/>
                    <a:pt x="44" y="65"/>
                  </a:cubicBezTo>
                  <a:cubicBezTo>
                    <a:pt x="42" y="60"/>
                    <a:pt x="41" y="53"/>
                    <a:pt x="39" y="47"/>
                  </a:cubicBezTo>
                  <a:cubicBezTo>
                    <a:pt x="43" y="51"/>
                    <a:pt x="46" y="57"/>
                    <a:pt x="48" y="62"/>
                  </a:cubicBezTo>
                  <a:cubicBezTo>
                    <a:pt x="53" y="71"/>
                    <a:pt x="55" y="80"/>
                    <a:pt x="55" y="90"/>
                  </a:cubicBezTo>
                  <a:cubicBezTo>
                    <a:pt x="55" y="77"/>
                    <a:pt x="50" y="63"/>
                    <a:pt x="46" y="51"/>
                  </a:cubicBezTo>
                  <a:cubicBezTo>
                    <a:pt x="43" y="43"/>
                    <a:pt x="41" y="35"/>
                    <a:pt x="37" y="28"/>
                  </a:cubicBezTo>
                  <a:cubicBezTo>
                    <a:pt x="31" y="19"/>
                    <a:pt x="25" y="12"/>
                    <a:pt x="18" y="3"/>
                  </a:cubicBezTo>
                  <a:cubicBezTo>
                    <a:pt x="25" y="12"/>
                    <a:pt x="29" y="20"/>
                    <a:pt x="33" y="30"/>
                  </a:cubicBezTo>
                  <a:cubicBezTo>
                    <a:pt x="29" y="26"/>
                    <a:pt x="27" y="21"/>
                    <a:pt x="23" y="17"/>
                  </a:cubicBezTo>
                  <a:cubicBezTo>
                    <a:pt x="20" y="13"/>
                    <a:pt x="17" y="10"/>
                    <a:pt x="14" y="7"/>
                  </a:cubicBezTo>
                  <a:cubicBezTo>
                    <a:pt x="15" y="12"/>
                    <a:pt x="18" y="16"/>
                    <a:pt x="18" y="20"/>
                  </a:cubicBezTo>
                  <a:cubicBezTo>
                    <a:pt x="15" y="17"/>
                    <a:pt x="13" y="12"/>
                    <a:pt x="9" y="8"/>
                  </a:cubicBezTo>
                  <a:cubicBezTo>
                    <a:pt x="7" y="5"/>
                    <a:pt x="3" y="3"/>
                    <a:pt x="1" y="0"/>
                  </a:cubicBezTo>
                </a:path>
              </a:pathLst>
            </a:custGeom>
            <a:solidFill>
              <a:srgbClr val="0F12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2921" name="Freeform 754">
              <a:extLst>
                <a:ext uri="{FF2B5EF4-FFF2-40B4-BE49-F238E27FC236}">
                  <a16:creationId xmlns:a16="http://schemas.microsoft.com/office/drawing/2014/main" id="{E2008DCF-394F-4E80-BAAA-DE4A78A2775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3" y="831"/>
              <a:ext cx="63" cy="125"/>
            </a:xfrm>
            <a:custGeom>
              <a:avLst/>
              <a:gdLst>
                <a:gd name="T0" fmla="*/ 217 w 34"/>
                <a:gd name="T1" fmla="*/ 13 h 68"/>
                <a:gd name="T2" fmla="*/ 172 w 34"/>
                <a:gd name="T3" fmla="*/ 74 h 68"/>
                <a:gd name="T4" fmla="*/ 120 w 34"/>
                <a:gd name="T5" fmla="*/ 193 h 68"/>
                <a:gd name="T6" fmla="*/ 89 w 34"/>
                <a:gd name="T7" fmla="*/ 311 h 68"/>
                <a:gd name="T8" fmla="*/ 76 w 34"/>
                <a:gd name="T9" fmla="*/ 399 h 68"/>
                <a:gd name="T10" fmla="*/ 76 w 34"/>
                <a:gd name="T11" fmla="*/ 213 h 68"/>
                <a:gd name="T12" fmla="*/ 7 w 34"/>
                <a:gd name="T13" fmla="*/ 423 h 68"/>
                <a:gd name="T14" fmla="*/ 7 w 34"/>
                <a:gd name="T15" fmla="*/ 311 h 68"/>
                <a:gd name="T16" fmla="*/ 52 w 34"/>
                <a:gd name="T17" fmla="*/ 173 h 68"/>
                <a:gd name="T18" fmla="*/ 148 w 34"/>
                <a:gd name="T19" fmla="*/ 31 h 68"/>
                <a:gd name="T20" fmla="*/ 89 w 34"/>
                <a:gd name="T21" fmla="*/ 149 h 68"/>
                <a:gd name="T22" fmla="*/ 217 w 34"/>
                <a:gd name="T23" fmla="*/ 0 h 6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4" h="68">
                  <a:moveTo>
                    <a:pt x="34" y="2"/>
                  </a:moveTo>
                  <a:cubicBezTo>
                    <a:pt x="33" y="6"/>
                    <a:pt x="29" y="9"/>
                    <a:pt x="27" y="12"/>
                  </a:cubicBezTo>
                  <a:cubicBezTo>
                    <a:pt x="24" y="18"/>
                    <a:pt x="21" y="24"/>
                    <a:pt x="19" y="31"/>
                  </a:cubicBezTo>
                  <a:cubicBezTo>
                    <a:pt x="17" y="37"/>
                    <a:pt x="15" y="43"/>
                    <a:pt x="14" y="50"/>
                  </a:cubicBezTo>
                  <a:cubicBezTo>
                    <a:pt x="13" y="54"/>
                    <a:pt x="13" y="60"/>
                    <a:pt x="12" y="64"/>
                  </a:cubicBezTo>
                  <a:cubicBezTo>
                    <a:pt x="9" y="55"/>
                    <a:pt x="12" y="44"/>
                    <a:pt x="12" y="34"/>
                  </a:cubicBezTo>
                  <a:cubicBezTo>
                    <a:pt x="8" y="45"/>
                    <a:pt x="4" y="56"/>
                    <a:pt x="1" y="68"/>
                  </a:cubicBezTo>
                  <a:cubicBezTo>
                    <a:pt x="1" y="62"/>
                    <a:pt x="0" y="56"/>
                    <a:pt x="1" y="50"/>
                  </a:cubicBezTo>
                  <a:cubicBezTo>
                    <a:pt x="3" y="42"/>
                    <a:pt x="5" y="35"/>
                    <a:pt x="8" y="28"/>
                  </a:cubicBezTo>
                  <a:cubicBezTo>
                    <a:pt x="12" y="20"/>
                    <a:pt x="17" y="12"/>
                    <a:pt x="23" y="5"/>
                  </a:cubicBezTo>
                  <a:cubicBezTo>
                    <a:pt x="19" y="11"/>
                    <a:pt x="17" y="18"/>
                    <a:pt x="14" y="24"/>
                  </a:cubicBezTo>
                  <a:cubicBezTo>
                    <a:pt x="18" y="15"/>
                    <a:pt x="27" y="6"/>
                    <a:pt x="34" y="0"/>
                  </a:cubicBezTo>
                </a:path>
              </a:pathLst>
            </a:custGeom>
            <a:solidFill>
              <a:srgbClr val="0F12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</p:grpSp>
      <p:grpSp>
        <p:nvGrpSpPr>
          <p:cNvPr id="32776" name="Group 755">
            <a:extLst>
              <a:ext uri="{FF2B5EF4-FFF2-40B4-BE49-F238E27FC236}">
                <a16:creationId xmlns:a16="http://schemas.microsoft.com/office/drawing/2014/main" id="{C88B4153-98D8-4D8A-B5DB-1AF85F1B4E47}"/>
              </a:ext>
            </a:extLst>
          </p:cNvPr>
          <p:cNvGrpSpPr>
            <a:grpSpLocks/>
          </p:cNvGrpSpPr>
          <p:nvPr/>
        </p:nvGrpSpPr>
        <p:grpSpPr bwMode="auto">
          <a:xfrm>
            <a:off x="4657725" y="6203950"/>
            <a:ext cx="701675" cy="304800"/>
            <a:chOff x="1795" y="3514"/>
            <a:chExt cx="442" cy="192"/>
          </a:xfrm>
        </p:grpSpPr>
        <p:sp>
          <p:nvSpPr>
            <p:cNvPr id="32886" name="Freeform 756">
              <a:extLst>
                <a:ext uri="{FF2B5EF4-FFF2-40B4-BE49-F238E27FC236}">
                  <a16:creationId xmlns:a16="http://schemas.microsoft.com/office/drawing/2014/main" id="{165051C5-1B17-4D38-91F7-32491B97E77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5" y="3514"/>
              <a:ext cx="229" cy="192"/>
            </a:xfrm>
            <a:custGeom>
              <a:avLst/>
              <a:gdLst>
                <a:gd name="T0" fmla="*/ 213 w 143"/>
                <a:gd name="T1" fmla="*/ 170 h 112"/>
                <a:gd name="T2" fmla="*/ 320 w 143"/>
                <a:gd name="T3" fmla="*/ 326 h 112"/>
                <a:gd name="T4" fmla="*/ 525 w 143"/>
                <a:gd name="T5" fmla="*/ 36 h 112"/>
                <a:gd name="T6" fmla="*/ 541 w 143"/>
                <a:gd name="T7" fmla="*/ 9 h 112"/>
                <a:gd name="T8" fmla="*/ 567 w 143"/>
                <a:gd name="T9" fmla="*/ 177 h 112"/>
                <a:gd name="T10" fmla="*/ 415 w 143"/>
                <a:gd name="T11" fmla="*/ 559 h 112"/>
                <a:gd name="T12" fmla="*/ 107 w 143"/>
                <a:gd name="T13" fmla="*/ 338 h 112"/>
                <a:gd name="T14" fmla="*/ 213 w 143"/>
                <a:gd name="T15" fmla="*/ 170 h 11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43" h="112">
                  <a:moveTo>
                    <a:pt x="52" y="34"/>
                  </a:moveTo>
                  <a:cubicBezTo>
                    <a:pt x="52" y="34"/>
                    <a:pt x="47" y="59"/>
                    <a:pt x="78" y="65"/>
                  </a:cubicBezTo>
                  <a:cubicBezTo>
                    <a:pt x="109" y="70"/>
                    <a:pt x="123" y="42"/>
                    <a:pt x="128" y="7"/>
                  </a:cubicBezTo>
                  <a:cubicBezTo>
                    <a:pt x="128" y="7"/>
                    <a:pt x="130" y="0"/>
                    <a:pt x="132" y="2"/>
                  </a:cubicBezTo>
                  <a:cubicBezTo>
                    <a:pt x="132" y="2"/>
                    <a:pt x="138" y="16"/>
                    <a:pt x="138" y="35"/>
                  </a:cubicBezTo>
                  <a:cubicBezTo>
                    <a:pt x="138" y="54"/>
                    <a:pt x="143" y="112"/>
                    <a:pt x="101" y="111"/>
                  </a:cubicBezTo>
                  <a:cubicBezTo>
                    <a:pt x="59" y="110"/>
                    <a:pt x="0" y="108"/>
                    <a:pt x="26" y="67"/>
                  </a:cubicBezTo>
                  <a:cubicBezTo>
                    <a:pt x="38" y="49"/>
                    <a:pt x="52" y="34"/>
                    <a:pt x="52" y="34"/>
                  </a:cubicBezTo>
                  <a:close/>
                </a:path>
              </a:pathLst>
            </a:custGeom>
            <a:solidFill>
              <a:srgbClr val="FCCC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2887" name="Freeform 757">
              <a:extLst>
                <a:ext uri="{FF2B5EF4-FFF2-40B4-BE49-F238E27FC236}">
                  <a16:creationId xmlns:a16="http://schemas.microsoft.com/office/drawing/2014/main" id="{F7EBAC6D-AC45-4419-A1B7-302AF085F3A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0" y="3514"/>
              <a:ext cx="120" cy="70"/>
            </a:xfrm>
            <a:custGeom>
              <a:avLst/>
              <a:gdLst>
                <a:gd name="T0" fmla="*/ 307 w 75"/>
                <a:gd name="T1" fmla="*/ 120 h 41"/>
                <a:gd name="T2" fmla="*/ 34 w 75"/>
                <a:gd name="T3" fmla="*/ 90 h 41"/>
                <a:gd name="T4" fmla="*/ 0 w 75"/>
                <a:gd name="T5" fmla="*/ 160 h 41"/>
                <a:gd name="T6" fmla="*/ 291 w 75"/>
                <a:gd name="T7" fmla="*/ 205 h 41"/>
                <a:gd name="T8" fmla="*/ 307 w 75"/>
                <a:gd name="T9" fmla="*/ 120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" h="41">
                  <a:moveTo>
                    <a:pt x="75" y="24"/>
                  </a:moveTo>
                  <a:cubicBezTo>
                    <a:pt x="75" y="24"/>
                    <a:pt x="35" y="0"/>
                    <a:pt x="8" y="18"/>
                  </a:cubicBezTo>
                  <a:cubicBezTo>
                    <a:pt x="0" y="32"/>
                    <a:pt x="0" y="32"/>
                    <a:pt x="0" y="32"/>
                  </a:cubicBezTo>
                  <a:cubicBezTo>
                    <a:pt x="0" y="32"/>
                    <a:pt x="42" y="19"/>
                    <a:pt x="71" y="41"/>
                  </a:cubicBezTo>
                  <a:lnTo>
                    <a:pt x="75" y="24"/>
                  </a:lnTo>
                  <a:close/>
                </a:path>
              </a:pathLst>
            </a:custGeom>
            <a:solidFill>
              <a:srgbClr val="FCCC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2888" name="Freeform 758">
              <a:extLst>
                <a:ext uri="{FF2B5EF4-FFF2-40B4-BE49-F238E27FC236}">
                  <a16:creationId xmlns:a16="http://schemas.microsoft.com/office/drawing/2014/main" id="{C56D9E18-80B8-47F7-81DB-BED6717897F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7" y="3548"/>
              <a:ext cx="23" cy="34"/>
            </a:xfrm>
            <a:custGeom>
              <a:avLst/>
              <a:gdLst>
                <a:gd name="T0" fmla="*/ 13 w 14"/>
                <a:gd name="T1" fmla="*/ 99 h 20"/>
                <a:gd name="T2" fmla="*/ 43 w 14"/>
                <a:gd name="T3" fmla="*/ 54 h 20"/>
                <a:gd name="T4" fmla="*/ 62 w 14"/>
                <a:gd name="T5" fmla="*/ 9 h 20"/>
                <a:gd name="T6" fmla="*/ 13 w 14"/>
                <a:gd name="T7" fmla="*/ 34 h 20"/>
                <a:gd name="T8" fmla="*/ 13 w 14"/>
                <a:gd name="T9" fmla="*/ 99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20">
                  <a:moveTo>
                    <a:pt x="3" y="20"/>
                  </a:moveTo>
                  <a:cubicBezTo>
                    <a:pt x="5" y="17"/>
                    <a:pt x="9" y="14"/>
                    <a:pt x="10" y="11"/>
                  </a:cubicBezTo>
                  <a:cubicBezTo>
                    <a:pt x="12" y="9"/>
                    <a:pt x="14" y="5"/>
                    <a:pt x="14" y="2"/>
                  </a:cubicBezTo>
                  <a:cubicBezTo>
                    <a:pt x="9" y="0"/>
                    <a:pt x="6" y="1"/>
                    <a:pt x="3" y="7"/>
                  </a:cubicBezTo>
                  <a:cubicBezTo>
                    <a:pt x="2" y="10"/>
                    <a:pt x="0" y="17"/>
                    <a:pt x="3" y="20"/>
                  </a:cubicBezTo>
                </a:path>
              </a:pathLst>
            </a:custGeom>
            <a:solidFill>
              <a:srgbClr val="7CCD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2889" name="Freeform 759">
              <a:extLst>
                <a:ext uri="{FF2B5EF4-FFF2-40B4-BE49-F238E27FC236}">
                  <a16:creationId xmlns:a16="http://schemas.microsoft.com/office/drawing/2014/main" id="{1469FBA1-BF01-41D3-B497-05C714576FA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2" y="3646"/>
              <a:ext cx="147" cy="49"/>
            </a:xfrm>
            <a:custGeom>
              <a:avLst/>
              <a:gdLst>
                <a:gd name="T0" fmla="*/ 355 w 92"/>
                <a:gd name="T1" fmla="*/ 14 h 29"/>
                <a:gd name="T2" fmla="*/ 329 w 92"/>
                <a:gd name="T3" fmla="*/ 5 h 29"/>
                <a:gd name="T4" fmla="*/ 289 w 92"/>
                <a:gd name="T5" fmla="*/ 8 h 29"/>
                <a:gd name="T6" fmla="*/ 219 w 92"/>
                <a:gd name="T7" fmla="*/ 41 h 29"/>
                <a:gd name="T8" fmla="*/ 69 w 92"/>
                <a:gd name="T9" fmla="*/ 34 h 29"/>
                <a:gd name="T10" fmla="*/ 16 w 92"/>
                <a:gd name="T11" fmla="*/ 8 h 29"/>
                <a:gd name="T12" fmla="*/ 5 w 92"/>
                <a:gd name="T13" fmla="*/ 63 h 29"/>
                <a:gd name="T14" fmla="*/ 69 w 92"/>
                <a:gd name="T15" fmla="*/ 106 h 29"/>
                <a:gd name="T16" fmla="*/ 118 w 92"/>
                <a:gd name="T17" fmla="*/ 117 h 29"/>
                <a:gd name="T18" fmla="*/ 176 w 92"/>
                <a:gd name="T19" fmla="*/ 120 h 29"/>
                <a:gd name="T20" fmla="*/ 278 w 92"/>
                <a:gd name="T21" fmla="*/ 132 h 29"/>
                <a:gd name="T22" fmla="*/ 347 w 92"/>
                <a:gd name="T23" fmla="*/ 125 h 29"/>
                <a:gd name="T24" fmla="*/ 355 w 92"/>
                <a:gd name="T25" fmla="*/ 20 h 2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92" h="29">
                  <a:moveTo>
                    <a:pt x="87" y="3"/>
                  </a:moveTo>
                  <a:cubicBezTo>
                    <a:pt x="85" y="3"/>
                    <a:pt x="83" y="2"/>
                    <a:pt x="81" y="1"/>
                  </a:cubicBezTo>
                  <a:cubicBezTo>
                    <a:pt x="77" y="0"/>
                    <a:pt x="74" y="1"/>
                    <a:pt x="71" y="2"/>
                  </a:cubicBezTo>
                  <a:cubicBezTo>
                    <a:pt x="65" y="5"/>
                    <a:pt x="61" y="7"/>
                    <a:pt x="54" y="8"/>
                  </a:cubicBezTo>
                  <a:cubicBezTo>
                    <a:pt x="42" y="10"/>
                    <a:pt x="28" y="12"/>
                    <a:pt x="17" y="7"/>
                  </a:cubicBezTo>
                  <a:cubicBezTo>
                    <a:pt x="13" y="5"/>
                    <a:pt x="8" y="1"/>
                    <a:pt x="4" y="2"/>
                  </a:cubicBezTo>
                  <a:cubicBezTo>
                    <a:pt x="0" y="3"/>
                    <a:pt x="0" y="9"/>
                    <a:pt x="1" y="13"/>
                  </a:cubicBezTo>
                  <a:cubicBezTo>
                    <a:pt x="4" y="20"/>
                    <a:pt x="11" y="21"/>
                    <a:pt x="17" y="22"/>
                  </a:cubicBezTo>
                  <a:cubicBezTo>
                    <a:pt x="21" y="23"/>
                    <a:pt x="26" y="23"/>
                    <a:pt x="29" y="24"/>
                  </a:cubicBezTo>
                  <a:cubicBezTo>
                    <a:pt x="34" y="25"/>
                    <a:pt x="38" y="25"/>
                    <a:pt x="43" y="25"/>
                  </a:cubicBezTo>
                  <a:cubicBezTo>
                    <a:pt x="51" y="26"/>
                    <a:pt x="60" y="27"/>
                    <a:pt x="68" y="27"/>
                  </a:cubicBezTo>
                  <a:cubicBezTo>
                    <a:pt x="73" y="27"/>
                    <a:pt x="81" y="29"/>
                    <a:pt x="85" y="26"/>
                  </a:cubicBezTo>
                  <a:cubicBezTo>
                    <a:pt x="91" y="20"/>
                    <a:pt x="92" y="10"/>
                    <a:pt x="87" y="4"/>
                  </a:cubicBezTo>
                </a:path>
              </a:pathLst>
            </a:custGeom>
            <a:solidFill>
              <a:srgbClr val="F9DA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2890" name="Freeform 760">
              <a:extLst>
                <a:ext uri="{FF2B5EF4-FFF2-40B4-BE49-F238E27FC236}">
                  <a16:creationId xmlns:a16="http://schemas.microsoft.com/office/drawing/2014/main" id="{65CF6E61-80D5-4D5C-9DF5-387F117B9DE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8" y="3547"/>
              <a:ext cx="96" cy="35"/>
            </a:xfrm>
            <a:custGeom>
              <a:avLst/>
              <a:gdLst>
                <a:gd name="T0" fmla="*/ 0 w 60"/>
                <a:gd name="T1" fmla="*/ 37 h 21"/>
                <a:gd name="T2" fmla="*/ 246 w 60"/>
                <a:gd name="T3" fmla="*/ 97 h 21"/>
                <a:gd name="T4" fmla="*/ 0 w 60"/>
                <a:gd name="T5" fmla="*/ 37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0" h="21">
                  <a:moveTo>
                    <a:pt x="0" y="8"/>
                  </a:moveTo>
                  <a:cubicBezTo>
                    <a:pt x="0" y="8"/>
                    <a:pt x="41" y="2"/>
                    <a:pt x="60" y="21"/>
                  </a:cubicBezTo>
                  <a:cubicBezTo>
                    <a:pt x="60" y="21"/>
                    <a:pt x="48" y="0"/>
                    <a:pt x="0" y="8"/>
                  </a:cubicBezTo>
                  <a:close/>
                </a:path>
              </a:pathLst>
            </a:custGeom>
            <a:solidFill>
              <a:srgbClr val="F9DA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2891" name="Freeform 761">
              <a:extLst>
                <a:ext uri="{FF2B5EF4-FFF2-40B4-BE49-F238E27FC236}">
                  <a16:creationId xmlns:a16="http://schemas.microsoft.com/office/drawing/2014/main" id="{C51A90AA-5D63-4240-B59C-96D2547F58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0" y="3588"/>
              <a:ext cx="116" cy="49"/>
            </a:xfrm>
            <a:custGeom>
              <a:avLst/>
              <a:gdLst>
                <a:gd name="T0" fmla="*/ 16 w 72"/>
                <a:gd name="T1" fmla="*/ 0 h 29"/>
                <a:gd name="T2" fmla="*/ 131 w 72"/>
                <a:gd name="T3" fmla="*/ 117 h 29"/>
                <a:gd name="T4" fmla="*/ 301 w 72"/>
                <a:gd name="T5" fmla="*/ 20 h 29"/>
                <a:gd name="T6" fmla="*/ 124 w 72"/>
                <a:gd name="T7" fmla="*/ 125 h 29"/>
                <a:gd name="T8" fmla="*/ 16 w 72"/>
                <a:gd name="T9" fmla="*/ 0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2" h="29">
                  <a:moveTo>
                    <a:pt x="4" y="0"/>
                  </a:moveTo>
                  <a:cubicBezTo>
                    <a:pt x="4" y="0"/>
                    <a:pt x="6" y="21"/>
                    <a:pt x="31" y="24"/>
                  </a:cubicBezTo>
                  <a:cubicBezTo>
                    <a:pt x="56" y="27"/>
                    <a:pt x="72" y="4"/>
                    <a:pt x="72" y="4"/>
                  </a:cubicBezTo>
                  <a:cubicBezTo>
                    <a:pt x="72" y="4"/>
                    <a:pt x="61" y="29"/>
                    <a:pt x="30" y="26"/>
                  </a:cubicBezTo>
                  <a:cubicBezTo>
                    <a:pt x="0" y="23"/>
                    <a:pt x="4" y="0"/>
                    <a:pt x="4" y="0"/>
                  </a:cubicBezTo>
                </a:path>
              </a:pathLst>
            </a:custGeom>
            <a:solidFill>
              <a:srgbClr val="F9DA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2892" name="Freeform 762">
              <a:extLst>
                <a:ext uri="{FF2B5EF4-FFF2-40B4-BE49-F238E27FC236}">
                  <a16:creationId xmlns:a16="http://schemas.microsoft.com/office/drawing/2014/main" id="{A751D6C6-0B4A-4E16-BA1D-716C85BD76A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5" y="3514"/>
              <a:ext cx="229" cy="192"/>
            </a:xfrm>
            <a:custGeom>
              <a:avLst/>
              <a:gdLst>
                <a:gd name="T0" fmla="*/ 567 w 143"/>
                <a:gd name="T1" fmla="*/ 177 h 112"/>
                <a:gd name="T2" fmla="*/ 541 w 143"/>
                <a:gd name="T3" fmla="*/ 9 h 112"/>
                <a:gd name="T4" fmla="*/ 525 w 143"/>
                <a:gd name="T5" fmla="*/ 29 h 112"/>
                <a:gd name="T6" fmla="*/ 512 w 143"/>
                <a:gd name="T7" fmla="*/ 111 h 112"/>
                <a:gd name="T8" fmla="*/ 251 w 143"/>
                <a:gd name="T9" fmla="*/ 91 h 112"/>
                <a:gd name="T10" fmla="*/ 218 w 143"/>
                <a:gd name="T11" fmla="*/ 156 h 112"/>
                <a:gd name="T12" fmla="*/ 490 w 143"/>
                <a:gd name="T13" fmla="*/ 190 h 112"/>
                <a:gd name="T14" fmla="*/ 320 w 143"/>
                <a:gd name="T15" fmla="*/ 326 h 112"/>
                <a:gd name="T16" fmla="*/ 213 w 143"/>
                <a:gd name="T17" fmla="*/ 170 h 112"/>
                <a:gd name="T18" fmla="*/ 107 w 143"/>
                <a:gd name="T19" fmla="*/ 338 h 112"/>
                <a:gd name="T20" fmla="*/ 415 w 143"/>
                <a:gd name="T21" fmla="*/ 559 h 112"/>
                <a:gd name="T22" fmla="*/ 567 w 143"/>
                <a:gd name="T23" fmla="*/ 177 h 11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43" h="112">
                  <a:moveTo>
                    <a:pt x="138" y="35"/>
                  </a:moveTo>
                  <a:cubicBezTo>
                    <a:pt x="138" y="16"/>
                    <a:pt x="132" y="2"/>
                    <a:pt x="132" y="2"/>
                  </a:cubicBezTo>
                  <a:cubicBezTo>
                    <a:pt x="130" y="0"/>
                    <a:pt x="128" y="6"/>
                    <a:pt x="128" y="6"/>
                  </a:cubicBezTo>
                  <a:cubicBezTo>
                    <a:pt x="127" y="12"/>
                    <a:pt x="126" y="17"/>
                    <a:pt x="125" y="22"/>
                  </a:cubicBezTo>
                  <a:cubicBezTo>
                    <a:pt x="115" y="17"/>
                    <a:pt x="84" y="3"/>
                    <a:pt x="61" y="18"/>
                  </a:cubicBezTo>
                  <a:cubicBezTo>
                    <a:pt x="53" y="31"/>
                    <a:pt x="53" y="31"/>
                    <a:pt x="53" y="31"/>
                  </a:cubicBezTo>
                  <a:cubicBezTo>
                    <a:pt x="53" y="31"/>
                    <a:pt x="91" y="20"/>
                    <a:pt x="119" y="38"/>
                  </a:cubicBezTo>
                  <a:cubicBezTo>
                    <a:pt x="111" y="57"/>
                    <a:pt x="98" y="68"/>
                    <a:pt x="78" y="65"/>
                  </a:cubicBezTo>
                  <a:cubicBezTo>
                    <a:pt x="46" y="59"/>
                    <a:pt x="52" y="34"/>
                    <a:pt x="52" y="34"/>
                  </a:cubicBezTo>
                  <a:cubicBezTo>
                    <a:pt x="52" y="34"/>
                    <a:pt x="37" y="49"/>
                    <a:pt x="26" y="67"/>
                  </a:cubicBezTo>
                  <a:cubicBezTo>
                    <a:pt x="0" y="107"/>
                    <a:pt x="59" y="109"/>
                    <a:pt x="101" y="111"/>
                  </a:cubicBezTo>
                  <a:cubicBezTo>
                    <a:pt x="143" y="112"/>
                    <a:pt x="137" y="54"/>
                    <a:pt x="138" y="35"/>
                  </a:cubicBez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2893" name="Freeform 763">
              <a:extLst>
                <a:ext uri="{FF2B5EF4-FFF2-40B4-BE49-F238E27FC236}">
                  <a16:creationId xmlns:a16="http://schemas.microsoft.com/office/drawing/2014/main" id="{82CC179C-E6C4-4CC9-A28D-BF6DCA857D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7" y="3548"/>
              <a:ext cx="23" cy="33"/>
            </a:xfrm>
            <a:custGeom>
              <a:avLst/>
              <a:gdLst>
                <a:gd name="T0" fmla="*/ 62 w 14"/>
                <a:gd name="T1" fmla="*/ 9 h 19"/>
                <a:gd name="T2" fmla="*/ 13 w 14"/>
                <a:gd name="T3" fmla="*/ 36 h 19"/>
                <a:gd name="T4" fmla="*/ 13 w 14"/>
                <a:gd name="T5" fmla="*/ 99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9">
                  <a:moveTo>
                    <a:pt x="14" y="2"/>
                  </a:moveTo>
                  <a:cubicBezTo>
                    <a:pt x="9" y="0"/>
                    <a:pt x="6" y="1"/>
                    <a:pt x="3" y="7"/>
                  </a:cubicBezTo>
                  <a:cubicBezTo>
                    <a:pt x="2" y="10"/>
                    <a:pt x="0" y="16"/>
                    <a:pt x="3" y="19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2894" name="Freeform 764">
              <a:extLst>
                <a:ext uri="{FF2B5EF4-FFF2-40B4-BE49-F238E27FC236}">
                  <a16:creationId xmlns:a16="http://schemas.microsoft.com/office/drawing/2014/main" id="{02EE9899-D737-450E-856B-4484A19861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2" y="3552"/>
              <a:ext cx="13" cy="13"/>
            </a:xfrm>
            <a:custGeom>
              <a:avLst/>
              <a:gdLst>
                <a:gd name="T0" fmla="*/ 34 w 8"/>
                <a:gd name="T1" fmla="*/ 5 h 8"/>
                <a:gd name="T2" fmla="*/ 18 w 8"/>
                <a:gd name="T3" fmla="*/ 8 h 8"/>
                <a:gd name="T4" fmla="*/ 8 w 8"/>
                <a:gd name="T5" fmla="*/ 34 h 8"/>
                <a:gd name="T6" fmla="*/ 8 w 8"/>
                <a:gd name="T7" fmla="*/ 29 h 8"/>
                <a:gd name="T8" fmla="*/ 21 w 8"/>
                <a:gd name="T9" fmla="*/ 18 h 8"/>
                <a:gd name="T10" fmla="*/ 29 w 8"/>
                <a:gd name="T11" fmla="*/ 5 h 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" h="8">
                  <a:moveTo>
                    <a:pt x="8" y="1"/>
                  </a:moveTo>
                  <a:cubicBezTo>
                    <a:pt x="6" y="0"/>
                    <a:pt x="5" y="1"/>
                    <a:pt x="4" y="2"/>
                  </a:cubicBezTo>
                  <a:cubicBezTo>
                    <a:pt x="2" y="3"/>
                    <a:pt x="0" y="7"/>
                    <a:pt x="2" y="8"/>
                  </a:cubicBezTo>
                  <a:cubicBezTo>
                    <a:pt x="2" y="8"/>
                    <a:pt x="2" y="7"/>
                    <a:pt x="2" y="7"/>
                  </a:cubicBezTo>
                  <a:cubicBezTo>
                    <a:pt x="3" y="6"/>
                    <a:pt x="4" y="5"/>
                    <a:pt x="5" y="4"/>
                  </a:cubicBezTo>
                  <a:cubicBezTo>
                    <a:pt x="6" y="3"/>
                    <a:pt x="7" y="3"/>
                    <a:pt x="7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2895" name="Freeform 765">
              <a:extLst>
                <a:ext uri="{FF2B5EF4-FFF2-40B4-BE49-F238E27FC236}">
                  <a16:creationId xmlns:a16="http://schemas.microsoft.com/office/drawing/2014/main" id="{6DBB8308-3B86-4408-AB14-9A009E316D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8" y="3600"/>
              <a:ext cx="84" cy="56"/>
            </a:xfrm>
            <a:custGeom>
              <a:avLst/>
              <a:gdLst>
                <a:gd name="T0" fmla="*/ 0 w 52"/>
                <a:gd name="T1" fmla="*/ 0 h 33"/>
                <a:gd name="T2" fmla="*/ 220 w 52"/>
                <a:gd name="T3" fmla="*/ 54 h 33"/>
                <a:gd name="T4" fmla="*/ 0 w 52"/>
                <a:gd name="T5" fmla="*/ 0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2" h="33">
                  <a:moveTo>
                    <a:pt x="0" y="0"/>
                  </a:moveTo>
                  <a:cubicBezTo>
                    <a:pt x="0" y="0"/>
                    <a:pt x="15" y="29"/>
                    <a:pt x="52" y="11"/>
                  </a:cubicBezTo>
                  <a:cubicBezTo>
                    <a:pt x="52" y="11"/>
                    <a:pt x="18" y="33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2896" name="Freeform 766">
              <a:extLst>
                <a:ext uri="{FF2B5EF4-FFF2-40B4-BE49-F238E27FC236}">
                  <a16:creationId xmlns:a16="http://schemas.microsoft.com/office/drawing/2014/main" id="{93564928-E040-4811-9D71-6474D9532C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3" y="3548"/>
              <a:ext cx="94" cy="26"/>
            </a:xfrm>
            <a:custGeom>
              <a:avLst/>
              <a:gdLst>
                <a:gd name="T0" fmla="*/ 0 w 59"/>
                <a:gd name="T1" fmla="*/ 36 h 15"/>
                <a:gd name="T2" fmla="*/ 239 w 59"/>
                <a:gd name="T3" fmla="*/ 78 h 15"/>
                <a:gd name="T4" fmla="*/ 0 w 59"/>
                <a:gd name="T5" fmla="*/ 36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9" h="15">
                  <a:moveTo>
                    <a:pt x="0" y="7"/>
                  </a:moveTo>
                  <a:cubicBezTo>
                    <a:pt x="0" y="7"/>
                    <a:pt x="41" y="2"/>
                    <a:pt x="59" y="15"/>
                  </a:cubicBezTo>
                  <a:cubicBezTo>
                    <a:pt x="59" y="15"/>
                    <a:pt x="44" y="0"/>
                    <a:pt x="0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2897" name="Freeform 767">
              <a:extLst>
                <a:ext uri="{FF2B5EF4-FFF2-40B4-BE49-F238E27FC236}">
                  <a16:creationId xmlns:a16="http://schemas.microsoft.com/office/drawing/2014/main" id="{5AF343DA-BD1B-48E8-B9F4-F939223471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0" y="3562"/>
              <a:ext cx="24" cy="113"/>
            </a:xfrm>
            <a:custGeom>
              <a:avLst/>
              <a:gdLst>
                <a:gd name="T0" fmla="*/ 54 w 15"/>
                <a:gd name="T1" fmla="*/ 9 h 66"/>
                <a:gd name="T2" fmla="*/ 56 w 15"/>
                <a:gd name="T3" fmla="*/ 91 h 66"/>
                <a:gd name="T4" fmla="*/ 56 w 15"/>
                <a:gd name="T5" fmla="*/ 168 h 66"/>
                <a:gd name="T6" fmla="*/ 46 w 15"/>
                <a:gd name="T7" fmla="*/ 247 h 66"/>
                <a:gd name="T8" fmla="*/ 34 w 15"/>
                <a:gd name="T9" fmla="*/ 296 h 66"/>
                <a:gd name="T10" fmla="*/ 26 w 15"/>
                <a:gd name="T11" fmla="*/ 330 h 66"/>
                <a:gd name="T12" fmla="*/ 16 w 15"/>
                <a:gd name="T13" fmla="*/ 185 h 66"/>
                <a:gd name="T14" fmla="*/ 16 w 15"/>
                <a:gd name="T15" fmla="*/ 99 h 66"/>
                <a:gd name="T16" fmla="*/ 35 w 15"/>
                <a:gd name="T17" fmla="*/ 41 h 66"/>
                <a:gd name="T18" fmla="*/ 48 w 15"/>
                <a:gd name="T19" fmla="*/ 0 h 6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5" h="66">
                  <a:moveTo>
                    <a:pt x="13" y="2"/>
                  </a:moveTo>
                  <a:cubicBezTo>
                    <a:pt x="14" y="7"/>
                    <a:pt x="14" y="13"/>
                    <a:pt x="14" y="18"/>
                  </a:cubicBezTo>
                  <a:cubicBezTo>
                    <a:pt x="14" y="23"/>
                    <a:pt x="15" y="28"/>
                    <a:pt x="14" y="33"/>
                  </a:cubicBezTo>
                  <a:cubicBezTo>
                    <a:pt x="13" y="38"/>
                    <a:pt x="12" y="44"/>
                    <a:pt x="11" y="49"/>
                  </a:cubicBezTo>
                  <a:cubicBezTo>
                    <a:pt x="10" y="53"/>
                    <a:pt x="9" y="56"/>
                    <a:pt x="8" y="59"/>
                  </a:cubicBezTo>
                  <a:cubicBezTo>
                    <a:pt x="7" y="61"/>
                    <a:pt x="7" y="64"/>
                    <a:pt x="6" y="66"/>
                  </a:cubicBezTo>
                  <a:cubicBezTo>
                    <a:pt x="6" y="56"/>
                    <a:pt x="0" y="46"/>
                    <a:pt x="4" y="37"/>
                  </a:cubicBezTo>
                  <a:cubicBezTo>
                    <a:pt x="7" y="31"/>
                    <a:pt x="4" y="25"/>
                    <a:pt x="4" y="20"/>
                  </a:cubicBezTo>
                  <a:cubicBezTo>
                    <a:pt x="5" y="15"/>
                    <a:pt x="6" y="11"/>
                    <a:pt x="9" y="8"/>
                  </a:cubicBezTo>
                  <a:cubicBezTo>
                    <a:pt x="10" y="6"/>
                    <a:pt x="12" y="3"/>
                    <a:pt x="12" y="0"/>
                  </a:cubicBezTo>
                </a:path>
              </a:pathLst>
            </a:custGeom>
            <a:solidFill>
              <a:srgbClr val="F39C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2898" name="Freeform 768">
              <a:extLst>
                <a:ext uri="{FF2B5EF4-FFF2-40B4-BE49-F238E27FC236}">
                  <a16:creationId xmlns:a16="http://schemas.microsoft.com/office/drawing/2014/main" id="{2CE87FD6-65C4-4761-85F4-26FCA9255E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0" y="3514"/>
              <a:ext cx="227" cy="192"/>
            </a:xfrm>
            <a:custGeom>
              <a:avLst/>
              <a:gdLst>
                <a:gd name="T0" fmla="*/ 368 w 142"/>
                <a:gd name="T1" fmla="*/ 170 h 112"/>
                <a:gd name="T2" fmla="*/ 265 w 142"/>
                <a:gd name="T3" fmla="*/ 326 h 112"/>
                <a:gd name="T4" fmla="*/ 56 w 142"/>
                <a:gd name="T5" fmla="*/ 36 h 112"/>
                <a:gd name="T6" fmla="*/ 42 w 142"/>
                <a:gd name="T7" fmla="*/ 9 h 112"/>
                <a:gd name="T8" fmla="*/ 16 w 142"/>
                <a:gd name="T9" fmla="*/ 177 h 112"/>
                <a:gd name="T10" fmla="*/ 169 w 142"/>
                <a:gd name="T11" fmla="*/ 559 h 112"/>
                <a:gd name="T12" fmla="*/ 478 w 142"/>
                <a:gd name="T13" fmla="*/ 338 h 112"/>
                <a:gd name="T14" fmla="*/ 368 w 142"/>
                <a:gd name="T15" fmla="*/ 170 h 11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42" h="112">
                  <a:moveTo>
                    <a:pt x="90" y="34"/>
                  </a:moveTo>
                  <a:cubicBezTo>
                    <a:pt x="90" y="34"/>
                    <a:pt x="96" y="59"/>
                    <a:pt x="65" y="65"/>
                  </a:cubicBezTo>
                  <a:cubicBezTo>
                    <a:pt x="34" y="70"/>
                    <a:pt x="20" y="42"/>
                    <a:pt x="14" y="7"/>
                  </a:cubicBezTo>
                  <a:cubicBezTo>
                    <a:pt x="14" y="7"/>
                    <a:pt x="12" y="0"/>
                    <a:pt x="10" y="2"/>
                  </a:cubicBezTo>
                  <a:cubicBezTo>
                    <a:pt x="10" y="2"/>
                    <a:pt x="4" y="16"/>
                    <a:pt x="4" y="35"/>
                  </a:cubicBezTo>
                  <a:cubicBezTo>
                    <a:pt x="5" y="54"/>
                    <a:pt x="0" y="112"/>
                    <a:pt x="41" y="111"/>
                  </a:cubicBezTo>
                  <a:cubicBezTo>
                    <a:pt x="83" y="110"/>
                    <a:pt x="142" y="108"/>
                    <a:pt x="117" y="67"/>
                  </a:cubicBezTo>
                  <a:cubicBezTo>
                    <a:pt x="105" y="49"/>
                    <a:pt x="90" y="34"/>
                    <a:pt x="90" y="34"/>
                  </a:cubicBezTo>
                  <a:close/>
                </a:path>
              </a:pathLst>
            </a:custGeom>
            <a:solidFill>
              <a:srgbClr val="FCCC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2899" name="Freeform 769">
              <a:extLst>
                <a:ext uri="{FF2B5EF4-FFF2-40B4-BE49-F238E27FC236}">
                  <a16:creationId xmlns:a16="http://schemas.microsoft.com/office/drawing/2014/main" id="{57E8EF23-F82A-4F76-B397-D50A1CAC4D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4" y="3514"/>
              <a:ext cx="118" cy="70"/>
            </a:xfrm>
            <a:custGeom>
              <a:avLst/>
              <a:gdLst>
                <a:gd name="T0" fmla="*/ 0 w 74"/>
                <a:gd name="T1" fmla="*/ 120 h 41"/>
                <a:gd name="T2" fmla="*/ 266 w 74"/>
                <a:gd name="T3" fmla="*/ 90 h 41"/>
                <a:gd name="T4" fmla="*/ 300 w 74"/>
                <a:gd name="T5" fmla="*/ 160 h 41"/>
                <a:gd name="T6" fmla="*/ 13 w 74"/>
                <a:gd name="T7" fmla="*/ 205 h 41"/>
                <a:gd name="T8" fmla="*/ 0 w 74"/>
                <a:gd name="T9" fmla="*/ 120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4" h="41">
                  <a:moveTo>
                    <a:pt x="0" y="24"/>
                  </a:moveTo>
                  <a:cubicBezTo>
                    <a:pt x="0" y="24"/>
                    <a:pt x="39" y="0"/>
                    <a:pt x="66" y="18"/>
                  </a:cubicBezTo>
                  <a:cubicBezTo>
                    <a:pt x="74" y="32"/>
                    <a:pt x="74" y="32"/>
                    <a:pt x="74" y="32"/>
                  </a:cubicBezTo>
                  <a:cubicBezTo>
                    <a:pt x="74" y="32"/>
                    <a:pt x="32" y="19"/>
                    <a:pt x="3" y="41"/>
                  </a:cubicBezTo>
                  <a:lnTo>
                    <a:pt x="0" y="24"/>
                  </a:lnTo>
                  <a:close/>
                </a:path>
              </a:pathLst>
            </a:custGeom>
            <a:solidFill>
              <a:srgbClr val="FCCC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2900" name="Freeform 770">
              <a:extLst>
                <a:ext uri="{FF2B5EF4-FFF2-40B4-BE49-F238E27FC236}">
                  <a16:creationId xmlns:a16="http://schemas.microsoft.com/office/drawing/2014/main" id="{9FC42866-F3A0-4EB1-83D8-F56D7E1912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2" y="3548"/>
              <a:ext cx="23" cy="34"/>
            </a:xfrm>
            <a:custGeom>
              <a:avLst/>
              <a:gdLst>
                <a:gd name="T0" fmla="*/ 54 w 14"/>
                <a:gd name="T1" fmla="*/ 99 h 20"/>
                <a:gd name="T2" fmla="*/ 20 w 14"/>
                <a:gd name="T3" fmla="*/ 54 h 20"/>
                <a:gd name="T4" fmla="*/ 0 w 14"/>
                <a:gd name="T5" fmla="*/ 9 h 20"/>
                <a:gd name="T6" fmla="*/ 49 w 14"/>
                <a:gd name="T7" fmla="*/ 34 h 20"/>
                <a:gd name="T8" fmla="*/ 49 w 14"/>
                <a:gd name="T9" fmla="*/ 99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20">
                  <a:moveTo>
                    <a:pt x="12" y="20"/>
                  </a:moveTo>
                  <a:cubicBezTo>
                    <a:pt x="9" y="17"/>
                    <a:pt x="5" y="14"/>
                    <a:pt x="4" y="11"/>
                  </a:cubicBezTo>
                  <a:cubicBezTo>
                    <a:pt x="3" y="9"/>
                    <a:pt x="1" y="5"/>
                    <a:pt x="0" y="2"/>
                  </a:cubicBezTo>
                  <a:cubicBezTo>
                    <a:pt x="5" y="0"/>
                    <a:pt x="9" y="1"/>
                    <a:pt x="11" y="7"/>
                  </a:cubicBezTo>
                  <a:cubicBezTo>
                    <a:pt x="12" y="10"/>
                    <a:pt x="14" y="17"/>
                    <a:pt x="11" y="20"/>
                  </a:cubicBezTo>
                </a:path>
              </a:pathLst>
            </a:custGeom>
            <a:solidFill>
              <a:srgbClr val="7CCD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2901" name="Freeform 771">
              <a:extLst>
                <a:ext uri="{FF2B5EF4-FFF2-40B4-BE49-F238E27FC236}">
                  <a16:creationId xmlns:a16="http://schemas.microsoft.com/office/drawing/2014/main" id="{3D1A3270-A2C4-4FB6-86F3-A19F670FFF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3" y="3646"/>
              <a:ext cx="149" cy="49"/>
            </a:xfrm>
            <a:custGeom>
              <a:avLst/>
              <a:gdLst>
                <a:gd name="T0" fmla="*/ 26 w 93"/>
                <a:gd name="T1" fmla="*/ 14 h 29"/>
                <a:gd name="T2" fmla="*/ 48 w 93"/>
                <a:gd name="T3" fmla="*/ 5 h 29"/>
                <a:gd name="T4" fmla="*/ 87 w 93"/>
                <a:gd name="T5" fmla="*/ 8 h 29"/>
                <a:gd name="T6" fmla="*/ 157 w 93"/>
                <a:gd name="T7" fmla="*/ 41 h 29"/>
                <a:gd name="T8" fmla="*/ 312 w 93"/>
                <a:gd name="T9" fmla="*/ 34 h 29"/>
                <a:gd name="T10" fmla="*/ 362 w 93"/>
                <a:gd name="T11" fmla="*/ 8 h 29"/>
                <a:gd name="T12" fmla="*/ 375 w 93"/>
                <a:gd name="T13" fmla="*/ 63 h 29"/>
                <a:gd name="T14" fmla="*/ 308 w 93"/>
                <a:gd name="T15" fmla="*/ 106 h 29"/>
                <a:gd name="T16" fmla="*/ 260 w 93"/>
                <a:gd name="T17" fmla="*/ 117 h 29"/>
                <a:gd name="T18" fmla="*/ 203 w 93"/>
                <a:gd name="T19" fmla="*/ 120 h 29"/>
                <a:gd name="T20" fmla="*/ 98 w 93"/>
                <a:gd name="T21" fmla="*/ 132 h 29"/>
                <a:gd name="T22" fmla="*/ 29 w 93"/>
                <a:gd name="T23" fmla="*/ 125 h 29"/>
                <a:gd name="T24" fmla="*/ 26 w 93"/>
                <a:gd name="T25" fmla="*/ 20 h 2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93" h="29">
                  <a:moveTo>
                    <a:pt x="6" y="3"/>
                  </a:moveTo>
                  <a:cubicBezTo>
                    <a:pt x="8" y="3"/>
                    <a:pt x="9" y="2"/>
                    <a:pt x="12" y="1"/>
                  </a:cubicBezTo>
                  <a:cubicBezTo>
                    <a:pt x="15" y="0"/>
                    <a:pt x="18" y="1"/>
                    <a:pt x="21" y="2"/>
                  </a:cubicBezTo>
                  <a:cubicBezTo>
                    <a:pt x="27" y="5"/>
                    <a:pt x="32" y="7"/>
                    <a:pt x="38" y="8"/>
                  </a:cubicBezTo>
                  <a:cubicBezTo>
                    <a:pt x="50" y="10"/>
                    <a:pt x="64" y="12"/>
                    <a:pt x="76" y="7"/>
                  </a:cubicBezTo>
                  <a:cubicBezTo>
                    <a:pt x="79" y="5"/>
                    <a:pt x="84" y="1"/>
                    <a:pt x="88" y="2"/>
                  </a:cubicBezTo>
                  <a:cubicBezTo>
                    <a:pt x="93" y="3"/>
                    <a:pt x="93" y="9"/>
                    <a:pt x="91" y="13"/>
                  </a:cubicBezTo>
                  <a:cubicBezTo>
                    <a:pt x="88" y="20"/>
                    <a:pt x="82" y="21"/>
                    <a:pt x="75" y="22"/>
                  </a:cubicBezTo>
                  <a:cubicBezTo>
                    <a:pt x="71" y="23"/>
                    <a:pt x="67" y="23"/>
                    <a:pt x="63" y="24"/>
                  </a:cubicBezTo>
                  <a:cubicBezTo>
                    <a:pt x="58" y="25"/>
                    <a:pt x="54" y="25"/>
                    <a:pt x="49" y="25"/>
                  </a:cubicBezTo>
                  <a:cubicBezTo>
                    <a:pt x="41" y="26"/>
                    <a:pt x="32" y="27"/>
                    <a:pt x="24" y="27"/>
                  </a:cubicBezTo>
                  <a:cubicBezTo>
                    <a:pt x="19" y="27"/>
                    <a:pt x="11" y="29"/>
                    <a:pt x="7" y="26"/>
                  </a:cubicBezTo>
                  <a:cubicBezTo>
                    <a:pt x="1" y="20"/>
                    <a:pt x="0" y="10"/>
                    <a:pt x="6" y="4"/>
                  </a:cubicBezTo>
                </a:path>
              </a:pathLst>
            </a:custGeom>
            <a:solidFill>
              <a:srgbClr val="F9DA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2902" name="Freeform 772">
              <a:extLst>
                <a:ext uri="{FF2B5EF4-FFF2-40B4-BE49-F238E27FC236}">
                  <a16:creationId xmlns:a16="http://schemas.microsoft.com/office/drawing/2014/main" id="{5F71560F-5D56-4BA3-BF07-F36F0B628E5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8" y="3547"/>
              <a:ext cx="98" cy="35"/>
            </a:xfrm>
            <a:custGeom>
              <a:avLst/>
              <a:gdLst>
                <a:gd name="T0" fmla="*/ 252 w 61"/>
                <a:gd name="T1" fmla="*/ 37 h 21"/>
                <a:gd name="T2" fmla="*/ 0 w 61"/>
                <a:gd name="T3" fmla="*/ 97 h 21"/>
                <a:gd name="T4" fmla="*/ 252 w 61"/>
                <a:gd name="T5" fmla="*/ 37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1" h="21">
                  <a:moveTo>
                    <a:pt x="61" y="8"/>
                  </a:moveTo>
                  <a:cubicBezTo>
                    <a:pt x="61" y="8"/>
                    <a:pt x="19" y="2"/>
                    <a:pt x="0" y="21"/>
                  </a:cubicBezTo>
                  <a:cubicBezTo>
                    <a:pt x="0" y="21"/>
                    <a:pt x="12" y="0"/>
                    <a:pt x="61" y="8"/>
                  </a:cubicBezTo>
                  <a:close/>
                </a:path>
              </a:pathLst>
            </a:custGeom>
            <a:solidFill>
              <a:srgbClr val="F9DA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2903" name="Freeform 773">
              <a:extLst>
                <a:ext uri="{FF2B5EF4-FFF2-40B4-BE49-F238E27FC236}">
                  <a16:creationId xmlns:a16="http://schemas.microsoft.com/office/drawing/2014/main" id="{9395F05C-E2A0-4096-8F7F-EBE2101BF8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8" y="3588"/>
              <a:ext cx="114" cy="49"/>
            </a:xfrm>
            <a:custGeom>
              <a:avLst/>
              <a:gdLst>
                <a:gd name="T0" fmla="*/ 278 w 71"/>
                <a:gd name="T1" fmla="*/ 0 h 29"/>
                <a:gd name="T2" fmla="*/ 165 w 71"/>
                <a:gd name="T3" fmla="*/ 117 h 29"/>
                <a:gd name="T4" fmla="*/ 0 w 71"/>
                <a:gd name="T5" fmla="*/ 20 h 29"/>
                <a:gd name="T6" fmla="*/ 170 w 71"/>
                <a:gd name="T7" fmla="*/ 125 h 29"/>
                <a:gd name="T8" fmla="*/ 281 w 71"/>
                <a:gd name="T9" fmla="*/ 0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1" h="29">
                  <a:moveTo>
                    <a:pt x="67" y="0"/>
                  </a:moveTo>
                  <a:cubicBezTo>
                    <a:pt x="67" y="0"/>
                    <a:pt x="65" y="21"/>
                    <a:pt x="40" y="24"/>
                  </a:cubicBezTo>
                  <a:cubicBezTo>
                    <a:pt x="15" y="27"/>
                    <a:pt x="0" y="4"/>
                    <a:pt x="0" y="4"/>
                  </a:cubicBezTo>
                  <a:cubicBezTo>
                    <a:pt x="0" y="4"/>
                    <a:pt x="11" y="29"/>
                    <a:pt x="41" y="26"/>
                  </a:cubicBezTo>
                  <a:cubicBezTo>
                    <a:pt x="71" y="23"/>
                    <a:pt x="68" y="0"/>
                    <a:pt x="68" y="0"/>
                  </a:cubicBezTo>
                </a:path>
              </a:pathLst>
            </a:custGeom>
            <a:solidFill>
              <a:srgbClr val="F9DA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2904" name="Freeform 774">
              <a:extLst>
                <a:ext uri="{FF2B5EF4-FFF2-40B4-BE49-F238E27FC236}">
                  <a16:creationId xmlns:a16="http://schemas.microsoft.com/office/drawing/2014/main" id="{41AC0AC9-0103-41C4-AEBB-F8672B1A71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0" y="3514"/>
              <a:ext cx="227" cy="192"/>
            </a:xfrm>
            <a:custGeom>
              <a:avLst/>
              <a:gdLst>
                <a:gd name="T0" fmla="*/ 16 w 142"/>
                <a:gd name="T1" fmla="*/ 177 h 112"/>
                <a:gd name="T2" fmla="*/ 42 w 142"/>
                <a:gd name="T3" fmla="*/ 9 h 112"/>
                <a:gd name="T4" fmla="*/ 56 w 142"/>
                <a:gd name="T5" fmla="*/ 29 h 112"/>
                <a:gd name="T6" fmla="*/ 74 w 142"/>
                <a:gd name="T7" fmla="*/ 111 h 112"/>
                <a:gd name="T8" fmla="*/ 329 w 142"/>
                <a:gd name="T9" fmla="*/ 91 h 112"/>
                <a:gd name="T10" fmla="*/ 363 w 142"/>
                <a:gd name="T11" fmla="*/ 156 h 112"/>
                <a:gd name="T12" fmla="*/ 94 w 142"/>
                <a:gd name="T13" fmla="*/ 190 h 112"/>
                <a:gd name="T14" fmla="*/ 265 w 142"/>
                <a:gd name="T15" fmla="*/ 326 h 112"/>
                <a:gd name="T16" fmla="*/ 368 w 142"/>
                <a:gd name="T17" fmla="*/ 170 h 112"/>
                <a:gd name="T18" fmla="*/ 478 w 142"/>
                <a:gd name="T19" fmla="*/ 338 h 112"/>
                <a:gd name="T20" fmla="*/ 171 w 142"/>
                <a:gd name="T21" fmla="*/ 559 h 112"/>
                <a:gd name="T22" fmla="*/ 16 w 142"/>
                <a:gd name="T23" fmla="*/ 177 h 11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42" h="112">
                  <a:moveTo>
                    <a:pt x="4" y="35"/>
                  </a:moveTo>
                  <a:cubicBezTo>
                    <a:pt x="4" y="16"/>
                    <a:pt x="10" y="2"/>
                    <a:pt x="10" y="2"/>
                  </a:cubicBezTo>
                  <a:cubicBezTo>
                    <a:pt x="12" y="0"/>
                    <a:pt x="14" y="6"/>
                    <a:pt x="14" y="6"/>
                  </a:cubicBezTo>
                  <a:cubicBezTo>
                    <a:pt x="15" y="12"/>
                    <a:pt x="16" y="17"/>
                    <a:pt x="18" y="22"/>
                  </a:cubicBezTo>
                  <a:cubicBezTo>
                    <a:pt x="27" y="17"/>
                    <a:pt x="58" y="3"/>
                    <a:pt x="81" y="18"/>
                  </a:cubicBezTo>
                  <a:cubicBezTo>
                    <a:pt x="89" y="31"/>
                    <a:pt x="89" y="31"/>
                    <a:pt x="89" y="31"/>
                  </a:cubicBezTo>
                  <a:cubicBezTo>
                    <a:pt x="89" y="31"/>
                    <a:pt x="51" y="20"/>
                    <a:pt x="23" y="38"/>
                  </a:cubicBezTo>
                  <a:cubicBezTo>
                    <a:pt x="31" y="57"/>
                    <a:pt x="44" y="68"/>
                    <a:pt x="65" y="65"/>
                  </a:cubicBezTo>
                  <a:cubicBezTo>
                    <a:pt x="96" y="59"/>
                    <a:pt x="90" y="34"/>
                    <a:pt x="90" y="34"/>
                  </a:cubicBezTo>
                  <a:cubicBezTo>
                    <a:pt x="90" y="34"/>
                    <a:pt x="105" y="49"/>
                    <a:pt x="117" y="67"/>
                  </a:cubicBezTo>
                  <a:cubicBezTo>
                    <a:pt x="142" y="107"/>
                    <a:pt x="83" y="109"/>
                    <a:pt x="42" y="111"/>
                  </a:cubicBezTo>
                  <a:cubicBezTo>
                    <a:pt x="0" y="112"/>
                    <a:pt x="5" y="54"/>
                    <a:pt x="4" y="35"/>
                  </a:cubicBez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2905" name="Freeform 775">
              <a:extLst>
                <a:ext uri="{FF2B5EF4-FFF2-40B4-BE49-F238E27FC236}">
                  <a16:creationId xmlns:a16="http://schemas.microsoft.com/office/drawing/2014/main" id="{751949AB-5098-4C16-9316-2B70FB86791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2" y="3548"/>
              <a:ext cx="24" cy="33"/>
            </a:xfrm>
            <a:custGeom>
              <a:avLst/>
              <a:gdLst>
                <a:gd name="T0" fmla="*/ 0 w 15"/>
                <a:gd name="T1" fmla="*/ 9 h 19"/>
                <a:gd name="T2" fmla="*/ 46 w 15"/>
                <a:gd name="T3" fmla="*/ 36 h 19"/>
                <a:gd name="T4" fmla="*/ 48 w 15"/>
                <a:gd name="T5" fmla="*/ 99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9">
                  <a:moveTo>
                    <a:pt x="0" y="2"/>
                  </a:moveTo>
                  <a:cubicBezTo>
                    <a:pt x="5" y="0"/>
                    <a:pt x="9" y="1"/>
                    <a:pt x="11" y="7"/>
                  </a:cubicBezTo>
                  <a:cubicBezTo>
                    <a:pt x="12" y="10"/>
                    <a:pt x="15" y="16"/>
                    <a:pt x="12" y="19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2906" name="Freeform 776">
              <a:extLst>
                <a:ext uri="{FF2B5EF4-FFF2-40B4-BE49-F238E27FC236}">
                  <a16:creationId xmlns:a16="http://schemas.microsoft.com/office/drawing/2014/main" id="{7C405F3A-892C-43A8-AA52-116D01EB77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9" y="3552"/>
              <a:ext cx="11" cy="13"/>
            </a:xfrm>
            <a:custGeom>
              <a:avLst/>
              <a:gdLst>
                <a:gd name="T0" fmla="*/ 0 w 7"/>
                <a:gd name="T1" fmla="*/ 5 h 8"/>
                <a:gd name="T2" fmla="*/ 14 w 7"/>
                <a:gd name="T3" fmla="*/ 8 h 8"/>
                <a:gd name="T4" fmla="*/ 22 w 7"/>
                <a:gd name="T5" fmla="*/ 34 h 8"/>
                <a:gd name="T6" fmla="*/ 20 w 7"/>
                <a:gd name="T7" fmla="*/ 29 h 8"/>
                <a:gd name="T8" fmla="*/ 13 w 7"/>
                <a:gd name="T9" fmla="*/ 18 h 8"/>
                <a:gd name="T10" fmla="*/ 0 w 7"/>
                <a:gd name="T11" fmla="*/ 5 h 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" h="8">
                  <a:moveTo>
                    <a:pt x="0" y="1"/>
                  </a:moveTo>
                  <a:cubicBezTo>
                    <a:pt x="1" y="0"/>
                    <a:pt x="3" y="1"/>
                    <a:pt x="4" y="2"/>
                  </a:cubicBezTo>
                  <a:cubicBezTo>
                    <a:pt x="5" y="3"/>
                    <a:pt x="7" y="7"/>
                    <a:pt x="6" y="8"/>
                  </a:cubicBezTo>
                  <a:cubicBezTo>
                    <a:pt x="5" y="8"/>
                    <a:pt x="5" y="7"/>
                    <a:pt x="5" y="7"/>
                  </a:cubicBezTo>
                  <a:cubicBezTo>
                    <a:pt x="5" y="6"/>
                    <a:pt x="4" y="5"/>
                    <a:pt x="3" y="4"/>
                  </a:cubicBezTo>
                  <a:cubicBezTo>
                    <a:pt x="2" y="3"/>
                    <a:pt x="1" y="3"/>
                    <a:pt x="0" y="1"/>
                  </a:cubicBezTo>
                </a:path>
              </a:pathLst>
            </a:custGeom>
            <a:solidFill>
              <a:srgbClr val="F7DD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2907" name="Freeform 777">
              <a:extLst>
                <a:ext uri="{FF2B5EF4-FFF2-40B4-BE49-F238E27FC236}">
                  <a16:creationId xmlns:a16="http://schemas.microsoft.com/office/drawing/2014/main" id="{BD126F23-2A5D-4E2E-A6F8-9A14ACCD6F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0" y="3600"/>
              <a:ext cx="84" cy="56"/>
            </a:xfrm>
            <a:custGeom>
              <a:avLst/>
              <a:gdLst>
                <a:gd name="T0" fmla="*/ 220 w 52"/>
                <a:gd name="T1" fmla="*/ 0 h 33"/>
                <a:gd name="T2" fmla="*/ 0 w 52"/>
                <a:gd name="T3" fmla="*/ 54 h 33"/>
                <a:gd name="T4" fmla="*/ 220 w 52"/>
                <a:gd name="T5" fmla="*/ 0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2" h="33">
                  <a:moveTo>
                    <a:pt x="52" y="0"/>
                  </a:moveTo>
                  <a:cubicBezTo>
                    <a:pt x="52" y="0"/>
                    <a:pt x="38" y="29"/>
                    <a:pt x="0" y="11"/>
                  </a:cubicBezTo>
                  <a:cubicBezTo>
                    <a:pt x="0" y="11"/>
                    <a:pt x="35" y="33"/>
                    <a:pt x="52" y="0"/>
                  </a:cubicBezTo>
                  <a:close/>
                </a:path>
              </a:pathLst>
            </a:custGeom>
            <a:solidFill>
              <a:srgbClr val="F7DD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2908" name="Freeform 778">
              <a:extLst>
                <a:ext uri="{FF2B5EF4-FFF2-40B4-BE49-F238E27FC236}">
                  <a16:creationId xmlns:a16="http://schemas.microsoft.com/office/drawing/2014/main" id="{45B540CB-0224-43E5-B8B8-3DB2EFCFA62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6" y="3548"/>
              <a:ext cx="93" cy="26"/>
            </a:xfrm>
            <a:custGeom>
              <a:avLst/>
              <a:gdLst>
                <a:gd name="T0" fmla="*/ 239 w 58"/>
                <a:gd name="T1" fmla="*/ 36 h 15"/>
                <a:gd name="T2" fmla="*/ 0 w 58"/>
                <a:gd name="T3" fmla="*/ 78 h 15"/>
                <a:gd name="T4" fmla="*/ 239 w 58"/>
                <a:gd name="T5" fmla="*/ 36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8" h="15">
                  <a:moveTo>
                    <a:pt x="58" y="7"/>
                  </a:moveTo>
                  <a:cubicBezTo>
                    <a:pt x="58" y="7"/>
                    <a:pt x="17" y="2"/>
                    <a:pt x="0" y="15"/>
                  </a:cubicBezTo>
                  <a:cubicBezTo>
                    <a:pt x="0" y="15"/>
                    <a:pt x="15" y="0"/>
                    <a:pt x="58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2909" name="Freeform 779">
              <a:extLst>
                <a:ext uri="{FF2B5EF4-FFF2-40B4-BE49-F238E27FC236}">
                  <a16:creationId xmlns:a16="http://schemas.microsoft.com/office/drawing/2014/main" id="{8ECC463F-679B-4D11-A2B5-7932F6CF9C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9" y="3562"/>
              <a:ext cx="23" cy="113"/>
            </a:xfrm>
            <a:custGeom>
              <a:avLst/>
              <a:gdLst>
                <a:gd name="T0" fmla="*/ 8 w 14"/>
                <a:gd name="T1" fmla="*/ 9 h 66"/>
                <a:gd name="T2" fmla="*/ 0 w 14"/>
                <a:gd name="T3" fmla="*/ 91 h 66"/>
                <a:gd name="T4" fmla="*/ 0 w 14"/>
                <a:gd name="T5" fmla="*/ 168 h 66"/>
                <a:gd name="T6" fmla="*/ 13 w 14"/>
                <a:gd name="T7" fmla="*/ 247 h 66"/>
                <a:gd name="T8" fmla="*/ 26 w 14"/>
                <a:gd name="T9" fmla="*/ 296 h 66"/>
                <a:gd name="T10" fmla="*/ 41 w 14"/>
                <a:gd name="T11" fmla="*/ 330 h 66"/>
                <a:gd name="T12" fmla="*/ 43 w 14"/>
                <a:gd name="T13" fmla="*/ 185 h 66"/>
                <a:gd name="T14" fmla="*/ 43 w 14"/>
                <a:gd name="T15" fmla="*/ 99 h 66"/>
                <a:gd name="T16" fmla="*/ 26 w 14"/>
                <a:gd name="T17" fmla="*/ 41 h 66"/>
                <a:gd name="T18" fmla="*/ 8 w 14"/>
                <a:gd name="T19" fmla="*/ 0 h 6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4" h="66">
                  <a:moveTo>
                    <a:pt x="2" y="2"/>
                  </a:moveTo>
                  <a:cubicBezTo>
                    <a:pt x="0" y="7"/>
                    <a:pt x="0" y="13"/>
                    <a:pt x="0" y="18"/>
                  </a:cubicBezTo>
                  <a:cubicBezTo>
                    <a:pt x="0" y="23"/>
                    <a:pt x="0" y="28"/>
                    <a:pt x="0" y="33"/>
                  </a:cubicBezTo>
                  <a:cubicBezTo>
                    <a:pt x="1" y="38"/>
                    <a:pt x="2" y="44"/>
                    <a:pt x="3" y="49"/>
                  </a:cubicBezTo>
                  <a:cubicBezTo>
                    <a:pt x="4" y="53"/>
                    <a:pt x="5" y="56"/>
                    <a:pt x="6" y="59"/>
                  </a:cubicBezTo>
                  <a:cubicBezTo>
                    <a:pt x="7" y="61"/>
                    <a:pt x="7" y="64"/>
                    <a:pt x="9" y="66"/>
                  </a:cubicBezTo>
                  <a:cubicBezTo>
                    <a:pt x="9" y="56"/>
                    <a:pt x="14" y="46"/>
                    <a:pt x="10" y="37"/>
                  </a:cubicBezTo>
                  <a:cubicBezTo>
                    <a:pt x="8" y="31"/>
                    <a:pt x="10" y="25"/>
                    <a:pt x="10" y="20"/>
                  </a:cubicBezTo>
                  <a:cubicBezTo>
                    <a:pt x="10" y="15"/>
                    <a:pt x="8" y="11"/>
                    <a:pt x="6" y="8"/>
                  </a:cubicBezTo>
                  <a:cubicBezTo>
                    <a:pt x="4" y="6"/>
                    <a:pt x="2" y="3"/>
                    <a:pt x="2" y="0"/>
                  </a:cubicBezTo>
                </a:path>
              </a:pathLst>
            </a:custGeom>
            <a:solidFill>
              <a:srgbClr val="F39C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</p:grpSp>
      <p:grpSp>
        <p:nvGrpSpPr>
          <p:cNvPr id="32777" name="light-blue-dress-star-collar">
            <a:extLst>
              <a:ext uri="{FF2B5EF4-FFF2-40B4-BE49-F238E27FC236}">
                <a16:creationId xmlns:a16="http://schemas.microsoft.com/office/drawing/2014/main" id="{DC27FFF1-E2C2-432D-AE71-4626DBBD33DA}"/>
              </a:ext>
            </a:extLst>
          </p:cNvPr>
          <p:cNvGrpSpPr>
            <a:grpSpLocks/>
          </p:cNvGrpSpPr>
          <p:nvPr/>
        </p:nvGrpSpPr>
        <p:grpSpPr bwMode="auto">
          <a:xfrm>
            <a:off x="4457700" y="2222500"/>
            <a:ext cx="1114425" cy="3006725"/>
            <a:chOff x="1680" y="1486"/>
            <a:chExt cx="733" cy="1978"/>
          </a:xfrm>
        </p:grpSpPr>
        <p:sp>
          <p:nvSpPr>
            <p:cNvPr id="32875" name="Freeform 781">
              <a:extLst>
                <a:ext uri="{FF2B5EF4-FFF2-40B4-BE49-F238E27FC236}">
                  <a16:creationId xmlns:a16="http://schemas.microsoft.com/office/drawing/2014/main" id="{BF04EC25-00BC-4213-977A-7FE79406414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0" y="1486"/>
              <a:ext cx="733" cy="1978"/>
            </a:xfrm>
            <a:custGeom>
              <a:avLst/>
              <a:gdLst>
                <a:gd name="T0" fmla="*/ 1005 w 364"/>
                <a:gd name="T1" fmla="*/ 28 h 921"/>
                <a:gd name="T2" fmla="*/ 1967 w 364"/>
                <a:gd name="T3" fmla="*/ 0 h 921"/>
                <a:gd name="T4" fmla="*/ 2547 w 364"/>
                <a:gd name="T5" fmla="*/ 309 h 921"/>
                <a:gd name="T6" fmla="*/ 2531 w 364"/>
                <a:gd name="T7" fmla="*/ 1892 h 921"/>
                <a:gd name="T8" fmla="*/ 2972 w 364"/>
                <a:gd name="T9" fmla="*/ 8698 h 921"/>
                <a:gd name="T10" fmla="*/ 0 w 364"/>
                <a:gd name="T11" fmla="*/ 8616 h 921"/>
                <a:gd name="T12" fmla="*/ 97 w 364"/>
                <a:gd name="T13" fmla="*/ 7777 h 921"/>
                <a:gd name="T14" fmla="*/ 369 w 364"/>
                <a:gd name="T15" fmla="*/ 2010 h 921"/>
                <a:gd name="T16" fmla="*/ 320 w 364"/>
                <a:gd name="T17" fmla="*/ 397 h 921"/>
                <a:gd name="T18" fmla="*/ 1005 w 364"/>
                <a:gd name="T19" fmla="*/ 28 h 92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64" h="921">
                  <a:moveTo>
                    <a:pt x="123" y="3"/>
                  </a:moveTo>
                  <a:cubicBezTo>
                    <a:pt x="123" y="3"/>
                    <a:pt x="193" y="58"/>
                    <a:pt x="241" y="0"/>
                  </a:cubicBezTo>
                  <a:cubicBezTo>
                    <a:pt x="241" y="0"/>
                    <a:pt x="268" y="25"/>
                    <a:pt x="312" y="31"/>
                  </a:cubicBezTo>
                  <a:cubicBezTo>
                    <a:pt x="312" y="31"/>
                    <a:pt x="305" y="168"/>
                    <a:pt x="310" y="191"/>
                  </a:cubicBezTo>
                  <a:cubicBezTo>
                    <a:pt x="309" y="188"/>
                    <a:pt x="346" y="808"/>
                    <a:pt x="364" y="878"/>
                  </a:cubicBezTo>
                  <a:cubicBezTo>
                    <a:pt x="364" y="878"/>
                    <a:pt x="209" y="921"/>
                    <a:pt x="0" y="870"/>
                  </a:cubicBezTo>
                  <a:cubicBezTo>
                    <a:pt x="0" y="870"/>
                    <a:pt x="12" y="836"/>
                    <a:pt x="12" y="785"/>
                  </a:cubicBezTo>
                  <a:cubicBezTo>
                    <a:pt x="12" y="735"/>
                    <a:pt x="47" y="238"/>
                    <a:pt x="45" y="203"/>
                  </a:cubicBezTo>
                  <a:cubicBezTo>
                    <a:pt x="43" y="169"/>
                    <a:pt x="46" y="59"/>
                    <a:pt x="39" y="40"/>
                  </a:cubicBezTo>
                  <a:cubicBezTo>
                    <a:pt x="39" y="40"/>
                    <a:pt x="86" y="29"/>
                    <a:pt x="123" y="3"/>
                  </a:cubicBezTo>
                  <a:close/>
                </a:path>
              </a:pathLst>
            </a:custGeom>
            <a:solidFill>
              <a:srgbClr val="7CCD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2876" name="Freeform 782">
              <a:extLst>
                <a:ext uri="{FF2B5EF4-FFF2-40B4-BE49-F238E27FC236}">
                  <a16:creationId xmlns:a16="http://schemas.microsoft.com/office/drawing/2014/main" id="{C8ABCA50-A167-40B3-904F-98AD58535F2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0" y="1486"/>
              <a:ext cx="733" cy="1978"/>
            </a:xfrm>
            <a:custGeom>
              <a:avLst/>
              <a:gdLst>
                <a:gd name="T0" fmla="*/ 1005 w 364"/>
                <a:gd name="T1" fmla="*/ 28 h 921"/>
                <a:gd name="T2" fmla="*/ 1967 w 364"/>
                <a:gd name="T3" fmla="*/ 0 h 921"/>
                <a:gd name="T4" fmla="*/ 2547 w 364"/>
                <a:gd name="T5" fmla="*/ 309 h 921"/>
                <a:gd name="T6" fmla="*/ 2531 w 364"/>
                <a:gd name="T7" fmla="*/ 1892 h 921"/>
                <a:gd name="T8" fmla="*/ 2972 w 364"/>
                <a:gd name="T9" fmla="*/ 8698 h 921"/>
                <a:gd name="T10" fmla="*/ 0 w 364"/>
                <a:gd name="T11" fmla="*/ 8616 h 921"/>
                <a:gd name="T12" fmla="*/ 97 w 364"/>
                <a:gd name="T13" fmla="*/ 7777 h 921"/>
                <a:gd name="T14" fmla="*/ 369 w 364"/>
                <a:gd name="T15" fmla="*/ 2010 h 921"/>
                <a:gd name="T16" fmla="*/ 320 w 364"/>
                <a:gd name="T17" fmla="*/ 397 h 921"/>
                <a:gd name="T18" fmla="*/ 1005 w 364"/>
                <a:gd name="T19" fmla="*/ 28 h 92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64" h="921">
                  <a:moveTo>
                    <a:pt x="123" y="3"/>
                  </a:moveTo>
                  <a:cubicBezTo>
                    <a:pt x="123" y="3"/>
                    <a:pt x="193" y="58"/>
                    <a:pt x="241" y="0"/>
                  </a:cubicBezTo>
                  <a:cubicBezTo>
                    <a:pt x="241" y="0"/>
                    <a:pt x="268" y="25"/>
                    <a:pt x="312" y="31"/>
                  </a:cubicBezTo>
                  <a:cubicBezTo>
                    <a:pt x="312" y="31"/>
                    <a:pt x="305" y="168"/>
                    <a:pt x="310" y="191"/>
                  </a:cubicBezTo>
                  <a:cubicBezTo>
                    <a:pt x="309" y="188"/>
                    <a:pt x="346" y="808"/>
                    <a:pt x="364" y="878"/>
                  </a:cubicBezTo>
                  <a:cubicBezTo>
                    <a:pt x="364" y="878"/>
                    <a:pt x="209" y="921"/>
                    <a:pt x="0" y="870"/>
                  </a:cubicBezTo>
                  <a:cubicBezTo>
                    <a:pt x="0" y="870"/>
                    <a:pt x="12" y="836"/>
                    <a:pt x="12" y="785"/>
                  </a:cubicBezTo>
                  <a:cubicBezTo>
                    <a:pt x="12" y="735"/>
                    <a:pt x="47" y="238"/>
                    <a:pt x="45" y="203"/>
                  </a:cubicBezTo>
                  <a:cubicBezTo>
                    <a:pt x="43" y="169"/>
                    <a:pt x="46" y="59"/>
                    <a:pt x="39" y="40"/>
                  </a:cubicBezTo>
                  <a:cubicBezTo>
                    <a:pt x="39" y="40"/>
                    <a:pt x="86" y="29"/>
                    <a:pt x="123" y="3"/>
                  </a:cubicBez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2877" name="Freeform 783">
              <a:extLst>
                <a:ext uri="{FF2B5EF4-FFF2-40B4-BE49-F238E27FC236}">
                  <a16:creationId xmlns:a16="http://schemas.microsoft.com/office/drawing/2014/main" id="{3AECF732-74C1-4358-8D86-3661CF05DC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4" y="1486"/>
              <a:ext cx="283" cy="92"/>
            </a:xfrm>
            <a:custGeom>
              <a:avLst/>
              <a:gdLst>
                <a:gd name="T0" fmla="*/ 96 w 141"/>
                <a:gd name="T1" fmla="*/ 28 h 43"/>
                <a:gd name="T2" fmla="*/ 608 w 141"/>
                <a:gd name="T3" fmla="*/ 265 h 43"/>
                <a:gd name="T4" fmla="*/ 1052 w 141"/>
                <a:gd name="T5" fmla="*/ 0 h 43"/>
                <a:gd name="T6" fmla="*/ 1140 w 141"/>
                <a:gd name="T7" fmla="*/ 88 h 43"/>
                <a:gd name="T8" fmla="*/ 616 w 141"/>
                <a:gd name="T9" fmla="*/ 402 h 43"/>
                <a:gd name="T10" fmla="*/ 0 w 141"/>
                <a:gd name="T11" fmla="*/ 109 h 43"/>
                <a:gd name="T12" fmla="*/ 96 w 141"/>
                <a:gd name="T13" fmla="*/ 28 h 4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1" h="43">
                  <a:moveTo>
                    <a:pt x="12" y="3"/>
                  </a:moveTo>
                  <a:cubicBezTo>
                    <a:pt x="12" y="3"/>
                    <a:pt x="41" y="27"/>
                    <a:pt x="75" y="27"/>
                  </a:cubicBezTo>
                  <a:cubicBezTo>
                    <a:pt x="110" y="27"/>
                    <a:pt x="130" y="0"/>
                    <a:pt x="130" y="0"/>
                  </a:cubicBezTo>
                  <a:cubicBezTo>
                    <a:pt x="130" y="0"/>
                    <a:pt x="137" y="7"/>
                    <a:pt x="141" y="9"/>
                  </a:cubicBezTo>
                  <a:cubicBezTo>
                    <a:pt x="141" y="9"/>
                    <a:pt x="128" y="39"/>
                    <a:pt x="76" y="41"/>
                  </a:cubicBezTo>
                  <a:cubicBezTo>
                    <a:pt x="33" y="43"/>
                    <a:pt x="0" y="11"/>
                    <a:pt x="0" y="11"/>
                  </a:cubicBezTo>
                  <a:cubicBezTo>
                    <a:pt x="0" y="11"/>
                    <a:pt x="12" y="4"/>
                    <a:pt x="12" y="3"/>
                  </a:cubicBezTo>
                  <a:close/>
                </a:path>
              </a:pathLst>
            </a:custGeom>
            <a:solidFill>
              <a:srgbClr val="FCCC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2878" name="Freeform 784">
              <a:extLst>
                <a:ext uri="{FF2B5EF4-FFF2-40B4-BE49-F238E27FC236}">
                  <a16:creationId xmlns:a16="http://schemas.microsoft.com/office/drawing/2014/main" id="{560C764B-505A-4FF5-B313-1DE8F9152D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4" y="1486"/>
              <a:ext cx="283" cy="92"/>
            </a:xfrm>
            <a:custGeom>
              <a:avLst/>
              <a:gdLst>
                <a:gd name="T0" fmla="*/ 96 w 141"/>
                <a:gd name="T1" fmla="*/ 28 h 43"/>
                <a:gd name="T2" fmla="*/ 608 w 141"/>
                <a:gd name="T3" fmla="*/ 265 h 43"/>
                <a:gd name="T4" fmla="*/ 1052 w 141"/>
                <a:gd name="T5" fmla="*/ 0 h 43"/>
                <a:gd name="T6" fmla="*/ 1140 w 141"/>
                <a:gd name="T7" fmla="*/ 88 h 43"/>
                <a:gd name="T8" fmla="*/ 616 w 141"/>
                <a:gd name="T9" fmla="*/ 402 h 43"/>
                <a:gd name="T10" fmla="*/ 0 w 141"/>
                <a:gd name="T11" fmla="*/ 109 h 43"/>
                <a:gd name="T12" fmla="*/ 96 w 141"/>
                <a:gd name="T13" fmla="*/ 28 h 4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1" h="43">
                  <a:moveTo>
                    <a:pt x="12" y="3"/>
                  </a:moveTo>
                  <a:cubicBezTo>
                    <a:pt x="12" y="3"/>
                    <a:pt x="41" y="27"/>
                    <a:pt x="75" y="27"/>
                  </a:cubicBezTo>
                  <a:cubicBezTo>
                    <a:pt x="110" y="27"/>
                    <a:pt x="130" y="0"/>
                    <a:pt x="130" y="0"/>
                  </a:cubicBezTo>
                  <a:cubicBezTo>
                    <a:pt x="130" y="0"/>
                    <a:pt x="137" y="7"/>
                    <a:pt x="141" y="9"/>
                  </a:cubicBezTo>
                  <a:cubicBezTo>
                    <a:pt x="141" y="9"/>
                    <a:pt x="128" y="39"/>
                    <a:pt x="76" y="41"/>
                  </a:cubicBezTo>
                  <a:cubicBezTo>
                    <a:pt x="33" y="43"/>
                    <a:pt x="0" y="11"/>
                    <a:pt x="0" y="11"/>
                  </a:cubicBezTo>
                  <a:cubicBezTo>
                    <a:pt x="0" y="11"/>
                    <a:pt x="12" y="4"/>
                    <a:pt x="12" y="3"/>
                  </a:cubicBez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2879" name="Freeform 785">
              <a:extLst>
                <a:ext uri="{FF2B5EF4-FFF2-40B4-BE49-F238E27FC236}">
                  <a16:creationId xmlns:a16="http://schemas.microsoft.com/office/drawing/2014/main" id="{4C95C0B5-EC62-44E3-8F3C-CC758F6219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1" y="1675"/>
              <a:ext cx="248" cy="316"/>
            </a:xfrm>
            <a:custGeom>
              <a:avLst/>
              <a:gdLst>
                <a:gd name="T0" fmla="*/ 0 w 123"/>
                <a:gd name="T1" fmla="*/ 0 h 147"/>
                <a:gd name="T2" fmla="*/ 212 w 123"/>
                <a:gd name="T3" fmla="*/ 415 h 147"/>
                <a:gd name="T4" fmla="*/ 492 w 123"/>
                <a:gd name="T5" fmla="*/ 916 h 147"/>
                <a:gd name="T6" fmla="*/ 788 w 123"/>
                <a:gd name="T7" fmla="*/ 1210 h 147"/>
                <a:gd name="T8" fmla="*/ 1008 w 123"/>
                <a:gd name="T9" fmla="*/ 1363 h 147"/>
                <a:gd name="T10" fmla="*/ 597 w 123"/>
                <a:gd name="T11" fmla="*/ 1133 h 147"/>
                <a:gd name="T12" fmla="*/ 313 w 123"/>
                <a:gd name="T13" fmla="*/ 744 h 147"/>
                <a:gd name="T14" fmla="*/ 139 w 123"/>
                <a:gd name="T15" fmla="*/ 370 h 147"/>
                <a:gd name="T16" fmla="*/ 56 w 123"/>
                <a:gd name="T17" fmla="*/ 172 h 147"/>
                <a:gd name="T18" fmla="*/ 16 w 123"/>
                <a:gd name="T19" fmla="*/ 28 h 14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3" h="147">
                  <a:moveTo>
                    <a:pt x="0" y="0"/>
                  </a:moveTo>
                  <a:cubicBezTo>
                    <a:pt x="10" y="12"/>
                    <a:pt x="18" y="29"/>
                    <a:pt x="26" y="42"/>
                  </a:cubicBezTo>
                  <a:cubicBezTo>
                    <a:pt x="37" y="60"/>
                    <a:pt x="47" y="76"/>
                    <a:pt x="60" y="92"/>
                  </a:cubicBezTo>
                  <a:cubicBezTo>
                    <a:pt x="71" y="104"/>
                    <a:pt x="84" y="112"/>
                    <a:pt x="96" y="122"/>
                  </a:cubicBezTo>
                  <a:cubicBezTo>
                    <a:pt x="103" y="128"/>
                    <a:pt x="113" y="136"/>
                    <a:pt x="123" y="137"/>
                  </a:cubicBezTo>
                  <a:cubicBezTo>
                    <a:pt x="114" y="147"/>
                    <a:pt x="80" y="120"/>
                    <a:pt x="73" y="114"/>
                  </a:cubicBezTo>
                  <a:cubicBezTo>
                    <a:pt x="60" y="103"/>
                    <a:pt x="48" y="89"/>
                    <a:pt x="38" y="75"/>
                  </a:cubicBezTo>
                  <a:cubicBezTo>
                    <a:pt x="30" y="63"/>
                    <a:pt x="24" y="50"/>
                    <a:pt x="17" y="37"/>
                  </a:cubicBezTo>
                  <a:cubicBezTo>
                    <a:pt x="13" y="31"/>
                    <a:pt x="10" y="24"/>
                    <a:pt x="7" y="17"/>
                  </a:cubicBezTo>
                  <a:cubicBezTo>
                    <a:pt x="5" y="13"/>
                    <a:pt x="5" y="6"/>
                    <a:pt x="2" y="3"/>
                  </a:cubicBezTo>
                </a:path>
              </a:pathLst>
            </a:custGeom>
            <a:solidFill>
              <a:srgbClr val="AADC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2880" name="Freeform 786">
              <a:extLst>
                <a:ext uri="{FF2B5EF4-FFF2-40B4-BE49-F238E27FC236}">
                  <a16:creationId xmlns:a16="http://schemas.microsoft.com/office/drawing/2014/main" id="{AD3E8746-3A61-4517-951A-FB35CEB9E88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3" y="1849"/>
              <a:ext cx="184" cy="223"/>
            </a:xfrm>
            <a:custGeom>
              <a:avLst/>
              <a:gdLst>
                <a:gd name="T0" fmla="*/ 8 w 91"/>
                <a:gd name="T1" fmla="*/ 0 h 104"/>
                <a:gd name="T2" fmla="*/ 115 w 91"/>
                <a:gd name="T3" fmla="*/ 189 h 104"/>
                <a:gd name="T4" fmla="*/ 340 w 91"/>
                <a:gd name="T5" fmla="*/ 414 h 104"/>
                <a:gd name="T6" fmla="*/ 752 w 91"/>
                <a:gd name="T7" fmla="*/ 1025 h 104"/>
                <a:gd name="T8" fmla="*/ 495 w 91"/>
                <a:gd name="T9" fmla="*/ 690 h 104"/>
                <a:gd name="T10" fmla="*/ 249 w 91"/>
                <a:gd name="T11" fmla="*/ 405 h 104"/>
                <a:gd name="T12" fmla="*/ 65 w 91"/>
                <a:gd name="T13" fmla="*/ 206 h 104"/>
                <a:gd name="T14" fmla="*/ 0 w 91"/>
                <a:gd name="T15" fmla="*/ 0 h 10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1" h="104">
                  <a:moveTo>
                    <a:pt x="1" y="0"/>
                  </a:moveTo>
                  <a:cubicBezTo>
                    <a:pt x="6" y="5"/>
                    <a:pt x="9" y="13"/>
                    <a:pt x="14" y="19"/>
                  </a:cubicBezTo>
                  <a:cubicBezTo>
                    <a:pt x="22" y="27"/>
                    <a:pt x="32" y="34"/>
                    <a:pt x="41" y="42"/>
                  </a:cubicBezTo>
                  <a:cubicBezTo>
                    <a:pt x="61" y="60"/>
                    <a:pt x="74" y="83"/>
                    <a:pt x="91" y="104"/>
                  </a:cubicBezTo>
                  <a:cubicBezTo>
                    <a:pt x="79" y="96"/>
                    <a:pt x="71" y="80"/>
                    <a:pt x="60" y="70"/>
                  </a:cubicBezTo>
                  <a:cubicBezTo>
                    <a:pt x="49" y="61"/>
                    <a:pt x="40" y="50"/>
                    <a:pt x="30" y="41"/>
                  </a:cubicBezTo>
                  <a:cubicBezTo>
                    <a:pt x="23" y="34"/>
                    <a:pt x="14" y="30"/>
                    <a:pt x="8" y="21"/>
                  </a:cubicBezTo>
                  <a:cubicBezTo>
                    <a:pt x="4" y="15"/>
                    <a:pt x="3" y="7"/>
                    <a:pt x="0" y="0"/>
                  </a:cubicBezTo>
                </a:path>
              </a:pathLst>
            </a:custGeom>
            <a:solidFill>
              <a:srgbClr val="AADC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2881" name="Freeform 787">
              <a:extLst>
                <a:ext uri="{FF2B5EF4-FFF2-40B4-BE49-F238E27FC236}">
                  <a16:creationId xmlns:a16="http://schemas.microsoft.com/office/drawing/2014/main" id="{52026957-EC9C-4A73-9C80-E4BEF25EAED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7" y="1855"/>
              <a:ext cx="107" cy="136"/>
            </a:xfrm>
            <a:custGeom>
              <a:avLst/>
              <a:gdLst>
                <a:gd name="T0" fmla="*/ 0 w 53"/>
                <a:gd name="T1" fmla="*/ 0 h 63"/>
                <a:gd name="T2" fmla="*/ 264 w 53"/>
                <a:gd name="T3" fmla="*/ 373 h 63"/>
                <a:gd name="T4" fmla="*/ 436 w 53"/>
                <a:gd name="T5" fmla="*/ 635 h 63"/>
                <a:gd name="T6" fmla="*/ 297 w 53"/>
                <a:gd name="T7" fmla="*/ 443 h 63"/>
                <a:gd name="T8" fmla="*/ 164 w 53"/>
                <a:gd name="T9" fmla="*/ 322 h 63"/>
                <a:gd name="T10" fmla="*/ 8 w 53"/>
                <a:gd name="T11" fmla="*/ 0 h 6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3" h="63">
                  <a:moveTo>
                    <a:pt x="0" y="0"/>
                  </a:moveTo>
                  <a:cubicBezTo>
                    <a:pt x="12" y="12"/>
                    <a:pt x="19" y="26"/>
                    <a:pt x="32" y="37"/>
                  </a:cubicBezTo>
                  <a:cubicBezTo>
                    <a:pt x="40" y="44"/>
                    <a:pt x="48" y="53"/>
                    <a:pt x="53" y="63"/>
                  </a:cubicBezTo>
                  <a:cubicBezTo>
                    <a:pt x="48" y="57"/>
                    <a:pt x="43" y="48"/>
                    <a:pt x="36" y="44"/>
                  </a:cubicBezTo>
                  <a:cubicBezTo>
                    <a:pt x="30" y="40"/>
                    <a:pt x="25" y="38"/>
                    <a:pt x="20" y="32"/>
                  </a:cubicBezTo>
                  <a:cubicBezTo>
                    <a:pt x="11" y="22"/>
                    <a:pt x="7" y="9"/>
                    <a:pt x="1" y="0"/>
                  </a:cubicBezTo>
                </a:path>
              </a:pathLst>
            </a:custGeom>
            <a:solidFill>
              <a:srgbClr val="AADC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2882" name="Freeform 788">
              <a:extLst>
                <a:ext uri="{FF2B5EF4-FFF2-40B4-BE49-F238E27FC236}">
                  <a16:creationId xmlns:a16="http://schemas.microsoft.com/office/drawing/2014/main" id="{13009075-EF24-4F51-BAD0-44852BA38DE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4" y="2184"/>
              <a:ext cx="133" cy="1196"/>
            </a:xfrm>
            <a:custGeom>
              <a:avLst/>
              <a:gdLst>
                <a:gd name="T0" fmla="*/ 345 w 66"/>
                <a:gd name="T1" fmla="*/ 0 h 557"/>
                <a:gd name="T2" fmla="*/ 121 w 66"/>
                <a:gd name="T3" fmla="*/ 4307 h 557"/>
                <a:gd name="T4" fmla="*/ 0 w 66"/>
                <a:gd name="T5" fmla="*/ 5385 h 557"/>
                <a:gd name="T6" fmla="*/ 540 w 66"/>
                <a:gd name="T7" fmla="*/ 5514 h 557"/>
                <a:gd name="T8" fmla="*/ 179 w 66"/>
                <a:gd name="T9" fmla="*/ 5040 h 557"/>
                <a:gd name="T10" fmla="*/ 345 w 66"/>
                <a:gd name="T11" fmla="*/ 0 h 55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6" h="557">
                  <a:moveTo>
                    <a:pt x="42" y="0"/>
                  </a:moveTo>
                  <a:cubicBezTo>
                    <a:pt x="42" y="0"/>
                    <a:pt x="15" y="384"/>
                    <a:pt x="15" y="435"/>
                  </a:cubicBezTo>
                  <a:cubicBezTo>
                    <a:pt x="15" y="487"/>
                    <a:pt x="9" y="529"/>
                    <a:pt x="0" y="544"/>
                  </a:cubicBezTo>
                  <a:cubicBezTo>
                    <a:pt x="0" y="544"/>
                    <a:pt x="36" y="552"/>
                    <a:pt x="66" y="557"/>
                  </a:cubicBezTo>
                  <a:cubicBezTo>
                    <a:pt x="66" y="557"/>
                    <a:pt x="7" y="549"/>
                    <a:pt x="22" y="509"/>
                  </a:cubicBezTo>
                  <a:cubicBezTo>
                    <a:pt x="36" y="470"/>
                    <a:pt x="35" y="81"/>
                    <a:pt x="42" y="0"/>
                  </a:cubicBezTo>
                  <a:close/>
                </a:path>
              </a:pathLst>
            </a:custGeom>
            <a:solidFill>
              <a:srgbClr val="AADC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2883" name="Freeform 789">
              <a:extLst>
                <a:ext uri="{FF2B5EF4-FFF2-40B4-BE49-F238E27FC236}">
                  <a16:creationId xmlns:a16="http://schemas.microsoft.com/office/drawing/2014/main" id="{19C7B4A7-99C8-4627-981E-B2D33A7ED9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5" y="2463"/>
              <a:ext cx="248" cy="932"/>
            </a:xfrm>
            <a:custGeom>
              <a:avLst/>
              <a:gdLst>
                <a:gd name="T0" fmla="*/ 0 w 123"/>
                <a:gd name="T1" fmla="*/ 4297 h 434"/>
                <a:gd name="T2" fmla="*/ 1008 w 123"/>
                <a:gd name="T3" fmla="*/ 4140 h 434"/>
                <a:gd name="T4" fmla="*/ 704 w 123"/>
                <a:gd name="T5" fmla="*/ 0 h 434"/>
                <a:gd name="T6" fmla="*/ 879 w 123"/>
                <a:gd name="T7" fmla="*/ 3685 h 434"/>
                <a:gd name="T8" fmla="*/ 0 w 123"/>
                <a:gd name="T9" fmla="*/ 4297 h 4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3" h="434">
                  <a:moveTo>
                    <a:pt x="0" y="434"/>
                  </a:moveTo>
                  <a:cubicBezTo>
                    <a:pt x="0" y="434"/>
                    <a:pt x="85" y="434"/>
                    <a:pt x="123" y="418"/>
                  </a:cubicBezTo>
                  <a:cubicBezTo>
                    <a:pt x="123" y="418"/>
                    <a:pt x="89" y="120"/>
                    <a:pt x="86" y="0"/>
                  </a:cubicBezTo>
                  <a:cubicBezTo>
                    <a:pt x="86" y="0"/>
                    <a:pt x="102" y="346"/>
                    <a:pt x="107" y="372"/>
                  </a:cubicBezTo>
                  <a:cubicBezTo>
                    <a:pt x="112" y="397"/>
                    <a:pt x="87" y="419"/>
                    <a:pt x="0" y="434"/>
                  </a:cubicBezTo>
                  <a:close/>
                </a:path>
              </a:pathLst>
            </a:custGeom>
            <a:solidFill>
              <a:srgbClr val="69BF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2884" name="Freeform 790">
              <a:extLst>
                <a:ext uri="{FF2B5EF4-FFF2-40B4-BE49-F238E27FC236}">
                  <a16:creationId xmlns:a16="http://schemas.microsoft.com/office/drawing/2014/main" id="{B169C9ED-2487-42D2-B808-2637391CE1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4" y="1501"/>
              <a:ext cx="95" cy="99"/>
            </a:xfrm>
            <a:custGeom>
              <a:avLst/>
              <a:gdLst>
                <a:gd name="T0" fmla="*/ 49 w 95"/>
                <a:gd name="T1" fmla="*/ 0 h 99"/>
                <a:gd name="T2" fmla="*/ 59 w 95"/>
                <a:gd name="T3" fmla="*/ 39 h 99"/>
                <a:gd name="T4" fmla="*/ 95 w 95"/>
                <a:gd name="T5" fmla="*/ 39 h 99"/>
                <a:gd name="T6" fmla="*/ 67 w 95"/>
                <a:gd name="T7" fmla="*/ 60 h 99"/>
                <a:gd name="T8" fmla="*/ 77 w 95"/>
                <a:gd name="T9" fmla="*/ 99 h 99"/>
                <a:gd name="T10" fmla="*/ 49 w 95"/>
                <a:gd name="T11" fmla="*/ 75 h 99"/>
                <a:gd name="T12" fmla="*/ 18 w 95"/>
                <a:gd name="T13" fmla="*/ 99 h 99"/>
                <a:gd name="T14" fmla="*/ 28 w 95"/>
                <a:gd name="T15" fmla="*/ 60 h 99"/>
                <a:gd name="T16" fmla="*/ 0 w 95"/>
                <a:gd name="T17" fmla="*/ 39 h 99"/>
                <a:gd name="T18" fmla="*/ 36 w 95"/>
                <a:gd name="T19" fmla="*/ 39 h 99"/>
                <a:gd name="T20" fmla="*/ 49 w 95"/>
                <a:gd name="T21" fmla="*/ 0 h 9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5" h="99">
                  <a:moveTo>
                    <a:pt x="49" y="0"/>
                  </a:moveTo>
                  <a:lnTo>
                    <a:pt x="59" y="39"/>
                  </a:lnTo>
                  <a:lnTo>
                    <a:pt x="95" y="39"/>
                  </a:lnTo>
                  <a:lnTo>
                    <a:pt x="67" y="60"/>
                  </a:lnTo>
                  <a:lnTo>
                    <a:pt x="77" y="99"/>
                  </a:lnTo>
                  <a:lnTo>
                    <a:pt x="49" y="75"/>
                  </a:lnTo>
                  <a:lnTo>
                    <a:pt x="18" y="99"/>
                  </a:lnTo>
                  <a:lnTo>
                    <a:pt x="28" y="60"/>
                  </a:lnTo>
                  <a:lnTo>
                    <a:pt x="0" y="39"/>
                  </a:lnTo>
                  <a:lnTo>
                    <a:pt x="36" y="39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FCCC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2885" name="Freeform 791">
              <a:extLst>
                <a:ext uri="{FF2B5EF4-FFF2-40B4-BE49-F238E27FC236}">
                  <a16:creationId xmlns:a16="http://schemas.microsoft.com/office/drawing/2014/main" id="{3012FD5A-3070-4E73-8C91-1CF8E90761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4" y="1501"/>
              <a:ext cx="95" cy="99"/>
            </a:xfrm>
            <a:custGeom>
              <a:avLst/>
              <a:gdLst>
                <a:gd name="T0" fmla="*/ 49 w 95"/>
                <a:gd name="T1" fmla="*/ 0 h 99"/>
                <a:gd name="T2" fmla="*/ 59 w 95"/>
                <a:gd name="T3" fmla="*/ 39 h 99"/>
                <a:gd name="T4" fmla="*/ 95 w 95"/>
                <a:gd name="T5" fmla="*/ 39 h 99"/>
                <a:gd name="T6" fmla="*/ 67 w 95"/>
                <a:gd name="T7" fmla="*/ 60 h 99"/>
                <a:gd name="T8" fmla="*/ 77 w 95"/>
                <a:gd name="T9" fmla="*/ 99 h 99"/>
                <a:gd name="T10" fmla="*/ 49 w 95"/>
                <a:gd name="T11" fmla="*/ 75 h 99"/>
                <a:gd name="T12" fmla="*/ 18 w 95"/>
                <a:gd name="T13" fmla="*/ 99 h 99"/>
                <a:gd name="T14" fmla="*/ 28 w 95"/>
                <a:gd name="T15" fmla="*/ 60 h 99"/>
                <a:gd name="T16" fmla="*/ 0 w 95"/>
                <a:gd name="T17" fmla="*/ 39 h 99"/>
                <a:gd name="T18" fmla="*/ 36 w 95"/>
                <a:gd name="T19" fmla="*/ 39 h 99"/>
                <a:gd name="T20" fmla="*/ 49 w 95"/>
                <a:gd name="T21" fmla="*/ 0 h 9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5" h="99">
                  <a:moveTo>
                    <a:pt x="49" y="0"/>
                  </a:moveTo>
                  <a:lnTo>
                    <a:pt x="59" y="39"/>
                  </a:lnTo>
                  <a:lnTo>
                    <a:pt x="95" y="39"/>
                  </a:lnTo>
                  <a:lnTo>
                    <a:pt x="67" y="60"/>
                  </a:lnTo>
                  <a:lnTo>
                    <a:pt x="77" y="99"/>
                  </a:lnTo>
                  <a:lnTo>
                    <a:pt x="49" y="75"/>
                  </a:lnTo>
                  <a:lnTo>
                    <a:pt x="18" y="99"/>
                  </a:lnTo>
                  <a:lnTo>
                    <a:pt x="28" y="60"/>
                  </a:lnTo>
                  <a:lnTo>
                    <a:pt x="0" y="39"/>
                  </a:lnTo>
                  <a:lnTo>
                    <a:pt x="36" y="39"/>
                  </a:lnTo>
                  <a:lnTo>
                    <a:pt x="49" y="0"/>
                  </a:ln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</p:grpSp>
      <p:grpSp>
        <p:nvGrpSpPr>
          <p:cNvPr id="32778" name="Group 792">
            <a:extLst>
              <a:ext uri="{FF2B5EF4-FFF2-40B4-BE49-F238E27FC236}">
                <a16:creationId xmlns:a16="http://schemas.microsoft.com/office/drawing/2014/main" id="{75E84715-0B11-4A00-8625-93233B5C301C}"/>
              </a:ext>
            </a:extLst>
          </p:cNvPr>
          <p:cNvGrpSpPr>
            <a:grpSpLocks/>
          </p:cNvGrpSpPr>
          <p:nvPr/>
        </p:nvGrpSpPr>
        <p:grpSpPr bwMode="auto">
          <a:xfrm>
            <a:off x="8601075" y="5984875"/>
            <a:ext cx="1181100" cy="612775"/>
            <a:chOff x="4399" y="3627"/>
            <a:chExt cx="846" cy="438"/>
          </a:xfrm>
        </p:grpSpPr>
        <p:sp>
          <p:nvSpPr>
            <p:cNvPr id="32807" name="Freeform 793">
              <a:extLst>
                <a:ext uri="{FF2B5EF4-FFF2-40B4-BE49-F238E27FC236}">
                  <a16:creationId xmlns:a16="http://schemas.microsoft.com/office/drawing/2014/main" id="{2C0B831B-C793-4005-B29C-BF626B90835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0" y="3653"/>
              <a:ext cx="118" cy="69"/>
            </a:xfrm>
            <a:custGeom>
              <a:avLst/>
              <a:gdLst>
                <a:gd name="T0" fmla="*/ 449 w 56"/>
                <a:gd name="T1" fmla="*/ 223 h 31"/>
                <a:gd name="T2" fmla="*/ 457 w 56"/>
                <a:gd name="T3" fmla="*/ 9 h 31"/>
                <a:gd name="T4" fmla="*/ 112 w 56"/>
                <a:gd name="T5" fmla="*/ 154 h 31"/>
                <a:gd name="T6" fmla="*/ 225 w 56"/>
                <a:gd name="T7" fmla="*/ 343 h 31"/>
                <a:gd name="T8" fmla="*/ 449 w 56"/>
                <a:gd name="T9" fmla="*/ 223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" h="31">
                  <a:moveTo>
                    <a:pt x="48" y="20"/>
                  </a:moveTo>
                  <a:cubicBezTo>
                    <a:pt x="48" y="20"/>
                    <a:pt x="56" y="3"/>
                    <a:pt x="49" y="1"/>
                  </a:cubicBezTo>
                  <a:cubicBezTo>
                    <a:pt x="42" y="0"/>
                    <a:pt x="24" y="15"/>
                    <a:pt x="12" y="14"/>
                  </a:cubicBezTo>
                  <a:cubicBezTo>
                    <a:pt x="0" y="14"/>
                    <a:pt x="24" y="31"/>
                    <a:pt x="24" y="31"/>
                  </a:cubicBezTo>
                  <a:lnTo>
                    <a:pt x="48" y="20"/>
                  </a:lnTo>
                  <a:close/>
                </a:path>
              </a:pathLst>
            </a:custGeom>
            <a:solidFill>
              <a:srgbClr val="C5B0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2808" name="Freeform 794">
              <a:extLst>
                <a:ext uri="{FF2B5EF4-FFF2-40B4-BE49-F238E27FC236}">
                  <a16:creationId xmlns:a16="http://schemas.microsoft.com/office/drawing/2014/main" id="{082C9117-5E4B-4A08-A486-174C392765D5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1" y="3676"/>
              <a:ext cx="304" cy="378"/>
            </a:xfrm>
            <a:custGeom>
              <a:avLst/>
              <a:gdLst>
                <a:gd name="T0" fmla="*/ 646 w 145"/>
                <a:gd name="T1" fmla="*/ 0 h 170"/>
                <a:gd name="T2" fmla="*/ 0 w 145"/>
                <a:gd name="T3" fmla="*/ 64 h 170"/>
                <a:gd name="T4" fmla="*/ 8 w 145"/>
                <a:gd name="T5" fmla="*/ 440 h 170"/>
                <a:gd name="T6" fmla="*/ 8 w 145"/>
                <a:gd name="T7" fmla="*/ 658 h 170"/>
                <a:gd name="T8" fmla="*/ 75 w 145"/>
                <a:gd name="T9" fmla="*/ 845 h 170"/>
                <a:gd name="T10" fmla="*/ 220 w 145"/>
                <a:gd name="T11" fmla="*/ 1212 h 170"/>
                <a:gd name="T12" fmla="*/ 822 w 145"/>
                <a:gd name="T13" fmla="*/ 1725 h 170"/>
                <a:gd name="T14" fmla="*/ 1210 w 145"/>
                <a:gd name="T15" fmla="*/ 1043 h 170"/>
                <a:gd name="T16" fmla="*/ 1023 w 145"/>
                <a:gd name="T17" fmla="*/ 816 h 170"/>
                <a:gd name="T18" fmla="*/ 646 w 145"/>
                <a:gd name="T19" fmla="*/ 0 h 17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45" h="170">
                  <a:moveTo>
                    <a:pt x="70" y="0"/>
                  </a:moveTo>
                  <a:cubicBezTo>
                    <a:pt x="70" y="0"/>
                    <a:pt x="39" y="31"/>
                    <a:pt x="0" y="6"/>
                  </a:cubicBezTo>
                  <a:cubicBezTo>
                    <a:pt x="0" y="6"/>
                    <a:pt x="0" y="27"/>
                    <a:pt x="1" y="40"/>
                  </a:cubicBezTo>
                  <a:cubicBezTo>
                    <a:pt x="1" y="60"/>
                    <a:pt x="1" y="60"/>
                    <a:pt x="1" y="60"/>
                  </a:cubicBezTo>
                  <a:cubicBezTo>
                    <a:pt x="1" y="60"/>
                    <a:pt x="0" y="69"/>
                    <a:pt x="8" y="77"/>
                  </a:cubicBezTo>
                  <a:cubicBezTo>
                    <a:pt x="16" y="85"/>
                    <a:pt x="23" y="101"/>
                    <a:pt x="24" y="110"/>
                  </a:cubicBezTo>
                  <a:cubicBezTo>
                    <a:pt x="26" y="118"/>
                    <a:pt x="43" y="170"/>
                    <a:pt x="89" y="157"/>
                  </a:cubicBezTo>
                  <a:cubicBezTo>
                    <a:pt x="135" y="144"/>
                    <a:pt x="145" y="111"/>
                    <a:pt x="131" y="95"/>
                  </a:cubicBezTo>
                  <a:cubicBezTo>
                    <a:pt x="118" y="79"/>
                    <a:pt x="111" y="74"/>
                    <a:pt x="111" y="74"/>
                  </a:cubicBezTo>
                  <a:cubicBezTo>
                    <a:pt x="111" y="74"/>
                    <a:pt x="77" y="7"/>
                    <a:pt x="70" y="0"/>
                  </a:cubicBezTo>
                  <a:close/>
                </a:path>
              </a:pathLst>
            </a:custGeom>
            <a:solidFill>
              <a:srgbClr val="C5B0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2809" name="Freeform 795">
              <a:extLst>
                <a:ext uri="{FF2B5EF4-FFF2-40B4-BE49-F238E27FC236}">
                  <a16:creationId xmlns:a16="http://schemas.microsoft.com/office/drawing/2014/main" id="{5072AD53-30EF-4229-AABE-B01E5E85D14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1" y="3771"/>
              <a:ext cx="299" cy="283"/>
            </a:xfrm>
            <a:custGeom>
              <a:avLst/>
              <a:gdLst>
                <a:gd name="T0" fmla="*/ 8 w 143"/>
                <a:gd name="T1" fmla="*/ 0 h 127"/>
                <a:gd name="T2" fmla="*/ 8 w 143"/>
                <a:gd name="T3" fmla="*/ 198 h 127"/>
                <a:gd name="T4" fmla="*/ 75 w 143"/>
                <a:gd name="T5" fmla="*/ 377 h 127"/>
                <a:gd name="T6" fmla="*/ 220 w 143"/>
                <a:gd name="T7" fmla="*/ 740 h 127"/>
                <a:gd name="T8" fmla="*/ 813 w 143"/>
                <a:gd name="T9" fmla="*/ 1261 h 127"/>
                <a:gd name="T10" fmla="*/ 1242 w 143"/>
                <a:gd name="T11" fmla="*/ 686 h 127"/>
                <a:gd name="T12" fmla="*/ 838 w 143"/>
                <a:gd name="T13" fmla="*/ 1152 h 127"/>
                <a:gd name="T14" fmla="*/ 328 w 143"/>
                <a:gd name="T15" fmla="*/ 853 h 127"/>
                <a:gd name="T16" fmla="*/ 109 w 143"/>
                <a:gd name="T17" fmla="*/ 287 h 127"/>
                <a:gd name="T18" fmla="*/ 8 w 143"/>
                <a:gd name="T19" fmla="*/ 0 h 12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43" h="127">
                  <a:moveTo>
                    <a:pt x="1" y="0"/>
                  </a:moveTo>
                  <a:cubicBezTo>
                    <a:pt x="1" y="18"/>
                    <a:pt x="1" y="18"/>
                    <a:pt x="1" y="18"/>
                  </a:cubicBezTo>
                  <a:cubicBezTo>
                    <a:pt x="1" y="18"/>
                    <a:pt x="0" y="26"/>
                    <a:pt x="8" y="34"/>
                  </a:cubicBezTo>
                  <a:cubicBezTo>
                    <a:pt x="16" y="42"/>
                    <a:pt x="23" y="59"/>
                    <a:pt x="24" y="67"/>
                  </a:cubicBezTo>
                  <a:cubicBezTo>
                    <a:pt x="26" y="75"/>
                    <a:pt x="43" y="127"/>
                    <a:pt x="89" y="114"/>
                  </a:cubicBezTo>
                  <a:cubicBezTo>
                    <a:pt x="126" y="104"/>
                    <a:pt x="140" y="79"/>
                    <a:pt x="136" y="62"/>
                  </a:cubicBezTo>
                  <a:cubicBezTo>
                    <a:pt x="136" y="62"/>
                    <a:pt x="143" y="92"/>
                    <a:pt x="92" y="104"/>
                  </a:cubicBezTo>
                  <a:cubicBezTo>
                    <a:pt x="61" y="111"/>
                    <a:pt x="47" y="101"/>
                    <a:pt x="36" y="77"/>
                  </a:cubicBezTo>
                  <a:cubicBezTo>
                    <a:pt x="26" y="53"/>
                    <a:pt x="17" y="31"/>
                    <a:pt x="12" y="26"/>
                  </a:cubicBezTo>
                  <a:cubicBezTo>
                    <a:pt x="7" y="21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EAF4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2810" name="Freeform 796">
              <a:extLst>
                <a:ext uri="{FF2B5EF4-FFF2-40B4-BE49-F238E27FC236}">
                  <a16:creationId xmlns:a16="http://schemas.microsoft.com/office/drawing/2014/main" id="{A21A2DF8-1991-4C09-98DB-5ED1CCBFEA0E}"/>
                </a:ext>
              </a:extLst>
            </p:cNvPr>
            <p:cNvSpPr>
              <a:spLocks/>
            </p:cNvSpPr>
            <p:nvPr/>
          </p:nvSpPr>
          <p:spPr bwMode="auto">
            <a:xfrm>
              <a:off x="5031" y="3693"/>
              <a:ext cx="115" cy="196"/>
            </a:xfrm>
            <a:custGeom>
              <a:avLst/>
              <a:gdLst>
                <a:gd name="T0" fmla="*/ 36 w 55"/>
                <a:gd name="T1" fmla="*/ 89 h 88"/>
                <a:gd name="T2" fmla="*/ 0 w 55"/>
                <a:gd name="T3" fmla="*/ 89 h 88"/>
                <a:gd name="T4" fmla="*/ 236 w 55"/>
                <a:gd name="T5" fmla="*/ 748 h 88"/>
                <a:gd name="T6" fmla="*/ 293 w 55"/>
                <a:gd name="T7" fmla="*/ 918 h 88"/>
                <a:gd name="T8" fmla="*/ 502 w 55"/>
                <a:gd name="T9" fmla="*/ 829 h 88"/>
                <a:gd name="T10" fmla="*/ 429 w 55"/>
                <a:gd name="T11" fmla="*/ 650 h 88"/>
                <a:gd name="T12" fmla="*/ 184 w 55"/>
                <a:gd name="T13" fmla="*/ 0 h 88"/>
                <a:gd name="T14" fmla="*/ 157 w 55"/>
                <a:gd name="T15" fmla="*/ 36 h 88"/>
                <a:gd name="T16" fmla="*/ 445 w 55"/>
                <a:gd name="T17" fmla="*/ 808 h 88"/>
                <a:gd name="T18" fmla="*/ 309 w 55"/>
                <a:gd name="T19" fmla="*/ 864 h 88"/>
                <a:gd name="T20" fmla="*/ 36 w 55"/>
                <a:gd name="T21" fmla="*/ 89 h 8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5" h="88">
                  <a:moveTo>
                    <a:pt x="4" y="8"/>
                  </a:moveTo>
                  <a:cubicBezTo>
                    <a:pt x="1" y="8"/>
                    <a:pt x="0" y="8"/>
                    <a:pt x="0" y="8"/>
                  </a:cubicBezTo>
                  <a:cubicBezTo>
                    <a:pt x="26" y="68"/>
                    <a:pt x="26" y="68"/>
                    <a:pt x="26" y="68"/>
                  </a:cubicBezTo>
                  <a:cubicBezTo>
                    <a:pt x="32" y="83"/>
                    <a:pt x="32" y="83"/>
                    <a:pt x="32" y="83"/>
                  </a:cubicBezTo>
                  <a:cubicBezTo>
                    <a:pt x="45" y="88"/>
                    <a:pt x="55" y="75"/>
                    <a:pt x="55" y="75"/>
                  </a:cubicBezTo>
                  <a:cubicBezTo>
                    <a:pt x="52" y="73"/>
                    <a:pt x="50" y="64"/>
                    <a:pt x="47" y="59"/>
                  </a:cubicBezTo>
                  <a:cubicBezTo>
                    <a:pt x="45" y="54"/>
                    <a:pt x="20" y="0"/>
                    <a:pt x="20" y="0"/>
                  </a:cubicBezTo>
                  <a:cubicBezTo>
                    <a:pt x="19" y="1"/>
                    <a:pt x="18" y="2"/>
                    <a:pt x="17" y="3"/>
                  </a:cubicBezTo>
                  <a:cubicBezTo>
                    <a:pt x="49" y="73"/>
                    <a:pt x="49" y="73"/>
                    <a:pt x="49" y="73"/>
                  </a:cubicBezTo>
                  <a:cubicBezTo>
                    <a:pt x="49" y="73"/>
                    <a:pt x="41" y="80"/>
                    <a:pt x="34" y="78"/>
                  </a:cubicBezTo>
                  <a:lnTo>
                    <a:pt x="4" y="8"/>
                  </a:lnTo>
                  <a:close/>
                </a:path>
              </a:pathLst>
            </a:custGeom>
            <a:solidFill>
              <a:srgbClr val="AF97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2811" name="Freeform 797">
              <a:extLst>
                <a:ext uri="{FF2B5EF4-FFF2-40B4-BE49-F238E27FC236}">
                  <a16:creationId xmlns:a16="http://schemas.microsoft.com/office/drawing/2014/main" id="{929422F3-AAD3-4C7C-B6A6-D5846FC37164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6" y="3702"/>
              <a:ext cx="10" cy="11"/>
            </a:xfrm>
            <a:custGeom>
              <a:avLst/>
              <a:gdLst>
                <a:gd name="T0" fmla="*/ 8 w 5"/>
                <a:gd name="T1" fmla="*/ 0 h 5"/>
                <a:gd name="T2" fmla="*/ 0 w 5"/>
                <a:gd name="T3" fmla="*/ 53 h 5"/>
                <a:gd name="T4" fmla="*/ 32 w 5"/>
                <a:gd name="T5" fmla="*/ 33 h 5"/>
                <a:gd name="T6" fmla="*/ 8 w 5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5">
                  <a:moveTo>
                    <a:pt x="1" y="0"/>
                  </a:moveTo>
                  <a:cubicBezTo>
                    <a:pt x="3" y="1"/>
                    <a:pt x="2" y="4"/>
                    <a:pt x="0" y="5"/>
                  </a:cubicBezTo>
                  <a:cubicBezTo>
                    <a:pt x="1" y="5"/>
                    <a:pt x="3" y="4"/>
                    <a:pt x="4" y="3"/>
                  </a:cubicBezTo>
                  <a:cubicBezTo>
                    <a:pt x="5" y="2"/>
                    <a:pt x="2" y="0"/>
                    <a:pt x="1" y="0"/>
                  </a:cubicBezTo>
                </a:path>
              </a:pathLst>
            </a:custGeom>
            <a:solidFill>
              <a:srgbClr val="AF97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2812" name="Freeform 798">
              <a:extLst>
                <a:ext uri="{FF2B5EF4-FFF2-40B4-BE49-F238E27FC236}">
                  <a16:creationId xmlns:a16="http://schemas.microsoft.com/office/drawing/2014/main" id="{1E37A37A-419D-4D6F-9EE8-13C006930C5D}"/>
                </a:ext>
              </a:extLst>
            </p:cNvPr>
            <p:cNvSpPr>
              <a:spLocks/>
            </p:cNvSpPr>
            <p:nvPr/>
          </p:nvSpPr>
          <p:spPr bwMode="auto">
            <a:xfrm>
              <a:off x="5098" y="3731"/>
              <a:ext cx="11" cy="14"/>
            </a:xfrm>
            <a:custGeom>
              <a:avLst/>
              <a:gdLst>
                <a:gd name="T0" fmla="*/ 0 w 5"/>
                <a:gd name="T1" fmla="*/ 12 h 6"/>
                <a:gd name="T2" fmla="*/ 20 w 5"/>
                <a:gd name="T3" fmla="*/ 28 h 6"/>
                <a:gd name="T4" fmla="*/ 20 w 5"/>
                <a:gd name="T5" fmla="*/ 77 h 6"/>
                <a:gd name="T6" fmla="*/ 0 w 5"/>
                <a:gd name="T7" fmla="*/ 12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6">
                  <a:moveTo>
                    <a:pt x="0" y="1"/>
                  </a:moveTo>
                  <a:cubicBezTo>
                    <a:pt x="0" y="1"/>
                    <a:pt x="1" y="1"/>
                    <a:pt x="2" y="2"/>
                  </a:cubicBezTo>
                  <a:cubicBezTo>
                    <a:pt x="3" y="3"/>
                    <a:pt x="2" y="5"/>
                    <a:pt x="2" y="6"/>
                  </a:cubicBezTo>
                  <a:cubicBezTo>
                    <a:pt x="3" y="4"/>
                    <a:pt x="5" y="0"/>
                    <a:pt x="0" y="1"/>
                  </a:cubicBezTo>
                </a:path>
              </a:pathLst>
            </a:custGeom>
            <a:solidFill>
              <a:srgbClr val="AF97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2813" name="Freeform 799">
              <a:extLst>
                <a:ext uri="{FF2B5EF4-FFF2-40B4-BE49-F238E27FC236}">
                  <a16:creationId xmlns:a16="http://schemas.microsoft.com/office/drawing/2014/main" id="{71BE7B75-59EF-4B69-A272-2E7B9BED7DDB}"/>
                </a:ext>
              </a:extLst>
            </p:cNvPr>
            <p:cNvSpPr>
              <a:spLocks/>
            </p:cNvSpPr>
            <p:nvPr/>
          </p:nvSpPr>
          <p:spPr bwMode="auto">
            <a:xfrm>
              <a:off x="5115" y="3769"/>
              <a:ext cx="8" cy="13"/>
            </a:xfrm>
            <a:custGeom>
              <a:avLst/>
              <a:gdLst>
                <a:gd name="T0" fmla="*/ 0 w 4"/>
                <a:gd name="T1" fmla="*/ 9 h 6"/>
                <a:gd name="T2" fmla="*/ 8 w 4"/>
                <a:gd name="T3" fmla="*/ 61 h 6"/>
                <a:gd name="T4" fmla="*/ 32 w 4"/>
                <a:gd name="T5" fmla="*/ 43 h 6"/>
                <a:gd name="T6" fmla="*/ 8 w 4"/>
                <a:gd name="T7" fmla="*/ 9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6">
                  <a:moveTo>
                    <a:pt x="0" y="1"/>
                  </a:moveTo>
                  <a:cubicBezTo>
                    <a:pt x="4" y="0"/>
                    <a:pt x="4" y="6"/>
                    <a:pt x="1" y="6"/>
                  </a:cubicBezTo>
                  <a:cubicBezTo>
                    <a:pt x="2" y="6"/>
                    <a:pt x="3" y="5"/>
                    <a:pt x="4" y="4"/>
                  </a:cubicBezTo>
                  <a:cubicBezTo>
                    <a:pt x="4" y="3"/>
                    <a:pt x="3" y="0"/>
                    <a:pt x="1" y="1"/>
                  </a:cubicBezTo>
                </a:path>
              </a:pathLst>
            </a:custGeom>
            <a:solidFill>
              <a:srgbClr val="AF97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2814" name="Freeform 800">
              <a:extLst>
                <a:ext uri="{FF2B5EF4-FFF2-40B4-BE49-F238E27FC236}">
                  <a16:creationId xmlns:a16="http://schemas.microsoft.com/office/drawing/2014/main" id="{CD44B42F-2D95-4826-927D-F9C1F233792E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5" y="3800"/>
              <a:ext cx="11" cy="14"/>
            </a:xfrm>
            <a:custGeom>
              <a:avLst/>
              <a:gdLst>
                <a:gd name="T0" fmla="*/ 0 w 5"/>
                <a:gd name="T1" fmla="*/ 12 h 6"/>
                <a:gd name="T2" fmla="*/ 9 w 5"/>
                <a:gd name="T3" fmla="*/ 77 h 6"/>
                <a:gd name="T4" fmla="*/ 44 w 5"/>
                <a:gd name="T5" fmla="*/ 49 h 6"/>
                <a:gd name="T6" fmla="*/ 20 w 5"/>
                <a:gd name="T7" fmla="*/ 12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6">
                  <a:moveTo>
                    <a:pt x="0" y="1"/>
                  </a:moveTo>
                  <a:cubicBezTo>
                    <a:pt x="4" y="0"/>
                    <a:pt x="4" y="4"/>
                    <a:pt x="1" y="6"/>
                  </a:cubicBezTo>
                  <a:cubicBezTo>
                    <a:pt x="3" y="6"/>
                    <a:pt x="4" y="5"/>
                    <a:pt x="4" y="4"/>
                  </a:cubicBezTo>
                  <a:cubicBezTo>
                    <a:pt x="5" y="2"/>
                    <a:pt x="4" y="0"/>
                    <a:pt x="2" y="1"/>
                  </a:cubicBezTo>
                </a:path>
              </a:pathLst>
            </a:custGeom>
            <a:solidFill>
              <a:srgbClr val="AF97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2815" name="Freeform 801">
              <a:extLst>
                <a:ext uri="{FF2B5EF4-FFF2-40B4-BE49-F238E27FC236}">
                  <a16:creationId xmlns:a16="http://schemas.microsoft.com/office/drawing/2014/main" id="{C5FCBCFA-4D4D-4CEE-B51D-3E4CA9AF80F5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0" y="3836"/>
              <a:ext cx="8" cy="11"/>
            </a:xfrm>
            <a:custGeom>
              <a:avLst/>
              <a:gdLst>
                <a:gd name="T0" fmla="*/ 0 w 4"/>
                <a:gd name="T1" fmla="*/ 9 h 5"/>
                <a:gd name="T2" fmla="*/ 16 w 4"/>
                <a:gd name="T3" fmla="*/ 53 h 5"/>
                <a:gd name="T4" fmla="*/ 32 w 4"/>
                <a:gd name="T5" fmla="*/ 33 h 5"/>
                <a:gd name="T6" fmla="*/ 16 w 4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5">
                  <a:moveTo>
                    <a:pt x="0" y="1"/>
                  </a:moveTo>
                  <a:cubicBezTo>
                    <a:pt x="2" y="0"/>
                    <a:pt x="4" y="5"/>
                    <a:pt x="2" y="5"/>
                  </a:cubicBezTo>
                  <a:cubicBezTo>
                    <a:pt x="2" y="5"/>
                    <a:pt x="4" y="4"/>
                    <a:pt x="4" y="3"/>
                  </a:cubicBezTo>
                  <a:cubicBezTo>
                    <a:pt x="4" y="2"/>
                    <a:pt x="3" y="0"/>
                    <a:pt x="2" y="0"/>
                  </a:cubicBezTo>
                </a:path>
              </a:pathLst>
            </a:custGeom>
            <a:solidFill>
              <a:srgbClr val="AF97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2816" name="Freeform 802">
              <a:extLst>
                <a:ext uri="{FF2B5EF4-FFF2-40B4-BE49-F238E27FC236}">
                  <a16:creationId xmlns:a16="http://schemas.microsoft.com/office/drawing/2014/main" id="{198E0BD5-4E25-4C0D-90A1-471F9AC79951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7" y="3736"/>
              <a:ext cx="10" cy="9"/>
            </a:xfrm>
            <a:custGeom>
              <a:avLst/>
              <a:gdLst>
                <a:gd name="T0" fmla="*/ 16 w 5"/>
                <a:gd name="T1" fmla="*/ 0 h 4"/>
                <a:gd name="T2" fmla="*/ 24 w 5"/>
                <a:gd name="T3" fmla="*/ 25 h 4"/>
                <a:gd name="T4" fmla="*/ 40 w 5"/>
                <a:gd name="T5" fmla="*/ 25 h 4"/>
                <a:gd name="T6" fmla="*/ 8 w 5"/>
                <a:gd name="T7" fmla="*/ 36 h 4"/>
                <a:gd name="T8" fmla="*/ 8 w 5"/>
                <a:gd name="T9" fmla="*/ 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4">
                  <a:moveTo>
                    <a:pt x="2" y="0"/>
                  </a:moveTo>
                  <a:cubicBezTo>
                    <a:pt x="2" y="1"/>
                    <a:pt x="2" y="2"/>
                    <a:pt x="3" y="2"/>
                  </a:cubicBezTo>
                  <a:cubicBezTo>
                    <a:pt x="4" y="3"/>
                    <a:pt x="5" y="3"/>
                    <a:pt x="5" y="2"/>
                  </a:cubicBezTo>
                  <a:cubicBezTo>
                    <a:pt x="4" y="3"/>
                    <a:pt x="2" y="4"/>
                    <a:pt x="1" y="3"/>
                  </a:cubicBezTo>
                  <a:cubicBezTo>
                    <a:pt x="0" y="2"/>
                    <a:pt x="1" y="1"/>
                    <a:pt x="1" y="0"/>
                  </a:cubicBezTo>
                </a:path>
              </a:pathLst>
            </a:custGeom>
            <a:solidFill>
              <a:srgbClr val="AF97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2817" name="Freeform 803">
              <a:extLst>
                <a:ext uri="{FF2B5EF4-FFF2-40B4-BE49-F238E27FC236}">
                  <a16:creationId xmlns:a16="http://schemas.microsoft.com/office/drawing/2014/main" id="{4E1C7AF7-BD88-4425-9166-043777472870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0" y="3762"/>
              <a:ext cx="8" cy="12"/>
            </a:xfrm>
            <a:custGeom>
              <a:avLst/>
              <a:gdLst>
                <a:gd name="T0" fmla="*/ 16 w 4"/>
                <a:gd name="T1" fmla="*/ 0 h 5"/>
                <a:gd name="T2" fmla="*/ 8 w 4"/>
                <a:gd name="T3" fmla="*/ 41 h 5"/>
                <a:gd name="T4" fmla="*/ 32 w 4"/>
                <a:gd name="T5" fmla="*/ 58 h 5"/>
                <a:gd name="T6" fmla="*/ 8 w 4"/>
                <a:gd name="T7" fmla="*/ 58 h 5"/>
                <a:gd name="T8" fmla="*/ 8 w 4"/>
                <a:gd name="T9" fmla="*/ 0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5">
                  <a:moveTo>
                    <a:pt x="2" y="0"/>
                  </a:moveTo>
                  <a:cubicBezTo>
                    <a:pt x="2" y="1"/>
                    <a:pt x="1" y="2"/>
                    <a:pt x="1" y="3"/>
                  </a:cubicBezTo>
                  <a:cubicBezTo>
                    <a:pt x="2" y="4"/>
                    <a:pt x="3" y="4"/>
                    <a:pt x="4" y="4"/>
                  </a:cubicBezTo>
                  <a:cubicBezTo>
                    <a:pt x="3" y="4"/>
                    <a:pt x="2" y="5"/>
                    <a:pt x="1" y="4"/>
                  </a:cubicBezTo>
                  <a:cubicBezTo>
                    <a:pt x="0" y="3"/>
                    <a:pt x="0" y="1"/>
                    <a:pt x="1" y="0"/>
                  </a:cubicBezTo>
                </a:path>
              </a:pathLst>
            </a:custGeom>
            <a:solidFill>
              <a:srgbClr val="AF97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2818" name="Freeform 804">
              <a:extLst>
                <a:ext uri="{FF2B5EF4-FFF2-40B4-BE49-F238E27FC236}">
                  <a16:creationId xmlns:a16="http://schemas.microsoft.com/office/drawing/2014/main" id="{82724AD8-0DAD-4212-B417-948E46E4F986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4" y="3794"/>
              <a:ext cx="11" cy="13"/>
            </a:xfrm>
            <a:custGeom>
              <a:avLst/>
              <a:gdLst>
                <a:gd name="T0" fmla="*/ 20 w 5"/>
                <a:gd name="T1" fmla="*/ 0 h 6"/>
                <a:gd name="T2" fmla="*/ 53 w 5"/>
                <a:gd name="T3" fmla="*/ 43 h 6"/>
                <a:gd name="T4" fmla="*/ 9 w 5"/>
                <a:gd name="T5" fmla="*/ 43 h 6"/>
                <a:gd name="T6" fmla="*/ 9 w 5"/>
                <a:gd name="T7" fmla="*/ 9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6">
                  <a:moveTo>
                    <a:pt x="2" y="0"/>
                  </a:moveTo>
                  <a:cubicBezTo>
                    <a:pt x="2" y="2"/>
                    <a:pt x="2" y="6"/>
                    <a:pt x="5" y="4"/>
                  </a:cubicBezTo>
                  <a:cubicBezTo>
                    <a:pt x="4" y="5"/>
                    <a:pt x="1" y="5"/>
                    <a:pt x="1" y="4"/>
                  </a:cubicBezTo>
                  <a:cubicBezTo>
                    <a:pt x="0" y="3"/>
                    <a:pt x="1" y="2"/>
                    <a:pt x="1" y="1"/>
                  </a:cubicBezTo>
                </a:path>
              </a:pathLst>
            </a:custGeom>
            <a:solidFill>
              <a:srgbClr val="AF97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2819" name="Freeform 805">
              <a:extLst>
                <a:ext uri="{FF2B5EF4-FFF2-40B4-BE49-F238E27FC236}">
                  <a16:creationId xmlns:a16="http://schemas.microsoft.com/office/drawing/2014/main" id="{DDE4A883-692E-4AC3-8C6A-55622636730E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9" y="3831"/>
              <a:ext cx="10" cy="12"/>
            </a:xfrm>
            <a:custGeom>
              <a:avLst/>
              <a:gdLst>
                <a:gd name="T0" fmla="*/ 24 w 5"/>
                <a:gd name="T1" fmla="*/ 0 h 5"/>
                <a:gd name="T2" fmla="*/ 40 w 5"/>
                <a:gd name="T3" fmla="*/ 58 h 5"/>
                <a:gd name="T4" fmla="*/ 16 w 5"/>
                <a:gd name="T5" fmla="*/ 58 h 5"/>
                <a:gd name="T6" fmla="*/ 16 w 5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5">
                  <a:moveTo>
                    <a:pt x="3" y="0"/>
                  </a:moveTo>
                  <a:cubicBezTo>
                    <a:pt x="1" y="2"/>
                    <a:pt x="4" y="4"/>
                    <a:pt x="5" y="4"/>
                  </a:cubicBezTo>
                  <a:cubicBezTo>
                    <a:pt x="4" y="4"/>
                    <a:pt x="2" y="5"/>
                    <a:pt x="2" y="4"/>
                  </a:cubicBezTo>
                  <a:cubicBezTo>
                    <a:pt x="0" y="3"/>
                    <a:pt x="1" y="1"/>
                    <a:pt x="2" y="0"/>
                  </a:cubicBezTo>
                </a:path>
              </a:pathLst>
            </a:custGeom>
            <a:solidFill>
              <a:srgbClr val="AF97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2820" name="Freeform 806">
              <a:extLst>
                <a:ext uri="{FF2B5EF4-FFF2-40B4-BE49-F238E27FC236}">
                  <a16:creationId xmlns:a16="http://schemas.microsoft.com/office/drawing/2014/main" id="{67D94234-817B-4E58-8B98-67C15D0992E0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5" y="3863"/>
              <a:ext cx="11" cy="13"/>
            </a:xfrm>
            <a:custGeom>
              <a:avLst/>
              <a:gdLst>
                <a:gd name="T0" fmla="*/ 44 w 5"/>
                <a:gd name="T1" fmla="*/ 0 h 6"/>
                <a:gd name="T2" fmla="*/ 53 w 5"/>
                <a:gd name="T3" fmla="*/ 61 h 6"/>
                <a:gd name="T4" fmla="*/ 0 w 5"/>
                <a:gd name="T5" fmla="*/ 43 h 6"/>
                <a:gd name="T6" fmla="*/ 20 w 5"/>
                <a:gd name="T7" fmla="*/ 0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6">
                  <a:moveTo>
                    <a:pt x="4" y="0"/>
                  </a:moveTo>
                  <a:cubicBezTo>
                    <a:pt x="2" y="2"/>
                    <a:pt x="2" y="6"/>
                    <a:pt x="5" y="6"/>
                  </a:cubicBezTo>
                  <a:cubicBezTo>
                    <a:pt x="3" y="6"/>
                    <a:pt x="1" y="6"/>
                    <a:pt x="0" y="4"/>
                  </a:cubicBezTo>
                  <a:cubicBezTo>
                    <a:pt x="0" y="2"/>
                    <a:pt x="2" y="1"/>
                    <a:pt x="2" y="0"/>
                  </a:cubicBezTo>
                </a:path>
              </a:pathLst>
            </a:custGeom>
            <a:solidFill>
              <a:srgbClr val="AF97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2821" name="Freeform 807">
              <a:extLst>
                <a:ext uri="{FF2B5EF4-FFF2-40B4-BE49-F238E27FC236}">
                  <a16:creationId xmlns:a16="http://schemas.microsoft.com/office/drawing/2014/main" id="{AB302760-0617-4FE8-8FF7-172C28089101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6" y="3727"/>
              <a:ext cx="67" cy="136"/>
            </a:xfrm>
            <a:custGeom>
              <a:avLst/>
              <a:gdLst>
                <a:gd name="T0" fmla="*/ 249 w 32"/>
                <a:gd name="T1" fmla="*/ 676 h 61"/>
                <a:gd name="T2" fmla="*/ 293 w 32"/>
                <a:gd name="T3" fmla="*/ 622 h 61"/>
                <a:gd name="T4" fmla="*/ 260 w 32"/>
                <a:gd name="T5" fmla="*/ 497 h 61"/>
                <a:gd name="T6" fmla="*/ 201 w 32"/>
                <a:gd name="T7" fmla="*/ 368 h 61"/>
                <a:gd name="T8" fmla="*/ 157 w 32"/>
                <a:gd name="T9" fmla="*/ 243 h 61"/>
                <a:gd name="T10" fmla="*/ 119 w 32"/>
                <a:gd name="T11" fmla="*/ 145 h 61"/>
                <a:gd name="T12" fmla="*/ 36 w 32"/>
                <a:gd name="T13" fmla="*/ 20 h 61"/>
                <a:gd name="T14" fmla="*/ 17 w 32"/>
                <a:gd name="T15" fmla="*/ 100 h 61"/>
                <a:gd name="T16" fmla="*/ 119 w 32"/>
                <a:gd name="T17" fmla="*/ 352 h 61"/>
                <a:gd name="T18" fmla="*/ 193 w 32"/>
                <a:gd name="T19" fmla="*/ 566 h 61"/>
                <a:gd name="T20" fmla="*/ 220 w 32"/>
                <a:gd name="T21" fmla="*/ 642 h 6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2" h="61">
                  <a:moveTo>
                    <a:pt x="27" y="61"/>
                  </a:moveTo>
                  <a:cubicBezTo>
                    <a:pt x="29" y="60"/>
                    <a:pt x="32" y="59"/>
                    <a:pt x="32" y="56"/>
                  </a:cubicBezTo>
                  <a:cubicBezTo>
                    <a:pt x="32" y="52"/>
                    <a:pt x="29" y="48"/>
                    <a:pt x="28" y="45"/>
                  </a:cubicBezTo>
                  <a:cubicBezTo>
                    <a:pt x="26" y="41"/>
                    <a:pt x="24" y="37"/>
                    <a:pt x="22" y="33"/>
                  </a:cubicBezTo>
                  <a:cubicBezTo>
                    <a:pt x="20" y="29"/>
                    <a:pt x="18" y="26"/>
                    <a:pt x="17" y="22"/>
                  </a:cubicBezTo>
                  <a:cubicBezTo>
                    <a:pt x="15" y="19"/>
                    <a:pt x="14" y="16"/>
                    <a:pt x="13" y="13"/>
                  </a:cubicBezTo>
                  <a:cubicBezTo>
                    <a:pt x="11" y="9"/>
                    <a:pt x="9" y="3"/>
                    <a:pt x="4" y="2"/>
                  </a:cubicBezTo>
                  <a:cubicBezTo>
                    <a:pt x="0" y="0"/>
                    <a:pt x="1" y="6"/>
                    <a:pt x="2" y="9"/>
                  </a:cubicBezTo>
                  <a:cubicBezTo>
                    <a:pt x="5" y="17"/>
                    <a:pt x="10" y="24"/>
                    <a:pt x="13" y="32"/>
                  </a:cubicBezTo>
                  <a:cubicBezTo>
                    <a:pt x="16" y="38"/>
                    <a:pt x="19" y="44"/>
                    <a:pt x="21" y="51"/>
                  </a:cubicBezTo>
                  <a:cubicBezTo>
                    <a:pt x="22" y="53"/>
                    <a:pt x="24" y="56"/>
                    <a:pt x="24" y="58"/>
                  </a:cubicBezTo>
                </a:path>
              </a:pathLst>
            </a:custGeom>
            <a:solidFill>
              <a:srgbClr val="D7C5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2822" name="Freeform 808">
              <a:extLst>
                <a:ext uri="{FF2B5EF4-FFF2-40B4-BE49-F238E27FC236}">
                  <a16:creationId xmlns:a16="http://schemas.microsoft.com/office/drawing/2014/main" id="{44F5B28B-A8CC-4853-B9DE-0484E2232E52}"/>
                </a:ext>
              </a:extLst>
            </p:cNvPr>
            <p:cNvSpPr>
              <a:spLocks/>
            </p:cNvSpPr>
            <p:nvPr/>
          </p:nvSpPr>
          <p:spPr bwMode="auto">
            <a:xfrm>
              <a:off x="5035" y="3704"/>
              <a:ext cx="53" cy="36"/>
            </a:xfrm>
            <a:custGeom>
              <a:avLst/>
              <a:gdLst>
                <a:gd name="T0" fmla="*/ 237 w 25"/>
                <a:gd name="T1" fmla="*/ 11 h 16"/>
                <a:gd name="T2" fmla="*/ 172 w 25"/>
                <a:gd name="T3" fmla="*/ 11 h 16"/>
                <a:gd name="T4" fmla="*/ 68 w 25"/>
                <a:gd name="T5" fmla="*/ 45 h 16"/>
                <a:gd name="T6" fmla="*/ 0 w 25"/>
                <a:gd name="T7" fmla="*/ 182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16">
                  <a:moveTo>
                    <a:pt x="25" y="1"/>
                  </a:moveTo>
                  <a:cubicBezTo>
                    <a:pt x="22" y="1"/>
                    <a:pt x="21" y="0"/>
                    <a:pt x="18" y="1"/>
                  </a:cubicBezTo>
                  <a:cubicBezTo>
                    <a:pt x="14" y="1"/>
                    <a:pt x="10" y="2"/>
                    <a:pt x="7" y="4"/>
                  </a:cubicBezTo>
                  <a:cubicBezTo>
                    <a:pt x="4" y="7"/>
                    <a:pt x="1" y="11"/>
                    <a:pt x="0" y="16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2823" name="Freeform 809">
              <a:extLst>
                <a:ext uri="{FF2B5EF4-FFF2-40B4-BE49-F238E27FC236}">
                  <a16:creationId xmlns:a16="http://schemas.microsoft.com/office/drawing/2014/main" id="{8AC84E76-D86A-4790-8B9B-E8CFC4E7AA75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4" y="3738"/>
              <a:ext cx="56" cy="27"/>
            </a:xfrm>
            <a:custGeom>
              <a:avLst/>
              <a:gdLst>
                <a:gd name="T0" fmla="*/ 241 w 27"/>
                <a:gd name="T1" fmla="*/ 0 h 12"/>
                <a:gd name="T2" fmla="*/ 160 w 27"/>
                <a:gd name="T3" fmla="*/ 11 h 12"/>
                <a:gd name="T4" fmla="*/ 73 w 27"/>
                <a:gd name="T5" fmla="*/ 45 h 12"/>
                <a:gd name="T6" fmla="*/ 0 w 27"/>
                <a:gd name="T7" fmla="*/ 137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12">
                  <a:moveTo>
                    <a:pt x="27" y="0"/>
                  </a:moveTo>
                  <a:cubicBezTo>
                    <a:pt x="24" y="1"/>
                    <a:pt x="21" y="1"/>
                    <a:pt x="18" y="1"/>
                  </a:cubicBezTo>
                  <a:cubicBezTo>
                    <a:pt x="15" y="2"/>
                    <a:pt x="11" y="2"/>
                    <a:pt x="8" y="4"/>
                  </a:cubicBezTo>
                  <a:cubicBezTo>
                    <a:pt x="5" y="6"/>
                    <a:pt x="3" y="9"/>
                    <a:pt x="0" y="12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2824" name="Freeform 810">
              <a:extLst>
                <a:ext uri="{FF2B5EF4-FFF2-40B4-BE49-F238E27FC236}">
                  <a16:creationId xmlns:a16="http://schemas.microsoft.com/office/drawing/2014/main" id="{C7A65F57-F461-4770-B608-68FCEAE1C015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0" y="3774"/>
              <a:ext cx="57" cy="24"/>
            </a:xfrm>
            <a:custGeom>
              <a:avLst/>
              <a:gdLst>
                <a:gd name="T0" fmla="*/ 253 w 27"/>
                <a:gd name="T1" fmla="*/ 9 h 11"/>
                <a:gd name="T2" fmla="*/ 93 w 27"/>
                <a:gd name="T3" fmla="*/ 20 h 11"/>
                <a:gd name="T4" fmla="*/ 0 w 27"/>
                <a:gd name="T5" fmla="*/ 113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11">
                  <a:moveTo>
                    <a:pt x="27" y="1"/>
                  </a:moveTo>
                  <a:cubicBezTo>
                    <a:pt x="22" y="0"/>
                    <a:pt x="15" y="0"/>
                    <a:pt x="10" y="2"/>
                  </a:cubicBezTo>
                  <a:cubicBezTo>
                    <a:pt x="6" y="4"/>
                    <a:pt x="2" y="8"/>
                    <a:pt x="0" y="11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2825" name="Freeform 811">
              <a:extLst>
                <a:ext uri="{FF2B5EF4-FFF2-40B4-BE49-F238E27FC236}">
                  <a16:creationId xmlns:a16="http://schemas.microsoft.com/office/drawing/2014/main" id="{B8591A75-392B-4876-A148-BB2A95796468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7" y="3807"/>
              <a:ext cx="50" cy="29"/>
            </a:xfrm>
            <a:custGeom>
              <a:avLst/>
              <a:gdLst>
                <a:gd name="T0" fmla="*/ 217 w 24"/>
                <a:gd name="T1" fmla="*/ 0 h 13"/>
                <a:gd name="T2" fmla="*/ 144 w 24"/>
                <a:gd name="T3" fmla="*/ 0 h 13"/>
                <a:gd name="T4" fmla="*/ 44 w 24"/>
                <a:gd name="T5" fmla="*/ 65 h 13"/>
                <a:gd name="T6" fmla="*/ 0 w 24"/>
                <a:gd name="T7" fmla="*/ 145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13">
                  <a:moveTo>
                    <a:pt x="24" y="0"/>
                  </a:moveTo>
                  <a:cubicBezTo>
                    <a:pt x="22" y="1"/>
                    <a:pt x="19" y="0"/>
                    <a:pt x="16" y="0"/>
                  </a:cubicBezTo>
                  <a:cubicBezTo>
                    <a:pt x="12" y="1"/>
                    <a:pt x="8" y="3"/>
                    <a:pt x="5" y="6"/>
                  </a:cubicBezTo>
                  <a:cubicBezTo>
                    <a:pt x="3" y="8"/>
                    <a:pt x="0" y="11"/>
                    <a:pt x="0" y="13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2826" name="Freeform 812">
              <a:extLst>
                <a:ext uri="{FF2B5EF4-FFF2-40B4-BE49-F238E27FC236}">
                  <a16:creationId xmlns:a16="http://schemas.microsoft.com/office/drawing/2014/main" id="{CA0FD0FC-3D38-4467-B105-F771C5730EBB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3" y="3843"/>
              <a:ext cx="59" cy="26"/>
            </a:xfrm>
            <a:custGeom>
              <a:avLst/>
              <a:gdLst>
                <a:gd name="T0" fmla="*/ 261 w 28"/>
                <a:gd name="T1" fmla="*/ 0 h 12"/>
                <a:gd name="T2" fmla="*/ 213 w 28"/>
                <a:gd name="T3" fmla="*/ 0 h 12"/>
                <a:gd name="T4" fmla="*/ 84 w 28"/>
                <a:gd name="T5" fmla="*/ 52 h 12"/>
                <a:gd name="T6" fmla="*/ 17 w 28"/>
                <a:gd name="T7" fmla="*/ 93 h 12"/>
                <a:gd name="T8" fmla="*/ 0 w 28"/>
                <a:gd name="T9" fmla="*/ 121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12">
                  <a:moveTo>
                    <a:pt x="28" y="0"/>
                  </a:moveTo>
                  <a:cubicBezTo>
                    <a:pt x="26" y="0"/>
                    <a:pt x="24" y="0"/>
                    <a:pt x="23" y="0"/>
                  </a:cubicBezTo>
                  <a:cubicBezTo>
                    <a:pt x="18" y="1"/>
                    <a:pt x="14" y="3"/>
                    <a:pt x="9" y="5"/>
                  </a:cubicBezTo>
                  <a:cubicBezTo>
                    <a:pt x="7" y="6"/>
                    <a:pt x="4" y="7"/>
                    <a:pt x="2" y="9"/>
                  </a:cubicBezTo>
                  <a:cubicBezTo>
                    <a:pt x="2" y="10"/>
                    <a:pt x="1" y="12"/>
                    <a:pt x="0" y="12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2827" name="Freeform 813">
              <a:extLst>
                <a:ext uri="{FF2B5EF4-FFF2-40B4-BE49-F238E27FC236}">
                  <a16:creationId xmlns:a16="http://schemas.microsoft.com/office/drawing/2014/main" id="{F4D33192-DB52-41EC-92DF-0DDA9C068876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1" y="3676"/>
              <a:ext cx="304" cy="378"/>
            </a:xfrm>
            <a:custGeom>
              <a:avLst/>
              <a:gdLst>
                <a:gd name="T0" fmla="*/ 646 w 145"/>
                <a:gd name="T1" fmla="*/ 0 h 170"/>
                <a:gd name="T2" fmla="*/ 0 w 145"/>
                <a:gd name="T3" fmla="*/ 64 h 170"/>
                <a:gd name="T4" fmla="*/ 8 w 145"/>
                <a:gd name="T5" fmla="*/ 440 h 170"/>
                <a:gd name="T6" fmla="*/ 8 w 145"/>
                <a:gd name="T7" fmla="*/ 658 h 170"/>
                <a:gd name="T8" fmla="*/ 75 w 145"/>
                <a:gd name="T9" fmla="*/ 845 h 170"/>
                <a:gd name="T10" fmla="*/ 220 w 145"/>
                <a:gd name="T11" fmla="*/ 1212 h 170"/>
                <a:gd name="T12" fmla="*/ 822 w 145"/>
                <a:gd name="T13" fmla="*/ 1725 h 170"/>
                <a:gd name="T14" fmla="*/ 1210 w 145"/>
                <a:gd name="T15" fmla="*/ 1043 h 170"/>
                <a:gd name="T16" fmla="*/ 1023 w 145"/>
                <a:gd name="T17" fmla="*/ 816 h 170"/>
                <a:gd name="T18" fmla="*/ 646 w 145"/>
                <a:gd name="T19" fmla="*/ 0 h 17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45" h="170">
                  <a:moveTo>
                    <a:pt x="70" y="0"/>
                  </a:moveTo>
                  <a:cubicBezTo>
                    <a:pt x="70" y="0"/>
                    <a:pt x="39" y="31"/>
                    <a:pt x="0" y="6"/>
                  </a:cubicBezTo>
                  <a:cubicBezTo>
                    <a:pt x="0" y="6"/>
                    <a:pt x="0" y="27"/>
                    <a:pt x="1" y="40"/>
                  </a:cubicBezTo>
                  <a:cubicBezTo>
                    <a:pt x="1" y="60"/>
                    <a:pt x="1" y="60"/>
                    <a:pt x="1" y="60"/>
                  </a:cubicBezTo>
                  <a:cubicBezTo>
                    <a:pt x="1" y="60"/>
                    <a:pt x="0" y="69"/>
                    <a:pt x="8" y="77"/>
                  </a:cubicBezTo>
                  <a:cubicBezTo>
                    <a:pt x="16" y="85"/>
                    <a:pt x="23" y="101"/>
                    <a:pt x="24" y="110"/>
                  </a:cubicBezTo>
                  <a:cubicBezTo>
                    <a:pt x="26" y="118"/>
                    <a:pt x="43" y="170"/>
                    <a:pt x="89" y="157"/>
                  </a:cubicBezTo>
                  <a:cubicBezTo>
                    <a:pt x="135" y="144"/>
                    <a:pt x="145" y="111"/>
                    <a:pt x="131" y="95"/>
                  </a:cubicBezTo>
                  <a:cubicBezTo>
                    <a:pt x="118" y="79"/>
                    <a:pt x="111" y="74"/>
                    <a:pt x="111" y="74"/>
                  </a:cubicBezTo>
                  <a:cubicBezTo>
                    <a:pt x="111" y="74"/>
                    <a:pt x="77" y="7"/>
                    <a:pt x="70" y="0"/>
                  </a:cubicBezTo>
                  <a:close/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2828" name="Freeform 814">
              <a:extLst>
                <a:ext uri="{FF2B5EF4-FFF2-40B4-BE49-F238E27FC236}">
                  <a16:creationId xmlns:a16="http://schemas.microsoft.com/office/drawing/2014/main" id="{CED0B87A-A36E-479D-A1A7-E91B632DFA46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2" y="3796"/>
              <a:ext cx="255" cy="218"/>
            </a:xfrm>
            <a:custGeom>
              <a:avLst/>
              <a:gdLst>
                <a:gd name="T0" fmla="*/ 1114 w 122"/>
                <a:gd name="T1" fmla="*/ 825 h 98"/>
                <a:gd name="T2" fmla="*/ 560 w 122"/>
                <a:gd name="T3" fmla="*/ 1034 h 98"/>
                <a:gd name="T4" fmla="*/ 157 w 122"/>
                <a:gd name="T5" fmla="*/ 360 h 98"/>
                <a:gd name="T6" fmla="*/ 0 w 122"/>
                <a:gd name="T7" fmla="*/ 0 h 9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2" h="98">
                  <a:moveTo>
                    <a:pt x="122" y="75"/>
                  </a:moveTo>
                  <a:cubicBezTo>
                    <a:pt x="122" y="75"/>
                    <a:pt x="98" y="98"/>
                    <a:pt x="61" y="94"/>
                  </a:cubicBezTo>
                  <a:cubicBezTo>
                    <a:pt x="34" y="91"/>
                    <a:pt x="21" y="43"/>
                    <a:pt x="17" y="33"/>
                  </a:cubicBezTo>
                  <a:cubicBezTo>
                    <a:pt x="13" y="23"/>
                    <a:pt x="3" y="9"/>
                    <a:pt x="0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2829" name="Freeform 815">
              <a:extLst>
                <a:ext uri="{FF2B5EF4-FFF2-40B4-BE49-F238E27FC236}">
                  <a16:creationId xmlns:a16="http://schemas.microsoft.com/office/drawing/2014/main" id="{3AC9F1C4-B977-46F7-AE91-E53BA62DBF99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4" y="3972"/>
              <a:ext cx="159" cy="93"/>
            </a:xfrm>
            <a:custGeom>
              <a:avLst/>
              <a:gdLst>
                <a:gd name="T0" fmla="*/ 697 w 76"/>
                <a:gd name="T1" fmla="*/ 0 h 42"/>
                <a:gd name="T2" fmla="*/ 0 w 76"/>
                <a:gd name="T3" fmla="*/ 109 h 42"/>
                <a:gd name="T4" fmla="*/ 0 w 76"/>
                <a:gd name="T5" fmla="*/ 142 h 42"/>
                <a:gd name="T6" fmla="*/ 697 w 76"/>
                <a:gd name="T7" fmla="*/ 0 h 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6" h="42">
                  <a:moveTo>
                    <a:pt x="76" y="0"/>
                  </a:moveTo>
                  <a:cubicBezTo>
                    <a:pt x="76" y="0"/>
                    <a:pt x="38" y="33"/>
                    <a:pt x="0" y="10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13"/>
                    <a:pt x="31" y="42"/>
                    <a:pt x="7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2830" name="Freeform 816">
              <a:extLst>
                <a:ext uri="{FF2B5EF4-FFF2-40B4-BE49-F238E27FC236}">
                  <a16:creationId xmlns:a16="http://schemas.microsoft.com/office/drawing/2014/main" id="{476ADC55-6887-4409-9E5D-20F98FA03C5F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3" y="3800"/>
              <a:ext cx="44" cy="89"/>
            </a:xfrm>
            <a:custGeom>
              <a:avLst/>
              <a:gdLst>
                <a:gd name="T0" fmla="*/ 17 w 21"/>
                <a:gd name="T1" fmla="*/ 0 h 40"/>
                <a:gd name="T2" fmla="*/ 27 w 21"/>
                <a:gd name="T3" fmla="*/ 109 h 40"/>
                <a:gd name="T4" fmla="*/ 193 w 21"/>
                <a:gd name="T5" fmla="*/ 441 h 40"/>
                <a:gd name="T6" fmla="*/ 17 w 21"/>
                <a:gd name="T7" fmla="*/ 0 h 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40">
                  <a:moveTo>
                    <a:pt x="2" y="0"/>
                  </a:moveTo>
                  <a:cubicBezTo>
                    <a:pt x="2" y="0"/>
                    <a:pt x="0" y="6"/>
                    <a:pt x="3" y="10"/>
                  </a:cubicBezTo>
                  <a:cubicBezTo>
                    <a:pt x="5" y="15"/>
                    <a:pt x="18" y="33"/>
                    <a:pt x="21" y="40"/>
                  </a:cubicBezTo>
                  <a:cubicBezTo>
                    <a:pt x="21" y="40"/>
                    <a:pt x="8" y="8"/>
                    <a:pt x="2" y="0"/>
                  </a:cubicBezTo>
                </a:path>
              </a:pathLst>
            </a:custGeom>
            <a:solidFill>
              <a:srgbClr val="D1D9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2831" name="Freeform 817">
              <a:extLst>
                <a:ext uri="{FF2B5EF4-FFF2-40B4-BE49-F238E27FC236}">
                  <a16:creationId xmlns:a16="http://schemas.microsoft.com/office/drawing/2014/main" id="{F26C16A2-35B4-4840-AFFC-4E542DCC96F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6" y="3794"/>
              <a:ext cx="55" cy="149"/>
            </a:xfrm>
            <a:custGeom>
              <a:avLst/>
              <a:gdLst>
                <a:gd name="T0" fmla="*/ 245 w 26"/>
                <a:gd name="T1" fmla="*/ 736 h 67"/>
                <a:gd name="T2" fmla="*/ 125 w 26"/>
                <a:gd name="T3" fmla="*/ 420 h 67"/>
                <a:gd name="T4" fmla="*/ 0 w 26"/>
                <a:gd name="T5" fmla="*/ 142 h 67"/>
                <a:gd name="T6" fmla="*/ 245 w 26"/>
                <a:gd name="T7" fmla="*/ 736 h 6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67">
                  <a:moveTo>
                    <a:pt x="26" y="67"/>
                  </a:moveTo>
                  <a:cubicBezTo>
                    <a:pt x="26" y="67"/>
                    <a:pt x="16" y="46"/>
                    <a:pt x="13" y="38"/>
                  </a:cubicBezTo>
                  <a:cubicBezTo>
                    <a:pt x="11" y="29"/>
                    <a:pt x="0" y="13"/>
                    <a:pt x="0" y="13"/>
                  </a:cubicBezTo>
                  <a:cubicBezTo>
                    <a:pt x="0" y="13"/>
                    <a:pt x="13" y="0"/>
                    <a:pt x="26" y="67"/>
                  </a:cubicBezTo>
                  <a:close/>
                </a:path>
              </a:pathLst>
            </a:custGeom>
            <a:solidFill>
              <a:srgbClr val="AF97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2832" name="Freeform 818">
              <a:extLst>
                <a:ext uri="{FF2B5EF4-FFF2-40B4-BE49-F238E27FC236}">
                  <a16:creationId xmlns:a16="http://schemas.microsoft.com/office/drawing/2014/main" id="{66E22DEF-5A4A-4BF0-9844-4D439ADE3222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5" y="3698"/>
              <a:ext cx="17" cy="116"/>
            </a:xfrm>
            <a:custGeom>
              <a:avLst/>
              <a:gdLst>
                <a:gd name="T0" fmla="*/ 0 w 8"/>
                <a:gd name="T1" fmla="*/ 0 h 52"/>
                <a:gd name="T2" fmla="*/ 0 w 8"/>
                <a:gd name="T3" fmla="*/ 368 h 52"/>
                <a:gd name="T4" fmla="*/ 77 w 8"/>
                <a:gd name="T5" fmla="*/ 578 h 52"/>
                <a:gd name="T6" fmla="*/ 0 w 8"/>
                <a:gd name="T7" fmla="*/ 0 h 5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52">
                  <a:moveTo>
                    <a:pt x="0" y="0"/>
                  </a:moveTo>
                  <a:cubicBezTo>
                    <a:pt x="0" y="0"/>
                    <a:pt x="0" y="31"/>
                    <a:pt x="0" y="33"/>
                  </a:cubicBezTo>
                  <a:cubicBezTo>
                    <a:pt x="0" y="35"/>
                    <a:pt x="5" y="47"/>
                    <a:pt x="8" y="52"/>
                  </a:cubicBezTo>
                  <a:cubicBezTo>
                    <a:pt x="8" y="52"/>
                    <a:pt x="0" y="37"/>
                    <a:pt x="0" y="0"/>
                  </a:cubicBezTo>
                  <a:close/>
                </a:path>
              </a:pathLst>
            </a:custGeom>
            <a:solidFill>
              <a:srgbClr val="AF97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2833" name="Freeform 819">
              <a:extLst>
                <a:ext uri="{FF2B5EF4-FFF2-40B4-BE49-F238E27FC236}">
                  <a16:creationId xmlns:a16="http://schemas.microsoft.com/office/drawing/2014/main" id="{296FBE33-A1CA-479D-B2B4-34ACC24F143D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8" y="3894"/>
              <a:ext cx="161" cy="96"/>
            </a:xfrm>
            <a:custGeom>
              <a:avLst/>
              <a:gdLst>
                <a:gd name="T0" fmla="*/ 638 w 77"/>
                <a:gd name="T1" fmla="*/ 45 h 43"/>
                <a:gd name="T2" fmla="*/ 629 w 77"/>
                <a:gd name="T3" fmla="*/ 223 h 43"/>
                <a:gd name="T4" fmla="*/ 393 w 77"/>
                <a:gd name="T5" fmla="*/ 433 h 43"/>
                <a:gd name="T6" fmla="*/ 117 w 77"/>
                <a:gd name="T7" fmla="*/ 469 h 43"/>
                <a:gd name="T8" fmla="*/ 27 w 77"/>
                <a:gd name="T9" fmla="*/ 413 h 43"/>
                <a:gd name="T10" fmla="*/ 27 w 77"/>
                <a:gd name="T11" fmla="*/ 299 h 43"/>
                <a:gd name="T12" fmla="*/ 276 w 77"/>
                <a:gd name="T13" fmla="*/ 279 h 43"/>
                <a:gd name="T14" fmla="*/ 485 w 77"/>
                <a:gd name="T15" fmla="*/ 179 h 43"/>
                <a:gd name="T16" fmla="*/ 629 w 77"/>
                <a:gd name="T17" fmla="*/ 36 h 4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7" h="43">
                  <a:moveTo>
                    <a:pt x="70" y="4"/>
                  </a:moveTo>
                  <a:cubicBezTo>
                    <a:pt x="77" y="4"/>
                    <a:pt x="71" y="17"/>
                    <a:pt x="69" y="20"/>
                  </a:cubicBezTo>
                  <a:cubicBezTo>
                    <a:pt x="63" y="28"/>
                    <a:pt x="53" y="36"/>
                    <a:pt x="43" y="39"/>
                  </a:cubicBezTo>
                  <a:cubicBezTo>
                    <a:pt x="33" y="42"/>
                    <a:pt x="23" y="43"/>
                    <a:pt x="13" y="42"/>
                  </a:cubicBezTo>
                  <a:cubicBezTo>
                    <a:pt x="9" y="41"/>
                    <a:pt x="5" y="41"/>
                    <a:pt x="3" y="37"/>
                  </a:cubicBezTo>
                  <a:cubicBezTo>
                    <a:pt x="1" y="34"/>
                    <a:pt x="0" y="30"/>
                    <a:pt x="3" y="27"/>
                  </a:cubicBezTo>
                  <a:cubicBezTo>
                    <a:pt x="10" y="22"/>
                    <a:pt x="23" y="26"/>
                    <a:pt x="30" y="25"/>
                  </a:cubicBezTo>
                  <a:cubicBezTo>
                    <a:pt x="38" y="25"/>
                    <a:pt x="47" y="21"/>
                    <a:pt x="53" y="16"/>
                  </a:cubicBezTo>
                  <a:cubicBezTo>
                    <a:pt x="56" y="12"/>
                    <a:pt x="63" y="0"/>
                    <a:pt x="69" y="3"/>
                  </a:cubicBezTo>
                </a:path>
              </a:pathLst>
            </a:custGeom>
            <a:solidFill>
              <a:srgbClr val="D7C5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2834" name="Freeform 820">
              <a:extLst>
                <a:ext uri="{FF2B5EF4-FFF2-40B4-BE49-F238E27FC236}">
                  <a16:creationId xmlns:a16="http://schemas.microsoft.com/office/drawing/2014/main" id="{0E696B7C-2C1A-4C26-B690-78693663254A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5" y="3704"/>
              <a:ext cx="55" cy="96"/>
            </a:xfrm>
            <a:custGeom>
              <a:avLst/>
              <a:gdLst>
                <a:gd name="T0" fmla="*/ 245 w 26"/>
                <a:gd name="T1" fmla="*/ 80 h 43"/>
                <a:gd name="T2" fmla="*/ 125 w 26"/>
                <a:gd name="T3" fmla="*/ 45 h 43"/>
                <a:gd name="T4" fmla="*/ 36 w 26"/>
                <a:gd name="T5" fmla="*/ 0 h 43"/>
                <a:gd name="T6" fmla="*/ 28 w 26"/>
                <a:gd name="T7" fmla="*/ 65 h 43"/>
                <a:gd name="T8" fmla="*/ 59 w 26"/>
                <a:gd name="T9" fmla="*/ 210 h 43"/>
                <a:gd name="T10" fmla="*/ 144 w 26"/>
                <a:gd name="T11" fmla="*/ 388 h 43"/>
                <a:gd name="T12" fmla="*/ 169 w 26"/>
                <a:gd name="T13" fmla="*/ 234 h 43"/>
                <a:gd name="T14" fmla="*/ 237 w 26"/>
                <a:gd name="T15" fmla="*/ 109 h 4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6" h="43">
                  <a:moveTo>
                    <a:pt x="26" y="7"/>
                  </a:moveTo>
                  <a:cubicBezTo>
                    <a:pt x="23" y="9"/>
                    <a:pt x="16" y="5"/>
                    <a:pt x="13" y="4"/>
                  </a:cubicBezTo>
                  <a:cubicBezTo>
                    <a:pt x="10" y="3"/>
                    <a:pt x="7" y="1"/>
                    <a:pt x="4" y="0"/>
                  </a:cubicBezTo>
                  <a:cubicBezTo>
                    <a:pt x="0" y="0"/>
                    <a:pt x="2" y="2"/>
                    <a:pt x="3" y="6"/>
                  </a:cubicBezTo>
                  <a:cubicBezTo>
                    <a:pt x="4" y="10"/>
                    <a:pt x="5" y="15"/>
                    <a:pt x="6" y="19"/>
                  </a:cubicBezTo>
                  <a:cubicBezTo>
                    <a:pt x="7" y="22"/>
                    <a:pt x="10" y="43"/>
                    <a:pt x="15" y="35"/>
                  </a:cubicBezTo>
                  <a:cubicBezTo>
                    <a:pt x="17" y="31"/>
                    <a:pt x="16" y="25"/>
                    <a:pt x="18" y="21"/>
                  </a:cubicBezTo>
                  <a:cubicBezTo>
                    <a:pt x="20" y="17"/>
                    <a:pt x="23" y="14"/>
                    <a:pt x="25" y="10"/>
                  </a:cubicBezTo>
                </a:path>
              </a:pathLst>
            </a:custGeom>
            <a:solidFill>
              <a:srgbClr val="D7C5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2835" name="Freeform 821">
              <a:extLst>
                <a:ext uri="{FF2B5EF4-FFF2-40B4-BE49-F238E27FC236}">
                  <a16:creationId xmlns:a16="http://schemas.microsoft.com/office/drawing/2014/main" id="{EB5AA651-39A2-420C-9205-A937262EA9A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1" y="3653"/>
              <a:ext cx="102" cy="58"/>
            </a:xfrm>
            <a:custGeom>
              <a:avLst/>
              <a:gdLst>
                <a:gd name="T0" fmla="*/ 416 w 49"/>
                <a:gd name="T1" fmla="*/ 154 h 26"/>
                <a:gd name="T2" fmla="*/ 400 w 49"/>
                <a:gd name="T3" fmla="*/ 9 h 26"/>
                <a:gd name="T4" fmla="*/ 65 w 49"/>
                <a:gd name="T5" fmla="*/ 154 h 26"/>
                <a:gd name="T6" fmla="*/ 108 w 49"/>
                <a:gd name="T7" fmla="*/ 288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9" h="26">
                  <a:moveTo>
                    <a:pt x="46" y="14"/>
                  </a:moveTo>
                  <a:cubicBezTo>
                    <a:pt x="47" y="9"/>
                    <a:pt x="49" y="2"/>
                    <a:pt x="44" y="1"/>
                  </a:cubicBezTo>
                  <a:cubicBezTo>
                    <a:pt x="37" y="0"/>
                    <a:pt x="19" y="15"/>
                    <a:pt x="7" y="14"/>
                  </a:cubicBezTo>
                  <a:cubicBezTo>
                    <a:pt x="0" y="14"/>
                    <a:pt x="6" y="21"/>
                    <a:pt x="12" y="26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2836" name="Freeform 822">
              <a:extLst>
                <a:ext uri="{FF2B5EF4-FFF2-40B4-BE49-F238E27FC236}">
                  <a16:creationId xmlns:a16="http://schemas.microsoft.com/office/drawing/2014/main" id="{45A07304-A522-4DD1-9D42-90846D030577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5" y="3655"/>
              <a:ext cx="54" cy="27"/>
            </a:xfrm>
            <a:custGeom>
              <a:avLst/>
              <a:gdLst>
                <a:gd name="T0" fmla="*/ 208 w 26"/>
                <a:gd name="T1" fmla="*/ 92 h 12"/>
                <a:gd name="T2" fmla="*/ 208 w 26"/>
                <a:gd name="T3" fmla="*/ 25 h 12"/>
                <a:gd name="T4" fmla="*/ 143 w 26"/>
                <a:gd name="T5" fmla="*/ 45 h 12"/>
                <a:gd name="T6" fmla="*/ 0 w 26"/>
                <a:gd name="T7" fmla="*/ 137 h 12"/>
                <a:gd name="T8" fmla="*/ 125 w 26"/>
                <a:gd name="T9" fmla="*/ 92 h 12"/>
                <a:gd name="T10" fmla="*/ 208 w 26"/>
                <a:gd name="T11" fmla="*/ 56 h 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6" h="12">
                  <a:moveTo>
                    <a:pt x="23" y="8"/>
                  </a:moveTo>
                  <a:cubicBezTo>
                    <a:pt x="26" y="7"/>
                    <a:pt x="25" y="3"/>
                    <a:pt x="23" y="2"/>
                  </a:cubicBezTo>
                  <a:cubicBezTo>
                    <a:pt x="20" y="0"/>
                    <a:pt x="18" y="2"/>
                    <a:pt x="16" y="4"/>
                  </a:cubicBezTo>
                  <a:cubicBezTo>
                    <a:pt x="11" y="7"/>
                    <a:pt x="4" y="8"/>
                    <a:pt x="0" y="12"/>
                  </a:cubicBezTo>
                  <a:cubicBezTo>
                    <a:pt x="5" y="11"/>
                    <a:pt x="10" y="10"/>
                    <a:pt x="14" y="8"/>
                  </a:cubicBezTo>
                  <a:cubicBezTo>
                    <a:pt x="16" y="7"/>
                    <a:pt x="21" y="2"/>
                    <a:pt x="23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2837" name="Freeform 823">
              <a:extLst>
                <a:ext uri="{FF2B5EF4-FFF2-40B4-BE49-F238E27FC236}">
                  <a16:creationId xmlns:a16="http://schemas.microsoft.com/office/drawing/2014/main" id="{728EF5B0-E44B-441D-A455-D7614F40F505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7" y="3698"/>
              <a:ext cx="78" cy="24"/>
            </a:xfrm>
            <a:custGeom>
              <a:avLst/>
              <a:gdLst>
                <a:gd name="T0" fmla="*/ 346 w 37"/>
                <a:gd name="T1" fmla="*/ 96 h 11"/>
                <a:gd name="T2" fmla="*/ 346 w 37"/>
                <a:gd name="T3" fmla="*/ 81 h 11"/>
                <a:gd name="T4" fmla="*/ 169 w 37"/>
                <a:gd name="T5" fmla="*/ 61 h 11"/>
                <a:gd name="T6" fmla="*/ 76 w 37"/>
                <a:gd name="T7" fmla="*/ 33 h 11"/>
                <a:gd name="T8" fmla="*/ 0 w 37"/>
                <a:gd name="T9" fmla="*/ 0 h 11"/>
                <a:gd name="T10" fmla="*/ 93 w 37"/>
                <a:gd name="T11" fmla="*/ 52 h 11"/>
                <a:gd name="T12" fmla="*/ 196 w 37"/>
                <a:gd name="T13" fmla="*/ 96 h 11"/>
                <a:gd name="T14" fmla="*/ 346 w 37"/>
                <a:gd name="T15" fmla="*/ 105 h 1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7" h="11">
                  <a:moveTo>
                    <a:pt x="37" y="9"/>
                  </a:moveTo>
                  <a:cubicBezTo>
                    <a:pt x="37" y="9"/>
                    <a:pt x="37" y="9"/>
                    <a:pt x="37" y="8"/>
                  </a:cubicBezTo>
                  <a:cubicBezTo>
                    <a:pt x="30" y="9"/>
                    <a:pt x="24" y="7"/>
                    <a:pt x="18" y="6"/>
                  </a:cubicBezTo>
                  <a:cubicBezTo>
                    <a:pt x="14" y="5"/>
                    <a:pt x="11" y="4"/>
                    <a:pt x="8" y="3"/>
                  </a:cubicBezTo>
                  <a:cubicBezTo>
                    <a:pt x="6" y="2"/>
                    <a:pt x="3" y="0"/>
                    <a:pt x="0" y="0"/>
                  </a:cubicBezTo>
                  <a:cubicBezTo>
                    <a:pt x="2" y="3"/>
                    <a:pt x="7" y="4"/>
                    <a:pt x="10" y="5"/>
                  </a:cubicBezTo>
                  <a:cubicBezTo>
                    <a:pt x="14" y="7"/>
                    <a:pt x="17" y="8"/>
                    <a:pt x="21" y="9"/>
                  </a:cubicBezTo>
                  <a:cubicBezTo>
                    <a:pt x="26" y="11"/>
                    <a:pt x="32" y="10"/>
                    <a:pt x="37" y="1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2838" name="Freeform 824">
              <a:extLst>
                <a:ext uri="{FF2B5EF4-FFF2-40B4-BE49-F238E27FC236}">
                  <a16:creationId xmlns:a16="http://schemas.microsoft.com/office/drawing/2014/main" id="{43A8D8B2-DEE5-4534-A76C-F64EE0767B56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6" y="3720"/>
              <a:ext cx="34" cy="91"/>
            </a:xfrm>
            <a:custGeom>
              <a:avLst/>
              <a:gdLst>
                <a:gd name="T0" fmla="*/ 40 w 16"/>
                <a:gd name="T1" fmla="*/ 0 h 41"/>
                <a:gd name="T2" fmla="*/ 28 w 16"/>
                <a:gd name="T3" fmla="*/ 20 h 41"/>
                <a:gd name="T4" fmla="*/ 9 w 16"/>
                <a:gd name="T5" fmla="*/ 64 h 41"/>
                <a:gd name="T6" fmla="*/ 19 w 16"/>
                <a:gd name="T7" fmla="*/ 118 h 41"/>
                <a:gd name="T8" fmla="*/ 60 w 16"/>
                <a:gd name="T9" fmla="*/ 153 h 41"/>
                <a:gd name="T10" fmla="*/ 60 w 16"/>
                <a:gd name="T11" fmla="*/ 198 h 41"/>
                <a:gd name="T12" fmla="*/ 68 w 16"/>
                <a:gd name="T13" fmla="*/ 262 h 41"/>
                <a:gd name="T14" fmla="*/ 104 w 16"/>
                <a:gd name="T15" fmla="*/ 306 h 41"/>
                <a:gd name="T16" fmla="*/ 117 w 16"/>
                <a:gd name="T17" fmla="*/ 368 h 41"/>
                <a:gd name="T18" fmla="*/ 153 w 16"/>
                <a:gd name="T19" fmla="*/ 448 h 41"/>
                <a:gd name="T20" fmla="*/ 96 w 16"/>
                <a:gd name="T21" fmla="*/ 340 h 41"/>
                <a:gd name="T22" fmla="*/ 77 w 16"/>
                <a:gd name="T23" fmla="*/ 295 h 41"/>
                <a:gd name="T24" fmla="*/ 49 w 16"/>
                <a:gd name="T25" fmla="*/ 231 h 41"/>
                <a:gd name="T26" fmla="*/ 49 w 16"/>
                <a:gd name="T27" fmla="*/ 178 h 41"/>
                <a:gd name="T28" fmla="*/ 9 w 16"/>
                <a:gd name="T29" fmla="*/ 118 h 41"/>
                <a:gd name="T30" fmla="*/ 9 w 16"/>
                <a:gd name="T31" fmla="*/ 53 h 41"/>
                <a:gd name="T32" fmla="*/ 28 w 16"/>
                <a:gd name="T33" fmla="*/ 0 h 41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6" h="41">
                  <a:moveTo>
                    <a:pt x="4" y="0"/>
                  </a:moveTo>
                  <a:cubicBezTo>
                    <a:pt x="4" y="0"/>
                    <a:pt x="3" y="1"/>
                    <a:pt x="3" y="2"/>
                  </a:cubicBezTo>
                  <a:cubicBezTo>
                    <a:pt x="2" y="3"/>
                    <a:pt x="1" y="4"/>
                    <a:pt x="1" y="6"/>
                  </a:cubicBezTo>
                  <a:cubicBezTo>
                    <a:pt x="1" y="7"/>
                    <a:pt x="1" y="10"/>
                    <a:pt x="2" y="11"/>
                  </a:cubicBezTo>
                  <a:cubicBezTo>
                    <a:pt x="3" y="13"/>
                    <a:pt x="5" y="13"/>
                    <a:pt x="6" y="14"/>
                  </a:cubicBezTo>
                  <a:cubicBezTo>
                    <a:pt x="6" y="15"/>
                    <a:pt x="6" y="17"/>
                    <a:pt x="6" y="18"/>
                  </a:cubicBezTo>
                  <a:cubicBezTo>
                    <a:pt x="6" y="20"/>
                    <a:pt x="6" y="22"/>
                    <a:pt x="7" y="24"/>
                  </a:cubicBezTo>
                  <a:cubicBezTo>
                    <a:pt x="8" y="26"/>
                    <a:pt x="9" y="27"/>
                    <a:pt x="11" y="28"/>
                  </a:cubicBezTo>
                  <a:cubicBezTo>
                    <a:pt x="12" y="30"/>
                    <a:pt x="12" y="32"/>
                    <a:pt x="12" y="34"/>
                  </a:cubicBezTo>
                  <a:cubicBezTo>
                    <a:pt x="12" y="37"/>
                    <a:pt x="14" y="39"/>
                    <a:pt x="16" y="41"/>
                  </a:cubicBezTo>
                  <a:cubicBezTo>
                    <a:pt x="12" y="38"/>
                    <a:pt x="11" y="35"/>
                    <a:pt x="10" y="31"/>
                  </a:cubicBezTo>
                  <a:cubicBezTo>
                    <a:pt x="10" y="28"/>
                    <a:pt x="9" y="28"/>
                    <a:pt x="8" y="27"/>
                  </a:cubicBezTo>
                  <a:cubicBezTo>
                    <a:pt x="6" y="25"/>
                    <a:pt x="5" y="23"/>
                    <a:pt x="5" y="21"/>
                  </a:cubicBezTo>
                  <a:cubicBezTo>
                    <a:pt x="5" y="19"/>
                    <a:pt x="5" y="18"/>
                    <a:pt x="5" y="16"/>
                  </a:cubicBezTo>
                  <a:cubicBezTo>
                    <a:pt x="4" y="14"/>
                    <a:pt x="2" y="13"/>
                    <a:pt x="1" y="11"/>
                  </a:cubicBezTo>
                  <a:cubicBezTo>
                    <a:pt x="0" y="10"/>
                    <a:pt x="0" y="7"/>
                    <a:pt x="1" y="5"/>
                  </a:cubicBezTo>
                  <a:cubicBezTo>
                    <a:pt x="1" y="4"/>
                    <a:pt x="4" y="2"/>
                    <a:pt x="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2839" name="Freeform 825">
              <a:extLst>
                <a:ext uri="{FF2B5EF4-FFF2-40B4-BE49-F238E27FC236}">
                  <a16:creationId xmlns:a16="http://schemas.microsoft.com/office/drawing/2014/main" id="{3A961D19-D686-44DA-9DDC-1679942AF2A0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4" y="3827"/>
              <a:ext cx="46" cy="71"/>
            </a:xfrm>
            <a:custGeom>
              <a:avLst/>
              <a:gdLst>
                <a:gd name="T0" fmla="*/ 8 w 22"/>
                <a:gd name="T1" fmla="*/ 0 h 32"/>
                <a:gd name="T2" fmla="*/ 27 w 22"/>
                <a:gd name="T3" fmla="*/ 64 h 32"/>
                <a:gd name="T4" fmla="*/ 56 w 22"/>
                <a:gd name="T5" fmla="*/ 109 h 32"/>
                <a:gd name="T6" fmla="*/ 44 w 22"/>
                <a:gd name="T7" fmla="*/ 178 h 32"/>
                <a:gd name="T8" fmla="*/ 56 w 22"/>
                <a:gd name="T9" fmla="*/ 242 h 32"/>
                <a:gd name="T10" fmla="*/ 117 w 22"/>
                <a:gd name="T11" fmla="*/ 295 h 32"/>
                <a:gd name="T12" fmla="*/ 201 w 22"/>
                <a:gd name="T13" fmla="*/ 315 h 32"/>
                <a:gd name="T14" fmla="*/ 117 w 22"/>
                <a:gd name="T15" fmla="*/ 306 h 32"/>
                <a:gd name="T16" fmla="*/ 36 w 22"/>
                <a:gd name="T17" fmla="*/ 242 h 32"/>
                <a:gd name="T18" fmla="*/ 36 w 22"/>
                <a:gd name="T19" fmla="*/ 178 h 32"/>
                <a:gd name="T20" fmla="*/ 44 w 22"/>
                <a:gd name="T21" fmla="*/ 118 h 32"/>
                <a:gd name="T22" fmla="*/ 8 w 22"/>
                <a:gd name="T23" fmla="*/ 9 h 3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2" h="32">
                  <a:moveTo>
                    <a:pt x="1" y="0"/>
                  </a:moveTo>
                  <a:cubicBezTo>
                    <a:pt x="1" y="3"/>
                    <a:pt x="2" y="5"/>
                    <a:pt x="3" y="6"/>
                  </a:cubicBezTo>
                  <a:cubicBezTo>
                    <a:pt x="4" y="8"/>
                    <a:pt x="6" y="8"/>
                    <a:pt x="6" y="10"/>
                  </a:cubicBezTo>
                  <a:cubicBezTo>
                    <a:pt x="6" y="11"/>
                    <a:pt x="5" y="14"/>
                    <a:pt x="5" y="16"/>
                  </a:cubicBezTo>
                  <a:cubicBezTo>
                    <a:pt x="5" y="18"/>
                    <a:pt x="5" y="20"/>
                    <a:pt x="6" y="22"/>
                  </a:cubicBezTo>
                  <a:cubicBezTo>
                    <a:pt x="7" y="25"/>
                    <a:pt x="10" y="25"/>
                    <a:pt x="13" y="27"/>
                  </a:cubicBezTo>
                  <a:cubicBezTo>
                    <a:pt x="16" y="30"/>
                    <a:pt x="18" y="30"/>
                    <a:pt x="22" y="29"/>
                  </a:cubicBezTo>
                  <a:cubicBezTo>
                    <a:pt x="19" y="32"/>
                    <a:pt x="16" y="31"/>
                    <a:pt x="13" y="28"/>
                  </a:cubicBezTo>
                  <a:cubicBezTo>
                    <a:pt x="10" y="26"/>
                    <a:pt x="5" y="26"/>
                    <a:pt x="4" y="22"/>
                  </a:cubicBezTo>
                  <a:cubicBezTo>
                    <a:pt x="3" y="21"/>
                    <a:pt x="4" y="18"/>
                    <a:pt x="4" y="16"/>
                  </a:cubicBezTo>
                  <a:cubicBezTo>
                    <a:pt x="4" y="15"/>
                    <a:pt x="5" y="13"/>
                    <a:pt x="5" y="11"/>
                  </a:cubicBezTo>
                  <a:cubicBezTo>
                    <a:pt x="4" y="7"/>
                    <a:pt x="0" y="6"/>
                    <a:pt x="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2840" name="Freeform 826">
              <a:extLst>
                <a:ext uri="{FF2B5EF4-FFF2-40B4-BE49-F238E27FC236}">
                  <a16:creationId xmlns:a16="http://schemas.microsoft.com/office/drawing/2014/main" id="{95B990A9-B9B5-4840-93C7-F4E17651A75E}"/>
                </a:ext>
              </a:extLst>
            </p:cNvPr>
            <p:cNvSpPr>
              <a:spLocks/>
            </p:cNvSpPr>
            <p:nvPr/>
          </p:nvSpPr>
          <p:spPr bwMode="auto">
            <a:xfrm>
              <a:off x="5119" y="3789"/>
              <a:ext cx="44" cy="100"/>
            </a:xfrm>
            <a:custGeom>
              <a:avLst/>
              <a:gdLst>
                <a:gd name="T0" fmla="*/ 0 w 21"/>
                <a:gd name="T1" fmla="*/ 484 h 45"/>
                <a:gd name="T2" fmla="*/ 101 w 21"/>
                <a:gd name="T3" fmla="*/ 449 h 45"/>
                <a:gd name="T4" fmla="*/ 176 w 21"/>
                <a:gd name="T5" fmla="*/ 384 h 45"/>
                <a:gd name="T6" fmla="*/ 157 w 21"/>
                <a:gd name="T7" fmla="*/ 218 h 45"/>
                <a:gd name="T8" fmla="*/ 119 w 21"/>
                <a:gd name="T9" fmla="*/ 178 h 45"/>
                <a:gd name="T10" fmla="*/ 109 w 21"/>
                <a:gd name="T11" fmla="*/ 89 h 45"/>
                <a:gd name="T12" fmla="*/ 65 w 21"/>
                <a:gd name="T13" fmla="*/ 0 h 45"/>
                <a:gd name="T14" fmla="*/ 128 w 21"/>
                <a:gd name="T15" fmla="*/ 109 h 45"/>
                <a:gd name="T16" fmla="*/ 128 w 21"/>
                <a:gd name="T17" fmla="*/ 178 h 45"/>
                <a:gd name="T18" fmla="*/ 168 w 21"/>
                <a:gd name="T19" fmla="*/ 242 h 45"/>
                <a:gd name="T20" fmla="*/ 168 w 21"/>
                <a:gd name="T21" fmla="*/ 404 h 45"/>
                <a:gd name="T22" fmla="*/ 27 w 21"/>
                <a:gd name="T23" fmla="*/ 473 h 45"/>
                <a:gd name="T24" fmla="*/ 8 w 21"/>
                <a:gd name="T25" fmla="*/ 484 h 4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1" h="45">
                  <a:moveTo>
                    <a:pt x="0" y="44"/>
                  </a:moveTo>
                  <a:cubicBezTo>
                    <a:pt x="2" y="45"/>
                    <a:pt x="9" y="42"/>
                    <a:pt x="11" y="41"/>
                  </a:cubicBezTo>
                  <a:cubicBezTo>
                    <a:pt x="14" y="40"/>
                    <a:pt x="18" y="38"/>
                    <a:pt x="19" y="35"/>
                  </a:cubicBezTo>
                  <a:cubicBezTo>
                    <a:pt x="21" y="31"/>
                    <a:pt x="21" y="23"/>
                    <a:pt x="17" y="20"/>
                  </a:cubicBezTo>
                  <a:cubicBezTo>
                    <a:pt x="16" y="18"/>
                    <a:pt x="14" y="19"/>
                    <a:pt x="13" y="16"/>
                  </a:cubicBezTo>
                  <a:cubicBezTo>
                    <a:pt x="13" y="13"/>
                    <a:pt x="13" y="11"/>
                    <a:pt x="12" y="8"/>
                  </a:cubicBezTo>
                  <a:cubicBezTo>
                    <a:pt x="11" y="5"/>
                    <a:pt x="6" y="3"/>
                    <a:pt x="7" y="0"/>
                  </a:cubicBezTo>
                  <a:cubicBezTo>
                    <a:pt x="9" y="3"/>
                    <a:pt x="13" y="5"/>
                    <a:pt x="14" y="10"/>
                  </a:cubicBezTo>
                  <a:cubicBezTo>
                    <a:pt x="14" y="12"/>
                    <a:pt x="14" y="14"/>
                    <a:pt x="14" y="16"/>
                  </a:cubicBezTo>
                  <a:cubicBezTo>
                    <a:pt x="15" y="18"/>
                    <a:pt x="17" y="20"/>
                    <a:pt x="18" y="22"/>
                  </a:cubicBezTo>
                  <a:cubicBezTo>
                    <a:pt x="21" y="26"/>
                    <a:pt x="21" y="33"/>
                    <a:pt x="18" y="37"/>
                  </a:cubicBezTo>
                  <a:cubicBezTo>
                    <a:pt x="15" y="42"/>
                    <a:pt x="7" y="41"/>
                    <a:pt x="3" y="43"/>
                  </a:cubicBezTo>
                  <a:cubicBezTo>
                    <a:pt x="2" y="43"/>
                    <a:pt x="2" y="44"/>
                    <a:pt x="1" y="4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2841" name="Freeform 827">
              <a:extLst>
                <a:ext uri="{FF2B5EF4-FFF2-40B4-BE49-F238E27FC236}">
                  <a16:creationId xmlns:a16="http://schemas.microsoft.com/office/drawing/2014/main" id="{B2A285B8-A258-46C3-9F1F-AAE4B4028C9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6" y="3627"/>
              <a:ext cx="117" cy="69"/>
            </a:xfrm>
            <a:custGeom>
              <a:avLst/>
              <a:gdLst>
                <a:gd name="T0" fmla="*/ 75 w 56"/>
                <a:gd name="T1" fmla="*/ 223 h 31"/>
                <a:gd name="T2" fmla="*/ 65 w 56"/>
                <a:gd name="T3" fmla="*/ 9 h 31"/>
                <a:gd name="T4" fmla="*/ 401 w 56"/>
                <a:gd name="T5" fmla="*/ 154 h 31"/>
                <a:gd name="T6" fmla="*/ 293 w 56"/>
                <a:gd name="T7" fmla="*/ 343 h 31"/>
                <a:gd name="T8" fmla="*/ 75 w 56"/>
                <a:gd name="T9" fmla="*/ 223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" h="31">
                  <a:moveTo>
                    <a:pt x="8" y="20"/>
                  </a:moveTo>
                  <a:cubicBezTo>
                    <a:pt x="8" y="20"/>
                    <a:pt x="0" y="3"/>
                    <a:pt x="7" y="1"/>
                  </a:cubicBezTo>
                  <a:cubicBezTo>
                    <a:pt x="14" y="0"/>
                    <a:pt x="32" y="15"/>
                    <a:pt x="44" y="14"/>
                  </a:cubicBezTo>
                  <a:cubicBezTo>
                    <a:pt x="56" y="14"/>
                    <a:pt x="32" y="31"/>
                    <a:pt x="32" y="31"/>
                  </a:cubicBezTo>
                  <a:lnTo>
                    <a:pt x="8" y="20"/>
                  </a:lnTo>
                  <a:close/>
                </a:path>
              </a:pathLst>
            </a:custGeom>
            <a:solidFill>
              <a:srgbClr val="C5B0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2842" name="Freeform 828">
              <a:extLst>
                <a:ext uri="{FF2B5EF4-FFF2-40B4-BE49-F238E27FC236}">
                  <a16:creationId xmlns:a16="http://schemas.microsoft.com/office/drawing/2014/main" id="{4589A050-3D80-4CFE-99D7-9E3E6D0D03E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9" y="3649"/>
              <a:ext cx="304" cy="379"/>
            </a:xfrm>
            <a:custGeom>
              <a:avLst/>
              <a:gdLst>
                <a:gd name="T0" fmla="*/ 690 w 145"/>
                <a:gd name="T1" fmla="*/ 0 h 170"/>
                <a:gd name="T2" fmla="*/ 1327 w 145"/>
                <a:gd name="T3" fmla="*/ 65 h 170"/>
                <a:gd name="T4" fmla="*/ 1327 w 145"/>
                <a:gd name="T5" fmla="*/ 453 h 170"/>
                <a:gd name="T6" fmla="*/ 1327 w 145"/>
                <a:gd name="T7" fmla="*/ 667 h 170"/>
                <a:gd name="T8" fmla="*/ 1262 w 145"/>
                <a:gd name="T9" fmla="*/ 854 h 170"/>
                <a:gd name="T10" fmla="*/ 1117 w 145"/>
                <a:gd name="T11" fmla="*/ 1217 h 170"/>
                <a:gd name="T12" fmla="*/ 514 w 145"/>
                <a:gd name="T13" fmla="*/ 1739 h 170"/>
                <a:gd name="T14" fmla="*/ 128 w 145"/>
                <a:gd name="T15" fmla="*/ 1055 h 170"/>
                <a:gd name="T16" fmla="*/ 312 w 145"/>
                <a:gd name="T17" fmla="*/ 820 h 170"/>
                <a:gd name="T18" fmla="*/ 690 w 145"/>
                <a:gd name="T19" fmla="*/ 0 h 17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45" h="170">
                  <a:moveTo>
                    <a:pt x="75" y="0"/>
                  </a:moveTo>
                  <a:cubicBezTo>
                    <a:pt x="75" y="0"/>
                    <a:pt x="106" y="31"/>
                    <a:pt x="144" y="6"/>
                  </a:cubicBezTo>
                  <a:cubicBezTo>
                    <a:pt x="144" y="6"/>
                    <a:pt x="145" y="27"/>
                    <a:pt x="144" y="41"/>
                  </a:cubicBezTo>
                  <a:cubicBezTo>
                    <a:pt x="144" y="60"/>
                    <a:pt x="144" y="60"/>
                    <a:pt x="144" y="60"/>
                  </a:cubicBezTo>
                  <a:cubicBezTo>
                    <a:pt x="144" y="60"/>
                    <a:pt x="145" y="69"/>
                    <a:pt x="137" y="77"/>
                  </a:cubicBezTo>
                  <a:cubicBezTo>
                    <a:pt x="129" y="85"/>
                    <a:pt x="122" y="101"/>
                    <a:pt x="121" y="110"/>
                  </a:cubicBezTo>
                  <a:cubicBezTo>
                    <a:pt x="119" y="118"/>
                    <a:pt x="102" y="170"/>
                    <a:pt x="56" y="157"/>
                  </a:cubicBezTo>
                  <a:cubicBezTo>
                    <a:pt x="10" y="144"/>
                    <a:pt x="0" y="111"/>
                    <a:pt x="14" y="95"/>
                  </a:cubicBezTo>
                  <a:cubicBezTo>
                    <a:pt x="27" y="80"/>
                    <a:pt x="34" y="74"/>
                    <a:pt x="34" y="74"/>
                  </a:cubicBezTo>
                  <a:cubicBezTo>
                    <a:pt x="34" y="74"/>
                    <a:pt x="68" y="7"/>
                    <a:pt x="75" y="0"/>
                  </a:cubicBezTo>
                  <a:close/>
                </a:path>
              </a:pathLst>
            </a:custGeom>
            <a:solidFill>
              <a:srgbClr val="C5B0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2843" name="Freeform 829">
              <a:extLst>
                <a:ext uri="{FF2B5EF4-FFF2-40B4-BE49-F238E27FC236}">
                  <a16:creationId xmlns:a16="http://schemas.microsoft.com/office/drawing/2014/main" id="{AC03CCE2-1FBA-4BC0-8CDC-551AC55B1E7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4" y="3745"/>
              <a:ext cx="299" cy="283"/>
            </a:xfrm>
            <a:custGeom>
              <a:avLst/>
              <a:gdLst>
                <a:gd name="T0" fmla="*/ 1298 w 143"/>
                <a:gd name="T1" fmla="*/ 0 h 127"/>
                <a:gd name="T2" fmla="*/ 1298 w 143"/>
                <a:gd name="T3" fmla="*/ 198 h 127"/>
                <a:gd name="T4" fmla="*/ 1234 w 143"/>
                <a:gd name="T5" fmla="*/ 377 h 127"/>
                <a:gd name="T6" fmla="*/ 1089 w 143"/>
                <a:gd name="T7" fmla="*/ 740 h 127"/>
                <a:gd name="T8" fmla="*/ 493 w 143"/>
                <a:gd name="T9" fmla="*/ 1261 h 127"/>
                <a:gd name="T10" fmla="*/ 65 w 143"/>
                <a:gd name="T11" fmla="*/ 686 h 127"/>
                <a:gd name="T12" fmla="*/ 468 w 143"/>
                <a:gd name="T13" fmla="*/ 1152 h 127"/>
                <a:gd name="T14" fmla="*/ 970 w 143"/>
                <a:gd name="T15" fmla="*/ 853 h 127"/>
                <a:gd name="T16" fmla="*/ 1198 w 143"/>
                <a:gd name="T17" fmla="*/ 287 h 127"/>
                <a:gd name="T18" fmla="*/ 1298 w 143"/>
                <a:gd name="T19" fmla="*/ 0 h 12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43" h="127">
                  <a:moveTo>
                    <a:pt x="142" y="0"/>
                  </a:moveTo>
                  <a:cubicBezTo>
                    <a:pt x="142" y="18"/>
                    <a:pt x="142" y="18"/>
                    <a:pt x="142" y="18"/>
                  </a:cubicBezTo>
                  <a:cubicBezTo>
                    <a:pt x="142" y="18"/>
                    <a:pt x="143" y="26"/>
                    <a:pt x="135" y="34"/>
                  </a:cubicBezTo>
                  <a:cubicBezTo>
                    <a:pt x="127" y="42"/>
                    <a:pt x="120" y="59"/>
                    <a:pt x="119" y="67"/>
                  </a:cubicBezTo>
                  <a:cubicBezTo>
                    <a:pt x="117" y="76"/>
                    <a:pt x="100" y="127"/>
                    <a:pt x="54" y="114"/>
                  </a:cubicBezTo>
                  <a:cubicBezTo>
                    <a:pt x="16" y="104"/>
                    <a:pt x="3" y="79"/>
                    <a:pt x="7" y="62"/>
                  </a:cubicBezTo>
                  <a:cubicBezTo>
                    <a:pt x="7" y="62"/>
                    <a:pt x="0" y="92"/>
                    <a:pt x="51" y="104"/>
                  </a:cubicBezTo>
                  <a:cubicBezTo>
                    <a:pt x="82" y="111"/>
                    <a:pt x="96" y="101"/>
                    <a:pt x="106" y="77"/>
                  </a:cubicBezTo>
                  <a:cubicBezTo>
                    <a:pt x="117" y="53"/>
                    <a:pt x="126" y="31"/>
                    <a:pt x="131" y="26"/>
                  </a:cubicBezTo>
                  <a:cubicBezTo>
                    <a:pt x="135" y="21"/>
                    <a:pt x="142" y="0"/>
                    <a:pt x="142" y="0"/>
                  </a:cubicBezTo>
                  <a:close/>
                </a:path>
              </a:pathLst>
            </a:custGeom>
            <a:solidFill>
              <a:srgbClr val="EAF4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2844" name="Freeform 830">
              <a:extLst>
                <a:ext uri="{FF2B5EF4-FFF2-40B4-BE49-F238E27FC236}">
                  <a16:creationId xmlns:a16="http://schemas.microsoft.com/office/drawing/2014/main" id="{605F619C-7E26-4628-B578-1B8885DD312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8" y="3667"/>
              <a:ext cx="113" cy="196"/>
            </a:xfrm>
            <a:custGeom>
              <a:avLst/>
              <a:gdLst>
                <a:gd name="T0" fmla="*/ 460 w 54"/>
                <a:gd name="T1" fmla="*/ 89 h 88"/>
                <a:gd name="T2" fmla="*/ 494 w 54"/>
                <a:gd name="T3" fmla="*/ 89 h 88"/>
                <a:gd name="T4" fmla="*/ 268 w 54"/>
                <a:gd name="T5" fmla="*/ 748 h 88"/>
                <a:gd name="T6" fmla="*/ 209 w 54"/>
                <a:gd name="T7" fmla="*/ 918 h 88"/>
                <a:gd name="T8" fmla="*/ 0 w 54"/>
                <a:gd name="T9" fmla="*/ 829 h 88"/>
                <a:gd name="T10" fmla="*/ 75 w 54"/>
                <a:gd name="T11" fmla="*/ 650 h 88"/>
                <a:gd name="T12" fmla="*/ 320 w 54"/>
                <a:gd name="T13" fmla="*/ 0 h 88"/>
                <a:gd name="T14" fmla="*/ 337 w 54"/>
                <a:gd name="T15" fmla="*/ 45 h 88"/>
                <a:gd name="T16" fmla="*/ 57 w 54"/>
                <a:gd name="T17" fmla="*/ 808 h 88"/>
                <a:gd name="T18" fmla="*/ 184 w 54"/>
                <a:gd name="T19" fmla="*/ 864 h 88"/>
                <a:gd name="T20" fmla="*/ 460 w 54"/>
                <a:gd name="T21" fmla="*/ 89 h 8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4" h="88">
                  <a:moveTo>
                    <a:pt x="50" y="8"/>
                  </a:moveTo>
                  <a:cubicBezTo>
                    <a:pt x="54" y="9"/>
                    <a:pt x="54" y="8"/>
                    <a:pt x="54" y="8"/>
                  </a:cubicBezTo>
                  <a:cubicBezTo>
                    <a:pt x="29" y="68"/>
                    <a:pt x="29" y="68"/>
                    <a:pt x="29" y="68"/>
                  </a:cubicBezTo>
                  <a:cubicBezTo>
                    <a:pt x="23" y="83"/>
                    <a:pt x="23" y="83"/>
                    <a:pt x="23" y="83"/>
                  </a:cubicBezTo>
                  <a:cubicBezTo>
                    <a:pt x="10" y="88"/>
                    <a:pt x="0" y="75"/>
                    <a:pt x="0" y="75"/>
                  </a:cubicBezTo>
                  <a:cubicBezTo>
                    <a:pt x="3" y="73"/>
                    <a:pt x="5" y="64"/>
                    <a:pt x="8" y="59"/>
                  </a:cubicBezTo>
                  <a:cubicBezTo>
                    <a:pt x="10" y="54"/>
                    <a:pt x="35" y="0"/>
                    <a:pt x="35" y="0"/>
                  </a:cubicBezTo>
                  <a:cubicBezTo>
                    <a:pt x="35" y="1"/>
                    <a:pt x="36" y="3"/>
                    <a:pt x="37" y="4"/>
                  </a:cubicBezTo>
                  <a:cubicBezTo>
                    <a:pt x="6" y="73"/>
                    <a:pt x="6" y="73"/>
                    <a:pt x="6" y="73"/>
                  </a:cubicBezTo>
                  <a:cubicBezTo>
                    <a:pt x="6" y="73"/>
                    <a:pt x="14" y="80"/>
                    <a:pt x="20" y="78"/>
                  </a:cubicBezTo>
                  <a:lnTo>
                    <a:pt x="50" y="8"/>
                  </a:lnTo>
                  <a:close/>
                </a:path>
              </a:pathLst>
            </a:custGeom>
            <a:solidFill>
              <a:srgbClr val="AF97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2845" name="Freeform 831">
              <a:extLst>
                <a:ext uri="{FF2B5EF4-FFF2-40B4-BE49-F238E27FC236}">
                  <a16:creationId xmlns:a16="http://schemas.microsoft.com/office/drawing/2014/main" id="{73E3AEA2-809E-479B-B6C9-CA2DDE112AA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8" y="3676"/>
              <a:ext cx="10" cy="11"/>
            </a:xfrm>
            <a:custGeom>
              <a:avLst/>
              <a:gdLst>
                <a:gd name="T0" fmla="*/ 32 w 5"/>
                <a:gd name="T1" fmla="*/ 9 h 5"/>
                <a:gd name="T2" fmla="*/ 40 w 5"/>
                <a:gd name="T3" fmla="*/ 53 h 5"/>
                <a:gd name="T4" fmla="*/ 8 w 5"/>
                <a:gd name="T5" fmla="*/ 33 h 5"/>
                <a:gd name="T6" fmla="*/ 32 w 5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5">
                  <a:moveTo>
                    <a:pt x="4" y="1"/>
                  </a:moveTo>
                  <a:cubicBezTo>
                    <a:pt x="2" y="1"/>
                    <a:pt x="3" y="4"/>
                    <a:pt x="5" y="5"/>
                  </a:cubicBezTo>
                  <a:cubicBezTo>
                    <a:pt x="4" y="5"/>
                    <a:pt x="2" y="4"/>
                    <a:pt x="1" y="3"/>
                  </a:cubicBezTo>
                  <a:cubicBezTo>
                    <a:pt x="0" y="2"/>
                    <a:pt x="3" y="0"/>
                    <a:pt x="4" y="0"/>
                  </a:cubicBezTo>
                </a:path>
              </a:pathLst>
            </a:custGeom>
            <a:solidFill>
              <a:srgbClr val="AF97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2846" name="Freeform 832">
              <a:extLst>
                <a:ext uri="{FF2B5EF4-FFF2-40B4-BE49-F238E27FC236}">
                  <a16:creationId xmlns:a16="http://schemas.microsoft.com/office/drawing/2014/main" id="{8021DF2F-9CB8-4B36-B51F-A86FCA4EF7C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5" y="3704"/>
              <a:ext cx="11" cy="14"/>
            </a:xfrm>
            <a:custGeom>
              <a:avLst/>
              <a:gdLst>
                <a:gd name="T0" fmla="*/ 53 w 5"/>
                <a:gd name="T1" fmla="*/ 12 h 6"/>
                <a:gd name="T2" fmla="*/ 33 w 5"/>
                <a:gd name="T3" fmla="*/ 28 h 6"/>
                <a:gd name="T4" fmla="*/ 33 w 5"/>
                <a:gd name="T5" fmla="*/ 77 h 6"/>
                <a:gd name="T6" fmla="*/ 44 w 5"/>
                <a:gd name="T7" fmla="*/ 12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6">
                  <a:moveTo>
                    <a:pt x="5" y="1"/>
                  </a:moveTo>
                  <a:cubicBezTo>
                    <a:pt x="5" y="1"/>
                    <a:pt x="3" y="1"/>
                    <a:pt x="3" y="2"/>
                  </a:cubicBezTo>
                  <a:cubicBezTo>
                    <a:pt x="2" y="3"/>
                    <a:pt x="2" y="5"/>
                    <a:pt x="3" y="6"/>
                  </a:cubicBezTo>
                  <a:cubicBezTo>
                    <a:pt x="2" y="4"/>
                    <a:pt x="0" y="0"/>
                    <a:pt x="4" y="1"/>
                  </a:cubicBezTo>
                </a:path>
              </a:pathLst>
            </a:custGeom>
            <a:solidFill>
              <a:srgbClr val="AF97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2847" name="Freeform 833">
              <a:extLst>
                <a:ext uri="{FF2B5EF4-FFF2-40B4-BE49-F238E27FC236}">
                  <a16:creationId xmlns:a16="http://schemas.microsoft.com/office/drawing/2014/main" id="{73800163-2B92-45C3-A7A6-CC63EF2005B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9" y="3742"/>
              <a:ext cx="10" cy="16"/>
            </a:xfrm>
            <a:custGeom>
              <a:avLst/>
              <a:gdLst>
                <a:gd name="T0" fmla="*/ 40 w 5"/>
                <a:gd name="T1" fmla="*/ 11 h 7"/>
                <a:gd name="T2" fmla="*/ 32 w 5"/>
                <a:gd name="T3" fmla="*/ 85 h 7"/>
                <a:gd name="T4" fmla="*/ 8 w 5"/>
                <a:gd name="T5" fmla="*/ 48 h 7"/>
                <a:gd name="T6" fmla="*/ 32 w 5"/>
                <a:gd name="T7" fmla="*/ 11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7">
                  <a:moveTo>
                    <a:pt x="5" y="1"/>
                  </a:moveTo>
                  <a:cubicBezTo>
                    <a:pt x="1" y="0"/>
                    <a:pt x="1" y="6"/>
                    <a:pt x="4" y="7"/>
                  </a:cubicBezTo>
                  <a:cubicBezTo>
                    <a:pt x="3" y="6"/>
                    <a:pt x="2" y="5"/>
                    <a:pt x="1" y="4"/>
                  </a:cubicBezTo>
                  <a:cubicBezTo>
                    <a:pt x="0" y="3"/>
                    <a:pt x="2" y="0"/>
                    <a:pt x="4" y="1"/>
                  </a:cubicBezTo>
                </a:path>
              </a:pathLst>
            </a:custGeom>
            <a:solidFill>
              <a:srgbClr val="AF97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2848" name="Freeform 834">
              <a:extLst>
                <a:ext uri="{FF2B5EF4-FFF2-40B4-BE49-F238E27FC236}">
                  <a16:creationId xmlns:a16="http://schemas.microsoft.com/office/drawing/2014/main" id="{AD6F1155-B708-4128-95DA-CAB92D7A8A9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8" y="3774"/>
              <a:ext cx="8" cy="13"/>
            </a:xfrm>
            <a:custGeom>
              <a:avLst/>
              <a:gdLst>
                <a:gd name="T0" fmla="*/ 32 w 4"/>
                <a:gd name="T1" fmla="*/ 9 h 6"/>
                <a:gd name="T2" fmla="*/ 24 w 4"/>
                <a:gd name="T3" fmla="*/ 61 h 6"/>
                <a:gd name="T4" fmla="*/ 8 w 4"/>
                <a:gd name="T5" fmla="*/ 43 h 6"/>
                <a:gd name="T6" fmla="*/ 24 w 4"/>
                <a:gd name="T7" fmla="*/ 9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6">
                  <a:moveTo>
                    <a:pt x="4" y="1"/>
                  </a:moveTo>
                  <a:cubicBezTo>
                    <a:pt x="1" y="0"/>
                    <a:pt x="1" y="4"/>
                    <a:pt x="3" y="6"/>
                  </a:cubicBezTo>
                  <a:cubicBezTo>
                    <a:pt x="2" y="6"/>
                    <a:pt x="1" y="5"/>
                    <a:pt x="1" y="4"/>
                  </a:cubicBezTo>
                  <a:cubicBezTo>
                    <a:pt x="0" y="2"/>
                    <a:pt x="1" y="0"/>
                    <a:pt x="3" y="1"/>
                  </a:cubicBezTo>
                </a:path>
              </a:pathLst>
            </a:custGeom>
            <a:solidFill>
              <a:srgbClr val="AF97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2849" name="Freeform 835">
              <a:extLst>
                <a:ext uri="{FF2B5EF4-FFF2-40B4-BE49-F238E27FC236}">
                  <a16:creationId xmlns:a16="http://schemas.microsoft.com/office/drawing/2014/main" id="{6E39690A-6386-4ABD-AF67-5EA8ED00067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3" y="3809"/>
              <a:ext cx="11" cy="14"/>
            </a:xfrm>
            <a:custGeom>
              <a:avLst/>
              <a:gdLst>
                <a:gd name="T0" fmla="*/ 53 w 5"/>
                <a:gd name="T1" fmla="*/ 12 h 6"/>
                <a:gd name="T2" fmla="*/ 33 w 5"/>
                <a:gd name="T3" fmla="*/ 77 h 6"/>
                <a:gd name="T4" fmla="*/ 9 w 5"/>
                <a:gd name="T5" fmla="*/ 37 h 6"/>
                <a:gd name="T6" fmla="*/ 33 w 5"/>
                <a:gd name="T7" fmla="*/ 12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6">
                  <a:moveTo>
                    <a:pt x="5" y="1"/>
                  </a:moveTo>
                  <a:cubicBezTo>
                    <a:pt x="3" y="0"/>
                    <a:pt x="1" y="5"/>
                    <a:pt x="3" y="6"/>
                  </a:cubicBezTo>
                  <a:cubicBezTo>
                    <a:pt x="2" y="5"/>
                    <a:pt x="1" y="4"/>
                    <a:pt x="1" y="3"/>
                  </a:cubicBezTo>
                  <a:cubicBezTo>
                    <a:pt x="0" y="2"/>
                    <a:pt x="2" y="0"/>
                    <a:pt x="3" y="1"/>
                  </a:cubicBezTo>
                </a:path>
              </a:pathLst>
            </a:custGeom>
            <a:solidFill>
              <a:srgbClr val="AF97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2850" name="Freeform 836">
              <a:extLst>
                <a:ext uri="{FF2B5EF4-FFF2-40B4-BE49-F238E27FC236}">
                  <a16:creationId xmlns:a16="http://schemas.microsoft.com/office/drawing/2014/main" id="{427EE915-1B2F-4873-97FB-1BCB60679DB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6" y="3709"/>
              <a:ext cx="11" cy="9"/>
            </a:xfrm>
            <a:custGeom>
              <a:avLst/>
              <a:gdLst>
                <a:gd name="T0" fmla="*/ 33 w 5"/>
                <a:gd name="T1" fmla="*/ 0 h 4"/>
                <a:gd name="T2" fmla="*/ 20 w 5"/>
                <a:gd name="T3" fmla="*/ 36 h 4"/>
                <a:gd name="T4" fmla="*/ 0 w 5"/>
                <a:gd name="T5" fmla="*/ 25 h 4"/>
                <a:gd name="T6" fmla="*/ 44 w 5"/>
                <a:gd name="T7" fmla="*/ 36 h 4"/>
                <a:gd name="T8" fmla="*/ 33 w 5"/>
                <a:gd name="T9" fmla="*/ 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4">
                  <a:moveTo>
                    <a:pt x="3" y="0"/>
                  </a:moveTo>
                  <a:cubicBezTo>
                    <a:pt x="3" y="1"/>
                    <a:pt x="3" y="2"/>
                    <a:pt x="2" y="3"/>
                  </a:cubicBezTo>
                  <a:cubicBezTo>
                    <a:pt x="1" y="3"/>
                    <a:pt x="0" y="3"/>
                    <a:pt x="0" y="2"/>
                  </a:cubicBezTo>
                  <a:cubicBezTo>
                    <a:pt x="1" y="3"/>
                    <a:pt x="2" y="4"/>
                    <a:pt x="4" y="3"/>
                  </a:cubicBezTo>
                  <a:cubicBezTo>
                    <a:pt x="5" y="2"/>
                    <a:pt x="4" y="1"/>
                    <a:pt x="3" y="0"/>
                  </a:cubicBezTo>
                </a:path>
              </a:pathLst>
            </a:custGeom>
            <a:solidFill>
              <a:srgbClr val="AF97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2851" name="Freeform 837">
              <a:extLst>
                <a:ext uri="{FF2B5EF4-FFF2-40B4-BE49-F238E27FC236}">
                  <a16:creationId xmlns:a16="http://schemas.microsoft.com/office/drawing/2014/main" id="{D784FB18-4BBA-42AC-8996-00A86D4688C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6" y="3736"/>
              <a:ext cx="8" cy="11"/>
            </a:xfrm>
            <a:custGeom>
              <a:avLst/>
              <a:gdLst>
                <a:gd name="T0" fmla="*/ 16 w 4"/>
                <a:gd name="T1" fmla="*/ 0 h 5"/>
                <a:gd name="T2" fmla="*/ 24 w 4"/>
                <a:gd name="T3" fmla="*/ 33 h 5"/>
                <a:gd name="T4" fmla="*/ 0 w 4"/>
                <a:gd name="T5" fmla="*/ 44 h 5"/>
                <a:gd name="T6" fmla="*/ 24 w 4"/>
                <a:gd name="T7" fmla="*/ 44 h 5"/>
                <a:gd name="T8" fmla="*/ 24 w 4"/>
                <a:gd name="T9" fmla="*/ 0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5">
                  <a:moveTo>
                    <a:pt x="2" y="0"/>
                  </a:moveTo>
                  <a:cubicBezTo>
                    <a:pt x="2" y="1"/>
                    <a:pt x="3" y="2"/>
                    <a:pt x="3" y="3"/>
                  </a:cubicBezTo>
                  <a:cubicBezTo>
                    <a:pt x="2" y="4"/>
                    <a:pt x="1" y="4"/>
                    <a:pt x="0" y="4"/>
                  </a:cubicBezTo>
                  <a:cubicBezTo>
                    <a:pt x="1" y="4"/>
                    <a:pt x="2" y="5"/>
                    <a:pt x="3" y="4"/>
                  </a:cubicBezTo>
                  <a:cubicBezTo>
                    <a:pt x="4" y="3"/>
                    <a:pt x="4" y="1"/>
                    <a:pt x="3" y="0"/>
                  </a:cubicBezTo>
                </a:path>
              </a:pathLst>
            </a:custGeom>
            <a:solidFill>
              <a:srgbClr val="AF97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2852" name="Freeform 838">
              <a:extLst>
                <a:ext uri="{FF2B5EF4-FFF2-40B4-BE49-F238E27FC236}">
                  <a16:creationId xmlns:a16="http://schemas.microsoft.com/office/drawing/2014/main" id="{3010B7FD-CAC7-4D0C-8CB3-06A8C44C1F0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9" y="3767"/>
              <a:ext cx="11" cy="13"/>
            </a:xfrm>
            <a:custGeom>
              <a:avLst/>
              <a:gdLst>
                <a:gd name="T0" fmla="*/ 33 w 5"/>
                <a:gd name="T1" fmla="*/ 0 h 6"/>
                <a:gd name="T2" fmla="*/ 0 w 5"/>
                <a:gd name="T3" fmla="*/ 43 h 6"/>
                <a:gd name="T4" fmla="*/ 44 w 5"/>
                <a:gd name="T5" fmla="*/ 43 h 6"/>
                <a:gd name="T6" fmla="*/ 44 w 5"/>
                <a:gd name="T7" fmla="*/ 9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6">
                  <a:moveTo>
                    <a:pt x="3" y="0"/>
                  </a:moveTo>
                  <a:cubicBezTo>
                    <a:pt x="3" y="2"/>
                    <a:pt x="3" y="6"/>
                    <a:pt x="0" y="4"/>
                  </a:cubicBezTo>
                  <a:cubicBezTo>
                    <a:pt x="1" y="5"/>
                    <a:pt x="3" y="5"/>
                    <a:pt x="4" y="4"/>
                  </a:cubicBezTo>
                  <a:cubicBezTo>
                    <a:pt x="5" y="3"/>
                    <a:pt x="4" y="2"/>
                    <a:pt x="4" y="1"/>
                  </a:cubicBezTo>
                </a:path>
              </a:pathLst>
            </a:custGeom>
            <a:solidFill>
              <a:srgbClr val="AF97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2853" name="Freeform 839">
              <a:extLst>
                <a:ext uri="{FF2B5EF4-FFF2-40B4-BE49-F238E27FC236}">
                  <a16:creationId xmlns:a16="http://schemas.microsoft.com/office/drawing/2014/main" id="{1BA33116-A8B2-4E4B-81CE-7081508DBBA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5" y="3805"/>
              <a:ext cx="8" cy="11"/>
            </a:xfrm>
            <a:custGeom>
              <a:avLst/>
              <a:gdLst>
                <a:gd name="T0" fmla="*/ 16 w 4"/>
                <a:gd name="T1" fmla="*/ 0 h 5"/>
                <a:gd name="T2" fmla="*/ 0 w 4"/>
                <a:gd name="T3" fmla="*/ 44 h 5"/>
                <a:gd name="T4" fmla="*/ 24 w 4"/>
                <a:gd name="T5" fmla="*/ 44 h 5"/>
                <a:gd name="T6" fmla="*/ 24 w 4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5">
                  <a:moveTo>
                    <a:pt x="2" y="0"/>
                  </a:moveTo>
                  <a:cubicBezTo>
                    <a:pt x="4" y="2"/>
                    <a:pt x="1" y="4"/>
                    <a:pt x="0" y="4"/>
                  </a:cubicBezTo>
                  <a:cubicBezTo>
                    <a:pt x="1" y="4"/>
                    <a:pt x="2" y="5"/>
                    <a:pt x="3" y="4"/>
                  </a:cubicBezTo>
                  <a:cubicBezTo>
                    <a:pt x="4" y="3"/>
                    <a:pt x="4" y="1"/>
                    <a:pt x="3" y="0"/>
                  </a:cubicBezTo>
                </a:path>
              </a:pathLst>
            </a:custGeom>
            <a:solidFill>
              <a:srgbClr val="AF97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2854" name="Freeform 840">
              <a:extLst>
                <a:ext uri="{FF2B5EF4-FFF2-40B4-BE49-F238E27FC236}">
                  <a16:creationId xmlns:a16="http://schemas.microsoft.com/office/drawing/2014/main" id="{E1D475A8-F2E6-40C3-9C67-9151C86F1B1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8" y="3836"/>
              <a:ext cx="11" cy="13"/>
            </a:xfrm>
            <a:custGeom>
              <a:avLst/>
              <a:gdLst>
                <a:gd name="T0" fmla="*/ 9 w 5"/>
                <a:gd name="T1" fmla="*/ 0 h 6"/>
                <a:gd name="T2" fmla="*/ 0 w 5"/>
                <a:gd name="T3" fmla="*/ 61 h 6"/>
                <a:gd name="T4" fmla="*/ 44 w 5"/>
                <a:gd name="T5" fmla="*/ 43 h 6"/>
                <a:gd name="T6" fmla="*/ 20 w 5"/>
                <a:gd name="T7" fmla="*/ 0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6">
                  <a:moveTo>
                    <a:pt x="1" y="0"/>
                  </a:moveTo>
                  <a:cubicBezTo>
                    <a:pt x="3" y="2"/>
                    <a:pt x="3" y="6"/>
                    <a:pt x="0" y="6"/>
                  </a:cubicBezTo>
                  <a:cubicBezTo>
                    <a:pt x="2" y="6"/>
                    <a:pt x="4" y="6"/>
                    <a:pt x="4" y="4"/>
                  </a:cubicBezTo>
                  <a:cubicBezTo>
                    <a:pt x="5" y="2"/>
                    <a:pt x="3" y="1"/>
                    <a:pt x="2" y="0"/>
                  </a:cubicBezTo>
                </a:path>
              </a:pathLst>
            </a:custGeom>
            <a:solidFill>
              <a:srgbClr val="AF97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2855" name="Freeform 841">
              <a:extLst>
                <a:ext uri="{FF2B5EF4-FFF2-40B4-BE49-F238E27FC236}">
                  <a16:creationId xmlns:a16="http://schemas.microsoft.com/office/drawing/2014/main" id="{A248C0F3-31DF-4E7D-82BE-178D772DA2A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1" y="3700"/>
              <a:ext cx="67" cy="136"/>
            </a:xfrm>
            <a:custGeom>
              <a:avLst/>
              <a:gdLst>
                <a:gd name="T0" fmla="*/ 44 w 32"/>
                <a:gd name="T1" fmla="*/ 676 h 61"/>
                <a:gd name="T2" fmla="*/ 0 w 32"/>
                <a:gd name="T3" fmla="*/ 622 h 61"/>
                <a:gd name="T4" fmla="*/ 36 w 32"/>
                <a:gd name="T5" fmla="*/ 497 h 61"/>
                <a:gd name="T6" fmla="*/ 92 w 32"/>
                <a:gd name="T7" fmla="*/ 368 h 61"/>
                <a:gd name="T8" fmla="*/ 136 w 32"/>
                <a:gd name="T9" fmla="*/ 243 h 61"/>
                <a:gd name="T10" fmla="*/ 176 w 32"/>
                <a:gd name="T11" fmla="*/ 145 h 61"/>
                <a:gd name="T12" fmla="*/ 249 w 32"/>
                <a:gd name="T13" fmla="*/ 20 h 61"/>
                <a:gd name="T14" fmla="*/ 276 w 32"/>
                <a:gd name="T15" fmla="*/ 100 h 61"/>
                <a:gd name="T16" fmla="*/ 176 w 32"/>
                <a:gd name="T17" fmla="*/ 352 h 61"/>
                <a:gd name="T18" fmla="*/ 101 w 32"/>
                <a:gd name="T19" fmla="*/ 566 h 61"/>
                <a:gd name="T20" fmla="*/ 75 w 32"/>
                <a:gd name="T21" fmla="*/ 642 h 6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2" h="61">
                  <a:moveTo>
                    <a:pt x="5" y="61"/>
                  </a:moveTo>
                  <a:cubicBezTo>
                    <a:pt x="2" y="60"/>
                    <a:pt x="0" y="59"/>
                    <a:pt x="0" y="56"/>
                  </a:cubicBezTo>
                  <a:cubicBezTo>
                    <a:pt x="0" y="52"/>
                    <a:pt x="3" y="48"/>
                    <a:pt x="4" y="45"/>
                  </a:cubicBezTo>
                  <a:cubicBezTo>
                    <a:pt x="6" y="41"/>
                    <a:pt x="8" y="37"/>
                    <a:pt x="10" y="33"/>
                  </a:cubicBezTo>
                  <a:cubicBezTo>
                    <a:pt x="12" y="29"/>
                    <a:pt x="14" y="26"/>
                    <a:pt x="15" y="22"/>
                  </a:cubicBezTo>
                  <a:cubicBezTo>
                    <a:pt x="17" y="19"/>
                    <a:pt x="18" y="16"/>
                    <a:pt x="19" y="13"/>
                  </a:cubicBezTo>
                  <a:cubicBezTo>
                    <a:pt x="21" y="10"/>
                    <a:pt x="23" y="4"/>
                    <a:pt x="27" y="2"/>
                  </a:cubicBezTo>
                  <a:cubicBezTo>
                    <a:pt x="32" y="0"/>
                    <a:pt x="31" y="7"/>
                    <a:pt x="30" y="9"/>
                  </a:cubicBezTo>
                  <a:cubicBezTo>
                    <a:pt x="27" y="17"/>
                    <a:pt x="22" y="24"/>
                    <a:pt x="19" y="32"/>
                  </a:cubicBezTo>
                  <a:cubicBezTo>
                    <a:pt x="16" y="38"/>
                    <a:pt x="13" y="44"/>
                    <a:pt x="11" y="51"/>
                  </a:cubicBezTo>
                  <a:cubicBezTo>
                    <a:pt x="10" y="53"/>
                    <a:pt x="8" y="56"/>
                    <a:pt x="8" y="58"/>
                  </a:cubicBezTo>
                </a:path>
              </a:pathLst>
            </a:custGeom>
            <a:solidFill>
              <a:srgbClr val="D7C5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2856" name="Freeform 842">
              <a:extLst>
                <a:ext uri="{FF2B5EF4-FFF2-40B4-BE49-F238E27FC236}">
                  <a16:creationId xmlns:a16="http://schemas.microsoft.com/office/drawing/2014/main" id="{60F2296F-4855-4ABF-B912-24DA10D7F67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6" y="3678"/>
              <a:ext cx="53" cy="35"/>
            </a:xfrm>
            <a:custGeom>
              <a:avLst/>
              <a:gdLst>
                <a:gd name="T0" fmla="*/ 0 w 25"/>
                <a:gd name="T1" fmla="*/ 20 h 16"/>
                <a:gd name="T2" fmla="*/ 68 w 25"/>
                <a:gd name="T3" fmla="*/ 9 h 16"/>
                <a:gd name="T4" fmla="*/ 172 w 25"/>
                <a:gd name="T5" fmla="*/ 53 h 16"/>
                <a:gd name="T6" fmla="*/ 237 w 25"/>
                <a:gd name="T7" fmla="*/ 168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16">
                  <a:moveTo>
                    <a:pt x="0" y="2"/>
                  </a:moveTo>
                  <a:cubicBezTo>
                    <a:pt x="3" y="1"/>
                    <a:pt x="4" y="0"/>
                    <a:pt x="7" y="1"/>
                  </a:cubicBezTo>
                  <a:cubicBezTo>
                    <a:pt x="11" y="2"/>
                    <a:pt x="14" y="2"/>
                    <a:pt x="18" y="5"/>
                  </a:cubicBezTo>
                  <a:cubicBezTo>
                    <a:pt x="21" y="7"/>
                    <a:pt x="24" y="11"/>
                    <a:pt x="25" y="16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2857" name="Freeform 843">
              <a:extLst>
                <a:ext uri="{FF2B5EF4-FFF2-40B4-BE49-F238E27FC236}">
                  <a16:creationId xmlns:a16="http://schemas.microsoft.com/office/drawing/2014/main" id="{015DBC91-D335-4542-B803-66F8C1018CE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4" y="3711"/>
              <a:ext cx="56" cy="29"/>
            </a:xfrm>
            <a:custGeom>
              <a:avLst/>
              <a:gdLst>
                <a:gd name="T0" fmla="*/ 0 w 27"/>
                <a:gd name="T1" fmla="*/ 0 h 13"/>
                <a:gd name="T2" fmla="*/ 81 w 27"/>
                <a:gd name="T3" fmla="*/ 9 h 13"/>
                <a:gd name="T4" fmla="*/ 160 w 27"/>
                <a:gd name="T5" fmla="*/ 45 h 13"/>
                <a:gd name="T6" fmla="*/ 241 w 27"/>
                <a:gd name="T7" fmla="*/ 145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13">
                  <a:moveTo>
                    <a:pt x="0" y="0"/>
                  </a:moveTo>
                  <a:cubicBezTo>
                    <a:pt x="3" y="1"/>
                    <a:pt x="6" y="1"/>
                    <a:pt x="9" y="1"/>
                  </a:cubicBezTo>
                  <a:cubicBezTo>
                    <a:pt x="12" y="2"/>
                    <a:pt x="15" y="2"/>
                    <a:pt x="18" y="4"/>
                  </a:cubicBezTo>
                  <a:cubicBezTo>
                    <a:pt x="22" y="6"/>
                    <a:pt x="24" y="9"/>
                    <a:pt x="27" y="13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2858" name="Freeform 844">
              <a:extLst>
                <a:ext uri="{FF2B5EF4-FFF2-40B4-BE49-F238E27FC236}">
                  <a16:creationId xmlns:a16="http://schemas.microsoft.com/office/drawing/2014/main" id="{65356C49-6BA4-4C8B-BDFE-47D0DAD1F95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7" y="3747"/>
              <a:ext cx="56" cy="24"/>
            </a:xfrm>
            <a:custGeom>
              <a:avLst/>
              <a:gdLst>
                <a:gd name="T0" fmla="*/ 0 w 27"/>
                <a:gd name="T1" fmla="*/ 9 h 11"/>
                <a:gd name="T2" fmla="*/ 151 w 27"/>
                <a:gd name="T3" fmla="*/ 20 h 11"/>
                <a:gd name="T4" fmla="*/ 241 w 27"/>
                <a:gd name="T5" fmla="*/ 113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11">
                  <a:moveTo>
                    <a:pt x="0" y="1"/>
                  </a:moveTo>
                  <a:cubicBezTo>
                    <a:pt x="5" y="1"/>
                    <a:pt x="12" y="0"/>
                    <a:pt x="17" y="2"/>
                  </a:cubicBezTo>
                  <a:cubicBezTo>
                    <a:pt x="21" y="4"/>
                    <a:pt x="24" y="8"/>
                    <a:pt x="27" y="11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2859" name="Freeform 845">
              <a:extLst>
                <a:ext uri="{FF2B5EF4-FFF2-40B4-BE49-F238E27FC236}">
                  <a16:creationId xmlns:a16="http://schemas.microsoft.com/office/drawing/2014/main" id="{3393A411-6AE6-48B9-BD30-B4D2C87172A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6" y="3780"/>
              <a:ext cx="51" cy="31"/>
            </a:xfrm>
            <a:custGeom>
              <a:avLst/>
              <a:gdLst>
                <a:gd name="T0" fmla="*/ 0 w 24"/>
                <a:gd name="T1" fmla="*/ 0 h 14"/>
                <a:gd name="T2" fmla="*/ 68 w 24"/>
                <a:gd name="T3" fmla="*/ 0 h 14"/>
                <a:gd name="T4" fmla="*/ 181 w 24"/>
                <a:gd name="T5" fmla="*/ 64 h 14"/>
                <a:gd name="T6" fmla="*/ 230 w 24"/>
                <a:gd name="T7" fmla="*/ 153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14">
                  <a:moveTo>
                    <a:pt x="0" y="0"/>
                  </a:moveTo>
                  <a:cubicBezTo>
                    <a:pt x="2" y="1"/>
                    <a:pt x="5" y="0"/>
                    <a:pt x="7" y="0"/>
                  </a:cubicBezTo>
                  <a:cubicBezTo>
                    <a:pt x="11" y="1"/>
                    <a:pt x="15" y="3"/>
                    <a:pt x="19" y="6"/>
                  </a:cubicBezTo>
                  <a:cubicBezTo>
                    <a:pt x="21" y="8"/>
                    <a:pt x="23" y="11"/>
                    <a:pt x="24" y="14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2860" name="Freeform 846">
              <a:extLst>
                <a:ext uri="{FF2B5EF4-FFF2-40B4-BE49-F238E27FC236}">
                  <a16:creationId xmlns:a16="http://schemas.microsoft.com/office/drawing/2014/main" id="{8467F1DC-4F45-480B-9D28-C8AFDD7107C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2" y="3816"/>
              <a:ext cx="58" cy="27"/>
            </a:xfrm>
            <a:custGeom>
              <a:avLst/>
              <a:gdLst>
                <a:gd name="T0" fmla="*/ 0 w 28"/>
                <a:gd name="T1" fmla="*/ 0 h 12"/>
                <a:gd name="T2" fmla="*/ 44 w 28"/>
                <a:gd name="T3" fmla="*/ 0 h 12"/>
                <a:gd name="T4" fmla="*/ 168 w 28"/>
                <a:gd name="T5" fmla="*/ 56 h 12"/>
                <a:gd name="T6" fmla="*/ 232 w 28"/>
                <a:gd name="T7" fmla="*/ 117 h 12"/>
                <a:gd name="T8" fmla="*/ 249 w 28"/>
                <a:gd name="T9" fmla="*/ 137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12">
                  <a:moveTo>
                    <a:pt x="0" y="0"/>
                  </a:moveTo>
                  <a:cubicBezTo>
                    <a:pt x="2" y="0"/>
                    <a:pt x="4" y="0"/>
                    <a:pt x="5" y="0"/>
                  </a:cubicBezTo>
                  <a:cubicBezTo>
                    <a:pt x="10" y="1"/>
                    <a:pt x="14" y="3"/>
                    <a:pt x="19" y="5"/>
                  </a:cubicBezTo>
                  <a:cubicBezTo>
                    <a:pt x="21" y="6"/>
                    <a:pt x="24" y="7"/>
                    <a:pt x="26" y="10"/>
                  </a:cubicBezTo>
                  <a:cubicBezTo>
                    <a:pt x="26" y="10"/>
                    <a:pt x="27" y="12"/>
                    <a:pt x="28" y="12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2861" name="Freeform 847">
              <a:extLst>
                <a:ext uri="{FF2B5EF4-FFF2-40B4-BE49-F238E27FC236}">
                  <a16:creationId xmlns:a16="http://schemas.microsoft.com/office/drawing/2014/main" id="{CCD4CD18-3B46-4814-B639-704E36269F8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9" y="3649"/>
              <a:ext cx="304" cy="379"/>
            </a:xfrm>
            <a:custGeom>
              <a:avLst/>
              <a:gdLst>
                <a:gd name="T0" fmla="*/ 690 w 145"/>
                <a:gd name="T1" fmla="*/ 0 h 170"/>
                <a:gd name="T2" fmla="*/ 1327 w 145"/>
                <a:gd name="T3" fmla="*/ 65 h 170"/>
                <a:gd name="T4" fmla="*/ 1327 w 145"/>
                <a:gd name="T5" fmla="*/ 453 h 170"/>
                <a:gd name="T6" fmla="*/ 1327 w 145"/>
                <a:gd name="T7" fmla="*/ 667 h 170"/>
                <a:gd name="T8" fmla="*/ 1262 w 145"/>
                <a:gd name="T9" fmla="*/ 854 h 170"/>
                <a:gd name="T10" fmla="*/ 1117 w 145"/>
                <a:gd name="T11" fmla="*/ 1217 h 170"/>
                <a:gd name="T12" fmla="*/ 514 w 145"/>
                <a:gd name="T13" fmla="*/ 1739 h 170"/>
                <a:gd name="T14" fmla="*/ 128 w 145"/>
                <a:gd name="T15" fmla="*/ 1055 h 170"/>
                <a:gd name="T16" fmla="*/ 312 w 145"/>
                <a:gd name="T17" fmla="*/ 820 h 170"/>
                <a:gd name="T18" fmla="*/ 690 w 145"/>
                <a:gd name="T19" fmla="*/ 0 h 17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45" h="170">
                  <a:moveTo>
                    <a:pt x="75" y="0"/>
                  </a:moveTo>
                  <a:cubicBezTo>
                    <a:pt x="75" y="0"/>
                    <a:pt x="106" y="31"/>
                    <a:pt x="144" y="6"/>
                  </a:cubicBezTo>
                  <a:cubicBezTo>
                    <a:pt x="144" y="6"/>
                    <a:pt x="145" y="27"/>
                    <a:pt x="144" y="41"/>
                  </a:cubicBezTo>
                  <a:cubicBezTo>
                    <a:pt x="144" y="60"/>
                    <a:pt x="144" y="60"/>
                    <a:pt x="144" y="60"/>
                  </a:cubicBezTo>
                  <a:cubicBezTo>
                    <a:pt x="144" y="60"/>
                    <a:pt x="145" y="69"/>
                    <a:pt x="137" y="77"/>
                  </a:cubicBezTo>
                  <a:cubicBezTo>
                    <a:pt x="129" y="85"/>
                    <a:pt x="122" y="101"/>
                    <a:pt x="121" y="110"/>
                  </a:cubicBezTo>
                  <a:cubicBezTo>
                    <a:pt x="119" y="118"/>
                    <a:pt x="102" y="170"/>
                    <a:pt x="56" y="157"/>
                  </a:cubicBezTo>
                  <a:cubicBezTo>
                    <a:pt x="10" y="144"/>
                    <a:pt x="0" y="111"/>
                    <a:pt x="14" y="95"/>
                  </a:cubicBezTo>
                  <a:cubicBezTo>
                    <a:pt x="27" y="80"/>
                    <a:pt x="34" y="74"/>
                    <a:pt x="34" y="74"/>
                  </a:cubicBezTo>
                  <a:cubicBezTo>
                    <a:pt x="34" y="74"/>
                    <a:pt x="68" y="7"/>
                    <a:pt x="75" y="0"/>
                  </a:cubicBezTo>
                  <a:close/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2862" name="Freeform 848">
              <a:extLst>
                <a:ext uri="{FF2B5EF4-FFF2-40B4-BE49-F238E27FC236}">
                  <a16:creationId xmlns:a16="http://schemas.microsoft.com/office/drawing/2014/main" id="{8EADF0D1-10D6-4169-B4AB-7EEEE84EAE3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7" y="3769"/>
              <a:ext cx="255" cy="218"/>
            </a:xfrm>
            <a:custGeom>
              <a:avLst/>
              <a:gdLst>
                <a:gd name="T0" fmla="*/ 0 w 122"/>
                <a:gd name="T1" fmla="*/ 825 h 98"/>
                <a:gd name="T2" fmla="*/ 560 w 122"/>
                <a:gd name="T3" fmla="*/ 1034 h 98"/>
                <a:gd name="T4" fmla="*/ 957 w 122"/>
                <a:gd name="T5" fmla="*/ 360 h 98"/>
                <a:gd name="T6" fmla="*/ 1114 w 122"/>
                <a:gd name="T7" fmla="*/ 0 h 9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2" h="98">
                  <a:moveTo>
                    <a:pt x="0" y="75"/>
                  </a:moveTo>
                  <a:cubicBezTo>
                    <a:pt x="0" y="75"/>
                    <a:pt x="24" y="98"/>
                    <a:pt x="61" y="94"/>
                  </a:cubicBezTo>
                  <a:cubicBezTo>
                    <a:pt x="87" y="91"/>
                    <a:pt x="101" y="43"/>
                    <a:pt x="105" y="33"/>
                  </a:cubicBezTo>
                  <a:cubicBezTo>
                    <a:pt x="109" y="23"/>
                    <a:pt x="118" y="10"/>
                    <a:pt x="122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2863" name="Freeform 849">
              <a:extLst>
                <a:ext uri="{FF2B5EF4-FFF2-40B4-BE49-F238E27FC236}">
                  <a16:creationId xmlns:a16="http://schemas.microsoft.com/office/drawing/2014/main" id="{BC48F20B-97FF-484F-99AA-2F95109B978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1" y="3945"/>
              <a:ext cx="159" cy="94"/>
            </a:xfrm>
            <a:custGeom>
              <a:avLst/>
              <a:gdLst>
                <a:gd name="T0" fmla="*/ 0 w 76"/>
                <a:gd name="T1" fmla="*/ 0 h 42"/>
                <a:gd name="T2" fmla="*/ 697 w 76"/>
                <a:gd name="T3" fmla="*/ 110 h 42"/>
                <a:gd name="T4" fmla="*/ 686 w 76"/>
                <a:gd name="T5" fmla="*/ 145 h 42"/>
                <a:gd name="T6" fmla="*/ 0 w 76"/>
                <a:gd name="T7" fmla="*/ 0 h 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6" h="42">
                  <a:moveTo>
                    <a:pt x="0" y="0"/>
                  </a:moveTo>
                  <a:cubicBezTo>
                    <a:pt x="0" y="0"/>
                    <a:pt x="37" y="34"/>
                    <a:pt x="76" y="10"/>
                  </a:cubicBezTo>
                  <a:cubicBezTo>
                    <a:pt x="75" y="13"/>
                    <a:pt x="75" y="13"/>
                    <a:pt x="75" y="13"/>
                  </a:cubicBezTo>
                  <a:cubicBezTo>
                    <a:pt x="75" y="13"/>
                    <a:pt x="44" y="42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2864" name="Freeform 850">
              <a:extLst>
                <a:ext uri="{FF2B5EF4-FFF2-40B4-BE49-F238E27FC236}">
                  <a16:creationId xmlns:a16="http://schemas.microsoft.com/office/drawing/2014/main" id="{B19280D0-8583-4A09-A92B-23178C176E8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7" y="3774"/>
              <a:ext cx="44" cy="89"/>
            </a:xfrm>
            <a:custGeom>
              <a:avLst/>
              <a:gdLst>
                <a:gd name="T0" fmla="*/ 176 w 21"/>
                <a:gd name="T1" fmla="*/ 0 h 40"/>
                <a:gd name="T2" fmla="*/ 168 w 21"/>
                <a:gd name="T3" fmla="*/ 118 h 40"/>
                <a:gd name="T4" fmla="*/ 0 w 21"/>
                <a:gd name="T5" fmla="*/ 441 h 40"/>
                <a:gd name="T6" fmla="*/ 168 w 21"/>
                <a:gd name="T7" fmla="*/ 0 h 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40">
                  <a:moveTo>
                    <a:pt x="19" y="0"/>
                  </a:moveTo>
                  <a:cubicBezTo>
                    <a:pt x="19" y="0"/>
                    <a:pt x="21" y="6"/>
                    <a:pt x="18" y="11"/>
                  </a:cubicBezTo>
                  <a:cubicBezTo>
                    <a:pt x="16" y="15"/>
                    <a:pt x="3" y="33"/>
                    <a:pt x="0" y="40"/>
                  </a:cubicBezTo>
                  <a:cubicBezTo>
                    <a:pt x="0" y="40"/>
                    <a:pt x="13" y="8"/>
                    <a:pt x="18" y="0"/>
                  </a:cubicBezTo>
                </a:path>
              </a:pathLst>
            </a:custGeom>
            <a:solidFill>
              <a:srgbClr val="D1D9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2865" name="Freeform 851">
              <a:extLst>
                <a:ext uri="{FF2B5EF4-FFF2-40B4-BE49-F238E27FC236}">
                  <a16:creationId xmlns:a16="http://schemas.microsoft.com/office/drawing/2014/main" id="{60DD0EED-1B7D-46F3-A254-BFB8C493BF8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3" y="3767"/>
              <a:ext cx="55" cy="149"/>
            </a:xfrm>
            <a:custGeom>
              <a:avLst/>
              <a:gdLst>
                <a:gd name="T0" fmla="*/ 0 w 26"/>
                <a:gd name="T1" fmla="*/ 736 h 67"/>
                <a:gd name="T2" fmla="*/ 125 w 26"/>
                <a:gd name="T3" fmla="*/ 420 h 67"/>
                <a:gd name="T4" fmla="*/ 245 w 26"/>
                <a:gd name="T5" fmla="*/ 153 h 67"/>
                <a:gd name="T6" fmla="*/ 0 w 26"/>
                <a:gd name="T7" fmla="*/ 736 h 6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67">
                  <a:moveTo>
                    <a:pt x="0" y="67"/>
                  </a:moveTo>
                  <a:cubicBezTo>
                    <a:pt x="0" y="67"/>
                    <a:pt x="10" y="46"/>
                    <a:pt x="13" y="38"/>
                  </a:cubicBezTo>
                  <a:cubicBezTo>
                    <a:pt x="15" y="29"/>
                    <a:pt x="26" y="14"/>
                    <a:pt x="26" y="14"/>
                  </a:cubicBezTo>
                  <a:cubicBezTo>
                    <a:pt x="26" y="14"/>
                    <a:pt x="13" y="0"/>
                    <a:pt x="0" y="67"/>
                  </a:cubicBezTo>
                  <a:close/>
                </a:path>
              </a:pathLst>
            </a:custGeom>
            <a:solidFill>
              <a:srgbClr val="AF97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2866" name="Freeform 852">
              <a:extLst>
                <a:ext uri="{FF2B5EF4-FFF2-40B4-BE49-F238E27FC236}">
                  <a16:creationId xmlns:a16="http://schemas.microsoft.com/office/drawing/2014/main" id="{B2DBFF7F-56F6-4438-A669-58154C41D07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0" y="3671"/>
              <a:ext cx="19" cy="116"/>
            </a:xfrm>
            <a:custGeom>
              <a:avLst/>
              <a:gdLst>
                <a:gd name="T0" fmla="*/ 84 w 9"/>
                <a:gd name="T1" fmla="*/ 0 h 52"/>
                <a:gd name="T2" fmla="*/ 84 w 9"/>
                <a:gd name="T3" fmla="*/ 368 h 52"/>
                <a:gd name="T4" fmla="*/ 0 w 9"/>
                <a:gd name="T5" fmla="*/ 578 h 52"/>
                <a:gd name="T6" fmla="*/ 84 w 9"/>
                <a:gd name="T7" fmla="*/ 0 h 5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52">
                  <a:moveTo>
                    <a:pt x="9" y="0"/>
                  </a:moveTo>
                  <a:cubicBezTo>
                    <a:pt x="9" y="0"/>
                    <a:pt x="8" y="31"/>
                    <a:pt x="9" y="33"/>
                  </a:cubicBezTo>
                  <a:cubicBezTo>
                    <a:pt x="9" y="35"/>
                    <a:pt x="3" y="47"/>
                    <a:pt x="0" y="52"/>
                  </a:cubicBezTo>
                  <a:cubicBezTo>
                    <a:pt x="0" y="52"/>
                    <a:pt x="9" y="37"/>
                    <a:pt x="9" y="0"/>
                  </a:cubicBezTo>
                  <a:close/>
                </a:path>
              </a:pathLst>
            </a:custGeom>
            <a:solidFill>
              <a:srgbClr val="AF97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2867" name="Freeform 853">
              <a:extLst>
                <a:ext uri="{FF2B5EF4-FFF2-40B4-BE49-F238E27FC236}">
                  <a16:creationId xmlns:a16="http://schemas.microsoft.com/office/drawing/2014/main" id="{36AFBA1B-668E-4EDA-B1EA-8CE05392A82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4" y="3867"/>
              <a:ext cx="162" cy="96"/>
            </a:xfrm>
            <a:custGeom>
              <a:avLst/>
              <a:gdLst>
                <a:gd name="T0" fmla="*/ 67 w 77"/>
                <a:gd name="T1" fmla="*/ 45 h 43"/>
                <a:gd name="T2" fmla="*/ 76 w 77"/>
                <a:gd name="T3" fmla="*/ 223 h 43"/>
                <a:gd name="T4" fmla="*/ 318 w 77"/>
                <a:gd name="T5" fmla="*/ 433 h 43"/>
                <a:gd name="T6" fmla="*/ 598 w 77"/>
                <a:gd name="T7" fmla="*/ 469 h 43"/>
                <a:gd name="T8" fmla="*/ 690 w 77"/>
                <a:gd name="T9" fmla="*/ 413 h 43"/>
                <a:gd name="T10" fmla="*/ 682 w 77"/>
                <a:gd name="T11" fmla="*/ 299 h 43"/>
                <a:gd name="T12" fmla="*/ 438 w 77"/>
                <a:gd name="T13" fmla="*/ 288 h 43"/>
                <a:gd name="T14" fmla="*/ 221 w 77"/>
                <a:gd name="T15" fmla="*/ 179 h 43"/>
                <a:gd name="T16" fmla="*/ 76 w 77"/>
                <a:gd name="T17" fmla="*/ 45 h 4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7" h="43">
                  <a:moveTo>
                    <a:pt x="7" y="4"/>
                  </a:moveTo>
                  <a:cubicBezTo>
                    <a:pt x="0" y="4"/>
                    <a:pt x="6" y="17"/>
                    <a:pt x="8" y="20"/>
                  </a:cubicBezTo>
                  <a:cubicBezTo>
                    <a:pt x="14" y="28"/>
                    <a:pt x="24" y="36"/>
                    <a:pt x="34" y="39"/>
                  </a:cubicBezTo>
                  <a:cubicBezTo>
                    <a:pt x="44" y="42"/>
                    <a:pt x="54" y="43"/>
                    <a:pt x="64" y="42"/>
                  </a:cubicBezTo>
                  <a:cubicBezTo>
                    <a:pt x="68" y="41"/>
                    <a:pt x="71" y="41"/>
                    <a:pt x="74" y="37"/>
                  </a:cubicBezTo>
                  <a:cubicBezTo>
                    <a:pt x="76" y="34"/>
                    <a:pt x="77" y="30"/>
                    <a:pt x="73" y="27"/>
                  </a:cubicBezTo>
                  <a:cubicBezTo>
                    <a:pt x="67" y="22"/>
                    <a:pt x="54" y="26"/>
                    <a:pt x="47" y="26"/>
                  </a:cubicBezTo>
                  <a:cubicBezTo>
                    <a:pt x="39" y="25"/>
                    <a:pt x="30" y="21"/>
                    <a:pt x="24" y="16"/>
                  </a:cubicBezTo>
                  <a:cubicBezTo>
                    <a:pt x="21" y="13"/>
                    <a:pt x="13" y="0"/>
                    <a:pt x="8" y="4"/>
                  </a:cubicBezTo>
                </a:path>
              </a:pathLst>
            </a:custGeom>
            <a:solidFill>
              <a:srgbClr val="D7C5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2868" name="Freeform 854">
              <a:extLst>
                <a:ext uri="{FF2B5EF4-FFF2-40B4-BE49-F238E27FC236}">
                  <a16:creationId xmlns:a16="http://schemas.microsoft.com/office/drawing/2014/main" id="{7F62AB80-415C-4FE0-A00E-001B10201E0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4" y="3678"/>
              <a:ext cx="52" cy="96"/>
            </a:xfrm>
            <a:custGeom>
              <a:avLst/>
              <a:gdLst>
                <a:gd name="T0" fmla="*/ 0 w 25"/>
                <a:gd name="T1" fmla="*/ 80 h 43"/>
                <a:gd name="T2" fmla="*/ 116 w 25"/>
                <a:gd name="T3" fmla="*/ 45 h 43"/>
                <a:gd name="T4" fmla="*/ 200 w 25"/>
                <a:gd name="T5" fmla="*/ 0 h 43"/>
                <a:gd name="T6" fmla="*/ 208 w 25"/>
                <a:gd name="T7" fmla="*/ 65 h 43"/>
                <a:gd name="T8" fmla="*/ 181 w 25"/>
                <a:gd name="T9" fmla="*/ 210 h 43"/>
                <a:gd name="T10" fmla="*/ 100 w 25"/>
                <a:gd name="T11" fmla="*/ 388 h 43"/>
                <a:gd name="T12" fmla="*/ 73 w 25"/>
                <a:gd name="T13" fmla="*/ 234 h 43"/>
                <a:gd name="T14" fmla="*/ 8 w 25"/>
                <a:gd name="T15" fmla="*/ 109 h 4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5" h="43">
                  <a:moveTo>
                    <a:pt x="0" y="7"/>
                  </a:moveTo>
                  <a:cubicBezTo>
                    <a:pt x="3" y="9"/>
                    <a:pt x="10" y="5"/>
                    <a:pt x="13" y="4"/>
                  </a:cubicBezTo>
                  <a:cubicBezTo>
                    <a:pt x="16" y="4"/>
                    <a:pt x="19" y="1"/>
                    <a:pt x="22" y="0"/>
                  </a:cubicBezTo>
                  <a:cubicBezTo>
                    <a:pt x="25" y="0"/>
                    <a:pt x="24" y="2"/>
                    <a:pt x="23" y="6"/>
                  </a:cubicBezTo>
                  <a:cubicBezTo>
                    <a:pt x="22" y="10"/>
                    <a:pt x="21" y="15"/>
                    <a:pt x="20" y="19"/>
                  </a:cubicBezTo>
                  <a:cubicBezTo>
                    <a:pt x="19" y="22"/>
                    <a:pt x="16" y="43"/>
                    <a:pt x="11" y="35"/>
                  </a:cubicBezTo>
                  <a:cubicBezTo>
                    <a:pt x="9" y="31"/>
                    <a:pt x="9" y="26"/>
                    <a:pt x="8" y="21"/>
                  </a:cubicBezTo>
                  <a:cubicBezTo>
                    <a:pt x="6" y="17"/>
                    <a:pt x="3" y="14"/>
                    <a:pt x="1" y="10"/>
                  </a:cubicBezTo>
                </a:path>
              </a:pathLst>
            </a:custGeom>
            <a:solidFill>
              <a:srgbClr val="D7C5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2869" name="Freeform 855">
              <a:extLst>
                <a:ext uri="{FF2B5EF4-FFF2-40B4-BE49-F238E27FC236}">
                  <a16:creationId xmlns:a16="http://schemas.microsoft.com/office/drawing/2014/main" id="{92A58AE5-929B-4F0E-ACC4-D5AD855930F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0" y="3627"/>
              <a:ext cx="103" cy="57"/>
            </a:xfrm>
            <a:custGeom>
              <a:avLst/>
              <a:gdLst>
                <a:gd name="T0" fmla="*/ 27 w 49"/>
                <a:gd name="T1" fmla="*/ 149 h 26"/>
                <a:gd name="T2" fmla="*/ 48 w 49"/>
                <a:gd name="T3" fmla="*/ 9 h 26"/>
                <a:gd name="T4" fmla="*/ 389 w 49"/>
                <a:gd name="T5" fmla="*/ 149 h 26"/>
                <a:gd name="T6" fmla="*/ 345 w 49"/>
                <a:gd name="T7" fmla="*/ 274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9" h="26">
                  <a:moveTo>
                    <a:pt x="3" y="14"/>
                  </a:moveTo>
                  <a:cubicBezTo>
                    <a:pt x="2" y="9"/>
                    <a:pt x="0" y="2"/>
                    <a:pt x="5" y="1"/>
                  </a:cubicBezTo>
                  <a:cubicBezTo>
                    <a:pt x="12" y="0"/>
                    <a:pt x="30" y="15"/>
                    <a:pt x="42" y="14"/>
                  </a:cubicBezTo>
                  <a:cubicBezTo>
                    <a:pt x="49" y="14"/>
                    <a:pt x="43" y="21"/>
                    <a:pt x="37" y="26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2870" name="Freeform 856">
              <a:extLst>
                <a:ext uri="{FF2B5EF4-FFF2-40B4-BE49-F238E27FC236}">
                  <a16:creationId xmlns:a16="http://schemas.microsoft.com/office/drawing/2014/main" id="{966B544F-0361-48E2-A03B-DEC855D2C31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5" y="3631"/>
              <a:ext cx="54" cy="24"/>
            </a:xfrm>
            <a:custGeom>
              <a:avLst/>
              <a:gdLst>
                <a:gd name="T0" fmla="*/ 17 w 26"/>
                <a:gd name="T1" fmla="*/ 72 h 11"/>
                <a:gd name="T2" fmla="*/ 25 w 26"/>
                <a:gd name="T3" fmla="*/ 9 h 11"/>
                <a:gd name="T4" fmla="*/ 81 w 26"/>
                <a:gd name="T5" fmla="*/ 33 h 11"/>
                <a:gd name="T6" fmla="*/ 233 w 26"/>
                <a:gd name="T7" fmla="*/ 113 h 11"/>
                <a:gd name="T8" fmla="*/ 108 w 26"/>
                <a:gd name="T9" fmla="*/ 72 h 11"/>
                <a:gd name="T10" fmla="*/ 25 w 26"/>
                <a:gd name="T11" fmla="*/ 44 h 1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6" h="11">
                  <a:moveTo>
                    <a:pt x="2" y="7"/>
                  </a:moveTo>
                  <a:cubicBezTo>
                    <a:pt x="0" y="6"/>
                    <a:pt x="1" y="2"/>
                    <a:pt x="3" y="1"/>
                  </a:cubicBezTo>
                  <a:cubicBezTo>
                    <a:pt x="6" y="0"/>
                    <a:pt x="7" y="1"/>
                    <a:pt x="9" y="3"/>
                  </a:cubicBezTo>
                  <a:cubicBezTo>
                    <a:pt x="14" y="6"/>
                    <a:pt x="22" y="7"/>
                    <a:pt x="26" y="11"/>
                  </a:cubicBezTo>
                  <a:cubicBezTo>
                    <a:pt x="21" y="10"/>
                    <a:pt x="16" y="9"/>
                    <a:pt x="12" y="7"/>
                  </a:cubicBezTo>
                  <a:cubicBezTo>
                    <a:pt x="10" y="6"/>
                    <a:pt x="5" y="2"/>
                    <a:pt x="3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2871" name="Freeform 857">
              <a:extLst>
                <a:ext uri="{FF2B5EF4-FFF2-40B4-BE49-F238E27FC236}">
                  <a16:creationId xmlns:a16="http://schemas.microsoft.com/office/drawing/2014/main" id="{FCC1159D-AB9A-4179-8342-3D7FB87E02F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9" y="3671"/>
              <a:ext cx="75" cy="25"/>
            </a:xfrm>
            <a:custGeom>
              <a:avLst/>
              <a:gdLst>
                <a:gd name="T0" fmla="*/ 0 w 36"/>
                <a:gd name="T1" fmla="*/ 102 h 11"/>
                <a:gd name="T2" fmla="*/ 0 w 36"/>
                <a:gd name="T3" fmla="*/ 102 h 11"/>
                <a:gd name="T4" fmla="*/ 173 w 36"/>
                <a:gd name="T5" fmla="*/ 73 h 11"/>
                <a:gd name="T6" fmla="*/ 260 w 36"/>
                <a:gd name="T7" fmla="*/ 36 h 11"/>
                <a:gd name="T8" fmla="*/ 325 w 36"/>
                <a:gd name="T9" fmla="*/ 0 h 11"/>
                <a:gd name="T10" fmla="*/ 244 w 36"/>
                <a:gd name="T11" fmla="*/ 57 h 11"/>
                <a:gd name="T12" fmla="*/ 144 w 36"/>
                <a:gd name="T13" fmla="*/ 102 h 11"/>
                <a:gd name="T14" fmla="*/ 0 w 36"/>
                <a:gd name="T15" fmla="*/ 118 h 1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6" h="11">
                  <a:moveTo>
                    <a:pt x="0" y="9"/>
                  </a:moveTo>
                  <a:cubicBezTo>
                    <a:pt x="0" y="9"/>
                    <a:pt x="0" y="9"/>
                    <a:pt x="0" y="9"/>
                  </a:cubicBezTo>
                  <a:cubicBezTo>
                    <a:pt x="6" y="9"/>
                    <a:pt x="13" y="8"/>
                    <a:pt x="19" y="6"/>
                  </a:cubicBezTo>
                  <a:cubicBezTo>
                    <a:pt x="23" y="5"/>
                    <a:pt x="26" y="4"/>
                    <a:pt x="29" y="3"/>
                  </a:cubicBezTo>
                  <a:cubicBezTo>
                    <a:pt x="31" y="2"/>
                    <a:pt x="34" y="0"/>
                    <a:pt x="36" y="0"/>
                  </a:cubicBezTo>
                  <a:cubicBezTo>
                    <a:pt x="35" y="3"/>
                    <a:pt x="30" y="4"/>
                    <a:pt x="27" y="5"/>
                  </a:cubicBezTo>
                  <a:cubicBezTo>
                    <a:pt x="23" y="7"/>
                    <a:pt x="20" y="8"/>
                    <a:pt x="16" y="9"/>
                  </a:cubicBezTo>
                  <a:cubicBezTo>
                    <a:pt x="11" y="11"/>
                    <a:pt x="5" y="10"/>
                    <a:pt x="0" y="1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2872" name="Freeform 858">
              <a:extLst>
                <a:ext uri="{FF2B5EF4-FFF2-40B4-BE49-F238E27FC236}">
                  <a16:creationId xmlns:a16="http://schemas.microsoft.com/office/drawing/2014/main" id="{EFB97197-11C9-4673-B77C-4F219BF400B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4" y="3693"/>
              <a:ext cx="33" cy="92"/>
            </a:xfrm>
            <a:custGeom>
              <a:avLst/>
              <a:gdLst>
                <a:gd name="T0" fmla="*/ 107 w 16"/>
                <a:gd name="T1" fmla="*/ 0 h 41"/>
                <a:gd name="T2" fmla="*/ 116 w 16"/>
                <a:gd name="T3" fmla="*/ 20 h 41"/>
                <a:gd name="T4" fmla="*/ 132 w 16"/>
                <a:gd name="T5" fmla="*/ 65 h 41"/>
                <a:gd name="T6" fmla="*/ 116 w 16"/>
                <a:gd name="T7" fmla="*/ 126 h 41"/>
                <a:gd name="T8" fmla="*/ 89 w 16"/>
                <a:gd name="T9" fmla="*/ 157 h 41"/>
                <a:gd name="T10" fmla="*/ 89 w 16"/>
                <a:gd name="T11" fmla="*/ 202 h 41"/>
                <a:gd name="T12" fmla="*/ 80 w 16"/>
                <a:gd name="T13" fmla="*/ 272 h 41"/>
                <a:gd name="T14" fmla="*/ 43 w 16"/>
                <a:gd name="T15" fmla="*/ 316 h 41"/>
                <a:gd name="T16" fmla="*/ 35 w 16"/>
                <a:gd name="T17" fmla="*/ 384 h 41"/>
                <a:gd name="T18" fmla="*/ 0 w 16"/>
                <a:gd name="T19" fmla="*/ 462 h 41"/>
                <a:gd name="T20" fmla="*/ 43 w 16"/>
                <a:gd name="T21" fmla="*/ 352 h 41"/>
                <a:gd name="T22" fmla="*/ 72 w 16"/>
                <a:gd name="T23" fmla="*/ 307 h 41"/>
                <a:gd name="T24" fmla="*/ 97 w 16"/>
                <a:gd name="T25" fmla="*/ 236 h 41"/>
                <a:gd name="T26" fmla="*/ 97 w 16"/>
                <a:gd name="T27" fmla="*/ 182 h 41"/>
                <a:gd name="T28" fmla="*/ 132 w 16"/>
                <a:gd name="T29" fmla="*/ 137 h 41"/>
                <a:gd name="T30" fmla="*/ 132 w 16"/>
                <a:gd name="T31" fmla="*/ 56 h 41"/>
                <a:gd name="T32" fmla="*/ 116 w 16"/>
                <a:gd name="T33" fmla="*/ 0 h 41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6" h="41">
                  <a:moveTo>
                    <a:pt x="12" y="0"/>
                  </a:moveTo>
                  <a:cubicBezTo>
                    <a:pt x="12" y="0"/>
                    <a:pt x="13" y="1"/>
                    <a:pt x="13" y="2"/>
                  </a:cubicBezTo>
                  <a:cubicBezTo>
                    <a:pt x="14" y="3"/>
                    <a:pt x="15" y="4"/>
                    <a:pt x="15" y="6"/>
                  </a:cubicBezTo>
                  <a:cubicBezTo>
                    <a:pt x="15" y="8"/>
                    <a:pt x="14" y="10"/>
                    <a:pt x="13" y="11"/>
                  </a:cubicBezTo>
                  <a:cubicBezTo>
                    <a:pt x="13" y="13"/>
                    <a:pt x="11" y="13"/>
                    <a:pt x="10" y="14"/>
                  </a:cubicBezTo>
                  <a:cubicBezTo>
                    <a:pt x="10" y="15"/>
                    <a:pt x="10" y="17"/>
                    <a:pt x="10" y="18"/>
                  </a:cubicBezTo>
                  <a:cubicBezTo>
                    <a:pt x="10" y="20"/>
                    <a:pt x="10" y="22"/>
                    <a:pt x="9" y="24"/>
                  </a:cubicBezTo>
                  <a:cubicBezTo>
                    <a:pt x="8" y="26"/>
                    <a:pt x="7" y="27"/>
                    <a:pt x="5" y="28"/>
                  </a:cubicBezTo>
                  <a:cubicBezTo>
                    <a:pt x="4" y="30"/>
                    <a:pt x="4" y="32"/>
                    <a:pt x="4" y="34"/>
                  </a:cubicBezTo>
                  <a:cubicBezTo>
                    <a:pt x="3" y="37"/>
                    <a:pt x="2" y="39"/>
                    <a:pt x="0" y="41"/>
                  </a:cubicBezTo>
                  <a:cubicBezTo>
                    <a:pt x="4" y="38"/>
                    <a:pt x="4" y="35"/>
                    <a:pt x="5" y="31"/>
                  </a:cubicBezTo>
                  <a:cubicBezTo>
                    <a:pt x="6" y="29"/>
                    <a:pt x="7" y="28"/>
                    <a:pt x="8" y="27"/>
                  </a:cubicBezTo>
                  <a:cubicBezTo>
                    <a:pt x="10" y="25"/>
                    <a:pt x="10" y="23"/>
                    <a:pt x="11" y="21"/>
                  </a:cubicBezTo>
                  <a:cubicBezTo>
                    <a:pt x="11" y="20"/>
                    <a:pt x="11" y="18"/>
                    <a:pt x="11" y="16"/>
                  </a:cubicBezTo>
                  <a:cubicBezTo>
                    <a:pt x="12" y="14"/>
                    <a:pt x="14" y="13"/>
                    <a:pt x="15" y="12"/>
                  </a:cubicBezTo>
                  <a:cubicBezTo>
                    <a:pt x="16" y="10"/>
                    <a:pt x="16" y="7"/>
                    <a:pt x="15" y="5"/>
                  </a:cubicBezTo>
                  <a:cubicBezTo>
                    <a:pt x="15" y="4"/>
                    <a:pt x="12" y="2"/>
                    <a:pt x="1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2873" name="Freeform 859">
              <a:extLst>
                <a:ext uri="{FF2B5EF4-FFF2-40B4-BE49-F238E27FC236}">
                  <a16:creationId xmlns:a16="http://schemas.microsoft.com/office/drawing/2014/main" id="{DA23E993-A96C-4ABE-8DE4-946A01D9F74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4" y="3803"/>
              <a:ext cx="46" cy="69"/>
            </a:xfrm>
            <a:custGeom>
              <a:avLst/>
              <a:gdLst>
                <a:gd name="T0" fmla="*/ 192 w 22"/>
                <a:gd name="T1" fmla="*/ 0 h 31"/>
                <a:gd name="T2" fmla="*/ 176 w 22"/>
                <a:gd name="T3" fmla="*/ 53 h 31"/>
                <a:gd name="T4" fmla="*/ 144 w 22"/>
                <a:gd name="T5" fmla="*/ 100 h 31"/>
                <a:gd name="T6" fmla="*/ 157 w 22"/>
                <a:gd name="T7" fmla="*/ 162 h 31"/>
                <a:gd name="T8" fmla="*/ 144 w 22"/>
                <a:gd name="T9" fmla="*/ 234 h 31"/>
                <a:gd name="T10" fmla="*/ 84 w 22"/>
                <a:gd name="T11" fmla="*/ 287 h 31"/>
                <a:gd name="T12" fmla="*/ 0 w 22"/>
                <a:gd name="T13" fmla="*/ 307 h 31"/>
                <a:gd name="T14" fmla="*/ 84 w 22"/>
                <a:gd name="T15" fmla="*/ 298 h 31"/>
                <a:gd name="T16" fmla="*/ 165 w 22"/>
                <a:gd name="T17" fmla="*/ 243 h 31"/>
                <a:gd name="T18" fmla="*/ 165 w 22"/>
                <a:gd name="T19" fmla="*/ 162 h 31"/>
                <a:gd name="T20" fmla="*/ 157 w 22"/>
                <a:gd name="T21" fmla="*/ 109 h 31"/>
                <a:gd name="T22" fmla="*/ 192 w 22"/>
                <a:gd name="T23" fmla="*/ 0 h 3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2" h="31">
                  <a:moveTo>
                    <a:pt x="21" y="0"/>
                  </a:moveTo>
                  <a:cubicBezTo>
                    <a:pt x="21" y="2"/>
                    <a:pt x="20" y="4"/>
                    <a:pt x="19" y="5"/>
                  </a:cubicBezTo>
                  <a:cubicBezTo>
                    <a:pt x="18" y="7"/>
                    <a:pt x="16" y="7"/>
                    <a:pt x="16" y="9"/>
                  </a:cubicBezTo>
                  <a:cubicBezTo>
                    <a:pt x="16" y="10"/>
                    <a:pt x="17" y="13"/>
                    <a:pt x="17" y="15"/>
                  </a:cubicBezTo>
                  <a:cubicBezTo>
                    <a:pt x="17" y="17"/>
                    <a:pt x="17" y="19"/>
                    <a:pt x="16" y="21"/>
                  </a:cubicBezTo>
                  <a:cubicBezTo>
                    <a:pt x="15" y="24"/>
                    <a:pt x="12" y="24"/>
                    <a:pt x="9" y="26"/>
                  </a:cubicBezTo>
                  <a:cubicBezTo>
                    <a:pt x="6" y="29"/>
                    <a:pt x="4" y="29"/>
                    <a:pt x="0" y="28"/>
                  </a:cubicBezTo>
                  <a:cubicBezTo>
                    <a:pt x="3" y="31"/>
                    <a:pt x="6" y="30"/>
                    <a:pt x="9" y="27"/>
                  </a:cubicBezTo>
                  <a:cubicBezTo>
                    <a:pt x="12" y="25"/>
                    <a:pt x="17" y="25"/>
                    <a:pt x="18" y="22"/>
                  </a:cubicBezTo>
                  <a:cubicBezTo>
                    <a:pt x="19" y="20"/>
                    <a:pt x="18" y="17"/>
                    <a:pt x="18" y="15"/>
                  </a:cubicBezTo>
                  <a:cubicBezTo>
                    <a:pt x="18" y="14"/>
                    <a:pt x="16" y="12"/>
                    <a:pt x="17" y="10"/>
                  </a:cubicBezTo>
                  <a:cubicBezTo>
                    <a:pt x="17" y="6"/>
                    <a:pt x="22" y="5"/>
                    <a:pt x="2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2874" name="Freeform 860">
              <a:extLst>
                <a:ext uri="{FF2B5EF4-FFF2-40B4-BE49-F238E27FC236}">
                  <a16:creationId xmlns:a16="http://schemas.microsoft.com/office/drawing/2014/main" id="{F1B2FDCD-E70E-44B1-A4FB-08BFC318381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9" y="3762"/>
              <a:ext cx="46" cy="101"/>
            </a:xfrm>
            <a:custGeom>
              <a:avLst/>
              <a:gdLst>
                <a:gd name="T0" fmla="*/ 201 w 22"/>
                <a:gd name="T1" fmla="*/ 498 h 45"/>
                <a:gd name="T2" fmla="*/ 100 w 22"/>
                <a:gd name="T3" fmla="*/ 462 h 45"/>
                <a:gd name="T4" fmla="*/ 27 w 22"/>
                <a:gd name="T5" fmla="*/ 397 h 45"/>
                <a:gd name="T6" fmla="*/ 36 w 22"/>
                <a:gd name="T7" fmla="*/ 227 h 45"/>
                <a:gd name="T8" fmla="*/ 84 w 22"/>
                <a:gd name="T9" fmla="*/ 182 h 45"/>
                <a:gd name="T10" fmla="*/ 92 w 22"/>
                <a:gd name="T11" fmla="*/ 101 h 45"/>
                <a:gd name="T12" fmla="*/ 136 w 22"/>
                <a:gd name="T13" fmla="*/ 0 h 45"/>
                <a:gd name="T14" fmla="*/ 75 w 22"/>
                <a:gd name="T15" fmla="*/ 110 h 45"/>
                <a:gd name="T16" fmla="*/ 75 w 22"/>
                <a:gd name="T17" fmla="*/ 182 h 45"/>
                <a:gd name="T18" fmla="*/ 27 w 22"/>
                <a:gd name="T19" fmla="*/ 247 h 45"/>
                <a:gd name="T20" fmla="*/ 36 w 22"/>
                <a:gd name="T21" fmla="*/ 429 h 45"/>
                <a:gd name="T22" fmla="*/ 176 w 22"/>
                <a:gd name="T23" fmla="*/ 489 h 45"/>
                <a:gd name="T24" fmla="*/ 192 w 22"/>
                <a:gd name="T25" fmla="*/ 498 h 4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2" h="45">
                  <a:moveTo>
                    <a:pt x="22" y="44"/>
                  </a:moveTo>
                  <a:cubicBezTo>
                    <a:pt x="19" y="45"/>
                    <a:pt x="13" y="42"/>
                    <a:pt x="11" y="41"/>
                  </a:cubicBezTo>
                  <a:cubicBezTo>
                    <a:pt x="8" y="40"/>
                    <a:pt x="4" y="38"/>
                    <a:pt x="3" y="35"/>
                  </a:cubicBezTo>
                  <a:cubicBezTo>
                    <a:pt x="1" y="31"/>
                    <a:pt x="1" y="23"/>
                    <a:pt x="4" y="20"/>
                  </a:cubicBezTo>
                  <a:cubicBezTo>
                    <a:pt x="6" y="18"/>
                    <a:pt x="8" y="19"/>
                    <a:pt x="9" y="16"/>
                  </a:cubicBezTo>
                  <a:cubicBezTo>
                    <a:pt x="9" y="14"/>
                    <a:pt x="8" y="11"/>
                    <a:pt x="10" y="9"/>
                  </a:cubicBezTo>
                  <a:cubicBezTo>
                    <a:pt x="11" y="6"/>
                    <a:pt x="16" y="3"/>
                    <a:pt x="15" y="0"/>
                  </a:cubicBezTo>
                  <a:cubicBezTo>
                    <a:pt x="13" y="3"/>
                    <a:pt x="9" y="5"/>
                    <a:pt x="8" y="10"/>
                  </a:cubicBezTo>
                  <a:cubicBezTo>
                    <a:pt x="8" y="12"/>
                    <a:pt x="8" y="14"/>
                    <a:pt x="8" y="16"/>
                  </a:cubicBezTo>
                  <a:cubicBezTo>
                    <a:pt x="7" y="18"/>
                    <a:pt x="5" y="20"/>
                    <a:pt x="3" y="22"/>
                  </a:cubicBezTo>
                  <a:cubicBezTo>
                    <a:pt x="0" y="26"/>
                    <a:pt x="1" y="33"/>
                    <a:pt x="4" y="38"/>
                  </a:cubicBezTo>
                  <a:cubicBezTo>
                    <a:pt x="6" y="42"/>
                    <a:pt x="15" y="41"/>
                    <a:pt x="19" y="43"/>
                  </a:cubicBezTo>
                  <a:cubicBezTo>
                    <a:pt x="20" y="43"/>
                    <a:pt x="20" y="44"/>
                    <a:pt x="21" y="4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</p:grpSp>
      <p:grpSp>
        <p:nvGrpSpPr>
          <p:cNvPr id="32779" name="Green-child-sweatpants-illustration">
            <a:extLst>
              <a:ext uri="{FF2B5EF4-FFF2-40B4-BE49-F238E27FC236}">
                <a16:creationId xmlns:a16="http://schemas.microsoft.com/office/drawing/2014/main" id="{7F5B6B7A-E9EE-4536-8398-C7DA79EF2124}"/>
              </a:ext>
            </a:extLst>
          </p:cNvPr>
          <p:cNvGrpSpPr>
            <a:grpSpLocks/>
          </p:cNvGrpSpPr>
          <p:nvPr/>
        </p:nvGrpSpPr>
        <p:grpSpPr bwMode="auto">
          <a:xfrm>
            <a:off x="8620125" y="3365500"/>
            <a:ext cx="1125538" cy="2759075"/>
            <a:chOff x="4370" y="2014"/>
            <a:chExt cx="729" cy="1786"/>
          </a:xfrm>
        </p:grpSpPr>
        <p:sp>
          <p:nvSpPr>
            <p:cNvPr id="32795" name="Freeform 862">
              <a:extLst>
                <a:ext uri="{FF2B5EF4-FFF2-40B4-BE49-F238E27FC236}">
                  <a16:creationId xmlns:a16="http://schemas.microsoft.com/office/drawing/2014/main" id="{FB696672-1799-4B3F-AF3A-1DA4B1C1154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0" y="2014"/>
              <a:ext cx="729" cy="1786"/>
            </a:xfrm>
            <a:custGeom>
              <a:avLst/>
              <a:gdLst>
                <a:gd name="T0" fmla="*/ 1201 w 395"/>
                <a:gd name="T1" fmla="*/ 128 h 907"/>
                <a:gd name="T2" fmla="*/ 439 w 395"/>
                <a:gd name="T3" fmla="*/ 0 h 907"/>
                <a:gd name="T4" fmla="*/ 185 w 395"/>
                <a:gd name="T5" fmla="*/ 3192 h 907"/>
                <a:gd name="T6" fmla="*/ 439 w 395"/>
                <a:gd name="T7" fmla="*/ 6413 h 907"/>
                <a:gd name="T8" fmla="*/ 415 w 395"/>
                <a:gd name="T9" fmla="*/ 6742 h 907"/>
                <a:gd name="T10" fmla="*/ 878 w 395"/>
                <a:gd name="T11" fmla="*/ 6782 h 907"/>
                <a:gd name="T12" fmla="*/ 915 w 395"/>
                <a:gd name="T13" fmla="*/ 6482 h 907"/>
                <a:gd name="T14" fmla="*/ 1152 w 395"/>
                <a:gd name="T15" fmla="*/ 4328 h 907"/>
                <a:gd name="T16" fmla="*/ 1240 w 395"/>
                <a:gd name="T17" fmla="*/ 2213 h 907"/>
                <a:gd name="T18" fmla="*/ 1244 w 395"/>
                <a:gd name="T19" fmla="*/ 2213 h 907"/>
                <a:gd name="T20" fmla="*/ 1333 w 395"/>
                <a:gd name="T21" fmla="*/ 4328 h 907"/>
                <a:gd name="T22" fmla="*/ 1567 w 395"/>
                <a:gd name="T23" fmla="*/ 6482 h 907"/>
                <a:gd name="T24" fmla="*/ 1604 w 395"/>
                <a:gd name="T25" fmla="*/ 6782 h 907"/>
                <a:gd name="T26" fmla="*/ 2067 w 395"/>
                <a:gd name="T27" fmla="*/ 6742 h 907"/>
                <a:gd name="T28" fmla="*/ 2043 w 395"/>
                <a:gd name="T29" fmla="*/ 6413 h 907"/>
                <a:gd name="T30" fmla="*/ 2300 w 395"/>
                <a:gd name="T31" fmla="*/ 3192 h 907"/>
                <a:gd name="T32" fmla="*/ 2043 w 395"/>
                <a:gd name="T33" fmla="*/ 0 h 907"/>
                <a:gd name="T34" fmla="*/ 1281 w 395"/>
                <a:gd name="T35" fmla="*/ 128 h 907"/>
                <a:gd name="T36" fmla="*/ 1201 w 395"/>
                <a:gd name="T37" fmla="*/ 128 h 907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395" h="907">
                  <a:moveTo>
                    <a:pt x="191" y="17"/>
                  </a:moveTo>
                  <a:cubicBezTo>
                    <a:pt x="155" y="17"/>
                    <a:pt x="114" y="12"/>
                    <a:pt x="70" y="0"/>
                  </a:cubicBezTo>
                  <a:cubicBezTo>
                    <a:pt x="70" y="0"/>
                    <a:pt x="19" y="126"/>
                    <a:pt x="29" y="418"/>
                  </a:cubicBezTo>
                  <a:cubicBezTo>
                    <a:pt x="37" y="646"/>
                    <a:pt x="0" y="806"/>
                    <a:pt x="70" y="840"/>
                  </a:cubicBezTo>
                  <a:cubicBezTo>
                    <a:pt x="66" y="883"/>
                    <a:pt x="66" y="883"/>
                    <a:pt x="66" y="883"/>
                  </a:cubicBezTo>
                  <a:cubicBezTo>
                    <a:pt x="66" y="883"/>
                    <a:pt x="93" y="907"/>
                    <a:pt x="140" y="888"/>
                  </a:cubicBezTo>
                  <a:cubicBezTo>
                    <a:pt x="146" y="849"/>
                    <a:pt x="146" y="849"/>
                    <a:pt x="146" y="849"/>
                  </a:cubicBezTo>
                  <a:cubicBezTo>
                    <a:pt x="146" y="849"/>
                    <a:pt x="168" y="863"/>
                    <a:pt x="183" y="567"/>
                  </a:cubicBezTo>
                  <a:cubicBezTo>
                    <a:pt x="186" y="495"/>
                    <a:pt x="197" y="290"/>
                    <a:pt x="197" y="290"/>
                  </a:cubicBezTo>
                  <a:cubicBezTo>
                    <a:pt x="198" y="290"/>
                    <a:pt x="198" y="290"/>
                    <a:pt x="198" y="290"/>
                  </a:cubicBezTo>
                  <a:cubicBezTo>
                    <a:pt x="198" y="290"/>
                    <a:pt x="209" y="495"/>
                    <a:pt x="212" y="567"/>
                  </a:cubicBezTo>
                  <a:cubicBezTo>
                    <a:pt x="226" y="863"/>
                    <a:pt x="249" y="849"/>
                    <a:pt x="249" y="849"/>
                  </a:cubicBezTo>
                  <a:cubicBezTo>
                    <a:pt x="255" y="888"/>
                    <a:pt x="255" y="888"/>
                    <a:pt x="255" y="888"/>
                  </a:cubicBezTo>
                  <a:cubicBezTo>
                    <a:pt x="302" y="907"/>
                    <a:pt x="329" y="883"/>
                    <a:pt x="329" y="883"/>
                  </a:cubicBezTo>
                  <a:cubicBezTo>
                    <a:pt x="325" y="840"/>
                    <a:pt x="325" y="840"/>
                    <a:pt x="325" y="840"/>
                  </a:cubicBezTo>
                  <a:cubicBezTo>
                    <a:pt x="395" y="806"/>
                    <a:pt x="358" y="646"/>
                    <a:pt x="366" y="418"/>
                  </a:cubicBezTo>
                  <a:cubicBezTo>
                    <a:pt x="376" y="126"/>
                    <a:pt x="325" y="0"/>
                    <a:pt x="325" y="0"/>
                  </a:cubicBezTo>
                  <a:cubicBezTo>
                    <a:pt x="281" y="12"/>
                    <a:pt x="240" y="17"/>
                    <a:pt x="204" y="17"/>
                  </a:cubicBezTo>
                  <a:lnTo>
                    <a:pt x="191" y="17"/>
                  </a:lnTo>
                  <a:close/>
                </a:path>
              </a:pathLst>
            </a:custGeom>
            <a:solidFill>
              <a:srgbClr val="89A8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2796" name="Freeform 863">
              <a:extLst>
                <a:ext uri="{FF2B5EF4-FFF2-40B4-BE49-F238E27FC236}">
                  <a16:creationId xmlns:a16="http://schemas.microsoft.com/office/drawing/2014/main" id="{4F1EA666-8A4E-4664-A1C9-F866D5514AB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370" y="2014"/>
              <a:ext cx="561" cy="1772"/>
            </a:xfrm>
            <a:custGeom>
              <a:avLst/>
              <a:gdLst>
                <a:gd name="T0" fmla="*/ 1748 w 304"/>
                <a:gd name="T1" fmla="*/ 6482 h 900"/>
                <a:gd name="T2" fmla="*/ 1515 w 304"/>
                <a:gd name="T3" fmla="*/ 4326 h 900"/>
                <a:gd name="T4" fmla="*/ 1288 w 304"/>
                <a:gd name="T5" fmla="*/ 2205 h 900"/>
                <a:gd name="T6" fmla="*/ 1240 w 304"/>
                <a:gd name="T7" fmla="*/ 2213 h 900"/>
                <a:gd name="T8" fmla="*/ 1332 w 304"/>
                <a:gd name="T9" fmla="*/ 4310 h 900"/>
                <a:gd name="T10" fmla="*/ 1332 w 304"/>
                <a:gd name="T11" fmla="*/ 4326 h 900"/>
                <a:gd name="T12" fmla="*/ 1567 w 304"/>
                <a:gd name="T13" fmla="*/ 6482 h 900"/>
                <a:gd name="T14" fmla="*/ 1604 w 304"/>
                <a:gd name="T15" fmla="*/ 6777 h 900"/>
                <a:gd name="T16" fmla="*/ 1910 w 304"/>
                <a:gd name="T17" fmla="*/ 6822 h 900"/>
                <a:gd name="T18" fmla="*/ 1792 w 304"/>
                <a:gd name="T19" fmla="*/ 6777 h 900"/>
                <a:gd name="T20" fmla="*/ 1748 w 304"/>
                <a:gd name="T21" fmla="*/ 6482 h 900"/>
                <a:gd name="T22" fmla="*/ 624 w 304"/>
                <a:gd name="T23" fmla="*/ 6413 h 900"/>
                <a:gd name="T24" fmla="*/ 364 w 304"/>
                <a:gd name="T25" fmla="*/ 3190 h 900"/>
                <a:gd name="T26" fmla="*/ 603 w 304"/>
                <a:gd name="T27" fmla="*/ 55 h 900"/>
                <a:gd name="T28" fmla="*/ 439 w 304"/>
                <a:gd name="T29" fmla="*/ 0 h 900"/>
                <a:gd name="T30" fmla="*/ 185 w 304"/>
                <a:gd name="T31" fmla="*/ 3190 h 900"/>
                <a:gd name="T32" fmla="*/ 439 w 304"/>
                <a:gd name="T33" fmla="*/ 6413 h 900"/>
                <a:gd name="T34" fmla="*/ 415 w 304"/>
                <a:gd name="T35" fmla="*/ 6741 h 900"/>
                <a:gd name="T36" fmla="*/ 753 w 304"/>
                <a:gd name="T37" fmla="*/ 6822 h 900"/>
                <a:gd name="T38" fmla="*/ 596 w 304"/>
                <a:gd name="T39" fmla="*/ 6741 h 900"/>
                <a:gd name="T40" fmla="*/ 624 w 304"/>
                <a:gd name="T41" fmla="*/ 6413 h 900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304" h="900">
                  <a:moveTo>
                    <a:pt x="278" y="849"/>
                  </a:moveTo>
                  <a:cubicBezTo>
                    <a:pt x="278" y="849"/>
                    <a:pt x="256" y="863"/>
                    <a:pt x="241" y="567"/>
                  </a:cubicBezTo>
                  <a:cubicBezTo>
                    <a:pt x="238" y="495"/>
                    <a:pt x="205" y="289"/>
                    <a:pt x="205" y="289"/>
                  </a:cubicBezTo>
                  <a:cubicBezTo>
                    <a:pt x="197" y="290"/>
                    <a:pt x="197" y="290"/>
                    <a:pt x="197" y="290"/>
                  </a:cubicBezTo>
                  <a:cubicBezTo>
                    <a:pt x="197" y="290"/>
                    <a:pt x="210" y="488"/>
                    <a:pt x="212" y="565"/>
                  </a:cubicBezTo>
                  <a:cubicBezTo>
                    <a:pt x="212" y="566"/>
                    <a:pt x="212" y="566"/>
                    <a:pt x="212" y="567"/>
                  </a:cubicBezTo>
                  <a:cubicBezTo>
                    <a:pt x="226" y="863"/>
                    <a:pt x="249" y="849"/>
                    <a:pt x="249" y="849"/>
                  </a:cubicBezTo>
                  <a:cubicBezTo>
                    <a:pt x="255" y="888"/>
                    <a:pt x="255" y="888"/>
                    <a:pt x="255" y="888"/>
                  </a:cubicBezTo>
                  <a:cubicBezTo>
                    <a:pt x="276" y="896"/>
                    <a:pt x="292" y="896"/>
                    <a:pt x="304" y="894"/>
                  </a:cubicBezTo>
                  <a:cubicBezTo>
                    <a:pt x="298" y="893"/>
                    <a:pt x="292" y="891"/>
                    <a:pt x="285" y="888"/>
                  </a:cubicBezTo>
                  <a:lnTo>
                    <a:pt x="278" y="849"/>
                  </a:lnTo>
                  <a:close/>
                  <a:moveTo>
                    <a:pt x="99" y="840"/>
                  </a:moveTo>
                  <a:cubicBezTo>
                    <a:pt x="29" y="806"/>
                    <a:pt x="66" y="646"/>
                    <a:pt x="58" y="418"/>
                  </a:cubicBezTo>
                  <a:cubicBezTo>
                    <a:pt x="50" y="163"/>
                    <a:pt x="87" y="35"/>
                    <a:pt x="96" y="7"/>
                  </a:cubicBezTo>
                  <a:cubicBezTo>
                    <a:pt x="88" y="5"/>
                    <a:pt x="79" y="3"/>
                    <a:pt x="70" y="0"/>
                  </a:cubicBezTo>
                  <a:cubicBezTo>
                    <a:pt x="70" y="0"/>
                    <a:pt x="19" y="126"/>
                    <a:pt x="29" y="418"/>
                  </a:cubicBezTo>
                  <a:cubicBezTo>
                    <a:pt x="37" y="646"/>
                    <a:pt x="0" y="806"/>
                    <a:pt x="70" y="840"/>
                  </a:cubicBezTo>
                  <a:cubicBezTo>
                    <a:pt x="66" y="883"/>
                    <a:pt x="66" y="883"/>
                    <a:pt x="66" y="883"/>
                  </a:cubicBezTo>
                  <a:cubicBezTo>
                    <a:pt x="66" y="883"/>
                    <a:pt x="85" y="900"/>
                    <a:pt x="120" y="894"/>
                  </a:cubicBezTo>
                  <a:cubicBezTo>
                    <a:pt x="104" y="891"/>
                    <a:pt x="95" y="883"/>
                    <a:pt x="95" y="883"/>
                  </a:cubicBezTo>
                  <a:lnTo>
                    <a:pt x="99" y="840"/>
                  </a:lnTo>
                  <a:close/>
                </a:path>
              </a:pathLst>
            </a:custGeom>
            <a:solidFill>
              <a:srgbClr val="A7BC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2797" name="Freeform 864">
              <a:extLst>
                <a:ext uri="{FF2B5EF4-FFF2-40B4-BE49-F238E27FC236}">
                  <a16:creationId xmlns:a16="http://schemas.microsoft.com/office/drawing/2014/main" id="{4279547F-6B4D-4EB7-9EEA-CD99BA5A4F7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0" y="2014"/>
              <a:ext cx="729" cy="1786"/>
            </a:xfrm>
            <a:custGeom>
              <a:avLst/>
              <a:gdLst>
                <a:gd name="T0" fmla="*/ 1201 w 395"/>
                <a:gd name="T1" fmla="*/ 128 h 907"/>
                <a:gd name="T2" fmla="*/ 439 w 395"/>
                <a:gd name="T3" fmla="*/ 0 h 907"/>
                <a:gd name="T4" fmla="*/ 185 w 395"/>
                <a:gd name="T5" fmla="*/ 3192 h 907"/>
                <a:gd name="T6" fmla="*/ 439 w 395"/>
                <a:gd name="T7" fmla="*/ 6413 h 907"/>
                <a:gd name="T8" fmla="*/ 415 w 395"/>
                <a:gd name="T9" fmla="*/ 6742 h 907"/>
                <a:gd name="T10" fmla="*/ 878 w 395"/>
                <a:gd name="T11" fmla="*/ 6782 h 907"/>
                <a:gd name="T12" fmla="*/ 915 w 395"/>
                <a:gd name="T13" fmla="*/ 6482 h 907"/>
                <a:gd name="T14" fmla="*/ 1152 w 395"/>
                <a:gd name="T15" fmla="*/ 4328 h 907"/>
                <a:gd name="T16" fmla="*/ 1240 w 395"/>
                <a:gd name="T17" fmla="*/ 2213 h 907"/>
                <a:gd name="T18" fmla="*/ 1244 w 395"/>
                <a:gd name="T19" fmla="*/ 2213 h 907"/>
                <a:gd name="T20" fmla="*/ 1333 w 395"/>
                <a:gd name="T21" fmla="*/ 4328 h 907"/>
                <a:gd name="T22" fmla="*/ 1567 w 395"/>
                <a:gd name="T23" fmla="*/ 6482 h 907"/>
                <a:gd name="T24" fmla="*/ 1604 w 395"/>
                <a:gd name="T25" fmla="*/ 6782 h 907"/>
                <a:gd name="T26" fmla="*/ 2067 w 395"/>
                <a:gd name="T27" fmla="*/ 6742 h 907"/>
                <a:gd name="T28" fmla="*/ 2043 w 395"/>
                <a:gd name="T29" fmla="*/ 6413 h 907"/>
                <a:gd name="T30" fmla="*/ 2300 w 395"/>
                <a:gd name="T31" fmla="*/ 3192 h 907"/>
                <a:gd name="T32" fmla="*/ 2043 w 395"/>
                <a:gd name="T33" fmla="*/ 0 h 907"/>
                <a:gd name="T34" fmla="*/ 1281 w 395"/>
                <a:gd name="T35" fmla="*/ 128 h 907"/>
                <a:gd name="T36" fmla="*/ 1201 w 395"/>
                <a:gd name="T37" fmla="*/ 128 h 907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395" h="907">
                  <a:moveTo>
                    <a:pt x="191" y="17"/>
                  </a:moveTo>
                  <a:cubicBezTo>
                    <a:pt x="155" y="17"/>
                    <a:pt x="114" y="12"/>
                    <a:pt x="70" y="0"/>
                  </a:cubicBezTo>
                  <a:cubicBezTo>
                    <a:pt x="70" y="0"/>
                    <a:pt x="19" y="126"/>
                    <a:pt x="29" y="418"/>
                  </a:cubicBezTo>
                  <a:cubicBezTo>
                    <a:pt x="37" y="646"/>
                    <a:pt x="0" y="806"/>
                    <a:pt x="70" y="840"/>
                  </a:cubicBezTo>
                  <a:cubicBezTo>
                    <a:pt x="66" y="883"/>
                    <a:pt x="66" y="883"/>
                    <a:pt x="66" y="883"/>
                  </a:cubicBezTo>
                  <a:cubicBezTo>
                    <a:pt x="66" y="883"/>
                    <a:pt x="93" y="907"/>
                    <a:pt x="140" y="888"/>
                  </a:cubicBezTo>
                  <a:cubicBezTo>
                    <a:pt x="146" y="849"/>
                    <a:pt x="146" y="849"/>
                    <a:pt x="146" y="849"/>
                  </a:cubicBezTo>
                  <a:cubicBezTo>
                    <a:pt x="146" y="849"/>
                    <a:pt x="168" y="863"/>
                    <a:pt x="183" y="567"/>
                  </a:cubicBezTo>
                  <a:cubicBezTo>
                    <a:pt x="186" y="495"/>
                    <a:pt x="197" y="290"/>
                    <a:pt x="197" y="290"/>
                  </a:cubicBezTo>
                  <a:cubicBezTo>
                    <a:pt x="198" y="290"/>
                    <a:pt x="198" y="290"/>
                    <a:pt x="198" y="290"/>
                  </a:cubicBezTo>
                  <a:cubicBezTo>
                    <a:pt x="198" y="290"/>
                    <a:pt x="209" y="495"/>
                    <a:pt x="212" y="567"/>
                  </a:cubicBezTo>
                  <a:cubicBezTo>
                    <a:pt x="226" y="863"/>
                    <a:pt x="249" y="849"/>
                    <a:pt x="249" y="849"/>
                  </a:cubicBezTo>
                  <a:cubicBezTo>
                    <a:pt x="255" y="888"/>
                    <a:pt x="255" y="888"/>
                    <a:pt x="255" y="888"/>
                  </a:cubicBezTo>
                  <a:cubicBezTo>
                    <a:pt x="302" y="907"/>
                    <a:pt x="329" y="883"/>
                    <a:pt x="329" y="883"/>
                  </a:cubicBezTo>
                  <a:cubicBezTo>
                    <a:pt x="325" y="840"/>
                    <a:pt x="325" y="840"/>
                    <a:pt x="325" y="840"/>
                  </a:cubicBezTo>
                  <a:cubicBezTo>
                    <a:pt x="395" y="806"/>
                    <a:pt x="358" y="646"/>
                    <a:pt x="366" y="418"/>
                  </a:cubicBezTo>
                  <a:cubicBezTo>
                    <a:pt x="376" y="126"/>
                    <a:pt x="325" y="0"/>
                    <a:pt x="325" y="0"/>
                  </a:cubicBezTo>
                  <a:cubicBezTo>
                    <a:pt x="281" y="12"/>
                    <a:pt x="240" y="17"/>
                    <a:pt x="204" y="17"/>
                  </a:cubicBezTo>
                  <a:lnTo>
                    <a:pt x="191" y="17"/>
                  </a:lnTo>
                  <a:close/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2798" name="Freeform 865">
              <a:extLst>
                <a:ext uri="{FF2B5EF4-FFF2-40B4-BE49-F238E27FC236}">
                  <a16:creationId xmlns:a16="http://schemas.microsoft.com/office/drawing/2014/main" id="{5E3AB38A-61E4-48E1-8DE2-29099A15F06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8" y="2046"/>
              <a:ext cx="493" cy="49"/>
            </a:xfrm>
            <a:custGeom>
              <a:avLst/>
              <a:gdLst>
                <a:gd name="T0" fmla="*/ 0 w 267"/>
                <a:gd name="T1" fmla="*/ 0 h 25"/>
                <a:gd name="T2" fmla="*/ 825 w 267"/>
                <a:gd name="T3" fmla="*/ 188 h 25"/>
                <a:gd name="T4" fmla="*/ 1680 w 267"/>
                <a:gd name="T5" fmla="*/ 8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7" h="25">
                  <a:moveTo>
                    <a:pt x="0" y="0"/>
                  </a:moveTo>
                  <a:cubicBezTo>
                    <a:pt x="0" y="0"/>
                    <a:pt x="48" y="25"/>
                    <a:pt x="131" y="25"/>
                  </a:cubicBezTo>
                  <a:cubicBezTo>
                    <a:pt x="214" y="25"/>
                    <a:pt x="267" y="1"/>
                    <a:pt x="267" y="1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2799" name="Freeform 866">
              <a:extLst>
                <a:ext uri="{FF2B5EF4-FFF2-40B4-BE49-F238E27FC236}">
                  <a16:creationId xmlns:a16="http://schemas.microsoft.com/office/drawing/2014/main" id="{95E61A0A-C963-4A7D-808A-A3295E3E0EF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2" y="2571"/>
              <a:ext cx="74" cy="26"/>
            </a:xfrm>
            <a:custGeom>
              <a:avLst/>
              <a:gdLst>
                <a:gd name="T0" fmla="*/ 0 w 40"/>
                <a:gd name="T1" fmla="*/ 0 h 13"/>
                <a:gd name="T2" fmla="*/ 253 w 40"/>
                <a:gd name="T3" fmla="*/ 24 h 13"/>
                <a:gd name="T4" fmla="*/ 0 w 40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13">
                  <a:moveTo>
                    <a:pt x="0" y="0"/>
                  </a:moveTo>
                  <a:cubicBezTo>
                    <a:pt x="0" y="0"/>
                    <a:pt x="12" y="13"/>
                    <a:pt x="40" y="3"/>
                  </a:cubicBezTo>
                  <a:cubicBezTo>
                    <a:pt x="40" y="3"/>
                    <a:pt x="17" y="9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2800" name="Freeform 867">
              <a:extLst>
                <a:ext uri="{FF2B5EF4-FFF2-40B4-BE49-F238E27FC236}">
                  <a16:creationId xmlns:a16="http://schemas.microsoft.com/office/drawing/2014/main" id="{99E3778E-66AD-42FB-B779-41984D5EBB4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7" y="3662"/>
              <a:ext cx="104" cy="18"/>
            </a:xfrm>
            <a:custGeom>
              <a:avLst/>
              <a:gdLst>
                <a:gd name="T0" fmla="*/ 0 w 56"/>
                <a:gd name="T1" fmla="*/ 16 h 9"/>
                <a:gd name="T2" fmla="*/ 52 w 56"/>
                <a:gd name="T3" fmla="*/ 16 h 9"/>
                <a:gd name="T4" fmla="*/ 110 w 56"/>
                <a:gd name="T5" fmla="*/ 56 h 9"/>
                <a:gd name="T6" fmla="*/ 104 w 56"/>
                <a:gd name="T7" fmla="*/ 0 h 9"/>
                <a:gd name="T8" fmla="*/ 158 w 56"/>
                <a:gd name="T9" fmla="*/ 48 h 9"/>
                <a:gd name="T10" fmla="*/ 158 w 56"/>
                <a:gd name="T11" fmla="*/ 24 h 9"/>
                <a:gd name="T12" fmla="*/ 282 w 56"/>
                <a:gd name="T13" fmla="*/ 40 h 9"/>
                <a:gd name="T14" fmla="*/ 358 w 56"/>
                <a:gd name="T15" fmla="*/ 48 h 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6" h="9">
                  <a:moveTo>
                    <a:pt x="0" y="2"/>
                  </a:moveTo>
                  <a:cubicBezTo>
                    <a:pt x="3" y="3"/>
                    <a:pt x="8" y="7"/>
                    <a:pt x="8" y="2"/>
                  </a:cubicBezTo>
                  <a:cubicBezTo>
                    <a:pt x="12" y="2"/>
                    <a:pt x="13" y="7"/>
                    <a:pt x="17" y="7"/>
                  </a:cubicBezTo>
                  <a:cubicBezTo>
                    <a:pt x="18" y="5"/>
                    <a:pt x="17" y="3"/>
                    <a:pt x="16" y="0"/>
                  </a:cubicBezTo>
                  <a:cubicBezTo>
                    <a:pt x="19" y="3"/>
                    <a:pt x="22" y="4"/>
                    <a:pt x="25" y="6"/>
                  </a:cubicBezTo>
                  <a:cubicBezTo>
                    <a:pt x="25" y="5"/>
                    <a:pt x="25" y="4"/>
                    <a:pt x="25" y="3"/>
                  </a:cubicBezTo>
                  <a:cubicBezTo>
                    <a:pt x="29" y="3"/>
                    <a:pt x="43" y="9"/>
                    <a:pt x="44" y="5"/>
                  </a:cubicBezTo>
                  <a:cubicBezTo>
                    <a:pt x="48" y="5"/>
                    <a:pt x="51" y="7"/>
                    <a:pt x="56" y="6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2801" name="Freeform 868">
              <a:extLst>
                <a:ext uri="{FF2B5EF4-FFF2-40B4-BE49-F238E27FC236}">
                  <a16:creationId xmlns:a16="http://schemas.microsoft.com/office/drawing/2014/main" id="{DE611DE5-5E19-4E7C-AD23-E58EA38C22A7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8" y="3666"/>
              <a:ext cx="94" cy="24"/>
            </a:xfrm>
            <a:custGeom>
              <a:avLst/>
              <a:gdLst>
                <a:gd name="T0" fmla="*/ 319 w 51"/>
                <a:gd name="T1" fmla="*/ 0 h 12"/>
                <a:gd name="T2" fmla="*/ 251 w 51"/>
                <a:gd name="T3" fmla="*/ 40 h 12"/>
                <a:gd name="T4" fmla="*/ 258 w 51"/>
                <a:gd name="T5" fmla="*/ 8 h 12"/>
                <a:gd name="T6" fmla="*/ 201 w 51"/>
                <a:gd name="T7" fmla="*/ 56 h 12"/>
                <a:gd name="T8" fmla="*/ 201 w 51"/>
                <a:gd name="T9" fmla="*/ 8 h 12"/>
                <a:gd name="T10" fmla="*/ 133 w 51"/>
                <a:gd name="T11" fmla="*/ 40 h 12"/>
                <a:gd name="T12" fmla="*/ 61 w 51"/>
                <a:gd name="T13" fmla="*/ 56 h 12"/>
                <a:gd name="T14" fmla="*/ 0 w 51"/>
                <a:gd name="T15" fmla="*/ 72 h 1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1" h="12">
                  <a:moveTo>
                    <a:pt x="51" y="0"/>
                  </a:moveTo>
                  <a:cubicBezTo>
                    <a:pt x="48" y="2"/>
                    <a:pt x="44" y="5"/>
                    <a:pt x="40" y="5"/>
                  </a:cubicBezTo>
                  <a:cubicBezTo>
                    <a:pt x="40" y="4"/>
                    <a:pt x="40" y="2"/>
                    <a:pt x="41" y="1"/>
                  </a:cubicBezTo>
                  <a:cubicBezTo>
                    <a:pt x="38" y="3"/>
                    <a:pt x="35" y="6"/>
                    <a:pt x="32" y="7"/>
                  </a:cubicBezTo>
                  <a:cubicBezTo>
                    <a:pt x="32" y="5"/>
                    <a:pt x="32" y="3"/>
                    <a:pt x="32" y="1"/>
                  </a:cubicBezTo>
                  <a:cubicBezTo>
                    <a:pt x="28" y="2"/>
                    <a:pt x="25" y="8"/>
                    <a:pt x="21" y="5"/>
                  </a:cubicBezTo>
                  <a:cubicBezTo>
                    <a:pt x="14" y="12"/>
                    <a:pt x="17" y="7"/>
                    <a:pt x="10" y="7"/>
                  </a:cubicBezTo>
                  <a:cubicBezTo>
                    <a:pt x="7" y="7"/>
                    <a:pt x="4" y="10"/>
                    <a:pt x="0" y="9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2802" name="Freeform 869">
              <a:extLst>
                <a:ext uri="{FF2B5EF4-FFF2-40B4-BE49-F238E27FC236}">
                  <a16:creationId xmlns:a16="http://schemas.microsoft.com/office/drawing/2014/main" id="{F6D0D3D8-F7DA-449F-853B-C0F6BADC0CE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3" y="3674"/>
              <a:ext cx="16" cy="10"/>
            </a:xfrm>
            <a:custGeom>
              <a:avLst/>
              <a:gdLst>
                <a:gd name="T0" fmla="*/ 0 w 9"/>
                <a:gd name="T1" fmla="*/ 0 h 5"/>
                <a:gd name="T2" fmla="*/ 50 w 9"/>
                <a:gd name="T3" fmla="*/ 4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5">
                  <a:moveTo>
                    <a:pt x="0" y="0"/>
                  </a:moveTo>
                  <a:cubicBezTo>
                    <a:pt x="3" y="1"/>
                    <a:pt x="7" y="2"/>
                    <a:pt x="9" y="5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2803" name="Freeform 870">
              <a:extLst>
                <a:ext uri="{FF2B5EF4-FFF2-40B4-BE49-F238E27FC236}">
                  <a16:creationId xmlns:a16="http://schemas.microsoft.com/office/drawing/2014/main" id="{A19D8C9A-EB04-4D4C-8075-682F4F7772F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0" y="3676"/>
              <a:ext cx="11" cy="8"/>
            </a:xfrm>
            <a:custGeom>
              <a:avLst/>
              <a:gdLst>
                <a:gd name="T0" fmla="*/ 0 w 6"/>
                <a:gd name="T1" fmla="*/ 32 h 4"/>
                <a:gd name="T2" fmla="*/ 37 w 6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4">
                  <a:moveTo>
                    <a:pt x="0" y="4"/>
                  </a:moveTo>
                  <a:cubicBezTo>
                    <a:pt x="1" y="2"/>
                    <a:pt x="3" y="0"/>
                    <a:pt x="6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2804" name="Freeform 871">
              <a:extLst>
                <a:ext uri="{FF2B5EF4-FFF2-40B4-BE49-F238E27FC236}">
                  <a16:creationId xmlns:a16="http://schemas.microsoft.com/office/drawing/2014/main" id="{1F8CCAE5-227C-488F-9421-8FC9B5B298C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3" y="2400"/>
              <a:ext cx="170" cy="211"/>
            </a:xfrm>
            <a:custGeom>
              <a:avLst/>
              <a:gdLst>
                <a:gd name="T0" fmla="*/ 0 w 92"/>
                <a:gd name="T1" fmla="*/ 736 h 107"/>
                <a:gd name="T2" fmla="*/ 347 w 92"/>
                <a:gd name="T3" fmla="*/ 497 h 107"/>
                <a:gd name="T4" fmla="*/ 580 w 92"/>
                <a:gd name="T5" fmla="*/ 0 h 107"/>
                <a:gd name="T6" fmla="*/ 431 w 92"/>
                <a:gd name="T7" fmla="*/ 467 h 107"/>
                <a:gd name="T8" fmla="*/ 277 w 92"/>
                <a:gd name="T9" fmla="*/ 696 h 107"/>
                <a:gd name="T10" fmla="*/ 440 w 92"/>
                <a:gd name="T11" fmla="*/ 684 h 107"/>
                <a:gd name="T12" fmla="*/ 20 w 92"/>
                <a:gd name="T13" fmla="*/ 759 h 10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2" h="107">
                  <a:moveTo>
                    <a:pt x="0" y="96"/>
                  </a:moveTo>
                  <a:cubicBezTo>
                    <a:pt x="21" y="89"/>
                    <a:pt x="39" y="81"/>
                    <a:pt x="55" y="65"/>
                  </a:cubicBezTo>
                  <a:cubicBezTo>
                    <a:pt x="71" y="49"/>
                    <a:pt x="82" y="21"/>
                    <a:pt x="92" y="0"/>
                  </a:cubicBezTo>
                  <a:cubicBezTo>
                    <a:pt x="80" y="17"/>
                    <a:pt x="78" y="43"/>
                    <a:pt x="68" y="61"/>
                  </a:cubicBezTo>
                  <a:cubicBezTo>
                    <a:pt x="63" y="72"/>
                    <a:pt x="46" y="80"/>
                    <a:pt x="44" y="91"/>
                  </a:cubicBezTo>
                  <a:cubicBezTo>
                    <a:pt x="50" y="94"/>
                    <a:pt x="64" y="90"/>
                    <a:pt x="70" y="89"/>
                  </a:cubicBezTo>
                  <a:cubicBezTo>
                    <a:pt x="52" y="100"/>
                    <a:pt x="24" y="107"/>
                    <a:pt x="3" y="99"/>
                  </a:cubicBezTo>
                </a:path>
              </a:pathLst>
            </a:custGeom>
            <a:solidFill>
              <a:srgbClr val="718D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2805" name="Freeform 872">
              <a:extLst>
                <a:ext uri="{FF2B5EF4-FFF2-40B4-BE49-F238E27FC236}">
                  <a16:creationId xmlns:a16="http://schemas.microsoft.com/office/drawing/2014/main" id="{E39E1166-4447-4548-A04E-6222E79A732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5" y="2059"/>
              <a:ext cx="258" cy="75"/>
            </a:xfrm>
            <a:custGeom>
              <a:avLst/>
              <a:gdLst>
                <a:gd name="T0" fmla="*/ 7 w 140"/>
                <a:gd name="T1" fmla="*/ 0 h 38"/>
                <a:gd name="T2" fmla="*/ 875 w 140"/>
                <a:gd name="T3" fmla="*/ 168 h 38"/>
                <a:gd name="T4" fmla="*/ 0 w 140"/>
                <a:gd name="T5" fmla="*/ 93 h 38"/>
                <a:gd name="T6" fmla="*/ 7 w 140"/>
                <a:gd name="T7" fmla="*/ 0 h 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0" h="38">
                  <a:moveTo>
                    <a:pt x="1" y="0"/>
                  </a:moveTo>
                  <a:cubicBezTo>
                    <a:pt x="1" y="0"/>
                    <a:pt x="61" y="27"/>
                    <a:pt x="140" y="22"/>
                  </a:cubicBezTo>
                  <a:cubicBezTo>
                    <a:pt x="140" y="22"/>
                    <a:pt x="97" y="38"/>
                    <a:pt x="0" y="12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A7BC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2806" name="Freeform 873">
              <a:extLst>
                <a:ext uri="{FF2B5EF4-FFF2-40B4-BE49-F238E27FC236}">
                  <a16:creationId xmlns:a16="http://schemas.microsoft.com/office/drawing/2014/main" id="{52C3506E-AF05-4468-B59E-40DDEE64F14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2" y="2496"/>
              <a:ext cx="57" cy="81"/>
            </a:xfrm>
            <a:custGeom>
              <a:avLst/>
              <a:gdLst>
                <a:gd name="T0" fmla="*/ 178 w 31"/>
                <a:gd name="T1" fmla="*/ 308 h 41"/>
                <a:gd name="T2" fmla="*/ 37 w 31"/>
                <a:gd name="T3" fmla="*/ 223 h 41"/>
                <a:gd name="T4" fmla="*/ 0 w 31"/>
                <a:gd name="T5" fmla="*/ 0 h 41"/>
                <a:gd name="T6" fmla="*/ 118 w 31"/>
                <a:gd name="T7" fmla="*/ 207 h 41"/>
                <a:gd name="T8" fmla="*/ 193 w 31"/>
                <a:gd name="T9" fmla="*/ 308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41">
                  <a:moveTo>
                    <a:pt x="29" y="40"/>
                  </a:moveTo>
                  <a:cubicBezTo>
                    <a:pt x="23" y="41"/>
                    <a:pt x="10" y="34"/>
                    <a:pt x="6" y="29"/>
                  </a:cubicBezTo>
                  <a:cubicBezTo>
                    <a:pt x="0" y="21"/>
                    <a:pt x="1" y="9"/>
                    <a:pt x="0" y="0"/>
                  </a:cubicBezTo>
                  <a:cubicBezTo>
                    <a:pt x="8" y="5"/>
                    <a:pt x="11" y="20"/>
                    <a:pt x="19" y="27"/>
                  </a:cubicBezTo>
                  <a:cubicBezTo>
                    <a:pt x="22" y="31"/>
                    <a:pt x="31" y="34"/>
                    <a:pt x="31" y="40"/>
                  </a:cubicBezTo>
                </a:path>
              </a:pathLst>
            </a:custGeom>
            <a:solidFill>
              <a:srgbClr val="A7BC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</p:grpSp>
      <p:grpSp>
        <p:nvGrpSpPr>
          <p:cNvPr id="32780" name="purple-short-sleeve-t-shirt">
            <a:extLst>
              <a:ext uri="{FF2B5EF4-FFF2-40B4-BE49-F238E27FC236}">
                <a16:creationId xmlns:a16="http://schemas.microsoft.com/office/drawing/2014/main" id="{264D1DAC-18EF-4E91-A195-BB81750035CB}"/>
              </a:ext>
            </a:extLst>
          </p:cNvPr>
          <p:cNvGrpSpPr>
            <a:grpSpLocks/>
          </p:cNvGrpSpPr>
          <p:nvPr/>
        </p:nvGrpSpPr>
        <p:grpSpPr bwMode="auto">
          <a:xfrm>
            <a:off x="8467725" y="2222500"/>
            <a:ext cx="1409700" cy="1876425"/>
            <a:chOff x="4370" y="964"/>
            <a:chExt cx="915" cy="1218"/>
          </a:xfrm>
        </p:grpSpPr>
        <p:sp>
          <p:nvSpPr>
            <p:cNvPr id="32781" name="Freeform 875">
              <a:extLst>
                <a:ext uri="{FF2B5EF4-FFF2-40B4-BE49-F238E27FC236}">
                  <a16:creationId xmlns:a16="http://schemas.microsoft.com/office/drawing/2014/main" id="{5EEC9434-0639-4844-8390-A1FD2CAAA80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0" y="964"/>
              <a:ext cx="915" cy="1218"/>
            </a:xfrm>
            <a:custGeom>
              <a:avLst/>
              <a:gdLst>
                <a:gd name="T0" fmla="*/ 1701 w 467"/>
                <a:gd name="T1" fmla="*/ 5273 h 583"/>
                <a:gd name="T2" fmla="*/ 580 w 467"/>
                <a:gd name="T3" fmla="*/ 4797 h 583"/>
                <a:gd name="T4" fmla="*/ 713 w 467"/>
                <a:gd name="T5" fmla="*/ 2279 h 583"/>
                <a:gd name="T6" fmla="*/ 0 w 467"/>
                <a:gd name="T7" fmla="*/ 2008 h 583"/>
                <a:gd name="T8" fmla="*/ 519 w 467"/>
                <a:gd name="T9" fmla="*/ 276 h 583"/>
                <a:gd name="T10" fmla="*/ 1189 w 467"/>
                <a:gd name="T11" fmla="*/ 65 h 583"/>
                <a:gd name="T12" fmla="*/ 1264 w 467"/>
                <a:gd name="T13" fmla="*/ 0 h 583"/>
                <a:gd name="T14" fmla="*/ 1754 w 467"/>
                <a:gd name="T15" fmla="*/ 228 h 583"/>
                <a:gd name="T16" fmla="*/ 1758 w 467"/>
                <a:gd name="T17" fmla="*/ 228 h 583"/>
                <a:gd name="T18" fmla="*/ 2249 w 467"/>
                <a:gd name="T19" fmla="*/ 0 h 583"/>
                <a:gd name="T20" fmla="*/ 2322 w 467"/>
                <a:gd name="T21" fmla="*/ 65 h 583"/>
                <a:gd name="T22" fmla="*/ 2994 w 467"/>
                <a:gd name="T23" fmla="*/ 276 h 583"/>
                <a:gd name="T24" fmla="*/ 3513 w 467"/>
                <a:gd name="T25" fmla="*/ 2008 h 583"/>
                <a:gd name="T26" fmla="*/ 2798 w 467"/>
                <a:gd name="T27" fmla="*/ 2279 h 583"/>
                <a:gd name="T28" fmla="*/ 2933 w 467"/>
                <a:gd name="T29" fmla="*/ 4797 h 583"/>
                <a:gd name="T30" fmla="*/ 1820 w 467"/>
                <a:gd name="T31" fmla="*/ 5273 h 583"/>
                <a:gd name="T32" fmla="*/ 1701 w 467"/>
                <a:gd name="T33" fmla="*/ 5273 h 58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467" h="583">
                  <a:moveTo>
                    <a:pt x="226" y="578"/>
                  </a:moveTo>
                  <a:cubicBezTo>
                    <a:pt x="121" y="583"/>
                    <a:pt x="77" y="526"/>
                    <a:pt x="77" y="526"/>
                  </a:cubicBezTo>
                  <a:cubicBezTo>
                    <a:pt x="100" y="430"/>
                    <a:pt x="95" y="250"/>
                    <a:pt x="95" y="250"/>
                  </a:cubicBezTo>
                  <a:cubicBezTo>
                    <a:pt x="32" y="254"/>
                    <a:pt x="0" y="220"/>
                    <a:pt x="0" y="220"/>
                  </a:cubicBezTo>
                  <a:cubicBezTo>
                    <a:pt x="26" y="56"/>
                    <a:pt x="69" y="30"/>
                    <a:pt x="69" y="30"/>
                  </a:cubicBezTo>
                  <a:cubicBezTo>
                    <a:pt x="158" y="7"/>
                    <a:pt x="158" y="7"/>
                    <a:pt x="158" y="7"/>
                  </a:cubicBezTo>
                  <a:cubicBezTo>
                    <a:pt x="168" y="0"/>
                    <a:pt x="168" y="0"/>
                    <a:pt x="168" y="0"/>
                  </a:cubicBezTo>
                  <a:cubicBezTo>
                    <a:pt x="193" y="25"/>
                    <a:pt x="233" y="25"/>
                    <a:pt x="233" y="25"/>
                  </a:cubicBezTo>
                  <a:cubicBezTo>
                    <a:pt x="234" y="25"/>
                    <a:pt x="234" y="25"/>
                    <a:pt x="234" y="25"/>
                  </a:cubicBezTo>
                  <a:cubicBezTo>
                    <a:pt x="234" y="25"/>
                    <a:pt x="274" y="25"/>
                    <a:pt x="299" y="0"/>
                  </a:cubicBezTo>
                  <a:cubicBezTo>
                    <a:pt x="309" y="7"/>
                    <a:pt x="309" y="7"/>
                    <a:pt x="309" y="7"/>
                  </a:cubicBezTo>
                  <a:cubicBezTo>
                    <a:pt x="398" y="30"/>
                    <a:pt x="398" y="30"/>
                    <a:pt x="398" y="30"/>
                  </a:cubicBezTo>
                  <a:cubicBezTo>
                    <a:pt x="398" y="30"/>
                    <a:pt x="441" y="56"/>
                    <a:pt x="467" y="220"/>
                  </a:cubicBezTo>
                  <a:cubicBezTo>
                    <a:pt x="467" y="220"/>
                    <a:pt x="435" y="254"/>
                    <a:pt x="372" y="250"/>
                  </a:cubicBezTo>
                  <a:cubicBezTo>
                    <a:pt x="372" y="250"/>
                    <a:pt x="367" y="430"/>
                    <a:pt x="390" y="526"/>
                  </a:cubicBezTo>
                  <a:cubicBezTo>
                    <a:pt x="390" y="526"/>
                    <a:pt x="346" y="583"/>
                    <a:pt x="242" y="578"/>
                  </a:cubicBezTo>
                  <a:lnTo>
                    <a:pt x="226" y="578"/>
                  </a:lnTo>
                  <a:close/>
                </a:path>
              </a:pathLst>
            </a:custGeom>
            <a:solidFill>
              <a:srgbClr val="C5B0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2782" name="Freeform 876">
              <a:extLst>
                <a:ext uri="{FF2B5EF4-FFF2-40B4-BE49-F238E27FC236}">
                  <a16:creationId xmlns:a16="http://schemas.microsoft.com/office/drawing/2014/main" id="{C3E34D75-C2B7-4F40-A6F5-FA9A4F6A7C8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0" y="964"/>
              <a:ext cx="915" cy="1218"/>
            </a:xfrm>
            <a:custGeom>
              <a:avLst/>
              <a:gdLst>
                <a:gd name="T0" fmla="*/ 1701 w 467"/>
                <a:gd name="T1" fmla="*/ 5273 h 583"/>
                <a:gd name="T2" fmla="*/ 580 w 467"/>
                <a:gd name="T3" fmla="*/ 4797 h 583"/>
                <a:gd name="T4" fmla="*/ 713 w 467"/>
                <a:gd name="T5" fmla="*/ 2279 h 583"/>
                <a:gd name="T6" fmla="*/ 0 w 467"/>
                <a:gd name="T7" fmla="*/ 2008 h 583"/>
                <a:gd name="T8" fmla="*/ 519 w 467"/>
                <a:gd name="T9" fmla="*/ 276 h 583"/>
                <a:gd name="T10" fmla="*/ 1189 w 467"/>
                <a:gd name="T11" fmla="*/ 65 h 583"/>
                <a:gd name="T12" fmla="*/ 1264 w 467"/>
                <a:gd name="T13" fmla="*/ 0 h 583"/>
                <a:gd name="T14" fmla="*/ 1754 w 467"/>
                <a:gd name="T15" fmla="*/ 228 h 583"/>
                <a:gd name="T16" fmla="*/ 1758 w 467"/>
                <a:gd name="T17" fmla="*/ 228 h 583"/>
                <a:gd name="T18" fmla="*/ 2249 w 467"/>
                <a:gd name="T19" fmla="*/ 0 h 583"/>
                <a:gd name="T20" fmla="*/ 2322 w 467"/>
                <a:gd name="T21" fmla="*/ 65 h 583"/>
                <a:gd name="T22" fmla="*/ 2994 w 467"/>
                <a:gd name="T23" fmla="*/ 276 h 583"/>
                <a:gd name="T24" fmla="*/ 3513 w 467"/>
                <a:gd name="T25" fmla="*/ 2008 h 583"/>
                <a:gd name="T26" fmla="*/ 2798 w 467"/>
                <a:gd name="T27" fmla="*/ 2279 h 583"/>
                <a:gd name="T28" fmla="*/ 2933 w 467"/>
                <a:gd name="T29" fmla="*/ 4797 h 583"/>
                <a:gd name="T30" fmla="*/ 1820 w 467"/>
                <a:gd name="T31" fmla="*/ 5273 h 583"/>
                <a:gd name="T32" fmla="*/ 1701 w 467"/>
                <a:gd name="T33" fmla="*/ 5273 h 58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467" h="583">
                  <a:moveTo>
                    <a:pt x="226" y="578"/>
                  </a:moveTo>
                  <a:cubicBezTo>
                    <a:pt x="121" y="583"/>
                    <a:pt x="77" y="526"/>
                    <a:pt x="77" y="526"/>
                  </a:cubicBezTo>
                  <a:cubicBezTo>
                    <a:pt x="100" y="430"/>
                    <a:pt x="95" y="250"/>
                    <a:pt x="95" y="250"/>
                  </a:cubicBezTo>
                  <a:cubicBezTo>
                    <a:pt x="32" y="254"/>
                    <a:pt x="0" y="220"/>
                    <a:pt x="0" y="220"/>
                  </a:cubicBezTo>
                  <a:cubicBezTo>
                    <a:pt x="26" y="56"/>
                    <a:pt x="69" y="30"/>
                    <a:pt x="69" y="30"/>
                  </a:cubicBezTo>
                  <a:cubicBezTo>
                    <a:pt x="158" y="7"/>
                    <a:pt x="158" y="7"/>
                    <a:pt x="158" y="7"/>
                  </a:cubicBezTo>
                  <a:cubicBezTo>
                    <a:pt x="168" y="0"/>
                    <a:pt x="168" y="0"/>
                    <a:pt x="168" y="0"/>
                  </a:cubicBezTo>
                  <a:cubicBezTo>
                    <a:pt x="193" y="25"/>
                    <a:pt x="233" y="25"/>
                    <a:pt x="233" y="25"/>
                  </a:cubicBezTo>
                  <a:cubicBezTo>
                    <a:pt x="234" y="25"/>
                    <a:pt x="234" y="25"/>
                    <a:pt x="234" y="25"/>
                  </a:cubicBezTo>
                  <a:cubicBezTo>
                    <a:pt x="234" y="25"/>
                    <a:pt x="274" y="25"/>
                    <a:pt x="299" y="0"/>
                  </a:cubicBezTo>
                  <a:cubicBezTo>
                    <a:pt x="309" y="7"/>
                    <a:pt x="309" y="7"/>
                    <a:pt x="309" y="7"/>
                  </a:cubicBezTo>
                  <a:cubicBezTo>
                    <a:pt x="398" y="30"/>
                    <a:pt x="398" y="30"/>
                    <a:pt x="398" y="30"/>
                  </a:cubicBezTo>
                  <a:cubicBezTo>
                    <a:pt x="398" y="30"/>
                    <a:pt x="441" y="56"/>
                    <a:pt x="467" y="220"/>
                  </a:cubicBezTo>
                  <a:cubicBezTo>
                    <a:pt x="467" y="220"/>
                    <a:pt x="435" y="254"/>
                    <a:pt x="372" y="250"/>
                  </a:cubicBezTo>
                  <a:cubicBezTo>
                    <a:pt x="372" y="250"/>
                    <a:pt x="367" y="430"/>
                    <a:pt x="390" y="526"/>
                  </a:cubicBezTo>
                  <a:cubicBezTo>
                    <a:pt x="390" y="526"/>
                    <a:pt x="346" y="583"/>
                    <a:pt x="242" y="578"/>
                  </a:cubicBezTo>
                  <a:lnTo>
                    <a:pt x="226" y="578"/>
                  </a:lnTo>
                  <a:close/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2783" name="Freeform 877">
              <a:extLst>
                <a:ext uri="{FF2B5EF4-FFF2-40B4-BE49-F238E27FC236}">
                  <a16:creationId xmlns:a16="http://schemas.microsoft.com/office/drawing/2014/main" id="{2988BA9D-589B-4F58-BECB-08F76F011F9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0" y="979"/>
              <a:ext cx="295" cy="67"/>
            </a:xfrm>
            <a:custGeom>
              <a:avLst/>
              <a:gdLst>
                <a:gd name="T0" fmla="*/ 0 w 151"/>
                <a:gd name="T1" fmla="*/ 0 h 32"/>
                <a:gd name="T2" fmla="*/ 572 w 151"/>
                <a:gd name="T3" fmla="*/ 293 h 32"/>
                <a:gd name="T4" fmla="*/ 1125 w 151"/>
                <a:gd name="T5" fmla="*/ 0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1" h="32">
                  <a:moveTo>
                    <a:pt x="0" y="0"/>
                  </a:moveTo>
                  <a:cubicBezTo>
                    <a:pt x="0" y="0"/>
                    <a:pt x="15" y="32"/>
                    <a:pt x="77" y="32"/>
                  </a:cubicBezTo>
                  <a:cubicBezTo>
                    <a:pt x="140" y="32"/>
                    <a:pt x="151" y="0"/>
                    <a:pt x="151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2784" name="Freeform 878">
              <a:extLst>
                <a:ext uri="{FF2B5EF4-FFF2-40B4-BE49-F238E27FC236}">
                  <a16:creationId xmlns:a16="http://schemas.microsoft.com/office/drawing/2014/main" id="{1C5CD94D-BAF6-4698-9D14-B156940E33F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6" y="1345"/>
              <a:ext cx="6" cy="142"/>
            </a:xfrm>
            <a:custGeom>
              <a:avLst/>
              <a:gdLst>
                <a:gd name="T0" fmla="*/ 0 w 3"/>
                <a:gd name="T1" fmla="*/ 620 h 68"/>
                <a:gd name="T2" fmla="*/ 16 w 3"/>
                <a:gd name="T3" fmla="*/ 0 h 6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68">
                  <a:moveTo>
                    <a:pt x="0" y="68"/>
                  </a:moveTo>
                  <a:cubicBezTo>
                    <a:pt x="0" y="68"/>
                    <a:pt x="3" y="11"/>
                    <a:pt x="2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2785" name="Freeform 879">
              <a:extLst>
                <a:ext uri="{FF2B5EF4-FFF2-40B4-BE49-F238E27FC236}">
                  <a16:creationId xmlns:a16="http://schemas.microsoft.com/office/drawing/2014/main" id="{3C3301E3-EEA9-436B-8E11-E13C86C8CBF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1" y="1359"/>
              <a:ext cx="29" cy="31"/>
            </a:xfrm>
            <a:custGeom>
              <a:avLst/>
              <a:gdLst>
                <a:gd name="T0" fmla="*/ 108 w 15"/>
                <a:gd name="T1" fmla="*/ 132 h 15"/>
                <a:gd name="T2" fmla="*/ 0 w 15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5">
                  <a:moveTo>
                    <a:pt x="15" y="15"/>
                  </a:moveTo>
                  <a:cubicBezTo>
                    <a:pt x="15" y="15"/>
                    <a:pt x="11" y="3"/>
                    <a:pt x="0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2786" name="Freeform 880">
              <a:extLst>
                <a:ext uri="{FF2B5EF4-FFF2-40B4-BE49-F238E27FC236}">
                  <a16:creationId xmlns:a16="http://schemas.microsoft.com/office/drawing/2014/main" id="{BEA83D8E-F16A-4CCD-AAC3-E1F777F998BA}"/>
                </a:ext>
              </a:extLst>
            </p:cNvPr>
            <p:cNvSpPr>
              <a:spLocks/>
            </p:cNvSpPr>
            <p:nvPr/>
          </p:nvSpPr>
          <p:spPr bwMode="auto">
            <a:xfrm>
              <a:off x="5093" y="1338"/>
              <a:ext cx="6" cy="149"/>
            </a:xfrm>
            <a:custGeom>
              <a:avLst/>
              <a:gdLst>
                <a:gd name="T0" fmla="*/ 24 w 3"/>
                <a:gd name="T1" fmla="*/ 657 h 71"/>
                <a:gd name="T2" fmla="*/ 24 w 3"/>
                <a:gd name="T3" fmla="*/ 0 h 7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71">
                  <a:moveTo>
                    <a:pt x="3" y="71"/>
                  </a:moveTo>
                  <a:cubicBezTo>
                    <a:pt x="3" y="71"/>
                    <a:pt x="0" y="11"/>
                    <a:pt x="3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2787" name="Freeform 881">
              <a:extLst>
                <a:ext uri="{FF2B5EF4-FFF2-40B4-BE49-F238E27FC236}">
                  <a16:creationId xmlns:a16="http://schemas.microsoft.com/office/drawing/2014/main" id="{8FCC920D-95E4-4C83-8F99-C15C9A130D07}"/>
                </a:ext>
              </a:extLst>
            </p:cNvPr>
            <p:cNvSpPr>
              <a:spLocks/>
            </p:cNvSpPr>
            <p:nvPr/>
          </p:nvSpPr>
          <p:spPr bwMode="auto">
            <a:xfrm>
              <a:off x="5095" y="1359"/>
              <a:ext cx="31" cy="38"/>
            </a:xfrm>
            <a:custGeom>
              <a:avLst/>
              <a:gdLst>
                <a:gd name="T0" fmla="*/ 0 w 16"/>
                <a:gd name="T1" fmla="*/ 169 h 18"/>
                <a:gd name="T2" fmla="*/ 116 w 16"/>
                <a:gd name="T3" fmla="*/ 0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8">
                  <a:moveTo>
                    <a:pt x="0" y="18"/>
                  </a:moveTo>
                  <a:cubicBezTo>
                    <a:pt x="0" y="18"/>
                    <a:pt x="8" y="3"/>
                    <a:pt x="16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2788" name="Freeform 882">
              <a:extLst>
                <a:ext uri="{FF2B5EF4-FFF2-40B4-BE49-F238E27FC236}">
                  <a16:creationId xmlns:a16="http://schemas.microsoft.com/office/drawing/2014/main" id="{75A4F76D-61FE-4034-B4F8-6549B8F892A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7" y="1347"/>
              <a:ext cx="107" cy="791"/>
            </a:xfrm>
            <a:custGeom>
              <a:avLst/>
              <a:gdLst>
                <a:gd name="T0" fmla="*/ 148 w 55"/>
                <a:gd name="T1" fmla="*/ 0 h 379"/>
                <a:gd name="T2" fmla="*/ 0 w 55"/>
                <a:gd name="T3" fmla="*/ 3093 h 379"/>
                <a:gd name="T4" fmla="*/ 405 w 55"/>
                <a:gd name="T5" fmla="*/ 3446 h 379"/>
                <a:gd name="T6" fmla="*/ 103 w 55"/>
                <a:gd name="T7" fmla="*/ 2836 h 379"/>
                <a:gd name="T8" fmla="*/ 148 w 55"/>
                <a:gd name="T9" fmla="*/ 0 h 37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5" h="379">
                  <a:moveTo>
                    <a:pt x="20" y="0"/>
                  </a:moveTo>
                  <a:cubicBezTo>
                    <a:pt x="20" y="0"/>
                    <a:pt x="27" y="301"/>
                    <a:pt x="0" y="340"/>
                  </a:cubicBezTo>
                  <a:cubicBezTo>
                    <a:pt x="0" y="340"/>
                    <a:pt x="27" y="368"/>
                    <a:pt x="55" y="379"/>
                  </a:cubicBezTo>
                  <a:cubicBezTo>
                    <a:pt x="55" y="379"/>
                    <a:pt x="6" y="347"/>
                    <a:pt x="14" y="312"/>
                  </a:cubicBezTo>
                  <a:cubicBezTo>
                    <a:pt x="21" y="277"/>
                    <a:pt x="33" y="53"/>
                    <a:pt x="20" y="0"/>
                  </a:cubicBezTo>
                  <a:close/>
                </a:path>
              </a:pathLst>
            </a:custGeom>
            <a:solidFill>
              <a:srgbClr val="DDCF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2789" name="Freeform 883">
              <a:extLst>
                <a:ext uri="{FF2B5EF4-FFF2-40B4-BE49-F238E27FC236}">
                  <a16:creationId xmlns:a16="http://schemas.microsoft.com/office/drawing/2014/main" id="{244AAED4-FAA5-47C8-8C9B-3D1E8D08229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1" y="1338"/>
              <a:ext cx="37" cy="25"/>
            </a:xfrm>
            <a:custGeom>
              <a:avLst/>
              <a:gdLst>
                <a:gd name="T0" fmla="*/ 60 w 19"/>
                <a:gd name="T1" fmla="*/ 108 h 12"/>
                <a:gd name="T2" fmla="*/ 45 w 19"/>
                <a:gd name="T3" fmla="*/ 65 h 12"/>
                <a:gd name="T4" fmla="*/ 88 w 19"/>
                <a:gd name="T5" fmla="*/ 56 h 12"/>
                <a:gd name="T6" fmla="*/ 140 w 19"/>
                <a:gd name="T7" fmla="*/ 92 h 12"/>
                <a:gd name="T8" fmla="*/ 37 w 19"/>
                <a:gd name="T9" fmla="*/ 27 h 12"/>
                <a:gd name="T10" fmla="*/ 53 w 19"/>
                <a:gd name="T11" fmla="*/ 108 h 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" h="12">
                  <a:moveTo>
                    <a:pt x="8" y="12"/>
                  </a:moveTo>
                  <a:cubicBezTo>
                    <a:pt x="6" y="11"/>
                    <a:pt x="5" y="9"/>
                    <a:pt x="6" y="7"/>
                  </a:cubicBezTo>
                  <a:cubicBezTo>
                    <a:pt x="8" y="6"/>
                    <a:pt x="10" y="6"/>
                    <a:pt x="12" y="6"/>
                  </a:cubicBezTo>
                  <a:cubicBezTo>
                    <a:pt x="14" y="7"/>
                    <a:pt x="17" y="9"/>
                    <a:pt x="19" y="10"/>
                  </a:cubicBezTo>
                  <a:cubicBezTo>
                    <a:pt x="16" y="8"/>
                    <a:pt x="9" y="0"/>
                    <a:pt x="5" y="3"/>
                  </a:cubicBezTo>
                  <a:cubicBezTo>
                    <a:pt x="0" y="5"/>
                    <a:pt x="6" y="9"/>
                    <a:pt x="7" y="12"/>
                  </a:cubicBezTo>
                </a:path>
              </a:pathLst>
            </a:custGeom>
            <a:solidFill>
              <a:srgbClr val="DDCF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2790" name="Freeform 884">
              <a:extLst>
                <a:ext uri="{FF2B5EF4-FFF2-40B4-BE49-F238E27FC236}">
                  <a16:creationId xmlns:a16="http://schemas.microsoft.com/office/drawing/2014/main" id="{386E8538-1B27-4F52-958C-4C650FE77B3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4" y="1322"/>
              <a:ext cx="18" cy="25"/>
            </a:xfrm>
            <a:custGeom>
              <a:avLst/>
              <a:gdLst>
                <a:gd name="T0" fmla="*/ 8 w 9"/>
                <a:gd name="T1" fmla="*/ 108 h 12"/>
                <a:gd name="T2" fmla="*/ 32 w 9"/>
                <a:gd name="T3" fmla="*/ 65 h 12"/>
                <a:gd name="T4" fmla="*/ 72 w 9"/>
                <a:gd name="T5" fmla="*/ 100 h 12"/>
                <a:gd name="T6" fmla="*/ 32 w 9"/>
                <a:gd name="T7" fmla="*/ 8 h 12"/>
                <a:gd name="T8" fmla="*/ 0 w 9"/>
                <a:gd name="T9" fmla="*/ 92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12">
                  <a:moveTo>
                    <a:pt x="1" y="12"/>
                  </a:moveTo>
                  <a:cubicBezTo>
                    <a:pt x="1" y="10"/>
                    <a:pt x="2" y="7"/>
                    <a:pt x="4" y="7"/>
                  </a:cubicBezTo>
                  <a:cubicBezTo>
                    <a:pt x="6" y="7"/>
                    <a:pt x="9" y="9"/>
                    <a:pt x="9" y="11"/>
                  </a:cubicBezTo>
                  <a:cubicBezTo>
                    <a:pt x="7" y="9"/>
                    <a:pt x="8" y="0"/>
                    <a:pt x="4" y="1"/>
                  </a:cubicBezTo>
                  <a:cubicBezTo>
                    <a:pt x="1" y="1"/>
                    <a:pt x="0" y="8"/>
                    <a:pt x="0" y="10"/>
                  </a:cubicBezTo>
                </a:path>
              </a:pathLst>
            </a:custGeom>
            <a:solidFill>
              <a:srgbClr val="DDCF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2791" name="Freeform 885">
              <a:extLst>
                <a:ext uri="{FF2B5EF4-FFF2-40B4-BE49-F238E27FC236}">
                  <a16:creationId xmlns:a16="http://schemas.microsoft.com/office/drawing/2014/main" id="{FDF08DCB-D543-49B8-BB80-ED6A176D7451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9" y="1309"/>
              <a:ext cx="26" cy="42"/>
            </a:xfrm>
            <a:custGeom>
              <a:avLst/>
              <a:gdLst>
                <a:gd name="T0" fmla="*/ 0 w 13"/>
                <a:gd name="T1" fmla="*/ 168 h 20"/>
                <a:gd name="T2" fmla="*/ 48 w 13"/>
                <a:gd name="T3" fmla="*/ 84 h 20"/>
                <a:gd name="T4" fmla="*/ 64 w 13"/>
                <a:gd name="T5" fmla="*/ 185 h 20"/>
                <a:gd name="T6" fmla="*/ 80 w 13"/>
                <a:gd name="T7" fmla="*/ 48 h 20"/>
                <a:gd name="T8" fmla="*/ 8 w 13"/>
                <a:gd name="T9" fmla="*/ 120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20">
                  <a:moveTo>
                    <a:pt x="0" y="18"/>
                  </a:moveTo>
                  <a:cubicBezTo>
                    <a:pt x="2" y="16"/>
                    <a:pt x="4" y="9"/>
                    <a:pt x="6" y="9"/>
                  </a:cubicBezTo>
                  <a:cubicBezTo>
                    <a:pt x="9" y="10"/>
                    <a:pt x="8" y="18"/>
                    <a:pt x="8" y="20"/>
                  </a:cubicBezTo>
                  <a:cubicBezTo>
                    <a:pt x="8" y="16"/>
                    <a:pt x="13" y="8"/>
                    <a:pt x="10" y="5"/>
                  </a:cubicBezTo>
                  <a:cubicBezTo>
                    <a:pt x="6" y="0"/>
                    <a:pt x="2" y="10"/>
                    <a:pt x="1" y="13"/>
                  </a:cubicBezTo>
                </a:path>
              </a:pathLst>
            </a:custGeom>
            <a:solidFill>
              <a:srgbClr val="DDCF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2792" name="Freeform 886">
              <a:extLst>
                <a:ext uri="{FF2B5EF4-FFF2-40B4-BE49-F238E27FC236}">
                  <a16:creationId xmlns:a16="http://schemas.microsoft.com/office/drawing/2014/main" id="{A9AB9180-108E-47B6-8048-C39BB56882F3}"/>
                </a:ext>
              </a:extLst>
            </p:cNvPr>
            <p:cNvSpPr>
              <a:spLocks/>
            </p:cNvSpPr>
            <p:nvPr/>
          </p:nvSpPr>
          <p:spPr bwMode="auto">
            <a:xfrm>
              <a:off x="5116" y="1342"/>
              <a:ext cx="32" cy="32"/>
            </a:xfrm>
            <a:custGeom>
              <a:avLst/>
              <a:gdLst>
                <a:gd name="T0" fmla="*/ 0 w 16"/>
                <a:gd name="T1" fmla="*/ 49 h 15"/>
                <a:gd name="T2" fmla="*/ 80 w 16"/>
                <a:gd name="T3" fmla="*/ 68 h 15"/>
                <a:gd name="T4" fmla="*/ 40 w 16"/>
                <a:gd name="T5" fmla="*/ 145 h 15"/>
                <a:gd name="T6" fmla="*/ 128 w 16"/>
                <a:gd name="T7" fmla="*/ 60 h 15"/>
                <a:gd name="T8" fmla="*/ 16 w 16"/>
                <a:gd name="T9" fmla="*/ 41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5">
                  <a:moveTo>
                    <a:pt x="0" y="5"/>
                  </a:moveTo>
                  <a:cubicBezTo>
                    <a:pt x="2" y="5"/>
                    <a:pt x="10" y="2"/>
                    <a:pt x="10" y="7"/>
                  </a:cubicBezTo>
                  <a:cubicBezTo>
                    <a:pt x="11" y="10"/>
                    <a:pt x="6" y="13"/>
                    <a:pt x="5" y="15"/>
                  </a:cubicBezTo>
                  <a:cubicBezTo>
                    <a:pt x="8" y="13"/>
                    <a:pt x="15" y="10"/>
                    <a:pt x="16" y="6"/>
                  </a:cubicBezTo>
                  <a:cubicBezTo>
                    <a:pt x="16" y="0"/>
                    <a:pt x="5" y="2"/>
                    <a:pt x="2" y="4"/>
                  </a:cubicBezTo>
                </a:path>
              </a:pathLst>
            </a:custGeom>
            <a:solidFill>
              <a:srgbClr val="DDCF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2793" name="Freeform 887">
              <a:extLst>
                <a:ext uri="{FF2B5EF4-FFF2-40B4-BE49-F238E27FC236}">
                  <a16:creationId xmlns:a16="http://schemas.microsoft.com/office/drawing/2014/main" id="{CDD23C41-4A3E-49F1-ACDA-721FC6A1095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4" y="1033"/>
              <a:ext cx="135" cy="426"/>
            </a:xfrm>
            <a:custGeom>
              <a:avLst/>
              <a:gdLst>
                <a:gd name="T0" fmla="*/ 517 w 69"/>
                <a:gd name="T1" fmla="*/ 0 h 204"/>
                <a:gd name="T2" fmla="*/ 0 w 69"/>
                <a:gd name="T3" fmla="*/ 1691 h 204"/>
                <a:gd name="T4" fmla="*/ 219 w 69"/>
                <a:gd name="T5" fmla="*/ 1859 h 204"/>
                <a:gd name="T6" fmla="*/ 96 w 69"/>
                <a:gd name="T7" fmla="*/ 1403 h 204"/>
                <a:gd name="T8" fmla="*/ 517 w 69"/>
                <a:gd name="T9" fmla="*/ 0 h 20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9" h="204">
                  <a:moveTo>
                    <a:pt x="69" y="0"/>
                  </a:moveTo>
                  <a:cubicBezTo>
                    <a:pt x="69" y="0"/>
                    <a:pt x="29" y="24"/>
                    <a:pt x="0" y="186"/>
                  </a:cubicBezTo>
                  <a:cubicBezTo>
                    <a:pt x="0" y="186"/>
                    <a:pt x="8" y="196"/>
                    <a:pt x="29" y="204"/>
                  </a:cubicBezTo>
                  <a:cubicBezTo>
                    <a:pt x="29" y="204"/>
                    <a:pt x="0" y="193"/>
                    <a:pt x="13" y="154"/>
                  </a:cubicBezTo>
                  <a:cubicBezTo>
                    <a:pt x="27" y="115"/>
                    <a:pt x="43" y="19"/>
                    <a:pt x="69" y="0"/>
                  </a:cubicBezTo>
                  <a:close/>
                </a:path>
              </a:pathLst>
            </a:custGeom>
            <a:solidFill>
              <a:srgbClr val="DDCF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2794" name="Freeform 888">
              <a:extLst>
                <a:ext uri="{FF2B5EF4-FFF2-40B4-BE49-F238E27FC236}">
                  <a16:creationId xmlns:a16="http://schemas.microsoft.com/office/drawing/2014/main" id="{B53E4976-216D-48D9-BF56-F2EA8D7D74A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6" y="983"/>
              <a:ext cx="143" cy="88"/>
            </a:xfrm>
            <a:custGeom>
              <a:avLst/>
              <a:gdLst>
                <a:gd name="T0" fmla="*/ 0 w 73"/>
                <a:gd name="T1" fmla="*/ 0 h 42"/>
                <a:gd name="T2" fmla="*/ 548 w 73"/>
                <a:gd name="T3" fmla="*/ 293 h 42"/>
                <a:gd name="T4" fmla="*/ 0 w 73"/>
                <a:gd name="T5" fmla="*/ 0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3" h="42">
                  <a:moveTo>
                    <a:pt x="0" y="0"/>
                  </a:moveTo>
                  <a:cubicBezTo>
                    <a:pt x="0" y="0"/>
                    <a:pt x="18" y="33"/>
                    <a:pt x="73" y="32"/>
                  </a:cubicBezTo>
                  <a:cubicBezTo>
                    <a:pt x="73" y="32"/>
                    <a:pt x="13" y="42"/>
                    <a:pt x="0" y="0"/>
                  </a:cubicBezTo>
                  <a:close/>
                </a:path>
              </a:pathLst>
            </a:custGeom>
            <a:solidFill>
              <a:srgbClr val="DDCF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</p:grpSp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338" name="Rectangle 2">
            <a:extLst>
              <a:ext uri="{FF2B5EF4-FFF2-40B4-BE49-F238E27FC236}">
                <a16:creationId xmlns:a16="http://schemas.microsoft.com/office/drawing/2014/main" id="{B3B7606D-8510-499F-A988-249D5831FEFD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Teenager</a:t>
            </a:r>
          </a:p>
        </p:txBody>
      </p:sp>
      <p:grpSp>
        <p:nvGrpSpPr>
          <p:cNvPr id="33794" name="male-teenager-standing-front-view">
            <a:extLst>
              <a:ext uri="{FF2B5EF4-FFF2-40B4-BE49-F238E27FC236}">
                <a16:creationId xmlns:a16="http://schemas.microsoft.com/office/drawing/2014/main" id="{3B98F86A-DD6B-4234-916C-783FF3E95758}"/>
              </a:ext>
            </a:extLst>
          </p:cNvPr>
          <p:cNvGrpSpPr>
            <a:grpSpLocks/>
          </p:cNvGrpSpPr>
          <p:nvPr/>
        </p:nvGrpSpPr>
        <p:grpSpPr bwMode="auto">
          <a:xfrm>
            <a:off x="6632575" y="1200150"/>
            <a:ext cx="1503363" cy="5316538"/>
            <a:chOff x="3218" y="720"/>
            <a:chExt cx="947" cy="3349"/>
          </a:xfrm>
        </p:grpSpPr>
        <p:grpSp>
          <p:nvGrpSpPr>
            <p:cNvPr id="34575" name="Group 4">
              <a:extLst>
                <a:ext uri="{FF2B5EF4-FFF2-40B4-BE49-F238E27FC236}">
                  <a16:creationId xmlns:a16="http://schemas.microsoft.com/office/drawing/2014/main" id="{D250628F-5924-4579-B095-0ABC7E28B13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218" y="720"/>
              <a:ext cx="863" cy="3303"/>
              <a:chOff x="3218" y="720"/>
              <a:chExt cx="863" cy="3303"/>
            </a:xfrm>
          </p:grpSpPr>
          <p:sp>
            <p:nvSpPr>
              <p:cNvPr id="92204" name="Freeform 5">
                <a:extLst>
                  <a:ext uri="{FF2B5EF4-FFF2-40B4-BE49-F238E27FC236}">
                    <a16:creationId xmlns:a16="http://schemas.microsoft.com/office/drawing/2014/main" id="{C6C2E0E5-8F68-4DA0-AF47-32DEC1DAAD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3" y="780"/>
                <a:ext cx="445" cy="453"/>
              </a:xfrm>
              <a:custGeom>
                <a:avLst/>
                <a:gdLst>
                  <a:gd name="T0" fmla="*/ 1126 w 266"/>
                  <a:gd name="T1" fmla="*/ 451 h 272"/>
                  <a:gd name="T2" fmla="*/ 1114 w 266"/>
                  <a:gd name="T3" fmla="*/ 451 h 272"/>
                  <a:gd name="T4" fmla="*/ 1106 w 266"/>
                  <a:gd name="T5" fmla="*/ 451 h 272"/>
                  <a:gd name="T6" fmla="*/ 1072 w 266"/>
                  <a:gd name="T7" fmla="*/ 555 h 272"/>
                  <a:gd name="T8" fmla="*/ 1064 w 266"/>
                  <a:gd name="T9" fmla="*/ 583 h 272"/>
                  <a:gd name="T10" fmla="*/ 1039 w 266"/>
                  <a:gd name="T11" fmla="*/ 641 h 272"/>
                  <a:gd name="T12" fmla="*/ 1039 w 266"/>
                  <a:gd name="T13" fmla="*/ 641 h 272"/>
                  <a:gd name="T14" fmla="*/ 619 w 266"/>
                  <a:gd name="T15" fmla="*/ 13 h 272"/>
                  <a:gd name="T16" fmla="*/ 201 w 266"/>
                  <a:gd name="T17" fmla="*/ 625 h 272"/>
                  <a:gd name="T18" fmla="*/ 179 w 266"/>
                  <a:gd name="T19" fmla="*/ 521 h 272"/>
                  <a:gd name="T20" fmla="*/ 167 w 266"/>
                  <a:gd name="T21" fmla="*/ 480 h 272"/>
                  <a:gd name="T22" fmla="*/ 166 w 266"/>
                  <a:gd name="T23" fmla="*/ 463 h 272"/>
                  <a:gd name="T24" fmla="*/ 166 w 266"/>
                  <a:gd name="T25" fmla="*/ 463 h 272"/>
                  <a:gd name="T26" fmla="*/ 151 w 266"/>
                  <a:gd name="T27" fmla="*/ 450 h 272"/>
                  <a:gd name="T28" fmla="*/ 120 w 266"/>
                  <a:gd name="T29" fmla="*/ 480 h 272"/>
                  <a:gd name="T30" fmla="*/ 141 w 266"/>
                  <a:gd name="T31" fmla="*/ 576 h 272"/>
                  <a:gd name="T32" fmla="*/ 159 w 266"/>
                  <a:gd name="T33" fmla="*/ 675 h 272"/>
                  <a:gd name="T34" fmla="*/ 174 w 266"/>
                  <a:gd name="T35" fmla="*/ 734 h 272"/>
                  <a:gd name="T36" fmla="*/ 201 w 266"/>
                  <a:gd name="T37" fmla="*/ 784 h 272"/>
                  <a:gd name="T38" fmla="*/ 244 w 266"/>
                  <a:gd name="T39" fmla="*/ 818 h 272"/>
                  <a:gd name="T40" fmla="*/ 294 w 266"/>
                  <a:gd name="T41" fmla="*/ 984 h 272"/>
                  <a:gd name="T42" fmla="*/ 440 w 266"/>
                  <a:gd name="T43" fmla="*/ 1179 h 272"/>
                  <a:gd name="T44" fmla="*/ 624 w 266"/>
                  <a:gd name="T45" fmla="*/ 1256 h 272"/>
                  <a:gd name="T46" fmla="*/ 800 w 266"/>
                  <a:gd name="T47" fmla="*/ 1181 h 272"/>
                  <a:gd name="T48" fmla="*/ 954 w 266"/>
                  <a:gd name="T49" fmla="*/ 988 h 272"/>
                  <a:gd name="T50" fmla="*/ 1007 w 266"/>
                  <a:gd name="T51" fmla="*/ 821 h 272"/>
                  <a:gd name="T52" fmla="*/ 1052 w 266"/>
                  <a:gd name="T53" fmla="*/ 791 h 272"/>
                  <a:gd name="T54" fmla="*/ 1077 w 266"/>
                  <a:gd name="T55" fmla="*/ 743 h 272"/>
                  <a:gd name="T56" fmla="*/ 1094 w 266"/>
                  <a:gd name="T57" fmla="*/ 680 h 272"/>
                  <a:gd name="T58" fmla="*/ 1114 w 266"/>
                  <a:gd name="T59" fmla="*/ 583 h 272"/>
                  <a:gd name="T60" fmla="*/ 1139 w 266"/>
                  <a:gd name="T61" fmla="*/ 491 h 272"/>
                  <a:gd name="T62" fmla="*/ 1126 w 266"/>
                  <a:gd name="T63" fmla="*/ 451 h 272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266" h="272">
                    <a:moveTo>
                      <a:pt x="240" y="98"/>
                    </a:moveTo>
                    <a:cubicBezTo>
                      <a:pt x="239" y="98"/>
                      <a:pt x="239" y="98"/>
                      <a:pt x="238" y="98"/>
                    </a:cubicBezTo>
                    <a:cubicBezTo>
                      <a:pt x="238" y="98"/>
                      <a:pt x="237" y="98"/>
                      <a:pt x="236" y="98"/>
                    </a:cubicBezTo>
                    <a:cubicBezTo>
                      <a:pt x="229" y="120"/>
                      <a:pt x="229" y="120"/>
                      <a:pt x="229" y="120"/>
                    </a:cubicBezTo>
                    <a:cubicBezTo>
                      <a:pt x="227" y="126"/>
                      <a:pt x="227" y="126"/>
                      <a:pt x="227" y="126"/>
                    </a:cubicBezTo>
                    <a:cubicBezTo>
                      <a:pt x="226" y="132"/>
                      <a:pt x="222" y="139"/>
                      <a:pt x="222" y="139"/>
                    </a:cubicBezTo>
                    <a:cubicBezTo>
                      <a:pt x="222" y="139"/>
                      <a:pt x="222" y="139"/>
                      <a:pt x="222" y="139"/>
                    </a:cubicBezTo>
                    <a:cubicBezTo>
                      <a:pt x="222" y="139"/>
                      <a:pt x="266" y="3"/>
                      <a:pt x="132" y="3"/>
                    </a:cubicBezTo>
                    <a:cubicBezTo>
                      <a:pt x="0" y="0"/>
                      <a:pt x="45" y="139"/>
                      <a:pt x="43" y="135"/>
                    </a:cubicBezTo>
                    <a:cubicBezTo>
                      <a:pt x="41" y="127"/>
                      <a:pt x="38" y="113"/>
                      <a:pt x="38" y="113"/>
                    </a:cubicBezTo>
                    <a:cubicBezTo>
                      <a:pt x="38" y="113"/>
                      <a:pt x="37" y="109"/>
                      <a:pt x="36" y="104"/>
                    </a:cubicBezTo>
                    <a:cubicBezTo>
                      <a:pt x="36" y="103"/>
                      <a:pt x="35" y="102"/>
                      <a:pt x="35" y="100"/>
                    </a:cubicBezTo>
                    <a:cubicBezTo>
                      <a:pt x="35" y="100"/>
                      <a:pt x="35" y="100"/>
                      <a:pt x="35" y="100"/>
                    </a:cubicBezTo>
                    <a:cubicBezTo>
                      <a:pt x="35" y="99"/>
                      <a:pt x="32" y="97"/>
                      <a:pt x="32" y="97"/>
                    </a:cubicBezTo>
                    <a:cubicBezTo>
                      <a:pt x="29" y="95"/>
                      <a:pt x="26" y="99"/>
                      <a:pt x="26" y="104"/>
                    </a:cubicBezTo>
                    <a:cubicBezTo>
                      <a:pt x="26" y="110"/>
                      <a:pt x="30" y="121"/>
                      <a:pt x="30" y="125"/>
                    </a:cubicBezTo>
                    <a:cubicBezTo>
                      <a:pt x="30" y="129"/>
                      <a:pt x="31" y="139"/>
                      <a:pt x="34" y="146"/>
                    </a:cubicBezTo>
                    <a:cubicBezTo>
                      <a:pt x="36" y="152"/>
                      <a:pt x="35" y="155"/>
                      <a:pt x="37" y="159"/>
                    </a:cubicBezTo>
                    <a:cubicBezTo>
                      <a:pt x="40" y="163"/>
                      <a:pt x="40" y="167"/>
                      <a:pt x="43" y="170"/>
                    </a:cubicBezTo>
                    <a:cubicBezTo>
                      <a:pt x="45" y="173"/>
                      <a:pt x="50" y="177"/>
                      <a:pt x="52" y="177"/>
                    </a:cubicBezTo>
                    <a:cubicBezTo>
                      <a:pt x="53" y="186"/>
                      <a:pt x="58" y="205"/>
                      <a:pt x="63" y="213"/>
                    </a:cubicBezTo>
                    <a:cubicBezTo>
                      <a:pt x="67" y="222"/>
                      <a:pt x="82" y="246"/>
                      <a:pt x="94" y="255"/>
                    </a:cubicBezTo>
                    <a:cubicBezTo>
                      <a:pt x="105" y="263"/>
                      <a:pt x="112" y="272"/>
                      <a:pt x="133" y="272"/>
                    </a:cubicBezTo>
                    <a:cubicBezTo>
                      <a:pt x="153" y="272"/>
                      <a:pt x="160" y="263"/>
                      <a:pt x="171" y="256"/>
                    </a:cubicBezTo>
                    <a:cubicBezTo>
                      <a:pt x="183" y="247"/>
                      <a:pt x="200" y="224"/>
                      <a:pt x="204" y="214"/>
                    </a:cubicBezTo>
                    <a:cubicBezTo>
                      <a:pt x="208" y="204"/>
                      <a:pt x="215" y="187"/>
                      <a:pt x="215" y="178"/>
                    </a:cubicBezTo>
                    <a:cubicBezTo>
                      <a:pt x="217" y="178"/>
                      <a:pt x="223" y="174"/>
                      <a:pt x="225" y="171"/>
                    </a:cubicBezTo>
                    <a:cubicBezTo>
                      <a:pt x="227" y="168"/>
                      <a:pt x="228" y="164"/>
                      <a:pt x="230" y="161"/>
                    </a:cubicBezTo>
                    <a:cubicBezTo>
                      <a:pt x="233" y="157"/>
                      <a:pt x="232" y="154"/>
                      <a:pt x="234" y="147"/>
                    </a:cubicBezTo>
                    <a:cubicBezTo>
                      <a:pt x="236" y="141"/>
                      <a:pt x="238" y="130"/>
                      <a:pt x="238" y="126"/>
                    </a:cubicBezTo>
                    <a:cubicBezTo>
                      <a:pt x="238" y="122"/>
                      <a:pt x="243" y="111"/>
                      <a:pt x="243" y="106"/>
                    </a:cubicBezTo>
                    <a:cubicBezTo>
                      <a:pt x="243" y="102"/>
                      <a:pt x="242" y="100"/>
                      <a:pt x="240" y="98"/>
                    </a:cubicBezTo>
                  </a:path>
                </a:pathLst>
              </a:custGeom>
              <a:solidFill>
                <a:srgbClr val="FEF3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2205" name="Freeform 6">
                <a:extLst>
                  <a:ext uri="{FF2B5EF4-FFF2-40B4-BE49-F238E27FC236}">
                    <a16:creationId xmlns:a16="http://schemas.microsoft.com/office/drawing/2014/main" id="{EAC1A438-746F-40CB-BD96-4F246EE3FF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8" y="1126"/>
                <a:ext cx="863" cy="2895"/>
              </a:xfrm>
              <a:custGeom>
                <a:avLst/>
                <a:gdLst>
                  <a:gd name="T0" fmla="*/ 2377 w 517"/>
                  <a:gd name="T1" fmla="*/ 951 h 1739"/>
                  <a:gd name="T2" fmla="*/ 1604 w 517"/>
                  <a:gd name="T3" fmla="*/ 433 h 1739"/>
                  <a:gd name="T4" fmla="*/ 1424 w 517"/>
                  <a:gd name="T5" fmla="*/ 125 h 1739"/>
                  <a:gd name="T6" fmla="*/ 1187 w 517"/>
                  <a:gd name="T7" fmla="*/ 146 h 1739"/>
                  <a:gd name="T8" fmla="*/ 936 w 517"/>
                  <a:gd name="T9" fmla="*/ 459 h 1739"/>
                  <a:gd name="T10" fmla="*/ 257 w 517"/>
                  <a:gd name="T11" fmla="*/ 929 h 1739"/>
                  <a:gd name="T12" fmla="*/ 162 w 517"/>
                  <a:gd name="T13" fmla="*/ 2014 h 1739"/>
                  <a:gd name="T14" fmla="*/ 70 w 517"/>
                  <a:gd name="T15" fmla="*/ 2993 h 1739"/>
                  <a:gd name="T16" fmla="*/ 8 w 517"/>
                  <a:gd name="T17" fmla="*/ 3394 h 1739"/>
                  <a:gd name="T18" fmla="*/ 8 w 517"/>
                  <a:gd name="T19" fmla="*/ 3548 h 1739"/>
                  <a:gd name="T20" fmla="*/ 299 w 517"/>
                  <a:gd name="T21" fmla="*/ 3531 h 1739"/>
                  <a:gd name="T22" fmla="*/ 304 w 517"/>
                  <a:gd name="T23" fmla="*/ 3290 h 1739"/>
                  <a:gd name="T24" fmla="*/ 501 w 517"/>
                  <a:gd name="T25" fmla="*/ 2297 h 1739"/>
                  <a:gd name="T26" fmla="*/ 554 w 517"/>
                  <a:gd name="T27" fmla="*/ 1805 h 1739"/>
                  <a:gd name="T28" fmla="*/ 563 w 517"/>
                  <a:gd name="T29" fmla="*/ 1715 h 1739"/>
                  <a:gd name="T30" fmla="*/ 633 w 517"/>
                  <a:gd name="T31" fmla="*/ 2389 h 1739"/>
                  <a:gd name="T32" fmla="*/ 666 w 517"/>
                  <a:gd name="T33" fmla="*/ 5177 h 1739"/>
                  <a:gd name="T34" fmla="*/ 744 w 517"/>
                  <a:gd name="T35" fmla="*/ 5720 h 1739"/>
                  <a:gd name="T36" fmla="*/ 875 w 517"/>
                  <a:gd name="T37" fmla="*/ 7030 h 1739"/>
                  <a:gd name="T38" fmla="*/ 925 w 517"/>
                  <a:gd name="T39" fmla="*/ 7483 h 1739"/>
                  <a:gd name="T40" fmla="*/ 753 w 517"/>
                  <a:gd name="T41" fmla="*/ 7751 h 1739"/>
                  <a:gd name="T42" fmla="*/ 683 w 517"/>
                  <a:gd name="T43" fmla="*/ 7893 h 1739"/>
                  <a:gd name="T44" fmla="*/ 696 w 517"/>
                  <a:gd name="T45" fmla="*/ 7904 h 1739"/>
                  <a:gd name="T46" fmla="*/ 753 w 517"/>
                  <a:gd name="T47" fmla="*/ 7949 h 1739"/>
                  <a:gd name="T48" fmla="*/ 766 w 517"/>
                  <a:gd name="T49" fmla="*/ 7967 h 1739"/>
                  <a:gd name="T50" fmla="*/ 966 w 517"/>
                  <a:gd name="T51" fmla="*/ 7976 h 1739"/>
                  <a:gd name="T52" fmla="*/ 1167 w 517"/>
                  <a:gd name="T53" fmla="*/ 7954 h 1739"/>
                  <a:gd name="T54" fmla="*/ 1204 w 517"/>
                  <a:gd name="T55" fmla="*/ 7768 h 1739"/>
                  <a:gd name="T56" fmla="*/ 1215 w 517"/>
                  <a:gd name="T57" fmla="*/ 7420 h 1739"/>
                  <a:gd name="T58" fmla="*/ 1190 w 517"/>
                  <a:gd name="T59" fmla="*/ 6741 h 1739"/>
                  <a:gd name="T60" fmla="*/ 1162 w 517"/>
                  <a:gd name="T61" fmla="*/ 5592 h 1739"/>
                  <a:gd name="T62" fmla="*/ 1229 w 517"/>
                  <a:gd name="T63" fmla="*/ 4650 h 1739"/>
                  <a:gd name="T64" fmla="*/ 1315 w 517"/>
                  <a:gd name="T65" fmla="*/ 4039 h 1739"/>
                  <a:gd name="T66" fmla="*/ 1441 w 517"/>
                  <a:gd name="T67" fmla="*/ 5457 h 1739"/>
                  <a:gd name="T68" fmla="*/ 1377 w 517"/>
                  <a:gd name="T69" fmla="*/ 6220 h 1739"/>
                  <a:gd name="T70" fmla="*/ 1437 w 517"/>
                  <a:gd name="T71" fmla="*/ 7220 h 1739"/>
                  <a:gd name="T72" fmla="*/ 1370 w 517"/>
                  <a:gd name="T73" fmla="*/ 7671 h 1739"/>
                  <a:gd name="T74" fmla="*/ 1411 w 517"/>
                  <a:gd name="T75" fmla="*/ 7871 h 1739"/>
                  <a:gd name="T76" fmla="*/ 1521 w 517"/>
                  <a:gd name="T77" fmla="*/ 8009 h 1739"/>
                  <a:gd name="T78" fmla="*/ 1749 w 517"/>
                  <a:gd name="T79" fmla="*/ 7981 h 1739"/>
                  <a:gd name="T80" fmla="*/ 1850 w 517"/>
                  <a:gd name="T81" fmla="*/ 7946 h 1739"/>
                  <a:gd name="T82" fmla="*/ 1911 w 517"/>
                  <a:gd name="T83" fmla="*/ 7926 h 1739"/>
                  <a:gd name="T84" fmla="*/ 1916 w 517"/>
                  <a:gd name="T85" fmla="*/ 7904 h 1739"/>
                  <a:gd name="T86" fmla="*/ 1906 w 517"/>
                  <a:gd name="T87" fmla="*/ 7816 h 1739"/>
                  <a:gd name="T88" fmla="*/ 1786 w 517"/>
                  <a:gd name="T89" fmla="*/ 7683 h 1739"/>
                  <a:gd name="T90" fmla="*/ 1694 w 517"/>
                  <a:gd name="T91" fmla="*/ 7355 h 1739"/>
                  <a:gd name="T92" fmla="*/ 1878 w 517"/>
                  <a:gd name="T93" fmla="*/ 6378 h 1739"/>
                  <a:gd name="T94" fmla="*/ 1911 w 517"/>
                  <a:gd name="T95" fmla="*/ 5469 h 1739"/>
                  <a:gd name="T96" fmla="*/ 2073 w 517"/>
                  <a:gd name="T97" fmla="*/ 3631 h 1739"/>
                  <a:gd name="T98" fmla="*/ 2001 w 517"/>
                  <a:gd name="T99" fmla="*/ 2381 h 1739"/>
                  <a:gd name="T100" fmla="*/ 2052 w 517"/>
                  <a:gd name="T101" fmla="*/ 1715 h 1739"/>
                  <a:gd name="T102" fmla="*/ 2057 w 517"/>
                  <a:gd name="T103" fmla="*/ 1805 h 1739"/>
                  <a:gd name="T104" fmla="*/ 2397 w 517"/>
                  <a:gd name="T105" fmla="*/ 1367 h 1739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0" t="0" r="r" b="b"/>
                <a:pathLst>
                  <a:path w="517" h="1739">
                    <a:moveTo>
                      <a:pt x="515" y="296"/>
                    </a:moveTo>
                    <a:cubicBezTo>
                      <a:pt x="512" y="257"/>
                      <a:pt x="517" y="233"/>
                      <a:pt x="511" y="206"/>
                    </a:cubicBezTo>
                    <a:cubicBezTo>
                      <a:pt x="498" y="143"/>
                      <a:pt x="432" y="126"/>
                      <a:pt x="422" y="123"/>
                    </a:cubicBezTo>
                    <a:cubicBezTo>
                      <a:pt x="400" y="117"/>
                      <a:pt x="357" y="101"/>
                      <a:pt x="345" y="94"/>
                    </a:cubicBezTo>
                    <a:cubicBezTo>
                      <a:pt x="312" y="74"/>
                      <a:pt x="336" y="4"/>
                      <a:pt x="336" y="4"/>
                    </a:cubicBezTo>
                    <a:cubicBezTo>
                      <a:pt x="332" y="13"/>
                      <a:pt x="316" y="20"/>
                      <a:pt x="306" y="27"/>
                    </a:cubicBezTo>
                    <a:cubicBezTo>
                      <a:pt x="297" y="35"/>
                      <a:pt x="297" y="41"/>
                      <a:pt x="280" y="42"/>
                    </a:cubicBezTo>
                    <a:cubicBezTo>
                      <a:pt x="263" y="41"/>
                      <a:pt x="264" y="39"/>
                      <a:pt x="255" y="32"/>
                    </a:cubicBezTo>
                    <a:cubicBezTo>
                      <a:pt x="245" y="25"/>
                      <a:pt x="218" y="8"/>
                      <a:pt x="213" y="0"/>
                    </a:cubicBezTo>
                    <a:cubicBezTo>
                      <a:pt x="216" y="13"/>
                      <a:pt x="246" y="71"/>
                      <a:pt x="201" y="100"/>
                    </a:cubicBezTo>
                    <a:cubicBezTo>
                      <a:pt x="190" y="105"/>
                      <a:pt x="168" y="115"/>
                      <a:pt x="141" y="121"/>
                    </a:cubicBezTo>
                    <a:cubicBezTo>
                      <a:pt x="115" y="127"/>
                      <a:pt x="72" y="140"/>
                      <a:pt x="55" y="201"/>
                    </a:cubicBezTo>
                    <a:cubicBezTo>
                      <a:pt x="47" y="227"/>
                      <a:pt x="49" y="245"/>
                      <a:pt x="53" y="277"/>
                    </a:cubicBezTo>
                    <a:cubicBezTo>
                      <a:pt x="44" y="346"/>
                      <a:pt x="36" y="398"/>
                      <a:pt x="35" y="437"/>
                    </a:cubicBezTo>
                    <a:cubicBezTo>
                      <a:pt x="35" y="463"/>
                      <a:pt x="30" y="479"/>
                      <a:pt x="27" y="491"/>
                    </a:cubicBezTo>
                    <a:cubicBezTo>
                      <a:pt x="14" y="527"/>
                      <a:pt x="17" y="624"/>
                      <a:pt x="15" y="649"/>
                    </a:cubicBezTo>
                    <a:cubicBezTo>
                      <a:pt x="12" y="693"/>
                      <a:pt x="9" y="693"/>
                      <a:pt x="9" y="698"/>
                    </a:cubicBezTo>
                    <a:cubicBezTo>
                      <a:pt x="9" y="717"/>
                      <a:pt x="5" y="726"/>
                      <a:pt x="2" y="736"/>
                    </a:cubicBezTo>
                    <a:cubicBezTo>
                      <a:pt x="0" y="745"/>
                      <a:pt x="3" y="751"/>
                      <a:pt x="2" y="754"/>
                    </a:cubicBezTo>
                    <a:cubicBezTo>
                      <a:pt x="2" y="755"/>
                      <a:pt x="2" y="766"/>
                      <a:pt x="2" y="769"/>
                    </a:cubicBezTo>
                    <a:cubicBezTo>
                      <a:pt x="66" y="778"/>
                      <a:pt x="66" y="778"/>
                      <a:pt x="66" y="778"/>
                    </a:cubicBezTo>
                    <a:cubicBezTo>
                      <a:pt x="64" y="773"/>
                      <a:pt x="64" y="768"/>
                      <a:pt x="64" y="765"/>
                    </a:cubicBezTo>
                    <a:cubicBezTo>
                      <a:pt x="67" y="756"/>
                      <a:pt x="59" y="741"/>
                      <a:pt x="60" y="738"/>
                    </a:cubicBezTo>
                    <a:cubicBezTo>
                      <a:pt x="61" y="735"/>
                      <a:pt x="63" y="724"/>
                      <a:pt x="65" y="713"/>
                    </a:cubicBezTo>
                    <a:cubicBezTo>
                      <a:pt x="67" y="702"/>
                      <a:pt x="92" y="601"/>
                      <a:pt x="96" y="579"/>
                    </a:cubicBezTo>
                    <a:cubicBezTo>
                      <a:pt x="103" y="538"/>
                      <a:pt x="112" y="526"/>
                      <a:pt x="108" y="498"/>
                    </a:cubicBezTo>
                    <a:cubicBezTo>
                      <a:pt x="108" y="477"/>
                      <a:pt x="116" y="421"/>
                      <a:pt x="117" y="411"/>
                    </a:cubicBezTo>
                    <a:cubicBezTo>
                      <a:pt x="118" y="409"/>
                      <a:pt x="118" y="398"/>
                      <a:pt x="119" y="391"/>
                    </a:cubicBezTo>
                    <a:cubicBezTo>
                      <a:pt x="120" y="387"/>
                      <a:pt x="120" y="380"/>
                      <a:pt x="121" y="371"/>
                    </a:cubicBezTo>
                    <a:cubicBezTo>
                      <a:pt x="121" y="372"/>
                      <a:pt x="121" y="372"/>
                      <a:pt x="121" y="372"/>
                    </a:cubicBezTo>
                    <a:cubicBezTo>
                      <a:pt x="121" y="382"/>
                      <a:pt x="129" y="401"/>
                      <a:pt x="131" y="427"/>
                    </a:cubicBezTo>
                    <a:cubicBezTo>
                      <a:pt x="130" y="448"/>
                      <a:pt x="135" y="498"/>
                      <a:pt x="136" y="518"/>
                    </a:cubicBezTo>
                    <a:cubicBezTo>
                      <a:pt x="143" y="645"/>
                      <a:pt x="117" y="676"/>
                      <a:pt x="116" y="700"/>
                    </a:cubicBezTo>
                    <a:cubicBezTo>
                      <a:pt x="115" y="802"/>
                      <a:pt x="86" y="944"/>
                      <a:pt x="143" y="1122"/>
                    </a:cubicBezTo>
                    <a:cubicBezTo>
                      <a:pt x="147" y="1132"/>
                      <a:pt x="146" y="1166"/>
                      <a:pt x="150" y="1185"/>
                    </a:cubicBezTo>
                    <a:cubicBezTo>
                      <a:pt x="151" y="1189"/>
                      <a:pt x="159" y="1211"/>
                      <a:pt x="160" y="1240"/>
                    </a:cubicBezTo>
                    <a:cubicBezTo>
                      <a:pt x="160" y="1287"/>
                      <a:pt x="156" y="1348"/>
                      <a:pt x="157" y="1382"/>
                    </a:cubicBezTo>
                    <a:cubicBezTo>
                      <a:pt x="159" y="1437"/>
                      <a:pt x="180" y="1488"/>
                      <a:pt x="188" y="1524"/>
                    </a:cubicBezTo>
                    <a:cubicBezTo>
                      <a:pt x="196" y="1559"/>
                      <a:pt x="199" y="1587"/>
                      <a:pt x="197" y="1594"/>
                    </a:cubicBezTo>
                    <a:cubicBezTo>
                      <a:pt x="196" y="1600"/>
                      <a:pt x="194" y="1612"/>
                      <a:pt x="199" y="1622"/>
                    </a:cubicBezTo>
                    <a:cubicBezTo>
                      <a:pt x="199" y="1623"/>
                      <a:pt x="185" y="1658"/>
                      <a:pt x="177" y="1665"/>
                    </a:cubicBezTo>
                    <a:cubicBezTo>
                      <a:pt x="170" y="1671"/>
                      <a:pt x="168" y="1676"/>
                      <a:pt x="162" y="1680"/>
                    </a:cubicBezTo>
                    <a:cubicBezTo>
                      <a:pt x="156" y="1683"/>
                      <a:pt x="153" y="1687"/>
                      <a:pt x="151" y="1694"/>
                    </a:cubicBezTo>
                    <a:cubicBezTo>
                      <a:pt x="149" y="1700"/>
                      <a:pt x="143" y="1707"/>
                      <a:pt x="147" y="1711"/>
                    </a:cubicBezTo>
                    <a:cubicBezTo>
                      <a:pt x="148" y="1712"/>
                      <a:pt x="149" y="1712"/>
                      <a:pt x="149" y="1713"/>
                    </a:cubicBezTo>
                    <a:cubicBezTo>
                      <a:pt x="150" y="1713"/>
                      <a:pt x="150" y="1713"/>
                      <a:pt x="150" y="1713"/>
                    </a:cubicBezTo>
                    <a:cubicBezTo>
                      <a:pt x="149" y="1715"/>
                      <a:pt x="149" y="1717"/>
                      <a:pt x="150" y="1718"/>
                    </a:cubicBezTo>
                    <a:cubicBezTo>
                      <a:pt x="152" y="1722"/>
                      <a:pt x="157" y="1723"/>
                      <a:pt x="162" y="1723"/>
                    </a:cubicBezTo>
                    <a:cubicBezTo>
                      <a:pt x="163" y="1722"/>
                      <a:pt x="163" y="1722"/>
                      <a:pt x="163" y="1722"/>
                    </a:cubicBezTo>
                    <a:cubicBezTo>
                      <a:pt x="163" y="1724"/>
                      <a:pt x="163" y="1725"/>
                      <a:pt x="165" y="1727"/>
                    </a:cubicBezTo>
                    <a:cubicBezTo>
                      <a:pt x="168" y="1733"/>
                      <a:pt x="180" y="1736"/>
                      <a:pt x="185" y="1730"/>
                    </a:cubicBezTo>
                    <a:cubicBezTo>
                      <a:pt x="191" y="1734"/>
                      <a:pt x="203" y="1735"/>
                      <a:pt x="208" y="1729"/>
                    </a:cubicBezTo>
                    <a:cubicBezTo>
                      <a:pt x="212" y="1739"/>
                      <a:pt x="226" y="1737"/>
                      <a:pt x="234" y="1736"/>
                    </a:cubicBezTo>
                    <a:cubicBezTo>
                      <a:pt x="243" y="1734"/>
                      <a:pt x="246" y="1728"/>
                      <a:pt x="251" y="1724"/>
                    </a:cubicBezTo>
                    <a:cubicBezTo>
                      <a:pt x="256" y="1720"/>
                      <a:pt x="259" y="1716"/>
                      <a:pt x="258" y="1706"/>
                    </a:cubicBezTo>
                    <a:cubicBezTo>
                      <a:pt x="257" y="1696"/>
                      <a:pt x="258" y="1696"/>
                      <a:pt x="259" y="1684"/>
                    </a:cubicBezTo>
                    <a:cubicBezTo>
                      <a:pt x="259" y="1677"/>
                      <a:pt x="265" y="1674"/>
                      <a:pt x="266" y="1663"/>
                    </a:cubicBezTo>
                    <a:cubicBezTo>
                      <a:pt x="266" y="1653"/>
                      <a:pt x="260" y="1613"/>
                      <a:pt x="261" y="1608"/>
                    </a:cubicBezTo>
                    <a:cubicBezTo>
                      <a:pt x="262" y="1595"/>
                      <a:pt x="254" y="1585"/>
                      <a:pt x="252" y="1565"/>
                    </a:cubicBezTo>
                    <a:cubicBezTo>
                      <a:pt x="249" y="1544"/>
                      <a:pt x="256" y="1474"/>
                      <a:pt x="256" y="1461"/>
                    </a:cubicBezTo>
                    <a:cubicBezTo>
                      <a:pt x="256" y="1437"/>
                      <a:pt x="268" y="1397"/>
                      <a:pt x="265" y="1348"/>
                    </a:cubicBezTo>
                    <a:cubicBezTo>
                      <a:pt x="263" y="1319"/>
                      <a:pt x="250" y="1232"/>
                      <a:pt x="250" y="1212"/>
                    </a:cubicBezTo>
                    <a:cubicBezTo>
                      <a:pt x="250" y="1209"/>
                      <a:pt x="250" y="1187"/>
                      <a:pt x="251" y="1183"/>
                    </a:cubicBezTo>
                    <a:cubicBezTo>
                      <a:pt x="255" y="1170"/>
                      <a:pt x="264" y="1010"/>
                      <a:pt x="264" y="1008"/>
                    </a:cubicBezTo>
                    <a:cubicBezTo>
                      <a:pt x="266" y="989"/>
                      <a:pt x="278" y="875"/>
                      <a:pt x="278" y="875"/>
                    </a:cubicBezTo>
                    <a:cubicBezTo>
                      <a:pt x="283" y="875"/>
                      <a:pt x="283" y="875"/>
                      <a:pt x="283" y="875"/>
                    </a:cubicBezTo>
                    <a:cubicBezTo>
                      <a:pt x="283" y="875"/>
                      <a:pt x="297" y="987"/>
                      <a:pt x="298" y="1006"/>
                    </a:cubicBezTo>
                    <a:cubicBezTo>
                      <a:pt x="298" y="1008"/>
                      <a:pt x="306" y="1170"/>
                      <a:pt x="310" y="1183"/>
                    </a:cubicBezTo>
                    <a:cubicBezTo>
                      <a:pt x="311" y="1187"/>
                      <a:pt x="311" y="1209"/>
                      <a:pt x="311" y="1212"/>
                    </a:cubicBezTo>
                    <a:cubicBezTo>
                      <a:pt x="311" y="1232"/>
                      <a:pt x="298" y="1319"/>
                      <a:pt x="296" y="1348"/>
                    </a:cubicBezTo>
                    <a:cubicBezTo>
                      <a:pt x="293" y="1397"/>
                      <a:pt x="305" y="1437"/>
                      <a:pt x="305" y="1461"/>
                    </a:cubicBezTo>
                    <a:cubicBezTo>
                      <a:pt x="305" y="1474"/>
                      <a:pt x="312" y="1544"/>
                      <a:pt x="309" y="1565"/>
                    </a:cubicBezTo>
                    <a:cubicBezTo>
                      <a:pt x="307" y="1585"/>
                      <a:pt x="299" y="1595"/>
                      <a:pt x="300" y="1608"/>
                    </a:cubicBezTo>
                    <a:cubicBezTo>
                      <a:pt x="301" y="1613"/>
                      <a:pt x="294" y="1653"/>
                      <a:pt x="295" y="1663"/>
                    </a:cubicBezTo>
                    <a:cubicBezTo>
                      <a:pt x="296" y="1674"/>
                      <a:pt x="302" y="1677"/>
                      <a:pt x="302" y="1684"/>
                    </a:cubicBezTo>
                    <a:cubicBezTo>
                      <a:pt x="303" y="1696"/>
                      <a:pt x="304" y="1696"/>
                      <a:pt x="303" y="1706"/>
                    </a:cubicBezTo>
                    <a:cubicBezTo>
                      <a:pt x="302" y="1716"/>
                      <a:pt x="305" y="1720"/>
                      <a:pt x="310" y="1724"/>
                    </a:cubicBezTo>
                    <a:cubicBezTo>
                      <a:pt x="315" y="1728"/>
                      <a:pt x="318" y="1734"/>
                      <a:pt x="327" y="1736"/>
                    </a:cubicBezTo>
                    <a:cubicBezTo>
                      <a:pt x="335" y="1737"/>
                      <a:pt x="349" y="1739"/>
                      <a:pt x="353" y="1729"/>
                    </a:cubicBezTo>
                    <a:cubicBezTo>
                      <a:pt x="358" y="1735"/>
                      <a:pt x="370" y="1734"/>
                      <a:pt x="376" y="1730"/>
                    </a:cubicBezTo>
                    <a:cubicBezTo>
                      <a:pt x="381" y="1736"/>
                      <a:pt x="393" y="1733"/>
                      <a:pt x="396" y="1727"/>
                    </a:cubicBezTo>
                    <a:cubicBezTo>
                      <a:pt x="398" y="1725"/>
                      <a:pt x="398" y="1724"/>
                      <a:pt x="398" y="1722"/>
                    </a:cubicBezTo>
                    <a:cubicBezTo>
                      <a:pt x="399" y="1723"/>
                      <a:pt x="399" y="1723"/>
                      <a:pt x="399" y="1723"/>
                    </a:cubicBezTo>
                    <a:cubicBezTo>
                      <a:pt x="404" y="1723"/>
                      <a:pt x="410" y="1722"/>
                      <a:pt x="411" y="1718"/>
                    </a:cubicBezTo>
                    <a:cubicBezTo>
                      <a:pt x="412" y="1717"/>
                      <a:pt x="412" y="1715"/>
                      <a:pt x="411" y="1713"/>
                    </a:cubicBezTo>
                    <a:cubicBezTo>
                      <a:pt x="412" y="1713"/>
                      <a:pt x="412" y="1713"/>
                      <a:pt x="412" y="1713"/>
                    </a:cubicBezTo>
                    <a:cubicBezTo>
                      <a:pt x="412" y="1712"/>
                      <a:pt x="413" y="1712"/>
                      <a:pt x="414" y="1711"/>
                    </a:cubicBezTo>
                    <a:cubicBezTo>
                      <a:pt x="418" y="1707"/>
                      <a:pt x="412" y="1700"/>
                      <a:pt x="410" y="1694"/>
                    </a:cubicBezTo>
                    <a:cubicBezTo>
                      <a:pt x="408" y="1687"/>
                      <a:pt x="405" y="1683"/>
                      <a:pt x="399" y="1680"/>
                    </a:cubicBezTo>
                    <a:cubicBezTo>
                      <a:pt x="393" y="1676"/>
                      <a:pt x="391" y="1671"/>
                      <a:pt x="384" y="1665"/>
                    </a:cubicBezTo>
                    <a:cubicBezTo>
                      <a:pt x="376" y="1658"/>
                      <a:pt x="362" y="1623"/>
                      <a:pt x="362" y="1622"/>
                    </a:cubicBezTo>
                    <a:cubicBezTo>
                      <a:pt x="367" y="1612"/>
                      <a:pt x="365" y="1600"/>
                      <a:pt x="364" y="1594"/>
                    </a:cubicBezTo>
                    <a:cubicBezTo>
                      <a:pt x="362" y="1587"/>
                      <a:pt x="365" y="1559"/>
                      <a:pt x="373" y="1524"/>
                    </a:cubicBezTo>
                    <a:cubicBezTo>
                      <a:pt x="381" y="1488"/>
                      <a:pt x="402" y="1437"/>
                      <a:pt x="404" y="1382"/>
                    </a:cubicBezTo>
                    <a:cubicBezTo>
                      <a:pt x="405" y="1348"/>
                      <a:pt x="401" y="1287"/>
                      <a:pt x="401" y="1240"/>
                    </a:cubicBezTo>
                    <a:cubicBezTo>
                      <a:pt x="402" y="1211"/>
                      <a:pt x="410" y="1189"/>
                      <a:pt x="411" y="1185"/>
                    </a:cubicBezTo>
                    <a:cubicBezTo>
                      <a:pt x="415" y="1166"/>
                      <a:pt x="415" y="1132"/>
                      <a:pt x="418" y="1122"/>
                    </a:cubicBezTo>
                    <a:cubicBezTo>
                      <a:pt x="462" y="960"/>
                      <a:pt x="448" y="820"/>
                      <a:pt x="446" y="787"/>
                    </a:cubicBezTo>
                    <a:cubicBezTo>
                      <a:pt x="446" y="787"/>
                      <a:pt x="449" y="706"/>
                      <a:pt x="447" y="694"/>
                    </a:cubicBezTo>
                    <a:cubicBezTo>
                      <a:pt x="420" y="603"/>
                      <a:pt x="432" y="522"/>
                      <a:pt x="430" y="516"/>
                    </a:cubicBezTo>
                    <a:cubicBezTo>
                      <a:pt x="431" y="496"/>
                      <a:pt x="437" y="447"/>
                      <a:pt x="436" y="426"/>
                    </a:cubicBezTo>
                    <a:cubicBezTo>
                      <a:pt x="437" y="400"/>
                      <a:pt x="440" y="382"/>
                      <a:pt x="441" y="372"/>
                    </a:cubicBezTo>
                    <a:cubicBezTo>
                      <a:pt x="441" y="371"/>
                      <a:pt x="441" y="371"/>
                      <a:pt x="441" y="371"/>
                    </a:cubicBezTo>
                    <a:cubicBezTo>
                      <a:pt x="441" y="380"/>
                      <a:pt x="442" y="387"/>
                      <a:pt x="442" y="391"/>
                    </a:cubicBezTo>
                    <a:cubicBezTo>
                      <a:pt x="443" y="398"/>
                      <a:pt x="443" y="409"/>
                      <a:pt x="444" y="411"/>
                    </a:cubicBezTo>
                    <a:lnTo>
                      <a:pt x="515" y="296"/>
                    </a:lnTo>
                    <a:close/>
                  </a:path>
                </a:pathLst>
              </a:custGeom>
              <a:solidFill>
                <a:srgbClr val="FEF3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2206" name="Freeform 7">
                <a:extLst>
                  <a:ext uri="{FF2B5EF4-FFF2-40B4-BE49-F238E27FC236}">
                    <a16:creationId xmlns:a16="http://schemas.microsoft.com/office/drawing/2014/main" id="{7FE5FAC3-34AE-4ED6-A79E-BBB49BE785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5" y="3067"/>
                <a:ext cx="65" cy="77"/>
              </a:xfrm>
              <a:custGeom>
                <a:avLst/>
                <a:gdLst>
                  <a:gd name="T0" fmla="*/ 0 w 39"/>
                  <a:gd name="T1" fmla="*/ 151 h 46"/>
                  <a:gd name="T2" fmla="*/ 162 w 39"/>
                  <a:gd name="T3" fmla="*/ 0 h 46"/>
                  <a:gd name="T4" fmla="*/ 147 w 39"/>
                  <a:gd name="T5" fmla="*/ 124 h 46"/>
                  <a:gd name="T6" fmla="*/ 28 w 39"/>
                  <a:gd name="T7" fmla="*/ 167 h 4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9" h="46">
                    <a:moveTo>
                      <a:pt x="0" y="32"/>
                    </a:moveTo>
                    <a:cubicBezTo>
                      <a:pt x="16" y="46"/>
                      <a:pt x="32" y="12"/>
                      <a:pt x="35" y="0"/>
                    </a:cubicBezTo>
                    <a:cubicBezTo>
                      <a:pt x="36" y="9"/>
                      <a:pt x="39" y="18"/>
                      <a:pt x="32" y="26"/>
                    </a:cubicBezTo>
                    <a:cubicBezTo>
                      <a:pt x="26" y="33"/>
                      <a:pt x="14" y="36"/>
                      <a:pt x="6" y="36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2207" name="Freeform 8">
                <a:extLst>
                  <a:ext uri="{FF2B5EF4-FFF2-40B4-BE49-F238E27FC236}">
                    <a16:creationId xmlns:a16="http://schemas.microsoft.com/office/drawing/2014/main" id="{D3F3A5D4-D3E4-4FFA-9DD8-54FB7622A7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4" y="3064"/>
                <a:ext cx="47" cy="76"/>
              </a:xfrm>
              <a:custGeom>
                <a:avLst/>
                <a:gdLst>
                  <a:gd name="T0" fmla="*/ 0 w 28"/>
                  <a:gd name="T1" fmla="*/ 160 h 46"/>
                  <a:gd name="T2" fmla="*/ 104 w 28"/>
                  <a:gd name="T3" fmla="*/ 0 h 46"/>
                  <a:gd name="T4" fmla="*/ 13 w 28"/>
                  <a:gd name="T5" fmla="*/ 172 h 4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46">
                    <a:moveTo>
                      <a:pt x="0" y="36"/>
                    </a:moveTo>
                    <a:cubicBezTo>
                      <a:pt x="16" y="44"/>
                      <a:pt x="22" y="10"/>
                      <a:pt x="22" y="0"/>
                    </a:cubicBezTo>
                    <a:cubicBezTo>
                      <a:pt x="28" y="15"/>
                      <a:pt x="22" y="46"/>
                      <a:pt x="3" y="38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2208" name="Freeform 9">
                <a:extLst>
                  <a:ext uri="{FF2B5EF4-FFF2-40B4-BE49-F238E27FC236}">
                    <a16:creationId xmlns:a16="http://schemas.microsoft.com/office/drawing/2014/main" id="{A92B75AE-979F-4882-A023-2CE2B2F450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2" y="986"/>
                <a:ext cx="21" cy="45"/>
              </a:xfrm>
              <a:custGeom>
                <a:avLst/>
                <a:gdLst>
                  <a:gd name="T0" fmla="*/ 55 w 13"/>
                  <a:gd name="T1" fmla="*/ 20 h 27"/>
                  <a:gd name="T2" fmla="*/ 47 w 13"/>
                  <a:gd name="T3" fmla="*/ 125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27">
                    <a:moveTo>
                      <a:pt x="13" y="4"/>
                    </a:moveTo>
                    <a:cubicBezTo>
                      <a:pt x="0" y="0"/>
                      <a:pt x="8" y="25"/>
                      <a:pt x="11" y="27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2209" name="Freeform 10">
                <a:extLst>
                  <a:ext uri="{FF2B5EF4-FFF2-40B4-BE49-F238E27FC236}">
                    <a16:creationId xmlns:a16="http://schemas.microsoft.com/office/drawing/2014/main" id="{99CBE518-DC79-49A8-942F-1E9276E201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2" y="998"/>
                <a:ext cx="15" cy="35"/>
              </a:xfrm>
              <a:custGeom>
                <a:avLst/>
                <a:gdLst>
                  <a:gd name="T0" fmla="*/ 8 w 9"/>
                  <a:gd name="T1" fmla="*/ 0 h 21"/>
                  <a:gd name="T2" fmla="*/ 0 w 9"/>
                  <a:gd name="T3" fmla="*/ 97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21">
                    <a:moveTo>
                      <a:pt x="2" y="0"/>
                    </a:moveTo>
                    <a:cubicBezTo>
                      <a:pt x="9" y="3"/>
                      <a:pt x="4" y="17"/>
                      <a:pt x="0" y="21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2210" name="Freeform 11">
                <a:extLst>
                  <a:ext uri="{FF2B5EF4-FFF2-40B4-BE49-F238E27FC236}">
                    <a16:creationId xmlns:a16="http://schemas.microsoft.com/office/drawing/2014/main" id="{9B4DFEA7-214C-41E4-A4E9-CF62CA8244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0" y="2475"/>
                <a:ext cx="59" cy="89"/>
              </a:xfrm>
              <a:custGeom>
                <a:avLst/>
                <a:gdLst>
                  <a:gd name="T0" fmla="*/ 167 w 35"/>
                  <a:gd name="T1" fmla="*/ 0 h 54"/>
                  <a:gd name="T2" fmla="*/ 145 w 35"/>
                  <a:gd name="T3" fmla="*/ 173 h 54"/>
                  <a:gd name="T4" fmla="*/ 0 w 35"/>
                  <a:gd name="T5" fmla="*/ 198 h 54"/>
                  <a:gd name="T6" fmla="*/ 78 w 35"/>
                  <a:gd name="T7" fmla="*/ 185 h 54"/>
                  <a:gd name="T8" fmla="*/ 86 w 35"/>
                  <a:gd name="T9" fmla="*/ 109 h 54"/>
                  <a:gd name="T10" fmla="*/ 148 w 35"/>
                  <a:gd name="T11" fmla="*/ 13 h 5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5" h="54">
                    <a:moveTo>
                      <a:pt x="35" y="0"/>
                    </a:moveTo>
                    <a:cubicBezTo>
                      <a:pt x="34" y="12"/>
                      <a:pt x="35" y="28"/>
                      <a:pt x="30" y="39"/>
                    </a:cubicBezTo>
                    <a:cubicBezTo>
                      <a:pt x="23" y="54"/>
                      <a:pt x="12" y="45"/>
                      <a:pt x="0" y="44"/>
                    </a:cubicBezTo>
                    <a:cubicBezTo>
                      <a:pt x="5" y="44"/>
                      <a:pt x="13" y="45"/>
                      <a:pt x="16" y="41"/>
                    </a:cubicBezTo>
                    <a:cubicBezTo>
                      <a:pt x="22" y="35"/>
                      <a:pt x="18" y="31"/>
                      <a:pt x="18" y="24"/>
                    </a:cubicBezTo>
                    <a:cubicBezTo>
                      <a:pt x="19" y="12"/>
                      <a:pt x="28" y="11"/>
                      <a:pt x="31" y="3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2211" name="Freeform 12">
                <a:extLst>
                  <a:ext uri="{FF2B5EF4-FFF2-40B4-BE49-F238E27FC236}">
                    <a16:creationId xmlns:a16="http://schemas.microsoft.com/office/drawing/2014/main" id="{BD0B8B03-5595-4438-A80E-FA79FAF4A9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6" y="1949"/>
                <a:ext cx="75" cy="69"/>
              </a:xfrm>
              <a:custGeom>
                <a:avLst/>
                <a:gdLst>
                  <a:gd name="T0" fmla="*/ 8 w 45"/>
                  <a:gd name="T1" fmla="*/ 89 h 42"/>
                  <a:gd name="T2" fmla="*/ 208 w 45"/>
                  <a:gd name="T3" fmla="*/ 35 h 42"/>
                  <a:gd name="T4" fmla="*/ 0 w 45"/>
                  <a:gd name="T5" fmla="*/ 81 h 4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5" h="42">
                    <a:moveTo>
                      <a:pt x="2" y="20"/>
                    </a:moveTo>
                    <a:cubicBezTo>
                      <a:pt x="8" y="42"/>
                      <a:pt x="35" y="7"/>
                      <a:pt x="45" y="8"/>
                    </a:cubicBezTo>
                    <a:cubicBezTo>
                      <a:pt x="26" y="0"/>
                      <a:pt x="16" y="25"/>
                      <a:pt x="0" y="18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2212" name="Freeform 13">
                <a:extLst>
                  <a:ext uri="{FF2B5EF4-FFF2-40B4-BE49-F238E27FC236}">
                    <a16:creationId xmlns:a16="http://schemas.microsoft.com/office/drawing/2014/main" id="{6D3DA807-19AB-4ED4-A2BC-D39703FBF5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0" y="1581"/>
                <a:ext cx="36" cy="374"/>
              </a:xfrm>
              <a:custGeom>
                <a:avLst/>
                <a:gdLst>
                  <a:gd name="T0" fmla="*/ 83 w 22"/>
                  <a:gd name="T1" fmla="*/ 0 h 225"/>
                  <a:gd name="T2" fmla="*/ 83 w 22"/>
                  <a:gd name="T3" fmla="*/ 442 h 225"/>
                  <a:gd name="T4" fmla="*/ 34 w 22"/>
                  <a:gd name="T5" fmla="*/ 909 h 225"/>
                  <a:gd name="T6" fmla="*/ 21 w 22"/>
                  <a:gd name="T7" fmla="*/ 1034 h 225"/>
                  <a:gd name="T8" fmla="*/ 29 w 22"/>
                  <a:gd name="T9" fmla="*/ 605 h 225"/>
                  <a:gd name="T10" fmla="*/ 83 w 22"/>
                  <a:gd name="T11" fmla="*/ 0 h 22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2" h="225">
                    <a:moveTo>
                      <a:pt x="19" y="0"/>
                    </a:moveTo>
                    <a:cubicBezTo>
                      <a:pt x="21" y="17"/>
                      <a:pt x="21" y="66"/>
                      <a:pt x="19" y="96"/>
                    </a:cubicBezTo>
                    <a:cubicBezTo>
                      <a:pt x="18" y="127"/>
                      <a:pt x="12" y="181"/>
                      <a:pt x="8" y="198"/>
                    </a:cubicBezTo>
                    <a:cubicBezTo>
                      <a:pt x="5" y="214"/>
                      <a:pt x="5" y="225"/>
                      <a:pt x="5" y="225"/>
                    </a:cubicBezTo>
                    <a:cubicBezTo>
                      <a:pt x="0" y="201"/>
                      <a:pt x="6" y="148"/>
                      <a:pt x="7" y="132"/>
                    </a:cubicBezTo>
                    <a:cubicBezTo>
                      <a:pt x="8" y="116"/>
                      <a:pt x="22" y="21"/>
                      <a:pt x="19" y="0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2213" name="Line 14">
                <a:extLst>
                  <a:ext uri="{FF2B5EF4-FFF2-40B4-BE49-F238E27FC236}">
                    <a16:creationId xmlns:a16="http://schemas.microsoft.com/office/drawing/2014/main" id="{5DEAE0BC-EC4E-41FB-9DFC-8A2EB883B3F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16" y="2395"/>
                <a:ext cx="1" cy="1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2214" name="Line 15">
                <a:extLst>
                  <a:ext uri="{FF2B5EF4-FFF2-40B4-BE49-F238E27FC236}">
                    <a16:creationId xmlns:a16="http://schemas.microsoft.com/office/drawing/2014/main" id="{157A7793-B4C1-4265-AD79-2134AE85A03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16" y="2395"/>
                <a:ext cx="1" cy="1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2215" name="Freeform 16">
                <a:extLst>
                  <a:ext uri="{FF2B5EF4-FFF2-40B4-BE49-F238E27FC236}">
                    <a16:creationId xmlns:a16="http://schemas.microsoft.com/office/drawing/2014/main" id="{B3CBDC58-A907-4F30-89B2-81C8BC7855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0" y="1361"/>
                <a:ext cx="103" cy="308"/>
              </a:xfrm>
              <a:custGeom>
                <a:avLst/>
                <a:gdLst>
                  <a:gd name="T0" fmla="*/ 284 w 62"/>
                  <a:gd name="T1" fmla="*/ 0 h 185"/>
                  <a:gd name="T2" fmla="*/ 61 w 62"/>
                  <a:gd name="T3" fmla="*/ 283 h 185"/>
                  <a:gd name="T4" fmla="*/ 0 w 62"/>
                  <a:gd name="T5" fmla="*/ 688 h 185"/>
                  <a:gd name="T6" fmla="*/ 5 w 62"/>
                  <a:gd name="T7" fmla="*/ 854 h 185"/>
                  <a:gd name="T8" fmla="*/ 63 w 62"/>
                  <a:gd name="T9" fmla="*/ 471 h 185"/>
                  <a:gd name="T10" fmla="*/ 284 w 62"/>
                  <a:gd name="T11" fmla="*/ 0 h 18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2" h="185">
                    <a:moveTo>
                      <a:pt x="62" y="0"/>
                    </a:moveTo>
                    <a:cubicBezTo>
                      <a:pt x="47" y="0"/>
                      <a:pt x="24" y="20"/>
                      <a:pt x="13" y="61"/>
                    </a:cubicBezTo>
                    <a:cubicBezTo>
                      <a:pt x="2" y="101"/>
                      <a:pt x="1" y="134"/>
                      <a:pt x="0" y="149"/>
                    </a:cubicBezTo>
                    <a:cubicBezTo>
                      <a:pt x="0" y="164"/>
                      <a:pt x="4" y="175"/>
                      <a:pt x="1" y="185"/>
                    </a:cubicBezTo>
                    <a:cubicBezTo>
                      <a:pt x="5" y="170"/>
                      <a:pt x="9" y="120"/>
                      <a:pt x="14" y="102"/>
                    </a:cubicBezTo>
                    <a:cubicBezTo>
                      <a:pt x="19" y="85"/>
                      <a:pt x="28" y="6"/>
                      <a:pt x="62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2216" name="Freeform 17">
                <a:extLst>
                  <a:ext uri="{FF2B5EF4-FFF2-40B4-BE49-F238E27FC236}">
                    <a16:creationId xmlns:a16="http://schemas.microsoft.com/office/drawing/2014/main" id="{6F13665C-6962-4A7D-9A11-D579094257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8" y="1979"/>
                <a:ext cx="23" cy="314"/>
              </a:xfrm>
              <a:custGeom>
                <a:avLst/>
                <a:gdLst>
                  <a:gd name="T0" fmla="*/ 0 w 14"/>
                  <a:gd name="T1" fmla="*/ 867 h 189"/>
                  <a:gd name="T2" fmla="*/ 21 w 14"/>
                  <a:gd name="T3" fmla="*/ 472 h 189"/>
                  <a:gd name="T4" fmla="*/ 54 w 14"/>
                  <a:gd name="T5" fmla="*/ 0 h 189"/>
                  <a:gd name="T6" fmla="*/ 58 w 14"/>
                  <a:gd name="T7" fmla="*/ 354 h 189"/>
                  <a:gd name="T8" fmla="*/ 0 w 14"/>
                  <a:gd name="T9" fmla="*/ 867 h 18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89">
                    <a:moveTo>
                      <a:pt x="0" y="189"/>
                    </a:moveTo>
                    <a:cubicBezTo>
                      <a:pt x="0" y="183"/>
                      <a:pt x="5" y="137"/>
                      <a:pt x="5" y="103"/>
                    </a:cubicBezTo>
                    <a:cubicBezTo>
                      <a:pt x="5" y="65"/>
                      <a:pt x="7" y="27"/>
                      <a:pt x="12" y="0"/>
                    </a:cubicBezTo>
                    <a:cubicBezTo>
                      <a:pt x="10" y="17"/>
                      <a:pt x="12" y="52"/>
                      <a:pt x="13" y="77"/>
                    </a:cubicBezTo>
                    <a:cubicBezTo>
                      <a:pt x="14" y="102"/>
                      <a:pt x="7" y="165"/>
                      <a:pt x="0" y="18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2217" name="Freeform 18">
                <a:extLst>
                  <a:ext uri="{FF2B5EF4-FFF2-40B4-BE49-F238E27FC236}">
                    <a16:creationId xmlns:a16="http://schemas.microsoft.com/office/drawing/2014/main" id="{9EBD8874-2BA9-4C4E-9142-57BF71F1A1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5" y="2483"/>
                <a:ext cx="48" cy="466"/>
              </a:xfrm>
              <a:custGeom>
                <a:avLst/>
                <a:gdLst>
                  <a:gd name="T0" fmla="*/ 50 w 29"/>
                  <a:gd name="T1" fmla="*/ 612 h 280"/>
                  <a:gd name="T2" fmla="*/ 131 w 29"/>
                  <a:gd name="T3" fmla="*/ 1291 h 280"/>
                  <a:gd name="T4" fmla="*/ 28 w 29"/>
                  <a:gd name="T5" fmla="*/ 812 h 280"/>
                  <a:gd name="T6" fmla="*/ 46 w 29"/>
                  <a:gd name="T7" fmla="*/ 0 h 280"/>
                  <a:gd name="T8" fmla="*/ 50 w 29"/>
                  <a:gd name="T9" fmla="*/ 612 h 28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" h="280">
                    <a:moveTo>
                      <a:pt x="11" y="133"/>
                    </a:moveTo>
                    <a:cubicBezTo>
                      <a:pt x="10" y="166"/>
                      <a:pt x="24" y="261"/>
                      <a:pt x="29" y="280"/>
                    </a:cubicBezTo>
                    <a:cubicBezTo>
                      <a:pt x="21" y="259"/>
                      <a:pt x="13" y="231"/>
                      <a:pt x="6" y="176"/>
                    </a:cubicBezTo>
                    <a:cubicBezTo>
                      <a:pt x="0" y="120"/>
                      <a:pt x="2" y="41"/>
                      <a:pt x="10" y="0"/>
                    </a:cubicBezTo>
                    <a:cubicBezTo>
                      <a:pt x="9" y="33"/>
                      <a:pt x="14" y="107"/>
                      <a:pt x="11" y="13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2218" name="Freeform 19">
                <a:extLst>
                  <a:ext uri="{FF2B5EF4-FFF2-40B4-BE49-F238E27FC236}">
                    <a16:creationId xmlns:a16="http://schemas.microsoft.com/office/drawing/2014/main" id="{0BF0F0F8-9F57-4587-B678-BC65A22F1A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6" y="2470"/>
                <a:ext cx="45" cy="464"/>
              </a:xfrm>
              <a:custGeom>
                <a:avLst/>
                <a:gdLst>
                  <a:gd name="T0" fmla="*/ 63 w 27"/>
                  <a:gd name="T1" fmla="*/ 584 h 279"/>
                  <a:gd name="T2" fmla="*/ 0 w 27"/>
                  <a:gd name="T3" fmla="*/ 1284 h 279"/>
                  <a:gd name="T4" fmla="*/ 75 w 27"/>
                  <a:gd name="T5" fmla="*/ 785 h 279"/>
                  <a:gd name="T6" fmla="*/ 88 w 27"/>
                  <a:gd name="T7" fmla="*/ 0 h 279"/>
                  <a:gd name="T8" fmla="*/ 63 w 27"/>
                  <a:gd name="T9" fmla="*/ 584 h 27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279">
                    <a:moveTo>
                      <a:pt x="14" y="127"/>
                    </a:moveTo>
                    <a:cubicBezTo>
                      <a:pt x="15" y="159"/>
                      <a:pt x="4" y="260"/>
                      <a:pt x="0" y="279"/>
                    </a:cubicBezTo>
                    <a:cubicBezTo>
                      <a:pt x="8" y="258"/>
                      <a:pt x="9" y="226"/>
                      <a:pt x="16" y="171"/>
                    </a:cubicBezTo>
                    <a:cubicBezTo>
                      <a:pt x="22" y="115"/>
                      <a:pt x="27" y="41"/>
                      <a:pt x="19" y="0"/>
                    </a:cubicBezTo>
                    <a:cubicBezTo>
                      <a:pt x="22" y="54"/>
                      <a:pt x="13" y="121"/>
                      <a:pt x="14" y="127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2219" name="Freeform 20">
                <a:extLst>
                  <a:ext uri="{FF2B5EF4-FFF2-40B4-BE49-F238E27FC236}">
                    <a16:creationId xmlns:a16="http://schemas.microsoft.com/office/drawing/2014/main" id="{71A595E5-159C-4786-AF4A-2666FF10A3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0" y="3269"/>
                <a:ext cx="72" cy="429"/>
              </a:xfrm>
              <a:custGeom>
                <a:avLst/>
                <a:gdLst>
                  <a:gd name="T0" fmla="*/ 47 w 43"/>
                  <a:gd name="T1" fmla="*/ 0 h 258"/>
                  <a:gd name="T2" fmla="*/ 50 w 43"/>
                  <a:gd name="T3" fmla="*/ 625 h 258"/>
                  <a:gd name="T4" fmla="*/ 203 w 43"/>
                  <a:gd name="T5" fmla="*/ 1186 h 258"/>
                  <a:gd name="T6" fmla="*/ 92 w 43"/>
                  <a:gd name="T7" fmla="*/ 602 h 258"/>
                  <a:gd name="T8" fmla="*/ 47 w 43"/>
                  <a:gd name="T9" fmla="*/ 0 h 25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3" h="258">
                    <a:moveTo>
                      <a:pt x="10" y="0"/>
                    </a:moveTo>
                    <a:cubicBezTo>
                      <a:pt x="9" y="31"/>
                      <a:pt x="0" y="75"/>
                      <a:pt x="11" y="136"/>
                    </a:cubicBezTo>
                    <a:cubicBezTo>
                      <a:pt x="23" y="197"/>
                      <a:pt x="39" y="238"/>
                      <a:pt x="43" y="258"/>
                    </a:cubicBezTo>
                    <a:cubicBezTo>
                      <a:pt x="38" y="232"/>
                      <a:pt x="23" y="155"/>
                      <a:pt x="20" y="131"/>
                    </a:cubicBezTo>
                    <a:cubicBezTo>
                      <a:pt x="16" y="107"/>
                      <a:pt x="8" y="34"/>
                      <a:pt x="1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2220" name="Freeform 21">
                <a:extLst>
                  <a:ext uri="{FF2B5EF4-FFF2-40B4-BE49-F238E27FC236}">
                    <a16:creationId xmlns:a16="http://schemas.microsoft.com/office/drawing/2014/main" id="{04C03AD7-4444-49B1-9AF9-23DA56D383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4" y="2596"/>
                <a:ext cx="50" cy="568"/>
              </a:xfrm>
              <a:custGeom>
                <a:avLst/>
                <a:gdLst>
                  <a:gd name="T0" fmla="*/ 33 w 30"/>
                  <a:gd name="T1" fmla="*/ 883 h 341"/>
                  <a:gd name="T2" fmla="*/ 13 w 30"/>
                  <a:gd name="T3" fmla="*/ 1576 h 341"/>
                  <a:gd name="T4" fmla="*/ 62 w 30"/>
                  <a:gd name="T5" fmla="*/ 1041 h 341"/>
                  <a:gd name="T6" fmla="*/ 138 w 30"/>
                  <a:gd name="T7" fmla="*/ 0 h 341"/>
                  <a:gd name="T8" fmla="*/ 33 w 30"/>
                  <a:gd name="T9" fmla="*/ 883 h 3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341">
                    <a:moveTo>
                      <a:pt x="7" y="191"/>
                    </a:moveTo>
                    <a:cubicBezTo>
                      <a:pt x="0" y="237"/>
                      <a:pt x="3" y="311"/>
                      <a:pt x="3" y="341"/>
                    </a:cubicBezTo>
                    <a:cubicBezTo>
                      <a:pt x="1" y="318"/>
                      <a:pt x="4" y="300"/>
                      <a:pt x="13" y="225"/>
                    </a:cubicBezTo>
                    <a:cubicBezTo>
                      <a:pt x="21" y="150"/>
                      <a:pt x="30" y="28"/>
                      <a:pt x="30" y="0"/>
                    </a:cubicBezTo>
                    <a:cubicBezTo>
                      <a:pt x="27" y="13"/>
                      <a:pt x="11" y="133"/>
                      <a:pt x="7" y="191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2221" name="Freeform 22">
                <a:extLst>
                  <a:ext uri="{FF2B5EF4-FFF2-40B4-BE49-F238E27FC236}">
                    <a16:creationId xmlns:a16="http://schemas.microsoft.com/office/drawing/2014/main" id="{B58B947F-8480-4EDC-B2A6-DF98425C93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4" y="3214"/>
                <a:ext cx="30" cy="401"/>
              </a:xfrm>
              <a:custGeom>
                <a:avLst/>
                <a:gdLst>
                  <a:gd name="T0" fmla="*/ 22 w 18"/>
                  <a:gd name="T1" fmla="*/ 0 h 241"/>
                  <a:gd name="T2" fmla="*/ 78 w 18"/>
                  <a:gd name="T3" fmla="*/ 539 h 241"/>
                  <a:gd name="T4" fmla="*/ 28 w 18"/>
                  <a:gd name="T5" fmla="*/ 1110 h 241"/>
                  <a:gd name="T6" fmla="*/ 42 w 18"/>
                  <a:gd name="T7" fmla="*/ 409 h 241"/>
                  <a:gd name="T8" fmla="*/ 22 w 18"/>
                  <a:gd name="T9" fmla="*/ 0 h 2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241">
                    <a:moveTo>
                      <a:pt x="5" y="0"/>
                    </a:moveTo>
                    <a:cubicBezTo>
                      <a:pt x="10" y="22"/>
                      <a:pt x="18" y="85"/>
                      <a:pt x="17" y="117"/>
                    </a:cubicBezTo>
                    <a:cubicBezTo>
                      <a:pt x="16" y="149"/>
                      <a:pt x="9" y="188"/>
                      <a:pt x="6" y="241"/>
                    </a:cubicBezTo>
                    <a:cubicBezTo>
                      <a:pt x="2" y="217"/>
                      <a:pt x="10" y="117"/>
                      <a:pt x="9" y="89"/>
                    </a:cubicBezTo>
                    <a:cubicBezTo>
                      <a:pt x="8" y="62"/>
                      <a:pt x="0" y="6"/>
                      <a:pt x="5" y="0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2222" name="Freeform 23">
                <a:extLst>
                  <a:ext uri="{FF2B5EF4-FFF2-40B4-BE49-F238E27FC236}">
                    <a16:creationId xmlns:a16="http://schemas.microsoft.com/office/drawing/2014/main" id="{964E6934-F1E7-42DA-9B17-4D9C33BB65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4" y="3766"/>
                <a:ext cx="33" cy="178"/>
              </a:xfrm>
              <a:custGeom>
                <a:avLst/>
                <a:gdLst>
                  <a:gd name="T0" fmla="*/ 46 w 20"/>
                  <a:gd name="T1" fmla="*/ 47 h 107"/>
                  <a:gd name="T2" fmla="*/ 46 w 20"/>
                  <a:gd name="T3" fmla="*/ 158 h 107"/>
                  <a:gd name="T4" fmla="*/ 71 w 20"/>
                  <a:gd name="T5" fmla="*/ 250 h 107"/>
                  <a:gd name="T6" fmla="*/ 33 w 20"/>
                  <a:gd name="T7" fmla="*/ 492 h 107"/>
                  <a:gd name="T8" fmla="*/ 50 w 20"/>
                  <a:gd name="T9" fmla="*/ 354 h 107"/>
                  <a:gd name="T10" fmla="*/ 50 w 20"/>
                  <a:gd name="T11" fmla="*/ 304 h 107"/>
                  <a:gd name="T12" fmla="*/ 13 w 20"/>
                  <a:gd name="T13" fmla="*/ 279 h 107"/>
                  <a:gd name="T14" fmla="*/ 21 w 20"/>
                  <a:gd name="T15" fmla="*/ 185 h 107"/>
                  <a:gd name="T16" fmla="*/ 41 w 20"/>
                  <a:gd name="T17" fmla="*/ 0 h 10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0" h="107">
                    <a:moveTo>
                      <a:pt x="10" y="10"/>
                    </a:moveTo>
                    <a:cubicBezTo>
                      <a:pt x="13" y="18"/>
                      <a:pt x="9" y="26"/>
                      <a:pt x="10" y="34"/>
                    </a:cubicBezTo>
                    <a:cubicBezTo>
                      <a:pt x="11" y="41"/>
                      <a:pt x="15" y="47"/>
                      <a:pt x="16" y="54"/>
                    </a:cubicBezTo>
                    <a:cubicBezTo>
                      <a:pt x="20" y="75"/>
                      <a:pt x="14" y="88"/>
                      <a:pt x="7" y="107"/>
                    </a:cubicBezTo>
                    <a:cubicBezTo>
                      <a:pt x="6" y="98"/>
                      <a:pt x="10" y="86"/>
                      <a:pt x="11" y="77"/>
                    </a:cubicBezTo>
                    <a:cubicBezTo>
                      <a:pt x="11" y="73"/>
                      <a:pt x="13" y="70"/>
                      <a:pt x="11" y="66"/>
                    </a:cubicBezTo>
                    <a:cubicBezTo>
                      <a:pt x="9" y="62"/>
                      <a:pt x="5" y="64"/>
                      <a:pt x="3" y="61"/>
                    </a:cubicBezTo>
                    <a:cubicBezTo>
                      <a:pt x="0" y="56"/>
                      <a:pt x="5" y="46"/>
                      <a:pt x="5" y="40"/>
                    </a:cubicBezTo>
                    <a:cubicBezTo>
                      <a:pt x="7" y="27"/>
                      <a:pt x="8" y="13"/>
                      <a:pt x="9" y="0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2223" name="Freeform 24">
                <a:extLst>
                  <a:ext uri="{FF2B5EF4-FFF2-40B4-BE49-F238E27FC236}">
                    <a16:creationId xmlns:a16="http://schemas.microsoft.com/office/drawing/2014/main" id="{43252511-D860-4C8C-A488-B18EBA1F3E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9" y="3930"/>
                <a:ext cx="66" cy="83"/>
              </a:xfrm>
              <a:custGeom>
                <a:avLst/>
                <a:gdLst>
                  <a:gd name="T0" fmla="*/ 35 w 40"/>
                  <a:gd name="T1" fmla="*/ 229 h 50"/>
                  <a:gd name="T2" fmla="*/ 144 w 40"/>
                  <a:gd name="T3" fmla="*/ 166 h 50"/>
                  <a:gd name="T4" fmla="*/ 167 w 40"/>
                  <a:gd name="T5" fmla="*/ 0 h 50"/>
                  <a:gd name="T6" fmla="*/ 97 w 40"/>
                  <a:gd name="T7" fmla="*/ 116 h 50"/>
                  <a:gd name="T8" fmla="*/ 0 w 40"/>
                  <a:gd name="T9" fmla="*/ 209 h 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0" h="50">
                    <a:moveTo>
                      <a:pt x="8" y="50"/>
                    </a:moveTo>
                    <a:cubicBezTo>
                      <a:pt x="18" y="49"/>
                      <a:pt x="25" y="45"/>
                      <a:pt x="32" y="36"/>
                    </a:cubicBezTo>
                    <a:cubicBezTo>
                      <a:pt x="40" y="24"/>
                      <a:pt x="38" y="14"/>
                      <a:pt x="37" y="0"/>
                    </a:cubicBezTo>
                    <a:cubicBezTo>
                      <a:pt x="32" y="8"/>
                      <a:pt x="35" y="26"/>
                      <a:pt x="22" y="25"/>
                    </a:cubicBezTo>
                    <a:cubicBezTo>
                      <a:pt x="23" y="40"/>
                      <a:pt x="12" y="44"/>
                      <a:pt x="0" y="46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2224" name="Freeform 25">
                <a:extLst>
                  <a:ext uri="{FF2B5EF4-FFF2-40B4-BE49-F238E27FC236}">
                    <a16:creationId xmlns:a16="http://schemas.microsoft.com/office/drawing/2014/main" id="{DABE44E7-A82B-4E2F-837B-C1289F823E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9" y="3903"/>
                <a:ext cx="58" cy="106"/>
              </a:xfrm>
              <a:custGeom>
                <a:avLst/>
                <a:gdLst>
                  <a:gd name="T0" fmla="*/ 0 w 35"/>
                  <a:gd name="T1" fmla="*/ 8 h 64"/>
                  <a:gd name="T2" fmla="*/ 22 w 35"/>
                  <a:gd name="T3" fmla="*/ 126 h 64"/>
                  <a:gd name="T4" fmla="*/ 46 w 35"/>
                  <a:gd name="T5" fmla="*/ 214 h 64"/>
                  <a:gd name="T6" fmla="*/ 91 w 35"/>
                  <a:gd name="T7" fmla="*/ 277 h 64"/>
                  <a:gd name="T8" fmla="*/ 159 w 35"/>
                  <a:gd name="T9" fmla="*/ 263 h 64"/>
                  <a:gd name="T10" fmla="*/ 76 w 35"/>
                  <a:gd name="T11" fmla="*/ 154 h 64"/>
                  <a:gd name="T12" fmla="*/ 46 w 35"/>
                  <a:gd name="T13" fmla="*/ 84 h 64"/>
                  <a:gd name="T14" fmla="*/ 13 w 35"/>
                  <a:gd name="T15" fmla="*/ 0 h 6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5" h="64">
                    <a:moveTo>
                      <a:pt x="0" y="2"/>
                    </a:moveTo>
                    <a:cubicBezTo>
                      <a:pt x="6" y="9"/>
                      <a:pt x="5" y="20"/>
                      <a:pt x="5" y="28"/>
                    </a:cubicBezTo>
                    <a:cubicBezTo>
                      <a:pt x="5" y="38"/>
                      <a:pt x="7" y="39"/>
                      <a:pt x="10" y="47"/>
                    </a:cubicBezTo>
                    <a:cubicBezTo>
                      <a:pt x="13" y="55"/>
                      <a:pt x="11" y="58"/>
                      <a:pt x="20" y="61"/>
                    </a:cubicBezTo>
                    <a:cubicBezTo>
                      <a:pt x="24" y="62"/>
                      <a:pt x="33" y="64"/>
                      <a:pt x="35" y="58"/>
                    </a:cubicBezTo>
                    <a:cubicBezTo>
                      <a:pt x="17" y="60"/>
                      <a:pt x="15" y="49"/>
                      <a:pt x="17" y="34"/>
                    </a:cubicBezTo>
                    <a:cubicBezTo>
                      <a:pt x="12" y="32"/>
                      <a:pt x="12" y="24"/>
                      <a:pt x="10" y="19"/>
                    </a:cubicBezTo>
                    <a:cubicBezTo>
                      <a:pt x="8" y="13"/>
                      <a:pt x="2" y="7"/>
                      <a:pt x="3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2225" name="Freeform 26">
                <a:extLst>
                  <a:ext uri="{FF2B5EF4-FFF2-40B4-BE49-F238E27FC236}">
                    <a16:creationId xmlns:a16="http://schemas.microsoft.com/office/drawing/2014/main" id="{E04CDE86-0F89-4627-A93B-FCB1A69F17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0" y="3220"/>
                <a:ext cx="24" cy="438"/>
              </a:xfrm>
              <a:custGeom>
                <a:avLst/>
                <a:gdLst>
                  <a:gd name="T0" fmla="*/ 70 w 14"/>
                  <a:gd name="T1" fmla="*/ 1179 h 263"/>
                  <a:gd name="T2" fmla="*/ 21 w 14"/>
                  <a:gd name="T3" fmla="*/ 655 h 263"/>
                  <a:gd name="T4" fmla="*/ 65 w 14"/>
                  <a:gd name="T5" fmla="*/ 0 h 263"/>
                  <a:gd name="T6" fmla="*/ 65 w 14"/>
                  <a:gd name="T7" fmla="*/ 485 h 263"/>
                  <a:gd name="T8" fmla="*/ 70 w 14"/>
                  <a:gd name="T9" fmla="*/ 1179 h 2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263">
                    <a:moveTo>
                      <a:pt x="14" y="255"/>
                    </a:moveTo>
                    <a:cubicBezTo>
                      <a:pt x="13" y="263"/>
                      <a:pt x="8" y="193"/>
                      <a:pt x="4" y="142"/>
                    </a:cubicBezTo>
                    <a:cubicBezTo>
                      <a:pt x="0" y="90"/>
                      <a:pt x="5" y="35"/>
                      <a:pt x="13" y="0"/>
                    </a:cubicBezTo>
                    <a:cubicBezTo>
                      <a:pt x="12" y="12"/>
                      <a:pt x="11" y="81"/>
                      <a:pt x="13" y="105"/>
                    </a:cubicBezTo>
                    <a:cubicBezTo>
                      <a:pt x="14" y="129"/>
                      <a:pt x="14" y="247"/>
                      <a:pt x="14" y="25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2226" name="Freeform 27">
                <a:extLst>
                  <a:ext uri="{FF2B5EF4-FFF2-40B4-BE49-F238E27FC236}">
                    <a16:creationId xmlns:a16="http://schemas.microsoft.com/office/drawing/2014/main" id="{34D7579B-8D5B-4C36-AE39-6C770C76AB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6" y="3270"/>
                <a:ext cx="55" cy="391"/>
              </a:xfrm>
              <a:custGeom>
                <a:avLst/>
                <a:gdLst>
                  <a:gd name="T0" fmla="*/ 0 w 33"/>
                  <a:gd name="T1" fmla="*/ 1083 h 235"/>
                  <a:gd name="T2" fmla="*/ 117 w 33"/>
                  <a:gd name="T3" fmla="*/ 562 h 235"/>
                  <a:gd name="T4" fmla="*/ 120 w 33"/>
                  <a:gd name="T5" fmla="*/ 0 h 235"/>
                  <a:gd name="T6" fmla="*/ 83 w 33"/>
                  <a:gd name="T7" fmla="*/ 554 h 235"/>
                  <a:gd name="T8" fmla="*/ 0 w 33"/>
                  <a:gd name="T9" fmla="*/ 1083 h 2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3" h="235">
                    <a:moveTo>
                      <a:pt x="0" y="235"/>
                    </a:moveTo>
                    <a:cubicBezTo>
                      <a:pt x="3" y="217"/>
                      <a:pt x="17" y="158"/>
                      <a:pt x="25" y="122"/>
                    </a:cubicBezTo>
                    <a:cubicBezTo>
                      <a:pt x="33" y="86"/>
                      <a:pt x="27" y="25"/>
                      <a:pt x="26" y="0"/>
                    </a:cubicBezTo>
                    <a:cubicBezTo>
                      <a:pt x="24" y="25"/>
                      <a:pt x="24" y="94"/>
                      <a:pt x="18" y="120"/>
                    </a:cubicBezTo>
                    <a:cubicBezTo>
                      <a:pt x="12" y="146"/>
                      <a:pt x="3" y="216"/>
                      <a:pt x="0" y="235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2227" name="Freeform 28">
                <a:extLst>
                  <a:ext uri="{FF2B5EF4-FFF2-40B4-BE49-F238E27FC236}">
                    <a16:creationId xmlns:a16="http://schemas.microsoft.com/office/drawing/2014/main" id="{3CBF6802-D322-4931-8D2C-B8DF75CD7B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2" y="3928"/>
                <a:ext cx="92" cy="81"/>
              </a:xfrm>
              <a:custGeom>
                <a:avLst/>
                <a:gdLst>
                  <a:gd name="T0" fmla="*/ 117 w 55"/>
                  <a:gd name="T1" fmla="*/ 202 h 49"/>
                  <a:gd name="T2" fmla="*/ 167 w 55"/>
                  <a:gd name="T3" fmla="*/ 167 h 49"/>
                  <a:gd name="T4" fmla="*/ 238 w 55"/>
                  <a:gd name="T5" fmla="*/ 131 h 49"/>
                  <a:gd name="T6" fmla="*/ 216 w 55"/>
                  <a:gd name="T7" fmla="*/ 0 h 49"/>
                  <a:gd name="T8" fmla="*/ 166 w 55"/>
                  <a:gd name="T9" fmla="*/ 96 h 49"/>
                  <a:gd name="T10" fmla="*/ 120 w 55"/>
                  <a:gd name="T11" fmla="*/ 96 h 49"/>
                  <a:gd name="T12" fmla="*/ 117 w 55"/>
                  <a:gd name="T13" fmla="*/ 137 h 49"/>
                  <a:gd name="T14" fmla="*/ 37 w 55"/>
                  <a:gd name="T15" fmla="*/ 145 h 49"/>
                  <a:gd name="T16" fmla="*/ 22 w 55"/>
                  <a:gd name="T17" fmla="*/ 188 h 4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5" h="49">
                    <a:moveTo>
                      <a:pt x="25" y="45"/>
                    </a:moveTo>
                    <a:cubicBezTo>
                      <a:pt x="32" y="49"/>
                      <a:pt x="32" y="40"/>
                      <a:pt x="36" y="37"/>
                    </a:cubicBezTo>
                    <a:cubicBezTo>
                      <a:pt x="41" y="34"/>
                      <a:pt x="47" y="37"/>
                      <a:pt x="51" y="29"/>
                    </a:cubicBezTo>
                    <a:cubicBezTo>
                      <a:pt x="55" y="20"/>
                      <a:pt x="50" y="9"/>
                      <a:pt x="46" y="0"/>
                    </a:cubicBezTo>
                    <a:cubicBezTo>
                      <a:pt x="45" y="14"/>
                      <a:pt x="50" y="20"/>
                      <a:pt x="35" y="21"/>
                    </a:cubicBezTo>
                    <a:cubicBezTo>
                      <a:pt x="34" y="21"/>
                      <a:pt x="28" y="20"/>
                      <a:pt x="26" y="21"/>
                    </a:cubicBezTo>
                    <a:cubicBezTo>
                      <a:pt x="23" y="24"/>
                      <a:pt x="26" y="29"/>
                      <a:pt x="25" y="30"/>
                    </a:cubicBezTo>
                    <a:cubicBezTo>
                      <a:pt x="20" y="36"/>
                      <a:pt x="14" y="31"/>
                      <a:pt x="8" y="32"/>
                    </a:cubicBezTo>
                    <a:cubicBezTo>
                      <a:pt x="0" y="35"/>
                      <a:pt x="4" y="44"/>
                      <a:pt x="5" y="42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2228" name="Freeform 29">
                <a:extLst>
                  <a:ext uri="{FF2B5EF4-FFF2-40B4-BE49-F238E27FC236}">
                    <a16:creationId xmlns:a16="http://schemas.microsoft.com/office/drawing/2014/main" id="{5FE3FA21-B136-4471-AE58-3CFFE5E77B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9" y="2202"/>
                <a:ext cx="36" cy="21"/>
              </a:xfrm>
              <a:custGeom>
                <a:avLst/>
                <a:gdLst>
                  <a:gd name="T0" fmla="*/ 29 w 22"/>
                  <a:gd name="T1" fmla="*/ 0 h 13"/>
                  <a:gd name="T2" fmla="*/ 26 w 22"/>
                  <a:gd name="T3" fmla="*/ 47 h 13"/>
                  <a:gd name="T4" fmla="*/ 67 w 22"/>
                  <a:gd name="T5" fmla="*/ 21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13">
                    <a:moveTo>
                      <a:pt x="7" y="0"/>
                    </a:moveTo>
                    <a:cubicBezTo>
                      <a:pt x="0" y="1"/>
                      <a:pt x="0" y="9"/>
                      <a:pt x="6" y="11"/>
                    </a:cubicBezTo>
                    <a:cubicBezTo>
                      <a:pt x="11" y="13"/>
                      <a:pt x="22" y="6"/>
                      <a:pt x="15" y="5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2229" name="Freeform 30">
                <a:extLst>
                  <a:ext uri="{FF2B5EF4-FFF2-40B4-BE49-F238E27FC236}">
                    <a16:creationId xmlns:a16="http://schemas.microsoft.com/office/drawing/2014/main" id="{C755EC94-45E6-403E-AF4F-E0261121CF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2" y="1319"/>
                <a:ext cx="57" cy="64"/>
              </a:xfrm>
              <a:custGeom>
                <a:avLst/>
                <a:gdLst>
                  <a:gd name="T0" fmla="*/ 141 w 34"/>
                  <a:gd name="T1" fmla="*/ 0 h 38"/>
                  <a:gd name="T2" fmla="*/ 0 w 34"/>
                  <a:gd name="T3" fmla="*/ 162 h 38"/>
                  <a:gd name="T4" fmla="*/ 109 w 34"/>
                  <a:gd name="T5" fmla="*/ 128 h 38"/>
                  <a:gd name="T6" fmla="*/ 146 w 34"/>
                  <a:gd name="T7" fmla="*/ 20 h 38"/>
                  <a:gd name="T8" fmla="*/ 161 w 34"/>
                  <a:gd name="T9" fmla="*/ 8 h 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" h="38">
                    <a:moveTo>
                      <a:pt x="30" y="0"/>
                    </a:moveTo>
                    <a:cubicBezTo>
                      <a:pt x="22" y="13"/>
                      <a:pt x="18" y="37"/>
                      <a:pt x="0" y="34"/>
                    </a:cubicBezTo>
                    <a:cubicBezTo>
                      <a:pt x="11" y="35"/>
                      <a:pt x="15" y="38"/>
                      <a:pt x="23" y="27"/>
                    </a:cubicBezTo>
                    <a:cubicBezTo>
                      <a:pt x="28" y="21"/>
                      <a:pt x="33" y="12"/>
                      <a:pt x="31" y="4"/>
                    </a:cubicBezTo>
                    <a:cubicBezTo>
                      <a:pt x="32" y="3"/>
                      <a:pt x="33" y="3"/>
                      <a:pt x="34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2230" name="Freeform 31">
                <a:extLst>
                  <a:ext uri="{FF2B5EF4-FFF2-40B4-BE49-F238E27FC236}">
                    <a16:creationId xmlns:a16="http://schemas.microsoft.com/office/drawing/2014/main" id="{BD05456F-F50E-4621-95BC-D251E86211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5" y="2671"/>
                <a:ext cx="34" cy="335"/>
              </a:xfrm>
              <a:custGeom>
                <a:avLst/>
                <a:gdLst>
                  <a:gd name="T0" fmla="*/ 0 w 20"/>
                  <a:gd name="T1" fmla="*/ 0 h 201"/>
                  <a:gd name="T2" fmla="*/ 90 w 20"/>
                  <a:gd name="T3" fmla="*/ 930 h 201"/>
                  <a:gd name="T4" fmla="*/ 0 w 20"/>
                  <a:gd name="T5" fmla="*/ 0 h 20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201">
                    <a:moveTo>
                      <a:pt x="0" y="0"/>
                    </a:moveTo>
                    <a:cubicBezTo>
                      <a:pt x="0" y="38"/>
                      <a:pt x="9" y="134"/>
                      <a:pt x="18" y="201"/>
                    </a:cubicBezTo>
                    <a:cubicBezTo>
                      <a:pt x="20" y="161"/>
                      <a:pt x="11" y="36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2231" name="Freeform 32">
                <a:extLst>
                  <a:ext uri="{FF2B5EF4-FFF2-40B4-BE49-F238E27FC236}">
                    <a16:creationId xmlns:a16="http://schemas.microsoft.com/office/drawing/2014/main" id="{DD1438B5-FA05-487A-BDB0-05C2910664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8" y="1581"/>
                <a:ext cx="5" cy="166"/>
              </a:xfrm>
              <a:custGeom>
                <a:avLst/>
                <a:gdLst>
                  <a:gd name="T0" fmla="*/ 0 w 3"/>
                  <a:gd name="T1" fmla="*/ 458 h 100"/>
                  <a:gd name="T2" fmla="*/ 0 w 3"/>
                  <a:gd name="T3" fmla="*/ 452 h 100"/>
                  <a:gd name="T4" fmla="*/ 0 w 3"/>
                  <a:gd name="T5" fmla="*/ 0 h 1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100">
                    <a:moveTo>
                      <a:pt x="0" y="100"/>
                    </a:moveTo>
                    <a:cubicBezTo>
                      <a:pt x="0" y="99"/>
                      <a:pt x="0" y="99"/>
                      <a:pt x="0" y="99"/>
                    </a:cubicBezTo>
                    <a:cubicBezTo>
                      <a:pt x="2" y="66"/>
                      <a:pt x="3" y="7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2232" name="Freeform 33">
                <a:extLst>
                  <a:ext uri="{FF2B5EF4-FFF2-40B4-BE49-F238E27FC236}">
                    <a16:creationId xmlns:a16="http://schemas.microsoft.com/office/drawing/2014/main" id="{57D88676-F7A6-4516-82D9-7168B0FCA8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8" y="1612"/>
                <a:ext cx="52" cy="49"/>
              </a:xfrm>
              <a:custGeom>
                <a:avLst/>
                <a:gdLst>
                  <a:gd name="T0" fmla="*/ 70 w 31"/>
                  <a:gd name="T1" fmla="*/ 0 h 29"/>
                  <a:gd name="T2" fmla="*/ 29 w 31"/>
                  <a:gd name="T3" fmla="*/ 83 h 29"/>
                  <a:gd name="T4" fmla="*/ 112 w 31"/>
                  <a:gd name="T5" fmla="*/ 14 h 2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1" h="29">
                    <a:moveTo>
                      <a:pt x="15" y="0"/>
                    </a:moveTo>
                    <a:cubicBezTo>
                      <a:pt x="7" y="0"/>
                      <a:pt x="0" y="9"/>
                      <a:pt x="6" y="17"/>
                    </a:cubicBezTo>
                    <a:cubicBezTo>
                      <a:pt x="14" y="29"/>
                      <a:pt x="31" y="15"/>
                      <a:pt x="24" y="3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2233" name="Freeform 34">
                <a:extLst>
                  <a:ext uri="{FF2B5EF4-FFF2-40B4-BE49-F238E27FC236}">
                    <a16:creationId xmlns:a16="http://schemas.microsoft.com/office/drawing/2014/main" id="{66C75154-BBD4-4453-AF74-66EEA394BE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7" y="1621"/>
                <a:ext cx="1" cy="3"/>
              </a:xfrm>
              <a:custGeom>
                <a:avLst/>
                <a:gdLst>
                  <a:gd name="T0" fmla="*/ 0 w 1"/>
                  <a:gd name="T1" fmla="*/ 8 h 2"/>
                  <a:gd name="T2" fmla="*/ 1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2"/>
                      <a:pt x="0" y="1"/>
                      <a:pt x="1" y="0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2234" name="Freeform 35">
                <a:extLst>
                  <a:ext uri="{FF2B5EF4-FFF2-40B4-BE49-F238E27FC236}">
                    <a16:creationId xmlns:a16="http://schemas.microsoft.com/office/drawing/2014/main" id="{2611B6ED-9DFC-4053-9FE4-5A7A49487F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7" y="1612"/>
                <a:ext cx="31" cy="35"/>
              </a:xfrm>
              <a:custGeom>
                <a:avLst/>
                <a:gdLst>
                  <a:gd name="T0" fmla="*/ 39 w 19"/>
                  <a:gd name="T1" fmla="*/ 0 h 21"/>
                  <a:gd name="T2" fmla="*/ 83 w 19"/>
                  <a:gd name="T3" fmla="*/ 50 h 21"/>
                  <a:gd name="T4" fmla="*/ 39 w 19"/>
                  <a:gd name="T5" fmla="*/ 97 h 21"/>
                  <a:gd name="T6" fmla="*/ 0 w 19"/>
                  <a:gd name="T7" fmla="*/ 70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21">
                    <a:moveTo>
                      <a:pt x="9" y="0"/>
                    </a:moveTo>
                    <a:cubicBezTo>
                      <a:pt x="15" y="0"/>
                      <a:pt x="19" y="5"/>
                      <a:pt x="19" y="11"/>
                    </a:cubicBezTo>
                    <a:cubicBezTo>
                      <a:pt x="19" y="16"/>
                      <a:pt x="15" y="21"/>
                      <a:pt x="9" y="21"/>
                    </a:cubicBezTo>
                    <a:cubicBezTo>
                      <a:pt x="5" y="21"/>
                      <a:pt x="2" y="18"/>
                      <a:pt x="0" y="15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2235" name="Oval 36">
                <a:extLst>
                  <a:ext uri="{FF2B5EF4-FFF2-40B4-BE49-F238E27FC236}">
                    <a16:creationId xmlns:a16="http://schemas.microsoft.com/office/drawing/2014/main" id="{C54CA1B3-D48B-473D-A21E-C2117DB390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97" y="1626"/>
                <a:ext cx="10" cy="8"/>
              </a:xfrm>
              <a:prstGeom prst="ellipse">
                <a:avLst/>
              </a:prstGeom>
              <a:noFill/>
              <a:ln w="4763" cap="rnd">
                <a:solidFill>
                  <a:srgbClr val="343434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92236" name="Freeform 37">
                <a:extLst>
                  <a:ext uri="{FF2B5EF4-FFF2-40B4-BE49-F238E27FC236}">
                    <a16:creationId xmlns:a16="http://schemas.microsoft.com/office/drawing/2014/main" id="{D57DA446-0CB8-4F91-9138-0846549B08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0" y="1356"/>
                <a:ext cx="152" cy="10"/>
              </a:xfrm>
              <a:custGeom>
                <a:avLst/>
                <a:gdLst>
                  <a:gd name="T0" fmla="*/ 0 w 91"/>
                  <a:gd name="T1" fmla="*/ 5 h 6"/>
                  <a:gd name="T2" fmla="*/ 42 w 91"/>
                  <a:gd name="T3" fmla="*/ 8 h 6"/>
                  <a:gd name="T4" fmla="*/ 84 w 91"/>
                  <a:gd name="T5" fmla="*/ 8 h 6"/>
                  <a:gd name="T6" fmla="*/ 234 w 91"/>
                  <a:gd name="T7" fmla="*/ 20 h 6"/>
                  <a:gd name="T8" fmla="*/ 284 w 91"/>
                  <a:gd name="T9" fmla="*/ 22 h 6"/>
                  <a:gd name="T10" fmla="*/ 424 w 91"/>
                  <a:gd name="T11" fmla="*/ 13 h 6"/>
                  <a:gd name="T12" fmla="*/ 284 w 91"/>
                  <a:gd name="T13" fmla="*/ 13 h 6"/>
                  <a:gd name="T14" fmla="*/ 234 w 91"/>
                  <a:gd name="T15" fmla="*/ 8 h 6"/>
                  <a:gd name="T16" fmla="*/ 84 w 91"/>
                  <a:gd name="T17" fmla="*/ 0 h 6"/>
                  <a:gd name="T18" fmla="*/ 42 w 91"/>
                  <a:gd name="T19" fmla="*/ 0 h 6"/>
                  <a:gd name="T20" fmla="*/ 0 w 91"/>
                  <a:gd name="T21" fmla="*/ 5 h 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91" h="6">
                    <a:moveTo>
                      <a:pt x="0" y="1"/>
                    </a:moveTo>
                    <a:cubicBezTo>
                      <a:pt x="9" y="2"/>
                      <a:pt x="9" y="2"/>
                      <a:pt x="9" y="2"/>
                    </a:cubicBezTo>
                    <a:cubicBezTo>
                      <a:pt x="13" y="2"/>
                      <a:pt x="17" y="2"/>
                      <a:pt x="18" y="2"/>
                    </a:cubicBezTo>
                    <a:cubicBezTo>
                      <a:pt x="29" y="2"/>
                      <a:pt x="40" y="3"/>
                      <a:pt x="50" y="4"/>
                    </a:cubicBezTo>
                    <a:cubicBezTo>
                      <a:pt x="61" y="5"/>
                      <a:pt x="61" y="5"/>
                      <a:pt x="61" y="5"/>
                    </a:cubicBezTo>
                    <a:cubicBezTo>
                      <a:pt x="71" y="6"/>
                      <a:pt x="84" y="4"/>
                      <a:pt x="91" y="3"/>
                    </a:cubicBezTo>
                    <a:cubicBezTo>
                      <a:pt x="84" y="4"/>
                      <a:pt x="71" y="4"/>
                      <a:pt x="61" y="3"/>
                    </a:cubicBezTo>
                    <a:cubicBezTo>
                      <a:pt x="50" y="2"/>
                      <a:pt x="50" y="2"/>
                      <a:pt x="50" y="2"/>
                    </a:cubicBezTo>
                    <a:cubicBezTo>
                      <a:pt x="40" y="1"/>
                      <a:pt x="29" y="0"/>
                      <a:pt x="18" y="0"/>
                    </a:cubicBezTo>
                    <a:cubicBezTo>
                      <a:pt x="17" y="0"/>
                      <a:pt x="13" y="0"/>
                      <a:pt x="9" y="0"/>
                    </a:cubicBezTo>
                    <a:cubicBezTo>
                      <a:pt x="9" y="0"/>
                      <a:pt x="0" y="1"/>
                      <a:pt x="0" y="1"/>
                    </a:cubicBezTo>
                  </a:path>
                </a:pathLst>
              </a:custGeom>
              <a:solidFill>
                <a:srgbClr val="8F8E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2237" name="Freeform 38">
                <a:extLst>
                  <a:ext uri="{FF2B5EF4-FFF2-40B4-BE49-F238E27FC236}">
                    <a16:creationId xmlns:a16="http://schemas.microsoft.com/office/drawing/2014/main" id="{3164687F-E47E-45F0-8355-6AC636C7FA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2" y="1289"/>
                <a:ext cx="70" cy="77"/>
              </a:xfrm>
              <a:custGeom>
                <a:avLst/>
                <a:gdLst>
                  <a:gd name="T0" fmla="*/ 97 w 42"/>
                  <a:gd name="T1" fmla="*/ 203 h 46"/>
                  <a:gd name="T2" fmla="*/ 88 w 42"/>
                  <a:gd name="T3" fmla="*/ 208 h 46"/>
                  <a:gd name="T4" fmla="*/ 75 w 42"/>
                  <a:gd name="T5" fmla="*/ 203 h 46"/>
                  <a:gd name="T6" fmla="*/ 0 w 42"/>
                  <a:gd name="T7" fmla="*/ 92 h 46"/>
                  <a:gd name="T8" fmla="*/ 75 w 42"/>
                  <a:gd name="T9" fmla="*/ 211 h 46"/>
                  <a:gd name="T10" fmla="*/ 83 w 42"/>
                  <a:gd name="T11" fmla="*/ 216 h 46"/>
                  <a:gd name="T12" fmla="*/ 97 w 42"/>
                  <a:gd name="T13" fmla="*/ 211 h 46"/>
                  <a:gd name="T14" fmla="*/ 195 w 42"/>
                  <a:gd name="T15" fmla="*/ 0 h 46"/>
                  <a:gd name="T16" fmla="*/ 97 w 42"/>
                  <a:gd name="T17" fmla="*/ 203 h 4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2" h="46">
                    <a:moveTo>
                      <a:pt x="21" y="43"/>
                    </a:moveTo>
                    <a:cubicBezTo>
                      <a:pt x="19" y="44"/>
                      <a:pt x="19" y="44"/>
                      <a:pt x="19" y="44"/>
                    </a:cubicBezTo>
                    <a:cubicBezTo>
                      <a:pt x="16" y="43"/>
                      <a:pt x="16" y="43"/>
                      <a:pt x="16" y="43"/>
                    </a:cubicBezTo>
                    <a:cubicBezTo>
                      <a:pt x="12" y="43"/>
                      <a:pt x="5" y="34"/>
                      <a:pt x="0" y="20"/>
                    </a:cubicBezTo>
                    <a:cubicBezTo>
                      <a:pt x="2" y="26"/>
                      <a:pt x="9" y="44"/>
                      <a:pt x="16" y="45"/>
                    </a:cubicBezTo>
                    <a:cubicBezTo>
                      <a:pt x="18" y="46"/>
                      <a:pt x="18" y="46"/>
                      <a:pt x="18" y="46"/>
                    </a:cubicBezTo>
                    <a:cubicBezTo>
                      <a:pt x="21" y="45"/>
                      <a:pt x="21" y="45"/>
                      <a:pt x="21" y="45"/>
                    </a:cubicBezTo>
                    <a:cubicBezTo>
                      <a:pt x="29" y="44"/>
                      <a:pt x="39" y="17"/>
                      <a:pt x="42" y="0"/>
                    </a:cubicBezTo>
                    <a:cubicBezTo>
                      <a:pt x="39" y="19"/>
                      <a:pt x="28" y="43"/>
                      <a:pt x="21" y="43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2238" name="Freeform 39">
                <a:extLst>
                  <a:ext uri="{FF2B5EF4-FFF2-40B4-BE49-F238E27FC236}">
                    <a16:creationId xmlns:a16="http://schemas.microsoft.com/office/drawing/2014/main" id="{B874C31A-20CE-4A1B-B01C-37872FFC2C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5" y="2198"/>
                <a:ext cx="39" cy="17"/>
              </a:xfrm>
              <a:custGeom>
                <a:avLst/>
                <a:gdLst>
                  <a:gd name="T0" fmla="*/ 0 w 23"/>
                  <a:gd name="T1" fmla="*/ 49 h 10"/>
                  <a:gd name="T2" fmla="*/ 54 w 23"/>
                  <a:gd name="T3" fmla="*/ 0 h 10"/>
                  <a:gd name="T4" fmla="*/ 112 w 23"/>
                  <a:gd name="T5" fmla="*/ 49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10">
                    <a:moveTo>
                      <a:pt x="0" y="10"/>
                    </a:moveTo>
                    <a:cubicBezTo>
                      <a:pt x="5" y="2"/>
                      <a:pt x="6" y="0"/>
                      <a:pt x="11" y="0"/>
                    </a:cubicBezTo>
                    <a:cubicBezTo>
                      <a:pt x="16" y="0"/>
                      <a:pt x="18" y="2"/>
                      <a:pt x="23" y="10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2239" name="Freeform 40">
                <a:extLst>
                  <a:ext uri="{FF2B5EF4-FFF2-40B4-BE49-F238E27FC236}">
                    <a16:creationId xmlns:a16="http://schemas.microsoft.com/office/drawing/2014/main" id="{2F342319-1332-47D0-8348-1258B5517D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2" y="2208"/>
                <a:ext cx="25" cy="14"/>
              </a:xfrm>
              <a:custGeom>
                <a:avLst/>
                <a:gdLst>
                  <a:gd name="T0" fmla="*/ 0 w 15"/>
                  <a:gd name="T1" fmla="*/ 0 h 8"/>
                  <a:gd name="T2" fmla="*/ 70 w 15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8">
                    <a:moveTo>
                      <a:pt x="0" y="0"/>
                    </a:moveTo>
                    <a:cubicBezTo>
                      <a:pt x="1" y="8"/>
                      <a:pt x="13" y="8"/>
                      <a:pt x="15" y="0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2240" name="Freeform 41">
                <a:extLst>
                  <a:ext uri="{FF2B5EF4-FFF2-40B4-BE49-F238E27FC236}">
                    <a16:creationId xmlns:a16="http://schemas.microsoft.com/office/drawing/2014/main" id="{B9F8C990-E811-4E36-BF48-6AB245F1D6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0" y="948"/>
                <a:ext cx="17" cy="32"/>
              </a:xfrm>
              <a:custGeom>
                <a:avLst/>
                <a:gdLst>
                  <a:gd name="T0" fmla="*/ 49 w 10"/>
                  <a:gd name="T1" fmla="*/ 91 h 19"/>
                  <a:gd name="T2" fmla="*/ 0 w 10"/>
                  <a:gd name="T3" fmla="*/ 57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19">
                    <a:moveTo>
                      <a:pt x="10" y="19"/>
                    </a:moveTo>
                    <a:cubicBezTo>
                      <a:pt x="8" y="13"/>
                      <a:pt x="2" y="0"/>
                      <a:pt x="0" y="12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2241" name="Freeform 42">
                <a:extLst>
                  <a:ext uri="{FF2B5EF4-FFF2-40B4-BE49-F238E27FC236}">
                    <a16:creationId xmlns:a16="http://schemas.microsoft.com/office/drawing/2014/main" id="{709A17F0-462B-4869-B836-A5EAA14F3B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3" y="1010"/>
                <a:ext cx="12" cy="35"/>
              </a:xfrm>
              <a:custGeom>
                <a:avLst/>
                <a:gdLst>
                  <a:gd name="T0" fmla="*/ 5 w 7"/>
                  <a:gd name="T1" fmla="*/ 0 h 21"/>
                  <a:gd name="T2" fmla="*/ 5 w 7"/>
                  <a:gd name="T3" fmla="*/ 55 h 21"/>
                  <a:gd name="T4" fmla="*/ 26 w 7"/>
                  <a:gd name="T5" fmla="*/ 97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21">
                    <a:moveTo>
                      <a:pt x="1" y="0"/>
                    </a:moveTo>
                    <a:cubicBezTo>
                      <a:pt x="0" y="3"/>
                      <a:pt x="0" y="6"/>
                      <a:pt x="1" y="12"/>
                    </a:cubicBezTo>
                    <a:cubicBezTo>
                      <a:pt x="3" y="18"/>
                      <a:pt x="7" y="15"/>
                      <a:pt x="5" y="21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2242" name="Freeform 43">
                <a:extLst>
                  <a:ext uri="{FF2B5EF4-FFF2-40B4-BE49-F238E27FC236}">
                    <a16:creationId xmlns:a16="http://schemas.microsoft.com/office/drawing/2014/main" id="{CD04507A-B161-4F51-B8BD-B2CDC30844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3" y="966"/>
                <a:ext cx="9" cy="22"/>
              </a:xfrm>
              <a:custGeom>
                <a:avLst/>
                <a:gdLst>
                  <a:gd name="T0" fmla="*/ 23 w 5"/>
                  <a:gd name="T1" fmla="*/ 0 h 13"/>
                  <a:gd name="T2" fmla="*/ 0 w 5"/>
                  <a:gd name="T3" fmla="*/ 63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3">
                    <a:moveTo>
                      <a:pt x="4" y="0"/>
                    </a:moveTo>
                    <a:cubicBezTo>
                      <a:pt x="5" y="2"/>
                      <a:pt x="0" y="7"/>
                      <a:pt x="0" y="13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2243" name="Freeform 44">
                <a:extLst>
                  <a:ext uri="{FF2B5EF4-FFF2-40B4-BE49-F238E27FC236}">
                    <a16:creationId xmlns:a16="http://schemas.microsoft.com/office/drawing/2014/main" id="{AA70AAC3-A85B-4671-9531-442792D1E8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2" y="1045"/>
                <a:ext cx="10" cy="33"/>
              </a:xfrm>
              <a:custGeom>
                <a:avLst/>
                <a:gdLst>
                  <a:gd name="T0" fmla="*/ 0 w 6"/>
                  <a:gd name="T1" fmla="*/ 0 h 20"/>
                  <a:gd name="T2" fmla="*/ 28 w 6"/>
                  <a:gd name="T3" fmla="*/ 89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20">
                    <a:moveTo>
                      <a:pt x="0" y="0"/>
                    </a:moveTo>
                    <a:cubicBezTo>
                      <a:pt x="2" y="7"/>
                      <a:pt x="2" y="10"/>
                      <a:pt x="6" y="20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2244" name="Freeform 45">
                <a:extLst>
                  <a:ext uri="{FF2B5EF4-FFF2-40B4-BE49-F238E27FC236}">
                    <a16:creationId xmlns:a16="http://schemas.microsoft.com/office/drawing/2014/main" id="{C27CF4F4-C46E-4C9B-BE4E-523A391931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7" y="948"/>
                <a:ext cx="17" cy="32"/>
              </a:xfrm>
              <a:custGeom>
                <a:avLst/>
                <a:gdLst>
                  <a:gd name="T0" fmla="*/ 0 w 10"/>
                  <a:gd name="T1" fmla="*/ 91 h 19"/>
                  <a:gd name="T2" fmla="*/ 49 w 10"/>
                  <a:gd name="T3" fmla="*/ 57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19">
                    <a:moveTo>
                      <a:pt x="0" y="19"/>
                    </a:moveTo>
                    <a:cubicBezTo>
                      <a:pt x="2" y="13"/>
                      <a:pt x="8" y="0"/>
                      <a:pt x="10" y="12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2245" name="Freeform 46">
                <a:extLst>
                  <a:ext uri="{FF2B5EF4-FFF2-40B4-BE49-F238E27FC236}">
                    <a16:creationId xmlns:a16="http://schemas.microsoft.com/office/drawing/2014/main" id="{660BF22F-C6A0-48A1-850D-CA73113503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6" y="1010"/>
                <a:ext cx="15" cy="35"/>
              </a:xfrm>
              <a:custGeom>
                <a:avLst/>
                <a:gdLst>
                  <a:gd name="T0" fmla="*/ 37 w 9"/>
                  <a:gd name="T1" fmla="*/ 0 h 21"/>
                  <a:gd name="T2" fmla="*/ 37 w 9"/>
                  <a:gd name="T3" fmla="*/ 55 h 21"/>
                  <a:gd name="T4" fmla="*/ 13 w 9"/>
                  <a:gd name="T5" fmla="*/ 97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21">
                    <a:moveTo>
                      <a:pt x="8" y="0"/>
                    </a:moveTo>
                    <a:cubicBezTo>
                      <a:pt x="9" y="3"/>
                      <a:pt x="9" y="6"/>
                      <a:pt x="8" y="12"/>
                    </a:cubicBezTo>
                    <a:cubicBezTo>
                      <a:pt x="6" y="18"/>
                      <a:pt x="0" y="15"/>
                      <a:pt x="3" y="21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2246" name="Freeform 47">
                <a:extLst>
                  <a:ext uri="{FF2B5EF4-FFF2-40B4-BE49-F238E27FC236}">
                    <a16:creationId xmlns:a16="http://schemas.microsoft.com/office/drawing/2014/main" id="{ECB8AD4F-BFE6-4DE7-A0C0-6E66A9BBD5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2" y="966"/>
                <a:ext cx="9" cy="24"/>
              </a:xfrm>
              <a:custGeom>
                <a:avLst/>
                <a:gdLst>
                  <a:gd name="T0" fmla="*/ 7 w 5"/>
                  <a:gd name="T1" fmla="*/ 0 h 14"/>
                  <a:gd name="T2" fmla="*/ 29 w 5"/>
                  <a:gd name="T3" fmla="*/ 70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4">
                    <a:moveTo>
                      <a:pt x="1" y="0"/>
                    </a:moveTo>
                    <a:cubicBezTo>
                      <a:pt x="0" y="3"/>
                      <a:pt x="5" y="8"/>
                      <a:pt x="5" y="14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2247" name="Freeform 48">
                <a:extLst>
                  <a:ext uri="{FF2B5EF4-FFF2-40B4-BE49-F238E27FC236}">
                    <a16:creationId xmlns:a16="http://schemas.microsoft.com/office/drawing/2014/main" id="{FD20DF6C-6508-4FED-B472-C8BAF7E07B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2" y="1043"/>
                <a:ext cx="7" cy="38"/>
              </a:xfrm>
              <a:custGeom>
                <a:avLst/>
                <a:gdLst>
                  <a:gd name="T0" fmla="*/ 21 w 4"/>
                  <a:gd name="T1" fmla="*/ 0 h 23"/>
                  <a:gd name="T2" fmla="*/ 0 w 4"/>
                  <a:gd name="T3" fmla="*/ 104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3">
                    <a:moveTo>
                      <a:pt x="4" y="0"/>
                    </a:moveTo>
                    <a:cubicBezTo>
                      <a:pt x="3" y="8"/>
                      <a:pt x="4" y="11"/>
                      <a:pt x="0" y="23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2248" name="Freeform 49">
                <a:extLst>
                  <a:ext uri="{FF2B5EF4-FFF2-40B4-BE49-F238E27FC236}">
                    <a16:creationId xmlns:a16="http://schemas.microsoft.com/office/drawing/2014/main" id="{E6EFB028-3B82-4D60-AF1D-A1BD042DB1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7" y="3971"/>
                <a:ext cx="33" cy="20"/>
              </a:xfrm>
              <a:custGeom>
                <a:avLst/>
                <a:gdLst>
                  <a:gd name="T0" fmla="*/ 0 w 20"/>
                  <a:gd name="T1" fmla="*/ 37 h 12"/>
                  <a:gd name="T2" fmla="*/ 71 w 20"/>
                  <a:gd name="T3" fmla="*/ 47 h 12"/>
                  <a:gd name="T4" fmla="*/ 84 w 20"/>
                  <a:gd name="T5" fmla="*/ 20 h 12"/>
                  <a:gd name="T6" fmla="*/ 20 w 20"/>
                  <a:gd name="T7" fmla="*/ 5 h 12"/>
                  <a:gd name="T8" fmla="*/ 0 w 20"/>
                  <a:gd name="T9" fmla="*/ 37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12">
                    <a:moveTo>
                      <a:pt x="0" y="8"/>
                    </a:moveTo>
                    <a:cubicBezTo>
                      <a:pt x="2" y="6"/>
                      <a:pt x="14" y="8"/>
                      <a:pt x="16" y="10"/>
                    </a:cubicBezTo>
                    <a:cubicBezTo>
                      <a:pt x="19" y="12"/>
                      <a:pt x="20" y="6"/>
                      <a:pt x="19" y="4"/>
                    </a:cubicBezTo>
                    <a:cubicBezTo>
                      <a:pt x="15" y="1"/>
                      <a:pt x="8" y="0"/>
                      <a:pt x="4" y="1"/>
                    </a:cubicBezTo>
                    <a:cubicBezTo>
                      <a:pt x="1" y="3"/>
                      <a:pt x="0" y="8"/>
                      <a:pt x="0" y="8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2249" name="Freeform 50">
                <a:extLst>
                  <a:ext uri="{FF2B5EF4-FFF2-40B4-BE49-F238E27FC236}">
                    <a16:creationId xmlns:a16="http://schemas.microsoft.com/office/drawing/2014/main" id="{4F90403D-BE09-4899-B8C1-E31EF1CF7A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2" y="3951"/>
                <a:ext cx="27" cy="57"/>
              </a:xfrm>
              <a:custGeom>
                <a:avLst/>
                <a:gdLst>
                  <a:gd name="T0" fmla="*/ 78 w 16"/>
                  <a:gd name="T1" fmla="*/ 0 h 34"/>
                  <a:gd name="T2" fmla="*/ 20 w 16"/>
                  <a:gd name="T3" fmla="*/ 84 h 34"/>
                  <a:gd name="T4" fmla="*/ 8 w 16"/>
                  <a:gd name="T5" fmla="*/ 161 h 3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34">
                    <a:moveTo>
                      <a:pt x="16" y="0"/>
                    </a:moveTo>
                    <a:cubicBezTo>
                      <a:pt x="14" y="6"/>
                      <a:pt x="6" y="10"/>
                      <a:pt x="4" y="18"/>
                    </a:cubicBezTo>
                    <a:cubicBezTo>
                      <a:pt x="2" y="23"/>
                      <a:pt x="0" y="30"/>
                      <a:pt x="2" y="34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2250" name="Freeform 51">
                <a:extLst>
                  <a:ext uri="{FF2B5EF4-FFF2-40B4-BE49-F238E27FC236}">
                    <a16:creationId xmlns:a16="http://schemas.microsoft.com/office/drawing/2014/main" id="{3E5BC555-D874-4BE2-9115-2CFBFFFB1B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7" y="3939"/>
                <a:ext cx="30" cy="69"/>
              </a:xfrm>
              <a:custGeom>
                <a:avLst/>
                <a:gdLst>
                  <a:gd name="T0" fmla="*/ 83 w 18"/>
                  <a:gd name="T1" fmla="*/ 0 h 41"/>
                  <a:gd name="T2" fmla="*/ 55 w 18"/>
                  <a:gd name="T3" fmla="*/ 54 h 41"/>
                  <a:gd name="T4" fmla="*/ 22 w 18"/>
                  <a:gd name="T5" fmla="*/ 113 h 41"/>
                  <a:gd name="T6" fmla="*/ 22 w 18"/>
                  <a:gd name="T7" fmla="*/ 195 h 4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41">
                    <a:moveTo>
                      <a:pt x="18" y="0"/>
                    </a:moveTo>
                    <a:cubicBezTo>
                      <a:pt x="14" y="3"/>
                      <a:pt x="13" y="4"/>
                      <a:pt x="12" y="11"/>
                    </a:cubicBezTo>
                    <a:cubicBezTo>
                      <a:pt x="10" y="17"/>
                      <a:pt x="7" y="21"/>
                      <a:pt x="5" y="24"/>
                    </a:cubicBezTo>
                    <a:cubicBezTo>
                      <a:pt x="3" y="28"/>
                      <a:pt x="0" y="36"/>
                      <a:pt x="5" y="41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2251" name="Freeform 52">
                <a:extLst>
                  <a:ext uri="{FF2B5EF4-FFF2-40B4-BE49-F238E27FC236}">
                    <a16:creationId xmlns:a16="http://schemas.microsoft.com/office/drawing/2014/main" id="{51567168-D57C-4759-83E9-B7CF9E0342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8" y="3933"/>
                <a:ext cx="37" cy="61"/>
              </a:xfrm>
              <a:custGeom>
                <a:avLst/>
                <a:gdLst>
                  <a:gd name="T0" fmla="*/ 104 w 22"/>
                  <a:gd name="T1" fmla="*/ 0 h 37"/>
                  <a:gd name="T2" fmla="*/ 42 w 22"/>
                  <a:gd name="T3" fmla="*/ 63 h 37"/>
                  <a:gd name="T4" fmla="*/ 13 w 22"/>
                  <a:gd name="T5" fmla="*/ 125 h 37"/>
                  <a:gd name="T6" fmla="*/ 0 w 22"/>
                  <a:gd name="T7" fmla="*/ 167 h 3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" h="37">
                    <a:moveTo>
                      <a:pt x="22" y="0"/>
                    </a:moveTo>
                    <a:cubicBezTo>
                      <a:pt x="18" y="3"/>
                      <a:pt x="11" y="9"/>
                      <a:pt x="9" y="14"/>
                    </a:cubicBezTo>
                    <a:cubicBezTo>
                      <a:pt x="7" y="20"/>
                      <a:pt x="5" y="23"/>
                      <a:pt x="3" y="28"/>
                    </a:cubicBezTo>
                    <a:cubicBezTo>
                      <a:pt x="1" y="31"/>
                      <a:pt x="0" y="34"/>
                      <a:pt x="0" y="37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2252" name="Freeform 53">
                <a:extLst>
                  <a:ext uri="{FF2B5EF4-FFF2-40B4-BE49-F238E27FC236}">
                    <a16:creationId xmlns:a16="http://schemas.microsoft.com/office/drawing/2014/main" id="{793E9123-AD92-415D-B006-88C0A339D6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7" y="3925"/>
                <a:ext cx="43" cy="54"/>
              </a:xfrm>
              <a:custGeom>
                <a:avLst/>
                <a:gdLst>
                  <a:gd name="T0" fmla="*/ 117 w 26"/>
                  <a:gd name="T1" fmla="*/ 0 h 33"/>
                  <a:gd name="T2" fmla="*/ 60 w 26"/>
                  <a:gd name="T3" fmla="*/ 47 h 33"/>
                  <a:gd name="T4" fmla="*/ 8 w 26"/>
                  <a:gd name="T5" fmla="*/ 118 h 33"/>
                  <a:gd name="T6" fmla="*/ 0 w 26"/>
                  <a:gd name="T7" fmla="*/ 144 h 3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33">
                    <a:moveTo>
                      <a:pt x="26" y="0"/>
                    </a:moveTo>
                    <a:cubicBezTo>
                      <a:pt x="21" y="3"/>
                      <a:pt x="16" y="7"/>
                      <a:pt x="13" y="11"/>
                    </a:cubicBezTo>
                    <a:cubicBezTo>
                      <a:pt x="10" y="15"/>
                      <a:pt x="4" y="18"/>
                      <a:pt x="2" y="27"/>
                    </a:cubicBezTo>
                    <a:cubicBezTo>
                      <a:pt x="1" y="29"/>
                      <a:pt x="1" y="31"/>
                      <a:pt x="0" y="33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2253" name="Freeform 54">
                <a:extLst>
                  <a:ext uri="{FF2B5EF4-FFF2-40B4-BE49-F238E27FC236}">
                    <a16:creationId xmlns:a16="http://schemas.microsoft.com/office/drawing/2014/main" id="{C6FA4FF1-E8A9-4B6E-B1D7-9724ACF3AC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2" y="3986"/>
                <a:ext cx="23" cy="17"/>
              </a:xfrm>
              <a:custGeom>
                <a:avLst/>
                <a:gdLst>
                  <a:gd name="T0" fmla="*/ 5 w 14"/>
                  <a:gd name="T1" fmla="*/ 44 h 10"/>
                  <a:gd name="T2" fmla="*/ 58 w 14"/>
                  <a:gd name="T3" fmla="*/ 41 h 10"/>
                  <a:gd name="T4" fmla="*/ 33 w 14"/>
                  <a:gd name="T5" fmla="*/ 5 h 10"/>
                  <a:gd name="T6" fmla="*/ 5 w 14"/>
                  <a:gd name="T7" fmla="*/ 44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10">
                    <a:moveTo>
                      <a:pt x="1" y="9"/>
                    </a:moveTo>
                    <a:cubicBezTo>
                      <a:pt x="5" y="10"/>
                      <a:pt x="11" y="9"/>
                      <a:pt x="13" y="8"/>
                    </a:cubicBezTo>
                    <a:cubicBezTo>
                      <a:pt x="14" y="7"/>
                      <a:pt x="13" y="1"/>
                      <a:pt x="7" y="1"/>
                    </a:cubicBezTo>
                    <a:cubicBezTo>
                      <a:pt x="1" y="0"/>
                      <a:pt x="0" y="8"/>
                      <a:pt x="1" y="9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2254" name="Freeform 55">
                <a:extLst>
                  <a:ext uri="{FF2B5EF4-FFF2-40B4-BE49-F238E27FC236}">
                    <a16:creationId xmlns:a16="http://schemas.microsoft.com/office/drawing/2014/main" id="{83CA3F27-713B-4173-BED8-2975BD5BB5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3" y="3979"/>
                <a:ext cx="22" cy="14"/>
              </a:xfrm>
              <a:custGeom>
                <a:avLst/>
                <a:gdLst>
                  <a:gd name="T0" fmla="*/ 0 w 13"/>
                  <a:gd name="T1" fmla="*/ 33 h 8"/>
                  <a:gd name="T2" fmla="*/ 58 w 13"/>
                  <a:gd name="T3" fmla="*/ 37 h 8"/>
                  <a:gd name="T4" fmla="*/ 24 w 13"/>
                  <a:gd name="T5" fmla="*/ 0 h 8"/>
                  <a:gd name="T6" fmla="*/ 0 w 13"/>
                  <a:gd name="T7" fmla="*/ 33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8">
                    <a:moveTo>
                      <a:pt x="0" y="6"/>
                    </a:moveTo>
                    <a:cubicBezTo>
                      <a:pt x="4" y="7"/>
                      <a:pt x="10" y="8"/>
                      <a:pt x="12" y="7"/>
                    </a:cubicBezTo>
                    <a:cubicBezTo>
                      <a:pt x="13" y="6"/>
                      <a:pt x="11" y="0"/>
                      <a:pt x="5" y="0"/>
                    </a:cubicBezTo>
                    <a:cubicBezTo>
                      <a:pt x="2" y="0"/>
                      <a:pt x="0" y="5"/>
                      <a:pt x="0" y="6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2255" name="Freeform 56">
                <a:extLst>
                  <a:ext uri="{FF2B5EF4-FFF2-40B4-BE49-F238E27FC236}">
                    <a16:creationId xmlns:a16="http://schemas.microsoft.com/office/drawing/2014/main" id="{0215D03A-F62F-4CF8-8B68-0E854E3DD8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0" y="3973"/>
                <a:ext cx="22" cy="11"/>
              </a:xfrm>
              <a:custGeom>
                <a:avLst/>
                <a:gdLst>
                  <a:gd name="T0" fmla="*/ 5 w 13"/>
                  <a:gd name="T1" fmla="*/ 22 h 7"/>
                  <a:gd name="T2" fmla="*/ 54 w 13"/>
                  <a:gd name="T3" fmla="*/ 22 h 7"/>
                  <a:gd name="T4" fmla="*/ 24 w 13"/>
                  <a:gd name="T5" fmla="*/ 0 h 7"/>
                  <a:gd name="T6" fmla="*/ 5 w 13"/>
                  <a:gd name="T7" fmla="*/ 22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7">
                    <a:moveTo>
                      <a:pt x="1" y="6"/>
                    </a:moveTo>
                    <a:cubicBezTo>
                      <a:pt x="5" y="5"/>
                      <a:pt x="10" y="7"/>
                      <a:pt x="11" y="6"/>
                    </a:cubicBezTo>
                    <a:cubicBezTo>
                      <a:pt x="13" y="5"/>
                      <a:pt x="11" y="0"/>
                      <a:pt x="5" y="0"/>
                    </a:cubicBezTo>
                    <a:cubicBezTo>
                      <a:pt x="2" y="0"/>
                      <a:pt x="0" y="5"/>
                      <a:pt x="1" y="6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2256" name="Freeform 57">
                <a:extLst>
                  <a:ext uri="{FF2B5EF4-FFF2-40B4-BE49-F238E27FC236}">
                    <a16:creationId xmlns:a16="http://schemas.microsoft.com/office/drawing/2014/main" id="{E1F9DCBD-03FE-4AC3-A696-447FD46736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4" y="3979"/>
                <a:ext cx="6" cy="22"/>
              </a:xfrm>
              <a:custGeom>
                <a:avLst/>
                <a:gdLst>
                  <a:gd name="T0" fmla="*/ 0 w 4"/>
                  <a:gd name="T1" fmla="*/ 0 h 13"/>
                  <a:gd name="T2" fmla="*/ 0 w 4"/>
                  <a:gd name="T3" fmla="*/ 63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3">
                    <a:moveTo>
                      <a:pt x="0" y="0"/>
                    </a:moveTo>
                    <a:cubicBezTo>
                      <a:pt x="2" y="5"/>
                      <a:pt x="4" y="7"/>
                      <a:pt x="0" y="13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2257" name="Freeform 58">
                <a:extLst>
                  <a:ext uri="{FF2B5EF4-FFF2-40B4-BE49-F238E27FC236}">
                    <a16:creationId xmlns:a16="http://schemas.microsoft.com/office/drawing/2014/main" id="{1A19C8D1-B5B8-42A6-82ED-E51A37FFEF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9" y="3806"/>
                <a:ext cx="3" cy="24"/>
              </a:xfrm>
              <a:custGeom>
                <a:avLst/>
                <a:gdLst>
                  <a:gd name="T0" fmla="*/ 8 w 2"/>
                  <a:gd name="T1" fmla="*/ 0 h 14"/>
                  <a:gd name="T2" fmla="*/ 0 w 2"/>
                  <a:gd name="T3" fmla="*/ 70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4">
                    <a:moveTo>
                      <a:pt x="2" y="0"/>
                    </a:moveTo>
                    <a:cubicBezTo>
                      <a:pt x="2" y="3"/>
                      <a:pt x="0" y="14"/>
                      <a:pt x="0" y="14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2258" name="Freeform 59">
                <a:extLst>
                  <a:ext uri="{FF2B5EF4-FFF2-40B4-BE49-F238E27FC236}">
                    <a16:creationId xmlns:a16="http://schemas.microsoft.com/office/drawing/2014/main" id="{258A57AE-782D-4D23-A758-D7F10ECCA5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1" y="3971"/>
                <a:ext cx="35" cy="20"/>
              </a:xfrm>
              <a:custGeom>
                <a:avLst/>
                <a:gdLst>
                  <a:gd name="T0" fmla="*/ 97 w 21"/>
                  <a:gd name="T1" fmla="*/ 37 h 12"/>
                  <a:gd name="T2" fmla="*/ 20 w 21"/>
                  <a:gd name="T3" fmla="*/ 47 h 12"/>
                  <a:gd name="T4" fmla="*/ 8 w 21"/>
                  <a:gd name="T5" fmla="*/ 20 h 12"/>
                  <a:gd name="T6" fmla="*/ 75 w 21"/>
                  <a:gd name="T7" fmla="*/ 5 h 12"/>
                  <a:gd name="T8" fmla="*/ 97 w 21"/>
                  <a:gd name="T9" fmla="*/ 37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12">
                    <a:moveTo>
                      <a:pt x="21" y="8"/>
                    </a:moveTo>
                    <a:cubicBezTo>
                      <a:pt x="18" y="6"/>
                      <a:pt x="6" y="8"/>
                      <a:pt x="4" y="10"/>
                    </a:cubicBezTo>
                    <a:cubicBezTo>
                      <a:pt x="2" y="12"/>
                      <a:pt x="0" y="6"/>
                      <a:pt x="2" y="4"/>
                    </a:cubicBezTo>
                    <a:cubicBezTo>
                      <a:pt x="5" y="1"/>
                      <a:pt x="12" y="0"/>
                      <a:pt x="16" y="1"/>
                    </a:cubicBezTo>
                    <a:cubicBezTo>
                      <a:pt x="20" y="3"/>
                      <a:pt x="21" y="8"/>
                      <a:pt x="21" y="8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2259" name="Freeform 60">
                <a:extLst>
                  <a:ext uri="{FF2B5EF4-FFF2-40B4-BE49-F238E27FC236}">
                    <a16:creationId xmlns:a16="http://schemas.microsoft.com/office/drawing/2014/main" id="{512C4F4F-7EE5-4691-91B9-3DFEC4A6F4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4" y="3951"/>
                <a:ext cx="25" cy="57"/>
              </a:xfrm>
              <a:custGeom>
                <a:avLst/>
                <a:gdLst>
                  <a:gd name="T0" fmla="*/ 0 w 15"/>
                  <a:gd name="T1" fmla="*/ 0 h 34"/>
                  <a:gd name="T2" fmla="*/ 55 w 15"/>
                  <a:gd name="T3" fmla="*/ 84 h 34"/>
                  <a:gd name="T4" fmla="*/ 62 w 15"/>
                  <a:gd name="T5" fmla="*/ 161 h 3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34">
                    <a:moveTo>
                      <a:pt x="0" y="0"/>
                    </a:moveTo>
                    <a:cubicBezTo>
                      <a:pt x="2" y="6"/>
                      <a:pt x="9" y="10"/>
                      <a:pt x="12" y="18"/>
                    </a:cubicBezTo>
                    <a:cubicBezTo>
                      <a:pt x="14" y="23"/>
                      <a:pt x="15" y="30"/>
                      <a:pt x="13" y="34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2260" name="Freeform 61">
                <a:extLst>
                  <a:ext uri="{FF2B5EF4-FFF2-40B4-BE49-F238E27FC236}">
                    <a16:creationId xmlns:a16="http://schemas.microsoft.com/office/drawing/2014/main" id="{D3A0B564-1864-405D-BC32-B06099670F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4" y="3939"/>
                <a:ext cx="32" cy="69"/>
              </a:xfrm>
              <a:custGeom>
                <a:avLst/>
                <a:gdLst>
                  <a:gd name="T0" fmla="*/ 0 w 19"/>
                  <a:gd name="T1" fmla="*/ 0 h 41"/>
                  <a:gd name="T2" fmla="*/ 34 w 19"/>
                  <a:gd name="T3" fmla="*/ 54 h 41"/>
                  <a:gd name="T4" fmla="*/ 62 w 19"/>
                  <a:gd name="T5" fmla="*/ 113 h 41"/>
                  <a:gd name="T6" fmla="*/ 62 w 19"/>
                  <a:gd name="T7" fmla="*/ 195 h 4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41">
                    <a:moveTo>
                      <a:pt x="0" y="0"/>
                    </a:moveTo>
                    <a:cubicBezTo>
                      <a:pt x="5" y="3"/>
                      <a:pt x="5" y="4"/>
                      <a:pt x="7" y="11"/>
                    </a:cubicBezTo>
                    <a:cubicBezTo>
                      <a:pt x="8" y="17"/>
                      <a:pt x="11" y="21"/>
                      <a:pt x="13" y="24"/>
                    </a:cubicBezTo>
                    <a:cubicBezTo>
                      <a:pt x="15" y="28"/>
                      <a:pt x="19" y="36"/>
                      <a:pt x="13" y="41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2261" name="Freeform 62">
                <a:extLst>
                  <a:ext uri="{FF2B5EF4-FFF2-40B4-BE49-F238E27FC236}">
                    <a16:creationId xmlns:a16="http://schemas.microsoft.com/office/drawing/2014/main" id="{CD125885-D455-4964-9681-FA8EBBE997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6" y="3933"/>
                <a:ext cx="36" cy="61"/>
              </a:xfrm>
              <a:custGeom>
                <a:avLst/>
                <a:gdLst>
                  <a:gd name="T0" fmla="*/ 0 w 22"/>
                  <a:gd name="T1" fmla="*/ 0 h 37"/>
                  <a:gd name="T2" fmla="*/ 62 w 22"/>
                  <a:gd name="T3" fmla="*/ 63 h 37"/>
                  <a:gd name="T4" fmla="*/ 88 w 22"/>
                  <a:gd name="T5" fmla="*/ 125 h 37"/>
                  <a:gd name="T6" fmla="*/ 97 w 22"/>
                  <a:gd name="T7" fmla="*/ 167 h 3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" h="37">
                    <a:moveTo>
                      <a:pt x="0" y="0"/>
                    </a:moveTo>
                    <a:cubicBezTo>
                      <a:pt x="5" y="3"/>
                      <a:pt x="12" y="9"/>
                      <a:pt x="14" y="14"/>
                    </a:cubicBezTo>
                    <a:cubicBezTo>
                      <a:pt x="16" y="20"/>
                      <a:pt x="17" y="23"/>
                      <a:pt x="20" y="28"/>
                    </a:cubicBezTo>
                    <a:cubicBezTo>
                      <a:pt x="21" y="31"/>
                      <a:pt x="22" y="34"/>
                      <a:pt x="22" y="37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2262" name="Freeform 63">
                <a:extLst>
                  <a:ext uri="{FF2B5EF4-FFF2-40B4-BE49-F238E27FC236}">
                    <a16:creationId xmlns:a16="http://schemas.microsoft.com/office/drawing/2014/main" id="{EB57FE72-EB71-4DAF-AA90-D5218074BB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1" y="3925"/>
                <a:ext cx="43" cy="54"/>
              </a:xfrm>
              <a:custGeom>
                <a:avLst/>
                <a:gdLst>
                  <a:gd name="T0" fmla="*/ 0 w 26"/>
                  <a:gd name="T1" fmla="*/ 0 h 33"/>
                  <a:gd name="T2" fmla="*/ 60 w 26"/>
                  <a:gd name="T3" fmla="*/ 47 h 33"/>
                  <a:gd name="T4" fmla="*/ 112 w 26"/>
                  <a:gd name="T5" fmla="*/ 118 h 33"/>
                  <a:gd name="T6" fmla="*/ 117 w 26"/>
                  <a:gd name="T7" fmla="*/ 144 h 3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33">
                    <a:moveTo>
                      <a:pt x="0" y="0"/>
                    </a:moveTo>
                    <a:cubicBezTo>
                      <a:pt x="6" y="3"/>
                      <a:pt x="10" y="7"/>
                      <a:pt x="13" y="11"/>
                    </a:cubicBezTo>
                    <a:cubicBezTo>
                      <a:pt x="16" y="15"/>
                      <a:pt x="23" y="18"/>
                      <a:pt x="25" y="27"/>
                    </a:cubicBezTo>
                    <a:cubicBezTo>
                      <a:pt x="25" y="29"/>
                      <a:pt x="26" y="31"/>
                      <a:pt x="26" y="33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2263" name="Freeform 64">
                <a:extLst>
                  <a:ext uri="{FF2B5EF4-FFF2-40B4-BE49-F238E27FC236}">
                    <a16:creationId xmlns:a16="http://schemas.microsoft.com/office/drawing/2014/main" id="{C8DBB223-DE8B-43BD-B964-2DCD18B755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7" y="3986"/>
                <a:ext cx="22" cy="17"/>
              </a:xfrm>
              <a:custGeom>
                <a:avLst/>
                <a:gdLst>
                  <a:gd name="T0" fmla="*/ 63 w 13"/>
                  <a:gd name="T1" fmla="*/ 44 h 10"/>
                  <a:gd name="T2" fmla="*/ 5 w 13"/>
                  <a:gd name="T3" fmla="*/ 41 h 10"/>
                  <a:gd name="T4" fmla="*/ 29 w 13"/>
                  <a:gd name="T5" fmla="*/ 5 h 10"/>
                  <a:gd name="T6" fmla="*/ 63 w 13"/>
                  <a:gd name="T7" fmla="*/ 44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10">
                    <a:moveTo>
                      <a:pt x="13" y="9"/>
                    </a:moveTo>
                    <a:cubicBezTo>
                      <a:pt x="9" y="10"/>
                      <a:pt x="2" y="9"/>
                      <a:pt x="1" y="8"/>
                    </a:cubicBezTo>
                    <a:cubicBezTo>
                      <a:pt x="0" y="7"/>
                      <a:pt x="0" y="1"/>
                      <a:pt x="6" y="1"/>
                    </a:cubicBezTo>
                    <a:cubicBezTo>
                      <a:pt x="12" y="0"/>
                      <a:pt x="13" y="8"/>
                      <a:pt x="13" y="9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2264" name="Freeform 65">
                <a:extLst>
                  <a:ext uri="{FF2B5EF4-FFF2-40B4-BE49-F238E27FC236}">
                    <a16:creationId xmlns:a16="http://schemas.microsoft.com/office/drawing/2014/main" id="{D8839482-8351-48AF-9168-7289B366E3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6" y="3979"/>
                <a:ext cx="21" cy="14"/>
              </a:xfrm>
              <a:custGeom>
                <a:avLst/>
                <a:gdLst>
                  <a:gd name="T0" fmla="*/ 55 w 13"/>
                  <a:gd name="T1" fmla="*/ 33 h 8"/>
                  <a:gd name="T2" fmla="*/ 8 w 13"/>
                  <a:gd name="T3" fmla="*/ 37 h 8"/>
                  <a:gd name="T4" fmla="*/ 34 w 13"/>
                  <a:gd name="T5" fmla="*/ 0 h 8"/>
                  <a:gd name="T6" fmla="*/ 55 w 13"/>
                  <a:gd name="T7" fmla="*/ 33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8">
                    <a:moveTo>
                      <a:pt x="13" y="6"/>
                    </a:moveTo>
                    <a:cubicBezTo>
                      <a:pt x="9" y="7"/>
                      <a:pt x="3" y="8"/>
                      <a:pt x="2" y="7"/>
                    </a:cubicBezTo>
                    <a:cubicBezTo>
                      <a:pt x="0" y="6"/>
                      <a:pt x="2" y="0"/>
                      <a:pt x="8" y="0"/>
                    </a:cubicBezTo>
                    <a:cubicBezTo>
                      <a:pt x="12" y="0"/>
                      <a:pt x="13" y="5"/>
                      <a:pt x="13" y="6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2265" name="Freeform 66">
                <a:extLst>
                  <a:ext uri="{FF2B5EF4-FFF2-40B4-BE49-F238E27FC236}">
                    <a16:creationId xmlns:a16="http://schemas.microsoft.com/office/drawing/2014/main" id="{7851D431-62E2-48A3-99C6-C42ACA8D5A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1" y="3973"/>
                <a:ext cx="20" cy="11"/>
              </a:xfrm>
              <a:custGeom>
                <a:avLst/>
                <a:gdLst>
                  <a:gd name="T0" fmla="*/ 55 w 12"/>
                  <a:gd name="T1" fmla="*/ 22 h 7"/>
                  <a:gd name="T2" fmla="*/ 5 w 12"/>
                  <a:gd name="T3" fmla="*/ 22 h 7"/>
                  <a:gd name="T4" fmla="*/ 33 w 12"/>
                  <a:gd name="T5" fmla="*/ 0 h 7"/>
                  <a:gd name="T6" fmla="*/ 55 w 12"/>
                  <a:gd name="T7" fmla="*/ 22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7">
                    <a:moveTo>
                      <a:pt x="12" y="6"/>
                    </a:moveTo>
                    <a:cubicBezTo>
                      <a:pt x="8" y="5"/>
                      <a:pt x="2" y="7"/>
                      <a:pt x="1" y="6"/>
                    </a:cubicBezTo>
                    <a:cubicBezTo>
                      <a:pt x="0" y="5"/>
                      <a:pt x="1" y="0"/>
                      <a:pt x="7" y="0"/>
                    </a:cubicBezTo>
                    <a:cubicBezTo>
                      <a:pt x="11" y="0"/>
                      <a:pt x="12" y="5"/>
                      <a:pt x="12" y="6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2266" name="Freeform 67">
                <a:extLst>
                  <a:ext uri="{FF2B5EF4-FFF2-40B4-BE49-F238E27FC236}">
                    <a16:creationId xmlns:a16="http://schemas.microsoft.com/office/drawing/2014/main" id="{98D81FAC-DA4B-495F-83B4-79DE5E224B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1" y="3979"/>
                <a:ext cx="8" cy="22"/>
              </a:xfrm>
              <a:custGeom>
                <a:avLst/>
                <a:gdLst>
                  <a:gd name="T0" fmla="*/ 16 w 5"/>
                  <a:gd name="T1" fmla="*/ 0 h 13"/>
                  <a:gd name="T2" fmla="*/ 21 w 5"/>
                  <a:gd name="T3" fmla="*/ 63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3">
                    <a:moveTo>
                      <a:pt x="4" y="0"/>
                    </a:moveTo>
                    <a:cubicBezTo>
                      <a:pt x="3" y="5"/>
                      <a:pt x="0" y="7"/>
                      <a:pt x="5" y="13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2267" name="Freeform 68">
                <a:extLst>
                  <a:ext uri="{FF2B5EF4-FFF2-40B4-BE49-F238E27FC236}">
                    <a16:creationId xmlns:a16="http://schemas.microsoft.com/office/drawing/2014/main" id="{B9B9D91B-5A99-4D97-B356-1F591C63AE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0" y="3806"/>
                <a:ext cx="4" cy="24"/>
              </a:xfrm>
              <a:custGeom>
                <a:avLst/>
                <a:gdLst>
                  <a:gd name="T0" fmla="*/ 0 w 2"/>
                  <a:gd name="T1" fmla="*/ 0 h 14"/>
                  <a:gd name="T2" fmla="*/ 16 w 2"/>
                  <a:gd name="T3" fmla="*/ 70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4">
                    <a:moveTo>
                      <a:pt x="0" y="0"/>
                    </a:moveTo>
                    <a:cubicBezTo>
                      <a:pt x="0" y="3"/>
                      <a:pt x="2" y="14"/>
                      <a:pt x="2" y="14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2268" name="Freeform 69">
                <a:extLst>
                  <a:ext uri="{FF2B5EF4-FFF2-40B4-BE49-F238E27FC236}">
                    <a16:creationId xmlns:a16="http://schemas.microsoft.com/office/drawing/2014/main" id="{B9FFE75F-2B4D-48B0-B063-71F7736A67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1" y="1962"/>
                <a:ext cx="52" cy="33"/>
              </a:xfrm>
              <a:custGeom>
                <a:avLst/>
                <a:gdLst>
                  <a:gd name="T0" fmla="*/ 75 w 31"/>
                  <a:gd name="T1" fmla="*/ 46 h 20"/>
                  <a:gd name="T2" fmla="*/ 13 w 31"/>
                  <a:gd name="T3" fmla="*/ 84 h 20"/>
                  <a:gd name="T4" fmla="*/ 0 w 31"/>
                  <a:gd name="T5" fmla="*/ 76 h 20"/>
                  <a:gd name="T6" fmla="*/ 13 w 31"/>
                  <a:gd name="T7" fmla="*/ 89 h 20"/>
                  <a:gd name="T8" fmla="*/ 82 w 31"/>
                  <a:gd name="T9" fmla="*/ 50 h 20"/>
                  <a:gd name="T10" fmla="*/ 146 w 31"/>
                  <a:gd name="T11" fmla="*/ 0 h 20"/>
                  <a:gd name="T12" fmla="*/ 75 w 31"/>
                  <a:gd name="T13" fmla="*/ 46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20">
                    <a:moveTo>
                      <a:pt x="16" y="10"/>
                    </a:moveTo>
                    <a:cubicBezTo>
                      <a:pt x="11" y="15"/>
                      <a:pt x="7" y="20"/>
                      <a:pt x="3" y="19"/>
                    </a:cubicBezTo>
                    <a:cubicBezTo>
                      <a:pt x="2" y="19"/>
                      <a:pt x="0" y="18"/>
                      <a:pt x="0" y="17"/>
                    </a:cubicBezTo>
                    <a:cubicBezTo>
                      <a:pt x="1" y="18"/>
                      <a:pt x="2" y="20"/>
                      <a:pt x="3" y="20"/>
                    </a:cubicBezTo>
                    <a:cubicBezTo>
                      <a:pt x="7" y="20"/>
                      <a:pt x="12" y="16"/>
                      <a:pt x="17" y="11"/>
                    </a:cubicBezTo>
                    <a:cubicBezTo>
                      <a:pt x="21" y="6"/>
                      <a:pt x="27" y="0"/>
                      <a:pt x="31" y="0"/>
                    </a:cubicBezTo>
                    <a:cubicBezTo>
                      <a:pt x="26" y="0"/>
                      <a:pt x="21" y="5"/>
                      <a:pt x="16" y="10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2269" name="Freeform 70">
                <a:extLst>
                  <a:ext uri="{FF2B5EF4-FFF2-40B4-BE49-F238E27FC236}">
                    <a16:creationId xmlns:a16="http://schemas.microsoft.com/office/drawing/2014/main" id="{BB207D19-AF98-414F-B533-EEC4983141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9" y="1581"/>
                <a:ext cx="5" cy="166"/>
              </a:xfrm>
              <a:custGeom>
                <a:avLst/>
                <a:gdLst>
                  <a:gd name="T0" fmla="*/ 8 w 3"/>
                  <a:gd name="T1" fmla="*/ 458 h 100"/>
                  <a:gd name="T2" fmla="*/ 8 w 3"/>
                  <a:gd name="T3" fmla="*/ 452 h 100"/>
                  <a:gd name="T4" fmla="*/ 13 w 3"/>
                  <a:gd name="T5" fmla="*/ 0 h 1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100">
                    <a:moveTo>
                      <a:pt x="2" y="100"/>
                    </a:moveTo>
                    <a:cubicBezTo>
                      <a:pt x="2" y="99"/>
                      <a:pt x="2" y="99"/>
                      <a:pt x="2" y="99"/>
                    </a:cubicBezTo>
                    <a:cubicBezTo>
                      <a:pt x="1" y="66"/>
                      <a:pt x="0" y="7"/>
                      <a:pt x="3" y="0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2270" name="Freeform 71">
                <a:extLst>
                  <a:ext uri="{FF2B5EF4-FFF2-40B4-BE49-F238E27FC236}">
                    <a16:creationId xmlns:a16="http://schemas.microsoft.com/office/drawing/2014/main" id="{FEC82802-9270-4A47-9779-BB1012B36C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4" y="1611"/>
                <a:ext cx="40" cy="35"/>
              </a:xfrm>
              <a:custGeom>
                <a:avLst/>
                <a:gdLst>
                  <a:gd name="T0" fmla="*/ 33 w 24"/>
                  <a:gd name="T1" fmla="*/ 8 h 21"/>
                  <a:gd name="T2" fmla="*/ 63 w 24"/>
                  <a:gd name="T3" fmla="*/ 83 h 21"/>
                  <a:gd name="T4" fmla="*/ 103 w 24"/>
                  <a:gd name="T5" fmla="*/ 47 h 21"/>
                  <a:gd name="T6" fmla="*/ 62 w 24"/>
                  <a:gd name="T7" fmla="*/ 0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" h="21">
                    <a:moveTo>
                      <a:pt x="7" y="2"/>
                    </a:moveTo>
                    <a:cubicBezTo>
                      <a:pt x="0" y="8"/>
                      <a:pt x="4" y="21"/>
                      <a:pt x="14" y="18"/>
                    </a:cubicBezTo>
                    <a:cubicBezTo>
                      <a:pt x="18" y="17"/>
                      <a:pt x="22" y="14"/>
                      <a:pt x="22" y="10"/>
                    </a:cubicBezTo>
                    <a:cubicBezTo>
                      <a:pt x="24" y="3"/>
                      <a:pt x="18" y="1"/>
                      <a:pt x="13" y="0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2271" name="Freeform 72">
                <a:extLst>
                  <a:ext uri="{FF2B5EF4-FFF2-40B4-BE49-F238E27FC236}">
                    <a16:creationId xmlns:a16="http://schemas.microsoft.com/office/drawing/2014/main" id="{256E1473-4B51-42AD-883E-AED6D11214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1" y="1619"/>
                <a:ext cx="1" cy="3"/>
              </a:xfrm>
              <a:custGeom>
                <a:avLst/>
                <a:gdLst>
                  <a:gd name="T0" fmla="*/ 1 w 1"/>
                  <a:gd name="T1" fmla="*/ 8 h 2"/>
                  <a:gd name="T2" fmla="*/ 0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1" y="1"/>
                      <a:pt x="0" y="0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2272" name="Freeform 73">
                <a:extLst>
                  <a:ext uri="{FF2B5EF4-FFF2-40B4-BE49-F238E27FC236}">
                    <a16:creationId xmlns:a16="http://schemas.microsoft.com/office/drawing/2014/main" id="{D8DA584B-D96C-4EAD-9E8F-90D360E517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7" y="1611"/>
                <a:ext cx="34" cy="33"/>
              </a:xfrm>
              <a:custGeom>
                <a:avLst/>
                <a:gdLst>
                  <a:gd name="T0" fmla="*/ 54 w 20"/>
                  <a:gd name="T1" fmla="*/ 0 h 20"/>
                  <a:gd name="T2" fmla="*/ 0 w 20"/>
                  <a:gd name="T3" fmla="*/ 46 h 20"/>
                  <a:gd name="T4" fmla="*/ 54 w 20"/>
                  <a:gd name="T5" fmla="*/ 89 h 20"/>
                  <a:gd name="T6" fmla="*/ 99 w 20"/>
                  <a:gd name="T7" fmla="*/ 63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20">
                    <a:moveTo>
                      <a:pt x="11" y="0"/>
                    </a:moveTo>
                    <a:cubicBezTo>
                      <a:pt x="5" y="0"/>
                      <a:pt x="0" y="4"/>
                      <a:pt x="0" y="10"/>
                    </a:cubicBezTo>
                    <a:cubicBezTo>
                      <a:pt x="0" y="16"/>
                      <a:pt x="5" y="20"/>
                      <a:pt x="11" y="20"/>
                    </a:cubicBezTo>
                    <a:cubicBezTo>
                      <a:pt x="15" y="20"/>
                      <a:pt x="19" y="18"/>
                      <a:pt x="20" y="14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2273" name="Oval 74">
                <a:extLst>
                  <a:ext uri="{FF2B5EF4-FFF2-40B4-BE49-F238E27FC236}">
                    <a16:creationId xmlns:a16="http://schemas.microsoft.com/office/drawing/2014/main" id="{3047B0FC-554C-4E85-AD21-CDB1A7F163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61" y="1622"/>
                <a:ext cx="10" cy="10"/>
              </a:xfrm>
              <a:prstGeom prst="ellipse">
                <a:avLst/>
              </a:prstGeom>
              <a:noFill/>
              <a:ln w="4763" cap="rnd">
                <a:solidFill>
                  <a:srgbClr val="343434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92274" name="Freeform 75">
                <a:extLst>
                  <a:ext uri="{FF2B5EF4-FFF2-40B4-BE49-F238E27FC236}">
                    <a16:creationId xmlns:a16="http://schemas.microsoft.com/office/drawing/2014/main" id="{C4BC9DD4-C7F6-41DE-A181-FD0F9821AE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2" y="1351"/>
                <a:ext cx="151" cy="17"/>
              </a:xfrm>
              <a:custGeom>
                <a:avLst/>
                <a:gdLst>
                  <a:gd name="T0" fmla="*/ 344 w 90"/>
                  <a:gd name="T1" fmla="*/ 5 h 10"/>
                  <a:gd name="T2" fmla="*/ 195 w 90"/>
                  <a:gd name="T3" fmla="*/ 26 h 10"/>
                  <a:gd name="T4" fmla="*/ 141 w 90"/>
                  <a:gd name="T5" fmla="*/ 34 h 10"/>
                  <a:gd name="T6" fmla="*/ 0 w 90"/>
                  <a:gd name="T7" fmla="*/ 44 h 10"/>
                  <a:gd name="T8" fmla="*/ 141 w 90"/>
                  <a:gd name="T9" fmla="*/ 44 h 10"/>
                  <a:gd name="T10" fmla="*/ 195 w 90"/>
                  <a:gd name="T11" fmla="*/ 34 h 10"/>
                  <a:gd name="T12" fmla="*/ 344 w 90"/>
                  <a:gd name="T13" fmla="*/ 15 h 10"/>
                  <a:gd name="T14" fmla="*/ 389 w 90"/>
                  <a:gd name="T15" fmla="*/ 9 h 10"/>
                  <a:gd name="T16" fmla="*/ 424 w 90"/>
                  <a:gd name="T17" fmla="*/ 5 h 10"/>
                  <a:gd name="T18" fmla="*/ 389 w 90"/>
                  <a:gd name="T19" fmla="*/ 0 h 10"/>
                  <a:gd name="T20" fmla="*/ 344 w 90"/>
                  <a:gd name="T21" fmla="*/ 5 h 1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90" h="10">
                    <a:moveTo>
                      <a:pt x="73" y="1"/>
                    </a:moveTo>
                    <a:cubicBezTo>
                      <a:pt x="62" y="2"/>
                      <a:pt x="50" y="4"/>
                      <a:pt x="41" y="5"/>
                    </a:cubicBezTo>
                    <a:cubicBezTo>
                      <a:pt x="30" y="7"/>
                      <a:pt x="30" y="7"/>
                      <a:pt x="30" y="7"/>
                    </a:cubicBezTo>
                    <a:cubicBezTo>
                      <a:pt x="20" y="9"/>
                      <a:pt x="7" y="9"/>
                      <a:pt x="0" y="9"/>
                    </a:cubicBezTo>
                    <a:cubicBezTo>
                      <a:pt x="7" y="9"/>
                      <a:pt x="20" y="10"/>
                      <a:pt x="30" y="9"/>
                    </a:cubicBezTo>
                    <a:cubicBezTo>
                      <a:pt x="41" y="7"/>
                      <a:pt x="41" y="7"/>
                      <a:pt x="41" y="7"/>
                    </a:cubicBezTo>
                    <a:cubicBezTo>
                      <a:pt x="50" y="6"/>
                      <a:pt x="62" y="4"/>
                      <a:pt x="73" y="3"/>
                    </a:cubicBezTo>
                    <a:cubicBezTo>
                      <a:pt x="77" y="2"/>
                      <a:pt x="82" y="2"/>
                      <a:pt x="82" y="2"/>
                    </a:cubicBezTo>
                    <a:cubicBezTo>
                      <a:pt x="82" y="2"/>
                      <a:pt x="90" y="1"/>
                      <a:pt x="90" y="1"/>
                    </a:cubicBezTo>
                    <a:cubicBezTo>
                      <a:pt x="82" y="0"/>
                      <a:pt x="82" y="0"/>
                      <a:pt x="82" y="0"/>
                    </a:cubicBezTo>
                    <a:cubicBezTo>
                      <a:pt x="82" y="0"/>
                      <a:pt x="76" y="0"/>
                      <a:pt x="73" y="1"/>
                    </a:cubicBezTo>
                  </a:path>
                </a:pathLst>
              </a:custGeom>
              <a:solidFill>
                <a:srgbClr val="8F8E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2275" name="Freeform 76">
                <a:extLst>
                  <a:ext uri="{FF2B5EF4-FFF2-40B4-BE49-F238E27FC236}">
                    <a16:creationId xmlns:a16="http://schemas.microsoft.com/office/drawing/2014/main" id="{B726A445-03C4-46B0-AD78-315ED00844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7" y="938"/>
                <a:ext cx="362" cy="288"/>
              </a:xfrm>
              <a:custGeom>
                <a:avLst/>
                <a:gdLst>
                  <a:gd name="T0" fmla="*/ 78 w 217"/>
                  <a:gd name="T1" fmla="*/ 186 h 173"/>
                  <a:gd name="T2" fmla="*/ 55 w 217"/>
                  <a:gd name="T3" fmla="*/ 83 h 173"/>
                  <a:gd name="T4" fmla="*/ 47 w 217"/>
                  <a:gd name="T5" fmla="*/ 47 h 173"/>
                  <a:gd name="T6" fmla="*/ 42 w 217"/>
                  <a:gd name="T7" fmla="*/ 28 h 173"/>
                  <a:gd name="T8" fmla="*/ 42 w 217"/>
                  <a:gd name="T9" fmla="*/ 22 h 173"/>
                  <a:gd name="T10" fmla="*/ 28 w 217"/>
                  <a:gd name="T11" fmla="*/ 8 h 173"/>
                  <a:gd name="T12" fmla="*/ 0 w 217"/>
                  <a:gd name="T13" fmla="*/ 47 h 173"/>
                  <a:gd name="T14" fmla="*/ 20 w 217"/>
                  <a:gd name="T15" fmla="*/ 138 h 173"/>
                  <a:gd name="T16" fmla="*/ 37 w 217"/>
                  <a:gd name="T17" fmla="*/ 236 h 173"/>
                  <a:gd name="T18" fmla="*/ 50 w 217"/>
                  <a:gd name="T19" fmla="*/ 300 h 173"/>
                  <a:gd name="T20" fmla="*/ 78 w 217"/>
                  <a:gd name="T21" fmla="*/ 346 h 173"/>
                  <a:gd name="T22" fmla="*/ 120 w 217"/>
                  <a:gd name="T23" fmla="*/ 383 h 173"/>
                  <a:gd name="T24" fmla="*/ 172 w 217"/>
                  <a:gd name="T25" fmla="*/ 554 h 173"/>
                  <a:gd name="T26" fmla="*/ 312 w 217"/>
                  <a:gd name="T27" fmla="*/ 722 h 173"/>
                  <a:gd name="T28" fmla="*/ 495 w 217"/>
                  <a:gd name="T29" fmla="*/ 797 h 173"/>
                  <a:gd name="T30" fmla="*/ 674 w 217"/>
                  <a:gd name="T31" fmla="*/ 734 h 173"/>
                  <a:gd name="T32" fmla="*/ 826 w 217"/>
                  <a:gd name="T33" fmla="*/ 554 h 173"/>
                  <a:gd name="T34" fmla="*/ 876 w 217"/>
                  <a:gd name="T35" fmla="*/ 388 h 173"/>
                  <a:gd name="T36" fmla="*/ 924 w 217"/>
                  <a:gd name="T37" fmla="*/ 351 h 173"/>
                  <a:gd name="T38" fmla="*/ 946 w 217"/>
                  <a:gd name="T39" fmla="*/ 305 h 173"/>
                  <a:gd name="T40" fmla="*/ 966 w 217"/>
                  <a:gd name="T41" fmla="*/ 241 h 173"/>
                  <a:gd name="T42" fmla="*/ 986 w 217"/>
                  <a:gd name="T43" fmla="*/ 145 h 173"/>
                  <a:gd name="T44" fmla="*/ 1008 w 217"/>
                  <a:gd name="T45" fmla="*/ 50 h 173"/>
                  <a:gd name="T46" fmla="*/ 994 w 217"/>
                  <a:gd name="T47" fmla="*/ 20 h 173"/>
                  <a:gd name="T48" fmla="*/ 986 w 217"/>
                  <a:gd name="T49" fmla="*/ 13 h 173"/>
                  <a:gd name="T50" fmla="*/ 974 w 217"/>
                  <a:gd name="T51" fmla="*/ 20 h 173"/>
                  <a:gd name="T52" fmla="*/ 944 w 217"/>
                  <a:gd name="T53" fmla="*/ 117 h 173"/>
                  <a:gd name="T54" fmla="*/ 938 w 217"/>
                  <a:gd name="T55" fmla="*/ 145 h 173"/>
                  <a:gd name="T56" fmla="*/ 911 w 217"/>
                  <a:gd name="T57" fmla="*/ 203 h 173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217" h="173">
                    <a:moveTo>
                      <a:pt x="17" y="40"/>
                    </a:moveTo>
                    <a:cubicBezTo>
                      <a:pt x="15" y="32"/>
                      <a:pt x="12" y="18"/>
                      <a:pt x="12" y="18"/>
                    </a:cubicBezTo>
                    <a:cubicBezTo>
                      <a:pt x="12" y="18"/>
                      <a:pt x="11" y="14"/>
                      <a:pt x="10" y="10"/>
                    </a:cubicBezTo>
                    <a:cubicBezTo>
                      <a:pt x="10" y="8"/>
                      <a:pt x="9" y="7"/>
                      <a:pt x="9" y="6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4"/>
                      <a:pt x="6" y="2"/>
                      <a:pt x="6" y="2"/>
                    </a:cubicBezTo>
                    <a:cubicBezTo>
                      <a:pt x="3" y="0"/>
                      <a:pt x="0" y="4"/>
                      <a:pt x="0" y="10"/>
                    </a:cubicBezTo>
                    <a:cubicBezTo>
                      <a:pt x="0" y="15"/>
                      <a:pt x="4" y="26"/>
                      <a:pt x="4" y="30"/>
                    </a:cubicBezTo>
                    <a:cubicBezTo>
                      <a:pt x="4" y="34"/>
                      <a:pt x="6" y="45"/>
                      <a:pt x="8" y="51"/>
                    </a:cubicBezTo>
                    <a:cubicBezTo>
                      <a:pt x="10" y="58"/>
                      <a:pt x="9" y="61"/>
                      <a:pt x="11" y="65"/>
                    </a:cubicBezTo>
                    <a:cubicBezTo>
                      <a:pt x="14" y="69"/>
                      <a:pt x="15" y="72"/>
                      <a:pt x="17" y="75"/>
                    </a:cubicBezTo>
                    <a:cubicBezTo>
                      <a:pt x="19" y="78"/>
                      <a:pt x="24" y="82"/>
                      <a:pt x="26" y="83"/>
                    </a:cubicBezTo>
                    <a:cubicBezTo>
                      <a:pt x="27" y="92"/>
                      <a:pt x="33" y="111"/>
                      <a:pt x="37" y="120"/>
                    </a:cubicBezTo>
                    <a:cubicBezTo>
                      <a:pt x="42" y="128"/>
                      <a:pt x="56" y="148"/>
                      <a:pt x="67" y="157"/>
                    </a:cubicBezTo>
                    <a:cubicBezTo>
                      <a:pt x="80" y="166"/>
                      <a:pt x="87" y="172"/>
                      <a:pt x="107" y="173"/>
                    </a:cubicBezTo>
                    <a:cubicBezTo>
                      <a:pt x="128" y="172"/>
                      <a:pt x="135" y="168"/>
                      <a:pt x="145" y="159"/>
                    </a:cubicBezTo>
                    <a:cubicBezTo>
                      <a:pt x="160" y="148"/>
                      <a:pt x="173" y="130"/>
                      <a:pt x="178" y="120"/>
                    </a:cubicBezTo>
                    <a:cubicBezTo>
                      <a:pt x="183" y="111"/>
                      <a:pt x="189" y="93"/>
                      <a:pt x="189" y="84"/>
                    </a:cubicBezTo>
                    <a:cubicBezTo>
                      <a:pt x="192" y="83"/>
                      <a:pt x="197" y="79"/>
                      <a:pt x="199" y="76"/>
                    </a:cubicBezTo>
                    <a:cubicBezTo>
                      <a:pt x="201" y="73"/>
                      <a:pt x="202" y="70"/>
                      <a:pt x="204" y="66"/>
                    </a:cubicBezTo>
                    <a:cubicBezTo>
                      <a:pt x="207" y="62"/>
                      <a:pt x="206" y="59"/>
                      <a:pt x="208" y="52"/>
                    </a:cubicBezTo>
                    <a:cubicBezTo>
                      <a:pt x="211" y="46"/>
                      <a:pt x="212" y="35"/>
                      <a:pt x="212" y="31"/>
                    </a:cubicBezTo>
                    <a:cubicBezTo>
                      <a:pt x="212" y="27"/>
                      <a:pt x="217" y="17"/>
                      <a:pt x="217" y="11"/>
                    </a:cubicBezTo>
                    <a:cubicBezTo>
                      <a:pt x="217" y="8"/>
                      <a:pt x="216" y="5"/>
                      <a:pt x="214" y="4"/>
                    </a:cubicBezTo>
                    <a:cubicBezTo>
                      <a:pt x="214" y="4"/>
                      <a:pt x="213" y="3"/>
                      <a:pt x="212" y="3"/>
                    </a:cubicBezTo>
                    <a:cubicBezTo>
                      <a:pt x="212" y="3"/>
                      <a:pt x="211" y="3"/>
                      <a:pt x="210" y="4"/>
                    </a:cubicBezTo>
                    <a:cubicBezTo>
                      <a:pt x="203" y="25"/>
                      <a:pt x="203" y="25"/>
                      <a:pt x="203" y="25"/>
                    </a:cubicBezTo>
                    <a:cubicBezTo>
                      <a:pt x="202" y="31"/>
                      <a:pt x="202" y="31"/>
                      <a:pt x="202" y="31"/>
                    </a:cubicBezTo>
                    <a:cubicBezTo>
                      <a:pt x="201" y="37"/>
                      <a:pt x="196" y="44"/>
                      <a:pt x="196" y="44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2276" name="Freeform 77">
                <a:extLst>
                  <a:ext uri="{FF2B5EF4-FFF2-40B4-BE49-F238E27FC236}">
                    <a16:creationId xmlns:a16="http://schemas.microsoft.com/office/drawing/2014/main" id="{87237133-A5F8-435F-A56D-6C33F891F7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9" y="1183"/>
                <a:ext cx="391" cy="1173"/>
              </a:xfrm>
              <a:custGeom>
                <a:avLst/>
                <a:gdLst>
                  <a:gd name="T0" fmla="*/ 1041 w 234"/>
                  <a:gd name="T1" fmla="*/ 0 h 705"/>
                  <a:gd name="T2" fmla="*/ 896 w 234"/>
                  <a:gd name="T3" fmla="*/ 321 h 705"/>
                  <a:gd name="T4" fmla="*/ 570 w 234"/>
                  <a:gd name="T5" fmla="*/ 418 h 705"/>
                  <a:gd name="T6" fmla="*/ 249 w 234"/>
                  <a:gd name="T7" fmla="*/ 789 h 705"/>
                  <a:gd name="T8" fmla="*/ 224 w 234"/>
                  <a:gd name="T9" fmla="*/ 1243 h 705"/>
                  <a:gd name="T10" fmla="*/ 159 w 234"/>
                  <a:gd name="T11" fmla="*/ 1824 h 705"/>
                  <a:gd name="T12" fmla="*/ 125 w 234"/>
                  <a:gd name="T13" fmla="*/ 2088 h 705"/>
                  <a:gd name="T14" fmla="*/ 63 w 234"/>
                  <a:gd name="T15" fmla="*/ 2819 h 705"/>
                  <a:gd name="T16" fmla="*/ 42 w 234"/>
                  <a:gd name="T17" fmla="*/ 3048 h 705"/>
                  <a:gd name="T18" fmla="*/ 28 w 234"/>
                  <a:gd name="T19" fmla="*/ 3183 h 705"/>
                  <a:gd name="T20" fmla="*/ 5 w 234"/>
                  <a:gd name="T21" fmla="*/ 3248 h 70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34" h="705">
                    <a:moveTo>
                      <a:pt x="223" y="0"/>
                    </a:moveTo>
                    <a:cubicBezTo>
                      <a:pt x="223" y="14"/>
                      <a:pt x="234" y="48"/>
                      <a:pt x="192" y="70"/>
                    </a:cubicBezTo>
                    <a:cubicBezTo>
                      <a:pt x="176" y="77"/>
                      <a:pt x="139" y="88"/>
                      <a:pt x="122" y="91"/>
                    </a:cubicBezTo>
                    <a:cubicBezTo>
                      <a:pt x="111" y="94"/>
                      <a:pt x="65" y="113"/>
                      <a:pt x="53" y="171"/>
                    </a:cubicBezTo>
                    <a:cubicBezTo>
                      <a:pt x="47" y="199"/>
                      <a:pt x="54" y="221"/>
                      <a:pt x="48" y="270"/>
                    </a:cubicBezTo>
                    <a:cubicBezTo>
                      <a:pt x="49" y="292"/>
                      <a:pt x="35" y="324"/>
                      <a:pt x="34" y="396"/>
                    </a:cubicBezTo>
                    <a:cubicBezTo>
                      <a:pt x="34" y="422"/>
                      <a:pt x="30" y="442"/>
                      <a:pt x="27" y="453"/>
                    </a:cubicBezTo>
                    <a:cubicBezTo>
                      <a:pt x="13" y="490"/>
                      <a:pt x="15" y="586"/>
                      <a:pt x="14" y="612"/>
                    </a:cubicBezTo>
                    <a:cubicBezTo>
                      <a:pt x="13" y="627"/>
                      <a:pt x="11" y="651"/>
                      <a:pt x="9" y="662"/>
                    </a:cubicBezTo>
                    <a:cubicBezTo>
                      <a:pt x="8" y="667"/>
                      <a:pt x="11" y="675"/>
                      <a:pt x="6" y="691"/>
                    </a:cubicBezTo>
                    <a:cubicBezTo>
                      <a:pt x="4" y="695"/>
                      <a:pt x="0" y="700"/>
                      <a:pt x="1" y="705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2277" name="Freeform 78">
                <a:extLst>
                  <a:ext uri="{FF2B5EF4-FFF2-40B4-BE49-F238E27FC236}">
                    <a16:creationId xmlns:a16="http://schemas.microsoft.com/office/drawing/2014/main" id="{6A180B17-FDD0-49E2-A703-A5C385B274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0" y="2173"/>
                <a:ext cx="39" cy="34"/>
              </a:xfrm>
              <a:custGeom>
                <a:avLst/>
                <a:gdLst>
                  <a:gd name="T0" fmla="*/ 0 w 23"/>
                  <a:gd name="T1" fmla="*/ 70 h 20"/>
                  <a:gd name="T2" fmla="*/ 90 w 23"/>
                  <a:gd name="T3" fmla="*/ 99 h 20"/>
                  <a:gd name="T4" fmla="*/ 0 w 23"/>
                  <a:gd name="T5" fmla="*/ 63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20">
                    <a:moveTo>
                      <a:pt x="0" y="14"/>
                    </a:moveTo>
                    <a:cubicBezTo>
                      <a:pt x="5" y="8"/>
                      <a:pt x="15" y="11"/>
                      <a:pt x="18" y="20"/>
                    </a:cubicBezTo>
                    <a:cubicBezTo>
                      <a:pt x="23" y="13"/>
                      <a:pt x="4" y="0"/>
                      <a:pt x="0" y="1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2278" name="Freeform 79">
                <a:extLst>
                  <a:ext uri="{FF2B5EF4-FFF2-40B4-BE49-F238E27FC236}">
                    <a16:creationId xmlns:a16="http://schemas.microsoft.com/office/drawing/2014/main" id="{9EBE0DD5-7938-4B00-B96F-76BC86209D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6" y="1561"/>
                <a:ext cx="31" cy="38"/>
              </a:xfrm>
              <a:custGeom>
                <a:avLst/>
                <a:gdLst>
                  <a:gd name="T0" fmla="*/ 0 w 18"/>
                  <a:gd name="T1" fmla="*/ 5 h 23"/>
                  <a:gd name="T2" fmla="*/ 91 w 18"/>
                  <a:gd name="T3" fmla="*/ 104 h 23"/>
                  <a:gd name="T4" fmla="*/ 5 w 18"/>
                  <a:gd name="T5" fmla="*/ 0 h 23"/>
                  <a:gd name="T6" fmla="*/ 0 w 18"/>
                  <a:gd name="T7" fmla="*/ 5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23">
                    <a:moveTo>
                      <a:pt x="0" y="1"/>
                    </a:moveTo>
                    <a:cubicBezTo>
                      <a:pt x="5" y="12"/>
                      <a:pt x="11" y="18"/>
                      <a:pt x="18" y="23"/>
                    </a:cubicBezTo>
                    <a:cubicBezTo>
                      <a:pt x="11" y="19"/>
                      <a:pt x="6" y="10"/>
                      <a:pt x="1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2279" name="Freeform 80">
                <a:extLst>
                  <a:ext uri="{FF2B5EF4-FFF2-40B4-BE49-F238E27FC236}">
                    <a16:creationId xmlns:a16="http://schemas.microsoft.com/office/drawing/2014/main" id="{8E3BF040-BA68-4286-B627-376876B3DF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2" y="2461"/>
                <a:ext cx="134" cy="120"/>
              </a:xfrm>
              <a:custGeom>
                <a:avLst/>
                <a:gdLst>
                  <a:gd name="T0" fmla="*/ 34 w 80"/>
                  <a:gd name="T1" fmla="*/ 0 h 72"/>
                  <a:gd name="T2" fmla="*/ 42 w 80"/>
                  <a:gd name="T3" fmla="*/ 83 h 72"/>
                  <a:gd name="T4" fmla="*/ 183 w 80"/>
                  <a:gd name="T5" fmla="*/ 333 h 72"/>
                  <a:gd name="T6" fmla="*/ 300 w 80"/>
                  <a:gd name="T7" fmla="*/ 78 h 72"/>
                  <a:gd name="T8" fmla="*/ 307 w 80"/>
                  <a:gd name="T9" fmla="*/ 28 h 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0" h="72">
                    <a:moveTo>
                      <a:pt x="7" y="0"/>
                    </a:moveTo>
                    <a:cubicBezTo>
                      <a:pt x="9" y="6"/>
                      <a:pt x="10" y="13"/>
                      <a:pt x="9" y="18"/>
                    </a:cubicBezTo>
                    <a:cubicBezTo>
                      <a:pt x="6" y="25"/>
                      <a:pt x="0" y="72"/>
                      <a:pt x="39" y="72"/>
                    </a:cubicBezTo>
                    <a:cubicBezTo>
                      <a:pt x="80" y="72"/>
                      <a:pt x="66" y="32"/>
                      <a:pt x="64" y="17"/>
                    </a:cubicBezTo>
                    <a:cubicBezTo>
                      <a:pt x="64" y="13"/>
                      <a:pt x="64" y="10"/>
                      <a:pt x="65" y="6"/>
                    </a:cubicBezTo>
                  </a:path>
                </a:pathLst>
              </a:custGeom>
              <a:solidFill>
                <a:srgbClr val="FEF3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2280" name="Freeform 81">
                <a:extLst>
                  <a:ext uri="{FF2B5EF4-FFF2-40B4-BE49-F238E27FC236}">
                    <a16:creationId xmlns:a16="http://schemas.microsoft.com/office/drawing/2014/main" id="{B89FE27C-48B7-4B5C-96E2-D4C84DF04E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5" y="2463"/>
                <a:ext cx="144" cy="118"/>
              </a:xfrm>
              <a:custGeom>
                <a:avLst/>
                <a:gdLst>
                  <a:gd name="T0" fmla="*/ 37 w 86"/>
                  <a:gd name="T1" fmla="*/ 0 h 71"/>
                  <a:gd name="T2" fmla="*/ 42 w 86"/>
                  <a:gd name="T3" fmla="*/ 75 h 71"/>
                  <a:gd name="T4" fmla="*/ 50 w 86"/>
                  <a:gd name="T5" fmla="*/ 271 h 71"/>
                  <a:gd name="T6" fmla="*/ 208 w 86"/>
                  <a:gd name="T7" fmla="*/ 326 h 71"/>
                  <a:gd name="T8" fmla="*/ 357 w 86"/>
                  <a:gd name="T9" fmla="*/ 279 h 71"/>
                  <a:gd name="T10" fmla="*/ 382 w 86"/>
                  <a:gd name="T11" fmla="*/ 105 h 71"/>
                  <a:gd name="T12" fmla="*/ 375 w 86"/>
                  <a:gd name="T13" fmla="*/ 78 h 71"/>
                  <a:gd name="T14" fmla="*/ 370 w 86"/>
                  <a:gd name="T15" fmla="*/ 55 h 71"/>
                  <a:gd name="T16" fmla="*/ 367 w 86"/>
                  <a:gd name="T17" fmla="*/ 13 h 71"/>
                  <a:gd name="T18" fmla="*/ 367 w 86"/>
                  <a:gd name="T19" fmla="*/ 55 h 71"/>
                  <a:gd name="T20" fmla="*/ 370 w 86"/>
                  <a:gd name="T21" fmla="*/ 75 h 71"/>
                  <a:gd name="T22" fmla="*/ 375 w 86"/>
                  <a:gd name="T23" fmla="*/ 101 h 71"/>
                  <a:gd name="T24" fmla="*/ 348 w 86"/>
                  <a:gd name="T25" fmla="*/ 276 h 71"/>
                  <a:gd name="T26" fmla="*/ 203 w 86"/>
                  <a:gd name="T27" fmla="*/ 321 h 71"/>
                  <a:gd name="T28" fmla="*/ 55 w 86"/>
                  <a:gd name="T29" fmla="*/ 266 h 71"/>
                  <a:gd name="T30" fmla="*/ 47 w 86"/>
                  <a:gd name="T31" fmla="*/ 78 h 71"/>
                  <a:gd name="T32" fmla="*/ 37 w 86"/>
                  <a:gd name="T33" fmla="*/ 0 h 71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6" h="71">
                    <a:moveTo>
                      <a:pt x="8" y="0"/>
                    </a:moveTo>
                    <a:cubicBezTo>
                      <a:pt x="13" y="5"/>
                      <a:pt x="11" y="12"/>
                      <a:pt x="9" y="16"/>
                    </a:cubicBezTo>
                    <a:cubicBezTo>
                      <a:pt x="6" y="22"/>
                      <a:pt x="0" y="45"/>
                      <a:pt x="11" y="59"/>
                    </a:cubicBezTo>
                    <a:cubicBezTo>
                      <a:pt x="17" y="68"/>
                      <a:pt x="29" y="71"/>
                      <a:pt x="44" y="71"/>
                    </a:cubicBezTo>
                    <a:cubicBezTo>
                      <a:pt x="59" y="71"/>
                      <a:pt x="69" y="68"/>
                      <a:pt x="76" y="61"/>
                    </a:cubicBezTo>
                    <a:cubicBezTo>
                      <a:pt x="86" y="50"/>
                      <a:pt x="83" y="34"/>
                      <a:pt x="81" y="23"/>
                    </a:cubicBezTo>
                    <a:cubicBezTo>
                      <a:pt x="80" y="17"/>
                      <a:pt x="80" y="17"/>
                      <a:pt x="80" y="17"/>
                    </a:cubicBezTo>
                    <a:cubicBezTo>
                      <a:pt x="80" y="17"/>
                      <a:pt x="79" y="12"/>
                      <a:pt x="79" y="12"/>
                    </a:cubicBezTo>
                    <a:cubicBezTo>
                      <a:pt x="78" y="9"/>
                      <a:pt x="77" y="5"/>
                      <a:pt x="78" y="3"/>
                    </a:cubicBezTo>
                    <a:cubicBezTo>
                      <a:pt x="77" y="6"/>
                      <a:pt x="77" y="9"/>
                      <a:pt x="78" y="12"/>
                    </a:cubicBezTo>
                    <a:cubicBezTo>
                      <a:pt x="79" y="16"/>
                      <a:pt x="79" y="16"/>
                      <a:pt x="79" y="16"/>
                    </a:cubicBezTo>
                    <a:cubicBezTo>
                      <a:pt x="80" y="22"/>
                      <a:pt x="80" y="22"/>
                      <a:pt x="80" y="22"/>
                    </a:cubicBezTo>
                    <a:cubicBezTo>
                      <a:pt x="81" y="34"/>
                      <a:pt x="84" y="50"/>
                      <a:pt x="74" y="60"/>
                    </a:cubicBezTo>
                    <a:cubicBezTo>
                      <a:pt x="68" y="67"/>
                      <a:pt x="58" y="70"/>
                      <a:pt x="43" y="70"/>
                    </a:cubicBezTo>
                    <a:cubicBezTo>
                      <a:pt x="29" y="70"/>
                      <a:pt x="18" y="66"/>
                      <a:pt x="12" y="58"/>
                    </a:cubicBezTo>
                    <a:cubicBezTo>
                      <a:pt x="0" y="44"/>
                      <a:pt x="8" y="20"/>
                      <a:pt x="10" y="17"/>
                    </a:cubicBezTo>
                    <a:cubicBezTo>
                      <a:pt x="12" y="12"/>
                      <a:pt x="13" y="6"/>
                      <a:pt x="8" y="0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2281" name="Freeform 82">
                <a:extLst>
                  <a:ext uri="{FF2B5EF4-FFF2-40B4-BE49-F238E27FC236}">
                    <a16:creationId xmlns:a16="http://schemas.microsoft.com/office/drawing/2014/main" id="{9908FBEE-53D8-4C23-98C1-0363BD87D2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9" y="2465"/>
                <a:ext cx="58" cy="108"/>
              </a:xfrm>
              <a:custGeom>
                <a:avLst/>
                <a:gdLst>
                  <a:gd name="T0" fmla="*/ 146 w 35"/>
                  <a:gd name="T1" fmla="*/ 0 h 65"/>
                  <a:gd name="T2" fmla="*/ 151 w 35"/>
                  <a:gd name="T3" fmla="*/ 50 h 65"/>
                  <a:gd name="T4" fmla="*/ 141 w 35"/>
                  <a:gd name="T5" fmla="*/ 193 h 65"/>
                  <a:gd name="T6" fmla="*/ 141 w 35"/>
                  <a:gd name="T7" fmla="*/ 193 h 65"/>
                  <a:gd name="T8" fmla="*/ 141 w 35"/>
                  <a:gd name="T9" fmla="*/ 196 h 65"/>
                  <a:gd name="T10" fmla="*/ 154 w 35"/>
                  <a:gd name="T11" fmla="*/ 238 h 65"/>
                  <a:gd name="T12" fmla="*/ 85 w 35"/>
                  <a:gd name="T13" fmla="*/ 292 h 65"/>
                  <a:gd name="T14" fmla="*/ 83 w 35"/>
                  <a:gd name="T15" fmla="*/ 292 h 65"/>
                  <a:gd name="T16" fmla="*/ 8 w 35"/>
                  <a:gd name="T17" fmla="*/ 238 h 65"/>
                  <a:gd name="T18" fmla="*/ 22 w 35"/>
                  <a:gd name="T19" fmla="*/ 193 h 65"/>
                  <a:gd name="T20" fmla="*/ 22 w 35"/>
                  <a:gd name="T21" fmla="*/ 193 h 65"/>
                  <a:gd name="T22" fmla="*/ 13 w 35"/>
                  <a:gd name="T23" fmla="*/ 50 h 65"/>
                  <a:gd name="T24" fmla="*/ 8 w 35"/>
                  <a:gd name="T25" fmla="*/ 20 h 65"/>
                  <a:gd name="T26" fmla="*/ 13 w 35"/>
                  <a:gd name="T27" fmla="*/ 70 h 65"/>
                  <a:gd name="T28" fmla="*/ 20 w 35"/>
                  <a:gd name="T29" fmla="*/ 193 h 65"/>
                  <a:gd name="T30" fmla="*/ 0 w 35"/>
                  <a:gd name="T31" fmla="*/ 229 h 65"/>
                  <a:gd name="T32" fmla="*/ 0 w 35"/>
                  <a:gd name="T33" fmla="*/ 238 h 65"/>
                  <a:gd name="T34" fmla="*/ 83 w 35"/>
                  <a:gd name="T35" fmla="*/ 297 h 65"/>
                  <a:gd name="T36" fmla="*/ 85 w 35"/>
                  <a:gd name="T37" fmla="*/ 297 h 65"/>
                  <a:gd name="T38" fmla="*/ 159 w 35"/>
                  <a:gd name="T39" fmla="*/ 238 h 65"/>
                  <a:gd name="T40" fmla="*/ 159 w 35"/>
                  <a:gd name="T41" fmla="*/ 234 h 65"/>
                  <a:gd name="T42" fmla="*/ 146 w 35"/>
                  <a:gd name="T43" fmla="*/ 193 h 65"/>
                  <a:gd name="T44" fmla="*/ 154 w 35"/>
                  <a:gd name="T45" fmla="*/ 61 h 65"/>
                  <a:gd name="T46" fmla="*/ 154 w 35"/>
                  <a:gd name="T47" fmla="*/ 55 h 65"/>
                  <a:gd name="T48" fmla="*/ 146 w 35"/>
                  <a:gd name="T49" fmla="*/ 0 h 65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35" h="65">
                    <a:moveTo>
                      <a:pt x="32" y="0"/>
                    </a:moveTo>
                    <a:cubicBezTo>
                      <a:pt x="33" y="2"/>
                      <a:pt x="33" y="7"/>
                      <a:pt x="33" y="11"/>
                    </a:cubicBezTo>
                    <a:cubicBezTo>
                      <a:pt x="33" y="16"/>
                      <a:pt x="31" y="39"/>
                      <a:pt x="31" y="42"/>
                    </a:cubicBezTo>
                    <a:cubicBezTo>
                      <a:pt x="31" y="42"/>
                      <a:pt x="31" y="42"/>
                      <a:pt x="31" y="42"/>
                    </a:cubicBezTo>
                    <a:cubicBezTo>
                      <a:pt x="31" y="43"/>
                      <a:pt x="31" y="43"/>
                      <a:pt x="31" y="43"/>
                    </a:cubicBezTo>
                    <a:cubicBezTo>
                      <a:pt x="33" y="46"/>
                      <a:pt x="35" y="49"/>
                      <a:pt x="34" y="52"/>
                    </a:cubicBezTo>
                    <a:cubicBezTo>
                      <a:pt x="33" y="56"/>
                      <a:pt x="28" y="64"/>
                      <a:pt x="19" y="64"/>
                    </a:cubicBezTo>
                    <a:cubicBezTo>
                      <a:pt x="18" y="64"/>
                      <a:pt x="18" y="64"/>
                      <a:pt x="18" y="64"/>
                    </a:cubicBezTo>
                    <a:cubicBezTo>
                      <a:pt x="9" y="64"/>
                      <a:pt x="3" y="56"/>
                      <a:pt x="2" y="52"/>
                    </a:cubicBezTo>
                    <a:cubicBezTo>
                      <a:pt x="1" y="49"/>
                      <a:pt x="3" y="46"/>
                      <a:pt x="5" y="42"/>
                    </a:cubicBezTo>
                    <a:cubicBezTo>
                      <a:pt x="5" y="42"/>
                      <a:pt x="5" y="42"/>
                      <a:pt x="5" y="42"/>
                    </a:cubicBezTo>
                    <a:cubicBezTo>
                      <a:pt x="5" y="39"/>
                      <a:pt x="4" y="17"/>
                      <a:pt x="3" y="11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15"/>
                      <a:pt x="3" y="15"/>
                      <a:pt x="3" y="15"/>
                    </a:cubicBezTo>
                    <a:cubicBezTo>
                      <a:pt x="3" y="19"/>
                      <a:pt x="3" y="38"/>
                      <a:pt x="4" y="42"/>
                    </a:cubicBezTo>
                    <a:cubicBezTo>
                      <a:pt x="2" y="45"/>
                      <a:pt x="0" y="48"/>
                      <a:pt x="0" y="50"/>
                    </a:cubicBezTo>
                    <a:cubicBezTo>
                      <a:pt x="0" y="51"/>
                      <a:pt x="0" y="52"/>
                      <a:pt x="0" y="52"/>
                    </a:cubicBezTo>
                    <a:cubicBezTo>
                      <a:pt x="2" y="57"/>
                      <a:pt x="8" y="65"/>
                      <a:pt x="18" y="65"/>
                    </a:cubicBezTo>
                    <a:cubicBezTo>
                      <a:pt x="19" y="65"/>
                      <a:pt x="19" y="65"/>
                      <a:pt x="19" y="65"/>
                    </a:cubicBezTo>
                    <a:cubicBezTo>
                      <a:pt x="29" y="65"/>
                      <a:pt x="33" y="57"/>
                      <a:pt x="35" y="52"/>
                    </a:cubicBezTo>
                    <a:cubicBezTo>
                      <a:pt x="35" y="52"/>
                      <a:pt x="35" y="51"/>
                      <a:pt x="35" y="51"/>
                    </a:cubicBezTo>
                    <a:cubicBezTo>
                      <a:pt x="35" y="48"/>
                      <a:pt x="34" y="45"/>
                      <a:pt x="32" y="42"/>
                    </a:cubicBezTo>
                    <a:cubicBezTo>
                      <a:pt x="33" y="38"/>
                      <a:pt x="34" y="17"/>
                      <a:pt x="34" y="13"/>
                    </a:cubicBezTo>
                    <a:cubicBezTo>
                      <a:pt x="34" y="13"/>
                      <a:pt x="34" y="12"/>
                      <a:pt x="34" y="12"/>
                    </a:cubicBezTo>
                    <a:cubicBezTo>
                      <a:pt x="34" y="7"/>
                      <a:pt x="33" y="2"/>
                      <a:pt x="32" y="0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2282" name="Freeform 83">
                <a:extLst>
                  <a:ext uri="{FF2B5EF4-FFF2-40B4-BE49-F238E27FC236}">
                    <a16:creationId xmlns:a16="http://schemas.microsoft.com/office/drawing/2014/main" id="{27F2128A-13C4-4729-819A-DE16F1F560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2" y="2530"/>
                <a:ext cx="12" cy="6"/>
              </a:xfrm>
              <a:custGeom>
                <a:avLst/>
                <a:gdLst>
                  <a:gd name="T0" fmla="*/ 0 w 7"/>
                  <a:gd name="T1" fmla="*/ 0 h 4"/>
                  <a:gd name="T2" fmla="*/ 29 w 7"/>
                  <a:gd name="T3" fmla="*/ 14 h 4"/>
                  <a:gd name="T4" fmla="*/ 36 w 7"/>
                  <a:gd name="T5" fmla="*/ 12 h 4"/>
                  <a:gd name="T6" fmla="*/ 0 w 7"/>
                  <a:gd name="T7" fmla="*/ 0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4">
                    <a:moveTo>
                      <a:pt x="0" y="0"/>
                    </a:moveTo>
                    <a:cubicBezTo>
                      <a:pt x="1" y="0"/>
                      <a:pt x="5" y="2"/>
                      <a:pt x="6" y="4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5" y="1"/>
                      <a:pt x="1" y="0"/>
                      <a:pt x="0" y="0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2283" name="Freeform 84">
                <a:extLst>
                  <a:ext uri="{FF2B5EF4-FFF2-40B4-BE49-F238E27FC236}">
                    <a16:creationId xmlns:a16="http://schemas.microsoft.com/office/drawing/2014/main" id="{178B0D69-8ECB-432A-A659-3338368B15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0" y="1066"/>
                <a:ext cx="85" cy="30"/>
              </a:xfrm>
              <a:custGeom>
                <a:avLst/>
                <a:gdLst>
                  <a:gd name="T0" fmla="*/ 22 w 51"/>
                  <a:gd name="T1" fmla="*/ 0 h 18"/>
                  <a:gd name="T2" fmla="*/ 63 w 51"/>
                  <a:gd name="T3" fmla="*/ 62 h 18"/>
                  <a:gd name="T4" fmla="*/ 120 w 51"/>
                  <a:gd name="T5" fmla="*/ 83 h 18"/>
                  <a:gd name="T6" fmla="*/ 162 w 51"/>
                  <a:gd name="T7" fmla="*/ 63 h 18"/>
                  <a:gd name="T8" fmla="*/ 213 w 51"/>
                  <a:gd name="T9" fmla="*/ 5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1" h="18">
                    <a:moveTo>
                      <a:pt x="5" y="0"/>
                    </a:moveTo>
                    <a:cubicBezTo>
                      <a:pt x="0" y="9"/>
                      <a:pt x="7" y="10"/>
                      <a:pt x="14" y="13"/>
                    </a:cubicBezTo>
                    <a:cubicBezTo>
                      <a:pt x="18" y="14"/>
                      <a:pt x="21" y="18"/>
                      <a:pt x="26" y="18"/>
                    </a:cubicBezTo>
                    <a:cubicBezTo>
                      <a:pt x="29" y="18"/>
                      <a:pt x="33" y="15"/>
                      <a:pt x="35" y="14"/>
                    </a:cubicBezTo>
                    <a:cubicBezTo>
                      <a:pt x="37" y="13"/>
                      <a:pt x="51" y="12"/>
                      <a:pt x="46" y="1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2284" name="Freeform 85">
                <a:extLst>
                  <a:ext uri="{FF2B5EF4-FFF2-40B4-BE49-F238E27FC236}">
                    <a16:creationId xmlns:a16="http://schemas.microsoft.com/office/drawing/2014/main" id="{6876815D-56C6-481A-AD71-BEB3638F6D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0" y="1341"/>
                <a:ext cx="145" cy="18"/>
              </a:xfrm>
              <a:custGeom>
                <a:avLst/>
                <a:gdLst>
                  <a:gd name="T0" fmla="*/ 403 w 87"/>
                  <a:gd name="T1" fmla="*/ 47 h 11"/>
                  <a:gd name="T2" fmla="*/ 375 w 87"/>
                  <a:gd name="T3" fmla="*/ 47 h 11"/>
                  <a:gd name="T4" fmla="*/ 333 w 87"/>
                  <a:gd name="T5" fmla="*/ 43 h 11"/>
                  <a:gd name="T6" fmla="*/ 222 w 87"/>
                  <a:gd name="T7" fmla="*/ 34 h 11"/>
                  <a:gd name="T8" fmla="*/ 0 w 87"/>
                  <a:gd name="T9" fmla="*/ 34 h 11"/>
                  <a:gd name="T10" fmla="*/ 103 w 87"/>
                  <a:gd name="T11" fmla="*/ 8 h 11"/>
                  <a:gd name="T12" fmla="*/ 242 w 87"/>
                  <a:gd name="T13" fmla="*/ 8 h 11"/>
                  <a:gd name="T14" fmla="*/ 353 w 87"/>
                  <a:gd name="T15" fmla="*/ 34 h 11"/>
                  <a:gd name="T16" fmla="*/ 397 w 87"/>
                  <a:gd name="T17" fmla="*/ 47 h 1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7" h="11">
                    <a:moveTo>
                      <a:pt x="87" y="11"/>
                    </a:moveTo>
                    <a:cubicBezTo>
                      <a:pt x="85" y="11"/>
                      <a:pt x="83" y="11"/>
                      <a:pt x="81" y="11"/>
                    </a:cubicBezTo>
                    <a:cubicBezTo>
                      <a:pt x="78" y="10"/>
                      <a:pt x="75" y="10"/>
                      <a:pt x="72" y="10"/>
                    </a:cubicBezTo>
                    <a:cubicBezTo>
                      <a:pt x="64" y="11"/>
                      <a:pt x="56" y="9"/>
                      <a:pt x="48" y="8"/>
                    </a:cubicBezTo>
                    <a:cubicBezTo>
                      <a:pt x="32" y="7"/>
                      <a:pt x="16" y="4"/>
                      <a:pt x="0" y="8"/>
                    </a:cubicBezTo>
                    <a:cubicBezTo>
                      <a:pt x="7" y="4"/>
                      <a:pt x="15" y="3"/>
                      <a:pt x="22" y="2"/>
                    </a:cubicBezTo>
                    <a:cubicBezTo>
                      <a:pt x="32" y="0"/>
                      <a:pt x="42" y="1"/>
                      <a:pt x="52" y="2"/>
                    </a:cubicBezTo>
                    <a:cubicBezTo>
                      <a:pt x="60" y="3"/>
                      <a:pt x="68" y="6"/>
                      <a:pt x="76" y="8"/>
                    </a:cubicBezTo>
                    <a:cubicBezTo>
                      <a:pt x="79" y="9"/>
                      <a:pt x="83" y="10"/>
                      <a:pt x="86" y="11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2285" name="Freeform 86">
                <a:extLst>
                  <a:ext uri="{FF2B5EF4-FFF2-40B4-BE49-F238E27FC236}">
                    <a16:creationId xmlns:a16="http://schemas.microsoft.com/office/drawing/2014/main" id="{3647278C-AD9A-4485-8F9F-FB49E4462A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4" y="1338"/>
                <a:ext cx="144" cy="21"/>
              </a:xfrm>
              <a:custGeom>
                <a:avLst/>
                <a:gdLst>
                  <a:gd name="T0" fmla="*/ 5 w 86"/>
                  <a:gd name="T1" fmla="*/ 50 h 13"/>
                  <a:gd name="T2" fmla="*/ 62 w 86"/>
                  <a:gd name="T3" fmla="*/ 47 h 13"/>
                  <a:gd name="T4" fmla="*/ 109 w 86"/>
                  <a:gd name="T5" fmla="*/ 50 h 13"/>
                  <a:gd name="T6" fmla="*/ 208 w 86"/>
                  <a:gd name="T7" fmla="*/ 39 h 13"/>
                  <a:gd name="T8" fmla="*/ 311 w 86"/>
                  <a:gd name="T9" fmla="*/ 26 h 13"/>
                  <a:gd name="T10" fmla="*/ 404 w 86"/>
                  <a:gd name="T11" fmla="*/ 26 h 13"/>
                  <a:gd name="T12" fmla="*/ 383 w 86"/>
                  <a:gd name="T13" fmla="*/ 13 h 13"/>
                  <a:gd name="T14" fmla="*/ 300 w 86"/>
                  <a:gd name="T15" fmla="*/ 0 h 13"/>
                  <a:gd name="T16" fmla="*/ 203 w 86"/>
                  <a:gd name="T17" fmla="*/ 5 h 13"/>
                  <a:gd name="T18" fmla="*/ 124 w 86"/>
                  <a:gd name="T19" fmla="*/ 8 h 13"/>
                  <a:gd name="T20" fmla="*/ 42 w 86"/>
                  <a:gd name="T21" fmla="*/ 29 h 13"/>
                  <a:gd name="T22" fmla="*/ 0 w 86"/>
                  <a:gd name="T23" fmla="*/ 47 h 13"/>
                  <a:gd name="T24" fmla="*/ 5 w 86"/>
                  <a:gd name="T25" fmla="*/ 50 h 1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86" h="13">
                    <a:moveTo>
                      <a:pt x="1" y="12"/>
                    </a:moveTo>
                    <a:cubicBezTo>
                      <a:pt x="5" y="13"/>
                      <a:pt x="9" y="11"/>
                      <a:pt x="13" y="11"/>
                    </a:cubicBezTo>
                    <a:cubicBezTo>
                      <a:pt x="16" y="11"/>
                      <a:pt x="20" y="12"/>
                      <a:pt x="23" y="12"/>
                    </a:cubicBezTo>
                    <a:cubicBezTo>
                      <a:pt x="30" y="12"/>
                      <a:pt x="37" y="10"/>
                      <a:pt x="44" y="9"/>
                    </a:cubicBezTo>
                    <a:cubicBezTo>
                      <a:pt x="51" y="9"/>
                      <a:pt x="58" y="7"/>
                      <a:pt x="66" y="6"/>
                    </a:cubicBezTo>
                    <a:cubicBezTo>
                      <a:pt x="72" y="5"/>
                      <a:pt x="79" y="5"/>
                      <a:pt x="86" y="6"/>
                    </a:cubicBezTo>
                    <a:cubicBezTo>
                      <a:pt x="85" y="4"/>
                      <a:pt x="83" y="3"/>
                      <a:pt x="82" y="3"/>
                    </a:cubicBezTo>
                    <a:cubicBezTo>
                      <a:pt x="76" y="0"/>
                      <a:pt x="69" y="0"/>
                      <a:pt x="64" y="0"/>
                    </a:cubicBezTo>
                    <a:cubicBezTo>
                      <a:pt x="57" y="0"/>
                      <a:pt x="50" y="1"/>
                      <a:pt x="43" y="1"/>
                    </a:cubicBezTo>
                    <a:cubicBezTo>
                      <a:pt x="38" y="0"/>
                      <a:pt x="32" y="1"/>
                      <a:pt x="26" y="2"/>
                    </a:cubicBezTo>
                    <a:cubicBezTo>
                      <a:pt x="20" y="3"/>
                      <a:pt x="14" y="5"/>
                      <a:pt x="9" y="7"/>
                    </a:cubicBezTo>
                    <a:cubicBezTo>
                      <a:pt x="6" y="8"/>
                      <a:pt x="1" y="9"/>
                      <a:pt x="0" y="11"/>
                    </a:cubicBezTo>
                    <a:cubicBezTo>
                      <a:pt x="0" y="11"/>
                      <a:pt x="1" y="11"/>
                      <a:pt x="1" y="12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2286" name="Freeform 87">
                <a:extLst>
                  <a:ext uri="{FF2B5EF4-FFF2-40B4-BE49-F238E27FC236}">
                    <a16:creationId xmlns:a16="http://schemas.microsoft.com/office/drawing/2014/main" id="{E72E72AE-B271-4514-97F2-9F8A107C21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1" y="1363"/>
                <a:ext cx="120" cy="13"/>
              </a:xfrm>
              <a:custGeom>
                <a:avLst/>
                <a:gdLst>
                  <a:gd name="T0" fmla="*/ 0 w 72"/>
                  <a:gd name="T1" fmla="*/ 18 h 8"/>
                  <a:gd name="T2" fmla="*/ 70 w 72"/>
                  <a:gd name="T3" fmla="*/ 21 h 8"/>
                  <a:gd name="T4" fmla="*/ 112 w 72"/>
                  <a:gd name="T5" fmla="*/ 18 h 8"/>
                  <a:gd name="T6" fmla="*/ 153 w 72"/>
                  <a:gd name="T7" fmla="*/ 13 h 8"/>
                  <a:gd name="T8" fmla="*/ 195 w 72"/>
                  <a:gd name="T9" fmla="*/ 5 h 8"/>
                  <a:gd name="T10" fmla="*/ 242 w 72"/>
                  <a:gd name="T11" fmla="*/ 0 h 8"/>
                  <a:gd name="T12" fmla="*/ 297 w 72"/>
                  <a:gd name="T13" fmla="*/ 0 h 8"/>
                  <a:gd name="T14" fmla="*/ 333 w 72"/>
                  <a:gd name="T15" fmla="*/ 0 h 8"/>
                  <a:gd name="T16" fmla="*/ 312 w 72"/>
                  <a:gd name="T17" fmla="*/ 0 h 8"/>
                  <a:gd name="T18" fmla="*/ 237 w 72"/>
                  <a:gd name="T19" fmla="*/ 13 h 8"/>
                  <a:gd name="T20" fmla="*/ 97 w 72"/>
                  <a:gd name="T21" fmla="*/ 34 h 8"/>
                  <a:gd name="T22" fmla="*/ 22 w 72"/>
                  <a:gd name="T23" fmla="*/ 29 h 8"/>
                  <a:gd name="T24" fmla="*/ 0 w 72"/>
                  <a:gd name="T25" fmla="*/ 26 h 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72" h="8">
                    <a:moveTo>
                      <a:pt x="0" y="4"/>
                    </a:moveTo>
                    <a:cubicBezTo>
                      <a:pt x="5" y="5"/>
                      <a:pt x="10" y="5"/>
                      <a:pt x="15" y="5"/>
                    </a:cubicBezTo>
                    <a:cubicBezTo>
                      <a:pt x="18" y="5"/>
                      <a:pt x="21" y="4"/>
                      <a:pt x="24" y="4"/>
                    </a:cubicBezTo>
                    <a:cubicBezTo>
                      <a:pt x="27" y="3"/>
                      <a:pt x="30" y="3"/>
                      <a:pt x="33" y="3"/>
                    </a:cubicBezTo>
                    <a:cubicBezTo>
                      <a:pt x="36" y="2"/>
                      <a:pt x="39" y="2"/>
                      <a:pt x="42" y="1"/>
                    </a:cubicBezTo>
                    <a:cubicBezTo>
                      <a:pt x="46" y="0"/>
                      <a:pt x="49" y="1"/>
                      <a:pt x="52" y="0"/>
                    </a:cubicBezTo>
                    <a:cubicBezTo>
                      <a:pt x="56" y="0"/>
                      <a:pt x="60" y="0"/>
                      <a:pt x="64" y="0"/>
                    </a:cubicBezTo>
                    <a:cubicBezTo>
                      <a:pt x="67" y="0"/>
                      <a:pt x="69" y="0"/>
                      <a:pt x="72" y="0"/>
                    </a:cubicBezTo>
                    <a:cubicBezTo>
                      <a:pt x="70" y="0"/>
                      <a:pt x="69" y="0"/>
                      <a:pt x="67" y="0"/>
                    </a:cubicBezTo>
                    <a:cubicBezTo>
                      <a:pt x="61" y="1"/>
                      <a:pt x="56" y="2"/>
                      <a:pt x="51" y="3"/>
                    </a:cubicBezTo>
                    <a:cubicBezTo>
                      <a:pt x="41" y="5"/>
                      <a:pt x="31" y="8"/>
                      <a:pt x="21" y="8"/>
                    </a:cubicBezTo>
                    <a:cubicBezTo>
                      <a:pt x="16" y="8"/>
                      <a:pt x="11" y="8"/>
                      <a:pt x="5" y="7"/>
                    </a:cubicBezTo>
                    <a:cubicBezTo>
                      <a:pt x="4" y="6"/>
                      <a:pt x="2" y="6"/>
                      <a:pt x="0" y="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2287" name="Freeform 88">
                <a:extLst>
                  <a:ext uri="{FF2B5EF4-FFF2-40B4-BE49-F238E27FC236}">
                    <a16:creationId xmlns:a16="http://schemas.microsoft.com/office/drawing/2014/main" id="{E840734F-BF35-4BE7-B9A2-8F656A453C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2" y="1364"/>
                <a:ext cx="132" cy="14"/>
              </a:xfrm>
              <a:custGeom>
                <a:avLst/>
                <a:gdLst>
                  <a:gd name="T0" fmla="*/ 361 w 79"/>
                  <a:gd name="T1" fmla="*/ 0 h 8"/>
                  <a:gd name="T2" fmla="*/ 336 w 79"/>
                  <a:gd name="T3" fmla="*/ 12 h 8"/>
                  <a:gd name="T4" fmla="*/ 279 w 79"/>
                  <a:gd name="T5" fmla="*/ 16 h 8"/>
                  <a:gd name="T6" fmla="*/ 175 w 79"/>
                  <a:gd name="T7" fmla="*/ 12 h 8"/>
                  <a:gd name="T8" fmla="*/ 0 w 79"/>
                  <a:gd name="T9" fmla="*/ 16 h 8"/>
                  <a:gd name="T10" fmla="*/ 50 w 79"/>
                  <a:gd name="T11" fmla="*/ 16 h 8"/>
                  <a:gd name="T12" fmla="*/ 140 w 79"/>
                  <a:gd name="T13" fmla="*/ 33 h 8"/>
                  <a:gd name="T14" fmla="*/ 266 w 79"/>
                  <a:gd name="T15" fmla="*/ 37 h 8"/>
                  <a:gd name="T16" fmla="*/ 369 w 79"/>
                  <a:gd name="T17" fmla="*/ 7 h 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9" h="8">
                    <a:moveTo>
                      <a:pt x="77" y="0"/>
                    </a:moveTo>
                    <a:cubicBezTo>
                      <a:pt x="77" y="0"/>
                      <a:pt x="73" y="1"/>
                      <a:pt x="72" y="2"/>
                    </a:cubicBezTo>
                    <a:cubicBezTo>
                      <a:pt x="68" y="2"/>
                      <a:pt x="64" y="2"/>
                      <a:pt x="60" y="3"/>
                    </a:cubicBezTo>
                    <a:cubicBezTo>
                      <a:pt x="52" y="3"/>
                      <a:pt x="45" y="3"/>
                      <a:pt x="38" y="2"/>
                    </a:cubicBezTo>
                    <a:cubicBezTo>
                      <a:pt x="26" y="1"/>
                      <a:pt x="13" y="0"/>
                      <a:pt x="0" y="3"/>
                    </a:cubicBezTo>
                    <a:cubicBezTo>
                      <a:pt x="4" y="4"/>
                      <a:pt x="7" y="3"/>
                      <a:pt x="11" y="3"/>
                    </a:cubicBezTo>
                    <a:cubicBezTo>
                      <a:pt x="18" y="4"/>
                      <a:pt x="24" y="5"/>
                      <a:pt x="30" y="6"/>
                    </a:cubicBezTo>
                    <a:cubicBezTo>
                      <a:pt x="39" y="7"/>
                      <a:pt x="48" y="8"/>
                      <a:pt x="57" y="7"/>
                    </a:cubicBezTo>
                    <a:cubicBezTo>
                      <a:pt x="64" y="7"/>
                      <a:pt x="73" y="7"/>
                      <a:pt x="79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2288" name="Freeform 89">
                <a:extLst>
                  <a:ext uri="{FF2B5EF4-FFF2-40B4-BE49-F238E27FC236}">
                    <a16:creationId xmlns:a16="http://schemas.microsoft.com/office/drawing/2014/main" id="{A139A97C-B741-4565-AADD-84E6CF60E4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5" y="1745"/>
                <a:ext cx="679" cy="2278"/>
              </a:xfrm>
              <a:custGeom>
                <a:avLst/>
                <a:gdLst>
                  <a:gd name="T0" fmla="*/ 5 w 407"/>
                  <a:gd name="T1" fmla="*/ 1694 h 1368"/>
                  <a:gd name="T2" fmla="*/ 175 w 407"/>
                  <a:gd name="T3" fmla="*/ 979 h 1368"/>
                  <a:gd name="T4" fmla="*/ 272 w 407"/>
                  <a:gd name="T5" fmla="*/ 187 h 1368"/>
                  <a:gd name="T6" fmla="*/ 287 w 407"/>
                  <a:gd name="T7" fmla="*/ 0 h 1368"/>
                  <a:gd name="T8" fmla="*/ 340 w 407"/>
                  <a:gd name="T9" fmla="*/ 255 h 1368"/>
                  <a:gd name="T10" fmla="*/ 272 w 407"/>
                  <a:gd name="T11" fmla="*/ 1487 h 1368"/>
                  <a:gd name="T12" fmla="*/ 395 w 407"/>
                  <a:gd name="T13" fmla="*/ 3469 h 1368"/>
                  <a:gd name="T14" fmla="*/ 467 w 407"/>
                  <a:gd name="T15" fmla="*/ 4013 h 1368"/>
                  <a:gd name="T16" fmla="*/ 599 w 407"/>
                  <a:gd name="T17" fmla="*/ 5324 h 1368"/>
                  <a:gd name="T18" fmla="*/ 654 w 407"/>
                  <a:gd name="T19" fmla="*/ 5777 h 1368"/>
                  <a:gd name="T20" fmla="*/ 484 w 407"/>
                  <a:gd name="T21" fmla="*/ 6045 h 1368"/>
                  <a:gd name="T22" fmla="*/ 412 w 407"/>
                  <a:gd name="T23" fmla="*/ 6186 h 1368"/>
                  <a:gd name="T24" fmla="*/ 424 w 407"/>
                  <a:gd name="T25" fmla="*/ 6198 h 1368"/>
                  <a:gd name="T26" fmla="*/ 484 w 407"/>
                  <a:gd name="T27" fmla="*/ 6241 h 1368"/>
                  <a:gd name="T28" fmla="*/ 492 w 407"/>
                  <a:gd name="T29" fmla="*/ 6261 h 1368"/>
                  <a:gd name="T30" fmla="*/ 696 w 407"/>
                  <a:gd name="T31" fmla="*/ 6269 h 1368"/>
                  <a:gd name="T32" fmla="*/ 896 w 407"/>
                  <a:gd name="T33" fmla="*/ 6248 h 1368"/>
                  <a:gd name="T34" fmla="*/ 929 w 407"/>
                  <a:gd name="T35" fmla="*/ 6061 h 1368"/>
                  <a:gd name="T36" fmla="*/ 938 w 407"/>
                  <a:gd name="T37" fmla="*/ 5712 h 1368"/>
                  <a:gd name="T38" fmla="*/ 919 w 407"/>
                  <a:gd name="T39" fmla="*/ 5032 h 1368"/>
                  <a:gd name="T40" fmla="*/ 891 w 407"/>
                  <a:gd name="T41" fmla="*/ 3882 h 1368"/>
                  <a:gd name="T42" fmla="*/ 958 w 407"/>
                  <a:gd name="T43" fmla="*/ 2936 h 1368"/>
                  <a:gd name="T44" fmla="*/ 1044 w 407"/>
                  <a:gd name="T45" fmla="*/ 2318 h 1368"/>
                  <a:gd name="T46" fmla="*/ 1169 w 407"/>
                  <a:gd name="T47" fmla="*/ 3748 h 1368"/>
                  <a:gd name="T48" fmla="*/ 1104 w 407"/>
                  <a:gd name="T49" fmla="*/ 4511 h 1368"/>
                  <a:gd name="T50" fmla="*/ 1166 w 407"/>
                  <a:gd name="T51" fmla="*/ 5512 h 1368"/>
                  <a:gd name="T52" fmla="*/ 1099 w 407"/>
                  <a:gd name="T53" fmla="*/ 5965 h 1368"/>
                  <a:gd name="T54" fmla="*/ 1138 w 407"/>
                  <a:gd name="T55" fmla="*/ 6165 h 1368"/>
                  <a:gd name="T56" fmla="*/ 1250 w 407"/>
                  <a:gd name="T57" fmla="*/ 6303 h 1368"/>
                  <a:gd name="T58" fmla="*/ 1478 w 407"/>
                  <a:gd name="T59" fmla="*/ 6274 h 1368"/>
                  <a:gd name="T60" fmla="*/ 1578 w 407"/>
                  <a:gd name="T61" fmla="*/ 6240 h 1368"/>
                  <a:gd name="T62" fmla="*/ 1640 w 407"/>
                  <a:gd name="T63" fmla="*/ 6220 h 1368"/>
                  <a:gd name="T64" fmla="*/ 1640 w 407"/>
                  <a:gd name="T65" fmla="*/ 6198 h 1368"/>
                  <a:gd name="T66" fmla="*/ 1633 w 407"/>
                  <a:gd name="T67" fmla="*/ 6108 h 1368"/>
                  <a:gd name="T68" fmla="*/ 1515 w 407"/>
                  <a:gd name="T69" fmla="*/ 5976 h 1368"/>
                  <a:gd name="T70" fmla="*/ 1416 w 407"/>
                  <a:gd name="T71" fmla="*/ 5648 h 1368"/>
                  <a:gd name="T72" fmla="*/ 1607 w 407"/>
                  <a:gd name="T73" fmla="*/ 4669 h 1368"/>
                  <a:gd name="T74" fmla="*/ 1640 w 407"/>
                  <a:gd name="T75" fmla="*/ 3757 h 1368"/>
                  <a:gd name="T76" fmla="*/ 1800 w 407"/>
                  <a:gd name="T77" fmla="*/ 1897 h 1368"/>
                  <a:gd name="T78" fmla="*/ 1723 w 407"/>
                  <a:gd name="T79" fmla="*/ 984 h 1368"/>
                  <a:gd name="T80" fmla="*/ 1773 w 407"/>
                  <a:gd name="T81" fmla="*/ 5 h 1368"/>
                  <a:gd name="T82" fmla="*/ 1783 w 407"/>
                  <a:gd name="T83" fmla="*/ 92 h 1368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0" t="0" r="r" b="b"/>
                <a:pathLst>
                  <a:path w="407" h="1368">
                    <a:moveTo>
                      <a:pt x="8" y="394"/>
                    </a:moveTo>
                    <a:cubicBezTo>
                      <a:pt x="7" y="383"/>
                      <a:pt x="0" y="370"/>
                      <a:pt x="1" y="367"/>
                    </a:cubicBezTo>
                    <a:cubicBezTo>
                      <a:pt x="3" y="364"/>
                      <a:pt x="5" y="353"/>
                      <a:pt x="7" y="342"/>
                    </a:cubicBezTo>
                    <a:cubicBezTo>
                      <a:pt x="10" y="319"/>
                      <a:pt x="35" y="227"/>
                      <a:pt x="38" y="212"/>
                    </a:cubicBezTo>
                    <a:cubicBezTo>
                      <a:pt x="45" y="171"/>
                      <a:pt x="53" y="156"/>
                      <a:pt x="49" y="127"/>
                    </a:cubicBezTo>
                    <a:cubicBezTo>
                      <a:pt x="50" y="106"/>
                      <a:pt x="58" y="50"/>
                      <a:pt x="59" y="40"/>
                    </a:cubicBezTo>
                    <a:cubicBezTo>
                      <a:pt x="60" y="38"/>
                      <a:pt x="60" y="27"/>
                      <a:pt x="61" y="20"/>
                    </a:cubicBezTo>
                    <a:cubicBezTo>
                      <a:pt x="61" y="16"/>
                      <a:pt x="62" y="9"/>
                      <a:pt x="62" y="0"/>
                    </a:cubicBezTo>
                    <a:cubicBezTo>
                      <a:pt x="62" y="1"/>
                      <a:pt x="62" y="1"/>
                      <a:pt x="62" y="1"/>
                    </a:cubicBezTo>
                    <a:cubicBezTo>
                      <a:pt x="63" y="11"/>
                      <a:pt x="71" y="29"/>
                      <a:pt x="73" y="55"/>
                    </a:cubicBezTo>
                    <a:cubicBezTo>
                      <a:pt x="77" y="99"/>
                      <a:pt x="77" y="179"/>
                      <a:pt x="78" y="210"/>
                    </a:cubicBezTo>
                    <a:cubicBezTo>
                      <a:pt x="73" y="292"/>
                      <a:pt x="60" y="297"/>
                      <a:pt x="59" y="322"/>
                    </a:cubicBezTo>
                    <a:cubicBezTo>
                      <a:pt x="57" y="334"/>
                      <a:pt x="58" y="384"/>
                      <a:pt x="57" y="411"/>
                    </a:cubicBezTo>
                    <a:cubicBezTo>
                      <a:pt x="55" y="445"/>
                      <a:pt x="33" y="603"/>
                      <a:pt x="85" y="751"/>
                    </a:cubicBezTo>
                    <a:cubicBezTo>
                      <a:pt x="88" y="761"/>
                      <a:pt x="88" y="795"/>
                      <a:pt x="91" y="814"/>
                    </a:cubicBezTo>
                    <a:cubicBezTo>
                      <a:pt x="92" y="818"/>
                      <a:pt x="101" y="840"/>
                      <a:pt x="101" y="869"/>
                    </a:cubicBezTo>
                    <a:cubicBezTo>
                      <a:pt x="102" y="916"/>
                      <a:pt x="97" y="978"/>
                      <a:pt x="99" y="1011"/>
                    </a:cubicBezTo>
                    <a:cubicBezTo>
                      <a:pt x="101" y="1066"/>
                      <a:pt x="121" y="1117"/>
                      <a:pt x="129" y="1153"/>
                    </a:cubicBezTo>
                    <a:cubicBezTo>
                      <a:pt x="137" y="1188"/>
                      <a:pt x="141" y="1216"/>
                      <a:pt x="139" y="1223"/>
                    </a:cubicBezTo>
                    <a:cubicBezTo>
                      <a:pt x="138" y="1229"/>
                      <a:pt x="136" y="1241"/>
                      <a:pt x="141" y="1251"/>
                    </a:cubicBezTo>
                    <a:cubicBezTo>
                      <a:pt x="141" y="1252"/>
                      <a:pt x="127" y="1287"/>
                      <a:pt x="119" y="1294"/>
                    </a:cubicBezTo>
                    <a:cubicBezTo>
                      <a:pt x="111" y="1300"/>
                      <a:pt x="109" y="1305"/>
                      <a:pt x="104" y="1309"/>
                    </a:cubicBezTo>
                    <a:cubicBezTo>
                      <a:pt x="98" y="1312"/>
                      <a:pt x="95" y="1316"/>
                      <a:pt x="92" y="1323"/>
                    </a:cubicBezTo>
                    <a:cubicBezTo>
                      <a:pt x="91" y="1329"/>
                      <a:pt x="85" y="1336"/>
                      <a:pt x="89" y="1340"/>
                    </a:cubicBezTo>
                    <a:cubicBezTo>
                      <a:pt x="90" y="1341"/>
                      <a:pt x="91" y="1341"/>
                      <a:pt x="91" y="1342"/>
                    </a:cubicBezTo>
                    <a:cubicBezTo>
                      <a:pt x="91" y="1342"/>
                      <a:pt x="91" y="1342"/>
                      <a:pt x="91" y="1342"/>
                    </a:cubicBezTo>
                    <a:cubicBezTo>
                      <a:pt x="91" y="1344"/>
                      <a:pt x="91" y="1346"/>
                      <a:pt x="92" y="1347"/>
                    </a:cubicBezTo>
                    <a:cubicBezTo>
                      <a:pt x="94" y="1352"/>
                      <a:pt x="99" y="1353"/>
                      <a:pt x="104" y="1352"/>
                    </a:cubicBezTo>
                    <a:cubicBezTo>
                      <a:pt x="104" y="1351"/>
                      <a:pt x="104" y="1351"/>
                      <a:pt x="104" y="1351"/>
                    </a:cubicBezTo>
                    <a:cubicBezTo>
                      <a:pt x="105" y="1353"/>
                      <a:pt x="105" y="1354"/>
                      <a:pt x="106" y="1356"/>
                    </a:cubicBezTo>
                    <a:cubicBezTo>
                      <a:pt x="110" y="1362"/>
                      <a:pt x="122" y="1365"/>
                      <a:pt x="126" y="1359"/>
                    </a:cubicBezTo>
                    <a:cubicBezTo>
                      <a:pt x="133" y="1363"/>
                      <a:pt x="145" y="1364"/>
                      <a:pt x="150" y="1358"/>
                    </a:cubicBezTo>
                    <a:cubicBezTo>
                      <a:pt x="153" y="1368"/>
                      <a:pt x="167" y="1366"/>
                      <a:pt x="176" y="1365"/>
                    </a:cubicBezTo>
                    <a:cubicBezTo>
                      <a:pt x="184" y="1363"/>
                      <a:pt x="188" y="1357"/>
                      <a:pt x="193" y="1353"/>
                    </a:cubicBezTo>
                    <a:cubicBezTo>
                      <a:pt x="197" y="1349"/>
                      <a:pt x="201" y="1345"/>
                      <a:pt x="200" y="1335"/>
                    </a:cubicBezTo>
                    <a:cubicBezTo>
                      <a:pt x="198" y="1325"/>
                      <a:pt x="199" y="1325"/>
                      <a:pt x="200" y="1313"/>
                    </a:cubicBezTo>
                    <a:cubicBezTo>
                      <a:pt x="201" y="1306"/>
                      <a:pt x="207" y="1303"/>
                      <a:pt x="208" y="1292"/>
                    </a:cubicBezTo>
                    <a:cubicBezTo>
                      <a:pt x="208" y="1282"/>
                      <a:pt x="202" y="1242"/>
                      <a:pt x="202" y="1237"/>
                    </a:cubicBezTo>
                    <a:cubicBezTo>
                      <a:pt x="204" y="1224"/>
                      <a:pt x="196" y="1214"/>
                      <a:pt x="194" y="1194"/>
                    </a:cubicBezTo>
                    <a:cubicBezTo>
                      <a:pt x="191" y="1173"/>
                      <a:pt x="198" y="1103"/>
                      <a:pt x="198" y="1090"/>
                    </a:cubicBezTo>
                    <a:cubicBezTo>
                      <a:pt x="198" y="1066"/>
                      <a:pt x="210" y="1026"/>
                      <a:pt x="207" y="977"/>
                    </a:cubicBezTo>
                    <a:cubicBezTo>
                      <a:pt x="205" y="948"/>
                      <a:pt x="192" y="861"/>
                      <a:pt x="192" y="841"/>
                    </a:cubicBezTo>
                    <a:cubicBezTo>
                      <a:pt x="192" y="838"/>
                      <a:pt x="191" y="816"/>
                      <a:pt x="193" y="812"/>
                    </a:cubicBezTo>
                    <a:cubicBezTo>
                      <a:pt x="196" y="799"/>
                      <a:pt x="206" y="638"/>
                      <a:pt x="206" y="636"/>
                    </a:cubicBezTo>
                    <a:cubicBezTo>
                      <a:pt x="208" y="617"/>
                      <a:pt x="220" y="502"/>
                      <a:pt x="220" y="502"/>
                    </a:cubicBezTo>
                    <a:cubicBezTo>
                      <a:pt x="225" y="502"/>
                      <a:pt x="225" y="502"/>
                      <a:pt x="225" y="502"/>
                    </a:cubicBezTo>
                    <a:cubicBezTo>
                      <a:pt x="225" y="502"/>
                      <a:pt x="239" y="615"/>
                      <a:pt x="240" y="634"/>
                    </a:cubicBezTo>
                    <a:cubicBezTo>
                      <a:pt x="240" y="636"/>
                      <a:pt x="248" y="799"/>
                      <a:pt x="252" y="812"/>
                    </a:cubicBezTo>
                    <a:cubicBezTo>
                      <a:pt x="253" y="816"/>
                      <a:pt x="252" y="838"/>
                      <a:pt x="252" y="841"/>
                    </a:cubicBezTo>
                    <a:cubicBezTo>
                      <a:pt x="252" y="861"/>
                      <a:pt x="240" y="948"/>
                      <a:pt x="238" y="977"/>
                    </a:cubicBezTo>
                    <a:cubicBezTo>
                      <a:pt x="235" y="1026"/>
                      <a:pt x="246" y="1066"/>
                      <a:pt x="246" y="1090"/>
                    </a:cubicBezTo>
                    <a:cubicBezTo>
                      <a:pt x="246" y="1103"/>
                      <a:pt x="254" y="1173"/>
                      <a:pt x="251" y="1194"/>
                    </a:cubicBezTo>
                    <a:cubicBezTo>
                      <a:pt x="248" y="1214"/>
                      <a:pt x="241" y="1224"/>
                      <a:pt x="242" y="1237"/>
                    </a:cubicBezTo>
                    <a:cubicBezTo>
                      <a:pt x="243" y="1242"/>
                      <a:pt x="236" y="1282"/>
                      <a:pt x="237" y="1292"/>
                    </a:cubicBezTo>
                    <a:cubicBezTo>
                      <a:pt x="238" y="1303"/>
                      <a:pt x="243" y="1306"/>
                      <a:pt x="244" y="1313"/>
                    </a:cubicBezTo>
                    <a:cubicBezTo>
                      <a:pt x="245" y="1325"/>
                      <a:pt x="246" y="1325"/>
                      <a:pt x="245" y="1335"/>
                    </a:cubicBezTo>
                    <a:cubicBezTo>
                      <a:pt x="244" y="1345"/>
                      <a:pt x="247" y="1349"/>
                      <a:pt x="252" y="1353"/>
                    </a:cubicBezTo>
                    <a:cubicBezTo>
                      <a:pt x="256" y="1357"/>
                      <a:pt x="260" y="1363"/>
                      <a:pt x="269" y="1365"/>
                    </a:cubicBezTo>
                    <a:cubicBezTo>
                      <a:pt x="277" y="1366"/>
                      <a:pt x="291" y="1368"/>
                      <a:pt x="294" y="1358"/>
                    </a:cubicBezTo>
                    <a:cubicBezTo>
                      <a:pt x="299" y="1364"/>
                      <a:pt x="312" y="1363"/>
                      <a:pt x="318" y="1359"/>
                    </a:cubicBezTo>
                    <a:cubicBezTo>
                      <a:pt x="323" y="1365"/>
                      <a:pt x="335" y="1362"/>
                      <a:pt x="338" y="1356"/>
                    </a:cubicBezTo>
                    <a:cubicBezTo>
                      <a:pt x="339" y="1355"/>
                      <a:pt x="340" y="1353"/>
                      <a:pt x="340" y="1351"/>
                    </a:cubicBezTo>
                    <a:cubicBezTo>
                      <a:pt x="340" y="1352"/>
                      <a:pt x="340" y="1352"/>
                      <a:pt x="340" y="1352"/>
                    </a:cubicBezTo>
                    <a:cubicBezTo>
                      <a:pt x="346" y="1353"/>
                      <a:pt x="352" y="1351"/>
                      <a:pt x="353" y="1347"/>
                    </a:cubicBezTo>
                    <a:cubicBezTo>
                      <a:pt x="353" y="1346"/>
                      <a:pt x="353" y="1344"/>
                      <a:pt x="353" y="1342"/>
                    </a:cubicBezTo>
                    <a:cubicBezTo>
                      <a:pt x="353" y="1342"/>
                      <a:pt x="353" y="1342"/>
                      <a:pt x="353" y="1342"/>
                    </a:cubicBezTo>
                    <a:cubicBezTo>
                      <a:pt x="354" y="1342"/>
                      <a:pt x="355" y="1341"/>
                      <a:pt x="355" y="1340"/>
                    </a:cubicBezTo>
                    <a:cubicBezTo>
                      <a:pt x="360" y="1336"/>
                      <a:pt x="354" y="1329"/>
                      <a:pt x="352" y="1323"/>
                    </a:cubicBezTo>
                    <a:cubicBezTo>
                      <a:pt x="350" y="1316"/>
                      <a:pt x="347" y="1312"/>
                      <a:pt x="341" y="1309"/>
                    </a:cubicBezTo>
                    <a:cubicBezTo>
                      <a:pt x="335" y="1305"/>
                      <a:pt x="333" y="1300"/>
                      <a:pt x="326" y="1294"/>
                    </a:cubicBezTo>
                    <a:cubicBezTo>
                      <a:pt x="318" y="1287"/>
                      <a:pt x="303" y="1252"/>
                      <a:pt x="304" y="1251"/>
                    </a:cubicBezTo>
                    <a:cubicBezTo>
                      <a:pt x="308" y="1241"/>
                      <a:pt x="307" y="1229"/>
                      <a:pt x="305" y="1223"/>
                    </a:cubicBezTo>
                    <a:cubicBezTo>
                      <a:pt x="304" y="1216"/>
                      <a:pt x="307" y="1188"/>
                      <a:pt x="315" y="1153"/>
                    </a:cubicBezTo>
                    <a:cubicBezTo>
                      <a:pt x="323" y="1117"/>
                      <a:pt x="344" y="1066"/>
                      <a:pt x="346" y="1011"/>
                    </a:cubicBezTo>
                    <a:cubicBezTo>
                      <a:pt x="347" y="978"/>
                      <a:pt x="342" y="916"/>
                      <a:pt x="343" y="869"/>
                    </a:cubicBezTo>
                    <a:cubicBezTo>
                      <a:pt x="344" y="840"/>
                      <a:pt x="352" y="818"/>
                      <a:pt x="353" y="814"/>
                    </a:cubicBezTo>
                    <a:cubicBezTo>
                      <a:pt x="356" y="795"/>
                      <a:pt x="357" y="761"/>
                      <a:pt x="359" y="751"/>
                    </a:cubicBezTo>
                    <a:cubicBezTo>
                      <a:pt x="407" y="582"/>
                      <a:pt x="390" y="445"/>
                      <a:pt x="388" y="411"/>
                    </a:cubicBezTo>
                    <a:cubicBezTo>
                      <a:pt x="388" y="411"/>
                      <a:pt x="392" y="340"/>
                      <a:pt x="390" y="328"/>
                    </a:cubicBezTo>
                    <a:cubicBezTo>
                      <a:pt x="389" y="303"/>
                      <a:pt x="377" y="277"/>
                      <a:pt x="371" y="213"/>
                    </a:cubicBezTo>
                    <a:cubicBezTo>
                      <a:pt x="371" y="153"/>
                      <a:pt x="377" y="73"/>
                      <a:pt x="376" y="58"/>
                    </a:cubicBezTo>
                    <a:cubicBezTo>
                      <a:pt x="378" y="33"/>
                      <a:pt x="382" y="11"/>
                      <a:pt x="382" y="1"/>
                    </a:cubicBezTo>
                    <a:cubicBezTo>
                      <a:pt x="382" y="0"/>
                      <a:pt x="382" y="0"/>
                      <a:pt x="382" y="0"/>
                    </a:cubicBezTo>
                    <a:cubicBezTo>
                      <a:pt x="383" y="9"/>
                      <a:pt x="383" y="16"/>
                      <a:pt x="384" y="20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2289" name="Freeform 90">
                <a:extLst>
                  <a:ext uri="{FF2B5EF4-FFF2-40B4-BE49-F238E27FC236}">
                    <a16:creationId xmlns:a16="http://schemas.microsoft.com/office/drawing/2014/main" id="{7C669B9F-6FF5-411C-8E61-C0944DB221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7" y="1176"/>
                <a:ext cx="324" cy="290"/>
              </a:xfrm>
              <a:custGeom>
                <a:avLst/>
                <a:gdLst>
                  <a:gd name="T0" fmla="*/ 55 w 194"/>
                  <a:gd name="T1" fmla="*/ 0 h 174"/>
                  <a:gd name="T2" fmla="*/ 204 w 194"/>
                  <a:gd name="T3" fmla="*/ 333 h 174"/>
                  <a:gd name="T4" fmla="*/ 474 w 194"/>
                  <a:gd name="T5" fmla="*/ 425 h 174"/>
                  <a:gd name="T6" fmla="*/ 904 w 194"/>
                  <a:gd name="T7" fmla="*/ 805 h 17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4" h="174">
                    <a:moveTo>
                      <a:pt x="12" y="0"/>
                    </a:moveTo>
                    <a:cubicBezTo>
                      <a:pt x="12" y="12"/>
                      <a:pt x="0" y="56"/>
                      <a:pt x="44" y="72"/>
                    </a:cubicBezTo>
                    <a:cubicBezTo>
                      <a:pt x="55" y="78"/>
                      <a:pt x="88" y="89"/>
                      <a:pt x="102" y="92"/>
                    </a:cubicBezTo>
                    <a:cubicBezTo>
                      <a:pt x="121" y="98"/>
                      <a:pt x="182" y="115"/>
                      <a:pt x="194" y="174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2290" name="Freeform 91">
                <a:extLst>
                  <a:ext uri="{FF2B5EF4-FFF2-40B4-BE49-F238E27FC236}">
                    <a16:creationId xmlns:a16="http://schemas.microsoft.com/office/drawing/2014/main" id="{9F2DE5F2-14D2-4A1A-8D17-D591037683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2" y="2475"/>
                <a:ext cx="40" cy="108"/>
              </a:xfrm>
              <a:custGeom>
                <a:avLst/>
                <a:gdLst>
                  <a:gd name="T0" fmla="*/ 47 w 24"/>
                  <a:gd name="T1" fmla="*/ 20 h 65"/>
                  <a:gd name="T2" fmla="*/ 42 w 24"/>
                  <a:gd name="T3" fmla="*/ 110 h 65"/>
                  <a:gd name="T4" fmla="*/ 37 w 24"/>
                  <a:gd name="T5" fmla="*/ 155 h 65"/>
                  <a:gd name="T6" fmla="*/ 47 w 24"/>
                  <a:gd name="T7" fmla="*/ 216 h 65"/>
                  <a:gd name="T8" fmla="*/ 22 w 24"/>
                  <a:gd name="T9" fmla="*/ 258 h 65"/>
                  <a:gd name="T10" fmla="*/ 0 w 24"/>
                  <a:gd name="T11" fmla="*/ 271 h 65"/>
                  <a:gd name="T12" fmla="*/ 83 w 24"/>
                  <a:gd name="T13" fmla="*/ 251 h 65"/>
                  <a:gd name="T14" fmla="*/ 92 w 24"/>
                  <a:gd name="T15" fmla="*/ 151 h 65"/>
                  <a:gd name="T16" fmla="*/ 75 w 24"/>
                  <a:gd name="T17" fmla="*/ 91 h 65"/>
                  <a:gd name="T18" fmla="*/ 70 w 24"/>
                  <a:gd name="T19" fmla="*/ 37 h 65"/>
                  <a:gd name="T20" fmla="*/ 47 w 24"/>
                  <a:gd name="T21" fmla="*/ 20 h 6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4" h="65">
                    <a:moveTo>
                      <a:pt x="10" y="4"/>
                    </a:moveTo>
                    <a:cubicBezTo>
                      <a:pt x="10" y="10"/>
                      <a:pt x="10" y="17"/>
                      <a:pt x="9" y="24"/>
                    </a:cubicBezTo>
                    <a:cubicBezTo>
                      <a:pt x="9" y="27"/>
                      <a:pt x="9" y="31"/>
                      <a:pt x="8" y="34"/>
                    </a:cubicBezTo>
                    <a:cubicBezTo>
                      <a:pt x="8" y="39"/>
                      <a:pt x="11" y="42"/>
                      <a:pt x="10" y="47"/>
                    </a:cubicBezTo>
                    <a:cubicBezTo>
                      <a:pt x="9" y="50"/>
                      <a:pt x="7" y="53"/>
                      <a:pt x="5" y="56"/>
                    </a:cubicBezTo>
                    <a:cubicBezTo>
                      <a:pt x="3" y="58"/>
                      <a:pt x="1" y="57"/>
                      <a:pt x="0" y="59"/>
                    </a:cubicBezTo>
                    <a:cubicBezTo>
                      <a:pt x="3" y="65"/>
                      <a:pt x="15" y="58"/>
                      <a:pt x="18" y="55"/>
                    </a:cubicBezTo>
                    <a:cubicBezTo>
                      <a:pt x="24" y="49"/>
                      <a:pt x="23" y="42"/>
                      <a:pt x="20" y="33"/>
                    </a:cubicBezTo>
                    <a:cubicBezTo>
                      <a:pt x="19" y="29"/>
                      <a:pt x="17" y="25"/>
                      <a:pt x="16" y="20"/>
                    </a:cubicBezTo>
                    <a:cubicBezTo>
                      <a:pt x="16" y="16"/>
                      <a:pt x="16" y="12"/>
                      <a:pt x="15" y="8"/>
                    </a:cubicBezTo>
                    <a:cubicBezTo>
                      <a:pt x="14" y="7"/>
                      <a:pt x="12" y="0"/>
                      <a:pt x="10" y="4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2291" name="Freeform 92">
                <a:extLst>
                  <a:ext uri="{FF2B5EF4-FFF2-40B4-BE49-F238E27FC236}">
                    <a16:creationId xmlns:a16="http://schemas.microsoft.com/office/drawing/2014/main" id="{D7BABE72-26BA-498E-BC11-815D7DD336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2" y="2475"/>
                <a:ext cx="32" cy="91"/>
              </a:xfrm>
              <a:custGeom>
                <a:avLst/>
                <a:gdLst>
                  <a:gd name="T0" fmla="*/ 8 w 19"/>
                  <a:gd name="T1" fmla="*/ 0 h 55"/>
                  <a:gd name="T2" fmla="*/ 20 w 19"/>
                  <a:gd name="T3" fmla="*/ 68 h 55"/>
                  <a:gd name="T4" fmla="*/ 20 w 19"/>
                  <a:gd name="T5" fmla="*/ 113 h 55"/>
                  <a:gd name="T6" fmla="*/ 13 w 19"/>
                  <a:gd name="T7" fmla="*/ 179 h 55"/>
                  <a:gd name="T8" fmla="*/ 5 w 19"/>
                  <a:gd name="T9" fmla="*/ 200 h 55"/>
                  <a:gd name="T10" fmla="*/ 13 w 19"/>
                  <a:gd name="T11" fmla="*/ 230 h 55"/>
                  <a:gd name="T12" fmla="*/ 49 w 19"/>
                  <a:gd name="T13" fmla="*/ 250 h 55"/>
                  <a:gd name="T14" fmla="*/ 91 w 19"/>
                  <a:gd name="T15" fmla="*/ 243 h 55"/>
                  <a:gd name="T16" fmla="*/ 34 w 19"/>
                  <a:gd name="T17" fmla="*/ 202 h 55"/>
                  <a:gd name="T18" fmla="*/ 42 w 19"/>
                  <a:gd name="T19" fmla="*/ 167 h 55"/>
                  <a:gd name="T20" fmla="*/ 49 w 19"/>
                  <a:gd name="T21" fmla="*/ 126 h 55"/>
                  <a:gd name="T22" fmla="*/ 29 w 19"/>
                  <a:gd name="T23" fmla="*/ 41 h 55"/>
                  <a:gd name="T24" fmla="*/ 8 w 19"/>
                  <a:gd name="T25" fmla="*/ 0 h 5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9" h="55">
                    <a:moveTo>
                      <a:pt x="2" y="0"/>
                    </a:moveTo>
                    <a:cubicBezTo>
                      <a:pt x="3" y="5"/>
                      <a:pt x="3" y="10"/>
                      <a:pt x="4" y="15"/>
                    </a:cubicBezTo>
                    <a:cubicBezTo>
                      <a:pt x="4" y="19"/>
                      <a:pt x="4" y="22"/>
                      <a:pt x="4" y="25"/>
                    </a:cubicBezTo>
                    <a:cubicBezTo>
                      <a:pt x="4" y="30"/>
                      <a:pt x="6" y="35"/>
                      <a:pt x="3" y="39"/>
                    </a:cubicBezTo>
                    <a:cubicBezTo>
                      <a:pt x="2" y="40"/>
                      <a:pt x="1" y="42"/>
                      <a:pt x="1" y="44"/>
                    </a:cubicBezTo>
                    <a:cubicBezTo>
                      <a:pt x="0" y="46"/>
                      <a:pt x="2" y="49"/>
                      <a:pt x="3" y="51"/>
                    </a:cubicBezTo>
                    <a:cubicBezTo>
                      <a:pt x="5" y="53"/>
                      <a:pt x="8" y="55"/>
                      <a:pt x="10" y="55"/>
                    </a:cubicBezTo>
                    <a:cubicBezTo>
                      <a:pt x="13" y="55"/>
                      <a:pt x="16" y="54"/>
                      <a:pt x="19" y="54"/>
                    </a:cubicBezTo>
                    <a:cubicBezTo>
                      <a:pt x="15" y="51"/>
                      <a:pt x="8" y="51"/>
                      <a:pt x="7" y="45"/>
                    </a:cubicBezTo>
                    <a:cubicBezTo>
                      <a:pt x="6" y="42"/>
                      <a:pt x="7" y="40"/>
                      <a:pt x="9" y="37"/>
                    </a:cubicBezTo>
                    <a:cubicBezTo>
                      <a:pt x="10" y="35"/>
                      <a:pt x="10" y="31"/>
                      <a:pt x="10" y="28"/>
                    </a:cubicBezTo>
                    <a:cubicBezTo>
                      <a:pt x="9" y="22"/>
                      <a:pt x="8" y="15"/>
                      <a:pt x="6" y="9"/>
                    </a:cubicBezTo>
                    <a:cubicBezTo>
                      <a:pt x="5" y="6"/>
                      <a:pt x="4" y="3"/>
                      <a:pt x="2" y="0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2292" name="Freeform 93">
                <a:extLst>
                  <a:ext uri="{FF2B5EF4-FFF2-40B4-BE49-F238E27FC236}">
                    <a16:creationId xmlns:a16="http://schemas.microsoft.com/office/drawing/2014/main" id="{29C07032-B614-482F-AB45-F03078C27C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8" y="2358"/>
                <a:ext cx="158" cy="300"/>
              </a:xfrm>
              <a:custGeom>
                <a:avLst/>
                <a:gdLst>
                  <a:gd name="T0" fmla="*/ 249 w 95"/>
                  <a:gd name="T1" fmla="*/ 55 h 180"/>
                  <a:gd name="T2" fmla="*/ 313 w 95"/>
                  <a:gd name="T3" fmla="*/ 255 h 180"/>
                  <a:gd name="T4" fmla="*/ 374 w 95"/>
                  <a:gd name="T5" fmla="*/ 463 h 180"/>
                  <a:gd name="T6" fmla="*/ 258 w 95"/>
                  <a:gd name="T7" fmla="*/ 367 h 180"/>
                  <a:gd name="T8" fmla="*/ 213 w 95"/>
                  <a:gd name="T9" fmla="*/ 312 h 180"/>
                  <a:gd name="T10" fmla="*/ 225 w 95"/>
                  <a:gd name="T11" fmla="*/ 388 h 180"/>
                  <a:gd name="T12" fmla="*/ 230 w 95"/>
                  <a:gd name="T13" fmla="*/ 480 h 180"/>
                  <a:gd name="T14" fmla="*/ 249 w 95"/>
                  <a:gd name="T15" fmla="*/ 542 h 180"/>
                  <a:gd name="T16" fmla="*/ 299 w 95"/>
                  <a:gd name="T17" fmla="*/ 583 h 180"/>
                  <a:gd name="T18" fmla="*/ 396 w 95"/>
                  <a:gd name="T19" fmla="*/ 612 h 180"/>
                  <a:gd name="T20" fmla="*/ 318 w 95"/>
                  <a:gd name="T21" fmla="*/ 647 h 180"/>
                  <a:gd name="T22" fmla="*/ 396 w 95"/>
                  <a:gd name="T23" fmla="*/ 662 h 180"/>
                  <a:gd name="T24" fmla="*/ 404 w 95"/>
                  <a:gd name="T25" fmla="*/ 722 h 180"/>
                  <a:gd name="T26" fmla="*/ 374 w 95"/>
                  <a:gd name="T27" fmla="*/ 728 h 180"/>
                  <a:gd name="T28" fmla="*/ 388 w 95"/>
                  <a:gd name="T29" fmla="*/ 787 h 180"/>
                  <a:gd name="T30" fmla="*/ 318 w 95"/>
                  <a:gd name="T31" fmla="*/ 797 h 180"/>
                  <a:gd name="T32" fmla="*/ 299 w 95"/>
                  <a:gd name="T33" fmla="*/ 792 h 180"/>
                  <a:gd name="T34" fmla="*/ 276 w 95"/>
                  <a:gd name="T35" fmla="*/ 828 h 180"/>
                  <a:gd name="T36" fmla="*/ 213 w 95"/>
                  <a:gd name="T37" fmla="*/ 800 h 180"/>
                  <a:gd name="T38" fmla="*/ 133 w 95"/>
                  <a:gd name="T39" fmla="*/ 728 h 180"/>
                  <a:gd name="T40" fmla="*/ 62 w 95"/>
                  <a:gd name="T41" fmla="*/ 578 h 180"/>
                  <a:gd name="T42" fmla="*/ 8 w 95"/>
                  <a:gd name="T43" fmla="*/ 425 h 180"/>
                  <a:gd name="T44" fmla="*/ 8 w 95"/>
                  <a:gd name="T45" fmla="*/ 278 h 180"/>
                  <a:gd name="T46" fmla="*/ 8 w 95"/>
                  <a:gd name="T47" fmla="*/ 0 h 180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95" h="180">
                    <a:moveTo>
                      <a:pt x="54" y="12"/>
                    </a:moveTo>
                    <a:cubicBezTo>
                      <a:pt x="61" y="19"/>
                      <a:pt x="58" y="46"/>
                      <a:pt x="68" y="55"/>
                    </a:cubicBezTo>
                    <a:cubicBezTo>
                      <a:pt x="77" y="65"/>
                      <a:pt x="93" y="92"/>
                      <a:pt x="81" y="100"/>
                    </a:cubicBezTo>
                    <a:cubicBezTo>
                      <a:pt x="70" y="108"/>
                      <a:pt x="59" y="89"/>
                      <a:pt x="56" y="79"/>
                    </a:cubicBezTo>
                    <a:cubicBezTo>
                      <a:pt x="52" y="69"/>
                      <a:pt x="46" y="67"/>
                      <a:pt x="46" y="67"/>
                    </a:cubicBezTo>
                    <a:cubicBezTo>
                      <a:pt x="46" y="67"/>
                      <a:pt x="52" y="79"/>
                      <a:pt x="49" y="84"/>
                    </a:cubicBezTo>
                    <a:cubicBezTo>
                      <a:pt x="47" y="89"/>
                      <a:pt x="54" y="97"/>
                      <a:pt x="50" y="104"/>
                    </a:cubicBezTo>
                    <a:cubicBezTo>
                      <a:pt x="48" y="106"/>
                      <a:pt x="53" y="108"/>
                      <a:pt x="54" y="117"/>
                    </a:cubicBezTo>
                    <a:cubicBezTo>
                      <a:pt x="55" y="126"/>
                      <a:pt x="59" y="117"/>
                      <a:pt x="65" y="126"/>
                    </a:cubicBezTo>
                    <a:cubicBezTo>
                      <a:pt x="68" y="129"/>
                      <a:pt x="84" y="110"/>
                      <a:pt x="86" y="132"/>
                    </a:cubicBezTo>
                    <a:cubicBezTo>
                      <a:pt x="86" y="134"/>
                      <a:pt x="69" y="138"/>
                      <a:pt x="69" y="140"/>
                    </a:cubicBezTo>
                    <a:cubicBezTo>
                      <a:pt x="69" y="142"/>
                      <a:pt x="86" y="141"/>
                      <a:pt x="86" y="143"/>
                    </a:cubicBezTo>
                    <a:cubicBezTo>
                      <a:pt x="86" y="143"/>
                      <a:pt x="95" y="152"/>
                      <a:pt x="88" y="156"/>
                    </a:cubicBezTo>
                    <a:cubicBezTo>
                      <a:pt x="81" y="157"/>
                      <a:pt x="81" y="157"/>
                      <a:pt x="81" y="157"/>
                    </a:cubicBezTo>
                    <a:cubicBezTo>
                      <a:pt x="81" y="157"/>
                      <a:pt x="90" y="164"/>
                      <a:pt x="84" y="170"/>
                    </a:cubicBezTo>
                    <a:cubicBezTo>
                      <a:pt x="81" y="173"/>
                      <a:pt x="72" y="172"/>
                      <a:pt x="69" y="172"/>
                    </a:cubicBezTo>
                    <a:cubicBezTo>
                      <a:pt x="67" y="172"/>
                      <a:pt x="65" y="171"/>
                      <a:pt x="65" y="171"/>
                    </a:cubicBezTo>
                    <a:cubicBezTo>
                      <a:pt x="65" y="171"/>
                      <a:pt x="65" y="179"/>
                      <a:pt x="60" y="179"/>
                    </a:cubicBezTo>
                    <a:cubicBezTo>
                      <a:pt x="54" y="180"/>
                      <a:pt x="48" y="175"/>
                      <a:pt x="46" y="173"/>
                    </a:cubicBezTo>
                    <a:cubicBezTo>
                      <a:pt x="45" y="170"/>
                      <a:pt x="33" y="165"/>
                      <a:pt x="29" y="157"/>
                    </a:cubicBezTo>
                    <a:cubicBezTo>
                      <a:pt x="24" y="149"/>
                      <a:pt x="18" y="149"/>
                      <a:pt x="13" y="125"/>
                    </a:cubicBezTo>
                    <a:cubicBezTo>
                      <a:pt x="11" y="114"/>
                      <a:pt x="3" y="101"/>
                      <a:pt x="2" y="92"/>
                    </a:cubicBezTo>
                    <a:cubicBezTo>
                      <a:pt x="1" y="83"/>
                      <a:pt x="0" y="74"/>
                      <a:pt x="2" y="60"/>
                    </a:cubicBezTo>
                    <a:cubicBezTo>
                      <a:pt x="4" y="45"/>
                      <a:pt x="2" y="0"/>
                      <a:pt x="2" y="0"/>
                    </a:cubicBezTo>
                  </a:path>
                </a:pathLst>
              </a:custGeom>
              <a:solidFill>
                <a:srgbClr val="FEF3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2293" name="Freeform 94">
                <a:extLst>
                  <a:ext uri="{FF2B5EF4-FFF2-40B4-BE49-F238E27FC236}">
                    <a16:creationId xmlns:a16="http://schemas.microsoft.com/office/drawing/2014/main" id="{FCDA8A43-570F-4CD9-95C4-48835164CF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3" y="2471"/>
                <a:ext cx="42" cy="82"/>
              </a:xfrm>
              <a:custGeom>
                <a:avLst/>
                <a:gdLst>
                  <a:gd name="T0" fmla="*/ 96 w 25"/>
                  <a:gd name="T1" fmla="*/ 5 h 49"/>
                  <a:gd name="T2" fmla="*/ 42 w 25"/>
                  <a:gd name="T3" fmla="*/ 33 h 49"/>
                  <a:gd name="T4" fmla="*/ 37 w 25"/>
                  <a:gd name="T5" fmla="*/ 126 h 49"/>
                  <a:gd name="T6" fmla="*/ 49 w 25"/>
                  <a:gd name="T7" fmla="*/ 221 h 49"/>
                  <a:gd name="T8" fmla="*/ 82 w 25"/>
                  <a:gd name="T9" fmla="*/ 187 h 49"/>
                  <a:gd name="T10" fmla="*/ 111 w 25"/>
                  <a:gd name="T11" fmla="*/ 126 h 49"/>
                  <a:gd name="T12" fmla="*/ 111 w 25"/>
                  <a:gd name="T13" fmla="*/ 47 h 49"/>
                  <a:gd name="T14" fmla="*/ 96 w 25"/>
                  <a:gd name="T15" fmla="*/ 5 h 4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5" h="49">
                    <a:moveTo>
                      <a:pt x="20" y="1"/>
                    </a:moveTo>
                    <a:cubicBezTo>
                      <a:pt x="20" y="1"/>
                      <a:pt x="24" y="0"/>
                      <a:pt x="9" y="7"/>
                    </a:cubicBezTo>
                    <a:cubicBezTo>
                      <a:pt x="0" y="10"/>
                      <a:pt x="7" y="25"/>
                      <a:pt x="8" y="27"/>
                    </a:cubicBezTo>
                    <a:cubicBezTo>
                      <a:pt x="9" y="29"/>
                      <a:pt x="10" y="47"/>
                      <a:pt x="10" y="47"/>
                    </a:cubicBezTo>
                    <a:cubicBezTo>
                      <a:pt x="10" y="47"/>
                      <a:pt x="13" y="49"/>
                      <a:pt x="17" y="40"/>
                    </a:cubicBezTo>
                    <a:cubicBezTo>
                      <a:pt x="20" y="32"/>
                      <a:pt x="25" y="40"/>
                      <a:pt x="23" y="27"/>
                    </a:cubicBezTo>
                    <a:cubicBezTo>
                      <a:pt x="20" y="14"/>
                      <a:pt x="23" y="14"/>
                      <a:pt x="23" y="10"/>
                    </a:cubicBezTo>
                    <a:lnTo>
                      <a:pt x="20" y="1"/>
                    </a:lnTo>
                    <a:close/>
                  </a:path>
                </a:pathLst>
              </a:custGeom>
              <a:solidFill>
                <a:srgbClr val="F3D7C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2294" name="Freeform 95">
                <a:extLst>
                  <a:ext uri="{FF2B5EF4-FFF2-40B4-BE49-F238E27FC236}">
                    <a16:creationId xmlns:a16="http://schemas.microsoft.com/office/drawing/2014/main" id="{7D401B3B-A45F-4D97-B18C-452645929E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8" y="2358"/>
                <a:ext cx="157" cy="300"/>
              </a:xfrm>
              <a:custGeom>
                <a:avLst/>
                <a:gdLst>
                  <a:gd name="T0" fmla="*/ 304 w 94"/>
                  <a:gd name="T1" fmla="*/ 97 h 180"/>
                  <a:gd name="T2" fmla="*/ 321 w 94"/>
                  <a:gd name="T3" fmla="*/ 263 h 180"/>
                  <a:gd name="T4" fmla="*/ 382 w 94"/>
                  <a:gd name="T5" fmla="*/ 463 h 180"/>
                  <a:gd name="T6" fmla="*/ 266 w 94"/>
                  <a:gd name="T7" fmla="*/ 380 h 180"/>
                  <a:gd name="T8" fmla="*/ 215 w 94"/>
                  <a:gd name="T9" fmla="*/ 312 h 180"/>
                  <a:gd name="T10" fmla="*/ 229 w 94"/>
                  <a:gd name="T11" fmla="*/ 388 h 180"/>
                  <a:gd name="T12" fmla="*/ 234 w 94"/>
                  <a:gd name="T13" fmla="*/ 480 h 180"/>
                  <a:gd name="T14" fmla="*/ 249 w 94"/>
                  <a:gd name="T15" fmla="*/ 542 h 180"/>
                  <a:gd name="T16" fmla="*/ 304 w 94"/>
                  <a:gd name="T17" fmla="*/ 583 h 180"/>
                  <a:gd name="T18" fmla="*/ 403 w 94"/>
                  <a:gd name="T19" fmla="*/ 605 h 180"/>
                  <a:gd name="T20" fmla="*/ 321 w 94"/>
                  <a:gd name="T21" fmla="*/ 647 h 180"/>
                  <a:gd name="T22" fmla="*/ 396 w 94"/>
                  <a:gd name="T23" fmla="*/ 662 h 180"/>
                  <a:gd name="T24" fmla="*/ 404 w 94"/>
                  <a:gd name="T25" fmla="*/ 728 h 180"/>
                  <a:gd name="T26" fmla="*/ 376 w 94"/>
                  <a:gd name="T27" fmla="*/ 728 h 180"/>
                  <a:gd name="T28" fmla="*/ 387 w 94"/>
                  <a:gd name="T29" fmla="*/ 792 h 180"/>
                  <a:gd name="T30" fmla="*/ 321 w 94"/>
                  <a:gd name="T31" fmla="*/ 797 h 180"/>
                  <a:gd name="T32" fmla="*/ 299 w 94"/>
                  <a:gd name="T33" fmla="*/ 792 h 180"/>
                  <a:gd name="T34" fmla="*/ 276 w 94"/>
                  <a:gd name="T35" fmla="*/ 833 h 180"/>
                  <a:gd name="T36" fmla="*/ 215 w 94"/>
                  <a:gd name="T37" fmla="*/ 800 h 180"/>
                  <a:gd name="T38" fmla="*/ 132 w 94"/>
                  <a:gd name="T39" fmla="*/ 728 h 180"/>
                  <a:gd name="T40" fmla="*/ 62 w 94"/>
                  <a:gd name="T41" fmla="*/ 583 h 180"/>
                  <a:gd name="T42" fmla="*/ 8 w 94"/>
                  <a:gd name="T43" fmla="*/ 425 h 180"/>
                  <a:gd name="T44" fmla="*/ 8 w 94"/>
                  <a:gd name="T45" fmla="*/ 278 h 180"/>
                  <a:gd name="T46" fmla="*/ 8 w 94"/>
                  <a:gd name="T47" fmla="*/ 0 h 180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94" h="180">
                    <a:moveTo>
                      <a:pt x="65" y="21"/>
                    </a:moveTo>
                    <a:cubicBezTo>
                      <a:pt x="69" y="33"/>
                      <a:pt x="60" y="47"/>
                      <a:pt x="69" y="57"/>
                    </a:cubicBezTo>
                    <a:cubicBezTo>
                      <a:pt x="79" y="67"/>
                      <a:pt x="94" y="92"/>
                      <a:pt x="82" y="100"/>
                    </a:cubicBezTo>
                    <a:cubicBezTo>
                      <a:pt x="71" y="108"/>
                      <a:pt x="61" y="92"/>
                      <a:pt x="57" y="82"/>
                    </a:cubicBezTo>
                    <a:cubicBezTo>
                      <a:pt x="54" y="72"/>
                      <a:pt x="46" y="67"/>
                      <a:pt x="46" y="67"/>
                    </a:cubicBezTo>
                    <a:cubicBezTo>
                      <a:pt x="46" y="67"/>
                      <a:pt x="52" y="79"/>
                      <a:pt x="49" y="84"/>
                    </a:cubicBezTo>
                    <a:cubicBezTo>
                      <a:pt x="46" y="89"/>
                      <a:pt x="53" y="97"/>
                      <a:pt x="50" y="104"/>
                    </a:cubicBezTo>
                    <a:cubicBezTo>
                      <a:pt x="48" y="106"/>
                      <a:pt x="52" y="108"/>
                      <a:pt x="53" y="117"/>
                    </a:cubicBezTo>
                    <a:cubicBezTo>
                      <a:pt x="54" y="126"/>
                      <a:pt x="59" y="117"/>
                      <a:pt x="65" y="126"/>
                    </a:cubicBezTo>
                    <a:cubicBezTo>
                      <a:pt x="67" y="129"/>
                      <a:pt x="85" y="111"/>
                      <a:pt x="86" y="131"/>
                    </a:cubicBezTo>
                    <a:cubicBezTo>
                      <a:pt x="86" y="133"/>
                      <a:pt x="69" y="138"/>
                      <a:pt x="69" y="140"/>
                    </a:cubicBezTo>
                    <a:cubicBezTo>
                      <a:pt x="69" y="142"/>
                      <a:pt x="86" y="141"/>
                      <a:pt x="85" y="143"/>
                    </a:cubicBezTo>
                    <a:cubicBezTo>
                      <a:pt x="85" y="143"/>
                      <a:pt x="94" y="152"/>
                      <a:pt x="87" y="157"/>
                    </a:cubicBezTo>
                    <a:cubicBezTo>
                      <a:pt x="81" y="157"/>
                      <a:pt x="81" y="157"/>
                      <a:pt x="81" y="157"/>
                    </a:cubicBezTo>
                    <a:cubicBezTo>
                      <a:pt x="81" y="157"/>
                      <a:pt x="89" y="164"/>
                      <a:pt x="83" y="171"/>
                    </a:cubicBezTo>
                    <a:cubicBezTo>
                      <a:pt x="81" y="173"/>
                      <a:pt x="72" y="172"/>
                      <a:pt x="69" y="172"/>
                    </a:cubicBezTo>
                    <a:cubicBezTo>
                      <a:pt x="66" y="172"/>
                      <a:pt x="64" y="171"/>
                      <a:pt x="64" y="171"/>
                    </a:cubicBezTo>
                    <a:cubicBezTo>
                      <a:pt x="64" y="171"/>
                      <a:pt x="65" y="179"/>
                      <a:pt x="59" y="180"/>
                    </a:cubicBezTo>
                    <a:cubicBezTo>
                      <a:pt x="54" y="180"/>
                      <a:pt x="48" y="175"/>
                      <a:pt x="46" y="173"/>
                    </a:cubicBezTo>
                    <a:cubicBezTo>
                      <a:pt x="44" y="170"/>
                      <a:pt x="33" y="165"/>
                      <a:pt x="28" y="157"/>
                    </a:cubicBezTo>
                    <a:cubicBezTo>
                      <a:pt x="24" y="149"/>
                      <a:pt x="17" y="149"/>
                      <a:pt x="13" y="126"/>
                    </a:cubicBezTo>
                    <a:cubicBezTo>
                      <a:pt x="10" y="114"/>
                      <a:pt x="2" y="101"/>
                      <a:pt x="2" y="92"/>
                    </a:cubicBezTo>
                    <a:cubicBezTo>
                      <a:pt x="1" y="83"/>
                      <a:pt x="0" y="74"/>
                      <a:pt x="2" y="60"/>
                    </a:cubicBezTo>
                    <a:cubicBezTo>
                      <a:pt x="3" y="46"/>
                      <a:pt x="2" y="0"/>
                      <a:pt x="2" y="0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2295" name="Freeform 96">
                <a:extLst>
                  <a:ext uri="{FF2B5EF4-FFF2-40B4-BE49-F238E27FC236}">
                    <a16:creationId xmlns:a16="http://schemas.microsoft.com/office/drawing/2014/main" id="{EFDE6E10-0D85-4D39-BAAC-20C66D3E80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0" y="2471"/>
                <a:ext cx="55" cy="170"/>
              </a:xfrm>
              <a:custGeom>
                <a:avLst/>
                <a:gdLst>
                  <a:gd name="T0" fmla="*/ 70 w 33"/>
                  <a:gd name="T1" fmla="*/ 0 h 102"/>
                  <a:gd name="T2" fmla="*/ 0 w 33"/>
                  <a:gd name="T3" fmla="*/ 55 h 102"/>
                  <a:gd name="T4" fmla="*/ 13 w 33"/>
                  <a:gd name="T5" fmla="*/ 120 h 102"/>
                  <a:gd name="T6" fmla="*/ 28 w 33"/>
                  <a:gd name="T7" fmla="*/ 208 h 102"/>
                  <a:gd name="T8" fmla="*/ 28 w 33"/>
                  <a:gd name="T9" fmla="*/ 250 h 102"/>
                  <a:gd name="T10" fmla="*/ 47 w 33"/>
                  <a:gd name="T11" fmla="*/ 272 h 102"/>
                  <a:gd name="T12" fmla="*/ 75 w 33"/>
                  <a:gd name="T13" fmla="*/ 362 h 102"/>
                  <a:gd name="T14" fmla="*/ 120 w 33"/>
                  <a:gd name="T15" fmla="*/ 412 h 102"/>
                  <a:gd name="T16" fmla="*/ 153 w 33"/>
                  <a:gd name="T17" fmla="*/ 472 h 10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3" h="102">
                    <a:moveTo>
                      <a:pt x="15" y="0"/>
                    </a:moveTo>
                    <a:cubicBezTo>
                      <a:pt x="10" y="3"/>
                      <a:pt x="2" y="5"/>
                      <a:pt x="0" y="12"/>
                    </a:cubicBezTo>
                    <a:cubicBezTo>
                      <a:pt x="0" y="15"/>
                      <a:pt x="1" y="22"/>
                      <a:pt x="3" y="26"/>
                    </a:cubicBezTo>
                    <a:cubicBezTo>
                      <a:pt x="5" y="32"/>
                      <a:pt x="6" y="38"/>
                      <a:pt x="6" y="45"/>
                    </a:cubicBezTo>
                    <a:cubicBezTo>
                      <a:pt x="7" y="48"/>
                      <a:pt x="6" y="51"/>
                      <a:pt x="6" y="54"/>
                    </a:cubicBezTo>
                    <a:cubicBezTo>
                      <a:pt x="7" y="57"/>
                      <a:pt x="8" y="57"/>
                      <a:pt x="10" y="59"/>
                    </a:cubicBezTo>
                    <a:cubicBezTo>
                      <a:pt x="13" y="65"/>
                      <a:pt x="14" y="72"/>
                      <a:pt x="16" y="78"/>
                    </a:cubicBezTo>
                    <a:cubicBezTo>
                      <a:pt x="18" y="85"/>
                      <a:pt x="22" y="84"/>
                      <a:pt x="26" y="89"/>
                    </a:cubicBezTo>
                    <a:cubicBezTo>
                      <a:pt x="29" y="92"/>
                      <a:pt x="33" y="98"/>
                      <a:pt x="33" y="102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2296" name="Freeform 97">
                <a:extLst>
                  <a:ext uri="{FF2B5EF4-FFF2-40B4-BE49-F238E27FC236}">
                    <a16:creationId xmlns:a16="http://schemas.microsoft.com/office/drawing/2014/main" id="{84062603-48AF-4C72-8F24-46995D97C2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0" y="2531"/>
                <a:ext cx="20" cy="20"/>
              </a:xfrm>
              <a:custGeom>
                <a:avLst/>
                <a:gdLst>
                  <a:gd name="T0" fmla="*/ 55 w 12"/>
                  <a:gd name="T1" fmla="*/ 0 h 12"/>
                  <a:gd name="T2" fmla="*/ 0 w 12"/>
                  <a:gd name="T3" fmla="*/ 55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12">
                    <a:moveTo>
                      <a:pt x="12" y="0"/>
                    </a:moveTo>
                    <a:cubicBezTo>
                      <a:pt x="6" y="2"/>
                      <a:pt x="6" y="12"/>
                      <a:pt x="0" y="12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2297" name="Freeform 98">
                <a:extLst>
                  <a:ext uri="{FF2B5EF4-FFF2-40B4-BE49-F238E27FC236}">
                    <a16:creationId xmlns:a16="http://schemas.microsoft.com/office/drawing/2014/main" id="{AB0DBE1E-0B1F-44AC-B292-603E9FA334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5" y="2591"/>
                <a:ext cx="60" cy="28"/>
              </a:xfrm>
              <a:custGeom>
                <a:avLst/>
                <a:gdLst>
                  <a:gd name="T0" fmla="*/ 0 w 36"/>
                  <a:gd name="T1" fmla="*/ 0 h 17"/>
                  <a:gd name="T2" fmla="*/ 83 w 36"/>
                  <a:gd name="T3" fmla="*/ 58 h 17"/>
                  <a:gd name="T4" fmla="*/ 167 w 36"/>
                  <a:gd name="T5" fmla="*/ 76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6" h="17">
                    <a:moveTo>
                      <a:pt x="0" y="0"/>
                    </a:moveTo>
                    <a:cubicBezTo>
                      <a:pt x="8" y="2"/>
                      <a:pt x="10" y="11"/>
                      <a:pt x="18" y="13"/>
                    </a:cubicBezTo>
                    <a:cubicBezTo>
                      <a:pt x="23" y="15"/>
                      <a:pt x="31" y="13"/>
                      <a:pt x="36" y="17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2298" name="Freeform 99">
                <a:extLst>
                  <a:ext uri="{FF2B5EF4-FFF2-40B4-BE49-F238E27FC236}">
                    <a16:creationId xmlns:a16="http://schemas.microsoft.com/office/drawing/2014/main" id="{91328A7E-7DF8-430B-A831-FC6DD1D723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6" y="2548"/>
                <a:ext cx="74" cy="48"/>
              </a:xfrm>
              <a:custGeom>
                <a:avLst/>
                <a:gdLst>
                  <a:gd name="T0" fmla="*/ 209 w 44"/>
                  <a:gd name="T1" fmla="*/ 131 h 29"/>
                  <a:gd name="T2" fmla="*/ 146 w 44"/>
                  <a:gd name="T3" fmla="*/ 122 h 29"/>
                  <a:gd name="T4" fmla="*/ 76 w 44"/>
                  <a:gd name="T5" fmla="*/ 91 h 29"/>
                  <a:gd name="T6" fmla="*/ 22 w 44"/>
                  <a:gd name="T7" fmla="*/ 60 h 29"/>
                  <a:gd name="T8" fmla="*/ 0 w 44"/>
                  <a:gd name="T9" fmla="*/ 0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4" h="29">
                    <a:moveTo>
                      <a:pt x="44" y="29"/>
                    </a:moveTo>
                    <a:cubicBezTo>
                      <a:pt x="39" y="27"/>
                      <a:pt x="36" y="27"/>
                      <a:pt x="31" y="27"/>
                    </a:cubicBezTo>
                    <a:cubicBezTo>
                      <a:pt x="25" y="27"/>
                      <a:pt x="22" y="22"/>
                      <a:pt x="16" y="20"/>
                    </a:cubicBezTo>
                    <a:cubicBezTo>
                      <a:pt x="11" y="19"/>
                      <a:pt x="8" y="20"/>
                      <a:pt x="5" y="13"/>
                    </a:cubicBezTo>
                    <a:cubicBezTo>
                      <a:pt x="3" y="8"/>
                      <a:pt x="3" y="4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2299" name="Freeform 100">
                <a:extLst>
                  <a:ext uri="{FF2B5EF4-FFF2-40B4-BE49-F238E27FC236}">
                    <a16:creationId xmlns:a16="http://schemas.microsoft.com/office/drawing/2014/main" id="{97E74EAD-78EE-46AE-AEA6-FA210AAF37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1" y="2495"/>
                <a:ext cx="25" cy="26"/>
              </a:xfrm>
              <a:custGeom>
                <a:avLst/>
                <a:gdLst>
                  <a:gd name="T0" fmla="*/ 0 w 15"/>
                  <a:gd name="T1" fmla="*/ 29 h 16"/>
                  <a:gd name="T2" fmla="*/ 20 w 15"/>
                  <a:gd name="T3" fmla="*/ 68 h 16"/>
                  <a:gd name="T4" fmla="*/ 70 w 15"/>
                  <a:gd name="T5" fmla="*/ 39 h 16"/>
                  <a:gd name="T6" fmla="*/ 42 w 15"/>
                  <a:gd name="T7" fmla="*/ 0 h 16"/>
                  <a:gd name="T8" fmla="*/ 0 w 15"/>
                  <a:gd name="T9" fmla="*/ 29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6">
                    <a:moveTo>
                      <a:pt x="0" y="7"/>
                    </a:moveTo>
                    <a:cubicBezTo>
                      <a:pt x="4" y="16"/>
                      <a:pt x="4" y="16"/>
                      <a:pt x="4" y="16"/>
                    </a:cubicBezTo>
                    <a:cubicBezTo>
                      <a:pt x="4" y="16"/>
                      <a:pt x="11" y="10"/>
                      <a:pt x="15" y="9"/>
                    </a:cubicBezTo>
                    <a:cubicBezTo>
                      <a:pt x="15" y="9"/>
                      <a:pt x="13" y="2"/>
                      <a:pt x="9" y="0"/>
                    </a:cubicBezTo>
                    <a:cubicBezTo>
                      <a:pt x="9" y="0"/>
                      <a:pt x="3" y="0"/>
                      <a:pt x="0" y="7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2300" name="Freeform 101">
                <a:extLst>
                  <a:ext uri="{FF2B5EF4-FFF2-40B4-BE49-F238E27FC236}">
                    <a16:creationId xmlns:a16="http://schemas.microsoft.com/office/drawing/2014/main" id="{545FFB95-22CB-4CDF-B6A7-D082433D8B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3" y="2639"/>
                <a:ext cx="27" cy="19"/>
              </a:xfrm>
              <a:custGeom>
                <a:avLst/>
                <a:gdLst>
                  <a:gd name="T0" fmla="*/ 0 w 16"/>
                  <a:gd name="T1" fmla="*/ 16 h 11"/>
                  <a:gd name="T2" fmla="*/ 57 w 16"/>
                  <a:gd name="T3" fmla="*/ 29 h 11"/>
                  <a:gd name="T4" fmla="*/ 57 w 16"/>
                  <a:gd name="T5" fmla="*/ 57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11">
                    <a:moveTo>
                      <a:pt x="0" y="3"/>
                    </a:moveTo>
                    <a:cubicBezTo>
                      <a:pt x="0" y="3"/>
                      <a:pt x="4" y="0"/>
                      <a:pt x="12" y="6"/>
                    </a:cubicBezTo>
                    <a:cubicBezTo>
                      <a:pt x="15" y="9"/>
                      <a:pt x="16" y="11"/>
                      <a:pt x="12" y="11"/>
                    </a:cubicBezTo>
                  </a:path>
                </a:pathLst>
              </a:custGeom>
              <a:noFill/>
              <a:ln w="4763" cap="rnd">
                <a:solidFill>
                  <a:srgbClr val="201B1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2301" name="Freeform 102">
                <a:extLst>
                  <a:ext uri="{FF2B5EF4-FFF2-40B4-BE49-F238E27FC236}">
                    <a16:creationId xmlns:a16="http://schemas.microsoft.com/office/drawing/2014/main" id="{6C4147DF-5144-400F-91D6-09FA9F195D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1" y="2550"/>
                <a:ext cx="80" cy="66"/>
              </a:xfrm>
              <a:custGeom>
                <a:avLst/>
                <a:gdLst>
                  <a:gd name="T0" fmla="*/ 0 w 48"/>
                  <a:gd name="T1" fmla="*/ 8 h 40"/>
                  <a:gd name="T2" fmla="*/ 20 w 48"/>
                  <a:gd name="T3" fmla="*/ 13 h 40"/>
                  <a:gd name="T4" fmla="*/ 37 w 48"/>
                  <a:gd name="T5" fmla="*/ 63 h 40"/>
                  <a:gd name="T6" fmla="*/ 75 w 48"/>
                  <a:gd name="T7" fmla="*/ 96 h 40"/>
                  <a:gd name="T8" fmla="*/ 112 w 48"/>
                  <a:gd name="T9" fmla="*/ 109 h 40"/>
                  <a:gd name="T10" fmla="*/ 130 w 48"/>
                  <a:gd name="T11" fmla="*/ 122 h 40"/>
                  <a:gd name="T12" fmla="*/ 147 w 48"/>
                  <a:gd name="T13" fmla="*/ 122 h 40"/>
                  <a:gd name="T14" fmla="*/ 195 w 48"/>
                  <a:gd name="T15" fmla="*/ 125 h 40"/>
                  <a:gd name="T16" fmla="*/ 217 w 48"/>
                  <a:gd name="T17" fmla="*/ 144 h 40"/>
                  <a:gd name="T18" fmla="*/ 203 w 48"/>
                  <a:gd name="T19" fmla="*/ 172 h 40"/>
                  <a:gd name="T20" fmla="*/ 167 w 48"/>
                  <a:gd name="T21" fmla="*/ 167 h 40"/>
                  <a:gd name="T22" fmla="*/ 130 w 48"/>
                  <a:gd name="T23" fmla="*/ 158 h 40"/>
                  <a:gd name="T24" fmla="*/ 92 w 48"/>
                  <a:gd name="T25" fmla="*/ 139 h 40"/>
                  <a:gd name="T26" fmla="*/ 55 w 48"/>
                  <a:gd name="T27" fmla="*/ 109 h 40"/>
                  <a:gd name="T28" fmla="*/ 42 w 48"/>
                  <a:gd name="T29" fmla="*/ 104 h 40"/>
                  <a:gd name="T30" fmla="*/ 33 w 48"/>
                  <a:gd name="T31" fmla="*/ 83 h 40"/>
                  <a:gd name="T32" fmla="*/ 13 w 48"/>
                  <a:gd name="T33" fmla="*/ 50 h 40"/>
                  <a:gd name="T34" fmla="*/ 5 w 48"/>
                  <a:gd name="T35" fmla="*/ 28 h 40"/>
                  <a:gd name="T36" fmla="*/ 0 w 48"/>
                  <a:gd name="T37" fmla="*/ 8 h 40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48" h="40">
                    <a:moveTo>
                      <a:pt x="0" y="2"/>
                    </a:moveTo>
                    <a:cubicBezTo>
                      <a:pt x="2" y="1"/>
                      <a:pt x="3" y="0"/>
                      <a:pt x="4" y="3"/>
                    </a:cubicBezTo>
                    <a:cubicBezTo>
                      <a:pt x="5" y="7"/>
                      <a:pt x="6" y="10"/>
                      <a:pt x="8" y="14"/>
                    </a:cubicBezTo>
                    <a:cubicBezTo>
                      <a:pt x="10" y="17"/>
                      <a:pt x="13" y="19"/>
                      <a:pt x="16" y="21"/>
                    </a:cubicBezTo>
                    <a:cubicBezTo>
                      <a:pt x="19" y="22"/>
                      <a:pt x="22" y="22"/>
                      <a:pt x="24" y="24"/>
                    </a:cubicBezTo>
                    <a:cubicBezTo>
                      <a:pt x="26" y="25"/>
                      <a:pt x="27" y="26"/>
                      <a:pt x="28" y="27"/>
                    </a:cubicBezTo>
                    <a:cubicBezTo>
                      <a:pt x="29" y="27"/>
                      <a:pt x="31" y="27"/>
                      <a:pt x="32" y="27"/>
                    </a:cubicBezTo>
                    <a:cubicBezTo>
                      <a:pt x="35" y="28"/>
                      <a:pt x="38" y="28"/>
                      <a:pt x="42" y="28"/>
                    </a:cubicBezTo>
                    <a:cubicBezTo>
                      <a:pt x="44" y="28"/>
                      <a:pt x="47" y="29"/>
                      <a:pt x="47" y="32"/>
                    </a:cubicBezTo>
                    <a:cubicBezTo>
                      <a:pt x="48" y="34"/>
                      <a:pt x="45" y="37"/>
                      <a:pt x="44" y="38"/>
                    </a:cubicBezTo>
                    <a:cubicBezTo>
                      <a:pt x="41" y="40"/>
                      <a:pt x="38" y="38"/>
                      <a:pt x="36" y="37"/>
                    </a:cubicBezTo>
                    <a:cubicBezTo>
                      <a:pt x="33" y="36"/>
                      <a:pt x="31" y="35"/>
                      <a:pt x="28" y="35"/>
                    </a:cubicBezTo>
                    <a:cubicBezTo>
                      <a:pt x="25" y="34"/>
                      <a:pt x="23" y="33"/>
                      <a:pt x="20" y="31"/>
                    </a:cubicBezTo>
                    <a:cubicBezTo>
                      <a:pt x="18" y="28"/>
                      <a:pt x="15" y="26"/>
                      <a:pt x="12" y="24"/>
                    </a:cubicBezTo>
                    <a:cubicBezTo>
                      <a:pt x="11" y="24"/>
                      <a:pt x="10" y="24"/>
                      <a:pt x="9" y="23"/>
                    </a:cubicBezTo>
                    <a:cubicBezTo>
                      <a:pt x="8" y="22"/>
                      <a:pt x="8" y="20"/>
                      <a:pt x="7" y="18"/>
                    </a:cubicBezTo>
                    <a:cubicBezTo>
                      <a:pt x="6" y="16"/>
                      <a:pt x="5" y="13"/>
                      <a:pt x="3" y="11"/>
                    </a:cubicBezTo>
                    <a:cubicBezTo>
                      <a:pt x="3" y="10"/>
                      <a:pt x="2" y="8"/>
                      <a:pt x="1" y="6"/>
                    </a:cubicBezTo>
                    <a:cubicBezTo>
                      <a:pt x="1" y="5"/>
                      <a:pt x="1" y="3"/>
                      <a:pt x="0" y="2"/>
                    </a:cubicBezTo>
                  </a:path>
                </a:pathLst>
              </a:custGeom>
              <a:solidFill>
                <a:srgbClr val="F3D7C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2302" name="Freeform 103">
                <a:extLst>
                  <a:ext uri="{FF2B5EF4-FFF2-40B4-BE49-F238E27FC236}">
                    <a16:creationId xmlns:a16="http://schemas.microsoft.com/office/drawing/2014/main" id="{1BFA3DA9-AF57-4877-A98F-238B5158DA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5" y="2594"/>
                <a:ext cx="48" cy="37"/>
              </a:xfrm>
              <a:custGeom>
                <a:avLst/>
                <a:gdLst>
                  <a:gd name="T0" fmla="*/ 0 w 29"/>
                  <a:gd name="T1" fmla="*/ 0 h 22"/>
                  <a:gd name="T2" fmla="*/ 20 w 29"/>
                  <a:gd name="T3" fmla="*/ 37 h 22"/>
                  <a:gd name="T4" fmla="*/ 36 w 29"/>
                  <a:gd name="T5" fmla="*/ 54 h 22"/>
                  <a:gd name="T6" fmla="*/ 55 w 29"/>
                  <a:gd name="T7" fmla="*/ 62 h 22"/>
                  <a:gd name="T8" fmla="*/ 104 w 29"/>
                  <a:gd name="T9" fmla="*/ 104 h 22"/>
                  <a:gd name="T10" fmla="*/ 131 w 29"/>
                  <a:gd name="T11" fmla="*/ 76 h 22"/>
                  <a:gd name="T12" fmla="*/ 109 w 29"/>
                  <a:gd name="T13" fmla="*/ 62 h 22"/>
                  <a:gd name="T14" fmla="*/ 71 w 29"/>
                  <a:gd name="T15" fmla="*/ 57 h 22"/>
                  <a:gd name="T16" fmla="*/ 41 w 29"/>
                  <a:gd name="T17" fmla="*/ 34 h 22"/>
                  <a:gd name="T18" fmla="*/ 20 w 29"/>
                  <a:gd name="T19" fmla="*/ 8 h 22"/>
                  <a:gd name="T20" fmla="*/ 5 w 29"/>
                  <a:gd name="T21" fmla="*/ 0 h 2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9" h="22">
                    <a:moveTo>
                      <a:pt x="0" y="0"/>
                    </a:moveTo>
                    <a:cubicBezTo>
                      <a:pt x="2" y="2"/>
                      <a:pt x="2" y="6"/>
                      <a:pt x="4" y="8"/>
                    </a:cubicBezTo>
                    <a:cubicBezTo>
                      <a:pt x="5" y="10"/>
                      <a:pt x="7" y="10"/>
                      <a:pt x="8" y="11"/>
                    </a:cubicBezTo>
                    <a:cubicBezTo>
                      <a:pt x="10" y="11"/>
                      <a:pt x="11" y="12"/>
                      <a:pt x="12" y="13"/>
                    </a:cubicBezTo>
                    <a:cubicBezTo>
                      <a:pt x="15" y="16"/>
                      <a:pt x="18" y="22"/>
                      <a:pt x="23" y="22"/>
                    </a:cubicBezTo>
                    <a:cubicBezTo>
                      <a:pt x="25" y="22"/>
                      <a:pt x="29" y="19"/>
                      <a:pt x="29" y="16"/>
                    </a:cubicBezTo>
                    <a:cubicBezTo>
                      <a:pt x="29" y="13"/>
                      <a:pt x="26" y="13"/>
                      <a:pt x="24" y="13"/>
                    </a:cubicBezTo>
                    <a:cubicBezTo>
                      <a:pt x="21" y="12"/>
                      <a:pt x="19" y="13"/>
                      <a:pt x="16" y="12"/>
                    </a:cubicBezTo>
                    <a:cubicBezTo>
                      <a:pt x="13" y="11"/>
                      <a:pt x="11" y="9"/>
                      <a:pt x="9" y="7"/>
                    </a:cubicBezTo>
                    <a:cubicBezTo>
                      <a:pt x="8" y="5"/>
                      <a:pt x="6" y="4"/>
                      <a:pt x="4" y="2"/>
                    </a:cubicBezTo>
                    <a:cubicBezTo>
                      <a:pt x="3" y="1"/>
                      <a:pt x="2" y="1"/>
                      <a:pt x="1" y="0"/>
                    </a:cubicBezTo>
                  </a:path>
                </a:pathLst>
              </a:custGeom>
              <a:solidFill>
                <a:srgbClr val="F3D7C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2303" name="Freeform 104">
                <a:extLst>
                  <a:ext uri="{FF2B5EF4-FFF2-40B4-BE49-F238E27FC236}">
                    <a16:creationId xmlns:a16="http://schemas.microsoft.com/office/drawing/2014/main" id="{61E30C5C-6F31-46FE-B4F2-AF6DE6A690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9" y="2475"/>
                <a:ext cx="17" cy="65"/>
              </a:xfrm>
              <a:custGeom>
                <a:avLst/>
                <a:gdLst>
                  <a:gd name="T0" fmla="*/ 49 w 10"/>
                  <a:gd name="T1" fmla="*/ 0 h 39"/>
                  <a:gd name="T2" fmla="*/ 26 w 10"/>
                  <a:gd name="T3" fmla="*/ 83 h 39"/>
                  <a:gd name="T4" fmla="*/ 34 w 10"/>
                  <a:gd name="T5" fmla="*/ 125 h 39"/>
                  <a:gd name="T6" fmla="*/ 44 w 10"/>
                  <a:gd name="T7" fmla="*/ 180 h 39"/>
                  <a:gd name="T8" fmla="*/ 20 w 10"/>
                  <a:gd name="T9" fmla="*/ 133 h 39"/>
                  <a:gd name="T10" fmla="*/ 5 w 10"/>
                  <a:gd name="T11" fmla="*/ 63 h 39"/>
                  <a:gd name="T12" fmla="*/ 49 w 10"/>
                  <a:gd name="T13" fmla="*/ 5 h 3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39">
                    <a:moveTo>
                      <a:pt x="10" y="0"/>
                    </a:moveTo>
                    <a:cubicBezTo>
                      <a:pt x="5" y="2"/>
                      <a:pt x="4" y="13"/>
                      <a:pt x="5" y="18"/>
                    </a:cubicBezTo>
                    <a:cubicBezTo>
                      <a:pt x="5" y="21"/>
                      <a:pt x="7" y="24"/>
                      <a:pt x="7" y="27"/>
                    </a:cubicBezTo>
                    <a:cubicBezTo>
                      <a:pt x="9" y="31"/>
                      <a:pt x="8" y="35"/>
                      <a:pt x="9" y="39"/>
                    </a:cubicBezTo>
                    <a:cubicBezTo>
                      <a:pt x="7" y="36"/>
                      <a:pt x="5" y="31"/>
                      <a:pt x="4" y="29"/>
                    </a:cubicBezTo>
                    <a:cubicBezTo>
                      <a:pt x="2" y="24"/>
                      <a:pt x="0" y="19"/>
                      <a:pt x="1" y="14"/>
                    </a:cubicBezTo>
                    <a:cubicBezTo>
                      <a:pt x="1" y="9"/>
                      <a:pt x="4" y="0"/>
                      <a:pt x="10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2304" name="Freeform 105">
                <a:extLst>
                  <a:ext uri="{FF2B5EF4-FFF2-40B4-BE49-F238E27FC236}">
                    <a16:creationId xmlns:a16="http://schemas.microsoft.com/office/drawing/2014/main" id="{0C7B6690-47D0-4A35-A65C-F26C220BE7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3" y="2496"/>
                <a:ext cx="17" cy="15"/>
              </a:xfrm>
              <a:custGeom>
                <a:avLst/>
                <a:gdLst>
                  <a:gd name="T0" fmla="*/ 0 w 10"/>
                  <a:gd name="T1" fmla="*/ 28 h 9"/>
                  <a:gd name="T2" fmla="*/ 20 w 10"/>
                  <a:gd name="T3" fmla="*/ 8 h 9"/>
                  <a:gd name="T4" fmla="*/ 41 w 10"/>
                  <a:gd name="T5" fmla="*/ 5 h 9"/>
                  <a:gd name="T6" fmla="*/ 20 w 10"/>
                  <a:gd name="T7" fmla="*/ 22 h 9"/>
                  <a:gd name="T8" fmla="*/ 0 w 10"/>
                  <a:gd name="T9" fmla="*/ 28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9">
                    <a:moveTo>
                      <a:pt x="0" y="6"/>
                    </a:moveTo>
                    <a:cubicBezTo>
                      <a:pt x="0" y="4"/>
                      <a:pt x="2" y="3"/>
                      <a:pt x="4" y="2"/>
                    </a:cubicBezTo>
                    <a:cubicBezTo>
                      <a:pt x="4" y="2"/>
                      <a:pt x="7" y="0"/>
                      <a:pt x="8" y="1"/>
                    </a:cubicBezTo>
                    <a:cubicBezTo>
                      <a:pt x="10" y="2"/>
                      <a:pt x="5" y="4"/>
                      <a:pt x="4" y="5"/>
                    </a:cubicBezTo>
                    <a:cubicBezTo>
                      <a:pt x="3" y="6"/>
                      <a:pt x="0" y="9"/>
                      <a:pt x="0" y="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2305" name="Freeform 106">
                <a:extLst>
                  <a:ext uri="{FF2B5EF4-FFF2-40B4-BE49-F238E27FC236}">
                    <a16:creationId xmlns:a16="http://schemas.microsoft.com/office/drawing/2014/main" id="{42DE5C87-3FBB-48DA-987F-04C12E4CE4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6" y="2643"/>
                <a:ext cx="7" cy="6"/>
              </a:xfrm>
              <a:custGeom>
                <a:avLst/>
                <a:gdLst>
                  <a:gd name="T0" fmla="*/ 0 w 4"/>
                  <a:gd name="T1" fmla="*/ 8 h 4"/>
                  <a:gd name="T2" fmla="*/ 12 w 4"/>
                  <a:gd name="T3" fmla="*/ 14 h 4"/>
                  <a:gd name="T4" fmla="*/ 0 w 4"/>
                  <a:gd name="T5" fmla="*/ 8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0" y="2"/>
                    </a:moveTo>
                    <a:cubicBezTo>
                      <a:pt x="1" y="3"/>
                      <a:pt x="1" y="3"/>
                      <a:pt x="2" y="4"/>
                    </a:cubicBezTo>
                    <a:cubicBezTo>
                      <a:pt x="4" y="2"/>
                      <a:pt x="1" y="0"/>
                      <a:pt x="0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2306" name="Freeform 107">
                <a:extLst>
                  <a:ext uri="{FF2B5EF4-FFF2-40B4-BE49-F238E27FC236}">
                    <a16:creationId xmlns:a16="http://schemas.microsoft.com/office/drawing/2014/main" id="{7B780DDD-B46C-4D5D-843B-4233866271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1" y="2501"/>
                <a:ext cx="12" cy="19"/>
              </a:xfrm>
              <a:custGeom>
                <a:avLst/>
                <a:gdLst>
                  <a:gd name="T0" fmla="*/ 36 w 7"/>
                  <a:gd name="T1" fmla="*/ 0 h 11"/>
                  <a:gd name="T2" fmla="*/ 0 w 7"/>
                  <a:gd name="T3" fmla="*/ 36 h 11"/>
                  <a:gd name="T4" fmla="*/ 36 w 7"/>
                  <a:gd name="T5" fmla="*/ 0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1">
                    <a:moveTo>
                      <a:pt x="7" y="0"/>
                    </a:moveTo>
                    <a:cubicBezTo>
                      <a:pt x="7" y="0"/>
                      <a:pt x="1" y="2"/>
                      <a:pt x="0" y="7"/>
                    </a:cubicBezTo>
                    <a:cubicBezTo>
                      <a:pt x="0" y="11"/>
                      <a:pt x="3" y="0"/>
                      <a:pt x="7" y="0"/>
                    </a:cubicBezTo>
                  </a:path>
                </a:pathLst>
              </a:custGeom>
              <a:solidFill>
                <a:srgbClr val="F3D7C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2307" name="Freeform 108">
                <a:extLst>
                  <a:ext uri="{FF2B5EF4-FFF2-40B4-BE49-F238E27FC236}">
                    <a16:creationId xmlns:a16="http://schemas.microsoft.com/office/drawing/2014/main" id="{D1AC440D-602A-48E7-BA11-873E071A10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1" y="2450"/>
                <a:ext cx="24" cy="21"/>
              </a:xfrm>
              <a:custGeom>
                <a:avLst/>
                <a:gdLst>
                  <a:gd name="T0" fmla="*/ 70 w 14"/>
                  <a:gd name="T1" fmla="*/ 55 h 13"/>
                  <a:gd name="T2" fmla="*/ 62 w 14"/>
                  <a:gd name="T3" fmla="*/ 42 h 13"/>
                  <a:gd name="T4" fmla="*/ 41 w 14"/>
                  <a:gd name="T5" fmla="*/ 29 h 13"/>
                  <a:gd name="T6" fmla="*/ 15 w 14"/>
                  <a:gd name="T7" fmla="*/ 16 h 13"/>
                  <a:gd name="T8" fmla="*/ 0 w 14"/>
                  <a:gd name="T9" fmla="*/ 0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3">
                    <a:moveTo>
                      <a:pt x="14" y="13"/>
                    </a:moveTo>
                    <a:cubicBezTo>
                      <a:pt x="13" y="12"/>
                      <a:pt x="13" y="11"/>
                      <a:pt x="12" y="10"/>
                    </a:cubicBezTo>
                    <a:cubicBezTo>
                      <a:pt x="10" y="8"/>
                      <a:pt x="9" y="8"/>
                      <a:pt x="8" y="7"/>
                    </a:cubicBezTo>
                    <a:cubicBezTo>
                      <a:pt x="6" y="6"/>
                      <a:pt x="5" y="5"/>
                      <a:pt x="3" y="4"/>
                    </a:cubicBezTo>
                    <a:cubicBezTo>
                      <a:pt x="2" y="2"/>
                      <a:pt x="1" y="1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2308" name="Freeform 109">
                <a:extLst>
                  <a:ext uri="{FF2B5EF4-FFF2-40B4-BE49-F238E27FC236}">
                    <a16:creationId xmlns:a16="http://schemas.microsoft.com/office/drawing/2014/main" id="{9182EE62-398C-49EA-BDAB-BF08632A66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0" y="2536"/>
                <a:ext cx="68" cy="50"/>
              </a:xfrm>
              <a:custGeom>
                <a:avLst/>
                <a:gdLst>
                  <a:gd name="T0" fmla="*/ 0 w 41"/>
                  <a:gd name="T1" fmla="*/ 37 h 30"/>
                  <a:gd name="T2" fmla="*/ 20 w 41"/>
                  <a:gd name="T3" fmla="*/ 0 h 30"/>
                  <a:gd name="T4" fmla="*/ 28 w 41"/>
                  <a:gd name="T5" fmla="*/ 33 h 30"/>
                  <a:gd name="T6" fmla="*/ 41 w 41"/>
                  <a:gd name="T7" fmla="*/ 75 h 30"/>
                  <a:gd name="T8" fmla="*/ 68 w 41"/>
                  <a:gd name="T9" fmla="*/ 83 h 30"/>
                  <a:gd name="T10" fmla="*/ 96 w 41"/>
                  <a:gd name="T11" fmla="*/ 97 h 30"/>
                  <a:gd name="T12" fmla="*/ 133 w 41"/>
                  <a:gd name="T13" fmla="*/ 92 h 30"/>
                  <a:gd name="T14" fmla="*/ 181 w 41"/>
                  <a:gd name="T15" fmla="*/ 97 h 30"/>
                  <a:gd name="T16" fmla="*/ 181 w 41"/>
                  <a:gd name="T17" fmla="*/ 103 h 30"/>
                  <a:gd name="T18" fmla="*/ 126 w 41"/>
                  <a:gd name="T19" fmla="*/ 130 h 30"/>
                  <a:gd name="T20" fmla="*/ 109 w 41"/>
                  <a:gd name="T21" fmla="*/ 138 h 30"/>
                  <a:gd name="T22" fmla="*/ 83 w 41"/>
                  <a:gd name="T23" fmla="*/ 120 h 30"/>
                  <a:gd name="T24" fmla="*/ 33 w 41"/>
                  <a:gd name="T25" fmla="*/ 97 h 30"/>
                  <a:gd name="T26" fmla="*/ 5 w 41"/>
                  <a:gd name="T27" fmla="*/ 47 h 30"/>
                  <a:gd name="T28" fmla="*/ 0 w 41"/>
                  <a:gd name="T29" fmla="*/ 37 h 30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41" h="30">
                    <a:moveTo>
                      <a:pt x="0" y="8"/>
                    </a:moveTo>
                    <a:cubicBezTo>
                      <a:pt x="1" y="6"/>
                      <a:pt x="2" y="0"/>
                      <a:pt x="4" y="0"/>
                    </a:cubicBezTo>
                    <a:cubicBezTo>
                      <a:pt x="6" y="0"/>
                      <a:pt x="6" y="6"/>
                      <a:pt x="6" y="7"/>
                    </a:cubicBezTo>
                    <a:cubicBezTo>
                      <a:pt x="7" y="10"/>
                      <a:pt x="7" y="14"/>
                      <a:pt x="9" y="16"/>
                    </a:cubicBezTo>
                    <a:cubicBezTo>
                      <a:pt x="11" y="18"/>
                      <a:pt x="13" y="18"/>
                      <a:pt x="15" y="18"/>
                    </a:cubicBezTo>
                    <a:cubicBezTo>
                      <a:pt x="18" y="18"/>
                      <a:pt x="19" y="20"/>
                      <a:pt x="21" y="21"/>
                    </a:cubicBezTo>
                    <a:cubicBezTo>
                      <a:pt x="24" y="22"/>
                      <a:pt x="26" y="21"/>
                      <a:pt x="29" y="20"/>
                    </a:cubicBezTo>
                    <a:cubicBezTo>
                      <a:pt x="31" y="19"/>
                      <a:pt x="41" y="16"/>
                      <a:pt x="40" y="21"/>
                    </a:cubicBezTo>
                    <a:cubicBezTo>
                      <a:pt x="40" y="22"/>
                      <a:pt x="40" y="22"/>
                      <a:pt x="40" y="22"/>
                    </a:cubicBezTo>
                    <a:cubicBezTo>
                      <a:pt x="36" y="24"/>
                      <a:pt x="32" y="26"/>
                      <a:pt x="28" y="28"/>
                    </a:cubicBezTo>
                    <a:cubicBezTo>
                      <a:pt x="27" y="29"/>
                      <a:pt x="25" y="30"/>
                      <a:pt x="24" y="30"/>
                    </a:cubicBezTo>
                    <a:cubicBezTo>
                      <a:pt x="22" y="29"/>
                      <a:pt x="20" y="27"/>
                      <a:pt x="18" y="26"/>
                    </a:cubicBezTo>
                    <a:cubicBezTo>
                      <a:pt x="14" y="24"/>
                      <a:pt x="10" y="24"/>
                      <a:pt x="7" y="21"/>
                    </a:cubicBezTo>
                    <a:cubicBezTo>
                      <a:pt x="3" y="19"/>
                      <a:pt x="3" y="13"/>
                      <a:pt x="1" y="10"/>
                    </a:cubicBezTo>
                    <a:cubicBezTo>
                      <a:pt x="1" y="9"/>
                      <a:pt x="1" y="8"/>
                      <a:pt x="0" y="8"/>
                    </a:cubicBezTo>
                  </a:path>
                </a:pathLst>
              </a:custGeom>
              <a:solidFill>
                <a:srgbClr val="F3D7C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2309" name="Freeform 110">
                <a:extLst>
                  <a:ext uri="{FF2B5EF4-FFF2-40B4-BE49-F238E27FC236}">
                    <a16:creationId xmlns:a16="http://schemas.microsoft.com/office/drawing/2014/main" id="{233E3FF2-2138-4C54-A67A-3BAD1CC433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3" y="2411"/>
                <a:ext cx="55" cy="210"/>
              </a:xfrm>
              <a:custGeom>
                <a:avLst/>
                <a:gdLst>
                  <a:gd name="T0" fmla="*/ 5 w 33"/>
                  <a:gd name="T1" fmla="*/ 0 h 126"/>
                  <a:gd name="T2" fmla="*/ 5 w 33"/>
                  <a:gd name="T3" fmla="*/ 83 h 126"/>
                  <a:gd name="T4" fmla="*/ 5 w 33"/>
                  <a:gd name="T5" fmla="*/ 158 h 126"/>
                  <a:gd name="T6" fmla="*/ 8 w 33"/>
                  <a:gd name="T7" fmla="*/ 292 h 126"/>
                  <a:gd name="T8" fmla="*/ 63 w 33"/>
                  <a:gd name="T9" fmla="*/ 438 h 126"/>
                  <a:gd name="T10" fmla="*/ 153 w 33"/>
                  <a:gd name="T11" fmla="*/ 583 h 126"/>
                  <a:gd name="T12" fmla="*/ 75 w 33"/>
                  <a:gd name="T13" fmla="*/ 412 h 126"/>
                  <a:gd name="T14" fmla="*/ 37 w 33"/>
                  <a:gd name="T15" fmla="*/ 270 h 126"/>
                  <a:gd name="T16" fmla="*/ 28 w 33"/>
                  <a:gd name="T17" fmla="*/ 138 h 126"/>
                  <a:gd name="T18" fmla="*/ 13 w 33"/>
                  <a:gd name="T19" fmla="*/ 13 h 12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3" h="126">
                    <a:moveTo>
                      <a:pt x="1" y="0"/>
                    </a:moveTo>
                    <a:cubicBezTo>
                      <a:pt x="0" y="6"/>
                      <a:pt x="1" y="13"/>
                      <a:pt x="1" y="18"/>
                    </a:cubicBezTo>
                    <a:cubicBezTo>
                      <a:pt x="1" y="24"/>
                      <a:pt x="1" y="29"/>
                      <a:pt x="1" y="34"/>
                    </a:cubicBezTo>
                    <a:cubicBezTo>
                      <a:pt x="0" y="44"/>
                      <a:pt x="0" y="53"/>
                      <a:pt x="2" y="63"/>
                    </a:cubicBezTo>
                    <a:cubicBezTo>
                      <a:pt x="5" y="74"/>
                      <a:pt x="11" y="83"/>
                      <a:pt x="14" y="95"/>
                    </a:cubicBezTo>
                    <a:cubicBezTo>
                      <a:pt x="17" y="109"/>
                      <a:pt x="20" y="120"/>
                      <a:pt x="33" y="126"/>
                    </a:cubicBezTo>
                    <a:cubicBezTo>
                      <a:pt x="25" y="115"/>
                      <a:pt x="18" y="103"/>
                      <a:pt x="16" y="89"/>
                    </a:cubicBezTo>
                    <a:cubicBezTo>
                      <a:pt x="15" y="78"/>
                      <a:pt x="11" y="69"/>
                      <a:pt x="8" y="58"/>
                    </a:cubicBezTo>
                    <a:cubicBezTo>
                      <a:pt x="6" y="49"/>
                      <a:pt x="7" y="39"/>
                      <a:pt x="6" y="30"/>
                    </a:cubicBezTo>
                    <a:cubicBezTo>
                      <a:pt x="6" y="21"/>
                      <a:pt x="2" y="12"/>
                      <a:pt x="3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2310" name="Freeform 111">
                <a:extLst>
                  <a:ext uri="{FF2B5EF4-FFF2-40B4-BE49-F238E27FC236}">
                    <a16:creationId xmlns:a16="http://schemas.microsoft.com/office/drawing/2014/main" id="{0A9FA989-5B6A-414F-9982-D0F8573437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3" y="2436"/>
                <a:ext cx="45" cy="52"/>
              </a:xfrm>
              <a:custGeom>
                <a:avLst/>
                <a:gdLst>
                  <a:gd name="T0" fmla="*/ 0 w 27"/>
                  <a:gd name="T1" fmla="*/ 0 h 31"/>
                  <a:gd name="T2" fmla="*/ 62 w 27"/>
                  <a:gd name="T3" fmla="*/ 75 h 31"/>
                  <a:gd name="T4" fmla="*/ 125 w 27"/>
                  <a:gd name="T5" fmla="*/ 146 h 31"/>
                  <a:gd name="T6" fmla="*/ 63 w 27"/>
                  <a:gd name="T7" fmla="*/ 62 h 31"/>
                  <a:gd name="T8" fmla="*/ 0 w 27"/>
                  <a:gd name="T9" fmla="*/ 5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31">
                    <a:moveTo>
                      <a:pt x="0" y="0"/>
                    </a:moveTo>
                    <a:cubicBezTo>
                      <a:pt x="0" y="7"/>
                      <a:pt x="8" y="13"/>
                      <a:pt x="13" y="16"/>
                    </a:cubicBezTo>
                    <a:cubicBezTo>
                      <a:pt x="20" y="20"/>
                      <a:pt x="23" y="24"/>
                      <a:pt x="27" y="31"/>
                    </a:cubicBezTo>
                    <a:cubicBezTo>
                      <a:pt x="23" y="24"/>
                      <a:pt x="21" y="18"/>
                      <a:pt x="14" y="13"/>
                    </a:cubicBezTo>
                    <a:cubicBezTo>
                      <a:pt x="11" y="10"/>
                      <a:pt x="0" y="7"/>
                      <a:pt x="0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2311" name="Freeform 112">
                <a:extLst>
                  <a:ext uri="{FF2B5EF4-FFF2-40B4-BE49-F238E27FC236}">
                    <a16:creationId xmlns:a16="http://schemas.microsoft.com/office/drawing/2014/main" id="{A6C08DDA-B0AC-4B37-8CBC-A347A2F472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3" y="2301"/>
                <a:ext cx="22" cy="129"/>
              </a:xfrm>
              <a:custGeom>
                <a:avLst/>
                <a:gdLst>
                  <a:gd name="T0" fmla="*/ 58 w 13"/>
                  <a:gd name="T1" fmla="*/ 5 h 77"/>
                  <a:gd name="T2" fmla="*/ 49 w 13"/>
                  <a:gd name="T3" fmla="*/ 47 h 77"/>
                  <a:gd name="T4" fmla="*/ 34 w 13"/>
                  <a:gd name="T5" fmla="*/ 99 h 77"/>
                  <a:gd name="T6" fmla="*/ 24 w 13"/>
                  <a:gd name="T7" fmla="*/ 169 h 77"/>
                  <a:gd name="T8" fmla="*/ 49 w 13"/>
                  <a:gd name="T9" fmla="*/ 238 h 77"/>
                  <a:gd name="T10" fmla="*/ 63 w 13"/>
                  <a:gd name="T11" fmla="*/ 362 h 77"/>
                  <a:gd name="T12" fmla="*/ 24 w 13"/>
                  <a:gd name="T13" fmla="*/ 236 h 77"/>
                  <a:gd name="T14" fmla="*/ 0 w 13"/>
                  <a:gd name="T15" fmla="*/ 141 h 77"/>
                  <a:gd name="T16" fmla="*/ 29 w 13"/>
                  <a:gd name="T17" fmla="*/ 57 h 77"/>
                  <a:gd name="T18" fmla="*/ 58 w 13"/>
                  <a:gd name="T19" fmla="*/ 0 h 7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3" h="77">
                    <a:moveTo>
                      <a:pt x="12" y="1"/>
                    </a:moveTo>
                    <a:cubicBezTo>
                      <a:pt x="12" y="4"/>
                      <a:pt x="11" y="7"/>
                      <a:pt x="10" y="10"/>
                    </a:cubicBezTo>
                    <a:cubicBezTo>
                      <a:pt x="9" y="14"/>
                      <a:pt x="8" y="17"/>
                      <a:pt x="7" y="21"/>
                    </a:cubicBezTo>
                    <a:cubicBezTo>
                      <a:pt x="6" y="26"/>
                      <a:pt x="5" y="31"/>
                      <a:pt x="5" y="36"/>
                    </a:cubicBezTo>
                    <a:cubicBezTo>
                      <a:pt x="5" y="41"/>
                      <a:pt x="8" y="46"/>
                      <a:pt x="10" y="51"/>
                    </a:cubicBezTo>
                    <a:cubicBezTo>
                      <a:pt x="12" y="59"/>
                      <a:pt x="12" y="68"/>
                      <a:pt x="13" y="77"/>
                    </a:cubicBezTo>
                    <a:cubicBezTo>
                      <a:pt x="12" y="67"/>
                      <a:pt x="9" y="58"/>
                      <a:pt x="5" y="50"/>
                    </a:cubicBezTo>
                    <a:cubicBezTo>
                      <a:pt x="2" y="43"/>
                      <a:pt x="0" y="38"/>
                      <a:pt x="0" y="30"/>
                    </a:cubicBezTo>
                    <a:cubicBezTo>
                      <a:pt x="0" y="23"/>
                      <a:pt x="3" y="19"/>
                      <a:pt x="6" y="12"/>
                    </a:cubicBezTo>
                    <a:cubicBezTo>
                      <a:pt x="7" y="9"/>
                      <a:pt x="9" y="2"/>
                      <a:pt x="12" y="0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2312" name="Freeform 113">
                <a:extLst>
                  <a:ext uri="{FF2B5EF4-FFF2-40B4-BE49-F238E27FC236}">
                    <a16:creationId xmlns:a16="http://schemas.microsoft.com/office/drawing/2014/main" id="{E5CFFB03-681B-4E96-8832-9F5C1FC56F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3" y="988"/>
                <a:ext cx="69" cy="33"/>
              </a:xfrm>
              <a:custGeom>
                <a:avLst/>
                <a:gdLst>
                  <a:gd name="T0" fmla="*/ 0 w 41"/>
                  <a:gd name="T1" fmla="*/ 54 h 20"/>
                  <a:gd name="T2" fmla="*/ 62 w 41"/>
                  <a:gd name="T3" fmla="*/ 8 h 20"/>
                  <a:gd name="T4" fmla="*/ 175 w 41"/>
                  <a:gd name="T5" fmla="*/ 50 h 20"/>
                  <a:gd name="T6" fmla="*/ 173 w 41"/>
                  <a:gd name="T7" fmla="*/ 68 h 20"/>
                  <a:gd name="T8" fmla="*/ 113 w 41"/>
                  <a:gd name="T9" fmla="*/ 84 h 20"/>
                  <a:gd name="T10" fmla="*/ 5 w 41"/>
                  <a:gd name="T11" fmla="*/ 58 h 2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1" h="20">
                    <a:moveTo>
                      <a:pt x="0" y="12"/>
                    </a:moveTo>
                    <a:cubicBezTo>
                      <a:pt x="4" y="9"/>
                      <a:pt x="6" y="4"/>
                      <a:pt x="13" y="2"/>
                    </a:cubicBezTo>
                    <a:cubicBezTo>
                      <a:pt x="24" y="0"/>
                      <a:pt x="34" y="10"/>
                      <a:pt x="37" y="11"/>
                    </a:cubicBezTo>
                    <a:cubicBezTo>
                      <a:pt x="41" y="12"/>
                      <a:pt x="38" y="14"/>
                      <a:pt x="36" y="15"/>
                    </a:cubicBezTo>
                    <a:cubicBezTo>
                      <a:pt x="33" y="16"/>
                      <a:pt x="28" y="18"/>
                      <a:pt x="24" y="19"/>
                    </a:cubicBezTo>
                    <a:cubicBezTo>
                      <a:pt x="20" y="20"/>
                      <a:pt x="6" y="20"/>
                      <a:pt x="1" y="1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2313" name="Freeform 114">
                <a:extLst>
                  <a:ext uri="{FF2B5EF4-FFF2-40B4-BE49-F238E27FC236}">
                    <a16:creationId xmlns:a16="http://schemas.microsoft.com/office/drawing/2014/main" id="{8C411EC7-3D5F-48B6-8165-D3A840B139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0" y="990"/>
                <a:ext cx="27" cy="26"/>
              </a:xfrm>
              <a:custGeom>
                <a:avLst/>
                <a:gdLst>
                  <a:gd name="T0" fmla="*/ 41 w 16"/>
                  <a:gd name="T1" fmla="*/ 8 h 16"/>
                  <a:gd name="T2" fmla="*/ 14 w 16"/>
                  <a:gd name="T3" fmla="*/ 8 h 16"/>
                  <a:gd name="T4" fmla="*/ 0 w 16"/>
                  <a:gd name="T5" fmla="*/ 39 h 16"/>
                  <a:gd name="T6" fmla="*/ 20 w 16"/>
                  <a:gd name="T7" fmla="*/ 68 h 16"/>
                  <a:gd name="T8" fmla="*/ 42 w 16"/>
                  <a:gd name="T9" fmla="*/ 68 h 16"/>
                  <a:gd name="T10" fmla="*/ 78 w 16"/>
                  <a:gd name="T11" fmla="*/ 39 h 16"/>
                  <a:gd name="T12" fmla="*/ 62 w 16"/>
                  <a:gd name="T13" fmla="*/ 8 h 16"/>
                  <a:gd name="T14" fmla="*/ 41 w 16"/>
                  <a:gd name="T15" fmla="*/ 8 h 1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6" h="16">
                    <a:moveTo>
                      <a:pt x="8" y="2"/>
                    </a:moveTo>
                    <a:cubicBezTo>
                      <a:pt x="6" y="0"/>
                      <a:pt x="5" y="1"/>
                      <a:pt x="3" y="2"/>
                    </a:cubicBezTo>
                    <a:cubicBezTo>
                      <a:pt x="1" y="3"/>
                      <a:pt x="0" y="7"/>
                      <a:pt x="0" y="9"/>
                    </a:cubicBezTo>
                    <a:cubicBezTo>
                      <a:pt x="0" y="12"/>
                      <a:pt x="1" y="14"/>
                      <a:pt x="4" y="16"/>
                    </a:cubicBezTo>
                    <a:cubicBezTo>
                      <a:pt x="6" y="16"/>
                      <a:pt x="8" y="16"/>
                      <a:pt x="9" y="16"/>
                    </a:cubicBezTo>
                    <a:cubicBezTo>
                      <a:pt x="13" y="16"/>
                      <a:pt x="16" y="13"/>
                      <a:pt x="16" y="9"/>
                    </a:cubicBezTo>
                    <a:cubicBezTo>
                      <a:pt x="16" y="6"/>
                      <a:pt x="15" y="4"/>
                      <a:pt x="13" y="2"/>
                    </a:cubicBezTo>
                    <a:cubicBezTo>
                      <a:pt x="11" y="2"/>
                      <a:pt x="10" y="2"/>
                      <a:pt x="8" y="2"/>
                    </a:cubicBezTo>
                  </a:path>
                </a:pathLst>
              </a:custGeom>
              <a:solidFill>
                <a:srgbClr val="45B7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2314" name="Freeform 115">
                <a:extLst>
                  <a:ext uri="{FF2B5EF4-FFF2-40B4-BE49-F238E27FC236}">
                    <a16:creationId xmlns:a16="http://schemas.microsoft.com/office/drawing/2014/main" id="{C5D07BAE-3E8D-4D81-9195-DF591177B6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7" y="956"/>
                <a:ext cx="83" cy="27"/>
              </a:xfrm>
              <a:custGeom>
                <a:avLst/>
                <a:gdLst>
                  <a:gd name="T0" fmla="*/ 0 w 50"/>
                  <a:gd name="T1" fmla="*/ 78 h 16"/>
                  <a:gd name="T2" fmla="*/ 229 w 50"/>
                  <a:gd name="T3" fmla="*/ 71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0" h="16">
                    <a:moveTo>
                      <a:pt x="0" y="16"/>
                    </a:moveTo>
                    <a:cubicBezTo>
                      <a:pt x="14" y="0"/>
                      <a:pt x="37" y="9"/>
                      <a:pt x="50" y="15"/>
                    </a:cubicBezTo>
                  </a:path>
                </a:pathLst>
              </a:custGeom>
              <a:noFill/>
              <a:ln w="11113" cap="rnd">
                <a:solidFill>
                  <a:srgbClr val="7B461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2315" name="Freeform 116">
                <a:extLst>
                  <a:ext uri="{FF2B5EF4-FFF2-40B4-BE49-F238E27FC236}">
                    <a16:creationId xmlns:a16="http://schemas.microsoft.com/office/drawing/2014/main" id="{DA9CBF87-EBD6-4294-94FD-0B02672678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3" y="991"/>
                <a:ext cx="69" cy="29"/>
              </a:xfrm>
              <a:custGeom>
                <a:avLst/>
                <a:gdLst>
                  <a:gd name="T0" fmla="*/ 0 w 41"/>
                  <a:gd name="T1" fmla="*/ 49 h 17"/>
                  <a:gd name="T2" fmla="*/ 84 w 41"/>
                  <a:gd name="T3" fmla="*/ 0 h 17"/>
                  <a:gd name="T4" fmla="*/ 175 w 41"/>
                  <a:gd name="T5" fmla="*/ 44 h 17"/>
                  <a:gd name="T6" fmla="*/ 173 w 41"/>
                  <a:gd name="T7" fmla="*/ 65 h 17"/>
                  <a:gd name="T8" fmla="*/ 96 w 41"/>
                  <a:gd name="T9" fmla="*/ 84 h 17"/>
                  <a:gd name="T10" fmla="*/ 0 w 41"/>
                  <a:gd name="T11" fmla="*/ 49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1" h="17">
                    <a:moveTo>
                      <a:pt x="0" y="10"/>
                    </a:moveTo>
                    <a:cubicBezTo>
                      <a:pt x="5" y="4"/>
                      <a:pt x="10" y="0"/>
                      <a:pt x="18" y="0"/>
                    </a:cubicBezTo>
                    <a:cubicBezTo>
                      <a:pt x="29" y="1"/>
                      <a:pt x="34" y="8"/>
                      <a:pt x="37" y="9"/>
                    </a:cubicBezTo>
                    <a:cubicBezTo>
                      <a:pt x="41" y="10"/>
                      <a:pt x="38" y="12"/>
                      <a:pt x="36" y="13"/>
                    </a:cubicBezTo>
                    <a:cubicBezTo>
                      <a:pt x="33" y="14"/>
                      <a:pt x="25" y="17"/>
                      <a:pt x="20" y="17"/>
                    </a:cubicBezTo>
                    <a:cubicBezTo>
                      <a:pt x="6" y="16"/>
                      <a:pt x="5" y="16"/>
                      <a:pt x="0" y="10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2316" name="Oval 117">
                <a:extLst>
                  <a:ext uri="{FF2B5EF4-FFF2-40B4-BE49-F238E27FC236}">
                    <a16:creationId xmlns:a16="http://schemas.microsoft.com/office/drawing/2014/main" id="{7D3AD159-AB2C-4A23-9BC9-8EC18AB87C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00" y="1001"/>
                <a:ext cx="7" cy="7"/>
              </a:xfrm>
              <a:prstGeom prst="ellipse">
                <a:avLst/>
              </a:pr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92317" name="Oval 118">
                <a:extLst>
                  <a:ext uri="{FF2B5EF4-FFF2-40B4-BE49-F238E27FC236}">
                    <a16:creationId xmlns:a16="http://schemas.microsoft.com/office/drawing/2014/main" id="{E6AAD43D-F939-440D-AA38-9CB631FF18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00" y="1001"/>
                <a:ext cx="7" cy="7"/>
              </a:xfrm>
              <a:prstGeom prst="ellipse">
                <a:avLst/>
              </a:prstGeom>
              <a:noFill/>
              <a:ln w="4763" cap="rnd">
                <a:solidFill>
                  <a:srgbClr val="343434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92318" name="Freeform 119">
                <a:extLst>
                  <a:ext uri="{FF2B5EF4-FFF2-40B4-BE49-F238E27FC236}">
                    <a16:creationId xmlns:a16="http://schemas.microsoft.com/office/drawing/2014/main" id="{F2EFABEF-0BB7-4B47-8A5E-503A4E5CF0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2" y="978"/>
                <a:ext cx="63" cy="27"/>
              </a:xfrm>
              <a:custGeom>
                <a:avLst/>
                <a:gdLst>
                  <a:gd name="T0" fmla="*/ 172 w 38"/>
                  <a:gd name="T1" fmla="*/ 57 h 16"/>
                  <a:gd name="T2" fmla="*/ 0 w 38"/>
                  <a:gd name="T3" fmla="*/ 78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8" h="16">
                    <a:moveTo>
                      <a:pt x="38" y="12"/>
                    </a:moveTo>
                    <a:cubicBezTo>
                      <a:pt x="25" y="0"/>
                      <a:pt x="8" y="5"/>
                      <a:pt x="0" y="16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2319" name="Oval 120">
                <a:extLst>
                  <a:ext uri="{FF2B5EF4-FFF2-40B4-BE49-F238E27FC236}">
                    <a16:creationId xmlns:a16="http://schemas.microsoft.com/office/drawing/2014/main" id="{6E3D254C-739F-45C3-BDA3-3D065AD9D6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95" y="998"/>
                <a:ext cx="7" cy="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92320" name="Freeform 121">
                <a:extLst>
                  <a:ext uri="{FF2B5EF4-FFF2-40B4-BE49-F238E27FC236}">
                    <a16:creationId xmlns:a16="http://schemas.microsoft.com/office/drawing/2014/main" id="{71019539-0506-4B19-A86D-DA43AE1B2F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5" y="1008"/>
                <a:ext cx="17" cy="7"/>
              </a:xfrm>
              <a:custGeom>
                <a:avLst/>
                <a:gdLst>
                  <a:gd name="T0" fmla="*/ 5 w 10"/>
                  <a:gd name="T1" fmla="*/ 0 h 4"/>
                  <a:gd name="T2" fmla="*/ 0 w 10"/>
                  <a:gd name="T3" fmla="*/ 12 h 4"/>
                  <a:gd name="T4" fmla="*/ 9 w 10"/>
                  <a:gd name="T5" fmla="*/ 21 h 4"/>
                  <a:gd name="T6" fmla="*/ 26 w 10"/>
                  <a:gd name="T7" fmla="*/ 21 h 4"/>
                  <a:gd name="T8" fmla="*/ 29 w 10"/>
                  <a:gd name="T9" fmla="*/ 16 h 4"/>
                  <a:gd name="T10" fmla="*/ 41 w 10"/>
                  <a:gd name="T11" fmla="*/ 16 h 4"/>
                  <a:gd name="T12" fmla="*/ 44 w 10"/>
                  <a:gd name="T13" fmla="*/ 7 h 4"/>
                  <a:gd name="T14" fmla="*/ 34 w 10"/>
                  <a:gd name="T15" fmla="*/ 7 h 4"/>
                  <a:gd name="T16" fmla="*/ 26 w 10"/>
                  <a:gd name="T17" fmla="*/ 7 h 4"/>
                  <a:gd name="T18" fmla="*/ 15 w 10"/>
                  <a:gd name="T19" fmla="*/ 7 h 4"/>
                  <a:gd name="T20" fmla="*/ 5 w 10"/>
                  <a:gd name="T21" fmla="*/ 0 h 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0" h="4">
                    <a:moveTo>
                      <a:pt x="1" y="0"/>
                    </a:moveTo>
                    <a:cubicBezTo>
                      <a:pt x="1" y="0"/>
                      <a:pt x="0" y="2"/>
                      <a:pt x="0" y="2"/>
                    </a:cubicBezTo>
                    <a:cubicBezTo>
                      <a:pt x="0" y="3"/>
                      <a:pt x="1" y="4"/>
                      <a:pt x="2" y="4"/>
                    </a:cubicBezTo>
                    <a:cubicBezTo>
                      <a:pt x="3" y="4"/>
                      <a:pt x="4" y="4"/>
                      <a:pt x="5" y="4"/>
                    </a:cubicBezTo>
                    <a:cubicBezTo>
                      <a:pt x="5" y="4"/>
                      <a:pt x="6" y="4"/>
                      <a:pt x="6" y="3"/>
                    </a:cubicBezTo>
                    <a:cubicBezTo>
                      <a:pt x="7" y="3"/>
                      <a:pt x="8" y="3"/>
                      <a:pt x="8" y="3"/>
                    </a:cubicBezTo>
                    <a:cubicBezTo>
                      <a:pt x="9" y="2"/>
                      <a:pt x="10" y="1"/>
                      <a:pt x="9" y="1"/>
                    </a:cubicBezTo>
                    <a:cubicBezTo>
                      <a:pt x="8" y="1"/>
                      <a:pt x="8" y="1"/>
                      <a:pt x="7" y="1"/>
                    </a:cubicBezTo>
                    <a:cubicBezTo>
                      <a:pt x="6" y="1"/>
                      <a:pt x="6" y="1"/>
                      <a:pt x="5" y="1"/>
                    </a:cubicBezTo>
                    <a:cubicBezTo>
                      <a:pt x="4" y="1"/>
                      <a:pt x="3" y="1"/>
                      <a:pt x="3" y="1"/>
                    </a:cubicBezTo>
                    <a:cubicBezTo>
                      <a:pt x="2" y="0"/>
                      <a:pt x="2" y="0"/>
                      <a:pt x="1" y="0"/>
                    </a:cubicBezTo>
                  </a:path>
                </a:pathLst>
              </a:custGeom>
              <a:solidFill>
                <a:srgbClr val="9AD4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2321" name="Oval 122">
                <a:extLst>
                  <a:ext uri="{FF2B5EF4-FFF2-40B4-BE49-F238E27FC236}">
                    <a16:creationId xmlns:a16="http://schemas.microsoft.com/office/drawing/2014/main" id="{235DD01B-320A-4165-9E3B-76D4B28CE4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99" y="1006"/>
                <a:ext cx="3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92322" name="Freeform 123">
                <a:extLst>
                  <a:ext uri="{FF2B5EF4-FFF2-40B4-BE49-F238E27FC236}">
                    <a16:creationId xmlns:a16="http://schemas.microsoft.com/office/drawing/2014/main" id="{CDD3C8AE-9413-4B4B-B6B1-59A97FA068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0" y="993"/>
                <a:ext cx="25" cy="13"/>
              </a:xfrm>
              <a:custGeom>
                <a:avLst/>
                <a:gdLst>
                  <a:gd name="T0" fmla="*/ 0 w 15"/>
                  <a:gd name="T1" fmla="*/ 29 h 8"/>
                  <a:gd name="T2" fmla="*/ 8 w 15"/>
                  <a:gd name="T3" fmla="*/ 26 h 8"/>
                  <a:gd name="T4" fmla="*/ 13 w 15"/>
                  <a:gd name="T5" fmla="*/ 18 h 8"/>
                  <a:gd name="T6" fmla="*/ 33 w 15"/>
                  <a:gd name="T7" fmla="*/ 13 h 8"/>
                  <a:gd name="T8" fmla="*/ 50 w 15"/>
                  <a:gd name="T9" fmla="*/ 26 h 8"/>
                  <a:gd name="T10" fmla="*/ 55 w 15"/>
                  <a:gd name="T11" fmla="*/ 29 h 8"/>
                  <a:gd name="T12" fmla="*/ 70 w 15"/>
                  <a:gd name="T13" fmla="*/ 29 h 8"/>
                  <a:gd name="T14" fmla="*/ 62 w 15"/>
                  <a:gd name="T15" fmla="*/ 8 h 8"/>
                  <a:gd name="T16" fmla="*/ 33 w 15"/>
                  <a:gd name="T17" fmla="*/ 5 h 8"/>
                  <a:gd name="T18" fmla="*/ 8 w 15"/>
                  <a:gd name="T19" fmla="*/ 8 h 8"/>
                  <a:gd name="T20" fmla="*/ 0 w 15"/>
                  <a:gd name="T21" fmla="*/ 26 h 8"/>
                  <a:gd name="T22" fmla="*/ 0 w 15"/>
                  <a:gd name="T23" fmla="*/ 29 h 8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5" h="8">
                    <a:moveTo>
                      <a:pt x="0" y="7"/>
                    </a:moveTo>
                    <a:cubicBezTo>
                      <a:pt x="1" y="7"/>
                      <a:pt x="2" y="7"/>
                      <a:pt x="2" y="6"/>
                    </a:cubicBezTo>
                    <a:cubicBezTo>
                      <a:pt x="3" y="5"/>
                      <a:pt x="2" y="5"/>
                      <a:pt x="3" y="4"/>
                    </a:cubicBezTo>
                    <a:cubicBezTo>
                      <a:pt x="4" y="2"/>
                      <a:pt x="5" y="2"/>
                      <a:pt x="7" y="3"/>
                    </a:cubicBezTo>
                    <a:cubicBezTo>
                      <a:pt x="9" y="4"/>
                      <a:pt x="10" y="4"/>
                      <a:pt x="11" y="6"/>
                    </a:cubicBezTo>
                    <a:cubicBezTo>
                      <a:pt x="11" y="7"/>
                      <a:pt x="11" y="7"/>
                      <a:pt x="12" y="7"/>
                    </a:cubicBezTo>
                    <a:cubicBezTo>
                      <a:pt x="13" y="7"/>
                      <a:pt x="14" y="8"/>
                      <a:pt x="15" y="7"/>
                    </a:cubicBezTo>
                    <a:cubicBezTo>
                      <a:pt x="15" y="5"/>
                      <a:pt x="14" y="3"/>
                      <a:pt x="13" y="2"/>
                    </a:cubicBezTo>
                    <a:cubicBezTo>
                      <a:pt x="11" y="1"/>
                      <a:pt x="9" y="1"/>
                      <a:pt x="7" y="1"/>
                    </a:cubicBezTo>
                    <a:cubicBezTo>
                      <a:pt x="5" y="0"/>
                      <a:pt x="3" y="0"/>
                      <a:pt x="2" y="2"/>
                    </a:cubicBezTo>
                    <a:cubicBezTo>
                      <a:pt x="1" y="3"/>
                      <a:pt x="0" y="5"/>
                      <a:pt x="0" y="6"/>
                    </a:cubicBezTo>
                    <a:cubicBezTo>
                      <a:pt x="0" y="6"/>
                      <a:pt x="0" y="7"/>
                      <a:pt x="0" y="7"/>
                    </a:cubicBezTo>
                  </a:path>
                </a:pathLst>
              </a:custGeom>
              <a:solidFill>
                <a:srgbClr val="288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2323" name="Freeform 124">
                <a:extLst>
                  <a:ext uri="{FF2B5EF4-FFF2-40B4-BE49-F238E27FC236}">
                    <a16:creationId xmlns:a16="http://schemas.microsoft.com/office/drawing/2014/main" id="{AE81DAEF-CA33-4DEF-9B70-5D82F93CDF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0" y="1008"/>
                <a:ext cx="2" cy="5"/>
              </a:xfrm>
              <a:custGeom>
                <a:avLst/>
                <a:gdLst>
                  <a:gd name="T0" fmla="*/ 8 w 1"/>
                  <a:gd name="T1" fmla="*/ 0 h 3"/>
                  <a:gd name="T2" fmla="*/ 8 w 1"/>
                  <a:gd name="T3" fmla="*/ 13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cubicBezTo>
                      <a:pt x="1" y="0"/>
                      <a:pt x="0" y="2"/>
                      <a:pt x="1" y="3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2324" name="Freeform 125">
                <a:extLst>
                  <a:ext uri="{FF2B5EF4-FFF2-40B4-BE49-F238E27FC236}">
                    <a16:creationId xmlns:a16="http://schemas.microsoft.com/office/drawing/2014/main" id="{33C3563E-66D7-4B33-A243-4ED385ED5D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9" y="991"/>
                <a:ext cx="28" cy="27"/>
              </a:xfrm>
              <a:custGeom>
                <a:avLst/>
                <a:gdLst>
                  <a:gd name="T0" fmla="*/ 41 w 17"/>
                  <a:gd name="T1" fmla="*/ 5 h 16"/>
                  <a:gd name="T2" fmla="*/ 20 w 17"/>
                  <a:gd name="T3" fmla="*/ 5 h 16"/>
                  <a:gd name="T4" fmla="*/ 0 w 17"/>
                  <a:gd name="T5" fmla="*/ 41 h 16"/>
                  <a:gd name="T6" fmla="*/ 21 w 17"/>
                  <a:gd name="T7" fmla="*/ 71 h 16"/>
                  <a:gd name="T8" fmla="*/ 43 w 17"/>
                  <a:gd name="T9" fmla="*/ 71 h 16"/>
                  <a:gd name="T10" fmla="*/ 76 w 17"/>
                  <a:gd name="T11" fmla="*/ 41 h 16"/>
                  <a:gd name="T12" fmla="*/ 58 w 17"/>
                  <a:gd name="T13" fmla="*/ 5 h 16"/>
                  <a:gd name="T14" fmla="*/ 41 w 17"/>
                  <a:gd name="T15" fmla="*/ 5 h 1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7" h="16">
                    <a:moveTo>
                      <a:pt x="9" y="1"/>
                    </a:moveTo>
                    <a:cubicBezTo>
                      <a:pt x="6" y="0"/>
                      <a:pt x="6" y="0"/>
                      <a:pt x="4" y="1"/>
                    </a:cubicBezTo>
                    <a:cubicBezTo>
                      <a:pt x="2" y="2"/>
                      <a:pt x="0" y="6"/>
                      <a:pt x="0" y="8"/>
                    </a:cubicBezTo>
                    <a:cubicBezTo>
                      <a:pt x="0" y="11"/>
                      <a:pt x="2" y="13"/>
                      <a:pt x="5" y="15"/>
                    </a:cubicBezTo>
                    <a:cubicBezTo>
                      <a:pt x="7" y="16"/>
                      <a:pt x="9" y="15"/>
                      <a:pt x="10" y="15"/>
                    </a:cubicBezTo>
                    <a:cubicBezTo>
                      <a:pt x="14" y="15"/>
                      <a:pt x="17" y="12"/>
                      <a:pt x="17" y="8"/>
                    </a:cubicBezTo>
                    <a:cubicBezTo>
                      <a:pt x="17" y="5"/>
                      <a:pt x="16" y="3"/>
                      <a:pt x="13" y="1"/>
                    </a:cubicBezTo>
                    <a:cubicBezTo>
                      <a:pt x="12" y="1"/>
                      <a:pt x="11" y="1"/>
                      <a:pt x="9" y="1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2325" name="Freeform 126">
                <a:extLst>
                  <a:ext uri="{FF2B5EF4-FFF2-40B4-BE49-F238E27FC236}">
                    <a16:creationId xmlns:a16="http://schemas.microsoft.com/office/drawing/2014/main" id="{7560B344-AD2F-4188-84AC-28336F5C89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5" y="1010"/>
                <a:ext cx="37" cy="25"/>
              </a:xfrm>
              <a:custGeom>
                <a:avLst/>
                <a:gdLst>
                  <a:gd name="T0" fmla="*/ 104 w 22"/>
                  <a:gd name="T1" fmla="*/ 0 h 15"/>
                  <a:gd name="T2" fmla="*/ 76 w 22"/>
                  <a:gd name="T3" fmla="*/ 42 h 15"/>
                  <a:gd name="T4" fmla="*/ 29 w 22"/>
                  <a:gd name="T5" fmla="*/ 55 h 15"/>
                  <a:gd name="T6" fmla="*/ 0 w 22"/>
                  <a:gd name="T7" fmla="*/ 62 h 15"/>
                  <a:gd name="T8" fmla="*/ 76 w 22"/>
                  <a:gd name="T9" fmla="*/ 50 h 15"/>
                  <a:gd name="T10" fmla="*/ 96 w 22"/>
                  <a:gd name="T11" fmla="*/ 28 h 15"/>
                  <a:gd name="T12" fmla="*/ 104 w 22"/>
                  <a:gd name="T13" fmla="*/ 5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15">
                    <a:moveTo>
                      <a:pt x="22" y="0"/>
                    </a:moveTo>
                    <a:cubicBezTo>
                      <a:pt x="22" y="4"/>
                      <a:pt x="18" y="8"/>
                      <a:pt x="16" y="9"/>
                    </a:cubicBezTo>
                    <a:cubicBezTo>
                      <a:pt x="13" y="11"/>
                      <a:pt x="9" y="11"/>
                      <a:pt x="6" y="12"/>
                    </a:cubicBezTo>
                    <a:cubicBezTo>
                      <a:pt x="4" y="12"/>
                      <a:pt x="2" y="13"/>
                      <a:pt x="0" y="13"/>
                    </a:cubicBezTo>
                    <a:cubicBezTo>
                      <a:pt x="6" y="15"/>
                      <a:pt x="11" y="14"/>
                      <a:pt x="16" y="11"/>
                    </a:cubicBezTo>
                    <a:cubicBezTo>
                      <a:pt x="18" y="9"/>
                      <a:pt x="19" y="8"/>
                      <a:pt x="20" y="6"/>
                    </a:cubicBezTo>
                    <a:cubicBezTo>
                      <a:pt x="21" y="4"/>
                      <a:pt x="22" y="2"/>
                      <a:pt x="22" y="1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2326" name="Freeform 127">
                <a:extLst>
                  <a:ext uri="{FF2B5EF4-FFF2-40B4-BE49-F238E27FC236}">
                    <a16:creationId xmlns:a16="http://schemas.microsoft.com/office/drawing/2014/main" id="{40DFDD40-E460-42D0-8F14-3067CAC62F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2" y="978"/>
                <a:ext cx="40" cy="20"/>
              </a:xfrm>
              <a:custGeom>
                <a:avLst/>
                <a:gdLst>
                  <a:gd name="T0" fmla="*/ 0 w 24"/>
                  <a:gd name="T1" fmla="*/ 55 h 12"/>
                  <a:gd name="T2" fmla="*/ 37 w 24"/>
                  <a:gd name="T3" fmla="*/ 13 h 12"/>
                  <a:gd name="T4" fmla="*/ 75 w 24"/>
                  <a:gd name="T5" fmla="*/ 8 h 12"/>
                  <a:gd name="T6" fmla="*/ 97 w 24"/>
                  <a:gd name="T7" fmla="*/ 8 h 12"/>
                  <a:gd name="T8" fmla="*/ 112 w 24"/>
                  <a:gd name="T9" fmla="*/ 8 h 12"/>
                  <a:gd name="T10" fmla="*/ 70 w 24"/>
                  <a:gd name="T11" fmla="*/ 5 h 12"/>
                  <a:gd name="T12" fmla="*/ 28 w 24"/>
                  <a:gd name="T13" fmla="*/ 13 h 12"/>
                  <a:gd name="T14" fmla="*/ 5 w 24"/>
                  <a:gd name="T15" fmla="*/ 37 h 12"/>
                  <a:gd name="T16" fmla="*/ 0 w 24"/>
                  <a:gd name="T17" fmla="*/ 55 h 1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4" h="12">
                    <a:moveTo>
                      <a:pt x="0" y="12"/>
                    </a:moveTo>
                    <a:cubicBezTo>
                      <a:pt x="0" y="8"/>
                      <a:pt x="5" y="5"/>
                      <a:pt x="8" y="3"/>
                    </a:cubicBezTo>
                    <a:cubicBezTo>
                      <a:pt x="11" y="3"/>
                      <a:pt x="13" y="2"/>
                      <a:pt x="16" y="2"/>
                    </a:cubicBezTo>
                    <a:cubicBezTo>
                      <a:pt x="18" y="2"/>
                      <a:pt x="19" y="2"/>
                      <a:pt x="21" y="2"/>
                    </a:cubicBezTo>
                    <a:cubicBezTo>
                      <a:pt x="22" y="2"/>
                      <a:pt x="23" y="2"/>
                      <a:pt x="24" y="2"/>
                    </a:cubicBezTo>
                    <a:cubicBezTo>
                      <a:pt x="21" y="0"/>
                      <a:pt x="18" y="1"/>
                      <a:pt x="15" y="1"/>
                    </a:cubicBezTo>
                    <a:cubicBezTo>
                      <a:pt x="11" y="1"/>
                      <a:pt x="9" y="2"/>
                      <a:pt x="6" y="3"/>
                    </a:cubicBezTo>
                    <a:cubicBezTo>
                      <a:pt x="4" y="4"/>
                      <a:pt x="2" y="6"/>
                      <a:pt x="1" y="8"/>
                    </a:cubicBezTo>
                    <a:cubicBezTo>
                      <a:pt x="1" y="9"/>
                      <a:pt x="1" y="11"/>
                      <a:pt x="0" y="12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2327" name="Freeform 128">
                <a:extLst>
                  <a:ext uri="{FF2B5EF4-FFF2-40B4-BE49-F238E27FC236}">
                    <a16:creationId xmlns:a16="http://schemas.microsoft.com/office/drawing/2014/main" id="{29BBF7FD-6018-4102-97DD-E38E038CCD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0" y="1011"/>
                <a:ext cx="24" cy="14"/>
              </a:xfrm>
              <a:custGeom>
                <a:avLst/>
                <a:gdLst>
                  <a:gd name="T0" fmla="*/ 0 w 14"/>
                  <a:gd name="T1" fmla="*/ 0 h 8"/>
                  <a:gd name="T2" fmla="*/ 29 w 14"/>
                  <a:gd name="T3" fmla="*/ 21 h 8"/>
                  <a:gd name="T4" fmla="*/ 70 w 14"/>
                  <a:gd name="T5" fmla="*/ 44 h 8"/>
                  <a:gd name="T6" fmla="*/ 45 w 14"/>
                  <a:gd name="T7" fmla="*/ 37 h 8"/>
                  <a:gd name="T8" fmla="*/ 21 w 14"/>
                  <a:gd name="T9" fmla="*/ 28 h 8"/>
                  <a:gd name="T10" fmla="*/ 0 w 14"/>
                  <a:gd name="T11" fmla="*/ 7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" h="8">
                    <a:moveTo>
                      <a:pt x="0" y="0"/>
                    </a:moveTo>
                    <a:cubicBezTo>
                      <a:pt x="1" y="2"/>
                      <a:pt x="4" y="3"/>
                      <a:pt x="6" y="4"/>
                    </a:cubicBezTo>
                    <a:cubicBezTo>
                      <a:pt x="8" y="6"/>
                      <a:pt x="11" y="7"/>
                      <a:pt x="14" y="8"/>
                    </a:cubicBezTo>
                    <a:cubicBezTo>
                      <a:pt x="12" y="7"/>
                      <a:pt x="10" y="7"/>
                      <a:pt x="9" y="7"/>
                    </a:cubicBezTo>
                    <a:cubicBezTo>
                      <a:pt x="7" y="6"/>
                      <a:pt x="6" y="5"/>
                      <a:pt x="4" y="5"/>
                    </a:cubicBezTo>
                    <a:cubicBezTo>
                      <a:pt x="3" y="4"/>
                      <a:pt x="0" y="2"/>
                      <a:pt x="0" y="1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2328" name="Freeform 129">
                <a:extLst>
                  <a:ext uri="{FF2B5EF4-FFF2-40B4-BE49-F238E27FC236}">
                    <a16:creationId xmlns:a16="http://schemas.microsoft.com/office/drawing/2014/main" id="{FF9A0CD3-277E-4AC3-8424-9DD3658D13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7" y="988"/>
                <a:ext cx="69" cy="33"/>
              </a:xfrm>
              <a:custGeom>
                <a:avLst/>
                <a:gdLst>
                  <a:gd name="T0" fmla="*/ 195 w 41"/>
                  <a:gd name="T1" fmla="*/ 50 h 20"/>
                  <a:gd name="T2" fmla="*/ 128 w 41"/>
                  <a:gd name="T3" fmla="*/ 8 h 20"/>
                  <a:gd name="T4" fmla="*/ 20 w 41"/>
                  <a:gd name="T5" fmla="*/ 50 h 20"/>
                  <a:gd name="T6" fmla="*/ 22 w 41"/>
                  <a:gd name="T7" fmla="*/ 68 h 20"/>
                  <a:gd name="T8" fmla="*/ 82 w 41"/>
                  <a:gd name="T9" fmla="*/ 84 h 20"/>
                  <a:gd name="T10" fmla="*/ 190 w 41"/>
                  <a:gd name="T11" fmla="*/ 50 h 2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1" h="20">
                    <a:moveTo>
                      <a:pt x="41" y="11"/>
                    </a:moveTo>
                    <a:cubicBezTo>
                      <a:pt x="37" y="8"/>
                      <a:pt x="36" y="4"/>
                      <a:pt x="27" y="2"/>
                    </a:cubicBezTo>
                    <a:cubicBezTo>
                      <a:pt x="17" y="0"/>
                      <a:pt x="7" y="10"/>
                      <a:pt x="4" y="11"/>
                    </a:cubicBezTo>
                    <a:cubicBezTo>
                      <a:pt x="0" y="12"/>
                      <a:pt x="2" y="14"/>
                      <a:pt x="5" y="15"/>
                    </a:cubicBezTo>
                    <a:cubicBezTo>
                      <a:pt x="8" y="16"/>
                      <a:pt x="13" y="18"/>
                      <a:pt x="17" y="19"/>
                    </a:cubicBezTo>
                    <a:cubicBezTo>
                      <a:pt x="21" y="20"/>
                      <a:pt x="36" y="18"/>
                      <a:pt x="40" y="1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2329" name="Freeform 130">
                <a:extLst>
                  <a:ext uri="{FF2B5EF4-FFF2-40B4-BE49-F238E27FC236}">
                    <a16:creationId xmlns:a16="http://schemas.microsoft.com/office/drawing/2014/main" id="{934A8F74-811D-4728-B7B0-95A3A97FCF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2" y="990"/>
                <a:ext cx="27" cy="26"/>
              </a:xfrm>
              <a:custGeom>
                <a:avLst/>
                <a:gdLst>
                  <a:gd name="T0" fmla="*/ 41 w 16"/>
                  <a:gd name="T1" fmla="*/ 8 h 16"/>
                  <a:gd name="T2" fmla="*/ 62 w 16"/>
                  <a:gd name="T3" fmla="*/ 8 h 16"/>
                  <a:gd name="T4" fmla="*/ 78 w 16"/>
                  <a:gd name="T5" fmla="*/ 39 h 16"/>
                  <a:gd name="T6" fmla="*/ 57 w 16"/>
                  <a:gd name="T7" fmla="*/ 68 h 16"/>
                  <a:gd name="T8" fmla="*/ 34 w 16"/>
                  <a:gd name="T9" fmla="*/ 68 h 16"/>
                  <a:gd name="T10" fmla="*/ 0 w 16"/>
                  <a:gd name="T11" fmla="*/ 39 h 16"/>
                  <a:gd name="T12" fmla="*/ 14 w 16"/>
                  <a:gd name="T13" fmla="*/ 8 h 16"/>
                  <a:gd name="T14" fmla="*/ 34 w 16"/>
                  <a:gd name="T15" fmla="*/ 8 h 1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6" h="16">
                    <a:moveTo>
                      <a:pt x="8" y="2"/>
                    </a:moveTo>
                    <a:cubicBezTo>
                      <a:pt x="10" y="0"/>
                      <a:pt x="11" y="1"/>
                      <a:pt x="13" y="2"/>
                    </a:cubicBezTo>
                    <a:cubicBezTo>
                      <a:pt x="15" y="3"/>
                      <a:pt x="16" y="7"/>
                      <a:pt x="16" y="9"/>
                    </a:cubicBezTo>
                    <a:cubicBezTo>
                      <a:pt x="16" y="12"/>
                      <a:pt x="14" y="14"/>
                      <a:pt x="12" y="16"/>
                    </a:cubicBezTo>
                    <a:cubicBezTo>
                      <a:pt x="10" y="16"/>
                      <a:pt x="8" y="16"/>
                      <a:pt x="7" y="16"/>
                    </a:cubicBezTo>
                    <a:cubicBezTo>
                      <a:pt x="3" y="16"/>
                      <a:pt x="0" y="13"/>
                      <a:pt x="0" y="9"/>
                    </a:cubicBezTo>
                    <a:cubicBezTo>
                      <a:pt x="0" y="6"/>
                      <a:pt x="1" y="4"/>
                      <a:pt x="3" y="2"/>
                    </a:cubicBezTo>
                    <a:cubicBezTo>
                      <a:pt x="5" y="2"/>
                      <a:pt x="6" y="2"/>
                      <a:pt x="7" y="2"/>
                    </a:cubicBezTo>
                  </a:path>
                </a:pathLst>
              </a:custGeom>
              <a:solidFill>
                <a:srgbClr val="45B7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2330" name="Freeform 131">
                <a:extLst>
                  <a:ext uri="{FF2B5EF4-FFF2-40B4-BE49-F238E27FC236}">
                    <a16:creationId xmlns:a16="http://schemas.microsoft.com/office/drawing/2014/main" id="{E4C607E8-0958-4D3B-AA48-5732800641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9" y="956"/>
                <a:ext cx="83" cy="27"/>
              </a:xfrm>
              <a:custGeom>
                <a:avLst/>
                <a:gdLst>
                  <a:gd name="T0" fmla="*/ 229 w 50"/>
                  <a:gd name="T1" fmla="*/ 78 h 16"/>
                  <a:gd name="T2" fmla="*/ 0 w 50"/>
                  <a:gd name="T3" fmla="*/ 71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0" h="16">
                    <a:moveTo>
                      <a:pt x="50" y="16"/>
                    </a:moveTo>
                    <a:cubicBezTo>
                      <a:pt x="36" y="0"/>
                      <a:pt x="12" y="9"/>
                      <a:pt x="0" y="15"/>
                    </a:cubicBezTo>
                  </a:path>
                </a:pathLst>
              </a:custGeom>
              <a:noFill/>
              <a:ln w="11113" cap="rnd">
                <a:solidFill>
                  <a:srgbClr val="7B461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2331" name="Freeform 132">
                <a:extLst>
                  <a:ext uri="{FF2B5EF4-FFF2-40B4-BE49-F238E27FC236}">
                    <a16:creationId xmlns:a16="http://schemas.microsoft.com/office/drawing/2014/main" id="{02E10290-B1DC-4A5A-BEAB-59F28B3CD0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7" y="991"/>
                <a:ext cx="67" cy="29"/>
              </a:xfrm>
              <a:custGeom>
                <a:avLst/>
                <a:gdLst>
                  <a:gd name="T0" fmla="*/ 188 w 40"/>
                  <a:gd name="T1" fmla="*/ 44 h 17"/>
                  <a:gd name="T2" fmla="*/ 109 w 40"/>
                  <a:gd name="T3" fmla="*/ 0 h 17"/>
                  <a:gd name="T4" fmla="*/ 20 w 40"/>
                  <a:gd name="T5" fmla="*/ 44 h 17"/>
                  <a:gd name="T6" fmla="*/ 22 w 40"/>
                  <a:gd name="T7" fmla="*/ 65 h 17"/>
                  <a:gd name="T8" fmla="*/ 95 w 40"/>
                  <a:gd name="T9" fmla="*/ 84 h 17"/>
                  <a:gd name="T10" fmla="*/ 188 w 40"/>
                  <a:gd name="T11" fmla="*/ 44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0" h="17">
                    <a:moveTo>
                      <a:pt x="40" y="9"/>
                    </a:moveTo>
                    <a:cubicBezTo>
                      <a:pt x="35" y="3"/>
                      <a:pt x="30" y="0"/>
                      <a:pt x="23" y="0"/>
                    </a:cubicBezTo>
                    <a:cubicBezTo>
                      <a:pt x="12" y="1"/>
                      <a:pt x="7" y="8"/>
                      <a:pt x="4" y="9"/>
                    </a:cubicBezTo>
                    <a:cubicBezTo>
                      <a:pt x="0" y="10"/>
                      <a:pt x="2" y="12"/>
                      <a:pt x="5" y="13"/>
                    </a:cubicBezTo>
                    <a:cubicBezTo>
                      <a:pt x="8" y="14"/>
                      <a:pt x="15" y="17"/>
                      <a:pt x="20" y="17"/>
                    </a:cubicBezTo>
                    <a:cubicBezTo>
                      <a:pt x="35" y="16"/>
                      <a:pt x="36" y="15"/>
                      <a:pt x="40" y="9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2332" name="Oval 133">
                <a:extLst>
                  <a:ext uri="{FF2B5EF4-FFF2-40B4-BE49-F238E27FC236}">
                    <a16:creationId xmlns:a16="http://schemas.microsoft.com/office/drawing/2014/main" id="{BA574BF2-3E92-4551-9530-5665091952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2" y="1001"/>
                <a:ext cx="7" cy="7"/>
              </a:xfrm>
              <a:prstGeom prst="ellipse">
                <a:avLst/>
              </a:pr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92333" name="Oval 134">
                <a:extLst>
                  <a:ext uri="{FF2B5EF4-FFF2-40B4-BE49-F238E27FC236}">
                    <a16:creationId xmlns:a16="http://schemas.microsoft.com/office/drawing/2014/main" id="{2EED3462-D060-4BC1-B545-1619A4EDA4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2" y="1001"/>
                <a:ext cx="7" cy="7"/>
              </a:xfrm>
              <a:prstGeom prst="ellipse">
                <a:avLst/>
              </a:prstGeom>
              <a:noFill/>
              <a:ln w="4763" cap="rnd">
                <a:solidFill>
                  <a:srgbClr val="343434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92334" name="Freeform 135">
                <a:extLst>
                  <a:ext uri="{FF2B5EF4-FFF2-40B4-BE49-F238E27FC236}">
                    <a16:creationId xmlns:a16="http://schemas.microsoft.com/office/drawing/2014/main" id="{E210B7FC-9DC1-4769-AA41-7F579D41F3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4" y="978"/>
                <a:ext cx="62" cy="27"/>
              </a:xfrm>
              <a:custGeom>
                <a:avLst/>
                <a:gdLst>
                  <a:gd name="T0" fmla="*/ 0 w 37"/>
                  <a:gd name="T1" fmla="*/ 57 h 16"/>
                  <a:gd name="T2" fmla="*/ 174 w 37"/>
                  <a:gd name="T3" fmla="*/ 78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7" h="16">
                    <a:moveTo>
                      <a:pt x="0" y="12"/>
                    </a:moveTo>
                    <a:cubicBezTo>
                      <a:pt x="12" y="0"/>
                      <a:pt x="32" y="3"/>
                      <a:pt x="37" y="16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2335" name="Oval 136">
                <a:extLst>
                  <a:ext uri="{FF2B5EF4-FFF2-40B4-BE49-F238E27FC236}">
                    <a16:creationId xmlns:a16="http://schemas.microsoft.com/office/drawing/2014/main" id="{2FEB1480-1DAC-40BA-8BF8-801A814658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7" y="998"/>
                <a:ext cx="7" cy="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92336" name="Freeform 137">
                <a:extLst>
                  <a:ext uri="{FF2B5EF4-FFF2-40B4-BE49-F238E27FC236}">
                    <a16:creationId xmlns:a16="http://schemas.microsoft.com/office/drawing/2014/main" id="{566F10B8-BB60-4A91-AA12-3F22CCAFB7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7" y="1008"/>
                <a:ext cx="17" cy="7"/>
              </a:xfrm>
              <a:custGeom>
                <a:avLst/>
                <a:gdLst>
                  <a:gd name="T0" fmla="*/ 41 w 10"/>
                  <a:gd name="T1" fmla="*/ 0 h 4"/>
                  <a:gd name="T2" fmla="*/ 49 w 10"/>
                  <a:gd name="T3" fmla="*/ 12 h 4"/>
                  <a:gd name="T4" fmla="*/ 41 w 10"/>
                  <a:gd name="T5" fmla="*/ 21 h 4"/>
                  <a:gd name="T6" fmla="*/ 26 w 10"/>
                  <a:gd name="T7" fmla="*/ 21 h 4"/>
                  <a:gd name="T8" fmla="*/ 15 w 10"/>
                  <a:gd name="T9" fmla="*/ 16 h 4"/>
                  <a:gd name="T10" fmla="*/ 5 w 10"/>
                  <a:gd name="T11" fmla="*/ 16 h 4"/>
                  <a:gd name="T12" fmla="*/ 5 w 10"/>
                  <a:gd name="T13" fmla="*/ 7 h 4"/>
                  <a:gd name="T14" fmla="*/ 15 w 10"/>
                  <a:gd name="T15" fmla="*/ 7 h 4"/>
                  <a:gd name="T16" fmla="*/ 26 w 10"/>
                  <a:gd name="T17" fmla="*/ 7 h 4"/>
                  <a:gd name="T18" fmla="*/ 34 w 10"/>
                  <a:gd name="T19" fmla="*/ 7 h 4"/>
                  <a:gd name="T20" fmla="*/ 41 w 10"/>
                  <a:gd name="T21" fmla="*/ 0 h 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0" h="4">
                    <a:moveTo>
                      <a:pt x="8" y="0"/>
                    </a:moveTo>
                    <a:cubicBezTo>
                      <a:pt x="9" y="0"/>
                      <a:pt x="10" y="2"/>
                      <a:pt x="10" y="2"/>
                    </a:cubicBezTo>
                    <a:cubicBezTo>
                      <a:pt x="10" y="3"/>
                      <a:pt x="9" y="4"/>
                      <a:pt x="8" y="4"/>
                    </a:cubicBezTo>
                    <a:cubicBezTo>
                      <a:pt x="7" y="4"/>
                      <a:pt x="6" y="4"/>
                      <a:pt x="5" y="4"/>
                    </a:cubicBezTo>
                    <a:cubicBezTo>
                      <a:pt x="4" y="4"/>
                      <a:pt x="4" y="4"/>
                      <a:pt x="3" y="3"/>
                    </a:cubicBezTo>
                    <a:cubicBezTo>
                      <a:pt x="3" y="3"/>
                      <a:pt x="2" y="3"/>
                      <a:pt x="1" y="3"/>
                    </a:cubicBezTo>
                    <a:cubicBezTo>
                      <a:pt x="1" y="2"/>
                      <a:pt x="0" y="1"/>
                      <a:pt x="1" y="1"/>
                    </a:cubicBezTo>
                    <a:cubicBezTo>
                      <a:pt x="1" y="1"/>
                      <a:pt x="2" y="1"/>
                      <a:pt x="3" y="1"/>
                    </a:cubicBezTo>
                    <a:cubicBezTo>
                      <a:pt x="3" y="1"/>
                      <a:pt x="4" y="1"/>
                      <a:pt x="5" y="1"/>
                    </a:cubicBezTo>
                    <a:cubicBezTo>
                      <a:pt x="6" y="1"/>
                      <a:pt x="6" y="1"/>
                      <a:pt x="7" y="1"/>
                    </a:cubicBezTo>
                    <a:cubicBezTo>
                      <a:pt x="7" y="0"/>
                      <a:pt x="8" y="0"/>
                      <a:pt x="8" y="0"/>
                    </a:cubicBezTo>
                  </a:path>
                </a:pathLst>
              </a:custGeom>
              <a:solidFill>
                <a:srgbClr val="9AD4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2337" name="Oval 138">
                <a:extLst>
                  <a:ext uri="{FF2B5EF4-FFF2-40B4-BE49-F238E27FC236}">
                    <a16:creationId xmlns:a16="http://schemas.microsoft.com/office/drawing/2014/main" id="{7437F8D4-9B1F-4C13-8AC3-B733CFD5F4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7" y="1006"/>
                <a:ext cx="4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92338" name="Freeform 139">
                <a:extLst>
                  <a:ext uri="{FF2B5EF4-FFF2-40B4-BE49-F238E27FC236}">
                    <a16:creationId xmlns:a16="http://schemas.microsoft.com/office/drawing/2014/main" id="{DED78A7D-74B8-449F-8875-BDBC7FA0F0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2" y="993"/>
                <a:ext cx="27" cy="13"/>
              </a:xfrm>
              <a:custGeom>
                <a:avLst/>
                <a:gdLst>
                  <a:gd name="T0" fmla="*/ 78 w 16"/>
                  <a:gd name="T1" fmla="*/ 29 h 8"/>
                  <a:gd name="T2" fmla="*/ 62 w 16"/>
                  <a:gd name="T3" fmla="*/ 26 h 8"/>
                  <a:gd name="T4" fmla="*/ 62 w 16"/>
                  <a:gd name="T5" fmla="*/ 18 h 8"/>
                  <a:gd name="T6" fmla="*/ 42 w 16"/>
                  <a:gd name="T7" fmla="*/ 13 h 8"/>
                  <a:gd name="T8" fmla="*/ 24 w 16"/>
                  <a:gd name="T9" fmla="*/ 26 h 8"/>
                  <a:gd name="T10" fmla="*/ 14 w 16"/>
                  <a:gd name="T11" fmla="*/ 29 h 8"/>
                  <a:gd name="T12" fmla="*/ 5 w 16"/>
                  <a:gd name="T13" fmla="*/ 29 h 8"/>
                  <a:gd name="T14" fmla="*/ 14 w 16"/>
                  <a:gd name="T15" fmla="*/ 8 h 8"/>
                  <a:gd name="T16" fmla="*/ 42 w 16"/>
                  <a:gd name="T17" fmla="*/ 5 h 8"/>
                  <a:gd name="T18" fmla="*/ 69 w 16"/>
                  <a:gd name="T19" fmla="*/ 8 h 8"/>
                  <a:gd name="T20" fmla="*/ 71 w 16"/>
                  <a:gd name="T21" fmla="*/ 26 h 8"/>
                  <a:gd name="T22" fmla="*/ 78 w 16"/>
                  <a:gd name="T23" fmla="*/ 29 h 8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6" h="8">
                    <a:moveTo>
                      <a:pt x="16" y="7"/>
                    </a:moveTo>
                    <a:cubicBezTo>
                      <a:pt x="15" y="7"/>
                      <a:pt x="14" y="7"/>
                      <a:pt x="13" y="6"/>
                    </a:cubicBezTo>
                    <a:cubicBezTo>
                      <a:pt x="13" y="5"/>
                      <a:pt x="13" y="5"/>
                      <a:pt x="13" y="4"/>
                    </a:cubicBezTo>
                    <a:cubicBezTo>
                      <a:pt x="12" y="2"/>
                      <a:pt x="10" y="2"/>
                      <a:pt x="9" y="3"/>
                    </a:cubicBezTo>
                    <a:cubicBezTo>
                      <a:pt x="7" y="4"/>
                      <a:pt x="6" y="4"/>
                      <a:pt x="5" y="6"/>
                    </a:cubicBezTo>
                    <a:cubicBezTo>
                      <a:pt x="4" y="7"/>
                      <a:pt x="4" y="7"/>
                      <a:pt x="3" y="7"/>
                    </a:cubicBezTo>
                    <a:cubicBezTo>
                      <a:pt x="2" y="7"/>
                      <a:pt x="2" y="8"/>
                      <a:pt x="1" y="7"/>
                    </a:cubicBezTo>
                    <a:cubicBezTo>
                      <a:pt x="0" y="5"/>
                      <a:pt x="2" y="3"/>
                      <a:pt x="3" y="2"/>
                    </a:cubicBezTo>
                    <a:cubicBezTo>
                      <a:pt x="5" y="1"/>
                      <a:pt x="7" y="1"/>
                      <a:pt x="9" y="1"/>
                    </a:cubicBezTo>
                    <a:cubicBezTo>
                      <a:pt x="10" y="0"/>
                      <a:pt x="12" y="0"/>
                      <a:pt x="14" y="2"/>
                    </a:cubicBezTo>
                    <a:cubicBezTo>
                      <a:pt x="15" y="3"/>
                      <a:pt x="15" y="5"/>
                      <a:pt x="15" y="6"/>
                    </a:cubicBezTo>
                    <a:cubicBezTo>
                      <a:pt x="16" y="6"/>
                      <a:pt x="16" y="7"/>
                      <a:pt x="16" y="7"/>
                    </a:cubicBezTo>
                  </a:path>
                </a:pathLst>
              </a:custGeom>
              <a:solidFill>
                <a:srgbClr val="288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2339" name="Freeform 140">
                <a:extLst>
                  <a:ext uri="{FF2B5EF4-FFF2-40B4-BE49-F238E27FC236}">
                    <a16:creationId xmlns:a16="http://schemas.microsoft.com/office/drawing/2014/main" id="{99E2E015-E8D8-4E3C-BFB9-CFEB8FEEC3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5" y="1008"/>
                <a:ext cx="2" cy="5"/>
              </a:xfrm>
              <a:custGeom>
                <a:avLst/>
                <a:gdLst>
                  <a:gd name="T0" fmla="*/ 0 w 1"/>
                  <a:gd name="T1" fmla="*/ 0 h 3"/>
                  <a:gd name="T2" fmla="*/ 8 w 1"/>
                  <a:gd name="T3" fmla="*/ 13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1" y="0"/>
                      <a:pt x="1" y="2"/>
                      <a:pt x="1" y="3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2340" name="Freeform 141">
                <a:extLst>
                  <a:ext uri="{FF2B5EF4-FFF2-40B4-BE49-F238E27FC236}">
                    <a16:creationId xmlns:a16="http://schemas.microsoft.com/office/drawing/2014/main" id="{E9645747-3992-4653-8265-7EA1621C07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2" y="991"/>
                <a:ext cx="27" cy="27"/>
              </a:xfrm>
              <a:custGeom>
                <a:avLst/>
                <a:gdLst>
                  <a:gd name="T0" fmla="*/ 41 w 16"/>
                  <a:gd name="T1" fmla="*/ 5 h 16"/>
                  <a:gd name="T2" fmla="*/ 62 w 16"/>
                  <a:gd name="T3" fmla="*/ 5 h 16"/>
                  <a:gd name="T4" fmla="*/ 78 w 16"/>
                  <a:gd name="T5" fmla="*/ 41 h 16"/>
                  <a:gd name="T6" fmla="*/ 57 w 16"/>
                  <a:gd name="T7" fmla="*/ 71 h 16"/>
                  <a:gd name="T8" fmla="*/ 34 w 16"/>
                  <a:gd name="T9" fmla="*/ 71 h 16"/>
                  <a:gd name="T10" fmla="*/ 0 w 16"/>
                  <a:gd name="T11" fmla="*/ 41 h 16"/>
                  <a:gd name="T12" fmla="*/ 14 w 16"/>
                  <a:gd name="T13" fmla="*/ 5 h 16"/>
                  <a:gd name="T14" fmla="*/ 34 w 16"/>
                  <a:gd name="T15" fmla="*/ 5 h 1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6" h="16">
                    <a:moveTo>
                      <a:pt x="8" y="1"/>
                    </a:moveTo>
                    <a:cubicBezTo>
                      <a:pt x="11" y="0"/>
                      <a:pt x="11" y="0"/>
                      <a:pt x="13" y="1"/>
                    </a:cubicBezTo>
                    <a:cubicBezTo>
                      <a:pt x="15" y="2"/>
                      <a:pt x="16" y="6"/>
                      <a:pt x="16" y="8"/>
                    </a:cubicBezTo>
                    <a:cubicBezTo>
                      <a:pt x="16" y="11"/>
                      <a:pt x="14" y="13"/>
                      <a:pt x="12" y="15"/>
                    </a:cubicBezTo>
                    <a:cubicBezTo>
                      <a:pt x="9" y="16"/>
                      <a:pt x="8" y="15"/>
                      <a:pt x="7" y="15"/>
                    </a:cubicBezTo>
                    <a:cubicBezTo>
                      <a:pt x="3" y="15"/>
                      <a:pt x="0" y="12"/>
                      <a:pt x="0" y="8"/>
                    </a:cubicBezTo>
                    <a:cubicBezTo>
                      <a:pt x="0" y="5"/>
                      <a:pt x="1" y="3"/>
                      <a:pt x="3" y="1"/>
                    </a:cubicBezTo>
                    <a:cubicBezTo>
                      <a:pt x="5" y="1"/>
                      <a:pt x="6" y="1"/>
                      <a:pt x="7" y="1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2341" name="Freeform 142">
                <a:extLst>
                  <a:ext uri="{FF2B5EF4-FFF2-40B4-BE49-F238E27FC236}">
                    <a16:creationId xmlns:a16="http://schemas.microsoft.com/office/drawing/2014/main" id="{946AF6CA-1448-4250-817B-3E9D24C624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7" y="1010"/>
                <a:ext cx="35" cy="25"/>
              </a:xfrm>
              <a:custGeom>
                <a:avLst/>
                <a:gdLst>
                  <a:gd name="T0" fmla="*/ 0 w 21"/>
                  <a:gd name="T1" fmla="*/ 0 h 15"/>
                  <a:gd name="T2" fmla="*/ 28 w 21"/>
                  <a:gd name="T3" fmla="*/ 42 h 15"/>
                  <a:gd name="T4" fmla="*/ 75 w 21"/>
                  <a:gd name="T5" fmla="*/ 55 h 15"/>
                  <a:gd name="T6" fmla="*/ 97 w 21"/>
                  <a:gd name="T7" fmla="*/ 62 h 15"/>
                  <a:gd name="T8" fmla="*/ 28 w 21"/>
                  <a:gd name="T9" fmla="*/ 50 h 15"/>
                  <a:gd name="T10" fmla="*/ 8 w 21"/>
                  <a:gd name="T11" fmla="*/ 28 h 15"/>
                  <a:gd name="T12" fmla="*/ 0 w 21"/>
                  <a:gd name="T13" fmla="*/ 5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1" h="15">
                    <a:moveTo>
                      <a:pt x="0" y="0"/>
                    </a:moveTo>
                    <a:cubicBezTo>
                      <a:pt x="0" y="4"/>
                      <a:pt x="3" y="8"/>
                      <a:pt x="6" y="9"/>
                    </a:cubicBezTo>
                    <a:cubicBezTo>
                      <a:pt x="9" y="11"/>
                      <a:pt x="13" y="11"/>
                      <a:pt x="16" y="12"/>
                    </a:cubicBezTo>
                    <a:cubicBezTo>
                      <a:pt x="18" y="12"/>
                      <a:pt x="20" y="13"/>
                      <a:pt x="21" y="13"/>
                    </a:cubicBezTo>
                    <a:cubicBezTo>
                      <a:pt x="16" y="15"/>
                      <a:pt x="11" y="14"/>
                      <a:pt x="6" y="11"/>
                    </a:cubicBezTo>
                    <a:cubicBezTo>
                      <a:pt x="4" y="9"/>
                      <a:pt x="3" y="8"/>
                      <a:pt x="2" y="6"/>
                    </a:cubicBezTo>
                    <a:cubicBezTo>
                      <a:pt x="1" y="4"/>
                      <a:pt x="0" y="2"/>
                      <a:pt x="0" y="1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2342" name="Freeform 143">
                <a:extLst>
                  <a:ext uri="{FF2B5EF4-FFF2-40B4-BE49-F238E27FC236}">
                    <a16:creationId xmlns:a16="http://schemas.microsoft.com/office/drawing/2014/main" id="{DB3045D0-A4A6-4885-96E7-31307D188D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6" y="978"/>
                <a:ext cx="41" cy="20"/>
              </a:xfrm>
              <a:custGeom>
                <a:avLst/>
                <a:gdLst>
                  <a:gd name="T0" fmla="*/ 110 w 25"/>
                  <a:gd name="T1" fmla="*/ 55 h 12"/>
                  <a:gd name="T2" fmla="*/ 71 w 25"/>
                  <a:gd name="T3" fmla="*/ 13 h 12"/>
                  <a:gd name="T4" fmla="*/ 41 w 25"/>
                  <a:gd name="T5" fmla="*/ 8 h 12"/>
                  <a:gd name="T6" fmla="*/ 18 w 25"/>
                  <a:gd name="T7" fmla="*/ 8 h 12"/>
                  <a:gd name="T8" fmla="*/ 0 w 25"/>
                  <a:gd name="T9" fmla="*/ 8 h 12"/>
                  <a:gd name="T10" fmla="*/ 43 w 25"/>
                  <a:gd name="T11" fmla="*/ 5 h 12"/>
                  <a:gd name="T12" fmla="*/ 84 w 25"/>
                  <a:gd name="T13" fmla="*/ 13 h 12"/>
                  <a:gd name="T14" fmla="*/ 102 w 25"/>
                  <a:gd name="T15" fmla="*/ 37 h 12"/>
                  <a:gd name="T16" fmla="*/ 110 w 25"/>
                  <a:gd name="T17" fmla="*/ 55 h 1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5" h="12">
                    <a:moveTo>
                      <a:pt x="25" y="12"/>
                    </a:moveTo>
                    <a:cubicBezTo>
                      <a:pt x="25" y="8"/>
                      <a:pt x="20" y="5"/>
                      <a:pt x="16" y="3"/>
                    </a:cubicBezTo>
                    <a:cubicBezTo>
                      <a:pt x="14" y="3"/>
                      <a:pt x="11" y="2"/>
                      <a:pt x="9" y="2"/>
                    </a:cubicBezTo>
                    <a:cubicBezTo>
                      <a:pt x="7" y="2"/>
                      <a:pt x="6" y="2"/>
                      <a:pt x="4" y="2"/>
                    </a:cubicBezTo>
                    <a:cubicBezTo>
                      <a:pt x="3" y="2"/>
                      <a:pt x="2" y="2"/>
                      <a:pt x="0" y="2"/>
                    </a:cubicBezTo>
                    <a:cubicBezTo>
                      <a:pt x="3" y="0"/>
                      <a:pt x="7" y="1"/>
                      <a:pt x="10" y="1"/>
                    </a:cubicBezTo>
                    <a:cubicBezTo>
                      <a:pt x="13" y="1"/>
                      <a:pt x="16" y="2"/>
                      <a:pt x="19" y="3"/>
                    </a:cubicBezTo>
                    <a:cubicBezTo>
                      <a:pt x="21" y="4"/>
                      <a:pt x="23" y="6"/>
                      <a:pt x="23" y="8"/>
                    </a:cubicBezTo>
                    <a:cubicBezTo>
                      <a:pt x="24" y="9"/>
                      <a:pt x="24" y="11"/>
                      <a:pt x="25" y="12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2343" name="Freeform 144">
                <a:extLst>
                  <a:ext uri="{FF2B5EF4-FFF2-40B4-BE49-F238E27FC236}">
                    <a16:creationId xmlns:a16="http://schemas.microsoft.com/office/drawing/2014/main" id="{247118D7-5989-40DA-8DE1-FA146C38EF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6" y="1011"/>
                <a:ext cx="23" cy="14"/>
              </a:xfrm>
              <a:custGeom>
                <a:avLst/>
                <a:gdLst>
                  <a:gd name="T0" fmla="*/ 62 w 14"/>
                  <a:gd name="T1" fmla="*/ 0 h 8"/>
                  <a:gd name="T2" fmla="*/ 35 w 14"/>
                  <a:gd name="T3" fmla="*/ 21 h 8"/>
                  <a:gd name="T4" fmla="*/ 0 w 14"/>
                  <a:gd name="T5" fmla="*/ 44 h 8"/>
                  <a:gd name="T6" fmla="*/ 21 w 14"/>
                  <a:gd name="T7" fmla="*/ 37 h 8"/>
                  <a:gd name="T8" fmla="*/ 41 w 14"/>
                  <a:gd name="T9" fmla="*/ 28 h 8"/>
                  <a:gd name="T10" fmla="*/ 62 w 14"/>
                  <a:gd name="T11" fmla="*/ 7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" h="8">
                    <a:moveTo>
                      <a:pt x="14" y="0"/>
                    </a:moveTo>
                    <a:cubicBezTo>
                      <a:pt x="13" y="2"/>
                      <a:pt x="10" y="3"/>
                      <a:pt x="8" y="4"/>
                    </a:cubicBezTo>
                    <a:cubicBezTo>
                      <a:pt x="5" y="6"/>
                      <a:pt x="2" y="7"/>
                      <a:pt x="0" y="8"/>
                    </a:cubicBezTo>
                    <a:cubicBezTo>
                      <a:pt x="1" y="7"/>
                      <a:pt x="3" y="7"/>
                      <a:pt x="5" y="7"/>
                    </a:cubicBezTo>
                    <a:cubicBezTo>
                      <a:pt x="6" y="6"/>
                      <a:pt x="8" y="5"/>
                      <a:pt x="9" y="5"/>
                    </a:cubicBezTo>
                    <a:cubicBezTo>
                      <a:pt x="11" y="4"/>
                      <a:pt x="14" y="2"/>
                      <a:pt x="14" y="1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2344" name="Freeform 145">
                <a:extLst>
                  <a:ext uri="{FF2B5EF4-FFF2-40B4-BE49-F238E27FC236}">
                    <a16:creationId xmlns:a16="http://schemas.microsoft.com/office/drawing/2014/main" id="{F86D9428-0B28-469B-B448-6C1C00A3BE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0" y="996"/>
                <a:ext cx="9" cy="62"/>
              </a:xfrm>
              <a:custGeom>
                <a:avLst/>
                <a:gdLst>
                  <a:gd name="T0" fmla="*/ 16 w 5"/>
                  <a:gd name="T1" fmla="*/ 0 h 37"/>
                  <a:gd name="T2" fmla="*/ 0 w 5"/>
                  <a:gd name="T3" fmla="*/ 104 h 37"/>
                  <a:gd name="T4" fmla="*/ 29 w 5"/>
                  <a:gd name="T5" fmla="*/ 174 h 37"/>
                  <a:gd name="T6" fmla="*/ 16 w 5"/>
                  <a:gd name="T7" fmla="*/ 75 h 37"/>
                  <a:gd name="T8" fmla="*/ 23 w 5"/>
                  <a:gd name="T9" fmla="*/ 5 h 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37">
                    <a:moveTo>
                      <a:pt x="3" y="0"/>
                    </a:moveTo>
                    <a:cubicBezTo>
                      <a:pt x="2" y="8"/>
                      <a:pt x="0" y="14"/>
                      <a:pt x="0" y="22"/>
                    </a:cubicBezTo>
                    <a:cubicBezTo>
                      <a:pt x="0" y="28"/>
                      <a:pt x="3" y="32"/>
                      <a:pt x="5" y="37"/>
                    </a:cubicBezTo>
                    <a:cubicBezTo>
                      <a:pt x="2" y="31"/>
                      <a:pt x="3" y="22"/>
                      <a:pt x="3" y="16"/>
                    </a:cubicBezTo>
                    <a:cubicBezTo>
                      <a:pt x="3" y="11"/>
                      <a:pt x="3" y="6"/>
                      <a:pt x="4" y="1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2345" name="Freeform 146">
                <a:extLst>
                  <a:ext uri="{FF2B5EF4-FFF2-40B4-BE49-F238E27FC236}">
                    <a16:creationId xmlns:a16="http://schemas.microsoft.com/office/drawing/2014/main" id="{78A0EBCD-9CB9-4352-BE69-CA233AEC8C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5" y="1055"/>
                <a:ext cx="19" cy="31"/>
              </a:xfrm>
              <a:custGeom>
                <a:avLst/>
                <a:gdLst>
                  <a:gd name="T0" fmla="*/ 57 w 11"/>
                  <a:gd name="T1" fmla="*/ 0 h 19"/>
                  <a:gd name="T2" fmla="*/ 28 w 11"/>
                  <a:gd name="T3" fmla="*/ 47 h 19"/>
                  <a:gd name="T4" fmla="*/ 50 w 11"/>
                  <a:gd name="T5" fmla="*/ 83 h 19"/>
                  <a:gd name="T6" fmla="*/ 9 w 11"/>
                  <a:gd name="T7" fmla="*/ 34 h 19"/>
                  <a:gd name="T8" fmla="*/ 36 w 11"/>
                  <a:gd name="T9" fmla="*/ 18 h 19"/>
                  <a:gd name="T10" fmla="*/ 50 w 11"/>
                  <a:gd name="T11" fmla="*/ 5 h 1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19">
                    <a:moveTo>
                      <a:pt x="11" y="0"/>
                    </a:moveTo>
                    <a:cubicBezTo>
                      <a:pt x="9" y="4"/>
                      <a:pt x="5" y="7"/>
                      <a:pt x="5" y="11"/>
                    </a:cubicBezTo>
                    <a:cubicBezTo>
                      <a:pt x="4" y="15"/>
                      <a:pt x="7" y="17"/>
                      <a:pt x="10" y="19"/>
                    </a:cubicBezTo>
                    <a:cubicBezTo>
                      <a:pt x="5" y="18"/>
                      <a:pt x="0" y="13"/>
                      <a:pt x="2" y="8"/>
                    </a:cubicBezTo>
                    <a:cubicBezTo>
                      <a:pt x="3" y="6"/>
                      <a:pt x="5" y="5"/>
                      <a:pt x="7" y="4"/>
                    </a:cubicBezTo>
                    <a:cubicBezTo>
                      <a:pt x="8" y="3"/>
                      <a:pt x="9" y="2"/>
                      <a:pt x="10" y="1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2346" name="Freeform 147">
                <a:extLst>
                  <a:ext uri="{FF2B5EF4-FFF2-40B4-BE49-F238E27FC236}">
                    <a16:creationId xmlns:a16="http://schemas.microsoft.com/office/drawing/2014/main" id="{CEC2E0B4-F62D-4637-86AB-430140D6F4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5" y="1060"/>
                <a:ext cx="12" cy="23"/>
              </a:xfrm>
              <a:custGeom>
                <a:avLst/>
                <a:gdLst>
                  <a:gd name="T0" fmla="*/ 26 w 7"/>
                  <a:gd name="T1" fmla="*/ 0 h 14"/>
                  <a:gd name="T2" fmla="*/ 26 w 7"/>
                  <a:gd name="T3" fmla="*/ 41 h 14"/>
                  <a:gd name="T4" fmla="*/ 0 w 7"/>
                  <a:gd name="T5" fmla="*/ 62 h 14"/>
                  <a:gd name="T6" fmla="*/ 29 w 7"/>
                  <a:gd name="T7" fmla="*/ 33 h 14"/>
                  <a:gd name="T8" fmla="*/ 26 w 7"/>
                  <a:gd name="T9" fmla="*/ 5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14">
                    <a:moveTo>
                      <a:pt x="5" y="0"/>
                    </a:moveTo>
                    <a:cubicBezTo>
                      <a:pt x="6" y="3"/>
                      <a:pt x="6" y="7"/>
                      <a:pt x="5" y="9"/>
                    </a:cubicBezTo>
                    <a:cubicBezTo>
                      <a:pt x="3" y="12"/>
                      <a:pt x="1" y="13"/>
                      <a:pt x="0" y="14"/>
                    </a:cubicBezTo>
                    <a:cubicBezTo>
                      <a:pt x="3" y="13"/>
                      <a:pt x="6" y="11"/>
                      <a:pt x="6" y="7"/>
                    </a:cubicBezTo>
                    <a:cubicBezTo>
                      <a:pt x="7" y="5"/>
                      <a:pt x="6" y="3"/>
                      <a:pt x="5" y="1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2347" name="Freeform 148">
                <a:extLst>
                  <a:ext uri="{FF2B5EF4-FFF2-40B4-BE49-F238E27FC236}">
                    <a16:creationId xmlns:a16="http://schemas.microsoft.com/office/drawing/2014/main" id="{2581C184-9F1F-4927-9A7C-3F9BC641A7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4" y="1045"/>
                <a:ext cx="10" cy="35"/>
              </a:xfrm>
              <a:custGeom>
                <a:avLst/>
                <a:gdLst>
                  <a:gd name="T0" fmla="*/ 8 w 6"/>
                  <a:gd name="T1" fmla="*/ 0 h 21"/>
                  <a:gd name="T2" fmla="*/ 0 w 6"/>
                  <a:gd name="T3" fmla="*/ 42 h 21"/>
                  <a:gd name="T4" fmla="*/ 5 w 6"/>
                  <a:gd name="T5" fmla="*/ 78 h 21"/>
                  <a:gd name="T6" fmla="*/ 28 w 6"/>
                  <a:gd name="T7" fmla="*/ 97 h 21"/>
                  <a:gd name="T8" fmla="*/ 8 w 6"/>
                  <a:gd name="T9" fmla="*/ 47 h 21"/>
                  <a:gd name="T10" fmla="*/ 8 w 6"/>
                  <a:gd name="T11" fmla="*/ 5 h 2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" h="21">
                    <a:moveTo>
                      <a:pt x="2" y="0"/>
                    </a:moveTo>
                    <a:cubicBezTo>
                      <a:pt x="3" y="3"/>
                      <a:pt x="1" y="6"/>
                      <a:pt x="0" y="9"/>
                    </a:cubicBezTo>
                    <a:cubicBezTo>
                      <a:pt x="0" y="12"/>
                      <a:pt x="0" y="15"/>
                      <a:pt x="1" y="17"/>
                    </a:cubicBezTo>
                    <a:cubicBezTo>
                      <a:pt x="3" y="18"/>
                      <a:pt x="4" y="20"/>
                      <a:pt x="6" y="21"/>
                    </a:cubicBezTo>
                    <a:cubicBezTo>
                      <a:pt x="2" y="18"/>
                      <a:pt x="1" y="14"/>
                      <a:pt x="2" y="10"/>
                    </a:cubicBezTo>
                    <a:cubicBezTo>
                      <a:pt x="3" y="7"/>
                      <a:pt x="4" y="4"/>
                      <a:pt x="2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2348" name="Freeform 149">
                <a:extLst>
                  <a:ext uri="{FF2B5EF4-FFF2-40B4-BE49-F238E27FC236}">
                    <a16:creationId xmlns:a16="http://schemas.microsoft.com/office/drawing/2014/main" id="{D3D6DA59-09A2-4899-9C67-DDF890BB8D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9" y="1078"/>
                <a:ext cx="33" cy="22"/>
              </a:xfrm>
              <a:custGeom>
                <a:avLst/>
                <a:gdLst>
                  <a:gd name="T0" fmla="*/ 89 w 20"/>
                  <a:gd name="T1" fmla="*/ 0 h 13"/>
                  <a:gd name="T2" fmla="*/ 0 w 20"/>
                  <a:gd name="T3" fmla="*/ 63 h 13"/>
                  <a:gd name="T4" fmla="*/ 58 w 20"/>
                  <a:gd name="T5" fmla="*/ 41 h 13"/>
                  <a:gd name="T6" fmla="*/ 83 w 20"/>
                  <a:gd name="T7" fmla="*/ 20 h 13"/>
                  <a:gd name="T8" fmla="*/ 89 w 20"/>
                  <a:gd name="T9" fmla="*/ 0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13">
                    <a:moveTo>
                      <a:pt x="20" y="0"/>
                    </a:moveTo>
                    <a:cubicBezTo>
                      <a:pt x="17" y="8"/>
                      <a:pt x="5" y="7"/>
                      <a:pt x="0" y="13"/>
                    </a:cubicBezTo>
                    <a:cubicBezTo>
                      <a:pt x="4" y="10"/>
                      <a:pt x="9" y="10"/>
                      <a:pt x="13" y="8"/>
                    </a:cubicBezTo>
                    <a:cubicBezTo>
                      <a:pt x="15" y="7"/>
                      <a:pt x="17" y="6"/>
                      <a:pt x="18" y="4"/>
                    </a:cubicBezTo>
                    <a:cubicBezTo>
                      <a:pt x="19" y="3"/>
                      <a:pt x="19" y="2"/>
                      <a:pt x="20" y="0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2349" name="Freeform 150">
                <a:extLst>
                  <a:ext uri="{FF2B5EF4-FFF2-40B4-BE49-F238E27FC236}">
                    <a16:creationId xmlns:a16="http://schemas.microsoft.com/office/drawing/2014/main" id="{D0D454B6-E330-47DF-AD0A-39AC030DE3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9" y="1061"/>
                <a:ext cx="15" cy="22"/>
              </a:xfrm>
              <a:custGeom>
                <a:avLst/>
                <a:gdLst>
                  <a:gd name="T0" fmla="*/ 13 w 9"/>
                  <a:gd name="T1" fmla="*/ 0 h 13"/>
                  <a:gd name="T2" fmla="*/ 0 w 9"/>
                  <a:gd name="T3" fmla="*/ 41 h 13"/>
                  <a:gd name="T4" fmla="*/ 8 w 9"/>
                  <a:gd name="T5" fmla="*/ 58 h 13"/>
                  <a:gd name="T6" fmla="*/ 22 w 9"/>
                  <a:gd name="T7" fmla="*/ 63 h 13"/>
                  <a:gd name="T8" fmla="*/ 42 w 9"/>
                  <a:gd name="T9" fmla="*/ 63 h 13"/>
                  <a:gd name="T10" fmla="*/ 28 w 9"/>
                  <a:gd name="T11" fmla="*/ 58 h 13"/>
                  <a:gd name="T12" fmla="*/ 13 w 9"/>
                  <a:gd name="T13" fmla="*/ 49 h 13"/>
                  <a:gd name="T14" fmla="*/ 5 w 9"/>
                  <a:gd name="T15" fmla="*/ 34 h 13"/>
                  <a:gd name="T16" fmla="*/ 8 w 9"/>
                  <a:gd name="T17" fmla="*/ 8 h 13"/>
                  <a:gd name="T18" fmla="*/ 13 w 9"/>
                  <a:gd name="T19" fmla="*/ 0 h 1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9" h="13">
                    <a:moveTo>
                      <a:pt x="3" y="0"/>
                    </a:moveTo>
                    <a:cubicBezTo>
                      <a:pt x="2" y="2"/>
                      <a:pt x="0" y="5"/>
                      <a:pt x="0" y="8"/>
                    </a:cubicBezTo>
                    <a:cubicBezTo>
                      <a:pt x="0" y="9"/>
                      <a:pt x="1" y="11"/>
                      <a:pt x="2" y="12"/>
                    </a:cubicBezTo>
                    <a:cubicBezTo>
                      <a:pt x="3" y="12"/>
                      <a:pt x="4" y="12"/>
                      <a:pt x="5" y="13"/>
                    </a:cubicBezTo>
                    <a:cubicBezTo>
                      <a:pt x="6" y="13"/>
                      <a:pt x="7" y="13"/>
                      <a:pt x="9" y="13"/>
                    </a:cubicBezTo>
                    <a:cubicBezTo>
                      <a:pt x="8" y="13"/>
                      <a:pt x="7" y="12"/>
                      <a:pt x="6" y="12"/>
                    </a:cubicBezTo>
                    <a:cubicBezTo>
                      <a:pt x="5" y="12"/>
                      <a:pt x="4" y="11"/>
                      <a:pt x="3" y="10"/>
                    </a:cubicBezTo>
                    <a:cubicBezTo>
                      <a:pt x="2" y="10"/>
                      <a:pt x="1" y="8"/>
                      <a:pt x="1" y="7"/>
                    </a:cubicBezTo>
                    <a:cubicBezTo>
                      <a:pt x="1" y="5"/>
                      <a:pt x="2" y="4"/>
                      <a:pt x="2" y="2"/>
                    </a:cubicBezTo>
                    <a:cubicBezTo>
                      <a:pt x="2" y="2"/>
                      <a:pt x="3" y="1"/>
                      <a:pt x="3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2350" name="Freeform 151">
                <a:extLst>
                  <a:ext uri="{FF2B5EF4-FFF2-40B4-BE49-F238E27FC236}">
                    <a16:creationId xmlns:a16="http://schemas.microsoft.com/office/drawing/2014/main" id="{DF56AD65-9C76-434B-8C08-66F2E6C795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7" y="1063"/>
                <a:ext cx="10" cy="22"/>
              </a:xfrm>
              <a:custGeom>
                <a:avLst/>
                <a:gdLst>
                  <a:gd name="T0" fmla="*/ 20 w 6"/>
                  <a:gd name="T1" fmla="*/ 0 h 13"/>
                  <a:gd name="T2" fmla="*/ 22 w 6"/>
                  <a:gd name="T3" fmla="*/ 14 h 13"/>
                  <a:gd name="T4" fmla="*/ 28 w 6"/>
                  <a:gd name="T5" fmla="*/ 34 h 13"/>
                  <a:gd name="T6" fmla="*/ 0 w 6"/>
                  <a:gd name="T7" fmla="*/ 58 h 13"/>
                  <a:gd name="T8" fmla="*/ 20 w 6"/>
                  <a:gd name="T9" fmla="*/ 49 h 13"/>
                  <a:gd name="T10" fmla="*/ 20 w 6"/>
                  <a:gd name="T11" fmla="*/ 29 h 13"/>
                  <a:gd name="T12" fmla="*/ 20 w 6"/>
                  <a:gd name="T13" fmla="*/ 0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" h="13">
                    <a:moveTo>
                      <a:pt x="4" y="0"/>
                    </a:moveTo>
                    <a:cubicBezTo>
                      <a:pt x="4" y="1"/>
                      <a:pt x="5" y="2"/>
                      <a:pt x="5" y="3"/>
                    </a:cubicBezTo>
                    <a:cubicBezTo>
                      <a:pt x="6" y="4"/>
                      <a:pt x="6" y="6"/>
                      <a:pt x="6" y="7"/>
                    </a:cubicBezTo>
                    <a:cubicBezTo>
                      <a:pt x="6" y="10"/>
                      <a:pt x="3" y="13"/>
                      <a:pt x="0" y="12"/>
                    </a:cubicBezTo>
                    <a:cubicBezTo>
                      <a:pt x="1" y="12"/>
                      <a:pt x="3" y="11"/>
                      <a:pt x="4" y="10"/>
                    </a:cubicBezTo>
                    <a:cubicBezTo>
                      <a:pt x="4" y="9"/>
                      <a:pt x="4" y="7"/>
                      <a:pt x="4" y="6"/>
                    </a:cubicBezTo>
                    <a:cubicBezTo>
                      <a:pt x="4" y="4"/>
                      <a:pt x="4" y="2"/>
                      <a:pt x="4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2351" name="Freeform 152">
                <a:extLst>
                  <a:ext uri="{FF2B5EF4-FFF2-40B4-BE49-F238E27FC236}">
                    <a16:creationId xmlns:a16="http://schemas.microsoft.com/office/drawing/2014/main" id="{87159F6D-439D-4F7D-BE13-7B878DD106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5" y="1093"/>
                <a:ext cx="24" cy="8"/>
              </a:xfrm>
              <a:custGeom>
                <a:avLst/>
                <a:gdLst>
                  <a:gd name="T0" fmla="*/ 0 w 14"/>
                  <a:gd name="T1" fmla="*/ 8 h 5"/>
                  <a:gd name="T2" fmla="*/ 36 w 14"/>
                  <a:gd name="T3" fmla="*/ 16 h 5"/>
                  <a:gd name="T4" fmla="*/ 70 w 14"/>
                  <a:gd name="T5" fmla="*/ 0 h 5"/>
                  <a:gd name="T6" fmla="*/ 29 w 14"/>
                  <a:gd name="T7" fmla="*/ 13 h 5"/>
                  <a:gd name="T8" fmla="*/ 5 w 14"/>
                  <a:gd name="T9" fmla="*/ 13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5">
                    <a:moveTo>
                      <a:pt x="0" y="2"/>
                    </a:moveTo>
                    <a:cubicBezTo>
                      <a:pt x="1" y="4"/>
                      <a:pt x="6" y="5"/>
                      <a:pt x="7" y="4"/>
                    </a:cubicBezTo>
                    <a:cubicBezTo>
                      <a:pt x="10" y="3"/>
                      <a:pt x="12" y="2"/>
                      <a:pt x="14" y="0"/>
                    </a:cubicBezTo>
                    <a:cubicBezTo>
                      <a:pt x="12" y="0"/>
                      <a:pt x="9" y="3"/>
                      <a:pt x="6" y="3"/>
                    </a:cubicBezTo>
                    <a:cubicBezTo>
                      <a:pt x="5" y="4"/>
                      <a:pt x="2" y="4"/>
                      <a:pt x="1" y="3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2352" name="Freeform 153">
                <a:extLst>
                  <a:ext uri="{FF2B5EF4-FFF2-40B4-BE49-F238E27FC236}">
                    <a16:creationId xmlns:a16="http://schemas.microsoft.com/office/drawing/2014/main" id="{16FDC023-8731-4259-BA2D-60B3424648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9" y="1123"/>
                <a:ext cx="118" cy="20"/>
              </a:xfrm>
              <a:custGeom>
                <a:avLst/>
                <a:gdLst>
                  <a:gd name="T0" fmla="*/ 5 w 71"/>
                  <a:gd name="T1" fmla="*/ 47 h 12"/>
                  <a:gd name="T2" fmla="*/ 110 w 71"/>
                  <a:gd name="T3" fmla="*/ 8 h 12"/>
                  <a:gd name="T4" fmla="*/ 130 w 71"/>
                  <a:gd name="T5" fmla="*/ 8 h 12"/>
                  <a:gd name="T6" fmla="*/ 166 w 71"/>
                  <a:gd name="T7" fmla="*/ 8 h 12"/>
                  <a:gd name="T8" fmla="*/ 188 w 71"/>
                  <a:gd name="T9" fmla="*/ 0 h 12"/>
                  <a:gd name="T10" fmla="*/ 234 w 71"/>
                  <a:gd name="T11" fmla="*/ 20 h 12"/>
                  <a:gd name="T12" fmla="*/ 284 w 71"/>
                  <a:gd name="T13" fmla="*/ 37 h 12"/>
                  <a:gd name="T14" fmla="*/ 326 w 71"/>
                  <a:gd name="T15" fmla="*/ 50 h 12"/>
                  <a:gd name="T16" fmla="*/ 249 w 71"/>
                  <a:gd name="T17" fmla="*/ 42 h 12"/>
                  <a:gd name="T18" fmla="*/ 183 w 71"/>
                  <a:gd name="T19" fmla="*/ 42 h 12"/>
                  <a:gd name="T20" fmla="*/ 130 w 71"/>
                  <a:gd name="T21" fmla="*/ 42 h 12"/>
                  <a:gd name="T22" fmla="*/ 91 w 71"/>
                  <a:gd name="T23" fmla="*/ 47 h 12"/>
                  <a:gd name="T24" fmla="*/ 50 w 71"/>
                  <a:gd name="T25" fmla="*/ 55 h 12"/>
                  <a:gd name="T26" fmla="*/ 0 w 71"/>
                  <a:gd name="T27" fmla="*/ 47 h 12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71" h="12">
                    <a:moveTo>
                      <a:pt x="1" y="10"/>
                    </a:moveTo>
                    <a:cubicBezTo>
                      <a:pt x="9" y="10"/>
                      <a:pt x="18" y="7"/>
                      <a:pt x="24" y="2"/>
                    </a:cubicBezTo>
                    <a:cubicBezTo>
                      <a:pt x="26" y="1"/>
                      <a:pt x="26" y="1"/>
                      <a:pt x="28" y="2"/>
                    </a:cubicBezTo>
                    <a:cubicBezTo>
                      <a:pt x="31" y="3"/>
                      <a:pt x="33" y="4"/>
                      <a:pt x="36" y="2"/>
                    </a:cubicBezTo>
                    <a:cubicBezTo>
                      <a:pt x="37" y="2"/>
                      <a:pt x="39" y="0"/>
                      <a:pt x="41" y="0"/>
                    </a:cubicBezTo>
                    <a:cubicBezTo>
                      <a:pt x="44" y="0"/>
                      <a:pt x="48" y="3"/>
                      <a:pt x="51" y="4"/>
                    </a:cubicBezTo>
                    <a:cubicBezTo>
                      <a:pt x="55" y="5"/>
                      <a:pt x="58" y="7"/>
                      <a:pt x="62" y="8"/>
                    </a:cubicBezTo>
                    <a:cubicBezTo>
                      <a:pt x="65" y="9"/>
                      <a:pt x="68" y="10"/>
                      <a:pt x="71" y="11"/>
                    </a:cubicBezTo>
                    <a:cubicBezTo>
                      <a:pt x="65" y="12"/>
                      <a:pt x="60" y="10"/>
                      <a:pt x="54" y="9"/>
                    </a:cubicBezTo>
                    <a:cubicBezTo>
                      <a:pt x="49" y="8"/>
                      <a:pt x="45" y="7"/>
                      <a:pt x="40" y="9"/>
                    </a:cubicBezTo>
                    <a:cubicBezTo>
                      <a:pt x="36" y="11"/>
                      <a:pt x="32" y="11"/>
                      <a:pt x="28" y="9"/>
                    </a:cubicBezTo>
                    <a:cubicBezTo>
                      <a:pt x="25" y="8"/>
                      <a:pt x="23" y="9"/>
                      <a:pt x="20" y="10"/>
                    </a:cubicBezTo>
                    <a:cubicBezTo>
                      <a:pt x="17" y="11"/>
                      <a:pt x="14" y="12"/>
                      <a:pt x="11" y="12"/>
                    </a:cubicBezTo>
                    <a:cubicBezTo>
                      <a:pt x="7" y="12"/>
                      <a:pt x="3" y="12"/>
                      <a:pt x="0" y="10"/>
                    </a:cubicBezTo>
                  </a:path>
                </a:pathLst>
              </a:custGeom>
              <a:solidFill>
                <a:srgbClr val="E9C1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2353" name="Freeform 154">
                <a:extLst>
                  <a:ext uri="{FF2B5EF4-FFF2-40B4-BE49-F238E27FC236}">
                    <a16:creationId xmlns:a16="http://schemas.microsoft.com/office/drawing/2014/main" id="{0D3A6B41-1EDC-427F-B274-87FE252609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5" y="1151"/>
                <a:ext cx="60" cy="14"/>
              </a:xfrm>
              <a:custGeom>
                <a:avLst/>
                <a:gdLst>
                  <a:gd name="T0" fmla="*/ 0 w 36"/>
                  <a:gd name="T1" fmla="*/ 12 h 8"/>
                  <a:gd name="T2" fmla="*/ 50 w 36"/>
                  <a:gd name="T3" fmla="*/ 21 h 8"/>
                  <a:gd name="T4" fmla="*/ 103 w 36"/>
                  <a:gd name="T5" fmla="*/ 16 h 8"/>
                  <a:gd name="T6" fmla="*/ 167 w 36"/>
                  <a:gd name="T7" fmla="*/ 0 h 8"/>
                  <a:gd name="T8" fmla="*/ 138 w 36"/>
                  <a:gd name="T9" fmla="*/ 21 h 8"/>
                  <a:gd name="T10" fmla="*/ 78 w 36"/>
                  <a:gd name="T11" fmla="*/ 37 h 8"/>
                  <a:gd name="T12" fmla="*/ 20 w 36"/>
                  <a:gd name="T13" fmla="*/ 37 h 8"/>
                  <a:gd name="T14" fmla="*/ 0 w 36"/>
                  <a:gd name="T15" fmla="*/ 16 h 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6" h="8">
                    <a:moveTo>
                      <a:pt x="0" y="2"/>
                    </a:moveTo>
                    <a:cubicBezTo>
                      <a:pt x="3" y="6"/>
                      <a:pt x="6" y="4"/>
                      <a:pt x="11" y="4"/>
                    </a:cubicBezTo>
                    <a:cubicBezTo>
                      <a:pt x="14" y="3"/>
                      <a:pt x="18" y="3"/>
                      <a:pt x="22" y="3"/>
                    </a:cubicBezTo>
                    <a:cubicBezTo>
                      <a:pt x="27" y="2"/>
                      <a:pt x="32" y="3"/>
                      <a:pt x="36" y="0"/>
                    </a:cubicBezTo>
                    <a:cubicBezTo>
                      <a:pt x="36" y="2"/>
                      <a:pt x="32" y="4"/>
                      <a:pt x="30" y="4"/>
                    </a:cubicBezTo>
                    <a:cubicBezTo>
                      <a:pt x="26" y="5"/>
                      <a:pt x="22" y="6"/>
                      <a:pt x="17" y="7"/>
                    </a:cubicBezTo>
                    <a:cubicBezTo>
                      <a:pt x="13" y="7"/>
                      <a:pt x="8" y="8"/>
                      <a:pt x="4" y="7"/>
                    </a:cubicBezTo>
                    <a:cubicBezTo>
                      <a:pt x="2" y="7"/>
                      <a:pt x="1" y="4"/>
                      <a:pt x="0" y="3"/>
                    </a:cubicBezTo>
                  </a:path>
                </a:pathLst>
              </a:custGeom>
              <a:solidFill>
                <a:srgbClr val="EFD0C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2354" name="Freeform 155">
                <a:extLst>
                  <a:ext uri="{FF2B5EF4-FFF2-40B4-BE49-F238E27FC236}">
                    <a16:creationId xmlns:a16="http://schemas.microsoft.com/office/drawing/2014/main" id="{C055A519-2B30-4E67-A772-A31524B15F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2" y="1148"/>
                <a:ext cx="42" cy="8"/>
              </a:xfrm>
              <a:custGeom>
                <a:avLst/>
                <a:gdLst>
                  <a:gd name="T0" fmla="*/ 5 w 25"/>
                  <a:gd name="T1" fmla="*/ 8 h 5"/>
                  <a:gd name="T2" fmla="*/ 22 w 25"/>
                  <a:gd name="T3" fmla="*/ 21 h 5"/>
                  <a:gd name="T4" fmla="*/ 50 w 25"/>
                  <a:gd name="T5" fmla="*/ 21 h 5"/>
                  <a:gd name="T6" fmla="*/ 84 w 25"/>
                  <a:gd name="T7" fmla="*/ 21 h 5"/>
                  <a:gd name="T8" fmla="*/ 119 w 25"/>
                  <a:gd name="T9" fmla="*/ 13 h 5"/>
                  <a:gd name="T10" fmla="*/ 71 w 25"/>
                  <a:gd name="T11" fmla="*/ 13 h 5"/>
                  <a:gd name="T12" fmla="*/ 50 w 25"/>
                  <a:gd name="T13" fmla="*/ 13 h 5"/>
                  <a:gd name="T14" fmla="*/ 29 w 25"/>
                  <a:gd name="T15" fmla="*/ 13 h 5"/>
                  <a:gd name="T16" fmla="*/ 8 w 25"/>
                  <a:gd name="T17" fmla="*/ 5 h 5"/>
                  <a:gd name="T18" fmla="*/ 0 w 25"/>
                  <a:gd name="T19" fmla="*/ 0 h 5"/>
                  <a:gd name="T20" fmla="*/ 5 w 25"/>
                  <a:gd name="T21" fmla="*/ 8 h 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5" h="5">
                    <a:moveTo>
                      <a:pt x="1" y="2"/>
                    </a:moveTo>
                    <a:cubicBezTo>
                      <a:pt x="1" y="3"/>
                      <a:pt x="4" y="4"/>
                      <a:pt x="5" y="5"/>
                    </a:cubicBezTo>
                    <a:cubicBezTo>
                      <a:pt x="7" y="5"/>
                      <a:pt x="9" y="5"/>
                      <a:pt x="11" y="5"/>
                    </a:cubicBezTo>
                    <a:cubicBezTo>
                      <a:pt x="13" y="5"/>
                      <a:pt x="15" y="5"/>
                      <a:pt x="18" y="5"/>
                    </a:cubicBezTo>
                    <a:cubicBezTo>
                      <a:pt x="20" y="4"/>
                      <a:pt x="22" y="3"/>
                      <a:pt x="25" y="3"/>
                    </a:cubicBezTo>
                    <a:cubicBezTo>
                      <a:pt x="22" y="3"/>
                      <a:pt x="19" y="3"/>
                      <a:pt x="15" y="3"/>
                    </a:cubicBezTo>
                    <a:cubicBezTo>
                      <a:pt x="14" y="3"/>
                      <a:pt x="12" y="3"/>
                      <a:pt x="11" y="3"/>
                    </a:cubicBezTo>
                    <a:cubicBezTo>
                      <a:pt x="9" y="3"/>
                      <a:pt x="8" y="3"/>
                      <a:pt x="6" y="3"/>
                    </a:cubicBezTo>
                    <a:cubicBezTo>
                      <a:pt x="5" y="3"/>
                      <a:pt x="4" y="2"/>
                      <a:pt x="2" y="1"/>
                    </a:cubicBezTo>
                    <a:cubicBezTo>
                      <a:pt x="2" y="1"/>
                      <a:pt x="1" y="1"/>
                      <a:pt x="0" y="0"/>
                    </a:cubicBezTo>
                    <a:cubicBezTo>
                      <a:pt x="0" y="1"/>
                      <a:pt x="1" y="2"/>
                      <a:pt x="1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2355" name="Freeform 156">
                <a:extLst>
                  <a:ext uri="{FF2B5EF4-FFF2-40B4-BE49-F238E27FC236}">
                    <a16:creationId xmlns:a16="http://schemas.microsoft.com/office/drawing/2014/main" id="{87B8D985-D400-4E61-8EA8-BD6D3A7F9A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2" y="1136"/>
                <a:ext cx="47" cy="7"/>
              </a:xfrm>
              <a:custGeom>
                <a:avLst/>
                <a:gdLst>
                  <a:gd name="T0" fmla="*/ 0 w 28"/>
                  <a:gd name="T1" fmla="*/ 16 h 4"/>
                  <a:gd name="T2" fmla="*/ 34 w 28"/>
                  <a:gd name="T3" fmla="*/ 7 h 4"/>
                  <a:gd name="T4" fmla="*/ 62 w 28"/>
                  <a:gd name="T5" fmla="*/ 12 h 4"/>
                  <a:gd name="T6" fmla="*/ 84 w 28"/>
                  <a:gd name="T7" fmla="*/ 12 h 4"/>
                  <a:gd name="T8" fmla="*/ 133 w 28"/>
                  <a:gd name="T9" fmla="*/ 0 h 4"/>
                  <a:gd name="T10" fmla="*/ 91 w 28"/>
                  <a:gd name="T11" fmla="*/ 12 h 4"/>
                  <a:gd name="T12" fmla="*/ 62 w 28"/>
                  <a:gd name="T13" fmla="*/ 16 h 4"/>
                  <a:gd name="T14" fmla="*/ 34 w 28"/>
                  <a:gd name="T15" fmla="*/ 12 h 4"/>
                  <a:gd name="T16" fmla="*/ 0 w 28"/>
                  <a:gd name="T17" fmla="*/ 16 h 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8" h="4">
                    <a:moveTo>
                      <a:pt x="0" y="3"/>
                    </a:moveTo>
                    <a:cubicBezTo>
                      <a:pt x="0" y="2"/>
                      <a:pt x="6" y="1"/>
                      <a:pt x="7" y="1"/>
                    </a:cubicBezTo>
                    <a:cubicBezTo>
                      <a:pt x="10" y="2"/>
                      <a:pt x="10" y="2"/>
                      <a:pt x="13" y="2"/>
                    </a:cubicBezTo>
                    <a:cubicBezTo>
                      <a:pt x="15" y="2"/>
                      <a:pt x="16" y="2"/>
                      <a:pt x="18" y="2"/>
                    </a:cubicBezTo>
                    <a:cubicBezTo>
                      <a:pt x="20" y="1"/>
                      <a:pt x="25" y="0"/>
                      <a:pt x="28" y="0"/>
                    </a:cubicBezTo>
                    <a:cubicBezTo>
                      <a:pt x="25" y="0"/>
                      <a:pt x="20" y="2"/>
                      <a:pt x="19" y="2"/>
                    </a:cubicBezTo>
                    <a:cubicBezTo>
                      <a:pt x="17" y="3"/>
                      <a:pt x="15" y="4"/>
                      <a:pt x="13" y="3"/>
                    </a:cubicBezTo>
                    <a:cubicBezTo>
                      <a:pt x="11" y="3"/>
                      <a:pt x="9" y="2"/>
                      <a:pt x="7" y="2"/>
                    </a:cubicBezTo>
                    <a:cubicBezTo>
                      <a:pt x="6" y="2"/>
                      <a:pt x="1" y="2"/>
                      <a:pt x="0" y="3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2356" name="Freeform 157">
                <a:extLst>
                  <a:ext uri="{FF2B5EF4-FFF2-40B4-BE49-F238E27FC236}">
                    <a16:creationId xmlns:a16="http://schemas.microsoft.com/office/drawing/2014/main" id="{C3A95969-30FE-49F1-A4AC-08A672FF74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9" y="1123"/>
                <a:ext cx="118" cy="20"/>
              </a:xfrm>
              <a:custGeom>
                <a:avLst/>
                <a:gdLst>
                  <a:gd name="T0" fmla="*/ 5 w 71"/>
                  <a:gd name="T1" fmla="*/ 47 h 12"/>
                  <a:gd name="T2" fmla="*/ 110 w 71"/>
                  <a:gd name="T3" fmla="*/ 8 h 12"/>
                  <a:gd name="T4" fmla="*/ 130 w 71"/>
                  <a:gd name="T5" fmla="*/ 8 h 12"/>
                  <a:gd name="T6" fmla="*/ 166 w 71"/>
                  <a:gd name="T7" fmla="*/ 8 h 12"/>
                  <a:gd name="T8" fmla="*/ 188 w 71"/>
                  <a:gd name="T9" fmla="*/ 0 h 12"/>
                  <a:gd name="T10" fmla="*/ 234 w 71"/>
                  <a:gd name="T11" fmla="*/ 20 h 12"/>
                  <a:gd name="T12" fmla="*/ 284 w 71"/>
                  <a:gd name="T13" fmla="*/ 37 h 12"/>
                  <a:gd name="T14" fmla="*/ 326 w 71"/>
                  <a:gd name="T15" fmla="*/ 50 h 12"/>
                  <a:gd name="T16" fmla="*/ 249 w 71"/>
                  <a:gd name="T17" fmla="*/ 42 h 12"/>
                  <a:gd name="T18" fmla="*/ 183 w 71"/>
                  <a:gd name="T19" fmla="*/ 42 h 12"/>
                  <a:gd name="T20" fmla="*/ 130 w 71"/>
                  <a:gd name="T21" fmla="*/ 42 h 12"/>
                  <a:gd name="T22" fmla="*/ 91 w 71"/>
                  <a:gd name="T23" fmla="*/ 47 h 12"/>
                  <a:gd name="T24" fmla="*/ 50 w 71"/>
                  <a:gd name="T25" fmla="*/ 55 h 12"/>
                  <a:gd name="T26" fmla="*/ 0 w 71"/>
                  <a:gd name="T27" fmla="*/ 47 h 12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71" h="12">
                    <a:moveTo>
                      <a:pt x="1" y="10"/>
                    </a:moveTo>
                    <a:cubicBezTo>
                      <a:pt x="9" y="10"/>
                      <a:pt x="18" y="7"/>
                      <a:pt x="24" y="2"/>
                    </a:cubicBezTo>
                    <a:cubicBezTo>
                      <a:pt x="26" y="1"/>
                      <a:pt x="26" y="1"/>
                      <a:pt x="28" y="2"/>
                    </a:cubicBezTo>
                    <a:cubicBezTo>
                      <a:pt x="31" y="3"/>
                      <a:pt x="33" y="4"/>
                      <a:pt x="36" y="2"/>
                    </a:cubicBezTo>
                    <a:cubicBezTo>
                      <a:pt x="37" y="2"/>
                      <a:pt x="39" y="0"/>
                      <a:pt x="41" y="0"/>
                    </a:cubicBezTo>
                    <a:cubicBezTo>
                      <a:pt x="44" y="0"/>
                      <a:pt x="48" y="3"/>
                      <a:pt x="51" y="4"/>
                    </a:cubicBezTo>
                    <a:cubicBezTo>
                      <a:pt x="55" y="5"/>
                      <a:pt x="58" y="7"/>
                      <a:pt x="62" y="8"/>
                    </a:cubicBezTo>
                    <a:cubicBezTo>
                      <a:pt x="65" y="9"/>
                      <a:pt x="68" y="10"/>
                      <a:pt x="71" y="11"/>
                    </a:cubicBezTo>
                    <a:cubicBezTo>
                      <a:pt x="65" y="12"/>
                      <a:pt x="60" y="10"/>
                      <a:pt x="54" y="9"/>
                    </a:cubicBezTo>
                    <a:cubicBezTo>
                      <a:pt x="49" y="8"/>
                      <a:pt x="45" y="7"/>
                      <a:pt x="40" y="9"/>
                    </a:cubicBezTo>
                    <a:cubicBezTo>
                      <a:pt x="36" y="11"/>
                      <a:pt x="32" y="11"/>
                      <a:pt x="28" y="9"/>
                    </a:cubicBezTo>
                    <a:cubicBezTo>
                      <a:pt x="25" y="8"/>
                      <a:pt x="23" y="9"/>
                      <a:pt x="20" y="10"/>
                    </a:cubicBezTo>
                    <a:cubicBezTo>
                      <a:pt x="17" y="11"/>
                      <a:pt x="14" y="12"/>
                      <a:pt x="11" y="12"/>
                    </a:cubicBezTo>
                    <a:cubicBezTo>
                      <a:pt x="7" y="12"/>
                      <a:pt x="3" y="12"/>
                      <a:pt x="0" y="10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2357" name="Freeform 158">
                <a:extLst>
                  <a:ext uri="{FF2B5EF4-FFF2-40B4-BE49-F238E27FC236}">
                    <a16:creationId xmlns:a16="http://schemas.microsoft.com/office/drawing/2014/main" id="{EE79C000-ABA7-476A-9441-5869DE70B3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5" y="1150"/>
                <a:ext cx="60" cy="10"/>
              </a:xfrm>
              <a:custGeom>
                <a:avLst/>
                <a:gdLst>
                  <a:gd name="T0" fmla="*/ 0 w 36"/>
                  <a:gd name="T1" fmla="*/ 20 h 6"/>
                  <a:gd name="T2" fmla="*/ 37 w 36"/>
                  <a:gd name="T3" fmla="*/ 28 h 6"/>
                  <a:gd name="T4" fmla="*/ 83 w 36"/>
                  <a:gd name="T5" fmla="*/ 22 h 6"/>
                  <a:gd name="T6" fmla="*/ 138 w 36"/>
                  <a:gd name="T7" fmla="*/ 13 h 6"/>
                  <a:gd name="T8" fmla="*/ 167 w 36"/>
                  <a:gd name="T9" fmla="*/ 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" h="6">
                    <a:moveTo>
                      <a:pt x="0" y="4"/>
                    </a:moveTo>
                    <a:cubicBezTo>
                      <a:pt x="2" y="6"/>
                      <a:pt x="5" y="6"/>
                      <a:pt x="8" y="6"/>
                    </a:cubicBezTo>
                    <a:cubicBezTo>
                      <a:pt x="11" y="5"/>
                      <a:pt x="15" y="5"/>
                      <a:pt x="18" y="5"/>
                    </a:cubicBezTo>
                    <a:cubicBezTo>
                      <a:pt x="22" y="4"/>
                      <a:pt x="26" y="4"/>
                      <a:pt x="30" y="3"/>
                    </a:cubicBezTo>
                    <a:cubicBezTo>
                      <a:pt x="32" y="3"/>
                      <a:pt x="35" y="2"/>
                      <a:pt x="36" y="0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2358" name="Freeform 159">
                <a:extLst>
                  <a:ext uri="{FF2B5EF4-FFF2-40B4-BE49-F238E27FC236}">
                    <a16:creationId xmlns:a16="http://schemas.microsoft.com/office/drawing/2014/main" id="{1349BAE5-FFF8-4215-AADA-C1FA6D1C5E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9" y="1145"/>
                <a:ext cx="6" cy="3"/>
              </a:xfrm>
              <a:custGeom>
                <a:avLst/>
                <a:gdLst>
                  <a:gd name="T0" fmla="*/ 0 w 4"/>
                  <a:gd name="T1" fmla="*/ 8 h 2"/>
                  <a:gd name="T2" fmla="*/ 14 w 4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">
                    <a:moveTo>
                      <a:pt x="0" y="2"/>
                    </a:moveTo>
                    <a:cubicBezTo>
                      <a:pt x="1" y="1"/>
                      <a:pt x="3" y="1"/>
                      <a:pt x="4" y="0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2359" name="Freeform 160">
                <a:extLst>
                  <a:ext uri="{FF2B5EF4-FFF2-40B4-BE49-F238E27FC236}">
                    <a16:creationId xmlns:a16="http://schemas.microsoft.com/office/drawing/2014/main" id="{51C93F4C-9FA3-4AF4-BDF1-A1ED7867C3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4" y="1148"/>
                <a:ext cx="8" cy="5"/>
              </a:xfrm>
              <a:custGeom>
                <a:avLst/>
                <a:gdLst>
                  <a:gd name="T0" fmla="*/ 21 w 5"/>
                  <a:gd name="T1" fmla="*/ 13 h 3"/>
                  <a:gd name="T2" fmla="*/ 0 w 5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3">
                    <a:moveTo>
                      <a:pt x="5" y="3"/>
                    </a:moveTo>
                    <a:cubicBezTo>
                      <a:pt x="4" y="2"/>
                      <a:pt x="2" y="0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2360" name="Freeform 161">
                <a:extLst>
                  <a:ext uri="{FF2B5EF4-FFF2-40B4-BE49-F238E27FC236}">
                    <a16:creationId xmlns:a16="http://schemas.microsoft.com/office/drawing/2014/main" id="{DD76841B-7C46-44A1-8C5E-FCE761A2A5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4" y="1098"/>
                <a:ext cx="15" cy="27"/>
              </a:xfrm>
              <a:custGeom>
                <a:avLst/>
                <a:gdLst>
                  <a:gd name="T0" fmla="*/ 5 w 9"/>
                  <a:gd name="T1" fmla="*/ 78 h 16"/>
                  <a:gd name="T2" fmla="*/ 5 w 9"/>
                  <a:gd name="T3" fmla="*/ 0 h 16"/>
                  <a:gd name="T4" fmla="*/ 5 w 9"/>
                  <a:gd name="T5" fmla="*/ 42 h 16"/>
                  <a:gd name="T6" fmla="*/ 8 w 9"/>
                  <a:gd name="T7" fmla="*/ 78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16">
                    <a:moveTo>
                      <a:pt x="1" y="16"/>
                    </a:moveTo>
                    <a:cubicBezTo>
                      <a:pt x="9" y="15"/>
                      <a:pt x="1" y="4"/>
                      <a:pt x="1" y="0"/>
                    </a:cubicBezTo>
                    <a:cubicBezTo>
                      <a:pt x="0" y="2"/>
                      <a:pt x="1" y="7"/>
                      <a:pt x="1" y="9"/>
                    </a:cubicBezTo>
                    <a:cubicBezTo>
                      <a:pt x="1" y="12"/>
                      <a:pt x="1" y="14"/>
                      <a:pt x="2" y="16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2361" name="Freeform 162">
                <a:extLst>
                  <a:ext uri="{FF2B5EF4-FFF2-40B4-BE49-F238E27FC236}">
                    <a16:creationId xmlns:a16="http://schemas.microsoft.com/office/drawing/2014/main" id="{672F348E-06C1-47CA-91BC-752E4BBE10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4" y="1085"/>
                <a:ext cx="123" cy="141"/>
              </a:xfrm>
              <a:custGeom>
                <a:avLst/>
                <a:gdLst>
                  <a:gd name="T0" fmla="*/ 339 w 74"/>
                  <a:gd name="T1" fmla="*/ 0 h 85"/>
                  <a:gd name="T2" fmla="*/ 193 w 74"/>
                  <a:gd name="T3" fmla="*/ 275 h 85"/>
                  <a:gd name="T4" fmla="*/ 0 w 74"/>
                  <a:gd name="T5" fmla="*/ 367 h 85"/>
                  <a:gd name="T6" fmla="*/ 216 w 74"/>
                  <a:gd name="T7" fmla="*/ 229 h 85"/>
                  <a:gd name="T8" fmla="*/ 339 w 74"/>
                  <a:gd name="T9" fmla="*/ 0 h 8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4" h="85">
                    <a:moveTo>
                      <a:pt x="74" y="0"/>
                    </a:moveTo>
                    <a:cubicBezTo>
                      <a:pt x="74" y="0"/>
                      <a:pt x="74" y="29"/>
                      <a:pt x="42" y="60"/>
                    </a:cubicBezTo>
                    <a:cubicBezTo>
                      <a:pt x="17" y="85"/>
                      <a:pt x="0" y="80"/>
                      <a:pt x="0" y="80"/>
                    </a:cubicBezTo>
                    <a:cubicBezTo>
                      <a:pt x="0" y="80"/>
                      <a:pt x="28" y="74"/>
                      <a:pt x="47" y="50"/>
                    </a:cubicBezTo>
                    <a:cubicBezTo>
                      <a:pt x="66" y="26"/>
                      <a:pt x="73" y="6"/>
                      <a:pt x="74" y="0"/>
                    </a:cubicBezTo>
                    <a:close/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2362" name="Freeform 163">
                <a:extLst>
                  <a:ext uri="{FF2B5EF4-FFF2-40B4-BE49-F238E27FC236}">
                    <a16:creationId xmlns:a16="http://schemas.microsoft.com/office/drawing/2014/main" id="{AAE373E0-7A24-4F98-A339-ADC575B730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2" y="1008"/>
                <a:ext cx="43" cy="20"/>
              </a:xfrm>
              <a:custGeom>
                <a:avLst/>
                <a:gdLst>
                  <a:gd name="T0" fmla="*/ 0 w 26"/>
                  <a:gd name="T1" fmla="*/ 8 h 12"/>
                  <a:gd name="T2" fmla="*/ 8 w 26"/>
                  <a:gd name="T3" fmla="*/ 13 h 12"/>
                  <a:gd name="T4" fmla="*/ 22 w 26"/>
                  <a:gd name="T5" fmla="*/ 22 h 12"/>
                  <a:gd name="T6" fmla="*/ 50 w 26"/>
                  <a:gd name="T7" fmla="*/ 37 h 12"/>
                  <a:gd name="T8" fmla="*/ 68 w 26"/>
                  <a:gd name="T9" fmla="*/ 42 h 12"/>
                  <a:gd name="T10" fmla="*/ 84 w 26"/>
                  <a:gd name="T11" fmla="*/ 47 h 12"/>
                  <a:gd name="T12" fmla="*/ 117 w 26"/>
                  <a:gd name="T13" fmla="*/ 55 h 12"/>
                  <a:gd name="T14" fmla="*/ 84 w 26"/>
                  <a:gd name="T15" fmla="*/ 42 h 12"/>
                  <a:gd name="T16" fmla="*/ 36 w 26"/>
                  <a:gd name="T17" fmla="*/ 22 h 12"/>
                  <a:gd name="T18" fmla="*/ 22 w 26"/>
                  <a:gd name="T19" fmla="*/ 8 h 12"/>
                  <a:gd name="T20" fmla="*/ 13 w 26"/>
                  <a:gd name="T21" fmla="*/ 0 h 12"/>
                  <a:gd name="T22" fmla="*/ 0 w 26"/>
                  <a:gd name="T23" fmla="*/ 0 h 12"/>
                  <a:gd name="T24" fmla="*/ 0 w 26"/>
                  <a:gd name="T25" fmla="*/ 5 h 1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6" h="12">
                    <a:moveTo>
                      <a:pt x="0" y="2"/>
                    </a:moveTo>
                    <a:cubicBezTo>
                      <a:pt x="1" y="2"/>
                      <a:pt x="1" y="2"/>
                      <a:pt x="2" y="3"/>
                    </a:cubicBezTo>
                    <a:cubicBezTo>
                      <a:pt x="3" y="4"/>
                      <a:pt x="4" y="4"/>
                      <a:pt x="5" y="5"/>
                    </a:cubicBezTo>
                    <a:cubicBezTo>
                      <a:pt x="7" y="6"/>
                      <a:pt x="9" y="7"/>
                      <a:pt x="11" y="8"/>
                    </a:cubicBezTo>
                    <a:cubicBezTo>
                      <a:pt x="13" y="8"/>
                      <a:pt x="14" y="9"/>
                      <a:pt x="15" y="9"/>
                    </a:cubicBezTo>
                    <a:cubicBezTo>
                      <a:pt x="17" y="9"/>
                      <a:pt x="18" y="10"/>
                      <a:pt x="19" y="10"/>
                    </a:cubicBezTo>
                    <a:cubicBezTo>
                      <a:pt x="22" y="11"/>
                      <a:pt x="24" y="11"/>
                      <a:pt x="26" y="12"/>
                    </a:cubicBezTo>
                    <a:cubicBezTo>
                      <a:pt x="24" y="10"/>
                      <a:pt x="21" y="10"/>
                      <a:pt x="19" y="9"/>
                    </a:cubicBezTo>
                    <a:cubicBezTo>
                      <a:pt x="15" y="8"/>
                      <a:pt x="12" y="7"/>
                      <a:pt x="8" y="5"/>
                    </a:cubicBezTo>
                    <a:cubicBezTo>
                      <a:pt x="7" y="4"/>
                      <a:pt x="6" y="3"/>
                      <a:pt x="5" y="2"/>
                    </a:cubicBezTo>
                    <a:cubicBezTo>
                      <a:pt x="5" y="2"/>
                      <a:pt x="4" y="1"/>
                      <a:pt x="3" y="0"/>
                    </a:cubicBezTo>
                    <a:cubicBezTo>
                      <a:pt x="2" y="0"/>
                      <a:pt x="1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2363" name="Freeform 164">
                <a:extLst>
                  <a:ext uri="{FF2B5EF4-FFF2-40B4-BE49-F238E27FC236}">
                    <a16:creationId xmlns:a16="http://schemas.microsoft.com/office/drawing/2014/main" id="{C2BD58E4-2AC3-4060-98FD-67DF072153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4" y="1105"/>
                <a:ext cx="6" cy="20"/>
              </a:xfrm>
              <a:custGeom>
                <a:avLst/>
                <a:gdLst>
                  <a:gd name="T0" fmla="*/ 0 w 4"/>
                  <a:gd name="T1" fmla="*/ 42 h 12"/>
                  <a:gd name="T2" fmla="*/ 14 w 4"/>
                  <a:gd name="T3" fmla="*/ 55 h 12"/>
                  <a:gd name="T4" fmla="*/ 12 w 4"/>
                  <a:gd name="T5" fmla="*/ 0 h 12"/>
                  <a:gd name="T6" fmla="*/ 0 w 4"/>
                  <a:gd name="T7" fmla="*/ 42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12">
                    <a:moveTo>
                      <a:pt x="0" y="9"/>
                    </a:moveTo>
                    <a:cubicBezTo>
                      <a:pt x="0" y="10"/>
                      <a:pt x="2" y="12"/>
                      <a:pt x="4" y="12"/>
                    </a:cubicBezTo>
                    <a:cubicBezTo>
                      <a:pt x="4" y="8"/>
                      <a:pt x="4" y="3"/>
                      <a:pt x="3" y="0"/>
                    </a:cubicBezTo>
                    <a:cubicBezTo>
                      <a:pt x="1" y="2"/>
                      <a:pt x="0" y="7"/>
                      <a:pt x="0" y="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2364" name="Freeform 165">
                <a:extLst>
                  <a:ext uri="{FF2B5EF4-FFF2-40B4-BE49-F238E27FC236}">
                    <a16:creationId xmlns:a16="http://schemas.microsoft.com/office/drawing/2014/main" id="{FCA4EB97-995A-4417-8398-E13E22E02A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5" y="1046"/>
                <a:ext cx="94" cy="157"/>
              </a:xfrm>
              <a:custGeom>
                <a:avLst/>
                <a:gdLst>
                  <a:gd name="T0" fmla="*/ 0 w 56"/>
                  <a:gd name="T1" fmla="*/ 0 h 94"/>
                  <a:gd name="T2" fmla="*/ 20 w 56"/>
                  <a:gd name="T3" fmla="*/ 50 h 94"/>
                  <a:gd name="T4" fmla="*/ 34 w 56"/>
                  <a:gd name="T5" fmla="*/ 104 h 94"/>
                  <a:gd name="T6" fmla="*/ 37 w 56"/>
                  <a:gd name="T7" fmla="*/ 149 h 94"/>
                  <a:gd name="T8" fmla="*/ 62 w 56"/>
                  <a:gd name="T9" fmla="*/ 204 h 94"/>
                  <a:gd name="T10" fmla="*/ 119 w 56"/>
                  <a:gd name="T11" fmla="*/ 307 h 94"/>
                  <a:gd name="T12" fmla="*/ 170 w 56"/>
                  <a:gd name="T13" fmla="*/ 374 h 94"/>
                  <a:gd name="T14" fmla="*/ 215 w 56"/>
                  <a:gd name="T15" fmla="*/ 411 h 94"/>
                  <a:gd name="T16" fmla="*/ 265 w 56"/>
                  <a:gd name="T17" fmla="*/ 438 h 94"/>
                  <a:gd name="T18" fmla="*/ 188 w 56"/>
                  <a:gd name="T19" fmla="*/ 367 h 94"/>
                  <a:gd name="T20" fmla="*/ 124 w 56"/>
                  <a:gd name="T21" fmla="*/ 292 h 94"/>
                  <a:gd name="T22" fmla="*/ 50 w 56"/>
                  <a:gd name="T23" fmla="*/ 149 h 94"/>
                  <a:gd name="T24" fmla="*/ 34 w 56"/>
                  <a:gd name="T25" fmla="*/ 55 h 94"/>
                  <a:gd name="T26" fmla="*/ 13 w 56"/>
                  <a:gd name="T27" fmla="*/ 20 h 94"/>
                  <a:gd name="T28" fmla="*/ 5 w 56"/>
                  <a:gd name="T29" fmla="*/ 0 h 94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56" h="94">
                    <a:moveTo>
                      <a:pt x="0" y="0"/>
                    </a:moveTo>
                    <a:cubicBezTo>
                      <a:pt x="1" y="4"/>
                      <a:pt x="2" y="8"/>
                      <a:pt x="4" y="11"/>
                    </a:cubicBezTo>
                    <a:cubicBezTo>
                      <a:pt x="5" y="15"/>
                      <a:pt x="6" y="18"/>
                      <a:pt x="7" y="22"/>
                    </a:cubicBezTo>
                    <a:cubicBezTo>
                      <a:pt x="7" y="25"/>
                      <a:pt x="7" y="29"/>
                      <a:pt x="8" y="32"/>
                    </a:cubicBezTo>
                    <a:cubicBezTo>
                      <a:pt x="9" y="36"/>
                      <a:pt x="11" y="40"/>
                      <a:pt x="13" y="44"/>
                    </a:cubicBezTo>
                    <a:cubicBezTo>
                      <a:pt x="15" y="52"/>
                      <a:pt x="20" y="59"/>
                      <a:pt x="25" y="66"/>
                    </a:cubicBezTo>
                    <a:cubicBezTo>
                      <a:pt x="28" y="71"/>
                      <a:pt x="32" y="76"/>
                      <a:pt x="36" y="80"/>
                    </a:cubicBezTo>
                    <a:cubicBezTo>
                      <a:pt x="39" y="83"/>
                      <a:pt x="42" y="86"/>
                      <a:pt x="45" y="88"/>
                    </a:cubicBezTo>
                    <a:cubicBezTo>
                      <a:pt x="48" y="90"/>
                      <a:pt x="52" y="94"/>
                      <a:pt x="56" y="94"/>
                    </a:cubicBezTo>
                    <a:cubicBezTo>
                      <a:pt x="49" y="91"/>
                      <a:pt x="44" y="84"/>
                      <a:pt x="40" y="79"/>
                    </a:cubicBezTo>
                    <a:cubicBezTo>
                      <a:pt x="35" y="73"/>
                      <a:pt x="30" y="68"/>
                      <a:pt x="26" y="63"/>
                    </a:cubicBezTo>
                    <a:cubicBezTo>
                      <a:pt x="19" y="54"/>
                      <a:pt x="14" y="43"/>
                      <a:pt x="11" y="32"/>
                    </a:cubicBezTo>
                    <a:cubicBezTo>
                      <a:pt x="10" y="26"/>
                      <a:pt x="10" y="18"/>
                      <a:pt x="7" y="12"/>
                    </a:cubicBezTo>
                    <a:cubicBezTo>
                      <a:pt x="6" y="9"/>
                      <a:pt x="4" y="7"/>
                      <a:pt x="3" y="4"/>
                    </a:cubicBezTo>
                    <a:cubicBezTo>
                      <a:pt x="3" y="3"/>
                      <a:pt x="3" y="0"/>
                      <a:pt x="1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2365" name="Freeform 166">
                <a:extLst>
                  <a:ext uri="{FF2B5EF4-FFF2-40B4-BE49-F238E27FC236}">
                    <a16:creationId xmlns:a16="http://schemas.microsoft.com/office/drawing/2014/main" id="{58BE7D71-7A66-4F2F-A6A5-2F9B9DCE40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2" y="1174"/>
                <a:ext cx="28" cy="32"/>
              </a:xfrm>
              <a:custGeom>
                <a:avLst/>
                <a:gdLst>
                  <a:gd name="T0" fmla="*/ 76 w 17"/>
                  <a:gd name="T1" fmla="*/ 0 h 19"/>
                  <a:gd name="T2" fmla="*/ 13 w 17"/>
                  <a:gd name="T3" fmla="*/ 22 h 19"/>
                  <a:gd name="T4" fmla="*/ 20 w 17"/>
                  <a:gd name="T5" fmla="*/ 91 h 19"/>
                  <a:gd name="T6" fmla="*/ 43 w 17"/>
                  <a:gd name="T7" fmla="*/ 22 h 19"/>
                  <a:gd name="T8" fmla="*/ 76 w 17"/>
                  <a:gd name="T9" fmla="*/ 5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19">
                    <a:moveTo>
                      <a:pt x="17" y="0"/>
                    </a:moveTo>
                    <a:cubicBezTo>
                      <a:pt x="13" y="1"/>
                      <a:pt x="6" y="1"/>
                      <a:pt x="3" y="5"/>
                    </a:cubicBezTo>
                    <a:cubicBezTo>
                      <a:pt x="1" y="8"/>
                      <a:pt x="0" y="16"/>
                      <a:pt x="4" y="19"/>
                    </a:cubicBezTo>
                    <a:cubicBezTo>
                      <a:pt x="6" y="14"/>
                      <a:pt x="6" y="9"/>
                      <a:pt x="10" y="5"/>
                    </a:cubicBezTo>
                    <a:cubicBezTo>
                      <a:pt x="12" y="3"/>
                      <a:pt x="15" y="2"/>
                      <a:pt x="17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2366" name="Freeform 167">
                <a:extLst>
                  <a:ext uri="{FF2B5EF4-FFF2-40B4-BE49-F238E27FC236}">
                    <a16:creationId xmlns:a16="http://schemas.microsoft.com/office/drawing/2014/main" id="{F85446F1-BE88-42E6-9F9B-D201EF7CA3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7" y="991"/>
                <a:ext cx="18" cy="64"/>
              </a:xfrm>
              <a:custGeom>
                <a:avLst/>
                <a:gdLst>
                  <a:gd name="T0" fmla="*/ 0 w 11"/>
                  <a:gd name="T1" fmla="*/ 0 h 38"/>
                  <a:gd name="T2" fmla="*/ 43 w 11"/>
                  <a:gd name="T3" fmla="*/ 99 h 38"/>
                  <a:gd name="T4" fmla="*/ 41 w 11"/>
                  <a:gd name="T5" fmla="*/ 182 h 38"/>
                  <a:gd name="T6" fmla="*/ 29 w 11"/>
                  <a:gd name="T7" fmla="*/ 71 h 38"/>
                  <a:gd name="T8" fmla="*/ 0 w 11"/>
                  <a:gd name="T9" fmla="*/ 5 h 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38">
                    <a:moveTo>
                      <a:pt x="0" y="0"/>
                    </a:moveTo>
                    <a:cubicBezTo>
                      <a:pt x="6" y="5"/>
                      <a:pt x="10" y="13"/>
                      <a:pt x="10" y="21"/>
                    </a:cubicBezTo>
                    <a:cubicBezTo>
                      <a:pt x="11" y="26"/>
                      <a:pt x="11" y="33"/>
                      <a:pt x="9" y="38"/>
                    </a:cubicBezTo>
                    <a:cubicBezTo>
                      <a:pt x="9" y="30"/>
                      <a:pt x="8" y="22"/>
                      <a:pt x="7" y="15"/>
                    </a:cubicBezTo>
                    <a:cubicBezTo>
                      <a:pt x="5" y="10"/>
                      <a:pt x="4" y="4"/>
                      <a:pt x="0" y="1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2367" name="Freeform 168">
                <a:extLst>
                  <a:ext uri="{FF2B5EF4-FFF2-40B4-BE49-F238E27FC236}">
                    <a16:creationId xmlns:a16="http://schemas.microsoft.com/office/drawing/2014/main" id="{5D917667-3B33-4061-AD4A-0E40544FF1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6" y="1008"/>
                <a:ext cx="48" cy="18"/>
              </a:xfrm>
              <a:custGeom>
                <a:avLst/>
                <a:gdLst>
                  <a:gd name="T0" fmla="*/ 0 w 29"/>
                  <a:gd name="T1" fmla="*/ 41 h 11"/>
                  <a:gd name="T2" fmla="*/ 36 w 29"/>
                  <a:gd name="T3" fmla="*/ 41 h 11"/>
                  <a:gd name="T4" fmla="*/ 68 w 29"/>
                  <a:gd name="T5" fmla="*/ 34 h 11"/>
                  <a:gd name="T6" fmla="*/ 96 w 29"/>
                  <a:gd name="T7" fmla="*/ 18 h 11"/>
                  <a:gd name="T8" fmla="*/ 118 w 29"/>
                  <a:gd name="T9" fmla="*/ 8 h 11"/>
                  <a:gd name="T10" fmla="*/ 131 w 29"/>
                  <a:gd name="T11" fmla="*/ 0 h 11"/>
                  <a:gd name="T12" fmla="*/ 109 w 29"/>
                  <a:gd name="T13" fmla="*/ 21 h 11"/>
                  <a:gd name="T14" fmla="*/ 63 w 29"/>
                  <a:gd name="T15" fmla="*/ 43 h 11"/>
                  <a:gd name="T16" fmla="*/ 28 w 29"/>
                  <a:gd name="T17" fmla="*/ 47 h 11"/>
                  <a:gd name="T18" fmla="*/ 5 w 29"/>
                  <a:gd name="T19" fmla="*/ 41 h 1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9" h="11">
                    <a:moveTo>
                      <a:pt x="0" y="9"/>
                    </a:moveTo>
                    <a:cubicBezTo>
                      <a:pt x="2" y="10"/>
                      <a:pt x="6" y="9"/>
                      <a:pt x="8" y="9"/>
                    </a:cubicBezTo>
                    <a:cubicBezTo>
                      <a:pt x="11" y="8"/>
                      <a:pt x="13" y="8"/>
                      <a:pt x="15" y="8"/>
                    </a:cubicBezTo>
                    <a:cubicBezTo>
                      <a:pt x="17" y="7"/>
                      <a:pt x="19" y="5"/>
                      <a:pt x="21" y="4"/>
                    </a:cubicBezTo>
                    <a:cubicBezTo>
                      <a:pt x="23" y="3"/>
                      <a:pt x="24" y="3"/>
                      <a:pt x="26" y="2"/>
                    </a:cubicBezTo>
                    <a:cubicBezTo>
                      <a:pt x="27" y="1"/>
                      <a:pt x="28" y="0"/>
                      <a:pt x="29" y="0"/>
                    </a:cubicBezTo>
                    <a:cubicBezTo>
                      <a:pt x="29" y="2"/>
                      <a:pt x="26" y="4"/>
                      <a:pt x="24" y="5"/>
                    </a:cubicBezTo>
                    <a:cubicBezTo>
                      <a:pt x="21" y="7"/>
                      <a:pt x="17" y="9"/>
                      <a:pt x="14" y="10"/>
                    </a:cubicBezTo>
                    <a:cubicBezTo>
                      <a:pt x="11" y="11"/>
                      <a:pt x="8" y="11"/>
                      <a:pt x="6" y="11"/>
                    </a:cubicBezTo>
                    <a:cubicBezTo>
                      <a:pt x="4" y="10"/>
                      <a:pt x="3" y="9"/>
                      <a:pt x="1" y="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2368" name="Freeform 169">
                <a:extLst>
                  <a:ext uri="{FF2B5EF4-FFF2-40B4-BE49-F238E27FC236}">
                    <a16:creationId xmlns:a16="http://schemas.microsoft.com/office/drawing/2014/main" id="{31B09CD4-B34F-4B36-A801-305A9A4DC7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0" y="981"/>
                <a:ext cx="34" cy="27"/>
              </a:xfrm>
              <a:custGeom>
                <a:avLst/>
                <a:gdLst>
                  <a:gd name="T0" fmla="*/ 5 w 20"/>
                  <a:gd name="T1" fmla="*/ 5 h 16"/>
                  <a:gd name="T2" fmla="*/ 34 w 20"/>
                  <a:gd name="T3" fmla="*/ 14 h 16"/>
                  <a:gd name="T4" fmla="*/ 58 w 20"/>
                  <a:gd name="T5" fmla="*/ 29 h 16"/>
                  <a:gd name="T6" fmla="*/ 99 w 20"/>
                  <a:gd name="T7" fmla="*/ 78 h 16"/>
                  <a:gd name="T8" fmla="*/ 54 w 20"/>
                  <a:gd name="T9" fmla="*/ 20 h 16"/>
                  <a:gd name="T10" fmla="*/ 26 w 20"/>
                  <a:gd name="T11" fmla="*/ 5 h 16"/>
                  <a:gd name="T12" fmla="*/ 0 w 20"/>
                  <a:gd name="T13" fmla="*/ 0 h 16"/>
                  <a:gd name="T14" fmla="*/ 5 w 20"/>
                  <a:gd name="T15" fmla="*/ 5 h 1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0" h="16">
                    <a:moveTo>
                      <a:pt x="1" y="1"/>
                    </a:moveTo>
                    <a:cubicBezTo>
                      <a:pt x="3" y="2"/>
                      <a:pt x="5" y="3"/>
                      <a:pt x="7" y="3"/>
                    </a:cubicBezTo>
                    <a:cubicBezTo>
                      <a:pt x="9" y="4"/>
                      <a:pt x="10" y="5"/>
                      <a:pt x="12" y="6"/>
                    </a:cubicBezTo>
                    <a:cubicBezTo>
                      <a:pt x="15" y="9"/>
                      <a:pt x="18" y="12"/>
                      <a:pt x="20" y="16"/>
                    </a:cubicBezTo>
                    <a:cubicBezTo>
                      <a:pt x="18" y="11"/>
                      <a:pt x="15" y="7"/>
                      <a:pt x="11" y="4"/>
                    </a:cubicBezTo>
                    <a:cubicBezTo>
                      <a:pt x="10" y="2"/>
                      <a:pt x="8" y="1"/>
                      <a:pt x="5" y="1"/>
                    </a:cubicBezTo>
                    <a:cubicBezTo>
                      <a:pt x="4" y="0"/>
                      <a:pt x="2" y="0"/>
                      <a:pt x="0" y="0"/>
                    </a:cubicBezTo>
                    <a:cubicBezTo>
                      <a:pt x="0" y="1"/>
                      <a:pt x="1" y="1"/>
                      <a:pt x="1" y="1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2369" name="Freeform 170">
                <a:extLst>
                  <a:ext uri="{FF2B5EF4-FFF2-40B4-BE49-F238E27FC236}">
                    <a16:creationId xmlns:a16="http://schemas.microsoft.com/office/drawing/2014/main" id="{5425F7C1-589F-4503-A706-24E8DE5A73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5" y="980"/>
                <a:ext cx="36" cy="26"/>
              </a:xfrm>
              <a:custGeom>
                <a:avLst/>
                <a:gdLst>
                  <a:gd name="T0" fmla="*/ 99 w 21"/>
                  <a:gd name="T1" fmla="*/ 8 h 16"/>
                  <a:gd name="T2" fmla="*/ 65 w 21"/>
                  <a:gd name="T3" fmla="*/ 21 h 16"/>
                  <a:gd name="T4" fmla="*/ 41 w 21"/>
                  <a:gd name="T5" fmla="*/ 34 h 16"/>
                  <a:gd name="T6" fmla="*/ 0 w 21"/>
                  <a:gd name="T7" fmla="*/ 68 h 16"/>
                  <a:gd name="T8" fmla="*/ 26 w 21"/>
                  <a:gd name="T9" fmla="*/ 39 h 16"/>
                  <a:gd name="T10" fmla="*/ 65 w 21"/>
                  <a:gd name="T11" fmla="*/ 18 h 16"/>
                  <a:gd name="T12" fmla="*/ 99 w 21"/>
                  <a:gd name="T13" fmla="*/ 8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1" h="16">
                    <a:moveTo>
                      <a:pt x="20" y="2"/>
                    </a:moveTo>
                    <a:cubicBezTo>
                      <a:pt x="18" y="3"/>
                      <a:pt x="15" y="4"/>
                      <a:pt x="13" y="5"/>
                    </a:cubicBezTo>
                    <a:cubicBezTo>
                      <a:pt x="12" y="5"/>
                      <a:pt x="10" y="6"/>
                      <a:pt x="8" y="8"/>
                    </a:cubicBezTo>
                    <a:cubicBezTo>
                      <a:pt x="5" y="10"/>
                      <a:pt x="1" y="13"/>
                      <a:pt x="0" y="16"/>
                    </a:cubicBezTo>
                    <a:cubicBezTo>
                      <a:pt x="2" y="14"/>
                      <a:pt x="3" y="11"/>
                      <a:pt x="5" y="9"/>
                    </a:cubicBezTo>
                    <a:cubicBezTo>
                      <a:pt x="8" y="7"/>
                      <a:pt x="10" y="5"/>
                      <a:pt x="13" y="4"/>
                    </a:cubicBezTo>
                    <a:cubicBezTo>
                      <a:pt x="13" y="4"/>
                      <a:pt x="21" y="0"/>
                      <a:pt x="20" y="2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2370" name="Freeform 171">
                <a:extLst>
                  <a:ext uri="{FF2B5EF4-FFF2-40B4-BE49-F238E27FC236}">
                    <a16:creationId xmlns:a16="http://schemas.microsoft.com/office/drawing/2014/main" id="{EDD74855-6EB3-4C9E-A544-66232CE8D1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4" y="978"/>
                <a:ext cx="45" cy="100"/>
              </a:xfrm>
              <a:custGeom>
                <a:avLst/>
                <a:gdLst>
                  <a:gd name="T0" fmla="*/ 5 w 27"/>
                  <a:gd name="T1" fmla="*/ 125 h 60"/>
                  <a:gd name="T2" fmla="*/ 47 w 27"/>
                  <a:gd name="T3" fmla="*/ 147 h 60"/>
                  <a:gd name="T4" fmla="*/ 63 w 27"/>
                  <a:gd name="T5" fmla="*/ 188 h 60"/>
                  <a:gd name="T6" fmla="*/ 63 w 27"/>
                  <a:gd name="T7" fmla="*/ 278 h 60"/>
                  <a:gd name="T8" fmla="*/ 83 w 27"/>
                  <a:gd name="T9" fmla="*/ 203 h 60"/>
                  <a:gd name="T10" fmla="*/ 97 w 27"/>
                  <a:gd name="T11" fmla="*/ 153 h 60"/>
                  <a:gd name="T12" fmla="*/ 105 w 27"/>
                  <a:gd name="T13" fmla="*/ 117 h 60"/>
                  <a:gd name="T14" fmla="*/ 105 w 27"/>
                  <a:gd name="T15" fmla="*/ 75 h 60"/>
                  <a:gd name="T16" fmla="*/ 120 w 27"/>
                  <a:gd name="T17" fmla="*/ 22 h 60"/>
                  <a:gd name="T18" fmla="*/ 83 w 27"/>
                  <a:gd name="T19" fmla="*/ 0 h 60"/>
                  <a:gd name="T20" fmla="*/ 63 w 27"/>
                  <a:gd name="T21" fmla="*/ 28 h 60"/>
                  <a:gd name="T22" fmla="*/ 55 w 27"/>
                  <a:gd name="T23" fmla="*/ 63 h 60"/>
                  <a:gd name="T24" fmla="*/ 33 w 27"/>
                  <a:gd name="T25" fmla="*/ 103 h 60"/>
                  <a:gd name="T26" fmla="*/ 0 w 27"/>
                  <a:gd name="T27" fmla="*/ 125 h 6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7" h="60">
                    <a:moveTo>
                      <a:pt x="1" y="27"/>
                    </a:moveTo>
                    <a:cubicBezTo>
                      <a:pt x="3" y="26"/>
                      <a:pt x="9" y="30"/>
                      <a:pt x="10" y="32"/>
                    </a:cubicBezTo>
                    <a:cubicBezTo>
                      <a:pt x="13" y="35"/>
                      <a:pt x="13" y="38"/>
                      <a:pt x="14" y="41"/>
                    </a:cubicBezTo>
                    <a:cubicBezTo>
                      <a:pt x="14" y="47"/>
                      <a:pt x="14" y="54"/>
                      <a:pt x="14" y="60"/>
                    </a:cubicBezTo>
                    <a:cubicBezTo>
                      <a:pt x="17" y="56"/>
                      <a:pt x="17" y="49"/>
                      <a:pt x="18" y="44"/>
                    </a:cubicBezTo>
                    <a:cubicBezTo>
                      <a:pt x="18" y="40"/>
                      <a:pt x="19" y="36"/>
                      <a:pt x="21" y="33"/>
                    </a:cubicBezTo>
                    <a:cubicBezTo>
                      <a:pt x="22" y="30"/>
                      <a:pt x="24" y="28"/>
                      <a:pt x="23" y="25"/>
                    </a:cubicBezTo>
                    <a:cubicBezTo>
                      <a:pt x="22" y="22"/>
                      <a:pt x="22" y="20"/>
                      <a:pt x="23" y="16"/>
                    </a:cubicBezTo>
                    <a:cubicBezTo>
                      <a:pt x="24" y="13"/>
                      <a:pt x="27" y="9"/>
                      <a:pt x="26" y="5"/>
                    </a:cubicBezTo>
                    <a:cubicBezTo>
                      <a:pt x="25" y="2"/>
                      <a:pt x="21" y="0"/>
                      <a:pt x="18" y="0"/>
                    </a:cubicBezTo>
                    <a:cubicBezTo>
                      <a:pt x="14" y="0"/>
                      <a:pt x="14" y="2"/>
                      <a:pt x="14" y="6"/>
                    </a:cubicBezTo>
                    <a:cubicBezTo>
                      <a:pt x="13" y="9"/>
                      <a:pt x="13" y="11"/>
                      <a:pt x="12" y="14"/>
                    </a:cubicBezTo>
                    <a:cubicBezTo>
                      <a:pt x="11" y="17"/>
                      <a:pt x="9" y="20"/>
                      <a:pt x="7" y="22"/>
                    </a:cubicBezTo>
                    <a:cubicBezTo>
                      <a:pt x="5" y="23"/>
                      <a:pt x="1" y="25"/>
                      <a:pt x="0" y="27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2371" name="Freeform 172">
                <a:extLst>
                  <a:ext uri="{FF2B5EF4-FFF2-40B4-BE49-F238E27FC236}">
                    <a16:creationId xmlns:a16="http://schemas.microsoft.com/office/drawing/2014/main" id="{BD3DBDB6-14E0-4E89-8296-30300ED3B4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6" y="890"/>
                <a:ext cx="45" cy="106"/>
              </a:xfrm>
              <a:custGeom>
                <a:avLst/>
                <a:gdLst>
                  <a:gd name="T0" fmla="*/ 62 w 27"/>
                  <a:gd name="T1" fmla="*/ 268 h 64"/>
                  <a:gd name="T2" fmla="*/ 62 w 27"/>
                  <a:gd name="T3" fmla="*/ 242 h 64"/>
                  <a:gd name="T4" fmla="*/ 50 w 27"/>
                  <a:gd name="T5" fmla="*/ 214 h 64"/>
                  <a:gd name="T6" fmla="*/ 28 w 27"/>
                  <a:gd name="T7" fmla="*/ 192 h 64"/>
                  <a:gd name="T8" fmla="*/ 0 w 27"/>
                  <a:gd name="T9" fmla="*/ 179 h 64"/>
                  <a:gd name="T10" fmla="*/ 78 w 27"/>
                  <a:gd name="T11" fmla="*/ 84 h 64"/>
                  <a:gd name="T12" fmla="*/ 112 w 27"/>
                  <a:gd name="T13" fmla="*/ 0 h 64"/>
                  <a:gd name="T14" fmla="*/ 120 w 27"/>
                  <a:gd name="T15" fmla="*/ 46 h 64"/>
                  <a:gd name="T16" fmla="*/ 120 w 27"/>
                  <a:gd name="T17" fmla="*/ 96 h 64"/>
                  <a:gd name="T18" fmla="*/ 125 w 27"/>
                  <a:gd name="T19" fmla="*/ 187 h 64"/>
                  <a:gd name="T20" fmla="*/ 120 w 27"/>
                  <a:gd name="T21" fmla="*/ 255 h 64"/>
                  <a:gd name="T22" fmla="*/ 105 w 27"/>
                  <a:gd name="T23" fmla="*/ 285 h 64"/>
                  <a:gd name="T24" fmla="*/ 88 w 27"/>
                  <a:gd name="T25" fmla="*/ 283 h 6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7" h="64">
                    <a:moveTo>
                      <a:pt x="13" y="59"/>
                    </a:moveTo>
                    <a:cubicBezTo>
                      <a:pt x="13" y="59"/>
                      <a:pt x="13" y="54"/>
                      <a:pt x="13" y="53"/>
                    </a:cubicBezTo>
                    <a:cubicBezTo>
                      <a:pt x="12" y="51"/>
                      <a:pt x="12" y="49"/>
                      <a:pt x="11" y="47"/>
                    </a:cubicBezTo>
                    <a:cubicBezTo>
                      <a:pt x="10" y="45"/>
                      <a:pt x="8" y="44"/>
                      <a:pt x="6" y="42"/>
                    </a:cubicBezTo>
                    <a:cubicBezTo>
                      <a:pt x="4" y="41"/>
                      <a:pt x="1" y="41"/>
                      <a:pt x="0" y="39"/>
                    </a:cubicBezTo>
                    <a:cubicBezTo>
                      <a:pt x="8" y="36"/>
                      <a:pt x="13" y="26"/>
                      <a:pt x="17" y="19"/>
                    </a:cubicBezTo>
                    <a:cubicBezTo>
                      <a:pt x="20" y="12"/>
                      <a:pt x="22" y="7"/>
                      <a:pt x="24" y="0"/>
                    </a:cubicBezTo>
                    <a:cubicBezTo>
                      <a:pt x="26" y="2"/>
                      <a:pt x="25" y="8"/>
                      <a:pt x="26" y="10"/>
                    </a:cubicBezTo>
                    <a:cubicBezTo>
                      <a:pt x="26" y="14"/>
                      <a:pt x="26" y="17"/>
                      <a:pt x="26" y="21"/>
                    </a:cubicBezTo>
                    <a:cubicBezTo>
                      <a:pt x="26" y="28"/>
                      <a:pt x="27" y="34"/>
                      <a:pt x="27" y="41"/>
                    </a:cubicBezTo>
                    <a:cubicBezTo>
                      <a:pt x="26" y="46"/>
                      <a:pt x="27" y="52"/>
                      <a:pt x="26" y="56"/>
                    </a:cubicBezTo>
                    <a:cubicBezTo>
                      <a:pt x="26" y="58"/>
                      <a:pt x="25" y="62"/>
                      <a:pt x="23" y="63"/>
                    </a:cubicBezTo>
                    <a:cubicBezTo>
                      <a:pt x="22" y="64"/>
                      <a:pt x="20" y="63"/>
                      <a:pt x="19" y="62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2372" name="Freeform 173">
                <a:extLst>
                  <a:ext uri="{FF2B5EF4-FFF2-40B4-BE49-F238E27FC236}">
                    <a16:creationId xmlns:a16="http://schemas.microsoft.com/office/drawing/2014/main" id="{2B4AB269-5D4B-4788-A37D-28EF656C52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5" y="990"/>
                <a:ext cx="32" cy="123"/>
              </a:xfrm>
              <a:custGeom>
                <a:avLst/>
                <a:gdLst>
                  <a:gd name="T0" fmla="*/ 13 w 19"/>
                  <a:gd name="T1" fmla="*/ 61 h 74"/>
                  <a:gd name="T2" fmla="*/ 8 w 19"/>
                  <a:gd name="T3" fmla="*/ 61 h 74"/>
                  <a:gd name="T4" fmla="*/ 22 w 19"/>
                  <a:gd name="T5" fmla="*/ 118 h 74"/>
                  <a:gd name="T6" fmla="*/ 34 w 19"/>
                  <a:gd name="T7" fmla="*/ 166 h 74"/>
                  <a:gd name="T8" fmla="*/ 62 w 19"/>
                  <a:gd name="T9" fmla="*/ 229 h 74"/>
                  <a:gd name="T10" fmla="*/ 91 w 19"/>
                  <a:gd name="T11" fmla="*/ 339 h 74"/>
                  <a:gd name="T12" fmla="*/ 37 w 19"/>
                  <a:gd name="T13" fmla="*/ 130 h 74"/>
                  <a:gd name="T14" fmla="*/ 34 w 19"/>
                  <a:gd name="T15" fmla="*/ 50 h 74"/>
                  <a:gd name="T16" fmla="*/ 8 w 19"/>
                  <a:gd name="T17" fmla="*/ 0 h 74"/>
                  <a:gd name="T18" fmla="*/ 13 w 19"/>
                  <a:gd name="T19" fmla="*/ 70 h 7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9" h="74">
                    <a:moveTo>
                      <a:pt x="3" y="13"/>
                    </a:moveTo>
                    <a:cubicBezTo>
                      <a:pt x="2" y="13"/>
                      <a:pt x="2" y="13"/>
                      <a:pt x="2" y="13"/>
                    </a:cubicBezTo>
                    <a:cubicBezTo>
                      <a:pt x="0" y="18"/>
                      <a:pt x="3" y="22"/>
                      <a:pt x="5" y="26"/>
                    </a:cubicBezTo>
                    <a:cubicBezTo>
                      <a:pt x="7" y="30"/>
                      <a:pt x="7" y="32"/>
                      <a:pt x="7" y="36"/>
                    </a:cubicBezTo>
                    <a:cubicBezTo>
                      <a:pt x="8" y="41"/>
                      <a:pt x="11" y="46"/>
                      <a:pt x="13" y="50"/>
                    </a:cubicBezTo>
                    <a:cubicBezTo>
                      <a:pt x="16" y="58"/>
                      <a:pt x="18" y="67"/>
                      <a:pt x="19" y="74"/>
                    </a:cubicBezTo>
                    <a:cubicBezTo>
                      <a:pt x="19" y="58"/>
                      <a:pt x="11" y="44"/>
                      <a:pt x="8" y="28"/>
                    </a:cubicBezTo>
                    <a:cubicBezTo>
                      <a:pt x="7" y="22"/>
                      <a:pt x="7" y="17"/>
                      <a:pt x="7" y="11"/>
                    </a:cubicBezTo>
                    <a:cubicBezTo>
                      <a:pt x="7" y="6"/>
                      <a:pt x="6" y="3"/>
                      <a:pt x="2" y="0"/>
                    </a:cubicBezTo>
                    <a:cubicBezTo>
                      <a:pt x="2" y="5"/>
                      <a:pt x="3" y="10"/>
                      <a:pt x="3" y="1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2373" name="Freeform 174">
                <a:extLst>
                  <a:ext uri="{FF2B5EF4-FFF2-40B4-BE49-F238E27FC236}">
                    <a16:creationId xmlns:a16="http://schemas.microsoft.com/office/drawing/2014/main" id="{DCB38525-CB9A-43F0-8E65-2217D8E6C6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5" y="998"/>
                <a:ext cx="20" cy="55"/>
              </a:xfrm>
              <a:custGeom>
                <a:avLst/>
                <a:gdLst>
                  <a:gd name="T0" fmla="*/ 0 w 12"/>
                  <a:gd name="T1" fmla="*/ 0 h 33"/>
                  <a:gd name="T2" fmla="*/ 13 w 12"/>
                  <a:gd name="T3" fmla="*/ 20 h 33"/>
                  <a:gd name="T4" fmla="*/ 22 w 12"/>
                  <a:gd name="T5" fmla="*/ 42 h 33"/>
                  <a:gd name="T6" fmla="*/ 33 w 12"/>
                  <a:gd name="T7" fmla="*/ 83 h 33"/>
                  <a:gd name="T8" fmla="*/ 33 w 12"/>
                  <a:gd name="T9" fmla="*/ 120 h 33"/>
                  <a:gd name="T10" fmla="*/ 28 w 12"/>
                  <a:gd name="T11" fmla="*/ 153 h 33"/>
                  <a:gd name="T12" fmla="*/ 5 w 12"/>
                  <a:gd name="T13" fmla="*/ 0 h 3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33">
                    <a:moveTo>
                      <a:pt x="0" y="0"/>
                    </a:moveTo>
                    <a:cubicBezTo>
                      <a:pt x="0" y="1"/>
                      <a:pt x="2" y="2"/>
                      <a:pt x="3" y="4"/>
                    </a:cubicBezTo>
                    <a:cubicBezTo>
                      <a:pt x="4" y="5"/>
                      <a:pt x="4" y="7"/>
                      <a:pt x="5" y="9"/>
                    </a:cubicBezTo>
                    <a:cubicBezTo>
                      <a:pt x="6" y="12"/>
                      <a:pt x="7" y="15"/>
                      <a:pt x="7" y="18"/>
                    </a:cubicBezTo>
                    <a:cubicBezTo>
                      <a:pt x="7" y="21"/>
                      <a:pt x="8" y="23"/>
                      <a:pt x="7" y="26"/>
                    </a:cubicBezTo>
                    <a:cubicBezTo>
                      <a:pt x="7" y="28"/>
                      <a:pt x="6" y="30"/>
                      <a:pt x="6" y="33"/>
                    </a:cubicBezTo>
                    <a:cubicBezTo>
                      <a:pt x="12" y="23"/>
                      <a:pt x="7" y="9"/>
                      <a:pt x="1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2374" name="Freeform 175">
                <a:extLst>
                  <a:ext uri="{FF2B5EF4-FFF2-40B4-BE49-F238E27FC236}">
                    <a16:creationId xmlns:a16="http://schemas.microsoft.com/office/drawing/2014/main" id="{203BDD5E-30C5-4A21-A87D-3CC28A9C50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7" y="777"/>
                <a:ext cx="330" cy="233"/>
              </a:xfrm>
              <a:custGeom>
                <a:avLst/>
                <a:gdLst>
                  <a:gd name="T0" fmla="*/ 578 w 198"/>
                  <a:gd name="T1" fmla="*/ 186 h 140"/>
                  <a:gd name="T2" fmla="*/ 362 w 198"/>
                  <a:gd name="T3" fmla="*/ 188 h 140"/>
                  <a:gd name="T4" fmla="*/ 300 w 198"/>
                  <a:gd name="T5" fmla="*/ 175 h 140"/>
                  <a:gd name="T6" fmla="*/ 245 w 198"/>
                  <a:gd name="T7" fmla="*/ 201 h 140"/>
                  <a:gd name="T8" fmla="*/ 153 w 198"/>
                  <a:gd name="T9" fmla="*/ 300 h 140"/>
                  <a:gd name="T10" fmla="*/ 75 w 198"/>
                  <a:gd name="T11" fmla="*/ 484 h 140"/>
                  <a:gd name="T12" fmla="*/ 62 w 198"/>
                  <a:gd name="T13" fmla="*/ 626 h 140"/>
                  <a:gd name="T14" fmla="*/ 13 w 198"/>
                  <a:gd name="T15" fmla="*/ 458 h 140"/>
                  <a:gd name="T16" fmla="*/ 13 w 198"/>
                  <a:gd name="T17" fmla="*/ 305 h 140"/>
                  <a:gd name="T18" fmla="*/ 20 w 198"/>
                  <a:gd name="T19" fmla="*/ 325 h 140"/>
                  <a:gd name="T20" fmla="*/ 63 w 198"/>
                  <a:gd name="T21" fmla="*/ 208 h 140"/>
                  <a:gd name="T22" fmla="*/ 172 w 198"/>
                  <a:gd name="T23" fmla="*/ 88 h 140"/>
                  <a:gd name="T24" fmla="*/ 325 w 198"/>
                  <a:gd name="T25" fmla="*/ 8 h 140"/>
                  <a:gd name="T26" fmla="*/ 480 w 198"/>
                  <a:gd name="T27" fmla="*/ 8 h 140"/>
                  <a:gd name="T28" fmla="*/ 728 w 198"/>
                  <a:gd name="T29" fmla="*/ 70 h 140"/>
                  <a:gd name="T30" fmla="*/ 870 w 198"/>
                  <a:gd name="T31" fmla="*/ 230 h 140"/>
                  <a:gd name="T32" fmla="*/ 897 w 198"/>
                  <a:gd name="T33" fmla="*/ 341 h 140"/>
                  <a:gd name="T34" fmla="*/ 912 w 198"/>
                  <a:gd name="T35" fmla="*/ 318 h 140"/>
                  <a:gd name="T36" fmla="*/ 908 w 198"/>
                  <a:gd name="T37" fmla="*/ 488 h 140"/>
                  <a:gd name="T38" fmla="*/ 875 w 198"/>
                  <a:gd name="T39" fmla="*/ 646 h 140"/>
                  <a:gd name="T40" fmla="*/ 853 w 198"/>
                  <a:gd name="T41" fmla="*/ 471 h 140"/>
                  <a:gd name="T42" fmla="*/ 828 w 198"/>
                  <a:gd name="T43" fmla="*/ 350 h 140"/>
                  <a:gd name="T44" fmla="*/ 625 w 198"/>
                  <a:gd name="T45" fmla="*/ 161 h 140"/>
                  <a:gd name="T46" fmla="*/ 570 w 198"/>
                  <a:gd name="T47" fmla="*/ 186 h 140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198" h="140">
                    <a:moveTo>
                      <a:pt x="125" y="40"/>
                    </a:moveTo>
                    <a:cubicBezTo>
                      <a:pt x="113" y="50"/>
                      <a:pt x="91" y="43"/>
                      <a:pt x="78" y="41"/>
                    </a:cubicBezTo>
                    <a:cubicBezTo>
                      <a:pt x="74" y="40"/>
                      <a:pt x="70" y="37"/>
                      <a:pt x="65" y="38"/>
                    </a:cubicBezTo>
                    <a:cubicBezTo>
                      <a:pt x="61" y="38"/>
                      <a:pt x="56" y="42"/>
                      <a:pt x="53" y="44"/>
                    </a:cubicBezTo>
                    <a:cubicBezTo>
                      <a:pt x="46" y="49"/>
                      <a:pt x="38" y="58"/>
                      <a:pt x="33" y="65"/>
                    </a:cubicBezTo>
                    <a:cubicBezTo>
                      <a:pt x="25" y="77"/>
                      <a:pt x="20" y="92"/>
                      <a:pt x="16" y="105"/>
                    </a:cubicBezTo>
                    <a:cubicBezTo>
                      <a:pt x="12" y="115"/>
                      <a:pt x="10" y="126"/>
                      <a:pt x="13" y="136"/>
                    </a:cubicBezTo>
                    <a:cubicBezTo>
                      <a:pt x="11" y="124"/>
                      <a:pt x="5" y="112"/>
                      <a:pt x="3" y="99"/>
                    </a:cubicBezTo>
                    <a:cubicBezTo>
                      <a:pt x="2" y="89"/>
                      <a:pt x="0" y="75"/>
                      <a:pt x="3" y="66"/>
                    </a:cubicBezTo>
                    <a:cubicBezTo>
                      <a:pt x="4" y="67"/>
                      <a:pt x="4" y="69"/>
                      <a:pt x="4" y="70"/>
                    </a:cubicBezTo>
                    <a:cubicBezTo>
                      <a:pt x="7" y="62"/>
                      <a:pt x="9" y="53"/>
                      <a:pt x="14" y="45"/>
                    </a:cubicBezTo>
                    <a:cubicBezTo>
                      <a:pt x="20" y="34"/>
                      <a:pt x="28" y="27"/>
                      <a:pt x="37" y="19"/>
                    </a:cubicBezTo>
                    <a:cubicBezTo>
                      <a:pt x="47" y="11"/>
                      <a:pt x="57" y="5"/>
                      <a:pt x="70" y="2"/>
                    </a:cubicBezTo>
                    <a:cubicBezTo>
                      <a:pt x="81" y="0"/>
                      <a:pt x="93" y="1"/>
                      <a:pt x="104" y="2"/>
                    </a:cubicBezTo>
                    <a:cubicBezTo>
                      <a:pt x="122" y="2"/>
                      <a:pt x="140" y="7"/>
                      <a:pt x="157" y="15"/>
                    </a:cubicBezTo>
                    <a:cubicBezTo>
                      <a:pt x="170" y="22"/>
                      <a:pt x="182" y="36"/>
                      <a:pt x="188" y="50"/>
                    </a:cubicBezTo>
                    <a:cubicBezTo>
                      <a:pt x="191" y="57"/>
                      <a:pt x="192" y="65"/>
                      <a:pt x="194" y="74"/>
                    </a:cubicBezTo>
                    <a:cubicBezTo>
                      <a:pt x="195" y="72"/>
                      <a:pt x="196" y="70"/>
                      <a:pt x="197" y="69"/>
                    </a:cubicBezTo>
                    <a:cubicBezTo>
                      <a:pt x="198" y="81"/>
                      <a:pt x="198" y="94"/>
                      <a:pt x="196" y="106"/>
                    </a:cubicBezTo>
                    <a:cubicBezTo>
                      <a:pt x="195" y="116"/>
                      <a:pt x="196" y="132"/>
                      <a:pt x="189" y="140"/>
                    </a:cubicBezTo>
                    <a:cubicBezTo>
                      <a:pt x="188" y="127"/>
                      <a:pt x="186" y="114"/>
                      <a:pt x="184" y="102"/>
                    </a:cubicBezTo>
                    <a:cubicBezTo>
                      <a:pt x="182" y="93"/>
                      <a:pt x="181" y="84"/>
                      <a:pt x="179" y="76"/>
                    </a:cubicBezTo>
                    <a:cubicBezTo>
                      <a:pt x="174" y="59"/>
                      <a:pt x="157" y="32"/>
                      <a:pt x="135" y="35"/>
                    </a:cubicBezTo>
                    <a:cubicBezTo>
                      <a:pt x="131" y="35"/>
                      <a:pt x="126" y="36"/>
                      <a:pt x="123" y="40"/>
                    </a:cubicBezTo>
                  </a:path>
                </a:pathLst>
              </a:custGeom>
              <a:solidFill>
                <a:srgbClr val="7B46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2375" name="Freeform 176">
                <a:extLst>
                  <a:ext uri="{FF2B5EF4-FFF2-40B4-BE49-F238E27FC236}">
                    <a16:creationId xmlns:a16="http://schemas.microsoft.com/office/drawing/2014/main" id="{0F9B8201-C217-40DA-B4ED-8FAF0D6289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5" y="748"/>
                <a:ext cx="287" cy="132"/>
              </a:xfrm>
              <a:custGeom>
                <a:avLst/>
                <a:gdLst>
                  <a:gd name="T0" fmla="*/ 28 w 172"/>
                  <a:gd name="T1" fmla="*/ 266 h 79"/>
                  <a:gd name="T2" fmla="*/ 0 w 172"/>
                  <a:gd name="T3" fmla="*/ 92 h 79"/>
                  <a:gd name="T4" fmla="*/ 50 w 172"/>
                  <a:gd name="T5" fmla="*/ 201 h 79"/>
                  <a:gd name="T6" fmla="*/ 75 w 172"/>
                  <a:gd name="T7" fmla="*/ 120 h 79"/>
                  <a:gd name="T8" fmla="*/ 83 w 172"/>
                  <a:gd name="T9" fmla="*/ 174 h 79"/>
                  <a:gd name="T10" fmla="*/ 112 w 172"/>
                  <a:gd name="T11" fmla="*/ 104 h 79"/>
                  <a:gd name="T12" fmla="*/ 133 w 172"/>
                  <a:gd name="T13" fmla="*/ 125 h 79"/>
                  <a:gd name="T14" fmla="*/ 172 w 172"/>
                  <a:gd name="T15" fmla="*/ 28 h 79"/>
                  <a:gd name="T16" fmla="*/ 237 w 172"/>
                  <a:gd name="T17" fmla="*/ 120 h 79"/>
                  <a:gd name="T18" fmla="*/ 299 w 172"/>
                  <a:gd name="T19" fmla="*/ 62 h 79"/>
                  <a:gd name="T20" fmla="*/ 325 w 172"/>
                  <a:gd name="T21" fmla="*/ 37 h 79"/>
                  <a:gd name="T22" fmla="*/ 342 w 172"/>
                  <a:gd name="T23" fmla="*/ 75 h 79"/>
                  <a:gd name="T24" fmla="*/ 409 w 172"/>
                  <a:gd name="T25" fmla="*/ 5 h 79"/>
                  <a:gd name="T26" fmla="*/ 446 w 172"/>
                  <a:gd name="T27" fmla="*/ 75 h 79"/>
                  <a:gd name="T28" fmla="*/ 516 w 172"/>
                  <a:gd name="T29" fmla="*/ 55 h 79"/>
                  <a:gd name="T30" fmla="*/ 534 w 172"/>
                  <a:gd name="T31" fmla="*/ 92 h 79"/>
                  <a:gd name="T32" fmla="*/ 562 w 172"/>
                  <a:gd name="T33" fmla="*/ 63 h 79"/>
                  <a:gd name="T34" fmla="*/ 604 w 172"/>
                  <a:gd name="T35" fmla="*/ 125 h 79"/>
                  <a:gd name="T36" fmla="*/ 666 w 172"/>
                  <a:gd name="T37" fmla="*/ 125 h 79"/>
                  <a:gd name="T38" fmla="*/ 679 w 172"/>
                  <a:gd name="T39" fmla="*/ 167 h 79"/>
                  <a:gd name="T40" fmla="*/ 716 w 172"/>
                  <a:gd name="T41" fmla="*/ 145 h 79"/>
                  <a:gd name="T42" fmla="*/ 744 w 172"/>
                  <a:gd name="T43" fmla="*/ 201 h 79"/>
                  <a:gd name="T44" fmla="*/ 794 w 172"/>
                  <a:gd name="T45" fmla="*/ 162 h 79"/>
                  <a:gd name="T46" fmla="*/ 786 w 172"/>
                  <a:gd name="T47" fmla="*/ 271 h 79"/>
                  <a:gd name="T48" fmla="*/ 771 w 172"/>
                  <a:gd name="T49" fmla="*/ 354 h 79"/>
                  <a:gd name="T50" fmla="*/ 738 w 172"/>
                  <a:gd name="T51" fmla="*/ 317 h 79"/>
                  <a:gd name="T52" fmla="*/ 659 w 172"/>
                  <a:gd name="T53" fmla="*/ 249 h 79"/>
                  <a:gd name="T54" fmla="*/ 529 w 172"/>
                  <a:gd name="T55" fmla="*/ 221 h 79"/>
                  <a:gd name="T56" fmla="*/ 432 w 172"/>
                  <a:gd name="T57" fmla="*/ 216 h 79"/>
                  <a:gd name="T58" fmla="*/ 340 w 172"/>
                  <a:gd name="T59" fmla="*/ 201 h 79"/>
                  <a:gd name="T60" fmla="*/ 189 w 172"/>
                  <a:gd name="T61" fmla="*/ 216 h 79"/>
                  <a:gd name="T62" fmla="*/ 88 w 172"/>
                  <a:gd name="T63" fmla="*/ 251 h 79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172" h="79">
                    <a:moveTo>
                      <a:pt x="6" y="57"/>
                    </a:moveTo>
                    <a:cubicBezTo>
                      <a:pt x="9" y="48"/>
                      <a:pt x="6" y="27"/>
                      <a:pt x="0" y="20"/>
                    </a:cubicBezTo>
                    <a:cubicBezTo>
                      <a:pt x="3" y="28"/>
                      <a:pt x="8" y="35"/>
                      <a:pt x="11" y="43"/>
                    </a:cubicBezTo>
                    <a:cubicBezTo>
                      <a:pt x="13" y="37"/>
                      <a:pt x="14" y="32"/>
                      <a:pt x="16" y="26"/>
                    </a:cubicBezTo>
                    <a:cubicBezTo>
                      <a:pt x="17" y="29"/>
                      <a:pt x="18" y="33"/>
                      <a:pt x="18" y="37"/>
                    </a:cubicBezTo>
                    <a:cubicBezTo>
                      <a:pt x="20" y="32"/>
                      <a:pt x="23" y="27"/>
                      <a:pt x="24" y="22"/>
                    </a:cubicBezTo>
                    <a:cubicBezTo>
                      <a:pt x="23" y="27"/>
                      <a:pt x="25" y="31"/>
                      <a:pt x="29" y="27"/>
                    </a:cubicBezTo>
                    <a:cubicBezTo>
                      <a:pt x="34" y="22"/>
                      <a:pt x="33" y="11"/>
                      <a:pt x="37" y="6"/>
                    </a:cubicBezTo>
                    <a:cubicBezTo>
                      <a:pt x="41" y="12"/>
                      <a:pt x="44" y="23"/>
                      <a:pt x="51" y="26"/>
                    </a:cubicBezTo>
                    <a:cubicBezTo>
                      <a:pt x="54" y="19"/>
                      <a:pt x="57" y="1"/>
                      <a:pt x="64" y="13"/>
                    </a:cubicBezTo>
                    <a:cubicBezTo>
                      <a:pt x="66" y="11"/>
                      <a:pt x="68" y="9"/>
                      <a:pt x="70" y="8"/>
                    </a:cubicBezTo>
                    <a:cubicBezTo>
                      <a:pt x="72" y="11"/>
                      <a:pt x="72" y="14"/>
                      <a:pt x="74" y="16"/>
                    </a:cubicBezTo>
                    <a:cubicBezTo>
                      <a:pt x="78" y="12"/>
                      <a:pt x="83" y="1"/>
                      <a:pt x="88" y="1"/>
                    </a:cubicBezTo>
                    <a:cubicBezTo>
                      <a:pt x="94" y="0"/>
                      <a:pt x="90" y="14"/>
                      <a:pt x="96" y="16"/>
                    </a:cubicBezTo>
                    <a:cubicBezTo>
                      <a:pt x="102" y="17"/>
                      <a:pt x="105" y="7"/>
                      <a:pt x="111" y="12"/>
                    </a:cubicBezTo>
                    <a:cubicBezTo>
                      <a:pt x="113" y="13"/>
                      <a:pt x="112" y="19"/>
                      <a:pt x="115" y="20"/>
                    </a:cubicBezTo>
                    <a:cubicBezTo>
                      <a:pt x="118" y="20"/>
                      <a:pt x="120" y="16"/>
                      <a:pt x="121" y="14"/>
                    </a:cubicBezTo>
                    <a:cubicBezTo>
                      <a:pt x="131" y="8"/>
                      <a:pt x="128" y="22"/>
                      <a:pt x="130" y="27"/>
                    </a:cubicBezTo>
                    <a:cubicBezTo>
                      <a:pt x="134" y="38"/>
                      <a:pt x="136" y="22"/>
                      <a:pt x="143" y="27"/>
                    </a:cubicBezTo>
                    <a:cubicBezTo>
                      <a:pt x="146" y="28"/>
                      <a:pt x="143" y="34"/>
                      <a:pt x="146" y="36"/>
                    </a:cubicBezTo>
                    <a:cubicBezTo>
                      <a:pt x="148" y="38"/>
                      <a:pt x="152" y="32"/>
                      <a:pt x="154" y="31"/>
                    </a:cubicBezTo>
                    <a:cubicBezTo>
                      <a:pt x="164" y="25"/>
                      <a:pt x="158" y="37"/>
                      <a:pt x="160" y="43"/>
                    </a:cubicBezTo>
                    <a:cubicBezTo>
                      <a:pt x="163" y="38"/>
                      <a:pt x="165" y="35"/>
                      <a:pt x="171" y="35"/>
                    </a:cubicBezTo>
                    <a:cubicBezTo>
                      <a:pt x="172" y="42"/>
                      <a:pt x="170" y="50"/>
                      <a:pt x="169" y="58"/>
                    </a:cubicBezTo>
                    <a:cubicBezTo>
                      <a:pt x="169" y="60"/>
                      <a:pt x="168" y="74"/>
                      <a:pt x="166" y="76"/>
                    </a:cubicBezTo>
                    <a:cubicBezTo>
                      <a:pt x="162" y="79"/>
                      <a:pt x="161" y="71"/>
                      <a:pt x="159" y="68"/>
                    </a:cubicBezTo>
                    <a:cubicBezTo>
                      <a:pt x="155" y="61"/>
                      <a:pt x="149" y="56"/>
                      <a:pt x="142" y="53"/>
                    </a:cubicBezTo>
                    <a:cubicBezTo>
                      <a:pt x="133" y="49"/>
                      <a:pt x="124" y="48"/>
                      <a:pt x="114" y="47"/>
                    </a:cubicBezTo>
                    <a:cubicBezTo>
                      <a:pt x="107" y="46"/>
                      <a:pt x="100" y="47"/>
                      <a:pt x="93" y="46"/>
                    </a:cubicBezTo>
                    <a:cubicBezTo>
                      <a:pt x="87" y="45"/>
                      <a:pt x="80" y="44"/>
                      <a:pt x="73" y="43"/>
                    </a:cubicBezTo>
                    <a:cubicBezTo>
                      <a:pt x="62" y="42"/>
                      <a:pt x="52" y="44"/>
                      <a:pt x="41" y="46"/>
                    </a:cubicBezTo>
                    <a:cubicBezTo>
                      <a:pt x="34" y="48"/>
                      <a:pt x="25" y="54"/>
                      <a:pt x="19" y="54"/>
                    </a:cubicBezTo>
                  </a:path>
                </a:pathLst>
              </a:custGeom>
              <a:solidFill>
                <a:srgbClr val="7B46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2376" name="Freeform 177">
                <a:extLst>
                  <a:ext uri="{FF2B5EF4-FFF2-40B4-BE49-F238E27FC236}">
                    <a16:creationId xmlns:a16="http://schemas.microsoft.com/office/drawing/2014/main" id="{8434ADFF-A8F2-4BC9-911F-BC4D098168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8" y="730"/>
                <a:ext cx="142" cy="105"/>
              </a:xfrm>
              <a:custGeom>
                <a:avLst/>
                <a:gdLst>
                  <a:gd name="T0" fmla="*/ 50 w 85"/>
                  <a:gd name="T1" fmla="*/ 292 h 63"/>
                  <a:gd name="T2" fmla="*/ 0 w 85"/>
                  <a:gd name="T3" fmla="*/ 75 h 63"/>
                  <a:gd name="T4" fmla="*/ 50 w 85"/>
                  <a:gd name="T5" fmla="*/ 180 h 63"/>
                  <a:gd name="T6" fmla="*/ 33 w 85"/>
                  <a:gd name="T7" fmla="*/ 103 h 63"/>
                  <a:gd name="T8" fmla="*/ 70 w 85"/>
                  <a:gd name="T9" fmla="*/ 228 h 63"/>
                  <a:gd name="T10" fmla="*/ 70 w 85"/>
                  <a:gd name="T11" fmla="*/ 130 h 63"/>
                  <a:gd name="T12" fmla="*/ 89 w 85"/>
                  <a:gd name="T13" fmla="*/ 195 h 63"/>
                  <a:gd name="T14" fmla="*/ 89 w 85"/>
                  <a:gd name="T15" fmla="*/ 75 h 63"/>
                  <a:gd name="T16" fmla="*/ 120 w 85"/>
                  <a:gd name="T17" fmla="*/ 188 h 63"/>
                  <a:gd name="T18" fmla="*/ 125 w 85"/>
                  <a:gd name="T19" fmla="*/ 120 h 63"/>
                  <a:gd name="T20" fmla="*/ 140 w 85"/>
                  <a:gd name="T21" fmla="*/ 162 h 63"/>
                  <a:gd name="T22" fmla="*/ 149 w 85"/>
                  <a:gd name="T23" fmla="*/ 50 h 63"/>
                  <a:gd name="T24" fmla="*/ 167 w 85"/>
                  <a:gd name="T25" fmla="*/ 117 h 63"/>
                  <a:gd name="T26" fmla="*/ 200 w 85"/>
                  <a:gd name="T27" fmla="*/ 0 h 63"/>
                  <a:gd name="T28" fmla="*/ 237 w 85"/>
                  <a:gd name="T29" fmla="*/ 145 h 63"/>
                  <a:gd name="T30" fmla="*/ 249 w 85"/>
                  <a:gd name="T31" fmla="*/ 83 h 63"/>
                  <a:gd name="T32" fmla="*/ 271 w 85"/>
                  <a:gd name="T33" fmla="*/ 138 h 63"/>
                  <a:gd name="T34" fmla="*/ 304 w 85"/>
                  <a:gd name="T35" fmla="*/ 70 h 63"/>
                  <a:gd name="T36" fmla="*/ 312 w 85"/>
                  <a:gd name="T37" fmla="*/ 103 h 63"/>
                  <a:gd name="T38" fmla="*/ 341 w 85"/>
                  <a:gd name="T39" fmla="*/ 63 h 63"/>
                  <a:gd name="T40" fmla="*/ 378 w 85"/>
                  <a:gd name="T41" fmla="*/ 63 h 63"/>
                  <a:gd name="T42" fmla="*/ 396 w 85"/>
                  <a:gd name="T43" fmla="*/ 162 h 6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85" h="63">
                    <a:moveTo>
                      <a:pt x="11" y="63"/>
                    </a:moveTo>
                    <a:cubicBezTo>
                      <a:pt x="15" y="48"/>
                      <a:pt x="7" y="29"/>
                      <a:pt x="0" y="16"/>
                    </a:cubicBezTo>
                    <a:cubicBezTo>
                      <a:pt x="4" y="22"/>
                      <a:pt x="12" y="32"/>
                      <a:pt x="11" y="39"/>
                    </a:cubicBezTo>
                    <a:cubicBezTo>
                      <a:pt x="10" y="33"/>
                      <a:pt x="8" y="28"/>
                      <a:pt x="7" y="22"/>
                    </a:cubicBezTo>
                    <a:cubicBezTo>
                      <a:pt x="13" y="30"/>
                      <a:pt x="11" y="41"/>
                      <a:pt x="15" y="49"/>
                    </a:cubicBezTo>
                    <a:cubicBezTo>
                      <a:pt x="16" y="42"/>
                      <a:pt x="15" y="35"/>
                      <a:pt x="15" y="28"/>
                    </a:cubicBezTo>
                    <a:cubicBezTo>
                      <a:pt x="16" y="33"/>
                      <a:pt x="16" y="38"/>
                      <a:pt x="19" y="42"/>
                    </a:cubicBezTo>
                    <a:cubicBezTo>
                      <a:pt x="20" y="34"/>
                      <a:pt x="19" y="25"/>
                      <a:pt x="19" y="16"/>
                    </a:cubicBezTo>
                    <a:cubicBezTo>
                      <a:pt x="22" y="24"/>
                      <a:pt x="25" y="32"/>
                      <a:pt x="26" y="41"/>
                    </a:cubicBezTo>
                    <a:cubicBezTo>
                      <a:pt x="26" y="37"/>
                      <a:pt x="25" y="28"/>
                      <a:pt x="27" y="26"/>
                    </a:cubicBezTo>
                    <a:cubicBezTo>
                      <a:pt x="29" y="29"/>
                      <a:pt x="29" y="32"/>
                      <a:pt x="30" y="35"/>
                    </a:cubicBezTo>
                    <a:cubicBezTo>
                      <a:pt x="32" y="27"/>
                      <a:pt x="31" y="19"/>
                      <a:pt x="32" y="11"/>
                    </a:cubicBezTo>
                    <a:cubicBezTo>
                      <a:pt x="34" y="15"/>
                      <a:pt x="34" y="21"/>
                      <a:pt x="36" y="25"/>
                    </a:cubicBezTo>
                    <a:cubicBezTo>
                      <a:pt x="43" y="22"/>
                      <a:pt x="42" y="6"/>
                      <a:pt x="43" y="0"/>
                    </a:cubicBezTo>
                    <a:cubicBezTo>
                      <a:pt x="43" y="10"/>
                      <a:pt x="48" y="22"/>
                      <a:pt x="51" y="31"/>
                    </a:cubicBezTo>
                    <a:cubicBezTo>
                      <a:pt x="53" y="27"/>
                      <a:pt x="50" y="22"/>
                      <a:pt x="53" y="18"/>
                    </a:cubicBezTo>
                    <a:cubicBezTo>
                      <a:pt x="56" y="21"/>
                      <a:pt x="56" y="27"/>
                      <a:pt x="58" y="30"/>
                    </a:cubicBezTo>
                    <a:cubicBezTo>
                      <a:pt x="60" y="27"/>
                      <a:pt x="59" y="15"/>
                      <a:pt x="65" y="15"/>
                    </a:cubicBezTo>
                    <a:cubicBezTo>
                      <a:pt x="65" y="18"/>
                      <a:pt x="65" y="21"/>
                      <a:pt x="67" y="22"/>
                    </a:cubicBezTo>
                    <a:cubicBezTo>
                      <a:pt x="70" y="20"/>
                      <a:pt x="70" y="16"/>
                      <a:pt x="73" y="14"/>
                    </a:cubicBezTo>
                    <a:cubicBezTo>
                      <a:pt x="77" y="23"/>
                      <a:pt x="76" y="21"/>
                      <a:pt x="81" y="14"/>
                    </a:cubicBezTo>
                    <a:cubicBezTo>
                      <a:pt x="85" y="18"/>
                      <a:pt x="84" y="29"/>
                      <a:pt x="85" y="35"/>
                    </a:cubicBezTo>
                  </a:path>
                </a:pathLst>
              </a:custGeom>
              <a:solidFill>
                <a:srgbClr val="7B46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2377" name="Freeform 178">
                <a:extLst>
                  <a:ext uri="{FF2B5EF4-FFF2-40B4-BE49-F238E27FC236}">
                    <a16:creationId xmlns:a16="http://schemas.microsoft.com/office/drawing/2014/main" id="{7CA7F249-7201-415F-B4C1-EADCCE2F5E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0" y="795"/>
                <a:ext cx="18" cy="60"/>
              </a:xfrm>
              <a:custGeom>
                <a:avLst/>
                <a:gdLst>
                  <a:gd name="T0" fmla="*/ 43 w 11"/>
                  <a:gd name="T1" fmla="*/ 112 h 36"/>
                  <a:gd name="T2" fmla="*/ 13 w 11"/>
                  <a:gd name="T3" fmla="*/ 0 h 36"/>
                  <a:gd name="T4" fmla="*/ 29 w 11"/>
                  <a:gd name="T5" fmla="*/ 42 h 36"/>
                  <a:gd name="T6" fmla="*/ 34 w 11"/>
                  <a:gd name="T7" fmla="*/ 103 h 36"/>
                  <a:gd name="T8" fmla="*/ 5 w 11"/>
                  <a:gd name="T9" fmla="*/ 37 h 36"/>
                  <a:gd name="T10" fmla="*/ 41 w 11"/>
                  <a:gd name="T11" fmla="*/ 125 h 36"/>
                  <a:gd name="T12" fmla="*/ 8 w 11"/>
                  <a:gd name="T13" fmla="*/ 70 h 36"/>
                  <a:gd name="T14" fmla="*/ 34 w 11"/>
                  <a:gd name="T15" fmla="*/ 125 h 36"/>
                  <a:gd name="T16" fmla="*/ 8 w 11"/>
                  <a:gd name="T17" fmla="*/ 97 h 36"/>
                  <a:gd name="T18" fmla="*/ 26 w 11"/>
                  <a:gd name="T19" fmla="*/ 130 h 36"/>
                  <a:gd name="T20" fmla="*/ 5 w 11"/>
                  <a:gd name="T21" fmla="*/ 120 h 36"/>
                  <a:gd name="T22" fmla="*/ 18 w 11"/>
                  <a:gd name="T23" fmla="*/ 133 h 36"/>
                  <a:gd name="T24" fmla="*/ 5 w 11"/>
                  <a:gd name="T25" fmla="*/ 138 h 36"/>
                  <a:gd name="T26" fmla="*/ 13 w 11"/>
                  <a:gd name="T27" fmla="*/ 153 h 36"/>
                  <a:gd name="T28" fmla="*/ 0 w 11"/>
                  <a:gd name="T29" fmla="*/ 167 h 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1" h="36">
                    <a:moveTo>
                      <a:pt x="10" y="24"/>
                    </a:moveTo>
                    <a:cubicBezTo>
                      <a:pt x="11" y="16"/>
                      <a:pt x="8" y="6"/>
                      <a:pt x="3" y="0"/>
                    </a:cubicBezTo>
                    <a:cubicBezTo>
                      <a:pt x="4" y="3"/>
                      <a:pt x="6" y="6"/>
                      <a:pt x="7" y="9"/>
                    </a:cubicBezTo>
                    <a:cubicBezTo>
                      <a:pt x="8" y="13"/>
                      <a:pt x="7" y="19"/>
                      <a:pt x="8" y="22"/>
                    </a:cubicBezTo>
                    <a:cubicBezTo>
                      <a:pt x="9" y="17"/>
                      <a:pt x="5" y="11"/>
                      <a:pt x="1" y="8"/>
                    </a:cubicBezTo>
                    <a:cubicBezTo>
                      <a:pt x="4" y="14"/>
                      <a:pt x="10" y="20"/>
                      <a:pt x="9" y="27"/>
                    </a:cubicBezTo>
                    <a:cubicBezTo>
                      <a:pt x="6" y="23"/>
                      <a:pt x="6" y="18"/>
                      <a:pt x="2" y="15"/>
                    </a:cubicBezTo>
                    <a:cubicBezTo>
                      <a:pt x="4" y="19"/>
                      <a:pt x="7" y="23"/>
                      <a:pt x="8" y="27"/>
                    </a:cubicBezTo>
                    <a:cubicBezTo>
                      <a:pt x="6" y="25"/>
                      <a:pt x="3" y="23"/>
                      <a:pt x="2" y="21"/>
                    </a:cubicBezTo>
                    <a:cubicBezTo>
                      <a:pt x="4" y="23"/>
                      <a:pt x="5" y="25"/>
                      <a:pt x="6" y="28"/>
                    </a:cubicBezTo>
                    <a:cubicBezTo>
                      <a:pt x="5" y="27"/>
                      <a:pt x="3" y="26"/>
                      <a:pt x="1" y="26"/>
                    </a:cubicBezTo>
                    <a:cubicBezTo>
                      <a:pt x="2" y="27"/>
                      <a:pt x="3" y="28"/>
                      <a:pt x="4" y="29"/>
                    </a:cubicBezTo>
                    <a:cubicBezTo>
                      <a:pt x="3" y="29"/>
                      <a:pt x="2" y="30"/>
                      <a:pt x="1" y="30"/>
                    </a:cubicBezTo>
                    <a:cubicBezTo>
                      <a:pt x="1" y="31"/>
                      <a:pt x="2" y="33"/>
                      <a:pt x="3" y="33"/>
                    </a:cubicBezTo>
                    <a:cubicBezTo>
                      <a:pt x="2" y="33"/>
                      <a:pt x="1" y="34"/>
                      <a:pt x="0" y="36"/>
                    </a:cubicBezTo>
                  </a:path>
                </a:pathLst>
              </a:custGeom>
              <a:solidFill>
                <a:srgbClr val="7B46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2378" name="Freeform 179">
                <a:extLst>
                  <a:ext uri="{FF2B5EF4-FFF2-40B4-BE49-F238E27FC236}">
                    <a16:creationId xmlns:a16="http://schemas.microsoft.com/office/drawing/2014/main" id="{6535A170-9E50-48AF-AC91-A940EB7FA6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2" y="818"/>
                <a:ext cx="20" cy="80"/>
              </a:xfrm>
              <a:custGeom>
                <a:avLst/>
                <a:gdLst>
                  <a:gd name="T0" fmla="*/ 0 w 12"/>
                  <a:gd name="T1" fmla="*/ 103 h 48"/>
                  <a:gd name="T2" fmla="*/ 55 w 12"/>
                  <a:gd name="T3" fmla="*/ 0 h 48"/>
                  <a:gd name="T4" fmla="*/ 13 w 12"/>
                  <a:gd name="T5" fmla="*/ 138 h 48"/>
                  <a:gd name="T6" fmla="*/ 47 w 12"/>
                  <a:gd name="T7" fmla="*/ 62 h 48"/>
                  <a:gd name="T8" fmla="*/ 20 w 12"/>
                  <a:gd name="T9" fmla="*/ 162 h 48"/>
                  <a:gd name="T10" fmla="*/ 37 w 12"/>
                  <a:gd name="T11" fmla="*/ 117 h 48"/>
                  <a:gd name="T12" fmla="*/ 28 w 12"/>
                  <a:gd name="T13" fmla="*/ 158 h 48"/>
                  <a:gd name="T14" fmla="*/ 47 w 12"/>
                  <a:gd name="T15" fmla="*/ 133 h 48"/>
                  <a:gd name="T16" fmla="*/ 47 w 12"/>
                  <a:gd name="T17" fmla="*/ 222 h 4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2" h="48">
                    <a:moveTo>
                      <a:pt x="0" y="22"/>
                    </a:moveTo>
                    <a:cubicBezTo>
                      <a:pt x="2" y="14"/>
                      <a:pt x="5" y="5"/>
                      <a:pt x="12" y="0"/>
                    </a:cubicBezTo>
                    <a:cubicBezTo>
                      <a:pt x="5" y="7"/>
                      <a:pt x="3" y="21"/>
                      <a:pt x="3" y="30"/>
                    </a:cubicBezTo>
                    <a:cubicBezTo>
                      <a:pt x="3" y="24"/>
                      <a:pt x="6" y="16"/>
                      <a:pt x="10" y="13"/>
                    </a:cubicBezTo>
                    <a:cubicBezTo>
                      <a:pt x="9" y="20"/>
                      <a:pt x="4" y="27"/>
                      <a:pt x="4" y="35"/>
                    </a:cubicBezTo>
                    <a:cubicBezTo>
                      <a:pt x="5" y="31"/>
                      <a:pt x="6" y="28"/>
                      <a:pt x="8" y="25"/>
                    </a:cubicBezTo>
                    <a:cubicBezTo>
                      <a:pt x="8" y="28"/>
                      <a:pt x="7" y="31"/>
                      <a:pt x="6" y="34"/>
                    </a:cubicBezTo>
                    <a:cubicBezTo>
                      <a:pt x="8" y="32"/>
                      <a:pt x="8" y="30"/>
                      <a:pt x="10" y="29"/>
                    </a:cubicBezTo>
                    <a:cubicBezTo>
                      <a:pt x="10" y="35"/>
                      <a:pt x="8" y="41"/>
                      <a:pt x="10" y="48"/>
                    </a:cubicBezTo>
                  </a:path>
                </a:pathLst>
              </a:custGeom>
              <a:solidFill>
                <a:srgbClr val="7B46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2379" name="Freeform 180">
                <a:extLst>
                  <a:ext uri="{FF2B5EF4-FFF2-40B4-BE49-F238E27FC236}">
                    <a16:creationId xmlns:a16="http://schemas.microsoft.com/office/drawing/2014/main" id="{D24BCFB2-CBCB-44EF-9469-96A343078C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8" y="798"/>
                <a:ext cx="27" cy="72"/>
              </a:xfrm>
              <a:custGeom>
                <a:avLst/>
                <a:gdLst>
                  <a:gd name="T0" fmla="*/ 20 w 16"/>
                  <a:gd name="T1" fmla="*/ 203 h 43"/>
                  <a:gd name="T2" fmla="*/ 0 w 16"/>
                  <a:gd name="T3" fmla="*/ 65 h 43"/>
                  <a:gd name="T4" fmla="*/ 34 w 16"/>
                  <a:gd name="T5" fmla="*/ 151 h 43"/>
                  <a:gd name="T6" fmla="*/ 24 w 16"/>
                  <a:gd name="T7" fmla="*/ 42 h 43"/>
                  <a:gd name="T8" fmla="*/ 54 w 16"/>
                  <a:gd name="T9" fmla="*/ 132 h 43"/>
                  <a:gd name="T10" fmla="*/ 29 w 16"/>
                  <a:gd name="T11" fmla="*/ 13 h 43"/>
                  <a:gd name="T12" fmla="*/ 62 w 16"/>
                  <a:gd name="T13" fmla="*/ 79 h 43"/>
                  <a:gd name="T14" fmla="*/ 42 w 16"/>
                  <a:gd name="T15" fmla="*/ 0 h 43"/>
                  <a:gd name="T16" fmla="*/ 78 w 16"/>
                  <a:gd name="T17" fmla="*/ 79 h 4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6" h="43">
                    <a:moveTo>
                      <a:pt x="4" y="43"/>
                    </a:moveTo>
                    <a:cubicBezTo>
                      <a:pt x="5" y="32"/>
                      <a:pt x="4" y="24"/>
                      <a:pt x="0" y="14"/>
                    </a:cubicBezTo>
                    <a:cubicBezTo>
                      <a:pt x="4" y="20"/>
                      <a:pt x="8" y="24"/>
                      <a:pt x="7" y="32"/>
                    </a:cubicBezTo>
                    <a:cubicBezTo>
                      <a:pt x="8" y="24"/>
                      <a:pt x="7" y="17"/>
                      <a:pt x="5" y="9"/>
                    </a:cubicBezTo>
                    <a:cubicBezTo>
                      <a:pt x="6" y="15"/>
                      <a:pt x="9" y="23"/>
                      <a:pt x="11" y="28"/>
                    </a:cubicBezTo>
                    <a:cubicBezTo>
                      <a:pt x="12" y="21"/>
                      <a:pt x="10" y="9"/>
                      <a:pt x="6" y="3"/>
                    </a:cubicBezTo>
                    <a:cubicBezTo>
                      <a:pt x="8" y="8"/>
                      <a:pt x="11" y="12"/>
                      <a:pt x="13" y="17"/>
                    </a:cubicBezTo>
                    <a:cubicBezTo>
                      <a:pt x="12" y="11"/>
                      <a:pt x="9" y="6"/>
                      <a:pt x="9" y="0"/>
                    </a:cubicBezTo>
                    <a:cubicBezTo>
                      <a:pt x="12" y="5"/>
                      <a:pt x="15" y="11"/>
                      <a:pt x="16" y="17"/>
                    </a:cubicBezTo>
                  </a:path>
                </a:pathLst>
              </a:custGeom>
              <a:solidFill>
                <a:srgbClr val="7B46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2380" name="Freeform 181">
                <a:extLst>
                  <a:ext uri="{FF2B5EF4-FFF2-40B4-BE49-F238E27FC236}">
                    <a16:creationId xmlns:a16="http://schemas.microsoft.com/office/drawing/2014/main" id="{E315DBFE-1B50-45B1-B97E-ADB96BAD58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0" y="802"/>
                <a:ext cx="18" cy="46"/>
              </a:xfrm>
              <a:custGeom>
                <a:avLst/>
                <a:gdLst>
                  <a:gd name="T0" fmla="*/ 13 w 11"/>
                  <a:gd name="T1" fmla="*/ 125 h 28"/>
                  <a:gd name="T2" fmla="*/ 0 w 11"/>
                  <a:gd name="T3" fmla="*/ 35 h 28"/>
                  <a:gd name="T4" fmla="*/ 29 w 11"/>
                  <a:gd name="T5" fmla="*/ 105 h 28"/>
                  <a:gd name="T6" fmla="*/ 18 w 11"/>
                  <a:gd name="T7" fmla="*/ 20 h 28"/>
                  <a:gd name="T8" fmla="*/ 41 w 11"/>
                  <a:gd name="T9" fmla="*/ 58 h 28"/>
                  <a:gd name="T10" fmla="*/ 29 w 11"/>
                  <a:gd name="T11" fmla="*/ 0 h 28"/>
                  <a:gd name="T12" fmla="*/ 47 w 11"/>
                  <a:gd name="T13" fmla="*/ 43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28">
                    <a:moveTo>
                      <a:pt x="3" y="28"/>
                    </a:moveTo>
                    <a:cubicBezTo>
                      <a:pt x="5" y="22"/>
                      <a:pt x="3" y="13"/>
                      <a:pt x="0" y="8"/>
                    </a:cubicBezTo>
                    <a:cubicBezTo>
                      <a:pt x="3" y="13"/>
                      <a:pt x="7" y="17"/>
                      <a:pt x="7" y="24"/>
                    </a:cubicBezTo>
                    <a:cubicBezTo>
                      <a:pt x="6" y="17"/>
                      <a:pt x="5" y="11"/>
                      <a:pt x="4" y="4"/>
                    </a:cubicBezTo>
                    <a:cubicBezTo>
                      <a:pt x="5" y="7"/>
                      <a:pt x="6" y="11"/>
                      <a:pt x="9" y="13"/>
                    </a:cubicBezTo>
                    <a:cubicBezTo>
                      <a:pt x="9" y="9"/>
                      <a:pt x="8" y="5"/>
                      <a:pt x="7" y="0"/>
                    </a:cubicBezTo>
                    <a:cubicBezTo>
                      <a:pt x="9" y="3"/>
                      <a:pt x="10" y="6"/>
                      <a:pt x="11" y="10"/>
                    </a:cubicBezTo>
                  </a:path>
                </a:pathLst>
              </a:custGeom>
              <a:solidFill>
                <a:srgbClr val="7B46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2381" name="Freeform 182">
                <a:extLst>
                  <a:ext uri="{FF2B5EF4-FFF2-40B4-BE49-F238E27FC236}">
                    <a16:creationId xmlns:a16="http://schemas.microsoft.com/office/drawing/2014/main" id="{7DC202FB-DB3F-4D69-A1DC-75A08E9293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3" y="750"/>
                <a:ext cx="46" cy="67"/>
              </a:xfrm>
              <a:custGeom>
                <a:avLst/>
                <a:gdLst>
                  <a:gd name="T0" fmla="*/ 26 w 27"/>
                  <a:gd name="T1" fmla="*/ 188 h 40"/>
                  <a:gd name="T2" fmla="*/ 0 w 27"/>
                  <a:gd name="T3" fmla="*/ 57 h 40"/>
                  <a:gd name="T4" fmla="*/ 44 w 27"/>
                  <a:gd name="T5" fmla="*/ 174 h 40"/>
                  <a:gd name="T6" fmla="*/ 34 w 27"/>
                  <a:gd name="T7" fmla="*/ 65 h 40"/>
                  <a:gd name="T8" fmla="*/ 49 w 27"/>
                  <a:gd name="T9" fmla="*/ 137 h 40"/>
                  <a:gd name="T10" fmla="*/ 41 w 27"/>
                  <a:gd name="T11" fmla="*/ 37 h 40"/>
                  <a:gd name="T12" fmla="*/ 63 w 27"/>
                  <a:gd name="T13" fmla="*/ 117 h 40"/>
                  <a:gd name="T14" fmla="*/ 49 w 27"/>
                  <a:gd name="T15" fmla="*/ 22 h 40"/>
                  <a:gd name="T16" fmla="*/ 78 w 27"/>
                  <a:gd name="T17" fmla="*/ 109 h 40"/>
                  <a:gd name="T18" fmla="*/ 70 w 27"/>
                  <a:gd name="T19" fmla="*/ 22 h 40"/>
                  <a:gd name="T20" fmla="*/ 94 w 27"/>
                  <a:gd name="T21" fmla="*/ 124 h 40"/>
                  <a:gd name="T22" fmla="*/ 90 w 27"/>
                  <a:gd name="T23" fmla="*/ 8 h 40"/>
                  <a:gd name="T24" fmla="*/ 112 w 27"/>
                  <a:gd name="T25" fmla="*/ 117 h 40"/>
                  <a:gd name="T26" fmla="*/ 99 w 27"/>
                  <a:gd name="T27" fmla="*/ 0 h 40"/>
                  <a:gd name="T28" fmla="*/ 124 w 27"/>
                  <a:gd name="T29" fmla="*/ 146 h 40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27" h="40">
                    <a:moveTo>
                      <a:pt x="5" y="40"/>
                    </a:moveTo>
                    <a:cubicBezTo>
                      <a:pt x="5" y="31"/>
                      <a:pt x="2" y="21"/>
                      <a:pt x="0" y="12"/>
                    </a:cubicBezTo>
                    <a:cubicBezTo>
                      <a:pt x="2" y="20"/>
                      <a:pt x="7" y="28"/>
                      <a:pt x="9" y="37"/>
                    </a:cubicBezTo>
                    <a:cubicBezTo>
                      <a:pt x="6" y="33"/>
                      <a:pt x="5" y="20"/>
                      <a:pt x="7" y="14"/>
                    </a:cubicBezTo>
                    <a:cubicBezTo>
                      <a:pt x="7" y="18"/>
                      <a:pt x="7" y="27"/>
                      <a:pt x="10" y="29"/>
                    </a:cubicBezTo>
                    <a:cubicBezTo>
                      <a:pt x="12" y="24"/>
                      <a:pt x="9" y="14"/>
                      <a:pt x="8" y="8"/>
                    </a:cubicBezTo>
                    <a:cubicBezTo>
                      <a:pt x="11" y="13"/>
                      <a:pt x="12" y="20"/>
                      <a:pt x="13" y="25"/>
                    </a:cubicBezTo>
                    <a:cubicBezTo>
                      <a:pt x="13" y="18"/>
                      <a:pt x="11" y="11"/>
                      <a:pt x="10" y="5"/>
                    </a:cubicBezTo>
                    <a:cubicBezTo>
                      <a:pt x="12" y="11"/>
                      <a:pt x="15" y="17"/>
                      <a:pt x="16" y="23"/>
                    </a:cubicBezTo>
                    <a:cubicBezTo>
                      <a:pt x="16" y="17"/>
                      <a:pt x="14" y="11"/>
                      <a:pt x="14" y="5"/>
                    </a:cubicBezTo>
                    <a:cubicBezTo>
                      <a:pt x="17" y="12"/>
                      <a:pt x="16" y="19"/>
                      <a:pt x="19" y="26"/>
                    </a:cubicBezTo>
                    <a:cubicBezTo>
                      <a:pt x="22" y="19"/>
                      <a:pt x="18" y="9"/>
                      <a:pt x="18" y="2"/>
                    </a:cubicBezTo>
                    <a:cubicBezTo>
                      <a:pt x="19" y="9"/>
                      <a:pt x="19" y="19"/>
                      <a:pt x="23" y="25"/>
                    </a:cubicBezTo>
                    <a:cubicBezTo>
                      <a:pt x="25" y="19"/>
                      <a:pt x="21" y="6"/>
                      <a:pt x="20" y="0"/>
                    </a:cubicBezTo>
                    <a:cubicBezTo>
                      <a:pt x="27" y="8"/>
                      <a:pt x="26" y="21"/>
                      <a:pt x="25" y="31"/>
                    </a:cubicBezTo>
                  </a:path>
                </a:pathLst>
              </a:custGeom>
              <a:solidFill>
                <a:srgbClr val="7B46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2382" name="Freeform 183">
                <a:extLst>
                  <a:ext uri="{FF2B5EF4-FFF2-40B4-BE49-F238E27FC236}">
                    <a16:creationId xmlns:a16="http://schemas.microsoft.com/office/drawing/2014/main" id="{D5F96BF5-CBB5-4DF3-89F4-285EE59497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9" y="723"/>
                <a:ext cx="58" cy="62"/>
              </a:xfrm>
              <a:custGeom>
                <a:avLst/>
                <a:gdLst>
                  <a:gd name="T0" fmla="*/ 41 w 35"/>
                  <a:gd name="T1" fmla="*/ 169 h 37"/>
                  <a:gd name="T2" fmla="*/ 28 w 35"/>
                  <a:gd name="T3" fmla="*/ 99 h 37"/>
                  <a:gd name="T4" fmla="*/ 0 w 35"/>
                  <a:gd name="T5" fmla="*/ 0 h 37"/>
                  <a:gd name="T6" fmla="*/ 28 w 35"/>
                  <a:gd name="T7" fmla="*/ 47 h 37"/>
                  <a:gd name="T8" fmla="*/ 55 w 35"/>
                  <a:gd name="T9" fmla="*/ 174 h 37"/>
                  <a:gd name="T10" fmla="*/ 46 w 35"/>
                  <a:gd name="T11" fmla="*/ 47 h 37"/>
                  <a:gd name="T12" fmla="*/ 75 w 35"/>
                  <a:gd name="T13" fmla="*/ 154 h 37"/>
                  <a:gd name="T14" fmla="*/ 75 w 35"/>
                  <a:gd name="T15" fmla="*/ 62 h 37"/>
                  <a:gd name="T16" fmla="*/ 85 w 35"/>
                  <a:gd name="T17" fmla="*/ 146 h 37"/>
                  <a:gd name="T18" fmla="*/ 99 w 35"/>
                  <a:gd name="T19" fmla="*/ 50 h 37"/>
                  <a:gd name="T20" fmla="*/ 99 w 35"/>
                  <a:gd name="T21" fmla="*/ 124 h 37"/>
                  <a:gd name="T22" fmla="*/ 118 w 35"/>
                  <a:gd name="T23" fmla="*/ 57 h 37"/>
                  <a:gd name="T24" fmla="*/ 118 w 35"/>
                  <a:gd name="T25" fmla="*/ 124 h 37"/>
                  <a:gd name="T26" fmla="*/ 133 w 35"/>
                  <a:gd name="T27" fmla="*/ 62 h 37"/>
                  <a:gd name="T28" fmla="*/ 141 w 35"/>
                  <a:gd name="T29" fmla="*/ 124 h 37"/>
                  <a:gd name="T30" fmla="*/ 151 w 35"/>
                  <a:gd name="T31" fmla="*/ 79 h 37"/>
                  <a:gd name="T32" fmla="*/ 159 w 35"/>
                  <a:gd name="T33" fmla="*/ 124 h 3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35" h="37">
                    <a:moveTo>
                      <a:pt x="9" y="36"/>
                    </a:moveTo>
                    <a:cubicBezTo>
                      <a:pt x="8" y="31"/>
                      <a:pt x="8" y="26"/>
                      <a:pt x="6" y="21"/>
                    </a:cubicBezTo>
                    <a:cubicBezTo>
                      <a:pt x="5" y="14"/>
                      <a:pt x="3" y="6"/>
                      <a:pt x="0" y="0"/>
                    </a:cubicBezTo>
                    <a:cubicBezTo>
                      <a:pt x="0" y="3"/>
                      <a:pt x="5" y="7"/>
                      <a:pt x="6" y="10"/>
                    </a:cubicBezTo>
                    <a:cubicBezTo>
                      <a:pt x="10" y="19"/>
                      <a:pt x="11" y="28"/>
                      <a:pt x="12" y="37"/>
                    </a:cubicBezTo>
                    <a:cubicBezTo>
                      <a:pt x="14" y="29"/>
                      <a:pt x="12" y="19"/>
                      <a:pt x="10" y="10"/>
                    </a:cubicBezTo>
                    <a:cubicBezTo>
                      <a:pt x="12" y="18"/>
                      <a:pt x="14" y="26"/>
                      <a:pt x="16" y="33"/>
                    </a:cubicBezTo>
                    <a:cubicBezTo>
                      <a:pt x="16" y="27"/>
                      <a:pt x="14" y="20"/>
                      <a:pt x="16" y="13"/>
                    </a:cubicBezTo>
                    <a:cubicBezTo>
                      <a:pt x="17" y="19"/>
                      <a:pt x="16" y="26"/>
                      <a:pt x="19" y="31"/>
                    </a:cubicBezTo>
                    <a:cubicBezTo>
                      <a:pt x="22" y="25"/>
                      <a:pt x="19" y="16"/>
                      <a:pt x="22" y="11"/>
                    </a:cubicBezTo>
                    <a:cubicBezTo>
                      <a:pt x="23" y="16"/>
                      <a:pt x="22" y="21"/>
                      <a:pt x="22" y="26"/>
                    </a:cubicBezTo>
                    <a:cubicBezTo>
                      <a:pt x="24" y="21"/>
                      <a:pt x="24" y="16"/>
                      <a:pt x="26" y="12"/>
                    </a:cubicBezTo>
                    <a:cubicBezTo>
                      <a:pt x="26" y="16"/>
                      <a:pt x="25" y="22"/>
                      <a:pt x="26" y="26"/>
                    </a:cubicBezTo>
                    <a:cubicBezTo>
                      <a:pt x="29" y="22"/>
                      <a:pt x="27" y="17"/>
                      <a:pt x="29" y="13"/>
                    </a:cubicBezTo>
                    <a:cubicBezTo>
                      <a:pt x="30" y="17"/>
                      <a:pt x="29" y="22"/>
                      <a:pt x="31" y="26"/>
                    </a:cubicBezTo>
                    <a:cubicBezTo>
                      <a:pt x="33" y="24"/>
                      <a:pt x="32" y="19"/>
                      <a:pt x="33" y="17"/>
                    </a:cubicBezTo>
                    <a:cubicBezTo>
                      <a:pt x="35" y="19"/>
                      <a:pt x="35" y="23"/>
                      <a:pt x="35" y="26"/>
                    </a:cubicBezTo>
                  </a:path>
                </a:pathLst>
              </a:custGeom>
              <a:solidFill>
                <a:srgbClr val="7B46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2383" name="Freeform 184">
                <a:extLst>
                  <a:ext uri="{FF2B5EF4-FFF2-40B4-BE49-F238E27FC236}">
                    <a16:creationId xmlns:a16="http://schemas.microsoft.com/office/drawing/2014/main" id="{3B430382-EC09-4F49-8CCB-5F7DF006C5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4" y="735"/>
                <a:ext cx="60" cy="58"/>
              </a:xfrm>
              <a:custGeom>
                <a:avLst/>
                <a:gdLst>
                  <a:gd name="T0" fmla="*/ 0 w 36"/>
                  <a:gd name="T1" fmla="*/ 113 h 35"/>
                  <a:gd name="T2" fmla="*/ 47 w 36"/>
                  <a:gd name="T3" fmla="*/ 22 h 35"/>
                  <a:gd name="T4" fmla="*/ 33 w 36"/>
                  <a:gd name="T5" fmla="*/ 154 h 35"/>
                  <a:gd name="T6" fmla="*/ 55 w 36"/>
                  <a:gd name="T7" fmla="*/ 22 h 35"/>
                  <a:gd name="T8" fmla="*/ 55 w 36"/>
                  <a:gd name="T9" fmla="*/ 113 h 35"/>
                  <a:gd name="T10" fmla="*/ 70 w 36"/>
                  <a:gd name="T11" fmla="*/ 20 h 35"/>
                  <a:gd name="T12" fmla="*/ 63 w 36"/>
                  <a:gd name="T13" fmla="*/ 113 h 35"/>
                  <a:gd name="T14" fmla="*/ 88 w 36"/>
                  <a:gd name="T15" fmla="*/ 0 h 35"/>
                  <a:gd name="T16" fmla="*/ 78 w 36"/>
                  <a:gd name="T17" fmla="*/ 151 h 35"/>
                  <a:gd name="T18" fmla="*/ 117 w 36"/>
                  <a:gd name="T19" fmla="*/ 0 h 35"/>
                  <a:gd name="T20" fmla="*/ 112 w 36"/>
                  <a:gd name="T21" fmla="*/ 68 h 35"/>
                  <a:gd name="T22" fmla="*/ 112 w 36"/>
                  <a:gd name="T23" fmla="*/ 146 h 35"/>
                  <a:gd name="T24" fmla="*/ 138 w 36"/>
                  <a:gd name="T25" fmla="*/ 33 h 35"/>
                  <a:gd name="T26" fmla="*/ 145 w 36"/>
                  <a:gd name="T27" fmla="*/ 141 h 35"/>
                  <a:gd name="T28" fmla="*/ 153 w 36"/>
                  <a:gd name="T29" fmla="*/ 55 h 35"/>
                  <a:gd name="T30" fmla="*/ 167 w 36"/>
                  <a:gd name="T31" fmla="*/ 159 h 35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36" h="35">
                    <a:moveTo>
                      <a:pt x="0" y="25"/>
                    </a:moveTo>
                    <a:cubicBezTo>
                      <a:pt x="3" y="23"/>
                      <a:pt x="16" y="7"/>
                      <a:pt x="10" y="5"/>
                    </a:cubicBezTo>
                    <a:cubicBezTo>
                      <a:pt x="13" y="15"/>
                      <a:pt x="11" y="25"/>
                      <a:pt x="7" y="34"/>
                    </a:cubicBezTo>
                    <a:cubicBezTo>
                      <a:pt x="9" y="24"/>
                      <a:pt x="12" y="15"/>
                      <a:pt x="12" y="5"/>
                    </a:cubicBezTo>
                    <a:cubicBezTo>
                      <a:pt x="12" y="11"/>
                      <a:pt x="12" y="18"/>
                      <a:pt x="12" y="25"/>
                    </a:cubicBezTo>
                    <a:cubicBezTo>
                      <a:pt x="11" y="18"/>
                      <a:pt x="13" y="11"/>
                      <a:pt x="15" y="4"/>
                    </a:cubicBezTo>
                    <a:cubicBezTo>
                      <a:pt x="15" y="10"/>
                      <a:pt x="11" y="20"/>
                      <a:pt x="14" y="25"/>
                    </a:cubicBezTo>
                    <a:cubicBezTo>
                      <a:pt x="18" y="18"/>
                      <a:pt x="17" y="8"/>
                      <a:pt x="19" y="0"/>
                    </a:cubicBezTo>
                    <a:cubicBezTo>
                      <a:pt x="19" y="11"/>
                      <a:pt x="20" y="22"/>
                      <a:pt x="17" y="33"/>
                    </a:cubicBezTo>
                    <a:cubicBezTo>
                      <a:pt x="21" y="24"/>
                      <a:pt x="27" y="10"/>
                      <a:pt x="25" y="0"/>
                    </a:cubicBezTo>
                    <a:cubicBezTo>
                      <a:pt x="24" y="5"/>
                      <a:pt x="25" y="10"/>
                      <a:pt x="24" y="15"/>
                    </a:cubicBezTo>
                    <a:cubicBezTo>
                      <a:pt x="24" y="20"/>
                      <a:pt x="22" y="27"/>
                      <a:pt x="24" y="32"/>
                    </a:cubicBezTo>
                    <a:cubicBezTo>
                      <a:pt x="27" y="24"/>
                      <a:pt x="27" y="15"/>
                      <a:pt x="30" y="7"/>
                    </a:cubicBezTo>
                    <a:cubicBezTo>
                      <a:pt x="32" y="14"/>
                      <a:pt x="29" y="23"/>
                      <a:pt x="31" y="31"/>
                    </a:cubicBezTo>
                    <a:cubicBezTo>
                      <a:pt x="32" y="25"/>
                      <a:pt x="32" y="18"/>
                      <a:pt x="33" y="12"/>
                    </a:cubicBezTo>
                    <a:cubicBezTo>
                      <a:pt x="35" y="20"/>
                      <a:pt x="36" y="27"/>
                      <a:pt x="36" y="35"/>
                    </a:cubicBezTo>
                  </a:path>
                </a:pathLst>
              </a:custGeom>
              <a:solidFill>
                <a:srgbClr val="7B46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2384" name="Freeform 185">
                <a:extLst>
                  <a:ext uri="{FF2B5EF4-FFF2-40B4-BE49-F238E27FC236}">
                    <a16:creationId xmlns:a16="http://schemas.microsoft.com/office/drawing/2014/main" id="{2CAC2F1D-D879-4F13-9EB4-ED3A1CF17B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4" y="745"/>
                <a:ext cx="78" cy="105"/>
              </a:xfrm>
              <a:custGeom>
                <a:avLst/>
                <a:gdLst>
                  <a:gd name="T0" fmla="*/ 196 w 47"/>
                  <a:gd name="T1" fmla="*/ 292 h 63"/>
                  <a:gd name="T2" fmla="*/ 201 w 47"/>
                  <a:gd name="T3" fmla="*/ 208 h 63"/>
                  <a:gd name="T4" fmla="*/ 214 w 47"/>
                  <a:gd name="T5" fmla="*/ 117 h 63"/>
                  <a:gd name="T6" fmla="*/ 193 w 47"/>
                  <a:gd name="T7" fmla="*/ 175 h 63"/>
                  <a:gd name="T8" fmla="*/ 188 w 47"/>
                  <a:gd name="T9" fmla="*/ 263 h 63"/>
                  <a:gd name="T10" fmla="*/ 196 w 47"/>
                  <a:gd name="T11" fmla="*/ 78 h 63"/>
                  <a:gd name="T12" fmla="*/ 166 w 47"/>
                  <a:gd name="T13" fmla="*/ 237 h 63"/>
                  <a:gd name="T14" fmla="*/ 174 w 47"/>
                  <a:gd name="T15" fmla="*/ 70 h 63"/>
                  <a:gd name="T16" fmla="*/ 151 w 47"/>
                  <a:gd name="T17" fmla="*/ 195 h 63"/>
                  <a:gd name="T18" fmla="*/ 154 w 47"/>
                  <a:gd name="T19" fmla="*/ 103 h 63"/>
                  <a:gd name="T20" fmla="*/ 146 w 47"/>
                  <a:gd name="T21" fmla="*/ 147 h 63"/>
                  <a:gd name="T22" fmla="*/ 146 w 47"/>
                  <a:gd name="T23" fmla="*/ 112 h 63"/>
                  <a:gd name="T24" fmla="*/ 126 w 47"/>
                  <a:gd name="T25" fmla="*/ 145 h 63"/>
                  <a:gd name="T26" fmla="*/ 126 w 47"/>
                  <a:gd name="T27" fmla="*/ 88 h 63"/>
                  <a:gd name="T28" fmla="*/ 105 w 47"/>
                  <a:gd name="T29" fmla="*/ 162 h 63"/>
                  <a:gd name="T30" fmla="*/ 101 w 47"/>
                  <a:gd name="T31" fmla="*/ 55 h 63"/>
                  <a:gd name="T32" fmla="*/ 88 w 47"/>
                  <a:gd name="T33" fmla="*/ 117 h 63"/>
                  <a:gd name="T34" fmla="*/ 83 w 47"/>
                  <a:gd name="T35" fmla="*/ 195 h 63"/>
                  <a:gd name="T36" fmla="*/ 75 w 47"/>
                  <a:gd name="T37" fmla="*/ 103 h 63"/>
                  <a:gd name="T38" fmla="*/ 68 w 47"/>
                  <a:gd name="T39" fmla="*/ 0 h 63"/>
                  <a:gd name="T40" fmla="*/ 50 w 47"/>
                  <a:gd name="T41" fmla="*/ 195 h 63"/>
                  <a:gd name="T42" fmla="*/ 46 w 47"/>
                  <a:gd name="T43" fmla="*/ 133 h 63"/>
                  <a:gd name="T44" fmla="*/ 33 w 47"/>
                  <a:gd name="T45" fmla="*/ 33 h 63"/>
                  <a:gd name="T46" fmla="*/ 28 w 47"/>
                  <a:gd name="T47" fmla="*/ 153 h 63"/>
                  <a:gd name="T48" fmla="*/ 20 w 47"/>
                  <a:gd name="T49" fmla="*/ 37 h 63"/>
                  <a:gd name="T50" fmla="*/ 13 w 47"/>
                  <a:gd name="T51" fmla="*/ 130 h 63"/>
                  <a:gd name="T52" fmla="*/ 0 w 47"/>
                  <a:gd name="T53" fmla="*/ 55 h 63"/>
                  <a:gd name="T54" fmla="*/ 0 w 47"/>
                  <a:gd name="T55" fmla="*/ 70 h 63"/>
                  <a:gd name="T56" fmla="*/ 0 w 47"/>
                  <a:gd name="T57" fmla="*/ 55 h 63"/>
                  <a:gd name="T58" fmla="*/ 5 w 47"/>
                  <a:gd name="T59" fmla="*/ 103 h 63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0" t="0" r="r" b="b"/>
                <a:pathLst>
                  <a:path w="47" h="63">
                    <a:moveTo>
                      <a:pt x="43" y="63"/>
                    </a:moveTo>
                    <a:cubicBezTo>
                      <a:pt x="43" y="57"/>
                      <a:pt x="43" y="51"/>
                      <a:pt x="44" y="45"/>
                    </a:cubicBezTo>
                    <a:cubicBezTo>
                      <a:pt x="45" y="38"/>
                      <a:pt x="45" y="31"/>
                      <a:pt x="47" y="25"/>
                    </a:cubicBezTo>
                    <a:cubicBezTo>
                      <a:pt x="46" y="29"/>
                      <a:pt x="44" y="34"/>
                      <a:pt x="42" y="38"/>
                    </a:cubicBezTo>
                    <a:cubicBezTo>
                      <a:pt x="41" y="45"/>
                      <a:pt x="41" y="51"/>
                      <a:pt x="41" y="57"/>
                    </a:cubicBezTo>
                    <a:cubicBezTo>
                      <a:pt x="40" y="44"/>
                      <a:pt x="39" y="30"/>
                      <a:pt x="43" y="17"/>
                    </a:cubicBezTo>
                    <a:cubicBezTo>
                      <a:pt x="38" y="27"/>
                      <a:pt x="36" y="39"/>
                      <a:pt x="36" y="51"/>
                    </a:cubicBezTo>
                    <a:cubicBezTo>
                      <a:pt x="36" y="39"/>
                      <a:pt x="36" y="27"/>
                      <a:pt x="38" y="15"/>
                    </a:cubicBezTo>
                    <a:cubicBezTo>
                      <a:pt x="34" y="23"/>
                      <a:pt x="33" y="33"/>
                      <a:pt x="33" y="42"/>
                    </a:cubicBezTo>
                    <a:cubicBezTo>
                      <a:pt x="32" y="35"/>
                      <a:pt x="33" y="29"/>
                      <a:pt x="34" y="22"/>
                    </a:cubicBezTo>
                    <a:cubicBezTo>
                      <a:pt x="34" y="25"/>
                      <a:pt x="33" y="29"/>
                      <a:pt x="32" y="32"/>
                    </a:cubicBezTo>
                    <a:cubicBezTo>
                      <a:pt x="32" y="29"/>
                      <a:pt x="32" y="26"/>
                      <a:pt x="32" y="24"/>
                    </a:cubicBezTo>
                    <a:cubicBezTo>
                      <a:pt x="31" y="26"/>
                      <a:pt x="30" y="29"/>
                      <a:pt x="28" y="31"/>
                    </a:cubicBezTo>
                    <a:cubicBezTo>
                      <a:pt x="28" y="27"/>
                      <a:pt x="28" y="23"/>
                      <a:pt x="28" y="19"/>
                    </a:cubicBezTo>
                    <a:cubicBezTo>
                      <a:pt x="25" y="24"/>
                      <a:pt x="26" y="30"/>
                      <a:pt x="23" y="35"/>
                    </a:cubicBezTo>
                    <a:cubicBezTo>
                      <a:pt x="21" y="28"/>
                      <a:pt x="24" y="19"/>
                      <a:pt x="22" y="12"/>
                    </a:cubicBezTo>
                    <a:cubicBezTo>
                      <a:pt x="19" y="16"/>
                      <a:pt x="20" y="21"/>
                      <a:pt x="19" y="25"/>
                    </a:cubicBezTo>
                    <a:cubicBezTo>
                      <a:pt x="19" y="31"/>
                      <a:pt x="19" y="38"/>
                      <a:pt x="18" y="42"/>
                    </a:cubicBezTo>
                    <a:cubicBezTo>
                      <a:pt x="15" y="36"/>
                      <a:pt x="16" y="29"/>
                      <a:pt x="16" y="22"/>
                    </a:cubicBezTo>
                    <a:cubicBezTo>
                      <a:pt x="16" y="15"/>
                      <a:pt x="15" y="8"/>
                      <a:pt x="15" y="0"/>
                    </a:cubicBezTo>
                    <a:cubicBezTo>
                      <a:pt x="11" y="14"/>
                      <a:pt x="11" y="29"/>
                      <a:pt x="11" y="42"/>
                    </a:cubicBezTo>
                    <a:cubicBezTo>
                      <a:pt x="11" y="38"/>
                      <a:pt x="11" y="34"/>
                      <a:pt x="10" y="29"/>
                    </a:cubicBezTo>
                    <a:cubicBezTo>
                      <a:pt x="9" y="22"/>
                      <a:pt x="6" y="14"/>
                      <a:pt x="7" y="7"/>
                    </a:cubicBezTo>
                    <a:cubicBezTo>
                      <a:pt x="6" y="14"/>
                      <a:pt x="11" y="26"/>
                      <a:pt x="6" y="33"/>
                    </a:cubicBezTo>
                    <a:cubicBezTo>
                      <a:pt x="3" y="26"/>
                      <a:pt x="4" y="15"/>
                      <a:pt x="4" y="8"/>
                    </a:cubicBezTo>
                    <a:cubicBezTo>
                      <a:pt x="4" y="14"/>
                      <a:pt x="4" y="21"/>
                      <a:pt x="3" y="28"/>
                    </a:cubicBezTo>
                    <a:cubicBezTo>
                      <a:pt x="3" y="23"/>
                      <a:pt x="3" y="15"/>
                      <a:pt x="0" y="12"/>
                    </a:cubicBezTo>
                    <a:cubicBezTo>
                      <a:pt x="0" y="12"/>
                      <a:pt x="0" y="14"/>
                      <a:pt x="0" y="15"/>
                    </a:cubicBezTo>
                    <a:cubicBezTo>
                      <a:pt x="0" y="14"/>
                      <a:pt x="0" y="13"/>
                      <a:pt x="0" y="12"/>
                    </a:cubicBezTo>
                    <a:cubicBezTo>
                      <a:pt x="0" y="15"/>
                      <a:pt x="1" y="18"/>
                      <a:pt x="1" y="22"/>
                    </a:cubicBezTo>
                  </a:path>
                </a:pathLst>
              </a:custGeom>
              <a:solidFill>
                <a:srgbClr val="7B46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2385" name="Freeform 186">
                <a:extLst>
                  <a:ext uri="{FF2B5EF4-FFF2-40B4-BE49-F238E27FC236}">
                    <a16:creationId xmlns:a16="http://schemas.microsoft.com/office/drawing/2014/main" id="{CA620980-0F0B-4D6C-A628-0B2926EA0B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1" y="752"/>
                <a:ext cx="43" cy="78"/>
              </a:xfrm>
              <a:custGeom>
                <a:avLst/>
                <a:gdLst>
                  <a:gd name="T0" fmla="*/ 22 w 26"/>
                  <a:gd name="T1" fmla="*/ 124 h 47"/>
                  <a:gd name="T2" fmla="*/ 33 w 26"/>
                  <a:gd name="T3" fmla="*/ 55 h 47"/>
                  <a:gd name="T4" fmla="*/ 36 w 26"/>
                  <a:gd name="T5" fmla="*/ 0 h 47"/>
                  <a:gd name="T6" fmla="*/ 41 w 26"/>
                  <a:gd name="T7" fmla="*/ 50 h 47"/>
                  <a:gd name="T8" fmla="*/ 46 w 26"/>
                  <a:gd name="T9" fmla="*/ 146 h 47"/>
                  <a:gd name="T10" fmla="*/ 55 w 26"/>
                  <a:gd name="T11" fmla="*/ 88 h 47"/>
                  <a:gd name="T12" fmla="*/ 60 w 26"/>
                  <a:gd name="T13" fmla="*/ 5 h 47"/>
                  <a:gd name="T14" fmla="*/ 71 w 26"/>
                  <a:gd name="T15" fmla="*/ 46 h 47"/>
                  <a:gd name="T16" fmla="*/ 76 w 26"/>
                  <a:gd name="T17" fmla="*/ 138 h 47"/>
                  <a:gd name="T18" fmla="*/ 91 w 26"/>
                  <a:gd name="T19" fmla="*/ 22 h 47"/>
                  <a:gd name="T20" fmla="*/ 99 w 26"/>
                  <a:gd name="T21" fmla="*/ 141 h 47"/>
                  <a:gd name="T22" fmla="*/ 109 w 26"/>
                  <a:gd name="T23" fmla="*/ 63 h 47"/>
                  <a:gd name="T24" fmla="*/ 112 w 26"/>
                  <a:gd name="T25" fmla="*/ 154 h 47"/>
                  <a:gd name="T26" fmla="*/ 117 w 26"/>
                  <a:gd name="T27" fmla="*/ 214 h 47"/>
                  <a:gd name="T28" fmla="*/ 76 w 26"/>
                  <a:gd name="T29" fmla="*/ 214 h 47"/>
                  <a:gd name="T30" fmla="*/ 0 w 26"/>
                  <a:gd name="T31" fmla="*/ 159 h 47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26" h="47">
                    <a:moveTo>
                      <a:pt x="5" y="27"/>
                    </a:moveTo>
                    <a:cubicBezTo>
                      <a:pt x="7" y="23"/>
                      <a:pt x="7" y="17"/>
                      <a:pt x="7" y="12"/>
                    </a:cubicBezTo>
                    <a:cubicBezTo>
                      <a:pt x="7" y="8"/>
                      <a:pt x="6" y="3"/>
                      <a:pt x="8" y="0"/>
                    </a:cubicBezTo>
                    <a:cubicBezTo>
                      <a:pt x="7" y="3"/>
                      <a:pt x="9" y="7"/>
                      <a:pt x="9" y="11"/>
                    </a:cubicBezTo>
                    <a:cubicBezTo>
                      <a:pt x="10" y="18"/>
                      <a:pt x="9" y="25"/>
                      <a:pt x="10" y="32"/>
                    </a:cubicBezTo>
                    <a:cubicBezTo>
                      <a:pt x="12" y="29"/>
                      <a:pt x="12" y="22"/>
                      <a:pt x="12" y="19"/>
                    </a:cubicBezTo>
                    <a:cubicBezTo>
                      <a:pt x="13" y="13"/>
                      <a:pt x="13" y="7"/>
                      <a:pt x="13" y="1"/>
                    </a:cubicBezTo>
                    <a:cubicBezTo>
                      <a:pt x="15" y="4"/>
                      <a:pt x="15" y="7"/>
                      <a:pt x="16" y="10"/>
                    </a:cubicBezTo>
                    <a:cubicBezTo>
                      <a:pt x="16" y="16"/>
                      <a:pt x="14" y="25"/>
                      <a:pt x="17" y="30"/>
                    </a:cubicBezTo>
                    <a:cubicBezTo>
                      <a:pt x="19" y="22"/>
                      <a:pt x="19" y="13"/>
                      <a:pt x="20" y="5"/>
                    </a:cubicBezTo>
                    <a:cubicBezTo>
                      <a:pt x="20" y="13"/>
                      <a:pt x="20" y="23"/>
                      <a:pt x="22" y="31"/>
                    </a:cubicBezTo>
                    <a:cubicBezTo>
                      <a:pt x="23" y="26"/>
                      <a:pt x="22" y="19"/>
                      <a:pt x="24" y="14"/>
                    </a:cubicBezTo>
                    <a:cubicBezTo>
                      <a:pt x="26" y="20"/>
                      <a:pt x="25" y="28"/>
                      <a:pt x="25" y="34"/>
                    </a:cubicBezTo>
                    <a:cubicBezTo>
                      <a:pt x="26" y="38"/>
                      <a:pt x="26" y="43"/>
                      <a:pt x="26" y="47"/>
                    </a:cubicBezTo>
                    <a:cubicBezTo>
                      <a:pt x="23" y="46"/>
                      <a:pt x="20" y="47"/>
                      <a:pt x="17" y="47"/>
                    </a:cubicBezTo>
                    <a:cubicBezTo>
                      <a:pt x="11" y="46"/>
                      <a:pt x="2" y="41"/>
                      <a:pt x="0" y="35"/>
                    </a:cubicBezTo>
                  </a:path>
                </a:pathLst>
              </a:custGeom>
              <a:solidFill>
                <a:srgbClr val="7B46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2386" name="Freeform 187">
                <a:extLst>
                  <a:ext uri="{FF2B5EF4-FFF2-40B4-BE49-F238E27FC236}">
                    <a16:creationId xmlns:a16="http://schemas.microsoft.com/office/drawing/2014/main" id="{A42DA5D7-0A57-4D54-80D4-B92D163171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5" y="728"/>
                <a:ext cx="37" cy="79"/>
              </a:xfrm>
              <a:custGeom>
                <a:avLst/>
                <a:gdLst>
                  <a:gd name="T0" fmla="*/ 0 w 22"/>
                  <a:gd name="T1" fmla="*/ 187 h 47"/>
                  <a:gd name="T2" fmla="*/ 29 w 22"/>
                  <a:gd name="T3" fmla="*/ 84 h 47"/>
                  <a:gd name="T4" fmla="*/ 37 w 22"/>
                  <a:gd name="T5" fmla="*/ 8 h 47"/>
                  <a:gd name="T6" fmla="*/ 29 w 22"/>
                  <a:gd name="T7" fmla="*/ 161 h 47"/>
                  <a:gd name="T8" fmla="*/ 62 w 22"/>
                  <a:gd name="T9" fmla="*/ 0 h 47"/>
                  <a:gd name="T10" fmla="*/ 54 w 22"/>
                  <a:gd name="T11" fmla="*/ 155 h 47"/>
                  <a:gd name="T12" fmla="*/ 71 w 22"/>
                  <a:gd name="T13" fmla="*/ 104 h 47"/>
                  <a:gd name="T14" fmla="*/ 84 w 22"/>
                  <a:gd name="T15" fmla="*/ 8 h 47"/>
                  <a:gd name="T16" fmla="*/ 71 w 22"/>
                  <a:gd name="T17" fmla="*/ 175 h 47"/>
                  <a:gd name="T18" fmla="*/ 91 w 22"/>
                  <a:gd name="T19" fmla="*/ 128 h 47"/>
                  <a:gd name="T20" fmla="*/ 99 w 22"/>
                  <a:gd name="T21" fmla="*/ 57 h 47"/>
                  <a:gd name="T22" fmla="*/ 91 w 22"/>
                  <a:gd name="T23" fmla="*/ 217 h 47"/>
                  <a:gd name="T24" fmla="*/ 13 w 22"/>
                  <a:gd name="T25" fmla="*/ 217 h 47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2" h="47">
                    <a:moveTo>
                      <a:pt x="0" y="39"/>
                    </a:moveTo>
                    <a:cubicBezTo>
                      <a:pt x="1" y="32"/>
                      <a:pt x="5" y="25"/>
                      <a:pt x="6" y="18"/>
                    </a:cubicBezTo>
                    <a:cubicBezTo>
                      <a:pt x="7" y="12"/>
                      <a:pt x="7" y="7"/>
                      <a:pt x="8" y="2"/>
                    </a:cubicBezTo>
                    <a:cubicBezTo>
                      <a:pt x="10" y="12"/>
                      <a:pt x="6" y="24"/>
                      <a:pt x="6" y="34"/>
                    </a:cubicBezTo>
                    <a:cubicBezTo>
                      <a:pt x="8" y="23"/>
                      <a:pt x="13" y="12"/>
                      <a:pt x="13" y="0"/>
                    </a:cubicBezTo>
                    <a:cubicBezTo>
                      <a:pt x="15" y="11"/>
                      <a:pt x="11" y="23"/>
                      <a:pt x="11" y="33"/>
                    </a:cubicBezTo>
                    <a:cubicBezTo>
                      <a:pt x="11" y="29"/>
                      <a:pt x="13" y="26"/>
                      <a:pt x="15" y="22"/>
                    </a:cubicBezTo>
                    <a:cubicBezTo>
                      <a:pt x="16" y="15"/>
                      <a:pt x="18" y="8"/>
                      <a:pt x="18" y="2"/>
                    </a:cubicBezTo>
                    <a:cubicBezTo>
                      <a:pt x="19" y="13"/>
                      <a:pt x="16" y="25"/>
                      <a:pt x="15" y="37"/>
                    </a:cubicBezTo>
                    <a:cubicBezTo>
                      <a:pt x="17" y="35"/>
                      <a:pt x="18" y="30"/>
                      <a:pt x="19" y="27"/>
                    </a:cubicBezTo>
                    <a:cubicBezTo>
                      <a:pt x="20" y="22"/>
                      <a:pt x="22" y="17"/>
                      <a:pt x="21" y="12"/>
                    </a:cubicBezTo>
                    <a:cubicBezTo>
                      <a:pt x="22" y="23"/>
                      <a:pt x="19" y="34"/>
                      <a:pt x="19" y="46"/>
                    </a:cubicBezTo>
                    <a:cubicBezTo>
                      <a:pt x="13" y="46"/>
                      <a:pt x="9" y="47"/>
                      <a:pt x="3" y="46"/>
                    </a:cubicBezTo>
                  </a:path>
                </a:pathLst>
              </a:custGeom>
              <a:solidFill>
                <a:srgbClr val="7B46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2387" name="Freeform 188">
                <a:extLst>
                  <a:ext uri="{FF2B5EF4-FFF2-40B4-BE49-F238E27FC236}">
                    <a16:creationId xmlns:a16="http://schemas.microsoft.com/office/drawing/2014/main" id="{732443B5-5F82-4883-9274-9933A9C121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9" y="720"/>
                <a:ext cx="33" cy="75"/>
              </a:xfrm>
              <a:custGeom>
                <a:avLst/>
                <a:gdLst>
                  <a:gd name="T0" fmla="*/ 0 w 20"/>
                  <a:gd name="T1" fmla="*/ 203 h 45"/>
                  <a:gd name="T2" fmla="*/ 8 w 20"/>
                  <a:gd name="T3" fmla="*/ 145 h 45"/>
                  <a:gd name="T4" fmla="*/ 5 w 20"/>
                  <a:gd name="T5" fmla="*/ 28 h 45"/>
                  <a:gd name="T6" fmla="*/ 13 w 20"/>
                  <a:gd name="T7" fmla="*/ 78 h 45"/>
                  <a:gd name="T8" fmla="*/ 21 w 20"/>
                  <a:gd name="T9" fmla="*/ 167 h 45"/>
                  <a:gd name="T10" fmla="*/ 33 w 20"/>
                  <a:gd name="T11" fmla="*/ 13 h 45"/>
                  <a:gd name="T12" fmla="*/ 35 w 20"/>
                  <a:gd name="T13" fmla="*/ 88 h 45"/>
                  <a:gd name="T14" fmla="*/ 46 w 20"/>
                  <a:gd name="T15" fmla="*/ 22 h 45"/>
                  <a:gd name="T16" fmla="*/ 50 w 20"/>
                  <a:gd name="T17" fmla="*/ 83 h 45"/>
                  <a:gd name="T18" fmla="*/ 68 w 20"/>
                  <a:gd name="T19" fmla="*/ 0 h 45"/>
                  <a:gd name="T20" fmla="*/ 76 w 20"/>
                  <a:gd name="T21" fmla="*/ 70 h 45"/>
                  <a:gd name="T22" fmla="*/ 83 w 20"/>
                  <a:gd name="T23" fmla="*/ 33 h 45"/>
                  <a:gd name="T24" fmla="*/ 84 w 20"/>
                  <a:gd name="T25" fmla="*/ 117 h 45"/>
                  <a:gd name="T26" fmla="*/ 83 w 20"/>
                  <a:gd name="T27" fmla="*/ 195 h 45"/>
                  <a:gd name="T28" fmla="*/ 35 w 20"/>
                  <a:gd name="T29" fmla="*/ 208 h 4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20" h="45">
                    <a:moveTo>
                      <a:pt x="0" y="44"/>
                    </a:moveTo>
                    <a:cubicBezTo>
                      <a:pt x="0" y="40"/>
                      <a:pt x="2" y="35"/>
                      <a:pt x="2" y="31"/>
                    </a:cubicBezTo>
                    <a:cubicBezTo>
                      <a:pt x="3" y="22"/>
                      <a:pt x="1" y="14"/>
                      <a:pt x="1" y="6"/>
                    </a:cubicBezTo>
                    <a:cubicBezTo>
                      <a:pt x="3" y="9"/>
                      <a:pt x="3" y="14"/>
                      <a:pt x="3" y="17"/>
                    </a:cubicBezTo>
                    <a:cubicBezTo>
                      <a:pt x="5" y="24"/>
                      <a:pt x="5" y="30"/>
                      <a:pt x="5" y="36"/>
                    </a:cubicBezTo>
                    <a:cubicBezTo>
                      <a:pt x="4" y="25"/>
                      <a:pt x="7" y="14"/>
                      <a:pt x="7" y="3"/>
                    </a:cubicBezTo>
                    <a:cubicBezTo>
                      <a:pt x="8" y="8"/>
                      <a:pt x="7" y="13"/>
                      <a:pt x="8" y="19"/>
                    </a:cubicBezTo>
                    <a:cubicBezTo>
                      <a:pt x="9" y="14"/>
                      <a:pt x="9" y="10"/>
                      <a:pt x="10" y="5"/>
                    </a:cubicBezTo>
                    <a:cubicBezTo>
                      <a:pt x="11" y="9"/>
                      <a:pt x="10" y="14"/>
                      <a:pt x="11" y="18"/>
                    </a:cubicBezTo>
                    <a:cubicBezTo>
                      <a:pt x="14" y="14"/>
                      <a:pt x="14" y="6"/>
                      <a:pt x="15" y="0"/>
                    </a:cubicBezTo>
                    <a:cubicBezTo>
                      <a:pt x="16" y="5"/>
                      <a:pt x="14" y="11"/>
                      <a:pt x="17" y="15"/>
                    </a:cubicBezTo>
                    <a:cubicBezTo>
                      <a:pt x="18" y="13"/>
                      <a:pt x="17" y="10"/>
                      <a:pt x="18" y="7"/>
                    </a:cubicBezTo>
                    <a:cubicBezTo>
                      <a:pt x="20" y="12"/>
                      <a:pt x="19" y="20"/>
                      <a:pt x="19" y="25"/>
                    </a:cubicBezTo>
                    <a:cubicBezTo>
                      <a:pt x="19" y="30"/>
                      <a:pt x="20" y="38"/>
                      <a:pt x="18" y="42"/>
                    </a:cubicBezTo>
                    <a:cubicBezTo>
                      <a:pt x="15" y="41"/>
                      <a:pt x="11" y="44"/>
                      <a:pt x="8" y="45"/>
                    </a:cubicBezTo>
                  </a:path>
                </a:pathLst>
              </a:custGeom>
              <a:solidFill>
                <a:srgbClr val="7B46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2388" name="Freeform 189">
                <a:extLst>
                  <a:ext uri="{FF2B5EF4-FFF2-40B4-BE49-F238E27FC236}">
                    <a16:creationId xmlns:a16="http://schemas.microsoft.com/office/drawing/2014/main" id="{7BE9C5FE-B4BA-4F5D-B2B6-41408AFFD7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9" y="722"/>
                <a:ext cx="25" cy="63"/>
              </a:xfrm>
              <a:custGeom>
                <a:avLst/>
                <a:gdLst>
                  <a:gd name="T0" fmla="*/ 0 w 15"/>
                  <a:gd name="T1" fmla="*/ 154 h 38"/>
                  <a:gd name="T2" fmla="*/ 0 w 15"/>
                  <a:gd name="T3" fmla="*/ 0 h 38"/>
                  <a:gd name="T4" fmla="*/ 22 w 15"/>
                  <a:gd name="T5" fmla="*/ 109 h 38"/>
                  <a:gd name="T6" fmla="*/ 33 w 15"/>
                  <a:gd name="T7" fmla="*/ 20 h 38"/>
                  <a:gd name="T8" fmla="*/ 37 w 15"/>
                  <a:gd name="T9" fmla="*/ 68 h 38"/>
                  <a:gd name="T10" fmla="*/ 47 w 15"/>
                  <a:gd name="T11" fmla="*/ 8 h 38"/>
                  <a:gd name="T12" fmla="*/ 55 w 15"/>
                  <a:gd name="T13" fmla="*/ 75 h 38"/>
                  <a:gd name="T14" fmla="*/ 55 w 15"/>
                  <a:gd name="T15" fmla="*/ 36 h 38"/>
                  <a:gd name="T16" fmla="*/ 70 w 15"/>
                  <a:gd name="T17" fmla="*/ 154 h 38"/>
                  <a:gd name="T18" fmla="*/ 33 w 15"/>
                  <a:gd name="T19" fmla="*/ 172 h 3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5" h="38">
                    <a:moveTo>
                      <a:pt x="0" y="34"/>
                    </a:moveTo>
                    <a:cubicBezTo>
                      <a:pt x="4" y="23"/>
                      <a:pt x="1" y="11"/>
                      <a:pt x="0" y="0"/>
                    </a:cubicBezTo>
                    <a:cubicBezTo>
                      <a:pt x="3" y="7"/>
                      <a:pt x="3" y="16"/>
                      <a:pt x="5" y="24"/>
                    </a:cubicBezTo>
                    <a:cubicBezTo>
                      <a:pt x="5" y="17"/>
                      <a:pt x="5" y="10"/>
                      <a:pt x="7" y="4"/>
                    </a:cubicBezTo>
                    <a:cubicBezTo>
                      <a:pt x="7" y="7"/>
                      <a:pt x="7" y="12"/>
                      <a:pt x="8" y="15"/>
                    </a:cubicBezTo>
                    <a:cubicBezTo>
                      <a:pt x="8" y="11"/>
                      <a:pt x="8" y="5"/>
                      <a:pt x="10" y="2"/>
                    </a:cubicBezTo>
                    <a:cubicBezTo>
                      <a:pt x="11" y="6"/>
                      <a:pt x="11" y="11"/>
                      <a:pt x="12" y="16"/>
                    </a:cubicBezTo>
                    <a:cubicBezTo>
                      <a:pt x="12" y="13"/>
                      <a:pt x="12" y="10"/>
                      <a:pt x="12" y="8"/>
                    </a:cubicBezTo>
                    <a:cubicBezTo>
                      <a:pt x="12" y="17"/>
                      <a:pt x="14" y="25"/>
                      <a:pt x="15" y="34"/>
                    </a:cubicBezTo>
                    <a:cubicBezTo>
                      <a:pt x="12" y="35"/>
                      <a:pt x="10" y="38"/>
                      <a:pt x="7" y="38"/>
                    </a:cubicBezTo>
                  </a:path>
                </a:pathLst>
              </a:custGeom>
              <a:solidFill>
                <a:srgbClr val="7B46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2389" name="Freeform 190">
                <a:extLst>
                  <a:ext uri="{FF2B5EF4-FFF2-40B4-BE49-F238E27FC236}">
                    <a16:creationId xmlns:a16="http://schemas.microsoft.com/office/drawing/2014/main" id="{B440A9D0-CBE5-4990-8DF9-5F005C9454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0" y="730"/>
                <a:ext cx="25" cy="70"/>
              </a:xfrm>
              <a:custGeom>
                <a:avLst/>
                <a:gdLst>
                  <a:gd name="T0" fmla="*/ 0 w 15"/>
                  <a:gd name="T1" fmla="*/ 147 h 42"/>
                  <a:gd name="T2" fmla="*/ 20 w 15"/>
                  <a:gd name="T3" fmla="*/ 70 h 42"/>
                  <a:gd name="T4" fmla="*/ 22 w 15"/>
                  <a:gd name="T5" fmla="*/ 0 h 42"/>
                  <a:gd name="T6" fmla="*/ 22 w 15"/>
                  <a:gd name="T7" fmla="*/ 112 h 42"/>
                  <a:gd name="T8" fmla="*/ 47 w 15"/>
                  <a:gd name="T9" fmla="*/ 5 h 42"/>
                  <a:gd name="T10" fmla="*/ 62 w 15"/>
                  <a:gd name="T11" fmla="*/ 147 h 42"/>
                  <a:gd name="T12" fmla="*/ 63 w 15"/>
                  <a:gd name="T13" fmla="*/ 120 h 42"/>
                  <a:gd name="T14" fmla="*/ 50 w 15"/>
                  <a:gd name="T15" fmla="*/ 188 h 42"/>
                  <a:gd name="T16" fmla="*/ 13 w 15"/>
                  <a:gd name="T17" fmla="*/ 187 h 4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5" h="42">
                    <a:moveTo>
                      <a:pt x="0" y="32"/>
                    </a:moveTo>
                    <a:cubicBezTo>
                      <a:pt x="2" y="27"/>
                      <a:pt x="3" y="21"/>
                      <a:pt x="4" y="15"/>
                    </a:cubicBezTo>
                    <a:cubicBezTo>
                      <a:pt x="4" y="11"/>
                      <a:pt x="3" y="3"/>
                      <a:pt x="5" y="0"/>
                    </a:cubicBezTo>
                    <a:cubicBezTo>
                      <a:pt x="7" y="7"/>
                      <a:pt x="5" y="16"/>
                      <a:pt x="5" y="24"/>
                    </a:cubicBezTo>
                    <a:cubicBezTo>
                      <a:pt x="8" y="17"/>
                      <a:pt x="9" y="8"/>
                      <a:pt x="10" y="1"/>
                    </a:cubicBezTo>
                    <a:cubicBezTo>
                      <a:pt x="14" y="11"/>
                      <a:pt x="10" y="23"/>
                      <a:pt x="13" y="32"/>
                    </a:cubicBezTo>
                    <a:cubicBezTo>
                      <a:pt x="13" y="30"/>
                      <a:pt x="13" y="28"/>
                      <a:pt x="14" y="26"/>
                    </a:cubicBezTo>
                    <a:cubicBezTo>
                      <a:pt x="15" y="28"/>
                      <a:pt x="15" y="40"/>
                      <a:pt x="11" y="41"/>
                    </a:cubicBezTo>
                    <a:cubicBezTo>
                      <a:pt x="10" y="42"/>
                      <a:pt x="3" y="40"/>
                      <a:pt x="3" y="40"/>
                    </a:cubicBezTo>
                  </a:path>
                </a:pathLst>
              </a:custGeom>
              <a:solidFill>
                <a:srgbClr val="7B46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2390" name="Freeform 191">
                <a:extLst>
                  <a:ext uri="{FF2B5EF4-FFF2-40B4-BE49-F238E27FC236}">
                    <a16:creationId xmlns:a16="http://schemas.microsoft.com/office/drawing/2014/main" id="{D151A825-87B3-4367-93D4-25FC65837D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1" y="743"/>
                <a:ext cx="50" cy="80"/>
              </a:xfrm>
              <a:custGeom>
                <a:avLst/>
                <a:gdLst>
                  <a:gd name="T0" fmla="*/ 83 w 30"/>
                  <a:gd name="T1" fmla="*/ 195 h 48"/>
                  <a:gd name="T2" fmla="*/ 133 w 30"/>
                  <a:gd name="T3" fmla="*/ 187 h 48"/>
                  <a:gd name="T4" fmla="*/ 130 w 30"/>
                  <a:gd name="T5" fmla="*/ 158 h 48"/>
                  <a:gd name="T6" fmla="*/ 133 w 30"/>
                  <a:gd name="T7" fmla="*/ 105 h 48"/>
                  <a:gd name="T8" fmla="*/ 138 w 30"/>
                  <a:gd name="T9" fmla="*/ 47 h 48"/>
                  <a:gd name="T10" fmla="*/ 130 w 30"/>
                  <a:gd name="T11" fmla="*/ 78 h 48"/>
                  <a:gd name="T12" fmla="*/ 125 w 30"/>
                  <a:gd name="T13" fmla="*/ 13 h 48"/>
                  <a:gd name="T14" fmla="*/ 97 w 30"/>
                  <a:gd name="T15" fmla="*/ 92 h 48"/>
                  <a:gd name="T16" fmla="*/ 92 w 30"/>
                  <a:gd name="T17" fmla="*/ 0 h 48"/>
                  <a:gd name="T18" fmla="*/ 75 w 30"/>
                  <a:gd name="T19" fmla="*/ 92 h 48"/>
                  <a:gd name="T20" fmla="*/ 0 w 30"/>
                  <a:gd name="T21" fmla="*/ 167 h 4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0" h="48">
                    <a:moveTo>
                      <a:pt x="18" y="42"/>
                    </a:moveTo>
                    <a:cubicBezTo>
                      <a:pt x="21" y="44"/>
                      <a:pt x="27" y="43"/>
                      <a:pt x="29" y="40"/>
                    </a:cubicBezTo>
                    <a:cubicBezTo>
                      <a:pt x="29" y="39"/>
                      <a:pt x="28" y="35"/>
                      <a:pt x="28" y="34"/>
                    </a:cubicBezTo>
                    <a:cubicBezTo>
                      <a:pt x="28" y="30"/>
                      <a:pt x="29" y="27"/>
                      <a:pt x="29" y="23"/>
                    </a:cubicBezTo>
                    <a:cubicBezTo>
                      <a:pt x="30" y="19"/>
                      <a:pt x="30" y="14"/>
                      <a:pt x="30" y="10"/>
                    </a:cubicBezTo>
                    <a:cubicBezTo>
                      <a:pt x="29" y="12"/>
                      <a:pt x="30" y="16"/>
                      <a:pt x="28" y="17"/>
                    </a:cubicBezTo>
                    <a:cubicBezTo>
                      <a:pt x="27" y="13"/>
                      <a:pt x="27" y="8"/>
                      <a:pt x="27" y="3"/>
                    </a:cubicBezTo>
                    <a:cubicBezTo>
                      <a:pt x="23" y="6"/>
                      <a:pt x="22" y="16"/>
                      <a:pt x="21" y="20"/>
                    </a:cubicBezTo>
                    <a:cubicBezTo>
                      <a:pt x="20" y="13"/>
                      <a:pt x="20" y="7"/>
                      <a:pt x="20" y="0"/>
                    </a:cubicBezTo>
                    <a:cubicBezTo>
                      <a:pt x="16" y="4"/>
                      <a:pt x="18" y="14"/>
                      <a:pt x="16" y="20"/>
                    </a:cubicBezTo>
                    <a:cubicBezTo>
                      <a:pt x="15" y="24"/>
                      <a:pt x="8" y="48"/>
                      <a:pt x="0" y="36"/>
                    </a:cubicBezTo>
                  </a:path>
                </a:pathLst>
              </a:custGeom>
              <a:solidFill>
                <a:srgbClr val="7B46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2391" name="Freeform 192">
                <a:extLst>
                  <a:ext uri="{FF2B5EF4-FFF2-40B4-BE49-F238E27FC236}">
                    <a16:creationId xmlns:a16="http://schemas.microsoft.com/office/drawing/2014/main" id="{685EA82E-8333-4167-87CE-6402B22E60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9" y="735"/>
                <a:ext cx="30" cy="67"/>
              </a:xfrm>
              <a:custGeom>
                <a:avLst/>
                <a:gdLst>
                  <a:gd name="T0" fmla="*/ 5 w 18"/>
                  <a:gd name="T1" fmla="*/ 141 h 40"/>
                  <a:gd name="T2" fmla="*/ 20 w 18"/>
                  <a:gd name="T3" fmla="*/ 84 h 40"/>
                  <a:gd name="T4" fmla="*/ 37 w 18"/>
                  <a:gd name="T5" fmla="*/ 0 h 40"/>
                  <a:gd name="T6" fmla="*/ 42 w 18"/>
                  <a:gd name="T7" fmla="*/ 99 h 40"/>
                  <a:gd name="T8" fmla="*/ 55 w 18"/>
                  <a:gd name="T9" fmla="*/ 34 h 40"/>
                  <a:gd name="T10" fmla="*/ 63 w 18"/>
                  <a:gd name="T11" fmla="*/ 70 h 40"/>
                  <a:gd name="T12" fmla="*/ 83 w 18"/>
                  <a:gd name="T13" fmla="*/ 37 h 40"/>
                  <a:gd name="T14" fmla="*/ 75 w 18"/>
                  <a:gd name="T15" fmla="*/ 112 h 40"/>
                  <a:gd name="T16" fmla="*/ 70 w 18"/>
                  <a:gd name="T17" fmla="*/ 183 h 40"/>
                  <a:gd name="T18" fmla="*/ 33 w 18"/>
                  <a:gd name="T19" fmla="*/ 166 h 4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8" h="40">
                    <a:moveTo>
                      <a:pt x="1" y="30"/>
                    </a:moveTo>
                    <a:cubicBezTo>
                      <a:pt x="0" y="28"/>
                      <a:pt x="4" y="21"/>
                      <a:pt x="4" y="18"/>
                    </a:cubicBezTo>
                    <a:cubicBezTo>
                      <a:pt x="6" y="12"/>
                      <a:pt x="7" y="6"/>
                      <a:pt x="8" y="0"/>
                    </a:cubicBezTo>
                    <a:cubicBezTo>
                      <a:pt x="7" y="6"/>
                      <a:pt x="7" y="15"/>
                      <a:pt x="9" y="21"/>
                    </a:cubicBezTo>
                    <a:cubicBezTo>
                      <a:pt x="10" y="16"/>
                      <a:pt x="9" y="11"/>
                      <a:pt x="12" y="7"/>
                    </a:cubicBezTo>
                    <a:cubicBezTo>
                      <a:pt x="14" y="9"/>
                      <a:pt x="13" y="13"/>
                      <a:pt x="14" y="15"/>
                    </a:cubicBezTo>
                    <a:cubicBezTo>
                      <a:pt x="16" y="14"/>
                      <a:pt x="17" y="11"/>
                      <a:pt x="18" y="8"/>
                    </a:cubicBezTo>
                    <a:cubicBezTo>
                      <a:pt x="18" y="13"/>
                      <a:pt x="16" y="19"/>
                      <a:pt x="16" y="24"/>
                    </a:cubicBezTo>
                    <a:cubicBezTo>
                      <a:pt x="16" y="26"/>
                      <a:pt x="17" y="38"/>
                      <a:pt x="15" y="39"/>
                    </a:cubicBezTo>
                    <a:cubicBezTo>
                      <a:pt x="13" y="40"/>
                      <a:pt x="7" y="37"/>
                      <a:pt x="7" y="35"/>
                    </a:cubicBezTo>
                  </a:path>
                </a:pathLst>
              </a:custGeom>
              <a:solidFill>
                <a:srgbClr val="7B46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2392" name="Freeform 193">
                <a:extLst>
                  <a:ext uri="{FF2B5EF4-FFF2-40B4-BE49-F238E27FC236}">
                    <a16:creationId xmlns:a16="http://schemas.microsoft.com/office/drawing/2014/main" id="{4E63FB19-6F78-4593-95DE-7B53B3EA56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7" y="747"/>
                <a:ext cx="37" cy="83"/>
              </a:xfrm>
              <a:custGeom>
                <a:avLst/>
                <a:gdLst>
                  <a:gd name="T0" fmla="*/ 0 w 22"/>
                  <a:gd name="T1" fmla="*/ 166 h 50"/>
                  <a:gd name="T2" fmla="*/ 34 w 22"/>
                  <a:gd name="T3" fmla="*/ 116 h 50"/>
                  <a:gd name="T4" fmla="*/ 54 w 22"/>
                  <a:gd name="T5" fmla="*/ 33 h 50"/>
                  <a:gd name="T6" fmla="*/ 54 w 22"/>
                  <a:gd name="T7" fmla="*/ 126 h 50"/>
                  <a:gd name="T8" fmla="*/ 71 w 22"/>
                  <a:gd name="T9" fmla="*/ 70 h 50"/>
                  <a:gd name="T10" fmla="*/ 84 w 22"/>
                  <a:gd name="T11" fmla="*/ 0 h 50"/>
                  <a:gd name="T12" fmla="*/ 84 w 22"/>
                  <a:gd name="T13" fmla="*/ 91 h 50"/>
                  <a:gd name="T14" fmla="*/ 96 w 22"/>
                  <a:gd name="T15" fmla="*/ 63 h 50"/>
                  <a:gd name="T16" fmla="*/ 96 w 22"/>
                  <a:gd name="T17" fmla="*/ 179 h 50"/>
                  <a:gd name="T18" fmla="*/ 96 w 22"/>
                  <a:gd name="T19" fmla="*/ 168 h 50"/>
                  <a:gd name="T20" fmla="*/ 84 w 22"/>
                  <a:gd name="T21" fmla="*/ 222 h 50"/>
                  <a:gd name="T22" fmla="*/ 37 w 22"/>
                  <a:gd name="T23" fmla="*/ 201 h 5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2" h="50">
                    <a:moveTo>
                      <a:pt x="0" y="36"/>
                    </a:moveTo>
                    <a:cubicBezTo>
                      <a:pt x="3" y="33"/>
                      <a:pt x="5" y="29"/>
                      <a:pt x="7" y="25"/>
                    </a:cubicBezTo>
                    <a:cubicBezTo>
                      <a:pt x="9" y="19"/>
                      <a:pt x="9" y="12"/>
                      <a:pt x="11" y="7"/>
                    </a:cubicBezTo>
                    <a:cubicBezTo>
                      <a:pt x="13" y="12"/>
                      <a:pt x="12" y="21"/>
                      <a:pt x="11" y="28"/>
                    </a:cubicBezTo>
                    <a:cubicBezTo>
                      <a:pt x="13" y="24"/>
                      <a:pt x="14" y="19"/>
                      <a:pt x="15" y="15"/>
                    </a:cubicBezTo>
                    <a:cubicBezTo>
                      <a:pt x="16" y="10"/>
                      <a:pt x="16" y="4"/>
                      <a:pt x="18" y="0"/>
                    </a:cubicBezTo>
                    <a:cubicBezTo>
                      <a:pt x="19" y="6"/>
                      <a:pt x="19" y="14"/>
                      <a:pt x="18" y="20"/>
                    </a:cubicBezTo>
                    <a:cubicBezTo>
                      <a:pt x="20" y="18"/>
                      <a:pt x="20" y="16"/>
                      <a:pt x="20" y="14"/>
                    </a:cubicBezTo>
                    <a:cubicBezTo>
                      <a:pt x="21" y="22"/>
                      <a:pt x="20" y="31"/>
                      <a:pt x="20" y="39"/>
                    </a:cubicBezTo>
                    <a:cubicBezTo>
                      <a:pt x="20" y="38"/>
                      <a:pt x="20" y="38"/>
                      <a:pt x="20" y="37"/>
                    </a:cubicBezTo>
                    <a:cubicBezTo>
                      <a:pt x="22" y="39"/>
                      <a:pt x="21" y="48"/>
                      <a:pt x="18" y="49"/>
                    </a:cubicBezTo>
                    <a:cubicBezTo>
                      <a:pt x="16" y="50"/>
                      <a:pt x="9" y="45"/>
                      <a:pt x="8" y="44"/>
                    </a:cubicBezTo>
                  </a:path>
                </a:pathLst>
              </a:custGeom>
              <a:solidFill>
                <a:srgbClr val="7B46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2393" name="Freeform 194">
                <a:extLst>
                  <a:ext uri="{FF2B5EF4-FFF2-40B4-BE49-F238E27FC236}">
                    <a16:creationId xmlns:a16="http://schemas.microsoft.com/office/drawing/2014/main" id="{4D501E83-C364-4723-B9E5-E5DFC8E676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5" y="820"/>
                <a:ext cx="79" cy="67"/>
              </a:xfrm>
              <a:custGeom>
                <a:avLst/>
                <a:gdLst>
                  <a:gd name="T0" fmla="*/ 0 w 47"/>
                  <a:gd name="T1" fmla="*/ 50 h 40"/>
                  <a:gd name="T2" fmla="*/ 84 w 47"/>
                  <a:gd name="T3" fmla="*/ 62 h 40"/>
                  <a:gd name="T4" fmla="*/ 57 w 47"/>
                  <a:gd name="T5" fmla="*/ 42 h 40"/>
                  <a:gd name="T6" fmla="*/ 161 w 47"/>
                  <a:gd name="T7" fmla="*/ 109 h 40"/>
                  <a:gd name="T8" fmla="*/ 155 w 47"/>
                  <a:gd name="T9" fmla="*/ 90 h 40"/>
                  <a:gd name="T10" fmla="*/ 224 w 47"/>
                  <a:gd name="T11" fmla="*/ 188 h 40"/>
                  <a:gd name="T12" fmla="*/ 200 w 47"/>
                  <a:gd name="T13" fmla="*/ 70 h 40"/>
                  <a:gd name="T14" fmla="*/ 133 w 47"/>
                  <a:gd name="T15" fmla="*/ 13 h 40"/>
                  <a:gd name="T16" fmla="*/ 57 w 47"/>
                  <a:gd name="T17" fmla="*/ 0 h 4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7" h="40">
                    <a:moveTo>
                      <a:pt x="0" y="11"/>
                    </a:moveTo>
                    <a:cubicBezTo>
                      <a:pt x="4" y="8"/>
                      <a:pt x="14" y="9"/>
                      <a:pt x="18" y="13"/>
                    </a:cubicBezTo>
                    <a:cubicBezTo>
                      <a:pt x="17" y="11"/>
                      <a:pt x="15" y="9"/>
                      <a:pt x="12" y="9"/>
                    </a:cubicBezTo>
                    <a:cubicBezTo>
                      <a:pt x="23" y="10"/>
                      <a:pt x="30" y="14"/>
                      <a:pt x="34" y="23"/>
                    </a:cubicBezTo>
                    <a:cubicBezTo>
                      <a:pt x="34" y="21"/>
                      <a:pt x="34" y="20"/>
                      <a:pt x="33" y="19"/>
                    </a:cubicBezTo>
                    <a:cubicBezTo>
                      <a:pt x="39" y="25"/>
                      <a:pt x="41" y="34"/>
                      <a:pt x="47" y="40"/>
                    </a:cubicBezTo>
                    <a:cubicBezTo>
                      <a:pt x="47" y="31"/>
                      <a:pt x="47" y="24"/>
                      <a:pt x="42" y="15"/>
                    </a:cubicBezTo>
                    <a:cubicBezTo>
                      <a:pt x="38" y="10"/>
                      <a:pt x="35" y="5"/>
                      <a:pt x="28" y="3"/>
                    </a:cubicBezTo>
                    <a:cubicBezTo>
                      <a:pt x="23" y="1"/>
                      <a:pt x="15" y="2"/>
                      <a:pt x="12" y="0"/>
                    </a:cubicBezTo>
                  </a:path>
                </a:pathLst>
              </a:custGeom>
              <a:solidFill>
                <a:srgbClr val="7B46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2394" name="Freeform 195">
                <a:extLst>
                  <a:ext uri="{FF2B5EF4-FFF2-40B4-BE49-F238E27FC236}">
                    <a16:creationId xmlns:a16="http://schemas.microsoft.com/office/drawing/2014/main" id="{FE50B277-4BF8-4A47-A937-5435639BFC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8" y="828"/>
                <a:ext cx="69" cy="80"/>
              </a:xfrm>
              <a:custGeom>
                <a:avLst/>
                <a:gdLst>
                  <a:gd name="T0" fmla="*/ 195 w 41"/>
                  <a:gd name="T1" fmla="*/ 28 h 48"/>
                  <a:gd name="T2" fmla="*/ 96 w 41"/>
                  <a:gd name="T3" fmla="*/ 105 h 48"/>
                  <a:gd name="T4" fmla="*/ 111 w 41"/>
                  <a:gd name="T5" fmla="*/ 83 h 48"/>
                  <a:gd name="T6" fmla="*/ 42 w 41"/>
                  <a:gd name="T7" fmla="*/ 172 h 48"/>
                  <a:gd name="T8" fmla="*/ 62 w 41"/>
                  <a:gd name="T9" fmla="*/ 130 h 48"/>
                  <a:gd name="T10" fmla="*/ 29 w 41"/>
                  <a:gd name="T11" fmla="*/ 175 h 48"/>
                  <a:gd name="T12" fmla="*/ 5 w 41"/>
                  <a:gd name="T13" fmla="*/ 222 h 48"/>
                  <a:gd name="T14" fmla="*/ 29 w 41"/>
                  <a:gd name="T15" fmla="*/ 125 h 48"/>
                  <a:gd name="T16" fmla="*/ 104 w 41"/>
                  <a:gd name="T17" fmla="*/ 50 h 48"/>
                  <a:gd name="T18" fmla="*/ 175 w 41"/>
                  <a:gd name="T19" fmla="*/ 0 h 4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1" h="48">
                    <a:moveTo>
                      <a:pt x="41" y="6"/>
                    </a:moveTo>
                    <a:cubicBezTo>
                      <a:pt x="32" y="7"/>
                      <a:pt x="26" y="17"/>
                      <a:pt x="20" y="23"/>
                    </a:cubicBezTo>
                    <a:cubicBezTo>
                      <a:pt x="21" y="21"/>
                      <a:pt x="22" y="19"/>
                      <a:pt x="23" y="18"/>
                    </a:cubicBezTo>
                    <a:cubicBezTo>
                      <a:pt x="16" y="20"/>
                      <a:pt x="11" y="31"/>
                      <a:pt x="9" y="37"/>
                    </a:cubicBezTo>
                    <a:cubicBezTo>
                      <a:pt x="9" y="34"/>
                      <a:pt x="12" y="31"/>
                      <a:pt x="13" y="28"/>
                    </a:cubicBezTo>
                    <a:cubicBezTo>
                      <a:pt x="10" y="31"/>
                      <a:pt x="7" y="35"/>
                      <a:pt x="6" y="38"/>
                    </a:cubicBezTo>
                    <a:cubicBezTo>
                      <a:pt x="4" y="41"/>
                      <a:pt x="4" y="47"/>
                      <a:pt x="1" y="48"/>
                    </a:cubicBezTo>
                    <a:cubicBezTo>
                      <a:pt x="0" y="41"/>
                      <a:pt x="3" y="33"/>
                      <a:pt x="6" y="27"/>
                    </a:cubicBezTo>
                    <a:cubicBezTo>
                      <a:pt x="11" y="21"/>
                      <a:pt x="16" y="15"/>
                      <a:pt x="22" y="11"/>
                    </a:cubicBezTo>
                    <a:cubicBezTo>
                      <a:pt x="27" y="7"/>
                      <a:pt x="34" y="4"/>
                      <a:pt x="37" y="0"/>
                    </a:cubicBezTo>
                  </a:path>
                </a:pathLst>
              </a:custGeom>
              <a:solidFill>
                <a:srgbClr val="7B46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2395" name="Freeform 196">
                <a:extLst>
                  <a:ext uri="{FF2B5EF4-FFF2-40B4-BE49-F238E27FC236}">
                    <a16:creationId xmlns:a16="http://schemas.microsoft.com/office/drawing/2014/main" id="{DE69DFBC-7029-442F-BAA8-4753D39C56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5" y="823"/>
                <a:ext cx="17" cy="20"/>
              </a:xfrm>
              <a:custGeom>
                <a:avLst/>
                <a:gdLst>
                  <a:gd name="T0" fmla="*/ 34 w 10"/>
                  <a:gd name="T1" fmla="*/ 5 h 12"/>
                  <a:gd name="T2" fmla="*/ 5 w 10"/>
                  <a:gd name="T3" fmla="*/ 42 h 12"/>
                  <a:gd name="T4" fmla="*/ 29 w 10"/>
                  <a:gd name="T5" fmla="*/ 42 h 12"/>
                  <a:gd name="T6" fmla="*/ 44 w 10"/>
                  <a:gd name="T7" fmla="*/ 0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12">
                    <a:moveTo>
                      <a:pt x="7" y="1"/>
                    </a:moveTo>
                    <a:cubicBezTo>
                      <a:pt x="4" y="2"/>
                      <a:pt x="0" y="6"/>
                      <a:pt x="1" y="9"/>
                    </a:cubicBezTo>
                    <a:cubicBezTo>
                      <a:pt x="2" y="12"/>
                      <a:pt x="5" y="10"/>
                      <a:pt x="6" y="9"/>
                    </a:cubicBezTo>
                    <a:cubicBezTo>
                      <a:pt x="8" y="7"/>
                      <a:pt x="10" y="3"/>
                      <a:pt x="9" y="0"/>
                    </a:cubicBezTo>
                  </a:path>
                </a:pathLst>
              </a:custGeom>
              <a:solidFill>
                <a:srgbClr val="7B46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2396" name="Freeform 197">
                <a:extLst>
                  <a:ext uri="{FF2B5EF4-FFF2-40B4-BE49-F238E27FC236}">
                    <a16:creationId xmlns:a16="http://schemas.microsoft.com/office/drawing/2014/main" id="{6DCFA558-C1C5-4A60-9D52-C139881B2F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5" y="723"/>
                <a:ext cx="17" cy="50"/>
              </a:xfrm>
              <a:custGeom>
                <a:avLst/>
                <a:gdLst>
                  <a:gd name="T0" fmla="*/ 0 w 10"/>
                  <a:gd name="T1" fmla="*/ 117 h 30"/>
                  <a:gd name="T2" fmla="*/ 5 w 10"/>
                  <a:gd name="T3" fmla="*/ 37 h 30"/>
                  <a:gd name="T4" fmla="*/ 9 w 10"/>
                  <a:gd name="T5" fmla="*/ 62 h 30"/>
                  <a:gd name="T6" fmla="*/ 15 w 10"/>
                  <a:gd name="T7" fmla="*/ 97 h 30"/>
                  <a:gd name="T8" fmla="*/ 9 w 10"/>
                  <a:gd name="T9" fmla="*/ 22 h 30"/>
                  <a:gd name="T10" fmla="*/ 20 w 10"/>
                  <a:gd name="T11" fmla="*/ 62 h 30"/>
                  <a:gd name="T12" fmla="*/ 26 w 10"/>
                  <a:gd name="T13" fmla="*/ 0 h 30"/>
                  <a:gd name="T14" fmla="*/ 26 w 10"/>
                  <a:gd name="T15" fmla="*/ 47 h 30"/>
                  <a:gd name="T16" fmla="*/ 29 w 10"/>
                  <a:gd name="T17" fmla="*/ 97 h 30"/>
                  <a:gd name="T18" fmla="*/ 41 w 10"/>
                  <a:gd name="T19" fmla="*/ 50 h 30"/>
                  <a:gd name="T20" fmla="*/ 49 w 10"/>
                  <a:gd name="T21" fmla="*/ 138 h 3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0" h="30">
                    <a:moveTo>
                      <a:pt x="0" y="25"/>
                    </a:moveTo>
                    <a:cubicBezTo>
                      <a:pt x="2" y="19"/>
                      <a:pt x="1" y="14"/>
                      <a:pt x="1" y="8"/>
                    </a:cubicBezTo>
                    <a:cubicBezTo>
                      <a:pt x="1" y="9"/>
                      <a:pt x="2" y="11"/>
                      <a:pt x="2" y="13"/>
                    </a:cubicBezTo>
                    <a:cubicBezTo>
                      <a:pt x="2" y="16"/>
                      <a:pt x="3" y="18"/>
                      <a:pt x="3" y="21"/>
                    </a:cubicBezTo>
                    <a:cubicBezTo>
                      <a:pt x="3" y="16"/>
                      <a:pt x="2" y="11"/>
                      <a:pt x="2" y="5"/>
                    </a:cubicBezTo>
                    <a:cubicBezTo>
                      <a:pt x="3" y="8"/>
                      <a:pt x="3" y="11"/>
                      <a:pt x="4" y="13"/>
                    </a:cubicBezTo>
                    <a:cubicBezTo>
                      <a:pt x="5" y="9"/>
                      <a:pt x="4" y="4"/>
                      <a:pt x="5" y="0"/>
                    </a:cubicBezTo>
                    <a:cubicBezTo>
                      <a:pt x="5" y="3"/>
                      <a:pt x="5" y="7"/>
                      <a:pt x="5" y="10"/>
                    </a:cubicBezTo>
                    <a:cubicBezTo>
                      <a:pt x="5" y="13"/>
                      <a:pt x="4" y="18"/>
                      <a:pt x="6" y="21"/>
                    </a:cubicBezTo>
                    <a:cubicBezTo>
                      <a:pt x="8" y="19"/>
                      <a:pt x="7" y="14"/>
                      <a:pt x="8" y="11"/>
                    </a:cubicBezTo>
                    <a:cubicBezTo>
                      <a:pt x="8" y="17"/>
                      <a:pt x="7" y="25"/>
                      <a:pt x="10" y="30"/>
                    </a:cubicBezTo>
                  </a:path>
                </a:pathLst>
              </a:custGeom>
              <a:solidFill>
                <a:srgbClr val="7B46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2397" name="Freeform 198">
                <a:extLst>
                  <a:ext uri="{FF2B5EF4-FFF2-40B4-BE49-F238E27FC236}">
                    <a16:creationId xmlns:a16="http://schemas.microsoft.com/office/drawing/2014/main" id="{FAF00129-4BCC-4103-8369-E093218DEE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2" y="737"/>
                <a:ext cx="15" cy="58"/>
              </a:xfrm>
              <a:custGeom>
                <a:avLst/>
                <a:gdLst>
                  <a:gd name="T0" fmla="*/ 0 w 9"/>
                  <a:gd name="T1" fmla="*/ 124 h 35"/>
                  <a:gd name="T2" fmla="*/ 13 w 9"/>
                  <a:gd name="T3" fmla="*/ 55 h 35"/>
                  <a:gd name="T4" fmla="*/ 20 w 9"/>
                  <a:gd name="T5" fmla="*/ 0 h 35"/>
                  <a:gd name="T6" fmla="*/ 20 w 9"/>
                  <a:gd name="T7" fmla="*/ 22 h 35"/>
                  <a:gd name="T8" fmla="*/ 28 w 9"/>
                  <a:gd name="T9" fmla="*/ 85 h 35"/>
                  <a:gd name="T10" fmla="*/ 33 w 9"/>
                  <a:gd name="T11" fmla="*/ 50 h 35"/>
                  <a:gd name="T12" fmla="*/ 42 w 9"/>
                  <a:gd name="T13" fmla="*/ 13 h 35"/>
                  <a:gd name="T14" fmla="*/ 42 w 9"/>
                  <a:gd name="T15" fmla="*/ 83 h 35"/>
                  <a:gd name="T16" fmla="*/ 28 w 9"/>
                  <a:gd name="T17" fmla="*/ 159 h 35"/>
                  <a:gd name="T18" fmla="*/ 33 w 9"/>
                  <a:gd name="T19" fmla="*/ 154 h 3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9" h="35">
                    <a:moveTo>
                      <a:pt x="0" y="27"/>
                    </a:moveTo>
                    <a:cubicBezTo>
                      <a:pt x="1" y="22"/>
                      <a:pt x="2" y="17"/>
                      <a:pt x="3" y="12"/>
                    </a:cubicBezTo>
                    <a:cubicBezTo>
                      <a:pt x="4" y="9"/>
                      <a:pt x="6" y="2"/>
                      <a:pt x="4" y="0"/>
                    </a:cubicBezTo>
                    <a:cubicBezTo>
                      <a:pt x="3" y="2"/>
                      <a:pt x="4" y="3"/>
                      <a:pt x="4" y="5"/>
                    </a:cubicBezTo>
                    <a:cubicBezTo>
                      <a:pt x="5" y="9"/>
                      <a:pt x="6" y="14"/>
                      <a:pt x="6" y="19"/>
                    </a:cubicBezTo>
                    <a:cubicBezTo>
                      <a:pt x="6" y="16"/>
                      <a:pt x="7" y="14"/>
                      <a:pt x="7" y="11"/>
                    </a:cubicBezTo>
                    <a:cubicBezTo>
                      <a:pt x="8" y="9"/>
                      <a:pt x="8" y="6"/>
                      <a:pt x="9" y="3"/>
                    </a:cubicBezTo>
                    <a:cubicBezTo>
                      <a:pt x="9" y="8"/>
                      <a:pt x="9" y="13"/>
                      <a:pt x="9" y="18"/>
                    </a:cubicBezTo>
                    <a:cubicBezTo>
                      <a:pt x="9" y="23"/>
                      <a:pt x="9" y="30"/>
                      <a:pt x="6" y="35"/>
                    </a:cubicBezTo>
                    <a:cubicBezTo>
                      <a:pt x="6" y="34"/>
                      <a:pt x="6" y="34"/>
                      <a:pt x="7" y="34"/>
                    </a:cubicBezTo>
                  </a:path>
                </a:pathLst>
              </a:custGeom>
              <a:solidFill>
                <a:srgbClr val="7B46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2398" name="Freeform 199">
                <a:extLst>
                  <a:ext uri="{FF2B5EF4-FFF2-40B4-BE49-F238E27FC236}">
                    <a16:creationId xmlns:a16="http://schemas.microsoft.com/office/drawing/2014/main" id="{B8B77417-27CC-4AAE-9269-D35C4CF071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2" y="845"/>
                <a:ext cx="23" cy="58"/>
              </a:xfrm>
              <a:custGeom>
                <a:avLst/>
                <a:gdLst>
                  <a:gd name="T0" fmla="*/ 0 w 14"/>
                  <a:gd name="T1" fmla="*/ 151 h 35"/>
                  <a:gd name="T2" fmla="*/ 5 w 14"/>
                  <a:gd name="T3" fmla="*/ 28 h 35"/>
                  <a:gd name="T4" fmla="*/ 20 w 14"/>
                  <a:gd name="T5" fmla="*/ 83 h 35"/>
                  <a:gd name="T6" fmla="*/ 20 w 14"/>
                  <a:gd name="T7" fmla="*/ 20 h 35"/>
                  <a:gd name="T8" fmla="*/ 26 w 14"/>
                  <a:gd name="T9" fmla="*/ 41 h 35"/>
                  <a:gd name="T10" fmla="*/ 26 w 14"/>
                  <a:gd name="T11" fmla="*/ 0 h 35"/>
                  <a:gd name="T12" fmla="*/ 58 w 14"/>
                  <a:gd name="T13" fmla="*/ 109 h 35"/>
                  <a:gd name="T14" fmla="*/ 33 w 14"/>
                  <a:gd name="T15" fmla="*/ 159 h 3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4" h="35">
                    <a:moveTo>
                      <a:pt x="0" y="33"/>
                    </a:moveTo>
                    <a:cubicBezTo>
                      <a:pt x="2" y="26"/>
                      <a:pt x="4" y="12"/>
                      <a:pt x="1" y="6"/>
                    </a:cubicBezTo>
                    <a:cubicBezTo>
                      <a:pt x="2" y="10"/>
                      <a:pt x="3" y="14"/>
                      <a:pt x="4" y="18"/>
                    </a:cubicBezTo>
                    <a:cubicBezTo>
                      <a:pt x="4" y="14"/>
                      <a:pt x="4" y="9"/>
                      <a:pt x="4" y="4"/>
                    </a:cubicBezTo>
                    <a:cubicBezTo>
                      <a:pt x="5" y="6"/>
                      <a:pt x="5" y="7"/>
                      <a:pt x="6" y="9"/>
                    </a:cubicBezTo>
                    <a:cubicBezTo>
                      <a:pt x="7" y="6"/>
                      <a:pt x="6" y="3"/>
                      <a:pt x="6" y="0"/>
                    </a:cubicBezTo>
                    <a:cubicBezTo>
                      <a:pt x="8" y="7"/>
                      <a:pt x="14" y="15"/>
                      <a:pt x="13" y="24"/>
                    </a:cubicBezTo>
                    <a:cubicBezTo>
                      <a:pt x="12" y="28"/>
                      <a:pt x="7" y="30"/>
                      <a:pt x="7" y="35"/>
                    </a:cubicBezTo>
                  </a:path>
                </a:pathLst>
              </a:custGeom>
              <a:solidFill>
                <a:srgbClr val="7B46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2399" name="Freeform 200">
                <a:extLst>
                  <a:ext uri="{FF2B5EF4-FFF2-40B4-BE49-F238E27FC236}">
                    <a16:creationId xmlns:a16="http://schemas.microsoft.com/office/drawing/2014/main" id="{5EBE6E6B-F686-4FC2-BC39-BBF7ACE986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2" y="901"/>
                <a:ext cx="25" cy="109"/>
              </a:xfrm>
              <a:custGeom>
                <a:avLst/>
                <a:gdLst>
                  <a:gd name="T0" fmla="*/ 0 w 15"/>
                  <a:gd name="T1" fmla="*/ 307 h 65"/>
                  <a:gd name="T2" fmla="*/ 28 w 15"/>
                  <a:gd name="T3" fmla="*/ 265 h 65"/>
                  <a:gd name="T4" fmla="*/ 55 w 15"/>
                  <a:gd name="T5" fmla="*/ 208 h 65"/>
                  <a:gd name="T6" fmla="*/ 37 w 15"/>
                  <a:gd name="T7" fmla="*/ 236 h 65"/>
                  <a:gd name="T8" fmla="*/ 62 w 15"/>
                  <a:gd name="T9" fmla="*/ 166 h 65"/>
                  <a:gd name="T10" fmla="*/ 37 w 15"/>
                  <a:gd name="T11" fmla="*/ 211 h 65"/>
                  <a:gd name="T12" fmla="*/ 62 w 15"/>
                  <a:gd name="T13" fmla="*/ 117 h 65"/>
                  <a:gd name="T14" fmla="*/ 63 w 15"/>
                  <a:gd name="T15" fmla="*/ 49 h 65"/>
                  <a:gd name="T16" fmla="*/ 42 w 15"/>
                  <a:gd name="T17" fmla="*/ 117 h 65"/>
                  <a:gd name="T18" fmla="*/ 47 w 15"/>
                  <a:gd name="T19" fmla="*/ 91 h 65"/>
                  <a:gd name="T20" fmla="*/ 50 w 15"/>
                  <a:gd name="T21" fmla="*/ 42 h 65"/>
                  <a:gd name="T22" fmla="*/ 47 w 15"/>
                  <a:gd name="T23" fmla="*/ 0 h 65"/>
                  <a:gd name="T24" fmla="*/ 42 w 15"/>
                  <a:gd name="T25" fmla="*/ 37 h 65"/>
                  <a:gd name="T26" fmla="*/ 42 w 15"/>
                  <a:gd name="T27" fmla="*/ 5 h 65"/>
                  <a:gd name="T28" fmla="*/ 20 w 15"/>
                  <a:gd name="T29" fmla="*/ 96 h 65"/>
                  <a:gd name="T30" fmla="*/ 13 w 15"/>
                  <a:gd name="T31" fmla="*/ 221 h 65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5" h="65">
                    <a:moveTo>
                      <a:pt x="0" y="65"/>
                    </a:moveTo>
                    <a:cubicBezTo>
                      <a:pt x="3" y="64"/>
                      <a:pt x="4" y="58"/>
                      <a:pt x="6" y="56"/>
                    </a:cubicBezTo>
                    <a:cubicBezTo>
                      <a:pt x="8" y="52"/>
                      <a:pt x="10" y="48"/>
                      <a:pt x="12" y="44"/>
                    </a:cubicBezTo>
                    <a:cubicBezTo>
                      <a:pt x="10" y="45"/>
                      <a:pt x="9" y="48"/>
                      <a:pt x="8" y="50"/>
                    </a:cubicBezTo>
                    <a:cubicBezTo>
                      <a:pt x="8" y="45"/>
                      <a:pt x="13" y="40"/>
                      <a:pt x="13" y="35"/>
                    </a:cubicBezTo>
                    <a:cubicBezTo>
                      <a:pt x="11" y="38"/>
                      <a:pt x="9" y="41"/>
                      <a:pt x="8" y="45"/>
                    </a:cubicBezTo>
                    <a:cubicBezTo>
                      <a:pt x="10" y="39"/>
                      <a:pt x="12" y="32"/>
                      <a:pt x="13" y="25"/>
                    </a:cubicBezTo>
                    <a:cubicBezTo>
                      <a:pt x="13" y="21"/>
                      <a:pt x="15" y="14"/>
                      <a:pt x="14" y="10"/>
                    </a:cubicBezTo>
                    <a:cubicBezTo>
                      <a:pt x="13" y="16"/>
                      <a:pt x="10" y="20"/>
                      <a:pt x="9" y="25"/>
                    </a:cubicBezTo>
                    <a:cubicBezTo>
                      <a:pt x="9" y="23"/>
                      <a:pt x="10" y="21"/>
                      <a:pt x="10" y="19"/>
                    </a:cubicBezTo>
                    <a:cubicBezTo>
                      <a:pt x="11" y="16"/>
                      <a:pt x="11" y="13"/>
                      <a:pt x="11" y="9"/>
                    </a:cubicBezTo>
                    <a:cubicBezTo>
                      <a:pt x="11" y="6"/>
                      <a:pt x="11" y="3"/>
                      <a:pt x="10" y="0"/>
                    </a:cubicBezTo>
                    <a:cubicBezTo>
                      <a:pt x="10" y="2"/>
                      <a:pt x="9" y="5"/>
                      <a:pt x="9" y="8"/>
                    </a:cubicBezTo>
                    <a:cubicBezTo>
                      <a:pt x="9" y="5"/>
                      <a:pt x="9" y="3"/>
                      <a:pt x="9" y="1"/>
                    </a:cubicBezTo>
                    <a:cubicBezTo>
                      <a:pt x="8" y="7"/>
                      <a:pt x="6" y="14"/>
                      <a:pt x="4" y="20"/>
                    </a:cubicBezTo>
                    <a:cubicBezTo>
                      <a:pt x="3" y="29"/>
                      <a:pt x="3" y="38"/>
                      <a:pt x="3" y="47"/>
                    </a:cubicBezTo>
                  </a:path>
                </a:pathLst>
              </a:custGeom>
              <a:solidFill>
                <a:srgbClr val="7B46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2400" name="Freeform 201">
                <a:extLst>
                  <a:ext uri="{FF2B5EF4-FFF2-40B4-BE49-F238E27FC236}">
                    <a16:creationId xmlns:a16="http://schemas.microsoft.com/office/drawing/2014/main" id="{00D822F2-1460-420D-9312-B903036926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0" y="903"/>
                <a:ext cx="27" cy="102"/>
              </a:xfrm>
              <a:custGeom>
                <a:avLst/>
                <a:gdLst>
                  <a:gd name="T0" fmla="*/ 71 w 16"/>
                  <a:gd name="T1" fmla="*/ 286 h 61"/>
                  <a:gd name="T2" fmla="*/ 62 w 16"/>
                  <a:gd name="T3" fmla="*/ 251 h 61"/>
                  <a:gd name="T4" fmla="*/ 41 w 16"/>
                  <a:gd name="T5" fmla="*/ 196 h 61"/>
                  <a:gd name="T6" fmla="*/ 20 w 16"/>
                  <a:gd name="T7" fmla="*/ 140 h 61"/>
                  <a:gd name="T8" fmla="*/ 41 w 16"/>
                  <a:gd name="T9" fmla="*/ 179 h 61"/>
                  <a:gd name="T10" fmla="*/ 0 w 16"/>
                  <a:gd name="T11" fmla="*/ 47 h 61"/>
                  <a:gd name="T12" fmla="*/ 34 w 16"/>
                  <a:gd name="T13" fmla="*/ 125 h 61"/>
                  <a:gd name="T14" fmla="*/ 20 w 16"/>
                  <a:gd name="T15" fmla="*/ 50 h 61"/>
                  <a:gd name="T16" fmla="*/ 14 w 16"/>
                  <a:gd name="T17" fmla="*/ 0 h 61"/>
                  <a:gd name="T18" fmla="*/ 29 w 16"/>
                  <a:gd name="T19" fmla="*/ 47 h 61"/>
                  <a:gd name="T20" fmla="*/ 29 w 16"/>
                  <a:gd name="T21" fmla="*/ 0 h 61"/>
                  <a:gd name="T22" fmla="*/ 62 w 16"/>
                  <a:gd name="T23" fmla="*/ 90 h 61"/>
                  <a:gd name="T24" fmla="*/ 69 w 16"/>
                  <a:gd name="T25" fmla="*/ 166 h 61"/>
                  <a:gd name="T26" fmla="*/ 78 w 16"/>
                  <a:gd name="T27" fmla="*/ 242 h 6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6" h="61">
                    <a:moveTo>
                      <a:pt x="15" y="61"/>
                    </a:moveTo>
                    <a:cubicBezTo>
                      <a:pt x="14" y="59"/>
                      <a:pt x="14" y="56"/>
                      <a:pt x="13" y="54"/>
                    </a:cubicBezTo>
                    <a:cubicBezTo>
                      <a:pt x="12" y="49"/>
                      <a:pt x="10" y="46"/>
                      <a:pt x="8" y="42"/>
                    </a:cubicBezTo>
                    <a:cubicBezTo>
                      <a:pt x="6" y="38"/>
                      <a:pt x="4" y="34"/>
                      <a:pt x="4" y="30"/>
                    </a:cubicBezTo>
                    <a:cubicBezTo>
                      <a:pt x="5" y="33"/>
                      <a:pt x="7" y="36"/>
                      <a:pt x="8" y="38"/>
                    </a:cubicBezTo>
                    <a:cubicBezTo>
                      <a:pt x="4" y="30"/>
                      <a:pt x="2" y="19"/>
                      <a:pt x="0" y="10"/>
                    </a:cubicBezTo>
                    <a:cubicBezTo>
                      <a:pt x="2" y="16"/>
                      <a:pt x="4" y="22"/>
                      <a:pt x="7" y="27"/>
                    </a:cubicBezTo>
                    <a:cubicBezTo>
                      <a:pt x="5" y="22"/>
                      <a:pt x="4" y="16"/>
                      <a:pt x="4" y="11"/>
                    </a:cubicBezTo>
                    <a:cubicBezTo>
                      <a:pt x="4" y="8"/>
                      <a:pt x="3" y="3"/>
                      <a:pt x="3" y="0"/>
                    </a:cubicBezTo>
                    <a:cubicBezTo>
                      <a:pt x="5" y="3"/>
                      <a:pt x="4" y="7"/>
                      <a:pt x="6" y="10"/>
                    </a:cubicBezTo>
                    <a:cubicBezTo>
                      <a:pt x="6" y="7"/>
                      <a:pt x="5" y="3"/>
                      <a:pt x="6" y="0"/>
                    </a:cubicBezTo>
                    <a:cubicBezTo>
                      <a:pt x="8" y="6"/>
                      <a:pt x="11" y="12"/>
                      <a:pt x="13" y="19"/>
                    </a:cubicBezTo>
                    <a:cubicBezTo>
                      <a:pt x="14" y="24"/>
                      <a:pt x="14" y="29"/>
                      <a:pt x="14" y="35"/>
                    </a:cubicBezTo>
                    <a:cubicBezTo>
                      <a:pt x="15" y="41"/>
                      <a:pt x="16" y="46"/>
                      <a:pt x="16" y="52"/>
                    </a:cubicBezTo>
                  </a:path>
                </a:pathLst>
              </a:custGeom>
              <a:solidFill>
                <a:srgbClr val="7B46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2401" name="Freeform 202">
                <a:extLst>
                  <a:ext uri="{FF2B5EF4-FFF2-40B4-BE49-F238E27FC236}">
                    <a16:creationId xmlns:a16="http://schemas.microsoft.com/office/drawing/2014/main" id="{E295A6D0-3CA4-40FE-A3D6-4771972283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7" y="976"/>
                <a:ext cx="25" cy="75"/>
              </a:xfrm>
              <a:custGeom>
                <a:avLst/>
                <a:gdLst>
                  <a:gd name="T0" fmla="*/ 37 w 15"/>
                  <a:gd name="T1" fmla="*/ 0 h 45"/>
                  <a:gd name="T2" fmla="*/ 37 w 15"/>
                  <a:gd name="T3" fmla="*/ 28 h 45"/>
                  <a:gd name="T4" fmla="*/ 33 w 15"/>
                  <a:gd name="T5" fmla="*/ 62 h 45"/>
                  <a:gd name="T6" fmla="*/ 22 w 15"/>
                  <a:gd name="T7" fmla="*/ 117 h 45"/>
                  <a:gd name="T8" fmla="*/ 8 w 15"/>
                  <a:gd name="T9" fmla="*/ 208 h 45"/>
                  <a:gd name="T10" fmla="*/ 42 w 15"/>
                  <a:gd name="T11" fmla="*/ 120 h 45"/>
                  <a:gd name="T12" fmla="*/ 62 w 15"/>
                  <a:gd name="T13" fmla="*/ 8 h 4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45">
                    <a:moveTo>
                      <a:pt x="8" y="0"/>
                    </a:moveTo>
                    <a:cubicBezTo>
                      <a:pt x="7" y="2"/>
                      <a:pt x="8" y="4"/>
                      <a:pt x="8" y="6"/>
                    </a:cubicBezTo>
                    <a:cubicBezTo>
                      <a:pt x="8" y="9"/>
                      <a:pt x="7" y="11"/>
                      <a:pt x="7" y="13"/>
                    </a:cubicBezTo>
                    <a:cubicBezTo>
                      <a:pt x="7" y="17"/>
                      <a:pt x="6" y="21"/>
                      <a:pt x="5" y="25"/>
                    </a:cubicBezTo>
                    <a:cubicBezTo>
                      <a:pt x="4" y="31"/>
                      <a:pt x="0" y="39"/>
                      <a:pt x="2" y="45"/>
                    </a:cubicBezTo>
                    <a:cubicBezTo>
                      <a:pt x="2" y="38"/>
                      <a:pt x="7" y="32"/>
                      <a:pt x="9" y="26"/>
                    </a:cubicBezTo>
                    <a:cubicBezTo>
                      <a:pt x="11" y="18"/>
                      <a:pt x="15" y="11"/>
                      <a:pt x="13" y="2"/>
                    </a:cubicBezTo>
                  </a:path>
                </a:pathLst>
              </a:custGeom>
              <a:solidFill>
                <a:srgbClr val="7B46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2402" name="Freeform 203">
                <a:extLst>
                  <a:ext uri="{FF2B5EF4-FFF2-40B4-BE49-F238E27FC236}">
                    <a16:creationId xmlns:a16="http://schemas.microsoft.com/office/drawing/2014/main" id="{CFD94CFC-844B-4B0D-AA8E-8F64570FD4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0" y="960"/>
                <a:ext cx="17" cy="78"/>
              </a:xfrm>
              <a:custGeom>
                <a:avLst/>
                <a:gdLst>
                  <a:gd name="T0" fmla="*/ 26 w 10"/>
                  <a:gd name="T1" fmla="*/ 0 h 47"/>
                  <a:gd name="T2" fmla="*/ 20 w 10"/>
                  <a:gd name="T3" fmla="*/ 55 h 47"/>
                  <a:gd name="T4" fmla="*/ 29 w 10"/>
                  <a:gd name="T5" fmla="*/ 105 h 47"/>
                  <a:gd name="T6" fmla="*/ 49 w 10"/>
                  <a:gd name="T7" fmla="*/ 214 h 47"/>
                  <a:gd name="T8" fmla="*/ 20 w 10"/>
                  <a:gd name="T9" fmla="*/ 141 h 47"/>
                  <a:gd name="T10" fmla="*/ 0 w 10"/>
                  <a:gd name="T11" fmla="*/ 46 h 4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" h="47">
                    <a:moveTo>
                      <a:pt x="5" y="0"/>
                    </a:moveTo>
                    <a:cubicBezTo>
                      <a:pt x="4" y="3"/>
                      <a:pt x="4" y="9"/>
                      <a:pt x="4" y="12"/>
                    </a:cubicBezTo>
                    <a:cubicBezTo>
                      <a:pt x="4" y="16"/>
                      <a:pt x="5" y="19"/>
                      <a:pt x="6" y="23"/>
                    </a:cubicBezTo>
                    <a:cubicBezTo>
                      <a:pt x="8" y="31"/>
                      <a:pt x="10" y="39"/>
                      <a:pt x="10" y="47"/>
                    </a:cubicBezTo>
                    <a:cubicBezTo>
                      <a:pt x="8" y="41"/>
                      <a:pt x="8" y="36"/>
                      <a:pt x="4" y="31"/>
                    </a:cubicBezTo>
                    <a:cubicBezTo>
                      <a:pt x="1" y="25"/>
                      <a:pt x="0" y="16"/>
                      <a:pt x="0" y="10"/>
                    </a:cubicBezTo>
                  </a:path>
                </a:pathLst>
              </a:custGeom>
              <a:solidFill>
                <a:srgbClr val="7B46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2403" name="Freeform 204">
                <a:extLst>
                  <a:ext uri="{FF2B5EF4-FFF2-40B4-BE49-F238E27FC236}">
                    <a16:creationId xmlns:a16="http://schemas.microsoft.com/office/drawing/2014/main" id="{6F90463D-4169-47B7-B61D-E5328F771C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6" y="838"/>
                <a:ext cx="28" cy="110"/>
              </a:xfrm>
              <a:custGeom>
                <a:avLst/>
                <a:gdLst>
                  <a:gd name="T0" fmla="*/ 5 w 17"/>
                  <a:gd name="T1" fmla="*/ 138 h 66"/>
                  <a:gd name="T2" fmla="*/ 58 w 17"/>
                  <a:gd name="T3" fmla="*/ 0 h 66"/>
                  <a:gd name="T4" fmla="*/ 35 w 17"/>
                  <a:gd name="T5" fmla="*/ 105 h 66"/>
                  <a:gd name="T6" fmla="*/ 49 w 17"/>
                  <a:gd name="T7" fmla="*/ 70 h 66"/>
                  <a:gd name="T8" fmla="*/ 49 w 17"/>
                  <a:gd name="T9" fmla="*/ 112 h 66"/>
                  <a:gd name="T10" fmla="*/ 54 w 17"/>
                  <a:gd name="T11" fmla="*/ 75 h 66"/>
                  <a:gd name="T12" fmla="*/ 49 w 17"/>
                  <a:gd name="T13" fmla="*/ 138 h 66"/>
                  <a:gd name="T14" fmla="*/ 58 w 17"/>
                  <a:gd name="T15" fmla="*/ 117 h 66"/>
                  <a:gd name="T16" fmla="*/ 54 w 17"/>
                  <a:gd name="T17" fmla="*/ 172 h 66"/>
                  <a:gd name="T18" fmla="*/ 63 w 17"/>
                  <a:gd name="T19" fmla="*/ 153 h 66"/>
                  <a:gd name="T20" fmla="*/ 63 w 17"/>
                  <a:gd name="T21" fmla="*/ 217 h 66"/>
                  <a:gd name="T22" fmla="*/ 68 w 17"/>
                  <a:gd name="T23" fmla="*/ 208 h 66"/>
                  <a:gd name="T24" fmla="*/ 49 w 17"/>
                  <a:gd name="T25" fmla="*/ 305 h 66"/>
                  <a:gd name="T26" fmla="*/ 13 w 17"/>
                  <a:gd name="T27" fmla="*/ 195 h 6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7" h="66">
                    <a:moveTo>
                      <a:pt x="1" y="30"/>
                    </a:moveTo>
                    <a:cubicBezTo>
                      <a:pt x="0" y="20"/>
                      <a:pt x="9" y="9"/>
                      <a:pt x="13" y="0"/>
                    </a:cubicBezTo>
                    <a:cubicBezTo>
                      <a:pt x="12" y="7"/>
                      <a:pt x="11" y="17"/>
                      <a:pt x="8" y="23"/>
                    </a:cubicBezTo>
                    <a:cubicBezTo>
                      <a:pt x="9" y="20"/>
                      <a:pt x="10" y="17"/>
                      <a:pt x="11" y="15"/>
                    </a:cubicBezTo>
                    <a:cubicBezTo>
                      <a:pt x="11" y="18"/>
                      <a:pt x="11" y="21"/>
                      <a:pt x="11" y="24"/>
                    </a:cubicBezTo>
                    <a:cubicBezTo>
                      <a:pt x="11" y="21"/>
                      <a:pt x="11" y="19"/>
                      <a:pt x="12" y="16"/>
                    </a:cubicBezTo>
                    <a:cubicBezTo>
                      <a:pt x="13" y="21"/>
                      <a:pt x="11" y="27"/>
                      <a:pt x="11" y="30"/>
                    </a:cubicBezTo>
                    <a:cubicBezTo>
                      <a:pt x="12" y="28"/>
                      <a:pt x="12" y="27"/>
                      <a:pt x="13" y="25"/>
                    </a:cubicBezTo>
                    <a:cubicBezTo>
                      <a:pt x="13" y="29"/>
                      <a:pt x="12" y="33"/>
                      <a:pt x="12" y="37"/>
                    </a:cubicBezTo>
                    <a:cubicBezTo>
                      <a:pt x="13" y="35"/>
                      <a:pt x="13" y="34"/>
                      <a:pt x="14" y="33"/>
                    </a:cubicBezTo>
                    <a:cubicBezTo>
                      <a:pt x="15" y="36"/>
                      <a:pt x="15" y="44"/>
                      <a:pt x="14" y="47"/>
                    </a:cubicBezTo>
                    <a:cubicBezTo>
                      <a:pt x="14" y="46"/>
                      <a:pt x="15" y="46"/>
                      <a:pt x="15" y="45"/>
                    </a:cubicBezTo>
                    <a:cubicBezTo>
                      <a:pt x="17" y="51"/>
                      <a:pt x="14" y="61"/>
                      <a:pt x="11" y="66"/>
                    </a:cubicBezTo>
                    <a:cubicBezTo>
                      <a:pt x="7" y="58"/>
                      <a:pt x="2" y="51"/>
                      <a:pt x="3" y="42"/>
                    </a:cubicBezTo>
                  </a:path>
                </a:pathLst>
              </a:custGeom>
              <a:solidFill>
                <a:srgbClr val="7B46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</p:grpSp>
        <p:grpSp>
          <p:nvGrpSpPr>
            <p:cNvPr id="34576" name="Group 205">
              <a:extLst>
                <a:ext uri="{FF2B5EF4-FFF2-40B4-BE49-F238E27FC236}">
                  <a16:creationId xmlns:a16="http://schemas.microsoft.com/office/drawing/2014/main" id="{4A3E6899-7DEF-4616-A46C-08C37CE277A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238" y="825"/>
              <a:ext cx="927" cy="2813"/>
              <a:chOff x="3238" y="825"/>
              <a:chExt cx="927" cy="2813"/>
            </a:xfrm>
          </p:grpSpPr>
          <p:sp>
            <p:nvSpPr>
              <p:cNvPr id="34660" name="Freeform 206">
                <a:extLst>
                  <a:ext uri="{FF2B5EF4-FFF2-40B4-BE49-F238E27FC236}">
                    <a16:creationId xmlns:a16="http://schemas.microsoft.com/office/drawing/2014/main" id="{F49A73C5-CE44-41C4-A1CF-B3DBBC3327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4" y="825"/>
                <a:ext cx="18" cy="67"/>
              </a:xfrm>
              <a:custGeom>
                <a:avLst/>
                <a:gdLst>
                  <a:gd name="T0" fmla="*/ 0 w 11"/>
                  <a:gd name="T1" fmla="*/ 112 h 40"/>
                  <a:gd name="T2" fmla="*/ 29 w 11"/>
                  <a:gd name="T3" fmla="*/ 0 h 40"/>
                  <a:gd name="T4" fmla="*/ 29 w 11"/>
                  <a:gd name="T5" fmla="*/ 0 h 40"/>
                  <a:gd name="T6" fmla="*/ 8 w 11"/>
                  <a:gd name="T7" fmla="*/ 112 h 40"/>
                  <a:gd name="T8" fmla="*/ 34 w 11"/>
                  <a:gd name="T9" fmla="*/ 37 h 40"/>
                  <a:gd name="T10" fmla="*/ 26 w 11"/>
                  <a:gd name="T11" fmla="*/ 95 h 40"/>
                  <a:gd name="T12" fmla="*/ 47 w 11"/>
                  <a:gd name="T13" fmla="*/ 22 h 40"/>
                  <a:gd name="T14" fmla="*/ 34 w 11"/>
                  <a:gd name="T15" fmla="*/ 109 h 40"/>
                  <a:gd name="T16" fmla="*/ 43 w 11"/>
                  <a:gd name="T17" fmla="*/ 70 h 40"/>
                  <a:gd name="T18" fmla="*/ 29 w 11"/>
                  <a:gd name="T19" fmla="*/ 188 h 40"/>
                  <a:gd name="T20" fmla="*/ 13 w 11"/>
                  <a:gd name="T21" fmla="*/ 166 h 4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1" h="40">
                    <a:moveTo>
                      <a:pt x="0" y="24"/>
                    </a:moveTo>
                    <a:cubicBezTo>
                      <a:pt x="0" y="16"/>
                      <a:pt x="3" y="6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7" y="8"/>
                      <a:pt x="2" y="16"/>
                      <a:pt x="2" y="24"/>
                    </a:cubicBezTo>
                    <a:cubicBezTo>
                      <a:pt x="3" y="19"/>
                      <a:pt x="5" y="12"/>
                      <a:pt x="8" y="8"/>
                    </a:cubicBezTo>
                    <a:cubicBezTo>
                      <a:pt x="8" y="12"/>
                      <a:pt x="6" y="16"/>
                      <a:pt x="6" y="20"/>
                    </a:cubicBezTo>
                    <a:cubicBezTo>
                      <a:pt x="7" y="15"/>
                      <a:pt x="10" y="10"/>
                      <a:pt x="11" y="5"/>
                    </a:cubicBezTo>
                    <a:cubicBezTo>
                      <a:pt x="11" y="11"/>
                      <a:pt x="8" y="17"/>
                      <a:pt x="8" y="23"/>
                    </a:cubicBezTo>
                    <a:cubicBezTo>
                      <a:pt x="9" y="20"/>
                      <a:pt x="10" y="17"/>
                      <a:pt x="10" y="15"/>
                    </a:cubicBezTo>
                    <a:cubicBezTo>
                      <a:pt x="11" y="23"/>
                      <a:pt x="9" y="33"/>
                      <a:pt x="7" y="40"/>
                    </a:cubicBezTo>
                    <a:cubicBezTo>
                      <a:pt x="5" y="39"/>
                      <a:pt x="3" y="36"/>
                      <a:pt x="3" y="35"/>
                    </a:cubicBezTo>
                  </a:path>
                </a:pathLst>
              </a:custGeom>
              <a:solidFill>
                <a:srgbClr val="7B46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661" name="Freeform 207">
                <a:extLst>
                  <a:ext uri="{FF2B5EF4-FFF2-40B4-BE49-F238E27FC236}">
                    <a16:creationId xmlns:a16="http://schemas.microsoft.com/office/drawing/2014/main" id="{3A277B60-74AA-4D00-A107-26FEEC6459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1" y="1341"/>
                <a:ext cx="212" cy="1090"/>
              </a:xfrm>
              <a:custGeom>
                <a:avLst/>
                <a:gdLst>
                  <a:gd name="T0" fmla="*/ 0 w 127"/>
                  <a:gd name="T1" fmla="*/ 0 h 655"/>
                  <a:gd name="T2" fmla="*/ 332 w 127"/>
                  <a:gd name="T3" fmla="*/ 359 h 655"/>
                  <a:gd name="T4" fmla="*/ 341 w 127"/>
                  <a:gd name="T5" fmla="*/ 709 h 655"/>
                  <a:gd name="T6" fmla="*/ 429 w 127"/>
                  <a:gd name="T7" fmla="*/ 1448 h 655"/>
                  <a:gd name="T8" fmla="*/ 459 w 127"/>
                  <a:gd name="T9" fmla="*/ 1694 h 655"/>
                  <a:gd name="T10" fmla="*/ 516 w 127"/>
                  <a:gd name="T11" fmla="*/ 2423 h 655"/>
                  <a:gd name="T12" fmla="*/ 544 w 127"/>
                  <a:gd name="T13" fmla="*/ 2644 h 655"/>
                  <a:gd name="T14" fmla="*/ 578 w 127"/>
                  <a:gd name="T15" fmla="*/ 2819 h 655"/>
                  <a:gd name="T16" fmla="*/ 583 w 127"/>
                  <a:gd name="T17" fmla="*/ 2907 h 655"/>
                  <a:gd name="T18" fmla="*/ 578 w 127"/>
                  <a:gd name="T19" fmla="*/ 2972 h 655"/>
                  <a:gd name="T20" fmla="*/ 284 w 127"/>
                  <a:gd name="T21" fmla="*/ 3019 h 655"/>
                  <a:gd name="T22" fmla="*/ 287 w 127"/>
                  <a:gd name="T23" fmla="*/ 2957 h 655"/>
                  <a:gd name="T24" fmla="*/ 312 w 127"/>
                  <a:gd name="T25" fmla="*/ 2832 h 655"/>
                  <a:gd name="T26" fmla="*/ 284 w 127"/>
                  <a:gd name="T27" fmla="*/ 2719 h 655"/>
                  <a:gd name="T28" fmla="*/ 145 w 127"/>
                  <a:gd name="T29" fmla="*/ 2102 h 655"/>
                  <a:gd name="T30" fmla="*/ 88 w 127"/>
                  <a:gd name="T31" fmla="*/ 1727 h 655"/>
                  <a:gd name="T32" fmla="*/ 13 w 127"/>
                  <a:gd name="T33" fmla="*/ 1172 h 65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27" h="655">
                    <a:moveTo>
                      <a:pt x="0" y="0"/>
                    </a:moveTo>
                    <a:cubicBezTo>
                      <a:pt x="28" y="5"/>
                      <a:pt x="54" y="17"/>
                      <a:pt x="71" y="78"/>
                    </a:cubicBezTo>
                    <a:cubicBezTo>
                      <a:pt x="79" y="104"/>
                      <a:pt x="77" y="121"/>
                      <a:pt x="73" y="154"/>
                    </a:cubicBezTo>
                    <a:cubicBezTo>
                      <a:pt x="82" y="223"/>
                      <a:pt x="91" y="275"/>
                      <a:pt x="92" y="314"/>
                    </a:cubicBezTo>
                    <a:cubicBezTo>
                      <a:pt x="91" y="340"/>
                      <a:pt x="97" y="356"/>
                      <a:pt x="99" y="368"/>
                    </a:cubicBezTo>
                    <a:cubicBezTo>
                      <a:pt x="113" y="404"/>
                      <a:pt x="109" y="501"/>
                      <a:pt x="111" y="526"/>
                    </a:cubicBezTo>
                    <a:cubicBezTo>
                      <a:pt x="114" y="570"/>
                      <a:pt x="117" y="570"/>
                      <a:pt x="117" y="574"/>
                    </a:cubicBezTo>
                    <a:cubicBezTo>
                      <a:pt x="117" y="594"/>
                      <a:pt x="122" y="603"/>
                      <a:pt x="124" y="612"/>
                    </a:cubicBezTo>
                    <a:cubicBezTo>
                      <a:pt x="127" y="622"/>
                      <a:pt x="123" y="628"/>
                      <a:pt x="125" y="631"/>
                    </a:cubicBezTo>
                    <a:cubicBezTo>
                      <a:pt x="125" y="632"/>
                      <a:pt x="124" y="643"/>
                      <a:pt x="124" y="645"/>
                    </a:cubicBezTo>
                    <a:cubicBezTo>
                      <a:pt x="61" y="655"/>
                      <a:pt x="61" y="655"/>
                      <a:pt x="61" y="655"/>
                    </a:cubicBezTo>
                    <a:cubicBezTo>
                      <a:pt x="62" y="649"/>
                      <a:pt x="63" y="645"/>
                      <a:pt x="62" y="642"/>
                    </a:cubicBezTo>
                    <a:cubicBezTo>
                      <a:pt x="60" y="632"/>
                      <a:pt x="68" y="617"/>
                      <a:pt x="67" y="615"/>
                    </a:cubicBezTo>
                    <a:cubicBezTo>
                      <a:pt x="65" y="612"/>
                      <a:pt x="63" y="601"/>
                      <a:pt x="61" y="590"/>
                    </a:cubicBezTo>
                    <a:cubicBezTo>
                      <a:pt x="60" y="579"/>
                      <a:pt x="34" y="478"/>
                      <a:pt x="31" y="456"/>
                    </a:cubicBezTo>
                    <a:cubicBezTo>
                      <a:pt x="24" y="415"/>
                      <a:pt x="15" y="403"/>
                      <a:pt x="19" y="375"/>
                    </a:cubicBezTo>
                    <a:cubicBezTo>
                      <a:pt x="3" y="254"/>
                      <a:pt x="3" y="254"/>
                      <a:pt x="3" y="254"/>
                    </a:cubicBezTo>
                  </a:path>
                </a:pathLst>
              </a:custGeom>
              <a:solidFill>
                <a:srgbClr val="FEF3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662" name="Freeform 208">
                <a:extLst>
                  <a:ext uri="{FF2B5EF4-FFF2-40B4-BE49-F238E27FC236}">
                    <a16:creationId xmlns:a16="http://schemas.microsoft.com/office/drawing/2014/main" id="{A1F0CF29-26C9-4294-9E14-C95E577343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1" y="1957"/>
                <a:ext cx="75" cy="70"/>
              </a:xfrm>
              <a:custGeom>
                <a:avLst/>
                <a:gdLst>
                  <a:gd name="T0" fmla="*/ 195 w 45"/>
                  <a:gd name="T1" fmla="*/ 92 h 42"/>
                  <a:gd name="T2" fmla="*/ 0 w 45"/>
                  <a:gd name="T3" fmla="*/ 37 h 42"/>
                  <a:gd name="T4" fmla="*/ 208 w 45"/>
                  <a:gd name="T5" fmla="*/ 83 h 4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5" h="42">
                    <a:moveTo>
                      <a:pt x="42" y="20"/>
                    </a:moveTo>
                    <a:cubicBezTo>
                      <a:pt x="36" y="42"/>
                      <a:pt x="9" y="7"/>
                      <a:pt x="0" y="8"/>
                    </a:cubicBezTo>
                    <a:cubicBezTo>
                      <a:pt x="18" y="0"/>
                      <a:pt x="28" y="25"/>
                      <a:pt x="45" y="18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663" name="Line 209">
                <a:extLst>
                  <a:ext uri="{FF2B5EF4-FFF2-40B4-BE49-F238E27FC236}">
                    <a16:creationId xmlns:a16="http://schemas.microsoft.com/office/drawing/2014/main" id="{FAF5571C-2B1A-4041-A398-A73D403DF43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065" y="2403"/>
                <a:ext cx="1" cy="1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664" name="Line 210">
                <a:extLst>
                  <a:ext uri="{FF2B5EF4-FFF2-40B4-BE49-F238E27FC236}">
                    <a16:creationId xmlns:a16="http://schemas.microsoft.com/office/drawing/2014/main" id="{6545D0F9-34D7-4B9A-B3F5-0762C28B8F6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065" y="2403"/>
                <a:ext cx="1" cy="1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665" name="Freeform 211">
                <a:extLst>
                  <a:ext uri="{FF2B5EF4-FFF2-40B4-BE49-F238E27FC236}">
                    <a16:creationId xmlns:a16="http://schemas.microsoft.com/office/drawing/2014/main" id="{BAAC8D2E-D312-48DC-92B6-6E30281B00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8" y="1369"/>
                <a:ext cx="105" cy="308"/>
              </a:xfrm>
              <a:custGeom>
                <a:avLst/>
                <a:gdLst>
                  <a:gd name="T0" fmla="*/ 0 w 63"/>
                  <a:gd name="T1" fmla="*/ 0 h 185"/>
                  <a:gd name="T2" fmla="*/ 230 w 63"/>
                  <a:gd name="T3" fmla="*/ 276 h 185"/>
                  <a:gd name="T4" fmla="*/ 287 w 63"/>
                  <a:gd name="T5" fmla="*/ 688 h 185"/>
                  <a:gd name="T6" fmla="*/ 283 w 63"/>
                  <a:gd name="T7" fmla="*/ 854 h 185"/>
                  <a:gd name="T8" fmla="*/ 222 w 63"/>
                  <a:gd name="T9" fmla="*/ 471 h 185"/>
                  <a:gd name="T10" fmla="*/ 0 w 63"/>
                  <a:gd name="T11" fmla="*/ 0 h 18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3" h="185">
                    <a:moveTo>
                      <a:pt x="0" y="0"/>
                    </a:moveTo>
                    <a:cubicBezTo>
                      <a:pt x="16" y="0"/>
                      <a:pt x="39" y="20"/>
                      <a:pt x="50" y="60"/>
                    </a:cubicBezTo>
                    <a:cubicBezTo>
                      <a:pt x="60" y="101"/>
                      <a:pt x="61" y="134"/>
                      <a:pt x="62" y="149"/>
                    </a:cubicBezTo>
                    <a:cubicBezTo>
                      <a:pt x="63" y="164"/>
                      <a:pt x="59" y="175"/>
                      <a:pt x="61" y="185"/>
                    </a:cubicBezTo>
                    <a:cubicBezTo>
                      <a:pt x="58" y="170"/>
                      <a:pt x="53" y="120"/>
                      <a:pt x="48" y="102"/>
                    </a:cubicBezTo>
                    <a:cubicBezTo>
                      <a:pt x="43" y="84"/>
                      <a:pt x="35" y="6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666" name="Freeform 212">
                <a:extLst>
                  <a:ext uri="{FF2B5EF4-FFF2-40B4-BE49-F238E27FC236}">
                    <a16:creationId xmlns:a16="http://schemas.microsoft.com/office/drawing/2014/main" id="{B3D4D91D-CC0D-49FD-A05F-E19899369C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0" y="1987"/>
                <a:ext cx="23" cy="313"/>
              </a:xfrm>
              <a:custGeom>
                <a:avLst/>
                <a:gdLst>
                  <a:gd name="T0" fmla="*/ 62 w 14"/>
                  <a:gd name="T1" fmla="*/ 867 h 188"/>
                  <a:gd name="T2" fmla="*/ 41 w 14"/>
                  <a:gd name="T3" fmla="*/ 474 h 188"/>
                  <a:gd name="T4" fmla="*/ 8 w 14"/>
                  <a:gd name="T5" fmla="*/ 0 h 188"/>
                  <a:gd name="T6" fmla="*/ 5 w 14"/>
                  <a:gd name="T7" fmla="*/ 355 h 188"/>
                  <a:gd name="T8" fmla="*/ 62 w 14"/>
                  <a:gd name="T9" fmla="*/ 867 h 1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88">
                    <a:moveTo>
                      <a:pt x="14" y="188"/>
                    </a:moveTo>
                    <a:cubicBezTo>
                      <a:pt x="14" y="183"/>
                      <a:pt x="9" y="137"/>
                      <a:pt x="9" y="103"/>
                    </a:cubicBezTo>
                    <a:cubicBezTo>
                      <a:pt x="9" y="65"/>
                      <a:pt x="7" y="27"/>
                      <a:pt x="2" y="0"/>
                    </a:cubicBezTo>
                    <a:cubicBezTo>
                      <a:pt x="4" y="17"/>
                      <a:pt x="2" y="52"/>
                      <a:pt x="1" y="77"/>
                    </a:cubicBezTo>
                    <a:cubicBezTo>
                      <a:pt x="0" y="102"/>
                      <a:pt x="7" y="165"/>
                      <a:pt x="14" y="18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667" name="Freeform 213">
                <a:extLst>
                  <a:ext uri="{FF2B5EF4-FFF2-40B4-BE49-F238E27FC236}">
                    <a16:creationId xmlns:a16="http://schemas.microsoft.com/office/drawing/2014/main" id="{F3A9DDBC-CD0D-49CF-800C-789DCADB73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8" y="1970"/>
                <a:ext cx="53" cy="33"/>
              </a:xfrm>
              <a:custGeom>
                <a:avLst/>
                <a:gdLst>
                  <a:gd name="T0" fmla="*/ 68 w 32"/>
                  <a:gd name="T1" fmla="*/ 46 h 20"/>
                  <a:gd name="T2" fmla="*/ 126 w 32"/>
                  <a:gd name="T3" fmla="*/ 84 h 20"/>
                  <a:gd name="T4" fmla="*/ 146 w 32"/>
                  <a:gd name="T5" fmla="*/ 71 h 20"/>
                  <a:gd name="T6" fmla="*/ 126 w 32"/>
                  <a:gd name="T7" fmla="*/ 89 h 20"/>
                  <a:gd name="T8" fmla="*/ 68 w 32"/>
                  <a:gd name="T9" fmla="*/ 50 h 20"/>
                  <a:gd name="T10" fmla="*/ 0 w 32"/>
                  <a:gd name="T11" fmla="*/ 0 h 20"/>
                  <a:gd name="T12" fmla="*/ 68 w 32"/>
                  <a:gd name="T13" fmla="*/ 46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2" h="20">
                    <a:moveTo>
                      <a:pt x="15" y="10"/>
                    </a:moveTo>
                    <a:cubicBezTo>
                      <a:pt x="20" y="15"/>
                      <a:pt x="25" y="19"/>
                      <a:pt x="28" y="19"/>
                    </a:cubicBezTo>
                    <a:cubicBezTo>
                      <a:pt x="29" y="19"/>
                      <a:pt x="31" y="18"/>
                      <a:pt x="32" y="16"/>
                    </a:cubicBezTo>
                    <a:cubicBezTo>
                      <a:pt x="31" y="18"/>
                      <a:pt x="30" y="20"/>
                      <a:pt x="28" y="20"/>
                    </a:cubicBezTo>
                    <a:cubicBezTo>
                      <a:pt x="24" y="20"/>
                      <a:pt x="20" y="16"/>
                      <a:pt x="15" y="11"/>
                    </a:cubicBezTo>
                    <a:cubicBezTo>
                      <a:pt x="10" y="6"/>
                      <a:pt x="5" y="0"/>
                      <a:pt x="0" y="0"/>
                    </a:cubicBezTo>
                    <a:cubicBezTo>
                      <a:pt x="5" y="0"/>
                      <a:pt x="10" y="5"/>
                      <a:pt x="15" y="10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668" name="Freeform 214">
                <a:extLst>
                  <a:ext uri="{FF2B5EF4-FFF2-40B4-BE49-F238E27FC236}">
                    <a16:creationId xmlns:a16="http://schemas.microsoft.com/office/drawing/2014/main" id="{67392F6F-1346-4AB6-8C37-CFCFA825E5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8" y="1319"/>
                <a:ext cx="273" cy="1046"/>
              </a:xfrm>
              <a:custGeom>
                <a:avLst/>
                <a:gdLst>
                  <a:gd name="T0" fmla="*/ 756 w 164"/>
                  <a:gd name="T1" fmla="*/ 2901 h 628"/>
                  <a:gd name="T2" fmla="*/ 734 w 164"/>
                  <a:gd name="T3" fmla="*/ 2838 h 628"/>
                  <a:gd name="T4" fmla="*/ 721 w 164"/>
                  <a:gd name="T5" fmla="*/ 2702 h 628"/>
                  <a:gd name="T6" fmla="*/ 692 w 164"/>
                  <a:gd name="T7" fmla="*/ 2472 h 628"/>
                  <a:gd name="T8" fmla="*/ 638 w 164"/>
                  <a:gd name="T9" fmla="*/ 1737 h 628"/>
                  <a:gd name="T10" fmla="*/ 604 w 164"/>
                  <a:gd name="T11" fmla="*/ 1472 h 628"/>
                  <a:gd name="T12" fmla="*/ 541 w 164"/>
                  <a:gd name="T13" fmla="*/ 891 h 628"/>
                  <a:gd name="T14" fmla="*/ 516 w 164"/>
                  <a:gd name="T15" fmla="*/ 436 h 628"/>
                  <a:gd name="T16" fmla="*/ 195 w 164"/>
                  <a:gd name="T17" fmla="*/ 63 h 628"/>
                  <a:gd name="T18" fmla="*/ 0 w 164"/>
                  <a:gd name="T19" fmla="*/ 0 h 62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64" h="628">
                    <a:moveTo>
                      <a:pt x="164" y="628"/>
                    </a:moveTo>
                    <a:cubicBezTo>
                      <a:pt x="164" y="623"/>
                      <a:pt x="160" y="617"/>
                      <a:pt x="159" y="614"/>
                    </a:cubicBezTo>
                    <a:cubicBezTo>
                      <a:pt x="154" y="597"/>
                      <a:pt x="157" y="590"/>
                      <a:pt x="156" y="585"/>
                    </a:cubicBezTo>
                    <a:cubicBezTo>
                      <a:pt x="153" y="574"/>
                      <a:pt x="151" y="550"/>
                      <a:pt x="150" y="535"/>
                    </a:cubicBezTo>
                    <a:cubicBezTo>
                      <a:pt x="150" y="509"/>
                      <a:pt x="151" y="412"/>
                      <a:pt x="138" y="376"/>
                    </a:cubicBezTo>
                    <a:cubicBezTo>
                      <a:pt x="135" y="364"/>
                      <a:pt x="130" y="345"/>
                      <a:pt x="131" y="319"/>
                    </a:cubicBezTo>
                    <a:cubicBezTo>
                      <a:pt x="130" y="247"/>
                      <a:pt x="115" y="215"/>
                      <a:pt x="117" y="193"/>
                    </a:cubicBezTo>
                    <a:cubicBezTo>
                      <a:pt x="110" y="144"/>
                      <a:pt x="117" y="121"/>
                      <a:pt x="112" y="94"/>
                    </a:cubicBezTo>
                    <a:cubicBezTo>
                      <a:pt x="100" y="36"/>
                      <a:pt x="53" y="16"/>
                      <a:pt x="42" y="14"/>
                    </a:cubicBezTo>
                    <a:cubicBezTo>
                      <a:pt x="42" y="14"/>
                      <a:pt x="7" y="3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669" name="Freeform 215">
                <a:extLst>
                  <a:ext uri="{FF2B5EF4-FFF2-40B4-BE49-F238E27FC236}">
                    <a16:creationId xmlns:a16="http://schemas.microsoft.com/office/drawing/2014/main" id="{27571D90-997E-4901-B136-8559701913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6" y="1779"/>
                <a:ext cx="110" cy="631"/>
              </a:xfrm>
              <a:custGeom>
                <a:avLst/>
                <a:gdLst>
                  <a:gd name="T0" fmla="*/ 270 w 66"/>
                  <a:gd name="T1" fmla="*/ 1750 h 379"/>
                  <a:gd name="T2" fmla="*/ 300 w 66"/>
                  <a:gd name="T3" fmla="*/ 1625 h 379"/>
                  <a:gd name="T4" fmla="*/ 278 w 66"/>
                  <a:gd name="T5" fmla="*/ 1508 h 379"/>
                  <a:gd name="T6" fmla="*/ 133 w 66"/>
                  <a:gd name="T7" fmla="*/ 904 h 379"/>
                  <a:gd name="T8" fmla="*/ 78 w 66"/>
                  <a:gd name="T9" fmla="*/ 563 h 379"/>
                  <a:gd name="T10" fmla="*/ 0 w 66"/>
                  <a:gd name="T11" fmla="*/ 0 h 37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6" h="379">
                    <a:moveTo>
                      <a:pt x="58" y="379"/>
                    </a:moveTo>
                    <a:cubicBezTo>
                      <a:pt x="60" y="368"/>
                      <a:pt x="66" y="355"/>
                      <a:pt x="65" y="352"/>
                    </a:cubicBezTo>
                    <a:cubicBezTo>
                      <a:pt x="64" y="349"/>
                      <a:pt x="61" y="338"/>
                      <a:pt x="60" y="327"/>
                    </a:cubicBezTo>
                    <a:cubicBezTo>
                      <a:pt x="56" y="304"/>
                      <a:pt x="31" y="212"/>
                      <a:pt x="29" y="196"/>
                    </a:cubicBezTo>
                    <a:cubicBezTo>
                      <a:pt x="22" y="155"/>
                      <a:pt x="13" y="150"/>
                      <a:pt x="17" y="122"/>
                    </a:cubicBezTo>
                    <a:cubicBezTo>
                      <a:pt x="17" y="122"/>
                      <a:pt x="1" y="15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670" name="Freeform 216">
                <a:extLst>
                  <a:ext uri="{FF2B5EF4-FFF2-40B4-BE49-F238E27FC236}">
                    <a16:creationId xmlns:a16="http://schemas.microsoft.com/office/drawing/2014/main" id="{41CF8646-5421-4527-95AB-DC66EDE21B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6" y="2366"/>
                <a:ext cx="157" cy="300"/>
              </a:xfrm>
              <a:custGeom>
                <a:avLst/>
                <a:gdLst>
                  <a:gd name="T0" fmla="*/ 190 w 94"/>
                  <a:gd name="T1" fmla="*/ 55 h 180"/>
                  <a:gd name="T2" fmla="*/ 125 w 94"/>
                  <a:gd name="T3" fmla="*/ 255 h 180"/>
                  <a:gd name="T4" fmla="*/ 62 w 94"/>
                  <a:gd name="T5" fmla="*/ 463 h 180"/>
                  <a:gd name="T6" fmla="*/ 182 w 94"/>
                  <a:gd name="T7" fmla="*/ 367 h 180"/>
                  <a:gd name="T8" fmla="*/ 229 w 94"/>
                  <a:gd name="T9" fmla="*/ 312 h 180"/>
                  <a:gd name="T10" fmla="*/ 209 w 94"/>
                  <a:gd name="T11" fmla="*/ 388 h 180"/>
                  <a:gd name="T12" fmla="*/ 204 w 94"/>
                  <a:gd name="T13" fmla="*/ 480 h 180"/>
                  <a:gd name="T14" fmla="*/ 190 w 94"/>
                  <a:gd name="T15" fmla="*/ 542 h 180"/>
                  <a:gd name="T16" fmla="*/ 134 w 94"/>
                  <a:gd name="T17" fmla="*/ 583 h 180"/>
                  <a:gd name="T18" fmla="*/ 42 w 94"/>
                  <a:gd name="T19" fmla="*/ 612 h 180"/>
                  <a:gd name="T20" fmla="*/ 117 w 94"/>
                  <a:gd name="T21" fmla="*/ 647 h 180"/>
                  <a:gd name="T22" fmla="*/ 42 w 94"/>
                  <a:gd name="T23" fmla="*/ 662 h 180"/>
                  <a:gd name="T24" fmla="*/ 33 w 94"/>
                  <a:gd name="T25" fmla="*/ 722 h 180"/>
                  <a:gd name="T26" fmla="*/ 62 w 94"/>
                  <a:gd name="T27" fmla="*/ 728 h 180"/>
                  <a:gd name="T28" fmla="*/ 50 w 94"/>
                  <a:gd name="T29" fmla="*/ 787 h 180"/>
                  <a:gd name="T30" fmla="*/ 117 w 94"/>
                  <a:gd name="T31" fmla="*/ 797 h 180"/>
                  <a:gd name="T32" fmla="*/ 140 w 94"/>
                  <a:gd name="T33" fmla="*/ 792 h 180"/>
                  <a:gd name="T34" fmla="*/ 162 w 94"/>
                  <a:gd name="T35" fmla="*/ 828 h 180"/>
                  <a:gd name="T36" fmla="*/ 224 w 94"/>
                  <a:gd name="T37" fmla="*/ 797 h 180"/>
                  <a:gd name="T38" fmla="*/ 307 w 94"/>
                  <a:gd name="T39" fmla="*/ 728 h 180"/>
                  <a:gd name="T40" fmla="*/ 376 w 94"/>
                  <a:gd name="T41" fmla="*/ 578 h 180"/>
                  <a:gd name="T42" fmla="*/ 429 w 94"/>
                  <a:gd name="T43" fmla="*/ 425 h 180"/>
                  <a:gd name="T44" fmla="*/ 429 w 94"/>
                  <a:gd name="T45" fmla="*/ 278 h 180"/>
                  <a:gd name="T46" fmla="*/ 433 w 94"/>
                  <a:gd name="T47" fmla="*/ 0 h 180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94" h="180">
                    <a:moveTo>
                      <a:pt x="41" y="12"/>
                    </a:moveTo>
                    <a:cubicBezTo>
                      <a:pt x="34" y="19"/>
                      <a:pt x="36" y="45"/>
                      <a:pt x="27" y="55"/>
                    </a:cubicBezTo>
                    <a:cubicBezTo>
                      <a:pt x="17" y="65"/>
                      <a:pt x="2" y="92"/>
                      <a:pt x="13" y="100"/>
                    </a:cubicBezTo>
                    <a:cubicBezTo>
                      <a:pt x="25" y="108"/>
                      <a:pt x="35" y="89"/>
                      <a:pt x="39" y="79"/>
                    </a:cubicBezTo>
                    <a:cubicBezTo>
                      <a:pt x="42" y="69"/>
                      <a:pt x="49" y="67"/>
                      <a:pt x="49" y="67"/>
                    </a:cubicBezTo>
                    <a:cubicBezTo>
                      <a:pt x="49" y="67"/>
                      <a:pt x="42" y="78"/>
                      <a:pt x="45" y="84"/>
                    </a:cubicBezTo>
                    <a:cubicBezTo>
                      <a:pt x="48" y="89"/>
                      <a:pt x="41" y="97"/>
                      <a:pt x="44" y="104"/>
                    </a:cubicBezTo>
                    <a:cubicBezTo>
                      <a:pt x="46" y="106"/>
                      <a:pt x="42" y="108"/>
                      <a:pt x="41" y="117"/>
                    </a:cubicBezTo>
                    <a:cubicBezTo>
                      <a:pt x="40" y="126"/>
                      <a:pt x="35" y="117"/>
                      <a:pt x="29" y="126"/>
                    </a:cubicBezTo>
                    <a:cubicBezTo>
                      <a:pt x="27" y="129"/>
                      <a:pt x="10" y="110"/>
                      <a:pt x="9" y="132"/>
                    </a:cubicBezTo>
                    <a:cubicBezTo>
                      <a:pt x="8" y="134"/>
                      <a:pt x="25" y="138"/>
                      <a:pt x="25" y="140"/>
                    </a:cubicBezTo>
                    <a:cubicBezTo>
                      <a:pt x="25" y="141"/>
                      <a:pt x="9" y="141"/>
                      <a:pt x="9" y="143"/>
                    </a:cubicBezTo>
                    <a:cubicBezTo>
                      <a:pt x="9" y="143"/>
                      <a:pt x="0" y="152"/>
                      <a:pt x="7" y="156"/>
                    </a:cubicBezTo>
                    <a:cubicBezTo>
                      <a:pt x="13" y="157"/>
                      <a:pt x="13" y="157"/>
                      <a:pt x="13" y="157"/>
                    </a:cubicBezTo>
                    <a:cubicBezTo>
                      <a:pt x="13" y="157"/>
                      <a:pt x="5" y="164"/>
                      <a:pt x="11" y="170"/>
                    </a:cubicBezTo>
                    <a:cubicBezTo>
                      <a:pt x="13" y="173"/>
                      <a:pt x="22" y="172"/>
                      <a:pt x="25" y="172"/>
                    </a:cubicBezTo>
                    <a:cubicBezTo>
                      <a:pt x="28" y="172"/>
                      <a:pt x="30" y="171"/>
                      <a:pt x="30" y="171"/>
                    </a:cubicBezTo>
                    <a:cubicBezTo>
                      <a:pt x="30" y="171"/>
                      <a:pt x="29" y="178"/>
                      <a:pt x="35" y="179"/>
                    </a:cubicBezTo>
                    <a:cubicBezTo>
                      <a:pt x="40" y="180"/>
                      <a:pt x="46" y="175"/>
                      <a:pt x="48" y="172"/>
                    </a:cubicBezTo>
                    <a:cubicBezTo>
                      <a:pt x="50" y="170"/>
                      <a:pt x="61" y="164"/>
                      <a:pt x="66" y="157"/>
                    </a:cubicBezTo>
                    <a:cubicBezTo>
                      <a:pt x="70" y="149"/>
                      <a:pt x="77" y="149"/>
                      <a:pt x="81" y="125"/>
                    </a:cubicBezTo>
                    <a:cubicBezTo>
                      <a:pt x="84" y="114"/>
                      <a:pt x="92" y="101"/>
                      <a:pt x="92" y="92"/>
                    </a:cubicBezTo>
                    <a:cubicBezTo>
                      <a:pt x="93" y="83"/>
                      <a:pt x="94" y="74"/>
                      <a:pt x="92" y="60"/>
                    </a:cubicBezTo>
                    <a:cubicBezTo>
                      <a:pt x="91" y="45"/>
                      <a:pt x="93" y="0"/>
                      <a:pt x="93" y="0"/>
                    </a:cubicBezTo>
                  </a:path>
                </a:pathLst>
              </a:custGeom>
              <a:solidFill>
                <a:srgbClr val="FEF3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671" name="Freeform 217">
                <a:extLst>
                  <a:ext uri="{FF2B5EF4-FFF2-40B4-BE49-F238E27FC236}">
                    <a16:creationId xmlns:a16="http://schemas.microsoft.com/office/drawing/2014/main" id="{F2B9C126-15FF-4878-9E18-661167F923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6" y="2480"/>
                <a:ext cx="42" cy="81"/>
              </a:xfrm>
              <a:custGeom>
                <a:avLst/>
                <a:gdLst>
                  <a:gd name="T0" fmla="*/ 29 w 25"/>
                  <a:gd name="T1" fmla="*/ 0 h 49"/>
                  <a:gd name="T2" fmla="*/ 82 w 25"/>
                  <a:gd name="T3" fmla="*/ 33 h 49"/>
                  <a:gd name="T4" fmla="*/ 84 w 25"/>
                  <a:gd name="T5" fmla="*/ 122 h 49"/>
                  <a:gd name="T6" fmla="*/ 71 w 25"/>
                  <a:gd name="T7" fmla="*/ 213 h 49"/>
                  <a:gd name="T8" fmla="*/ 37 w 25"/>
                  <a:gd name="T9" fmla="*/ 180 h 49"/>
                  <a:gd name="T10" fmla="*/ 13 w 25"/>
                  <a:gd name="T11" fmla="*/ 122 h 49"/>
                  <a:gd name="T12" fmla="*/ 13 w 25"/>
                  <a:gd name="T13" fmla="*/ 41 h 49"/>
                  <a:gd name="T14" fmla="*/ 29 w 25"/>
                  <a:gd name="T15" fmla="*/ 0 h 4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5" h="49">
                    <a:moveTo>
                      <a:pt x="6" y="0"/>
                    </a:moveTo>
                    <a:cubicBezTo>
                      <a:pt x="6" y="0"/>
                      <a:pt x="1" y="0"/>
                      <a:pt x="17" y="7"/>
                    </a:cubicBezTo>
                    <a:cubicBezTo>
                      <a:pt x="25" y="10"/>
                      <a:pt x="18" y="25"/>
                      <a:pt x="18" y="27"/>
                    </a:cubicBezTo>
                    <a:cubicBezTo>
                      <a:pt x="17" y="28"/>
                      <a:pt x="15" y="47"/>
                      <a:pt x="15" y="47"/>
                    </a:cubicBezTo>
                    <a:cubicBezTo>
                      <a:pt x="15" y="47"/>
                      <a:pt x="12" y="49"/>
                      <a:pt x="8" y="40"/>
                    </a:cubicBezTo>
                    <a:cubicBezTo>
                      <a:pt x="5" y="31"/>
                      <a:pt x="0" y="40"/>
                      <a:pt x="3" y="27"/>
                    </a:cubicBezTo>
                    <a:cubicBezTo>
                      <a:pt x="5" y="14"/>
                      <a:pt x="3" y="14"/>
                      <a:pt x="3" y="9"/>
                    </a:cubicBez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3D7C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672" name="Freeform 218">
                <a:extLst>
                  <a:ext uri="{FF2B5EF4-FFF2-40B4-BE49-F238E27FC236}">
                    <a16:creationId xmlns:a16="http://schemas.microsoft.com/office/drawing/2014/main" id="{493BD755-E79A-48C4-8CB7-57CE386396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6" y="2366"/>
                <a:ext cx="159" cy="300"/>
              </a:xfrm>
              <a:custGeom>
                <a:avLst/>
                <a:gdLst>
                  <a:gd name="T0" fmla="*/ 137 w 95"/>
                  <a:gd name="T1" fmla="*/ 97 h 180"/>
                  <a:gd name="T2" fmla="*/ 117 w 95"/>
                  <a:gd name="T3" fmla="*/ 263 h 180"/>
                  <a:gd name="T4" fmla="*/ 55 w 95"/>
                  <a:gd name="T5" fmla="*/ 463 h 180"/>
                  <a:gd name="T6" fmla="*/ 174 w 95"/>
                  <a:gd name="T7" fmla="*/ 380 h 180"/>
                  <a:gd name="T8" fmla="*/ 229 w 95"/>
                  <a:gd name="T9" fmla="*/ 312 h 180"/>
                  <a:gd name="T10" fmla="*/ 211 w 95"/>
                  <a:gd name="T11" fmla="*/ 388 h 180"/>
                  <a:gd name="T12" fmla="*/ 211 w 95"/>
                  <a:gd name="T13" fmla="*/ 480 h 180"/>
                  <a:gd name="T14" fmla="*/ 192 w 95"/>
                  <a:gd name="T15" fmla="*/ 542 h 180"/>
                  <a:gd name="T16" fmla="*/ 137 w 95"/>
                  <a:gd name="T17" fmla="*/ 583 h 180"/>
                  <a:gd name="T18" fmla="*/ 37 w 95"/>
                  <a:gd name="T19" fmla="*/ 605 h 180"/>
                  <a:gd name="T20" fmla="*/ 117 w 95"/>
                  <a:gd name="T21" fmla="*/ 647 h 180"/>
                  <a:gd name="T22" fmla="*/ 42 w 95"/>
                  <a:gd name="T23" fmla="*/ 662 h 180"/>
                  <a:gd name="T24" fmla="*/ 33 w 95"/>
                  <a:gd name="T25" fmla="*/ 722 h 180"/>
                  <a:gd name="T26" fmla="*/ 62 w 95"/>
                  <a:gd name="T27" fmla="*/ 728 h 180"/>
                  <a:gd name="T28" fmla="*/ 50 w 95"/>
                  <a:gd name="T29" fmla="*/ 787 h 180"/>
                  <a:gd name="T30" fmla="*/ 117 w 95"/>
                  <a:gd name="T31" fmla="*/ 797 h 180"/>
                  <a:gd name="T32" fmla="*/ 141 w 95"/>
                  <a:gd name="T33" fmla="*/ 792 h 180"/>
                  <a:gd name="T34" fmla="*/ 166 w 95"/>
                  <a:gd name="T35" fmla="*/ 828 h 180"/>
                  <a:gd name="T36" fmla="*/ 224 w 95"/>
                  <a:gd name="T37" fmla="*/ 800 h 180"/>
                  <a:gd name="T38" fmla="*/ 308 w 95"/>
                  <a:gd name="T39" fmla="*/ 728 h 180"/>
                  <a:gd name="T40" fmla="*/ 383 w 95"/>
                  <a:gd name="T41" fmla="*/ 578 h 180"/>
                  <a:gd name="T42" fmla="*/ 437 w 95"/>
                  <a:gd name="T43" fmla="*/ 425 h 180"/>
                  <a:gd name="T44" fmla="*/ 437 w 95"/>
                  <a:gd name="T45" fmla="*/ 278 h 180"/>
                  <a:gd name="T46" fmla="*/ 437 w 95"/>
                  <a:gd name="T47" fmla="*/ 0 h 180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95" h="180">
                    <a:moveTo>
                      <a:pt x="29" y="21"/>
                    </a:moveTo>
                    <a:cubicBezTo>
                      <a:pt x="25" y="33"/>
                      <a:pt x="35" y="47"/>
                      <a:pt x="25" y="57"/>
                    </a:cubicBezTo>
                    <a:cubicBezTo>
                      <a:pt x="16" y="67"/>
                      <a:pt x="1" y="92"/>
                      <a:pt x="12" y="100"/>
                    </a:cubicBezTo>
                    <a:cubicBezTo>
                      <a:pt x="23" y="108"/>
                      <a:pt x="33" y="91"/>
                      <a:pt x="37" y="82"/>
                    </a:cubicBezTo>
                    <a:cubicBezTo>
                      <a:pt x="40" y="72"/>
                      <a:pt x="49" y="67"/>
                      <a:pt x="49" y="67"/>
                    </a:cubicBezTo>
                    <a:cubicBezTo>
                      <a:pt x="49" y="67"/>
                      <a:pt x="43" y="79"/>
                      <a:pt x="45" y="84"/>
                    </a:cubicBezTo>
                    <a:cubicBezTo>
                      <a:pt x="48" y="89"/>
                      <a:pt x="41" y="97"/>
                      <a:pt x="45" y="104"/>
                    </a:cubicBezTo>
                    <a:cubicBezTo>
                      <a:pt x="46" y="106"/>
                      <a:pt x="42" y="108"/>
                      <a:pt x="41" y="117"/>
                    </a:cubicBezTo>
                    <a:cubicBezTo>
                      <a:pt x="40" y="126"/>
                      <a:pt x="35" y="117"/>
                      <a:pt x="29" y="126"/>
                    </a:cubicBezTo>
                    <a:cubicBezTo>
                      <a:pt x="27" y="129"/>
                      <a:pt x="10" y="110"/>
                      <a:pt x="8" y="131"/>
                    </a:cubicBezTo>
                    <a:cubicBezTo>
                      <a:pt x="8" y="133"/>
                      <a:pt x="25" y="138"/>
                      <a:pt x="25" y="140"/>
                    </a:cubicBezTo>
                    <a:cubicBezTo>
                      <a:pt x="25" y="142"/>
                      <a:pt x="9" y="140"/>
                      <a:pt x="9" y="143"/>
                    </a:cubicBezTo>
                    <a:cubicBezTo>
                      <a:pt x="9" y="143"/>
                      <a:pt x="0" y="152"/>
                      <a:pt x="7" y="156"/>
                    </a:cubicBezTo>
                    <a:cubicBezTo>
                      <a:pt x="13" y="157"/>
                      <a:pt x="13" y="157"/>
                      <a:pt x="13" y="157"/>
                    </a:cubicBezTo>
                    <a:cubicBezTo>
                      <a:pt x="13" y="157"/>
                      <a:pt x="5" y="164"/>
                      <a:pt x="11" y="170"/>
                    </a:cubicBezTo>
                    <a:cubicBezTo>
                      <a:pt x="13" y="173"/>
                      <a:pt x="23" y="172"/>
                      <a:pt x="25" y="172"/>
                    </a:cubicBezTo>
                    <a:cubicBezTo>
                      <a:pt x="28" y="172"/>
                      <a:pt x="30" y="171"/>
                      <a:pt x="30" y="171"/>
                    </a:cubicBezTo>
                    <a:cubicBezTo>
                      <a:pt x="30" y="171"/>
                      <a:pt x="29" y="179"/>
                      <a:pt x="35" y="179"/>
                    </a:cubicBezTo>
                    <a:cubicBezTo>
                      <a:pt x="41" y="180"/>
                      <a:pt x="46" y="175"/>
                      <a:pt x="48" y="173"/>
                    </a:cubicBezTo>
                    <a:cubicBezTo>
                      <a:pt x="50" y="170"/>
                      <a:pt x="62" y="165"/>
                      <a:pt x="66" y="157"/>
                    </a:cubicBezTo>
                    <a:cubicBezTo>
                      <a:pt x="71" y="149"/>
                      <a:pt x="77" y="149"/>
                      <a:pt x="82" y="125"/>
                    </a:cubicBezTo>
                    <a:cubicBezTo>
                      <a:pt x="84" y="114"/>
                      <a:pt x="92" y="101"/>
                      <a:pt x="93" y="92"/>
                    </a:cubicBezTo>
                    <a:cubicBezTo>
                      <a:pt x="94" y="83"/>
                      <a:pt x="95" y="74"/>
                      <a:pt x="93" y="60"/>
                    </a:cubicBezTo>
                    <a:cubicBezTo>
                      <a:pt x="91" y="45"/>
                      <a:pt x="93" y="0"/>
                      <a:pt x="93" y="0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673" name="Freeform 219">
                <a:extLst>
                  <a:ext uri="{FF2B5EF4-FFF2-40B4-BE49-F238E27FC236}">
                    <a16:creationId xmlns:a16="http://schemas.microsoft.com/office/drawing/2014/main" id="{FC30D69F-8BB1-402B-A541-A4A2CD98E0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6" y="2480"/>
                <a:ext cx="57" cy="169"/>
              </a:xfrm>
              <a:custGeom>
                <a:avLst/>
                <a:gdLst>
                  <a:gd name="T0" fmla="*/ 84 w 34"/>
                  <a:gd name="T1" fmla="*/ 0 h 102"/>
                  <a:gd name="T2" fmla="*/ 154 w 34"/>
                  <a:gd name="T3" fmla="*/ 50 h 102"/>
                  <a:gd name="T4" fmla="*/ 146 w 34"/>
                  <a:gd name="T5" fmla="*/ 113 h 102"/>
                  <a:gd name="T6" fmla="*/ 126 w 34"/>
                  <a:gd name="T7" fmla="*/ 205 h 102"/>
                  <a:gd name="T8" fmla="*/ 126 w 34"/>
                  <a:gd name="T9" fmla="*/ 242 h 102"/>
                  <a:gd name="T10" fmla="*/ 112 w 34"/>
                  <a:gd name="T11" fmla="*/ 268 h 102"/>
                  <a:gd name="T12" fmla="*/ 82 w 34"/>
                  <a:gd name="T13" fmla="*/ 355 h 102"/>
                  <a:gd name="T14" fmla="*/ 34 w 34"/>
                  <a:gd name="T15" fmla="*/ 404 h 102"/>
                  <a:gd name="T16" fmla="*/ 0 w 34"/>
                  <a:gd name="T17" fmla="*/ 464 h 10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4" h="102">
                    <a:moveTo>
                      <a:pt x="18" y="0"/>
                    </a:moveTo>
                    <a:cubicBezTo>
                      <a:pt x="24" y="3"/>
                      <a:pt x="32" y="5"/>
                      <a:pt x="33" y="11"/>
                    </a:cubicBezTo>
                    <a:cubicBezTo>
                      <a:pt x="34" y="15"/>
                      <a:pt x="32" y="22"/>
                      <a:pt x="31" y="25"/>
                    </a:cubicBezTo>
                    <a:cubicBezTo>
                      <a:pt x="29" y="32"/>
                      <a:pt x="27" y="38"/>
                      <a:pt x="27" y="45"/>
                    </a:cubicBezTo>
                    <a:cubicBezTo>
                      <a:pt x="27" y="48"/>
                      <a:pt x="27" y="51"/>
                      <a:pt x="27" y="53"/>
                    </a:cubicBezTo>
                    <a:cubicBezTo>
                      <a:pt x="26" y="56"/>
                      <a:pt x="25" y="56"/>
                      <a:pt x="24" y="59"/>
                    </a:cubicBezTo>
                    <a:cubicBezTo>
                      <a:pt x="20" y="65"/>
                      <a:pt x="19" y="72"/>
                      <a:pt x="17" y="78"/>
                    </a:cubicBezTo>
                    <a:cubicBezTo>
                      <a:pt x="15" y="85"/>
                      <a:pt x="11" y="84"/>
                      <a:pt x="7" y="89"/>
                    </a:cubicBezTo>
                    <a:cubicBezTo>
                      <a:pt x="4" y="92"/>
                      <a:pt x="0" y="98"/>
                      <a:pt x="0" y="102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674" name="Freeform 220">
                <a:extLst>
                  <a:ext uri="{FF2B5EF4-FFF2-40B4-BE49-F238E27FC236}">
                    <a16:creationId xmlns:a16="http://schemas.microsoft.com/office/drawing/2014/main" id="{F1E4F92E-63ED-4B6E-9C13-0761889C08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1" y="2540"/>
                <a:ext cx="20" cy="19"/>
              </a:xfrm>
              <a:custGeom>
                <a:avLst/>
                <a:gdLst>
                  <a:gd name="T0" fmla="*/ 0 w 12"/>
                  <a:gd name="T1" fmla="*/ 0 h 12"/>
                  <a:gd name="T2" fmla="*/ 55 w 12"/>
                  <a:gd name="T3" fmla="*/ 48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12">
                    <a:moveTo>
                      <a:pt x="0" y="0"/>
                    </a:moveTo>
                    <a:cubicBezTo>
                      <a:pt x="7" y="2"/>
                      <a:pt x="6" y="11"/>
                      <a:pt x="12" y="12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675" name="Freeform 221">
                <a:extLst>
                  <a:ext uri="{FF2B5EF4-FFF2-40B4-BE49-F238E27FC236}">
                    <a16:creationId xmlns:a16="http://schemas.microsoft.com/office/drawing/2014/main" id="{0FE3EA7B-8D12-4708-A2A0-8DADF00CF5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8" y="2599"/>
                <a:ext cx="60" cy="29"/>
              </a:xfrm>
              <a:custGeom>
                <a:avLst/>
                <a:gdLst>
                  <a:gd name="T0" fmla="*/ 167 w 36"/>
                  <a:gd name="T1" fmla="*/ 0 h 17"/>
                  <a:gd name="T2" fmla="*/ 83 w 36"/>
                  <a:gd name="T3" fmla="*/ 65 h 17"/>
                  <a:gd name="T4" fmla="*/ 0 w 36"/>
                  <a:gd name="T5" fmla="*/ 84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6" h="17">
                    <a:moveTo>
                      <a:pt x="36" y="0"/>
                    </a:moveTo>
                    <a:cubicBezTo>
                      <a:pt x="28" y="2"/>
                      <a:pt x="25" y="11"/>
                      <a:pt x="18" y="13"/>
                    </a:cubicBezTo>
                    <a:cubicBezTo>
                      <a:pt x="12" y="14"/>
                      <a:pt x="4" y="13"/>
                      <a:pt x="0" y="17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676" name="Freeform 222">
                <a:extLst>
                  <a:ext uri="{FF2B5EF4-FFF2-40B4-BE49-F238E27FC236}">
                    <a16:creationId xmlns:a16="http://schemas.microsoft.com/office/drawing/2014/main" id="{54421BF4-6877-4579-B827-74DF6DF605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1" y="2556"/>
                <a:ext cx="75" cy="48"/>
              </a:xfrm>
              <a:custGeom>
                <a:avLst/>
                <a:gdLst>
                  <a:gd name="T0" fmla="*/ 0 w 45"/>
                  <a:gd name="T1" fmla="*/ 131 h 29"/>
                  <a:gd name="T2" fmla="*/ 62 w 45"/>
                  <a:gd name="T3" fmla="*/ 122 h 29"/>
                  <a:gd name="T4" fmla="*/ 130 w 45"/>
                  <a:gd name="T5" fmla="*/ 91 h 29"/>
                  <a:gd name="T6" fmla="*/ 180 w 45"/>
                  <a:gd name="T7" fmla="*/ 60 h 29"/>
                  <a:gd name="T8" fmla="*/ 208 w 45"/>
                  <a:gd name="T9" fmla="*/ 0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5" h="29">
                    <a:moveTo>
                      <a:pt x="0" y="29"/>
                    </a:moveTo>
                    <a:cubicBezTo>
                      <a:pt x="5" y="27"/>
                      <a:pt x="8" y="27"/>
                      <a:pt x="13" y="27"/>
                    </a:cubicBezTo>
                    <a:cubicBezTo>
                      <a:pt x="19" y="27"/>
                      <a:pt x="22" y="21"/>
                      <a:pt x="28" y="20"/>
                    </a:cubicBezTo>
                    <a:cubicBezTo>
                      <a:pt x="34" y="19"/>
                      <a:pt x="37" y="19"/>
                      <a:pt x="39" y="13"/>
                    </a:cubicBezTo>
                    <a:cubicBezTo>
                      <a:pt x="41" y="8"/>
                      <a:pt x="41" y="4"/>
                      <a:pt x="45" y="0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677" name="Freeform 223">
                <a:extLst>
                  <a:ext uri="{FF2B5EF4-FFF2-40B4-BE49-F238E27FC236}">
                    <a16:creationId xmlns:a16="http://schemas.microsoft.com/office/drawing/2014/main" id="{13C172E7-0684-4613-A806-4DDF57EE05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4" y="2503"/>
                <a:ext cx="26" cy="27"/>
              </a:xfrm>
              <a:custGeom>
                <a:avLst/>
                <a:gdLst>
                  <a:gd name="T0" fmla="*/ 78 w 15"/>
                  <a:gd name="T1" fmla="*/ 34 h 16"/>
                  <a:gd name="T2" fmla="*/ 57 w 15"/>
                  <a:gd name="T3" fmla="*/ 78 h 16"/>
                  <a:gd name="T4" fmla="*/ 0 w 15"/>
                  <a:gd name="T5" fmla="*/ 42 h 16"/>
                  <a:gd name="T6" fmla="*/ 29 w 15"/>
                  <a:gd name="T7" fmla="*/ 0 h 16"/>
                  <a:gd name="T8" fmla="*/ 78 w 15"/>
                  <a:gd name="T9" fmla="*/ 34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6">
                    <a:moveTo>
                      <a:pt x="15" y="7"/>
                    </a:moveTo>
                    <a:cubicBezTo>
                      <a:pt x="11" y="16"/>
                      <a:pt x="11" y="16"/>
                      <a:pt x="11" y="16"/>
                    </a:cubicBezTo>
                    <a:cubicBezTo>
                      <a:pt x="11" y="16"/>
                      <a:pt x="4" y="10"/>
                      <a:pt x="0" y="9"/>
                    </a:cubicBezTo>
                    <a:cubicBezTo>
                      <a:pt x="0" y="9"/>
                      <a:pt x="3" y="2"/>
                      <a:pt x="6" y="0"/>
                    </a:cubicBezTo>
                    <a:cubicBezTo>
                      <a:pt x="6" y="0"/>
                      <a:pt x="13" y="0"/>
                      <a:pt x="15" y="7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678" name="Freeform 224">
                <a:extLst>
                  <a:ext uri="{FF2B5EF4-FFF2-40B4-BE49-F238E27FC236}">
                    <a16:creationId xmlns:a16="http://schemas.microsoft.com/office/drawing/2014/main" id="{5EBBE367-3702-4743-8C83-CB01CBFB27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3" y="2648"/>
                <a:ext cx="25" cy="18"/>
              </a:xfrm>
              <a:custGeom>
                <a:avLst/>
                <a:gdLst>
                  <a:gd name="T0" fmla="*/ 70 w 15"/>
                  <a:gd name="T1" fmla="*/ 13 h 11"/>
                  <a:gd name="T2" fmla="*/ 20 w 15"/>
                  <a:gd name="T3" fmla="*/ 26 h 11"/>
                  <a:gd name="T4" fmla="*/ 20 w 15"/>
                  <a:gd name="T5" fmla="*/ 43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11">
                    <a:moveTo>
                      <a:pt x="15" y="3"/>
                    </a:moveTo>
                    <a:cubicBezTo>
                      <a:pt x="15" y="3"/>
                      <a:pt x="12" y="0"/>
                      <a:pt x="4" y="6"/>
                    </a:cubicBezTo>
                    <a:cubicBezTo>
                      <a:pt x="0" y="9"/>
                      <a:pt x="0" y="11"/>
                      <a:pt x="4" y="10"/>
                    </a:cubicBezTo>
                  </a:path>
                </a:pathLst>
              </a:custGeom>
              <a:noFill/>
              <a:ln w="4763" cap="rnd">
                <a:solidFill>
                  <a:srgbClr val="201B1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679" name="Freeform 225">
                <a:extLst>
                  <a:ext uri="{FF2B5EF4-FFF2-40B4-BE49-F238E27FC236}">
                    <a16:creationId xmlns:a16="http://schemas.microsoft.com/office/drawing/2014/main" id="{C4A7B8D8-015B-43E0-AA22-418A24E4B6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1" y="2558"/>
                <a:ext cx="79" cy="65"/>
              </a:xfrm>
              <a:custGeom>
                <a:avLst/>
                <a:gdLst>
                  <a:gd name="T0" fmla="*/ 224 w 47"/>
                  <a:gd name="T1" fmla="*/ 8 h 39"/>
                  <a:gd name="T2" fmla="*/ 203 w 47"/>
                  <a:gd name="T3" fmla="*/ 13 h 39"/>
                  <a:gd name="T4" fmla="*/ 190 w 47"/>
                  <a:gd name="T5" fmla="*/ 63 h 39"/>
                  <a:gd name="T6" fmla="*/ 146 w 47"/>
                  <a:gd name="T7" fmla="*/ 97 h 39"/>
                  <a:gd name="T8" fmla="*/ 111 w 47"/>
                  <a:gd name="T9" fmla="*/ 112 h 39"/>
                  <a:gd name="T10" fmla="*/ 91 w 47"/>
                  <a:gd name="T11" fmla="*/ 120 h 39"/>
                  <a:gd name="T12" fmla="*/ 76 w 47"/>
                  <a:gd name="T13" fmla="*/ 125 h 39"/>
                  <a:gd name="T14" fmla="*/ 29 w 47"/>
                  <a:gd name="T15" fmla="*/ 130 h 39"/>
                  <a:gd name="T16" fmla="*/ 0 w 47"/>
                  <a:gd name="T17" fmla="*/ 147 h 39"/>
                  <a:gd name="T18" fmla="*/ 20 w 47"/>
                  <a:gd name="T19" fmla="*/ 175 h 39"/>
                  <a:gd name="T20" fmla="*/ 57 w 47"/>
                  <a:gd name="T21" fmla="*/ 172 h 39"/>
                  <a:gd name="T22" fmla="*/ 91 w 47"/>
                  <a:gd name="T23" fmla="*/ 162 h 39"/>
                  <a:gd name="T24" fmla="*/ 128 w 47"/>
                  <a:gd name="T25" fmla="*/ 145 h 39"/>
                  <a:gd name="T26" fmla="*/ 173 w 47"/>
                  <a:gd name="T27" fmla="*/ 112 h 39"/>
                  <a:gd name="T28" fmla="*/ 182 w 47"/>
                  <a:gd name="T29" fmla="*/ 105 h 39"/>
                  <a:gd name="T30" fmla="*/ 190 w 47"/>
                  <a:gd name="T31" fmla="*/ 83 h 39"/>
                  <a:gd name="T32" fmla="*/ 208 w 47"/>
                  <a:gd name="T33" fmla="*/ 50 h 39"/>
                  <a:gd name="T34" fmla="*/ 217 w 47"/>
                  <a:gd name="T35" fmla="*/ 28 h 39"/>
                  <a:gd name="T36" fmla="*/ 224 w 47"/>
                  <a:gd name="T37" fmla="*/ 8 h 39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47" h="39">
                    <a:moveTo>
                      <a:pt x="47" y="2"/>
                    </a:moveTo>
                    <a:cubicBezTo>
                      <a:pt x="46" y="1"/>
                      <a:pt x="44" y="0"/>
                      <a:pt x="43" y="3"/>
                    </a:cubicBezTo>
                    <a:cubicBezTo>
                      <a:pt x="43" y="7"/>
                      <a:pt x="41" y="10"/>
                      <a:pt x="40" y="14"/>
                    </a:cubicBezTo>
                    <a:cubicBezTo>
                      <a:pt x="38" y="17"/>
                      <a:pt x="35" y="19"/>
                      <a:pt x="31" y="21"/>
                    </a:cubicBezTo>
                    <a:cubicBezTo>
                      <a:pt x="29" y="22"/>
                      <a:pt x="26" y="22"/>
                      <a:pt x="23" y="24"/>
                    </a:cubicBezTo>
                    <a:cubicBezTo>
                      <a:pt x="22" y="25"/>
                      <a:pt x="21" y="26"/>
                      <a:pt x="19" y="26"/>
                    </a:cubicBezTo>
                    <a:cubicBezTo>
                      <a:pt x="18" y="27"/>
                      <a:pt x="17" y="27"/>
                      <a:pt x="16" y="27"/>
                    </a:cubicBezTo>
                    <a:cubicBezTo>
                      <a:pt x="12" y="28"/>
                      <a:pt x="9" y="27"/>
                      <a:pt x="6" y="28"/>
                    </a:cubicBezTo>
                    <a:cubicBezTo>
                      <a:pt x="4" y="28"/>
                      <a:pt x="0" y="29"/>
                      <a:pt x="0" y="32"/>
                    </a:cubicBezTo>
                    <a:cubicBezTo>
                      <a:pt x="0" y="33"/>
                      <a:pt x="2" y="37"/>
                      <a:pt x="4" y="38"/>
                    </a:cubicBezTo>
                    <a:cubicBezTo>
                      <a:pt x="6" y="39"/>
                      <a:pt x="9" y="38"/>
                      <a:pt x="12" y="37"/>
                    </a:cubicBezTo>
                    <a:cubicBezTo>
                      <a:pt x="14" y="36"/>
                      <a:pt x="17" y="35"/>
                      <a:pt x="19" y="35"/>
                    </a:cubicBezTo>
                    <a:cubicBezTo>
                      <a:pt x="23" y="34"/>
                      <a:pt x="25" y="33"/>
                      <a:pt x="27" y="31"/>
                    </a:cubicBezTo>
                    <a:cubicBezTo>
                      <a:pt x="30" y="28"/>
                      <a:pt x="32" y="26"/>
                      <a:pt x="36" y="24"/>
                    </a:cubicBezTo>
                    <a:cubicBezTo>
                      <a:pt x="36" y="24"/>
                      <a:pt x="38" y="23"/>
                      <a:pt x="38" y="23"/>
                    </a:cubicBezTo>
                    <a:cubicBezTo>
                      <a:pt x="39" y="22"/>
                      <a:pt x="40" y="19"/>
                      <a:pt x="40" y="18"/>
                    </a:cubicBezTo>
                    <a:cubicBezTo>
                      <a:pt x="41" y="16"/>
                      <a:pt x="43" y="13"/>
                      <a:pt x="44" y="11"/>
                    </a:cubicBezTo>
                    <a:cubicBezTo>
                      <a:pt x="45" y="9"/>
                      <a:pt x="46" y="8"/>
                      <a:pt x="46" y="6"/>
                    </a:cubicBezTo>
                    <a:cubicBezTo>
                      <a:pt x="47" y="5"/>
                      <a:pt x="47" y="3"/>
                      <a:pt x="47" y="2"/>
                    </a:cubicBezTo>
                  </a:path>
                </a:pathLst>
              </a:custGeom>
              <a:solidFill>
                <a:srgbClr val="F3D7C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680" name="Freeform 226">
                <a:extLst>
                  <a:ext uri="{FF2B5EF4-FFF2-40B4-BE49-F238E27FC236}">
                    <a16:creationId xmlns:a16="http://schemas.microsoft.com/office/drawing/2014/main" id="{DE44A1C2-2443-4D93-AC72-8D053091A9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8" y="2603"/>
                <a:ext cx="48" cy="36"/>
              </a:xfrm>
              <a:custGeom>
                <a:avLst/>
                <a:gdLst>
                  <a:gd name="T0" fmla="*/ 131 w 29"/>
                  <a:gd name="T1" fmla="*/ 0 h 22"/>
                  <a:gd name="T2" fmla="*/ 118 w 29"/>
                  <a:gd name="T3" fmla="*/ 34 h 22"/>
                  <a:gd name="T4" fmla="*/ 96 w 29"/>
                  <a:gd name="T5" fmla="*/ 47 h 22"/>
                  <a:gd name="T6" fmla="*/ 76 w 29"/>
                  <a:gd name="T7" fmla="*/ 56 h 22"/>
                  <a:gd name="T8" fmla="*/ 33 w 29"/>
                  <a:gd name="T9" fmla="*/ 97 h 22"/>
                  <a:gd name="T10" fmla="*/ 5 w 29"/>
                  <a:gd name="T11" fmla="*/ 70 h 22"/>
                  <a:gd name="T12" fmla="*/ 22 w 29"/>
                  <a:gd name="T13" fmla="*/ 54 h 22"/>
                  <a:gd name="T14" fmla="*/ 60 w 29"/>
                  <a:gd name="T15" fmla="*/ 47 h 22"/>
                  <a:gd name="T16" fmla="*/ 91 w 29"/>
                  <a:gd name="T17" fmla="*/ 29 h 22"/>
                  <a:gd name="T18" fmla="*/ 118 w 29"/>
                  <a:gd name="T19" fmla="*/ 8 h 22"/>
                  <a:gd name="T20" fmla="*/ 126 w 29"/>
                  <a:gd name="T21" fmla="*/ 0 h 2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9" h="22">
                    <a:moveTo>
                      <a:pt x="29" y="0"/>
                    </a:moveTo>
                    <a:cubicBezTo>
                      <a:pt x="27" y="2"/>
                      <a:pt x="27" y="6"/>
                      <a:pt x="26" y="8"/>
                    </a:cubicBezTo>
                    <a:cubicBezTo>
                      <a:pt x="24" y="10"/>
                      <a:pt x="22" y="10"/>
                      <a:pt x="21" y="11"/>
                    </a:cubicBezTo>
                    <a:cubicBezTo>
                      <a:pt x="20" y="11"/>
                      <a:pt x="18" y="12"/>
                      <a:pt x="17" y="13"/>
                    </a:cubicBezTo>
                    <a:cubicBezTo>
                      <a:pt x="15" y="16"/>
                      <a:pt x="11" y="22"/>
                      <a:pt x="7" y="22"/>
                    </a:cubicBezTo>
                    <a:cubicBezTo>
                      <a:pt x="5" y="21"/>
                      <a:pt x="0" y="18"/>
                      <a:pt x="1" y="16"/>
                    </a:cubicBezTo>
                    <a:cubicBezTo>
                      <a:pt x="1" y="13"/>
                      <a:pt x="4" y="13"/>
                      <a:pt x="5" y="12"/>
                    </a:cubicBezTo>
                    <a:cubicBezTo>
                      <a:pt x="8" y="12"/>
                      <a:pt x="11" y="12"/>
                      <a:pt x="13" y="11"/>
                    </a:cubicBezTo>
                    <a:cubicBezTo>
                      <a:pt x="16" y="10"/>
                      <a:pt x="18" y="9"/>
                      <a:pt x="20" y="7"/>
                    </a:cubicBezTo>
                    <a:cubicBezTo>
                      <a:pt x="22" y="5"/>
                      <a:pt x="24" y="4"/>
                      <a:pt x="26" y="2"/>
                    </a:cubicBezTo>
                    <a:cubicBezTo>
                      <a:pt x="27" y="1"/>
                      <a:pt x="28" y="1"/>
                      <a:pt x="28" y="0"/>
                    </a:cubicBezTo>
                  </a:path>
                </a:pathLst>
              </a:custGeom>
              <a:solidFill>
                <a:srgbClr val="F3D7C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681" name="Freeform 227">
                <a:extLst>
                  <a:ext uri="{FF2B5EF4-FFF2-40B4-BE49-F238E27FC236}">
                    <a16:creationId xmlns:a16="http://schemas.microsoft.com/office/drawing/2014/main" id="{140AAD75-7CE9-48E4-8858-82A3F2F750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5" y="2483"/>
                <a:ext cx="16" cy="63"/>
              </a:xfrm>
              <a:custGeom>
                <a:avLst/>
                <a:gdLst>
                  <a:gd name="T0" fmla="*/ 0 w 10"/>
                  <a:gd name="T1" fmla="*/ 0 h 38"/>
                  <a:gd name="T2" fmla="*/ 26 w 10"/>
                  <a:gd name="T3" fmla="*/ 83 h 38"/>
                  <a:gd name="T4" fmla="*/ 13 w 10"/>
                  <a:gd name="T5" fmla="*/ 124 h 38"/>
                  <a:gd name="T6" fmla="*/ 8 w 10"/>
                  <a:gd name="T7" fmla="*/ 172 h 38"/>
                  <a:gd name="T8" fmla="*/ 26 w 10"/>
                  <a:gd name="T9" fmla="*/ 126 h 38"/>
                  <a:gd name="T10" fmla="*/ 35 w 10"/>
                  <a:gd name="T11" fmla="*/ 63 h 38"/>
                  <a:gd name="T12" fmla="*/ 5 w 10"/>
                  <a:gd name="T13" fmla="*/ 5 h 3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38">
                    <a:moveTo>
                      <a:pt x="0" y="0"/>
                    </a:moveTo>
                    <a:cubicBezTo>
                      <a:pt x="5" y="2"/>
                      <a:pt x="6" y="13"/>
                      <a:pt x="6" y="18"/>
                    </a:cubicBezTo>
                    <a:cubicBezTo>
                      <a:pt x="5" y="21"/>
                      <a:pt x="4" y="24"/>
                      <a:pt x="3" y="27"/>
                    </a:cubicBezTo>
                    <a:cubicBezTo>
                      <a:pt x="2" y="31"/>
                      <a:pt x="2" y="35"/>
                      <a:pt x="2" y="38"/>
                    </a:cubicBezTo>
                    <a:cubicBezTo>
                      <a:pt x="4" y="36"/>
                      <a:pt x="5" y="31"/>
                      <a:pt x="6" y="28"/>
                    </a:cubicBezTo>
                    <a:cubicBezTo>
                      <a:pt x="8" y="24"/>
                      <a:pt x="10" y="19"/>
                      <a:pt x="9" y="14"/>
                    </a:cubicBezTo>
                    <a:cubicBezTo>
                      <a:pt x="9" y="9"/>
                      <a:pt x="7" y="0"/>
                      <a:pt x="1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682" name="Freeform 228">
                <a:extLst>
                  <a:ext uri="{FF2B5EF4-FFF2-40B4-BE49-F238E27FC236}">
                    <a16:creationId xmlns:a16="http://schemas.microsoft.com/office/drawing/2014/main" id="{60A0A51B-C626-47B2-9143-5EA4A4CE40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3" y="2505"/>
                <a:ext cx="17" cy="15"/>
              </a:xfrm>
              <a:custGeom>
                <a:avLst/>
                <a:gdLst>
                  <a:gd name="T0" fmla="*/ 44 w 10"/>
                  <a:gd name="T1" fmla="*/ 28 h 9"/>
                  <a:gd name="T2" fmla="*/ 29 w 10"/>
                  <a:gd name="T3" fmla="*/ 8 h 9"/>
                  <a:gd name="T4" fmla="*/ 9 w 10"/>
                  <a:gd name="T5" fmla="*/ 5 h 9"/>
                  <a:gd name="T6" fmla="*/ 29 w 10"/>
                  <a:gd name="T7" fmla="*/ 22 h 9"/>
                  <a:gd name="T8" fmla="*/ 49 w 10"/>
                  <a:gd name="T9" fmla="*/ 28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9">
                    <a:moveTo>
                      <a:pt x="9" y="6"/>
                    </a:moveTo>
                    <a:cubicBezTo>
                      <a:pt x="9" y="4"/>
                      <a:pt x="7" y="3"/>
                      <a:pt x="6" y="2"/>
                    </a:cubicBezTo>
                    <a:cubicBezTo>
                      <a:pt x="5" y="2"/>
                      <a:pt x="2" y="0"/>
                      <a:pt x="2" y="1"/>
                    </a:cubicBezTo>
                    <a:cubicBezTo>
                      <a:pt x="0" y="2"/>
                      <a:pt x="5" y="4"/>
                      <a:pt x="6" y="5"/>
                    </a:cubicBezTo>
                    <a:cubicBezTo>
                      <a:pt x="7" y="5"/>
                      <a:pt x="9" y="9"/>
                      <a:pt x="10" y="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683" name="Freeform 229">
                <a:extLst>
                  <a:ext uri="{FF2B5EF4-FFF2-40B4-BE49-F238E27FC236}">
                    <a16:creationId xmlns:a16="http://schemas.microsoft.com/office/drawing/2014/main" id="{805FB9FB-38A0-4054-94BD-75A76C6278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8" y="2651"/>
                <a:ext cx="8" cy="7"/>
              </a:xfrm>
              <a:custGeom>
                <a:avLst/>
                <a:gdLst>
                  <a:gd name="T0" fmla="*/ 16 w 5"/>
                  <a:gd name="T1" fmla="*/ 12 h 4"/>
                  <a:gd name="T2" fmla="*/ 8 w 5"/>
                  <a:gd name="T3" fmla="*/ 21 h 4"/>
                  <a:gd name="T4" fmla="*/ 21 w 5"/>
                  <a:gd name="T5" fmla="*/ 7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4">
                    <a:moveTo>
                      <a:pt x="4" y="2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0" y="2"/>
                      <a:pt x="3" y="0"/>
                      <a:pt x="5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684" name="Freeform 230">
                <a:extLst>
                  <a:ext uri="{FF2B5EF4-FFF2-40B4-BE49-F238E27FC236}">
                    <a16:creationId xmlns:a16="http://schemas.microsoft.com/office/drawing/2014/main" id="{6CCEB92D-3E7B-460C-AB97-A0B04227EB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8" y="2510"/>
                <a:ext cx="12" cy="18"/>
              </a:xfrm>
              <a:custGeom>
                <a:avLst/>
                <a:gdLst>
                  <a:gd name="T0" fmla="*/ 0 w 7"/>
                  <a:gd name="T1" fmla="*/ 0 h 11"/>
                  <a:gd name="T2" fmla="*/ 36 w 7"/>
                  <a:gd name="T3" fmla="*/ 29 h 11"/>
                  <a:gd name="T4" fmla="*/ 0 w 7"/>
                  <a:gd name="T5" fmla="*/ 0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1">
                    <a:moveTo>
                      <a:pt x="0" y="0"/>
                    </a:moveTo>
                    <a:cubicBezTo>
                      <a:pt x="0" y="0"/>
                      <a:pt x="7" y="2"/>
                      <a:pt x="7" y="7"/>
                    </a:cubicBezTo>
                    <a:cubicBezTo>
                      <a:pt x="7" y="11"/>
                      <a:pt x="5" y="0"/>
                      <a:pt x="0" y="0"/>
                    </a:cubicBezTo>
                  </a:path>
                </a:pathLst>
              </a:custGeom>
              <a:solidFill>
                <a:srgbClr val="F3D7C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685" name="Freeform 231">
                <a:extLst>
                  <a:ext uri="{FF2B5EF4-FFF2-40B4-BE49-F238E27FC236}">
                    <a16:creationId xmlns:a16="http://schemas.microsoft.com/office/drawing/2014/main" id="{3B4772D1-1963-4688-A040-915715859B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6" y="2458"/>
                <a:ext cx="24" cy="20"/>
              </a:xfrm>
              <a:custGeom>
                <a:avLst/>
                <a:gdLst>
                  <a:gd name="T0" fmla="*/ 0 w 14"/>
                  <a:gd name="T1" fmla="*/ 55 h 12"/>
                  <a:gd name="T2" fmla="*/ 15 w 14"/>
                  <a:gd name="T3" fmla="*/ 47 h 12"/>
                  <a:gd name="T4" fmla="*/ 36 w 14"/>
                  <a:gd name="T5" fmla="*/ 28 h 12"/>
                  <a:gd name="T6" fmla="*/ 57 w 14"/>
                  <a:gd name="T7" fmla="*/ 13 h 12"/>
                  <a:gd name="T8" fmla="*/ 70 w 14"/>
                  <a:gd name="T9" fmla="*/ 0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2">
                    <a:moveTo>
                      <a:pt x="0" y="12"/>
                    </a:moveTo>
                    <a:cubicBezTo>
                      <a:pt x="1" y="12"/>
                      <a:pt x="2" y="11"/>
                      <a:pt x="3" y="10"/>
                    </a:cubicBezTo>
                    <a:cubicBezTo>
                      <a:pt x="4" y="8"/>
                      <a:pt x="5" y="8"/>
                      <a:pt x="7" y="6"/>
                    </a:cubicBezTo>
                    <a:cubicBezTo>
                      <a:pt x="8" y="5"/>
                      <a:pt x="10" y="5"/>
                      <a:pt x="11" y="3"/>
                    </a:cubicBezTo>
                    <a:cubicBezTo>
                      <a:pt x="12" y="2"/>
                      <a:pt x="13" y="1"/>
                      <a:pt x="14" y="0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686" name="Freeform 232">
                <a:extLst>
                  <a:ext uri="{FF2B5EF4-FFF2-40B4-BE49-F238E27FC236}">
                    <a16:creationId xmlns:a16="http://schemas.microsoft.com/office/drawing/2014/main" id="{4E8F139E-F175-4342-AB6F-F6AF04028A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4" y="2545"/>
                <a:ext cx="67" cy="49"/>
              </a:xfrm>
              <a:custGeom>
                <a:avLst/>
                <a:gdLst>
                  <a:gd name="T0" fmla="*/ 188 w 40"/>
                  <a:gd name="T1" fmla="*/ 34 h 30"/>
                  <a:gd name="T2" fmla="*/ 169 w 40"/>
                  <a:gd name="T3" fmla="*/ 0 h 30"/>
                  <a:gd name="T4" fmla="*/ 159 w 40"/>
                  <a:gd name="T5" fmla="*/ 29 h 30"/>
                  <a:gd name="T6" fmla="*/ 146 w 40"/>
                  <a:gd name="T7" fmla="*/ 69 h 30"/>
                  <a:gd name="T8" fmla="*/ 117 w 40"/>
                  <a:gd name="T9" fmla="*/ 77 h 30"/>
                  <a:gd name="T10" fmla="*/ 90 w 40"/>
                  <a:gd name="T11" fmla="*/ 91 h 30"/>
                  <a:gd name="T12" fmla="*/ 57 w 40"/>
                  <a:gd name="T13" fmla="*/ 88 h 30"/>
                  <a:gd name="T14" fmla="*/ 5 w 40"/>
                  <a:gd name="T15" fmla="*/ 91 h 30"/>
                  <a:gd name="T16" fmla="*/ 5 w 40"/>
                  <a:gd name="T17" fmla="*/ 96 h 30"/>
                  <a:gd name="T18" fmla="*/ 57 w 40"/>
                  <a:gd name="T19" fmla="*/ 123 h 30"/>
                  <a:gd name="T20" fmla="*/ 79 w 40"/>
                  <a:gd name="T21" fmla="*/ 131 h 30"/>
                  <a:gd name="T22" fmla="*/ 104 w 40"/>
                  <a:gd name="T23" fmla="*/ 113 h 30"/>
                  <a:gd name="T24" fmla="*/ 159 w 40"/>
                  <a:gd name="T25" fmla="*/ 91 h 30"/>
                  <a:gd name="T26" fmla="*/ 183 w 40"/>
                  <a:gd name="T27" fmla="*/ 41 h 30"/>
                  <a:gd name="T28" fmla="*/ 188 w 40"/>
                  <a:gd name="T29" fmla="*/ 29 h 30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40" h="30">
                    <a:moveTo>
                      <a:pt x="40" y="8"/>
                    </a:moveTo>
                    <a:cubicBezTo>
                      <a:pt x="39" y="6"/>
                      <a:pt x="38" y="0"/>
                      <a:pt x="36" y="0"/>
                    </a:cubicBezTo>
                    <a:cubicBezTo>
                      <a:pt x="34" y="0"/>
                      <a:pt x="34" y="6"/>
                      <a:pt x="34" y="7"/>
                    </a:cubicBezTo>
                    <a:cubicBezTo>
                      <a:pt x="34" y="10"/>
                      <a:pt x="33" y="13"/>
                      <a:pt x="31" y="16"/>
                    </a:cubicBezTo>
                    <a:cubicBezTo>
                      <a:pt x="29" y="18"/>
                      <a:pt x="27" y="18"/>
                      <a:pt x="25" y="18"/>
                    </a:cubicBezTo>
                    <a:cubicBezTo>
                      <a:pt x="23" y="18"/>
                      <a:pt x="21" y="20"/>
                      <a:pt x="19" y="21"/>
                    </a:cubicBezTo>
                    <a:cubicBezTo>
                      <a:pt x="17" y="22"/>
                      <a:pt x="14" y="21"/>
                      <a:pt x="12" y="20"/>
                    </a:cubicBezTo>
                    <a:cubicBezTo>
                      <a:pt x="10" y="19"/>
                      <a:pt x="0" y="16"/>
                      <a:pt x="1" y="21"/>
                    </a:cubicBezTo>
                    <a:cubicBezTo>
                      <a:pt x="1" y="22"/>
                      <a:pt x="1" y="22"/>
                      <a:pt x="1" y="22"/>
                    </a:cubicBezTo>
                    <a:cubicBezTo>
                      <a:pt x="5" y="24"/>
                      <a:pt x="9" y="26"/>
                      <a:pt x="12" y="28"/>
                    </a:cubicBezTo>
                    <a:cubicBezTo>
                      <a:pt x="14" y="29"/>
                      <a:pt x="15" y="30"/>
                      <a:pt x="17" y="30"/>
                    </a:cubicBezTo>
                    <a:cubicBezTo>
                      <a:pt x="18" y="29"/>
                      <a:pt x="20" y="27"/>
                      <a:pt x="22" y="26"/>
                    </a:cubicBezTo>
                    <a:cubicBezTo>
                      <a:pt x="26" y="24"/>
                      <a:pt x="30" y="24"/>
                      <a:pt x="34" y="21"/>
                    </a:cubicBezTo>
                    <a:cubicBezTo>
                      <a:pt x="37" y="19"/>
                      <a:pt x="37" y="13"/>
                      <a:pt x="39" y="9"/>
                    </a:cubicBezTo>
                    <a:cubicBezTo>
                      <a:pt x="39" y="9"/>
                      <a:pt x="40" y="8"/>
                      <a:pt x="40" y="7"/>
                    </a:cubicBezTo>
                  </a:path>
                </a:pathLst>
              </a:custGeom>
              <a:solidFill>
                <a:srgbClr val="F3D7C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687" name="Freeform 233">
                <a:extLst>
                  <a:ext uri="{FF2B5EF4-FFF2-40B4-BE49-F238E27FC236}">
                    <a16:creationId xmlns:a16="http://schemas.microsoft.com/office/drawing/2014/main" id="{308D92E4-7001-4FD1-980E-695E357CE4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5" y="2420"/>
                <a:ext cx="55" cy="209"/>
              </a:xfrm>
              <a:custGeom>
                <a:avLst/>
                <a:gdLst>
                  <a:gd name="T0" fmla="*/ 145 w 33"/>
                  <a:gd name="T1" fmla="*/ 0 h 126"/>
                  <a:gd name="T2" fmla="*/ 145 w 33"/>
                  <a:gd name="T3" fmla="*/ 83 h 126"/>
                  <a:gd name="T4" fmla="*/ 145 w 33"/>
                  <a:gd name="T5" fmla="*/ 154 h 126"/>
                  <a:gd name="T6" fmla="*/ 138 w 33"/>
                  <a:gd name="T7" fmla="*/ 289 h 126"/>
                  <a:gd name="T8" fmla="*/ 88 w 33"/>
                  <a:gd name="T9" fmla="*/ 435 h 126"/>
                  <a:gd name="T10" fmla="*/ 0 w 33"/>
                  <a:gd name="T11" fmla="*/ 576 h 126"/>
                  <a:gd name="T12" fmla="*/ 75 w 33"/>
                  <a:gd name="T13" fmla="*/ 406 h 126"/>
                  <a:gd name="T14" fmla="*/ 112 w 33"/>
                  <a:gd name="T15" fmla="*/ 264 h 126"/>
                  <a:gd name="T16" fmla="*/ 120 w 33"/>
                  <a:gd name="T17" fmla="*/ 138 h 126"/>
                  <a:gd name="T18" fmla="*/ 138 w 33"/>
                  <a:gd name="T19" fmla="*/ 13 h 12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3" h="126">
                    <a:moveTo>
                      <a:pt x="31" y="0"/>
                    </a:moveTo>
                    <a:cubicBezTo>
                      <a:pt x="33" y="5"/>
                      <a:pt x="31" y="13"/>
                      <a:pt x="31" y="18"/>
                    </a:cubicBezTo>
                    <a:cubicBezTo>
                      <a:pt x="31" y="24"/>
                      <a:pt x="31" y="29"/>
                      <a:pt x="31" y="34"/>
                    </a:cubicBezTo>
                    <a:cubicBezTo>
                      <a:pt x="32" y="44"/>
                      <a:pt x="33" y="53"/>
                      <a:pt x="30" y="63"/>
                    </a:cubicBezTo>
                    <a:cubicBezTo>
                      <a:pt x="27" y="74"/>
                      <a:pt x="21" y="83"/>
                      <a:pt x="19" y="95"/>
                    </a:cubicBezTo>
                    <a:cubicBezTo>
                      <a:pt x="16" y="109"/>
                      <a:pt x="13" y="119"/>
                      <a:pt x="0" y="126"/>
                    </a:cubicBezTo>
                    <a:cubicBezTo>
                      <a:pt x="7" y="115"/>
                      <a:pt x="14" y="102"/>
                      <a:pt x="16" y="89"/>
                    </a:cubicBezTo>
                    <a:cubicBezTo>
                      <a:pt x="18" y="78"/>
                      <a:pt x="22" y="69"/>
                      <a:pt x="24" y="58"/>
                    </a:cubicBezTo>
                    <a:cubicBezTo>
                      <a:pt x="26" y="49"/>
                      <a:pt x="25" y="39"/>
                      <a:pt x="26" y="30"/>
                    </a:cubicBezTo>
                    <a:cubicBezTo>
                      <a:pt x="27" y="21"/>
                      <a:pt x="31" y="12"/>
                      <a:pt x="30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688" name="Freeform 234">
                <a:extLst>
                  <a:ext uri="{FF2B5EF4-FFF2-40B4-BE49-F238E27FC236}">
                    <a16:creationId xmlns:a16="http://schemas.microsoft.com/office/drawing/2014/main" id="{724970AD-0959-460B-ADD4-1C76ACBEE2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3" y="2445"/>
                <a:ext cx="47" cy="50"/>
              </a:xfrm>
              <a:custGeom>
                <a:avLst/>
                <a:gdLst>
                  <a:gd name="T0" fmla="*/ 128 w 28"/>
                  <a:gd name="T1" fmla="*/ 0 h 30"/>
                  <a:gd name="T2" fmla="*/ 67 w 28"/>
                  <a:gd name="T3" fmla="*/ 75 h 30"/>
                  <a:gd name="T4" fmla="*/ 0 w 28"/>
                  <a:gd name="T5" fmla="*/ 138 h 30"/>
                  <a:gd name="T6" fmla="*/ 62 w 28"/>
                  <a:gd name="T7" fmla="*/ 55 h 30"/>
                  <a:gd name="T8" fmla="*/ 128 w 28"/>
                  <a:gd name="T9" fmla="*/ 5 h 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8" h="30">
                    <a:moveTo>
                      <a:pt x="27" y="0"/>
                    </a:moveTo>
                    <a:cubicBezTo>
                      <a:pt x="28" y="7"/>
                      <a:pt x="19" y="13"/>
                      <a:pt x="14" y="16"/>
                    </a:cubicBezTo>
                    <a:cubicBezTo>
                      <a:pt x="7" y="20"/>
                      <a:pt x="5" y="24"/>
                      <a:pt x="0" y="30"/>
                    </a:cubicBezTo>
                    <a:cubicBezTo>
                      <a:pt x="5" y="24"/>
                      <a:pt x="6" y="17"/>
                      <a:pt x="13" y="12"/>
                    </a:cubicBezTo>
                    <a:cubicBezTo>
                      <a:pt x="16" y="10"/>
                      <a:pt x="27" y="7"/>
                      <a:pt x="27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689" name="Freeform 235">
                <a:extLst>
                  <a:ext uri="{FF2B5EF4-FFF2-40B4-BE49-F238E27FC236}">
                    <a16:creationId xmlns:a16="http://schemas.microsoft.com/office/drawing/2014/main" id="{53C0F3F3-7579-4F69-A1ED-1C2E4C26E1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6" y="2308"/>
                <a:ext cx="24" cy="128"/>
              </a:xfrm>
              <a:custGeom>
                <a:avLst/>
                <a:gdLst>
                  <a:gd name="T0" fmla="*/ 5 w 14"/>
                  <a:gd name="T1" fmla="*/ 8 h 77"/>
                  <a:gd name="T2" fmla="*/ 21 w 14"/>
                  <a:gd name="T3" fmla="*/ 50 h 77"/>
                  <a:gd name="T4" fmla="*/ 29 w 14"/>
                  <a:gd name="T5" fmla="*/ 96 h 77"/>
                  <a:gd name="T6" fmla="*/ 41 w 14"/>
                  <a:gd name="T7" fmla="*/ 171 h 77"/>
                  <a:gd name="T8" fmla="*/ 21 w 14"/>
                  <a:gd name="T9" fmla="*/ 238 h 77"/>
                  <a:gd name="T10" fmla="*/ 0 w 14"/>
                  <a:gd name="T11" fmla="*/ 354 h 77"/>
                  <a:gd name="T12" fmla="*/ 41 w 14"/>
                  <a:gd name="T13" fmla="*/ 234 h 77"/>
                  <a:gd name="T14" fmla="*/ 65 w 14"/>
                  <a:gd name="T15" fmla="*/ 143 h 77"/>
                  <a:gd name="T16" fmla="*/ 41 w 14"/>
                  <a:gd name="T17" fmla="*/ 62 h 77"/>
                  <a:gd name="T18" fmla="*/ 9 w 14"/>
                  <a:gd name="T19" fmla="*/ 0 h 7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4" h="77">
                    <a:moveTo>
                      <a:pt x="1" y="2"/>
                    </a:moveTo>
                    <a:cubicBezTo>
                      <a:pt x="1" y="5"/>
                      <a:pt x="3" y="8"/>
                      <a:pt x="4" y="11"/>
                    </a:cubicBezTo>
                    <a:cubicBezTo>
                      <a:pt x="5" y="14"/>
                      <a:pt x="5" y="18"/>
                      <a:pt x="6" y="21"/>
                    </a:cubicBezTo>
                    <a:cubicBezTo>
                      <a:pt x="7" y="26"/>
                      <a:pt x="9" y="31"/>
                      <a:pt x="8" y="37"/>
                    </a:cubicBezTo>
                    <a:cubicBezTo>
                      <a:pt x="8" y="42"/>
                      <a:pt x="5" y="47"/>
                      <a:pt x="4" y="52"/>
                    </a:cubicBezTo>
                    <a:cubicBezTo>
                      <a:pt x="1" y="60"/>
                      <a:pt x="2" y="69"/>
                      <a:pt x="0" y="77"/>
                    </a:cubicBezTo>
                    <a:cubicBezTo>
                      <a:pt x="2" y="68"/>
                      <a:pt x="4" y="59"/>
                      <a:pt x="8" y="51"/>
                    </a:cubicBezTo>
                    <a:cubicBezTo>
                      <a:pt x="11" y="44"/>
                      <a:pt x="14" y="39"/>
                      <a:pt x="13" y="31"/>
                    </a:cubicBezTo>
                    <a:cubicBezTo>
                      <a:pt x="13" y="24"/>
                      <a:pt x="10" y="20"/>
                      <a:pt x="8" y="13"/>
                    </a:cubicBezTo>
                    <a:cubicBezTo>
                      <a:pt x="6" y="9"/>
                      <a:pt x="4" y="3"/>
                      <a:pt x="2" y="0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690" name="Freeform 236">
                <a:extLst>
                  <a:ext uri="{FF2B5EF4-FFF2-40B4-BE49-F238E27FC236}">
                    <a16:creationId xmlns:a16="http://schemas.microsoft.com/office/drawing/2014/main" id="{C605F279-E221-41BC-93D5-86A53F748A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6" y="1561"/>
                <a:ext cx="30" cy="38"/>
              </a:xfrm>
              <a:custGeom>
                <a:avLst/>
                <a:gdLst>
                  <a:gd name="T0" fmla="*/ 0 w 18"/>
                  <a:gd name="T1" fmla="*/ 104 h 23"/>
                  <a:gd name="T2" fmla="*/ 0 w 18"/>
                  <a:gd name="T3" fmla="*/ 104 h 23"/>
                  <a:gd name="T4" fmla="*/ 83 w 18"/>
                  <a:gd name="T5" fmla="*/ 5 h 23"/>
                  <a:gd name="T6" fmla="*/ 75 w 18"/>
                  <a:gd name="T7" fmla="*/ 0 h 23"/>
                  <a:gd name="T8" fmla="*/ 0 w 18"/>
                  <a:gd name="T9" fmla="*/ 104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23">
                    <a:moveTo>
                      <a:pt x="0" y="23"/>
                    </a:moveTo>
                    <a:cubicBezTo>
                      <a:pt x="0" y="23"/>
                      <a:pt x="0" y="23"/>
                      <a:pt x="0" y="23"/>
                    </a:cubicBezTo>
                    <a:cubicBezTo>
                      <a:pt x="7" y="18"/>
                      <a:pt x="13" y="12"/>
                      <a:pt x="18" y="1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12" y="10"/>
                      <a:pt x="7" y="19"/>
                      <a:pt x="0" y="23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691" name="Freeform 237">
                <a:extLst>
                  <a:ext uri="{FF2B5EF4-FFF2-40B4-BE49-F238E27FC236}">
                    <a16:creationId xmlns:a16="http://schemas.microsoft.com/office/drawing/2014/main" id="{5B9D24BC-C256-403B-9F38-73A4109917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3" y="1809"/>
                <a:ext cx="97" cy="194"/>
              </a:xfrm>
              <a:custGeom>
                <a:avLst/>
                <a:gdLst>
                  <a:gd name="T0" fmla="*/ 271 w 58"/>
                  <a:gd name="T1" fmla="*/ 0 h 117"/>
                  <a:gd name="T2" fmla="*/ 229 w 58"/>
                  <a:gd name="T3" fmla="*/ 76 h 117"/>
                  <a:gd name="T4" fmla="*/ 140 w 58"/>
                  <a:gd name="T5" fmla="*/ 222 h 117"/>
                  <a:gd name="T6" fmla="*/ 0 w 58"/>
                  <a:gd name="T7" fmla="*/ 534 h 117"/>
                  <a:gd name="T8" fmla="*/ 179 w 58"/>
                  <a:gd name="T9" fmla="*/ 214 h 117"/>
                  <a:gd name="T10" fmla="*/ 266 w 58"/>
                  <a:gd name="T11" fmla="*/ 13 h 1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8" h="117">
                    <a:moveTo>
                      <a:pt x="58" y="0"/>
                    </a:moveTo>
                    <a:cubicBezTo>
                      <a:pt x="53" y="2"/>
                      <a:pt x="51" y="12"/>
                      <a:pt x="49" y="17"/>
                    </a:cubicBezTo>
                    <a:cubicBezTo>
                      <a:pt x="44" y="28"/>
                      <a:pt x="36" y="38"/>
                      <a:pt x="30" y="49"/>
                    </a:cubicBezTo>
                    <a:cubicBezTo>
                      <a:pt x="19" y="70"/>
                      <a:pt x="5" y="93"/>
                      <a:pt x="0" y="117"/>
                    </a:cubicBezTo>
                    <a:cubicBezTo>
                      <a:pt x="8" y="91"/>
                      <a:pt x="27" y="71"/>
                      <a:pt x="38" y="47"/>
                    </a:cubicBezTo>
                    <a:cubicBezTo>
                      <a:pt x="44" y="33"/>
                      <a:pt x="49" y="16"/>
                      <a:pt x="57" y="3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692" name="Freeform 238">
                <a:extLst>
                  <a:ext uri="{FF2B5EF4-FFF2-40B4-BE49-F238E27FC236}">
                    <a16:creationId xmlns:a16="http://schemas.microsoft.com/office/drawing/2014/main" id="{395D2B5F-C0D1-4C38-8E83-F16D507E52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2" y="1817"/>
                <a:ext cx="89" cy="157"/>
              </a:xfrm>
              <a:custGeom>
                <a:avLst/>
                <a:gdLst>
                  <a:gd name="T0" fmla="*/ 0 w 53"/>
                  <a:gd name="T1" fmla="*/ 5 h 94"/>
                  <a:gd name="T2" fmla="*/ 138 w 53"/>
                  <a:gd name="T3" fmla="*/ 200 h 94"/>
                  <a:gd name="T4" fmla="*/ 250 w 53"/>
                  <a:gd name="T5" fmla="*/ 438 h 94"/>
                  <a:gd name="T6" fmla="*/ 109 w 53"/>
                  <a:gd name="T7" fmla="*/ 159 h 94"/>
                  <a:gd name="T8" fmla="*/ 5 w 53"/>
                  <a:gd name="T9" fmla="*/ 0 h 9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3" h="94">
                    <a:moveTo>
                      <a:pt x="0" y="1"/>
                    </a:moveTo>
                    <a:cubicBezTo>
                      <a:pt x="19" y="2"/>
                      <a:pt x="24" y="28"/>
                      <a:pt x="29" y="43"/>
                    </a:cubicBezTo>
                    <a:cubicBezTo>
                      <a:pt x="35" y="60"/>
                      <a:pt x="44" y="78"/>
                      <a:pt x="53" y="94"/>
                    </a:cubicBezTo>
                    <a:cubicBezTo>
                      <a:pt x="36" y="86"/>
                      <a:pt x="28" y="52"/>
                      <a:pt x="23" y="34"/>
                    </a:cubicBezTo>
                    <a:cubicBezTo>
                      <a:pt x="19" y="19"/>
                      <a:pt x="16" y="7"/>
                      <a:pt x="1" y="0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693" name="Freeform 239">
                <a:extLst>
                  <a:ext uri="{FF2B5EF4-FFF2-40B4-BE49-F238E27FC236}">
                    <a16:creationId xmlns:a16="http://schemas.microsoft.com/office/drawing/2014/main" id="{6A1CE614-A9F8-4902-B79D-EB2CF90A7D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7" y="2300"/>
                <a:ext cx="92" cy="131"/>
              </a:xfrm>
              <a:custGeom>
                <a:avLst/>
                <a:gdLst>
                  <a:gd name="T0" fmla="*/ 0 w 55"/>
                  <a:gd name="T1" fmla="*/ 0 h 79"/>
                  <a:gd name="T2" fmla="*/ 141 w 55"/>
                  <a:gd name="T3" fmla="*/ 196 h 79"/>
                  <a:gd name="T4" fmla="*/ 216 w 55"/>
                  <a:gd name="T5" fmla="*/ 277 h 79"/>
                  <a:gd name="T6" fmla="*/ 258 w 55"/>
                  <a:gd name="T7" fmla="*/ 360 h 79"/>
                  <a:gd name="T8" fmla="*/ 196 w 55"/>
                  <a:gd name="T9" fmla="*/ 272 h 79"/>
                  <a:gd name="T10" fmla="*/ 117 w 55"/>
                  <a:gd name="T11" fmla="*/ 192 h 79"/>
                  <a:gd name="T12" fmla="*/ 47 w 55"/>
                  <a:gd name="T13" fmla="*/ 113 h 79"/>
                  <a:gd name="T14" fmla="*/ 0 w 55"/>
                  <a:gd name="T15" fmla="*/ 13 h 7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5" h="79">
                    <a:moveTo>
                      <a:pt x="0" y="0"/>
                    </a:moveTo>
                    <a:cubicBezTo>
                      <a:pt x="6" y="16"/>
                      <a:pt x="18" y="30"/>
                      <a:pt x="30" y="43"/>
                    </a:cubicBezTo>
                    <a:cubicBezTo>
                      <a:pt x="36" y="49"/>
                      <a:pt x="41" y="55"/>
                      <a:pt x="46" y="61"/>
                    </a:cubicBezTo>
                    <a:cubicBezTo>
                      <a:pt x="51" y="67"/>
                      <a:pt x="52" y="73"/>
                      <a:pt x="55" y="79"/>
                    </a:cubicBezTo>
                    <a:cubicBezTo>
                      <a:pt x="53" y="73"/>
                      <a:pt x="46" y="66"/>
                      <a:pt x="42" y="60"/>
                    </a:cubicBezTo>
                    <a:cubicBezTo>
                      <a:pt x="37" y="53"/>
                      <a:pt x="32" y="48"/>
                      <a:pt x="25" y="42"/>
                    </a:cubicBezTo>
                    <a:cubicBezTo>
                      <a:pt x="20" y="37"/>
                      <a:pt x="15" y="31"/>
                      <a:pt x="10" y="25"/>
                    </a:cubicBezTo>
                    <a:cubicBezTo>
                      <a:pt x="5" y="18"/>
                      <a:pt x="3" y="11"/>
                      <a:pt x="0" y="3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694" name="Freeform 240">
                <a:extLst>
                  <a:ext uri="{FF2B5EF4-FFF2-40B4-BE49-F238E27FC236}">
                    <a16:creationId xmlns:a16="http://schemas.microsoft.com/office/drawing/2014/main" id="{32E91A39-2D81-4BC3-B397-8531A7F54D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4" y="2290"/>
                <a:ext cx="100" cy="151"/>
              </a:xfrm>
              <a:custGeom>
                <a:avLst/>
                <a:gdLst>
                  <a:gd name="T0" fmla="*/ 0 w 60"/>
                  <a:gd name="T1" fmla="*/ 402 h 91"/>
                  <a:gd name="T2" fmla="*/ 158 w 60"/>
                  <a:gd name="T3" fmla="*/ 196 h 91"/>
                  <a:gd name="T4" fmla="*/ 278 w 60"/>
                  <a:gd name="T5" fmla="*/ 0 h 91"/>
                  <a:gd name="T6" fmla="*/ 153 w 60"/>
                  <a:gd name="T7" fmla="*/ 214 h 91"/>
                  <a:gd name="T8" fmla="*/ 78 w 60"/>
                  <a:gd name="T9" fmla="*/ 312 h 91"/>
                  <a:gd name="T10" fmla="*/ 0 w 60"/>
                  <a:gd name="T11" fmla="*/ 416 h 9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0" h="91">
                    <a:moveTo>
                      <a:pt x="0" y="88"/>
                    </a:moveTo>
                    <a:cubicBezTo>
                      <a:pt x="1" y="71"/>
                      <a:pt x="23" y="55"/>
                      <a:pt x="34" y="43"/>
                    </a:cubicBezTo>
                    <a:cubicBezTo>
                      <a:pt x="44" y="31"/>
                      <a:pt x="54" y="15"/>
                      <a:pt x="60" y="0"/>
                    </a:cubicBezTo>
                    <a:cubicBezTo>
                      <a:pt x="54" y="18"/>
                      <a:pt x="44" y="31"/>
                      <a:pt x="33" y="47"/>
                    </a:cubicBezTo>
                    <a:cubicBezTo>
                      <a:pt x="28" y="54"/>
                      <a:pt x="23" y="62"/>
                      <a:pt x="17" y="68"/>
                    </a:cubicBezTo>
                    <a:cubicBezTo>
                      <a:pt x="10" y="75"/>
                      <a:pt x="3" y="81"/>
                      <a:pt x="0" y="91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695" name="Freeform 241">
                <a:extLst>
                  <a:ext uri="{FF2B5EF4-FFF2-40B4-BE49-F238E27FC236}">
                    <a16:creationId xmlns:a16="http://schemas.microsoft.com/office/drawing/2014/main" id="{68C68CE5-31B9-4E78-8447-96453D3E9C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7" y="835"/>
                <a:ext cx="105" cy="166"/>
              </a:xfrm>
              <a:custGeom>
                <a:avLst/>
                <a:gdLst>
                  <a:gd name="T0" fmla="*/ 287 w 63"/>
                  <a:gd name="T1" fmla="*/ 33 h 100"/>
                  <a:gd name="T2" fmla="*/ 208 w 63"/>
                  <a:gd name="T3" fmla="*/ 75 h 100"/>
                  <a:gd name="T4" fmla="*/ 153 w 63"/>
                  <a:gd name="T5" fmla="*/ 179 h 100"/>
                  <a:gd name="T6" fmla="*/ 167 w 63"/>
                  <a:gd name="T7" fmla="*/ 345 h 100"/>
                  <a:gd name="T8" fmla="*/ 83 w 63"/>
                  <a:gd name="T9" fmla="*/ 369 h 100"/>
                  <a:gd name="T10" fmla="*/ 37 w 63"/>
                  <a:gd name="T11" fmla="*/ 452 h 100"/>
                  <a:gd name="T12" fmla="*/ 37 w 63"/>
                  <a:gd name="T13" fmla="*/ 452 h 100"/>
                  <a:gd name="T14" fmla="*/ 5 w 63"/>
                  <a:gd name="T15" fmla="*/ 408 h 100"/>
                  <a:gd name="T16" fmla="*/ 28 w 63"/>
                  <a:gd name="T17" fmla="*/ 325 h 100"/>
                  <a:gd name="T18" fmla="*/ 70 w 63"/>
                  <a:gd name="T19" fmla="*/ 237 h 100"/>
                  <a:gd name="T20" fmla="*/ 88 w 63"/>
                  <a:gd name="T21" fmla="*/ 174 h 100"/>
                  <a:gd name="T22" fmla="*/ 175 w 63"/>
                  <a:gd name="T23" fmla="*/ 75 h 100"/>
                  <a:gd name="T24" fmla="*/ 292 w 63"/>
                  <a:gd name="T25" fmla="*/ 37 h 10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63" h="100">
                    <a:moveTo>
                      <a:pt x="62" y="7"/>
                    </a:moveTo>
                    <a:cubicBezTo>
                      <a:pt x="57" y="6"/>
                      <a:pt x="48" y="13"/>
                      <a:pt x="45" y="16"/>
                    </a:cubicBezTo>
                    <a:cubicBezTo>
                      <a:pt x="39" y="22"/>
                      <a:pt x="35" y="31"/>
                      <a:pt x="33" y="39"/>
                    </a:cubicBezTo>
                    <a:cubicBezTo>
                      <a:pt x="30" y="50"/>
                      <a:pt x="30" y="65"/>
                      <a:pt x="36" y="75"/>
                    </a:cubicBezTo>
                    <a:cubicBezTo>
                      <a:pt x="30" y="71"/>
                      <a:pt x="21" y="77"/>
                      <a:pt x="18" y="81"/>
                    </a:cubicBezTo>
                    <a:cubicBezTo>
                      <a:pt x="14" y="86"/>
                      <a:pt x="9" y="93"/>
                      <a:pt x="8" y="99"/>
                    </a:cubicBezTo>
                    <a:cubicBezTo>
                      <a:pt x="8" y="100"/>
                      <a:pt x="8" y="100"/>
                      <a:pt x="8" y="99"/>
                    </a:cubicBezTo>
                    <a:cubicBezTo>
                      <a:pt x="5" y="96"/>
                      <a:pt x="2" y="94"/>
                      <a:pt x="1" y="89"/>
                    </a:cubicBezTo>
                    <a:cubicBezTo>
                      <a:pt x="0" y="82"/>
                      <a:pt x="3" y="77"/>
                      <a:pt x="6" y="71"/>
                    </a:cubicBezTo>
                    <a:cubicBezTo>
                      <a:pt x="9" y="64"/>
                      <a:pt x="13" y="58"/>
                      <a:pt x="15" y="52"/>
                    </a:cubicBezTo>
                    <a:cubicBezTo>
                      <a:pt x="16" y="47"/>
                      <a:pt x="17" y="42"/>
                      <a:pt x="19" y="38"/>
                    </a:cubicBezTo>
                    <a:cubicBezTo>
                      <a:pt x="24" y="29"/>
                      <a:pt x="30" y="22"/>
                      <a:pt x="38" y="16"/>
                    </a:cubicBezTo>
                    <a:cubicBezTo>
                      <a:pt x="45" y="11"/>
                      <a:pt x="54" y="0"/>
                      <a:pt x="63" y="8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696" name="Freeform 242">
                <a:extLst>
                  <a:ext uri="{FF2B5EF4-FFF2-40B4-BE49-F238E27FC236}">
                    <a16:creationId xmlns:a16="http://schemas.microsoft.com/office/drawing/2014/main" id="{42E19013-3B0F-4F5D-B39B-62E571A829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2" y="850"/>
                <a:ext cx="129" cy="25"/>
              </a:xfrm>
              <a:custGeom>
                <a:avLst/>
                <a:gdLst>
                  <a:gd name="T0" fmla="*/ 5 w 77"/>
                  <a:gd name="T1" fmla="*/ 63 h 15"/>
                  <a:gd name="T2" fmla="*/ 65 w 77"/>
                  <a:gd name="T3" fmla="*/ 8 h 15"/>
                  <a:gd name="T4" fmla="*/ 151 w 77"/>
                  <a:gd name="T5" fmla="*/ 13 h 15"/>
                  <a:gd name="T6" fmla="*/ 266 w 77"/>
                  <a:gd name="T7" fmla="*/ 22 h 15"/>
                  <a:gd name="T8" fmla="*/ 362 w 77"/>
                  <a:gd name="T9" fmla="*/ 5 h 15"/>
                  <a:gd name="T10" fmla="*/ 132 w 77"/>
                  <a:gd name="T11" fmla="*/ 33 h 15"/>
                  <a:gd name="T12" fmla="*/ 0 w 77"/>
                  <a:gd name="T13" fmla="*/ 70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7" h="15">
                    <a:moveTo>
                      <a:pt x="1" y="14"/>
                    </a:moveTo>
                    <a:cubicBezTo>
                      <a:pt x="3" y="10"/>
                      <a:pt x="10" y="4"/>
                      <a:pt x="14" y="2"/>
                    </a:cubicBezTo>
                    <a:cubicBezTo>
                      <a:pt x="21" y="0"/>
                      <a:pt x="26" y="3"/>
                      <a:pt x="32" y="3"/>
                    </a:cubicBezTo>
                    <a:cubicBezTo>
                      <a:pt x="40" y="4"/>
                      <a:pt x="49" y="4"/>
                      <a:pt x="57" y="5"/>
                    </a:cubicBezTo>
                    <a:cubicBezTo>
                      <a:pt x="64" y="5"/>
                      <a:pt x="71" y="6"/>
                      <a:pt x="77" y="1"/>
                    </a:cubicBezTo>
                    <a:cubicBezTo>
                      <a:pt x="62" y="12"/>
                      <a:pt x="46" y="9"/>
                      <a:pt x="28" y="7"/>
                    </a:cubicBezTo>
                    <a:cubicBezTo>
                      <a:pt x="17" y="6"/>
                      <a:pt x="9" y="10"/>
                      <a:pt x="0" y="1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697" name="Freeform 243">
                <a:extLst>
                  <a:ext uri="{FF2B5EF4-FFF2-40B4-BE49-F238E27FC236}">
                    <a16:creationId xmlns:a16="http://schemas.microsoft.com/office/drawing/2014/main" id="{E5F15830-CC43-4F64-B8B4-D6D91203A4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4" y="1188"/>
                <a:ext cx="65" cy="161"/>
              </a:xfrm>
              <a:custGeom>
                <a:avLst/>
                <a:gdLst>
                  <a:gd name="T0" fmla="*/ 8 w 39"/>
                  <a:gd name="T1" fmla="*/ 425 h 97"/>
                  <a:gd name="T2" fmla="*/ 37 w 39"/>
                  <a:gd name="T3" fmla="*/ 330 h 97"/>
                  <a:gd name="T4" fmla="*/ 62 w 39"/>
                  <a:gd name="T5" fmla="*/ 229 h 97"/>
                  <a:gd name="T6" fmla="*/ 63 w 39"/>
                  <a:gd name="T7" fmla="*/ 159 h 97"/>
                  <a:gd name="T8" fmla="*/ 55 w 39"/>
                  <a:gd name="T9" fmla="*/ 113 h 97"/>
                  <a:gd name="T10" fmla="*/ 130 w 39"/>
                  <a:gd name="T11" fmla="*/ 68 h 97"/>
                  <a:gd name="T12" fmla="*/ 180 w 39"/>
                  <a:gd name="T13" fmla="*/ 0 h 97"/>
                  <a:gd name="T14" fmla="*/ 120 w 39"/>
                  <a:gd name="T15" fmla="*/ 188 h 97"/>
                  <a:gd name="T16" fmla="*/ 63 w 39"/>
                  <a:gd name="T17" fmla="*/ 320 h 97"/>
                  <a:gd name="T18" fmla="*/ 0 w 39"/>
                  <a:gd name="T19" fmla="*/ 443 h 9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9" h="97">
                    <a:moveTo>
                      <a:pt x="2" y="93"/>
                    </a:moveTo>
                    <a:cubicBezTo>
                      <a:pt x="2" y="87"/>
                      <a:pt x="7" y="79"/>
                      <a:pt x="8" y="72"/>
                    </a:cubicBezTo>
                    <a:cubicBezTo>
                      <a:pt x="10" y="65"/>
                      <a:pt x="12" y="58"/>
                      <a:pt x="13" y="50"/>
                    </a:cubicBezTo>
                    <a:cubicBezTo>
                      <a:pt x="14" y="45"/>
                      <a:pt x="14" y="40"/>
                      <a:pt x="14" y="35"/>
                    </a:cubicBezTo>
                    <a:cubicBezTo>
                      <a:pt x="14" y="33"/>
                      <a:pt x="12" y="28"/>
                      <a:pt x="12" y="25"/>
                    </a:cubicBezTo>
                    <a:cubicBezTo>
                      <a:pt x="13" y="21"/>
                      <a:pt x="24" y="18"/>
                      <a:pt x="28" y="15"/>
                    </a:cubicBezTo>
                    <a:cubicBezTo>
                      <a:pt x="35" y="10"/>
                      <a:pt x="36" y="6"/>
                      <a:pt x="39" y="0"/>
                    </a:cubicBezTo>
                    <a:cubicBezTo>
                      <a:pt x="39" y="16"/>
                      <a:pt x="33" y="28"/>
                      <a:pt x="26" y="41"/>
                    </a:cubicBezTo>
                    <a:cubicBezTo>
                      <a:pt x="21" y="50"/>
                      <a:pt x="17" y="60"/>
                      <a:pt x="14" y="70"/>
                    </a:cubicBezTo>
                    <a:cubicBezTo>
                      <a:pt x="10" y="79"/>
                      <a:pt x="5" y="88"/>
                      <a:pt x="0" y="97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698" name="Freeform 244">
                <a:extLst>
                  <a:ext uri="{FF2B5EF4-FFF2-40B4-BE49-F238E27FC236}">
                    <a16:creationId xmlns:a16="http://schemas.microsoft.com/office/drawing/2014/main" id="{A343FAFF-6742-4B07-92DD-F314DDF7D1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7" y="1194"/>
                <a:ext cx="72" cy="39"/>
              </a:xfrm>
              <a:custGeom>
                <a:avLst/>
                <a:gdLst>
                  <a:gd name="T0" fmla="*/ 0 w 43"/>
                  <a:gd name="T1" fmla="*/ 0 h 23"/>
                  <a:gd name="T2" fmla="*/ 90 w 43"/>
                  <a:gd name="T3" fmla="*/ 71 h 23"/>
                  <a:gd name="T4" fmla="*/ 146 w 43"/>
                  <a:gd name="T5" fmla="*/ 98 h 23"/>
                  <a:gd name="T6" fmla="*/ 203 w 43"/>
                  <a:gd name="T7" fmla="*/ 112 h 23"/>
                  <a:gd name="T8" fmla="*/ 151 w 43"/>
                  <a:gd name="T9" fmla="*/ 103 h 23"/>
                  <a:gd name="T10" fmla="*/ 92 w 43"/>
                  <a:gd name="T11" fmla="*/ 92 h 23"/>
                  <a:gd name="T12" fmla="*/ 13 w 43"/>
                  <a:gd name="T13" fmla="*/ 70 h 23"/>
                  <a:gd name="T14" fmla="*/ 0 w 43"/>
                  <a:gd name="T15" fmla="*/ 8 h 2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3" h="23">
                    <a:moveTo>
                      <a:pt x="0" y="0"/>
                    </a:moveTo>
                    <a:cubicBezTo>
                      <a:pt x="6" y="6"/>
                      <a:pt x="12" y="11"/>
                      <a:pt x="19" y="15"/>
                    </a:cubicBezTo>
                    <a:cubicBezTo>
                      <a:pt x="23" y="17"/>
                      <a:pt x="27" y="19"/>
                      <a:pt x="31" y="20"/>
                    </a:cubicBezTo>
                    <a:cubicBezTo>
                      <a:pt x="35" y="21"/>
                      <a:pt x="39" y="21"/>
                      <a:pt x="43" y="23"/>
                    </a:cubicBezTo>
                    <a:cubicBezTo>
                      <a:pt x="40" y="21"/>
                      <a:pt x="35" y="22"/>
                      <a:pt x="32" y="21"/>
                    </a:cubicBezTo>
                    <a:cubicBezTo>
                      <a:pt x="28" y="21"/>
                      <a:pt x="24" y="20"/>
                      <a:pt x="20" y="19"/>
                    </a:cubicBezTo>
                    <a:cubicBezTo>
                      <a:pt x="13" y="18"/>
                      <a:pt x="9" y="18"/>
                      <a:pt x="3" y="14"/>
                    </a:cubicBezTo>
                    <a:cubicBezTo>
                      <a:pt x="2" y="11"/>
                      <a:pt x="0" y="6"/>
                      <a:pt x="0" y="2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699" name="Freeform 245">
                <a:extLst>
                  <a:ext uri="{FF2B5EF4-FFF2-40B4-BE49-F238E27FC236}">
                    <a16:creationId xmlns:a16="http://schemas.microsoft.com/office/drawing/2014/main" id="{9BB3125B-A545-4FE3-9392-9B3E28FF30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5" y="1228"/>
                <a:ext cx="50" cy="116"/>
              </a:xfrm>
              <a:custGeom>
                <a:avLst/>
                <a:gdLst>
                  <a:gd name="T0" fmla="*/ 70 w 30"/>
                  <a:gd name="T1" fmla="*/ 36 h 70"/>
                  <a:gd name="T2" fmla="*/ 75 w 30"/>
                  <a:gd name="T3" fmla="*/ 109 h 70"/>
                  <a:gd name="T4" fmla="*/ 97 w 30"/>
                  <a:gd name="T5" fmla="*/ 187 h 70"/>
                  <a:gd name="T6" fmla="*/ 138 w 30"/>
                  <a:gd name="T7" fmla="*/ 318 h 70"/>
                  <a:gd name="T8" fmla="*/ 22 w 30"/>
                  <a:gd name="T9" fmla="*/ 85 h 70"/>
                  <a:gd name="T10" fmla="*/ 8 w 30"/>
                  <a:gd name="T11" fmla="*/ 13 h 70"/>
                  <a:gd name="T12" fmla="*/ 75 w 30"/>
                  <a:gd name="T13" fmla="*/ 36 h 7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70">
                    <a:moveTo>
                      <a:pt x="15" y="8"/>
                    </a:moveTo>
                    <a:cubicBezTo>
                      <a:pt x="13" y="10"/>
                      <a:pt x="15" y="20"/>
                      <a:pt x="16" y="24"/>
                    </a:cubicBezTo>
                    <a:cubicBezTo>
                      <a:pt x="17" y="30"/>
                      <a:pt x="19" y="35"/>
                      <a:pt x="21" y="41"/>
                    </a:cubicBezTo>
                    <a:cubicBezTo>
                      <a:pt x="23" y="51"/>
                      <a:pt x="28" y="60"/>
                      <a:pt x="30" y="70"/>
                    </a:cubicBezTo>
                    <a:cubicBezTo>
                      <a:pt x="18" y="55"/>
                      <a:pt x="11" y="36"/>
                      <a:pt x="5" y="19"/>
                    </a:cubicBezTo>
                    <a:cubicBezTo>
                      <a:pt x="4" y="16"/>
                      <a:pt x="0" y="6"/>
                      <a:pt x="2" y="3"/>
                    </a:cubicBezTo>
                    <a:cubicBezTo>
                      <a:pt x="5" y="0"/>
                      <a:pt x="13" y="7"/>
                      <a:pt x="16" y="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700" name="Freeform 246">
                <a:extLst>
                  <a:ext uri="{FF2B5EF4-FFF2-40B4-BE49-F238E27FC236}">
                    <a16:creationId xmlns:a16="http://schemas.microsoft.com/office/drawing/2014/main" id="{13F8CC8E-2395-4BF2-836D-C0EB766580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0" y="1762"/>
                <a:ext cx="62" cy="363"/>
              </a:xfrm>
              <a:custGeom>
                <a:avLst/>
                <a:gdLst>
                  <a:gd name="T0" fmla="*/ 0 w 37"/>
                  <a:gd name="T1" fmla="*/ 0 h 218"/>
                  <a:gd name="T2" fmla="*/ 57 w 37"/>
                  <a:gd name="T3" fmla="*/ 1006 h 218"/>
                  <a:gd name="T4" fmla="*/ 0 w 37"/>
                  <a:gd name="T5" fmla="*/ 0 h 2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7" h="218">
                    <a:moveTo>
                      <a:pt x="0" y="0"/>
                    </a:moveTo>
                    <a:cubicBezTo>
                      <a:pt x="0" y="0"/>
                      <a:pt x="20" y="150"/>
                      <a:pt x="12" y="218"/>
                    </a:cubicBezTo>
                    <a:cubicBezTo>
                      <a:pt x="12" y="218"/>
                      <a:pt x="37" y="98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701" name="Freeform 247">
                <a:extLst>
                  <a:ext uri="{FF2B5EF4-FFF2-40B4-BE49-F238E27FC236}">
                    <a16:creationId xmlns:a16="http://schemas.microsoft.com/office/drawing/2014/main" id="{B255D4A7-5E25-473C-9C11-BAF051330C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5" y="2205"/>
                <a:ext cx="27" cy="206"/>
              </a:xfrm>
              <a:custGeom>
                <a:avLst/>
                <a:gdLst>
                  <a:gd name="T0" fmla="*/ 78 w 16"/>
                  <a:gd name="T1" fmla="*/ 0 h 124"/>
                  <a:gd name="T2" fmla="*/ 20 w 16"/>
                  <a:gd name="T3" fmla="*/ 196 h 124"/>
                  <a:gd name="T4" fmla="*/ 0 w 16"/>
                  <a:gd name="T5" fmla="*/ 568 h 124"/>
                  <a:gd name="T6" fmla="*/ 49 w 16"/>
                  <a:gd name="T7" fmla="*/ 196 h 124"/>
                  <a:gd name="T8" fmla="*/ 78 w 16"/>
                  <a:gd name="T9" fmla="*/ 0 h 1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124">
                    <a:moveTo>
                      <a:pt x="16" y="0"/>
                    </a:moveTo>
                    <a:cubicBezTo>
                      <a:pt x="16" y="0"/>
                      <a:pt x="4" y="24"/>
                      <a:pt x="4" y="43"/>
                    </a:cubicBezTo>
                    <a:cubicBezTo>
                      <a:pt x="3" y="63"/>
                      <a:pt x="0" y="124"/>
                      <a:pt x="0" y="124"/>
                    </a:cubicBezTo>
                    <a:cubicBezTo>
                      <a:pt x="0" y="124"/>
                      <a:pt x="11" y="58"/>
                      <a:pt x="10" y="43"/>
                    </a:cubicBezTo>
                    <a:cubicBezTo>
                      <a:pt x="9" y="28"/>
                      <a:pt x="16" y="0"/>
                      <a:pt x="1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702" name="Freeform 248">
                <a:extLst>
                  <a:ext uri="{FF2B5EF4-FFF2-40B4-BE49-F238E27FC236}">
                    <a16:creationId xmlns:a16="http://schemas.microsoft.com/office/drawing/2014/main" id="{23425AC3-F68E-42C5-ADAC-483BC90421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3" y="1822"/>
                <a:ext cx="96" cy="175"/>
              </a:xfrm>
              <a:custGeom>
                <a:avLst/>
                <a:gdLst>
                  <a:gd name="T0" fmla="*/ 273 w 57"/>
                  <a:gd name="T1" fmla="*/ 0 h 105"/>
                  <a:gd name="T2" fmla="*/ 133 w 57"/>
                  <a:gd name="T3" fmla="*/ 203 h 105"/>
                  <a:gd name="T4" fmla="*/ 8 w 57"/>
                  <a:gd name="T5" fmla="*/ 487 h 105"/>
                  <a:gd name="T6" fmla="*/ 96 w 57"/>
                  <a:gd name="T7" fmla="*/ 180 h 105"/>
                  <a:gd name="T8" fmla="*/ 273 w 57"/>
                  <a:gd name="T9" fmla="*/ 5 h 10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7" h="105">
                    <a:moveTo>
                      <a:pt x="57" y="0"/>
                    </a:moveTo>
                    <a:cubicBezTo>
                      <a:pt x="45" y="13"/>
                      <a:pt x="37" y="30"/>
                      <a:pt x="28" y="44"/>
                    </a:cubicBezTo>
                    <a:cubicBezTo>
                      <a:pt x="19" y="61"/>
                      <a:pt x="3" y="85"/>
                      <a:pt x="2" y="105"/>
                    </a:cubicBezTo>
                    <a:cubicBezTo>
                      <a:pt x="0" y="84"/>
                      <a:pt x="10" y="57"/>
                      <a:pt x="20" y="39"/>
                    </a:cubicBezTo>
                    <a:cubicBezTo>
                      <a:pt x="29" y="23"/>
                      <a:pt x="41" y="10"/>
                      <a:pt x="57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703" name="Freeform 249">
                <a:extLst>
                  <a:ext uri="{FF2B5EF4-FFF2-40B4-BE49-F238E27FC236}">
                    <a16:creationId xmlns:a16="http://schemas.microsoft.com/office/drawing/2014/main" id="{3A231E9D-620B-467B-8A1C-372598BA56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8" y="1644"/>
                <a:ext cx="62" cy="65"/>
              </a:xfrm>
              <a:custGeom>
                <a:avLst/>
                <a:gdLst>
                  <a:gd name="T0" fmla="*/ 5 w 37"/>
                  <a:gd name="T1" fmla="*/ 0 h 39"/>
                  <a:gd name="T2" fmla="*/ 174 w 37"/>
                  <a:gd name="T3" fmla="*/ 167 h 39"/>
                  <a:gd name="T4" fmla="*/ 0 w 37"/>
                  <a:gd name="T5" fmla="*/ 20 h 3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7" h="39">
                    <a:moveTo>
                      <a:pt x="1" y="0"/>
                    </a:moveTo>
                    <a:cubicBezTo>
                      <a:pt x="7" y="12"/>
                      <a:pt x="20" y="39"/>
                      <a:pt x="37" y="36"/>
                    </a:cubicBezTo>
                    <a:cubicBezTo>
                      <a:pt x="18" y="38"/>
                      <a:pt x="4" y="20"/>
                      <a:pt x="0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704" name="Freeform 250">
                <a:extLst>
                  <a:ext uri="{FF2B5EF4-FFF2-40B4-BE49-F238E27FC236}">
                    <a16:creationId xmlns:a16="http://schemas.microsoft.com/office/drawing/2014/main" id="{E87A21DE-D6EE-41DE-81AF-2EEC5A0AE1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1" y="1622"/>
                <a:ext cx="63" cy="80"/>
              </a:xfrm>
              <a:custGeom>
                <a:avLst/>
                <a:gdLst>
                  <a:gd name="T0" fmla="*/ 172 w 38"/>
                  <a:gd name="T1" fmla="*/ 20 h 48"/>
                  <a:gd name="T2" fmla="*/ 167 w 38"/>
                  <a:gd name="T3" fmla="*/ 8 h 48"/>
                  <a:gd name="T4" fmla="*/ 0 w 38"/>
                  <a:gd name="T5" fmla="*/ 222 h 48"/>
                  <a:gd name="T6" fmla="*/ 167 w 38"/>
                  <a:gd name="T7" fmla="*/ 22 h 4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8" h="48">
                    <a:moveTo>
                      <a:pt x="38" y="4"/>
                    </a:moveTo>
                    <a:cubicBezTo>
                      <a:pt x="38" y="3"/>
                      <a:pt x="38" y="0"/>
                      <a:pt x="37" y="2"/>
                    </a:cubicBezTo>
                    <a:cubicBezTo>
                      <a:pt x="36" y="24"/>
                      <a:pt x="16" y="36"/>
                      <a:pt x="0" y="48"/>
                    </a:cubicBezTo>
                    <a:cubicBezTo>
                      <a:pt x="24" y="42"/>
                      <a:pt x="28" y="22"/>
                      <a:pt x="37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705" name="Freeform 251">
                <a:extLst>
                  <a:ext uri="{FF2B5EF4-FFF2-40B4-BE49-F238E27FC236}">
                    <a16:creationId xmlns:a16="http://schemas.microsoft.com/office/drawing/2014/main" id="{8238E7FB-4CFA-4F8F-99F7-30744D5B22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4" y="1596"/>
                <a:ext cx="45" cy="358"/>
              </a:xfrm>
              <a:custGeom>
                <a:avLst/>
                <a:gdLst>
                  <a:gd name="T0" fmla="*/ 8 w 27"/>
                  <a:gd name="T1" fmla="*/ 0 h 215"/>
                  <a:gd name="T2" fmla="*/ 20 w 27"/>
                  <a:gd name="T3" fmla="*/ 500 h 215"/>
                  <a:gd name="T4" fmla="*/ 70 w 27"/>
                  <a:gd name="T5" fmla="*/ 766 h 215"/>
                  <a:gd name="T6" fmla="*/ 125 w 27"/>
                  <a:gd name="T7" fmla="*/ 992 h 215"/>
                  <a:gd name="T8" fmla="*/ 47 w 27"/>
                  <a:gd name="T9" fmla="*/ 360 h 215"/>
                  <a:gd name="T10" fmla="*/ 22 w 27"/>
                  <a:gd name="T11" fmla="*/ 153 h 215"/>
                  <a:gd name="T12" fmla="*/ 8 w 27"/>
                  <a:gd name="T13" fmla="*/ 13 h 2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7" h="215">
                    <a:moveTo>
                      <a:pt x="2" y="0"/>
                    </a:moveTo>
                    <a:cubicBezTo>
                      <a:pt x="2" y="36"/>
                      <a:pt x="0" y="73"/>
                      <a:pt x="4" y="108"/>
                    </a:cubicBezTo>
                    <a:cubicBezTo>
                      <a:pt x="6" y="128"/>
                      <a:pt x="10" y="146"/>
                      <a:pt x="15" y="166"/>
                    </a:cubicBezTo>
                    <a:cubicBezTo>
                      <a:pt x="18" y="182"/>
                      <a:pt x="22" y="201"/>
                      <a:pt x="27" y="215"/>
                    </a:cubicBezTo>
                    <a:cubicBezTo>
                      <a:pt x="14" y="171"/>
                      <a:pt x="20" y="123"/>
                      <a:pt x="10" y="78"/>
                    </a:cubicBezTo>
                    <a:cubicBezTo>
                      <a:pt x="7" y="63"/>
                      <a:pt x="7" y="48"/>
                      <a:pt x="5" y="33"/>
                    </a:cubicBezTo>
                    <a:cubicBezTo>
                      <a:pt x="4" y="23"/>
                      <a:pt x="1" y="13"/>
                      <a:pt x="2" y="3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706" name="Freeform 252">
                <a:extLst>
                  <a:ext uri="{FF2B5EF4-FFF2-40B4-BE49-F238E27FC236}">
                    <a16:creationId xmlns:a16="http://schemas.microsoft.com/office/drawing/2014/main" id="{414A0625-B37C-4CDD-A80C-93EBED2C37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6" y="1757"/>
                <a:ext cx="37" cy="295"/>
              </a:xfrm>
              <a:custGeom>
                <a:avLst/>
                <a:gdLst>
                  <a:gd name="T0" fmla="*/ 104 w 22"/>
                  <a:gd name="T1" fmla="*/ 0 h 177"/>
                  <a:gd name="T2" fmla="*/ 49 w 22"/>
                  <a:gd name="T3" fmla="*/ 388 h 177"/>
                  <a:gd name="T4" fmla="*/ 29 w 22"/>
                  <a:gd name="T5" fmla="*/ 617 h 177"/>
                  <a:gd name="T6" fmla="*/ 22 w 22"/>
                  <a:gd name="T7" fmla="*/ 820 h 177"/>
                  <a:gd name="T8" fmla="*/ 22 w 22"/>
                  <a:gd name="T9" fmla="*/ 550 h 177"/>
                  <a:gd name="T10" fmla="*/ 37 w 22"/>
                  <a:gd name="T11" fmla="*/ 297 h 177"/>
                  <a:gd name="T12" fmla="*/ 71 w 22"/>
                  <a:gd name="T13" fmla="*/ 120 h 177"/>
                  <a:gd name="T14" fmla="*/ 96 w 22"/>
                  <a:gd name="T15" fmla="*/ 0 h 17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2" h="177">
                    <a:moveTo>
                      <a:pt x="22" y="0"/>
                    </a:moveTo>
                    <a:cubicBezTo>
                      <a:pt x="16" y="27"/>
                      <a:pt x="13" y="56"/>
                      <a:pt x="10" y="84"/>
                    </a:cubicBezTo>
                    <a:cubicBezTo>
                      <a:pt x="9" y="100"/>
                      <a:pt x="7" y="117"/>
                      <a:pt x="6" y="133"/>
                    </a:cubicBezTo>
                    <a:cubicBezTo>
                      <a:pt x="5" y="148"/>
                      <a:pt x="8" y="164"/>
                      <a:pt x="5" y="177"/>
                    </a:cubicBezTo>
                    <a:cubicBezTo>
                      <a:pt x="0" y="160"/>
                      <a:pt x="3" y="137"/>
                      <a:pt x="5" y="119"/>
                    </a:cubicBezTo>
                    <a:cubicBezTo>
                      <a:pt x="6" y="101"/>
                      <a:pt x="5" y="82"/>
                      <a:pt x="8" y="64"/>
                    </a:cubicBezTo>
                    <a:cubicBezTo>
                      <a:pt x="10" y="51"/>
                      <a:pt x="12" y="39"/>
                      <a:pt x="15" y="26"/>
                    </a:cubicBezTo>
                    <a:cubicBezTo>
                      <a:pt x="17" y="18"/>
                      <a:pt x="16" y="7"/>
                      <a:pt x="20" y="0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707" name="Freeform 253">
                <a:extLst>
                  <a:ext uri="{FF2B5EF4-FFF2-40B4-BE49-F238E27FC236}">
                    <a16:creationId xmlns:a16="http://schemas.microsoft.com/office/drawing/2014/main" id="{1A89CB27-3E1A-4959-BE42-351E5ADB94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4" y="2022"/>
                <a:ext cx="47" cy="203"/>
              </a:xfrm>
              <a:custGeom>
                <a:avLst/>
                <a:gdLst>
                  <a:gd name="T0" fmla="*/ 0 w 28"/>
                  <a:gd name="T1" fmla="*/ 0 h 122"/>
                  <a:gd name="T2" fmla="*/ 34 w 28"/>
                  <a:gd name="T3" fmla="*/ 153 h 122"/>
                  <a:gd name="T4" fmla="*/ 71 w 28"/>
                  <a:gd name="T5" fmla="*/ 293 h 122"/>
                  <a:gd name="T6" fmla="*/ 104 w 28"/>
                  <a:gd name="T7" fmla="*/ 429 h 122"/>
                  <a:gd name="T8" fmla="*/ 133 w 28"/>
                  <a:gd name="T9" fmla="*/ 562 h 122"/>
                  <a:gd name="T10" fmla="*/ 82 w 28"/>
                  <a:gd name="T11" fmla="*/ 250 h 122"/>
                  <a:gd name="T12" fmla="*/ 0 w 28"/>
                  <a:gd name="T13" fmla="*/ 22 h 1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8" h="122">
                    <a:moveTo>
                      <a:pt x="0" y="0"/>
                    </a:moveTo>
                    <a:cubicBezTo>
                      <a:pt x="3" y="11"/>
                      <a:pt x="4" y="22"/>
                      <a:pt x="7" y="33"/>
                    </a:cubicBezTo>
                    <a:cubicBezTo>
                      <a:pt x="9" y="43"/>
                      <a:pt x="13" y="54"/>
                      <a:pt x="15" y="64"/>
                    </a:cubicBezTo>
                    <a:cubicBezTo>
                      <a:pt x="18" y="74"/>
                      <a:pt x="20" y="83"/>
                      <a:pt x="22" y="93"/>
                    </a:cubicBezTo>
                    <a:cubicBezTo>
                      <a:pt x="23" y="102"/>
                      <a:pt x="28" y="112"/>
                      <a:pt x="28" y="122"/>
                    </a:cubicBezTo>
                    <a:cubicBezTo>
                      <a:pt x="28" y="99"/>
                      <a:pt x="23" y="75"/>
                      <a:pt x="17" y="54"/>
                    </a:cubicBezTo>
                    <a:cubicBezTo>
                      <a:pt x="13" y="38"/>
                      <a:pt x="8" y="19"/>
                      <a:pt x="0" y="5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708" name="Freeform 254">
                <a:extLst>
                  <a:ext uri="{FF2B5EF4-FFF2-40B4-BE49-F238E27FC236}">
                    <a16:creationId xmlns:a16="http://schemas.microsoft.com/office/drawing/2014/main" id="{7C9F22F6-F8A5-4F84-846D-32D1057E56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4" y="2528"/>
                <a:ext cx="68" cy="145"/>
              </a:xfrm>
              <a:custGeom>
                <a:avLst/>
                <a:gdLst>
                  <a:gd name="T0" fmla="*/ 168 w 41"/>
                  <a:gd name="T1" fmla="*/ 0 h 87"/>
                  <a:gd name="T2" fmla="*/ 138 w 41"/>
                  <a:gd name="T3" fmla="*/ 120 h 87"/>
                  <a:gd name="T4" fmla="*/ 41 w 41"/>
                  <a:gd name="T5" fmla="*/ 158 h 87"/>
                  <a:gd name="T6" fmla="*/ 13 w 41"/>
                  <a:gd name="T7" fmla="*/ 162 h 87"/>
                  <a:gd name="T8" fmla="*/ 28 w 41"/>
                  <a:gd name="T9" fmla="*/ 242 h 87"/>
                  <a:gd name="T10" fmla="*/ 36 w 41"/>
                  <a:gd name="T11" fmla="*/ 325 h 87"/>
                  <a:gd name="T12" fmla="*/ 50 w 41"/>
                  <a:gd name="T13" fmla="*/ 403 h 87"/>
                  <a:gd name="T14" fmla="*/ 55 w 41"/>
                  <a:gd name="T15" fmla="*/ 342 h 87"/>
                  <a:gd name="T16" fmla="*/ 68 w 41"/>
                  <a:gd name="T17" fmla="*/ 250 h 87"/>
                  <a:gd name="T18" fmla="*/ 113 w 41"/>
                  <a:gd name="T19" fmla="*/ 187 h 87"/>
                  <a:gd name="T20" fmla="*/ 172 w 41"/>
                  <a:gd name="T21" fmla="*/ 130 h 87"/>
                  <a:gd name="T22" fmla="*/ 187 w 41"/>
                  <a:gd name="T23" fmla="*/ 62 h 87"/>
                  <a:gd name="T24" fmla="*/ 179 w 41"/>
                  <a:gd name="T25" fmla="*/ 8 h 87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41" h="87">
                    <a:moveTo>
                      <a:pt x="37" y="0"/>
                    </a:moveTo>
                    <a:cubicBezTo>
                      <a:pt x="37" y="9"/>
                      <a:pt x="38" y="19"/>
                      <a:pt x="30" y="26"/>
                    </a:cubicBezTo>
                    <a:cubicBezTo>
                      <a:pt x="24" y="30"/>
                      <a:pt x="16" y="32"/>
                      <a:pt x="9" y="34"/>
                    </a:cubicBezTo>
                    <a:cubicBezTo>
                      <a:pt x="8" y="34"/>
                      <a:pt x="4" y="34"/>
                      <a:pt x="3" y="35"/>
                    </a:cubicBezTo>
                    <a:cubicBezTo>
                      <a:pt x="0" y="38"/>
                      <a:pt x="5" y="48"/>
                      <a:pt x="6" y="52"/>
                    </a:cubicBezTo>
                    <a:cubicBezTo>
                      <a:pt x="7" y="58"/>
                      <a:pt x="8" y="64"/>
                      <a:pt x="8" y="70"/>
                    </a:cubicBezTo>
                    <a:cubicBezTo>
                      <a:pt x="8" y="76"/>
                      <a:pt x="9" y="82"/>
                      <a:pt x="11" y="87"/>
                    </a:cubicBezTo>
                    <a:cubicBezTo>
                      <a:pt x="11" y="82"/>
                      <a:pt x="12" y="78"/>
                      <a:pt x="12" y="74"/>
                    </a:cubicBezTo>
                    <a:cubicBezTo>
                      <a:pt x="13" y="67"/>
                      <a:pt x="14" y="61"/>
                      <a:pt x="15" y="54"/>
                    </a:cubicBezTo>
                    <a:cubicBezTo>
                      <a:pt x="17" y="48"/>
                      <a:pt x="20" y="44"/>
                      <a:pt x="25" y="40"/>
                    </a:cubicBezTo>
                    <a:cubicBezTo>
                      <a:pt x="29" y="37"/>
                      <a:pt x="35" y="33"/>
                      <a:pt x="38" y="28"/>
                    </a:cubicBezTo>
                    <a:cubicBezTo>
                      <a:pt x="40" y="24"/>
                      <a:pt x="41" y="18"/>
                      <a:pt x="41" y="13"/>
                    </a:cubicBezTo>
                    <a:cubicBezTo>
                      <a:pt x="41" y="9"/>
                      <a:pt x="40" y="5"/>
                      <a:pt x="39" y="2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709" name="Freeform 255">
                <a:extLst>
                  <a:ext uri="{FF2B5EF4-FFF2-40B4-BE49-F238E27FC236}">
                    <a16:creationId xmlns:a16="http://schemas.microsoft.com/office/drawing/2014/main" id="{55AD3CE2-010D-40D9-AD5F-A4D8353CF6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2" y="2496"/>
                <a:ext cx="40" cy="87"/>
              </a:xfrm>
              <a:custGeom>
                <a:avLst/>
                <a:gdLst>
                  <a:gd name="T0" fmla="*/ 28 w 24"/>
                  <a:gd name="T1" fmla="*/ 8 h 52"/>
                  <a:gd name="T2" fmla="*/ 28 w 24"/>
                  <a:gd name="T3" fmla="*/ 33 h 52"/>
                  <a:gd name="T4" fmla="*/ 22 w 24"/>
                  <a:gd name="T5" fmla="*/ 79 h 52"/>
                  <a:gd name="T6" fmla="*/ 33 w 24"/>
                  <a:gd name="T7" fmla="*/ 154 h 52"/>
                  <a:gd name="T8" fmla="*/ 112 w 24"/>
                  <a:gd name="T9" fmla="*/ 244 h 52"/>
                  <a:gd name="T10" fmla="*/ 5 w 24"/>
                  <a:gd name="T11" fmla="*/ 141 h 52"/>
                  <a:gd name="T12" fmla="*/ 8 w 24"/>
                  <a:gd name="T13" fmla="*/ 62 h 52"/>
                  <a:gd name="T14" fmla="*/ 28 w 24"/>
                  <a:gd name="T15" fmla="*/ 0 h 5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4" h="52">
                    <a:moveTo>
                      <a:pt x="6" y="2"/>
                    </a:moveTo>
                    <a:cubicBezTo>
                      <a:pt x="6" y="4"/>
                      <a:pt x="6" y="6"/>
                      <a:pt x="6" y="7"/>
                    </a:cubicBezTo>
                    <a:cubicBezTo>
                      <a:pt x="5" y="10"/>
                      <a:pt x="5" y="14"/>
                      <a:pt x="5" y="17"/>
                    </a:cubicBezTo>
                    <a:cubicBezTo>
                      <a:pt x="5" y="22"/>
                      <a:pt x="5" y="28"/>
                      <a:pt x="7" y="33"/>
                    </a:cubicBezTo>
                    <a:cubicBezTo>
                      <a:pt x="10" y="42"/>
                      <a:pt x="17" y="46"/>
                      <a:pt x="24" y="52"/>
                    </a:cubicBezTo>
                    <a:cubicBezTo>
                      <a:pt x="14" y="47"/>
                      <a:pt x="4" y="42"/>
                      <a:pt x="1" y="30"/>
                    </a:cubicBezTo>
                    <a:cubicBezTo>
                      <a:pt x="0" y="25"/>
                      <a:pt x="1" y="18"/>
                      <a:pt x="2" y="13"/>
                    </a:cubicBezTo>
                    <a:cubicBezTo>
                      <a:pt x="3" y="9"/>
                      <a:pt x="6" y="4"/>
                      <a:pt x="6" y="0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710" name="Freeform 256">
                <a:extLst>
                  <a:ext uri="{FF2B5EF4-FFF2-40B4-BE49-F238E27FC236}">
                    <a16:creationId xmlns:a16="http://schemas.microsoft.com/office/drawing/2014/main" id="{1CB1BA2C-D8E7-4FEE-9E9F-B0A90FEDCF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7" y="2476"/>
                <a:ext cx="37" cy="97"/>
              </a:xfrm>
              <a:custGeom>
                <a:avLst/>
                <a:gdLst>
                  <a:gd name="T0" fmla="*/ 29 w 22"/>
                  <a:gd name="T1" fmla="*/ 0 h 58"/>
                  <a:gd name="T2" fmla="*/ 8 w 22"/>
                  <a:gd name="T3" fmla="*/ 70 h 58"/>
                  <a:gd name="T4" fmla="*/ 0 w 22"/>
                  <a:gd name="T5" fmla="*/ 146 h 58"/>
                  <a:gd name="T6" fmla="*/ 29 w 22"/>
                  <a:gd name="T7" fmla="*/ 221 h 58"/>
                  <a:gd name="T8" fmla="*/ 104 w 22"/>
                  <a:gd name="T9" fmla="*/ 266 h 58"/>
                  <a:gd name="T10" fmla="*/ 82 w 22"/>
                  <a:gd name="T11" fmla="*/ 249 h 58"/>
                  <a:gd name="T12" fmla="*/ 42 w 22"/>
                  <a:gd name="T13" fmla="*/ 209 h 58"/>
                  <a:gd name="T14" fmla="*/ 22 w 22"/>
                  <a:gd name="T15" fmla="*/ 117 h 58"/>
                  <a:gd name="T16" fmla="*/ 34 w 22"/>
                  <a:gd name="T17" fmla="*/ 42 h 58"/>
                  <a:gd name="T18" fmla="*/ 29 w 22"/>
                  <a:gd name="T19" fmla="*/ 5 h 5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2" h="58">
                    <a:moveTo>
                      <a:pt x="6" y="0"/>
                    </a:moveTo>
                    <a:cubicBezTo>
                      <a:pt x="7" y="6"/>
                      <a:pt x="4" y="10"/>
                      <a:pt x="2" y="15"/>
                    </a:cubicBezTo>
                    <a:cubicBezTo>
                      <a:pt x="0" y="20"/>
                      <a:pt x="0" y="26"/>
                      <a:pt x="0" y="31"/>
                    </a:cubicBezTo>
                    <a:cubicBezTo>
                      <a:pt x="1" y="36"/>
                      <a:pt x="2" y="42"/>
                      <a:pt x="6" y="47"/>
                    </a:cubicBezTo>
                    <a:cubicBezTo>
                      <a:pt x="9" y="52"/>
                      <a:pt x="16" y="57"/>
                      <a:pt x="22" y="57"/>
                    </a:cubicBezTo>
                    <a:cubicBezTo>
                      <a:pt x="20" y="58"/>
                      <a:pt x="18" y="54"/>
                      <a:pt x="17" y="53"/>
                    </a:cubicBezTo>
                    <a:cubicBezTo>
                      <a:pt x="14" y="51"/>
                      <a:pt x="11" y="48"/>
                      <a:pt x="9" y="45"/>
                    </a:cubicBezTo>
                    <a:cubicBezTo>
                      <a:pt x="6" y="39"/>
                      <a:pt x="5" y="32"/>
                      <a:pt x="5" y="25"/>
                    </a:cubicBezTo>
                    <a:cubicBezTo>
                      <a:pt x="5" y="20"/>
                      <a:pt x="7" y="14"/>
                      <a:pt x="7" y="9"/>
                    </a:cubicBezTo>
                    <a:cubicBezTo>
                      <a:pt x="7" y="7"/>
                      <a:pt x="7" y="3"/>
                      <a:pt x="6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711" name="Freeform 257">
                <a:extLst>
                  <a:ext uri="{FF2B5EF4-FFF2-40B4-BE49-F238E27FC236}">
                    <a16:creationId xmlns:a16="http://schemas.microsoft.com/office/drawing/2014/main" id="{C192B7A0-B429-480A-9437-9AA87D2450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9" y="2465"/>
                <a:ext cx="10" cy="58"/>
              </a:xfrm>
              <a:custGeom>
                <a:avLst/>
                <a:gdLst>
                  <a:gd name="T0" fmla="*/ 13 w 6"/>
                  <a:gd name="T1" fmla="*/ 0 h 35"/>
                  <a:gd name="T2" fmla="*/ 13 w 6"/>
                  <a:gd name="T3" fmla="*/ 41 h 35"/>
                  <a:gd name="T4" fmla="*/ 13 w 6"/>
                  <a:gd name="T5" fmla="*/ 83 h 35"/>
                  <a:gd name="T6" fmla="*/ 22 w 6"/>
                  <a:gd name="T7" fmla="*/ 118 h 35"/>
                  <a:gd name="T8" fmla="*/ 28 w 6"/>
                  <a:gd name="T9" fmla="*/ 159 h 35"/>
                  <a:gd name="T10" fmla="*/ 5 w 6"/>
                  <a:gd name="T11" fmla="*/ 75 h 35"/>
                  <a:gd name="T12" fmla="*/ 13 w 6"/>
                  <a:gd name="T13" fmla="*/ 0 h 3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" h="35">
                    <a:moveTo>
                      <a:pt x="3" y="0"/>
                    </a:moveTo>
                    <a:cubicBezTo>
                      <a:pt x="2" y="3"/>
                      <a:pt x="3" y="6"/>
                      <a:pt x="3" y="9"/>
                    </a:cubicBezTo>
                    <a:cubicBezTo>
                      <a:pt x="3" y="12"/>
                      <a:pt x="3" y="15"/>
                      <a:pt x="3" y="18"/>
                    </a:cubicBezTo>
                    <a:cubicBezTo>
                      <a:pt x="4" y="21"/>
                      <a:pt x="4" y="23"/>
                      <a:pt x="5" y="26"/>
                    </a:cubicBezTo>
                    <a:cubicBezTo>
                      <a:pt x="5" y="29"/>
                      <a:pt x="6" y="32"/>
                      <a:pt x="6" y="35"/>
                    </a:cubicBezTo>
                    <a:cubicBezTo>
                      <a:pt x="4" y="28"/>
                      <a:pt x="2" y="22"/>
                      <a:pt x="1" y="16"/>
                    </a:cubicBezTo>
                    <a:cubicBezTo>
                      <a:pt x="0" y="10"/>
                      <a:pt x="1" y="6"/>
                      <a:pt x="3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712" name="Freeform 258">
                <a:extLst>
                  <a:ext uri="{FF2B5EF4-FFF2-40B4-BE49-F238E27FC236}">
                    <a16:creationId xmlns:a16="http://schemas.microsoft.com/office/drawing/2014/main" id="{57A41B45-E22D-4921-B2B6-9E26CCA54E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3" y="2343"/>
                <a:ext cx="625" cy="1295"/>
              </a:xfrm>
              <a:custGeom>
                <a:avLst/>
                <a:gdLst>
                  <a:gd name="T0" fmla="*/ 84 w 374"/>
                  <a:gd name="T1" fmla="*/ 0 h 778"/>
                  <a:gd name="T2" fmla="*/ 1710 w 374"/>
                  <a:gd name="T3" fmla="*/ 37 h 778"/>
                  <a:gd name="T4" fmla="*/ 1723 w 374"/>
                  <a:gd name="T5" fmla="*/ 276 h 778"/>
                  <a:gd name="T6" fmla="*/ 1695 w 374"/>
                  <a:gd name="T7" fmla="*/ 1896 h 778"/>
                  <a:gd name="T8" fmla="*/ 1703 w 374"/>
                  <a:gd name="T9" fmla="*/ 2076 h 778"/>
                  <a:gd name="T10" fmla="*/ 1681 w 374"/>
                  <a:gd name="T11" fmla="*/ 2250 h 778"/>
                  <a:gd name="T12" fmla="*/ 1653 w 374"/>
                  <a:gd name="T13" fmla="*/ 3386 h 778"/>
                  <a:gd name="T14" fmla="*/ 924 w 374"/>
                  <a:gd name="T15" fmla="*/ 3386 h 778"/>
                  <a:gd name="T16" fmla="*/ 944 w 374"/>
                  <a:gd name="T17" fmla="*/ 2317 h 778"/>
                  <a:gd name="T18" fmla="*/ 887 w 374"/>
                  <a:gd name="T19" fmla="*/ 1531 h 778"/>
                  <a:gd name="T20" fmla="*/ 836 w 374"/>
                  <a:gd name="T21" fmla="*/ 2317 h 778"/>
                  <a:gd name="T22" fmla="*/ 862 w 374"/>
                  <a:gd name="T23" fmla="*/ 3386 h 778"/>
                  <a:gd name="T24" fmla="*/ 125 w 374"/>
                  <a:gd name="T25" fmla="*/ 3386 h 778"/>
                  <a:gd name="T26" fmla="*/ 154 w 374"/>
                  <a:gd name="T27" fmla="*/ 2359 h 778"/>
                  <a:gd name="T28" fmla="*/ 120 w 374"/>
                  <a:gd name="T29" fmla="*/ 2201 h 778"/>
                  <a:gd name="T30" fmla="*/ 92 w 374"/>
                  <a:gd name="T31" fmla="*/ 2001 h 778"/>
                  <a:gd name="T32" fmla="*/ 79 w 374"/>
                  <a:gd name="T33" fmla="*/ 200 h 778"/>
                  <a:gd name="T34" fmla="*/ 84 w 374"/>
                  <a:gd name="T35" fmla="*/ 0 h 778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374" h="778">
                    <a:moveTo>
                      <a:pt x="18" y="0"/>
                    </a:moveTo>
                    <a:cubicBezTo>
                      <a:pt x="18" y="0"/>
                      <a:pt x="171" y="66"/>
                      <a:pt x="366" y="8"/>
                    </a:cubicBezTo>
                    <a:cubicBezTo>
                      <a:pt x="369" y="60"/>
                      <a:pt x="369" y="60"/>
                      <a:pt x="369" y="60"/>
                    </a:cubicBezTo>
                    <a:cubicBezTo>
                      <a:pt x="369" y="60"/>
                      <a:pt x="374" y="357"/>
                      <a:pt x="363" y="411"/>
                    </a:cubicBezTo>
                    <a:cubicBezTo>
                      <a:pt x="360" y="427"/>
                      <a:pt x="372" y="433"/>
                      <a:pt x="365" y="450"/>
                    </a:cubicBezTo>
                    <a:cubicBezTo>
                      <a:pt x="357" y="467"/>
                      <a:pt x="362" y="476"/>
                      <a:pt x="360" y="488"/>
                    </a:cubicBezTo>
                    <a:cubicBezTo>
                      <a:pt x="359" y="500"/>
                      <a:pt x="363" y="697"/>
                      <a:pt x="354" y="734"/>
                    </a:cubicBezTo>
                    <a:cubicBezTo>
                      <a:pt x="354" y="734"/>
                      <a:pt x="268" y="778"/>
                      <a:pt x="198" y="734"/>
                    </a:cubicBezTo>
                    <a:cubicBezTo>
                      <a:pt x="198" y="734"/>
                      <a:pt x="201" y="551"/>
                      <a:pt x="202" y="502"/>
                    </a:cubicBezTo>
                    <a:cubicBezTo>
                      <a:pt x="204" y="453"/>
                      <a:pt x="210" y="332"/>
                      <a:pt x="190" y="332"/>
                    </a:cubicBezTo>
                    <a:cubicBezTo>
                      <a:pt x="170" y="332"/>
                      <a:pt x="179" y="502"/>
                      <a:pt x="179" y="502"/>
                    </a:cubicBezTo>
                    <a:cubicBezTo>
                      <a:pt x="185" y="734"/>
                      <a:pt x="185" y="734"/>
                      <a:pt x="185" y="734"/>
                    </a:cubicBezTo>
                    <a:cubicBezTo>
                      <a:pt x="185" y="734"/>
                      <a:pt x="107" y="775"/>
                      <a:pt x="27" y="734"/>
                    </a:cubicBezTo>
                    <a:cubicBezTo>
                      <a:pt x="33" y="511"/>
                      <a:pt x="33" y="511"/>
                      <a:pt x="33" y="511"/>
                    </a:cubicBezTo>
                    <a:cubicBezTo>
                      <a:pt x="33" y="511"/>
                      <a:pt x="21" y="488"/>
                      <a:pt x="26" y="477"/>
                    </a:cubicBezTo>
                    <a:cubicBezTo>
                      <a:pt x="30" y="467"/>
                      <a:pt x="17" y="445"/>
                      <a:pt x="20" y="434"/>
                    </a:cubicBezTo>
                    <a:cubicBezTo>
                      <a:pt x="23" y="424"/>
                      <a:pt x="0" y="140"/>
                      <a:pt x="17" y="43"/>
                    </a:cubicBezTo>
                    <a:lnTo>
                      <a:pt x="18" y="0"/>
                    </a:lnTo>
                    <a:close/>
                  </a:path>
                </a:pathLst>
              </a:custGeom>
              <a:solidFill>
                <a:srgbClr val="ADD4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713" name="Freeform 259">
                <a:extLst>
                  <a:ext uri="{FF2B5EF4-FFF2-40B4-BE49-F238E27FC236}">
                    <a16:creationId xmlns:a16="http://schemas.microsoft.com/office/drawing/2014/main" id="{513D9CE4-9DFE-4239-978D-CF6A6D13E9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3" y="2343"/>
                <a:ext cx="625" cy="1295"/>
              </a:xfrm>
              <a:custGeom>
                <a:avLst/>
                <a:gdLst>
                  <a:gd name="T0" fmla="*/ 84 w 374"/>
                  <a:gd name="T1" fmla="*/ 0 h 778"/>
                  <a:gd name="T2" fmla="*/ 1710 w 374"/>
                  <a:gd name="T3" fmla="*/ 37 h 778"/>
                  <a:gd name="T4" fmla="*/ 1723 w 374"/>
                  <a:gd name="T5" fmla="*/ 276 h 778"/>
                  <a:gd name="T6" fmla="*/ 1695 w 374"/>
                  <a:gd name="T7" fmla="*/ 1896 h 778"/>
                  <a:gd name="T8" fmla="*/ 1703 w 374"/>
                  <a:gd name="T9" fmla="*/ 2076 h 778"/>
                  <a:gd name="T10" fmla="*/ 1681 w 374"/>
                  <a:gd name="T11" fmla="*/ 2250 h 778"/>
                  <a:gd name="T12" fmla="*/ 1653 w 374"/>
                  <a:gd name="T13" fmla="*/ 3386 h 778"/>
                  <a:gd name="T14" fmla="*/ 924 w 374"/>
                  <a:gd name="T15" fmla="*/ 3386 h 778"/>
                  <a:gd name="T16" fmla="*/ 944 w 374"/>
                  <a:gd name="T17" fmla="*/ 2317 h 778"/>
                  <a:gd name="T18" fmla="*/ 887 w 374"/>
                  <a:gd name="T19" fmla="*/ 1531 h 778"/>
                  <a:gd name="T20" fmla="*/ 836 w 374"/>
                  <a:gd name="T21" fmla="*/ 2317 h 778"/>
                  <a:gd name="T22" fmla="*/ 862 w 374"/>
                  <a:gd name="T23" fmla="*/ 3386 h 778"/>
                  <a:gd name="T24" fmla="*/ 125 w 374"/>
                  <a:gd name="T25" fmla="*/ 3386 h 778"/>
                  <a:gd name="T26" fmla="*/ 154 w 374"/>
                  <a:gd name="T27" fmla="*/ 2359 h 778"/>
                  <a:gd name="T28" fmla="*/ 120 w 374"/>
                  <a:gd name="T29" fmla="*/ 2201 h 778"/>
                  <a:gd name="T30" fmla="*/ 92 w 374"/>
                  <a:gd name="T31" fmla="*/ 2001 h 778"/>
                  <a:gd name="T32" fmla="*/ 79 w 374"/>
                  <a:gd name="T33" fmla="*/ 200 h 778"/>
                  <a:gd name="T34" fmla="*/ 84 w 374"/>
                  <a:gd name="T35" fmla="*/ 0 h 778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374" h="778">
                    <a:moveTo>
                      <a:pt x="18" y="0"/>
                    </a:moveTo>
                    <a:cubicBezTo>
                      <a:pt x="18" y="0"/>
                      <a:pt x="171" y="66"/>
                      <a:pt x="366" y="8"/>
                    </a:cubicBezTo>
                    <a:cubicBezTo>
                      <a:pt x="369" y="60"/>
                      <a:pt x="369" y="60"/>
                      <a:pt x="369" y="60"/>
                    </a:cubicBezTo>
                    <a:cubicBezTo>
                      <a:pt x="369" y="60"/>
                      <a:pt x="374" y="357"/>
                      <a:pt x="363" y="411"/>
                    </a:cubicBezTo>
                    <a:cubicBezTo>
                      <a:pt x="360" y="427"/>
                      <a:pt x="372" y="433"/>
                      <a:pt x="365" y="450"/>
                    </a:cubicBezTo>
                    <a:cubicBezTo>
                      <a:pt x="357" y="467"/>
                      <a:pt x="362" y="476"/>
                      <a:pt x="360" y="488"/>
                    </a:cubicBezTo>
                    <a:cubicBezTo>
                      <a:pt x="359" y="500"/>
                      <a:pt x="363" y="697"/>
                      <a:pt x="354" y="734"/>
                    </a:cubicBezTo>
                    <a:cubicBezTo>
                      <a:pt x="354" y="734"/>
                      <a:pt x="268" y="778"/>
                      <a:pt x="198" y="734"/>
                    </a:cubicBezTo>
                    <a:cubicBezTo>
                      <a:pt x="198" y="734"/>
                      <a:pt x="201" y="551"/>
                      <a:pt x="202" y="502"/>
                    </a:cubicBezTo>
                    <a:cubicBezTo>
                      <a:pt x="204" y="453"/>
                      <a:pt x="210" y="332"/>
                      <a:pt x="190" y="332"/>
                    </a:cubicBezTo>
                    <a:cubicBezTo>
                      <a:pt x="170" y="332"/>
                      <a:pt x="179" y="502"/>
                      <a:pt x="179" y="502"/>
                    </a:cubicBezTo>
                    <a:cubicBezTo>
                      <a:pt x="185" y="734"/>
                      <a:pt x="185" y="734"/>
                      <a:pt x="185" y="734"/>
                    </a:cubicBezTo>
                    <a:cubicBezTo>
                      <a:pt x="185" y="734"/>
                      <a:pt x="107" y="775"/>
                      <a:pt x="27" y="734"/>
                    </a:cubicBezTo>
                    <a:cubicBezTo>
                      <a:pt x="33" y="511"/>
                      <a:pt x="33" y="511"/>
                      <a:pt x="33" y="511"/>
                    </a:cubicBezTo>
                    <a:cubicBezTo>
                      <a:pt x="33" y="511"/>
                      <a:pt x="21" y="488"/>
                      <a:pt x="26" y="477"/>
                    </a:cubicBezTo>
                    <a:cubicBezTo>
                      <a:pt x="30" y="467"/>
                      <a:pt x="17" y="445"/>
                      <a:pt x="20" y="434"/>
                    </a:cubicBezTo>
                    <a:cubicBezTo>
                      <a:pt x="23" y="424"/>
                      <a:pt x="0" y="140"/>
                      <a:pt x="17" y="43"/>
                    </a:cubicBezTo>
                    <a:lnTo>
                      <a:pt x="18" y="0"/>
                    </a:lnTo>
                    <a:close/>
                  </a:path>
                </a:pathLst>
              </a:custGeom>
              <a:noFill/>
              <a:ln w="7938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714" name="Freeform 260">
                <a:extLst>
                  <a:ext uri="{FF2B5EF4-FFF2-40B4-BE49-F238E27FC236}">
                    <a16:creationId xmlns:a16="http://schemas.microsoft.com/office/drawing/2014/main" id="{C05F5319-B855-42EC-8893-4CB5284286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2" y="2726"/>
                <a:ext cx="120" cy="170"/>
              </a:xfrm>
              <a:custGeom>
                <a:avLst/>
                <a:gdLst>
                  <a:gd name="T0" fmla="*/ 333 w 72"/>
                  <a:gd name="T1" fmla="*/ 458 h 102"/>
                  <a:gd name="T2" fmla="*/ 162 w 72"/>
                  <a:gd name="T3" fmla="*/ 255 h 102"/>
                  <a:gd name="T4" fmla="*/ 0 w 72"/>
                  <a:gd name="T5" fmla="*/ 0 h 102"/>
                  <a:gd name="T6" fmla="*/ 117 w 72"/>
                  <a:gd name="T7" fmla="*/ 297 h 102"/>
                  <a:gd name="T8" fmla="*/ 313 w 72"/>
                  <a:gd name="T9" fmla="*/ 472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2" h="102">
                    <a:moveTo>
                      <a:pt x="72" y="99"/>
                    </a:moveTo>
                    <a:cubicBezTo>
                      <a:pt x="60" y="90"/>
                      <a:pt x="45" y="69"/>
                      <a:pt x="35" y="55"/>
                    </a:cubicBezTo>
                    <a:cubicBezTo>
                      <a:pt x="23" y="39"/>
                      <a:pt x="11" y="12"/>
                      <a:pt x="0" y="0"/>
                    </a:cubicBezTo>
                    <a:cubicBezTo>
                      <a:pt x="4" y="20"/>
                      <a:pt x="15" y="46"/>
                      <a:pt x="25" y="64"/>
                    </a:cubicBezTo>
                    <a:cubicBezTo>
                      <a:pt x="34" y="83"/>
                      <a:pt x="53" y="90"/>
                      <a:pt x="68" y="102"/>
                    </a:cubicBezTo>
                  </a:path>
                </a:pathLst>
              </a:custGeom>
              <a:solidFill>
                <a:srgbClr val="8FBD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715" name="Freeform 261">
                <a:extLst>
                  <a:ext uri="{FF2B5EF4-FFF2-40B4-BE49-F238E27FC236}">
                    <a16:creationId xmlns:a16="http://schemas.microsoft.com/office/drawing/2014/main" id="{AB654B47-6B29-46A5-87FC-FB40983EC5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5" y="2773"/>
                <a:ext cx="132" cy="121"/>
              </a:xfrm>
              <a:custGeom>
                <a:avLst/>
                <a:gdLst>
                  <a:gd name="T0" fmla="*/ 0 w 79"/>
                  <a:gd name="T1" fmla="*/ 333 h 73"/>
                  <a:gd name="T2" fmla="*/ 162 w 79"/>
                  <a:gd name="T3" fmla="*/ 229 h 73"/>
                  <a:gd name="T4" fmla="*/ 369 w 79"/>
                  <a:gd name="T5" fmla="*/ 0 h 73"/>
                  <a:gd name="T6" fmla="*/ 195 w 79"/>
                  <a:gd name="T7" fmla="*/ 242 h 73"/>
                  <a:gd name="T8" fmla="*/ 0 w 79"/>
                  <a:gd name="T9" fmla="*/ 310 h 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9" h="73">
                    <a:moveTo>
                      <a:pt x="0" y="73"/>
                    </a:moveTo>
                    <a:cubicBezTo>
                      <a:pt x="1" y="62"/>
                      <a:pt x="26" y="56"/>
                      <a:pt x="35" y="50"/>
                    </a:cubicBezTo>
                    <a:cubicBezTo>
                      <a:pt x="51" y="39"/>
                      <a:pt x="71" y="17"/>
                      <a:pt x="79" y="0"/>
                    </a:cubicBezTo>
                    <a:cubicBezTo>
                      <a:pt x="69" y="18"/>
                      <a:pt x="59" y="40"/>
                      <a:pt x="42" y="53"/>
                    </a:cubicBezTo>
                    <a:cubicBezTo>
                      <a:pt x="29" y="61"/>
                      <a:pt x="12" y="61"/>
                      <a:pt x="0" y="68"/>
                    </a:cubicBezTo>
                  </a:path>
                </a:pathLst>
              </a:custGeom>
              <a:solidFill>
                <a:srgbClr val="8FBD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716" name="Freeform 262">
                <a:extLst>
                  <a:ext uri="{FF2B5EF4-FFF2-40B4-BE49-F238E27FC236}">
                    <a16:creationId xmlns:a16="http://schemas.microsoft.com/office/drawing/2014/main" id="{D85C1BCC-C868-4E75-BF4F-11A8280316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0" y="2774"/>
                <a:ext cx="122" cy="297"/>
              </a:xfrm>
              <a:custGeom>
                <a:avLst/>
                <a:gdLst>
                  <a:gd name="T0" fmla="*/ 55 w 73"/>
                  <a:gd name="T1" fmla="*/ 0 h 178"/>
                  <a:gd name="T2" fmla="*/ 266 w 73"/>
                  <a:gd name="T3" fmla="*/ 417 h 178"/>
                  <a:gd name="T4" fmla="*/ 333 w 73"/>
                  <a:gd name="T5" fmla="*/ 828 h 178"/>
                  <a:gd name="T6" fmla="*/ 266 w 73"/>
                  <a:gd name="T7" fmla="*/ 591 h 178"/>
                  <a:gd name="T8" fmla="*/ 167 w 73"/>
                  <a:gd name="T9" fmla="*/ 390 h 178"/>
                  <a:gd name="T10" fmla="*/ 42 w 73"/>
                  <a:gd name="T11" fmla="*/ 20 h 17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3" h="178">
                    <a:moveTo>
                      <a:pt x="12" y="0"/>
                    </a:moveTo>
                    <a:cubicBezTo>
                      <a:pt x="0" y="29"/>
                      <a:pt x="45" y="66"/>
                      <a:pt x="57" y="90"/>
                    </a:cubicBezTo>
                    <a:cubicBezTo>
                      <a:pt x="68" y="117"/>
                      <a:pt x="73" y="149"/>
                      <a:pt x="71" y="178"/>
                    </a:cubicBezTo>
                    <a:cubicBezTo>
                      <a:pt x="63" y="163"/>
                      <a:pt x="61" y="144"/>
                      <a:pt x="57" y="127"/>
                    </a:cubicBezTo>
                    <a:cubicBezTo>
                      <a:pt x="53" y="111"/>
                      <a:pt x="45" y="98"/>
                      <a:pt x="36" y="84"/>
                    </a:cubicBezTo>
                    <a:cubicBezTo>
                      <a:pt x="22" y="59"/>
                      <a:pt x="8" y="34"/>
                      <a:pt x="9" y="4"/>
                    </a:cubicBezTo>
                  </a:path>
                </a:pathLst>
              </a:custGeom>
              <a:solidFill>
                <a:srgbClr val="8FBD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717" name="Freeform 263">
                <a:extLst>
                  <a:ext uri="{FF2B5EF4-FFF2-40B4-BE49-F238E27FC236}">
                    <a16:creationId xmlns:a16="http://schemas.microsoft.com/office/drawing/2014/main" id="{24D3EB1D-B2A4-4743-AC74-60253200B8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1" y="2872"/>
                <a:ext cx="71" cy="165"/>
              </a:xfrm>
              <a:custGeom>
                <a:avLst/>
                <a:gdLst>
                  <a:gd name="T0" fmla="*/ 193 w 43"/>
                  <a:gd name="T1" fmla="*/ 5 h 99"/>
                  <a:gd name="T2" fmla="*/ 0 w 43"/>
                  <a:gd name="T3" fmla="*/ 458 h 99"/>
                  <a:gd name="T4" fmla="*/ 84 w 43"/>
                  <a:gd name="T5" fmla="*/ 187 h 99"/>
                  <a:gd name="T6" fmla="*/ 109 w 43"/>
                  <a:gd name="T7" fmla="*/ 83 h 99"/>
                  <a:gd name="T8" fmla="*/ 167 w 43"/>
                  <a:gd name="T9" fmla="*/ 0 h 9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3" h="99">
                    <a:moveTo>
                      <a:pt x="43" y="1"/>
                    </a:moveTo>
                    <a:cubicBezTo>
                      <a:pt x="0" y="8"/>
                      <a:pt x="4" y="67"/>
                      <a:pt x="0" y="99"/>
                    </a:cubicBezTo>
                    <a:cubicBezTo>
                      <a:pt x="5" y="79"/>
                      <a:pt x="12" y="59"/>
                      <a:pt x="19" y="40"/>
                    </a:cubicBezTo>
                    <a:cubicBezTo>
                      <a:pt x="21" y="33"/>
                      <a:pt x="21" y="25"/>
                      <a:pt x="24" y="18"/>
                    </a:cubicBezTo>
                    <a:cubicBezTo>
                      <a:pt x="27" y="11"/>
                      <a:pt x="33" y="7"/>
                      <a:pt x="37" y="0"/>
                    </a:cubicBezTo>
                  </a:path>
                </a:pathLst>
              </a:custGeom>
              <a:solidFill>
                <a:srgbClr val="8FBD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718" name="Freeform 264">
                <a:extLst>
                  <a:ext uri="{FF2B5EF4-FFF2-40B4-BE49-F238E27FC236}">
                    <a16:creationId xmlns:a16="http://schemas.microsoft.com/office/drawing/2014/main" id="{A0ECE747-6DA4-4F85-B372-DB9C191A40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2" y="3190"/>
                <a:ext cx="106" cy="100"/>
              </a:xfrm>
              <a:custGeom>
                <a:avLst/>
                <a:gdLst>
                  <a:gd name="T0" fmla="*/ 0 w 64"/>
                  <a:gd name="T1" fmla="*/ 0 h 60"/>
                  <a:gd name="T2" fmla="*/ 292 w 64"/>
                  <a:gd name="T3" fmla="*/ 278 h 60"/>
                  <a:gd name="T4" fmla="*/ 0 w 64"/>
                  <a:gd name="T5" fmla="*/ 8 h 6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4" h="60">
                    <a:moveTo>
                      <a:pt x="0" y="0"/>
                    </a:moveTo>
                    <a:cubicBezTo>
                      <a:pt x="24" y="21"/>
                      <a:pt x="53" y="25"/>
                      <a:pt x="64" y="60"/>
                    </a:cubicBezTo>
                    <a:cubicBezTo>
                      <a:pt x="50" y="34"/>
                      <a:pt x="12" y="27"/>
                      <a:pt x="0" y="2"/>
                    </a:cubicBezTo>
                  </a:path>
                </a:pathLst>
              </a:custGeom>
              <a:solidFill>
                <a:srgbClr val="8FBD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719" name="Freeform 265">
                <a:extLst>
                  <a:ext uri="{FF2B5EF4-FFF2-40B4-BE49-F238E27FC236}">
                    <a16:creationId xmlns:a16="http://schemas.microsoft.com/office/drawing/2014/main" id="{74ED936D-9FB9-4354-940D-273861BD31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5" y="3115"/>
                <a:ext cx="78" cy="37"/>
              </a:xfrm>
              <a:custGeom>
                <a:avLst/>
                <a:gdLst>
                  <a:gd name="T0" fmla="*/ 0 w 47"/>
                  <a:gd name="T1" fmla="*/ 0 h 22"/>
                  <a:gd name="T2" fmla="*/ 214 w 47"/>
                  <a:gd name="T3" fmla="*/ 104 h 22"/>
                  <a:gd name="T4" fmla="*/ 20 w 47"/>
                  <a:gd name="T5" fmla="*/ 13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7" h="22">
                    <a:moveTo>
                      <a:pt x="0" y="0"/>
                    </a:moveTo>
                    <a:cubicBezTo>
                      <a:pt x="11" y="12"/>
                      <a:pt x="41" y="7"/>
                      <a:pt x="47" y="22"/>
                    </a:cubicBezTo>
                    <a:cubicBezTo>
                      <a:pt x="35" y="15"/>
                      <a:pt x="7" y="19"/>
                      <a:pt x="4" y="3"/>
                    </a:cubicBezTo>
                  </a:path>
                </a:pathLst>
              </a:custGeom>
              <a:solidFill>
                <a:srgbClr val="8FBD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720" name="Freeform 266">
                <a:extLst>
                  <a:ext uri="{FF2B5EF4-FFF2-40B4-BE49-F238E27FC236}">
                    <a16:creationId xmlns:a16="http://schemas.microsoft.com/office/drawing/2014/main" id="{06B79344-20E0-4097-BDD1-EB18FDC2A8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4" y="3125"/>
                <a:ext cx="67" cy="80"/>
              </a:xfrm>
              <a:custGeom>
                <a:avLst/>
                <a:gdLst>
                  <a:gd name="T0" fmla="*/ 188 w 40"/>
                  <a:gd name="T1" fmla="*/ 8 h 48"/>
                  <a:gd name="T2" fmla="*/ 169 w 40"/>
                  <a:gd name="T3" fmla="*/ 0 h 48"/>
                  <a:gd name="T4" fmla="*/ 0 w 40"/>
                  <a:gd name="T5" fmla="*/ 222 h 48"/>
                  <a:gd name="T6" fmla="*/ 159 w 40"/>
                  <a:gd name="T7" fmla="*/ 8 h 4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0" h="48">
                    <a:moveTo>
                      <a:pt x="40" y="2"/>
                    </a:moveTo>
                    <a:cubicBezTo>
                      <a:pt x="38" y="1"/>
                      <a:pt x="37" y="0"/>
                      <a:pt x="36" y="0"/>
                    </a:cubicBezTo>
                    <a:cubicBezTo>
                      <a:pt x="26" y="17"/>
                      <a:pt x="19" y="39"/>
                      <a:pt x="0" y="48"/>
                    </a:cubicBezTo>
                    <a:cubicBezTo>
                      <a:pt x="14" y="34"/>
                      <a:pt x="17" y="13"/>
                      <a:pt x="34" y="2"/>
                    </a:cubicBezTo>
                  </a:path>
                </a:pathLst>
              </a:custGeom>
              <a:solidFill>
                <a:srgbClr val="8FBD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721" name="Freeform 267">
                <a:extLst>
                  <a:ext uri="{FF2B5EF4-FFF2-40B4-BE49-F238E27FC236}">
                    <a16:creationId xmlns:a16="http://schemas.microsoft.com/office/drawing/2014/main" id="{CB1DBE91-3BDC-4879-A8F6-D7585B4425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9" y="3039"/>
                <a:ext cx="90" cy="83"/>
              </a:xfrm>
              <a:custGeom>
                <a:avLst/>
                <a:gdLst>
                  <a:gd name="T0" fmla="*/ 250 w 54"/>
                  <a:gd name="T1" fmla="*/ 0 h 50"/>
                  <a:gd name="T2" fmla="*/ 0 w 54"/>
                  <a:gd name="T3" fmla="*/ 229 h 50"/>
                  <a:gd name="T4" fmla="*/ 92 w 54"/>
                  <a:gd name="T5" fmla="*/ 116 h 50"/>
                  <a:gd name="T6" fmla="*/ 228 w 54"/>
                  <a:gd name="T7" fmla="*/ 37 h 5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4" h="50">
                    <a:moveTo>
                      <a:pt x="54" y="0"/>
                    </a:moveTo>
                    <a:cubicBezTo>
                      <a:pt x="41" y="21"/>
                      <a:pt x="3" y="22"/>
                      <a:pt x="0" y="50"/>
                    </a:cubicBezTo>
                    <a:cubicBezTo>
                      <a:pt x="6" y="42"/>
                      <a:pt x="13" y="33"/>
                      <a:pt x="20" y="25"/>
                    </a:cubicBezTo>
                    <a:cubicBezTo>
                      <a:pt x="29" y="15"/>
                      <a:pt x="41" y="15"/>
                      <a:pt x="49" y="8"/>
                    </a:cubicBezTo>
                  </a:path>
                </a:pathLst>
              </a:custGeom>
              <a:solidFill>
                <a:srgbClr val="8FBD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722" name="Freeform 268">
                <a:extLst>
                  <a:ext uri="{FF2B5EF4-FFF2-40B4-BE49-F238E27FC236}">
                    <a16:creationId xmlns:a16="http://schemas.microsoft.com/office/drawing/2014/main" id="{752FD30E-B699-4F5F-9879-3B32358B88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9" y="2784"/>
                <a:ext cx="133" cy="142"/>
              </a:xfrm>
              <a:custGeom>
                <a:avLst/>
                <a:gdLst>
                  <a:gd name="T0" fmla="*/ 0 w 80"/>
                  <a:gd name="T1" fmla="*/ 0 h 85"/>
                  <a:gd name="T2" fmla="*/ 367 w 80"/>
                  <a:gd name="T3" fmla="*/ 216 h 85"/>
                  <a:gd name="T4" fmla="*/ 158 w 80"/>
                  <a:gd name="T5" fmla="*/ 167 h 85"/>
                  <a:gd name="T6" fmla="*/ 28 w 80"/>
                  <a:gd name="T7" fmla="*/ 5 h 8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0" h="85">
                    <a:moveTo>
                      <a:pt x="0" y="0"/>
                    </a:moveTo>
                    <a:cubicBezTo>
                      <a:pt x="18" y="19"/>
                      <a:pt x="49" y="85"/>
                      <a:pt x="80" y="46"/>
                    </a:cubicBezTo>
                    <a:cubicBezTo>
                      <a:pt x="62" y="46"/>
                      <a:pt x="47" y="51"/>
                      <a:pt x="34" y="36"/>
                    </a:cubicBezTo>
                    <a:cubicBezTo>
                      <a:pt x="24" y="26"/>
                      <a:pt x="13" y="13"/>
                      <a:pt x="6" y="1"/>
                    </a:cubicBezTo>
                  </a:path>
                </a:pathLst>
              </a:custGeom>
              <a:solidFill>
                <a:srgbClr val="CFE5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723" name="Freeform 269">
                <a:extLst>
                  <a:ext uri="{FF2B5EF4-FFF2-40B4-BE49-F238E27FC236}">
                    <a16:creationId xmlns:a16="http://schemas.microsoft.com/office/drawing/2014/main" id="{EBB7CD4D-FA69-4612-A291-3C349B477B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8" y="2749"/>
                <a:ext cx="71" cy="160"/>
              </a:xfrm>
              <a:custGeom>
                <a:avLst/>
                <a:gdLst>
                  <a:gd name="T0" fmla="*/ 14 w 42"/>
                  <a:gd name="T1" fmla="*/ 0 h 96"/>
                  <a:gd name="T2" fmla="*/ 49 w 42"/>
                  <a:gd name="T3" fmla="*/ 222 h 96"/>
                  <a:gd name="T4" fmla="*/ 203 w 42"/>
                  <a:gd name="T5" fmla="*/ 445 h 96"/>
                  <a:gd name="T6" fmla="*/ 57 w 42"/>
                  <a:gd name="T7" fmla="*/ 200 h 96"/>
                  <a:gd name="T8" fmla="*/ 14 w 42"/>
                  <a:gd name="T9" fmla="*/ 8 h 9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2" h="96">
                    <a:moveTo>
                      <a:pt x="3" y="0"/>
                    </a:moveTo>
                    <a:cubicBezTo>
                      <a:pt x="7" y="18"/>
                      <a:pt x="0" y="32"/>
                      <a:pt x="10" y="48"/>
                    </a:cubicBezTo>
                    <a:cubicBezTo>
                      <a:pt x="20" y="65"/>
                      <a:pt x="35" y="78"/>
                      <a:pt x="42" y="96"/>
                    </a:cubicBezTo>
                    <a:cubicBezTo>
                      <a:pt x="39" y="76"/>
                      <a:pt x="19" y="62"/>
                      <a:pt x="12" y="43"/>
                    </a:cubicBezTo>
                    <a:cubicBezTo>
                      <a:pt x="8" y="29"/>
                      <a:pt x="11" y="15"/>
                      <a:pt x="3" y="2"/>
                    </a:cubicBezTo>
                  </a:path>
                </a:pathLst>
              </a:custGeom>
              <a:solidFill>
                <a:srgbClr val="CFE5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724" name="Freeform 270">
                <a:extLst>
                  <a:ext uri="{FF2B5EF4-FFF2-40B4-BE49-F238E27FC236}">
                    <a16:creationId xmlns:a16="http://schemas.microsoft.com/office/drawing/2014/main" id="{F344EED0-2C7F-411A-9567-E6ACE1D25E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1" y="2849"/>
                <a:ext cx="141" cy="102"/>
              </a:xfrm>
              <a:custGeom>
                <a:avLst/>
                <a:gdLst>
                  <a:gd name="T0" fmla="*/ 388 w 85"/>
                  <a:gd name="T1" fmla="*/ 5 h 61"/>
                  <a:gd name="T2" fmla="*/ 166 w 85"/>
                  <a:gd name="T3" fmla="*/ 64 h 61"/>
                  <a:gd name="T4" fmla="*/ 0 w 85"/>
                  <a:gd name="T5" fmla="*/ 286 h 61"/>
                  <a:gd name="T6" fmla="*/ 126 w 85"/>
                  <a:gd name="T7" fmla="*/ 70 h 61"/>
                  <a:gd name="T8" fmla="*/ 264 w 85"/>
                  <a:gd name="T9" fmla="*/ 28 h 61"/>
                  <a:gd name="T10" fmla="*/ 388 w 85"/>
                  <a:gd name="T11" fmla="*/ 0 h 6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5" h="61">
                    <a:moveTo>
                      <a:pt x="85" y="1"/>
                    </a:moveTo>
                    <a:cubicBezTo>
                      <a:pt x="69" y="7"/>
                      <a:pt x="52" y="8"/>
                      <a:pt x="36" y="14"/>
                    </a:cubicBezTo>
                    <a:cubicBezTo>
                      <a:pt x="14" y="21"/>
                      <a:pt x="9" y="42"/>
                      <a:pt x="0" y="61"/>
                    </a:cubicBezTo>
                    <a:cubicBezTo>
                      <a:pt x="0" y="40"/>
                      <a:pt x="10" y="24"/>
                      <a:pt x="28" y="15"/>
                    </a:cubicBezTo>
                    <a:cubicBezTo>
                      <a:pt x="37" y="10"/>
                      <a:pt x="48" y="8"/>
                      <a:pt x="58" y="6"/>
                    </a:cubicBezTo>
                    <a:cubicBezTo>
                      <a:pt x="66" y="5"/>
                      <a:pt x="78" y="5"/>
                      <a:pt x="85" y="0"/>
                    </a:cubicBezTo>
                  </a:path>
                </a:pathLst>
              </a:custGeom>
              <a:solidFill>
                <a:srgbClr val="CFE5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725" name="Freeform 271">
                <a:extLst>
                  <a:ext uri="{FF2B5EF4-FFF2-40B4-BE49-F238E27FC236}">
                    <a16:creationId xmlns:a16="http://schemas.microsoft.com/office/drawing/2014/main" id="{DF8577E8-10F7-4F45-BD7F-F6D91BFCF6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9" y="3036"/>
                <a:ext cx="114" cy="134"/>
              </a:xfrm>
              <a:custGeom>
                <a:avLst/>
                <a:gdLst>
                  <a:gd name="T0" fmla="*/ 320 w 68"/>
                  <a:gd name="T1" fmla="*/ 0 h 81"/>
                  <a:gd name="T2" fmla="*/ 250 w 68"/>
                  <a:gd name="T3" fmla="*/ 68 h 81"/>
                  <a:gd name="T4" fmla="*/ 141 w 68"/>
                  <a:gd name="T5" fmla="*/ 109 h 81"/>
                  <a:gd name="T6" fmla="*/ 0 w 68"/>
                  <a:gd name="T7" fmla="*/ 367 h 81"/>
                  <a:gd name="T8" fmla="*/ 99 w 68"/>
                  <a:gd name="T9" fmla="*/ 109 h 81"/>
                  <a:gd name="T10" fmla="*/ 307 w 68"/>
                  <a:gd name="T11" fmla="*/ 13 h 8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8" h="81">
                    <a:moveTo>
                      <a:pt x="68" y="0"/>
                    </a:moveTo>
                    <a:cubicBezTo>
                      <a:pt x="63" y="5"/>
                      <a:pt x="59" y="11"/>
                      <a:pt x="53" y="15"/>
                    </a:cubicBezTo>
                    <a:cubicBezTo>
                      <a:pt x="46" y="19"/>
                      <a:pt x="38" y="20"/>
                      <a:pt x="30" y="24"/>
                    </a:cubicBezTo>
                    <a:cubicBezTo>
                      <a:pt x="10" y="36"/>
                      <a:pt x="8" y="62"/>
                      <a:pt x="0" y="81"/>
                    </a:cubicBezTo>
                    <a:cubicBezTo>
                      <a:pt x="5" y="60"/>
                      <a:pt x="5" y="41"/>
                      <a:pt x="21" y="24"/>
                    </a:cubicBezTo>
                    <a:cubicBezTo>
                      <a:pt x="33" y="12"/>
                      <a:pt x="51" y="11"/>
                      <a:pt x="65" y="3"/>
                    </a:cubicBezTo>
                  </a:path>
                </a:pathLst>
              </a:custGeom>
              <a:solidFill>
                <a:srgbClr val="CFE5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726" name="Freeform 272">
                <a:extLst>
                  <a:ext uri="{FF2B5EF4-FFF2-40B4-BE49-F238E27FC236}">
                    <a16:creationId xmlns:a16="http://schemas.microsoft.com/office/drawing/2014/main" id="{59F3EE43-5D17-40B7-A185-E6AFA271A9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0" y="3096"/>
                <a:ext cx="117" cy="101"/>
              </a:xfrm>
              <a:custGeom>
                <a:avLst/>
                <a:gdLst>
                  <a:gd name="T0" fmla="*/ 0 w 70"/>
                  <a:gd name="T1" fmla="*/ 0 h 61"/>
                  <a:gd name="T2" fmla="*/ 167 w 70"/>
                  <a:gd name="T3" fmla="*/ 84 h 61"/>
                  <a:gd name="T4" fmla="*/ 328 w 70"/>
                  <a:gd name="T5" fmla="*/ 277 h 61"/>
                  <a:gd name="T6" fmla="*/ 187 w 70"/>
                  <a:gd name="T7" fmla="*/ 60 h 61"/>
                  <a:gd name="T8" fmla="*/ 20 w 70"/>
                  <a:gd name="T9" fmla="*/ 5 h 6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0" h="61">
                    <a:moveTo>
                      <a:pt x="0" y="0"/>
                    </a:moveTo>
                    <a:cubicBezTo>
                      <a:pt x="12" y="10"/>
                      <a:pt x="24" y="12"/>
                      <a:pt x="36" y="19"/>
                    </a:cubicBezTo>
                    <a:cubicBezTo>
                      <a:pt x="51" y="29"/>
                      <a:pt x="63" y="44"/>
                      <a:pt x="70" y="61"/>
                    </a:cubicBezTo>
                    <a:cubicBezTo>
                      <a:pt x="67" y="44"/>
                      <a:pt x="55" y="24"/>
                      <a:pt x="40" y="13"/>
                    </a:cubicBezTo>
                    <a:cubicBezTo>
                      <a:pt x="32" y="7"/>
                      <a:pt x="12" y="0"/>
                      <a:pt x="4" y="1"/>
                    </a:cubicBezTo>
                  </a:path>
                </a:pathLst>
              </a:custGeom>
              <a:solidFill>
                <a:srgbClr val="CFE5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727" name="Freeform 273">
                <a:extLst>
                  <a:ext uri="{FF2B5EF4-FFF2-40B4-BE49-F238E27FC236}">
                    <a16:creationId xmlns:a16="http://schemas.microsoft.com/office/drawing/2014/main" id="{4E41240A-BA4C-4CC4-90FF-6F2179F450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7" y="3205"/>
                <a:ext cx="63" cy="47"/>
              </a:xfrm>
              <a:custGeom>
                <a:avLst/>
                <a:gdLst>
                  <a:gd name="T0" fmla="*/ 0 w 38"/>
                  <a:gd name="T1" fmla="*/ 0 h 28"/>
                  <a:gd name="T2" fmla="*/ 172 w 38"/>
                  <a:gd name="T3" fmla="*/ 133 h 28"/>
                  <a:gd name="T4" fmla="*/ 28 w 38"/>
                  <a:gd name="T5" fmla="*/ 5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8" h="28">
                    <a:moveTo>
                      <a:pt x="0" y="0"/>
                    </a:moveTo>
                    <a:cubicBezTo>
                      <a:pt x="12" y="5"/>
                      <a:pt x="28" y="18"/>
                      <a:pt x="38" y="28"/>
                    </a:cubicBezTo>
                    <a:cubicBezTo>
                      <a:pt x="33" y="15"/>
                      <a:pt x="18" y="5"/>
                      <a:pt x="6" y="1"/>
                    </a:cubicBezTo>
                  </a:path>
                </a:pathLst>
              </a:custGeom>
              <a:solidFill>
                <a:srgbClr val="CFE5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728" name="Freeform 274">
                <a:extLst>
                  <a:ext uri="{FF2B5EF4-FFF2-40B4-BE49-F238E27FC236}">
                    <a16:creationId xmlns:a16="http://schemas.microsoft.com/office/drawing/2014/main" id="{629EBD52-18D3-40B1-AAFB-690F21249C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6" y="3149"/>
                <a:ext cx="42" cy="48"/>
              </a:xfrm>
              <a:custGeom>
                <a:avLst/>
                <a:gdLst>
                  <a:gd name="T0" fmla="*/ 119 w 25"/>
                  <a:gd name="T1" fmla="*/ 0 h 29"/>
                  <a:gd name="T2" fmla="*/ 0 w 25"/>
                  <a:gd name="T3" fmla="*/ 131 h 29"/>
                  <a:gd name="T4" fmla="*/ 104 w 25"/>
                  <a:gd name="T5" fmla="*/ 13 h 2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29">
                    <a:moveTo>
                      <a:pt x="25" y="0"/>
                    </a:moveTo>
                    <a:cubicBezTo>
                      <a:pt x="18" y="12"/>
                      <a:pt x="11" y="20"/>
                      <a:pt x="0" y="29"/>
                    </a:cubicBezTo>
                    <a:cubicBezTo>
                      <a:pt x="8" y="18"/>
                      <a:pt x="10" y="9"/>
                      <a:pt x="22" y="3"/>
                    </a:cubicBezTo>
                  </a:path>
                </a:pathLst>
              </a:custGeom>
              <a:solidFill>
                <a:srgbClr val="CFE5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729" name="Freeform 275">
                <a:extLst>
                  <a:ext uri="{FF2B5EF4-FFF2-40B4-BE49-F238E27FC236}">
                    <a16:creationId xmlns:a16="http://schemas.microsoft.com/office/drawing/2014/main" id="{98BA5E17-BE7D-4840-8FEA-4B99F845EC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7" y="2981"/>
                <a:ext cx="37" cy="254"/>
              </a:xfrm>
              <a:custGeom>
                <a:avLst/>
                <a:gdLst>
                  <a:gd name="T0" fmla="*/ 8 w 22"/>
                  <a:gd name="T1" fmla="*/ 0 h 153"/>
                  <a:gd name="T2" fmla="*/ 71 w 22"/>
                  <a:gd name="T3" fmla="*/ 312 h 153"/>
                  <a:gd name="T4" fmla="*/ 91 w 22"/>
                  <a:gd name="T5" fmla="*/ 505 h 153"/>
                  <a:gd name="T6" fmla="*/ 82 w 22"/>
                  <a:gd name="T7" fmla="*/ 701 h 153"/>
                  <a:gd name="T8" fmla="*/ 22 w 22"/>
                  <a:gd name="T9" fmla="*/ 317 h 153"/>
                  <a:gd name="T10" fmla="*/ 5 w 22"/>
                  <a:gd name="T11" fmla="*/ 8 h 15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2" h="153">
                    <a:moveTo>
                      <a:pt x="2" y="0"/>
                    </a:moveTo>
                    <a:cubicBezTo>
                      <a:pt x="2" y="22"/>
                      <a:pt x="9" y="47"/>
                      <a:pt x="15" y="68"/>
                    </a:cubicBezTo>
                    <a:cubicBezTo>
                      <a:pt x="19" y="82"/>
                      <a:pt x="19" y="96"/>
                      <a:pt x="19" y="110"/>
                    </a:cubicBezTo>
                    <a:cubicBezTo>
                      <a:pt x="19" y="123"/>
                      <a:pt x="20" y="141"/>
                      <a:pt x="17" y="153"/>
                    </a:cubicBezTo>
                    <a:cubicBezTo>
                      <a:pt x="22" y="126"/>
                      <a:pt x="10" y="95"/>
                      <a:pt x="5" y="69"/>
                    </a:cubicBezTo>
                    <a:cubicBezTo>
                      <a:pt x="0" y="47"/>
                      <a:pt x="7" y="24"/>
                      <a:pt x="1" y="2"/>
                    </a:cubicBezTo>
                  </a:path>
                </a:pathLst>
              </a:custGeom>
              <a:solidFill>
                <a:srgbClr val="CFE5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730" name="Freeform 276">
                <a:extLst>
                  <a:ext uri="{FF2B5EF4-FFF2-40B4-BE49-F238E27FC236}">
                    <a16:creationId xmlns:a16="http://schemas.microsoft.com/office/drawing/2014/main" id="{D71C7CF8-72FE-46F2-86E4-894AA7A8B8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0" y="2516"/>
                <a:ext cx="16" cy="415"/>
              </a:xfrm>
              <a:custGeom>
                <a:avLst/>
                <a:gdLst>
                  <a:gd name="T0" fmla="*/ 5 w 10"/>
                  <a:gd name="T1" fmla="*/ 0 h 249"/>
                  <a:gd name="T2" fmla="*/ 21 w 10"/>
                  <a:gd name="T3" fmla="*/ 1153 h 249"/>
                  <a:gd name="T4" fmla="*/ 5 w 10"/>
                  <a:gd name="T5" fmla="*/ 0 h 24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249">
                    <a:moveTo>
                      <a:pt x="1" y="0"/>
                    </a:moveTo>
                    <a:cubicBezTo>
                      <a:pt x="1" y="0"/>
                      <a:pt x="0" y="185"/>
                      <a:pt x="5" y="249"/>
                    </a:cubicBezTo>
                    <a:cubicBezTo>
                      <a:pt x="5" y="249"/>
                      <a:pt x="10" y="71"/>
                      <a:pt x="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731" name="Freeform 277">
                <a:extLst>
                  <a:ext uri="{FF2B5EF4-FFF2-40B4-BE49-F238E27FC236}">
                    <a16:creationId xmlns:a16="http://schemas.microsoft.com/office/drawing/2014/main" id="{A736CD6E-D549-4FD5-89A4-44E58D59F0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5" y="3344"/>
                <a:ext cx="133" cy="244"/>
              </a:xfrm>
              <a:custGeom>
                <a:avLst/>
                <a:gdLst>
                  <a:gd name="T0" fmla="*/ 28 w 80"/>
                  <a:gd name="T1" fmla="*/ 0 h 147"/>
                  <a:gd name="T2" fmla="*/ 0 w 80"/>
                  <a:gd name="T3" fmla="*/ 568 h 147"/>
                  <a:gd name="T4" fmla="*/ 367 w 80"/>
                  <a:gd name="T5" fmla="*/ 672 h 147"/>
                  <a:gd name="T6" fmla="*/ 55 w 80"/>
                  <a:gd name="T7" fmla="*/ 546 h 147"/>
                  <a:gd name="T8" fmla="*/ 28 w 80"/>
                  <a:gd name="T9" fmla="*/ 0 h 1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0" h="147">
                    <a:moveTo>
                      <a:pt x="6" y="0"/>
                    </a:moveTo>
                    <a:cubicBezTo>
                      <a:pt x="0" y="124"/>
                      <a:pt x="0" y="124"/>
                      <a:pt x="0" y="124"/>
                    </a:cubicBezTo>
                    <a:cubicBezTo>
                      <a:pt x="0" y="124"/>
                      <a:pt x="12" y="144"/>
                      <a:pt x="80" y="147"/>
                    </a:cubicBezTo>
                    <a:cubicBezTo>
                      <a:pt x="80" y="147"/>
                      <a:pt x="14" y="139"/>
                      <a:pt x="12" y="119"/>
                    </a:cubicBezTo>
                    <a:cubicBezTo>
                      <a:pt x="10" y="98"/>
                      <a:pt x="6" y="0"/>
                      <a:pt x="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732" name="Freeform 278">
                <a:extLst>
                  <a:ext uri="{FF2B5EF4-FFF2-40B4-BE49-F238E27FC236}">
                    <a16:creationId xmlns:a16="http://schemas.microsoft.com/office/drawing/2014/main" id="{71ECAEBC-5107-465B-AAE1-55DADB3BA1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2" y="3340"/>
                <a:ext cx="130" cy="253"/>
              </a:xfrm>
              <a:custGeom>
                <a:avLst/>
                <a:gdLst>
                  <a:gd name="T0" fmla="*/ 8 w 78"/>
                  <a:gd name="T1" fmla="*/ 0 h 152"/>
                  <a:gd name="T2" fmla="*/ 0 w 78"/>
                  <a:gd name="T3" fmla="*/ 599 h 152"/>
                  <a:gd name="T4" fmla="*/ 362 w 78"/>
                  <a:gd name="T5" fmla="*/ 679 h 152"/>
                  <a:gd name="T6" fmla="*/ 33 w 78"/>
                  <a:gd name="T7" fmla="*/ 516 h 152"/>
                  <a:gd name="T8" fmla="*/ 8 w 78"/>
                  <a:gd name="T9" fmla="*/ 0 h 15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8" h="152">
                    <a:moveTo>
                      <a:pt x="2" y="0"/>
                    </a:moveTo>
                    <a:cubicBezTo>
                      <a:pt x="0" y="130"/>
                      <a:pt x="0" y="130"/>
                      <a:pt x="0" y="130"/>
                    </a:cubicBezTo>
                    <a:cubicBezTo>
                      <a:pt x="0" y="130"/>
                      <a:pt x="28" y="152"/>
                      <a:pt x="78" y="147"/>
                    </a:cubicBezTo>
                    <a:cubicBezTo>
                      <a:pt x="78" y="147"/>
                      <a:pt x="9" y="141"/>
                      <a:pt x="7" y="112"/>
                    </a:cubicBezTo>
                    <a:cubicBezTo>
                      <a:pt x="5" y="82"/>
                      <a:pt x="2" y="0"/>
                      <a:pt x="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733" name="Freeform 279">
                <a:extLst>
                  <a:ext uri="{FF2B5EF4-FFF2-40B4-BE49-F238E27FC236}">
                    <a16:creationId xmlns:a16="http://schemas.microsoft.com/office/drawing/2014/main" id="{E0D4DA61-F7E3-4077-ACDA-F0CE2B7C30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2" y="2445"/>
                <a:ext cx="207" cy="43"/>
              </a:xfrm>
              <a:custGeom>
                <a:avLst/>
                <a:gdLst>
                  <a:gd name="T0" fmla="*/ 0 w 124"/>
                  <a:gd name="T1" fmla="*/ 13 h 26"/>
                  <a:gd name="T2" fmla="*/ 83 w 124"/>
                  <a:gd name="T3" fmla="*/ 91 h 26"/>
                  <a:gd name="T4" fmla="*/ 83 w 124"/>
                  <a:gd name="T5" fmla="*/ 46 h 26"/>
                  <a:gd name="T6" fmla="*/ 174 w 124"/>
                  <a:gd name="T7" fmla="*/ 63 h 26"/>
                  <a:gd name="T8" fmla="*/ 232 w 124"/>
                  <a:gd name="T9" fmla="*/ 91 h 26"/>
                  <a:gd name="T10" fmla="*/ 284 w 124"/>
                  <a:gd name="T11" fmla="*/ 99 h 26"/>
                  <a:gd name="T12" fmla="*/ 334 w 124"/>
                  <a:gd name="T13" fmla="*/ 83 h 26"/>
                  <a:gd name="T14" fmla="*/ 362 w 124"/>
                  <a:gd name="T15" fmla="*/ 109 h 26"/>
                  <a:gd name="T16" fmla="*/ 457 w 124"/>
                  <a:gd name="T17" fmla="*/ 96 h 26"/>
                  <a:gd name="T18" fmla="*/ 578 w 124"/>
                  <a:gd name="T19" fmla="*/ 0 h 2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24" h="26">
                    <a:moveTo>
                      <a:pt x="0" y="3"/>
                    </a:moveTo>
                    <a:cubicBezTo>
                      <a:pt x="3" y="10"/>
                      <a:pt x="11" y="16"/>
                      <a:pt x="18" y="20"/>
                    </a:cubicBezTo>
                    <a:cubicBezTo>
                      <a:pt x="18" y="17"/>
                      <a:pt x="18" y="13"/>
                      <a:pt x="18" y="10"/>
                    </a:cubicBezTo>
                    <a:cubicBezTo>
                      <a:pt x="26" y="20"/>
                      <a:pt x="28" y="14"/>
                      <a:pt x="37" y="14"/>
                    </a:cubicBezTo>
                    <a:cubicBezTo>
                      <a:pt x="44" y="14"/>
                      <a:pt x="44" y="16"/>
                      <a:pt x="50" y="20"/>
                    </a:cubicBezTo>
                    <a:cubicBezTo>
                      <a:pt x="59" y="26"/>
                      <a:pt x="53" y="24"/>
                      <a:pt x="61" y="22"/>
                    </a:cubicBezTo>
                    <a:cubicBezTo>
                      <a:pt x="65" y="21"/>
                      <a:pt x="68" y="18"/>
                      <a:pt x="72" y="18"/>
                    </a:cubicBezTo>
                    <a:cubicBezTo>
                      <a:pt x="73" y="18"/>
                      <a:pt x="74" y="25"/>
                      <a:pt x="78" y="24"/>
                    </a:cubicBezTo>
                    <a:cubicBezTo>
                      <a:pt x="88" y="23"/>
                      <a:pt x="91" y="4"/>
                      <a:pt x="98" y="21"/>
                    </a:cubicBezTo>
                    <a:cubicBezTo>
                      <a:pt x="107" y="16"/>
                      <a:pt x="115" y="7"/>
                      <a:pt x="124" y="0"/>
                    </a:cubicBezTo>
                  </a:path>
                </a:pathLst>
              </a:custGeom>
              <a:noFill/>
              <a:ln w="7938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734" name="Freeform 280">
                <a:extLst>
                  <a:ext uri="{FF2B5EF4-FFF2-40B4-BE49-F238E27FC236}">
                    <a16:creationId xmlns:a16="http://schemas.microsoft.com/office/drawing/2014/main" id="{A0F1EEAD-71A2-4EA3-8DA2-2584F3DC77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0" y="2471"/>
                <a:ext cx="50" cy="252"/>
              </a:xfrm>
              <a:custGeom>
                <a:avLst/>
                <a:gdLst>
                  <a:gd name="T0" fmla="*/ 97 w 30"/>
                  <a:gd name="T1" fmla="*/ 0 h 151"/>
                  <a:gd name="T2" fmla="*/ 70 w 30"/>
                  <a:gd name="T3" fmla="*/ 279 h 151"/>
                  <a:gd name="T4" fmla="*/ 0 w 30"/>
                  <a:gd name="T5" fmla="*/ 703 h 15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0" h="151">
                    <a:moveTo>
                      <a:pt x="21" y="0"/>
                    </a:moveTo>
                    <a:cubicBezTo>
                      <a:pt x="30" y="22"/>
                      <a:pt x="25" y="39"/>
                      <a:pt x="15" y="60"/>
                    </a:cubicBezTo>
                    <a:cubicBezTo>
                      <a:pt x="2" y="91"/>
                      <a:pt x="0" y="118"/>
                      <a:pt x="0" y="151"/>
                    </a:cubicBezTo>
                  </a:path>
                </a:pathLst>
              </a:custGeom>
              <a:noFill/>
              <a:ln w="7938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735" name="Freeform 281">
                <a:extLst>
                  <a:ext uri="{FF2B5EF4-FFF2-40B4-BE49-F238E27FC236}">
                    <a16:creationId xmlns:a16="http://schemas.microsoft.com/office/drawing/2014/main" id="{3A9B8F01-3F6C-42AE-9D8E-6B75229F45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2" y="2485"/>
                <a:ext cx="54" cy="193"/>
              </a:xfrm>
              <a:custGeom>
                <a:avLst/>
                <a:gdLst>
                  <a:gd name="T0" fmla="*/ 0 w 32"/>
                  <a:gd name="T1" fmla="*/ 0 h 116"/>
                  <a:gd name="T2" fmla="*/ 149 w 32"/>
                  <a:gd name="T3" fmla="*/ 534 h 1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2" h="116">
                    <a:moveTo>
                      <a:pt x="0" y="0"/>
                    </a:moveTo>
                    <a:cubicBezTo>
                      <a:pt x="6" y="41"/>
                      <a:pt x="32" y="73"/>
                      <a:pt x="31" y="116"/>
                    </a:cubicBezTo>
                  </a:path>
                </a:pathLst>
              </a:custGeom>
              <a:noFill/>
              <a:ln w="7938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736" name="Freeform 282">
                <a:extLst>
                  <a:ext uri="{FF2B5EF4-FFF2-40B4-BE49-F238E27FC236}">
                    <a16:creationId xmlns:a16="http://schemas.microsoft.com/office/drawing/2014/main" id="{BD33B544-7497-4AB1-85D5-C79068CC73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4" y="2688"/>
                <a:ext cx="6" cy="30"/>
              </a:xfrm>
              <a:custGeom>
                <a:avLst/>
                <a:gdLst>
                  <a:gd name="T0" fmla="*/ 14 w 4"/>
                  <a:gd name="T1" fmla="*/ 0 h 18"/>
                  <a:gd name="T2" fmla="*/ 0 w 4"/>
                  <a:gd name="T3" fmla="*/ 83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8">
                    <a:moveTo>
                      <a:pt x="4" y="0"/>
                    </a:moveTo>
                    <a:cubicBezTo>
                      <a:pt x="4" y="6"/>
                      <a:pt x="0" y="12"/>
                      <a:pt x="0" y="18"/>
                    </a:cubicBezTo>
                  </a:path>
                </a:pathLst>
              </a:custGeom>
              <a:noFill/>
              <a:ln w="7938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737" name="Freeform 283">
                <a:extLst>
                  <a:ext uri="{FF2B5EF4-FFF2-40B4-BE49-F238E27FC236}">
                    <a16:creationId xmlns:a16="http://schemas.microsoft.com/office/drawing/2014/main" id="{FAB7CC64-109A-4389-AFE3-C3BD91A940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6" y="2644"/>
                <a:ext cx="6" cy="27"/>
              </a:xfrm>
              <a:custGeom>
                <a:avLst/>
                <a:gdLst>
                  <a:gd name="T0" fmla="*/ 14 w 4"/>
                  <a:gd name="T1" fmla="*/ 0 h 16"/>
                  <a:gd name="T2" fmla="*/ 0 w 4"/>
                  <a:gd name="T3" fmla="*/ 78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6">
                    <a:moveTo>
                      <a:pt x="4" y="0"/>
                    </a:moveTo>
                    <a:cubicBezTo>
                      <a:pt x="4" y="6"/>
                      <a:pt x="0" y="11"/>
                      <a:pt x="0" y="16"/>
                    </a:cubicBezTo>
                  </a:path>
                </a:pathLst>
              </a:custGeom>
              <a:noFill/>
              <a:ln w="7938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738" name="Freeform 284">
                <a:extLst>
                  <a:ext uri="{FF2B5EF4-FFF2-40B4-BE49-F238E27FC236}">
                    <a16:creationId xmlns:a16="http://schemas.microsoft.com/office/drawing/2014/main" id="{90D632AF-3A70-4225-A52C-3FF0FFA5A0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0" y="2689"/>
                <a:ext cx="12" cy="25"/>
              </a:xfrm>
              <a:custGeom>
                <a:avLst/>
                <a:gdLst>
                  <a:gd name="T0" fmla="*/ 5 w 7"/>
                  <a:gd name="T1" fmla="*/ 0 h 15"/>
                  <a:gd name="T2" fmla="*/ 15 w 7"/>
                  <a:gd name="T3" fmla="*/ 33 h 15"/>
                  <a:gd name="T4" fmla="*/ 36 w 7"/>
                  <a:gd name="T5" fmla="*/ 70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5">
                    <a:moveTo>
                      <a:pt x="1" y="0"/>
                    </a:moveTo>
                    <a:cubicBezTo>
                      <a:pt x="0" y="2"/>
                      <a:pt x="3" y="5"/>
                      <a:pt x="3" y="7"/>
                    </a:cubicBezTo>
                    <a:cubicBezTo>
                      <a:pt x="4" y="10"/>
                      <a:pt x="6" y="12"/>
                      <a:pt x="7" y="15"/>
                    </a:cubicBezTo>
                  </a:path>
                </a:pathLst>
              </a:custGeom>
              <a:noFill/>
              <a:ln w="7938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739" name="Freeform 285">
                <a:extLst>
                  <a:ext uri="{FF2B5EF4-FFF2-40B4-BE49-F238E27FC236}">
                    <a16:creationId xmlns:a16="http://schemas.microsoft.com/office/drawing/2014/main" id="{1562E8D0-5C53-4122-9FF0-027588223F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2" y="2649"/>
                <a:ext cx="12" cy="25"/>
              </a:xfrm>
              <a:custGeom>
                <a:avLst/>
                <a:gdLst>
                  <a:gd name="T0" fmla="*/ 0 w 7"/>
                  <a:gd name="T1" fmla="*/ 0 h 15"/>
                  <a:gd name="T2" fmla="*/ 29 w 7"/>
                  <a:gd name="T3" fmla="*/ 70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5">
                    <a:moveTo>
                      <a:pt x="0" y="0"/>
                    </a:moveTo>
                    <a:cubicBezTo>
                      <a:pt x="1" y="3"/>
                      <a:pt x="7" y="10"/>
                      <a:pt x="6" y="15"/>
                    </a:cubicBezTo>
                  </a:path>
                </a:pathLst>
              </a:custGeom>
              <a:noFill/>
              <a:ln w="7938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740" name="Freeform 286">
                <a:extLst>
                  <a:ext uri="{FF2B5EF4-FFF2-40B4-BE49-F238E27FC236}">
                    <a16:creationId xmlns:a16="http://schemas.microsoft.com/office/drawing/2014/main" id="{8E9557BC-8E6C-4E14-960C-722EE3D4F7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7" y="2689"/>
                <a:ext cx="13" cy="17"/>
              </a:xfrm>
              <a:custGeom>
                <a:avLst/>
                <a:gdLst>
                  <a:gd name="T0" fmla="*/ 34 w 8"/>
                  <a:gd name="T1" fmla="*/ 0 h 10"/>
                  <a:gd name="T2" fmla="*/ 0 w 8"/>
                  <a:gd name="T3" fmla="*/ 49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10">
                    <a:moveTo>
                      <a:pt x="8" y="0"/>
                    </a:moveTo>
                    <a:cubicBezTo>
                      <a:pt x="5" y="1"/>
                      <a:pt x="3" y="7"/>
                      <a:pt x="0" y="10"/>
                    </a:cubicBezTo>
                  </a:path>
                </a:pathLst>
              </a:custGeom>
              <a:noFill/>
              <a:ln w="7938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741" name="Freeform 287">
                <a:extLst>
                  <a:ext uri="{FF2B5EF4-FFF2-40B4-BE49-F238E27FC236}">
                    <a16:creationId xmlns:a16="http://schemas.microsoft.com/office/drawing/2014/main" id="{DABC73B2-4FD7-44D8-84FD-16CC17DE86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2" y="2649"/>
                <a:ext cx="17" cy="15"/>
              </a:xfrm>
              <a:custGeom>
                <a:avLst/>
                <a:gdLst>
                  <a:gd name="T0" fmla="*/ 0 w 10"/>
                  <a:gd name="T1" fmla="*/ 0 h 9"/>
                  <a:gd name="T2" fmla="*/ 49 w 10"/>
                  <a:gd name="T3" fmla="*/ 42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9">
                    <a:moveTo>
                      <a:pt x="0" y="0"/>
                    </a:moveTo>
                    <a:cubicBezTo>
                      <a:pt x="2" y="2"/>
                      <a:pt x="8" y="5"/>
                      <a:pt x="10" y="9"/>
                    </a:cubicBezTo>
                  </a:path>
                </a:pathLst>
              </a:custGeom>
              <a:noFill/>
              <a:ln w="7938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742" name="Freeform 288">
                <a:extLst>
                  <a:ext uri="{FF2B5EF4-FFF2-40B4-BE49-F238E27FC236}">
                    <a16:creationId xmlns:a16="http://schemas.microsoft.com/office/drawing/2014/main" id="{81F714E8-80D6-45C8-810F-F77EFEE455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2" y="2689"/>
                <a:ext cx="17" cy="15"/>
              </a:xfrm>
              <a:custGeom>
                <a:avLst/>
                <a:gdLst>
                  <a:gd name="T0" fmla="*/ 0 w 10"/>
                  <a:gd name="T1" fmla="*/ 0 h 9"/>
                  <a:gd name="T2" fmla="*/ 49 w 10"/>
                  <a:gd name="T3" fmla="*/ 42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9">
                    <a:moveTo>
                      <a:pt x="0" y="0"/>
                    </a:moveTo>
                    <a:cubicBezTo>
                      <a:pt x="2" y="3"/>
                      <a:pt x="7" y="6"/>
                      <a:pt x="10" y="9"/>
                    </a:cubicBezTo>
                  </a:path>
                </a:pathLst>
              </a:custGeom>
              <a:noFill/>
              <a:ln w="7938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743" name="Freeform 289">
                <a:extLst>
                  <a:ext uri="{FF2B5EF4-FFF2-40B4-BE49-F238E27FC236}">
                    <a16:creationId xmlns:a16="http://schemas.microsoft.com/office/drawing/2014/main" id="{288EC127-DB8D-46FA-8E84-351452F600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9" y="2646"/>
                <a:ext cx="12" cy="18"/>
              </a:xfrm>
              <a:custGeom>
                <a:avLst/>
                <a:gdLst>
                  <a:gd name="T0" fmla="*/ 36 w 7"/>
                  <a:gd name="T1" fmla="*/ 0 h 11"/>
                  <a:gd name="T2" fmla="*/ 0 w 7"/>
                  <a:gd name="T3" fmla="*/ 47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1">
                    <a:moveTo>
                      <a:pt x="7" y="0"/>
                    </a:moveTo>
                    <a:cubicBezTo>
                      <a:pt x="4" y="3"/>
                      <a:pt x="3" y="8"/>
                      <a:pt x="0" y="11"/>
                    </a:cubicBezTo>
                  </a:path>
                </a:pathLst>
              </a:custGeom>
              <a:noFill/>
              <a:ln w="7938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744" name="Freeform 290">
                <a:extLst>
                  <a:ext uri="{FF2B5EF4-FFF2-40B4-BE49-F238E27FC236}">
                    <a16:creationId xmlns:a16="http://schemas.microsoft.com/office/drawing/2014/main" id="{1BA60855-4A6D-4DEC-8A32-51A85C5774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1" y="2395"/>
                <a:ext cx="241" cy="68"/>
              </a:xfrm>
              <a:custGeom>
                <a:avLst/>
                <a:gdLst>
                  <a:gd name="T0" fmla="*/ 0 w 144"/>
                  <a:gd name="T1" fmla="*/ 20 h 41"/>
                  <a:gd name="T2" fmla="*/ 33 w 144"/>
                  <a:gd name="T3" fmla="*/ 88 h 41"/>
                  <a:gd name="T4" fmla="*/ 37 w 144"/>
                  <a:gd name="T5" fmla="*/ 55 h 41"/>
                  <a:gd name="T6" fmla="*/ 70 w 144"/>
                  <a:gd name="T7" fmla="*/ 76 h 41"/>
                  <a:gd name="T8" fmla="*/ 146 w 144"/>
                  <a:gd name="T9" fmla="*/ 75 h 41"/>
                  <a:gd name="T10" fmla="*/ 258 w 144"/>
                  <a:gd name="T11" fmla="*/ 88 h 41"/>
                  <a:gd name="T12" fmla="*/ 286 w 144"/>
                  <a:gd name="T13" fmla="*/ 76 h 41"/>
                  <a:gd name="T14" fmla="*/ 362 w 144"/>
                  <a:gd name="T15" fmla="*/ 113 h 41"/>
                  <a:gd name="T16" fmla="*/ 370 w 144"/>
                  <a:gd name="T17" fmla="*/ 96 h 41"/>
                  <a:gd name="T18" fmla="*/ 432 w 144"/>
                  <a:gd name="T19" fmla="*/ 133 h 41"/>
                  <a:gd name="T20" fmla="*/ 437 w 144"/>
                  <a:gd name="T21" fmla="*/ 109 h 41"/>
                  <a:gd name="T22" fmla="*/ 482 w 144"/>
                  <a:gd name="T23" fmla="*/ 126 h 41"/>
                  <a:gd name="T24" fmla="*/ 487 w 144"/>
                  <a:gd name="T25" fmla="*/ 113 h 41"/>
                  <a:gd name="T26" fmla="*/ 515 w 144"/>
                  <a:gd name="T27" fmla="*/ 126 h 41"/>
                  <a:gd name="T28" fmla="*/ 529 w 144"/>
                  <a:gd name="T29" fmla="*/ 118 h 41"/>
                  <a:gd name="T30" fmla="*/ 628 w 144"/>
                  <a:gd name="T31" fmla="*/ 187 h 41"/>
                  <a:gd name="T32" fmla="*/ 628 w 144"/>
                  <a:gd name="T33" fmla="*/ 172 h 41"/>
                  <a:gd name="T34" fmla="*/ 674 w 144"/>
                  <a:gd name="T35" fmla="*/ 172 h 41"/>
                  <a:gd name="T36" fmla="*/ 577 w 144"/>
                  <a:gd name="T37" fmla="*/ 124 h 41"/>
                  <a:gd name="T38" fmla="*/ 487 w 144"/>
                  <a:gd name="T39" fmla="*/ 68 h 41"/>
                  <a:gd name="T40" fmla="*/ 495 w 144"/>
                  <a:gd name="T41" fmla="*/ 88 h 41"/>
                  <a:gd name="T42" fmla="*/ 432 w 144"/>
                  <a:gd name="T43" fmla="*/ 68 h 41"/>
                  <a:gd name="T44" fmla="*/ 300 w 144"/>
                  <a:gd name="T45" fmla="*/ 63 h 41"/>
                  <a:gd name="T46" fmla="*/ 229 w 144"/>
                  <a:gd name="T47" fmla="*/ 50 h 41"/>
                  <a:gd name="T48" fmla="*/ 159 w 144"/>
                  <a:gd name="T49" fmla="*/ 28 h 41"/>
                  <a:gd name="T50" fmla="*/ 154 w 144"/>
                  <a:gd name="T51" fmla="*/ 46 h 41"/>
                  <a:gd name="T52" fmla="*/ 75 w 144"/>
                  <a:gd name="T53" fmla="*/ 0 h 41"/>
                  <a:gd name="T54" fmla="*/ 55 w 144"/>
                  <a:gd name="T55" fmla="*/ 33 h 41"/>
                  <a:gd name="T56" fmla="*/ 33 w 144"/>
                  <a:gd name="T57" fmla="*/ 22 h 41"/>
                  <a:gd name="T58" fmla="*/ 0 w 144"/>
                  <a:gd name="T59" fmla="*/ 22 h 41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0" t="0" r="r" b="b"/>
                <a:pathLst>
                  <a:path w="144" h="41">
                    <a:moveTo>
                      <a:pt x="0" y="4"/>
                    </a:moveTo>
                    <a:cubicBezTo>
                      <a:pt x="2" y="9"/>
                      <a:pt x="5" y="14"/>
                      <a:pt x="7" y="19"/>
                    </a:cubicBezTo>
                    <a:cubicBezTo>
                      <a:pt x="7" y="16"/>
                      <a:pt x="8" y="14"/>
                      <a:pt x="8" y="12"/>
                    </a:cubicBezTo>
                    <a:cubicBezTo>
                      <a:pt x="10" y="14"/>
                      <a:pt x="13" y="15"/>
                      <a:pt x="15" y="17"/>
                    </a:cubicBezTo>
                    <a:cubicBezTo>
                      <a:pt x="14" y="5"/>
                      <a:pt x="26" y="15"/>
                      <a:pt x="31" y="16"/>
                    </a:cubicBezTo>
                    <a:cubicBezTo>
                      <a:pt x="32" y="4"/>
                      <a:pt x="49" y="18"/>
                      <a:pt x="55" y="19"/>
                    </a:cubicBezTo>
                    <a:cubicBezTo>
                      <a:pt x="59" y="19"/>
                      <a:pt x="58" y="16"/>
                      <a:pt x="61" y="17"/>
                    </a:cubicBezTo>
                    <a:cubicBezTo>
                      <a:pt x="67" y="18"/>
                      <a:pt x="71" y="25"/>
                      <a:pt x="77" y="25"/>
                    </a:cubicBezTo>
                    <a:cubicBezTo>
                      <a:pt x="77" y="23"/>
                      <a:pt x="79" y="22"/>
                      <a:pt x="79" y="21"/>
                    </a:cubicBezTo>
                    <a:cubicBezTo>
                      <a:pt x="84" y="23"/>
                      <a:pt x="87" y="27"/>
                      <a:pt x="92" y="29"/>
                    </a:cubicBezTo>
                    <a:cubicBezTo>
                      <a:pt x="92" y="27"/>
                      <a:pt x="93" y="26"/>
                      <a:pt x="93" y="24"/>
                    </a:cubicBezTo>
                    <a:cubicBezTo>
                      <a:pt x="97" y="25"/>
                      <a:pt x="99" y="28"/>
                      <a:pt x="103" y="28"/>
                    </a:cubicBezTo>
                    <a:cubicBezTo>
                      <a:pt x="104" y="27"/>
                      <a:pt x="103" y="26"/>
                      <a:pt x="104" y="25"/>
                    </a:cubicBezTo>
                    <a:cubicBezTo>
                      <a:pt x="105" y="26"/>
                      <a:pt x="108" y="26"/>
                      <a:pt x="110" y="28"/>
                    </a:cubicBezTo>
                    <a:cubicBezTo>
                      <a:pt x="111" y="27"/>
                      <a:pt x="112" y="27"/>
                      <a:pt x="113" y="26"/>
                    </a:cubicBezTo>
                    <a:cubicBezTo>
                      <a:pt x="119" y="32"/>
                      <a:pt x="127" y="36"/>
                      <a:pt x="134" y="41"/>
                    </a:cubicBezTo>
                    <a:cubicBezTo>
                      <a:pt x="134" y="40"/>
                      <a:pt x="134" y="39"/>
                      <a:pt x="134" y="38"/>
                    </a:cubicBezTo>
                    <a:cubicBezTo>
                      <a:pt x="137" y="39"/>
                      <a:pt x="141" y="39"/>
                      <a:pt x="144" y="38"/>
                    </a:cubicBezTo>
                    <a:cubicBezTo>
                      <a:pt x="138" y="33"/>
                      <a:pt x="130" y="31"/>
                      <a:pt x="123" y="27"/>
                    </a:cubicBezTo>
                    <a:cubicBezTo>
                      <a:pt x="117" y="23"/>
                      <a:pt x="112" y="16"/>
                      <a:pt x="104" y="15"/>
                    </a:cubicBezTo>
                    <a:cubicBezTo>
                      <a:pt x="105" y="16"/>
                      <a:pt x="105" y="18"/>
                      <a:pt x="106" y="19"/>
                    </a:cubicBezTo>
                    <a:cubicBezTo>
                      <a:pt x="102" y="16"/>
                      <a:pt x="97" y="15"/>
                      <a:pt x="92" y="15"/>
                    </a:cubicBezTo>
                    <a:cubicBezTo>
                      <a:pt x="89" y="20"/>
                      <a:pt x="70" y="16"/>
                      <a:pt x="64" y="14"/>
                    </a:cubicBezTo>
                    <a:cubicBezTo>
                      <a:pt x="59" y="13"/>
                      <a:pt x="51" y="11"/>
                      <a:pt x="49" y="11"/>
                    </a:cubicBezTo>
                    <a:cubicBezTo>
                      <a:pt x="43" y="10"/>
                      <a:pt x="39" y="8"/>
                      <a:pt x="34" y="6"/>
                    </a:cubicBezTo>
                    <a:cubicBezTo>
                      <a:pt x="34" y="7"/>
                      <a:pt x="33" y="9"/>
                      <a:pt x="33" y="10"/>
                    </a:cubicBezTo>
                    <a:cubicBezTo>
                      <a:pt x="29" y="6"/>
                      <a:pt x="22" y="0"/>
                      <a:pt x="16" y="0"/>
                    </a:cubicBezTo>
                    <a:cubicBezTo>
                      <a:pt x="15" y="3"/>
                      <a:pt x="13" y="5"/>
                      <a:pt x="12" y="7"/>
                    </a:cubicBezTo>
                    <a:cubicBezTo>
                      <a:pt x="11" y="6"/>
                      <a:pt x="8" y="6"/>
                      <a:pt x="7" y="5"/>
                    </a:cubicBezTo>
                    <a:cubicBezTo>
                      <a:pt x="6" y="9"/>
                      <a:pt x="1" y="9"/>
                      <a:pt x="0" y="5"/>
                    </a:cubicBezTo>
                  </a:path>
                </a:pathLst>
              </a:custGeom>
              <a:solidFill>
                <a:srgbClr val="CFE5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745" name="Freeform 291">
                <a:extLst>
                  <a:ext uri="{FF2B5EF4-FFF2-40B4-BE49-F238E27FC236}">
                    <a16:creationId xmlns:a16="http://schemas.microsoft.com/office/drawing/2014/main" id="{E0288797-FA3B-4409-A92A-72CED0429A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4" y="2408"/>
                <a:ext cx="224" cy="62"/>
              </a:xfrm>
              <a:custGeom>
                <a:avLst/>
                <a:gdLst>
                  <a:gd name="T0" fmla="*/ 8 w 134"/>
                  <a:gd name="T1" fmla="*/ 174 h 37"/>
                  <a:gd name="T2" fmla="*/ 99 w 134"/>
                  <a:gd name="T3" fmla="*/ 126 h 37"/>
                  <a:gd name="T4" fmla="*/ 107 w 134"/>
                  <a:gd name="T5" fmla="*/ 154 h 37"/>
                  <a:gd name="T6" fmla="*/ 201 w 134"/>
                  <a:gd name="T7" fmla="*/ 104 h 37"/>
                  <a:gd name="T8" fmla="*/ 308 w 134"/>
                  <a:gd name="T9" fmla="*/ 50 h 37"/>
                  <a:gd name="T10" fmla="*/ 299 w 134"/>
                  <a:gd name="T11" fmla="*/ 84 h 37"/>
                  <a:gd name="T12" fmla="*/ 369 w 134"/>
                  <a:gd name="T13" fmla="*/ 57 h 37"/>
                  <a:gd name="T14" fmla="*/ 403 w 134"/>
                  <a:gd name="T15" fmla="*/ 90 h 37"/>
                  <a:gd name="T16" fmla="*/ 445 w 134"/>
                  <a:gd name="T17" fmla="*/ 79 h 37"/>
                  <a:gd name="T18" fmla="*/ 466 w 134"/>
                  <a:gd name="T19" fmla="*/ 99 h 37"/>
                  <a:gd name="T20" fmla="*/ 562 w 134"/>
                  <a:gd name="T21" fmla="*/ 37 h 37"/>
                  <a:gd name="T22" fmla="*/ 620 w 134"/>
                  <a:gd name="T23" fmla="*/ 0 h 37"/>
                  <a:gd name="T24" fmla="*/ 607 w 134"/>
                  <a:gd name="T25" fmla="*/ 62 h 37"/>
                  <a:gd name="T26" fmla="*/ 612 w 134"/>
                  <a:gd name="T27" fmla="*/ 37 h 37"/>
                  <a:gd name="T28" fmla="*/ 548 w 134"/>
                  <a:gd name="T29" fmla="*/ 70 h 37"/>
                  <a:gd name="T30" fmla="*/ 481 w 134"/>
                  <a:gd name="T31" fmla="*/ 109 h 37"/>
                  <a:gd name="T32" fmla="*/ 458 w 134"/>
                  <a:gd name="T33" fmla="*/ 90 h 37"/>
                  <a:gd name="T34" fmla="*/ 411 w 134"/>
                  <a:gd name="T35" fmla="*/ 109 h 37"/>
                  <a:gd name="T36" fmla="*/ 346 w 134"/>
                  <a:gd name="T37" fmla="*/ 117 h 37"/>
                  <a:gd name="T38" fmla="*/ 328 w 134"/>
                  <a:gd name="T39" fmla="*/ 112 h 37"/>
                  <a:gd name="T40" fmla="*/ 313 w 134"/>
                  <a:gd name="T41" fmla="*/ 84 h 37"/>
                  <a:gd name="T42" fmla="*/ 276 w 134"/>
                  <a:gd name="T43" fmla="*/ 99 h 37"/>
                  <a:gd name="T44" fmla="*/ 249 w 134"/>
                  <a:gd name="T45" fmla="*/ 90 h 37"/>
                  <a:gd name="T46" fmla="*/ 201 w 134"/>
                  <a:gd name="T47" fmla="*/ 99 h 37"/>
                  <a:gd name="T48" fmla="*/ 104 w 134"/>
                  <a:gd name="T49" fmla="*/ 141 h 37"/>
                  <a:gd name="T50" fmla="*/ 0 w 134"/>
                  <a:gd name="T51" fmla="*/ 166 h 37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134" h="37">
                    <a:moveTo>
                      <a:pt x="2" y="37"/>
                    </a:moveTo>
                    <a:cubicBezTo>
                      <a:pt x="9" y="36"/>
                      <a:pt x="14" y="29"/>
                      <a:pt x="21" y="27"/>
                    </a:cubicBezTo>
                    <a:cubicBezTo>
                      <a:pt x="21" y="29"/>
                      <a:pt x="23" y="31"/>
                      <a:pt x="23" y="33"/>
                    </a:cubicBezTo>
                    <a:cubicBezTo>
                      <a:pt x="31" y="35"/>
                      <a:pt x="37" y="26"/>
                      <a:pt x="43" y="22"/>
                    </a:cubicBezTo>
                    <a:cubicBezTo>
                      <a:pt x="49" y="18"/>
                      <a:pt x="59" y="13"/>
                      <a:pt x="66" y="11"/>
                    </a:cubicBezTo>
                    <a:cubicBezTo>
                      <a:pt x="65" y="13"/>
                      <a:pt x="65" y="16"/>
                      <a:pt x="64" y="18"/>
                    </a:cubicBezTo>
                    <a:cubicBezTo>
                      <a:pt x="69" y="18"/>
                      <a:pt x="75" y="15"/>
                      <a:pt x="79" y="12"/>
                    </a:cubicBezTo>
                    <a:cubicBezTo>
                      <a:pt x="78" y="20"/>
                      <a:pt x="80" y="19"/>
                      <a:pt x="86" y="19"/>
                    </a:cubicBezTo>
                    <a:cubicBezTo>
                      <a:pt x="89" y="19"/>
                      <a:pt x="92" y="17"/>
                      <a:pt x="95" y="17"/>
                    </a:cubicBezTo>
                    <a:cubicBezTo>
                      <a:pt x="98" y="17"/>
                      <a:pt x="98" y="21"/>
                      <a:pt x="100" y="21"/>
                    </a:cubicBezTo>
                    <a:cubicBezTo>
                      <a:pt x="107" y="20"/>
                      <a:pt x="114" y="11"/>
                      <a:pt x="120" y="8"/>
                    </a:cubicBezTo>
                    <a:cubicBezTo>
                      <a:pt x="124" y="6"/>
                      <a:pt x="128" y="4"/>
                      <a:pt x="133" y="0"/>
                    </a:cubicBezTo>
                    <a:cubicBezTo>
                      <a:pt x="134" y="5"/>
                      <a:pt x="131" y="9"/>
                      <a:pt x="130" y="13"/>
                    </a:cubicBezTo>
                    <a:cubicBezTo>
                      <a:pt x="131" y="12"/>
                      <a:pt x="131" y="10"/>
                      <a:pt x="131" y="8"/>
                    </a:cubicBezTo>
                    <a:cubicBezTo>
                      <a:pt x="127" y="11"/>
                      <a:pt x="121" y="18"/>
                      <a:pt x="117" y="15"/>
                    </a:cubicBezTo>
                    <a:cubicBezTo>
                      <a:pt x="112" y="21"/>
                      <a:pt x="108" y="23"/>
                      <a:pt x="103" y="23"/>
                    </a:cubicBezTo>
                    <a:cubicBezTo>
                      <a:pt x="103" y="23"/>
                      <a:pt x="100" y="19"/>
                      <a:pt x="98" y="19"/>
                    </a:cubicBezTo>
                    <a:cubicBezTo>
                      <a:pt x="93" y="18"/>
                      <a:pt x="92" y="23"/>
                      <a:pt x="88" y="23"/>
                    </a:cubicBezTo>
                    <a:cubicBezTo>
                      <a:pt x="86" y="24"/>
                      <a:pt x="75" y="25"/>
                      <a:pt x="74" y="25"/>
                    </a:cubicBezTo>
                    <a:cubicBezTo>
                      <a:pt x="73" y="24"/>
                      <a:pt x="71" y="24"/>
                      <a:pt x="70" y="24"/>
                    </a:cubicBezTo>
                    <a:cubicBezTo>
                      <a:pt x="69" y="23"/>
                      <a:pt x="70" y="19"/>
                      <a:pt x="67" y="18"/>
                    </a:cubicBezTo>
                    <a:cubicBezTo>
                      <a:pt x="64" y="17"/>
                      <a:pt x="61" y="21"/>
                      <a:pt x="59" y="21"/>
                    </a:cubicBezTo>
                    <a:cubicBezTo>
                      <a:pt x="56" y="21"/>
                      <a:pt x="55" y="19"/>
                      <a:pt x="53" y="19"/>
                    </a:cubicBezTo>
                    <a:cubicBezTo>
                      <a:pt x="50" y="20"/>
                      <a:pt x="47" y="20"/>
                      <a:pt x="43" y="21"/>
                    </a:cubicBezTo>
                    <a:cubicBezTo>
                      <a:pt x="34" y="23"/>
                      <a:pt x="30" y="27"/>
                      <a:pt x="22" y="30"/>
                    </a:cubicBezTo>
                    <a:cubicBezTo>
                      <a:pt x="20" y="17"/>
                      <a:pt x="4" y="33"/>
                      <a:pt x="0" y="35"/>
                    </a:cubicBezTo>
                  </a:path>
                </a:pathLst>
              </a:custGeom>
              <a:solidFill>
                <a:srgbClr val="CFE5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746" name="Freeform 292">
                <a:extLst>
                  <a:ext uri="{FF2B5EF4-FFF2-40B4-BE49-F238E27FC236}">
                    <a16:creationId xmlns:a16="http://schemas.microsoft.com/office/drawing/2014/main" id="{3140A272-E03A-4A22-A713-8988EDDDF3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5" y="2363"/>
                <a:ext cx="13" cy="33"/>
              </a:xfrm>
              <a:custGeom>
                <a:avLst/>
                <a:gdLst>
                  <a:gd name="T0" fmla="*/ 0 w 8"/>
                  <a:gd name="T1" fmla="*/ 0 h 20"/>
                  <a:gd name="T2" fmla="*/ 34 w 8"/>
                  <a:gd name="T3" fmla="*/ 89 h 20"/>
                  <a:gd name="T4" fmla="*/ 0 w 8"/>
                  <a:gd name="T5" fmla="*/ 8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20">
                    <a:moveTo>
                      <a:pt x="0" y="0"/>
                    </a:moveTo>
                    <a:cubicBezTo>
                      <a:pt x="0" y="7"/>
                      <a:pt x="3" y="16"/>
                      <a:pt x="8" y="20"/>
                    </a:cubicBezTo>
                    <a:cubicBezTo>
                      <a:pt x="5" y="15"/>
                      <a:pt x="5" y="6"/>
                      <a:pt x="0" y="2"/>
                    </a:cubicBezTo>
                  </a:path>
                </a:pathLst>
              </a:custGeom>
              <a:solidFill>
                <a:srgbClr val="CFE5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747" name="Freeform 293">
                <a:extLst>
                  <a:ext uri="{FF2B5EF4-FFF2-40B4-BE49-F238E27FC236}">
                    <a16:creationId xmlns:a16="http://schemas.microsoft.com/office/drawing/2014/main" id="{9D9245A2-8472-4B02-B34F-68162DB669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0" y="2373"/>
                <a:ext cx="12" cy="30"/>
              </a:xfrm>
              <a:custGeom>
                <a:avLst/>
                <a:gdLst>
                  <a:gd name="T0" fmla="*/ 5 w 7"/>
                  <a:gd name="T1" fmla="*/ 5 h 18"/>
                  <a:gd name="T2" fmla="*/ 36 w 7"/>
                  <a:gd name="T3" fmla="*/ 83 h 18"/>
                  <a:gd name="T4" fmla="*/ 0 w 7"/>
                  <a:gd name="T5" fmla="*/ 0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8">
                    <a:moveTo>
                      <a:pt x="1" y="1"/>
                    </a:moveTo>
                    <a:cubicBezTo>
                      <a:pt x="0" y="5"/>
                      <a:pt x="4" y="15"/>
                      <a:pt x="7" y="18"/>
                    </a:cubicBezTo>
                    <a:cubicBezTo>
                      <a:pt x="6" y="11"/>
                      <a:pt x="1" y="7"/>
                      <a:pt x="0" y="0"/>
                    </a:cubicBezTo>
                  </a:path>
                </a:pathLst>
              </a:custGeom>
              <a:solidFill>
                <a:srgbClr val="CFE5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748" name="Freeform 294">
                <a:extLst>
                  <a:ext uri="{FF2B5EF4-FFF2-40B4-BE49-F238E27FC236}">
                    <a16:creationId xmlns:a16="http://schemas.microsoft.com/office/drawing/2014/main" id="{883A7F24-AA6E-4B2E-AEE5-8DA2AF66D5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8" y="2383"/>
                <a:ext cx="19" cy="27"/>
              </a:xfrm>
              <a:custGeom>
                <a:avLst/>
                <a:gdLst>
                  <a:gd name="T0" fmla="*/ 5 w 11"/>
                  <a:gd name="T1" fmla="*/ 5 h 16"/>
                  <a:gd name="T2" fmla="*/ 5 w 11"/>
                  <a:gd name="T3" fmla="*/ 5 h 16"/>
                  <a:gd name="T4" fmla="*/ 57 w 11"/>
                  <a:gd name="T5" fmla="*/ 78 h 16"/>
                  <a:gd name="T6" fmla="*/ 5 w 11"/>
                  <a:gd name="T7" fmla="*/ 0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16">
                    <a:moveTo>
                      <a:pt x="1" y="1"/>
                    </a:moveTo>
                    <a:cubicBezTo>
                      <a:pt x="0" y="0"/>
                      <a:pt x="0" y="0"/>
                      <a:pt x="1" y="1"/>
                    </a:cubicBezTo>
                    <a:cubicBezTo>
                      <a:pt x="3" y="6"/>
                      <a:pt x="6" y="13"/>
                      <a:pt x="11" y="16"/>
                    </a:cubicBezTo>
                    <a:cubicBezTo>
                      <a:pt x="8" y="10"/>
                      <a:pt x="3" y="6"/>
                      <a:pt x="1" y="0"/>
                    </a:cubicBezTo>
                  </a:path>
                </a:pathLst>
              </a:custGeom>
              <a:solidFill>
                <a:srgbClr val="CFE5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749" name="Freeform 295">
                <a:extLst>
                  <a:ext uri="{FF2B5EF4-FFF2-40B4-BE49-F238E27FC236}">
                    <a16:creationId xmlns:a16="http://schemas.microsoft.com/office/drawing/2014/main" id="{828F260C-E8F7-4ECB-81C4-057509159F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2" y="2386"/>
                <a:ext cx="8" cy="34"/>
              </a:xfrm>
              <a:custGeom>
                <a:avLst/>
                <a:gdLst>
                  <a:gd name="T0" fmla="*/ 5 w 5"/>
                  <a:gd name="T1" fmla="*/ 15 h 20"/>
                  <a:gd name="T2" fmla="*/ 5 w 5"/>
                  <a:gd name="T3" fmla="*/ 34 h 20"/>
                  <a:gd name="T4" fmla="*/ 16 w 5"/>
                  <a:gd name="T5" fmla="*/ 99 h 20"/>
                  <a:gd name="T6" fmla="*/ 5 w 5"/>
                  <a:gd name="T7" fmla="*/ 15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20">
                    <a:moveTo>
                      <a:pt x="1" y="3"/>
                    </a:moveTo>
                    <a:cubicBezTo>
                      <a:pt x="0" y="0"/>
                      <a:pt x="1" y="7"/>
                      <a:pt x="1" y="7"/>
                    </a:cubicBezTo>
                    <a:cubicBezTo>
                      <a:pt x="1" y="11"/>
                      <a:pt x="2" y="17"/>
                      <a:pt x="4" y="20"/>
                    </a:cubicBezTo>
                    <a:cubicBezTo>
                      <a:pt x="5" y="14"/>
                      <a:pt x="3" y="8"/>
                      <a:pt x="1" y="3"/>
                    </a:cubicBezTo>
                  </a:path>
                </a:pathLst>
              </a:custGeom>
              <a:solidFill>
                <a:srgbClr val="CFE5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750" name="Freeform 296">
                <a:extLst>
                  <a:ext uri="{FF2B5EF4-FFF2-40B4-BE49-F238E27FC236}">
                    <a16:creationId xmlns:a16="http://schemas.microsoft.com/office/drawing/2014/main" id="{2865C235-59A6-4FC9-B5B4-2FD470CA49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5" y="2398"/>
                <a:ext cx="8" cy="27"/>
              </a:xfrm>
              <a:custGeom>
                <a:avLst/>
                <a:gdLst>
                  <a:gd name="T0" fmla="*/ 0 w 5"/>
                  <a:gd name="T1" fmla="*/ 5 h 16"/>
                  <a:gd name="T2" fmla="*/ 16 w 5"/>
                  <a:gd name="T3" fmla="*/ 78 h 16"/>
                  <a:gd name="T4" fmla="*/ 5 w 5"/>
                  <a:gd name="T5" fmla="*/ 0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16">
                    <a:moveTo>
                      <a:pt x="0" y="1"/>
                    </a:moveTo>
                    <a:cubicBezTo>
                      <a:pt x="0" y="1"/>
                      <a:pt x="0" y="14"/>
                      <a:pt x="4" y="16"/>
                    </a:cubicBezTo>
                    <a:cubicBezTo>
                      <a:pt x="5" y="11"/>
                      <a:pt x="3" y="5"/>
                      <a:pt x="1" y="0"/>
                    </a:cubicBezTo>
                  </a:path>
                </a:pathLst>
              </a:custGeom>
              <a:solidFill>
                <a:srgbClr val="CFE5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751" name="Freeform 297">
                <a:extLst>
                  <a:ext uri="{FF2B5EF4-FFF2-40B4-BE49-F238E27FC236}">
                    <a16:creationId xmlns:a16="http://schemas.microsoft.com/office/drawing/2014/main" id="{7864D8F9-50F2-4489-BB1A-55C1A7EF02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6" y="2393"/>
                <a:ext cx="20" cy="37"/>
              </a:xfrm>
              <a:custGeom>
                <a:avLst/>
                <a:gdLst>
                  <a:gd name="T0" fmla="*/ 0 w 12"/>
                  <a:gd name="T1" fmla="*/ 99 h 22"/>
                  <a:gd name="T2" fmla="*/ 28 w 12"/>
                  <a:gd name="T3" fmla="*/ 62 h 22"/>
                  <a:gd name="T4" fmla="*/ 47 w 12"/>
                  <a:gd name="T5" fmla="*/ 0 h 22"/>
                  <a:gd name="T6" fmla="*/ 20 w 12"/>
                  <a:gd name="T7" fmla="*/ 82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22">
                    <a:moveTo>
                      <a:pt x="0" y="21"/>
                    </a:moveTo>
                    <a:cubicBezTo>
                      <a:pt x="0" y="22"/>
                      <a:pt x="5" y="15"/>
                      <a:pt x="6" y="13"/>
                    </a:cubicBezTo>
                    <a:cubicBezTo>
                      <a:pt x="8" y="9"/>
                      <a:pt x="12" y="4"/>
                      <a:pt x="10" y="0"/>
                    </a:cubicBezTo>
                    <a:cubicBezTo>
                      <a:pt x="6" y="2"/>
                      <a:pt x="5" y="13"/>
                      <a:pt x="4" y="17"/>
                    </a:cubicBezTo>
                  </a:path>
                </a:pathLst>
              </a:custGeom>
              <a:solidFill>
                <a:srgbClr val="CFE5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752" name="Freeform 298">
                <a:extLst>
                  <a:ext uri="{FF2B5EF4-FFF2-40B4-BE49-F238E27FC236}">
                    <a16:creationId xmlns:a16="http://schemas.microsoft.com/office/drawing/2014/main" id="{4F35B992-0FD9-48E3-B5A8-14A0CEC360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9" y="2388"/>
                <a:ext cx="19" cy="45"/>
              </a:xfrm>
              <a:custGeom>
                <a:avLst/>
                <a:gdLst>
                  <a:gd name="T0" fmla="*/ 0 w 11"/>
                  <a:gd name="T1" fmla="*/ 125 h 27"/>
                  <a:gd name="T2" fmla="*/ 41 w 11"/>
                  <a:gd name="T3" fmla="*/ 0 h 27"/>
                  <a:gd name="T4" fmla="*/ 9 w 11"/>
                  <a:gd name="T5" fmla="*/ 103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27">
                    <a:moveTo>
                      <a:pt x="0" y="27"/>
                    </a:moveTo>
                    <a:cubicBezTo>
                      <a:pt x="2" y="20"/>
                      <a:pt x="11" y="8"/>
                      <a:pt x="8" y="0"/>
                    </a:cubicBezTo>
                    <a:cubicBezTo>
                      <a:pt x="3" y="5"/>
                      <a:pt x="1" y="16"/>
                      <a:pt x="2" y="22"/>
                    </a:cubicBezTo>
                  </a:path>
                </a:pathLst>
              </a:custGeom>
              <a:solidFill>
                <a:srgbClr val="CFE5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753" name="Freeform 299">
                <a:extLst>
                  <a:ext uri="{FF2B5EF4-FFF2-40B4-BE49-F238E27FC236}">
                    <a16:creationId xmlns:a16="http://schemas.microsoft.com/office/drawing/2014/main" id="{788711E7-6249-4F2F-BA08-5BD8D019FF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6" y="2375"/>
                <a:ext cx="23" cy="55"/>
              </a:xfrm>
              <a:custGeom>
                <a:avLst/>
                <a:gdLst>
                  <a:gd name="T0" fmla="*/ 0 w 14"/>
                  <a:gd name="T1" fmla="*/ 153 h 33"/>
                  <a:gd name="T2" fmla="*/ 54 w 14"/>
                  <a:gd name="T3" fmla="*/ 0 h 33"/>
                  <a:gd name="T4" fmla="*/ 20 w 14"/>
                  <a:gd name="T5" fmla="*/ 125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33">
                    <a:moveTo>
                      <a:pt x="0" y="33"/>
                    </a:moveTo>
                    <a:cubicBezTo>
                      <a:pt x="6" y="24"/>
                      <a:pt x="14" y="10"/>
                      <a:pt x="12" y="0"/>
                    </a:cubicBezTo>
                    <a:cubicBezTo>
                      <a:pt x="6" y="4"/>
                      <a:pt x="3" y="20"/>
                      <a:pt x="4" y="27"/>
                    </a:cubicBezTo>
                  </a:path>
                </a:pathLst>
              </a:custGeom>
              <a:solidFill>
                <a:srgbClr val="CFE5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754" name="Freeform 300">
                <a:extLst>
                  <a:ext uri="{FF2B5EF4-FFF2-40B4-BE49-F238E27FC236}">
                    <a16:creationId xmlns:a16="http://schemas.microsoft.com/office/drawing/2014/main" id="{E41EB734-E9F2-42A8-AFA6-AEAEA3FA86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4" y="2371"/>
                <a:ext cx="17" cy="37"/>
              </a:xfrm>
              <a:custGeom>
                <a:avLst/>
                <a:gdLst>
                  <a:gd name="T0" fmla="*/ 0 w 10"/>
                  <a:gd name="T1" fmla="*/ 104 h 22"/>
                  <a:gd name="T2" fmla="*/ 29 w 10"/>
                  <a:gd name="T3" fmla="*/ 0 h 22"/>
                  <a:gd name="T4" fmla="*/ 5 w 10"/>
                  <a:gd name="T5" fmla="*/ 91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22">
                    <a:moveTo>
                      <a:pt x="0" y="22"/>
                    </a:moveTo>
                    <a:cubicBezTo>
                      <a:pt x="5" y="19"/>
                      <a:pt x="10" y="4"/>
                      <a:pt x="6" y="0"/>
                    </a:cubicBezTo>
                    <a:cubicBezTo>
                      <a:pt x="5" y="6"/>
                      <a:pt x="5" y="14"/>
                      <a:pt x="1" y="19"/>
                    </a:cubicBezTo>
                  </a:path>
                </a:pathLst>
              </a:custGeom>
              <a:solidFill>
                <a:srgbClr val="CFE5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755" name="Freeform 301">
                <a:extLst>
                  <a:ext uri="{FF2B5EF4-FFF2-40B4-BE49-F238E27FC236}">
                    <a16:creationId xmlns:a16="http://schemas.microsoft.com/office/drawing/2014/main" id="{3568F964-FF7D-4546-A983-763E27F11D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7" y="2413"/>
                <a:ext cx="13" cy="43"/>
              </a:xfrm>
              <a:custGeom>
                <a:avLst/>
                <a:gdLst>
                  <a:gd name="T0" fmla="*/ 0 w 8"/>
                  <a:gd name="T1" fmla="*/ 117 h 26"/>
                  <a:gd name="T2" fmla="*/ 18 w 8"/>
                  <a:gd name="T3" fmla="*/ 0 h 26"/>
                  <a:gd name="T4" fmla="*/ 26 w 8"/>
                  <a:gd name="T5" fmla="*/ 109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26">
                    <a:moveTo>
                      <a:pt x="0" y="26"/>
                    </a:moveTo>
                    <a:cubicBezTo>
                      <a:pt x="3" y="18"/>
                      <a:pt x="0" y="7"/>
                      <a:pt x="4" y="0"/>
                    </a:cubicBezTo>
                    <a:cubicBezTo>
                      <a:pt x="8" y="6"/>
                      <a:pt x="6" y="17"/>
                      <a:pt x="6" y="24"/>
                    </a:cubicBezTo>
                  </a:path>
                </a:pathLst>
              </a:custGeom>
              <a:solidFill>
                <a:srgbClr val="CFE5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756" name="Freeform 302">
                <a:extLst>
                  <a:ext uri="{FF2B5EF4-FFF2-40B4-BE49-F238E27FC236}">
                    <a16:creationId xmlns:a16="http://schemas.microsoft.com/office/drawing/2014/main" id="{1B46CD27-FB64-4EE3-8CC9-CC0776B70F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2" y="2410"/>
                <a:ext cx="7" cy="43"/>
              </a:xfrm>
              <a:custGeom>
                <a:avLst/>
                <a:gdLst>
                  <a:gd name="T0" fmla="*/ 12 w 4"/>
                  <a:gd name="T1" fmla="*/ 109 h 26"/>
                  <a:gd name="T2" fmla="*/ 16 w 4"/>
                  <a:gd name="T3" fmla="*/ 83 h 26"/>
                  <a:gd name="T4" fmla="*/ 12 w 4"/>
                  <a:gd name="T5" fmla="*/ 0 h 26"/>
                  <a:gd name="T6" fmla="*/ 16 w 4"/>
                  <a:gd name="T7" fmla="*/ 109 h 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26">
                    <a:moveTo>
                      <a:pt x="2" y="24"/>
                    </a:moveTo>
                    <a:cubicBezTo>
                      <a:pt x="1" y="26"/>
                      <a:pt x="3" y="19"/>
                      <a:pt x="3" y="18"/>
                    </a:cubicBezTo>
                    <a:cubicBezTo>
                      <a:pt x="4" y="13"/>
                      <a:pt x="4" y="5"/>
                      <a:pt x="2" y="0"/>
                    </a:cubicBezTo>
                    <a:cubicBezTo>
                      <a:pt x="0" y="6"/>
                      <a:pt x="1" y="18"/>
                      <a:pt x="3" y="24"/>
                    </a:cubicBezTo>
                  </a:path>
                </a:pathLst>
              </a:custGeom>
              <a:solidFill>
                <a:srgbClr val="CFE5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757" name="Freeform 303">
                <a:extLst>
                  <a:ext uri="{FF2B5EF4-FFF2-40B4-BE49-F238E27FC236}">
                    <a16:creationId xmlns:a16="http://schemas.microsoft.com/office/drawing/2014/main" id="{53C8C5AB-777A-46ED-94C4-5CE5B989CA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1" y="2405"/>
                <a:ext cx="15" cy="41"/>
              </a:xfrm>
              <a:custGeom>
                <a:avLst/>
                <a:gdLst>
                  <a:gd name="T0" fmla="*/ 0 w 9"/>
                  <a:gd name="T1" fmla="*/ 102 h 25"/>
                  <a:gd name="T2" fmla="*/ 5 w 9"/>
                  <a:gd name="T3" fmla="*/ 105 h 25"/>
                  <a:gd name="T4" fmla="*/ 28 w 9"/>
                  <a:gd name="T5" fmla="*/ 0 h 25"/>
                  <a:gd name="T6" fmla="*/ 20 w 9"/>
                  <a:gd name="T7" fmla="*/ 102 h 2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25">
                    <a:moveTo>
                      <a:pt x="0" y="23"/>
                    </a:moveTo>
                    <a:cubicBezTo>
                      <a:pt x="0" y="24"/>
                      <a:pt x="0" y="25"/>
                      <a:pt x="1" y="24"/>
                    </a:cubicBezTo>
                    <a:cubicBezTo>
                      <a:pt x="5" y="19"/>
                      <a:pt x="9" y="7"/>
                      <a:pt x="6" y="0"/>
                    </a:cubicBezTo>
                    <a:cubicBezTo>
                      <a:pt x="1" y="6"/>
                      <a:pt x="3" y="17"/>
                      <a:pt x="4" y="23"/>
                    </a:cubicBezTo>
                  </a:path>
                </a:pathLst>
              </a:custGeom>
              <a:solidFill>
                <a:srgbClr val="CFE5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758" name="Freeform 304">
                <a:extLst>
                  <a:ext uri="{FF2B5EF4-FFF2-40B4-BE49-F238E27FC236}">
                    <a16:creationId xmlns:a16="http://schemas.microsoft.com/office/drawing/2014/main" id="{42C3888F-001C-4974-B035-919A3BE935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7" y="2406"/>
                <a:ext cx="7" cy="47"/>
              </a:xfrm>
              <a:custGeom>
                <a:avLst/>
                <a:gdLst>
                  <a:gd name="T0" fmla="*/ 7 w 4"/>
                  <a:gd name="T1" fmla="*/ 119 h 28"/>
                  <a:gd name="T2" fmla="*/ 12 w 4"/>
                  <a:gd name="T3" fmla="*/ 0 h 28"/>
                  <a:gd name="T4" fmla="*/ 12 w 4"/>
                  <a:gd name="T5" fmla="*/ 133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28">
                    <a:moveTo>
                      <a:pt x="1" y="25"/>
                    </a:moveTo>
                    <a:cubicBezTo>
                      <a:pt x="3" y="18"/>
                      <a:pt x="4" y="6"/>
                      <a:pt x="2" y="0"/>
                    </a:cubicBezTo>
                    <a:cubicBezTo>
                      <a:pt x="0" y="8"/>
                      <a:pt x="0" y="19"/>
                      <a:pt x="2" y="28"/>
                    </a:cubicBezTo>
                  </a:path>
                </a:pathLst>
              </a:custGeom>
              <a:solidFill>
                <a:srgbClr val="CFE5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759" name="Freeform 305">
                <a:extLst>
                  <a:ext uri="{FF2B5EF4-FFF2-40B4-BE49-F238E27FC236}">
                    <a16:creationId xmlns:a16="http://schemas.microsoft.com/office/drawing/2014/main" id="{B4A42679-A088-40BB-B31E-2FFA419C0C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0" y="2408"/>
                <a:ext cx="14" cy="42"/>
              </a:xfrm>
              <a:custGeom>
                <a:avLst/>
                <a:gdLst>
                  <a:gd name="T0" fmla="*/ 33 w 8"/>
                  <a:gd name="T1" fmla="*/ 99 h 25"/>
                  <a:gd name="T2" fmla="*/ 7 w 8"/>
                  <a:gd name="T3" fmla="*/ 0 h 25"/>
                  <a:gd name="T4" fmla="*/ 44 w 8"/>
                  <a:gd name="T5" fmla="*/ 119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25">
                    <a:moveTo>
                      <a:pt x="6" y="21"/>
                    </a:moveTo>
                    <a:cubicBezTo>
                      <a:pt x="8" y="16"/>
                      <a:pt x="5" y="3"/>
                      <a:pt x="1" y="0"/>
                    </a:cubicBezTo>
                    <a:cubicBezTo>
                      <a:pt x="0" y="8"/>
                      <a:pt x="5" y="17"/>
                      <a:pt x="8" y="25"/>
                    </a:cubicBezTo>
                  </a:path>
                </a:pathLst>
              </a:custGeom>
              <a:solidFill>
                <a:srgbClr val="CFE5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760" name="Freeform 306">
                <a:extLst>
                  <a:ext uri="{FF2B5EF4-FFF2-40B4-BE49-F238E27FC236}">
                    <a16:creationId xmlns:a16="http://schemas.microsoft.com/office/drawing/2014/main" id="{AC52C992-D126-479F-B34F-485451B255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5" y="2408"/>
                <a:ext cx="19" cy="43"/>
              </a:xfrm>
              <a:custGeom>
                <a:avLst/>
                <a:gdLst>
                  <a:gd name="T0" fmla="*/ 36 w 11"/>
                  <a:gd name="T1" fmla="*/ 91 h 26"/>
                  <a:gd name="T2" fmla="*/ 0 w 11"/>
                  <a:gd name="T3" fmla="*/ 0 h 26"/>
                  <a:gd name="T4" fmla="*/ 57 w 11"/>
                  <a:gd name="T5" fmla="*/ 117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26">
                    <a:moveTo>
                      <a:pt x="7" y="20"/>
                    </a:moveTo>
                    <a:cubicBezTo>
                      <a:pt x="4" y="14"/>
                      <a:pt x="3" y="6"/>
                      <a:pt x="0" y="0"/>
                    </a:cubicBezTo>
                    <a:cubicBezTo>
                      <a:pt x="0" y="7"/>
                      <a:pt x="5" y="21"/>
                      <a:pt x="11" y="26"/>
                    </a:cubicBezTo>
                  </a:path>
                </a:pathLst>
              </a:custGeom>
              <a:solidFill>
                <a:srgbClr val="CFE5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761" name="Freeform 307">
                <a:extLst>
                  <a:ext uri="{FF2B5EF4-FFF2-40B4-BE49-F238E27FC236}">
                    <a16:creationId xmlns:a16="http://schemas.microsoft.com/office/drawing/2014/main" id="{04966F6A-F519-437E-9BB4-A9FDDD4F71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2" y="2415"/>
                <a:ext cx="7" cy="40"/>
              </a:xfrm>
              <a:custGeom>
                <a:avLst/>
                <a:gdLst>
                  <a:gd name="T0" fmla="*/ 0 w 4"/>
                  <a:gd name="T1" fmla="*/ 112 h 24"/>
                  <a:gd name="T2" fmla="*/ 7 w 4"/>
                  <a:gd name="T3" fmla="*/ 0 h 24"/>
                  <a:gd name="T4" fmla="*/ 12 w 4"/>
                  <a:gd name="T5" fmla="*/ 97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24">
                    <a:moveTo>
                      <a:pt x="0" y="24"/>
                    </a:moveTo>
                    <a:cubicBezTo>
                      <a:pt x="1" y="17"/>
                      <a:pt x="4" y="7"/>
                      <a:pt x="1" y="0"/>
                    </a:cubicBezTo>
                    <a:cubicBezTo>
                      <a:pt x="1" y="7"/>
                      <a:pt x="0" y="15"/>
                      <a:pt x="2" y="21"/>
                    </a:cubicBezTo>
                  </a:path>
                </a:pathLst>
              </a:custGeom>
              <a:solidFill>
                <a:srgbClr val="CFE5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762" name="Freeform 308">
                <a:extLst>
                  <a:ext uri="{FF2B5EF4-FFF2-40B4-BE49-F238E27FC236}">
                    <a16:creationId xmlns:a16="http://schemas.microsoft.com/office/drawing/2014/main" id="{E99FB937-3569-40E5-A885-F7BE811BAD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4" y="2408"/>
                <a:ext cx="13" cy="37"/>
              </a:xfrm>
              <a:custGeom>
                <a:avLst/>
                <a:gdLst>
                  <a:gd name="T0" fmla="*/ 0 w 8"/>
                  <a:gd name="T1" fmla="*/ 104 h 22"/>
                  <a:gd name="T2" fmla="*/ 26 w 8"/>
                  <a:gd name="T3" fmla="*/ 0 h 22"/>
                  <a:gd name="T4" fmla="*/ 8 w 8"/>
                  <a:gd name="T5" fmla="*/ 104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22">
                    <a:moveTo>
                      <a:pt x="0" y="22"/>
                    </a:moveTo>
                    <a:cubicBezTo>
                      <a:pt x="4" y="20"/>
                      <a:pt x="8" y="5"/>
                      <a:pt x="6" y="0"/>
                    </a:cubicBezTo>
                    <a:cubicBezTo>
                      <a:pt x="1" y="5"/>
                      <a:pt x="2" y="16"/>
                      <a:pt x="2" y="22"/>
                    </a:cubicBezTo>
                  </a:path>
                </a:pathLst>
              </a:custGeom>
              <a:solidFill>
                <a:srgbClr val="CFE5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763" name="Freeform 309">
                <a:extLst>
                  <a:ext uri="{FF2B5EF4-FFF2-40B4-BE49-F238E27FC236}">
                    <a16:creationId xmlns:a16="http://schemas.microsoft.com/office/drawing/2014/main" id="{8A42AEC2-076C-432A-A888-B7FA1DF262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1" y="2405"/>
                <a:ext cx="10" cy="36"/>
              </a:xfrm>
              <a:custGeom>
                <a:avLst/>
                <a:gdLst>
                  <a:gd name="T0" fmla="*/ 5 w 6"/>
                  <a:gd name="T1" fmla="*/ 97 h 22"/>
                  <a:gd name="T2" fmla="*/ 22 w 6"/>
                  <a:gd name="T3" fmla="*/ 0 h 22"/>
                  <a:gd name="T4" fmla="*/ 5 w 6"/>
                  <a:gd name="T5" fmla="*/ 97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22">
                    <a:moveTo>
                      <a:pt x="1" y="22"/>
                    </a:moveTo>
                    <a:cubicBezTo>
                      <a:pt x="0" y="16"/>
                      <a:pt x="6" y="7"/>
                      <a:pt x="5" y="0"/>
                    </a:cubicBezTo>
                    <a:cubicBezTo>
                      <a:pt x="2" y="6"/>
                      <a:pt x="1" y="15"/>
                      <a:pt x="1" y="22"/>
                    </a:cubicBezTo>
                  </a:path>
                </a:pathLst>
              </a:custGeom>
              <a:solidFill>
                <a:srgbClr val="CFE5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764" name="Freeform 310">
                <a:extLst>
                  <a:ext uri="{FF2B5EF4-FFF2-40B4-BE49-F238E27FC236}">
                    <a16:creationId xmlns:a16="http://schemas.microsoft.com/office/drawing/2014/main" id="{346945A1-F976-4698-8F74-0FE34A6B17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6" y="2396"/>
                <a:ext cx="18" cy="35"/>
              </a:xfrm>
              <a:custGeom>
                <a:avLst/>
                <a:gdLst>
                  <a:gd name="T0" fmla="*/ 5 w 11"/>
                  <a:gd name="T1" fmla="*/ 88 h 21"/>
                  <a:gd name="T2" fmla="*/ 21 w 11"/>
                  <a:gd name="T3" fmla="*/ 62 h 21"/>
                  <a:gd name="T4" fmla="*/ 47 w 11"/>
                  <a:gd name="T5" fmla="*/ 0 h 21"/>
                  <a:gd name="T6" fmla="*/ 13 w 11"/>
                  <a:gd name="T7" fmla="*/ 78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21">
                    <a:moveTo>
                      <a:pt x="1" y="19"/>
                    </a:moveTo>
                    <a:cubicBezTo>
                      <a:pt x="0" y="21"/>
                      <a:pt x="4" y="14"/>
                      <a:pt x="5" y="13"/>
                    </a:cubicBezTo>
                    <a:cubicBezTo>
                      <a:pt x="7" y="9"/>
                      <a:pt x="11" y="4"/>
                      <a:pt x="11" y="0"/>
                    </a:cubicBezTo>
                    <a:cubicBezTo>
                      <a:pt x="7" y="3"/>
                      <a:pt x="3" y="12"/>
                      <a:pt x="3" y="17"/>
                    </a:cubicBezTo>
                  </a:path>
                </a:pathLst>
              </a:custGeom>
              <a:solidFill>
                <a:srgbClr val="CFE5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765" name="Freeform 311">
                <a:extLst>
                  <a:ext uri="{FF2B5EF4-FFF2-40B4-BE49-F238E27FC236}">
                    <a16:creationId xmlns:a16="http://schemas.microsoft.com/office/drawing/2014/main" id="{12541B84-43DF-4B38-B3AB-E9E02E225A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2" y="2396"/>
                <a:ext cx="15" cy="30"/>
              </a:xfrm>
              <a:custGeom>
                <a:avLst/>
                <a:gdLst>
                  <a:gd name="T0" fmla="*/ 28 w 9"/>
                  <a:gd name="T1" fmla="*/ 75 h 18"/>
                  <a:gd name="T2" fmla="*/ 0 w 9"/>
                  <a:gd name="T3" fmla="*/ 0 h 18"/>
                  <a:gd name="T4" fmla="*/ 42 w 9"/>
                  <a:gd name="T5" fmla="*/ 83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8">
                    <a:moveTo>
                      <a:pt x="6" y="16"/>
                    </a:moveTo>
                    <a:cubicBezTo>
                      <a:pt x="4" y="10"/>
                      <a:pt x="3" y="5"/>
                      <a:pt x="0" y="0"/>
                    </a:cubicBezTo>
                    <a:cubicBezTo>
                      <a:pt x="5" y="5"/>
                      <a:pt x="6" y="12"/>
                      <a:pt x="9" y="18"/>
                    </a:cubicBezTo>
                  </a:path>
                </a:pathLst>
              </a:custGeom>
              <a:solidFill>
                <a:srgbClr val="CFE5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766" name="Freeform 312">
                <a:extLst>
                  <a:ext uri="{FF2B5EF4-FFF2-40B4-BE49-F238E27FC236}">
                    <a16:creationId xmlns:a16="http://schemas.microsoft.com/office/drawing/2014/main" id="{31217C2A-E552-4BC5-A179-D6AEEC9063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5" y="2376"/>
                <a:ext cx="18" cy="37"/>
              </a:xfrm>
              <a:custGeom>
                <a:avLst/>
                <a:gdLst>
                  <a:gd name="T0" fmla="*/ 47 w 11"/>
                  <a:gd name="T1" fmla="*/ 104 h 22"/>
                  <a:gd name="T2" fmla="*/ 5 w 11"/>
                  <a:gd name="T3" fmla="*/ 0 h 22"/>
                  <a:gd name="T4" fmla="*/ 43 w 11"/>
                  <a:gd name="T5" fmla="*/ 99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22">
                    <a:moveTo>
                      <a:pt x="11" y="22"/>
                    </a:moveTo>
                    <a:cubicBezTo>
                      <a:pt x="9" y="14"/>
                      <a:pt x="0" y="9"/>
                      <a:pt x="1" y="0"/>
                    </a:cubicBezTo>
                    <a:cubicBezTo>
                      <a:pt x="6" y="2"/>
                      <a:pt x="7" y="15"/>
                      <a:pt x="10" y="21"/>
                    </a:cubicBezTo>
                  </a:path>
                </a:pathLst>
              </a:custGeom>
              <a:solidFill>
                <a:srgbClr val="CFE5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767" name="Freeform 313">
                <a:extLst>
                  <a:ext uri="{FF2B5EF4-FFF2-40B4-BE49-F238E27FC236}">
                    <a16:creationId xmlns:a16="http://schemas.microsoft.com/office/drawing/2014/main" id="{E4BE0C26-2935-432A-B7CC-D07F62964E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0" y="2358"/>
                <a:ext cx="20" cy="48"/>
              </a:xfrm>
              <a:custGeom>
                <a:avLst/>
                <a:gdLst>
                  <a:gd name="T0" fmla="*/ 50 w 12"/>
                  <a:gd name="T1" fmla="*/ 131 h 29"/>
                  <a:gd name="T2" fmla="*/ 0 w 12"/>
                  <a:gd name="T3" fmla="*/ 0 h 29"/>
                  <a:gd name="T4" fmla="*/ 55 w 12"/>
                  <a:gd name="T5" fmla="*/ 122 h 2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29">
                    <a:moveTo>
                      <a:pt x="11" y="29"/>
                    </a:moveTo>
                    <a:cubicBezTo>
                      <a:pt x="5" y="21"/>
                      <a:pt x="2" y="9"/>
                      <a:pt x="0" y="0"/>
                    </a:cubicBezTo>
                    <a:cubicBezTo>
                      <a:pt x="6" y="8"/>
                      <a:pt x="6" y="19"/>
                      <a:pt x="12" y="27"/>
                    </a:cubicBezTo>
                  </a:path>
                </a:pathLst>
              </a:custGeom>
              <a:solidFill>
                <a:srgbClr val="CFE5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768" name="Freeform 314">
                <a:extLst>
                  <a:ext uri="{FF2B5EF4-FFF2-40B4-BE49-F238E27FC236}">
                    <a16:creationId xmlns:a16="http://schemas.microsoft.com/office/drawing/2014/main" id="{7346C065-860B-4057-B517-B24B8F7B8E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6" y="2376"/>
                <a:ext cx="22" cy="54"/>
              </a:xfrm>
              <a:custGeom>
                <a:avLst/>
                <a:gdLst>
                  <a:gd name="T0" fmla="*/ 5 w 13"/>
                  <a:gd name="T1" fmla="*/ 145 h 32"/>
                  <a:gd name="T2" fmla="*/ 5 w 13"/>
                  <a:gd name="T3" fmla="*/ 149 h 32"/>
                  <a:gd name="T4" fmla="*/ 63 w 13"/>
                  <a:gd name="T5" fmla="*/ 0 h 32"/>
                  <a:gd name="T6" fmla="*/ 20 w 13"/>
                  <a:gd name="T7" fmla="*/ 140 h 3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32">
                    <a:moveTo>
                      <a:pt x="1" y="30"/>
                    </a:moveTo>
                    <a:cubicBezTo>
                      <a:pt x="1" y="31"/>
                      <a:pt x="0" y="32"/>
                      <a:pt x="1" y="31"/>
                    </a:cubicBezTo>
                    <a:cubicBezTo>
                      <a:pt x="7" y="22"/>
                      <a:pt x="11" y="11"/>
                      <a:pt x="13" y="0"/>
                    </a:cubicBezTo>
                    <a:cubicBezTo>
                      <a:pt x="7" y="6"/>
                      <a:pt x="5" y="20"/>
                      <a:pt x="4" y="29"/>
                    </a:cubicBezTo>
                  </a:path>
                </a:pathLst>
              </a:custGeom>
              <a:solidFill>
                <a:srgbClr val="CFE5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769" name="Freeform 315">
                <a:extLst>
                  <a:ext uri="{FF2B5EF4-FFF2-40B4-BE49-F238E27FC236}">
                    <a16:creationId xmlns:a16="http://schemas.microsoft.com/office/drawing/2014/main" id="{CF446D56-1B89-47EB-AF45-E0350AE820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7" y="2441"/>
                <a:ext cx="165" cy="87"/>
              </a:xfrm>
              <a:custGeom>
                <a:avLst/>
                <a:gdLst>
                  <a:gd name="T0" fmla="*/ 0 w 99"/>
                  <a:gd name="T1" fmla="*/ 0 h 52"/>
                  <a:gd name="T2" fmla="*/ 158 w 99"/>
                  <a:gd name="T3" fmla="*/ 28 h 52"/>
                  <a:gd name="T4" fmla="*/ 228 w 99"/>
                  <a:gd name="T5" fmla="*/ 50 h 52"/>
                  <a:gd name="T6" fmla="*/ 272 w 99"/>
                  <a:gd name="T7" fmla="*/ 92 h 52"/>
                  <a:gd name="T8" fmla="*/ 342 w 99"/>
                  <a:gd name="T9" fmla="*/ 124 h 52"/>
                  <a:gd name="T10" fmla="*/ 367 w 99"/>
                  <a:gd name="T11" fmla="*/ 112 h 52"/>
                  <a:gd name="T12" fmla="*/ 397 w 99"/>
                  <a:gd name="T13" fmla="*/ 117 h 52"/>
                  <a:gd name="T14" fmla="*/ 412 w 99"/>
                  <a:gd name="T15" fmla="*/ 244 h 52"/>
                  <a:gd name="T16" fmla="*/ 367 w 99"/>
                  <a:gd name="T17" fmla="*/ 154 h 52"/>
                  <a:gd name="T18" fmla="*/ 250 w 99"/>
                  <a:gd name="T19" fmla="*/ 124 h 52"/>
                  <a:gd name="T20" fmla="*/ 125 w 99"/>
                  <a:gd name="T21" fmla="*/ 50 h 52"/>
                  <a:gd name="T22" fmla="*/ 5 w 99"/>
                  <a:gd name="T23" fmla="*/ 22 h 52"/>
                  <a:gd name="T24" fmla="*/ 0 w 99"/>
                  <a:gd name="T25" fmla="*/ 13 h 5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99" h="52">
                    <a:moveTo>
                      <a:pt x="0" y="0"/>
                    </a:moveTo>
                    <a:cubicBezTo>
                      <a:pt x="9" y="5"/>
                      <a:pt x="24" y="1"/>
                      <a:pt x="34" y="6"/>
                    </a:cubicBezTo>
                    <a:cubicBezTo>
                      <a:pt x="39" y="8"/>
                      <a:pt x="44" y="9"/>
                      <a:pt x="49" y="11"/>
                    </a:cubicBezTo>
                    <a:cubicBezTo>
                      <a:pt x="53" y="13"/>
                      <a:pt x="56" y="17"/>
                      <a:pt x="59" y="20"/>
                    </a:cubicBezTo>
                    <a:cubicBezTo>
                      <a:pt x="64" y="24"/>
                      <a:pt x="68" y="27"/>
                      <a:pt x="74" y="26"/>
                    </a:cubicBezTo>
                    <a:cubicBezTo>
                      <a:pt x="75" y="26"/>
                      <a:pt x="77" y="24"/>
                      <a:pt x="79" y="24"/>
                    </a:cubicBezTo>
                    <a:cubicBezTo>
                      <a:pt x="80" y="24"/>
                      <a:pt x="85" y="25"/>
                      <a:pt x="86" y="25"/>
                    </a:cubicBezTo>
                    <a:cubicBezTo>
                      <a:pt x="99" y="28"/>
                      <a:pt x="93" y="41"/>
                      <a:pt x="89" y="52"/>
                    </a:cubicBezTo>
                    <a:cubicBezTo>
                      <a:pt x="88" y="40"/>
                      <a:pt x="94" y="33"/>
                      <a:pt x="79" y="33"/>
                    </a:cubicBezTo>
                    <a:cubicBezTo>
                      <a:pt x="71" y="33"/>
                      <a:pt x="61" y="31"/>
                      <a:pt x="54" y="26"/>
                    </a:cubicBezTo>
                    <a:cubicBezTo>
                      <a:pt x="45" y="18"/>
                      <a:pt x="38" y="14"/>
                      <a:pt x="27" y="11"/>
                    </a:cubicBezTo>
                    <a:cubicBezTo>
                      <a:pt x="19" y="9"/>
                      <a:pt x="9" y="5"/>
                      <a:pt x="1" y="5"/>
                    </a:cubicBezTo>
                    <a:cubicBezTo>
                      <a:pt x="2" y="3"/>
                      <a:pt x="1" y="4"/>
                      <a:pt x="0" y="3"/>
                    </a:cubicBezTo>
                  </a:path>
                </a:pathLst>
              </a:custGeom>
              <a:solidFill>
                <a:srgbClr val="8FBD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770" name="Freeform 316">
                <a:extLst>
                  <a:ext uri="{FF2B5EF4-FFF2-40B4-BE49-F238E27FC236}">
                    <a16:creationId xmlns:a16="http://schemas.microsoft.com/office/drawing/2014/main" id="{A7A56A34-D5BF-423A-B5A3-49988E89CC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5" y="2463"/>
                <a:ext cx="109" cy="47"/>
              </a:xfrm>
              <a:custGeom>
                <a:avLst/>
                <a:gdLst>
                  <a:gd name="T0" fmla="*/ 5 w 65"/>
                  <a:gd name="T1" fmla="*/ 112 h 28"/>
                  <a:gd name="T2" fmla="*/ 70 w 65"/>
                  <a:gd name="T3" fmla="*/ 67 h 28"/>
                  <a:gd name="T4" fmla="*/ 104 w 65"/>
                  <a:gd name="T5" fmla="*/ 76 h 28"/>
                  <a:gd name="T6" fmla="*/ 141 w 65"/>
                  <a:gd name="T7" fmla="*/ 57 h 28"/>
                  <a:gd name="T8" fmla="*/ 174 w 65"/>
                  <a:gd name="T9" fmla="*/ 67 h 28"/>
                  <a:gd name="T10" fmla="*/ 216 w 65"/>
                  <a:gd name="T11" fmla="*/ 57 h 28"/>
                  <a:gd name="T12" fmla="*/ 307 w 65"/>
                  <a:gd name="T13" fmla="*/ 0 h 28"/>
                  <a:gd name="T14" fmla="*/ 153 w 65"/>
                  <a:gd name="T15" fmla="*/ 109 h 28"/>
                  <a:gd name="T16" fmla="*/ 13 w 65"/>
                  <a:gd name="T17" fmla="*/ 109 h 2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5" h="28">
                    <a:moveTo>
                      <a:pt x="1" y="24"/>
                    </a:moveTo>
                    <a:cubicBezTo>
                      <a:pt x="0" y="15"/>
                      <a:pt x="8" y="12"/>
                      <a:pt x="15" y="14"/>
                    </a:cubicBezTo>
                    <a:cubicBezTo>
                      <a:pt x="19" y="15"/>
                      <a:pt x="18" y="17"/>
                      <a:pt x="22" y="16"/>
                    </a:cubicBezTo>
                    <a:cubicBezTo>
                      <a:pt x="25" y="16"/>
                      <a:pt x="27" y="12"/>
                      <a:pt x="30" y="12"/>
                    </a:cubicBezTo>
                    <a:cubicBezTo>
                      <a:pt x="33" y="12"/>
                      <a:pt x="34" y="14"/>
                      <a:pt x="37" y="14"/>
                    </a:cubicBezTo>
                    <a:cubicBezTo>
                      <a:pt x="39" y="14"/>
                      <a:pt x="44" y="13"/>
                      <a:pt x="46" y="12"/>
                    </a:cubicBezTo>
                    <a:cubicBezTo>
                      <a:pt x="53" y="10"/>
                      <a:pt x="58" y="4"/>
                      <a:pt x="65" y="0"/>
                    </a:cubicBezTo>
                    <a:cubicBezTo>
                      <a:pt x="61" y="11"/>
                      <a:pt x="43" y="20"/>
                      <a:pt x="32" y="23"/>
                    </a:cubicBezTo>
                    <a:cubicBezTo>
                      <a:pt x="25" y="24"/>
                      <a:pt x="7" y="28"/>
                      <a:pt x="3" y="23"/>
                    </a:cubicBezTo>
                  </a:path>
                </a:pathLst>
              </a:custGeom>
              <a:solidFill>
                <a:srgbClr val="8FBD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771" name="Freeform 317">
                <a:extLst>
                  <a:ext uri="{FF2B5EF4-FFF2-40B4-BE49-F238E27FC236}">
                    <a16:creationId xmlns:a16="http://schemas.microsoft.com/office/drawing/2014/main" id="{3094568B-6C61-494A-AA3C-C248BD02E8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7" y="2806"/>
                <a:ext cx="105" cy="125"/>
              </a:xfrm>
              <a:custGeom>
                <a:avLst/>
                <a:gdLst>
                  <a:gd name="T0" fmla="*/ 287 w 63"/>
                  <a:gd name="T1" fmla="*/ 347 h 75"/>
                  <a:gd name="T2" fmla="*/ 245 w 63"/>
                  <a:gd name="T3" fmla="*/ 263 h 75"/>
                  <a:gd name="T4" fmla="*/ 195 w 63"/>
                  <a:gd name="T5" fmla="*/ 255 h 75"/>
                  <a:gd name="T6" fmla="*/ 153 w 63"/>
                  <a:gd name="T7" fmla="*/ 213 h 75"/>
                  <a:gd name="T8" fmla="*/ 0 w 63"/>
                  <a:gd name="T9" fmla="*/ 0 h 7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3" h="75">
                    <a:moveTo>
                      <a:pt x="62" y="75"/>
                    </a:moveTo>
                    <a:cubicBezTo>
                      <a:pt x="63" y="68"/>
                      <a:pt x="59" y="60"/>
                      <a:pt x="53" y="57"/>
                    </a:cubicBezTo>
                    <a:cubicBezTo>
                      <a:pt x="50" y="55"/>
                      <a:pt x="45" y="57"/>
                      <a:pt x="42" y="55"/>
                    </a:cubicBezTo>
                    <a:cubicBezTo>
                      <a:pt x="39" y="53"/>
                      <a:pt x="35" y="48"/>
                      <a:pt x="33" y="46"/>
                    </a:cubicBezTo>
                    <a:cubicBezTo>
                      <a:pt x="21" y="31"/>
                      <a:pt x="7" y="19"/>
                      <a:pt x="0" y="0"/>
                    </a:cubicBezTo>
                  </a:path>
                </a:pathLst>
              </a:custGeom>
              <a:noFill/>
              <a:ln w="7938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772" name="Freeform 318">
                <a:extLst>
                  <a:ext uri="{FF2B5EF4-FFF2-40B4-BE49-F238E27FC236}">
                    <a16:creationId xmlns:a16="http://schemas.microsoft.com/office/drawing/2014/main" id="{3A73BDA0-AFA6-46AF-AAEC-65A9844C59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2" y="2814"/>
                <a:ext cx="142" cy="103"/>
              </a:xfrm>
              <a:custGeom>
                <a:avLst/>
                <a:gdLst>
                  <a:gd name="T0" fmla="*/ 5 w 85"/>
                  <a:gd name="T1" fmla="*/ 284 h 62"/>
                  <a:gd name="T2" fmla="*/ 159 w 85"/>
                  <a:gd name="T3" fmla="*/ 193 h 62"/>
                  <a:gd name="T4" fmla="*/ 291 w 85"/>
                  <a:gd name="T5" fmla="*/ 105 h 62"/>
                  <a:gd name="T6" fmla="*/ 396 w 85"/>
                  <a:gd name="T7" fmla="*/ 0 h 6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5" h="62">
                    <a:moveTo>
                      <a:pt x="1" y="62"/>
                    </a:moveTo>
                    <a:cubicBezTo>
                      <a:pt x="0" y="45"/>
                      <a:pt x="22" y="45"/>
                      <a:pt x="34" y="42"/>
                    </a:cubicBezTo>
                    <a:cubicBezTo>
                      <a:pt x="43" y="39"/>
                      <a:pt x="55" y="30"/>
                      <a:pt x="62" y="23"/>
                    </a:cubicBezTo>
                    <a:cubicBezTo>
                      <a:pt x="70" y="15"/>
                      <a:pt x="78" y="7"/>
                      <a:pt x="85" y="0"/>
                    </a:cubicBezTo>
                  </a:path>
                </a:pathLst>
              </a:custGeom>
              <a:noFill/>
              <a:ln w="7938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773" name="Freeform 319">
                <a:extLst>
                  <a:ext uri="{FF2B5EF4-FFF2-40B4-BE49-F238E27FC236}">
                    <a16:creationId xmlns:a16="http://schemas.microsoft.com/office/drawing/2014/main" id="{E04C8A19-F61B-4DA1-A3E6-7F14496446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1" y="3104"/>
                <a:ext cx="72" cy="83"/>
              </a:xfrm>
              <a:custGeom>
                <a:avLst/>
                <a:gdLst>
                  <a:gd name="T0" fmla="*/ 0 w 43"/>
                  <a:gd name="T1" fmla="*/ 0 h 50"/>
                  <a:gd name="T2" fmla="*/ 50 w 43"/>
                  <a:gd name="T3" fmla="*/ 125 h 50"/>
                  <a:gd name="T4" fmla="*/ 126 w 43"/>
                  <a:gd name="T5" fmla="*/ 166 h 50"/>
                  <a:gd name="T6" fmla="*/ 203 w 43"/>
                  <a:gd name="T7" fmla="*/ 229 h 5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3" h="50">
                    <a:moveTo>
                      <a:pt x="0" y="0"/>
                    </a:moveTo>
                    <a:cubicBezTo>
                      <a:pt x="4" y="8"/>
                      <a:pt x="4" y="20"/>
                      <a:pt x="11" y="27"/>
                    </a:cubicBezTo>
                    <a:cubicBezTo>
                      <a:pt x="15" y="31"/>
                      <a:pt x="21" y="33"/>
                      <a:pt x="27" y="36"/>
                    </a:cubicBezTo>
                    <a:cubicBezTo>
                      <a:pt x="33" y="40"/>
                      <a:pt x="37" y="46"/>
                      <a:pt x="43" y="50"/>
                    </a:cubicBezTo>
                  </a:path>
                </a:pathLst>
              </a:custGeom>
              <a:noFill/>
              <a:ln w="7938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774" name="Freeform 320">
                <a:extLst>
                  <a:ext uri="{FF2B5EF4-FFF2-40B4-BE49-F238E27FC236}">
                    <a16:creationId xmlns:a16="http://schemas.microsoft.com/office/drawing/2014/main" id="{7F2D38B0-55E7-4404-9DDD-D612A924BD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9" y="3012"/>
                <a:ext cx="54" cy="107"/>
              </a:xfrm>
              <a:custGeom>
                <a:avLst/>
                <a:gdLst>
                  <a:gd name="T0" fmla="*/ 154 w 32"/>
                  <a:gd name="T1" fmla="*/ 0 h 64"/>
                  <a:gd name="T2" fmla="*/ 132 w 32"/>
                  <a:gd name="T3" fmla="*/ 120 h 64"/>
                  <a:gd name="T4" fmla="*/ 0 w 32"/>
                  <a:gd name="T5" fmla="*/ 299 h 6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2" h="64">
                    <a:moveTo>
                      <a:pt x="32" y="0"/>
                    </a:moveTo>
                    <a:cubicBezTo>
                      <a:pt x="32" y="8"/>
                      <a:pt x="31" y="19"/>
                      <a:pt x="27" y="26"/>
                    </a:cubicBezTo>
                    <a:cubicBezTo>
                      <a:pt x="20" y="40"/>
                      <a:pt x="4" y="47"/>
                      <a:pt x="0" y="64"/>
                    </a:cubicBezTo>
                  </a:path>
                </a:pathLst>
              </a:custGeom>
              <a:noFill/>
              <a:ln w="7938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775" name="Freeform 321">
                <a:extLst>
                  <a:ext uri="{FF2B5EF4-FFF2-40B4-BE49-F238E27FC236}">
                    <a16:creationId xmlns:a16="http://schemas.microsoft.com/office/drawing/2014/main" id="{AE1A6200-2D8A-4739-8264-BCFDA1B801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4" y="2776"/>
                <a:ext cx="25" cy="68"/>
              </a:xfrm>
              <a:custGeom>
                <a:avLst/>
                <a:gdLst>
                  <a:gd name="T0" fmla="*/ 0 w 15"/>
                  <a:gd name="T1" fmla="*/ 187 h 41"/>
                  <a:gd name="T2" fmla="*/ 33 w 15"/>
                  <a:gd name="T3" fmla="*/ 104 h 41"/>
                  <a:gd name="T4" fmla="*/ 70 w 15"/>
                  <a:gd name="T5" fmla="*/ 0 h 4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41">
                    <a:moveTo>
                      <a:pt x="0" y="41"/>
                    </a:moveTo>
                    <a:cubicBezTo>
                      <a:pt x="2" y="35"/>
                      <a:pt x="6" y="30"/>
                      <a:pt x="7" y="23"/>
                    </a:cubicBezTo>
                    <a:cubicBezTo>
                      <a:pt x="9" y="15"/>
                      <a:pt x="10" y="8"/>
                      <a:pt x="15" y="0"/>
                    </a:cubicBezTo>
                  </a:path>
                </a:pathLst>
              </a:custGeom>
              <a:noFill/>
              <a:ln w="7938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776" name="Freeform 322">
                <a:extLst>
                  <a:ext uri="{FF2B5EF4-FFF2-40B4-BE49-F238E27FC236}">
                    <a16:creationId xmlns:a16="http://schemas.microsoft.com/office/drawing/2014/main" id="{56602E4A-879F-40B8-96FA-E4B45747EE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7" y="2788"/>
                <a:ext cx="15" cy="63"/>
              </a:xfrm>
              <a:custGeom>
                <a:avLst/>
                <a:gdLst>
                  <a:gd name="T0" fmla="*/ 42 w 9"/>
                  <a:gd name="T1" fmla="*/ 172 h 38"/>
                  <a:gd name="T2" fmla="*/ 0 w 9"/>
                  <a:gd name="T3" fmla="*/ 0 h 3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38">
                    <a:moveTo>
                      <a:pt x="9" y="38"/>
                    </a:moveTo>
                    <a:cubicBezTo>
                      <a:pt x="3" y="26"/>
                      <a:pt x="6" y="12"/>
                      <a:pt x="0" y="0"/>
                    </a:cubicBezTo>
                  </a:path>
                </a:pathLst>
              </a:custGeom>
              <a:noFill/>
              <a:ln w="7938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777" name="Freeform 323">
                <a:extLst>
                  <a:ext uri="{FF2B5EF4-FFF2-40B4-BE49-F238E27FC236}">
                    <a16:creationId xmlns:a16="http://schemas.microsoft.com/office/drawing/2014/main" id="{3DA7DC73-840C-4B01-A970-E88E69A073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7" y="3232"/>
                <a:ext cx="226" cy="300"/>
              </a:xfrm>
              <a:custGeom>
                <a:avLst/>
                <a:gdLst>
                  <a:gd name="T0" fmla="*/ 42 w 135"/>
                  <a:gd name="T1" fmla="*/ 22 h 180"/>
                  <a:gd name="T2" fmla="*/ 529 w 135"/>
                  <a:gd name="T3" fmla="*/ 0 h 180"/>
                  <a:gd name="T4" fmla="*/ 578 w 135"/>
                  <a:gd name="T5" fmla="*/ 222 h 180"/>
                  <a:gd name="T6" fmla="*/ 599 w 135"/>
                  <a:gd name="T7" fmla="*/ 500 h 180"/>
                  <a:gd name="T8" fmla="*/ 599 w 135"/>
                  <a:gd name="T9" fmla="*/ 742 h 180"/>
                  <a:gd name="T10" fmla="*/ 502 w 135"/>
                  <a:gd name="T11" fmla="*/ 778 h 180"/>
                  <a:gd name="T12" fmla="*/ 362 w 135"/>
                  <a:gd name="T13" fmla="*/ 813 h 180"/>
                  <a:gd name="T14" fmla="*/ 90 w 135"/>
                  <a:gd name="T15" fmla="*/ 797 h 180"/>
                  <a:gd name="T16" fmla="*/ 42 w 135"/>
                  <a:gd name="T17" fmla="*/ 605 h 180"/>
                  <a:gd name="T18" fmla="*/ 70 w 135"/>
                  <a:gd name="T19" fmla="*/ 147 h 180"/>
                  <a:gd name="T20" fmla="*/ 50 w 135"/>
                  <a:gd name="T21" fmla="*/ 33 h 18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35" h="180">
                    <a:moveTo>
                      <a:pt x="9" y="5"/>
                    </a:moveTo>
                    <a:cubicBezTo>
                      <a:pt x="35" y="23"/>
                      <a:pt x="90" y="20"/>
                      <a:pt x="113" y="0"/>
                    </a:cubicBezTo>
                    <a:cubicBezTo>
                      <a:pt x="113" y="17"/>
                      <a:pt x="119" y="33"/>
                      <a:pt x="123" y="48"/>
                    </a:cubicBezTo>
                    <a:cubicBezTo>
                      <a:pt x="127" y="68"/>
                      <a:pt x="126" y="88"/>
                      <a:pt x="128" y="108"/>
                    </a:cubicBezTo>
                    <a:cubicBezTo>
                      <a:pt x="129" y="119"/>
                      <a:pt x="135" y="151"/>
                      <a:pt x="128" y="160"/>
                    </a:cubicBezTo>
                    <a:cubicBezTo>
                      <a:pt x="126" y="162"/>
                      <a:pt x="110" y="167"/>
                      <a:pt x="107" y="168"/>
                    </a:cubicBezTo>
                    <a:cubicBezTo>
                      <a:pt x="97" y="173"/>
                      <a:pt x="88" y="174"/>
                      <a:pt x="77" y="176"/>
                    </a:cubicBezTo>
                    <a:cubicBezTo>
                      <a:pt x="57" y="180"/>
                      <a:pt x="38" y="180"/>
                      <a:pt x="19" y="172"/>
                    </a:cubicBezTo>
                    <a:cubicBezTo>
                      <a:pt x="0" y="165"/>
                      <a:pt x="7" y="149"/>
                      <a:pt x="9" y="131"/>
                    </a:cubicBezTo>
                    <a:cubicBezTo>
                      <a:pt x="13" y="100"/>
                      <a:pt x="17" y="64"/>
                      <a:pt x="15" y="32"/>
                    </a:cubicBezTo>
                    <a:cubicBezTo>
                      <a:pt x="14" y="24"/>
                      <a:pt x="10" y="14"/>
                      <a:pt x="11" y="7"/>
                    </a:cubicBezTo>
                  </a:path>
                </a:pathLst>
              </a:custGeom>
              <a:noFill/>
              <a:ln w="7938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778" name="Freeform 324">
                <a:extLst>
                  <a:ext uri="{FF2B5EF4-FFF2-40B4-BE49-F238E27FC236}">
                    <a16:creationId xmlns:a16="http://schemas.microsoft.com/office/drawing/2014/main" id="{87E86505-8F8D-44ED-8B4D-17F3B6C4FB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2" y="3237"/>
                <a:ext cx="166" cy="92"/>
              </a:xfrm>
              <a:custGeom>
                <a:avLst/>
                <a:gdLst>
                  <a:gd name="T0" fmla="*/ 0 w 99"/>
                  <a:gd name="T1" fmla="*/ 20 h 55"/>
                  <a:gd name="T2" fmla="*/ 96 w 99"/>
                  <a:gd name="T3" fmla="*/ 258 h 55"/>
                  <a:gd name="T4" fmla="*/ 377 w 99"/>
                  <a:gd name="T5" fmla="*/ 196 h 55"/>
                  <a:gd name="T6" fmla="*/ 453 w 99"/>
                  <a:gd name="T7" fmla="*/ 137 h 55"/>
                  <a:gd name="T8" fmla="*/ 466 w 99"/>
                  <a:gd name="T9" fmla="*/ 0 h 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9" h="55">
                    <a:moveTo>
                      <a:pt x="0" y="4"/>
                    </a:moveTo>
                    <a:cubicBezTo>
                      <a:pt x="9" y="20"/>
                      <a:pt x="21" y="36"/>
                      <a:pt x="20" y="55"/>
                    </a:cubicBezTo>
                    <a:cubicBezTo>
                      <a:pt x="21" y="40"/>
                      <a:pt x="68" y="44"/>
                      <a:pt x="80" y="42"/>
                    </a:cubicBezTo>
                    <a:cubicBezTo>
                      <a:pt x="95" y="41"/>
                      <a:pt x="95" y="42"/>
                      <a:pt x="96" y="29"/>
                    </a:cubicBezTo>
                    <a:cubicBezTo>
                      <a:pt x="97" y="19"/>
                      <a:pt x="99" y="10"/>
                      <a:pt x="99" y="0"/>
                    </a:cubicBezTo>
                  </a:path>
                </a:pathLst>
              </a:custGeom>
              <a:noFill/>
              <a:ln w="7938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779" name="Freeform 325">
                <a:extLst>
                  <a:ext uri="{FF2B5EF4-FFF2-40B4-BE49-F238E27FC236}">
                    <a16:creationId xmlns:a16="http://schemas.microsoft.com/office/drawing/2014/main" id="{A7E8485F-6F0E-4BBB-AE14-BE716781D8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7" y="3398"/>
                <a:ext cx="75" cy="124"/>
              </a:xfrm>
              <a:custGeom>
                <a:avLst/>
                <a:gdLst>
                  <a:gd name="T0" fmla="*/ 33 w 45"/>
                  <a:gd name="T1" fmla="*/ 0 h 74"/>
                  <a:gd name="T2" fmla="*/ 22 w 45"/>
                  <a:gd name="T3" fmla="*/ 166 h 74"/>
                  <a:gd name="T4" fmla="*/ 13 w 45"/>
                  <a:gd name="T5" fmla="*/ 270 h 74"/>
                  <a:gd name="T6" fmla="*/ 208 w 45"/>
                  <a:gd name="T7" fmla="*/ 349 h 74"/>
                  <a:gd name="T8" fmla="*/ 47 w 45"/>
                  <a:gd name="T9" fmla="*/ 211 h 74"/>
                  <a:gd name="T10" fmla="*/ 47 w 45"/>
                  <a:gd name="T11" fmla="*/ 84 h 74"/>
                  <a:gd name="T12" fmla="*/ 33 w 45"/>
                  <a:gd name="T13" fmla="*/ 0 h 7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5" h="74">
                    <a:moveTo>
                      <a:pt x="7" y="0"/>
                    </a:moveTo>
                    <a:cubicBezTo>
                      <a:pt x="10" y="9"/>
                      <a:pt x="6" y="24"/>
                      <a:pt x="5" y="35"/>
                    </a:cubicBezTo>
                    <a:cubicBezTo>
                      <a:pt x="4" y="41"/>
                      <a:pt x="0" y="51"/>
                      <a:pt x="3" y="57"/>
                    </a:cubicBezTo>
                    <a:cubicBezTo>
                      <a:pt x="10" y="70"/>
                      <a:pt x="33" y="71"/>
                      <a:pt x="45" y="74"/>
                    </a:cubicBezTo>
                    <a:cubicBezTo>
                      <a:pt x="31" y="71"/>
                      <a:pt x="13" y="60"/>
                      <a:pt x="10" y="45"/>
                    </a:cubicBezTo>
                    <a:cubicBezTo>
                      <a:pt x="9" y="36"/>
                      <a:pt x="11" y="27"/>
                      <a:pt x="10" y="18"/>
                    </a:cubicBezTo>
                    <a:cubicBezTo>
                      <a:pt x="10" y="12"/>
                      <a:pt x="7" y="6"/>
                      <a:pt x="7" y="0"/>
                    </a:cubicBezTo>
                  </a:path>
                </a:pathLst>
              </a:custGeom>
              <a:solidFill>
                <a:srgbClr val="8FBD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780" name="Freeform 326">
                <a:extLst>
                  <a:ext uri="{FF2B5EF4-FFF2-40B4-BE49-F238E27FC236}">
                    <a16:creationId xmlns:a16="http://schemas.microsoft.com/office/drawing/2014/main" id="{A2F225E9-AADD-4C6A-A5A2-E9DDCE52A1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9" y="3267"/>
                <a:ext cx="135" cy="68"/>
              </a:xfrm>
              <a:custGeom>
                <a:avLst/>
                <a:gdLst>
                  <a:gd name="T0" fmla="*/ 8 w 81"/>
                  <a:gd name="T1" fmla="*/ 172 h 41"/>
                  <a:gd name="T2" fmla="*/ 125 w 81"/>
                  <a:gd name="T3" fmla="*/ 141 h 41"/>
                  <a:gd name="T4" fmla="*/ 250 w 81"/>
                  <a:gd name="T5" fmla="*/ 141 h 41"/>
                  <a:gd name="T6" fmla="*/ 338 w 81"/>
                  <a:gd name="T7" fmla="*/ 100 h 41"/>
                  <a:gd name="T8" fmla="*/ 362 w 81"/>
                  <a:gd name="T9" fmla="*/ 0 h 41"/>
                  <a:gd name="T10" fmla="*/ 353 w 81"/>
                  <a:gd name="T11" fmla="*/ 126 h 41"/>
                  <a:gd name="T12" fmla="*/ 245 w 81"/>
                  <a:gd name="T13" fmla="*/ 168 h 41"/>
                  <a:gd name="T14" fmla="*/ 0 w 81"/>
                  <a:gd name="T15" fmla="*/ 187 h 4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1" h="41">
                    <a:moveTo>
                      <a:pt x="2" y="38"/>
                    </a:moveTo>
                    <a:cubicBezTo>
                      <a:pt x="8" y="31"/>
                      <a:pt x="17" y="30"/>
                      <a:pt x="27" y="31"/>
                    </a:cubicBezTo>
                    <a:cubicBezTo>
                      <a:pt x="36" y="32"/>
                      <a:pt x="45" y="32"/>
                      <a:pt x="54" y="31"/>
                    </a:cubicBezTo>
                    <a:cubicBezTo>
                      <a:pt x="62" y="30"/>
                      <a:pt x="68" y="29"/>
                      <a:pt x="73" y="22"/>
                    </a:cubicBezTo>
                    <a:cubicBezTo>
                      <a:pt x="78" y="15"/>
                      <a:pt x="75" y="7"/>
                      <a:pt x="78" y="0"/>
                    </a:cubicBezTo>
                    <a:cubicBezTo>
                      <a:pt x="80" y="7"/>
                      <a:pt x="81" y="21"/>
                      <a:pt x="76" y="28"/>
                    </a:cubicBezTo>
                    <a:cubicBezTo>
                      <a:pt x="72" y="35"/>
                      <a:pt x="60" y="36"/>
                      <a:pt x="53" y="37"/>
                    </a:cubicBezTo>
                    <a:cubicBezTo>
                      <a:pt x="35" y="40"/>
                      <a:pt x="17" y="34"/>
                      <a:pt x="0" y="41"/>
                    </a:cubicBezTo>
                  </a:path>
                </a:pathLst>
              </a:custGeom>
              <a:solidFill>
                <a:srgbClr val="8FBD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781" name="Freeform 327">
                <a:extLst>
                  <a:ext uri="{FF2B5EF4-FFF2-40B4-BE49-F238E27FC236}">
                    <a16:creationId xmlns:a16="http://schemas.microsoft.com/office/drawing/2014/main" id="{C9B29A27-606A-471B-BA78-A3A789362A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7" y="3257"/>
                <a:ext cx="121" cy="55"/>
              </a:xfrm>
              <a:custGeom>
                <a:avLst/>
                <a:gdLst>
                  <a:gd name="T0" fmla="*/ 5 w 72"/>
                  <a:gd name="T1" fmla="*/ 0 h 33"/>
                  <a:gd name="T2" fmla="*/ 57 w 72"/>
                  <a:gd name="T3" fmla="*/ 78 h 33"/>
                  <a:gd name="T4" fmla="*/ 76 w 72"/>
                  <a:gd name="T5" fmla="*/ 145 h 33"/>
                  <a:gd name="T6" fmla="*/ 341 w 72"/>
                  <a:gd name="T7" fmla="*/ 103 h 33"/>
                  <a:gd name="T8" fmla="*/ 195 w 72"/>
                  <a:gd name="T9" fmla="*/ 117 h 33"/>
                  <a:gd name="T10" fmla="*/ 99 w 72"/>
                  <a:gd name="T11" fmla="*/ 105 h 33"/>
                  <a:gd name="T12" fmla="*/ 62 w 72"/>
                  <a:gd name="T13" fmla="*/ 42 h 33"/>
                  <a:gd name="T14" fmla="*/ 0 w 72"/>
                  <a:gd name="T15" fmla="*/ 8 h 3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2" h="33">
                    <a:moveTo>
                      <a:pt x="1" y="0"/>
                    </a:moveTo>
                    <a:cubicBezTo>
                      <a:pt x="4" y="6"/>
                      <a:pt x="9" y="10"/>
                      <a:pt x="12" y="17"/>
                    </a:cubicBezTo>
                    <a:cubicBezTo>
                      <a:pt x="13" y="22"/>
                      <a:pt x="14" y="27"/>
                      <a:pt x="16" y="31"/>
                    </a:cubicBezTo>
                    <a:cubicBezTo>
                      <a:pt x="33" y="22"/>
                      <a:pt x="55" y="33"/>
                      <a:pt x="72" y="22"/>
                    </a:cubicBezTo>
                    <a:cubicBezTo>
                      <a:pt x="61" y="22"/>
                      <a:pt x="51" y="24"/>
                      <a:pt x="41" y="25"/>
                    </a:cubicBezTo>
                    <a:cubicBezTo>
                      <a:pt x="35" y="25"/>
                      <a:pt x="26" y="26"/>
                      <a:pt x="21" y="23"/>
                    </a:cubicBezTo>
                    <a:cubicBezTo>
                      <a:pt x="16" y="20"/>
                      <a:pt x="16" y="13"/>
                      <a:pt x="13" y="9"/>
                    </a:cubicBezTo>
                    <a:cubicBezTo>
                      <a:pt x="10" y="5"/>
                      <a:pt x="4" y="4"/>
                      <a:pt x="0" y="2"/>
                    </a:cubicBezTo>
                  </a:path>
                </a:pathLst>
              </a:custGeom>
              <a:solidFill>
                <a:srgbClr val="CFE5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782" name="Oval 328">
                <a:extLst>
                  <a:ext uri="{FF2B5EF4-FFF2-40B4-BE49-F238E27FC236}">
                    <a16:creationId xmlns:a16="http://schemas.microsoft.com/office/drawing/2014/main" id="{33B37A4C-358E-403E-AC09-267172C27A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52" y="3289"/>
                <a:ext cx="30" cy="46"/>
              </a:xfrm>
              <a:prstGeom prst="ellipse">
                <a:avLst/>
              </a:pr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783" name="Freeform 329">
                <a:extLst>
                  <a:ext uri="{FF2B5EF4-FFF2-40B4-BE49-F238E27FC236}">
                    <a16:creationId xmlns:a16="http://schemas.microsoft.com/office/drawing/2014/main" id="{F9B7E944-89E2-4AD7-8B68-B840D75A52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2" y="3297"/>
                <a:ext cx="15" cy="28"/>
              </a:xfrm>
              <a:custGeom>
                <a:avLst/>
                <a:gdLst>
                  <a:gd name="T0" fmla="*/ 28 w 9"/>
                  <a:gd name="T1" fmla="*/ 0 h 17"/>
                  <a:gd name="T2" fmla="*/ 37 w 9"/>
                  <a:gd name="T3" fmla="*/ 76 h 17"/>
                  <a:gd name="T4" fmla="*/ 28 w 9"/>
                  <a:gd name="T5" fmla="*/ 0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7">
                    <a:moveTo>
                      <a:pt x="6" y="0"/>
                    </a:moveTo>
                    <a:cubicBezTo>
                      <a:pt x="3" y="3"/>
                      <a:pt x="0" y="17"/>
                      <a:pt x="8" y="17"/>
                    </a:cubicBezTo>
                    <a:cubicBezTo>
                      <a:pt x="9" y="15"/>
                      <a:pt x="8" y="0"/>
                      <a:pt x="6" y="0"/>
                    </a:cubicBezTo>
                  </a:path>
                </a:pathLst>
              </a:custGeom>
              <a:solidFill>
                <a:srgbClr val="CFE5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784" name="Freeform 330">
                <a:extLst>
                  <a:ext uri="{FF2B5EF4-FFF2-40B4-BE49-F238E27FC236}">
                    <a16:creationId xmlns:a16="http://schemas.microsoft.com/office/drawing/2014/main" id="{879B1334-59B3-4274-B1E5-8D4DF1A2FA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5" y="2490"/>
                <a:ext cx="190" cy="246"/>
              </a:xfrm>
              <a:custGeom>
                <a:avLst/>
                <a:gdLst>
                  <a:gd name="T0" fmla="*/ 20 w 114"/>
                  <a:gd name="T1" fmla="*/ 0 h 148"/>
                  <a:gd name="T2" fmla="*/ 300 w 114"/>
                  <a:gd name="T3" fmla="*/ 47 h 148"/>
                  <a:gd name="T4" fmla="*/ 437 w 114"/>
                  <a:gd name="T5" fmla="*/ 47 h 148"/>
                  <a:gd name="T6" fmla="*/ 522 w 114"/>
                  <a:gd name="T7" fmla="*/ 28 h 148"/>
                  <a:gd name="T8" fmla="*/ 513 w 114"/>
                  <a:gd name="T9" fmla="*/ 376 h 148"/>
                  <a:gd name="T10" fmla="*/ 520 w 114"/>
                  <a:gd name="T11" fmla="*/ 617 h 148"/>
                  <a:gd name="T12" fmla="*/ 422 w 114"/>
                  <a:gd name="T13" fmla="*/ 602 h 148"/>
                  <a:gd name="T14" fmla="*/ 300 w 114"/>
                  <a:gd name="T15" fmla="*/ 592 h 148"/>
                  <a:gd name="T16" fmla="*/ 180 w 114"/>
                  <a:gd name="T17" fmla="*/ 652 h 148"/>
                  <a:gd name="T18" fmla="*/ 55 w 114"/>
                  <a:gd name="T19" fmla="*/ 680 h 148"/>
                  <a:gd name="T20" fmla="*/ 47 w 114"/>
                  <a:gd name="T21" fmla="*/ 266 h 148"/>
                  <a:gd name="T22" fmla="*/ 13 w 114"/>
                  <a:gd name="T23" fmla="*/ 96 h 148"/>
                  <a:gd name="T24" fmla="*/ 20 w 114"/>
                  <a:gd name="T25" fmla="*/ 0 h 14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14" h="148">
                    <a:moveTo>
                      <a:pt x="4" y="0"/>
                    </a:moveTo>
                    <a:cubicBezTo>
                      <a:pt x="21" y="10"/>
                      <a:pt x="46" y="8"/>
                      <a:pt x="65" y="10"/>
                    </a:cubicBezTo>
                    <a:cubicBezTo>
                      <a:pt x="75" y="11"/>
                      <a:pt x="85" y="11"/>
                      <a:pt x="94" y="10"/>
                    </a:cubicBezTo>
                    <a:cubicBezTo>
                      <a:pt x="101" y="10"/>
                      <a:pt x="107" y="7"/>
                      <a:pt x="113" y="6"/>
                    </a:cubicBezTo>
                    <a:cubicBezTo>
                      <a:pt x="114" y="31"/>
                      <a:pt x="110" y="57"/>
                      <a:pt x="111" y="82"/>
                    </a:cubicBezTo>
                    <a:cubicBezTo>
                      <a:pt x="112" y="99"/>
                      <a:pt x="113" y="117"/>
                      <a:pt x="112" y="134"/>
                    </a:cubicBezTo>
                    <a:cubicBezTo>
                      <a:pt x="106" y="135"/>
                      <a:pt x="97" y="132"/>
                      <a:pt x="91" y="131"/>
                    </a:cubicBezTo>
                    <a:cubicBezTo>
                      <a:pt x="83" y="129"/>
                      <a:pt x="73" y="127"/>
                      <a:pt x="65" y="129"/>
                    </a:cubicBezTo>
                    <a:cubicBezTo>
                      <a:pt x="56" y="132"/>
                      <a:pt x="48" y="139"/>
                      <a:pt x="39" y="142"/>
                    </a:cubicBezTo>
                    <a:cubicBezTo>
                      <a:pt x="30" y="145"/>
                      <a:pt x="20" y="146"/>
                      <a:pt x="12" y="148"/>
                    </a:cubicBezTo>
                    <a:cubicBezTo>
                      <a:pt x="25" y="123"/>
                      <a:pt x="16" y="84"/>
                      <a:pt x="10" y="58"/>
                    </a:cubicBezTo>
                    <a:cubicBezTo>
                      <a:pt x="7" y="46"/>
                      <a:pt x="4" y="34"/>
                      <a:pt x="3" y="21"/>
                    </a:cubicBezTo>
                    <a:cubicBezTo>
                      <a:pt x="2" y="15"/>
                      <a:pt x="0" y="5"/>
                      <a:pt x="4" y="0"/>
                    </a:cubicBezTo>
                  </a:path>
                </a:pathLst>
              </a:custGeom>
              <a:noFill/>
              <a:ln w="7938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785" name="Freeform 331">
                <a:extLst>
                  <a:ext uri="{FF2B5EF4-FFF2-40B4-BE49-F238E27FC236}">
                    <a16:creationId xmlns:a16="http://schemas.microsoft.com/office/drawing/2014/main" id="{E258F0B8-0DC4-4E56-85E0-89D1DA9ABD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3" y="2533"/>
                <a:ext cx="29" cy="5"/>
              </a:xfrm>
              <a:custGeom>
                <a:avLst/>
                <a:gdLst>
                  <a:gd name="T0" fmla="*/ 5 w 17"/>
                  <a:gd name="T1" fmla="*/ 0 h 3"/>
                  <a:gd name="T2" fmla="*/ 84 w 17"/>
                  <a:gd name="T3" fmla="*/ 8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3">
                    <a:moveTo>
                      <a:pt x="1" y="0"/>
                    </a:moveTo>
                    <a:cubicBezTo>
                      <a:pt x="0" y="2"/>
                      <a:pt x="13" y="3"/>
                      <a:pt x="17" y="2"/>
                    </a:cubicBezTo>
                  </a:path>
                </a:pathLst>
              </a:custGeom>
              <a:noFill/>
              <a:ln w="7938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786" name="Freeform 332">
                <a:extLst>
                  <a:ext uri="{FF2B5EF4-FFF2-40B4-BE49-F238E27FC236}">
                    <a16:creationId xmlns:a16="http://schemas.microsoft.com/office/drawing/2014/main" id="{EE89FCBE-ED73-44F0-B9F6-49398AD493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5" y="2538"/>
                <a:ext cx="27" cy="2"/>
              </a:xfrm>
              <a:custGeom>
                <a:avLst/>
                <a:gdLst>
                  <a:gd name="T0" fmla="*/ 0 w 16"/>
                  <a:gd name="T1" fmla="*/ 0 h 1"/>
                  <a:gd name="T2" fmla="*/ 78 w 16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1">
                    <a:moveTo>
                      <a:pt x="0" y="0"/>
                    </a:moveTo>
                    <a:cubicBezTo>
                      <a:pt x="5" y="0"/>
                      <a:pt x="10" y="1"/>
                      <a:pt x="16" y="1"/>
                    </a:cubicBezTo>
                  </a:path>
                </a:pathLst>
              </a:custGeom>
              <a:noFill/>
              <a:ln w="7938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787" name="Freeform 333">
                <a:extLst>
                  <a:ext uri="{FF2B5EF4-FFF2-40B4-BE49-F238E27FC236}">
                    <a16:creationId xmlns:a16="http://schemas.microsoft.com/office/drawing/2014/main" id="{0EFEA6DA-DA1B-4BA0-810C-DDD0F991E6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2" y="2538"/>
                <a:ext cx="23" cy="2"/>
              </a:xfrm>
              <a:custGeom>
                <a:avLst/>
                <a:gdLst>
                  <a:gd name="T0" fmla="*/ 0 w 14"/>
                  <a:gd name="T1" fmla="*/ 0 h 1"/>
                  <a:gd name="T2" fmla="*/ 62 w 14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1">
                    <a:moveTo>
                      <a:pt x="0" y="0"/>
                    </a:moveTo>
                    <a:cubicBezTo>
                      <a:pt x="5" y="1"/>
                      <a:pt x="9" y="1"/>
                      <a:pt x="14" y="1"/>
                    </a:cubicBezTo>
                  </a:path>
                </a:pathLst>
              </a:custGeom>
              <a:noFill/>
              <a:ln w="7938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788" name="Freeform 334">
                <a:extLst>
                  <a:ext uri="{FF2B5EF4-FFF2-40B4-BE49-F238E27FC236}">
                    <a16:creationId xmlns:a16="http://schemas.microsoft.com/office/drawing/2014/main" id="{1E74F470-C3DC-4A87-83C5-B8DCD5F219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5" y="2538"/>
                <a:ext cx="14" cy="1"/>
              </a:xfrm>
              <a:custGeom>
                <a:avLst/>
                <a:gdLst>
                  <a:gd name="T0" fmla="*/ 0 w 8"/>
                  <a:gd name="T1" fmla="*/ 0 h 1"/>
                  <a:gd name="T2" fmla="*/ 44 w 8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1">
                    <a:moveTo>
                      <a:pt x="0" y="0"/>
                    </a:moveTo>
                    <a:cubicBezTo>
                      <a:pt x="3" y="0"/>
                      <a:pt x="5" y="0"/>
                      <a:pt x="8" y="0"/>
                    </a:cubicBezTo>
                  </a:path>
                </a:pathLst>
              </a:custGeom>
              <a:noFill/>
              <a:ln w="7938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789" name="Freeform 335">
                <a:extLst>
                  <a:ext uri="{FF2B5EF4-FFF2-40B4-BE49-F238E27FC236}">
                    <a16:creationId xmlns:a16="http://schemas.microsoft.com/office/drawing/2014/main" id="{1725516C-2B45-4CAB-AF82-F49187D176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3" y="2543"/>
                <a:ext cx="144" cy="183"/>
              </a:xfrm>
              <a:custGeom>
                <a:avLst/>
                <a:gdLst>
                  <a:gd name="T0" fmla="*/ 0 w 86"/>
                  <a:gd name="T1" fmla="*/ 37 h 110"/>
                  <a:gd name="T2" fmla="*/ 42 w 86"/>
                  <a:gd name="T3" fmla="*/ 185 h 110"/>
                  <a:gd name="T4" fmla="*/ 55 w 86"/>
                  <a:gd name="T5" fmla="*/ 293 h 110"/>
                  <a:gd name="T6" fmla="*/ 42 w 86"/>
                  <a:gd name="T7" fmla="*/ 506 h 110"/>
                  <a:gd name="T8" fmla="*/ 117 w 86"/>
                  <a:gd name="T9" fmla="*/ 464 h 110"/>
                  <a:gd name="T10" fmla="*/ 196 w 86"/>
                  <a:gd name="T11" fmla="*/ 433 h 110"/>
                  <a:gd name="T12" fmla="*/ 404 w 86"/>
                  <a:gd name="T13" fmla="*/ 401 h 110"/>
                  <a:gd name="T14" fmla="*/ 224 w 86"/>
                  <a:gd name="T15" fmla="*/ 341 h 110"/>
                  <a:gd name="T16" fmla="*/ 124 w 86"/>
                  <a:gd name="T17" fmla="*/ 160 h 110"/>
                  <a:gd name="T18" fmla="*/ 112 w 86"/>
                  <a:gd name="T19" fmla="*/ 88 h 110"/>
                  <a:gd name="T20" fmla="*/ 109 w 86"/>
                  <a:gd name="T21" fmla="*/ 28 h 110"/>
                  <a:gd name="T22" fmla="*/ 0 w 86"/>
                  <a:gd name="T23" fmla="*/ 20 h 11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86" h="110">
                    <a:moveTo>
                      <a:pt x="0" y="8"/>
                    </a:moveTo>
                    <a:cubicBezTo>
                      <a:pt x="1" y="16"/>
                      <a:pt x="7" y="30"/>
                      <a:pt x="9" y="40"/>
                    </a:cubicBezTo>
                    <a:cubicBezTo>
                      <a:pt x="10" y="48"/>
                      <a:pt x="12" y="56"/>
                      <a:pt x="12" y="64"/>
                    </a:cubicBezTo>
                    <a:cubicBezTo>
                      <a:pt x="14" y="80"/>
                      <a:pt x="14" y="95"/>
                      <a:pt x="9" y="110"/>
                    </a:cubicBezTo>
                    <a:cubicBezTo>
                      <a:pt x="15" y="107"/>
                      <a:pt x="19" y="103"/>
                      <a:pt x="25" y="101"/>
                    </a:cubicBezTo>
                    <a:cubicBezTo>
                      <a:pt x="31" y="99"/>
                      <a:pt x="37" y="97"/>
                      <a:pt x="42" y="94"/>
                    </a:cubicBezTo>
                    <a:cubicBezTo>
                      <a:pt x="56" y="87"/>
                      <a:pt x="70" y="86"/>
                      <a:pt x="86" y="87"/>
                    </a:cubicBezTo>
                    <a:cubicBezTo>
                      <a:pt x="74" y="78"/>
                      <a:pt x="60" y="82"/>
                      <a:pt x="48" y="74"/>
                    </a:cubicBezTo>
                    <a:cubicBezTo>
                      <a:pt x="35" y="65"/>
                      <a:pt x="30" y="50"/>
                      <a:pt x="26" y="35"/>
                    </a:cubicBezTo>
                    <a:cubicBezTo>
                      <a:pt x="25" y="30"/>
                      <a:pt x="24" y="24"/>
                      <a:pt x="24" y="19"/>
                    </a:cubicBezTo>
                    <a:cubicBezTo>
                      <a:pt x="23" y="16"/>
                      <a:pt x="24" y="8"/>
                      <a:pt x="23" y="6"/>
                    </a:cubicBezTo>
                    <a:cubicBezTo>
                      <a:pt x="19" y="0"/>
                      <a:pt x="6" y="3"/>
                      <a:pt x="0" y="4"/>
                    </a:cubicBezTo>
                  </a:path>
                </a:pathLst>
              </a:custGeom>
              <a:solidFill>
                <a:srgbClr val="8FBD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790" name="Freeform 336">
                <a:extLst>
                  <a:ext uri="{FF2B5EF4-FFF2-40B4-BE49-F238E27FC236}">
                    <a16:creationId xmlns:a16="http://schemas.microsoft.com/office/drawing/2014/main" id="{C508FEBF-0C21-48CD-BF42-DD6DA644BA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5" y="2501"/>
                <a:ext cx="103" cy="29"/>
              </a:xfrm>
              <a:custGeom>
                <a:avLst/>
                <a:gdLst>
                  <a:gd name="T0" fmla="*/ 0 w 62"/>
                  <a:gd name="T1" fmla="*/ 0 h 17"/>
                  <a:gd name="T2" fmla="*/ 8 w 62"/>
                  <a:gd name="T3" fmla="*/ 58 h 17"/>
                  <a:gd name="T4" fmla="*/ 47 w 62"/>
                  <a:gd name="T5" fmla="*/ 58 h 17"/>
                  <a:gd name="T6" fmla="*/ 96 w 62"/>
                  <a:gd name="T7" fmla="*/ 70 h 17"/>
                  <a:gd name="T8" fmla="*/ 284 w 62"/>
                  <a:gd name="T9" fmla="*/ 78 h 17"/>
                  <a:gd name="T10" fmla="*/ 271 w 62"/>
                  <a:gd name="T11" fmla="*/ 34 h 17"/>
                  <a:gd name="T12" fmla="*/ 196 w 62"/>
                  <a:gd name="T13" fmla="*/ 34 h 17"/>
                  <a:gd name="T14" fmla="*/ 78 w 62"/>
                  <a:gd name="T15" fmla="*/ 29 h 17"/>
                  <a:gd name="T16" fmla="*/ 22 w 62"/>
                  <a:gd name="T17" fmla="*/ 9 h 17"/>
                  <a:gd name="T18" fmla="*/ 5 w 62"/>
                  <a:gd name="T19" fmla="*/ 0 h 1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62" h="17">
                    <a:moveTo>
                      <a:pt x="0" y="0"/>
                    </a:moveTo>
                    <a:cubicBezTo>
                      <a:pt x="0" y="0"/>
                      <a:pt x="0" y="10"/>
                      <a:pt x="2" y="12"/>
                    </a:cubicBezTo>
                    <a:cubicBezTo>
                      <a:pt x="4" y="12"/>
                      <a:pt x="8" y="12"/>
                      <a:pt x="10" y="12"/>
                    </a:cubicBezTo>
                    <a:cubicBezTo>
                      <a:pt x="14" y="13"/>
                      <a:pt x="17" y="13"/>
                      <a:pt x="21" y="14"/>
                    </a:cubicBezTo>
                    <a:cubicBezTo>
                      <a:pt x="34" y="17"/>
                      <a:pt x="48" y="17"/>
                      <a:pt x="62" y="16"/>
                    </a:cubicBezTo>
                    <a:cubicBezTo>
                      <a:pt x="60" y="14"/>
                      <a:pt x="60" y="10"/>
                      <a:pt x="59" y="7"/>
                    </a:cubicBezTo>
                    <a:cubicBezTo>
                      <a:pt x="54" y="8"/>
                      <a:pt x="48" y="7"/>
                      <a:pt x="43" y="7"/>
                    </a:cubicBezTo>
                    <a:cubicBezTo>
                      <a:pt x="34" y="7"/>
                      <a:pt x="25" y="8"/>
                      <a:pt x="17" y="6"/>
                    </a:cubicBezTo>
                    <a:cubicBezTo>
                      <a:pt x="13" y="5"/>
                      <a:pt x="9" y="4"/>
                      <a:pt x="5" y="2"/>
                    </a:cubicBezTo>
                    <a:cubicBezTo>
                      <a:pt x="4" y="1"/>
                      <a:pt x="2" y="0"/>
                      <a:pt x="1" y="0"/>
                    </a:cubicBezTo>
                  </a:path>
                </a:pathLst>
              </a:custGeom>
              <a:solidFill>
                <a:srgbClr val="8FBD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791" name="Freeform 337">
                <a:extLst>
                  <a:ext uri="{FF2B5EF4-FFF2-40B4-BE49-F238E27FC236}">
                    <a16:creationId xmlns:a16="http://schemas.microsoft.com/office/drawing/2014/main" id="{7E3E3713-B2B1-41D1-A53C-9456441E49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0" y="2711"/>
                <a:ext cx="102" cy="38"/>
              </a:xfrm>
              <a:custGeom>
                <a:avLst/>
                <a:gdLst>
                  <a:gd name="T0" fmla="*/ 0 w 61"/>
                  <a:gd name="T1" fmla="*/ 96 h 23"/>
                  <a:gd name="T2" fmla="*/ 84 w 61"/>
                  <a:gd name="T3" fmla="*/ 76 h 23"/>
                  <a:gd name="T4" fmla="*/ 150 w 61"/>
                  <a:gd name="T5" fmla="*/ 55 h 23"/>
                  <a:gd name="T6" fmla="*/ 286 w 61"/>
                  <a:gd name="T7" fmla="*/ 0 h 23"/>
                  <a:gd name="T8" fmla="*/ 132 w 61"/>
                  <a:gd name="T9" fmla="*/ 71 h 23"/>
                  <a:gd name="T10" fmla="*/ 0 w 61"/>
                  <a:gd name="T11" fmla="*/ 96 h 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1" h="23">
                    <a:moveTo>
                      <a:pt x="0" y="21"/>
                    </a:moveTo>
                    <a:cubicBezTo>
                      <a:pt x="6" y="18"/>
                      <a:pt x="12" y="19"/>
                      <a:pt x="18" y="17"/>
                    </a:cubicBezTo>
                    <a:cubicBezTo>
                      <a:pt x="23" y="16"/>
                      <a:pt x="28" y="14"/>
                      <a:pt x="32" y="12"/>
                    </a:cubicBezTo>
                    <a:cubicBezTo>
                      <a:pt x="42" y="8"/>
                      <a:pt x="51" y="2"/>
                      <a:pt x="61" y="0"/>
                    </a:cubicBezTo>
                    <a:cubicBezTo>
                      <a:pt x="50" y="0"/>
                      <a:pt x="38" y="11"/>
                      <a:pt x="28" y="16"/>
                    </a:cubicBezTo>
                    <a:cubicBezTo>
                      <a:pt x="19" y="20"/>
                      <a:pt x="9" y="23"/>
                      <a:pt x="0" y="21"/>
                    </a:cubicBezTo>
                  </a:path>
                </a:pathLst>
              </a:custGeom>
              <a:solidFill>
                <a:srgbClr val="8FBD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792" name="Freeform 338">
                <a:extLst>
                  <a:ext uri="{FF2B5EF4-FFF2-40B4-BE49-F238E27FC236}">
                    <a16:creationId xmlns:a16="http://schemas.microsoft.com/office/drawing/2014/main" id="{0C85BBBA-616C-48E0-A379-AF27CCA209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3" y="2626"/>
                <a:ext cx="14" cy="108"/>
              </a:xfrm>
              <a:custGeom>
                <a:avLst/>
                <a:gdLst>
                  <a:gd name="T0" fmla="*/ 7 w 8"/>
                  <a:gd name="T1" fmla="*/ 297 h 65"/>
                  <a:gd name="T2" fmla="*/ 21 w 8"/>
                  <a:gd name="T3" fmla="*/ 0 h 65"/>
                  <a:gd name="T4" fmla="*/ 28 w 8"/>
                  <a:gd name="T5" fmla="*/ 183 h 65"/>
                  <a:gd name="T6" fmla="*/ 0 w 8"/>
                  <a:gd name="T7" fmla="*/ 297 h 6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65">
                    <a:moveTo>
                      <a:pt x="1" y="65"/>
                    </a:moveTo>
                    <a:cubicBezTo>
                      <a:pt x="8" y="43"/>
                      <a:pt x="6" y="22"/>
                      <a:pt x="4" y="0"/>
                    </a:cubicBezTo>
                    <a:cubicBezTo>
                      <a:pt x="4" y="13"/>
                      <a:pt x="5" y="27"/>
                      <a:pt x="5" y="40"/>
                    </a:cubicBezTo>
                    <a:cubicBezTo>
                      <a:pt x="5" y="50"/>
                      <a:pt x="1" y="57"/>
                      <a:pt x="0" y="65"/>
                    </a:cubicBezTo>
                  </a:path>
                </a:pathLst>
              </a:custGeom>
              <a:solidFill>
                <a:srgbClr val="8FBD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793" name="Freeform 339">
                <a:extLst>
                  <a:ext uri="{FF2B5EF4-FFF2-40B4-BE49-F238E27FC236}">
                    <a16:creationId xmlns:a16="http://schemas.microsoft.com/office/drawing/2014/main" id="{F1A728AE-79F1-42BF-9EFC-3724FC5800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9" y="3292"/>
                <a:ext cx="20" cy="150"/>
              </a:xfrm>
              <a:custGeom>
                <a:avLst/>
                <a:gdLst>
                  <a:gd name="T0" fmla="*/ 47 w 12"/>
                  <a:gd name="T1" fmla="*/ 0 h 90"/>
                  <a:gd name="T2" fmla="*/ 47 w 12"/>
                  <a:gd name="T3" fmla="*/ 203 h 90"/>
                  <a:gd name="T4" fmla="*/ 33 w 12"/>
                  <a:gd name="T5" fmla="*/ 297 h 90"/>
                  <a:gd name="T6" fmla="*/ 0 w 12"/>
                  <a:gd name="T7" fmla="*/ 417 h 90"/>
                  <a:gd name="T8" fmla="*/ 28 w 12"/>
                  <a:gd name="T9" fmla="*/ 263 h 90"/>
                  <a:gd name="T10" fmla="*/ 42 w 12"/>
                  <a:gd name="T11" fmla="*/ 138 h 90"/>
                  <a:gd name="T12" fmla="*/ 42 w 12"/>
                  <a:gd name="T13" fmla="*/ 0 h 9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90">
                    <a:moveTo>
                      <a:pt x="10" y="0"/>
                    </a:moveTo>
                    <a:cubicBezTo>
                      <a:pt x="9" y="15"/>
                      <a:pt x="12" y="30"/>
                      <a:pt x="10" y="44"/>
                    </a:cubicBezTo>
                    <a:cubicBezTo>
                      <a:pt x="9" y="51"/>
                      <a:pt x="8" y="58"/>
                      <a:pt x="7" y="64"/>
                    </a:cubicBezTo>
                    <a:cubicBezTo>
                      <a:pt x="5" y="73"/>
                      <a:pt x="2" y="81"/>
                      <a:pt x="0" y="90"/>
                    </a:cubicBezTo>
                    <a:cubicBezTo>
                      <a:pt x="1" y="79"/>
                      <a:pt x="5" y="68"/>
                      <a:pt x="6" y="57"/>
                    </a:cubicBezTo>
                    <a:cubicBezTo>
                      <a:pt x="7" y="48"/>
                      <a:pt x="8" y="39"/>
                      <a:pt x="9" y="30"/>
                    </a:cubicBezTo>
                    <a:cubicBezTo>
                      <a:pt x="9" y="20"/>
                      <a:pt x="9" y="10"/>
                      <a:pt x="9" y="0"/>
                    </a:cubicBezTo>
                  </a:path>
                </a:pathLst>
              </a:custGeom>
              <a:solidFill>
                <a:srgbClr val="8FBD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794" name="Freeform 340">
                <a:extLst>
                  <a:ext uri="{FF2B5EF4-FFF2-40B4-BE49-F238E27FC236}">
                    <a16:creationId xmlns:a16="http://schemas.microsoft.com/office/drawing/2014/main" id="{102D1D2B-A8FE-4A22-B9B5-2426AD1AD1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4" y="3214"/>
                <a:ext cx="59" cy="66"/>
              </a:xfrm>
              <a:custGeom>
                <a:avLst/>
                <a:gdLst>
                  <a:gd name="T0" fmla="*/ 0 w 35"/>
                  <a:gd name="T1" fmla="*/ 89 h 40"/>
                  <a:gd name="T2" fmla="*/ 140 w 35"/>
                  <a:gd name="T3" fmla="*/ 21 h 40"/>
                  <a:gd name="T4" fmla="*/ 140 w 35"/>
                  <a:gd name="T5" fmla="*/ 97 h 40"/>
                  <a:gd name="T6" fmla="*/ 167 w 35"/>
                  <a:gd name="T7" fmla="*/ 180 h 40"/>
                  <a:gd name="T8" fmla="*/ 145 w 35"/>
                  <a:gd name="T9" fmla="*/ 68 h 40"/>
                  <a:gd name="T10" fmla="*/ 140 w 35"/>
                  <a:gd name="T11" fmla="*/ 0 h 40"/>
                  <a:gd name="T12" fmla="*/ 83 w 35"/>
                  <a:gd name="T13" fmla="*/ 50 h 40"/>
                  <a:gd name="T14" fmla="*/ 13 w 35"/>
                  <a:gd name="T15" fmla="*/ 89 h 4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5" h="40">
                    <a:moveTo>
                      <a:pt x="0" y="20"/>
                    </a:moveTo>
                    <a:cubicBezTo>
                      <a:pt x="10" y="17"/>
                      <a:pt x="20" y="10"/>
                      <a:pt x="29" y="5"/>
                    </a:cubicBezTo>
                    <a:cubicBezTo>
                      <a:pt x="28" y="11"/>
                      <a:pt x="27" y="16"/>
                      <a:pt x="29" y="22"/>
                    </a:cubicBezTo>
                    <a:cubicBezTo>
                      <a:pt x="30" y="28"/>
                      <a:pt x="33" y="34"/>
                      <a:pt x="35" y="40"/>
                    </a:cubicBezTo>
                    <a:cubicBezTo>
                      <a:pt x="33" y="32"/>
                      <a:pt x="31" y="24"/>
                      <a:pt x="30" y="15"/>
                    </a:cubicBezTo>
                    <a:cubicBezTo>
                      <a:pt x="29" y="10"/>
                      <a:pt x="28" y="5"/>
                      <a:pt x="29" y="0"/>
                    </a:cubicBezTo>
                    <a:cubicBezTo>
                      <a:pt x="25" y="3"/>
                      <a:pt x="21" y="7"/>
                      <a:pt x="17" y="11"/>
                    </a:cubicBezTo>
                    <a:cubicBezTo>
                      <a:pt x="14" y="14"/>
                      <a:pt x="7" y="19"/>
                      <a:pt x="3" y="20"/>
                    </a:cubicBezTo>
                  </a:path>
                </a:pathLst>
              </a:custGeom>
              <a:solidFill>
                <a:srgbClr val="8FBD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795" name="Freeform 341">
                <a:extLst>
                  <a:ext uri="{FF2B5EF4-FFF2-40B4-BE49-F238E27FC236}">
                    <a16:creationId xmlns:a16="http://schemas.microsoft.com/office/drawing/2014/main" id="{7DD1E308-78B9-4828-AE42-672916FB51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1" y="2406"/>
                <a:ext cx="125" cy="39"/>
              </a:xfrm>
              <a:custGeom>
                <a:avLst/>
                <a:gdLst>
                  <a:gd name="T0" fmla="*/ 347 w 75"/>
                  <a:gd name="T1" fmla="*/ 0 h 23"/>
                  <a:gd name="T2" fmla="*/ 300 w 75"/>
                  <a:gd name="T3" fmla="*/ 42 h 23"/>
                  <a:gd name="T4" fmla="*/ 237 w 75"/>
                  <a:gd name="T5" fmla="*/ 49 h 23"/>
                  <a:gd name="T6" fmla="*/ 167 w 75"/>
                  <a:gd name="T7" fmla="*/ 78 h 23"/>
                  <a:gd name="T8" fmla="*/ 78 w 75"/>
                  <a:gd name="T9" fmla="*/ 90 h 23"/>
                  <a:gd name="T10" fmla="*/ 5 w 75"/>
                  <a:gd name="T11" fmla="*/ 112 h 23"/>
                  <a:gd name="T12" fmla="*/ 0 w 75"/>
                  <a:gd name="T13" fmla="*/ 103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5" h="23">
                    <a:moveTo>
                      <a:pt x="75" y="0"/>
                    </a:moveTo>
                    <a:cubicBezTo>
                      <a:pt x="72" y="4"/>
                      <a:pt x="68" y="6"/>
                      <a:pt x="65" y="9"/>
                    </a:cubicBezTo>
                    <a:cubicBezTo>
                      <a:pt x="60" y="4"/>
                      <a:pt x="55" y="8"/>
                      <a:pt x="51" y="10"/>
                    </a:cubicBezTo>
                    <a:cubicBezTo>
                      <a:pt x="46" y="13"/>
                      <a:pt x="42" y="16"/>
                      <a:pt x="36" y="16"/>
                    </a:cubicBezTo>
                    <a:cubicBezTo>
                      <a:pt x="29" y="17"/>
                      <a:pt x="23" y="18"/>
                      <a:pt x="17" y="18"/>
                    </a:cubicBezTo>
                    <a:cubicBezTo>
                      <a:pt x="10" y="18"/>
                      <a:pt x="7" y="21"/>
                      <a:pt x="1" y="23"/>
                    </a:cubicBezTo>
                    <a:cubicBezTo>
                      <a:pt x="2" y="22"/>
                      <a:pt x="0" y="22"/>
                      <a:pt x="0" y="21"/>
                    </a:cubicBezTo>
                  </a:path>
                </a:pathLst>
              </a:custGeom>
              <a:noFill/>
              <a:ln w="7938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796" name="Freeform 342">
                <a:extLst>
                  <a:ext uri="{FF2B5EF4-FFF2-40B4-BE49-F238E27FC236}">
                    <a16:creationId xmlns:a16="http://schemas.microsoft.com/office/drawing/2014/main" id="{2540B363-B4E5-4A0C-8798-B8BFE9A330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1" y="2413"/>
                <a:ext cx="156" cy="30"/>
              </a:xfrm>
              <a:custGeom>
                <a:avLst/>
                <a:gdLst>
                  <a:gd name="T0" fmla="*/ 0 w 93"/>
                  <a:gd name="T1" fmla="*/ 0 h 18"/>
                  <a:gd name="T2" fmla="*/ 99 w 93"/>
                  <a:gd name="T3" fmla="*/ 33 h 18"/>
                  <a:gd name="T4" fmla="*/ 166 w 93"/>
                  <a:gd name="T5" fmla="*/ 28 h 18"/>
                  <a:gd name="T6" fmla="*/ 188 w 93"/>
                  <a:gd name="T7" fmla="*/ 33 h 18"/>
                  <a:gd name="T8" fmla="*/ 208 w 93"/>
                  <a:gd name="T9" fmla="*/ 42 h 18"/>
                  <a:gd name="T10" fmla="*/ 216 w 93"/>
                  <a:gd name="T11" fmla="*/ 28 h 18"/>
                  <a:gd name="T12" fmla="*/ 312 w 93"/>
                  <a:gd name="T13" fmla="*/ 62 h 18"/>
                  <a:gd name="T14" fmla="*/ 369 w 93"/>
                  <a:gd name="T15" fmla="*/ 62 h 18"/>
                  <a:gd name="T16" fmla="*/ 439 w 93"/>
                  <a:gd name="T17" fmla="*/ 83 h 1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3" h="18">
                    <a:moveTo>
                      <a:pt x="0" y="0"/>
                    </a:moveTo>
                    <a:cubicBezTo>
                      <a:pt x="3" y="3"/>
                      <a:pt x="15" y="10"/>
                      <a:pt x="21" y="7"/>
                    </a:cubicBezTo>
                    <a:cubicBezTo>
                      <a:pt x="28" y="4"/>
                      <a:pt x="27" y="4"/>
                      <a:pt x="35" y="6"/>
                    </a:cubicBezTo>
                    <a:cubicBezTo>
                      <a:pt x="36" y="7"/>
                      <a:pt x="39" y="7"/>
                      <a:pt x="40" y="7"/>
                    </a:cubicBezTo>
                    <a:cubicBezTo>
                      <a:pt x="42" y="8"/>
                      <a:pt x="43" y="9"/>
                      <a:pt x="44" y="9"/>
                    </a:cubicBezTo>
                    <a:cubicBezTo>
                      <a:pt x="45" y="9"/>
                      <a:pt x="46" y="6"/>
                      <a:pt x="46" y="6"/>
                    </a:cubicBezTo>
                    <a:cubicBezTo>
                      <a:pt x="53" y="6"/>
                      <a:pt x="60" y="11"/>
                      <a:pt x="66" y="13"/>
                    </a:cubicBezTo>
                    <a:cubicBezTo>
                      <a:pt x="67" y="8"/>
                      <a:pt x="74" y="13"/>
                      <a:pt x="78" y="13"/>
                    </a:cubicBezTo>
                    <a:cubicBezTo>
                      <a:pt x="84" y="15"/>
                      <a:pt x="88" y="15"/>
                      <a:pt x="93" y="18"/>
                    </a:cubicBezTo>
                  </a:path>
                </a:pathLst>
              </a:custGeom>
              <a:noFill/>
              <a:ln w="7938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797" name="Freeform 343">
                <a:extLst>
                  <a:ext uri="{FF2B5EF4-FFF2-40B4-BE49-F238E27FC236}">
                    <a16:creationId xmlns:a16="http://schemas.microsoft.com/office/drawing/2014/main" id="{640A519F-D5C0-4AE4-A495-B8AF4E408C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8" y="1251"/>
                <a:ext cx="913" cy="1323"/>
              </a:xfrm>
              <a:custGeom>
                <a:avLst/>
                <a:gdLst>
                  <a:gd name="T0" fmla="*/ 925 w 547"/>
                  <a:gd name="T1" fmla="*/ 22 h 795"/>
                  <a:gd name="T2" fmla="*/ 1529 w 547"/>
                  <a:gd name="T3" fmla="*/ 0 h 795"/>
                  <a:gd name="T4" fmla="*/ 1579 w 547"/>
                  <a:gd name="T5" fmla="*/ 42 h 795"/>
                  <a:gd name="T6" fmla="*/ 2223 w 547"/>
                  <a:gd name="T7" fmla="*/ 308 h 795"/>
                  <a:gd name="T8" fmla="*/ 2544 w 547"/>
                  <a:gd name="T9" fmla="*/ 1410 h 795"/>
                  <a:gd name="T10" fmla="*/ 2015 w 547"/>
                  <a:gd name="T11" fmla="*/ 1817 h 795"/>
                  <a:gd name="T12" fmla="*/ 2003 w 547"/>
                  <a:gd name="T13" fmla="*/ 1722 h 795"/>
                  <a:gd name="T14" fmla="*/ 2015 w 547"/>
                  <a:gd name="T15" fmla="*/ 2406 h 795"/>
                  <a:gd name="T16" fmla="*/ 2198 w 547"/>
                  <a:gd name="T17" fmla="*/ 3352 h 795"/>
                  <a:gd name="T18" fmla="*/ 376 w 547"/>
                  <a:gd name="T19" fmla="*/ 3357 h 795"/>
                  <a:gd name="T20" fmla="*/ 526 w 547"/>
                  <a:gd name="T21" fmla="*/ 2381 h 795"/>
                  <a:gd name="T22" fmla="*/ 541 w 547"/>
                  <a:gd name="T23" fmla="*/ 1626 h 795"/>
                  <a:gd name="T24" fmla="*/ 501 w 547"/>
                  <a:gd name="T25" fmla="*/ 1742 h 795"/>
                  <a:gd name="T26" fmla="*/ 0 w 547"/>
                  <a:gd name="T27" fmla="*/ 1451 h 795"/>
                  <a:gd name="T28" fmla="*/ 312 w 547"/>
                  <a:gd name="T29" fmla="*/ 291 h 795"/>
                  <a:gd name="T30" fmla="*/ 870 w 547"/>
                  <a:gd name="T31" fmla="*/ 62 h 795"/>
                  <a:gd name="T32" fmla="*/ 925 w 547"/>
                  <a:gd name="T33" fmla="*/ 22 h 79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547" h="795">
                    <a:moveTo>
                      <a:pt x="199" y="5"/>
                    </a:moveTo>
                    <a:cubicBezTo>
                      <a:pt x="199" y="5"/>
                      <a:pt x="274" y="43"/>
                      <a:pt x="329" y="0"/>
                    </a:cubicBezTo>
                    <a:cubicBezTo>
                      <a:pt x="340" y="9"/>
                      <a:pt x="340" y="9"/>
                      <a:pt x="340" y="9"/>
                    </a:cubicBezTo>
                    <a:cubicBezTo>
                      <a:pt x="340" y="9"/>
                      <a:pt x="436" y="34"/>
                      <a:pt x="478" y="67"/>
                    </a:cubicBezTo>
                    <a:cubicBezTo>
                      <a:pt x="519" y="100"/>
                      <a:pt x="533" y="237"/>
                      <a:pt x="547" y="306"/>
                    </a:cubicBezTo>
                    <a:cubicBezTo>
                      <a:pt x="547" y="306"/>
                      <a:pt x="507" y="377"/>
                      <a:pt x="433" y="394"/>
                    </a:cubicBezTo>
                    <a:cubicBezTo>
                      <a:pt x="431" y="374"/>
                      <a:pt x="431" y="374"/>
                      <a:pt x="431" y="374"/>
                    </a:cubicBezTo>
                    <a:cubicBezTo>
                      <a:pt x="431" y="374"/>
                      <a:pt x="427" y="486"/>
                      <a:pt x="433" y="522"/>
                    </a:cubicBezTo>
                    <a:cubicBezTo>
                      <a:pt x="439" y="558"/>
                      <a:pt x="473" y="676"/>
                      <a:pt x="473" y="727"/>
                    </a:cubicBezTo>
                    <a:cubicBezTo>
                      <a:pt x="473" y="727"/>
                      <a:pt x="279" y="795"/>
                      <a:pt x="81" y="728"/>
                    </a:cubicBezTo>
                    <a:cubicBezTo>
                      <a:pt x="81" y="728"/>
                      <a:pt x="103" y="586"/>
                      <a:pt x="113" y="517"/>
                    </a:cubicBezTo>
                    <a:cubicBezTo>
                      <a:pt x="123" y="448"/>
                      <a:pt x="116" y="353"/>
                      <a:pt x="116" y="353"/>
                    </a:cubicBezTo>
                    <a:cubicBezTo>
                      <a:pt x="108" y="378"/>
                      <a:pt x="108" y="378"/>
                      <a:pt x="108" y="378"/>
                    </a:cubicBezTo>
                    <a:cubicBezTo>
                      <a:pt x="108" y="378"/>
                      <a:pt x="25" y="369"/>
                      <a:pt x="0" y="315"/>
                    </a:cubicBezTo>
                    <a:cubicBezTo>
                      <a:pt x="0" y="315"/>
                      <a:pt x="23" y="119"/>
                      <a:pt x="67" y="63"/>
                    </a:cubicBezTo>
                    <a:cubicBezTo>
                      <a:pt x="67" y="63"/>
                      <a:pt x="79" y="46"/>
                      <a:pt x="187" y="13"/>
                    </a:cubicBezTo>
                    <a:lnTo>
                      <a:pt x="199" y="5"/>
                    </a:lnTo>
                    <a:close/>
                  </a:path>
                </a:pathLst>
              </a:custGeom>
              <a:solidFill>
                <a:srgbClr val="FFFFFF"/>
              </a:solidFill>
              <a:ln w="4763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798" name="Freeform 344">
                <a:extLst>
                  <a:ext uri="{FF2B5EF4-FFF2-40B4-BE49-F238E27FC236}">
                    <a16:creationId xmlns:a16="http://schemas.microsoft.com/office/drawing/2014/main" id="{ECDAFEA6-8E0A-4D81-AC14-0D50B57892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2" y="1656"/>
                <a:ext cx="11" cy="183"/>
              </a:xfrm>
              <a:custGeom>
                <a:avLst/>
                <a:gdLst>
                  <a:gd name="T0" fmla="*/ 0 w 7"/>
                  <a:gd name="T1" fmla="*/ 506 h 110"/>
                  <a:gd name="T2" fmla="*/ 22 w 7"/>
                  <a:gd name="T3" fmla="*/ 0 h 1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10">
                    <a:moveTo>
                      <a:pt x="0" y="110"/>
                    </a:moveTo>
                    <a:cubicBezTo>
                      <a:pt x="0" y="110"/>
                      <a:pt x="7" y="19"/>
                      <a:pt x="6" y="0"/>
                    </a:cubicBezTo>
                  </a:path>
                </a:pathLst>
              </a:custGeom>
              <a:solidFill>
                <a:srgbClr val="FFFFFF"/>
              </a:solidFill>
              <a:ln w="4763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799" name="Freeform 345">
                <a:extLst>
                  <a:ext uri="{FF2B5EF4-FFF2-40B4-BE49-F238E27FC236}">
                    <a16:creationId xmlns:a16="http://schemas.microsoft.com/office/drawing/2014/main" id="{4138BC65-8809-41F5-9F81-19D9BF6834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2" y="1656"/>
                <a:ext cx="11" cy="183"/>
              </a:xfrm>
              <a:custGeom>
                <a:avLst/>
                <a:gdLst>
                  <a:gd name="T0" fmla="*/ 0 w 7"/>
                  <a:gd name="T1" fmla="*/ 506 h 110"/>
                  <a:gd name="T2" fmla="*/ 22 w 7"/>
                  <a:gd name="T3" fmla="*/ 0 h 1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10">
                    <a:moveTo>
                      <a:pt x="0" y="110"/>
                    </a:moveTo>
                    <a:cubicBezTo>
                      <a:pt x="0" y="110"/>
                      <a:pt x="7" y="19"/>
                      <a:pt x="6" y="0"/>
                    </a:cubicBezTo>
                  </a:path>
                </a:pathLst>
              </a:custGeom>
              <a:noFill/>
              <a:ln w="4763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800" name="Freeform 346">
                <a:extLst>
                  <a:ext uri="{FF2B5EF4-FFF2-40B4-BE49-F238E27FC236}">
                    <a16:creationId xmlns:a16="http://schemas.microsoft.com/office/drawing/2014/main" id="{41012F68-A925-4637-8688-CFEE8254CE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3" y="1657"/>
                <a:ext cx="5" cy="217"/>
              </a:xfrm>
              <a:custGeom>
                <a:avLst/>
                <a:gdLst>
                  <a:gd name="T0" fmla="*/ 5 w 5"/>
                  <a:gd name="T1" fmla="*/ 217 h 217"/>
                  <a:gd name="T2" fmla="*/ 0 w 5"/>
                  <a:gd name="T3" fmla="*/ 0 h 217"/>
                  <a:gd name="T4" fmla="*/ 5 w 5"/>
                  <a:gd name="T5" fmla="*/ 217 h 2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217">
                    <a:moveTo>
                      <a:pt x="5" y="217"/>
                    </a:moveTo>
                    <a:lnTo>
                      <a:pt x="0" y="0"/>
                    </a:lnTo>
                    <a:lnTo>
                      <a:pt x="5" y="21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801" name="Line 347">
                <a:extLst>
                  <a:ext uri="{FF2B5EF4-FFF2-40B4-BE49-F238E27FC236}">
                    <a16:creationId xmlns:a16="http://schemas.microsoft.com/office/drawing/2014/main" id="{56092B9F-7282-42A9-8116-0EFFB437AD1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953" y="1657"/>
                <a:ext cx="5" cy="217"/>
              </a:xfrm>
              <a:prstGeom prst="line">
                <a:avLst/>
              </a:prstGeom>
              <a:noFill/>
              <a:ln w="4763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802" name="Freeform 348">
                <a:extLst>
                  <a:ext uri="{FF2B5EF4-FFF2-40B4-BE49-F238E27FC236}">
                    <a16:creationId xmlns:a16="http://schemas.microsoft.com/office/drawing/2014/main" id="{3982BC94-22AF-4E25-AC8D-C671F62239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5" y="1621"/>
                <a:ext cx="47" cy="60"/>
              </a:xfrm>
              <a:custGeom>
                <a:avLst/>
                <a:gdLst>
                  <a:gd name="T0" fmla="*/ 133 w 28"/>
                  <a:gd name="T1" fmla="*/ 167 h 36"/>
                  <a:gd name="T2" fmla="*/ 0 w 28"/>
                  <a:gd name="T3" fmla="*/ 55 h 3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" h="36">
                    <a:moveTo>
                      <a:pt x="28" y="36"/>
                    </a:moveTo>
                    <a:cubicBezTo>
                      <a:pt x="23" y="30"/>
                      <a:pt x="13" y="0"/>
                      <a:pt x="0" y="12"/>
                    </a:cubicBezTo>
                  </a:path>
                </a:pathLst>
              </a:custGeom>
              <a:solidFill>
                <a:srgbClr val="FFFFFF"/>
              </a:solidFill>
              <a:ln w="4763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803" name="Freeform 349">
                <a:extLst>
                  <a:ext uri="{FF2B5EF4-FFF2-40B4-BE49-F238E27FC236}">
                    <a16:creationId xmlns:a16="http://schemas.microsoft.com/office/drawing/2014/main" id="{725D931D-9449-4CDC-B709-367C1CFEBF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5" y="1621"/>
                <a:ext cx="47" cy="60"/>
              </a:xfrm>
              <a:custGeom>
                <a:avLst/>
                <a:gdLst>
                  <a:gd name="T0" fmla="*/ 133 w 28"/>
                  <a:gd name="T1" fmla="*/ 167 h 36"/>
                  <a:gd name="T2" fmla="*/ 0 w 28"/>
                  <a:gd name="T3" fmla="*/ 55 h 3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" h="36">
                    <a:moveTo>
                      <a:pt x="28" y="36"/>
                    </a:moveTo>
                    <a:cubicBezTo>
                      <a:pt x="23" y="30"/>
                      <a:pt x="13" y="0"/>
                      <a:pt x="0" y="12"/>
                    </a:cubicBezTo>
                  </a:path>
                </a:pathLst>
              </a:custGeom>
              <a:noFill/>
              <a:ln w="4763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804" name="Freeform 350">
                <a:extLst>
                  <a:ext uri="{FF2B5EF4-FFF2-40B4-BE49-F238E27FC236}">
                    <a16:creationId xmlns:a16="http://schemas.microsoft.com/office/drawing/2014/main" id="{5244C897-FA8C-42D6-8680-9C5B6B2DF1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2" y="1622"/>
                <a:ext cx="10" cy="42"/>
              </a:xfrm>
              <a:custGeom>
                <a:avLst/>
                <a:gdLst>
                  <a:gd name="T0" fmla="*/ 28 w 6"/>
                  <a:gd name="T1" fmla="*/ 119 h 25"/>
                  <a:gd name="T2" fmla="*/ 0 w 6"/>
                  <a:gd name="T3" fmla="*/ 0 h 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25">
                    <a:moveTo>
                      <a:pt x="6" y="25"/>
                    </a:moveTo>
                    <a:cubicBezTo>
                      <a:pt x="5" y="17"/>
                      <a:pt x="2" y="8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 w="4763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805" name="Freeform 351">
                <a:extLst>
                  <a:ext uri="{FF2B5EF4-FFF2-40B4-BE49-F238E27FC236}">
                    <a16:creationId xmlns:a16="http://schemas.microsoft.com/office/drawing/2014/main" id="{A6E5E20F-B63A-4AB1-88AD-8F5690E911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2" y="1622"/>
                <a:ext cx="10" cy="42"/>
              </a:xfrm>
              <a:custGeom>
                <a:avLst/>
                <a:gdLst>
                  <a:gd name="T0" fmla="*/ 28 w 6"/>
                  <a:gd name="T1" fmla="*/ 119 h 25"/>
                  <a:gd name="T2" fmla="*/ 0 w 6"/>
                  <a:gd name="T3" fmla="*/ 0 h 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25">
                    <a:moveTo>
                      <a:pt x="6" y="25"/>
                    </a:moveTo>
                    <a:cubicBezTo>
                      <a:pt x="5" y="17"/>
                      <a:pt x="2" y="8"/>
                      <a:pt x="0" y="0"/>
                    </a:cubicBezTo>
                  </a:path>
                </a:pathLst>
              </a:custGeom>
              <a:noFill/>
              <a:ln w="4763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806" name="Freeform 352">
                <a:extLst>
                  <a:ext uri="{FF2B5EF4-FFF2-40B4-BE49-F238E27FC236}">
                    <a16:creationId xmlns:a16="http://schemas.microsoft.com/office/drawing/2014/main" id="{5BE3C7C8-5A82-432C-8A24-1D8AA7C34A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6" y="1612"/>
                <a:ext cx="20" cy="57"/>
              </a:xfrm>
              <a:custGeom>
                <a:avLst/>
                <a:gdLst>
                  <a:gd name="T0" fmla="*/ 20 w 12"/>
                  <a:gd name="T1" fmla="*/ 161 h 34"/>
                  <a:gd name="T2" fmla="*/ 55 w 12"/>
                  <a:gd name="T3" fmla="*/ 0 h 3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34">
                    <a:moveTo>
                      <a:pt x="4" y="34"/>
                    </a:moveTo>
                    <a:cubicBezTo>
                      <a:pt x="0" y="23"/>
                      <a:pt x="5" y="9"/>
                      <a:pt x="12" y="0"/>
                    </a:cubicBezTo>
                  </a:path>
                </a:pathLst>
              </a:custGeom>
              <a:solidFill>
                <a:srgbClr val="FFFFFF"/>
              </a:solidFill>
              <a:ln w="4763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807" name="Freeform 353">
                <a:extLst>
                  <a:ext uri="{FF2B5EF4-FFF2-40B4-BE49-F238E27FC236}">
                    <a16:creationId xmlns:a16="http://schemas.microsoft.com/office/drawing/2014/main" id="{BB7BA752-29DD-4F0B-93F6-82BFA87491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6" y="1612"/>
                <a:ext cx="20" cy="57"/>
              </a:xfrm>
              <a:custGeom>
                <a:avLst/>
                <a:gdLst>
                  <a:gd name="T0" fmla="*/ 20 w 12"/>
                  <a:gd name="T1" fmla="*/ 161 h 34"/>
                  <a:gd name="T2" fmla="*/ 55 w 12"/>
                  <a:gd name="T3" fmla="*/ 0 h 3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34">
                    <a:moveTo>
                      <a:pt x="4" y="34"/>
                    </a:moveTo>
                    <a:cubicBezTo>
                      <a:pt x="0" y="23"/>
                      <a:pt x="5" y="9"/>
                      <a:pt x="12" y="0"/>
                    </a:cubicBezTo>
                  </a:path>
                </a:pathLst>
              </a:custGeom>
              <a:noFill/>
              <a:ln w="4763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808" name="Freeform 354">
                <a:extLst>
                  <a:ext uri="{FF2B5EF4-FFF2-40B4-BE49-F238E27FC236}">
                    <a16:creationId xmlns:a16="http://schemas.microsoft.com/office/drawing/2014/main" id="{634A388A-D02C-4642-93A1-7FAF6AF29A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6" y="1644"/>
                <a:ext cx="28" cy="53"/>
              </a:xfrm>
              <a:custGeom>
                <a:avLst/>
                <a:gdLst>
                  <a:gd name="T0" fmla="*/ 20 w 17"/>
                  <a:gd name="T1" fmla="*/ 146 h 32"/>
                  <a:gd name="T2" fmla="*/ 76 w 17"/>
                  <a:gd name="T3" fmla="*/ 0 h 3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32">
                    <a:moveTo>
                      <a:pt x="4" y="32"/>
                    </a:moveTo>
                    <a:cubicBezTo>
                      <a:pt x="0" y="20"/>
                      <a:pt x="9" y="7"/>
                      <a:pt x="17" y="0"/>
                    </a:cubicBezTo>
                  </a:path>
                </a:pathLst>
              </a:custGeom>
              <a:solidFill>
                <a:srgbClr val="FFFFFF"/>
              </a:solidFill>
              <a:ln w="4763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809" name="Freeform 355">
                <a:extLst>
                  <a:ext uri="{FF2B5EF4-FFF2-40B4-BE49-F238E27FC236}">
                    <a16:creationId xmlns:a16="http://schemas.microsoft.com/office/drawing/2014/main" id="{C94D2580-FF7F-45A5-A9BA-2CA3DA5DC6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6" y="1644"/>
                <a:ext cx="28" cy="53"/>
              </a:xfrm>
              <a:custGeom>
                <a:avLst/>
                <a:gdLst>
                  <a:gd name="T0" fmla="*/ 20 w 17"/>
                  <a:gd name="T1" fmla="*/ 146 h 32"/>
                  <a:gd name="T2" fmla="*/ 76 w 17"/>
                  <a:gd name="T3" fmla="*/ 0 h 3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32">
                    <a:moveTo>
                      <a:pt x="4" y="32"/>
                    </a:moveTo>
                    <a:cubicBezTo>
                      <a:pt x="0" y="20"/>
                      <a:pt x="9" y="7"/>
                      <a:pt x="17" y="0"/>
                    </a:cubicBezTo>
                  </a:path>
                </a:pathLst>
              </a:custGeom>
              <a:noFill/>
              <a:ln w="4763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810" name="Freeform 356">
                <a:extLst>
                  <a:ext uri="{FF2B5EF4-FFF2-40B4-BE49-F238E27FC236}">
                    <a16:creationId xmlns:a16="http://schemas.microsoft.com/office/drawing/2014/main" id="{D31D776D-91E6-4B08-ACA0-937859C49F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8" y="1273"/>
                <a:ext cx="241" cy="90"/>
              </a:xfrm>
              <a:custGeom>
                <a:avLst/>
                <a:gdLst>
                  <a:gd name="T0" fmla="*/ 0 w 144"/>
                  <a:gd name="T1" fmla="*/ 20 h 54"/>
                  <a:gd name="T2" fmla="*/ 674 w 144"/>
                  <a:gd name="T3" fmla="*/ 0 h 5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4" h="54">
                    <a:moveTo>
                      <a:pt x="0" y="4"/>
                    </a:moveTo>
                    <a:cubicBezTo>
                      <a:pt x="0" y="4"/>
                      <a:pt x="79" y="54"/>
                      <a:pt x="144" y="0"/>
                    </a:cubicBezTo>
                  </a:path>
                </a:pathLst>
              </a:custGeom>
              <a:noFill/>
              <a:ln w="4763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811" name="Freeform 357">
                <a:extLst>
                  <a:ext uri="{FF2B5EF4-FFF2-40B4-BE49-F238E27FC236}">
                    <a16:creationId xmlns:a16="http://schemas.microsoft.com/office/drawing/2014/main" id="{C22CA1B7-8DF4-42F0-B587-9384656101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1" y="1268"/>
                <a:ext cx="88" cy="1238"/>
              </a:xfrm>
              <a:custGeom>
                <a:avLst/>
                <a:gdLst>
                  <a:gd name="T0" fmla="*/ 0 w 53"/>
                  <a:gd name="T1" fmla="*/ 0 h 744"/>
                  <a:gd name="T2" fmla="*/ 37 w 53"/>
                  <a:gd name="T3" fmla="*/ 3428 h 744"/>
                  <a:gd name="T4" fmla="*/ 242 w 53"/>
                  <a:gd name="T5" fmla="*/ 3395 h 744"/>
                  <a:gd name="T6" fmla="*/ 179 w 53"/>
                  <a:gd name="T7" fmla="*/ 55 h 744"/>
                  <a:gd name="T8" fmla="*/ 0 w 53"/>
                  <a:gd name="T9" fmla="*/ 0 h 7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3" h="744">
                    <a:moveTo>
                      <a:pt x="0" y="0"/>
                    </a:moveTo>
                    <a:cubicBezTo>
                      <a:pt x="8" y="744"/>
                      <a:pt x="8" y="744"/>
                      <a:pt x="8" y="744"/>
                    </a:cubicBezTo>
                    <a:cubicBezTo>
                      <a:pt x="8" y="744"/>
                      <a:pt x="46" y="740"/>
                      <a:pt x="53" y="737"/>
                    </a:cubicBezTo>
                    <a:cubicBezTo>
                      <a:pt x="39" y="12"/>
                      <a:pt x="39" y="12"/>
                      <a:pt x="39" y="12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53F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812" name="Freeform 358">
                <a:extLst>
                  <a:ext uri="{FF2B5EF4-FFF2-40B4-BE49-F238E27FC236}">
                    <a16:creationId xmlns:a16="http://schemas.microsoft.com/office/drawing/2014/main" id="{2DB2CE4A-9A45-4CB6-BB3F-A87F16E271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7" y="1291"/>
                <a:ext cx="49" cy="1224"/>
              </a:xfrm>
              <a:custGeom>
                <a:avLst/>
                <a:gdLst>
                  <a:gd name="T0" fmla="*/ 0 w 29"/>
                  <a:gd name="T1" fmla="*/ 50 h 735"/>
                  <a:gd name="T2" fmla="*/ 91 w 29"/>
                  <a:gd name="T3" fmla="*/ 0 h 735"/>
                  <a:gd name="T4" fmla="*/ 140 w 29"/>
                  <a:gd name="T5" fmla="*/ 3386 h 735"/>
                  <a:gd name="T6" fmla="*/ 34 w 29"/>
                  <a:gd name="T7" fmla="*/ 3389 h 735"/>
                  <a:gd name="T8" fmla="*/ 0 w 29"/>
                  <a:gd name="T9" fmla="*/ 50 h 7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" h="735">
                    <a:moveTo>
                      <a:pt x="0" y="11"/>
                    </a:moveTo>
                    <a:cubicBezTo>
                      <a:pt x="19" y="0"/>
                      <a:pt x="19" y="0"/>
                      <a:pt x="19" y="0"/>
                    </a:cubicBezTo>
                    <a:cubicBezTo>
                      <a:pt x="29" y="733"/>
                      <a:pt x="29" y="733"/>
                      <a:pt x="29" y="733"/>
                    </a:cubicBezTo>
                    <a:cubicBezTo>
                      <a:pt x="16" y="735"/>
                      <a:pt x="16" y="735"/>
                      <a:pt x="7" y="734"/>
                    </a:cubicBezTo>
                    <a:lnTo>
                      <a:pt x="0" y="11"/>
                    </a:lnTo>
                    <a:close/>
                  </a:path>
                </a:pathLst>
              </a:custGeom>
              <a:solidFill>
                <a:srgbClr val="E53F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813" name="Freeform 359">
                <a:extLst>
                  <a:ext uri="{FF2B5EF4-FFF2-40B4-BE49-F238E27FC236}">
                    <a16:creationId xmlns:a16="http://schemas.microsoft.com/office/drawing/2014/main" id="{5630AD36-0ECC-4EE7-A541-5CBD379689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5" y="1504"/>
                <a:ext cx="216" cy="228"/>
              </a:xfrm>
              <a:custGeom>
                <a:avLst/>
                <a:gdLst>
                  <a:gd name="T0" fmla="*/ 149 w 216"/>
                  <a:gd name="T1" fmla="*/ 228 h 228"/>
                  <a:gd name="T2" fmla="*/ 0 w 216"/>
                  <a:gd name="T3" fmla="*/ 170 h 228"/>
                  <a:gd name="T4" fmla="*/ 69 w 216"/>
                  <a:gd name="T5" fmla="*/ 0 h 228"/>
                  <a:gd name="T6" fmla="*/ 216 w 216"/>
                  <a:gd name="T7" fmla="*/ 58 h 228"/>
                  <a:gd name="T8" fmla="*/ 149 w 216"/>
                  <a:gd name="T9" fmla="*/ 228 h 2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6" h="228">
                    <a:moveTo>
                      <a:pt x="149" y="228"/>
                    </a:moveTo>
                    <a:lnTo>
                      <a:pt x="0" y="170"/>
                    </a:lnTo>
                    <a:lnTo>
                      <a:pt x="69" y="0"/>
                    </a:lnTo>
                    <a:lnTo>
                      <a:pt x="216" y="58"/>
                    </a:lnTo>
                    <a:lnTo>
                      <a:pt x="149" y="228"/>
                    </a:lnTo>
                    <a:close/>
                  </a:path>
                </a:pathLst>
              </a:custGeom>
              <a:solidFill>
                <a:srgbClr val="5C8D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814" name="Freeform 360">
                <a:extLst>
                  <a:ext uri="{FF2B5EF4-FFF2-40B4-BE49-F238E27FC236}">
                    <a16:creationId xmlns:a16="http://schemas.microsoft.com/office/drawing/2014/main" id="{EB696A5B-D5FD-46D2-9EEE-3532CCE791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1" y="1546"/>
                <a:ext cx="145" cy="150"/>
              </a:xfrm>
              <a:custGeom>
                <a:avLst/>
                <a:gdLst>
                  <a:gd name="T0" fmla="*/ 367 w 87"/>
                  <a:gd name="T1" fmla="*/ 272 h 90"/>
                  <a:gd name="T2" fmla="*/ 133 w 87"/>
                  <a:gd name="T3" fmla="*/ 380 h 90"/>
                  <a:gd name="T4" fmla="*/ 37 w 87"/>
                  <a:gd name="T5" fmla="*/ 145 h 90"/>
                  <a:gd name="T6" fmla="*/ 270 w 87"/>
                  <a:gd name="T7" fmla="*/ 37 h 90"/>
                  <a:gd name="T8" fmla="*/ 367 w 87"/>
                  <a:gd name="T9" fmla="*/ 272 h 9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7" h="90">
                    <a:moveTo>
                      <a:pt x="79" y="59"/>
                    </a:moveTo>
                    <a:cubicBezTo>
                      <a:pt x="71" y="80"/>
                      <a:pt x="48" y="90"/>
                      <a:pt x="29" y="82"/>
                    </a:cubicBezTo>
                    <a:cubicBezTo>
                      <a:pt x="9" y="74"/>
                      <a:pt x="0" y="51"/>
                      <a:pt x="8" y="31"/>
                    </a:cubicBezTo>
                    <a:cubicBezTo>
                      <a:pt x="16" y="10"/>
                      <a:pt x="38" y="0"/>
                      <a:pt x="58" y="8"/>
                    </a:cubicBezTo>
                    <a:cubicBezTo>
                      <a:pt x="78" y="16"/>
                      <a:pt x="87" y="39"/>
                      <a:pt x="79" y="59"/>
                    </a:cubicBezTo>
                    <a:close/>
                  </a:path>
                </a:pathLst>
              </a:custGeom>
              <a:solidFill>
                <a:srgbClr val="7EBD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815" name="Rectangle 361">
                <a:extLst>
                  <a:ext uri="{FF2B5EF4-FFF2-40B4-BE49-F238E27FC236}">
                    <a16:creationId xmlns:a16="http://schemas.microsoft.com/office/drawing/2014/main" id="{81712C6B-BAEB-4C3E-9DAC-667A5B0CAC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43" y="1484"/>
                <a:ext cx="141" cy="20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r>
                  <a:rPr lang="fr-FR" altLang="fr-FR" sz="2100">
                    <a:solidFill>
                      <a:srgbClr val="000000"/>
                    </a:solidFill>
                    <a:latin typeface="Arial Black" panose="020B0A04020102020204" pitchFamily="34" charset="0"/>
                  </a:rPr>
                  <a:t>G</a:t>
                </a:r>
                <a:endParaRPr lang="fr-FR" altLang="fr-FR"/>
              </a:p>
            </p:txBody>
          </p:sp>
          <p:sp>
            <p:nvSpPr>
              <p:cNvPr id="92160" name="Rectangle 362">
                <a:extLst>
                  <a:ext uri="{FF2B5EF4-FFF2-40B4-BE49-F238E27FC236}">
                    <a16:creationId xmlns:a16="http://schemas.microsoft.com/office/drawing/2014/main" id="{804F4209-5110-4F77-8AF4-3C2AE7F6A2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46" y="1480"/>
                <a:ext cx="141" cy="20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r>
                  <a:rPr lang="fr-FR" altLang="fr-FR" sz="2100">
                    <a:solidFill>
                      <a:srgbClr val="E53F16"/>
                    </a:solidFill>
                    <a:latin typeface="Arial Black" panose="020B0A04020102020204" pitchFamily="34" charset="0"/>
                  </a:rPr>
                  <a:t>G</a:t>
                </a:r>
                <a:endParaRPr lang="fr-FR" altLang="fr-FR"/>
              </a:p>
            </p:txBody>
          </p:sp>
          <p:sp>
            <p:nvSpPr>
              <p:cNvPr id="92161" name="Freeform 363">
                <a:extLst>
                  <a:ext uri="{FF2B5EF4-FFF2-40B4-BE49-F238E27FC236}">
                    <a16:creationId xmlns:a16="http://schemas.microsoft.com/office/drawing/2014/main" id="{290F6ED2-5F44-4303-8A69-2F026147C7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2" y="1512"/>
                <a:ext cx="5" cy="14"/>
              </a:xfrm>
              <a:custGeom>
                <a:avLst/>
                <a:gdLst>
                  <a:gd name="T0" fmla="*/ 13 w 3"/>
                  <a:gd name="T1" fmla="*/ 0 h 8"/>
                  <a:gd name="T2" fmla="*/ 0 w 3"/>
                  <a:gd name="T3" fmla="*/ 44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8">
                    <a:moveTo>
                      <a:pt x="3" y="0"/>
                    </a:moveTo>
                    <a:cubicBezTo>
                      <a:pt x="2" y="3"/>
                      <a:pt x="1" y="5"/>
                      <a:pt x="0" y="8"/>
                    </a:cubicBezTo>
                  </a:path>
                </a:pathLst>
              </a:custGeom>
              <a:noFill/>
              <a:ln w="11113" cap="rnd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2162" name="Freeform 364">
                <a:extLst>
                  <a:ext uri="{FF2B5EF4-FFF2-40B4-BE49-F238E27FC236}">
                    <a16:creationId xmlns:a16="http://schemas.microsoft.com/office/drawing/2014/main" id="{D30C47CB-B658-4EE4-904A-C29DF9D75A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2" y="1537"/>
                <a:ext cx="5" cy="12"/>
              </a:xfrm>
              <a:custGeom>
                <a:avLst/>
                <a:gdLst>
                  <a:gd name="T0" fmla="*/ 13 w 3"/>
                  <a:gd name="T1" fmla="*/ 0 h 7"/>
                  <a:gd name="T2" fmla="*/ 0 w 3"/>
                  <a:gd name="T3" fmla="*/ 36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7">
                    <a:moveTo>
                      <a:pt x="3" y="0"/>
                    </a:moveTo>
                    <a:cubicBezTo>
                      <a:pt x="2" y="2"/>
                      <a:pt x="1" y="5"/>
                      <a:pt x="0" y="7"/>
                    </a:cubicBezTo>
                  </a:path>
                </a:pathLst>
              </a:custGeom>
              <a:noFill/>
              <a:ln w="11113" cap="rnd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2163" name="Freeform 365">
                <a:extLst>
                  <a:ext uri="{FF2B5EF4-FFF2-40B4-BE49-F238E27FC236}">
                    <a16:creationId xmlns:a16="http://schemas.microsoft.com/office/drawing/2014/main" id="{E09B6359-E00B-4F67-94E1-CEF8C48961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2" y="1562"/>
                <a:ext cx="5" cy="12"/>
              </a:xfrm>
              <a:custGeom>
                <a:avLst/>
                <a:gdLst>
                  <a:gd name="T0" fmla="*/ 13 w 3"/>
                  <a:gd name="T1" fmla="*/ 0 h 7"/>
                  <a:gd name="T2" fmla="*/ 0 w 3"/>
                  <a:gd name="T3" fmla="*/ 36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7">
                    <a:moveTo>
                      <a:pt x="3" y="0"/>
                    </a:moveTo>
                    <a:cubicBezTo>
                      <a:pt x="2" y="2"/>
                      <a:pt x="1" y="5"/>
                      <a:pt x="0" y="7"/>
                    </a:cubicBezTo>
                  </a:path>
                </a:pathLst>
              </a:custGeom>
              <a:noFill/>
              <a:ln w="11113" cap="rnd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2164" name="Freeform 366">
                <a:extLst>
                  <a:ext uri="{FF2B5EF4-FFF2-40B4-BE49-F238E27FC236}">
                    <a16:creationId xmlns:a16="http://schemas.microsoft.com/office/drawing/2014/main" id="{BA81F6DE-5725-42C8-886D-7CA4C454CE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4" y="1586"/>
                <a:ext cx="5" cy="13"/>
              </a:xfrm>
              <a:custGeom>
                <a:avLst/>
                <a:gdLst>
                  <a:gd name="T0" fmla="*/ 13 w 3"/>
                  <a:gd name="T1" fmla="*/ 0 h 8"/>
                  <a:gd name="T2" fmla="*/ 0 w 3"/>
                  <a:gd name="T3" fmla="*/ 34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8">
                    <a:moveTo>
                      <a:pt x="3" y="0"/>
                    </a:moveTo>
                    <a:cubicBezTo>
                      <a:pt x="2" y="3"/>
                      <a:pt x="1" y="6"/>
                      <a:pt x="0" y="8"/>
                    </a:cubicBezTo>
                  </a:path>
                </a:pathLst>
              </a:custGeom>
              <a:noFill/>
              <a:ln w="11113" cap="rnd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2165" name="Freeform 367">
                <a:extLst>
                  <a:ext uri="{FF2B5EF4-FFF2-40B4-BE49-F238E27FC236}">
                    <a16:creationId xmlns:a16="http://schemas.microsoft.com/office/drawing/2014/main" id="{33B9250E-AC41-4057-A9DF-1372CB836E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4" y="1611"/>
                <a:ext cx="5" cy="13"/>
              </a:xfrm>
              <a:custGeom>
                <a:avLst/>
                <a:gdLst>
                  <a:gd name="T0" fmla="*/ 13 w 3"/>
                  <a:gd name="T1" fmla="*/ 0 h 8"/>
                  <a:gd name="T2" fmla="*/ 0 w 3"/>
                  <a:gd name="T3" fmla="*/ 34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8">
                    <a:moveTo>
                      <a:pt x="3" y="0"/>
                    </a:moveTo>
                    <a:cubicBezTo>
                      <a:pt x="2" y="3"/>
                      <a:pt x="1" y="5"/>
                      <a:pt x="0" y="8"/>
                    </a:cubicBezTo>
                  </a:path>
                </a:pathLst>
              </a:custGeom>
              <a:noFill/>
              <a:ln w="11113" cap="rnd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2166" name="Freeform 368">
                <a:extLst>
                  <a:ext uri="{FF2B5EF4-FFF2-40B4-BE49-F238E27FC236}">
                    <a16:creationId xmlns:a16="http://schemas.microsoft.com/office/drawing/2014/main" id="{555A34F2-B6FC-42BF-A0E9-80872EA398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4" y="1636"/>
                <a:ext cx="5" cy="13"/>
              </a:xfrm>
              <a:custGeom>
                <a:avLst/>
                <a:gdLst>
                  <a:gd name="T0" fmla="*/ 13 w 3"/>
                  <a:gd name="T1" fmla="*/ 0 h 8"/>
                  <a:gd name="T2" fmla="*/ 0 w 3"/>
                  <a:gd name="T3" fmla="*/ 34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8">
                    <a:moveTo>
                      <a:pt x="3" y="0"/>
                    </a:moveTo>
                    <a:cubicBezTo>
                      <a:pt x="2" y="3"/>
                      <a:pt x="1" y="5"/>
                      <a:pt x="0" y="8"/>
                    </a:cubicBezTo>
                  </a:path>
                </a:pathLst>
              </a:custGeom>
              <a:noFill/>
              <a:ln w="11113" cap="rnd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2167" name="Freeform 369">
                <a:extLst>
                  <a:ext uri="{FF2B5EF4-FFF2-40B4-BE49-F238E27FC236}">
                    <a16:creationId xmlns:a16="http://schemas.microsoft.com/office/drawing/2014/main" id="{344CBF24-BCF4-4FE4-BC82-729DA7EAC9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4" y="1661"/>
                <a:ext cx="5" cy="13"/>
              </a:xfrm>
              <a:custGeom>
                <a:avLst/>
                <a:gdLst>
                  <a:gd name="T0" fmla="*/ 13 w 3"/>
                  <a:gd name="T1" fmla="*/ 0 h 8"/>
                  <a:gd name="T2" fmla="*/ 0 w 3"/>
                  <a:gd name="T3" fmla="*/ 34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8">
                    <a:moveTo>
                      <a:pt x="3" y="0"/>
                    </a:moveTo>
                    <a:cubicBezTo>
                      <a:pt x="2" y="2"/>
                      <a:pt x="1" y="5"/>
                      <a:pt x="0" y="8"/>
                    </a:cubicBezTo>
                  </a:path>
                </a:pathLst>
              </a:custGeom>
              <a:noFill/>
              <a:ln w="11113" cap="rnd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2168" name="Line 370">
                <a:extLst>
                  <a:ext uri="{FF2B5EF4-FFF2-40B4-BE49-F238E27FC236}">
                    <a16:creationId xmlns:a16="http://schemas.microsoft.com/office/drawing/2014/main" id="{13C58DCE-C0AE-4480-9960-48997C4AA0A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786" y="1516"/>
                <a:ext cx="11" cy="5"/>
              </a:xfrm>
              <a:prstGeom prst="line">
                <a:avLst/>
              </a:prstGeom>
              <a:noFill/>
              <a:ln w="11113" cap="rnd">
                <a:solidFill>
                  <a:srgbClr val="FFFF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2169" name="Line 371">
                <a:extLst>
                  <a:ext uri="{FF2B5EF4-FFF2-40B4-BE49-F238E27FC236}">
                    <a16:creationId xmlns:a16="http://schemas.microsoft.com/office/drawing/2014/main" id="{43B8C9B1-9A33-417D-BBCF-67F48978A1C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809" y="1526"/>
                <a:ext cx="12" cy="3"/>
              </a:xfrm>
              <a:prstGeom prst="line">
                <a:avLst/>
              </a:prstGeom>
              <a:noFill/>
              <a:ln w="11113" cap="rnd">
                <a:solidFill>
                  <a:srgbClr val="FFFF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2170" name="Line 372">
                <a:extLst>
                  <a:ext uri="{FF2B5EF4-FFF2-40B4-BE49-F238E27FC236}">
                    <a16:creationId xmlns:a16="http://schemas.microsoft.com/office/drawing/2014/main" id="{4C7065AA-2487-4DA5-A1F7-054A9214CD8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832" y="1534"/>
                <a:ext cx="12" cy="5"/>
              </a:xfrm>
              <a:prstGeom prst="line">
                <a:avLst/>
              </a:prstGeom>
              <a:noFill/>
              <a:ln w="11113" cap="rnd">
                <a:solidFill>
                  <a:srgbClr val="FFFF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2171" name="Line 373">
                <a:extLst>
                  <a:ext uri="{FF2B5EF4-FFF2-40B4-BE49-F238E27FC236}">
                    <a16:creationId xmlns:a16="http://schemas.microsoft.com/office/drawing/2014/main" id="{C9D26191-A209-49AC-B530-64F4192CA57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856" y="1544"/>
                <a:ext cx="11" cy="5"/>
              </a:xfrm>
              <a:prstGeom prst="line">
                <a:avLst/>
              </a:prstGeom>
              <a:noFill/>
              <a:ln w="11113" cap="rnd">
                <a:solidFill>
                  <a:srgbClr val="FFFF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2172" name="Line 374">
                <a:extLst>
                  <a:ext uri="{FF2B5EF4-FFF2-40B4-BE49-F238E27FC236}">
                    <a16:creationId xmlns:a16="http://schemas.microsoft.com/office/drawing/2014/main" id="{E5DF122B-4D4A-471E-A367-F5EBD5A58D3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881" y="1554"/>
                <a:ext cx="12" cy="3"/>
              </a:xfrm>
              <a:prstGeom prst="line">
                <a:avLst/>
              </a:prstGeom>
              <a:noFill/>
              <a:ln w="11113" cap="rnd">
                <a:solidFill>
                  <a:srgbClr val="FFFF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2173" name="Line 375">
                <a:extLst>
                  <a:ext uri="{FF2B5EF4-FFF2-40B4-BE49-F238E27FC236}">
                    <a16:creationId xmlns:a16="http://schemas.microsoft.com/office/drawing/2014/main" id="{0039AE81-20BB-4A1A-BD4B-CF564BD9899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904" y="1562"/>
                <a:ext cx="12" cy="5"/>
              </a:xfrm>
              <a:prstGeom prst="line">
                <a:avLst/>
              </a:prstGeom>
              <a:noFill/>
              <a:ln w="11113" cap="rnd">
                <a:solidFill>
                  <a:srgbClr val="FFFF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2174" name="Line 376">
                <a:extLst>
                  <a:ext uri="{FF2B5EF4-FFF2-40B4-BE49-F238E27FC236}">
                    <a16:creationId xmlns:a16="http://schemas.microsoft.com/office/drawing/2014/main" id="{36EBBA1E-6DCB-41B7-A4B6-B7B2C61B0F8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722" y="1674"/>
                <a:ext cx="12" cy="5"/>
              </a:xfrm>
              <a:prstGeom prst="line">
                <a:avLst/>
              </a:prstGeom>
              <a:noFill/>
              <a:ln w="11113" cap="rnd">
                <a:solidFill>
                  <a:srgbClr val="FFFF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2175" name="Line 377">
                <a:extLst>
                  <a:ext uri="{FF2B5EF4-FFF2-40B4-BE49-F238E27FC236}">
                    <a16:creationId xmlns:a16="http://schemas.microsoft.com/office/drawing/2014/main" id="{CAFDCD18-5F81-4339-9278-074A8B58EAA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746" y="1682"/>
                <a:ext cx="11" cy="5"/>
              </a:xfrm>
              <a:prstGeom prst="line">
                <a:avLst/>
              </a:prstGeom>
              <a:noFill/>
              <a:ln w="11113" cap="rnd">
                <a:solidFill>
                  <a:srgbClr val="FFFF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2176" name="Line 378">
                <a:extLst>
                  <a:ext uri="{FF2B5EF4-FFF2-40B4-BE49-F238E27FC236}">
                    <a16:creationId xmlns:a16="http://schemas.microsoft.com/office/drawing/2014/main" id="{018E5387-990D-4E47-8ECD-96E879F7224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767" y="1692"/>
                <a:ext cx="12" cy="5"/>
              </a:xfrm>
              <a:prstGeom prst="line">
                <a:avLst/>
              </a:prstGeom>
              <a:noFill/>
              <a:ln w="11113" cap="rnd">
                <a:solidFill>
                  <a:srgbClr val="FFFF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2177" name="Line 379">
                <a:extLst>
                  <a:ext uri="{FF2B5EF4-FFF2-40B4-BE49-F238E27FC236}">
                    <a16:creationId xmlns:a16="http://schemas.microsoft.com/office/drawing/2014/main" id="{7DDE6DF2-D650-4C78-9B0F-71378B0D0D9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791" y="1701"/>
                <a:ext cx="11" cy="5"/>
              </a:xfrm>
              <a:prstGeom prst="line">
                <a:avLst/>
              </a:prstGeom>
              <a:noFill/>
              <a:ln w="11113" cap="rnd">
                <a:solidFill>
                  <a:srgbClr val="FFFF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2178" name="Line 380">
                <a:extLst>
                  <a:ext uri="{FF2B5EF4-FFF2-40B4-BE49-F238E27FC236}">
                    <a16:creationId xmlns:a16="http://schemas.microsoft.com/office/drawing/2014/main" id="{1ACA7975-A1D6-4DB8-A4B9-FD3606325B6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814" y="1711"/>
                <a:ext cx="12" cy="5"/>
              </a:xfrm>
              <a:prstGeom prst="line">
                <a:avLst/>
              </a:prstGeom>
              <a:noFill/>
              <a:ln w="11113" cap="rnd">
                <a:solidFill>
                  <a:srgbClr val="FFFF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2179" name="Line 381">
                <a:extLst>
                  <a:ext uri="{FF2B5EF4-FFF2-40B4-BE49-F238E27FC236}">
                    <a16:creationId xmlns:a16="http://schemas.microsoft.com/office/drawing/2014/main" id="{B3C077CC-9EF4-4FD8-B5C1-CEC14846BBF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837" y="1719"/>
                <a:ext cx="12" cy="5"/>
              </a:xfrm>
              <a:prstGeom prst="line">
                <a:avLst/>
              </a:prstGeom>
              <a:noFill/>
              <a:ln w="11113" cap="rnd">
                <a:solidFill>
                  <a:srgbClr val="FFFF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2180" name="Freeform 382">
                <a:extLst>
                  <a:ext uri="{FF2B5EF4-FFF2-40B4-BE49-F238E27FC236}">
                    <a16:creationId xmlns:a16="http://schemas.microsoft.com/office/drawing/2014/main" id="{5C9D9A57-FF07-43B5-BB2F-EBFD0A602A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6" y="1572"/>
                <a:ext cx="5" cy="12"/>
              </a:xfrm>
              <a:custGeom>
                <a:avLst/>
                <a:gdLst>
                  <a:gd name="T0" fmla="*/ 13 w 3"/>
                  <a:gd name="T1" fmla="*/ 0 h 7"/>
                  <a:gd name="T2" fmla="*/ 0 w 3"/>
                  <a:gd name="T3" fmla="*/ 36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7">
                    <a:moveTo>
                      <a:pt x="3" y="0"/>
                    </a:moveTo>
                    <a:cubicBezTo>
                      <a:pt x="2" y="2"/>
                      <a:pt x="1" y="5"/>
                      <a:pt x="0" y="7"/>
                    </a:cubicBezTo>
                  </a:path>
                </a:pathLst>
              </a:custGeom>
              <a:noFill/>
              <a:ln w="11113" cap="rnd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2181" name="Freeform 383">
                <a:extLst>
                  <a:ext uri="{FF2B5EF4-FFF2-40B4-BE49-F238E27FC236}">
                    <a16:creationId xmlns:a16="http://schemas.microsoft.com/office/drawing/2014/main" id="{BBF3B4A4-4BEA-4309-85AB-FAA02E9E8F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8" y="1594"/>
                <a:ext cx="5" cy="13"/>
              </a:xfrm>
              <a:custGeom>
                <a:avLst/>
                <a:gdLst>
                  <a:gd name="T0" fmla="*/ 13 w 3"/>
                  <a:gd name="T1" fmla="*/ 0 h 8"/>
                  <a:gd name="T2" fmla="*/ 0 w 3"/>
                  <a:gd name="T3" fmla="*/ 34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8">
                    <a:moveTo>
                      <a:pt x="3" y="0"/>
                    </a:moveTo>
                    <a:cubicBezTo>
                      <a:pt x="2" y="3"/>
                      <a:pt x="1" y="5"/>
                      <a:pt x="0" y="8"/>
                    </a:cubicBezTo>
                  </a:path>
                </a:pathLst>
              </a:custGeom>
              <a:noFill/>
              <a:ln w="11113" cap="rnd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2182" name="Freeform 384">
                <a:extLst>
                  <a:ext uri="{FF2B5EF4-FFF2-40B4-BE49-F238E27FC236}">
                    <a16:creationId xmlns:a16="http://schemas.microsoft.com/office/drawing/2014/main" id="{E61E1C32-9BD6-4E77-8B0E-CA47AA091C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8" y="1617"/>
                <a:ext cx="5" cy="14"/>
              </a:xfrm>
              <a:custGeom>
                <a:avLst/>
                <a:gdLst>
                  <a:gd name="T0" fmla="*/ 13 w 3"/>
                  <a:gd name="T1" fmla="*/ 0 h 8"/>
                  <a:gd name="T2" fmla="*/ 0 w 3"/>
                  <a:gd name="T3" fmla="*/ 44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8">
                    <a:moveTo>
                      <a:pt x="3" y="0"/>
                    </a:moveTo>
                    <a:cubicBezTo>
                      <a:pt x="2" y="2"/>
                      <a:pt x="1" y="5"/>
                      <a:pt x="0" y="8"/>
                    </a:cubicBezTo>
                  </a:path>
                </a:pathLst>
              </a:custGeom>
              <a:noFill/>
              <a:ln w="11113" cap="rnd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2183" name="Freeform 385">
                <a:extLst>
                  <a:ext uri="{FF2B5EF4-FFF2-40B4-BE49-F238E27FC236}">
                    <a16:creationId xmlns:a16="http://schemas.microsoft.com/office/drawing/2014/main" id="{587D8A31-F7F7-45F5-9413-06A9F2FF1D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9" y="1641"/>
                <a:ext cx="5" cy="11"/>
              </a:xfrm>
              <a:custGeom>
                <a:avLst/>
                <a:gdLst>
                  <a:gd name="T0" fmla="*/ 13 w 3"/>
                  <a:gd name="T1" fmla="*/ 0 h 7"/>
                  <a:gd name="T2" fmla="*/ 0 w 3"/>
                  <a:gd name="T3" fmla="*/ 27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7">
                    <a:moveTo>
                      <a:pt x="3" y="0"/>
                    </a:moveTo>
                    <a:cubicBezTo>
                      <a:pt x="2" y="2"/>
                      <a:pt x="1" y="5"/>
                      <a:pt x="0" y="7"/>
                    </a:cubicBezTo>
                  </a:path>
                </a:pathLst>
              </a:custGeom>
              <a:noFill/>
              <a:ln w="11113" cap="rnd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2184" name="Freeform 386">
                <a:extLst>
                  <a:ext uri="{FF2B5EF4-FFF2-40B4-BE49-F238E27FC236}">
                    <a16:creationId xmlns:a16="http://schemas.microsoft.com/office/drawing/2014/main" id="{56944FCA-8A17-4511-B607-553D216270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9" y="1662"/>
                <a:ext cx="5" cy="14"/>
              </a:xfrm>
              <a:custGeom>
                <a:avLst/>
                <a:gdLst>
                  <a:gd name="T0" fmla="*/ 13 w 3"/>
                  <a:gd name="T1" fmla="*/ 0 h 8"/>
                  <a:gd name="T2" fmla="*/ 0 w 3"/>
                  <a:gd name="T3" fmla="*/ 44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8">
                    <a:moveTo>
                      <a:pt x="3" y="0"/>
                    </a:moveTo>
                    <a:cubicBezTo>
                      <a:pt x="2" y="3"/>
                      <a:pt x="1" y="5"/>
                      <a:pt x="0" y="8"/>
                    </a:cubicBezTo>
                  </a:path>
                </a:pathLst>
              </a:custGeom>
              <a:noFill/>
              <a:ln w="11113" cap="rnd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2185" name="Freeform 387">
                <a:extLst>
                  <a:ext uri="{FF2B5EF4-FFF2-40B4-BE49-F238E27FC236}">
                    <a16:creationId xmlns:a16="http://schemas.microsoft.com/office/drawing/2014/main" id="{3DDAC64B-67BA-49CB-8155-B33646A05F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1" y="1686"/>
                <a:ext cx="5" cy="11"/>
              </a:xfrm>
              <a:custGeom>
                <a:avLst/>
                <a:gdLst>
                  <a:gd name="T0" fmla="*/ 13 w 3"/>
                  <a:gd name="T1" fmla="*/ 0 h 7"/>
                  <a:gd name="T2" fmla="*/ 0 w 3"/>
                  <a:gd name="T3" fmla="*/ 27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7">
                    <a:moveTo>
                      <a:pt x="3" y="0"/>
                    </a:moveTo>
                    <a:cubicBezTo>
                      <a:pt x="2" y="2"/>
                      <a:pt x="1" y="5"/>
                      <a:pt x="0" y="7"/>
                    </a:cubicBezTo>
                  </a:path>
                </a:pathLst>
              </a:custGeom>
              <a:noFill/>
              <a:ln w="11113" cap="rnd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2186" name="Freeform 388">
                <a:extLst>
                  <a:ext uri="{FF2B5EF4-FFF2-40B4-BE49-F238E27FC236}">
                    <a16:creationId xmlns:a16="http://schemas.microsoft.com/office/drawing/2014/main" id="{DAD9274C-2B61-48C5-8D1B-8E0C0EF160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2" y="1707"/>
                <a:ext cx="5" cy="14"/>
              </a:xfrm>
              <a:custGeom>
                <a:avLst/>
                <a:gdLst>
                  <a:gd name="T0" fmla="*/ 13 w 3"/>
                  <a:gd name="T1" fmla="*/ 0 h 8"/>
                  <a:gd name="T2" fmla="*/ 0 w 3"/>
                  <a:gd name="T3" fmla="*/ 44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8">
                    <a:moveTo>
                      <a:pt x="3" y="0"/>
                    </a:moveTo>
                    <a:cubicBezTo>
                      <a:pt x="2" y="3"/>
                      <a:pt x="1" y="5"/>
                      <a:pt x="0" y="8"/>
                    </a:cubicBezTo>
                  </a:path>
                </a:pathLst>
              </a:custGeom>
              <a:noFill/>
              <a:ln w="11113" cap="rnd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2187" name="Freeform 389">
                <a:extLst>
                  <a:ext uri="{FF2B5EF4-FFF2-40B4-BE49-F238E27FC236}">
                    <a16:creationId xmlns:a16="http://schemas.microsoft.com/office/drawing/2014/main" id="{EDF85ED7-367A-422D-8CF2-6E541D23E4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4" y="1810"/>
                <a:ext cx="117" cy="122"/>
              </a:xfrm>
              <a:custGeom>
                <a:avLst/>
                <a:gdLst>
                  <a:gd name="T0" fmla="*/ 117 w 117"/>
                  <a:gd name="T1" fmla="*/ 85 h 122"/>
                  <a:gd name="T2" fmla="*/ 45 w 117"/>
                  <a:gd name="T3" fmla="*/ 122 h 122"/>
                  <a:gd name="T4" fmla="*/ 0 w 117"/>
                  <a:gd name="T5" fmla="*/ 39 h 122"/>
                  <a:gd name="T6" fmla="*/ 72 w 117"/>
                  <a:gd name="T7" fmla="*/ 0 h 122"/>
                  <a:gd name="T8" fmla="*/ 117 w 117"/>
                  <a:gd name="T9" fmla="*/ 85 h 1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7" h="122">
                    <a:moveTo>
                      <a:pt x="117" y="85"/>
                    </a:moveTo>
                    <a:lnTo>
                      <a:pt x="45" y="122"/>
                    </a:lnTo>
                    <a:lnTo>
                      <a:pt x="0" y="39"/>
                    </a:lnTo>
                    <a:lnTo>
                      <a:pt x="72" y="0"/>
                    </a:lnTo>
                    <a:lnTo>
                      <a:pt x="117" y="85"/>
                    </a:lnTo>
                    <a:close/>
                  </a:path>
                </a:pathLst>
              </a:custGeom>
              <a:solidFill>
                <a:srgbClr val="5C8D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2188" name="Freeform 390">
                <a:extLst>
                  <a:ext uri="{FF2B5EF4-FFF2-40B4-BE49-F238E27FC236}">
                    <a16:creationId xmlns:a16="http://schemas.microsoft.com/office/drawing/2014/main" id="{5D3796D6-290D-4734-B050-BF7AC1D8A0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9" y="2012"/>
                <a:ext cx="157" cy="171"/>
              </a:xfrm>
              <a:custGeom>
                <a:avLst/>
                <a:gdLst>
                  <a:gd name="T0" fmla="*/ 117 w 157"/>
                  <a:gd name="T1" fmla="*/ 171 h 171"/>
                  <a:gd name="T2" fmla="*/ 0 w 157"/>
                  <a:gd name="T3" fmla="*/ 138 h 171"/>
                  <a:gd name="T4" fmla="*/ 40 w 157"/>
                  <a:gd name="T5" fmla="*/ 0 h 171"/>
                  <a:gd name="T6" fmla="*/ 157 w 157"/>
                  <a:gd name="T7" fmla="*/ 33 h 171"/>
                  <a:gd name="T8" fmla="*/ 117 w 157"/>
                  <a:gd name="T9" fmla="*/ 171 h 17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7" h="171">
                    <a:moveTo>
                      <a:pt x="117" y="171"/>
                    </a:moveTo>
                    <a:lnTo>
                      <a:pt x="0" y="138"/>
                    </a:lnTo>
                    <a:lnTo>
                      <a:pt x="40" y="0"/>
                    </a:lnTo>
                    <a:lnTo>
                      <a:pt x="157" y="33"/>
                    </a:lnTo>
                    <a:lnTo>
                      <a:pt x="117" y="171"/>
                    </a:lnTo>
                    <a:close/>
                  </a:path>
                </a:pathLst>
              </a:custGeom>
              <a:solidFill>
                <a:srgbClr val="5C8D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2189" name="Freeform 391">
                <a:extLst>
                  <a:ext uri="{FF2B5EF4-FFF2-40B4-BE49-F238E27FC236}">
                    <a16:creationId xmlns:a16="http://schemas.microsoft.com/office/drawing/2014/main" id="{7D6826F6-71ED-4D8A-B9A6-78085275F1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2" y="2242"/>
                <a:ext cx="80" cy="91"/>
              </a:xfrm>
              <a:custGeom>
                <a:avLst/>
                <a:gdLst>
                  <a:gd name="T0" fmla="*/ 80 w 80"/>
                  <a:gd name="T1" fmla="*/ 81 h 91"/>
                  <a:gd name="T2" fmla="*/ 10 w 80"/>
                  <a:gd name="T3" fmla="*/ 91 h 91"/>
                  <a:gd name="T4" fmla="*/ 0 w 80"/>
                  <a:gd name="T5" fmla="*/ 10 h 91"/>
                  <a:gd name="T6" fmla="*/ 69 w 80"/>
                  <a:gd name="T7" fmla="*/ 0 h 91"/>
                  <a:gd name="T8" fmla="*/ 80 w 80"/>
                  <a:gd name="T9" fmla="*/ 81 h 9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0" h="91">
                    <a:moveTo>
                      <a:pt x="80" y="81"/>
                    </a:moveTo>
                    <a:lnTo>
                      <a:pt x="10" y="91"/>
                    </a:lnTo>
                    <a:lnTo>
                      <a:pt x="0" y="10"/>
                    </a:lnTo>
                    <a:lnTo>
                      <a:pt x="69" y="0"/>
                    </a:lnTo>
                    <a:lnTo>
                      <a:pt x="80" y="81"/>
                    </a:lnTo>
                    <a:close/>
                  </a:path>
                </a:pathLst>
              </a:custGeom>
              <a:solidFill>
                <a:srgbClr val="5C8D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2190" name="Freeform 392">
                <a:extLst>
                  <a:ext uri="{FF2B5EF4-FFF2-40B4-BE49-F238E27FC236}">
                    <a16:creationId xmlns:a16="http://schemas.microsoft.com/office/drawing/2014/main" id="{861748B2-E0B7-4E96-98BF-1FE67D6A6D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3" y="1642"/>
                <a:ext cx="55" cy="230"/>
              </a:xfrm>
              <a:custGeom>
                <a:avLst/>
                <a:gdLst>
                  <a:gd name="T0" fmla="*/ 37 w 33"/>
                  <a:gd name="T1" fmla="*/ 13 h 138"/>
                  <a:gd name="T2" fmla="*/ 133 w 33"/>
                  <a:gd name="T3" fmla="*/ 272 h 138"/>
                  <a:gd name="T4" fmla="*/ 112 w 33"/>
                  <a:gd name="T5" fmla="*/ 480 h 138"/>
                  <a:gd name="T6" fmla="*/ 83 w 33"/>
                  <a:gd name="T7" fmla="*/ 638 h 138"/>
                  <a:gd name="T8" fmla="*/ 8 w 33"/>
                  <a:gd name="T9" fmla="*/ 617 h 138"/>
                  <a:gd name="T10" fmla="*/ 62 w 33"/>
                  <a:gd name="T11" fmla="*/ 437 h 138"/>
                  <a:gd name="T12" fmla="*/ 88 w 33"/>
                  <a:gd name="T13" fmla="*/ 217 h 138"/>
                  <a:gd name="T14" fmla="*/ 28 w 33"/>
                  <a:gd name="T15" fmla="*/ 22 h 13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3" h="138">
                    <a:moveTo>
                      <a:pt x="8" y="3"/>
                    </a:moveTo>
                    <a:cubicBezTo>
                      <a:pt x="33" y="0"/>
                      <a:pt x="29" y="45"/>
                      <a:pt x="29" y="59"/>
                    </a:cubicBezTo>
                    <a:cubicBezTo>
                      <a:pt x="29" y="74"/>
                      <a:pt x="26" y="90"/>
                      <a:pt x="24" y="104"/>
                    </a:cubicBezTo>
                    <a:cubicBezTo>
                      <a:pt x="23" y="116"/>
                      <a:pt x="18" y="127"/>
                      <a:pt x="18" y="138"/>
                    </a:cubicBezTo>
                    <a:cubicBezTo>
                      <a:pt x="12" y="138"/>
                      <a:pt x="6" y="136"/>
                      <a:pt x="2" y="133"/>
                    </a:cubicBezTo>
                    <a:cubicBezTo>
                      <a:pt x="0" y="121"/>
                      <a:pt x="10" y="106"/>
                      <a:pt x="13" y="94"/>
                    </a:cubicBezTo>
                    <a:cubicBezTo>
                      <a:pt x="16" y="79"/>
                      <a:pt x="19" y="63"/>
                      <a:pt x="19" y="47"/>
                    </a:cubicBezTo>
                    <a:cubicBezTo>
                      <a:pt x="19" y="29"/>
                      <a:pt x="16" y="18"/>
                      <a:pt x="6" y="5"/>
                    </a:cubicBezTo>
                  </a:path>
                </a:pathLst>
              </a:custGeom>
              <a:solidFill>
                <a:srgbClr val="E0E2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2191" name="Freeform 393">
                <a:extLst>
                  <a:ext uri="{FF2B5EF4-FFF2-40B4-BE49-F238E27FC236}">
                    <a16:creationId xmlns:a16="http://schemas.microsoft.com/office/drawing/2014/main" id="{0C2DBF9B-2B69-4F09-B072-41E63971EC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3" y="1607"/>
                <a:ext cx="30" cy="168"/>
              </a:xfrm>
              <a:custGeom>
                <a:avLst/>
                <a:gdLst>
                  <a:gd name="T0" fmla="*/ 0 w 18"/>
                  <a:gd name="T1" fmla="*/ 0 h 101"/>
                  <a:gd name="T2" fmla="*/ 47 w 18"/>
                  <a:gd name="T3" fmla="*/ 175 h 101"/>
                  <a:gd name="T4" fmla="*/ 37 w 18"/>
                  <a:gd name="T5" fmla="*/ 299 h 101"/>
                  <a:gd name="T6" fmla="*/ 28 w 18"/>
                  <a:gd name="T7" fmla="*/ 464 h 101"/>
                  <a:gd name="T8" fmla="*/ 70 w 18"/>
                  <a:gd name="T9" fmla="*/ 160 h 101"/>
                  <a:gd name="T10" fmla="*/ 47 w 18"/>
                  <a:gd name="T11" fmla="*/ 63 h 101"/>
                  <a:gd name="T12" fmla="*/ 5 w 18"/>
                  <a:gd name="T13" fmla="*/ 8 h 10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101">
                    <a:moveTo>
                      <a:pt x="0" y="0"/>
                    </a:moveTo>
                    <a:cubicBezTo>
                      <a:pt x="7" y="10"/>
                      <a:pt x="9" y="26"/>
                      <a:pt x="10" y="38"/>
                    </a:cubicBezTo>
                    <a:cubicBezTo>
                      <a:pt x="10" y="47"/>
                      <a:pt x="9" y="56"/>
                      <a:pt x="8" y="65"/>
                    </a:cubicBezTo>
                    <a:cubicBezTo>
                      <a:pt x="7" y="74"/>
                      <a:pt x="2" y="93"/>
                      <a:pt x="6" y="101"/>
                    </a:cubicBezTo>
                    <a:cubicBezTo>
                      <a:pt x="9" y="79"/>
                      <a:pt x="18" y="58"/>
                      <a:pt x="15" y="35"/>
                    </a:cubicBezTo>
                    <a:cubicBezTo>
                      <a:pt x="15" y="28"/>
                      <a:pt x="13" y="21"/>
                      <a:pt x="10" y="14"/>
                    </a:cubicBezTo>
                    <a:cubicBezTo>
                      <a:pt x="8" y="10"/>
                      <a:pt x="2" y="4"/>
                      <a:pt x="1" y="2"/>
                    </a:cubicBezTo>
                  </a:path>
                </a:pathLst>
              </a:custGeom>
              <a:solidFill>
                <a:srgbClr val="E0E2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2192" name="Freeform 394">
                <a:extLst>
                  <a:ext uri="{FF2B5EF4-FFF2-40B4-BE49-F238E27FC236}">
                    <a16:creationId xmlns:a16="http://schemas.microsoft.com/office/drawing/2014/main" id="{2A08A887-8DE9-4480-9F9D-63DC0CAD7B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7" y="1839"/>
                <a:ext cx="147" cy="386"/>
              </a:xfrm>
              <a:custGeom>
                <a:avLst/>
                <a:gdLst>
                  <a:gd name="T0" fmla="*/ 13 w 88"/>
                  <a:gd name="T1" fmla="*/ 5 h 232"/>
                  <a:gd name="T2" fmla="*/ 79 w 88"/>
                  <a:gd name="T3" fmla="*/ 258 h 232"/>
                  <a:gd name="T4" fmla="*/ 132 w 88"/>
                  <a:gd name="T5" fmla="*/ 597 h 232"/>
                  <a:gd name="T6" fmla="*/ 411 w 88"/>
                  <a:gd name="T7" fmla="*/ 1068 h 232"/>
                  <a:gd name="T8" fmla="*/ 349 w 88"/>
                  <a:gd name="T9" fmla="*/ 1018 h 232"/>
                  <a:gd name="T10" fmla="*/ 251 w 88"/>
                  <a:gd name="T11" fmla="*/ 922 h 232"/>
                  <a:gd name="T12" fmla="*/ 162 w 88"/>
                  <a:gd name="T13" fmla="*/ 750 h 232"/>
                  <a:gd name="T14" fmla="*/ 89 w 88"/>
                  <a:gd name="T15" fmla="*/ 459 h 232"/>
                  <a:gd name="T16" fmla="*/ 62 w 88"/>
                  <a:gd name="T17" fmla="*/ 208 h 232"/>
                  <a:gd name="T18" fmla="*/ 47 w 88"/>
                  <a:gd name="T19" fmla="*/ 105 h 232"/>
                  <a:gd name="T20" fmla="*/ 0 w 88"/>
                  <a:gd name="T21" fmla="*/ 0 h 23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8" h="232">
                    <a:moveTo>
                      <a:pt x="3" y="1"/>
                    </a:moveTo>
                    <a:cubicBezTo>
                      <a:pt x="12" y="17"/>
                      <a:pt x="15" y="38"/>
                      <a:pt x="17" y="56"/>
                    </a:cubicBezTo>
                    <a:cubicBezTo>
                      <a:pt x="19" y="81"/>
                      <a:pt x="22" y="105"/>
                      <a:pt x="28" y="130"/>
                    </a:cubicBezTo>
                    <a:cubicBezTo>
                      <a:pt x="39" y="169"/>
                      <a:pt x="63" y="202"/>
                      <a:pt x="88" y="232"/>
                    </a:cubicBezTo>
                    <a:cubicBezTo>
                      <a:pt x="83" y="231"/>
                      <a:pt x="79" y="225"/>
                      <a:pt x="75" y="221"/>
                    </a:cubicBezTo>
                    <a:cubicBezTo>
                      <a:pt x="67" y="215"/>
                      <a:pt x="60" y="208"/>
                      <a:pt x="54" y="200"/>
                    </a:cubicBezTo>
                    <a:cubicBezTo>
                      <a:pt x="45" y="189"/>
                      <a:pt x="40" y="176"/>
                      <a:pt x="35" y="163"/>
                    </a:cubicBezTo>
                    <a:cubicBezTo>
                      <a:pt x="28" y="143"/>
                      <a:pt x="23" y="121"/>
                      <a:pt x="19" y="100"/>
                    </a:cubicBezTo>
                    <a:cubicBezTo>
                      <a:pt x="16" y="82"/>
                      <a:pt x="15" y="63"/>
                      <a:pt x="13" y="45"/>
                    </a:cubicBezTo>
                    <a:cubicBezTo>
                      <a:pt x="13" y="37"/>
                      <a:pt x="11" y="30"/>
                      <a:pt x="10" y="23"/>
                    </a:cubicBezTo>
                    <a:cubicBezTo>
                      <a:pt x="8" y="14"/>
                      <a:pt x="2" y="8"/>
                      <a:pt x="0" y="0"/>
                    </a:cubicBezTo>
                  </a:path>
                </a:pathLst>
              </a:custGeom>
              <a:solidFill>
                <a:srgbClr val="E0E2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2193" name="Freeform 395">
                <a:extLst>
                  <a:ext uri="{FF2B5EF4-FFF2-40B4-BE49-F238E27FC236}">
                    <a16:creationId xmlns:a16="http://schemas.microsoft.com/office/drawing/2014/main" id="{E38DEF09-1094-4D05-B125-5726AFACB0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3" y="1887"/>
                <a:ext cx="104" cy="175"/>
              </a:xfrm>
              <a:custGeom>
                <a:avLst/>
                <a:gdLst>
                  <a:gd name="T0" fmla="*/ 0 w 62"/>
                  <a:gd name="T1" fmla="*/ 0 h 105"/>
                  <a:gd name="T2" fmla="*/ 34 w 62"/>
                  <a:gd name="T3" fmla="*/ 105 h 105"/>
                  <a:gd name="T4" fmla="*/ 82 w 62"/>
                  <a:gd name="T5" fmla="*/ 305 h 105"/>
                  <a:gd name="T6" fmla="*/ 292 w 62"/>
                  <a:gd name="T7" fmla="*/ 487 h 105"/>
                  <a:gd name="T8" fmla="*/ 161 w 62"/>
                  <a:gd name="T9" fmla="*/ 338 h 105"/>
                  <a:gd name="T10" fmla="*/ 96 w 62"/>
                  <a:gd name="T11" fmla="*/ 187 h 105"/>
                  <a:gd name="T12" fmla="*/ 50 w 62"/>
                  <a:gd name="T13" fmla="*/ 62 h 105"/>
                  <a:gd name="T14" fmla="*/ 0 w 62"/>
                  <a:gd name="T15" fmla="*/ 5 h 10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2" h="105">
                    <a:moveTo>
                      <a:pt x="0" y="0"/>
                    </a:moveTo>
                    <a:cubicBezTo>
                      <a:pt x="1" y="8"/>
                      <a:pt x="5" y="16"/>
                      <a:pt x="7" y="23"/>
                    </a:cubicBezTo>
                    <a:cubicBezTo>
                      <a:pt x="10" y="37"/>
                      <a:pt x="11" y="53"/>
                      <a:pt x="17" y="66"/>
                    </a:cubicBezTo>
                    <a:cubicBezTo>
                      <a:pt x="25" y="85"/>
                      <a:pt x="45" y="96"/>
                      <a:pt x="62" y="105"/>
                    </a:cubicBezTo>
                    <a:cubicBezTo>
                      <a:pt x="53" y="94"/>
                      <a:pt x="41" y="86"/>
                      <a:pt x="34" y="73"/>
                    </a:cubicBezTo>
                    <a:cubicBezTo>
                      <a:pt x="28" y="63"/>
                      <a:pt x="23" y="51"/>
                      <a:pt x="20" y="40"/>
                    </a:cubicBezTo>
                    <a:cubicBezTo>
                      <a:pt x="17" y="31"/>
                      <a:pt x="15" y="21"/>
                      <a:pt x="11" y="13"/>
                    </a:cubicBezTo>
                    <a:cubicBezTo>
                      <a:pt x="8" y="7"/>
                      <a:pt x="4" y="5"/>
                      <a:pt x="0" y="1"/>
                    </a:cubicBezTo>
                  </a:path>
                </a:pathLst>
              </a:custGeom>
              <a:solidFill>
                <a:srgbClr val="E0E2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2194" name="Freeform 396">
                <a:extLst>
                  <a:ext uri="{FF2B5EF4-FFF2-40B4-BE49-F238E27FC236}">
                    <a16:creationId xmlns:a16="http://schemas.microsoft.com/office/drawing/2014/main" id="{3F8B1155-3BF0-482E-A90B-DAB771F680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0" y="2098"/>
                <a:ext cx="55" cy="368"/>
              </a:xfrm>
              <a:custGeom>
                <a:avLst/>
                <a:gdLst>
                  <a:gd name="T0" fmla="*/ 0 w 33"/>
                  <a:gd name="T1" fmla="*/ 992 h 221"/>
                  <a:gd name="T2" fmla="*/ 153 w 33"/>
                  <a:gd name="T3" fmla="*/ 0 h 221"/>
                  <a:gd name="T4" fmla="*/ 130 w 33"/>
                  <a:gd name="T5" fmla="*/ 1021 h 221"/>
                  <a:gd name="T6" fmla="*/ 0 w 33"/>
                  <a:gd name="T7" fmla="*/ 992 h 2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" h="221">
                    <a:moveTo>
                      <a:pt x="0" y="215"/>
                    </a:moveTo>
                    <a:cubicBezTo>
                      <a:pt x="0" y="215"/>
                      <a:pt x="30" y="29"/>
                      <a:pt x="33" y="0"/>
                    </a:cubicBezTo>
                    <a:cubicBezTo>
                      <a:pt x="33" y="0"/>
                      <a:pt x="14" y="209"/>
                      <a:pt x="28" y="221"/>
                    </a:cubicBezTo>
                    <a:lnTo>
                      <a:pt x="0" y="215"/>
                    </a:lnTo>
                    <a:close/>
                  </a:path>
                </a:pathLst>
              </a:custGeom>
              <a:solidFill>
                <a:srgbClr val="E0E2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2195" name="Freeform 397">
                <a:extLst>
                  <a:ext uri="{FF2B5EF4-FFF2-40B4-BE49-F238E27FC236}">
                    <a16:creationId xmlns:a16="http://schemas.microsoft.com/office/drawing/2014/main" id="{A875BC8B-A907-40A3-949B-50975F312E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5" y="1281"/>
                <a:ext cx="262" cy="258"/>
              </a:xfrm>
              <a:custGeom>
                <a:avLst/>
                <a:gdLst>
                  <a:gd name="T0" fmla="*/ 729 w 157"/>
                  <a:gd name="T1" fmla="*/ 0 h 155"/>
                  <a:gd name="T2" fmla="*/ 232 w 157"/>
                  <a:gd name="T3" fmla="*/ 188 h 155"/>
                  <a:gd name="T4" fmla="*/ 0 w 157"/>
                  <a:gd name="T5" fmla="*/ 714 h 155"/>
                  <a:gd name="T6" fmla="*/ 265 w 157"/>
                  <a:gd name="T7" fmla="*/ 213 h 155"/>
                  <a:gd name="T8" fmla="*/ 729 w 157"/>
                  <a:gd name="T9" fmla="*/ 0 h 1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7" h="155">
                    <a:moveTo>
                      <a:pt x="157" y="0"/>
                    </a:moveTo>
                    <a:cubicBezTo>
                      <a:pt x="157" y="0"/>
                      <a:pt x="67" y="29"/>
                      <a:pt x="50" y="41"/>
                    </a:cubicBezTo>
                    <a:cubicBezTo>
                      <a:pt x="32" y="54"/>
                      <a:pt x="6" y="121"/>
                      <a:pt x="0" y="155"/>
                    </a:cubicBezTo>
                    <a:cubicBezTo>
                      <a:pt x="0" y="155"/>
                      <a:pt x="32" y="59"/>
                      <a:pt x="57" y="46"/>
                    </a:cubicBezTo>
                    <a:cubicBezTo>
                      <a:pt x="81" y="32"/>
                      <a:pt x="157" y="0"/>
                      <a:pt x="157" y="0"/>
                    </a:cubicBezTo>
                    <a:close/>
                  </a:path>
                </a:pathLst>
              </a:custGeom>
              <a:solidFill>
                <a:srgbClr val="E0E2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2196" name="Freeform 398">
                <a:extLst>
                  <a:ext uri="{FF2B5EF4-FFF2-40B4-BE49-F238E27FC236}">
                    <a16:creationId xmlns:a16="http://schemas.microsoft.com/office/drawing/2014/main" id="{923A3BEF-FAE5-4CCA-9C9C-6A00F48750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2" y="1264"/>
                <a:ext cx="118" cy="45"/>
              </a:xfrm>
              <a:custGeom>
                <a:avLst/>
                <a:gdLst>
                  <a:gd name="T0" fmla="*/ 0 w 71"/>
                  <a:gd name="T1" fmla="*/ 20 h 27"/>
                  <a:gd name="T2" fmla="*/ 326 w 71"/>
                  <a:gd name="T3" fmla="*/ 125 h 27"/>
                  <a:gd name="T4" fmla="*/ 28 w 71"/>
                  <a:gd name="T5" fmla="*/ 0 h 27"/>
                  <a:gd name="T6" fmla="*/ 0 w 71"/>
                  <a:gd name="T7" fmla="*/ 13 h 2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1" h="27">
                    <a:moveTo>
                      <a:pt x="0" y="4"/>
                    </a:moveTo>
                    <a:cubicBezTo>
                      <a:pt x="0" y="4"/>
                      <a:pt x="24" y="25"/>
                      <a:pt x="71" y="27"/>
                    </a:cubicBezTo>
                    <a:cubicBezTo>
                      <a:pt x="71" y="27"/>
                      <a:pt x="7" y="9"/>
                      <a:pt x="6" y="0"/>
                    </a:cubicBezTo>
                    <a:cubicBezTo>
                      <a:pt x="0" y="3"/>
                      <a:pt x="0" y="3"/>
                      <a:pt x="0" y="3"/>
                    </a:cubicBezTo>
                  </a:path>
                </a:pathLst>
              </a:custGeom>
              <a:solidFill>
                <a:srgbClr val="E0E2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2197" name="Freeform 399">
                <a:extLst>
                  <a:ext uri="{FF2B5EF4-FFF2-40B4-BE49-F238E27FC236}">
                    <a16:creationId xmlns:a16="http://schemas.microsoft.com/office/drawing/2014/main" id="{4CF57EBA-7CD6-42AD-9512-889E3D8B49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9" y="1341"/>
                <a:ext cx="152" cy="385"/>
              </a:xfrm>
              <a:custGeom>
                <a:avLst/>
                <a:gdLst>
                  <a:gd name="T0" fmla="*/ 0 w 91"/>
                  <a:gd name="T1" fmla="*/ 0 h 231"/>
                  <a:gd name="T2" fmla="*/ 251 w 91"/>
                  <a:gd name="T3" fmla="*/ 300 h 231"/>
                  <a:gd name="T4" fmla="*/ 424 w 91"/>
                  <a:gd name="T5" fmla="*/ 1070 h 231"/>
                  <a:gd name="T6" fmla="*/ 175 w 91"/>
                  <a:gd name="T7" fmla="*/ 203 h 231"/>
                  <a:gd name="T8" fmla="*/ 0 w 91"/>
                  <a:gd name="T9" fmla="*/ 0 h 2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1" h="231">
                    <a:moveTo>
                      <a:pt x="0" y="0"/>
                    </a:moveTo>
                    <a:cubicBezTo>
                      <a:pt x="0" y="0"/>
                      <a:pt x="39" y="13"/>
                      <a:pt x="54" y="65"/>
                    </a:cubicBezTo>
                    <a:cubicBezTo>
                      <a:pt x="68" y="118"/>
                      <a:pt x="91" y="231"/>
                      <a:pt x="91" y="231"/>
                    </a:cubicBezTo>
                    <a:cubicBezTo>
                      <a:pt x="91" y="231"/>
                      <a:pt x="52" y="68"/>
                      <a:pt x="38" y="44"/>
                    </a:cubicBezTo>
                    <a:cubicBezTo>
                      <a:pt x="24" y="19"/>
                      <a:pt x="23" y="14"/>
                      <a:pt x="0" y="0"/>
                    </a:cubicBezTo>
                    <a:close/>
                  </a:path>
                </a:pathLst>
              </a:custGeom>
              <a:solidFill>
                <a:srgbClr val="E0E2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2198" name="Freeform 400">
                <a:extLst>
                  <a:ext uri="{FF2B5EF4-FFF2-40B4-BE49-F238E27FC236}">
                    <a16:creationId xmlns:a16="http://schemas.microsoft.com/office/drawing/2014/main" id="{5D373EBA-4BC7-44D7-BF70-B5E4D9D85C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9" y="1611"/>
                <a:ext cx="25" cy="46"/>
              </a:xfrm>
              <a:custGeom>
                <a:avLst/>
                <a:gdLst>
                  <a:gd name="T0" fmla="*/ 70 w 15"/>
                  <a:gd name="T1" fmla="*/ 0 h 28"/>
                  <a:gd name="T2" fmla="*/ 5 w 15"/>
                  <a:gd name="T3" fmla="*/ 125 h 28"/>
                  <a:gd name="T4" fmla="*/ 63 w 15"/>
                  <a:gd name="T5" fmla="*/ 8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28">
                    <a:moveTo>
                      <a:pt x="15" y="0"/>
                    </a:moveTo>
                    <a:cubicBezTo>
                      <a:pt x="9" y="0"/>
                      <a:pt x="0" y="22"/>
                      <a:pt x="1" y="28"/>
                    </a:cubicBezTo>
                    <a:cubicBezTo>
                      <a:pt x="5" y="20"/>
                      <a:pt x="11" y="10"/>
                      <a:pt x="14" y="2"/>
                    </a:cubicBezTo>
                  </a:path>
                </a:pathLst>
              </a:custGeom>
              <a:solidFill>
                <a:srgbClr val="E0E2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2199" name="Freeform 401">
                <a:extLst>
                  <a:ext uri="{FF2B5EF4-FFF2-40B4-BE49-F238E27FC236}">
                    <a16:creationId xmlns:a16="http://schemas.microsoft.com/office/drawing/2014/main" id="{B89BD09E-2561-49F3-983B-4D4A6C844C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8" y="1654"/>
                <a:ext cx="43" cy="245"/>
              </a:xfrm>
              <a:custGeom>
                <a:avLst/>
                <a:gdLst>
                  <a:gd name="T0" fmla="*/ 112 w 26"/>
                  <a:gd name="T1" fmla="*/ 0 h 147"/>
                  <a:gd name="T2" fmla="*/ 76 w 26"/>
                  <a:gd name="T3" fmla="*/ 313 h 147"/>
                  <a:gd name="T4" fmla="*/ 71 w 26"/>
                  <a:gd name="T5" fmla="*/ 522 h 147"/>
                  <a:gd name="T6" fmla="*/ 84 w 26"/>
                  <a:gd name="T7" fmla="*/ 680 h 147"/>
                  <a:gd name="T8" fmla="*/ 99 w 26"/>
                  <a:gd name="T9" fmla="*/ 487 h 147"/>
                  <a:gd name="T10" fmla="*/ 96 w 26"/>
                  <a:gd name="T11" fmla="*/ 222 h 147"/>
                  <a:gd name="T12" fmla="*/ 112 w 26"/>
                  <a:gd name="T13" fmla="*/ 8 h 14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" h="147">
                    <a:moveTo>
                      <a:pt x="25" y="0"/>
                    </a:moveTo>
                    <a:cubicBezTo>
                      <a:pt x="0" y="5"/>
                      <a:pt x="17" y="52"/>
                      <a:pt x="17" y="68"/>
                    </a:cubicBezTo>
                    <a:cubicBezTo>
                      <a:pt x="18" y="83"/>
                      <a:pt x="16" y="98"/>
                      <a:pt x="16" y="113"/>
                    </a:cubicBezTo>
                    <a:cubicBezTo>
                      <a:pt x="16" y="125"/>
                      <a:pt x="18" y="136"/>
                      <a:pt x="19" y="147"/>
                    </a:cubicBezTo>
                    <a:cubicBezTo>
                      <a:pt x="26" y="137"/>
                      <a:pt x="22" y="116"/>
                      <a:pt x="22" y="105"/>
                    </a:cubicBezTo>
                    <a:cubicBezTo>
                      <a:pt x="22" y="86"/>
                      <a:pt x="23" y="67"/>
                      <a:pt x="21" y="48"/>
                    </a:cubicBezTo>
                    <a:cubicBezTo>
                      <a:pt x="20" y="35"/>
                      <a:pt x="15" y="12"/>
                      <a:pt x="25" y="2"/>
                    </a:cubicBezTo>
                  </a:path>
                </a:pathLst>
              </a:custGeom>
              <a:solidFill>
                <a:srgbClr val="E0E2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2200" name="Freeform 402">
                <a:extLst>
                  <a:ext uri="{FF2B5EF4-FFF2-40B4-BE49-F238E27FC236}">
                    <a16:creationId xmlns:a16="http://schemas.microsoft.com/office/drawing/2014/main" id="{D742A211-27BC-48FB-9A61-9D7DE3463C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4" y="1789"/>
                <a:ext cx="15" cy="223"/>
              </a:xfrm>
              <a:custGeom>
                <a:avLst/>
                <a:gdLst>
                  <a:gd name="T0" fmla="*/ 28 w 9"/>
                  <a:gd name="T1" fmla="*/ 0 h 134"/>
                  <a:gd name="T2" fmla="*/ 37 w 9"/>
                  <a:gd name="T3" fmla="*/ 310 h 134"/>
                  <a:gd name="T4" fmla="*/ 28 w 9"/>
                  <a:gd name="T5" fmla="*/ 617 h 134"/>
                  <a:gd name="T6" fmla="*/ 22 w 9"/>
                  <a:gd name="T7" fmla="*/ 20 h 13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134">
                    <a:moveTo>
                      <a:pt x="6" y="0"/>
                    </a:moveTo>
                    <a:cubicBezTo>
                      <a:pt x="9" y="23"/>
                      <a:pt x="8" y="44"/>
                      <a:pt x="8" y="67"/>
                    </a:cubicBezTo>
                    <a:cubicBezTo>
                      <a:pt x="8" y="88"/>
                      <a:pt x="1" y="112"/>
                      <a:pt x="6" y="134"/>
                    </a:cubicBezTo>
                    <a:cubicBezTo>
                      <a:pt x="0" y="90"/>
                      <a:pt x="4" y="47"/>
                      <a:pt x="5" y="4"/>
                    </a:cubicBezTo>
                  </a:path>
                </a:pathLst>
              </a:custGeom>
              <a:solidFill>
                <a:srgbClr val="E0E2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2201" name="Freeform 403">
                <a:extLst>
                  <a:ext uri="{FF2B5EF4-FFF2-40B4-BE49-F238E27FC236}">
                    <a16:creationId xmlns:a16="http://schemas.microsoft.com/office/drawing/2014/main" id="{00CAB494-02E3-443A-BB3F-CD77DBF993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1" y="1614"/>
                <a:ext cx="20" cy="67"/>
              </a:xfrm>
              <a:custGeom>
                <a:avLst/>
                <a:gdLst>
                  <a:gd name="T0" fmla="*/ 55 w 12"/>
                  <a:gd name="T1" fmla="*/ 0 h 40"/>
                  <a:gd name="T2" fmla="*/ 37 w 12"/>
                  <a:gd name="T3" fmla="*/ 79 h 40"/>
                  <a:gd name="T4" fmla="*/ 28 w 12"/>
                  <a:gd name="T5" fmla="*/ 188 h 40"/>
                  <a:gd name="T6" fmla="*/ 55 w 12"/>
                  <a:gd name="T7" fmla="*/ 5 h 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40">
                    <a:moveTo>
                      <a:pt x="12" y="0"/>
                    </a:moveTo>
                    <a:cubicBezTo>
                      <a:pt x="12" y="5"/>
                      <a:pt x="9" y="12"/>
                      <a:pt x="8" y="17"/>
                    </a:cubicBezTo>
                    <a:cubicBezTo>
                      <a:pt x="6" y="25"/>
                      <a:pt x="6" y="32"/>
                      <a:pt x="6" y="40"/>
                    </a:cubicBezTo>
                    <a:cubicBezTo>
                      <a:pt x="7" y="27"/>
                      <a:pt x="0" y="11"/>
                      <a:pt x="12" y="1"/>
                    </a:cubicBezTo>
                  </a:path>
                </a:pathLst>
              </a:custGeom>
              <a:solidFill>
                <a:srgbClr val="E0E2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2202" name="Freeform 404">
                <a:extLst>
                  <a:ext uri="{FF2B5EF4-FFF2-40B4-BE49-F238E27FC236}">
                    <a16:creationId xmlns:a16="http://schemas.microsoft.com/office/drawing/2014/main" id="{CCA31946-7C81-4CA7-B3ED-A602F0B130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4" y="2243"/>
                <a:ext cx="64" cy="232"/>
              </a:xfrm>
              <a:custGeom>
                <a:avLst/>
                <a:gdLst>
                  <a:gd name="T0" fmla="*/ 76 w 38"/>
                  <a:gd name="T1" fmla="*/ 0 h 139"/>
                  <a:gd name="T2" fmla="*/ 175 w 38"/>
                  <a:gd name="T3" fmla="*/ 586 h 139"/>
                  <a:gd name="T4" fmla="*/ 0 w 38"/>
                  <a:gd name="T5" fmla="*/ 646 h 139"/>
                  <a:gd name="T6" fmla="*/ 140 w 38"/>
                  <a:gd name="T7" fmla="*/ 549 h 139"/>
                  <a:gd name="T8" fmla="*/ 76 w 38"/>
                  <a:gd name="T9" fmla="*/ 0 h 13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" h="139">
                    <a:moveTo>
                      <a:pt x="16" y="0"/>
                    </a:moveTo>
                    <a:cubicBezTo>
                      <a:pt x="16" y="0"/>
                      <a:pt x="38" y="105"/>
                      <a:pt x="37" y="126"/>
                    </a:cubicBezTo>
                    <a:cubicBezTo>
                      <a:pt x="37" y="126"/>
                      <a:pt x="14" y="138"/>
                      <a:pt x="0" y="139"/>
                    </a:cubicBezTo>
                    <a:cubicBezTo>
                      <a:pt x="29" y="118"/>
                      <a:pt x="29" y="118"/>
                      <a:pt x="29" y="118"/>
                    </a:cubicBezTo>
                    <a:lnTo>
                      <a:pt x="16" y="0"/>
                    </a:lnTo>
                    <a:close/>
                  </a:path>
                </a:pathLst>
              </a:custGeom>
              <a:solidFill>
                <a:srgbClr val="E0E2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2203" name="Freeform 405">
                <a:extLst>
                  <a:ext uri="{FF2B5EF4-FFF2-40B4-BE49-F238E27FC236}">
                    <a16:creationId xmlns:a16="http://schemas.microsoft.com/office/drawing/2014/main" id="{573A39D0-93FF-4F1E-B580-D4DD80E669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9" y="2137"/>
                <a:ext cx="95" cy="323"/>
              </a:xfrm>
              <a:custGeom>
                <a:avLst/>
                <a:gdLst>
                  <a:gd name="T0" fmla="*/ 228 w 57"/>
                  <a:gd name="T1" fmla="*/ 0 h 194"/>
                  <a:gd name="T2" fmla="*/ 237 w 57"/>
                  <a:gd name="T3" fmla="*/ 200 h 194"/>
                  <a:gd name="T4" fmla="*/ 175 w 57"/>
                  <a:gd name="T5" fmla="*/ 450 h 194"/>
                  <a:gd name="T6" fmla="*/ 0 w 57"/>
                  <a:gd name="T7" fmla="*/ 896 h 194"/>
                  <a:gd name="T8" fmla="*/ 250 w 57"/>
                  <a:gd name="T9" fmla="*/ 338 h 194"/>
                  <a:gd name="T10" fmla="*/ 258 w 57"/>
                  <a:gd name="T11" fmla="*/ 171 h 194"/>
                  <a:gd name="T12" fmla="*/ 228 w 57"/>
                  <a:gd name="T13" fmla="*/ 28 h 19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7" h="194">
                    <a:moveTo>
                      <a:pt x="49" y="0"/>
                    </a:moveTo>
                    <a:cubicBezTo>
                      <a:pt x="46" y="12"/>
                      <a:pt x="51" y="30"/>
                      <a:pt x="51" y="43"/>
                    </a:cubicBezTo>
                    <a:cubicBezTo>
                      <a:pt x="50" y="63"/>
                      <a:pt x="47" y="79"/>
                      <a:pt x="38" y="97"/>
                    </a:cubicBezTo>
                    <a:cubicBezTo>
                      <a:pt x="20" y="128"/>
                      <a:pt x="4" y="158"/>
                      <a:pt x="0" y="194"/>
                    </a:cubicBezTo>
                    <a:cubicBezTo>
                      <a:pt x="12" y="150"/>
                      <a:pt x="48" y="117"/>
                      <a:pt x="54" y="73"/>
                    </a:cubicBezTo>
                    <a:cubicBezTo>
                      <a:pt x="56" y="62"/>
                      <a:pt x="57" y="48"/>
                      <a:pt x="56" y="37"/>
                    </a:cubicBezTo>
                    <a:cubicBezTo>
                      <a:pt x="55" y="27"/>
                      <a:pt x="49" y="12"/>
                      <a:pt x="49" y="6"/>
                    </a:cubicBezTo>
                  </a:path>
                </a:pathLst>
              </a:custGeom>
              <a:solidFill>
                <a:srgbClr val="E0E2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</p:grpSp>
        <p:sp>
          <p:nvSpPr>
            <p:cNvPr id="34577" name="Freeform 406">
              <a:extLst>
                <a:ext uri="{FF2B5EF4-FFF2-40B4-BE49-F238E27FC236}">
                  <a16:creationId xmlns:a16="http://schemas.microsoft.com/office/drawing/2014/main" id="{7F060BA1-63DA-4CB7-AEB8-7DD74CCF351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9" y="2263"/>
              <a:ext cx="52" cy="180"/>
            </a:xfrm>
            <a:custGeom>
              <a:avLst/>
              <a:gdLst>
                <a:gd name="T0" fmla="*/ 138 w 31"/>
                <a:gd name="T1" fmla="*/ 0 h 108"/>
                <a:gd name="T2" fmla="*/ 62 w 31"/>
                <a:gd name="T3" fmla="*/ 245 h 108"/>
                <a:gd name="T4" fmla="*/ 8 w 31"/>
                <a:gd name="T5" fmla="*/ 500 h 108"/>
                <a:gd name="T6" fmla="*/ 99 w 31"/>
                <a:gd name="T7" fmla="*/ 250 h 108"/>
                <a:gd name="T8" fmla="*/ 138 w 31"/>
                <a:gd name="T9" fmla="*/ 22 h 10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108">
                  <a:moveTo>
                    <a:pt x="29" y="0"/>
                  </a:moveTo>
                  <a:cubicBezTo>
                    <a:pt x="31" y="16"/>
                    <a:pt x="18" y="37"/>
                    <a:pt x="13" y="53"/>
                  </a:cubicBezTo>
                  <a:cubicBezTo>
                    <a:pt x="7" y="70"/>
                    <a:pt x="0" y="89"/>
                    <a:pt x="2" y="108"/>
                  </a:cubicBezTo>
                  <a:cubicBezTo>
                    <a:pt x="0" y="92"/>
                    <a:pt x="16" y="70"/>
                    <a:pt x="21" y="54"/>
                  </a:cubicBezTo>
                  <a:cubicBezTo>
                    <a:pt x="25" y="39"/>
                    <a:pt x="29" y="21"/>
                    <a:pt x="29" y="5"/>
                  </a:cubicBezTo>
                </a:path>
              </a:pathLst>
            </a:custGeom>
            <a:solidFill>
              <a:srgbClr val="E0E2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4578" name="Freeform 407">
              <a:extLst>
                <a:ext uri="{FF2B5EF4-FFF2-40B4-BE49-F238E27FC236}">
                  <a16:creationId xmlns:a16="http://schemas.microsoft.com/office/drawing/2014/main" id="{D5D00B2E-6993-491F-AABE-BC9AD71241E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7" y="1627"/>
              <a:ext cx="104" cy="167"/>
            </a:xfrm>
            <a:custGeom>
              <a:avLst/>
              <a:gdLst>
                <a:gd name="T0" fmla="*/ 292 w 62"/>
                <a:gd name="T1" fmla="*/ 0 h 100"/>
                <a:gd name="T2" fmla="*/ 188 w 62"/>
                <a:gd name="T3" fmla="*/ 257 h 100"/>
                <a:gd name="T4" fmla="*/ 84 w 62"/>
                <a:gd name="T5" fmla="*/ 376 h 100"/>
                <a:gd name="T6" fmla="*/ 0 w 62"/>
                <a:gd name="T7" fmla="*/ 466 h 100"/>
                <a:gd name="T8" fmla="*/ 228 w 62"/>
                <a:gd name="T9" fmla="*/ 266 h 100"/>
                <a:gd name="T10" fmla="*/ 292 w 62"/>
                <a:gd name="T11" fmla="*/ 22 h 10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2" h="100">
                  <a:moveTo>
                    <a:pt x="62" y="0"/>
                  </a:moveTo>
                  <a:cubicBezTo>
                    <a:pt x="55" y="19"/>
                    <a:pt x="52" y="38"/>
                    <a:pt x="40" y="55"/>
                  </a:cubicBezTo>
                  <a:cubicBezTo>
                    <a:pt x="34" y="65"/>
                    <a:pt x="26" y="73"/>
                    <a:pt x="18" y="81"/>
                  </a:cubicBezTo>
                  <a:cubicBezTo>
                    <a:pt x="13" y="87"/>
                    <a:pt x="3" y="93"/>
                    <a:pt x="0" y="100"/>
                  </a:cubicBezTo>
                  <a:cubicBezTo>
                    <a:pt x="16" y="93"/>
                    <a:pt x="39" y="72"/>
                    <a:pt x="48" y="57"/>
                  </a:cubicBezTo>
                  <a:cubicBezTo>
                    <a:pt x="57" y="42"/>
                    <a:pt x="60" y="21"/>
                    <a:pt x="62" y="5"/>
                  </a:cubicBezTo>
                </a:path>
              </a:pathLst>
            </a:custGeom>
            <a:solidFill>
              <a:srgbClr val="E0E2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4579" name="Freeform 408">
              <a:extLst>
                <a:ext uri="{FF2B5EF4-FFF2-40B4-BE49-F238E27FC236}">
                  <a16:creationId xmlns:a16="http://schemas.microsoft.com/office/drawing/2014/main" id="{B773DFF2-2056-4B2D-A8B7-163AEED1C2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0" y="1378"/>
              <a:ext cx="123" cy="244"/>
            </a:xfrm>
            <a:custGeom>
              <a:avLst/>
              <a:gdLst>
                <a:gd name="T0" fmla="*/ 317 w 74"/>
                <a:gd name="T1" fmla="*/ 75 h 147"/>
                <a:gd name="T2" fmla="*/ 238 w 74"/>
                <a:gd name="T3" fmla="*/ 179 h 147"/>
                <a:gd name="T4" fmla="*/ 175 w 74"/>
                <a:gd name="T5" fmla="*/ 352 h 147"/>
                <a:gd name="T6" fmla="*/ 101 w 74"/>
                <a:gd name="T7" fmla="*/ 672 h 147"/>
                <a:gd name="T8" fmla="*/ 116 w 74"/>
                <a:gd name="T9" fmla="*/ 206 h 147"/>
                <a:gd name="T10" fmla="*/ 249 w 74"/>
                <a:gd name="T11" fmla="*/ 46 h 147"/>
                <a:gd name="T12" fmla="*/ 339 w 74"/>
                <a:gd name="T13" fmla="*/ 50 h 14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4" h="147">
                  <a:moveTo>
                    <a:pt x="69" y="16"/>
                  </a:moveTo>
                  <a:cubicBezTo>
                    <a:pt x="65" y="24"/>
                    <a:pt x="57" y="31"/>
                    <a:pt x="52" y="39"/>
                  </a:cubicBezTo>
                  <a:cubicBezTo>
                    <a:pt x="46" y="51"/>
                    <a:pt x="41" y="64"/>
                    <a:pt x="38" y="77"/>
                  </a:cubicBezTo>
                  <a:cubicBezTo>
                    <a:pt x="34" y="94"/>
                    <a:pt x="37" y="137"/>
                    <a:pt x="22" y="147"/>
                  </a:cubicBezTo>
                  <a:cubicBezTo>
                    <a:pt x="0" y="130"/>
                    <a:pt x="16" y="65"/>
                    <a:pt x="25" y="45"/>
                  </a:cubicBezTo>
                  <a:cubicBezTo>
                    <a:pt x="32" y="31"/>
                    <a:pt x="41" y="19"/>
                    <a:pt x="54" y="10"/>
                  </a:cubicBezTo>
                  <a:cubicBezTo>
                    <a:pt x="60" y="6"/>
                    <a:pt x="74" y="0"/>
                    <a:pt x="74" y="11"/>
                  </a:cubicBezTo>
                </a:path>
              </a:pathLst>
            </a:custGeom>
            <a:solidFill>
              <a:srgbClr val="F1F2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4580" name="Freeform 409">
              <a:extLst>
                <a:ext uri="{FF2B5EF4-FFF2-40B4-BE49-F238E27FC236}">
                  <a16:creationId xmlns:a16="http://schemas.microsoft.com/office/drawing/2014/main" id="{76E7A585-A58B-4AB9-8E37-E0348AE343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8" y="1419"/>
              <a:ext cx="93" cy="167"/>
            </a:xfrm>
            <a:custGeom>
              <a:avLst/>
              <a:gdLst>
                <a:gd name="T0" fmla="*/ 0 w 56"/>
                <a:gd name="T1" fmla="*/ 0 h 100"/>
                <a:gd name="T2" fmla="*/ 91 w 56"/>
                <a:gd name="T3" fmla="*/ 249 h 100"/>
                <a:gd name="T4" fmla="*/ 146 w 56"/>
                <a:gd name="T5" fmla="*/ 466 h 100"/>
                <a:gd name="T6" fmla="*/ 28 w 56"/>
                <a:gd name="T7" fmla="*/ 28 h 10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6" h="100">
                  <a:moveTo>
                    <a:pt x="0" y="0"/>
                  </a:moveTo>
                  <a:cubicBezTo>
                    <a:pt x="13" y="16"/>
                    <a:pt x="16" y="34"/>
                    <a:pt x="20" y="53"/>
                  </a:cubicBezTo>
                  <a:cubicBezTo>
                    <a:pt x="23" y="66"/>
                    <a:pt x="23" y="91"/>
                    <a:pt x="32" y="100"/>
                  </a:cubicBezTo>
                  <a:cubicBezTo>
                    <a:pt x="56" y="70"/>
                    <a:pt x="23" y="28"/>
                    <a:pt x="6" y="6"/>
                  </a:cubicBezTo>
                </a:path>
              </a:pathLst>
            </a:custGeom>
            <a:solidFill>
              <a:srgbClr val="F1F2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4581" name="Freeform 410">
              <a:extLst>
                <a:ext uri="{FF2B5EF4-FFF2-40B4-BE49-F238E27FC236}">
                  <a16:creationId xmlns:a16="http://schemas.microsoft.com/office/drawing/2014/main" id="{F3188434-7B72-4C25-B674-4A0E4ED929B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0" y="2298"/>
              <a:ext cx="194" cy="192"/>
            </a:xfrm>
            <a:custGeom>
              <a:avLst/>
              <a:gdLst>
                <a:gd name="T0" fmla="*/ 28 w 116"/>
                <a:gd name="T1" fmla="*/ 20 h 115"/>
                <a:gd name="T2" fmla="*/ 70 w 116"/>
                <a:gd name="T3" fmla="*/ 376 h 115"/>
                <a:gd name="T4" fmla="*/ 542 w 116"/>
                <a:gd name="T5" fmla="*/ 409 h 115"/>
                <a:gd name="T6" fmla="*/ 182 w 116"/>
                <a:gd name="T7" fmla="*/ 167 h 115"/>
                <a:gd name="T8" fmla="*/ 8 w 116"/>
                <a:gd name="T9" fmla="*/ 37 h 1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6" h="115">
                  <a:moveTo>
                    <a:pt x="6" y="4"/>
                  </a:moveTo>
                  <a:cubicBezTo>
                    <a:pt x="13" y="29"/>
                    <a:pt x="0" y="58"/>
                    <a:pt x="15" y="81"/>
                  </a:cubicBezTo>
                  <a:cubicBezTo>
                    <a:pt x="37" y="115"/>
                    <a:pt x="86" y="96"/>
                    <a:pt x="116" y="88"/>
                  </a:cubicBezTo>
                  <a:cubicBezTo>
                    <a:pt x="94" y="68"/>
                    <a:pt x="61" y="58"/>
                    <a:pt x="39" y="36"/>
                  </a:cubicBezTo>
                  <a:cubicBezTo>
                    <a:pt x="29" y="27"/>
                    <a:pt x="18" y="0"/>
                    <a:pt x="2" y="8"/>
                  </a:cubicBezTo>
                </a:path>
              </a:pathLst>
            </a:custGeom>
            <a:solidFill>
              <a:srgbClr val="F1F2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4582" name="Freeform 411">
              <a:extLst>
                <a:ext uri="{FF2B5EF4-FFF2-40B4-BE49-F238E27FC236}">
                  <a16:creationId xmlns:a16="http://schemas.microsoft.com/office/drawing/2014/main" id="{74F8C4FA-23BE-4AF4-8CD2-72D50DC410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7" y="3758"/>
              <a:ext cx="107" cy="85"/>
            </a:xfrm>
            <a:custGeom>
              <a:avLst/>
              <a:gdLst>
                <a:gd name="T0" fmla="*/ 50 w 64"/>
                <a:gd name="T1" fmla="*/ 200 h 51"/>
                <a:gd name="T2" fmla="*/ 13 w 64"/>
                <a:gd name="T3" fmla="*/ 75 h 51"/>
                <a:gd name="T4" fmla="*/ 47 w 64"/>
                <a:gd name="T5" fmla="*/ 28 h 51"/>
                <a:gd name="T6" fmla="*/ 278 w 64"/>
                <a:gd name="T7" fmla="*/ 42 h 51"/>
                <a:gd name="T8" fmla="*/ 257 w 64"/>
                <a:gd name="T9" fmla="*/ 200 h 51"/>
                <a:gd name="T10" fmla="*/ 50 w 64"/>
                <a:gd name="T11" fmla="*/ 200 h 5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4" h="51">
                  <a:moveTo>
                    <a:pt x="11" y="43"/>
                  </a:moveTo>
                  <a:cubicBezTo>
                    <a:pt x="11" y="43"/>
                    <a:pt x="5" y="19"/>
                    <a:pt x="3" y="16"/>
                  </a:cubicBezTo>
                  <a:cubicBezTo>
                    <a:pt x="0" y="13"/>
                    <a:pt x="1" y="6"/>
                    <a:pt x="10" y="6"/>
                  </a:cubicBezTo>
                  <a:cubicBezTo>
                    <a:pt x="19" y="6"/>
                    <a:pt x="55" y="0"/>
                    <a:pt x="59" y="9"/>
                  </a:cubicBezTo>
                  <a:cubicBezTo>
                    <a:pt x="64" y="18"/>
                    <a:pt x="55" y="43"/>
                    <a:pt x="55" y="43"/>
                  </a:cubicBezTo>
                  <a:cubicBezTo>
                    <a:pt x="55" y="43"/>
                    <a:pt x="21" y="51"/>
                    <a:pt x="11" y="43"/>
                  </a:cubicBezTo>
                  <a:close/>
                </a:path>
              </a:pathLst>
            </a:custGeom>
            <a:solidFill>
              <a:srgbClr val="E53F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4583" name="Freeform 412">
              <a:extLst>
                <a:ext uri="{FF2B5EF4-FFF2-40B4-BE49-F238E27FC236}">
                  <a16:creationId xmlns:a16="http://schemas.microsoft.com/office/drawing/2014/main" id="{ED93F5A1-35BB-44C0-837E-ACEAE0FF15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3" y="3770"/>
              <a:ext cx="77" cy="30"/>
            </a:xfrm>
            <a:custGeom>
              <a:avLst/>
              <a:gdLst>
                <a:gd name="T0" fmla="*/ 22 w 46"/>
                <a:gd name="T1" fmla="*/ 78 h 18"/>
                <a:gd name="T2" fmla="*/ 13 w 46"/>
                <a:gd name="T3" fmla="*/ 50 h 18"/>
                <a:gd name="T4" fmla="*/ 5 w 46"/>
                <a:gd name="T5" fmla="*/ 33 h 18"/>
                <a:gd name="T6" fmla="*/ 33 w 46"/>
                <a:gd name="T7" fmla="*/ 5 h 18"/>
                <a:gd name="T8" fmla="*/ 70 w 46"/>
                <a:gd name="T9" fmla="*/ 5 h 18"/>
                <a:gd name="T10" fmla="*/ 124 w 46"/>
                <a:gd name="T11" fmla="*/ 8 h 18"/>
                <a:gd name="T12" fmla="*/ 182 w 46"/>
                <a:gd name="T13" fmla="*/ 5 h 18"/>
                <a:gd name="T14" fmla="*/ 216 w 46"/>
                <a:gd name="T15" fmla="*/ 5 h 18"/>
                <a:gd name="T16" fmla="*/ 187 w 46"/>
                <a:gd name="T17" fmla="*/ 8 h 18"/>
                <a:gd name="T18" fmla="*/ 159 w 46"/>
                <a:gd name="T19" fmla="*/ 8 h 18"/>
                <a:gd name="T20" fmla="*/ 126 w 46"/>
                <a:gd name="T21" fmla="*/ 8 h 18"/>
                <a:gd name="T22" fmla="*/ 70 w 46"/>
                <a:gd name="T23" fmla="*/ 20 h 18"/>
                <a:gd name="T24" fmla="*/ 37 w 46"/>
                <a:gd name="T25" fmla="*/ 33 h 18"/>
                <a:gd name="T26" fmla="*/ 28 w 46"/>
                <a:gd name="T27" fmla="*/ 62 h 18"/>
                <a:gd name="T28" fmla="*/ 28 w 46"/>
                <a:gd name="T29" fmla="*/ 83 h 18"/>
                <a:gd name="T30" fmla="*/ 22 w 46"/>
                <a:gd name="T31" fmla="*/ 78 h 18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46" h="18">
                  <a:moveTo>
                    <a:pt x="5" y="17"/>
                  </a:moveTo>
                  <a:cubicBezTo>
                    <a:pt x="4" y="15"/>
                    <a:pt x="4" y="13"/>
                    <a:pt x="3" y="11"/>
                  </a:cubicBezTo>
                  <a:cubicBezTo>
                    <a:pt x="2" y="10"/>
                    <a:pt x="1" y="8"/>
                    <a:pt x="1" y="7"/>
                  </a:cubicBezTo>
                  <a:cubicBezTo>
                    <a:pt x="0" y="3"/>
                    <a:pt x="4" y="1"/>
                    <a:pt x="7" y="1"/>
                  </a:cubicBezTo>
                  <a:cubicBezTo>
                    <a:pt x="9" y="0"/>
                    <a:pt x="12" y="1"/>
                    <a:pt x="15" y="1"/>
                  </a:cubicBezTo>
                  <a:cubicBezTo>
                    <a:pt x="18" y="2"/>
                    <a:pt x="22" y="2"/>
                    <a:pt x="26" y="2"/>
                  </a:cubicBezTo>
                  <a:cubicBezTo>
                    <a:pt x="30" y="1"/>
                    <a:pt x="35" y="1"/>
                    <a:pt x="39" y="1"/>
                  </a:cubicBezTo>
                  <a:cubicBezTo>
                    <a:pt x="41" y="1"/>
                    <a:pt x="45" y="0"/>
                    <a:pt x="46" y="1"/>
                  </a:cubicBezTo>
                  <a:cubicBezTo>
                    <a:pt x="44" y="2"/>
                    <a:pt x="42" y="2"/>
                    <a:pt x="40" y="2"/>
                  </a:cubicBezTo>
                  <a:cubicBezTo>
                    <a:pt x="38" y="2"/>
                    <a:pt x="36" y="2"/>
                    <a:pt x="34" y="2"/>
                  </a:cubicBezTo>
                  <a:cubicBezTo>
                    <a:pt x="32" y="2"/>
                    <a:pt x="29" y="2"/>
                    <a:pt x="27" y="2"/>
                  </a:cubicBezTo>
                  <a:cubicBezTo>
                    <a:pt x="23" y="3"/>
                    <a:pt x="19" y="3"/>
                    <a:pt x="15" y="4"/>
                  </a:cubicBezTo>
                  <a:cubicBezTo>
                    <a:pt x="13" y="4"/>
                    <a:pt x="9" y="5"/>
                    <a:pt x="8" y="7"/>
                  </a:cubicBezTo>
                  <a:cubicBezTo>
                    <a:pt x="7" y="9"/>
                    <a:pt x="6" y="11"/>
                    <a:pt x="6" y="13"/>
                  </a:cubicBezTo>
                  <a:cubicBezTo>
                    <a:pt x="6" y="15"/>
                    <a:pt x="6" y="17"/>
                    <a:pt x="6" y="18"/>
                  </a:cubicBezTo>
                  <a:cubicBezTo>
                    <a:pt x="5" y="18"/>
                    <a:pt x="5" y="17"/>
                    <a:pt x="5" y="17"/>
                  </a:cubicBezTo>
                </a:path>
              </a:pathLst>
            </a:custGeom>
            <a:solidFill>
              <a:srgbClr val="E960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4584" name="Freeform 413">
              <a:extLst>
                <a:ext uri="{FF2B5EF4-FFF2-40B4-BE49-F238E27FC236}">
                  <a16:creationId xmlns:a16="http://schemas.microsoft.com/office/drawing/2014/main" id="{11FD3E2F-E01C-4B7C-B6E6-634AA96C13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7" y="3758"/>
              <a:ext cx="107" cy="85"/>
            </a:xfrm>
            <a:custGeom>
              <a:avLst/>
              <a:gdLst>
                <a:gd name="T0" fmla="*/ 55 w 64"/>
                <a:gd name="T1" fmla="*/ 195 h 51"/>
                <a:gd name="T2" fmla="*/ 13 w 64"/>
                <a:gd name="T3" fmla="*/ 70 h 51"/>
                <a:gd name="T4" fmla="*/ 47 w 64"/>
                <a:gd name="T5" fmla="*/ 28 h 51"/>
                <a:gd name="T6" fmla="*/ 278 w 64"/>
                <a:gd name="T7" fmla="*/ 42 h 51"/>
                <a:gd name="T8" fmla="*/ 262 w 64"/>
                <a:gd name="T9" fmla="*/ 200 h 51"/>
                <a:gd name="T10" fmla="*/ 55 w 64"/>
                <a:gd name="T11" fmla="*/ 195 h 5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4" h="51">
                  <a:moveTo>
                    <a:pt x="12" y="42"/>
                  </a:moveTo>
                  <a:cubicBezTo>
                    <a:pt x="12" y="42"/>
                    <a:pt x="6" y="18"/>
                    <a:pt x="3" y="15"/>
                  </a:cubicBezTo>
                  <a:cubicBezTo>
                    <a:pt x="0" y="12"/>
                    <a:pt x="1" y="6"/>
                    <a:pt x="10" y="6"/>
                  </a:cubicBezTo>
                  <a:cubicBezTo>
                    <a:pt x="19" y="6"/>
                    <a:pt x="55" y="0"/>
                    <a:pt x="59" y="9"/>
                  </a:cubicBezTo>
                  <a:cubicBezTo>
                    <a:pt x="64" y="18"/>
                    <a:pt x="56" y="43"/>
                    <a:pt x="56" y="43"/>
                  </a:cubicBezTo>
                  <a:cubicBezTo>
                    <a:pt x="56" y="43"/>
                    <a:pt x="21" y="51"/>
                    <a:pt x="12" y="42"/>
                  </a:cubicBezTo>
                  <a:close/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4585" name="Freeform 414">
              <a:extLst>
                <a:ext uri="{FF2B5EF4-FFF2-40B4-BE49-F238E27FC236}">
                  <a16:creationId xmlns:a16="http://schemas.microsoft.com/office/drawing/2014/main" id="{E73040F0-83F9-4A78-9468-785D097059E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5" y="3798"/>
              <a:ext cx="79" cy="22"/>
            </a:xfrm>
            <a:custGeom>
              <a:avLst/>
              <a:gdLst>
                <a:gd name="T0" fmla="*/ 0 w 47"/>
                <a:gd name="T1" fmla="*/ 29 h 13"/>
                <a:gd name="T2" fmla="*/ 5 w 47"/>
                <a:gd name="T3" fmla="*/ 63 h 13"/>
                <a:gd name="T4" fmla="*/ 37 w 47"/>
                <a:gd name="T5" fmla="*/ 63 h 13"/>
                <a:gd name="T6" fmla="*/ 82 w 47"/>
                <a:gd name="T7" fmla="*/ 58 h 13"/>
                <a:gd name="T8" fmla="*/ 166 w 47"/>
                <a:gd name="T9" fmla="*/ 49 h 13"/>
                <a:gd name="T10" fmla="*/ 208 w 47"/>
                <a:gd name="T11" fmla="*/ 34 h 13"/>
                <a:gd name="T12" fmla="*/ 224 w 47"/>
                <a:gd name="T13" fmla="*/ 0 h 13"/>
                <a:gd name="T14" fmla="*/ 203 w 47"/>
                <a:gd name="T15" fmla="*/ 5 h 13"/>
                <a:gd name="T16" fmla="*/ 155 w 47"/>
                <a:gd name="T17" fmla="*/ 8 h 13"/>
                <a:gd name="T18" fmla="*/ 71 w 47"/>
                <a:gd name="T19" fmla="*/ 24 h 13"/>
                <a:gd name="T20" fmla="*/ 22 w 47"/>
                <a:gd name="T21" fmla="*/ 29 h 13"/>
                <a:gd name="T22" fmla="*/ 5 w 47"/>
                <a:gd name="T23" fmla="*/ 29 h 1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7" h="13">
                  <a:moveTo>
                    <a:pt x="0" y="6"/>
                  </a:moveTo>
                  <a:cubicBezTo>
                    <a:pt x="1" y="7"/>
                    <a:pt x="1" y="11"/>
                    <a:pt x="1" y="13"/>
                  </a:cubicBezTo>
                  <a:cubicBezTo>
                    <a:pt x="4" y="13"/>
                    <a:pt x="6" y="13"/>
                    <a:pt x="8" y="13"/>
                  </a:cubicBezTo>
                  <a:cubicBezTo>
                    <a:pt x="11" y="12"/>
                    <a:pt x="14" y="12"/>
                    <a:pt x="17" y="12"/>
                  </a:cubicBezTo>
                  <a:cubicBezTo>
                    <a:pt x="23" y="12"/>
                    <a:pt x="29" y="11"/>
                    <a:pt x="35" y="10"/>
                  </a:cubicBezTo>
                  <a:cubicBezTo>
                    <a:pt x="37" y="10"/>
                    <a:pt x="41" y="9"/>
                    <a:pt x="44" y="7"/>
                  </a:cubicBezTo>
                  <a:cubicBezTo>
                    <a:pt x="45" y="5"/>
                    <a:pt x="46" y="2"/>
                    <a:pt x="47" y="0"/>
                  </a:cubicBezTo>
                  <a:cubicBezTo>
                    <a:pt x="45" y="0"/>
                    <a:pt x="44" y="0"/>
                    <a:pt x="43" y="1"/>
                  </a:cubicBezTo>
                  <a:cubicBezTo>
                    <a:pt x="40" y="1"/>
                    <a:pt x="36" y="2"/>
                    <a:pt x="33" y="2"/>
                  </a:cubicBezTo>
                  <a:cubicBezTo>
                    <a:pt x="27" y="3"/>
                    <a:pt x="21" y="4"/>
                    <a:pt x="15" y="5"/>
                  </a:cubicBezTo>
                  <a:cubicBezTo>
                    <a:pt x="11" y="5"/>
                    <a:pt x="8" y="6"/>
                    <a:pt x="5" y="6"/>
                  </a:cubicBezTo>
                  <a:cubicBezTo>
                    <a:pt x="3" y="6"/>
                    <a:pt x="2" y="6"/>
                    <a:pt x="1" y="6"/>
                  </a:cubicBezTo>
                </a:path>
              </a:pathLst>
            </a:custGeom>
            <a:solidFill>
              <a:srgbClr val="AE28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4586" name="Freeform 415">
              <a:extLst>
                <a:ext uri="{FF2B5EF4-FFF2-40B4-BE49-F238E27FC236}">
                  <a16:creationId xmlns:a16="http://schemas.microsoft.com/office/drawing/2014/main" id="{2A93217D-7CED-4598-86C6-0F1BC62ED0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2" y="3810"/>
              <a:ext cx="222" cy="256"/>
            </a:xfrm>
            <a:custGeom>
              <a:avLst/>
              <a:gdLst>
                <a:gd name="T0" fmla="*/ 0 w 133"/>
                <a:gd name="T1" fmla="*/ 387 h 154"/>
                <a:gd name="T2" fmla="*/ 112 w 133"/>
                <a:gd name="T3" fmla="*/ 271 h 154"/>
                <a:gd name="T4" fmla="*/ 259 w 133"/>
                <a:gd name="T5" fmla="*/ 22 h 154"/>
                <a:gd name="T6" fmla="*/ 571 w 133"/>
                <a:gd name="T7" fmla="*/ 0 h 154"/>
                <a:gd name="T8" fmla="*/ 613 w 133"/>
                <a:gd name="T9" fmla="*/ 201 h 154"/>
                <a:gd name="T10" fmla="*/ 586 w 133"/>
                <a:gd name="T11" fmla="*/ 429 h 154"/>
                <a:gd name="T12" fmla="*/ 563 w 133"/>
                <a:gd name="T13" fmla="*/ 560 h 154"/>
                <a:gd name="T14" fmla="*/ 5 w 133"/>
                <a:gd name="T15" fmla="*/ 520 h 154"/>
                <a:gd name="T16" fmla="*/ 0 w 133"/>
                <a:gd name="T17" fmla="*/ 387 h 15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3" h="154">
                  <a:moveTo>
                    <a:pt x="0" y="84"/>
                  </a:moveTo>
                  <a:cubicBezTo>
                    <a:pt x="3" y="75"/>
                    <a:pt x="12" y="68"/>
                    <a:pt x="24" y="59"/>
                  </a:cubicBezTo>
                  <a:cubicBezTo>
                    <a:pt x="36" y="50"/>
                    <a:pt x="56" y="5"/>
                    <a:pt x="56" y="5"/>
                  </a:cubicBezTo>
                  <a:cubicBezTo>
                    <a:pt x="70" y="18"/>
                    <a:pt x="123" y="0"/>
                    <a:pt x="123" y="0"/>
                  </a:cubicBezTo>
                  <a:cubicBezTo>
                    <a:pt x="123" y="0"/>
                    <a:pt x="131" y="26"/>
                    <a:pt x="132" y="44"/>
                  </a:cubicBezTo>
                  <a:cubicBezTo>
                    <a:pt x="133" y="61"/>
                    <a:pt x="126" y="93"/>
                    <a:pt x="126" y="93"/>
                  </a:cubicBezTo>
                  <a:cubicBezTo>
                    <a:pt x="121" y="122"/>
                    <a:pt x="121" y="122"/>
                    <a:pt x="121" y="122"/>
                  </a:cubicBezTo>
                  <a:cubicBezTo>
                    <a:pt x="49" y="154"/>
                    <a:pt x="1" y="113"/>
                    <a:pt x="1" y="113"/>
                  </a:cubicBezTo>
                  <a:lnTo>
                    <a:pt x="0" y="84"/>
                  </a:lnTo>
                  <a:close/>
                </a:path>
              </a:pathLst>
            </a:custGeom>
            <a:solidFill>
              <a:srgbClr val="E53F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4587" name="Freeform 416">
              <a:extLst>
                <a:ext uri="{FF2B5EF4-FFF2-40B4-BE49-F238E27FC236}">
                  <a16:creationId xmlns:a16="http://schemas.microsoft.com/office/drawing/2014/main" id="{FD3A3B46-F657-48D7-A4C8-785EC74533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2" y="3949"/>
              <a:ext cx="210" cy="120"/>
            </a:xfrm>
            <a:custGeom>
              <a:avLst/>
              <a:gdLst>
                <a:gd name="T0" fmla="*/ 0 w 126"/>
                <a:gd name="T1" fmla="*/ 0 h 72"/>
                <a:gd name="T2" fmla="*/ 5 w 126"/>
                <a:gd name="T3" fmla="*/ 133 h 72"/>
                <a:gd name="T4" fmla="*/ 562 w 126"/>
                <a:gd name="T5" fmla="*/ 175 h 72"/>
                <a:gd name="T6" fmla="*/ 583 w 126"/>
                <a:gd name="T7" fmla="*/ 42 h 72"/>
                <a:gd name="T8" fmla="*/ 0 w 126"/>
                <a:gd name="T9" fmla="*/ 0 h 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6" h="72">
                  <a:moveTo>
                    <a:pt x="0" y="0"/>
                  </a:moveTo>
                  <a:cubicBezTo>
                    <a:pt x="1" y="29"/>
                    <a:pt x="1" y="29"/>
                    <a:pt x="1" y="29"/>
                  </a:cubicBezTo>
                  <a:cubicBezTo>
                    <a:pt x="1" y="29"/>
                    <a:pt x="46" y="72"/>
                    <a:pt x="121" y="38"/>
                  </a:cubicBezTo>
                  <a:cubicBezTo>
                    <a:pt x="126" y="9"/>
                    <a:pt x="126" y="9"/>
                    <a:pt x="126" y="9"/>
                  </a:cubicBezTo>
                  <a:cubicBezTo>
                    <a:pt x="126" y="9"/>
                    <a:pt x="51" y="51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4588" name="Freeform 417">
              <a:extLst>
                <a:ext uri="{FF2B5EF4-FFF2-40B4-BE49-F238E27FC236}">
                  <a16:creationId xmlns:a16="http://schemas.microsoft.com/office/drawing/2014/main" id="{080179C6-F42E-4F33-9D72-D99B987257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2" y="3810"/>
              <a:ext cx="222" cy="256"/>
            </a:xfrm>
            <a:custGeom>
              <a:avLst/>
              <a:gdLst>
                <a:gd name="T0" fmla="*/ 0 w 133"/>
                <a:gd name="T1" fmla="*/ 387 h 154"/>
                <a:gd name="T2" fmla="*/ 112 w 133"/>
                <a:gd name="T3" fmla="*/ 271 h 154"/>
                <a:gd name="T4" fmla="*/ 265 w 133"/>
                <a:gd name="T5" fmla="*/ 22 h 154"/>
                <a:gd name="T6" fmla="*/ 571 w 133"/>
                <a:gd name="T7" fmla="*/ 0 h 154"/>
                <a:gd name="T8" fmla="*/ 613 w 133"/>
                <a:gd name="T9" fmla="*/ 201 h 154"/>
                <a:gd name="T10" fmla="*/ 591 w 133"/>
                <a:gd name="T11" fmla="*/ 417 h 154"/>
                <a:gd name="T12" fmla="*/ 563 w 133"/>
                <a:gd name="T13" fmla="*/ 560 h 154"/>
                <a:gd name="T14" fmla="*/ 5 w 133"/>
                <a:gd name="T15" fmla="*/ 514 h 154"/>
                <a:gd name="T16" fmla="*/ 0 w 133"/>
                <a:gd name="T17" fmla="*/ 387 h 15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3" h="154">
                  <a:moveTo>
                    <a:pt x="0" y="84"/>
                  </a:moveTo>
                  <a:cubicBezTo>
                    <a:pt x="3" y="75"/>
                    <a:pt x="12" y="68"/>
                    <a:pt x="24" y="59"/>
                  </a:cubicBezTo>
                  <a:cubicBezTo>
                    <a:pt x="36" y="50"/>
                    <a:pt x="57" y="5"/>
                    <a:pt x="57" y="5"/>
                  </a:cubicBezTo>
                  <a:cubicBezTo>
                    <a:pt x="70" y="18"/>
                    <a:pt x="123" y="0"/>
                    <a:pt x="123" y="0"/>
                  </a:cubicBezTo>
                  <a:cubicBezTo>
                    <a:pt x="123" y="0"/>
                    <a:pt x="131" y="26"/>
                    <a:pt x="132" y="44"/>
                  </a:cubicBezTo>
                  <a:cubicBezTo>
                    <a:pt x="133" y="61"/>
                    <a:pt x="127" y="91"/>
                    <a:pt x="127" y="91"/>
                  </a:cubicBezTo>
                  <a:cubicBezTo>
                    <a:pt x="121" y="122"/>
                    <a:pt x="121" y="122"/>
                    <a:pt x="121" y="122"/>
                  </a:cubicBezTo>
                  <a:cubicBezTo>
                    <a:pt x="49" y="154"/>
                    <a:pt x="1" y="112"/>
                    <a:pt x="1" y="112"/>
                  </a:cubicBezTo>
                  <a:lnTo>
                    <a:pt x="0" y="84"/>
                  </a:lnTo>
                  <a:close/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4589" name="Freeform 418">
              <a:extLst>
                <a:ext uri="{FF2B5EF4-FFF2-40B4-BE49-F238E27FC236}">
                  <a16:creationId xmlns:a16="http://schemas.microsoft.com/office/drawing/2014/main" id="{9771E930-8631-474A-92E8-54D1D2BB1D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2" y="3916"/>
              <a:ext cx="175" cy="65"/>
            </a:xfrm>
            <a:custGeom>
              <a:avLst/>
              <a:gdLst>
                <a:gd name="T0" fmla="*/ 133 w 105"/>
                <a:gd name="T1" fmla="*/ 0 h 39"/>
                <a:gd name="T2" fmla="*/ 188 w 105"/>
                <a:gd name="T3" fmla="*/ 55 h 39"/>
                <a:gd name="T4" fmla="*/ 338 w 105"/>
                <a:gd name="T5" fmla="*/ 28 h 39"/>
                <a:gd name="T6" fmla="*/ 478 w 105"/>
                <a:gd name="T7" fmla="*/ 50 h 39"/>
                <a:gd name="T8" fmla="*/ 425 w 105"/>
                <a:gd name="T9" fmla="*/ 130 h 39"/>
                <a:gd name="T10" fmla="*/ 278 w 105"/>
                <a:gd name="T11" fmla="*/ 175 h 39"/>
                <a:gd name="T12" fmla="*/ 33 w 105"/>
                <a:gd name="T13" fmla="*/ 120 h 39"/>
                <a:gd name="T14" fmla="*/ 13 w 105"/>
                <a:gd name="T15" fmla="*/ 50 h 39"/>
                <a:gd name="T16" fmla="*/ 70 w 105"/>
                <a:gd name="T17" fmla="*/ 5 h 39"/>
                <a:gd name="T18" fmla="*/ 133 w 105"/>
                <a:gd name="T19" fmla="*/ 5 h 3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05" h="39">
                  <a:moveTo>
                    <a:pt x="29" y="0"/>
                  </a:moveTo>
                  <a:cubicBezTo>
                    <a:pt x="31" y="5"/>
                    <a:pt x="37" y="11"/>
                    <a:pt x="41" y="12"/>
                  </a:cubicBezTo>
                  <a:cubicBezTo>
                    <a:pt x="50" y="14"/>
                    <a:pt x="63" y="7"/>
                    <a:pt x="73" y="6"/>
                  </a:cubicBezTo>
                  <a:cubicBezTo>
                    <a:pt x="79" y="5"/>
                    <a:pt x="101" y="1"/>
                    <a:pt x="103" y="11"/>
                  </a:cubicBezTo>
                  <a:cubicBezTo>
                    <a:pt x="105" y="19"/>
                    <a:pt x="98" y="24"/>
                    <a:pt x="92" y="28"/>
                  </a:cubicBezTo>
                  <a:cubicBezTo>
                    <a:pt x="83" y="34"/>
                    <a:pt x="71" y="38"/>
                    <a:pt x="60" y="38"/>
                  </a:cubicBezTo>
                  <a:cubicBezTo>
                    <a:pt x="43" y="39"/>
                    <a:pt x="21" y="39"/>
                    <a:pt x="7" y="26"/>
                  </a:cubicBezTo>
                  <a:cubicBezTo>
                    <a:pt x="3" y="22"/>
                    <a:pt x="0" y="17"/>
                    <a:pt x="3" y="11"/>
                  </a:cubicBezTo>
                  <a:cubicBezTo>
                    <a:pt x="5" y="7"/>
                    <a:pt x="11" y="3"/>
                    <a:pt x="15" y="1"/>
                  </a:cubicBezTo>
                  <a:cubicBezTo>
                    <a:pt x="20" y="0"/>
                    <a:pt x="24" y="0"/>
                    <a:pt x="29" y="1"/>
                  </a:cubicBezTo>
                </a:path>
              </a:pathLst>
            </a:custGeom>
            <a:solidFill>
              <a:srgbClr val="E960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4590" name="Freeform 419">
              <a:extLst>
                <a:ext uri="{FF2B5EF4-FFF2-40B4-BE49-F238E27FC236}">
                  <a16:creationId xmlns:a16="http://schemas.microsoft.com/office/drawing/2014/main" id="{34C9D456-FA74-44BA-80FA-614A95D238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7" y="3968"/>
              <a:ext cx="112" cy="25"/>
            </a:xfrm>
            <a:custGeom>
              <a:avLst/>
              <a:gdLst>
                <a:gd name="T0" fmla="*/ 0 w 67"/>
                <a:gd name="T1" fmla="*/ 63 h 15"/>
                <a:gd name="T2" fmla="*/ 313 w 67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7" h="15">
                  <a:moveTo>
                    <a:pt x="0" y="14"/>
                  </a:moveTo>
                  <a:cubicBezTo>
                    <a:pt x="18" y="15"/>
                    <a:pt x="41" y="12"/>
                    <a:pt x="67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4591" name="Freeform 420">
              <a:extLst>
                <a:ext uri="{FF2B5EF4-FFF2-40B4-BE49-F238E27FC236}">
                  <a16:creationId xmlns:a16="http://schemas.microsoft.com/office/drawing/2014/main" id="{B047BC56-EB27-4AC7-A2AB-1534A16191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7" y="3983"/>
              <a:ext cx="25" cy="6"/>
            </a:xfrm>
            <a:custGeom>
              <a:avLst/>
              <a:gdLst>
                <a:gd name="T0" fmla="*/ 0 w 15"/>
                <a:gd name="T1" fmla="*/ 0 h 4"/>
                <a:gd name="T2" fmla="*/ 70 w 15"/>
                <a:gd name="T3" fmla="*/ 14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4">
                  <a:moveTo>
                    <a:pt x="0" y="0"/>
                  </a:moveTo>
                  <a:cubicBezTo>
                    <a:pt x="5" y="2"/>
                    <a:pt x="10" y="3"/>
                    <a:pt x="15" y="4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4592" name="Freeform 421">
              <a:extLst>
                <a:ext uri="{FF2B5EF4-FFF2-40B4-BE49-F238E27FC236}">
                  <a16:creationId xmlns:a16="http://schemas.microsoft.com/office/drawing/2014/main" id="{616CAE11-2306-46AE-83D7-FF79BE82FC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5" y="3953"/>
              <a:ext cx="25" cy="18"/>
            </a:xfrm>
            <a:custGeom>
              <a:avLst/>
              <a:gdLst>
                <a:gd name="T0" fmla="*/ 0 w 15"/>
                <a:gd name="T1" fmla="*/ 0 h 11"/>
                <a:gd name="T2" fmla="*/ 70 w 15"/>
                <a:gd name="T3" fmla="*/ 47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1">
                  <a:moveTo>
                    <a:pt x="0" y="0"/>
                  </a:moveTo>
                  <a:cubicBezTo>
                    <a:pt x="0" y="0"/>
                    <a:pt x="5" y="6"/>
                    <a:pt x="15" y="11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4593" name="Freeform 422">
              <a:extLst>
                <a:ext uri="{FF2B5EF4-FFF2-40B4-BE49-F238E27FC236}">
                  <a16:creationId xmlns:a16="http://schemas.microsoft.com/office/drawing/2014/main" id="{F0B1D5CD-0254-4A02-A637-0D02AA4217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0" y="3928"/>
              <a:ext cx="65" cy="56"/>
            </a:xfrm>
            <a:custGeom>
              <a:avLst/>
              <a:gdLst>
                <a:gd name="T0" fmla="*/ 5 w 39"/>
                <a:gd name="T1" fmla="*/ 143 h 34"/>
                <a:gd name="T2" fmla="*/ 37 w 39"/>
                <a:gd name="T3" fmla="*/ 130 h 34"/>
                <a:gd name="T4" fmla="*/ 70 w 39"/>
                <a:gd name="T5" fmla="*/ 112 h 34"/>
                <a:gd name="T6" fmla="*/ 120 w 39"/>
                <a:gd name="T7" fmla="*/ 68 h 34"/>
                <a:gd name="T8" fmla="*/ 138 w 39"/>
                <a:gd name="T9" fmla="*/ 26 h 34"/>
                <a:gd name="T10" fmla="*/ 158 w 39"/>
                <a:gd name="T11" fmla="*/ 13 h 34"/>
                <a:gd name="T12" fmla="*/ 175 w 39"/>
                <a:gd name="T13" fmla="*/ 5 h 34"/>
                <a:gd name="T14" fmla="*/ 138 w 39"/>
                <a:gd name="T15" fmla="*/ 97 h 34"/>
                <a:gd name="T16" fmla="*/ 70 w 39"/>
                <a:gd name="T17" fmla="*/ 125 h 34"/>
                <a:gd name="T18" fmla="*/ 0 w 39"/>
                <a:gd name="T19" fmla="*/ 147 h 3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9" h="34">
                  <a:moveTo>
                    <a:pt x="1" y="32"/>
                  </a:moveTo>
                  <a:cubicBezTo>
                    <a:pt x="3" y="32"/>
                    <a:pt x="5" y="30"/>
                    <a:pt x="8" y="29"/>
                  </a:cubicBezTo>
                  <a:cubicBezTo>
                    <a:pt x="10" y="28"/>
                    <a:pt x="13" y="27"/>
                    <a:pt x="15" y="25"/>
                  </a:cubicBezTo>
                  <a:cubicBezTo>
                    <a:pt x="20" y="23"/>
                    <a:pt x="24" y="20"/>
                    <a:pt x="26" y="15"/>
                  </a:cubicBezTo>
                  <a:cubicBezTo>
                    <a:pt x="28" y="12"/>
                    <a:pt x="28" y="9"/>
                    <a:pt x="30" y="6"/>
                  </a:cubicBezTo>
                  <a:cubicBezTo>
                    <a:pt x="31" y="5"/>
                    <a:pt x="33" y="4"/>
                    <a:pt x="34" y="3"/>
                  </a:cubicBezTo>
                  <a:cubicBezTo>
                    <a:pt x="35" y="2"/>
                    <a:pt x="36" y="0"/>
                    <a:pt x="38" y="1"/>
                  </a:cubicBezTo>
                  <a:cubicBezTo>
                    <a:pt x="39" y="7"/>
                    <a:pt x="35" y="18"/>
                    <a:pt x="30" y="22"/>
                  </a:cubicBezTo>
                  <a:cubicBezTo>
                    <a:pt x="26" y="26"/>
                    <a:pt x="20" y="27"/>
                    <a:pt x="15" y="28"/>
                  </a:cubicBezTo>
                  <a:cubicBezTo>
                    <a:pt x="13" y="29"/>
                    <a:pt x="1" y="34"/>
                    <a:pt x="0" y="33"/>
                  </a:cubicBezTo>
                </a:path>
              </a:pathLst>
            </a:custGeom>
            <a:solidFill>
              <a:srgbClr val="AE28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4594" name="Freeform 423">
              <a:extLst>
                <a:ext uri="{FF2B5EF4-FFF2-40B4-BE49-F238E27FC236}">
                  <a16:creationId xmlns:a16="http://schemas.microsoft.com/office/drawing/2014/main" id="{7A5EA800-51A5-46BD-8631-5A873C6C00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7" y="3930"/>
              <a:ext cx="21" cy="36"/>
            </a:xfrm>
            <a:custGeom>
              <a:avLst/>
              <a:gdLst>
                <a:gd name="T0" fmla="*/ 39 w 13"/>
                <a:gd name="T1" fmla="*/ 0 h 22"/>
                <a:gd name="T2" fmla="*/ 5 w 13"/>
                <a:gd name="T3" fmla="*/ 54 h 22"/>
                <a:gd name="T4" fmla="*/ 55 w 13"/>
                <a:gd name="T5" fmla="*/ 97 h 22"/>
                <a:gd name="T6" fmla="*/ 16 w 13"/>
                <a:gd name="T7" fmla="*/ 54 h 22"/>
                <a:gd name="T8" fmla="*/ 34 w 13"/>
                <a:gd name="T9" fmla="*/ 5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22">
                  <a:moveTo>
                    <a:pt x="9" y="0"/>
                  </a:moveTo>
                  <a:cubicBezTo>
                    <a:pt x="6" y="2"/>
                    <a:pt x="0" y="9"/>
                    <a:pt x="1" y="12"/>
                  </a:cubicBezTo>
                  <a:cubicBezTo>
                    <a:pt x="1" y="17"/>
                    <a:pt x="9" y="21"/>
                    <a:pt x="13" y="22"/>
                  </a:cubicBezTo>
                  <a:cubicBezTo>
                    <a:pt x="9" y="20"/>
                    <a:pt x="5" y="16"/>
                    <a:pt x="4" y="12"/>
                  </a:cubicBezTo>
                  <a:cubicBezTo>
                    <a:pt x="3" y="8"/>
                    <a:pt x="6" y="5"/>
                    <a:pt x="8" y="1"/>
                  </a:cubicBezTo>
                </a:path>
              </a:pathLst>
            </a:custGeom>
            <a:solidFill>
              <a:srgbClr val="AE28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4595" name="Freeform 424">
              <a:extLst>
                <a:ext uri="{FF2B5EF4-FFF2-40B4-BE49-F238E27FC236}">
                  <a16:creationId xmlns:a16="http://schemas.microsoft.com/office/drawing/2014/main" id="{1DE673CB-5350-4674-B146-C1C948FA88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3" y="3823"/>
              <a:ext cx="71" cy="113"/>
            </a:xfrm>
            <a:custGeom>
              <a:avLst/>
              <a:gdLst>
                <a:gd name="T0" fmla="*/ 69 w 42"/>
                <a:gd name="T1" fmla="*/ 5 h 68"/>
                <a:gd name="T2" fmla="*/ 112 w 42"/>
                <a:gd name="T3" fmla="*/ 22 h 68"/>
                <a:gd name="T4" fmla="*/ 112 w 42"/>
                <a:gd name="T5" fmla="*/ 78 h 68"/>
                <a:gd name="T6" fmla="*/ 78 w 42"/>
                <a:gd name="T7" fmla="*/ 166 h 68"/>
                <a:gd name="T8" fmla="*/ 63 w 42"/>
                <a:gd name="T9" fmla="*/ 209 h 68"/>
                <a:gd name="T10" fmla="*/ 24 w 42"/>
                <a:gd name="T11" fmla="*/ 258 h 68"/>
                <a:gd name="T12" fmla="*/ 14 w 42"/>
                <a:gd name="T13" fmla="*/ 297 h 68"/>
                <a:gd name="T14" fmla="*/ 78 w 42"/>
                <a:gd name="T15" fmla="*/ 276 h 68"/>
                <a:gd name="T16" fmla="*/ 107 w 42"/>
                <a:gd name="T17" fmla="*/ 183 h 68"/>
                <a:gd name="T18" fmla="*/ 134 w 42"/>
                <a:gd name="T19" fmla="*/ 91 h 68"/>
                <a:gd name="T20" fmla="*/ 203 w 42"/>
                <a:gd name="T21" fmla="*/ 0 h 6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2" h="68">
                  <a:moveTo>
                    <a:pt x="14" y="1"/>
                  </a:moveTo>
                  <a:cubicBezTo>
                    <a:pt x="18" y="1"/>
                    <a:pt x="21" y="3"/>
                    <a:pt x="23" y="5"/>
                  </a:cubicBezTo>
                  <a:cubicBezTo>
                    <a:pt x="26" y="9"/>
                    <a:pt x="24" y="13"/>
                    <a:pt x="23" y="17"/>
                  </a:cubicBezTo>
                  <a:cubicBezTo>
                    <a:pt x="21" y="23"/>
                    <a:pt x="18" y="30"/>
                    <a:pt x="16" y="36"/>
                  </a:cubicBezTo>
                  <a:cubicBezTo>
                    <a:pt x="15" y="40"/>
                    <a:pt x="15" y="43"/>
                    <a:pt x="13" y="46"/>
                  </a:cubicBezTo>
                  <a:cubicBezTo>
                    <a:pt x="12" y="50"/>
                    <a:pt x="8" y="53"/>
                    <a:pt x="5" y="56"/>
                  </a:cubicBezTo>
                  <a:cubicBezTo>
                    <a:pt x="3" y="58"/>
                    <a:pt x="0" y="63"/>
                    <a:pt x="3" y="65"/>
                  </a:cubicBezTo>
                  <a:cubicBezTo>
                    <a:pt x="8" y="68"/>
                    <a:pt x="14" y="63"/>
                    <a:pt x="16" y="60"/>
                  </a:cubicBezTo>
                  <a:cubicBezTo>
                    <a:pt x="20" y="54"/>
                    <a:pt x="20" y="46"/>
                    <a:pt x="22" y="40"/>
                  </a:cubicBezTo>
                  <a:cubicBezTo>
                    <a:pt x="24" y="33"/>
                    <a:pt x="25" y="27"/>
                    <a:pt x="28" y="20"/>
                  </a:cubicBezTo>
                  <a:cubicBezTo>
                    <a:pt x="32" y="12"/>
                    <a:pt x="32" y="2"/>
                    <a:pt x="42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4596" name="Freeform 425">
              <a:extLst>
                <a:ext uri="{FF2B5EF4-FFF2-40B4-BE49-F238E27FC236}">
                  <a16:creationId xmlns:a16="http://schemas.microsoft.com/office/drawing/2014/main" id="{B4613037-B7D7-4226-9A43-B2DF907182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0" y="3826"/>
              <a:ext cx="47" cy="104"/>
            </a:xfrm>
            <a:custGeom>
              <a:avLst/>
              <a:gdLst>
                <a:gd name="T0" fmla="*/ 91 w 28"/>
                <a:gd name="T1" fmla="*/ 5 h 62"/>
                <a:gd name="T2" fmla="*/ 84 w 28"/>
                <a:gd name="T3" fmla="*/ 99 h 62"/>
                <a:gd name="T4" fmla="*/ 50 w 28"/>
                <a:gd name="T5" fmla="*/ 208 h 62"/>
                <a:gd name="T6" fmla="*/ 22 w 28"/>
                <a:gd name="T7" fmla="*/ 245 h 62"/>
                <a:gd name="T8" fmla="*/ 5 w 28"/>
                <a:gd name="T9" fmla="*/ 278 h 62"/>
                <a:gd name="T10" fmla="*/ 37 w 28"/>
                <a:gd name="T11" fmla="*/ 273 h 62"/>
                <a:gd name="T12" fmla="*/ 67 w 28"/>
                <a:gd name="T13" fmla="*/ 223 h 62"/>
                <a:gd name="T14" fmla="*/ 99 w 28"/>
                <a:gd name="T15" fmla="*/ 99 h 62"/>
                <a:gd name="T16" fmla="*/ 119 w 28"/>
                <a:gd name="T17" fmla="*/ 49 h 62"/>
                <a:gd name="T18" fmla="*/ 128 w 28"/>
                <a:gd name="T19" fmla="*/ 0 h 62"/>
                <a:gd name="T20" fmla="*/ 104 w 28"/>
                <a:gd name="T21" fmla="*/ 5 h 6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8" h="62">
                  <a:moveTo>
                    <a:pt x="19" y="1"/>
                  </a:moveTo>
                  <a:cubicBezTo>
                    <a:pt x="26" y="8"/>
                    <a:pt x="21" y="14"/>
                    <a:pt x="18" y="21"/>
                  </a:cubicBezTo>
                  <a:cubicBezTo>
                    <a:pt x="14" y="28"/>
                    <a:pt x="14" y="37"/>
                    <a:pt x="11" y="44"/>
                  </a:cubicBezTo>
                  <a:cubicBezTo>
                    <a:pt x="9" y="47"/>
                    <a:pt x="7" y="50"/>
                    <a:pt x="5" y="52"/>
                  </a:cubicBezTo>
                  <a:cubicBezTo>
                    <a:pt x="4" y="54"/>
                    <a:pt x="0" y="56"/>
                    <a:pt x="1" y="59"/>
                  </a:cubicBezTo>
                  <a:cubicBezTo>
                    <a:pt x="2" y="62"/>
                    <a:pt x="6" y="60"/>
                    <a:pt x="8" y="58"/>
                  </a:cubicBezTo>
                  <a:cubicBezTo>
                    <a:pt x="11" y="56"/>
                    <a:pt x="12" y="51"/>
                    <a:pt x="14" y="47"/>
                  </a:cubicBezTo>
                  <a:cubicBezTo>
                    <a:pt x="16" y="38"/>
                    <a:pt x="17" y="29"/>
                    <a:pt x="21" y="21"/>
                  </a:cubicBezTo>
                  <a:cubicBezTo>
                    <a:pt x="23" y="18"/>
                    <a:pt x="24" y="14"/>
                    <a:pt x="25" y="10"/>
                  </a:cubicBezTo>
                  <a:cubicBezTo>
                    <a:pt x="26" y="7"/>
                    <a:pt x="28" y="4"/>
                    <a:pt x="27" y="0"/>
                  </a:cubicBezTo>
                  <a:cubicBezTo>
                    <a:pt x="26" y="0"/>
                    <a:pt x="23" y="0"/>
                    <a:pt x="22" y="1"/>
                  </a:cubicBezTo>
                </a:path>
              </a:pathLst>
            </a:custGeom>
            <a:solidFill>
              <a:srgbClr val="AE28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4597" name="Freeform 426">
              <a:extLst>
                <a:ext uri="{FF2B5EF4-FFF2-40B4-BE49-F238E27FC236}">
                  <a16:creationId xmlns:a16="http://schemas.microsoft.com/office/drawing/2014/main" id="{BE24F42A-DFE4-4487-A5E8-3A555C77AF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7" y="3826"/>
              <a:ext cx="35" cy="95"/>
            </a:xfrm>
            <a:custGeom>
              <a:avLst/>
              <a:gdLst>
                <a:gd name="T0" fmla="*/ 97 w 21"/>
                <a:gd name="T1" fmla="*/ 5 h 57"/>
                <a:gd name="T2" fmla="*/ 42 w 21"/>
                <a:gd name="T3" fmla="*/ 138 h 57"/>
                <a:gd name="T4" fmla="*/ 13 w 21"/>
                <a:gd name="T5" fmla="*/ 195 h 57"/>
                <a:gd name="T6" fmla="*/ 5 w 21"/>
                <a:gd name="T7" fmla="*/ 230 h 57"/>
                <a:gd name="T8" fmla="*/ 0 w 21"/>
                <a:gd name="T9" fmla="*/ 263 h 57"/>
                <a:gd name="T10" fmla="*/ 37 w 21"/>
                <a:gd name="T11" fmla="*/ 188 h 57"/>
                <a:gd name="T12" fmla="*/ 62 w 21"/>
                <a:gd name="T13" fmla="*/ 103 h 57"/>
                <a:gd name="T14" fmla="*/ 88 w 21"/>
                <a:gd name="T15" fmla="*/ 42 h 57"/>
                <a:gd name="T16" fmla="*/ 92 w 21"/>
                <a:gd name="T17" fmla="*/ 0 h 5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1" h="57">
                  <a:moveTo>
                    <a:pt x="21" y="1"/>
                  </a:moveTo>
                  <a:cubicBezTo>
                    <a:pt x="13" y="9"/>
                    <a:pt x="12" y="19"/>
                    <a:pt x="9" y="30"/>
                  </a:cubicBezTo>
                  <a:cubicBezTo>
                    <a:pt x="7" y="34"/>
                    <a:pt x="3" y="38"/>
                    <a:pt x="3" y="42"/>
                  </a:cubicBezTo>
                  <a:cubicBezTo>
                    <a:pt x="2" y="45"/>
                    <a:pt x="2" y="47"/>
                    <a:pt x="1" y="50"/>
                  </a:cubicBezTo>
                  <a:cubicBezTo>
                    <a:pt x="1" y="52"/>
                    <a:pt x="0" y="54"/>
                    <a:pt x="0" y="57"/>
                  </a:cubicBezTo>
                  <a:cubicBezTo>
                    <a:pt x="3" y="51"/>
                    <a:pt x="6" y="47"/>
                    <a:pt x="8" y="41"/>
                  </a:cubicBezTo>
                  <a:cubicBezTo>
                    <a:pt x="10" y="35"/>
                    <a:pt x="11" y="28"/>
                    <a:pt x="13" y="22"/>
                  </a:cubicBezTo>
                  <a:cubicBezTo>
                    <a:pt x="15" y="18"/>
                    <a:pt x="18" y="13"/>
                    <a:pt x="19" y="9"/>
                  </a:cubicBezTo>
                  <a:cubicBezTo>
                    <a:pt x="19" y="6"/>
                    <a:pt x="20" y="3"/>
                    <a:pt x="20" y="0"/>
                  </a:cubicBezTo>
                </a:path>
              </a:pathLst>
            </a:custGeom>
            <a:solidFill>
              <a:srgbClr val="E960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4598" name="Freeform 427">
              <a:extLst>
                <a:ext uri="{FF2B5EF4-FFF2-40B4-BE49-F238E27FC236}">
                  <a16:creationId xmlns:a16="http://schemas.microsoft.com/office/drawing/2014/main" id="{7BAFE393-A5DC-4E46-9900-B0B65652C7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0" y="3825"/>
              <a:ext cx="30" cy="63"/>
            </a:xfrm>
            <a:custGeom>
              <a:avLst/>
              <a:gdLst>
                <a:gd name="T0" fmla="*/ 0 w 18"/>
                <a:gd name="T1" fmla="*/ 50 h 38"/>
                <a:gd name="T2" fmla="*/ 22 w 18"/>
                <a:gd name="T3" fmla="*/ 5 h 38"/>
                <a:gd name="T4" fmla="*/ 70 w 18"/>
                <a:gd name="T5" fmla="*/ 20 h 38"/>
                <a:gd name="T6" fmla="*/ 78 w 18"/>
                <a:gd name="T7" fmla="*/ 60 h 38"/>
                <a:gd name="T8" fmla="*/ 63 w 18"/>
                <a:gd name="T9" fmla="*/ 91 h 38"/>
                <a:gd name="T10" fmla="*/ 37 w 18"/>
                <a:gd name="T11" fmla="*/ 172 h 38"/>
                <a:gd name="T12" fmla="*/ 55 w 18"/>
                <a:gd name="T13" fmla="*/ 96 h 38"/>
                <a:gd name="T14" fmla="*/ 55 w 18"/>
                <a:gd name="T15" fmla="*/ 41 h 38"/>
                <a:gd name="T16" fmla="*/ 33 w 18"/>
                <a:gd name="T17" fmla="*/ 22 h 38"/>
                <a:gd name="T18" fmla="*/ 0 w 18"/>
                <a:gd name="T19" fmla="*/ 50 h 3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8" h="38">
                  <a:moveTo>
                    <a:pt x="0" y="11"/>
                  </a:moveTo>
                  <a:cubicBezTo>
                    <a:pt x="1" y="8"/>
                    <a:pt x="1" y="2"/>
                    <a:pt x="5" y="1"/>
                  </a:cubicBezTo>
                  <a:cubicBezTo>
                    <a:pt x="8" y="0"/>
                    <a:pt x="12" y="2"/>
                    <a:pt x="15" y="4"/>
                  </a:cubicBezTo>
                  <a:cubicBezTo>
                    <a:pt x="18" y="6"/>
                    <a:pt x="17" y="9"/>
                    <a:pt x="17" y="13"/>
                  </a:cubicBezTo>
                  <a:cubicBezTo>
                    <a:pt x="16" y="15"/>
                    <a:pt x="15" y="18"/>
                    <a:pt x="14" y="20"/>
                  </a:cubicBezTo>
                  <a:cubicBezTo>
                    <a:pt x="11" y="25"/>
                    <a:pt x="10" y="32"/>
                    <a:pt x="8" y="38"/>
                  </a:cubicBezTo>
                  <a:cubicBezTo>
                    <a:pt x="9" y="32"/>
                    <a:pt x="10" y="27"/>
                    <a:pt x="12" y="21"/>
                  </a:cubicBezTo>
                  <a:cubicBezTo>
                    <a:pt x="13" y="17"/>
                    <a:pt x="14" y="13"/>
                    <a:pt x="12" y="9"/>
                  </a:cubicBezTo>
                  <a:cubicBezTo>
                    <a:pt x="11" y="7"/>
                    <a:pt x="9" y="5"/>
                    <a:pt x="7" y="5"/>
                  </a:cubicBezTo>
                  <a:cubicBezTo>
                    <a:pt x="4" y="5"/>
                    <a:pt x="0" y="9"/>
                    <a:pt x="0" y="11"/>
                  </a:cubicBezTo>
                </a:path>
              </a:pathLst>
            </a:custGeom>
            <a:solidFill>
              <a:srgbClr val="E960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4599" name="Freeform 428">
              <a:extLst>
                <a:ext uri="{FF2B5EF4-FFF2-40B4-BE49-F238E27FC236}">
                  <a16:creationId xmlns:a16="http://schemas.microsoft.com/office/drawing/2014/main" id="{CD926EA1-BD82-47CE-89AE-0ECF3638B0C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3" y="3908"/>
              <a:ext cx="49" cy="61"/>
            </a:xfrm>
            <a:custGeom>
              <a:avLst/>
              <a:gdLst>
                <a:gd name="T0" fmla="*/ 133 w 29"/>
                <a:gd name="T1" fmla="*/ 0 h 37"/>
                <a:gd name="T2" fmla="*/ 83 w 29"/>
                <a:gd name="T3" fmla="*/ 167 h 37"/>
                <a:gd name="T4" fmla="*/ 140 w 29"/>
                <a:gd name="T5" fmla="*/ 8 h 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37">
                  <a:moveTo>
                    <a:pt x="28" y="0"/>
                  </a:moveTo>
                  <a:cubicBezTo>
                    <a:pt x="14" y="7"/>
                    <a:pt x="0" y="24"/>
                    <a:pt x="17" y="37"/>
                  </a:cubicBezTo>
                  <a:cubicBezTo>
                    <a:pt x="9" y="23"/>
                    <a:pt x="13" y="7"/>
                    <a:pt x="29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4600" name="Freeform 429">
              <a:extLst>
                <a:ext uri="{FF2B5EF4-FFF2-40B4-BE49-F238E27FC236}">
                  <a16:creationId xmlns:a16="http://schemas.microsoft.com/office/drawing/2014/main" id="{4A766D9D-2790-45DC-9C4D-6DA4E4076AC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3" y="3833"/>
              <a:ext cx="36" cy="10"/>
            </a:xfrm>
            <a:custGeom>
              <a:avLst/>
              <a:gdLst>
                <a:gd name="T0" fmla="*/ 0 w 21"/>
                <a:gd name="T1" fmla="*/ 22 h 6"/>
                <a:gd name="T2" fmla="*/ 106 w 21"/>
                <a:gd name="T3" fmla="*/ 28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6">
                  <a:moveTo>
                    <a:pt x="0" y="5"/>
                  </a:moveTo>
                  <a:cubicBezTo>
                    <a:pt x="6" y="2"/>
                    <a:pt x="17" y="0"/>
                    <a:pt x="21" y="6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4601" name="Freeform 430">
              <a:extLst>
                <a:ext uri="{FF2B5EF4-FFF2-40B4-BE49-F238E27FC236}">
                  <a16:creationId xmlns:a16="http://schemas.microsoft.com/office/drawing/2014/main" id="{CDC0FFD8-FD98-411E-8634-D0CDA5E1D83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7" y="3858"/>
              <a:ext cx="37" cy="7"/>
            </a:xfrm>
            <a:custGeom>
              <a:avLst/>
              <a:gdLst>
                <a:gd name="T0" fmla="*/ 0 w 22"/>
                <a:gd name="T1" fmla="*/ 16 h 4"/>
                <a:gd name="T2" fmla="*/ 57 w 22"/>
                <a:gd name="T3" fmla="*/ 0 h 4"/>
                <a:gd name="T4" fmla="*/ 104 w 22"/>
                <a:gd name="T5" fmla="*/ 21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4">
                  <a:moveTo>
                    <a:pt x="0" y="3"/>
                  </a:moveTo>
                  <a:cubicBezTo>
                    <a:pt x="4" y="2"/>
                    <a:pt x="8" y="0"/>
                    <a:pt x="12" y="0"/>
                  </a:cubicBezTo>
                  <a:cubicBezTo>
                    <a:pt x="16" y="0"/>
                    <a:pt x="19" y="3"/>
                    <a:pt x="22" y="4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4602" name="Freeform 431">
              <a:extLst>
                <a:ext uri="{FF2B5EF4-FFF2-40B4-BE49-F238E27FC236}">
                  <a16:creationId xmlns:a16="http://schemas.microsoft.com/office/drawing/2014/main" id="{CEE8D62D-5AC0-43B5-9141-38EF4D8899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8" y="3883"/>
              <a:ext cx="36" cy="8"/>
            </a:xfrm>
            <a:custGeom>
              <a:avLst/>
              <a:gdLst>
                <a:gd name="T0" fmla="*/ 0 w 21"/>
                <a:gd name="T1" fmla="*/ 0 h 5"/>
                <a:gd name="T2" fmla="*/ 9 w 21"/>
                <a:gd name="T3" fmla="*/ 0 h 5"/>
                <a:gd name="T4" fmla="*/ 45 w 21"/>
                <a:gd name="T5" fmla="*/ 0 h 5"/>
                <a:gd name="T6" fmla="*/ 106 w 21"/>
                <a:gd name="T7" fmla="*/ 21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5">
                  <a:moveTo>
                    <a:pt x="0" y="0"/>
                  </a:moveTo>
                  <a:cubicBezTo>
                    <a:pt x="1" y="1"/>
                    <a:pt x="1" y="0"/>
                    <a:pt x="2" y="0"/>
                  </a:cubicBezTo>
                  <a:cubicBezTo>
                    <a:pt x="5" y="0"/>
                    <a:pt x="7" y="0"/>
                    <a:pt x="9" y="0"/>
                  </a:cubicBezTo>
                  <a:cubicBezTo>
                    <a:pt x="13" y="1"/>
                    <a:pt x="19" y="2"/>
                    <a:pt x="21" y="5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4603" name="Freeform 432">
              <a:extLst>
                <a:ext uri="{FF2B5EF4-FFF2-40B4-BE49-F238E27FC236}">
                  <a16:creationId xmlns:a16="http://schemas.microsoft.com/office/drawing/2014/main" id="{3A51A2BE-5914-4969-9B22-8B6F32C638A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8" y="3906"/>
              <a:ext cx="37" cy="12"/>
            </a:xfrm>
            <a:custGeom>
              <a:avLst/>
              <a:gdLst>
                <a:gd name="T0" fmla="*/ 0 w 22"/>
                <a:gd name="T1" fmla="*/ 0 h 7"/>
                <a:gd name="T2" fmla="*/ 62 w 22"/>
                <a:gd name="T3" fmla="*/ 21 h 7"/>
                <a:gd name="T4" fmla="*/ 104 w 22"/>
                <a:gd name="T5" fmla="*/ 36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7">
                  <a:moveTo>
                    <a:pt x="0" y="0"/>
                  </a:moveTo>
                  <a:cubicBezTo>
                    <a:pt x="5" y="2"/>
                    <a:pt x="9" y="1"/>
                    <a:pt x="13" y="4"/>
                  </a:cubicBezTo>
                  <a:cubicBezTo>
                    <a:pt x="16" y="5"/>
                    <a:pt x="19" y="6"/>
                    <a:pt x="22" y="7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4604" name="Freeform 433">
              <a:extLst>
                <a:ext uri="{FF2B5EF4-FFF2-40B4-BE49-F238E27FC236}">
                  <a16:creationId xmlns:a16="http://schemas.microsoft.com/office/drawing/2014/main" id="{348BA4D9-6DDE-4926-97C7-3FEFD0BB6D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3" y="3835"/>
              <a:ext cx="12" cy="15"/>
            </a:xfrm>
            <a:custGeom>
              <a:avLst/>
              <a:gdLst>
                <a:gd name="T0" fmla="*/ 36 w 7"/>
                <a:gd name="T1" fmla="*/ 0 h 9"/>
                <a:gd name="T2" fmla="*/ 9 w 7"/>
                <a:gd name="T3" fmla="*/ 20 h 9"/>
                <a:gd name="T4" fmla="*/ 29 w 7"/>
                <a:gd name="T5" fmla="*/ 37 h 9"/>
                <a:gd name="T6" fmla="*/ 5 w 7"/>
                <a:gd name="T7" fmla="*/ 28 h 9"/>
                <a:gd name="T8" fmla="*/ 29 w 7"/>
                <a:gd name="T9" fmla="*/ 5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9">
                  <a:moveTo>
                    <a:pt x="7" y="0"/>
                  </a:moveTo>
                  <a:cubicBezTo>
                    <a:pt x="5" y="1"/>
                    <a:pt x="2" y="2"/>
                    <a:pt x="2" y="4"/>
                  </a:cubicBezTo>
                  <a:cubicBezTo>
                    <a:pt x="2" y="6"/>
                    <a:pt x="4" y="9"/>
                    <a:pt x="6" y="8"/>
                  </a:cubicBezTo>
                  <a:cubicBezTo>
                    <a:pt x="4" y="9"/>
                    <a:pt x="2" y="8"/>
                    <a:pt x="1" y="6"/>
                  </a:cubicBezTo>
                  <a:cubicBezTo>
                    <a:pt x="0" y="3"/>
                    <a:pt x="3" y="1"/>
                    <a:pt x="6" y="1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4605" name="Freeform 434">
              <a:extLst>
                <a:ext uri="{FF2B5EF4-FFF2-40B4-BE49-F238E27FC236}">
                  <a16:creationId xmlns:a16="http://schemas.microsoft.com/office/drawing/2014/main" id="{40B8B6E3-27E1-45E0-B767-1EA4C78BCD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0" y="3856"/>
              <a:ext cx="7" cy="12"/>
            </a:xfrm>
            <a:custGeom>
              <a:avLst/>
              <a:gdLst>
                <a:gd name="T0" fmla="*/ 21 w 4"/>
                <a:gd name="T1" fmla="*/ 0 h 7"/>
                <a:gd name="T2" fmla="*/ 7 w 4"/>
                <a:gd name="T3" fmla="*/ 9 h 7"/>
                <a:gd name="T4" fmla="*/ 21 w 4"/>
                <a:gd name="T5" fmla="*/ 36 h 7"/>
                <a:gd name="T6" fmla="*/ 0 w 4"/>
                <a:gd name="T7" fmla="*/ 21 h 7"/>
                <a:gd name="T8" fmla="*/ 16 w 4"/>
                <a:gd name="T9" fmla="*/ 5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7">
                  <a:moveTo>
                    <a:pt x="4" y="0"/>
                  </a:moveTo>
                  <a:cubicBezTo>
                    <a:pt x="3" y="1"/>
                    <a:pt x="1" y="1"/>
                    <a:pt x="1" y="2"/>
                  </a:cubicBezTo>
                  <a:cubicBezTo>
                    <a:pt x="0" y="4"/>
                    <a:pt x="2" y="6"/>
                    <a:pt x="4" y="7"/>
                  </a:cubicBezTo>
                  <a:cubicBezTo>
                    <a:pt x="3" y="6"/>
                    <a:pt x="1" y="6"/>
                    <a:pt x="0" y="4"/>
                  </a:cubicBezTo>
                  <a:cubicBezTo>
                    <a:pt x="0" y="2"/>
                    <a:pt x="1" y="1"/>
                    <a:pt x="3" y="1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4606" name="Freeform 435">
              <a:extLst>
                <a:ext uri="{FF2B5EF4-FFF2-40B4-BE49-F238E27FC236}">
                  <a16:creationId xmlns:a16="http://schemas.microsoft.com/office/drawing/2014/main" id="{3A3C038B-9F4B-49DD-A54D-E0A5BA1E44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0" y="3878"/>
              <a:ext cx="10" cy="10"/>
            </a:xfrm>
            <a:custGeom>
              <a:avLst/>
              <a:gdLst>
                <a:gd name="T0" fmla="*/ 28 w 6"/>
                <a:gd name="T1" fmla="*/ 5 h 6"/>
                <a:gd name="T2" fmla="*/ 20 w 6"/>
                <a:gd name="T3" fmla="*/ 28 h 6"/>
                <a:gd name="T4" fmla="*/ 0 w 6"/>
                <a:gd name="T5" fmla="*/ 13 h 6"/>
                <a:gd name="T6" fmla="*/ 8 w 6"/>
                <a:gd name="T7" fmla="*/ 0 h 6"/>
                <a:gd name="T8" fmla="*/ 22 w 6"/>
                <a:gd name="T9" fmla="*/ 5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6" y="1"/>
                  </a:moveTo>
                  <a:cubicBezTo>
                    <a:pt x="1" y="0"/>
                    <a:pt x="0" y="4"/>
                    <a:pt x="4" y="6"/>
                  </a:cubicBezTo>
                  <a:cubicBezTo>
                    <a:pt x="2" y="6"/>
                    <a:pt x="0" y="4"/>
                    <a:pt x="0" y="3"/>
                  </a:cubicBezTo>
                  <a:cubicBezTo>
                    <a:pt x="0" y="2"/>
                    <a:pt x="1" y="1"/>
                    <a:pt x="2" y="0"/>
                  </a:cubicBezTo>
                  <a:cubicBezTo>
                    <a:pt x="3" y="0"/>
                    <a:pt x="4" y="0"/>
                    <a:pt x="5" y="1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4607" name="Freeform 436">
              <a:extLst>
                <a:ext uri="{FF2B5EF4-FFF2-40B4-BE49-F238E27FC236}">
                  <a16:creationId xmlns:a16="http://schemas.microsoft.com/office/drawing/2014/main" id="{8793C2CC-4E36-4D30-806C-4F8230DC85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0" y="3901"/>
              <a:ext cx="8" cy="10"/>
            </a:xfrm>
            <a:custGeom>
              <a:avLst/>
              <a:gdLst>
                <a:gd name="T0" fmla="*/ 21 w 5"/>
                <a:gd name="T1" fmla="*/ 5 h 6"/>
                <a:gd name="T2" fmla="*/ 8 w 5"/>
                <a:gd name="T3" fmla="*/ 8 h 6"/>
                <a:gd name="T4" fmla="*/ 16 w 5"/>
                <a:gd name="T5" fmla="*/ 28 h 6"/>
                <a:gd name="T6" fmla="*/ 5 w 5"/>
                <a:gd name="T7" fmla="*/ 13 h 6"/>
                <a:gd name="T8" fmla="*/ 16 w 5"/>
                <a:gd name="T9" fmla="*/ 5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6">
                  <a:moveTo>
                    <a:pt x="5" y="1"/>
                  </a:moveTo>
                  <a:cubicBezTo>
                    <a:pt x="4" y="0"/>
                    <a:pt x="3" y="1"/>
                    <a:pt x="2" y="2"/>
                  </a:cubicBezTo>
                  <a:cubicBezTo>
                    <a:pt x="2" y="4"/>
                    <a:pt x="3" y="5"/>
                    <a:pt x="4" y="6"/>
                  </a:cubicBezTo>
                  <a:cubicBezTo>
                    <a:pt x="3" y="6"/>
                    <a:pt x="1" y="5"/>
                    <a:pt x="1" y="3"/>
                  </a:cubicBezTo>
                  <a:cubicBezTo>
                    <a:pt x="0" y="1"/>
                    <a:pt x="3" y="0"/>
                    <a:pt x="4" y="1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4608" name="Freeform 437">
              <a:extLst>
                <a:ext uri="{FF2B5EF4-FFF2-40B4-BE49-F238E27FC236}">
                  <a16:creationId xmlns:a16="http://schemas.microsoft.com/office/drawing/2014/main" id="{67D07F6C-E4D9-4322-B671-167B6E8E47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3" y="3915"/>
              <a:ext cx="9" cy="10"/>
            </a:xfrm>
            <a:custGeom>
              <a:avLst/>
              <a:gdLst>
                <a:gd name="T0" fmla="*/ 13 w 5"/>
                <a:gd name="T1" fmla="*/ 0 h 6"/>
                <a:gd name="T2" fmla="*/ 0 w 5"/>
                <a:gd name="T3" fmla="*/ 22 h 6"/>
                <a:gd name="T4" fmla="*/ 29 w 5"/>
                <a:gd name="T5" fmla="*/ 20 h 6"/>
                <a:gd name="T6" fmla="*/ 13 w 5"/>
                <a:gd name="T7" fmla="*/ 0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6">
                  <a:moveTo>
                    <a:pt x="2" y="0"/>
                  </a:moveTo>
                  <a:cubicBezTo>
                    <a:pt x="5" y="1"/>
                    <a:pt x="3" y="6"/>
                    <a:pt x="0" y="5"/>
                  </a:cubicBezTo>
                  <a:cubicBezTo>
                    <a:pt x="2" y="5"/>
                    <a:pt x="4" y="6"/>
                    <a:pt x="5" y="4"/>
                  </a:cubicBezTo>
                  <a:cubicBezTo>
                    <a:pt x="5" y="2"/>
                    <a:pt x="3" y="0"/>
                    <a:pt x="2" y="0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4609" name="Freeform 438">
              <a:extLst>
                <a:ext uri="{FF2B5EF4-FFF2-40B4-BE49-F238E27FC236}">
                  <a16:creationId xmlns:a16="http://schemas.microsoft.com/office/drawing/2014/main" id="{F243055F-B1A9-4DF9-93A9-C49CCCA68E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4" y="3885"/>
              <a:ext cx="8" cy="13"/>
            </a:xfrm>
            <a:custGeom>
              <a:avLst/>
              <a:gdLst>
                <a:gd name="T0" fmla="*/ 5 w 5"/>
                <a:gd name="T1" fmla="*/ 0 h 8"/>
                <a:gd name="T2" fmla="*/ 13 w 5"/>
                <a:gd name="T3" fmla="*/ 18 h 8"/>
                <a:gd name="T4" fmla="*/ 0 w 5"/>
                <a:gd name="T5" fmla="*/ 34 h 8"/>
                <a:gd name="T6" fmla="*/ 16 w 5"/>
                <a:gd name="T7" fmla="*/ 21 h 8"/>
                <a:gd name="T8" fmla="*/ 8 w 5"/>
                <a:gd name="T9" fmla="*/ 5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8">
                  <a:moveTo>
                    <a:pt x="1" y="0"/>
                  </a:moveTo>
                  <a:cubicBezTo>
                    <a:pt x="2" y="1"/>
                    <a:pt x="3" y="2"/>
                    <a:pt x="3" y="4"/>
                  </a:cubicBezTo>
                  <a:cubicBezTo>
                    <a:pt x="3" y="5"/>
                    <a:pt x="2" y="8"/>
                    <a:pt x="0" y="8"/>
                  </a:cubicBezTo>
                  <a:cubicBezTo>
                    <a:pt x="1" y="7"/>
                    <a:pt x="4" y="7"/>
                    <a:pt x="4" y="5"/>
                  </a:cubicBezTo>
                  <a:cubicBezTo>
                    <a:pt x="5" y="3"/>
                    <a:pt x="3" y="1"/>
                    <a:pt x="2" y="1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4610" name="Freeform 439">
              <a:extLst>
                <a:ext uri="{FF2B5EF4-FFF2-40B4-BE49-F238E27FC236}">
                  <a16:creationId xmlns:a16="http://schemas.microsoft.com/office/drawing/2014/main" id="{26EE0552-E526-4D15-8692-C8AA53C938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5" y="3861"/>
              <a:ext cx="5" cy="10"/>
            </a:xfrm>
            <a:custGeom>
              <a:avLst/>
              <a:gdLst>
                <a:gd name="T0" fmla="*/ 0 w 3"/>
                <a:gd name="T1" fmla="*/ 0 h 6"/>
                <a:gd name="T2" fmla="*/ 8 w 3"/>
                <a:gd name="T3" fmla="*/ 8 h 6"/>
                <a:gd name="T4" fmla="*/ 0 w 3"/>
                <a:gd name="T5" fmla="*/ 28 h 6"/>
                <a:gd name="T6" fmla="*/ 13 w 3"/>
                <a:gd name="T7" fmla="*/ 13 h 6"/>
                <a:gd name="T8" fmla="*/ 8 w 3"/>
                <a:gd name="T9" fmla="*/ 5 h 6"/>
                <a:gd name="T10" fmla="*/ 0 w 3"/>
                <a:gd name="T11" fmla="*/ 0 h 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" h="6">
                  <a:moveTo>
                    <a:pt x="0" y="0"/>
                  </a:moveTo>
                  <a:cubicBezTo>
                    <a:pt x="1" y="0"/>
                    <a:pt x="2" y="1"/>
                    <a:pt x="2" y="2"/>
                  </a:cubicBezTo>
                  <a:cubicBezTo>
                    <a:pt x="2" y="4"/>
                    <a:pt x="1" y="6"/>
                    <a:pt x="0" y="6"/>
                  </a:cubicBezTo>
                  <a:cubicBezTo>
                    <a:pt x="1" y="5"/>
                    <a:pt x="3" y="5"/>
                    <a:pt x="3" y="3"/>
                  </a:cubicBezTo>
                  <a:cubicBezTo>
                    <a:pt x="3" y="2"/>
                    <a:pt x="3" y="1"/>
                    <a:pt x="2" y="1"/>
                  </a:cubicBezTo>
                  <a:cubicBezTo>
                    <a:pt x="2" y="0"/>
                    <a:pt x="1" y="0"/>
                    <a:pt x="0" y="0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4611" name="Freeform 440">
              <a:extLst>
                <a:ext uri="{FF2B5EF4-FFF2-40B4-BE49-F238E27FC236}">
                  <a16:creationId xmlns:a16="http://schemas.microsoft.com/office/drawing/2014/main" id="{0382145D-5FD0-4A53-A9EB-4F91EF2D09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0" y="3838"/>
              <a:ext cx="9" cy="12"/>
            </a:xfrm>
            <a:custGeom>
              <a:avLst/>
              <a:gdLst>
                <a:gd name="T0" fmla="*/ 7 w 5"/>
                <a:gd name="T1" fmla="*/ 0 h 7"/>
                <a:gd name="T2" fmla="*/ 16 w 5"/>
                <a:gd name="T3" fmla="*/ 21 h 7"/>
                <a:gd name="T4" fmla="*/ 0 w 5"/>
                <a:gd name="T5" fmla="*/ 36 h 7"/>
                <a:gd name="T6" fmla="*/ 29 w 5"/>
                <a:gd name="T7" fmla="*/ 21 h 7"/>
                <a:gd name="T8" fmla="*/ 7 w 5"/>
                <a:gd name="T9" fmla="*/ 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7">
                  <a:moveTo>
                    <a:pt x="1" y="0"/>
                  </a:moveTo>
                  <a:cubicBezTo>
                    <a:pt x="1" y="1"/>
                    <a:pt x="3" y="2"/>
                    <a:pt x="3" y="4"/>
                  </a:cubicBezTo>
                  <a:cubicBezTo>
                    <a:pt x="3" y="5"/>
                    <a:pt x="1" y="7"/>
                    <a:pt x="0" y="7"/>
                  </a:cubicBezTo>
                  <a:cubicBezTo>
                    <a:pt x="1" y="7"/>
                    <a:pt x="4" y="6"/>
                    <a:pt x="5" y="4"/>
                  </a:cubicBezTo>
                  <a:cubicBezTo>
                    <a:pt x="5" y="2"/>
                    <a:pt x="3" y="0"/>
                    <a:pt x="1" y="0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4612" name="Freeform 441">
              <a:extLst>
                <a:ext uri="{FF2B5EF4-FFF2-40B4-BE49-F238E27FC236}">
                  <a16:creationId xmlns:a16="http://schemas.microsoft.com/office/drawing/2014/main" id="{D328F6D8-3C91-4D6C-AA62-A08DA20279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4" y="3815"/>
              <a:ext cx="25" cy="101"/>
            </a:xfrm>
            <a:custGeom>
              <a:avLst/>
              <a:gdLst>
                <a:gd name="T0" fmla="*/ 8 w 15"/>
                <a:gd name="T1" fmla="*/ 8 h 61"/>
                <a:gd name="T2" fmla="*/ 22 w 15"/>
                <a:gd name="T3" fmla="*/ 5 h 61"/>
                <a:gd name="T4" fmla="*/ 37 w 15"/>
                <a:gd name="T5" fmla="*/ 28 h 61"/>
                <a:gd name="T6" fmla="*/ 63 w 15"/>
                <a:gd name="T7" fmla="*/ 109 h 61"/>
                <a:gd name="T8" fmla="*/ 70 w 15"/>
                <a:gd name="T9" fmla="*/ 187 h 61"/>
                <a:gd name="T10" fmla="*/ 62 w 15"/>
                <a:gd name="T11" fmla="*/ 230 h 61"/>
                <a:gd name="T12" fmla="*/ 55 w 15"/>
                <a:gd name="T13" fmla="*/ 258 h 61"/>
                <a:gd name="T14" fmla="*/ 50 w 15"/>
                <a:gd name="T15" fmla="*/ 277 h 61"/>
                <a:gd name="T16" fmla="*/ 42 w 15"/>
                <a:gd name="T17" fmla="*/ 164 h 61"/>
                <a:gd name="T18" fmla="*/ 33 w 15"/>
                <a:gd name="T19" fmla="*/ 109 h 61"/>
                <a:gd name="T20" fmla="*/ 22 w 15"/>
                <a:gd name="T21" fmla="*/ 71 h 61"/>
                <a:gd name="T22" fmla="*/ 5 w 15"/>
                <a:gd name="T23" fmla="*/ 8 h 6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5" h="61">
                  <a:moveTo>
                    <a:pt x="2" y="2"/>
                  </a:moveTo>
                  <a:cubicBezTo>
                    <a:pt x="3" y="3"/>
                    <a:pt x="4" y="0"/>
                    <a:pt x="5" y="1"/>
                  </a:cubicBezTo>
                  <a:cubicBezTo>
                    <a:pt x="7" y="1"/>
                    <a:pt x="8" y="5"/>
                    <a:pt x="8" y="6"/>
                  </a:cubicBezTo>
                  <a:cubicBezTo>
                    <a:pt x="11" y="12"/>
                    <a:pt x="13" y="18"/>
                    <a:pt x="14" y="24"/>
                  </a:cubicBezTo>
                  <a:cubicBezTo>
                    <a:pt x="14" y="29"/>
                    <a:pt x="15" y="36"/>
                    <a:pt x="15" y="41"/>
                  </a:cubicBezTo>
                  <a:cubicBezTo>
                    <a:pt x="14" y="45"/>
                    <a:pt x="14" y="48"/>
                    <a:pt x="13" y="51"/>
                  </a:cubicBezTo>
                  <a:cubicBezTo>
                    <a:pt x="13" y="53"/>
                    <a:pt x="12" y="55"/>
                    <a:pt x="12" y="57"/>
                  </a:cubicBezTo>
                  <a:cubicBezTo>
                    <a:pt x="11" y="58"/>
                    <a:pt x="11" y="60"/>
                    <a:pt x="11" y="61"/>
                  </a:cubicBezTo>
                  <a:cubicBezTo>
                    <a:pt x="10" y="52"/>
                    <a:pt x="11" y="44"/>
                    <a:pt x="9" y="36"/>
                  </a:cubicBezTo>
                  <a:cubicBezTo>
                    <a:pt x="9" y="32"/>
                    <a:pt x="8" y="28"/>
                    <a:pt x="7" y="24"/>
                  </a:cubicBezTo>
                  <a:cubicBezTo>
                    <a:pt x="7" y="21"/>
                    <a:pt x="5" y="19"/>
                    <a:pt x="5" y="16"/>
                  </a:cubicBezTo>
                  <a:cubicBezTo>
                    <a:pt x="4" y="12"/>
                    <a:pt x="0" y="7"/>
                    <a:pt x="1" y="2"/>
                  </a:cubicBezTo>
                </a:path>
              </a:pathLst>
            </a:custGeom>
            <a:solidFill>
              <a:srgbClr val="AE28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4613" name="Freeform 442">
              <a:extLst>
                <a:ext uri="{FF2B5EF4-FFF2-40B4-BE49-F238E27FC236}">
                  <a16:creationId xmlns:a16="http://schemas.microsoft.com/office/drawing/2014/main" id="{DEDE1CA8-C368-4E81-BEB6-3002AC93DA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7" y="3959"/>
              <a:ext cx="15" cy="47"/>
            </a:xfrm>
            <a:custGeom>
              <a:avLst/>
              <a:gdLst>
                <a:gd name="T0" fmla="*/ 0 w 9"/>
                <a:gd name="T1" fmla="*/ 0 h 28"/>
                <a:gd name="T2" fmla="*/ 0 w 9"/>
                <a:gd name="T3" fmla="*/ 50 h 28"/>
                <a:gd name="T4" fmla="*/ 0 w 9"/>
                <a:gd name="T5" fmla="*/ 96 h 28"/>
                <a:gd name="T6" fmla="*/ 42 w 9"/>
                <a:gd name="T7" fmla="*/ 133 h 28"/>
                <a:gd name="T8" fmla="*/ 33 w 9"/>
                <a:gd name="T9" fmla="*/ 91 h 28"/>
                <a:gd name="T10" fmla="*/ 28 w 9"/>
                <a:gd name="T11" fmla="*/ 37 h 28"/>
                <a:gd name="T12" fmla="*/ 0 w 9"/>
                <a:gd name="T13" fmla="*/ 5 h 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" h="28">
                  <a:moveTo>
                    <a:pt x="0" y="0"/>
                  </a:moveTo>
                  <a:cubicBezTo>
                    <a:pt x="0" y="4"/>
                    <a:pt x="0" y="7"/>
                    <a:pt x="0" y="11"/>
                  </a:cubicBezTo>
                  <a:cubicBezTo>
                    <a:pt x="0" y="14"/>
                    <a:pt x="0" y="17"/>
                    <a:pt x="0" y="20"/>
                  </a:cubicBezTo>
                  <a:cubicBezTo>
                    <a:pt x="1" y="22"/>
                    <a:pt x="6" y="27"/>
                    <a:pt x="9" y="28"/>
                  </a:cubicBezTo>
                  <a:cubicBezTo>
                    <a:pt x="7" y="25"/>
                    <a:pt x="7" y="22"/>
                    <a:pt x="7" y="19"/>
                  </a:cubicBezTo>
                  <a:cubicBezTo>
                    <a:pt x="7" y="15"/>
                    <a:pt x="7" y="11"/>
                    <a:pt x="6" y="8"/>
                  </a:cubicBezTo>
                  <a:cubicBezTo>
                    <a:pt x="6" y="5"/>
                    <a:pt x="2" y="3"/>
                    <a:pt x="0" y="1"/>
                  </a:cubicBezTo>
                </a:path>
              </a:pathLst>
            </a:custGeom>
            <a:solidFill>
              <a:srgbClr val="C1B9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4614" name="Freeform 443">
              <a:extLst>
                <a:ext uri="{FF2B5EF4-FFF2-40B4-BE49-F238E27FC236}">
                  <a16:creationId xmlns:a16="http://schemas.microsoft.com/office/drawing/2014/main" id="{329277C4-3A11-4D8A-BE37-3B9C0976D1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5" y="3973"/>
              <a:ext cx="62" cy="53"/>
            </a:xfrm>
            <a:custGeom>
              <a:avLst/>
              <a:gdLst>
                <a:gd name="T0" fmla="*/ 169 w 37"/>
                <a:gd name="T1" fmla="*/ 0 h 32"/>
                <a:gd name="T2" fmla="*/ 161 w 37"/>
                <a:gd name="T3" fmla="*/ 41 h 32"/>
                <a:gd name="T4" fmla="*/ 154 w 37"/>
                <a:gd name="T5" fmla="*/ 75 h 32"/>
                <a:gd name="T6" fmla="*/ 151 w 37"/>
                <a:gd name="T7" fmla="*/ 96 h 32"/>
                <a:gd name="T8" fmla="*/ 137 w 37"/>
                <a:gd name="T9" fmla="*/ 104 h 32"/>
                <a:gd name="T10" fmla="*/ 104 w 37"/>
                <a:gd name="T11" fmla="*/ 118 h 32"/>
                <a:gd name="T12" fmla="*/ 65 w 37"/>
                <a:gd name="T13" fmla="*/ 126 h 32"/>
                <a:gd name="T14" fmla="*/ 0 w 37"/>
                <a:gd name="T15" fmla="*/ 146 h 32"/>
                <a:gd name="T16" fmla="*/ 13 w 37"/>
                <a:gd name="T17" fmla="*/ 55 h 32"/>
                <a:gd name="T18" fmla="*/ 65 w 37"/>
                <a:gd name="T19" fmla="*/ 41 h 32"/>
                <a:gd name="T20" fmla="*/ 112 w 37"/>
                <a:gd name="T21" fmla="*/ 28 h 32"/>
                <a:gd name="T22" fmla="*/ 146 w 37"/>
                <a:gd name="T23" fmla="*/ 13 h 32"/>
                <a:gd name="T24" fmla="*/ 169 w 37"/>
                <a:gd name="T25" fmla="*/ 5 h 3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7" h="32">
                  <a:moveTo>
                    <a:pt x="36" y="0"/>
                  </a:moveTo>
                  <a:cubicBezTo>
                    <a:pt x="37" y="2"/>
                    <a:pt x="35" y="7"/>
                    <a:pt x="34" y="9"/>
                  </a:cubicBezTo>
                  <a:cubicBezTo>
                    <a:pt x="34" y="11"/>
                    <a:pt x="33" y="14"/>
                    <a:pt x="33" y="16"/>
                  </a:cubicBezTo>
                  <a:cubicBezTo>
                    <a:pt x="33" y="18"/>
                    <a:pt x="33" y="19"/>
                    <a:pt x="32" y="21"/>
                  </a:cubicBezTo>
                  <a:cubicBezTo>
                    <a:pt x="32" y="22"/>
                    <a:pt x="31" y="22"/>
                    <a:pt x="29" y="23"/>
                  </a:cubicBezTo>
                  <a:cubicBezTo>
                    <a:pt x="27" y="24"/>
                    <a:pt x="24" y="25"/>
                    <a:pt x="22" y="26"/>
                  </a:cubicBezTo>
                  <a:cubicBezTo>
                    <a:pt x="19" y="27"/>
                    <a:pt x="17" y="27"/>
                    <a:pt x="14" y="28"/>
                  </a:cubicBezTo>
                  <a:cubicBezTo>
                    <a:pt x="9" y="29"/>
                    <a:pt x="5" y="31"/>
                    <a:pt x="0" y="32"/>
                  </a:cubicBezTo>
                  <a:cubicBezTo>
                    <a:pt x="7" y="28"/>
                    <a:pt x="7" y="17"/>
                    <a:pt x="3" y="12"/>
                  </a:cubicBezTo>
                  <a:cubicBezTo>
                    <a:pt x="6" y="12"/>
                    <a:pt x="11" y="10"/>
                    <a:pt x="14" y="9"/>
                  </a:cubicBezTo>
                  <a:cubicBezTo>
                    <a:pt x="17" y="8"/>
                    <a:pt x="21" y="7"/>
                    <a:pt x="24" y="6"/>
                  </a:cubicBezTo>
                  <a:cubicBezTo>
                    <a:pt x="26" y="5"/>
                    <a:pt x="28" y="4"/>
                    <a:pt x="31" y="3"/>
                  </a:cubicBezTo>
                  <a:cubicBezTo>
                    <a:pt x="32" y="2"/>
                    <a:pt x="34" y="1"/>
                    <a:pt x="36" y="1"/>
                  </a:cubicBezTo>
                </a:path>
              </a:pathLst>
            </a:custGeom>
            <a:solidFill>
              <a:srgbClr val="C1B9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4615" name="Freeform 444">
              <a:extLst>
                <a:ext uri="{FF2B5EF4-FFF2-40B4-BE49-F238E27FC236}">
                  <a16:creationId xmlns:a16="http://schemas.microsoft.com/office/drawing/2014/main" id="{AD057747-F3B5-48E4-8AE5-2D34A21550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0" y="3973"/>
              <a:ext cx="8" cy="33"/>
            </a:xfrm>
            <a:custGeom>
              <a:avLst/>
              <a:gdLst>
                <a:gd name="T0" fmla="*/ 0 w 5"/>
                <a:gd name="T1" fmla="*/ 0 h 20"/>
                <a:gd name="T2" fmla="*/ 0 w 5"/>
                <a:gd name="T3" fmla="*/ 0 h 20"/>
                <a:gd name="T4" fmla="*/ 8 w 5"/>
                <a:gd name="T5" fmla="*/ 84 h 20"/>
                <a:gd name="T6" fmla="*/ 21 w 5"/>
                <a:gd name="T7" fmla="*/ 89 h 20"/>
                <a:gd name="T8" fmla="*/ 13 w 5"/>
                <a:gd name="T9" fmla="*/ 33 h 20"/>
                <a:gd name="T10" fmla="*/ 13 w 5"/>
                <a:gd name="T11" fmla="*/ 8 h 20"/>
                <a:gd name="T12" fmla="*/ 0 w 5"/>
                <a:gd name="T13" fmla="*/ 0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" h="2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6"/>
                    <a:pt x="2" y="13"/>
                    <a:pt x="2" y="19"/>
                  </a:cubicBezTo>
                  <a:cubicBezTo>
                    <a:pt x="3" y="19"/>
                    <a:pt x="4" y="20"/>
                    <a:pt x="5" y="20"/>
                  </a:cubicBezTo>
                  <a:cubicBezTo>
                    <a:pt x="4" y="16"/>
                    <a:pt x="4" y="11"/>
                    <a:pt x="3" y="7"/>
                  </a:cubicBezTo>
                  <a:cubicBezTo>
                    <a:pt x="3" y="6"/>
                    <a:pt x="3" y="3"/>
                    <a:pt x="3" y="2"/>
                  </a:cubicBezTo>
                  <a:cubicBezTo>
                    <a:pt x="2" y="1"/>
                    <a:pt x="1" y="1"/>
                    <a:pt x="0" y="0"/>
                  </a:cubicBezTo>
                </a:path>
              </a:pathLst>
            </a:custGeom>
            <a:solidFill>
              <a:srgbClr val="C1B9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4616" name="Freeform 445">
              <a:extLst>
                <a:ext uri="{FF2B5EF4-FFF2-40B4-BE49-F238E27FC236}">
                  <a16:creationId xmlns:a16="http://schemas.microsoft.com/office/drawing/2014/main" id="{FF33C588-1C10-4523-BDC5-08F82FC80C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0" y="3979"/>
              <a:ext cx="10" cy="35"/>
            </a:xfrm>
            <a:custGeom>
              <a:avLst/>
              <a:gdLst>
                <a:gd name="T0" fmla="*/ 5 w 6"/>
                <a:gd name="T1" fmla="*/ 0 h 21"/>
                <a:gd name="T2" fmla="*/ 5 w 6"/>
                <a:gd name="T3" fmla="*/ 0 h 21"/>
                <a:gd name="T4" fmla="*/ 13 w 6"/>
                <a:gd name="T5" fmla="*/ 78 h 21"/>
                <a:gd name="T6" fmla="*/ 13 w 6"/>
                <a:gd name="T7" fmla="*/ 97 h 21"/>
                <a:gd name="T8" fmla="*/ 22 w 6"/>
                <a:gd name="T9" fmla="*/ 97 h 21"/>
                <a:gd name="T10" fmla="*/ 20 w 6"/>
                <a:gd name="T11" fmla="*/ 42 h 21"/>
                <a:gd name="T12" fmla="*/ 13 w 6"/>
                <a:gd name="T13" fmla="*/ 0 h 21"/>
                <a:gd name="T14" fmla="*/ 5 w 6"/>
                <a:gd name="T15" fmla="*/ 0 h 2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" h="21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5"/>
                    <a:pt x="2" y="12"/>
                    <a:pt x="3" y="17"/>
                  </a:cubicBezTo>
                  <a:cubicBezTo>
                    <a:pt x="3" y="17"/>
                    <a:pt x="3" y="20"/>
                    <a:pt x="3" y="21"/>
                  </a:cubicBezTo>
                  <a:cubicBezTo>
                    <a:pt x="3" y="21"/>
                    <a:pt x="5" y="21"/>
                    <a:pt x="5" y="21"/>
                  </a:cubicBezTo>
                  <a:cubicBezTo>
                    <a:pt x="6" y="17"/>
                    <a:pt x="4" y="13"/>
                    <a:pt x="4" y="9"/>
                  </a:cubicBezTo>
                  <a:cubicBezTo>
                    <a:pt x="4" y="6"/>
                    <a:pt x="4" y="3"/>
                    <a:pt x="3" y="0"/>
                  </a:cubicBezTo>
                  <a:cubicBezTo>
                    <a:pt x="3" y="0"/>
                    <a:pt x="2" y="0"/>
                    <a:pt x="1" y="0"/>
                  </a:cubicBezTo>
                </a:path>
              </a:pathLst>
            </a:custGeom>
            <a:solidFill>
              <a:srgbClr val="C1B9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4617" name="Freeform 446">
              <a:extLst>
                <a:ext uri="{FF2B5EF4-FFF2-40B4-BE49-F238E27FC236}">
                  <a16:creationId xmlns:a16="http://schemas.microsoft.com/office/drawing/2014/main" id="{775AEDA2-CFE7-497A-B689-B1C429C172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0" y="3983"/>
              <a:ext cx="10" cy="36"/>
            </a:xfrm>
            <a:custGeom>
              <a:avLst/>
              <a:gdLst>
                <a:gd name="T0" fmla="*/ 5 w 6"/>
                <a:gd name="T1" fmla="*/ 0 h 22"/>
                <a:gd name="T2" fmla="*/ 8 w 6"/>
                <a:gd name="T3" fmla="*/ 75 h 22"/>
                <a:gd name="T4" fmla="*/ 28 w 6"/>
                <a:gd name="T5" fmla="*/ 97 h 22"/>
                <a:gd name="T6" fmla="*/ 20 w 6"/>
                <a:gd name="T7" fmla="*/ 34 h 22"/>
                <a:gd name="T8" fmla="*/ 5 w 6"/>
                <a:gd name="T9" fmla="*/ 5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22">
                  <a:moveTo>
                    <a:pt x="1" y="0"/>
                  </a:moveTo>
                  <a:cubicBezTo>
                    <a:pt x="0" y="6"/>
                    <a:pt x="1" y="12"/>
                    <a:pt x="2" y="17"/>
                  </a:cubicBezTo>
                  <a:cubicBezTo>
                    <a:pt x="3" y="20"/>
                    <a:pt x="3" y="20"/>
                    <a:pt x="6" y="22"/>
                  </a:cubicBezTo>
                  <a:cubicBezTo>
                    <a:pt x="4" y="18"/>
                    <a:pt x="4" y="12"/>
                    <a:pt x="4" y="8"/>
                  </a:cubicBezTo>
                  <a:cubicBezTo>
                    <a:pt x="3" y="6"/>
                    <a:pt x="4" y="1"/>
                    <a:pt x="1" y="1"/>
                  </a:cubicBezTo>
                </a:path>
              </a:pathLst>
            </a:custGeom>
            <a:solidFill>
              <a:srgbClr val="C1B9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4618" name="Freeform 447">
              <a:extLst>
                <a:ext uri="{FF2B5EF4-FFF2-40B4-BE49-F238E27FC236}">
                  <a16:creationId xmlns:a16="http://schemas.microsoft.com/office/drawing/2014/main" id="{DE3B0C70-2A35-4E41-A6F0-3EA911CC89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2" y="3989"/>
              <a:ext cx="8" cy="32"/>
            </a:xfrm>
            <a:custGeom>
              <a:avLst/>
              <a:gdLst>
                <a:gd name="T0" fmla="*/ 0 w 5"/>
                <a:gd name="T1" fmla="*/ 0 h 19"/>
                <a:gd name="T2" fmla="*/ 5 w 5"/>
                <a:gd name="T3" fmla="*/ 13 h 19"/>
                <a:gd name="T4" fmla="*/ 5 w 5"/>
                <a:gd name="T5" fmla="*/ 54 h 19"/>
                <a:gd name="T6" fmla="*/ 8 w 5"/>
                <a:gd name="T7" fmla="*/ 86 h 19"/>
                <a:gd name="T8" fmla="*/ 21 w 5"/>
                <a:gd name="T9" fmla="*/ 91 h 19"/>
                <a:gd name="T10" fmla="*/ 16 w 5"/>
                <a:gd name="T11" fmla="*/ 34 h 19"/>
                <a:gd name="T12" fmla="*/ 13 w 5"/>
                <a:gd name="T13" fmla="*/ 0 h 19"/>
                <a:gd name="T14" fmla="*/ 0 w 5"/>
                <a:gd name="T15" fmla="*/ 0 h 1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" h="19">
                  <a:moveTo>
                    <a:pt x="0" y="0"/>
                  </a:moveTo>
                  <a:cubicBezTo>
                    <a:pt x="0" y="0"/>
                    <a:pt x="1" y="2"/>
                    <a:pt x="1" y="3"/>
                  </a:cubicBezTo>
                  <a:cubicBezTo>
                    <a:pt x="1" y="6"/>
                    <a:pt x="1" y="8"/>
                    <a:pt x="1" y="11"/>
                  </a:cubicBezTo>
                  <a:cubicBezTo>
                    <a:pt x="1" y="13"/>
                    <a:pt x="2" y="16"/>
                    <a:pt x="2" y="18"/>
                  </a:cubicBezTo>
                  <a:cubicBezTo>
                    <a:pt x="3" y="18"/>
                    <a:pt x="4" y="19"/>
                    <a:pt x="5" y="19"/>
                  </a:cubicBezTo>
                  <a:cubicBezTo>
                    <a:pt x="4" y="15"/>
                    <a:pt x="4" y="11"/>
                    <a:pt x="4" y="7"/>
                  </a:cubicBezTo>
                  <a:cubicBezTo>
                    <a:pt x="4" y="5"/>
                    <a:pt x="3" y="2"/>
                    <a:pt x="3" y="0"/>
                  </a:cubicBezTo>
                  <a:cubicBezTo>
                    <a:pt x="2" y="0"/>
                    <a:pt x="1" y="0"/>
                    <a:pt x="0" y="0"/>
                  </a:cubicBezTo>
                </a:path>
              </a:pathLst>
            </a:custGeom>
            <a:solidFill>
              <a:srgbClr val="C1B9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4619" name="Freeform 448">
              <a:extLst>
                <a:ext uri="{FF2B5EF4-FFF2-40B4-BE49-F238E27FC236}">
                  <a16:creationId xmlns:a16="http://schemas.microsoft.com/office/drawing/2014/main" id="{BD58700E-AA74-4A5E-99C6-3FB25237229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0" y="3994"/>
              <a:ext cx="7" cy="32"/>
            </a:xfrm>
            <a:custGeom>
              <a:avLst/>
              <a:gdLst>
                <a:gd name="T0" fmla="*/ 0 w 4"/>
                <a:gd name="T1" fmla="*/ 5 h 19"/>
                <a:gd name="T2" fmla="*/ 0 w 4"/>
                <a:gd name="T3" fmla="*/ 0 h 19"/>
                <a:gd name="T4" fmla="*/ 0 w 4"/>
                <a:gd name="T5" fmla="*/ 62 h 19"/>
                <a:gd name="T6" fmla="*/ 0 w 4"/>
                <a:gd name="T7" fmla="*/ 91 h 19"/>
                <a:gd name="T8" fmla="*/ 21 w 4"/>
                <a:gd name="T9" fmla="*/ 91 h 19"/>
                <a:gd name="T10" fmla="*/ 12 w 4"/>
                <a:gd name="T11" fmla="*/ 34 h 19"/>
                <a:gd name="T12" fmla="*/ 7 w 4"/>
                <a:gd name="T13" fmla="*/ 5 h 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" h="19">
                  <a:moveTo>
                    <a:pt x="0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1" y="4"/>
                    <a:pt x="0" y="9"/>
                    <a:pt x="0" y="13"/>
                  </a:cubicBezTo>
                  <a:cubicBezTo>
                    <a:pt x="0" y="15"/>
                    <a:pt x="0" y="17"/>
                    <a:pt x="0" y="19"/>
                  </a:cubicBezTo>
                  <a:cubicBezTo>
                    <a:pt x="1" y="19"/>
                    <a:pt x="3" y="19"/>
                    <a:pt x="4" y="19"/>
                  </a:cubicBezTo>
                  <a:cubicBezTo>
                    <a:pt x="1" y="17"/>
                    <a:pt x="2" y="10"/>
                    <a:pt x="2" y="7"/>
                  </a:cubicBezTo>
                  <a:cubicBezTo>
                    <a:pt x="3" y="5"/>
                    <a:pt x="3" y="2"/>
                    <a:pt x="1" y="1"/>
                  </a:cubicBezTo>
                </a:path>
              </a:pathLst>
            </a:custGeom>
            <a:solidFill>
              <a:srgbClr val="C1B9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4620" name="Freeform 449">
              <a:extLst>
                <a:ext uri="{FF2B5EF4-FFF2-40B4-BE49-F238E27FC236}">
                  <a16:creationId xmlns:a16="http://schemas.microsoft.com/office/drawing/2014/main" id="{285CBDF2-D356-4DE1-A8A6-B138303295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0" y="3996"/>
              <a:ext cx="7" cy="32"/>
            </a:xfrm>
            <a:custGeom>
              <a:avLst/>
              <a:gdLst>
                <a:gd name="T0" fmla="*/ 7 w 4"/>
                <a:gd name="T1" fmla="*/ 5 h 19"/>
                <a:gd name="T2" fmla="*/ 7 w 4"/>
                <a:gd name="T3" fmla="*/ 0 h 19"/>
                <a:gd name="T4" fmla="*/ 7 w 4"/>
                <a:gd name="T5" fmla="*/ 22 h 19"/>
                <a:gd name="T6" fmla="*/ 7 w 4"/>
                <a:gd name="T7" fmla="*/ 62 h 19"/>
                <a:gd name="T8" fmla="*/ 7 w 4"/>
                <a:gd name="T9" fmla="*/ 91 h 19"/>
                <a:gd name="T10" fmla="*/ 16 w 4"/>
                <a:gd name="T11" fmla="*/ 91 h 19"/>
                <a:gd name="T12" fmla="*/ 16 w 4"/>
                <a:gd name="T13" fmla="*/ 0 h 19"/>
                <a:gd name="T14" fmla="*/ 12 w 4"/>
                <a:gd name="T15" fmla="*/ 5 h 1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" h="19">
                  <a:moveTo>
                    <a:pt x="1" y="1"/>
                  </a:moveTo>
                  <a:cubicBezTo>
                    <a:pt x="1" y="1"/>
                    <a:pt x="1" y="0"/>
                    <a:pt x="1" y="0"/>
                  </a:cubicBezTo>
                  <a:cubicBezTo>
                    <a:pt x="0" y="1"/>
                    <a:pt x="1" y="3"/>
                    <a:pt x="1" y="5"/>
                  </a:cubicBezTo>
                  <a:cubicBezTo>
                    <a:pt x="1" y="7"/>
                    <a:pt x="1" y="10"/>
                    <a:pt x="1" y="13"/>
                  </a:cubicBezTo>
                  <a:cubicBezTo>
                    <a:pt x="1" y="15"/>
                    <a:pt x="1" y="17"/>
                    <a:pt x="1" y="19"/>
                  </a:cubicBezTo>
                  <a:cubicBezTo>
                    <a:pt x="1" y="19"/>
                    <a:pt x="2" y="19"/>
                    <a:pt x="3" y="19"/>
                  </a:cubicBezTo>
                  <a:cubicBezTo>
                    <a:pt x="3" y="13"/>
                    <a:pt x="4" y="6"/>
                    <a:pt x="3" y="0"/>
                  </a:cubicBezTo>
                  <a:cubicBezTo>
                    <a:pt x="3" y="0"/>
                    <a:pt x="2" y="0"/>
                    <a:pt x="2" y="1"/>
                  </a:cubicBezTo>
                </a:path>
              </a:pathLst>
            </a:custGeom>
            <a:solidFill>
              <a:srgbClr val="C1B9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4621" name="Freeform 450">
              <a:extLst>
                <a:ext uri="{FF2B5EF4-FFF2-40B4-BE49-F238E27FC236}">
                  <a16:creationId xmlns:a16="http://schemas.microsoft.com/office/drawing/2014/main" id="{4AF61B09-4D06-408C-90EE-38D192B2D0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1" y="3758"/>
              <a:ext cx="105" cy="85"/>
            </a:xfrm>
            <a:custGeom>
              <a:avLst/>
              <a:gdLst>
                <a:gd name="T0" fmla="*/ 242 w 63"/>
                <a:gd name="T1" fmla="*/ 200 h 51"/>
                <a:gd name="T2" fmla="*/ 283 w 63"/>
                <a:gd name="T3" fmla="*/ 75 h 51"/>
                <a:gd name="T4" fmla="*/ 245 w 63"/>
                <a:gd name="T5" fmla="*/ 28 h 51"/>
                <a:gd name="T6" fmla="*/ 20 w 63"/>
                <a:gd name="T7" fmla="*/ 42 h 51"/>
                <a:gd name="T8" fmla="*/ 37 w 63"/>
                <a:gd name="T9" fmla="*/ 200 h 51"/>
                <a:gd name="T10" fmla="*/ 242 w 63"/>
                <a:gd name="T11" fmla="*/ 200 h 5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3" h="51">
                  <a:moveTo>
                    <a:pt x="52" y="43"/>
                  </a:moveTo>
                  <a:cubicBezTo>
                    <a:pt x="52" y="43"/>
                    <a:pt x="58" y="19"/>
                    <a:pt x="61" y="16"/>
                  </a:cubicBezTo>
                  <a:cubicBezTo>
                    <a:pt x="63" y="13"/>
                    <a:pt x="62" y="6"/>
                    <a:pt x="53" y="6"/>
                  </a:cubicBezTo>
                  <a:cubicBezTo>
                    <a:pt x="44" y="6"/>
                    <a:pt x="9" y="0"/>
                    <a:pt x="4" y="9"/>
                  </a:cubicBezTo>
                  <a:cubicBezTo>
                    <a:pt x="0" y="18"/>
                    <a:pt x="8" y="43"/>
                    <a:pt x="8" y="43"/>
                  </a:cubicBezTo>
                  <a:cubicBezTo>
                    <a:pt x="8" y="43"/>
                    <a:pt x="42" y="51"/>
                    <a:pt x="52" y="43"/>
                  </a:cubicBezTo>
                  <a:close/>
                </a:path>
              </a:pathLst>
            </a:custGeom>
            <a:solidFill>
              <a:srgbClr val="E53F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4622" name="Freeform 451">
              <a:extLst>
                <a:ext uri="{FF2B5EF4-FFF2-40B4-BE49-F238E27FC236}">
                  <a16:creationId xmlns:a16="http://schemas.microsoft.com/office/drawing/2014/main" id="{42D079C6-B6C5-4097-8B4F-B07A7B5DC4F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2" y="3770"/>
              <a:ext cx="77" cy="30"/>
            </a:xfrm>
            <a:custGeom>
              <a:avLst/>
              <a:gdLst>
                <a:gd name="T0" fmla="*/ 196 w 46"/>
                <a:gd name="T1" fmla="*/ 78 h 18"/>
                <a:gd name="T2" fmla="*/ 203 w 46"/>
                <a:gd name="T3" fmla="*/ 50 h 18"/>
                <a:gd name="T4" fmla="*/ 216 w 46"/>
                <a:gd name="T5" fmla="*/ 33 h 18"/>
                <a:gd name="T6" fmla="*/ 182 w 46"/>
                <a:gd name="T7" fmla="*/ 5 h 18"/>
                <a:gd name="T8" fmla="*/ 151 w 46"/>
                <a:gd name="T9" fmla="*/ 5 h 18"/>
                <a:gd name="T10" fmla="*/ 92 w 46"/>
                <a:gd name="T11" fmla="*/ 8 h 18"/>
                <a:gd name="T12" fmla="*/ 33 w 46"/>
                <a:gd name="T13" fmla="*/ 5 h 18"/>
                <a:gd name="T14" fmla="*/ 0 w 46"/>
                <a:gd name="T15" fmla="*/ 5 h 18"/>
                <a:gd name="T16" fmla="*/ 28 w 46"/>
                <a:gd name="T17" fmla="*/ 8 h 18"/>
                <a:gd name="T18" fmla="*/ 55 w 46"/>
                <a:gd name="T19" fmla="*/ 8 h 18"/>
                <a:gd name="T20" fmla="*/ 90 w 46"/>
                <a:gd name="T21" fmla="*/ 8 h 18"/>
                <a:gd name="T22" fmla="*/ 146 w 46"/>
                <a:gd name="T23" fmla="*/ 20 h 18"/>
                <a:gd name="T24" fmla="*/ 182 w 46"/>
                <a:gd name="T25" fmla="*/ 33 h 18"/>
                <a:gd name="T26" fmla="*/ 187 w 46"/>
                <a:gd name="T27" fmla="*/ 62 h 18"/>
                <a:gd name="T28" fmla="*/ 194 w 46"/>
                <a:gd name="T29" fmla="*/ 83 h 18"/>
                <a:gd name="T30" fmla="*/ 196 w 46"/>
                <a:gd name="T31" fmla="*/ 78 h 18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46" h="18">
                  <a:moveTo>
                    <a:pt x="42" y="17"/>
                  </a:moveTo>
                  <a:cubicBezTo>
                    <a:pt x="42" y="15"/>
                    <a:pt x="43" y="13"/>
                    <a:pt x="43" y="11"/>
                  </a:cubicBezTo>
                  <a:cubicBezTo>
                    <a:pt x="44" y="10"/>
                    <a:pt x="45" y="8"/>
                    <a:pt x="46" y="7"/>
                  </a:cubicBezTo>
                  <a:cubicBezTo>
                    <a:pt x="46" y="3"/>
                    <a:pt x="42" y="1"/>
                    <a:pt x="39" y="1"/>
                  </a:cubicBezTo>
                  <a:cubicBezTo>
                    <a:pt x="37" y="0"/>
                    <a:pt x="34" y="1"/>
                    <a:pt x="32" y="1"/>
                  </a:cubicBezTo>
                  <a:cubicBezTo>
                    <a:pt x="28" y="2"/>
                    <a:pt x="24" y="2"/>
                    <a:pt x="20" y="2"/>
                  </a:cubicBezTo>
                  <a:cubicBezTo>
                    <a:pt x="16" y="1"/>
                    <a:pt x="12" y="1"/>
                    <a:pt x="7" y="1"/>
                  </a:cubicBezTo>
                  <a:cubicBezTo>
                    <a:pt x="5" y="1"/>
                    <a:pt x="2" y="0"/>
                    <a:pt x="0" y="1"/>
                  </a:cubicBezTo>
                  <a:cubicBezTo>
                    <a:pt x="2" y="2"/>
                    <a:pt x="4" y="2"/>
                    <a:pt x="6" y="2"/>
                  </a:cubicBezTo>
                  <a:cubicBezTo>
                    <a:pt x="8" y="2"/>
                    <a:pt x="10" y="2"/>
                    <a:pt x="12" y="2"/>
                  </a:cubicBezTo>
                  <a:cubicBezTo>
                    <a:pt x="15" y="2"/>
                    <a:pt x="17" y="2"/>
                    <a:pt x="19" y="2"/>
                  </a:cubicBezTo>
                  <a:cubicBezTo>
                    <a:pt x="23" y="3"/>
                    <a:pt x="27" y="3"/>
                    <a:pt x="31" y="4"/>
                  </a:cubicBezTo>
                  <a:cubicBezTo>
                    <a:pt x="34" y="4"/>
                    <a:pt x="38" y="5"/>
                    <a:pt x="39" y="7"/>
                  </a:cubicBezTo>
                  <a:cubicBezTo>
                    <a:pt x="40" y="9"/>
                    <a:pt x="40" y="11"/>
                    <a:pt x="40" y="13"/>
                  </a:cubicBezTo>
                  <a:cubicBezTo>
                    <a:pt x="41" y="15"/>
                    <a:pt x="40" y="17"/>
                    <a:pt x="41" y="18"/>
                  </a:cubicBezTo>
                  <a:cubicBezTo>
                    <a:pt x="41" y="18"/>
                    <a:pt x="41" y="17"/>
                    <a:pt x="42" y="17"/>
                  </a:cubicBezTo>
                </a:path>
              </a:pathLst>
            </a:custGeom>
            <a:solidFill>
              <a:srgbClr val="E960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4623" name="Freeform 452">
              <a:extLst>
                <a:ext uri="{FF2B5EF4-FFF2-40B4-BE49-F238E27FC236}">
                  <a16:creationId xmlns:a16="http://schemas.microsoft.com/office/drawing/2014/main" id="{610F5075-9A36-4531-A9A6-14CF626E0C8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1" y="3758"/>
              <a:ext cx="105" cy="85"/>
            </a:xfrm>
            <a:custGeom>
              <a:avLst/>
              <a:gdLst>
                <a:gd name="T0" fmla="*/ 242 w 63"/>
                <a:gd name="T1" fmla="*/ 195 h 51"/>
                <a:gd name="T2" fmla="*/ 278 w 63"/>
                <a:gd name="T3" fmla="*/ 70 h 51"/>
                <a:gd name="T4" fmla="*/ 245 w 63"/>
                <a:gd name="T5" fmla="*/ 28 h 51"/>
                <a:gd name="T6" fmla="*/ 20 w 63"/>
                <a:gd name="T7" fmla="*/ 42 h 51"/>
                <a:gd name="T8" fmla="*/ 37 w 63"/>
                <a:gd name="T9" fmla="*/ 200 h 51"/>
                <a:gd name="T10" fmla="*/ 242 w 63"/>
                <a:gd name="T11" fmla="*/ 195 h 5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3" h="51">
                  <a:moveTo>
                    <a:pt x="52" y="42"/>
                  </a:moveTo>
                  <a:cubicBezTo>
                    <a:pt x="52" y="42"/>
                    <a:pt x="58" y="18"/>
                    <a:pt x="60" y="15"/>
                  </a:cubicBezTo>
                  <a:cubicBezTo>
                    <a:pt x="63" y="12"/>
                    <a:pt x="62" y="6"/>
                    <a:pt x="53" y="6"/>
                  </a:cubicBezTo>
                  <a:cubicBezTo>
                    <a:pt x="44" y="6"/>
                    <a:pt x="8" y="0"/>
                    <a:pt x="4" y="9"/>
                  </a:cubicBezTo>
                  <a:cubicBezTo>
                    <a:pt x="0" y="18"/>
                    <a:pt x="8" y="43"/>
                    <a:pt x="8" y="43"/>
                  </a:cubicBezTo>
                  <a:cubicBezTo>
                    <a:pt x="8" y="43"/>
                    <a:pt x="42" y="51"/>
                    <a:pt x="52" y="42"/>
                  </a:cubicBezTo>
                  <a:close/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4624" name="Freeform 453">
              <a:extLst>
                <a:ext uri="{FF2B5EF4-FFF2-40B4-BE49-F238E27FC236}">
                  <a16:creationId xmlns:a16="http://schemas.microsoft.com/office/drawing/2014/main" id="{7816D531-4D25-49B4-B234-E13D17C787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1" y="3798"/>
              <a:ext cx="76" cy="22"/>
            </a:xfrm>
            <a:custGeom>
              <a:avLst/>
              <a:gdLst>
                <a:gd name="T0" fmla="*/ 208 w 46"/>
                <a:gd name="T1" fmla="*/ 29 h 13"/>
                <a:gd name="T2" fmla="*/ 202 w 46"/>
                <a:gd name="T3" fmla="*/ 63 h 13"/>
                <a:gd name="T4" fmla="*/ 175 w 46"/>
                <a:gd name="T5" fmla="*/ 63 h 13"/>
                <a:gd name="T6" fmla="*/ 131 w 46"/>
                <a:gd name="T7" fmla="*/ 58 h 13"/>
                <a:gd name="T8" fmla="*/ 55 w 46"/>
                <a:gd name="T9" fmla="*/ 49 h 13"/>
                <a:gd name="T10" fmla="*/ 13 w 46"/>
                <a:gd name="T11" fmla="*/ 34 h 13"/>
                <a:gd name="T12" fmla="*/ 0 w 46"/>
                <a:gd name="T13" fmla="*/ 0 h 13"/>
                <a:gd name="T14" fmla="*/ 13 w 46"/>
                <a:gd name="T15" fmla="*/ 5 h 13"/>
                <a:gd name="T16" fmla="*/ 58 w 46"/>
                <a:gd name="T17" fmla="*/ 8 h 13"/>
                <a:gd name="T18" fmla="*/ 139 w 46"/>
                <a:gd name="T19" fmla="*/ 24 h 13"/>
                <a:gd name="T20" fmla="*/ 185 w 46"/>
                <a:gd name="T21" fmla="*/ 29 h 13"/>
                <a:gd name="T22" fmla="*/ 208 w 46"/>
                <a:gd name="T23" fmla="*/ 29 h 1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6" h="13">
                  <a:moveTo>
                    <a:pt x="46" y="6"/>
                  </a:moveTo>
                  <a:cubicBezTo>
                    <a:pt x="45" y="7"/>
                    <a:pt x="45" y="11"/>
                    <a:pt x="45" y="13"/>
                  </a:cubicBezTo>
                  <a:cubicBezTo>
                    <a:pt x="43" y="13"/>
                    <a:pt x="41" y="13"/>
                    <a:pt x="39" y="13"/>
                  </a:cubicBezTo>
                  <a:cubicBezTo>
                    <a:pt x="35" y="12"/>
                    <a:pt x="32" y="12"/>
                    <a:pt x="29" y="12"/>
                  </a:cubicBezTo>
                  <a:cubicBezTo>
                    <a:pt x="23" y="12"/>
                    <a:pt x="17" y="11"/>
                    <a:pt x="12" y="10"/>
                  </a:cubicBezTo>
                  <a:cubicBezTo>
                    <a:pt x="9" y="10"/>
                    <a:pt x="5" y="9"/>
                    <a:pt x="3" y="7"/>
                  </a:cubicBezTo>
                  <a:cubicBezTo>
                    <a:pt x="1" y="5"/>
                    <a:pt x="0" y="2"/>
                    <a:pt x="0" y="0"/>
                  </a:cubicBezTo>
                  <a:cubicBezTo>
                    <a:pt x="1" y="0"/>
                    <a:pt x="2" y="0"/>
                    <a:pt x="3" y="1"/>
                  </a:cubicBezTo>
                  <a:cubicBezTo>
                    <a:pt x="7" y="1"/>
                    <a:pt x="10" y="2"/>
                    <a:pt x="13" y="2"/>
                  </a:cubicBezTo>
                  <a:cubicBezTo>
                    <a:pt x="19" y="3"/>
                    <a:pt x="25" y="4"/>
                    <a:pt x="31" y="5"/>
                  </a:cubicBezTo>
                  <a:cubicBezTo>
                    <a:pt x="35" y="5"/>
                    <a:pt x="38" y="6"/>
                    <a:pt x="41" y="6"/>
                  </a:cubicBezTo>
                  <a:cubicBezTo>
                    <a:pt x="43" y="6"/>
                    <a:pt x="45" y="6"/>
                    <a:pt x="46" y="6"/>
                  </a:cubicBezTo>
                </a:path>
              </a:pathLst>
            </a:custGeom>
            <a:solidFill>
              <a:srgbClr val="AE28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4625" name="Freeform 454">
              <a:extLst>
                <a:ext uri="{FF2B5EF4-FFF2-40B4-BE49-F238E27FC236}">
                  <a16:creationId xmlns:a16="http://schemas.microsoft.com/office/drawing/2014/main" id="{5132D67F-90D0-434D-A7AD-4398441099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0" y="3810"/>
              <a:ext cx="221" cy="256"/>
            </a:xfrm>
            <a:custGeom>
              <a:avLst/>
              <a:gdLst>
                <a:gd name="T0" fmla="*/ 619 w 132"/>
                <a:gd name="T1" fmla="*/ 387 h 154"/>
                <a:gd name="T2" fmla="*/ 511 w 132"/>
                <a:gd name="T3" fmla="*/ 271 h 154"/>
                <a:gd name="T4" fmla="*/ 357 w 132"/>
                <a:gd name="T5" fmla="*/ 22 h 154"/>
                <a:gd name="T6" fmla="*/ 47 w 132"/>
                <a:gd name="T7" fmla="*/ 0 h 154"/>
                <a:gd name="T8" fmla="*/ 5 w 132"/>
                <a:gd name="T9" fmla="*/ 201 h 154"/>
                <a:gd name="T10" fmla="*/ 28 w 132"/>
                <a:gd name="T11" fmla="*/ 429 h 154"/>
                <a:gd name="T12" fmla="*/ 50 w 132"/>
                <a:gd name="T13" fmla="*/ 560 h 154"/>
                <a:gd name="T14" fmla="*/ 619 w 132"/>
                <a:gd name="T15" fmla="*/ 520 h 154"/>
                <a:gd name="T16" fmla="*/ 619 w 132"/>
                <a:gd name="T17" fmla="*/ 387 h 15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2" h="154">
                  <a:moveTo>
                    <a:pt x="132" y="84"/>
                  </a:moveTo>
                  <a:cubicBezTo>
                    <a:pt x="129" y="75"/>
                    <a:pt x="120" y="68"/>
                    <a:pt x="109" y="59"/>
                  </a:cubicBezTo>
                  <a:cubicBezTo>
                    <a:pt x="97" y="50"/>
                    <a:pt x="76" y="5"/>
                    <a:pt x="76" y="5"/>
                  </a:cubicBezTo>
                  <a:cubicBezTo>
                    <a:pt x="62" y="18"/>
                    <a:pt x="10" y="0"/>
                    <a:pt x="10" y="0"/>
                  </a:cubicBezTo>
                  <a:cubicBezTo>
                    <a:pt x="10" y="0"/>
                    <a:pt x="1" y="26"/>
                    <a:pt x="1" y="44"/>
                  </a:cubicBezTo>
                  <a:cubicBezTo>
                    <a:pt x="0" y="61"/>
                    <a:pt x="6" y="93"/>
                    <a:pt x="6" y="93"/>
                  </a:cubicBezTo>
                  <a:cubicBezTo>
                    <a:pt x="11" y="122"/>
                    <a:pt x="11" y="122"/>
                    <a:pt x="11" y="122"/>
                  </a:cubicBezTo>
                  <a:cubicBezTo>
                    <a:pt x="83" y="154"/>
                    <a:pt x="132" y="113"/>
                    <a:pt x="132" y="113"/>
                  </a:cubicBezTo>
                  <a:lnTo>
                    <a:pt x="132" y="84"/>
                  </a:lnTo>
                  <a:close/>
                </a:path>
              </a:pathLst>
            </a:custGeom>
            <a:solidFill>
              <a:srgbClr val="E53F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4626" name="Freeform 455">
              <a:extLst>
                <a:ext uri="{FF2B5EF4-FFF2-40B4-BE49-F238E27FC236}">
                  <a16:creationId xmlns:a16="http://schemas.microsoft.com/office/drawing/2014/main" id="{C700B612-1C3F-4F66-AF1A-5F8CD788618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0" y="3949"/>
              <a:ext cx="211" cy="120"/>
            </a:xfrm>
            <a:custGeom>
              <a:avLst/>
              <a:gdLst>
                <a:gd name="T0" fmla="*/ 591 w 126"/>
                <a:gd name="T1" fmla="*/ 0 h 72"/>
                <a:gd name="T2" fmla="*/ 591 w 126"/>
                <a:gd name="T3" fmla="*/ 133 h 72"/>
                <a:gd name="T4" fmla="*/ 22 w 126"/>
                <a:gd name="T5" fmla="*/ 175 h 72"/>
                <a:gd name="T6" fmla="*/ 0 w 126"/>
                <a:gd name="T7" fmla="*/ 42 h 72"/>
                <a:gd name="T8" fmla="*/ 591 w 126"/>
                <a:gd name="T9" fmla="*/ 0 h 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6" h="72">
                  <a:moveTo>
                    <a:pt x="126" y="0"/>
                  </a:moveTo>
                  <a:cubicBezTo>
                    <a:pt x="126" y="29"/>
                    <a:pt x="126" y="29"/>
                    <a:pt x="126" y="29"/>
                  </a:cubicBezTo>
                  <a:cubicBezTo>
                    <a:pt x="126" y="29"/>
                    <a:pt x="80" y="72"/>
                    <a:pt x="5" y="38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9"/>
                    <a:pt x="75" y="51"/>
                    <a:pt x="12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4627" name="Freeform 456">
              <a:extLst>
                <a:ext uri="{FF2B5EF4-FFF2-40B4-BE49-F238E27FC236}">
                  <a16:creationId xmlns:a16="http://schemas.microsoft.com/office/drawing/2014/main" id="{6E5534B2-E5CF-4D5B-8D7B-44237D2C44A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9" y="3810"/>
              <a:ext cx="222" cy="256"/>
            </a:xfrm>
            <a:custGeom>
              <a:avLst/>
              <a:gdLst>
                <a:gd name="T0" fmla="*/ 619 w 133"/>
                <a:gd name="T1" fmla="*/ 387 h 154"/>
                <a:gd name="T2" fmla="*/ 507 w 133"/>
                <a:gd name="T3" fmla="*/ 271 h 154"/>
                <a:gd name="T4" fmla="*/ 359 w 133"/>
                <a:gd name="T5" fmla="*/ 22 h 154"/>
                <a:gd name="T6" fmla="*/ 47 w 133"/>
                <a:gd name="T7" fmla="*/ 0 h 154"/>
                <a:gd name="T8" fmla="*/ 5 w 133"/>
                <a:gd name="T9" fmla="*/ 201 h 154"/>
                <a:gd name="T10" fmla="*/ 33 w 133"/>
                <a:gd name="T11" fmla="*/ 417 h 154"/>
                <a:gd name="T12" fmla="*/ 55 w 133"/>
                <a:gd name="T13" fmla="*/ 560 h 154"/>
                <a:gd name="T14" fmla="*/ 613 w 133"/>
                <a:gd name="T15" fmla="*/ 514 h 154"/>
                <a:gd name="T16" fmla="*/ 619 w 133"/>
                <a:gd name="T17" fmla="*/ 387 h 15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3" h="154">
                  <a:moveTo>
                    <a:pt x="133" y="84"/>
                  </a:moveTo>
                  <a:cubicBezTo>
                    <a:pt x="130" y="75"/>
                    <a:pt x="121" y="68"/>
                    <a:pt x="109" y="59"/>
                  </a:cubicBezTo>
                  <a:cubicBezTo>
                    <a:pt x="98" y="50"/>
                    <a:pt x="77" y="5"/>
                    <a:pt x="77" y="5"/>
                  </a:cubicBezTo>
                  <a:cubicBezTo>
                    <a:pt x="63" y="18"/>
                    <a:pt x="10" y="0"/>
                    <a:pt x="10" y="0"/>
                  </a:cubicBezTo>
                  <a:cubicBezTo>
                    <a:pt x="10" y="0"/>
                    <a:pt x="2" y="26"/>
                    <a:pt x="1" y="44"/>
                  </a:cubicBezTo>
                  <a:cubicBezTo>
                    <a:pt x="0" y="61"/>
                    <a:pt x="7" y="91"/>
                    <a:pt x="7" y="91"/>
                  </a:cubicBezTo>
                  <a:cubicBezTo>
                    <a:pt x="12" y="122"/>
                    <a:pt x="12" y="122"/>
                    <a:pt x="12" y="122"/>
                  </a:cubicBezTo>
                  <a:cubicBezTo>
                    <a:pt x="84" y="154"/>
                    <a:pt x="132" y="112"/>
                    <a:pt x="132" y="112"/>
                  </a:cubicBezTo>
                  <a:lnTo>
                    <a:pt x="133" y="84"/>
                  </a:lnTo>
                  <a:close/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4628" name="Freeform 457">
              <a:extLst>
                <a:ext uri="{FF2B5EF4-FFF2-40B4-BE49-F238E27FC236}">
                  <a16:creationId xmlns:a16="http://schemas.microsoft.com/office/drawing/2014/main" id="{13193BF0-4A8D-4705-8DF4-76F27CFD13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5" y="3916"/>
              <a:ext cx="176" cy="65"/>
            </a:xfrm>
            <a:custGeom>
              <a:avLst/>
              <a:gdLst>
                <a:gd name="T0" fmla="*/ 357 w 105"/>
                <a:gd name="T1" fmla="*/ 0 h 39"/>
                <a:gd name="T2" fmla="*/ 300 w 105"/>
                <a:gd name="T3" fmla="*/ 55 h 39"/>
                <a:gd name="T4" fmla="*/ 154 w 105"/>
                <a:gd name="T5" fmla="*/ 28 h 39"/>
                <a:gd name="T6" fmla="*/ 8 w 105"/>
                <a:gd name="T7" fmla="*/ 50 h 39"/>
                <a:gd name="T8" fmla="*/ 62 w 105"/>
                <a:gd name="T9" fmla="*/ 130 h 39"/>
                <a:gd name="T10" fmla="*/ 211 w 105"/>
                <a:gd name="T11" fmla="*/ 175 h 39"/>
                <a:gd name="T12" fmla="*/ 461 w 105"/>
                <a:gd name="T13" fmla="*/ 120 h 39"/>
                <a:gd name="T14" fmla="*/ 481 w 105"/>
                <a:gd name="T15" fmla="*/ 50 h 39"/>
                <a:gd name="T16" fmla="*/ 424 w 105"/>
                <a:gd name="T17" fmla="*/ 5 h 39"/>
                <a:gd name="T18" fmla="*/ 357 w 105"/>
                <a:gd name="T19" fmla="*/ 5 h 3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05" h="39">
                  <a:moveTo>
                    <a:pt x="76" y="0"/>
                  </a:moveTo>
                  <a:cubicBezTo>
                    <a:pt x="74" y="5"/>
                    <a:pt x="68" y="11"/>
                    <a:pt x="64" y="12"/>
                  </a:cubicBezTo>
                  <a:cubicBezTo>
                    <a:pt x="55" y="14"/>
                    <a:pt x="42" y="7"/>
                    <a:pt x="33" y="6"/>
                  </a:cubicBezTo>
                  <a:cubicBezTo>
                    <a:pt x="26" y="5"/>
                    <a:pt x="4" y="1"/>
                    <a:pt x="2" y="11"/>
                  </a:cubicBezTo>
                  <a:cubicBezTo>
                    <a:pt x="0" y="19"/>
                    <a:pt x="7" y="24"/>
                    <a:pt x="13" y="28"/>
                  </a:cubicBezTo>
                  <a:cubicBezTo>
                    <a:pt x="22" y="34"/>
                    <a:pt x="35" y="38"/>
                    <a:pt x="45" y="38"/>
                  </a:cubicBezTo>
                  <a:cubicBezTo>
                    <a:pt x="62" y="39"/>
                    <a:pt x="84" y="39"/>
                    <a:pt x="98" y="26"/>
                  </a:cubicBezTo>
                  <a:cubicBezTo>
                    <a:pt x="102" y="22"/>
                    <a:pt x="105" y="17"/>
                    <a:pt x="102" y="11"/>
                  </a:cubicBezTo>
                  <a:cubicBezTo>
                    <a:pt x="100" y="7"/>
                    <a:pt x="95" y="3"/>
                    <a:pt x="90" y="1"/>
                  </a:cubicBezTo>
                  <a:cubicBezTo>
                    <a:pt x="86" y="0"/>
                    <a:pt x="81" y="0"/>
                    <a:pt x="76" y="1"/>
                  </a:cubicBezTo>
                </a:path>
              </a:pathLst>
            </a:custGeom>
            <a:solidFill>
              <a:srgbClr val="E960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4629" name="Freeform 458">
              <a:extLst>
                <a:ext uri="{FF2B5EF4-FFF2-40B4-BE49-F238E27FC236}">
                  <a16:creationId xmlns:a16="http://schemas.microsoft.com/office/drawing/2014/main" id="{5B444B7C-3273-4EF3-BAD3-5265D863E7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4" y="3968"/>
              <a:ext cx="112" cy="25"/>
            </a:xfrm>
            <a:custGeom>
              <a:avLst/>
              <a:gdLst>
                <a:gd name="T0" fmla="*/ 313 w 67"/>
                <a:gd name="T1" fmla="*/ 63 h 15"/>
                <a:gd name="T2" fmla="*/ 0 w 67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7" h="15">
                  <a:moveTo>
                    <a:pt x="67" y="14"/>
                  </a:moveTo>
                  <a:cubicBezTo>
                    <a:pt x="49" y="15"/>
                    <a:pt x="27" y="12"/>
                    <a:pt x="0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4630" name="Freeform 459">
              <a:extLst>
                <a:ext uri="{FF2B5EF4-FFF2-40B4-BE49-F238E27FC236}">
                  <a16:creationId xmlns:a16="http://schemas.microsoft.com/office/drawing/2014/main" id="{F4DA64E1-2A73-448B-8546-961FDB2AE7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1" y="3983"/>
              <a:ext cx="25" cy="6"/>
            </a:xfrm>
            <a:custGeom>
              <a:avLst/>
              <a:gdLst>
                <a:gd name="T0" fmla="*/ 70 w 15"/>
                <a:gd name="T1" fmla="*/ 0 h 4"/>
                <a:gd name="T2" fmla="*/ 0 w 15"/>
                <a:gd name="T3" fmla="*/ 14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4">
                  <a:moveTo>
                    <a:pt x="15" y="0"/>
                  </a:moveTo>
                  <a:cubicBezTo>
                    <a:pt x="10" y="2"/>
                    <a:pt x="5" y="3"/>
                    <a:pt x="0" y="4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4631" name="Freeform 460">
              <a:extLst>
                <a:ext uri="{FF2B5EF4-FFF2-40B4-BE49-F238E27FC236}">
                  <a16:creationId xmlns:a16="http://schemas.microsoft.com/office/drawing/2014/main" id="{317FD0B0-A9C3-4618-A506-4655C4613B9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3" y="3953"/>
              <a:ext cx="26" cy="18"/>
            </a:xfrm>
            <a:custGeom>
              <a:avLst/>
              <a:gdLst>
                <a:gd name="T0" fmla="*/ 68 w 16"/>
                <a:gd name="T1" fmla="*/ 0 h 11"/>
                <a:gd name="T2" fmla="*/ 0 w 16"/>
                <a:gd name="T3" fmla="*/ 47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1">
                  <a:moveTo>
                    <a:pt x="16" y="0"/>
                  </a:moveTo>
                  <a:cubicBezTo>
                    <a:pt x="16" y="0"/>
                    <a:pt x="10" y="6"/>
                    <a:pt x="0" y="11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4632" name="Freeform 461">
              <a:extLst>
                <a:ext uri="{FF2B5EF4-FFF2-40B4-BE49-F238E27FC236}">
                  <a16:creationId xmlns:a16="http://schemas.microsoft.com/office/drawing/2014/main" id="{45F12F31-9010-4593-AD4D-ABBDAF53AA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7" y="3928"/>
              <a:ext cx="65" cy="56"/>
            </a:xfrm>
            <a:custGeom>
              <a:avLst/>
              <a:gdLst>
                <a:gd name="T0" fmla="*/ 180 w 39"/>
                <a:gd name="T1" fmla="*/ 143 h 34"/>
                <a:gd name="T2" fmla="*/ 147 w 39"/>
                <a:gd name="T3" fmla="*/ 130 h 34"/>
                <a:gd name="T4" fmla="*/ 112 w 39"/>
                <a:gd name="T5" fmla="*/ 112 h 34"/>
                <a:gd name="T6" fmla="*/ 62 w 39"/>
                <a:gd name="T7" fmla="*/ 68 h 34"/>
                <a:gd name="T8" fmla="*/ 42 w 39"/>
                <a:gd name="T9" fmla="*/ 26 h 34"/>
                <a:gd name="T10" fmla="*/ 22 w 39"/>
                <a:gd name="T11" fmla="*/ 13 h 34"/>
                <a:gd name="T12" fmla="*/ 8 w 39"/>
                <a:gd name="T13" fmla="*/ 5 h 34"/>
                <a:gd name="T14" fmla="*/ 42 w 39"/>
                <a:gd name="T15" fmla="*/ 97 h 34"/>
                <a:gd name="T16" fmla="*/ 112 w 39"/>
                <a:gd name="T17" fmla="*/ 125 h 34"/>
                <a:gd name="T18" fmla="*/ 180 w 39"/>
                <a:gd name="T19" fmla="*/ 147 h 3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9" h="34">
                  <a:moveTo>
                    <a:pt x="39" y="32"/>
                  </a:moveTo>
                  <a:cubicBezTo>
                    <a:pt x="36" y="32"/>
                    <a:pt x="34" y="30"/>
                    <a:pt x="32" y="29"/>
                  </a:cubicBezTo>
                  <a:cubicBezTo>
                    <a:pt x="29" y="28"/>
                    <a:pt x="26" y="27"/>
                    <a:pt x="24" y="25"/>
                  </a:cubicBezTo>
                  <a:cubicBezTo>
                    <a:pt x="20" y="23"/>
                    <a:pt x="15" y="20"/>
                    <a:pt x="13" y="15"/>
                  </a:cubicBezTo>
                  <a:cubicBezTo>
                    <a:pt x="12" y="12"/>
                    <a:pt x="11" y="9"/>
                    <a:pt x="9" y="6"/>
                  </a:cubicBezTo>
                  <a:cubicBezTo>
                    <a:pt x="8" y="5"/>
                    <a:pt x="7" y="4"/>
                    <a:pt x="5" y="3"/>
                  </a:cubicBezTo>
                  <a:cubicBezTo>
                    <a:pt x="4" y="2"/>
                    <a:pt x="3" y="0"/>
                    <a:pt x="2" y="1"/>
                  </a:cubicBezTo>
                  <a:cubicBezTo>
                    <a:pt x="0" y="7"/>
                    <a:pt x="4" y="18"/>
                    <a:pt x="9" y="22"/>
                  </a:cubicBezTo>
                  <a:cubicBezTo>
                    <a:pt x="14" y="26"/>
                    <a:pt x="19" y="27"/>
                    <a:pt x="24" y="28"/>
                  </a:cubicBezTo>
                  <a:cubicBezTo>
                    <a:pt x="26" y="29"/>
                    <a:pt x="38" y="34"/>
                    <a:pt x="39" y="33"/>
                  </a:cubicBezTo>
                </a:path>
              </a:pathLst>
            </a:custGeom>
            <a:solidFill>
              <a:srgbClr val="AE28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4633" name="Freeform 462">
              <a:extLst>
                <a:ext uri="{FF2B5EF4-FFF2-40B4-BE49-F238E27FC236}">
                  <a16:creationId xmlns:a16="http://schemas.microsoft.com/office/drawing/2014/main" id="{710172FA-9BFB-4752-9C03-1DAFEAA749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4" y="3930"/>
              <a:ext cx="22" cy="36"/>
            </a:xfrm>
            <a:custGeom>
              <a:avLst/>
              <a:gdLst>
                <a:gd name="T0" fmla="*/ 24 w 13"/>
                <a:gd name="T1" fmla="*/ 0 h 22"/>
                <a:gd name="T2" fmla="*/ 63 w 13"/>
                <a:gd name="T3" fmla="*/ 54 h 22"/>
                <a:gd name="T4" fmla="*/ 0 w 13"/>
                <a:gd name="T5" fmla="*/ 97 h 22"/>
                <a:gd name="T6" fmla="*/ 42 w 13"/>
                <a:gd name="T7" fmla="*/ 54 h 22"/>
                <a:gd name="T8" fmla="*/ 24 w 13"/>
                <a:gd name="T9" fmla="*/ 5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22">
                  <a:moveTo>
                    <a:pt x="5" y="0"/>
                  </a:moveTo>
                  <a:cubicBezTo>
                    <a:pt x="7" y="2"/>
                    <a:pt x="13" y="9"/>
                    <a:pt x="13" y="12"/>
                  </a:cubicBezTo>
                  <a:cubicBezTo>
                    <a:pt x="12" y="17"/>
                    <a:pt x="4" y="21"/>
                    <a:pt x="0" y="22"/>
                  </a:cubicBezTo>
                  <a:cubicBezTo>
                    <a:pt x="4" y="20"/>
                    <a:pt x="8" y="16"/>
                    <a:pt x="9" y="12"/>
                  </a:cubicBezTo>
                  <a:cubicBezTo>
                    <a:pt x="10" y="8"/>
                    <a:pt x="7" y="5"/>
                    <a:pt x="5" y="1"/>
                  </a:cubicBezTo>
                </a:path>
              </a:pathLst>
            </a:custGeom>
            <a:solidFill>
              <a:srgbClr val="AE28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4634" name="Freeform 463">
              <a:extLst>
                <a:ext uri="{FF2B5EF4-FFF2-40B4-BE49-F238E27FC236}">
                  <a16:creationId xmlns:a16="http://schemas.microsoft.com/office/drawing/2014/main" id="{C995667F-7CAB-4742-B51A-ECBBC2E85A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9" y="3823"/>
              <a:ext cx="70" cy="113"/>
            </a:xfrm>
            <a:custGeom>
              <a:avLst/>
              <a:gdLst>
                <a:gd name="T0" fmla="*/ 130 w 42"/>
                <a:gd name="T1" fmla="*/ 5 h 68"/>
                <a:gd name="T2" fmla="*/ 88 w 42"/>
                <a:gd name="T3" fmla="*/ 22 h 68"/>
                <a:gd name="T4" fmla="*/ 88 w 42"/>
                <a:gd name="T5" fmla="*/ 78 h 68"/>
                <a:gd name="T6" fmla="*/ 120 w 42"/>
                <a:gd name="T7" fmla="*/ 166 h 68"/>
                <a:gd name="T8" fmla="*/ 133 w 42"/>
                <a:gd name="T9" fmla="*/ 209 h 68"/>
                <a:gd name="T10" fmla="*/ 172 w 42"/>
                <a:gd name="T11" fmla="*/ 258 h 68"/>
                <a:gd name="T12" fmla="*/ 180 w 42"/>
                <a:gd name="T13" fmla="*/ 297 h 68"/>
                <a:gd name="T14" fmla="*/ 120 w 42"/>
                <a:gd name="T15" fmla="*/ 276 h 68"/>
                <a:gd name="T16" fmla="*/ 92 w 42"/>
                <a:gd name="T17" fmla="*/ 183 h 68"/>
                <a:gd name="T18" fmla="*/ 63 w 42"/>
                <a:gd name="T19" fmla="*/ 91 h 68"/>
                <a:gd name="T20" fmla="*/ 0 w 42"/>
                <a:gd name="T21" fmla="*/ 0 h 6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2" h="68">
                  <a:moveTo>
                    <a:pt x="28" y="1"/>
                  </a:moveTo>
                  <a:cubicBezTo>
                    <a:pt x="25" y="1"/>
                    <a:pt x="21" y="3"/>
                    <a:pt x="19" y="5"/>
                  </a:cubicBezTo>
                  <a:cubicBezTo>
                    <a:pt x="16" y="9"/>
                    <a:pt x="18" y="13"/>
                    <a:pt x="19" y="17"/>
                  </a:cubicBezTo>
                  <a:cubicBezTo>
                    <a:pt x="21" y="23"/>
                    <a:pt x="24" y="30"/>
                    <a:pt x="26" y="36"/>
                  </a:cubicBezTo>
                  <a:cubicBezTo>
                    <a:pt x="27" y="40"/>
                    <a:pt x="28" y="43"/>
                    <a:pt x="29" y="46"/>
                  </a:cubicBezTo>
                  <a:cubicBezTo>
                    <a:pt x="31" y="50"/>
                    <a:pt x="34" y="53"/>
                    <a:pt x="37" y="56"/>
                  </a:cubicBezTo>
                  <a:cubicBezTo>
                    <a:pt x="39" y="58"/>
                    <a:pt x="42" y="63"/>
                    <a:pt x="39" y="65"/>
                  </a:cubicBezTo>
                  <a:cubicBezTo>
                    <a:pt x="35" y="68"/>
                    <a:pt x="29" y="63"/>
                    <a:pt x="26" y="60"/>
                  </a:cubicBezTo>
                  <a:cubicBezTo>
                    <a:pt x="22" y="54"/>
                    <a:pt x="22" y="46"/>
                    <a:pt x="20" y="40"/>
                  </a:cubicBezTo>
                  <a:cubicBezTo>
                    <a:pt x="19" y="33"/>
                    <a:pt x="17" y="27"/>
                    <a:pt x="14" y="20"/>
                  </a:cubicBezTo>
                  <a:cubicBezTo>
                    <a:pt x="10" y="12"/>
                    <a:pt x="10" y="2"/>
                    <a:pt x="0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4635" name="Freeform 464">
              <a:extLst>
                <a:ext uri="{FF2B5EF4-FFF2-40B4-BE49-F238E27FC236}">
                  <a16:creationId xmlns:a16="http://schemas.microsoft.com/office/drawing/2014/main" id="{E8054B5E-5791-4AE8-8886-989869CE37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7" y="3826"/>
              <a:ext cx="45" cy="104"/>
            </a:xfrm>
            <a:custGeom>
              <a:avLst/>
              <a:gdLst>
                <a:gd name="T0" fmla="*/ 37 w 27"/>
                <a:gd name="T1" fmla="*/ 5 h 62"/>
                <a:gd name="T2" fmla="*/ 42 w 27"/>
                <a:gd name="T3" fmla="*/ 99 h 62"/>
                <a:gd name="T4" fmla="*/ 78 w 27"/>
                <a:gd name="T5" fmla="*/ 208 h 62"/>
                <a:gd name="T6" fmla="*/ 103 w 27"/>
                <a:gd name="T7" fmla="*/ 245 h 62"/>
                <a:gd name="T8" fmla="*/ 120 w 27"/>
                <a:gd name="T9" fmla="*/ 278 h 62"/>
                <a:gd name="T10" fmla="*/ 92 w 27"/>
                <a:gd name="T11" fmla="*/ 273 h 62"/>
                <a:gd name="T12" fmla="*/ 63 w 27"/>
                <a:gd name="T13" fmla="*/ 223 h 62"/>
                <a:gd name="T14" fmla="*/ 28 w 27"/>
                <a:gd name="T15" fmla="*/ 99 h 62"/>
                <a:gd name="T16" fmla="*/ 8 w 27"/>
                <a:gd name="T17" fmla="*/ 49 h 62"/>
                <a:gd name="T18" fmla="*/ 0 w 27"/>
                <a:gd name="T19" fmla="*/ 0 h 62"/>
                <a:gd name="T20" fmla="*/ 22 w 27"/>
                <a:gd name="T21" fmla="*/ 5 h 6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7" h="62">
                  <a:moveTo>
                    <a:pt x="8" y="1"/>
                  </a:moveTo>
                  <a:cubicBezTo>
                    <a:pt x="1" y="8"/>
                    <a:pt x="6" y="14"/>
                    <a:pt x="9" y="21"/>
                  </a:cubicBezTo>
                  <a:cubicBezTo>
                    <a:pt x="13" y="28"/>
                    <a:pt x="13" y="37"/>
                    <a:pt x="17" y="44"/>
                  </a:cubicBezTo>
                  <a:cubicBezTo>
                    <a:pt x="18" y="47"/>
                    <a:pt x="20" y="50"/>
                    <a:pt x="22" y="52"/>
                  </a:cubicBezTo>
                  <a:cubicBezTo>
                    <a:pt x="23" y="54"/>
                    <a:pt x="27" y="56"/>
                    <a:pt x="26" y="59"/>
                  </a:cubicBezTo>
                  <a:cubicBezTo>
                    <a:pt x="25" y="62"/>
                    <a:pt x="21" y="60"/>
                    <a:pt x="20" y="58"/>
                  </a:cubicBezTo>
                  <a:cubicBezTo>
                    <a:pt x="16" y="56"/>
                    <a:pt x="15" y="51"/>
                    <a:pt x="14" y="47"/>
                  </a:cubicBezTo>
                  <a:cubicBezTo>
                    <a:pt x="11" y="38"/>
                    <a:pt x="10" y="29"/>
                    <a:pt x="6" y="21"/>
                  </a:cubicBezTo>
                  <a:cubicBezTo>
                    <a:pt x="5" y="18"/>
                    <a:pt x="3" y="14"/>
                    <a:pt x="2" y="10"/>
                  </a:cubicBezTo>
                  <a:cubicBezTo>
                    <a:pt x="1" y="7"/>
                    <a:pt x="0" y="4"/>
                    <a:pt x="0" y="0"/>
                  </a:cubicBezTo>
                  <a:cubicBezTo>
                    <a:pt x="2" y="0"/>
                    <a:pt x="5" y="0"/>
                    <a:pt x="5" y="1"/>
                  </a:cubicBezTo>
                </a:path>
              </a:pathLst>
            </a:custGeom>
            <a:solidFill>
              <a:srgbClr val="AE28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4636" name="Freeform 465">
              <a:extLst>
                <a:ext uri="{FF2B5EF4-FFF2-40B4-BE49-F238E27FC236}">
                  <a16:creationId xmlns:a16="http://schemas.microsoft.com/office/drawing/2014/main" id="{7F641EC6-6F2E-4F67-83D6-7680BB839C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1" y="3826"/>
              <a:ext cx="36" cy="95"/>
            </a:xfrm>
            <a:custGeom>
              <a:avLst/>
              <a:gdLst>
                <a:gd name="T0" fmla="*/ 0 w 22"/>
                <a:gd name="T1" fmla="*/ 5 h 57"/>
                <a:gd name="T2" fmla="*/ 56 w 22"/>
                <a:gd name="T3" fmla="*/ 138 h 57"/>
                <a:gd name="T4" fmla="*/ 83 w 22"/>
                <a:gd name="T5" fmla="*/ 195 h 57"/>
                <a:gd name="T6" fmla="*/ 88 w 22"/>
                <a:gd name="T7" fmla="*/ 230 h 57"/>
                <a:gd name="T8" fmla="*/ 97 w 22"/>
                <a:gd name="T9" fmla="*/ 263 h 57"/>
                <a:gd name="T10" fmla="*/ 62 w 22"/>
                <a:gd name="T11" fmla="*/ 188 h 57"/>
                <a:gd name="T12" fmla="*/ 34 w 22"/>
                <a:gd name="T13" fmla="*/ 103 h 57"/>
                <a:gd name="T14" fmla="*/ 13 w 22"/>
                <a:gd name="T15" fmla="*/ 42 h 57"/>
                <a:gd name="T16" fmla="*/ 5 w 22"/>
                <a:gd name="T17" fmla="*/ 0 h 5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2" h="57">
                  <a:moveTo>
                    <a:pt x="0" y="1"/>
                  </a:moveTo>
                  <a:cubicBezTo>
                    <a:pt x="8" y="9"/>
                    <a:pt x="9" y="19"/>
                    <a:pt x="13" y="30"/>
                  </a:cubicBezTo>
                  <a:cubicBezTo>
                    <a:pt x="14" y="34"/>
                    <a:pt x="18" y="38"/>
                    <a:pt x="19" y="42"/>
                  </a:cubicBezTo>
                  <a:cubicBezTo>
                    <a:pt x="19" y="45"/>
                    <a:pt x="19" y="47"/>
                    <a:pt x="20" y="50"/>
                  </a:cubicBezTo>
                  <a:cubicBezTo>
                    <a:pt x="20" y="52"/>
                    <a:pt x="22" y="54"/>
                    <a:pt x="22" y="57"/>
                  </a:cubicBezTo>
                  <a:cubicBezTo>
                    <a:pt x="19" y="51"/>
                    <a:pt x="15" y="47"/>
                    <a:pt x="14" y="41"/>
                  </a:cubicBezTo>
                  <a:cubicBezTo>
                    <a:pt x="12" y="35"/>
                    <a:pt x="11" y="28"/>
                    <a:pt x="8" y="22"/>
                  </a:cubicBezTo>
                  <a:cubicBezTo>
                    <a:pt x="7" y="18"/>
                    <a:pt x="4" y="13"/>
                    <a:pt x="3" y="9"/>
                  </a:cubicBezTo>
                  <a:cubicBezTo>
                    <a:pt x="2" y="6"/>
                    <a:pt x="2" y="3"/>
                    <a:pt x="1" y="0"/>
                  </a:cubicBezTo>
                </a:path>
              </a:pathLst>
            </a:custGeom>
            <a:solidFill>
              <a:srgbClr val="E960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4637" name="Freeform 466">
              <a:extLst>
                <a:ext uri="{FF2B5EF4-FFF2-40B4-BE49-F238E27FC236}">
                  <a16:creationId xmlns:a16="http://schemas.microsoft.com/office/drawing/2014/main" id="{F88548E7-9550-4F2F-A04A-5774469E10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2" y="3825"/>
              <a:ext cx="30" cy="63"/>
            </a:xfrm>
            <a:custGeom>
              <a:avLst/>
              <a:gdLst>
                <a:gd name="T0" fmla="*/ 83 w 18"/>
                <a:gd name="T1" fmla="*/ 50 h 38"/>
                <a:gd name="T2" fmla="*/ 62 w 18"/>
                <a:gd name="T3" fmla="*/ 5 h 38"/>
                <a:gd name="T4" fmla="*/ 20 w 18"/>
                <a:gd name="T5" fmla="*/ 20 h 38"/>
                <a:gd name="T6" fmla="*/ 5 w 18"/>
                <a:gd name="T7" fmla="*/ 60 h 38"/>
                <a:gd name="T8" fmla="*/ 22 w 18"/>
                <a:gd name="T9" fmla="*/ 91 h 38"/>
                <a:gd name="T10" fmla="*/ 47 w 18"/>
                <a:gd name="T11" fmla="*/ 172 h 38"/>
                <a:gd name="T12" fmla="*/ 33 w 18"/>
                <a:gd name="T13" fmla="*/ 96 h 38"/>
                <a:gd name="T14" fmla="*/ 28 w 18"/>
                <a:gd name="T15" fmla="*/ 41 h 38"/>
                <a:gd name="T16" fmla="*/ 55 w 18"/>
                <a:gd name="T17" fmla="*/ 22 h 38"/>
                <a:gd name="T18" fmla="*/ 83 w 18"/>
                <a:gd name="T19" fmla="*/ 50 h 3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8" h="38">
                  <a:moveTo>
                    <a:pt x="18" y="11"/>
                  </a:moveTo>
                  <a:cubicBezTo>
                    <a:pt x="17" y="8"/>
                    <a:pt x="18" y="2"/>
                    <a:pt x="13" y="1"/>
                  </a:cubicBezTo>
                  <a:cubicBezTo>
                    <a:pt x="10" y="0"/>
                    <a:pt x="6" y="2"/>
                    <a:pt x="4" y="4"/>
                  </a:cubicBezTo>
                  <a:cubicBezTo>
                    <a:pt x="0" y="6"/>
                    <a:pt x="1" y="9"/>
                    <a:pt x="1" y="13"/>
                  </a:cubicBezTo>
                  <a:cubicBezTo>
                    <a:pt x="2" y="15"/>
                    <a:pt x="4" y="18"/>
                    <a:pt x="5" y="20"/>
                  </a:cubicBezTo>
                  <a:cubicBezTo>
                    <a:pt x="7" y="25"/>
                    <a:pt x="8" y="32"/>
                    <a:pt x="10" y="38"/>
                  </a:cubicBezTo>
                  <a:cubicBezTo>
                    <a:pt x="10" y="32"/>
                    <a:pt x="8" y="27"/>
                    <a:pt x="7" y="21"/>
                  </a:cubicBezTo>
                  <a:cubicBezTo>
                    <a:pt x="5" y="17"/>
                    <a:pt x="4" y="13"/>
                    <a:pt x="6" y="9"/>
                  </a:cubicBezTo>
                  <a:cubicBezTo>
                    <a:pt x="7" y="7"/>
                    <a:pt x="9" y="5"/>
                    <a:pt x="12" y="5"/>
                  </a:cubicBezTo>
                  <a:cubicBezTo>
                    <a:pt x="14" y="5"/>
                    <a:pt x="18" y="9"/>
                    <a:pt x="18" y="11"/>
                  </a:cubicBezTo>
                </a:path>
              </a:pathLst>
            </a:custGeom>
            <a:solidFill>
              <a:srgbClr val="E960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4638" name="Freeform 467">
              <a:extLst>
                <a:ext uri="{FF2B5EF4-FFF2-40B4-BE49-F238E27FC236}">
                  <a16:creationId xmlns:a16="http://schemas.microsoft.com/office/drawing/2014/main" id="{AB9F4527-5EED-4B58-BFB5-9BD4196D62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1" y="3908"/>
              <a:ext cx="48" cy="61"/>
            </a:xfrm>
            <a:custGeom>
              <a:avLst/>
              <a:gdLst>
                <a:gd name="T0" fmla="*/ 5 w 29"/>
                <a:gd name="T1" fmla="*/ 0 h 37"/>
                <a:gd name="T2" fmla="*/ 60 w 29"/>
                <a:gd name="T3" fmla="*/ 167 h 37"/>
                <a:gd name="T4" fmla="*/ 0 w 29"/>
                <a:gd name="T5" fmla="*/ 8 h 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37">
                  <a:moveTo>
                    <a:pt x="1" y="0"/>
                  </a:moveTo>
                  <a:cubicBezTo>
                    <a:pt x="16" y="7"/>
                    <a:pt x="29" y="24"/>
                    <a:pt x="13" y="37"/>
                  </a:cubicBezTo>
                  <a:cubicBezTo>
                    <a:pt x="21" y="23"/>
                    <a:pt x="16" y="7"/>
                    <a:pt x="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4639" name="Freeform 468">
              <a:extLst>
                <a:ext uri="{FF2B5EF4-FFF2-40B4-BE49-F238E27FC236}">
                  <a16:creationId xmlns:a16="http://schemas.microsoft.com/office/drawing/2014/main" id="{C1BC48F9-D3BC-43D4-AF05-C7C0081365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4" y="3833"/>
              <a:ext cx="37" cy="10"/>
            </a:xfrm>
            <a:custGeom>
              <a:avLst/>
              <a:gdLst>
                <a:gd name="T0" fmla="*/ 104 w 22"/>
                <a:gd name="T1" fmla="*/ 22 h 6"/>
                <a:gd name="T2" fmla="*/ 0 w 22"/>
                <a:gd name="T3" fmla="*/ 28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6">
                  <a:moveTo>
                    <a:pt x="22" y="5"/>
                  </a:moveTo>
                  <a:cubicBezTo>
                    <a:pt x="16" y="2"/>
                    <a:pt x="5" y="0"/>
                    <a:pt x="0" y="6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4640" name="Freeform 469">
              <a:extLst>
                <a:ext uri="{FF2B5EF4-FFF2-40B4-BE49-F238E27FC236}">
                  <a16:creationId xmlns:a16="http://schemas.microsoft.com/office/drawing/2014/main" id="{3916F2FE-4E37-49F0-BAE8-0E981D3883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1" y="3858"/>
              <a:ext cx="35" cy="7"/>
            </a:xfrm>
            <a:custGeom>
              <a:avLst/>
              <a:gdLst>
                <a:gd name="T0" fmla="*/ 97 w 21"/>
                <a:gd name="T1" fmla="*/ 16 h 4"/>
                <a:gd name="T2" fmla="*/ 42 w 21"/>
                <a:gd name="T3" fmla="*/ 0 h 4"/>
                <a:gd name="T4" fmla="*/ 0 w 21"/>
                <a:gd name="T5" fmla="*/ 21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4">
                  <a:moveTo>
                    <a:pt x="21" y="3"/>
                  </a:moveTo>
                  <a:cubicBezTo>
                    <a:pt x="17" y="2"/>
                    <a:pt x="13" y="0"/>
                    <a:pt x="9" y="0"/>
                  </a:cubicBezTo>
                  <a:cubicBezTo>
                    <a:pt x="6" y="0"/>
                    <a:pt x="3" y="3"/>
                    <a:pt x="0" y="4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4641" name="Freeform 470">
              <a:extLst>
                <a:ext uri="{FF2B5EF4-FFF2-40B4-BE49-F238E27FC236}">
                  <a16:creationId xmlns:a16="http://schemas.microsoft.com/office/drawing/2014/main" id="{72FF0D3C-4BAE-4521-B9CE-2B1068C891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9" y="3883"/>
              <a:ext cx="37" cy="8"/>
            </a:xfrm>
            <a:custGeom>
              <a:avLst/>
              <a:gdLst>
                <a:gd name="T0" fmla="*/ 104 w 22"/>
                <a:gd name="T1" fmla="*/ 0 h 5"/>
                <a:gd name="T2" fmla="*/ 91 w 22"/>
                <a:gd name="T3" fmla="*/ 0 h 5"/>
                <a:gd name="T4" fmla="*/ 57 w 22"/>
                <a:gd name="T5" fmla="*/ 0 h 5"/>
                <a:gd name="T6" fmla="*/ 0 w 22"/>
                <a:gd name="T7" fmla="*/ 21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5">
                  <a:moveTo>
                    <a:pt x="22" y="0"/>
                  </a:moveTo>
                  <a:cubicBezTo>
                    <a:pt x="21" y="1"/>
                    <a:pt x="20" y="0"/>
                    <a:pt x="19" y="0"/>
                  </a:cubicBezTo>
                  <a:cubicBezTo>
                    <a:pt x="17" y="0"/>
                    <a:pt x="14" y="0"/>
                    <a:pt x="12" y="0"/>
                  </a:cubicBezTo>
                  <a:cubicBezTo>
                    <a:pt x="8" y="1"/>
                    <a:pt x="2" y="2"/>
                    <a:pt x="0" y="5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4642" name="Freeform 471">
              <a:extLst>
                <a:ext uri="{FF2B5EF4-FFF2-40B4-BE49-F238E27FC236}">
                  <a16:creationId xmlns:a16="http://schemas.microsoft.com/office/drawing/2014/main" id="{AF527125-4F50-4A08-A039-E9175A8E6E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9" y="3906"/>
              <a:ext cx="35" cy="12"/>
            </a:xfrm>
            <a:custGeom>
              <a:avLst/>
              <a:gdLst>
                <a:gd name="T0" fmla="*/ 97 w 21"/>
                <a:gd name="T1" fmla="*/ 0 h 7"/>
                <a:gd name="T2" fmla="*/ 37 w 21"/>
                <a:gd name="T3" fmla="*/ 21 h 7"/>
                <a:gd name="T4" fmla="*/ 0 w 21"/>
                <a:gd name="T5" fmla="*/ 36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7">
                  <a:moveTo>
                    <a:pt x="21" y="0"/>
                  </a:moveTo>
                  <a:cubicBezTo>
                    <a:pt x="17" y="2"/>
                    <a:pt x="13" y="1"/>
                    <a:pt x="8" y="4"/>
                  </a:cubicBezTo>
                  <a:cubicBezTo>
                    <a:pt x="6" y="5"/>
                    <a:pt x="2" y="6"/>
                    <a:pt x="0" y="7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4643" name="Freeform 472">
              <a:extLst>
                <a:ext uri="{FF2B5EF4-FFF2-40B4-BE49-F238E27FC236}">
                  <a16:creationId xmlns:a16="http://schemas.microsoft.com/office/drawing/2014/main" id="{1043D2F8-E907-46C6-B117-3D0121858F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9" y="3835"/>
              <a:ext cx="12" cy="15"/>
            </a:xfrm>
            <a:custGeom>
              <a:avLst/>
              <a:gdLst>
                <a:gd name="T0" fmla="*/ 0 w 7"/>
                <a:gd name="T1" fmla="*/ 0 h 9"/>
                <a:gd name="T2" fmla="*/ 21 w 7"/>
                <a:gd name="T3" fmla="*/ 20 h 9"/>
                <a:gd name="T4" fmla="*/ 5 w 7"/>
                <a:gd name="T5" fmla="*/ 37 h 9"/>
                <a:gd name="T6" fmla="*/ 26 w 7"/>
                <a:gd name="T7" fmla="*/ 28 h 9"/>
                <a:gd name="T8" fmla="*/ 5 w 7"/>
                <a:gd name="T9" fmla="*/ 5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9">
                  <a:moveTo>
                    <a:pt x="0" y="0"/>
                  </a:moveTo>
                  <a:cubicBezTo>
                    <a:pt x="2" y="1"/>
                    <a:pt x="4" y="2"/>
                    <a:pt x="4" y="4"/>
                  </a:cubicBezTo>
                  <a:cubicBezTo>
                    <a:pt x="4" y="6"/>
                    <a:pt x="3" y="9"/>
                    <a:pt x="1" y="8"/>
                  </a:cubicBezTo>
                  <a:cubicBezTo>
                    <a:pt x="2" y="9"/>
                    <a:pt x="5" y="8"/>
                    <a:pt x="5" y="6"/>
                  </a:cubicBezTo>
                  <a:cubicBezTo>
                    <a:pt x="7" y="3"/>
                    <a:pt x="3" y="1"/>
                    <a:pt x="1" y="1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4644" name="Freeform 473">
              <a:extLst>
                <a:ext uri="{FF2B5EF4-FFF2-40B4-BE49-F238E27FC236}">
                  <a16:creationId xmlns:a16="http://schemas.microsoft.com/office/drawing/2014/main" id="{697E0AD2-A332-43F6-A25C-73AD5D2327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6" y="3856"/>
              <a:ext cx="8" cy="12"/>
            </a:xfrm>
            <a:custGeom>
              <a:avLst/>
              <a:gdLst>
                <a:gd name="T0" fmla="*/ 0 w 5"/>
                <a:gd name="T1" fmla="*/ 0 h 7"/>
                <a:gd name="T2" fmla="*/ 13 w 5"/>
                <a:gd name="T3" fmla="*/ 9 h 7"/>
                <a:gd name="T4" fmla="*/ 0 w 5"/>
                <a:gd name="T5" fmla="*/ 36 h 7"/>
                <a:gd name="T6" fmla="*/ 16 w 5"/>
                <a:gd name="T7" fmla="*/ 21 h 7"/>
                <a:gd name="T8" fmla="*/ 8 w 5"/>
                <a:gd name="T9" fmla="*/ 5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7">
                  <a:moveTo>
                    <a:pt x="0" y="0"/>
                  </a:moveTo>
                  <a:cubicBezTo>
                    <a:pt x="2" y="1"/>
                    <a:pt x="3" y="1"/>
                    <a:pt x="3" y="2"/>
                  </a:cubicBezTo>
                  <a:cubicBezTo>
                    <a:pt x="4" y="4"/>
                    <a:pt x="2" y="6"/>
                    <a:pt x="0" y="7"/>
                  </a:cubicBezTo>
                  <a:cubicBezTo>
                    <a:pt x="2" y="6"/>
                    <a:pt x="3" y="6"/>
                    <a:pt x="4" y="4"/>
                  </a:cubicBezTo>
                  <a:cubicBezTo>
                    <a:pt x="5" y="2"/>
                    <a:pt x="3" y="1"/>
                    <a:pt x="2" y="1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4645" name="Freeform 474">
              <a:extLst>
                <a:ext uri="{FF2B5EF4-FFF2-40B4-BE49-F238E27FC236}">
                  <a16:creationId xmlns:a16="http://schemas.microsoft.com/office/drawing/2014/main" id="{81FFBB36-F4B2-4AA3-B22D-D248A841E2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4" y="3878"/>
              <a:ext cx="8" cy="10"/>
            </a:xfrm>
            <a:custGeom>
              <a:avLst/>
              <a:gdLst>
                <a:gd name="T0" fmla="*/ 0 w 5"/>
                <a:gd name="T1" fmla="*/ 5 h 6"/>
                <a:gd name="T2" fmla="*/ 8 w 5"/>
                <a:gd name="T3" fmla="*/ 28 h 6"/>
                <a:gd name="T4" fmla="*/ 21 w 5"/>
                <a:gd name="T5" fmla="*/ 13 h 6"/>
                <a:gd name="T6" fmla="*/ 13 w 5"/>
                <a:gd name="T7" fmla="*/ 0 h 6"/>
                <a:gd name="T8" fmla="*/ 5 w 5"/>
                <a:gd name="T9" fmla="*/ 5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6">
                  <a:moveTo>
                    <a:pt x="0" y="1"/>
                  </a:moveTo>
                  <a:cubicBezTo>
                    <a:pt x="4" y="0"/>
                    <a:pt x="5" y="4"/>
                    <a:pt x="2" y="6"/>
                  </a:cubicBezTo>
                  <a:cubicBezTo>
                    <a:pt x="3" y="6"/>
                    <a:pt x="5" y="4"/>
                    <a:pt x="5" y="3"/>
                  </a:cubicBezTo>
                  <a:cubicBezTo>
                    <a:pt x="5" y="2"/>
                    <a:pt x="4" y="1"/>
                    <a:pt x="3" y="0"/>
                  </a:cubicBezTo>
                  <a:cubicBezTo>
                    <a:pt x="2" y="0"/>
                    <a:pt x="2" y="0"/>
                    <a:pt x="1" y="1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4646" name="Freeform 475">
              <a:extLst>
                <a:ext uri="{FF2B5EF4-FFF2-40B4-BE49-F238E27FC236}">
                  <a16:creationId xmlns:a16="http://schemas.microsoft.com/office/drawing/2014/main" id="{DC925256-B3FF-47EE-9E17-E4B8173D5E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4" y="3901"/>
              <a:ext cx="8" cy="10"/>
            </a:xfrm>
            <a:custGeom>
              <a:avLst/>
              <a:gdLst>
                <a:gd name="T0" fmla="*/ 0 w 5"/>
                <a:gd name="T1" fmla="*/ 5 h 6"/>
                <a:gd name="T2" fmla="*/ 13 w 5"/>
                <a:gd name="T3" fmla="*/ 8 h 6"/>
                <a:gd name="T4" fmla="*/ 5 w 5"/>
                <a:gd name="T5" fmla="*/ 28 h 6"/>
                <a:gd name="T6" fmla="*/ 16 w 5"/>
                <a:gd name="T7" fmla="*/ 13 h 6"/>
                <a:gd name="T8" fmla="*/ 5 w 5"/>
                <a:gd name="T9" fmla="*/ 5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6">
                  <a:moveTo>
                    <a:pt x="0" y="1"/>
                  </a:moveTo>
                  <a:cubicBezTo>
                    <a:pt x="1" y="0"/>
                    <a:pt x="3" y="1"/>
                    <a:pt x="3" y="2"/>
                  </a:cubicBezTo>
                  <a:cubicBezTo>
                    <a:pt x="3" y="4"/>
                    <a:pt x="2" y="5"/>
                    <a:pt x="1" y="6"/>
                  </a:cubicBezTo>
                  <a:cubicBezTo>
                    <a:pt x="2" y="6"/>
                    <a:pt x="4" y="5"/>
                    <a:pt x="4" y="3"/>
                  </a:cubicBezTo>
                  <a:cubicBezTo>
                    <a:pt x="5" y="1"/>
                    <a:pt x="3" y="0"/>
                    <a:pt x="1" y="1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4647" name="Freeform 476">
              <a:extLst>
                <a:ext uri="{FF2B5EF4-FFF2-40B4-BE49-F238E27FC236}">
                  <a16:creationId xmlns:a16="http://schemas.microsoft.com/office/drawing/2014/main" id="{AA5DFCCD-1F5E-4BF5-8F48-822C2D82E3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1" y="3915"/>
              <a:ext cx="8" cy="10"/>
            </a:xfrm>
            <a:custGeom>
              <a:avLst/>
              <a:gdLst>
                <a:gd name="T0" fmla="*/ 13 w 5"/>
                <a:gd name="T1" fmla="*/ 0 h 6"/>
                <a:gd name="T2" fmla="*/ 21 w 5"/>
                <a:gd name="T3" fmla="*/ 22 h 6"/>
                <a:gd name="T4" fmla="*/ 5 w 5"/>
                <a:gd name="T5" fmla="*/ 20 h 6"/>
                <a:gd name="T6" fmla="*/ 13 w 5"/>
                <a:gd name="T7" fmla="*/ 0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6">
                  <a:moveTo>
                    <a:pt x="3" y="0"/>
                  </a:moveTo>
                  <a:cubicBezTo>
                    <a:pt x="1" y="1"/>
                    <a:pt x="2" y="6"/>
                    <a:pt x="5" y="5"/>
                  </a:cubicBezTo>
                  <a:cubicBezTo>
                    <a:pt x="3" y="5"/>
                    <a:pt x="1" y="6"/>
                    <a:pt x="1" y="4"/>
                  </a:cubicBezTo>
                  <a:cubicBezTo>
                    <a:pt x="0" y="2"/>
                    <a:pt x="2" y="0"/>
                    <a:pt x="3" y="0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4648" name="Freeform 477">
              <a:extLst>
                <a:ext uri="{FF2B5EF4-FFF2-40B4-BE49-F238E27FC236}">
                  <a16:creationId xmlns:a16="http://schemas.microsoft.com/office/drawing/2014/main" id="{A802280D-139D-44CC-A14A-74583CBD4F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1" y="3885"/>
              <a:ext cx="8" cy="13"/>
            </a:xfrm>
            <a:custGeom>
              <a:avLst/>
              <a:gdLst>
                <a:gd name="T0" fmla="*/ 16 w 5"/>
                <a:gd name="T1" fmla="*/ 0 h 8"/>
                <a:gd name="T2" fmla="*/ 8 w 5"/>
                <a:gd name="T3" fmla="*/ 18 h 8"/>
                <a:gd name="T4" fmla="*/ 21 w 5"/>
                <a:gd name="T5" fmla="*/ 34 h 8"/>
                <a:gd name="T6" fmla="*/ 5 w 5"/>
                <a:gd name="T7" fmla="*/ 21 h 8"/>
                <a:gd name="T8" fmla="*/ 16 w 5"/>
                <a:gd name="T9" fmla="*/ 5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8">
                  <a:moveTo>
                    <a:pt x="4" y="0"/>
                  </a:moveTo>
                  <a:cubicBezTo>
                    <a:pt x="3" y="1"/>
                    <a:pt x="2" y="2"/>
                    <a:pt x="2" y="4"/>
                  </a:cubicBezTo>
                  <a:cubicBezTo>
                    <a:pt x="2" y="5"/>
                    <a:pt x="4" y="8"/>
                    <a:pt x="5" y="8"/>
                  </a:cubicBezTo>
                  <a:cubicBezTo>
                    <a:pt x="4" y="7"/>
                    <a:pt x="1" y="7"/>
                    <a:pt x="1" y="5"/>
                  </a:cubicBezTo>
                  <a:cubicBezTo>
                    <a:pt x="0" y="3"/>
                    <a:pt x="2" y="1"/>
                    <a:pt x="4" y="1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4649" name="Freeform 478">
              <a:extLst>
                <a:ext uri="{FF2B5EF4-FFF2-40B4-BE49-F238E27FC236}">
                  <a16:creationId xmlns:a16="http://schemas.microsoft.com/office/drawing/2014/main" id="{00471D3F-5BAC-4618-9561-A79D72C659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2" y="3861"/>
              <a:ext cx="7" cy="10"/>
            </a:xfrm>
            <a:custGeom>
              <a:avLst/>
              <a:gdLst>
                <a:gd name="T0" fmla="*/ 21 w 4"/>
                <a:gd name="T1" fmla="*/ 0 h 6"/>
                <a:gd name="T2" fmla="*/ 7 w 4"/>
                <a:gd name="T3" fmla="*/ 8 h 6"/>
                <a:gd name="T4" fmla="*/ 21 w 4"/>
                <a:gd name="T5" fmla="*/ 28 h 6"/>
                <a:gd name="T6" fmla="*/ 0 w 4"/>
                <a:gd name="T7" fmla="*/ 13 h 6"/>
                <a:gd name="T8" fmla="*/ 7 w 4"/>
                <a:gd name="T9" fmla="*/ 5 h 6"/>
                <a:gd name="T10" fmla="*/ 16 w 4"/>
                <a:gd name="T11" fmla="*/ 0 h 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" h="6">
                  <a:moveTo>
                    <a:pt x="4" y="0"/>
                  </a:moveTo>
                  <a:cubicBezTo>
                    <a:pt x="2" y="0"/>
                    <a:pt x="2" y="1"/>
                    <a:pt x="1" y="2"/>
                  </a:cubicBezTo>
                  <a:cubicBezTo>
                    <a:pt x="1" y="4"/>
                    <a:pt x="3" y="6"/>
                    <a:pt x="4" y="6"/>
                  </a:cubicBezTo>
                  <a:cubicBezTo>
                    <a:pt x="2" y="5"/>
                    <a:pt x="0" y="5"/>
                    <a:pt x="0" y="3"/>
                  </a:cubicBezTo>
                  <a:cubicBezTo>
                    <a:pt x="0" y="2"/>
                    <a:pt x="0" y="1"/>
                    <a:pt x="1" y="1"/>
                  </a:cubicBezTo>
                  <a:cubicBezTo>
                    <a:pt x="1" y="0"/>
                    <a:pt x="3" y="0"/>
                    <a:pt x="3" y="0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4650" name="Freeform 479">
              <a:extLst>
                <a:ext uri="{FF2B5EF4-FFF2-40B4-BE49-F238E27FC236}">
                  <a16:creationId xmlns:a16="http://schemas.microsoft.com/office/drawing/2014/main" id="{D8389F56-4EA2-4C0D-BF58-0984A01F19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6" y="3838"/>
              <a:ext cx="8" cy="12"/>
            </a:xfrm>
            <a:custGeom>
              <a:avLst/>
              <a:gdLst>
                <a:gd name="T0" fmla="*/ 13 w 5"/>
                <a:gd name="T1" fmla="*/ 0 h 7"/>
                <a:gd name="T2" fmla="*/ 8 w 5"/>
                <a:gd name="T3" fmla="*/ 21 h 7"/>
                <a:gd name="T4" fmla="*/ 21 w 5"/>
                <a:gd name="T5" fmla="*/ 36 h 7"/>
                <a:gd name="T6" fmla="*/ 0 w 5"/>
                <a:gd name="T7" fmla="*/ 21 h 7"/>
                <a:gd name="T8" fmla="*/ 16 w 5"/>
                <a:gd name="T9" fmla="*/ 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7">
                  <a:moveTo>
                    <a:pt x="3" y="0"/>
                  </a:moveTo>
                  <a:cubicBezTo>
                    <a:pt x="3" y="1"/>
                    <a:pt x="2" y="2"/>
                    <a:pt x="2" y="4"/>
                  </a:cubicBezTo>
                  <a:cubicBezTo>
                    <a:pt x="2" y="5"/>
                    <a:pt x="3" y="7"/>
                    <a:pt x="5" y="7"/>
                  </a:cubicBezTo>
                  <a:cubicBezTo>
                    <a:pt x="3" y="7"/>
                    <a:pt x="0" y="6"/>
                    <a:pt x="0" y="4"/>
                  </a:cubicBezTo>
                  <a:cubicBezTo>
                    <a:pt x="0" y="2"/>
                    <a:pt x="2" y="0"/>
                    <a:pt x="4" y="0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4651" name="Freeform 480">
              <a:extLst>
                <a:ext uri="{FF2B5EF4-FFF2-40B4-BE49-F238E27FC236}">
                  <a16:creationId xmlns:a16="http://schemas.microsoft.com/office/drawing/2014/main" id="{0C032F68-5C40-413D-BA0E-C9852EED85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4" y="3815"/>
              <a:ext cx="25" cy="101"/>
            </a:xfrm>
            <a:custGeom>
              <a:avLst/>
              <a:gdLst>
                <a:gd name="T0" fmla="*/ 62 w 15"/>
                <a:gd name="T1" fmla="*/ 8 h 61"/>
                <a:gd name="T2" fmla="*/ 47 w 15"/>
                <a:gd name="T3" fmla="*/ 5 h 61"/>
                <a:gd name="T4" fmla="*/ 33 w 15"/>
                <a:gd name="T5" fmla="*/ 28 h 61"/>
                <a:gd name="T6" fmla="*/ 5 w 15"/>
                <a:gd name="T7" fmla="*/ 109 h 61"/>
                <a:gd name="T8" fmla="*/ 5 w 15"/>
                <a:gd name="T9" fmla="*/ 187 h 61"/>
                <a:gd name="T10" fmla="*/ 8 w 15"/>
                <a:gd name="T11" fmla="*/ 230 h 61"/>
                <a:gd name="T12" fmla="*/ 20 w 15"/>
                <a:gd name="T13" fmla="*/ 258 h 61"/>
                <a:gd name="T14" fmla="*/ 22 w 15"/>
                <a:gd name="T15" fmla="*/ 277 h 61"/>
                <a:gd name="T16" fmla="*/ 28 w 15"/>
                <a:gd name="T17" fmla="*/ 164 h 61"/>
                <a:gd name="T18" fmla="*/ 37 w 15"/>
                <a:gd name="T19" fmla="*/ 109 h 61"/>
                <a:gd name="T20" fmla="*/ 50 w 15"/>
                <a:gd name="T21" fmla="*/ 71 h 61"/>
                <a:gd name="T22" fmla="*/ 70 w 15"/>
                <a:gd name="T23" fmla="*/ 8 h 6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5" h="61">
                  <a:moveTo>
                    <a:pt x="13" y="2"/>
                  </a:moveTo>
                  <a:cubicBezTo>
                    <a:pt x="13" y="3"/>
                    <a:pt x="11" y="0"/>
                    <a:pt x="10" y="1"/>
                  </a:cubicBezTo>
                  <a:cubicBezTo>
                    <a:pt x="8" y="1"/>
                    <a:pt x="7" y="5"/>
                    <a:pt x="7" y="6"/>
                  </a:cubicBezTo>
                  <a:cubicBezTo>
                    <a:pt x="4" y="12"/>
                    <a:pt x="2" y="18"/>
                    <a:pt x="1" y="24"/>
                  </a:cubicBezTo>
                  <a:cubicBezTo>
                    <a:pt x="1" y="29"/>
                    <a:pt x="0" y="36"/>
                    <a:pt x="1" y="41"/>
                  </a:cubicBezTo>
                  <a:cubicBezTo>
                    <a:pt x="1" y="45"/>
                    <a:pt x="1" y="48"/>
                    <a:pt x="2" y="51"/>
                  </a:cubicBezTo>
                  <a:cubicBezTo>
                    <a:pt x="2" y="53"/>
                    <a:pt x="3" y="55"/>
                    <a:pt x="4" y="57"/>
                  </a:cubicBezTo>
                  <a:cubicBezTo>
                    <a:pt x="4" y="58"/>
                    <a:pt x="4" y="60"/>
                    <a:pt x="5" y="61"/>
                  </a:cubicBezTo>
                  <a:cubicBezTo>
                    <a:pt x="5" y="52"/>
                    <a:pt x="4" y="44"/>
                    <a:pt x="6" y="36"/>
                  </a:cubicBezTo>
                  <a:cubicBezTo>
                    <a:pt x="7" y="32"/>
                    <a:pt x="7" y="28"/>
                    <a:pt x="8" y="24"/>
                  </a:cubicBezTo>
                  <a:cubicBezTo>
                    <a:pt x="8" y="21"/>
                    <a:pt x="10" y="19"/>
                    <a:pt x="11" y="16"/>
                  </a:cubicBezTo>
                  <a:cubicBezTo>
                    <a:pt x="12" y="12"/>
                    <a:pt x="15" y="7"/>
                    <a:pt x="15" y="2"/>
                  </a:cubicBezTo>
                </a:path>
              </a:pathLst>
            </a:custGeom>
            <a:solidFill>
              <a:srgbClr val="AE28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4652" name="Freeform 481">
              <a:extLst>
                <a:ext uri="{FF2B5EF4-FFF2-40B4-BE49-F238E27FC236}">
                  <a16:creationId xmlns:a16="http://schemas.microsoft.com/office/drawing/2014/main" id="{D87287A7-6751-4A73-AD4E-6701D75621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1" y="3959"/>
              <a:ext cx="17" cy="47"/>
            </a:xfrm>
            <a:custGeom>
              <a:avLst/>
              <a:gdLst>
                <a:gd name="T0" fmla="*/ 49 w 10"/>
                <a:gd name="T1" fmla="*/ 0 h 28"/>
                <a:gd name="T2" fmla="*/ 44 w 10"/>
                <a:gd name="T3" fmla="*/ 50 h 28"/>
                <a:gd name="T4" fmla="*/ 44 w 10"/>
                <a:gd name="T5" fmla="*/ 96 h 28"/>
                <a:gd name="T6" fmla="*/ 0 w 10"/>
                <a:gd name="T7" fmla="*/ 133 h 28"/>
                <a:gd name="T8" fmla="*/ 9 w 10"/>
                <a:gd name="T9" fmla="*/ 91 h 28"/>
                <a:gd name="T10" fmla="*/ 15 w 10"/>
                <a:gd name="T11" fmla="*/ 37 h 28"/>
                <a:gd name="T12" fmla="*/ 44 w 10"/>
                <a:gd name="T13" fmla="*/ 5 h 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" h="28">
                  <a:moveTo>
                    <a:pt x="10" y="0"/>
                  </a:moveTo>
                  <a:cubicBezTo>
                    <a:pt x="10" y="4"/>
                    <a:pt x="9" y="7"/>
                    <a:pt x="9" y="11"/>
                  </a:cubicBezTo>
                  <a:cubicBezTo>
                    <a:pt x="9" y="14"/>
                    <a:pt x="9" y="17"/>
                    <a:pt x="9" y="20"/>
                  </a:cubicBezTo>
                  <a:cubicBezTo>
                    <a:pt x="8" y="22"/>
                    <a:pt x="4" y="27"/>
                    <a:pt x="0" y="28"/>
                  </a:cubicBezTo>
                  <a:cubicBezTo>
                    <a:pt x="2" y="25"/>
                    <a:pt x="2" y="22"/>
                    <a:pt x="2" y="19"/>
                  </a:cubicBezTo>
                  <a:cubicBezTo>
                    <a:pt x="3" y="15"/>
                    <a:pt x="2" y="11"/>
                    <a:pt x="3" y="8"/>
                  </a:cubicBezTo>
                  <a:cubicBezTo>
                    <a:pt x="4" y="5"/>
                    <a:pt x="7" y="3"/>
                    <a:pt x="9" y="1"/>
                  </a:cubicBezTo>
                </a:path>
              </a:pathLst>
            </a:custGeom>
            <a:solidFill>
              <a:srgbClr val="C1B9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4653" name="Freeform 482">
              <a:extLst>
                <a:ext uri="{FF2B5EF4-FFF2-40B4-BE49-F238E27FC236}">
                  <a16:creationId xmlns:a16="http://schemas.microsoft.com/office/drawing/2014/main" id="{4AB6BA58-C897-47EF-BD96-F21E86F35F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7" y="3973"/>
              <a:ext cx="60" cy="53"/>
            </a:xfrm>
            <a:custGeom>
              <a:avLst/>
              <a:gdLst>
                <a:gd name="T0" fmla="*/ 0 w 36"/>
                <a:gd name="T1" fmla="*/ 0 h 32"/>
                <a:gd name="T2" fmla="*/ 8 w 36"/>
                <a:gd name="T3" fmla="*/ 41 h 32"/>
                <a:gd name="T4" fmla="*/ 13 w 36"/>
                <a:gd name="T5" fmla="*/ 75 h 32"/>
                <a:gd name="T6" fmla="*/ 20 w 36"/>
                <a:gd name="T7" fmla="*/ 96 h 32"/>
                <a:gd name="T8" fmla="*/ 33 w 36"/>
                <a:gd name="T9" fmla="*/ 104 h 32"/>
                <a:gd name="T10" fmla="*/ 63 w 36"/>
                <a:gd name="T11" fmla="*/ 118 h 32"/>
                <a:gd name="T12" fmla="*/ 103 w 36"/>
                <a:gd name="T13" fmla="*/ 126 h 32"/>
                <a:gd name="T14" fmla="*/ 167 w 36"/>
                <a:gd name="T15" fmla="*/ 146 h 32"/>
                <a:gd name="T16" fmla="*/ 153 w 36"/>
                <a:gd name="T17" fmla="*/ 55 h 32"/>
                <a:gd name="T18" fmla="*/ 103 w 36"/>
                <a:gd name="T19" fmla="*/ 41 h 32"/>
                <a:gd name="T20" fmla="*/ 55 w 36"/>
                <a:gd name="T21" fmla="*/ 28 h 32"/>
                <a:gd name="T22" fmla="*/ 28 w 36"/>
                <a:gd name="T23" fmla="*/ 13 h 32"/>
                <a:gd name="T24" fmla="*/ 5 w 36"/>
                <a:gd name="T25" fmla="*/ 5 h 3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6" h="32">
                  <a:moveTo>
                    <a:pt x="0" y="0"/>
                  </a:moveTo>
                  <a:cubicBezTo>
                    <a:pt x="0" y="2"/>
                    <a:pt x="1" y="7"/>
                    <a:pt x="2" y="9"/>
                  </a:cubicBezTo>
                  <a:cubicBezTo>
                    <a:pt x="2" y="11"/>
                    <a:pt x="3" y="14"/>
                    <a:pt x="3" y="16"/>
                  </a:cubicBezTo>
                  <a:cubicBezTo>
                    <a:pt x="4" y="18"/>
                    <a:pt x="4" y="19"/>
                    <a:pt x="4" y="21"/>
                  </a:cubicBezTo>
                  <a:cubicBezTo>
                    <a:pt x="5" y="22"/>
                    <a:pt x="6" y="22"/>
                    <a:pt x="7" y="23"/>
                  </a:cubicBezTo>
                  <a:cubicBezTo>
                    <a:pt x="10" y="24"/>
                    <a:pt x="12" y="25"/>
                    <a:pt x="14" y="26"/>
                  </a:cubicBezTo>
                  <a:cubicBezTo>
                    <a:pt x="17" y="27"/>
                    <a:pt x="20" y="27"/>
                    <a:pt x="22" y="28"/>
                  </a:cubicBezTo>
                  <a:cubicBezTo>
                    <a:pt x="27" y="29"/>
                    <a:pt x="32" y="31"/>
                    <a:pt x="36" y="32"/>
                  </a:cubicBezTo>
                  <a:cubicBezTo>
                    <a:pt x="30" y="28"/>
                    <a:pt x="29" y="17"/>
                    <a:pt x="33" y="12"/>
                  </a:cubicBezTo>
                  <a:cubicBezTo>
                    <a:pt x="30" y="12"/>
                    <a:pt x="25" y="10"/>
                    <a:pt x="22" y="9"/>
                  </a:cubicBezTo>
                  <a:cubicBezTo>
                    <a:pt x="19" y="8"/>
                    <a:pt x="16" y="7"/>
                    <a:pt x="12" y="6"/>
                  </a:cubicBezTo>
                  <a:cubicBezTo>
                    <a:pt x="10" y="5"/>
                    <a:pt x="8" y="4"/>
                    <a:pt x="6" y="3"/>
                  </a:cubicBezTo>
                  <a:cubicBezTo>
                    <a:pt x="4" y="2"/>
                    <a:pt x="2" y="1"/>
                    <a:pt x="1" y="1"/>
                  </a:cubicBezTo>
                </a:path>
              </a:pathLst>
            </a:custGeom>
            <a:solidFill>
              <a:srgbClr val="C1B9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4654" name="Freeform 483">
              <a:extLst>
                <a:ext uri="{FF2B5EF4-FFF2-40B4-BE49-F238E27FC236}">
                  <a16:creationId xmlns:a16="http://schemas.microsoft.com/office/drawing/2014/main" id="{D2B6E995-D767-44FC-99B1-B8046C46E4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4" y="3973"/>
              <a:ext cx="9" cy="33"/>
            </a:xfrm>
            <a:custGeom>
              <a:avLst/>
              <a:gdLst>
                <a:gd name="T0" fmla="*/ 29 w 5"/>
                <a:gd name="T1" fmla="*/ 0 h 20"/>
                <a:gd name="T2" fmla="*/ 29 w 5"/>
                <a:gd name="T3" fmla="*/ 0 h 20"/>
                <a:gd name="T4" fmla="*/ 16 w 5"/>
                <a:gd name="T5" fmla="*/ 84 h 20"/>
                <a:gd name="T6" fmla="*/ 0 w 5"/>
                <a:gd name="T7" fmla="*/ 89 h 20"/>
                <a:gd name="T8" fmla="*/ 13 w 5"/>
                <a:gd name="T9" fmla="*/ 33 h 20"/>
                <a:gd name="T10" fmla="*/ 16 w 5"/>
                <a:gd name="T11" fmla="*/ 8 h 20"/>
                <a:gd name="T12" fmla="*/ 29 w 5"/>
                <a:gd name="T13" fmla="*/ 0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" h="20">
                  <a:moveTo>
                    <a:pt x="5" y="0"/>
                  </a:moveTo>
                  <a:cubicBezTo>
                    <a:pt x="5" y="0"/>
                    <a:pt x="5" y="0"/>
                    <a:pt x="5" y="0"/>
                  </a:cubicBezTo>
                  <a:cubicBezTo>
                    <a:pt x="5" y="6"/>
                    <a:pt x="3" y="13"/>
                    <a:pt x="3" y="19"/>
                  </a:cubicBezTo>
                  <a:cubicBezTo>
                    <a:pt x="2" y="19"/>
                    <a:pt x="1" y="20"/>
                    <a:pt x="0" y="20"/>
                  </a:cubicBezTo>
                  <a:cubicBezTo>
                    <a:pt x="1" y="16"/>
                    <a:pt x="2" y="11"/>
                    <a:pt x="2" y="7"/>
                  </a:cubicBezTo>
                  <a:cubicBezTo>
                    <a:pt x="2" y="6"/>
                    <a:pt x="2" y="3"/>
                    <a:pt x="3" y="2"/>
                  </a:cubicBezTo>
                  <a:cubicBezTo>
                    <a:pt x="3" y="1"/>
                    <a:pt x="4" y="1"/>
                    <a:pt x="5" y="0"/>
                  </a:cubicBezTo>
                </a:path>
              </a:pathLst>
            </a:custGeom>
            <a:solidFill>
              <a:srgbClr val="C1B9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4655" name="Freeform 484">
              <a:extLst>
                <a:ext uri="{FF2B5EF4-FFF2-40B4-BE49-F238E27FC236}">
                  <a16:creationId xmlns:a16="http://schemas.microsoft.com/office/drawing/2014/main" id="{AA248BE7-26F0-4C7B-9D78-BE9D17B77D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4" y="3979"/>
              <a:ext cx="10" cy="35"/>
            </a:xfrm>
            <a:custGeom>
              <a:avLst/>
              <a:gdLst>
                <a:gd name="T0" fmla="*/ 20 w 6"/>
                <a:gd name="T1" fmla="*/ 0 h 21"/>
                <a:gd name="T2" fmla="*/ 22 w 6"/>
                <a:gd name="T3" fmla="*/ 0 h 21"/>
                <a:gd name="T4" fmla="*/ 13 w 6"/>
                <a:gd name="T5" fmla="*/ 78 h 21"/>
                <a:gd name="T6" fmla="*/ 8 w 6"/>
                <a:gd name="T7" fmla="*/ 97 h 21"/>
                <a:gd name="T8" fmla="*/ 0 w 6"/>
                <a:gd name="T9" fmla="*/ 97 h 21"/>
                <a:gd name="T10" fmla="*/ 5 w 6"/>
                <a:gd name="T11" fmla="*/ 42 h 21"/>
                <a:gd name="T12" fmla="*/ 8 w 6"/>
                <a:gd name="T13" fmla="*/ 0 h 21"/>
                <a:gd name="T14" fmla="*/ 20 w 6"/>
                <a:gd name="T15" fmla="*/ 0 h 2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" h="21">
                  <a:moveTo>
                    <a:pt x="4" y="0"/>
                  </a:moveTo>
                  <a:cubicBezTo>
                    <a:pt x="4" y="0"/>
                    <a:pt x="4" y="0"/>
                    <a:pt x="5" y="0"/>
                  </a:cubicBezTo>
                  <a:cubicBezTo>
                    <a:pt x="6" y="5"/>
                    <a:pt x="4" y="12"/>
                    <a:pt x="3" y="17"/>
                  </a:cubicBezTo>
                  <a:cubicBezTo>
                    <a:pt x="3" y="17"/>
                    <a:pt x="3" y="20"/>
                    <a:pt x="2" y="21"/>
                  </a:cubicBezTo>
                  <a:cubicBezTo>
                    <a:pt x="2" y="21"/>
                    <a:pt x="1" y="21"/>
                    <a:pt x="0" y="21"/>
                  </a:cubicBezTo>
                  <a:cubicBezTo>
                    <a:pt x="0" y="17"/>
                    <a:pt x="1" y="13"/>
                    <a:pt x="1" y="9"/>
                  </a:cubicBezTo>
                  <a:cubicBezTo>
                    <a:pt x="1" y="6"/>
                    <a:pt x="2" y="3"/>
                    <a:pt x="2" y="0"/>
                  </a:cubicBezTo>
                  <a:cubicBezTo>
                    <a:pt x="3" y="0"/>
                    <a:pt x="3" y="0"/>
                    <a:pt x="4" y="0"/>
                  </a:cubicBezTo>
                </a:path>
              </a:pathLst>
            </a:custGeom>
            <a:solidFill>
              <a:srgbClr val="C1B9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4656" name="Freeform 485">
              <a:extLst>
                <a:ext uri="{FF2B5EF4-FFF2-40B4-BE49-F238E27FC236}">
                  <a16:creationId xmlns:a16="http://schemas.microsoft.com/office/drawing/2014/main" id="{C439E421-E7B7-42F3-B473-51FE28C7D7E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4" y="3983"/>
              <a:ext cx="8" cy="36"/>
            </a:xfrm>
            <a:custGeom>
              <a:avLst/>
              <a:gdLst>
                <a:gd name="T0" fmla="*/ 21 w 5"/>
                <a:gd name="T1" fmla="*/ 0 h 22"/>
                <a:gd name="T2" fmla="*/ 13 w 5"/>
                <a:gd name="T3" fmla="*/ 75 h 22"/>
                <a:gd name="T4" fmla="*/ 0 w 5"/>
                <a:gd name="T5" fmla="*/ 97 h 22"/>
                <a:gd name="T6" fmla="*/ 8 w 5"/>
                <a:gd name="T7" fmla="*/ 34 h 22"/>
                <a:gd name="T8" fmla="*/ 16 w 5"/>
                <a:gd name="T9" fmla="*/ 5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22">
                  <a:moveTo>
                    <a:pt x="5" y="0"/>
                  </a:moveTo>
                  <a:cubicBezTo>
                    <a:pt x="5" y="6"/>
                    <a:pt x="4" y="12"/>
                    <a:pt x="3" y="17"/>
                  </a:cubicBezTo>
                  <a:cubicBezTo>
                    <a:pt x="3" y="20"/>
                    <a:pt x="2" y="20"/>
                    <a:pt x="0" y="22"/>
                  </a:cubicBezTo>
                  <a:cubicBezTo>
                    <a:pt x="2" y="18"/>
                    <a:pt x="1" y="12"/>
                    <a:pt x="2" y="8"/>
                  </a:cubicBezTo>
                  <a:cubicBezTo>
                    <a:pt x="2" y="6"/>
                    <a:pt x="1" y="1"/>
                    <a:pt x="4" y="1"/>
                  </a:cubicBezTo>
                </a:path>
              </a:pathLst>
            </a:custGeom>
            <a:solidFill>
              <a:srgbClr val="C1B9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4657" name="Freeform 486">
              <a:extLst>
                <a:ext uri="{FF2B5EF4-FFF2-40B4-BE49-F238E27FC236}">
                  <a16:creationId xmlns:a16="http://schemas.microsoft.com/office/drawing/2014/main" id="{D0DB3F8C-93AC-4ACB-B005-8B195F84D7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2" y="3989"/>
              <a:ext cx="9" cy="32"/>
            </a:xfrm>
            <a:custGeom>
              <a:avLst/>
              <a:gdLst>
                <a:gd name="T0" fmla="*/ 29 w 5"/>
                <a:gd name="T1" fmla="*/ 0 h 19"/>
                <a:gd name="T2" fmla="*/ 29 w 5"/>
                <a:gd name="T3" fmla="*/ 13 h 19"/>
                <a:gd name="T4" fmla="*/ 23 w 5"/>
                <a:gd name="T5" fmla="*/ 54 h 19"/>
                <a:gd name="T6" fmla="*/ 23 w 5"/>
                <a:gd name="T7" fmla="*/ 86 h 19"/>
                <a:gd name="T8" fmla="*/ 0 w 5"/>
                <a:gd name="T9" fmla="*/ 91 h 19"/>
                <a:gd name="T10" fmla="*/ 7 w 5"/>
                <a:gd name="T11" fmla="*/ 34 h 19"/>
                <a:gd name="T12" fmla="*/ 13 w 5"/>
                <a:gd name="T13" fmla="*/ 0 h 19"/>
                <a:gd name="T14" fmla="*/ 29 w 5"/>
                <a:gd name="T15" fmla="*/ 0 h 1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" h="19">
                  <a:moveTo>
                    <a:pt x="5" y="0"/>
                  </a:moveTo>
                  <a:cubicBezTo>
                    <a:pt x="5" y="0"/>
                    <a:pt x="5" y="2"/>
                    <a:pt x="5" y="3"/>
                  </a:cubicBezTo>
                  <a:cubicBezTo>
                    <a:pt x="4" y="6"/>
                    <a:pt x="4" y="8"/>
                    <a:pt x="4" y="11"/>
                  </a:cubicBezTo>
                  <a:cubicBezTo>
                    <a:pt x="4" y="13"/>
                    <a:pt x="4" y="16"/>
                    <a:pt x="4" y="18"/>
                  </a:cubicBezTo>
                  <a:cubicBezTo>
                    <a:pt x="2" y="18"/>
                    <a:pt x="1" y="19"/>
                    <a:pt x="0" y="19"/>
                  </a:cubicBezTo>
                  <a:cubicBezTo>
                    <a:pt x="1" y="15"/>
                    <a:pt x="1" y="11"/>
                    <a:pt x="1" y="7"/>
                  </a:cubicBezTo>
                  <a:cubicBezTo>
                    <a:pt x="1" y="5"/>
                    <a:pt x="2" y="2"/>
                    <a:pt x="2" y="0"/>
                  </a:cubicBezTo>
                  <a:cubicBezTo>
                    <a:pt x="3" y="0"/>
                    <a:pt x="4" y="0"/>
                    <a:pt x="5" y="0"/>
                  </a:cubicBezTo>
                </a:path>
              </a:pathLst>
            </a:custGeom>
            <a:solidFill>
              <a:srgbClr val="C1B9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4658" name="Freeform 487">
              <a:extLst>
                <a:ext uri="{FF2B5EF4-FFF2-40B4-BE49-F238E27FC236}">
                  <a16:creationId xmlns:a16="http://schemas.microsoft.com/office/drawing/2014/main" id="{B0BF1878-E881-4900-BC79-3DD4827444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7" y="3994"/>
              <a:ext cx="5" cy="32"/>
            </a:xfrm>
            <a:custGeom>
              <a:avLst/>
              <a:gdLst>
                <a:gd name="T0" fmla="*/ 13 w 3"/>
                <a:gd name="T1" fmla="*/ 5 h 19"/>
                <a:gd name="T2" fmla="*/ 13 w 3"/>
                <a:gd name="T3" fmla="*/ 0 h 19"/>
                <a:gd name="T4" fmla="*/ 13 w 3"/>
                <a:gd name="T5" fmla="*/ 62 h 19"/>
                <a:gd name="T6" fmla="*/ 13 w 3"/>
                <a:gd name="T7" fmla="*/ 91 h 19"/>
                <a:gd name="T8" fmla="*/ 0 w 3"/>
                <a:gd name="T9" fmla="*/ 91 h 19"/>
                <a:gd name="T10" fmla="*/ 5 w 3"/>
                <a:gd name="T11" fmla="*/ 34 h 19"/>
                <a:gd name="T12" fmla="*/ 8 w 3"/>
                <a:gd name="T13" fmla="*/ 5 h 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" h="19">
                  <a:moveTo>
                    <a:pt x="3" y="1"/>
                  </a:moveTo>
                  <a:cubicBezTo>
                    <a:pt x="3" y="1"/>
                    <a:pt x="3" y="1"/>
                    <a:pt x="3" y="0"/>
                  </a:cubicBezTo>
                  <a:cubicBezTo>
                    <a:pt x="2" y="4"/>
                    <a:pt x="3" y="9"/>
                    <a:pt x="3" y="13"/>
                  </a:cubicBezTo>
                  <a:cubicBezTo>
                    <a:pt x="3" y="15"/>
                    <a:pt x="3" y="17"/>
                    <a:pt x="3" y="19"/>
                  </a:cubicBezTo>
                  <a:cubicBezTo>
                    <a:pt x="2" y="19"/>
                    <a:pt x="1" y="19"/>
                    <a:pt x="0" y="19"/>
                  </a:cubicBezTo>
                  <a:cubicBezTo>
                    <a:pt x="2" y="17"/>
                    <a:pt x="1" y="10"/>
                    <a:pt x="1" y="7"/>
                  </a:cubicBezTo>
                  <a:cubicBezTo>
                    <a:pt x="1" y="5"/>
                    <a:pt x="0" y="2"/>
                    <a:pt x="2" y="1"/>
                  </a:cubicBezTo>
                </a:path>
              </a:pathLst>
            </a:custGeom>
            <a:solidFill>
              <a:srgbClr val="C1B9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4659" name="Freeform 488">
              <a:extLst>
                <a:ext uri="{FF2B5EF4-FFF2-40B4-BE49-F238E27FC236}">
                  <a16:creationId xmlns:a16="http://schemas.microsoft.com/office/drawing/2014/main" id="{0D771E81-5691-44EC-B5B6-975F80C67F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7" y="3996"/>
              <a:ext cx="5" cy="32"/>
            </a:xfrm>
            <a:custGeom>
              <a:avLst/>
              <a:gdLst>
                <a:gd name="T0" fmla="*/ 8 w 3"/>
                <a:gd name="T1" fmla="*/ 5 h 19"/>
                <a:gd name="T2" fmla="*/ 13 w 3"/>
                <a:gd name="T3" fmla="*/ 0 h 19"/>
                <a:gd name="T4" fmla="*/ 13 w 3"/>
                <a:gd name="T5" fmla="*/ 22 h 19"/>
                <a:gd name="T6" fmla="*/ 8 w 3"/>
                <a:gd name="T7" fmla="*/ 62 h 19"/>
                <a:gd name="T8" fmla="*/ 8 w 3"/>
                <a:gd name="T9" fmla="*/ 91 h 19"/>
                <a:gd name="T10" fmla="*/ 5 w 3"/>
                <a:gd name="T11" fmla="*/ 91 h 19"/>
                <a:gd name="T12" fmla="*/ 0 w 3"/>
                <a:gd name="T13" fmla="*/ 0 h 19"/>
                <a:gd name="T14" fmla="*/ 8 w 3"/>
                <a:gd name="T15" fmla="*/ 5 h 1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" h="19">
                  <a:moveTo>
                    <a:pt x="2" y="1"/>
                  </a:moveTo>
                  <a:cubicBezTo>
                    <a:pt x="2" y="1"/>
                    <a:pt x="2" y="0"/>
                    <a:pt x="3" y="0"/>
                  </a:cubicBezTo>
                  <a:cubicBezTo>
                    <a:pt x="3" y="1"/>
                    <a:pt x="3" y="3"/>
                    <a:pt x="3" y="5"/>
                  </a:cubicBezTo>
                  <a:cubicBezTo>
                    <a:pt x="2" y="7"/>
                    <a:pt x="2" y="10"/>
                    <a:pt x="2" y="13"/>
                  </a:cubicBezTo>
                  <a:cubicBezTo>
                    <a:pt x="2" y="15"/>
                    <a:pt x="2" y="17"/>
                    <a:pt x="2" y="19"/>
                  </a:cubicBezTo>
                  <a:cubicBezTo>
                    <a:pt x="2" y="19"/>
                    <a:pt x="1" y="19"/>
                    <a:pt x="1" y="19"/>
                  </a:cubicBezTo>
                  <a:cubicBezTo>
                    <a:pt x="0" y="13"/>
                    <a:pt x="0" y="6"/>
                    <a:pt x="0" y="0"/>
                  </a:cubicBezTo>
                  <a:cubicBezTo>
                    <a:pt x="1" y="0"/>
                    <a:pt x="1" y="0"/>
                    <a:pt x="2" y="1"/>
                  </a:cubicBezTo>
                </a:path>
              </a:pathLst>
            </a:custGeom>
            <a:solidFill>
              <a:srgbClr val="C1B9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</p:grpSp>
      <p:grpSp>
        <p:nvGrpSpPr>
          <p:cNvPr id="33795" name="male-teenager-full-body-illustration">
            <a:extLst>
              <a:ext uri="{FF2B5EF4-FFF2-40B4-BE49-F238E27FC236}">
                <a16:creationId xmlns:a16="http://schemas.microsoft.com/office/drawing/2014/main" id="{707C3449-60C3-411F-87A6-A6E94BB64CCA}"/>
              </a:ext>
            </a:extLst>
          </p:cNvPr>
          <p:cNvGrpSpPr>
            <a:grpSpLocks/>
          </p:cNvGrpSpPr>
          <p:nvPr/>
        </p:nvGrpSpPr>
        <p:grpSpPr bwMode="auto">
          <a:xfrm>
            <a:off x="8458200" y="1203325"/>
            <a:ext cx="1511300" cy="5249863"/>
            <a:chOff x="4368" y="722"/>
            <a:chExt cx="952" cy="3307"/>
          </a:xfrm>
        </p:grpSpPr>
        <p:grpSp>
          <p:nvGrpSpPr>
            <p:cNvPr id="34322" name="Group 490">
              <a:extLst>
                <a:ext uri="{FF2B5EF4-FFF2-40B4-BE49-F238E27FC236}">
                  <a16:creationId xmlns:a16="http://schemas.microsoft.com/office/drawing/2014/main" id="{54464D3A-5B1D-482E-A44F-09194406E88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368" y="722"/>
              <a:ext cx="868" cy="3307"/>
              <a:chOff x="4368" y="722"/>
              <a:chExt cx="868" cy="3307"/>
            </a:xfrm>
          </p:grpSpPr>
          <p:sp>
            <p:nvSpPr>
              <p:cNvPr id="34375" name="Freeform 491">
                <a:extLst>
                  <a:ext uri="{FF2B5EF4-FFF2-40B4-BE49-F238E27FC236}">
                    <a16:creationId xmlns:a16="http://schemas.microsoft.com/office/drawing/2014/main" id="{1E849916-0A05-4940-85BB-843AF27620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5" y="782"/>
                <a:ext cx="446" cy="453"/>
              </a:xfrm>
              <a:custGeom>
                <a:avLst/>
                <a:gdLst>
                  <a:gd name="T0" fmla="*/ 1130 w 266"/>
                  <a:gd name="T1" fmla="*/ 451 h 272"/>
                  <a:gd name="T2" fmla="*/ 1122 w 266"/>
                  <a:gd name="T3" fmla="*/ 451 h 272"/>
                  <a:gd name="T4" fmla="*/ 1113 w 266"/>
                  <a:gd name="T5" fmla="*/ 451 h 272"/>
                  <a:gd name="T6" fmla="*/ 1080 w 266"/>
                  <a:gd name="T7" fmla="*/ 555 h 272"/>
                  <a:gd name="T8" fmla="*/ 1073 w 266"/>
                  <a:gd name="T9" fmla="*/ 583 h 272"/>
                  <a:gd name="T10" fmla="*/ 1046 w 266"/>
                  <a:gd name="T11" fmla="*/ 641 h 272"/>
                  <a:gd name="T12" fmla="*/ 1046 w 266"/>
                  <a:gd name="T13" fmla="*/ 641 h 272"/>
                  <a:gd name="T14" fmla="*/ 622 w 266"/>
                  <a:gd name="T15" fmla="*/ 13 h 272"/>
                  <a:gd name="T16" fmla="*/ 203 w 266"/>
                  <a:gd name="T17" fmla="*/ 625 h 272"/>
                  <a:gd name="T18" fmla="*/ 179 w 266"/>
                  <a:gd name="T19" fmla="*/ 521 h 272"/>
                  <a:gd name="T20" fmla="*/ 169 w 266"/>
                  <a:gd name="T21" fmla="*/ 480 h 272"/>
                  <a:gd name="T22" fmla="*/ 166 w 266"/>
                  <a:gd name="T23" fmla="*/ 463 h 272"/>
                  <a:gd name="T24" fmla="*/ 166 w 266"/>
                  <a:gd name="T25" fmla="*/ 463 h 272"/>
                  <a:gd name="T26" fmla="*/ 153 w 266"/>
                  <a:gd name="T27" fmla="*/ 450 h 272"/>
                  <a:gd name="T28" fmla="*/ 124 w 266"/>
                  <a:gd name="T29" fmla="*/ 480 h 272"/>
                  <a:gd name="T30" fmla="*/ 141 w 266"/>
                  <a:gd name="T31" fmla="*/ 576 h 272"/>
                  <a:gd name="T32" fmla="*/ 161 w 266"/>
                  <a:gd name="T33" fmla="*/ 675 h 272"/>
                  <a:gd name="T34" fmla="*/ 174 w 266"/>
                  <a:gd name="T35" fmla="*/ 734 h 272"/>
                  <a:gd name="T36" fmla="*/ 203 w 266"/>
                  <a:gd name="T37" fmla="*/ 784 h 272"/>
                  <a:gd name="T38" fmla="*/ 245 w 266"/>
                  <a:gd name="T39" fmla="*/ 818 h 272"/>
                  <a:gd name="T40" fmla="*/ 292 w 266"/>
                  <a:gd name="T41" fmla="*/ 984 h 272"/>
                  <a:gd name="T42" fmla="*/ 444 w 266"/>
                  <a:gd name="T43" fmla="*/ 1179 h 272"/>
                  <a:gd name="T44" fmla="*/ 627 w 266"/>
                  <a:gd name="T45" fmla="*/ 1256 h 272"/>
                  <a:gd name="T46" fmla="*/ 806 w 266"/>
                  <a:gd name="T47" fmla="*/ 1181 h 272"/>
                  <a:gd name="T48" fmla="*/ 961 w 266"/>
                  <a:gd name="T49" fmla="*/ 993 h 272"/>
                  <a:gd name="T50" fmla="*/ 1013 w 266"/>
                  <a:gd name="T51" fmla="*/ 821 h 272"/>
                  <a:gd name="T52" fmla="*/ 1060 w 266"/>
                  <a:gd name="T53" fmla="*/ 791 h 272"/>
                  <a:gd name="T54" fmla="*/ 1085 w 266"/>
                  <a:gd name="T55" fmla="*/ 743 h 272"/>
                  <a:gd name="T56" fmla="*/ 1102 w 266"/>
                  <a:gd name="T57" fmla="*/ 680 h 272"/>
                  <a:gd name="T58" fmla="*/ 1122 w 266"/>
                  <a:gd name="T59" fmla="*/ 583 h 272"/>
                  <a:gd name="T60" fmla="*/ 1144 w 266"/>
                  <a:gd name="T61" fmla="*/ 491 h 272"/>
                  <a:gd name="T62" fmla="*/ 1130 w 266"/>
                  <a:gd name="T63" fmla="*/ 451 h 272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266" h="272">
                    <a:moveTo>
                      <a:pt x="240" y="98"/>
                    </a:moveTo>
                    <a:cubicBezTo>
                      <a:pt x="239" y="98"/>
                      <a:pt x="239" y="98"/>
                      <a:pt x="238" y="98"/>
                    </a:cubicBezTo>
                    <a:cubicBezTo>
                      <a:pt x="238" y="98"/>
                      <a:pt x="237" y="98"/>
                      <a:pt x="236" y="98"/>
                    </a:cubicBezTo>
                    <a:cubicBezTo>
                      <a:pt x="229" y="120"/>
                      <a:pt x="229" y="120"/>
                      <a:pt x="229" y="120"/>
                    </a:cubicBezTo>
                    <a:cubicBezTo>
                      <a:pt x="228" y="126"/>
                      <a:pt x="228" y="126"/>
                      <a:pt x="228" y="126"/>
                    </a:cubicBezTo>
                    <a:cubicBezTo>
                      <a:pt x="226" y="132"/>
                      <a:pt x="222" y="139"/>
                      <a:pt x="222" y="139"/>
                    </a:cubicBezTo>
                    <a:cubicBezTo>
                      <a:pt x="222" y="139"/>
                      <a:pt x="222" y="139"/>
                      <a:pt x="222" y="139"/>
                    </a:cubicBezTo>
                    <a:cubicBezTo>
                      <a:pt x="222" y="139"/>
                      <a:pt x="266" y="3"/>
                      <a:pt x="132" y="3"/>
                    </a:cubicBezTo>
                    <a:cubicBezTo>
                      <a:pt x="0" y="0"/>
                      <a:pt x="45" y="139"/>
                      <a:pt x="43" y="135"/>
                    </a:cubicBezTo>
                    <a:cubicBezTo>
                      <a:pt x="41" y="127"/>
                      <a:pt x="38" y="113"/>
                      <a:pt x="38" y="113"/>
                    </a:cubicBezTo>
                    <a:cubicBezTo>
                      <a:pt x="38" y="113"/>
                      <a:pt x="37" y="109"/>
                      <a:pt x="36" y="104"/>
                    </a:cubicBezTo>
                    <a:cubicBezTo>
                      <a:pt x="36" y="103"/>
                      <a:pt x="35" y="102"/>
                      <a:pt x="35" y="100"/>
                    </a:cubicBezTo>
                    <a:cubicBezTo>
                      <a:pt x="35" y="100"/>
                      <a:pt x="35" y="100"/>
                      <a:pt x="35" y="100"/>
                    </a:cubicBezTo>
                    <a:cubicBezTo>
                      <a:pt x="35" y="99"/>
                      <a:pt x="32" y="97"/>
                      <a:pt x="32" y="97"/>
                    </a:cubicBezTo>
                    <a:cubicBezTo>
                      <a:pt x="29" y="95"/>
                      <a:pt x="26" y="99"/>
                      <a:pt x="26" y="104"/>
                    </a:cubicBezTo>
                    <a:cubicBezTo>
                      <a:pt x="26" y="110"/>
                      <a:pt x="30" y="121"/>
                      <a:pt x="30" y="125"/>
                    </a:cubicBezTo>
                    <a:cubicBezTo>
                      <a:pt x="30" y="129"/>
                      <a:pt x="32" y="139"/>
                      <a:pt x="34" y="146"/>
                    </a:cubicBezTo>
                    <a:cubicBezTo>
                      <a:pt x="36" y="152"/>
                      <a:pt x="35" y="155"/>
                      <a:pt x="37" y="159"/>
                    </a:cubicBezTo>
                    <a:cubicBezTo>
                      <a:pt x="40" y="163"/>
                      <a:pt x="41" y="167"/>
                      <a:pt x="43" y="170"/>
                    </a:cubicBezTo>
                    <a:cubicBezTo>
                      <a:pt x="45" y="173"/>
                      <a:pt x="50" y="177"/>
                      <a:pt x="52" y="177"/>
                    </a:cubicBezTo>
                    <a:cubicBezTo>
                      <a:pt x="53" y="186"/>
                      <a:pt x="58" y="204"/>
                      <a:pt x="62" y="213"/>
                    </a:cubicBezTo>
                    <a:cubicBezTo>
                      <a:pt x="67" y="221"/>
                      <a:pt x="82" y="246"/>
                      <a:pt x="94" y="255"/>
                    </a:cubicBezTo>
                    <a:cubicBezTo>
                      <a:pt x="105" y="263"/>
                      <a:pt x="112" y="272"/>
                      <a:pt x="133" y="272"/>
                    </a:cubicBezTo>
                    <a:cubicBezTo>
                      <a:pt x="153" y="272"/>
                      <a:pt x="160" y="263"/>
                      <a:pt x="171" y="256"/>
                    </a:cubicBezTo>
                    <a:cubicBezTo>
                      <a:pt x="184" y="247"/>
                      <a:pt x="200" y="225"/>
                      <a:pt x="204" y="215"/>
                    </a:cubicBezTo>
                    <a:cubicBezTo>
                      <a:pt x="208" y="206"/>
                      <a:pt x="215" y="187"/>
                      <a:pt x="215" y="178"/>
                    </a:cubicBezTo>
                    <a:cubicBezTo>
                      <a:pt x="217" y="178"/>
                      <a:pt x="223" y="174"/>
                      <a:pt x="225" y="171"/>
                    </a:cubicBezTo>
                    <a:cubicBezTo>
                      <a:pt x="227" y="168"/>
                      <a:pt x="228" y="164"/>
                      <a:pt x="230" y="161"/>
                    </a:cubicBezTo>
                    <a:cubicBezTo>
                      <a:pt x="233" y="157"/>
                      <a:pt x="232" y="154"/>
                      <a:pt x="234" y="147"/>
                    </a:cubicBezTo>
                    <a:cubicBezTo>
                      <a:pt x="236" y="141"/>
                      <a:pt x="238" y="130"/>
                      <a:pt x="238" y="126"/>
                    </a:cubicBezTo>
                    <a:cubicBezTo>
                      <a:pt x="238" y="122"/>
                      <a:pt x="243" y="111"/>
                      <a:pt x="243" y="106"/>
                    </a:cubicBezTo>
                    <a:cubicBezTo>
                      <a:pt x="243" y="102"/>
                      <a:pt x="242" y="100"/>
                      <a:pt x="240" y="98"/>
                    </a:cubicBezTo>
                  </a:path>
                </a:pathLst>
              </a:custGeom>
              <a:solidFill>
                <a:srgbClr val="FEF3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376" name="Freeform 492">
                <a:extLst>
                  <a:ext uri="{FF2B5EF4-FFF2-40B4-BE49-F238E27FC236}">
                    <a16:creationId xmlns:a16="http://schemas.microsoft.com/office/drawing/2014/main" id="{9AE8E05D-CF3B-4053-A64C-0B45CA4358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8" y="1129"/>
                <a:ext cx="868" cy="2899"/>
              </a:xfrm>
              <a:custGeom>
                <a:avLst/>
                <a:gdLst>
                  <a:gd name="T0" fmla="*/ 2419 w 517"/>
                  <a:gd name="T1" fmla="*/ 954 h 1739"/>
                  <a:gd name="T2" fmla="*/ 1632 w 517"/>
                  <a:gd name="T3" fmla="*/ 437 h 1739"/>
                  <a:gd name="T4" fmla="*/ 1449 w 517"/>
                  <a:gd name="T5" fmla="*/ 125 h 1739"/>
                  <a:gd name="T6" fmla="*/ 1207 w 517"/>
                  <a:gd name="T7" fmla="*/ 147 h 1739"/>
                  <a:gd name="T8" fmla="*/ 950 w 517"/>
                  <a:gd name="T9" fmla="*/ 463 h 1739"/>
                  <a:gd name="T10" fmla="*/ 259 w 517"/>
                  <a:gd name="T11" fmla="*/ 930 h 1739"/>
                  <a:gd name="T12" fmla="*/ 166 w 517"/>
                  <a:gd name="T13" fmla="*/ 2025 h 1739"/>
                  <a:gd name="T14" fmla="*/ 71 w 517"/>
                  <a:gd name="T15" fmla="*/ 3007 h 1739"/>
                  <a:gd name="T16" fmla="*/ 8 w 517"/>
                  <a:gd name="T17" fmla="*/ 3409 h 1739"/>
                  <a:gd name="T18" fmla="*/ 8 w 517"/>
                  <a:gd name="T19" fmla="*/ 3562 h 1739"/>
                  <a:gd name="T20" fmla="*/ 302 w 517"/>
                  <a:gd name="T21" fmla="*/ 3542 h 1739"/>
                  <a:gd name="T22" fmla="*/ 307 w 517"/>
                  <a:gd name="T23" fmla="*/ 3304 h 1739"/>
                  <a:gd name="T24" fmla="*/ 510 w 517"/>
                  <a:gd name="T25" fmla="*/ 2307 h 1739"/>
                  <a:gd name="T26" fmla="*/ 564 w 517"/>
                  <a:gd name="T27" fmla="*/ 1812 h 1739"/>
                  <a:gd name="T28" fmla="*/ 573 w 517"/>
                  <a:gd name="T29" fmla="*/ 1724 h 1739"/>
                  <a:gd name="T30" fmla="*/ 643 w 517"/>
                  <a:gd name="T31" fmla="*/ 2401 h 1739"/>
                  <a:gd name="T32" fmla="*/ 677 w 517"/>
                  <a:gd name="T33" fmla="*/ 5196 h 1739"/>
                  <a:gd name="T34" fmla="*/ 759 w 517"/>
                  <a:gd name="T35" fmla="*/ 5745 h 1739"/>
                  <a:gd name="T36" fmla="*/ 892 w 517"/>
                  <a:gd name="T37" fmla="*/ 7062 h 1739"/>
                  <a:gd name="T38" fmla="*/ 942 w 517"/>
                  <a:gd name="T39" fmla="*/ 7515 h 1739"/>
                  <a:gd name="T40" fmla="*/ 767 w 517"/>
                  <a:gd name="T41" fmla="*/ 7783 h 1739"/>
                  <a:gd name="T42" fmla="*/ 697 w 517"/>
                  <a:gd name="T43" fmla="*/ 7925 h 1739"/>
                  <a:gd name="T44" fmla="*/ 710 w 517"/>
                  <a:gd name="T45" fmla="*/ 7937 h 1739"/>
                  <a:gd name="T46" fmla="*/ 767 w 517"/>
                  <a:gd name="T47" fmla="*/ 7982 h 1739"/>
                  <a:gd name="T48" fmla="*/ 781 w 517"/>
                  <a:gd name="T49" fmla="*/ 8000 h 1739"/>
                  <a:gd name="T50" fmla="*/ 984 w 517"/>
                  <a:gd name="T51" fmla="*/ 8009 h 1739"/>
                  <a:gd name="T52" fmla="*/ 1187 w 517"/>
                  <a:gd name="T53" fmla="*/ 7987 h 1739"/>
                  <a:gd name="T54" fmla="*/ 1226 w 517"/>
                  <a:gd name="T55" fmla="*/ 7800 h 1739"/>
                  <a:gd name="T56" fmla="*/ 1234 w 517"/>
                  <a:gd name="T57" fmla="*/ 7450 h 1739"/>
                  <a:gd name="T58" fmla="*/ 1212 w 517"/>
                  <a:gd name="T59" fmla="*/ 6770 h 1739"/>
                  <a:gd name="T60" fmla="*/ 1187 w 517"/>
                  <a:gd name="T61" fmla="*/ 5613 h 1739"/>
                  <a:gd name="T62" fmla="*/ 1249 w 517"/>
                  <a:gd name="T63" fmla="*/ 4669 h 1739"/>
                  <a:gd name="T64" fmla="*/ 1338 w 517"/>
                  <a:gd name="T65" fmla="*/ 4054 h 1739"/>
                  <a:gd name="T66" fmla="*/ 1466 w 517"/>
                  <a:gd name="T67" fmla="*/ 5480 h 1739"/>
                  <a:gd name="T68" fmla="*/ 1400 w 517"/>
                  <a:gd name="T69" fmla="*/ 6245 h 1739"/>
                  <a:gd name="T70" fmla="*/ 1462 w 517"/>
                  <a:gd name="T71" fmla="*/ 7250 h 1739"/>
                  <a:gd name="T72" fmla="*/ 1395 w 517"/>
                  <a:gd name="T73" fmla="*/ 7703 h 1739"/>
                  <a:gd name="T74" fmla="*/ 1435 w 517"/>
                  <a:gd name="T75" fmla="*/ 7903 h 1739"/>
                  <a:gd name="T76" fmla="*/ 1548 w 517"/>
                  <a:gd name="T77" fmla="*/ 8042 h 1739"/>
                  <a:gd name="T78" fmla="*/ 1778 w 517"/>
                  <a:gd name="T79" fmla="*/ 8015 h 1739"/>
                  <a:gd name="T80" fmla="*/ 1884 w 517"/>
                  <a:gd name="T81" fmla="*/ 7979 h 1739"/>
                  <a:gd name="T82" fmla="*/ 1944 w 517"/>
                  <a:gd name="T83" fmla="*/ 7958 h 1739"/>
                  <a:gd name="T84" fmla="*/ 1951 w 517"/>
                  <a:gd name="T85" fmla="*/ 7937 h 1739"/>
                  <a:gd name="T86" fmla="*/ 1939 w 517"/>
                  <a:gd name="T87" fmla="*/ 7848 h 1739"/>
                  <a:gd name="T88" fmla="*/ 1818 w 517"/>
                  <a:gd name="T89" fmla="*/ 7715 h 1739"/>
                  <a:gd name="T90" fmla="*/ 1723 w 517"/>
                  <a:gd name="T91" fmla="*/ 7383 h 1739"/>
                  <a:gd name="T92" fmla="*/ 1911 w 517"/>
                  <a:gd name="T93" fmla="*/ 6403 h 1739"/>
                  <a:gd name="T94" fmla="*/ 1944 w 517"/>
                  <a:gd name="T95" fmla="*/ 5488 h 1739"/>
                  <a:gd name="T96" fmla="*/ 2112 w 517"/>
                  <a:gd name="T97" fmla="*/ 3646 h 1739"/>
                  <a:gd name="T98" fmla="*/ 2035 w 517"/>
                  <a:gd name="T99" fmla="*/ 2391 h 1739"/>
                  <a:gd name="T100" fmla="*/ 2085 w 517"/>
                  <a:gd name="T101" fmla="*/ 1724 h 1739"/>
                  <a:gd name="T102" fmla="*/ 2092 w 517"/>
                  <a:gd name="T103" fmla="*/ 1812 h 1739"/>
                  <a:gd name="T104" fmla="*/ 2438 w 517"/>
                  <a:gd name="T105" fmla="*/ 1370 h 1739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0" t="0" r="r" b="b"/>
                <a:pathLst>
                  <a:path w="517" h="1739">
                    <a:moveTo>
                      <a:pt x="515" y="296"/>
                    </a:moveTo>
                    <a:cubicBezTo>
                      <a:pt x="512" y="257"/>
                      <a:pt x="517" y="233"/>
                      <a:pt x="511" y="206"/>
                    </a:cubicBezTo>
                    <a:cubicBezTo>
                      <a:pt x="498" y="143"/>
                      <a:pt x="432" y="126"/>
                      <a:pt x="422" y="123"/>
                    </a:cubicBezTo>
                    <a:cubicBezTo>
                      <a:pt x="400" y="117"/>
                      <a:pt x="357" y="101"/>
                      <a:pt x="345" y="94"/>
                    </a:cubicBezTo>
                    <a:cubicBezTo>
                      <a:pt x="312" y="74"/>
                      <a:pt x="336" y="4"/>
                      <a:pt x="336" y="4"/>
                    </a:cubicBezTo>
                    <a:cubicBezTo>
                      <a:pt x="332" y="13"/>
                      <a:pt x="316" y="20"/>
                      <a:pt x="306" y="27"/>
                    </a:cubicBezTo>
                    <a:cubicBezTo>
                      <a:pt x="297" y="35"/>
                      <a:pt x="297" y="41"/>
                      <a:pt x="280" y="42"/>
                    </a:cubicBezTo>
                    <a:cubicBezTo>
                      <a:pt x="263" y="41"/>
                      <a:pt x="264" y="39"/>
                      <a:pt x="255" y="32"/>
                    </a:cubicBezTo>
                    <a:cubicBezTo>
                      <a:pt x="245" y="25"/>
                      <a:pt x="218" y="8"/>
                      <a:pt x="213" y="0"/>
                    </a:cubicBezTo>
                    <a:cubicBezTo>
                      <a:pt x="216" y="13"/>
                      <a:pt x="246" y="71"/>
                      <a:pt x="201" y="100"/>
                    </a:cubicBezTo>
                    <a:cubicBezTo>
                      <a:pt x="190" y="105"/>
                      <a:pt x="168" y="115"/>
                      <a:pt x="141" y="121"/>
                    </a:cubicBezTo>
                    <a:cubicBezTo>
                      <a:pt x="115" y="127"/>
                      <a:pt x="72" y="140"/>
                      <a:pt x="55" y="201"/>
                    </a:cubicBezTo>
                    <a:cubicBezTo>
                      <a:pt x="47" y="227"/>
                      <a:pt x="49" y="245"/>
                      <a:pt x="53" y="277"/>
                    </a:cubicBezTo>
                    <a:cubicBezTo>
                      <a:pt x="44" y="346"/>
                      <a:pt x="36" y="398"/>
                      <a:pt x="35" y="437"/>
                    </a:cubicBezTo>
                    <a:cubicBezTo>
                      <a:pt x="35" y="463"/>
                      <a:pt x="30" y="479"/>
                      <a:pt x="27" y="491"/>
                    </a:cubicBezTo>
                    <a:cubicBezTo>
                      <a:pt x="14" y="527"/>
                      <a:pt x="17" y="624"/>
                      <a:pt x="15" y="649"/>
                    </a:cubicBezTo>
                    <a:cubicBezTo>
                      <a:pt x="12" y="693"/>
                      <a:pt x="9" y="693"/>
                      <a:pt x="9" y="698"/>
                    </a:cubicBezTo>
                    <a:cubicBezTo>
                      <a:pt x="9" y="717"/>
                      <a:pt x="5" y="726"/>
                      <a:pt x="2" y="736"/>
                    </a:cubicBezTo>
                    <a:cubicBezTo>
                      <a:pt x="0" y="745"/>
                      <a:pt x="3" y="751"/>
                      <a:pt x="2" y="754"/>
                    </a:cubicBezTo>
                    <a:cubicBezTo>
                      <a:pt x="2" y="755"/>
                      <a:pt x="2" y="766"/>
                      <a:pt x="2" y="769"/>
                    </a:cubicBezTo>
                    <a:cubicBezTo>
                      <a:pt x="66" y="778"/>
                      <a:pt x="66" y="778"/>
                      <a:pt x="66" y="778"/>
                    </a:cubicBezTo>
                    <a:cubicBezTo>
                      <a:pt x="65" y="773"/>
                      <a:pt x="64" y="768"/>
                      <a:pt x="64" y="765"/>
                    </a:cubicBezTo>
                    <a:cubicBezTo>
                      <a:pt x="67" y="756"/>
                      <a:pt x="59" y="741"/>
                      <a:pt x="60" y="738"/>
                    </a:cubicBezTo>
                    <a:cubicBezTo>
                      <a:pt x="61" y="735"/>
                      <a:pt x="63" y="724"/>
                      <a:pt x="65" y="713"/>
                    </a:cubicBezTo>
                    <a:cubicBezTo>
                      <a:pt x="67" y="702"/>
                      <a:pt x="92" y="601"/>
                      <a:pt x="96" y="579"/>
                    </a:cubicBezTo>
                    <a:cubicBezTo>
                      <a:pt x="103" y="538"/>
                      <a:pt x="112" y="526"/>
                      <a:pt x="108" y="498"/>
                    </a:cubicBezTo>
                    <a:cubicBezTo>
                      <a:pt x="108" y="477"/>
                      <a:pt x="116" y="421"/>
                      <a:pt x="117" y="411"/>
                    </a:cubicBezTo>
                    <a:cubicBezTo>
                      <a:pt x="118" y="409"/>
                      <a:pt x="118" y="398"/>
                      <a:pt x="119" y="391"/>
                    </a:cubicBezTo>
                    <a:cubicBezTo>
                      <a:pt x="120" y="387"/>
                      <a:pt x="120" y="380"/>
                      <a:pt x="121" y="371"/>
                    </a:cubicBezTo>
                    <a:cubicBezTo>
                      <a:pt x="121" y="372"/>
                      <a:pt x="121" y="372"/>
                      <a:pt x="121" y="372"/>
                    </a:cubicBezTo>
                    <a:cubicBezTo>
                      <a:pt x="121" y="382"/>
                      <a:pt x="129" y="401"/>
                      <a:pt x="131" y="427"/>
                    </a:cubicBezTo>
                    <a:cubicBezTo>
                      <a:pt x="130" y="448"/>
                      <a:pt x="135" y="498"/>
                      <a:pt x="136" y="518"/>
                    </a:cubicBezTo>
                    <a:cubicBezTo>
                      <a:pt x="143" y="645"/>
                      <a:pt x="117" y="676"/>
                      <a:pt x="116" y="700"/>
                    </a:cubicBezTo>
                    <a:cubicBezTo>
                      <a:pt x="115" y="802"/>
                      <a:pt x="86" y="944"/>
                      <a:pt x="143" y="1122"/>
                    </a:cubicBezTo>
                    <a:cubicBezTo>
                      <a:pt x="147" y="1132"/>
                      <a:pt x="146" y="1166"/>
                      <a:pt x="150" y="1185"/>
                    </a:cubicBezTo>
                    <a:cubicBezTo>
                      <a:pt x="151" y="1189"/>
                      <a:pt x="159" y="1211"/>
                      <a:pt x="160" y="1240"/>
                    </a:cubicBezTo>
                    <a:cubicBezTo>
                      <a:pt x="161" y="1287"/>
                      <a:pt x="156" y="1348"/>
                      <a:pt x="157" y="1382"/>
                    </a:cubicBezTo>
                    <a:cubicBezTo>
                      <a:pt x="159" y="1437"/>
                      <a:pt x="180" y="1488"/>
                      <a:pt x="188" y="1524"/>
                    </a:cubicBezTo>
                    <a:cubicBezTo>
                      <a:pt x="196" y="1559"/>
                      <a:pt x="199" y="1587"/>
                      <a:pt x="197" y="1594"/>
                    </a:cubicBezTo>
                    <a:cubicBezTo>
                      <a:pt x="196" y="1600"/>
                      <a:pt x="194" y="1612"/>
                      <a:pt x="199" y="1622"/>
                    </a:cubicBezTo>
                    <a:cubicBezTo>
                      <a:pt x="199" y="1623"/>
                      <a:pt x="185" y="1658"/>
                      <a:pt x="177" y="1665"/>
                    </a:cubicBezTo>
                    <a:cubicBezTo>
                      <a:pt x="170" y="1671"/>
                      <a:pt x="168" y="1676"/>
                      <a:pt x="162" y="1680"/>
                    </a:cubicBezTo>
                    <a:cubicBezTo>
                      <a:pt x="156" y="1683"/>
                      <a:pt x="153" y="1687"/>
                      <a:pt x="151" y="1694"/>
                    </a:cubicBezTo>
                    <a:cubicBezTo>
                      <a:pt x="149" y="1700"/>
                      <a:pt x="143" y="1707"/>
                      <a:pt x="147" y="1711"/>
                    </a:cubicBezTo>
                    <a:cubicBezTo>
                      <a:pt x="148" y="1712"/>
                      <a:pt x="149" y="1712"/>
                      <a:pt x="149" y="1713"/>
                    </a:cubicBezTo>
                    <a:cubicBezTo>
                      <a:pt x="150" y="1713"/>
                      <a:pt x="150" y="1713"/>
                      <a:pt x="150" y="1713"/>
                    </a:cubicBezTo>
                    <a:cubicBezTo>
                      <a:pt x="149" y="1715"/>
                      <a:pt x="149" y="1717"/>
                      <a:pt x="150" y="1718"/>
                    </a:cubicBezTo>
                    <a:cubicBezTo>
                      <a:pt x="153" y="1722"/>
                      <a:pt x="157" y="1723"/>
                      <a:pt x="162" y="1723"/>
                    </a:cubicBezTo>
                    <a:cubicBezTo>
                      <a:pt x="163" y="1722"/>
                      <a:pt x="163" y="1722"/>
                      <a:pt x="163" y="1722"/>
                    </a:cubicBezTo>
                    <a:cubicBezTo>
                      <a:pt x="163" y="1724"/>
                      <a:pt x="163" y="1725"/>
                      <a:pt x="165" y="1727"/>
                    </a:cubicBezTo>
                    <a:cubicBezTo>
                      <a:pt x="168" y="1733"/>
                      <a:pt x="180" y="1736"/>
                      <a:pt x="185" y="1730"/>
                    </a:cubicBezTo>
                    <a:cubicBezTo>
                      <a:pt x="191" y="1734"/>
                      <a:pt x="204" y="1735"/>
                      <a:pt x="208" y="1729"/>
                    </a:cubicBezTo>
                    <a:cubicBezTo>
                      <a:pt x="212" y="1739"/>
                      <a:pt x="226" y="1737"/>
                      <a:pt x="234" y="1736"/>
                    </a:cubicBezTo>
                    <a:cubicBezTo>
                      <a:pt x="243" y="1734"/>
                      <a:pt x="246" y="1728"/>
                      <a:pt x="251" y="1724"/>
                    </a:cubicBezTo>
                    <a:cubicBezTo>
                      <a:pt x="256" y="1720"/>
                      <a:pt x="259" y="1716"/>
                      <a:pt x="258" y="1706"/>
                    </a:cubicBezTo>
                    <a:cubicBezTo>
                      <a:pt x="257" y="1696"/>
                      <a:pt x="258" y="1696"/>
                      <a:pt x="259" y="1684"/>
                    </a:cubicBezTo>
                    <a:cubicBezTo>
                      <a:pt x="259" y="1677"/>
                      <a:pt x="265" y="1674"/>
                      <a:pt x="266" y="1663"/>
                    </a:cubicBezTo>
                    <a:cubicBezTo>
                      <a:pt x="267" y="1653"/>
                      <a:pt x="260" y="1613"/>
                      <a:pt x="261" y="1608"/>
                    </a:cubicBezTo>
                    <a:cubicBezTo>
                      <a:pt x="262" y="1595"/>
                      <a:pt x="254" y="1585"/>
                      <a:pt x="252" y="1565"/>
                    </a:cubicBezTo>
                    <a:cubicBezTo>
                      <a:pt x="249" y="1544"/>
                      <a:pt x="256" y="1474"/>
                      <a:pt x="256" y="1461"/>
                    </a:cubicBezTo>
                    <a:cubicBezTo>
                      <a:pt x="256" y="1437"/>
                      <a:pt x="268" y="1397"/>
                      <a:pt x="265" y="1348"/>
                    </a:cubicBezTo>
                    <a:cubicBezTo>
                      <a:pt x="263" y="1319"/>
                      <a:pt x="251" y="1232"/>
                      <a:pt x="251" y="1212"/>
                    </a:cubicBezTo>
                    <a:cubicBezTo>
                      <a:pt x="251" y="1209"/>
                      <a:pt x="250" y="1187"/>
                      <a:pt x="251" y="1183"/>
                    </a:cubicBezTo>
                    <a:cubicBezTo>
                      <a:pt x="255" y="1170"/>
                      <a:pt x="264" y="1010"/>
                      <a:pt x="264" y="1008"/>
                    </a:cubicBezTo>
                    <a:cubicBezTo>
                      <a:pt x="266" y="989"/>
                      <a:pt x="278" y="875"/>
                      <a:pt x="278" y="875"/>
                    </a:cubicBezTo>
                    <a:cubicBezTo>
                      <a:pt x="283" y="875"/>
                      <a:pt x="283" y="875"/>
                      <a:pt x="283" y="875"/>
                    </a:cubicBezTo>
                    <a:cubicBezTo>
                      <a:pt x="283" y="875"/>
                      <a:pt x="297" y="987"/>
                      <a:pt x="298" y="1006"/>
                    </a:cubicBezTo>
                    <a:cubicBezTo>
                      <a:pt x="298" y="1008"/>
                      <a:pt x="306" y="1170"/>
                      <a:pt x="310" y="1183"/>
                    </a:cubicBezTo>
                    <a:cubicBezTo>
                      <a:pt x="311" y="1187"/>
                      <a:pt x="311" y="1209"/>
                      <a:pt x="311" y="1212"/>
                    </a:cubicBezTo>
                    <a:cubicBezTo>
                      <a:pt x="311" y="1232"/>
                      <a:pt x="298" y="1319"/>
                      <a:pt x="296" y="1348"/>
                    </a:cubicBezTo>
                    <a:cubicBezTo>
                      <a:pt x="293" y="1397"/>
                      <a:pt x="305" y="1437"/>
                      <a:pt x="305" y="1461"/>
                    </a:cubicBezTo>
                    <a:cubicBezTo>
                      <a:pt x="305" y="1474"/>
                      <a:pt x="312" y="1544"/>
                      <a:pt x="309" y="1565"/>
                    </a:cubicBezTo>
                    <a:cubicBezTo>
                      <a:pt x="307" y="1585"/>
                      <a:pt x="299" y="1595"/>
                      <a:pt x="301" y="1608"/>
                    </a:cubicBezTo>
                    <a:cubicBezTo>
                      <a:pt x="301" y="1613"/>
                      <a:pt x="295" y="1653"/>
                      <a:pt x="295" y="1663"/>
                    </a:cubicBezTo>
                    <a:cubicBezTo>
                      <a:pt x="296" y="1674"/>
                      <a:pt x="302" y="1677"/>
                      <a:pt x="302" y="1684"/>
                    </a:cubicBezTo>
                    <a:cubicBezTo>
                      <a:pt x="303" y="1696"/>
                      <a:pt x="304" y="1696"/>
                      <a:pt x="303" y="1706"/>
                    </a:cubicBezTo>
                    <a:cubicBezTo>
                      <a:pt x="302" y="1716"/>
                      <a:pt x="305" y="1720"/>
                      <a:pt x="310" y="1724"/>
                    </a:cubicBezTo>
                    <a:cubicBezTo>
                      <a:pt x="315" y="1728"/>
                      <a:pt x="318" y="1734"/>
                      <a:pt x="327" y="1736"/>
                    </a:cubicBezTo>
                    <a:cubicBezTo>
                      <a:pt x="335" y="1737"/>
                      <a:pt x="349" y="1739"/>
                      <a:pt x="353" y="1729"/>
                    </a:cubicBezTo>
                    <a:cubicBezTo>
                      <a:pt x="358" y="1735"/>
                      <a:pt x="370" y="1734"/>
                      <a:pt x="376" y="1730"/>
                    </a:cubicBezTo>
                    <a:cubicBezTo>
                      <a:pt x="381" y="1736"/>
                      <a:pt x="393" y="1733"/>
                      <a:pt x="396" y="1727"/>
                    </a:cubicBezTo>
                    <a:cubicBezTo>
                      <a:pt x="398" y="1725"/>
                      <a:pt x="398" y="1724"/>
                      <a:pt x="398" y="1722"/>
                    </a:cubicBezTo>
                    <a:cubicBezTo>
                      <a:pt x="399" y="1723"/>
                      <a:pt x="399" y="1723"/>
                      <a:pt x="399" y="1723"/>
                    </a:cubicBezTo>
                    <a:cubicBezTo>
                      <a:pt x="404" y="1723"/>
                      <a:pt x="410" y="1722"/>
                      <a:pt x="411" y="1718"/>
                    </a:cubicBezTo>
                    <a:cubicBezTo>
                      <a:pt x="412" y="1717"/>
                      <a:pt x="412" y="1715"/>
                      <a:pt x="411" y="1713"/>
                    </a:cubicBezTo>
                    <a:cubicBezTo>
                      <a:pt x="412" y="1713"/>
                      <a:pt x="412" y="1713"/>
                      <a:pt x="412" y="1713"/>
                    </a:cubicBezTo>
                    <a:cubicBezTo>
                      <a:pt x="412" y="1712"/>
                      <a:pt x="413" y="1712"/>
                      <a:pt x="414" y="1711"/>
                    </a:cubicBezTo>
                    <a:cubicBezTo>
                      <a:pt x="418" y="1707"/>
                      <a:pt x="412" y="1700"/>
                      <a:pt x="410" y="1694"/>
                    </a:cubicBezTo>
                    <a:cubicBezTo>
                      <a:pt x="408" y="1687"/>
                      <a:pt x="405" y="1683"/>
                      <a:pt x="399" y="1680"/>
                    </a:cubicBezTo>
                    <a:cubicBezTo>
                      <a:pt x="393" y="1676"/>
                      <a:pt x="391" y="1671"/>
                      <a:pt x="384" y="1665"/>
                    </a:cubicBezTo>
                    <a:cubicBezTo>
                      <a:pt x="376" y="1658"/>
                      <a:pt x="362" y="1623"/>
                      <a:pt x="362" y="1622"/>
                    </a:cubicBezTo>
                    <a:cubicBezTo>
                      <a:pt x="367" y="1612"/>
                      <a:pt x="365" y="1600"/>
                      <a:pt x="364" y="1594"/>
                    </a:cubicBezTo>
                    <a:cubicBezTo>
                      <a:pt x="362" y="1587"/>
                      <a:pt x="365" y="1559"/>
                      <a:pt x="373" y="1524"/>
                    </a:cubicBezTo>
                    <a:cubicBezTo>
                      <a:pt x="381" y="1488"/>
                      <a:pt x="402" y="1437"/>
                      <a:pt x="404" y="1382"/>
                    </a:cubicBezTo>
                    <a:cubicBezTo>
                      <a:pt x="405" y="1348"/>
                      <a:pt x="401" y="1287"/>
                      <a:pt x="401" y="1240"/>
                    </a:cubicBezTo>
                    <a:cubicBezTo>
                      <a:pt x="402" y="1211"/>
                      <a:pt x="411" y="1189"/>
                      <a:pt x="411" y="1185"/>
                    </a:cubicBezTo>
                    <a:cubicBezTo>
                      <a:pt x="415" y="1166"/>
                      <a:pt x="415" y="1132"/>
                      <a:pt x="418" y="1122"/>
                    </a:cubicBezTo>
                    <a:cubicBezTo>
                      <a:pt x="462" y="960"/>
                      <a:pt x="448" y="820"/>
                      <a:pt x="446" y="787"/>
                    </a:cubicBezTo>
                    <a:cubicBezTo>
                      <a:pt x="446" y="787"/>
                      <a:pt x="449" y="706"/>
                      <a:pt x="447" y="694"/>
                    </a:cubicBezTo>
                    <a:cubicBezTo>
                      <a:pt x="420" y="603"/>
                      <a:pt x="432" y="522"/>
                      <a:pt x="430" y="516"/>
                    </a:cubicBezTo>
                    <a:cubicBezTo>
                      <a:pt x="431" y="496"/>
                      <a:pt x="437" y="447"/>
                      <a:pt x="436" y="426"/>
                    </a:cubicBezTo>
                    <a:cubicBezTo>
                      <a:pt x="437" y="400"/>
                      <a:pt x="440" y="382"/>
                      <a:pt x="441" y="372"/>
                    </a:cubicBezTo>
                    <a:cubicBezTo>
                      <a:pt x="441" y="371"/>
                      <a:pt x="441" y="371"/>
                      <a:pt x="441" y="371"/>
                    </a:cubicBezTo>
                    <a:cubicBezTo>
                      <a:pt x="441" y="380"/>
                      <a:pt x="442" y="387"/>
                      <a:pt x="442" y="391"/>
                    </a:cubicBezTo>
                    <a:cubicBezTo>
                      <a:pt x="443" y="398"/>
                      <a:pt x="443" y="409"/>
                      <a:pt x="444" y="411"/>
                    </a:cubicBezTo>
                    <a:lnTo>
                      <a:pt x="515" y="296"/>
                    </a:lnTo>
                    <a:close/>
                  </a:path>
                </a:pathLst>
              </a:custGeom>
              <a:solidFill>
                <a:srgbClr val="FEF3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377" name="Freeform 493">
                <a:extLst>
                  <a:ext uri="{FF2B5EF4-FFF2-40B4-BE49-F238E27FC236}">
                    <a16:creationId xmlns:a16="http://schemas.microsoft.com/office/drawing/2014/main" id="{96AE4387-CB56-4870-9977-10EF479ADC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7" y="3072"/>
                <a:ext cx="66" cy="77"/>
              </a:xfrm>
              <a:custGeom>
                <a:avLst/>
                <a:gdLst>
                  <a:gd name="T0" fmla="*/ 0 w 39"/>
                  <a:gd name="T1" fmla="*/ 151 h 46"/>
                  <a:gd name="T2" fmla="*/ 169 w 39"/>
                  <a:gd name="T3" fmla="*/ 0 h 46"/>
                  <a:gd name="T4" fmla="*/ 154 w 39"/>
                  <a:gd name="T5" fmla="*/ 124 h 46"/>
                  <a:gd name="T6" fmla="*/ 29 w 39"/>
                  <a:gd name="T7" fmla="*/ 167 h 4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9" h="46">
                    <a:moveTo>
                      <a:pt x="0" y="32"/>
                    </a:moveTo>
                    <a:cubicBezTo>
                      <a:pt x="16" y="46"/>
                      <a:pt x="32" y="12"/>
                      <a:pt x="35" y="0"/>
                    </a:cubicBezTo>
                    <a:cubicBezTo>
                      <a:pt x="36" y="9"/>
                      <a:pt x="39" y="18"/>
                      <a:pt x="32" y="26"/>
                    </a:cubicBezTo>
                    <a:cubicBezTo>
                      <a:pt x="26" y="33"/>
                      <a:pt x="14" y="36"/>
                      <a:pt x="6" y="36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378" name="Freeform 494">
                <a:extLst>
                  <a:ext uri="{FF2B5EF4-FFF2-40B4-BE49-F238E27FC236}">
                    <a16:creationId xmlns:a16="http://schemas.microsoft.com/office/drawing/2014/main" id="{B34F8ECF-FD7D-4743-9013-9B43ABF9EC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77" y="3069"/>
                <a:ext cx="47" cy="77"/>
              </a:xfrm>
              <a:custGeom>
                <a:avLst/>
                <a:gdLst>
                  <a:gd name="T0" fmla="*/ 0 w 28"/>
                  <a:gd name="T1" fmla="*/ 167 h 46"/>
                  <a:gd name="T2" fmla="*/ 104 w 28"/>
                  <a:gd name="T3" fmla="*/ 0 h 46"/>
                  <a:gd name="T4" fmla="*/ 13 w 28"/>
                  <a:gd name="T5" fmla="*/ 179 h 4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46">
                    <a:moveTo>
                      <a:pt x="0" y="36"/>
                    </a:moveTo>
                    <a:cubicBezTo>
                      <a:pt x="16" y="44"/>
                      <a:pt x="22" y="10"/>
                      <a:pt x="22" y="0"/>
                    </a:cubicBezTo>
                    <a:cubicBezTo>
                      <a:pt x="28" y="15"/>
                      <a:pt x="22" y="46"/>
                      <a:pt x="3" y="38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379" name="Freeform 495">
                <a:extLst>
                  <a:ext uri="{FF2B5EF4-FFF2-40B4-BE49-F238E27FC236}">
                    <a16:creationId xmlns:a16="http://schemas.microsoft.com/office/drawing/2014/main" id="{CFDEB04E-D7D6-4605-93B2-0AF31ABE75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3" y="988"/>
                <a:ext cx="22" cy="45"/>
              </a:xfrm>
              <a:custGeom>
                <a:avLst/>
                <a:gdLst>
                  <a:gd name="T0" fmla="*/ 63 w 13"/>
                  <a:gd name="T1" fmla="*/ 20 h 27"/>
                  <a:gd name="T2" fmla="*/ 54 w 13"/>
                  <a:gd name="T3" fmla="*/ 125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27">
                    <a:moveTo>
                      <a:pt x="13" y="4"/>
                    </a:moveTo>
                    <a:cubicBezTo>
                      <a:pt x="0" y="0"/>
                      <a:pt x="8" y="25"/>
                      <a:pt x="11" y="27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380" name="Freeform 496">
                <a:extLst>
                  <a:ext uri="{FF2B5EF4-FFF2-40B4-BE49-F238E27FC236}">
                    <a16:creationId xmlns:a16="http://schemas.microsoft.com/office/drawing/2014/main" id="{1502CB20-1DEC-4687-AA43-7E412A283D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6" y="1000"/>
                <a:ext cx="15" cy="35"/>
              </a:xfrm>
              <a:custGeom>
                <a:avLst/>
                <a:gdLst>
                  <a:gd name="T0" fmla="*/ 8 w 9"/>
                  <a:gd name="T1" fmla="*/ 0 h 21"/>
                  <a:gd name="T2" fmla="*/ 0 w 9"/>
                  <a:gd name="T3" fmla="*/ 97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21">
                    <a:moveTo>
                      <a:pt x="2" y="0"/>
                    </a:moveTo>
                    <a:cubicBezTo>
                      <a:pt x="9" y="3"/>
                      <a:pt x="5" y="17"/>
                      <a:pt x="0" y="21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381" name="Freeform 497">
                <a:extLst>
                  <a:ext uri="{FF2B5EF4-FFF2-40B4-BE49-F238E27FC236}">
                    <a16:creationId xmlns:a16="http://schemas.microsoft.com/office/drawing/2014/main" id="{55FF3A90-D01E-4654-A8E2-1A4104DACC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3" y="2479"/>
                <a:ext cx="59" cy="90"/>
              </a:xfrm>
              <a:custGeom>
                <a:avLst/>
                <a:gdLst>
                  <a:gd name="T0" fmla="*/ 167 w 35"/>
                  <a:gd name="T1" fmla="*/ 0 h 54"/>
                  <a:gd name="T2" fmla="*/ 145 w 35"/>
                  <a:gd name="T3" fmla="*/ 180 h 54"/>
                  <a:gd name="T4" fmla="*/ 0 w 35"/>
                  <a:gd name="T5" fmla="*/ 203 h 54"/>
                  <a:gd name="T6" fmla="*/ 78 w 35"/>
                  <a:gd name="T7" fmla="*/ 188 h 54"/>
                  <a:gd name="T8" fmla="*/ 86 w 35"/>
                  <a:gd name="T9" fmla="*/ 112 h 54"/>
                  <a:gd name="T10" fmla="*/ 148 w 35"/>
                  <a:gd name="T11" fmla="*/ 13 h 5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5" h="54">
                    <a:moveTo>
                      <a:pt x="35" y="0"/>
                    </a:moveTo>
                    <a:cubicBezTo>
                      <a:pt x="34" y="12"/>
                      <a:pt x="35" y="28"/>
                      <a:pt x="30" y="39"/>
                    </a:cubicBezTo>
                    <a:cubicBezTo>
                      <a:pt x="23" y="54"/>
                      <a:pt x="12" y="45"/>
                      <a:pt x="0" y="44"/>
                    </a:cubicBezTo>
                    <a:cubicBezTo>
                      <a:pt x="5" y="44"/>
                      <a:pt x="13" y="45"/>
                      <a:pt x="16" y="41"/>
                    </a:cubicBezTo>
                    <a:cubicBezTo>
                      <a:pt x="22" y="35"/>
                      <a:pt x="18" y="31"/>
                      <a:pt x="18" y="24"/>
                    </a:cubicBezTo>
                    <a:cubicBezTo>
                      <a:pt x="19" y="12"/>
                      <a:pt x="28" y="11"/>
                      <a:pt x="31" y="3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382" name="Freeform 498">
                <a:extLst>
                  <a:ext uri="{FF2B5EF4-FFF2-40B4-BE49-F238E27FC236}">
                    <a16:creationId xmlns:a16="http://schemas.microsoft.com/office/drawing/2014/main" id="{C737CE82-0AD7-4DE0-B243-D45CBA2D9E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7" y="1952"/>
                <a:ext cx="76" cy="70"/>
              </a:xfrm>
              <a:custGeom>
                <a:avLst/>
                <a:gdLst>
                  <a:gd name="T0" fmla="*/ 8 w 45"/>
                  <a:gd name="T1" fmla="*/ 92 h 42"/>
                  <a:gd name="T2" fmla="*/ 216 w 45"/>
                  <a:gd name="T3" fmla="*/ 37 h 42"/>
                  <a:gd name="T4" fmla="*/ 0 w 45"/>
                  <a:gd name="T5" fmla="*/ 83 h 4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5" h="42">
                    <a:moveTo>
                      <a:pt x="2" y="20"/>
                    </a:moveTo>
                    <a:cubicBezTo>
                      <a:pt x="9" y="42"/>
                      <a:pt x="35" y="7"/>
                      <a:pt x="45" y="8"/>
                    </a:cubicBezTo>
                    <a:cubicBezTo>
                      <a:pt x="26" y="0"/>
                      <a:pt x="16" y="25"/>
                      <a:pt x="0" y="18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383" name="Freeform 499">
                <a:extLst>
                  <a:ext uri="{FF2B5EF4-FFF2-40B4-BE49-F238E27FC236}">
                    <a16:creationId xmlns:a16="http://schemas.microsoft.com/office/drawing/2014/main" id="{A2AE13C6-17F9-4B07-AA4C-16E9B4DD86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1" y="1584"/>
                <a:ext cx="37" cy="375"/>
              </a:xfrm>
              <a:custGeom>
                <a:avLst/>
                <a:gdLst>
                  <a:gd name="T0" fmla="*/ 91 w 22"/>
                  <a:gd name="T1" fmla="*/ 0 h 225"/>
                  <a:gd name="T2" fmla="*/ 91 w 22"/>
                  <a:gd name="T3" fmla="*/ 445 h 225"/>
                  <a:gd name="T4" fmla="*/ 37 w 22"/>
                  <a:gd name="T5" fmla="*/ 917 h 225"/>
                  <a:gd name="T6" fmla="*/ 22 w 22"/>
                  <a:gd name="T7" fmla="*/ 1042 h 225"/>
                  <a:gd name="T8" fmla="*/ 34 w 22"/>
                  <a:gd name="T9" fmla="*/ 612 h 225"/>
                  <a:gd name="T10" fmla="*/ 91 w 22"/>
                  <a:gd name="T11" fmla="*/ 0 h 22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2" h="225">
                    <a:moveTo>
                      <a:pt x="19" y="0"/>
                    </a:moveTo>
                    <a:cubicBezTo>
                      <a:pt x="21" y="17"/>
                      <a:pt x="21" y="66"/>
                      <a:pt x="19" y="96"/>
                    </a:cubicBezTo>
                    <a:cubicBezTo>
                      <a:pt x="18" y="127"/>
                      <a:pt x="12" y="181"/>
                      <a:pt x="8" y="198"/>
                    </a:cubicBezTo>
                    <a:cubicBezTo>
                      <a:pt x="5" y="214"/>
                      <a:pt x="5" y="225"/>
                      <a:pt x="5" y="225"/>
                    </a:cubicBezTo>
                    <a:cubicBezTo>
                      <a:pt x="0" y="201"/>
                      <a:pt x="6" y="148"/>
                      <a:pt x="7" y="132"/>
                    </a:cubicBezTo>
                    <a:cubicBezTo>
                      <a:pt x="8" y="116"/>
                      <a:pt x="22" y="21"/>
                      <a:pt x="19" y="0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384" name="Line 500">
                <a:extLst>
                  <a:ext uri="{FF2B5EF4-FFF2-40B4-BE49-F238E27FC236}">
                    <a16:creationId xmlns:a16="http://schemas.microsoft.com/office/drawing/2014/main" id="{E56183BC-E02F-409F-A654-5F863CC84F9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467" y="2399"/>
                <a:ext cx="1" cy="1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385" name="Line 501">
                <a:extLst>
                  <a:ext uri="{FF2B5EF4-FFF2-40B4-BE49-F238E27FC236}">
                    <a16:creationId xmlns:a16="http://schemas.microsoft.com/office/drawing/2014/main" id="{4176403C-F9C7-4CEC-9C0A-6A68CBCE71B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467" y="2399"/>
                <a:ext cx="1" cy="1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386" name="Freeform 502">
                <a:extLst>
                  <a:ext uri="{FF2B5EF4-FFF2-40B4-BE49-F238E27FC236}">
                    <a16:creationId xmlns:a16="http://schemas.microsoft.com/office/drawing/2014/main" id="{88B5381B-AE46-439D-89F8-39D5C3576A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0" y="1364"/>
                <a:ext cx="104" cy="308"/>
              </a:xfrm>
              <a:custGeom>
                <a:avLst/>
                <a:gdLst>
                  <a:gd name="T0" fmla="*/ 292 w 62"/>
                  <a:gd name="T1" fmla="*/ 0 h 185"/>
                  <a:gd name="T2" fmla="*/ 62 w 62"/>
                  <a:gd name="T3" fmla="*/ 283 h 185"/>
                  <a:gd name="T4" fmla="*/ 0 w 62"/>
                  <a:gd name="T5" fmla="*/ 688 h 185"/>
                  <a:gd name="T6" fmla="*/ 5 w 62"/>
                  <a:gd name="T7" fmla="*/ 854 h 185"/>
                  <a:gd name="T8" fmla="*/ 65 w 62"/>
                  <a:gd name="T9" fmla="*/ 471 h 185"/>
                  <a:gd name="T10" fmla="*/ 292 w 62"/>
                  <a:gd name="T11" fmla="*/ 0 h 18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2" h="185">
                    <a:moveTo>
                      <a:pt x="62" y="0"/>
                    </a:moveTo>
                    <a:cubicBezTo>
                      <a:pt x="47" y="0"/>
                      <a:pt x="24" y="20"/>
                      <a:pt x="13" y="61"/>
                    </a:cubicBezTo>
                    <a:cubicBezTo>
                      <a:pt x="2" y="101"/>
                      <a:pt x="1" y="134"/>
                      <a:pt x="0" y="149"/>
                    </a:cubicBezTo>
                    <a:cubicBezTo>
                      <a:pt x="0" y="164"/>
                      <a:pt x="4" y="175"/>
                      <a:pt x="1" y="185"/>
                    </a:cubicBezTo>
                    <a:cubicBezTo>
                      <a:pt x="5" y="170"/>
                      <a:pt x="10" y="120"/>
                      <a:pt x="14" y="102"/>
                    </a:cubicBezTo>
                    <a:cubicBezTo>
                      <a:pt x="19" y="85"/>
                      <a:pt x="28" y="6"/>
                      <a:pt x="62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387" name="Freeform 503">
                <a:extLst>
                  <a:ext uri="{FF2B5EF4-FFF2-40B4-BE49-F238E27FC236}">
                    <a16:creationId xmlns:a16="http://schemas.microsoft.com/office/drawing/2014/main" id="{5D689C8C-CD6A-4066-ACF7-1FDC824304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8" y="1982"/>
                <a:ext cx="24" cy="315"/>
              </a:xfrm>
              <a:custGeom>
                <a:avLst/>
                <a:gdLst>
                  <a:gd name="T0" fmla="*/ 0 w 14"/>
                  <a:gd name="T1" fmla="*/ 875 h 189"/>
                  <a:gd name="T2" fmla="*/ 26 w 14"/>
                  <a:gd name="T3" fmla="*/ 478 h 189"/>
                  <a:gd name="T4" fmla="*/ 62 w 14"/>
                  <a:gd name="T5" fmla="*/ 0 h 189"/>
                  <a:gd name="T6" fmla="*/ 65 w 14"/>
                  <a:gd name="T7" fmla="*/ 355 h 189"/>
                  <a:gd name="T8" fmla="*/ 0 w 14"/>
                  <a:gd name="T9" fmla="*/ 875 h 18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89">
                    <a:moveTo>
                      <a:pt x="0" y="189"/>
                    </a:moveTo>
                    <a:cubicBezTo>
                      <a:pt x="0" y="183"/>
                      <a:pt x="5" y="137"/>
                      <a:pt x="5" y="103"/>
                    </a:cubicBezTo>
                    <a:cubicBezTo>
                      <a:pt x="5" y="65"/>
                      <a:pt x="8" y="27"/>
                      <a:pt x="12" y="0"/>
                    </a:cubicBezTo>
                    <a:cubicBezTo>
                      <a:pt x="10" y="17"/>
                      <a:pt x="12" y="52"/>
                      <a:pt x="13" y="77"/>
                    </a:cubicBezTo>
                    <a:cubicBezTo>
                      <a:pt x="14" y="102"/>
                      <a:pt x="8" y="165"/>
                      <a:pt x="0" y="18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388" name="Freeform 504">
                <a:extLst>
                  <a:ext uri="{FF2B5EF4-FFF2-40B4-BE49-F238E27FC236}">
                    <a16:creationId xmlns:a16="http://schemas.microsoft.com/office/drawing/2014/main" id="{874B9D4F-6329-475C-AF1B-B00EC7D52E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6" y="2487"/>
                <a:ext cx="49" cy="467"/>
              </a:xfrm>
              <a:custGeom>
                <a:avLst/>
                <a:gdLst>
                  <a:gd name="T0" fmla="*/ 54 w 29"/>
                  <a:gd name="T1" fmla="*/ 617 h 280"/>
                  <a:gd name="T2" fmla="*/ 140 w 29"/>
                  <a:gd name="T3" fmla="*/ 1299 h 280"/>
                  <a:gd name="T4" fmla="*/ 29 w 29"/>
                  <a:gd name="T5" fmla="*/ 817 h 280"/>
                  <a:gd name="T6" fmla="*/ 49 w 29"/>
                  <a:gd name="T7" fmla="*/ 0 h 280"/>
                  <a:gd name="T8" fmla="*/ 54 w 29"/>
                  <a:gd name="T9" fmla="*/ 617 h 28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" h="280">
                    <a:moveTo>
                      <a:pt x="11" y="133"/>
                    </a:moveTo>
                    <a:cubicBezTo>
                      <a:pt x="10" y="166"/>
                      <a:pt x="25" y="261"/>
                      <a:pt x="29" y="280"/>
                    </a:cubicBezTo>
                    <a:cubicBezTo>
                      <a:pt x="21" y="259"/>
                      <a:pt x="13" y="231"/>
                      <a:pt x="6" y="176"/>
                    </a:cubicBezTo>
                    <a:cubicBezTo>
                      <a:pt x="0" y="120"/>
                      <a:pt x="2" y="41"/>
                      <a:pt x="10" y="0"/>
                    </a:cubicBezTo>
                    <a:cubicBezTo>
                      <a:pt x="9" y="33"/>
                      <a:pt x="14" y="107"/>
                      <a:pt x="11" y="13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389" name="Freeform 505">
                <a:extLst>
                  <a:ext uri="{FF2B5EF4-FFF2-40B4-BE49-F238E27FC236}">
                    <a16:creationId xmlns:a16="http://schemas.microsoft.com/office/drawing/2014/main" id="{BD9CF611-10F1-40D6-AFB5-9A7E64FA8E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0" y="2474"/>
                <a:ext cx="45" cy="465"/>
              </a:xfrm>
              <a:custGeom>
                <a:avLst/>
                <a:gdLst>
                  <a:gd name="T0" fmla="*/ 63 w 27"/>
                  <a:gd name="T1" fmla="*/ 588 h 279"/>
                  <a:gd name="T2" fmla="*/ 0 w 27"/>
                  <a:gd name="T3" fmla="*/ 1292 h 279"/>
                  <a:gd name="T4" fmla="*/ 75 w 27"/>
                  <a:gd name="T5" fmla="*/ 792 h 279"/>
                  <a:gd name="T6" fmla="*/ 88 w 27"/>
                  <a:gd name="T7" fmla="*/ 0 h 279"/>
                  <a:gd name="T8" fmla="*/ 63 w 27"/>
                  <a:gd name="T9" fmla="*/ 588 h 27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279">
                    <a:moveTo>
                      <a:pt x="14" y="127"/>
                    </a:moveTo>
                    <a:cubicBezTo>
                      <a:pt x="15" y="159"/>
                      <a:pt x="4" y="260"/>
                      <a:pt x="0" y="279"/>
                    </a:cubicBezTo>
                    <a:cubicBezTo>
                      <a:pt x="8" y="258"/>
                      <a:pt x="9" y="226"/>
                      <a:pt x="16" y="171"/>
                    </a:cubicBezTo>
                    <a:cubicBezTo>
                      <a:pt x="22" y="115"/>
                      <a:pt x="27" y="41"/>
                      <a:pt x="19" y="0"/>
                    </a:cubicBezTo>
                    <a:cubicBezTo>
                      <a:pt x="22" y="54"/>
                      <a:pt x="13" y="121"/>
                      <a:pt x="14" y="127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390" name="Freeform 506">
                <a:extLst>
                  <a:ext uri="{FF2B5EF4-FFF2-40B4-BE49-F238E27FC236}">
                    <a16:creationId xmlns:a16="http://schemas.microsoft.com/office/drawing/2014/main" id="{00D6F5D8-63D8-4828-BB2B-268CB217A0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2" y="3274"/>
                <a:ext cx="72" cy="430"/>
              </a:xfrm>
              <a:custGeom>
                <a:avLst/>
                <a:gdLst>
                  <a:gd name="T0" fmla="*/ 47 w 43"/>
                  <a:gd name="T1" fmla="*/ 0 h 258"/>
                  <a:gd name="T2" fmla="*/ 50 w 43"/>
                  <a:gd name="T3" fmla="*/ 630 h 258"/>
                  <a:gd name="T4" fmla="*/ 203 w 43"/>
                  <a:gd name="T5" fmla="*/ 1195 h 258"/>
                  <a:gd name="T6" fmla="*/ 92 w 43"/>
                  <a:gd name="T7" fmla="*/ 605 h 258"/>
                  <a:gd name="T8" fmla="*/ 47 w 43"/>
                  <a:gd name="T9" fmla="*/ 0 h 25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3" h="258">
                    <a:moveTo>
                      <a:pt x="10" y="0"/>
                    </a:moveTo>
                    <a:cubicBezTo>
                      <a:pt x="9" y="31"/>
                      <a:pt x="0" y="75"/>
                      <a:pt x="11" y="136"/>
                    </a:cubicBezTo>
                    <a:cubicBezTo>
                      <a:pt x="23" y="197"/>
                      <a:pt x="39" y="238"/>
                      <a:pt x="43" y="258"/>
                    </a:cubicBezTo>
                    <a:cubicBezTo>
                      <a:pt x="38" y="232"/>
                      <a:pt x="23" y="155"/>
                      <a:pt x="20" y="131"/>
                    </a:cubicBezTo>
                    <a:cubicBezTo>
                      <a:pt x="16" y="107"/>
                      <a:pt x="8" y="34"/>
                      <a:pt x="1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391" name="Freeform 507">
                <a:extLst>
                  <a:ext uri="{FF2B5EF4-FFF2-40B4-BE49-F238E27FC236}">
                    <a16:creationId xmlns:a16="http://schemas.microsoft.com/office/drawing/2014/main" id="{928EE96F-9B74-4600-9CCF-436D3E1916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6" y="2601"/>
                <a:ext cx="50" cy="568"/>
              </a:xfrm>
              <a:custGeom>
                <a:avLst/>
                <a:gdLst>
                  <a:gd name="T0" fmla="*/ 33 w 30"/>
                  <a:gd name="T1" fmla="*/ 883 h 341"/>
                  <a:gd name="T2" fmla="*/ 13 w 30"/>
                  <a:gd name="T3" fmla="*/ 1576 h 341"/>
                  <a:gd name="T4" fmla="*/ 62 w 30"/>
                  <a:gd name="T5" fmla="*/ 1041 h 341"/>
                  <a:gd name="T6" fmla="*/ 138 w 30"/>
                  <a:gd name="T7" fmla="*/ 0 h 341"/>
                  <a:gd name="T8" fmla="*/ 33 w 30"/>
                  <a:gd name="T9" fmla="*/ 883 h 3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341">
                    <a:moveTo>
                      <a:pt x="7" y="191"/>
                    </a:moveTo>
                    <a:cubicBezTo>
                      <a:pt x="0" y="237"/>
                      <a:pt x="3" y="311"/>
                      <a:pt x="3" y="341"/>
                    </a:cubicBezTo>
                    <a:cubicBezTo>
                      <a:pt x="1" y="318"/>
                      <a:pt x="4" y="300"/>
                      <a:pt x="13" y="225"/>
                    </a:cubicBezTo>
                    <a:cubicBezTo>
                      <a:pt x="21" y="150"/>
                      <a:pt x="30" y="28"/>
                      <a:pt x="30" y="0"/>
                    </a:cubicBezTo>
                    <a:cubicBezTo>
                      <a:pt x="27" y="13"/>
                      <a:pt x="11" y="133"/>
                      <a:pt x="7" y="191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392" name="Freeform 508">
                <a:extLst>
                  <a:ext uri="{FF2B5EF4-FFF2-40B4-BE49-F238E27FC236}">
                    <a16:creationId xmlns:a16="http://schemas.microsoft.com/office/drawing/2014/main" id="{87061AF6-1D37-4868-BD97-65D944D621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6" y="3219"/>
                <a:ext cx="30" cy="402"/>
              </a:xfrm>
              <a:custGeom>
                <a:avLst/>
                <a:gdLst>
                  <a:gd name="T0" fmla="*/ 28 w 18"/>
                  <a:gd name="T1" fmla="*/ 0 h 241"/>
                  <a:gd name="T2" fmla="*/ 78 w 18"/>
                  <a:gd name="T3" fmla="*/ 542 h 241"/>
                  <a:gd name="T4" fmla="*/ 28 w 18"/>
                  <a:gd name="T5" fmla="*/ 1119 h 241"/>
                  <a:gd name="T6" fmla="*/ 42 w 18"/>
                  <a:gd name="T7" fmla="*/ 412 h 241"/>
                  <a:gd name="T8" fmla="*/ 28 w 18"/>
                  <a:gd name="T9" fmla="*/ 0 h 2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241">
                    <a:moveTo>
                      <a:pt x="6" y="0"/>
                    </a:moveTo>
                    <a:cubicBezTo>
                      <a:pt x="10" y="22"/>
                      <a:pt x="18" y="85"/>
                      <a:pt x="17" y="117"/>
                    </a:cubicBezTo>
                    <a:cubicBezTo>
                      <a:pt x="16" y="149"/>
                      <a:pt x="9" y="188"/>
                      <a:pt x="6" y="241"/>
                    </a:cubicBezTo>
                    <a:cubicBezTo>
                      <a:pt x="2" y="217"/>
                      <a:pt x="10" y="117"/>
                      <a:pt x="9" y="89"/>
                    </a:cubicBezTo>
                    <a:cubicBezTo>
                      <a:pt x="8" y="62"/>
                      <a:pt x="0" y="6"/>
                      <a:pt x="6" y="0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393" name="Freeform 509">
                <a:extLst>
                  <a:ext uri="{FF2B5EF4-FFF2-40B4-BE49-F238E27FC236}">
                    <a16:creationId xmlns:a16="http://schemas.microsoft.com/office/drawing/2014/main" id="{A430BCD8-1CE4-4760-A6C8-938026DA77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6" y="3773"/>
                <a:ext cx="34" cy="178"/>
              </a:xfrm>
              <a:custGeom>
                <a:avLst/>
                <a:gdLst>
                  <a:gd name="T0" fmla="*/ 49 w 20"/>
                  <a:gd name="T1" fmla="*/ 47 h 107"/>
                  <a:gd name="T2" fmla="*/ 49 w 20"/>
                  <a:gd name="T3" fmla="*/ 158 h 107"/>
                  <a:gd name="T4" fmla="*/ 78 w 20"/>
                  <a:gd name="T5" fmla="*/ 250 h 107"/>
                  <a:gd name="T6" fmla="*/ 34 w 20"/>
                  <a:gd name="T7" fmla="*/ 492 h 107"/>
                  <a:gd name="T8" fmla="*/ 54 w 20"/>
                  <a:gd name="T9" fmla="*/ 354 h 107"/>
                  <a:gd name="T10" fmla="*/ 54 w 20"/>
                  <a:gd name="T11" fmla="*/ 304 h 107"/>
                  <a:gd name="T12" fmla="*/ 15 w 20"/>
                  <a:gd name="T13" fmla="*/ 279 h 107"/>
                  <a:gd name="T14" fmla="*/ 26 w 20"/>
                  <a:gd name="T15" fmla="*/ 185 h 107"/>
                  <a:gd name="T16" fmla="*/ 44 w 20"/>
                  <a:gd name="T17" fmla="*/ 0 h 10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0" h="107">
                    <a:moveTo>
                      <a:pt x="10" y="10"/>
                    </a:moveTo>
                    <a:cubicBezTo>
                      <a:pt x="13" y="18"/>
                      <a:pt x="9" y="26"/>
                      <a:pt x="10" y="34"/>
                    </a:cubicBezTo>
                    <a:cubicBezTo>
                      <a:pt x="12" y="41"/>
                      <a:pt x="15" y="47"/>
                      <a:pt x="16" y="54"/>
                    </a:cubicBezTo>
                    <a:cubicBezTo>
                      <a:pt x="20" y="75"/>
                      <a:pt x="14" y="88"/>
                      <a:pt x="7" y="107"/>
                    </a:cubicBezTo>
                    <a:cubicBezTo>
                      <a:pt x="6" y="98"/>
                      <a:pt x="10" y="86"/>
                      <a:pt x="11" y="77"/>
                    </a:cubicBezTo>
                    <a:cubicBezTo>
                      <a:pt x="11" y="73"/>
                      <a:pt x="13" y="70"/>
                      <a:pt x="11" y="66"/>
                    </a:cubicBezTo>
                    <a:cubicBezTo>
                      <a:pt x="9" y="62"/>
                      <a:pt x="5" y="64"/>
                      <a:pt x="3" y="61"/>
                    </a:cubicBezTo>
                    <a:cubicBezTo>
                      <a:pt x="0" y="56"/>
                      <a:pt x="5" y="46"/>
                      <a:pt x="5" y="40"/>
                    </a:cubicBezTo>
                    <a:cubicBezTo>
                      <a:pt x="7" y="27"/>
                      <a:pt x="8" y="13"/>
                      <a:pt x="9" y="0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394" name="Freeform 510">
                <a:extLst>
                  <a:ext uri="{FF2B5EF4-FFF2-40B4-BE49-F238E27FC236}">
                    <a16:creationId xmlns:a16="http://schemas.microsoft.com/office/drawing/2014/main" id="{40F4C1FC-272F-4375-98F9-52EFF73FFC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1" y="3936"/>
                <a:ext cx="67" cy="83"/>
              </a:xfrm>
              <a:custGeom>
                <a:avLst/>
                <a:gdLst>
                  <a:gd name="T0" fmla="*/ 37 w 40"/>
                  <a:gd name="T1" fmla="*/ 229 h 50"/>
                  <a:gd name="T2" fmla="*/ 151 w 40"/>
                  <a:gd name="T3" fmla="*/ 166 h 50"/>
                  <a:gd name="T4" fmla="*/ 174 w 40"/>
                  <a:gd name="T5" fmla="*/ 0 h 50"/>
                  <a:gd name="T6" fmla="*/ 104 w 40"/>
                  <a:gd name="T7" fmla="*/ 116 h 50"/>
                  <a:gd name="T8" fmla="*/ 0 w 40"/>
                  <a:gd name="T9" fmla="*/ 209 h 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0" h="50">
                    <a:moveTo>
                      <a:pt x="8" y="50"/>
                    </a:moveTo>
                    <a:cubicBezTo>
                      <a:pt x="18" y="49"/>
                      <a:pt x="25" y="45"/>
                      <a:pt x="32" y="36"/>
                    </a:cubicBezTo>
                    <a:cubicBezTo>
                      <a:pt x="40" y="24"/>
                      <a:pt x="38" y="14"/>
                      <a:pt x="37" y="0"/>
                    </a:cubicBezTo>
                    <a:cubicBezTo>
                      <a:pt x="32" y="8"/>
                      <a:pt x="35" y="26"/>
                      <a:pt x="22" y="25"/>
                    </a:cubicBezTo>
                    <a:cubicBezTo>
                      <a:pt x="23" y="40"/>
                      <a:pt x="12" y="44"/>
                      <a:pt x="0" y="46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395" name="Freeform 511">
                <a:extLst>
                  <a:ext uri="{FF2B5EF4-FFF2-40B4-BE49-F238E27FC236}">
                    <a16:creationId xmlns:a16="http://schemas.microsoft.com/office/drawing/2014/main" id="{D85EFAED-B809-4AD3-BB10-2B0D7EE6CF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2" y="3909"/>
                <a:ext cx="59" cy="107"/>
              </a:xfrm>
              <a:custGeom>
                <a:avLst/>
                <a:gdLst>
                  <a:gd name="T0" fmla="*/ 0 w 35"/>
                  <a:gd name="T1" fmla="*/ 8 h 64"/>
                  <a:gd name="T2" fmla="*/ 22 w 35"/>
                  <a:gd name="T3" fmla="*/ 132 h 64"/>
                  <a:gd name="T4" fmla="*/ 49 w 35"/>
                  <a:gd name="T5" fmla="*/ 221 h 64"/>
                  <a:gd name="T6" fmla="*/ 96 w 35"/>
                  <a:gd name="T7" fmla="*/ 286 h 64"/>
                  <a:gd name="T8" fmla="*/ 167 w 35"/>
                  <a:gd name="T9" fmla="*/ 271 h 64"/>
                  <a:gd name="T10" fmla="*/ 83 w 35"/>
                  <a:gd name="T11" fmla="*/ 159 h 64"/>
                  <a:gd name="T12" fmla="*/ 54 w 35"/>
                  <a:gd name="T13" fmla="*/ 90 h 64"/>
                  <a:gd name="T14" fmla="*/ 13 w 35"/>
                  <a:gd name="T15" fmla="*/ 0 h 6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5" h="64">
                    <a:moveTo>
                      <a:pt x="0" y="2"/>
                    </a:moveTo>
                    <a:cubicBezTo>
                      <a:pt x="6" y="9"/>
                      <a:pt x="5" y="20"/>
                      <a:pt x="5" y="28"/>
                    </a:cubicBezTo>
                    <a:cubicBezTo>
                      <a:pt x="5" y="38"/>
                      <a:pt x="7" y="39"/>
                      <a:pt x="10" y="47"/>
                    </a:cubicBezTo>
                    <a:cubicBezTo>
                      <a:pt x="13" y="55"/>
                      <a:pt x="11" y="58"/>
                      <a:pt x="20" y="61"/>
                    </a:cubicBezTo>
                    <a:cubicBezTo>
                      <a:pt x="24" y="62"/>
                      <a:pt x="33" y="64"/>
                      <a:pt x="35" y="58"/>
                    </a:cubicBezTo>
                    <a:cubicBezTo>
                      <a:pt x="17" y="60"/>
                      <a:pt x="15" y="49"/>
                      <a:pt x="17" y="34"/>
                    </a:cubicBezTo>
                    <a:cubicBezTo>
                      <a:pt x="12" y="32"/>
                      <a:pt x="12" y="24"/>
                      <a:pt x="11" y="19"/>
                    </a:cubicBezTo>
                    <a:cubicBezTo>
                      <a:pt x="8" y="13"/>
                      <a:pt x="2" y="7"/>
                      <a:pt x="3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396" name="Freeform 512">
                <a:extLst>
                  <a:ext uri="{FF2B5EF4-FFF2-40B4-BE49-F238E27FC236}">
                    <a16:creationId xmlns:a16="http://schemas.microsoft.com/office/drawing/2014/main" id="{2C2EE59D-282E-4B59-A151-14BE0FE662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3" y="3226"/>
                <a:ext cx="24" cy="438"/>
              </a:xfrm>
              <a:custGeom>
                <a:avLst/>
                <a:gdLst>
                  <a:gd name="T0" fmla="*/ 70 w 14"/>
                  <a:gd name="T1" fmla="*/ 1179 h 263"/>
                  <a:gd name="T2" fmla="*/ 21 w 14"/>
                  <a:gd name="T3" fmla="*/ 655 h 263"/>
                  <a:gd name="T4" fmla="*/ 65 w 14"/>
                  <a:gd name="T5" fmla="*/ 0 h 263"/>
                  <a:gd name="T6" fmla="*/ 65 w 14"/>
                  <a:gd name="T7" fmla="*/ 485 h 263"/>
                  <a:gd name="T8" fmla="*/ 70 w 14"/>
                  <a:gd name="T9" fmla="*/ 1179 h 2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263">
                    <a:moveTo>
                      <a:pt x="14" y="255"/>
                    </a:moveTo>
                    <a:cubicBezTo>
                      <a:pt x="13" y="263"/>
                      <a:pt x="8" y="193"/>
                      <a:pt x="4" y="142"/>
                    </a:cubicBezTo>
                    <a:cubicBezTo>
                      <a:pt x="0" y="90"/>
                      <a:pt x="5" y="35"/>
                      <a:pt x="13" y="0"/>
                    </a:cubicBezTo>
                    <a:cubicBezTo>
                      <a:pt x="12" y="12"/>
                      <a:pt x="11" y="81"/>
                      <a:pt x="13" y="105"/>
                    </a:cubicBezTo>
                    <a:cubicBezTo>
                      <a:pt x="14" y="129"/>
                      <a:pt x="14" y="247"/>
                      <a:pt x="14" y="25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397" name="Freeform 513">
                <a:extLst>
                  <a:ext uri="{FF2B5EF4-FFF2-40B4-BE49-F238E27FC236}">
                    <a16:creationId xmlns:a16="http://schemas.microsoft.com/office/drawing/2014/main" id="{DF7AC99E-7DD1-446A-908F-6A7492DD46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9" y="3276"/>
                <a:ext cx="56" cy="392"/>
              </a:xfrm>
              <a:custGeom>
                <a:avLst/>
                <a:gdLst>
                  <a:gd name="T0" fmla="*/ 0 w 33"/>
                  <a:gd name="T1" fmla="*/ 1091 h 235"/>
                  <a:gd name="T2" fmla="*/ 120 w 33"/>
                  <a:gd name="T3" fmla="*/ 567 h 235"/>
                  <a:gd name="T4" fmla="*/ 127 w 33"/>
                  <a:gd name="T5" fmla="*/ 0 h 235"/>
                  <a:gd name="T6" fmla="*/ 90 w 33"/>
                  <a:gd name="T7" fmla="*/ 557 h 235"/>
                  <a:gd name="T8" fmla="*/ 0 w 33"/>
                  <a:gd name="T9" fmla="*/ 1091 h 2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3" h="235">
                    <a:moveTo>
                      <a:pt x="0" y="235"/>
                    </a:moveTo>
                    <a:cubicBezTo>
                      <a:pt x="3" y="217"/>
                      <a:pt x="17" y="158"/>
                      <a:pt x="25" y="122"/>
                    </a:cubicBezTo>
                    <a:cubicBezTo>
                      <a:pt x="33" y="86"/>
                      <a:pt x="27" y="25"/>
                      <a:pt x="26" y="0"/>
                    </a:cubicBezTo>
                    <a:cubicBezTo>
                      <a:pt x="24" y="25"/>
                      <a:pt x="24" y="94"/>
                      <a:pt x="18" y="120"/>
                    </a:cubicBezTo>
                    <a:cubicBezTo>
                      <a:pt x="12" y="146"/>
                      <a:pt x="3" y="216"/>
                      <a:pt x="0" y="235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398" name="Freeform 514">
                <a:extLst>
                  <a:ext uri="{FF2B5EF4-FFF2-40B4-BE49-F238E27FC236}">
                    <a16:creationId xmlns:a16="http://schemas.microsoft.com/office/drawing/2014/main" id="{376A3C08-580C-46DB-B432-246FDDDA2A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6" y="3934"/>
                <a:ext cx="92" cy="82"/>
              </a:xfrm>
              <a:custGeom>
                <a:avLst/>
                <a:gdLst>
                  <a:gd name="T0" fmla="*/ 117 w 55"/>
                  <a:gd name="T1" fmla="*/ 211 h 49"/>
                  <a:gd name="T2" fmla="*/ 167 w 55"/>
                  <a:gd name="T3" fmla="*/ 174 h 49"/>
                  <a:gd name="T4" fmla="*/ 238 w 55"/>
                  <a:gd name="T5" fmla="*/ 137 h 49"/>
                  <a:gd name="T6" fmla="*/ 216 w 55"/>
                  <a:gd name="T7" fmla="*/ 0 h 49"/>
                  <a:gd name="T8" fmla="*/ 167 w 55"/>
                  <a:gd name="T9" fmla="*/ 99 h 49"/>
                  <a:gd name="T10" fmla="*/ 120 w 55"/>
                  <a:gd name="T11" fmla="*/ 99 h 49"/>
                  <a:gd name="T12" fmla="*/ 117 w 55"/>
                  <a:gd name="T13" fmla="*/ 141 h 49"/>
                  <a:gd name="T14" fmla="*/ 37 w 55"/>
                  <a:gd name="T15" fmla="*/ 151 h 49"/>
                  <a:gd name="T16" fmla="*/ 22 w 55"/>
                  <a:gd name="T17" fmla="*/ 196 h 4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5" h="49">
                    <a:moveTo>
                      <a:pt x="25" y="45"/>
                    </a:moveTo>
                    <a:cubicBezTo>
                      <a:pt x="32" y="49"/>
                      <a:pt x="32" y="40"/>
                      <a:pt x="36" y="37"/>
                    </a:cubicBezTo>
                    <a:cubicBezTo>
                      <a:pt x="41" y="34"/>
                      <a:pt x="47" y="37"/>
                      <a:pt x="51" y="29"/>
                    </a:cubicBezTo>
                    <a:cubicBezTo>
                      <a:pt x="55" y="20"/>
                      <a:pt x="50" y="9"/>
                      <a:pt x="46" y="0"/>
                    </a:cubicBezTo>
                    <a:cubicBezTo>
                      <a:pt x="45" y="14"/>
                      <a:pt x="50" y="20"/>
                      <a:pt x="36" y="21"/>
                    </a:cubicBezTo>
                    <a:cubicBezTo>
                      <a:pt x="34" y="21"/>
                      <a:pt x="28" y="20"/>
                      <a:pt x="26" y="21"/>
                    </a:cubicBezTo>
                    <a:cubicBezTo>
                      <a:pt x="23" y="24"/>
                      <a:pt x="26" y="29"/>
                      <a:pt x="25" y="30"/>
                    </a:cubicBezTo>
                    <a:cubicBezTo>
                      <a:pt x="20" y="36"/>
                      <a:pt x="14" y="31"/>
                      <a:pt x="8" y="32"/>
                    </a:cubicBezTo>
                    <a:cubicBezTo>
                      <a:pt x="0" y="35"/>
                      <a:pt x="4" y="44"/>
                      <a:pt x="5" y="42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399" name="Freeform 515">
                <a:extLst>
                  <a:ext uri="{FF2B5EF4-FFF2-40B4-BE49-F238E27FC236}">
                    <a16:creationId xmlns:a16="http://schemas.microsoft.com/office/drawing/2014/main" id="{DE0B7742-47B6-4F83-B826-BBB1AEE9F6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1" y="2206"/>
                <a:ext cx="37" cy="21"/>
              </a:xfrm>
              <a:custGeom>
                <a:avLst/>
                <a:gdLst>
                  <a:gd name="T0" fmla="*/ 34 w 22"/>
                  <a:gd name="T1" fmla="*/ 0 h 13"/>
                  <a:gd name="T2" fmla="*/ 29 w 22"/>
                  <a:gd name="T3" fmla="*/ 47 h 13"/>
                  <a:gd name="T4" fmla="*/ 71 w 22"/>
                  <a:gd name="T5" fmla="*/ 21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13">
                    <a:moveTo>
                      <a:pt x="7" y="0"/>
                    </a:moveTo>
                    <a:cubicBezTo>
                      <a:pt x="0" y="1"/>
                      <a:pt x="0" y="9"/>
                      <a:pt x="6" y="11"/>
                    </a:cubicBezTo>
                    <a:cubicBezTo>
                      <a:pt x="11" y="13"/>
                      <a:pt x="22" y="6"/>
                      <a:pt x="15" y="5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400" name="Freeform 516">
                <a:extLst>
                  <a:ext uri="{FF2B5EF4-FFF2-40B4-BE49-F238E27FC236}">
                    <a16:creationId xmlns:a16="http://schemas.microsoft.com/office/drawing/2014/main" id="{9EE7BBE0-7691-4CFC-B4CE-C0FB7E6DDD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5" y="1322"/>
                <a:ext cx="57" cy="63"/>
              </a:xfrm>
              <a:custGeom>
                <a:avLst/>
                <a:gdLst>
                  <a:gd name="T0" fmla="*/ 141 w 34"/>
                  <a:gd name="T1" fmla="*/ 0 h 38"/>
                  <a:gd name="T2" fmla="*/ 0 w 34"/>
                  <a:gd name="T3" fmla="*/ 154 h 38"/>
                  <a:gd name="T4" fmla="*/ 112 w 34"/>
                  <a:gd name="T5" fmla="*/ 124 h 38"/>
                  <a:gd name="T6" fmla="*/ 146 w 34"/>
                  <a:gd name="T7" fmla="*/ 20 h 38"/>
                  <a:gd name="T8" fmla="*/ 161 w 34"/>
                  <a:gd name="T9" fmla="*/ 8 h 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" h="38">
                    <a:moveTo>
                      <a:pt x="30" y="0"/>
                    </a:moveTo>
                    <a:cubicBezTo>
                      <a:pt x="22" y="13"/>
                      <a:pt x="18" y="37"/>
                      <a:pt x="0" y="34"/>
                    </a:cubicBezTo>
                    <a:cubicBezTo>
                      <a:pt x="11" y="35"/>
                      <a:pt x="16" y="38"/>
                      <a:pt x="24" y="27"/>
                    </a:cubicBezTo>
                    <a:cubicBezTo>
                      <a:pt x="28" y="21"/>
                      <a:pt x="33" y="12"/>
                      <a:pt x="31" y="4"/>
                    </a:cubicBezTo>
                    <a:cubicBezTo>
                      <a:pt x="32" y="3"/>
                      <a:pt x="33" y="3"/>
                      <a:pt x="34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401" name="Freeform 517">
                <a:extLst>
                  <a:ext uri="{FF2B5EF4-FFF2-40B4-BE49-F238E27FC236}">
                    <a16:creationId xmlns:a16="http://schemas.microsoft.com/office/drawing/2014/main" id="{B505453C-3B87-4470-8A2C-A70CC6CE67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8" y="2676"/>
                <a:ext cx="34" cy="335"/>
              </a:xfrm>
              <a:custGeom>
                <a:avLst/>
                <a:gdLst>
                  <a:gd name="T0" fmla="*/ 0 w 20"/>
                  <a:gd name="T1" fmla="*/ 0 h 201"/>
                  <a:gd name="T2" fmla="*/ 90 w 20"/>
                  <a:gd name="T3" fmla="*/ 930 h 201"/>
                  <a:gd name="T4" fmla="*/ 0 w 20"/>
                  <a:gd name="T5" fmla="*/ 0 h 20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201">
                    <a:moveTo>
                      <a:pt x="0" y="0"/>
                    </a:moveTo>
                    <a:cubicBezTo>
                      <a:pt x="0" y="38"/>
                      <a:pt x="9" y="134"/>
                      <a:pt x="18" y="201"/>
                    </a:cubicBezTo>
                    <a:cubicBezTo>
                      <a:pt x="20" y="161"/>
                      <a:pt x="11" y="36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402" name="Freeform 518">
                <a:extLst>
                  <a:ext uri="{FF2B5EF4-FFF2-40B4-BE49-F238E27FC236}">
                    <a16:creationId xmlns:a16="http://schemas.microsoft.com/office/drawing/2014/main" id="{FE48511B-D3D1-4E54-9F63-F6417000A4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0" y="1584"/>
                <a:ext cx="5" cy="166"/>
              </a:xfrm>
              <a:custGeom>
                <a:avLst/>
                <a:gdLst>
                  <a:gd name="T0" fmla="*/ 0 w 3"/>
                  <a:gd name="T1" fmla="*/ 458 h 100"/>
                  <a:gd name="T2" fmla="*/ 0 w 3"/>
                  <a:gd name="T3" fmla="*/ 452 h 100"/>
                  <a:gd name="T4" fmla="*/ 0 w 3"/>
                  <a:gd name="T5" fmla="*/ 0 h 1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100">
                    <a:moveTo>
                      <a:pt x="0" y="100"/>
                    </a:moveTo>
                    <a:cubicBezTo>
                      <a:pt x="0" y="99"/>
                      <a:pt x="0" y="99"/>
                      <a:pt x="0" y="99"/>
                    </a:cubicBezTo>
                    <a:cubicBezTo>
                      <a:pt x="2" y="66"/>
                      <a:pt x="3" y="7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403" name="Freeform 519">
                <a:extLst>
                  <a:ext uri="{FF2B5EF4-FFF2-40B4-BE49-F238E27FC236}">
                    <a16:creationId xmlns:a16="http://schemas.microsoft.com/office/drawing/2014/main" id="{5142F05A-1FA4-41C5-B64C-618752B87B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0" y="1615"/>
                <a:ext cx="52" cy="49"/>
              </a:xfrm>
              <a:custGeom>
                <a:avLst/>
                <a:gdLst>
                  <a:gd name="T0" fmla="*/ 70 w 31"/>
                  <a:gd name="T1" fmla="*/ 0 h 29"/>
                  <a:gd name="T2" fmla="*/ 29 w 31"/>
                  <a:gd name="T3" fmla="*/ 83 h 29"/>
                  <a:gd name="T4" fmla="*/ 112 w 31"/>
                  <a:gd name="T5" fmla="*/ 14 h 2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1" h="29">
                    <a:moveTo>
                      <a:pt x="15" y="0"/>
                    </a:moveTo>
                    <a:cubicBezTo>
                      <a:pt x="7" y="0"/>
                      <a:pt x="0" y="9"/>
                      <a:pt x="6" y="17"/>
                    </a:cubicBezTo>
                    <a:cubicBezTo>
                      <a:pt x="14" y="29"/>
                      <a:pt x="31" y="15"/>
                      <a:pt x="24" y="3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404" name="Freeform 520">
                <a:extLst>
                  <a:ext uri="{FF2B5EF4-FFF2-40B4-BE49-F238E27FC236}">
                    <a16:creationId xmlns:a16="http://schemas.microsoft.com/office/drawing/2014/main" id="{6A454390-0176-4A22-A319-824FFC0A04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8" y="1624"/>
                <a:ext cx="2" cy="3"/>
              </a:xfrm>
              <a:custGeom>
                <a:avLst/>
                <a:gdLst>
                  <a:gd name="T0" fmla="*/ 0 w 1"/>
                  <a:gd name="T1" fmla="*/ 8 h 2"/>
                  <a:gd name="T2" fmla="*/ 8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2"/>
                      <a:pt x="0" y="1"/>
                      <a:pt x="1" y="0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405" name="Freeform 521">
                <a:extLst>
                  <a:ext uri="{FF2B5EF4-FFF2-40B4-BE49-F238E27FC236}">
                    <a16:creationId xmlns:a16="http://schemas.microsoft.com/office/drawing/2014/main" id="{C61666A9-10CD-4A8E-9866-1F027EA6A4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8" y="1615"/>
                <a:ext cx="32" cy="35"/>
              </a:xfrm>
              <a:custGeom>
                <a:avLst/>
                <a:gdLst>
                  <a:gd name="T0" fmla="*/ 42 w 19"/>
                  <a:gd name="T1" fmla="*/ 0 h 21"/>
                  <a:gd name="T2" fmla="*/ 91 w 19"/>
                  <a:gd name="T3" fmla="*/ 50 h 21"/>
                  <a:gd name="T4" fmla="*/ 42 w 19"/>
                  <a:gd name="T5" fmla="*/ 97 h 21"/>
                  <a:gd name="T6" fmla="*/ 0 w 19"/>
                  <a:gd name="T7" fmla="*/ 70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21">
                    <a:moveTo>
                      <a:pt x="9" y="0"/>
                    </a:moveTo>
                    <a:cubicBezTo>
                      <a:pt x="15" y="0"/>
                      <a:pt x="19" y="5"/>
                      <a:pt x="19" y="11"/>
                    </a:cubicBezTo>
                    <a:cubicBezTo>
                      <a:pt x="19" y="16"/>
                      <a:pt x="15" y="21"/>
                      <a:pt x="9" y="21"/>
                    </a:cubicBezTo>
                    <a:cubicBezTo>
                      <a:pt x="5" y="21"/>
                      <a:pt x="2" y="18"/>
                      <a:pt x="0" y="15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406" name="Oval 522">
                <a:extLst>
                  <a:ext uri="{FF2B5EF4-FFF2-40B4-BE49-F238E27FC236}">
                    <a16:creationId xmlns:a16="http://schemas.microsoft.com/office/drawing/2014/main" id="{1026E9F9-EEE8-47E4-9E92-C3F62D2F2A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48" y="1629"/>
                <a:ext cx="11" cy="8"/>
              </a:xfrm>
              <a:prstGeom prst="ellipse">
                <a:avLst/>
              </a:prstGeom>
              <a:noFill/>
              <a:ln w="4763" cap="rnd">
                <a:solidFill>
                  <a:srgbClr val="343434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407" name="Freeform 523">
                <a:extLst>
                  <a:ext uri="{FF2B5EF4-FFF2-40B4-BE49-F238E27FC236}">
                    <a16:creationId xmlns:a16="http://schemas.microsoft.com/office/drawing/2014/main" id="{B312FF5F-0086-48AE-B7D6-C83A2EC1A7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2" y="1359"/>
                <a:ext cx="152" cy="10"/>
              </a:xfrm>
              <a:custGeom>
                <a:avLst/>
                <a:gdLst>
                  <a:gd name="T0" fmla="*/ 0 w 91"/>
                  <a:gd name="T1" fmla="*/ 5 h 6"/>
                  <a:gd name="T2" fmla="*/ 42 w 91"/>
                  <a:gd name="T3" fmla="*/ 8 h 6"/>
                  <a:gd name="T4" fmla="*/ 84 w 91"/>
                  <a:gd name="T5" fmla="*/ 8 h 6"/>
                  <a:gd name="T6" fmla="*/ 234 w 91"/>
                  <a:gd name="T7" fmla="*/ 20 h 6"/>
                  <a:gd name="T8" fmla="*/ 284 w 91"/>
                  <a:gd name="T9" fmla="*/ 22 h 6"/>
                  <a:gd name="T10" fmla="*/ 424 w 91"/>
                  <a:gd name="T11" fmla="*/ 13 h 6"/>
                  <a:gd name="T12" fmla="*/ 284 w 91"/>
                  <a:gd name="T13" fmla="*/ 13 h 6"/>
                  <a:gd name="T14" fmla="*/ 234 w 91"/>
                  <a:gd name="T15" fmla="*/ 8 h 6"/>
                  <a:gd name="T16" fmla="*/ 84 w 91"/>
                  <a:gd name="T17" fmla="*/ 0 h 6"/>
                  <a:gd name="T18" fmla="*/ 42 w 91"/>
                  <a:gd name="T19" fmla="*/ 0 h 6"/>
                  <a:gd name="T20" fmla="*/ 0 w 91"/>
                  <a:gd name="T21" fmla="*/ 5 h 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91" h="6">
                    <a:moveTo>
                      <a:pt x="0" y="1"/>
                    </a:moveTo>
                    <a:cubicBezTo>
                      <a:pt x="9" y="2"/>
                      <a:pt x="9" y="2"/>
                      <a:pt x="9" y="2"/>
                    </a:cubicBezTo>
                    <a:cubicBezTo>
                      <a:pt x="13" y="2"/>
                      <a:pt x="17" y="2"/>
                      <a:pt x="18" y="2"/>
                    </a:cubicBezTo>
                    <a:cubicBezTo>
                      <a:pt x="29" y="2"/>
                      <a:pt x="40" y="3"/>
                      <a:pt x="50" y="4"/>
                    </a:cubicBezTo>
                    <a:cubicBezTo>
                      <a:pt x="61" y="5"/>
                      <a:pt x="61" y="5"/>
                      <a:pt x="61" y="5"/>
                    </a:cubicBezTo>
                    <a:cubicBezTo>
                      <a:pt x="71" y="6"/>
                      <a:pt x="84" y="4"/>
                      <a:pt x="91" y="3"/>
                    </a:cubicBezTo>
                    <a:cubicBezTo>
                      <a:pt x="84" y="4"/>
                      <a:pt x="71" y="4"/>
                      <a:pt x="61" y="3"/>
                    </a:cubicBezTo>
                    <a:cubicBezTo>
                      <a:pt x="50" y="2"/>
                      <a:pt x="50" y="2"/>
                      <a:pt x="50" y="2"/>
                    </a:cubicBezTo>
                    <a:cubicBezTo>
                      <a:pt x="41" y="1"/>
                      <a:pt x="29" y="0"/>
                      <a:pt x="18" y="0"/>
                    </a:cubicBezTo>
                    <a:cubicBezTo>
                      <a:pt x="17" y="0"/>
                      <a:pt x="13" y="0"/>
                      <a:pt x="9" y="0"/>
                    </a:cubicBezTo>
                    <a:cubicBezTo>
                      <a:pt x="9" y="0"/>
                      <a:pt x="0" y="1"/>
                      <a:pt x="0" y="1"/>
                    </a:cubicBezTo>
                  </a:path>
                </a:pathLst>
              </a:custGeom>
              <a:solidFill>
                <a:srgbClr val="8F8E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408" name="Freeform 524">
                <a:extLst>
                  <a:ext uri="{FF2B5EF4-FFF2-40B4-BE49-F238E27FC236}">
                    <a16:creationId xmlns:a16="http://schemas.microsoft.com/office/drawing/2014/main" id="{4572A66B-F2F5-474E-A827-804440B51E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5" y="1292"/>
                <a:ext cx="70" cy="77"/>
              </a:xfrm>
              <a:custGeom>
                <a:avLst/>
                <a:gdLst>
                  <a:gd name="T0" fmla="*/ 97 w 42"/>
                  <a:gd name="T1" fmla="*/ 203 h 46"/>
                  <a:gd name="T2" fmla="*/ 88 w 42"/>
                  <a:gd name="T3" fmla="*/ 208 h 46"/>
                  <a:gd name="T4" fmla="*/ 75 w 42"/>
                  <a:gd name="T5" fmla="*/ 203 h 46"/>
                  <a:gd name="T6" fmla="*/ 0 w 42"/>
                  <a:gd name="T7" fmla="*/ 92 h 46"/>
                  <a:gd name="T8" fmla="*/ 75 w 42"/>
                  <a:gd name="T9" fmla="*/ 211 h 46"/>
                  <a:gd name="T10" fmla="*/ 88 w 42"/>
                  <a:gd name="T11" fmla="*/ 216 h 46"/>
                  <a:gd name="T12" fmla="*/ 97 w 42"/>
                  <a:gd name="T13" fmla="*/ 211 h 46"/>
                  <a:gd name="T14" fmla="*/ 195 w 42"/>
                  <a:gd name="T15" fmla="*/ 0 h 46"/>
                  <a:gd name="T16" fmla="*/ 97 w 42"/>
                  <a:gd name="T17" fmla="*/ 203 h 4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2" h="46">
                    <a:moveTo>
                      <a:pt x="21" y="43"/>
                    </a:moveTo>
                    <a:cubicBezTo>
                      <a:pt x="19" y="44"/>
                      <a:pt x="19" y="44"/>
                      <a:pt x="19" y="44"/>
                    </a:cubicBezTo>
                    <a:cubicBezTo>
                      <a:pt x="16" y="43"/>
                      <a:pt x="16" y="43"/>
                      <a:pt x="16" y="43"/>
                    </a:cubicBezTo>
                    <a:cubicBezTo>
                      <a:pt x="12" y="43"/>
                      <a:pt x="5" y="34"/>
                      <a:pt x="0" y="20"/>
                    </a:cubicBezTo>
                    <a:cubicBezTo>
                      <a:pt x="2" y="26"/>
                      <a:pt x="9" y="44"/>
                      <a:pt x="16" y="45"/>
                    </a:cubicBezTo>
                    <a:cubicBezTo>
                      <a:pt x="19" y="46"/>
                      <a:pt x="19" y="46"/>
                      <a:pt x="19" y="46"/>
                    </a:cubicBezTo>
                    <a:cubicBezTo>
                      <a:pt x="21" y="45"/>
                      <a:pt x="21" y="45"/>
                      <a:pt x="21" y="45"/>
                    </a:cubicBezTo>
                    <a:cubicBezTo>
                      <a:pt x="30" y="44"/>
                      <a:pt x="39" y="17"/>
                      <a:pt x="42" y="0"/>
                    </a:cubicBezTo>
                    <a:cubicBezTo>
                      <a:pt x="39" y="19"/>
                      <a:pt x="28" y="43"/>
                      <a:pt x="21" y="43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409" name="Freeform 525">
                <a:extLst>
                  <a:ext uri="{FF2B5EF4-FFF2-40B4-BE49-F238E27FC236}">
                    <a16:creationId xmlns:a16="http://schemas.microsoft.com/office/drawing/2014/main" id="{A9C1EC6D-C9A5-474A-9F4D-0CB482C33C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8" y="2202"/>
                <a:ext cx="39" cy="17"/>
              </a:xfrm>
              <a:custGeom>
                <a:avLst/>
                <a:gdLst>
                  <a:gd name="T0" fmla="*/ 0 w 23"/>
                  <a:gd name="T1" fmla="*/ 49 h 10"/>
                  <a:gd name="T2" fmla="*/ 54 w 23"/>
                  <a:gd name="T3" fmla="*/ 0 h 10"/>
                  <a:gd name="T4" fmla="*/ 112 w 23"/>
                  <a:gd name="T5" fmla="*/ 49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10">
                    <a:moveTo>
                      <a:pt x="0" y="10"/>
                    </a:moveTo>
                    <a:cubicBezTo>
                      <a:pt x="5" y="2"/>
                      <a:pt x="6" y="0"/>
                      <a:pt x="11" y="0"/>
                    </a:cubicBezTo>
                    <a:cubicBezTo>
                      <a:pt x="16" y="0"/>
                      <a:pt x="18" y="2"/>
                      <a:pt x="23" y="10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410" name="Freeform 526">
                <a:extLst>
                  <a:ext uri="{FF2B5EF4-FFF2-40B4-BE49-F238E27FC236}">
                    <a16:creationId xmlns:a16="http://schemas.microsoft.com/office/drawing/2014/main" id="{BC05D745-758B-4A07-906D-D5C1544DA1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5" y="2212"/>
                <a:ext cx="25" cy="14"/>
              </a:xfrm>
              <a:custGeom>
                <a:avLst/>
                <a:gdLst>
                  <a:gd name="T0" fmla="*/ 0 w 15"/>
                  <a:gd name="T1" fmla="*/ 0 h 8"/>
                  <a:gd name="T2" fmla="*/ 70 w 15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8">
                    <a:moveTo>
                      <a:pt x="0" y="0"/>
                    </a:moveTo>
                    <a:cubicBezTo>
                      <a:pt x="2" y="8"/>
                      <a:pt x="13" y="8"/>
                      <a:pt x="15" y="0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411" name="Freeform 527">
                <a:extLst>
                  <a:ext uri="{FF2B5EF4-FFF2-40B4-BE49-F238E27FC236}">
                    <a16:creationId xmlns:a16="http://schemas.microsoft.com/office/drawing/2014/main" id="{D3AC7602-85E8-4872-BD8A-662C443338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2" y="950"/>
                <a:ext cx="17" cy="32"/>
              </a:xfrm>
              <a:custGeom>
                <a:avLst/>
                <a:gdLst>
                  <a:gd name="T0" fmla="*/ 49 w 10"/>
                  <a:gd name="T1" fmla="*/ 91 h 19"/>
                  <a:gd name="T2" fmla="*/ 0 w 10"/>
                  <a:gd name="T3" fmla="*/ 57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19">
                    <a:moveTo>
                      <a:pt x="10" y="19"/>
                    </a:moveTo>
                    <a:cubicBezTo>
                      <a:pt x="8" y="13"/>
                      <a:pt x="2" y="0"/>
                      <a:pt x="0" y="12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412" name="Freeform 528">
                <a:extLst>
                  <a:ext uri="{FF2B5EF4-FFF2-40B4-BE49-F238E27FC236}">
                    <a16:creationId xmlns:a16="http://schemas.microsoft.com/office/drawing/2014/main" id="{D1AFD611-EC71-49C3-BE01-89D1D988B7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5" y="1012"/>
                <a:ext cx="12" cy="35"/>
              </a:xfrm>
              <a:custGeom>
                <a:avLst/>
                <a:gdLst>
                  <a:gd name="T0" fmla="*/ 9 w 7"/>
                  <a:gd name="T1" fmla="*/ 0 h 21"/>
                  <a:gd name="T2" fmla="*/ 9 w 7"/>
                  <a:gd name="T3" fmla="*/ 55 h 21"/>
                  <a:gd name="T4" fmla="*/ 26 w 7"/>
                  <a:gd name="T5" fmla="*/ 97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21">
                    <a:moveTo>
                      <a:pt x="2" y="0"/>
                    </a:moveTo>
                    <a:cubicBezTo>
                      <a:pt x="0" y="3"/>
                      <a:pt x="0" y="6"/>
                      <a:pt x="2" y="12"/>
                    </a:cubicBezTo>
                    <a:cubicBezTo>
                      <a:pt x="3" y="18"/>
                      <a:pt x="7" y="15"/>
                      <a:pt x="5" y="21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413" name="Freeform 529">
                <a:extLst>
                  <a:ext uri="{FF2B5EF4-FFF2-40B4-BE49-F238E27FC236}">
                    <a16:creationId xmlns:a16="http://schemas.microsoft.com/office/drawing/2014/main" id="{A7556CE7-1B74-460D-A7EF-38CEABBC08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5" y="968"/>
                <a:ext cx="9" cy="22"/>
              </a:xfrm>
              <a:custGeom>
                <a:avLst/>
                <a:gdLst>
                  <a:gd name="T0" fmla="*/ 23 w 5"/>
                  <a:gd name="T1" fmla="*/ 0 h 13"/>
                  <a:gd name="T2" fmla="*/ 0 w 5"/>
                  <a:gd name="T3" fmla="*/ 63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3">
                    <a:moveTo>
                      <a:pt x="4" y="0"/>
                    </a:moveTo>
                    <a:cubicBezTo>
                      <a:pt x="5" y="2"/>
                      <a:pt x="0" y="7"/>
                      <a:pt x="0" y="13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414" name="Freeform 530">
                <a:extLst>
                  <a:ext uri="{FF2B5EF4-FFF2-40B4-BE49-F238E27FC236}">
                    <a16:creationId xmlns:a16="http://schemas.microsoft.com/office/drawing/2014/main" id="{06CE31F3-422B-48D0-BC30-5C2647FFDF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4" y="1047"/>
                <a:ext cx="10" cy="33"/>
              </a:xfrm>
              <a:custGeom>
                <a:avLst/>
                <a:gdLst>
                  <a:gd name="T0" fmla="*/ 0 w 6"/>
                  <a:gd name="T1" fmla="*/ 0 h 20"/>
                  <a:gd name="T2" fmla="*/ 28 w 6"/>
                  <a:gd name="T3" fmla="*/ 89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20">
                    <a:moveTo>
                      <a:pt x="0" y="0"/>
                    </a:moveTo>
                    <a:cubicBezTo>
                      <a:pt x="2" y="7"/>
                      <a:pt x="2" y="10"/>
                      <a:pt x="6" y="20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415" name="Freeform 531">
                <a:extLst>
                  <a:ext uri="{FF2B5EF4-FFF2-40B4-BE49-F238E27FC236}">
                    <a16:creationId xmlns:a16="http://schemas.microsoft.com/office/drawing/2014/main" id="{EC984F83-02E6-4329-BF8A-F0B3C69299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91" y="950"/>
                <a:ext cx="17" cy="32"/>
              </a:xfrm>
              <a:custGeom>
                <a:avLst/>
                <a:gdLst>
                  <a:gd name="T0" fmla="*/ 0 w 10"/>
                  <a:gd name="T1" fmla="*/ 91 h 19"/>
                  <a:gd name="T2" fmla="*/ 49 w 10"/>
                  <a:gd name="T3" fmla="*/ 57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19">
                    <a:moveTo>
                      <a:pt x="0" y="19"/>
                    </a:moveTo>
                    <a:cubicBezTo>
                      <a:pt x="2" y="13"/>
                      <a:pt x="8" y="0"/>
                      <a:pt x="10" y="12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416" name="Freeform 532">
                <a:extLst>
                  <a:ext uri="{FF2B5EF4-FFF2-40B4-BE49-F238E27FC236}">
                    <a16:creationId xmlns:a16="http://schemas.microsoft.com/office/drawing/2014/main" id="{6A087D89-65AA-45FD-88D9-43288AD02C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9" y="1012"/>
                <a:ext cx="17" cy="35"/>
              </a:xfrm>
              <a:custGeom>
                <a:avLst/>
                <a:gdLst>
                  <a:gd name="T0" fmla="*/ 41 w 10"/>
                  <a:gd name="T1" fmla="*/ 0 h 21"/>
                  <a:gd name="T2" fmla="*/ 41 w 10"/>
                  <a:gd name="T3" fmla="*/ 55 h 21"/>
                  <a:gd name="T4" fmla="*/ 15 w 10"/>
                  <a:gd name="T5" fmla="*/ 97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21">
                    <a:moveTo>
                      <a:pt x="8" y="0"/>
                    </a:moveTo>
                    <a:cubicBezTo>
                      <a:pt x="10" y="3"/>
                      <a:pt x="9" y="6"/>
                      <a:pt x="8" y="12"/>
                    </a:cubicBezTo>
                    <a:cubicBezTo>
                      <a:pt x="6" y="18"/>
                      <a:pt x="0" y="15"/>
                      <a:pt x="3" y="21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417" name="Freeform 533">
                <a:extLst>
                  <a:ext uri="{FF2B5EF4-FFF2-40B4-BE49-F238E27FC236}">
                    <a16:creationId xmlns:a16="http://schemas.microsoft.com/office/drawing/2014/main" id="{AD12C25C-C1FD-4B7C-8EE0-3B2A347781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96" y="968"/>
                <a:ext cx="8" cy="24"/>
              </a:xfrm>
              <a:custGeom>
                <a:avLst/>
                <a:gdLst>
                  <a:gd name="T0" fmla="*/ 5 w 5"/>
                  <a:gd name="T1" fmla="*/ 0 h 14"/>
                  <a:gd name="T2" fmla="*/ 21 w 5"/>
                  <a:gd name="T3" fmla="*/ 70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4">
                    <a:moveTo>
                      <a:pt x="1" y="0"/>
                    </a:moveTo>
                    <a:cubicBezTo>
                      <a:pt x="0" y="3"/>
                      <a:pt x="5" y="8"/>
                      <a:pt x="5" y="14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418" name="Freeform 534">
                <a:extLst>
                  <a:ext uri="{FF2B5EF4-FFF2-40B4-BE49-F238E27FC236}">
                    <a16:creationId xmlns:a16="http://schemas.microsoft.com/office/drawing/2014/main" id="{8E4C1227-56EB-4973-819E-A9AF4AC208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6" y="1045"/>
                <a:ext cx="6" cy="39"/>
              </a:xfrm>
              <a:custGeom>
                <a:avLst/>
                <a:gdLst>
                  <a:gd name="T0" fmla="*/ 14 w 4"/>
                  <a:gd name="T1" fmla="*/ 0 h 23"/>
                  <a:gd name="T2" fmla="*/ 0 w 4"/>
                  <a:gd name="T3" fmla="*/ 112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3">
                    <a:moveTo>
                      <a:pt x="4" y="0"/>
                    </a:moveTo>
                    <a:cubicBezTo>
                      <a:pt x="3" y="8"/>
                      <a:pt x="4" y="11"/>
                      <a:pt x="0" y="23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419" name="Freeform 535">
                <a:extLst>
                  <a:ext uri="{FF2B5EF4-FFF2-40B4-BE49-F238E27FC236}">
                    <a16:creationId xmlns:a16="http://schemas.microsoft.com/office/drawing/2014/main" id="{5D83CEAB-C150-4162-BCD8-76964EFF9A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9" y="3978"/>
                <a:ext cx="34" cy="20"/>
              </a:xfrm>
              <a:custGeom>
                <a:avLst/>
                <a:gdLst>
                  <a:gd name="T0" fmla="*/ 0 w 20"/>
                  <a:gd name="T1" fmla="*/ 37 h 12"/>
                  <a:gd name="T2" fmla="*/ 78 w 20"/>
                  <a:gd name="T3" fmla="*/ 47 h 12"/>
                  <a:gd name="T4" fmla="*/ 92 w 20"/>
                  <a:gd name="T5" fmla="*/ 20 h 12"/>
                  <a:gd name="T6" fmla="*/ 20 w 20"/>
                  <a:gd name="T7" fmla="*/ 5 h 12"/>
                  <a:gd name="T8" fmla="*/ 0 w 20"/>
                  <a:gd name="T9" fmla="*/ 37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12">
                    <a:moveTo>
                      <a:pt x="0" y="8"/>
                    </a:moveTo>
                    <a:cubicBezTo>
                      <a:pt x="2" y="6"/>
                      <a:pt x="14" y="8"/>
                      <a:pt x="16" y="10"/>
                    </a:cubicBezTo>
                    <a:cubicBezTo>
                      <a:pt x="19" y="12"/>
                      <a:pt x="20" y="6"/>
                      <a:pt x="19" y="4"/>
                    </a:cubicBezTo>
                    <a:cubicBezTo>
                      <a:pt x="15" y="1"/>
                      <a:pt x="8" y="0"/>
                      <a:pt x="4" y="1"/>
                    </a:cubicBezTo>
                    <a:cubicBezTo>
                      <a:pt x="1" y="3"/>
                      <a:pt x="0" y="8"/>
                      <a:pt x="0" y="8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420" name="Freeform 536">
                <a:extLst>
                  <a:ext uri="{FF2B5EF4-FFF2-40B4-BE49-F238E27FC236}">
                    <a16:creationId xmlns:a16="http://schemas.microsoft.com/office/drawing/2014/main" id="{24A97995-2EBC-4409-B0E1-71B1287898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4" y="3958"/>
                <a:ext cx="27" cy="56"/>
              </a:xfrm>
              <a:custGeom>
                <a:avLst/>
                <a:gdLst>
                  <a:gd name="T0" fmla="*/ 78 w 16"/>
                  <a:gd name="T1" fmla="*/ 0 h 34"/>
                  <a:gd name="T2" fmla="*/ 20 w 16"/>
                  <a:gd name="T3" fmla="*/ 81 h 34"/>
                  <a:gd name="T4" fmla="*/ 8 w 16"/>
                  <a:gd name="T5" fmla="*/ 152 h 3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34">
                    <a:moveTo>
                      <a:pt x="16" y="0"/>
                    </a:moveTo>
                    <a:cubicBezTo>
                      <a:pt x="14" y="6"/>
                      <a:pt x="6" y="10"/>
                      <a:pt x="4" y="18"/>
                    </a:cubicBezTo>
                    <a:cubicBezTo>
                      <a:pt x="2" y="23"/>
                      <a:pt x="0" y="30"/>
                      <a:pt x="2" y="34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421" name="Freeform 537">
                <a:extLst>
                  <a:ext uri="{FF2B5EF4-FFF2-40B4-BE49-F238E27FC236}">
                    <a16:creationId xmlns:a16="http://schemas.microsoft.com/office/drawing/2014/main" id="{FA27BCD5-2FD7-4FAE-B955-D7A99EB510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9" y="3946"/>
                <a:ext cx="30" cy="68"/>
              </a:xfrm>
              <a:custGeom>
                <a:avLst/>
                <a:gdLst>
                  <a:gd name="T0" fmla="*/ 83 w 18"/>
                  <a:gd name="T1" fmla="*/ 0 h 41"/>
                  <a:gd name="T2" fmla="*/ 55 w 18"/>
                  <a:gd name="T3" fmla="*/ 50 h 41"/>
                  <a:gd name="T4" fmla="*/ 22 w 18"/>
                  <a:gd name="T5" fmla="*/ 109 h 41"/>
                  <a:gd name="T6" fmla="*/ 22 w 18"/>
                  <a:gd name="T7" fmla="*/ 187 h 4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41">
                    <a:moveTo>
                      <a:pt x="18" y="0"/>
                    </a:moveTo>
                    <a:cubicBezTo>
                      <a:pt x="14" y="3"/>
                      <a:pt x="13" y="4"/>
                      <a:pt x="12" y="11"/>
                    </a:cubicBezTo>
                    <a:cubicBezTo>
                      <a:pt x="10" y="17"/>
                      <a:pt x="7" y="21"/>
                      <a:pt x="5" y="24"/>
                    </a:cubicBezTo>
                    <a:cubicBezTo>
                      <a:pt x="3" y="28"/>
                      <a:pt x="0" y="36"/>
                      <a:pt x="5" y="41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422" name="Freeform 538">
                <a:extLst>
                  <a:ext uri="{FF2B5EF4-FFF2-40B4-BE49-F238E27FC236}">
                    <a16:creationId xmlns:a16="http://schemas.microsoft.com/office/drawing/2014/main" id="{89134DDD-4C73-473F-9CE2-EA30465D89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0" y="3939"/>
                <a:ext cx="39" cy="62"/>
              </a:xfrm>
              <a:custGeom>
                <a:avLst/>
                <a:gdLst>
                  <a:gd name="T0" fmla="*/ 112 w 23"/>
                  <a:gd name="T1" fmla="*/ 0 h 37"/>
                  <a:gd name="T2" fmla="*/ 42 w 23"/>
                  <a:gd name="T3" fmla="*/ 65 h 37"/>
                  <a:gd name="T4" fmla="*/ 14 w 23"/>
                  <a:gd name="T5" fmla="*/ 132 h 37"/>
                  <a:gd name="T6" fmla="*/ 0 w 23"/>
                  <a:gd name="T7" fmla="*/ 174 h 3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" h="37">
                    <a:moveTo>
                      <a:pt x="23" y="0"/>
                    </a:moveTo>
                    <a:cubicBezTo>
                      <a:pt x="18" y="3"/>
                      <a:pt x="11" y="9"/>
                      <a:pt x="9" y="14"/>
                    </a:cubicBezTo>
                    <a:cubicBezTo>
                      <a:pt x="7" y="20"/>
                      <a:pt x="5" y="23"/>
                      <a:pt x="3" y="28"/>
                    </a:cubicBezTo>
                    <a:cubicBezTo>
                      <a:pt x="1" y="31"/>
                      <a:pt x="0" y="34"/>
                      <a:pt x="0" y="37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423" name="Freeform 539">
                <a:extLst>
                  <a:ext uri="{FF2B5EF4-FFF2-40B4-BE49-F238E27FC236}">
                    <a16:creationId xmlns:a16="http://schemas.microsoft.com/office/drawing/2014/main" id="{833E6003-E346-4579-96D9-91BF6A7058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8" y="3931"/>
                <a:ext cx="44" cy="55"/>
              </a:xfrm>
              <a:custGeom>
                <a:avLst/>
                <a:gdLst>
                  <a:gd name="T0" fmla="*/ 125 w 26"/>
                  <a:gd name="T1" fmla="*/ 0 h 33"/>
                  <a:gd name="T2" fmla="*/ 63 w 26"/>
                  <a:gd name="T3" fmla="*/ 50 h 33"/>
                  <a:gd name="T4" fmla="*/ 8 w 26"/>
                  <a:gd name="T5" fmla="*/ 125 h 33"/>
                  <a:gd name="T6" fmla="*/ 0 w 26"/>
                  <a:gd name="T7" fmla="*/ 153 h 3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33">
                    <a:moveTo>
                      <a:pt x="26" y="0"/>
                    </a:moveTo>
                    <a:cubicBezTo>
                      <a:pt x="21" y="3"/>
                      <a:pt x="16" y="7"/>
                      <a:pt x="13" y="11"/>
                    </a:cubicBezTo>
                    <a:cubicBezTo>
                      <a:pt x="10" y="15"/>
                      <a:pt x="4" y="18"/>
                      <a:pt x="2" y="27"/>
                    </a:cubicBezTo>
                    <a:cubicBezTo>
                      <a:pt x="1" y="29"/>
                      <a:pt x="1" y="31"/>
                      <a:pt x="0" y="33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424" name="Freeform 540">
                <a:extLst>
                  <a:ext uri="{FF2B5EF4-FFF2-40B4-BE49-F238E27FC236}">
                    <a16:creationId xmlns:a16="http://schemas.microsoft.com/office/drawing/2014/main" id="{A6B77816-9F89-4A47-85B1-3462979643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4" y="3993"/>
                <a:ext cx="23" cy="16"/>
              </a:xfrm>
              <a:custGeom>
                <a:avLst/>
                <a:gdLst>
                  <a:gd name="T0" fmla="*/ 5 w 14"/>
                  <a:gd name="T1" fmla="*/ 35 h 10"/>
                  <a:gd name="T2" fmla="*/ 58 w 14"/>
                  <a:gd name="T3" fmla="*/ 34 h 10"/>
                  <a:gd name="T4" fmla="*/ 33 w 14"/>
                  <a:gd name="T5" fmla="*/ 5 h 10"/>
                  <a:gd name="T6" fmla="*/ 5 w 14"/>
                  <a:gd name="T7" fmla="*/ 35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10">
                    <a:moveTo>
                      <a:pt x="1" y="9"/>
                    </a:moveTo>
                    <a:cubicBezTo>
                      <a:pt x="5" y="10"/>
                      <a:pt x="11" y="9"/>
                      <a:pt x="13" y="8"/>
                    </a:cubicBezTo>
                    <a:cubicBezTo>
                      <a:pt x="14" y="7"/>
                      <a:pt x="13" y="1"/>
                      <a:pt x="7" y="1"/>
                    </a:cubicBezTo>
                    <a:cubicBezTo>
                      <a:pt x="1" y="0"/>
                      <a:pt x="0" y="8"/>
                      <a:pt x="1" y="9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425" name="Freeform 541">
                <a:extLst>
                  <a:ext uri="{FF2B5EF4-FFF2-40B4-BE49-F238E27FC236}">
                    <a16:creationId xmlns:a16="http://schemas.microsoft.com/office/drawing/2014/main" id="{C6B6EA0D-F7B3-4886-A3FA-75210654E6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5" y="3986"/>
                <a:ext cx="22" cy="13"/>
              </a:xfrm>
              <a:custGeom>
                <a:avLst/>
                <a:gdLst>
                  <a:gd name="T0" fmla="*/ 5 w 13"/>
                  <a:gd name="T1" fmla="*/ 26 h 8"/>
                  <a:gd name="T2" fmla="*/ 58 w 13"/>
                  <a:gd name="T3" fmla="*/ 29 h 8"/>
                  <a:gd name="T4" fmla="*/ 24 w 13"/>
                  <a:gd name="T5" fmla="*/ 0 h 8"/>
                  <a:gd name="T6" fmla="*/ 5 w 13"/>
                  <a:gd name="T7" fmla="*/ 26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8">
                    <a:moveTo>
                      <a:pt x="1" y="6"/>
                    </a:moveTo>
                    <a:cubicBezTo>
                      <a:pt x="4" y="7"/>
                      <a:pt x="10" y="8"/>
                      <a:pt x="12" y="7"/>
                    </a:cubicBezTo>
                    <a:cubicBezTo>
                      <a:pt x="13" y="6"/>
                      <a:pt x="11" y="0"/>
                      <a:pt x="5" y="0"/>
                    </a:cubicBezTo>
                    <a:cubicBezTo>
                      <a:pt x="2" y="0"/>
                      <a:pt x="0" y="5"/>
                      <a:pt x="1" y="6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426" name="Freeform 542">
                <a:extLst>
                  <a:ext uri="{FF2B5EF4-FFF2-40B4-BE49-F238E27FC236}">
                    <a16:creationId xmlns:a16="http://schemas.microsoft.com/office/drawing/2014/main" id="{A872C3C2-0970-4F9B-BED4-B233D187C2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2" y="3979"/>
                <a:ext cx="21" cy="12"/>
              </a:xfrm>
              <a:custGeom>
                <a:avLst/>
                <a:gdLst>
                  <a:gd name="T0" fmla="*/ 5 w 13"/>
                  <a:gd name="T1" fmla="*/ 29 h 7"/>
                  <a:gd name="T2" fmla="*/ 47 w 13"/>
                  <a:gd name="T3" fmla="*/ 29 h 7"/>
                  <a:gd name="T4" fmla="*/ 21 w 13"/>
                  <a:gd name="T5" fmla="*/ 0 h 7"/>
                  <a:gd name="T6" fmla="*/ 5 w 13"/>
                  <a:gd name="T7" fmla="*/ 29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7">
                    <a:moveTo>
                      <a:pt x="1" y="6"/>
                    </a:moveTo>
                    <a:cubicBezTo>
                      <a:pt x="5" y="5"/>
                      <a:pt x="10" y="7"/>
                      <a:pt x="11" y="6"/>
                    </a:cubicBezTo>
                    <a:cubicBezTo>
                      <a:pt x="13" y="5"/>
                      <a:pt x="12" y="0"/>
                      <a:pt x="5" y="0"/>
                    </a:cubicBezTo>
                    <a:cubicBezTo>
                      <a:pt x="2" y="0"/>
                      <a:pt x="0" y="5"/>
                      <a:pt x="1" y="6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427" name="Freeform 543">
                <a:extLst>
                  <a:ext uri="{FF2B5EF4-FFF2-40B4-BE49-F238E27FC236}">
                    <a16:creationId xmlns:a16="http://schemas.microsoft.com/office/drawing/2014/main" id="{5CF77DEF-A0AE-4099-8EDC-F4C465CD4B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6" y="3986"/>
                <a:ext cx="7" cy="22"/>
              </a:xfrm>
              <a:custGeom>
                <a:avLst/>
                <a:gdLst>
                  <a:gd name="T0" fmla="*/ 0 w 4"/>
                  <a:gd name="T1" fmla="*/ 0 h 13"/>
                  <a:gd name="T2" fmla="*/ 0 w 4"/>
                  <a:gd name="T3" fmla="*/ 63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3">
                    <a:moveTo>
                      <a:pt x="0" y="0"/>
                    </a:moveTo>
                    <a:cubicBezTo>
                      <a:pt x="2" y="5"/>
                      <a:pt x="4" y="7"/>
                      <a:pt x="0" y="13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428" name="Freeform 544">
                <a:extLst>
                  <a:ext uri="{FF2B5EF4-FFF2-40B4-BE49-F238E27FC236}">
                    <a16:creationId xmlns:a16="http://schemas.microsoft.com/office/drawing/2014/main" id="{2224F029-A594-4FC6-87ED-3A8270B34D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1" y="3813"/>
                <a:ext cx="4" cy="23"/>
              </a:xfrm>
              <a:custGeom>
                <a:avLst/>
                <a:gdLst>
                  <a:gd name="T0" fmla="*/ 16 w 2"/>
                  <a:gd name="T1" fmla="*/ 0 h 14"/>
                  <a:gd name="T2" fmla="*/ 0 w 2"/>
                  <a:gd name="T3" fmla="*/ 62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4">
                    <a:moveTo>
                      <a:pt x="2" y="0"/>
                    </a:moveTo>
                    <a:cubicBezTo>
                      <a:pt x="2" y="3"/>
                      <a:pt x="0" y="14"/>
                      <a:pt x="0" y="14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429" name="Freeform 545">
                <a:extLst>
                  <a:ext uri="{FF2B5EF4-FFF2-40B4-BE49-F238E27FC236}">
                    <a16:creationId xmlns:a16="http://schemas.microsoft.com/office/drawing/2014/main" id="{A1E00EBE-816C-4F7C-BD9C-22A1574392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4" y="3978"/>
                <a:ext cx="35" cy="20"/>
              </a:xfrm>
              <a:custGeom>
                <a:avLst/>
                <a:gdLst>
                  <a:gd name="T0" fmla="*/ 97 w 21"/>
                  <a:gd name="T1" fmla="*/ 37 h 12"/>
                  <a:gd name="T2" fmla="*/ 20 w 21"/>
                  <a:gd name="T3" fmla="*/ 47 h 12"/>
                  <a:gd name="T4" fmla="*/ 8 w 21"/>
                  <a:gd name="T5" fmla="*/ 20 h 12"/>
                  <a:gd name="T6" fmla="*/ 75 w 21"/>
                  <a:gd name="T7" fmla="*/ 5 h 12"/>
                  <a:gd name="T8" fmla="*/ 97 w 21"/>
                  <a:gd name="T9" fmla="*/ 37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12">
                    <a:moveTo>
                      <a:pt x="21" y="8"/>
                    </a:moveTo>
                    <a:cubicBezTo>
                      <a:pt x="18" y="6"/>
                      <a:pt x="6" y="8"/>
                      <a:pt x="4" y="10"/>
                    </a:cubicBezTo>
                    <a:cubicBezTo>
                      <a:pt x="2" y="12"/>
                      <a:pt x="0" y="6"/>
                      <a:pt x="2" y="4"/>
                    </a:cubicBezTo>
                    <a:cubicBezTo>
                      <a:pt x="5" y="1"/>
                      <a:pt x="12" y="0"/>
                      <a:pt x="16" y="1"/>
                    </a:cubicBezTo>
                    <a:cubicBezTo>
                      <a:pt x="20" y="3"/>
                      <a:pt x="21" y="8"/>
                      <a:pt x="21" y="8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430" name="Freeform 546">
                <a:extLst>
                  <a:ext uri="{FF2B5EF4-FFF2-40B4-BE49-F238E27FC236}">
                    <a16:creationId xmlns:a16="http://schemas.microsoft.com/office/drawing/2014/main" id="{B040E794-1112-4C2C-BB86-009DA45B9C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7" y="3958"/>
                <a:ext cx="25" cy="56"/>
              </a:xfrm>
              <a:custGeom>
                <a:avLst/>
                <a:gdLst>
                  <a:gd name="T0" fmla="*/ 0 w 15"/>
                  <a:gd name="T1" fmla="*/ 0 h 34"/>
                  <a:gd name="T2" fmla="*/ 55 w 15"/>
                  <a:gd name="T3" fmla="*/ 81 h 34"/>
                  <a:gd name="T4" fmla="*/ 62 w 15"/>
                  <a:gd name="T5" fmla="*/ 152 h 3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34">
                    <a:moveTo>
                      <a:pt x="0" y="0"/>
                    </a:moveTo>
                    <a:cubicBezTo>
                      <a:pt x="2" y="6"/>
                      <a:pt x="9" y="10"/>
                      <a:pt x="12" y="18"/>
                    </a:cubicBezTo>
                    <a:cubicBezTo>
                      <a:pt x="14" y="23"/>
                      <a:pt x="15" y="30"/>
                      <a:pt x="13" y="34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431" name="Freeform 547">
                <a:extLst>
                  <a:ext uri="{FF2B5EF4-FFF2-40B4-BE49-F238E27FC236}">
                    <a16:creationId xmlns:a16="http://schemas.microsoft.com/office/drawing/2014/main" id="{E19E9B9E-936A-4F2C-B707-3CAE080E37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77" y="3946"/>
                <a:ext cx="32" cy="68"/>
              </a:xfrm>
              <a:custGeom>
                <a:avLst/>
                <a:gdLst>
                  <a:gd name="T0" fmla="*/ 0 w 19"/>
                  <a:gd name="T1" fmla="*/ 0 h 41"/>
                  <a:gd name="T2" fmla="*/ 34 w 19"/>
                  <a:gd name="T3" fmla="*/ 50 h 41"/>
                  <a:gd name="T4" fmla="*/ 62 w 19"/>
                  <a:gd name="T5" fmla="*/ 109 h 41"/>
                  <a:gd name="T6" fmla="*/ 62 w 19"/>
                  <a:gd name="T7" fmla="*/ 187 h 4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41">
                    <a:moveTo>
                      <a:pt x="0" y="0"/>
                    </a:moveTo>
                    <a:cubicBezTo>
                      <a:pt x="5" y="3"/>
                      <a:pt x="5" y="4"/>
                      <a:pt x="7" y="11"/>
                    </a:cubicBezTo>
                    <a:cubicBezTo>
                      <a:pt x="9" y="17"/>
                      <a:pt x="11" y="21"/>
                      <a:pt x="13" y="24"/>
                    </a:cubicBezTo>
                    <a:cubicBezTo>
                      <a:pt x="15" y="28"/>
                      <a:pt x="19" y="36"/>
                      <a:pt x="13" y="41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432" name="Freeform 548">
                <a:extLst>
                  <a:ext uri="{FF2B5EF4-FFF2-40B4-BE49-F238E27FC236}">
                    <a16:creationId xmlns:a16="http://schemas.microsoft.com/office/drawing/2014/main" id="{3D29DDF2-E41A-4DF3-B4B8-0854DCB23B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99" y="3939"/>
                <a:ext cx="37" cy="62"/>
              </a:xfrm>
              <a:custGeom>
                <a:avLst/>
                <a:gdLst>
                  <a:gd name="T0" fmla="*/ 0 w 22"/>
                  <a:gd name="T1" fmla="*/ 0 h 37"/>
                  <a:gd name="T2" fmla="*/ 67 w 22"/>
                  <a:gd name="T3" fmla="*/ 65 h 37"/>
                  <a:gd name="T4" fmla="*/ 96 w 22"/>
                  <a:gd name="T5" fmla="*/ 132 h 37"/>
                  <a:gd name="T6" fmla="*/ 104 w 22"/>
                  <a:gd name="T7" fmla="*/ 174 h 3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" h="37">
                    <a:moveTo>
                      <a:pt x="0" y="0"/>
                    </a:moveTo>
                    <a:cubicBezTo>
                      <a:pt x="5" y="3"/>
                      <a:pt x="12" y="9"/>
                      <a:pt x="14" y="14"/>
                    </a:cubicBezTo>
                    <a:cubicBezTo>
                      <a:pt x="16" y="20"/>
                      <a:pt x="17" y="23"/>
                      <a:pt x="20" y="28"/>
                    </a:cubicBezTo>
                    <a:cubicBezTo>
                      <a:pt x="21" y="31"/>
                      <a:pt x="22" y="34"/>
                      <a:pt x="22" y="37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433" name="Freeform 549">
                <a:extLst>
                  <a:ext uri="{FF2B5EF4-FFF2-40B4-BE49-F238E27FC236}">
                    <a16:creationId xmlns:a16="http://schemas.microsoft.com/office/drawing/2014/main" id="{7C4DC365-566C-43D7-ABDE-95DBA6FE5F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14" y="3931"/>
                <a:ext cx="44" cy="55"/>
              </a:xfrm>
              <a:custGeom>
                <a:avLst/>
                <a:gdLst>
                  <a:gd name="T0" fmla="*/ 0 w 26"/>
                  <a:gd name="T1" fmla="*/ 0 h 33"/>
                  <a:gd name="T2" fmla="*/ 63 w 26"/>
                  <a:gd name="T3" fmla="*/ 50 h 33"/>
                  <a:gd name="T4" fmla="*/ 120 w 26"/>
                  <a:gd name="T5" fmla="*/ 125 h 33"/>
                  <a:gd name="T6" fmla="*/ 125 w 26"/>
                  <a:gd name="T7" fmla="*/ 153 h 3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33">
                    <a:moveTo>
                      <a:pt x="0" y="0"/>
                    </a:moveTo>
                    <a:cubicBezTo>
                      <a:pt x="6" y="3"/>
                      <a:pt x="10" y="7"/>
                      <a:pt x="13" y="11"/>
                    </a:cubicBezTo>
                    <a:cubicBezTo>
                      <a:pt x="16" y="15"/>
                      <a:pt x="23" y="18"/>
                      <a:pt x="25" y="27"/>
                    </a:cubicBezTo>
                    <a:cubicBezTo>
                      <a:pt x="25" y="29"/>
                      <a:pt x="26" y="31"/>
                      <a:pt x="26" y="33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434" name="Freeform 550">
                <a:extLst>
                  <a:ext uri="{FF2B5EF4-FFF2-40B4-BE49-F238E27FC236}">
                    <a16:creationId xmlns:a16="http://schemas.microsoft.com/office/drawing/2014/main" id="{B7DBD5AB-89F6-4657-A4EA-9F5188091F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71" y="3993"/>
                <a:ext cx="22" cy="16"/>
              </a:xfrm>
              <a:custGeom>
                <a:avLst/>
                <a:gdLst>
                  <a:gd name="T0" fmla="*/ 63 w 13"/>
                  <a:gd name="T1" fmla="*/ 35 h 10"/>
                  <a:gd name="T2" fmla="*/ 5 w 13"/>
                  <a:gd name="T3" fmla="*/ 34 h 10"/>
                  <a:gd name="T4" fmla="*/ 29 w 13"/>
                  <a:gd name="T5" fmla="*/ 5 h 10"/>
                  <a:gd name="T6" fmla="*/ 63 w 13"/>
                  <a:gd name="T7" fmla="*/ 35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10">
                    <a:moveTo>
                      <a:pt x="13" y="9"/>
                    </a:moveTo>
                    <a:cubicBezTo>
                      <a:pt x="9" y="10"/>
                      <a:pt x="2" y="9"/>
                      <a:pt x="1" y="8"/>
                    </a:cubicBezTo>
                    <a:cubicBezTo>
                      <a:pt x="0" y="7"/>
                      <a:pt x="0" y="1"/>
                      <a:pt x="6" y="1"/>
                    </a:cubicBezTo>
                    <a:cubicBezTo>
                      <a:pt x="13" y="0"/>
                      <a:pt x="13" y="8"/>
                      <a:pt x="13" y="9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435" name="Freeform 551">
                <a:extLst>
                  <a:ext uri="{FF2B5EF4-FFF2-40B4-BE49-F238E27FC236}">
                    <a16:creationId xmlns:a16="http://schemas.microsoft.com/office/drawing/2014/main" id="{F28E506D-D0C7-4588-8D99-1D1EDCB06E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11" y="3986"/>
                <a:ext cx="20" cy="13"/>
              </a:xfrm>
              <a:custGeom>
                <a:avLst/>
                <a:gdLst>
                  <a:gd name="T0" fmla="*/ 55 w 12"/>
                  <a:gd name="T1" fmla="*/ 26 h 8"/>
                  <a:gd name="T2" fmla="*/ 5 w 12"/>
                  <a:gd name="T3" fmla="*/ 29 h 8"/>
                  <a:gd name="T4" fmla="*/ 33 w 12"/>
                  <a:gd name="T5" fmla="*/ 0 h 8"/>
                  <a:gd name="T6" fmla="*/ 55 w 12"/>
                  <a:gd name="T7" fmla="*/ 26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8">
                    <a:moveTo>
                      <a:pt x="12" y="6"/>
                    </a:moveTo>
                    <a:cubicBezTo>
                      <a:pt x="8" y="7"/>
                      <a:pt x="2" y="8"/>
                      <a:pt x="1" y="7"/>
                    </a:cubicBezTo>
                    <a:cubicBezTo>
                      <a:pt x="0" y="6"/>
                      <a:pt x="1" y="0"/>
                      <a:pt x="7" y="0"/>
                    </a:cubicBezTo>
                    <a:cubicBezTo>
                      <a:pt x="11" y="0"/>
                      <a:pt x="12" y="5"/>
                      <a:pt x="12" y="6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436" name="Freeform 552">
                <a:extLst>
                  <a:ext uri="{FF2B5EF4-FFF2-40B4-BE49-F238E27FC236}">
                    <a16:creationId xmlns:a16="http://schemas.microsoft.com/office/drawing/2014/main" id="{721B3D7A-953C-4A1A-B17A-04E4BB8A67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35" y="3979"/>
                <a:ext cx="20" cy="12"/>
              </a:xfrm>
              <a:custGeom>
                <a:avLst/>
                <a:gdLst>
                  <a:gd name="T0" fmla="*/ 55 w 12"/>
                  <a:gd name="T1" fmla="*/ 29 h 7"/>
                  <a:gd name="T2" fmla="*/ 5 w 12"/>
                  <a:gd name="T3" fmla="*/ 29 h 7"/>
                  <a:gd name="T4" fmla="*/ 33 w 12"/>
                  <a:gd name="T5" fmla="*/ 0 h 7"/>
                  <a:gd name="T6" fmla="*/ 55 w 12"/>
                  <a:gd name="T7" fmla="*/ 29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7">
                    <a:moveTo>
                      <a:pt x="12" y="6"/>
                    </a:moveTo>
                    <a:cubicBezTo>
                      <a:pt x="8" y="5"/>
                      <a:pt x="2" y="7"/>
                      <a:pt x="1" y="6"/>
                    </a:cubicBezTo>
                    <a:cubicBezTo>
                      <a:pt x="0" y="5"/>
                      <a:pt x="1" y="0"/>
                      <a:pt x="7" y="0"/>
                    </a:cubicBezTo>
                    <a:cubicBezTo>
                      <a:pt x="11" y="0"/>
                      <a:pt x="12" y="5"/>
                      <a:pt x="12" y="6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437" name="Freeform 553">
                <a:extLst>
                  <a:ext uri="{FF2B5EF4-FFF2-40B4-BE49-F238E27FC236}">
                    <a16:creationId xmlns:a16="http://schemas.microsoft.com/office/drawing/2014/main" id="{8BD705DF-06B7-4FEB-ABAA-8360604453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3" y="3986"/>
                <a:ext cx="9" cy="22"/>
              </a:xfrm>
              <a:custGeom>
                <a:avLst/>
                <a:gdLst>
                  <a:gd name="T0" fmla="*/ 23 w 5"/>
                  <a:gd name="T1" fmla="*/ 0 h 13"/>
                  <a:gd name="T2" fmla="*/ 29 w 5"/>
                  <a:gd name="T3" fmla="*/ 63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3">
                    <a:moveTo>
                      <a:pt x="4" y="0"/>
                    </a:moveTo>
                    <a:cubicBezTo>
                      <a:pt x="3" y="5"/>
                      <a:pt x="0" y="7"/>
                      <a:pt x="5" y="13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438" name="Freeform 554">
                <a:extLst>
                  <a:ext uri="{FF2B5EF4-FFF2-40B4-BE49-F238E27FC236}">
                    <a16:creationId xmlns:a16="http://schemas.microsoft.com/office/drawing/2014/main" id="{2B32DEC3-AF60-4337-8663-608400EE03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3" y="3813"/>
                <a:ext cx="4" cy="23"/>
              </a:xfrm>
              <a:custGeom>
                <a:avLst/>
                <a:gdLst>
                  <a:gd name="T0" fmla="*/ 0 w 2"/>
                  <a:gd name="T1" fmla="*/ 0 h 14"/>
                  <a:gd name="T2" fmla="*/ 16 w 2"/>
                  <a:gd name="T3" fmla="*/ 62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4">
                    <a:moveTo>
                      <a:pt x="0" y="0"/>
                    </a:moveTo>
                    <a:cubicBezTo>
                      <a:pt x="0" y="3"/>
                      <a:pt x="2" y="14"/>
                      <a:pt x="2" y="14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439" name="Freeform 555">
                <a:extLst>
                  <a:ext uri="{FF2B5EF4-FFF2-40B4-BE49-F238E27FC236}">
                    <a16:creationId xmlns:a16="http://schemas.microsoft.com/office/drawing/2014/main" id="{5291F730-3581-4EBD-91A1-3143A48A59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2" y="1965"/>
                <a:ext cx="52" cy="34"/>
              </a:xfrm>
              <a:custGeom>
                <a:avLst/>
                <a:gdLst>
                  <a:gd name="T0" fmla="*/ 75 w 31"/>
                  <a:gd name="T1" fmla="*/ 49 h 20"/>
                  <a:gd name="T2" fmla="*/ 13 w 31"/>
                  <a:gd name="T3" fmla="*/ 92 h 20"/>
                  <a:gd name="T4" fmla="*/ 0 w 31"/>
                  <a:gd name="T5" fmla="*/ 83 h 20"/>
                  <a:gd name="T6" fmla="*/ 13 w 31"/>
                  <a:gd name="T7" fmla="*/ 99 h 20"/>
                  <a:gd name="T8" fmla="*/ 82 w 31"/>
                  <a:gd name="T9" fmla="*/ 54 h 20"/>
                  <a:gd name="T10" fmla="*/ 146 w 31"/>
                  <a:gd name="T11" fmla="*/ 0 h 20"/>
                  <a:gd name="T12" fmla="*/ 75 w 31"/>
                  <a:gd name="T13" fmla="*/ 49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20">
                    <a:moveTo>
                      <a:pt x="16" y="10"/>
                    </a:moveTo>
                    <a:cubicBezTo>
                      <a:pt x="11" y="15"/>
                      <a:pt x="7" y="20"/>
                      <a:pt x="3" y="19"/>
                    </a:cubicBezTo>
                    <a:cubicBezTo>
                      <a:pt x="2" y="19"/>
                      <a:pt x="1" y="18"/>
                      <a:pt x="0" y="17"/>
                    </a:cubicBezTo>
                    <a:cubicBezTo>
                      <a:pt x="1" y="18"/>
                      <a:pt x="2" y="20"/>
                      <a:pt x="3" y="20"/>
                    </a:cubicBezTo>
                    <a:cubicBezTo>
                      <a:pt x="7" y="20"/>
                      <a:pt x="12" y="16"/>
                      <a:pt x="17" y="11"/>
                    </a:cubicBezTo>
                    <a:cubicBezTo>
                      <a:pt x="22" y="6"/>
                      <a:pt x="27" y="0"/>
                      <a:pt x="31" y="0"/>
                    </a:cubicBezTo>
                    <a:cubicBezTo>
                      <a:pt x="26" y="0"/>
                      <a:pt x="21" y="5"/>
                      <a:pt x="16" y="10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440" name="Freeform 556">
                <a:extLst>
                  <a:ext uri="{FF2B5EF4-FFF2-40B4-BE49-F238E27FC236}">
                    <a16:creationId xmlns:a16="http://schemas.microsoft.com/office/drawing/2014/main" id="{ABFD8439-B7D9-43B7-9D84-01CE4E4975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03" y="1584"/>
                <a:ext cx="5" cy="166"/>
              </a:xfrm>
              <a:custGeom>
                <a:avLst/>
                <a:gdLst>
                  <a:gd name="T0" fmla="*/ 8 w 3"/>
                  <a:gd name="T1" fmla="*/ 458 h 100"/>
                  <a:gd name="T2" fmla="*/ 8 w 3"/>
                  <a:gd name="T3" fmla="*/ 452 h 100"/>
                  <a:gd name="T4" fmla="*/ 13 w 3"/>
                  <a:gd name="T5" fmla="*/ 0 h 1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100">
                    <a:moveTo>
                      <a:pt x="2" y="100"/>
                    </a:moveTo>
                    <a:cubicBezTo>
                      <a:pt x="2" y="99"/>
                      <a:pt x="2" y="99"/>
                      <a:pt x="2" y="99"/>
                    </a:cubicBezTo>
                    <a:cubicBezTo>
                      <a:pt x="1" y="66"/>
                      <a:pt x="0" y="7"/>
                      <a:pt x="3" y="0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441" name="Freeform 557">
                <a:extLst>
                  <a:ext uri="{FF2B5EF4-FFF2-40B4-BE49-F238E27FC236}">
                    <a16:creationId xmlns:a16="http://schemas.microsoft.com/office/drawing/2014/main" id="{B5A008CE-071D-4D1E-A0C6-AE9E0ACB2A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98" y="1614"/>
                <a:ext cx="40" cy="35"/>
              </a:xfrm>
              <a:custGeom>
                <a:avLst/>
                <a:gdLst>
                  <a:gd name="T0" fmla="*/ 33 w 24"/>
                  <a:gd name="T1" fmla="*/ 8 h 21"/>
                  <a:gd name="T2" fmla="*/ 63 w 24"/>
                  <a:gd name="T3" fmla="*/ 83 h 21"/>
                  <a:gd name="T4" fmla="*/ 105 w 24"/>
                  <a:gd name="T5" fmla="*/ 47 h 21"/>
                  <a:gd name="T6" fmla="*/ 62 w 24"/>
                  <a:gd name="T7" fmla="*/ 0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" h="21">
                    <a:moveTo>
                      <a:pt x="7" y="2"/>
                    </a:moveTo>
                    <a:cubicBezTo>
                      <a:pt x="0" y="8"/>
                      <a:pt x="4" y="21"/>
                      <a:pt x="14" y="18"/>
                    </a:cubicBezTo>
                    <a:cubicBezTo>
                      <a:pt x="19" y="17"/>
                      <a:pt x="22" y="14"/>
                      <a:pt x="23" y="10"/>
                    </a:cubicBezTo>
                    <a:cubicBezTo>
                      <a:pt x="24" y="3"/>
                      <a:pt x="18" y="1"/>
                      <a:pt x="13" y="0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442" name="Freeform 558">
                <a:extLst>
                  <a:ext uri="{FF2B5EF4-FFF2-40B4-BE49-F238E27FC236}">
                    <a16:creationId xmlns:a16="http://schemas.microsoft.com/office/drawing/2014/main" id="{A2538B97-173F-4D5B-A616-3D787BAF48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35" y="1622"/>
                <a:ext cx="1" cy="3"/>
              </a:xfrm>
              <a:custGeom>
                <a:avLst/>
                <a:gdLst>
                  <a:gd name="T0" fmla="*/ 1 w 1"/>
                  <a:gd name="T1" fmla="*/ 8 h 2"/>
                  <a:gd name="T2" fmla="*/ 0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1" y="1"/>
                      <a:pt x="0" y="0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443" name="Freeform 559">
                <a:extLst>
                  <a:ext uri="{FF2B5EF4-FFF2-40B4-BE49-F238E27FC236}">
                    <a16:creationId xmlns:a16="http://schemas.microsoft.com/office/drawing/2014/main" id="{47B80CB4-61A1-42DA-AAD1-4259F31FE7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01" y="1614"/>
                <a:ext cx="35" cy="33"/>
              </a:xfrm>
              <a:custGeom>
                <a:avLst/>
                <a:gdLst>
                  <a:gd name="T0" fmla="*/ 50 w 21"/>
                  <a:gd name="T1" fmla="*/ 0 h 20"/>
                  <a:gd name="T2" fmla="*/ 0 w 21"/>
                  <a:gd name="T3" fmla="*/ 46 h 20"/>
                  <a:gd name="T4" fmla="*/ 50 w 21"/>
                  <a:gd name="T5" fmla="*/ 89 h 20"/>
                  <a:gd name="T6" fmla="*/ 97 w 21"/>
                  <a:gd name="T7" fmla="*/ 63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20">
                    <a:moveTo>
                      <a:pt x="11" y="0"/>
                    </a:moveTo>
                    <a:cubicBezTo>
                      <a:pt x="5" y="0"/>
                      <a:pt x="0" y="4"/>
                      <a:pt x="0" y="10"/>
                    </a:cubicBezTo>
                    <a:cubicBezTo>
                      <a:pt x="0" y="16"/>
                      <a:pt x="5" y="20"/>
                      <a:pt x="11" y="20"/>
                    </a:cubicBezTo>
                    <a:cubicBezTo>
                      <a:pt x="15" y="20"/>
                      <a:pt x="19" y="18"/>
                      <a:pt x="21" y="14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444" name="Oval 560">
                <a:extLst>
                  <a:ext uri="{FF2B5EF4-FFF2-40B4-BE49-F238E27FC236}">
                    <a16:creationId xmlns:a16="http://schemas.microsoft.com/office/drawing/2014/main" id="{77382349-5B22-4484-BBCF-A23B0A973B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14" y="1625"/>
                <a:ext cx="10" cy="10"/>
              </a:xfrm>
              <a:prstGeom prst="ellipse">
                <a:avLst/>
              </a:prstGeom>
              <a:noFill/>
              <a:ln w="4763" cap="rnd">
                <a:solidFill>
                  <a:srgbClr val="343434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445" name="Freeform 561">
                <a:extLst>
                  <a:ext uri="{FF2B5EF4-FFF2-40B4-BE49-F238E27FC236}">
                    <a16:creationId xmlns:a16="http://schemas.microsoft.com/office/drawing/2014/main" id="{B42F62A1-58C7-4664-ABB1-831A53C4BB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5" y="1354"/>
                <a:ext cx="151" cy="16"/>
              </a:xfrm>
              <a:custGeom>
                <a:avLst/>
                <a:gdLst>
                  <a:gd name="T0" fmla="*/ 344 w 90"/>
                  <a:gd name="T1" fmla="*/ 5 h 10"/>
                  <a:gd name="T2" fmla="*/ 195 w 90"/>
                  <a:gd name="T3" fmla="*/ 21 h 10"/>
                  <a:gd name="T4" fmla="*/ 141 w 90"/>
                  <a:gd name="T5" fmla="*/ 29 h 10"/>
                  <a:gd name="T6" fmla="*/ 0 w 90"/>
                  <a:gd name="T7" fmla="*/ 35 h 10"/>
                  <a:gd name="T8" fmla="*/ 141 w 90"/>
                  <a:gd name="T9" fmla="*/ 35 h 10"/>
                  <a:gd name="T10" fmla="*/ 195 w 90"/>
                  <a:gd name="T11" fmla="*/ 29 h 10"/>
                  <a:gd name="T12" fmla="*/ 344 w 90"/>
                  <a:gd name="T13" fmla="*/ 13 h 10"/>
                  <a:gd name="T14" fmla="*/ 389 w 90"/>
                  <a:gd name="T15" fmla="*/ 8 h 10"/>
                  <a:gd name="T16" fmla="*/ 424 w 90"/>
                  <a:gd name="T17" fmla="*/ 5 h 10"/>
                  <a:gd name="T18" fmla="*/ 389 w 90"/>
                  <a:gd name="T19" fmla="*/ 0 h 10"/>
                  <a:gd name="T20" fmla="*/ 344 w 90"/>
                  <a:gd name="T21" fmla="*/ 5 h 1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90" h="10">
                    <a:moveTo>
                      <a:pt x="73" y="1"/>
                    </a:moveTo>
                    <a:cubicBezTo>
                      <a:pt x="62" y="2"/>
                      <a:pt x="50" y="4"/>
                      <a:pt x="41" y="5"/>
                    </a:cubicBezTo>
                    <a:cubicBezTo>
                      <a:pt x="30" y="7"/>
                      <a:pt x="30" y="7"/>
                      <a:pt x="30" y="7"/>
                    </a:cubicBezTo>
                    <a:cubicBezTo>
                      <a:pt x="20" y="9"/>
                      <a:pt x="7" y="9"/>
                      <a:pt x="0" y="9"/>
                    </a:cubicBezTo>
                    <a:cubicBezTo>
                      <a:pt x="7" y="9"/>
                      <a:pt x="20" y="10"/>
                      <a:pt x="30" y="9"/>
                    </a:cubicBezTo>
                    <a:cubicBezTo>
                      <a:pt x="41" y="7"/>
                      <a:pt x="41" y="7"/>
                      <a:pt x="41" y="7"/>
                    </a:cubicBezTo>
                    <a:cubicBezTo>
                      <a:pt x="50" y="6"/>
                      <a:pt x="62" y="4"/>
                      <a:pt x="73" y="3"/>
                    </a:cubicBezTo>
                    <a:cubicBezTo>
                      <a:pt x="77" y="2"/>
                      <a:pt x="82" y="2"/>
                      <a:pt x="82" y="2"/>
                    </a:cubicBezTo>
                    <a:cubicBezTo>
                      <a:pt x="82" y="2"/>
                      <a:pt x="90" y="1"/>
                      <a:pt x="90" y="1"/>
                    </a:cubicBezTo>
                    <a:cubicBezTo>
                      <a:pt x="82" y="0"/>
                      <a:pt x="82" y="0"/>
                      <a:pt x="82" y="0"/>
                    </a:cubicBezTo>
                    <a:cubicBezTo>
                      <a:pt x="82" y="0"/>
                      <a:pt x="77" y="0"/>
                      <a:pt x="73" y="1"/>
                    </a:cubicBezTo>
                  </a:path>
                </a:pathLst>
              </a:custGeom>
              <a:solidFill>
                <a:srgbClr val="8F8E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446" name="Freeform 562">
                <a:extLst>
                  <a:ext uri="{FF2B5EF4-FFF2-40B4-BE49-F238E27FC236}">
                    <a16:creationId xmlns:a16="http://schemas.microsoft.com/office/drawing/2014/main" id="{6B39C658-AA5E-4C27-A282-C24CC0C59B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8" y="940"/>
                <a:ext cx="365" cy="289"/>
              </a:xfrm>
              <a:custGeom>
                <a:avLst/>
                <a:gdLst>
                  <a:gd name="T0" fmla="*/ 82 w 217"/>
                  <a:gd name="T1" fmla="*/ 187 h 173"/>
                  <a:gd name="T2" fmla="*/ 57 w 217"/>
                  <a:gd name="T3" fmla="*/ 84 h 173"/>
                  <a:gd name="T4" fmla="*/ 49 w 217"/>
                  <a:gd name="T5" fmla="*/ 47 h 173"/>
                  <a:gd name="T6" fmla="*/ 42 w 217"/>
                  <a:gd name="T7" fmla="*/ 28 h 173"/>
                  <a:gd name="T8" fmla="*/ 42 w 217"/>
                  <a:gd name="T9" fmla="*/ 22 h 173"/>
                  <a:gd name="T10" fmla="*/ 29 w 217"/>
                  <a:gd name="T11" fmla="*/ 8 h 173"/>
                  <a:gd name="T12" fmla="*/ 0 w 217"/>
                  <a:gd name="T13" fmla="*/ 47 h 173"/>
                  <a:gd name="T14" fmla="*/ 20 w 217"/>
                  <a:gd name="T15" fmla="*/ 140 h 173"/>
                  <a:gd name="T16" fmla="*/ 37 w 217"/>
                  <a:gd name="T17" fmla="*/ 237 h 173"/>
                  <a:gd name="T18" fmla="*/ 54 w 217"/>
                  <a:gd name="T19" fmla="*/ 304 h 173"/>
                  <a:gd name="T20" fmla="*/ 82 w 217"/>
                  <a:gd name="T21" fmla="*/ 349 h 173"/>
                  <a:gd name="T22" fmla="*/ 124 w 217"/>
                  <a:gd name="T23" fmla="*/ 388 h 173"/>
                  <a:gd name="T24" fmla="*/ 175 w 217"/>
                  <a:gd name="T25" fmla="*/ 558 h 173"/>
                  <a:gd name="T26" fmla="*/ 320 w 217"/>
                  <a:gd name="T27" fmla="*/ 732 h 173"/>
                  <a:gd name="T28" fmla="*/ 510 w 217"/>
                  <a:gd name="T29" fmla="*/ 807 h 173"/>
                  <a:gd name="T30" fmla="*/ 690 w 217"/>
                  <a:gd name="T31" fmla="*/ 742 h 173"/>
                  <a:gd name="T32" fmla="*/ 846 w 217"/>
                  <a:gd name="T33" fmla="*/ 558 h 173"/>
                  <a:gd name="T34" fmla="*/ 900 w 217"/>
                  <a:gd name="T35" fmla="*/ 391 h 173"/>
                  <a:gd name="T36" fmla="*/ 947 w 217"/>
                  <a:gd name="T37" fmla="*/ 354 h 173"/>
                  <a:gd name="T38" fmla="*/ 976 w 217"/>
                  <a:gd name="T39" fmla="*/ 307 h 173"/>
                  <a:gd name="T40" fmla="*/ 991 w 217"/>
                  <a:gd name="T41" fmla="*/ 242 h 173"/>
                  <a:gd name="T42" fmla="*/ 1009 w 217"/>
                  <a:gd name="T43" fmla="*/ 145 h 173"/>
                  <a:gd name="T44" fmla="*/ 1033 w 217"/>
                  <a:gd name="T45" fmla="*/ 50 h 173"/>
                  <a:gd name="T46" fmla="*/ 1019 w 217"/>
                  <a:gd name="T47" fmla="*/ 20 h 173"/>
                  <a:gd name="T48" fmla="*/ 1009 w 217"/>
                  <a:gd name="T49" fmla="*/ 13 h 173"/>
                  <a:gd name="T50" fmla="*/ 999 w 217"/>
                  <a:gd name="T51" fmla="*/ 20 h 173"/>
                  <a:gd name="T52" fmla="*/ 965 w 217"/>
                  <a:gd name="T53" fmla="*/ 117 h 173"/>
                  <a:gd name="T54" fmla="*/ 962 w 217"/>
                  <a:gd name="T55" fmla="*/ 145 h 173"/>
                  <a:gd name="T56" fmla="*/ 934 w 217"/>
                  <a:gd name="T57" fmla="*/ 207 h 173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217" h="173">
                    <a:moveTo>
                      <a:pt x="17" y="40"/>
                    </a:moveTo>
                    <a:cubicBezTo>
                      <a:pt x="15" y="32"/>
                      <a:pt x="12" y="18"/>
                      <a:pt x="12" y="18"/>
                    </a:cubicBezTo>
                    <a:cubicBezTo>
                      <a:pt x="12" y="18"/>
                      <a:pt x="11" y="14"/>
                      <a:pt x="10" y="10"/>
                    </a:cubicBezTo>
                    <a:cubicBezTo>
                      <a:pt x="10" y="8"/>
                      <a:pt x="9" y="7"/>
                      <a:pt x="9" y="6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4"/>
                      <a:pt x="6" y="2"/>
                      <a:pt x="6" y="2"/>
                    </a:cubicBezTo>
                    <a:cubicBezTo>
                      <a:pt x="3" y="0"/>
                      <a:pt x="0" y="4"/>
                      <a:pt x="0" y="10"/>
                    </a:cubicBezTo>
                    <a:cubicBezTo>
                      <a:pt x="0" y="15"/>
                      <a:pt x="4" y="26"/>
                      <a:pt x="4" y="30"/>
                    </a:cubicBezTo>
                    <a:cubicBezTo>
                      <a:pt x="4" y="34"/>
                      <a:pt x="6" y="45"/>
                      <a:pt x="8" y="51"/>
                    </a:cubicBezTo>
                    <a:cubicBezTo>
                      <a:pt x="10" y="58"/>
                      <a:pt x="9" y="61"/>
                      <a:pt x="11" y="65"/>
                    </a:cubicBezTo>
                    <a:cubicBezTo>
                      <a:pt x="14" y="69"/>
                      <a:pt x="15" y="72"/>
                      <a:pt x="17" y="75"/>
                    </a:cubicBezTo>
                    <a:cubicBezTo>
                      <a:pt x="19" y="78"/>
                      <a:pt x="24" y="82"/>
                      <a:pt x="26" y="83"/>
                    </a:cubicBezTo>
                    <a:cubicBezTo>
                      <a:pt x="27" y="92"/>
                      <a:pt x="33" y="111"/>
                      <a:pt x="37" y="120"/>
                    </a:cubicBezTo>
                    <a:cubicBezTo>
                      <a:pt x="42" y="128"/>
                      <a:pt x="56" y="148"/>
                      <a:pt x="67" y="157"/>
                    </a:cubicBezTo>
                    <a:cubicBezTo>
                      <a:pt x="80" y="166"/>
                      <a:pt x="87" y="172"/>
                      <a:pt x="107" y="173"/>
                    </a:cubicBezTo>
                    <a:cubicBezTo>
                      <a:pt x="128" y="172"/>
                      <a:pt x="135" y="168"/>
                      <a:pt x="145" y="159"/>
                    </a:cubicBezTo>
                    <a:cubicBezTo>
                      <a:pt x="160" y="148"/>
                      <a:pt x="173" y="130"/>
                      <a:pt x="178" y="120"/>
                    </a:cubicBezTo>
                    <a:cubicBezTo>
                      <a:pt x="183" y="111"/>
                      <a:pt x="189" y="93"/>
                      <a:pt x="189" y="84"/>
                    </a:cubicBezTo>
                    <a:cubicBezTo>
                      <a:pt x="192" y="83"/>
                      <a:pt x="197" y="79"/>
                      <a:pt x="199" y="76"/>
                    </a:cubicBezTo>
                    <a:cubicBezTo>
                      <a:pt x="201" y="73"/>
                      <a:pt x="202" y="70"/>
                      <a:pt x="205" y="66"/>
                    </a:cubicBezTo>
                    <a:cubicBezTo>
                      <a:pt x="207" y="62"/>
                      <a:pt x="206" y="59"/>
                      <a:pt x="208" y="52"/>
                    </a:cubicBezTo>
                    <a:cubicBezTo>
                      <a:pt x="211" y="46"/>
                      <a:pt x="212" y="35"/>
                      <a:pt x="212" y="31"/>
                    </a:cubicBezTo>
                    <a:cubicBezTo>
                      <a:pt x="212" y="27"/>
                      <a:pt x="217" y="17"/>
                      <a:pt x="217" y="11"/>
                    </a:cubicBezTo>
                    <a:cubicBezTo>
                      <a:pt x="217" y="8"/>
                      <a:pt x="216" y="5"/>
                      <a:pt x="214" y="4"/>
                    </a:cubicBezTo>
                    <a:cubicBezTo>
                      <a:pt x="214" y="4"/>
                      <a:pt x="213" y="3"/>
                      <a:pt x="212" y="3"/>
                    </a:cubicBezTo>
                    <a:cubicBezTo>
                      <a:pt x="212" y="3"/>
                      <a:pt x="211" y="3"/>
                      <a:pt x="210" y="4"/>
                    </a:cubicBezTo>
                    <a:cubicBezTo>
                      <a:pt x="203" y="25"/>
                      <a:pt x="203" y="25"/>
                      <a:pt x="203" y="25"/>
                    </a:cubicBezTo>
                    <a:cubicBezTo>
                      <a:pt x="202" y="31"/>
                      <a:pt x="202" y="31"/>
                      <a:pt x="202" y="31"/>
                    </a:cubicBezTo>
                    <a:cubicBezTo>
                      <a:pt x="201" y="37"/>
                      <a:pt x="196" y="44"/>
                      <a:pt x="196" y="44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447" name="Freeform 563">
                <a:extLst>
                  <a:ext uri="{FF2B5EF4-FFF2-40B4-BE49-F238E27FC236}">
                    <a16:creationId xmlns:a16="http://schemas.microsoft.com/office/drawing/2014/main" id="{FCADB64B-2BE4-4306-9BE4-0494431855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0" y="1185"/>
                <a:ext cx="393" cy="1176"/>
              </a:xfrm>
              <a:custGeom>
                <a:avLst/>
                <a:gdLst>
                  <a:gd name="T0" fmla="*/ 1058 w 234"/>
                  <a:gd name="T1" fmla="*/ 0 h 705"/>
                  <a:gd name="T2" fmla="*/ 914 w 234"/>
                  <a:gd name="T3" fmla="*/ 325 h 705"/>
                  <a:gd name="T4" fmla="*/ 578 w 234"/>
                  <a:gd name="T5" fmla="*/ 424 h 705"/>
                  <a:gd name="T6" fmla="*/ 250 w 234"/>
                  <a:gd name="T7" fmla="*/ 792 h 705"/>
                  <a:gd name="T8" fmla="*/ 228 w 234"/>
                  <a:gd name="T9" fmla="*/ 1253 h 705"/>
                  <a:gd name="T10" fmla="*/ 161 w 234"/>
                  <a:gd name="T11" fmla="*/ 1840 h 705"/>
                  <a:gd name="T12" fmla="*/ 128 w 234"/>
                  <a:gd name="T13" fmla="*/ 2103 h 705"/>
                  <a:gd name="T14" fmla="*/ 67 w 234"/>
                  <a:gd name="T15" fmla="*/ 2841 h 705"/>
                  <a:gd name="T16" fmla="*/ 42 w 234"/>
                  <a:gd name="T17" fmla="*/ 3073 h 705"/>
                  <a:gd name="T18" fmla="*/ 29 w 234"/>
                  <a:gd name="T19" fmla="*/ 3208 h 705"/>
                  <a:gd name="T20" fmla="*/ 5 w 234"/>
                  <a:gd name="T21" fmla="*/ 3273 h 70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34" h="705">
                    <a:moveTo>
                      <a:pt x="223" y="0"/>
                    </a:moveTo>
                    <a:cubicBezTo>
                      <a:pt x="223" y="14"/>
                      <a:pt x="234" y="48"/>
                      <a:pt x="193" y="70"/>
                    </a:cubicBezTo>
                    <a:cubicBezTo>
                      <a:pt x="176" y="77"/>
                      <a:pt x="139" y="88"/>
                      <a:pt x="122" y="91"/>
                    </a:cubicBezTo>
                    <a:cubicBezTo>
                      <a:pt x="111" y="94"/>
                      <a:pt x="65" y="113"/>
                      <a:pt x="53" y="171"/>
                    </a:cubicBezTo>
                    <a:cubicBezTo>
                      <a:pt x="47" y="199"/>
                      <a:pt x="55" y="221"/>
                      <a:pt x="48" y="270"/>
                    </a:cubicBezTo>
                    <a:cubicBezTo>
                      <a:pt x="49" y="292"/>
                      <a:pt x="35" y="324"/>
                      <a:pt x="34" y="396"/>
                    </a:cubicBezTo>
                    <a:cubicBezTo>
                      <a:pt x="34" y="422"/>
                      <a:pt x="30" y="442"/>
                      <a:pt x="27" y="453"/>
                    </a:cubicBezTo>
                    <a:cubicBezTo>
                      <a:pt x="14" y="490"/>
                      <a:pt x="15" y="586"/>
                      <a:pt x="14" y="612"/>
                    </a:cubicBezTo>
                    <a:cubicBezTo>
                      <a:pt x="13" y="627"/>
                      <a:pt x="11" y="651"/>
                      <a:pt x="9" y="662"/>
                    </a:cubicBezTo>
                    <a:cubicBezTo>
                      <a:pt x="8" y="667"/>
                      <a:pt x="11" y="675"/>
                      <a:pt x="6" y="691"/>
                    </a:cubicBezTo>
                    <a:cubicBezTo>
                      <a:pt x="4" y="695"/>
                      <a:pt x="0" y="700"/>
                      <a:pt x="1" y="705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448" name="Freeform 564">
                <a:extLst>
                  <a:ext uri="{FF2B5EF4-FFF2-40B4-BE49-F238E27FC236}">
                    <a16:creationId xmlns:a16="http://schemas.microsoft.com/office/drawing/2014/main" id="{7D86F4E5-97B7-423E-98BB-416950883B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3" y="2177"/>
                <a:ext cx="39" cy="34"/>
              </a:xfrm>
              <a:custGeom>
                <a:avLst/>
                <a:gdLst>
                  <a:gd name="T0" fmla="*/ 0 w 23"/>
                  <a:gd name="T1" fmla="*/ 70 h 20"/>
                  <a:gd name="T2" fmla="*/ 90 w 23"/>
                  <a:gd name="T3" fmla="*/ 99 h 20"/>
                  <a:gd name="T4" fmla="*/ 0 w 23"/>
                  <a:gd name="T5" fmla="*/ 63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20">
                    <a:moveTo>
                      <a:pt x="0" y="14"/>
                    </a:moveTo>
                    <a:cubicBezTo>
                      <a:pt x="5" y="8"/>
                      <a:pt x="15" y="11"/>
                      <a:pt x="18" y="20"/>
                    </a:cubicBezTo>
                    <a:cubicBezTo>
                      <a:pt x="23" y="13"/>
                      <a:pt x="4" y="0"/>
                      <a:pt x="0" y="1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449" name="Freeform 565">
                <a:extLst>
                  <a:ext uri="{FF2B5EF4-FFF2-40B4-BE49-F238E27FC236}">
                    <a16:creationId xmlns:a16="http://schemas.microsoft.com/office/drawing/2014/main" id="{921875F3-9926-4051-9707-684A3AA921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8" y="1564"/>
                <a:ext cx="30" cy="38"/>
              </a:xfrm>
              <a:custGeom>
                <a:avLst/>
                <a:gdLst>
                  <a:gd name="T0" fmla="*/ 0 w 18"/>
                  <a:gd name="T1" fmla="*/ 5 h 23"/>
                  <a:gd name="T2" fmla="*/ 83 w 18"/>
                  <a:gd name="T3" fmla="*/ 104 h 23"/>
                  <a:gd name="T4" fmla="*/ 8 w 18"/>
                  <a:gd name="T5" fmla="*/ 0 h 23"/>
                  <a:gd name="T6" fmla="*/ 0 w 18"/>
                  <a:gd name="T7" fmla="*/ 5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23">
                    <a:moveTo>
                      <a:pt x="0" y="1"/>
                    </a:moveTo>
                    <a:cubicBezTo>
                      <a:pt x="5" y="12"/>
                      <a:pt x="11" y="18"/>
                      <a:pt x="18" y="23"/>
                    </a:cubicBezTo>
                    <a:cubicBezTo>
                      <a:pt x="11" y="19"/>
                      <a:pt x="6" y="10"/>
                      <a:pt x="2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450" name="Freeform 566">
                <a:extLst>
                  <a:ext uri="{FF2B5EF4-FFF2-40B4-BE49-F238E27FC236}">
                    <a16:creationId xmlns:a16="http://schemas.microsoft.com/office/drawing/2014/main" id="{0B14F114-6155-4BFF-ADD8-12B5DA1232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4" y="2466"/>
                <a:ext cx="135" cy="120"/>
              </a:xfrm>
              <a:custGeom>
                <a:avLst/>
                <a:gdLst>
                  <a:gd name="T0" fmla="*/ 34 w 80"/>
                  <a:gd name="T1" fmla="*/ 0 h 72"/>
                  <a:gd name="T2" fmla="*/ 42 w 80"/>
                  <a:gd name="T3" fmla="*/ 83 h 72"/>
                  <a:gd name="T4" fmla="*/ 187 w 80"/>
                  <a:gd name="T5" fmla="*/ 333 h 72"/>
                  <a:gd name="T6" fmla="*/ 307 w 80"/>
                  <a:gd name="T7" fmla="*/ 78 h 72"/>
                  <a:gd name="T8" fmla="*/ 314 w 80"/>
                  <a:gd name="T9" fmla="*/ 28 h 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0" h="72">
                    <a:moveTo>
                      <a:pt x="7" y="0"/>
                    </a:moveTo>
                    <a:cubicBezTo>
                      <a:pt x="9" y="6"/>
                      <a:pt x="10" y="13"/>
                      <a:pt x="9" y="18"/>
                    </a:cubicBezTo>
                    <a:cubicBezTo>
                      <a:pt x="6" y="25"/>
                      <a:pt x="0" y="72"/>
                      <a:pt x="39" y="72"/>
                    </a:cubicBezTo>
                    <a:cubicBezTo>
                      <a:pt x="80" y="72"/>
                      <a:pt x="66" y="32"/>
                      <a:pt x="64" y="17"/>
                    </a:cubicBezTo>
                    <a:cubicBezTo>
                      <a:pt x="64" y="13"/>
                      <a:pt x="64" y="10"/>
                      <a:pt x="65" y="6"/>
                    </a:cubicBezTo>
                  </a:path>
                </a:pathLst>
              </a:custGeom>
              <a:solidFill>
                <a:srgbClr val="FEF3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451" name="Freeform 567">
                <a:extLst>
                  <a:ext uri="{FF2B5EF4-FFF2-40B4-BE49-F238E27FC236}">
                    <a16:creationId xmlns:a16="http://schemas.microsoft.com/office/drawing/2014/main" id="{733404EF-47F6-4A5B-B931-7962BEA98E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8" y="2467"/>
                <a:ext cx="144" cy="119"/>
              </a:xfrm>
              <a:custGeom>
                <a:avLst/>
                <a:gdLst>
                  <a:gd name="T0" fmla="*/ 37 w 86"/>
                  <a:gd name="T1" fmla="*/ 0 h 71"/>
                  <a:gd name="T2" fmla="*/ 42 w 86"/>
                  <a:gd name="T3" fmla="*/ 75 h 71"/>
                  <a:gd name="T4" fmla="*/ 50 w 86"/>
                  <a:gd name="T5" fmla="*/ 278 h 71"/>
                  <a:gd name="T6" fmla="*/ 208 w 86"/>
                  <a:gd name="T7" fmla="*/ 334 h 71"/>
                  <a:gd name="T8" fmla="*/ 357 w 86"/>
                  <a:gd name="T9" fmla="*/ 287 h 71"/>
                  <a:gd name="T10" fmla="*/ 382 w 86"/>
                  <a:gd name="T11" fmla="*/ 109 h 71"/>
                  <a:gd name="T12" fmla="*/ 375 w 86"/>
                  <a:gd name="T13" fmla="*/ 79 h 71"/>
                  <a:gd name="T14" fmla="*/ 370 w 86"/>
                  <a:gd name="T15" fmla="*/ 57 h 71"/>
                  <a:gd name="T16" fmla="*/ 367 w 86"/>
                  <a:gd name="T17" fmla="*/ 13 h 71"/>
                  <a:gd name="T18" fmla="*/ 367 w 86"/>
                  <a:gd name="T19" fmla="*/ 57 h 71"/>
                  <a:gd name="T20" fmla="*/ 370 w 86"/>
                  <a:gd name="T21" fmla="*/ 75 h 71"/>
                  <a:gd name="T22" fmla="*/ 375 w 86"/>
                  <a:gd name="T23" fmla="*/ 104 h 71"/>
                  <a:gd name="T24" fmla="*/ 348 w 86"/>
                  <a:gd name="T25" fmla="*/ 283 h 71"/>
                  <a:gd name="T26" fmla="*/ 203 w 86"/>
                  <a:gd name="T27" fmla="*/ 329 h 71"/>
                  <a:gd name="T28" fmla="*/ 55 w 86"/>
                  <a:gd name="T29" fmla="*/ 273 h 71"/>
                  <a:gd name="T30" fmla="*/ 47 w 86"/>
                  <a:gd name="T31" fmla="*/ 79 h 71"/>
                  <a:gd name="T32" fmla="*/ 37 w 86"/>
                  <a:gd name="T33" fmla="*/ 0 h 71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6" h="71">
                    <a:moveTo>
                      <a:pt x="8" y="0"/>
                    </a:moveTo>
                    <a:cubicBezTo>
                      <a:pt x="13" y="5"/>
                      <a:pt x="11" y="12"/>
                      <a:pt x="9" y="16"/>
                    </a:cubicBezTo>
                    <a:cubicBezTo>
                      <a:pt x="6" y="22"/>
                      <a:pt x="0" y="45"/>
                      <a:pt x="11" y="59"/>
                    </a:cubicBezTo>
                    <a:cubicBezTo>
                      <a:pt x="17" y="68"/>
                      <a:pt x="29" y="71"/>
                      <a:pt x="44" y="71"/>
                    </a:cubicBezTo>
                    <a:cubicBezTo>
                      <a:pt x="59" y="71"/>
                      <a:pt x="69" y="68"/>
                      <a:pt x="76" y="61"/>
                    </a:cubicBezTo>
                    <a:cubicBezTo>
                      <a:pt x="86" y="50"/>
                      <a:pt x="83" y="34"/>
                      <a:pt x="81" y="23"/>
                    </a:cubicBezTo>
                    <a:cubicBezTo>
                      <a:pt x="80" y="17"/>
                      <a:pt x="80" y="17"/>
                      <a:pt x="80" y="17"/>
                    </a:cubicBezTo>
                    <a:cubicBezTo>
                      <a:pt x="80" y="17"/>
                      <a:pt x="79" y="12"/>
                      <a:pt x="79" y="12"/>
                    </a:cubicBezTo>
                    <a:cubicBezTo>
                      <a:pt x="78" y="9"/>
                      <a:pt x="78" y="5"/>
                      <a:pt x="78" y="3"/>
                    </a:cubicBezTo>
                    <a:cubicBezTo>
                      <a:pt x="77" y="6"/>
                      <a:pt x="77" y="9"/>
                      <a:pt x="78" y="12"/>
                    </a:cubicBezTo>
                    <a:cubicBezTo>
                      <a:pt x="79" y="16"/>
                      <a:pt x="79" y="16"/>
                      <a:pt x="79" y="16"/>
                    </a:cubicBezTo>
                    <a:cubicBezTo>
                      <a:pt x="80" y="22"/>
                      <a:pt x="80" y="22"/>
                      <a:pt x="80" y="22"/>
                    </a:cubicBezTo>
                    <a:cubicBezTo>
                      <a:pt x="82" y="34"/>
                      <a:pt x="84" y="50"/>
                      <a:pt x="74" y="60"/>
                    </a:cubicBezTo>
                    <a:cubicBezTo>
                      <a:pt x="68" y="67"/>
                      <a:pt x="58" y="70"/>
                      <a:pt x="43" y="70"/>
                    </a:cubicBezTo>
                    <a:cubicBezTo>
                      <a:pt x="29" y="70"/>
                      <a:pt x="18" y="66"/>
                      <a:pt x="12" y="58"/>
                    </a:cubicBezTo>
                    <a:cubicBezTo>
                      <a:pt x="0" y="44"/>
                      <a:pt x="8" y="20"/>
                      <a:pt x="10" y="17"/>
                    </a:cubicBezTo>
                    <a:cubicBezTo>
                      <a:pt x="12" y="12"/>
                      <a:pt x="13" y="6"/>
                      <a:pt x="8" y="0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452" name="Freeform 568">
                <a:extLst>
                  <a:ext uri="{FF2B5EF4-FFF2-40B4-BE49-F238E27FC236}">
                    <a16:creationId xmlns:a16="http://schemas.microsoft.com/office/drawing/2014/main" id="{597D9274-333C-40A1-939A-A6467D3AA8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1" y="2469"/>
                <a:ext cx="59" cy="108"/>
              </a:xfrm>
              <a:custGeom>
                <a:avLst/>
                <a:gdLst>
                  <a:gd name="T0" fmla="*/ 153 w 35"/>
                  <a:gd name="T1" fmla="*/ 0 h 65"/>
                  <a:gd name="T2" fmla="*/ 158 w 35"/>
                  <a:gd name="T3" fmla="*/ 50 h 65"/>
                  <a:gd name="T4" fmla="*/ 148 w 35"/>
                  <a:gd name="T5" fmla="*/ 193 h 65"/>
                  <a:gd name="T6" fmla="*/ 148 w 35"/>
                  <a:gd name="T7" fmla="*/ 193 h 65"/>
                  <a:gd name="T8" fmla="*/ 148 w 35"/>
                  <a:gd name="T9" fmla="*/ 196 h 65"/>
                  <a:gd name="T10" fmla="*/ 162 w 35"/>
                  <a:gd name="T11" fmla="*/ 238 h 65"/>
                  <a:gd name="T12" fmla="*/ 91 w 35"/>
                  <a:gd name="T13" fmla="*/ 292 h 65"/>
                  <a:gd name="T14" fmla="*/ 86 w 35"/>
                  <a:gd name="T15" fmla="*/ 292 h 65"/>
                  <a:gd name="T16" fmla="*/ 8 w 35"/>
                  <a:gd name="T17" fmla="*/ 238 h 65"/>
                  <a:gd name="T18" fmla="*/ 22 w 35"/>
                  <a:gd name="T19" fmla="*/ 193 h 65"/>
                  <a:gd name="T20" fmla="*/ 22 w 35"/>
                  <a:gd name="T21" fmla="*/ 193 h 65"/>
                  <a:gd name="T22" fmla="*/ 20 w 35"/>
                  <a:gd name="T23" fmla="*/ 50 h 65"/>
                  <a:gd name="T24" fmla="*/ 8 w 35"/>
                  <a:gd name="T25" fmla="*/ 20 h 65"/>
                  <a:gd name="T26" fmla="*/ 13 w 35"/>
                  <a:gd name="T27" fmla="*/ 70 h 65"/>
                  <a:gd name="T28" fmla="*/ 20 w 35"/>
                  <a:gd name="T29" fmla="*/ 193 h 65"/>
                  <a:gd name="T30" fmla="*/ 0 w 35"/>
                  <a:gd name="T31" fmla="*/ 229 h 65"/>
                  <a:gd name="T32" fmla="*/ 5 w 35"/>
                  <a:gd name="T33" fmla="*/ 238 h 65"/>
                  <a:gd name="T34" fmla="*/ 86 w 35"/>
                  <a:gd name="T35" fmla="*/ 297 h 65"/>
                  <a:gd name="T36" fmla="*/ 91 w 35"/>
                  <a:gd name="T37" fmla="*/ 297 h 65"/>
                  <a:gd name="T38" fmla="*/ 167 w 35"/>
                  <a:gd name="T39" fmla="*/ 238 h 65"/>
                  <a:gd name="T40" fmla="*/ 167 w 35"/>
                  <a:gd name="T41" fmla="*/ 234 h 65"/>
                  <a:gd name="T42" fmla="*/ 153 w 35"/>
                  <a:gd name="T43" fmla="*/ 193 h 65"/>
                  <a:gd name="T44" fmla="*/ 162 w 35"/>
                  <a:gd name="T45" fmla="*/ 61 h 65"/>
                  <a:gd name="T46" fmla="*/ 162 w 35"/>
                  <a:gd name="T47" fmla="*/ 55 h 65"/>
                  <a:gd name="T48" fmla="*/ 153 w 35"/>
                  <a:gd name="T49" fmla="*/ 0 h 65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35" h="65">
                    <a:moveTo>
                      <a:pt x="32" y="0"/>
                    </a:moveTo>
                    <a:cubicBezTo>
                      <a:pt x="33" y="2"/>
                      <a:pt x="34" y="7"/>
                      <a:pt x="33" y="11"/>
                    </a:cubicBezTo>
                    <a:cubicBezTo>
                      <a:pt x="33" y="16"/>
                      <a:pt x="32" y="39"/>
                      <a:pt x="31" y="42"/>
                    </a:cubicBezTo>
                    <a:cubicBezTo>
                      <a:pt x="31" y="42"/>
                      <a:pt x="31" y="42"/>
                      <a:pt x="31" y="42"/>
                    </a:cubicBezTo>
                    <a:cubicBezTo>
                      <a:pt x="31" y="43"/>
                      <a:pt x="31" y="43"/>
                      <a:pt x="31" y="43"/>
                    </a:cubicBezTo>
                    <a:cubicBezTo>
                      <a:pt x="33" y="46"/>
                      <a:pt x="35" y="49"/>
                      <a:pt x="34" y="52"/>
                    </a:cubicBezTo>
                    <a:cubicBezTo>
                      <a:pt x="33" y="56"/>
                      <a:pt x="28" y="64"/>
                      <a:pt x="19" y="64"/>
                    </a:cubicBezTo>
                    <a:cubicBezTo>
                      <a:pt x="18" y="64"/>
                      <a:pt x="18" y="64"/>
                      <a:pt x="18" y="64"/>
                    </a:cubicBezTo>
                    <a:cubicBezTo>
                      <a:pt x="9" y="64"/>
                      <a:pt x="3" y="56"/>
                      <a:pt x="2" y="52"/>
                    </a:cubicBezTo>
                    <a:cubicBezTo>
                      <a:pt x="1" y="49"/>
                      <a:pt x="3" y="46"/>
                      <a:pt x="5" y="42"/>
                    </a:cubicBezTo>
                    <a:cubicBezTo>
                      <a:pt x="5" y="42"/>
                      <a:pt x="5" y="42"/>
                      <a:pt x="5" y="42"/>
                    </a:cubicBezTo>
                    <a:cubicBezTo>
                      <a:pt x="5" y="39"/>
                      <a:pt x="4" y="17"/>
                      <a:pt x="4" y="11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15"/>
                      <a:pt x="3" y="15"/>
                      <a:pt x="3" y="15"/>
                    </a:cubicBezTo>
                    <a:cubicBezTo>
                      <a:pt x="3" y="19"/>
                      <a:pt x="3" y="38"/>
                      <a:pt x="4" y="42"/>
                    </a:cubicBezTo>
                    <a:cubicBezTo>
                      <a:pt x="2" y="45"/>
                      <a:pt x="0" y="48"/>
                      <a:pt x="0" y="50"/>
                    </a:cubicBezTo>
                    <a:cubicBezTo>
                      <a:pt x="0" y="51"/>
                      <a:pt x="0" y="52"/>
                      <a:pt x="1" y="52"/>
                    </a:cubicBezTo>
                    <a:cubicBezTo>
                      <a:pt x="2" y="57"/>
                      <a:pt x="8" y="65"/>
                      <a:pt x="18" y="65"/>
                    </a:cubicBezTo>
                    <a:cubicBezTo>
                      <a:pt x="19" y="65"/>
                      <a:pt x="19" y="65"/>
                      <a:pt x="19" y="65"/>
                    </a:cubicBezTo>
                    <a:cubicBezTo>
                      <a:pt x="29" y="65"/>
                      <a:pt x="33" y="57"/>
                      <a:pt x="35" y="52"/>
                    </a:cubicBezTo>
                    <a:cubicBezTo>
                      <a:pt x="35" y="52"/>
                      <a:pt x="35" y="51"/>
                      <a:pt x="35" y="51"/>
                    </a:cubicBezTo>
                    <a:cubicBezTo>
                      <a:pt x="35" y="48"/>
                      <a:pt x="34" y="45"/>
                      <a:pt x="32" y="42"/>
                    </a:cubicBezTo>
                    <a:cubicBezTo>
                      <a:pt x="33" y="38"/>
                      <a:pt x="34" y="17"/>
                      <a:pt x="34" y="13"/>
                    </a:cubicBezTo>
                    <a:cubicBezTo>
                      <a:pt x="34" y="13"/>
                      <a:pt x="34" y="12"/>
                      <a:pt x="34" y="12"/>
                    </a:cubicBezTo>
                    <a:cubicBezTo>
                      <a:pt x="34" y="7"/>
                      <a:pt x="34" y="2"/>
                      <a:pt x="32" y="0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453" name="Freeform 569">
                <a:extLst>
                  <a:ext uri="{FF2B5EF4-FFF2-40B4-BE49-F238E27FC236}">
                    <a16:creationId xmlns:a16="http://schemas.microsoft.com/office/drawing/2014/main" id="{C3FC7162-6CEB-4640-A75B-6B2868E7AC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5" y="2534"/>
                <a:ext cx="12" cy="7"/>
              </a:xfrm>
              <a:custGeom>
                <a:avLst/>
                <a:gdLst>
                  <a:gd name="T0" fmla="*/ 0 w 7"/>
                  <a:gd name="T1" fmla="*/ 0 h 4"/>
                  <a:gd name="T2" fmla="*/ 29 w 7"/>
                  <a:gd name="T3" fmla="*/ 21 h 4"/>
                  <a:gd name="T4" fmla="*/ 36 w 7"/>
                  <a:gd name="T5" fmla="*/ 16 h 4"/>
                  <a:gd name="T6" fmla="*/ 0 w 7"/>
                  <a:gd name="T7" fmla="*/ 0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4">
                    <a:moveTo>
                      <a:pt x="0" y="0"/>
                    </a:moveTo>
                    <a:cubicBezTo>
                      <a:pt x="1" y="0"/>
                      <a:pt x="5" y="2"/>
                      <a:pt x="6" y="4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5" y="1"/>
                      <a:pt x="1" y="0"/>
                      <a:pt x="0" y="0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454" name="Freeform 570">
                <a:extLst>
                  <a:ext uri="{FF2B5EF4-FFF2-40B4-BE49-F238E27FC236}">
                    <a16:creationId xmlns:a16="http://schemas.microsoft.com/office/drawing/2014/main" id="{DE3359E0-BC3A-4107-93B8-552725433D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3" y="1069"/>
                <a:ext cx="85" cy="30"/>
              </a:xfrm>
              <a:custGeom>
                <a:avLst/>
                <a:gdLst>
                  <a:gd name="T0" fmla="*/ 22 w 51"/>
                  <a:gd name="T1" fmla="*/ 0 h 18"/>
                  <a:gd name="T2" fmla="*/ 63 w 51"/>
                  <a:gd name="T3" fmla="*/ 62 h 18"/>
                  <a:gd name="T4" fmla="*/ 120 w 51"/>
                  <a:gd name="T5" fmla="*/ 83 h 18"/>
                  <a:gd name="T6" fmla="*/ 162 w 51"/>
                  <a:gd name="T7" fmla="*/ 63 h 18"/>
                  <a:gd name="T8" fmla="*/ 213 w 51"/>
                  <a:gd name="T9" fmla="*/ 5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1" h="18">
                    <a:moveTo>
                      <a:pt x="5" y="0"/>
                    </a:moveTo>
                    <a:cubicBezTo>
                      <a:pt x="0" y="9"/>
                      <a:pt x="7" y="10"/>
                      <a:pt x="14" y="13"/>
                    </a:cubicBezTo>
                    <a:cubicBezTo>
                      <a:pt x="18" y="14"/>
                      <a:pt x="21" y="18"/>
                      <a:pt x="26" y="18"/>
                    </a:cubicBezTo>
                    <a:cubicBezTo>
                      <a:pt x="29" y="18"/>
                      <a:pt x="33" y="15"/>
                      <a:pt x="35" y="14"/>
                    </a:cubicBezTo>
                    <a:cubicBezTo>
                      <a:pt x="37" y="13"/>
                      <a:pt x="51" y="12"/>
                      <a:pt x="46" y="1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455" name="Freeform 571">
                <a:extLst>
                  <a:ext uri="{FF2B5EF4-FFF2-40B4-BE49-F238E27FC236}">
                    <a16:creationId xmlns:a16="http://schemas.microsoft.com/office/drawing/2014/main" id="{C76E82EE-27FF-4FBD-B625-A55AC434BE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2" y="1344"/>
                <a:ext cx="146" cy="18"/>
              </a:xfrm>
              <a:custGeom>
                <a:avLst/>
                <a:gdLst>
                  <a:gd name="T0" fmla="*/ 411 w 87"/>
                  <a:gd name="T1" fmla="*/ 47 h 11"/>
                  <a:gd name="T2" fmla="*/ 383 w 87"/>
                  <a:gd name="T3" fmla="*/ 47 h 11"/>
                  <a:gd name="T4" fmla="*/ 341 w 87"/>
                  <a:gd name="T5" fmla="*/ 43 h 11"/>
                  <a:gd name="T6" fmla="*/ 228 w 87"/>
                  <a:gd name="T7" fmla="*/ 34 h 11"/>
                  <a:gd name="T8" fmla="*/ 0 w 87"/>
                  <a:gd name="T9" fmla="*/ 34 h 11"/>
                  <a:gd name="T10" fmla="*/ 104 w 87"/>
                  <a:gd name="T11" fmla="*/ 8 h 11"/>
                  <a:gd name="T12" fmla="*/ 245 w 87"/>
                  <a:gd name="T13" fmla="*/ 8 h 11"/>
                  <a:gd name="T14" fmla="*/ 361 w 87"/>
                  <a:gd name="T15" fmla="*/ 34 h 11"/>
                  <a:gd name="T16" fmla="*/ 406 w 87"/>
                  <a:gd name="T17" fmla="*/ 47 h 1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7" h="11">
                    <a:moveTo>
                      <a:pt x="87" y="11"/>
                    </a:moveTo>
                    <a:cubicBezTo>
                      <a:pt x="85" y="11"/>
                      <a:pt x="83" y="11"/>
                      <a:pt x="81" y="11"/>
                    </a:cubicBezTo>
                    <a:cubicBezTo>
                      <a:pt x="78" y="10"/>
                      <a:pt x="75" y="10"/>
                      <a:pt x="72" y="10"/>
                    </a:cubicBezTo>
                    <a:cubicBezTo>
                      <a:pt x="64" y="11"/>
                      <a:pt x="56" y="9"/>
                      <a:pt x="48" y="8"/>
                    </a:cubicBezTo>
                    <a:cubicBezTo>
                      <a:pt x="32" y="7"/>
                      <a:pt x="16" y="4"/>
                      <a:pt x="0" y="8"/>
                    </a:cubicBezTo>
                    <a:cubicBezTo>
                      <a:pt x="7" y="4"/>
                      <a:pt x="15" y="3"/>
                      <a:pt x="22" y="2"/>
                    </a:cubicBezTo>
                    <a:cubicBezTo>
                      <a:pt x="32" y="0"/>
                      <a:pt x="42" y="1"/>
                      <a:pt x="52" y="2"/>
                    </a:cubicBezTo>
                    <a:cubicBezTo>
                      <a:pt x="60" y="3"/>
                      <a:pt x="68" y="6"/>
                      <a:pt x="76" y="8"/>
                    </a:cubicBezTo>
                    <a:cubicBezTo>
                      <a:pt x="79" y="9"/>
                      <a:pt x="83" y="10"/>
                      <a:pt x="86" y="11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456" name="Freeform 572">
                <a:extLst>
                  <a:ext uri="{FF2B5EF4-FFF2-40B4-BE49-F238E27FC236}">
                    <a16:creationId xmlns:a16="http://schemas.microsoft.com/office/drawing/2014/main" id="{A3118787-4AE3-4DEC-9E53-E0E5E7338C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7" y="1340"/>
                <a:ext cx="144" cy="22"/>
              </a:xfrm>
              <a:custGeom>
                <a:avLst/>
                <a:gdLst>
                  <a:gd name="T0" fmla="*/ 5 w 86"/>
                  <a:gd name="T1" fmla="*/ 58 h 13"/>
                  <a:gd name="T2" fmla="*/ 62 w 86"/>
                  <a:gd name="T3" fmla="*/ 54 h 13"/>
                  <a:gd name="T4" fmla="*/ 109 w 86"/>
                  <a:gd name="T5" fmla="*/ 58 h 13"/>
                  <a:gd name="T6" fmla="*/ 208 w 86"/>
                  <a:gd name="T7" fmla="*/ 42 h 13"/>
                  <a:gd name="T8" fmla="*/ 311 w 86"/>
                  <a:gd name="T9" fmla="*/ 29 h 13"/>
                  <a:gd name="T10" fmla="*/ 404 w 86"/>
                  <a:gd name="T11" fmla="*/ 29 h 13"/>
                  <a:gd name="T12" fmla="*/ 383 w 86"/>
                  <a:gd name="T13" fmla="*/ 14 h 13"/>
                  <a:gd name="T14" fmla="*/ 300 w 86"/>
                  <a:gd name="T15" fmla="*/ 0 h 13"/>
                  <a:gd name="T16" fmla="*/ 203 w 86"/>
                  <a:gd name="T17" fmla="*/ 5 h 13"/>
                  <a:gd name="T18" fmla="*/ 126 w 86"/>
                  <a:gd name="T19" fmla="*/ 8 h 13"/>
                  <a:gd name="T20" fmla="*/ 42 w 86"/>
                  <a:gd name="T21" fmla="*/ 34 h 13"/>
                  <a:gd name="T22" fmla="*/ 0 w 86"/>
                  <a:gd name="T23" fmla="*/ 54 h 13"/>
                  <a:gd name="T24" fmla="*/ 5 w 86"/>
                  <a:gd name="T25" fmla="*/ 58 h 1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86" h="13">
                    <a:moveTo>
                      <a:pt x="1" y="12"/>
                    </a:moveTo>
                    <a:cubicBezTo>
                      <a:pt x="5" y="13"/>
                      <a:pt x="9" y="11"/>
                      <a:pt x="13" y="11"/>
                    </a:cubicBezTo>
                    <a:cubicBezTo>
                      <a:pt x="16" y="11"/>
                      <a:pt x="20" y="12"/>
                      <a:pt x="23" y="12"/>
                    </a:cubicBezTo>
                    <a:cubicBezTo>
                      <a:pt x="30" y="12"/>
                      <a:pt x="37" y="10"/>
                      <a:pt x="44" y="9"/>
                    </a:cubicBezTo>
                    <a:cubicBezTo>
                      <a:pt x="51" y="9"/>
                      <a:pt x="58" y="7"/>
                      <a:pt x="66" y="6"/>
                    </a:cubicBezTo>
                    <a:cubicBezTo>
                      <a:pt x="72" y="5"/>
                      <a:pt x="79" y="5"/>
                      <a:pt x="86" y="6"/>
                    </a:cubicBezTo>
                    <a:cubicBezTo>
                      <a:pt x="85" y="4"/>
                      <a:pt x="83" y="3"/>
                      <a:pt x="82" y="3"/>
                    </a:cubicBezTo>
                    <a:cubicBezTo>
                      <a:pt x="76" y="0"/>
                      <a:pt x="69" y="0"/>
                      <a:pt x="64" y="0"/>
                    </a:cubicBezTo>
                    <a:cubicBezTo>
                      <a:pt x="57" y="0"/>
                      <a:pt x="50" y="1"/>
                      <a:pt x="43" y="1"/>
                    </a:cubicBezTo>
                    <a:cubicBezTo>
                      <a:pt x="38" y="0"/>
                      <a:pt x="32" y="1"/>
                      <a:pt x="27" y="2"/>
                    </a:cubicBezTo>
                    <a:cubicBezTo>
                      <a:pt x="20" y="3"/>
                      <a:pt x="14" y="5"/>
                      <a:pt x="9" y="7"/>
                    </a:cubicBezTo>
                    <a:cubicBezTo>
                      <a:pt x="6" y="8"/>
                      <a:pt x="1" y="9"/>
                      <a:pt x="0" y="11"/>
                    </a:cubicBezTo>
                    <a:cubicBezTo>
                      <a:pt x="0" y="11"/>
                      <a:pt x="1" y="11"/>
                      <a:pt x="1" y="12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457" name="Freeform 573">
                <a:extLst>
                  <a:ext uri="{FF2B5EF4-FFF2-40B4-BE49-F238E27FC236}">
                    <a16:creationId xmlns:a16="http://schemas.microsoft.com/office/drawing/2014/main" id="{5F4285CE-A070-4E50-8B92-43C9AEEA94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4" y="1365"/>
                <a:ext cx="120" cy="14"/>
              </a:xfrm>
              <a:custGeom>
                <a:avLst/>
                <a:gdLst>
                  <a:gd name="T0" fmla="*/ 0 w 72"/>
                  <a:gd name="T1" fmla="*/ 21 h 8"/>
                  <a:gd name="T2" fmla="*/ 70 w 72"/>
                  <a:gd name="T3" fmla="*/ 28 h 8"/>
                  <a:gd name="T4" fmla="*/ 117 w 72"/>
                  <a:gd name="T5" fmla="*/ 21 h 8"/>
                  <a:gd name="T6" fmla="*/ 153 w 72"/>
                  <a:gd name="T7" fmla="*/ 16 h 8"/>
                  <a:gd name="T8" fmla="*/ 195 w 72"/>
                  <a:gd name="T9" fmla="*/ 7 h 8"/>
                  <a:gd name="T10" fmla="*/ 242 w 72"/>
                  <a:gd name="T11" fmla="*/ 0 h 8"/>
                  <a:gd name="T12" fmla="*/ 297 w 72"/>
                  <a:gd name="T13" fmla="*/ 0 h 8"/>
                  <a:gd name="T14" fmla="*/ 333 w 72"/>
                  <a:gd name="T15" fmla="*/ 0 h 8"/>
                  <a:gd name="T16" fmla="*/ 312 w 72"/>
                  <a:gd name="T17" fmla="*/ 0 h 8"/>
                  <a:gd name="T18" fmla="*/ 237 w 72"/>
                  <a:gd name="T19" fmla="*/ 16 h 8"/>
                  <a:gd name="T20" fmla="*/ 97 w 72"/>
                  <a:gd name="T21" fmla="*/ 44 h 8"/>
                  <a:gd name="T22" fmla="*/ 22 w 72"/>
                  <a:gd name="T23" fmla="*/ 37 h 8"/>
                  <a:gd name="T24" fmla="*/ 5 w 72"/>
                  <a:gd name="T25" fmla="*/ 33 h 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72" h="8">
                    <a:moveTo>
                      <a:pt x="0" y="4"/>
                    </a:moveTo>
                    <a:cubicBezTo>
                      <a:pt x="5" y="5"/>
                      <a:pt x="10" y="5"/>
                      <a:pt x="15" y="5"/>
                    </a:cubicBezTo>
                    <a:cubicBezTo>
                      <a:pt x="18" y="5"/>
                      <a:pt x="21" y="4"/>
                      <a:pt x="25" y="4"/>
                    </a:cubicBezTo>
                    <a:cubicBezTo>
                      <a:pt x="27" y="3"/>
                      <a:pt x="30" y="3"/>
                      <a:pt x="33" y="3"/>
                    </a:cubicBezTo>
                    <a:cubicBezTo>
                      <a:pt x="36" y="2"/>
                      <a:pt x="39" y="2"/>
                      <a:pt x="42" y="1"/>
                    </a:cubicBezTo>
                    <a:cubicBezTo>
                      <a:pt x="46" y="0"/>
                      <a:pt x="49" y="1"/>
                      <a:pt x="52" y="0"/>
                    </a:cubicBezTo>
                    <a:cubicBezTo>
                      <a:pt x="56" y="0"/>
                      <a:pt x="60" y="0"/>
                      <a:pt x="64" y="0"/>
                    </a:cubicBezTo>
                    <a:cubicBezTo>
                      <a:pt x="67" y="0"/>
                      <a:pt x="69" y="0"/>
                      <a:pt x="72" y="0"/>
                    </a:cubicBezTo>
                    <a:cubicBezTo>
                      <a:pt x="70" y="0"/>
                      <a:pt x="69" y="0"/>
                      <a:pt x="67" y="0"/>
                    </a:cubicBezTo>
                    <a:cubicBezTo>
                      <a:pt x="61" y="1"/>
                      <a:pt x="56" y="2"/>
                      <a:pt x="51" y="3"/>
                    </a:cubicBezTo>
                    <a:cubicBezTo>
                      <a:pt x="41" y="5"/>
                      <a:pt x="31" y="8"/>
                      <a:pt x="21" y="8"/>
                    </a:cubicBezTo>
                    <a:cubicBezTo>
                      <a:pt x="16" y="8"/>
                      <a:pt x="11" y="8"/>
                      <a:pt x="5" y="7"/>
                    </a:cubicBezTo>
                    <a:cubicBezTo>
                      <a:pt x="4" y="6"/>
                      <a:pt x="2" y="6"/>
                      <a:pt x="1" y="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458" name="Freeform 574">
                <a:extLst>
                  <a:ext uri="{FF2B5EF4-FFF2-40B4-BE49-F238E27FC236}">
                    <a16:creationId xmlns:a16="http://schemas.microsoft.com/office/drawing/2014/main" id="{03AEB4F4-E1D9-4867-919B-8EDE67D5BE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3" y="1367"/>
                <a:ext cx="133" cy="13"/>
              </a:xfrm>
              <a:custGeom>
                <a:avLst/>
                <a:gdLst>
                  <a:gd name="T0" fmla="*/ 369 w 79"/>
                  <a:gd name="T1" fmla="*/ 0 h 8"/>
                  <a:gd name="T2" fmla="*/ 343 w 79"/>
                  <a:gd name="T3" fmla="*/ 8 h 8"/>
                  <a:gd name="T4" fmla="*/ 286 w 79"/>
                  <a:gd name="T5" fmla="*/ 13 h 8"/>
                  <a:gd name="T6" fmla="*/ 182 w 79"/>
                  <a:gd name="T7" fmla="*/ 8 h 8"/>
                  <a:gd name="T8" fmla="*/ 0 w 79"/>
                  <a:gd name="T9" fmla="*/ 13 h 8"/>
                  <a:gd name="T10" fmla="*/ 54 w 79"/>
                  <a:gd name="T11" fmla="*/ 13 h 8"/>
                  <a:gd name="T12" fmla="*/ 145 w 79"/>
                  <a:gd name="T13" fmla="*/ 26 h 8"/>
                  <a:gd name="T14" fmla="*/ 278 w 79"/>
                  <a:gd name="T15" fmla="*/ 29 h 8"/>
                  <a:gd name="T16" fmla="*/ 377 w 79"/>
                  <a:gd name="T17" fmla="*/ 5 h 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9" h="8">
                    <a:moveTo>
                      <a:pt x="77" y="0"/>
                    </a:moveTo>
                    <a:cubicBezTo>
                      <a:pt x="77" y="0"/>
                      <a:pt x="73" y="1"/>
                      <a:pt x="72" y="2"/>
                    </a:cubicBezTo>
                    <a:cubicBezTo>
                      <a:pt x="68" y="2"/>
                      <a:pt x="64" y="2"/>
                      <a:pt x="60" y="3"/>
                    </a:cubicBezTo>
                    <a:cubicBezTo>
                      <a:pt x="53" y="3"/>
                      <a:pt x="45" y="3"/>
                      <a:pt x="38" y="2"/>
                    </a:cubicBezTo>
                    <a:cubicBezTo>
                      <a:pt x="26" y="1"/>
                      <a:pt x="13" y="0"/>
                      <a:pt x="0" y="3"/>
                    </a:cubicBezTo>
                    <a:cubicBezTo>
                      <a:pt x="4" y="4"/>
                      <a:pt x="7" y="3"/>
                      <a:pt x="11" y="3"/>
                    </a:cubicBezTo>
                    <a:cubicBezTo>
                      <a:pt x="18" y="4"/>
                      <a:pt x="24" y="5"/>
                      <a:pt x="30" y="6"/>
                    </a:cubicBezTo>
                    <a:cubicBezTo>
                      <a:pt x="39" y="7"/>
                      <a:pt x="48" y="8"/>
                      <a:pt x="58" y="7"/>
                    </a:cubicBezTo>
                    <a:cubicBezTo>
                      <a:pt x="64" y="7"/>
                      <a:pt x="73" y="7"/>
                      <a:pt x="79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459" name="Freeform 575">
                <a:extLst>
                  <a:ext uri="{FF2B5EF4-FFF2-40B4-BE49-F238E27FC236}">
                    <a16:creationId xmlns:a16="http://schemas.microsoft.com/office/drawing/2014/main" id="{18AA5E38-642C-42D0-AAA2-5D85FA4DA1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5" y="1749"/>
                <a:ext cx="684" cy="2280"/>
              </a:xfrm>
              <a:custGeom>
                <a:avLst/>
                <a:gdLst>
                  <a:gd name="T0" fmla="*/ 8 w 407"/>
                  <a:gd name="T1" fmla="*/ 1700 h 1368"/>
                  <a:gd name="T2" fmla="*/ 182 w 407"/>
                  <a:gd name="T3" fmla="*/ 980 h 1368"/>
                  <a:gd name="T4" fmla="*/ 279 w 407"/>
                  <a:gd name="T5" fmla="*/ 187 h 1368"/>
                  <a:gd name="T6" fmla="*/ 294 w 407"/>
                  <a:gd name="T7" fmla="*/ 0 h 1368"/>
                  <a:gd name="T8" fmla="*/ 348 w 407"/>
                  <a:gd name="T9" fmla="*/ 255 h 1368"/>
                  <a:gd name="T10" fmla="*/ 279 w 407"/>
                  <a:gd name="T11" fmla="*/ 1492 h 1368"/>
                  <a:gd name="T12" fmla="*/ 403 w 407"/>
                  <a:gd name="T13" fmla="*/ 3478 h 1368"/>
                  <a:gd name="T14" fmla="*/ 481 w 407"/>
                  <a:gd name="T15" fmla="*/ 4022 h 1368"/>
                  <a:gd name="T16" fmla="*/ 613 w 407"/>
                  <a:gd name="T17" fmla="*/ 5338 h 1368"/>
                  <a:gd name="T18" fmla="*/ 669 w 407"/>
                  <a:gd name="T19" fmla="*/ 5792 h 1368"/>
                  <a:gd name="T20" fmla="*/ 494 w 407"/>
                  <a:gd name="T21" fmla="*/ 6062 h 1368"/>
                  <a:gd name="T22" fmla="*/ 424 w 407"/>
                  <a:gd name="T23" fmla="*/ 6203 h 1368"/>
                  <a:gd name="T24" fmla="*/ 432 w 407"/>
                  <a:gd name="T25" fmla="*/ 6213 h 1368"/>
                  <a:gd name="T26" fmla="*/ 494 w 407"/>
                  <a:gd name="T27" fmla="*/ 6258 h 1368"/>
                  <a:gd name="T28" fmla="*/ 502 w 407"/>
                  <a:gd name="T29" fmla="*/ 6278 h 1368"/>
                  <a:gd name="T30" fmla="*/ 713 w 407"/>
                  <a:gd name="T31" fmla="*/ 6287 h 1368"/>
                  <a:gd name="T32" fmla="*/ 916 w 407"/>
                  <a:gd name="T33" fmla="*/ 6263 h 1368"/>
                  <a:gd name="T34" fmla="*/ 950 w 407"/>
                  <a:gd name="T35" fmla="*/ 6078 h 1368"/>
                  <a:gd name="T36" fmla="*/ 958 w 407"/>
                  <a:gd name="T37" fmla="*/ 5728 h 1368"/>
                  <a:gd name="T38" fmla="*/ 941 w 407"/>
                  <a:gd name="T39" fmla="*/ 5047 h 1368"/>
                  <a:gd name="T40" fmla="*/ 913 w 407"/>
                  <a:gd name="T41" fmla="*/ 3895 h 1368"/>
                  <a:gd name="T42" fmla="*/ 976 w 407"/>
                  <a:gd name="T43" fmla="*/ 2945 h 1368"/>
                  <a:gd name="T44" fmla="*/ 1067 w 407"/>
                  <a:gd name="T45" fmla="*/ 2325 h 1368"/>
                  <a:gd name="T46" fmla="*/ 1198 w 407"/>
                  <a:gd name="T47" fmla="*/ 3758 h 1368"/>
                  <a:gd name="T48" fmla="*/ 1129 w 407"/>
                  <a:gd name="T49" fmla="*/ 4522 h 1368"/>
                  <a:gd name="T50" fmla="*/ 1192 w 407"/>
                  <a:gd name="T51" fmla="*/ 5528 h 1368"/>
                  <a:gd name="T52" fmla="*/ 1124 w 407"/>
                  <a:gd name="T53" fmla="*/ 5980 h 1368"/>
                  <a:gd name="T54" fmla="*/ 1163 w 407"/>
                  <a:gd name="T55" fmla="*/ 6180 h 1368"/>
                  <a:gd name="T56" fmla="*/ 1277 w 407"/>
                  <a:gd name="T57" fmla="*/ 6320 h 1368"/>
                  <a:gd name="T58" fmla="*/ 1507 w 407"/>
                  <a:gd name="T59" fmla="*/ 6292 h 1368"/>
                  <a:gd name="T60" fmla="*/ 1613 w 407"/>
                  <a:gd name="T61" fmla="*/ 6255 h 1368"/>
                  <a:gd name="T62" fmla="*/ 1676 w 407"/>
                  <a:gd name="T63" fmla="*/ 6237 h 1368"/>
                  <a:gd name="T64" fmla="*/ 1676 w 407"/>
                  <a:gd name="T65" fmla="*/ 6213 h 1368"/>
                  <a:gd name="T66" fmla="*/ 1672 w 407"/>
                  <a:gd name="T67" fmla="*/ 6125 h 1368"/>
                  <a:gd name="T68" fmla="*/ 1548 w 407"/>
                  <a:gd name="T69" fmla="*/ 5992 h 1368"/>
                  <a:gd name="T70" fmla="*/ 1452 w 407"/>
                  <a:gd name="T71" fmla="*/ 5662 h 1368"/>
                  <a:gd name="T72" fmla="*/ 1640 w 407"/>
                  <a:gd name="T73" fmla="*/ 4680 h 1368"/>
                  <a:gd name="T74" fmla="*/ 1676 w 407"/>
                  <a:gd name="T75" fmla="*/ 3770 h 1368"/>
                  <a:gd name="T76" fmla="*/ 1847 w 407"/>
                  <a:gd name="T77" fmla="*/ 1903 h 1368"/>
                  <a:gd name="T78" fmla="*/ 1760 w 407"/>
                  <a:gd name="T79" fmla="*/ 987 h 1368"/>
                  <a:gd name="T80" fmla="*/ 1813 w 407"/>
                  <a:gd name="T81" fmla="*/ 5 h 1368"/>
                  <a:gd name="T82" fmla="*/ 1822 w 407"/>
                  <a:gd name="T83" fmla="*/ 92 h 1368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0" t="0" r="r" b="b"/>
                <a:pathLst>
                  <a:path w="407" h="1368">
                    <a:moveTo>
                      <a:pt x="8" y="394"/>
                    </a:moveTo>
                    <a:cubicBezTo>
                      <a:pt x="7" y="383"/>
                      <a:pt x="0" y="370"/>
                      <a:pt x="2" y="367"/>
                    </a:cubicBezTo>
                    <a:cubicBezTo>
                      <a:pt x="3" y="364"/>
                      <a:pt x="5" y="353"/>
                      <a:pt x="7" y="342"/>
                    </a:cubicBezTo>
                    <a:cubicBezTo>
                      <a:pt x="10" y="319"/>
                      <a:pt x="35" y="227"/>
                      <a:pt x="38" y="212"/>
                    </a:cubicBezTo>
                    <a:cubicBezTo>
                      <a:pt x="45" y="171"/>
                      <a:pt x="53" y="156"/>
                      <a:pt x="50" y="127"/>
                    </a:cubicBezTo>
                    <a:cubicBezTo>
                      <a:pt x="50" y="106"/>
                      <a:pt x="58" y="50"/>
                      <a:pt x="59" y="40"/>
                    </a:cubicBezTo>
                    <a:cubicBezTo>
                      <a:pt x="60" y="38"/>
                      <a:pt x="60" y="27"/>
                      <a:pt x="61" y="20"/>
                    </a:cubicBezTo>
                    <a:cubicBezTo>
                      <a:pt x="61" y="16"/>
                      <a:pt x="62" y="9"/>
                      <a:pt x="62" y="0"/>
                    </a:cubicBezTo>
                    <a:cubicBezTo>
                      <a:pt x="62" y="1"/>
                      <a:pt x="62" y="1"/>
                      <a:pt x="62" y="1"/>
                    </a:cubicBezTo>
                    <a:cubicBezTo>
                      <a:pt x="63" y="11"/>
                      <a:pt x="71" y="29"/>
                      <a:pt x="73" y="55"/>
                    </a:cubicBezTo>
                    <a:cubicBezTo>
                      <a:pt x="77" y="99"/>
                      <a:pt x="77" y="179"/>
                      <a:pt x="78" y="210"/>
                    </a:cubicBezTo>
                    <a:cubicBezTo>
                      <a:pt x="73" y="292"/>
                      <a:pt x="60" y="297"/>
                      <a:pt x="59" y="322"/>
                    </a:cubicBezTo>
                    <a:cubicBezTo>
                      <a:pt x="57" y="334"/>
                      <a:pt x="58" y="384"/>
                      <a:pt x="57" y="411"/>
                    </a:cubicBezTo>
                    <a:cubicBezTo>
                      <a:pt x="55" y="445"/>
                      <a:pt x="33" y="603"/>
                      <a:pt x="85" y="751"/>
                    </a:cubicBezTo>
                    <a:cubicBezTo>
                      <a:pt x="89" y="761"/>
                      <a:pt x="88" y="795"/>
                      <a:pt x="91" y="814"/>
                    </a:cubicBezTo>
                    <a:cubicBezTo>
                      <a:pt x="92" y="818"/>
                      <a:pt x="101" y="840"/>
                      <a:pt x="101" y="869"/>
                    </a:cubicBezTo>
                    <a:cubicBezTo>
                      <a:pt x="102" y="916"/>
                      <a:pt x="97" y="978"/>
                      <a:pt x="99" y="1011"/>
                    </a:cubicBezTo>
                    <a:cubicBezTo>
                      <a:pt x="101" y="1066"/>
                      <a:pt x="122" y="1117"/>
                      <a:pt x="129" y="1153"/>
                    </a:cubicBezTo>
                    <a:cubicBezTo>
                      <a:pt x="137" y="1188"/>
                      <a:pt x="141" y="1216"/>
                      <a:pt x="139" y="1223"/>
                    </a:cubicBezTo>
                    <a:cubicBezTo>
                      <a:pt x="138" y="1229"/>
                      <a:pt x="136" y="1241"/>
                      <a:pt x="141" y="1251"/>
                    </a:cubicBezTo>
                    <a:cubicBezTo>
                      <a:pt x="141" y="1252"/>
                      <a:pt x="127" y="1287"/>
                      <a:pt x="119" y="1294"/>
                    </a:cubicBezTo>
                    <a:cubicBezTo>
                      <a:pt x="111" y="1300"/>
                      <a:pt x="109" y="1305"/>
                      <a:pt x="104" y="1309"/>
                    </a:cubicBezTo>
                    <a:cubicBezTo>
                      <a:pt x="98" y="1312"/>
                      <a:pt x="95" y="1316"/>
                      <a:pt x="93" y="1323"/>
                    </a:cubicBezTo>
                    <a:cubicBezTo>
                      <a:pt x="91" y="1329"/>
                      <a:pt x="85" y="1336"/>
                      <a:pt x="89" y="1340"/>
                    </a:cubicBezTo>
                    <a:cubicBezTo>
                      <a:pt x="90" y="1341"/>
                      <a:pt x="91" y="1341"/>
                      <a:pt x="91" y="1342"/>
                    </a:cubicBezTo>
                    <a:cubicBezTo>
                      <a:pt x="91" y="1342"/>
                      <a:pt x="91" y="1342"/>
                      <a:pt x="91" y="1342"/>
                    </a:cubicBezTo>
                    <a:cubicBezTo>
                      <a:pt x="91" y="1344"/>
                      <a:pt x="91" y="1346"/>
                      <a:pt x="92" y="1347"/>
                    </a:cubicBezTo>
                    <a:cubicBezTo>
                      <a:pt x="94" y="1352"/>
                      <a:pt x="99" y="1353"/>
                      <a:pt x="104" y="1352"/>
                    </a:cubicBezTo>
                    <a:cubicBezTo>
                      <a:pt x="104" y="1351"/>
                      <a:pt x="104" y="1351"/>
                      <a:pt x="104" y="1351"/>
                    </a:cubicBezTo>
                    <a:cubicBezTo>
                      <a:pt x="105" y="1353"/>
                      <a:pt x="105" y="1354"/>
                      <a:pt x="106" y="1356"/>
                    </a:cubicBezTo>
                    <a:cubicBezTo>
                      <a:pt x="110" y="1362"/>
                      <a:pt x="122" y="1365"/>
                      <a:pt x="126" y="1359"/>
                    </a:cubicBezTo>
                    <a:cubicBezTo>
                      <a:pt x="133" y="1363"/>
                      <a:pt x="145" y="1364"/>
                      <a:pt x="150" y="1358"/>
                    </a:cubicBezTo>
                    <a:cubicBezTo>
                      <a:pt x="153" y="1368"/>
                      <a:pt x="167" y="1366"/>
                      <a:pt x="176" y="1365"/>
                    </a:cubicBezTo>
                    <a:cubicBezTo>
                      <a:pt x="184" y="1363"/>
                      <a:pt x="188" y="1357"/>
                      <a:pt x="193" y="1353"/>
                    </a:cubicBezTo>
                    <a:cubicBezTo>
                      <a:pt x="198" y="1349"/>
                      <a:pt x="201" y="1345"/>
                      <a:pt x="200" y="1335"/>
                    </a:cubicBezTo>
                    <a:cubicBezTo>
                      <a:pt x="198" y="1325"/>
                      <a:pt x="199" y="1325"/>
                      <a:pt x="200" y="1313"/>
                    </a:cubicBezTo>
                    <a:cubicBezTo>
                      <a:pt x="201" y="1306"/>
                      <a:pt x="207" y="1303"/>
                      <a:pt x="208" y="1292"/>
                    </a:cubicBezTo>
                    <a:cubicBezTo>
                      <a:pt x="208" y="1282"/>
                      <a:pt x="202" y="1242"/>
                      <a:pt x="202" y="1237"/>
                    </a:cubicBezTo>
                    <a:cubicBezTo>
                      <a:pt x="204" y="1224"/>
                      <a:pt x="196" y="1214"/>
                      <a:pt x="194" y="1194"/>
                    </a:cubicBezTo>
                    <a:cubicBezTo>
                      <a:pt x="191" y="1173"/>
                      <a:pt x="198" y="1103"/>
                      <a:pt x="198" y="1090"/>
                    </a:cubicBezTo>
                    <a:cubicBezTo>
                      <a:pt x="198" y="1066"/>
                      <a:pt x="210" y="1026"/>
                      <a:pt x="207" y="977"/>
                    </a:cubicBezTo>
                    <a:cubicBezTo>
                      <a:pt x="205" y="948"/>
                      <a:pt x="192" y="861"/>
                      <a:pt x="192" y="841"/>
                    </a:cubicBezTo>
                    <a:cubicBezTo>
                      <a:pt x="192" y="838"/>
                      <a:pt x="191" y="816"/>
                      <a:pt x="193" y="812"/>
                    </a:cubicBezTo>
                    <a:cubicBezTo>
                      <a:pt x="196" y="799"/>
                      <a:pt x="206" y="638"/>
                      <a:pt x="206" y="636"/>
                    </a:cubicBezTo>
                    <a:cubicBezTo>
                      <a:pt x="208" y="617"/>
                      <a:pt x="220" y="502"/>
                      <a:pt x="220" y="502"/>
                    </a:cubicBezTo>
                    <a:cubicBezTo>
                      <a:pt x="225" y="502"/>
                      <a:pt x="225" y="502"/>
                      <a:pt x="225" y="502"/>
                    </a:cubicBezTo>
                    <a:cubicBezTo>
                      <a:pt x="225" y="502"/>
                      <a:pt x="239" y="615"/>
                      <a:pt x="240" y="634"/>
                    </a:cubicBezTo>
                    <a:cubicBezTo>
                      <a:pt x="240" y="636"/>
                      <a:pt x="248" y="799"/>
                      <a:pt x="252" y="812"/>
                    </a:cubicBezTo>
                    <a:cubicBezTo>
                      <a:pt x="253" y="816"/>
                      <a:pt x="252" y="838"/>
                      <a:pt x="252" y="841"/>
                    </a:cubicBezTo>
                    <a:cubicBezTo>
                      <a:pt x="252" y="861"/>
                      <a:pt x="240" y="948"/>
                      <a:pt x="238" y="977"/>
                    </a:cubicBezTo>
                    <a:cubicBezTo>
                      <a:pt x="235" y="1026"/>
                      <a:pt x="246" y="1066"/>
                      <a:pt x="246" y="1090"/>
                    </a:cubicBezTo>
                    <a:cubicBezTo>
                      <a:pt x="246" y="1103"/>
                      <a:pt x="254" y="1173"/>
                      <a:pt x="251" y="1194"/>
                    </a:cubicBezTo>
                    <a:cubicBezTo>
                      <a:pt x="248" y="1214"/>
                      <a:pt x="241" y="1224"/>
                      <a:pt x="242" y="1237"/>
                    </a:cubicBezTo>
                    <a:cubicBezTo>
                      <a:pt x="243" y="1242"/>
                      <a:pt x="236" y="1282"/>
                      <a:pt x="237" y="1292"/>
                    </a:cubicBezTo>
                    <a:cubicBezTo>
                      <a:pt x="238" y="1303"/>
                      <a:pt x="243" y="1306"/>
                      <a:pt x="244" y="1313"/>
                    </a:cubicBezTo>
                    <a:cubicBezTo>
                      <a:pt x="245" y="1325"/>
                      <a:pt x="246" y="1325"/>
                      <a:pt x="245" y="1335"/>
                    </a:cubicBezTo>
                    <a:cubicBezTo>
                      <a:pt x="244" y="1345"/>
                      <a:pt x="247" y="1349"/>
                      <a:pt x="252" y="1353"/>
                    </a:cubicBezTo>
                    <a:cubicBezTo>
                      <a:pt x="256" y="1357"/>
                      <a:pt x="260" y="1363"/>
                      <a:pt x="269" y="1365"/>
                    </a:cubicBezTo>
                    <a:cubicBezTo>
                      <a:pt x="277" y="1366"/>
                      <a:pt x="291" y="1368"/>
                      <a:pt x="295" y="1358"/>
                    </a:cubicBezTo>
                    <a:cubicBezTo>
                      <a:pt x="299" y="1364"/>
                      <a:pt x="312" y="1363"/>
                      <a:pt x="318" y="1359"/>
                    </a:cubicBezTo>
                    <a:cubicBezTo>
                      <a:pt x="323" y="1365"/>
                      <a:pt x="335" y="1362"/>
                      <a:pt x="338" y="1356"/>
                    </a:cubicBezTo>
                    <a:cubicBezTo>
                      <a:pt x="339" y="1355"/>
                      <a:pt x="340" y="1353"/>
                      <a:pt x="340" y="1351"/>
                    </a:cubicBezTo>
                    <a:cubicBezTo>
                      <a:pt x="341" y="1352"/>
                      <a:pt x="341" y="1352"/>
                      <a:pt x="341" y="1352"/>
                    </a:cubicBezTo>
                    <a:cubicBezTo>
                      <a:pt x="346" y="1353"/>
                      <a:pt x="352" y="1351"/>
                      <a:pt x="353" y="1347"/>
                    </a:cubicBezTo>
                    <a:cubicBezTo>
                      <a:pt x="353" y="1346"/>
                      <a:pt x="353" y="1344"/>
                      <a:pt x="353" y="1342"/>
                    </a:cubicBezTo>
                    <a:cubicBezTo>
                      <a:pt x="353" y="1342"/>
                      <a:pt x="353" y="1342"/>
                      <a:pt x="353" y="1342"/>
                    </a:cubicBezTo>
                    <a:cubicBezTo>
                      <a:pt x="354" y="1342"/>
                      <a:pt x="355" y="1341"/>
                      <a:pt x="355" y="1340"/>
                    </a:cubicBezTo>
                    <a:cubicBezTo>
                      <a:pt x="360" y="1336"/>
                      <a:pt x="354" y="1329"/>
                      <a:pt x="352" y="1323"/>
                    </a:cubicBezTo>
                    <a:cubicBezTo>
                      <a:pt x="350" y="1316"/>
                      <a:pt x="347" y="1312"/>
                      <a:pt x="341" y="1309"/>
                    </a:cubicBezTo>
                    <a:cubicBezTo>
                      <a:pt x="335" y="1305"/>
                      <a:pt x="333" y="1300"/>
                      <a:pt x="326" y="1294"/>
                    </a:cubicBezTo>
                    <a:cubicBezTo>
                      <a:pt x="318" y="1287"/>
                      <a:pt x="303" y="1252"/>
                      <a:pt x="304" y="1251"/>
                    </a:cubicBezTo>
                    <a:cubicBezTo>
                      <a:pt x="308" y="1241"/>
                      <a:pt x="307" y="1229"/>
                      <a:pt x="306" y="1223"/>
                    </a:cubicBezTo>
                    <a:cubicBezTo>
                      <a:pt x="304" y="1216"/>
                      <a:pt x="307" y="1188"/>
                      <a:pt x="315" y="1153"/>
                    </a:cubicBezTo>
                    <a:cubicBezTo>
                      <a:pt x="323" y="1117"/>
                      <a:pt x="344" y="1066"/>
                      <a:pt x="346" y="1011"/>
                    </a:cubicBezTo>
                    <a:cubicBezTo>
                      <a:pt x="347" y="978"/>
                      <a:pt x="342" y="916"/>
                      <a:pt x="343" y="869"/>
                    </a:cubicBezTo>
                    <a:cubicBezTo>
                      <a:pt x="344" y="840"/>
                      <a:pt x="352" y="818"/>
                      <a:pt x="353" y="814"/>
                    </a:cubicBezTo>
                    <a:cubicBezTo>
                      <a:pt x="356" y="795"/>
                      <a:pt x="357" y="761"/>
                      <a:pt x="359" y="751"/>
                    </a:cubicBezTo>
                    <a:cubicBezTo>
                      <a:pt x="407" y="582"/>
                      <a:pt x="390" y="445"/>
                      <a:pt x="389" y="411"/>
                    </a:cubicBezTo>
                    <a:cubicBezTo>
                      <a:pt x="389" y="411"/>
                      <a:pt x="392" y="340"/>
                      <a:pt x="390" y="328"/>
                    </a:cubicBezTo>
                    <a:cubicBezTo>
                      <a:pt x="389" y="303"/>
                      <a:pt x="377" y="277"/>
                      <a:pt x="371" y="213"/>
                    </a:cubicBezTo>
                    <a:cubicBezTo>
                      <a:pt x="371" y="153"/>
                      <a:pt x="377" y="73"/>
                      <a:pt x="377" y="58"/>
                    </a:cubicBezTo>
                    <a:cubicBezTo>
                      <a:pt x="378" y="33"/>
                      <a:pt x="382" y="11"/>
                      <a:pt x="382" y="1"/>
                    </a:cubicBezTo>
                    <a:cubicBezTo>
                      <a:pt x="382" y="0"/>
                      <a:pt x="382" y="0"/>
                      <a:pt x="382" y="0"/>
                    </a:cubicBezTo>
                    <a:cubicBezTo>
                      <a:pt x="383" y="9"/>
                      <a:pt x="383" y="16"/>
                      <a:pt x="384" y="20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460" name="Freeform 576">
                <a:extLst>
                  <a:ext uri="{FF2B5EF4-FFF2-40B4-BE49-F238E27FC236}">
                    <a16:creationId xmlns:a16="http://schemas.microsoft.com/office/drawing/2014/main" id="{387F16DC-2289-402C-9CCF-F901F5E96F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0" y="1179"/>
                <a:ext cx="326" cy="290"/>
              </a:xfrm>
              <a:custGeom>
                <a:avLst/>
                <a:gdLst>
                  <a:gd name="T0" fmla="*/ 57 w 194"/>
                  <a:gd name="T1" fmla="*/ 0 h 174"/>
                  <a:gd name="T2" fmla="*/ 208 w 194"/>
                  <a:gd name="T3" fmla="*/ 333 h 174"/>
                  <a:gd name="T4" fmla="*/ 482 w 194"/>
                  <a:gd name="T5" fmla="*/ 425 h 174"/>
                  <a:gd name="T6" fmla="*/ 921 w 194"/>
                  <a:gd name="T7" fmla="*/ 805 h 17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4" h="174">
                    <a:moveTo>
                      <a:pt x="12" y="0"/>
                    </a:moveTo>
                    <a:cubicBezTo>
                      <a:pt x="12" y="12"/>
                      <a:pt x="0" y="56"/>
                      <a:pt x="44" y="72"/>
                    </a:cubicBezTo>
                    <a:cubicBezTo>
                      <a:pt x="56" y="78"/>
                      <a:pt x="88" y="89"/>
                      <a:pt x="102" y="92"/>
                    </a:cubicBezTo>
                    <a:cubicBezTo>
                      <a:pt x="121" y="98"/>
                      <a:pt x="182" y="115"/>
                      <a:pt x="194" y="174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461" name="Freeform 577">
                <a:extLst>
                  <a:ext uri="{FF2B5EF4-FFF2-40B4-BE49-F238E27FC236}">
                    <a16:creationId xmlns:a16="http://schemas.microsoft.com/office/drawing/2014/main" id="{9F8B6508-94C7-426F-8607-1D6784E254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5" y="2479"/>
                <a:ext cx="40" cy="108"/>
              </a:xfrm>
              <a:custGeom>
                <a:avLst/>
                <a:gdLst>
                  <a:gd name="T0" fmla="*/ 47 w 24"/>
                  <a:gd name="T1" fmla="*/ 20 h 65"/>
                  <a:gd name="T2" fmla="*/ 42 w 24"/>
                  <a:gd name="T3" fmla="*/ 110 h 65"/>
                  <a:gd name="T4" fmla="*/ 37 w 24"/>
                  <a:gd name="T5" fmla="*/ 155 h 65"/>
                  <a:gd name="T6" fmla="*/ 47 w 24"/>
                  <a:gd name="T7" fmla="*/ 216 h 65"/>
                  <a:gd name="T8" fmla="*/ 22 w 24"/>
                  <a:gd name="T9" fmla="*/ 258 h 65"/>
                  <a:gd name="T10" fmla="*/ 0 w 24"/>
                  <a:gd name="T11" fmla="*/ 271 h 65"/>
                  <a:gd name="T12" fmla="*/ 83 w 24"/>
                  <a:gd name="T13" fmla="*/ 251 h 65"/>
                  <a:gd name="T14" fmla="*/ 92 w 24"/>
                  <a:gd name="T15" fmla="*/ 151 h 65"/>
                  <a:gd name="T16" fmla="*/ 75 w 24"/>
                  <a:gd name="T17" fmla="*/ 91 h 65"/>
                  <a:gd name="T18" fmla="*/ 70 w 24"/>
                  <a:gd name="T19" fmla="*/ 37 h 65"/>
                  <a:gd name="T20" fmla="*/ 47 w 24"/>
                  <a:gd name="T21" fmla="*/ 20 h 6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4" h="65">
                    <a:moveTo>
                      <a:pt x="10" y="4"/>
                    </a:moveTo>
                    <a:cubicBezTo>
                      <a:pt x="10" y="10"/>
                      <a:pt x="10" y="17"/>
                      <a:pt x="9" y="24"/>
                    </a:cubicBezTo>
                    <a:cubicBezTo>
                      <a:pt x="9" y="27"/>
                      <a:pt x="9" y="31"/>
                      <a:pt x="8" y="34"/>
                    </a:cubicBezTo>
                    <a:cubicBezTo>
                      <a:pt x="8" y="39"/>
                      <a:pt x="11" y="42"/>
                      <a:pt x="10" y="47"/>
                    </a:cubicBezTo>
                    <a:cubicBezTo>
                      <a:pt x="9" y="50"/>
                      <a:pt x="7" y="53"/>
                      <a:pt x="5" y="56"/>
                    </a:cubicBezTo>
                    <a:cubicBezTo>
                      <a:pt x="3" y="58"/>
                      <a:pt x="1" y="57"/>
                      <a:pt x="0" y="59"/>
                    </a:cubicBezTo>
                    <a:cubicBezTo>
                      <a:pt x="3" y="65"/>
                      <a:pt x="15" y="58"/>
                      <a:pt x="18" y="55"/>
                    </a:cubicBezTo>
                    <a:cubicBezTo>
                      <a:pt x="24" y="49"/>
                      <a:pt x="23" y="42"/>
                      <a:pt x="20" y="33"/>
                    </a:cubicBezTo>
                    <a:cubicBezTo>
                      <a:pt x="19" y="29"/>
                      <a:pt x="17" y="25"/>
                      <a:pt x="16" y="20"/>
                    </a:cubicBezTo>
                    <a:cubicBezTo>
                      <a:pt x="16" y="16"/>
                      <a:pt x="16" y="12"/>
                      <a:pt x="15" y="8"/>
                    </a:cubicBezTo>
                    <a:cubicBezTo>
                      <a:pt x="14" y="7"/>
                      <a:pt x="12" y="0"/>
                      <a:pt x="10" y="4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462" name="Freeform 578">
                <a:extLst>
                  <a:ext uri="{FF2B5EF4-FFF2-40B4-BE49-F238E27FC236}">
                    <a16:creationId xmlns:a16="http://schemas.microsoft.com/office/drawing/2014/main" id="{7CE1876E-1709-4276-AD4A-FCA8492C82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5" y="2479"/>
                <a:ext cx="32" cy="92"/>
              </a:xfrm>
              <a:custGeom>
                <a:avLst/>
                <a:gdLst>
                  <a:gd name="T0" fmla="*/ 8 w 19"/>
                  <a:gd name="T1" fmla="*/ 0 h 55"/>
                  <a:gd name="T2" fmla="*/ 20 w 19"/>
                  <a:gd name="T3" fmla="*/ 70 h 55"/>
                  <a:gd name="T4" fmla="*/ 22 w 19"/>
                  <a:gd name="T5" fmla="*/ 117 h 55"/>
                  <a:gd name="T6" fmla="*/ 13 w 19"/>
                  <a:gd name="T7" fmla="*/ 182 h 55"/>
                  <a:gd name="T8" fmla="*/ 5 w 19"/>
                  <a:gd name="T9" fmla="*/ 207 h 55"/>
                  <a:gd name="T10" fmla="*/ 13 w 19"/>
                  <a:gd name="T11" fmla="*/ 238 h 55"/>
                  <a:gd name="T12" fmla="*/ 49 w 19"/>
                  <a:gd name="T13" fmla="*/ 258 h 55"/>
                  <a:gd name="T14" fmla="*/ 91 w 19"/>
                  <a:gd name="T15" fmla="*/ 253 h 55"/>
                  <a:gd name="T16" fmla="*/ 34 w 19"/>
                  <a:gd name="T17" fmla="*/ 209 h 55"/>
                  <a:gd name="T18" fmla="*/ 42 w 19"/>
                  <a:gd name="T19" fmla="*/ 174 h 55"/>
                  <a:gd name="T20" fmla="*/ 49 w 19"/>
                  <a:gd name="T21" fmla="*/ 132 h 55"/>
                  <a:gd name="T22" fmla="*/ 29 w 19"/>
                  <a:gd name="T23" fmla="*/ 42 h 55"/>
                  <a:gd name="T24" fmla="*/ 8 w 19"/>
                  <a:gd name="T25" fmla="*/ 0 h 5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9" h="55">
                    <a:moveTo>
                      <a:pt x="2" y="0"/>
                    </a:moveTo>
                    <a:cubicBezTo>
                      <a:pt x="3" y="5"/>
                      <a:pt x="3" y="10"/>
                      <a:pt x="4" y="15"/>
                    </a:cubicBezTo>
                    <a:cubicBezTo>
                      <a:pt x="4" y="19"/>
                      <a:pt x="5" y="22"/>
                      <a:pt x="5" y="25"/>
                    </a:cubicBezTo>
                    <a:cubicBezTo>
                      <a:pt x="5" y="30"/>
                      <a:pt x="6" y="35"/>
                      <a:pt x="3" y="39"/>
                    </a:cubicBezTo>
                    <a:cubicBezTo>
                      <a:pt x="2" y="40"/>
                      <a:pt x="1" y="42"/>
                      <a:pt x="1" y="44"/>
                    </a:cubicBezTo>
                    <a:cubicBezTo>
                      <a:pt x="0" y="46"/>
                      <a:pt x="2" y="49"/>
                      <a:pt x="3" y="51"/>
                    </a:cubicBezTo>
                    <a:cubicBezTo>
                      <a:pt x="5" y="53"/>
                      <a:pt x="8" y="55"/>
                      <a:pt x="10" y="55"/>
                    </a:cubicBezTo>
                    <a:cubicBezTo>
                      <a:pt x="13" y="55"/>
                      <a:pt x="16" y="54"/>
                      <a:pt x="19" y="54"/>
                    </a:cubicBezTo>
                    <a:cubicBezTo>
                      <a:pt x="15" y="51"/>
                      <a:pt x="8" y="51"/>
                      <a:pt x="7" y="45"/>
                    </a:cubicBezTo>
                    <a:cubicBezTo>
                      <a:pt x="6" y="42"/>
                      <a:pt x="7" y="40"/>
                      <a:pt x="9" y="37"/>
                    </a:cubicBezTo>
                    <a:cubicBezTo>
                      <a:pt x="10" y="35"/>
                      <a:pt x="10" y="31"/>
                      <a:pt x="10" y="28"/>
                    </a:cubicBezTo>
                    <a:cubicBezTo>
                      <a:pt x="9" y="22"/>
                      <a:pt x="8" y="15"/>
                      <a:pt x="6" y="9"/>
                    </a:cubicBezTo>
                    <a:cubicBezTo>
                      <a:pt x="5" y="6"/>
                      <a:pt x="4" y="3"/>
                      <a:pt x="2" y="0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463" name="Freeform 579">
                <a:extLst>
                  <a:ext uri="{FF2B5EF4-FFF2-40B4-BE49-F238E27FC236}">
                    <a16:creationId xmlns:a16="http://schemas.microsoft.com/office/drawing/2014/main" id="{94025014-BE69-4495-A139-FC8821386D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8" y="2362"/>
                <a:ext cx="160" cy="300"/>
              </a:xfrm>
              <a:custGeom>
                <a:avLst/>
                <a:gdLst>
                  <a:gd name="T0" fmla="*/ 258 w 95"/>
                  <a:gd name="T1" fmla="*/ 55 h 180"/>
                  <a:gd name="T2" fmla="*/ 327 w 95"/>
                  <a:gd name="T3" fmla="*/ 255 h 180"/>
                  <a:gd name="T4" fmla="*/ 386 w 95"/>
                  <a:gd name="T5" fmla="*/ 463 h 180"/>
                  <a:gd name="T6" fmla="*/ 266 w 95"/>
                  <a:gd name="T7" fmla="*/ 367 h 180"/>
                  <a:gd name="T8" fmla="*/ 219 w 95"/>
                  <a:gd name="T9" fmla="*/ 312 h 180"/>
                  <a:gd name="T10" fmla="*/ 237 w 95"/>
                  <a:gd name="T11" fmla="*/ 388 h 180"/>
                  <a:gd name="T12" fmla="*/ 237 w 95"/>
                  <a:gd name="T13" fmla="*/ 480 h 180"/>
                  <a:gd name="T14" fmla="*/ 258 w 95"/>
                  <a:gd name="T15" fmla="*/ 542 h 180"/>
                  <a:gd name="T16" fmla="*/ 315 w 95"/>
                  <a:gd name="T17" fmla="*/ 583 h 180"/>
                  <a:gd name="T18" fmla="*/ 411 w 95"/>
                  <a:gd name="T19" fmla="*/ 612 h 180"/>
                  <a:gd name="T20" fmla="*/ 328 w 95"/>
                  <a:gd name="T21" fmla="*/ 647 h 180"/>
                  <a:gd name="T22" fmla="*/ 411 w 95"/>
                  <a:gd name="T23" fmla="*/ 662 h 180"/>
                  <a:gd name="T24" fmla="*/ 419 w 95"/>
                  <a:gd name="T25" fmla="*/ 722 h 180"/>
                  <a:gd name="T26" fmla="*/ 391 w 95"/>
                  <a:gd name="T27" fmla="*/ 728 h 180"/>
                  <a:gd name="T28" fmla="*/ 399 w 95"/>
                  <a:gd name="T29" fmla="*/ 787 h 180"/>
                  <a:gd name="T30" fmla="*/ 328 w 95"/>
                  <a:gd name="T31" fmla="*/ 797 h 180"/>
                  <a:gd name="T32" fmla="*/ 310 w 95"/>
                  <a:gd name="T33" fmla="*/ 792 h 180"/>
                  <a:gd name="T34" fmla="*/ 286 w 95"/>
                  <a:gd name="T35" fmla="*/ 828 h 180"/>
                  <a:gd name="T36" fmla="*/ 219 w 95"/>
                  <a:gd name="T37" fmla="*/ 800 h 180"/>
                  <a:gd name="T38" fmla="*/ 140 w 95"/>
                  <a:gd name="T39" fmla="*/ 728 h 180"/>
                  <a:gd name="T40" fmla="*/ 62 w 95"/>
                  <a:gd name="T41" fmla="*/ 578 h 180"/>
                  <a:gd name="T42" fmla="*/ 8 w 95"/>
                  <a:gd name="T43" fmla="*/ 425 h 180"/>
                  <a:gd name="T44" fmla="*/ 8 w 95"/>
                  <a:gd name="T45" fmla="*/ 278 h 180"/>
                  <a:gd name="T46" fmla="*/ 8 w 95"/>
                  <a:gd name="T47" fmla="*/ 0 h 180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95" h="180">
                    <a:moveTo>
                      <a:pt x="54" y="12"/>
                    </a:moveTo>
                    <a:cubicBezTo>
                      <a:pt x="61" y="19"/>
                      <a:pt x="58" y="46"/>
                      <a:pt x="68" y="55"/>
                    </a:cubicBezTo>
                    <a:cubicBezTo>
                      <a:pt x="77" y="65"/>
                      <a:pt x="93" y="92"/>
                      <a:pt x="81" y="100"/>
                    </a:cubicBezTo>
                    <a:cubicBezTo>
                      <a:pt x="70" y="108"/>
                      <a:pt x="59" y="89"/>
                      <a:pt x="56" y="79"/>
                    </a:cubicBezTo>
                    <a:cubicBezTo>
                      <a:pt x="52" y="69"/>
                      <a:pt x="46" y="67"/>
                      <a:pt x="46" y="67"/>
                    </a:cubicBezTo>
                    <a:cubicBezTo>
                      <a:pt x="46" y="67"/>
                      <a:pt x="52" y="79"/>
                      <a:pt x="50" y="84"/>
                    </a:cubicBezTo>
                    <a:cubicBezTo>
                      <a:pt x="47" y="89"/>
                      <a:pt x="54" y="97"/>
                      <a:pt x="50" y="104"/>
                    </a:cubicBezTo>
                    <a:cubicBezTo>
                      <a:pt x="48" y="106"/>
                      <a:pt x="53" y="108"/>
                      <a:pt x="54" y="117"/>
                    </a:cubicBezTo>
                    <a:cubicBezTo>
                      <a:pt x="55" y="126"/>
                      <a:pt x="60" y="117"/>
                      <a:pt x="66" y="126"/>
                    </a:cubicBezTo>
                    <a:cubicBezTo>
                      <a:pt x="68" y="129"/>
                      <a:pt x="84" y="110"/>
                      <a:pt x="86" y="132"/>
                    </a:cubicBezTo>
                    <a:cubicBezTo>
                      <a:pt x="86" y="134"/>
                      <a:pt x="69" y="138"/>
                      <a:pt x="69" y="140"/>
                    </a:cubicBezTo>
                    <a:cubicBezTo>
                      <a:pt x="69" y="142"/>
                      <a:pt x="86" y="141"/>
                      <a:pt x="86" y="143"/>
                    </a:cubicBezTo>
                    <a:cubicBezTo>
                      <a:pt x="86" y="143"/>
                      <a:pt x="95" y="152"/>
                      <a:pt x="88" y="156"/>
                    </a:cubicBezTo>
                    <a:cubicBezTo>
                      <a:pt x="82" y="157"/>
                      <a:pt x="82" y="157"/>
                      <a:pt x="82" y="157"/>
                    </a:cubicBezTo>
                    <a:cubicBezTo>
                      <a:pt x="82" y="157"/>
                      <a:pt x="90" y="164"/>
                      <a:pt x="84" y="170"/>
                    </a:cubicBezTo>
                    <a:cubicBezTo>
                      <a:pt x="82" y="173"/>
                      <a:pt x="72" y="172"/>
                      <a:pt x="69" y="172"/>
                    </a:cubicBezTo>
                    <a:cubicBezTo>
                      <a:pt x="67" y="172"/>
                      <a:pt x="65" y="171"/>
                      <a:pt x="65" y="171"/>
                    </a:cubicBezTo>
                    <a:cubicBezTo>
                      <a:pt x="65" y="171"/>
                      <a:pt x="66" y="179"/>
                      <a:pt x="60" y="179"/>
                    </a:cubicBezTo>
                    <a:cubicBezTo>
                      <a:pt x="54" y="180"/>
                      <a:pt x="48" y="175"/>
                      <a:pt x="46" y="173"/>
                    </a:cubicBezTo>
                    <a:cubicBezTo>
                      <a:pt x="45" y="170"/>
                      <a:pt x="33" y="165"/>
                      <a:pt x="29" y="157"/>
                    </a:cubicBezTo>
                    <a:cubicBezTo>
                      <a:pt x="24" y="149"/>
                      <a:pt x="18" y="149"/>
                      <a:pt x="13" y="125"/>
                    </a:cubicBezTo>
                    <a:cubicBezTo>
                      <a:pt x="11" y="114"/>
                      <a:pt x="3" y="101"/>
                      <a:pt x="2" y="92"/>
                    </a:cubicBezTo>
                    <a:cubicBezTo>
                      <a:pt x="1" y="83"/>
                      <a:pt x="0" y="74"/>
                      <a:pt x="2" y="60"/>
                    </a:cubicBezTo>
                    <a:cubicBezTo>
                      <a:pt x="4" y="45"/>
                      <a:pt x="2" y="0"/>
                      <a:pt x="2" y="0"/>
                    </a:cubicBezTo>
                  </a:path>
                </a:pathLst>
              </a:custGeom>
              <a:solidFill>
                <a:srgbClr val="FEF3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464" name="Freeform 580">
                <a:extLst>
                  <a:ext uri="{FF2B5EF4-FFF2-40B4-BE49-F238E27FC236}">
                    <a16:creationId xmlns:a16="http://schemas.microsoft.com/office/drawing/2014/main" id="{01C6A6F8-0D00-4919-BD96-17783675CF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3" y="2476"/>
                <a:ext cx="44" cy="81"/>
              </a:xfrm>
              <a:custGeom>
                <a:avLst/>
                <a:gdLst>
                  <a:gd name="T0" fmla="*/ 98 w 26"/>
                  <a:gd name="T1" fmla="*/ 5 h 49"/>
                  <a:gd name="T2" fmla="*/ 42 w 26"/>
                  <a:gd name="T3" fmla="*/ 33 h 49"/>
                  <a:gd name="T4" fmla="*/ 41 w 26"/>
                  <a:gd name="T5" fmla="*/ 122 h 49"/>
                  <a:gd name="T6" fmla="*/ 54 w 26"/>
                  <a:gd name="T7" fmla="*/ 213 h 49"/>
                  <a:gd name="T8" fmla="*/ 83 w 26"/>
                  <a:gd name="T9" fmla="*/ 180 h 49"/>
                  <a:gd name="T10" fmla="*/ 112 w 26"/>
                  <a:gd name="T11" fmla="*/ 122 h 49"/>
                  <a:gd name="T12" fmla="*/ 112 w 26"/>
                  <a:gd name="T13" fmla="*/ 46 h 49"/>
                  <a:gd name="T14" fmla="*/ 98 w 26"/>
                  <a:gd name="T15" fmla="*/ 5 h 4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6" h="49">
                    <a:moveTo>
                      <a:pt x="20" y="1"/>
                    </a:moveTo>
                    <a:cubicBezTo>
                      <a:pt x="20" y="1"/>
                      <a:pt x="24" y="0"/>
                      <a:pt x="9" y="7"/>
                    </a:cubicBezTo>
                    <a:cubicBezTo>
                      <a:pt x="0" y="10"/>
                      <a:pt x="7" y="25"/>
                      <a:pt x="8" y="27"/>
                    </a:cubicBezTo>
                    <a:cubicBezTo>
                      <a:pt x="9" y="29"/>
                      <a:pt x="11" y="47"/>
                      <a:pt x="11" y="47"/>
                    </a:cubicBezTo>
                    <a:cubicBezTo>
                      <a:pt x="11" y="47"/>
                      <a:pt x="13" y="49"/>
                      <a:pt x="17" y="40"/>
                    </a:cubicBezTo>
                    <a:cubicBezTo>
                      <a:pt x="21" y="32"/>
                      <a:pt x="26" y="40"/>
                      <a:pt x="23" y="27"/>
                    </a:cubicBezTo>
                    <a:cubicBezTo>
                      <a:pt x="20" y="14"/>
                      <a:pt x="23" y="14"/>
                      <a:pt x="23" y="10"/>
                    </a:cubicBezTo>
                    <a:lnTo>
                      <a:pt x="20" y="1"/>
                    </a:lnTo>
                    <a:close/>
                  </a:path>
                </a:pathLst>
              </a:custGeom>
              <a:solidFill>
                <a:srgbClr val="F3D7C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465" name="Freeform 581">
                <a:extLst>
                  <a:ext uri="{FF2B5EF4-FFF2-40B4-BE49-F238E27FC236}">
                    <a16:creationId xmlns:a16="http://schemas.microsoft.com/office/drawing/2014/main" id="{BD118FA9-55AC-40D5-8D6C-DA0FFDE95A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8" y="2362"/>
                <a:ext cx="158" cy="300"/>
              </a:xfrm>
              <a:custGeom>
                <a:avLst/>
                <a:gdLst>
                  <a:gd name="T0" fmla="*/ 308 w 94"/>
                  <a:gd name="T1" fmla="*/ 97 h 180"/>
                  <a:gd name="T2" fmla="*/ 328 w 94"/>
                  <a:gd name="T3" fmla="*/ 263 h 180"/>
                  <a:gd name="T4" fmla="*/ 390 w 94"/>
                  <a:gd name="T5" fmla="*/ 463 h 180"/>
                  <a:gd name="T6" fmla="*/ 271 w 94"/>
                  <a:gd name="T7" fmla="*/ 380 h 180"/>
                  <a:gd name="T8" fmla="*/ 217 w 94"/>
                  <a:gd name="T9" fmla="*/ 312 h 180"/>
                  <a:gd name="T10" fmla="*/ 232 w 94"/>
                  <a:gd name="T11" fmla="*/ 388 h 180"/>
                  <a:gd name="T12" fmla="*/ 237 w 94"/>
                  <a:gd name="T13" fmla="*/ 480 h 180"/>
                  <a:gd name="T14" fmla="*/ 252 w 94"/>
                  <a:gd name="T15" fmla="*/ 542 h 180"/>
                  <a:gd name="T16" fmla="*/ 308 w 94"/>
                  <a:gd name="T17" fmla="*/ 583 h 180"/>
                  <a:gd name="T18" fmla="*/ 410 w 94"/>
                  <a:gd name="T19" fmla="*/ 605 h 180"/>
                  <a:gd name="T20" fmla="*/ 328 w 94"/>
                  <a:gd name="T21" fmla="*/ 647 h 180"/>
                  <a:gd name="T22" fmla="*/ 403 w 94"/>
                  <a:gd name="T23" fmla="*/ 662 h 180"/>
                  <a:gd name="T24" fmla="*/ 412 w 94"/>
                  <a:gd name="T25" fmla="*/ 728 h 180"/>
                  <a:gd name="T26" fmla="*/ 385 w 94"/>
                  <a:gd name="T27" fmla="*/ 728 h 180"/>
                  <a:gd name="T28" fmla="*/ 395 w 94"/>
                  <a:gd name="T29" fmla="*/ 792 h 180"/>
                  <a:gd name="T30" fmla="*/ 328 w 94"/>
                  <a:gd name="T31" fmla="*/ 797 h 180"/>
                  <a:gd name="T32" fmla="*/ 306 w 94"/>
                  <a:gd name="T33" fmla="*/ 792 h 180"/>
                  <a:gd name="T34" fmla="*/ 279 w 94"/>
                  <a:gd name="T35" fmla="*/ 833 h 180"/>
                  <a:gd name="T36" fmla="*/ 217 w 94"/>
                  <a:gd name="T37" fmla="*/ 800 h 180"/>
                  <a:gd name="T38" fmla="*/ 133 w 94"/>
                  <a:gd name="T39" fmla="*/ 728 h 180"/>
                  <a:gd name="T40" fmla="*/ 62 w 94"/>
                  <a:gd name="T41" fmla="*/ 583 h 180"/>
                  <a:gd name="T42" fmla="*/ 8 w 94"/>
                  <a:gd name="T43" fmla="*/ 425 h 180"/>
                  <a:gd name="T44" fmla="*/ 8 w 94"/>
                  <a:gd name="T45" fmla="*/ 278 h 180"/>
                  <a:gd name="T46" fmla="*/ 8 w 94"/>
                  <a:gd name="T47" fmla="*/ 0 h 180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94" h="180">
                    <a:moveTo>
                      <a:pt x="65" y="21"/>
                    </a:moveTo>
                    <a:cubicBezTo>
                      <a:pt x="69" y="33"/>
                      <a:pt x="60" y="47"/>
                      <a:pt x="69" y="57"/>
                    </a:cubicBezTo>
                    <a:cubicBezTo>
                      <a:pt x="79" y="67"/>
                      <a:pt x="94" y="92"/>
                      <a:pt x="82" y="100"/>
                    </a:cubicBezTo>
                    <a:cubicBezTo>
                      <a:pt x="71" y="108"/>
                      <a:pt x="61" y="92"/>
                      <a:pt x="57" y="82"/>
                    </a:cubicBezTo>
                    <a:cubicBezTo>
                      <a:pt x="54" y="72"/>
                      <a:pt x="46" y="67"/>
                      <a:pt x="46" y="67"/>
                    </a:cubicBezTo>
                    <a:cubicBezTo>
                      <a:pt x="46" y="67"/>
                      <a:pt x="52" y="79"/>
                      <a:pt x="49" y="84"/>
                    </a:cubicBezTo>
                    <a:cubicBezTo>
                      <a:pt x="47" y="89"/>
                      <a:pt x="53" y="97"/>
                      <a:pt x="50" y="104"/>
                    </a:cubicBezTo>
                    <a:cubicBezTo>
                      <a:pt x="48" y="106"/>
                      <a:pt x="52" y="108"/>
                      <a:pt x="53" y="117"/>
                    </a:cubicBezTo>
                    <a:cubicBezTo>
                      <a:pt x="55" y="126"/>
                      <a:pt x="59" y="117"/>
                      <a:pt x="65" y="126"/>
                    </a:cubicBezTo>
                    <a:cubicBezTo>
                      <a:pt x="67" y="129"/>
                      <a:pt x="85" y="111"/>
                      <a:pt x="86" y="131"/>
                    </a:cubicBezTo>
                    <a:cubicBezTo>
                      <a:pt x="86" y="133"/>
                      <a:pt x="69" y="138"/>
                      <a:pt x="69" y="140"/>
                    </a:cubicBezTo>
                    <a:cubicBezTo>
                      <a:pt x="69" y="142"/>
                      <a:pt x="86" y="141"/>
                      <a:pt x="85" y="143"/>
                    </a:cubicBezTo>
                    <a:cubicBezTo>
                      <a:pt x="85" y="143"/>
                      <a:pt x="94" y="152"/>
                      <a:pt x="87" y="157"/>
                    </a:cubicBezTo>
                    <a:cubicBezTo>
                      <a:pt x="81" y="157"/>
                      <a:pt x="81" y="157"/>
                      <a:pt x="81" y="157"/>
                    </a:cubicBezTo>
                    <a:cubicBezTo>
                      <a:pt x="81" y="157"/>
                      <a:pt x="89" y="164"/>
                      <a:pt x="83" y="171"/>
                    </a:cubicBezTo>
                    <a:cubicBezTo>
                      <a:pt x="81" y="173"/>
                      <a:pt x="72" y="172"/>
                      <a:pt x="69" y="172"/>
                    </a:cubicBezTo>
                    <a:cubicBezTo>
                      <a:pt x="66" y="172"/>
                      <a:pt x="64" y="171"/>
                      <a:pt x="64" y="171"/>
                    </a:cubicBezTo>
                    <a:cubicBezTo>
                      <a:pt x="64" y="171"/>
                      <a:pt x="65" y="179"/>
                      <a:pt x="59" y="180"/>
                    </a:cubicBezTo>
                    <a:cubicBezTo>
                      <a:pt x="54" y="180"/>
                      <a:pt x="48" y="175"/>
                      <a:pt x="46" y="173"/>
                    </a:cubicBezTo>
                    <a:cubicBezTo>
                      <a:pt x="44" y="170"/>
                      <a:pt x="33" y="165"/>
                      <a:pt x="28" y="157"/>
                    </a:cubicBezTo>
                    <a:cubicBezTo>
                      <a:pt x="24" y="149"/>
                      <a:pt x="17" y="149"/>
                      <a:pt x="13" y="126"/>
                    </a:cubicBezTo>
                    <a:cubicBezTo>
                      <a:pt x="10" y="114"/>
                      <a:pt x="2" y="101"/>
                      <a:pt x="2" y="92"/>
                    </a:cubicBezTo>
                    <a:cubicBezTo>
                      <a:pt x="1" y="83"/>
                      <a:pt x="0" y="74"/>
                      <a:pt x="2" y="60"/>
                    </a:cubicBezTo>
                    <a:cubicBezTo>
                      <a:pt x="3" y="46"/>
                      <a:pt x="2" y="0"/>
                      <a:pt x="2" y="0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466" name="Freeform 582">
                <a:extLst>
                  <a:ext uri="{FF2B5EF4-FFF2-40B4-BE49-F238E27FC236}">
                    <a16:creationId xmlns:a16="http://schemas.microsoft.com/office/drawing/2014/main" id="{73BBD521-A5ED-4E1F-825D-CCA2240850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0" y="2476"/>
                <a:ext cx="56" cy="170"/>
              </a:xfrm>
              <a:custGeom>
                <a:avLst/>
                <a:gdLst>
                  <a:gd name="T0" fmla="*/ 71 w 33"/>
                  <a:gd name="T1" fmla="*/ 0 h 102"/>
                  <a:gd name="T2" fmla="*/ 0 w 33"/>
                  <a:gd name="T3" fmla="*/ 55 h 102"/>
                  <a:gd name="T4" fmla="*/ 14 w 33"/>
                  <a:gd name="T5" fmla="*/ 120 h 102"/>
                  <a:gd name="T6" fmla="*/ 29 w 33"/>
                  <a:gd name="T7" fmla="*/ 208 h 102"/>
                  <a:gd name="T8" fmla="*/ 29 w 33"/>
                  <a:gd name="T9" fmla="*/ 250 h 102"/>
                  <a:gd name="T10" fmla="*/ 49 w 33"/>
                  <a:gd name="T11" fmla="*/ 272 h 102"/>
                  <a:gd name="T12" fmla="*/ 78 w 33"/>
                  <a:gd name="T13" fmla="*/ 362 h 102"/>
                  <a:gd name="T14" fmla="*/ 127 w 33"/>
                  <a:gd name="T15" fmla="*/ 412 h 102"/>
                  <a:gd name="T16" fmla="*/ 161 w 33"/>
                  <a:gd name="T17" fmla="*/ 472 h 10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3" h="102">
                    <a:moveTo>
                      <a:pt x="15" y="0"/>
                    </a:moveTo>
                    <a:cubicBezTo>
                      <a:pt x="10" y="3"/>
                      <a:pt x="2" y="5"/>
                      <a:pt x="0" y="12"/>
                    </a:cubicBezTo>
                    <a:cubicBezTo>
                      <a:pt x="0" y="15"/>
                      <a:pt x="1" y="22"/>
                      <a:pt x="3" y="26"/>
                    </a:cubicBezTo>
                    <a:cubicBezTo>
                      <a:pt x="5" y="32"/>
                      <a:pt x="6" y="38"/>
                      <a:pt x="6" y="45"/>
                    </a:cubicBezTo>
                    <a:cubicBezTo>
                      <a:pt x="7" y="48"/>
                      <a:pt x="6" y="51"/>
                      <a:pt x="6" y="54"/>
                    </a:cubicBezTo>
                    <a:cubicBezTo>
                      <a:pt x="7" y="57"/>
                      <a:pt x="8" y="57"/>
                      <a:pt x="10" y="59"/>
                    </a:cubicBezTo>
                    <a:cubicBezTo>
                      <a:pt x="14" y="65"/>
                      <a:pt x="14" y="72"/>
                      <a:pt x="16" y="78"/>
                    </a:cubicBezTo>
                    <a:cubicBezTo>
                      <a:pt x="18" y="85"/>
                      <a:pt x="22" y="84"/>
                      <a:pt x="26" y="89"/>
                    </a:cubicBezTo>
                    <a:cubicBezTo>
                      <a:pt x="29" y="92"/>
                      <a:pt x="33" y="98"/>
                      <a:pt x="33" y="102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467" name="Freeform 583">
                <a:extLst>
                  <a:ext uri="{FF2B5EF4-FFF2-40B4-BE49-F238E27FC236}">
                    <a16:creationId xmlns:a16="http://schemas.microsoft.com/office/drawing/2014/main" id="{1939A2D5-7B52-4580-B1E8-E439828411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0" y="2536"/>
                <a:ext cx="20" cy="20"/>
              </a:xfrm>
              <a:custGeom>
                <a:avLst/>
                <a:gdLst>
                  <a:gd name="T0" fmla="*/ 55 w 12"/>
                  <a:gd name="T1" fmla="*/ 0 h 12"/>
                  <a:gd name="T2" fmla="*/ 0 w 12"/>
                  <a:gd name="T3" fmla="*/ 55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12">
                    <a:moveTo>
                      <a:pt x="12" y="0"/>
                    </a:moveTo>
                    <a:cubicBezTo>
                      <a:pt x="6" y="2"/>
                      <a:pt x="7" y="12"/>
                      <a:pt x="0" y="12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468" name="Freeform 584">
                <a:extLst>
                  <a:ext uri="{FF2B5EF4-FFF2-40B4-BE49-F238E27FC236}">
                    <a16:creationId xmlns:a16="http://schemas.microsoft.com/office/drawing/2014/main" id="{63E638C3-EF76-4D9C-8220-59C4A055BC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5" y="2596"/>
                <a:ext cx="61" cy="28"/>
              </a:xfrm>
              <a:custGeom>
                <a:avLst/>
                <a:gdLst>
                  <a:gd name="T0" fmla="*/ 0 w 36"/>
                  <a:gd name="T1" fmla="*/ 0 h 17"/>
                  <a:gd name="T2" fmla="*/ 90 w 36"/>
                  <a:gd name="T3" fmla="*/ 58 h 17"/>
                  <a:gd name="T4" fmla="*/ 175 w 36"/>
                  <a:gd name="T5" fmla="*/ 76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6" h="17">
                    <a:moveTo>
                      <a:pt x="0" y="0"/>
                    </a:moveTo>
                    <a:cubicBezTo>
                      <a:pt x="8" y="2"/>
                      <a:pt x="10" y="11"/>
                      <a:pt x="18" y="13"/>
                    </a:cubicBezTo>
                    <a:cubicBezTo>
                      <a:pt x="23" y="15"/>
                      <a:pt x="31" y="13"/>
                      <a:pt x="36" y="17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469" name="Freeform 585">
                <a:extLst>
                  <a:ext uri="{FF2B5EF4-FFF2-40B4-BE49-F238E27FC236}">
                    <a16:creationId xmlns:a16="http://schemas.microsoft.com/office/drawing/2014/main" id="{561E4317-D066-4454-81E6-DBBD3546F6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7" y="2552"/>
                <a:ext cx="74" cy="49"/>
              </a:xfrm>
              <a:custGeom>
                <a:avLst/>
                <a:gdLst>
                  <a:gd name="T0" fmla="*/ 209 w 44"/>
                  <a:gd name="T1" fmla="*/ 140 h 29"/>
                  <a:gd name="T2" fmla="*/ 146 w 44"/>
                  <a:gd name="T3" fmla="*/ 132 h 29"/>
                  <a:gd name="T4" fmla="*/ 76 w 44"/>
                  <a:gd name="T5" fmla="*/ 96 h 29"/>
                  <a:gd name="T6" fmla="*/ 22 w 44"/>
                  <a:gd name="T7" fmla="*/ 63 h 29"/>
                  <a:gd name="T8" fmla="*/ 0 w 44"/>
                  <a:gd name="T9" fmla="*/ 0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4" h="29">
                    <a:moveTo>
                      <a:pt x="44" y="29"/>
                    </a:moveTo>
                    <a:cubicBezTo>
                      <a:pt x="39" y="27"/>
                      <a:pt x="36" y="27"/>
                      <a:pt x="31" y="27"/>
                    </a:cubicBezTo>
                    <a:cubicBezTo>
                      <a:pt x="25" y="27"/>
                      <a:pt x="22" y="22"/>
                      <a:pt x="16" y="20"/>
                    </a:cubicBezTo>
                    <a:cubicBezTo>
                      <a:pt x="11" y="19"/>
                      <a:pt x="8" y="20"/>
                      <a:pt x="5" y="13"/>
                    </a:cubicBezTo>
                    <a:cubicBezTo>
                      <a:pt x="4" y="8"/>
                      <a:pt x="3" y="4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470" name="Freeform 586">
                <a:extLst>
                  <a:ext uri="{FF2B5EF4-FFF2-40B4-BE49-F238E27FC236}">
                    <a16:creationId xmlns:a16="http://schemas.microsoft.com/office/drawing/2014/main" id="{ACFFAF3C-B23B-465C-ADC1-4BC53AE232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2" y="2499"/>
                <a:ext cx="25" cy="27"/>
              </a:xfrm>
              <a:custGeom>
                <a:avLst/>
                <a:gdLst>
                  <a:gd name="T0" fmla="*/ 0 w 15"/>
                  <a:gd name="T1" fmla="*/ 34 h 16"/>
                  <a:gd name="T2" fmla="*/ 22 w 15"/>
                  <a:gd name="T3" fmla="*/ 78 h 16"/>
                  <a:gd name="T4" fmla="*/ 70 w 15"/>
                  <a:gd name="T5" fmla="*/ 42 h 16"/>
                  <a:gd name="T6" fmla="*/ 42 w 15"/>
                  <a:gd name="T7" fmla="*/ 0 h 16"/>
                  <a:gd name="T8" fmla="*/ 0 w 15"/>
                  <a:gd name="T9" fmla="*/ 34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6">
                    <a:moveTo>
                      <a:pt x="0" y="7"/>
                    </a:moveTo>
                    <a:cubicBezTo>
                      <a:pt x="5" y="16"/>
                      <a:pt x="5" y="16"/>
                      <a:pt x="5" y="16"/>
                    </a:cubicBezTo>
                    <a:cubicBezTo>
                      <a:pt x="5" y="16"/>
                      <a:pt x="11" y="10"/>
                      <a:pt x="15" y="9"/>
                    </a:cubicBezTo>
                    <a:cubicBezTo>
                      <a:pt x="15" y="9"/>
                      <a:pt x="13" y="2"/>
                      <a:pt x="9" y="0"/>
                    </a:cubicBezTo>
                    <a:cubicBezTo>
                      <a:pt x="9" y="0"/>
                      <a:pt x="3" y="0"/>
                      <a:pt x="0" y="7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471" name="Freeform 587">
                <a:extLst>
                  <a:ext uri="{FF2B5EF4-FFF2-40B4-BE49-F238E27FC236}">
                    <a16:creationId xmlns:a16="http://schemas.microsoft.com/office/drawing/2014/main" id="{E88B52A8-79C1-485B-8F17-41DA525974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4" y="2644"/>
                <a:ext cx="26" cy="18"/>
              </a:xfrm>
              <a:custGeom>
                <a:avLst/>
                <a:gdLst>
                  <a:gd name="T0" fmla="*/ 0 w 16"/>
                  <a:gd name="T1" fmla="*/ 13 h 11"/>
                  <a:gd name="T2" fmla="*/ 54 w 16"/>
                  <a:gd name="T3" fmla="*/ 26 h 11"/>
                  <a:gd name="T4" fmla="*/ 54 w 16"/>
                  <a:gd name="T5" fmla="*/ 47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11">
                    <a:moveTo>
                      <a:pt x="0" y="3"/>
                    </a:moveTo>
                    <a:cubicBezTo>
                      <a:pt x="0" y="3"/>
                      <a:pt x="4" y="0"/>
                      <a:pt x="12" y="6"/>
                    </a:cubicBezTo>
                    <a:cubicBezTo>
                      <a:pt x="15" y="9"/>
                      <a:pt x="16" y="11"/>
                      <a:pt x="12" y="11"/>
                    </a:cubicBezTo>
                  </a:path>
                </a:pathLst>
              </a:custGeom>
              <a:noFill/>
              <a:ln w="4763" cap="rnd">
                <a:solidFill>
                  <a:srgbClr val="201B1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472" name="Freeform 588">
                <a:extLst>
                  <a:ext uri="{FF2B5EF4-FFF2-40B4-BE49-F238E27FC236}">
                    <a16:creationId xmlns:a16="http://schemas.microsoft.com/office/drawing/2014/main" id="{7AC30B45-49A0-4696-B525-82ECDC95F9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2" y="2554"/>
                <a:ext cx="80" cy="67"/>
              </a:xfrm>
              <a:custGeom>
                <a:avLst/>
                <a:gdLst>
                  <a:gd name="T0" fmla="*/ 0 w 48"/>
                  <a:gd name="T1" fmla="*/ 8 h 40"/>
                  <a:gd name="T2" fmla="*/ 20 w 48"/>
                  <a:gd name="T3" fmla="*/ 13 h 40"/>
                  <a:gd name="T4" fmla="*/ 37 w 48"/>
                  <a:gd name="T5" fmla="*/ 65 h 40"/>
                  <a:gd name="T6" fmla="*/ 75 w 48"/>
                  <a:gd name="T7" fmla="*/ 99 h 40"/>
                  <a:gd name="T8" fmla="*/ 112 w 48"/>
                  <a:gd name="T9" fmla="*/ 112 h 40"/>
                  <a:gd name="T10" fmla="*/ 130 w 48"/>
                  <a:gd name="T11" fmla="*/ 126 h 40"/>
                  <a:gd name="T12" fmla="*/ 147 w 48"/>
                  <a:gd name="T13" fmla="*/ 126 h 40"/>
                  <a:gd name="T14" fmla="*/ 195 w 48"/>
                  <a:gd name="T15" fmla="*/ 132 h 40"/>
                  <a:gd name="T16" fmla="*/ 217 w 48"/>
                  <a:gd name="T17" fmla="*/ 151 h 40"/>
                  <a:gd name="T18" fmla="*/ 203 w 48"/>
                  <a:gd name="T19" fmla="*/ 179 h 40"/>
                  <a:gd name="T20" fmla="*/ 167 w 48"/>
                  <a:gd name="T21" fmla="*/ 174 h 40"/>
                  <a:gd name="T22" fmla="*/ 130 w 48"/>
                  <a:gd name="T23" fmla="*/ 166 h 40"/>
                  <a:gd name="T24" fmla="*/ 92 w 48"/>
                  <a:gd name="T25" fmla="*/ 146 h 40"/>
                  <a:gd name="T26" fmla="*/ 55 w 48"/>
                  <a:gd name="T27" fmla="*/ 112 h 40"/>
                  <a:gd name="T28" fmla="*/ 42 w 48"/>
                  <a:gd name="T29" fmla="*/ 109 h 40"/>
                  <a:gd name="T30" fmla="*/ 33 w 48"/>
                  <a:gd name="T31" fmla="*/ 84 h 40"/>
                  <a:gd name="T32" fmla="*/ 13 w 48"/>
                  <a:gd name="T33" fmla="*/ 50 h 40"/>
                  <a:gd name="T34" fmla="*/ 5 w 48"/>
                  <a:gd name="T35" fmla="*/ 28 h 40"/>
                  <a:gd name="T36" fmla="*/ 0 w 48"/>
                  <a:gd name="T37" fmla="*/ 8 h 40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48" h="40">
                    <a:moveTo>
                      <a:pt x="0" y="2"/>
                    </a:moveTo>
                    <a:cubicBezTo>
                      <a:pt x="2" y="1"/>
                      <a:pt x="3" y="0"/>
                      <a:pt x="4" y="3"/>
                    </a:cubicBezTo>
                    <a:cubicBezTo>
                      <a:pt x="5" y="7"/>
                      <a:pt x="6" y="10"/>
                      <a:pt x="8" y="14"/>
                    </a:cubicBezTo>
                    <a:cubicBezTo>
                      <a:pt x="10" y="17"/>
                      <a:pt x="13" y="19"/>
                      <a:pt x="16" y="21"/>
                    </a:cubicBezTo>
                    <a:cubicBezTo>
                      <a:pt x="19" y="22"/>
                      <a:pt x="22" y="22"/>
                      <a:pt x="24" y="24"/>
                    </a:cubicBezTo>
                    <a:cubicBezTo>
                      <a:pt x="26" y="25"/>
                      <a:pt x="27" y="26"/>
                      <a:pt x="28" y="27"/>
                    </a:cubicBezTo>
                    <a:cubicBezTo>
                      <a:pt x="29" y="27"/>
                      <a:pt x="31" y="27"/>
                      <a:pt x="32" y="27"/>
                    </a:cubicBezTo>
                    <a:cubicBezTo>
                      <a:pt x="35" y="28"/>
                      <a:pt x="38" y="28"/>
                      <a:pt x="42" y="28"/>
                    </a:cubicBezTo>
                    <a:cubicBezTo>
                      <a:pt x="44" y="28"/>
                      <a:pt x="47" y="29"/>
                      <a:pt x="47" y="32"/>
                    </a:cubicBezTo>
                    <a:cubicBezTo>
                      <a:pt x="48" y="34"/>
                      <a:pt x="45" y="37"/>
                      <a:pt x="44" y="38"/>
                    </a:cubicBezTo>
                    <a:cubicBezTo>
                      <a:pt x="41" y="40"/>
                      <a:pt x="38" y="38"/>
                      <a:pt x="36" y="37"/>
                    </a:cubicBezTo>
                    <a:cubicBezTo>
                      <a:pt x="33" y="36"/>
                      <a:pt x="31" y="35"/>
                      <a:pt x="28" y="35"/>
                    </a:cubicBezTo>
                    <a:cubicBezTo>
                      <a:pt x="25" y="34"/>
                      <a:pt x="23" y="33"/>
                      <a:pt x="20" y="31"/>
                    </a:cubicBezTo>
                    <a:cubicBezTo>
                      <a:pt x="18" y="28"/>
                      <a:pt x="15" y="26"/>
                      <a:pt x="12" y="24"/>
                    </a:cubicBezTo>
                    <a:cubicBezTo>
                      <a:pt x="11" y="24"/>
                      <a:pt x="10" y="24"/>
                      <a:pt x="9" y="23"/>
                    </a:cubicBezTo>
                    <a:cubicBezTo>
                      <a:pt x="8" y="22"/>
                      <a:pt x="8" y="20"/>
                      <a:pt x="7" y="18"/>
                    </a:cubicBezTo>
                    <a:cubicBezTo>
                      <a:pt x="6" y="16"/>
                      <a:pt x="5" y="13"/>
                      <a:pt x="3" y="11"/>
                    </a:cubicBezTo>
                    <a:cubicBezTo>
                      <a:pt x="3" y="10"/>
                      <a:pt x="2" y="8"/>
                      <a:pt x="1" y="6"/>
                    </a:cubicBezTo>
                    <a:cubicBezTo>
                      <a:pt x="1" y="5"/>
                      <a:pt x="1" y="3"/>
                      <a:pt x="0" y="2"/>
                    </a:cubicBezTo>
                  </a:path>
                </a:pathLst>
              </a:custGeom>
              <a:solidFill>
                <a:srgbClr val="F3D7C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473" name="Freeform 589">
                <a:extLst>
                  <a:ext uri="{FF2B5EF4-FFF2-40B4-BE49-F238E27FC236}">
                    <a16:creationId xmlns:a16="http://schemas.microsoft.com/office/drawing/2014/main" id="{F528120A-09BB-4A2E-9DD3-E4C0AC9CD6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5" y="2599"/>
                <a:ext cx="49" cy="37"/>
              </a:xfrm>
              <a:custGeom>
                <a:avLst/>
                <a:gdLst>
                  <a:gd name="T0" fmla="*/ 0 w 29"/>
                  <a:gd name="T1" fmla="*/ 0 h 22"/>
                  <a:gd name="T2" fmla="*/ 20 w 29"/>
                  <a:gd name="T3" fmla="*/ 37 h 22"/>
                  <a:gd name="T4" fmla="*/ 41 w 29"/>
                  <a:gd name="T5" fmla="*/ 54 h 22"/>
                  <a:gd name="T6" fmla="*/ 57 w 29"/>
                  <a:gd name="T7" fmla="*/ 62 h 22"/>
                  <a:gd name="T8" fmla="*/ 112 w 29"/>
                  <a:gd name="T9" fmla="*/ 104 h 22"/>
                  <a:gd name="T10" fmla="*/ 140 w 29"/>
                  <a:gd name="T11" fmla="*/ 76 h 22"/>
                  <a:gd name="T12" fmla="*/ 117 w 29"/>
                  <a:gd name="T13" fmla="*/ 62 h 22"/>
                  <a:gd name="T14" fmla="*/ 78 w 29"/>
                  <a:gd name="T15" fmla="*/ 57 h 22"/>
                  <a:gd name="T16" fmla="*/ 42 w 29"/>
                  <a:gd name="T17" fmla="*/ 34 h 22"/>
                  <a:gd name="T18" fmla="*/ 20 w 29"/>
                  <a:gd name="T19" fmla="*/ 8 h 22"/>
                  <a:gd name="T20" fmla="*/ 5 w 29"/>
                  <a:gd name="T21" fmla="*/ 0 h 2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9" h="22">
                    <a:moveTo>
                      <a:pt x="0" y="0"/>
                    </a:moveTo>
                    <a:cubicBezTo>
                      <a:pt x="2" y="2"/>
                      <a:pt x="2" y="6"/>
                      <a:pt x="4" y="8"/>
                    </a:cubicBezTo>
                    <a:cubicBezTo>
                      <a:pt x="5" y="10"/>
                      <a:pt x="7" y="10"/>
                      <a:pt x="8" y="11"/>
                    </a:cubicBezTo>
                    <a:cubicBezTo>
                      <a:pt x="10" y="11"/>
                      <a:pt x="11" y="12"/>
                      <a:pt x="12" y="13"/>
                    </a:cubicBezTo>
                    <a:cubicBezTo>
                      <a:pt x="15" y="16"/>
                      <a:pt x="19" y="22"/>
                      <a:pt x="23" y="22"/>
                    </a:cubicBezTo>
                    <a:cubicBezTo>
                      <a:pt x="25" y="22"/>
                      <a:pt x="29" y="19"/>
                      <a:pt x="29" y="16"/>
                    </a:cubicBezTo>
                    <a:cubicBezTo>
                      <a:pt x="29" y="13"/>
                      <a:pt x="26" y="13"/>
                      <a:pt x="24" y="13"/>
                    </a:cubicBezTo>
                    <a:cubicBezTo>
                      <a:pt x="21" y="12"/>
                      <a:pt x="19" y="13"/>
                      <a:pt x="16" y="12"/>
                    </a:cubicBezTo>
                    <a:cubicBezTo>
                      <a:pt x="13" y="11"/>
                      <a:pt x="11" y="9"/>
                      <a:pt x="9" y="7"/>
                    </a:cubicBezTo>
                    <a:cubicBezTo>
                      <a:pt x="8" y="5"/>
                      <a:pt x="6" y="4"/>
                      <a:pt x="4" y="2"/>
                    </a:cubicBezTo>
                    <a:cubicBezTo>
                      <a:pt x="3" y="1"/>
                      <a:pt x="2" y="1"/>
                      <a:pt x="1" y="0"/>
                    </a:cubicBezTo>
                  </a:path>
                </a:pathLst>
              </a:custGeom>
              <a:solidFill>
                <a:srgbClr val="F3D7C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474" name="Freeform 590">
                <a:extLst>
                  <a:ext uri="{FF2B5EF4-FFF2-40B4-BE49-F238E27FC236}">
                    <a16:creationId xmlns:a16="http://schemas.microsoft.com/office/drawing/2014/main" id="{931BC127-E4C2-4DA9-8ED2-DCDB3389F1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0" y="2479"/>
                <a:ext cx="17" cy="65"/>
              </a:xfrm>
              <a:custGeom>
                <a:avLst/>
                <a:gdLst>
                  <a:gd name="T0" fmla="*/ 49 w 10"/>
                  <a:gd name="T1" fmla="*/ 0 h 39"/>
                  <a:gd name="T2" fmla="*/ 26 w 10"/>
                  <a:gd name="T3" fmla="*/ 83 h 39"/>
                  <a:gd name="T4" fmla="*/ 34 w 10"/>
                  <a:gd name="T5" fmla="*/ 125 h 39"/>
                  <a:gd name="T6" fmla="*/ 44 w 10"/>
                  <a:gd name="T7" fmla="*/ 180 h 39"/>
                  <a:gd name="T8" fmla="*/ 20 w 10"/>
                  <a:gd name="T9" fmla="*/ 133 h 39"/>
                  <a:gd name="T10" fmla="*/ 5 w 10"/>
                  <a:gd name="T11" fmla="*/ 63 h 39"/>
                  <a:gd name="T12" fmla="*/ 49 w 10"/>
                  <a:gd name="T13" fmla="*/ 5 h 3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39">
                    <a:moveTo>
                      <a:pt x="10" y="0"/>
                    </a:moveTo>
                    <a:cubicBezTo>
                      <a:pt x="6" y="2"/>
                      <a:pt x="4" y="13"/>
                      <a:pt x="5" y="18"/>
                    </a:cubicBezTo>
                    <a:cubicBezTo>
                      <a:pt x="5" y="21"/>
                      <a:pt x="7" y="24"/>
                      <a:pt x="7" y="27"/>
                    </a:cubicBezTo>
                    <a:cubicBezTo>
                      <a:pt x="9" y="31"/>
                      <a:pt x="8" y="35"/>
                      <a:pt x="9" y="39"/>
                    </a:cubicBezTo>
                    <a:cubicBezTo>
                      <a:pt x="7" y="36"/>
                      <a:pt x="5" y="31"/>
                      <a:pt x="4" y="29"/>
                    </a:cubicBezTo>
                    <a:cubicBezTo>
                      <a:pt x="2" y="24"/>
                      <a:pt x="0" y="19"/>
                      <a:pt x="1" y="14"/>
                    </a:cubicBezTo>
                    <a:cubicBezTo>
                      <a:pt x="1" y="9"/>
                      <a:pt x="4" y="0"/>
                      <a:pt x="10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475" name="Freeform 591">
                <a:extLst>
                  <a:ext uri="{FF2B5EF4-FFF2-40B4-BE49-F238E27FC236}">
                    <a16:creationId xmlns:a16="http://schemas.microsoft.com/office/drawing/2014/main" id="{A87D0C7B-7B3E-4F34-BFB7-905D74B8D9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4" y="2501"/>
                <a:ext cx="17" cy="15"/>
              </a:xfrm>
              <a:custGeom>
                <a:avLst/>
                <a:gdLst>
                  <a:gd name="T0" fmla="*/ 0 w 10"/>
                  <a:gd name="T1" fmla="*/ 28 h 9"/>
                  <a:gd name="T2" fmla="*/ 20 w 10"/>
                  <a:gd name="T3" fmla="*/ 8 h 9"/>
                  <a:gd name="T4" fmla="*/ 41 w 10"/>
                  <a:gd name="T5" fmla="*/ 5 h 9"/>
                  <a:gd name="T6" fmla="*/ 20 w 10"/>
                  <a:gd name="T7" fmla="*/ 22 h 9"/>
                  <a:gd name="T8" fmla="*/ 0 w 10"/>
                  <a:gd name="T9" fmla="*/ 28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9">
                    <a:moveTo>
                      <a:pt x="0" y="6"/>
                    </a:moveTo>
                    <a:cubicBezTo>
                      <a:pt x="0" y="4"/>
                      <a:pt x="2" y="3"/>
                      <a:pt x="4" y="2"/>
                    </a:cubicBezTo>
                    <a:cubicBezTo>
                      <a:pt x="4" y="2"/>
                      <a:pt x="7" y="0"/>
                      <a:pt x="8" y="1"/>
                    </a:cubicBezTo>
                    <a:cubicBezTo>
                      <a:pt x="10" y="2"/>
                      <a:pt x="5" y="4"/>
                      <a:pt x="4" y="5"/>
                    </a:cubicBezTo>
                    <a:cubicBezTo>
                      <a:pt x="3" y="6"/>
                      <a:pt x="0" y="9"/>
                      <a:pt x="0" y="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476" name="Freeform 592">
                <a:extLst>
                  <a:ext uri="{FF2B5EF4-FFF2-40B4-BE49-F238E27FC236}">
                    <a16:creationId xmlns:a16="http://schemas.microsoft.com/office/drawing/2014/main" id="{A782F370-2F57-4981-9F81-15F7ABEFA9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7" y="2647"/>
                <a:ext cx="7" cy="7"/>
              </a:xfrm>
              <a:custGeom>
                <a:avLst/>
                <a:gdLst>
                  <a:gd name="T0" fmla="*/ 0 w 4"/>
                  <a:gd name="T1" fmla="*/ 12 h 4"/>
                  <a:gd name="T2" fmla="*/ 12 w 4"/>
                  <a:gd name="T3" fmla="*/ 21 h 4"/>
                  <a:gd name="T4" fmla="*/ 0 w 4"/>
                  <a:gd name="T5" fmla="*/ 12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0" y="2"/>
                    </a:moveTo>
                    <a:cubicBezTo>
                      <a:pt x="1" y="3"/>
                      <a:pt x="1" y="3"/>
                      <a:pt x="2" y="4"/>
                    </a:cubicBezTo>
                    <a:cubicBezTo>
                      <a:pt x="4" y="2"/>
                      <a:pt x="1" y="0"/>
                      <a:pt x="0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477" name="Freeform 593">
                <a:extLst>
                  <a:ext uri="{FF2B5EF4-FFF2-40B4-BE49-F238E27FC236}">
                    <a16:creationId xmlns:a16="http://schemas.microsoft.com/office/drawing/2014/main" id="{816B634F-0856-456D-8497-9331C28BD3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2" y="2506"/>
                <a:ext cx="12" cy="18"/>
              </a:xfrm>
              <a:custGeom>
                <a:avLst/>
                <a:gdLst>
                  <a:gd name="T0" fmla="*/ 36 w 7"/>
                  <a:gd name="T1" fmla="*/ 0 h 11"/>
                  <a:gd name="T2" fmla="*/ 0 w 7"/>
                  <a:gd name="T3" fmla="*/ 29 h 11"/>
                  <a:gd name="T4" fmla="*/ 36 w 7"/>
                  <a:gd name="T5" fmla="*/ 0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1">
                    <a:moveTo>
                      <a:pt x="7" y="0"/>
                    </a:moveTo>
                    <a:cubicBezTo>
                      <a:pt x="7" y="0"/>
                      <a:pt x="1" y="2"/>
                      <a:pt x="0" y="7"/>
                    </a:cubicBezTo>
                    <a:cubicBezTo>
                      <a:pt x="0" y="11"/>
                      <a:pt x="3" y="0"/>
                      <a:pt x="7" y="0"/>
                    </a:cubicBezTo>
                  </a:path>
                </a:pathLst>
              </a:custGeom>
              <a:solidFill>
                <a:srgbClr val="F3D7C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478" name="Freeform 594">
                <a:extLst>
                  <a:ext uri="{FF2B5EF4-FFF2-40B4-BE49-F238E27FC236}">
                    <a16:creationId xmlns:a16="http://schemas.microsoft.com/office/drawing/2014/main" id="{F3AAB7EE-B7C8-4C40-BB43-D8E311AB28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2" y="2454"/>
                <a:ext cx="23" cy="22"/>
              </a:xfrm>
              <a:custGeom>
                <a:avLst/>
                <a:gdLst>
                  <a:gd name="T0" fmla="*/ 62 w 14"/>
                  <a:gd name="T1" fmla="*/ 63 h 13"/>
                  <a:gd name="T2" fmla="*/ 54 w 14"/>
                  <a:gd name="T3" fmla="*/ 49 h 13"/>
                  <a:gd name="T4" fmla="*/ 35 w 14"/>
                  <a:gd name="T5" fmla="*/ 34 h 13"/>
                  <a:gd name="T6" fmla="*/ 13 w 14"/>
                  <a:gd name="T7" fmla="*/ 20 h 13"/>
                  <a:gd name="T8" fmla="*/ 0 w 14"/>
                  <a:gd name="T9" fmla="*/ 0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3">
                    <a:moveTo>
                      <a:pt x="14" y="13"/>
                    </a:moveTo>
                    <a:cubicBezTo>
                      <a:pt x="13" y="12"/>
                      <a:pt x="13" y="11"/>
                      <a:pt x="12" y="10"/>
                    </a:cubicBezTo>
                    <a:cubicBezTo>
                      <a:pt x="11" y="8"/>
                      <a:pt x="9" y="8"/>
                      <a:pt x="8" y="7"/>
                    </a:cubicBezTo>
                    <a:cubicBezTo>
                      <a:pt x="6" y="6"/>
                      <a:pt x="5" y="5"/>
                      <a:pt x="3" y="4"/>
                    </a:cubicBezTo>
                    <a:cubicBezTo>
                      <a:pt x="2" y="2"/>
                      <a:pt x="1" y="1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479" name="Freeform 595">
                <a:extLst>
                  <a:ext uri="{FF2B5EF4-FFF2-40B4-BE49-F238E27FC236}">
                    <a16:creationId xmlns:a16="http://schemas.microsoft.com/office/drawing/2014/main" id="{D8D513D4-F8B8-413B-9C0C-3103E97236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0" y="2541"/>
                <a:ext cx="69" cy="50"/>
              </a:xfrm>
              <a:custGeom>
                <a:avLst/>
                <a:gdLst>
                  <a:gd name="T0" fmla="*/ 0 w 41"/>
                  <a:gd name="T1" fmla="*/ 37 h 30"/>
                  <a:gd name="T2" fmla="*/ 20 w 41"/>
                  <a:gd name="T3" fmla="*/ 0 h 30"/>
                  <a:gd name="T4" fmla="*/ 29 w 41"/>
                  <a:gd name="T5" fmla="*/ 33 h 30"/>
                  <a:gd name="T6" fmla="*/ 42 w 41"/>
                  <a:gd name="T7" fmla="*/ 75 h 30"/>
                  <a:gd name="T8" fmla="*/ 71 w 41"/>
                  <a:gd name="T9" fmla="*/ 83 h 30"/>
                  <a:gd name="T10" fmla="*/ 99 w 41"/>
                  <a:gd name="T11" fmla="*/ 97 h 30"/>
                  <a:gd name="T12" fmla="*/ 138 w 41"/>
                  <a:gd name="T13" fmla="*/ 92 h 30"/>
                  <a:gd name="T14" fmla="*/ 190 w 41"/>
                  <a:gd name="T15" fmla="*/ 97 h 30"/>
                  <a:gd name="T16" fmla="*/ 190 w 41"/>
                  <a:gd name="T17" fmla="*/ 103 h 30"/>
                  <a:gd name="T18" fmla="*/ 133 w 41"/>
                  <a:gd name="T19" fmla="*/ 130 h 30"/>
                  <a:gd name="T20" fmla="*/ 113 w 41"/>
                  <a:gd name="T21" fmla="*/ 138 h 30"/>
                  <a:gd name="T22" fmla="*/ 84 w 41"/>
                  <a:gd name="T23" fmla="*/ 120 h 30"/>
                  <a:gd name="T24" fmla="*/ 34 w 41"/>
                  <a:gd name="T25" fmla="*/ 97 h 30"/>
                  <a:gd name="T26" fmla="*/ 5 w 41"/>
                  <a:gd name="T27" fmla="*/ 47 h 30"/>
                  <a:gd name="T28" fmla="*/ 0 w 41"/>
                  <a:gd name="T29" fmla="*/ 37 h 30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41" h="30">
                    <a:moveTo>
                      <a:pt x="0" y="8"/>
                    </a:moveTo>
                    <a:cubicBezTo>
                      <a:pt x="1" y="6"/>
                      <a:pt x="2" y="0"/>
                      <a:pt x="4" y="0"/>
                    </a:cubicBezTo>
                    <a:cubicBezTo>
                      <a:pt x="6" y="0"/>
                      <a:pt x="6" y="6"/>
                      <a:pt x="6" y="7"/>
                    </a:cubicBezTo>
                    <a:cubicBezTo>
                      <a:pt x="7" y="10"/>
                      <a:pt x="7" y="14"/>
                      <a:pt x="9" y="16"/>
                    </a:cubicBezTo>
                    <a:cubicBezTo>
                      <a:pt x="11" y="18"/>
                      <a:pt x="13" y="18"/>
                      <a:pt x="15" y="18"/>
                    </a:cubicBezTo>
                    <a:cubicBezTo>
                      <a:pt x="18" y="18"/>
                      <a:pt x="19" y="20"/>
                      <a:pt x="21" y="21"/>
                    </a:cubicBezTo>
                    <a:cubicBezTo>
                      <a:pt x="24" y="22"/>
                      <a:pt x="26" y="21"/>
                      <a:pt x="29" y="20"/>
                    </a:cubicBezTo>
                    <a:cubicBezTo>
                      <a:pt x="31" y="19"/>
                      <a:pt x="41" y="16"/>
                      <a:pt x="40" y="21"/>
                    </a:cubicBezTo>
                    <a:cubicBezTo>
                      <a:pt x="40" y="22"/>
                      <a:pt x="40" y="22"/>
                      <a:pt x="40" y="22"/>
                    </a:cubicBezTo>
                    <a:cubicBezTo>
                      <a:pt x="36" y="24"/>
                      <a:pt x="32" y="26"/>
                      <a:pt x="28" y="28"/>
                    </a:cubicBezTo>
                    <a:cubicBezTo>
                      <a:pt x="27" y="29"/>
                      <a:pt x="25" y="30"/>
                      <a:pt x="24" y="30"/>
                    </a:cubicBezTo>
                    <a:cubicBezTo>
                      <a:pt x="22" y="29"/>
                      <a:pt x="20" y="27"/>
                      <a:pt x="18" y="26"/>
                    </a:cubicBezTo>
                    <a:cubicBezTo>
                      <a:pt x="15" y="24"/>
                      <a:pt x="10" y="24"/>
                      <a:pt x="7" y="21"/>
                    </a:cubicBezTo>
                    <a:cubicBezTo>
                      <a:pt x="3" y="19"/>
                      <a:pt x="3" y="13"/>
                      <a:pt x="1" y="10"/>
                    </a:cubicBezTo>
                    <a:cubicBezTo>
                      <a:pt x="1" y="9"/>
                      <a:pt x="1" y="8"/>
                      <a:pt x="0" y="8"/>
                    </a:cubicBezTo>
                  </a:path>
                </a:pathLst>
              </a:custGeom>
              <a:solidFill>
                <a:srgbClr val="F3D7C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480" name="Freeform 596">
                <a:extLst>
                  <a:ext uri="{FF2B5EF4-FFF2-40B4-BE49-F238E27FC236}">
                    <a16:creationId xmlns:a16="http://schemas.microsoft.com/office/drawing/2014/main" id="{D87AC8B0-65AB-4FB9-8D3D-401302E315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3" y="2416"/>
                <a:ext cx="56" cy="210"/>
              </a:xfrm>
              <a:custGeom>
                <a:avLst/>
                <a:gdLst>
                  <a:gd name="T0" fmla="*/ 5 w 33"/>
                  <a:gd name="T1" fmla="*/ 0 h 126"/>
                  <a:gd name="T2" fmla="*/ 5 w 33"/>
                  <a:gd name="T3" fmla="*/ 83 h 126"/>
                  <a:gd name="T4" fmla="*/ 5 w 33"/>
                  <a:gd name="T5" fmla="*/ 158 h 126"/>
                  <a:gd name="T6" fmla="*/ 8 w 33"/>
                  <a:gd name="T7" fmla="*/ 292 h 126"/>
                  <a:gd name="T8" fmla="*/ 70 w 33"/>
                  <a:gd name="T9" fmla="*/ 438 h 126"/>
                  <a:gd name="T10" fmla="*/ 161 w 33"/>
                  <a:gd name="T11" fmla="*/ 583 h 126"/>
                  <a:gd name="T12" fmla="*/ 78 w 33"/>
                  <a:gd name="T13" fmla="*/ 412 h 126"/>
                  <a:gd name="T14" fmla="*/ 41 w 33"/>
                  <a:gd name="T15" fmla="*/ 270 h 126"/>
                  <a:gd name="T16" fmla="*/ 29 w 33"/>
                  <a:gd name="T17" fmla="*/ 138 h 126"/>
                  <a:gd name="T18" fmla="*/ 14 w 33"/>
                  <a:gd name="T19" fmla="*/ 13 h 12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3" h="126">
                    <a:moveTo>
                      <a:pt x="1" y="0"/>
                    </a:moveTo>
                    <a:cubicBezTo>
                      <a:pt x="0" y="6"/>
                      <a:pt x="1" y="13"/>
                      <a:pt x="1" y="18"/>
                    </a:cubicBezTo>
                    <a:cubicBezTo>
                      <a:pt x="1" y="24"/>
                      <a:pt x="1" y="29"/>
                      <a:pt x="1" y="34"/>
                    </a:cubicBezTo>
                    <a:cubicBezTo>
                      <a:pt x="0" y="44"/>
                      <a:pt x="0" y="53"/>
                      <a:pt x="2" y="63"/>
                    </a:cubicBezTo>
                    <a:cubicBezTo>
                      <a:pt x="5" y="74"/>
                      <a:pt x="11" y="83"/>
                      <a:pt x="14" y="95"/>
                    </a:cubicBezTo>
                    <a:cubicBezTo>
                      <a:pt x="17" y="109"/>
                      <a:pt x="20" y="120"/>
                      <a:pt x="33" y="126"/>
                    </a:cubicBezTo>
                    <a:cubicBezTo>
                      <a:pt x="25" y="115"/>
                      <a:pt x="18" y="103"/>
                      <a:pt x="16" y="89"/>
                    </a:cubicBezTo>
                    <a:cubicBezTo>
                      <a:pt x="15" y="78"/>
                      <a:pt x="11" y="69"/>
                      <a:pt x="8" y="58"/>
                    </a:cubicBezTo>
                    <a:cubicBezTo>
                      <a:pt x="6" y="49"/>
                      <a:pt x="7" y="39"/>
                      <a:pt x="6" y="30"/>
                    </a:cubicBezTo>
                    <a:cubicBezTo>
                      <a:pt x="6" y="21"/>
                      <a:pt x="2" y="12"/>
                      <a:pt x="3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481" name="Freeform 597">
                <a:extLst>
                  <a:ext uri="{FF2B5EF4-FFF2-40B4-BE49-F238E27FC236}">
                    <a16:creationId xmlns:a16="http://schemas.microsoft.com/office/drawing/2014/main" id="{A2FCA210-1751-480F-B63C-B9C87D5BCC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3" y="2441"/>
                <a:ext cx="47" cy="51"/>
              </a:xfrm>
              <a:custGeom>
                <a:avLst/>
                <a:gdLst>
                  <a:gd name="T0" fmla="*/ 0 w 28"/>
                  <a:gd name="T1" fmla="*/ 0 h 31"/>
                  <a:gd name="T2" fmla="*/ 62 w 28"/>
                  <a:gd name="T3" fmla="*/ 71 h 31"/>
                  <a:gd name="T4" fmla="*/ 133 w 28"/>
                  <a:gd name="T5" fmla="*/ 138 h 31"/>
                  <a:gd name="T6" fmla="*/ 71 w 28"/>
                  <a:gd name="T7" fmla="*/ 58 h 31"/>
                  <a:gd name="T8" fmla="*/ 0 w 28"/>
                  <a:gd name="T9" fmla="*/ 5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8" h="31">
                    <a:moveTo>
                      <a:pt x="0" y="0"/>
                    </a:moveTo>
                    <a:cubicBezTo>
                      <a:pt x="0" y="7"/>
                      <a:pt x="8" y="13"/>
                      <a:pt x="13" y="16"/>
                    </a:cubicBezTo>
                    <a:cubicBezTo>
                      <a:pt x="20" y="20"/>
                      <a:pt x="23" y="24"/>
                      <a:pt x="28" y="31"/>
                    </a:cubicBezTo>
                    <a:cubicBezTo>
                      <a:pt x="23" y="24"/>
                      <a:pt x="21" y="18"/>
                      <a:pt x="15" y="13"/>
                    </a:cubicBezTo>
                    <a:cubicBezTo>
                      <a:pt x="11" y="10"/>
                      <a:pt x="0" y="7"/>
                      <a:pt x="0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482" name="Freeform 598">
                <a:extLst>
                  <a:ext uri="{FF2B5EF4-FFF2-40B4-BE49-F238E27FC236}">
                    <a16:creationId xmlns:a16="http://schemas.microsoft.com/office/drawing/2014/main" id="{159FBE71-A97E-4742-81FA-31919F5B13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4" y="2306"/>
                <a:ext cx="22" cy="128"/>
              </a:xfrm>
              <a:custGeom>
                <a:avLst/>
                <a:gdLst>
                  <a:gd name="T0" fmla="*/ 58 w 13"/>
                  <a:gd name="T1" fmla="*/ 5 h 77"/>
                  <a:gd name="T2" fmla="*/ 49 w 13"/>
                  <a:gd name="T3" fmla="*/ 47 h 77"/>
                  <a:gd name="T4" fmla="*/ 34 w 13"/>
                  <a:gd name="T5" fmla="*/ 96 h 77"/>
                  <a:gd name="T6" fmla="*/ 24 w 13"/>
                  <a:gd name="T7" fmla="*/ 166 h 77"/>
                  <a:gd name="T8" fmla="*/ 49 w 13"/>
                  <a:gd name="T9" fmla="*/ 234 h 77"/>
                  <a:gd name="T10" fmla="*/ 63 w 13"/>
                  <a:gd name="T11" fmla="*/ 354 h 77"/>
                  <a:gd name="T12" fmla="*/ 24 w 13"/>
                  <a:gd name="T13" fmla="*/ 229 h 77"/>
                  <a:gd name="T14" fmla="*/ 0 w 13"/>
                  <a:gd name="T15" fmla="*/ 138 h 77"/>
                  <a:gd name="T16" fmla="*/ 29 w 13"/>
                  <a:gd name="T17" fmla="*/ 55 h 77"/>
                  <a:gd name="T18" fmla="*/ 58 w 13"/>
                  <a:gd name="T19" fmla="*/ 0 h 7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3" h="77">
                    <a:moveTo>
                      <a:pt x="12" y="1"/>
                    </a:moveTo>
                    <a:cubicBezTo>
                      <a:pt x="12" y="4"/>
                      <a:pt x="11" y="7"/>
                      <a:pt x="10" y="10"/>
                    </a:cubicBezTo>
                    <a:cubicBezTo>
                      <a:pt x="9" y="14"/>
                      <a:pt x="8" y="17"/>
                      <a:pt x="7" y="21"/>
                    </a:cubicBezTo>
                    <a:cubicBezTo>
                      <a:pt x="6" y="26"/>
                      <a:pt x="5" y="31"/>
                      <a:pt x="5" y="36"/>
                    </a:cubicBezTo>
                    <a:cubicBezTo>
                      <a:pt x="5" y="41"/>
                      <a:pt x="8" y="46"/>
                      <a:pt x="10" y="51"/>
                    </a:cubicBezTo>
                    <a:cubicBezTo>
                      <a:pt x="12" y="59"/>
                      <a:pt x="12" y="68"/>
                      <a:pt x="13" y="77"/>
                    </a:cubicBezTo>
                    <a:cubicBezTo>
                      <a:pt x="12" y="67"/>
                      <a:pt x="10" y="58"/>
                      <a:pt x="5" y="50"/>
                    </a:cubicBezTo>
                    <a:cubicBezTo>
                      <a:pt x="2" y="43"/>
                      <a:pt x="0" y="38"/>
                      <a:pt x="0" y="30"/>
                    </a:cubicBezTo>
                    <a:cubicBezTo>
                      <a:pt x="0" y="23"/>
                      <a:pt x="3" y="19"/>
                      <a:pt x="6" y="12"/>
                    </a:cubicBezTo>
                    <a:cubicBezTo>
                      <a:pt x="7" y="9"/>
                      <a:pt x="9" y="2"/>
                      <a:pt x="12" y="0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483" name="Freeform 599">
                <a:extLst>
                  <a:ext uri="{FF2B5EF4-FFF2-40B4-BE49-F238E27FC236}">
                    <a16:creationId xmlns:a16="http://schemas.microsoft.com/office/drawing/2014/main" id="{DBB1E3CF-032C-4C30-92AB-3837D13F73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6" y="990"/>
                <a:ext cx="69" cy="33"/>
              </a:xfrm>
              <a:custGeom>
                <a:avLst/>
                <a:gdLst>
                  <a:gd name="T0" fmla="*/ 0 w 41"/>
                  <a:gd name="T1" fmla="*/ 54 h 20"/>
                  <a:gd name="T2" fmla="*/ 62 w 41"/>
                  <a:gd name="T3" fmla="*/ 8 h 20"/>
                  <a:gd name="T4" fmla="*/ 175 w 41"/>
                  <a:gd name="T5" fmla="*/ 50 h 20"/>
                  <a:gd name="T6" fmla="*/ 173 w 41"/>
                  <a:gd name="T7" fmla="*/ 68 h 20"/>
                  <a:gd name="T8" fmla="*/ 113 w 41"/>
                  <a:gd name="T9" fmla="*/ 84 h 20"/>
                  <a:gd name="T10" fmla="*/ 5 w 41"/>
                  <a:gd name="T11" fmla="*/ 58 h 2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1" h="20">
                    <a:moveTo>
                      <a:pt x="0" y="12"/>
                    </a:moveTo>
                    <a:cubicBezTo>
                      <a:pt x="4" y="9"/>
                      <a:pt x="6" y="4"/>
                      <a:pt x="13" y="2"/>
                    </a:cubicBezTo>
                    <a:cubicBezTo>
                      <a:pt x="24" y="0"/>
                      <a:pt x="34" y="10"/>
                      <a:pt x="37" y="11"/>
                    </a:cubicBezTo>
                    <a:cubicBezTo>
                      <a:pt x="41" y="12"/>
                      <a:pt x="38" y="14"/>
                      <a:pt x="36" y="15"/>
                    </a:cubicBezTo>
                    <a:cubicBezTo>
                      <a:pt x="33" y="16"/>
                      <a:pt x="28" y="18"/>
                      <a:pt x="24" y="19"/>
                    </a:cubicBezTo>
                    <a:cubicBezTo>
                      <a:pt x="20" y="20"/>
                      <a:pt x="6" y="20"/>
                      <a:pt x="1" y="1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484" name="Freeform 600">
                <a:extLst>
                  <a:ext uri="{FF2B5EF4-FFF2-40B4-BE49-F238E27FC236}">
                    <a16:creationId xmlns:a16="http://schemas.microsoft.com/office/drawing/2014/main" id="{6C4FE3CE-C01F-4B73-97F6-202E6418A7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2" y="992"/>
                <a:ext cx="27" cy="26"/>
              </a:xfrm>
              <a:custGeom>
                <a:avLst/>
                <a:gdLst>
                  <a:gd name="T0" fmla="*/ 41 w 16"/>
                  <a:gd name="T1" fmla="*/ 8 h 16"/>
                  <a:gd name="T2" fmla="*/ 14 w 16"/>
                  <a:gd name="T3" fmla="*/ 8 h 16"/>
                  <a:gd name="T4" fmla="*/ 0 w 16"/>
                  <a:gd name="T5" fmla="*/ 39 h 16"/>
                  <a:gd name="T6" fmla="*/ 20 w 16"/>
                  <a:gd name="T7" fmla="*/ 68 h 16"/>
                  <a:gd name="T8" fmla="*/ 42 w 16"/>
                  <a:gd name="T9" fmla="*/ 68 h 16"/>
                  <a:gd name="T10" fmla="*/ 78 w 16"/>
                  <a:gd name="T11" fmla="*/ 39 h 16"/>
                  <a:gd name="T12" fmla="*/ 62 w 16"/>
                  <a:gd name="T13" fmla="*/ 8 h 16"/>
                  <a:gd name="T14" fmla="*/ 41 w 16"/>
                  <a:gd name="T15" fmla="*/ 8 h 1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6" h="16">
                    <a:moveTo>
                      <a:pt x="8" y="2"/>
                    </a:moveTo>
                    <a:cubicBezTo>
                      <a:pt x="6" y="0"/>
                      <a:pt x="5" y="1"/>
                      <a:pt x="3" y="2"/>
                    </a:cubicBezTo>
                    <a:cubicBezTo>
                      <a:pt x="1" y="3"/>
                      <a:pt x="0" y="7"/>
                      <a:pt x="0" y="9"/>
                    </a:cubicBezTo>
                    <a:cubicBezTo>
                      <a:pt x="0" y="12"/>
                      <a:pt x="1" y="14"/>
                      <a:pt x="4" y="16"/>
                    </a:cubicBezTo>
                    <a:cubicBezTo>
                      <a:pt x="6" y="16"/>
                      <a:pt x="8" y="16"/>
                      <a:pt x="9" y="16"/>
                    </a:cubicBezTo>
                    <a:cubicBezTo>
                      <a:pt x="13" y="16"/>
                      <a:pt x="16" y="13"/>
                      <a:pt x="16" y="9"/>
                    </a:cubicBezTo>
                    <a:cubicBezTo>
                      <a:pt x="16" y="6"/>
                      <a:pt x="15" y="4"/>
                      <a:pt x="13" y="2"/>
                    </a:cubicBezTo>
                    <a:cubicBezTo>
                      <a:pt x="11" y="2"/>
                      <a:pt x="10" y="2"/>
                      <a:pt x="8" y="2"/>
                    </a:cubicBezTo>
                  </a:path>
                </a:pathLst>
              </a:custGeom>
              <a:solidFill>
                <a:srgbClr val="45B7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485" name="Freeform 601">
                <a:extLst>
                  <a:ext uri="{FF2B5EF4-FFF2-40B4-BE49-F238E27FC236}">
                    <a16:creationId xmlns:a16="http://schemas.microsoft.com/office/drawing/2014/main" id="{CB56F64F-52B5-4AAB-AEFE-4F262D0550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9" y="958"/>
                <a:ext cx="84" cy="27"/>
              </a:xfrm>
              <a:custGeom>
                <a:avLst/>
                <a:gdLst>
                  <a:gd name="T0" fmla="*/ 0 w 50"/>
                  <a:gd name="T1" fmla="*/ 78 h 16"/>
                  <a:gd name="T2" fmla="*/ 237 w 50"/>
                  <a:gd name="T3" fmla="*/ 71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0" h="16">
                    <a:moveTo>
                      <a:pt x="0" y="16"/>
                    </a:moveTo>
                    <a:cubicBezTo>
                      <a:pt x="14" y="0"/>
                      <a:pt x="37" y="9"/>
                      <a:pt x="50" y="15"/>
                    </a:cubicBezTo>
                  </a:path>
                </a:pathLst>
              </a:custGeom>
              <a:noFill/>
              <a:ln w="11113" cap="rnd">
                <a:solidFill>
                  <a:srgbClr val="7B461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486" name="Freeform 602">
                <a:extLst>
                  <a:ext uri="{FF2B5EF4-FFF2-40B4-BE49-F238E27FC236}">
                    <a16:creationId xmlns:a16="http://schemas.microsoft.com/office/drawing/2014/main" id="{CF4308E6-B658-40C1-92E4-1A26DEB931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6" y="993"/>
                <a:ext cx="69" cy="29"/>
              </a:xfrm>
              <a:custGeom>
                <a:avLst/>
                <a:gdLst>
                  <a:gd name="T0" fmla="*/ 0 w 41"/>
                  <a:gd name="T1" fmla="*/ 49 h 17"/>
                  <a:gd name="T2" fmla="*/ 84 w 41"/>
                  <a:gd name="T3" fmla="*/ 0 h 17"/>
                  <a:gd name="T4" fmla="*/ 175 w 41"/>
                  <a:gd name="T5" fmla="*/ 44 h 17"/>
                  <a:gd name="T6" fmla="*/ 173 w 41"/>
                  <a:gd name="T7" fmla="*/ 65 h 17"/>
                  <a:gd name="T8" fmla="*/ 96 w 41"/>
                  <a:gd name="T9" fmla="*/ 84 h 17"/>
                  <a:gd name="T10" fmla="*/ 0 w 41"/>
                  <a:gd name="T11" fmla="*/ 49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1" h="17">
                    <a:moveTo>
                      <a:pt x="0" y="10"/>
                    </a:moveTo>
                    <a:cubicBezTo>
                      <a:pt x="5" y="4"/>
                      <a:pt x="10" y="0"/>
                      <a:pt x="18" y="0"/>
                    </a:cubicBezTo>
                    <a:cubicBezTo>
                      <a:pt x="29" y="1"/>
                      <a:pt x="34" y="8"/>
                      <a:pt x="37" y="9"/>
                    </a:cubicBezTo>
                    <a:cubicBezTo>
                      <a:pt x="41" y="10"/>
                      <a:pt x="38" y="12"/>
                      <a:pt x="36" y="13"/>
                    </a:cubicBezTo>
                    <a:cubicBezTo>
                      <a:pt x="33" y="14"/>
                      <a:pt x="25" y="17"/>
                      <a:pt x="20" y="17"/>
                    </a:cubicBezTo>
                    <a:cubicBezTo>
                      <a:pt x="6" y="16"/>
                      <a:pt x="5" y="16"/>
                      <a:pt x="0" y="10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487" name="Oval 603">
                <a:extLst>
                  <a:ext uri="{FF2B5EF4-FFF2-40B4-BE49-F238E27FC236}">
                    <a16:creationId xmlns:a16="http://schemas.microsoft.com/office/drawing/2014/main" id="{106EB1D3-DBD0-44D2-A92F-A4467C2321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53" y="1003"/>
                <a:ext cx="6" cy="7"/>
              </a:xfrm>
              <a:prstGeom prst="ellipse">
                <a:avLst/>
              </a:pr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488" name="Oval 604">
                <a:extLst>
                  <a:ext uri="{FF2B5EF4-FFF2-40B4-BE49-F238E27FC236}">
                    <a16:creationId xmlns:a16="http://schemas.microsoft.com/office/drawing/2014/main" id="{A89F8B4B-2E76-4BB1-8FBB-60B02E7AF1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53" y="1003"/>
                <a:ext cx="6" cy="7"/>
              </a:xfrm>
              <a:prstGeom prst="ellipse">
                <a:avLst/>
              </a:prstGeom>
              <a:noFill/>
              <a:ln w="4763" cap="rnd">
                <a:solidFill>
                  <a:srgbClr val="343434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489" name="Freeform 605">
                <a:extLst>
                  <a:ext uri="{FF2B5EF4-FFF2-40B4-BE49-F238E27FC236}">
                    <a16:creationId xmlns:a16="http://schemas.microsoft.com/office/drawing/2014/main" id="{8983DC1A-D8A0-4FF9-8934-41B59D5675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4" y="980"/>
                <a:ext cx="64" cy="27"/>
              </a:xfrm>
              <a:custGeom>
                <a:avLst/>
                <a:gdLst>
                  <a:gd name="T0" fmla="*/ 182 w 38"/>
                  <a:gd name="T1" fmla="*/ 57 h 16"/>
                  <a:gd name="T2" fmla="*/ 0 w 38"/>
                  <a:gd name="T3" fmla="*/ 78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8" h="16">
                    <a:moveTo>
                      <a:pt x="38" y="12"/>
                    </a:moveTo>
                    <a:cubicBezTo>
                      <a:pt x="26" y="0"/>
                      <a:pt x="8" y="5"/>
                      <a:pt x="0" y="16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490" name="Oval 606">
                <a:extLst>
                  <a:ext uri="{FF2B5EF4-FFF2-40B4-BE49-F238E27FC236}">
                    <a16:creationId xmlns:a16="http://schemas.microsoft.com/office/drawing/2014/main" id="{5668DE3C-477C-4232-8FA9-3FE9E40F59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47" y="1000"/>
                <a:ext cx="7" cy="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491" name="Freeform 607">
                <a:extLst>
                  <a:ext uri="{FF2B5EF4-FFF2-40B4-BE49-F238E27FC236}">
                    <a16:creationId xmlns:a16="http://schemas.microsoft.com/office/drawing/2014/main" id="{2FCC3FD5-DB4D-453C-9204-8142F81490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7" y="1010"/>
                <a:ext cx="17" cy="7"/>
              </a:xfrm>
              <a:custGeom>
                <a:avLst/>
                <a:gdLst>
                  <a:gd name="T0" fmla="*/ 5 w 10"/>
                  <a:gd name="T1" fmla="*/ 0 h 4"/>
                  <a:gd name="T2" fmla="*/ 0 w 10"/>
                  <a:gd name="T3" fmla="*/ 12 h 4"/>
                  <a:gd name="T4" fmla="*/ 9 w 10"/>
                  <a:gd name="T5" fmla="*/ 21 h 4"/>
                  <a:gd name="T6" fmla="*/ 26 w 10"/>
                  <a:gd name="T7" fmla="*/ 21 h 4"/>
                  <a:gd name="T8" fmla="*/ 29 w 10"/>
                  <a:gd name="T9" fmla="*/ 16 h 4"/>
                  <a:gd name="T10" fmla="*/ 41 w 10"/>
                  <a:gd name="T11" fmla="*/ 16 h 4"/>
                  <a:gd name="T12" fmla="*/ 44 w 10"/>
                  <a:gd name="T13" fmla="*/ 7 h 4"/>
                  <a:gd name="T14" fmla="*/ 34 w 10"/>
                  <a:gd name="T15" fmla="*/ 7 h 4"/>
                  <a:gd name="T16" fmla="*/ 26 w 10"/>
                  <a:gd name="T17" fmla="*/ 7 h 4"/>
                  <a:gd name="T18" fmla="*/ 15 w 10"/>
                  <a:gd name="T19" fmla="*/ 7 h 4"/>
                  <a:gd name="T20" fmla="*/ 5 w 10"/>
                  <a:gd name="T21" fmla="*/ 0 h 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0" h="4">
                    <a:moveTo>
                      <a:pt x="1" y="0"/>
                    </a:moveTo>
                    <a:cubicBezTo>
                      <a:pt x="1" y="0"/>
                      <a:pt x="0" y="2"/>
                      <a:pt x="0" y="2"/>
                    </a:cubicBezTo>
                    <a:cubicBezTo>
                      <a:pt x="0" y="3"/>
                      <a:pt x="1" y="4"/>
                      <a:pt x="2" y="4"/>
                    </a:cubicBezTo>
                    <a:cubicBezTo>
                      <a:pt x="3" y="4"/>
                      <a:pt x="4" y="4"/>
                      <a:pt x="5" y="4"/>
                    </a:cubicBezTo>
                    <a:cubicBezTo>
                      <a:pt x="5" y="4"/>
                      <a:pt x="6" y="4"/>
                      <a:pt x="6" y="3"/>
                    </a:cubicBezTo>
                    <a:cubicBezTo>
                      <a:pt x="7" y="3"/>
                      <a:pt x="8" y="3"/>
                      <a:pt x="8" y="3"/>
                    </a:cubicBezTo>
                    <a:cubicBezTo>
                      <a:pt x="9" y="2"/>
                      <a:pt x="10" y="1"/>
                      <a:pt x="9" y="1"/>
                    </a:cubicBezTo>
                    <a:cubicBezTo>
                      <a:pt x="8" y="1"/>
                      <a:pt x="8" y="1"/>
                      <a:pt x="7" y="1"/>
                    </a:cubicBezTo>
                    <a:cubicBezTo>
                      <a:pt x="6" y="1"/>
                      <a:pt x="6" y="1"/>
                      <a:pt x="5" y="1"/>
                    </a:cubicBezTo>
                    <a:cubicBezTo>
                      <a:pt x="4" y="1"/>
                      <a:pt x="3" y="1"/>
                      <a:pt x="3" y="1"/>
                    </a:cubicBezTo>
                    <a:cubicBezTo>
                      <a:pt x="2" y="0"/>
                      <a:pt x="2" y="0"/>
                      <a:pt x="1" y="0"/>
                    </a:cubicBezTo>
                  </a:path>
                </a:pathLst>
              </a:custGeom>
              <a:solidFill>
                <a:srgbClr val="9AD4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492" name="Oval 608">
                <a:extLst>
                  <a:ext uri="{FF2B5EF4-FFF2-40B4-BE49-F238E27FC236}">
                    <a16:creationId xmlns:a16="http://schemas.microsoft.com/office/drawing/2014/main" id="{0575F298-4C60-4F2B-A2AB-3428529447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51" y="1008"/>
                <a:ext cx="3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493" name="Freeform 609">
                <a:extLst>
                  <a:ext uri="{FF2B5EF4-FFF2-40B4-BE49-F238E27FC236}">
                    <a16:creationId xmlns:a16="http://schemas.microsoft.com/office/drawing/2014/main" id="{3C6DC586-472D-477C-9F4A-6CFC90113B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2" y="995"/>
                <a:ext cx="26" cy="13"/>
              </a:xfrm>
              <a:custGeom>
                <a:avLst/>
                <a:gdLst>
                  <a:gd name="T0" fmla="*/ 0 w 15"/>
                  <a:gd name="T1" fmla="*/ 29 h 8"/>
                  <a:gd name="T2" fmla="*/ 16 w 15"/>
                  <a:gd name="T3" fmla="*/ 26 h 8"/>
                  <a:gd name="T4" fmla="*/ 16 w 15"/>
                  <a:gd name="T5" fmla="*/ 18 h 8"/>
                  <a:gd name="T6" fmla="*/ 36 w 15"/>
                  <a:gd name="T7" fmla="*/ 13 h 8"/>
                  <a:gd name="T8" fmla="*/ 57 w 15"/>
                  <a:gd name="T9" fmla="*/ 26 h 8"/>
                  <a:gd name="T10" fmla="*/ 69 w 15"/>
                  <a:gd name="T11" fmla="*/ 29 h 8"/>
                  <a:gd name="T12" fmla="*/ 78 w 15"/>
                  <a:gd name="T13" fmla="*/ 29 h 8"/>
                  <a:gd name="T14" fmla="*/ 69 w 15"/>
                  <a:gd name="T15" fmla="*/ 8 h 8"/>
                  <a:gd name="T16" fmla="*/ 36 w 15"/>
                  <a:gd name="T17" fmla="*/ 5 h 8"/>
                  <a:gd name="T18" fmla="*/ 9 w 15"/>
                  <a:gd name="T19" fmla="*/ 8 h 8"/>
                  <a:gd name="T20" fmla="*/ 0 w 15"/>
                  <a:gd name="T21" fmla="*/ 26 h 8"/>
                  <a:gd name="T22" fmla="*/ 0 w 15"/>
                  <a:gd name="T23" fmla="*/ 29 h 8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5" h="8">
                    <a:moveTo>
                      <a:pt x="0" y="7"/>
                    </a:moveTo>
                    <a:cubicBezTo>
                      <a:pt x="1" y="7"/>
                      <a:pt x="2" y="7"/>
                      <a:pt x="3" y="6"/>
                    </a:cubicBezTo>
                    <a:cubicBezTo>
                      <a:pt x="3" y="5"/>
                      <a:pt x="2" y="5"/>
                      <a:pt x="3" y="4"/>
                    </a:cubicBezTo>
                    <a:cubicBezTo>
                      <a:pt x="4" y="2"/>
                      <a:pt x="5" y="2"/>
                      <a:pt x="7" y="3"/>
                    </a:cubicBezTo>
                    <a:cubicBezTo>
                      <a:pt x="9" y="4"/>
                      <a:pt x="10" y="4"/>
                      <a:pt x="11" y="6"/>
                    </a:cubicBezTo>
                    <a:cubicBezTo>
                      <a:pt x="12" y="7"/>
                      <a:pt x="11" y="7"/>
                      <a:pt x="13" y="7"/>
                    </a:cubicBezTo>
                    <a:cubicBezTo>
                      <a:pt x="13" y="7"/>
                      <a:pt x="14" y="8"/>
                      <a:pt x="15" y="7"/>
                    </a:cubicBezTo>
                    <a:cubicBezTo>
                      <a:pt x="15" y="5"/>
                      <a:pt x="14" y="3"/>
                      <a:pt x="13" y="2"/>
                    </a:cubicBezTo>
                    <a:cubicBezTo>
                      <a:pt x="11" y="1"/>
                      <a:pt x="9" y="1"/>
                      <a:pt x="7" y="1"/>
                    </a:cubicBezTo>
                    <a:cubicBezTo>
                      <a:pt x="5" y="0"/>
                      <a:pt x="4" y="0"/>
                      <a:pt x="2" y="2"/>
                    </a:cubicBezTo>
                    <a:cubicBezTo>
                      <a:pt x="1" y="3"/>
                      <a:pt x="1" y="5"/>
                      <a:pt x="0" y="6"/>
                    </a:cubicBezTo>
                    <a:cubicBezTo>
                      <a:pt x="0" y="6"/>
                      <a:pt x="0" y="7"/>
                      <a:pt x="0" y="7"/>
                    </a:cubicBezTo>
                  </a:path>
                </a:pathLst>
              </a:custGeom>
              <a:solidFill>
                <a:srgbClr val="288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494" name="Freeform 610">
                <a:extLst>
                  <a:ext uri="{FF2B5EF4-FFF2-40B4-BE49-F238E27FC236}">
                    <a16:creationId xmlns:a16="http://schemas.microsoft.com/office/drawing/2014/main" id="{584964D9-DCA7-47DE-AEDE-CD664C7504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3" y="1010"/>
                <a:ext cx="3" cy="5"/>
              </a:xfrm>
              <a:custGeom>
                <a:avLst/>
                <a:gdLst>
                  <a:gd name="T0" fmla="*/ 8 w 2"/>
                  <a:gd name="T1" fmla="*/ 0 h 3"/>
                  <a:gd name="T2" fmla="*/ 5 w 2"/>
                  <a:gd name="T3" fmla="*/ 13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cubicBezTo>
                      <a:pt x="1" y="0"/>
                      <a:pt x="0" y="2"/>
                      <a:pt x="1" y="3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495" name="Freeform 611">
                <a:extLst>
                  <a:ext uri="{FF2B5EF4-FFF2-40B4-BE49-F238E27FC236}">
                    <a16:creationId xmlns:a16="http://schemas.microsoft.com/office/drawing/2014/main" id="{037EE9C5-163C-4C2A-9200-E566F0799D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2" y="993"/>
                <a:ext cx="27" cy="27"/>
              </a:xfrm>
              <a:custGeom>
                <a:avLst/>
                <a:gdLst>
                  <a:gd name="T0" fmla="*/ 41 w 16"/>
                  <a:gd name="T1" fmla="*/ 5 h 16"/>
                  <a:gd name="T2" fmla="*/ 14 w 16"/>
                  <a:gd name="T3" fmla="*/ 5 h 16"/>
                  <a:gd name="T4" fmla="*/ 0 w 16"/>
                  <a:gd name="T5" fmla="*/ 41 h 16"/>
                  <a:gd name="T6" fmla="*/ 20 w 16"/>
                  <a:gd name="T7" fmla="*/ 71 h 16"/>
                  <a:gd name="T8" fmla="*/ 42 w 16"/>
                  <a:gd name="T9" fmla="*/ 71 h 16"/>
                  <a:gd name="T10" fmla="*/ 78 w 16"/>
                  <a:gd name="T11" fmla="*/ 41 h 16"/>
                  <a:gd name="T12" fmla="*/ 62 w 16"/>
                  <a:gd name="T13" fmla="*/ 5 h 16"/>
                  <a:gd name="T14" fmla="*/ 41 w 16"/>
                  <a:gd name="T15" fmla="*/ 5 h 1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6" h="16">
                    <a:moveTo>
                      <a:pt x="8" y="1"/>
                    </a:moveTo>
                    <a:cubicBezTo>
                      <a:pt x="5" y="0"/>
                      <a:pt x="5" y="0"/>
                      <a:pt x="3" y="1"/>
                    </a:cubicBezTo>
                    <a:cubicBezTo>
                      <a:pt x="1" y="2"/>
                      <a:pt x="0" y="6"/>
                      <a:pt x="0" y="8"/>
                    </a:cubicBezTo>
                    <a:cubicBezTo>
                      <a:pt x="0" y="11"/>
                      <a:pt x="1" y="13"/>
                      <a:pt x="4" y="15"/>
                    </a:cubicBezTo>
                    <a:cubicBezTo>
                      <a:pt x="6" y="16"/>
                      <a:pt x="8" y="15"/>
                      <a:pt x="9" y="15"/>
                    </a:cubicBezTo>
                    <a:cubicBezTo>
                      <a:pt x="13" y="15"/>
                      <a:pt x="16" y="12"/>
                      <a:pt x="16" y="8"/>
                    </a:cubicBezTo>
                    <a:cubicBezTo>
                      <a:pt x="16" y="5"/>
                      <a:pt x="15" y="3"/>
                      <a:pt x="13" y="1"/>
                    </a:cubicBezTo>
                    <a:cubicBezTo>
                      <a:pt x="11" y="1"/>
                      <a:pt x="10" y="1"/>
                      <a:pt x="8" y="1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496" name="Freeform 612">
                <a:extLst>
                  <a:ext uri="{FF2B5EF4-FFF2-40B4-BE49-F238E27FC236}">
                    <a16:creationId xmlns:a16="http://schemas.microsoft.com/office/drawing/2014/main" id="{CC525EB1-6187-4FBF-866D-68FF3B148A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8" y="1012"/>
                <a:ext cx="37" cy="25"/>
              </a:xfrm>
              <a:custGeom>
                <a:avLst/>
                <a:gdLst>
                  <a:gd name="T0" fmla="*/ 104 w 22"/>
                  <a:gd name="T1" fmla="*/ 0 h 15"/>
                  <a:gd name="T2" fmla="*/ 76 w 22"/>
                  <a:gd name="T3" fmla="*/ 42 h 15"/>
                  <a:gd name="T4" fmla="*/ 29 w 22"/>
                  <a:gd name="T5" fmla="*/ 55 h 15"/>
                  <a:gd name="T6" fmla="*/ 0 w 22"/>
                  <a:gd name="T7" fmla="*/ 62 h 15"/>
                  <a:gd name="T8" fmla="*/ 76 w 22"/>
                  <a:gd name="T9" fmla="*/ 50 h 15"/>
                  <a:gd name="T10" fmla="*/ 96 w 22"/>
                  <a:gd name="T11" fmla="*/ 28 h 15"/>
                  <a:gd name="T12" fmla="*/ 104 w 22"/>
                  <a:gd name="T13" fmla="*/ 5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15">
                    <a:moveTo>
                      <a:pt x="22" y="0"/>
                    </a:moveTo>
                    <a:cubicBezTo>
                      <a:pt x="22" y="4"/>
                      <a:pt x="19" y="8"/>
                      <a:pt x="16" y="9"/>
                    </a:cubicBezTo>
                    <a:cubicBezTo>
                      <a:pt x="13" y="11"/>
                      <a:pt x="9" y="11"/>
                      <a:pt x="6" y="12"/>
                    </a:cubicBezTo>
                    <a:cubicBezTo>
                      <a:pt x="4" y="12"/>
                      <a:pt x="2" y="13"/>
                      <a:pt x="0" y="13"/>
                    </a:cubicBezTo>
                    <a:cubicBezTo>
                      <a:pt x="6" y="15"/>
                      <a:pt x="11" y="14"/>
                      <a:pt x="16" y="11"/>
                    </a:cubicBezTo>
                    <a:cubicBezTo>
                      <a:pt x="18" y="9"/>
                      <a:pt x="19" y="8"/>
                      <a:pt x="20" y="6"/>
                    </a:cubicBezTo>
                    <a:cubicBezTo>
                      <a:pt x="21" y="4"/>
                      <a:pt x="22" y="2"/>
                      <a:pt x="22" y="1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497" name="Freeform 613">
                <a:extLst>
                  <a:ext uri="{FF2B5EF4-FFF2-40B4-BE49-F238E27FC236}">
                    <a16:creationId xmlns:a16="http://schemas.microsoft.com/office/drawing/2014/main" id="{EBEABA5E-27F4-4CFE-8558-1467A1190C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4" y="980"/>
                <a:ext cx="40" cy="20"/>
              </a:xfrm>
              <a:custGeom>
                <a:avLst/>
                <a:gdLst>
                  <a:gd name="T0" fmla="*/ 0 w 24"/>
                  <a:gd name="T1" fmla="*/ 55 h 12"/>
                  <a:gd name="T2" fmla="*/ 37 w 24"/>
                  <a:gd name="T3" fmla="*/ 13 h 12"/>
                  <a:gd name="T4" fmla="*/ 75 w 24"/>
                  <a:gd name="T5" fmla="*/ 8 h 12"/>
                  <a:gd name="T6" fmla="*/ 97 w 24"/>
                  <a:gd name="T7" fmla="*/ 8 h 12"/>
                  <a:gd name="T8" fmla="*/ 112 w 24"/>
                  <a:gd name="T9" fmla="*/ 8 h 12"/>
                  <a:gd name="T10" fmla="*/ 70 w 24"/>
                  <a:gd name="T11" fmla="*/ 5 h 12"/>
                  <a:gd name="T12" fmla="*/ 28 w 24"/>
                  <a:gd name="T13" fmla="*/ 13 h 12"/>
                  <a:gd name="T14" fmla="*/ 5 w 24"/>
                  <a:gd name="T15" fmla="*/ 37 h 12"/>
                  <a:gd name="T16" fmla="*/ 0 w 24"/>
                  <a:gd name="T17" fmla="*/ 55 h 1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4" h="12">
                    <a:moveTo>
                      <a:pt x="0" y="12"/>
                    </a:moveTo>
                    <a:cubicBezTo>
                      <a:pt x="0" y="8"/>
                      <a:pt x="5" y="5"/>
                      <a:pt x="8" y="3"/>
                    </a:cubicBezTo>
                    <a:cubicBezTo>
                      <a:pt x="11" y="3"/>
                      <a:pt x="13" y="2"/>
                      <a:pt x="16" y="2"/>
                    </a:cubicBezTo>
                    <a:cubicBezTo>
                      <a:pt x="18" y="2"/>
                      <a:pt x="19" y="2"/>
                      <a:pt x="21" y="2"/>
                    </a:cubicBezTo>
                    <a:cubicBezTo>
                      <a:pt x="22" y="2"/>
                      <a:pt x="23" y="2"/>
                      <a:pt x="24" y="2"/>
                    </a:cubicBezTo>
                    <a:cubicBezTo>
                      <a:pt x="21" y="0"/>
                      <a:pt x="18" y="1"/>
                      <a:pt x="15" y="1"/>
                    </a:cubicBezTo>
                    <a:cubicBezTo>
                      <a:pt x="11" y="1"/>
                      <a:pt x="9" y="2"/>
                      <a:pt x="6" y="3"/>
                    </a:cubicBezTo>
                    <a:cubicBezTo>
                      <a:pt x="4" y="4"/>
                      <a:pt x="2" y="6"/>
                      <a:pt x="1" y="8"/>
                    </a:cubicBezTo>
                    <a:cubicBezTo>
                      <a:pt x="1" y="9"/>
                      <a:pt x="1" y="11"/>
                      <a:pt x="0" y="12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498" name="Freeform 614">
                <a:extLst>
                  <a:ext uri="{FF2B5EF4-FFF2-40B4-BE49-F238E27FC236}">
                    <a16:creationId xmlns:a16="http://schemas.microsoft.com/office/drawing/2014/main" id="{67F2B9FE-F3E5-4454-A8BD-49BF345437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2" y="1013"/>
                <a:ext cx="24" cy="14"/>
              </a:xfrm>
              <a:custGeom>
                <a:avLst/>
                <a:gdLst>
                  <a:gd name="T0" fmla="*/ 0 w 14"/>
                  <a:gd name="T1" fmla="*/ 0 h 8"/>
                  <a:gd name="T2" fmla="*/ 29 w 14"/>
                  <a:gd name="T3" fmla="*/ 21 h 8"/>
                  <a:gd name="T4" fmla="*/ 70 w 14"/>
                  <a:gd name="T5" fmla="*/ 44 h 8"/>
                  <a:gd name="T6" fmla="*/ 45 w 14"/>
                  <a:gd name="T7" fmla="*/ 37 h 8"/>
                  <a:gd name="T8" fmla="*/ 21 w 14"/>
                  <a:gd name="T9" fmla="*/ 28 h 8"/>
                  <a:gd name="T10" fmla="*/ 0 w 14"/>
                  <a:gd name="T11" fmla="*/ 7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" h="8">
                    <a:moveTo>
                      <a:pt x="0" y="0"/>
                    </a:moveTo>
                    <a:cubicBezTo>
                      <a:pt x="1" y="2"/>
                      <a:pt x="4" y="3"/>
                      <a:pt x="6" y="4"/>
                    </a:cubicBezTo>
                    <a:cubicBezTo>
                      <a:pt x="9" y="6"/>
                      <a:pt x="11" y="7"/>
                      <a:pt x="14" y="8"/>
                    </a:cubicBezTo>
                    <a:cubicBezTo>
                      <a:pt x="12" y="7"/>
                      <a:pt x="10" y="7"/>
                      <a:pt x="9" y="7"/>
                    </a:cubicBezTo>
                    <a:cubicBezTo>
                      <a:pt x="7" y="6"/>
                      <a:pt x="6" y="5"/>
                      <a:pt x="4" y="5"/>
                    </a:cubicBezTo>
                    <a:cubicBezTo>
                      <a:pt x="3" y="4"/>
                      <a:pt x="0" y="2"/>
                      <a:pt x="0" y="1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499" name="Freeform 615">
                <a:extLst>
                  <a:ext uri="{FF2B5EF4-FFF2-40B4-BE49-F238E27FC236}">
                    <a16:creationId xmlns:a16="http://schemas.microsoft.com/office/drawing/2014/main" id="{F1A4C265-8333-45C9-AF48-9441FCA523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0" y="990"/>
                <a:ext cx="69" cy="33"/>
              </a:xfrm>
              <a:custGeom>
                <a:avLst/>
                <a:gdLst>
                  <a:gd name="T0" fmla="*/ 195 w 41"/>
                  <a:gd name="T1" fmla="*/ 50 h 20"/>
                  <a:gd name="T2" fmla="*/ 128 w 41"/>
                  <a:gd name="T3" fmla="*/ 8 h 20"/>
                  <a:gd name="T4" fmla="*/ 20 w 41"/>
                  <a:gd name="T5" fmla="*/ 50 h 20"/>
                  <a:gd name="T6" fmla="*/ 22 w 41"/>
                  <a:gd name="T7" fmla="*/ 68 h 20"/>
                  <a:gd name="T8" fmla="*/ 82 w 41"/>
                  <a:gd name="T9" fmla="*/ 84 h 20"/>
                  <a:gd name="T10" fmla="*/ 190 w 41"/>
                  <a:gd name="T11" fmla="*/ 50 h 2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1" h="20">
                    <a:moveTo>
                      <a:pt x="41" y="11"/>
                    </a:moveTo>
                    <a:cubicBezTo>
                      <a:pt x="37" y="8"/>
                      <a:pt x="36" y="4"/>
                      <a:pt x="27" y="2"/>
                    </a:cubicBezTo>
                    <a:cubicBezTo>
                      <a:pt x="17" y="0"/>
                      <a:pt x="7" y="10"/>
                      <a:pt x="4" y="11"/>
                    </a:cubicBezTo>
                    <a:cubicBezTo>
                      <a:pt x="0" y="12"/>
                      <a:pt x="2" y="14"/>
                      <a:pt x="5" y="15"/>
                    </a:cubicBezTo>
                    <a:cubicBezTo>
                      <a:pt x="8" y="16"/>
                      <a:pt x="13" y="18"/>
                      <a:pt x="17" y="19"/>
                    </a:cubicBezTo>
                    <a:cubicBezTo>
                      <a:pt x="21" y="20"/>
                      <a:pt x="36" y="18"/>
                      <a:pt x="40" y="1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500" name="Freeform 616">
                <a:extLst>
                  <a:ext uri="{FF2B5EF4-FFF2-40B4-BE49-F238E27FC236}">
                    <a16:creationId xmlns:a16="http://schemas.microsoft.com/office/drawing/2014/main" id="{18101DF1-A827-4E0F-BD2E-C83AB6A022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5" y="992"/>
                <a:ext cx="27" cy="26"/>
              </a:xfrm>
              <a:custGeom>
                <a:avLst/>
                <a:gdLst>
                  <a:gd name="T0" fmla="*/ 41 w 16"/>
                  <a:gd name="T1" fmla="*/ 8 h 16"/>
                  <a:gd name="T2" fmla="*/ 62 w 16"/>
                  <a:gd name="T3" fmla="*/ 8 h 16"/>
                  <a:gd name="T4" fmla="*/ 78 w 16"/>
                  <a:gd name="T5" fmla="*/ 39 h 16"/>
                  <a:gd name="T6" fmla="*/ 57 w 16"/>
                  <a:gd name="T7" fmla="*/ 68 h 16"/>
                  <a:gd name="T8" fmla="*/ 34 w 16"/>
                  <a:gd name="T9" fmla="*/ 68 h 16"/>
                  <a:gd name="T10" fmla="*/ 0 w 16"/>
                  <a:gd name="T11" fmla="*/ 39 h 16"/>
                  <a:gd name="T12" fmla="*/ 14 w 16"/>
                  <a:gd name="T13" fmla="*/ 8 h 16"/>
                  <a:gd name="T14" fmla="*/ 34 w 16"/>
                  <a:gd name="T15" fmla="*/ 8 h 1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6" h="16">
                    <a:moveTo>
                      <a:pt x="8" y="2"/>
                    </a:moveTo>
                    <a:cubicBezTo>
                      <a:pt x="10" y="0"/>
                      <a:pt x="11" y="1"/>
                      <a:pt x="13" y="2"/>
                    </a:cubicBezTo>
                    <a:cubicBezTo>
                      <a:pt x="15" y="3"/>
                      <a:pt x="16" y="7"/>
                      <a:pt x="16" y="9"/>
                    </a:cubicBezTo>
                    <a:cubicBezTo>
                      <a:pt x="16" y="12"/>
                      <a:pt x="14" y="14"/>
                      <a:pt x="12" y="16"/>
                    </a:cubicBezTo>
                    <a:cubicBezTo>
                      <a:pt x="10" y="16"/>
                      <a:pt x="8" y="16"/>
                      <a:pt x="7" y="16"/>
                    </a:cubicBezTo>
                    <a:cubicBezTo>
                      <a:pt x="3" y="16"/>
                      <a:pt x="0" y="13"/>
                      <a:pt x="0" y="9"/>
                    </a:cubicBezTo>
                    <a:cubicBezTo>
                      <a:pt x="0" y="6"/>
                      <a:pt x="1" y="4"/>
                      <a:pt x="3" y="2"/>
                    </a:cubicBezTo>
                    <a:cubicBezTo>
                      <a:pt x="5" y="2"/>
                      <a:pt x="6" y="2"/>
                      <a:pt x="7" y="2"/>
                    </a:cubicBezTo>
                  </a:path>
                </a:pathLst>
              </a:custGeom>
              <a:solidFill>
                <a:srgbClr val="45B7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501" name="Freeform 617">
                <a:extLst>
                  <a:ext uri="{FF2B5EF4-FFF2-40B4-BE49-F238E27FC236}">
                    <a16:creationId xmlns:a16="http://schemas.microsoft.com/office/drawing/2014/main" id="{5D57F3A6-1D5E-402A-AD03-D48D076DB3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2" y="958"/>
                <a:ext cx="84" cy="27"/>
              </a:xfrm>
              <a:custGeom>
                <a:avLst/>
                <a:gdLst>
                  <a:gd name="T0" fmla="*/ 237 w 50"/>
                  <a:gd name="T1" fmla="*/ 78 h 16"/>
                  <a:gd name="T2" fmla="*/ 0 w 50"/>
                  <a:gd name="T3" fmla="*/ 71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0" h="16">
                    <a:moveTo>
                      <a:pt x="50" y="16"/>
                    </a:moveTo>
                    <a:cubicBezTo>
                      <a:pt x="36" y="0"/>
                      <a:pt x="12" y="9"/>
                      <a:pt x="0" y="15"/>
                    </a:cubicBezTo>
                  </a:path>
                </a:pathLst>
              </a:custGeom>
              <a:noFill/>
              <a:ln w="11113" cap="rnd">
                <a:solidFill>
                  <a:srgbClr val="7B461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502" name="Freeform 618">
                <a:extLst>
                  <a:ext uri="{FF2B5EF4-FFF2-40B4-BE49-F238E27FC236}">
                    <a16:creationId xmlns:a16="http://schemas.microsoft.com/office/drawing/2014/main" id="{6A919748-8F32-428F-8090-EAE41F35CA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0" y="993"/>
                <a:ext cx="67" cy="29"/>
              </a:xfrm>
              <a:custGeom>
                <a:avLst/>
                <a:gdLst>
                  <a:gd name="T0" fmla="*/ 188 w 40"/>
                  <a:gd name="T1" fmla="*/ 44 h 17"/>
                  <a:gd name="T2" fmla="*/ 109 w 40"/>
                  <a:gd name="T3" fmla="*/ 0 h 17"/>
                  <a:gd name="T4" fmla="*/ 20 w 40"/>
                  <a:gd name="T5" fmla="*/ 44 h 17"/>
                  <a:gd name="T6" fmla="*/ 22 w 40"/>
                  <a:gd name="T7" fmla="*/ 65 h 17"/>
                  <a:gd name="T8" fmla="*/ 95 w 40"/>
                  <a:gd name="T9" fmla="*/ 84 h 17"/>
                  <a:gd name="T10" fmla="*/ 188 w 40"/>
                  <a:gd name="T11" fmla="*/ 44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0" h="17">
                    <a:moveTo>
                      <a:pt x="40" y="9"/>
                    </a:moveTo>
                    <a:cubicBezTo>
                      <a:pt x="35" y="3"/>
                      <a:pt x="30" y="0"/>
                      <a:pt x="23" y="0"/>
                    </a:cubicBezTo>
                    <a:cubicBezTo>
                      <a:pt x="12" y="1"/>
                      <a:pt x="7" y="8"/>
                      <a:pt x="4" y="9"/>
                    </a:cubicBezTo>
                    <a:cubicBezTo>
                      <a:pt x="0" y="10"/>
                      <a:pt x="2" y="12"/>
                      <a:pt x="5" y="13"/>
                    </a:cubicBezTo>
                    <a:cubicBezTo>
                      <a:pt x="8" y="14"/>
                      <a:pt x="16" y="17"/>
                      <a:pt x="20" y="17"/>
                    </a:cubicBezTo>
                    <a:cubicBezTo>
                      <a:pt x="35" y="16"/>
                      <a:pt x="36" y="15"/>
                      <a:pt x="40" y="9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503" name="Oval 619">
                <a:extLst>
                  <a:ext uri="{FF2B5EF4-FFF2-40B4-BE49-F238E27FC236}">
                    <a16:creationId xmlns:a16="http://schemas.microsoft.com/office/drawing/2014/main" id="{83C856B6-8E6A-4A81-A08F-9D994E3C8C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05" y="1003"/>
                <a:ext cx="7" cy="7"/>
              </a:xfrm>
              <a:prstGeom prst="ellipse">
                <a:avLst/>
              </a:pr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504" name="Oval 620">
                <a:extLst>
                  <a:ext uri="{FF2B5EF4-FFF2-40B4-BE49-F238E27FC236}">
                    <a16:creationId xmlns:a16="http://schemas.microsoft.com/office/drawing/2014/main" id="{D809E319-A925-4CD5-B404-C390559DE6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05" y="1003"/>
                <a:ext cx="7" cy="7"/>
              </a:xfrm>
              <a:prstGeom prst="ellipse">
                <a:avLst/>
              </a:prstGeom>
              <a:noFill/>
              <a:ln w="4763" cap="rnd">
                <a:solidFill>
                  <a:srgbClr val="343434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505" name="Freeform 621">
                <a:extLst>
                  <a:ext uri="{FF2B5EF4-FFF2-40B4-BE49-F238E27FC236}">
                    <a16:creationId xmlns:a16="http://schemas.microsoft.com/office/drawing/2014/main" id="{9699028B-869A-4AE7-A661-B052265666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7" y="980"/>
                <a:ext cx="62" cy="27"/>
              </a:xfrm>
              <a:custGeom>
                <a:avLst/>
                <a:gdLst>
                  <a:gd name="T0" fmla="*/ 0 w 37"/>
                  <a:gd name="T1" fmla="*/ 57 h 16"/>
                  <a:gd name="T2" fmla="*/ 174 w 37"/>
                  <a:gd name="T3" fmla="*/ 78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7" h="16">
                    <a:moveTo>
                      <a:pt x="0" y="12"/>
                    </a:moveTo>
                    <a:cubicBezTo>
                      <a:pt x="12" y="0"/>
                      <a:pt x="32" y="3"/>
                      <a:pt x="37" y="16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506" name="Oval 622">
                <a:extLst>
                  <a:ext uri="{FF2B5EF4-FFF2-40B4-BE49-F238E27FC236}">
                    <a16:creationId xmlns:a16="http://schemas.microsoft.com/office/drawing/2014/main" id="{C530C24E-AD75-462F-AB9F-A2015DCA17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10" y="1000"/>
                <a:ext cx="7" cy="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507" name="Freeform 623">
                <a:extLst>
                  <a:ext uri="{FF2B5EF4-FFF2-40B4-BE49-F238E27FC236}">
                    <a16:creationId xmlns:a16="http://schemas.microsoft.com/office/drawing/2014/main" id="{99CF7B32-C521-4417-8EA5-ABFC5A62B8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0" y="1010"/>
                <a:ext cx="17" cy="7"/>
              </a:xfrm>
              <a:custGeom>
                <a:avLst/>
                <a:gdLst>
                  <a:gd name="T0" fmla="*/ 41 w 10"/>
                  <a:gd name="T1" fmla="*/ 0 h 4"/>
                  <a:gd name="T2" fmla="*/ 49 w 10"/>
                  <a:gd name="T3" fmla="*/ 12 h 4"/>
                  <a:gd name="T4" fmla="*/ 41 w 10"/>
                  <a:gd name="T5" fmla="*/ 21 h 4"/>
                  <a:gd name="T6" fmla="*/ 26 w 10"/>
                  <a:gd name="T7" fmla="*/ 21 h 4"/>
                  <a:gd name="T8" fmla="*/ 15 w 10"/>
                  <a:gd name="T9" fmla="*/ 16 h 4"/>
                  <a:gd name="T10" fmla="*/ 9 w 10"/>
                  <a:gd name="T11" fmla="*/ 16 h 4"/>
                  <a:gd name="T12" fmla="*/ 5 w 10"/>
                  <a:gd name="T13" fmla="*/ 7 h 4"/>
                  <a:gd name="T14" fmla="*/ 15 w 10"/>
                  <a:gd name="T15" fmla="*/ 7 h 4"/>
                  <a:gd name="T16" fmla="*/ 26 w 10"/>
                  <a:gd name="T17" fmla="*/ 7 h 4"/>
                  <a:gd name="T18" fmla="*/ 34 w 10"/>
                  <a:gd name="T19" fmla="*/ 7 h 4"/>
                  <a:gd name="T20" fmla="*/ 41 w 10"/>
                  <a:gd name="T21" fmla="*/ 0 h 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0" h="4">
                    <a:moveTo>
                      <a:pt x="8" y="0"/>
                    </a:moveTo>
                    <a:cubicBezTo>
                      <a:pt x="9" y="0"/>
                      <a:pt x="10" y="2"/>
                      <a:pt x="10" y="2"/>
                    </a:cubicBezTo>
                    <a:cubicBezTo>
                      <a:pt x="10" y="3"/>
                      <a:pt x="9" y="4"/>
                      <a:pt x="8" y="4"/>
                    </a:cubicBezTo>
                    <a:cubicBezTo>
                      <a:pt x="7" y="4"/>
                      <a:pt x="6" y="4"/>
                      <a:pt x="5" y="4"/>
                    </a:cubicBezTo>
                    <a:cubicBezTo>
                      <a:pt x="4" y="4"/>
                      <a:pt x="4" y="4"/>
                      <a:pt x="3" y="3"/>
                    </a:cubicBezTo>
                    <a:cubicBezTo>
                      <a:pt x="3" y="3"/>
                      <a:pt x="2" y="3"/>
                      <a:pt x="2" y="3"/>
                    </a:cubicBezTo>
                    <a:cubicBezTo>
                      <a:pt x="1" y="2"/>
                      <a:pt x="0" y="1"/>
                      <a:pt x="1" y="1"/>
                    </a:cubicBezTo>
                    <a:cubicBezTo>
                      <a:pt x="2" y="1"/>
                      <a:pt x="2" y="1"/>
                      <a:pt x="3" y="1"/>
                    </a:cubicBezTo>
                    <a:cubicBezTo>
                      <a:pt x="3" y="1"/>
                      <a:pt x="4" y="1"/>
                      <a:pt x="5" y="1"/>
                    </a:cubicBezTo>
                    <a:cubicBezTo>
                      <a:pt x="6" y="1"/>
                      <a:pt x="7" y="1"/>
                      <a:pt x="7" y="1"/>
                    </a:cubicBezTo>
                    <a:cubicBezTo>
                      <a:pt x="7" y="0"/>
                      <a:pt x="8" y="0"/>
                      <a:pt x="8" y="0"/>
                    </a:cubicBezTo>
                  </a:path>
                </a:pathLst>
              </a:custGeom>
              <a:solidFill>
                <a:srgbClr val="9AD4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508" name="Oval 624">
                <a:extLst>
                  <a:ext uri="{FF2B5EF4-FFF2-40B4-BE49-F238E27FC236}">
                    <a16:creationId xmlns:a16="http://schemas.microsoft.com/office/drawing/2014/main" id="{DC828453-475A-41D3-AB3E-471C3B8898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10" y="1008"/>
                <a:ext cx="4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509" name="Freeform 625">
                <a:extLst>
                  <a:ext uri="{FF2B5EF4-FFF2-40B4-BE49-F238E27FC236}">
                    <a16:creationId xmlns:a16="http://schemas.microsoft.com/office/drawing/2014/main" id="{F87D3A58-B43C-450B-974E-6D97E36A6E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5" y="995"/>
                <a:ext cx="27" cy="13"/>
              </a:xfrm>
              <a:custGeom>
                <a:avLst/>
                <a:gdLst>
                  <a:gd name="T0" fmla="*/ 78 w 16"/>
                  <a:gd name="T1" fmla="*/ 29 h 8"/>
                  <a:gd name="T2" fmla="*/ 62 w 16"/>
                  <a:gd name="T3" fmla="*/ 26 h 8"/>
                  <a:gd name="T4" fmla="*/ 62 w 16"/>
                  <a:gd name="T5" fmla="*/ 18 h 8"/>
                  <a:gd name="T6" fmla="*/ 42 w 16"/>
                  <a:gd name="T7" fmla="*/ 13 h 8"/>
                  <a:gd name="T8" fmla="*/ 24 w 16"/>
                  <a:gd name="T9" fmla="*/ 26 h 8"/>
                  <a:gd name="T10" fmla="*/ 14 w 16"/>
                  <a:gd name="T11" fmla="*/ 29 h 8"/>
                  <a:gd name="T12" fmla="*/ 5 w 16"/>
                  <a:gd name="T13" fmla="*/ 29 h 8"/>
                  <a:gd name="T14" fmla="*/ 14 w 16"/>
                  <a:gd name="T15" fmla="*/ 8 h 8"/>
                  <a:gd name="T16" fmla="*/ 42 w 16"/>
                  <a:gd name="T17" fmla="*/ 5 h 8"/>
                  <a:gd name="T18" fmla="*/ 69 w 16"/>
                  <a:gd name="T19" fmla="*/ 8 h 8"/>
                  <a:gd name="T20" fmla="*/ 78 w 16"/>
                  <a:gd name="T21" fmla="*/ 26 h 8"/>
                  <a:gd name="T22" fmla="*/ 78 w 16"/>
                  <a:gd name="T23" fmla="*/ 29 h 8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6" h="8">
                    <a:moveTo>
                      <a:pt x="16" y="7"/>
                    </a:moveTo>
                    <a:cubicBezTo>
                      <a:pt x="15" y="7"/>
                      <a:pt x="14" y="7"/>
                      <a:pt x="13" y="6"/>
                    </a:cubicBezTo>
                    <a:cubicBezTo>
                      <a:pt x="13" y="5"/>
                      <a:pt x="13" y="5"/>
                      <a:pt x="13" y="4"/>
                    </a:cubicBezTo>
                    <a:cubicBezTo>
                      <a:pt x="12" y="2"/>
                      <a:pt x="10" y="2"/>
                      <a:pt x="9" y="3"/>
                    </a:cubicBezTo>
                    <a:cubicBezTo>
                      <a:pt x="7" y="4"/>
                      <a:pt x="6" y="4"/>
                      <a:pt x="5" y="6"/>
                    </a:cubicBezTo>
                    <a:cubicBezTo>
                      <a:pt x="4" y="7"/>
                      <a:pt x="4" y="7"/>
                      <a:pt x="3" y="7"/>
                    </a:cubicBezTo>
                    <a:cubicBezTo>
                      <a:pt x="2" y="7"/>
                      <a:pt x="2" y="8"/>
                      <a:pt x="1" y="7"/>
                    </a:cubicBezTo>
                    <a:cubicBezTo>
                      <a:pt x="0" y="5"/>
                      <a:pt x="2" y="3"/>
                      <a:pt x="3" y="2"/>
                    </a:cubicBezTo>
                    <a:cubicBezTo>
                      <a:pt x="5" y="1"/>
                      <a:pt x="7" y="1"/>
                      <a:pt x="9" y="1"/>
                    </a:cubicBezTo>
                    <a:cubicBezTo>
                      <a:pt x="10" y="0"/>
                      <a:pt x="12" y="0"/>
                      <a:pt x="14" y="2"/>
                    </a:cubicBezTo>
                    <a:cubicBezTo>
                      <a:pt x="15" y="3"/>
                      <a:pt x="15" y="5"/>
                      <a:pt x="16" y="6"/>
                    </a:cubicBezTo>
                    <a:cubicBezTo>
                      <a:pt x="16" y="6"/>
                      <a:pt x="16" y="7"/>
                      <a:pt x="16" y="7"/>
                    </a:cubicBezTo>
                  </a:path>
                </a:pathLst>
              </a:custGeom>
              <a:solidFill>
                <a:srgbClr val="288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510" name="Freeform 626">
                <a:extLst>
                  <a:ext uri="{FF2B5EF4-FFF2-40B4-BE49-F238E27FC236}">
                    <a16:creationId xmlns:a16="http://schemas.microsoft.com/office/drawing/2014/main" id="{6B8AD18E-4925-48EC-9155-BCA52E04C1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8" y="1010"/>
                <a:ext cx="2" cy="5"/>
              </a:xfrm>
              <a:custGeom>
                <a:avLst/>
                <a:gdLst>
                  <a:gd name="T0" fmla="*/ 0 w 1"/>
                  <a:gd name="T1" fmla="*/ 0 h 3"/>
                  <a:gd name="T2" fmla="*/ 8 w 1"/>
                  <a:gd name="T3" fmla="*/ 13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1" y="0"/>
                      <a:pt x="1" y="2"/>
                      <a:pt x="1" y="3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511" name="Freeform 627">
                <a:extLst>
                  <a:ext uri="{FF2B5EF4-FFF2-40B4-BE49-F238E27FC236}">
                    <a16:creationId xmlns:a16="http://schemas.microsoft.com/office/drawing/2014/main" id="{378E888A-A837-4A9F-9D5E-675F6AD0AB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5" y="993"/>
                <a:ext cx="27" cy="27"/>
              </a:xfrm>
              <a:custGeom>
                <a:avLst/>
                <a:gdLst>
                  <a:gd name="T0" fmla="*/ 41 w 16"/>
                  <a:gd name="T1" fmla="*/ 5 h 16"/>
                  <a:gd name="T2" fmla="*/ 62 w 16"/>
                  <a:gd name="T3" fmla="*/ 5 h 16"/>
                  <a:gd name="T4" fmla="*/ 78 w 16"/>
                  <a:gd name="T5" fmla="*/ 41 h 16"/>
                  <a:gd name="T6" fmla="*/ 57 w 16"/>
                  <a:gd name="T7" fmla="*/ 71 h 16"/>
                  <a:gd name="T8" fmla="*/ 34 w 16"/>
                  <a:gd name="T9" fmla="*/ 71 h 16"/>
                  <a:gd name="T10" fmla="*/ 0 w 16"/>
                  <a:gd name="T11" fmla="*/ 41 h 16"/>
                  <a:gd name="T12" fmla="*/ 14 w 16"/>
                  <a:gd name="T13" fmla="*/ 5 h 16"/>
                  <a:gd name="T14" fmla="*/ 34 w 16"/>
                  <a:gd name="T15" fmla="*/ 5 h 1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6" h="16">
                    <a:moveTo>
                      <a:pt x="8" y="1"/>
                    </a:moveTo>
                    <a:cubicBezTo>
                      <a:pt x="11" y="0"/>
                      <a:pt x="11" y="0"/>
                      <a:pt x="13" y="1"/>
                    </a:cubicBezTo>
                    <a:cubicBezTo>
                      <a:pt x="15" y="2"/>
                      <a:pt x="16" y="6"/>
                      <a:pt x="16" y="8"/>
                    </a:cubicBezTo>
                    <a:cubicBezTo>
                      <a:pt x="16" y="11"/>
                      <a:pt x="14" y="13"/>
                      <a:pt x="12" y="15"/>
                    </a:cubicBezTo>
                    <a:cubicBezTo>
                      <a:pt x="9" y="16"/>
                      <a:pt x="8" y="15"/>
                      <a:pt x="7" y="15"/>
                    </a:cubicBezTo>
                    <a:cubicBezTo>
                      <a:pt x="3" y="15"/>
                      <a:pt x="0" y="12"/>
                      <a:pt x="0" y="8"/>
                    </a:cubicBezTo>
                    <a:cubicBezTo>
                      <a:pt x="0" y="5"/>
                      <a:pt x="1" y="3"/>
                      <a:pt x="3" y="1"/>
                    </a:cubicBezTo>
                    <a:cubicBezTo>
                      <a:pt x="5" y="1"/>
                      <a:pt x="6" y="1"/>
                      <a:pt x="7" y="1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512" name="Freeform 628">
                <a:extLst>
                  <a:ext uri="{FF2B5EF4-FFF2-40B4-BE49-F238E27FC236}">
                    <a16:creationId xmlns:a16="http://schemas.microsoft.com/office/drawing/2014/main" id="{0207024B-770D-4A20-A857-EBAA3090AA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0" y="1012"/>
                <a:ext cx="35" cy="25"/>
              </a:xfrm>
              <a:custGeom>
                <a:avLst/>
                <a:gdLst>
                  <a:gd name="T0" fmla="*/ 0 w 21"/>
                  <a:gd name="T1" fmla="*/ 0 h 15"/>
                  <a:gd name="T2" fmla="*/ 28 w 21"/>
                  <a:gd name="T3" fmla="*/ 42 h 15"/>
                  <a:gd name="T4" fmla="*/ 75 w 21"/>
                  <a:gd name="T5" fmla="*/ 55 h 15"/>
                  <a:gd name="T6" fmla="*/ 97 w 21"/>
                  <a:gd name="T7" fmla="*/ 62 h 15"/>
                  <a:gd name="T8" fmla="*/ 28 w 21"/>
                  <a:gd name="T9" fmla="*/ 50 h 15"/>
                  <a:gd name="T10" fmla="*/ 8 w 21"/>
                  <a:gd name="T11" fmla="*/ 28 h 15"/>
                  <a:gd name="T12" fmla="*/ 0 w 21"/>
                  <a:gd name="T13" fmla="*/ 5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1" h="15">
                    <a:moveTo>
                      <a:pt x="0" y="0"/>
                    </a:moveTo>
                    <a:cubicBezTo>
                      <a:pt x="0" y="4"/>
                      <a:pt x="3" y="8"/>
                      <a:pt x="6" y="9"/>
                    </a:cubicBezTo>
                    <a:cubicBezTo>
                      <a:pt x="9" y="11"/>
                      <a:pt x="13" y="11"/>
                      <a:pt x="16" y="12"/>
                    </a:cubicBezTo>
                    <a:cubicBezTo>
                      <a:pt x="18" y="12"/>
                      <a:pt x="20" y="13"/>
                      <a:pt x="21" y="13"/>
                    </a:cubicBezTo>
                    <a:cubicBezTo>
                      <a:pt x="16" y="15"/>
                      <a:pt x="11" y="14"/>
                      <a:pt x="6" y="11"/>
                    </a:cubicBezTo>
                    <a:cubicBezTo>
                      <a:pt x="4" y="9"/>
                      <a:pt x="3" y="8"/>
                      <a:pt x="2" y="6"/>
                    </a:cubicBezTo>
                    <a:cubicBezTo>
                      <a:pt x="1" y="4"/>
                      <a:pt x="0" y="2"/>
                      <a:pt x="0" y="1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513" name="Freeform 629">
                <a:extLst>
                  <a:ext uri="{FF2B5EF4-FFF2-40B4-BE49-F238E27FC236}">
                    <a16:creationId xmlns:a16="http://schemas.microsoft.com/office/drawing/2014/main" id="{BA7021AF-D407-41A9-856E-006894A7B7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9" y="980"/>
                <a:ext cx="42" cy="20"/>
              </a:xfrm>
              <a:custGeom>
                <a:avLst/>
                <a:gdLst>
                  <a:gd name="T0" fmla="*/ 119 w 25"/>
                  <a:gd name="T1" fmla="*/ 55 h 12"/>
                  <a:gd name="T2" fmla="*/ 82 w 25"/>
                  <a:gd name="T3" fmla="*/ 13 h 12"/>
                  <a:gd name="T4" fmla="*/ 42 w 25"/>
                  <a:gd name="T5" fmla="*/ 8 h 12"/>
                  <a:gd name="T6" fmla="*/ 20 w 25"/>
                  <a:gd name="T7" fmla="*/ 8 h 12"/>
                  <a:gd name="T8" fmla="*/ 0 w 25"/>
                  <a:gd name="T9" fmla="*/ 8 h 12"/>
                  <a:gd name="T10" fmla="*/ 49 w 25"/>
                  <a:gd name="T11" fmla="*/ 5 h 12"/>
                  <a:gd name="T12" fmla="*/ 91 w 25"/>
                  <a:gd name="T13" fmla="*/ 13 h 12"/>
                  <a:gd name="T14" fmla="*/ 113 w 25"/>
                  <a:gd name="T15" fmla="*/ 37 h 12"/>
                  <a:gd name="T16" fmla="*/ 119 w 25"/>
                  <a:gd name="T17" fmla="*/ 55 h 1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5" h="12">
                    <a:moveTo>
                      <a:pt x="25" y="12"/>
                    </a:moveTo>
                    <a:cubicBezTo>
                      <a:pt x="25" y="8"/>
                      <a:pt x="20" y="5"/>
                      <a:pt x="17" y="3"/>
                    </a:cubicBezTo>
                    <a:cubicBezTo>
                      <a:pt x="14" y="3"/>
                      <a:pt x="12" y="2"/>
                      <a:pt x="9" y="2"/>
                    </a:cubicBezTo>
                    <a:cubicBezTo>
                      <a:pt x="7" y="2"/>
                      <a:pt x="6" y="2"/>
                      <a:pt x="4" y="2"/>
                    </a:cubicBezTo>
                    <a:cubicBezTo>
                      <a:pt x="3" y="2"/>
                      <a:pt x="2" y="2"/>
                      <a:pt x="0" y="2"/>
                    </a:cubicBezTo>
                    <a:cubicBezTo>
                      <a:pt x="3" y="0"/>
                      <a:pt x="7" y="1"/>
                      <a:pt x="10" y="1"/>
                    </a:cubicBezTo>
                    <a:cubicBezTo>
                      <a:pt x="13" y="1"/>
                      <a:pt x="16" y="2"/>
                      <a:pt x="19" y="3"/>
                    </a:cubicBezTo>
                    <a:cubicBezTo>
                      <a:pt x="21" y="4"/>
                      <a:pt x="23" y="6"/>
                      <a:pt x="24" y="8"/>
                    </a:cubicBezTo>
                    <a:cubicBezTo>
                      <a:pt x="24" y="9"/>
                      <a:pt x="24" y="11"/>
                      <a:pt x="25" y="12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514" name="Freeform 630">
                <a:extLst>
                  <a:ext uri="{FF2B5EF4-FFF2-40B4-BE49-F238E27FC236}">
                    <a16:creationId xmlns:a16="http://schemas.microsoft.com/office/drawing/2014/main" id="{BE74B91B-328E-4874-BF4F-74BBD3FD90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9" y="1013"/>
                <a:ext cx="23" cy="14"/>
              </a:xfrm>
              <a:custGeom>
                <a:avLst/>
                <a:gdLst>
                  <a:gd name="T0" fmla="*/ 62 w 14"/>
                  <a:gd name="T1" fmla="*/ 0 h 8"/>
                  <a:gd name="T2" fmla="*/ 35 w 14"/>
                  <a:gd name="T3" fmla="*/ 21 h 8"/>
                  <a:gd name="T4" fmla="*/ 0 w 14"/>
                  <a:gd name="T5" fmla="*/ 44 h 8"/>
                  <a:gd name="T6" fmla="*/ 21 w 14"/>
                  <a:gd name="T7" fmla="*/ 37 h 8"/>
                  <a:gd name="T8" fmla="*/ 41 w 14"/>
                  <a:gd name="T9" fmla="*/ 28 h 8"/>
                  <a:gd name="T10" fmla="*/ 62 w 14"/>
                  <a:gd name="T11" fmla="*/ 7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" h="8">
                    <a:moveTo>
                      <a:pt x="14" y="0"/>
                    </a:moveTo>
                    <a:cubicBezTo>
                      <a:pt x="13" y="2"/>
                      <a:pt x="10" y="3"/>
                      <a:pt x="8" y="4"/>
                    </a:cubicBezTo>
                    <a:cubicBezTo>
                      <a:pt x="5" y="6"/>
                      <a:pt x="3" y="7"/>
                      <a:pt x="0" y="8"/>
                    </a:cubicBezTo>
                    <a:cubicBezTo>
                      <a:pt x="1" y="7"/>
                      <a:pt x="3" y="7"/>
                      <a:pt x="5" y="7"/>
                    </a:cubicBezTo>
                    <a:cubicBezTo>
                      <a:pt x="6" y="6"/>
                      <a:pt x="8" y="5"/>
                      <a:pt x="9" y="5"/>
                    </a:cubicBezTo>
                    <a:cubicBezTo>
                      <a:pt x="11" y="4"/>
                      <a:pt x="14" y="2"/>
                      <a:pt x="14" y="1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515" name="Freeform 631">
                <a:extLst>
                  <a:ext uri="{FF2B5EF4-FFF2-40B4-BE49-F238E27FC236}">
                    <a16:creationId xmlns:a16="http://schemas.microsoft.com/office/drawing/2014/main" id="{61109C85-E833-434F-BA07-9F2A878441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3" y="998"/>
                <a:ext cx="9" cy="62"/>
              </a:xfrm>
              <a:custGeom>
                <a:avLst/>
                <a:gdLst>
                  <a:gd name="T0" fmla="*/ 16 w 5"/>
                  <a:gd name="T1" fmla="*/ 0 h 37"/>
                  <a:gd name="T2" fmla="*/ 0 w 5"/>
                  <a:gd name="T3" fmla="*/ 104 h 37"/>
                  <a:gd name="T4" fmla="*/ 29 w 5"/>
                  <a:gd name="T5" fmla="*/ 174 h 37"/>
                  <a:gd name="T6" fmla="*/ 16 w 5"/>
                  <a:gd name="T7" fmla="*/ 75 h 37"/>
                  <a:gd name="T8" fmla="*/ 23 w 5"/>
                  <a:gd name="T9" fmla="*/ 5 h 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37">
                    <a:moveTo>
                      <a:pt x="3" y="0"/>
                    </a:moveTo>
                    <a:cubicBezTo>
                      <a:pt x="2" y="8"/>
                      <a:pt x="0" y="14"/>
                      <a:pt x="0" y="22"/>
                    </a:cubicBezTo>
                    <a:cubicBezTo>
                      <a:pt x="0" y="28"/>
                      <a:pt x="3" y="32"/>
                      <a:pt x="5" y="37"/>
                    </a:cubicBezTo>
                    <a:cubicBezTo>
                      <a:pt x="2" y="31"/>
                      <a:pt x="3" y="22"/>
                      <a:pt x="3" y="16"/>
                    </a:cubicBezTo>
                    <a:cubicBezTo>
                      <a:pt x="3" y="11"/>
                      <a:pt x="3" y="6"/>
                      <a:pt x="4" y="1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516" name="Freeform 632">
                <a:extLst>
                  <a:ext uri="{FF2B5EF4-FFF2-40B4-BE49-F238E27FC236}">
                    <a16:creationId xmlns:a16="http://schemas.microsoft.com/office/drawing/2014/main" id="{E5E7F122-C903-4033-BDFD-1AF3A01BEE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8" y="1057"/>
                <a:ext cx="18" cy="32"/>
              </a:xfrm>
              <a:custGeom>
                <a:avLst/>
                <a:gdLst>
                  <a:gd name="T0" fmla="*/ 47 w 11"/>
                  <a:gd name="T1" fmla="*/ 0 h 19"/>
                  <a:gd name="T2" fmla="*/ 21 w 11"/>
                  <a:gd name="T3" fmla="*/ 54 h 19"/>
                  <a:gd name="T4" fmla="*/ 43 w 11"/>
                  <a:gd name="T5" fmla="*/ 91 h 19"/>
                  <a:gd name="T6" fmla="*/ 8 w 11"/>
                  <a:gd name="T7" fmla="*/ 37 h 19"/>
                  <a:gd name="T8" fmla="*/ 29 w 11"/>
                  <a:gd name="T9" fmla="*/ 20 h 19"/>
                  <a:gd name="T10" fmla="*/ 43 w 11"/>
                  <a:gd name="T11" fmla="*/ 5 h 1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19">
                    <a:moveTo>
                      <a:pt x="11" y="0"/>
                    </a:moveTo>
                    <a:cubicBezTo>
                      <a:pt x="9" y="4"/>
                      <a:pt x="6" y="7"/>
                      <a:pt x="5" y="11"/>
                    </a:cubicBezTo>
                    <a:cubicBezTo>
                      <a:pt x="4" y="15"/>
                      <a:pt x="7" y="17"/>
                      <a:pt x="10" y="19"/>
                    </a:cubicBezTo>
                    <a:cubicBezTo>
                      <a:pt x="6" y="18"/>
                      <a:pt x="0" y="13"/>
                      <a:pt x="2" y="8"/>
                    </a:cubicBezTo>
                    <a:cubicBezTo>
                      <a:pt x="3" y="6"/>
                      <a:pt x="5" y="5"/>
                      <a:pt x="7" y="4"/>
                    </a:cubicBezTo>
                    <a:cubicBezTo>
                      <a:pt x="8" y="3"/>
                      <a:pt x="9" y="2"/>
                      <a:pt x="10" y="1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517" name="Freeform 633">
                <a:extLst>
                  <a:ext uri="{FF2B5EF4-FFF2-40B4-BE49-F238E27FC236}">
                    <a16:creationId xmlns:a16="http://schemas.microsoft.com/office/drawing/2014/main" id="{BDF1F876-7DC6-4581-8A15-287479FA67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8" y="1062"/>
                <a:ext cx="12" cy="23"/>
              </a:xfrm>
              <a:custGeom>
                <a:avLst/>
                <a:gdLst>
                  <a:gd name="T0" fmla="*/ 26 w 7"/>
                  <a:gd name="T1" fmla="*/ 0 h 14"/>
                  <a:gd name="T2" fmla="*/ 26 w 7"/>
                  <a:gd name="T3" fmla="*/ 41 h 14"/>
                  <a:gd name="T4" fmla="*/ 0 w 7"/>
                  <a:gd name="T5" fmla="*/ 62 h 14"/>
                  <a:gd name="T6" fmla="*/ 29 w 7"/>
                  <a:gd name="T7" fmla="*/ 33 h 14"/>
                  <a:gd name="T8" fmla="*/ 26 w 7"/>
                  <a:gd name="T9" fmla="*/ 5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14">
                    <a:moveTo>
                      <a:pt x="5" y="0"/>
                    </a:moveTo>
                    <a:cubicBezTo>
                      <a:pt x="6" y="3"/>
                      <a:pt x="6" y="7"/>
                      <a:pt x="5" y="9"/>
                    </a:cubicBezTo>
                    <a:cubicBezTo>
                      <a:pt x="3" y="12"/>
                      <a:pt x="1" y="13"/>
                      <a:pt x="0" y="14"/>
                    </a:cubicBezTo>
                    <a:cubicBezTo>
                      <a:pt x="3" y="13"/>
                      <a:pt x="6" y="11"/>
                      <a:pt x="6" y="7"/>
                    </a:cubicBezTo>
                    <a:cubicBezTo>
                      <a:pt x="7" y="5"/>
                      <a:pt x="6" y="3"/>
                      <a:pt x="5" y="1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518" name="Freeform 634">
                <a:extLst>
                  <a:ext uri="{FF2B5EF4-FFF2-40B4-BE49-F238E27FC236}">
                    <a16:creationId xmlns:a16="http://schemas.microsoft.com/office/drawing/2014/main" id="{80AF237E-7533-4018-B608-3D26FF9C42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6" y="1047"/>
                <a:ext cx="10" cy="35"/>
              </a:xfrm>
              <a:custGeom>
                <a:avLst/>
                <a:gdLst>
                  <a:gd name="T0" fmla="*/ 8 w 6"/>
                  <a:gd name="T1" fmla="*/ 0 h 21"/>
                  <a:gd name="T2" fmla="*/ 0 w 6"/>
                  <a:gd name="T3" fmla="*/ 42 h 21"/>
                  <a:gd name="T4" fmla="*/ 5 w 6"/>
                  <a:gd name="T5" fmla="*/ 78 h 21"/>
                  <a:gd name="T6" fmla="*/ 28 w 6"/>
                  <a:gd name="T7" fmla="*/ 97 h 21"/>
                  <a:gd name="T8" fmla="*/ 8 w 6"/>
                  <a:gd name="T9" fmla="*/ 47 h 21"/>
                  <a:gd name="T10" fmla="*/ 8 w 6"/>
                  <a:gd name="T11" fmla="*/ 5 h 2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" h="21">
                    <a:moveTo>
                      <a:pt x="2" y="0"/>
                    </a:moveTo>
                    <a:cubicBezTo>
                      <a:pt x="3" y="3"/>
                      <a:pt x="1" y="6"/>
                      <a:pt x="0" y="9"/>
                    </a:cubicBezTo>
                    <a:cubicBezTo>
                      <a:pt x="0" y="12"/>
                      <a:pt x="0" y="15"/>
                      <a:pt x="1" y="17"/>
                    </a:cubicBezTo>
                    <a:cubicBezTo>
                      <a:pt x="3" y="18"/>
                      <a:pt x="4" y="20"/>
                      <a:pt x="6" y="21"/>
                    </a:cubicBezTo>
                    <a:cubicBezTo>
                      <a:pt x="2" y="18"/>
                      <a:pt x="1" y="14"/>
                      <a:pt x="2" y="10"/>
                    </a:cubicBezTo>
                    <a:cubicBezTo>
                      <a:pt x="3" y="7"/>
                      <a:pt x="4" y="4"/>
                      <a:pt x="2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519" name="Freeform 635">
                <a:extLst>
                  <a:ext uri="{FF2B5EF4-FFF2-40B4-BE49-F238E27FC236}">
                    <a16:creationId xmlns:a16="http://schemas.microsoft.com/office/drawing/2014/main" id="{E0A3A5E0-E94C-4184-88E2-D9FB3A6475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2" y="1080"/>
                <a:ext cx="33" cy="22"/>
              </a:xfrm>
              <a:custGeom>
                <a:avLst/>
                <a:gdLst>
                  <a:gd name="T0" fmla="*/ 89 w 20"/>
                  <a:gd name="T1" fmla="*/ 0 h 13"/>
                  <a:gd name="T2" fmla="*/ 0 w 20"/>
                  <a:gd name="T3" fmla="*/ 63 h 13"/>
                  <a:gd name="T4" fmla="*/ 58 w 20"/>
                  <a:gd name="T5" fmla="*/ 41 h 13"/>
                  <a:gd name="T6" fmla="*/ 83 w 20"/>
                  <a:gd name="T7" fmla="*/ 20 h 13"/>
                  <a:gd name="T8" fmla="*/ 89 w 20"/>
                  <a:gd name="T9" fmla="*/ 0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13">
                    <a:moveTo>
                      <a:pt x="20" y="0"/>
                    </a:moveTo>
                    <a:cubicBezTo>
                      <a:pt x="17" y="8"/>
                      <a:pt x="5" y="7"/>
                      <a:pt x="0" y="13"/>
                    </a:cubicBezTo>
                    <a:cubicBezTo>
                      <a:pt x="4" y="10"/>
                      <a:pt x="9" y="10"/>
                      <a:pt x="13" y="8"/>
                    </a:cubicBezTo>
                    <a:cubicBezTo>
                      <a:pt x="15" y="7"/>
                      <a:pt x="17" y="6"/>
                      <a:pt x="18" y="4"/>
                    </a:cubicBezTo>
                    <a:cubicBezTo>
                      <a:pt x="19" y="3"/>
                      <a:pt x="19" y="2"/>
                      <a:pt x="20" y="0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520" name="Freeform 636">
                <a:extLst>
                  <a:ext uri="{FF2B5EF4-FFF2-40B4-BE49-F238E27FC236}">
                    <a16:creationId xmlns:a16="http://schemas.microsoft.com/office/drawing/2014/main" id="{A59DB0AA-68B3-406D-B94A-26B88C3189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1" y="1063"/>
                <a:ext cx="15" cy="22"/>
              </a:xfrm>
              <a:custGeom>
                <a:avLst/>
                <a:gdLst>
                  <a:gd name="T0" fmla="*/ 13 w 9"/>
                  <a:gd name="T1" fmla="*/ 0 h 13"/>
                  <a:gd name="T2" fmla="*/ 0 w 9"/>
                  <a:gd name="T3" fmla="*/ 41 h 13"/>
                  <a:gd name="T4" fmla="*/ 8 w 9"/>
                  <a:gd name="T5" fmla="*/ 58 h 13"/>
                  <a:gd name="T6" fmla="*/ 22 w 9"/>
                  <a:gd name="T7" fmla="*/ 63 h 13"/>
                  <a:gd name="T8" fmla="*/ 42 w 9"/>
                  <a:gd name="T9" fmla="*/ 63 h 13"/>
                  <a:gd name="T10" fmla="*/ 28 w 9"/>
                  <a:gd name="T11" fmla="*/ 58 h 13"/>
                  <a:gd name="T12" fmla="*/ 13 w 9"/>
                  <a:gd name="T13" fmla="*/ 49 h 13"/>
                  <a:gd name="T14" fmla="*/ 5 w 9"/>
                  <a:gd name="T15" fmla="*/ 34 h 13"/>
                  <a:gd name="T16" fmla="*/ 8 w 9"/>
                  <a:gd name="T17" fmla="*/ 8 h 13"/>
                  <a:gd name="T18" fmla="*/ 13 w 9"/>
                  <a:gd name="T19" fmla="*/ 0 h 1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9" h="13">
                    <a:moveTo>
                      <a:pt x="3" y="0"/>
                    </a:moveTo>
                    <a:cubicBezTo>
                      <a:pt x="2" y="2"/>
                      <a:pt x="0" y="5"/>
                      <a:pt x="0" y="8"/>
                    </a:cubicBezTo>
                    <a:cubicBezTo>
                      <a:pt x="0" y="9"/>
                      <a:pt x="1" y="11"/>
                      <a:pt x="2" y="12"/>
                    </a:cubicBezTo>
                    <a:cubicBezTo>
                      <a:pt x="3" y="12"/>
                      <a:pt x="4" y="12"/>
                      <a:pt x="5" y="13"/>
                    </a:cubicBezTo>
                    <a:cubicBezTo>
                      <a:pt x="6" y="13"/>
                      <a:pt x="8" y="13"/>
                      <a:pt x="9" y="13"/>
                    </a:cubicBezTo>
                    <a:cubicBezTo>
                      <a:pt x="8" y="13"/>
                      <a:pt x="7" y="12"/>
                      <a:pt x="6" y="12"/>
                    </a:cubicBezTo>
                    <a:cubicBezTo>
                      <a:pt x="5" y="12"/>
                      <a:pt x="4" y="11"/>
                      <a:pt x="3" y="10"/>
                    </a:cubicBezTo>
                    <a:cubicBezTo>
                      <a:pt x="2" y="10"/>
                      <a:pt x="1" y="8"/>
                      <a:pt x="1" y="7"/>
                    </a:cubicBezTo>
                    <a:cubicBezTo>
                      <a:pt x="1" y="5"/>
                      <a:pt x="2" y="4"/>
                      <a:pt x="2" y="2"/>
                    </a:cubicBezTo>
                    <a:cubicBezTo>
                      <a:pt x="2" y="2"/>
                      <a:pt x="3" y="1"/>
                      <a:pt x="3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521" name="Freeform 637">
                <a:extLst>
                  <a:ext uri="{FF2B5EF4-FFF2-40B4-BE49-F238E27FC236}">
                    <a16:creationId xmlns:a16="http://schemas.microsoft.com/office/drawing/2014/main" id="{A1C23787-3BFC-49E9-93CD-7AD8024A7A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0" y="1065"/>
                <a:ext cx="10" cy="22"/>
              </a:xfrm>
              <a:custGeom>
                <a:avLst/>
                <a:gdLst>
                  <a:gd name="T0" fmla="*/ 22 w 6"/>
                  <a:gd name="T1" fmla="*/ 0 h 13"/>
                  <a:gd name="T2" fmla="*/ 22 w 6"/>
                  <a:gd name="T3" fmla="*/ 14 h 13"/>
                  <a:gd name="T4" fmla="*/ 28 w 6"/>
                  <a:gd name="T5" fmla="*/ 34 h 13"/>
                  <a:gd name="T6" fmla="*/ 0 w 6"/>
                  <a:gd name="T7" fmla="*/ 58 h 13"/>
                  <a:gd name="T8" fmla="*/ 20 w 6"/>
                  <a:gd name="T9" fmla="*/ 49 h 13"/>
                  <a:gd name="T10" fmla="*/ 20 w 6"/>
                  <a:gd name="T11" fmla="*/ 29 h 13"/>
                  <a:gd name="T12" fmla="*/ 20 w 6"/>
                  <a:gd name="T13" fmla="*/ 0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" h="13">
                    <a:moveTo>
                      <a:pt x="5" y="0"/>
                    </a:moveTo>
                    <a:cubicBezTo>
                      <a:pt x="4" y="1"/>
                      <a:pt x="5" y="2"/>
                      <a:pt x="5" y="3"/>
                    </a:cubicBezTo>
                    <a:cubicBezTo>
                      <a:pt x="6" y="4"/>
                      <a:pt x="6" y="6"/>
                      <a:pt x="6" y="7"/>
                    </a:cubicBezTo>
                    <a:cubicBezTo>
                      <a:pt x="6" y="10"/>
                      <a:pt x="3" y="13"/>
                      <a:pt x="0" y="12"/>
                    </a:cubicBezTo>
                    <a:cubicBezTo>
                      <a:pt x="1" y="12"/>
                      <a:pt x="3" y="11"/>
                      <a:pt x="4" y="10"/>
                    </a:cubicBezTo>
                    <a:cubicBezTo>
                      <a:pt x="4" y="9"/>
                      <a:pt x="4" y="7"/>
                      <a:pt x="4" y="6"/>
                    </a:cubicBezTo>
                    <a:cubicBezTo>
                      <a:pt x="4" y="4"/>
                      <a:pt x="4" y="2"/>
                      <a:pt x="4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522" name="Freeform 638">
                <a:extLst>
                  <a:ext uri="{FF2B5EF4-FFF2-40B4-BE49-F238E27FC236}">
                    <a16:creationId xmlns:a16="http://schemas.microsoft.com/office/drawing/2014/main" id="{74DBC1BD-3AA1-4C28-8B70-F74759396F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8" y="1095"/>
                <a:ext cx="25" cy="9"/>
              </a:xfrm>
              <a:custGeom>
                <a:avLst/>
                <a:gdLst>
                  <a:gd name="T0" fmla="*/ 0 w 15"/>
                  <a:gd name="T1" fmla="*/ 13 h 5"/>
                  <a:gd name="T2" fmla="*/ 33 w 15"/>
                  <a:gd name="T3" fmla="*/ 23 h 5"/>
                  <a:gd name="T4" fmla="*/ 70 w 15"/>
                  <a:gd name="T5" fmla="*/ 0 h 5"/>
                  <a:gd name="T6" fmla="*/ 28 w 15"/>
                  <a:gd name="T7" fmla="*/ 16 h 5"/>
                  <a:gd name="T8" fmla="*/ 5 w 15"/>
                  <a:gd name="T9" fmla="*/ 16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5">
                    <a:moveTo>
                      <a:pt x="0" y="2"/>
                    </a:moveTo>
                    <a:cubicBezTo>
                      <a:pt x="1" y="4"/>
                      <a:pt x="6" y="5"/>
                      <a:pt x="7" y="4"/>
                    </a:cubicBezTo>
                    <a:cubicBezTo>
                      <a:pt x="10" y="3"/>
                      <a:pt x="12" y="2"/>
                      <a:pt x="15" y="0"/>
                    </a:cubicBezTo>
                    <a:cubicBezTo>
                      <a:pt x="12" y="0"/>
                      <a:pt x="9" y="3"/>
                      <a:pt x="6" y="3"/>
                    </a:cubicBezTo>
                    <a:cubicBezTo>
                      <a:pt x="5" y="4"/>
                      <a:pt x="2" y="4"/>
                      <a:pt x="1" y="3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523" name="Freeform 639">
                <a:extLst>
                  <a:ext uri="{FF2B5EF4-FFF2-40B4-BE49-F238E27FC236}">
                    <a16:creationId xmlns:a16="http://schemas.microsoft.com/office/drawing/2014/main" id="{2F32A5FF-A3CE-42E7-8965-48963697EB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1" y="1125"/>
                <a:ext cx="119" cy="20"/>
              </a:xfrm>
              <a:custGeom>
                <a:avLst/>
                <a:gdLst>
                  <a:gd name="T0" fmla="*/ 5 w 71"/>
                  <a:gd name="T1" fmla="*/ 47 h 12"/>
                  <a:gd name="T2" fmla="*/ 112 w 71"/>
                  <a:gd name="T3" fmla="*/ 8 h 12"/>
                  <a:gd name="T4" fmla="*/ 132 w 71"/>
                  <a:gd name="T5" fmla="*/ 8 h 12"/>
                  <a:gd name="T6" fmla="*/ 169 w 71"/>
                  <a:gd name="T7" fmla="*/ 8 h 12"/>
                  <a:gd name="T8" fmla="*/ 194 w 71"/>
                  <a:gd name="T9" fmla="*/ 0 h 12"/>
                  <a:gd name="T10" fmla="*/ 238 w 71"/>
                  <a:gd name="T11" fmla="*/ 20 h 12"/>
                  <a:gd name="T12" fmla="*/ 292 w 71"/>
                  <a:gd name="T13" fmla="*/ 37 h 12"/>
                  <a:gd name="T14" fmla="*/ 334 w 71"/>
                  <a:gd name="T15" fmla="*/ 50 h 12"/>
                  <a:gd name="T16" fmla="*/ 256 w 71"/>
                  <a:gd name="T17" fmla="*/ 42 h 12"/>
                  <a:gd name="T18" fmla="*/ 188 w 71"/>
                  <a:gd name="T19" fmla="*/ 42 h 12"/>
                  <a:gd name="T20" fmla="*/ 132 w 71"/>
                  <a:gd name="T21" fmla="*/ 42 h 12"/>
                  <a:gd name="T22" fmla="*/ 96 w 71"/>
                  <a:gd name="T23" fmla="*/ 47 h 12"/>
                  <a:gd name="T24" fmla="*/ 50 w 71"/>
                  <a:gd name="T25" fmla="*/ 55 h 12"/>
                  <a:gd name="T26" fmla="*/ 0 w 71"/>
                  <a:gd name="T27" fmla="*/ 47 h 12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71" h="12">
                    <a:moveTo>
                      <a:pt x="1" y="10"/>
                    </a:moveTo>
                    <a:cubicBezTo>
                      <a:pt x="9" y="10"/>
                      <a:pt x="18" y="7"/>
                      <a:pt x="24" y="2"/>
                    </a:cubicBezTo>
                    <a:cubicBezTo>
                      <a:pt x="26" y="1"/>
                      <a:pt x="26" y="1"/>
                      <a:pt x="28" y="2"/>
                    </a:cubicBezTo>
                    <a:cubicBezTo>
                      <a:pt x="31" y="3"/>
                      <a:pt x="33" y="4"/>
                      <a:pt x="36" y="2"/>
                    </a:cubicBezTo>
                    <a:cubicBezTo>
                      <a:pt x="38" y="2"/>
                      <a:pt x="39" y="0"/>
                      <a:pt x="41" y="0"/>
                    </a:cubicBezTo>
                    <a:cubicBezTo>
                      <a:pt x="44" y="0"/>
                      <a:pt x="48" y="3"/>
                      <a:pt x="51" y="4"/>
                    </a:cubicBezTo>
                    <a:cubicBezTo>
                      <a:pt x="55" y="5"/>
                      <a:pt x="58" y="7"/>
                      <a:pt x="62" y="8"/>
                    </a:cubicBezTo>
                    <a:cubicBezTo>
                      <a:pt x="65" y="9"/>
                      <a:pt x="68" y="10"/>
                      <a:pt x="71" y="11"/>
                    </a:cubicBezTo>
                    <a:cubicBezTo>
                      <a:pt x="65" y="12"/>
                      <a:pt x="60" y="10"/>
                      <a:pt x="54" y="9"/>
                    </a:cubicBezTo>
                    <a:cubicBezTo>
                      <a:pt x="49" y="8"/>
                      <a:pt x="45" y="7"/>
                      <a:pt x="40" y="9"/>
                    </a:cubicBezTo>
                    <a:cubicBezTo>
                      <a:pt x="36" y="11"/>
                      <a:pt x="32" y="11"/>
                      <a:pt x="28" y="9"/>
                    </a:cubicBezTo>
                    <a:cubicBezTo>
                      <a:pt x="25" y="8"/>
                      <a:pt x="23" y="9"/>
                      <a:pt x="20" y="10"/>
                    </a:cubicBezTo>
                    <a:cubicBezTo>
                      <a:pt x="17" y="11"/>
                      <a:pt x="14" y="12"/>
                      <a:pt x="11" y="12"/>
                    </a:cubicBezTo>
                    <a:cubicBezTo>
                      <a:pt x="7" y="12"/>
                      <a:pt x="3" y="12"/>
                      <a:pt x="0" y="10"/>
                    </a:cubicBezTo>
                  </a:path>
                </a:pathLst>
              </a:custGeom>
              <a:solidFill>
                <a:srgbClr val="E9C1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524" name="Freeform 640">
                <a:extLst>
                  <a:ext uri="{FF2B5EF4-FFF2-40B4-BE49-F238E27FC236}">
                    <a16:creationId xmlns:a16="http://schemas.microsoft.com/office/drawing/2014/main" id="{1E81FB5C-EEEE-4699-83D3-EB84BB395A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8" y="1154"/>
                <a:ext cx="60" cy="13"/>
              </a:xfrm>
              <a:custGeom>
                <a:avLst/>
                <a:gdLst>
                  <a:gd name="T0" fmla="*/ 0 w 36"/>
                  <a:gd name="T1" fmla="*/ 8 h 8"/>
                  <a:gd name="T2" fmla="*/ 50 w 36"/>
                  <a:gd name="T3" fmla="*/ 18 h 8"/>
                  <a:gd name="T4" fmla="*/ 103 w 36"/>
                  <a:gd name="T5" fmla="*/ 13 h 8"/>
                  <a:gd name="T6" fmla="*/ 167 w 36"/>
                  <a:gd name="T7" fmla="*/ 0 h 8"/>
                  <a:gd name="T8" fmla="*/ 138 w 36"/>
                  <a:gd name="T9" fmla="*/ 18 h 8"/>
                  <a:gd name="T10" fmla="*/ 78 w 36"/>
                  <a:gd name="T11" fmla="*/ 29 h 8"/>
                  <a:gd name="T12" fmla="*/ 22 w 36"/>
                  <a:gd name="T13" fmla="*/ 29 h 8"/>
                  <a:gd name="T14" fmla="*/ 0 w 36"/>
                  <a:gd name="T15" fmla="*/ 13 h 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6" h="8">
                    <a:moveTo>
                      <a:pt x="0" y="2"/>
                    </a:moveTo>
                    <a:cubicBezTo>
                      <a:pt x="3" y="6"/>
                      <a:pt x="7" y="4"/>
                      <a:pt x="11" y="4"/>
                    </a:cubicBezTo>
                    <a:cubicBezTo>
                      <a:pt x="14" y="3"/>
                      <a:pt x="18" y="3"/>
                      <a:pt x="22" y="3"/>
                    </a:cubicBezTo>
                    <a:cubicBezTo>
                      <a:pt x="27" y="2"/>
                      <a:pt x="32" y="3"/>
                      <a:pt x="36" y="0"/>
                    </a:cubicBezTo>
                    <a:cubicBezTo>
                      <a:pt x="36" y="2"/>
                      <a:pt x="32" y="4"/>
                      <a:pt x="30" y="4"/>
                    </a:cubicBezTo>
                    <a:cubicBezTo>
                      <a:pt x="26" y="5"/>
                      <a:pt x="22" y="6"/>
                      <a:pt x="17" y="7"/>
                    </a:cubicBezTo>
                    <a:cubicBezTo>
                      <a:pt x="13" y="7"/>
                      <a:pt x="8" y="8"/>
                      <a:pt x="5" y="7"/>
                    </a:cubicBezTo>
                    <a:cubicBezTo>
                      <a:pt x="2" y="7"/>
                      <a:pt x="1" y="4"/>
                      <a:pt x="0" y="3"/>
                    </a:cubicBezTo>
                  </a:path>
                </a:pathLst>
              </a:custGeom>
              <a:solidFill>
                <a:srgbClr val="EFD0C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525" name="Freeform 641">
                <a:extLst>
                  <a:ext uri="{FF2B5EF4-FFF2-40B4-BE49-F238E27FC236}">
                    <a16:creationId xmlns:a16="http://schemas.microsoft.com/office/drawing/2014/main" id="{43761057-8738-4993-8AA1-E4F496550F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5" y="1150"/>
                <a:ext cx="42" cy="9"/>
              </a:xfrm>
              <a:custGeom>
                <a:avLst/>
                <a:gdLst>
                  <a:gd name="T0" fmla="*/ 5 w 25"/>
                  <a:gd name="T1" fmla="*/ 13 h 5"/>
                  <a:gd name="T2" fmla="*/ 22 w 25"/>
                  <a:gd name="T3" fmla="*/ 29 h 5"/>
                  <a:gd name="T4" fmla="*/ 50 w 25"/>
                  <a:gd name="T5" fmla="*/ 29 h 5"/>
                  <a:gd name="T6" fmla="*/ 84 w 25"/>
                  <a:gd name="T7" fmla="*/ 29 h 5"/>
                  <a:gd name="T8" fmla="*/ 119 w 25"/>
                  <a:gd name="T9" fmla="*/ 16 h 5"/>
                  <a:gd name="T10" fmla="*/ 71 w 25"/>
                  <a:gd name="T11" fmla="*/ 16 h 5"/>
                  <a:gd name="T12" fmla="*/ 50 w 25"/>
                  <a:gd name="T13" fmla="*/ 16 h 5"/>
                  <a:gd name="T14" fmla="*/ 29 w 25"/>
                  <a:gd name="T15" fmla="*/ 16 h 5"/>
                  <a:gd name="T16" fmla="*/ 8 w 25"/>
                  <a:gd name="T17" fmla="*/ 7 h 5"/>
                  <a:gd name="T18" fmla="*/ 0 w 25"/>
                  <a:gd name="T19" fmla="*/ 0 h 5"/>
                  <a:gd name="T20" fmla="*/ 5 w 25"/>
                  <a:gd name="T21" fmla="*/ 13 h 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5" h="5">
                    <a:moveTo>
                      <a:pt x="1" y="2"/>
                    </a:moveTo>
                    <a:cubicBezTo>
                      <a:pt x="1" y="3"/>
                      <a:pt x="4" y="4"/>
                      <a:pt x="5" y="5"/>
                    </a:cubicBezTo>
                    <a:cubicBezTo>
                      <a:pt x="7" y="5"/>
                      <a:pt x="9" y="5"/>
                      <a:pt x="11" y="5"/>
                    </a:cubicBezTo>
                    <a:cubicBezTo>
                      <a:pt x="13" y="5"/>
                      <a:pt x="15" y="5"/>
                      <a:pt x="18" y="5"/>
                    </a:cubicBezTo>
                    <a:cubicBezTo>
                      <a:pt x="20" y="4"/>
                      <a:pt x="22" y="3"/>
                      <a:pt x="25" y="3"/>
                    </a:cubicBezTo>
                    <a:cubicBezTo>
                      <a:pt x="22" y="3"/>
                      <a:pt x="19" y="3"/>
                      <a:pt x="15" y="3"/>
                    </a:cubicBezTo>
                    <a:cubicBezTo>
                      <a:pt x="14" y="3"/>
                      <a:pt x="12" y="3"/>
                      <a:pt x="11" y="3"/>
                    </a:cubicBezTo>
                    <a:cubicBezTo>
                      <a:pt x="9" y="3"/>
                      <a:pt x="8" y="3"/>
                      <a:pt x="6" y="3"/>
                    </a:cubicBezTo>
                    <a:cubicBezTo>
                      <a:pt x="5" y="3"/>
                      <a:pt x="4" y="2"/>
                      <a:pt x="2" y="1"/>
                    </a:cubicBezTo>
                    <a:cubicBezTo>
                      <a:pt x="2" y="1"/>
                      <a:pt x="1" y="1"/>
                      <a:pt x="0" y="0"/>
                    </a:cubicBezTo>
                    <a:cubicBezTo>
                      <a:pt x="0" y="1"/>
                      <a:pt x="1" y="2"/>
                      <a:pt x="1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526" name="Freeform 642">
                <a:extLst>
                  <a:ext uri="{FF2B5EF4-FFF2-40B4-BE49-F238E27FC236}">
                    <a16:creationId xmlns:a16="http://schemas.microsoft.com/office/drawing/2014/main" id="{CB52E280-4B16-45DF-BE52-8D911AF4AB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5" y="1139"/>
                <a:ext cx="47" cy="6"/>
              </a:xfrm>
              <a:custGeom>
                <a:avLst/>
                <a:gdLst>
                  <a:gd name="T0" fmla="*/ 0 w 28"/>
                  <a:gd name="T1" fmla="*/ 12 h 4"/>
                  <a:gd name="T2" fmla="*/ 34 w 28"/>
                  <a:gd name="T3" fmla="*/ 5 h 4"/>
                  <a:gd name="T4" fmla="*/ 62 w 28"/>
                  <a:gd name="T5" fmla="*/ 8 h 4"/>
                  <a:gd name="T6" fmla="*/ 91 w 28"/>
                  <a:gd name="T7" fmla="*/ 8 h 4"/>
                  <a:gd name="T8" fmla="*/ 133 w 28"/>
                  <a:gd name="T9" fmla="*/ 0 h 4"/>
                  <a:gd name="T10" fmla="*/ 91 w 28"/>
                  <a:gd name="T11" fmla="*/ 8 h 4"/>
                  <a:gd name="T12" fmla="*/ 62 w 28"/>
                  <a:gd name="T13" fmla="*/ 12 h 4"/>
                  <a:gd name="T14" fmla="*/ 34 w 28"/>
                  <a:gd name="T15" fmla="*/ 8 h 4"/>
                  <a:gd name="T16" fmla="*/ 0 w 28"/>
                  <a:gd name="T17" fmla="*/ 12 h 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8" h="4">
                    <a:moveTo>
                      <a:pt x="0" y="3"/>
                    </a:moveTo>
                    <a:cubicBezTo>
                      <a:pt x="0" y="2"/>
                      <a:pt x="6" y="1"/>
                      <a:pt x="7" y="1"/>
                    </a:cubicBezTo>
                    <a:cubicBezTo>
                      <a:pt x="10" y="2"/>
                      <a:pt x="11" y="2"/>
                      <a:pt x="13" y="2"/>
                    </a:cubicBezTo>
                    <a:cubicBezTo>
                      <a:pt x="15" y="2"/>
                      <a:pt x="16" y="2"/>
                      <a:pt x="19" y="2"/>
                    </a:cubicBezTo>
                    <a:cubicBezTo>
                      <a:pt x="20" y="1"/>
                      <a:pt x="25" y="0"/>
                      <a:pt x="28" y="0"/>
                    </a:cubicBezTo>
                    <a:cubicBezTo>
                      <a:pt x="25" y="0"/>
                      <a:pt x="20" y="2"/>
                      <a:pt x="19" y="2"/>
                    </a:cubicBezTo>
                    <a:cubicBezTo>
                      <a:pt x="17" y="3"/>
                      <a:pt x="15" y="4"/>
                      <a:pt x="13" y="3"/>
                    </a:cubicBezTo>
                    <a:cubicBezTo>
                      <a:pt x="11" y="3"/>
                      <a:pt x="9" y="2"/>
                      <a:pt x="7" y="2"/>
                    </a:cubicBezTo>
                    <a:cubicBezTo>
                      <a:pt x="6" y="2"/>
                      <a:pt x="1" y="2"/>
                      <a:pt x="0" y="3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527" name="Freeform 643">
                <a:extLst>
                  <a:ext uri="{FF2B5EF4-FFF2-40B4-BE49-F238E27FC236}">
                    <a16:creationId xmlns:a16="http://schemas.microsoft.com/office/drawing/2014/main" id="{1B8CCABD-6C6A-4775-A7EC-63312F6A27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1" y="1125"/>
                <a:ext cx="119" cy="20"/>
              </a:xfrm>
              <a:custGeom>
                <a:avLst/>
                <a:gdLst>
                  <a:gd name="T0" fmla="*/ 5 w 71"/>
                  <a:gd name="T1" fmla="*/ 47 h 12"/>
                  <a:gd name="T2" fmla="*/ 112 w 71"/>
                  <a:gd name="T3" fmla="*/ 8 h 12"/>
                  <a:gd name="T4" fmla="*/ 132 w 71"/>
                  <a:gd name="T5" fmla="*/ 8 h 12"/>
                  <a:gd name="T6" fmla="*/ 169 w 71"/>
                  <a:gd name="T7" fmla="*/ 8 h 12"/>
                  <a:gd name="T8" fmla="*/ 194 w 71"/>
                  <a:gd name="T9" fmla="*/ 0 h 12"/>
                  <a:gd name="T10" fmla="*/ 238 w 71"/>
                  <a:gd name="T11" fmla="*/ 20 h 12"/>
                  <a:gd name="T12" fmla="*/ 292 w 71"/>
                  <a:gd name="T13" fmla="*/ 37 h 12"/>
                  <a:gd name="T14" fmla="*/ 334 w 71"/>
                  <a:gd name="T15" fmla="*/ 50 h 12"/>
                  <a:gd name="T16" fmla="*/ 256 w 71"/>
                  <a:gd name="T17" fmla="*/ 42 h 12"/>
                  <a:gd name="T18" fmla="*/ 188 w 71"/>
                  <a:gd name="T19" fmla="*/ 42 h 12"/>
                  <a:gd name="T20" fmla="*/ 132 w 71"/>
                  <a:gd name="T21" fmla="*/ 42 h 12"/>
                  <a:gd name="T22" fmla="*/ 96 w 71"/>
                  <a:gd name="T23" fmla="*/ 47 h 12"/>
                  <a:gd name="T24" fmla="*/ 50 w 71"/>
                  <a:gd name="T25" fmla="*/ 55 h 12"/>
                  <a:gd name="T26" fmla="*/ 0 w 71"/>
                  <a:gd name="T27" fmla="*/ 47 h 12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71" h="12">
                    <a:moveTo>
                      <a:pt x="1" y="10"/>
                    </a:moveTo>
                    <a:cubicBezTo>
                      <a:pt x="9" y="10"/>
                      <a:pt x="18" y="7"/>
                      <a:pt x="24" y="2"/>
                    </a:cubicBezTo>
                    <a:cubicBezTo>
                      <a:pt x="26" y="1"/>
                      <a:pt x="26" y="1"/>
                      <a:pt x="28" y="2"/>
                    </a:cubicBezTo>
                    <a:cubicBezTo>
                      <a:pt x="31" y="3"/>
                      <a:pt x="33" y="4"/>
                      <a:pt x="36" y="2"/>
                    </a:cubicBezTo>
                    <a:cubicBezTo>
                      <a:pt x="38" y="2"/>
                      <a:pt x="39" y="0"/>
                      <a:pt x="41" y="0"/>
                    </a:cubicBezTo>
                    <a:cubicBezTo>
                      <a:pt x="44" y="0"/>
                      <a:pt x="48" y="3"/>
                      <a:pt x="51" y="4"/>
                    </a:cubicBezTo>
                    <a:cubicBezTo>
                      <a:pt x="55" y="5"/>
                      <a:pt x="58" y="7"/>
                      <a:pt x="62" y="8"/>
                    </a:cubicBezTo>
                    <a:cubicBezTo>
                      <a:pt x="65" y="9"/>
                      <a:pt x="68" y="10"/>
                      <a:pt x="71" y="11"/>
                    </a:cubicBezTo>
                    <a:cubicBezTo>
                      <a:pt x="65" y="12"/>
                      <a:pt x="60" y="10"/>
                      <a:pt x="54" y="9"/>
                    </a:cubicBezTo>
                    <a:cubicBezTo>
                      <a:pt x="49" y="8"/>
                      <a:pt x="45" y="7"/>
                      <a:pt x="40" y="9"/>
                    </a:cubicBezTo>
                    <a:cubicBezTo>
                      <a:pt x="36" y="11"/>
                      <a:pt x="32" y="11"/>
                      <a:pt x="28" y="9"/>
                    </a:cubicBezTo>
                    <a:cubicBezTo>
                      <a:pt x="25" y="8"/>
                      <a:pt x="23" y="9"/>
                      <a:pt x="20" y="10"/>
                    </a:cubicBezTo>
                    <a:cubicBezTo>
                      <a:pt x="17" y="11"/>
                      <a:pt x="14" y="12"/>
                      <a:pt x="11" y="12"/>
                    </a:cubicBezTo>
                    <a:cubicBezTo>
                      <a:pt x="7" y="12"/>
                      <a:pt x="3" y="12"/>
                      <a:pt x="0" y="10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528" name="Freeform 644">
                <a:extLst>
                  <a:ext uri="{FF2B5EF4-FFF2-40B4-BE49-F238E27FC236}">
                    <a16:creationId xmlns:a16="http://schemas.microsoft.com/office/drawing/2014/main" id="{B12EC9F1-5C43-4E90-94FC-03ECB9926F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8" y="1152"/>
                <a:ext cx="60" cy="10"/>
              </a:xfrm>
              <a:custGeom>
                <a:avLst/>
                <a:gdLst>
                  <a:gd name="T0" fmla="*/ 0 w 36"/>
                  <a:gd name="T1" fmla="*/ 20 h 6"/>
                  <a:gd name="T2" fmla="*/ 37 w 36"/>
                  <a:gd name="T3" fmla="*/ 28 h 6"/>
                  <a:gd name="T4" fmla="*/ 83 w 36"/>
                  <a:gd name="T5" fmla="*/ 22 h 6"/>
                  <a:gd name="T6" fmla="*/ 138 w 36"/>
                  <a:gd name="T7" fmla="*/ 13 h 6"/>
                  <a:gd name="T8" fmla="*/ 167 w 36"/>
                  <a:gd name="T9" fmla="*/ 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" h="6">
                    <a:moveTo>
                      <a:pt x="0" y="4"/>
                    </a:moveTo>
                    <a:cubicBezTo>
                      <a:pt x="2" y="6"/>
                      <a:pt x="5" y="6"/>
                      <a:pt x="8" y="6"/>
                    </a:cubicBezTo>
                    <a:cubicBezTo>
                      <a:pt x="11" y="5"/>
                      <a:pt x="15" y="5"/>
                      <a:pt x="18" y="5"/>
                    </a:cubicBezTo>
                    <a:cubicBezTo>
                      <a:pt x="22" y="4"/>
                      <a:pt x="26" y="4"/>
                      <a:pt x="30" y="3"/>
                    </a:cubicBezTo>
                    <a:cubicBezTo>
                      <a:pt x="32" y="3"/>
                      <a:pt x="35" y="2"/>
                      <a:pt x="36" y="0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529" name="Freeform 645">
                <a:extLst>
                  <a:ext uri="{FF2B5EF4-FFF2-40B4-BE49-F238E27FC236}">
                    <a16:creationId xmlns:a16="http://schemas.microsoft.com/office/drawing/2014/main" id="{AA608A18-2A1E-4056-8373-E66209F22E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2" y="1147"/>
                <a:ext cx="6" cy="3"/>
              </a:xfrm>
              <a:custGeom>
                <a:avLst/>
                <a:gdLst>
                  <a:gd name="T0" fmla="*/ 0 w 4"/>
                  <a:gd name="T1" fmla="*/ 8 h 2"/>
                  <a:gd name="T2" fmla="*/ 14 w 4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">
                    <a:moveTo>
                      <a:pt x="0" y="2"/>
                    </a:moveTo>
                    <a:cubicBezTo>
                      <a:pt x="1" y="1"/>
                      <a:pt x="3" y="1"/>
                      <a:pt x="4" y="0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530" name="Freeform 646">
                <a:extLst>
                  <a:ext uri="{FF2B5EF4-FFF2-40B4-BE49-F238E27FC236}">
                    <a16:creationId xmlns:a16="http://schemas.microsoft.com/office/drawing/2014/main" id="{AA636D99-39E3-431E-BB68-123B7F224A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6" y="1150"/>
                <a:ext cx="9" cy="5"/>
              </a:xfrm>
              <a:custGeom>
                <a:avLst/>
                <a:gdLst>
                  <a:gd name="T0" fmla="*/ 29 w 5"/>
                  <a:gd name="T1" fmla="*/ 13 h 3"/>
                  <a:gd name="T2" fmla="*/ 0 w 5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3">
                    <a:moveTo>
                      <a:pt x="5" y="3"/>
                    </a:moveTo>
                    <a:cubicBezTo>
                      <a:pt x="4" y="2"/>
                      <a:pt x="2" y="0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531" name="Freeform 647">
                <a:extLst>
                  <a:ext uri="{FF2B5EF4-FFF2-40B4-BE49-F238E27FC236}">
                    <a16:creationId xmlns:a16="http://schemas.microsoft.com/office/drawing/2014/main" id="{50139F02-589B-47E9-83D1-B2E25A51BD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6" y="1100"/>
                <a:ext cx="16" cy="27"/>
              </a:xfrm>
              <a:custGeom>
                <a:avLst/>
                <a:gdLst>
                  <a:gd name="T0" fmla="*/ 7 w 9"/>
                  <a:gd name="T1" fmla="*/ 78 h 16"/>
                  <a:gd name="T2" fmla="*/ 7 w 9"/>
                  <a:gd name="T3" fmla="*/ 0 h 16"/>
                  <a:gd name="T4" fmla="*/ 7 w 9"/>
                  <a:gd name="T5" fmla="*/ 42 h 16"/>
                  <a:gd name="T6" fmla="*/ 12 w 9"/>
                  <a:gd name="T7" fmla="*/ 78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16">
                    <a:moveTo>
                      <a:pt x="1" y="16"/>
                    </a:moveTo>
                    <a:cubicBezTo>
                      <a:pt x="9" y="15"/>
                      <a:pt x="1" y="4"/>
                      <a:pt x="1" y="0"/>
                    </a:cubicBezTo>
                    <a:cubicBezTo>
                      <a:pt x="0" y="2"/>
                      <a:pt x="1" y="7"/>
                      <a:pt x="1" y="9"/>
                    </a:cubicBezTo>
                    <a:cubicBezTo>
                      <a:pt x="1" y="12"/>
                      <a:pt x="1" y="14"/>
                      <a:pt x="2" y="16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532" name="Freeform 648">
                <a:extLst>
                  <a:ext uri="{FF2B5EF4-FFF2-40B4-BE49-F238E27FC236}">
                    <a16:creationId xmlns:a16="http://schemas.microsoft.com/office/drawing/2014/main" id="{8D451172-A0E2-46C8-BE3F-76BE7CA80E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8" y="1087"/>
                <a:ext cx="123" cy="142"/>
              </a:xfrm>
              <a:custGeom>
                <a:avLst/>
                <a:gdLst>
                  <a:gd name="T0" fmla="*/ 349 w 73"/>
                  <a:gd name="T1" fmla="*/ 0 h 85"/>
                  <a:gd name="T2" fmla="*/ 195 w 73"/>
                  <a:gd name="T3" fmla="*/ 279 h 85"/>
                  <a:gd name="T4" fmla="*/ 0 w 73"/>
                  <a:gd name="T5" fmla="*/ 374 h 85"/>
                  <a:gd name="T6" fmla="*/ 221 w 73"/>
                  <a:gd name="T7" fmla="*/ 234 h 85"/>
                  <a:gd name="T8" fmla="*/ 349 w 73"/>
                  <a:gd name="T9" fmla="*/ 0 h 8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3" h="85">
                    <a:moveTo>
                      <a:pt x="73" y="0"/>
                    </a:moveTo>
                    <a:cubicBezTo>
                      <a:pt x="73" y="0"/>
                      <a:pt x="73" y="29"/>
                      <a:pt x="41" y="60"/>
                    </a:cubicBezTo>
                    <a:cubicBezTo>
                      <a:pt x="16" y="85"/>
                      <a:pt x="0" y="80"/>
                      <a:pt x="0" y="80"/>
                    </a:cubicBezTo>
                    <a:cubicBezTo>
                      <a:pt x="0" y="80"/>
                      <a:pt x="27" y="74"/>
                      <a:pt x="46" y="50"/>
                    </a:cubicBezTo>
                    <a:cubicBezTo>
                      <a:pt x="65" y="26"/>
                      <a:pt x="72" y="6"/>
                      <a:pt x="73" y="0"/>
                    </a:cubicBezTo>
                    <a:close/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533" name="Freeform 649">
                <a:extLst>
                  <a:ext uri="{FF2B5EF4-FFF2-40B4-BE49-F238E27FC236}">
                    <a16:creationId xmlns:a16="http://schemas.microsoft.com/office/drawing/2014/main" id="{A103D3E8-0164-41FA-BAC2-E71431248D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4" y="1010"/>
                <a:ext cx="44" cy="20"/>
              </a:xfrm>
              <a:custGeom>
                <a:avLst/>
                <a:gdLst>
                  <a:gd name="T0" fmla="*/ 0 w 26"/>
                  <a:gd name="T1" fmla="*/ 8 h 12"/>
                  <a:gd name="T2" fmla="*/ 8 w 26"/>
                  <a:gd name="T3" fmla="*/ 13 h 12"/>
                  <a:gd name="T4" fmla="*/ 24 w 26"/>
                  <a:gd name="T5" fmla="*/ 22 h 12"/>
                  <a:gd name="T6" fmla="*/ 54 w 26"/>
                  <a:gd name="T7" fmla="*/ 37 h 12"/>
                  <a:gd name="T8" fmla="*/ 78 w 26"/>
                  <a:gd name="T9" fmla="*/ 42 h 12"/>
                  <a:gd name="T10" fmla="*/ 91 w 26"/>
                  <a:gd name="T11" fmla="*/ 47 h 12"/>
                  <a:gd name="T12" fmla="*/ 125 w 26"/>
                  <a:gd name="T13" fmla="*/ 55 h 12"/>
                  <a:gd name="T14" fmla="*/ 91 w 26"/>
                  <a:gd name="T15" fmla="*/ 42 h 12"/>
                  <a:gd name="T16" fmla="*/ 41 w 26"/>
                  <a:gd name="T17" fmla="*/ 22 h 12"/>
                  <a:gd name="T18" fmla="*/ 24 w 26"/>
                  <a:gd name="T19" fmla="*/ 8 h 12"/>
                  <a:gd name="T20" fmla="*/ 14 w 26"/>
                  <a:gd name="T21" fmla="*/ 0 h 12"/>
                  <a:gd name="T22" fmla="*/ 0 w 26"/>
                  <a:gd name="T23" fmla="*/ 0 h 12"/>
                  <a:gd name="T24" fmla="*/ 0 w 26"/>
                  <a:gd name="T25" fmla="*/ 5 h 1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6" h="12">
                    <a:moveTo>
                      <a:pt x="0" y="2"/>
                    </a:moveTo>
                    <a:cubicBezTo>
                      <a:pt x="1" y="2"/>
                      <a:pt x="1" y="2"/>
                      <a:pt x="2" y="3"/>
                    </a:cubicBezTo>
                    <a:cubicBezTo>
                      <a:pt x="3" y="4"/>
                      <a:pt x="4" y="4"/>
                      <a:pt x="5" y="5"/>
                    </a:cubicBezTo>
                    <a:cubicBezTo>
                      <a:pt x="7" y="6"/>
                      <a:pt x="9" y="7"/>
                      <a:pt x="11" y="8"/>
                    </a:cubicBezTo>
                    <a:cubicBezTo>
                      <a:pt x="13" y="8"/>
                      <a:pt x="14" y="9"/>
                      <a:pt x="16" y="9"/>
                    </a:cubicBezTo>
                    <a:cubicBezTo>
                      <a:pt x="17" y="9"/>
                      <a:pt x="18" y="10"/>
                      <a:pt x="19" y="10"/>
                    </a:cubicBezTo>
                    <a:cubicBezTo>
                      <a:pt x="22" y="11"/>
                      <a:pt x="24" y="11"/>
                      <a:pt x="26" y="12"/>
                    </a:cubicBezTo>
                    <a:cubicBezTo>
                      <a:pt x="24" y="10"/>
                      <a:pt x="21" y="10"/>
                      <a:pt x="19" y="9"/>
                    </a:cubicBezTo>
                    <a:cubicBezTo>
                      <a:pt x="15" y="8"/>
                      <a:pt x="12" y="7"/>
                      <a:pt x="8" y="5"/>
                    </a:cubicBezTo>
                    <a:cubicBezTo>
                      <a:pt x="7" y="4"/>
                      <a:pt x="6" y="3"/>
                      <a:pt x="5" y="2"/>
                    </a:cubicBezTo>
                    <a:cubicBezTo>
                      <a:pt x="5" y="2"/>
                      <a:pt x="4" y="1"/>
                      <a:pt x="3" y="0"/>
                    </a:cubicBezTo>
                    <a:cubicBezTo>
                      <a:pt x="2" y="0"/>
                      <a:pt x="1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534" name="Freeform 650">
                <a:extLst>
                  <a:ext uri="{FF2B5EF4-FFF2-40B4-BE49-F238E27FC236}">
                    <a16:creationId xmlns:a16="http://schemas.microsoft.com/office/drawing/2014/main" id="{D80DC5B1-997D-4FD4-999C-7883244D4B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6" y="1107"/>
                <a:ext cx="7" cy="20"/>
              </a:xfrm>
              <a:custGeom>
                <a:avLst/>
                <a:gdLst>
                  <a:gd name="T0" fmla="*/ 0 w 4"/>
                  <a:gd name="T1" fmla="*/ 42 h 12"/>
                  <a:gd name="T2" fmla="*/ 21 w 4"/>
                  <a:gd name="T3" fmla="*/ 55 h 12"/>
                  <a:gd name="T4" fmla="*/ 16 w 4"/>
                  <a:gd name="T5" fmla="*/ 0 h 12"/>
                  <a:gd name="T6" fmla="*/ 0 w 4"/>
                  <a:gd name="T7" fmla="*/ 42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12">
                    <a:moveTo>
                      <a:pt x="0" y="9"/>
                    </a:moveTo>
                    <a:cubicBezTo>
                      <a:pt x="0" y="10"/>
                      <a:pt x="2" y="12"/>
                      <a:pt x="4" y="12"/>
                    </a:cubicBezTo>
                    <a:cubicBezTo>
                      <a:pt x="4" y="8"/>
                      <a:pt x="4" y="3"/>
                      <a:pt x="3" y="0"/>
                    </a:cubicBezTo>
                    <a:cubicBezTo>
                      <a:pt x="1" y="2"/>
                      <a:pt x="0" y="7"/>
                      <a:pt x="0" y="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535" name="Freeform 651">
                <a:extLst>
                  <a:ext uri="{FF2B5EF4-FFF2-40B4-BE49-F238E27FC236}">
                    <a16:creationId xmlns:a16="http://schemas.microsoft.com/office/drawing/2014/main" id="{E210586D-0877-4B9B-963C-35A4CAA2C2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7" y="1048"/>
                <a:ext cx="94" cy="157"/>
              </a:xfrm>
              <a:custGeom>
                <a:avLst/>
                <a:gdLst>
                  <a:gd name="T0" fmla="*/ 0 w 56"/>
                  <a:gd name="T1" fmla="*/ 0 h 94"/>
                  <a:gd name="T2" fmla="*/ 20 w 56"/>
                  <a:gd name="T3" fmla="*/ 50 h 94"/>
                  <a:gd name="T4" fmla="*/ 34 w 56"/>
                  <a:gd name="T5" fmla="*/ 104 h 94"/>
                  <a:gd name="T6" fmla="*/ 37 w 56"/>
                  <a:gd name="T7" fmla="*/ 149 h 94"/>
                  <a:gd name="T8" fmla="*/ 62 w 56"/>
                  <a:gd name="T9" fmla="*/ 204 h 94"/>
                  <a:gd name="T10" fmla="*/ 119 w 56"/>
                  <a:gd name="T11" fmla="*/ 307 h 94"/>
                  <a:gd name="T12" fmla="*/ 170 w 56"/>
                  <a:gd name="T13" fmla="*/ 374 h 94"/>
                  <a:gd name="T14" fmla="*/ 215 w 56"/>
                  <a:gd name="T15" fmla="*/ 411 h 94"/>
                  <a:gd name="T16" fmla="*/ 265 w 56"/>
                  <a:gd name="T17" fmla="*/ 438 h 94"/>
                  <a:gd name="T18" fmla="*/ 188 w 56"/>
                  <a:gd name="T19" fmla="*/ 367 h 94"/>
                  <a:gd name="T20" fmla="*/ 124 w 56"/>
                  <a:gd name="T21" fmla="*/ 292 h 94"/>
                  <a:gd name="T22" fmla="*/ 50 w 56"/>
                  <a:gd name="T23" fmla="*/ 149 h 94"/>
                  <a:gd name="T24" fmla="*/ 34 w 56"/>
                  <a:gd name="T25" fmla="*/ 55 h 94"/>
                  <a:gd name="T26" fmla="*/ 13 w 56"/>
                  <a:gd name="T27" fmla="*/ 20 h 94"/>
                  <a:gd name="T28" fmla="*/ 5 w 56"/>
                  <a:gd name="T29" fmla="*/ 0 h 94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56" h="94">
                    <a:moveTo>
                      <a:pt x="0" y="0"/>
                    </a:moveTo>
                    <a:cubicBezTo>
                      <a:pt x="1" y="4"/>
                      <a:pt x="2" y="8"/>
                      <a:pt x="4" y="11"/>
                    </a:cubicBezTo>
                    <a:cubicBezTo>
                      <a:pt x="5" y="15"/>
                      <a:pt x="6" y="18"/>
                      <a:pt x="7" y="22"/>
                    </a:cubicBezTo>
                    <a:cubicBezTo>
                      <a:pt x="7" y="25"/>
                      <a:pt x="7" y="29"/>
                      <a:pt x="8" y="32"/>
                    </a:cubicBezTo>
                    <a:cubicBezTo>
                      <a:pt x="9" y="36"/>
                      <a:pt x="11" y="40"/>
                      <a:pt x="13" y="44"/>
                    </a:cubicBezTo>
                    <a:cubicBezTo>
                      <a:pt x="15" y="52"/>
                      <a:pt x="20" y="59"/>
                      <a:pt x="25" y="66"/>
                    </a:cubicBezTo>
                    <a:cubicBezTo>
                      <a:pt x="28" y="71"/>
                      <a:pt x="32" y="76"/>
                      <a:pt x="36" y="80"/>
                    </a:cubicBezTo>
                    <a:cubicBezTo>
                      <a:pt x="39" y="83"/>
                      <a:pt x="42" y="86"/>
                      <a:pt x="45" y="88"/>
                    </a:cubicBezTo>
                    <a:cubicBezTo>
                      <a:pt x="48" y="90"/>
                      <a:pt x="52" y="94"/>
                      <a:pt x="56" y="94"/>
                    </a:cubicBezTo>
                    <a:cubicBezTo>
                      <a:pt x="49" y="91"/>
                      <a:pt x="44" y="84"/>
                      <a:pt x="40" y="79"/>
                    </a:cubicBezTo>
                    <a:cubicBezTo>
                      <a:pt x="35" y="73"/>
                      <a:pt x="30" y="68"/>
                      <a:pt x="26" y="63"/>
                    </a:cubicBezTo>
                    <a:cubicBezTo>
                      <a:pt x="19" y="54"/>
                      <a:pt x="14" y="43"/>
                      <a:pt x="11" y="32"/>
                    </a:cubicBezTo>
                    <a:cubicBezTo>
                      <a:pt x="10" y="26"/>
                      <a:pt x="10" y="18"/>
                      <a:pt x="7" y="12"/>
                    </a:cubicBezTo>
                    <a:cubicBezTo>
                      <a:pt x="6" y="9"/>
                      <a:pt x="4" y="7"/>
                      <a:pt x="3" y="4"/>
                    </a:cubicBezTo>
                    <a:cubicBezTo>
                      <a:pt x="3" y="3"/>
                      <a:pt x="3" y="0"/>
                      <a:pt x="1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536" name="Freeform 652">
                <a:extLst>
                  <a:ext uri="{FF2B5EF4-FFF2-40B4-BE49-F238E27FC236}">
                    <a16:creationId xmlns:a16="http://schemas.microsoft.com/office/drawing/2014/main" id="{639AB2C2-916A-443D-AFAF-8B70E5C868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5" y="1177"/>
                <a:ext cx="28" cy="32"/>
              </a:xfrm>
              <a:custGeom>
                <a:avLst/>
                <a:gdLst>
                  <a:gd name="T0" fmla="*/ 76 w 17"/>
                  <a:gd name="T1" fmla="*/ 0 h 19"/>
                  <a:gd name="T2" fmla="*/ 13 w 17"/>
                  <a:gd name="T3" fmla="*/ 22 h 19"/>
                  <a:gd name="T4" fmla="*/ 20 w 17"/>
                  <a:gd name="T5" fmla="*/ 91 h 19"/>
                  <a:gd name="T6" fmla="*/ 43 w 17"/>
                  <a:gd name="T7" fmla="*/ 22 h 19"/>
                  <a:gd name="T8" fmla="*/ 76 w 17"/>
                  <a:gd name="T9" fmla="*/ 5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19">
                    <a:moveTo>
                      <a:pt x="17" y="0"/>
                    </a:moveTo>
                    <a:cubicBezTo>
                      <a:pt x="13" y="1"/>
                      <a:pt x="6" y="1"/>
                      <a:pt x="3" y="5"/>
                    </a:cubicBezTo>
                    <a:cubicBezTo>
                      <a:pt x="1" y="8"/>
                      <a:pt x="0" y="16"/>
                      <a:pt x="4" y="19"/>
                    </a:cubicBezTo>
                    <a:cubicBezTo>
                      <a:pt x="6" y="14"/>
                      <a:pt x="6" y="9"/>
                      <a:pt x="10" y="5"/>
                    </a:cubicBezTo>
                    <a:cubicBezTo>
                      <a:pt x="12" y="3"/>
                      <a:pt x="15" y="2"/>
                      <a:pt x="17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537" name="Freeform 653">
                <a:extLst>
                  <a:ext uri="{FF2B5EF4-FFF2-40B4-BE49-F238E27FC236}">
                    <a16:creationId xmlns:a16="http://schemas.microsoft.com/office/drawing/2014/main" id="{DE4A1FC0-250D-4534-B936-698F918EC2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0" y="993"/>
                <a:ext cx="18" cy="64"/>
              </a:xfrm>
              <a:custGeom>
                <a:avLst/>
                <a:gdLst>
                  <a:gd name="T0" fmla="*/ 0 w 11"/>
                  <a:gd name="T1" fmla="*/ 0 h 38"/>
                  <a:gd name="T2" fmla="*/ 43 w 11"/>
                  <a:gd name="T3" fmla="*/ 99 h 38"/>
                  <a:gd name="T4" fmla="*/ 41 w 11"/>
                  <a:gd name="T5" fmla="*/ 182 h 38"/>
                  <a:gd name="T6" fmla="*/ 29 w 11"/>
                  <a:gd name="T7" fmla="*/ 71 h 38"/>
                  <a:gd name="T8" fmla="*/ 0 w 11"/>
                  <a:gd name="T9" fmla="*/ 5 h 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38">
                    <a:moveTo>
                      <a:pt x="0" y="0"/>
                    </a:moveTo>
                    <a:cubicBezTo>
                      <a:pt x="6" y="5"/>
                      <a:pt x="10" y="13"/>
                      <a:pt x="10" y="21"/>
                    </a:cubicBezTo>
                    <a:cubicBezTo>
                      <a:pt x="11" y="26"/>
                      <a:pt x="11" y="33"/>
                      <a:pt x="9" y="38"/>
                    </a:cubicBezTo>
                    <a:cubicBezTo>
                      <a:pt x="9" y="30"/>
                      <a:pt x="8" y="22"/>
                      <a:pt x="7" y="15"/>
                    </a:cubicBezTo>
                    <a:cubicBezTo>
                      <a:pt x="5" y="10"/>
                      <a:pt x="4" y="4"/>
                      <a:pt x="0" y="1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538" name="Freeform 654">
                <a:extLst>
                  <a:ext uri="{FF2B5EF4-FFF2-40B4-BE49-F238E27FC236}">
                    <a16:creationId xmlns:a16="http://schemas.microsoft.com/office/drawing/2014/main" id="{F7C15572-FDCB-44B2-AA29-4F624FEA1D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9" y="1010"/>
                <a:ext cx="48" cy="18"/>
              </a:xfrm>
              <a:custGeom>
                <a:avLst/>
                <a:gdLst>
                  <a:gd name="T0" fmla="*/ 0 w 29"/>
                  <a:gd name="T1" fmla="*/ 41 h 11"/>
                  <a:gd name="T2" fmla="*/ 36 w 29"/>
                  <a:gd name="T3" fmla="*/ 41 h 11"/>
                  <a:gd name="T4" fmla="*/ 68 w 29"/>
                  <a:gd name="T5" fmla="*/ 34 h 11"/>
                  <a:gd name="T6" fmla="*/ 96 w 29"/>
                  <a:gd name="T7" fmla="*/ 18 h 11"/>
                  <a:gd name="T8" fmla="*/ 118 w 29"/>
                  <a:gd name="T9" fmla="*/ 8 h 11"/>
                  <a:gd name="T10" fmla="*/ 131 w 29"/>
                  <a:gd name="T11" fmla="*/ 0 h 11"/>
                  <a:gd name="T12" fmla="*/ 109 w 29"/>
                  <a:gd name="T13" fmla="*/ 21 h 11"/>
                  <a:gd name="T14" fmla="*/ 63 w 29"/>
                  <a:gd name="T15" fmla="*/ 43 h 11"/>
                  <a:gd name="T16" fmla="*/ 28 w 29"/>
                  <a:gd name="T17" fmla="*/ 47 h 11"/>
                  <a:gd name="T18" fmla="*/ 5 w 29"/>
                  <a:gd name="T19" fmla="*/ 41 h 1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9" h="11">
                    <a:moveTo>
                      <a:pt x="0" y="9"/>
                    </a:moveTo>
                    <a:cubicBezTo>
                      <a:pt x="2" y="10"/>
                      <a:pt x="6" y="9"/>
                      <a:pt x="8" y="9"/>
                    </a:cubicBezTo>
                    <a:cubicBezTo>
                      <a:pt x="11" y="8"/>
                      <a:pt x="13" y="8"/>
                      <a:pt x="15" y="8"/>
                    </a:cubicBezTo>
                    <a:cubicBezTo>
                      <a:pt x="17" y="7"/>
                      <a:pt x="19" y="5"/>
                      <a:pt x="21" y="4"/>
                    </a:cubicBezTo>
                    <a:cubicBezTo>
                      <a:pt x="23" y="3"/>
                      <a:pt x="24" y="3"/>
                      <a:pt x="26" y="2"/>
                    </a:cubicBezTo>
                    <a:cubicBezTo>
                      <a:pt x="27" y="1"/>
                      <a:pt x="28" y="0"/>
                      <a:pt x="29" y="0"/>
                    </a:cubicBezTo>
                    <a:cubicBezTo>
                      <a:pt x="29" y="2"/>
                      <a:pt x="26" y="4"/>
                      <a:pt x="24" y="5"/>
                    </a:cubicBezTo>
                    <a:cubicBezTo>
                      <a:pt x="21" y="7"/>
                      <a:pt x="17" y="9"/>
                      <a:pt x="14" y="10"/>
                    </a:cubicBezTo>
                    <a:cubicBezTo>
                      <a:pt x="11" y="11"/>
                      <a:pt x="8" y="11"/>
                      <a:pt x="6" y="11"/>
                    </a:cubicBezTo>
                    <a:cubicBezTo>
                      <a:pt x="4" y="10"/>
                      <a:pt x="3" y="9"/>
                      <a:pt x="1" y="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539" name="Freeform 655">
                <a:extLst>
                  <a:ext uri="{FF2B5EF4-FFF2-40B4-BE49-F238E27FC236}">
                    <a16:creationId xmlns:a16="http://schemas.microsoft.com/office/drawing/2014/main" id="{77AEEC6C-0A89-418F-970A-DB6FBC6FF5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3" y="983"/>
                <a:ext cx="33" cy="27"/>
              </a:xfrm>
              <a:custGeom>
                <a:avLst/>
                <a:gdLst>
                  <a:gd name="T0" fmla="*/ 5 w 20"/>
                  <a:gd name="T1" fmla="*/ 5 h 16"/>
                  <a:gd name="T2" fmla="*/ 33 w 20"/>
                  <a:gd name="T3" fmla="*/ 14 h 16"/>
                  <a:gd name="T4" fmla="*/ 54 w 20"/>
                  <a:gd name="T5" fmla="*/ 29 h 16"/>
                  <a:gd name="T6" fmla="*/ 89 w 20"/>
                  <a:gd name="T7" fmla="*/ 78 h 16"/>
                  <a:gd name="T8" fmla="*/ 54 w 20"/>
                  <a:gd name="T9" fmla="*/ 20 h 16"/>
                  <a:gd name="T10" fmla="*/ 21 w 20"/>
                  <a:gd name="T11" fmla="*/ 5 h 16"/>
                  <a:gd name="T12" fmla="*/ 0 w 20"/>
                  <a:gd name="T13" fmla="*/ 0 h 16"/>
                  <a:gd name="T14" fmla="*/ 5 w 20"/>
                  <a:gd name="T15" fmla="*/ 5 h 1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0" h="16">
                    <a:moveTo>
                      <a:pt x="1" y="1"/>
                    </a:moveTo>
                    <a:cubicBezTo>
                      <a:pt x="3" y="2"/>
                      <a:pt x="5" y="3"/>
                      <a:pt x="7" y="3"/>
                    </a:cubicBezTo>
                    <a:cubicBezTo>
                      <a:pt x="9" y="4"/>
                      <a:pt x="10" y="5"/>
                      <a:pt x="12" y="6"/>
                    </a:cubicBezTo>
                    <a:cubicBezTo>
                      <a:pt x="15" y="9"/>
                      <a:pt x="18" y="12"/>
                      <a:pt x="20" y="16"/>
                    </a:cubicBezTo>
                    <a:cubicBezTo>
                      <a:pt x="18" y="11"/>
                      <a:pt x="15" y="7"/>
                      <a:pt x="12" y="4"/>
                    </a:cubicBezTo>
                    <a:cubicBezTo>
                      <a:pt x="10" y="2"/>
                      <a:pt x="8" y="1"/>
                      <a:pt x="5" y="1"/>
                    </a:cubicBezTo>
                    <a:cubicBezTo>
                      <a:pt x="4" y="0"/>
                      <a:pt x="2" y="0"/>
                      <a:pt x="0" y="0"/>
                    </a:cubicBezTo>
                    <a:cubicBezTo>
                      <a:pt x="0" y="1"/>
                      <a:pt x="1" y="1"/>
                      <a:pt x="1" y="1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540" name="Freeform 656">
                <a:extLst>
                  <a:ext uri="{FF2B5EF4-FFF2-40B4-BE49-F238E27FC236}">
                    <a16:creationId xmlns:a16="http://schemas.microsoft.com/office/drawing/2014/main" id="{C4EAB0B1-2EAC-46D8-AAD9-7DC9372A39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8" y="982"/>
                <a:ext cx="36" cy="26"/>
              </a:xfrm>
              <a:custGeom>
                <a:avLst/>
                <a:gdLst>
                  <a:gd name="T0" fmla="*/ 99 w 21"/>
                  <a:gd name="T1" fmla="*/ 8 h 16"/>
                  <a:gd name="T2" fmla="*/ 65 w 21"/>
                  <a:gd name="T3" fmla="*/ 21 h 16"/>
                  <a:gd name="T4" fmla="*/ 41 w 21"/>
                  <a:gd name="T5" fmla="*/ 34 h 16"/>
                  <a:gd name="T6" fmla="*/ 0 w 21"/>
                  <a:gd name="T7" fmla="*/ 68 h 16"/>
                  <a:gd name="T8" fmla="*/ 26 w 21"/>
                  <a:gd name="T9" fmla="*/ 39 h 16"/>
                  <a:gd name="T10" fmla="*/ 65 w 21"/>
                  <a:gd name="T11" fmla="*/ 18 h 16"/>
                  <a:gd name="T12" fmla="*/ 99 w 21"/>
                  <a:gd name="T13" fmla="*/ 8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1" h="16">
                    <a:moveTo>
                      <a:pt x="20" y="2"/>
                    </a:moveTo>
                    <a:cubicBezTo>
                      <a:pt x="18" y="3"/>
                      <a:pt x="15" y="4"/>
                      <a:pt x="13" y="5"/>
                    </a:cubicBezTo>
                    <a:cubicBezTo>
                      <a:pt x="12" y="5"/>
                      <a:pt x="10" y="6"/>
                      <a:pt x="8" y="8"/>
                    </a:cubicBezTo>
                    <a:cubicBezTo>
                      <a:pt x="5" y="10"/>
                      <a:pt x="1" y="13"/>
                      <a:pt x="0" y="16"/>
                    </a:cubicBezTo>
                    <a:cubicBezTo>
                      <a:pt x="2" y="14"/>
                      <a:pt x="3" y="11"/>
                      <a:pt x="5" y="9"/>
                    </a:cubicBezTo>
                    <a:cubicBezTo>
                      <a:pt x="8" y="7"/>
                      <a:pt x="10" y="5"/>
                      <a:pt x="13" y="4"/>
                    </a:cubicBezTo>
                    <a:cubicBezTo>
                      <a:pt x="13" y="4"/>
                      <a:pt x="21" y="0"/>
                      <a:pt x="20" y="2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541" name="Freeform 657">
                <a:extLst>
                  <a:ext uri="{FF2B5EF4-FFF2-40B4-BE49-F238E27FC236}">
                    <a16:creationId xmlns:a16="http://schemas.microsoft.com/office/drawing/2014/main" id="{ECF54CE8-053E-40EE-8311-791F7A05CE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7" y="980"/>
                <a:ext cx="46" cy="100"/>
              </a:xfrm>
              <a:custGeom>
                <a:avLst/>
                <a:gdLst>
                  <a:gd name="T0" fmla="*/ 5 w 27"/>
                  <a:gd name="T1" fmla="*/ 125 h 60"/>
                  <a:gd name="T2" fmla="*/ 55 w 27"/>
                  <a:gd name="T3" fmla="*/ 147 h 60"/>
                  <a:gd name="T4" fmla="*/ 70 w 27"/>
                  <a:gd name="T5" fmla="*/ 188 h 60"/>
                  <a:gd name="T6" fmla="*/ 70 w 27"/>
                  <a:gd name="T7" fmla="*/ 278 h 60"/>
                  <a:gd name="T8" fmla="*/ 90 w 27"/>
                  <a:gd name="T9" fmla="*/ 203 h 60"/>
                  <a:gd name="T10" fmla="*/ 104 w 27"/>
                  <a:gd name="T11" fmla="*/ 153 h 60"/>
                  <a:gd name="T12" fmla="*/ 112 w 27"/>
                  <a:gd name="T13" fmla="*/ 117 h 60"/>
                  <a:gd name="T14" fmla="*/ 112 w 27"/>
                  <a:gd name="T15" fmla="*/ 75 h 60"/>
                  <a:gd name="T16" fmla="*/ 128 w 27"/>
                  <a:gd name="T17" fmla="*/ 22 h 60"/>
                  <a:gd name="T18" fmla="*/ 90 w 27"/>
                  <a:gd name="T19" fmla="*/ 0 h 60"/>
                  <a:gd name="T20" fmla="*/ 70 w 27"/>
                  <a:gd name="T21" fmla="*/ 28 h 60"/>
                  <a:gd name="T22" fmla="*/ 58 w 27"/>
                  <a:gd name="T23" fmla="*/ 63 h 60"/>
                  <a:gd name="T24" fmla="*/ 34 w 27"/>
                  <a:gd name="T25" fmla="*/ 103 h 60"/>
                  <a:gd name="T26" fmla="*/ 0 w 27"/>
                  <a:gd name="T27" fmla="*/ 125 h 6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7" h="60">
                    <a:moveTo>
                      <a:pt x="1" y="27"/>
                    </a:moveTo>
                    <a:cubicBezTo>
                      <a:pt x="3" y="26"/>
                      <a:pt x="9" y="30"/>
                      <a:pt x="11" y="32"/>
                    </a:cubicBezTo>
                    <a:cubicBezTo>
                      <a:pt x="13" y="35"/>
                      <a:pt x="13" y="38"/>
                      <a:pt x="14" y="41"/>
                    </a:cubicBezTo>
                    <a:cubicBezTo>
                      <a:pt x="14" y="47"/>
                      <a:pt x="14" y="54"/>
                      <a:pt x="14" y="60"/>
                    </a:cubicBezTo>
                    <a:cubicBezTo>
                      <a:pt x="17" y="56"/>
                      <a:pt x="17" y="49"/>
                      <a:pt x="18" y="44"/>
                    </a:cubicBezTo>
                    <a:cubicBezTo>
                      <a:pt x="18" y="40"/>
                      <a:pt x="19" y="36"/>
                      <a:pt x="21" y="33"/>
                    </a:cubicBezTo>
                    <a:cubicBezTo>
                      <a:pt x="22" y="30"/>
                      <a:pt x="24" y="28"/>
                      <a:pt x="23" y="25"/>
                    </a:cubicBezTo>
                    <a:cubicBezTo>
                      <a:pt x="22" y="22"/>
                      <a:pt x="22" y="20"/>
                      <a:pt x="23" y="16"/>
                    </a:cubicBezTo>
                    <a:cubicBezTo>
                      <a:pt x="24" y="13"/>
                      <a:pt x="27" y="9"/>
                      <a:pt x="26" y="5"/>
                    </a:cubicBezTo>
                    <a:cubicBezTo>
                      <a:pt x="25" y="2"/>
                      <a:pt x="21" y="0"/>
                      <a:pt x="18" y="0"/>
                    </a:cubicBezTo>
                    <a:cubicBezTo>
                      <a:pt x="14" y="0"/>
                      <a:pt x="14" y="2"/>
                      <a:pt x="14" y="6"/>
                    </a:cubicBezTo>
                    <a:cubicBezTo>
                      <a:pt x="13" y="9"/>
                      <a:pt x="13" y="11"/>
                      <a:pt x="12" y="14"/>
                    </a:cubicBezTo>
                    <a:cubicBezTo>
                      <a:pt x="11" y="17"/>
                      <a:pt x="9" y="20"/>
                      <a:pt x="7" y="22"/>
                    </a:cubicBezTo>
                    <a:cubicBezTo>
                      <a:pt x="5" y="23"/>
                      <a:pt x="1" y="25"/>
                      <a:pt x="0" y="27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542" name="Freeform 658">
                <a:extLst>
                  <a:ext uri="{FF2B5EF4-FFF2-40B4-BE49-F238E27FC236}">
                    <a16:creationId xmlns:a16="http://schemas.microsoft.com/office/drawing/2014/main" id="{EC783033-8B9A-4C7E-83DC-60E35B5CF4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9" y="892"/>
                <a:ext cx="47" cy="106"/>
              </a:xfrm>
              <a:custGeom>
                <a:avLst/>
                <a:gdLst>
                  <a:gd name="T0" fmla="*/ 62 w 28"/>
                  <a:gd name="T1" fmla="*/ 268 h 64"/>
                  <a:gd name="T2" fmla="*/ 62 w 28"/>
                  <a:gd name="T3" fmla="*/ 242 h 64"/>
                  <a:gd name="T4" fmla="*/ 50 w 28"/>
                  <a:gd name="T5" fmla="*/ 214 h 64"/>
                  <a:gd name="T6" fmla="*/ 29 w 28"/>
                  <a:gd name="T7" fmla="*/ 192 h 64"/>
                  <a:gd name="T8" fmla="*/ 0 w 28"/>
                  <a:gd name="T9" fmla="*/ 179 h 64"/>
                  <a:gd name="T10" fmla="*/ 82 w 28"/>
                  <a:gd name="T11" fmla="*/ 84 h 64"/>
                  <a:gd name="T12" fmla="*/ 112 w 28"/>
                  <a:gd name="T13" fmla="*/ 0 h 64"/>
                  <a:gd name="T14" fmla="*/ 124 w 28"/>
                  <a:gd name="T15" fmla="*/ 46 h 64"/>
                  <a:gd name="T16" fmla="*/ 124 w 28"/>
                  <a:gd name="T17" fmla="*/ 96 h 64"/>
                  <a:gd name="T18" fmla="*/ 128 w 28"/>
                  <a:gd name="T19" fmla="*/ 187 h 64"/>
                  <a:gd name="T20" fmla="*/ 124 w 28"/>
                  <a:gd name="T21" fmla="*/ 255 h 64"/>
                  <a:gd name="T22" fmla="*/ 109 w 28"/>
                  <a:gd name="T23" fmla="*/ 285 h 64"/>
                  <a:gd name="T24" fmla="*/ 91 w 28"/>
                  <a:gd name="T25" fmla="*/ 283 h 6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8" h="64">
                    <a:moveTo>
                      <a:pt x="13" y="59"/>
                    </a:moveTo>
                    <a:cubicBezTo>
                      <a:pt x="13" y="59"/>
                      <a:pt x="13" y="54"/>
                      <a:pt x="13" y="53"/>
                    </a:cubicBezTo>
                    <a:cubicBezTo>
                      <a:pt x="12" y="51"/>
                      <a:pt x="12" y="49"/>
                      <a:pt x="11" y="47"/>
                    </a:cubicBezTo>
                    <a:cubicBezTo>
                      <a:pt x="10" y="45"/>
                      <a:pt x="8" y="44"/>
                      <a:pt x="6" y="42"/>
                    </a:cubicBezTo>
                    <a:cubicBezTo>
                      <a:pt x="4" y="41"/>
                      <a:pt x="1" y="41"/>
                      <a:pt x="0" y="39"/>
                    </a:cubicBezTo>
                    <a:cubicBezTo>
                      <a:pt x="8" y="36"/>
                      <a:pt x="13" y="26"/>
                      <a:pt x="17" y="19"/>
                    </a:cubicBezTo>
                    <a:cubicBezTo>
                      <a:pt x="20" y="12"/>
                      <a:pt x="22" y="7"/>
                      <a:pt x="24" y="0"/>
                    </a:cubicBezTo>
                    <a:cubicBezTo>
                      <a:pt x="26" y="2"/>
                      <a:pt x="26" y="8"/>
                      <a:pt x="26" y="10"/>
                    </a:cubicBezTo>
                    <a:cubicBezTo>
                      <a:pt x="26" y="14"/>
                      <a:pt x="26" y="17"/>
                      <a:pt x="26" y="21"/>
                    </a:cubicBezTo>
                    <a:cubicBezTo>
                      <a:pt x="26" y="28"/>
                      <a:pt x="27" y="34"/>
                      <a:pt x="27" y="41"/>
                    </a:cubicBezTo>
                    <a:cubicBezTo>
                      <a:pt x="26" y="46"/>
                      <a:pt x="28" y="52"/>
                      <a:pt x="26" y="56"/>
                    </a:cubicBezTo>
                    <a:cubicBezTo>
                      <a:pt x="26" y="58"/>
                      <a:pt x="25" y="62"/>
                      <a:pt x="23" y="63"/>
                    </a:cubicBezTo>
                    <a:cubicBezTo>
                      <a:pt x="22" y="64"/>
                      <a:pt x="20" y="63"/>
                      <a:pt x="19" y="62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543" name="Freeform 659">
                <a:extLst>
                  <a:ext uri="{FF2B5EF4-FFF2-40B4-BE49-F238E27FC236}">
                    <a16:creationId xmlns:a16="http://schemas.microsoft.com/office/drawing/2014/main" id="{F110083B-AB5B-4E6D-B4CD-817D57E4CC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7" y="992"/>
                <a:ext cx="32" cy="123"/>
              </a:xfrm>
              <a:custGeom>
                <a:avLst/>
                <a:gdLst>
                  <a:gd name="T0" fmla="*/ 13 w 19"/>
                  <a:gd name="T1" fmla="*/ 61 h 74"/>
                  <a:gd name="T2" fmla="*/ 8 w 19"/>
                  <a:gd name="T3" fmla="*/ 61 h 74"/>
                  <a:gd name="T4" fmla="*/ 22 w 19"/>
                  <a:gd name="T5" fmla="*/ 118 h 74"/>
                  <a:gd name="T6" fmla="*/ 34 w 19"/>
                  <a:gd name="T7" fmla="*/ 166 h 74"/>
                  <a:gd name="T8" fmla="*/ 62 w 19"/>
                  <a:gd name="T9" fmla="*/ 229 h 74"/>
                  <a:gd name="T10" fmla="*/ 91 w 19"/>
                  <a:gd name="T11" fmla="*/ 339 h 74"/>
                  <a:gd name="T12" fmla="*/ 37 w 19"/>
                  <a:gd name="T13" fmla="*/ 130 h 74"/>
                  <a:gd name="T14" fmla="*/ 34 w 19"/>
                  <a:gd name="T15" fmla="*/ 50 h 74"/>
                  <a:gd name="T16" fmla="*/ 8 w 19"/>
                  <a:gd name="T17" fmla="*/ 0 h 74"/>
                  <a:gd name="T18" fmla="*/ 13 w 19"/>
                  <a:gd name="T19" fmla="*/ 70 h 7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9" h="74">
                    <a:moveTo>
                      <a:pt x="3" y="13"/>
                    </a:moveTo>
                    <a:cubicBezTo>
                      <a:pt x="3" y="13"/>
                      <a:pt x="2" y="13"/>
                      <a:pt x="2" y="13"/>
                    </a:cubicBezTo>
                    <a:cubicBezTo>
                      <a:pt x="0" y="18"/>
                      <a:pt x="3" y="22"/>
                      <a:pt x="5" y="26"/>
                    </a:cubicBezTo>
                    <a:cubicBezTo>
                      <a:pt x="7" y="30"/>
                      <a:pt x="7" y="32"/>
                      <a:pt x="7" y="36"/>
                    </a:cubicBezTo>
                    <a:cubicBezTo>
                      <a:pt x="8" y="41"/>
                      <a:pt x="11" y="46"/>
                      <a:pt x="13" y="50"/>
                    </a:cubicBezTo>
                    <a:cubicBezTo>
                      <a:pt x="16" y="58"/>
                      <a:pt x="18" y="67"/>
                      <a:pt x="19" y="74"/>
                    </a:cubicBezTo>
                    <a:cubicBezTo>
                      <a:pt x="19" y="58"/>
                      <a:pt x="11" y="44"/>
                      <a:pt x="8" y="28"/>
                    </a:cubicBezTo>
                    <a:cubicBezTo>
                      <a:pt x="7" y="22"/>
                      <a:pt x="7" y="17"/>
                      <a:pt x="7" y="11"/>
                    </a:cubicBezTo>
                    <a:cubicBezTo>
                      <a:pt x="7" y="6"/>
                      <a:pt x="6" y="3"/>
                      <a:pt x="2" y="0"/>
                    </a:cubicBezTo>
                    <a:cubicBezTo>
                      <a:pt x="2" y="5"/>
                      <a:pt x="3" y="10"/>
                      <a:pt x="3" y="1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544" name="Freeform 660">
                <a:extLst>
                  <a:ext uri="{FF2B5EF4-FFF2-40B4-BE49-F238E27FC236}">
                    <a16:creationId xmlns:a16="http://schemas.microsoft.com/office/drawing/2014/main" id="{54AF490E-0446-43B1-9617-DD78C13539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8" y="1000"/>
                <a:ext cx="20" cy="55"/>
              </a:xfrm>
              <a:custGeom>
                <a:avLst/>
                <a:gdLst>
                  <a:gd name="T0" fmla="*/ 0 w 12"/>
                  <a:gd name="T1" fmla="*/ 0 h 33"/>
                  <a:gd name="T2" fmla="*/ 13 w 12"/>
                  <a:gd name="T3" fmla="*/ 20 h 33"/>
                  <a:gd name="T4" fmla="*/ 22 w 12"/>
                  <a:gd name="T5" fmla="*/ 42 h 33"/>
                  <a:gd name="T6" fmla="*/ 33 w 12"/>
                  <a:gd name="T7" fmla="*/ 83 h 33"/>
                  <a:gd name="T8" fmla="*/ 33 w 12"/>
                  <a:gd name="T9" fmla="*/ 120 h 33"/>
                  <a:gd name="T10" fmla="*/ 28 w 12"/>
                  <a:gd name="T11" fmla="*/ 153 h 33"/>
                  <a:gd name="T12" fmla="*/ 5 w 12"/>
                  <a:gd name="T13" fmla="*/ 0 h 3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33">
                    <a:moveTo>
                      <a:pt x="0" y="0"/>
                    </a:moveTo>
                    <a:cubicBezTo>
                      <a:pt x="0" y="1"/>
                      <a:pt x="2" y="2"/>
                      <a:pt x="3" y="4"/>
                    </a:cubicBezTo>
                    <a:cubicBezTo>
                      <a:pt x="4" y="5"/>
                      <a:pt x="4" y="7"/>
                      <a:pt x="5" y="9"/>
                    </a:cubicBezTo>
                    <a:cubicBezTo>
                      <a:pt x="6" y="12"/>
                      <a:pt x="7" y="15"/>
                      <a:pt x="7" y="18"/>
                    </a:cubicBezTo>
                    <a:cubicBezTo>
                      <a:pt x="7" y="21"/>
                      <a:pt x="8" y="23"/>
                      <a:pt x="7" y="26"/>
                    </a:cubicBezTo>
                    <a:cubicBezTo>
                      <a:pt x="7" y="28"/>
                      <a:pt x="6" y="30"/>
                      <a:pt x="6" y="33"/>
                    </a:cubicBezTo>
                    <a:cubicBezTo>
                      <a:pt x="12" y="23"/>
                      <a:pt x="7" y="9"/>
                      <a:pt x="1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545" name="Freeform 661">
                <a:extLst>
                  <a:ext uri="{FF2B5EF4-FFF2-40B4-BE49-F238E27FC236}">
                    <a16:creationId xmlns:a16="http://schemas.microsoft.com/office/drawing/2014/main" id="{47EA80AB-B399-4FEC-8CF3-8EF182BE3C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9" y="778"/>
                <a:ext cx="332" cy="234"/>
              </a:xfrm>
              <a:custGeom>
                <a:avLst/>
                <a:gdLst>
                  <a:gd name="T0" fmla="*/ 590 w 198"/>
                  <a:gd name="T1" fmla="*/ 187 h 140"/>
                  <a:gd name="T2" fmla="*/ 369 w 198"/>
                  <a:gd name="T3" fmla="*/ 192 h 140"/>
                  <a:gd name="T4" fmla="*/ 307 w 198"/>
                  <a:gd name="T5" fmla="*/ 179 h 140"/>
                  <a:gd name="T6" fmla="*/ 250 w 198"/>
                  <a:gd name="T7" fmla="*/ 207 h 140"/>
                  <a:gd name="T8" fmla="*/ 154 w 198"/>
                  <a:gd name="T9" fmla="*/ 304 h 140"/>
                  <a:gd name="T10" fmla="*/ 75 w 198"/>
                  <a:gd name="T11" fmla="*/ 491 h 140"/>
                  <a:gd name="T12" fmla="*/ 62 w 198"/>
                  <a:gd name="T13" fmla="*/ 633 h 140"/>
                  <a:gd name="T14" fmla="*/ 13 w 198"/>
                  <a:gd name="T15" fmla="*/ 461 h 140"/>
                  <a:gd name="T16" fmla="*/ 13 w 198"/>
                  <a:gd name="T17" fmla="*/ 308 h 140"/>
                  <a:gd name="T18" fmla="*/ 20 w 198"/>
                  <a:gd name="T19" fmla="*/ 328 h 140"/>
                  <a:gd name="T20" fmla="*/ 65 w 198"/>
                  <a:gd name="T21" fmla="*/ 209 h 140"/>
                  <a:gd name="T22" fmla="*/ 174 w 198"/>
                  <a:gd name="T23" fmla="*/ 89 h 140"/>
                  <a:gd name="T24" fmla="*/ 329 w 198"/>
                  <a:gd name="T25" fmla="*/ 8 h 140"/>
                  <a:gd name="T26" fmla="*/ 490 w 198"/>
                  <a:gd name="T27" fmla="*/ 8 h 140"/>
                  <a:gd name="T28" fmla="*/ 739 w 198"/>
                  <a:gd name="T29" fmla="*/ 70 h 140"/>
                  <a:gd name="T30" fmla="*/ 885 w 198"/>
                  <a:gd name="T31" fmla="*/ 234 h 140"/>
                  <a:gd name="T32" fmla="*/ 914 w 198"/>
                  <a:gd name="T33" fmla="*/ 346 h 140"/>
                  <a:gd name="T34" fmla="*/ 927 w 198"/>
                  <a:gd name="T35" fmla="*/ 321 h 140"/>
                  <a:gd name="T36" fmla="*/ 926 w 198"/>
                  <a:gd name="T37" fmla="*/ 495 h 140"/>
                  <a:gd name="T38" fmla="*/ 892 w 198"/>
                  <a:gd name="T39" fmla="*/ 654 h 140"/>
                  <a:gd name="T40" fmla="*/ 869 w 198"/>
                  <a:gd name="T41" fmla="*/ 475 h 140"/>
                  <a:gd name="T42" fmla="*/ 843 w 198"/>
                  <a:gd name="T43" fmla="*/ 354 h 140"/>
                  <a:gd name="T44" fmla="*/ 635 w 198"/>
                  <a:gd name="T45" fmla="*/ 165 h 140"/>
                  <a:gd name="T46" fmla="*/ 578 w 198"/>
                  <a:gd name="T47" fmla="*/ 187 h 140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198" h="140">
                    <a:moveTo>
                      <a:pt x="125" y="40"/>
                    </a:moveTo>
                    <a:cubicBezTo>
                      <a:pt x="113" y="50"/>
                      <a:pt x="91" y="43"/>
                      <a:pt x="78" y="41"/>
                    </a:cubicBezTo>
                    <a:cubicBezTo>
                      <a:pt x="74" y="40"/>
                      <a:pt x="70" y="37"/>
                      <a:pt x="65" y="38"/>
                    </a:cubicBezTo>
                    <a:cubicBezTo>
                      <a:pt x="61" y="38"/>
                      <a:pt x="56" y="42"/>
                      <a:pt x="53" y="44"/>
                    </a:cubicBezTo>
                    <a:cubicBezTo>
                      <a:pt x="46" y="49"/>
                      <a:pt x="38" y="58"/>
                      <a:pt x="33" y="65"/>
                    </a:cubicBezTo>
                    <a:cubicBezTo>
                      <a:pt x="25" y="77"/>
                      <a:pt x="20" y="92"/>
                      <a:pt x="16" y="105"/>
                    </a:cubicBezTo>
                    <a:cubicBezTo>
                      <a:pt x="13" y="115"/>
                      <a:pt x="11" y="126"/>
                      <a:pt x="13" y="136"/>
                    </a:cubicBezTo>
                    <a:cubicBezTo>
                      <a:pt x="11" y="124"/>
                      <a:pt x="5" y="112"/>
                      <a:pt x="3" y="99"/>
                    </a:cubicBezTo>
                    <a:cubicBezTo>
                      <a:pt x="2" y="89"/>
                      <a:pt x="0" y="75"/>
                      <a:pt x="3" y="66"/>
                    </a:cubicBezTo>
                    <a:cubicBezTo>
                      <a:pt x="4" y="67"/>
                      <a:pt x="4" y="69"/>
                      <a:pt x="4" y="70"/>
                    </a:cubicBezTo>
                    <a:cubicBezTo>
                      <a:pt x="7" y="62"/>
                      <a:pt x="9" y="53"/>
                      <a:pt x="14" y="45"/>
                    </a:cubicBezTo>
                    <a:cubicBezTo>
                      <a:pt x="20" y="34"/>
                      <a:pt x="28" y="27"/>
                      <a:pt x="37" y="19"/>
                    </a:cubicBezTo>
                    <a:cubicBezTo>
                      <a:pt x="47" y="11"/>
                      <a:pt x="58" y="5"/>
                      <a:pt x="70" y="2"/>
                    </a:cubicBezTo>
                    <a:cubicBezTo>
                      <a:pt x="81" y="0"/>
                      <a:pt x="93" y="1"/>
                      <a:pt x="104" y="2"/>
                    </a:cubicBezTo>
                    <a:cubicBezTo>
                      <a:pt x="122" y="2"/>
                      <a:pt x="140" y="7"/>
                      <a:pt x="157" y="15"/>
                    </a:cubicBezTo>
                    <a:cubicBezTo>
                      <a:pt x="170" y="22"/>
                      <a:pt x="182" y="36"/>
                      <a:pt x="188" y="50"/>
                    </a:cubicBezTo>
                    <a:cubicBezTo>
                      <a:pt x="191" y="57"/>
                      <a:pt x="192" y="65"/>
                      <a:pt x="194" y="74"/>
                    </a:cubicBezTo>
                    <a:cubicBezTo>
                      <a:pt x="195" y="72"/>
                      <a:pt x="196" y="70"/>
                      <a:pt x="197" y="69"/>
                    </a:cubicBezTo>
                    <a:cubicBezTo>
                      <a:pt x="198" y="81"/>
                      <a:pt x="198" y="94"/>
                      <a:pt x="196" y="106"/>
                    </a:cubicBezTo>
                    <a:cubicBezTo>
                      <a:pt x="195" y="116"/>
                      <a:pt x="196" y="132"/>
                      <a:pt x="189" y="140"/>
                    </a:cubicBezTo>
                    <a:cubicBezTo>
                      <a:pt x="188" y="127"/>
                      <a:pt x="186" y="114"/>
                      <a:pt x="184" y="102"/>
                    </a:cubicBezTo>
                    <a:cubicBezTo>
                      <a:pt x="182" y="93"/>
                      <a:pt x="181" y="84"/>
                      <a:pt x="179" y="76"/>
                    </a:cubicBezTo>
                    <a:cubicBezTo>
                      <a:pt x="174" y="59"/>
                      <a:pt x="157" y="32"/>
                      <a:pt x="135" y="35"/>
                    </a:cubicBezTo>
                    <a:cubicBezTo>
                      <a:pt x="131" y="35"/>
                      <a:pt x="126" y="36"/>
                      <a:pt x="123" y="40"/>
                    </a:cubicBezTo>
                  </a:path>
                </a:pathLst>
              </a:custGeom>
              <a:solidFill>
                <a:srgbClr val="7B46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546" name="Freeform 662">
                <a:extLst>
                  <a:ext uri="{FF2B5EF4-FFF2-40B4-BE49-F238E27FC236}">
                    <a16:creationId xmlns:a16="http://schemas.microsoft.com/office/drawing/2014/main" id="{664E97D5-8DE7-40C0-BA2B-C12914FB3F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7" y="750"/>
                <a:ext cx="289" cy="132"/>
              </a:xfrm>
              <a:custGeom>
                <a:avLst/>
                <a:gdLst>
                  <a:gd name="T0" fmla="*/ 29 w 172"/>
                  <a:gd name="T1" fmla="*/ 266 h 79"/>
                  <a:gd name="T2" fmla="*/ 0 w 172"/>
                  <a:gd name="T3" fmla="*/ 92 h 79"/>
                  <a:gd name="T4" fmla="*/ 50 w 172"/>
                  <a:gd name="T5" fmla="*/ 201 h 79"/>
                  <a:gd name="T6" fmla="*/ 76 w 172"/>
                  <a:gd name="T7" fmla="*/ 120 h 79"/>
                  <a:gd name="T8" fmla="*/ 84 w 172"/>
                  <a:gd name="T9" fmla="*/ 174 h 79"/>
                  <a:gd name="T10" fmla="*/ 113 w 172"/>
                  <a:gd name="T11" fmla="*/ 104 h 79"/>
                  <a:gd name="T12" fmla="*/ 138 w 172"/>
                  <a:gd name="T13" fmla="*/ 125 h 79"/>
                  <a:gd name="T14" fmla="*/ 175 w 172"/>
                  <a:gd name="T15" fmla="*/ 28 h 79"/>
                  <a:gd name="T16" fmla="*/ 244 w 172"/>
                  <a:gd name="T17" fmla="*/ 120 h 79"/>
                  <a:gd name="T18" fmla="*/ 304 w 172"/>
                  <a:gd name="T19" fmla="*/ 62 h 79"/>
                  <a:gd name="T20" fmla="*/ 333 w 172"/>
                  <a:gd name="T21" fmla="*/ 37 h 79"/>
                  <a:gd name="T22" fmla="*/ 349 w 172"/>
                  <a:gd name="T23" fmla="*/ 75 h 79"/>
                  <a:gd name="T24" fmla="*/ 418 w 172"/>
                  <a:gd name="T25" fmla="*/ 5 h 79"/>
                  <a:gd name="T26" fmla="*/ 455 w 172"/>
                  <a:gd name="T27" fmla="*/ 75 h 79"/>
                  <a:gd name="T28" fmla="*/ 528 w 172"/>
                  <a:gd name="T29" fmla="*/ 55 h 79"/>
                  <a:gd name="T30" fmla="*/ 544 w 172"/>
                  <a:gd name="T31" fmla="*/ 92 h 79"/>
                  <a:gd name="T32" fmla="*/ 573 w 172"/>
                  <a:gd name="T33" fmla="*/ 63 h 79"/>
                  <a:gd name="T34" fmla="*/ 615 w 172"/>
                  <a:gd name="T35" fmla="*/ 125 h 79"/>
                  <a:gd name="T36" fmla="*/ 677 w 172"/>
                  <a:gd name="T37" fmla="*/ 125 h 79"/>
                  <a:gd name="T38" fmla="*/ 692 w 172"/>
                  <a:gd name="T39" fmla="*/ 167 h 79"/>
                  <a:gd name="T40" fmla="*/ 731 w 172"/>
                  <a:gd name="T41" fmla="*/ 145 h 79"/>
                  <a:gd name="T42" fmla="*/ 759 w 172"/>
                  <a:gd name="T43" fmla="*/ 201 h 79"/>
                  <a:gd name="T44" fmla="*/ 810 w 172"/>
                  <a:gd name="T45" fmla="*/ 162 h 79"/>
                  <a:gd name="T46" fmla="*/ 801 w 172"/>
                  <a:gd name="T47" fmla="*/ 271 h 79"/>
                  <a:gd name="T48" fmla="*/ 788 w 172"/>
                  <a:gd name="T49" fmla="*/ 354 h 79"/>
                  <a:gd name="T50" fmla="*/ 754 w 172"/>
                  <a:gd name="T51" fmla="*/ 317 h 79"/>
                  <a:gd name="T52" fmla="*/ 675 w 172"/>
                  <a:gd name="T53" fmla="*/ 249 h 79"/>
                  <a:gd name="T54" fmla="*/ 543 w 172"/>
                  <a:gd name="T55" fmla="*/ 221 h 79"/>
                  <a:gd name="T56" fmla="*/ 440 w 172"/>
                  <a:gd name="T57" fmla="*/ 216 h 79"/>
                  <a:gd name="T58" fmla="*/ 348 w 172"/>
                  <a:gd name="T59" fmla="*/ 201 h 79"/>
                  <a:gd name="T60" fmla="*/ 195 w 172"/>
                  <a:gd name="T61" fmla="*/ 216 h 79"/>
                  <a:gd name="T62" fmla="*/ 91 w 172"/>
                  <a:gd name="T63" fmla="*/ 251 h 79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172" h="79">
                    <a:moveTo>
                      <a:pt x="6" y="57"/>
                    </a:moveTo>
                    <a:cubicBezTo>
                      <a:pt x="9" y="48"/>
                      <a:pt x="6" y="27"/>
                      <a:pt x="0" y="20"/>
                    </a:cubicBezTo>
                    <a:cubicBezTo>
                      <a:pt x="3" y="28"/>
                      <a:pt x="8" y="35"/>
                      <a:pt x="11" y="43"/>
                    </a:cubicBezTo>
                    <a:cubicBezTo>
                      <a:pt x="13" y="37"/>
                      <a:pt x="14" y="32"/>
                      <a:pt x="16" y="26"/>
                    </a:cubicBezTo>
                    <a:cubicBezTo>
                      <a:pt x="17" y="29"/>
                      <a:pt x="18" y="33"/>
                      <a:pt x="18" y="37"/>
                    </a:cubicBezTo>
                    <a:cubicBezTo>
                      <a:pt x="20" y="32"/>
                      <a:pt x="23" y="27"/>
                      <a:pt x="24" y="22"/>
                    </a:cubicBezTo>
                    <a:cubicBezTo>
                      <a:pt x="23" y="27"/>
                      <a:pt x="25" y="31"/>
                      <a:pt x="29" y="27"/>
                    </a:cubicBezTo>
                    <a:cubicBezTo>
                      <a:pt x="34" y="22"/>
                      <a:pt x="33" y="11"/>
                      <a:pt x="37" y="6"/>
                    </a:cubicBezTo>
                    <a:cubicBezTo>
                      <a:pt x="42" y="12"/>
                      <a:pt x="44" y="23"/>
                      <a:pt x="51" y="26"/>
                    </a:cubicBezTo>
                    <a:cubicBezTo>
                      <a:pt x="54" y="19"/>
                      <a:pt x="57" y="1"/>
                      <a:pt x="64" y="13"/>
                    </a:cubicBezTo>
                    <a:cubicBezTo>
                      <a:pt x="67" y="11"/>
                      <a:pt x="68" y="9"/>
                      <a:pt x="70" y="8"/>
                    </a:cubicBezTo>
                    <a:cubicBezTo>
                      <a:pt x="72" y="11"/>
                      <a:pt x="72" y="14"/>
                      <a:pt x="74" y="16"/>
                    </a:cubicBezTo>
                    <a:cubicBezTo>
                      <a:pt x="78" y="12"/>
                      <a:pt x="83" y="1"/>
                      <a:pt x="88" y="1"/>
                    </a:cubicBezTo>
                    <a:cubicBezTo>
                      <a:pt x="94" y="0"/>
                      <a:pt x="90" y="14"/>
                      <a:pt x="96" y="16"/>
                    </a:cubicBezTo>
                    <a:cubicBezTo>
                      <a:pt x="102" y="17"/>
                      <a:pt x="105" y="7"/>
                      <a:pt x="111" y="12"/>
                    </a:cubicBezTo>
                    <a:cubicBezTo>
                      <a:pt x="113" y="13"/>
                      <a:pt x="112" y="19"/>
                      <a:pt x="115" y="20"/>
                    </a:cubicBezTo>
                    <a:cubicBezTo>
                      <a:pt x="118" y="20"/>
                      <a:pt x="120" y="16"/>
                      <a:pt x="121" y="14"/>
                    </a:cubicBezTo>
                    <a:cubicBezTo>
                      <a:pt x="131" y="8"/>
                      <a:pt x="128" y="22"/>
                      <a:pt x="130" y="27"/>
                    </a:cubicBezTo>
                    <a:cubicBezTo>
                      <a:pt x="134" y="38"/>
                      <a:pt x="136" y="22"/>
                      <a:pt x="143" y="27"/>
                    </a:cubicBezTo>
                    <a:cubicBezTo>
                      <a:pt x="146" y="28"/>
                      <a:pt x="143" y="34"/>
                      <a:pt x="146" y="36"/>
                    </a:cubicBezTo>
                    <a:cubicBezTo>
                      <a:pt x="148" y="38"/>
                      <a:pt x="152" y="32"/>
                      <a:pt x="154" y="31"/>
                    </a:cubicBezTo>
                    <a:cubicBezTo>
                      <a:pt x="164" y="25"/>
                      <a:pt x="158" y="37"/>
                      <a:pt x="160" y="43"/>
                    </a:cubicBezTo>
                    <a:cubicBezTo>
                      <a:pt x="163" y="38"/>
                      <a:pt x="165" y="35"/>
                      <a:pt x="171" y="35"/>
                    </a:cubicBezTo>
                    <a:cubicBezTo>
                      <a:pt x="172" y="42"/>
                      <a:pt x="170" y="50"/>
                      <a:pt x="169" y="58"/>
                    </a:cubicBezTo>
                    <a:cubicBezTo>
                      <a:pt x="169" y="60"/>
                      <a:pt x="168" y="74"/>
                      <a:pt x="166" y="76"/>
                    </a:cubicBezTo>
                    <a:cubicBezTo>
                      <a:pt x="162" y="79"/>
                      <a:pt x="161" y="71"/>
                      <a:pt x="159" y="68"/>
                    </a:cubicBezTo>
                    <a:cubicBezTo>
                      <a:pt x="155" y="61"/>
                      <a:pt x="149" y="56"/>
                      <a:pt x="142" y="53"/>
                    </a:cubicBezTo>
                    <a:cubicBezTo>
                      <a:pt x="133" y="49"/>
                      <a:pt x="124" y="48"/>
                      <a:pt x="114" y="47"/>
                    </a:cubicBezTo>
                    <a:cubicBezTo>
                      <a:pt x="107" y="46"/>
                      <a:pt x="100" y="47"/>
                      <a:pt x="93" y="46"/>
                    </a:cubicBezTo>
                    <a:cubicBezTo>
                      <a:pt x="87" y="45"/>
                      <a:pt x="80" y="44"/>
                      <a:pt x="73" y="43"/>
                    </a:cubicBezTo>
                    <a:cubicBezTo>
                      <a:pt x="62" y="42"/>
                      <a:pt x="53" y="44"/>
                      <a:pt x="41" y="46"/>
                    </a:cubicBezTo>
                    <a:cubicBezTo>
                      <a:pt x="34" y="48"/>
                      <a:pt x="25" y="54"/>
                      <a:pt x="19" y="54"/>
                    </a:cubicBezTo>
                  </a:path>
                </a:pathLst>
              </a:custGeom>
              <a:solidFill>
                <a:srgbClr val="7B46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547" name="Freeform 663">
                <a:extLst>
                  <a:ext uri="{FF2B5EF4-FFF2-40B4-BE49-F238E27FC236}">
                    <a16:creationId xmlns:a16="http://schemas.microsoft.com/office/drawing/2014/main" id="{03C7F6DB-8AFB-4A58-8391-C1AB64F480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0" y="732"/>
                <a:ext cx="143" cy="105"/>
              </a:xfrm>
              <a:custGeom>
                <a:avLst/>
                <a:gdLst>
                  <a:gd name="T0" fmla="*/ 54 w 85"/>
                  <a:gd name="T1" fmla="*/ 292 h 63"/>
                  <a:gd name="T2" fmla="*/ 0 w 85"/>
                  <a:gd name="T3" fmla="*/ 75 h 63"/>
                  <a:gd name="T4" fmla="*/ 54 w 85"/>
                  <a:gd name="T5" fmla="*/ 180 h 63"/>
                  <a:gd name="T6" fmla="*/ 34 w 85"/>
                  <a:gd name="T7" fmla="*/ 103 h 63"/>
                  <a:gd name="T8" fmla="*/ 71 w 85"/>
                  <a:gd name="T9" fmla="*/ 228 h 63"/>
                  <a:gd name="T10" fmla="*/ 71 w 85"/>
                  <a:gd name="T11" fmla="*/ 130 h 63"/>
                  <a:gd name="T12" fmla="*/ 91 w 85"/>
                  <a:gd name="T13" fmla="*/ 195 h 63"/>
                  <a:gd name="T14" fmla="*/ 91 w 85"/>
                  <a:gd name="T15" fmla="*/ 75 h 63"/>
                  <a:gd name="T16" fmla="*/ 124 w 85"/>
                  <a:gd name="T17" fmla="*/ 188 h 63"/>
                  <a:gd name="T18" fmla="*/ 128 w 85"/>
                  <a:gd name="T19" fmla="*/ 120 h 63"/>
                  <a:gd name="T20" fmla="*/ 141 w 85"/>
                  <a:gd name="T21" fmla="*/ 162 h 63"/>
                  <a:gd name="T22" fmla="*/ 153 w 85"/>
                  <a:gd name="T23" fmla="*/ 50 h 63"/>
                  <a:gd name="T24" fmla="*/ 173 w 85"/>
                  <a:gd name="T25" fmla="*/ 117 h 63"/>
                  <a:gd name="T26" fmla="*/ 204 w 85"/>
                  <a:gd name="T27" fmla="*/ 0 h 63"/>
                  <a:gd name="T28" fmla="*/ 246 w 85"/>
                  <a:gd name="T29" fmla="*/ 145 h 63"/>
                  <a:gd name="T30" fmla="*/ 252 w 85"/>
                  <a:gd name="T31" fmla="*/ 83 h 63"/>
                  <a:gd name="T32" fmla="*/ 278 w 85"/>
                  <a:gd name="T33" fmla="*/ 138 h 63"/>
                  <a:gd name="T34" fmla="*/ 308 w 85"/>
                  <a:gd name="T35" fmla="*/ 70 h 63"/>
                  <a:gd name="T36" fmla="*/ 320 w 85"/>
                  <a:gd name="T37" fmla="*/ 103 h 63"/>
                  <a:gd name="T38" fmla="*/ 348 w 85"/>
                  <a:gd name="T39" fmla="*/ 63 h 63"/>
                  <a:gd name="T40" fmla="*/ 385 w 85"/>
                  <a:gd name="T41" fmla="*/ 63 h 63"/>
                  <a:gd name="T42" fmla="*/ 405 w 85"/>
                  <a:gd name="T43" fmla="*/ 162 h 6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85" h="63">
                    <a:moveTo>
                      <a:pt x="11" y="63"/>
                    </a:moveTo>
                    <a:cubicBezTo>
                      <a:pt x="15" y="48"/>
                      <a:pt x="7" y="29"/>
                      <a:pt x="0" y="16"/>
                    </a:cubicBezTo>
                    <a:cubicBezTo>
                      <a:pt x="4" y="22"/>
                      <a:pt x="12" y="32"/>
                      <a:pt x="11" y="39"/>
                    </a:cubicBezTo>
                    <a:cubicBezTo>
                      <a:pt x="10" y="33"/>
                      <a:pt x="8" y="28"/>
                      <a:pt x="7" y="22"/>
                    </a:cubicBezTo>
                    <a:cubicBezTo>
                      <a:pt x="13" y="30"/>
                      <a:pt x="11" y="41"/>
                      <a:pt x="15" y="49"/>
                    </a:cubicBezTo>
                    <a:cubicBezTo>
                      <a:pt x="16" y="42"/>
                      <a:pt x="15" y="35"/>
                      <a:pt x="15" y="28"/>
                    </a:cubicBezTo>
                    <a:cubicBezTo>
                      <a:pt x="16" y="33"/>
                      <a:pt x="17" y="38"/>
                      <a:pt x="19" y="42"/>
                    </a:cubicBezTo>
                    <a:cubicBezTo>
                      <a:pt x="20" y="34"/>
                      <a:pt x="19" y="25"/>
                      <a:pt x="19" y="16"/>
                    </a:cubicBezTo>
                    <a:cubicBezTo>
                      <a:pt x="22" y="24"/>
                      <a:pt x="25" y="32"/>
                      <a:pt x="26" y="41"/>
                    </a:cubicBezTo>
                    <a:cubicBezTo>
                      <a:pt x="26" y="37"/>
                      <a:pt x="25" y="28"/>
                      <a:pt x="27" y="26"/>
                    </a:cubicBezTo>
                    <a:cubicBezTo>
                      <a:pt x="29" y="29"/>
                      <a:pt x="29" y="32"/>
                      <a:pt x="30" y="35"/>
                    </a:cubicBezTo>
                    <a:cubicBezTo>
                      <a:pt x="32" y="27"/>
                      <a:pt x="31" y="19"/>
                      <a:pt x="32" y="11"/>
                    </a:cubicBezTo>
                    <a:cubicBezTo>
                      <a:pt x="34" y="15"/>
                      <a:pt x="34" y="21"/>
                      <a:pt x="36" y="25"/>
                    </a:cubicBezTo>
                    <a:cubicBezTo>
                      <a:pt x="43" y="22"/>
                      <a:pt x="42" y="6"/>
                      <a:pt x="43" y="0"/>
                    </a:cubicBezTo>
                    <a:cubicBezTo>
                      <a:pt x="43" y="10"/>
                      <a:pt x="48" y="22"/>
                      <a:pt x="52" y="31"/>
                    </a:cubicBezTo>
                    <a:cubicBezTo>
                      <a:pt x="53" y="27"/>
                      <a:pt x="50" y="22"/>
                      <a:pt x="53" y="18"/>
                    </a:cubicBezTo>
                    <a:cubicBezTo>
                      <a:pt x="56" y="21"/>
                      <a:pt x="56" y="27"/>
                      <a:pt x="58" y="30"/>
                    </a:cubicBezTo>
                    <a:cubicBezTo>
                      <a:pt x="60" y="27"/>
                      <a:pt x="59" y="15"/>
                      <a:pt x="65" y="15"/>
                    </a:cubicBezTo>
                    <a:cubicBezTo>
                      <a:pt x="65" y="18"/>
                      <a:pt x="65" y="21"/>
                      <a:pt x="67" y="22"/>
                    </a:cubicBezTo>
                    <a:cubicBezTo>
                      <a:pt x="70" y="20"/>
                      <a:pt x="71" y="16"/>
                      <a:pt x="73" y="14"/>
                    </a:cubicBezTo>
                    <a:cubicBezTo>
                      <a:pt x="77" y="23"/>
                      <a:pt x="77" y="21"/>
                      <a:pt x="81" y="14"/>
                    </a:cubicBezTo>
                    <a:cubicBezTo>
                      <a:pt x="85" y="18"/>
                      <a:pt x="84" y="29"/>
                      <a:pt x="85" y="35"/>
                    </a:cubicBezTo>
                  </a:path>
                </a:pathLst>
              </a:custGeom>
              <a:solidFill>
                <a:srgbClr val="7B46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548" name="Freeform 664">
                <a:extLst>
                  <a:ext uri="{FF2B5EF4-FFF2-40B4-BE49-F238E27FC236}">
                    <a16:creationId xmlns:a16="http://schemas.microsoft.com/office/drawing/2014/main" id="{98FE308B-1CEA-4AA3-9624-A093413880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2" y="797"/>
                <a:ext cx="20" cy="60"/>
              </a:xfrm>
              <a:custGeom>
                <a:avLst/>
                <a:gdLst>
                  <a:gd name="T0" fmla="*/ 47 w 12"/>
                  <a:gd name="T1" fmla="*/ 112 h 36"/>
                  <a:gd name="T2" fmla="*/ 13 w 12"/>
                  <a:gd name="T3" fmla="*/ 0 h 36"/>
                  <a:gd name="T4" fmla="*/ 33 w 12"/>
                  <a:gd name="T5" fmla="*/ 42 h 36"/>
                  <a:gd name="T6" fmla="*/ 37 w 12"/>
                  <a:gd name="T7" fmla="*/ 103 h 36"/>
                  <a:gd name="T8" fmla="*/ 5 w 12"/>
                  <a:gd name="T9" fmla="*/ 37 h 36"/>
                  <a:gd name="T10" fmla="*/ 42 w 12"/>
                  <a:gd name="T11" fmla="*/ 125 h 36"/>
                  <a:gd name="T12" fmla="*/ 8 w 12"/>
                  <a:gd name="T13" fmla="*/ 70 h 36"/>
                  <a:gd name="T14" fmla="*/ 37 w 12"/>
                  <a:gd name="T15" fmla="*/ 125 h 36"/>
                  <a:gd name="T16" fmla="*/ 8 w 12"/>
                  <a:gd name="T17" fmla="*/ 97 h 36"/>
                  <a:gd name="T18" fmla="*/ 28 w 12"/>
                  <a:gd name="T19" fmla="*/ 130 h 36"/>
                  <a:gd name="T20" fmla="*/ 5 w 12"/>
                  <a:gd name="T21" fmla="*/ 120 h 36"/>
                  <a:gd name="T22" fmla="*/ 20 w 12"/>
                  <a:gd name="T23" fmla="*/ 133 h 36"/>
                  <a:gd name="T24" fmla="*/ 5 w 12"/>
                  <a:gd name="T25" fmla="*/ 138 h 36"/>
                  <a:gd name="T26" fmla="*/ 13 w 12"/>
                  <a:gd name="T27" fmla="*/ 153 h 36"/>
                  <a:gd name="T28" fmla="*/ 0 w 12"/>
                  <a:gd name="T29" fmla="*/ 167 h 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2" h="36">
                    <a:moveTo>
                      <a:pt x="10" y="24"/>
                    </a:moveTo>
                    <a:cubicBezTo>
                      <a:pt x="12" y="16"/>
                      <a:pt x="8" y="6"/>
                      <a:pt x="3" y="0"/>
                    </a:cubicBezTo>
                    <a:cubicBezTo>
                      <a:pt x="4" y="3"/>
                      <a:pt x="6" y="6"/>
                      <a:pt x="7" y="9"/>
                    </a:cubicBezTo>
                    <a:cubicBezTo>
                      <a:pt x="8" y="13"/>
                      <a:pt x="7" y="19"/>
                      <a:pt x="8" y="22"/>
                    </a:cubicBezTo>
                    <a:cubicBezTo>
                      <a:pt x="9" y="17"/>
                      <a:pt x="5" y="11"/>
                      <a:pt x="1" y="8"/>
                    </a:cubicBezTo>
                    <a:cubicBezTo>
                      <a:pt x="4" y="14"/>
                      <a:pt x="10" y="20"/>
                      <a:pt x="9" y="27"/>
                    </a:cubicBezTo>
                    <a:cubicBezTo>
                      <a:pt x="6" y="23"/>
                      <a:pt x="6" y="18"/>
                      <a:pt x="2" y="15"/>
                    </a:cubicBezTo>
                    <a:cubicBezTo>
                      <a:pt x="4" y="19"/>
                      <a:pt x="7" y="23"/>
                      <a:pt x="8" y="27"/>
                    </a:cubicBezTo>
                    <a:cubicBezTo>
                      <a:pt x="6" y="25"/>
                      <a:pt x="4" y="23"/>
                      <a:pt x="2" y="21"/>
                    </a:cubicBezTo>
                    <a:cubicBezTo>
                      <a:pt x="4" y="23"/>
                      <a:pt x="5" y="25"/>
                      <a:pt x="6" y="28"/>
                    </a:cubicBezTo>
                    <a:cubicBezTo>
                      <a:pt x="5" y="27"/>
                      <a:pt x="3" y="26"/>
                      <a:pt x="1" y="26"/>
                    </a:cubicBezTo>
                    <a:cubicBezTo>
                      <a:pt x="2" y="27"/>
                      <a:pt x="3" y="28"/>
                      <a:pt x="4" y="29"/>
                    </a:cubicBezTo>
                    <a:cubicBezTo>
                      <a:pt x="3" y="29"/>
                      <a:pt x="2" y="30"/>
                      <a:pt x="1" y="30"/>
                    </a:cubicBezTo>
                    <a:cubicBezTo>
                      <a:pt x="1" y="31"/>
                      <a:pt x="2" y="33"/>
                      <a:pt x="3" y="33"/>
                    </a:cubicBezTo>
                    <a:cubicBezTo>
                      <a:pt x="2" y="33"/>
                      <a:pt x="1" y="34"/>
                      <a:pt x="0" y="36"/>
                    </a:cubicBezTo>
                  </a:path>
                </a:pathLst>
              </a:custGeom>
              <a:solidFill>
                <a:srgbClr val="7B46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549" name="Freeform 665">
                <a:extLst>
                  <a:ext uri="{FF2B5EF4-FFF2-40B4-BE49-F238E27FC236}">
                    <a16:creationId xmlns:a16="http://schemas.microsoft.com/office/drawing/2014/main" id="{904D4D33-931C-4CCF-99E9-B5F0B300A4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6" y="820"/>
                <a:ext cx="20" cy="80"/>
              </a:xfrm>
              <a:custGeom>
                <a:avLst/>
                <a:gdLst>
                  <a:gd name="T0" fmla="*/ 0 w 12"/>
                  <a:gd name="T1" fmla="*/ 103 h 48"/>
                  <a:gd name="T2" fmla="*/ 55 w 12"/>
                  <a:gd name="T3" fmla="*/ 0 h 48"/>
                  <a:gd name="T4" fmla="*/ 13 w 12"/>
                  <a:gd name="T5" fmla="*/ 138 h 48"/>
                  <a:gd name="T6" fmla="*/ 47 w 12"/>
                  <a:gd name="T7" fmla="*/ 62 h 48"/>
                  <a:gd name="T8" fmla="*/ 20 w 12"/>
                  <a:gd name="T9" fmla="*/ 162 h 48"/>
                  <a:gd name="T10" fmla="*/ 37 w 12"/>
                  <a:gd name="T11" fmla="*/ 117 h 48"/>
                  <a:gd name="T12" fmla="*/ 28 w 12"/>
                  <a:gd name="T13" fmla="*/ 158 h 48"/>
                  <a:gd name="T14" fmla="*/ 47 w 12"/>
                  <a:gd name="T15" fmla="*/ 133 h 48"/>
                  <a:gd name="T16" fmla="*/ 47 w 12"/>
                  <a:gd name="T17" fmla="*/ 222 h 4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2" h="48">
                    <a:moveTo>
                      <a:pt x="0" y="22"/>
                    </a:moveTo>
                    <a:cubicBezTo>
                      <a:pt x="2" y="14"/>
                      <a:pt x="5" y="5"/>
                      <a:pt x="12" y="0"/>
                    </a:cubicBezTo>
                    <a:cubicBezTo>
                      <a:pt x="6" y="7"/>
                      <a:pt x="3" y="21"/>
                      <a:pt x="3" y="30"/>
                    </a:cubicBezTo>
                    <a:cubicBezTo>
                      <a:pt x="3" y="24"/>
                      <a:pt x="6" y="16"/>
                      <a:pt x="10" y="13"/>
                    </a:cubicBezTo>
                    <a:cubicBezTo>
                      <a:pt x="9" y="20"/>
                      <a:pt x="4" y="27"/>
                      <a:pt x="4" y="35"/>
                    </a:cubicBezTo>
                    <a:cubicBezTo>
                      <a:pt x="5" y="31"/>
                      <a:pt x="6" y="28"/>
                      <a:pt x="8" y="25"/>
                    </a:cubicBezTo>
                    <a:cubicBezTo>
                      <a:pt x="8" y="28"/>
                      <a:pt x="7" y="31"/>
                      <a:pt x="6" y="34"/>
                    </a:cubicBezTo>
                    <a:cubicBezTo>
                      <a:pt x="8" y="32"/>
                      <a:pt x="8" y="30"/>
                      <a:pt x="10" y="29"/>
                    </a:cubicBezTo>
                    <a:cubicBezTo>
                      <a:pt x="10" y="35"/>
                      <a:pt x="8" y="41"/>
                      <a:pt x="10" y="48"/>
                    </a:cubicBezTo>
                  </a:path>
                </a:pathLst>
              </a:custGeom>
              <a:solidFill>
                <a:srgbClr val="7B46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550" name="Freeform 666">
                <a:extLst>
                  <a:ext uri="{FF2B5EF4-FFF2-40B4-BE49-F238E27FC236}">
                    <a16:creationId xmlns:a16="http://schemas.microsoft.com/office/drawing/2014/main" id="{CDC29D96-4F16-47D6-A654-B1C766043E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0" y="800"/>
                <a:ext cx="27" cy="72"/>
              </a:xfrm>
              <a:custGeom>
                <a:avLst/>
                <a:gdLst>
                  <a:gd name="T0" fmla="*/ 20 w 16"/>
                  <a:gd name="T1" fmla="*/ 203 h 43"/>
                  <a:gd name="T2" fmla="*/ 0 w 16"/>
                  <a:gd name="T3" fmla="*/ 65 h 43"/>
                  <a:gd name="T4" fmla="*/ 34 w 16"/>
                  <a:gd name="T5" fmla="*/ 151 h 43"/>
                  <a:gd name="T6" fmla="*/ 24 w 16"/>
                  <a:gd name="T7" fmla="*/ 42 h 43"/>
                  <a:gd name="T8" fmla="*/ 54 w 16"/>
                  <a:gd name="T9" fmla="*/ 132 h 43"/>
                  <a:gd name="T10" fmla="*/ 29 w 16"/>
                  <a:gd name="T11" fmla="*/ 13 h 43"/>
                  <a:gd name="T12" fmla="*/ 62 w 16"/>
                  <a:gd name="T13" fmla="*/ 79 h 43"/>
                  <a:gd name="T14" fmla="*/ 42 w 16"/>
                  <a:gd name="T15" fmla="*/ 0 h 43"/>
                  <a:gd name="T16" fmla="*/ 78 w 16"/>
                  <a:gd name="T17" fmla="*/ 79 h 4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6" h="43">
                    <a:moveTo>
                      <a:pt x="4" y="43"/>
                    </a:moveTo>
                    <a:cubicBezTo>
                      <a:pt x="5" y="32"/>
                      <a:pt x="4" y="24"/>
                      <a:pt x="0" y="14"/>
                    </a:cubicBezTo>
                    <a:cubicBezTo>
                      <a:pt x="4" y="20"/>
                      <a:pt x="8" y="24"/>
                      <a:pt x="7" y="32"/>
                    </a:cubicBezTo>
                    <a:cubicBezTo>
                      <a:pt x="8" y="24"/>
                      <a:pt x="7" y="17"/>
                      <a:pt x="5" y="9"/>
                    </a:cubicBezTo>
                    <a:cubicBezTo>
                      <a:pt x="6" y="15"/>
                      <a:pt x="9" y="23"/>
                      <a:pt x="11" y="28"/>
                    </a:cubicBezTo>
                    <a:cubicBezTo>
                      <a:pt x="12" y="21"/>
                      <a:pt x="10" y="9"/>
                      <a:pt x="6" y="3"/>
                    </a:cubicBezTo>
                    <a:cubicBezTo>
                      <a:pt x="8" y="8"/>
                      <a:pt x="11" y="12"/>
                      <a:pt x="13" y="17"/>
                    </a:cubicBezTo>
                    <a:cubicBezTo>
                      <a:pt x="12" y="11"/>
                      <a:pt x="9" y="6"/>
                      <a:pt x="9" y="0"/>
                    </a:cubicBezTo>
                    <a:cubicBezTo>
                      <a:pt x="12" y="5"/>
                      <a:pt x="15" y="11"/>
                      <a:pt x="16" y="17"/>
                    </a:cubicBezTo>
                  </a:path>
                </a:pathLst>
              </a:custGeom>
              <a:solidFill>
                <a:srgbClr val="7B46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551" name="Freeform 667">
                <a:extLst>
                  <a:ext uri="{FF2B5EF4-FFF2-40B4-BE49-F238E27FC236}">
                    <a16:creationId xmlns:a16="http://schemas.microsoft.com/office/drawing/2014/main" id="{5455D5E8-C485-4993-AB0D-A6CB3BB2B3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2" y="803"/>
                <a:ext cx="18" cy="47"/>
              </a:xfrm>
              <a:custGeom>
                <a:avLst/>
                <a:gdLst>
                  <a:gd name="T0" fmla="*/ 13 w 11"/>
                  <a:gd name="T1" fmla="*/ 133 h 28"/>
                  <a:gd name="T2" fmla="*/ 0 w 11"/>
                  <a:gd name="T3" fmla="*/ 37 h 28"/>
                  <a:gd name="T4" fmla="*/ 29 w 11"/>
                  <a:gd name="T5" fmla="*/ 112 h 28"/>
                  <a:gd name="T6" fmla="*/ 18 w 11"/>
                  <a:gd name="T7" fmla="*/ 20 h 28"/>
                  <a:gd name="T8" fmla="*/ 41 w 11"/>
                  <a:gd name="T9" fmla="*/ 62 h 28"/>
                  <a:gd name="T10" fmla="*/ 29 w 11"/>
                  <a:gd name="T11" fmla="*/ 0 h 28"/>
                  <a:gd name="T12" fmla="*/ 47 w 11"/>
                  <a:gd name="T13" fmla="*/ 49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28">
                    <a:moveTo>
                      <a:pt x="3" y="28"/>
                    </a:moveTo>
                    <a:cubicBezTo>
                      <a:pt x="5" y="22"/>
                      <a:pt x="3" y="13"/>
                      <a:pt x="0" y="8"/>
                    </a:cubicBezTo>
                    <a:cubicBezTo>
                      <a:pt x="3" y="13"/>
                      <a:pt x="7" y="17"/>
                      <a:pt x="7" y="24"/>
                    </a:cubicBezTo>
                    <a:cubicBezTo>
                      <a:pt x="6" y="17"/>
                      <a:pt x="5" y="11"/>
                      <a:pt x="4" y="4"/>
                    </a:cubicBezTo>
                    <a:cubicBezTo>
                      <a:pt x="5" y="7"/>
                      <a:pt x="6" y="11"/>
                      <a:pt x="9" y="13"/>
                    </a:cubicBezTo>
                    <a:cubicBezTo>
                      <a:pt x="9" y="9"/>
                      <a:pt x="8" y="5"/>
                      <a:pt x="7" y="0"/>
                    </a:cubicBezTo>
                    <a:cubicBezTo>
                      <a:pt x="9" y="3"/>
                      <a:pt x="10" y="6"/>
                      <a:pt x="11" y="10"/>
                    </a:cubicBezTo>
                  </a:path>
                </a:pathLst>
              </a:custGeom>
              <a:solidFill>
                <a:srgbClr val="7B46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552" name="Freeform 668">
                <a:extLst>
                  <a:ext uri="{FF2B5EF4-FFF2-40B4-BE49-F238E27FC236}">
                    <a16:creationId xmlns:a16="http://schemas.microsoft.com/office/drawing/2014/main" id="{5720F566-E000-4E85-B331-274BA824B4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5" y="752"/>
                <a:ext cx="46" cy="66"/>
              </a:xfrm>
              <a:custGeom>
                <a:avLst/>
                <a:gdLst>
                  <a:gd name="T0" fmla="*/ 26 w 27"/>
                  <a:gd name="T1" fmla="*/ 180 h 40"/>
                  <a:gd name="T2" fmla="*/ 0 w 27"/>
                  <a:gd name="T3" fmla="*/ 54 h 40"/>
                  <a:gd name="T4" fmla="*/ 44 w 27"/>
                  <a:gd name="T5" fmla="*/ 167 h 40"/>
                  <a:gd name="T6" fmla="*/ 34 w 27"/>
                  <a:gd name="T7" fmla="*/ 63 h 40"/>
                  <a:gd name="T8" fmla="*/ 49 w 27"/>
                  <a:gd name="T9" fmla="*/ 130 h 40"/>
                  <a:gd name="T10" fmla="*/ 41 w 27"/>
                  <a:gd name="T11" fmla="*/ 35 h 40"/>
                  <a:gd name="T12" fmla="*/ 63 w 27"/>
                  <a:gd name="T13" fmla="*/ 112 h 40"/>
                  <a:gd name="T14" fmla="*/ 49 w 27"/>
                  <a:gd name="T15" fmla="*/ 21 h 40"/>
                  <a:gd name="T16" fmla="*/ 78 w 27"/>
                  <a:gd name="T17" fmla="*/ 104 h 40"/>
                  <a:gd name="T18" fmla="*/ 70 w 27"/>
                  <a:gd name="T19" fmla="*/ 21 h 40"/>
                  <a:gd name="T20" fmla="*/ 94 w 27"/>
                  <a:gd name="T21" fmla="*/ 117 h 40"/>
                  <a:gd name="T22" fmla="*/ 90 w 27"/>
                  <a:gd name="T23" fmla="*/ 8 h 40"/>
                  <a:gd name="T24" fmla="*/ 112 w 27"/>
                  <a:gd name="T25" fmla="*/ 112 h 40"/>
                  <a:gd name="T26" fmla="*/ 99 w 27"/>
                  <a:gd name="T27" fmla="*/ 0 h 40"/>
                  <a:gd name="T28" fmla="*/ 124 w 27"/>
                  <a:gd name="T29" fmla="*/ 139 h 40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27" h="40">
                    <a:moveTo>
                      <a:pt x="5" y="40"/>
                    </a:moveTo>
                    <a:cubicBezTo>
                      <a:pt x="5" y="31"/>
                      <a:pt x="2" y="21"/>
                      <a:pt x="0" y="12"/>
                    </a:cubicBezTo>
                    <a:cubicBezTo>
                      <a:pt x="3" y="20"/>
                      <a:pt x="8" y="28"/>
                      <a:pt x="9" y="37"/>
                    </a:cubicBezTo>
                    <a:cubicBezTo>
                      <a:pt x="6" y="33"/>
                      <a:pt x="5" y="20"/>
                      <a:pt x="7" y="14"/>
                    </a:cubicBezTo>
                    <a:cubicBezTo>
                      <a:pt x="7" y="18"/>
                      <a:pt x="7" y="27"/>
                      <a:pt x="10" y="29"/>
                    </a:cubicBezTo>
                    <a:cubicBezTo>
                      <a:pt x="12" y="24"/>
                      <a:pt x="9" y="14"/>
                      <a:pt x="8" y="8"/>
                    </a:cubicBezTo>
                    <a:cubicBezTo>
                      <a:pt x="11" y="13"/>
                      <a:pt x="12" y="20"/>
                      <a:pt x="13" y="25"/>
                    </a:cubicBezTo>
                    <a:cubicBezTo>
                      <a:pt x="13" y="18"/>
                      <a:pt x="11" y="11"/>
                      <a:pt x="10" y="5"/>
                    </a:cubicBezTo>
                    <a:cubicBezTo>
                      <a:pt x="12" y="11"/>
                      <a:pt x="15" y="17"/>
                      <a:pt x="16" y="23"/>
                    </a:cubicBezTo>
                    <a:cubicBezTo>
                      <a:pt x="16" y="17"/>
                      <a:pt x="14" y="11"/>
                      <a:pt x="14" y="5"/>
                    </a:cubicBezTo>
                    <a:cubicBezTo>
                      <a:pt x="17" y="12"/>
                      <a:pt x="16" y="19"/>
                      <a:pt x="19" y="26"/>
                    </a:cubicBezTo>
                    <a:cubicBezTo>
                      <a:pt x="22" y="19"/>
                      <a:pt x="18" y="9"/>
                      <a:pt x="18" y="2"/>
                    </a:cubicBezTo>
                    <a:cubicBezTo>
                      <a:pt x="19" y="9"/>
                      <a:pt x="19" y="19"/>
                      <a:pt x="23" y="25"/>
                    </a:cubicBezTo>
                    <a:cubicBezTo>
                      <a:pt x="25" y="19"/>
                      <a:pt x="21" y="6"/>
                      <a:pt x="20" y="0"/>
                    </a:cubicBezTo>
                    <a:cubicBezTo>
                      <a:pt x="27" y="8"/>
                      <a:pt x="26" y="21"/>
                      <a:pt x="25" y="31"/>
                    </a:cubicBezTo>
                  </a:path>
                </a:pathLst>
              </a:custGeom>
              <a:solidFill>
                <a:srgbClr val="7B46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553" name="Freeform 669">
                <a:extLst>
                  <a:ext uri="{FF2B5EF4-FFF2-40B4-BE49-F238E27FC236}">
                    <a16:creationId xmlns:a16="http://schemas.microsoft.com/office/drawing/2014/main" id="{1B016AAA-B707-47C0-AAB1-8C4DA69869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1" y="725"/>
                <a:ext cx="59" cy="62"/>
              </a:xfrm>
              <a:custGeom>
                <a:avLst/>
                <a:gdLst>
                  <a:gd name="T0" fmla="*/ 42 w 35"/>
                  <a:gd name="T1" fmla="*/ 169 h 37"/>
                  <a:gd name="T2" fmla="*/ 34 w 35"/>
                  <a:gd name="T3" fmla="*/ 99 h 37"/>
                  <a:gd name="T4" fmla="*/ 5 w 35"/>
                  <a:gd name="T5" fmla="*/ 0 h 37"/>
                  <a:gd name="T6" fmla="*/ 29 w 35"/>
                  <a:gd name="T7" fmla="*/ 47 h 37"/>
                  <a:gd name="T8" fmla="*/ 57 w 35"/>
                  <a:gd name="T9" fmla="*/ 174 h 37"/>
                  <a:gd name="T10" fmla="*/ 49 w 35"/>
                  <a:gd name="T11" fmla="*/ 47 h 37"/>
                  <a:gd name="T12" fmla="*/ 78 w 35"/>
                  <a:gd name="T13" fmla="*/ 154 h 37"/>
                  <a:gd name="T14" fmla="*/ 78 w 35"/>
                  <a:gd name="T15" fmla="*/ 62 h 37"/>
                  <a:gd name="T16" fmla="*/ 91 w 35"/>
                  <a:gd name="T17" fmla="*/ 146 h 37"/>
                  <a:gd name="T18" fmla="*/ 105 w 35"/>
                  <a:gd name="T19" fmla="*/ 50 h 37"/>
                  <a:gd name="T20" fmla="*/ 105 w 35"/>
                  <a:gd name="T21" fmla="*/ 124 h 37"/>
                  <a:gd name="T22" fmla="*/ 125 w 35"/>
                  <a:gd name="T23" fmla="*/ 57 h 37"/>
                  <a:gd name="T24" fmla="*/ 125 w 35"/>
                  <a:gd name="T25" fmla="*/ 124 h 37"/>
                  <a:gd name="T26" fmla="*/ 140 w 35"/>
                  <a:gd name="T27" fmla="*/ 62 h 37"/>
                  <a:gd name="T28" fmla="*/ 148 w 35"/>
                  <a:gd name="T29" fmla="*/ 124 h 37"/>
                  <a:gd name="T30" fmla="*/ 158 w 35"/>
                  <a:gd name="T31" fmla="*/ 79 h 37"/>
                  <a:gd name="T32" fmla="*/ 167 w 35"/>
                  <a:gd name="T33" fmla="*/ 124 h 3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35" h="37">
                    <a:moveTo>
                      <a:pt x="9" y="36"/>
                    </a:moveTo>
                    <a:cubicBezTo>
                      <a:pt x="8" y="31"/>
                      <a:pt x="8" y="26"/>
                      <a:pt x="7" y="21"/>
                    </a:cubicBezTo>
                    <a:cubicBezTo>
                      <a:pt x="5" y="14"/>
                      <a:pt x="3" y="6"/>
                      <a:pt x="1" y="0"/>
                    </a:cubicBezTo>
                    <a:cubicBezTo>
                      <a:pt x="0" y="3"/>
                      <a:pt x="5" y="7"/>
                      <a:pt x="6" y="10"/>
                    </a:cubicBezTo>
                    <a:cubicBezTo>
                      <a:pt x="10" y="19"/>
                      <a:pt x="11" y="28"/>
                      <a:pt x="12" y="37"/>
                    </a:cubicBezTo>
                    <a:cubicBezTo>
                      <a:pt x="14" y="29"/>
                      <a:pt x="12" y="19"/>
                      <a:pt x="10" y="10"/>
                    </a:cubicBezTo>
                    <a:cubicBezTo>
                      <a:pt x="12" y="18"/>
                      <a:pt x="14" y="26"/>
                      <a:pt x="16" y="33"/>
                    </a:cubicBezTo>
                    <a:cubicBezTo>
                      <a:pt x="16" y="27"/>
                      <a:pt x="14" y="20"/>
                      <a:pt x="16" y="13"/>
                    </a:cubicBezTo>
                    <a:cubicBezTo>
                      <a:pt x="17" y="19"/>
                      <a:pt x="16" y="26"/>
                      <a:pt x="19" y="31"/>
                    </a:cubicBezTo>
                    <a:cubicBezTo>
                      <a:pt x="22" y="25"/>
                      <a:pt x="19" y="16"/>
                      <a:pt x="22" y="11"/>
                    </a:cubicBezTo>
                    <a:cubicBezTo>
                      <a:pt x="23" y="16"/>
                      <a:pt x="22" y="21"/>
                      <a:pt x="22" y="26"/>
                    </a:cubicBezTo>
                    <a:cubicBezTo>
                      <a:pt x="24" y="21"/>
                      <a:pt x="24" y="16"/>
                      <a:pt x="26" y="12"/>
                    </a:cubicBezTo>
                    <a:cubicBezTo>
                      <a:pt x="26" y="16"/>
                      <a:pt x="25" y="22"/>
                      <a:pt x="26" y="26"/>
                    </a:cubicBezTo>
                    <a:cubicBezTo>
                      <a:pt x="29" y="22"/>
                      <a:pt x="27" y="17"/>
                      <a:pt x="29" y="13"/>
                    </a:cubicBezTo>
                    <a:cubicBezTo>
                      <a:pt x="30" y="17"/>
                      <a:pt x="29" y="22"/>
                      <a:pt x="31" y="26"/>
                    </a:cubicBezTo>
                    <a:cubicBezTo>
                      <a:pt x="33" y="24"/>
                      <a:pt x="32" y="19"/>
                      <a:pt x="33" y="17"/>
                    </a:cubicBezTo>
                    <a:cubicBezTo>
                      <a:pt x="35" y="19"/>
                      <a:pt x="35" y="23"/>
                      <a:pt x="35" y="26"/>
                    </a:cubicBezTo>
                  </a:path>
                </a:pathLst>
              </a:custGeom>
              <a:solidFill>
                <a:srgbClr val="7B46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554" name="Freeform 670">
                <a:extLst>
                  <a:ext uri="{FF2B5EF4-FFF2-40B4-BE49-F238E27FC236}">
                    <a16:creationId xmlns:a16="http://schemas.microsoft.com/office/drawing/2014/main" id="{12145001-0229-45E6-B4AF-8CFDC4579E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6" y="737"/>
                <a:ext cx="61" cy="58"/>
              </a:xfrm>
              <a:custGeom>
                <a:avLst/>
                <a:gdLst>
                  <a:gd name="T0" fmla="*/ 0 w 36"/>
                  <a:gd name="T1" fmla="*/ 113 h 35"/>
                  <a:gd name="T2" fmla="*/ 49 w 36"/>
                  <a:gd name="T3" fmla="*/ 22 h 35"/>
                  <a:gd name="T4" fmla="*/ 34 w 36"/>
                  <a:gd name="T5" fmla="*/ 154 h 35"/>
                  <a:gd name="T6" fmla="*/ 58 w 36"/>
                  <a:gd name="T7" fmla="*/ 22 h 35"/>
                  <a:gd name="T8" fmla="*/ 58 w 36"/>
                  <a:gd name="T9" fmla="*/ 113 h 35"/>
                  <a:gd name="T10" fmla="*/ 71 w 36"/>
                  <a:gd name="T11" fmla="*/ 20 h 35"/>
                  <a:gd name="T12" fmla="*/ 69 w 36"/>
                  <a:gd name="T13" fmla="*/ 113 h 35"/>
                  <a:gd name="T14" fmla="*/ 92 w 36"/>
                  <a:gd name="T15" fmla="*/ 0 h 35"/>
                  <a:gd name="T16" fmla="*/ 83 w 36"/>
                  <a:gd name="T17" fmla="*/ 151 h 35"/>
                  <a:gd name="T18" fmla="*/ 120 w 36"/>
                  <a:gd name="T19" fmla="*/ 0 h 35"/>
                  <a:gd name="T20" fmla="*/ 117 w 36"/>
                  <a:gd name="T21" fmla="*/ 68 h 35"/>
                  <a:gd name="T22" fmla="*/ 117 w 36"/>
                  <a:gd name="T23" fmla="*/ 146 h 35"/>
                  <a:gd name="T24" fmla="*/ 146 w 36"/>
                  <a:gd name="T25" fmla="*/ 33 h 35"/>
                  <a:gd name="T26" fmla="*/ 153 w 36"/>
                  <a:gd name="T27" fmla="*/ 141 h 35"/>
                  <a:gd name="T28" fmla="*/ 161 w 36"/>
                  <a:gd name="T29" fmla="*/ 55 h 35"/>
                  <a:gd name="T30" fmla="*/ 175 w 36"/>
                  <a:gd name="T31" fmla="*/ 159 h 35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36" h="35">
                    <a:moveTo>
                      <a:pt x="0" y="25"/>
                    </a:moveTo>
                    <a:cubicBezTo>
                      <a:pt x="3" y="23"/>
                      <a:pt x="16" y="7"/>
                      <a:pt x="10" y="5"/>
                    </a:cubicBezTo>
                    <a:cubicBezTo>
                      <a:pt x="13" y="15"/>
                      <a:pt x="11" y="25"/>
                      <a:pt x="7" y="34"/>
                    </a:cubicBezTo>
                    <a:cubicBezTo>
                      <a:pt x="9" y="24"/>
                      <a:pt x="13" y="15"/>
                      <a:pt x="12" y="5"/>
                    </a:cubicBezTo>
                    <a:cubicBezTo>
                      <a:pt x="12" y="11"/>
                      <a:pt x="12" y="18"/>
                      <a:pt x="12" y="25"/>
                    </a:cubicBezTo>
                    <a:cubicBezTo>
                      <a:pt x="11" y="18"/>
                      <a:pt x="13" y="11"/>
                      <a:pt x="15" y="4"/>
                    </a:cubicBezTo>
                    <a:cubicBezTo>
                      <a:pt x="15" y="10"/>
                      <a:pt x="11" y="20"/>
                      <a:pt x="14" y="25"/>
                    </a:cubicBezTo>
                    <a:cubicBezTo>
                      <a:pt x="18" y="18"/>
                      <a:pt x="17" y="8"/>
                      <a:pt x="19" y="0"/>
                    </a:cubicBezTo>
                    <a:cubicBezTo>
                      <a:pt x="19" y="11"/>
                      <a:pt x="20" y="22"/>
                      <a:pt x="17" y="33"/>
                    </a:cubicBezTo>
                    <a:cubicBezTo>
                      <a:pt x="21" y="24"/>
                      <a:pt x="28" y="10"/>
                      <a:pt x="25" y="0"/>
                    </a:cubicBezTo>
                    <a:cubicBezTo>
                      <a:pt x="24" y="5"/>
                      <a:pt x="25" y="10"/>
                      <a:pt x="24" y="15"/>
                    </a:cubicBezTo>
                    <a:cubicBezTo>
                      <a:pt x="24" y="20"/>
                      <a:pt x="22" y="27"/>
                      <a:pt x="24" y="32"/>
                    </a:cubicBezTo>
                    <a:cubicBezTo>
                      <a:pt x="27" y="24"/>
                      <a:pt x="28" y="15"/>
                      <a:pt x="30" y="7"/>
                    </a:cubicBezTo>
                    <a:cubicBezTo>
                      <a:pt x="32" y="14"/>
                      <a:pt x="29" y="23"/>
                      <a:pt x="31" y="31"/>
                    </a:cubicBezTo>
                    <a:cubicBezTo>
                      <a:pt x="32" y="25"/>
                      <a:pt x="32" y="18"/>
                      <a:pt x="33" y="12"/>
                    </a:cubicBezTo>
                    <a:cubicBezTo>
                      <a:pt x="35" y="20"/>
                      <a:pt x="36" y="27"/>
                      <a:pt x="36" y="35"/>
                    </a:cubicBezTo>
                  </a:path>
                </a:pathLst>
              </a:custGeom>
              <a:solidFill>
                <a:srgbClr val="7B46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555" name="Freeform 671">
                <a:extLst>
                  <a:ext uri="{FF2B5EF4-FFF2-40B4-BE49-F238E27FC236}">
                    <a16:creationId xmlns:a16="http://schemas.microsoft.com/office/drawing/2014/main" id="{7374E878-FAFA-4F56-8920-42F637E5B4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7" y="747"/>
                <a:ext cx="79" cy="105"/>
              </a:xfrm>
              <a:custGeom>
                <a:avLst/>
                <a:gdLst>
                  <a:gd name="T0" fmla="*/ 203 w 47"/>
                  <a:gd name="T1" fmla="*/ 292 h 63"/>
                  <a:gd name="T2" fmla="*/ 208 w 47"/>
                  <a:gd name="T3" fmla="*/ 208 h 63"/>
                  <a:gd name="T4" fmla="*/ 224 w 47"/>
                  <a:gd name="T5" fmla="*/ 117 h 63"/>
                  <a:gd name="T6" fmla="*/ 200 w 47"/>
                  <a:gd name="T7" fmla="*/ 175 h 63"/>
                  <a:gd name="T8" fmla="*/ 195 w 47"/>
                  <a:gd name="T9" fmla="*/ 263 h 63"/>
                  <a:gd name="T10" fmla="*/ 203 w 47"/>
                  <a:gd name="T11" fmla="*/ 78 h 63"/>
                  <a:gd name="T12" fmla="*/ 173 w 47"/>
                  <a:gd name="T13" fmla="*/ 237 h 63"/>
                  <a:gd name="T14" fmla="*/ 182 w 47"/>
                  <a:gd name="T15" fmla="*/ 70 h 63"/>
                  <a:gd name="T16" fmla="*/ 155 w 47"/>
                  <a:gd name="T17" fmla="*/ 195 h 63"/>
                  <a:gd name="T18" fmla="*/ 161 w 47"/>
                  <a:gd name="T19" fmla="*/ 103 h 63"/>
                  <a:gd name="T20" fmla="*/ 153 w 47"/>
                  <a:gd name="T21" fmla="*/ 147 h 63"/>
                  <a:gd name="T22" fmla="*/ 153 w 47"/>
                  <a:gd name="T23" fmla="*/ 112 h 63"/>
                  <a:gd name="T24" fmla="*/ 133 w 47"/>
                  <a:gd name="T25" fmla="*/ 145 h 63"/>
                  <a:gd name="T26" fmla="*/ 133 w 47"/>
                  <a:gd name="T27" fmla="*/ 88 h 63"/>
                  <a:gd name="T28" fmla="*/ 111 w 47"/>
                  <a:gd name="T29" fmla="*/ 162 h 63"/>
                  <a:gd name="T30" fmla="*/ 104 w 47"/>
                  <a:gd name="T31" fmla="*/ 55 h 63"/>
                  <a:gd name="T32" fmla="*/ 96 w 47"/>
                  <a:gd name="T33" fmla="*/ 117 h 63"/>
                  <a:gd name="T34" fmla="*/ 84 w 47"/>
                  <a:gd name="T35" fmla="*/ 195 h 63"/>
                  <a:gd name="T36" fmla="*/ 76 w 47"/>
                  <a:gd name="T37" fmla="*/ 103 h 63"/>
                  <a:gd name="T38" fmla="*/ 71 w 47"/>
                  <a:gd name="T39" fmla="*/ 0 h 63"/>
                  <a:gd name="T40" fmla="*/ 50 w 47"/>
                  <a:gd name="T41" fmla="*/ 195 h 63"/>
                  <a:gd name="T42" fmla="*/ 49 w 47"/>
                  <a:gd name="T43" fmla="*/ 133 h 63"/>
                  <a:gd name="T44" fmla="*/ 34 w 47"/>
                  <a:gd name="T45" fmla="*/ 33 h 63"/>
                  <a:gd name="T46" fmla="*/ 29 w 47"/>
                  <a:gd name="T47" fmla="*/ 153 h 63"/>
                  <a:gd name="T48" fmla="*/ 20 w 47"/>
                  <a:gd name="T49" fmla="*/ 37 h 63"/>
                  <a:gd name="T50" fmla="*/ 13 w 47"/>
                  <a:gd name="T51" fmla="*/ 130 h 63"/>
                  <a:gd name="T52" fmla="*/ 0 w 47"/>
                  <a:gd name="T53" fmla="*/ 55 h 63"/>
                  <a:gd name="T54" fmla="*/ 0 w 47"/>
                  <a:gd name="T55" fmla="*/ 70 h 63"/>
                  <a:gd name="T56" fmla="*/ 0 w 47"/>
                  <a:gd name="T57" fmla="*/ 55 h 63"/>
                  <a:gd name="T58" fmla="*/ 5 w 47"/>
                  <a:gd name="T59" fmla="*/ 103 h 63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0" t="0" r="r" b="b"/>
                <a:pathLst>
                  <a:path w="47" h="63">
                    <a:moveTo>
                      <a:pt x="43" y="63"/>
                    </a:moveTo>
                    <a:cubicBezTo>
                      <a:pt x="43" y="57"/>
                      <a:pt x="43" y="51"/>
                      <a:pt x="44" y="45"/>
                    </a:cubicBezTo>
                    <a:cubicBezTo>
                      <a:pt x="45" y="38"/>
                      <a:pt x="45" y="31"/>
                      <a:pt x="47" y="25"/>
                    </a:cubicBezTo>
                    <a:cubicBezTo>
                      <a:pt x="46" y="29"/>
                      <a:pt x="44" y="34"/>
                      <a:pt x="42" y="38"/>
                    </a:cubicBezTo>
                    <a:cubicBezTo>
                      <a:pt x="41" y="45"/>
                      <a:pt x="41" y="51"/>
                      <a:pt x="41" y="57"/>
                    </a:cubicBezTo>
                    <a:cubicBezTo>
                      <a:pt x="40" y="44"/>
                      <a:pt x="39" y="30"/>
                      <a:pt x="43" y="17"/>
                    </a:cubicBezTo>
                    <a:cubicBezTo>
                      <a:pt x="38" y="27"/>
                      <a:pt x="36" y="39"/>
                      <a:pt x="36" y="51"/>
                    </a:cubicBezTo>
                    <a:cubicBezTo>
                      <a:pt x="36" y="39"/>
                      <a:pt x="36" y="27"/>
                      <a:pt x="38" y="15"/>
                    </a:cubicBezTo>
                    <a:cubicBezTo>
                      <a:pt x="34" y="23"/>
                      <a:pt x="33" y="33"/>
                      <a:pt x="33" y="42"/>
                    </a:cubicBezTo>
                    <a:cubicBezTo>
                      <a:pt x="33" y="35"/>
                      <a:pt x="33" y="29"/>
                      <a:pt x="34" y="22"/>
                    </a:cubicBezTo>
                    <a:cubicBezTo>
                      <a:pt x="34" y="25"/>
                      <a:pt x="33" y="29"/>
                      <a:pt x="32" y="32"/>
                    </a:cubicBezTo>
                    <a:cubicBezTo>
                      <a:pt x="32" y="29"/>
                      <a:pt x="32" y="26"/>
                      <a:pt x="32" y="24"/>
                    </a:cubicBezTo>
                    <a:cubicBezTo>
                      <a:pt x="31" y="26"/>
                      <a:pt x="30" y="29"/>
                      <a:pt x="28" y="31"/>
                    </a:cubicBezTo>
                    <a:cubicBezTo>
                      <a:pt x="28" y="27"/>
                      <a:pt x="28" y="23"/>
                      <a:pt x="28" y="19"/>
                    </a:cubicBezTo>
                    <a:cubicBezTo>
                      <a:pt x="25" y="24"/>
                      <a:pt x="26" y="30"/>
                      <a:pt x="23" y="35"/>
                    </a:cubicBezTo>
                    <a:cubicBezTo>
                      <a:pt x="21" y="28"/>
                      <a:pt x="24" y="19"/>
                      <a:pt x="22" y="12"/>
                    </a:cubicBezTo>
                    <a:cubicBezTo>
                      <a:pt x="20" y="16"/>
                      <a:pt x="20" y="21"/>
                      <a:pt x="20" y="25"/>
                    </a:cubicBezTo>
                    <a:cubicBezTo>
                      <a:pt x="19" y="31"/>
                      <a:pt x="19" y="38"/>
                      <a:pt x="18" y="42"/>
                    </a:cubicBezTo>
                    <a:cubicBezTo>
                      <a:pt x="15" y="36"/>
                      <a:pt x="16" y="29"/>
                      <a:pt x="16" y="22"/>
                    </a:cubicBezTo>
                    <a:cubicBezTo>
                      <a:pt x="16" y="15"/>
                      <a:pt x="15" y="8"/>
                      <a:pt x="15" y="0"/>
                    </a:cubicBezTo>
                    <a:cubicBezTo>
                      <a:pt x="11" y="14"/>
                      <a:pt x="11" y="29"/>
                      <a:pt x="11" y="42"/>
                    </a:cubicBezTo>
                    <a:cubicBezTo>
                      <a:pt x="11" y="38"/>
                      <a:pt x="11" y="34"/>
                      <a:pt x="10" y="29"/>
                    </a:cubicBezTo>
                    <a:cubicBezTo>
                      <a:pt x="9" y="22"/>
                      <a:pt x="6" y="14"/>
                      <a:pt x="7" y="7"/>
                    </a:cubicBezTo>
                    <a:cubicBezTo>
                      <a:pt x="6" y="14"/>
                      <a:pt x="11" y="26"/>
                      <a:pt x="6" y="33"/>
                    </a:cubicBezTo>
                    <a:cubicBezTo>
                      <a:pt x="3" y="26"/>
                      <a:pt x="4" y="15"/>
                      <a:pt x="4" y="8"/>
                    </a:cubicBezTo>
                    <a:cubicBezTo>
                      <a:pt x="4" y="14"/>
                      <a:pt x="4" y="21"/>
                      <a:pt x="3" y="28"/>
                    </a:cubicBezTo>
                    <a:cubicBezTo>
                      <a:pt x="3" y="23"/>
                      <a:pt x="3" y="15"/>
                      <a:pt x="0" y="12"/>
                    </a:cubicBezTo>
                    <a:cubicBezTo>
                      <a:pt x="0" y="12"/>
                      <a:pt x="0" y="14"/>
                      <a:pt x="0" y="15"/>
                    </a:cubicBezTo>
                    <a:cubicBezTo>
                      <a:pt x="0" y="14"/>
                      <a:pt x="0" y="13"/>
                      <a:pt x="0" y="12"/>
                    </a:cubicBezTo>
                    <a:cubicBezTo>
                      <a:pt x="0" y="15"/>
                      <a:pt x="1" y="18"/>
                      <a:pt x="1" y="22"/>
                    </a:cubicBezTo>
                  </a:path>
                </a:pathLst>
              </a:custGeom>
              <a:solidFill>
                <a:srgbClr val="7B46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556" name="Freeform 672">
                <a:extLst>
                  <a:ext uri="{FF2B5EF4-FFF2-40B4-BE49-F238E27FC236}">
                    <a16:creationId xmlns:a16="http://schemas.microsoft.com/office/drawing/2014/main" id="{F86C3465-BB7B-42DF-9714-4CDFA97FD9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4" y="753"/>
                <a:ext cx="43" cy="79"/>
              </a:xfrm>
              <a:custGeom>
                <a:avLst/>
                <a:gdLst>
                  <a:gd name="T0" fmla="*/ 22 w 26"/>
                  <a:gd name="T1" fmla="*/ 128 h 47"/>
                  <a:gd name="T2" fmla="*/ 33 w 26"/>
                  <a:gd name="T3" fmla="*/ 57 h 47"/>
                  <a:gd name="T4" fmla="*/ 36 w 26"/>
                  <a:gd name="T5" fmla="*/ 0 h 47"/>
                  <a:gd name="T6" fmla="*/ 41 w 26"/>
                  <a:gd name="T7" fmla="*/ 50 h 47"/>
                  <a:gd name="T8" fmla="*/ 46 w 26"/>
                  <a:gd name="T9" fmla="*/ 153 h 47"/>
                  <a:gd name="T10" fmla="*/ 55 w 26"/>
                  <a:gd name="T11" fmla="*/ 91 h 47"/>
                  <a:gd name="T12" fmla="*/ 63 w 26"/>
                  <a:gd name="T13" fmla="*/ 5 h 47"/>
                  <a:gd name="T14" fmla="*/ 71 w 26"/>
                  <a:gd name="T15" fmla="*/ 49 h 47"/>
                  <a:gd name="T16" fmla="*/ 76 w 26"/>
                  <a:gd name="T17" fmla="*/ 141 h 47"/>
                  <a:gd name="T18" fmla="*/ 91 w 26"/>
                  <a:gd name="T19" fmla="*/ 22 h 47"/>
                  <a:gd name="T20" fmla="*/ 99 w 26"/>
                  <a:gd name="T21" fmla="*/ 146 h 47"/>
                  <a:gd name="T22" fmla="*/ 109 w 26"/>
                  <a:gd name="T23" fmla="*/ 67 h 47"/>
                  <a:gd name="T24" fmla="*/ 112 w 26"/>
                  <a:gd name="T25" fmla="*/ 161 h 47"/>
                  <a:gd name="T26" fmla="*/ 117 w 26"/>
                  <a:gd name="T27" fmla="*/ 224 h 47"/>
                  <a:gd name="T28" fmla="*/ 76 w 26"/>
                  <a:gd name="T29" fmla="*/ 224 h 47"/>
                  <a:gd name="T30" fmla="*/ 0 w 26"/>
                  <a:gd name="T31" fmla="*/ 166 h 47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26" h="47">
                    <a:moveTo>
                      <a:pt x="5" y="27"/>
                    </a:moveTo>
                    <a:cubicBezTo>
                      <a:pt x="7" y="23"/>
                      <a:pt x="7" y="17"/>
                      <a:pt x="7" y="12"/>
                    </a:cubicBezTo>
                    <a:cubicBezTo>
                      <a:pt x="7" y="8"/>
                      <a:pt x="6" y="3"/>
                      <a:pt x="8" y="0"/>
                    </a:cubicBezTo>
                    <a:cubicBezTo>
                      <a:pt x="7" y="3"/>
                      <a:pt x="9" y="7"/>
                      <a:pt x="9" y="11"/>
                    </a:cubicBezTo>
                    <a:cubicBezTo>
                      <a:pt x="10" y="18"/>
                      <a:pt x="9" y="25"/>
                      <a:pt x="10" y="32"/>
                    </a:cubicBezTo>
                    <a:cubicBezTo>
                      <a:pt x="12" y="29"/>
                      <a:pt x="12" y="22"/>
                      <a:pt x="12" y="19"/>
                    </a:cubicBezTo>
                    <a:cubicBezTo>
                      <a:pt x="13" y="13"/>
                      <a:pt x="13" y="7"/>
                      <a:pt x="14" y="1"/>
                    </a:cubicBezTo>
                    <a:cubicBezTo>
                      <a:pt x="15" y="4"/>
                      <a:pt x="15" y="7"/>
                      <a:pt x="16" y="10"/>
                    </a:cubicBezTo>
                    <a:cubicBezTo>
                      <a:pt x="16" y="16"/>
                      <a:pt x="14" y="25"/>
                      <a:pt x="17" y="30"/>
                    </a:cubicBezTo>
                    <a:cubicBezTo>
                      <a:pt x="19" y="22"/>
                      <a:pt x="19" y="13"/>
                      <a:pt x="20" y="5"/>
                    </a:cubicBezTo>
                    <a:cubicBezTo>
                      <a:pt x="20" y="13"/>
                      <a:pt x="20" y="23"/>
                      <a:pt x="22" y="31"/>
                    </a:cubicBezTo>
                    <a:cubicBezTo>
                      <a:pt x="23" y="26"/>
                      <a:pt x="22" y="19"/>
                      <a:pt x="24" y="14"/>
                    </a:cubicBezTo>
                    <a:cubicBezTo>
                      <a:pt x="26" y="20"/>
                      <a:pt x="25" y="28"/>
                      <a:pt x="25" y="34"/>
                    </a:cubicBezTo>
                    <a:cubicBezTo>
                      <a:pt x="26" y="38"/>
                      <a:pt x="26" y="43"/>
                      <a:pt x="26" y="47"/>
                    </a:cubicBezTo>
                    <a:cubicBezTo>
                      <a:pt x="23" y="46"/>
                      <a:pt x="20" y="47"/>
                      <a:pt x="17" y="47"/>
                    </a:cubicBezTo>
                    <a:cubicBezTo>
                      <a:pt x="11" y="46"/>
                      <a:pt x="2" y="41"/>
                      <a:pt x="0" y="35"/>
                    </a:cubicBezTo>
                  </a:path>
                </a:pathLst>
              </a:custGeom>
              <a:solidFill>
                <a:srgbClr val="7B46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557" name="Freeform 673">
                <a:extLst>
                  <a:ext uri="{FF2B5EF4-FFF2-40B4-BE49-F238E27FC236}">
                    <a16:creationId xmlns:a16="http://schemas.microsoft.com/office/drawing/2014/main" id="{63485DF6-8899-458C-9FCA-9E43C197A4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8" y="730"/>
                <a:ext cx="37" cy="78"/>
              </a:xfrm>
              <a:custGeom>
                <a:avLst/>
                <a:gdLst>
                  <a:gd name="T0" fmla="*/ 0 w 22"/>
                  <a:gd name="T1" fmla="*/ 179 h 47"/>
                  <a:gd name="T2" fmla="*/ 29 w 22"/>
                  <a:gd name="T3" fmla="*/ 83 h 47"/>
                  <a:gd name="T4" fmla="*/ 42 w 22"/>
                  <a:gd name="T5" fmla="*/ 8 h 47"/>
                  <a:gd name="T6" fmla="*/ 29 w 22"/>
                  <a:gd name="T7" fmla="*/ 154 h 47"/>
                  <a:gd name="T8" fmla="*/ 62 w 22"/>
                  <a:gd name="T9" fmla="*/ 0 h 47"/>
                  <a:gd name="T10" fmla="*/ 57 w 22"/>
                  <a:gd name="T11" fmla="*/ 151 h 47"/>
                  <a:gd name="T12" fmla="*/ 71 w 22"/>
                  <a:gd name="T13" fmla="*/ 101 h 47"/>
                  <a:gd name="T14" fmla="*/ 84 w 22"/>
                  <a:gd name="T15" fmla="*/ 8 h 47"/>
                  <a:gd name="T16" fmla="*/ 71 w 22"/>
                  <a:gd name="T17" fmla="*/ 168 h 47"/>
                  <a:gd name="T18" fmla="*/ 91 w 22"/>
                  <a:gd name="T19" fmla="*/ 124 h 47"/>
                  <a:gd name="T20" fmla="*/ 99 w 22"/>
                  <a:gd name="T21" fmla="*/ 55 h 47"/>
                  <a:gd name="T22" fmla="*/ 91 w 22"/>
                  <a:gd name="T23" fmla="*/ 209 h 47"/>
                  <a:gd name="T24" fmla="*/ 13 w 22"/>
                  <a:gd name="T25" fmla="*/ 209 h 47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2" h="47">
                    <a:moveTo>
                      <a:pt x="0" y="39"/>
                    </a:moveTo>
                    <a:cubicBezTo>
                      <a:pt x="2" y="32"/>
                      <a:pt x="5" y="25"/>
                      <a:pt x="6" y="18"/>
                    </a:cubicBezTo>
                    <a:cubicBezTo>
                      <a:pt x="7" y="12"/>
                      <a:pt x="7" y="7"/>
                      <a:pt x="9" y="2"/>
                    </a:cubicBezTo>
                    <a:cubicBezTo>
                      <a:pt x="10" y="12"/>
                      <a:pt x="7" y="24"/>
                      <a:pt x="6" y="34"/>
                    </a:cubicBezTo>
                    <a:cubicBezTo>
                      <a:pt x="8" y="23"/>
                      <a:pt x="13" y="12"/>
                      <a:pt x="13" y="0"/>
                    </a:cubicBezTo>
                    <a:cubicBezTo>
                      <a:pt x="15" y="11"/>
                      <a:pt x="11" y="23"/>
                      <a:pt x="12" y="33"/>
                    </a:cubicBezTo>
                    <a:cubicBezTo>
                      <a:pt x="11" y="29"/>
                      <a:pt x="13" y="26"/>
                      <a:pt x="15" y="22"/>
                    </a:cubicBezTo>
                    <a:cubicBezTo>
                      <a:pt x="17" y="15"/>
                      <a:pt x="18" y="8"/>
                      <a:pt x="18" y="2"/>
                    </a:cubicBezTo>
                    <a:cubicBezTo>
                      <a:pt x="19" y="13"/>
                      <a:pt x="16" y="25"/>
                      <a:pt x="15" y="37"/>
                    </a:cubicBezTo>
                    <a:cubicBezTo>
                      <a:pt x="17" y="35"/>
                      <a:pt x="18" y="30"/>
                      <a:pt x="19" y="27"/>
                    </a:cubicBezTo>
                    <a:cubicBezTo>
                      <a:pt x="20" y="22"/>
                      <a:pt x="22" y="17"/>
                      <a:pt x="21" y="12"/>
                    </a:cubicBezTo>
                    <a:cubicBezTo>
                      <a:pt x="22" y="23"/>
                      <a:pt x="19" y="34"/>
                      <a:pt x="19" y="46"/>
                    </a:cubicBezTo>
                    <a:cubicBezTo>
                      <a:pt x="13" y="46"/>
                      <a:pt x="9" y="47"/>
                      <a:pt x="3" y="46"/>
                    </a:cubicBezTo>
                  </a:path>
                </a:pathLst>
              </a:custGeom>
              <a:solidFill>
                <a:srgbClr val="7B46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558" name="Freeform 674">
                <a:extLst>
                  <a:ext uri="{FF2B5EF4-FFF2-40B4-BE49-F238E27FC236}">
                    <a16:creationId xmlns:a16="http://schemas.microsoft.com/office/drawing/2014/main" id="{36269EB2-DE79-408B-9125-C9CE8764DD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1" y="722"/>
                <a:ext cx="34" cy="75"/>
              </a:xfrm>
              <a:custGeom>
                <a:avLst/>
                <a:gdLst>
                  <a:gd name="T0" fmla="*/ 5 w 20"/>
                  <a:gd name="T1" fmla="*/ 203 h 45"/>
                  <a:gd name="T2" fmla="*/ 15 w 20"/>
                  <a:gd name="T3" fmla="*/ 145 h 45"/>
                  <a:gd name="T4" fmla="*/ 5 w 20"/>
                  <a:gd name="T5" fmla="*/ 28 h 45"/>
                  <a:gd name="T6" fmla="*/ 15 w 20"/>
                  <a:gd name="T7" fmla="*/ 78 h 45"/>
                  <a:gd name="T8" fmla="*/ 26 w 20"/>
                  <a:gd name="T9" fmla="*/ 167 h 45"/>
                  <a:gd name="T10" fmla="*/ 34 w 20"/>
                  <a:gd name="T11" fmla="*/ 13 h 45"/>
                  <a:gd name="T12" fmla="*/ 41 w 20"/>
                  <a:gd name="T13" fmla="*/ 88 h 45"/>
                  <a:gd name="T14" fmla="*/ 49 w 20"/>
                  <a:gd name="T15" fmla="*/ 22 h 45"/>
                  <a:gd name="T16" fmla="*/ 54 w 20"/>
                  <a:gd name="T17" fmla="*/ 83 h 45"/>
                  <a:gd name="T18" fmla="*/ 75 w 20"/>
                  <a:gd name="T19" fmla="*/ 0 h 45"/>
                  <a:gd name="T20" fmla="*/ 83 w 20"/>
                  <a:gd name="T21" fmla="*/ 70 h 45"/>
                  <a:gd name="T22" fmla="*/ 90 w 20"/>
                  <a:gd name="T23" fmla="*/ 33 h 45"/>
                  <a:gd name="T24" fmla="*/ 92 w 20"/>
                  <a:gd name="T25" fmla="*/ 117 h 45"/>
                  <a:gd name="T26" fmla="*/ 90 w 20"/>
                  <a:gd name="T27" fmla="*/ 195 h 45"/>
                  <a:gd name="T28" fmla="*/ 41 w 20"/>
                  <a:gd name="T29" fmla="*/ 208 h 4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20" h="45">
                    <a:moveTo>
                      <a:pt x="1" y="44"/>
                    </a:moveTo>
                    <a:cubicBezTo>
                      <a:pt x="0" y="40"/>
                      <a:pt x="2" y="35"/>
                      <a:pt x="3" y="31"/>
                    </a:cubicBezTo>
                    <a:cubicBezTo>
                      <a:pt x="3" y="22"/>
                      <a:pt x="2" y="14"/>
                      <a:pt x="1" y="6"/>
                    </a:cubicBezTo>
                    <a:cubicBezTo>
                      <a:pt x="3" y="9"/>
                      <a:pt x="3" y="14"/>
                      <a:pt x="3" y="17"/>
                    </a:cubicBezTo>
                    <a:cubicBezTo>
                      <a:pt x="5" y="24"/>
                      <a:pt x="5" y="30"/>
                      <a:pt x="5" y="36"/>
                    </a:cubicBezTo>
                    <a:cubicBezTo>
                      <a:pt x="4" y="25"/>
                      <a:pt x="7" y="14"/>
                      <a:pt x="7" y="3"/>
                    </a:cubicBezTo>
                    <a:cubicBezTo>
                      <a:pt x="8" y="8"/>
                      <a:pt x="7" y="13"/>
                      <a:pt x="8" y="19"/>
                    </a:cubicBezTo>
                    <a:cubicBezTo>
                      <a:pt x="9" y="14"/>
                      <a:pt x="9" y="10"/>
                      <a:pt x="10" y="5"/>
                    </a:cubicBezTo>
                    <a:cubicBezTo>
                      <a:pt x="11" y="9"/>
                      <a:pt x="10" y="14"/>
                      <a:pt x="11" y="18"/>
                    </a:cubicBezTo>
                    <a:cubicBezTo>
                      <a:pt x="14" y="14"/>
                      <a:pt x="14" y="6"/>
                      <a:pt x="15" y="0"/>
                    </a:cubicBezTo>
                    <a:cubicBezTo>
                      <a:pt x="16" y="5"/>
                      <a:pt x="14" y="11"/>
                      <a:pt x="17" y="15"/>
                    </a:cubicBezTo>
                    <a:cubicBezTo>
                      <a:pt x="18" y="13"/>
                      <a:pt x="17" y="10"/>
                      <a:pt x="18" y="7"/>
                    </a:cubicBezTo>
                    <a:cubicBezTo>
                      <a:pt x="20" y="12"/>
                      <a:pt x="19" y="20"/>
                      <a:pt x="19" y="25"/>
                    </a:cubicBezTo>
                    <a:cubicBezTo>
                      <a:pt x="19" y="30"/>
                      <a:pt x="20" y="38"/>
                      <a:pt x="18" y="42"/>
                    </a:cubicBezTo>
                    <a:cubicBezTo>
                      <a:pt x="15" y="41"/>
                      <a:pt x="11" y="44"/>
                      <a:pt x="8" y="45"/>
                    </a:cubicBezTo>
                  </a:path>
                </a:pathLst>
              </a:custGeom>
              <a:solidFill>
                <a:srgbClr val="7B46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559" name="Freeform 675">
                <a:extLst>
                  <a:ext uri="{FF2B5EF4-FFF2-40B4-BE49-F238E27FC236}">
                    <a16:creationId xmlns:a16="http://schemas.microsoft.com/office/drawing/2014/main" id="{7FE3DF89-ADAC-4BFD-ABA5-0E587606FB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1" y="723"/>
                <a:ext cx="25" cy="64"/>
              </a:xfrm>
              <a:custGeom>
                <a:avLst/>
                <a:gdLst>
                  <a:gd name="T0" fmla="*/ 0 w 15"/>
                  <a:gd name="T1" fmla="*/ 162 h 38"/>
                  <a:gd name="T2" fmla="*/ 0 w 15"/>
                  <a:gd name="T3" fmla="*/ 0 h 38"/>
                  <a:gd name="T4" fmla="*/ 22 w 15"/>
                  <a:gd name="T5" fmla="*/ 113 h 38"/>
                  <a:gd name="T6" fmla="*/ 33 w 15"/>
                  <a:gd name="T7" fmla="*/ 20 h 38"/>
                  <a:gd name="T8" fmla="*/ 37 w 15"/>
                  <a:gd name="T9" fmla="*/ 71 h 38"/>
                  <a:gd name="T10" fmla="*/ 47 w 15"/>
                  <a:gd name="T11" fmla="*/ 8 h 38"/>
                  <a:gd name="T12" fmla="*/ 55 w 15"/>
                  <a:gd name="T13" fmla="*/ 76 h 38"/>
                  <a:gd name="T14" fmla="*/ 55 w 15"/>
                  <a:gd name="T15" fmla="*/ 37 h 38"/>
                  <a:gd name="T16" fmla="*/ 70 w 15"/>
                  <a:gd name="T17" fmla="*/ 162 h 38"/>
                  <a:gd name="T18" fmla="*/ 33 w 15"/>
                  <a:gd name="T19" fmla="*/ 182 h 3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5" h="38">
                    <a:moveTo>
                      <a:pt x="0" y="34"/>
                    </a:moveTo>
                    <a:cubicBezTo>
                      <a:pt x="4" y="23"/>
                      <a:pt x="1" y="11"/>
                      <a:pt x="0" y="0"/>
                    </a:cubicBezTo>
                    <a:cubicBezTo>
                      <a:pt x="3" y="7"/>
                      <a:pt x="3" y="16"/>
                      <a:pt x="5" y="24"/>
                    </a:cubicBezTo>
                    <a:cubicBezTo>
                      <a:pt x="5" y="17"/>
                      <a:pt x="5" y="10"/>
                      <a:pt x="7" y="4"/>
                    </a:cubicBezTo>
                    <a:cubicBezTo>
                      <a:pt x="7" y="7"/>
                      <a:pt x="7" y="12"/>
                      <a:pt x="8" y="15"/>
                    </a:cubicBezTo>
                    <a:cubicBezTo>
                      <a:pt x="8" y="11"/>
                      <a:pt x="8" y="5"/>
                      <a:pt x="10" y="2"/>
                    </a:cubicBezTo>
                    <a:cubicBezTo>
                      <a:pt x="11" y="6"/>
                      <a:pt x="11" y="11"/>
                      <a:pt x="12" y="16"/>
                    </a:cubicBezTo>
                    <a:cubicBezTo>
                      <a:pt x="12" y="13"/>
                      <a:pt x="13" y="10"/>
                      <a:pt x="12" y="8"/>
                    </a:cubicBezTo>
                    <a:cubicBezTo>
                      <a:pt x="12" y="17"/>
                      <a:pt x="14" y="25"/>
                      <a:pt x="15" y="34"/>
                    </a:cubicBezTo>
                    <a:cubicBezTo>
                      <a:pt x="12" y="35"/>
                      <a:pt x="10" y="38"/>
                      <a:pt x="7" y="38"/>
                    </a:cubicBezTo>
                  </a:path>
                </a:pathLst>
              </a:custGeom>
              <a:solidFill>
                <a:srgbClr val="7B46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560" name="Freeform 676">
                <a:extLst>
                  <a:ext uri="{FF2B5EF4-FFF2-40B4-BE49-F238E27FC236}">
                    <a16:creationId xmlns:a16="http://schemas.microsoft.com/office/drawing/2014/main" id="{ACD35FCB-D6A4-42ED-A348-B4339DFA01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3" y="732"/>
                <a:ext cx="25" cy="70"/>
              </a:xfrm>
              <a:custGeom>
                <a:avLst/>
                <a:gdLst>
                  <a:gd name="T0" fmla="*/ 0 w 15"/>
                  <a:gd name="T1" fmla="*/ 147 h 42"/>
                  <a:gd name="T2" fmla="*/ 20 w 15"/>
                  <a:gd name="T3" fmla="*/ 70 h 42"/>
                  <a:gd name="T4" fmla="*/ 22 w 15"/>
                  <a:gd name="T5" fmla="*/ 0 h 42"/>
                  <a:gd name="T6" fmla="*/ 22 w 15"/>
                  <a:gd name="T7" fmla="*/ 112 h 42"/>
                  <a:gd name="T8" fmla="*/ 50 w 15"/>
                  <a:gd name="T9" fmla="*/ 5 h 42"/>
                  <a:gd name="T10" fmla="*/ 62 w 15"/>
                  <a:gd name="T11" fmla="*/ 147 h 42"/>
                  <a:gd name="T12" fmla="*/ 63 w 15"/>
                  <a:gd name="T13" fmla="*/ 120 h 42"/>
                  <a:gd name="T14" fmla="*/ 50 w 15"/>
                  <a:gd name="T15" fmla="*/ 188 h 42"/>
                  <a:gd name="T16" fmla="*/ 13 w 15"/>
                  <a:gd name="T17" fmla="*/ 187 h 4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5" h="42">
                    <a:moveTo>
                      <a:pt x="0" y="32"/>
                    </a:moveTo>
                    <a:cubicBezTo>
                      <a:pt x="2" y="27"/>
                      <a:pt x="3" y="21"/>
                      <a:pt x="4" y="15"/>
                    </a:cubicBezTo>
                    <a:cubicBezTo>
                      <a:pt x="4" y="11"/>
                      <a:pt x="3" y="3"/>
                      <a:pt x="5" y="0"/>
                    </a:cubicBezTo>
                    <a:cubicBezTo>
                      <a:pt x="7" y="7"/>
                      <a:pt x="5" y="16"/>
                      <a:pt x="5" y="24"/>
                    </a:cubicBezTo>
                    <a:cubicBezTo>
                      <a:pt x="8" y="17"/>
                      <a:pt x="9" y="8"/>
                      <a:pt x="11" y="1"/>
                    </a:cubicBezTo>
                    <a:cubicBezTo>
                      <a:pt x="14" y="11"/>
                      <a:pt x="10" y="23"/>
                      <a:pt x="13" y="32"/>
                    </a:cubicBezTo>
                    <a:cubicBezTo>
                      <a:pt x="13" y="30"/>
                      <a:pt x="13" y="28"/>
                      <a:pt x="14" y="26"/>
                    </a:cubicBezTo>
                    <a:cubicBezTo>
                      <a:pt x="15" y="28"/>
                      <a:pt x="15" y="40"/>
                      <a:pt x="11" y="41"/>
                    </a:cubicBezTo>
                    <a:cubicBezTo>
                      <a:pt x="10" y="42"/>
                      <a:pt x="3" y="40"/>
                      <a:pt x="3" y="40"/>
                    </a:cubicBezTo>
                  </a:path>
                </a:pathLst>
              </a:custGeom>
              <a:solidFill>
                <a:srgbClr val="7B46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561" name="Freeform 677">
                <a:extLst>
                  <a:ext uri="{FF2B5EF4-FFF2-40B4-BE49-F238E27FC236}">
                    <a16:creationId xmlns:a16="http://schemas.microsoft.com/office/drawing/2014/main" id="{43191033-9548-44C9-B08E-C6783145BC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3" y="745"/>
                <a:ext cx="51" cy="80"/>
              </a:xfrm>
              <a:custGeom>
                <a:avLst/>
                <a:gdLst>
                  <a:gd name="T0" fmla="*/ 90 w 30"/>
                  <a:gd name="T1" fmla="*/ 195 h 48"/>
                  <a:gd name="T2" fmla="*/ 141 w 30"/>
                  <a:gd name="T3" fmla="*/ 187 h 48"/>
                  <a:gd name="T4" fmla="*/ 139 w 30"/>
                  <a:gd name="T5" fmla="*/ 158 h 48"/>
                  <a:gd name="T6" fmla="*/ 141 w 30"/>
                  <a:gd name="T7" fmla="*/ 105 h 48"/>
                  <a:gd name="T8" fmla="*/ 148 w 30"/>
                  <a:gd name="T9" fmla="*/ 47 h 48"/>
                  <a:gd name="T10" fmla="*/ 139 w 30"/>
                  <a:gd name="T11" fmla="*/ 78 h 48"/>
                  <a:gd name="T12" fmla="*/ 133 w 30"/>
                  <a:gd name="T13" fmla="*/ 13 h 48"/>
                  <a:gd name="T14" fmla="*/ 104 w 30"/>
                  <a:gd name="T15" fmla="*/ 92 h 48"/>
                  <a:gd name="T16" fmla="*/ 99 w 30"/>
                  <a:gd name="T17" fmla="*/ 0 h 48"/>
                  <a:gd name="T18" fmla="*/ 78 w 30"/>
                  <a:gd name="T19" fmla="*/ 92 h 48"/>
                  <a:gd name="T20" fmla="*/ 0 w 30"/>
                  <a:gd name="T21" fmla="*/ 167 h 4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0" h="48">
                    <a:moveTo>
                      <a:pt x="18" y="42"/>
                    </a:moveTo>
                    <a:cubicBezTo>
                      <a:pt x="21" y="44"/>
                      <a:pt x="27" y="43"/>
                      <a:pt x="29" y="40"/>
                    </a:cubicBezTo>
                    <a:cubicBezTo>
                      <a:pt x="29" y="39"/>
                      <a:pt x="28" y="35"/>
                      <a:pt x="28" y="34"/>
                    </a:cubicBezTo>
                    <a:cubicBezTo>
                      <a:pt x="28" y="30"/>
                      <a:pt x="29" y="27"/>
                      <a:pt x="29" y="23"/>
                    </a:cubicBezTo>
                    <a:cubicBezTo>
                      <a:pt x="30" y="19"/>
                      <a:pt x="30" y="14"/>
                      <a:pt x="30" y="10"/>
                    </a:cubicBezTo>
                    <a:cubicBezTo>
                      <a:pt x="29" y="12"/>
                      <a:pt x="30" y="16"/>
                      <a:pt x="28" y="17"/>
                    </a:cubicBezTo>
                    <a:cubicBezTo>
                      <a:pt x="27" y="13"/>
                      <a:pt x="27" y="8"/>
                      <a:pt x="27" y="3"/>
                    </a:cubicBezTo>
                    <a:cubicBezTo>
                      <a:pt x="23" y="6"/>
                      <a:pt x="22" y="16"/>
                      <a:pt x="21" y="20"/>
                    </a:cubicBezTo>
                    <a:cubicBezTo>
                      <a:pt x="20" y="13"/>
                      <a:pt x="20" y="7"/>
                      <a:pt x="20" y="0"/>
                    </a:cubicBezTo>
                    <a:cubicBezTo>
                      <a:pt x="16" y="4"/>
                      <a:pt x="18" y="14"/>
                      <a:pt x="16" y="20"/>
                    </a:cubicBezTo>
                    <a:cubicBezTo>
                      <a:pt x="15" y="24"/>
                      <a:pt x="8" y="48"/>
                      <a:pt x="0" y="36"/>
                    </a:cubicBezTo>
                  </a:path>
                </a:pathLst>
              </a:custGeom>
              <a:solidFill>
                <a:srgbClr val="7B46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562" name="Freeform 678">
                <a:extLst>
                  <a:ext uri="{FF2B5EF4-FFF2-40B4-BE49-F238E27FC236}">
                    <a16:creationId xmlns:a16="http://schemas.microsoft.com/office/drawing/2014/main" id="{C3AB2EFA-2FDD-4C4A-991F-CBF5B154DC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2" y="737"/>
                <a:ext cx="30" cy="66"/>
              </a:xfrm>
              <a:custGeom>
                <a:avLst/>
                <a:gdLst>
                  <a:gd name="T0" fmla="*/ 5 w 18"/>
                  <a:gd name="T1" fmla="*/ 137 h 40"/>
                  <a:gd name="T2" fmla="*/ 20 w 18"/>
                  <a:gd name="T3" fmla="*/ 83 h 40"/>
                  <a:gd name="T4" fmla="*/ 37 w 18"/>
                  <a:gd name="T5" fmla="*/ 0 h 40"/>
                  <a:gd name="T6" fmla="*/ 42 w 18"/>
                  <a:gd name="T7" fmla="*/ 96 h 40"/>
                  <a:gd name="T8" fmla="*/ 55 w 18"/>
                  <a:gd name="T9" fmla="*/ 33 h 40"/>
                  <a:gd name="T10" fmla="*/ 63 w 18"/>
                  <a:gd name="T11" fmla="*/ 68 h 40"/>
                  <a:gd name="T12" fmla="*/ 83 w 18"/>
                  <a:gd name="T13" fmla="*/ 35 h 40"/>
                  <a:gd name="T14" fmla="*/ 75 w 18"/>
                  <a:gd name="T15" fmla="*/ 109 h 40"/>
                  <a:gd name="T16" fmla="*/ 70 w 18"/>
                  <a:gd name="T17" fmla="*/ 175 h 40"/>
                  <a:gd name="T18" fmla="*/ 33 w 18"/>
                  <a:gd name="T19" fmla="*/ 158 h 4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8" h="40">
                    <a:moveTo>
                      <a:pt x="1" y="30"/>
                    </a:moveTo>
                    <a:cubicBezTo>
                      <a:pt x="0" y="28"/>
                      <a:pt x="4" y="21"/>
                      <a:pt x="4" y="18"/>
                    </a:cubicBezTo>
                    <a:cubicBezTo>
                      <a:pt x="6" y="12"/>
                      <a:pt x="7" y="6"/>
                      <a:pt x="8" y="0"/>
                    </a:cubicBezTo>
                    <a:cubicBezTo>
                      <a:pt x="7" y="6"/>
                      <a:pt x="7" y="15"/>
                      <a:pt x="9" y="21"/>
                    </a:cubicBezTo>
                    <a:cubicBezTo>
                      <a:pt x="10" y="16"/>
                      <a:pt x="10" y="11"/>
                      <a:pt x="12" y="7"/>
                    </a:cubicBezTo>
                    <a:cubicBezTo>
                      <a:pt x="14" y="9"/>
                      <a:pt x="13" y="13"/>
                      <a:pt x="14" y="15"/>
                    </a:cubicBezTo>
                    <a:cubicBezTo>
                      <a:pt x="16" y="14"/>
                      <a:pt x="17" y="11"/>
                      <a:pt x="18" y="8"/>
                    </a:cubicBezTo>
                    <a:cubicBezTo>
                      <a:pt x="18" y="13"/>
                      <a:pt x="17" y="19"/>
                      <a:pt x="16" y="24"/>
                    </a:cubicBezTo>
                    <a:cubicBezTo>
                      <a:pt x="16" y="26"/>
                      <a:pt x="17" y="38"/>
                      <a:pt x="15" y="39"/>
                    </a:cubicBezTo>
                    <a:cubicBezTo>
                      <a:pt x="13" y="40"/>
                      <a:pt x="7" y="37"/>
                      <a:pt x="7" y="35"/>
                    </a:cubicBezTo>
                  </a:path>
                </a:pathLst>
              </a:custGeom>
              <a:solidFill>
                <a:srgbClr val="7B46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563" name="Freeform 679">
                <a:extLst>
                  <a:ext uri="{FF2B5EF4-FFF2-40B4-BE49-F238E27FC236}">
                    <a16:creationId xmlns:a16="http://schemas.microsoft.com/office/drawing/2014/main" id="{C2F087F7-91F0-4C22-A54D-BA1C9EF5A7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0" y="748"/>
                <a:ext cx="37" cy="84"/>
              </a:xfrm>
              <a:custGeom>
                <a:avLst/>
                <a:gdLst>
                  <a:gd name="T0" fmla="*/ 0 w 22"/>
                  <a:gd name="T1" fmla="*/ 170 h 50"/>
                  <a:gd name="T2" fmla="*/ 34 w 22"/>
                  <a:gd name="T3" fmla="*/ 119 h 50"/>
                  <a:gd name="T4" fmla="*/ 54 w 22"/>
                  <a:gd name="T5" fmla="*/ 34 h 50"/>
                  <a:gd name="T6" fmla="*/ 54 w 22"/>
                  <a:gd name="T7" fmla="*/ 133 h 50"/>
                  <a:gd name="T8" fmla="*/ 71 w 22"/>
                  <a:gd name="T9" fmla="*/ 71 h 50"/>
                  <a:gd name="T10" fmla="*/ 84 w 22"/>
                  <a:gd name="T11" fmla="*/ 0 h 50"/>
                  <a:gd name="T12" fmla="*/ 91 w 22"/>
                  <a:gd name="T13" fmla="*/ 96 h 50"/>
                  <a:gd name="T14" fmla="*/ 99 w 22"/>
                  <a:gd name="T15" fmla="*/ 67 h 50"/>
                  <a:gd name="T16" fmla="*/ 96 w 22"/>
                  <a:gd name="T17" fmla="*/ 186 h 50"/>
                  <a:gd name="T18" fmla="*/ 96 w 22"/>
                  <a:gd name="T19" fmla="*/ 175 h 50"/>
                  <a:gd name="T20" fmla="*/ 84 w 22"/>
                  <a:gd name="T21" fmla="*/ 232 h 50"/>
                  <a:gd name="T22" fmla="*/ 37 w 22"/>
                  <a:gd name="T23" fmla="*/ 208 h 5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2" h="50">
                    <a:moveTo>
                      <a:pt x="0" y="36"/>
                    </a:moveTo>
                    <a:cubicBezTo>
                      <a:pt x="3" y="33"/>
                      <a:pt x="5" y="29"/>
                      <a:pt x="7" y="25"/>
                    </a:cubicBezTo>
                    <a:cubicBezTo>
                      <a:pt x="9" y="19"/>
                      <a:pt x="9" y="12"/>
                      <a:pt x="11" y="7"/>
                    </a:cubicBezTo>
                    <a:cubicBezTo>
                      <a:pt x="13" y="12"/>
                      <a:pt x="12" y="21"/>
                      <a:pt x="11" y="28"/>
                    </a:cubicBezTo>
                    <a:cubicBezTo>
                      <a:pt x="13" y="24"/>
                      <a:pt x="14" y="19"/>
                      <a:pt x="15" y="15"/>
                    </a:cubicBezTo>
                    <a:cubicBezTo>
                      <a:pt x="16" y="10"/>
                      <a:pt x="16" y="4"/>
                      <a:pt x="18" y="0"/>
                    </a:cubicBezTo>
                    <a:cubicBezTo>
                      <a:pt x="19" y="6"/>
                      <a:pt x="19" y="14"/>
                      <a:pt x="19" y="20"/>
                    </a:cubicBezTo>
                    <a:cubicBezTo>
                      <a:pt x="20" y="18"/>
                      <a:pt x="20" y="16"/>
                      <a:pt x="21" y="14"/>
                    </a:cubicBezTo>
                    <a:cubicBezTo>
                      <a:pt x="21" y="22"/>
                      <a:pt x="20" y="31"/>
                      <a:pt x="20" y="39"/>
                    </a:cubicBezTo>
                    <a:cubicBezTo>
                      <a:pt x="20" y="38"/>
                      <a:pt x="20" y="38"/>
                      <a:pt x="20" y="37"/>
                    </a:cubicBezTo>
                    <a:cubicBezTo>
                      <a:pt x="22" y="39"/>
                      <a:pt x="21" y="48"/>
                      <a:pt x="18" y="49"/>
                    </a:cubicBezTo>
                    <a:cubicBezTo>
                      <a:pt x="16" y="50"/>
                      <a:pt x="9" y="45"/>
                      <a:pt x="8" y="44"/>
                    </a:cubicBezTo>
                  </a:path>
                </a:pathLst>
              </a:custGeom>
              <a:solidFill>
                <a:srgbClr val="7B46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564" name="Freeform 680">
                <a:extLst>
                  <a:ext uri="{FF2B5EF4-FFF2-40B4-BE49-F238E27FC236}">
                    <a16:creationId xmlns:a16="http://schemas.microsoft.com/office/drawing/2014/main" id="{02B457C6-A154-48BF-AB9D-43BFE10FFC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8" y="822"/>
                <a:ext cx="79" cy="66"/>
              </a:xfrm>
              <a:custGeom>
                <a:avLst/>
                <a:gdLst>
                  <a:gd name="T0" fmla="*/ 0 w 47"/>
                  <a:gd name="T1" fmla="*/ 50 h 40"/>
                  <a:gd name="T2" fmla="*/ 84 w 47"/>
                  <a:gd name="T3" fmla="*/ 58 h 40"/>
                  <a:gd name="T4" fmla="*/ 57 w 47"/>
                  <a:gd name="T5" fmla="*/ 41 h 40"/>
                  <a:gd name="T6" fmla="*/ 161 w 47"/>
                  <a:gd name="T7" fmla="*/ 104 h 40"/>
                  <a:gd name="T8" fmla="*/ 161 w 47"/>
                  <a:gd name="T9" fmla="*/ 84 h 40"/>
                  <a:gd name="T10" fmla="*/ 224 w 47"/>
                  <a:gd name="T11" fmla="*/ 180 h 40"/>
                  <a:gd name="T12" fmla="*/ 200 w 47"/>
                  <a:gd name="T13" fmla="*/ 68 h 40"/>
                  <a:gd name="T14" fmla="*/ 133 w 47"/>
                  <a:gd name="T15" fmla="*/ 13 h 40"/>
                  <a:gd name="T16" fmla="*/ 57 w 47"/>
                  <a:gd name="T17" fmla="*/ 0 h 4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7" h="40">
                    <a:moveTo>
                      <a:pt x="0" y="11"/>
                    </a:moveTo>
                    <a:cubicBezTo>
                      <a:pt x="4" y="8"/>
                      <a:pt x="14" y="9"/>
                      <a:pt x="18" y="13"/>
                    </a:cubicBezTo>
                    <a:cubicBezTo>
                      <a:pt x="17" y="11"/>
                      <a:pt x="15" y="9"/>
                      <a:pt x="12" y="9"/>
                    </a:cubicBezTo>
                    <a:cubicBezTo>
                      <a:pt x="23" y="10"/>
                      <a:pt x="30" y="14"/>
                      <a:pt x="34" y="23"/>
                    </a:cubicBezTo>
                    <a:cubicBezTo>
                      <a:pt x="34" y="21"/>
                      <a:pt x="34" y="20"/>
                      <a:pt x="34" y="19"/>
                    </a:cubicBezTo>
                    <a:cubicBezTo>
                      <a:pt x="39" y="25"/>
                      <a:pt x="41" y="34"/>
                      <a:pt x="47" y="40"/>
                    </a:cubicBezTo>
                    <a:cubicBezTo>
                      <a:pt x="47" y="31"/>
                      <a:pt x="47" y="24"/>
                      <a:pt x="42" y="15"/>
                    </a:cubicBezTo>
                    <a:cubicBezTo>
                      <a:pt x="38" y="10"/>
                      <a:pt x="35" y="5"/>
                      <a:pt x="28" y="3"/>
                    </a:cubicBezTo>
                    <a:cubicBezTo>
                      <a:pt x="23" y="1"/>
                      <a:pt x="15" y="2"/>
                      <a:pt x="12" y="0"/>
                    </a:cubicBezTo>
                  </a:path>
                </a:pathLst>
              </a:custGeom>
              <a:solidFill>
                <a:srgbClr val="7B46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565" name="Freeform 681">
                <a:extLst>
                  <a:ext uri="{FF2B5EF4-FFF2-40B4-BE49-F238E27FC236}">
                    <a16:creationId xmlns:a16="http://schemas.microsoft.com/office/drawing/2014/main" id="{E97E8B8C-D801-4747-BCD7-F504926587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0" y="830"/>
                <a:ext cx="69" cy="80"/>
              </a:xfrm>
              <a:custGeom>
                <a:avLst/>
                <a:gdLst>
                  <a:gd name="T0" fmla="*/ 195 w 41"/>
                  <a:gd name="T1" fmla="*/ 28 h 48"/>
                  <a:gd name="T2" fmla="*/ 96 w 41"/>
                  <a:gd name="T3" fmla="*/ 105 h 48"/>
                  <a:gd name="T4" fmla="*/ 111 w 41"/>
                  <a:gd name="T5" fmla="*/ 83 h 48"/>
                  <a:gd name="T6" fmla="*/ 42 w 41"/>
                  <a:gd name="T7" fmla="*/ 172 h 48"/>
                  <a:gd name="T8" fmla="*/ 62 w 41"/>
                  <a:gd name="T9" fmla="*/ 130 h 48"/>
                  <a:gd name="T10" fmla="*/ 29 w 41"/>
                  <a:gd name="T11" fmla="*/ 175 h 48"/>
                  <a:gd name="T12" fmla="*/ 5 w 41"/>
                  <a:gd name="T13" fmla="*/ 222 h 48"/>
                  <a:gd name="T14" fmla="*/ 29 w 41"/>
                  <a:gd name="T15" fmla="*/ 125 h 48"/>
                  <a:gd name="T16" fmla="*/ 104 w 41"/>
                  <a:gd name="T17" fmla="*/ 50 h 48"/>
                  <a:gd name="T18" fmla="*/ 182 w 41"/>
                  <a:gd name="T19" fmla="*/ 0 h 4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1" h="48">
                    <a:moveTo>
                      <a:pt x="41" y="6"/>
                    </a:moveTo>
                    <a:cubicBezTo>
                      <a:pt x="32" y="7"/>
                      <a:pt x="26" y="17"/>
                      <a:pt x="20" y="23"/>
                    </a:cubicBezTo>
                    <a:cubicBezTo>
                      <a:pt x="21" y="21"/>
                      <a:pt x="22" y="19"/>
                      <a:pt x="23" y="18"/>
                    </a:cubicBezTo>
                    <a:cubicBezTo>
                      <a:pt x="16" y="20"/>
                      <a:pt x="11" y="31"/>
                      <a:pt x="9" y="37"/>
                    </a:cubicBezTo>
                    <a:cubicBezTo>
                      <a:pt x="9" y="34"/>
                      <a:pt x="12" y="31"/>
                      <a:pt x="13" y="28"/>
                    </a:cubicBezTo>
                    <a:cubicBezTo>
                      <a:pt x="10" y="31"/>
                      <a:pt x="8" y="35"/>
                      <a:pt x="6" y="38"/>
                    </a:cubicBezTo>
                    <a:cubicBezTo>
                      <a:pt x="4" y="41"/>
                      <a:pt x="4" y="47"/>
                      <a:pt x="1" y="48"/>
                    </a:cubicBezTo>
                    <a:cubicBezTo>
                      <a:pt x="0" y="41"/>
                      <a:pt x="3" y="33"/>
                      <a:pt x="6" y="27"/>
                    </a:cubicBezTo>
                    <a:cubicBezTo>
                      <a:pt x="11" y="21"/>
                      <a:pt x="16" y="15"/>
                      <a:pt x="22" y="11"/>
                    </a:cubicBezTo>
                    <a:cubicBezTo>
                      <a:pt x="27" y="7"/>
                      <a:pt x="34" y="4"/>
                      <a:pt x="38" y="0"/>
                    </a:cubicBezTo>
                  </a:path>
                </a:pathLst>
              </a:custGeom>
              <a:solidFill>
                <a:srgbClr val="7B46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566" name="Freeform 682">
                <a:extLst>
                  <a:ext uri="{FF2B5EF4-FFF2-40B4-BE49-F238E27FC236}">
                    <a16:creationId xmlns:a16="http://schemas.microsoft.com/office/drawing/2014/main" id="{5DBC08A2-508E-4943-AFFC-97CCEAEA85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7" y="825"/>
                <a:ext cx="17" cy="20"/>
              </a:xfrm>
              <a:custGeom>
                <a:avLst/>
                <a:gdLst>
                  <a:gd name="T0" fmla="*/ 34 w 10"/>
                  <a:gd name="T1" fmla="*/ 5 h 12"/>
                  <a:gd name="T2" fmla="*/ 5 w 10"/>
                  <a:gd name="T3" fmla="*/ 42 h 12"/>
                  <a:gd name="T4" fmla="*/ 29 w 10"/>
                  <a:gd name="T5" fmla="*/ 42 h 12"/>
                  <a:gd name="T6" fmla="*/ 44 w 10"/>
                  <a:gd name="T7" fmla="*/ 0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12">
                    <a:moveTo>
                      <a:pt x="7" y="1"/>
                    </a:moveTo>
                    <a:cubicBezTo>
                      <a:pt x="4" y="2"/>
                      <a:pt x="0" y="6"/>
                      <a:pt x="1" y="9"/>
                    </a:cubicBezTo>
                    <a:cubicBezTo>
                      <a:pt x="2" y="12"/>
                      <a:pt x="5" y="10"/>
                      <a:pt x="6" y="9"/>
                    </a:cubicBezTo>
                    <a:cubicBezTo>
                      <a:pt x="8" y="7"/>
                      <a:pt x="10" y="3"/>
                      <a:pt x="9" y="0"/>
                    </a:cubicBezTo>
                  </a:path>
                </a:pathLst>
              </a:custGeom>
              <a:solidFill>
                <a:srgbClr val="7B46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567" name="Freeform 683">
                <a:extLst>
                  <a:ext uri="{FF2B5EF4-FFF2-40B4-BE49-F238E27FC236}">
                    <a16:creationId xmlns:a16="http://schemas.microsoft.com/office/drawing/2014/main" id="{F0D327DE-50CC-46CB-8C99-211D3EE343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8" y="725"/>
                <a:ext cx="17" cy="50"/>
              </a:xfrm>
              <a:custGeom>
                <a:avLst/>
                <a:gdLst>
                  <a:gd name="T0" fmla="*/ 0 w 10"/>
                  <a:gd name="T1" fmla="*/ 117 h 30"/>
                  <a:gd name="T2" fmla="*/ 5 w 10"/>
                  <a:gd name="T3" fmla="*/ 37 h 30"/>
                  <a:gd name="T4" fmla="*/ 9 w 10"/>
                  <a:gd name="T5" fmla="*/ 62 h 30"/>
                  <a:gd name="T6" fmla="*/ 15 w 10"/>
                  <a:gd name="T7" fmla="*/ 97 h 30"/>
                  <a:gd name="T8" fmla="*/ 9 w 10"/>
                  <a:gd name="T9" fmla="*/ 22 h 30"/>
                  <a:gd name="T10" fmla="*/ 20 w 10"/>
                  <a:gd name="T11" fmla="*/ 62 h 30"/>
                  <a:gd name="T12" fmla="*/ 26 w 10"/>
                  <a:gd name="T13" fmla="*/ 0 h 30"/>
                  <a:gd name="T14" fmla="*/ 26 w 10"/>
                  <a:gd name="T15" fmla="*/ 47 h 30"/>
                  <a:gd name="T16" fmla="*/ 29 w 10"/>
                  <a:gd name="T17" fmla="*/ 97 h 30"/>
                  <a:gd name="T18" fmla="*/ 41 w 10"/>
                  <a:gd name="T19" fmla="*/ 50 h 30"/>
                  <a:gd name="T20" fmla="*/ 49 w 10"/>
                  <a:gd name="T21" fmla="*/ 138 h 3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0" h="30">
                    <a:moveTo>
                      <a:pt x="0" y="25"/>
                    </a:moveTo>
                    <a:cubicBezTo>
                      <a:pt x="2" y="19"/>
                      <a:pt x="1" y="14"/>
                      <a:pt x="1" y="8"/>
                    </a:cubicBezTo>
                    <a:cubicBezTo>
                      <a:pt x="1" y="9"/>
                      <a:pt x="2" y="11"/>
                      <a:pt x="2" y="13"/>
                    </a:cubicBezTo>
                    <a:cubicBezTo>
                      <a:pt x="2" y="16"/>
                      <a:pt x="3" y="18"/>
                      <a:pt x="3" y="21"/>
                    </a:cubicBezTo>
                    <a:cubicBezTo>
                      <a:pt x="3" y="16"/>
                      <a:pt x="2" y="11"/>
                      <a:pt x="2" y="5"/>
                    </a:cubicBezTo>
                    <a:cubicBezTo>
                      <a:pt x="3" y="8"/>
                      <a:pt x="3" y="11"/>
                      <a:pt x="4" y="13"/>
                    </a:cubicBezTo>
                    <a:cubicBezTo>
                      <a:pt x="5" y="9"/>
                      <a:pt x="4" y="4"/>
                      <a:pt x="5" y="0"/>
                    </a:cubicBezTo>
                    <a:cubicBezTo>
                      <a:pt x="5" y="3"/>
                      <a:pt x="5" y="7"/>
                      <a:pt x="5" y="10"/>
                    </a:cubicBezTo>
                    <a:cubicBezTo>
                      <a:pt x="5" y="13"/>
                      <a:pt x="4" y="18"/>
                      <a:pt x="6" y="21"/>
                    </a:cubicBezTo>
                    <a:cubicBezTo>
                      <a:pt x="8" y="19"/>
                      <a:pt x="7" y="14"/>
                      <a:pt x="8" y="11"/>
                    </a:cubicBezTo>
                    <a:cubicBezTo>
                      <a:pt x="8" y="17"/>
                      <a:pt x="7" y="25"/>
                      <a:pt x="10" y="30"/>
                    </a:cubicBezTo>
                  </a:path>
                </a:pathLst>
              </a:custGeom>
              <a:solidFill>
                <a:srgbClr val="7B46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568" name="Freeform 684">
                <a:extLst>
                  <a:ext uri="{FF2B5EF4-FFF2-40B4-BE49-F238E27FC236}">
                    <a16:creationId xmlns:a16="http://schemas.microsoft.com/office/drawing/2014/main" id="{B67C3BFE-FD8A-47F4-A97D-A0F51A0236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5" y="738"/>
                <a:ext cx="15" cy="59"/>
              </a:xfrm>
              <a:custGeom>
                <a:avLst/>
                <a:gdLst>
                  <a:gd name="T0" fmla="*/ 0 w 9"/>
                  <a:gd name="T1" fmla="*/ 131 h 35"/>
                  <a:gd name="T2" fmla="*/ 13 w 9"/>
                  <a:gd name="T3" fmla="*/ 57 h 35"/>
                  <a:gd name="T4" fmla="*/ 20 w 9"/>
                  <a:gd name="T5" fmla="*/ 0 h 35"/>
                  <a:gd name="T6" fmla="*/ 20 w 9"/>
                  <a:gd name="T7" fmla="*/ 22 h 35"/>
                  <a:gd name="T8" fmla="*/ 28 w 9"/>
                  <a:gd name="T9" fmla="*/ 91 h 35"/>
                  <a:gd name="T10" fmla="*/ 33 w 9"/>
                  <a:gd name="T11" fmla="*/ 54 h 35"/>
                  <a:gd name="T12" fmla="*/ 42 w 9"/>
                  <a:gd name="T13" fmla="*/ 13 h 35"/>
                  <a:gd name="T14" fmla="*/ 42 w 9"/>
                  <a:gd name="T15" fmla="*/ 86 h 35"/>
                  <a:gd name="T16" fmla="*/ 28 w 9"/>
                  <a:gd name="T17" fmla="*/ 167 h 35"/>
                  <a:gd name="T18" fmla="*/ 33 w 9"/>
                  <a:gd name="T19" fmla="*/ 162 h 3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9" h="35">
                    <a:moveTo>
                      <a:pt x="0" y="27"/>
                    </a:moveTo>
                    <a:cubicBezTo>
                      <a:pt x="1" y="22"/>
                      <a:pt x="2" y="17"/>
                      <a:pt x="3" y="12"/>
                    </a:cubicBezTo>
                    <a:cubicBezTo>
                      <a:pt x="4" y="9"/>
                      <a:pt x="6" y="2"/>
                      <a:pt x="4" y="0"/>
                    </a:cubicBezTo>
                    <a:cubicBezTo>
                      <a:pt x="3" y="2"/>
                      <a:pt x="4" y="3"/>
                      <a:pt x="4" y="5"/>
                    </a:cubicBezTo>
                    <a:cubicBezTo>
                      <a:pt x="5" y="9"/>
                      <a:pt x="6" y="14"/>
                      <a:pt x="6" y="19"/>
                    </a:cubicBezTo>
                    <a:cubicBezTo>
                      <a:pt x="6" y="16"/>
                      <a:pt x="7" y="14"/>
                      <a:pt x="7" y="11"/>
                    </a:cubicBezTo>
                    <a:cubicBezTo>
                      <a:pt x="8" y="9"/>
                      <a:pt x="8" y="6"/>
                      <a:pt x="9" y="3"/>
                    </a:cubicBezTo>
                    <a:cubicBezTo>
                      <a:pt x="9" y="8"/>
                      <a:pt x="9" y="13"/>
                      <a:pt x="9" y="18"/>
                    </a:cubicBezTo>
                    <a:cubicBezTo>
                      <a:pt x="9" y="23"/>
                      <a:pt x="9" y="30"/>
                      <a:pt x="6" y="35"/>
                    </a:cubicBezTo>
                    <a:cubicBezTo>
                      <a:pt x="6" y="34"/>
                      <a:pt x="6" y="34"/>
                      <a:pt x="7" y="34"/>
                    </a:cubicBezTo>
                  </a:path>
                </a:pathLst>
              </a:custGeom>
              <a:solidFill>
                <a:srgbClr val="7B46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569" name="Freeform 685">
                <a:extLst>
                  <a:ext uri="{FF2B5EF4-FFF2-40B4-BE49-F238E27FC236}">
                    <a16:creationId xmlns:a16="http://schemas.microsoft.com/office/drawing/2014/main" id="{8F496EE0-519D-46A1-980B-420D778B66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4" y="847"/>
                <a:ext cx="23" cy="58"/>
              </a:xfrm>
              <a:custGeom>
                <a:avLst/>
                <a:gdLst>
                  <a:gd name="T0" fmla="*/ 0 w 14"/>
                  <a:gd name="T1" fmla="*/ 151 h 35"/>
                  <a:gd name="T2" fmla="*/ 5 w 14"/>
                  <a:gd name="T3" fmla="*/ 28 h 35"/>
                  <a:gd name="T4" fmla="*/ 20 w 14"/>
                  <a:gd name="T5" fmla="*/ 83 h 35"/>
                  <a:gd name="T6" fmla="*/ 20 w 14"/>
                  <a:gd name="T7" fmla="*/ 20 h 35"/>
                  <a:gd name="T8" fmla="*/ 26 w 14"/>
                  <a:gd name="T9" fmla="*/ 41 h 35"/>
                  <a:gd name="T10" fmla="*/ 26 w 14"/>
                  <a:gd name="T11" fmla="*/ 0 h 35"/>
                  <a:gd name="T12" fmla="*/ 58 w 14"/>
                  <a:gd name="T13" fmla="*/ 109 h 35"/>
                  <a:gd name="T14" fmla="*/ 33 w 14"/>
                  <a:gd name="T15" fmla="*/ 159 h 3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4" h="35">
                    <a:moveTo>
                      <a:pt x="0" y="33"/>
                    </a:moveTo>
                    <a:cubicBezTo>
                      <a:pt x="2" y="26"/>
                      <a:pt x="4" y="12"/>
                      <a:pt x="1" y="6"/>
                    </a:cubicBezTo>
                    <a:cubicBezTo>
                      <a:pt x="3" y="10"/>
                      <a:pt x="3" y="14"/>
                      <a:pt x="4" y="18"/>
                    </a:cubicBezTo>
                    <a:cubicBezTo>
                      <a:pt x="4" y="14"/>
                      <a:pt x="4" y="9"/>
                      <a:pt x="4" y="4"/>
                    </a:cubicBezTo>
                    <a:cubicBezTo>
                      <a:pt x="5" y="6"/>
                      <a:pt x="6" y="7"/>
                      <a:pt x="6" y="9"/>
                    </a:cubicBezTo>
                    <a:cubicBezTo>
                      <a:pt x="7" y="6"/>
                      <a:pt x="6" y="3"/>
                      <a:pt x="6" y="0"/>
                    </a:cubicBezTo>
                    <a:cubicBezTo>
                      <a:pt x="8" y="7"/>
                      <a:pt x="14" y="15"/>
                      <a:pt x="13" y="24"/>
                    </a:cubicBezTo>
                    <a:cubicBezTo>
                      <a:pt x="12" y="28"/>
                      <a:pt x="7" y="30"/>
                      <a:pt x="7" y="35"/>
                    </a:cubicBezTo>
                  </a:path>
                </a:pathLst>
              </a:custGeom>
              <a:solidFill>
                <a:srgbClr val="7B46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570" name="Freeform 686">
                <a:extLst>
                  <a:ext uri="{FF2B5EF4-FFF2-40B4-BE49-F238E27FC236}">
                    <a16:creationId xmlns:a16="http://schemas.microsoft.com/office/drawing/2014/main" id="{69D6C0EB-4F29-41C0-A201-C93B7F382B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76" y="903"/>
                <a:ext cx="25" cy="109"/>
              </a:xfrm>
              <a:custGeom>
                <a:avLst/>
                <a:gdLst>
                  <a:gd name="T0" fmla="*/ 0 w 15"/>
                  <a:gd name="T1" fmla="*/ 307 h 65"/>
                  <a:gd name="T2" fmla="*/ 28 w 15"/>
                  <a:gd name="T3" fmla="*/ 265 h 65"/>
                  <a:gd name="T4" fmla="*/ 55 w 15"/>
                  <a:gd name="T5" fmla="*/ 208 h 65"/>
                  <a:gd name="T6" fmla="*/ 37 w 15"/>
                  <a:gd name="T7" fmla="*/ 236 h 65"/>
                  <a:gd name="T8" fmla="*/ 62 w 15"/>
                  <a:gd name="T9" fmla="*/ 166 h 65"/>
                  <a:gd name="T10" fmla="*/ 37 w 15"/>
                  <a:gd name="T11" fmla="*/ 211 h 65"/>
                  <a:gd name="T12" fmla="*/ 62 w 15"/>
                  <a:gd name="T13" fmla="*/ 117 h 65"/>
                  <a:gd name="T14" fmla="*/ 63 w 15"/>
                  <a:gd name="T15" fmla="*/ 49 h 65"/>
                  <a:gd name="T16" fmla="*/ 42 w 15"/>
                  <a:gd name="T17" fmla="*/ 117 h 65"/>
                  <a:gd name="T18" fmla="*/ 47 w 15"/>
                  <a:gd name="T19" fmla="*/ 91 h 65"/>
                  <a:gd name="T20" fmla="*/ 50 w 15"/>
                  <a:gd name="T21" fmla="*/ 42 h 65"/>
                  <a:gd name="T22" fmla="*/ 47 w 15"/>
                  <a:gd name="T23" fmla="*/ 0 h 65"/>
                  <a:gd name="T24" fmla="*/ 42 w 15"/>
                  <a:gd name="T25" fmla="*/ 37 h 65"/>
                  <a:gd name="T26" fmla="*/ 42 w 15"/>
                  <a:gd name="T27" fmla="*/ 5 h 65"/>
                  <a:gd name="T28" fmla="*/ 22 w 15"/>
                  <a:gd name="T29" fmla="*/ 96 h 65"/>
                  <a:gd name="T30" fmla="*/ 13 w 15"/>
                  <a:gd name="T31" fmla="*/ 221 h 65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5" h="65">
                    <a:moveTo>
                      <a:pt x="0" y="65"/>
                    </a:moveTo>
                    <a:cubicBezTo>
                      <a:pt x="3" y="64"/>
                      <a:pt x="4" y="58"/>
                      <a:pt x="6" y="56"/>
                    </a:cubicBezTo>
                    <a:cubicBezTo>
                      <a:pt x="8" y="52"/>
                      <a:pt x="10" y="48"/>
                      <a:pt x="12" y="44"/>
                    </a:cubicBezTo>
                    <a:cubicBezTo>
                      <a:pt x="10" y="45"/>
                      <a:pt x="9" y="48"/>
                      <a:pt x="8" y="50"/>
                    </a:cubicBezTo>
                    <a:cubicBezTo>
                      <a:pt x="8" y="45"/>
                      <a:pt x="13" y="40"/>
                      <a:pt x="13" y="35"/>
                    </a:cubicBezTo>
                    <a:cubicBezTo>
                      <a:pt x="11" y="38"/>
                      <a:pt x="9" y="41"/>
                      <a:pt x="8" y="45"/>
                    </a:cubicBezTo>
                    <a:cubicBezTo>
                      <a:pt x="10" y="39"/>
                      <a:pt x="12" y="32"/>
                      <a:pt x="13" y="25"/>
                    </a:cubicBezTo>
                    <a:cubicBezTo>
                      <a:pt x="14" y="21"/>
                      <a:pt x="15" y="14"/>
                      <a:pt x="14" y="10"/>
                    </a:cubicBezTo>
                    <a:cubicBezTo>
                      <a:pt x="13" y="16"/>
                      <a:pt x="10" y="20"/>
                      <a:pt x="9" y="25"/>
                    </a:cubicBezTo>
                    <a:cubicBezTo>
                      <a:pt x="9" y="23"/>
                      <a:pt x="10" y="21"/>
                      <a:pt x="10" y="19"/>
                    </a:cubicBezTo>
                    <a:cubicBezTo>
                      <a:pt x="11" y="16"/>
                      <a:pt x="11" y="13"/>
                      <a:pt x="11" y="9"/>
                    </a:cubicBezTo>
                    <a:cubicBezTo>
                      <a:pt x="11" y="6"/>
                      <a:pt x="11" y="3"/>
                      <a:pt x="10" y="0"/>
                    </a:cubicBezTo>
                    <a:cubicBezTo>
                      <a:pt x="10" y="2"/>
                      <a:pt x="9" y="5"/>
                      <a:pt x="9" y="8"/>
                    </a:cubicBezTo>
                    <a:cubicBezTo>
                      <a:pt x="9" y="5"/>
                      <a:pt x="9" y="3"/>
                      <a:pt x="9" y="1"/>
                    </a:cubicBezTo>
                    <a:cubicBezTo>
                      <a:pt x="9" y="7"/>
                      <a:pt x="6" y="14"/>
                      <a:pt x="5" y="20"/>
                    </a:cubicBezTo>
                    <a:cubicBezTo>
                      <a:pt x="3" y="29"/>
                      <a:pt x="3" y="38"/>
                      <a:pt x="3" y="47"/>
                    </a:cubicBezTo>
                  </a:path>
                </a:pathLst>
              </a:custGeom>
              <a:solidFill>
                <a:srgbClr val="7B46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571" name="Freeform 687">
                <a:extLst>
                  <a:ext uri="{FF2B5EF4-FFF2-40B4-BE49-F238E27FC236}">
                    <a16:creationId xmlns:a16="http://schemas.microsoft.com/office/drawing/2014/main" id="{9E63527A-8036-4C9B-8135-3322E8AE80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2" y="905"/>
                <a:ext cx="27" cy="102"/>
              </a:xfrm>
              <a:custGeom>
                <a:avLst/>
                <a:gdLst>
                  <a:gd name="T0" fmla="*/ 71 w 16"/>
                  <a:gd name="T1" fmla="*/ 286 h 61"/>
                  <a:gd name="T2" fmla="*/ 62 w 16"/>
                  <a:gd name="T3" fmla="*/ 251 h 61"/>
                  <a:gd name="T4" fmla="*/ 41 w 16"/>
                  <a:gd name="T5" fmla="*/ 196 h 61"/>
                  <a:gd name="T6" fmla="*/ 20 w 16"/>
                  <a:gd name="T7" fmla="*/ 140 h 61"/>
                  <a:gd name="T8" fmla="*/ 41 w 16"/>
                  <a:gd name="T9" fmla="*/ 179 h 61"/>
                  <a:gd name="T10" fmla="*/ 0 w 16"/>
                  <a:gd name="T11" fmla="*/ 47 h 61"/>
                  <a:gd name="T12" fmla="*/ 34 w 16"/>
                  <a:gd name="T13" fmla="*/ 125 h 61"/>
                  <a:gd name="T14" fmla="*/ 20 w 16"/>
                  <a:gd name="T15" fmla="*/ 50 h 61"/>
                  <a:gd name="T16" fmla="*/ 14 w 16"/>
                  <a:gd name="T17" fmla="*/ 0 h 61"/>
                  <a:gd name="T18" fmla="*/ 29 w 16"/>
                  <a:gd name="T19" fmla="*/ 47 h 61"/>
                  <a:gd name="T20" fmla="*/ 29 w 16"/>
                  <a:gd name="T21" fmla="*/ 0 h 61"/>
                  <a:gd name="T22" fmla="*/ 62 w 16"/>
                  <a:gd name="T23" fmla="*/ 90 h 61"/>
                  <a:gd name="T24" fmla="*/ 71 w 16"/>
                  <a:gd name="T25" fmla="*/ 166 h 61"/>
                  <a:gd name="T26" fmla="*/ 78 w 16"/>
                  <a:gd name="T27" fmla="*/ 242 h 6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6" h="61">
                    <a:moveTo>
                      <a:pt x="15" y="61"/>
                    </a:moveTo>
                    <a:cubicBezTo>
                      <a:pt x="14" y="59"/>
                      <a:pt x="14" y="56"/>
                      <a:pt x="13" y="54"/>
                    </a:cubicBezTo>
                    <a:cubicBezTo>
                      <a:pt x="12" y="49"/>
                      <a:pt x="10" y="46"/>
                      <a:pt x="8" y="42"/>
                    </a:cubicBezTo>
                    <a:cubicBezTo>
                      <a:pt x="6" y="38"/>
                      <a:pt x="4" y="34"/>
                      <a:pt x="4" y="30"/>
                    </a:cubicBezTo>
                    <a:cubicBezTo>
                      <a:pt x="5" y="33"/>
                      <a:pt x="7" y="36"/>
                      <a:pt x="8" y="38"/>
                    </a:cubicBezTo>
                    <a:cubicBezTo>
                      <a:pt x="5" y="30"/>
                      <a:pt x="2" y="19"/>
                      <a:pt x="0" y="10"/>
                    </a:cubicBezTo>
                    <a:cubicBezTo>
                      <a:pt x="2" y="16"/>
                      <a:pt x="4" y="22"/>
                      <a:pt x="7" y="27"/>
                    </a:cubicBezTo>
                    <a:cubicBezTo>
                      <a:pt x="5" y="22"/>
                      <a:pt x="4" y="16"/>
                      <a:pt x="4" y="11"/>
                    </a:cubicBezTo>
                    <a:cubicBezTo>
                      <a:pt x="4" y="8"/>
                      <a:pt x="3" y="3"/>
                      <a:pt x="3" y="0"/>
                    </a:cubicBezTo>
                    <a:cubicBezTo>
                      <a:pt x="5" y="3"/>
                      <a:pt x="4" y="7"/>
                      <a:pt x="6" y="10"/>
                    </a:cubicBezTo>
                    <a:cubicBezTo>
                      <a:pt x="6" y="7"/>
                      <a:pt x="5" y="3"/>
                      <a:pt x="6" y="0"/>
                    </a:cubicBezTo>
                    <a:cubicBezTo>
                      <a:pt x="8" y="6"/>
                      <a:pt x="11" y="12"/>
                      <a:pt x="13" y="19"/>
                    </a:cubicBezTo>
                    <a:cubicBezTo>
                      <a:pt x="14" y="24"/>
                      <a:pt x="14" y="29"/>
                      <a:pt x="15" y="35"/>
                    </a:cubicBezTo>
                    <a:cubicBezTo>
                      <a:pt x="15" y="41"/>
                      <a:pt x="16" y="46"/>
                      <a:pt x="16" y="52"/>
                    </a:cubicBezTo>
                  </a:path>
                </a:pathLst>
              </a:custGeom>
              <a:solidFill>
                <a:srgbClr val="7B46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572" name="Freeform 688">
                <a:extLst>
                  <a:ext uri="{FF2B5EF4-FFF2-40B4-BE49-F238E27FC236}">
                    <a16:creationId xmlns:a16="http://schemas.microsoft.com/office/drawing/2014/main" id="{F0E0F7F1-B0E4-4F53-8DD3-B956779515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1" y="978"/>
                <a:ext cx="25" cy="75"/>
              </a:xfrm>
              <a:custGeom>
                <a:avLst/>
                <a:gdLst>
                  <a:gd name="T0" fmla="*/ 37 w 15"/>
                  <a:gd name="T1" fmla="*/ 0 h 45"/>
                  <a:gd name="T2" fmla="*/ 37 w 15"/>
                  <a:gd name="T3" fmla="*/ 28 h 45"/>
                  <a:gd name="T4" fmla="*/ 33 w 15"/>
                  <a:gd name="T5" fmla="*/ 62 h 45"/>
                  <a:gd name="T6" fmla="*/ 22 w 15"/>
                  <a:gd name="T7" fmla="*/ 117 h 45"/>
                  <a:gd name="T8" fmla="*/ 8 w 15"/>
                  <a:gd name="T9" fmla="*/ 208 h 45"/>
                  <a:gd name="T10" fmla="*/ 42 w 15"/>
                  <a:gd name="T11" fmla="*/ 120 h 45"/>
                  <a:gd name="T12" fmla="*/ 62 w 15"/>
                  <a:gd name="T13" fmla="*/ 8 h 4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45">
                    <a:moveTo>
                      <a:pt x="8" y="0"/>
                    </a:moveTo>
                    <a:cubicBezTo>
                      <a:pt x="7" y="2"/>
                      <a:pt x="8" y="4"/>
                      <a:pt x="8" y="6"/>
                    </a:cubicBezTo>
                    <a:cubicBezTo>
                      <a:pt x="8" y="9"/>
                      <a:pt x="7" y="11"/>
                      <a:pt x="7" y="13"/>
                    </a:cubicBezTo>
                    <a:cubicBezTo>
                      <a:pt x="7" y="17"/>
                      <a:pt x="6" y="21"/>
                      <a:pt x="5" y="25"/>
                    </a:cubicBezTo>
                    <a:cubicBezTo>
                      <a:pt x="4" y="31"/>
                      <a:pt x="0" y="39"/>
                      <a:pt x="2" y="45"/>
                    </a:cubicBezTo>
                    <a:cubicBezTo>
                      <a:pt x="2" y="38"/>
                      <a:pt x="7" y="32"/>
                      <a:pt x="9" y="26"/>
                    </a:cubicBezTo>
                    <a:cubicBezTo>
                      <a:pt x="11" y="18"/>
                      <a:pt x="15" y="11"/>
                      <a:pt x="13" y="2"/>
                    </a:cubicBezTo>
                  </a:path>
                </a:pathLst>
              </a:custGeom>
              <a:solidFill>
                <a:srgbClr val="7B46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573" name="Freeform 689">
                <a:extLst>
                  <a:ext uri="{FF2B5EF4-FFF2-40B4-BE49-F238E27FC236}">
                    <a16:creationId xmlns:a16="http://schemas.microsoft.com/office/drawing/2014/main" id="{1F5BF5AC-6DE8-42E7-B509-5B00162EA3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2" y="962"/>
                <a:ext cx="17" cy="78"/>
              </a:xfrm>
              <a:custGeom>
                <a:avLst/>
                <a:gdLst>
                  <a:gd name="T0" fmla="*/ 26 w 10"/>
                  <a:gd name="T1" fmla="*/ 0 h 47"/>
                  <a:gd name="T2" fmla="*/ 20 w 10"/>
                  <a:gd name="T3" fmla="*/ 55 h 47"/>
                  <a:gd name="T4" fmla="*/ 29 w 10"/>
                  <a:gd name="T5" fmla="*/ 105 h 47"/>
                  <a:gd name="T6" fmla="*/ 49 w 10"/>
                  <a:gd name="T7" fmla="*/ 214 h 47"/>
                  <a:gd name="T8" fmla="*/ 20 w 10"/>
                  <a:gd name="T9" fmla="*/ 141 h 47"/>
                  <a:gd name="T10" fmla="*/ 0 w 10"/>
                  <a:gd name="T11" fmla="*/ 46 h 4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" h="47">
                    <a:moveTo>
                      <a:pt x="5" y="0"/>
                    </a:moveTo>
                    <a:cubicBezTo>
                      <a:pt x="4" y="3"/>
                      <a:pt x="4" y="9"/>
                      <a:pt x="4" y="12"/>
                    </a:cubicBezTo>
                    <a:cubicBezTo>
                      <a:pt x="4" y="16"/>
                      <a:pt x="5" y="19"/>
                      <a:pt x="6" y="23"/>
                    </a:cubicBezTo>
                    <a:cubicBezTo>
                      <a:pt x="8" y="31"/>
                      <a:pt x="10" y="39"/>
                      <a:pt x="10" y="47"/>
                    </a:cubicBezTo>
                    <a:cubicBezTo>
                      <a:pt x="8" y="41"/>
                      <a:pt x="8" y="36"/>
                      <a:pt x="4" y="31"/>
                    </a:cubicBezTo>
                    <a:cubicBezTo>
                      <a:pt x="1" y="25"/>
                      <a:pt x="0" y="16"/>
                      <a:pt x="0" y="10"/>
                    </a:cubicBezTo>
                  </a:path>
                </a:pathLst>
              </a:custGeom>
              <a:solidFill>
                <a:srgbClr val="7B46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574" name="Freeform 690">
                <a:extLst>
                  <a:ext uri="{FF2B5EF4-FFF2-40B4-BE49-F238E27FC236}">
                    <a16:creationId xmlns:a16="http://schemas.microsoft.com/office/drawing/2014/main" id="{090F9A85-BD37-42DE-97FA-1F0414E891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9" y="840"/>
                <a:ext cx="29" cy="110"/>
              </a:xfrm>
              <a:custGeom>
                <a:avLst/>
                <a:gdLst>
                  <a:gd name="T0" fmla="*/ 5 w 17"/>
                  <a:gd name="T1" fmla="*/ 138 h 66"/>
                  <a:gd name="T2" fmla="*/ 65 w 17"/>
                  <a:gd name="T3" fmla="*/ 0 h 66"/>
                  <a:gd name="T4" fmla="*/ 41 w 17"/>
                  <a:gd name="T5" fmla="*/ 105 h 66"/>
                  <a:gd name="T6" fmla="*/ 55 w 17"/>
                  <a:gd name="T7" fmla="*/ 70 h 66"/>
                  <a:gd name="T8" fmla="*/ 55 w 17"/>
                  <a:gd name="T9" fmla="*/ 112 h 66"/>
                  <a:gd name="T10" fmla="*/ 58 w 17"/>
                  <a:gd name="T11" fmla="*/ 75 h 66"/>
                  <a:gd name="T12" fmla="*/ 58 w 17"/>
                  <a:gd name="T13" fmla="*/ 138 h 66"/>
                  <a:gd name="T14" fmla="*/ 65 w 17"/>
                  <a:gd name="T15" fmla="*/ 117 h 66"/>
                  <a:gd name="T16" fmla="*/ 58 w 17"/>
                  <a:gd name="T17" fmla="*/ 172 h 66"/>
                  <a:gd name="T18" fmla="*/ 70 w 17"/>
                  <a:gd name="T19" fmla="*/ 153 h 66"/>
                  <a:gd name="T20" fmla="*/ 70 w 17"/>
                  <a:gd name="T21" fmla="*/ 217 h 66"/>
                  <a:gd name="T22" fmla="*/ 75 w 17"/>
                  <a:gd name="T23" fmla="*/ 208 h 66"/>
                  <a:gd name="T24" fmla="*/ 55 w 17"/>
                  <a:gd name="T25" fmla="*/ 305 h 66"/>
                  <a:gd name="T26" fmla="*/ 15 w 17"/>
                  <a:gd name="T27" fmla="*/ 195 h 6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7" h="66">
                    <a:moveTo>
                      <a:pt x="1" y="30"/>
                    </a:moveTo>
                    <a:cubicBezTo>
                      <a:pt x="0" y="20"/>
                      <a:pt x="9" y="9"/>
                      <a:pt x="13" y="0"/>
                    </a:cubicBezTo>
                    <a:cubicBezTo>
                      <a:pt x="12" y="7"/>
                      <a:pt x="11" y="17"/>
                      <a:pt x="8" y="23"/>
                    </a:cubicBezTo>
                    <a:cubicBezTo>
                      <a:pt x="9" y="20"/>
                      <a:pt x="10" y="17"/>
                      <a:pt x="11" y="15"/>
                    </a:cubicBezTo>
                    <a:cubicBezTo>
                      <a:pt x="11" y="18"/>
                      <a:pt x="11" y="21"/>
                      <a:pt x="11" y="24"/>
                    </a:cubicBezTo>
                    <a:cubicBezTo>
                      <a:pt x="11" y="21"/>
                      <a:pt x="12" y="19"/>
                      <a:pt x="12" y="16"/>
                    </a:cubicBezTo>
                    <a:cubicBezTo>
                      <a:pt x="13" y="21"/>
                      <a:pt x="11" y="27"/>
                      <a:pt x="12" y="30"/>
                    </a:cubicBezTo>
                    <a:cubicBezTo>
                      <a:pt x="12" y="28"/>
                      <a:pt x="12" y="27"/>
                      <a:pt x="13" y="25"/>
                    </a:cubicBezTo>
                    <a:cubicBezTo>
                      <a:pt x="13" y="29"/>
                      <a:pt x="12" y="33"/>
                      <a:pt x="12" y="37"/>
                    </a:cubicBezTo>
                    <a:cubicBezTo>
                      <a:pt x="13" y="35"/>
                      <a:pt x="13" y="34"/>
                      <a:pt x="14" y="33"/>
                    </a:cubicBezTo>
                    <a:cubicBezTo>
                      <a:pt x="15" y="36"/>
                      <a:pt x="15" y="44"/>
                      <a:pt x="14" y="47"/>
                    </a:cubicBezTo>
                    <a:cubicBezTo>
                      <a:pt x="14" y="46"/>
                      <a:pt x="15" y="46"/>
                      <a:pt x="15" y="45"/>
                    </a:cubicBezTo>
                    <a:cubicBezTo>
                      <a:pt x="17" y="51"/>
                      <a:pt x="14" y="61"/>
                      <a:pt x="11" y="66"/>
                    </a:cubicBezTo>
                    <a:cubicBezTo>
                      <a:pt x="7" y="58"/>
                      <a:pt x="3" y="51"/>
                      <a:pt x="3" y="42"/>
                    </a:cubicBezTo>
                  </a:path>
                </a:pathLst>
              </a:custGeom>
              <a:solidFill>
                <a:srgbClr val="7B46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</p:grpSp>
        <p:sp>
          <p:nvSpPr>
            <p:cNvPr id="34323" name="Freeform 691">
              <a:extLst>
                <a:ext uri="{FF2B5EF4-FFF2-40B4-BE49-F238E27FC236}">
                  <a16:creationId xmlns:a16="http://schemas.microsoft.com/office/drawing/2014/main" id="{839F4D88-1045-42D3-8ACF-F7B024C9328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7" y="827"/>
              <a:ext cx="19" cy="66"/>
            </a:xfrm>
            <a:custGeom>
              <a:avLst/>
              <a:gdLst>
                <a:gd name="T0" fmla="*/ 0 w 11"/>
                <a:gd name="T1" fmla="*/ 109 h 40"/>
                <a:gd name="T2" fmla="*/ 36 w 11"/>
                <a:gd name="T3" fmla="*/ 0 h 40"/>
                <a:gd name="T4" fmla="*/ 36 w 11"/>
                <a:gd name="T5" fmla="*/ 0 h 40"/>
                <a:gd name="T6" fmla="*/ 9 w 11"/>
                <a:gd name="T7" fmla="*/ 109 h 40"/>
                <a:gd name="T8" fmla="*/ 41 w 11"/>
                <a:gd name="T9" fmla="*/ 35 h 40"/>
                <a:gd name="T10" fmla="*/ 29 w 11"/>
                <a:gd name="T11" fmla="*/ 89 h 40"/>
                <a:gd name="T12" fmla="*/ 57 w 11"/>
                <a:gd name="T13" fmla="*/ 21 h 40"/>
                <a:gd name="T14" fmla="*/ 41 w 11"/>
                <a:gd name="T15" fmla="*/ 104 h 40"/>
                <a:gd name="T16" fmla="*/ 50 w 11"/>
                <a:gd name="T17" fmla="*/ 68 h 40"/>
                <a:gd name="T18" fmla="*/ 36 w 11"/>
                <a:gd name="T19" fmla="*/ 180 h 40"/>
                <a:gd name="T20" fmla="*/ 16 w 11"/>
                <a:gd name="T21" fmla="*/ 158 h 4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1" h="40">
                  <a:moveTo>
                    <a:pt x="0" y="24"/>
                  </a:moveTo>
                  <a:cubicBezTo>
                    <a:pt x="0" y="16"/>
                    <a:pt x="3" y="6"/>
                    <a:pt x="7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7" y="8"/>
                    <a:pt x="3" y="16"/>
                    <a:pt x="2" y="24"/>
                  </a:cubicBezTo>
                  <a:cubicBezTo>
                    <a:pt x="3" y="19"/>
                    <a:pt x="5" y="12"/>
                    <a:pt x="8" y="8"/>
                  </a:cubicBezTo>
                  <a:cubicBezTo>
                    <a:pt x="8" y="12"/>
                    <a:pt x="6" y="16"/>
                    <a:pt x="6" y="20"/>
                  </a:cubicBezTo>
                  <a:cubicBezTo>
                    <a:pt x="7" y="15"/>
                    <a:pt x="10" y="10"/>
                    <a:pt x="11" y="5"/>
                  </a:cubicBezTo>
                  <a:cubicBezTo>
                    <a:pt x="11" y="11"/>
                    <a:pt x="8" y="17"/>
                    <a:pt x="8" y="23"/>
                  </a:cubicBezTo>
                  <a:cubicBezTo>
                    <a:pt x="9" y="20"/>
                    <a:pt x="10" y="17"/>
                    <a:pt x="10" y="15"/>
                  </a:cubicBezTo>
                  <a:cubicBezTo>
                    <a:pt x="11" y="23"/>
                    <a:pt x="9" y="33"/>
                    <a:pt x="7" y="40"/>
                  </a:cubicBezTo>
                  <a:cubicBezTo>
                    <a:pt x="5" y="39"/>
                    <a:pt x="3" y="36"/>
                    <a:pt x="3" y="35"/>
                  </a:cubicBezTo>
                </a:path>
              </a:pathLst>
            </a:custGeom>
            <a:solidFill>
              <a:srgbClr val="7B46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4324" name="Freeform 692">
              <a:extLst>
                <a:ext uri="{FF2B5EF4-FFF2-40B4-BE49-F238E27FC236}">
                  <a16:creationId xmlns:a16="http://schemas.microsoft.com/office/drawing/2014/main" id="{1C393F57-684F-4AAC-93F5-16074B55D870}"/>
                </a:ext>
              </a:extLst>
            </p:cNvPr>
            <p:cNvSpPr>
              <a:spLocks/>
            </p:cNvSpPr>
            <p:nvPr/>
          </p:nvSpPr>
          <p:spPr bwMode="auto">
            <a:xfrm>
              <a:off x="5105" y="1344"/>
              <a:ext cx="213" cy="1092"/>
            </a:xfrm>
            <a:custGeom>
              <a:avLst/>
              <a:gdLst>
                <a:gd name="T0" fmla="*/ 0 w 127"/>
                <a:gd name="T1" fmla="*/ 0 h 655"/>
                <a:gd name="T2" fmla="*/ 335 w 127"/>
                <a:gd name="T3" fmla="*/ 362 h 655"/>
                <a:gd name="T4" fmla="*/ 344 w 127"/>
                <a:gd name="T5" fmla="*/ 714 h 655"/>
                <a:gd name="T6" fmla="*/ 433 w 127"/>
                <a:gd name="T7" fmla="*/ 1454 h 655"/>
                <a:gd name="T8" fmla="*/ 466 w 127"/>
                <a:gd name="T9" fmla="*/ 1707 h 655"/>
                <a:gd name="T10" fmla="*/ 523 w 127"/>
                <a:gd name="T11" fmla="*/ 2437 h 655"/>
                <a:gd name="T12" fmla="*/ 552 w 127"/>
                <a:gd name="T13" fmla="*/ 2659 h 655"/>
                <a:gd name="T14" fmla="*/ 585 w 127"/>
                <a:gd name="T15" fmla="*/ 2836 h 655"/>
                <a:gd name="T16" fmla="*/ 590 w 127"/>
                <a:gd name="T17" fmla="*/ 2924 h 655"/>
                <a:gd name="T18" fmla="*/ 585 w 127"/>
                <a:gd name="T19" fmla="*/ 2988 h 655"/>
                <a:gd name="T20" fmla="*/ 287 w 127"/>
                <a:gd name="T21" fmla="*/ 3036 h 655"/>
                <a:gd name="T22" fmla="*/ 292 w 127"/>
                <a:gd name="T23" fmla="*/ 2974 h 655"/>
                <a:gd name="T24" fmla="*/ 315 w 127"/>
                <a:gd name="T25" fmla="*/ 2849 h 655"/>
                <a:gd name="T26" fmla="*/ 287 w 127"/>
                <a:gd name="T27" fmla="*/ 2736 h 655"/>
                <a:gd name="T28" fmla="*/ 146 w 127"/>
                <a:gd name="T29" fmla="*/ 2112 h 655"/>
                <a:gd name="T30" fmla="*/ 91 w 127"/>
                <a:gd name="T31" fmla="*/ 1737 h 655"/>
                <a:gd name="T32" fmla="*/ 13 w 127"/>
                <a:gd name="T33" fmla="*/ 1175 h 65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27" h="655">
                  <a:moveTo>
                    <a:pt x="0" y="0"/>
                  </a:moveTo>
                  <a:cubicBezTo>
                    <a:pt x="28" y="5"/>
                    <a:pt x="54" y="17"/>
                    <a:pt x="71" y="78"/>
                  </a:cubicBezTo>
                  <a:cubicBezTo>
                    <a:pt x="79" y="104"/>
                    <a:pt x="77" y="121"/>
                    <a:pt x="73" y="154"/>
                  </a:cubicBezTo>
                  <a:cubicBezTo>
                    <a:pt x="82" y="223"/>
                    <a:pt x="91" y="275"/>
                    <a:pt x="92" y="314"/>
                  </a:cubicBezTo>
                  <a:cubicBezTo>
                    <a:pt x="91" y="340"/>
                    <a:pt x="97" y="356"/>
                    <a:pt x="99" y="368"/>
                  </a:cubicBezTo>
                  <a:cubicBezTo>
                    <a:pt x="113" y="404"/>
                    <a:pt x="109" y="501"/>
                    <a:pt x="111" y="526"/>
                  </a:cubicBezTo>
                  <a:cubicBezTo>
                    <a:pt x="114" y="570"/>
                    <a:pt x="117" y="570"/>
                    <a:pt x="117" y="574"/>
                  </a:cubicBezTo>
                  <a:cubicBezTo>
                    <a:pt x="117" y="594"/>
                    <a:pt x="122" y="603"/>
                    <a:pt x="124" y="612"/>
                  </a:cubicBezTo>
                  <a:cubicBezTo>
                    <a:pt x="127" y="622"/>
                    <a:pt x="123" y="628"/>
                    <a:pt x="125" y="631"/>
                  </a:cubicBezTo>
                  <a:cubicBezTo>
                    <a:pt x="125" y="632"/>
                    <a:pt x="124" y="643"/>
                    <a:pt x="124" y="645"/>
                  </a:cubicBezTo>
                  <a:cubicBezTo>
                    <a:pt x="61" y="655"/>
                    <a:pt x="61" y="655"/>
                    <a:pt x="61" y="655"/>
                  </a:cubicBezTo>
                  <a:cubicBezTo>
                    <a:pt x="62" y="649"/>
                    <a:pt x="63" y="645"/>
                    <a:pt x="62" y="642"/>
                  </a:cubicBezTo>
                  <a:cubicBezTo>
                    <a:pt x="60" y="632"/>
                    <a:pt x="68" y="617"/>
                    <a:pt x="67" y="615"/>
                  </a:cubicBezTo>
                  <a:cubicBezTo>
                    <a:pt x="65" y="612"/>
                    <a:pt x="63" y="601"/>
                    <a:pt x="61" y="590"/>
                  </a:cubicBezTo>
                  <a:cubicBezTo>
                    <a:pt x="60" y="579"/>
                    <a:pt x="34" y="478"/>
                    <a:pt x="31" y="456"/>
                  </a:cubicBezTo>
                  <a:cubicBezTo>
                    <a:pt x="24" y="415"/>
                    <a:pt x="15" y="403"/>
                    <a:pt x="19" y="375"/>
                  </a:cubicBezTo>
                  <a:cubicBezTo>
                    <a:pt x="3" y="254"/>
                    <a:pt x="3" y="254"/>
                    <a:pt x="3" y="254"/>
                  </a:cubicBezTo>
                </a:path>
              </a:pathLst>
            </a:custGeom>
            <a:solidFill>
              <a:srgbClr val="FEF3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4325" name="Freeform 693">
              <a:extLst>
                <a:ext uri="{FF2B5EF4-FFF2-40B4-BE49-F238E27FC236}">
                  <a16:creationId xmlns:a16="http://schemas.microsoft.com/office/drawing/2014/main" id="{D5BDF278-51C4-41A9-8A4B-BC6AAE7AB6A9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5" y="1960"/>
              <a:ext cx="76" cy="70"/>
            </a:xfrm>
            <a:custGeom>
              <a:avLst/>
              <a:gdLst>
                <a:gd name="T0" fmla="*/ 203 w 45"/>
                <a:gd name="T1" fmla="*/ 92 h 42"/>
                <a:gd name="T2" fmla="*/ 0 w 45"/>
                <a:gd name="T3" fmla="*/ 37 h 42"/>
                <a:gd name="T4" fmla="*/ 216 w 45"/>
                <a:gd name="T5" fmla="*/ 83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5" h="42">
                  <a:moveTo>
                    <a:pt x="42" y="20"/>
                  </a:moveTo>
                  <a:cubicBezTo>
                    <a:pt x="36" y="42"/>
                    <a:pt x="9" y="7"/>
                    <a:pt x="0" y="8"/>
                  </a:cubicBezTo>
                  <a:cubicBezTo>
                    <a:pt x="18" y="0"/>
                    <a:pt x="28" y="25"/>
                    <a:pt x="45" y="18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4326" name="Line 694">
              <a:extLst>
                <a:ext uri="{FF2B5EF4-FFF2-40B4-BE49-F238E27FC236}">
                  <a16:creationId xmlns:a16="http://schemas.microsoft.com/office/drawing/2014/main" id="{8D0EE191-04D7-4097-A74B-E9BE0008B26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219" y="2407"/>
              <a:ext cx="1" cy="1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4327" name="Line 695">
              <a:extLst>
                <a:ext uri="{FF2B5EF4-FFF2-40B4-BE49-F238E27FC236}">
                  <a16:creationId xmlns:a16="http://schemas.microsoft.com/office/drawing/2014/main" id="{54C8D2B7-3FF4-4945-A9BB-7877C065071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219" y="2407"/>
              <a:ext cx="1" cy="1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4328" name="Freeform 696">
              <a:extLst>
                <a:ext uri="{FF2B5EF4-FFF2-40B4-BE49-F238E27FC236}">
                  <a16:creationId xmlns:a16="http://schemas.microsoft.com/office/drawing/2014/main" id="{21CBED09-3E18-401F-AD05-C4452FB90DE2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2" y="1372"/>
              <a:ext cx="106" cy="308"/>
            </a:xfrm>
            <a:custGeom>
              <a:avLst/>
              <a:gdLst>
                <a:gd name="T0" fmla="*/ 0 w 63"/>
                <a:gd name="T1" fmla="*/ 0 h 185"/>
                <a:gd name="T2" fmla="*/ 237 w 63"/>
                <a:gd name="T3" fmla="*/ 276 h 185"/>
                <a:gd name="T4" fmla="*/ 294 w 63"/>
                <a:gd name="T5" fmla="*/ 688 h 185"/>
                <a:gd name="T6" fmla="*/ 291 w 63"/>
                <a:gd name="T7" fmla="*/ 854 h 185"/>
                <a:gd name="T8" fmla="*/ 229 w 63"/>
                <a:gd name="T9" fmla="*/ 471 h 185"/>
                <a:gd name="T10" fmla="*/ 0 w 63"/>
                <a:gd name="T11" fmla="*/ 0 h 18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3" h="185">
                  <a:moveTo>
                    <a:pt x="0" y="0"/>
                  </a:moveTo>
                  <a:cubicBezTo>
                    <a:pt x="16" y="0"/>
                    <a:pt x="39" y="20"/>
                    <a:pt x="50" y="60"/>
                  </a:cubicBezTo>
                  <a:cubicBezTo>
                    <a:pt x="60" y="101"/>
                    <a:pt x="61" y="134"/>
                    <a:pt x="62" y="149"/>
                  </a:cubicBezTo>
                  <a:cubicBezTo>
                    <a:pt x="63" y="164"/>
                    <a:pt x="59" y="175"/>
                    <a:pt x="61" y="185"/>
                  </a:cubicBezTo>
                  <a:cubicBezTo>
                    <a:pt x="58" y="170"/>
                    <a:pt x="53" y="120"/>
                    <a:pt x="48" y="102"/>
                  </a:cubicBezTo>
                  <a:cubicBezTo>
                    <a:pt x="43" y="84"/>
                    <a:pt x="35" y="6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4329" name="Freeform 697">
              <a:extLst>
                <a:ext uri="{FF2B5EF4-FFF2-40B4-BE49-F238E27FC236}">
                  <a16:creationId xmlns:a16="http://schemas.microsoft.com/office/drawing/2014/main" id="{66152C07-3BC8-48DB-A794-EAE4BDB0760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75" y="1990"/>
              <a:ext cx="23" cy="314"/>
            </a:xfrm>
            <a:custGeom>
              <a:avLst/>
              <a:gdLst>
                <a:gd name="T0" fmla="*/ 62 w 14"/>
                <a:gd name="T1" fmla="*/ 875 h 188"/>
                <a:gd name="T2" fmla="*/ 41 w 14"/>
                <a:gd name="T3" fmla="*/ 479 h 188"/>
                <a:gd name="T4" fmla="*/ 8 w 14"/>
                <a:gd name="T5" fmla="*/ 0 h 188"/>
                <a:gd name="T6" fmla="*/ 5 w 14"/>
                <a:gd name="T7" fmla="*/ 359 h 188"/>
                <a:gd name="T8" fmla="*/ 62 w 14"/>
                <a:gd name="T9" fmla="*/ 875 h 1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88">
                  <a:moveTo>
                    <a:pt x="14" y="188"/>
                  </a:moveTo>
                  <a:cubicBezTo>
                    <a:pt x="14" y="183"/>
                    <a:pt x="9" y="137"/>
                    <a:pt x="9" y="103"/>
                  </a:cubicBezTo>
                  <a:cubicBezTo>
                    <a:pt x="9" y="65"/>
                    <a:pt x="7" y="27"/>
                    <a:pt x="2" y="0"/>
                  </a:cubicBezTo>
                  <a:cubicBezTo>
                    <a:pt x="4" y="17"/>
                    <a:pt x="2" y="52"/>
                    <a:pt x="1" y="77"/>
                  </a:cubicBezTo>
                  <a:cubicBezTo>
                    <a:pt x="0" y="102"/>
                    <a:pt x="7" y="165"/>
                    <a:pt x="14" y="18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4330" name="Freeform 698">
              <a:extLst>
                <a:ext uri="{FF2B5EF4-FFF2-40B4-BE49-F238E27FC236}">
                  <a16:creationId xmlns:a16="http://schemas.microsoft.com/office/drawing/2014/main" id="{7079475D-BEBC-4A88-9AD0-63E3F110BA99}"/>
                </a:ext>
              </a:extLst>
            </p:cNvPr>
            <p:cNvSpPr>
              <a:spLocks/>
            </p:cNvSpPr>
            <p:nvPr/>
          </p:nvSpPr>
          <p:spPr bwMode="auto">
            <a:xfrm>
              <a:off x="5162" y="1974"/>
              <a:ext cx="54" cy="33"/>
            </a:xfrm>
            <a:custGeom>
              <a:avLst/>
              <a:gdLst>
                <a:gd name="T0" fmla="*/ 71 w 32"/>
                <a:gd name="T1" fmla="*/ 46 h 20"/>
                <a:gd name="T2" fmla="*/ 133 w 32"/>
                <a:gd name="T3" fmla="*/ 84 h 20"/>
                <a:gd name="T4" fmla="*/ 154 w 32"/>
                <a:gd name="T5" fmla="*/ 71 h 20"/>
                <a:gd name="T6" fmla="*/ 133 w 32"/>
                <a:gd name="T7" fmla="*/ 89 h 20"/>
                <a:gd name="T8" fmla="*/ 71 w 32"/>
                <a:gd name="T9" fmla="*/ 50 h 20"/>
                <a:gd name="T10" fmla="*/ 0 w 32"/>
                <a:gd name="T11" fmla="*/ 0 h 20"/>
                <a:gd name="T12" fmla="*/ 71 w 32"/>
                <a:gd name="T13" fmla="*/ 46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" h="20">
                  <a:moveTo>
                    <a:pt x="15" y="10"/>
                  </a:moveTo>
                  <a:cubicBezTo>
                    <a:pt x="20" y="15"/>
                    <a:pt x="25" y="19"/>
                    <a:pt x="28" y="19"/>
                  </a:cubicBezTo>
                  <a:cubicBezTo>
                    <a:pt x="29" y="19"/>
                    <a:pt x="31" y="18"/>
                    <a:pt x="32" y="16"/>
                  </a:cubicBezTo>
                  <a:cubicBezTo>
                    <a:pt x="31" y="18"/>
                    <a:pt x="30" y="20"/>
                    <a:pt x="28" y="20"/>
                  </a:cubicBezTo>
                  <a:cubicBezTo>
                    <a:pt x="24" y="20"/>
                    <a:pt x="20" y="16"/>
                    <a:pt x="15" y="11"/>
                  </a:cubicBezTo>
                  <a:cubicBezTo>
                    <a:pt x="10" y="6"/>
                    <a:pt x="5" y="0"/>
                    <a:pt x="0" y="0"/>
                  </a:cubicBezTo>
                  <a:cubicBezTo>
                    <a:pt x="5" y="0"/>
                    <a:pt x="10" y="5"/>
                    <a:pt x="15" y="10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4331" name="Freeform 699">
              <a:extLst>
                <a:ext uri="{FF2B5EF4-FFF2-40B4-BE49-F238E27FC236}">
                  <a16:creationId xmlns:a16="http://schemas.microsoft.com/office/drawing/2014/main" id="{E975EE86-1613-4E4C-BAD4-ACF7CB8BF488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1" y="1322"/>
              <a:ext cx="276" cy="1047"/>
            </a:xfrm>
            <a:custGeom>
              <a:avLst/>
              <a:gdLst>
                <a:gd name="T0" fmla="*/ 781 w 164"/>
                <a:gd name="T1" fmla="*/ 2911 h 628"/>
                <a:gd name="T2" fmla="*/ 759 w 164"/>
                <a:gd name="T3" fmla="*/ 2846 h 628"/>
                <a:gd name="T4" fmla="*/ 746 w 164"/>
                <a:gd name="T5" fmla="*/ 2711 h 628"/>
                <a:gd name="T6" fmla="*/ 714 w 164"/>
                <a:gd name="T7" fmla="*/ 2479 h 628"/>
                <a:gd name="T8" fmla="*/ 656 w 164"/>
                <a:gd name="T9" fmla="*/ 1742 h 628"/>
                <a:gd name="T10" fmla="*/ 623 w 164"/>
                <a:gd name="T11" fmla="*/ 1479 h 628"/>
                <a:gd name="T12" fmla="*/ 559 w 164"/>
                <a:gd name="T13" fmla="*/ 895 h 628"/>
                <a:gd name="T14" fmla="*/ 532 w 164"/>
                <a:gd name="T15" fmla="*/ 437 h 628"/>
                <a:gd name="T16" fmla="*/ 200 w 164"/>
                <a:gd name="T17" fmla="*/ 63 h 628"/>
                <a:gd name="T18" fmla="*/ 0 w 164"/>
                <a:gd name="T19" fmla="*/ 0 h 62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64" h="628">
                  <a:moveTo>
                    <a:pt x="164" y="628"/>
                  </a:moveTo>
                  <a:cubicBezTo>
                    <a:pt x="164" y="623"/>
                    <a:pt x="160" y="617"/>
                    <a:pt x="159" y="614"/>
                  </a:cubicBezTo>
                  <a:cubicBezTo>
                    <a:pt x="154" y="597"/>
                    <a:pt x="157" y="590"/>
                    <a:pt x="156" y="585"/>
                  </a:cubicBezTo>
                  <a:cubicBezTo>
                    <a:pt x="153" y="574"/>
                    <a:pt x="151" y="550"/>
                    <a:pt x="150" y="535"/>
                  </a:cubicBezTo>
                  <a:cubicBezTo>
                    <a:pt x="150" y="509"/>
                    <a:pt x="151" y="412"/>
                    <a:pt x="138" y="376"/>
                  </a:cubicBezTo>
                  <a:cubicBezTo>
                    <a:pt x="135" y="364"/>
                    <a:pt x="130" y="345"/>
                    <a:pt x="131" y="319"/>
                  </a:cubicBezTo>
                  <a:cubicBezTo>
                    <a:pt x="130" y="247"/>
                    <a:pt x="115" y="215"/>
                    <a:pt x="117" y="193"/>
                  </a:cubicBezTo>
                  <a:cubicBezTo>
                    <a:pt x="110" y="144"/>
                    <a:pt x="117" y="121"/>
                    <a:pt x="112" y="94"/>
                  </a:cubicBezTo>
                  <a:cubicBezTo>
                    <a:pt x="100" y="36"/>
                    <a:pt x="53" y="16"/>
                    <a:pt x="42" y="14"/>
                  </a:cubicBezTo>
                  <a:cubicBezTo>
                    <a:pt x="42" y="14"/>
                    <a:pt x="7" y="3"/>
                    <a:pt x="0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4332" name="Freeform 700">
              <a:extLst>
                <a:ext uri="{FF2B5EF4-FFF2-40B4-BE49-F238E27FC236}">
                  <a16:creationId xmlns:a16="http://schemas.microsoft.com/office/drawing/2014/main" id="{07A05321-2B0D-44F1-A8A8-EB5E6865F511}"/>
                </a:ext>
              </a:extLst>
            </p:cNvPr>
            <p:cNvSpPr>
              <a:spLocks/>
            </p:cNvSpPr>
            <p:nvPr/>
          </p:nvSpPr>
          <p:spPr bwMode="auto">
            <a:xfrm>
              <a:off x="5110" y="1782"/>
              <a:ext cx="111" cy="632"/>
            </a:xfrm>
            <a:custGeom>
              <a:avLst/>
              <a:gdLst>
                <a:gd name="T0" fmla="*/ 278 w 66"/>
                <a:gd name="T1" fmla="*/ 1758 h 379"/>
                <a:gd name="T2" fmla="*/ 308 w 66"/>
                <a:gd name="T3" fmla="*/ 1633 h 379"/>
                <a:gd name="T4" fmla="*/ 286 w 66"/>
                <a:gd name="T5" fmla="*/ 1516 h 379"/>
                <a:gd name="T6" fmla="*/ 138 w 66"/>
                <a:gd name="T7" fmla="*/ 909 h 379"/>
                <a:gd name="T8" fmla="*/ 82 w 66"/>
                <a:gd name="T9" fmla="*/ 565 h 379"/>
                <a:gd name="T10" fmla="*/ 0 w 66"/>
                <a:gd name="T11" fmla="*/ 0 h 37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6" h="379">
                  <a:moveTo>
                    <a:pt x="58" y="379"/>
                  </a:moveTo>
                  <a:cubicBezTo>
                    <a:pt x="60" y="368"/>
                    <a:pt x="66" y="355"/>
                    <a:pt x="65" y="352"/>
                  </a:cubicBezTo>
                  <a:cubicBezTo>
                    <a:pt x="64" y="349"/>
                    <a:pt x="61" y="338"/>
                    <a:pt x="60" y="327"/>
                  </a:cubicBezTo>
                  <a:cubicBezTo>
                    <a:pt x="56" y="304"/>
                    <a:pt x="31" y="212"/>
                    <a:pt x="29" y="196"/>
                  </a:cubicBezTo>
                  <a:cubicBezTo>
                    <a:pt x="22" y="155"/>
                    <a:pt x="13" y="150"/>
                    <a:pt x="17" y="122"/>
                  </a:cubicBezTo>
                  <a:cubicBezTo>
                    <a:pt x="17" y="122"/>
                    <a:pt x="1" y="15"/>
                    <a:pt x="0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4333" name="Freeform 701">
              <a:extLst>
                <a:ext uri="{FF2B5EF4-FFF2-40B4-BE49-F238E27FC236}">
                  <a16:creationId xmlns:a16="http://schemas.microsoft.com/office/drawing/2014/main" id="{EF518DE0-BB25-47B0-A417-80EEE55082C6}"/>
                </a:ext>
              </a:extLst>
            </p:cNvPr>
            <p:cNvSpPr>
              <a:spLocks/>
            </p:cNvSpPr>
            <p:nvPr/>
          </p:nvSpPr>
          <p:spPr bwMode="auto">
            <a:xfrm>
              <a:off x="5160" y="2371"/>
              <a:ext cx="158" cy="300"/>
            </a:xfrm>
            <a:custGeom>
              <a:avLst/>
              <a:gdLst>
                <a:gd name="T0" fmla="*/ 195 w 94"/>
                <a:gd name="T1" fmla="*/ 55 h 180"/>
                <a:gd name="T2" fmla="*/ 128 w 94"/>
                <a:gd name="T3" fmla="*/ 255 h 180"/>
                <a:gd name="T4" fmla="*/ 62 w 94"/>
                <a:gd name="T5" fmla="*/ 463 h 180"/>
                <a:gd name="T6" fmla="*/ 187 w 94"/>
                <a:gd name="T7" fmla="*/ 367 h 180"/>
                <a:gd name="T8" fmla="*/ 232 w 94"/>
                <a:gd name="T9" fmla="*/ 312 h 180"/>
                <a:gd name="T10" fmla="*/ 215 w 94"/>
                <a:gd name="T11" fmla="*/ 388 h 180"/>
                <a:gd name="T12" fmla="*/ 215 w 94"/>
                <a:gd name="T13" fmla="*/ 480 h 180"/>
                <a:gd name="T14" fmla="*/ 195 w 94"/>
                <a:gd name="T15" fmla="*/ 542 h 180"/>
                <a:gd name="T16" fmla="*/ 138 w 94"/>
                <a:gd name="T17" fmla="*/ 583 h 180"/>
                <a:gd name="T18" fmla="*/ 42 w 94"/>
                <a:gd name="T19" fmla="*/ 612 h 180"/>
                <a:gd name="T20" fmla="*/ 119 w 94"/>
                <a:gd name="T21" fmla="*/ 647 h 180"/>
                <a:gd name="T22" fmla="*/ 42 w 94"/>
                <a:gd name="T23" fmla="*/ 662 h 180"/>
                <a:gd name="T24" fmla="*/ 34 w 94"/>
                <a:gd name="T25" fmla="*/ 722 h 180"/>
                <a:gd name="T26" fmla="*/ 62 w 94"/>
                <a:gd name="T27" fmla="*/ 728 h 180"/>
                <a:gd name="T28" fmla="*/ 50 w 94"/>
                <a:gd name="T29" fmla="*/ 787 h 180"/>
                <a:gd name="T30" fmla="*/ 119 w 94"/>
                <a:gd name="T31" fmla="*/ 797 h 180"/>
                <a:gd name="T32" fmla="*/ 141 w 94"/>
                <a:gd name="T33" fmla="*/ 792 h 180"/>
                <a:gd name="T34" fmla="*/ 166 w 94"/>
                <a:gd name="T35" fmla="*/ 828 h 180"/>
                <a:gd name="T36" fmla="*/ 229 w 94"/>
                <a:gd name="T37" fmla="*/ 797 h 180"/>
                <a:gd name="T38" fmla="*/ 314 w 94"/>
                <a:gd name="T39" fmla="*/ 728 h 180"/>
                <a:gd name="T40" fmla="*/ 385 w 94"/>
                <a:gd name="T41" fmla="*/ 578 h 180"/>
                <a:gd name="T42" fmla="*/ 440 w 94"/>
                <a:gd name="T43" fmla="*/ 425 h 180"/>
                <a:gd name="T44" fmla="*/ 440 w 94"/>
                <a:gd name="T45" fmla="*/ 278 h 180"/>
                <a:gd name="T46" fmla="*/ 440 w 94"/>
                <a:gd name="T47" fmla="*/ 0 h 180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94" h="180">
                  <a:moveTo>
                    <a:pt x="41" y="12"/>
                  </a:moveTo>
                  <a:cubicBezTo>
                    <a:pt x="34" y="19"/>
                    <a:pt x="36" y="45"/>
                    <a:pt x="27" y="55"/>
                  </a:cubicBezTo>
                  <a:cubicBezTo>
                    <a:pt x="17" y="65"/>
                    <a:pt x="2" y="92"/>
                    <a:pt x="13" y="100"/>
                  </a:cubicBezTo>
                  <a:cubicBezTo>
                    <a:pt x="25" y="108"/>
                    <a:pt x="35" y="89"/>
                    <a:pt x="39" y="79"/>
                  </a:cubicBezTo>
                  <a:cubicBezTo>
                    <a:pt x="42" y="69"/>
                    <a:pt x="49" y="67"/>
                    <a:pt x="49" y="67"/>
                  </a:cubicBezTo>
                  <a:cubicBezTo>
                    <a:pt x="49" y="67"/>
                    <a:pt x="42" y="78"/>
                    <a:pt x="45" y="84"/>
                  </a:cubicBezTo>
                  <a:cubicBezTo>
                    <a:pt x="48" y="89"/>
                    <a:pt x="41" y="97"/>
                    <a:pt x="45" y="104"/>
                  </a:cubicBezTo>
                  <a:cubicBezTo>
                    <a:pt x="46" y="106"/>
                    <a:pt x="42" y="108"/>
                    <a:pt x="41" y="117"/>
                  </a:cubicBezTo>
                  <a:cubicBezTo>
                    <a:pt x="40" y="126"/>
                    <a:pt x="35" y="117"/>
                    <a:pt x="29" y="126"/>
                  </a:cubicBezTo>
                  <a:cubicBezTo>
                    <a:pt x="27" y="129"/>
                    <a:pt x="10" y="110"/>
                    <a:pt x="9" y="132"/>
                  </a:cubicBezTo>
                  <a:cubicBezTo>
                    <a:pt x="8" y="134"/>
                    <a:pt x="25" y="138"/>
                    <a:pt x="25" y="140"/>
                  </a:cubicBezTo>
                  <a:cubicBezTo>
                    <a:pt x="25" y="141"/>
                    <a:pt x="9" y="141"/>
                    <a:pt x="9" y="143"/>
                  </a:cubicBezTo>
                  <a:cubicBezTo>
                    <a:pt x="9" y="143"/>
                    <a:pt x="0" y="152"/>
                    <a:pt x="7" y="156"/>
                  </a:cubicBezTo>
                  <a:cubicBezTo>
                    <a:pt x="13" y="157"/>
                    <a:pt x="13" y="157"/>
                    <a:pt x="13" y="157"/>
                  </a:cubicBezTo>
                  <a:cubicBezTo>
                    <a:pt x="13" y="157"/>
                    <a:pt x="5" y="164"/>
                    <a:pt x="11" y="170"/>
                  </a:cubicBezTo>
                  <a:cubicBezTo>
                    <a:pt x="13" y="173"/>
                    <a:pt x="22" y="172"/>
                    <a:pt x="25" y="172"/>
                  </a:cubicBezTo>
                  <a:cubicBezTo>
                    <a:pt x="28" y="172"/>
                    <a:pt x="30" y="171"/>
                    <a:pt x="30" y="171"/>
                  </a:cubicBezTo>
                  <a:cubicBezTo>
                    <a:pt x="30" y="171"/>
                    <a:pt x="29" y="178"/>
                    <a:pt x="35" y="179"/>
                  </a:cubicBezTo>
                  <a:cubicBezTo>
                    <a:pt x="40" y="180"/>
                    <a:pt x="46" y="175"/>
                    <a:pt x="48" y="172"/>
                  </a:cubicBezTo>
                  <a:cubicBezTo>
                    <a:pt x="50" y="170"/>
                    <a:pt x="61" y="164"/>
                    <a:pt x="66" y="157"/>
                  </a:cubicBezTo>
                  <a:cubicBezTo>
                    <a:pt x="70" y="149"/>
                    <a:pt x="77" y="149"/>
                    <a:pt x="81" y="125"/>
                  </a:cubicBezTo>
                  <a:cubicBezTo>
                    <a:pt x="84" y="114"/>
                    <a:pt x="92" y="101"/>
                    <a:pt x="93" y="92"/>
                  </a:cubicBezTo>
                  <a:cubicBezTo>
                    <a:pt x="93" y="83"/>
                    <a:pt x="94" y="74"/>
                    <a:pt x="93" y="60"/>
                  </a:cubicBezTo>
                  <a:cubicBezTo>
                    <a:pt x="91" y="45"/>
                    <a:pt x="93" y="0"/>
                    <a:pt x="93" y="0"/>
                  </a:cubicBezTo>
                </a:path>
              </a:pathLst>
            </a:custGeom>
            <a:solidFill>
              <a:srgbClr val="FEF3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4334" name="Freeform 702">
              <a:extLst>
                <a:ext uri="{FF2B5EF4-FFF2-40B4-BE49-F238E27FC236}">
                  <a16:creationId xmlns:a16="http://schemas.microsoft.com/office/drawing/2014/main" id="{945C42D5-AF07-4BB1-943C-70CC8BAAA93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31" y="2484"/>
              <a:ext cx="42" cy="82"/>
            </a:xfrm>
            <a:custGeom>
              <a:avLst/>
              <a:gdLst>
                <a:gd name="T0" fmla="*/ 29 w 25"/>
                <a:gd name="T1" fmla="*/ 0 h 49"/>
                <a:gd name="T2" fmla="*/ 82 w 25"/>
                <a:gd name="T3" fmla="*/ 33 h 49"/>
                <a:gd name="T4" fmla="*/ 84 w 25"/>
                <a:gd name="T5" fmla="*/ 126 h 49"/>
                <a:gd name="T6" fmla="*/ 71 w 25"/>
                <a:gd name="T7" fmla="*/ 221 h 49"/>
                <a:gd name="T8" fmla="*/ 37 w 25"/>
                <a:gd name="T9" fmla="*/ 187 h 49"/>
                <a:gd name="T10" fmla="*/ 13 w 25"/>
                <a:gd name="T11" fmla="*/ 126 h 49"/>
                <a:gd name="T12" fmla="*/ 13 w 25"/>
                <a:gd name="T13" fmla="*/ 42 h 49"/>
                <a:gd name="T14" fmla="*/ 29 w 25"/>
                <a:gd name="T15" fmla="*/ 0 h 4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5" h="49">
                  <a:moveTo>
                    <a:pt x="6" y="0"/>
                  </a:moveTo>
                  <a:cubicBezTo>
                    <a:pt x="6" y="0"/>
                    <a:pt x="1" y="0"/>
                    <a:pt x="17" y="7"/>
                  </a:cubicBezTo>
                  <a:cubicBezTo>
                    <a:pt x="25" y="10"/>
                    <a:pt x="18" y="25"/>
                    <a:pt x="18" y="27"/>
                  </a:cubicBezTo>
                  <a:cubicBezTo>
                    <a:pt x="17" y="28"/>
                    <a:pt x="15" y="47"/>
                    <a:pt x="15" y="47"/>
                  </a:cubicBezTo>
                  <a:cubicBezTo>
                    <a:pt x="15" y="47"/>
                    <a:pt x="12" y="49"/>
                    <a:pt x="8" y="40"/>
                  </a:cubicBezTo>
                  <a:cubicBezTo>
                    <a:pt x="5" y="31"/>
                    <a:pt x="0" y="40"/>
                    <a:pt x="3" y="27"/>
                  </a:cubicBezTo>
                  <a:cubicBezTo>
                    <a:pt x="5" y="14"/>
                    <a:pt x="3" y="14"/>
                    <a:pt x="3" y="9"/>
                  </a:cubicBezTo>
                  <a:lnTo>
                    <a:pt x="6" y="0"/>
                  </a:lnTo>
                  <a:close/>
                </a:path>
              </a:pathLst>
            </a:custGeom>
            <a:solidFill>
              <a:srgbClr val="F3D7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4335" name="Freeform 703">
              <a:extLst>
                <a:ext uri="{FF2B5EF4-FFF2-40B4-BE49-F238E27FC236}">
                  <a16:creationId xmlns:a16="http://schemas.microsoft.com/office/drawing/2014/main" id="{E9F77B21-56C2-46A4-BF14-D7F670C0F755}"/>
                </a:ext>
              </a:extLst>
            </p:cNvPr>
            <p:cNvSpPr>
              <a:spLocks/>
            </p:cNvSpPr>
            <p:nvPr/>
          </p:nvSpPr>
          <p:spPr bwMode="auto">
            <a:xfrm>
              <a:off x="5160" y="2371"/>
              <a:ext cx="160" cy="300"/>
            </a:xfrm>
            <a:custGeom>
              <a:avLst/>
              <a:gdLst>
                <a:gd name="T0" fmla="*/ 140 w 95"/>
                <a:gd name="T1" fmla="*/ 97 h 180"/>
                <a:gd name="T2" fmla="*/ 120 w 95"/>
                <a:gd name="T3" fmla="*/ 263 h 180"/>
                <a:gd name="T4" fmla="*/ 57 w 95"/>
                <a:gd name="T5" fmla="*/ 463 h 180"/>
                <a:gd name="T6" fmla="*/ 175 w 95"/>
                <a:gd name="T7" fmla="*/ 380 h 180"/>
                <a:gd name="T8" fmla="*/ 236 w 95"/>
                <a:gd name="T9" fmla="*/ 312 h 180"/>
                <a:gd name="T10" fmla="*/ 216 w 95"/>
                <a:gd name="T11" fmla="*/ 388 h 180"/>
                <a:gd name="T12" fmla="*/ 216 w 95"/>
                <a:gd name="T13" fmla="*/ 480 h 180"/>
                <a:gd name="T14" fmla="*/ 195 w 95"/>
                <a:gd name="T15" fmla="*/ 542 h 180"/>
                <a:gd name="T16" fmla="*/ 140 w 95"/>
                <a:gd name="T17" fmla="*/ 583 h 180"/>
                <a:gd name="T18" fmla="*/ 42 w 95"/>
                <a:gd name="T19" fmla="*/ 605 h 180"/>
                <a:gd name="T20" fmla="*/ 120 w 95"/>
                <a:gd name="T21" fmla="*/ 647 h 180"/>
                <a:gd name="T22" fmla="*/ 42 w 95"/>
                <a:gd name="T23" fmla="*/ 662 h 180"/>
                <a:gd name="T24" fmla="*/ 34 w 95"/>
                <a:gd name="T25" fmla="*/ 722 h 180"/>
                <a:gd name="T26" fmla="*/ 62 w 95"/>
                <a:gd name="T27" fmla="*/ 728 h 180"/>
                <a:gd name="T28" fmla="*/ 54 w 95"/>
                <a:gd name="T29" fmla="*/ 787 h 180"/>
                <a:gd name="T30" fmla="*/ 120 w 95"/>
                <a:gd name="T31" fmla="*/ 797 h 180"/>
                <a:gd name="T32" fmla="*/ 145 w 95"/>
                <a:gd name="T33" fmla="*/ 792 h 180"/>
                <a:gd name="T34" fmla="*/ 167 w 95"/>
                <a:gd name="T35" fmla="*/ 828 h 180"/>
                <a:gd name="T36" fmla="*/ 229 w 95"/>
                <a:gd name="T37" fmla="*/ 800 h 180"/>
                <a:gd name="T38" fmla="*/ 315 w 95"/>
                <a:gd name="T39" fmla="*/ 728 h 180"/>
                <a:gd name="T40" fmla="*/ 391 w 95"/>
                <a:gd name="T41" fmla="*/ 578 h 180"/>
                <a:gd name="T42" fmla="*/ 445 w 95"/>
                <a:gd name="T43" fmla="*/ 425 h 180"/>
                <a:gd name="T44" fmla="*/ 445 w 95"/>
                <a:gd name="T45" fmla="*/ 278 h 180"/>
                <a:gd name="T46" fmla="*/ 445 w 95"/>
                <a:gd name="T47" fmla="*/ 0 h 180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95" h="180">
                  <a:moveTo>
                    <a:pt x="29" y="21"/>
                  </a:moveTo>
                  <a:cubicBezTo>
                    <a:pt x="25" y="33"/>
                    <a:pt x="35" y="47"/>
                    <a:pt x="25" y="57"/>
                  </a:cubicBezTo>
                  <a:cubicBezTo>
                    <a:pt x="16" y="67"/>
                    <a:pt x="1" y="92"/>
                    <a:pt x="12" y="100"/>
                  </a:cubicBezTo>
                  <a:cubicBezTo>
                    <a:pt x="23" y="108"/>
                    <a:pt x="34" y="91"/>
                    <a:pt x="37" y="82"/>
                  </a:cubicBezTo>
                  <a:cubicBezTo>
                    <a:pt x="40" y="72"/>
                    <a:pt x="49" y="67"/>
                    <a:pt x="49" y="67"/>
                  </a:cubicBezTo>
                  <a:cubicBezTo>
                    <a:pt x="49" y="67"/>
                    <a:pt x="43" y="79"/>
                    <a:pt x="45" y="84"/>
                  </a:cubicBezTo>
                  <a:cubicBezTo>
                    <a:pt x="48" y="89"/>
                    <a:pt x="41" y="97"/>
                    <a:pt x="45" y="104"/>
                  </a:cubicBezTo>
                  <a:cubicBezTo>
                    <a:pt x="46" y="106"/>
                    <a:pt x="42" y="108"/>
                    <a:pt x="41" y="117"/>
                  </a:cubicBezTo>
                  <a:cubicBezTo>
                    <a:pt x="40" y="126"/>
                    <a:pt x="35" y="117"/>
                    <a:pt x="29" y="126"/>
                  </a:cubicBezTo>
                  <a:cubicBezTo>
                    <a:pt x="27" y="129"/>
                    <a:pt x="10" y="110"/>
                    <a:pt x="9" y="131"/>
                  </a:cubicBezTo>
                  <a:cubicBezTo>
                    <a:pt x="8" y="133"/>
                    <a:pt x="25" y="138"/>
                    <a:pt x="25" y="140"/>
                  </a:cubicBezTo>
                  <a:cubicBezTo>
                    <a:pt x="26" y="142"/>
                    <a:pt x="9" y="140"/>
                    <a:pt x="9" y="143"/>
                  </a:cubicBezTo>
                  <a:cubicBezTo>
                    <a:pt x="9" y="143"/>
                    <a:pt x="0" y="152"/>
                    <a:pt x="7" y="156"/>
                  </a:cubicBezTo>
                  <a:cubicBezTo>
                    <a:pt x="13" y="157"/>
                    <a:pt x="13" y="157"/>
                    <a:pt x="13" y="157"/>
                  </a:cubicBezTo>
                  <a:cubicBezTo>
                    <a:pt x="13" y="157"/>
                    <a:pt x="5" y="164"/>
                    <a:pt x="11" y="170"/>
                  </a:cubicBezTo>
                  <a:cubicBezTo>
                    <a:pt x="13" y="173"/>
                    <a:pt x="23" y="172"/>
                    <a:pt x="25" y="172"/>
                  </a:cubicBezTo>
                  <a:cubicBezTo>
                    <a:pt x="28" y="172"/>
                    <a:pt x="30" y="171"/>
                    <a:pt x="30" y="171"/>
                  </a:cubicBezTo>
                  <a:cubicBezTo>
                    <a:pt x="30" y="171"/>
                    <a:pt x="29" y="179"/>
                    <a:pt x="35" y="179"/>
                  </a:cubicBezTo>
                  <a:cubicBezTo>
                    <a:pt x="41" y="180"/>
                    <a:pt x="46" y="175"/>
                    <a:pt x="48" y="173"/>
                  </a:cubicBezTo>
                  <a:cubicBezTo>
                    <a:pt x="50" y="170"/>
                    <a:pt x="62" y="165"/>
                    <a:pt x="66" y="157"/>
                  </a:cubicBezTo>
                  <a:cubicBezTo>
                    <a:pt x="71" y="149"/>
                    <a:pt x="77" y="149"/>
                    <a:pt x="82" y="125"/>
                  </a:cubicBezTo>
                  <a:cubicBezTo>
                    <a:pt x="84" y="114"/>
                    <a:pt x="92" y="101"/>
                    <a:pt x="93" y="92"/>
                  </a:cubicBezTo>
                  <a:cubicBezTo>
                    <a:pt x="94" y="83"/>
                    <a:pt x="95" y="74"/>
                    <a:pt x="93" y="60"/>
                  </a:cubicBezTo>
                  <a:cubicBezTo>
                    <a:pt x="91" y="45"/>
                    <a:pt x="93" y="0"/>
                    <a:pt x="93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4336" name="Freeform 704">
              <a:extLst>
                <a:ext uri="{FF2B5EF4-FFF2-40B4-BE49-F238E27FC236}">
                  <a16:creationId xmlns:a16="http://schemas.microsoft.com/office/drawing/2014/main" id="{924A68EA-25C5-4F45-88F9-93F547097D97}"/>
                </a:ext>
              </a:extLst>
            </p:cNvPr>
            <p:cNvSpPr>
              <a:spLocks/>
            </p:cNvSpPr>
            <p:nvPr/>
          </p:nvSpPr>
          <p:spPr bwMode="auto">
            <a:xfrm>
              <a:off x="5211" y="2484"/>
              <a:ext cx="57" cy="170"/>
            </a:xfrm>
            <a:custGeom>
              <a:avLst/>
              <a:gdLst>
                <a:gd name="T0" fmla="*/ 84 w 34"/>
                <a:gd name="T1" fmla="*/ 0 h 102"/>
                <a:gd name="T2" fmla="*/ 154 w 34"/>
                <a:gd name="T3" fmla="*/ 50 h 102"/>
                <a:gd name="T4" fmla="*/ 146 w 34"/>
                <a:gd name="T5" fmla="*/ 117 h 102"/>
                <a:gd name="T6" fmla="*/ 126 w 34"/>
                <a:gd name="T7" fmla="*/ 208 h 102"/>
                <a:gd name="T8" fmla="*/ 126 w 34"/>
                <a:gd name="T9" fmla="*/ 245 h 102"/>
                <a:gd name="T10" fmla="*/ 112 w 34"/>
                <a:gd name="T11" fmla="*/ 272 h 102"/>
                <a:gd name="T12" fmla="*/ 82 w 34"/>
                <a:gd name="T13" fmla="*/ 362 h 102"/>
                <a:gd name="T14" fmla="*/ 34 w 34"/>
                <a:gd name="T15" fmla="*/ 412 h 102"/>
                <a:gd name="T16" fmla="*/ 0 w 34"/>
                <a:gd name="T17" fmla="*/ 472 h 10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4" h="102">
                  <a:moveTo>
                    <a:pt x="18" y="0"/>
                  </a:moveTo>
                  <a:cubicBezTo>
                    <a:pt x="24" y="3"/>
                    <a:pt x="32" y="5"/>
                    <a:pt x="33" y="11"/>
                  </a:cubicBezTo>
                  <a:cubicBezTo>
                    <a:pt x="34" y="15"/>
                    <a:pt x="32" y="22"/>
                    <a:pt x="31" y="25"/>
                  </a:cubicBezTo>
                  <a:cubicBezTo>
                    <a:pt x="29" y="32"/>
                    <a:pt x="27" y="38"/>
                    <a:pt x="27" y="45"/>
                  </a:cubicBezTo>
                  <a:cubicBezTo>
                    <a:pt x="27" y="48"/>
                    <a:pt x="27" y="51"/>
                    <a:pt x="27" y="53"/>
                  </a:cubicBezTo>
                  <a:cubicBezTo>
                    <a:pt x="26" y="56"/>
                    <a:pt x="25" y="56"/>
                    <a:pt x="24" y="59"/>
                  </a:cubicBezTo>
                  <a:cubicBezTo>
                    <a:pt x="20" y="65"/>
                    <a:pt x="19" y="72"/>
                    <a:pt x="17" y="78"/>
                  </a:cubicBezTo>
                  <a:cubicBezTo>
                    <a:pt x="15" y="85"/>
                    <a:pt x="11" y="84"/>
                    <a:pt x="7" y="89"/>
                  </a:cubicBezTo>
                  <a:cubicBezTo>
                    <a:pt x="4" y="92"/>
                    <a:pt x="0" y="98"/>
                    <a:pt x="0" y="102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4337" name="Freeform 705">
              <a:extLst>
                <a:ext uri="{FF2B5EF4-FFF2-40B4-BE49-F238E27FC236}">
                  <a16:creationId xmlns:a16="http://schemas.microsoft.com/office/drawing/2014/main" id="{6B20BCC7-91A1-478E-9AF3-7B68D6C1068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36" y="2544"/>
              <a:ext cx="20" cy="20"/>
            </a:xfrm>
            <a:custGeom>
              <a:avLst/>
              <a:gdLst>
                <a:gd name="T0" fmla="*/ 0 w 12"/>
                <a:gd name="T1" fmla="*/ 0 h 12"/>
                <a:gd name="T2" fmla="*/ 55 w 12"/>
                <a:gd name="T3" fmla="*/ 55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2">
                  <a:moveTo>
                    <a:pt x="0" y="0"/>
                  </a:moveTo>
                  <a:cubicBezTo>
                    <a:pt x="7" y="2"/>
                    <a:pt x="6" y="11"/>
                    <a:pt x="12" y="12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4338" name="Freeform 706">
              <a:extLst>
                <a:ext uri="{FF2B5EF4-FFF2-40B4-BE49-F238E27FC236}">
                  <a16:creationId xmlns:a16="http://schemas.microsoft.com/office/drawing/2014/main" id="{077174C7-8E30-4967-8B41-EEBD8674B58D}"/>
                </a:ext>
              </a:extLst>
            </p:cNvPr>
            <p:cNvSpPr>
              <a:spLocks/>
            </p:cNvSpPr>
            <p:nvPr/>
          </p:nvSpPr>
          <p:spPr bwMode="auto">
            <a:xfrm>
              <a:off x="5182" y="2604"/>
              <a:ext cx="61" cy="28"/>
            </a:xfrm>
            <a:custGeom>
              <a:avLst/>
              <a:gdLst>
                <a:gd name="T0" fmla="*/ 175 w 36"/>
                <a:gd name="T1" fmla="*/ 0 h 17"/>
                <a:gd name="T2" fmla="*/ 90 w 36"/>
                <a:gd name="T3" fmla="*/ 58 h 17"/>
                <a:gd name="T4" fmla="*/ 0 w 36"/>
                <a:gd name="T5" fmla="*/ 76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17">
                  <a:moveTo>
                    <a:pt x="36" y="0"/>
                  </a:moveTo>
                  <a:cubicBezTo>
                    <a:pt x="28" y="2"/>
                    <a:pt x="25" y="11"/>
                    <a:pt x="18" y="13"/>
                  </a:cubicBezTo>
                  <a:cubicBezTo>
                    <a:pt x="12" y="14"/>
                    <a:pt x="4" y="13"/>
                    <a:pt x="0" y="17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4339" name="Freeform 707">
              <a:extLst>
                <a:ext uri="{FF2B5EF4-FFF2-40B4-BE49-F238E27FC236}">
                  <a16:creationId xmlns:a16="http://schemas.microsoft.com/office/drawing/2014/main" id="{DB9B9884-652F-4DAD-9251-A08697A4156B}"/>
                </a:ext>
              </a:extLst>
            </p:cNvPr>
            <p:cNvSpPr>
              <a:spLocks/>
            </p:cNvSpPr>
            <p:nvPr/>
          </p:nvSpPr>
          <p:spPr bwMode="auto">
            <a:xfrm>
              <a:off x="5176" y="2561"/>
              <a:ext cx="75" cy="48"/>
            </a:xfrm>
            <a:custGeom>
              <a:avLst/>
              <a:gdLst>
                <a:gd name="T0" fmla="*/ 0 w 45"/>
                <a:gd name="T1" fmla="*/ 131 h 29"/>
                <a:gd name="T2" fmla="*/ 63 w 45"/>
                <a:gd name="T3" fmla="*/ 122 h 29"/>
                <a:gd name="T4" fmla="*/ 130 w 45"/>
                <a:gd name="T5" fmla="*/ 91 h 29"/>
                <a:gd name="T6" fmla="*/ 180 w 45"/>
                <a:gd name="T7" fmla="*/ 60 h 29"/>
                <a:gd name="T8" fmla="*/ 208 w 45"/>
                <a:gd name="T9" fmla="*/ 0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29">
                  <a:moveTo>
                    <a:pt x="0" y="29"/>
                  </a:moveTo>
                  <a:cubicBezTo>
                    <a:pt x="5" y="27"/>
                    <a:pt x="8" y="27"/>
                    <a:pt x="14" y="27"/>
                  </a:cubicBezTo>
                  <a:cubicBezTo>
                    <a:pt x="19" y="27"/>
                    <a:pt x="22" y="21"/>
                    <a:pt x="28" y="20"/>
                  </a:cubicBezTo>
                  <a:cubicBezTo>
                    <a:pt x="34" y="19"/>
                    <a:pt x="37" y="19"/>
                    <a:pt x="39" y="13"/>
                  </a:cubicBezTo>
                  <a:cubicBezTo>
                    <a:pt x="41" y="8"/>
                    <a:pt x="41" y="4"/>
                    <a:pt x="45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4340" name="Freeform 708">
              <a:extLst>
                <a:ext uri="{FF2B5EF4-FFF2-40B4-BE49-F238E27FC236}">
                  <a16:creationId xmlns:a16="http://schemas.microsoft.com/office/drawing/2014/main" id="{0BC1CD34-2BE5-4FC1-B1D7-69297DE83974}"/>
                </a:ext>
              </a:extLst>
            </p:cNvPr>
            <p:cNvSpPr>
              <a:spLocks/>
            </p:cNvSpPr>
            <p:nvPr/>
          </p:nvSpPr>
          <p:spPr bwMode="auto">
            <a:xfrm>
              <a:off x="5179" y="2507"/>
              <a:ext cx="27" cy="27"/>
            </a:xfrm>
            <a:custGeom>
              <a:avLst/>
              <a:gdLst>
                <a:gd name="T0" fmla="*/ 78 w 16"/>
                <a:gd name="T1" fmla="*/ 34 h 16"/>
                <a:gd name="T2" fmla="*/ 54 w 16"/>
                <a:gd name="T3" fmla="*/ 78 h 16"/>
                <a:gd name="T4" fmla="*/ 0 w 16"/>
                <a:gd name="T5" fmla="*/ 42 h 16"/>
                <a:gd name="T6" fmla="*/ 29 w 16"/>
                <a:gd name="T7" fmla="*/ 0 h 16"/>
                <a:gd name="T8" fmla="*/ 78 w 16"/>
                <a:gd name="T9" fmla="*/ 34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6">
                  <a:moveTo>
                    <a:pt x="16" y="7"/>
                  </a:moveTo>
                  <a:cubicBezTo>
                    <a:pt x="11" y="16"/>
                    <a:pt x="11" y="16"/>
                    <a:pt x="11" y="16"/>
                  </a:cubicBezTo>
                  <a:cubicBezTo>
                    <a:pt x="11" y="16"/>
                    <a:pt x="4" y="10"/>
                    <a:pt x="0" y="9"/>
                  </a:cubicBezTo>
                  <a:cubicBezTo>
                    <a:pt x="0" y="9"/>
                    <a:pt x="3" y="2"/>
                    <a:pt x="6" y="0"/>
                  </a:cubicBezTo>
                  <a:cubicBezTo>
                    <a:pt x="6" y="0"/>
                    <a:pt x="13" y="0"/>
                    <a:pt x="16" y="7"/>
                  </a:cubicBezTo>
                  <a:close/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4341" name="Freeform 709">
              <a:extLst>
                <a:ext uri="{FF2B5EF4-FFF2-40B4-BE49-F238E27FC236}">
                  <a16:creationId xmlns:a16="http://schemas.microsoft.com/office/drawing/2014/main" id="{88A4D5E7-6704-4C92-A23D-9093FA55A1F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18" y="2652"/>
              <a:ext cx="25" cy="19"/>
            </a:xfrm>
            <a:custGeom>
              <a:avLst/>
              <a:gdLst>
                <a:gd name="T0" fmla="*/ 70 w 15"/>
                <a:gd name="T1" fmla="*/ 16 h 11"/>
                <a:gd name="T2" fmla="*/ 20 w 15"/>
                <a:gd name="T3" fmla="*/ 29 h 11"/>
                <a:gd name="T4" fmla="*/ 20 w 15"/>
                <a:gd name="T5" fmla="*/ 5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1">
                  <a:moveTo>
                    <a:pt x="15" y="3"/>
                  </a:moveTo>
                  <a:cubicBezTo>
                    <a:pt x="15" y="3"/>
                    <a:pt x="12" y="0"/>
                    <a:pt x="4" y="6"/>
                  </a:cubicBezTo>
                  <a:cubicBezTo>
                    <a:pt x="0" y="9"/>
                    <a:pt x="0" y="11"/>
                    <a:pt x="4" y="10"/>
                  </a:cubicBezTo>
                </a:path>
              </a:pathLst>
            </a:custGeom>
            <a:noFill/>
            <a:ln w="4763" cap="rnd">
              <a:solidFill>
                <a:srgbClr val="201B1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4342" name="Freeform 710">
              <a:extLst>
                <a:ext uri="{FF2B5EF4-FFF2-40B4-BE49-F238E27FC236}">
                  <a16:creationId xmlns:a16="http://schemas.microsoft.com/office/drawing/2014/main" id="{54905638-8D2A-46FF-B618-4A99B702849A}"/>
                </a:ext>
              </a:extLst>
            </p:cNvPr>
            <p:cNvSpPr>
              <a:spLocks/>
            </p:cNvSpPr>
            <p:nvPr/>
          </p:nvSpPr>
          <p:spPr bwMode="auto">
            <a:xfrm>
              <a:off x="5176" y="2562"/>
              <a:ext cx="78" cy="65"/>
            </a:xfrm>
            <a:custGeom>
              <a:avLst/>
              <a:gdLst>
                <a:gd name="T0" fmla="*/ 214 w 47"/>
                <a:gd name="T1" fmla="*/ 8 h 39"/>
                <a:gd name="T2" fmla="*/ 201 w 47"/>
                <a:gd name="T3" fmla="*/ 13 h 39"/>
                <a:gd name="T4" fmla="*/ 183 w 47"/>
                <a:gd name="T5" fmla="*/ 63 h 39"/>
                <a:gd name="T6" fmla="*/ 141 w 47"/>
                <a:gd name="T7" fmla="*/ 97 h 39"/>
                <a:gd name="T8" fmla="*/ 105 w 47"/>
                <a:gd name="T9" fmla="*/ 112 h 39"/>
                <a:gd name="T10" fmla="*/ 88 w 47"/>
                <a:gd name="T11" fmla="*/ 120 h 39"/>
                <a:gd name="T12" fmla="*/ 75 w 47"/>
                <a:gd name="T13" fmla="*/ 125 h 39"/>
                <a:gd name="T14" fmla="*/ 28 w 47"/>
                <a:gd name="T15" fmla="*/ 130 h 39"/>
                <a:gd name="T16" fmla="*/ 0 w 47"/>
                <a:gd name="T17" fmla="*/ 147 h 39"/>
                <a:gd name="T18" fmla="*/ 20 w 47"/>
                <a:gd name="T19" fmla="*/ 175 h 39"/>
                <a:gd name="T20" fmla="*/ 55 w 47"/>
                <a:gd name="T21" fmla="*/ 172 h 39"/>
                <a:gd name="T22" fmla="*/ 91 w 47"/>
                <a:gd name="T23" fmla="*/ 162 h 39"/>
                <a:gd name="T24" fmla="*/ 124 w 47"/>
                <a:gd name="T25" fmla="*/ 145 h 39"/>
                <a:gd name="T26" fmla="*/ 166 w 47"/>
                <a:gd name="T27" fmla="*/ 112 h 39"/>
                <a:gd name="T28" fmla="*/ 174 w 47"/>
                <a:gd name="T29" fmla="*/ 105 h 39"/>
                <a:gd name="T30" fmla="*/ 183 w 47"/>
                <a:gd name="T31" fmla="*/ 83 h 39"/>
                <a:gd name="T32" fmla="*/ 201 w 47"/>
                <a:gd name="T33" fmla="*/ 50 h 39"/>
                <a:gd name="T34" fmla="*/ 209 w 47"/>
                <a:gd name="T35" fmla="*/ 28 h 39"/>
                <a:gd name="T36" fmla="*/ 214 w 47"/>
                <a:gd name="T37" fmla="*/ 8 h 39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47" h="39">
                  <a:moveTo>
                    <a:pt x="47" y="2"/>
                  </a:moveTo>
                  <a:cubicBezTo>
                    <a:pt x="46" y="1"/>
                    <a:pt x="44" y="0"/>
                    <a:pt x="44" y="3"/>
                  </a:cubicBezTo>
                  <a:cubicBezTo>
                    <a:pt x="43" y="7"/>
                    <a:pt x="41" y="10"/>
                    <a:pt x="40" y="14"/>
                  </a:cubicBezTo>
                  <a:cubicBezTo>
                    <a:pt x="38" y="17"/>
                    <a:pt x="35" y="19"/>
                    <a:pt x="31" y="21"/>
                  </a:cubicBezTo>
                  <a:cubicBezTo>
                    <a:pt x="29" y="22"/>
                    <a:pt x="26" y="22"/>
                    <a:pt x="23" y="24"/>
                  </a:cubicBezTo>
                  <a:cubicBezTo>
                    <a:pt x="22" y="25"/>
                    <a:pt x="21" y="26"/>
                    <a:pt x="19" y="26"/>
                  </a:cubicBezTo>
                  <a:cubicBezTo>
                    <a:pt x="18" y="27"/>
                    <a:pt x="17" y="27"/>
                    <a:pt x="16" y="27"/>
                  </a:cubicBezTo>
                  <a:cubicBezTo>
                    <a:pt x="12" y="28"/>
                    <a:pt x="9" y="27"/>
                    <a:pt x="6" y="28"/>
                  </a:cubicBezTo>
                  <a:cubicBezTo>
                    <a:pt x="4" y="28"/>
                    <a:pt x="0" y="29"/>
                    <a:pt x="0" y="32"/>
                  </a:cubicBezTo>
                  <a:cubicBezTo>
                    <a:pt x="0" y="33"/>
                    <a:pt x="2" y="37"/>
                    <a:pt x="4" y="38"/>
                  </a:cubicBezTo>
                  <a:cubicBezTo>
                    <a:pt x="6" y="39"/>
                    <a:pt x="9" y="38"/>
                    <a:pt x="12" y="37"/>
                  </a:cubicBezTo>
                  <a:cubicBezTo>
                    <a:pt x="14" y="36"/>
                    <a:pt x="17" y="35"/>
                    <a:pt x="20" y="35"/>
                  </a:cubicBezTo>
                  <a:cubicBezTo>
                    <a:pt x="23" y="34"/>
                    <a:pt x="25" y="33"/>
                    <a:pt x="27" y="31"/>
                  </a:cubicBezTo>
                  <a:cubicBezTo>
                    <a:pt x="30" y="28"/>
                    <a:pt x="32" y="26"/>
                    <a:pt x="36" y="24"/>
                  </a:cubicBezTo>
                  <a:cubicBezTo>
                    <a:pt x="36" y="24"/>
                    <a:pt x="38" y="23"/>
                    <a:pt x="38" y="23"/>
                  </a:cubicBezTo>
                  <a:cubicBezTo>
                    <a:pt x="39" y="22"/>
                    <a:pt x="40" y="19"/>
                    <a:pt x="40" y="18"/>
                  </a:cubicBezTo>
                  <a:cubicBezTo>
                    <a:pt x="41" y="16"/>
                    <a:pt x="43" y="13"/>
                    <a:pt x="44" y="11"/>
                  </a:cubicBezTo>
                  <a:cubicBezTo>
                    <a:pt x="45" y="9"/>
                    <a:pt x="46" y="8"/>
                    <a:pt x="46" y="6"/>
                  </a:cubicBezTo>
                  <a:cubicBezTo>
                    <a:pt x="47" y="5"/>
                    <a:pt x="47" y="3"/>
                    <a:pt x="47" y="2"/>
                  </a:cubicBezTo>
                </a:path>
              </a:pathLst>
            </a:custGeom>
            <a:solidFill>
              <a:srgbClr val="F3D7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4343" name="Freeform 711">
              <a:extLst>
                <a:ext uri="{FF2B5EF4-FFF2-40B4-BE49-F238E27FC236}">
                  <a16:creationId xmlns:a16="http://schemas.microsoft.com/office/drawing/2014/main" id="{729D0C2C-78FE-49F2-A133-006E2CE77C61}"/>
                </a:ext>
              </a:extLst>
            </p:cNvPr>
            <p:cNvSpPr>
              <a:spLocks/>
            </p:cNvSpPr>
            <p:nvPr/>
          </p:nvSpPr>
          <p:spPr bwMode="auto">
            <a:xfrm>
              <a:off x="5192" y="2607"/>
              <a:ext cx="49" cy="37"/>
            </a:xfrm>
            <a:custGeom>
              <a:avLst/>
              <a:gdLst>
                <a:gd name="T0" fmla="*/ 140 w 29"/>
                <a:gd name="T1" fmla="*/ 0 h 22"/>
                <a:gd name="T2" fmla="*/ 125 w 29"/>
                <a:gd name="T3" fmla="*/ 37 h 22"/>
                <a:gd name="T4" fmla="*/ 100 w 29"/>
                <a:gd name="T5" fmla="*/ 54 h 22"/>
                <a:gd name="T6" fmla="*/ 83 w 29"/>
                <a:gd name="T7" fmla="*/ 62 h 22"/>
                <a:gd name="T8" fmla="*/ 34 w 29"/>
                <a:gd name="T9" fmla="*/ 104 h 22"/>
                <a:gd name="T10" fmla="*/ 5 w 29"/>
                <a:gd name="T11" fmla="*/ 76 h 22"/>
                <a:gd name="T12" fmla="*/ 24 w 29"/>
                <a:gd name="T13" fmla="*/ 57 h 22"/>
                <a:gd name="T14" fmla="*/ 63 w 29"/>
                <a:gd name="T15" fmla="*/ 54 h 22"/>
                <a:gd name="T16" fmla="*/ 96 w 29"/>
                <a:gd name="T17" fmla="*/ 34 h 22"/>
                <a:gd name="T18" fmla="*/ 125 w 29"/>
                <a:gd name="T19" fmla="*/ 8 h 22"/>
                <a:gd name="T20" fmla="*/ 133 w 29"/>
                <a:gd name="T21" fmla="*/ 0 h 2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9" h="22">
                  <a:moveTo>
                    <a:pt x="29" y="0"/>
                  </a:moveTo>
                  <a:cubicBezTo>
                    <a:pt x="27" y="2"/>
                    <a:pt x="28" y="6"/>
                    <a:pt x="26" y="8"/>
                  </a:cubicBezTo>
                  <a:cubicBezTo>
                    <a:pt x="25" y="10"/>
                    <a:pt x="22" y="10"/>
                    <a:pt x="21" y="11"/>
                  </a:cubicBezTo>
                  <a:cubicBezTo>
                    <a:pt x="20" y="11"/>
                    <a:pt x="18" y="12"/>
                    <a:pt x="17" y="13"/>
                  </a:cubicBezTo>
                  <a:cubicBezTo>
                    <a:pt x="15" y="16"/>
                    <a:pt x="11" y="22"/>
                    <a:pt x="7" y="22"/>
                  </a:cubicBezTo>
                  <a:cubicBezTo>
                    <a:pt x="5" y="21"/>
                    <a:pt x="0" y="18"/>
                    <a:pt x="1" y="16"/>
                  </a:cubicBezTo>
                  <a:cubicBezTo>
                    <a:pt x="1" y="13"/>
                    <a:pt x="4" y="13"/>
                    <a:pt x="5" y="12"/>
                  </a:cubicBezTo>
                  <a:cubicBezTo>
                    <a:pt x="8" y="12"/>
                    <a:pt x="11" y="12"/>
                    <a:pt x="13" y="11"/>
                  </a:cubicBezTo>
                  <a:cubicBezTo>
                    <a:pt x="16" y="10"/>
                    <a:pt x="18" y="9"/>
                    <a:pt x="20" y="7"/>
                  </a:cubicBezTo>
                  <a:cubicBezTo>
                    <a:pt x="22" y="5"/>
                    <a:pt x="24" y="4"/>
                    <a:pt x="26" y="2"/>
                  </a:cubicBezTo>
                  <a:cubicBezTo>
                    <a:pt x="27" y="1"/>
                    <a:pt x="28" y="1"/>
                    <a:pt x="28" y="0"/>
                  </a:cubicBezTo>
                </a:path>
              </a:pathLst>
            </a:custGeom>
            <a:solidFill>
              <a:srgbClr val="F3D7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4344" name="Freeform 712">
              <a:extLst>
                <a:ext uri="{FF2B5EF4-FFF2-40B4-BE49-F238E27FC236}">
                  <a16:creationId xmlns:a16="http://schemas.microsoft.com/office/drawing/2014/main" id="{9715A2A3-037A-4547-A969-DAB6E829CE4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0" y="2487"/>
              <a:ext cx="16" cy="64"/>
            </a:xfrm>
            <a:custGeom>
              <a:avLst/>
              <a:gdLst>
                <a:gd name="T0" fmla="*/ 0 w 10"/>
                <a:gd name="T1" fmla="*/ 0 h 38"/>
                <a:gd name="T2" fmla="*/ 26 w 10"/>
                <a:gd name="T3" fmla="*/ 86 h 38"/>
                <a:gd name="T4" fmla="*/ 13 w 10"/>
                <a:gd name="T5" fmla="*/ 128 h 38"/>
                <a:gd name="T6" fmla="*/ 8 w 10"/>
                <a:gd name="T7" fmla="*/ 182 h 38"/>
                <a:gd name="T8" fmla="*/ 26 w 10"/>
                <a:gd name="T9" fmla="*/ 133 h 38"/>
                <a:gd name="T10" fmla="*/ 42 w 10"/>
                <a:gd name="T11" fmla="*/ 67 h 38"/>
                <a:gd name="T12" fmla="*/ 5 w 10"/>
                <a:gd name="T13" fmla="*/ 5 h 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" h="38">
                  <a:moveTo>
                    <a:pt x="0" y="0"/>
                  </a:moveTo>
                  <a:cubicBezTo>
                    <a:pt x="5" y="2"/>
                    <a:pt x="7" y="13"/>
                    <a:pt x="6" y="18"/>
                  </a:cubicBezTo>
                  <a:cubicBezTo>
                    <a:pt x="5" y="21"/>
                    <a:pt x="4" y="24"/>
                    <a:pt x="3" y="27"/>
                  </a:cubicBezTo>
                  <a:cubicBezTo>
                    <a:pt x="2" y="31"/>
                    <a:pt x="2" y="35"/>
                    <a:pt x="2" y="38"/>
                  </a:cubicBezTo>
                  <a:cubicBezTo>
                    <a:pt x="4" y="36"/>
                    <a:pt x="5" y="31"/>
                    <a:pt x="6" y="28"/>
                  </a:cubicBezTo>
                  <a:cubicBezTo>
                    <a:pt x="8" y="24"/>
                    <a:pt x="10" y="19"/>
                    <a:pt x="10" y="14"/>
                  </a:cubicBezTo>
                  <a:cubicBezTo>
                    <a:pt x="9" y="9"/>
                    <a:pt x="7" y="0"/>
                    <a:pt x="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4345" name="Freeform 713">
              <a:extLst>
                <a:ext uri="{FF2B5EF4-FFF2-40B4-BE49-F238E27FC236}">
                  <a16:creationId xmlns:a16="http://schemas.microsoft.com/office/drawing/2014/main" id="{F9E862C9-CDAE-4E55-B670-1202433F2B4C}"/>
                </a:ext>
              </a:extLst>
            </p:cNvPr>
            <p:cNvSpPr>
              <a:spLocks/>
            </p:cNvSpPr>
            <p:nvPr/>
          </p:nvSpPr>
          <p:spPr bwMode="auto">
            <a:xfrm>
              <a:off x="5187" y="2509"/>
              <a:ext cx="17" cy="15"/>
            </a:xfrm>
            <a:custGeom>
              <a:avLst/>
              <a:gdLst>
                <a:gd name="T0" fmla="*/ 44 w 10"/>
                <a:gd name="T1" fmla="*/ 28 h 9"/>
                <a:gd name="T2" fmla="*/ 29 w 10"/>
                <a:gd name="T3" fmla="*/ 8 h 9"/>
                <a:gd name="T4" fmla="*/ 9 w 10"/>
                <a:gd name="T5" fmla="*/ 5 h 9"/>
                <a:gd name="T6" fmla="*/ 29 w 10"/>
                <a:gd name="T7" fmla="*/ 22 h 9"/>
                <a:gd name="T8" fmla="*/ 49 w 10"/>
                <a:gd name="T9" fmla="*/ 28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9">
                  <a:moveTo>
                    <a:pt x="9" y="6"/>
                  </a:moveTo>
                  <a:cubicBezTo>
                    <a:pt x="9" y="4"/>
                    <a:pt x="7" y="3"/>
                    <a:pt x="6" y="2"/>
                  </a:cubicBezTo>
                  <a:cubicBezTo>
                    <a:pt x="5" y="2"/>
                    <a:pt x="2" y="0"/>
                    <a:pt x="2" y="1"/>
                  </a:cubicBezTo>
                  <a:cubicBezTo>
                    <a:pt x="0" y="2"/>
                    <a:pt x="5" y="4"/>
                    <a:pt x="6" y="5"/>
                  </a:cubicBezTo>
                  <a:cubicBezTo>
                    <a:pt x="7" y="5"/>
                    <a:pt x="9" y="9"/>
                    <a:pt x="10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4346" name="Freeform 714">
              <a:extLst>
                <a:ext uri="{FF2B5EF4-FFF2-40B4-BE49-F238E27FC236}">
                  <a16:creationId xmlns:a16="http://schemas.microsoft.com/office/drawing/2014/main" id="{B39B3907-2617-4B7F-A10D-A1E07373834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33" y="2656"/>
              <a:ext cx="8" cy="6"/>
            </a:xfrm>
            <a:custGeom>
              <a:avLst/>
              <a:gdLst>
                <a:gd name="T0" fmla="*/ 21 w 5"/>
                <a:gd name="T1" fmla="*/ 8 h 4"/>
                <a:gd name="T2" fmla="*/ 8 w 5"/>
                <a:gd name="T3" fmla="*/ 14 h 4"/>
                <a:gd name="T4" fmla="*/ 21 w 5"/>
                <a:gd name="T5" fmla="*/ 5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5" y="2"/>
                  </a:moveTo>
                  <a:cubicBezTo>
                    <a:pt x="4" y="2"/>
                    <a:pt x="3" y="3"/>
                    <a:pt x="2" y="4"/>
                  </a:cubicBezTo>
                  <a:cubicBezTo>
                    <a:pt x="0" y="2"/>
                    <a:pt x="3" y="0"/>
                    <a:pt x="5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4347" name="Freeform 715">
              <a:extLst>
                <a:ext uri="{FF2B5EF4-FFF2-40B4-BE49-F238E27FC236}">
                  <a16:creationId xmlns:a16="http://schemas.microsoft.com/office/drawing/2014/main" id="{26A1C757-2AA7-48FF-9512-71E2EA5DEBE5}"/>
                </a:ext>
              </a:extLst>
            </p:cNvPr>
            <p:cNvSpPr>
              <a:spLocks/>
            </p:cNvSpPr>
            <p:nvPr/>
          </p:nvSpPr>
          <p:spPr bwMode="auto">
            <a:xfrm>
              <a:off x="5192" y="2514"/>
              <a:ext cx="12" cy="18"/>
            </a:xfrm>
            <a:custGeom>
              <a:avLst/>
              <a:gdLst>
                <a:gd name="T0" fmla="*/ 0 w 7"/>
                <a:gd name="T1" fmla="*/ 0 h 11"/>
                <a:gd name="T2" fmla="*/ 36 w 7"/>
                <a:gd name="T3" fmla="*/ 29 h 11"/>
                <a:gd name="T4" fmla="*/ 0 w 7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1">
                  <a:moveTo>
                    <a:pt x="0" y="0"/>
                  </a:moveTo>
                  <a:cubicBezTo>
                    <a:pt x="0" y="0"/>
                    <a:pt x="7" y="2"/>
                    <a:pt x="7" y="7"/>
                  </a:cubicBezTo>
                  <a:cubicBezTo>
                    <a:pt x="7" y="11"/>
                    <a:pt x="5" y="0"/>
                    <a:pt x="0" y="0"/>
                  </a:cubicBezTo>
                </a:path>
              </a:pathLst>
            </a:custGeom>
            <a:solidFill>
              <a:srgbClr val="F3D7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4348" name="Freeform 716">
              <a:extLst>
                <a:ext uri="{FF2B5EF4-FFF2-40B4-BE49-F238E27FC236}">
                  <a16:creationId xmlns:a16="http://schemas.microsoft.com/office/drawing/2014/main" id="{7E77F626-7176-48E1-807F-5646EB5821F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41" y="2462"/>
              <a:ext cx="24" cy="20"/>
            </a:xfrm>
            <a:custGeom>
              <a:avLst/>
              <a:gdLst>
                <a:gd name="T0" fmla="*/ 0 w 14"/>
                <a:gd name="T1" fmla="*/ 55 h 12"/>
                <a:gd name="T2" fmla="*/ 15 w 14"/>
                <a:gd name="T3" fmla="*/ 47 h 12"/>
                <a:gd name="T4" fmla="*/ 36 w 14"/>
                <a:gd name="T5" fmla="*/ 28 h 12"/>
                <a:gd name="T6" fmla="*/ 57 w 14"/>
                <a:gd name="T7" fmla="*/ 13 h 12"/>
                <a:gd name="T8" fmla="*/ 70 w 14"/>
                <a:gd name="T9" fmla="*/ 0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2">
                  <a:moveTo>
                    <a:pt x="0" y="12"/>
                  </a:moveTo>
                  <a:cubicBezTo>
                    <a:pt x="1" y="12"/>
                    <a:pt x="2" y="11"/>
                    <a:pt x="3" y="10"/>
                  </a:cubicBezTo>
                  <a:cubicBezTo>
                    <a:pt x="4" y="8"/>
                    <a:pt x="5" y="8"/>
                    <a:pt x="7" y="6"/>
                  </a:cubicBezTo>
                  <a:cubicBezTo>
                    <a:pt x="8" y="5"/>
                    <a:pt x="10" y="5"/>
                    <a:pt x="11" y="3"/>
                  </a:cubicBezTo>
                  <a:cubicBezTo>
                    <a:pt x="12" y="2"/>
                    <a:pt x="13" y="1"/>
                    <a:pt x="14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4349" name="Freeform 717">
              <a:extLst>
                <a:ext uri="{FF2B5EF4-FFF2-40B4-BE49-F238E27FC236}">
                  <a16:creationId xmlns:a16="http://schemas.microsoft.com/office/drawing/2014/main" id="{8C5ED898-1A69-4462-A185-52EC96DBDF6D}"/>
                </a:ext>
              </a:extLst>
            </p:cNvPr>
            <p:cNvSpPr>
              <a:spLocks/>
            </p:cNvSpPr>
            <p:nvPr/>
          </p:nvSpPr>
          <p:spPr bwMode="auto">
            <a:xfrm>
              <a:off x="5179" y="2549"/>
              <a:ext cx="67" cy="50"/>
            </a:xfrm>
            <a:custGeom>
              <a:avLst/>
              <a:gdLst>
                <a:gd name="T0" fmla="*/ 188 w 40"/>
                <a:gd name="T1" fmla="*/ 37 h 30"/>
                <a:gd name="T2" fmla="*/ 169 w 40"/>
                <a:gd name="T3" fmla="*/ 0 h 30"/>
                <a:gd name="T4" fmla="*/ 159 w 40"/>
                <a:gd name="T5" fmla="*/ 33 h 30"/>
                <a:gd name="T6" fmla="*/ 146 w 40"/>
                <a:gd name="T7" fmla="*/ 75 h 30"/>
                <a:gd name="T8" fmla="*/ 117 w 40"/>
                <a:gd name="T9" fmla="*/ 83 h 30"/>
                <a:gd name="T10" fmla="*/ 90 w 40"/>
                <a:gd name="T11" fmla="*/ 97 h 30"/>
                <a:gd name="T12" fmla="*/ 57 w 40"/>
                <a:gd name="T13" fmla="*/ 92 h 30"/>
                <a:gd name="T14" fmla="*/ 5 w 40"/>
                <a:gd name="T15" fmla="*/ 97 h 30"/>
                <a:gd name="T16" fmla="*/ 5 w 40"/>
                <a:gd name="T17" fmla="*/ 103 h 30"/>
                <a:gd name="T18" fmla="*/ 57 w 40"/>
                <a:gd name="T19" fmla="*/ 130 h 30"/>
                <a:gd name="T20" fmla="*/ 79 w 40"/>
                <a:gd name="T21" fmla="*/ 138 h 30"/>
                <a:gd name="T22" fmla="*/ 104 w 40"/>
                <a:gd name="T23" fmla="*/ 120 h 30"/>
                <a:gd name="T24" fmla="*/ 159 w 40"/>
                <a:gd name="T25" fmla="*/ 97 h 30"/>
                <a:gd name="T26" fmla="*/ 183 w 40"/>
                <a:gd name="T27" fmla="*/ 42 h 30"/>
                <a:gd name="T28" fmla="*/ 188 w 40"/>
                <a:gd name="T29" fmla="*/ 33 h 3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40" h="30">
                  <a:moveTo>
                    <a:pt x="40" y="8"/>
                  </a:moveTo>
                  <a:cubicBezTo>
                    <a:pt x="39" y="6"/>
                    <a:pt x="38" y="0"/>
                    <a:pt x="36" y="0"/>
                  </a:cubicBezTo>
                  <a:cubicBezTo>
                    <a:pt x="34" y="0"/>
                    <a:pt x="34" y="6"/>
                    <a:pt x="34" y="7"/>
                  </a:cubicBezTo>
                  <a:cubicBezTo>
                    <a:pt x="34" y="10"/>
                    <a:pt x="33" y="13"/>
                    <a:pt x="31" y="16"/>
                  </a:cubicBezTo>
                  <a:cubicBezTo>
                    <a:pt x="29" y="18"/>
                    <a:pt x="27" y="18"/>
                    <a:pt x="25" y="18"/>
                  </a:cubicBezTo>
                  <a:cubicBezTo>
                    <a:pt x="23" y="18"/>
                    <a:pt x="21" y="20"/>
                    <a:pt x="19" y="21"/>
                  </a:cubicBezTo>
                  <a:cubicBezTo>
                    <a:pt x="17" y="22"/>
                    <a:pt x="14" y="21"/>
                    <a:pt x="12" y="20"/>
                  </a:cubicBezTo>
                  <a:cubicBezTo>
                    <a:pt x="10" y="19"/>
                    <a:pt x="0" y="16"/>
                    <a:pt x="1" y="21"/>
                  </a:cubicBezTo>
                  <a:cubicBezTo>
                    <a:pt x="1" y="22"/>
                    <a:pt x="1" y="22"/>
                    <a:pt x="1" y="22"/>
                  </a:cubicBezTo>
                  <a:cubicBezTo>
                    <a:pt x="5" y="24"/>
                    <a:pt x="9" y="26"/>
                    <a:pt x="12" y="28"/>
                  </a:cubicBezTo>
                  <a:cubicBezTo>
                    <a:pt x="14" y="29"/>
                    <a:pt x="15" y="30"/>
                    <a:pt x="17" y="30"/>
                  </a:cubicBezTo>
                  <a:cubicBezTo>
                    <a:pt x="19" y="29"/>
                    <a:pt x="21" y="27"/>
                    <a:pt x="22" y="26"/>
                  </a:cubicBezTo>
                  <a:cubicBezTo>
                    <a:pt x="26" y="24"/>
                    <a:pt x="30" y="24"/>
                    <a:pt x="34" y="21"/>
                  </a:cubicBezTo>
                  <a:cubicBezTo>
                    <a:pt x="37" y="19"/>
                    <a:pt x="37" y="13"/>
                    <a:pt x="39" y="9"/>
                  </a:cubicBezTo>
                  <a:cubicBezTo>
                    <a:pt x="39" y="9"/>
                    <a:pt x="40" y="8"/>
                    <a:pt x="40" y="7"/>
                  </a:cubicBezTo>
                </a:path>
              </a:pathLst>
            </a:custGeom>
            <a:solidFill>
              <a:srgbClr val="F3D7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4350" name="Freeform 718">
              <a:extLst>
                <a:ext uri="{FF2B5EF4-FFF2-40B4-BE49-F238E27FC236}">
                  <a16:creationId xmlns:a16="http://schemas.microsoft.com/office/drawing/2014/main" id="{C24C2109-CA83-4A1C-B77C-486CDD65BDD8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0" y="2424"/>
              <a:ext cx="55" cy="210"/>
            </a:xfrm>
            <a:custGeom>
              <a:avLst/>
              <a:gdLst>
                <a:gd name="T0" fmla="*/ 145 w 33"/>
                <a:gd name="T1" fmla="*/ 0 h 126"/>
                <a:gd name="T2" fmla="*/ 145 w 33"/>
                <a:gd name="T3" fmla="*/ 83 h 126"/>
                <a:gd name="T4" fmla="*/ 147 w 33"/>
                <a:gd name="T5" fmla="*/ 158 h 126"/>
                <a:gd name="T6" fmla="*/ 138 w 33"/>
                <a:gd name="T7" fmla="*/ 292 h 126"/>
                <a:gd name="T8" fmla="*/ 88 w 33"/>
                <a:gd name="T9" fmla="*/ 438 h 126"/>
                <a:gd name="T10" fmla="*/ 0 w 33"/>
                <a:gd name="T11" fmla="*/ 583 h 126"/>
                <a:gd name="T12" fmla="*/ 75 w 33"/>
                <a:gd name="T13" fmla="*/ 412 h 126"/>
                <a:gd name="T14" fmla="*/ 112 w 33"/>
                <a:gd name="T15" fmla="*/ 270 h 126"/>
                <a:gd name="T16" fmla="*/ 120 w 33"/>
                <a:gd name="T17" fmla="*/ 138 h 126"/>
                <a:gd name="T18" fmla="*/ 138 w 33"/>
                <a:gd name="T19" fmla="*/ 13 h 12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3" h="126">
                  <a:moveTo>
                    <a:pt x="31" y="0"/>
                  </a:moveTo>
                  <a:cubicBezTo>
                    <a:pt x="33" y="5"/>
                    <a:pt x="31" y="13"/>
                    <a:pt x="31" y="18"/>
                  </a:cubicBezTo>
                  <a:cubicBezTo>
                    <a:pt x="31" y="24"/>
                    <a:pt x="31" y="29"/>
                    <a:pt x="32" y="34"/>
                  </a:cubicBezTo>
                  <a:cubicBezTo>
                    <a:pt x="32" y="44"/>
                    <a:pt x="33" y="53"/>
                    <a:pt x="30" y="63"/>
                  </a:cubicBezTo>
                  <a:cubicBezTo>
                    <a:pt x="27" y="74"/>
                    <a:pt x="21" y="83"/>
                    <a:pt x="19" y="95"/>
                  </a:cubicBezTo>
                  <a:cubicBezTo>
                    <a:pt x="16" y="109"/>
                    <a:pt x="13" y="119"/>
                    <a:pt x="0" y="126"/>
                  </a:cubicBezTo>
                  <a:cubicBezTo>
                    <a:pt x="7" y="115"/>
                    <a:pt x="14" y="102"/>
                    <a:pt x="16" y="89"/>
                  </a:cubicBezTo>
                  <a:cubicBezTo>
                    <a:pt x="18" y="78"/>
                    <a:pt x="22" y="69"/>
                    <a:pt x="24" y="58"/>
                  </a:cubicBezTo>
                  <a:cubicBezTo>
                    <a:pt x="26" y="49"/>
                    <a:pt x="25" y="39"/>
                    <a:pt x="26" y="30"/>
                  </a:cubicBezTo>
                  <a:cubicBezTo>
                    <a:pt x="27" y="21"/>
                    <a:pt x="31" y="12"/>
                    <a:pt x="30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4351" name="Freeform 719">
              <a:extLst>
                <a:ext uri="{FF2B5EF4-FFF2-40B4-BE49-F238E27FC236}">
                  <a16:creationId xmlns:a16="http://schemas.microsoft.com/office/drawing/2014/main" id="{93480D47-B5BD-4266-9B4D-F2FDDC89DF82}"/>
                </a:ext>
              </a:extLst>
            </p:cNvPr>
            <p:cNvSpPr>
              <a:spLocks/>
            </p:cNvSpPr>
            <p:nvPr/>
          </p:nvSpPr>
          <p:spPr bwMode="auto">
            <a:xfrm>
              <a:off x="5218" y="2449"/>
              <a:ext cx="47" cy="50"/>
            </a:xfrm>
            <a:custGeom>
              <a:avLst/>
              <a:gdLst>
                <a:gd name="T0" fmla="*/ 133 w 28"/>
                <a:gd name="T1" fmla="*/ 0 h 30"/>
                <a:gd name="T2" fmla="*/ 67 w 28"/>
                <a:gd name="T3" fmla="*/ 75 h 30"/>
                <a:gd name="T4" fmla="*/ 0 w 28"/>
                <a:gd name="T5" fmla="*/ 138 h 30"/>
                <a:gd name="T6" fmla="*/ 62 w 28"/>
                <a:gd name="T7" fmla="*/ 55 h 30"/>
                <a:gd name="T8" fmla="*/ 133 w 28"/>
                <a:gd name="T9" fmla="*/ 5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30">
                  <a:moveTo>
                    <a:pt x="28" y="0"/>
                  </a:moveTo>
                  <a:cubicBezTo>
                    <a:pt x="28" y="7"/>
                    <a:pt x="19" y="13"/>
                    <a:pt x="14" y="16"/>
                  </a:cubicBezTo>
                  <a:cubicBezTo>
                    <a:pt x="7" y="20"/>
                    <a:pt x="5" y="24"/>
                    <a:pt x="0" y="30"/>
                  </a:cubicBezTo>
                  <a:cubicBezTo>
                    <a:pt x="5" y="24"/>
                    <a:pt x="7" y="17"/>
                    <a:pt x="13" y="12"/>
                  </a:cubicBezTo>
                  <a:cubicBezTo>
                    <a:pt x="17" y="10"/>
                    <a:pt x="27" y="7"/>
                    <a:pt x="28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4352" name="Freeform 720">
              <a:extLst>
                <a:ext uri="{FF2B5EF4-FFF2-40B4-BE49-F238E27FC236}">
                  <a16:creationId xmlns:a16="http://schemas.microsoft.com/office/drawing/2014/main" id="{347064CF-16FF-4BE2-BF0E-D3BB4AC3FCF2}"/>
                </a:ext>
              </a:extLst>
            </p:cNvPr>
            <p:cNvSpPr>
              <a:spLocks/>
            </p:cNvSpPr>
            <p:nvPr/>
          </p:nvSpPr>
          <p:spPr bwMode="auto">
            <a:xfrm>
              <a:off x="5211" y="2312"/>
              <a:ext cx="23" cy="129"/>
            </a:xfrm>
            <a:custGeom>
              <a:avLst/>
              <a:gdLst>
                <a:gd name="T0" fmla="*/ 5 w 14"/>
                <a:gd name="T1" fmla="*/ 8 h 77"/>
                <a:gd name="T2" fmla="*/ 20 w 14"/>
                <a:gd name="T3" fmla="*/ 50 h 77"/>
                <a:gd name="T4" fmla="*/ 26 w 14"/>
                <a:gd name="T5" fmla="*/ 99 h 77"/>
                <a:gd name="T6" fmla="*/ 35 w 14"/>
                <a:gd name="T7" fmla="*/ 174 h 77"/>
                <a:gd name="T8" fmla="*/ 20 w 14"/>
                <a:gd name="T9" fmla="*/ 245 h 77"/>
                <a:gd name="T10" fmla="*/ 0 w 14"/>
                <a:gd name="T11" fmla="*/ 362 h 77"/>
                <a:gd name="T12" fmla="*/ 35 w 14"/>
                <a:gd name="T13" fmla="*/ 238 h 77"/>
                <a:gd name="T14" fmla="*/ 58 w 14"/>
                <a:gd name="T15" fmla="*/ 146 h 77"/>
                <a:gd name="T16" fmla="*/ 35 w 14"/>
                <a:gd name="T17" fmla="*/ 62 h 77"/>
                <a:gd name="T18" fmla="*/ 8 w 14"/>
                <a:gd name="T19" fmla="*/ 0 h 7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4" h="77">
                  <a:moveTo>
                    <a:pt x="1" y="2"/>
                  </a:moveTo>
                  <a:cubicBezTo>
                    <a:pt x="1" y="5"/>
                    <a:pt x="3" y="8"/>
                    <a:pt x="4" y="11"/>
                  </a:cubicBezTo>
                  <a:cubicBezTo>
                    <a:pt x="5" y="14"/>
                    <a:pt x="5" y="18"/>
                    <a:pt x="6" y="21"/>
                  </a:cubicBezTo>
                  <a:cubicBezTo>
                    <a:pt x="7" y="26"/>
                    <a:pt x="9" y="31"/>
                    <a:pt x="8" y="37"/>
                  </a:cubicBezTo>
                  <a:cubicBezTo>
                    <a:pt x="8" y="42"/>
                    <a:pt x="5" y="47"/>
                    <a:pt x="4" y="52"/>
                  </a:cubicBezTo>
                  <a:cubicBezTo>
                    <a:pt x="1" y="60"/>
                    <a:pt x="2" y="69"/>
                    <a:pt x="0" y="77"/>
                  </a:cubicBezTo>
                  <a:cubicBezTo>
                    <a:pt x="2" y="68"/>
                    <a:pt x="4" y="59"/>
                    <a:pt x="8" y="51"/>
                  </a:cubicBezTo>
                  <a:cubicBezTo>
                    <a:pt x="11" y="44"/>
                    <a:pt x="14" y="39"/>
                    <a:pt x="13" y="31"/>
                  </a:cubicBezTo>
                  <a:cubicBezTo>
                    <a:pt x="13" y="24"/>
                    <a:pt x="10" y="20"/>
                    <a:pt x="8" y="13"/>
                  </a:cubicBezTo>
                  <a:cubicBezTo>
                    <a:pt x="6" y="9"/>
                    <a:pt x="4" y="3"/>
                    <a:pt x="2" y="0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4353" name="Freeform 721">
              <a:extLst>
                <a:ext uri="{FF2B5EF4-FFF2-40B4-BE49-F238E27FC236}">
                  <a16:creationId xmlns:a16="http://schemas.microsoft.com/office/drawing/2014/main" id="{3541FFDD-323A-4BE4-9F31-B0FED5BC4976}"/>
                </a:ext>
              </a:extLst>
            </p:cNvPr>
            <p:cNvSpPr>
              <a:spLocks/>
            </p:cNvSpPr>
            <p:nvPr/>
          </p:nvSpPr>
          <p:spPr bwMode="auto">
            <a:xfrm>
              <a:off x="5090" y="1564"/>
              <a:ext cx="30" cy="38"/>
            </a:xfrm>
            <a:custGeom>
              <a:avLst/>
              <a:gdLst>
                <a:gd name="T0" fmla="*/ 0 w 18"/>
                <a:gd name="T1" fmla="*/ 104 h 23"/>
                <a:gd name="T2" fmla="*/ 0 w 18"/>
                <a:gd name="T3" fmla="*/ 104 h 23"/>
                <a:gd name="T4" fmla="*/ 83 w 18"/>
                <a:gd name="T5" fmla="*/ 5 h 23"/>
                <a:gd name="T6" fmla="*/ 75 w 18"/>
                <a:gd name="T7" fmla="*/ 0 h 23"/>
                <a:gd name="T8" fmla="*/ 0 w 18"/>
                <a:gd name="T9" fmla="*/ 104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23">
                  <a:moveTo>
                    <a:pt x="0" y="23"/>
                  </a:moveTo>
                  <a:cubicBezTo>
                    <a:pt x="0" y="23"/>
                    <a:pt x="0" y="23"/>
                    <a:pt x="0" y="23"/>
                  </a:cubicBezTo>
                  <a:cubicBezTo>
                    <a:pt x="7" y="18"/>
                    <a:pt x="13" y="12"/>
                    <a:pt x="18" y="1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12" y="10"/>
                    <a:pt x="7" y="19"/>
                    <a:pt x="0" y="23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4354" name="Freeform 722">
              <a:extLst>
                <a:ext uri="{FF2B5EF4-FFF2-40B4-BE49-F238E27FC236}">
                  <a16:creationId xmlns:a16="http://schemas.microsoft.com/office/drawing/2014/main" id="{BC033F94-783E-4E3A-832C-06DD138CA97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6" y="1812"/>
              <a:ext cx="97" cy="195"/>
            </a:xfrm>
            <a:custGeom>
              <a:avLst/>
              <a:gdLst>
                <a:gd name="T0" fmla="*/ 271 w 58"/>
                <a:gd name="T1" fmla="*/ 0 h 117"/>
                <a:gd name="T2" fmla="*/ 229 w 58"/>
                <a:gd name="T3" fmla="*/ 78 h 117"/>
                <a:gd name="T4" fmla="*/ 146 w 58"/>
                <a:gd name="T5" fmla="*/ 228 h 117"/>
                <a:gd name="T6" fmla="*/ 0 w 58"/>
                <a:gd name="T7" fmla="*/ 542 h 117"/>
                <a:gd name="T8" fmla="*/ 179 w 58"/>
                <a:gd name="T9" fmla="*/ 217 h 117"/>
                <a:gd name="T10" fmla="*/ 266 w 58"/>
                <a:gd name="T11" fmla="*/ 13 h 11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8" h="117">
                  <a:moveTo>
                    <a:pt x="58" y="0"/>
                  </a:moveTo>
                  <a:cubicBezTo>
                    <a:pt x="54" y="2"/>
                    <a:pt x="51" y="12"/>
                    <a:pt x="49" y="17"/>
                  </a:cubicBezTo>
                  <a:cubicBezTo>
                    <a:pt x="44" y="28"/>
                    <a:pt x="36" y="38"/>
                    <a:pt x="31" y="49"/>
                  </a:cubicBezTo>
                  <a:cubicBezTo>
                    <a:pt x="19" y="70"/>
                    <a:pt x="5" y="93"/>
                    <a:pt x="0" y="117"/>
                  </a:cubicBezTo>
                  <a:cubicBezTo>
                    <a:pt x="8" y="91"/>
                    <a:pt x="27" y="71"/>
                    <a:pt x="38" y="47"/>
                  </a:cubicBezTo>
                  <a:cubicBezTo>
                    <a:pt x="44" y="33"/>
                    <a:pt x="49" y="16"/>
                    <a:pt x="57" y="3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4355" name="Freeform 723">
              <a:extLst>
                <a:ext uri="{FF2B5EF4-FFF2-40B4-BE49-F238E27FC236}">
                  <a16:creationId xmlns:a16="http://schemas.microsoft.com/office/drawing/2014/main" id="{06B3639F-22CD-43D7-AE39-89AB0BF4C1D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5" y="1820"/>
              <a:ext cx="89" cy="157"/>
            </a:xfrm>
            <a:custGeom>
              <a:avLst/>
              <a:gdLst>
                <a:gd name="T0" fmla="*/ 0 w 53"/>
                <a:gd name="T1" fmla="*/ 5 h 94"/>
                <a:gd name="T2" fmla="*/ 138 w 53"/>
                <a:gd name="T3" fmla="*/ 200 h 94"/>
                <a:gd name="T4" fmla="*/ 250 w 53"/>
                <a:gd name="T5" fmla="*/ 438 h 94"/>
                <a:gd name="T6" fmla="*/ 109 w 53"/>
                <a:gd name="T7" fmla="*/ 159 h 94"/>
                <a:gd name="T8" fmla="*/ 5 w 53"/>
                <a:gd name="T9" fmla="*/ 0 h 9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" h="94">
                  <a:moveTo>
                    <a:pt x="0" y="1"/>
                  </a:moveTo>
                  <a:cubicBezTo>
                    <a:pt x="19" y="2"/>
                    <a:pt x="24" y="28"/>
                    <a:pt x="29" y="43"/>
                  </a:cubicBezTo>
                  <a:cubicBezTo>
                    <a:pt x="35" y="60"/>
                    <a:pt x="44" y="78"/>
                    <a:pt x="53" y="94"/>
                  </a:cubicBezTo>
                  <a:cubicBezTo>
                    <a:pt x="36" y="86"/>
                    <a:pt x="28" y="52"/>
                    <a:pt x="23" y="34"/>
                  </a:cubicBezTo>
                  <a:cubicBezTo>
                    <a:pt x="19" y="19"/>
                    <a:pt x="16" y="7"/>
                    <a:pt x="1" y="0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4356" name="Freeform 724">
              <a:extLst>
                <a:ext uri="{FF2B5EF4-FFF2-40B4-BE49-F238E27FC236}">
                  <a16:creationId xmlns:a16="http://schemas.microsoft.com/office/drawing/2014/main" id="{A7A140EE-DB9F-46DC-B7B6-8E2C8560790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9" y="2304"/>
              <a:ext cx="92" cy="132"/>
            </a:xfrm>
            <a:custGeom>
              <a:avLst/>
              <a:gdLst>
                <a:gd name="T0" fmla="*/ 0 w 55"/>
                <a:gd name="T1" fmla="*/ 0 h 79"/>
                <a:gd name="T2" fmla="*/ 141 w 55"/>
                <a:gd name="T3" fmla="*/ 201 h 79"/>
                <a:gd name="T4" fmla="*/ 216 w 55"/>
                <a:gd name="T5" fmla="*/ 284 h 79"/>
                <a:gd name="T6" fmla="*/ 258 w 55"/>
                <a:gd name="T7" fmla="*/ 369 h 79"/>
                <a:gd name="T8" fmla="*/ 196 w 55"/>
                <a:gd name="T9" fmla="*/ 279 h 79"/>
                <a:gd name="T10" fmla="*/ 117 w 55"/>
                <a:gd name="T11" fmla="*/ 195 h 79"/>
                <a:gd name="T12" fmla="*/ 47 w 55"/>
                <a:gd name="T13" fmla="*/ 117 h 79"/>
                <a:gd name="T14" fmla="*/ 0 w 55"/>
                <a:gd name="T15" fmla="*/ 13 h 7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5" h="79">
                  <a:moveTo>
                    <a:pt x="0" y="0"/>
                  </a:moveTo>
                  <a:cubicBezTo>
                    <a:pt x="6" y="16"/>
                    <a:pt x="18" y="30"/>
                    <a:pt x="30" y="43"/>
                  </a:cubicBezTo>
                  <a:cubicBezTo>
                    <a:pt x="36" y="49"/>
                    <a:pt x="41" y="55"/>
                    <a:pt x="46" y="61"/>
                  </a:cubicBezTo>
                  <a:cubicBezTo>
                    <a:pt x="51" y="67"/>
                    <a:pt x="52" y="73"/>
                    <a:pt x="55" y="79"/>
                  </a:cubicBezTo>
                  <a:cubicBezTo>
                    <a:pt x="53" y="73"/>
                    <a:pt x="46" y="66"/>
                    <a:pt x="42" y="60"/>
                  </a:cubicBezTo>
                  <a:cubicBezTo>
                    <a:pt x="37" y="53"/>
                    <a:pt x="32" y="48"/>
                    <a:pt x="25" y="42"/>
                  </a:cubicBezTo>
                  <a:cubicBezTo>
                    <a:pt x="20" y="37"/>
                    <a:pt x="15" y="31"/>
                    <a:pt x="10" y="25"/>
                  </a:cubicBezTo>
                  <a:cubicBezTo>
                    <a:pt x="5" y="18"/>
                    <a:pt x="3" y="11"/>
                    <a:pt x="0" y="3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4357" name="Freeform 725">
              <a:extLst>
                <a:ext uri="{FF2B5EF4-FFF2-40B4-BE49-F238E27FC236}">
                  <a16:creationId xmlns:a16="http://schemas.microsoft.com/office/drawing/2014/main" id="{CBA435F4-2128-4B16-BE3B-D96EDA18FBA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7" y="2294"/>
              <a:ext cx="101" cy="152"/>
            </a:xfrm>
            <a:custGeom>
              <a:avLst/>
              <a:gdLst>
                <a:gd name="T0" fmla="*/ 0 w 60"/>
                <a:gd name="T1" fmla="*/ 411 h 91"/>
                <a:gd name="T2" fmla="*/ 162 w 60"/>
                <a:gd name="T3" fmla="*/ 200 h 91"/>
                <a:gd name="T4" fmla="*/ 286 w 60"/>
                <a:gd name="T5" fmla="*/ 0 h 91"/>
                <a:gd name="T6" fmla="*/ 158 w 60"/>
                <a:gd name="T7" fmla="*/ 220 h 91"/>
                <a:gd name="T8" fmla="*/ 82 w 60"/>
                <a:gd name="T9" fmla="*/ 317 h 91"/>
                <a:gd name="T10" fmla="*/ 0 w 60"/>
                <a:gd name="T11" fmla="*/ 424 h 9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0" h="91">
                  <a:moveTo>
                    <a:pt x="0" y="88"/>
                  </a:moveTo>
                  <a:cubicBezTo>
                    <a:pt x="1" y="71"/>
                    <a:pt x="23" y="55"/>
                    <a:pt x="34" y="43"/>
                  </a:cubicBezTo>
                  <a:cubicBezTo>
                    <a:pt x="45" y="31"/>
                    <a:pt x="54" y="15"/>
                    <a:pt x="60" y="0"/>
                  </a:cubicBezTo>
                  <a:cubicBezTo>
                    <a:pt x="54" y="18"/>
                    <a:pt x="44" y="31"/>
                    <a:pt x="33" y="47"/>
                  </a:cubicBezTo>
                  <a:cubicBezTo>
                    <a:pt x="28" y="54"/>
                    <a:pt x="23" y="62"/>
                    <a:pt x="17" y="68"/>
                  </a:cubicBezTo>
                  <a:cubicBezTo>
                    <a:pt x="10" y="75"/>
                    <a:pt x="3" y="81"/>
                    <a:pt x="0" y="91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4358" name="Freeform 726">
              <a:extLst>
                <a:ext uri="{FF2B5EF4-FFF2-40B4-BE49-F238E27FC236}">
                  <a16:creationId xmlns:a16="http://schemas.microsoft.com/office/drawing/2014/main" id="{3600D24E-6616-445B-879A-2FCD239A03C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9" y="837"/>
              <a:ext cx="105" cy="166"/>
            </a:xfrm>
            <a:custGeom>
              <a:avLst/>
              <a:gdLst>
                <a:gd name="T0" fmla="*/ 287 w 63"/>
                <a:gd name="T1" fmla="*/ 33 h 100"/>
                <a:gd name="T2" fmla="*/ 208 w 63"/>
                <a:gd name="T3" fmla="*/ 75 h 100"/>
                <a:gd name="T4" fmla="*/ 153 w 63"/>
                <a:gd name="T5" fmla="*/ 179 h 100"/>
                <a:gd name="T6" fmla="*/ 167 w 63"/>
                <a:gd name="T7" fmla="*/ 345 h 100"/>
                <a:gd name="T8" fmla="*/ 83 w 63"/>
                <a:gd name="T9" fmla="*/ 369 h 100"/>
                <a:gd name="T10" fmla="*/ 37 w 63"/>
                <a:gd name="T11" fmla="*/ 452 h 100"/>
                <a:gd name="T12" fmla="*/ 37 w 63"/>
                <a:gd name="T13" fmla="*/ 452 h 100"/>
                <a:gd name="T14" fmla="*/ 5 w 63"/>
                <a:gd name="T15" fmla="*/ 408 h 100"/>
                <a:gd name="T16" fmla="*/ 28 w 63"/>
                <a:gd name="T17" fmla="*/ 325 h 100"/>
                <a:gd name="T18" fmla="*/ 70 w 63"/>
                <a:gd name="T19" fmla="*/ 237 h 100"/>
                <a:gd name="T20" fmla="*/ 88 w 63"/>
                <a:gd name="T21" fmla="*/ 174 h 100"/>
                <a:gd name="T22" fmla="*/ 175 w 63"/>
                <a:gd name="T23" fmla="*/ 75 h 100"/>
                <a:gd name="T24" fmla="*/ 292 w 63"/>
                <a:gd name="T25" fmla="*/ 37 h 10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3" h="100">
                  <a:moveTo>
                    <a:pt x="62" y="7"/>
                  </a:moveTo>
                  <a:cubicBezTo>
                    <a:pt x="57" y="6"/>
                    <a:pt x="49" y="13"/>
                    <a:pt x="45" y="16"/>
                  </a:cubicBezTo>
                  <a:cubicBezTo>
                    <a:pt x="39" y="22"/>
                    <a:pt x="35" y="31"/>
                    <a:pt x="33" y="39"/>
                  </a:cubicBezTo>
                  <a:cubicBezTo>
                    <a:pt x="30" y="50"/>
                    <a:pt x="30" y="65"/>
                    <a:pt x="36" y="75"/>
                  </a:cubicBezTo>
                  <a:cubicBezTo>
                    <a:pt x="30" y="71"/>
                    <a:pt x="21" y="77"/>
                    <a:pt x="18" y="81"/>
                  </a:cubicBezTo>
                  <a:cubicBezTo>
                    <a:pt x="14" y="86"/>
                    <a:pt x="9" y="93"/>
                    <a:pt x="8" y="99"/>
                  </a:cubicBezTo>
                  <a:cubicBezTo>
                    <a:pt x="8" y="100"/>
                    <a:pt x="8" y="100"/>
                    <a:pt x="8" y="99"/>
                  </a:cubicBezTo>
                  <a:cubicBezTo>
                    <a:pt x="5" y="96"/>
                    <a:pt x="2" y="94"/>
                    <a:pt x="1" y="89"/>
                  </a:cubicBezTo>
                  <a:cubicBezTo>
                    <a:pt x="0" y="82"/>
                    <a:pt x="3" y="77"/>
                    <a:pt x="6" y="71"/>
                  </a:cubicBezTo>
                  <a:cubicBezTo>
                    <a:pt x="9" y="64"/>
                    <a:pt x="13" y="58"/>
                    <a:pt x="15" y="52"/>
                  </a:cubicBezTo>
                  <a:cubicBezTo>
                    <a:pt x="16" y="47"/>
                    <a:pt x="17" y="42"/>
                    <a:pt x="19" y="38"/>
                  </a:cubicBezTo>
                  <a:cubicBezTo>
                    <a:pt x="24" y="29"/>
                    <a:pt x="30" y="22"/>
                    <a:pt x="38" y="16"/>
                  </a:cubicBezTo>
                  <a:cubicBezTo>
                    <a:pt x="45" y="11"/>
                    <a:pt x="54" y="0"/>
                    <a:pt x="63" y="8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4359" name="Freeform 727">
              <a:extLst>
                <a:ext uri="{FF2B5EF4-FFF2-40B4-BE49-F238E27FC236}">
                  <a16:creationId xmlns:a16="http://schemas.microsoft.com/office/drawing/2014/main" id="{694E1590-74B6-4F81-A58A-C4A1A8B1612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4" y="852"/>
              <a:ext cx="129" cy="25"/>
            </a:xfrm>
            <a:custGeom>
              <a:avLst/>
              <a:gdLst>
                <a:gd name="T0" fmla="*/ 5 w 77"/>
                <a:gd name="T1" fmla="*/ 63 h 15"/>
                <a:gd name="T2" fmla="*/ 70 w 77"/>
                <a:gd name="T3" fmla="*/ 8 h 15"/>
                <a:gd name="T4" fmla="*/ 151 w 77"/>
                <a:gd name="T5" fmla="*/ 13 h 15"/>
                <a:gd name="T6" fmla="*/ 266 w 77"/>
                <a:gd name="T7" fmla="*/ 22 h 15"/>
                <a:gd name="T8" fmla="*/ 362 w 77"/>
                <a:gd name="T9" fmla="*/ 5 h 15"/>
                <a:gd name="T10" fmla="*/ 132 w 77"/>
                <a:gd name="T11" fmla="*/ 33 h 15"/>
                <a:gd name="T12" fmla="*/ 0 w 77"/>
                <a:gd name="T13" fmla="*/ 70 h 1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7" h="15">
                  <a:moveTo>
                    <a:pt x="1" y="14"/>
                  </a:moveTo>
                  <a:cubicBezTo>
                    <a:pt x="3" y="10"/>
                    <a:pt x="10" y="4"/>
                    <a:pt x="15" y="2"/>
                  </a:cubicBezTo>
                  <a:cubicBezTo>
                    <a:pt x="21" y="0"/>
                    <a:pt x="26" y="3"/>
                    <a:pt x="32" y="3"/>
                  </a:cubicBezTo>
                  <a:cubicBezTo>
                    <a:pt x="40" y="4"/>
                    <a:pt x="49" y="4"/>
                    <a:pt x="57" y="5"/>
                  </a:cubicBezTo>
                  <a:cubicBezTo>
                    <a:pt x="64" y="5"/>
                    <a:pt x="71" y="6"/>
                    <a:pt x="77" y="1"/>
                  </a:cubicBezTo>
                  <a:cubicBezTo>
                    <a:pt x="62" y="12"/>
                    <a:pt x="46" y="9"/>
                    <a:pt x="28" y="7"/>
                  </a:cubicBezTo>
                  <a:cubicBezTo>
                    <a:pt x="17" y="6"/>
                    <a:pt x="9" y="10"/>
                    <a:pt x="0" y="1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4360" name="Freeform 728">
              <a:extLst>
                <a:ext uri="{FF2B5EF4-FFF2-40B4-BE49-F238E27FC236}">
                  <a16:creationId xmlns:a16="http://schemas.microsoft.com/office/drawing/2014/main" id="{A9223DC3-2CCA-4913-9B7E-E45D165BE75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7" y="1190"/>
              <a:ext cx="65" cy="162"/>
            </a:xfrm>
            <a:custGeom>
              <a:avLst/>
              <a:gdLst>
                <a:gd name="T0" fmla="*/ 8 w 39"/>
                <a:gd name="T1" fmla="*/ 433 h 97"/>
                <a:gd name="T2" fmla="*/ 37 w 39"/>
                <a:gd name="T3" fmla="*/ 334 h 97"/>
                <a:gd name="T4" fmla="*/ 62 w 39"/>
                <a:gd name="T5" fmla="*/ 234 h 97"/>
                <a:gd name="T6" fmla="*/ 63 w 39"/>
                <a:gd name="T7" fmla="*/ 162 h 97"/>
                <a:gd name="T8" fmla="*/ 55 w 39"/>
                <a:gd name="T9" fmla="*/ 117 h 97"/>
                <a:gd name="T10" fmla="*/ 133 w 39"/>
                <a:gd name="T11" fmla="*/ 70 h 97"/>
                <a:gd name="T12" fmla="*/ 180 w 39"/>
                <a:gd name="T13" fmla="*/ 0 h 97"/>
                <a:gd name="T14" fmla="*/ 120 w 39"/>
                <a:gd name="T15" fmla="*/ 190 h 97"/>
                <a:gd name="T16" fmla="*/ 63 w 39"/>
                <a:gd name="T17" fmla="*/ 326 h 97"/>
                <a:gd name="T18" fmla="*/ 0 w 39"/>
                <a:gd name="T19" fmla="*/ 453 h 9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9" h="97">
                  <a:moveTo>
                    <a:pt x="2" y="93"/>
                  </a:moveTo>
                  <a:cubicBezTo>
                    <a:pt x="2" y="87"/>
                    <a:pt x="7" y="79"/>
                    <a:pt x="8" y="72"/>
                  </a:cubicBezTo>
                  <a:cubicBezTo>
                    <a:pt x="10" y="65"/>
                    <a:pt x="12" y="58"/>
                    <a:pt x="13" y="50"/>
                  </a:cubicBezTo>
                  <a:cubicBezTo>
                    <a:pt x="14" y="45"/>
                    <a:pt x="14" y="40"/>
                    <a:pt x="14" y="35"/>
                  </a:cubicBezTo>
                  <a:cubicBezTo>
                    <a:pt x="14" y="33"/>
                    <a:pt x="12" y="28"/>
                    <a:pt x="12" y="25"/>
                  </a:cubicBezTo>
                  <a:cubicBezTo>
                    <a:pt x="13" y="21"/>
                    <a:pt x="24" y="18"/>
                    <a:pt x="29" y="15"/>
                  </a:cubicBezTo>
                  <a:cubicBezTo>
                    <a:pt x="35" y="10"/>
                    <a:pt x="36" y="6"/>
                    <a:pt x="39" y="0"/>
                  </a:cubicBezTo>
                  <a:cubicBezTo>
                    <a:pt x="39" y="16"/>
                    <a:pt x="33" y="28"/>
                    <a:pt x="26" y="41"/>
                  </a:cubicBezTo>
                  <a:cubicBezTo>
                    <a:pt x="21" y="50"/>
                    <a:pt x="18" y="60"/>
                    <a:pt x="14" y="70"/>
                  </a:cubicBezTo>
                  <a:cubicBezTo>
                    <a:pt x="10" y="79"/>
                    <a:pt x="5" y="88"/>
                    <a:pt x="0" y="97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4361" name="Freeform 729">
              <a:extLst>
                <a:ext uri="{FF2B5EF4-FFF2-40B4-BE49-F238E27FC236}">
                  <a16:creationId xmlns:a16="http://schemas.microsoft.com/office/drawing/2014/main" id="{BCC85D74-62D7-4A05-8666-EE64A98A7EE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9" y="1197"/>
              <a:ext cx="72" cy="38"/>
            </a:xfrm>
            <a:custGeom>
              <a:avLst/>
              <a:gdLst>
                <a:gd name="T0" fmla="*/ 0 w 43"/>
                <a:gd name="T1" fmla="*/ 0 h 23"/>
                <a:gd name="T2" fmla="*/ 90 w 43"/>
                <a:gd name="T3" fmla="*/ 68 h 23"/>
                <a:gd name="T4" fmla="*/ 146 w 43"/>
                <a:gd name="T5" fmla="*/ 91 h 23"/>
                <a:gd name="T6" fmla="*/ 203 w 43"/>
                <a:gd name="T7" fmla="*/ 104 h 23"/>
                <a:gd name="T8" fmla="*/ 151 w 43"/>
                <a:gd name="T9" fmla="*/ 96 h 23"/>
                <a:gd name="T10" fmla="*/ 92 w 43"/>
                <a:gd name="T11" fmla="*/ 84 h 23"/>
                <a:gd name="T12" fmla="*/ 13 w 43"/>
                <a:gd name="T13" fmla="*/ 63 h 23"/>
                <a:gd name="T14" fmla="*/ 0 w 43"/>
                <a:gd name="T15" fmla="*/ 8 h 2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3" h="23">
                  <a:moveTo>
                    <a:pt x="0" y="0"/>
                  </a:moveTo>
                  <a:cubicBezTo>
                    <a:pt x="6" y="6"/>
                    <a:pt x="12" y="11"/>
                    <a:pt x="19" y="15"/>
                  </a:cubicBezTo>
                  <a:cubicBezTo>
                    <a:pt x="23" y="17"/>
                    <a:pt x="27" y="19"/>
                    <a:pt x="31" y="20"/>
                  </a:cubicBezTo>
                  <a:cubicBezTo>
                    <a:pt x="35" y="21"/>
                    <a:pt x="39" y="21"/>
                    <a:pt x="43" y="23"/>
                  </a:cubicBezTo>
                  <a:cubicBezTo>
                    <a:pt x="40" y="21"/>
                    <a:pt x="35" y="22"/>
                    <a:pt x="32" y="21"/>
                  </a:cubicBezTo>
                  <a:cubicBezTo>
                    <a:pt x="28" y="21"/>
                    <a:pt x="24" y="20"/>
                    <a:pt x="20" y="19"/>
                  </a:cubicBezTo>
                  <a:cubicBezTo>
                    <a:pt x="13" y="18"/>
                    <a:pt x="9" y="18"/>
                    <a:pt x="3" y="14"/>
                  </a:cubicBezTo>
                  <a:cubicBezTo>
                    <a:pt x="2" y="11"/>
                    <a:pt x="0" y="6"/>
                    <a:pt x="0" y="2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4362" name="Freeform 730">
              <a:extLst>
                <a:ext uri="{FF2B5EF4-FFF2-40B4-BE49-F238E27FC236}">
                  <a16:creationId xmlns:a16="http://schemas.microsoft.com/office/drawing/2014/main" id="{FFE3DA7F-A5F6-492F-8576-6023EF44B86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8" y="1230"/>
              <a:ext cx="50" cy="117"/>
            </a:xfrm>
            <a:custGeom>
              <a:avLst/>
              <a:gdLst>
                <a:gd name="T0" fmla="*/ 70 w 30"/>
                <a:gd name="T1" fmla="*/ 37 h 70"/>
                <a:gd name="T2" fmla="*/ 75 w 30"/>
                <a:gd name="T3" fmla="*/ 112 h 70"/>
                <a:gd name="T4" fmla="*/ 97 w 30"/>
                <a:gd name="T5" fmla="*/ 192 h 70"/>
                <a:gd name="T6" fmla="*/ 138 w 30"/>
                <a:gd name="T7" fmla="*/ 328 h 70"/>
                <a:gd name="T8" fmla="*/ 22 w 30"/>
                <a:gd name="T9" fmla="*/ 89 h 70"/>
                <a:gd name="T10" fmla="*/ 8 w 30"/>
                <a:gd name="T11" fmla="*/ 13 h 70"/>
                <a:gd name="T12" fmla="*/ 75 w 30"/>
                <a:gd name="T13" fmla="*/ 37 h 7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" h="70">
                  <a:moveTo>
                    <a:pt x="15" y="8"/>
                  </a:moveTo>
                  <a:cubicBezTo>
                    <a:pt x="13" y="10"/>
                    <a:pt x="15" y="20"/>
                    <a:pt x="16" y="24"/>
                  </a:cubicBezTo>
                  <a:cubicBezTo>
                    <a:pt x="17" y="30"/>
                    <a:pt x="19" y="35"/>
                    <a:pt x="21" y="41"/>
                  </a:cubicBezTo>
                  <a:cubicBezTo>
                    <a:pt x="23" y="51"/>
                    <a:pt x="28" y="60"/>
                    <a:pt x="30" y="70"/>
                  </a:cubicBezTo>
                  <a:cubicBezTo>
                    <a:pt x="19" y="55"/>
                    <a:pt x="11" y="36"/>
                    <a:pt x="5" y="19"/>
                  </a:cubicBezTo>
                  <a:cubicBezTo>
                    <a:pt x="4" y="16"/>
                    <a:pt x="0" y="6"/>
                    <a:pt x="2" y="3"/>
                  </a:cubicBezTo>
                  <a:cubicBezTo>
                    <a:pt x="5" y="0"/>
                    <a:pt x="13" y="7"/>
                    <a:pt x="16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4363" name="Freeform 731">
              <a:extLst>
                <a:ext uri="{FF2B5EF4-FFF2-40B4-BE49-F238E27FC236}">
                  <a16:creationId xmlns:a16="http://schemas.microsoft.com/office/drawing/2014/main" id="{26855651-389B-47A3-9FC3-45ED5157B33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1" y="1765"/>
              <a:ext cx="62" cy="364"/>
            </a:xfrm>
            <a:custGeom>
              <a:avLst/>
              <a:gdLst>
                <a:gd name="T0" fmla="*/ 0 w 37"/>
                <a:gd name="T1" fmla="*/ 0 h 218"/>
                <a:gd name="T2" fmla="*/ 57 w 37"/>
                <a:gd name="T3" fmla="*/ 1015 h 218"/>
                <a:gd name="T4" fmla="*/ 0 w 37"/>
                <a:gd name="T5" fmla="*/ 0 h 2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218">
                  <a:moveTo>
                    <a:pt x="0" y="0"/>
                  </a:moveTo>
                  <a:cubicBezTo>
                    <a:pt x="0" y="0"/>
                    <a:pt x="20" y="150"/>
                    <a:pt x="12" y="218"/>
                  </a:cubicBezTo>
                  <a:cubicBezTo>
                    <a:pt x="12" y="218"/>
                    <a:pt x="37" y="98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4364" name="Freeform 732">
              <a:extLst>
                <a:ext uri="{FF2B5EF4-FFF2-40B4-BE49-F238E27FC236}">
                  <a16:creationId xmlns:a16="http://schemas.microsoft.com/office/drawing/2014/main" id="{1AB1F3CC-C07B-41E1-92E8-7633E0C5E7D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8" y="2209"/>
              <a:ext cx="25" cy="207"/>
            </a:xfrm>
            <a:custGeom>
              <a:avLst/>
              <a:gdLst>
                <a:gd name="T0" fmla="*/ 70 w 15"/>
                <a:gd name="T1" fmla="*/ 0 h 124"/>
                <a:gd name="T2" fmla="*/ 13 w 15"/>
                <a:gd name="T3" fmla="*/ 200 h 124"/>
                <a:gd name="T4" fmla="*/ 0 w 15"/>
                <a:gd name="T5" fmla="*/ 578 h 124"/>
                <a:gd name="T6" fmla="*/ 42 w 15"/>
                <a:gd name="T7" fmla="*/ 200 h 124"/>
                <a:gd name="T8" fmla="*/ 70 w 15"/>
                <a:gd name="T9" fmla="*/ 0 h 1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24">
                  <a:moveTo>
                    <a:pt x="15" y="0"/>
                  </a:moveTo>
                  <a:cubicBezTo>
                    <a:pt x="15" y="0"/>
                    <a:pt x="3" y="24"/>
                    <a:pt x="3" y="43"/>
                  </a:cubicBezTo>
                  <a:cubicBezTo>
                    <a:pt x="2" y="63"/>
                    <a:pt x="0" y="124"/>
                    <a:pt x="0" y="124"/>
                  </a:cubicBezTo>
                  <a:cubicBezTo>
                    <a:pt x="0" y="124"/>
                    <a:pt x="10" y="58"/>
                    <a:pt x="9" y="43"/>
                  </a:cubicBezTo>
                  <a:cubicBezTo>
                    <a:pt x="8" y="28"/>
                    <a:pt x="15" y="0"/>
                    <a:pt x="1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4365" name="Freeform 733">
              <a:extLst>
                <a:ext uri="{FF2B5EF4-FFF2-40B4-BE49-F238E27FC236}">
                  <a16:creationId xmlns:a16="http://schemas.microsoft.com/office/drawing/2014/main" id="{E6B1031D-3909-45D8-BF62-3192A693157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6" y="1825"/>
              <a:ext cx="95" cy="175"/>
            </a:xfrm>
            <a:custGeom>
              <a:avLst/>
              <a:gdLst>
                <a:gd name="T0" fmla="*/ 263 w 57"/>
                <a:gd name="T1" fmla="*/ 0 h 105"/>
                <a:gd name="T2" fmla="*/ 130 w 57"/>
                <a:gd name="T3" fmla="*/ 203 h 105"/>
                <a:gd name="T4" fmla="*/ 8 w 57"/>
                <a:gd name="T5" fmla="*/ 487 h 105"/>
                <a:gd name="T6" fmla="*/ 92 w 57"/>
                <a:gd name="T7" fmla="*/ 180 h 105"/>
                <a:gd name="T8" fmla="*/ 263 w 57"/>
                <a:gd name="T9" fmla="*/ 5 h 10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7" h="105">
                  <a:moveTo>
                    <a:pt x="57" y="0"/>
                  </a:moveTo>
                  <a:cubicBezTo>
                    <a:pt x="45" y="13"/>
                    <a:pt x="37" y="30"/>
                    <a:pt x="28" y="44"/>
                  </a:cubicBezTo>
                  <a:cubicBezTo>
                    <a:pt x="19" y="61"/>
                    <a:pt x="3" y="85"/>
                    <a:pt x="2" y="105"/>
                  </a:cubicBezTo>
                  <a:cubicBezTo>
                    <a:pt x="0" y="84"/>
                    <a:pt x="10" y="57"/>
                    <a:pt x="20" y="39"/>
                  </a:cubicBezTo>
                  <a:cubicBezTo>
                    <a:pt x="29" y="23"/>
                    <a:pt x="41" y="10"/>
                    <a:pt x="57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4366" name="Freeform 734">
              <a:extLst>
                <a:ext uri="{FF2B5EF4-FFF2-40B4-BE49-F238E27FC236}">
                  <a16:creationId xmlns:a16="http://schemas.microsoft.com/office/drawing/2014/main" id="{D887AB65-4D18-45C1-BA95-211E97FF633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0" y="1647"/>
              <a:ext cx="62" cy="65"/>
            </a:xfrm>
            <a:custGeom>
              <a:avLst/>
              <a:gdLst>
                <a:gd name="T0" fmla="*/ 5 w 37"/>
                <a:gd name="T1" fmla="*/ 0 h 39"/>
                <a:gd name="T2" fmla="*/ 174 w 37"/>
                <a:gd name="T3" fmla="*/ 167 h 39"/>
                <a:gd name="T4" fmla="*/ 0 w 37"/>
                <a:gd name="T5" fmla="*/ 20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39">
                  <a:moveTo>
                    <a:pt x="1" y="0"/>
                  </a:moveTo>
                  <a:cubicBezTo>
                    <a:pt x="7" y="12"/>
                    <a:pt x="20" y="39"/>
                    <a:pt x="37" y="36"/>
                  </a:cubicBezTo>
                  <a:cubicBezTo>
                    <a:pt x="18" y="38"/>
                    <a:pt x="4" y="20"/>
                    <a:pt x="0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4367" name="Freeform 735">
              <a:extLst>
                <a:ext uri="{FF2B5EF4-FFF2-40B4-BE49-F238E27FC236}">
                  <a16:creationId xmlns:a16="http://schemas.microsoft.com/office/drawing/2014/main" id="{34BF4D02-FBBD-4BBE-8DC0-024FF8D5CB77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4" y="1625"/>
              <a:ext cx="64" cy="80"/>
            </a:xfrm>
            <a:custGeom>
              <a:avLst/>
              <a:gdLst>
                <a:gd name="T0" fmla="*/ 182 w 38"/>
                <a:gd name="T1" fmla="*/ 20 h 48"/>
                <a:gd name="T2" fmla="*/ 175 w 38"/>
                <a:gd name="T3" fmla="*/ 8 h 48"/>
                <a:gd name="T4" fmla="*/ 0 w 38"/>
                <a:gd name="T5" fmla="*/ 222 h 48"/>
                <a:gd name="T6" fmla="*/ 175 w 38"/>
                <a:gd name="T7" fmla="*/ 22 h 4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" h="48">
                  <a:moveTo>
                    <a:pt x="38" y="4"/>
                  </a:moveTo>
                  <a:cubicBezTo>
                    <a:pt x="38" y="3"/>
                    <a:pt x="38" y="0"/>
                    <a:pt x="37" y="2"/>
                  </a:cubicBezTo>
                  <a:cubicBezTo>
                    <a:pt x="36" y="24"/>
                    <a:pt x="16" y="36"/>
                    <a:pt x="0" y="48"/>
                  </a:cubicBezTo>
                  <a:cubicBezTo>
                    <a:pt x="24" y="42"/>
                    <a:pt x="28" y="22"/>
                    <a:pt x="37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4368" name="Freeform 736">
              <a:extLst>
                <a:ext uri="{FF2B5EF4-FFF2-40B4-BE49-F238E27FC236}">
                  <a16:creationId xmlns:a16="http://schemas.microsoft.com/office/drawing/2014/main" id="{CE0C3C7E-8C13-433B-A891-E7B114509AAF}"/>
                </a:ext>
              </a:extLst>
            </p:cNvPr>
            <p:cNvSpPr>
              <a:spLocks/>
            </p:cNvSpPr>
            <p:nvPr/>
          </p:nvSpPr>
          <p:spPr bwMode="auto">
            <a:xfrm>
              <a:off x="5108" y="1599"/>
              <a:ext cx="46" cy="358"/>
            </a:xfrm>
            <a:custGeom>
              <a:avLst/>
              <a:gdLst>
                <a:gd name="T0" fmla="*/ 9 w 27"/>
                <a:gd name="T1" fmla="*/ 0 h 215"/>
                <a:gd name="T2" fmla="*/ 20 w 27"/>
                <a:gd name="T3" fmla="*/ 500 h 215"/>
                <a:gd name="T4" fmla="*/ 75 w 27"/>
                <a:gd name="T5" fmla="*/ 766 h 215"/>
                <a:gd name="T6" fmla="*/ 133 w 27"/>
                <a:gd name="T7" fmla="*/ 992 h 215"/>
                <a:gd name="T8" fmla="*/ 49 w 27"/>
                <a:gd name="T9" fmla="*/ 360 h 215"/>
                <a:gd name="T10" fmla="*/ 26 w 27"/>
                <a:gd name="T11" fmla="*/ 153 h 215"/>
                <a:gd name="T12" fmla="*/ 9 w 27"/>
                <a:gd name="T13" fmla="*/ 13 h 21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" h="215">
                  <a:moveTo>
                    <a:pt x="2" y="0"/>
                  </a:moveTo>
                  <a:cubicBezTo>
                    <a:pt x="2" y="36"/>
                    <a:pt x="0" y="73"/>
                    <a:pt x="4" y="108"/>
                  </a:cubicBezTo>
                  <a:cubicBezTo>
                    <a:pt x="6" y="128"/>
                    <a:pt x="10" y="146"/>
                    <a:pt x="15" y="166"/>
                  </a:cubicBezTo>
                  <a:cubicBezTo>
                    <a:pt x="19" y="182"/>
                    <a:pt x="22" y="201"/>
                    <a:pt x="27" y="215"/>
                  </a:cubicBezTo>
                  <a:cubicBezTo>
                    <a:pt x="15" y="171"/>
                    <a:pt x="20" y="123"/>
                    <a:pt x="10" y="78"/>
                  </a:cubicBezTo>
                  <a:cubicBezTo>
                    <a:pt x="7" y="63"/>
                    <a:pt x="7" y="48"/>
                    <a:pt x="5" y="33"/>
                  </a:cubicBezTo>
                  <a:cubicBezTo>
                    <a:pt x="4" y="23"/>
                    <a:pt x="1" y="13"/>
                    <a:pt x="2" y="3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4369" name="Freeform 737">
              <a:extLst>
                <a:ext uri="{FF2B5EF4-FFF2-40B4-BE49-F238E27FC236}">
                  <a16:creationId xmlns:a16="http://schemas.microsoft.com/office/drawing/2014/main" id="{6061300A-952B-47BF-9422-E0720D837FD2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0" y="1760"/>
              <a:ext cx="37" cy="295"/>
            </a:xfrm>
            <a:custGeom>
              <a:avLst/>
              <a:gdLst>
                <a:gd name="T0" fmla="*/ 104 w 22"/>
                <a:gd name="T1" fmla="*/ 0 h 177"/>
                <a:gd name="T2" fmla="*/ 49 w 22"/>
                <a:gd name="T3" fmla="*/ 388 h 177"/>
                <a:gd name="T4" fmla="*/ 29 w 22"/>
                <a:gd name="T5" fmla="*/ 617 h 177"/>
                <a:gd name="T6" fmla="*/ 22 w 22"/>
                <a:gd name="T7" fmla="*/ 820 h 177"/>
                <a:gd name="T8" fmla="*/ 22 w 22"/>
                <a:gd name="T9" fmla="*/ 550 h 177"/>
                <a:gd name="T10" fmla="*/ 37 w 22"/>
                <a:gd name="T11" fmla="*/ 297 h 177"/>
                <a:gd name="T12" fmla="*/ 71 w 22"/>
                <a:gd name="T13" fmla="*/ 120 h 177"/>
                <a:gd name="T14" fmla="*/ 96 w 22"/>
                <a:gd name="T15" fmla="*/ 0 h 17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2" h="177">
                  <a:moveTo>
                    <a:pt x="22" y="0"/>
                  </a:moveTo>
                  <a:cubicBezTo>
                    <a:pt x="16" y="27"/>
                    <a:pt x="13" y="56"/>
                    <a:pt x="10" y="84"/>
                  </a:cubicBezTo>
                  <a:cubicBezTo>
                    <a:pt x="9" y="100"/>
                    <a:pt x="7" y="117"/>
                    <a:pt x="6" y="133"/>
                  </a:cubicBezTo>
                  <a:cubicBezTo>
                    <a:pt x="5" y="148"/>
                    <a:pt x="9" y="164"/>
                    <a:pt x="5" y="177"/>
                  </a:cubicBezTo>
                  <a:cubicBezTo>
                    <a:pt x="0" y="160"/>
                    <a:pt x="3" y="137"/>
                    <a:pt x="5" y="119"/>
                  </a:cubicBezTo>
                  <a:cubicBezTo>
                    <a:pt x="6" y="101"/>
                    <a:pt x="5" y="82"/>
                    <a:pt x="8" y="64"/>
                  </a:cubicBezTo>
                  <a:cubicBezTo>
                    <a:pt x="10" y="51"/>
                    <a:pt x="12" y="39"/>
                    <a:pt x="15" y="26"/>
                  </a:cubicBezTo>
                  <a:cubicBezTo>
                    <a:pt x="17" y="18"/>
                    <a:pt x="16" y="7"/>
                    <a:pt x="20" y="0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4370" name="Freeform 738">
              <a:extLst>
                <a:ext uri="{FF2B5EF4-FFF2-40B4-BE49-F238E27FC236}">
                  <a16:creationId xmlns:a16="http://schemas.microsoft.com/office/drawing/2014/main" id="{3B0A7576-2599-4636-A7C3-2A540FA957DE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9" y="2025"/>
              <a:ext cx="47" cy="204"/>
            </a:xfrm>
            <a:custGeom>
              <a:avLst/>
              <a:gdLst>
                <a:gd name="T0" fmla="*/ 0 w 28"/>
                <a:gd name="T1" fmla="*/ 0 h 122"/>
                <a:gd name="T2" fmla="*/ 34 w 28"/>
                <a:gd name="T3" fmla="*/ 154 h 122"/>
                <a:gd name="T4" fmla="*/ 71 w 28"/>
                <a:gd name="T5" fmla="*/ 299 h 122"/>
                <a:gd name="T6" fmla="*/ 104 w 28"/>
                <a:gd name="T7" fmla="*/ 436 h 122"/>
                <a:gd name="T8" fmla="*/ 133 w 28"/>
                <a:gd name="T9" fmla="*/ 570 h 122"/>
                <a:gd name="T10" fmla="*/ 82 w 28"/>
                <a:gd name="T11" fmla="*/ 251 h 122"/>
                <a:gd name="T12" fmla="*/ 0 w 28"/>
                <a:gd name="T13" fmla="*/ 22 h 1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" h="122">
                  <a:moveTo>
                    <a:pt x="0" y="0"/>
                  </a:moveTo>
                  <a:cubicBezTo>
                    <a:pt x="3" y="11"/>
                    <a:pt x="4" y="22"/>
                    <a:pt x="7" y="33"/>
                  </a:cubicBezTo>
                  <a:cubicBezTo>
                    <a:pt x="9" y="43"/>
                    <a:pt x="13" y="54"/>
                    <a:pt x="15" y="64"/>
                  </a:cubicBezTo>
                  <a:cubicBezTo>
                    <a:pt x="18" y="74"/>
                    <a:pt x="20" y="83"/>
                    <a:pt x="22" y="93"/>
                  </a:cubicBezTo>
                  <a:cubicBezTo>
                    <a:pt x="23" y="102"/>
                    <a:pt x="28" y="112"/>
                    <a:pt x="28" y="122"/>
                  </a:cubicBezTo>
                  <a:cubicBezTo>
                    <a:pt x="28" y="99"/>
                    <a:pt x="23" y="75"/>
                    <a:pt x="17" y="54"/>
                  </a:cubicBezTo>
                  <a:cubicBezTo>
                    <a:pt x="13" y="38"/>
                    <a:pt x="8" y="19"/>
                    <a:pt x="0" y="5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4371" name="Freeform 739">
              <a:extLst>
                <a:ext uri="{FF2B5EF4-FFF2-40B4-BE49-F238E27FC236}">
                  <a16:creationId xmlns:a16="http://schemas.microsoft.com/office/drawing/2014/main" id="{B32CC41D-297D-45E0-94C9-7D9FBD6E04E2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7" y="2532"/>
              <a:ext cx="68" cy="145"/>
            </a:xfrm>
            <a:custGeom>
              <a:avLst/>
              <a:gdLst>
                <a:gd name="T0" fmla="*/ 168 w 41"/>
                <a:gd name="T1" fmla="*/ 0 h 87"/>
                <a:gd name="T2" fmla="*/ 138 w 41"/>
                <a:gd name="T3" fmla="*/ 120 h 87"/>
                <a:gd name="T4" fmla="*/ 41 w 41"/>
                <a:gd name="T5" fmla="*/ 158 h 87"/>
                <a:gd name="T6" fmla="*/ 13 w 41"/>
                <a:gd name="T7" fmla="*/ 162 h 87"/>
                <a:gd name="T8" fmla="*/ 28 w 41"/>
                <a:gd name="T9" fmla="*/ 242 h 87"/>
                <a:gd name="T10" fmla="*/ 36 w 41"/>
                <a:gd name="T11" fmla="*/ 325 h 87"/>
                <a:gd name="T12" fmla="*/ 50 w 41"/>
                <a:gd name="T13" fmla="*/ 403 h 87"/>
                <a:gd name="T14" fmla="*/ 55 w 41"/>
                <a:gd name="T15" fmla="*/ 342 h 87"/>
                <a:gd name="T16" fmla="*/ 68 w 41"/>
                <a:gd name="T17" fmla="*/ 250 h 87"/>
                <a:gd name="T18" fmla="*/ 113 w 41"/>
                <a:gd name="T19" fmla="*/ 187 h 87"/>
                <a:gd name="T20" fmla="*/ 172 w 41"/>
                <a:gd name="T21" fmla="*/ 130 h 87"/>
                <a:gd name="T22" fmla="*/ 187 w 41"/>
                <a:gd name="T23" fmla="*/ 62 h 87"/>
                <a:gd name="T24" fmla="*/ 179 w 41"/>
                <a:gd name="T25" fmla="*/ 8 h 8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1" h="87">
                  <a:moveTo>
                    <a:pt x="37" y="0"/>
                  </a:moveTo>
                  <a:cubicBezTo>
                    <a:pt x="37" y="9"/>
                    <a:pt x="38" y="19"/>
                    <a:pt x="30" y="26"/>
                  </a:cubicBezTo>
                  <a:cubicBezTo>
                    <a:pt x="24" y="30"/>
                    <a:pt x="16" y="32"/>
                    <a:pt x="9" y="34"/>
                  </a:cubicBezTo>
                  <a:cubicBezTo>
                    <a:pt x="8" y="34"/>
                    <a:pt x="4" y="34"/>
                    <a:pt x="3" y="35"/>
                  </a:cubicBezTo>
                  <a:cubicBezTo>
                    <a:pt x="0" y="38"/>
                    <a:pt x="5" y="48"/>
                    <a:pt x="6" y="52"/>
                  </a:cubicBezTo>
                  <a:cubicBezTo>
                    <a:pt x="7" y="58"/>
                    <a:pt x="8" y="64"/>
                    <a:pt x="8" y="70"/>
                  </a:cubicBezTo>
                  <a:cubicBezTo>
                    <a:pt x="8" y="76"/>
                    <a:pt x="9" y="82"/>
                    <a:pt x="11" y="87"/>
                  </a:cubicBezTo>
                  <a:cubicBezTo>
                    <a:pt x="11" y="82"/>
                    <a:pt x="12" y="78"/>
                    <a:pt x="12" y="74"/>
                  </a:cubicBezTo>
                  <a:cubicBezTo>
                    <a:pt x="13" y="67"/>
                    <a:pt x="14" y="61"/>
                    <a:pt x="15" y="54"/>
                  </a:cubicBezTo>
                  <a:cubicBezTo>
                    <a:pt x="17" y="48"/>
                    <a:pt x="20" y="44"/>
                    <a:pt x="25" y="40"/>
                  </a:cubicBezTo>
                  <a:cubicBezTo>
                    <a:pt x="29" y="37"/>
                    <a:pt x="35" y="33"/>
                    <a:pt x="38" y="28"/>
                  </a:cubicBezTo>
                  <a:cubicBezTo>
                    <a:pt x="40" y="24"/>
                    <a:pt x="41" y="18"/>
                    <a:pt x="41" y="13"/>
                  </a:cubicBezTo>
                  <a:cubicBezTo>
                    <a:pt x="41" y="9"/>
                    <a:pt x="40" y="5"/>
                    <a:pt x="39" y="2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4372" name="Freeform 740">
              <a:extLst>
                <a:ext uri="{FF2B5EF4-FFF2-40B4-BE49-F238E27FC236}">
                  <a16:creationId xmlns:a16="http://schemas.microsoft.com/office/drawing/2014/main" id="{F16F2FF1-55C2-47E7-AF81-2E2269CF972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4" y="2501"/>
              <a:ext cx="41" cy="86"/>
            </a:xfrm>
            <a:custGeom>
              <a:avLst/>
              <a:gdLst>
                <a:gd name="T0" fmla="*/ 29 w 24"/>
                <a:gd name="T1" fmla="*/ 8 h 52"/>
                <a:gd name="T2" fmla="*/ 29 w 24"/>
                <a:gd name="T3" fmla="*/ 33 h 52"/>
                <a:gd name="T4" fmla="*/ 26 w 24"/>
                <a:gd name="T5" fmla="*/ 76 h 52"/>
                <a:gd name="T6" fmla="*/ 36 w 24"/>
                <a:gd name="T7" fmla="*/ 151 h 52"/>
                <a:gd name="T8" fmla="*/ 120 w 24"/>
                <a:gd name="T9" fmla="*/ 235 h 52"/>
                <a:gd name="T10" fmla="*/ 5 w 24"/>
                <a:gd name="T11" fmla="*/ 137 h 52"/>
                <a:gd name="T12" fmla="*/ 9 w 24"/>
                <a:gd name="T13" fmla="*/ 60 h 52"/>
                <a:gd name="T14" fmla="*/ 29 w 24"/>
                <a:gd name="T15" fmla="*/ 0 h 5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4" h="52">
                  <a:moveTo>
                    <a:pt x="6" y="2"/>
                  </a:moveTo>
                  <a:cubicBezTo>
                    <a:pt x="6" y="4"/>
                    <a:pt x="6" y="6"/>
                    <a:pt x="6" y="7"/>
                  </a:cubicBezTo>
                  <a:cubicBezTo>
                    <a:pt x="5" y="10"/>
                    <a:pt x="5" y="14"/>
                    <a:pt x="5" y="17"/>
                  </a:cubicBezTo>
                  <a:cubicBezTo>
                    <a:pt x="5" y="22"/>
                    <a:pt x="5" y="28"/>
                    <a:pt x="7" y="33"/>
                  </a:cubicBezTo>
                  <a:cubicBezTo>
                    <a:pt x="10" y="42"/>
                    <a:pt x="17" y="46"/>
                    <a:pt x="24" y="52"/>
                  </a:cubicBezTo>
                  <a:cubicBezTo>
                    <a:pt x="14" y="47"/>
                    <a:pt x="4" y="42"/>
                    <a:pt x="1" y="30"/>
                  </a:cubicBezTo>
                  <a:cubicBezTo>
                    <a:pt x="0" y="25"/>
                    <a:pt x="1" y="18"/>
                    <a:pt x="2" y="13"/>
                  </a:cubicBezTo>
                  <a:cubicBezTo>
                    <a:pt x="3" y="9"/>
                    <a:pt x="6" y="4"/>
                    <a:pt x="6" y="0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4373" name="Freeform 741">
              <a:extLst>
                <a:ext uri="{FF2B5EF4-FFF2-40B4-BE49-F238E27FC236}">
                  <a16:creationId xmlns:a16="http://schemas.microsoft.com/office/drawing/2014/main" id="{3DBE848D-DC52-4908-834F-8C6F7A54810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9" y="2481"/>
              <a:ext cx="37" cy="96"/>
            </a:xfrm>
            <a:custGeom>
              <a:avLst/>
              <a:gdLst>
                <a:gd name="T0" fmla="*/ 29 w 22"/>
                <a:gd name="T1" fmla="*/ 0 h 58"/>
                <a:gd name="T2" fmla="*/ 8 w 22"/>
                <a:gd name="T3" fmla="*/ 68 h 58"/>
                <a:gd name="T4" fmla="*/ 0 w 22"/>
                <a:gd name="T5" fmla="*/ 139 h 58"/>
                <a:gd name="T6" fmla="*/ 29 w 22"/>
                <a:gd name="T7" fmla="*/ 214 h 58"/>
                <a:gd name="T8" fmla="*/ 104 w 22"/>
                <a:gd name="T9" fmla="*/ 258 h 58"/>
                <a:gd name="T10" fmla="*/ 82 w 22"/>
                <a:gd name="T11" fmla="*/ 242 h 58"/>
                <a:gd name="T12" fmla="*/ 42 w 22"/>
                <a:gd name="T13" fmla="*/ 202 h 58"/>
                <a:gd name="T14" fmla="*/ 22 w 22"/>
                <a:gd name="T15" fmla="*/ 113 h 58"/>
                <a:gd name="T16" fmla="*/ 37 w 22"/>
                <a:gd name="T17" fmla="*/ 41 h 58"/>
                <a:gd name="T18" fmla="*/ 29 w 22"/>
                <a:gd name="T19" fmla="*/ 5 h 5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2" h="58">
                  <a:moveTo>
                    <a:pt x="6" y="0"/>
                  </a:moveTo>
                  <a:cubicBezTo>
                    <a:pt x="7" y="6"/>
                    <a:pt x="4" y="10"/>
                    <a:pt x="2" y="15"/>
                  </a:cubicBezTo>
                  <a:cubicBezTo>
                    <a:pt x="0" y="20"/>
                    <a:pt x="0" y="26"/>
                    <a:pt x="0" y="31"/>
                  </a:cubicBezTo>
                  <a:cubicBezTo>
                    <a:pt x="1" y="36"/>
                    <a:pt x="2" y="42"/>
                    <a:pt x="6" y="47"/>
                  </a:cubicBezTo>
                  <a:cubicBezTo>
                    <a:pt x="9" y="52"/>
                    <a:pt x="16" y="57"/>
                    <a:pt x="22" y="57"/>
                  </a:cubicBezTo>
                  <a:cubicBezTo>
                    <a:pt x="21" y="58"/>
                    <a:pt x="18" y="54"/>
                    <a:pt x="17" y="53"/>
                  </a:cubicBezTo>
                  <a:cubicBezTo>
                    <a:pt x="14" y="51"/>
                    <a:pt x="11" y="48"/>
                    <a:pt x="9" y="45"/>
                  </a:cubicBezTo>
                  <a:cubicBezTo>
                    <a:pt x="6" y="39"/>
                    <a:pt x="5" y="32"/>
                    <a:pt x="5" y="25"/>
                  </a:cubicBezTo>
                  <a:cubicBezTo>
                    <a:pt x="5" y="20"/>
                    <a:pt x="8" y="14"/>
                    <a:pt x="8" y="9"/>
                  </a:cubicBezTo>
                  <a:cubicBezTo>
                    <a:pt x="8" y="7"/>
                    <a:pt x="7" y="3"/>
                    <a:pt x="6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4374" name="Freeform 742">
              <a:extLst>
                <a:ext uri="{FF2B5EF4-FFF2-40B4-BE49-F238E27FC236}">
                  <a16:creationId xmlns:a16="http://schemas.microsoft.com/office/drawing/2014/main" id="{F000C98C-8EBE-4113-A89B-0C86940B51CF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2" y="2469"/>
              <a:ext cx="10" cy="58"/>
            </a:xfrm>
            <a:custGeom>
              <a:avLst/>
              <a:gdLst>
                <a:gd name="T0" fmla="*/ 13 w 6"/>
                <a:gd name="T1" fmla="*/ 0 h 35"/>
                <a:gd name="T2" fmla="*/ 13 w 6"/>
                <a:gd name="T3" fmla="*/ 41 h 35"/>
                <a:gd name="T4" fmla="*/ 13 w 6"/>
                <a:gd name="T5" fmla="*/ 83 h 35"/>
                <a:gd name="T6" fmla="*/ 22 w 6"/>
                <a:gd name="T7" fmla="*/ 118 h 35"/>
                <a:gd name="T8" fmla="*/ 28 w 6"/>
                <a:gd name="T9" fmla="*/ 159 h 35"/>
                <a:gd name="T10" fmla="*/ 5 w 6"/>
                <a:gd name="T11" fmla="*/ 75 h 35"/>
                <a:gd name="T12" fmla="*/ 13 w 6"/>
                <a:gd name="T13" fmla="*/ 0 h 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" h="35">
                  <a:moveTo>
                    <a:pt x="3" y="0"/>
                  </a:moveTo>
                  <a:cubicBezTo>
                    <a:pt x="2" y="3"/>
                    <a:pt x="3" y="6"/>
                    <a:pt x="3" y="9"/>
                  </a:cubicBezTo>
                  <a:cubicBezTo>
                    <a:pt x="3" y="12"/>
                    <a:pt x="3" y="15"/>
                    <a:pt x="3" y="18"/>
                  </a:cubicBezTo>
                  <a:cubicBezTo>
                    <a:pt x="4" y="21"/>
                    <a:pt x="4" y="23"/>
                    <a:pt x="5" y="26"/>
                  </a:cubicBezTo>
                  <a:cubicBezTo>
                    <a:pt x="6" y="29"/>
                    <a:pt x="6" y="32"/>
                    <a:pt x="6" y="35"/>
                  </a:cubicBezTo>
                  <a:cubicBezTo>
                    <a:pt x="4" y="28"/>
                    <a:pt x="2" y="22"/>
                    <a:pt x="1" y="16"/>
                  </a:cubicBezTo>
                  <a:cubicBezTo>
                    <a:pt x="0" y="10"/>
                    <a:pt x="1" y="6"/>
                    <a:pt x="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</p:grpSp>
      <p:grpSp>
        <p:nvGrpSpPr>
          <p:cNvPr id="33796" name="Full-body-female-teenager-illustration">
            <a:extLst>
              <a:ext uri="{FF2B5EF4-FFF2-40B4-BE49-F238E27FC236}">
                <a16:creationId xmlns:a16="http://schemas.microsoft.com/office/drawing/2014/main" id="{700D82BA-13B5-48C5-978A-EF078F86695A}"/>
              </a:ext>
            </a:extLst>
          </p:cNvPr>
          <p:cNvGrpSpPr>
            <a:grpSpLocks/>
          </p:cNvGrpSpPr>
          <p:nvPr/>
        </p:nvGrpSpPr>
        <p:grpSpPr bwMode="auto">
          <a:xfrm>
            <a:off x="3959225" y="1196975"/>
            <a:ext cx="1427163" cy="5327650"/>
            <a:chOff x="1534" y="718"/>
            <a:chExt cx="899" cy="3356"/>
          </a:xfrm>
        </p:grpSpPr>
        <p:grpSp>
          <p:nvGrpSpPr>
            <p:cNvPr id="34019" name="Group 744">
              <a:extLst>
                <a:ext uri="{FF2B5EF4-FFF2-40B4-BE49-F238E27FC236}">
                  <a16:creationId xmlns:a16="http://schemas.microsoft.com/office/drawing/2014/main" id="{60460880-9436-4B88-9B78-C7194D510AF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534" y="718"/>
              <a:ext cx="899" cy="3341"/>
              <a:chOff x="1534" y="718"/>
              <a:chExt cx="899" cy="3341"/>
            </a:xfrm>
          </p:grpSpPr>
          <p:sp>
            <p:nvSpPr>
              <p:cNvPr id="34122" name="Freeform 745">
                <a:extLst>
                  <a:ext uri="{FF2B5EF4-FFF2-40B4-BE49-F238E27FC236}">
                    <a16:creationId xmlns:a16="http://schemas.microsoft.com/office/drawing/2014/main" id="{A5B28B1A-88F4-46B9-8D9A-50AA4AF360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3" y="919"/>
                <a:ext cx="51" cy="129"/>
              </a:xfrm>
              <a:custGeom>
                <a:avLst/>
                <a:gdLst>
                  <a:gd name="T0" fmla="*/ 144 w 27"/>
                  <a:gd name="T1" fmla="*/ 76 h 68"/>
                  <a:gd name="T2" fmla="*/ 32 w 27"/>
                  <a:gd name="T3" fmla="*/ 40 h 68"/>
                  <a:gd name="T4" fmla="*/ 53 w 27"/>
                  <a:gd name="T5" fmla="*/ 176 h 68"/>
                  <a:gd name="T6" fmla="*/ 60 w 27"/>
                  <a:gd name="T7" fmla="*/ 228 h 68"/>
                  <a:gd name="T8" fmla="*/ 68 w 27"/>
                  <a:gd name="T9" fmla="*/ 313 h 68"/>
                  <a:gd name="T10" fmla="*/ 181 w 27"/>
                  <a:gd name="T11" fmla="*/ 396 h 6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7" h="68">
                    <a:moveTo>
                      <a:pt x="21" y="11"/>
                    </a:moveTo>
                    <a:cubicBezTo>
                      <a:pt x="18" y="7"/>
                      <a:pt x="9" y="0"/>
                      <a:pt x="5" y="6"/>
                    </a:cubicBezTo>
                    <a:cubicBezTo>
                      <a:pt x="0" y="13"/>
                      <a:pt x="6" y="20"/>
                      <a:pt x="8" y="26"/>
                    </a:cubicBezTo>
                    <a:cubicBezTo>
                      <a:pt x="9" y="28"/>
                      <a:pt x="9" y="31"/>
                      <a:pt x="9" y="33"/>
                    </a:cubicBezTo>
                    <a:cubicBezTo>
                      <a:pt x="8" y="37"/>
                      <a:pt x="8" y="41"/>
                      <a:pt x="10" y="46"/>
                    </a:cubicBezTo>
                    <a:cubicBezTo>
                      <a:pt x="12" y="50"/>
                      <a:pt x="21" y="68"/>
                      <a:pt x="27" y="58"/>
                    </a:cubicBezTo>
                  </a:path>
                </a:pathLst>
              </a:custGeom>
              <a:solidFill>
                <a:srgbClr val="FEF3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123" name="Freeform 746">
                <a:extLst>
                  <a:ext uri="{FF2B5EF4-FFF2-40B4-BE49-F238E27FC236}">
                    <a16:creationId xmlns:a16="http://schemas.microsoft.com/office/drawing/2014/main" id="{945BB5A3-C93B-4605-9334-3B0971C205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3" y="919"/>
                <a:ext cx="51" cy="129"/>
              </a:xfrm>
              <a:custGeom>
                <a:avLst/>
                <a:gdLst>
                  <a:gd name="T0" fmla="*/ 144 w 27"/>
                  <a:gd name="T1" fmla="*/ 76 h 68"/>
                  <a:gd name="T2" fmla="*/ 32 w 27"/>
                  <a:gd name="T3" fmla="*/ 40 h 68"/>
                  <a:gd name="T4" fmla="*/ 53 w 27"/>
                  <a:gd name="T5" fmla="*/ 176 h 68"/>
                  <a:gd name="T6" fmla="*/ 60 w 27"/>
                  <a:gd name="T7" fmla="*/ 228 h 68"/>
                  <a:gd name="T8" fmla="*/ 68 w 27"/>
                  <a:gd name="T9" fmla="*/ 313 h 68"/>
                  <a:gd name="T10" fmla="*/ 181 w 27"/>
                  <a:gd name="T11" fmla="*/ 396 h 6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7" h="68">
                    <a:moveTo>
                      <a:pt x="21" y="11"/>
                    </a:moveTo>
                    <a:cubicBezTo>
                      <a:pt x="18" y="7"/>
                      <a:pt x="9" y="0"/>
                      <a:pt x="5" y="6"/>
                    </a:cubicBezTo>
                    <a:cubicBezTo>
                      <a:pt x="0" y="13"/>
                      <a:pt x="6" y="20"/>
                      <a:pt x="8" y="26"/>
                    </a:cubicBezTo>
                    <a:cubicBezTo>
                      <a:pt x="9" y="28"/>
                      <a:pt x="9" y="31"/>
                      <a:pt x="9" y="33"/>
                    </a:cubicBezTo>
                    <a:cubicBezTo>
                      <a:pt x="8" y="37"/>
                      <a:pt x="8" y="41"/>
                      <a:pt x="10" y="46"/>
                    </a:cubicBezTo>
                    <a:cubicBezTo>
                      <a:pt x="12" y="50"/>
                      <a:pt x="21" y="68"/>
                      <a:pt x="27" y="58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124" name="Freeform 747">
                <a:extLst>
                  <a:ext uri="{FF2B5EF4-FFF2-40B4-BE49-F238E27FC236}">
                    <a16:creationId xmlns:a16="http://schemas.microsoft.com/office/drawing/2014/main" id="{87B83445-FAC0-412E-9AAB-21AD148B74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8" y="938"/>
                <a:ext cx="29" cy="76"/>
              </a:xfrm>
              <a:custGeom>
                <a:avLst/>
                <a:gdLst>
                  <a:gd name="T0" fmla="*/ 85 w 15"/>
                  <a:gd name="T1" fmla="*/ 55 h 40"/>
                  <a:gd name="T2" fmla="*/ 64 w 15"/>
                  <a:gd name="T3" fmla="*/ 36 h 40"/>
                  <a:gd name="T4" fmla="*/ 29 w 15"/>
                  <a:gd name="T5" fmla="*/ 8 h 40"/>
                  <a:gd name="T6" fmla="*/ 8 w 15"/>
                  <a:gd name="T7" fmla="*/ 8 h 40"/>
                  <a:gd name="T8" fmla="*/ 8 w 15"/>
                  <a:gd name="T9" fmla="*/ 40 h 40"/>
                  <a:gd name="T10" fmla="*/ 44 w 15"/>
                  <a:gd name="T11" fmla="*/ 97 h 40"/>
                  <a:gd name="T12" fmla="*/ 52 w 15"/>
                  <a:gd name="T13" fmla="*/ 173 h 40"/>
                  <a:gd name="T14" fmla="*/ 79 w 15"/>
                  <a:gd name="T15" fmla="*/ 260 h 40"/>
                  <a:gd name="T16" fmla="*/ 101 w 15"/>
                  <a:gd name="T17" fmla="*/ 268 h 40"/>
                  <a:gd name="T18" fmla="*/ 108 w 15"/>
                  <a:gd name="T19" fmla="*/ 220 h 40"/>
                  <a:gd name="T20" fmla="*/ 108 w 15"/>
                  <a:gd name="T21" fmla="*/ 177 h 40"/>
                  <a:gd name="T22" fmla="*/ 93 w 15"/>
                  <a:gd name="T23" fmla="*/ 165 h 40"/>
                  <a:gd name="T24" fmla="*/ 93 w 15"/>
                  <a:gd name="T25" fmla="*/ 108 h 4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5" h="40">
                    <a:moveTo>
                      <a:pt x="12" y="8"/>
                    </a:moveTo>
                    <a:cubicBezTo>
                      <a:pt x="11" y="7"/>
                      <a:pt x="10" y="6"/>
                      <a:pt x="9" y="5"/>
                    </a:cubicBezTo>
                    <a:cubicBezTo>
                      <a:pt x="7" y="3"/>
                      <a:pt x="6" y="2"/>
                      <a:pt x="4" y="1"/>
                    </a:cubicBezTo>
                    <a:cubicBezTo>
                      <a:pt x="3" y="1"/>
                      <a:pt x="1" y="0"/>
                      <a:pt x="1" y="1"/>
                    </a:cubicBezTo>
                    <a:cubicBezTo>
                      <a:pt x="0" y="2"/>
                      <a:pt x="1" y="5"/>
                      <a:pt x="1" y="6"/>
                    </a:cubicBezTo>
                    <a:cubicBezTo>
                      <a:pt x="3" y="9"/>
                      <a:pt x="5" y="11"/>
                      <a:pt x="6" y="14"/>
                    </a:cubicBezTo>
                    <a:cubicBezTo>
                      <a:pt x="7" y="18"/>
                      <a:pt x="7" y="21"/>
                      <a:pt x="7" y="25"/>
                    </a:cubicBezTo>
                    <a:cubicBezTo>
                      <a:pt x="7" y="29"/>
                      <a:pt x="8" y="34"/>
                      <a:pt x="11" y="38"/>
                    </a:cubicBezTo>
                    <a:cubicBezTo>
                      <a:pt x="12" y="39"/>
                      <a:pt x="13" y="40"/>
                      <a:pt x="14" y="39"/>
                    </a:cubicBezTo>
                    <a:cubicBezTo>
                      <a:pt x="15" y="38"/>
                      <a:pt x="15" y="34"/>
                      <a:pt x="15" y="32"/>
                    </a:cubicBezTo>
                    <a:cubicBezTo>
                      <a:pt x="15" y="30"/>
                      <a:pt x="15" y="28"/>
                      <a:pt x="15" y="26"/>
                    </a:cubicBezTo>
                    <a:cubicBezTo>
                      <a:pt x="15" y="25"/>
                      <a:pt x="15" y="25"/>
                      <a:pt x="13" y="24"/>
                    </a:cubicBezTo>
                    <a:cubicBezTo>
                      <a:pt x="11" y="22"/>
                      <a:pt x="12" y="19"/>
                      <a:pt x="13" y="16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125" name="Freeform 748">
                <a:extLst>
                  <a:ext uri="{FF2B5EF4-FFF2-40B4-BE49-F238E27FC236}">
                    <a16:creationId xmlns:a16="http://schemas.microsoft.com/office/drawing/2014/main" id="{665BAE3C-9DD3-4E0A-A889-D2AC032D8F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7" y="980"/>
                <a:ext cx="8" cy="20"/>
              </a:xfrm>
              <a:custGeom>
                <a:avLst/>
                <a:gdLst>
                  <a:gd name="T0" fmla="*/ 16 w 4"/>
                  <a:gd name="T1" fmla="*/ 0 h 11"/>
                  <a:gd name="T2" fmla="*/ 32 w 4"/>
                  <a:gd name="T3" fmla="*/ 65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1">
                    <a:moveTo>
                      <a:pt x="2" y="0"/>
                    </a:moveTo>
                    <a:cubicBezTo>
                      <a:pt x="0" y="3"/>
                      <a:pt x="0" y="9"/>
                      <a:pt x="4" y="11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126" name="Freeform 749">
                <a:extLst>
                  <a:ext uri="{FF2B5EF4-FFF2-40B4-BE49-F238E27FC236}">
                    <a16:creationId xmlns:a16="http://schemas.microsoft.com/office/drawing/2014/main" id="{FA2F4C44-8E27-435C-8107-7C9A5A1E55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4" y="942"/>
                <a:ext cx="19" cy="49"/>
              </a:xfrm>
              <a:custGeom>
                <a:avLst/>
                <a:gdLst>
                  <a:gd name="T0" fmla="*/ 61 w 10"/>
                  <a:gd name="T1" fmla="*/ 47 h 26"/>
                  <a:gd name="T2" fmla="*/ 21 w 10"/>
                  <a:gd name="T3" fmla="*/ 15 h 26"/>
                  <a:gd name="T4" fmla="*/ 29 w 10"/>
                  <a:gd name="T5" fmla="*/ 60 h 26"/>
                  <a:gd name="T6" fmla="*/ 40 w 10"/>
                  <a:gd name="T7" fmla="*/ 107 h 26"/>
                  <a:gd name="T8" fmla="*/ 36 w 10"/>
                  <a:gd name="T9" fmla="*/ 136 h 26"/>
                  <a:gd name="T10" fmla="*/ 40 w 10"/>
                  <a:gd name="T11" fmla="*/ 173 h 26"/>
                  <a:gd name="T12" fmla="*/ 48 w 10"/>
                  <a:gd name="T13" fmla="*/ 128 h 26"/>
                  <a:gd name="T14" fmla="*/ 61 w 10"/>
                  <a:gd name="T15" fmla="*/ 100 h 26"/>
                  <a:gd name="T16" fmla="*/ 55 w 10"/>
                  <a:gd name="T17" fmla="*/ 40 h 2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" h="26">
                    <a:moveTo>
                      <a:pt x="9" y="7"/>
                    </a:moveTo>
                    <a:cubicBezTo>
                      <a:pt x="7" y="6"/>
                      <a:pt x="5" y="3"/>
                      <a:pt x="3" y="2"/>
                    </a:cubicBezTo>
                    <a:cubicBezTo>
                      <a:pt x="0" y="0"/>
                      <a:pt x="4" y="8"/>
                      <a:pt x="4" y="9"/>
                    </a:cubicBezTo>
                    <a:cubicBezTo>
                      <a:pt x="5" y="11"/>
                      <a:pt x="6" y="14"/>
                      <a:pt x="6" y="16"/>
                    </a:cubicBezTo>
                    <a:cubicBezTo>
                      <a:pt x="6" y="18"/>
                      <a:pt x="5" y="19"/>
                      <a:pt x="5" y="20"/>
                    </a:cubicBezTo>
                    <a:cubicBezTo>
                      <a:pt x="5" y="22"/>
                      <a:pt x="5" y="24"/>
                      <a:pt x="6" y="26"/>
                    </a:cubicBezTo>
                    <a:cubicBezTo>
                      <a:pt x="6" y="24"/>
                      <a:pt x="6" y="21"/>
                      <a:pt x="7" y="19"/>
                    </a:cubicBezTo>
                    <a:cubicBezTo>
                      <a:pt x="8" y="18"/>
                      <a:pt x="8" y="17"/>
                      <a:pt x="9" y="15"/>
                    </a:cubicBezTo>
                    <a:cubicBezTo>
                      <a:pt x="10" y="13"/>
                      <a:pt x="10" y="9"/>
                      <a:pt x="8" y="6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127" name="Freeform 750">
                <a:extLst>
                  <a:ext uri="{FF2B5EF4-FFF2-40B4-BE49-F238E27FC236}">
                    <a16:creationId xmlns:a16="http://schemas.microsoft.com/office/drawing/2014/main" id="{00611C72-A032-43DE-BEA1-EAC361C581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1" y="1014"/>
                <a:ext cx="21" cy="17"/>
              </a:xfrm>
              <a:custGeom>
                <a:avLst/>
                <a:gdLst>
                  <a:gd name="T0" fmla="*/ 0 w 11"/>
                  <a:gd name="T1" fmla="*/ 0 h 9"/>
                  <a:gd name="T2" fmla="*/ 48 w 11"/>
                  <a:gd name="T3" fmla="*/ 53 h 9"/>
                  <a:gd name="T4" fmla="*/ 76 w 11"/>
                  <a:gd name="T5" fmla="*/ 21 h 9"/>
                  <a:gd name="T6" fmla="*/ 48 w 11"/>
                  <a:gd name="T7" fmla="*/ 32 h 9"/>
                  <a:gd name="T8" fmla="*/ 15 w 11"/>
                  <a:gd name="T9" fmla="*/ 15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9">
                    <a:moveTo>
                      <a:pt x="0" y="0"/>
                    </a:moveTo>
                    <a:cubicBezTo>
                      <a:pt x="3" y="3"/>
                      <a:pt x="4" y="7"/>
                      <a:pt x="7" y="8"/>
                    </a:cubicBezTo>
                    <a:cubicBezTo>
                      <a:pt x="10" y="9"/>
                      <a:pt x="11" y="5"/>
                      <a:pt x="11" y="3"/>
                    </a:cubicBezTo>
                    <a:cubicBezTo>
                      <a:pt x="10" y="5"/>
                      <a:pt x="8" y="6"/>
                      <a:pt x="7" y="5"/>
                    </a:cubicBezTo>
                    <a:cubicBezTo>
                      <a:pt x="5" y="5"/>
                      <a:pt x="3" y="2"/>
                      <a:pt x="2" y="2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128" name="Freeform 751">
                <a:extLst>
                  <a:ext uri="{FF2B5EF4-FFF2-40B4-BE49-F238E27FC236}">
                    <a16:creationId xmlns:a16="http://schemas.microsoft.com/office/drawing/2014/main" id="{B5C65F9D-79AC-4B13-9452-288A46E502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7" y="921"/>
                <a:ext cx="52" cy="127"/>
              </a:xfrm>
              <a:custGeom>
                <a:avLst/>
                <a:gdLst>
                  <a:gd name="T0" fmla="*/ 44 w 27"/>
                  <a:gd name="T1" fmla="*/ 76 h 67"/>
                  <a:gd name="T2" fmla="*/ 156 w 27"/>
                  <a:gd name="T3" fmla="*/ 32 h 67"/>
                  <a:gd name="T4" fmla="*/ 137 w 27"/>
                  <a:gd name="T5" fmla="*/ 169 h 67"/>
                  <a:gd name="T6" fmla="*/ 129 w 27"/>
                  <a:gd name="T7" fmla="*/ 220 h 67"/>
                  <a:gd name="T8" fmla="*/ 123 w 27"/>
                  <a:gd name="T9" fmla="*/ 305 h 67"/>
                  <a:gd name="T10" fmla="*/ 0 w 27"/>
                  <a:gd name="T11" fmla="*/ 389 h 6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7" h="67">
                    <a:moveTo>
                      <a:pt x="6" y="11"/>
                    </a:moveTo>
                    <a:cubicBezTo>
                      <a:pt x="8" y="6"/>
                      <a:pt x="18" y="0"/>
                      <a:pt x="22" y="5"/>
                    </a:cubicBezTo>
                    <a:cubicBezTo>
                      <a:pt x="27" y="12"/>
                      <a:pt x="21" y="19"/>
                      <a:pt x="19" y="25"/>
                    </a:cubicBezTo>
                    <a:cubicBezTo>
                      <a:pt x="18" y="28"/>
                      <a:pt x="18" y="30"/>
                      <a:pt x="18" y="32"/>
                    </a:cubicBezTo>
                    <a:cubicBezTo>
                      <a:pt x="19" y="37"/>
                      <a:pt x="18" y="41"/>
                      <a:pt x="17" y="45"/>
                    </a:cubicBezTo>
                    <a:cubicBezTo>
                      <a:pt x="15" y="49"/>
                      <a:pt x="6" y="67"/>
                      <a:pt x="0" y="57"/>
                    </a:cubicBezTo>
                  </a:path>
                </a:pathLst>
              </a:custGeom>
              <a:solidFill>
                <a:srgbClr val="FEF3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129" name="Freeform 752">
                <a:extLst>
                  <a:ext uri="{FF2B5EF4-FFF2-40B4-BE49-F238E27FC236}">
                    <a16:creationId xmlns:a16="http://schemas.microsoft.com/office/drawing/2014/main" id="{77517EC3-0640-4C7A-96DC-0421692DE8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7" y="921"/>
                <a:ext cx="52" cy="127"/>
              </a:xfrm>
              <a:custGeom>
                <a:avLst/>
                <a:gdLst>
                  <a:gd name="T0" fmla="*/ 44 w 27"/>
                  <a:gd name="T1" fmla="*/ 76 h 67"/>
                  <a:gd name="T2" fmla="*/ 156 w 27"/>
                  <a:gd name="T3" fmla="*/ 32 h 67"/>
                  <a:gd name="T4" fmla="*/ 137 w 27"/>
                  <a:gd name="T5" fmla="*/ 169 h 67"/>
                  <a:gd name="T6" fmla="*/ 129 w 27"/>
                  <a:gd name="T7" fmla="*/ 220 h 67"/>
                  <a:gd name="T8" fmla="*/ 123 w 27"/>
                  <a:gd name="T9" fmla="*/ 305 h 67"/>
                  <a:gd name="T10" fmla="*/ 0 w 27"/>
                  <a:gd name="T11" fmla="*/ 389 h 6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7" h="67">
                    <a:moveTo>
                      <a:pt x="6" y="11"/>
                    </a:moveTo>
                    <a:cubicBezTo>
                      <a:pt x="8" y="6"/>
                      <a:pt x="18" y="0"/>
                      <a:pt x="22" y="5"/>
                    </a:cubicBezTo>
                    <a:cubicBezTo>
                      <a:pt x="27" y="12"/>
                      <a:pt x="21" y="19"/>
                      <a:pt x="19" y="25"/>
                    </a:cubicBezTo>
                    <a:cubicBezTo>
                      <a:pt x="18" y="28"/>
                      <a:pt x="18" y="30"/>
                      <a:pt x="18" y="32"/>
                    </a:cubicBezTo>
                    <a:cubicBezTo>
                      <a:pt x="19" y="37"/>
                      <a:pt x="18" y="41"/>
                      <a:pt x="17" y="45"/>
                    </a:cubicBezTo>
                    <a:cubicBezTo>
                      <a:pt x="15" y="49"/>
                      <a:pt x="6" y="67"/>
                      <a:pt x="0" y="57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130" name="Freeform 753">
                <a:extLst>
                  <a:ext uri="{FF2B5EF4-FFF2-40B4-BE49-F238E27FC236}">
                    <a16:creationId xmlns:a16="http://schemas.microsoft.com/office/drawing/2014/main" id="{BA763E24-3087-4843-8356-2760AD4FAF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5" y="938"/>
                <a:ext cx="28" cy="76"/>
              </a:xfrm>
              <a:custGeom>
                <a:avLst/>
                <a:gdLst>
                  <a:gd name="T0" fmla="*/ 21 w 15"/>
                  <a:gd name="T1" fmla="*/ 55 h 40"/>
                  <a:gd name="T2" fmla="*/ 39 w 15"/>
                  <a:gd name="T3" fmla="*/ 36 h 40"/>
                  <a:gd name="T4" fmla="*/ 73 w 15"/>
                  <a:gd name="T5" fmla="*/ 8 h 40"/>
                  <a:gd name="T6" fmla="*/ 91 w 15"/>
                  <a:gd name="T7" fmla="*/ 15 h 40"/>
                  <a:gd name="T8" fmla="*/ 91 w 15"/>
                  <a:gd name="T9" fmla="*/ 40 h 40"/>
                  <a:gd name="T10" fmla="*/ 60 w 15"/>
                  <a:gd name="T11" fmla="*/ 97 h 40"/>
                  <a:gd name="T12" fmla="*/ 52 w 15"/>
                  <a:gd name="T13" fmla="*/ 173 h 40"/>
                  <a:gd name="T14" fmla="*/ 24 w 15"/>
                  <a:gd name="T15" fmla="*/ 260 h 40"/>
                  <a:gd name="T16" fmla="*/ 0 w 15"/>
                  <a:gd name="T17" fmla="*/ 268 h 40"/>
                  <a:gd name="T18" fmla="*/ 0 w 15"/>
                  <a:gd name="T19" fmla="*/ 228 h 40"/>
                  <a:gd name="T20" fmla="*/ 0 w 15"/>
                  <a:gd name="T21" fmla="*/ 184 h 40"/>
                  <a:gd name="T22" fmla="*/ 7 w 15"/>
                  <a:gd name="T23" fmla="*/ 165 h 40"/>
                  <a:gd name="T24" fmla="*/ 7 w 15"/>
                  <a:gd name="T25" fmla="*/ 116 h 4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5" h="40">
                    <a:moveTo>
                      <a:pt x="3" y="8"/>
                    </a:moveTo>
                    <a:cubicBezTo>
                      <a:pt x="4" y="7"/>
                      <a:pt x="5" y="6"/>
                      <a:pt x="6" y="5"/>
                    </a:cubicBezTo>
                    <a:cubicBezTo>
                      <a:pt x="7" y="4"/>
                      <a:pt x="9" y="2"/>
                      <a:pt x="11" y="1"/>
                    </a:cubicBezTo>
                    <a:cubicBezTo>
                      <a:pt x="12" y="1"/>
                      <a:pt x="13" y="0"/>
                      <a:pt x="14" y="2"/>
                    </a:cubicBezTo>
                    <a:cubicBezTo>
                      <a:pt x="15" y="3"/>
                      <a:pt x="14" y="5"/>
                      <a:pt x="14" y="6"/>
                    </a:cubicBezTo>
                    <a:cubicBezTo>
                      <a:pt x="12" y="9"/>
                      <a:pt x="10" y="11"/>
                      <a:pt x="9" y="14"/>
                    </a:cubicBezTo>
                    <a:cubicBezTo>
                      <a:pt x="7" y="18"/>
                      <a:pt x="8" y="22"/>
                      <a:pt x="8" y="25"/>
                    </a:cubicBezTo>
                    <a:cubicBezTo>
                      <a:pt x="8" y="29"/>
                      <a:pt x="6" y="35"/>
                      <a:pt x="4" y="38"/>
                    </a:cubicBezTo>
                    <a:cubicBezTo>
                      <a:pt x="3" y="39"/>
                      <a:pt x="1" y="40"/>
                      <a:pt x="0" y="39"/>
                    </a:cubicBezTo>
                    <a:cubicBezTo>
                      <a:pt x="0" y="38"/>
                      <a:pt x="0" y="34"/>
                      <a:pt x="0" y="33"/>
                    </a:cubicBezTo>
                    <a:cubicBezTo>
                      <a:pt x="0" y="31"/>
                      <a:pt x="0" y="29"/>
                      <a:pt x="0" y="27"/>
                    </a:cubicBezTo>
                    <a:cubicBezTo>
                      <a:pt x="0" y="25"/>
                      <a:pt x="0" y="25"/>
                      <a:pt x="1" y="24"/>
                    </a:cubicBezTo>
                    <a:cubicBezTo>
                      <a:pt x="3" y="22"/>
                      <a:pt x="3" y="19"/>
                      <a:pt x="1" y="17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131" name="Freeform 754">
                <a:extLst>
                  <a:ext uri="{FF2B5EF4-FFF2-40B4-BE49-F238E27FC236}">
                    <a16:creationId xmlns:a16="http://schemas.microsoft.com/office/drawing/2014/main" id="{F4190E93-B089-43B6-924B-98FD7A41B1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6" y="980"/>
                <a:ext cx="8" cy="22"/>
              </a:xfrm>
              <a:custGeom>
                <a:avLst/>
                <a:gdLst>
                  <a:gd name="T0" fmla="*/ 16 w 4"/>
                  <a:gd name="T1" fmla="*/ 0 h 12"/>
                  <a:gd name="T2" fmla="*/ 0 w 4"/>
                  <a:gd name="T3" fmla="*/ 73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2">
                    <a:moveTo>
                      <a:pt x="2" y="0"/>
                    </a:moveTo>
                    <a:cubicBezTo>
                      <a:pt x="4" y="3"/>
                      <a:pt x="4" y="10"/>
                      <a:pt x="0" y="12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132" name="Freeform 755">
                <a:extLst>
                  <a:ext uri="{FF2B5EF4-FFF2-40B4-BE49-F238E27FC236}">
                    <a16:creationId xmlns:a16="http://schemas.microsoft.com/office/drawing/2014/main" id="{A5E6D80A-F74E-4CCD-826B-30551BA958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8" y="942"/>
                <a:ext cx="20" cy="49"/>
              </a:xfrm>
              <a:custGeom>
                <a:avLst/>
                <a:gdLst>
                  <a:gd name="T0" fmla="*/ 8 w 10"/>
                  <a:gd name="T1" fmla="*/ 47 h 26"/>
                  <a:gd name="T2" fmla="*/ 48 w 10"/>
                  <a:gd name="T3" fmla="*/ 15 h 26"/>
                  <a:gd name="T4" fmla="*/ 40 w 10"/>
                  <a:gd name="T5" fmla="*/ 60 h 26"/>
                  <a:gd name="T6" fmla="*/ 32 w 10"/>
                  <a:gd name="T7" fmla="*/ 113 h 26"/>
                  <a:gd name="T8" fmla="*/ 40 w 10"/>
                  <a:gd name="T9" fmla="*/ 136 h 26"/>
                  <a:gd name="T10" fmla="*/ 32 w 10"/>
                  <a:gd name="T11" fmla="*/ 173 h 26"/>
                  <a:gd name="T12" fmla="*/ 24 w 10"/>
                  <a:gd name="T13" fmla="*/ 136 h 26"/>
                  <a:gd name="T14" fmla="*/ 8 w 10"/>
                  <a:gd name="T15" fmla="*/ 100 h 26"/>
                  <a:gd name="T16" fmla="*/ 8 w 10"/>
                  <a:gd name="T17" fmla="*/ 47 h 2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" h="26">
                    <a:moveTo>
                      <a:pt x="1" y="7"/>
                    </a:moveTo>
                    <a:cubicBezTo>
                      <a:pt x="3" y="6"/>
                      <a:pt x="4" y="3"/>
                      <a:pt x="6" y="2"/>
                    </a:cubicBezTo>
                    <a:cubicBezTo>
                      <a:pt x="10" y="0"/>
                      <a:pt x="6" y="8"/>
                      <a:pt x="5" y="9"/>
                    </a:cubicBezTo>
                    <a:cubicBezTo>
                      <a:pt x="4" y="12"/>
                      <a:pt x="3" y="14"/>
                      <a:pt x="4" y="17"/>
                    </a:cubicBezTo>
                    <a:cubicBezTo>
                      <a:pt x="4" y="18"/>
                      <a:pt x="4" y="19"/>
                      <a:pt x="5" y="20"/>
                    </a:cubicBezTo>
                    <a:cubicBezTo>
                      <a:pt x="5" y="22"/>
                      <a:pt x="5" y="24"/>
                      <a:pt x="4" y="26"/>
                    </a:cubicBezTo>
                    <a:cubicBezTo>
                      <a:pt x="4" y="24"/>
                      <a:pt x="3" y="22"/>
                      <a:pt x="3" y="20"/>
                    </a:cubicBezTo>
                    <a:cubicBezTo>
                      <a:pt x="2" y="18"/>
                      <a:pt x="2" y="17"/>
                      <a:pt x="1" y="15"/>
                    </a:cubicBezTo>
                    <a:cubicBezTo>
                      <a:pt x="0" y="13"/>
                      <a:pt x="0" y="9"/>
                      <a:pt x="1" y="7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133" name="Freeform 756">
                <a:extLst>
                  <a:ext uri="{FF2B5EF4-FFF2-40B4-BE49-F238E27FC236}">
                    <a16:creationId xmlns:a16="http://schemas.microsoft.com/office/drawing/2014/main" id="{8C6A1F97-1D75-40CF-95EA-837B6C31C5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9" y="1016"/>
                <a:ext cx="21" cy="17"/>
              </a:xfrm>
              <a:custGeom>
                <a:avLst/>
                <a:gdLst>
                  <a:gd name="T0" fmla="*/ 76 w 11"/>
                  <a:gd name="T1" fmla="*/ 0 h 9"/>
                  <a:gd name="T2" fmla="*/ 21 w 11"/>
                  <a:gd name="T3" fmla="*/ 47 h 9"/>
                  <a:gd name="T4" fmla="*/ 0 w 11"/>
                  <a:gd name="T5" fmla="*/ 21 h 9"/>
                  <a:gd name="T6" fmla="*/ 29 w 11"/>
                  <a:gd name="T7" fmla="*/ 28 h 9"/>
                  <a:gd name="T8" fmla="*/ 61 w 11"/>
                  <a:gd name="T9" fmla="*/ 8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9">
                    <a:moveTo>
                      <a:pt x="11" y="0"/>
                    </a:moveTo>
                    <a:cubicBezTo>
                      <a:pt x="8" y="2"/>
                      <a:pt x="6" y="6"/>
                      <a:pt x="3" y="7"/>
                    </a:cubicBezTo>
                    <a:cubicBezTo>
                      <a:pt x="1" y="9"/>
                      <a:pt x="0" y="4"/>
                      <a:pt x="0" y="3"/>
                    </a:cubicBezTo>
                    <a:cubicBezTo>
                      <a:pt x="1" y="4"/>
                      <a:pt x="2" y="5"/>
                      <a:pt x="4" y="4"/>
                    </a:cubicBezTo>
                    <a:cubicBezTo>
                      <a:pt x="6" y="4"/>
                      <a:pt x="7" y="2"/>
                      <a:pt x="9" y="1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134" name="Freeform 757">
                <a:extLst>
                  <a:ext uri="{FF2B5EF4-FFF2-40B4-BE49-F238E27FC236}">
                    <a16:creationId xmlns:a16="http://schemas.microsoft.com/office/drawing/2014/main" id="{BEB34C16-1C22-4296-8C2E-6CB214E030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4" y="1099"/>
                <a:ext cx="899" cy="2960"/>
              </a:xfrm>
              <a:custGeom>
                <a:avLst/>
                <a:gdLst>
                  <a:gd name="T0" fmla="*/ 3226 w 469"/>
                  <a:gd name="T1" fmla="*/ 4770 h 1562"/>
                  <a:gd name="T2" fmla="*/ 3174 w 469"/>
                  <a:gd name="T3" fmla="*/ 3680 h 1562"/>
                  <a:gd name="T4" fmla="*/ 3057 w 469"/>
                  <a:gd name="T5" fmla="*/ 2355 h 1562"/>
                  <a:gd name="T6" fmla="*/ 2413 w 469"/>
                  <a:gd name="T7" fmla="*/ 546 h 1562"/>
                  <a:gd name="T8" fmla="*/ 1972 w 469"/>
                  <a:gd name="T9" fmla="*/ 28 h 1562"/>
                  <a:gd name="T10" fmla="*/ 1727 w 469"/>
                  <a:gd name="T11" fmla="*/ 197 h 1562"/>
                  <a:gd name="T12" fmla="*/ 1654 w 469"/>
                  <a:gd name="T13" fmla="*/ 197 h 1562"/>
                  <a:gd name="T14" fmla="*/ 1351 w 469"/>
                  <a:gd name="T15" fmla="*/ 47 h 1562"/>
                  <a:gd name="T16" fmla="*/ 1062 w 469"/>
                  <a:gd name="T17" fmla="*/ 538 h 1562"/>
                  <a:gd name="T18" fmla="*/ 376 w 469"/>
                  <a:gd name="T19" fmla="*/ 1247 h 1562"/>
                  <a:gd name="T20" fmla="*/ 199 w 469"/>
                  <a:gd name="T21" fmla="*/ 2797 h 1562"/>
                  <a:gd name="T22" fmla="*/ 107 w 469"/>
                  <a:gd name="T23" fmla="*/ 4122 h 1562"/>
                  <a:gd name="T24" fmla="*/ 15 w 469"/>
                  <a:gd name="T25" fmla="*/ 5088 h 1562"/>
                  <a:gd name="T26" fmla="*/ 63 w 469"/>
                  <a:gd name="T27" fmla="*/ 5276 h 1562"/>
                  <a:gd name="T28" fmla="*/ 309 w 469"/>
                  <a:gd name="T29" fmla="*/ 5505 h 1562"/>
                  <a:gd name="T30" fmla="*/ 401 w 469"/>
                  <a:gd name="T31" fmla="*/ 5452 h 1562"/>
                  <a:gd name="T32" fmla="*/ 452 w 469"/>
                  <a:gd name="T33" fmla="*/ 5397 h 1562"/>
                  <a:gd name="T34" fmla="*/ 429 w 469"/>
                  <a:gd name="T35" fmla="*/ 5139 h 1562"/>
                  <a:gd name="T36" fmla="*/ 368 w 469"/>
                  <a:gd name="T37" fmla="*/ 4662 h 1562"/>
                  <a:gd name="T38" fmla="*/ 613 w 469"/>
                  <a:gd name="T39" fmla="*/ 2852 h 1562"/>
                  <a:gd name="T40" fmla="*/ 730 w 469"/>
                  <a:gd name="T41" fmla="*/ 2234 h 1562"/>
                  <a:gd name="T42" fmla="*/ 853 w 469"/>
                  <a:gd name="T43" fmla="*/ 3314 h 1562"/>
                  <a:gd name="T44" fmla="*/ 598 w 469"/>
                  <a:gd name="T45" fmla="*/ 4980 h 1562"/>
                  <a:gd name="T46" fmla="*/ 882 w 469"/>
                  <a:gd name="T47" fmla="*/ 6881 h 1562"/>
                  <a:gd name="T48" fmla="*/ 974 w 469"/>
                  <a:gd name="T49" fmla="*/ 8730 h 1562"/>
                  <a:gd name="T50" fmla="*/ 1183 w 469"/>
                  <a:gd name="T51" fmla="*/ 9907 h 1562"/>
                  <a:gd name="T52" fmla="*/ 978 w 469"/>
                  <a:gd name="T53" fmla="*/ 10385 h 1562"/>
                  <a:gd name="T54" fmla="*/ 1043 w 469"/>
                  <a:gd name="T55" fmla="*/ 10561 h 1562"/>
                  <a:gd name="T56" fmla="*/ 1330 w 469"/>
                  <a:gd name="T57" fmla="*/ 10584 h 1562"/>
                  <a:gd name="T58" fmla="*/ 1606 w 469"/>
                  <a:gd name="T59" fmla="*/ 10379 h 1562"/>
                  <a:gd name="T60" fmla="*/ 1627 w 469"/>
                  <a:gd name="T61" fmla="*/ 10023 h 1562"/>
                  <a:gd name="T62" fmla="*/ 1576 w 469"/>
                  <a:gd name="T63" fmla="*/ 9685 h 1562"/>
                  <a:gd name="T64" fmla="*/ 1591 w 469"/>
                  <a:gd name="T65" fmla="*/ 7711 h 1562"/>
                  <a:gd name="T66" fmla="*/ 1591 w 469"/>
                  <a:gd name="T67" fmla="*/ 6615 h 1562"/>
                  <a:gd name="T68" fmla="*/ 1591 w 469"/>
                  <a:gd name="T69" fmla="*/ 5016 h 1562"/>
                  <a:gd name="T70" fmla="*/ 1643 w 469"/>
                  <a:gd name="T71" fmla="*/ 5024 h 1562"/>
                  <a:gd name="T72" fmla="*/ 1719 w 469"/>
                  <a:gd name="T73" fmla="*/ 5010 h 1562"/>
                  <a:gd name="T74" fmla="*/ 1712 w 469"/>
                  <a:gd name="T75" fmla="*/ 5702 h 1562"/>
                  <a:gd name="T76" fmla="*/ 1727 w 469"/>
                  <a:gd name="T77" fmla="*/ 7171 h 1562"/>
                  <a:gd name="T78" fmla="*/ 1790 w 469"/>
                  <a:gd name="T79" fmla="*/ 9261 h 1562"/>
                  <a:gd name="T80" fmla="*/ 1704 w 469"/>
                  <a:gd name="T81" fmla="*/ 9886 h 1562"/>
                  <a:gd name="T82" fmla="*/ 1668 w 469"/>
                  <a:gd name="T83" fmla="*/ 10220 h 1562"/>
                  <a:gd name="T84" fmla="*/ 1752 w 469"/>
                  <a:gd name="T85" fmla="*/ 10568 h 1562"/>
                  <a:gd name="T86" fmla="*/ 2120 w 469"/>
                  <a:gd name="T87" fmla="*/ 10589 h 1562"/>
                  <a:gd name="T88" fmla="*/ 2319 w 469"/>
                  <a:gd name="T89" fmla="*/ 10479 h 1562"/>
                  <a:gd name="T90" fmla="*/ 2156 w 469"/>
                  <a:gd name="T91" fmla="*/ 10119 h 1562"/>
                  <a:gd name="T92" fmla="*/ 2143 w 469"/>
                  <a:gd name="T93" fmla="*/ 9534 h 1562"/>
                  <a:gd name="T94" fmla="*/ 2352 w 469"/>
                  <a:gd name="T95" fmla="*/ 7398 h 1562"/>
                  <a:gd name="T96" fmla="*/ 2613 w 469"/>
                  <a:gd name="T97" fmla="*/ 5893 h 1562"/>
                  <a:gd name="T98" fmla="*/ 2674 w 469"/>
                  <a:gd name="T99" fmla="*/ 4021 h 1562"/>
                  <a:gd name="T100" fmla="*/ 2488 w 469"/>
                  <a:gd name="T101" fmla="*/ 2844 h 1562"/>
                  <a:gd name="T102" fmla="*/ 2565 w 469"/>
                  <a:gd name="T103" fmla="*/ 2227 h 1562"/>
                  <a:gd name="T104" fmla="*/ 2825 w 469"/>
                  <a:gd name="T105" fmla="*/ 3680 h 1562"/>
                  <a:gd name="T106" fmla="*/ 2902 w 469"/>
                  <a:gd name="T107" fmla="*/ 4830 h 1562"/>
                  <a:gd name="T108" fmla="*/ 2866 w 469"/>
                  <a:gd name="T109" fmla="*/ 5348 h 1562"/>
                  <a:gd name="T110" fmla="*/ 2845 w 469"/>
                  <a:gd name="T111" fmla="*/ 5437 h 1562"/>
                  <a:gd name="T112" fmla="*/ 2850 w 469"/>
                  <a:gd name="T113" fmla="*/ 5545 h 1562"/>
                  <a:gd name="T114" fmla="*/ 3157 w 469"/>
                  <a:gd name="T115" fmla="*/ 5405 h 1562"/>
                  <a:gd name="T116" fmla="*/ 3259 w 469"/>
                  <a:gd name="T117" fmla="*/ 5179 h 1562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0" t="0" r="r" b="b"/>
                <a:pathLst>
                  <a:path w="469" h="1562">
                    <a:moveTo>
                      <a:pt x="467" y="748"/>
                    </a:moveTo>
                    <a:cubicBezTo>
                      <a:pt x="465" y="745"/>
                      <a:pt x="462" y="717"/>
                      <a:pt x="458" y="701"/>
                    </a:cubicBezTo>
                    <a:cubicBezTo>
                      <a:pt x="455" y="688"/>
                      <a:pt x="451" y="632"/>
                      <a:pt x="453" y="606"/>
                    </a:cubicBezTo>
                    <a:cubicBezTo>
                      <a:pt x="455" y="586"/>
                      <a:pt x="451" y="555"/>
                      <a:pt x="451" y="541"/>
                    </a:cubicBezTo>
                    <a:cubicBezTo>
                      <a:pt x="452" y="465"/>
                      <a:pt x="443" y="425"/>
                      <a:pt x="440" y="411"/>
                    </a:cubicBezTo>
                    <a:cubicBezTo>
                      <a:pt x="437" y="397"/>
                      <a:pt x="435" y="376"/>
                      <a:pt x="434" y="346"/>
                    </a:cubicBezTo>
                    <a:cubicBezTo>
                      <a:pt x="425" y="178"/>
                      <a:pt x="408" y="125"/>
                      <a:pt x="399" y="114"/>
                    </a:cubicBezTo>
                    <a:cubicBezTo>
                      <a:pt x="389" y="104"/>
                      <a:pt x="370" y="85"/>
                      <a:pt x="343" y="80"/>
                    </a:cubicBezTo>
                    <a:cubicBezTo>
                      <a:pt x="333" y="79"/>
                      <a:pt x="325" y="78"/>
                      <a:pt x="317" y="75"/>
                    </a:cubicBezTo>
                    <a:cubicBezTo>
                      <a:pt x="299" y="67"/>
                      <a:pt x="275" y="55"/>
                      <a:pt x="280" y="4"/>
                    </a:cubicBezTo>
                    <a:cubicBezTo>
                      <a:pt x="278" y="6"/>
                      <a:pt x="279" y="5"/>
                      <a:pt x="276" y="7"/>
                    </a:cubicBezTo>
                    <a:cubicBezTo>
                      <a:pt x="267" y="17"/>
                      <a:pt x="255" y="27"/>
                      <a:pt x="245" y="29"/>
                    </a:cubicBezTo>
                    <a:cubicBezTo>
                      <a:pt x="241" y="29"/>
                      <a:pt x="237" y="28"/>
                      <a:pt x="235" y="28"/>
                    </a:cubicBezTo>
                    <a:cubicBezTo>
                      <a:pt x="235" y="29"/>
                      <a:pt x="235" y="29"/>
                      <a:pt x="235" y="29"/>
                    </a:cubicBezTo>
                    <a:cubicBezTo>
                      <a:pt x="235" y="29"/>
                      <a:pt x="226" y="29"/>
                      <a:pt x="223" y="28"/>
                    </a:cubicBezTo>
                    <a:cubicBezTo>
                      <a:pt x="212" y="26"/>
                      <a:pt x="202" y="17"/>
                      <a:pt x="192" y="7"/>
                    </a:cubicBezTo>
                    <a:cubicBezTo>
                      <a:pt x="189" y="5"/>
                      <a:pt x="187" y="3"/>
                      <a:pt x="186" y="0"/>
                    </a:cubicBezTo>
                    <a:cubicBezTo>
                      <a:pt x="201" y="58"/>
                      <a:pt x="168" y="73"/>
                      <a:pt x="151" y="79"/>
                    </a:cubicBezTo>
                    <a:cubicBezTo>
                      <a:pt x="143" y="82"/>
                      <a:pt x="96" y="88"/>
                      <a:pt x="79" y="107"/>
                    </a:cubicBezTo>
                    <a:cubicBezTo>
                      <a:pt x="70" y="118"/>
                      <a:pt x="57" y="161"/>
                      <a:pt x="53" y="183"/>
                    </a:cubicBezTo>
                    <a:cubicBezTo>
                      <a:pt x="50" y="206"/>
                      <a:pt x="35" y="315"/>
                      <a:pt x="35" y="346"/>
                    </a:cubicBezTo>
                    <a:cubicBezTo>
                      <a:pt x="35" y="376"/>
                      <a:pt x="31" y="397"/>
                      <a:pt x="28" y="411"/>
                    </a:cubicBezTo>
                    <a:cubicBezTo>
                      <a:pt x="25" y="425"/>
                      <a:pt x="14" y="464"/>
                      <a:pt x="14" y="541"/>
                    </a:cubicBezTo>
                    <a:cubicBezTo>
                      <a:pt x="15" y="554"/>
                      <a:pt x="14" y="586"/>
                      <a:pt x="15" y="606"/>
                    </a:cubicBezTo>
                    <a:cubicBezTo>
                      <a:pt x="17" y="632"/>
                      <a:pt x="14" y="688"/>
                      <a:pt x="11" y="701"/>
                    </a:cubicBezTo>
                    <a:cubicBezTo>
                      <a:pt x="7" y="717"/>
                      <a:pt x="3" y="745"/>
                      <a:pt x="2" y="748"/>
                    </a:cubicBezTo>
                    <a:cubicBezTo>
                      <a:pt x="0" y="752"/>
                      <a:pt x="3" y="757"/>
                      <a:pt x="5" y="761"/>
                    </a:cubicBezTo>
                    <a:cubicBezTo>
                      <a:pt x="7" y="765"/>
                      <a:pt x="7" y="769"/>
                      <a:pt x="9" y="775"/>
                    </a:cubicBezTo>
                    <a:cubicBezTo>
                      <a:pt x="11" y="779"/>
                      <a:pt x="17" y="789"/>
                      <a:pt x="20" y="794"/>
                    </a:cubicBezTo>
                    <a:cubicBezTo>
                      <a:pt x="23" y="799"/>
                      <a:pt x="35" y="805"/>
                      <a:pt x="44" y="809"/>
                    </a:cubicBezTo>
                    <a:cubicBezTo>
                      <a:pt x="51" y="811"/>
                      <a:pt x="63" y="818"/>
                      <a:pt x="64" y="815"/>
                    </a:cubicBezTo>
                    <a:cubicBezTo>
                      <a:pt x="66" y="808"/>
                      <a:pt x="62" y="804"/>
                      <a:pt x="57" y="801"/>
                    </a:cubicBezTo>
                    <a:cubicBezTo>
                      <a:pt x="54" y="799"/>
                      <a:pt x="63" y="805"/>
                      <a:pt x="64" y="799"/>
                    </a:cubicBezTo>
                    <a:cubicBezTo>
                      <a:pt x="65" y="797"/>
                      <a:pt x="65" y="796"/>
                      <a:pt x="64" y="793"/>
                    </a:cubicBezTo>
                    <a:cubicBezTo>
                      <a:pt x="65" y="789"/>
                      <a:pt x="64" y="789"/>
                      <a:pt x="62" y="786"/>
                    </a:cubicBezTo>
                    <a:cubicBezTo>
                      <a:pt x="66" y="785"/>
                      <a:pt x="63" y="765"/>
                      <a:pt x="61" y="755"/>
                    </a:cubicBezTo>
                    <a:cubicBezTo>
                      <a:pt x="61" y="748"/>
                      <a:pt x="62" y="726"/>
                      <a:pt x="57" y="710"/>
                    </a:cubicBezTo>
                    <a:cubicBezTo>
                      <a:pt x="54" y="700"/>
                      <a:pt x="52" y="691"/>
                      <a:pt x="52" y="685"/>
                    </a:cubicBezTo>
                    <a:cubicBezTo>
                      <a:pt x="50" y="671"/>
                      <a:pt x="61" y="569"/>
                      <a:pt x="69" y="540"/>
                    </a:cubicBezTo>
                    <a:cubicBezTo>
                      <a:pt x="86" y="480"/>
                      <a:pt x="85" y="430"/>
                      <a:pt x="87" y="419"/>
                    </a:cubicBezTo>
                    <a:cubicBezTo>
                      <a:pt x="89" y="408"/>
                      <a:pt x="100" y="353"/>
                      <a:pt x="104" y="328"/>
                    </a:cubicBezTo>
                    <a:cubicBezTo>
                      <a:pt x="104" y="328"/>
                      <a:pt x="104" y="328"/>
                      <a:pt x="104" y="328"/>
                    </a:cubicBezTo>
                    <a:cubicBezTo>
                      <a:pt x="106" y="359"/>
                      <a:pt x="113" y="395"/>
                      <a:pt x="114" y="411"/>
                    </a:cubicBezTo>
                    <a:cubicBezTo>
                      <a:pt x="115" y="433"/>
                      <a:pt x="130" y="469"/>
                      <a:pt x="121" y="487"/>
                    </a:cubicBezTo>
                    <a:cubicBezTo>
                      <a:pt x="112" y="504"/>
                      <a:pt x="100" y="545"/>
                      <a:pt x="92" y="593"/>
                    </a:cubicBezTo>
                    <a:cubicBezTo>
                      <a:pt x="85" y="631"/>
                      <a:pt x="78" y="663"/>
                      <a:pt x="85" y="732"/>
                    </a:cubicBezTo>
                    <a:cubicBezTo>
                      <a:pt x="90" y="780"/>
                      <a:pt x="89" y="815"/>
                      <a:pt x="100" y="869"/>
                    </a:cubicBezTo>
                    <a:cubicBezTo>
                      <a:pt x="111" y="917"/>
                      <a:pt x="119" y="975"/>
                      <a:pt x="125" y="1011"/>
                    </a:cubicBezTo>
                    <a:cubicBezTo>
                      <a:pt x="131" y="1046"/>
                      <a:pt x="133" y="1064"/>
                      <a:pt x="135" y="1087"/>
                    </a:cubicBezTo>
                    <a:cubicBezTo>
                      <a:pt x="136" y="1110"/>
                      <a:pt x="121" y="1220"/>
                      <a:pt x="138" y="1283"/>
                    </a:cubicBezTo>
                    <a:cubicBezTo>
                      <a:pt x="154" y="1346"/>
                      <a:pt x="161" y="1386"/>
                      <a:pt x="164" y="1401"/>
                    </a:cubicBezTo>
                    <a:cubicBezTo>
                      <a:pt x="171" y="1435"/>
                      <a:pt x="165" y="1439"/>
                      <a:pt x="168" y="1456"/>
                    </a:cubicBezTo>
                    <a:cubicBezTo>
                      <a:pt x="171" y="1473"/>
                      <a:pt x="171" y="1471"/>
                      <a:pt x="163" y="1487"/>
                    </a:cubicBezTo>
                    <a:cubicBezTo>
                      <a:pt x="155" y="1498"/>
                      <a:pt x="143" y="1521"/>
                      <a:pt x="139" y="1526"/>
                    </a:cubicBezTo>
                    <a:cubicBezTo>
                      <a:pt x="135" y="1531"/>
                      <a:pt x="137" y="1537"/>
                      <a:pt x="139" y="1540"/>
                    </a:cubicBezTo>
                    <a:cubicBezTo>
                      <a:pt x="136" y="1548"/>
                      <a:pt x="145" y="1552"/>
                      <a:pt x="148" y="1552"/>
                    </a:cubicBezTo>
                    <a:cubicBezTo>
                      <a:pt x="147" y="1561"/>
                      <a:pt x="163" y="1561"/>
                      <a:pt x="167" y="1556"/>
                    </a:cubicBezTo>
                    <a:cubicBezTo>
                      <a:pt x="172" y="1561"/>
                      <a:pt x="184" y="1561"/>
                      <a:pt x="189" y="1555"/>
                    </a:cubicBezTo>
                    <a:cubicBezTo>
                      <a:pt x="197" y="1562"/>
                      <a:pt x="211" y="1562"/>
                      <a:pt x="219" y="1553"/>
                    </a:cubicBezTo>
                    <a:cubicBezTo>
                      <a:pt x="228" y="1544"/>
                      <a:pt x="229" y="1535"/>
                      <a:pt x="228" y="1525"/>
                    </a:cubicBezTo>
                    <a:cubicBezTo>
                      <a:pt x="227" y="1516"/>
                      <a:pt x="229" y="1513"/>
                      <a:pt x="231" y="1502"/>
                    </a:cubicBezTo>
                    <a:cubicBezTo>
                      <a:pt x="233" y="1491"/>
                      <a:pt x="234" y="1482"/>
                      <a:pt x="231" y="1473"/>
                    </a:cubicBezTo>
                    <a:cubicBezTo>
                      <a:pt x="227" y="1465"/>
                      <a:pt x="226" y="1462"/>
                      <a:pt x="226" y="1453"/>
                    </a:cubicBezTo>
                    <a:cubicBezTo>
                      <a:pt x="226" y="1445"/>
                      <a:pt x="229" y="1433"/>
                      <a:pt x="224" y="1423"/>
                    </a:cubicBezTo>
                    <a:cubicBezTo>
                      <a:pt x="219" y="1412"/>
                      <a:pt x="214" y="1388"/>
                      <a:pt x="215" y="1361"/>
                    </a:cubicBezTo>
                    <a:cubicBezTo>
                      <a:pt x="216" y="1334"/>
                      <a:pt x="234" y="1185"/>
                      <a:pt x="226" y="1133"/>
                    </a:cubicBezTo>
                    <a:cubicBezTo>
                      <a:pt x="218" y="1082"/>
                      <a:pt x="221" y="1072"/>
                      <a:pt x="223" y="1054"/>
                    </a:cubicBezTo>
                    <a:cubicBezTo>
                      <a:pt x="225" y="1037"/>
                      <a:pt x="230" y="1009"/>
                      <a:pt x="226" y="972"/>
                    </a:cubicBezTo>
                    <a:cubicBezTo>
                      <a:pt x="224" y="958"/>
                      <a:pt x="225" y="898"/>
                      <a:pt x="225" y="838"/>
                    </a:cubicBezTo>
                    <a:cubicBezTo>
                      <a:pt x="225" y="799"/>
                      <a:pt x="226" y="750"/>
                      <a:pt x="226" y="737"/>
                    </a:cubicBezTo>
                    <a:cubicBezTo>
                      <a:pt x="226" y="736"/>
                      <a:pt x="226" y="736"/>
                      <a:pt x="226" y="736"/>
                    </a:cubicBezTo>
                    <a:cubicBezTo>
                      <a:pt x="228" y="737"/>
                      <a:pt x="231" y="738"/>
                      <a:pt x="233" y="738"/>
                    </a:cubicBezTo>
                    <a:cubicBezTo>
                      <a:pt x="234" y="738"/>
                      <a:pt x="234" y="738"/>
                      <a:pt x="234" y="738"/>
                    </a:cubicBezTo>
                    <a:cubicBezTo>
                      <a:pt x="237" y="738"/>
                      <a:pt x="240" y="737"/>
                      <a:pt x="244" y="736"/>
                    </a:cubicBezTo>
                    <a:cubicBezTo>
                      <a:pt x="243" y="737"/>
                      <a:pt x="243" y="737"/>
                      <a:pt x="243" y="737"/>
                    </a:cubicBezTo>
                    <a:cubicBezTo>
                      <a:pt x="241" y="746"/>
                      <a:pt x="243" y="799"/>
                      <a:pt x="243" y="838"/>
                    </a:cubicBezTo>
                    <a:cubicBezTo>
                      <a:pt x="244" y="898"/>
                      <a:pt x="244" y="958"/>
                      <a:pt x="243" y="972"/>
                    </a:cubicBezTo>
                    <a:cubicBezTo>
                      <a:pt x="238" y="1009"/>
                      <a:pt x="243" y="1037"/>
                      <a:pt x="245" y="1054"/>
                    </a:cubicBezTo>
                    <a:cubicBezTo>
                      <a:pt x="247" y="1072"/>
                      <a:pt x="250" y="1082"/>
                      <a:pt x="242" y="1133"/>
                    </a:cubicBezTo>
                    <a:cubicBezTo>
                      <a:pt x="234" y="1185"/>
                      <a:pt x="253" y="1334"/>
                      <a:pt x="254" y="1361"/>
                    </a:cubicBezTo>
                    <a:cubicBezTo>
                      <a:pt x="255" y="1388"/>
                      <a:pt x="249" y="1412"/>
                      <a:pt x="244" y="1423"/>
                    </a:cubicBezTo>
                    <a:cubicBezTo>
                      <a:pt x="239" y="1433"/>
                      <a:pt x="242" y="1445"/>
                      <a:pt x="242" y="1453"/>
                    </a:cubicBezTo>
                    <a:cubicBezTo>
                      <a:pt x="242" y="1462"/>
                      <a:pt x="242" y="1465"/>
                      <a:pt x="238" y="1473"/>
                    </a:cubicBezTo>
                    <a:cubicBezTo>
                      <a:pt x="234" y="1482"/>
                      <a:pt x="235" y="1491"/>
                      <a:pt x="237" y="1502"/>
                    </a:cubicBezTo>
                    <a:cubicBezTo>
                      <a:pt x="239" y="1513"/>
                      <a:pt x="241" y="1516"/>
                      <a:pt x="240" y="1525"/>
                    </a:cubicBezTo>
                    <a:cubicBezTo>
                      <a:pt x="239" y="1535"/>
                      <a:pt x="240" y="1544"/>
                      <a:pt x="249" y="1553"/>
                    </a:cubicBezTo>
                    <a:cubicBezTo>
                      <a:pt x="258" y="1562"/>
                      <a:pt x="272" y="1562"/>
                      <a:pt x="279" y="1555"/>
                    </a:cubicBezTo>
                    <a:cubicBezTo>
                      <a:pt x="284" y="1561"/>
                      <a:pt x="297" y="1561"/>
                      <a:pt x="301" y="1556"/>
                    </a:cubicBezTo>
                    <a:cubicBezTo>
                      <a:pt x="305" y="1561"/>
                      <a:pt x="322" y="1561"/>
                      <a:pt x="321" y="1552"/>
                    </a:cubicBezTo>
                    <a:cubicBezTo>
                      <a:pt x="324" y="1552"/>
                      <a:pt x="332" y="1548"/>
                      <a:pt x="329" y="1540"/>
                    </a:cubicBezTo>
                    <a:cubicBezTo>
                      <a:pt x="331" y="1537"/>
                      <a:pt x="333" y="1531"/>
                      <a:pt x="329" y="1526"/>
                    </a:cubicBezTo>
                    <a:cubicBezTo>
                      <a:pt x="325" y="1521"/>
                      <a:pt x="313" y="1498"/>
                      <a:pt x="306" y="1487"/>
                    </a:cubicBezTo>
                    <a:cubicBezTo>
                      <a:pt x="297" y="1471"/>
                      <a:pt x="298" y="1473"/>
                      <a:pt x="301" y="1456"/>
                    </a:cubicBezTo>
                    <a:cubicBezTo>
                      <a:pt x="304" y="1439"/>
                      <a:pt x="297" y="1435"/>
                      <a:pt x="304" y="1401"/>
                    </a:cubicBezTo>
                    <a:cubicBezTo>
                      <a:pt x="308" y="1386"/>
                      <a:pt x="315" y="1346"/>
                      <a:pt x="331" y="1283"/>
                    </a:cubicBezTo>
                    <a:cubicBezTo>
                      <a:pt x="347" y="1220"/>
                      <a:pt x="332" y="1110"/>
                      <a:pt x="334" y="1087"/>
                    </a:cubicBezTo>
                    <a:cubicBezTo>
                      <a:pt x="335" y="1064"/>
                      <a:pt x="338" y="1046"/>
                      <a:pt x="344" y="1011"/>
                    </a:cubicBezTo>
                    <a:cubicBezTo>
                      <a:pt x="350" y="975"/>
                      <a:pt x="360" y="914"/>
                      <a:pt x="371" y="866"/>
                    </a:cubicBezTo>
                    <a:cubicBezTo>
                      <a:pt x="382" y="812"/>
                      <a:pt x="383" y="784"/>
                      <a:pt x="388" y="735"/>
                    </a:cubicBezTo>
                    <a:cubicBezTo>
                      <a:pt x="394" y="667"/>
                      <a:pt x="387" y="629"/>
                      <a:pt x="380" y="591"/>
                    </a:cubicBezTo>
                    <a:cubicBezTo>
                      <a:pt x="372" y="543"/>
                      <a:pt x="362" y="513"/>
                      <a:pt x="353" y="495"/>
                    </a:cubicBezTo>
                    <a:cubicBezTo>
                      <a:pt x="344" y="478"/>
                      <a:pt x="352" y="439"/>
                      <a:pt x="353" y="418"/>
                    </a:cubicBezTo>
                    <a:cubicBezTo>
                      <a:pt x="354" y="402"/>
                      <a:pt x="362" y="357"/>
                      <a:pt x="364" y="327"/>
                    </a:cubicBezTo>
                    <a:cubicBezTo>
                      <a:pt x="364" y="327"/>
                      <a:pt x="364" y="327"/>
                      <a:pt x="364" y="327"/>
                    </a:cubicBezTo>
                    <a:cubicBezTo>
                      <a:pt x="368" y="352"/>
                      <a:pt x="379" y="408"/>
                      <a:pt x="381" y="419"/>
                    </a:cubicBezTo>
                    <a:cubicBezTo>
                      <a:pt x="383" y="430"/>
                      <a:pt x="384" y="481"/>
                      <a:pt x="401" y="541"/>
                    </a:cubicBezTo>
                    <a:cubicBezTo>
                      <a:pt x="409" y="569"/>
                      <a:pt x="419" y="671"/>
                      <a:pt x="416" y="685"/>
                    </a:cubicBezTo>
                    <a:cubicBezTo>
                      <a:pt x="416" y="691"/>
                      <a:pt x="415" y="700"/>
                      <a:pt x="412" y="710"/>
                    </a:cubicBezTo>
                    <a:cubicBezTo>
                      <a:pt x="406" y="726"/>
                      <a:pt x="407" y="748"/>
                      <a:pt x="408" y="755"/>
                    </a:cubicBezTo>
                    <a:cubicBezTo>
                      <a:pt x="406" y="765"/>
                      <a:pt x="403" y="785"/>
                      <a:pt x="407" y="786"/>
                    </a:cubicBezTo>
                    <a:cubicBezTo>
                      <a:pt x="405" y="789"/>
                      <a:pt x="404" y="789"/>
                      <a:pt x="405" y="793"/>
                    </a:cubicBezTo>
                    <a:cubicBezTo>
                      <a:pt x="403" y="796"/>
                      <a:pt x="403" y="797"/>
                      <a:pt x="404" y="799"/>
                    </a:cubicBezTo>
                    <a:cubicBezTo>
                      <a:pt x="406" y="805"/>
                      <a:pt x="415" y="799"/>
                      <a:pt x="412" y="801"/>
                    </a:cubicBezTo>
                    <a:cubicBezTo>
                      <a:pt x="407" y="804"/>
                      <a:pt x="402" y="808"/>
                      <a:pt x="405" y="815"/>
                    </a:cubicBezTo>
                    <a:cubicBezTo>
                      <a:pt x="406" y="818"/>
                      <a:pt x="418" y="811"/>
                      <a:pt x="424" y="809"/>
                    </a:cubicBezTo>
                    <a:cubicBezTo>
                      <a:pt x="434" y="805"/>
                      <a:pt x="445" y="799"/>
                      <a:pt x="448" y="794"/>
                    </a:cubicBezTo>
                    <a:cubicBezTo>
                      <a:pt x="451" y="789"/>
                      <a:pt x="457" y="779"/>
                      <a:pt x="459" y="775"/>
                    </a:cubicBezTo>
                    <a:cubicBezTo>
                      <a:pt x="462" y="769"/>
                      <a:pt x="461" y="765"/>
                      <a:pt x="463" y="761"/>
                    </a:cubicBezTo>
                    <a:cubicBezTo>
                      <a:pt x="465" y="757"/>
                      <a:pt x="469" y="752"/>
                      <a:pt x="467" y="748"/>
                    </a:cubicBezTo>
                  </a:path>
                </a:pathLst>
              </a:custGeom>
              <a:solidFill>
                <a:srgbClr val="FEF3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135" name="Freeform 758">
                <a:extLst>
                  <a:ext uri="{FF2B5EF4-FFF2-40B4-BE49-F238E27FC236}">
                    <a16:creationId xmlns:a16="http://schemas.microsoft.com/office/drawing/2014/main" id="{886FC2B9-158A-4D4F-8EEF-CD0063B298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2" y="1127"/>
                <a:ext cx="46" cy="120"/>
              </a:xfrm>
              <a:custGeom>
                <a:avLst/>
                <a:gdLst>
                  <a:gd name="T0" fmla="*/ 100 w 24"/>
                  <a:gd name="T1" fmla="*/ 0 h 63"/>
                  <a:gd name="T2" fmla="*/ 92 w 24"/>
                  <a:gd name="T3" fmla="*/ 109 h 63"/>
                  <a:gd name="T4" fmla="*/ 100 w 24"/>
                  <a:gd name="T5" fmla="*/ 221 h 63"/>
                  <a:gd name="T6" fmla="*/ 128 w 24"/>
                  <a:gd name="T7" fmla="*/ 330 h 63"/>
                  <a:gd name="T8" fmla="*/ 169 w 24"/>
                  <a:gd name="T9" fmla="*/ 436 h 63"/>
                  <a:gd name="T10" fmla="*/ 69 w 24"/>
                  <a:gd name="T11" fmla="*/ 221 h 63"/>
                  <a:gd name="T12" fmla="*/ 0 w 24"/>
                  <a:gd name="T13" fmla="*/ 116 h 6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" h="63">
                    <a:moveTo>
                      <a:pt x="14" y="0"/>
                    </a:moveTo>
                    <a:cubicBezTo>
                      <a:pt x="12" y="4"/>
                      <a:pt x="13" y="12"/>
                      <a:pt x="13" y="16"/>
                    </a:cubicBezTo>
                    <a:cubicBezTo>
                      <a:pt x="13" y="21"/>
                      <a:pt x="14" y="27"/>
                      <a:pt x="14" y="32"/>
                    </a:cubicBezTo>
                    <a:cubicBezTo>
                      <a:pt x="15" y="37"/>
                      <a:pt x="17" y="43"/>
                      <a:pt x="18" y="48"/>
                    </a:cubicBezTo>
                    <a:cubicBezTo>
                      <a:pt x="19" y="54"/>
                      <a:pt x="22" y="58"/>
                      <a:pt x="24" y="63"/>
                    </a:cubicBezTo>
                    <a:cubicBezTo>
                      <a:pt x="15" y="58"/>
                      <a:pt x="11" y="42"/>
                      <a:pt x="10" y="32"/>
                    </a:cubicBezTo>
                    <a:cubicBezTo>
                      <a:pt x="9" y="27"/>
                      <a:pt x="7" y="9"/>
                      <a:pt x="0" y="17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136" name="Freeform 759">
                <a:extLst>
                  <a:ext uri="{FF2B5EF4-FFF2-40B4-BE49-F238E27FC236}">
                    <a16:creationId xmlns:a16="http://schemas.microsoft.com/office/drawing/2014/main" id="{4BF8D016-2816-4B1A-B16D-E3EA8866AC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5" y="1264"/>
                <a:ext cx="157" cy="19"/>
              </a:xfrm>
              <a:custGeom>
                <a:avLst/>
                <a:gdLst>
                  <a:gd name="T0" fmla="*/ 8 w 82"/>
                  <a:gd name="T1" fmla="*/ 55 h 10"/>
                  <a:gd name="T2" fmla="*/ 281 w 82"/>
                  <a:gd name="T3" fmla="*/ 40 h 10"/>
                  <a:gd name="T4" fmla="*/ 576 w 82"/>
                  <a:gd name="T5" fmla="*/ 29 h 10"/>
                  <a:gd name="T6" fmla="*/ 505 w 82"/>
                  <a:gd name="T7" fmla="*/ 15 h 10"/>
                  <a:gd name="T8" fmla="*/ 360 w 82"/>
                  <a:gd name="T9" fmla="*/ 15 h 10"/>
                  <a:gd name="T10" fmla="*/ 153 w 82"/>
                  <a:gd name="T11" fmla="*/ 8 h 10"/>
                  <a:gd name="T12" fmla="*/ 0 w 82"/>
                  <a:gd name="T13" fmla="*/ 6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2" h="10">
                    <a:moveTo>
                      <a:pt x="1" y="8"/>
                    </a:moveTo>
                    <a:cubicBezTo>
                      <a:pt x="13" y="3"/>
                      <a:pt x="27" y="4"/>
                      <a:pt x="40" y="6"/>
                    </a:cubicBezTo>
                    <a:cubicBezTo>
                      <a:pt x="54" y="9"/>
                      <a:pt x="67" y="5"/>
                      <a:pt x="82" y="4"/>
                    </a:cubicBezTo>
                    <a:cubicBezTo>
                      <a:pt x="79" y="1"/>
                      <a:pt x="75" y="2"/>
                      <a:pt x="72" y="2"/>
                    </a:cubicBezTo>
                    <a:cubicBezTo>
                      <a:pt x="65" y="2"/>
                      <a:pt x="58" y="2"/>
                      <a:pt x="51" y="2"/>
                    </a:cubicBezTo>
                    <a:cubicBezTo>
                      <a:pt x="40" y="3"/>
                      <a:pt x="32" y="0"/>
                      <a:pt x="22" y="1"/>
                    </a:cubicBezTo>
                    <a:cubicBezTo>
                      <a:pt x="16" y="1"/>
                      <a:pt x="2" y="2"/>
                      <a:pt x="0" y="10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137" name="Freeform 760">
                <a:extLst>
                  <a:ext uri="{FF2B5EF4-FFF2-40B4-BE49-F238E27FC236}">
                    <a16:creationId xmlns:a16="http://schemas.microsoft.com/office/drawing/2014/main" id="{6B9B4091-FFC5-4431-A7C6-DB930689D9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5" y="1290"/>
                <a:ext cx="33" cy="40"/>
              </a:xfrm>
              <a:custGeom>
                <a:avLst/>
                <a:gdLst>
                  <a:gd name="T0" fmla="*/ 0 w 17"/>
                  <a:gd name="T1" fmla="*/ 0 h 21"/>
                  <a:gd name="T2" fmla="*/ 52 w 17"/>
                  <a:gd name="T3" fmla="*/ 116 h 21"/>
                  <a:gd name="T4" fmla="*/ 124 w 17"/>
                  <a:gd name="T5" fmla="*/ 55 h 21"/>
                  <a:gd name="T6" fmla="*/ 87 w 17"/>
                  <a:gd name="T7" fmla="*/ 76 h 21"/>
                  <a:gd name="T8" fmla="*/ 16 w 17"/>
                  <a:gd name="T9" fmla="*/ 0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21">
                    <a:moveTo>
                      <a:pt x="0" y="0"/>
                    </a:moveTo>
                    <a:cubicBezTo>
                      <a:pt x="1" y="4"/>
                      <a:pt x="4" y="14"/>
                      <a:pt x="7" y="17"/>
                    </a:cubicBezTo>
                    <a:cubicBezTo>
                      <a:pt x="11" y="21"/>
                      <a:pt x="17" y="13"/>
                      <a:pt x="17" y="8"/>
                    </a:cubicBezTo>
                    <a:cubicBezTo>
                      <a:pt x="16" y="9"/>
                      <a:pt x="14" y="11"/>
                      <a:pt x="12" y="11"/>
                    </a:cubicBezTo>
                    <a:cubicBezTo>
                      <a:pt x="9" y="11"/>
                      <a:pt x="2" y="3"/>
                      <a:pt x="2" y="0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138" name="Freeform 761">
                <a:extLst>
                  <a:ext uri="{FF2B5EF4-FFF2-40B4-BE49-F238E27FC236}">
                    <a16:creationId xmlns:a16="http://schemas.microsoft.com/office/drawing/2014/main" id="{F714A3C1-08E2-4785-B6CA-24ED598956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1" y="1510"/>
                <a:ext cx="35" cy="288"/>
              </a:xfrm>
              <a:custGeom>
                <a:avLst/>
                <a:gdLst>
                  <a:gd name="T0" fmla="*/ 45 w 18"/>
                  <a:gd name="T1" fmla="*/ 21 h 152"/>
                  <a:gd name="T2" fmla="*/ 72 w 18"/>
                  <a:gd name="T3" fmla="*/ 76 h 152"/>
                  <a:gd name="T4" fmla="*/ 72 w 18"/>
                  <a:gd name="T5" fmla="*/ 157 h 152"/>
                  <a:gd name="T6" fmla="*/ 53 w 18"/>
                  <a:gd name="T7" fmla="*/ 305 h 152"/>
                  <a:gd name="T8" fmla="*/ 109 w 18"/>
                  <a:gd name="T9" fmla="*/ 538 h 152"/>
                  <a:gd name="T10" fmla="*/ 132 w 18"/>
                  <a:gd name="T11" fmla="*/ 747 h 152"/>
                  <a:gd name="T12" fmla="*/ 117 w 18"/>
                  <a:gd name="T13" fmla="*/ 866 h 152"/>
                  <a:gd name="T14" fmla="*/ 72 w 18"/>
                  <a:gd name="T15" fmla="*/ 1035 h 152"/>
                  <a:gd name="T16" fmla="*/ 88 w 18"/>
                  <a:gd name="T17" fmla="*/ 767 h 152"/>
                  <a:gd name="T18" fmla="*/ 60 w 18"/>
                  <a:gd name="T19" fmla="*/ 678 h 152"/>
                  <a:gd name="T20" fmla="*/ 16 w 18"/>
                  <a:gd name="T21" fmla="*/ 517 h 152"/>
                  <a:gd name="T22" fmla="*/ 8 w 18"/>
                  <a:gd name="T23" fmla="*/ 341 h 152"/>
                  <a:gd name="T24" fmla="*/ 31 w 18"/>
                  <a:gd name="T25" fmla="*/ 169 h 152"/>
                  <a:gd name="T26" fmla="*/ 16 w 18"/>
                  <a:gd name="T27" fmla="*/ 0 h 152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8" h="152">
                    <a:moveTo>
                      <a:pt x="6" y="3"/>
                    </a:moveTo>
                    <a:cubicBezTo>
                      <a:pt x="7" y="6"/>
                      <a:pt x="9" y="8"/>
                      <a:pt x="10" y="11"/>
                    </a:cubicBezTo>
                    <a:cubicBezTo>
                      <a:pt x="11" y="15"/>
                      <a:pt x="11" y="19"/>
                      <a:pt x="10" y="23"/>
                    </a:cubicBezTo>
                    <a:cubicBezTo>
                      <a:pt x="9" y="30"/>
                      <a:pt x="7" y="37"/>
                      <a:pt x="7" y="45"/>
                    </a:cubicBezTo>
                    <a:cubicBezTo>
                      <a:pt x="7" y="57"/>
                      <a:pt x="12" y="68"/>
                      <a:pt x="15" y="79"/>
                    </a:cubicBezTo>
                    <a:cubicBezTo>
                      <a:pt x="17" y="89"/>
                      <a:pt x="18" y="100"/>
                      <a:pt x="18" y="110"/>
                    </a:cubicBezTo>
                    <a:cubicBezTo>
                      <a:pt x="18" y="116"/>
                      <a:pt x="17" y="121"/>
                      <a:pt x="16" y="127"/>
                    </a:cubicBezTo>
                    <a:cubicBezTo>
                      <a:pt x="14" y="135"/>
                      <a:pt x="14" y="145"/>
                      <a:pt x="10" y="152"/>
                    </a:cubicBezTo>
                    <a:cubicBezTo>
                      <a:pt x="14" y="140"/>
                      <a:pt x="12" y="125"/>
                      <a:pt x="12" y="113"/>
                    </a:cubicBezTo>
                    <a:cubicBezTo>
                      <a:pt x="12" y="108"/>
                      <a:pt x="11" y="105"/>
                      <a:pt x="8" y="100"/>
                    </a:cubicBezTo>
                    <a:cubicBezTo>
                      <a:pt x="5" y="93"/>
                      <a:pt x="3" y="84"/>
                      <a:pt x="2" y="76"/>
                    </a:cubicBezTo>
                    <a:cubicBezTo>
                      <a:pt x="1" y="68"/>
                      <a:pt x="0" y="59"/>
                      <a:pt x="1" y="50"/>
                    </a:cubicBezTo>
                    <a:cubicBezTo>
                      <a:pt x="2" y="41"/>
                      <a:pt x="4" y="33"/>
                      <a:pt x="4" y="25"/>
                    </a:cubicBezTo>
                    <a:cubicBezTo>
                      <a:pt x="5" y="16"/>
                      <a:pt x="2" y="8"/>
                      <a:pt x="2" y="0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139" name="Freeform 762">
                <a:extLst>
                  <a:ext uri="{FF2B5EF4-FFF2-40B4-BE49-F238E27FC236}">
                    <a16:creationId xmlns:a16="http://schemas.microsoft.com/office/drawing/2014/main" id="{A8BDCC80-8A81-4D08-9394-EC37E30BDB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3" y="2050"/>
                <a:ext cx="15" cy="21"/>
              </a:xfrm>
              <a:custGeom>
                <a:avLst/>
                <a:gdLst>
                  <a:gd name="T0" fmla="*/ 0 w 8"/>
                  <a:gd name="T1" fmla="*/ 48 h 11"/>
                  <a:gd name="T2" fmla="*/ 53 w 8"/>
                  <a:gd name="T3" fmla="*/ 48 h 11"/>
                  <a:gd name="T4" fmla="*/ 39 w 8"/>
                  <a:gd name="T5" fmla="*/ 15 h 11"/>
                  <a:gd name="T6" fmla="*/ 8 w 8"/>
                  <a:gd name="T7" fmla="*/ 15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11">
                    <a:moveTo>
                      <a:pt x="0" y="7"/>
                    </a:moveTo>
                    <a:cubicBezTo>
                      <a:pt x="1" y="10"/>
                      <a:pt x="6" y="11"/>
                      <a:pt x="8" y="7"/>
                    </a:cubicBezTo>
                    <a:cubicBezTo>
                      <a:pt x="8" y="6"/>
                      <a:pt x="7" y="3"/>
                      <a:pt x="6" y="2"/>
                    </a:cubicBezTo>
                    <a:cubicBezTo>
                      <a:pt x="5" y="0"/>
                      <a:pt x="3" y="1"/>
                      <a:pt x="1" y="2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140" name="Freeform 763">
                <a:extLst>
                  <a:ext uri="{FF2B5EF4-FFF2-40B4-BE49-F238E27FC236}">
                    <a16:creationId xmlns:a16="http://schemas.microsoft.com/office/drawing/2014/main" id="{621FE696-8801-41CE-84E7-6F07FA8EEF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3" y="2425"/>
                <a:ext cx="129" cy="63"/>
              </a:xfrm>
              <a:custGeom>
                <a:avLst/>
                <a:gdLst>
                  <a:gd name="T0" fmla="*/ 8 w 67"/>
                  <a:gd name="T1" fmla="*/ 113 h 33"/>
                  <a:gd name="T2" fmla="*/ 248 w 67"/>
                  <a:gd name="T3" fmla="*/ 229 h 33"/>
                  <a:gd name="T4" fmla="*/ 364 w 67"/>
                  <a:gd name="T5" fmla="*/ 181 h 33"/>
                  <a:gd name="T6" fmla="*/ 477 w 67"/>
                  <a:gd name="T7" fmla="*/ 0 h 33"/>
                  <a:gd name="T8" fmla="*/ 408 w 67"/>
                  <a:gd name="T9" fmla="*/ 76 h 33"/>
                  <a:gd name="T10" fmla="*/ 256 w 67"/>
                  <a:gd name="T11" fmla="*/ 139 h 33"/>
                  <a:gd name="T12" fmla="*/ 116 w 67"/>
                  <a:gd name="T13" fmla="*/ 99 h 33"/>
                  <a:gd name="T14" fmla="*/ 0 w 67"/>
                  <a:gd name="T15" fmla="*/ 55 h 3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7" h="33">
                    <a:moveTo>
                      <a:pt x="1" y="16"/>
                    </a:moveTo>
                    <a:cubicBezTo>
                      <a:pt x="12" y="25"/>
                      <a:pt x="20" y="33"/>
                      <a:pt x="35" y="33"/>
                    </a:cubicBezTo>
                    <a:cubicBezTo>
                      <a:pt x="41" y="33"/>
                      <a:pt x="47" y="31"/>
                      <a:pt x="51" y="26"/>
                    </a:cubicBezTo>
                    <a:cubicBezTo>
                      <a:pt x="57" y="20"/>
                      <a:pt x="66" y="9"/>
                      <a:pt x="67" y="0"/>
                    </a:cubicBezTo>
                    <a:cubicBezTo>
                      <a:pt x="63" y="2"/>
                      <a:pt x="60" y="7"/>
                      <a:pt x="57" y="11"/>
                    </a:cubicBezTo>
                    <a:cubicBezTo>
                      <a:pt x="51" y="17"/>
                      <a:pt x="44" y="19"/>
                      <a:pt x="36" y="20"/>
                    </a:cubicBezTo>
                    <a:cubicBezTo>
                      <a:pt x="29" y="20"/>
                      <a:pt x="23" y="16"/>
                      <a:pt x="16" y="14"/>
                    </a:cubicBezTo>
                    <a:cubicBezTo>
                      <a:pt x="11" y="12"/>
                      <a:pt x="2" y="14"/>
                      <a:pt x="0" y="8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141" name="Freeform 764">
                <a:extLst>
                  <a:ext uri="{FF2B5EF4-FFF2-40B4-BE49-F238E27FC236}">
                    <a16:creationId xmlns:a16="http://schemas.microsoft.com/office/drawing/2014/main" id="{5D5560EF-DA9D-4A5E-98EA-6920B96704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4" y="2060"/>
                <a:ext cx="84" cy="794"/>
              </a:xfrm>
              <a:custGeom>
                <a:avLst/>
                <a:gdLst>
                  <a:gd name="T0" fmla="*/ 0 w 44"/>
                  <a:gd name="T1" fmla="*/ 0 h 419"/>
                  <a:gd name="T2" fmla="*/ 168 w 44"/>
                  <a:gd name="T3" fmla="*/ 449 h 419"/>
                  <a:gd name="T4" fmla="*/ 277 w 44"/>
                  <a:gd name="T5" fmla="*/ 944 h 419"/>
                  <a:gd name="T6" fmla="*/ 284 w 44"/>
                  <a:gd name="T7" fmla="*/ 1522 h 419"/>
                  <a:gd name="T8" fmla="*/ 76 w 44"/>
                  <a:gd name="T9" fmla="*/ 2852 h 419"/>
                  <a:gd name="T10" fmla="*/ 208 w 44"/>
                  <a:gd name="T11" fmla="*/ 1520 h 419"/>
                  <a:gd name="T12" fmla="*/ 153 w 44"/>
                  <a:gd name="T13" fmla="*/ 661 h 419"/>
                  <a:gd name="T14" fmla="*/ 0 w 44"/>
                  <a:gd name="T15" fmla="*/ 0 h 41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4" h="419">
                    <a:moveTo>
                      <a:pt x="0" y="0"/>
                    </a:moveTo>
                    <a:cubicBezTo>
                      <a:pt x="7" y="13"/>
                      <a:pt x="18" y="39"/>
                      <a:pt x="24" y="66"/>
                    </a:cubicBezTo>
                    <a:cubicBezTo>
                      <a:pt x="30" y="93"/>
                      <a:pt x="35" y="118"/>
                      <a:pt x="40" y="139"/>
                    </a:cubicBezTo>
                    <a:cubicBezTo>
                      <a:pt x="44" y="160"/>
                      <a:pt x="43" y="200"/>
                      <a:pt x="41" y="224"/>
                    </a:cubicBezTo>
                    <a:cubicBezTo>
                      <a:pt x="40" y="247"/>
                      <a:pt x="30" y="363"/>
                      <a:pt x="11" y="419"/>
                    </a:cubicBezTo>
                    <a:cubicBezTo>
                      <a:pt x="15" y="397"/>
                      <a:pt x="31" y="269"/>
                      <a:pt x="30" y="223"/>
                    </a:cubicBezTo>
                    <a:cubicBezTo>
                      <a:pt x="28" y="176"/>
                      <a:pt x="27" y="121"/>
                      <a:pt x="22" y="97"/>
                    </a:cubicBezTo>
                    <a:cubicBezTo>
                      <a:pt x="17" y="73"/>
                      <a:pt x="7" y="5"/>
                      <a:pt x="0" y="0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142" name="Freeform 765">
                <a:extLst>
                  <a:ext uri="{FF2B5EF4-FFF2-40B4-BE49-F238E27FC236}">
                    <a16:creationId xmlns:a16="http://schemas.microsoft.com/office/drawing/2014/main" id="{3DE182BB-0762-4E73-AE53-F376EFA687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7" y="2063"/>
                <a:ext cx="84" cy="794"/>
              </a:xfrm>
              <a:custGeom>
                <a:avLst/>
                <a:gdLst>
                  <a:gd name="T0" fmla="*/ 305 w 44"/>
                  <a:gd name="T1" fmla="*/ 0 h 419"/>
                  <a:gd name="T2" fmla="*/ 139 w 44"/>
                  <a:gd name="T3" fmla="*/ 449 h 419"/>
                  <a:gd name="T4" fmla="*/ 29 w 44"/>
                  <a:gd name="T5" fmla="*/ 944 h 419"/>
                  <a:gd name="T6" fmla="*/ 21 w 44"/>
                  <a:gd name="T7" fmla="*/ 1522 h 419"/>
                  <a:gd name="T8" fmla="*/ 229 w 44"/>
                  <a:gd name="T9" fmla="*/ 2852 h 419"/>
                  <a:gd name="T10" fmla="*/ 69 w 44"/>
                  <a:gd name="T11" fmla="*/ 1469 h 419"/>
                  <a:gd name="T12" fmla="*/ 132 w 44"/>
                  <a:gd name="T13" fmla="*/ 661 h 419"/>
                  <a:gd name="T14" fmla="*/ 305 w 44"/>
                  <a:gd name="T15" fmla="*/ 0 h 41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4" h="419">
                    <a:moveTo>
                      <a:pt x="44" y="0"/>
                    </a:moveTo>
                    <a:cubicBezTo>
                      <a:pt x="37" y="13"/>
                      <a:pt x="26" y="39"/>
                      <a:pt x="20" y="66"/>
                    </a:cubicBezTo>
                    <a:cubicBezTo>
                      <a:pt x="14" y="93"/>
                      <a:pt x="9" y="118"/>
                      <a:pt x="4" y="139"/>
                    </a:cubicBezTo>
                    <a:cubicBezTo>
                      <a:pt x="0" y="160"/>
                      <a:pt x="1" y="200"/>
                      <a:pt x="3" y="224"/>
                    </a:cubicBezTo>
                    <a:cubicBezTo>
                      <a:pt x="4" y="247"/>
                      <a:pt x="14" y="363"/>
                      <a:pt x="33" y="419"/>
                    </a:cubicBezTo>
                    <a:cubicBezTo>
                      <a:pt x="29" y="397"/>
                      <a:pt x="8" y="263"/>
                      <a:pt x="10" y="216"/>
                    </a:cubicBezTo>
                    <a:cubicBezTo>
                      <a:pt x="11" y="170"/>
                      <a:pt x="14" y="120"/>
                      <a:pt x="19" y="97"/>
                    </a:cubicBezTo>
                    <a:cubicBezTo>
                      <a:pt x="25" y="72"/>
                      <a:pt x="37" y="5"/>
                      <a:pt x="44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143" name="Freeform 766">
                <a:extLst>
                  <a:ext uri="{FF2B5EF4-FFF2-40B4-BE49-F238E27FC236}">
                    <a16:creationId xmlns:a16="http://schemas.microsoft.com/office/drawing/2014/main" id="{340FE08E-11DA-4B54-A2ED-F4A4658C48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1" y="2478"/>
                <a:ext cx="48" cy="618"/>
              </a:xfrm>
              <a:custGeom>
                <a:avLst/>
                <a:gdLst>
                  <a:gd name="T0" fmla="*/ 0 w 25"/>
                  <a:gd name="T1" fmla="*/ 0 h 326"/>
                  <a:gd name="T2" fmla="*/ 161 w 25"/>
                  <a:gd name="T3" fmla="*/ 205 h 326"/>
                  <a:gd name="T4" fmla="*/ 129 w 25"/>
                  <a:gd name="T5" fmla="*/ 942 h 326"/>
                  <a:gd name="T6" fmla="*/ 129 w 25"/>
                  <a:gd name="T7" fmla="*/ 1657 h 326"/>
                  <a:gd name="T8" fmla="*/ 100 w 25"/>
                  <a:gd name="T9" fmla="*/ 2222 h 326"/>
                  <a:gd name="T10" fmla="*/ 69 w 25"/>
                  <a:gd name="T11" fmla="*/ 1642 h 326"/>
                  <a:gd name="T12" fmla="*/ 29 w 25"/>
                  <a:gd name="T13" fmla="*/ 557 h 326"/>
                  <a:gd name="T14" fmla="*/ 0 w 25"/>
                  <a:gd name="T15" fmla="*/ 0 h 32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5" h="326">
                    <a:moveTo>
                      <a:pt x="0" y="0"/>
                    </a:moveTo>
                    <a:cubicBezTo>
                      <a:pt x="10" y="10"/>
                      <a:pt x="23" y="9"/>
                      <a:pt x="23" y="30"/>
                    </a:cubicBezTo>
                    <a:cubicBezTo>
                      <a:pt x="23" y="52"/>
                      <a:pt x="17" y="94"/>
                      <a:pt x="18" y="138"/>
                    </a:cubicBezTo>
                    <a:cubicBezTo>
                      <a:pt x="18" y="181"/>
                      <a:pt x="18" y="224"/>
                      <a:pt x="18" y="243"/>
                    </a:cubicBezTo>
                    <a:cubicBezTo>
                      <a:pt x="19" y="263"/>
                      <a:pt x="25" y="285"/>
                      <a:pt x="14" y="326"/>
                    </a:cubicBezTo>
                    <a:cubicBezTo>
                      <a:pt x="18" y="310"/>
                      <a:pt x="18" y="269"/>
                      <a:pt x="10" y="241"/>
                    </a:cubicBezTo>
                    <a:cubicBezTo>
                      <a:pt x="3" y="212"/>
                      <a:pt x="1" y="111"/>
                      <a:pt x="4" y="82"/>
                    </a:cubicBezTo>
                    <a:cubicBezTo>
                      <a:pt x="6" y="52"/>
                      <a:pt x="9" y="12"/>
                      <a:pt x="0" y="0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144" name="Freeform 767">
                <a:extLst>
                  <a:ext uri="{FF2B5EF4-FFF2-40B4-BE49-F238E27FC236}">
                    <a16:creationId xmlns:a16="http://schemas.microsoft.com/office/drawing/2014/main" id="{0998FA4D-15CE-410C-B261-36C2608B92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1" y="3229"/>
                <a:ext cx="38" cy="481"/>
              </a:xfrm>
              <a:custGeom>
                <a:avLst/>
                <a:gdLst>
                  <a:gd name="T0" fmla="*/ 97 w 20"/>
                  <a:gd name="T1" fmla="*/ 0 h 254"/>
                  <a:gd name="T2" fmla="*/ 91 w 20"/>
                  <a:gd name="T3" fmla="*/ 882 h 254"/>
                  <a:gd name="T4" fmla="*/ 29 w 20"/>
                  <a:gd name="T5" fmla="*/ 1725 h 254"/>
                  <a:gd name="T6" fmla="*/ 97 w 20"/>
                  <a:gd name="T7" fmla="*/ 0 h 25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254">
                    <a:moveTo>
                      <a:pt x="14" y="0"/>
                    </a:moveTo>
                    <a:cubicBezTo>
                      <a:pt x="18" y="24"/>
                      <a:pt x="20" y="73"/>
                      <a:pt x="13" y="130"/>
                    </a:cubicBezTo>
                    <a:cubicBezTo>
                      <a:pt x="5" y="188"/>
                      <a:pt x="3" y="232"/>
                      <a:pt x="4" y="254"/>
                    </a:cubicBezTo>
                    <a:cubicBezTo>
                      <a:pt x="0" y="217"/>
                      <a:pt x="12" y="61"/>
                      <a:pt x="14" y="0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145" name="Freeform 768">
                <a:extLst>
                  <a:ext uri="{FF2B5EF4-FFF2-40B4-BE49-F238E27FC236}">
                    <a16:creationId xmlns:a16="http://schemas.microsoft.com/office/drawing/2014/main" id="{B97F9DD2-5AF4-4F8E-9DBB-FF6244FE8C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6" y="1279"/>
                <a:ext cx="117" cy="13"/>
              </a:xfrm>
              <a:custGeom>
                <a:avLst/>
                <a:gdLst>
                  <a:gd name="T0" fmla="*/ 192 w 61"/>
                  <a:gd name="T1" fmla="*/ 37 h 7"/>
                  <a:gd name="T2" fmla="*/ 430 w 61"/>
                  <a:gd name="T3" fmla="*/ 20 h 7"/>
                  <a:gd name="T4" fmla="*/ 269 w 61"/>
                  <a:gd name="T5" fmla="*/ 13 h 7"/>
                  <a:gd name="T6" fmla="*/ 0 w 61"/>
                  <a:gd name="T7" fmla="*/ 13 h 7"/>
                  <a:gd name="T8" fmla="*/ 192 w 61"/>
                  <a:gd name="T9" fmla="*/ 3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1" h="7">
                    <a:moveTo>
                      <a:pt x="27" y="6"/>
                    </a:moveTo>
                    <a:cubicBezTo>
                      <a:pt x="37" y="6"/>
                      <a:pt x="52" y="2"/>
                      <a:pt x="61" y="3"/>
                    </a:cubicBezTo>
                    <a:cubicBezTo>
                      <a:pt x="56" y="0"/>
                      <a:pt x="49" y="2"/>
                      <a:pt x="38" y="2"/>
                    </a:cubicBezTo>
                    <a:cubicBezTo>
                      <a:pt x="28" y="3"/>
                      <a:pt x="9" y="5"/>
                      <a:pt x="0" y="2"/>
                    </a:cubicBezTo>
                    <a:cubicBezTo>
                      <a:pt x="14" y="7"/>
                      <a:pt x="20" y="6"/>
                      <a:pt x="27" y="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146" name="Freeform 769">
                <a:extLst>
                  <a:ext uri="{FF2B5EF4-FFF2-40B4-BE49-F238E27FC236}">
                    <a16:creationId xmlns:a16="http://schemas.microsoft.com/office/drawing/2014/main" id="{D989A433-2D21-45C0-BE74-BB5DF6E986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0" y="1279"/>
                <a:ext cx="117" cy="13"/>
              </a:xfrm>
              <a:custGeom>
                <a:avLst/>
                <a:gdLst>
                  <a:gd name="T0" fmla="*/ 240 w 61"/>
                  <a:gd name="T1" fmla="*/ 37 h 7"/>
                  <a:gd name="T2" fmla="*/ 0 w 61"/>
                  <a:gd name="T3" fmla="*/ 20 h 7"/>
                  <a:gd name="T4" fmla="*/ 161 w 61"/>
                  <a:gd name="T5" fmla="*/ 13 h 7"/>
                  <a:gd name="T6" fmla="*/ 430 w 61"/>
                  <a:gd name="T7" fmla="*/ 13 h 7"/>
                  <a:gd name="T8" fmla="*/ 240 w 61"/>
                  <a:gd name="T9" fmla="*/ 3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1" h="7">
                    <a:moveTo>
                      <a:pt x="34" y="6"/>
                    </a:moveTo>
                    <a:cubicBezTo>
                      <a:pt x="25" y="6"/>
                      <a:pt x="9" y="2"/>
                      <a:pt x="0" y="3"/>
                    </a:cubicBezTo>
                    <a:cubicBezTo>
                      <a:pt x="5" y="0"/>
                      <a:pt x="13" y="2"/>
                      <a:pt x="23" y="2"/>
                    </a:cubicBezTo>
                    <a:cubicBezTo>
                      <a:pt x="33" y="3"/>
                      <a:pt x="52" y="5"/>
                      <a:pt x="61" y="2"/>
                    </a:cubicBezTo>
                    <a:cubicBezTo>
                      <a:pt x="47" y="7"/>
                      <a:pt x="41" y="6"/>
                      <a:pt x="34" y="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147" name="Freeform 770">
                <a:extLst>
                  <a:ext uri="{FF2B5EF4-FFF2-40B4-BE49-F238E27FC236}">
                    <a16:creationId xmlns:a16="http://schemas.microsoft.com/office/drawing/2014/main" id="{E31223B2-B77F-4678-9168-94E8F5B8C3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1160"/>
                <a:ext cx="43" cy="104"/>
              </a:xfrm>
              <a:custGeom>
                <a:avLst/>
                <a:gdLst>
                  <a:gd name="T0" fmla="*/ 156 w 22"/>
                  <a:gd name="T1" fmla="*/ 0 h 55"/>
                  <a:gd name="T2" fmla="*/ 61 w 22"/>
                  <a:gd name="T3" fmla="*/ 176 h 55"/>
                  <a:gd name="T4" fmla="*/ 0 w 22"/>
                  <a:gd name="T5" fmla="*/ 373 h 55"/>
                  <a:gd name="T6" fmla="*/ 96 w 22"/>
                  <a:gd name="T7" fmla="*/ 161 h 55"/>
                  <a:gd name="T8" fmla="*/ 164 w 22"/>
                  <a:gd name="T9" fmla="*/ 0 h 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55">
                    <a:moveTo>
                      <a:pt x="21" y="0"/>
                    </a:moveTo>
                    <a:cubicBezTo>
                      <a:pt x="17" y="9"/>
                      <a:pt x="12" y="16"/>
                      <a:pt x="8" y="26"/>
                    </a:cubicBezTo>
                    <a:cubicBezTo>
                      <a:pt x="5" y="35"/>
                      <a:pt x="3" y="45"/>
                      <a:pt x="0" y="55"/>
                    </a:cubicBezTo>
                    <a:cubicBezTo>
                      <a:pt x="4" y="44"/>
                      <a:pt x="8" y="34"/>
                      <a:pt x="13" y="24"/>
                    </a:cubicBezTo>
                    <a:cubicBezTo>
                      <a:pt x="16" y="16"/>
                      <a:pt x="21" y="9"/>
                      <a:pt x="22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148" name="Freeform 771">
                <a:extLst>
                  <a:ext uri="{FF2B5EF4-FFF2-40B4-BE49-F238E27FC236}">
                    <a16:creationId xmlns:a16="http://schemas.microsoft.com/office/drawing/2014/main" id="{D20405C0-A83A-4447-990A-EDCE2F4BA1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9" y="1904"/>
                <a:ext cx="27" cy="360"/>
              </a:xfrm>
              <a:custGeom>
                <a:avLst/>
                <a:gdLst>
                  <a:gd name="T0" fmla="*/ 56 w 14"/>
                  <a:gd name="T1" fmla="*/ 502 h 190"/>
                  <a:gd name="T2" fmla="*/ 15 w 14"/>
                  <a:gd name="T3" fmla="*/ 1292 h 190"/>
                  <a:gd name="T4" fmla="*/ 8 w 14"/>
                  <a:gd name="T5" fmla="*/ 830 h 190"/>
                  <a:gd name="T6" fmla="*/ 100 w 14"/>
                  <a:gd name="T7" fmla="*/ 0 h 190"/>
                  <a:gd name="T8" fmla="*/ 56 w 14"/>
                  <a:gd name="T9" fmla="*/ 502 h 19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90">
                    <a:moveTo>
                      <a:pt x="8" y="74"/>
                    </a:moveTo>
                    <a:cubicBezTo>
                      <a:pt x="6" y="88"/>
                      <a:pt x="3" y="165"/>
                      <a:pt x="2" y="190"/>
                    </a:cubicBezTo>
                    <a:cubicBezTo>
                      <a:pt x="2" y="190"/>
                      <a:pt x="0" y="171"/>
                      <a:pt x="1" y="122"/>
                    </a:cubicBezTo>
                    <a:cubicBezTo>
                      <a:pt x="2" y="73"/>
                      <a:pt x="4" y="23"/>
                      <a:pt x="14" y="0"/>
                    </a:cubicBezTo>
                    <a:cubicBezTo>
                      <a:pt x="10" y="10"/>
                      <a:pt x="9" y="54"/>
                      <a:pt x="8" y="7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149" name="Freeform 772">
                <a:extLst>
                  <a:ext uri="{FF2B5EF4-FFF2-40B4-BE49-F238E27FC236}">
                    <a16:creationId xmlns:a16="http://schemas.microsoft.com/office/drawing/2014/main" id="{34B55C07-677B-4EF2-B598-BFA5E96ECE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2" y="1927"/>
                <a:ext cx="63" cy="383"/>
              </a:xfrm>
              <a:custGeom>
                <a:avLst/>
                <a:gdLst>
                  <a:gd name="T0" fmla="*/ 216 w 33"/>
                  <a:gd name="T1" fmla="*/ 0 h 202"/>
                  <a:gd name="T2" fmla="*/ 145 w 33"/>
                  <a:gd name="T3" fmla="*/ 633 h 202"/>
                  <a:gd name="T4" fmla="*/ 0 w 33"/>
                  <a:gd name="T5" fmla="*/ 1377 h 202"/>
                  <a:gd name="T6" fmla="*/ 99 w 33"/>
                  <a:gd name="T7" fmla="*/ 683 h 202"/>
                  <a:gd name="T8" fmla="*/ 216 w 33"/>
                  <a:gd name="T9" fmla="*/ 0 h 2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3" h="202">
                    <a:moveTo>
                      <a:pt x="31" y="0"/>
                    </a:moveTo>
                    <a:cubicBezTo>
                      <a:pt x="33" y="16"/>
                      <a:pt x="30" y="60"/>
                      <a:pt x="21" y="93"/>
                    </a:cubicBezTo>
                    <a:cubicBezTo>
                      <a:pt x="12" y="127"/>
                      <a:pt x="4" y="166"/>
                      <a:pt x="0" y="202"/>
                    </a:cubicBezTo>
                    <a:cubicBezTo>
                      <a:pt x="5" y="178"/>
                      <a:pt x="8" y="126"/>
                      <a:pt x="14" y="100"/>
                    </a:cubicBezTo>
                    <a:cubicBezTo>
                      <a:pt x="19" y="74"/>
                      <a:pt x="33" y="9"/>
                      <a:pt x="31" y="0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150" name="Freeform 773">
                <a:extLst>
                  <a:ext uri="{FF2B5EF4-FFF2-40B4-BE49-F238E27FC236}">
                    <a16:creationId xmlns:a16="http://schemas.microsoft.com/office/drawing/2014/main" id="{F3D15407-5A56-4A30-A7B2-BD50961682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2" y="1904"/>
                <a:ext cx="25" cy="360"/>
              </a:xfrm>
              <a:custGeom>
                <a:avLst/>
                <a:gdLst>
                  <a:gd name="T0" fmla="*/ 44 w 13"/>
                  <a:gd name="T1" fmla="*/ 502 h 190"/>
                  <a:gd name="T2" fmla="*/ 85 w 13"/>
                  <a:gd name="T3" fmla="*/ 1292 h 190"/>
                  <a:gd name="T4" fmla="*/ 92 w 13"/>
                  <a:gd name="T5" fmla="*/ 830 h 190"/>
                  <a:gd name="T6" fmla="*/ 0 w 13"/>
                  <a:gd name="T7" fmla="*/ 0 h 190"/>
                  <a:gd name="T8" fmla="*/ 44 w 13"/>
                  <a:gd name="T9" fmla="*/ 502 h 19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90">
                    <a:moveTo>
                      <a:pt x="6" y="74"/>
                    </a:moveTo>
                    <a:cubicBezTo>
                      <a:pt x="7" y="88"/>
                      <a:pt x="11" y="165"/>
                      <a:pt x="12" y="190"/>
                    </a:cubicBezTo>
                    <a:cubicBezTo>
                      <a:pt x="12" y="190"/>
                      <a:pt x="13" y="171"/>
                      <a:pt x="13" y="122"/>
                    </a:cubicBezTo>
                    <a:cubicBezTo>
                      <a:pt x="12" y="73"/>
                      <a:pt x="10" y="23"/>
                      <a:pt x="0" y="0"/>
                    </a:cubicBezTo>
                    <a:cubicBezTo>
                      <a:pt x="3" y="10"/>
                      <a:pt x="5" y="54"/>
                      <a:pt x="6" y="74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151" name="Freeform 774">
                <a:extLst>
                  <a:ext uri="{FF2B5EF4-FFF2-40B4-BE49-F238E27FC236}">
                    <a16:creationId xmlns:a16="http://schemas.microsoft.com/office/drawing/2014/main" id="{B7FC79A2-9557-4064-947B-9BFA4A7CB7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0" y="1925"/>
                <a:ext cx="61" cy="383"/>
              </a:xfrm>
              <a:custGeom>
                <a:avLst/>
                <a:gdLst>
                  <a:gd name="T0" fmla="*/ 8 w 32"/>
                  <a:gd name="T1" fmla="*/ 0 h 202"/>
                  <a:gd name="T2" fmla="*/ 76 w 32"/>
                  <a:gd name="T3" fmla="*/ 639 h 202"/>
                  <a:gd name="T4" fmla="*/ 221 w 32"/>
                  <a:gd name="T5" fmla="*/ 1377 h 202"/>
                  <a:gd name="T6" fmla="*/ 124 w 32"/>
                  <a:gd name="T7" fmla="*/ 683 h 202"/>
                  <a:gd name="T8" fmla="*/ 8 w 32"/>
                  <a:gd name="T9" fmla="*/ 0 h 2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202">
                    <a:moveTo>
                      <a:pt x="1" y="0"/>
                    </a:moveTo>
                    <a:cubicBezTo>
                      <a:pt x="0" y="16"/>
                      <a:pt x="2" y="60"/>
                      <a:pt x="11" y="94"/>
                    </a:cubicBezTo>
                    <a:cubicBezTo>
                      <a:pt x="21" y="127"/>
                      <a:pt x="28" y="166"/>
                      <a:pt x="32" y="202"/>
                    </a:cubicBezTo>
                    <a:cubicBezTo>
                      <a:pt x="27" y="178"/>
                      <a:pt x="24" y="126"/>
                      <a:pt x="18" y="100"/>
                    </a:cubicBezTo>
                    <a:cubicBezTo>
                      <a:pt x="13" y="75"/>
                      <a:pt x="0" y="9"/>
                      <a:pt x="1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152" name="Freeform 775">
                <a:extLst>
                  <a:ext uri="{FF2B5EF4-FFF2-40B4-BE49-F238E27FC236}">
                    <a16:creationId xmlns:a16="http://schemas.microsoft.com/office/drawing/2014/main" id="{1D9B014D-3591-469D-8B02-68AEC6E2AA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4" y="2503"/>
                <a:ext cx="68" cy="110"/>
              </a:xfrm>
              <a:custGeom>
                <a:avLst/>
                <a:gdLst>
                  <a:gd name="T0" fmla="*/ 132 w 35"/>
                  <a:gd name="T1" fmla="*/ 8 h 58"/>
                  <a:gd name="T2" fmla="*/ 196 w 35"/>
                  <a:gd name="T3" fmla="*/ 366 h 58"/>
                  <a:gd name="T4" fmla="*/ 241 w 35"/>
                  <a:gd name="T5" fmla="*/ 349 h 58"/>
                  <a:gd name="T6" fmla="*/ 196 w 35"/>
                  <a:gd name="T7" fmla="*/ 245 h 58"/>
                  <a:gd name="T8" fmla="*/ 177 w 35"/>
                  <a:gd name="T9" fmla="*/ 116 h 58"/>
                  <a:gd name="T10" fmla="*/ 148 w 35"/>
                  <a:gd name="T11" fmla="*/ 0 h 5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5" h="58">
                    <a:moveTo>
                      <a:pt x="18" y="1"/>
                    </a:moveTo>
                    <a:cubicBezTo>
                      <a:pt x="0" y="13"/>
                      <a:pt x="11" y="46"/>
                      <a:pt x="27" y="54"/>
                    </a:cubicBezTo>
                    <a:cubicBezTo>
                      <a:pt x="31" y="55"/>
                      <a:pt x="35" y="58"/>
                      <a:pt x="33" y="51"/>
                    </a:cubicBezTo>
                    <a:cubicBezTo>
                      <a:pt x="33" y="46"/>
                      <a:pt x="27" y="42"/>
                      <a:pt x="27" y="36"/>
                    </a:cubicBezTo>
                    <a:cubicBezTo>
                      <a:pt x="26" y="30"/>
                      <a:pt x="25" y="23"/>
                      <a:pt x="24" y="17"/>
                    </a:cubicBezTo>
                    <a:cubicBezTo>
                      <a:pt x="24" y="11"/>
                      <a:pt x="24" y="5"/>
                      <a:pt x="20" y="0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153" name="Freeform 776">
                <a:extLst>
                  <a:ext uri="{FF2B5EF4-FFF2-40B4-BE49-F238E27FC236}">
                    <a16:creationId xmlns:a16="http://schemas.microsoft.com/office/drawing/2014/main" id="{A0F78670-BB26-44B2-8BE7-2510C7D783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6" y="2505"/>
                <a:ext cx="53" cy="104"/>
              </a:xfrm>
              <a:custGeom>
                <a:avLst/>
                <a:gdLst>
                  <a:gd name="T0" fmla="*/ 89 w 28"/>
                  <a:gd name="T1" fmla="*/ 21 h 55"/>
                  <a:gd name="T2" fmla="*/ 53 w 28"/>
                  <a:gd name="T3" fmla="*/ 176 h 55"/>
                  <a:gd name="T4" fmla="*/ 0 w 28"/>
                  <a:gd name="T5" fmla="*/ 304 h 55"/>
                  <a:gd name="T6" fmla="*/ 61 w 28"/>
                  <a:gd name="T7" fmla="*/ 340 h 55"/>
                  <a:gd name="T8" fmla="*/ 161 w 28"/>
                  <a:gd name="T9" fmla="*/ 204 h 55"/>
                  <a:gd name="T10" fmla="*/ 108 w 28"/>
                  <a:gd name="T11" fmla="*/ 0 h 5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8" h="55">
                    <a:moveTo>
                      <a:pt x="13" y="3"/>
                    </a:moveTo>
                    <a:cubicBezTo>
                      <a:pt x="11" y="10"/>
                      <a:pt x="10" y="18"/>
                      <a:pt x="8" y="26"/>
                    </a:cubicBezTo>
                    <a:cubicBezTo>
                      <a:pt x="6" y="32"/>
                      <a:pt x="6" y="41"/>
                      <a:pt x="0" y="45"/>
                    </a:cubicBezTo>
                    <a:cubicBezTo>
                      <a:pt x="4" y="50"/>
                      <a:pt x="1" y="55"/>
                      <a:pt x="9" y="50"/>
                    </a:cubicBezTo>
                    <a:cubicBezTo>
                      <a:pt x="16" y="46"/>
                      <a:pt x="22" y="38"/>
                      <a:pt x="24" y="30"/>
                    </a:cubicBezTo>
                    <a:cubicBezTo>
                      <a:pt x="28" y="18"/>
                      <a:pt x="26" y="8"/>
                      <a:pt x="16" y="0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154" name="Freeform 777">
                <a:extLst>
                  <a:ext uri="{FF2B5EF4-FFF2-40B4-BE49-F238E27FC236}">
                    <a16:creationId xmlns:a16="http://schemas.microsoft.com/office/drawing/2014/main" id="{A7333F70-C2A0-42CB-AE3A-556462D1B7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8" y="1738"/>
                <a:ext cx="33" cy="242"/>
              </a:xfrm>
              <a:custGeom>
                <a:avLst/>
                <a:gdLst>
                  <a:gd name="T0" fmla="*/ 0 w 17"/>
                  <a:gd name="T1" fmla="*/ 40 h 128"/>
                  <a:gd name="T2" fmla="*/ 23 w 17"/>
                  <a:gd name="T3" fmla="*/ 507 h 128"/>
                  <a:gd name="T4" fmla="*/ 60 w 17"/>
                  <a:gd name="T5" fmla="*/ 758 h 128"/>
                  <a:gd name="T6" fmla="*/ 87 w 17"/>
                  <a:gd name="T7" fmla="*/ 866 h 128"/>
                  <a:gd name="T8" fmla="*/ 72 w 17"/>
                  <a:gd name="T9" fmla="*/ 333 h 128"/>
                  <a:gd name="T10" fmla="*/ 0 w 17"/>
                  <a:gd name="T11" fmla="*/ 0 h 12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7" h="128">
                    <a:moveTo>
                      <a:pt x="0" y="6"/>
                    </a:moveTo>
                    <a:cubicBezTo>
                      <a:pt x="0" y="29"/>
                      <a:pt x="0" y="52"/>
                      <a:pt x="3" y="75"/>
                    </a:cubicBezTo>
                    <a:cubicBezTo>
                      <a:pt x="5" y="87"/>
                      <a:pt x="6" y="101"/>
                      <a:pt x="8" y="112"/>
                    </a:cubicBezTo>
                    <a:cubicBezTo>
                      <a:pt x="9" y="118"/>
                      <a:pt x="13" y="122"/>
                      <a:pt x="12" y="128"/>
                    </a:cubicBezTo>
                    <a:cubicBezTo>
                      <a:pt x="9" y="102"/>
                      <a:pt x="17" y="76"/>
                      <a:pt x="10" y="49"/>
                    </a:cubicBezTo>
                    <a:cubicBezTo>
                      <a:pt x="7" y="34"/>
                      <a:pt x="7" y="14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155" name="Freeform 778">
                <a:extLst>
                  <a:ext uri="{FF2B5EF4-FFF2-40B4-BE49-F238E27FC236}">
                    <a16:creationId xmlns:a16="http://schemas.microsoft.com/office/drawing/2014/main" id="{FBA543F1-51B7-40CA-9712-3130C77D68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4" y="1296"/>
                <a:ext cx="79" cy="428"/>
              </a:xfrm>
              <a:custGeom>
                <a:avLst/>
                <a:gdLst>
                  <a:gd name="T0" fmla="*/ 0 w 41"/>
                  <a:gd name="T1" fmla="*/ 0 h 226"/>
                  <a:gd name="T2" fmla="*/ 171 w 41"/>
                  <a:gd name="T3" fmla="*/ 381 h 226"/>
                  <a:gd name="T4" fmla="*/ 264 w 41"/>
                  <a:gd name="T5" fmla="*/ 979 h 226"/>
                  <a:gd name="T6" fmla="*/ 293 w 41"/>
                  <a:gd name="T7" fmla="*/ 1536 h 226"/>
                  <a:gd name="T8" fmla="*/ 224 w 41"/>
                  <a:gd name="T9" fmla="*/ 858 h 226"/>
                  <a:gd name="T10" fmla="*/ 0 w 41"/>
                  <a:gd name="T11" fmla="*/ 0 h 22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1" h="226">
                    <a:moveTo>
                      <a:pt x="0" y="0"/>
                    </a:moveTo>
                    <a:cubicBezTo>
                      <a:pt x="11" y="6"/>
                      <a:pt x="19" y="28"/>
                      <a:pt x="24" y="56"/>
                    </a:cubicBezTo>
                    <a:cubicBezTo>
                      <a:pt x="29" y="84"/>
                      <a:pt x="36" y="106"/>
                      <a:pt x="37" y="144"/>
                    </a:cubicBezTo>
                    <a:cubicBezTo>
                      <a:pt x="39" y="181"/>
                      <a:pt x="41" y="205"/>
                      <a:pt x="41" y="226"/>
                    </a:cubicBezTo>
                    <a:cubicBezTo>
                      <a:pt x="38" y="208"/>
                      <a:pt x="36" y="147"/>
                      <a:pt x="31" y="126"/>
                    </a:cubicBezTo>
                    <a:cubicBezTo>
                      <a:pt x="26" y="104"/>
                      <a:pt x="23" y="25"/>
                      <a:pt x="0" y="0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156" name="Freeform 779">
                <a:extLst>
                  <a:ext uri="{FF2B5EF4-FFF2-40B4-BE49-F238E27FC236}">
                    <a16:creationId xmlns:a16="http://schemas.microsoft.com/office/drawing/2014/main" id="{32B15C91-19FA-4836-A552-C13B36A81E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2" y="3028"/>
                <a:ext cx="74" cy="83"/>
              </a:xfrm>
              <a:custGeom>
                <a:avLst/>
                <a:gdLst>
                  <a:gd name="T0" fmla="*/ 0 w 39"/>
                  <a:gd name="T1" fmla="*/ 206 h 44"/>
                  <a:gd name="T2" fmla="*/ 237 w 39"/>
                  <a:gd name="T3" fmla="*/ 0 h 44"/>
                  <a:gd name="T4" fmla="*/ 220 w 39"/>
                  <a:gd name="T5" fmla="*/ 168 h 44"/>
                  <a:gd name="T6" fmla="*/ 40 w 39"/>
                  <a:gd name="T7" fmla="*/ 228 h 4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9" h="44">
                    <a:moveTo>
                      <a:pt x="0" y="31"/>
                    </a:moveTo>
                    <a:cubicBezTo>
                      <a:pt x="16" y="44"/>
                      <a:pt x="31" y="11"/>
                      <a:pt x="35" y="0"/>
                    </a:cubicBezTo>
                    <a:cubicBezTo>
                      <a:pt x="36" y="9"/>
                      <a:pt x="39" y="18"/>
                      <a:pt x="32" y="25"/>
                    </a:cubicBezTo>
                    <a:cubicBezTo>
                      <a:pt x="26" y="32"/>
                      <a:pt x="14" y="35"/>
                      <a:pt x="6" y="34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157" name="Freeform 780">
                <a:extLst>
                  <a:ext uri="{FF2B5EF4-FFF2-40B4-BE49-F238E27FC236}">
                    <a16:creationId xmlns:a16="http://schemas.microsoft.com/office/drawing/2014/main" id="{4418EB52-02C7-409B-B09F-E0395C0B31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3" y="3271"/>
                <a:ext cx="61" cy="462"/>
              </a:xfrm>
              <a:custGeom>
                <a:avLst/>
                <a:gdLst>
                  <a:gd name="T0" fmla="*/ 36 w 32"/>
                  <a:gd name="T1" fmla="*/ 0 h 244"/>
                  <a:gd name="T2" fmla="*/ 48 w 32"/>
                  <a:gd name="T3" fmla="*/ 882 h 244"/>
                  <a:gd name="T4" fmla="*/ 221 w 32"/>
                  <a:gd name="T5" fmla="*/ 1657 h 244"/>
                  <a:gd name="T6" fmla="*/ 105 w 32"/>
                  <a:gd name="T7" fmla="*/ 799 h 244"/>
                  <a:gd name="T8" fmla="*/ 36 w 32"/>
                  <a:gd name="T9" fmla="*/ 0 h 2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244">
                    <a:moveTo>
                      <a:pt x="5" y="0"/>
                    </a:moveTo>
                    <a:cubicBezTo>
                      <a:pt x="0" y="22"/>
                      <a:pt x="0" y="96"/>
                      <a:pt x="7" y="130"/>
                    </a:cubicBezTo>
                    <a:cubicBezTo>
                      <a:pt x="14" y="165"/>
                      <a:pt x="30" y="230"/>
                      <a:pt x="32" y="244"/>
                    </a:cubicBezTo>
                    <a:cubicBezTo>
                      <a:pt x="29" y="217"/>
                      <a:pt x="18" y="136"/>
                      <a:pt x="15" y="118"/>
                    </a:cubicBezTo>
                    <a:cubicBezTo>
                      <a:pt x="12" y="100"/>
                      <a:pt x="4" y="27"/>
                      <a:pt x="5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158" name="Freeform 781">
                <a:extLst>
                  <a:ext uri="{FF2B5EF4-FFF2-40B4-BE49-F238E27FC236}">
                    <a16:creationId xmlns:a16="http://schemas.microsoft.com/office/drawing/2014/main" id="{3F5F9311-13AC-4B6E-A3B9-9868AE6F23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6" y="3214"/>
                <a:ext cx="36" cy="523"/>
              </a:xfrm>
              <a:custGeom>
                <a:avLst/>
                <a:gdLst>
                  <a:gd name="T0" fmla="*/ 89 w 19"/>
                  <a:gd name="T1" fmla="*/ 1878 h 276"/>
                  <a:gd name="T2" fmla="*/ 32 w 19"/>
                  <a:gd name="T3" fmla="*/ 775 h 276"/>
                  <a:gd name="T4" fmla="*/ 61 w 19"/>
                  <a:gd name="T5" fmla="*/ 0 h 276"/>
                  <a:gd name="T6" fmla="*/ 100 w 19"/>
                  <a:gd name="T7" fmla="*/ 807 h 276"/>
                  <a:gd name="T8" fmla="*/ 89 w 19"/>
                  <a:gd name="T9" fmla="*/ 1878 h 27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276">
                    <a:moveTo>
                      <a:pt x="13" y="276"/>
                    </a:moveTo>
                    <a:cubicBezTo>
                      <a:pt x="17" y="259"/>
                      <a:pt x="10" y="163"/>
                      <a:pt x="5" y="114"/>
                    </a:cubicBezTo>
                    <a:cubicBezTo>
                      <a:pt x="0" y="66"/>
                      <a:pt x="2" y="21"/>
                      <a:pt x="9" y="0"/>
                    </a:cubicBezTo>
                    <a:cubicBezTo>
                      <a:pt x="6" y="17"/>
                      <a:pt x="11" y="75"/>
                      <a:pt x="15" y="119"/>
                    </a:cubicBezTo>
                    <a:cubicBezTo>
                      <a:pt x="19" y="164"/>
                      <a:pt x="19" y="256"/>
                      <a:pt x="13" y="27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159" name="Freeform 782">
                <a:extLst>
                  <a:ext uri="{FF2B5EF4-FFF2-40B4-BE49-F238E27FC236}">
                    <a16:creationId xmlns:a16="http://schemas.microsoft.com/office/drawing/2014/main" id="{4CB455B9-676D-42BF-8760-2E507906C0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9" y="3250"/>
                <a:ext cx="59" cy="458"/>
              </a:xfrm>
              <a:custGeom>
                <a:avLst/>
                <a:gdLst>
                  <a:gd name="T0" fmla="*/ 160 w 31"/>
                  <a:gd name="T1" fmla="*/ 0 h 242"/>
                  <a:gd name="T2" fmla="*/ 173 w 31"/>
                  <a:gd name="T3" fmla="*/ 882 h 242"/>
                  <a:gd name="T4" fmla="*/ 0 w 31"/>
                  <a:gd name="T5" fmla="*/ 1641 h 242"/>
                  <a:gd name="T6" fmla="*/ 137 w 31"/>
                  <a:gd name="T7" fmla="*/ 683 h 242"/>
                  <a:gd name="T8" fmla="*/ 160 w 31"/>
                  <a:gd name="T9" fmla="*/ 0 h 2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242">
                    <a:moveTo>
                      <a:pt x="23" y="0"/>
                    </a:moveTo>
                    <a:cubicBezTo>
                      <a:pt x="27" y="29"/>
                      <a:pt x="31" y="87"/>
                      <a:pt x="25" y="130"/>
                    </a:cubicBezTo>
                    <a:cubicBezTo>
                      <a:pt x="19" y="173"/>
                      <a:pt x="4" y="221"/>
                      <a:pt x="0" y="242"/>
                    </a:cubicBezTo>
                    <a:cubicBezTo>
                      <a:pt x="1" y="220"/>
                      <a:pt x="19" y="148"/>
                      <a:pt x="20" y="101"/>
                    </a:cubicBezTo>
                    <a:cubicBezTo>
                      <a:pt x="22" y="54"/>
                      <a:pt x="26" y="8"/>
                      <a:pt x="23" y="0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160" name="Freeform 783">
                <a:extLst>
                  <a:ext uri="{FF2B5EF4-FFF2-40B4-BE49-F238E27FC236}">
                    <a16:creationId xmlns:a16="http://schemas.microsoft.com/office/drawing/2014/main" id="{6A99F6FF-2BAA-4A5B-BAAE-D04DAAE49D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7" y="3792"/>
                <a:ext cx="28" cy="125"/>
              </a:xfrm>
              <a:custGeom>
                <a:avLst/>
                <a:gdLst>
                  <a:gd name="T0" fmla="*/ 91 w 15"/>
                  <a:gd name="T1" fmla="*/ 0 h 66"/>
                  <a:gd name="T2" fmla="*/ 65 w 15"/>
                  <a:gd name="T3" fmla="*/ 258 h 66"/>
                  <a:gd name="T4" fmla="*/ 73 w 15"/>
                  <a:gd name="T5" fmla="*/ 449 h 66"/>
                  <a:gd name="T6" fmla="*/ 7 w 15"/>
                  <a:gd name="T7" fmla="*/ 297 h 66"/>
                  <a:gd name="T8" fmla="*/ 60 w 15"/>
                  <a:gd name="T9" fmla="*/ 220 h 66"/>
                  <a:gd name="T10" fmla="*/ 97 w 15"/>
                  <a:gd name="T11" fmla="*/ 53 h 6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" h="66">
                    <a:moveTo>
                      <a:pt x="14" y="0"/>
                    </a:moveTo>
                    <a:cubicBezTo>
                      <a:pt x="13" y="13"/>
                      <a:pt x="13" y="25"/>
                      <a:pt x="10" y="38"/>
                    </a:cubicBezTo>
                    <a:cubicBezTo>
                      <a:pt x="8" y="49"/>
                      <a:pt x="11" y="56"/>
                      <a:pt x="11" y="66"/>
                    </a:cubicBezTo>
                    <a:cubicBezTo>
                      <a:pt x="9" y="60"/>
                      <a:pt x="0" y="50"/>
                      <a:pt x="1" y="44"/>
                    </a:cubicBezTo>
                    <a:cubicBezTo>
                      <a:pt x="2" y="40"/>
                      <a:pt x="8" y="36"/>
                      <a:pt x="9" y="32"/>
                    </a:cubicBezTo>
                    <a:cubicBezTo>
                      <a:pt x="12" y="24"/>
                      <a:pt x="10" y="15"/>
                      <a:pt x="15" y="8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161" name="Freeform 784">
                <a:extLst>
                  <a:ext uri="{FF2B5EF4-FFF2-40B4-BE49-F238E27FC236}">
                    <a16:creationId xmlns:a16="http://schemas.microsoft.com/office/drawing/2014/main" id="{D687FFE8-F662-4741-B978-58C419F0A0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5" y="3729"/>
                <a:ext cx="27" cy="140"/>
              </a:xfrm>
              <a:custGeom>
                <a:avLst/>
                <a:gdLst>
                  <a:gd name="T0" fmla="*/ 64 w 14"/>
                  <a:gd name="T1" fmla="*/ 212 h 74"/>
                  <a:gd name="T2" fmla="*/ 56 w 14"/>
                  <a:gd name="T3" fmla="*/ 501 h 74"/>
                  <a:gd name="T4" fmla="*/ 23 w 14"/>
                  <a:gd name="T5" fmla="*/ 236 h 74"/>
                  <a:gd name="T6" fmla="*/ 0 w 14"/>
                  <a:gd name="T7" fmla="*/ 100 h 74"/>
                  <a:gd name="T8" fmla="*/ 8 w 14"/>
                  <a:gd name="T9" fmla="*/ 0 h 74"/>
                  <a:gd name="T10" fmla="*/ 71 w 14"/>
                  <a:gd name="T11" fmla="*/ 204 h 7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" h="74">
                    <a:moveTo>
                      <a:pt x="9" y="31"/>
                    </a:moveTo>
                    <a:cubicBezTo>
                      <a:pt x="14" y="46"/>
                      <a:pt x="14" y="58"/>
                      <a:pt x="8" y="74"/>
                    </a:cubicBezTo>
                    <a:cubicBezTo>
                      <a:pt x="10" y="62"/>
                      <a:pt x="8" y="46"/>
                      <a:pt x="3" y="35"/>
                    </a:cubicBezTo>
                    <a:cubicBezTo>
                      <a:pt x="1" y="27"/>
                      <a:pt x="0" y="24"/>
                      <a:pt x="0" y="15"/>
                    </a:cubicBezTo>
                    <a:cubicBezTo>
                      <a:pt x="1" y="10"/>
                      <a:pt x="3" y="5"/>
                      <a:pt x="1" y="0"/>
                    </a:cubicBezTo>
                    <a:cubicBezTo>
                      <a:pt x="3" y="10"/>
                      <a:pt x="7" y="21"/>
                      <a:pt x="10" y="30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162" name="Freeform 785">
                <a:extLst>
                  <a:ext uri="{FF2B5EF4-FFF2-40B4-BE49-F238E27FC236}">
                    <a16:creationId xmlns:a16="http://schemas.microsoft.com/office/drawing/2014/main" id="{84E4967B-65FC-47DB-923A-03F54F2D47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0" y="3024"/>
                <a:ext cx="53" cy="82"/>
              </a:xfrm>
              <a:custGeom>
                <a:avLst/>
                <a:gdLst>
                  <a:gd name="T0" fmla="*/ 0 w 28"/>
                  <a:gd name="T1" fmla="*/ 236 h 43"/>
                  <a:gd name="T2" fmla="*/ 151 w 28"/>
                  <a:gd name="T3" fmla="*/ 0 h 43"/>
                  <a:gd name="T4" fmla="*/ 21 w 28"/>
                  <a:gd name="T5" fmla="*/ 252 h 4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43">
                    <a:moveTo>
                      <a:pt x="0" y="34"/>
                    </a:moveTo>
                    <a:cubicBezTo>
                      <a:pt x="17" y="42"/>
                      <a:pt x="23" y="10"/>
                      <a:pt x="22" y="0"/>
                    </a:cubicBezTo>
                    <a:cubicBezTo>
                      <a:pt x="28" y="14"/>
                      <a:pt x="22" y="43"/>
                      <a:pt x="3" y="36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163" name="Freeform 786">
                <a:extLst>
                  <a:ext uri="{FF2B5EF4-FFF2-40B4-BE49-F238E27FC236}">
                    <a16:creationId xmlns:a16="http://schemas.microsoft.com/office/drawing/2014/main" id="{194F389B-23B0-4EE8-9EE9-D390434781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9" y="2475"/>
                <a:ext cx="75" cy="220"/>
              </a:xfrm>
              <a:custGeom>
                <a:avLst/>
                <a:gdLst>
                  <a:gd name="T0" fmla="*/ 156 w 39"/>
                  <a:gd name="T1" fmla="*/ 76 h 116"/>
                  <a:gd name="T2" fmla="*/ 121 w 39"/>
                  <a:gd name="T3" fmla="*/ 791 h 116"/>
                  <a:gd name="T4" fmla="*/ 148 w 39"/>
                  <a:gd name="T5" fmla="*/ 525 h 116"/>
                  <a:gd name="T6" fmla="*/ 148 w 39"/>
                  <a:gd name="T7" fmla="*/ 260 h 116"/>
                  <a:gd name="T8" fmla="*/ 185 w 39"/>
                  <a:gd name="T9" fmla="*/ 129 h 116"/>
                  <a:gd name="T10" fmla="*/ 277 w 39"/>
                  <a:gd name="T11" fmla="*/ 0 h 116"/>
                  <a:gd name="T12" fmla="*/ 140 w 39"/>
                  <a:gd name="T13" fmla="*/ 89 h 1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9" h="116">
                    <a:moveTo>
                      <a:pt x="22" y="11"/>
                    </a:moveTo>
                    <a:cubicBezTo>
                      <a:pt x="0" y="22"/>
                      <a:pt x="25" y="89"/>
                      <a:pt x="17" y="116"/>
                    </a:cubicBezTo>
                    <a:cubicBezTo>
                      <a:pt x="16" y="103"/>
                      <a:pt x="19" y="90"/>
                      <a:pt x="21" y="77"/>
                    </a:cubicBezTo>
                    <a:cubicBezTo>
                      <a:pt x="22" y="64"/>
                      <a:pt x="20" y="51"/>
                      <a:pt x="21" y="38"/>
                    </a:cubicBezTo>
                    <a:cubicBezTo>
                      <a:pt x="22" y="31"/>
                      <a:pt x="23" y="25"/>
                      <a:pt x="26" y="19"/>
                    </a:cubicBezTo>
                    <a:cubicBezTo>
                      <a:pt x="29" y="13"/>
                      <a:pt x="34" y="2"/>
                      <a:pt x="39" y="0"/>
                    </a:cubicBezTo>
                    <a:cubicBezTo>
                      <a:pt x="32" y="3"/>
                      <a:pt x="26" y="10"/>
                      <a:pt x="20" y="1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164" name="Freeform 787">
                <a:extLst>
                  <a:ext uri="{FF2B5EF4-FFF2-40B4-BE49-F238E27FC236}">
                    <a16:creationId xmlns:a16="http://schemas.microsoft.com/office/drawing/2014/main" id="{487AF3A3-7F72-4C33-B35B-D35FB61D15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6" y="2922"/>
                <a:ext cx="31" cy="256"/>
              </a:xfrm>
              <a:custGeom>
                <a:avLst/>
                <a:gdLst>
                  <a:gd name="T0" fmla="*/ 60 w 16"/>
                  <a:gd name="T1" fmla="*/ 0 h 135"/>
                  <a:gd name="T2" fmla="*/ 45 w 16"/>
                  <a:gd name="T3" fmla="*/ 457 h 135"/>
                  <a:gd name="T4" fmla="*/ 79 w 16"/>
                  <a:gd name="T5" fmla="*/ 920 h 135"/>
                  <a:gd name="T6" fmla="*/ 93 w 16"/>
                  <a:gd name="T7" fmla="*/ 497 h 135"/>
                  <a:gd name="T8" fmla="*/ 64 w 16"/>
                  <a:gd name="T9" fmla="*/ 121 h 135"/>
                  <a:gd name="T10" fmla="*/ 60 w 16"/>
                  <a:gd name="T11" fmla="*/ 0 h 13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6" h="135">
                    <a:moveTo>
                      <a:pt x="8" y="0"/>
                    </a:moveTo>
                    <a:cubicBezTo>
                      <a:pt x="7" y="20"/>
                      <a:pt x="0" y="42"/>
                      <a:pt x="6" y="67"/>
                    </a:cubicBezTo>
                    <a:cubicBezTo>
                      <a:pt x="12" y="93"/>
                      <a:pt x="15" y="112"/>
                      <a:pt x="11" y="135"/>
                    </a:cubicBezTo>
                    <a:cubicBezTo>
                      <a:pt x="16" y="117"/>
                      <a:pt x="15" y="89"/>
                      <a:pt x="13" y="73"/>
                    </a:cubicBezTo>
                    <a:cubicBezTo>
                      <a:pt x="10" y="59"/>
                      <a:pt x="8" y="31"/>
                      <a:pt x="9" y="18"/>
                    </a:cubicBezTo>
                    <a:cubicBezTo>
                      <a:pt x="10" y="6"/>
                      <a:pt x="8" y="0"/>
                      <a:pt x="8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165" name="Freeform 788">
                <a:extLst>
                  <a:ext uri="{FF2B5EF4-FFF2-40B4-BE49-F238E27FC236}">
                    <a16:creationId xmlns:a16="http://schemas.microsoft.com/office/drawing/2014/main" id="{DC984421-BAD8-4A0E-84A5-8493F4AAB2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7" y="3977"/>
                <a:ext cx="110" cy="74"/>
              </a:xfrm>
              <a:custGeom>
                <a:avLst/>
                <a:gdLst>
                  <a:gd name="T0" fmla="*/ 64 w 57"/>
                  <a:gd name="T1" fmla="*/ 213 h 39"/>
                  <a:gd name="T2" fmla="*/ 309 w 57"/>
                  <a:gd name="T3" fmla="*/ 213 h 39"/>
                  <a:gd name="T4" fmla="*/ 357 w 57"/>
                  <a:gd name="T5" fmla="*/ 0 h 39"/>
                  <a:gd name="T6" fmla="*/ 340 w 57"/>
                  <a:gd name="T7" fmla="*/ 76 h 39"/>
                  <a:gd name="T8" fmla="*/ 232 w 57"/>
                  <a:gd name="T9" fmla="*/ 123 h 39"/>
                  <a:gd name="T10" fmla="*/ 23 w 57"/>
                  <a:gd name="T11" fmla="*/ 108 h 39"/>
                  <a:gd name="T12" fmla="*/ 29 w 57"/>
                  <a:gd name="T13" fmla="*/ 213 h 3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7" h="39">
                    <a:moveTo>
                      <a:pt x="9" y="31"/>
                    </a:moveTo>
                    <a:cubicBezTo>
                      <a:pt x="17" y="39"/>
                      <a:pt x="33" y="36"/>
                      <a:pt x="43" y="31"/>
                    </a:cubicBezTo>
                    <a:cubicBezTo>
                      <a:pt x="57" y="24"/>
                      <a:pt x="55" y="14"/>
                      <a:pt x="50" y="0"/>
                    </a:cubicBezTo>
                    <a:cubicBezTo>
                      <a:pt x="49" y="5"/>
                      <a:pt x="50" y="7"/>
                      <a:pt x="47" y="11"/>
                    </a:cubicBezTo>
                    <a:cubicBezTo>
                      <a:pt x="44" y="15"/>
                      <a:pt x="36" y="17"/>
                      <a:pt x="32" y="18"/>
                    </a:cubicBezTo>
                    <a:cubicBezTo>
                      <a:pt x="22" y="21"/>
                      <a:pt x="12" y="18"/>
                      <a:pt x="3" y="16"/>
                    </a:cubicBezTo>
                    <a:cubicBezTo>
                      <a:pt x="0" y="20"/>
                      <a:pt x="4" y="27"/>
                      <a:pt x="4" y="31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166" name="Freeform 789">
                <a:extLst>
                  <a:ext uri="{FF2B5EF4-FFF2-40B4-BE49-F238E27FC236}">
                    <a16:creationId xmlns:a16="http://schemas.microsoft.com/office/drawing/2014/main" id="{FD4F9118-EA1D-40E2-AF1D-17DBE67F30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4" y="3879"/>
                <a:ext cx="117" cy="163"/>
              </a:xfrm>
              <a:custGeom>
                <a:avLst/>
                <a:gdLst>
                  <a:gd name="T0" fmla="*/ 0 w 61"/>
                  <a:gd name="T1" fmla="*/ 586 h 86"/>
                  <a:gd name="T2" fmla="*/ 121 w 61"/>
                  <a:gd name="T3" fmla="*/ 565 h 86"/>
                  <a:gd name="T4" fmla="*/ 217 w 61"/>
                  <a:gd name="T5" fmla="*/ 571 h 86"/>
                  <a:gd name="T6" fmla="*/ 301 w 61"/>
                  <a:gd name="T7" fmla="*/ 546 h 86"/>
                  <a:gd name="T8" fmla="*/ 361 w 61"/>
                  <a:gd name="T9" fmla="*/ 449 h 86"/>
                  <a:gd name="T10" fmla="*/ 386 w 61"/>
                  <a:gd name="T11" fmla="*/ 212 h 86"/>
                  <a:gd name="T12" fmla="*/ 368 w 61"/>
                  <a:gd name="T13" fmla="*/ 0 h 86"/>
                  <a:gd name="T14" fmla="*/ 301 w 61"/>
                  <a:gd name="T15" fmla="*/ 116 h 86"/>
                  <a:gd name="T16" fmla="*/ 309 w 61"/>
                  <a:gd name="T17" fmla="*/ 273 h 86"/>
                  <a:gd name="T18" fmla="*/ 247 w 61"/>
                  <a:gd name="T19" fmla="*/ 402 h 86"/>
                  <a:gd name="T20" fmla="*/ 148 w 61"/>
                  <a:gd name="T21" fmla="*/ 525 h 8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1" h="86">
                    <a:moveTo>
                      <a:pt x="0" y="86"/>
                    </a:moveTo>
                    <a:cubicBezTo>
                      <a:pt x="6" y="83"/>
                      <a:pt x="11" y="82"/>
                      <a:pt x="17" y="83"/>
                    </a:cubicBezTo>
                    <a:cubicBezTo>
                      <a:pt x="22" y="83"/>
                      <a:pt x="26" y="85"/>
                      <a:pt x="31" y="84"/>
                    </a:cubicBezTo>
                    <a:cubicBezTo>
                      <a:pt x="35" y="84"/>
                      <a:pt x="40" y="81"/>
                      <a:pt x="43" y="80"/>
                    </a:cubicBezTo>
                    <a:cubicBezTo>
                      <a:pt x="49" y="76"/>
                      <a:pt x="49" y="72"/>
                      <a:pt x="51" y="66"/>
                    </a:cubicBezTo>
                    <a:cubicBezTo>
                      <a:pt x="54" y="54"/>
                      <a:pt x="54" y="43"/>
                      <a:pt x="55" y="31"/>
                    </a:cubicBezTo>
                    <a:cubicBezTo>
                      <a:pt x="56" y="21"/>
                      <a:pt x="61" y="7"/>
                      <a:pt x="52" y="0"/>
                    </a:cubicBezTo>
                    <a:cubicBezTo>
                      <a:pt x="49" y="4"/>
                      <a:pt x="44" y="12"/>
                      <a:pt x="43" y="17"/>
                    </a:cubicBezTo>
                    <a:cubicBezTo>
                      <a:pt x="42" y="24"/>
                      <a:pt x="45" y="32"/>
                      <a:pt x="44" y="40"/>
                    </a:cubicBezTo>
                    <a:cubicBezTo>
                      <a:pt x="43" y="47"/>
                      <a:pt x="40" y="53"/>
                      <a:pt x="35" y="59"/>
                    </a:cubicBezTo>
                    <a:cubicBezTo>
                      <a:pt x="31" y="65"/>
                      <a:pt x="29" y="77"/>
                      <a:pt x="21" y="77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167" name="Freeform 790">
                <a:extLst>
                  <a:ext uri="{FF2B5EF4-FFF2-40B4-BE49-F238E27FC236}">
                    <a16:creationId xmlns:a16="http://schemas.microsoft.com/office/drawing/2014/main" id="{13A29332-0471-44F3-A04E-70D2004F98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5" y="2052"/>
                <a:ext cx="33" cy="13"/>
              </a:xfrm>
              <a:custGeom>
                <a:avLst/>
                <a:gdLst>
                  <a:gd name="T0" fmla="*/ 0 w 17"/>
                  <a:gd name="T1" fmla="*/ 37 h 7"/>
                  <a:gd name="T2" fmla="*/ 60 w 17"/>
                  <a:gd name="T3" fmla="*/ 0 h 7"/>
                  <a:gd name="T4" fmla="*/ 124 w 17"/>
                  <a:gd name="T5" fmla="*/ 45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7">
                    <a:moveTo>
                      <a:pt x="0" y="6"/>
                    </a:moveTo>
                    <a:cubicBezTo>
                      <a:pt x="4" y="1"/>
                      <a:pt x="5" y="0"/>
                      <a:pt x="8" y="0"/>
                    </a:cubicBezTo>
                    <a:cubicBezTo>
                      <a:pt x="12" y="0"/>
                      <a:pt x="13" y="1"/>
                      <a:pt x="17" y="7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168" name="Freeform 791">
                <a:extLst>
                  <a:ext uri="{FF2B5EF4-FFF2-40B4-BE49-F238E27FC236}">
                    <a16:creationId xmlns:a16="http://schemas.microsoft.com/office/drawing/2014/main" id="{CDE78900-D4B5-4B5C-AAFA-27BECD5023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1" y="2060"/>
                <a:ext cx="21" cy="9"/>
              </a:xfrm>
              <a:custGeom>
                <a:avLst/>
                <a:gdLst>
                  <a:gd name="T0" fmla="*/ 0 w 11"/>
                  <a:gd name="T1" fmla="*/ 0 h 5"/>
                  <a:gd name="T2" fmla="*/ 76 w 11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5">
                    <a:moveTo>
                      <a:pt x="0" y="0"/>
                    </a:moveTo>
                    <a:cubicBezTo>
                      <a:pt x="2" y="5"/>
                      <a:pt x="10" y="5"/>
                      <a:pt x="11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169" name="Freeform 792">
                <a:extLst>
                  <a:ext uri="{FF2B5EF4-FFF2-40B4-BE49-F238E27FC236}">
                    <a16:creationId xmlns:a16="http://schemas.microsoft.com/office/drawing/2014/main" id="{F1CC21B3-1AB7-429B-83F3-27F3BE66F0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5" y="1270"/>
                <a:ext cx="159" cy="18"/>
              </a:xfrm>
              <a:custGeom>
                <a:avLst/>
                <a:gdLst>
                  <a:gd name="T0" fmla="*/ 0 w 83"/>
                  <a:gd name="T1" fmla="*/ 0 h 10"/>
                  <a:gd name="T2" fmla="*/ 161 w 83"/>
                  <a:gd name="T3" fmla="*/ 29 h 10"/>
                  <a:gd name="T4" fmla="*/ 337 w 83"/>
                  <a:gd name="T5" fmla="*/ 29 h 10"/>
                  <a:gd name="T6" fmla="*/ 569 w 83"/>
                  <a:gd name="T7" fmla="*/ 41 h 10"/>
                  <a:gd name="T8" fmla="*/ 584 w 83"/>
                  <a:gd name="T9" fmla="*/ 58 h 10"/>
                  <a:gd name="T10" fmla="*/ 577 w 83"/>
                  <a:gd name="T11" fmla="*/ 29 h 10"/>
                  <a:gd name="T12" fmla="*/ 337 w 83"/>
                  <a:gd name="T13" fmla="*/ 16 h 10"/>
                  <a:gd name="T14" fmla="*/ 161 w 83"/>
                  <a:gd name="T15" fmla="*/ 16 h 10"/>
                  <a:gd name="T16" fmla="*/ 0 w 83"/>
                  <a:gd name="T17" fmla="*/ 0 h 1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3" h="10">
                    <a:moveTo>
                      <a:pt x="0" y="0"/>
                    </a:moveTo>
                    <a:cubicBezTo>
                      <a:pt x="4" y="0"/>
                      <a:pt x="18" y="3"/>
                      <a:pt x="23" y="5"/>
                    </a:cubicBezTo>
                    <a:cubicBezTo>
                      <a:pt x="27" y="7"/>
                      <a:pt x="37" y="6"/>
                      <a:pt x="48" y="5"/>
                    </a:cubicBezTo>
                    <a:cubicBezTo>
                      <a:pt x="62" y="4"/>
                      <a:pt x="77" y="2"/>
                      <a:pt x="81" y="7"/>
                    </a:cubicBezTo>
                    <a:cubicBezTo>
                      <a:pt x="82" y="7"/>
                      <a:pt x="83" y="8"/>
                      <a:pt x="83" y="10"/>
                    </a:cubicBezTo>
                    <a:cubicBezTo>
                      <a:pt x="83" y="8"/>
                      <a:pt x="83" y="7"/>
                      <a:pt x="82" y="5"/>
                    </a:cubicBezTo>
                    <a:cubicBezTo>
                      <a:pt x="78" y="0"/>
                      <a:pt x="63" y="2"/>
                      <a:pt x="48" y="3"/>
                    </a:cubicBezTo>
                    <a:cubicBezTo>
                      <a:pt x="37" y="4"/>
                      <a:pt x="27" y="5"/>
                      <a:pt x="23" y="3"/>
                    </a:cubicBezTo>
                    <a:cubicBezTo>
                      <a:pt x="19" y="1"/>
                      <a:pt x="6" y="1"/>
                      <a:pt x="0" y="0"/>
                    </a:cubicBezTo>
                  </a:path>
                </a:pathLst>
              </a:custGeom>
              <a:solidFill>
                <a:srgbClr val="7575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170" name="Freeform 793">
                <a:extLst>
                  <a:ext uri="{FF2B5EF4-FFF2-40B4-BE49-F238E27FC236}">
                    <a16:creationId xmlns:a16="http://schemas.microsoft.com/office/drawing/2014/main" id="{CE80C789-2875-4AAB-8733-7FD114F244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9" y="1307"/>
                <a:ext cx="31" cy="17"/>
              </a:xfrm>
              <a:custGeom>
                <a:avLst/>
                <a:gdLst>
                  <a:gd name="T0" fmla="*/ 0 w 16"/>
                  <a:gd name="T1" fmla="*/ 0 h 9"/>
                  <a:gd name="T2" fmla="*/ 52 w 16"/>
                  <a:gd name="T3" fmla="*/ 60 h 9"/>
                  <a:gd name="T4" fmla="*/ 116 w 16"/>
                  <a:gd name="T5" fmla="*/ 8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9">
                    <a:moveTo>
                      <a:pt x="0" y="0"/>
                    </a:moveTo>
                    <a:cubicBezTo>
                      <a:pt x="2" y="5"/>
                      <a:pt x="4" y="9"/>
                      <a:pt x="7" y="9"/>
                    </a:cubicBezTo>
                    <a:cubicBezTo>
                      <a:pt x="9" y="9"/>
                      <a:pt x="12" y="6"/>
                      <a:pt x="16" y="1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171" name="Freeform 794">
                <a:extLst>
                  <a:ext uri="{FF2B5EF4-FFF2-40B4-BE49-F238E27FC236}">
                    <a16:creationId xmlns:a16="http://schemas.microsoft.com/office/drawing/2014/main" id="{8AFECD36-F287-418B-8555-0BCDE44416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9" y="3983"/>
                <a:ext cx="27" cy="63"/>
              </a:xfrm>
              <a:custGeom>
                <a:avLst/>
                <a:gdLst>
                  <a:gd name="T0" fmla="*/ 93 w 14"/>
                  <a:gd name="T1" fmla="*/ 0 h 33"/>
                  <a:gd name="T2" fmla="*/ 71 w 14"/>
                  <a:gd name="T3" fmla="*/ 69 h 33"/>
                  <a:gd name="T4" fmla="*/ 37 w 14"/>
                  <a:gd name="T5" fmla="*/ 229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33">
                    <a:moveTo>
                      <a:pt x="13" y="0"/>
                    </a:moveTo>
                    <a:cubicBezTo>
                      <a:pt x="14" y="3"/>
                      <a:pt x="12" y="7"/>
                      <a:pt x="10" y="10"/>
                    </a:cubicBezTo>
                    <a:cubicBezTo>
                      <a:pt x="6" y="14"/>
                      <a:pt x="0" y="26"/>
                      <a:pt x="5" y="33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172" name="Freeform 795">
                <a:extLst>
                  <a:ext uri="{FF2B5EF4-FFF2-40B4-BE49-F238E27FC236}">
                    <a16:creationId xmlns:a16="http://schemas.microsoft.com/office/drawing/2014/main" id="{850BE360-1BB8-4B59-AF95-891B4C829A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9" y="3985"/>
                <a:ext cx="36" cy="63"/>
              </a:xfrm>
              <a:custGeom>
                <a:avLst/>
                <a:gdLst>
                  <a:gd name="T0" fmla="*/ 129 w 19"/>
                  <a:gd name="T1" fmla="*/ 0 h 33"/>
                  <a:gd name="T2" fmla="*/ 53 w 19"/>
                  <a:gd name="T3" fmla="*/ 84 h 33"/>
                  <a:gd name="T4" fmla="*/ 21 w 19"/>
                  <a:gd name="T5" fmla="*/ 229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33">
                    <a:moveTo>
                      <a:pt x="19" y="0"/>
                    </a:moveTo>
                    <a:cubicBezTo>
                      <a:pt x="16" y="6"/>
                      <a:pt x="10" y="10"/>
                      <a:pt x="8" y="12"/>
                    </a:cubicBezTo>
                    <a:cubicBezTo>
                      <a:pt x="2" y="19"/>
                      <a:pt x="0" y="27"/>
                      <a:pt x="3" y="33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173" name="Freeform 796">
                <a:extLst>
                  <a:ext uri="{FF2B5EF4-FFF2-40B4-BE49-F238E27FC236}">
                    <a16:creationId xmlns:a16="http://schemas.microsoft.com/office/drawing/2014/main" id="{47AFA15A-35BD-43A8-8C9C-D3C7D0ED88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6" y="3981"/>
                <a:ext cx="40" cy="61"/>
              </a:xfrm>
              <a:custGeom>
                <a:avLst/>
                <a:gdLst>
                  <a:gd name="T0" fmla="*/ 145 w 21"/>
                  <a:gd name="T1" fmla="*/ 0 h 32"/>
                  <a:gd name="T2" fmla="*/ 61 w 21"/>
                  <a:gd name="T3" fmla="*/ 97 h 32"/>
                  <a:gd name="T4" fmla="*/ 8 w 21"/>
                  <a:gd name="T5" fmla="*/ 221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32">
                    <a:moveTo>
                      <a:pt x="21" y="0"/>
                    </a:moveTo>
                    <a:cubicBezTo>
                      <a:pt x="18" y="4"/>
                      <a:pt x="13" y="9"/>
                      <a:pt x="9" y="14"/>
                    </a:cubicBezTo>
                    <a:cubicBezTo>
                      <a:pt x="5" y="18"/>
                      <a:pt x="0" y="25"/>
                      <a:pt x="1" y="32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174" name="Freeform 797">
                <a:extLst>
                  <a:ext uri="{FF2B5EF4-FFF2-40B4-BE49-F238E27FC236}">
                    <a16:creationId xmlns:a16="http://schemas.microsoft.com/office/drawing/2014/main" id="{2F22B292-C96C-4270-91B1-4FBA727E1E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1" y="3974"/>
                <a:ext cx="28" cy="45"/>
              </a:xfrm>
              <a:custGeom>
                <a:avLst/>
                <a:gdLst>
                  <a:gd name="T0" fmla="*/ 97 w 15"/>
                  <a:gd name="T1" fmla="*/ 0 h 24"/>
                  <a:gd name="T2" fmla="*/ 39 w 15"/>
                  <a:gd name="T3" fmla="*/ 68 h 24"/>
                  <a:gd name="T4" fmla="*/ 0 w 15"/>
                  <a:gd name="T5" fmla="*/ 158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24">
                    <a:moveTo>
                      <a:pt x="15" y="0"/>
                    </a:moveTo>
                    <a:cubicBezTo>
                      <a:pt x="13" y="3"/>
                      <a:pt x="9" y="7"/>
                      <a:pt x="6" y="10"/>
                    </a:cubicBezTo>
                    <a:cubicBezTo>
                      <a:pt x="3" y="13"/>
                      <a:pt x="0" y="19"/>
                      <a:pt x="0" y="24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175" name="Freeform 798">
                <a:extLst>
                  <a:ext uri="{FF2B5EF4-FFF2-40B4-BE49-F238E27FC236}">
                    <a16:creationId xmlns:a16="http://schemas.microsoft.com/office/drawing/2014/main" id="{0213911E-6BEC-4D16-834A-5BA70B0FF6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6" y="4008"/>
                <a:ext cx="40" cy="22"/>
              </a:xfrm>
              <a:custGeom>
                <a:avLst/>
                <a:gdLst>
                  <a:gd name="T0" fmla="*/ 0 w 21"/>
                  <a:gd name="T1" fmla="*/ 73 h 12"/>
                  <a:gd name="T2" fmla="*/ 109 w 21"/>
                  <a:gd name="T3" fmla="*/ 73 h 12"/>
                  <a:gd name="T4" fmla="*/ 76 w 21"/>
                  <a:gd name="T5" fmla="*/ 7 h 12"/>
                  <a:gd name="T6" fmla="*/ 0 w 21"/>
                  <a:gd name="T7" fmla="*/ 73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12">
                    <a:moveTo>
                      <a:pt x="0" y="12"/>
                    </a:moveTo>
                    <a:cubicBezTo>
                      <a:pt x="7" y="10"/>
                      <a:pt x="14" y="11"/>
                      <a:pt x="16" y="12"/>
                    </a:cubicBezTo>
                    <a:cubicBezTo>
                      <a:pt x="21" y="4"/>
                      <a:pt x="15" y="0"/>
                      <a:pt x="11" y="1"/>
                    </a:cubicBezTo>
                    <a:cubicBezTo>
                      <a:pt x="2" y="1"/>
                      <a:pt x="0" y="9"/>
                      <a:pt x="0" y="12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176" name="Freeform 799">
                <a:extLst>
                  <a:ext uri="{FF2B5EF4-FFF2-40B4-BE49-F238E27FC236}">
                    <a16:creationId xmlns:a16="http://schemas.microsoft.com/office/drawing/2014/main" id="{754F6E5F-AF7C-423E-A43E-74E485B68E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4" y="4025"/>
                <a:ext cx="19" cy="17"/>
              </a:xfrm>
              <a:custGeom>
                <a:avLst/>
                <a:gdLst>
                  <a:gd name="T0" fmla="*/ 0 w 10"/>
                  <a:gd name="T1" fmla="*/ 60 h 9"/>
                  <a:gd name="T2" fmla="*/ 68 w 10"/>
                  <a:gd name="T3" fmla="*/ 60 h 9"/>
                  <a:gd name="T4" fmla="*/ 0 w 10"/>
                  <a:gd name="T5" fmla="*/ 60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9">
                    <a:moveTo>
                      <a:pt x="0" y="9"/>
                    </a:moveTo>
                    <a:cubicBezTo>
                      <a:pt x="2" y="9"/>
                      <a:pt x="9" y="7"/>
                      <a:pt x="10" y="9"/>
                    </a:cubicBezTo>
                    <a:cubicBezTo>
                      <a:pt x="9" y="1"/>
                      <a:pt x="0" y="0"/>
                      <a:pt x="0" y="9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177" name="Freeform 800">
                <a:extLst>
                  <a:ext uri="{FF2B5EF4-FFF2-40B4-BE49-F238E27FC236}">
                    <a16:creationId xmlns:a16="http://schemas.microsoft.com/office/drawing/2014/main" id="{995DA86E-688B-4899-8A93-F23AC7A7A4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7" y="4029"/>
                <a:ext cx="16" cy="15"/>
              </a:xfrm>
              <a:custGeom>
                <a:avLst/>
                <a:gdLst>
                  <a:gd name="T0" fmla="*/ 0 w 8"/>
                  <a:gd name="T1" fmla="*/ 45 h 8"/>
                  <a:gd name="T2" fmla="*/ 64 w 8"/>
                  <a:gd name="T3" fmla="*/ 39 h 8"/>
                  <a:gd name="T4" fmla="*/ 0 w 8"/>
                  <a:gd name="T5" fmla="*/ 45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8">
                    <a:moveTo>
                      <a:pt x="0" y="7"/>
                    </a:moveTo>
                    <a:cubicBezTo>
                      <a:pt x="1" y="8"/>
                      <a:pt x="6" y="8"/>
                      <a:pt x="8" y="6"/>
                    </a:cubicBezTo>
                    <a:cubicBezTo>
                      <a:pt x="7" y="0"/>
                      <a:pt x="0" y="3"/>
                      <a:pt x="0" y="7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178" name="Freeform 801">
                <a:extLst>
                  <a:ext uri="{FF2B5EF4-FFF2-40B4-BE49-F238E27FC236}">
                    <a16:creationId xmlns:a16="http://schemas.microsoft.com/office/drawing/2014/main" id="{67847692-E343-473C-A1D5-35F001A941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4" y="4013"/>
                <a:ext cx="14" cy="16"/>
              </a:xfrm>
              <a:custGeom>
                <a:avLst/>
                <a:gdLst>
                  <a:gd name="T0" fmla="*/ 0 w 7"/>
                  <a:gd name="T1" fmla="*/ 40 h 8"/>
                  <a:gd name="T2" fmla="*/ 48 w 7"/>
                  <a:gd name="T3" fmla="*/ 48 h 8"/>
                  <a:gd name="T4" fmla="*/ 0 w 7"/>
                  <a:gd name="T5" fmla="*/ 40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8">
                    <a:moveTo>
                      <a:pt x="0" y="5"/>
                    </a:moveTo>
                    <a:cubicBezTo>
                      <a:pt x="1" y="7"/>
                      <a:pt x="4" y="8"/>
                      <a:pt x="6" y="6"/>
                    </a:cubicBezTo>
                    <a:cubicBezTo>
                      <a:pt x="7" y="0"/>
                      <a:pt x="1" y="1"/>
                      <a:pt x="0" y="5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179" name="Freeform 802">
                <a:extLst>
                  <a:ext uri="{FF2B5EF4-FFF2-40B4-BE49-F238E27FC236}">
                    <a16:creationId xmlns:a16="http://schemas.microsoft.com/office/drawing/2014/main" id="{467E2635-A6A0-4D6A-8BAE-ACF7351F12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2" y="2558"/>
                <a:ext cx="65" cy="46"/>
              </a:xfrm>
              <a:custGeom>
                <a:avLst/>
                <a:gdLst>
                  <a:gd name="T0" fmla="*/ 0 w 34"/>
                  <a:gd name="T1" fmla="*/ 0 h 24"/>
                  <a:gd name="T2" fmla="*/ 84 w 34"/>
                  <a:gd name="T3" fmla="*/ 92 h 24"/>
                  <a:gd name="T4" fmla="*/ 189 w 34"/>
                  <a:gd name="T5" fmla="*/ 140 h 24"/>
                  <a:gd name="T6" fmla="*/ 237 w 34"/>
                  <a:gd name="T7" fmla="*/ 169 h 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4" h="24">
                    <a:moveTo>
                      <a:pt x="0" y="0"/>
                    </a:moveTo>
                    <a:cubicBezTo>
                      <a:pt x="3" y="2"/>
                      <a:pt x="8" y="11"/>
                      <a:pt x="12" y="13"/>
                    </a:cubicBezTo>
                    <a:cubicBezTo>
                      <a:pt x="17" y="16"/>
                      <a:pt x="23" y="18"/>
                      <a:pt x="27" y="20"/>
                    </a:cubicBezTo>
                    <a:cubicBezTo>
                      <a:pt x="29" y="22"/>
                      <a:pt x="32" y="22"/>
                      <a:pt x="34" y="24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180" name="Freeform 803">
                <a:extLst>
                  <a:ext uri="{FF2B5EF4-FFF2-40B4-BE49-F238E27FC236}">
                    <a16:creationId xmlns:a16="http://schemas.microsoft.com/office/drawing/2014/main" id="{1446EA03-A463-47ED-A4AD-B1096ACC22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4" y="2569"/>
                <a:ext cx="49" cy="48"/>
              </a:xfrm>
              <a:custGeom>
                <a:avLst/>
                <a:gdLst>
                  <a:gd name="T0" fmla="*/ 173 w 26"/>
                  <a:gd name="T1" fmla="*/ 177 h 25"/>
                  <a:gd name="T2" fmla="*/ 60 w 26"/>
                  <a:gd name="T3" fmla="*/ 108 h 25"/>
                  <a:gd name="T4" fmla="*/ 0 w 26"/>
                  <a:gd name="T5" fmla="*/ 0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25">
                    <a:moveTo>
                      <a:pt x="26" y="25"/>
                    </a:moveTo>
                    <a:cubicBezTo>
                      <a:pt x="18" y="17"/>
                      <a:pt x="14" y="17"/>
                      <a:pt x="9" y="15"/>
                    </a:cubicBezTo>
                    <a:cubicBezTo>
                      <a:pt x="9" y="13"/>
                      <a:pt x="3" y="4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181" name="Freeform 804">
                <a:extLst>
                  <a:ext uri="{FF2B5EF4-FFF2-40B4-BE49-F238E27FC236}">
                    <a16:creationId xmlns:a16="http://schemas.microsoft.com/office/drawing/2014/main" id="{4DE9B8F6-94CE-4982-8A73-9526B99660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6" y="2503"/>
                <a:ext cx="67" cy="87"/>
              </a:xfrm>
              <a:custGeom>
                <a:avLst/>
                <a:gdLst>
                  <a:gd name="T0" fmla="*/ 245 w 35"/>
                  <a:gd name="T1" fmla="*/ 305 h 46"/>
                  <a:gd name="T2" fmla="*/ 147 w 35"/>
                  <a:gd name="T3" fmla="*/ 221 h 46"/>
                  <a:gd name="T4" fmla="*/ 121 w 35"/>
                  <a:gd name="T5" fmla="*/ 68 h 46"/>
                  <a:gd name="T6" fmla="*/ 84 w 35"/>
                  <a:gd name="T7" fmla="*/ 0 h 46"/>
                  <a:gd name="T8" fmla="*/ 0 w 35"/>
                  <a:gd name="T9" fmla="*/ 129 h 46"/>
                  <a:gd name="T10" fmla="*/ 29 w 35"/>
                  <a:gd name="T11" fmla="*/ 244 h 4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5" h="46">
                    <a:moveTo>
                      <a:pt x="35" y="45"/>
                    </a:moveTo>
                    <a:cubicBezTo>
                      <a:pt x="27" y="46"/>
                      <a:pt x="21" y="38"/>
                      <a:pt x="21" y="33"/>
                    </a:cubicBezTo>
                    <a:cubicBezTo>
                      <a:pt x="19" y="28"/>
                      <a:pt x="18" y="14"/>
                      <a:pt x="17" y="10"/>
                    </a:cubicBezTo>
                    <a:cubicBezTo>
                      <a:pt x="17" y="6"/>
                      <a:pt x="16" y="1"/>
                      <a:pt x="12" y="0"/>
                    </a:cubicBezTo>
                    <a:cubicBezTo>
                      <a:pt x="6" y="5"/>
                      <a:pt x="0" y="13"/>
                      <a:pt x="0" y="19"/>
                    </a:cubicBezTo>
                    <a:cubicBezTo>
                      <a:pt x="0" y="25"/>
                      <a:pt x="4" y="30"/>
                      <a:pt x="4" y="36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182" name="Freeform 805">
                <a:extLst>
                  <a:ext uri="{FF2B5EF4-FFF2-40B4-BE49-F238E27FC236}">
                    <a16:creationId xmlns:a16="http://schemas.microsoft.com/office/drawing/2014/main" id="{0E2F1706-21E3-47EA-976F-16C2435C85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6" y="2632"/>
                <a:ext cx="21" cy="9"/>
              </a:xfrm>
              <a:custGeom>
                <a:avLst/>
                <a:gdLst>
                  <a:gd name="T0" fmla="*/ 76 w 11"/>
                  <a:gd name="T1" fmla="*/ 29 h 5"/>
                  <a:gd name="T2" fmla="*/ 0 w 11"/>
                  <a:gd name="T3" fmla="*/ 16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5">
                    <a:moveTo>
                      <a:pt x="11" y="5"/>
                    </a:moveTo>
                    <a:cubicBezTo>
                      <a:pt x="7" y="1"/>
                      <a:pt x="1" y="0"/>
                      <a:pt x="0" y="3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183" name="Freeform 806">
                <a:extLst>
                  <a:ext uri="{FF2B5EF4-FFF2-40B4-BE49-F238E27FC236}">
                    <a16:creationId xmlns:a16="http://schemas.microsoft.com/office/drawing/2014/main" id="{7A1A440B-FBF3-469A-8B45-9144E1223D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3" y="2594"/>
                <a:ext cx="10" cy="11"/>
              </a:xfrm>
              <a:custGeom>
                <a:avLst/>
                <a:gdLst>
                  <a:gd name="T0" fmla="*/ 40 w 5"/>
                  <a:gd name="T1" fmla="*/ 13 h 6"/>
                  <a:gd name="T2" fmla="*/ 0 w 5"/>
                  <a:gd name="T3" fmla="*/ 37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6">
                    <a:moveTo>
                      <a:pt x="5" y="2"/>
                    </a:moveTo>
                    <a:cubicBezTo>
                      <a:pt x="3" y="0"/>
                      <a:pt x="2" y="3"/>
                      <a:pt x="0" y="6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184" name="Freeform 807">
                <a:extLst>
                  <a:ext uri="{FF2B5EF4-FFF2-40B4-BE49-F238E27FC236}">
                    <a16:creationId xmlns:a16="http://schemas.microsoft.com/office/drawing/2014/main" id="{F34ACA4F-2C0D-4F82-BD42-A444298048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4" y="2566"/>
                <a:ext cx="8" cy="3"/>
              </a:xfrm>
              <a:custGeom>
                <a:avLst/>
                <a:gdLst>
                  <a:gd name="T0" fmla="*/ 32 w 4"/>
                  <a:gd name="T1" fmla="*/ 8 h 2"/>
                  <a:gd name="T2" fmla="*/ 0 w 4"/>
                  <a:gd name="T3" fmla="*/ 5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">
                    <a:moveTo>
                      <a:pt x="4" y="2"/>
                    </a:moveTo>
                    <a:cubicBezTo>
                      <a:pt x="3" y="0"/>
                      <a:pt x="2" y="0"/>
                      <a:pt x="0" y="1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185" name="Freeform 808">
                <a:extLst>
                  <a:ext uri="{FF2B5EF4-FFF2-40B4-BE49-F238E27FC236}">
                    <a16:creationId xmlns:a16="http://schemas.microsoft.com/office/drawing/2014/main" id="{FF70A2EF-0B39-4FDD-A4C5-45E14302D9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1" y="2494"/>
                <a:ext cx="6" cy="17"/>
              </a:xfrm>
              <a:custGeom>
                <a:avLst/>
                <a:gdLst>
                  <a:gd name="T0" fmla="*/ 24 w 3"/>
                  <a:gd name="T1" fmla="*/ 60 h 9"/>
                  <a:gd name="T2" fmla="*/ 0 w 3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9">
                    <a:moveTo>
                      <a:pt x="3" y="9"/>
                    </a:moveTo>
                    <a:cubicBezTo>
                      <a:pt x="3" y="5"/>
                      <a:pt x="1" y="3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186" name="Freeform 809">
                <a:extLst>
                  <a:ext uri="{FF2B5EF4-FFF2-40B4-BE49-F238E27FC236}">
                    <a16:creationId xmlns:a16="http://schemas.microsoft.com/office/drawing/2014/main" id="{A407125D-C2F2-487B-BE5C-C9E66B3484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6" y="2501"/>
                <a:ext cx="13" cy="2"/>
              </a:xfrm>
              <a:custGeom>
                <a:avLst/>
                <a:gdLst>
                  <a:gd name="T0" fmla="*/ 45 w 7"/>
                  <a:gd name="T1" fmla="*/ 8 h 1"/>
                  <a:gd name="T2" fmla="*/ 0 w 7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">
                    <a:moveTo>
                      <a:pt x="7" y="1"/>
                    </a:moveTo>
                    <a:cubicBezTo>
                      <a:pt x="4" y="0"/>
                      <a:pt x="2" y="0"/>
                      <a:pt x="0" y="1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187" name="Freeform 810">
                <a:extLst>
                  <a:ext uri="{FF2B5EF4-FFF2-40B4-BE49-F238E27FC236}">
                    <a16:creationId xmlns:a16="http://schemas.microsoft.com/office/drawing/2014/main" id="{D3E696F6-650E-4605-8610-EA370F4F41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3" y="2530"/>
                <a:ext cx="8" cy="3"/>
              </a:xfrm>
              <a:custGeom>
                <a:avLst/>
                <a:gdLst>
                  <a:gd name="T0" fmla="*/ 32 w 4"/>
                  <a:gd name="T1" fmla="*/ 8 h 2"/>
                  <a:gd name="T2" fmla="*/ 0 w 4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0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188" name="Freeform 811">
                <a:extLst>
                  <a:ext uri="{FF2B5EF4-FFF2-40B4-BE49-F238E27FC236}">
                    <a16:creationId xmlns:a16="http://schemas.microsoft.com/office/drawing/2014/main" id="{C7C01353-4AF5-472B-8880-761B3B7C25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2" y="2526"/>
                <a:ext cx="36" cy="43"/>
              </a:xfrm>
              <a:custGeom>
                <a:avLst/>
                <a:gdLst>
                  <a:gd name="T0" fmla="*/ 129 w 19"/>
                  <a:gd name="T1" fmla="*/ 150 h 23"/>
                  <a:gd name="T2" fmla="*/ 53 w 19"/>
                  <a:gd name="T3" fmla="*/ 120 h 23"/>
                  <a:gd name="T4" fmla="*/ 0 w 19"/>
                  <a:gd name="T5" fmla="*/ 0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23">
                    <a:moveTo>
                      <a:pt x="19" y="23"/>
                    </a:moveTo>
                    <a:cubicBezTo>
                      <a:pt x="16" y="21"/>
                      <a:pt x="10" y="23"/>
                      <a:pt x="8" y="18"/>
                    </a:cubicBezTo>
                    <a:cubicBezTo>
                      <a:pt x="6" y="12"/>
                      <a:pt x="1" y="8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189" name="Freeform 812">
                <a:extLst>
                  <a:ext uri="{FF2B5EF4-FFF2-40B4-BE49-F238E27FC236}">
                    <a16:creationId xmlns:a16="http://schemas.microsoft.com/office/drawing/2014/main" id="{708091B9-F06F-4D08-BDC8-0DDB41EBD4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9" y="2515"/>
                <a:ext cx="23" cy="39"/>
              </a:xfrm>
              <a:custGeom>
                <a:avLst/>
                <a:gdLst>
                  <a:gd name="T0" fmla="*/ 84 w 12"/>
                  <a:gd name="T1" fmla="*/ 134 h 21"/>
                  <a:gd name="T2" fmla="*/ 48 w 12"/>
                  <a:gd name="T3" fmla="*/ 121 h 21"/>
                  <a:gd name="T4" fmla="*/ 0 w 12"/>
                  <a:gd name="T5" fmla="*/ 0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21">
                    <a:moveTo>
                      <a:pt x="12" y="21"/>
                    </a:moveTo>
                    <a:cubicBezTo>
                      <a:pt x="11" y="18"/>
                      <a:pt x="10" y="20"/>
                      <a:pt x="7" y="19"/>
                    </a:cubicBezTo>
                    <a:cubicBezTo>
                      <a:pt x="5" y="17"/>
                      <a:pt x="1" y="5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190" name="Freeform 813">
                <a:extLst>
                  <a:ext uri="{FF2B5EF4-FFF2-40B4-BE49-F238E27FC236}">
                    <a16:creationId xmlns:a16="http://schemas.microsoft.com/office/drawing/2014/main" id="{96FCA6B0-CE14-44A7-9607-95D48F64DE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3" y="2564"/>
                <a:ext cx="4" cy="17"/>
              </a:xfrm>
              <a:custGeom>
                <a:avLst/>
                <a:gdLst>
                  <a:gd name="T0" fmla="*/ 16 w 2"/>
                  <a:gd name="T1" fmla="*/ 0 h 9"/>
                  <a:gd name="T2" fmla="*/ 16 w 2"/>
                  <a:gd name="T3" fmla="*/ 6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9">
                    <a:moveTo>
                      <a:pt x="2" y="0"/>
                    </a:moveTo>
                    <a:cubicBezTo>
                      <a:pt x="0" y="1"/>
                      <a:pt x="1" y="7"/>
                      <a:pt x="2" y="9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191" name="Freeform 814">
                <a:extLst>
                  <a:ext uri="{FF2B5EF4-FFF2-40B4-BE49-F238E27FC236}">
                    <a16:creationId xmlns:a16="http://schemas.microsoft.com/office/drawing/2014/main" id="{5985F369-447F-4D4C-B0A7-C4A667D3EC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0" y="2429"/>
                <a:ext cx="163" cy="70"/>
              </a:xfrm>
              <a:custGeom>
                <a:avLst/>
                <a:gdLst>
                  <a:gd name="T0" fmla="*/ 301 w 85"/>
                  <a:gd name="T1" fmla="*/ 236 h 37"/>
                  <a:gd name="T2" fmla="*/ 297 w 85"/>
                  <a:gd name="T3" fmla="*/ 236 h 37"/>
                  <a:gd name="T4" fmla="*/ 0 w 85"/>
                  <a:gd name="T5" fmla="*/ 0 h 37"/>
                  <a:gd name="T6" fmla="*/ 297 w 85"/>
                  <a:gd name="T7" fmla="*/ 250 h 37"/>
                  <a:gd name="T8" fmla="*/ 301 w 85"/>
                  <a:gd name="T9" fmla="*/ 250 h 37"/>
                  <a:gd name="T10" fmla="*/ 600 w 85"/>
                  <a:gd name="T11" fmla="*/ 0 h 37"/>
                  <a:gd name="T12" fmla="*/ 301 w 85"/>
                  <a:gd name="T13" fmla="*/ 236 h 3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5" h="37">
                    <a:moveTo>
                      <a:pt x="43" y="35"/>
                    </a:moveTo>
                    <a:cubicBezTo>
                      <a:pt x="42" y="35"/>
                      <a:pt x="42" y="35"/>
                      <a:pt x="42" y="35"/>
                    </a:cubicBezTo>
                    <a:cubicBezTo>
                      <a:pt x="28" y="35"/>
                      <a:pt x="7" y="16"/>
                      <a:pt x="0" y="0"/>
                    </a:cubicBezTo>
                    <a:cubicBezTo>
                      <a:pt x="7" y="16"/>
                      <a:pt x="27" y="37"/>
                      <a:pt x="42" y="37"/>
                    </a:cubicBezTo>
                    <a:cubicBezTo>
                      <a:pt x="43" y="37"/>
                      <a:pt x="43" y="37"/>
                      <a:pt x="43" y="37"/>
                    </a:cubicBezTo>
                    <a:cubicBezTo>
                      <a:pt x="58" y="37"/>
                      <a:pt x="78" y="16"/>
                      <a:pt x="85" y="0"/>
                    </a:cubicBezTo>
                    <a:cubicBezTo>
                      <a:pt x="79" y="16"/>
                      <a:pt x="57" y="35"/>
                      <a:pt x="43" y="35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192" name="Freeform 815">
                <a:extLst>
                  <a:ext uri="{FF2B5EF4-FFF2-40B4-BE49-F238E27FC236}">
                    <a16:creationId xmlns:a16="http://schemas.microsoft.com/office/drawing/2014/main" id="{5909BF3D-70DE-4F83-BF94-C49FB062E2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2" y="3849"/>
                <a:ext cx="5" cy="34"/>
              </a:xfrm>
              <a:custGeom>
                <a:avLst/>
                <a:gdLst>
                  <a:gd name="T0" fmla="*/ 13 w 3"/>
                  <a:gd name="T1" fmla="*/ 0 h 18"/>
                  <a:gd name="T2" fmla="*/ 0 w 3"/>
                  <a:gd name="T3" fmla="*/ 121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8">
                    <a:moveTo>
                      <a:pt x="3" y="0"/>
                    </a:moveTo>
                    <a:cubicBezTo>
                      <a:pt x="3" y="7"/>
                      <a:pt x="0" y="18"/>
                      <a:pt x="0" y="18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193" name="Freeform 816">
                <a:extLst>
                  <a:ext uri="{FF2B5EF4-FFF2-40B4-BE49-F238E27FC236}">
                    <a16:creationId xmlns:a16="http://schemas.microsoft.com/office/drawing/2014/main" id="{D2481E55-E1E0-4E09-8EF3-C02FBB259D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1" y="1270"/>
                <a:ext cx="159" cy="18"/>
              </a:xfrm>
              <a:custGeom>
                <a:avLst/>
                <a:gdLst>
                  <a:gd name="T0" fmla="*/ 421 w 83"/>
                  <a:gd name="T1" fmla="*/ 16 h 10"/>
                  <a:gd name="T2" fmla="*/ 253 w 83"/>
                  <a:gd name="T3" fmla="*/ 16 h 10"/>
                  <a:gd name="T4" fmla="*/ 8 w 83"/>
                  <a:gd name="T5" fmla="*/ 29 h 10"/>
                  <a:gd name="T6" fmla="*/ 0 w 83"/>
                  <a:gd name="T7" fmla="*/ 58 h 10"/>
                  <a:gd name="T8" fmla="*/ 15 w 83"/>
                  <a:gd name="T9" fmla="*/ 41 h 10"/>
                  <a:gd name="T10" fmla="*/ 245 w 83"/>
                  <a:gd name="T11" fmla="*/ 29 h 10"/>
                  <a:gd name="T12" fmla="*/ 429 w 83"/>
                  <a:gd name="T13" fmla="*/ 29 h 10"/>
                  <a:gd name="T14" fmla="*/ 584 w 83"/>
                  <a:gd name="T15" fmla="*/ 0 h 10"/>
                  <a:gd name="T16" fmla="*/ 421 w 83"/>
                  <a:gd name="T17" fmla="*/ 16 h 1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3" h="10">
                    <a:moveTo>
                      <a:pt x="60" y="3"/>
                    </a:moveTo>
                    <a:cubicBezTo>
                      <a:pt x="56" y="5"/>
                      <a:pt x="46" y="4"/>
                      <a:pt x="36" y="3"/>
                    </a:cubicBezTo>
                    <a:cubicBezTo>
                      <a:pt x="21" y="2"/>
                      <a:pt x="6" y="0"/>
                      <a:pt x="1" y="5"/>
                    </a:cubicBezTo>
                    <a:cubicBezTo>
                      <a:pt x="0" y="7"/>
                      <a:pt x="0" y="8"/>
                      <a:pt x="0" y="10"/>
                    </a:cubicBezTo>
                    <a:cubicBezTo>
                      <a:pt x="0" y="8"/>
                      <a:pt x="1" y="7"/>
                      <a:pt x="2" y="7"/>
                    </a:cubicBezTo>
                    <a:cubicBezTo>
                      <a:pt x="7" y="2"/>
                      <a:pt x="22" y="4"/>
                      <a:pt x="35" y="5"/>
                    </a:cubicBezTo>
                    <a:cubicBezTo>
                      <a:pt x="46" y="6"/>
                      <a:pt x="56" y="7"/>
                      <a:pt x="61" y="5"/>
                    </a:cubicBezTo>
                    <a:cubicBezTo>
                      <a:pt x="65" y="3"/>
                      <a:pt x="79" y="0"/>
                      <a:pt x="83" y="0"/>
                    </a:cubicBezTo>
                    <a:cubicBezTo>
                      <a:pt x="78" y="1"/>
                      <a:pt x="65" y="1"/>
                      <a:pt x="60" y="3"/>
                    </a:cubicBezTo>
                  </a:path>
                </a:pathLst>
              </a:custGeom>
              <a:solidFill>
                <a:srgbClr val="7575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194" name="Freeform 817">
                <a:extLst>
                  <a:ext uri="{FF2B5EF4-FFF2-40B4-BE49-F238E27FC236}">
                    <a16:creationId xmlns:a16="http://schemas.microsoft.com/office/drawing/2014/main" id="{C9C5EAB3-1FA6-4D0F-AAFE-081B9EB6A8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2" y="3983"/>
                <a:ext cx="27" cy="63"/>
              </a:xfrm>
              <a:custGeom>
                <a:avLst/>
                <a:gdLst>
                  <a:gd name="T0" fmla="*/ 8 w 14"/>
                  <a:gd name="T1" fmla="*/ 0 h 33"/>
                  <a:gd name="T2" fmla="*/ 29 w 14"/>
                  <a:gd name="T3" fmla="*/ 69 h 33"/>
                  <a:gd name="T4" fmla="*/ 56 w 14"/>
                  <a:gd name="T5" fmla="*/ 229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33">
                    <a:moveTo>
                      <a:pt x="1" y="0"/>
                    </a:moveTo>
                    <a:cubicBezTo>
                      <a:pt x="0" y="3"/>
                      <a:pt x="1" y="7"/>
                      <a:pt x="4" y="10"/>
                    </a:cubicBezTo>
                    <a:cubicBezTo>
                      <a:pt x="7" y="14"/>
                      <a:pt x="14" y="26"/>
                      <a:pt x="8" y="33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195" name="Freeform 818">
                <a:extLst>
                  <a:ext uri="{FF2B5EF4-FFF2-40B4-BE49-F238E27FC236}">
                    <a16:creationId xmlns:a16="http://schemas.microsoft.com/office/drawing/2014/main" id="{8524DBF4-7B81-4E1C-8264-5F7F1B569B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0" y="3985"/>
                <a:ext cx="39" cy="63"/>
              </a:xfrm>
              <a:custGeom>
                <a:avLst/>
                <a:gdLst>
                  <a:gd name="T0" fmla="*/ 0 w 20"/>
                  <a:gd name="T1" fmla="*/ 0 h 33"/>
                  <a:gd name="T2" fmla="*/ 80 w 20"/>
                  <a:gd name="T3" fmla="*/ 84 h 33"/>
                  <a:gd name="T4" fmla="*/ 117 w 20"/>
                  <a:gd name="T5" fmla="*/ 229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33">
                    <a:moveTo>
                      <a:pt x="0" y="0"/>
                    </a:moveTo>
                    <a:cubicBezTo>
                      <a:pt x="3" y="6"/>
                      <a:pt x="10" y="10"/>
                      <a:pt x="11" y="12"/>
                    </a:cubicBezTo>
                    <a:cubicBezTo>
                      <a:pt x="18" y="19"/>
                      <a:pt x="20" y="27"/>
                      <a:pt x="16" y="33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196" name="Freeform 819">
                <a:extLst>
                  <a:ext uri="{FF2B5EF4-FFF2-40B4-BE49-F238E27FC236}">
                    <a16:creationId xmlns:a16="http://schemas.microsoft.com/office/drawing/2014/main" id="{FA39629C-5945-4C95-AC01-09057E5E50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9" y="3981"/>
                <a:ext cx="42" cy="61"/>
              </a:xfrm>
              <a:custGeom>
                <a:avLst/>
                <a:gdLst>
                  <a:gd name="T0" fmla="*/ 0 w 22"/>
                  <a:gd name="T1" fmla="*/ 0 h 32"/>
                  <a:gd name="T2" fmla="*/ 84 w 22"/>
                  <a:gd name="T3" fmla="*/ 84 h 32"/>
                  <a:gd name="T4" fmla="*/ 145 w 22"/>
                  <a:gd name="T5" fmla="*/ 221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32">
                    <a:moveTo>
                      <a:pt x="0" y="0"/>
                    </a:moveTo>
                    <a:cubicBezTo>
                      <a:pt x="4" y="4"/>
                      <a:pt x="7" y="7"/>
                      <a:pt x="12" y="12"/>
                    </a:cubicBezTo>
                    <a:cubicBezTo>
                      <a:pt x="20" y="19"/>
                      <a:pt x="22" y="25"/>
                      <a:pt x="21" y="32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197" name="Freeform 820">
                <a:extLst>
                  <a:ext uri="{FF2B5EF4-FFF2-40B4-BE49-F238E27FC236}">
                    <a16:creationId xmlns:a16="http://schemas.microsoft.com/office/drawing/2014/main" id="{5B341140-3EF8-484C-9BD7-5E0CBCA6D4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6" y="3974"/>
                <a:ext cx="31" cy="45"/>
              </a:xfrm>
              <a:custGeom>
                <a:avLst/>
                <a:gdLst>
                  <a:gd name="T0" fmla="*/ 0 w 16"/>
                  <a:gd name="T1" fmla="*/ 0 h 24"/>
                  <a:gd name="T2" fmla="*/ 64 w 16"/>
                  <a:gd name="T3" fmla="*/ 68 h 24"/>
                  <a:gd name="T4" fmla="*/ 109 w 16"/>
                  <a:gd name="T5" fmla="*/ 158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24">
                    <a:moveTo>
                      <a:pt x="0" y="0"/>
                    </a:moveTo>
                    <a:cubicBezTo>
                      <a:pt x="3" y="3"/>
                      <a:pt x="7" y="7"/>
                      <a:pt x="9" y="10"/>
                    </a:cubicBezTo>
                    <a:cubicBezTo>
                      <a:pt x="12" y="13"/>
                      <a:pt x="16" y="19"/>
                      <a:pt x="15" y="24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198" name="Freeform 821">
                <a:extLst>
                  <a:ext uri="{FF2B5EF4-FFF2-40B4-BE49-F238E27FC236}">
                    <a16:creationId xmlns:a16="http://schemas.microsoft.com/office/drawing/2014/main" id="{04E61DC4-E73E-47DE-A920-217F934655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9" y="4008"/>
                <a:ext cx="40" cy="22"/>
              </a:xfrm>
              <a:custGeom>
                <a:avLst/>
                <a:gdLst>
                  <a:gd name="T0" fmla="*/ 145 w 21"/>
                  <a:gd name="T1" fmla="*/ 73 h 12"/>
                  <a:gd name="T2" fmla="*/ 36 w 21"/>
                  <a:gd name="T3" fmla="*/ 73 h 12"/>
                  <a:gd name="T4" fmla="*/ 69 w 21"/>
                  <a:gd name="T5" fmla="*/ 7 h 12"/>
                  <a:gd name="T6" fmla="*/ 145 w 21"/>
                  <a:gd name="T7" fmla="*/ 73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12">
                    <a:moveTo>
                      <a:pt x="21" y="12"/>
                    </a:moveTo>
                    <a:cubicBezTo>
                      <a:pt x="15" y="10"/>
                      <a:pt x="7" y="11"/>
                      <a:pt x="5" y="12"/>
                    </a:cubicBezTo>
                    <a:cubicBezTo>
                      <a:pt x="0" y="4"/>
                      <a:pt x="6" y="0"/>
                      <a:pt x="10" y="1"/>
                    </a:cubicBezTo>
                    <a:cubicBezTo>
                      <a:pt x="19" y="1"/>
                      <a:pt x="21" y="9"/>
                      <a:pt x="21" y="12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199" name="Freeform 822">
                <a:extLst>
                  <a:ext uri="{FF2B5EF4-FFF2-40B4-BE49-F238E27FC236}">
                    <a16:creationId xmlns:a16="http://schemas.microsoft.com/office/drawing/2014/main" id="{5468C7F4-F252-4D4E-B14D-CFA629F6C0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2" y="4025"/>
                <a:ext cx="21" cy="17"/>
              </a:xfrm>
              <a:custGeom>
                <a:avLst/>
                <a:gdLst>
                  <a:gd name="T0" fmla="*/ 76 w 11"/>
                  <a:gd name="T1" fmla="*/ 60 h 9"/>
                  <a:gd name="T2" fmla="*/ 0 w 11"/>
                  <a:gd name="T3" fmla="*/ 60 h 9"/>
                  <a:gd name="T4" fmla="*/ 76 w 11"/>
                  <a:gd name="T5" fmla="*/ 60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9">
                    <a:moveTo>
                      <a:pt x="11" y="9"/>
                    </a:moveTo>
                    <a:cubicBezTo>
                      <a:pt x="9" y="9"/>
                      <a:pt x="2" y="7"/>
                      <a:pt x="0" y="9"/>
                    </a:cubicBezTo>
                    <a:cubicBezTo>
                      <a:pt x="1" y="1"/>
                      <a:pt x="10" y="0"/>
                      <a:pt x="11" y="9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200" name="Freeform 823">
                <a:extLst>
                  <a:ext uri="{FF2B5EF4-FFF2-40B4-BE49-F238E27FC236}">
                    <a16:creationId xmlns:a16="http://schemas.microsoft.com/office/drawing/2014/main" id="{8EE6572D-BA11-45A1-BA00-93752C70E0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3" y="4029"/>
                <a:ext cx="17" cy="15"/>
              </a:xfrm>
              <a:custGeom>
                <a:avLst/>
                <a:gdLst>
                  <a:gd name="T0" fmla="*/ 60 w 9"/>
                  <a:gd name="T1" fmla="*/ 45 h 8"/>
                  <a:gd name="T2" fmla="*/ 0 w 9"/>
                  <a:gd name="T3" fmla="*/ 39 h 8"/>
                  <a:gd name="T4" fmla="*/ 60 w 9"/>
                  <a:gd name="T5" fmla="*/ 45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8">
                    <a:moveTo>
                      <a:pt x="9" y="7"/>
                    </a:moveTo>
                    <a:cubicBezTo>
                      <a:pt x="7" y="8"/>
                      <a:pt x="2" y="8"/>
                      <a:pt x="0" y="6"/>
                    </a:cubicBezTo>
                    <a:cubicBezTo>
                      <a:pt x="1" y="0"/>
                      <a:pt x="9" y="3"/>
                      <a:pt x="9" y="7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201" name="Freeform 824">
                <a:extLst>
                  <a:ext uri="{FF2B5EF4-FFF2-40B4-BE49-F238E27FC236}">
                    <a16:creationId xmlns:a16="http://schemas.microsoft.com/office/drawing/2014/main" id="{E8914F16-3EAA-49D4-AA3B-DDB4E10C3D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9" y="4013"/>
                <a:ext cx="14" cy="16"/>
              </a:xfrm>
              <a:custGeom>
                <a:avLst/>
                <a:gdLst>
                  <a:gd name="T0" fmla="*/ 56 w 7"/>
                  <a:gd name="T1" fmla="*/ 40 h 8"/>
                  <a:gd name="T2" fmla="*/ 0 w 7"/>
                  <a:gd name="T3" fmla="*/ 48 h 8"/>
                  <a:gd name="T4" fmla="*/ 56 w 7"/>
                  <a:gd name="T5" fmla="*/ 40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8">
                    <a:moveTo>
                      <a:pt x="7" y="5"/>
                    </a:moveTo>
                    <a:cubicBezTo>
                      <a:pt x="6" y="7"/>
                      <a:pt x="3" y="8"/>
                      <a:pt x="0" y="6"/>
                    </a:cubicBezTo>
                    <a:cubicBezTo>
                      <a:pt x="0" y="0"/>
                      <a:pt x="6" y="1"/>
                      <a:pt x="7" y="5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202" name="Freeform 825">
                <a:extLst>
                  <a:ext uri="{FF2B5EF4-FFF2-40B4-BE49-F238E27FC236}">
                    <a16:creationId xmlns:a16="http://schemas.microsoft.com/office/drawing/2014/main" id="{FB61F86F-4A61-417A-9A88-76829E3B9C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8" y="1660"/>
                <a:ext cx="6" cy="61"/>
              </a:xfrm>
              <a:custGeom>
                <a:avLst/>
                <a:gdLst>
                  <a:gd name="T0" fmla="*/ 0 w 3"/>
                  <a:gd name="T1" fmla="*/ 0 h 32"/>
                  <a:gd name="T2" fmla="*/ 24 w 3"/>
                  <a:gd name="T3" fmla="*/ 221 h 3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32">
                    <a:moveTo>
                      <a:pt x="0" y="0"/>
                    </a:moveTo>
                    <a:cubicBezTo>
                      <a:pt x="1" y="4"/>
                      <a:pt x="3" y="21"/>
                      <a:pt x="3" y="32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203" name="Freeform 826">
                <a:extLst>
                  <a:ext uri="{FF2B5EF4-FFF2-40B4-BE49-F238E27FC236}">
                    <a16:creationId xmlns:a16="http://schemas.microsoft.com/office/drawing/2014/main" id="{368DA659-7643-4B8B-B694-F8604C06AF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2" y="1649"/>
                <a:ext cx="4" cy="70"/>
              </a:xfrm>
              <a:custGeom>
                <a:avLst/>
                <a:gdLst>
                  <a:gd name="T0" fmla="*/ 16 w 2"/>
                  <a:gd name="T1" fmla="*/ 0 h 37"/>
                  <a:gd name="T2" fmla="*/ 0 w 2"/>
                  <a:gd name="T3" fmla="*/ 250 h 3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7">
                    <a:moveTo>
                      <a:pt x="2" y="0"/>
                    </a:moveTo>
                    <a:cubicBezTo>
                      <a:pt x="1" y="9"/>
                      <a:pt x="1" y="28"/>
                      <a:pt x="0" y="37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204" name="Freeform 827">
                <a:extLst>
                  <a:ext uri="{FF2B5EF4-FFF2-40B4-BE49-F238E27FC236}">
                    <a16:creationId xmlns:a16="http://schemas.microsoft.com/office/drawing/2014/main" id="{C1DFE8E7-D4C8-4E10-BE52-2376D6914B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1" y="1594"/>
                <a:ext cx="27" cy="26"/>
              </a:xfrm>
              <a:custGeom>
                <a:avLst/>
                <a:gdLst>
                  <a:gd name="T0" fmla="*/ 8 w 14"/>
                  <a:gd name="T1" fmla="*/ 45 h 14"/>
                  <a:gd name="T2" fmla="*/ 52 w 14"/>
                  <a:gd name="T3" fmla="*/ 0 h 14"/>
                  <a:gd name="T4" fmla="*/ 100 w 14"/>
                  <a:gd name="T5" fmla="*/ 37 h 14"/>
                  <a:gd name="T6" fmla="*/ 56 w 14"/>
                  <a:gd name="T7" fmla="*/ 84 h 14"/>
                  <a:gd name="T8" fmla="*/ 8 w 14"/>
                  <a:gd name="T9" fmla="*/ 45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4">
                    <a:moveTo>
                      <a:pt x="1" y="7"/>
                    </a:moveTo>
                    <a:cubicBezTo>
                      <a:pt x="0" y="4"/>
                      <a:pt x="3" y="1"/>
                      <a:pt x="7" y="0"/>
                    </a:cubicBezTo>
                    <a:cubicBezTo>
                      <a:pt x="11" y="0"/>
                      <a:pt x="14" y="3"/>
                      <a:pt x="14" y="6"/>
                    </a:cubicBezTo>
                    <a:cubicBezTo>
                      <a:pt x="14" y="10"/>
                      <a:pt x="12" y="13"/>
                      <a:pt x="8" y="13"/>
                    </a:cubicBezTo>
                    <a:cubicBezTo>
                      <a:pt x="4" y="14"/>
                      <a:pt x="1" y="11"/>
                      <a:pt x="1" y="7"/>
                    </a:cubicBezTo>
                  </a:path>
                </a:pathLst>
              </a:custGeom>
              <a:solidFill>
                <a:srgbClr val="FDE4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205" name="Freeform 828">
                <a:extLst>
                  <a:ext uri="{FF2B5EF4-FFF2-40B4-BE49-F238E27FC236}">
                    <a16:creationId xmlns:a16="http://schemas.microsoft.com/office/drawing/2014/main" id="{89158C0E-C20D-445A-BECF-6F9D9BFEDB6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789" y="1601"/>
                <a:ext cx="12" cy="11"/>
              </a:xfrm>
              <a:custGeom>
                <a:avLst/>
                <a:gdLst>
                  <a:gd name="T0" fmla="*/ 48 w 6"/>
                  <a:gd name="T1" fmla="*/ 13 h 6"/>
                  <a:gd name="T2" fmla="*/ 40 w 6"/>
                  <a:gd name="T3" fmla="*/ 20 h 6"/>
                  <a:gd name="T4" fmla="*/ 40 w 6"/>
                  <a:gd name="T5" fmla="*/ 24 h 6"/>
                  <a:gd name="T6" fmla="*/ 24 w 6"/>
                  <a:gd name="T7" fmla="*/ 31 h 6"/>
                  <a:gd name="T8" fmla="*/ 16 w 6"/>
                  <a:gd name="T9" fmla="*/ 24 h 6"/>
                  <a:gd name="T10" fmla="*/ 8 w 6"/>
                  <a:gd name="T11" fmla="*/ 20 h 6"/>
                  <a:gd name="T12" fmla="*/ 8 w 6"/>
                  <a:gd name="T13" fmla="*/ 20 h 6"/>
                  <a:gd name="T14" fmla="*/ 8 w 6"/>
                  <a:gd name="T15" fmla="*/ 20 h 6"/>
                  <a:gd name="T16" fmla="*/ 16 w 6"/>
                  <a:gd name="T17" fmla="*/ 13 h 6"/>
                  <a:gd name="T18" fmla="*/ 8 w 6"/>
                  <a:gd name="T19" fmla="*/ 13 h 6"/>
                  <a:gd name="T20" fmla="*/ 8 w 6"/>
                  <a:gd name="T21" fmla="*/ 7 h 6"/>
                  <a:gd name="T22" fmla="*/ 0 w 6"/>
                  <a:gd name="T23" fmla="*/ 20 h 6"/>
                  <a:gd name="T24" fmla="*/ 8 w 6"/>
                  <a:gd name="T25" fmla="*/ 31 h 6"/>
                  <a:gd name="T26" fmla="*/ 32 w 6"/>
                  <a:gd name="T27" fmla="*/ 37 h 6"/>
                  <a:gd name="T28" fmla="*/ 48 w 6"/>
                  <a:gd name="T29" fmla="*/ 31 h 6"/>
                  <a:gd name="T30" fmla="*/ 48 w 6"/>
                  <a:gd name="T31" fmla="*/ 20 h 6"/>
                  <a:gd name="T32" fmla="*/ 48 w 6"/>
                  <a:gd name="T33" fmla="*/ 13 h 6"/>
                  <a:gd name="T34" fmla="*/ 24 w 6"/>
                  <a:gd name="T35" fmla="*/ 7 h 6"/>
                  <a:gd name="T36" fmla="*/ 24 w 6"/>
                  <a:gd name="T37" fmla="*/ 7 h 6"/>
                  <a:gd name="T38" fmla="*/ 32 w 6"/>
                  <a:gd name="T39" fmla="*/ 7 h 6"/>
                  <a:gd name="T40" fmla="*/ 32 w 6"/>
                  <a:gd name="T41" fmla="*/ 0 h 6"/>
                  <a:gd name="T42" fmla="*/ 32 w 6"/>
                  <a:gd name="T43" fmla="*/ 0 h 6"/>
                  <a:gd name="T44" fmla="*/ 24 w 6"/>
                  <a:gd name="T45" fmla="*/ 0 h 6"/>
                  <a:gd name="T46" fmla="*/ 24 w 6"/>
                  <a:gd name="T47" fmla="*/ 0 h 6"/>
                  <a:gd name="T48" fmla="*/ 24 w 6"/>
                  <a:gd name="T49" fmla="*/ 7 h 6"/>
                  <a:gd name="T50" fmla="*/ 24 w 6"/>
                  <a:gd name="T51" fmla="*/ 7 h 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6" h="6">
                    <a:moveTo>
                      <a:pt x="6" y="2"/>
                    </a:moveTo>
                    <a:cubicBezTo>
                      <a:pt x="6" y="3"/>
                      <a:pt x="6" y="3"/>
                      <a:pt x="5" y="3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2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3"/>
                      <a:pt x="6" y="3"/>
                      <a:pt x="6" y="3"/>
                    </a:cubicBezTo>
                    <a:lnTo>
                      <a:pt x="6" y="2"/>
                    </a:lnTo>
                    <a:close/>
                    <a:moveTo>
                      <a:pt x="3" y="1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206" name="Freeform 829">
                <a:extLst>
                  <a:ext uri="{FF2B5EF4-FFF2-40B4-BE49-F238E27FC236}">
                    <a16:creationId xmlns:a16="http://schemas.microsoft.com/office/drawing/2014/main" id="{F7661D27-39C2-48CE-89A1-A300F76CE98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781" y="1594"/>
                <a:ext cx="27" cy="26"/>
              </a:xfrm>
              <a:custGeom>
                <a:avLst/>
                <a:gdLst>
                  <a:gd name="T0" fmla="*/ 0 w 14"/>
                  <a:gd name="T1" fmla="*/ 52 h 14"/>
                  <a:gd name="T2" fmla="*/ 8 w 14"/>
                  <a:gd name="T3" fmla="*/ 59 h 14"/>
                  <a:gd name="T4" fmla="*/ 8 w 14"/>
                  <a:gd name="T5" fmla="*/ 59 h 14"/>
                  <a:gd name="T6" fmla="*/ 8 w 14"/>
                  <a:gd name="T7" fmla="*/ 45 h 14"/>
                  <a:gd name="T8" fmla="*/ 0 w 14"/>
                  <a:gd name="T9" fmla="*/ 52 h 14"/>
                  <a:gd name="T10" fmla="*/ 52 w 14"/>
                  <a:gd name="T11" fmla="*/ 7 h 14"/>
                  <a:gd name="T12" fmla="*/ 52 w 14"/>
                  <a:gd name="T13" fmla="*/ 0 h 14"/>
                  <a:gd name="T14" fmla="*/ 52 w 14"/>
                  <a:gd name="T15" fmla="*/ 0 h 14"/>
                  <a:gd name="T16" fmla="*/ 52 w 14"/>
                  <a:gd name="T17" fmla="*/ 7 h 14"/>
                  <a:gd name="T18" fmla="*/ 52 w 14"/>
                  <a:gd name="T19" fmla="*/ 7 h 14"/>
                  <a:gd name="T20" fmla="*/ 52 w 14"/>
                  <a:gd name="T21" fmla="*/ 7 h 14"/>
                  <a:gd name="T22" fmla="*/ 100 w 14"/>
                  <a:gd name="T23" fmla="*/ 45 h 14"/>
                  <a:gd name="T24" fmla="*/ 100 w 14"/>
                  <a:gd name="T25" fmla="*/ 37 h 14"/>
                  <a:gd name="T26" fmla="*/ 93 w 14"/>
                  <a:gd name="T27" fmla="*/ 20 h 14"/>
                  <a:gd name="T28" fmla="*/ 93 w 14"/>
                  <a:gd name="T29" fmla="*/ 20 h 14"/>
                  <a:gd name="T30" fmla="*/ 93 w 14"/>
                  <a:gd name="T31" fmla="*/ 24 h 14"/>
                  <a:gd name="T32" fmla="*/ 100 w 14"/>
                  <a:gd name="T33" fmla="*/ 37 h 14"/>
                  <a:gd name="T34" fmla="*/ 100 w 14"/>
                  <a:gd name="T35" fmla="*/ 45 h 14"/>
                  <a:gd name="T36" fmla="*/ 85 w 14"/>
                  <a:gd name="T37" fmla="*/ 69 h 14"/>
                  <a:gd name="T38" fmla="*/ 56 w 14"/>
                  <a:gd name="T39" fmla="*/ 84 h 14"/>
                  <a:gd name="T40" fmla="*/ 23 w 14"/>
                  <a:gd name="T41" fmla="*/ 69 h 14"/>
                  <a:gd name="T42" fmla="*/ 15 w 14"/>
                  <a:gd name="T43" fmla="*/ 69 h 14"/>
                  <a:gd name="T44" fmla="*/ 56 w 14"/>
                  <a:gd name="T45" fmla="*/ 89 h 14"/>
                  <a:gd name="T46" fmla="*/ 93 w 14"/>
                  <a:gd name="T47" fmla="*/ 69 h 14"/>
                  <a:gd name="T48" fmla="*/ 100 w 14"/>
                  <a:gd name="T49" fmla="*/ 59 h 14"/>
                  <a:gd name="T50" fmla="*/ 93 w 14"/>
                  <a:gd name="T51" fmla="*/ 59 h 14"/>
                  <a:gd name="T52" fmla="*/ 85 w 14"/>
                  <a:gd name="T53" fmla="*/ 69 h 14"/>
                  <a:gd name="T54" fmla="*/ 23 w 14"/>
                  <a:gd name="T55" fmla="*/ 20 h 14"/>
                  <a:gd name="T56" fmla="*/ 15 w 14"/>
                  <a:gd name="T57" fmla="*/ 13 h 14"/>
                  <a:gd name="T58" fmla="*/ 8 w 14"/>
                  <a:gd name="T59" fmla="*/ 24 h 14"/>
                  <a:gd name="T60" fmla="*/ 15 w 14"/>
                  <a:gd name="T61" fmla="*/ 24 h 14"/>
                  <a:gd name="T62" fmla="*/ 23 w 14"/>
                  <a:gd name="T63" fmla="*/ 20 h 14"/>
                  <a:gd name="T64" fmla="*/ 0 w 14"/>
                  <a:gd name="T65" fmla="*/ 37 h 14"/>
                  <a:gd name="T66" fmla="*/ 0 w 14"/>
                  <a:gd name="T67" fmla="*/ 37 h 14"/>
                  <a:gd name="T68" fmla="*/ 0 w 14"/>
                  <a:gd name="T69" fmla="*/ 37 h 14"/>
                  <a:gd name="T70" fmla="*/ 0 w 14"/>
                  <a:gd name="T71" fmla="*/ 37 h 14"/>
                  <a:gd name="T72" fmla="*/ 79 w 14"/>
                  <a:gd name="T73" fmla="*/ 13 h 14"/>
                  <a:gd name="T74" fmla="*/ 85 w 14"/>
                  <a:gd name="T75" fmla="*/ 7 h 14"/>
                  <a:gd name="T76" fmla="*/ 64 w 14"/>
                  <a:gd name="T77" fmla="*/ 0 h 14"/>
                  <a:gd name="T78" fmla="*/ 64 w 14"/>
                  <a:gd name="T79" fmla="*/ 7 h 14"/>
                  <a:gd name="T80" fmla="*/ 79 w 14"/>
                  <a:gd name="T81" fmla="*/ 13 h 14"/>
                  <a:gd name="T82" fmla="*/ 29 w 14"/>
                  <a:gd name="T83" fmla="*/ 7 h 14"/>
                  <a:gd name="T84" fmla="*/ 29 w 14"/>
                  <a:gd name="T85" fmla="*/ 0 h 14"/>
                  <a:gd name="T86" fmla="*/ 23 w 14"/>
                  <a:gd name="T87" fmla="*/ 7 h 14"/>
                  <a:gd name="T88" fmla="*/ 29 w 14"/>
                  <a:gd name="T89" fmla="*/ 13 h 14"/>
                  <a:gd name="T90" fmla="*/ 29 w 14"/>
                  <a:gd name="T91" fmla="*/ 7 h 14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14" h="14">
                    <a:moveTo>
                      <a:pt x="0" y="8"/>
                    </a:moveTo>
                    <a:cubicBezTo>
                      <a:pt x="0" y="8"/>
                      <a:pt x="0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8"/>
                      <a:pt x="1" y="7"/>
                    </a:cubicBezTo>
                    <a:cubicBezTo>
                      <a:pt x="1" y="8"/>
                      <a:pt x="0" y="8"/>
                      <a:pt x="0" y="8"/>
                    </a:cubicBezTo>
                    <a:moveTo>
                      <a:pt x="7" y="1"/>
                    </a:moveTo>
                    <a:cubicBezTo>
                      <a:pt x="7" y="1"/>
                      <a:pt x="7" y="0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7" y="0"/>
                      <a:pt x="7" y="1"/>
                      <a:pt x="7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1"/>
                      <a:pt x="7" y="1"/>
                      <a:pt x="7" y="1"/>
                    </a:cubicBezTo>
                    <a:moveTo>
                      <a:pt x="14" y="7"/>
                    </a:moveTo>
                    <a:cubicBezTo>
                      <a:pt x="14" y="7"/>
                      <a:pt x="14" y="6"/>
                      <a:pt x="14" y="6"/>
                    </a:cubicBezTo>
                    <a:cubicBezTo>
                      <a:pt x="14" y="5"/>
                      <a:pt x="14" y="4"/>
                      <a:pt x="13" y="3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3"/>
                      <a:pt x="13" y="3"/>
                      <a:pt x="13" y="4"/>
                    </a:cubicBezTo>
                    <a:cubicBezTo>
                      <a:pt x="13" y="4"/>
                      <a:pt x="13" y="5"/>
                      <a:pt x="14" y="6"/>
                    </a:cubicBezTo>
                    <a:cubicBezTo>
                      <a:pt x="14" y="6"/>
                      <a:pt x="14" y="7"/>
                      <a:pt x="14" y="7"/>
                    </a:cubicBezTo>
                    <a:moveTo>
                      <a:pt x="12" y="11"/>
                    </a:moveTo>
                    <a:cubicBezTo>
                      <a:pt x="11" y="12"/>
                      <a:pt x="9" y="13"/>
                      <a:pt x="8" y="13"/>
                    </a:cubicBezTo>
                    <a:cubicBezTo>
                      <a:pt x="6" y="13"/>
                      <a:pt x="4" y="12"/>
                      <a:pt x="3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3" y="13"/>
                      <a:pt x="5" y="14"/>
                      <a:pt x="8" y="14"/>
                    </a:cubicBezTo>
                    <a:cubicBezTo>
                      <a:pt x="10" y="14"/>
                      <a:pt x="12" y="13"/>
                      <a:pt x="13" y="11"/>
                    </a:cubicBezTo>
                    <a:cubicBezTo>
                      <a:pt x="14" y="11"/>
                      <a:pt x="14" y="10"/>
                      <a:pt x="14" y="9"/>
                    </a:cubicBezTo>
                    <a:cubicBezTo>
                      <a:pt x="14" y="9"/>
                      <a:pt x="14" y="9"/>
                      <a:pt x="13" y="9"/>
                    </a:cubicBezTo>
                    <a:cubicBezTo>
                      <a:pt x="13" y="10"/>
                      <a:pt x="13" y="10"/>
                      <a:pt x="12" y="11"/>
                    </a:cubicBezTo>
                    <a:moveTo>
                      <a:pt x="3" y="3"/>
                    </a:moveTo>
                    <a:cubicBezTo>
                      <a:pt x="2" y="3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ubicBezTo>
                      <a:pt x="2" y="4"/>
                      <a:pt x="2" y="3"/>
                      <a:pt x="3" y="3"/>
                    </a:cubicBezTo>
                    <a:moveTo>
                      <a:pt x="0" y="6"/>
                    </a:move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moveTo>
                      <a:pt x="11" y="2"/>
                    </a:moveTo>
                    <a:cubicBezTo>
                      <a:pt x="11" y="2"/>
                      <a:pt x="12" y="2"/>
                      <a:pt x="12" y="1"/>
                    </a:cubicBezTo>
                    <a:cubicBezTo>
                      <a:pt x="11" y="1"/>
                      <a:pt x="10" y="0"/>
                      <a:pt x="9" y="0"/>
                    </a:cubicBezTo>
                    <a:cubicBezTo>
                      <a:pt x="9" y="0"/>
                      <a:pt x="9" y="1"/>
                      <a:pt x="9" y="1"/>
                    </a:cubicBezTo>
                    <a:cubicBezTo>
                      <a:pt x="10" y="1"/>
                      <a:pt x="10" y="2"/>
                      <a:pt x="11" y="2"/>
                    </a:cubicBezTo>
                    <a:moveTo>
                      <a:pt x="4" y="1"/>
                    </a:moveTo>
                    <a:cubicBezTo>
                      <a:pt x="4" y="1"/>
                      <a:pt x="4" y="1"/>
                      <a:pt x="4" y="0"/>
                    </a:cubicBezTo>
                    <a:cubicBezTo>
                      <a:pt x="4" y="0"/>
                      <a:pt x="4" y="1"/>
                      <a:pt x="3" y="1"/>
                    </a:cubicBezTo>
                    <a:cubicBezTo>
                      <a:pt x="4" y="1"/>
                      <a:pt x="4" y="1"/>
                      <a:pt x="4" y="2"/>
                    </a:cubicBezTo>
                    <a:cubicBezTo>
                      <a:pt x="4" y="2"/>
                      <a:pt x="4" y="2"/>
                      <a:pt x="4" y="1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207" name="Freeform 830">
                <a:extLst>
                  <a:ext uri="{FF2B5EF4-FFF2-40B4-BE49-F238E27FC236}">
                    <a16:creationId xmlns:a16="http://schemas.microsoft.com/office/drawing/2014/main" id="{CACA696A-D542-460E-A1D4-F738AEB5F0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0" y="1597"/>
                <a:ext cx="27" cy="25"/>
              </a:xfrm>
              <a:custGeom>
                <a:avLst/>
                <a:gdLst>
                  <a:gd name="T0" fmla="*/ 100 w 14"/>
                  <a:gd name="T1" fmla="*/ 48 h 13"/>
                  <a:gd name="T2" fmla="*/ 52 w 14"/>
                  <a:gd name="T3" fmla="*/ 0 h 13"/>
                  <a:gd name="T4" fmla="*/ 0 w 14"/>
                  <a:gd name="T5" fmla="*/ 44 h 13"/>
                  <a:gd name="T6" fmla="*/ 44 w 14"/>
                  <a:gd name="T7" fmla="*/ 92 h 13"/>
                  <a:gd name="T8" fmla="*/ 100 w 14"/>
                  <a:gd name="T9" fmla="*/ 48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3">
                    <a:moveTo>
                      <a:pt x="14" y="7"/>
                    </a:moveTo>
                    <a:cubicBezTo>
                      <a:pt x="14" y="3"/>
                      <a:pt x="11" y="0"/>
                      <a:pt x="7" y="0"/>
                    </a:cubicBezTo>
                    <a:cubicBezTo>
                      <a:pt x="4" y="0"/>
                      <a:pt x="0" y="2"/>
                      <a:pt x="0" y="6"/>
                    </a:cubicBezTo>
                    <a:cubicBezTo>
                      <a:pt x="0" y="9"/>
                      <a:pt x="3" y="13"/>
                      <a:pt x="6" y="13"/>
                    </a:cubicBezTo>
                    <a:cubicBezTo>
                      <a:pt x="10" y="13"/>
                      <a:pt x="13" y="10"/>
                      <a:pt x="14" y="7"/>
                    </a:cubicBezTo>
                  </a:path>
                </a:pathLst>
              </a:custGeom>
              <a:solidFill>
                <a:srgbClr val="FDE4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208" name="Freeform 831">
                <a:extLst>
                  <a:ext uri="{FF2B5EF4-FFF2-40B4-BE49-F238E27FC236}">
                    <a16:creationId xmlns:a16="http://schemas.microsoft.com/office/drawing/2014/main" id="{0D0E9D5E-B2FC-4CB4-B29D-38166C776B9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148" y="1603"/>
                <a:ext cx="11" cy="11"/>
              </a:xfrm>
              <a:custGeom>
                <a:avLst/>
                <a:gdLst>
                  <a:gd name="T0" fmla="*/ 0 w 6"/>
                  <a:gd name="T1" fmla="*/ 20 h 6"/>
                  <a:gd name="T2" fmla="*/ 7 w 6"/>
                  <a:gd name="T3" fmla="*/ 31 h 6"/>
                  <a:gd name="T4" fmla="*/ 20 w 6"/>
                  <a:gd name="T5" fmla="*/ 37 h 6"/>
                  <a:gd name="T6" fmla="*/ 31 w 6"/>
                  <a:gd name="T7" fmla="*/ 31 h 6"/>
                  <a:gd name="T8" fmla="*/ 37 w 6"/>
                  <a:gd name="T9" fmla="*/ 24 h 6"/>
                  <a:gd name="T10" fmla="*/ 31 w 6"/>
                  <a:gd name="T11" fmla="*/ 13 h 6"/>
                  <a:gd name="T12" fmla="*/ 31 w 6"/>
                  <a:gd name="T13" fmla="*/ 13 h 6"/>
                  <a:gd name="T14" fmla="*/ 24 w 6"/>
                  <a:gd name="T15" fmla="*/ 20 h 6"/>
                  <a:gd name="T16" fmla="*/ 31 w 6"/>
                  <a:gd name="T17" fmla="*/ 20 h 6"/>
                  <a:gd name="T18" fmla="*/ 31 w 6"/>
                  <a:gd name="T19" fmla="*/ 20 h 6"/>
                  <a:gd name="T20" fmla="*/ 31 w 6"/>
                  <a:gd name="T21" fmla="*/ 20 h 6"/>
                  <a:gd name="T22" fmla="*/ 24 w 6"/>
                  <a:gd name="T23" fmla="*/ 31 h 6"/>
                  <a:gd name="T24" fmla="*/ 20 w 6"/>
                  <a:gd name="T25" fmla="*/ 31 h 6"/>
                  <a:gd name="T26" fmla="*/ 7 w 6"/>
                  <a:gd name="T27" fmla="*/ 31 h 6"/>
                  <a:gd name="T28" fmla="*/ 7 w 6"/>
                  <a:gd name="T29" fmla="*/ 24 h 6"/>
                  <a:gd name="T30" fmla="*/ 0 w 6"/>
                  <a:gd name="T31" fmla="*/ 20 h 6"/>
                  <a:gd name="T32" fmla="*/ 20 w 6"/>
                  <a:gd name="T33" fmla="*/ 7 h 6"/>
                  <a:gd name="T34" fmla="*/ 20 w 6"/>
                  <a:gd name="T35" fmla="*/ 7 h 6"/>
                  <a:gd name="T36" fmla="*/ 20 w 6"/>
                  <a:gd name="T37" fmla="*/ 0 h 6"/>
                  <a:gd name="T38" fmla="*/ 20 w 6"/>
                  <a:gd name="T39" fmla="*/ 7 h 6"/>
                  <a:gd name="T40" fmla="*/ 20 w 6"/>
                  <a:gd name="T41" fmla="*/ 7 h 6"/>
                  <a:gd name="T42" fmla="*/ 20 w 6"/>
                  <a:gd name="T43" fmla="*/ 13 h 6"/>
                  <a:gd name="T44" fmla="*/ 20 w 6"/>
                  <a:gd name="T45" fmla="*/ 7 h 6"/>
                  <a:gd name="T46" fmla="*/ 20 w 6"/>
                  <a:gd name="T47" fmla="*/ 13 h 6"/>
                  <a:gd name="T48" fmla="*/ 20 w 6"/>
                  <a:gd name="T49" fmla="*/ 7 h 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6" h="6">
                    <a:moveTo>
                      <a:pt x="0" y="3"/>
                    </a:moveTo>
                    <a:cubicBezTo>
                      <a:pt x="1" y="5"/>
                      <a:pt x="1" y="5"/>
                      <a:pt x="1" y="5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5" y="2"/>
                      <a:pt x="4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5" y="4"/>
                      <a:pt x="5" y="3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4"/>
                      <a:pt x="1" y="4"/>
                    </a:cubicBezTo>
                    <a:cubicBezTo>
                      <a:pt x="0" y="4"/>
                      <a:pt x="0" y="3"/>
                      <a:pt x="0" y="3"/>
                    </a:cubicBezTo>
                    <a:close/>
                    <a:moveTo>
                      <a:pt x="3" y="1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2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2"/>
                    </a:cubicBezTo>
                    <a:cubicBezTo>
                      <a:pt x="3" y="1"/>
                      <a:pt x="3" y="1"/>
                      <a:pt x="3" y="1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209" name="Freeform 832">
                <a:extLst>
                  <a:ext uri="{FF2B5EF4-FFF2-40B4-BE49-F238E27FC236}">
                    <a16:creationId xmlns:a16="http://schemas.microsoft.com/office/drawing/2014/main" id="{BB7CBAD8-BA00-467B-B386-0797B20D3EB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140" y="1597"/>
                <a:ext cx="27" cy="25"/>
              </a:xfrm>
              <a:custGeom>
                <a:avLst/>
                <a:gdLst>
                  <a:gd name="T0" fmla="*/ 93 w 14"/>
                  <a:gd name="T1" fmla="*/ 48 h 13"/>
                  <a:gd name="T2" fmla="*/ 93 w 14"/>
                  <a:gd name="T3" fmla="*/ 63 h 13"/>
                  <a:gd name="T4" fmla="*/ 100 w 14"/>
                  <a:gd name="T5" fmla="*/ 63 h 13"/>
                  <a:gd name="T6" fmla="*/ 100 w 14"/>
                  <a:gd name="T7" fmla="*/ 48 h 13"/>
                  <a:gd name="T8" fmla="*/ 93 w 14"/>
                  <a:gd name="T9" fmla="*/ 48 h 13"/>
                  <a:gd name="T10" fmla="*/ 52 w 14"/>
                  <a:gd name="T11" fmla="*/ 0 h 13"/>
                  <a:gd name="T12" fmla="*/ 56 w 14"/>
                  <a:gd name="T13" fmla="*/ 0 h 13"/>
                  <a:gd name="T14" fmla="*/ 52 w 14"/>
                  <a:gd name="T15" fmla="*/ 0 h 13"/>
                  <a:gd name="T16" fmla="*/ 52 w 14"/>
                  <a:gd name="T17" fmla="*/ 0 h 13"/>
                  <a:gd name="T18" fmla="*/ 52 w 14"/>
                  <a:gd name="T19" fmla="*/ 0 h 13"/>
                  <a:gd name="T20" fmla="*/ 52 w 14"/>
                  <a:gd name="T21" fmla="*/ 0 h 13"/>
                  <a:gd name="T22" fmla="*/ 8 w 14"/>
                  <a:gd name="T23" fmla="*/ 44 h 13"/>
                  <a:gd name="T24" fmla="*/ 15 w 14"/>
                  <a:gd name="T25" fmla="*/ 23 h 13"/>
                  <a:gd name="T26" fmla="*/ 8 w 14"/>
                  <a:gd name="T27" fmla="*/ 23 h 13"/>
                  <a:gd name="T28" fmla="*/ 8 w 14"/>
                  <a:gd name="T29" fmla="*/ 23 h 13"/>
                  <a:gd name="T30" fmla="*/ 0 w 14"/>
                  <a:gd name="T31" fmla="*/ 37 h 13"/>
                  <a:gd name="T32" fmla="*/ 8 w 14"/>
                  <a:gd name="T33" fmla="*/ 44 h 13"/>
                  <a:gd name="T34" fmla="*/ 8 w 14"/>
                  <a:gd name="T35" fmla="*/ 44 h 13"/>
                  <a:gd name="T36" fmla="*/ 8 w 14"/>
                  <a:gd name="T37" fmla="*/ 56 h 13"/>
                  <a:gd name="T38" fmla="*/ 0 w 14"/>
                  <a:gd name="T39" fmla="*/ 56 h 13"/>
                  <a:gd name="T40" fmla="*/ 8 w 14"/>
                  <a:gd name="T41" fmla="*/ 77 h 13"/>
                  <a:gd name="T42" fmla="*/ 44 w 14"/>
                  <a:gd name="T43" fmla="*/ 92 h 13"/>
                  <a:gd name="T44" fmla="*/ 93 w 14"/>
                  <a:gd name="T45" fmla="*/ 77 h 13"/>
                  <a:gd name="T46" fmla="*/ 85 w 14"/>
                  <a:gd name="T47" fmla="*/ 71 h 13"/>
                  <a:gd name="T48" fmla="*/ 44 w 14"/>
                  <a:gd name="T49" fmla="*/ 85 h 13"/>
                  <a:gd name="T50" fmla="*/ 15 w 14"/>
                  <a:gd name="T51" fmla="*/ 71 h 13"/>
                  <a:gd name="T52" fmla="*/ 8 w 14"/>
                  <a:gd name="T53" fmla="*/ 56 h 13"/>
                  <a:gd name="T54" fmla="*/ 85 w 14"/>
                  <a:gd name="T55" fmla="*/ 29 h 13"/>
                  <a:gd name="T56" fmla="*/ 93 w 14"/>
                  <a:gd name="T57" fmla="*/ 23 h 13"/>
                  <a:gd name="T58" fmla="*/ 85 w 14"/>
                  <a:gd name="T59" fmla="*/ 15 h 13"/>
                  <a:gd name="T60" fmla="*/ 79 w 14"/>
                  <a:gd name="T61" fmla="*/ 15 h 13"/>
                  <a:gd name="T62" fmla="*/ 85 w 14"/>
                  <a:gd name="T63" fmla="*/ 29 h 13"/>
                  <a:gd name="T64" fmla="*/ 100 w 14"/>
                  <a:gd name="T65" fmla="*/ 37 h 13"/>
                  <a:gd name="T66" fmla="*/ 100 w 14"/>
                  <a:gd name="T67" fmla="*/ 37 h 13"/>
                  <a:gd name="T68" fmla="*/ 100 w 14"/>
                  <a:gd name="T69" fmla="*/ 37 h 13"/>
                  <a:gd name="T70" fmla="*/ 100 w 14"/>
                  <a:gd name="T71" fmla="*/ 37 h 13"/>
                  <a:gd name="T72" fmla="*/ 37 w 14"/>
                  <a:gd name="T73" fmla="*/ 8 h 13"/>
                  <a:gd name="T74" fmla="*/ 37 w 14"/>
                  <a:gd name="T75" fmla="*/ 0 h 13"/>
                  <a:gd name="T76" fmla="*/ 15 w 14"/>
                  <a:gd name="T77" fmla="*/ 8 h 13"/>
                  <a:gd name="T78" fmla="*/ 23 w 14"/>
                  <a:gd name="T79" fmla="*/ 15 h 13"/>
                  <a:gd name="T80" fmla="*/ 37 w 14"/>
                  <a:gd name="T81" fmla="*/ 8 h 13"/>
                  <a:gd name="T82" fmla="*/ 71 w 14"/>
                  <a:gd name="T83" fmla="*/ 8 h 13"/>
                  <a:gd name="T84" fmla="*/ 79 w 14"/>
                  <a:gd name="T85" fmla="*/ 0 h 13"/>
                  <a:gd name="T86" fmla="*/ 71 w 14"/>
                  <a:gd name="T87" fmla="*/ 0 h 13"/>
                  <a:gd name="T88" fmla="*/ 71 w 14"/>
                  <a:gd name="T89" fmla="*/ 8 h 13"/>
                  <a:gd name="T90" fmla="*/ 71 w 14"/>
                  <a:gd name="T91" fmla="*/ 8 h 13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14" h="13">
                    <a:moveTo>
                      <a:pt x="13" y="7"/>
                    </a:moveTo>
                    <a:cubicBezTo>
                      <a:pt x="13" y="8"/>
                      <a:pt x="13" y="8"/>
                      <a:pt x="13" y="9"/>
                    </a:cubicBezTo>
                    <a:cubicBezTo>
                      <a:pt x="13" y="9"/>
                      <a:pt x="13" y="9"/>
                      <a:pt x="14" y="9"/>
                    </a:cubicBezTo>
                    <a:cubicBezTo>
                      <a:pt x="14" y="8"/>
                      <a:pt x="14" y="8"/>
                      <a:pt x="14" y="7"/>
                    </a:cubicBezTo>
                    <a:cubicBezTo>
                      <a:pt x="14" y="7"/>
                      <a:pt x="13" y="7"/>
                      <a:pt x="13" y="7"/>
                    </a:cubicBezTo>
                    <a:moveTo>
                      <a:pt x="7" y="0"/>
                    </a:moveTo>
                    <a:cubicBezTo>
                      <a:pt x="7" y="0"/>
                      <a:pt x="7" y="0"/>
                      <a:pt x="8" y="0"/>
                    </a:cubicBezTo>
                    <a:cubicBezTo>
                      <a:pt x="7" y="0"/>
                      <a:pt x="8" y="0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  <a:moveTo>
                      <a:pt x="1" y="6"/>
                    </a:moveTo>
                    <a:cubicBezTo>
                      <a:pt x="1" y="5"/>
                      <a:pt x="1" y="4"/>
                      <a:pt x="2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0" y="4"/>
                      <a:pt x="0" y="4"/>
                      <a:pt x="0" y="5"/>
                    </a:cubicBezTo>
                    <a:cubicBezTo>
                      <a:pt x="0" y="6"/>
                      <a:pt x="0" y="6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moveTo>
                      <a:pt x="1" y="8"/>
                    </a:moveTo>
                    <a:cubicBezTo>
                      <a:pt x="1" y="8"/>
                      <a:pt x="0" y="8"/>
                      <a:pt x="0" y="8"/>
                    </a:cubicBezTo>
                    <a:cubicBezTo>
                      <a:pt x="0" y="9"/>
                      <a:pt x="1" y="10"/>
                      <a:pt x="1" y="11"/>
                    </a:cubicBezTo>
                    <a:cubicBezTo>
                      <a:pt x="3" y="12"/>
                      <a:pt x="4" y="13"/>
                      <a:pt x="6" y="13"/>
                    </a:cubicBezTo>
                    <a:cubicBezTo>
                      <a:pt x="9" y="13"/>
                      <a:pt x="11" y="12"/>
                      <a:pt x="13" y="11"/>
                    </a:cubicBezTo>
                    <a:cubicBezTo>
                      <a:pt x="12" y="11"/>
                      <a:pt x="12" y="10"/>
                      <a:pt x="12" y="10"/>
                    </a:cubicBezTo>
                    <a:cubicBezTo>
                      <a:pt x="10" y="12"/>
                      <a:pt x="8" y="12"/>
                      <a:pt x="6" y="12"/>
                    </a:cubicBezTo>
                    <a:cubicBezTo>
                      <a:pt x="5" y="12"/>
                      <a:pt x="3" y="11"/>
                      <a:pt x="2" y="10"/>
                    </a:cubicBezTo>
                    <a:cubicBezTo>
                      <a:pt x="2" y="10"/>
                      <a:pt x="1" y="9"/>
                      <a:pt x="1" y="8"/>
                    </a:cubicBezTo>
                    <a:moveTo>
                      <a:pt x="12" y="4"/>
                    </a:moveTo>
                    <a:cubicBezTo>
                      <a:pt x="13" y="4"/>
                      <a:pt x="13" y="3"/>
                      <a:pt x="13" y="3"/>
                    </a:cubicBezTo>
                    <a:cubicBezTo>
                      <a:pt x="13" y="3"/>
                      <a:pt x="13" y="2"/>
                      <a:pt x="12" y="2"/>
                    </a:cubicBezTo>
                    <a:cubicBezTo>
                      <a:pt x="12" y="2"/>
                      <a:pt x="12" y="2"/>
                      <a:pt x="11" y="2"/>
                    </a:cubicBezTo>
                    <a:cubicBezTo>
                      <a:pt x="12" y="3"/>
                      <a:pt x="12" y="3"/>
                      <a:pt x="12" y="4"/>
                    </a:cubicBezTo>
                    <a:moveTo>
                      <a:pt x="14" y="5"/>
                    </a:moveTo>
                    <a:cubicBezTo>
                      <a:pt x="14" y="5"/>
                      <a:pt x="14" y="5"/>
                      <a:pt x="14" y="5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5"/>
                      <a:pt x="14" y="5"/>
                      <a:pt x="14" y="5"/>
                    </a:cubicBezTo>
                    <a:moveTo>
                      <a:pt x="5" y="1"/>
                    </a:moveTo>
                    <a:cubicBezTo>
                      <a:pt x="5" y="0"/>
                      <a:pt x="5" y="0"/>
                      <a:pt x="5" y="0"/>
                    </a:cubicBezTo>
                    <a:cubicBezTo>
                      <a:pt x="4" y="0"/>
                      <a:pt x="3" y="0"/>
                      <a:pt x="2" y="1"/>
                    </a:cubicBezTo>
                    <a:cubicBezTo>
                      <a:pt x="2" y="1"/>
                      <a:pt x="3" y="1"/>
                      <a:pt x="3" y="2"/>
                    </a:cubicBezTo>
                    <a:cubicBezTo>
                      <a:pt x="4" y="1"/>
                      <a:pt x="4" y="1"/>
                      <a:pt x="5" y="1"/>
                    </a:cubicBezTo>
                    <a:moveTo>
                      <a:pt x="10" y="1"/>
                    </a:moveTo>
                    <a:cubicBezTo>
                      <a:pt x="10" y="1"/>
                      <a:pt x="10" y="1"/>
                      <a:pt x="11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0" y="0"/>
                      <a:pt x="10" y="1"/>
                      <a:pt x="10" y="1"/>
                    </a:cubicBezTo>
                    <a:cubicBezTo>
                      <a:pt x="10" y="1"/>
                      <a:pt x="10" y="1"/>
                      <a:pt x="10" y="1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210" name="Freeform 833">
                <a:extLst>
                  <a:ext uri="{FF2B5EF4-FFF2-40B4-BE49-F238E27FC236}">
                    <a16:creationId xmlns:a16="http://schemas.microsoft.com/office/drawing/2014/main" id="{2773BEDC-AA75-4E22-A2EE-B431698AC4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0" y="2558"/>
                <a:ext cx="66" cy="46"/>
              </a:xfrm>
              <a:custGeom>
                <a:avLst/>
                <a:gdLst>
                  <a:gd name="T0" fmla="*/ 0 w 34"/>
                  <a:gd name="T1" fmla="*/ 169 h 24"/>
                  <a:gd name="T2" fmla="*/ 52 w 34"/>
                  <a:gd name="T3" fmla="*/ 140 h 24"/>
                  <a:gd name="T4" fmla="*/ 155 w 34"/>
                  <a:gd name="T5" fmla="*/ 92 h 24"/>
                  <a:gd name="T6" fmla="*/ 248 w 34"/>
                  <a:gd name="T7" fmla="*/ 0 h 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4" h="24">
                    <a:moveTo>
                      <a:pt x="0" y="24"/>
                    </a:moveTo>
                    <a:cubicBezTo>
                      <a:pt x="1" y="22"/>
                      <a:pt x="4" y="22"/>
                      <a:pt x="7" y="20"/>
                    </a:cubicBezTo>
                    <a:cubicBezTo>
                      <a:pt x="11" y="18"/>
                      <a:pt x="17" y="16"/>
                      <a:pt x="21" y="13"/>
                    </a:cubicBezTo>
                    <a:cubicBezTo>
                      <a:pt x="25" y="11"/>
                      <a:pt x="31" y="2"/>
                      <a:pt x="34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211" name="Freeform 834">
                <a:extLst>
                  <a:ext uri="{FF2B5EF4-FFF2-40B4-BE49-F238E27FC236}">
                    <a16:creationId xmlns:a16="http://schemas.microsoft.com/office/drawing/2014/main" id="{8EEC3C3B-5006-48B0-9330-AFF3121C6A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2" y="2569"/>
                <a:ext cx="52" cy="48"/>
              </a:xfrm>
              <a:custGeom>
                <a:avLst/>
                <a:gdLst>
                  <a:gd name="T0" fmla="*/ 193 w 27"/>
                  <a:gd name="T1" fmla="*/ 0 h 25"/>
                  <a:gd name="T2" fmla="*/ 123 w 27"/>
                  <a:gd name="T3" fmla="*/ 108 h 25"/>
                  <a:gd name="T4" fmla="*/ 0 w 27"/>
                  <a:gd name="T5" fmla="*/ 177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7" h="25">
                    <a:moveTo>
                      <a:pt x="27" y="0"/>
                    </a:moveTo>
                    <a:cubicBezTo>
                      <a:pt x="23" y="4"/>
                      <a:pt x="17" y="13"/>
                      <a:pt x="17" y="15"/>
                    </a:cubicBezTo>
                    <a:cubicBezTo>
                      <a:pt x="12" y="17"/>
                      <a:pt x="8" y="17"/>
                      <a:pt x="0" y="25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212" name="Freeform 835">
                <a:extLst>
                  <a:ext uri="{FF2B5EF4-FFF2-40B4-BE49-F238E27FC236}">
                    <a16:creationId xmlns:a16="http://schemas.microsoft.com/office/drawing/2014/main" id="{C4BE5827-F9D0-4933-8C4C-CE96DDEC58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2" y="2503"/>
                <a:ext cx="69" cy="87"/>
              </a:xfrm>
              <a:custGeom>
                <a:avLst/>
                <a:gdLst>
                  <a:gd name="T0" fmla="*/ 217 w 36"/>
                  <a:gd name="T1" fmla="*/ 244 h 46"/>
                  <a:gd name="T2" fmla="*/ 245 w 36"/>
                  <a:gd name="T3" fmla="*/ 129 h 46"/>
                  <a:gd name="T4" fmla="*/ 169 w 36"/>
                  <a:gd name="T5" fmla="*/ 0 h 46"/>
                  <a:gd name="T6" fmla="*/ 128 w 36"/>
                  <a:gd name="T7" fmla="*/ 68 h 46"/>
                  <a:gd name="T8" fmla="*/ 107 w 36"/>
                  <a:gd name="T9" fmla="*/ 221 h 46"/>
                  <a:gd name="T10" fmla="*/ 0 w 36"/>
                  <a:gd name="T11" fmla="*/ 305 h 4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6" h="46">
                    <a:moveTo>
                      <a:pt x="31" y="36"/>
                    </a:moveTo>
                    <a:cubicBezTo>
                      <a:pt x="31" y="30"/>
                      <a:pt x="35" y="25"/>
                      <a:pt x="35" y="19"/>
                    </a:cubicBezTo>
                    <a:cubicBezTo>
                      <a:pt x="36" y="13"/>
                      <a:pt x="30" y="5"/>
                      <a:pt x="24" y="0"/>
                    </a:cubicBezTo>
                    <a:cubicBezTo>
                      <a:pt x="19" y="1"/>
                      <a:pt x="18" y="6"/>
                      <a:pt x="18" y="10"/>
                    </a:cubicBezTo>
                    <a:cubicBezTo>
                      <a:pt x="18" y="14"/>
                      <a:pt x="17" y="28"/>
                      <a:pt x="15" y="33"/>
                    </a:cubicBezTo>
                    <a:cubicBezTo>
                      <a:pt x="14" y="38"/>
                      <a:pt x="8" y="46"/>
                      <a:pt x="0" y="45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213" name="Freeform 836">
                <a:extLst>
                  <a:ext uri="{FF2B5EF4-FFF2-40B4-BE49-F238E27FC236}">
                    <a16:creationId xmlns:a16="http://schemas.microsoft.com/office/drawing/2014/main" id="{40FFF544-05AC-4694-B97C-6F7677EDA7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0" y="2632"/>
                <a:ext cx="22" cy="9"/>
              </a:xfrm>
              <a:custGeom>
                <a:avLst/>
                <a:gdLst>
                  <a:gd name="T0" fmla="*/ 88 w 11"/>
                  <a:gd name="T1" fmla="*/ 16 h 5"/>
                  <a:gd name="T2" fmla="*/ 0 w 11"/>
                  <a:gd name="T3" fmla="*/ 29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5">
                    <a:moveTo>
                      <a:pt x="11" y="3"/>
                    </a:moveTo>
                    <a:cubicBezTo>
                      <a:pt x="10" y="0"/>
                      <a:pt x="4" y="1"/>
                      <a:pt x="0" y="5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214" name="Freeform 837">
                <a:extLst>
                  <a:ext uri="{FF2B5EF4-FFF2-40B4-BE49-F238E27FC236}">
                    <a16:creationId xmlns:a16="http://schemas.microsoft.com/office/drawing/2014/main" id="{6F748C9B-1B66-40FB-A264-1A8CAF88BA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3" y="2594"/>
                <a:ext cx="11" cy="11"/>
              </a:xfrm>
              <a:custGeom>
                <a:avLst/>
                <a:gdLst>
                  <a:gd name="T0" fmla="*/ 37 w 6"/>
                  <a:gd name="T1" fmla="*/ 37 h 6"/>
                  <a:gd name="T2" fmla="*/ 0 w 6"/>
                  <a:gd name="T3" fmla="*/ 13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6">
                    <a:moveTo>
                      <a:pt x="6" y="6"/>
                    </a:moveTo>
                    <a:cubicBezTo>
                      <a:pt x="3" y="3"/>
                      <a:pt x="3" y="0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215" name="Freeform 838">
                <a:extLst>
                  <a:ext uri="{FF2B5EF4-FFF2-40B4-BE49-F238E27FC236}">
                    <a16:creationId xmlns:a16="http://schemas.microsoft.com/office/drawing/2014/main" id="{53E4BDB2-82DA-4B0C-A685-B1F9A9E331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4" y="2566"/>
                <a:ext cx="7" cy="3"/>
              </a:xfrm>
              <a:custGeom>
                <a:avLst/>
                <a:gdLst>
                  <a:gd name="T0" fmla="*/ 21 w 4"/>
                  <a:gd name="T1" fmla="*/ 5 h 2"/>
                  <a:gd name="T2" fmla="*/ 0 w 4"/>
                  <a:gd name="T3" fmla="*/ 8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">
                    <a:moveTo>
                      <a:pt x="4" y="1"/>
                    </a:moveTo>
                    <a:cubicBezTo>
                      <a:pt x="3" y="0"/>
                      <a:pt x="2" y="0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216" name="Freeform 839">
                <a:extLst>
                  <a:ext uri="{FF2B5EF4-FFF2-40B4-BE49-F238E27FC236}">
                    <a16:creationId xmlns:a16="http://schemas.microsoft.com/office/drawing/2014/main" id="{C5A78484-D82B-49F6-B652-E0DB96594A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9" y="2494"/>
                <a:ext cx="6" cy="17"/>
              </a:xfrm>
              <a:custGeom>
                <a:avLst/>
                <a:gdLst>
                  <a:gd name="T0" fmla="*/ 24 w 3"/>
                  <a:gd name="T1" fmla="*/ 0 h 9"/>
                  <a:gd name="T2" fmla="*/ 0 w 3"/>
                  <a:gd name="T3" fmla="*/ 6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9">
                    <a:moveTo>
                      <a:pt x="3" y="0"/>
                    </a:moveTo>
                    <a:cubicBezTo>
                      <a:pt x="2" y="3"/>
                      <a:pt x="0" y="5"/>
                      <a:pt x="0" y="9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217" name="Freeform 840">
                <a:extLst>
                  <a:ext uri="{FF2B5EF4-FFF2-40B4-BE49-F238E27FC236}">
                    <a16:creationId xmlns:a16="http://schemas.microsoft.com/office/drawing/2014/main" id="{4A7572C5-522B-4B76-B331-27C99C2AD2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8" y="2501"/>
                <a:ext cx="12" cy="2"/>
              </a:xfrm>
              <a:custGeom>
                <a:avLst/>
                <a:gdLst>
                  <a:gd name="T0" fmla="*/ 48 w 6"/>
                  <a:gd name="T1" fmla="*/ 8 h 1"/>
                  <a:gd name="T2" fmla="*/ 0 w 6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">
                    <a:moveTo>
                      <a:pt x="6" y="1"/>
                    </a:moveTo>
                    <a:cubicBezTo>
                      <a:pt x="4" y="0"/>
                      <a:pt x="3" y="0"/>
                      <a:pt x="0" y="1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218" name="Freeform 841">
                <a:extLst>
                  <a:ext uri="{FF2B5EF4-FFF2-40B4-BE49-F238E27FC236}">
                    <a16:creationId xmlns:a16="http://schemas.microsoft.com/office/drawing/2014/main" id="{0D8EE0E4-5C9D-4FBF-9ADB-201C762BC9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6" y="2530"/>
                <a:ext cx="8" cy="3"/>
              </a:xfrm>
              <a:custGeom>
                <a:avLst/>
                <a:gdLst>
                  <a:gd name="T0" fmla="*/ 32 w 4"/>
                  <a:gd name="T1" fmla="*/ 0 h 2"/>
                  <a:gd name="T2" fmla="*/ 0 w 4"/>
                  <a:gd name="T3" fmla="*/ 8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">
                    <a:moveTo>
                      <a:pt x="4" y="0"/>
                    </a:moveTo>
                    <a:cubicBezTo>
                      <a:pt x="2" y="0"/>
                      <a:pt x="1" y="1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219" name="Freeform 842">
                <a:extLst>
                  <a:ext uri="{FF2B5EF4-FFF2-40B4-BE49-F238E27FC236}">
                    <a16:creationId xmlns:a16="http://schemas.microsoft.com/office/drawing/2014/main" id="{FCDE8745-912C-4D22-8E69-FEA9C4EF86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9" y="2526"/>
                <a:ext cx="35" cy="43"/>
              </a:xfrm>
              <a:custGeom>
                <a:avLst/>
                <a:gdLst>
                  <a:gd name="T0" fmla="*/ 132 w 18"/>
                  <a:gd name="T1" fmla="*/ 0 h 23"/>
                  <a:gd name="T2" fmla="*/ 72 w 18"/>
                  <a:gd name="T3" fmla="*/ 120 h 23"/>
                  <a:gd name="T4" fmla="*/ 0 w 18"/>
                  <a:gd name="T5" fmla="*/ 150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23">
                    <a:moveTo>
                      <a:pt x="18" y="0"/>
                    </a:moveTo>
                    <a:cubicBezTo>
                      <a:pt x="17" y="8"/>
                      <a:pt x="13" y="12"/>
                      <a:pt x="10" y="18"/>
                    </a:cubicBezTo>
                    <a:cubicBezTo>
                      <a:pt x="8" y="23"/>
                      <a:pt x="2" y="21"/>
                      <a:pt x="0" y="23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220" name="Freeform 843">
                <a:extLst>
                  <a:ext uri="{FF2B5EF4-FFF2-40B4-BE49-F238E27FC236}">
                    <a16:creationId xmlns:a16="http://schemas.microsoft.com/office/drawing/2014/main" id="{F42CDCCE-85A2-4650-B828-59DA8F6426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3" y="2515"/>
                <a:ext cx="25" cy="39"/>
              </a:xfrm>
              <a:custGeom>
                <a:avLst/>
                <a:gdLst>
                  <a:gd name="T0" fmla="*/ 92 w 13"/>
                  <a:gd name="T1" fmla="*/ 0 h 21"/>
                  <a:gd name="T2" fmla="*/ 37 w 13"/>
                  <a:gd name="T3" fmla="*/ 121 h 21"/>
                  <a:gd name="T4" fmla="*/ 0 w 13"/>
                  <a:gd name="T5" fmla="*/ 134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21">
                    <a:moveTo>
                      <a:pt x="13" y="0"/>
                    </a:moveTo>
                    <a:cubicBezTo>
                      <a:pt x="12" y="5"/>
                      <a:pt x="8" y="17"/>
                      <a:pt x="5" y="19"/>
                    </a:cubicBezTo>
                    <a:cubicBezTo>
                      <a:pt x="3" y="20"/>
                      <a:pt x="1" y="18"/>
                      <a:pt x="0" y="21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221" name="Freeform 844">
                <a:extLst>
                  <a:ext uri="{FF2B5EF4-FFF2-40B4-BE49-F238E27FC236}">
                    <a16:creationId xmlns:a16="http://schemas.microsoft.com/office/drawing/2014/main" id="{5EE474F1-B7B2-4104-A623-CFB78EDEE8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4" y="1107"/>
                <a:ext cx="899" cy="2952"/>
              </a:xfrm>
              <a:custGeom>
                <a:avLst/>
                <a:gdLst>
                  <a:gd name="T0" fmla="*/ 893 w 469"/>
                  <a:gd name="T1" fmla="*/ 549 h 1558"/>
                  <a:gd name="T2" fmla="*/ 376 w 469"/>
                  <a:gd name="T3" fmla="*/ 1184 h 1558"/>
                  <a:gd name="T4" fmla="*/ 199 w 469"/>
                  <a:gd name="T5" fmla="*/ 2768 h 1558"/>
                  <a:gd name="T6" fmla="*/ 107 w 469"/>
                  <a:gd name="T7" fmla="*/ 4096 h 1558"/>
                  <a:gd name="T8" fmla="*/ 15 w 469"/>
                  <a:gd name="T9" fmla="*/ 5063 h 1558"/>
                  <a:gd name="T10" fmla="*/ 63 w 469"/>
                  <a:gd name="T11" fmla="*/ 5245 h 1558"/>
                  <a:gd name="T12" fmla="*/ 309 w 469"/>
                  <a:gd name="T13" fmla="*/ 5474 h 1558"/>
                  <a:gd name="T14" fmla="*/ 401 w 469"/>
                  <a:gd name="T15" fmla="*/ 5421 h 1558"/>
                  <a:gd name="T16" fmla="*/ 452 w 469"/>
                  <a:gd name="T17" fmla="*/ 5368 h 1558"/>
                  <a:gd name="T18" fmla="*/ 429 w 469"/>
                  <a:gd name="T19" fmla="*/ 5108 h 1558"/>
                  <a:gd name="T20" fmla="*/ 368 w 469"/>
                  <a:gd name="T21" fmla="*/ 4631 h 1558"/>
                  <a:gd name="T22" fmla="*/ 613 w 469"/>
                  <a:gd name="T23" fmla="*/ 2821 h 1558"/>
                  <a:gd name="T24" fmla="*/ 730 w 469"/>
                  <a:gd name="T25" fmla="*/ 2204 h 1558"/>
                  <a:gd name="T26" fmla="*/ 838 w 469"/>
                  <a:gd name="T27" fmla="*/ 3314 h 1558"/>
                  <a:gd name="T28" fmla="*/ 598 w 469"/>
                  <a:gd name="T29" fmla="*/ 4979 h 1558"/>
                  <a:gd name="T30" fmla="*/ 882 w 469"/>
                  <a:gd name="T31" fmla="*/ 6849 h 1558"/>
                  <a:gd name="T32" fmla="*/ 974 w 469"/>
                  <a:gd name="T33" fmla="*/ 8699 h 1558"/>
                  <a:gd name="T34" fmla="*/ 1183 w 469"/>
                  <a:gd name="T35" fmla="*/ 9875 h 1558"/>
                  <a:gd name="T36" fmla="*/ 978 w 469"/>
                  <a:gd name="T37" fmla="*/ 10353 h 1558"/>
                  <a:gd name="T38" fmla="*/ 1043 w 469"/>
                  <a:gd name="T39" fmla="*/ 10529 h 1558"/>
                  <a:gd name="T40" fmla="*/ 1330 w 469"/>
                  <a:gd name="T41" fmla="*/ 10552 h 1558"/>
                  <a:gd name="T42" fmla="*/ 1606 w 469"/>
                  <a:gd name="T43" fmla="*/ 10347 h 1558"/>
                  <a:gd name="T44" fmla="*/ 1627 w 469"/>
                  <a:gd name="T45" fmla="*/ 9991 h 1558"/>
                  <a:gd name="T46" fmla="*/ 1576 w 469"/>
                  <a:gd name="T47" fmla="*/ 9654 h 1558"/>
                  <a:gd name="T48" fmla="*/ 1591 w 469"/>
                  <a:gd name="T49" fmla="*/ 7679 h 1558"/>
                  <a:gd name="T50" fmla="*/ 1591 w 469"/>
                  <a:gd name="T51" fmla="*/ 6584 h 1558"/>
                  <a:gd name="T52" fmla="*/ 1591 w 469"/>
                  <a:gd name="T53" fmla="*/ 4987 h 1558"/>
                  <a:gd name="T54" fmla="*/ 1643 w 469"/>
                  <a:gd name="T55" fmla="*/ 4995 h 1558"/>
                  <a:gd name="T56" fmla="*/ 1719 w 469"/>
                  <a:gd name="T57" fmla="*/ 4979 h 1558"/>
                  <a:gd name="T58" fmla="*/ 1712 w 469"/>
                  <a:gd name="T59" fmla="*/ 5673 h 1558"/>
                  <a:gd name="T60" fmla="*/ 1727 w 469"/>
                  <a:gd name="T61" fmla="*/ 7141 h 1558"/>
                  <a:gd name="T62" fmla="*/ 1790 w 469"/>
                  <a:gd name="T63" fmla="*/ 9229 h 1558"/>
                  <a:gd name="T64" fmla="*/ 1704 w 469"/>
                  <a:gd name="T65" fmla="*/ 9855 h 1558"/>
                  <a:gd name="T66" fmla="*/ 1668 w 469"/>
                  <a:gd name="T67" fmla="*/ 10188 h 1558"/>
                  <a:gd name="T68" fmla="*/ 1752 w 469"/>
                  <a:gd name="T69" fmla="*/ 10537 h 1558"/>
                  <a:gd name="T70" fmla="*/ 2120 w 469"/>
                  <a:gd name="T71" fmla="*/ 10557 h 1558"/>
                  <a:gd name="T72" fmla="*/ 2319 w 469"/>
                  <a:gd name="T73" fmla="*/ 10448 h 1558"/>
                  <a:gd name="T74" fmla="*/ 2156 w 469"/>
                  <a:gd name="T75" fmla="*/ 10088 h 1558"/>
                  <a:gd name="T76" fmla="*/ 2143 w 469"/>
                  <a:gd name="T77" fmla="*/ 9502 h 1558"/>
                  <a:gd name="T78" fmla="*/ 2352 w 469"/>
                  <a:gd name="T79" fmla="*/ 7367 h 1558"/>
                  <a:gd name="T80" fmla="*/ 2597 w 469"/>
                  <a:gd name="T81" fmla="*/ 5883 h 1558"/>
                  <a:gd name="T82" fmla="*/ 2674 w 469"/>
                  <a:gd name="T83" fmla="*/ 4007 h 1558"/>
                  <a:gd name="T84" fmla="*/ 2488 w 469"/>
                  <a:gd name="T85" fmla="*/ 2821 h 1558"/>
                  <a:gd name="T86" fmla="*/ 2565 w 469"/>
                  <a:gd name="T87" fmla="*/ 2198 h 1558"/>
                  <a:gd name="T88" fmla="*/ 2825 w 469"/>
                  <a:gd name="T89" fmla="*/ 3651 h 1558"/>
                  <a:gd name="T90" fmla="*/ 2902 w 469"/>
                  <a:gd name="T91" fmla="*/ 4803 h 1558"/>
                  <a:gd name="T92" fmla="*/ 2866 w 469"/>
                  <a:gd name="T93" fmla="*/ 5320 h 1558"/>
                  <a:gd name="T94" fmla="*/ 2845 w 469"/>
                  <a:gd name="T95" fmla="*/ 5406 h 1558"/>
                  <a:gd name="T96" fmla="*/ 2850 w 469"/>
                  <a:gd name="T97" fmla="*/ 5517 h 1558"/>
                  <a:gd name="T98" fmla="*/ 3157 w 469"/>
                  <a:gd name="T99" fmla="*/ 5373 h 1558"/>
                  <a:gd name="T100" fmla="*/ 3259 w 469"/>
                  <a:gd name="T101" fmla="*/ 5148 h 1558"/>
                  <a:gd name="T102" fmla="*/ 3226 w 469"/>
                  <a:gd name="T103" fmla="*/ 4743 h 1558"/>
                  <a:gd name="T104" fmla="*/ 3174 w 469"/>
                  <a:gd name="T105" fmla="*/ 3647 h 1558"/>
                  <a:gd name="T106" fmla="*/ 3057 w 469"/>
                  <a:gd name="T107" fmla="*/ 2327 h 1558"/>
                  <a:gd name="T108" fmla="*/ 2804 w 469"/>
                  <a:gd name="T109" fmla="*/ 747 h 1558"/>
                  <a:gd name="T110" fmla="*/ 1972 w 469"/>
                  <a:gd name="T111" fmla="*/ 32 h 1558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0" t="0" r="r" b="b"/>
                <a:pathLst>
                  <a:path w="469" h="1558">
                    <a:moveTo>
                      <a:pt x="187" y="0"/>
                    </a:moveTo>
                    <a:cubicBezTo>
                      <a:pt x="204" y="74"/>
                      <a:pt x="137" y="79"/>
                      <a:pt x="127" y="81"/>
                    </a:cubicBezTo>
                    <a:cubicBezTo>
                      <a:pt x="122" y="82"/>
                      <a:pt x="87" y="88"/>
                      <a:pt x="74" y="110"/>
                    </a:cubicBezTo>
                    <a:cubicBezTo>
                      <a:pt x="67" y="122"/>
                      <a:pt x="57" y="152"/>
                      <a:pt x="53" y="174"/>
                    </a:cubicBezTo>
                    <a:cubicBezTo>
                      <a:pt x="50" y="197"/>
                      <a:pt x="35" y="311"/>
                      <a:pt x="35" y="342"/>
                    </a:cubicBezTo>
                    <a:cubicBezTo>
                      <a:pt x="35" y="372"/>
                      <a:pt x="31" y="393"/>
                      <a:pt x="28" y="407"/>
                    </a:cubicBezTo>
                    <a:cubicBezTo>
                      <a:pt x="25" y="421"/>
                      <a:pt x="14" y="460"/>
                      <a:pt x="14" y="537"/>
                    </a:cubicBezTo>
                    <a:cubicBezTo>
                      <a:pt x="15" y="550"/>
                      <a:pt x="14" y="582"/>
                      <a:pt x="15" y="602"/>
                    </a:cubicBezTo>
                    <a:cubicBezTo>
                      <a:pt x="17" y="628"/>
                      <a:pt x="14" y="684"/>
                      <a:pt x="11" y="697"/>
                    </a:cubicBezTo>
                    <a:cubicBezTo>
                      <a:pt x="7" y="713"/>
                      <a:pt x="3" y="741"/>
                      <a:pt x="2" y="744"/>
                    </a:cubicBezTo>
                    <a:cubicBezTo>
                      <a:pt x="0" y="748"/>
                      <a:pt x="3" y="753"/>
                      <a:pt x="5" y="757"/>
                    </a:cubicBezTo>
                    <a:cubicBezTo>
                      <a:pt x="7" y="761"/>
                      <a:pt x="7" y="765"/>
                      <a:pt x="9" y="771"/>
                    </a:cubicBezTo>
                    <a:cubicBezTo>
                      <a:pt x="11" y="775"/>
                      <a:pt x="17" y="785"/>
                      <a:pt x="20" y="790"/>
                    </a:cubicBezTo>
                    <a:cubicBezTo>
                      <a:pt x="23" y="795"/>
                      <a:pt x="35" y="801"/>
                      <a:pt x="44" y="805"/>
                    </a:cubicBezTo>
                    <a:cubicBezTo>
                      <a:pt x="51" y="807"/>
                      <a:pt x="63" y="814"/>
                      <a:pt x="64" y="811"/>
                    </a:cubicBezTo>
                    <a:cubicBezTo>
                      <a:pt x="66" y="804"/>
                      <a:pt x="62" y="800"/>
                      <a:pt x="57" y="797"/>
                    </a:cubicBezTo>
                    <a:cubicBezTo>
                      <a:pt x="54" y="795"/>
                      <a:pt x="63" y="801"/>
                      <a:pt x="64" y="795"/>
                    </a:cubicBezTo>
                    <a:cubicBezTo>
                      <a:pt x="65" y="793"/>
                      <a:pt x="65" y="792"/>
                      <a:pt x="64" y="789"/>
                    </a:cubicBezTo>
                    <a:cubicBezTo>
                      <a:pt x="65" y="785"/>
                      <a:pt x="64" y="785"/>
                      <a:pt x="62" y="782"/>
                    </a:cubicBezTo>
                    <a:cubicBezTo>
                      <a:pt x="66" y="781"/>
                      <a:pt x="63" y="761"/>
                      <a:pt x="61" y="751"/>
                    </a:cubicBezTo>
                    <a:cubicBezTo>
                      <a:pt x="61" y="744"/>
                      <a:pt x="62" y="722"/>
                      <a:pt x="57" y="706"/>
                    </a:cubicBezTo>
                    <a:cubicBezTo>
                      <a:pt x="54" y="696"/>
                      <a:pt x="52" y="687"/>
                      <a:pt x="52" y="681"/>
                    </a:cubicBezTo>
                    <a:cubicBezTo>
                      <a:pt x="50" y="667"/>
                      <a:pt x="59" y="568"/>
                      <a:pt x="68" y="539"/>
                    </a:cubicBezTo>
                    <a:cubicBezTo>
                      <a:pt x="85" y="480"/>
                      <a:pt x="85" y="426"/>
                      <a:pt x="87" y="415"/>
                    </a:cubicBezTo>
                    <a:cubicBezTo>
                      <a:pt x="89" y="404"/>
                      <a:pt x="100" y="349"/>
                      <a:pt x="104" y="324"/>
                    </a:cubicBezTo>
                    <a:cubicBezTo>
                      <a:pt x="104" y="324"/>
                      <a:pt x="104" y="324"/>
                      <a:pt x="104" y="324"/>
                    </a:cubicBezTo>
                    <a:cubicBezTo>
                      <a:pt x="106" y="355"/>
                      <a:pt x="114" y="395"/>
                      <a:pt x="114" y="411"/>
                    </a:cubicBezTo>
                    <a:cubicBezTo>
                      <a:pt x="115" y="432"/>
                      <a:pt x="128" y="469"/>
                      <a:pt x="119" y="487"/>
                    </a:cubicBezTo>
                    <a:cubicBezTo>
                      <a:pt x="110" y="504"/>
                      <a:pt x="99" y="545"/>
                      <a:pt x="91" y="593"/>
                    </a:cubicBezTo>
                    <a:cubicBezTo>
                      <a:pt x="84" y="631"/>
                      <a:pt x="78" y="664"/>
                      <a:pt x="85" y="732"/>
                    </a:cubicBezTo>
                    <a:cubicBezTo>
                      <a:pt x="90" y="781"/>
                      <a:pt x="89" y="814"/>
                      <a:pt x="101" y="868"/>
                    </a:cubicBezTo>
                    <a:cubicBezTo>
                      <a:pt x="111" y="916"/>
                      <a:pt x="119" y="971"/>
                      <a:pt x="125" y="1007"/>
                    </a:cubicBezTo>
                    <a:cubicBezTo>
                      <a:pt x="131" y="1042"/>
                      <a:pt x="133" y="1060"/>
                      <a:pt x="135" y="1083"/>
                    </a:cubicBezTo>
                    <a:cubicBezTo>
                      <a:pt x="136" y="1106"/>
                      <a:pt x="121" y="1216"/>
                      <a:pt x="138" y="1279"/>
                    </a:cubicBezTo>
                    <a:cubicBezTo>
                      <a:pt x="154" y="1342"/>
                      <a:pt x="161" y="1382"/>
                      <a:pt x="164" y="1397"/>
                    </a:cubicBezTo>
                    <a:cubicBezTo>
                      <a:pt x="171" y="1431"/>
                      <a:pt x="165" y="1435"/>
                      <a:pt x="168" y="1452"/>
                    </a:cubicBezTo>
                    <a:cubicBezTo>
                      <a:pt x="171" y="1469"/>
                      <a:pt x="171" y="1467"/>
                      <a:pt x="163" y="1483"/>
                    </a:cubicBezTo>
                    <a:cubicBezTo>
                      <a:pt x="155" y="1494"/>
                      <a:pt x="143" y="1517"/>
                      <a:pt x="139" y="1522"/>
                    </a:cubicBezTo>
                    <a:cubicBezTo>
                      <a:pt x="135" y="1527"/>
                      <a:pt x="137" y="1533"/>
                      <a:pt x="139" y="1536"/>
                    </a:cubicBezTo>
                    <a:cubicBezTo>
                      <a:pt x="136" y="1544"/>
                      <a:pt x="145" y="1548"/>
                      <a:pt x="148" y="1548"/>
                    </a:cubicBezTo>
                    <a:cubicBezTo>
                      <a:pt x="147" y="1557"/>
                      <a:pt x="163" y="1557"/>
                      <a:pt x="167" y="1552"/>
                    </a:cubicBezTo>
                    <a:cubicBezTo>
                      <a:pt x="172" y="1557"/>
                      <a:pt x="184" y="1557"/>
                      <a:pt x="189" y="1551"/>
                    </a:cubicBezTo>
                    <a:cubicBezTo>
                      <a:pt x="197" y="1558"/>
                      <a:pt x="211" y="1558"/>
                      <a:pt x="219" y="1549"/>
                    </a:cubicBezTo>
                    <a:cubicBezTo>
                      <a:pt x="228" y="1540"/>
                      <a:pt x="229" y="1531"/>
                      <a:pt x="228" y="1521"/>
                    </a:cubicBezTo>
                    <a:cubicBezTo>
                      <a:pt x="227" y="1512"/>
                      <a:pt x="229" y="1509"/>
                      <a:pt x="231" y="1498"/>
                    </a:cubicBezTo>
                    <a:cubicBezTo>
                      <a:pt x="233" y="1487"/>
                      <a:pt x="234" y="1478"/>
                      <a:pt x="231" y="1469"/>
                    </a:cubicBezTo>
                    <a:cubicBezTo>
                      <a:pt x="227" y="1461"/>
                      <a:pt x="226" y="1458"/>
                      <a:pt x="226" y="1449"/>
                    </a:cubicBezTo>
                    <a:cubicBezTo>
                      <a:pt x="226" y="1441"/>
                      <a:pt x="229" y="1429"/>
                      <a:pt x="224" y="1419"/>
                    </a:cubicBezTo>
                    <a:cubicBezTo>
                      <a:pt x="219" y="1408"/>
                      <a:pt x="214" y="1384"/>
                      <a:pt x="215" y="1357"/>
                    </a:cubicBezTo>
                    <a:cubicBezTo>
                      <a:pt x="216" y="1330"/>
                      <a:pt x="234" y="1181"/>
                      <a:pt x="226" y="1129"/>
                    </a:cubicBezTo>
                    <a:cubicBezTo>
                      <a:pt x="218" y="1078"/>
                      <a:pt x="221" y="1068"/>
                      <a:pt x="223" y="1050"/>
                    </a:cubicBezTo>
                    <a:cubicBezTo>
                      <a:pt x="225" y="1033"/>
                      <a:pt x="230" y="1005"/>
                      <a:pt x="226" y="968"/>
                    </a:cubicBezTo>
                    <a:cubicBezTo>
                      <a:pt x="224" y="954"/>
                      <a:pt x="225" y="894"/>
                      <a:pt x="225" y="834"/>
                    </a:cubicBezTo>
                    <a:cubicBezTo>
                      <a:pt x="225" y="795"/>
                      <a:pt x="228" y="748"/>
                      <a:pt x="226" y="733"/>
                    </a:cubicBezTo>
                    <a:cubicBezTo>
                      <a:pt x="226" y="732"/>
                      <a:pt x="226" y="732"/>
                      <a:pt x="226" y="732"/>
                    </a:cubicBezTo>
                    <a:cubicBezTo>
                      <a:pt x="228" y="733"/>
                      <a:pt x="231" y="734"/>
                      <a:pt x="233" y="734"/>
                    </a:cubicBezTo>
                    <a:cubicBezTo>
                      <a:pt x="234" y="734"/>
                      <a:pt x="234" y="734"/>
                      <a:pt x="234" y="734"/>
                    </a:cubicBezTo>
                    <a:cubicBezTo>
                      <a:pt x="237" y="734"/>
                      <a:pt x="240" y="733"/>
                      <a:pt x="244" y="732"/>
                    </a:cubicBezTo>
                    <a:cubicBezTo>
                      <a:pt x="243" y="733"/>
                      <a:pt x="243" y="733"/>
                      <a:pt x="243" y="733"/>
                    </a:cubicBezTo>
                    <a:cubicBezTo>
                      <a:pt x="241" y="749"/>
                      <a:pt x="243" y="795"/>
                      <a:pt x="243" y="834"/>
                    </a:cubicBezTo>
                    <a:cubicBezTo>
                      <a:pt x="244" y="894"/>
                      <a:pt x="244" y="954"/>
                      <a:pt x="243" y="968"/>
                    </a:cubicBezTo>
                    <a:cubicBezTo>
                      <a:pt x="238" y="1005"/>
                      <a:pt x="243" y="1033"/>
                      <a:pt x="245" y="1050"/>
                    </a:cubicBezTo>
                    <a:cubicBezTo>
                      <a:pt x="247" y="1068"/>
                      <a:pt x="250" y="1078"/>
                      <a:pt x="242" y="1129"/>
                    </a:cubicBezTo>
                    <a:cubicBezTo>
                      <a:pt x="234" y="1181"/>
                      <a:pt x="253" y="1330"/>
                      <a:pt x="254" y="1357"/>
                    </a:cubicBezTo>
                    <a:cubicBezTo>
                      <a:pt x="255" y="1384"/>
                      <a:pt x="249" y="1408"/>
                      <a:pt x="244" y="1419"/>
                    </a:cubicBezTo>
                    <a:cubicBezTo>
                      <a:pt x="239" y="1429"/>
                      <a:pt x="242" y="1441"/>
                      <a:pt x="242" y="1449"/>
                    </a:cubicBezTo>
                    <a:cubicBezTo>
                      <a:pt x="242" y="1458"/>
                      <a:pt x="242" y="1461"/>
                      <a:pt x="238" y="1469"/>
                    </a:cubicBezTo>
                    <a:cubicBezTo>
                      <a:pt x="234" y="1478"/>
                      <a:pt x="235" y="1487"/>
                      <a:pt x="237" y="1498"/>
                    </a:cubicBezTo>
                    <a:cubicBezTo>
                      <a:pt x="239" y="1509"/>
                      <a:pt x="241" y="1512"/>
                      <a:pt x="240" y="1521"/>
                    </a:cubicBezTo>
                    <a:cubicBezTo>
                      <a:pt x="239" y="1531"/>
                      <a:pt x="240" y="1540"/>
                      <a:pt x="249" y="1549"/>
                    </a:cubicBezTo>
                    <a:cubicBezTo>
                      <a:pt x="258" y="1558"/>
                      <a:pt x="272" y="1558"/>
                      <a:pt x="279" y="1551"/>
                    </a:cubicBezTo>
                    <a:cubicBezTo>
                      <a:pt x="284" y="1557"/>
                      <a:pt x="297" y="1557"/>
                      <a:pt x="301" y="1552"/>
                    </a:cubicBezTo>
                    <a:cubicBezTo>
                      <a:pt x="305" y="1557"/>
                      <a:pt x="322" y="1557"/>
                      <a:pt x="321" y="1548"/>
                    </a:cubicBezTo>
                    <a:cubicBezTo>
                      <a:pt x="324" y="1548"/>
                      <a:pt x="332" y="1544"/>
                      <a:pt x="329" y="1536"/>
                    </a:cubicBezTo>
                    <a:cubicBezTo>
                      <a:pt x="331" y="1533"/>
                      <a:pt x="333" y="1527"/>
                      <a:pt x="329" y="1522"/>
                    </a:cubicBezTo>
                    <a:cubicBezTo>
                      <a:pt x="325" y="1517"/>
                      <a:pt x="313" y="1494"/>
                      <a:pt x="306" y="1483"/>
                    </a:cubicBezTo>
                    <a:cubicBezTo>
                      <a:pt x="297" y="1467"/>
                      <a:pt x="298" y="1469"/>
                      <a:pt x="301" y="1452"/>
                    </a:cubicBezTo>
                    <a:cubicBezTo>
                      <a:pt x="304" y="1435"/>
                      <a:pt x="297" y="1431"/>
                      <a:pt x="304" y="1397"/>
                    </a:cubicBezTo>
                    <a:cubicBezTo>
                      <a:pt x="308" y="1382"/>
                      <a:pt x="315" y="1342"/>
                      <a:pt x="331" y="1279"/>
                    </a:cubicBezTo>
                    <a:cubicBezTo>
                      <a:pt x="347" y="1216"/>
                      <a:pt x="332" y="1106"/>
                      <a:pt x="334" y="1083"/>
                    </a:cubicBezTo>
                    <a:cubicBezTo>
                      <a:pt x="335" y="1060"/>
                      <a:pt x="338" y="1042"/>
                      <a:pt x="344" y="1007"/>
                    </a:cubicBezTo>
                    <a:cubicBezTo>
                      <a:pt x="350" y="971"/>
                      <a:pt x="359" y="913"/>
                      <a:pt x="369" y="865"/>
                    </a:cubicBezTo>
                    <a:cubicBezTo>
                      <a:pt x="383" y="801"/>
                      <a:pt x="384" y="770"/>
                      <a:pt x="388" y="731"/>
                    </a:cubicBezTo>
                    <a:cubicBezTo>
                      <a:pt x="394" y="663"/>
                      <a:pt x="387" y="626"/>
                      <a:pt x="380" y="589"/>
                    </a:cubicBezTo>
                    <a:cubicBezTo>
                      <a:pt x="372" y="540"/>
                      <a:pt x="362" y="509"/>
                      <a:pt x="353" y="491"/>
                    </a:cubicBezTo>
                    <a:cubicBezTo>
                      <a:pt x="344" y="474"/>
                      <a:pt x="352" y="437"/>
                      <a:pt x="353" y="415"/>
                    </a:cubicBezTo>
                    <a:cubicBezTo>
                      <a:pt x="354" y="399"/>
                      <a:pt x="362" y="353"/>
                      <a:pt x="364" y="323"/>
                    </a:cubicBezTo>
                    <a:cubicBezTo>
                      <a:pt x="364" y="323"/>
                      <a:pt x="364" y="323"/>
                      <a:pt x="364" y="323"/>
                    </a:cubicBezTo>
                    <a:cubicBezTo>
                      <a:pt x="368" y="348"/>
                      <a:pt x="379" y="404"/>
                      <a:pt x="381" y="415"/>
                    </a:cubicBezTo>
                    <a:cubicBezTo>
                      <a:pt x="383" y="426"/>
                      <a:pt x="384" y="477"/>
                      <a:pt x="401" y="537"/>
                    </a:cubicBezTo>
                    <a:cubicBezTo>
                      <a:pt x="409" y="565"/>
                      <a:pt x="419" y="667"/>
                      <a:pt x="416" y="681"/>
                    </a:cubicBezTo>
                    <a:cubicBezTo>
                      <a:pt x="416" y="687"/>
                      <a:pt x="415" y="696"/>
                      <a:pt x="412" y="706"/>
                    </a:cubicBezTo>
                    <a:cubicBezTo>
                      <a:pt x="406" y="722"/>
                      <a:pt x="407" y="744"/>
                      <a:pt x="408" y="751"/>
                    </a:cubicBezTo>
                    <a:cubicBezTo>
                      <a:pt x="406" y="761"/>
                      <a:pt x="403" y="781"/>
                      <a:pt x="407" y="782"/>
                    </a:cubicBezTo>
                    <a:cubicBezTo>
                      <a:pt x="405" y="785"/>
                      <a:pt x="404" y="785"/>
                      <a:pt x="405" y="789"/>
                    </a:cubicBezTo>
                    <a:cubicBezTo>
                      <a:pt x="403" y="792"/>
                      <a:pt x="403" y="793"/>
                      <a:pt x="404" y="795"/>
                    </a:cubicBezTo>
                    <a:cubicBezTo>
                      <a:pt x="406" y="801"/>
                      <a:pt x="415" y="795"/>
                      <a:pt x="412" y="797"/>
                    </a:cubicBezTo>
                    <a:cubicBezTo>
                      <a:pt x="407" y="800"/>
                      <a:pt x="402" y="804"/>
                      <a:pt x="405" y="811"/>
                    </a:cubicBezTo>
                    <a:cubicBezTo>
                      <a:pt x="406" y="814"/>
                      <a:pt x="418" y="807"/>
                      <a:pt x="424" y="805"/>
                    </a:cubicBezTo>
                    <a:cubicBezTo>
                      <a:pt x="434" y="801"/>
                      <a:pt x="445" y="795"/>
                      <a:pt x="448" y="790"/>
                    </a:cubicBezTo>
                    <a:cubicBezTo>
                      <a:pt x="451" y="785"/>
                      <a:pt x="457" y="775"/>
                      <a:pt x="459" y="771"/>
                    </a:cubicBezTo>
                    <a:cubicBezTo>
                      <a:pt x="462" y="765"/>
                      <a:pt x="461" y="761"/>
                      <a:pt x="463" y="757"/>
                    </a:cubicBezTo>
                    <a:cubicBezTo>
                      <a:pt x="465" y="753"/>
                      <a:pt x="469" y="748"/>
                      <a:pt x="467" y="744"/>
                    </a:cubicBezTo>
                    <a:cubicBezTo>
                      <a:pt x="465" y="741"/>
                      <a:pt x="462" y="713"/>
                      <a:pt x="458" y="697"/>
                    </a:cubicBezTo>
                    <a:cubicBezTo>
                      <a:pt x="455" y="684"/>
                      <a:pt x="451" y="628"/>
                      <a:pt x="453" y="602"/>
                    </a:cubicBezTo>
                    <a:cubicBezTo>
                      <a:pt x="455" y="582"/>
                      <a:pt x="451" y="549"/>
                      <a:pt x="451" y="536"/>
                    </a:cubicBezTo>
                    <a:cubicBezTo>
                      <a:pt x="452" y="459"/>
                      <a:pt x="443" y="421"/>
                      <a:pt x="440" y="407"/>
                    </a:cubicBezTo>
                    <a:cubicBezTo>
                      <a:pt x="437" y="393"/>
                      <a:pt x="434" y="372"/>
                      <a:pt x="434" y="342"/>
                    </a:cubicBezTo>
                    <a:cubicBezTo>
                      <a:pt x="434" y="311"/>
                      <a:pt x="422" y="199"/>
                      <a:pt x="418" y="176"/>
                    </a:cubicBezTo>
                    <a:cubicBezTo>
                      <a:pt x="415" y="154"/>
                      <a:pt x="407" y="120"/>
                      <a:pt x="398" y="110"/>
                    </a:cubicBezTo>
                    <a:cubicBezTo>
                      <a:pt x="389" y="99"/>
                      <a:pt x="372" y="81"/>
                      <a:pt x="343" y="76"/>
                    </a:cubicBezTo>
                    <a:cubicBezTo>
                      <a:pt x="333" y="75"/>
                      <a:pt x="271" y="69"/>
                      <a:pt x="280" y="5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222" name="Freeform 845">
                <a:extLst>
                  <a:ext uri="{FF2B5EF4-FFF2-40B4-BE49-F238E27FC236}">
                    <a16:creationId xmlns:a16="http://schemas.microsoft.com/office/drawing/2014/main" id="{C2468C8F-EB3E-45E7-956C-1D2193A17F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8" y="2564"/>
                <a:ext cx="6" cy="17"/>
              </a:xfrm>
              <a:custGeom>
                <a:avLst/>
                <a:gdLst>
                  <a:gd name="T0" fmla="*/ 0 w 3"/>
                  <a:gd name="T1" fmla="*/ 0 h 9"/>
                  <a:gd name="T2" fmla="*/ 8 w 3"/>
                  <a:gd name="T3" fmla="*/ 6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9">
                    <a:moveTo>
                      <a:pt x="0" y="0"/>
                    </a:moveTo>
                    <a:cubicBezTo>
                      <a:pt x="3" y="1"/>
                      <a:pt x="1" y="7"/>
                      <a:pt x="1" y="9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223" name="Freeform 846">
                <a:extLst>
                  <a:ext uri="{FF2B5EF4-FFF2-40B4-BE49-F238E27FC236}">
                    <a16:creationId xmlns:a16="http://schemas.microsoft.com/office/drawing/2014/main" id="{D0A04418-84DE-4F50-A80E-20438DC180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8" y="3849"/>
                <a:ext cx="6" cy="34"/>
              </a:xfrm>
              <a:custGeom>
                <a:avLst/>
                <a:gdLst>
                  <a:gd name="T0" fmla="*/ 0 w 3"/>
                  <a:gd name="T1" fmla="*/ 0 h 18"/>
                  <a:gd name="T2" fmla="*/ 24 w 3"/>
                  <a:gd name="T3" fmla="*/ 121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8">
                    <a:moveTo>
                      <a:pt x="0" y="0"/>
                    </a:moveTo>
                    <a:cubicBezTo>
                      <a:pt x="0" y="7"/>
                      <a:pt x="3" y="18"/>
                      <a:pt x="3" y="18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224" name="Freeform 847">
                <a:extLst>
                  <a:ext uri="{FF2B5EF4-FFF2-40B4-BE49-F238E27FC236}">
                    <a16:creationId xmlns:a16="http://schemas.microsoft.com/office/drawing/2014/main" id="{25D041CB-C036-4B2B-9038-3ABB413380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7" y="2031"/>
                <a:ext cx="46" cy="32"/>
              </a:xfrm>
              <a:custGeom>
                <a:avLst/>
                <a:gdLst>
                  <a:gd name="T0" fmla="*/ 0 w 24"/>
                  <a:gd name="T1" fmla="*/ 81 h 17"/>
                  <a:gd name="T2" fmla="*/ 128 w 24"/>
                  <a:gd name="T3" fmla="*/ 113 h 17"/>
                  <a:gd name="T4" fmla="*/ 8 w 24"/>
                  <a:gd name="T5" fmla="*/ 75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17">
                    <a:moveTo>
                      <a:pt x="0" y="12"/>
                    </a:moveTo>
                    <a:cubicBezTo>
                      <a:pt x="6" y="6"/>
                      <a:pt x="16" y="9"/>
                      <a:pt x="18" y="17"/>
                    </a:cubicBezTo>
                    <a:cubicBezTo>
                      <a:pt x="24" y="11"/>
                      <a:pt x="4" y="0"/>
                      <a:pt x="1" y="1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225" name="Freeform 848">
                <a:extLst>
                  <a:ext uri="{FF2B5EF4-FFF2-40B4-BE49-F238E27FC236}">
                    <a16:creationId xmlns:a16="http://schemas.microsoft.com/office/drawing/2014/main" id="{552631F2-9C7B-4A1D-B756-0BCED5DACE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8" y="3983"/>
                <a:ext cx="25" cy="17"/>
              </a:xfrm>
              <a:custGeom>
                <a:avLst/>
                <a:gdLst>
                  <a:gd name="T0" fmla="*/ 37 w 13"/>
                  <a:gd name="T1" fmla="*/ 8 h 9"/>
                  <a:gd name="T2" fmla="*/ 77 w 13"/>
                  <a:gd name="T3" fmla="*/ 21 h 9"/>
                  <a:gd name="T4" fmla="*/ 37 w 13"/>
                  <a:gd name="T5" fmla="*/ 28 h 9"/>
                  <a:gd name="T6" fmla="*/ 8 w 13"/>
                  <a:gd name="T7" fmla="*/ 40 h 9"/>
                  <a:gd name="T8" fmla="*/ 71 w 13"/>
                  <a:gd name="T9" fmla="*/ 6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9">
                    <a:moveTo>
                      <a:pt x="5" y="1"/>
                    </a:moveTo>
                    <a:cubicBezTo>
                      <a:pt x="7" y="2"/>
                      <a:pt x="10" y="0"/>
                      <a:pt x="11" y="3"/>
                    </a:cubicBezTo>
                    <a:cubicBezTo>
                      <a:pt x="13" y="8"/>
                      <a:pt x="6" y="4"/>
                      <a:pt x="5" y="4"/>
                    </a:cubicBezTo>
                    <a:cubicBezTo>
                      <a:pt x="3" y="3"/>
                      <a:pt x="0" y="3"/>
                      <a:pt x="1" y="6"/>
                    </a:cubicBezTo>
                    <a:cubicBezTo>
                      <a:pt x="1" y="9"/>
                      <a:pt x="8" y="8"/>
                      <a:pt x="10" y="9"/>
                    </a:cubicBezTo>
                  </a:path>
                </a:pathLst>
              </a:custGeom>
              <a:noFill/>
              <a:ln w="9525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226" name="Freeform 849">
                <a:extLst>
                  <a:ext uri="{FF2B5EF4-FFF2-40B4-BE49-F238E27FC236}">
                    <a16:creationId xmlns:a16="http://schemas.microsoft.com/office/drawing/2014/main" id="{E7EE4EB4-DDF7-46F5-B4A0-3DEA0B7C3E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5" y="3985"/>
                <a:ext cx="14" cy="13"/>
              </a:xfrm>
              <a:custGeom>
                <a:avLst/>
                <a:gdLst>
                  <a:gd name="T0" fmla="*/ 56 w 7"/>
                  <a:gd name="T1" fmla="*/ 32 h 7"/>
                  <a:gd name="T2" fmla="*/ 0 w 7"/>
                  <a:gd name="T3" fmla="*/ 0 h 7"/>
                  <a:gd name="T4" fmla="*/ 40 w 7"/>
                  <a:gd name="T5" fmla="*/ 45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7">
                    <a:moveTo>
                      <a:pt x="7" y="5"/>
                    </a:moveTo>
                    <a:cubicBezTo>
                      <a:pt x="6" y="2"/>
                      <a:pt x="3" y="0"/>
                      <a:pt x="0" y="0"/>
                    </a:cubicBezTo>
                    <a:cubicBezTo>
                      <a:pt x="1" y="3"/>
                      <a:pt x="3" y="6"/>
                      <a:pt x="5" y="7"/>
                    </a:cubicBezTo>
                  </a:path>
                </a:pathLst>
              </a:custGeom>
              <a:noFill/>
              <a:ln w="9525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227" name="Freeform 850">
                <a:extLst>
                  <a:ext uri="{FF2B5EF4-FFF2-40B4-BE49-F238E27FC236}">
                    <a16:creationId xmlns:a16="http://schemas.microsoft.com/office/drawing/2014/main" id="{27B16D0D-105B-407D-B77E-8B30A73ED1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9" y="3979"/>
                <a:ext cx="21" cy="15"/>
              </a:xfrm>
              <a:custGeom>
                <a:avLst/>
                <a:gdLst>
                  <a:gd name="T0" fmla="*/ 76 w 11"/>
                  <a:gd name="T1" fmla="*/ 32 h 8"/>
                  <a:gd name="T2" fmla="*/ 21 w 11"/>
                  <a:gd name="T3" fmla="*/ 15 h 8"/>
                  <a:gd name="T4" fmla="*/ 69 w 11"/>
                  <a:gd name="T5" fmla="*/ 53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8">
                    <a:moveTo>
                      <a:pt x="11" y="5"/>
                    </a:moveTo>
                    <a:cubicBezTo>
                      <a:pt x="10" y="3"/>
                      <a:pt x="6" y="0"/>
                      <a:pt x="3" y="2"/>
                    </a:cubicBezTo>
                    <a:cubicBezTo>
                      <a:pt x="0" y="5"/>
                      <a:pt x="9" y="8"/>
                      <a:pt x="10" y="8"/>
                    </a:cubicBezTo>
                  </a:path>
                </a:pathLst>
              </a:custGeom>
              <a:noFill/>
              <a:ln w="9525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228" name="Freeform 851">
                <a:extLst>
                  <a:ext uri="{FF2B5EF4-FFF2-40B4-BE49-F238E27FC236}">
                    <a16:creationId xmlns:a16="http://schemas.microsoft.com/office/drawing/2014/main" id="{849FEF3F-097B-481B-B749-09A572BF4A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2" y="3974"/>
                <a:ext cx="9" cy="7"/>
              </a:xfrm>
              <a:custGeom>
                <a:avLst/>
                <a:gdLst>
                  <a:gd name="T0" fmla="*/ 29 w 5"/>
                  <a:gd name="T1" fmla="*/ 21 h 4"/>
                  <a:gd name="T2" fmla="*/ 0 w 5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4">
                    <a:moveTo>
                      <a:pt x="5" y="4"/>
                    </a:moveTo>
                    <a:cubicBezTo>
                      <a:pt x="4" y="2"/>
                      <a:pt x="2" y="1"/>
                      <a:pt x="0" y="0"/>
                    </a:cubicBezTo>
                  </a:path>
                </a:pathLst>
              </a:custGeom>
              <a:noFill/>
              <a:ln w="9525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229" name="Freeform 852">
                <a:extLst>
                  <a:ext uri="{FF2B5EF4-FFF2-40B4-BE49-F238E27FC236}">
                    <a16:creationId xmlns:a16="http://schemas.microsoft.com/office/drawing/2014/main" id="{5D3F5966-EF7D-476E-A0D6-F7A297CF84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4" y="3981"/>
                <a:ext cx="17" cy="13"/>
              </a:xfrm>
              <a:custGeom>
                <a:avLst/>
                <a:gdLst>
                  <a:gd name="T0" fmla="*/ 8 w 9"/>
                  <a:gd name="T1" fmla="*/ 13 h 7"/>
                  <a:gd name="T2" fmla="*/ 53 w 9"/>
                  <a:gd name="T3" fmla="*/ 24 h 7"/>
                  <a:gd name="T4" fmla="*/ 0 w 9"/>
                  <a:gd name="T5" fmla="*/ 37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7">
                    <a:moveTo>
                      <a:pt x="1" y="2"/>
                    </a:moveTo>
                    <a:cubicBezTo>
                      <a:pt x="3" y="2"/>
                      <a:pt x="9" y="0"/>
                      <a:pt x="8" y="4"/>
                    </a:cubicBezTo>
                    <a:cubicBezTo>
                      <a:pt x="8" y="7"/>
                      <a:pt x="2" y="6"/>
                      <a:pt x="0" y="6"/>
                    </a:cubicBezTo>
                  </a:path>
                </a:pathLst>
              </a:custGeom>
              <a:noFill/>
              <a:ln w="9525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230" name="Freeform 853">
                <a:extLst>
                  <a:ext uri="{FF2B5EF4-FFF2-40B4-BE49-F238E27FC236}">
                    <a16:creationId xmlns:a16="http://schemas.microsoft.com/office/drawing/2014/main" id="{DCBA0268-240D-4421-A6FD-DA95325AFD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5" y="3985"/>
                <a:ext cx="21" cy="15"/>
              </a:xfrm>
              <a:custGeom>
                <a:avLst/>
                <a:gdLst>
                  <a:gd name="T0" fmla="*/ 0 w 11"/>
                  <a:gd name="T1" fmla="*/ 28 h 8"/>
                  <a:gd name="T2" fmla="*/ 55 w 11"/>
                  <a:gd name="T3" fmla="*/ 21 h 8"/>
                  <a:gd name="T4" fmla="*/ 8 w 11"/>
                  <a:gd name="T5" fmla="*/ 53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8">
                    <a:moveTo>
                      <a:pt x="0" y="4"/>
                    </a:moveTo>
                    <a:cubicBezTo>
                      <a:pt x="3" y="2"/>
                      <a:pt x="5" y="0"/>
                      <a:pt x="8" y="3"/>
                    </a:cubicBezTo>
                    <a:cubicBezTo>
                      <a:pt x="11" y="6"/>
                      <a:pt x="4" y="8"/>
                      <a:pt x="1" y="8"/>
                    </a:cubicBezTo>
                  </a:path>
                </a:pathLst>
              </a:custGeom>
              <a:noFill/>
              <a:ln w="9525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231" name="Freeform 854">
                <a:extLst>
                  <a:ext uri="{FF2B5EF4-FFF2-40B4-BE49-F238E27FC236}">
                    <a16:creationId xmlns:a16="http://schemas.microsoft.com/office/drawing/2014/main" id="{176B841E-485B-4103-9BAB-3FC9735F83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5" y="3981"/>
                <a:ext cx="14" cy="8"/>
              </a:xfrm>
              <a:custGeom>
                <a:avLst/>
                <a:gdLst>
                  <a:gd name="T0" fmla="*/ 56 w 7"/>
                  <a:gd name="T1" fmla="*/ 0 h 4"/>
                  <a:gd name="T2" fmla="*/ 0 w 7"/>
                  <a:gd name="T3" fmla="*/ 32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4">
                    <a:moveTo>
                      <a:pt x="7" y="0"/>
                    </a:moveTo>
                    <a:cubicBezTo>
                      <a:pt x="5" y="1"/>
                      <a:pt x="2" y="2"/>
                      <a:pt x="0" y="4"/>
                    </a:cubicBezTo>
                  </a:path>
                </a:pathLst>
              </a:custGeom>
              <a:noFill/>
              <a:ln w="9525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232" name="Freeform 855">
                <a:extLst>
                  <a:ext uri="{FF2B5EF4-FFF2-40B4-BE49-F238E27FC236}">
                    <a16:creationId xmlns:a16="http://schemas.microsoft.com/office/drawing/2014/main" id="{3C38640C-882B-43FE-990F-9F3CEB1A15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2" y="3974"/>
                <a:ext cx="14" cy="7"/>
              </a:xfrm>
              <a:custGeom>
                <a:avLst/>
                <a:gdLst>
                  <a:gd name="T0" fmla="*/ 56 w 7"/>
                  <a:gd name="T1" fmla="*/ 0 h 4"/>
                  <a:gd name="T2" fmla="*/ 0 w 7"/>
                  <a:gd name="T3" fmla="*/ 21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4">
                    <a:moveTo>
                      <a:pt x="7" y="0"/>
                    </a:moveTo>
                    <a:cubicBezTo>
                      <a:pt x="5" y="1"/>
                      <a:pt x="1" y="2"/>
                      <a:pt x="0" y="4"/>
                    </a:cubicBezTo>
                  </a:path>
                </a:pathLst>
              </a:custGeom>
              <a:noFill/>
              <a:ln w="9525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233" name="Freeform 856">
                <a:extLst>
                  <a:ext uri="{FF2B5EF4-FFF2-40B4-BE49-F238E27FC236}">
                    <a16:creationId xmlns:a16="http://schemas.microsoft.com/office/drawing/2014/main" id="{5746CFC7-B159-410F-85EF-54AA933A77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4" y="1514"/>
                <a:ext cx="29" cy="178"/>
              </a:xfrm>
              <a:custGeom>
                <a:avLst/>
                <a:gdLst>
                  <a:gd name="T0" fmla="*/ 108 w 15"/>
                  <a:gd name="T1" fmla="*/ 638 h 94"/>
                  <a:gd name="T2" fmla="*/ 44 w 15"/>
                  <a:gd name="T3" fmla="*/ 477 h 94"/>
                  <a:gd name="T4" fmla="*/ 8 w 15"/>
                  <a:gd name="T5" fmla="*/ 326 h 94"/>
                  <a:gd name="T6" fmla="*/ 23 w 15"/>
                  <a:gd name="T7" fmla="*/ 144 h 94"/>
                  <a:gd name="T8" fmla="*/ 52 w 15"/>
                  <a:gd name="T9" fmla="*/ 0 h 9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94">
                    <a:moveTo>
                      <a:pt x="15" y="94"/>
                    </a:moveTo>
                    <a:cubicBezTo>
                      <a:pt x="14" y="89"/>
                      <a:pt x="7" y="75"/>
                      <a:pt x="6" y="70"/>
                    </a:cubicBezTo>
                    <a:cubicBezTo>
                      <a:pt x="4" y="63"/>
                      <a:pt x="2" y="57"/>
                      <a:pt x="1" y="48"/>
                    </a:cubicBezTo>
                    <a:cubicBezTo>
                      <a:pt x="0" y="38"/>
                      <a:pt x="1" y="30"/>
                      <a:pt x="3" y="21"/>
                    </a:cubicBezTo>
                    <a:cubicBezTo>
                      <a:pt x="5" y="15"/>
                      <a:pt x="9" y="6"/>
                      <a:pt x="7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234" name="Freeform 857">
                <a:extLst>
                  <a:ext uri="{FF2B5EF4-FFF2-40B4-BE49-F238E27FC236}">
                    <a16:creationId xmlns:a16="http://schemas.microsoft.com/office/drawing/2014/main" id="{FBC29523-F7CA-4BA8-B77D-FA537694A1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6" y="1522"/>
                <a:ext cx="17" cy="161"/>
              </a:xfrm>
              <a:custGeom>
                <a:avLst/>
                <a:gdLst>
                  <a:gd name="T0" fmla="*/ 0 w 9"/>
                  <a:gd name="T1" fmla="*/ 578 h 85"/>
                  <a:gd name="T2" fmla="*/ 60 w 9"/>
                  <a:gd name="T3" fmla="*/ 244 h 85"/>
                  <a:gd name="T4" fmla="*/ 15 w 9"/>
                  <a:gd name="T5" fmla="*/ 0 h 8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85">
                    <a:moveTo>
                      <a:pt x="0" y="85"/>
                    </a:moveTo>
                    <a:cubicBezTo>
                      <a:pt x="0" y="69"/>
                      <a:pt x="9" y="65"/>
                      <a:pt x="9" y="36"/>
                    </a:cubicBezTo>
                    <a:cubicBezTo>
                      <a:pt x="9" y="23"/>
                      <a:pt x="2" y="12"/>
                      <a:pt x="2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235" name="Freeform 858">
                <a:extLst>
                  <a:ext uri="{FF2B5EF4-FFF2-40B4-BE49-F238E27FC236}">
                    <a16:creationId xmlns:a16="http://schemas.microsoft.com/office/drawing/2014/main" id="{EF1543C0-08AD-4CB8-B579-BFEAFD2A97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2" y="1639"/>
                <a:ext cx="149" cy="47"/>
              </a:xfrm>
              <a:custGeom>
                <a:avLst/>
                <a:gdLst>
                  <a:gd name="T0" fmla="*/ 0 w 78"/>
                  <a:gd name="T1" fmla="*/ 68 h 25"/>
                  <a:gd name="T2" fmla="*/ 277 w 78"/>
                  <a:gd name="T3" fmla="*/ 152 h 25"/>
                  <a:gd name="T4" fmla="*/ 544 w 78"/>
                  <a:gd name="T5" fmla="*/ 0 h 25"/>
                  <a:gd name="T6" fmla="*/ 460 w 78"/>
                  <a:gd name="T7" fmla="*/ 113 h 25"/>
                  <a:gd name="T8" fmla="*/ 285 w 78"/>
                  <a:gd name="T9" fmla="*/ 160 h 25"/>
                  <a:gd name="T10" fmla="*/ 15 w 78"/>
                  <a:gd name="T11" fmla="*/ 85 h 2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8" h="25">
                    <a:moveTo>
                      <a:pt x="0" y="10"/>
                    </a:moveTo>
                    <a:cubicBezTo>
                      <a:pt x="7" y="21"/>
                      <a:pt x="27" y="24"/>
                      <a:pt x="40" y="23"/>
                    </a:cubicBezTo>
                    <a:cubicBezTo>
                      <a:pt x="54" y="21"/>
                      <a:pt x="71" y="13"/>
                      <a:pt x="78" y="0"/>
                    </a:cubicBezTo>
                    <a:cubicBezTo>
                      <a:pt x="75" y="6"/>
                      <a:pt x="72" y="13"/>
                      <a:pt x="66" y="17"/>
                    </a:cubicBezTo>
                    <a:cubicBezTo>
                      <a:pt x="59" y="22"/>
                      <a:pt x="50" y="23"/>
                      <a:pt x="41" y="24"/>
                    </a:cubicBezTo>
                    <a:cubicBezTo>
                      <a:pt x="28" y="25"/>
                      <a:pt x="11" y="25"/>
                      <a:pt x="2" y="13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236" name="Freeform 859">
                <a:extLst>
                  <a:ext uri="{FF2B5EF4-FFF2-40B4-BE49-F238E27FC236}">
                    <a16:creationId xmlns:a16="http://schemas.microsoft.com/office/drawing/2014/main" id="{E37C0226-EF0A-4A66-A190-85D0298D23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5" y="1649"/>
                <a:ext cx="149" cy="47"/>
              </a:xfrm>
              <a:custGeom>
                <a:avLst/>
                <a:gdLst>
                  <a:gd name="T0" fmla="*/ 8 w 78"/>
                  <a:gd name="T1" fmla="*/ 15 h 25"/>
                  <a:gd name="T2" fmla="*/ 153 w 78"/>
                  <a:gd name="T3" fmla="*/ 113 h 25"/>
                  <a:gd name="T4" fmla="*/ 329 w 78"/>
                  <a:gd name="T5" fmla="*/ 128 h 25"/>
                  <a:gd name="T6" fmla="*/ 544 w 78"/>
                  <a:gd name="T7" fmla="*/ 0 h 25"/>
                  <a:gd name="T8" fmla="*/ 260 w 78"/>
                  <a:gd name="T9" fmla="*/ 152 h 25"/>
                  <a:gd name="T10" fmla="*/ 0 w 78"/>
                  <a:gd name="T11" fmla="*/ 21 h 2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8" h="25">
                    <a:moveTo>
                      <a:pt x="1" y="2"/>
                    </a:moveTo>
                    <a:cubicBezTo>
                      <a:pt x="9" y="7"/>
                      <a:pt x="13" y="13"/>
                      <a:pt x="22" y="17"/>
                    </a:cubicBezTo>
                    <a:cubicBezTo>
                      <a:pt x="31" y="20"/>
                      <a:pt x="38" y="21"/>
                      <a:pt x="47" y="19"/>
                    </a:cubicBezTo>
                    <a:cubicBezTo>
                      <a:pt x="57" y="16"/>
                      <a:pt x="74" y="9"/>
                      <a:pt x="78" y="0"/>
                    </a:cubicBezTo>
                    <a:cubicBezTo>
                      <a:pt x="71" y="15"/>
                      <a:pt x="54" y="21"/>
                      <a:pt x="37" y="23"/>
                    </a:cubicBezTo>
                    <a:cubicBezTo>
                      <a:pt x="25" y="25"/>
                      <a:pt x="3" y="17"/>
                      <a:pt x="0" y="3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237" name="Freeform 860">
                <a:extLst>
                  <a:ext uri="{FF2B5EF4-FFF2-40B4-BE49-F238E27FC236}">
                    <a16:creationId xmlns:a16="http://schemas.microsoft.com/office/drawing/2014/main" id="{F08EF257-9D46-48DB-A8D7-480AB11FC1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4" y="735"/>
                <a:ext cx="314" cy="421"/>
              </a:xfrm>
              <a:custGeom>
                <a:avLst/>
                <a:gdLst>
                  <a:gd name="T0" fmla="*/ 1122 w 164"/>
                  <a:gd name="T1" fmla="*/ 503 h 222"/>
                  <a:gd name="T2" fmla="*/ 1114 w 164"/>
                  <a:gd name="T3" fmla="*/ 497 h 222"/>
                  <a:gd name="T4" fmla="*/ 597 w 164"/>
                  <a:gd name="T5" fmla="*/ 8 h 222"/>
                  <a:gd name="T6" fmla="*/ 40 w 164"/>
                  <a:gd name="T7" fmla="*/ 449 h 222"/>
                  <a:gd name="T8" fmla="*/ 36 w 164"/>
                  <a:gd name="T9" fmla="*/ 683 h 222"/>
                  <a:gd name="T10" fmla="*/ 77 w 164"/>
                  <a:gd name="T11" fmla="*/ 882 h 222"/>
                  <a:gd name="T12" fmla="*/ 121 w 164"/>
                  <a:gd name="T13" fmla="*/ 1151 h 222"/>
                  <a:gd name="T14" fmla="*/ 260 w 164"/>
                  <a:gd name="T15" fmla="*/ 1348 h 222"/>
                  <a:gd name="T16" fmla="*/ 505 w 164"/>
                  <a:gd name="T17" fmla="*/ 1500 h 222"/>
                  <a:gd name="T18" fmla="*/ 597 w 164"/>
                  <a:gd name="T19" fmla="*/ 1513 h 222"/>
                  <a:gd name="T20" fmla="*/ 682 w 164"/>
                  <a:gd name="T21" fmla="*/ 1500 h 222"/>
                  <a:gd name="T22" fmla="*/ 934 w 164"/>
                  <a:gd name="T23" fmla="*/ 1345 h 222"/>
                  <a:gd name="T24" fmla="*/ 1059 w 164"/>
                  <a:gd name="T25" fmla="*/ 1147 h 222"/>
                  <a:gd name="T26" fmla="*/ 1114 w 164"/>
                  <a:gd name="T27" fmla="*/ 891 h 222"/>
                  <a:gd name="T28" fmla="*/ 1151 w 164"/>
                  <a:gd name="T29" fmla="*/ 694 h 222"/>
                  <a:gd name="T30" fmla="*/ 1151 w 164"/>
                  <a:gd name="T31" fmla="*/ 677 h 222"/>
                  <a:gd name="T32" fmla="*/ 1122 w 164"/>
                  <a:gd name="T33" fmla="*/ 503 h 222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64" h="222">
                    <a:moveTo>
                      <a:pt x="160" y="74"/>
                    </a:moveTo>
                    <a:cubicBezTo>
                      <a:pt x="159" y="73"/>
                      <a:pt x="159" y="73"/>
                      <a:pt x="159" y="73"/>
                    </a:cubicBezTo>
                    <a:cubicBezTo>
                      <a:pt x="152" y="29"/>
                      <a:pt x="135" y="0"/>
                      <a:pt x="85" y="1"/>
                    </a:cubicBezTo>
                    <a:cubicBezTo>
                      <a:pt x="30" y="0"/>
                      <a:pt x="13" y="27"/>
                      <a:pt x="6" y="66"/>
                    </a:cubicBezTo>
                    <a:cubicBezTo>
                      <a:pt x="6" y="66"/>
                      <a:pt x="0" y="76"/>
                      <a:pt x="5" y="100"/>
                    </a:cubicBezTo>
                    <a:cubicBezTo>
                      <a:pt x="8" y="111"/>
                      <a:pt x="13" y="120"/>
                      <a:pt x="11" y="129"/>
                    </a:cubicBezTo>
                    <a:cubicBezTo>
                      <a:pt x="8" y="140"/>
                      <a:pt x="15" y="161"/>
                      <a:pt x="17" y="169"/>
                    </a:cubicBezTo>
                    <a:cubicBezTo>
                      <a:pt x="20" y="176"/>
                      <a:pt x="26" y="188"/>
                      <a:pt x="37" y="198"/>
                    </a:cubicBezTo>
                    <a:cubicBezTo>
                      <a:pt x="48" y="208"/>
                      <a:pt x="60" y="218"/>
                      <a:pt x="72" y="220"/>
                    </a:cubicBezTo>
                    <a:cubicBezTo>
                      <a:pt x="76" y="221"/>
                      <a:pt x="82" y="222"/>
                      <a:pt x="85" y="222"/>
                    </a:cubicBezTo>
                    <a:cubicBezTo>
                      <a:pt x="90" y="222"/>
                      <a:pt x="92" y="221"/>
                      <a:pt x="97" y="220"/>
                    </a:cubicBezTo>
                    <a:cubicBezTo>
                      <a:pt x="109" y="218"/>
                      <a:pt x="123" y="207"/>
                      <a:pt x="133" y="197"/>
                    </a:cubicBezTo>
                    <a:cubicBezTo>
                      <a:pt x="143" y="186"/>
                      <a:pt x="149" y="175"/>
                      <a:pt x="151" y="168"/>
                    </a:cubicBezTo>
                    <a:cubicBezTo>
                      <a:pt x="154" y="160"/>
                      <a:pt x="160" y="143"/>
                      <a:pt x="159" y="131"/>
                    </a:cubicBezTo>
                    <a:cubicBezTo>
                      <a:pt x="157" y="120"/>
                      <a:pt x="162" y="111"/>
                      <a:pt x="164" y="102"/>
                    </a:cubicBezTo>
                    <a:cubicBezTo>
                      <a:pt x="164" y="99"/>
                      <a:pt x="164" y="99"/>
                      <a:pt x="164" y="99"/>
                    </a:cubicBezTo>
                    <a:cubicBezTo>
                      <a:pt x="163" y="93"/>
                      <a:pt x="163" y="86"/>
                      <a:pt x="160" y="74"/>
                    </a:cubicBezTo>
                  </a:path>
                </a:pathLst>
              </a:custGeom>
              <a:solidFill>
                <a:srgbClr val="FEF3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238" name="Freeform 861">
                <a:extLst>
                  <a:ext uri="{FF2B5EF4-FFF2-40B4-BE49-F238E27FC236}">
                    <a16:creationId xmlns:a16="http://schemas.microsoft.com/office/drawing/2014/main" id="{7D36E9E9-64B8-4A33-A18F-C6FF602E2B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6" y="1006"/>
                <a:ext cx="29" cy="27"/>
              </a:xfrm>
              <a:custGeom>
                <a:avLst/>
                <a:gdLst>
                  <a:gd name="T0" fmla="*/ 108 w 15"/>
                  <a:gd name="T1" fmla="*/ 100 h 14"/>
                  <a:gd name="T2" fmla="*/ 64 w 15"/>
                  <a:gd name="T3" fmla="*/ 79 h 14"/>
                  <a:gd name="T4" fmla="*/ 29 w 15"/>
                  <a:gd name="T5" fmla="*/ 56 h 14"/>
                  <a:gd name="T6" fmla="*/ 0 w 15"/>
                  <a:gd name="T7" fmla="*/ 0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14">
                    <a:moveTo>
                      <a:pt x="15" y="14"/>
                    </a:moveTo>
                    <a:cubicBezTo>
                      <a:pt x="12" y="14"/>
                      <a:pt x="12" y="14"/>
                      <a:pt x="9" y="11"/>
                    </a:cubicBezTo>
                    <a:cubicBezTo>
                      <a:pt x="6" y="9"/>
                      <a:pt x="7" y="8"/>
                      <a:pt x="4" y="8"/>
                    </a:cubicBezTo>
                    <a:cubicBezTo>
                      <a:pt x="1" y="8"/>
                      <a:pt x="0" y="7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239" name="Freeform 862">
                <a:extLst>
                  <a:ext uri="{FF2B5EF4-FFF2-40B4-BE49-F238E27FC236}">
                    <a16:creationId xmlns:a16="http://schemas.microsoft.com/office/drawing/2014/main" id="{2F46842C-CB57-406F-AF70-F18F0E2372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5" y="1006"/>
                <a:ext cx="30" cy="27"/>
              </a:xfrm>
              <a:custGeom>
                <a:avLst/>
                <a:gdLst>
                  <a:gd name="T0" fmla="*/ 0 w 16"/>
                  <a:gd name="T1" fmla="*/ 100 h 14"/>
                  <a:gd name="T2" fmla="*/ 39 w 16"/>
                  <a:gd name="T3" fmla="*/ 79 h 14"/>
                  <a:gd name="T4" fmla="*/ 81 w 16"/>
                  <a:gd name="T5" fmla="*/ 56 h 14"/>
                  <a:gd name="T6" fmla="*/ 105 w 16"/>
                  <a:gd name="T7" fmla="*/ 0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14">
                    <a:moveTo>
                      <a:pt x="0" y="14"/>
                    </a:moveTo>
                    <a:cubicBezTo>
                      <a:pt x="3" y="14"/>
                      <a:pt x="4" y="14"/>
                      <a:pt x="6" y="11"/>
                    </a:cubicBezTo>
                    <a:cubicBezTo>
                      <a:pt x="9" y="9"/>
                      <a:pt x="9" y="8"/>
                      <a:pt x="12" y="8"/>
                    </a:cubicBezTo>
                    <a:cubicBezTo>
                      <a:pt x="14" y="8"/>
                      <a:pt x="16" y="7"/>
                      <a:pt x="16" y="0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240" name="Freeform 863">
                <a:extLst>
                  <a:ext uri="{FF2B5EF4-FFF2-40B4-BE49-F238E27FC236}">
                    <a16:creationId xmlns:a16="http://schemas.microsoft.com/office/drawing/2014/main" id="{6DCEF644-BE56-4D63-80ED-92EF9461ACD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831" y="868"/>
                <a:ext cx="307" cy="286"/>
              </a:xfrm>
              <a:custGeom>
                <a:avLst/>
                <a:gdLst>
                  <a:gd name="T0" fmla="*/ 0 w 160"/>
                  <a:gd name="T1" fmla="*/ 47 h 151"/>
                  <a:gd name="T2" fmla="*/ 0 w 160"/>
                  <a:gd name="T3" fmla="*/ 184 h 151"/>
                  <a:gd name="T4" fmla="*/ 44 w 160"/>
                  <a:gd name="T5" fmla="*/ 394 h 151"/>
                  <a:gd name="T6" fmla="*/ 84 w 160"/>
                  <a:gd name="T7" fmla="*/ 653 h 151"/>
                  <a:gd name="T8" fmla="*/ 217 w 160"/>
                  <a:gd name="T9" fmla="*/ 858 h 151"/>
                  <a:gd name="T10" fmla="*/ 478 w 160"/>
                  <a:gd name="T11" fmla="*/ 1019 h 151"/>
                  <a:gd name="T12" fmla="*/ 566 w 160"/>
                  <a:gd name="T13" fmla="*/ 1027 h 151"/>
                  <a:gd name="T14" fmla="*/ 652 w 160"/>
                  <a:gd name="T15" fmla="*/ 1019 h 151"/>
                  <a:gd name="T16" fmla="*/ 925 w 160"/>
                  <a:gd name="T17" fmla="*/ 850 h 151"/>
                  <a:gd name="T18" fmla="*/ 1053 w 160"/>
                  <a:gd name="T19" fmla="*/ 638 h 151"/>
                  <a:gd name="T20" fmla="*/ 1086 w 160"/>
                  <a:gd name="T21" fmla="*/ 394 h 151"/>
                  <a:gd name="T22" fmla="*/ 1130 w 160"/>
                  <a:gd name="T23" fmla="*/ 225 h 151"/>
                  <a:gd name="T24" fmla="*/ 1130 w 160"/>
                  <a:gd name="T25" fmla="*/ 212 h 151"/>
                  <a:gd name="T26" fmla="*/ 1094 w 160"/>
                  <a:gd name="T27" fmla="*/ 8 h 151"/>
                  <a:gd name="T28" fmla="*/ 1086 w 160"/>
                  <a:gd name="T29" fmla="*/ 0 h 151"/>
                  <a:gd name="T30" fmla="*/ 566 w 160"/>
                  <a:gd name="T31" fmla="*/ 1027 h 151"/>
                  <a:gd name="T32" fmla="*/ 566 w 160"/>
                  <a:gd name="T33" fmla="*/ 1027 h 151"/>
                  <a:gd name="T34" fmla="*/ 566 w 160"/>
                  <a:gd name="T35" fmla="*/ 1027 h 151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160" h="151">
                    <a:moveTo>
                      <a:pt x="0" y="7"/>
                    </a:moveTo>
                    <a:cubicBezTo>
                      <a:pt x="0" y="12"/>
                      <a:pt x="0" y="23"/>
                      <a:pt x="0" y="27"/>
                    </a:cubicBezTo>
                    <a:cubicBezTo>
                      <a:pt x="3" y="37"/>
                      <a:pt x="7" y="49"/>
                      <a:pt x="6" y="58"/>
                    </a:cubicBezTo>
                    <a:cubicBezTo>
                      <a:pt x="5" y="71"/>
                      <a:pt x="9" y="88"/>
                      <a:pt x="12" y="96"/>
                    </a:cubicBezTo>
                    <a:cubicBezTo>
                      <a:pt x="15" y="103"/>
                      <a:pt x="21" y="115"/>
                      <a:pt x="31" y="126"/>
                    </a:cubicBezTo>
                    <a:cubicBezTo>
                      <a:pt x="43" y="139"/>
                      <a:pt x="56" y="148"/>
                      <a:pt x="68" y="150"/>
                    </a:cubicBezTo>
                    <a:cubicBezTo>
                      <a:pt x="72" y="151"/>
                      <a:pt x="77" y="151"/>
                      <a:pt x="80" y="151"/>
                    </a:cubicBezTo>
                    <a:cubicBezTo>
                      <a:pt x="83" y="151"/>
                      <a:pt x="88" y="151"/>
                      <a:pt x="92" y="150"/>
                    </a:cubicBezTo>
                    <a:cubicBezTo>
                      <a:pt x="104" y="148"/>
                      <a:pt x="122" y="137"/>
                      <a:pt x="131" y="125"/>
                    </a:cubicBezTo>
                    <a:cubicBezTo>
                      <a:pt x="141" y="112"/>
                      <a:pt x="146" y="101"/>
                      <a:pt x="149" y="94"/>
                    </a:cubicBezTo>
                    <a:cubicBezTo>
                      <a:pt x="152" y="86"/>
                      <a:pt x="155" y="69"/>
                      <a:pt x="154" y="58"/>
                    </a:cubicBezTo>
                    <a:cubicBezTo>
                      <a:pt x="153" y="51"/>
                      <a:pt x="158" y="42"/>
                      <a:pt x="160" y="33"/>
                    </a:cubicBezTo>
                    <a:cubicBezTo>
                      <a:pt x="160" y="31"/>
                      <a:pt x="160" y="31"/>
                      <a:pt x="160" y="31"/>
                    </a:cubicBezTo>
                    <a:cubicBezTo>
                      <a:pt x="159" y="25"/>
                      <a:pt x="157" y="13"/>
                      <a:pt x="155" y="1"/>
                    </a:cubicBezTo>
                    <a:cubicBezTo>
                      <a:pt x="154" y="0"/>
                      <a:pt x="154" y="0"/>
                      <a:pt x="154" y="0"/>
                    </a:cubicBezTo>
                    <a:moveTo>
                      <a:pt x="80" y="151"/>
                    </a:moveTo>
                    <a:cubicBezTo>
                      <a:pt x="80" y="151"/>
                      <a:pt x="80" y="151"/>
                      <a:pt x="80" y="151"/>
                    </a:cubicBezTo>
                    <a:cubicBezTo>
                      <a:pt x="80" y="151"/>
                      <a:pt x="80" y="151"/>
                      <a:pt x="80" y="151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241" name="Freeform 864">
                <a:extLst>
                  <a:ext uri="{FF2B5EF4-FFF2-40B4-BE49-F238E27FC236}">
                    <a16:creationId xmlns:a16="http://schemas.microsoft.com/office/drawing/2014/main" id="{1D410F75-D5E3-4C1C-B003-0B74CB7541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5" y="1154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0" y="0"/>
                    </a:ln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242" name="Freeform 865">
                <a:extLst>
                  <a:ext uri="{FF2B5EF4-FFF2-40B4-BE49-F238E27FC236}">
                    <a16:creationId xmlns:a16="http://schemas.microsoft.com/office/drawing/2014/main" id="{C3B8D048-4978-4CB0-888D-D6D86F4B45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5" y="932"/>
                <a:ext cx="67" cy="32"/>
              </a:xfrm>
              <a:custGeom>
                <a:avLst/>
                <a:gdLst>
                  <a:gd name="T0" fmla="*/ 245 w 35"/>
                  <a:gd name="T1" fmla="*/ 81 h 17"/>
                  <a:gd name="T2" fmla="*/ 216 w 35"/>
                  <a:gd name="T3" fmla="*/ 92 h 17"/>
                  <a:gd name="T4" fmla="*/ 107 w 35"/>
                  <a:gd name="T5" fmla="*/ 113 h 17"/>
                  <a:gd name="T6" fmla="*/ 0 w 35"/>
                  <a:gd name="T7" fmla="*/ 60 h 17"/>
                  <a:gd name="T8" fmla="*/ 121 w 35"/>
                  <a:gd name="T9" fmla="*/ 15 h 17"/>
                  <a:gd name="T10" fmla="*/ 224 w 35"/>
                  <a:gd name="T11" fmla="*/ 60 h 17"/>
                  <a:gd name="T12" fmla="*/ 245 w 35"/>
                  <a:gd name="T13" fmla="*/ 81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5" h="17">
                    <a:moveTo>
                      <a:pt x="35" y="12"/>
                    </a:moveTo>
                    <a:cubicBezTo>
                      <a:pt x="34" y="14"/>
                      <a:pt x="33" y="13"/>
                      <a:pt x="31" y="14"/>
                    </a:cubicBezTo>
                    <a:cubicBezTo>
                      <a:pt x="29" y="14"/>
                      <a:pt x="23" y="17"/>
                      <a:pt x="15" y="17"/>
                    </a:cubicBezTo>
                    <a:cubicBezTo>
                      <a:pt x="7" y="17"/>
                      <a:pt x="1" y="9"/>
                      <a:pt x="0" y="9"/>
                    </a:cubicBezTo>
                    <a:cubicBezTo>
                      <a:pt x="1" y="7"/>
                      <a:pt x="4" y="0"/>
                      <a:pt x="17" y="2"/>
                    </a:cubicBezTo>
                    <a:cubicBezTo>
                      <a:pt x="25" y="3"/>
                      <a:pt x="28" y="7"/>
                      <a:pt x="32" y="9"/>
                    </a:cubicBezTo>
                    <a:cubicBezTo>
                      <a:pt x="33" y="10"/>
                      <a:pt x="35" y="11"/>
                      <a:pt x="35" y="1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243" name="Oval 866">
                <a:extLst>
                  <a:ext uri="{FF2B5EF4-FFF2-40B4-BE49-F238E27FC236}">
                    <a16:creationId xmlns:a16="http://schemas.microsoft.com/office/drawing/2014/main" id="{6C69143A-8CD2-4795-A932-FAF1284F13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95" y="936"/>
                <a:ext cx="26" cy="27"/>
              </a:xfrm>
              <a:prstGeom prst="ellipse">
                <a:avLst/>
              </a:prstGeom>
              <a:solidFill>
                <a:srgbClr val="6778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244" name="Oval 867">
                <a:extLst>
                  <a:ext uri="{FF2B5EF4-FFF2-40B4-BE49-F238E27FC236}">
                    <a16:creationId xmlns:a16="http://schemas.microsoft.com/office/drawing/2014/main" id="{BC279F79-9743-4848-B886-F6E1586380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95" y="936"/>
                <a:ext cx="26" cy="27"/>
              </a:xfrm>
              <a:prstGeom prst="ellipse">
                <a:avLst/>
              </a:prstGeom>
              <a:noFill/>
              <a:ln w="3175" cap="rnd">
                <a:solidFill>
                  <a:srgbClr val="343434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245" name="Oval 868">
                <a:extLst>
                  <a:ext uri="{FF2B5EF4-FFF2-40B4-BE49-F238E27FC236}">
                    <a16:creationId xmlns:a16="http://schemas.microsoft.com/office/drawing/2014/main" id="{D2FDA4A5-BDC0-414E-AC0C-45E0FBC033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02" y="945"/>
                <a:ext cx="10" cy="10"/>
              </a:xfrm>
              <a:prstGeom prst="ellipse">
                <a:avLst/>
              </a:pr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246" name="Freeform 869">
                <a:extLst>
                  <a:ext uri="{FF2B5EF4-FFF2-40B4-BE49-F238E27FC236}">
                    <a16:creationId xmlns:a16="http://schemas.microsoft.com/office/drawing/2014/main" id="{83B0152A-7D8B-4294-A8A3-B26CEC3A91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5" y="932"/>
                <a:ext cx="67" cy="32"/>
              </a:xfrm>
              <a:custGeom>
                <a:avLst/>
                <a:gdLst>
                  <a:gd name="T0" fmla="*/ 245 w 35"/>
                  <a:gd name="T1" fmla="*/ 81 h 17"/>
                  <a:gd name="T2" fmla="*/ 216 w 35"/>
                  <a:gd name="T3" fmla="*/ 92 h 17"/>
                  <a:gd name="T4" fmla="*/ 107 w 35"/>
                  <a:gd name="T5" fmla="*/ 113 h 17"/>
                  <a:gd name="T6" fmla="*/ 0 w 35"/>
                  <a:gd name="T7" fmla="*/ 53 h 17"/>
                  <a:gd name="T8" fmla="*/ 121 w 35"/>
                  <a:gd name="T9" fmla="*/ 15 h 17"/>
                  <a:gd name="T10" fmla="*/ 224 w 35"/>
                  <a:gd name="T11" fmla="*/ 60 h 17"/>
                  <a:gd name="T12" fmla="*/ 245 w 35"/>
                  <a:gd name="T13" fmla="*/ 81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5" h="17">
                    <a:moveTo>
                      <a:pt x="35" y="12"/>
                    </a:moveTo>
                    <a:cubicBezTo>
                      <a:pt x="34" y="14"/>
                      <a:pt x="33" y="13"/>
                      <a:pt x="31" y="14"/>
                    </a:cubicBezTo>
                    <a:cubicBezTo>
                      <a:pt x="29" y="14"/>
                      <a:pt x="23" y="17"/>
                      <a:pt x="15" y="17"/>
                    </a:cubicBezTo>
                    <a:cubicBezTo>
                      <a:pt x="7" y="17"/>
                      <a:pt x="1" y="9"/>
                      <a:pt x="0" y="8"/>
                    </a:cubicBezTo>
                    <a:cubicBezTo>
                      <a:pt x="1" y="6"/>
                      <a:pt x="6" y="0"/>
                      <a:pt x="17" y="2"/>
                    </a:cubicBezTo>
                    <a:cubicBezTo>
                      <a:pt x="25" y="4"/>
                      <a:pt x="28" y="7"/>
                      <a:pt x="32" y="9"/>
                    </a:cubicBezTo>
                    <a:cubicBezTo>
                      <a:pt x="33" y="10"/>
                      <a:pt x="35" y="11"/>
                      <a:pt x="35" y="12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247" name="Freeform 870">
                <a:extLst>
                  <a:ext uri="{FF2B5EF4-FFF2-40B4-BE49-F238E27FC236}">
                    <a16:creationId xmlns:a16="http://schemas.microsoft.com/office/drawing/2014/main" id="{40FDCFBE-93CD-4E66-8408-E9020D23ED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2" y="921"/>
                <a:ext cx="69" cy="24"/>
              </a:xfrm>
              <a:custGeom>
                <a:avLst/>
                <a:gdLst>
                  <a:gd name="T0" fmla="*/ 253 w 36"/>
                  <a:gd name="T1" fmla="*/ 81 h 13"/>
                  <a:gd name="T2" fmla="*/ 0 w 36"/>
                  <a:gd name="T3" fmla="*/ 57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6" h="13">
                    <a:moveTo>
                      <a:pt x="36" y="13"/>
                    </a:moveTo>
                    <a:cubicBezTo>
                      <a:pt x="27" y="4"/>
                      <a:pt x="10" y="0"/>
                      <a:pt x="0" y="9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248" name="Freeform 871">
                <a:extLst>
                  <a:ext uri="{FF2B5EF4-FFF2-40B4-BE49-F238E27FC236}">
                    <a16:creationId xmlns:a16="http://schemas.microsoft.com/office/drawing/2014/main" id="{9DD006C2-C0BD-4454-8A00-1F0F0D61DD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2" y="900"/>
                <a:ext cx="82" cy="28"/>
              </a:xfrm>
              <a:custGeom>
                <a:avLst/>
                <a:gdLst>
                  <a:gd name="T0" fmla="*/ 297 w 43"/>
                  <a:gd name="T1" fmla="*/ 73 h 15"/>
                  <a:gd name="T2" fmla="*/ 0 w 43"/>
                  <a:gd name="T3" fmla="*/ 97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3" h="15">
                    <a:moveTo>
                      <a:pt x="43" y="11"/>
                    </a:moveTo>
                    <a:cubicBezTo>
                      <a:pt x="21" y="0"/>
                      <a:pt x="8" y="8"/>
                      <a:pt x="0" y="15"/>
                    </a:cubicBezTo>
                  </a:path>
                </a:pathLst>
              </a:custGeom>
              <a:noFill/>
              <a:ln w="6350" cap="rnd">
                <a:solidFill>
                  <a:srgbClr val="D1B89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249" name="Oval 872">
                <a:extLst>
                  <a:ext uri="{FF2B5EF4-FFF2-40B4-BE49-F238E27FC236}">
                    <a16:creationId xmlns:a16="http://schemas.microsoft.com/office/drawing/2014/main" id="{FDFC80DD-4C9C-42F9-AC80-81426F0657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00" y="944"/>
                <a:ext cx="8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250" name="Freeform 873">
                <a:extLst>
                  <a:ext uri="{FF2B5EF4-FFF2-40B4-BE49-F238E27FC236}">
                    <a16:creationId xmlns:a16="http://schemas.microsoft.com/office/drawing/2014/main" id="{66C24A2F-282F-4B22-A16B-B2E7F1A469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5" y="938"/>
                <a:ext cx="24" cy="15"/>
              </a:xfrm>
              <a:custGeom>
                <a:avLst/>
                <a:gdLst>
                  <a:gd name="T0" fmla="*/ 20 w 13"/>
                  <a:gd name="T1" fmla="*/ 39 h 8"/>
                  <a:gd name="T2" fmla="*/ 20 w 13"/>
                  <a:gd name="T3" fmla="*/ 21 h 8"/>
                  <a:gd name="T4" fmla="*/ 44 w 13"/>
                  <a:gd name="T5" fmla="*/ 21 h 8"/>
                  <a:gd name="T6" fmla="*/ 57 w 13"/>
                  <a:gd name="T7" fmla="*/ 32 h 8"/>
                  <a:gd name="T8" fmla="*/ 76 w 13"/>
                  <a:gd name="T9" fmla="*/ 45 h 8"/>
                  <a:gd name="T10" fmla="*/ 76 w 13"/>
                  <a:gd name="T11" fmla="*/ 21 h 8"/>
                  <a:gd name="T12" fmla="*/ 37 w 13"/>
                  <a:gd name="T13" fmla="*/ 0 h 8"/>
                  <a:gd name="T14" fmla="*/ 7 w 13"/>
                  <a:gd name="T15" fmla="*/ 21 h 8"/>
                  <a:gd name="T16" fmla="*/ 0 w 13"/>
                  <a:gd name="T17" fmla="*/ 32 h 8"/>
                  <a:gd name="T18" fmla="*/ 13 w 13"/>
                  <a:gd name="T19" fmla="*/ 45 h 8"/>
                  <a:gd name="T20" fmla="*/ 20 w 13"/>
                  <a:gd name="T21" fmla="*/ 39 h 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3" h="8">
                    <a:moveTo>
                      <a:pt x="3" y="6"/>
                    </a:moveTo>
                    <a:cubicBezTo>
                      <a:pt x="2" y="5"/>
                      <a:pt x="3" y="3"/>
                      <a:pt x="3" y="3"/>
                    </a:cubicBezTo>
                    <a:cubicBezTo>
                      <a:pt x="4" y="2"/>
                      <a:pt x="6" y="2"/>
                      <a:pt x="7" y="3"/>
                    </a:cubicBezTo>
                    <a:cubicBezTo>
                      <a:pt x="7" y="4"/>
                      <a:pt x="8" y="4"/>
                      <a:pt x="9" y="5"/>
                    </a:cubicBezTo>
                    <a:cubicBezTo>
                      <a:pt x="10" y="6"/>
                      <a:pt x="11" y="8"/>
                      <a:pt x="12" y="7"/>
                    </a:cubicBezTo>
                    <a:cubicBezTo>
                      <a:pt x="13" y="6"/>
                      <a:pt x="13" y="4"/>
                      <a:pt x="12" y="3"/>
                    </a:cubicBezTo>
                    <a:cubicBezTo>
                      <a:pt x="11" y="1"/>
                      <a:pt x="8" y="0"/>
                      <a:pt x="6" y="0"/>
                    </a:cubicBezTo>
                    <a:cubicBezTo>
                      <a:pt x="4" y="0"/>
                      <a:pt x="2" y="2"/>
                      <a:pt x="1" y="3"/>
                    </a:cubicBezTo>
                    <a:cubicBezTo>
                      <a:pt x="0" y="4"/>
                      <a:pt x="0" y="5"/>
                      <a:pt x="0" y="5"/>
                    </a:cubicBezTo>
                    <a:cubicBezTo>
                      <a:pt x="0" y="7"/>
                      <a:pt x="1" y="8"/>
                      <a:pt x="2" y="7"/>
                    </a:cubicBezTo>
                    <a:cubicBezTo>
                      <a:pt x="2" y="6"/>
                      <a:pt x="2" y="6"/>
                      <a:pt x="3" y="6"/>
                    </a:cubicBezTo>
                  </a:path>
                </a:pathLst>
              </a:custGeom>
              <a:solidFill>
                <a:srgbClr val="2F49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251" name="Freeform 874">
                <a:extLst>
                  <a:ext uri="{FF2B5EF4-FFF2-40B4-BE49-F238E27FC236}">
                    <a16:creationId xmlns:a16="http://schemas.microsoft.com/office/drawing/2014/main" id="{340C32D0-5907-433A-8B81-7DA15EEE38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6" y="953"/>
                <a:ext cx="22" cy="10"/>
              </a:xfrm>
              <a:custGeom>
                <a:avLst/>
                <a:gdLst>
                  <a:gd name="T0" fmla="*/ 0 w 11"/>
                  <a:gd name="T1" fmla="*/ 8 h 5"/>
                  <a:gd name="T2" fmla="*/ 24 w 11"/>
                  <a:gd name="T3" fmla="*/ 8 h 5"/>
                  <a:gd name="T4" fmla="*/ 40 w 11"/>
                  <a:gd name="T5" fmla="*/ 16 h 5"/>
                  <a:gd name="T6" fmla="*/ 80 w 11"/>
                  <a:gd name="T7" fmla="*/ 24 h 5"/>
                  <a:gd name="T8" fmla="*/ 48 w 11"/>
                  <a:gd name="T9" fmla="*/ 40 h 5"/>
                  <a:gd name="T10" fmla="*/ 8 w 11"/>
                  <a:gd name="T11" fmla="*/ 24 h 5"/>
                  <a:gd name="T12" fmla="*/ 0 w 11"/>
                  <a:gd name="T13" fmla="*/ 8 h 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5">
                    <a:moveTo>
                      <a:pt x="0" y="1"/>
                    </a:moveTo>
                    <a:cubicBezTo>
                      <a:pt x="1" y="0"/>
                      <a:pt x="2" y="0"/>
                      <a:pt x="3" y="1"/>
                    </a:cubicBezTo>
                    <a:cubicBezTo>
                      <a:pt x="3" y="1"/>
                      <a:pt x="4" y="2"/>
                      <a:pt x="5" y="2"/>
                    </a:cubicBezTo>
                    <a:cubicBezTo>
                      <a:pt x="7" y="2"/>
                      <a:pt x="11" y="0"/>
                      <a:pt x="10" y="3"/>
                    </a:cubicBezTo>
                    <a:cubicBezTo>
                      <a:pt x="9" y="5"/>
                      <a:pt x="7" y="5"/>
                      <a:pt x="6" y="5"/>
                    </a:cubicBezTo>
                    <a:cubicBezTo>
                      <a:pt x="4" y="5"/>
                      <a:pt x="2" y="4"/>
                      <a:pt x="1" y="3"/>
                    </a:cubicBezTo>
                    <a:cubicBezTo>
                      <a:pt x="1" y="2"/>
                      <a:pt x="1" y="2"/>
                      <a:pt x="0" y="1"/>
                    </a:cubicBezTo>
                  </a:path>
                </a:pathLst>
              </a:custGeom>
              <a:solidFill>
                <a:srgbClr val="97A7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252" name="Oval 875">
                <a:extLst>
                  <a:ext uri="{FF2B5EF4-FFF2-40B4-BE49-F238E27FC236}">
                    <a16:creationId xmlns:a16="http://schemas.microsoft.com/office/drawing/2014/main" id="{695BD38C-ECE6-4B37-962C-B7508BE6EA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02" y="951"/>
                <a:ext cx="4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253" name="Freeform 876">
                <a:extLst>
                  <a:ext uri="{FF2B5EF4-FFF2-40B4-BE49-F238E27FC236}">
                    <a16:creationId xmlns:a16="http://schemas.microsoft.com/office/drawing/2014/main" id="{310530E4-86CF-4BFB-A074-FFCC980F31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6" y="945"/>
                <a:ext cx="11" cy="2"/>
              </a:xfrm>
              <a:custGeom>
                <a:avLst/>
                <a:gdLst>
                  <a:gd name="T0" fmla="*/ 37 w 6"/>
                  <a:gd name="T1" fmla="*/ 0 h 1"/>
                  <a:gd name="T2" fmla="*/ 0 w 6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">
                    <a:moveTo>
                      <a:pt x="6" y="0"/>
                    </a:moveTo>
                    <a:cubicBezTo>
                      <a:pt x="5" y="0"/>
                      <a:pt x="1" y="1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254" name="Freeform 877">
                <a:extLst>
                  <a:ext uri="{FF2B5EF4-FFF2-40B4-BE49-F238E27FC236}">
                    <a16:creationId xmlns:a16="http://schemas.microsoft.com/office/drawing/2014/main" id="{45EC3FE5-3EB8-427C-8744-BCD04ABCA4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8" y="938"/>
                <a:ext cx="13" cy="4"/>
              </a:xfrm>
              <a:custGeom>
                <a:avLst/>
                <a:gdLst>
                  <a:gd name="T0" fmla="*/ 45 w 7"/>
                  <a:gd name="T1" fmla="*/ 16 h 2"/>
                  <a:gd name="T2" fmla="*/ 24 w 7"/>
                  <a:gd name="T3" fmla="*/ 16 h 2"/>
                  <a:gd name="T4" fmla="*/ 0 w 7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2">
                    <a:moveTo>
                      <a:pt x="7" y="2"/>
                    </a:moveTo>
                    <a:cubicBezTo>
                      <a:pt x="6" y="2"/>
                      <a:pt x="5" y="2"/>
                      <a:pt x="4" y="2"/>
                    </a:cubicBezTo>
                    <a:cubicBezTo>
                      <a:pt x="3" y="1"/>
                      <a:pt x="1" y="0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255" name="Freeform 878">
                <a:extLst>
                  <a:ext uri="{FF2B5EF4-FFF2-40B4-BE49-F238E27FC236}">
                    <a16:creationId xmlns:a16="http://schemas.microsoft.com/office/drawing/2014/main" id="{D0D13682-7560-4873-BED8-8E7AB31AE1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3" y="930"/>
                <a:ext cx="12" cy="8"/>
              </a:xfrm>
              <a:custGeom>
                <a:avLst/>
                <a:gdLst>
                  <a:gd name="T0" fmla="*/ 48 w 6"/>
                  <a:gd name="T1" fmla="*/ 32 h 4"/>
                  <a:gd name="T2" fmla="*/ 0 w 6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4">
                    <a:moveTo>
                      <a:pt x="6" y="4"/>
                    </a:moveTo>
                    <a:cubicBezTo>
                      <a:pt x="5" y="4"/>
                      <a:pt x="0" y="2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256" name="Freeform 879">
                <a:extLst>
                  <a:ext uri="{FF2B5EF4-FFF2-40B4-BE49-F238E27FC236}">
                    <a16:creationId xmlns:a16="http://schemas.microsoft.com/office/drawing/2014/main" id="{B0394882-22BB-4478-A980-5CC8E58783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3" y="925"/>
                <a:ext cx="8" cy="11"/>
              </a:xfrm>
              <a:custGeom>
                <a:avLst/>
                <a:gdLst>
                  <a:gd name="T0" fmla="*/ 32 w 4"/>
                  <a:gd name="T1" fmla="*/ 37 h 6"/>
                  <a:gd name="T2" fmla="*/ 16 w 4"/>
                  <a:gd name="T3" fmla="*/ 24 h 6"/>
                  <a:gd name="T4" fmla="*/ 0 w 4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6">
                    <a:moveTo>
                      <a:pt x="4" y="6"/>
                    </a:moveTo>
                    <a:cubicBezTo>
                      <a:pt x="4" y="5"/>
                      <a:pt x="3" y="5"/>
                      <a:pt x="2" y="4"/>
                    </a:cubicBezTo>
                    <a:cubicBezTo>
                      <a:pt x="1" y="3"/>
                      <a:pt x="1" y="1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257" name="Freeform 880">
                <a:extLst>
                  <a:ext uri="{FF2B5EF4-FFF2-40B4-BE49-F238E27FC236}">
                    <a16:creationId xmlns:a16="http://schemas.microsoft.com/office/drawing/2014/main" id="{983048F2-7EAD-4FE7-B849-606057BED2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5" y="925"/>
                <a:ext cx="3" cy="9"/>
              </a:xfrm>
              <a:custGeom>
                <a:avLst/>
                <a:gdLst>
                  <a:gd name="T0" fmla="*/ 8 w 2"/>
                  <a:gd name="T1" fmla="*/ 29 h 5"/>
                  <a:gd name="T2" fmla="*/ 0 w 2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5">
                    <a:moveTo>
                      <a:pt x="2" y="5"/>
                    </a:moveTo>
                    <a:cubicBezTo>
                      <a:pt x="1" y="4"/>
                      <a:pt x="0" y="2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258" name="Freeform 881">
                <a:extLst>
                  <a:ext uri="{FF2B5EF4-FFF2-40B4-BE49-F238E27FC236}">
                    <a16:creationId xmlns:a16="http://schemas.microsoft.com/office/drawing/2014/main" id="{1A98ADB6-6878-4652-BE95-6AF754124A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6" y="932"/>
                <a:ext cx="1" cy="4"/>
              </a:xfrm>
              <a:custGeom>
                <a:avLst/>
                <a:gdLst>
                  <a:gd name="T0" fmla="*/ 0 w 1"/>
                  <a:gd name="T1" fmla="*/ 16 h 2"/>
                  <a:gd name="T2" fmla="*/ 0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0" y="0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259" name="Freeform 882">
                <a:extLst>
                  <a:ext uri="{FF2B5EF4-FFF2-40B4-BE49-F238E27FC236}">
                    <a16:creationId xmlns:a16="http://schemas.microsoft.com/office/drawing/2014/main" id="{4EE0AAF4-1E47-42C9-A979-536754A0B3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3" y="953"/>
                <a:ext cx="6" cy="2"/>
              </a:xfrm>
              <a:custGeom>
                <a:avLst/>
                <a:gdLst>
                  <a:gd name="T0" fmla="*/ 24 w 3"/>
                  <a:gd name="T1" fmla="*/ 0 h 1"/>
                  <a:gd name="T2" fmla="*/ 0 w 3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">
                    <a:moveTo>
                      <a:pt x="3" y="0"/>
                    </a:moveTo>
                    <a:cubicBezTo>
                      <a:pt x="2" y="0"/>
                      <a:pt x="1" y="0"/>
                      <a:pt x="0" y="1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260" name="Freeform 883">
                <a:extLst>
                  <a:ext uri="{FF2B5EF4-FFF2-40B4-BE49-F238E27FC236}">
                    <a16:creationId xmlns:a16="http://schemas.microsoft.com/office/drawing/2014/main" id="{5C0B4201-1C10-4189-B4F5-3476E5D82A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7" y="957"/>
                <a:ext cx="6" cy="4"/>
              </a:xfrm>
              <a:custGeom>
                <a:avLst/>
                <a:gdLst>
                  <a:gd name="T0" fmla="*/ 24 w 3"/>
                  <a:gd name="T1" fmla="*/ 0 h 2"/>
                  <a:gd name="T2" fmla="*/ 0 w 3"/>
                  <a:gd name="T3" fmla="*/ 16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cubicBezTo>
                      <a:pt x="2" y="0"/>
                      <a:pt x="1" y="1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261" name="Freeform 884">
                <a:extLst>
                  <a:ext uri="{FF2B5EF4-FFF2-40B4-BE49-F238E27FC236}">
                    <a16:creationId xmlns:a16="http://schemas.microsoft.com/office/drawing/2014/main" id="{0DB53B24-5EAE-4209-9298-D6CEA2B98B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7" y="961"/>
                <a:ext cx="2" cy="2"/>
              </a:xfrm>
              <a:custGeom>
                <a:avLst/>
                <a:gdLst>
                  <a:gd name="T0" fmla="*/ 8 w 1"/>
                  <a:gd name="T1" fmla="*/ 0 h 1"/>
                  <a:gd name="T2" fmla="*/ 0 w 1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0"/>
                      <a:pt x="0" y="1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262" name="Freeform 885">
                <a:extLst>
                  <a:ext uri="{FF2B5EF4-FFF2-40B4-BE49-F238E27FC236}">
                    <a16:creationId xmlns:a16="http://schemas.microsoft.com/office/drawing/2014/main" id="{667A195B-EADF-474D-9414-27A2B7B7C8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3" y="953"/>
                <a:ext cx="2" cy="6"/>
              </a:xfrm>
              <a:custGeom>
                <a:avLst/>
                <a:gdLst>
                  <a:gd name="T0" fmla="*/ 8 w 1"/>
                  <a:gd name="T1" fmla="*/ 24 h 3"/>
                  <a:gd name="T2" fmla="*/ 0 w 1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1" y="3"/>
                    </a:moveTo>
                    <a:cubicBezTo>
                      <a:pt x="0" y="2"/>
                      <a:pt x="0" y="1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263" name="Freeform 886">
                <a:extLst>
                  <a:ext uri="{FF2B5EF4-FFF2-40B4-BE49-F238E27FC236}">
                    <a16:creationId xmlns:a16="http://schemas.microsoft.com/office/drawing/2014/main" id="{114F710E-5A6C-4E5D-AB77-7F08D937EA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3" y="961"/>
                <a:ext cx="43" cy="13"/>
              </a:xfrm>
              <a:custGeom>
                <a:avLst/>
                <a:gdLst>
                  <a:gd name="T0" fmla="*/ 0 w 22"/>
                  <a:gd name="T1" fmla="*/ 0 h 7"/>
                  <a:gd name="T2" fmla="*/ 31 w 22"/>
                  <a:gd name="T3" fmla="*/ 20 h 7"/>
                  <a:gd name="T4" fmla="*/ 68 w 22"/>
                  <a:gd name="T5" fmla="*/ 32 h 7"/>
                  <a:gd name="T6" fmla="*/ 164 w 22"/>
                  <a:gd name="T7" fmla="*/ 32 h 7"/>
                  <a:gd name="T8" fmla="*/ 61 w 22"/>
                  <a:gd name="T9" fmla="*/ 32 h 7"/>
                  <a:gd name="T10" fmla="*/ 23 w 22"/>
                  <a:gd name="T11" fmla="*/ 20 h 7"/>
                  <a:gd name="T12" fmla="*/ 0 w 22"/>
                  <a:gd name="T13" fmla="*/ 0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7">
                    <a:moveTo>
                      <a:pt x="0" y="0"/>
                    </a:moveTo>
                    <a:cubicBezTo>
                      <a:pt x="1" y="0"/>
                      <a:pt x="2" y="2"/>
                      <a:pt x="4" y="3"/>
                    </a:cubicBezTo>
                    <a:cubicBezTo>
                      <a:pt x="5" y="4"/>
                      <a:pt x="7" y="4"/>
                      <a:pt x="9" y="5"/>
                    </a:cubicBezTo>
                    <a:cubicBezTo>
                      <a:pt x="13" y="6"/>
                      <a:pt x="17" y="5"/>
                      <a:pt x="22" y="5"/>
                    </a:cubicBezTo>
                    <a:cubicBezTo>
                      <a:pt x="17" y="7"/>
                      <a:pt x="13" y="6"/>
                      <a:pt x="8" y="5"/>
                    </a:cubicBezTo>
                    <a:cubicBezTo>
                      <a:pt x="6" y="5"/>
                      <a:pt x="5" y="4"/>
                      <a:pt x="3" y="3"/>
                    </a:cubicBezTo>
                    <a:cubicBezTo>
                      <a:pt x="2" y="2"/>
                      <a:pt x="1" y="1"/>
                      <a:pt x="0" y="0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264" name="Freeform 887">
                <a:extLst>
                  <a:ext uri="{FF2B5EF4-FFF2-40B4-BE49-F238E27FC236}">
                    <a16:creationId xmlns:a16="http://schemas.microsoft.com/office/drawing/2014/main" id="{41A110ED-FD3B-4C96-989A-D4CC5AE386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7" y="951"/>
                <a:ext cx="13" cy="13"/>
              </a:xfrm>
              <a:custGeom>
                <a:avLst/>
                <a:gdLst>
                  <a:gd name="T0" fmla="*/ 37 w 7"/>
                  <a:gd name="T1" fmla="*/ 0 h 7"/>
                  <a:gd name="T2" fmla="*/ 37 w 7"/>
                  <a:gd name="T3" fmla="*/ 24 h 7"/>
                  <a:gd name="T4" fmla="*/ 0 w 7"/>
                  <a:gd name="T5" fmla="*/ 45 h 7"/>
                  <a:gd name="T6" fmla="*/ 45 w 7"/>
                  <a:gd name="T7" fmla="*/ 32 h 7"/>
                  <a:gd name="T8" fmla="*/ 45 w 7"/>
                  <a:gd name="T9" fmla="*/ 13 h 7"/>
                  <a:gd name="T10" fmla="*/ 37 w 7"/>
                  <a:gd name="T11" fmla="*/ 0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" h="7">
                    <a:moveTo>
                      <a:pt x="6" y="0"/>
                    </a:moveTo>
                    <a:cubicBezTo>
                      <a:pt x="6" y="1"/>
                      <a:pt x="7" y="3"/>
                      <a:pt x="6" y="4"/>
                    </a:cubicBezTo>
                    <a:cubicBezTo>
                      <a:pt x="4" y="6"/>
                      <a:pt x="2" y="6"/>
                      <a:pt x="0" y="7"/>
                    </a:cubicBezTo>
                    <a:cubicBezTo>
                      <a:pt x="3" y="7"/>
                      <a:pt x="5" y="7"/>
                      <a:pt x="7" y="5"/>
                    </a:cubicBezTo>
                    <a:cubicBezTo>
                      <a:pt x="7" y="4"/>
                      <a:pt x="7" y="3"/>
                      <a:pt x="7" y="2"/>
                    </a:cubicBezTo>
                    <a:cubicBezTo>
                      <a:pt x="7" y="1"/>
                      <a:pt x="6" y="1"/>
                      <a:pt x="6" y="0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265" name="Freeform 888">
                <a:extLst>
                  <a:ext uri="{FF2B5EF4-FFF2-40B4-BE49-F238E27FC236}">
                    <a16:creationId xmlns:a16="http://schemas.microsoft.com/office/drawing/2014/main" id="{D9EC739C-715D-4B3B-9166-B498B5D9B4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6" y="917"/>
                <a:ext cx="48" cy="30"/>
              </a:xfrm>
              <a:custGeom>
                <a:avLst/>
                <a:gdLst>
                  <a:gd name="T0" fmla="*/ 8 w 25"/>
                  <a:gd name="T1" fmla="*/ 32 h 16"/>
                  <a:gd name="T2" fmla="*/ 92 w 25"/>
                  <a:gd name="T3" fmla="*/ 45 h 16"/>
                  <a:gd name="T4" fmla="*/ 140 w 25"/>
                  <a:gd name="T5" fmla="*/ 68 h 16"/>
                  <a:gd name="T6" fmla="*/ 177 w 25"/>
                  <a:gd name="T7" fmla="*/ 105 h 16"/>
                  <a:gd name="T8" fmla="*/ 121 w 25"/>
                  <a:gd name="T9" fmla="*/ 45 h 16"/>
                  <a:gd name="T10" fmla="*/ 77 w 25"/>
                  <a:gd name="T11" fmla="*/ 21 h 16"/>
                  <a:gd name="T12" fmla="*/ 36 w 25"/>
                  <a:gd name="T13" fmla="*/ 8 h 16"/>
                  <a:gd name="T14" fmla="*/ 8 w 25"/>
                  <a:gd name="T15" fmla="*/ 15 h 16"/>
                  <a:gd name="T16" fmla="*/ 8 w 25"/>
                  <a:gd name="T17" fmla="*/ 32 h 1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5" h="16">
                    <a:moveTo>
                      <a:pt x="1" y="5"/>
                    </a:moveTo>
                    <a:cubicBezTo>
                      <a:pt x="5" y="4"/>
                      <a:pt x="9" y="5"/>
                      <a:pt x="13" y="7"/>
                    </a:cubicBezTo>
                    <a:cubicBezTo>
                      <a:pt x="15" y="8"/>
                      <a:pt x="18" y="9"/>
                      <a:pt x="20" y="10"/>
                    </a:cubicBezTo>
                    <a:cubicBezTo>
                      <a:pt x="22" y="12"/>
                      <a:pt x="24" y="14"/>
                      <a:pt x="25" y="16"/>
                    </a:cubicBezTo>
                    <a:cubicBezTo>
                      <a:pt x="24" y="12"/>
                      <a:pt x="20" y="9"/>
                      <a:pt x="17" y="7"/>
                    </a:cubicBezTo>
                    <a:cubicBezTo>
                      <a:pt x="15" y="5"/>
                      <a:pt x="13" y="4"/>
                      <a:pt x="11" y="3"/>
                    </a:cubicBezTo>
                    <a:cubicBezTo>
                      <a:pt x="9" y="2"/>
                      <a:pt x="7" y="1"/>
                      <a:pt x="5" y="1"/>
                    </a:cubicBezTo>
                    <a:cubicBezTo>
                      <a:pt x="4" y="1"/>
                      <a:pt x="1" y="0"/>
                      <a:pt x="1" y="2"/>
                    </a:cubicBezTo>
                    <a:cubicBezTo>
                      <a:pt x="0" y="2"/>
                      <a:pt x="0" y="4"/>
                      <a:pt x="1" y="5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266" name="Freeform 889">
                <a:extLst>
                  <a:ext uri="{FF2B5EF4-FFF2-40B4-BE49-F238E27FC236}">
                    <a16:creationId xmlns:a16="http://schemas.microsoft.com/office/drawing/2014/main" id="{D96B9C45-6C38-4E69-9816-BCE60384FE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9" y="932"/>
                <a:ext cx="65" cy="32"/>
              </a:xfrm>
              <a:custGeom>
                <a:avLst/>
                <a:gdLst>
                  <a:gd name="T0" fmla="*/ 0 w 34"/>
                  <a:gd name="T1" fmla="*/ 81 h 17"/>
                  <a:gd name="T2" fmla="*/ 29 w 34"/>
                  <a:gd name="T3" fmla="*/ 92 h 17"/>
                  <a:gd name="T4" fmla="*/ 140 w 34"/>
                  <a:gd name="T5" fmla="*/ 113 h 17"/>
                  <a:gd name="T6" fmla="*/ 237 w 34"/>
                  <a:gd name="T7" fmla="*/ 60 h 17"/>
                  <a:gd name="T8" fmla="*/ 124 w 34"/>
                  <a:gd name="T9" fmla="*/ 15 h 17"/>
                  <a:gd name="T10" fmla="*/ 15 w 34"/>
                  <a:gd name="T11" fmla="*/ 60 h 17"/>
                  <a:gd name="T12" fmla="*/ 0 w 34"/>
                  <a:gd name="T13" fmla="*/ 81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4" h="17">
                    <a:moveTo>
                      <a:pt x="0" y="12"/>
                    </a:moveTo>
                    <a:cubicBezTo>
                      <a:pt x="0" y="14"/>
                      <a:pt x="2" y="13"/>
                      <a:pt x="4" y="14"/>
                    </a:cubicBezTo>
                    <a:cubicBezTo>
                      <a:pt x="6" y="14"/>
                      <a:pt x="12" y="17"/>
                      <a:pt x="20" y="17"/>
                    </a:cubicBezTo>
                    <a:cubicBezTo>
                      <a:pt x="28" y="17"/>
                      <a:pt x="34" y="9"/>
                      <a:pt x="34" y="9"/>
                    </a:cubicBezTo>
                    <a:cubicBezTo>
                      <a:pt x="33" y="7"/>
                      <a:pt x="30" y="0"/>
                      <a:pt x="18" y="2"/>
                    </a:cubicBezTo>
                    <a:cubicBezTo>
                      <a:pt x="9" y="3"/>
                      <a:pt x="6" y="7"/>
                      <a:pt x="2" y="9"/>
                    </a:cubicBezTo>
                    <a:cubicBezTo>
                      <a:pt x="1" y="10"/>
                      <a:pt x="0" y="11"/>
                      <a:pt x="0" y="1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267" name="Oval 890">
                <a:extLst>
                  <a:ext uri="{FF2B5EF4-FFF2-40B4-BE49-F238E27FC236}">
                    <a16:creationId xmlns:a16="http://schemas.microsoft.com/office/drawing/2014/main" id="{4226C9B2-2B07-499B-8C7B-842925D59D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48" y="936"/>
                <a:ext cx="29" cy="27"/>
              </a:xfrm>
              <a:prstGeom prst="ellipse">
                <a:avLst/>
              </a:prstGeom>
              <a:solidFill>
                <a:srgbClr val="6778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268" name="Oval 891">
                <a:extLst>
                  <a:ext uri="{FF2B5EF4-FFF2-40B4-BE49-F238E27FC236}">
                    <a16:creationId xmlns:a16="http://schemas.microsoft.com/office/drawing/2014/main" id="{71FB69F4-3A10-48B2-94A8-886E0283F9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48" y="936"/>
                <a:ext cx="29" cy="27"/>
              </a:xfrm>
              <a:prstGeom prst="ellipse">
                <a:avLst/>
              </a:prstGeom>
              <a:noFill/>
              <a:ln w="3175" cap="rnd">
                <a:solidFill>
                  <a:srgbClr val="343434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269" name="Oval 892">
                <a:extLst>
                  <a:ext uri="{FF2B5EF4-FFF2-40B4-BE49-F238E27FC236}">
                    <a16:creationId xmlns:a16="http://schemas.microsoft.com/office/drawing/2014/main" id="{F7AAC1E6-F189-43AF-A234-42F70E1FF8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57" y="945"/>
                <a:ext cx="10" cy="10"/>
              </a:xfrm>
              <a:prstGeom prst="ellipse">
                <a:avLst/>
              </a:pr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270" name="Freeform 893">
                <a:extLst>
                  <a:ext uri="{FF2B5EF4-FFF2-40B4-BE49-F238E27FC236}">
                    <a16:creationId xmlns:a16="http://schemas.microsoft.com/office/drawing/2014/main" id="{3A6D4EA9-31A0-43CB-BD24-AB0EC8FBA4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9" y="932"/>
                <a:ext cx="65" cy="32"/>
              </a:xfrm>
              <a:custGeom>
                <a:avLst/>
                <a:gdLst>
                  <a:gd name="T0" fmla="*/ 0 w 34"/>
                  <a:gd name="T1" fmla="*/ 81 h 17"/>
                  <a:gd name="T2" fmla="*/ 29 w 34"/>
                  <a:gd name="T3" fmla="*/ 92 h 17"/>
                  <a:gd name="T4" fmla="*/ 140 w 34"/>
                  <a:gd name="T5" fmla="*/ 113 h 17"/>
                  <a:gd name="T6" fmla="*/ 237 w 34"/>
                  <a:gd name="T7" fmla="*/ 53 h 17"/>
                  <a:gd name="T8" fmla="*/ 124 w 34"/>
                  <a:gd name="T9" fmla="*/ 15 h 17"/>
                  <a:gd name="T10" fmla="*/ 15 w 34"/>
                  <a:gd name="T11" fmla="*/ 60 h 17"/>
                  <a:gd name="T12" fmla="*/ 0 w 34"/>
                  <a:gd name="T13" fmla="*/ 81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4" h="17">
                    <a:moveTo>
                      <a:pt x="0" y="12"/>
                    </a:moveTo>
                    <a:cubicBezTo>
                      <a:pt x="0" y="14"/>
                      <a:pt x="2" y="13"/>
                      <a:pt x="4" y="14"/>
                    </a:cubicBezTo>
                    <a:cubicBezTo>
                      <a:pt x="6" y="14"/>
                      <a:pt x="12" y="17"/>
                      <a:pt x="20" y="17"/>
                    </a:cubicBezTo>
                    <a:cubicBezTo>
                      <a:pt x="28" y="17"/>
                      <a:pt x="34" y="9"/>
                      <a:pt x="34" y="8"/>
                    </a:cubicBezTo>
                    <a:cubicBezTo>
                      <a:pt x="33" y="6"/>
                      <a:pt x="28" y="0"/>
                      <a:pt x="18" y="2"/>
                    </a:cubicBezTo>
                    <a:cubicBezTo>
                      <a:pt x="10" y="4"/>
                      <a:pt x="6" y="7"/>
                      <a:pt x="2" y="9"/>
                    </a:cubicBezTo>
                    <a:cubicBezTo>
                      <a:pt x="1" y="10"/>
                      <a:pt x="0" y="11"/>
                      <a:pt x="0" y="12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271" name="Freeform 894">
                <a:extLst>
                  <a:ext uri="{FF2B5EF4-FFF2-40B4-BE49-F238E27FC236}">
                    <a16:creationId xmlns:a16="http://schemas.microsoft.com/office/drawing/2014/main" id="{B8EA2D17-7B43-4B2D-8228-47B7716426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9" y="921"/>
                <a:ext cx="71" cy="24"/>
              </a:xfrm>
              <a:custGeom>
                <a:avLst/>
                <a:gdLst>
                  <a:gd name="T0" fmla="*/ 0 w 37"/>
                  <a:gd name="T1" fmla="*/ 81 h 13"/>
                  <a:gd name="T2" fmla="*/ 261 w 37"/>
                  <a:gd name="T3" fmla="*/ 57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7" h="13">
                    <a:moveTo>
                      <a:pt x="0" y="13"/>
                    </a:moveTo>
                    <a:cubicBezTo>
                      <a:pt x="9" y="4"/>
                      <a:pt x="26" y="0"/>
                      <a:pt x="37" y="9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272" name="Freeform 895">
                <a:extLst>
                  <a:ext uri="{FF2B5EF4-FFF2-40B4-BE49-F238E27FC236}">
                    <a16:creationId xmlns:a16="http://schemas.microsoft.com/office/drawing/2014/main" id="{8A8B3F86-F22B-448A-8EBA-B9D29B189F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5" y="900"/>
                <a:ext cx="84" cy="28"/>
              </a:xfrm>
              <a:custGeom>
                <a:avLst/>
                <a:gdLst>
                  <a:gd name="T0" fmla="*/ 0 w 44"/>
                  <a:gd name="T1" fmla="*/ 73 h 15"/>
                  <a:gd name="T2" fmla="*/ 305 w 44"/>
                  <a:gd name="T3" fmla="*/ 97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4" h="15">
                    <a:moveTo>
                      <a:pt x="0" y="11"/>
                    </a:moveTo>
                    <a:cubicBezTo>
                      <a:pt x="23" y="0"/>
                      <a:pt x="36" y="8"/>
                      <a:pt x="44" y="15"/>
                    </a:cubicBezTo>
                  </a:path>
                </a:pathLst>
              </a:custGeom>
              <a:noFill/>
              <a:ln w="6350" cap="rnd">
                <a:solidFill>
                  <a:srgbClr val="D1B89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273" name="Oval 896">
                <a:extLst>
                  <a:ext uri="{FF2B5EF4-FFF2-40B4-BE49-F238E27FC236}">
                    <a16:creationId xmlns:a16="http://schemas.microsoft.com/office/drawing/2014/main" id="{9A0E527D-5823-4D10-9219-073B11DBC9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63" y="944"/>
                <a:ext cx="6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274" name="Freeform 897">
                <a:extLst>
                  <a:ext uri="{FF2B5EF4-FFF2-40B4-BE49-F238E27FC236}">
                    <a16:creationId xmlns:a16="http://schemas.microsoft.com/office/drawing/2014/main" id="{B42F55EF-D0B7-404B-A03F-025001BA29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0" y="938"/>
                <a:ext cx="25" cy="15"/>
              </a:xfrm>
              <a:custGeom>
                <a:avLst/>
                <a:gdLst>
                  <a:gd name="T0" fmla="*/ 77 w 13"/>
                  <a:gd name="T1" fmla="*/ 39 h 8"/>
                  <a:gd name="T2" fmla="*/ 71 w 13"/>
                  <a:gd name="T3" fmla="*/ 21 h 8"/>
                  <a:gd name="T4" fmla="*/ 48 w 13"/>
                  <a:gd name="T5" fmla="*/ 21 h 8"/>
                  <a:gd name="T6" fmla="*/ 29 w 13"/>
                  <a:gd name="T7" fmla="*/ 32 h 8"/>
                  <a:gd name="T8" fmla="*/ 8 w 13"/>
                  <a:gd name="T9" fmla="*/ 45 h 8"/>
                  <a:gd name="T10" fmla="*/ 8 w 13"/>
                  <a:gd name="T11" fmla="*/ 21 h 8"/>
                  <a:gd name="T12" fmla="*/ 56 w 13"/>
                  <a:gd name="T13" fmla="*/ 0 h 8"/>
                  <a:gd name="T14" fmla="*/ 92 w 13"/>
                  <a:gd name="T15" fmla="*/ 21 h 8"/>
                  <a:gd name="T16" fmla="*/ 92 w 13"/>
                  <a:gd name="T17" fmla="*/ 32 h 8"/>
                  <a:gd name="T18" fmla="*/ 85 w 13"/>
                  <a:gd name="T19" fmla="*/ 45 h 8"/>
                  <a:gd name="T20" fmla="*/ 77 w 13"/>
                  <a:gd name="T21" fmla="*/ 39 h 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3" h="8">
                    <a:moveTo>
                      <a:pt x="11" y="6"/>
                    </a:moveTo>
                    <a:cubicBezTo>
                      <a:pt x="11" y="5"/>
                      <a:pt x="11" y="3"/>
                      <a:pt x="10" y="3"/>
                    </a:cubicBezTo>
                    <a:cubicBezTo>
                      <a:pt x="9" y="2"/>
                      <a:pt x="8" y="2"/>
                      <a:pt x="7" y="3"/>
                    </a:cubicBezTo>
                    <a:cubicBezTo>
                      <a:pt x="6" y="4"/>
                      <a:pt x="5" y="4"/>
                      <a:pt x="4" y="5"/>
                    </a:cubicBezTo>
                    <a:cubicBezTo>
                      <a:pt x="4" y="6"/>
                      <a:pt x="2" y="8"/>
                      <a:pt x="1" y="7"/>
                    </a:cubicBezTo>
                    <a:cubicBezTo>
                      <a:pt x="0" y="6"/>
                      <a:pt x="1" y="4"/>
                      <a:pt x="1" y="3"/>
                    </a:cubicBezTo>
                    <a:cubicBezTo>
                      <a:pt x="2" y="1"/>
                      <a:pt x="6" y="0"/>
                      <a:pt x="8" y="0"/>
                    </a:cubicBezTo>
                    <a:cubicBezTo>
                      <a:pt x="10" y="0"/>
                      <a:pt x="12" y="2"/>
                      <a:pt x="13" y="3"/>
                    </a:cubicBezTo>
                    <a:cubicBezTo>
                      <a:pt x="13" y="4"/>
                      <a:pt x="13" y="5"/>
                      <a:pt x="13" y="5"/>
                    </a:cubicBezTo>
                    <a:cubicBezTo>
                      <a:pt x="13" y="7"/>
                      <a:pt x="13" y="8"/>
                      <a:pt x="12" y="7"/>
                    </a:cubicBezTo>
                    <a:cubicBezTo>
                      <a:pt x="11" y="6"/>
                      <a:pt x="11" y="6"/>
                      <a:pt x="11" y="6"/>
                    </a:cubicBezTo>
                  </a:path>
                </a:pathLst>
              </a:custGeom>
              <a:solidFill>
                <a:srgbClr val="2F49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275" name="Freeform 898">
                <a:extLst>
                  <a:ext uri="{FF2B5EF4-FFF2-40B4-BE49-F238E27FC236}">
                    <a16:creationId xmlns:a16="http://schemas.microsoft.com/office/drawing/2014/main" id="{343C7F56-8CAC-4DAB-A5EB-96922144B3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4" y="953"/>
                <a:ext cx="19" cy="10"/>
              </a:xfrm>
              <a:custGeom>
                <a:avLst/>
                <a:gdLst>
                  <a:gd name="T0" fmla="*/ 68 w 10"/>
                  <a:gd name="T1" fmla="*/ 8 h 5"/>
                  <a:gd name="T2" fmla="*/ 55 w 10"/>
                  <a:gd name="T3" fmla="*/ 8 h 5"/>
                  <a:gd name="T4" fmla="*/ 36 w 10"/>
                  <a:gd name="T5" fmla="*/ 16 h 5"/>
                  <a:gd name="T6" fmla="*/ 8 w 10"/>
                  <a:gd name="T7" fmla="*/ 24 h 5"/>
                  <a:gd name="T8" fmla="*/ 36 w 10"/>
                  <a:gd name="T9" fmla="*/ 40 h 5"/>
                  <a:gd name="T10" fmla="*/ 61 w 10"/>
                  <a:gd name="T11" fmla="*/ 24 h 5"/>
                  <a:gd name="T12" fmla="*/ 68 w 10"/>
                  <a:gd name="T13" fmla="*/ 8 h 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5">
                    <a:moveTo>
                      <a:pt x="10" y="1"/>
                    </a:moveTo>
                    <a:cubicBezTo>
                      <a:pt x="9" y="0"/>
                      <a:pt x="9" y="0"/>
                      <a:pt x="8" y="1"/>
                    </a:cubicBezTo>
                    <a:cubicBezTo>
                      <a:pt x="7" y="1"/>
                      <a:pt x="6" y="2"/>
                      <a:pt x="5" y="2"/>
                    </a:cubicBezTo>
                    <a:cubicBezTo>
                      <a:pt x="4" y="2"/>
                      <a:pt x="0" y="0"/>
                      <a:pt x="1" y="3"/>
                    </a:cubicBezTo>
                    <a:cubicBezTo>
                      <a:pt x="2" y="5"/>
                      <a:pt x="3" y="5"/>
                      <a:pt x="5" y="5"/>
                    </a:cubicBezTo>
                    <a:cubicBezTo>
                      <a:pt x="7" y="5"/>
                      <a:pt x="8" y="4"/>
                      <a:pt x="9" y="3"/>
                    </a:cubicBezTo>
                    <a:cubicBezTo>
                      <a:pt x="10" y="2"/>
                      <a:pt x="10" y="2"/>
                      <a:pt x="10" y="1"/>
                    </a:cubicBezTo>
                  </a:path>
                </a:pathLst>
              </a:custGeom>
              <a:solidFill>
                <a:srgbClr val="97A7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276" name="Oval 899">
                <a:extLst>
                  <a:ext uri="{FF2B5EF4-FFF2-40B4-BE49-F238E27FC236}">
                    <a16:creationId xmlns:a16="http://schemas.microsoft.com/office/drawing/2014/main" id="{57339A63-46A8-4B02-84BB-2DAB82A77D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63" y="951"/>
                <a:ext cx="6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4277" name="Freeform 900">
                <a:extLst>
                  <a:ext uri="{FF2B5EF4-FFF2-40B4-BE49-F238E27FC236}">
                    <a16:creationId xmlns:a16="http://schemas.microsoft.com/office/drawing/2014/main" id="{9805E20C-270B-4E77-8108-2EE0C489F4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2" y="945"/>
                <a:ext cx="11" cy="2"/>
              </a:xfrm>
              <a:custGeom>
                <a:avLst/>
                <a:gdLst>
                  <a:gd name="T0" fmla="*/ 0 w 6"/>
                  <a:gd name="T1" fmla="*/ 0 h 1"/>
                  <a:gd name="T2" fmla="*/ 37 w 6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">
                    <a:moveTo>
                      <a:pt x="0" y="0"/>
                    </a:moveTo>
                    <a:cubicBezTo>
                      <a:pt x="2" y="0"/>
                      <a:pt x="6" y="1"/>
                      <a:pt x="6" y="0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278" name="Freeform 901">
                <a:extLst>
                  <a:ext uri="{FF2B5EF4-FFF2-40B4-BE49-F238E27FC236}">
                    <a16:creationId xmlns:a16="http://schemas.microsoft.com/office/drawing/2014/main" id="{0EFF0B91-AF53-407B-98BB-DE10205BD6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8" y="938"/>
                <a:ext cx="15" cy="4"/>
              </a:xfrm>
              <a:custGeom>
                <a:avLst/>
                <a:gdLst>
                  <a:gd name="T0" fmla="*/ 0 w 8"/>
                  <a:gd name="T1" fmla="*/ 16 h 2"/>
                  <a:gd name="T2" fmla="*/ 28 w 8"/>
                  <a:gd name="T3" fmla="*/ 16 h 2"/>
                  <a:gd name="T4" fmla="*/ 53 w 8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2">
                    <a:moveTo>
                      <a:pt x="0" y="2"/>
                    </a:moveTo>
                    <a:cubicBezTo>
                      <a:pt x="2" y="2"/>
                      <a:pt x="3" y="2"/>
                      <a:pt x="4" y="2"/>
                    </a:cubicBezTo>
                    <a:cubicBezTo>
                      <a:pt x="5" y="1"/>
                      <a:pt x="7" y="0"/>
                      <a:pt x="8" y="0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279" name="Freeform 902">
                <a:extLst>
                  <a:ext uri="{FF2B5EF4-FFF2-40B4-BE49-F238E27FC236}">
                    <a16:creationId xmlns:a16="http://schemas.microsoft.com/office/drawing/2014/main" id="{E9755530-E7DC-40D6-BA1C-B7B114BDBB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4" y="930"/>
                <a:ext cx="12" cy="8"/>
              </a:xfrm>
              <a:custGeom>
                <a:avLst/>
                <a:gdLst>
                  <a:gd name="T0" fmla="*/ 0 w 6"/>
                  <a:gd name="T1" fmla="*/ 32 h 4"/>
                  <a:gd name="T2" fmla="*/ 48 w 6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4">
                    <a:moveTo>
                      <a:pt x="0" y="4"/>
                    </a:moveTo>
                    <a:cubicBezTo>
                      <a:pt x="2" y="4"/>
                      <a:pt x="6" y="2"/>
                      <a:pt x="6" y="0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280" name="Freeform 903">
                <a:extLst>
                  <a:ext uri="{FF2B5EF4-FFF2-40B4-BE49-F238E27FC236}">
                    <a16:creationId xmlns:a16="http://schemas.microsoft.com/office/drawing/2014/main" id="{8241E841-B330-4DA4-B5B5-F22BB0A7CC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9" y="925"/>
                <a:ext cx="7" cy="11"/>
              </a:xfrm>
              <a:custGeom>
                <a:avLst/>
                <a:gdLst>
                  <a:gd name="T0" fmla="*/ 0 w 4"/>
                  <a:gd name="T1" fmla="*/ 37 h 6"/>
                  <a:gd name="T2" fmla="*/ 12 w 4"/>
                  <a:gd name="T3" fmla="*/ 24 h 6"/>
                  <a:gd name="T4" fmla="*/ 21 w 4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6">
                    <a:moveTo>
                      <a:pt x="0" y="6"/>
                    </a:moveTo>
                    <a:cubicBezTo>
                      <a:pt x="1" y="5"/>
                      <a:pt x="2" y="5"/>
                      <a:pt x="2" y="4"/>
                    </a:cubicBezTo>
                    <a:cubicBezTo>
                      <a:pt x="3" y="3"/>
                      <a:pt x="4" y="1"/>
                      <a:pt x="4" y="0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281" name="Freeform 904">
                <a:extLst>
                  <a:ext uri="{FF2B5EF4-FFF2-40B4-BE49-F238E27FC236}">
                    <a16:creationId xmlns:a16="http://schemas.microsoft.com/office/drawing/2014/main" id="{B62E47EB-11B0-4707-AFBA-D514BBF45D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1" y="925"/>
                <a:ext cx="4" cy="9"/>
              </a:xfrm>
              <a:custGeom>
                <a:avLst/>
                <a:gdLst>
                  <a:gd name="T0" fmla="*/ 0 w 2"/>
                  <a:gd name="T1" fmla="*/ 29 h 5"/>
                  <a:gd name="T2" fmla="*/ 16 w 2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5">
                    <a:moveTo>
                      <a:pt x="0" y="5"/>
                    </a:moveTo>
                    <a:cubicBezTo>
                      <a:pt x="1" y="4"/>
                      <a:pt x="2" y="2"/>
                      <a:pt x="2" y="0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282" name="Freeform 905">
                <a:extLst>
                  <a:ext uri="{FF2B5EF4-FFF2-40B4-BE49-F238E27FC236}">
                    <a16:creationId xmlns:a16="http://schemas.microsoft.com/office/drawing/2014/main" id="{63B05625-FED3-45A7-A0BA-B968A08E09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3" y="932"/>
                <a:ext cx="2" cy="4"/>
              </a:xfrm>
              <a:custGeom>
                <a:avLst/>
                <a:gdLst>
                  <a:gd name="T0" fmla="*/ 0 w 1"/>
                  <a:gd name="T1" fmla="*/ 16 h 2"/>
                  <a:gd name="T2" fmla="*/ 8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1" y="1"/>
                      <a:pt x="1" y="0"/>
                      <a:pt x="1" y="0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283" name="Freeform 906">
                <a:extLst>
                  <a:ext uri="{FF2B5EF4-FFF2-40B4-BE49-F238E27FC236}">
                    <a16:creationId xmlns:a16="http://schemas.microsoft.com/office/drawing/2014/main" id="{C12DD78D-E2AA-4CC0-A6E2-C7D08FA1A8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0" y="953"/>
                <a:ext cx="6" cy="2"/>
              </a:xfrm>
              <a:custGeom>
                <a:avLst/>
                <a:gdLst>
                  <a:gd name="T0" fmla="*/ 0 w 3"/>
                  <a:gd name="T1" fmla="*/ 0 h 1"/>
                  <a:gd name="T2" fmla="*/ 24 w 3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cubicBezTo>
                      <a:pt x="1" y="0"/>
                      <a:pt x="3" y="0"/>
                      <a:pt x="3" y="1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284" name="Freeform 907">
                <a:extLst>
                  <a:ext uri="{FF2B5EF4-FFF2-40B4-BE49-F238E27FC236}">
                    <a16:creationId xmlns:a16="http://schemas.microsoft.com/office/drawing/2014/main" id="{8421FF99-8040-4052-A096-89AD2DC264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6" y="957"/>
                <a:ext cx="6" cy="4"/>
              </a:xfrm>
              <a:custGeom>
                <a:avLst/>
                <a:gdLst>
                  <a:gd name="T0" fmla="*/ 0 w 3"/>
                  <a:gd name="T1" fmla="*/ 0 h 2"/>
                  <a:gd name="T2" fmla="*/ 24 w 3"/>
                  <a:gd name="T3" fmla="*/ 16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cubicBezTo>
                      <a:pt x="1" y="0"/>
                      <a:pt x="3" y="1"/>
                      <a:pt x="3" y="2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285" name="Freeform 908">
                <a:extLst>
                  <a:ext uri="{FF2B5EF4-FFF2-40B4-BE49-F238E27FC236}">
                    <a16:creationId xmlns:a16="http://schemas.microsoft.com/office/drawing/2014/main" id="{A8C82A48-F8EF-4B88-8BC6-E037716240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2" y="961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1" y="1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286" name="Freeform 909">
                <a:extLst>
                  <a:ext uri="{FF2B5EF4-FFF2-40B4-BE49-F238E27FC236}">
                    <a16:creationId xmlns:a16="http://schemas.microsoft.com/office/drawing/2014/main" id="{F59DCF8E-1609-4A6E-B5DB-1EE2AA436E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6" y="953"/>
                <a:ext cx="2" cy="6"/>
              </a:xfrm>
              <a:custGeom>
                <a:avLst/>
                <a:gdLst>
                  <a:gd name="T0" fmla="*/ 0 w 1"/>
                  <a:gd name="T1" fmla="*/ 24 h 3"/>
                  <a:gd name="T2" fmla="*/ 0 w 1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cubicBezTo>
                      <a:pt x="1" y="2"/>
                      <a:pt x="1" y="1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287" name="Freeform 910">
                <a:extLst>
                  <a:ext uri="{FF2B5EF4-FFF2-40B4-BE49-F238E27FC236}">
                    <a16:creationId xmlns:a16="http://schemas.microsoft.com/office/drawing/2014/main" id="{61522A73-00EF-4D5F-A1E9-27FB05B464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6" y="961"/>
                <a:ext cx="42" cy="13"/>
              </a:xfrm>
              <a:custGeom>
                <a:avLst/>
                <a:gdLst>
                  <a:gd name="T0" fmla="*/ 153 w 22"/>
                  <a:gd name="T1" fmla="*/ 0 h 7"/>
                  <a:gd name="T2" fmla="*/ 124 w 22"/>
                  <a:gd name="T3" fmla="*/ 20 h 7"/>
                  <a:gd name="T4" fmla="*/ 92 w 22"/>
                  <a:gd name="T5" fmla="*/ 32 h 7"/>
                  <a:gd name="T6" fmla="*/ 0 w 22"/>
                  <a:gd name="T7" fmla="*/ 32 h 7"/>
                  <a:gd name="T8" fmla="*/ 92 w 22"/>
                  <a:gd name="T9" fmla="*/ 32 h 7"/>
                  <a:gd name="T10" fmla="*/ 124 w 22"/>
                  <a:gd name="T11" fmla="*/ 20 h 7"/>
                  <a:gd name="T12" fmla="*/ 145 w 22"/>
                  <a:gd name="T13" fmla="*/ 0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7">
                    <a:moveTo>
                      <a:pt x="22" y="0"/>
                    </a:moveTo>
                    <a:cubicBezTo>
                      <a:pt x="20" y="0"/>
                      <a:pt x="19" y="2"/>
                      <a:pt x="18" y="3"/>
                    </a:cubicBezTo>
                    <a:cubicBezTo>
                      <a:pt x="16" y="4"/>
                      <a:pt x="14" y="4"/>
                      <a:pt x="13" y="5"/>
                    </a:cubicBezTo>
                    <a:cubicBezTo>
                      <a:pt x="9" y="6"/>
                      <a:pt x="4" y="5"/>
                      <a:pt x="0" y="5"/>
                    </a:cubicBezTo>
                    <a:cubicBezTo>
                      <a:pt x="4" y="7"/>
                      <a:pt x="9" y="6"/>
                      <a:pt x="13" y="5"/>
                    </a:cubicBezTo>
                    <a:cubicBezTo>
                      <a:pt x="15" y="5"/>
                      <a:pt x="17" y="4"/>
                      <a:pt x="18" y="3"/>
                    </a:cubicBezTo>
                    <a:cubicBezTo>
                      <a:pt x="20" y="2"/>
                      <a:pt x="20" y="1"/>
                      <a:pt x="21" y="0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288" name="Freeform 911">
                <a:extLst>
                  <a:ext uri="{FF2B5EF4-FFF2-40B4-BE49-F238E27FC236}">
                    <a16:creationId xmlns:a16="http://schemas.microsoft.com/office/drawing/2014/main" id="{9E1A24D6-41A9-4288-B48E-3A7BE3C27A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9" y="949"/>
                <a:ext cx="14" cy="15"/>
              </a:xfrm>
              <a:custGeom>
                <a:avLst/>
                <a:gdLst>
                  <a:gd name="T0" fmla="*/ 8 w 7"/>
                  <a:gd name="T1" fmla="*/ 0 h 8"/>
                  <a:gd name="T2" fmla="*/ 16 w 7"/>
                  <a:gd name="T3" fmla="*/ 32 h 8"/>
                  <a:gd name="T4" fmla="*/ 56 w 7"/>
                  <a:gd name="T5" fmla="*/ 45 h 8"/>
                  <a:gd name="T6" fmla="*/ 8 w 7"/>
                  <a:gd name="T7" fmla="*/ 32 h 8"/>
                  <a:gd name="T8" fmla="*/ 0 w 7"/>
                  <a:gd name="T9" fmla="*/ 15 h 8"/>
                  <a:gd name="T10" fmla="*/ 8 w 7"/>
                  <a:gd name="T11" fmla="*/ 0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" h="8">
                    <a:moveTo>
                      <a:pt x="1" y="0"/>
                    </a:moveTo>
                    <a:cubicBezTo>
                      <a:pt x="1" y="2"/>
                      <a:pt x="0" y="3"/>
                      <a:pt x="2" y="5"/>
                    </a:cubicBezTo>
                    <a:cubicBezTo>
                      <a:pt x="3" y="7"/>
                      <a:pt x="5" y="7"/>
                      <a:pt x="7" y="7"/>
                    </a:cubicBezTo>
                    <a:cubicBezTo>
                      <a:pt x="4" y="7"/>
                      <a:pt x="2" y="8"/>
                      <a:pt x="1" y="5"/>
                    </a:cubicBezTo>
                    <a:cubicBezTo>
                      <a:pt x="0" y="5"/>
                      <a:pt x="0" y="3"/>
                      <a:pt x="0" y="2"/>
                    </a:cubicBezTo>
                    <a:cubicBezTo>
                      <a:pt x="0" y="2"/>
                      <a:pt x="1" y="1"/>
                      <a:pt x="1" y="0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289" name="Freeform 912">
                <a:extLst>
                  <a:ext uri="{FF2B5EF4-FFF2-40B4-BE49-F238E27FC236}">
                    <a16:creationId xmlns:a16="http://schemas.microsoft.com/office/drawing/2014/main" id="{B292E574-D906-4B33-BDCE-84084F60B6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5" y="917"/>
                <a:ext cx="48" cy="30"/>
              </a:xfrm>
              <a:custGeom>
                <a:avLst/>
                <a:gdLst>
                  <a:gd name="T0" fmla="*/ 177 w 25"/>
                  <a:gd name="T1" fmla="*/ 32 h 16"/>
                  <a:gd name="T2" fmla="*/ 84 w 25"/>
                  <a:gd name="T3" fmla="*/ 45 h 16"/>
                  <a:gd name="T4" fmla="*/ 44 w 25"/>
                  <a:gd name="T5" fmla="*/ 68 h 16"/>
                  <a:gd name="T6" fmla="*/ 0 w 25"/>
                  <a:gd name="T7" fmla="*/ 105 h 16"/>
                  <a:gd name="T8" fmla="*/ 56 w 25"/>
                  <a:gd name="T9" fmla="*/ 45 h 16"/>
                  <a:gd name="T10" fmla="*/ 100 w 25"/>
                  <a:gd name="T11" fmla="*/ 21 h 16"/>
                  <a:gd name="T12" fmla="*/ 140 w 25"/>
                  <a:gd name="T13" fmla="*/ 8 h 16"/>
                  <a:gd name="T14" fmla="*/ 177 w 25"/>
                  <a:gd name="T15" fmla="*/ 15 h 16"/>
                  <a:gd name="T16" fmla="*/ 177 w 25"/>
                  <a:gd name="T17" fmla="*/ 32 h 1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5" h="16">
                    <a:moveTo>
                      <a:pt x="25" y="5"/>
                    </a:moveTo>
                    <a:cubicBezTo>
                      <a:pt x="20" y="4"/>
                      <a:pt x="16" y="5"/>
                      <a:pt x="12" y="7"/>
                    </a:cubicBezTo>
                    <a:cubicBezTo>
                      <a:pt x="10" y="8"/>
                      <a:pt x="8" y="9"/>
                      <a:pt x="6" y="10"/>
                    </a:cubicBezTo>
                    <a:cubicBezTo>
                      <a:pt x="4" y="12"/>
                      <a:pt x="2" y="14"/>
                      <a:pt x="0" y="16"/>
                    </a:cubicBezTo>
                    <a:cubicBezTo>
                      <a:pt x="2" y="12"/>
                      <a:pt x="5" y="9"/>
                      <a:pt x="8" y="7"/>
                    </a:cubicBezTo>
                    <a:cubicBezTo>
                      <a:pt x="10" y="5"/>
                      <a:pt x="12" y="4"/>
                      <a:pt x="14" y="3"/>
                    </a:cubicBezTo>
                    <a:cubicBezTo>
                      <a:pt x="16" y="2"/>
                      <a:pt x="18" y="1"/>
                      <a:pt x="20" y="1"/>
                    </a:cubicBezTo>
                    <a:cubicBezTo>
                      <a:pt x="21" y="1"/>
                      <a:pt x="24" y="0"/>
                      <a:pt x="25" y="2"/>
                    </a:cubicBezTo>
                    <a:cubicBezTo>
                      <a:pt x="25" y="2"/>
                      <a:pt x="25" y="4"/>
                      <a:pt x="25" y="5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290" name="Freeform 913">
                <a:extLst>
                  <a:ext uri="{FF2B5EF4-FFF2-40B4-BE49-F238E27FC236}">
                    <a16:creationId xmlns:a16="http://schemas.microsoft.com/office/drawing/2014/main" id="{02345E86-BA95-4B70-B4D9-4B7BEC274D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3" y="1052"/>
                <a:ext cx="107" cy="24"/>
              </a:xfrm>
              <a:custGeom>
                <a:avLst/>
                <a:gdLst>
                  <a:gd name="T0" fmla="*/ 0 w 56"/>
                  <a:gd name="T1" fmla="*/ 68 h 13"/>
                  <a:gd name="T2" fmla="*/ 132 w 56"/>
                  <a:gd name="T3" fmla="*/ 31 h 13"/>
                  <a:gd name="T4" fmla="*/ 161 w 56"/>
                  <a:gd name="T5" fmla="*/ 13 h 13"/>
                  <a:gd name="T6" fmla="*/ 197 w 56"/>
                  <a:gd name="T7" fmla="*/ 24 h 13"/>
                  <a:gd name="T8" fmla="*/ 273 w 56"/>
                  <a:gd name="T9" fmla="*/ 31 h 13"/>
                  <a:gd name="T10" fmla="*/ 390 w 56"/>
                  <a:gd name="T11" fmla="*/ 61 h 13"/>
                  <a:gd name="T12" fmla="*/ 292 w 56"/>
                  <a:gd name="T13" fmla="*/ 68 h 13"/>
                  <a:gd name="T14" fmla="*/ 216 w 56"/>
                  <a:gd name="T15" fmla="*/ 68 h 13"/>
                  <a:gd name="T16" fmla="*/ 132 w 56"/>
                  <a:gd name="T17" fmla="*/ 61 h 13"/>
                  <a:gd name="T18" fmla="*/ 55 w 56"/>
                  <a:gd name="T19" fmla="*/ 81 h 13"/>
                  <a:gd name="T20" fmla="*/ 0 w 56"/>
                  <a:gd name="T21" fmla="*/ 68 h 1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56" h="13">
                    <a:moveTo>
                      <a:pt x="0" y="11"/>
                    </a:moveTo>
                    <a:cubicBezTo>
                      <a:pt x="9" y="12"/>
                      <a:pt x="13" y="9"/>
                      <a:pt x="19" y="5"/>
                    </a:cubicBezTo>
                    <a:cubicBezTo>
                      <a:pt x="20" y="4"/>
                      <a:pt x="22" y="2"/>
                      <a:pt x="23" y="2"/>
                    </a:cubicBezTo>
                    <a:cubicBezTo>
                      <a:pt x="25" y="2"/>
                      <a:pt x="26" y="3"/>
                      <a:pt x="28" y="4"/>
                    </a:cubicBezTo>
                    <a:cubicBezTo>
                      <a:pt x="31" y="0"/>
                      <a:pt x="35" y="4"/>
                      <a:pt x="39" y="5"/>
                    </a:cubicBezTo>
                    <a:cubicBezTo>
                      <a:pt x="44" y="8"/>
                      <a:pt x="47" y="11"/>
                      <a:pt x="56" y="10"/>
                    </a:cubicBezTo>
                    <a:cubicBezTo>
                      <a:pt x="50" y="13"/>
                      <a:pt x="47" y="12"/>
                      <a:pt x="42" y="11"/>
                    </a:cubicBezTo>
                    <a:cubicBezTo>
                      <a:pt x="38" y="10"/>
                      <a:pt x="35" y="9"/>
                      <a:pt x="31" y="11"/>
                    </a:cubicBezTo>
                    <a:cubicBezTo>
                      <a:pt x="27" y="12"/>
                      <a:pt x="23" y="11"/>
                      <a:pt x="19" y="10"/>
                    </a:cubicBezTo>
                    <a:cubicBezTo>
                      <a:pt x="15" y="9"/>
                      <a:pt x="11" y="12"/>
                      <a:pt x="8" y="13"/>
                    </a:cubicBezTo>
                    <a:cubicBezTo>
                      <a:pt x="6" y="13"/>
                      <a:pt x="2" y="12"/>
                      <a:pt x="0" y="11"/>
                    </a:cubicBezTo>
                  </a:path>
                </a:pathLst>
              </a:custGeom>
              <a:solidFill>
                <a:srgbClr val="F0C3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291" name="Freeform 914">
                <a:extLst>
                  <a:ext uri="{FF2B5EF4-FFF2-40B4-BE49-F238E27FC236}">
                    <a16:creationId xmlns:a16="http://schemas.microsoft.com/office/drawing/2014/main" id="{BF09A224-378A-4B41-84A1-45FCAA9AD9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0" y="1082"/>
                <a:ext cx="55" cy="13"/>
              </a:xfrm>
              <a:custGeom>
                <a:avLst/>
                <a:gdLst>
                  <a:gd name="T0" fmla="*/ 0 w 29"/>
                  <a:gd name="T1" fmla="*/ 13 h 7"/>
                  <a:gd name="T2" fmla="*/ 53 w 29"/>
                  <a:gd name="T3" fmla="*/ 24 h 7"/>
                  <a:gd name="T4" fmla="*/ 116 w 29"/>
                  <a:gd name="T5" fmla="*/ 32 h 7"/>
                  <a:gd name="T6" fmla="*/ 165 w 29"/>
                  <a:gd name="T7" fmla="*/ 20 h 7"/>
                  <a:gd name="T8" fmla="*/ 197 w 29"/>
                  <a:gd name="T9" fmla="*/ 0 h 7"/>
                  <a:gd name="T10" fmla="*/ 157 w 29"/>
                  <a:gd name="T11" fmla="*/ 24 h 7"/>
                  <a:gd name="T12" fmla="*/ 97 w 29"/>
                  <a:gd name="T13" fmla="*/ 37 h 7"/>
                  <a:gd name="T14" fmla="*/ 32 w 29"/>
                  <a:gd name="T15" fmla="*/ 32 h 7"/>
                  <a:gd name="T16" fmla="*/ 0 w 29"/>
                  <a:gd name="T17" fmla="*/ 13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9" h="7">
                    <a:moveTo>
                      <a:pt x="0" y="2"/>
                    </a:moveTo>
                    <a:cubicBezTo>
                      <a:pt x="2" y="4"/>
                      <a:pt x="5" y="4"/>
                      <a:pt x="8" y="4"/>
                    </a:cubicBezTo>
                    <a:cubicBezTo>
                      <a:pt x="11" y="5"/>
                      <a:pt x="14" y="5"/>
                      <a:pt x="17" y="5"/>
                    </a:cubicBezTo>
                    <a:cubicBezTo>
                      <a:pt x="20" y="4"/>
                      <a:pt x="22" y="4"/>
                      <a:pt x="24" y="3"/>
                    </a:cubicBezTo>
                    <a:cubicBezTo>
                      <a:pt x="26" y="2"/>
                      <a:pt x="27" y="1"/>
                      <a:pt x="29" y="0"/>
                    </a:cubicBezTo>
                    <a:cubicBezTo>
                      <a:pt x="27" y="2"/>
                      <a:pt x="25" y="3"/>
                      <a:pt x="23" y="4"/>
                    </a:cubicBezTo>
                    <a:cubicBezTo>
                      <a:pt x="20" y="6"/>
                      <a:pt x="17" y="6"/>
                      <a:pt x="14" y="6"/>
                    </a:cubicBezTo>
                    <a:cubicBezTo>
                      <a:pt x="11" y="7"/>
                      <a:pt x="8" y="6"/>
                      <a:pt x="5" y="5"/>
                    </a:cubicBezTo>
                    <a:cubicBezTo>
                      <a:pt x="4" y="4"/>
                      <a:pt x="0" y="3"/>
                      <a:pt x="0" y="2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292" name="Freeform 915">
                <a:extLst>
                  <a:ext uri="{FF2B5EF4-FFF2-40B4-BE49-F238E27FC236}">
                    <a16:creationId xmlns:a16="http://schemas.microsoft.com/office/drawing/2014/main" id="{70E992D0-5299-4253-BFBD-BC800F27AD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6" y="1071"/>
                <a:ext cx="61" cy="7"/>
              </a:xfrm>
              <a:custGeom>
                <a:avLst/>
                <a:gdLst>
                  <a:gd name="T0" fmla="*/ 0 w 32"/>
                  <a:gd name="T1" fmla="*/ 7 h 4"/>
                  <a:gd name="T2" fmla="*/ 29 w 32"/>
                  <a:gd name="T3" fmla="*/ 0 h 4"/>
                  <a:gd name="T4" fmla="*/ 48 w 32"/>
                  <a:gd name="T5" fmla="*/ 0 h 4"/>
                  <a:gd name="T6" fmla="*/ 92 w 32"/>
                  <a:gd name="T7" fmla="*/ 7 h 4"/>
                  <a:gd name="T8" fmla="*/ 181 w 32"/>
                  <a:gd name="T9" fmla="*/ 0 h 4"/>
                  <a:gd name="T10" fmla="*/ 221 w 32"/>
                  <a:gd name="T11" fmla="*/ 12 h 4"/>
                  <a:gd name="T12" fmla="*/ 145 w 32"/>
                  <a:gd name="T13" fmla="*/ 12 h 4"/>
                  <a:gd name="T14" fmla="*/ 97 w 32"/>
                  <a:gd name="T15" fmla="*/ 16 h 4"/>
                  <a:gd name="T16" fmla="*/ 69 w 32"/>
                  <a:gd name="T17" fmla="*/ 16 h 4"/>
                  <a:gd name="T18" fmla="*/ 48 w 32"/>
                  <a:gd name="T19" fmla="*/ 7 h 4"/>
                  <a:gd name="T20" fmla="*/ 8 w 32"/>
                  <a:gd name="T21" fmla="*/ 7 h 4"/>
                  <a:gd name="T22" fmla="*/ 0 w 32"/>
                  <a:gd name="T23" fmla="*/ 7 h 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2" h="4">
                    <a:moveTo>
                      <a:pt x="0" y="1"/>
                    </a:moveTo>
                    <a:cubicBezTo>
                      <a:pt x="2" y="1"/>
                      <a:pt x="3" y="0"/>
                      <a:pt x="4" y="0"/>
                    </a:cubicBezTo>
                    <a:cubicBezTo>
                      <a:pt x="5" y="0"/>
                      <a:pt x="6" y="0"/>
                      <a:pt x="7" y="0"/>
                    </a:cubicBezTo>
                    <a:cubicBezTo>
                      <a:pt x="9" y="0"/>
                      <a:pt x="11" y="1"/>
                      <a:pt x="13" y="1"/>
                    </a:cubicBezTo>
                    <a:cubicBezTo>
                      <a:pt x="18" y="2"/>
                      <a:pt x="22" y="0"/>
                      <a:pt x="26" y="0"/>
                    </a:cubicBezTo>
                    <a:cubicBezTo>
                      <a:pt x="28" y="0"/>
                      <a:pt x="30" y="1"/>
                      <a:pt x="32" y="2"/>
                    </a:cubicBezTo>
                    <a:cubicBezTo>
                      <a:pt x="28" y="2"/>
                      <a:pt x="25" y="0"/>
                      <a:pt x="21" y="2"/>
                    </a:cubicBezTo>
                    <a:cubicBezTo>
                      <a:pt x="19" y="2"/>
                      <a:pt x="16" y="4"/>
                      <a:pt x="14" y="3"/>
                    </a:cubicBezTo>
                    <a:cubicBezTo>
                      <a:pt x="13" y="3"/>
                      <a:pt x="11" y="3"/>
                      <a:pt x="10" y="3"/>
                    </a:cubicBezTo>
                    <a:cubicBezTo>
                      <a:pt x="9" y="2"/>
                      <a:pt x="8" y="2"/>
                      <a:pt x="7" y="1"/>
                    </a:cubicBezTo>
                    <a:cubicBezTo>
                      <a:pt x="5" y="1"/>
                      <a:pt x="2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293" name="Freeform 916">
                <a:extLst>
                  <a:ext uri="{FF2B5EF4-FFF2-40B4-BE49-F238E27FC236}">
                    <a16:creationId xmlns:a16="http://schemas.microsoft.com/office/drawing/2014/main" id="{45F606AC-F5B8-4ABD-BFF2-D85D3BA8C4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3" y="1052"/>
                <a:ext cx="107" cy="24"/>
              </a:xfrm>
              <a:custGeom>
                <a:avLst/>
                <a:gdLst>
                  <a:gd name="T0" fmla="*/ 0 w 56"/>
                  <a:gd name="T1" fmla="*/ 68 h 13"/>
                  <a:gd name="T2" fmla="*/ 132 w 56"/>
                  <a:gd name="T3" fmla="*/ 31 h 13"/>
                  <a:gd name="T4" fmla="*/ 161 w 56"/>
                  <a:gd name="T5" fmla="*/ 13 h 13"/>
                  <a:gd name="T6" fmla="*/ 197 w 56"/>
                  <a:gd name="T7" fmla="*/ 24 h 13"/>
                  <a:gd name="T8" fmla="*/ 273 w 56"/>
                  <a:gd name="T9" fmla="*/ 31 h 13"/>
                  <a:gd name="T10" fmla="*/ 390 w 56"/>
                  <a:gd name="T11" fmla="*/ 61 h 13"/>
                  <a:gd name="T12" fmla="*/ 292 w 56"/>
                  <a:gd name="T13" fmla="*/ 68 h 13"/>
                  <a:gd name="T14" fmla="*/ 216 w 56"/>
                  <a:gd name="T15" fmla="*/ 68 h 13"/>
                  <a:gd name="T16" fmla="*/ 132 w 56"/>
                  <a:gd name="T17" fmla="*/ 61 h 13"/>
                  <a:gd name="T18" fmla="*/ 55 w 56"/>
                  <a:gd name="T19" fmla="*/ 81 h 13"/>
                  <a:gd name="T20" fmla="*/ 0 w 56"/>
                  <a:gd name="T21" fmla="*/ 68 h 1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56" h="13">
                    <a:moveTo>
                      <a:pt x="0" y="11"/>
                    </a:moveTo>
                    <a:cubicBezTo>
                      <a:pt x="9" y="12"/>
                      <a:pt x="13" y="9"/>
                      <a:pt x="19" y="5"/>
                    </a:cubicBezTo>
                    <a:cubicBezTo>
                      <a:pt x="20" y="4"/>
                      <a:pt x="22" y="2"/>
                      <a:pt x="23" y="2"/>
                    </a:cubicBezTo>
                    <a:cubicBezTo>
                      <a:pt x="25" y="2"/>
                      <a:pt x="26" y="3"/>
                      <a:pt x="28" y="4"/>
                    </a:cubicBezTo>
                    <a:cubicBezTo>
                      <a:pt x="31" y="0"/>
                      <a:pt x="35" y="4"/>
                      <a:pt x="39" y="5"/>
                    </a:cubicBezTo>
                    <a:cubicBezTo>
                      <a:pt x="44" y="8"/>
                      <a:pt x="47" y="11"/>
                      <a:pt x="56" y="10"/>
                    </a:cubicBezTo>
                    <a:cubicBezTo>
                      <a:pt x="50" y="13"/>
                      <a:pt x="47" y="12"/>
                      <a:pt x="42" y="11"/>
                    </a:cubicBezTo>
                    <a:cubicBezTo>
                      <a:pt x="38" y="10"/>
                      <a:pt x="35" y="9"/>
                      <a:pt x="31" y="11"/>
                    </a:cubicBezTo>
                    <a:cubicBezTo>
                      <a:pt x="27" y="12"/>
                      <a:pt x="23" y="11"/>
                      <a:pt x="19" y="10"/>
                    </a:cubicBezTo>
                    <a:cubicBezTo>
                      <a:pt x="15" y="9"/>
                      <a:pt x="11" y="12"/>
                      <a:pt x="8" y="13"/>
                    </a:cubicBezTo>
                    <a:cubicBezTo>
                      <a:pt x="6" y="13"/>
                      <a:pt x="2" y="12"/>
                      <a:pt x="0" y="11"/>
                    </a:cubicBezTo>
                  </a:path>
                </a:pathLst>
              </a:custGeom>
              <a:noFill/>
              <a:ln w="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294" name="Freeform 917">
                <a:extLst>
                  <a:ext uri="{FF2B5EF4-FFF2-40B4-BE49-F238E27FC236}">
                    <a16:creationId xmlns:a16="http://schemas.microsoft.com/office/drawing/2014/main" id="{CA58BD7F-1F44-4851-AE72-AF79C5614C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0" y="1072"/>
                <a:ext cx="67" cy="19"/>
              </a:xfrm>
              <a:custGeom>
                <a:avLst/>
                <a:gdLst>
                  <a:gd name="T0" fmla="*/ 237 w 35"/>
                  <a:gd name="T1" fmla="*/ 8 h 10"/>
                  <a:gd name="T2" fmla="*/ 184 w 35"/>
                  <a:gd name="T3" fmla="*/ 8 h 10"/>
                  <a:gd name="T4" fmla="*/ 124 w 35"/>
                  <a:gd name="T5" fmla="*/ 15 h 10"/>
                  <a:gd name="T6" fmla="*/ 100 w 35"/>
                  <a:gd name="T7" fmla="*/ 21 h 10"/>
                  <a:gd name="T8" fmla="*/ 84 w 35"/>
                  <a:gd name="T9" fmla="*/ 15 h 10"/>
                  <a:gd name="T10" fmla="*/ 63 w 35"/>
                  <a:gd name="T11" fmla="*/ 15 h 10"/>
                  <a:gd name="T12" fmla="*/ 56 w 35"/>
                  <a:gd name="T13" fmla="*/ 8 h 10"/>
                  <a:gd name="T14" fmla="*/ 36 w 35"/>
                  <a:gd name="T15" fmla="*/ 8 h 10"/>
                  <a:gd name="T16" fmla="*/ 21 w 35"/>
                  <a:gd name="T17" fmla="*/ 15 h 10"/>
                  <a:gd name="T18" fmla="*/ 8 w 35"/>
                  <a:gd name="T19" fmla="*/ 21 h 10"/>
                  <a:gd name="T20" fmla="*/ 29 w 35"/>
                  <a:gd name="T21" fmla="*/ 40 h 10"/>
                  <a:gd name="T22" fmla="*/ 69 w 35"/>
                  <a:gd name="T23" fmla="*/ 61 h 10"/>
                  <a:gd name="T24" fmla="*/ 153 w 35"/>
                  <a:gd name="T25" fmla="*/ 61 h 10"/>
                  <a:gd name="T26" fmla="*/ 197 w 35"/>
                  <a:gd name="T27" fmla="*/ 55 h 10"/>
                  <a:gd name="T28" fmla="*/ 232 w 35"/>
                  <a:gd name="T29" fmla="*/ 40 h 10"/>
                  <a:gd name="T30" fmla="*/ 245 w 35"/>
                  <a:gd name="T31" fmla="*/ 21 h 10"/>
                  <a:gd name="T32" fmla="*/ 245 w 35"/>
                  <a:gd name="T33" fmla="*/ 15 h 1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35" h="10">
                    <a:moveTo>
                      <a:pt x="34" y="1"/>
                    </a:moveTo>
                    <a:cubicBezTo>
                      <a:pt x="32" y="1"/>
                      <a:pt x="29" y="0"/>
                      <a:pt x="26" y="1"/>
                    </a:cubicBezTo>
                    <a:cubicBezTo>
                      <a:pt x="24" y="1"/>
                      <a:pt x="21" y="2"/>
                      <a:pt x="18" y="2"/>
                    </a:cubicBezTo>
                    <a:cubicBezTo>
                      <a:pt x="17" y="3"/>
                      <a:pt x="16" y="3"/>
                      <a:pt x="14" y="3"/>
                    </a:cubicBezTo>
                    <a:cubicBezTo>
                      <a:pt x="14" y="2"/>
                      <a:pt x="13" y="2"/>
                      <a:pt x="12" y="2"/>
                    </a:cubicBezTo>
                    <a:cubicBezTo>
                      <a:pt x="11" y="2"/>
                      <a:pt x="10" y="2"/>
                      <a:pt x="9" y="2"/>
                    </a:cubicBezTo>
                    <a:cubicBezTo>
                      <a:pt x="8" y="2"/>
                      <a:pt x="8" y="1"/>
                      <a:pt x="8" y="1"/>
                    </a:cubicBezTo>
                    <a:cubicBezTo>
                      <a:pt x="7" y="1"/>
                      <a:pt x="6" y="1"/>
                      <a:pt x="5" y="1"/>
                    </a:cubicBezTo>
                    <a:cubicBezTo>
                      <a:pt x="5" y="1"/>
                      <a:pt x="4" y="1"/>
                      <a:pt x="3" y="2"/>
                    </a:cubicBezTo>
                    <a:cubicBezTo>
                      <a:pt x="3" y="2"/>
                      <a:pt x="1" y="2"/>
                      <a:pt x="1" y="3"/>
                    </a:cubicBezTo>
                    <a:cubicBezTo>
                      <a:pt x="0" y="4"/>
                      <a:pt x="3" y="6"/>
                      <a:pt x="4" y="6"/>
                    </a:cubicBezTo>
                    <a:cubicBezTo>
                      <a:pt x="6" y="7"/>
                      <a:pt x="8" y="8"/>
                      <a:pt x="10" y="9"/>
                    </a:cubicBezTo>
                    <a:cubicBezTo>
                      <a:pt x="14" y="10"/>
                      <a:pt x="18" y="10"/>
                      <a:pt x="22" y="9"/>
                    </a:cubicBezTo>
                    <a:cubicBezTo>
                      <a:pt x="24" y="9"/>
                      <a:pt x="26" y="8"/>
                      <a:pt x="28" y="8"/>
                    </a:cubicBezTo>
                    <a:cubicBezTo>
                      <a:pt x="30" y="7"/>
                      <a:pt x="31" y="7"/>
                      <a:pt x="33" y="6"/>
                    </a:cubicBezTo>
                    <a:cubicBezTo>
                      <a:pt x="34" y="5"/>
                      <a:pt x="35" y="5"/>
                      <a:pt x="35" y="3"/>
                    </a:cubicBezTo>
                    <a:cubicBezTo>
                      <a:pt x="35" y="3"/>
                      <a:pt x="35" y="2"/>
                      <a:pt x="35" y="2"/>
                    </a:cubicBezTo>
                  </a:path>
                </a:pathLst>
              </a:custGeom>
              <a:solidFill>
                <a:srgbClr val="F0C3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295" name="Freeform 918">
                <a:extLst>
                  <a:ext uri="{FF2B5EF4-FFF2-40B4-BE49-F238E27FC236}">
                    <a16:creationId xmlns:a16="http://schemas.microsoft.com/office/drawing/2014/main" id="{778CC4F1-5A56-4AA2-9076-905116FACA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6" y="1078"/>
                <a:ext cx="44" cy="13"/>
              </a:xfrm>
              <a:custGeom>
                <a:avLst/>
                <a:gdLst>
                  <a:gd name="T0" fmla="*/ 8 w 23"/>
                  <a:gd name="T1" fmla="*/ 7 h 7"/>
                  <a:gd name="T2" fmla="*/ 36 w 23"/>
                  <a:gd name="T3" fmla="*/ 24 h 7"/>
                  <a:gd name="T4" fmla="*/ 69 w 23"/>
                  <a:gd name="T5" fmla="*/ 37 h 7"/>
                  <a:gd name="T6" fmla="*/ 161 w 23"/>
                  <a:gd name="T7" fmla="*/ 32 h 7"/>
                  <a:gd name="T8" fmla="*/ 113 w 23"/>
                  <a:gd name="T9" fmla="*/ 32 h 7"/>
                  <a:gd name="T10" fmla="*/ 63 w 23"/>
                  <a:gd name="T11" fmla="*/ 24 h 7"/>
                  <a:gd name="T12" fmla="*/ 0 w 23"/>
                  <a:gd name="T13" fmla="*/ 0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" h="7">
                    <a:moveTo>
                      <a:pt x="1" y="1"/>
                    </a:moveTo>
                    <a:cubicBezTo>
                      <a:pt x="2" y="2"/>
                      <a:pt x="3" y="3"/>
                      <a:pt x="5" y="4"/>
                    </a:cubicBezTo>
                    <a:cubicBezTo>
                      <a:pt x="6" y="5"/>
                      <a:pt x="8" y="6"/>
                      <a:pt x="10" y="6"/>
                    </a:cubicBezTo>
                    <a:cubicBezTo>
                      <a:pt x="14" y="6"/>
                      <a:pt x="19" y="7"/>
                      <a:pt x="23" y="5"/>
                    </a:cubicBezTo>
                    <a:cubicBezTo>
                      <a:pt x="21" y="5"/>
                      <a:pt x="18" y="5"/>
                      <a:pt x="16" y="5"/>
                    </a:cubicBezTo>
                    <a:cubicBezTo>
                      <a:pt x="14" y="5"/>
                      <a:pt x="11" y="4"/>
                      <a:pt x="9" y="4"/>
                    </a:cubicBezTo>
                    <a:cubicBezTo>
                      <a:pt x="6" y="3"/>
                      <a:pt x="2" y="2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296" name="Freeform 919">
                <a:extLst>
                  <a:ext uri="{FF2B5EF4-FFF2-40B4-BE49-F238E27FC236}">
                    <a16:creationId xmlns:a16="http://schemas.microsoft.com/office/drawing/2014/main" id="{D141F8C3-3510-420B-85C3-A79681AC39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0" y="1556"/>
                <a:ext cx="104" cy="121"/>
              </a:xfrm>
              <a:custGeom>
                <a:avLst/>
                <a:gdLst>
                  <a:gd name="T0" fmla="*/ 29 w 54"/>
                  <a:gd name="T1" fmla="*/ 0 h 64"/>
                  <a:gd name="T2" fmla="*/ 8 w 54"/>
                  <a:gd name="T3" fmla="*/ 161 h 64"/>
                  <a:gd name="T4" fmla="*/ 37 w 54"/>
                  <a:gd name="T5" fmla="*/ 318 h 64"/>
                  <a:gd name="T6" fmla="*/ 185 w 54"/>
                  <a:gd name="T7" fmla="*/ 418 h 64"/>
                  <a:gd name="T8" fmla="*/ 385 w 54"/>
                  <a:gd name="T9" fmla="*/ 410 h 64"/>
                  <a:gd name="T10" fmla="*/ 193 w 54"/>
                  <a:gd name="T11" fmla="*/ 365 h 64"/>
                  <a:gd name="T12" fmla="*/ 64 w 54"/>
                  <a:gd name="T13" fmla="*/ 265 h 64"/>
                  <a:gd name="T14" fmla="*/ 29 w 54"/>
                  <a:gd name="T15" fmla="*/ 15 h 6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4" h="64">
                    <a:moveTo>
                      <a:pt x="4" y="0"/>
                    </a:moveTo>
                    <a:cubicBezTo>
                      <a:pt x="0" y="7"/>
                      <a:pt x="0" y="17"/>
                      <a:pt x="1" y="24"/>
                    </a:cubicBezTo>
                    <a:cubicBezTo>
                      <a:pt x="1" y="32"/>
                      <a:pt x="2" y="40"/>
                      <a:pt x="5" y="47"/>
                    </a:cubicBezTo>
                    <a:cubicBezTo>
                      <a:pt x="9" y="55"/>
                      <a:pt x="18" y="60"/>
                      <a:pt x="26" y="62"/>
                    </a:cubicBezTo>
                    <a:cubicBezTo>
                      <a:pt x="36" y="64"/>
                      <a:pt x="45" y="60"/>
                      <a:pt x="54" y="61"/>
                    </a:cubicBezTo>
                    <a:cubicBezTo>
                      <a:pt x="45" y="61"/>
                      <a:pt x="36" y="58"/>
                      <a:pt x="27" y="54"/>
                    </a:cubicBezTo>
                    <a:cubicBezTo>
                      <a:pt x="19" y="51"/>
                      <a:pt x="13" y="46"/>
                      <a:pt x="9" y="39"/>
                    </a:cubicBezTo>
                    <a:cubicBezTo>
                      <a:pt x="3" y="28"/>
                      <a:pt x="3" y="14"/>
                      <a:pt x="4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297" name="Freeform 920">
                <a:extLst>
                  <a:ext uri="{FF2B5EF4-FFF2-40B4-BE49-F238E27FC236}">
                    <a16:creationId xmlns:a16="http://schemas.microsoft.com/office/drawing/2014/main" id="{BA25AA9A-5445-4F58-8285-08A215F981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1" y="1567"/>
                <a:ext cx="127" cy="118"/>
              </a:xfrm>
              <a:custGeom>
                <a:avLst/>
                <a:gdLst>
                  <a:gd name="T0" fmla="*/ 456 w 66"/>
                  <a:gd name="T1" fmla="*/ 0 h 62"/>
                  <a:gd name="T2" fmla="*/ 456 w 66"/>
                  <a:gd name="T3" fmla="*/ 131 h 62"/>
                  <a:gd name="T4" fmla="*/ 377 w 66"/>
                  <a:gd name="T5" fmla="*/ 305 h 62"/>
                  <a:gd name="T6" fmla="*/ 256 w 66"/>
                  <a:gd name="T7" fmla="*/ 388 h 62"/>
                  <a:gd name="T8" fmla="*/ 177 w 66"/>
                  <a:gd name="T9" fmla="*/ 413 h 62"/>
                  <a:gd name="T10" fmla="*/ 64 w 66"/>
                  <a:gd name="T11" fmla="*/ 413 h 62"/>
                  <a:gd name="T12" fmla="*/ 0 w 66"/>
                  <a:gd name="T13" fmla="*/ 381 h 62"/>
                  <a:gd name="T14" fmla="*/ 177 w 66"/>
                  <a:gd name="T15" fmla="*/ 365 h 62"/>
                  <a:gd name="T16" fmla="*/ 348 w 66"/>
                  <a:gd name="T17" fmla="*/ 249 h 62"/>
                  <a:gd name="T18" fmla="*/ 441 w 66"/>
                  <a:gd name="T19" fmla="*/ 105 h 62"/>
                  <a:gd name="T20" fmla="*/ 456 w 66"/>
                  <a:gd name="T21" fmla="*/ 8 h 62"/>
                  <a:gd name="T22" fmla="*/ 448 w 66"/>
                  <a:gd name="T23" fmla="*/ 8 h 6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66" h="62">
                    <a:moveTo>
                      <a:pt x="64" y="0"/>
                    </a:moveTo>
                    <a:cubicBezTo>
                      <a:pt x="66" y="5"/>
                      <a:pt x="65" y="14"/>
                      <a:pt x="64" y="19"/>
                    </a:cubicBezTo>
                    <a:cubicBezTo>
                      <a:pt x="62" y="28"/>
                      <a:pt x="58" y="37"/>
                      <a:pt x="53" y="44"/>
                    </a:cubicBezTo>
                    <a:cubicBezTo>
                      <a:pt x="49" y="49"/>
                      <a:pt x="43" y="54"/>
                      <a:pt x="36" y="56"/>
                    </a:cubicBezTo>
                    <a:cubicBezTo>
                      <a:pt x="33" y="58"/>
                      <a:pt x="29" y="58"/>
                      <a:pt x="25" y="60"/>
                    </a:cubicBezTo>
                    <a:cubicBezTo>
                      <a:pt x="20" y="61"/>
                      <a:pt x="14" y="62"/>
                      <a:pt x="9" y="60"/>
                    </a:cubicBezTo>
                    <a:cubicBezTo>
                      <a:pt x="6" y="58"/>
                      <a:pt x="3" y="57"/>
                      <a:pt x="0" y="55"/>
                    </a:cubicBezTo>
                    <a:cubicBezTo>
                      <a:pt x="9" y="55"/>
                      <a:pt x="17" y="56"/>
                      <a:pt x="25" y="53"/>
                    </a:cubicBezTo>
                    <a:cubicBezTo>
                      <a:pt x="34" y="50"/>
                      <a:pt x="43" y="44"/>
                      <a:pt x="49" y="36"/>
                    </a:cubicBezTo>
                    <a:cubicBezTo>
                      <a:pt x="54" y="30"/>
                      <a:pt x="59" y="23"/>
                      <a:pt x="62" y="15"/>
                    </a:cubicBezTo>
                    <a:cubicBezTo>
                      <a:pt x="64" y="11"/>
                      <a:pt x="62" y="5"/>
                      <a:pt x="64" y="1"/>
                    </a:cubicBezTo>
                    <a:cubicBezTo>
                      <a:pt x="64" y="1"/>
                      <a:pt x="64" y="1"/>
                      <a:pt x="63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298" name="Freeform 921">
                <a:extLst>
                  <a:ext uri="{FF2B5EF4-FFF2-40B4-BE49-F238E27FC236}">
                    <a16:creationId xmlns:a16="http://schemas.microsoft.com/office/drawing/2014/main" id="{4AAEEC86-F753-41FE-AF4B-D23DC8D2A7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4" y="1086"/>
                <a:ext cx="52" cy="17"/>
              </a:xfrm>
              <a:custGeom>
                <a:avLst/>
                <a:gdLst>
                  <a:gd name="T0" fmla="*/ 0 w 27"/>
                  <a:gd name="T1" fmla="*/ 0 h 9"/>
                  <a:gd name="T2" fmla="*/ 44 w 27"/>
                  <a:gd name="T3" fmla="*/ 21 h 9"/>
                  <a:gd name="T4" fmla="*/ 85 w 27"/>
                  <a:gd name="T5" fmla="*/ 32 h 9"/>
                  <a:gd name="T6" fmla="*/ 193 w 27"/>
                  <a:gd name="T7" fmla="*/ 28 h 9"/>
                  <a:gd name="T8" fmla="*/ 144 w 27"/>
                  <a:gd name="T9" fmla="*/ 53 h 9"/>
                  <a:gd name="T10" fmla="*/ 71 w 27"/>
                  <a:gd name="T11" fmla="*/ 60 h 9"/>
                  <a:gd name="T12" fmla="*/ 0 w 27"/>
                  <a:gd name="T13" fmla="*/ 15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7" h="9">
                    <a:moveTo>
                      <a:pt x="0" y="0"/>
                    </a:moveTo>
                    <a:cubicBezTo>
                      <a:pt x="2" y="2"/>
                      <a:pt x="4" y="3"/>
                      <a:pt x="6" y="3"/>
                    </a:cubicBezTo>
                    <a:cubicBezTo>
                      <a:pt x="8" y="4"/>
                      <a:pt x="10" y="5"/>
                      <a:pt x="12" y="5"/>
                    </a:cubicBezTo>
                    <a:cubicBezTo>
                      <a:pt x="17" y="6"/>
                      <a:pt x="22" y="5"/>
                      <a:pt x="27" y="4"/>
                    </a:cubicBezTo>
                    <a:cubicBezTo>
                      <a:pt x="26" y="6"/>
                      <a:pt x="22" y="7"/>
                      <a:pt x="20" y="8"/>
                    </a:cubicBezTo>
                    <a:cubicBezTo>
                      <a:pt x="17" y="9"/>
                      <a:pt x="14" y="9"/>
                      <a:pt x="10" y="9"/>
                    </a:cubicBezTo>
                    <a:cubicBezTo>
                      <a:pt x="6" y="8"/>
                      <a:pt x="2" y="6"/>
                      <a:pt x="0" y="2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299" name="Freeform 922">
                <a:extLst>
                  <a:ext uri="{FF2B5EF4-FFF2-40B4-BE49-F238E27FC236}">
                    <a16:creationId xmlns:a16="http://schemas.microsoft.com/office/drawing/2014/main" id="{AEDBC234-069E-472A-8263-EA8C4A89F8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1" y="1107"/>
                <a:ext cx="44" cy="5"/>
              </a:xfrm>
              <a:custGeom>
                <a:avLst/>
                <a:gdLst>
                  <a:gd name="T0" fmla="*/ 0 w 23"/>
                  <a:gd name="T1" fmla="*/ 13 h 3"/>
                  <a:gd name="T2" fmla="*/ 92 w 23"/>
                  <a:gd name="T3" fmla="*/ 0 h 3"/>
                  <a:gd name="T4" fmla="*/ 161 w 23"/>
                  <a:gd name="T5" fmla="*/ 0 h 3"/>
                  <a:gd name="T6" fmla="*/ 84 w 23"/>
                  <a:gd name="T7" fmla="*/ 5 h 3"/>
                  <a:gd name="T8" fmla="*/ 36 w 23"/>
                  <a:gd name="T9" fmla="*/ 8 h 3"/>
                  <a:gd name="T10" fmla="*/ 8 w 23"/>
                  <a:gd name="T11" fmla="*/ 13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3" h="3">
                    <a:moveTo>
                      <a:pt x="0" y="3"/>
                    </a:moveTo>
                    <a:cubicBezTo>
                      <a:pt x="4" y="2"/>
                      <a:pt x="8" y="1"/>
                      <a:pt x="13" y="0"/>
                    </a:cubicBezTo>
                    <a:cubicBezTo>
                      <a:pt x="16" y="0"/>
                      <a:pt x="20" y="0"/>
                      <a:pt x="23" y="0"/>
                    </a:cubicBezTo>
                    <a:cubicBezTo>
                      <a:pt x="19" y="0"/>
                      <a:pt x="16" y="1"/>
                      <a:pt x="12" y="1"/>
                    </a:cubicBezTo>
                    <a:cubicBezTo>
                      <a:pt x="10" y="2"/>
                      <a:pt x="8" y="2"/>
                      <a:pt x="5" y="2"/>
                    </a:cubicBezTo>
                    <a:cubicBezTo>
                      <a:pt x="4" y="3"/>
                      <a:pt x="2" y="3"/>
                      <a:pt x="1" y="3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300" name="Freeform 923">
                <a:extLst>
                  <a:ext uri="{FF2B5EF4-FFF2-40B4-BE49-F238E27FC236}">
                    <a16:creationId xmlns:a16="http://schemas.microsoft.com/office/drawing/2014/main" id="{A594830D-E482-42CD-816F-45518387BC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8" y="1114"/>
                <a:ext cx="48" cy="23"/>
              </a:xfrm>
              <a:custGeom>
                <a:avLst/>
                <a:gdLst>
                  <a:gd name="T0" fmla="*/ 121 w 25"/>
                  <a:gd name="T1" fmla="*/ 8 h 12"/>
                  <a:gd name="T2" fmla="*/ 23 w 25"/>
                  <a:gd name="T3" fmla="*/ 48 h 12"/>
                  <a:gd name="T4" fmla="*/ 121 w 25"/>
                  <a:gd name="T5" fmla="*/ 84 h 12"/>
                  <a:gd name="T6" fmla="*/ 169 w 25"/>
                  <a:gd name="T7" fmla="*/ 29 h 12"/>
                  <a:gd name="T8" fmla="*/ 129 w 25"/>
                  <a:gd name="T9" fmla="*/ 8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12">
                    <a:moveTo>
                      <a:pt x="17" y="1"/>
                    </a:moveTo>
                    <a:cubicBezTo>
                      <a:pt x="13" y="1"/>
                      <a:pt x="5" y="3"/>
                      <a:pt x="3" y="7"/>
                    </a:cubicBezTo>
                    <a:cubicBezTo>
                      <a:pt x="0" y="12"/>
                      <a:pt x="14" y="12"/>
                      <a:pt x="17" y="12"/>
                    </a:cubicBezTo>
                    <a:cubicBezTo>
                      <a:pt x="20" y="11"/>
                      <a:pt x="25" y="9"/>
                      <a:pt x="24" y="4"/>
                    </a:cubicBezTo>
                    <a:cubicBezTo>
                      <a:pt x="23" y="2"/>
                      <a:pt x="20" y="0"/>
                      <a:pt x="18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301" name="Freeform 924">
                <a:extLst>
                  <a:ext uri="{FF2B5EF4-FFF2-40B4-BE49-F238E27FC236}">
                    <a16:creationId xmlns:a16="http://schemas.microsoft.com/office/drawing/2014/main" id="{5BE2C9A0-FE8B-4AF1-B55A-8FF388CDFD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4" y="726"/>
                <a:ext cx="332" cy="250"/>
              </a:xfrm>
              <a:custGeom>
                <a:avLst/>
                <a:gdLst>
                  <a:gd name="T0" fmla="*/ 806 w 173"/>
                  <a:gd name="T1" fmla="*/ 225 h 132"/>
                  <a:gd name="T2" fmla="*/ 516 w 173"/>
                  <a:gd name="T3" fmla="*/ 570 h 132"/>
                  <a:gd name="T4" fmla="*/ 601 w 173"/>
                  <a:gd name="T5" fmla="*/ 489 h 132"/>
                  <a:gd name="T6" fmla="*/ 509 w 173"/>
                  <a:gd name="T7" fmla="*/ 549 h 132"/>
                  <a:gd name="T8" fmla="*/ 340 w 173"/>
                  <a:gd name="T9" fmla="*/ 625 h 132"/>
                  <a:gd name="T10" fmla="*/ 438 w 173"/>
                  <a:gd name="T11" fmla="*/ 530 h 132"/>
                  <a:gd name="T12" fmla="*/ 317 w 173"/>
                  <a:gd name="T13" fmla="*/ 598 h 132"/>
                  <a:gd name="T14" fmla="*/ 161 w 173"/>
                  <a:gd name="T15" fmla="*/ 678 h 132"/>
                  <a:gd name="T16" fmla="*/ 213 w 173"/>
                  <a:gd name="T17" fmla="*/ 585 h 132"/>
                  <a:gd name="T18" fmla="*/ 107 w 173"/>
                  <a:gd name="T19" fmla="*/ 896 h 132"/>
                  <a:gd name="T20" fmla="*/ 36 w 173"/>
                  <a:gd name="T21" fmla="*/ 727 h 132"/>
                  <a:gd name="T22" fmla="*/ 15 w 173"/>
                  <a:gd name="T23" fmla="*/ 549 h 132"/>
                  <a:gd name="T24" fmla="*/ 213 w 173"/>
                  <a:gd name="T25" fmla="*/ 169 h 132"/>
                  <a:gd name="T26" fmla="*/ 353 w 173"/>
                  <a:gd name="T27" fmla="*/ 61 h 132"/>
                  <a:gd name="T28" fmla="*/ 560 w 173"/>
                  <a:gd name="T29" fmla="*/ 21 h 132"/>
                  <a:gd name="T30" fmla="*/ 969 w 173"/>
                  <a:gd name="T31" fmla="*/ 76 h 132"/>
                  <a:gd name="T32" fmla="*/ 1201 w 173"/>
                  <a:gd name="T33" fmla="*/ 381 h 132"/>
                  <a:gd name="T34" fmla="*/ 1215 w 173"/>
                  <a:gd name="T35" fmla="*/ 638 h 132"/>
                  <a:gd name="T36" fmla="*/ 1174 w 173"/>
                  <a:gd name="T37" fmla="*/ 850 h 132"/>
                  <a:gd name="T38" fmla="*/ 1167 w 173"/>
                  <a:gd name="T39" fmla="*/ 659 h 132"/>
                  <a:gd name="T40" fmla="*/ 1090 w 173"/>
                  <a:gd name="T41" fmla="*/ 481 h 132"/>
                  <a:gd name="T42" fmla="*/ 1094 w 173"/>
                  <a:gd name="T43" fmla="*/ 578 h 132"/>
                  <a:gd name="T44" fmla="*/ 1025 w 173"/>
                  <a:gd name="T45" fmla="*/ 449 h 132"/>
                  <a:gd name="T46" fmla="*/ 938 w 173"/>
                  <a:gd name="T47" fmla="*/ 326 h 132"/>
                  <a:gd name="T48" fmla="*/ 938 w 173"/>
                  <a:gd name="T49" fmla="*/ 426 h 132"/>
                  <a:gd name="T50" fmla="*/ 798 w 173"/>
                  <a:gd name="T51" fmla="*/ 229 h 132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173" h="132">
                    <a:moveTo>
                      <a:pt x="114" y="33"/>
                    </a:moveTo>
                    <a:cubicBezTo>
                      <a:pt x="112" y="57"/>
                      <a:pt x="90" y="71"/>
                      <a:pt x="73" y="84"/>
                    </a:cubicBezTo>
                    <a:cubicBezTo>
                      <a:pt x="77" y="80"/>
                      <a:pt x="80" y="76"/>
                      <a:pt x="85" y="72"/>
                    </a:cubicBezTo>
                    <a:cubicBezTo>
                      <a:pt x="80" y="74"/>
                      <a:pt x="76" y="79"/>
                      <a:pt x="72" y="81"/>
                    </a:cubicBezTo>
                    <a:cubicBezTo>
                      <a:pt x="64" y="85"/>
                      <a:pt x="56" y="89"/>
                      <a:pt x="48" y="92"/>
                    </a:cubicBezTo>
                    <a:cubicBezTo>
                      <a:pt x="52" y="88"/>
                      <a:pt x="59" y="83"/>
                      <a:pt x="62" y="78"/>
                    </a:cubicBezTo>
                    <a:cubicBezTo>
                      <a:pt x="56" y="80"/>
                      <a:pt x="51" y="85"/>
                      <a:pt x="45" y="88"/>
                    </a:cubicBezTo>
                    <a:cubicBezTo>
                      <a:pt x="37" y="92"/>
                      <a:pt x="30" y="96"/>
                      <a:pt x="23" y="100"/>
                    </a:cubicBezTo>
                    <a:cubicBezTo>
                      <a:pt x="23" y="94"/>
                      <a:pt x="28" y="91"/>
                      <a:pt x="30" y="86"/>
                    </a:cubicBezTo>
                    <a:cubicBezTo>
                      <a:pt x="19" y="102"/>
                      <a:pt x="10" y="112"/>
                      <a:pt x="15" y="132"/>
                    </a:cubicBezTo>
                    <a:cubicBezTo>
                      <a:pt x="10" y="126"/>
                      <a:pt x="8" y="115"/>
                      <a:pt x="5" y="107"/>
                    </a:cubicBezTo>
                    <a:cubicBezTo>
                      <a:pt x="2" y="99"/>
                      <a:pt x="0" y="90"/>
                      <a:pt x="2" y="81"/>
                    </a:cubicBezTo>
                    <a:cubicBezTo>
                      <a:pt x="5" y="61"/>
                      <a:pt x="15" y="39"/>
                      <a:pt x="30" y="25"/>
                    </a:cubicBezTo>
                    <a:cubicBezTo>
                      <a:pt x="36" y="19"/>
                      <a:pt x="42" y="13"/>
                      <a:pt x="50" y="9"/>
                    </a:cubicBezTo>
                    <a:cubicBezTo>
                      <a:pt x="58" y="4"/>
                      <a:pt x="70" y="3"/>
                      <a:pt x="79" y="3"/>
                    </a:cubicBezTo>
                    <a:cubicBezTo>
                      <a:pt x="100" y="1"/>
                      <a:pt x="120" y="0"/>
                      <a:pt x="137" y="11"/>
                    </a:cubicBezTo>
                    <a:cubicBezTo>
                      <a:pt x="154" y="22"/>
                      <a:pt x="167" y="37"/>
                      <a:pt x="170" y="56"/>
                    </a:cubicBezTo>
                    <a:cubicBezTo>
                      <a:pt x="173" y="68"/>
                      <a:pt x="169" y="82"/>
                      <a:pt x="172" y="94"/>
                    </a:cubicBezTo>
                    <a:cubicBezTo>
                      <a:pt x="173" y="102"/>
                      <a:pt x="169" y="117"/>
                      <a:pt x="166" y="125"/>
                    </a:cubicBezTo>
                    <a:cubicBezTo>
                      <a:pt x="163" y="117"/>
                      <a:pt x="169" y="105"/>
                      <a:pt x="165" y="97"/>
                    </a:cubicBezTo>
                    <a:cubicBezTo>
                      <a:pt x="162" y="88"/>
                      <a:pt x="158" y="79"/>
                      <a:pt x="154" y="71"/>
                    </a:cubicBezTo>
                    <a:cubicBezTo>
                      <a:pt x="155" y="75"/>
                      <a:pt x="155" y="80"/>
                      <a:pt x="155" y="85"/>
                    </a:cubicBezTo>
                    <a:cubicBezTo>
                      <a:pt x="154" y="78"/>
                      <a:pt x="148" y="72"/>
                      <a:pt x="145" y="66"/>
                    </a:cubicBezTo>
                    <a:cubicBezTo>
                      <a:pt x="141" y="60"/>
                      <a:pt x="137" y="54"/>
                      <a:pt x="133" y="48"/>
                    </a:cubicBezTo>
                    <a:cubicBezTo>
                      <a:pt x="133" y="53"/>
                      <a:pt x="135" y="59"/>
                      <a:pt x="133" y="63"/>
                    </a:cubicBezTo>
                    <a:cubicBezTo>
                      <a:pt x="132" y="52"/>
                      <a:pt x="124" y="38"/>
                      <a:pt x="113" y="34"/>
                    </a:cubicBezTo>
                  </a:path>
                </a:pathLst>
              </a:custGeom>
              <a:solidFill>
                <a:srgbClr val="D1B8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302" name="Freeform 925">
                <a:extLst>
                  <a:ext uri="{FF2B5EF4-FFF2-40B4-BE49-F238E27FC236}">
                    <a16:creationId xmlns:a16="http://schemas.microsoft.com/office/drawing/2014/main" id="{AD154895-6706-4335-9051-5336C6BF47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0" y="783"/>
                <a:ext cx="98" cy="166"/>
              </a:xfrm>
              <a:custGeom>
                <a:avLst/>
                <a:gdLst>
                  <a:gd name="T0" fmla="*/ 0 w 51"/>
                  <a:gd name="T1" fmla="*/ 28 h 88"/>
                  <a:gd name="T2" fmla="*/ 44 w 51"/>
                  <a:gd name="T3" fmla="*/ 81 h 88"/>
                  <a:gd name="T4" fmla="*/ 63 w 51"/>
                  <a:gd name="T5" fmla="*/ 153 h 88"/>
                  <a:gd name="T6" fmla="*/ 63 w 51"/>
                  <a:gd name="T7" fmla="*/ 108 h 88"/>
                  <a:gd name="T8" fmla="*/ 85 w 51"/>
                  <a:gd name="T9" fmla="*/ 160 h 88"/>
                  <a:gd name="T10" fmla="*/ 85 w 51"/>
                  <a:gd name="T11" fmla="*/ 128 h 88"/>
                  <a:gd name="T12" fmla="*/ 156 w 51"/>
                  <a:gd name="T13" fmla="*/ 206 h 88"/>
                  <a:gd name="T14" fmla="*/ 192 w 51"/>
                  <a:gd name="T15" fmla="*/ 281 h 88"/>
                  <a:gd name="T16" fmla="*/ 163 w 51"/>
                  <a:gd name="T17" fmla="*/ 213 h 88"/>
                  <a:gd name="T18" fmla="*/ 233 w 51"/>
                  <a:gd name="T19" fmla="*/ 341 h 88"/>
                  <a:gd name="T20" fmla="*/ 221 w 51"/>
                  <a:gd name="T21" fmla="*/ 264 h 88"/>
                  <a:gd name="T22" fmla="*/ 269 w 51"/>
                  <a:gd name="T23" fmla="*/ 324 h 88"/>
                  <a:gd name="T24" fmla="*/ 256 w 51"/>
                  <a:gd name="T25" fmla="*/ 296 h 88"/>
                  <a:gd name="T26" fmla="*/ 292 w 51"/>
                  <a:gd name="T27" fmla="*/ 370 h 88"/>
                  <a:gd name="T28" fmla="*/ 313 w 51"/>
                  <a:gd name="T29" fmla="*/ 462 h 88"/>
                  <a:gd name="T30" fmla="*/ 317 w 51"/>
                  <a:gd name="T31" fmla="*/ 438 h 88"/>
                  <a:gd name="T32" fmla="*/ 340 w 51"/>
                  <a:gd name="T33" fmla="*/ 590 h 88"/>
                  <a:gd name="T34" fmla="*/ 354 w 51"/>
                  <a:gd name="T35" fmla="*/ 558 h 88"/>
                  <a:gd name="T36" fmla="*/ 361 w 51"/>
                  <a:gd name="T37" fmla="*/ 462 h 88"/>
                  <a:gd name="T38" fmla="*/ 317 w 51"/>
                  <a:gd name="T39" fmla="*/ 281 h 88"/>
                  <a:gd name="T40" fmla="*/ 192 w 51"/>
                  <a:gd name="T41" fmla="*/ 92 h 88"/>
                  <a:gd name="T42" fmla="*/ 37 w 51"/>
                  <a:gd name="T43" fmla="*/ 0 h 8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51" h="88">
                    <a:moveTo>
                      <a:pt x="0" y="4"/>
                    </a:moveTo>
                    <a:cubicBezTo>
                      <a:pt x="2" y="7"/>
                      <a:pt x="5" y="9"/>
                      <a:pt x="6" y="12"/>
                    </a:cubicBezTo>
                    <a:cubicBezTo>
                      <a:pt x="8" y="16"/>
                      <a:pt x="8" y="20"/>
                      <a:pt x="9" y="23"/>
                    </a:cubicBezTo>
                    <a:cubicBezTo>
                      <a:pt x="10" y="21"/>
                      <a:pt x="9" y="18"/>
                      <a:pt x="9" y="16"/>
                    </a:cubicBezTo>
                    <a:cubicBezTo>
                      <a:pt x="10" y="18"/>
                      <a:pt x="11" y="21"/>
                      <a:pt x="12" y="24"/>
                    </a:cubicBezTo>
                    <a:cubicBezTo>
                      <a:pt x="13" y="22"/>
                      <a:pt x="13" y="20"/>
                      <a:pt x="12" y="19"/>
                    </a:cubicBezTo>
                    <a:cubicBezTo>
                      <a:pt x="15" y="23"/>
                      <a:pt x="19" y="26"/>
                      <a:pt x="22" y="31"/>
                    </a:cubicBezTo>
                    <a:cubicBezTo>
                      <a:pt x="24" y="34"/>
                      <a:pt x="25" y="39"/>
                      <a:pt x="27" y="42"/>
                    </a:cubicBezTo>
                    <a:cubicBezTo>
                      <a:pt x="26" y="40"/>
                      <a:pt x="25" y="34"/>
                      <a:pt x="23" y="32"/>
                    </a:cubicBezTo>
                    <a:cubicBezTo>
                      <a:pt x="28" y="36"/>
                      <a:pt x="30" y="45"/>
                      <a:pt x="33" y="51"/>
                    </a:cubicBezTo>
                    <a:cubicBezTo>
                      <a:pt x="32" y="47"/>
                      <a:pt x="32" y="43"/>
                      <a:pt x="31" y="39"/>
                    </a:cubicBezTo>
                    <a:cubicBezTo>
                      <a:pt x="32" y="42"/>
                      <a:pt x="35" y="46"/>
                      <a:pt x="38" y="48"/>
                    </a:cubicBezTo>
                    <a:cubicBezTo>
                      <a:pt x="37" y="47"/>
                      <a:pt x="37" y="46"/>
                      <a:pt x="36" y="44"/>
                    </a:cubicBezTo>
                    <a:cubicBezTo>
                      <a:pt x="37" y="48"/>
                      <a:pt x="40" y="51"/>
                      <a:pt x="41" y="55"/>
                    </a:cubicBezTo>
                    <a:cubicBezTo>
                      <a:pt x="43" y="60"/>
                      <a:pt x="43" y="65"/>
                      <a:pt x="44" y="69"/>
                    </a:cubicBezTo>
                    <a:cubicBezTo>
                      <a:pt x="44" y="68"/>
                      <a:pt x="44" y="66"/>
                      <a:pt x="45" y="65"/>
                    </a:cubicBezTo>
                    <a:cubicBezTo>
                      <a:pt x="48" y="71"/>
                      <a:pt x="47" y="81"/>
                      <a:pt x="48" y="88"/>
                    </a:cubicBezTo>
                    <a:cubicBezTo>
                      <a:pt x="49" y="88"/>
                      <a:pt x="50" y="84"/>
                      <a:pt x="50" y="83"/>
                    </a:cubicBezTo>
                    <a:cubicBezTo>
                      <a:pt x="51" y="78"/>
                      <a:pt x="51" y="73"/>
                      <a:pt x="51" y="69"/>
                    </a:cubicBezTo>
                    <a:cubicBezTo>
                      <a:pt x="50" y="60"/>
                      <a:pt x="48" y="50"/>
                      <a:pt x="45" y="42"/>
                    </a:cubicBezTo>
                    <a:cubicBezTo>
                      <a:pt x="41" y="31"/>
                      <a:pt x="34" y="22"/>
                      <a:pt x="27" y="14"/>
                    </a:cubicBezTo>
                    <a:cubicBezTo>
                      <a:pt x="21" y="7"/>
                      <a:pt x="14" y="3"/>
                      <a:pt x="5" y="0"/>
                    </a:cubicBezTo>
                  </a:path>
                </a:pathLst>
              </a:custGeom>
              <a:solidFill>
                <a:srgbClr val="D1B8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303" name="Freeform 926">
                <a:extLst>
                  <a:ext uri="{FF2B5EF4-FFF2-40B4-BE49-F238E27FC236}">
                    <a16:creationId xmlns:a16="http://schemas.microsoft.com/office/drawing/2014/main" id="{DEBB227A-3F18-434C-8F17-404141D40A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5" y="790"/>
                <a:ext cx="56" cy="80"/>
              </a:xfrm>
              <a:custGeom>
                <a:avLst/>
                <a:gdLst>
                  <a:gd name="T0" fmla="*/ 201 w 29"/>
                  <a:gd name="T1" fmla="*/ 0 h 42"/>
                  <a:gd name="T2" fmla="*/ 156 w 29"/>
                  <a:gd name="T3" fmla="*/ 131 h 42"/>
                  <a:gd name="T4" fmla="*/ 64 w 29"/>
                  <a:gd name="T5" fmla="*/ 284 h 42"/>
                  <a:gd name="T6" fmla="*/ 100 w 29"/>
                  <a:gd name="T7" fmla="*/ 208 h 42"/>
                  <a:gd name="T8" fmla="*/ 37 w 29"/>
                  <a:gd name="T9" fmla="*/ 284 h 42"/>
                  <a:gd name="T10" fmla="*/ 64 w 29"/>
                  <a:gd name="T11" fmla="*/ 244 h 42"/>
                  <a:gd name="T12" fmla="*/ 0 w 29"/>
                  <a:gd name="T13" fmla="*/ 290 h 42"/>
                  <a:gd name="T14" fmla="*/ 29 w 29"/>
                  <a:gd name="T15" fmla="*/ 261 h 42"/>
                  <a:gd name="T16" fmla="*/ 56 w 29"/>
                  <a:gd name="T17" fmla="*/ 192 h 42"/>
                  <a:gd name="T18" fmla="*/ 164 w 29"/>
                  <a:gd name="T19" fmla="*/ 15 h 4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9" h="42">
                    <a:moveTo>
                      <a:pt x="28" y="0"/>
                    </a:moveTo>
                    <a:cubicBezTo>
                      <a:pt x="29" y="6"/>
                      <a:pt x="24" y="13"/>
                      <a:pt x="22" y="19"/>
                    </a:cubicBezTo>
                    <a:cubicBezTo>
                      <a:pt x="19" y="28"/>
                      <a:pt x="14" y="34"/>
                      <a:pt x="9" y="41"/>
                    </a:cubicBezTo>
                    <a:cubicBezTo>
                      <a:pt x="11" y="38"/>
                      <a:pt x="13" y="34"/>
                      <a:pt x="14" y="30"/>
                    </a:cubicBezTo>
                    <a:cubicBezTo>
                      <a:pt x="12" y="33"/>
                      <a:pt x="8" y="38"/>
                      <a:pt x="5" y="41"/>
                    </a:cubicBezTo>
                    <a:cubicBezTo>
                      <a:pt x="6" y="39"/>
                      <a:pt x="8" y="37"/>
                      <a:pt x="9" y="35"/>
                    </a:cubicBezTo>
                    <a:cubicBezTo>
                      <a:pt x="7" y="38"/>
                      <a:pt x="3" y="40"/>
                      <a:pt x="0" y="42"/>
                    </a:cubicBezTo>
                    <a:cubicBezTo>
                      <a:pt x="1" y="41"/>
                      <a:pt x="3" y="39"/>
                      <a:pt x="4" y="38"/>
                    </a:cubicBezTo>
                    <a:cubicBezTo>
                      <a:pt x="6" y="35"/>
                      <a:pt x="7" y="31"/>
                      <a:pt x="8" y="28"/>
                    </a:cubicBezTo>
                    <a:cubicBezTo>
                      <a:pt x="12" y="18"/>
                      <a:pt x="19" y="11"/>
                      <a:pt x="23" y="2"/>
                    </a:cubicBezTo>
                  </a:path>
                </a:pathLst>
              </a:custGeom>
              <a:solidFill>
                <a:srgbClr val="D1B8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304" name="Freeform 927">
                <a:extLst>
                  <a:ext uri="{FF2B5EF4-FFF2-40B4-BE49-F238E27FC236}">
                    <a16:creationId xmlns:a16="http://schemas.microsoft.com/office/drawing/2014/main" id="{1EDD87A7-72A8-45C0-BB97-97650CEE06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4" y="862"/>
                <a:ext cx="63" cy="53"/>
              </a:xfrm>
              <a:custGeom>
                <a:avLst/>
                <a:gdLst>
                  <a:gd name="T0" fmla="*/ 229 w 33"/>
                  <a:gd name="T1" fmla="*/ 32 h 28"/>
                  <a:gd name="T2" fmla="*/ 160 w 33"/>
                  <a:gd name="T3" fmla="*/ 100 h 28"/>
                  <a:gd name="T4" fmla="*/ 113 w 33"/>
                  <a:gd name="T5" fmla="*/ 136 h 28"/>
                  <a:gd name="T6" fmla="*/ 69 w 33"/>
                  <a:gd name="T7" fmla="*/ 161 h 28"/>
                  <a:gd name="T8" fmla="*/ 105 w 33"/>
                  <a:gd name="T9" fmla="*/ 129 h 28"/>
                  <a:gd name="T10" fmla="*/ 0 w 33"/>
                  <a:gd name="T11" fmla="*/ 189 h 28"/>
                  <a:gd name="T12" fmla="*/ 189 w 33"/>
                  <a:gd name="T13" fmla="*/ 0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3" h="28">
                    <a:moveTo>
                      <a:pt x="33" y="5"/>
                    </a:moveTo>
                    <a:cubicBezTo>
                      <a:pt x="29" y="8"/>
                      <a:pt x="27" y="11"/>
                      <a:pt x="23" y="15"/>
                    </a:cubicBezTo>
                    <a:cubicBezTo>
                      <a:pt x="21" y="17"/>
                      <a:pt x="19" y="18"/>
                      <a:pt x="16" y="20"/>
                    </a:cubicBezTo>
                    <a:cubicBezTo>
                      <a:pt x="14" y="21"/>
                      <a:pt x="12" y="23"/>
                      <a:pt x="10" y="24"/>
                    </a:cubicBezTo>
                    <a:cubicBezTo>
                      <a:pt x="11" y="23"/>
                      <a:pt x="13" y="20"/>
                      <a:pt x="15" y="19"/>
                    </a:cubicBezTo>
                    <a:cubicBezTo>
                      <a:pt x="10" y="22"/>
                      <a:pt x="5" y="25"/>
                      <a:pt x="0" y="28"/>
                    </a:cubicBezTo>
                    <a:cubicBezTo>
                      <a:pt x="6" y="17"/>
                      <a:pt x="17" y="7"/>
                      <a:pt x="27" y="0"/>
                    </a:cubicBezTo>
                  </a:path>
                </a:pathLst>
              </a:custGeom>
              <a:solidFill>
                <a:srgbClr val="D1B8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305" name="Freeform 928">
                <a:extLst>
                  <a:ext uri="{FF2B5EF4-FFF2-40B4-BE49-F238E27FC236}">
                    <a16:creationId xmlns:a16="http://schemas.microsoft.com/office/drawing/2014/main" id="{0AEFEB8E-1FAA-4F49-A991-C0E95AD554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3" y="881"/>
                <a:ext cx="33" cy="89"/>
              </a:xfrm>
              <a:custGeom>
                <a:avLst/>
                <a:gdLst>
                  <a:gd name="T0" fmla="*/ 124 w 17"/>
                  <a:gd name="T1" fmla="*/ 28 h 47"/>
                  <a:gd name="T2" fmla="*/ 72 w 17"/>
                  <a:gd name="T3" fmla="*/ 129 h 47"/>
                  <a:gd name="T4" fmla="*/ 60 w 17"/>
                  <a:gd name="T5" fmla="*/ 212 h 47"/>
                  <a:gd name="T6" fmla="*/ 52 w 17"/>
                  <a:gd name="T7" fmla="*/ 169 h 47"/>
                  <a:gd name="T8" fmla="*/ 31 w 17"/>
                  <a:gd name="T9" fmla="*/ 237 h 47"/>
                  <a:gd name="T10" fmla="*/ 23 w 17"/>
                  <a:gd name="T11" fmla="*/ 320 h 47"/>
                  <a:gd name="T12" fmla="*/ 8 w 17"/>
                  <a:gd name="T13" fmla="*/ 244 h 47"/>
                  <a:gd name="T14" fmla="*/ 23 w 17"/>
                  <a:gd name="T15" fmla="*/ 97 h 47"/>
                  <a:gd name="T16" fmla="*/ 109 w 17"/>
                  <a:gd name="T17" fmla="*/ 0 h 4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7" h="47">
                    <a:moveTo>
                      <a:pt x="17" y="4"/>
                    </a:moveTo>
                    <a:cubicBezTo>
                      <a:pt x="14" y="9"/>
                      <a:pt x="11" y="14"/>
                      <a:pt x="10" y="19"/>
                    </a:cubicBezTo>
                    <a:cubicBezTo>
                      <a:pt x="9" y="22"/>
                      <a:pt x="9" y="28"/>
                      <a:pt x="8" y="31"/>
                    </a:cubicBezTo>
                    <a:cubicBezTo>
                      <a:pt x="7" y="29"/>
                      <a:pt x="7" y="27"/>
                      <a:pt x="7" y="25"/>
                    </a:cubicBezTo>
                    <a:cubicBezTo>
                      <a:pt x="7" y="28"/>
                      <a:pt x="5" y="32"/>
                      <a:pt x="4" y="35"/>
                    </a:cubicBezTo>
                    <a:cubicBezTo>
                      <a:pt x="3" y="39"/>
                      <a:pt x="2" y="43"/>
                      <a:pt x="3" y="47"/>
                    </a:cubicBezTo>
                    <a:cubicBezTo>
                      <a:pt x="3" y="43"/>
                      <a:pt x="1" y="40"/>
                      <a:pt x="1" y="36"/>
                    </a:cubicBezTo>
                    <a:cubicBezTo>
                      <a:pt x="0" y="29"/>
                      <a:pt x="1" y="21"/>
                      <a:pt x="3" y="14"/>
                    </a:cubicBezTo>
                    <a:cubicBezTo>
                      <a:pt x="4" y="8"/>
                      <a:pt x="9" y="2"/>
                      <a:pt x="15" y="0"/>
                    </a:cubicBezTo>
                  </a:path>
                </a:pathLst>
              </a:custGeom>
              <a:solidFill>
                <a:srgbClr val="D1B8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306" name="Freeform 929">
                <a:extLst>
                  <a:ext uri="{FF2B5EF4-FFF2-40B4-BE49-F238E27FC236}">
                    <a16:creationId xmlns:a16="http://schemas.microsoft.com/office/drawing/2014/main" id="{874B749D-D92F-424B-8DB1-BCB8AF19CC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4" y="790"/>
                <a:ext cx="102" cy="163"/>
              </a:xfrm>
              <a:custGeom>
                <a:avLst/>
                <a:gdLst>
                  <a:gd name="T0" fmla="*/ 0 w 53"/>
                  <a:gd name="T1" fmla="*/ 0 h 86"/>
                  <a:gd name="T2" fmla="*/ 71 w 53"/>
                  <a:gd name="T3" fmla="*/ 100 h 86"/>
                  <a:gd name="T4" fmla="*/ 108 w 53"/>
                  <a:gd name="T5" fmla="*/ 184 h 86"/>
                  <a:gd name="T6" fmla="*/ 148 w 53"/>
                  <a:gd name="T7" fmla="*/ 258 h 86"/>
                  <a:gd name="T8" fmla="*/ 129 w 53"/>
                  <a:gd name="T9" fmla="*/ 205 h 86"/>
                  <a:gd name="T10" fmla="*/ 108 w 53"/>
                  <a:gd name="T11" fmla="*/ 152 h 86"/>
                  <a:gd name="T12" fmla="*/ 192 w 53"/>
                  <a:gd name="T13" fmla="*/ 334 h 86"/>
                  <a:gd name="T14" fmla="*/ 177 w 53"/>
                  <a:gd name="T15" fmla="*/ 258 h 86"/>
                  <a:gd name="T16" fmla="*/ 237 w 53"/>
                  <a:gd name="T17" fmla="*/ 356 h 86"/>
                  <a:gd name="T18" fmla="*/ 221 w 53"/>
                  <a:gd name="T19" fmla="*/ 294 h 86"/>
                  <a:gd name="T20" fmla="*/ 241 w 53"/>
                  <a:gd name="T21" fmla="*/ 349 h 86"/>
                  <a:gd name="T22" fmla="*/ 300 w 53"/>
                  <a:gd name="T23" fmla="*/ 417 h 86"/>
                  <a:gd name="T24" fmla="*/ 277 w 53"/>
                  <a:gd name="T25" fmla="*/ 349 h 86"/>
                  <a:gd name="T26" fmla="*/ 321 w 53"/>
                  <a:gd name="T27" fmla="*/ 425 h 86"/>
                  <a:gd name="T28" fmla="*/ 341 w 53"/>
                  <a:gd name="T29" fmla="*/ 510 h 86"/>
                  <a:gd name="T30" fmla="*/ 341 w 53"/>
                  <a:gd name="T31" fmla="*/ 442 h 86"/>
                  <a:gd name="T32" fmla="*/ 348 w 53"/>
                  <a:gd name="T33" fmla="*/ 586 h 86"/>
                  <a:gd name="T34" fmla="*/ 370 w 53"/>
                  <a:gd name="T35" fmla="*/ 502 h 86"/>
                  <a:gd name="T36" fmla="*/ 341 w 53"/>
                  <a:gd name="T37" fmla="*/ 305 h 86"/>
                  <a:gd name="T38" fmla="*/ 221 w 53"/>
                  <a:gd name="T39" fmla="*/ 129 h 86"/>
                  <a:gd name="T40" fmla="*/ 148 w 53"/>
                  <a:gd name="T41" fmla="*/ 68 h 8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53" h="86">
                    <a:moveTo>
                      <a:pt x="0" y="0"/>
                    </a:moveTo>
                    <a:cubicBezTo>
                      <a:pt x="6" y="3"/>
                      <a:pt x="8" y="9"/>
                      <a:pt x="10" y="15"/>
                    </a:cubicBezTo>
                    <a:cubicBezTo>
                      <a:pt x="12" y="19"/>
                      <a:pt x="13" y="23"/>
                      <a:pt x="15" y="27"/>
                    </a:cubicBezTo>
                    <a:cubicBezTo>
                      <a:pt x="17" y="31"/>
                      <a:pt x="20" y="34"/>
                      <a:pt x="21" y="38"/>
                    </a:cubicBezTo>
                    <a:cubicBezTo>
                      <a:pt x="20" y="35"/>
                      <a:pt x="19" y="32"/>
                      <a:pt x="18" y="30"/>
                    </a:cubicBezTo>
                    <a:cubicBezTo>
                      <a:pt x="17" y="27"/>
                      <a:pt x="16" y="24"/>
                      <a:pt x="15" y="22"/>
                    </a:cubicBezTo>
                    <a:cubicBezTo>
                      <a:pt x="20" y="29"/>
                      <a:pt x="25" y="40"/>
                      <a:pt x="27" y="49"/>
                    </a:cubicBezTo>
                    <a:cubicBezTo>
                      <a:pt x="27" y="46"/>
                      <a:pt x="26" y="41"/>
                      <a:pt x="25" y="38"/>
                    </a:cubicBezTo>
                    <a:cubicBezTo>
                      <a:pt x="28" y="42"/>
                      <a:pt x="30" y="48"/>
                      <a:pt x="33" y="52"/>
                    </a:cubicBezTo>
                    <a:cubicBezTo>
                      <a:pt x="32" y="49"/>
                      <a:pt x="31" y="46"/>
                      <a:pt x="31" y="43"/>
                    </a:cubicBezTo>
                    <a:cubicBezTo>
                      <a:pt x="32" y="46"/>
                      <a:pt x="33" y="49"/>
                      <a:pt x="34" y="51"/>
                    </a:cubicBezTo>
                    <a:cubicBezTo>
                      <a:pt x="36" y="55"/>
                      <a:pt x="39" y="58"/>
                      <a:pt x="42" y="61"/>
                    </a:cubicBezTo>
                    <a:cubicBezTo>
                      <a:pt x="40" y="59"/>
                      <a:pt x="39" y="54"/>
                      <a:pt x="39" y="51"/>
                    </a:cubicBezTo>
                    <a:cubicBezTo>
                      <a:pt x="41" y="54"/>
                      <a:pt x="43" y="58"/>
                      <a:pt x="45" y="62"/>
                    </a:cubicBezTo>
                    <a:cubicBezTo>
                      <a:pt x="47" y="66"/>
                      <a:pt x="46" y="71"/>
                      <a:pt x="48" y="75"/>
                    </a:cubicBezTo>
                    <a:cubicBezTo>
                      <a:pt x="50" y="72"/>
                      <a:pt x="48" y="68"/>
                      <a:pt x="48" y="65"/>
                    </a:cubicBezTo>
                    <a:cubicBezTo>
                      <a:pt x="51" y="72"/>
                      <a:pt x="48" y="80"/>
                      <a:pt x="49" y="86"/>
                    </a:cubicBezTo>
                    <a:cubicBezTo>
                      <a:pt x="51" y="84"/>
                      <a:pt x="52" y="77"/>
                      <a:pt x="52" y="74"/>
                    </a:cubicBezTo>
                    <a:cubicBezTo>
                      <a:pt x="53" y="64"/>
                      <a:pt x="50" y="54"/>
                      <a:pt x="48" y="45"/>
                    </a:cubicBezTo>
                    <a:cubicBezTo>
                      <a:pt x="45" y="35"/>
                      <a:pt x="39" y="26"/>
                      <a:pt x="31" y="19"/>
                    </a:cubicBezTo>
                    <a:cubicBezTo>
                      <a:pt x="27" y="16"/>
                      <a:pt x="24" y="14"/>
                      <a:pt x="21" y="10"/>
                    </a:cubicBezTo>
                  </a:path>
                </a:pathLst>
              </a:custGeom>
              <a:solidFill>
                <a:srgbClr val="D1B8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307" name="Freeform 930">
                <a:extLst>
                  <a:ext uri="{FF2B5EF4-FFF2-40B4-BE49-F238E27FC236}">
                    <a16:creationId xmlns:a16="http://schemas.microsoft.com/office/drawing/2014/main" id="{B45191FB-B760-46F1-AEBB-DBC4385C8C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784"/>
                <a:ext cx="22" cy="59"/>
              </a:xfrm>
              <a:custGeom>
                <a:avLst/>
                <a:gdLst>
                  <a:gd name="T0" fmla="*/ 80 w 11"/>
                  <a:gd name="T1" fmla="*/ 0 h 31"/>
                  <a:gd name="T2" fmla="*/ 72 w 11"/>
                  <a:gd name="T3" fmla="*/ 105 h 31"/>
                  <a:gd name="T4" fmla="*/ 0 w 11"/>
                  <a:gd name="T5" fmla="*/ 213 h 31"/>
                  <a:gd name="T6" fmla="*/ 32 w 11"/>
                  <a:gd name="T7" fmla="*/ 145 h 31"/>
                  <a:gd name="T8" fmla="*/ 48 w 11"/>
                  <a:gd name="T9" fmla="*/ 29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31">
                    <a:moveTo>
                      <a:pt x="10" y="0"/>
                    </a:moveTo>
                    <a:cubicBezTo>
                      <a:pt x="10" y="5"/>
                      <a:pt x="11" y="9"/>
                      <a:pt x="9" y="15"/>
                    </a:cubicBezTo>
                    <a:cubicBezTo>
                      <a:pt x="8" y="20"/>
                      <a:pt x="4" y="27"/>
                      <a:pt x="0" y="31"/>
                    </a:cubicBezTo>
                    <a:cubicBezTo>
                      <a:pt x="2" y="27"/>
                      <a:pt x="4" y="25"/>
                      <a:pt x="4" y="21"/>
                    </a:cubicBezTo>
                    <a:cubicBezTo>
                      <a:pt x="5" y="15"/>
                      <a:pt x="4" y="10"/>
                      <a:pt x="6" y="4"/>
                    </a:cubicBezTo>
                  </a:path>
                </a:pathLst>
              </a:custGeom>
              <a:solidFill>
                <a:srgbClr val="D1B8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308" name="Freeform 931">
                <a:extLst>
                  <a:ext uri="{FF2B5EF4-FFF2-40B4-BE49-F238E27FC236}">
                    <a16:creationId xmlns:a16="http://schemas.microsoft.com/office/drawing/2014/main" id="{57A26F5F-9475-48C3-8A82-5D540E19A6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4" y="786"/>
                <a:ext cx="16" cy="44"/>
              </a:xfrm>
              <a:custGeom>
                <a:avLst/>
                <a:gdLst>
                  <a:gd name="T0" fmla="*/ 0 w 8"/>
                  <a:gd name="T1" fmla="*/ 15 h 23"/>
                  <a:gd name="T2" fmla="*/ 40 w 8"/>
                  <a:gd name="T3" fmla="*/ 77 h 23"/>
                  <a:gd name="T4" fmla="*/ 48 w 8"/>
                  <a:gd name="T5" fmla="*/ 124 h 23"/>
                  <a:gd name="T6" fmla="*/ 64 w 8"/>
                  <a:gd name="T7" fmla="*/ 161 h 23"/>
                  <a:gd name="T8" fmla="*/ 64 w 8"/>
                  <a:gd name="T9" fmla="*/ 105 h 23"/>
                  <a:gd name="T10" fmla="*/ 24 w 8"/>
                  <a:gd name="T11" fmla="*/ 0 h 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" h="23">
                    <a:moveTo>
                      <a:pt x="0" y="2"/>
                    </a:moveTo>
                    <a:cubicBezTo>
                      <a:pt x="2" y="5"/>
                      <a:pt x="5" y="7"/>
                      <a:pt x="5" y="11"/>
                    </a:cubicBezTo>
                    <a:cubicBezTo>
                      <a:pt x="6" y="14"/>
                      <a:pt x="6" y="16"/>
                      <a:pt x="6" y="18"/>
                    </a:cubicBezTo>
                    <a:cubicBezTo>
                      <a:pt x="7" y="20"/>
                      <a:pt x="8" y="22"/>
                      <a:pt x="8" y="23"/>
                    </a:cubicBezTo>
                    <a:cubicBezTo>
                      <a:pt x="8" y="20"/>
                      <a:pt x="8" y="18"/>
                      <a:pt x="8" y="15"/>
                    </a:cubicBezTo>
                    <a:cubicBezTo>
                      <a:pt x="8" y="9"/>
                      <a:pt x="7" y="5"/>
                      <a:pt x="3" y="0"/>
                    </a:cubicBezTo>
                  </a:path>
                </a:pathLst>
              </a:custGeom>
              <a:solidFill>
                <a:srgbClr val="D1B8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309" name="Freeform 932">
                <a:extLst>
                  <a:ext uri="{FF2B5EF4-FFF2-40B4-BE49-F238E27FC236}">
                    <a16:creationId xmlns:a16="http://schemas.microsoft.com/office/drawing/2014/main" id="{710CBCAF-3090-4A34-BE55-73C1476507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4" y="718"/>
                <a:ext cx="153" cy="65"/>
              </a:xfrm>
              <a:custGeom>
                <a:avLst/>
                <a:gdLst>
                  <a:gd name="T0" fmla="*/ 560 w 80"/>
                  <a:gd name="T1" fmla="*/ 40 h 34"/>
                  <a:gd name="T2" fmla="*/ 285 w 80"/>
                  <a:gd name="T3" fmla="*/ 36 h 34"/>
                  <a:gd name="T4" fmla="*/ 421 w 80"/>
                  <a:gd name="T5" fmla="*/ 36 h 34"/>
                  <a:gd name="T6" fmla="*/ 308 w 80"/>
                  <a:gd name="T7" fmla="*/ 40 h 34"/>
                  <a:gd name="T8" fmla="*/ 161 w 80"/>
                  <a:gd name="T9" fmla="*/ 63 h 34"/>
                  <a:gd name="T10" fmla="*/ 260 w 80"/>
                  <a:gd name="T11" fmla="*/ 69 h 34"/>
                  <a:gd name="T12" fmla="*/ 120 w 80"/>
                  <a:gd name="T13" fmla="*/ 113 h 34"/>
                  <a:gd name="T14" fmla="*/ 0 w 80"/>
                  <a:gd name="T15" fmla="*/ 237 h 34"/>
                  <a:gd name="T16" fmla="*/ 268 w 80"/>
                  <a:gd name="T17" fmla="*/ 120 h 34"/>
                  <a:gd name="T18" fmla="*/ 446 w 80"/>
                  <a:gd name="T19" fmla="*/ 92 h 34"/>
                  <a:gd name="T20" fmla="*/ 537 w 80"/>
                  <a:gd name="T21" fmla="*/ 84 h 3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0" h="34">
                    <a:moveTo>
                      <a:pt x="80" y="6"/>
                    </a:moveTo>
                    <a:cubicBezTo>
                      <a:pt x="69" y="3"/>
                      <a:pt x="52" y="0"/>
                      <a:pt x="41" y="5"/>
                    </a:cubicBezTo>
                    <a:cubicBezTo>
                      <a:pt x="47" y="4"/>
                      <a:pt x="54" y="3"/>
                      <a:pt x="60" y="5"/>
                    </a:cubicBezTo>
                    <a:cubicBezTo>
                      <a:pt x="55" y="5"/>
                      <a:pt x="49" y="5"/>
                      <a:pt x="44" y="6"/>
                    </a:cubicBezTo>
                    <a:cubicBezTo>
                      <a:pt x="37" y="7"/>
                      <a:pt x="30" y="9"/>
                      <a:pt x="23" y="9"/>
                    </a:cubicBezTo>
                    <a:cubicBezTo>
                      <a:pt x="28" y="9"/>
                      <a:pt x="33" y="9"/>
                      <a:pt x="37" y="10"/>
                    </a:cubicBezTo>
                    <a:cubicBezTo>
                      <a:pt x="30" y="11"/>
                      <a:pt x="23" y="13"/>
                      <a:pt x="17" y="16"/>
                    </a:cubicBezTo>
                    <a:cubicBezTo>
                      <a:pt x="11" y="20"/>
                      <a:pt x="3" y="27"/>
                      <a:pt x="0" y="34"/>
                    </a:cubicBezTo>
                    <a:cubicBezTo>
                      <a:pt x="12" y="25"/>
                      <a:pt x="24" y="20"/>
                      <a:pt x="38" y="17"/>
                    </a:cubicBezTo>
                    <a:cubicBezTo>
                      <a:pt x="47" y="15"/>
                      <a:pt x="56" y="14"/>
                      <a:pt x="64" y="13"/>
                    </a:cubicBezTo>
                    <a:cubicBezTo>
                      <a:pt x="69" y="13"/>
                      <a:pt x="73" y="12"/>
                      <a:pt x="77" y="12"/>
                    </a:cubicBezTo>
                  </a:path>
                </a:pathLst>
              </a:custGeom>
              <a:solidFill>
                <a:srgbClr val="D1B8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310" name="Freeform 933">
                <a:extLst>
                  <a:ext uri="{FF2B5EF4-FFF2-40B4-BE49-F238E27FC236}">
                    <a16:creationId xmlns:a16="http://schemas.microsoft.com/office/drawing/2014/main" id="{A0D01D80-169E-400B-9845-87983073DF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9" y="726"/>
                <a:ext cx="109" cy="93"/>
              </a:xfrm>
              <a:custGeom>
                <a:avLst/>
                <a:gdLst>
                  <a:gd name="T0" fmla="*/ 0 w 57"/>
                  <a:gd name="T1" fmla="*/ 21 h 49"/>
                  <a:gd name="T2" fmla="*/ 124 w 57"/>
                  <a:gd name="T3" fmla="*/ 8 h 49"/>
                  <a:gd name="T4" fmla="*/ 216 w 57"/>
                  <a:gd name="T5" fmla="*/ 32 h 49"/>
                  <a:gd name="T6" fmla="*/ 120 w 57"/>
                  <a:gd name="T7" fmla="*/ 28 h 49"/>
                  <a:gd name="T8" fmla="*/ 293 w 57"/>
                  <a:gd name="T9" fmla="*/ 116 h 49"/>
                  <a:gd name="T10" fmla="*/ 260 w 57"/>
                  <a:gd name="T11" fmla="*/ 97 h 49"/>
                  <a:gd name="T12" fmla="*/ 216 w 57"/>
                  <a:gd name="T13" fmla="*/ 84 h 49"/>
                  <a:gd name="T14" fmla="*/ 329 w 57"/>
                  <a:gd name="T15" fmla="*/ 184 h 49"/>
                  <a:gd name="T16" fmla="*/ 398 w 57"/>
                  <a:gd name="T17" fmla="*/ 336 h 49"/>
                  <a:gd name="T18" fmla="*/ 300 w 57"/>
                  <a:gd name="T19" fmla="*/ 237 h 49"/>
                  <a:gd name="T20" fmla="*/ 201 w 57"/>
                  <a:gd name="T21" fmla="*/ 152 h 49"/>
                  <a:gd name="T22" fmla="*/ 140 w 57"/>
                  <a:gd name="T23" fmla="*/ 116 h 49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57" h="49">
                    <a:moveTo>
                      <a:pt x="0" y="3"/>
                    </a:moveTo>
                    <a:cubicBezTo>
                      <a:pt x="4" y="0"/>
                      <a:pt x="13" y="0"/>
                      <a:pt x="18" y="1"/>
                    </a:cubicBezTo>
                    <a:cubicBezTo>
                      <a:pt x="23" y="1"/>
                      <a:pt x="27" y="3"/>
                      <a:pt x="31" y="5"/>
                    </a:cubicBezTo>
                    <a:cubicBezTo>
                      <a:pt x="26" y="5"/>
                      <a:pt x="22" y="4"/>
                      <a:pt x="17" y="4"/>
                    </a:cubicBezTo>
                    <a:cubicBezTo>
                      <a:pt x="26" y="4"/>
                      <a:pt x="36" y="10"/>
                      <a:pt x="42" y="17"/>
                    </a:cubicBezTo>
                    <a:cubicBezTo>
                      <a:pt x="41" y="16"/>
                      <a:pt x="39" y="15"/>
                      <a:pt x="37" y="14"/>
                    </a:cubicBezTo>
                    <a:cubicBezTo>
                      <a:pt x="35" y="13"/>
                      <a:pt x="33" y="13"/>
                      <a:pt x="31" y="12"/>
                    </a:cubicBezTo>
                    <a:cubicBezTo>
                      <a:pt x="39" y="15"/>
                      <a:pt x="44" y="20"/>
                      <a:pt x="47" y="27"/>
                    </a:cubicBezTo>
                    <a:cubicBezTo>
                      <a:pt x="51" y="34"/>
                      <a:pt x="56" y="41"/>
                      <a:pt x="57" y="49"/>
                    </a:cubicBezTo>
                    <a:cubicBezTo>
                      <a:pt x="53" y="43"/>
                      <a:pt x="47" y="40"/>
                      <a:pt x="43" y="35"/>
                    </a:cubicBezTo>
                    <a:cubicBezTo>
                      <a:pt x="39" y="29"/>
                      <a:pt x="35" y="25"/>
                      <a:pt x="29" y="22"/>
                    </a:cubicBezTo>
                    <a:cubicBezTo>
                      <a:pt x="27" y="20"/>
                      <a:pt x="21" y="18"/>
                      <a:pt x="20" y="17"/>
                    </a:cubicBezTo>
                  </a:path>
                </a:pathLst>
              </a:custGeom>
              <a:solidFill>
                <a:srgbClr val="D1B8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311" name="Freeform 934">
                <a:extLst>
                  <a:ext uri="{FF2B5EF4-FFF2-40B4-BE49-F238E27FC236}">
                    <a16:creationId xmlns:a16="http://schemas.microsoft.com/office/drawing/2014/main" id="{1FD13159-14E8-4036-8728-D79B48A507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5" y="1059"/>
                <a:ext cx="94" cy="243"/>
              </a:xfrm>
              <a:custGeom>
                <a:avLst/>
                <a:gdLst>
                  <a:gd name="T0" fmla="*/ 224 w 49"/>
                  <a:gd name="T1" fmla="*/ 0 h 128"/>
                  <a:gd name="T2" fmla="*/ 140 w 49"/>
                  <a:gd name="T3" fmla="*/ 234 h 128"/>
                  <a:gd name="T4" fmla="*/ 161 w 49"/>
                  <a:gd name="T5" fmla="*/ 197 h 128"/>
                  <a:gd name="T6" fmla="*/ 100 w 49"/>
                  <a:gd name="T7" fmla="*/ 302 h 128"/>
                  <a:gd name="T8" fmla="*/ 0 w 49"/>
                  <a:gd name="T9" fmla="*/ 478 h 128"/>
                  <a:gd name="T10" fmla="*/ 107 w 49"/>
                  <a:gd name="T11" fmla="*/ 374 h 128"/>
                  <a:gd name="T12" fmla="*/ 36 w 49"/>
                  <a:gd name="T13" fmla="*/ 505 h 128"/>
                  <a:gd name="T14" fmla="*/ 15 w 49"/>
                  <a:gd name="T15" fmla="*/ 731 h 128"/>
                  <a:gd name="T16" fmla="*/ 56 w 49"/>
                  <a:gd name="T17" fmla="*/ 663 h 128"/>
                  <a:gd name="T18" fmla="*/ 113 w 49"/>
                  <a:gd name="T19" fmla="*/ 875 h 128"/>
                  <a:gd name="T20" fmla="*/ 155 w 49"/>
                  <a:gd name="T21" fmla="*/ 775 h 128"/>
                  <a:gd name="T22" fmla="*/ 224 w 49"/>
                  <a:gd name="T23" fmla="*/ 854 h 128"/>
                  <a:gd name="T24" fmla="*/ 253 w 49"/>
                  <a:gd name="T25" fmla="*/ 799 h 128"/>
                  <a:gd name="T26" fmla="*/ 269 w 49"/>
                  <a:gd name="T27" fmla="*/ 706 h 128"/>
                  <a:gd name="T28" fmla="*/ 292 w 49"/>
                  <a:gd name="T29" fmla="*/ 778 h 128"/>
                  <a:gd name="T30" fmla="*/ 301 w 49"/>
                  <a:gd name="T31" fmla="*/ 602 h 128"/>
                  <a:gd name="T32" fmla="*/ 284 w 49"/>
                  <a:gd name="T33" fmla="*/ 425 h 128"/>
                  <a:gd name="T34" fmla="*/ 332 w 49"/>
                  <a:gd name="T35" fmla="*/ 505 h 128"/>
                  <a:gd name="T36" fmla="*/ 297 w 49"/>
                  <a:gd name="T37" fmla="*/ 197 h 128"/>
                  <a:gd name="T38" fmla="*/ 292 w 49"/>
                  <a:gd name="T39" fmla="*/ 101 h 128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49" h="128">
                    <a:moveTo>
                      <a:pt x="32" y="0"/>
                    </a:moveTo>
                    <a:cubicBezTo>
                      <a:pt x="34" y="13"/>
                      <a:pt x="25" y="23"/>
                      <a:pt x="20" y="34"/>
                    </a:cubicBezTo>
                    <a:cubicBezTo>
                      <a:pt x="21" y="33"/>
                      <a:pt x="22" y="31"/>
                      <a:pt x="23" y="29"/>
                    </a:cubicBezTo>
                    <a:cubicBezTo>
                      <a:pt x="24" y="36"/>
                      <a:pt x="17" y="40"/>
                      <a:pt x="14" y="44"/>
                    </a:cubicBezTo>
                    <a:cubicBezTo>
                      <a:pt x="8" y="52"/>
                      <a:pt x="1" y="60"/>
                      <a:pt x="0" y="70"/>
                    </a:cubicBezTo>
                    <a:cubicBezTo>
                      <a:pt x="4" y="65"/>
                      <a:pt x="8" y="56"/>
                      <a:pt x="15" y="55"/>
                    </a:cubicBezTo>
                    <a:cubicBezTo>
                      <a:pt x="11" y="60"/>
                      <a:pt x="7" y="67"/>
                      <a:pt x="5" y="74"/>
                    </a:cubicBezTo>
                    <a:cubicBezTo>
                      <a:pt x="2" y="85"/>
                      <a:pt x="5" y="97"/>
                      <a:pt x="2" y="107"/>
                    </a:cubicBezTo>
                    <a:cubicBezTo>
                      <a:pt x="3" y="103"/>
                      <a:pt x="5" y="99"/>
                      <a:pt x="8" y="97"/>
                    </a:cubicBezTo>
                    <a:cubicBezTo>
                      <a:pt x="9" y="106"/>
                      <a:pt x="6" y="122"/>
                      <a:pt x="16" y="128"/>
                    </a:cubicBezTo>
                    <a:cubicBezTo>
                      <a:pt x="15" y="123"/>
                      <a:pt x="17" y="116"/>
                      <a:pt x="22" y="113"/>
                    </a:cubicBezTo>
                    <a:cubicBezTo>
                      <a:pt x="26" y="115"/>
                      <a:pt x="28" y="122"/>
                      <a:pt x="32" y="125"/>
                    </a:cubicBezTo>
                    <a:cubicBezTo>
                      <a:pt x="33" y="122"/>
                      <a:pt x="35" y="120"/>
                      <a:pt x="36" y="117"/>
                    </a:cubicBezTo>
                    <a:cubicBezTo>
                      <a:pt x="38" y="113"/>
                      <a:pt x="38" y="108"/>
                      <a:pt x="38" y="103"/>
                    </a:cubicBezTo>
                    <a:cubicBezTo>
                      <a:pt x="39" y="107"/>
                      <a:pt x="39" y="111"/>
                      <a:pt x="41" y="114"/>
                    </a:cubicBezTo>
                    <a:cubicBezTo>
                      <a:pt x="41" y="105"/>
                      <a:pt x="44" y="97"/>
                      <a:pt x="43" y="88"/>
                    </a:cubicBezTo>
                    <a:cubicBezTo>
                      <a:pt x="43" y="80"/>
                      <a:pt x="42" y="70"/>
                      <a:pt x="40" y="62"/>
                    </a:cubicBezTo>
                    <a:cubicBezTo>
                      <a:pt x="43" y="65"/>
                      <a:pt x="45" y="70"/>
                      <a:pt x="47" y="74"/>
                    </a:cubicBezTo>
                    <a:cubicBezTo>
                      <a:pt x="49" y="59"/>
                      <a:pt x="41" y="44"/>
                      <a:pt x="42" y="29"/>
                    </a:cubicBezTo>
                    <a:cubicBezTo>
                      <a:pt x="42" y="22"/>
                      <a:pt x="42" y="20"/>
                      <a:pt x="41" y="15"/>
                    </a:cubicBezTo>
                  </a:path>
                </a:pathLst>
              </a:custGeom>
              <a:solidFill>
                <a:srgbClr val="D1B8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312" name="Freeform 935">
                <a:extLst>
                  <a:ext uri="{FF2B5EF4-FFF2-40B4-BE49-F238E27FC236}">
                    <a16:creationId xmlns:a16="http://schemas.microsoft.com/office/drawing/2014/main" id="{058BB323-986C-456E-9099-111BF3A049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4" y="1071"/>
                <a:ext cx="79" cy="216"/>
              </a:xfrm>
              <a:custGeom>
                <a:avLst/>
                <a:gdLst>
                  <a:gd name="T0" fmla="*/ 85 w 41"/>
                  <a:gd name="T1" fmla="*/ 0 h 114"/>
                  <a:gd name="T2" fmla="*/ 200 w 41"/>
                  <a:gd name="T3" fmla="*/ 205 h 114"/>
                  <a:gd name="T4" fmla="*/ 200 w 41"/>
                  <a:gd name="T5" fmla="*/ 205 h 114"/>
                  <a:gd name="T6" fmla="*/ 156 w 41"/>
                  <a:gd name="T7" fmla="*/ 176 h 114"/>
                  <a:gd name="T8" fmla="*/ 256 w 41"/>
                  <a:gd name="T9" fmla="*/ 421 h 114"/>
                  <a:gd name="T10" fmla="*/ 208 w 41"/>
                  <a:gd name="T11" fmla="*/ 358 h 114"/>
                  <a:gd name="T12" fmla="*/ 256 w 41"/>
                  <a:gd name="T13" fmla="*/ 667 h 114"/>
                  <a:gd name="T14" fmla="*/ 224 w 41"/>
                  <a:gd name="T15" fmla="*/ 570 h 114"/>
                  <a:gd name="T16" fmla="*/ 92 w 41"/>
                  <a:gd name="T17" fmla="*/ 775 h 114"/>
                  <a:gd name="T18" fmla="*/ 92 w 41"/>
                  <a:gd name="T19" fmla="*/ 625 h 114"/>
                  <a:gd name="T20" fmla="*/ 56 w 41"/>
                  <a:gd name="T21" fmla="*/ 667 h 114"/>
                  <a:gd name="T22" fmla="*/ 77 w 41"/>
                  <a:gd name="T23" fmla="*/ 485 h 114"/>
                  <a:gd name="T24" fmla="*/ 29 w 41"/>
                  <a:gd name="T25" fmla="*/ 531 h 114"/>
                  <a:gd name="T26" fmla="*/ 37 w 41"/>
                  <a:gd name="T27" fmla="*/ 333 h 114"/>
                  <a:gd name="T28" fmla="*/ 8 w 41"/>
                  <a:gd name="T29" fmla="*/ 358 h 114"/>
                  <a:gd name="T30" fmla="*/ 8 w 41"/>
                  <a:gd name="T31" fmla="*/ 225 h 114"/>
                  <a:gd name="T32" fmla="*/ 37 w 41"/>
                  <a:gd name="T33" fmla="*/ 83 h 11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41" h="114">
                    <a:moveTo>
                      <a:pt x="12" y="0"/>
                    </a:moveTo>
                    <a:cubicBezTo>
                      <a:pt x="20" y="9"/>
                      <a:pt x="23" y="19"/>
                      <a:pt x="28" y="30"/>
                    </a:cubicBezTo>
                    <a:cubicBezTo>
                      <a:pt x="28" y="30"/>
                      <a:pt x="28" y="30"/>
                      <a:pt x="28" y="30"/>
                    </a:cubicBezTo>
                    <a:cubicBezTo>
                      <a:pt x="25" y="28"/>
                      <a:pt x="24" y="27"/>
                      <a:pt x="22" y="26"/>
                    </a:cubicBezTo>
                    <a:cubicBezTo>
                      <a:pt x="28" y="37"/>
                      <a:pt x="33" y="49"/>
                      <a:pt x="36" y="62"/>
                    </a:cubicBezTo>
                    <a:cubicBezTo>
                      <a:pt x="34" y="59"/>
                      <a:pt x="32" y="55"/>
                      <a:pt x="29" y="53"/>
                    </a:cubicBezTo>
                    <a:cubicBezTo>
                      <a:pt x="41" y="63"/>
                      <a:pt x="36" y="84"/>
                      <a:pt x="36" y="98"/>
                    </a:cubicBezTo>
                    <a:cubicBezTo>
                      <a:pt x="37" y="95"/>
                      <a:pt x="33" y="88"/>
                      <a:pt x="31" y="84"/>
                    </a:cubicBezTo>
                    <a:cubicBezTo>
                      <a:pt x="23" y="90"/>
                      <a:pt x="16" y="105"/>
                      <a:pt x="13" y="114"/>
                    </a:cubicBezTo>
                    <a:cubicBezTo>
                      <a:pt x="12" y="107"/>
                      <a:pt x="13" y="100"/>
                      <a:pt x="13" y="92"/>
                    </a:cubicBezTo>
                    <a:cubicBezTo>
                      <a:pt x="12" y="94"/>
                      <a:pt x="10" y="96"/>
                      <a:pt x="8" y="98"/>
                    </a:cubicBezTo>
                    <a:cubicBezTo>
                      <a:pt x="11" y="90"/>
                      <a:pt x="9" y="80"/>
                      <a:pt x="11" y="71"/>
                    </a:cubicBezTo>
                    <a:cubicBezTo>
                      <a:pt x="8" y="73"/>
                      <a:pt x="6" y="76"/>
                      <a:pt x="4" y="78"/>
                    </a:cubicBezTo>
                    <a:cubicBezTo>
                      <a:pt x="5" y="68"/>
                      <a:pt x="3" y="58"/>
                      <a:pt x="5" y="49"/>
                    </a:cubicBezTo>
                    <a:cubicBezTo>
                      <a:pt x="3" y="49"/>
                      <a:pt x="2" y="52"/>
                      <a:pt x="1" y="53"/>
                    </a:cubicBezTo>
                    <a:cubicBezTo>
                      <a:pt x="0" y="47"/>
                      <a:pt x="1" y="40"/>
                      <a:pt x="1" y="33"/>
                    </a:cubicBezTo>
                    <a:cubicBezTo>
                      <a:pt x="2" y="28"/>
                      <a:pt x="7" y="17"/>
                      <a:pt x="5" y="12"/>
                    </a:cubicBezTo>
                  </a:path>
                </a:pathLst>
              </a:custGeom>
              <a:solidFill>
                <a:srgbClr val="D1B8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313" name="Freeform 936">
                <a:extLst>
                  <a:ext uri="{FF2B5EF4-FFF2-40B4-BE49-F238E27FC236}">
                    <a16:creationId xmlns:a16="http://schemas.microsoft.com/office/drawing/2014/main" id="{06AB09A9-F560-418F-931B-E65687B679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2" y="1144"/>
                <a:ext cx="77" cy="167"/>
              </a:xfrm>
              <a:custGeom>
                <a:avLst/>
                <a:gdLst>
                  <a:gd name="T0" fmla="*/ 44 w 40"/>
                  <a:gd name="T1" fmla="*/ 0 h 88"/>
                  <a:gd name="T2" fmla="*/ 23 w 40"/>
                  <a:gd name="T3" fmla="*/ 101 h 88"/>
                  <a:gd name="T4" fmla="*/ 0 w 40"/>
                  <a:gd name="T5" fmla="*/ 220 h 88"/>
                  <a:gd name="T6" fmla="*/ 15 w 40"/>
                  <a:gd name="T7" fmla="*/ 192 h 88"/>
                  <a:gd name="T8" fmla="*/ 29 w 40"/>
                  <a:gd name="T9" fmla="*/ 364 h 88"/>
                  <a:gd name="T10" fmla="*/ 56 w 40"/>
                  <a:gd name="T11" fmla="*/ 296 h 88"/>
                  <a:gd name="T12" fmla="*/ 71 w 40"/>
                  <a:gd name="T13" fmla="*/ 436 h 88"/>
                  <a:gd name="T14" fmla="*/ 129 w 40"/>
                  <a:gd name="T15" fmla="*/ 602 h 88"/>
                  <a:gd name="T16" fmla="*/ 148 w 40"/>
                  <a:gd name="T17" fmla="*/ 478 h 88"/>
                  <a:gd name="T18" fmla="*/ 156 w 40"/>
                  <a:gd name="T19" fmla="*/ 541 h 88"/>
                  <a:gd name="T20" fmla="*/ 185 w 40"/>
                  <a:gd name="T21" fmla="*/ 478 h 88"/>
                  <a:gd name="T22" fmla="*/ 208 w 40"/>
                  <a:gd name="T23" fmla="*/ 404 h 88"/>
                  <a:gd name="T24" fmla="*/ 223 w 40"/>
                  <a:gd name="T25" fmla="*/ 473 h 88"/>
                  <a:gd name="T26" fmla="*/ 264 w 40"/>
                  <a:gd name="T27" fmla="*/ 281 h 88"/>
                  <a:gd name="T28" fmla="*/ 223 w 40"/>
                  <a:gd name="T29" fmla="*/ 152 h 88"/>
                  <a:gd name="T30" fmla="*/ 156 w 40"/>
                  <a:gd name="T31" fmla="*/ 32 h 88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40" h="88">
                    <a:moveTo>
                      <a:pt x="6" y="0"/>
                    </a:moveTo>
                    <a:cubicBezTo>
                      <a:pt x="6" y="5"/>
                      <a:pt x="4" y="10"/>
                      <a:pt x="3" y="15"/>
                    </a:cubicBezTo>
                    <a:cubicBezTo>
                      <a:pt x="2" y="20"/>
                      <a:pt x="1" y="27"/>
                      <a:pt x="0" y="32"/>
                    </a:cubicBezTo>
                    <a:cubicBezTo>
                      <a:pt x="0" y="31"/>
                      <a:pt x="1" y="29"/>
                      <a:pt x="2" y="28"/>
                    </a:cubicBezTo>
                    <a:cubicBezTo>
                      <a:pt x="2" y="36"/>
                      <a:pt x="1" y="46"/>
                      <a:pt x="4" y="53"/>
                    </a:cubicBezTo>
                    <a:cubicBezTo>
                      <a:pt x="4" y="49"/>
                      <a:pt x="7" y="46"/>
                      <a:pt x="8" y="43"/>
                    </a:cubicBezTo>
                    <a:cubicBezTo>
                      <a:pt x="8" y="50"/>
                      <a:pt x="8" y="57"/>
                      <a:pt x="10" y="64"/>
                    </a:cubicBezTo>
                    <a:cubicBezTo>
                      <a:pt x="13" y="72"/>
                      <a:pt x="15" y="80"/>
                      <a:pt x="18" y="88"/>
                    </a:cubicBezTo>
                    <a:cubicBezTo>
                      <a:pt x="17" y="83"/>
                      <a:pt x="19" y="75"/>
                      <a:pt x="21" y="70"/>
                    </a:cubicBezTo>
                    <a:cubicBezTo>
                      <a:pt x="22" y="73"/>
                      <a:pt x="21" y="76"/>
                      <a:pt x="22" y="79"/>
                    </a:cubicBezTo>
                    <a:cubicBezTo>
                      <a:pt x="23" y="76"/>
                      <a:pt x="25" y="73"/>
                      <a:pt x="26" y="70"/>
                    </a:cubicBezTo>
                    <a:cubicBezTo>
                      <a:pt x="28" y="66"/>
                      <a:pt x="28" y="63"/>
                      <a:pt x="29" y="59"/>
                    </a:cubicBezTo>
                    <a:cubicBezTo>
                      <a:pt x="31" y="62"/>
                      <a:pt x="31" y="65"/>
                      <a:pt x="31" y="69"/>
                    </a:cubicBezTo>
                    <a:cubicBezTo>
                      <a:pt x="40" y="62"/>
                      <a:pt x="40" y="51"/>
                      <a:pt x="37" y="41"/>
                    </a:cubicBezTo>
                    <a:cubicBezTo>
                      <a:pt x="36" y="35"/>
                      <a:pt x="34" y="28"/>
                      <a:pt x="31" y="22"/>
                    </a:cubicBezTo>
                    <a:cubicBezTo>
                      <a:pt x="29" y="16"/>
                      <a:pt x="25" y="11"/>
                      <a:pt x="22" y="5"/>
                    </a:cubicBezTo>
                  </a:path>
                </a:pathLst>
              </a:custGeom>
              <a:solidFill>
                <a:srgbClr val="D1B8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314" name="Freeform 937">
                <a:extLst>
                  <a:ext uri="{FF2B5EF4-FFF2-40B4-BE49-F238E27FC236}">
                    <a16:creationId xmlns:a16="http://schemas.microsoft.com/office/drawing/2014/main" id="{961DF961-D76A-4F5B-9D17-E38864F17E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9" y="735"/>
                <a:ext cx="46" cy="85"/>
              </a:xfrm>
              <a:custGeom>
                <a:avLst/>
                <a:gdLst>
                  <a:gd name="T0" fmla="*/ 155 w 24"/>
                  <a:gd name="T1" fmla="*/ 128 h 45"/>
                  <a:gd name="T2" fmla="*/ 100 w 24"/>
                  <a:gd name="T3" fmla="*/ 304 h 45"/>
                  <a:gd name="T4" fmla="*/ 140 w 24"/>
                  <a:gd name="T5" fmla="*/ 168 h 45"/>
                  <a:gd name="T6" fmla="*/ 84 w 24"/>
                  <a:gd name="T7" fmla="*/ 213 h 45"/>
                  <a:gd name="T8" fmla="*/ 107 w 24"/>
                  <a:gd name="T9" fmla="*/ 144 h 45"/>
                  <a:gd name="T10" fmla="*/ 29 w 24"/>
                  <a:gd name="T11" fmla="*/ 168 h 45"/>
                  <a:gd name="T12" fmla="*/ 63 w 24"/>
                  <a:gd name="T13" fmla="*/ 113 h 45"/>
                  <a:gd name="T14" fmla="*/ 44 w 24"/>
                  <a:gd name="T15" fmla="*/ 60 h 45"/>
                  <a:gd name="T16" fmla="*/ 8 w 24"/>
                  <a:gd name="T17" fmla="*/ 47 h 45"/>
                  <a:gd name="T18" fmla="*/ 44 w 24"/>
                  <a:gd name="T19" fmla="*/ 28 h 45"/>
                  <a:gd name="T20" fmla="*/ 23 w 24"/>
                  <a:gd name="T21" fmla="*/ 15 h 45"/>
                  <a:gd name="T22" fmla="*/ 161 w 24"/>
                  <a:gd name="T23" fmla="*/ 28 h 45"/>
                  <a:gd name="T24" fmla="*/ 161 w 24"/>
                  <a:gd name="T25" fmla="*/ 136 h 4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4" h="45">
                    <a:moveTo>
                      <a:pt x="22" y="19"/>
                    </a:moveTo>
                    <a:cubicBezTo>
                      <a:pt x="24" y="29"/>
                      <a:pt x="20" y="37"/>
                      <a:pt x="14" y="45"/>
                    </a:cubicBezTo>
                    <a:cubicBezTo>
                      <a:pt x="18" y="41"/>
                      <a:pt x="20" y="31"/>
                      <a:pt x="20" y="25"/>
                    </a:cubicBezTo>
                    <a:cubicBezTo>
                      <a:pt x="18" y="28"/>
                      <a:pt x="15" y="31"/>
                      <a:pt x="12" y="32"/>
                    </a:cubicBezTo>
                    <a:cubicBezTo>
                      <a:pt x="13" y="28"/>
                      <a:pt x="15" y="25"/>
                      <a:pt x="15" y="21"/>
                    </a:cubicBezTo>
                    <a:cubicBezTo>
                      <a:pt x="11" y="22"/>
                      <a:pt x="7" y="23"/>
                      <a:pt x="4" y="25"/>
                    </a:cubicBezTo>
                    <a:cubicBezTo>
                      <a:pt x="4" y="22"/>
                      <a:pt x="7" y="20"/>
                      <a:pt x="9" y="17"/>
                    </a:cubicBezTo>
                    <a:cubicBezTo>
                      <a:pt x="0" y="17"/>
                      <a:pt x="2" y="14"/>
                      <a:pt x="6" y="9"/>
                    </a:cubicBezTo>
                    <a:cubicBezTo>
                      <a:pt x="4" y="9"/>
                      <a:pt x="3" y="8"/>
                      <a:pt x="1" y="7"/>
                    </a:cubicBezTo>
                    <a:cubicBezTo>
                      <a:pt x="3" y="6"/>
                      <a:pt x="4" y="5"/>
                      <a:pt x="6" y="4"/>
                    </a:cubicBezTo>
                    <a:cubicBezTo>
                      <a:pt x="5" y="4"/>
                      <a:pt x="4" y="2"/>
                      <a:pt x="3" y="2"/>
                    </a:cubicBezTo>
                    <a:cubicBezTo>
                      <a:pt x="10" y="0"/>
                      <a:pt x="16" y="4"/>
                      <a:pt x="23" y="4"/>
                    </a:cubicBezTo>
                    <a:cubicBezTo>
                      <a:pt x="23" y="9"/>
                      <a:pt x="22" y="15"/>
                      <a:pt x="23" y="20"/>
                    </a:cubicBezTo>
                  </a:path>
                </a:pathLst>
              </a:custGeom>
              <a:solidFill>
                <a:srgbClr val="E0CA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315" name="Freeform 938">
                <a:extLst>
                  <a:ext uri="{FF2B5EF4-FFF2-40B4-BE49-F238E27FC236}">
                    <a16:creationId xmlns:a16="http://schemas.microsoft.com/office/drawing/2014/main" id="{A57AB28C-EE45-435A-91FF-2B9A962C91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7" y="731"/>
                <a:ext cx="44" cy="74"/>
              </a:xfrm>
              <a:custGeom>
                <a:avLst/>
                <a:gdLst>
                  <a:gd name="T0" fmla="*/ 8 w 23"/>
                  <a:gd name="T1" fmla="*/ 28 h 39"/>
                  <a:gd name="T2" fmla="*/ 8 w 23"/>
                  <a:gd name="T3" fmla="*/ 165 h 39"/>
                  <a:gd name="T4" fmla="*/ 84 w 23"/>
                  <a:gd name="T5" fmla="*/ 266 h 39"/>
                  <a:gd name="T6" fmla="*/ 55 w 23"/>
                  <a:gd name="T7" fmla="*/ 129 h 39"/>
                  <a:gd name="T8" fmla="*/ 121 w 23"/>
                  <a:gd name="T9" fmla="*/ 220 h 39"/>
                  <a:gd name="T10" fmla="*/ 84 w 23"/>
                  <a:gd name="T11" fmla="*/ 108 h 39"/>
                  <a:gd name="T12" fmla="*/ 161 w 23"/>
                  <a:gd name="T13" fmla="*/ 144 h 39"/>
                  <a:gd name="T14" fmla="*/ 77 w 23"/>
                  <a:gd name="T15" fmla="*/ 53 h 39"/>
                  <a:gd name="T16" fmla="*/ 161 w 23"/>
                  <a:gd name="T17" fmla="*/ 76 h 39"/>
                  <a:gd name="T18" fmla="*/ 15 w 23"/>
                  <a:gd name="T19" fmla="*/ 28 h 3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3" h="39">
                    <a:moveTo>
                      <a:pt x="1" y="4"/>
                    </a:moveTo>
                    <a:cubicBezTo>
                      <a:pt x="2" y="11"/>
                      <a:pt x="0" y="18"/>
                      <a:pt x="1" y="24"/>
                    </a:cubicBezTo>
                    <a:cubicBezTo>
                      <a:pt x="5" y="26"/>
                      <a:pt x="11" y="34"/>
                      <a:pt x="12" y="39"/>
                    </a:cubicBezTo>
                    <a:cubicBezTo>
                      <a:pt x="13" y="31"/>
                      <a:pt x="11" y="25"/>
                      <a:pt x="8" y="19"/>
                    </a:cubicBezTo>
                    <a:cubicBezTo>
                      <a:pt x="12" y="22"/>
                      <a:pt x="13" y="29"/>
                      <a:pt x="17" y="32"/>
                    </a:cubicBezTo>
                    <a:cubicBezTo>
                      <a:pt x="16" y="26"/>
                      <a:pt x="13" y="21"/>
                      <a:pt x="12" y="16"/>
                    </a:cubicBezTo>
                    <a:cubicBezTo>
                      <a:pt x="16" y="18"/>
                      <a:pt x="20" y="18"/>
                      <a:pt x="23" y="21"/>
                    </a:cubicBezTo>
                    <a:cubicBezTo>
                      <a:pt x="21" y="16"/>
                      <a:pt x="15" y="11"/>
                      <a:pt x="11" y="8"/>
                    </a:cubicBezTo>
                    <a:cubicBezTo>
                      <a:pt x="15" y="8"/>
                      <a:pt x="19" y="10"/>
                      <a:pt x="23" y="11"/>
                    </a:cubicBezTo>
                    <a:cubicBezTo>
                      <a:pt x="16" y="11"/>
                      <a:pt x="10" y="0"/>
                      <a:pt x="2" y="4"/>
                    </a:cubicBezTo>
                  </a:path>
                </a:pathLst>
              </a:custGeom>
              <a:solidFill>
                <a:srgbClr val="E0CA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316" name="Freeform 939">
                <a:extLst>
                  <a:ext uri="{FF2B5EF4-FFF2-40B4-BE49-F238E27FC236}">
                    <a16:creationId xmlns:a16="http://schemas.microsoft.com/office/drawing/2014/main" id="{0992938C-FFE8-4E8F-B2DD-66EC5427B8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4" y="790"/>
                <a:ext cx="61" cy="116"/>
              </a:xfrm>
              <a:custGeom>
                <a:avLst/>
                <a:gdLst>
                  <a:gd name="T0" fmla="*/ 153 w 32"/>
                  <a:gd name="T1" fmla="*/ 15 h 61"/>
                  <a:gd name="T2" fmla="*/ 0 w 32"/>
                  <a:gd name="T3" fmla="*/ 344 h 61"/>
                  <a:gd name="T4" fmla="*/ 61 w 32"/>
                  <a:gd name="T5" fmla="*/ 213 h 61"/>
                  <a:gd name="T6" fmla="*/ 29 w 32"/>
                  <a:gd name="T7" fmla="*/ 314 h 61"/>
                  <a:gd name="T8" fmla="*/ 137 w 32"/>
                  <a:gd name="T9" fmla="*/ 173 h 61"/>
                  <a:gd name="T10" fmla="*/ 40 w 32"/>
                  <a:gd name="T11" fmla="*/ 420 h 61"/>
                  <a:gd name="T12" fmla="*/ 137 w 32"/>
                  <a:gd name="T13" fmla="*/ 253 h 61"/>
                  <a:gd name="T14" fmla="*/ 137 w 32"/>
                  <a:gd name="T15" fmla="*/ 268 h 61"/>
                  <a:gd name="T16" fmla="*/ 221 w 32"/>
                  <a:gd name="T17" fmla="*/ 84 h 61"/>
                  <a:gd name="T18" fmla="*/ 168 w 32"/>
                  <a:gd name="T19" fmla="*/ 116 h 61"/>
                  <a:gd name="T20" fmla="*/ 208 w 32"/>
                  <a:gd name="T21" fmla="*/ 36 h 61"/>
                  <a:gd name="T22" fmla="*/ 168 w 32"/>
                  <a:gd name="T23" fmla="*/ 55 h 61"/>
                  <a:gd name="T24" fmla="*/ 185 w 32"/>
                  <a:gd name="T25" fmla="*/ 0 h 61"/>
                  <a:gd name="T26" fmla="*/ 145 w 32"/>
                  <a:gd name="T27" fmla="*/ 29 h 6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2" h="61">
                    <a:moveTo>
                      <a:pt x="22" y="2"/>
                    </a:moveTo>
                    <a:cubicBezTo>
                      <a:pt x="8" y="10"/>
                      <a:pt x="0" y="35"/>
                      <a:pt x="0" y="50"/>
                    </a:cubicBezTo>
                    <a:cubicBezTo>
                      <a:pt x="1" y="43"/>
                      <a:pt x="5" y="37"/>
                      <a:pt x="9" y="31"/>
                    </a:cubicBezTo>
                    <a:cubicBezTo>
                      <a:pt x="7" y="36"/>
                      <a:pt x="3" y="41"/>
                      <a:pt x="4" y="46"/>
                    </a:cubicBezTo>
                    <a:cubicBezTo>
                      <a:pt x="9" y="39"/>
                      <a:pt x="13" y="31"/>
                      <a:pt x="20" y="25"/>
                    </a:cubicBezTo>
                    <a:cubicBezTo>
                      <a:pt x="12" y="35"/>
                      <a:pt x="8" y="49"/>
                      <a:pt x="6" y="61"/>
                    </a:cubicBezTo>
                    <a:cubicBezTo>
                      <a:pt x="11" y="53"/>
                      <a:pt x="16" y="45"/>
                      <a:pt x="20" y="37"/>
                    </a:cubicBezTo>
                    <a:cubicBezTo>
                      <a:pt x="20" y="38"/>
                      <a:pt x="20" y="39"/>
                      <a:pt x="20" y="39"/>
                    </a:cubicBezTo>
                    <a:cubicBezTo>
                      <a:pt x="23" y="30"/>
                      <a:pt x="29" y="21"/>
                      <a:pt x="32" y="12"/>
                    </a:cubicBezTo>
                    <a:cubicBezTo>
                      <a:pt x="29" y="13"/>
                      <a:pt x="27" y="16"/>
                      <a:pt x="24" y="17"/>
                    </a:cubicBezTo>
                    <a:cubicBezTo>
                      <a:pt x="24" y="13"/>
                      <a:pt x="28" y="9"/>
                      <a:pt x="30" y="5"/>
                    </a:cubicBezTo>
                    <a:cubicBezTo>
                      <a:pt x="27" y="5"/>
                      <a:pt x="25" y="6"/>
                      <a:pt x="24" y="8"/>
                    </a:cubicBezTo>
                    <a:cubicBezTo>
                      <a:pt x="24" y="5"/>
                      <a:pt x="26" y="3"/>
                      <a:pt x="27" y="0"/>
                    </a:cubicBezTo>
                    <a:cubicBezTo>
                      <a:pt x="25" y="1"/>
                      <a:pt x="23" y="3"/>
                      <a:pt x="21" y="4"/>
                    </a:cubicBezTo>
                  </a:path>
                </a:pathLst>
              </a:custGeom>
              <a:solidFill>
                <a:srgbClr val="E0CA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317" name="Freeform 940">
                <a:extLst>
                  <a:ext uri="{FF2B5EF4-FFF2-40B4-BE49-F238E27FC236}">
                    <a16:creationId xmlns:a16="http://schemas.microsoft.com/office/drawing/2014/main" id="{36589980-E62C-48CA-A134-664E51070A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3" y="788"/>
                <a:ext cx="55" cy="104"/>
              </a:xfrm>
              <a:custGeom>
                <a:avLst/>
                <a:gdLst>
                  <a:gd name="T0" fmla="*/ 21 w 29"/>
                  <a:gd name="T1" fmla="*/ 108 h 55"/>
                  <a:gd name="T2" fmla="*/ 61 w 29"/>
                  <a:gd name="T3" fmla="*/ 229 h 55"/>
                  <a:gd name="T4" fmla="*/ 61 w 29"/>
                  <a:gd name="T5" fmla="*/ 182 h 55"/>
                  <a:gd name="T6" fmla="*/ 176 w 29"/>
                  <a:gd name="T7" fmla="*/ 373 h 55"/>
                  <a:gd name="T8" fmla="*/ 144 w 29"/>
                  <a:gd name="T9" fmla="*/ 250 h 55"/>
                  <a:gd name="T10" fmla="*/ 197 w 29"/>
                  <a:gd name="T11" fmla="*/ 312 h 55"/>
                  <a:gd name="T12" fmla="*/ 116 w 29"/>
                  <a:gd name="T13" fmla="*/ 149 h 55"/>
                  <a:gd name="T14" fmla="*/ 129 w 29"/>
                  <a:gd name="T15" fmla="*/ 168 h 55"/>
                  <a:gd name="T16" fmla="*/ 137 w 29"/>
                  <a:gd name="T17" fmla="*/ 129 h 55"/>
                  <a:gd name="T18" fmla="*/ 165 w 29"/>
                  <a:gd name="T19" fmla="*/ 161 h 55"/>
                  <a:gd name="T20" fmla="*/ 101 w 29"/>
                  <a:gd name="T21" fmla="*/ 0 h 55"/>
                  <a:gd name="T22" fmla="*/ 116 w 29"/>
                  <a:gd name="T23" fmla="*/ 53 h 55"/>
                  <a:gd name="T24" fmla="*/ 61 w 29"/>
                  <a:gd name="T25" fmla="*/ 15 h 55"/>
                  <a:gd name="T26" fmla="*/ 76 w 29"/>
                  <a:gd name="T27" fmla="*/ 100 h 55"/>
                  <a:gd name="T28" fmla="*/ 47 w 29"/>
                  <a:gd name="T29" fmla="*/ 68 h 55"/>
                  <a:gd name="T30" fmla="*/ 61 w 29"/>
                  <a:gd name="T31" fmla="*/ 121 h 55"/>
                  <a:gd name="T32" fmla="*/ 8 w 29"/>
                  <a:gd name="T33" fmla="*/ 81 h 55"/>
                  <a:gd name="T34" fmla="*/ 21 w 29"/>
                  <a:gd name="T35" fmla="*/ 115 h 5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29" h="55">
                    <a:moveTo>
                      <a:pt x="3" y="16"/>
                    </a:moveTo>
                    <a:cubicBezTo>
                      <a:pt x="1" y="21"/>
                      <a:pt x="8" y="28"/>
                      <a:pt x="9" y="34"/>
                    </a:cubicBezTo>
                    <a:cubicBezTo>
                      <a:pt x="9" y="32"/>
                      <a:pt x="9" y="30"/>
                      <a:pt x="9" y="27"/>
                    </a:cubicBezTo>
                    <a:cubicBezTo>
                      <a:pt x="12" y="36"/>
                      <a:pt x="22" y="45"/>
                      <a:pt x="26" y="55"/>
                    </a:cubicBezTo>
                    <a:cubicBezTo>
                      <a:pt x="25" y="48"/>
                      <a:pt x="23" y="43"/>
                      <a:pt x="21" y="37"/>
                    </a:cubicBezTo>
                    <a:cubicBezTo>
                      <a:pt x="24" y="39"/>
                      <a:pt x="27" y="42"/>
                      <a:pt x="29" y="46"/>
                    </a:cubicBezTo>
                    <a:cubicBezTo>
                      <a:pt x="26" y="36"/>
                      <a:pt x="22" y="30"/>
                      <a:pt x="17" y="22"/>
                    </a:cubicBezTo>
                    <a:cubicBezTo>
                      <a:pt x="18" y="23"/>
                      <a:pt x="18" y="24"/>
                      <a:pt x="19" y="25"/>
                    </a:cubicBezTo>
                    <a:cubicBezTo>
                      <a:pt x="18" y="23"/>
                      <a:pt x="18" y="20"/>
                      <a:pt x="20" y="19"/>
                    </a:cubicBezTo>
                    <a:cubicBezTo>
                      <a:pt x="21" y="20"/>
                      <a:pt x="23" y="22"/>
                      <a:pt x="24" y="24"/>
                    </a:cubicBezTo>
                    <a:cubicBezTo>
                      <a:pt x="27" y="17"/>
                      <a:pt x="19" y="5"/>
                      <a:pt x="15" y="0"/>
                    </a:cubicBezTo>
                    <a:cubicBezTo>
                      <a:pt x="16" y="3"/>
                      <a:pt x="17" y="5"/>
                      <a:pt x="17" y="8"/>
                    </a:cubicBezTo>
                    <a:cubicBezTo>
                      <a:pt x="14" y="7"/>
                      <a:pt x="12" y="4"/>
                      <a:pt x="9" y="2"/>
                    </a:cubicBezTo>
                    <a:cubicBezTo>
                      <a:pt x="9" y="7"/>
                      <a:pt x="12" y="11"/>
                      <a:pt x="11" y="15"/>
                    </a:cubicBezTo>
                    <a:cubicBezTo>
                      <a:pt x="10" y="14"/>
                      <a:pt x="7" y="11"/>
                      <a:pt x="7" y="10"/>
                    </a:cubicBezTo>
                    <a:cubicBezTo>
                      <a:pt x="7" y="13"/>
                      <a:pt x="8" y="15"/>
                      <a:pt x="9" y="18"/>
                    </a:cubicBezTo>
                    <a:cubicBezTo>
                      <a:pt x="6" y="16"/>
                      <a:pt x="5" y="12"/>
                      <a:pt x="1" y="12"/>
                    </a:cubicBezTo>
                    <a:cubicBezTo>
                      <a:pt x="0" y="15"/>
                      <a:pt x="1" y="16"/>
                      <a:pt x="3" y="17"/>
                    </a:cubicBezTo>
                  </a:path>
                </a:pathLst>
              </a:custGeom>
              <a:solidFill>
                <a:srgbClr val="E0CA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318" name="Freeform 941">
                <a:extLst>
                  <a:ext uri="{FF2B5EF4-FFF2-40B4-BE49-F238E27FC236}">
                    <a16:creationId xmlns:a16="http://schemas.microsoft.com/office/drawing/2014/main" id="{9903F149-03D5-49CB-807C-AB9A75F95C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7" y="845"/>
                <a:ext cx="76" cy="55"/>
              </a:xfrm>
              <a:custGeom>
                <a:avLst/>
                <a:gdLst>
                  <a:gd name="T0" fmla="*/ 55 w 40"/>
                  <a:gd name="T1" fmla="*/ 137 h 29"/>
                  <a:gd name="T2" fmla="*/ 177 w 40"/>
                  <a:gd name="T3" fmla="*/ 0 h 29"/>
                  <a:gd name="T4" fmla="*/ 129 w 40"/>
                  <a:gd name="T5" fmla="*/ 97 h 29"/>
                  <a:gd name="T6" fmla="*/ 268 w 40"/>
                  <a:gd name="T7" fmla="*/ 8 h 29"/>
                  <a:gd name="T8" fmla="*/ 165 w 40"/>
                  <a:gd name="T9" fmla="*/ 116 h 29"/>
                  <a:gd name="T10" fmla="*/ 274 w 40"/>
                  <a:gd name="T11" fmla="*/ 61 h 29"/>
                  <a:gd name="T12" fmla="*/ 192 w 40"/>
                  <a:gd name="T13" fmla="*/ 129 h 29"/>
                  <a:gd name="T14" fmla="*/ 97 w 40"/>
                  <a:gd name="T15" fmla="*/ 165 h 29"/>
                  <a:gd name="T16" fmla="*/ 144 w 40"/>
                  <a:gd name="T17" fmla="*/ 101 h 29"/>
                  <a:gd name="T18" fmla="*/ 0 w 40"/>
                  <a:gd name="T19" fmla="*/ 197 h 29"/>
                  <a:gd name="T20" fmla="*/ 91 w 40"/>
                  <a:gd name="T21" fmla="*/ 116 h 2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0" h="29">
                    <a:moveTo>
                      <a:pt x="8" y="20"/>
                    </a:moveTo>
                    <a:cubicBezTo>
                      <a:pt x="14" y="14"/>
                      <a:pt x="20" y="6"/>
                      <a:pt x="26" y="0"/>
                    </a:cubicBezTo>
                    <a:cubicBezTo>
                      <a:pt x="24" y="4"/>
                      <a:pt x="21" y="9"/>
                      <a:pt x="19" y="14"/>
                    </a:cubicBezTo>
                    <a:cubicBezTo>
                      <a:pt x="25" y="10"/>
                      <a:pt x="34" y="5"/>
                      <a:pt x="39" y="1"/>
                    </a:cubicBezTo>
                    <a:cubicBezTo>
                      <a:pt x="35" y="7"/>
                      <a:pt x="28" y="11"/>
                      <a:pt x="24" y="17"/>
                    </a:cubicBezTo>
                    <a:cubicBezTo>
                      <a:pt x="29" y="14"/>
                      <a:pt x="35" y="14"/>
                      <a:pt x="40" y="9"/>
                    </a:cubicBezTo>
                    <a:cubicBezTo>
                      <a:pt x="36" y="12"/>
                      <a:pt x="33" y="17"/>
                      <a:pt x="28" y="19"/>
                    </a:cubicBezTo>
                    <a:cubicBezTo>
                      <a:pt x="23" y="20"/>
                      <a:pt x="18" y="21"/>
                      <a:pt x="14" y="24"/>
                    </a:cubicBezTo>
                    <a:cubicBezTo>
                      <a:pt x="16" y="21"/>
                      <a:pt x="19" y="18"/>
                      <a:pt x="21" y="15"/>
                    </a:cubicBezTo>
                    <a:cubicBezTo>
                      <a:pt x="14" y="19"/>
                      <a:pt x="7" y="24"/>
                      <a:pt x="0" y="29"/>
                    </a:cubicBezTo>
                    <a:cubicBezTo>
                      <a:pt x="3" y="25"/>
                      <a:pt x="8" y="20"/>
                      <a:pt x="13" y="17"/>
                    </a:cubicBezTo>
                  </a:path>
                </a:pathLst>
              </a:custGeom>
              <a:solidFill>
                <a:srgbClr val="E0CA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319" name="Freeform 942">
                <a:extLst>
                  <a:ext uri="{FF2B5EF4-FFF2-40B4-BE49-F238E27FC236}">
                    <a16:creationId xmlns:a16="http://schemas.microsoft.com/office/drawing/2014/main" id="{1845E865-BA51-4CD7-979A-FAEA298D94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4" y="1091"/>
                <a:ext cx="34" cy="114"/>
              </a:xfrm>
              <a:custGeom>
                <a:avLst/>
                <a:gdLst>
                  <a:gd name="T0" fmla="*/ 121 w 18"/>
                  <a:gd name="T1" fmla="*/ 0 h 60"/>
                  <a:gd name="T2" fmla="*/ 76 w 18"/>
                  <a:gd name="T3" fmla="*/ 84 h 60"/>
                  <a:gd name="T4" fmla="*/ 93 w 18"/>
                  <a:gd name="T5" fmla="*/ 68 h 60"/>
                  <a:gd name="T6" fmla="*/ 0 w 18"/>
                  <a:gd name="T7" fmla="*/ 205 h 60"/>
                  <a:gd name="T8" fmla="*/ 60 w 18"/>
                  <a:gd name="T9" fmla="*/ 173 h 60"/>
                  <a:gd name="T10" fmla="*/ 0 w 18"/>
                  <a:gd name="T11" fmla="*/ 412 h 60"/>
                  <a:gd name="T12" fmla="*/ 89 w 18"/>
                  <a:gd name="T13" fmla="*/ 241 h 60"/>
                  <a:gd name="T14" fmla="*/ 76 w 18"/>
                  <a:gd name="T15" fmla="*/ 281 h 60"/>
                  <a:gd name="T16" fmla="*/ 113 w 18"/>
                  <a:gd name="T17" fmla="*/ 129 h 60"/>
                  <a:gd name="T18" fmla="*/ 89 w 18"/>
                  <a:gd name="T19" fmla="*/ 165 h 60"/>
                  <a:gd name="T20" fmla="*/ 113 w 18"/>
                  <a:gd name="T21" fmla="*/ 15 h 6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8" h="60">
                    <a:moveTo>
                      <a:pt x="18" y="0"/>
                    </a:moveTo>
                    <a:cubicBezTo>
                      <a:pt x="16" y="4"/>
                      <a:pt x="13" y="8"/>
                      <a:pt x="11" y="12"/>
                    </a:cubicBezTo>
                    <a:cubicBezTo>
                      <a:pt x="12" y="11"/>
                      <a:pt x="13" y="10"/>
                      <a:pt x="14" y="10"/>
                    </a:cubicBezTo>
                    <a:cubicBezTo>
                      <a:pt x="11" y="18"/>
                      <a:pt x="7" y="24"/>
                      <a:pt x="0" y="30"/>
                    </a:cubicBezTo>
                    <a:cubicBezTo>
                      <a:pt x="3" y="29"/>
                      <a:pt x="6" y="27"/>
                      <a:pt x="9" y="25"/>
                    </a:cubicBezTo>
                    <a:cubicBezTo>
                      <a:pt x="5" y="37"/>
                      <a:pt x="0" y="47"/>
                      <a:pt x="0" y="60"/>
                    </a:cubicBezTo>
                    <a:cubicBezTo>
                      <a:pt x="3" y="51"/>
                      <a:pt x="9" y="44"/>
                      <a:pt x="13" y="35"/>
                    </a:cubicBezTo>
                    <a:cubicBezTo>
                      <a:pt x="12" y="37"/>
                      <a:pt x="12" y="39"/>
                      <a:pt x="11" y="41"/>
                    </a:cubicBezTo>
                    <a:cubicBezTo>
                      <a:pt x="14" y="35"/>
                      <a:pt x="14" y="26"/>
                      <a:pt x="17" y="19"/>
                    </a:cubicBezTo>
                    <a:cubicBezTo>
                      <a:pt x="15" y="20"/>
                      <a:pt x="14" y="22"/>
                      <a:pt x="13" y="24"/>
                    </a:cubicBezTo>
                    <a:cubicBezTo>
                      <a:pt x="17" y="17"/>
                      <a:pt x="17" y="10"/>
                      <a:pt x="17" y="2"/>
                    </a:cubicBezTo>
                  </a:path>
                </a:pathLst>
              </a:custGeom>
              <a:solidFill>
                <a:srgbClr val="E0CA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320" name="Freeform 943">
                <a:extLst>
                  <a:ext uri="{FF2B5EF4-FFF2-40B4-BE49-F238E27FC236}">
                    <a16:creationId xmlns:a16="http://schemas.microsoft.com/office/drawing/2014/main" id="{7B1520C0-FE49-4B11-8A8F-B47721F7F0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6" y="1097"/>
                <a:ext cx="31" cy="140"/>
              </a:xfrm>
              <a:custGeom>
                <a:avLst/>
                <a:gdLst>
                  <a:gd name="T0" fmla="*/ 60 w 16"/>
                  <a:gd name="T1" fmla="*/ 0 h 74"/>
                  <a:gd name="T2" fmla="*/ 37 w 16"/>
                  <a:gd name="T3" fmla="*/ 168 h 74"/>
                  <a:gd name="T4" fmla="*/ 64 w 16"/>
                  <a:gd name="T5" fmla="*/ 129 h 74"/>
                  <a:gd name="T6" fmla="*/ 52 w 16"/>
                  <a:gd name="T7" fmla="*/ 373 h 74"/>
                  <a:gd name="T8" fmla="*/ 79 w 16"/>
                  <a:gd name="T9" fmla="*/ 244 h 74"/>
                  <a:gd name="T10" fmla="*/ 72 w 16"/>
                  <a:gd name="T11" fmla="*/ 312 h 74"/>
                  <a:gd name="T12" fmla="*/ 109 w 16"/>
                  <a:gd name="T13" fmla="*/ 501 h 74"/>
                  <a:gd name="T14" fmla="*/ 101 w 16"/>
                  <a:gd name="T15" fmla="*/ 265 h 74"/>
                  <a:gd name="T16" fmla="*/ 87 w 16"/>
                  <a:gd name="T17" fmla="*/ 149 h 74"/>
                  <a:gd name="T18" fmla="*/ 101 w 16"/>
                  <a:gd name="T19" fmla="*/ 161 h 74"/>
                  <a:gd name="T20" fmla="*/ 72 w 16"/>
                  <a:gd name="T21" fmla="*/ 0 h 7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6" h="74">
                    <a:moveTo>
                      <a:pt x="8" y="0"/>
                    </a:moveTo>
                    <a:cubicBezTo>
                      <a:pt x="10" y="9"/>
                      <a:pt x="6" y="17"/>
                      <a:pt x="5" y="25"/>
                    </a:cubicBezTo>
                    <a:cubicBezTo>
                      <a:pt x="6" y="23"/>
                      <a:pt x="8" y="21"/>
                      <a:pt x="9" y="19"/>
                    </a:cubicBezTo>
                    <a:cubicBezTo>
                      <a:pt x="9" y="29"/>
                      <a:pt x="0" y="46"/>
                      <a:pt x="7" y="55"/>
                    </a:cubicBezTo>
                    <a:cubicBezTo>
                      <a:pt x="6" y="48"/>
                      <a:pt x="9" y="43"/>
                      <a:pt x="11" y="36"/>
                    </a:cubicBezTo>
                    <a:cubicBezTo>
                      <a:pt x="12" y="39"/>
                      <a:pt x="11" y="43"/>
                      <a:pt x="10" y="46"/>
                    </a:cubicBezTo>
                    <a:cubicBezTo>
                      <a:pt x="10" y="55"/>
                      <a:pt x="11" y="67"/>
                      <a:pt x="15" y="74"/>
                    </a:cubicBezTo>
                    <a:cubicBezTo>
                      <a:pt x="16" y="63"/>
                      <a:pt x="14" y="50"/>
                      <a:pt x="14" y="39"/>
                    </a:cubicBezTo>
                    <a:cubicBezTo>
                      <a:pt x="14" y="32"/>
                      <a:pt x="12" y="28"/>
                      <a:pt x="12" y="22"/>
                    </a:cubicBezTo>
                    <a:cubicBezTo>
                      <a:pt x="12" y="23"/>
                      <a:pt x="14" y="23"/>
                      <a:pt x="14" y="24"/>
                    </a:cubicBezTo>
                    <a:cubicBezTo>
                      <a:pt x="15" y="17"/>
                      <a:pt x="12" y="6"/>
                      <a:pt x="10" y="0"/>
                    </a:cubicBezTo>
                  </a:path>
                </a:pathLst>
              </a:custGeom>
              <a:solidFill>
                <a:srgbClr val="E0CA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321" name="Freeform 944">
                <a:extLst>
                  <a:ext uri="{FF2B5EF4-FFF2-40B4-BE49-F238E27FC236}">
                    <a16:creationId xmlns:a16="http://schemas.microsoft.com/office/drawing/2014/main" id="{1D22EFE7-BD97-4EFD-97A8-34A5BECE03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2" y="1197"/>
                <a:ext cx="30" cy="90"/>
              </a:xfrm>
              <a:custGeom>
                <a:avLst/>
                <a:gdLst>
                  <a:gd name="T0" fmla="*/ 81 w 16"/>
                  <a:gd name="T1" fmla="*/ 0 h 47"/>
                  <a:gd name="T2" fmla="*/ 0 w 16"/>
                  <a:gd name="T3" fmla="*/ 329 h 47"/>
                  <a:gd name="T4" fmla="*/ 39 w 16"/>
                  <a:gd name="T5" fmla="*/ 191 h 47"/>
                  <a:gd name="T6" fmla="*/ 32 w 16"/>
                  <a:gd name="T7" fmla="*/ 237 h 47"/>
                  <a:gd name="T8" fmla="*/ 60 w 16"/>
                  <a:gd name="T9" fmla="*/ 205 h 47"/>
                  <a:gd name="T10" fmla="*/ 105 w 16"/>
                  <a:gd name="T11" fmla="*/ 308 h 47"/>
                  <a:gd name="T12" fmla="*/ 73 w 16"/>
                  <a:gd name="T13" fmla="*/ 161 h 47"/>
                  <a:gd name="T14" fmla="*/ 84 w 16"/>
                  <a:gd name="T15" fmla="*/ 21 h 4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6" h="47">
                    <a:moveTo>
                      <a:pt x="12" y="0"/>
                    </a:moveTo>
                    <a:cubicBezTo>
                      <a:pt x="3" y="14"/>
                      <a:pt x="0" y="31"/>
                      <a:pt x="0" y="47"/>
                    </a:cubicBezTo>
                    <a:cubicBezTo>
                      <a:pt x="2" y="41"/>
                      <a:pt x="3" y="33"/>
                      <a:pt x="6" y="27"/>
                    </a:cubicBezTo>
                    <a:cubicBezTo>
                      <a:pt x="6" y="29"/>
                      <a:pt x="5" y="32"/>
                      <a:pt x="5" y="34"/>
                    </a:cubicBezTo>
                    <a:cubicBezTo>
                      <a:pt x="7" y="33"/>
                      <a:pt x="8" y="31"/>
                      <a:pt x="9" y="29"/>
                    </a:cubicBezTo>
                    <a:cubicBezTo>
                      <a:pt x="10" y="34"/>
                      <a:pt x="13" y="39"/>
                      <a:pt x="16" y="44"/>
                    </a:cubicBezTo>
                    <a:cubicBezTo>
                      <a:pt x="14" y="38"/>
                      <a:pt x="11" y="30"/>
                      <a:pt x="11" y="23"/>
                    </a:cubicBezTo>
                    <a:cubicBezTo>
                      <a:pt x="12" y="16"/>
                      <a:pt x="14" y="11"/>
                      <a:pt x="13" y="3"/>
                    </a:cubicBezTo>
                  </a:path>
                </a:pathLst>
              </a:custGeom>
              <a:solidFill>
                <a:srgbClr val="E0CA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</p:grpSp>
        <p:sp>
          <p:nvSpPr>
            <p:cNvPr id="34020" name="Freeform 945">
              <a:extLst>
                <a:ext uri="{FF2B5EF4-FFF2-40B4-BE49-F238E27FC236}">
                  <a16:creationId xmlns:a16="http://schemas.microsoft.com/office/drawing/2014/main" id="{CFB2EC5B-6509-49B0-895C-8C9CA1F31B6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5" y="1234"/>
              <a:ext cx="20" cy="60"/>
            </a:xfrm>
            <a:custGeom>
              <a:avLst/>
              <a:gdLst>
                <a:gd name="T0" fmla="*/ 0 w 10"/>
                <a:gd name="T1" fmla="*/ 0 h 32"/>
                <a:gd name="T2" fmla="*/ 40 w 10"/>
                <a:gd name="T3" fmla="*/ 212 h 32"/>
                <a:gd name="T4" fmla="*/ 56 w 10"/>
                <a:gd name="T5" fmla="*/ 99 h 32"/>
                <a:gd name="T6" fmla="*/ 80 w 10"/>
                <a:gd name="T7" fmla="*/ 133 h 32"/>
                <a:gd name="T8" fmla="*/ 0 w 10"/>
                <a:gd name="T9" fmla="*/ 0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32">
                  <a:moveTo>
                    <a:pt x="0" y="0"/>
                  </a:moveTo>
                  <a:cubicBezTo>
                    <a:pt x="0" y="9"/>
                    <a:pt x="0" y="24"/>
                    <a:pt x="5" y="32"/>
                  </a:cubicBezTo>
                  <a:cubicBezTo>
                    <a:pt x="5" y="26"/>
                    <a:pt x="6" y="21"/>
                    <a:pt x="7" y="15"/>
                  </a:cubicBezTo>
                  <a:cubicBezTo>
                    <a:pt x="7" y="17"/>
                    <a:pt x="9" y="19"/>
                    <a:pt x="10" y="20"/>
                  </a:cubicBezTo>
                  <a:cubicBezTo>
                    <a:pt x="9" y="13"/>
                    <a:pt x="1" y="7"/>
                    <a:pt x="0" y="0"/>
                  </a:cubicBezTo>
                </a:path>
              </a:pathLst>
            </a:custGeom>
            <a:solidFill>
              <a:srgbClr val="E0CA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4021" name="Freeform 946">
              <a:extLst>
                <a:ext uri="{FF2B5EF4-FFF2-40B4-BE49-F238E27FC236}">
                  <a16:creationId xmlns:a16="http://schemas.microsoft.com/office/drawing/2014/main" id="{C4A660C3-B836-4ADB-87BD-688EF8F4602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2" y="997"/>
              <a:ext cx="11" cy="24"/>
            </a:xfrm>
            <a:custGeom>
              <a:avLst/>
              <a:gdLst>
                <a:gd name="T0" fmla="*/ 37 w 6"/>
                <a:gd name="T1" fmla="*/ 81 h 13"/>
                <a:gd name="T2" fmla="*/ 31 w 6"/>
                <a:gd name="T3" fmla="*/ 0 h 13"/>
                <a:gd name="T4" fmla="*/ 31 w 6"/>
                <a:gd name="T5" fmla="*/ 76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13">
                  <a:moveTo>
                    <a:pt x="6" y="13"/>
                  </a:moveTo>
                  <a:cubicBezTo>
                    <a:pt x="2" y="11"/>
                    <a:pt x="4" y="3"/>
                    <a:pt x="5" y="0"/>
                  </a:cubicBezTo>
                  <a:cubicBezTo>
                    <a:pt x="1" y="3"/>
                    <a:pt x="0" y="11"/>
                    <a:pt x="5" y="12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4022" name="Freeform 947">
              <a:extLst>
                <a:ext uri="{FF2B5EF4-FFF2-40B4-BE49-F238E27FC236}">
                  <a16:creationId xmlns:a16="http://schemas.microsoft.com/office/drawing/2014/main" id="{757B4D41-92A4-452E-BABF-C386D3FC695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8" y="928"/>
              <a:ext cx="21" cy="78"/>
            </a:xfrm>
            <a:custGeom>
              <a:avLst/>
              <a:gdLst>
                <a:gd name="T0" fmla="*/ 76 w 11"/>
                <a:gd name="T1" fmla="*/ 0 h 41"/>
                <a:gd name="T2" fmla="*/ 36 w 11"/>
                <a:gd name="T3" fmla="*/ 48 h 41"/>
                <a:gd name="T4" fmla="*/ 0 w 11"/>
                <a:gd name="T5" fmla="*/ 124 h 41"/>
                <a:gd name="T6" fmla="*/ 15 w 11"/>
                <a:gd name="T7" fmla="*/ 282 h 41"/>
                <a:gd name="T8" fmla="*/ 15 w 11"/>
                <a:gd name="T9" fmla="*/ 200 h 41"/>
                <a:gd name="T10" fmla="*/ 15 w 11"/>
                <a:gd name="T11" fmla="*/ 116 h 41"/>
                <a:gd name="T12" fmla="*/ 69 w 11"/>
                <a:gd name="T13" fmla="*/ 8 h 4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" h="41">
                  <a:moveTo>
                    <a:pt x="11" y="0"/>
                  </a:moveTo>
                  <a:cubicBezTo>
                    <a:pt x="8" y="1"/>
                    <a:pt x="6" y="4"/>
                    <a:pt x="5" y="7"/>
                  </a:cubicBezTo>
                  <a:cubicBezTo>
                    <a:pt x="3" y="10"/>
                    <a:pt x="0" y="15"/>
                    <a:pt x="0" y="18"/>
                  </a:cubicBezTo>
                  <a:cubicBezTo>
                    <a:pt x="0" y="26"/>
                    <a:pt x="2" y="33"/>
                    <a:pt x="2" y="41"/>
                  </a:cubicBezTo>
                  <a:cubicBezTo>
                    <a:pt x="4" y="38"/>
                    <a:pt x="2" y="32"/>
                    <a:pt x="2" y="29"/>
                  </a:cubicBezTo>
                  <a:cubicBezTo>
                    <a:pt x="2" y="24"/>
                    <a:pt x="2" y="21"/>
                    <a:pt x="2" y="17"/>
                  </a:cubicBezTo>
                  <a:cubicBezTo>
                    <a:pt x="2" y="11"/>
                    <a:pt x="5" y="4"/>
                    <a:pt x="10" y="1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4023" name="Freeform 948">
              <a:extLst>
                <a:ext uri="{FF2B5EF4-FFF2-40B4-BE49-F238E27FC236}">
                  <a16:creationId xmlns:a16="http://schemas.microsoft.com/office/drawing/2014/main" id="{9D9751E6-6046-4A56-B829-C28D425511E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2" y="930"/>
              <a:ext cx="19" cy="63"/>
            </a:xfrm>
            <a:custGeom>
              <a:avLst/>
              <a:gdLst>
                <a:gd name="T0" fmla="*/ 0 w 10"/>
                <a:gd name="T1" fmla="*/ 0 h 33"/>
                <a:gd name="T2" fmla="*/ 68 w 10"/>
                <a:gd name="T3" fmla="*/ 113 h 33"/>
                <a:gd name="T4" fmla="*/ 40 w 10"/>
                <a:gd name="T5" fmla="*/ 229 h 33"/>
                <a:gd name="T6" fmla="*/ 48 w 10"/>
                <a:gd name="T7" fmla="*/ 176 h 33"/>
                <a:gd name="T8" fmla="*/ 40 w 10"/>
                <a:gd name="T9" fmla="*/ 113 h 33"/>
                <a:gd name="T10" fmla="*/ 0 w 10"/>
                <a:gd name="T11" fmla="*/ 0 h 3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" h="33">
                  <a:moveTo>
                    <a:pt x="0" y="0"/>
                  </a:moveTo>
                  <a:cubicBezTo>
                    <a:pt x="3" y="5"/>
                    <a:pt x="10" y="9"/>
                    <a:pt x="10" y="16"/>
                  </a:cubicBezTo>
                  <a:cubicBezTo>
                    <a:pt x="10" y="22"/>
                    <a:pt x="8" y="27"/>
                    <a:pt x="6" y="33"/>
                  </a:cubicBezTo>
                  <a:cubicBezTo>
                    <a:pt x="6" y="31"/>
                    <a:pt x="7" y="27"/>
                    <a:pt x="7" y="25"/>
                  </a:cubicBezTo>
                  <a:cubicBezTo>
                    <a:pt x="7" y="21"/>
                    <a:pt x="7" y="20"/>
                    <a:pt x="6" y="16"/>
                  </a:cubicBezTo>
                  <a:cubicBezTo>
                    <a:pt x="5" y="10"/>
                    <a:pt x="3" y="5"/>
                    <a:pt x="0" y="0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4024" name="Freeform 949">
              <a:extLst>
                <a:ext uri="{FF2B5EF4-FFF2-40B4-BE49-F238E27FC236}">
                  <a16:creationId xmlns:a16="http://schemas.microsoft.com/office/drawing/2014/main" id="{D94365C3-DB82-414F-A124-43BB6033128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8" y="1002"/>
              <a:ext cx="33" cy="34"/>
            </a:xfrm>
            <a:custGeom>
              <a:avLst/>
              <a:gdLst>
                <a:gd name="T0" fmla="*/ 109 w 17"/>
                <a:gd name="T1" fmla="*/ 0 h 18"/>
                <a:gd name="T2" fmla="*/ 64 w 17"/>
                <a:gd name="T3" fmla="*/ 76 h 18"/>
                <a:gd name="T4" fmla="*/ 37 w 17"/>
                <a:gd name="T5" fmla="*/ 100 h 18"/>
                <a:gd name="T6" fmla="*/ 0 w 17"/>
                <a:gd name="T7" fmla="*/ 113 h 18"/>
                <a:gd name="T8" fmla="*/ 45 w 17"/>
                <a:gd name="T9" fmla="*/ 113 h 18"/>
                <a:gd name="T10" fmla="*/ 80 w 17"/>
                <a:gd name="T11" fmla="*/ 89 h 18"/>
                <a:gd name="T12" fmla="*/ 109 w 17"/>
                <a:gd name="T13" fmla="*/ 15 h 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" h="18">
                  <a:moveTo>
                    <a:pt x="15" y="0"/>
                  </a:moveTo>
                  <a:cubicBezTo>
                    <a:pt x="15" y="5"/>
                    <a:pt x="15" y="10"/>
                    <a:pt x="9" y="11"/>
                  </a:cubicBezTo>
                  <a:cubicBezTo>
                    <a:pt x="7" y="12"/>
                    <a:pt x="7" y="13"/>
                    <a:pt x="5" y="15"/>
                  </a:cubicBezTo>
                  <a:cubicBezTo>
                    <a:pt x="3" y="16"/>
                    <a:pt x="2" y="17"/>
                    <a:pt x="0" y="17"/>
                  </a:cubicBezTo>
                  <a:cubicBezTo>
                    <a:pt x="1" y="18"/>
                    <a:pt x="5" y="17"/>
                    <a:pt x="6" y="17"/>
                  </a:cubicBezTo>
                  <a:cubicBezTo>
                    <a:pt x="8" y="16"/>
                    <a:pt x="9" y="14"/>
                    <a:pt x="11" y="13"/>
                  </a:cubicBezTo>
                  <a:cubicBezTo>
                    <a:pt x="16" y="11"/>
                    <a:pt x="17" y="7"/>
                    <a:pt x="15" y="2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4025" name="Freeform 950">
              <a:extLst>
                <a:ext uri="{FF2B5EF4-FFF2-40B4-BE49-F238E27FC236}">
                  <a16:creationId xmlns:a16="http://schemas.microsoft.com/office/drawing/2014/main" id="{25E4306D-9952-410D-8DF6-EEE8ADED8D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0" y="1002"/>
              <a:ext cx="12" cy="23"/>
            </a:xfrm>
            <a:custGeom>
              <a:avLst/>
              <a:gdLst>
                <a:gd name="T0" fmla="*/ 16 w 6"/>
                <a:gd name="T1" fmla="*/ 0 h 12"/>
                <a:gd name="T2" fmla="*/ 16 w 6"/>
                <a:gd name="T3" fmla="*/ 56 h 12"/>
                <a:gd name="T4" fmla="*/ 48 w 6"/>
                <a:gd name="T5" fmla="*/ 84 h 12"/>
                <a:gd name="T6" fmla="*/ 8 w 6"/>
                <a:gd name="T7" fmla="*/ 8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12">
                  <a:moveTo>
                    <a:pt x="2" y="0"/>
                  </a:moveTo>
                  <a:cubicBezTo>
                    <a:pt x="2" y="3"/>
                    <a:pt x="1" y="6"/>
                    <a:pt x="2" y="8"/>
                  </a:cubicBezTo>
                  <a:cubicBezTo>
                    <a:pt x="3" y="11"/>
                    <a:pt x="4" y="11"/>
                    <a:pt x="6" y="12"/>
                  </a:cubicBezTo>
                  <a:cubicBezTo>
                    <a:pt x="0" y="11"/>
                    <a:pt x="0" y="6"/>
                    <a:pt x="1" y="1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4026" name="Freeform 951">
              <a:extLst>
                <a:ext uri="{FF2B5EF4-FFF2-40B4-BE49-F238E27FC236}">
                  <a16:creationId xmlns:a16="http://schemas.microsoft.com/office/drawing/2014/main" id="{4FF35163-23DD-4787-97F4-2CD986AB596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7" y="1036"/>
              <a:ext cx="8" cy="19"/>
            </a:xfrm>
            <a:custGeom>
              <a:avLst/>
              <a:gdLst>
                <a:gd name="T0" fmla="*/ 32 w 4"/>
                <a:gd name="T1" fmla="*/ 68 h 10"/>
                <a:gd name="T2" fmla="*/ 16 w 4"/>
                <a:gd name="T3" fmla="*/ 36 h 10"/>
                <a:gd name="T4" fmla="*/ 16 w 4"/>
                <a:gd name="T5" fmla="*/ 0 h 10"/>
                <a:gd name="T6" fmla="*/ 8 w 4"/>
                <a:gd name="T7" fmla="*/ 48 h 10"/>
                <a:gd name="T8" fmla="*/ 8 w 4"/>
                <a:gd name="T9" fmla="*/ 61 h 10"/>
                <a:gd name="T10" fmla="*/ 24 w 4"/>
                <a:gd name="T11" fmla="*/ 68 h 1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" h="10">
                  <a:moveTo>
                    <a:pt x="4" y="10"/>
                  </a:moveTo>
                  <a:cubicBezTo>
                    <a:pt x="4" y="9"/>
                    <a:pt x="2" y="7"/>
                    <a:pt x="2" y="5"/>
                  </a:cubicBezTo>
                  <a:cubicBezTo>
                    <a:pt x="2" y="4"/>
                    <a:pt x="2" y="2"/>
                    <a:pt x="2" y="0"/>
                  </a:cubicBezTo>
                  <a:cubicBezTo>
                    <a:pt x="2" y="2"/>
                    <a:pt x="1" y="5"/>
                    <a:pt x="1" y="7"/>
                  </a:cubicBezTo>
                  <a:cubicBezTo>
                    <a:pt x="0" y="9"/>
                    <a:pt x="0" y="8"/>
                    <a:pt x="1" y="9"/>
                  </a:cubicBezTo>
                  <a:cubicBezTo>
                    <a:pt x="2" y="9"/>
                    <a:pt x="3" y="10"/>
                    <a:pt x="3" y="10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4027" name="Freeform 952">
              <a:extLst>
                <a:ext uri="{FF2B5EF4-FFF2-40B4-BE49-F238E27FC236}">
                  <a16:creationId xmlns:a16="http://schemas.microsoft.com/office/drawing/2014/main" id="{29673AFE-3C95-43F5-AD82-4461F3346D7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2" y="985"/>
              <a:ext cx="36" cy="36"/>
            </a:xfrm>
            <a:custGeom>
              <a:avLst/>
              <a:gdLst>
                <a:gd name="T0" fmla="*/ 47 w 19"/>
                <a:gd name="T1" fmla="*/ 15 h 19"/>
                <a:gd name="T2" fmla="*/ 53 w 19"/>
                <a:gd name="T3" fmla="*/ 129 h 19"/>
                <a:gd name="T4" fmla="*/ 116 w 19"/>
                <a:gd name="T5" fmla="*/ 100 h 19"/>
                <a:gd name="T6" fmla="*/ 83 w 19"/>
                <a:gd name="T7" fmla="*/ 76 h 19"/>
                <a:gd name="T8" fmla="*/ 68 w 19"/>
                <a:gd name="T9" fmla="*/ 47 h 19"/>
                <a:gd name="T10" fmla="*/ 61 w 19"/>
                <a:gd name="T11" fmla="*/ 15 h 19"/>
                <a:gd name="T12" fmla="*/ 47 w 19"/>
                <a:gd name="T13" fmla="*/ 15 h 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" h="19">
                  <a:moveTo>
                    <a:pt x="7" y="2"/>
                  </a:moveTo>
                  <a:cubicBezTo>
                    <a:pt x="7" y="7"/>
                    <a:pt x="0" y="16"/>
                    <a:pt x="8" y="19"/>
                  </a:cubicBezTo>
                  <a:cubicBezTo>
                    <a:pt x="10" y="19"/>
                    <a:pt x="19" y="19"/>
                    <a:pt x="17" y="15"/>
                  </a:cubicBezTo>
                  <a:cubicBezTo>
                    <a:pt x="16" y="13"/>
                    <a:pt x="13" y="13"/>
                    <a:pt x="12" y="11"/>
                  </a:cubicBezTo>
                  <a:cubicBezTo>
                    <a:pt x="11" y="10"/>
                    <a:pt x="10" y="9"/>
                    <a:pt x="10" y="7"/>
                  </a:cubicBezTo>
                  <a:cubicBezTo>
                    <a:pt x="10" y="5"/>
                    <a:pt x="10" y="4"/>
                    <a:pt x="9" y="2"/>
                  </a:cubicBezTo>
                  <a:cubicBezTo>
                    <a:pt x="9" y="1"/>
                    <a:pt x="7" y="0"/>
                    <a:pt x="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4028" name="Freeform 953">
              <a:extLst>
                <a:ext uri="{FF2B5EF4-FFF2-40B4-BE49-F238E27FC236}">
                  <a16:creationId xmlns:a16="http://schemas.microsoft.com/office/drawing/2014/main" id="{4F57B9B0-C03B-4A67-A146-484D33C6B8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9" y="938"/>
              <a:ext cx="25" cy="11"/>
            </a:xfrm>
            <a:custGeom>
              <a:avLst/>
              <a:gdLst>
                <a:gd name="T0" fmla="*/ 0 w 13"/>
                <a:gd name="T1" fmla="*/ 37 h 6"/>
                <a:gd name="T2" fmla="*/ 92 w 13"/>
                <a:gd name="T3" fmla="*/ 0 h 6"/>
                <a:gd name="T4" fmla="*/ 44 w 13"/>
                <a:gd name="T5" fmla="*/ 13 h 6"/>
                <a:gd name="T6" fmla="*/ 8 w 13"/>
                <a:gd name="T7" fmla="*/ 31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6">
                  <a:moveTo>
                    <a:pt x="0" y="6"/>
                  </a:moveTo>
                  <a:cubicBezTo>
                    <a:pt x="4" y="3"/>
                    <a:pt x="8" y="0"/>
                    <a:pt x="13" y="0"/>
                  </a:cubicBezTo>
                  <a:cubicBezTo>
                    <a:pt x="11" y="0"/>
                    <a:pt x="8" y="1"/>
                    <a:pt x="6" y="2"/>
                  </a:cubicBezTo>
                  <a:cubicBezTo>
                    <a:pt x="4" y="3"/>
                    <a:pt x="3" y="4"/>
                    <a:pt x="1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4029" name="Freeform 954">
              <a:extLst>
                <a:ext uri="{FF2B5EF4-FFF2-40B4-BE49-F238E27FC236}">
                  <a16:creationId xmlns:a16="http://schemas.microsoft.com/office/drawing/2014/main" id="{B06228ED-9FBD-45FA-9E64-3AC789DE243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6" y="925"/>
              <a:ext cx="23" cy="38"/>
            </a:xfrm>
            <a:custGeom>
              <a:avLst/>
              <a:gdLst>
                <a:gd name="T0" fmla="*/ 84 w 12"/>
                <a:gd name="T1" fmla="*/ 0 h 20"/>
                <a:gd name="T2" fmla="*/ 36 w 12"/>
                <a:gd name="T3" fmla="*/ 55 h 20"/>
                <a:gd name="T4" fmla="*/ 8 w 12"/>
                <a:gd name="T5" fmla="*/ 137 h 20"/>
                <a:gd name="T6" fmla="*/ 29 w 12"/>
                <a:gd name="T7" fmla="*/ 48 h 20"/>
                <a:gd name="T8" fmla="*/ 84 w 12"/>
                <a:gd name="T9" fmla="*/ 0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20">
                  <a:moveTo>
                    <a:pt x="12" y="0"/>
                  </a:moveTo>
                  <a:cubicBezTo>
                    <a:pt x="9" y="1"/>
                    <a:pt x="7" y="5"/>
                    <a:pt x="5" y="8"/>
                  </a:cubicBezTo>
                  <a:cubicBezTo>
                    <a:pt x="3" y="12"/>
                    <a:pt x="1" y="15"/>
                    <a:pt x="1" y="20"/>
                  </a:cubicBezTo>
                  <a:cubicBezTo>
                    <a:pt x="0" y="16"/>
                    <a:pt x="2" y="11"/>
                    <a:pt x="4" y="7"/>
                  </a:cubicBezTo>
                  <a:cubicBezTo>
                    <a:pt x="5" y="4"/>
                    <a:pt x="8" y="1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4030" name="Freeform 955">
              <a:extLst>
                <a:ext uri="{FF2B5EF4-FFF2-40B4-BE49-F238E27FC236}">
                  <a16:creationId xmlns:a16="http://schemas.microsoft.com/office/drawing/2014/main" id="{3BFFEA82-160C-401A-9622-5978A83673D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5" y="915"/>
              <a:ext cx="39" cy="40"/>
            </a:xfrm>
            <a:custGeom>
              <a:avLst/>
              <a:gdLst>
                <a:gd name="T0" fmla="*/ 0 w 20"/>
                <a:gd name="T1" fmla="*/ 0 h 21"/>
                <a:gd name="T2" fmla="*/ 31 w 20"/>
                <a:gd name="T3" fmla="*/ 15 h 21"/>
                <a:gd name="T4" fmla="*/ 53 w 20"/>
                <a:gd name="T5" fmla="*/ 21 h 21"/>
                <a:gd name="T6" fmla="*/ 96 w 20"/>
                <a:gd name="T7" fmla="*/ 48 h 21"/>
                <a:gd name="T8" fmla="*/ 125 w 20"/>
                <a:gd name="T9" fmla="*/ 91 h 21"/>
                <a:gd name="T10" fmla="*/ 133 w 20"/>
                <a:gd name="T11" fmla="*/ 116 h 21"/>
                <a:gd name="T12" fmla="*/ 148 w 20"/>
                <a:gd name="T13" fmla="*/ 145 h 21"/>
                <a:gd name="T14" fmla="*/ 125 w 20"/>
                <a:gd name="T15" fmla="*/ 105 h 21"/>
                <a:gd name="T16" fmla="*/ 80 w 20"/>
                <a:gd name="T17" fmla="*/ 48 h 21"/>
                <a:gd name="T18" fmla="*/ 0 w 20"/>
                <a:gd name="T19" fmla="*/ 8 h 2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0" h="21">
                  <a:moveTo>
                    <a:pt x="0" y="0"/>
                  </a:moveTo>
                  <a:cubicBezTo>
                    <a:pt x="1" y="1"/>
                    <a:pt x="3" y="2"/>
                    <a:pt x="4" y="2"/>
                  </a:cubicBezTo>
                  <a:cubicBezTo>
                    <a:pt x="5" y="2"/>
                    <a:pt x="6" y="3"/>
                    <a:pt x="7" y="3"/>
                  </a:cubicBezTo>
                  <a:cubicBezTo>
                    <a:pt x="9" y="4"/>
                    <a:pt x="12" y="5"/>
                    <a:pt x="13" y="7"/>
                  </a:cubicBezTo>
                  <a:cubicBezTo>
                    <a:pt x="15" y="8"/>
                    <a:pt x="16" y="11"/>
                    <a:pt x="17" y="13"/>
                  </a:cubicBezTo>
                  <a:cubicBezTo>
                    <a:pt x="17" y="14"/>
                    <a:pt x="18" y="16"/>
                    <a:pt x="18" y="17"/>
                  </a:cubicBezTo>
                  <a:cubicBezTo>
                    <a:pt x="19" y="18"/>
                    <a:pt x="20" y="20"/>
                    <a:pt x="20" y="21"/>
                  </a:cubicBezTo>
                  <a:cubicBezTo>
                    <a:pt x="19" y="20"/>
                    <a:pt x="18" y="17"/>
                    <a:pt x="17" y="15"/>
                  </a:cubicBezTo>
                  <a:cubicBezTo>
                    <a:pt x="16" y="12"/>
                    <a:pt x="14" y="9"/>
                    <a:pt x="11" y="7"/>
                  </a:cubicBezTo>
                  <a:cubicBezTo>
                    <a:pt x="8" y="5"/>
                    <a:pt x="4" y="3"/>
                    <a:pt x="0" y="1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4031" name="Freeform 956">
              <a:extLst>
                <a:ext uri="{FF2B5EF4-FFF2-40B4-BE49-F238E27FC236}">
                  <a16:creationId xmlns:a16="http://schemas.microsoft.com/office/drawing/2014/main" id="{2BB7F5E5-7FD2-4C57-B414-7A9B742DDF0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0" y="1052"/>
              <a:ext cx="69" cy="81"/>
            </a:xfrm>
            <a:custGeom>
              <a:avLst/>
              <a:gdLst>
                <a:gd name="T0" fmla="*/ 0 w 36"/>
                <a:gd name="T1" fmla="*/ 0 h 43"/>
                <a:gd name="T2" fmla="*/ 253 w 36"/>
                <a:gd name="T3" fmla="*/ 288 h 43"/>
                <a:gd name="T4" fmla="*/ 0 w 36"/>
                <a:gd name="T5" fmla="*/ 0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43">
                  <a:moveTo>
                    <a:pt x="0" y="0"/>
                  </a:moveTo>
                  <a:cubicBezTo>
                    <a:pt x="0" y="0"/>
                    <a:pt x="13" y="29"/>
                    <a:pt x="36" y="43"/>
                  </a:cubicBezTo>
                  <a:cubicBezTo>
                    <a:pt x="36" y="43"/>
                    <a:pt x="12" y="22"/>
                    <a:pt x="0" y="0"/>
                  </a:cubicBezTo>
                  <a:close/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4032" name="Freeform 957">
              <a:extLst>
                <a:ext uri="{FF2B5EF4-FFF2-40B4-BE49-F238E27FC236}">
                  <a16:creationId xmlns:a16="http://schemas.microsoft.com/office/drawing/2014/main" id="{43D42476-BF1D-46AC-B0D5-92BB74F2B7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0" y="1025"/>
              <a:ext cx="69" cy="102"/>
            </a:xfrm>
            <a:custGeom>
              <a:avLst/>
              <a:gdLst>
                <a:gd name="T0" fmla="*/ 253 w 36"/>
                <a:gd name="T1" fmla="*/ 0 h 54"/>
                <a:gd name="T2" fmla="*/ 0 w 36"/>
                <a:gd name="T3" fmla="*/ 365 h 54"/>
                <a:gd name="T4" fmla="*/ 253 w 36"/>
                <a:gd name="T5" fmla="*/ 0 h 5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54">
                  <a:moveTo>
                    <a:pt x="36" y="0"/>
                  </a:moveTo>
                  <a:cubicBezTo>
                    <a:pt x="36" y="0"/>
                    <a:pt x="31" y="31"/>
                    <a:pt x="0" y="54"/>
                  </a:cubicBezTo>
                  <a:cubicBezTo>
                    <a:pt x="0" y="54"/>
                    <a:pt x="27" y="30"/>
                    <a:pt x="36" y="0"/>
                  </a:cubicBezTo>
                  <a:close/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4033" name="Freeform 958">
              <a:extLst>
                <a:ext uri="{FF2B5EF4-FFF2-40B4-BE49-F238E27FC236}">
                  <a16:creationId xmlns:a16="http://schemas.microsoft.com/office/drawing/2014/main" id="{8B1DA675-07A7-466D-B380-501213C9342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4" y="809"/>
              <a:ext cx="119" cy="99"/>
            </a:xfrm>
            <a:custGeom>
              <a:avLst/>
              <a:gdLst>
                <a:gd name="T0" fmla="*/ 432 w 62"/>
                <a:gd name="T1" fmla="*/ 0 h 52"/>
                <a:gd name="T2" fmla="*/ 409 w 62"/>
                <a:gd name="T3" fmla="*/ 105 h 52"/>
                <a:gd name="T4" fmla="*/ 390 w 62"/>
                <a:gd name="T5" fmla="*/ 131 h 52"/>
                <a:gd name="T6" fmla="*/ 361 w 62"/>
                <a:gd name="T7" fmla="*/ 145 h 52"/>
                <a:gd name="T8" fmla="*/ 324 w 62"/>
                <a:gd name="T9" fmla="*/ 181 h 52"/>
                <a:gd name="T10" fmla="*/ 276 w 62"/>
                <a:gd name="T11" fmla="*/ 236 h 52"/>
                <a:gd name="T12" fmla="*/ 284 w 62"/>
                <a:gd name="T13" fmla="*/ 208 h 52"/>
                <a:gd name="T14" fmla="*/ 161 w 62"/>
                <a:gd name="T15" fmla="*/ 297 h 52"/>
                <a:gd name="T16" fmla="*/ 177 w 62"/>
                <a:gd name="T17" fmla="*/ 284 h 52"/>
                <a:gd name="T18" fmla="*/ 84 w 62"/>
                <a:gd name="T19" fmla="*/ 320 h 52"/>
                <a:gd name="T20" fmla="*/ 0 w 62"/>
                <a:gd name="T21" fmla="*/ 345 h 52"/>
                <a:gd name="T22" fmla="*/ 161 w 62"/>
                <a:gd name="T23" fmla="*/ 352 h 52"/>
                <a:gd name="T24" fmla="*/ 317 w 62"/>
                <a:gd name="T25" fmla="*/ 236 h 52"/>
                <a:gd name="T26" fmla="*/ 424 w 62"/>
                <a:gd name="T27" fmla="*/ 97 h 52"/>
                <a:gd name="T28" fmla="*/ 438 w 62"/>
                <a:gd name="T29" fmla="*/ 0 h 52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62" h="52">
                  <a:moveTo>
                    <a:pt x="61" y="0"/>
                  </a:moveTo>
                  <a:cubicBezTo>
                    <a:pt x="62" y="4"/>
                    <a:pt x="60" y="11"/>
                    <a:pt x="58" y="15"/>
                  </a:cubicBezTo>
                  <a:cubicBezTo>
                    <a:pt x="57" y="16"/>
                    <a:pt x="56" y="17"/>
                    <a:pt x="55" y="19"/>
                  </a:cubicBezTo>
                  <a:cubicBezTo>
                    <a:pt x="53" y="20"/>
                    <a:pt x="52" y="20"/>
                    <a:pt x="51" y="21"/>
                  </a:cubicBezTo>
                  <a:cubicBezTo>
                    <a:pt x="49" y="22"/>
                    <a:pt x="48" y="24"/>
                    <a:pt x="46" y="26"/>
                  </a:cubicBezTo>
                  <a:cubicBezTo>
                    <a:pt x="44" y="29"/>
                    <a:pt x="42" y="32"/>
                    <a:pt x="39" y="34"/>
                  </a:cubicBezTo>
                  <a:cubicBezTo>
                    <a:pt x="39" y="33"/>
                    <a:pt x="40" y="32"/>
                    <a:pt x="40" y="30"/>
                  </a:cubicBezTo>
                  <a:cubicBezTo>
                    <a:pt x="36" y="35"/>
                    <a:pt x="29" y="41"/>
                    <a:pt x="23" y="43"/>
                  </a:cubicBezTo>
                  <a:cubicBezTo>
                    <a:pt x="24" y="42"/>
                    <a:pt x="24" y="41"/>
                    <a:pt x="25" y="41"/>
                  </a:cubicBezTo>
                  <a:cubicBezTo>
                    <a:pt x="21" y="43"/>
                    <a:pt x="16" y="44"/>
                    <a:pt x="12" y="46"/>
                  </a:cubicBezTo>
                  <a:cubicBezTo>
                    <a:pt x="8" y="47"/>
                    <a:pt x="3" y="48"/>
                    <a:pt x="0" y="50"/>
                  </a:cubicBezTo>
                  <a:cubicBezTo>
                    <a:pt x="7" y="51"/>
                    <a:pt x="15" y="52"/>
                    <a:pt x="23" y="51"/>
                  </a:cubicBezTo>
                  <a:cubicBezTo>
                    <a:pt x="32" y="49"/>
                    <a:pt x="40" y="42"/>
                    <a:pt x="45" y="34"/>
                  </a:cubicBezTo>
                  <a:cubicBezTo>
                    <a:pt x="50" y="27"/>
                    <a:pt x="57" y="22"/>
                    <a:pt x="60" y="14"/>
                  </a:cubicBezTo>
                  <a:cubicBezTo>
                    <a:pt x="62" y="10"/>
                    <a:pt x="62" y="5"/>
                    <a:pt x="62" y="0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4034" name="Freeform 959">
              <a:extLst>
                <a:ext uri="{FF2B5EF4-FFF2-40B4-BE49-F238E27FC236}">
                  <a16:creationId xmlns:a16="http://schemas.microsoft.com/office/drawing/2014/main" id="{16991B9F-A95F-4220-99E1-BFA94CEF43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6" y="801"/>
              <a:ext cx="52" cy="90"/>
            </a:xfrm>
            <a:custGeom>
              <a:avLst/>
              <a:gdLst>
                <a:gd name="T0" fmla="*/ 8 w 27"/>
                <a:gd name="T1" fmla="*/ 0 h 47"/>
                <a:gd name="T2" fmla="*/ 56 w 27"/>
                <a:gd name="T3" fmla="*/ 132 h 47"/>
                <a:gd name="T4" fmla="*/ 56 w 27"/>
                <a:gd name="T5" fmla="*/ 92 h 47"/>
                <a:gd name="T6" fmla="*/ 100 w 27"/>
                <a:gd name="T7" fmla="*/ 176 h 47"/>
                <a:gd name="T8" fmla="*/ 137 w 27"/>
                <a:gd name="T9" fmla="*/ 245 h 47"/>
                <a:gd name="T10" fmla="*/ 144 w 27"/>
                <a:gd name="T11" fmla="*/ 232 h 47"/>
                <a:gd name="T12" fmla="*/ 164 w 27"/>
                <a:gd name="T13" fmla="*/ 281 h 47"/>
                <a:gd name="T14" fmla="*/ 193 w 27"/>
                <a:gd name="T15" fmla="*/ 329 h 47"/>
                <a:gd name="T16" fmla="*/ 137 w 27"/>
                <a:gd name="T17" fmla="*/ 268 h 47"/>
                <a:gd name="T18" fmla="*/ 77 w 27"/>
                <a:gd name="T19" fmla="*/ 191 h 47"/>
                <a:gd name="T20" fmla="*/ 15 w 27"/>
                <a:gd name="T21" fmla="*/ 107 h 47"/>
                <a:gd name="T22" fmla="*/ 0 w 27"/>
                <a:gd name="T23" fmla="*/ 8 h 4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7" h="47">
                  <a:moveTo>
                    <a:pt x="1" y="0"/>
                  </a:moveTo>
                  <a:cubicBezTo>
                    <a:pt x="1" y="4"/>
                    <a:pt x="4" y="18"/>
                    <a:pt x="8" y="19"/>
                  </a:cubicBezTo>
                  <a:cubicBezTo>
                    <a:pt x="8" y="17"/>
                    <a:pt x="8" y="15"/>
                    <a:pt x="8" y="13"/>
                  </a:cubicBezTo>
                  <a:cubicBezTo>
                    <a:pt x="10" y="17"/>
                    <a:pt x="12" y="20"/>
                    <a:pt x="14" y="25"/>
                  </a:cubicBezTo>
                  <a:cubicBezTo>
                    <a:pt x="15" y="28"/>
                    <a:pt x="16" y="33"/>
                    <a:pt x="19" y="35"/>
                  </a:cubicBezTo>
                  <a:cubicBezTo>
                    <a:pt x="19" y="34"/>
                    <a:pt x="20" y="33"/>
                    <a:pt x="20" y="33"/>
                  </a:cubicBezTo>
                  <a:cubicBezTo>
                    <a:pt x="22" y="35"/>
                    <a:pt x="23" y="38"/>
                    <a:pt x="23" y="40"/>
                  </a:cubicBezTo>
                  <a:cubicBezTo>
                    <a:pt x="24" y="43"/>
                    <a:pt x="26" y="45"/>
                    <a:pt x="27" y="47"/>
                  </a:cubicBezTo>
                  <a:cubicBezTo>
                    <a:pt x="24" y="44"/>
                    <a:pt x="22" y="40"/>
                    <a:pt x="19" y="38"/>
                  </a:cubicBezTo>
                  <a:cubicBezTo>
                    <a:pt x="15" y="34"/>
                    <a:pt x="14" y="31"/>
                    <a:pt x="11" y="27"/>
                  </a:cubicBezTo>
                  <a:cubicBezTo>
                    <a:pt x="8" y="23"/>
                    <a:pt x="4" y="20"/>
                    <a:pt x="2" y="15"/>
                  </a:cubicBezTo>
                  <a:cubicBezTo>
                    <a:pt x="1" y="11"/>
                    <a:pt x="0" y="5"/>
                    <a:pt x="0" y="1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4035" name="Freeform 960">
              <a:extLst>
                <a:ext uri="{FF2B5EF4-FFF2-40B4-BE49-F238E27FC236}">
                  <a16:creationId xmlns:a16="http://schemas.microsoft.com/office/drawing/2014/main" id="{D4A9FA90-54F2-4B97-BB83-D0B7828B466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3" y="947"/>
              <a:ext cx="19" cy="103"/>
            </a:xfrm>
            <a:custGeom>
              <a:avLst/>
              <a:gdLst>
                <a:gd name="T0" fmla="*/ 0 w 10"/>
                <a:gd name="T1" fmla="*/ 0 h 54"/>
                <a:gd name="T2" fmla="*/ 15 w 10"/>
                <a:gd name="T3" fmla="*/ 160 h 54"/>
                <a:gd name="T4" fmla="*/ 55 w 10"/>
                <a:gd name="T5" fmla="*/ 374 h 54"/>
                <a:gd name="T6" fmla="*/ 8 w 10"/>
                <a:gd name="T7" fmla="*/ 8 h 5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54">
                  <a:moveTo>
                    <a:pt x="0" y="0"/>
                  </a:moveTo>
                  <a:cubicBezTo>
                    <a:pt x="2" y="8"/>
                    <a:pt x="3" y="14"/>
                    <a:pt x="2" y="23"/>
                  </a:cubicBezTo>
                  <a:cubicBezTo>
                    <a:pt x="1" y="34"/>
                    <a:pt x="3" y="44"/>
                    <a:pt x="8" y="54"/>
                  </a:cubicBezTo>
                  <a:cubicBezTo>
                    <a:pt x="1" y="37"/>
                    <a:pt x="10" y="18"/>
                    <a:pt x="1" y="1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4036" name="Freeform 961">
              <a:extLst>
                <a:ext uri="{FF2B5EF4-FFF2-40B4-BE49-F238E27FC236}">
                  <a16:creationId xmlns:a16="http://schemas.microsoft.com/office/drawing/2014/main" id="{B14CE693-7BF6-44F7-98AF-2A9FF55991B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0" y="928"/>
              <a:ext cx="12" cy="36"/>
            </a:xfrm>
            <a:custGeom>
              <a:avLst/>
              <a:gdLst>
                <a:gd name="T0" fmla="*/ 48 w 6"/>
                <a:gd name="T1" fmla="*/ 28 h 19"/>
                <a:gd name="T2" fmla="*/ 40 w 6"/>
                <a:gd name="T3" fmla="*/ 21 h 19"/>
                <a:gd name="T4" fmla="*/ 48 w 6"/>
                <a:gd name="T5" fmla="*/ 129 h 19"/>
                <a:gd name="T6" fmla="*/ 0 w 6"/>
                <a:gd name="T7" fmla="*/ 68 h 19"/>
                <a:gd name="T8" fmla="*/ 40 w 6"/>
                <a:gd name="T9" fmla="*/ 28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19">
                  <a:moveTo>
                    <a:pt x="6" y="4"/>
                  </a:moveTo>
                  <a:cubicBezTo>
                    <a:pt x="5" y="4"/>
                    <a:pt x="5" y="3"/>
                    <a:pt x="5" y="3"/>
                  </a:cubicBezTo>
                  <a:cubicBezTo>
                    <a:pt x="0" y="8"/>
                    <a:pt x="5" y="14"/>
                    <a:pt x="6" y="19"/>
                  </a:cubicBezTo>
                  <a:cubicBezTo>
                    <a:pt x="4" y="17"/>
                    <a:pt x="1" y="13"/>
                    <a:pt x="0" y="10"/>
                  </a:cubicBezTo>
                  <a:cubicBezTo>
                    <a:pt x="0" y="8"/>
                    <a:pt x="2" y="0"/>
                    <a:pt x="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4037" name="Freeform 962">
              <a:extLst>
                <a:ext uri="{FF2B5EF4-FFF2-40B4-BE49-F238E27FC236}">
                  <a16:creationId xmlns:a16="http://schemas.microsoft.com/office/drawing/2014/main" id="{3846F8FA-73E4-493A-8469-0C611A14BE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2" y="925"/>
              <a:ext cx="23" cy="34"/>
            </a:xfrm>
            <a:custGeom>
              <a:avLst/>
              <a:gdLst>
                <a:gd name="T0" fmla="*/ 0 w 12"/>
                <a:gd name="T1" fmla="*/ 40 h 18"/>
                <a:gd name="T2" fmla="*/ 36 w 12"/>
                <a:gd name="T3" fmla="*/ 121 h 18"/>
                <a:gd name="T4" fmla="*/ 15 w 12"/>
                <a:gd name="T5" fmla="*/ 4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8">
                  <a:moveTo>
                    <a:pt x="0" y="6"/>
                  </a:moveTo>
                  <a:cubicBezTo>
                    <a:pt x="8" y="5"/>
                    <a:pt x="9" y="12"/>
                    <a:pt x="5" y="18"/>
                  </a:cubicBezTo>
                  <a:cubicBezTo>
                    <a:pt x="12" y="15"/>
                    <a:pt x="7" y="0"/>
                    <a:pt x="2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4038" name="Freeform 963">
              <a:extLst>
                <a:ext uri="{FF2B5EF4-FFF2-40B4-BE49-F238E27FC236}">
                  <a16:creationId xmlns:a16="http://schemas.microsoft.com/office/drawing/2014/main" id="{0CE28471-3CF7-47F3-A12E-B5D85408523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2" y="1139"/>
              <a:ext cx="61" cy="149"/>
            </a:xfrm>
            <a:custGeom>
              <a:avLst/>
              <a:gdLst>
                <a:gd name="T0" fmla="*/ 0 w 32"/>
                <a:gd name="T1" fmla="*/ 0 h 79"/>
                <a:gd name="T2" fmla="*/ 84 w 32"/>
                <a:gd name="T3" fmla="*/ 121 h 79"/>
                <a:gd name="T4" fmla="*/ 153 w 32"/>
                <a:gd name="T5" fmla="*/ 296 h 79"/>
                <a:gd name="T6" fmla="*/ 221 w 32"/>
                <a:gd name="T7" fmla="*/ 530 h 79"/>
                <a:gd name="T8" fmla="*/ 168 w 32"/>
                <a:gd name="T9" fmla="*/ 455 h 79"/>
                <a:gd name="T10" fmla="*/ 92 w 32"/>
                <a:gd name="T11" fmla="*/ 266 h 79"/>
                <a:gd name="T12" fmla="*/ 0 w 32"/>
                <a:gd name="T13" fmla="*/ 8 h 7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" h="79">
                  <a:moveTo>
                    <a:pt x="0" y="0"/>
                  </a:moveTo>
                  <a:cubicBezTo>
                    <a:pt x="3" y="6"/>
                    <a:pt x="8" y="12"/>
                    <a:pt x="12" y="18"/>
                  </a:cubicBezTo>
                  <a:cubicBezTo>
                    <a:pt x="17" y="26"/>
                    <a:pt x="20" y="35"/>
                    <a:pt x="22" y="44"/>
                  </a:cubicBezTo>
                  <a:cubicBezTo>
                    <a:pt x="24" y="56"/>
                    <a:pt x="26" y="68"/>
                    <a:pt x="32" y="79"/>
                  </a:cubicBezTo>
                  <a:cubicBezTo>
                    <a:pt x="28" y="76"/>
                    <a:pt x="25" y="72"/>
                    <a:pt x="24" y="68"/>
                  </a:cubicBezTo>
                  <a:cubicBezTo>
                    <a:pt x="20" y="59"/>
                    <a:pt x="16" y="50"/>
                    <a:pt x="13" y="40"/>
                  </a:cubicBezTo>
                  <a:cubicBezTo>
                    <a:pt x="10" y="27"/>
                    <a:pt x="8" y="13"/>
                    <a:pt x="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4039" name="Freeform 964">
              <a:extLst>
                <a:ext uri="{FF2B5EF4-FFF2-40B4-BE49-F238E27FC236}">
                  <a16:creationId xmlns:a16="http://schemas.microsoft.com/office/drawing/2014/main" id="{DE5F2348-E912-4E2B-AF26-8AC159017A3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8" y="1144"/>
              <a:ext cx="46" cy="124"/>
            </a:xfrm>
            <a:custGeom>
              <a:avLst/>
              <a:gdLst>
                <a:gd name="T0" fmla="*/ 0 w 24"/>
                <a:gd name="T1" fmla="*/ 0 h 65"/>
                <a:gd name="T2" fmla="*/ 63 w 24"/>
                <a:gd name="T3" fmla="*/ 92 h 65"/>
                <a:gd name="T4" fmla="*/ 100 w 24"/>
                <a:gd name="T5" fmla="*/ 216 h 65"/>
                <a:gd name="T6" fmla="*/ 169 w 24"/>
                <a:gd name="T7" fmla="*/ 452 h 65"/>
                <a:gd name="T8" fmla="*/ 121 w 24"/>
                <a:gd name="T9" fmla="*/ 181 h 65"/>
                <a:gd name="T10" fmla="*/ 69 w 24"/>
                <a:gd name="T11" fmla="*/ 84 h 65"/>
                <a:gd name="T12" fmla="*/ 23 w 24"/>
                <a:gd name="T13" fmla="*/ 0 h 6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65">
                  <a:moveTo>
                    <a:pt x="0" y="0"/>
                  </a:moveTo>
                  <a:cubicBezTo>
                    <a:pt x="4" y="3"/>
                    <a:pt x="7" y="9"/>
                    <a:pt x="9" y="13"/>
                  </a:cubicBezTo>
                  <a:cubicBezTo>
                    <a:pt x="12" y="19"/>
                    <a:pt x="13" y="25"/>
                    <a:pt x="14" y="31"/>
                  </a:cubicBezTo>
                  <a:cubicBezTo>
                    <a:pt x="17" y="43"/>
                    <a:pt x="20" y="54"/>
                    <a:pt x="24" y="65"/>
                  </a:cubicBezTo>
                  <a:cubicBezTo>
                    <a:pt x="21" y="52"/>
                    <a:pt x="21" y="38"/>
                    <a:pt x="17" y="26"/>
                  </a:cubicBezTo>
                  <a:cubicBezTo>
                    <a:pt x="15" y="21"/>
                    <a:pt x="13" y="16"/>
                    <a:pt x="10" y="12"/>
                  </a:cubicBezTo>
                  <a:cubicBezTo>
                    <a:pt x="8" y="8"/>
                    <a:pt x="5" y="4"/>
                    <a:pt x="3" y="0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4040" name="Freeform 965">
              <a:extLst>
                <a:ext uri="{FF2B5EF4-FFF2-40B4-BE49-F238E27FC236}">
                  <a16:creationId xmlns:a16="http://schemas.microsoft.com/office/drawing/2014/main" id="{EDE28A9A-B95D-4FA9-92D8-1A72BA07FC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8" y="1431"/>
              <a:ext cx="576" cy="646"/>
            </a:xfrm>
            <a:custGeom>
              <a:avLst/>
              <a:gdLst>
                <a:gd name="T0" fmla="*/ 168 w 301"/>
                <a:gd name="T1" fmla="*/ 229 h 341"/>
                <a:gd name="T2" fmla="*/ 2004 w 301"/>
                <a:gd name="T3" fmla="*/ 252 h 341"/>
                <a:gd name="T4" fmla="*/ 2061 w 301"/>
                <a:gd name="T5" fmla="*/ 798 h 341"/>
                <a:gd name="T6" fmla="*/ 1940 w 301"/>
                <a:gd name="T7" fmla="*/ 2031 h 341"/>
                <a:gd name="T8" fmla="*/ 268 w 301"/>
                <a:gd name="T9" fmla="*/ 2031 h 341"/>
                <a:gd name="T10" fmla="*/ 132 w 301"/>
                <a:gd name="T11" fmla="*/ 851 h 341"/>
                <a:gd name="T12" fmla="*/ 168 w 301"/>
                <a:gd name="T13" fmla="*/ 229 h 34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1" h="341">
                  <a:moveTo>
                    <a:pt x="24" y="34"/>
                  </a:moveTo>
                  <a:cubicBezTo>
                    <a:pt x="24" y="34"/>
                    <a:pt x="171" y="0"/>
                    <a:pt x="286" y="37"/>
                  </a:cubicBezTo>
                  <a:cubicBezTo>
                    <a:pt x="286" y="37"/>
                    <a:pt x="301" y="83"/>
                    <a:pt x="294" y="117"/>
                  </a:cubicBezTo>
                  <a:cubicBezTo>
                    <a:pt x="286" y="152"/>
                    <a:pt x="277" y="299"/>
                    <a:pt x="277" y="299"/>
                  </a:cubicBezTo>
                  <a:cubicBezTo>
                    <a:pt x="277" y="299"/>
                    <a:pt x="159" y="341"/>
                    <a:pt x="38" y="299"/>
                  </a:cubicBezTo>
                  <a:cubicBezTo>
                    <a:pt x="19" y="125"/>
                    <a:pt x="19" y="125"/>
                    <a:pt x="19" y="125"/>
                  </a:cubicBezTo>
                  <a:cubicBezTo>
                    <a:pt x="19" y="125"/>
                    <a:pt x="0" y="79"/>
                    <a:pt x="24" y="34"/>
                  </a:cubicBezTo>
                  <a:close/>
                </a:path>
              </a:pathLst>
            </a:custGeom>
            <a:solidFill>
              <a:srgbClr val="ED96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4041" name="Line 966">
              <a:extLst>
                <a:ext uri="{FF2B5EF4-FFF2-40B4-BE49-F238E27FC236}">
                  <a16:creationId xmlns:a16="http://schemas.microsoft.com/office/drawing/2014/main" id="{B48DEE8A-AB58-4790-936D-4D7D50AFC76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1889" y="1203"/>
              <a:ext cx="98" cy="273"/>
            </a:xfrm>
            <a:prstGeom prst="line">
              <a:avLst/>
            </a:prstGeom>
            <a:noFill/>
            <a:ln w="12700" cap="rnd">
              <a:solidFill>
                <a:srgbClr val="ED96BB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4042" name="Line 967">
              <a:extLst>
                <a:ext uri="{FF2B5EF4-FFF2-40B4-BE49-F238E27FC236}">
                  <a16:creationId xmlns:a16="http://schemas.microsoft.com/office/drawing/2014/main" id="{CC14C388-AA3D-4C51-9E43-F1FCD6B6C42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990" y="1192"/>
              <a:ext cx="98" cy="288"/>
            </a:xfrm>
            <a:prstGeom prst="line">
              <a:avLst/>
            </a:prstGeom>
            <a:noFill/>
            <a:ln w="12700" cap="rnd">
              <a:solidFill>
                <a:srgbClr val="ED96BB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4043" name="Freeform 968">
              <a:extLst>
                <a:ext uri="{FF2B5EF4-FFF2-40B4-BE49-F238E27FC236}">
                  <a16:creationId xmlns:a16="http://schemas.microsoft.com/office/drawing/2014/main" id="{C568062B-BFF8-46AF-9ADE-82CF9BBF411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5" y="1654"/>
              <a:ext cx="317" cy="48"/>
            </a:xfrm>
            <a:custGeom>
              <a:avLst/>
              <a:gdLst>
                <a:gd name="T0" fmla="*/ 0 w 165"/>
                <a:gd name="T1" fmla="*/ 63 h 25"/>
                <a:gd name="T2" fmla="*/ 121 w 165"/>
                <a:gd name="T3" fmla="*/ 115 h 25"/>
                <a:gd name="T4" fmla="*/ 284 w 165"/>
                <a:gd name="T5" fmla="*/ 129 h 25"/>
                <a:gd name="T6" fmla="*/ 561 w 165"/>
                <a:gd name="T7" fmla="*/ 56 h 25"/>
                <a:gd name="T8" fmla="*/ 838 w 165"/>
                <a:gd name="T9" fmla="*/ 0 h 25"/>
                <a:gd name="T10" fmla="*/ 1034 w 165"/>
                <a:gd name="T11" fmla="*/ 29 h 25"/>
                <a:gd name="T12" fmla="*/ 1170 w 165"/>
                <a:gd name="T13" fmla="*/ 92 h 25"/>
                <a:gd name="T14" fmla="*/ 546 w 165"/>
                <a:gd name="T15" fmla="*/ 108 h 25"/>
                <a:gd name="T16" fmla="*/ 8 w 165"/>
                <a:gd name="T17" fmla="*/ 69 h 2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65" h="25">
                  <a:moveTo>
                    <a:pt x="0" y="9"/>
                  </a:moveTo>
                  <a:cubicBezTo>
                    <a:pt x="5" y="9"/>
                    <a:pt x="12" y="14"/>
                    <a:pt x="17" y="16"/>
                  </a:cubicBezTo>
                  <a:cubicBezTo>
                    <a:pt x="24" y="18"/>
                    <a:pt x="32" y="19"/>
                    <a:pt x="40" y="18"/>
                  </a:cubicBezTo>
                  <a:cubicBezTo>
                    <a:pt x="53" y="17"/>
                    <a:pt x="67" y="13"/>
                    <a:pt x="79" y="8"/>
                  </a:cubicBezTo>
                  <a:cubicBezTo>
                    <a:pt x="92" y="2"/>
                    <a:pt x="104" y="0"/>
                    <a:pt x="118" y="0"/>
                  </a:cubicBezTo>
                  <a:cubicBezTo>
                    <a:pt x="128" y="0"/>
                    <a:pt x="137" y="1"/>
                    <a:pt x="146" y="4"/>
                  </a:cubicBezTo>
                  <a:cubicBezTo>
                    <a:pt x="151" y="6"/>
                    <a:pt x="162" y="9"/>
                    <a:pt x="165" y="13"/>
                  </a:cubicBezTo>
                  <a:cubicBezTo>
                    <a:pt x="135" y="5"/>
                    <a:pt x="106" y="3"/>
                    <a:pt x="77" y="15"/>
                  </a:cubicBezTo>
                  <a:cubicBezTo>
                    <a:pt x="52" y="25"/>
                    <a:pt x="23" y="24"/>
                    <a:pt x="1" y="10"/>
                  </a:cubicBezTo>
                </a:path>
              </a:pathLst>
            </a:custGeom>
            <a:solidFill>
              <a:srgbClr val="D980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4044" name="Freeform 969">
              <a:extLst>
                <a:ext uri="{FF2B5EF4-FFF2-40B4-BE49-F238E27FC236}">
                  <a16:creationId xmlns:a16="http://schemas.microsoft.com/office/drawing/2014/main" id="{FE3CB368-0822-4741-9F46-EFC168F066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2" y="1592"/>
              <a:ext cx="115" cy="113"/>
            </a:xfrm>
            <a:custGeom>
              <a:avLst/>
              <a:gdLst>
                <a:gd name="T0" fmla="*/ 0 w 60"/>
                <a:gd name="T1" fmla="*/ 0 h 60"/>
                <a:gd name="T2" fmla="*/ 422 w 60"/>
                <a:gd name="T3" fmla="*/ 301 h 60"/>
                <a:gd name="T4" fmla="*/ 0 w 60"/>
                <a:gd name="T5" fmla="*/ 15 h 6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0" h="60">
                  <a:moveTo>
                    <a:pt x="0" y="0"/>
                  </a:moveTo>
                  <a:cubicBezTo>
                    <a:pt x="3" y="27"/>
                    <a:pt x="29" y="60"/>
                    <a:pt x="60" y="45"/>
                  </a:cubicBezTo>
                  <a:cubicBezTo>
                    <a:pt x="34" y="42"/>
                    <a:pt x="6" y="29"/>
                    <a:pt x="0" y="2"/>
                  </a:cubicBezTo>
                </a:path>
              </a:pathLst>
            </a:custGeom>
            <a:solidFill>
              <a:srgbClr val="EFB2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4045" name="Freeform 970">
              <a:extLst>
                <a:ext uri="{FF2B5EF4-FFF2-40B4-BE49-F238E27FC236}">
                  <a16:creationId xmlns:a16="http://schemas.microsoft.com/office/drawing/2014/main" id="{E35F067D-E5B6-405C-A5B0-F5E6FBF210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2" y="1652"/>
              <a:ext cx="228" cy="40"/>
            </a:xfrm>
            <a:custGeom>
              <a:avLst/>
              <a:gdLst>
                <a:gd name="T0" fmla="*/ 0 w 119"/>
                <a:gd name="T1" fmla="*/ 8 h 21"/>
                <a:gd name="T2" fmla="*/ 393 w 119"/>
                <a:gd name="T3" fmla="*/ 116 h 21"/>
                <a:gd name="T4" fmla="*/ 837 w 119"/>
                <a:gd name="T5" fmla="*/ 0 h 21"/>
                <a:gd name="T6" fmla="*/ 422 w 119"/>
                <a:gd name="T7" fmla="*/ 109 h 21"/>
                <a:gd name="T8" fmla="*/ 224 w 119"/>
                <a:gd name="T9" fmla="*/ 69 h 21"/>
                <a:gd name="T10" fmla="*/ 36 w 119"/>
                <a:gd name="T11" fmla="*/ 8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9" h="21">
                  <a:moveTo>
                    <a:pt x="0" y="1"/>
                  </a:moveTo>
                  <a:cubicBezTo>
                    <a:pt x="18" y="7"/>
                    <a:pt x="37" y="13"/>
                    <a:pt x="56" y="17"/>
                  </a:cubicBezTo>
                  <a:cubicBezTo>
                    <a:pt x="73" y="21"/>
                    <a:pt x="108" y="17"/>
                    <a:pt x="119" y="0"/>
                  </a:cubicBezTo>
                  <a:cubicBezTo>
                    <a:pt x="102" y="9"/>
                    <a:pt x="82" y="17"/>
                    <a:pt x="60" y="16"/>
                  </a:cubicBezTo>
                  <a:cubicBezTo>
                    <a:pt x="51" y="16"/>
                    <a:pt x="41" y="14"/>
                    <a:pt x="32" y="10"/>
                  </a:cubicBezTo>
                  <a:cubicBezTo>
                    <a:pt x="24" y="7"/>
                    <a:pt x="13" y="2"/>
                    <a:pt x="5" y="1"/>
                  </a:cubicBezTo>
                </a:path>
              </a:pathLst>
            </a:custGeom>
            <a:solidFill>
              <a:srgbClr val="EFB2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4046" name="Freeform 971">
              <a:extLst>
                <a:ext uri="{FF2B5EF4-FFF2-40B4-BE49-F238E27FC236}">
                  <a16:creationId xmlns:a16="http://schemas.microsoft.com/office/drawing/2014/main" id="{86369255-39BF-4032-BFE9-A6506F914D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8" y="1431"/>
              <a:ext cx="576" cy="646"/>
            </a:xfrm>
            <a:custGeom>
              <a:avLst/>
              <a:gdLst>
                <a:gd name="T0" fmla="*/ 168 w 301"/>
                <a:gd name="T1" fmla="*/ 229 h 341"/>
                <a:gd name="T2" fmla="*/ 2004 w 301"/>
                <a:gd name="T3" fmla="*/ 252 h 341"/>
                <a:gd name="T4" fmla="*/ 2061 w 301"/>
                <a:gd name="T5" fmla="*/ 798 h 341"/>
                <a:gd name="T6" fmla="*/ 1940 w 301"/>
                <a:gd name="T7" fmla="*/ 2031 h 341"/>
                <a:gd name="T8" fmla="*/ 268 w 301"/>
                <a:gd name="T9" fmla="*/ 2031 h 341"/>
                <a:gd name="T10" fmla="*/ 132 w 301"/>
                <a:gd name="T11" fmla="*/ 851 h 341"/>
                <a:gd name="T12" fmla="*/ 168 w 301"/>
                <a:gd name="T13" fmla="*/ 229 h 34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1" h="341">
                  <a:moveTo>
                    <a:pt x="24" y="34"/>
                  </a:moveTo>
                  <a:cubicBezTo>
                    <a:pt x="24" y="34"/>
                    <a:pt x="171" y="0"/>
                    <a:pt x="286" y="37"/>
                  </a:cubicBezTo>
                  <a:cubicBezTo>
                    <a:pt x="286" y="37"/>
                    <a:pt x="301" y="83"/>
                    <a:pt x="294" y="117"/>
                  </a:cubicBezTo>
                  <a:cubicBezTo>
                    <a:pt x="286" y="152"/>
                    <a:pt x="277" y="299"/>
                    <a:pt x="277" y="299"/>
                  </a:cubicBezTo>
                  <a:cubicBezTo>
                    <a:pt x="277" y="299"/>
                    <a:pt x="159" y="341"/>
                    <a:pt x="38" y="299"/>
                  </a:cubicBezTo>
                  <a:cubicBezTo>
                    <a:pt x="19" y="125"/>
                    <a:pt x="19" y="125"/>
                    <a:pt x="19" y="125"/>
                  </a:cubicBezTo>
                  <a:cubicBezTo>
                    <a:pt x="19" y="125"/>
                    <a:pt x="0" y="79"/>
                    <a:pt x="24" y="34"/>
                  </a:cubicBezTo>
                  <a:close/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4047" name="Freeform 972">
              <a:extLst>
                <a:ext uri="{FF2B5EF4-FFF2-40B4-BE49-F238E27FC236}">
                  <a16:creationId xmlns:a16="http://schemas.microsoft.com/office/drawing/2014/main" id="{30D43539-F5AF-4BA2-AE60-44AE5703DD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2" y="1741"/>
              <a:ext cx="98" cy="120"/>
            </a:xfrm>
            <a:custGeom>
              <a:avLst/>
              <a:gdLst>
                <a:gd name="T0" fmla="*/ 136 w 51"/>
                <a:gd name="T1" fmla="*/ 185 h 63"/>
                <a:gd name="T2" fmla="*/ 121 w 51"/>
                <a:gd name="T3" fmla="*/ 0 h 63"/>
                <a:gd name="T4" fmla="*/ 192 w 51"/>
                <a:gd name="T5" fmla="*/ 160 h 63"/>
                <a:gd name="T6" fmla="*/ 361 w 51"/>
                <a:gd name="T7" fmla="*/ 137 h 63"/>
                <a:gd name="T8" fmla="*/ 233 w 51"/>
                <a:gd name="T9" fmla="*/ 236 h 63"/>
                <a:gd name="T10" fmla="*/ 361 w 51"/>
                <a:gd name="T11" fmla="*/ 421 h 63"/>
                <a:gd name="T12" fmla="*/ 177 w 51"/>
                <a:gd name="T13" fmla="*/ 297 h 63"/>
                <a:gd name="T14" fmla="*/ 77 w 51"/>
                <a:gd name="T15" fmla="*/ 436 h 63"/>
                <a:gd name="T16" fmla="*/ 121 w 51"/>
                <a:gd name="T17" fmla="*/ 269 h 63"/>
                <a:gd name="T18" fmla="*/ 0 w 51"/>
                <a:gd name="T19" fmla="*/ 200 h 63"/>
                <a:gd name="T20" fmla="*/ 136 w 51"/>
                <a:gd name="T21" fmla="*/ 200 h 6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1" h="63">
                  <a:moveTo>
                    <a:pt x="19" y="27"/>
                  </a:moveTo>
                  <a:cubicBezTo>
                    <a:pt x="19" y="18"/>
                    <a:pt x="18" y="9"/>
                    <a:pt x="17" y="0"/>
                  </a:cubicBezTo>
                  <a:cubicBezTo>
                    <a:pt x="23" y="5"/>
                    <a:pt x="21" y="19"/>
                    <a:pt x="27" y="23"/>
                  </a:cubicBezTo>
                  <a:cubicBezTo>
                    <a:pt x="30" y="26"/>
                    <a:pt x="46" y="22"/>
                    <a:pt x="51" y="20"/>
                  </a:cubicBezTo>
                  <a:cubicBezTo>
                    <a:pt x="46" y="27"/>
                    <a:pt x="39" y="29"/>
                    <a:pt x="33" y="34"/>
                  </a:cubicBezTo>
                  <a:cubicBezTo>
                    <a:pt x="39" y="43"/>
                    <a:pt x="46" y="51"/>
                    <a:pt x="51" y="61"/>
                  </a:cubicBezTo>
                  <a:cubicBezTo>
                    <a:pt x="44" y="60"/>
                    <a:pt x="28" y="49"/>
                    <a:pt x="25" y="43"/>
                  </a:cubicBezTo>
                  <a:cubicBezTo>
                    <a:pt x="20" y="47"/>
                    <a:pt x="15" y="57"/>
                    <a:pt x="11" y="63"/>
                  </a:cubicBezTo>
                  <a:cubicBezTo>
                    <a:pt x="11" y="55"/>
                    <a:pt x="15" y="46"/>
                    <a:pt x="17" y="39"/>
                  </a:cubicBezTo>
                  <a:cubicBezTo>
                    <a:pt x="11" y="39"/>
                    <a:pt x="6" y="33"/>
                    <a:pt x="0" y="29"/>
                  </a:cubicBezTo>
                  <a:cubicBezTo>
                    <a:pt x="6" y="29"/>
                    <a:pt x="14" y="27"/>
                    <a:pt x="19" y="29"/>
                  </a:cubicBezTo>
                </a:path>
              </a:pathLst>
            </a:custGeom>
            <a:solidFill>
              <a:srgbClr val="F7F4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4048" name="Freeform 973">
              <a:extLst>
                <a:ext uri="{FF2B5EF4-FFF2-40B4-BE49-F238E27FC236}">
                  <a16:creationId xmlns:a16="http://schemas.microsoft.com/office/drawing/2014/main" id="{C3439D81-BCD6-4934-83B3-14297B121E0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5" y="1709"/>
              <a:ext cx="56" cy="66"/>
            </a:xfrm>
            <a:custGeom>
              <a:avLst/>
              <a:gdLst>
                <a:gd name="T0" fmla="*/ 79 w 29"/>
                <a:gd name="T1" fmla="*/ 121 h 35"/>
                <a:gd name="T2" fmla="*/ 108 w 29"/>
                <a:gd name="T3" fmla="*/ 0 h 35"/>
                <a:gd name="T4" fmla="*/ 124 w 29"/>
                <a:gd name="T5" fmla="*/ 107 h 35"/>
                <a:gd name="T6" fmla="*/ 209 w 29"/>
                <a:gd name="T7" fmla="*/ 121 h 35"/>
                <a:gd name="T8" fmla="*/ 137 w 29"/>
                <a:gd name="T9" fmla="*/ 141 h 35"/>
                <a:gd name="T10" fmla="*/ 172 w 29"/>
                <a:gd name="T11" fmla="*/ 234 h 35"/>
                <a:gd name="T12" fmla="*/ 100 w 29"/>
                <a:gd name="T13" fmla="*/ 160 h 35"/>
                <a:gd name="T14" fmla="*/ 44 w 29"/>
                <a:gd name="T15" fmla="*/ 221 h 35"/>
                <a:gd name="T16" fmla="*/ 64 w 29"/>
                <a:gd name="T17" fmla="*/ 173 h 35"/>
                <a:gd name="T18" fmla="*/ 0 w 29"/>
                <a:gd name="T19" fmla="*/ 121 h 35"/>
                <a:gd name="T20" fmla="*/ 79 w 29"/>
                <a:gd name="T21" fmla="*/ 121 h 3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9" h="35">
                  <a:moveTo>
                    <a:pt x="11" y="18"/>
                  </a:moveTo>
                  <a:cubicBezTo>
                    <a:pt x="11" y="13"/>
                    <a:pt x="13" y="3"/>
                    <a:pt x="15" y="0"/>
                  </a:cubicBezTo>
                  <a:cubicBezTo>
                    <a:pt x="16" y="5"/>
                    <a:pt x="17" y="11"/>
                    <a:pt x="17" y="16"/>
                  </a:cubicBezTo>
                  <a:cubicBezTo>
                    <a:pt x="21" y="16"/>
                    <a:pt x="26" y="17"/>
                    <a:pt x="29" y="18"/>
                  </a:cubicBezTo>
                  <a:cubicBezTo>
                    <a:pt x="27" y="20"/>
                    <a:pt x="22" y="21"/>
                    <a:pt x="19" y="21"/>
                  </a:cubicBezTo>
                  <a:cubicBezTo>
                    <a:pt x="21" y="25"/>
                    <a:pt x="23" y="31"/>
                    <a:pt x="24" y="35"/>
                  </a:cubicBezTo>
                  <a:cubicBezTo>
                    <a:pt x="20" y="33"/>
                    <a:pt x="17" y="29"/>
                    <a:pt x="14" y="24"/>
                  </a:cubicBezTo>
                  <a:cubicBezTo>
                    <a:pt x="11" y="26"/>
                    <a:pt x="8" y="30"/>
                    <a:pt x="6" y="33"/>
                  </a:cubicBezTo>
                  <a:cubicBezTo>
                    <a:pt x="7" y="30"/>
                    <a:pt x="8" y="27"/>
                    <a:pt x="9" y="26"/>
                  </a:cubicBezTo>
                  <a:cubicBezTo>
                    <a:pt x="6" y="24"/>
                    <a:pt x="2" y="21"/>
                    <a:pt x="0" y="18"/>
                  </a:cubicBezTo>
                  <a:cubicBezTo>
                    <a:pt x="3" y="17"/>
                    <a:pt x="7" y="18"/>
                    <a:pt x="11" y="18"/>
                  </a:cubicBezTo>
                </a:path>
              </a:pathLst>
            </a:custGeom>
            <a:solidFill>
              <a:srgbClr val="F7F4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4049" name="Freeform 974">
              <a:extLst>
                <a:ext uri="{FF2B5EF4-FFF2-40B4-BE49-F238E27FC236}">
                  <a16:creationId xmlns:a16="http://schemas.microsoft.com/office/drawing/2014/main" id="{2058F862-55AC-4EE1-B805-8785FFBC66A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7" y="1815"/>
              <a:ext cx="65" cy="82"/>
            </a:xfrm>
            <a:custGeom>
              <a:avLst/>
              <a:gdLst>
                <a:gd name="T0" fmla="*/ 84 w 34"/>
                <a:gd name="T1" fmla="*/ 137 h 43"/>
                <a:gd name="T2" fmla="*/ 84 w 34"/>
                <a:gd name="T3" fmla="*/ 0 h 43"/>
                <a:gd name="T4" fmla="*/ 132 w 34"/>
                <a:gd name="T5" fmla="*/ 113 h 43"/>
                <a:gd name="T6" fmla="*/ 208 w 34"/>
                <a:gd name="T7" fmla="*/ 76 h 43"/>
                <a:gd name="T8" fmla="*/ 161 w 34"/>
                <a:gd name="T9" fmla="*/ 153 h 43"/>
                <a:gd name="T10" fmla="*/ 237 w 34"/>
                <a:gd name="T11" fmla="*/ 269 h 43"/>
                <a:gd name="T12" fmla="*/ 124 w 34"/>
                <a:gd name="T13" fmla="*/ 185 h 43"/>
                <a:gd name="T14" fmla="*/ 92 w 34"/>
                <a:gd name="T15" fmla="*/ 297 h 43"/>
                <a:gd name="T16" fmla="*/ 84 w 34"/>
                <a:gd name="T17" fmla="*/ 185 h 43"/>
                <a:gd name="T18" fmla="*/ 0 w 34"/>
                <a:gd name="T19" fmla="*/ 181 h 43"/>
                <a:gd name="T20" fmla="*/ 69 w 34"/>
                <a:gd name="T21" fmla="*/ 160 h 4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4" h="43">
                  <a:moveTo>
                    <a:pt x="12" y="20"/>
                  </a:moveTo>
                  <a:cubicBezTo>
                    <a:pt x="13" y="14"/>
                    <a:pt x="12" y="7"/>
                    <a:pt x="12" y="0"/>
                  </a:cubicBezTo>
                  <a:cubicBezTo>
                    <a:pt x="14" y="5"/>
                    <a:pt x="17" y="11"/>
                    <a:pt x="19" y="16"/>
                  </a:cubicBezTo>
                  <a:cubicBezTo>
                    <a:pt x="23" y="15"/>
                    <a:pt x="26" y="12"/>
                    <a:pt x="30" y="11"/>
                  </a:cubicBezTo>
                  <a:cubicBezTo>
                    <a:pt x="30" y="16"/>
                    <a:pt x="25" y="19"/>
                    <a:pt x="23" y="22"/>
                  </a:cubicBezTo>
                  <a:cubicBezTo>
                    <a:pt x="27" y="27"/>
                    <a:pt x="31" y="33"/>
                    <a:pt x="34" y="39"/>
                  </a:cubicBezTo>
                  <a:cubicBezTo>
                    <a:pt x="28" y="37"/>
                    <a:pt x="23" y="31"/>
                    <a:pt x="18" y="27"/>
                  </a:cubicBezTo>
                  <a:cubicBezTo>
                    <a:pt x="18" y="32"/>
                    <a:pt x="15" y="39"/>
                    <a:pt x="13" y="43"/>
                  </a:cubicBezTo>
                  <a:cubicBezTo>
                    <a:pt x="13" y="38"/>
                    <a:pt x="12" y="32"/>
                    <a:pt x="12" y="27"/>
                  </a:cubicBezTo>
                  <a:cubicBezTo>
                    <a:pt x="8" y="29"/>
                    <a:pt x="4" y="26"/>
                    <a:pt x="0" y="26"/>
                  </a:cubicBezTo>
                  <a:cubicBezTo>
                    <a:pt x="2" y="24"/>
                    <a:pt x="7" y="24"/>
                    <a:pt x="10" y="23"/>
                  </a:cubicBezTo>
                </a:path>
              </a:pathLst>
            </a:custGeom>
            <a:solidFill>
              <a:srgbClr val="F7F4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4050" name="Freeform 975">
              <a:extLst>
                <a:ext uri="{FF2B5EF4-FFF2-40B4-BE49-F238E27FC236}">
                  <a16:creationId xmlns:a16="http://schemas.microsoft.com/office/drawing/2014/main" id="{DD0B5B8D-B46A-4DDA-86AE-6C7704108C8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5" y="1897"/>
              <a:ext cx="77" cy="83"/>
            </a:xfrm>
            <a:custGeom>
              <a:avLst/>
              <a:gdLst>
                <a:gd name="T0" fmla="*/ 85 w 40"/>
                <a:gd name="T1" fmla="*/ 121 h 44"/>
                <a:gd name="T2" fmla="*/ 123 w 40"/>
                <a:gd name="T3" fmla="*/ 0 h 44"/>
                <a:gd name="T4" fmla="*/ 156 w 40"/>
                <a:gd name="T5" fmla="*/ 113 h 44"/>
                <a:gd name="T6" fmla="*/ 285 w 40"/>
                <a:gd name="T7" fmla="*/ 108 h 44"/>
                <a:gd name="T8" fmla="*/ 185 w 40"/>
                <a:gd name="T9" fmla="*/ 153 h 44"/>
                <a:gd name="T10" fmla="*/ 223 w 40"/>
                <a:gd name="T11" fmla="*/ 274 h 44"/>
                <a:gd name="T12" fmla="*/ 129 w 40"/>
                <a:gd name="T13" fmla="*/ 196 h 44"/>
                <a:gd name="T14" fmla="*/ 85 w 40"/>
                <a:gd name="T15" fmla="*/ 296 h 44"/>
                <a:gd name="T16" fmla="*/ 92 w 40"/>
                <a:gd name="T17" fmla="*/ 181 h 44"/>
                <a:gd name="T18" fmla="*/ 0 w 40"/>
                <a:gd name="T19" fmla="*/ 149 h 44"/>
                <a:gd name="T20" fmla="*/ 85 w 40"/>
                <a:gd name="T21" fmla="*/ 136 h 4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0" h="44">
                  <a:moveTo>
                    <a:pt x="12" y="18"/>
                  </a:moveTo>
                  <a:cubicBezTo>
                    <a:pt x="15" y="13"/>
                    <a:pt x="17" y="5"/>
                    <a:pt x="17" y="0"/>
                  </a:cubicBezTo>
                  <a:cubicBezTo>
                    <a:pt x="19" y="5"/>
                    <a:pt x="21" y="11"/>
                    <a:pt x="22" y="17"/>
                  </a:cubicBezTo>
                  <a:cubicBezTo>
                    <a:pt x="28" y="17"/>
                    <a:pt x="34" y="16"/>
                    <a:pt x="40" y="16"/>
                  </a:cubicBezTo>
                  <a:cubicBezTo>
                    <a:pt x="36" y="20"/>
                    <a:pt x="31" y="21"/>
                    <a:pt x="26" y="23"/>
                  </a:cubicBezTo>
                  <a:cubicBezTo>
                    <a:pt x="26" y="29"/>
                    <a:pt x="29" y="35"/>
                    <a:pt x="31" y="41"/>
                  </a:cubicBezTo>
                  <a:cubicBezTo>
                    <a:pt x="26" y="38"/>
                    <a:pt x="22" y="33"/>
                    <a:pt x="18" y="29"/>
                  </a:cubicBezTo>
                  <a:cubicBezTo>
                    <a:pt x="18" y="34"/>
                    <a:pt x="15" y="39"/>
                    <a:pt x="12" y="44"/>
                  </a:cubicBezTo>
                  <a:cubicBezTo>
                    <a:pt x="12" y="40"/>
                    <a:pt x="14" y="29"/>
                    <a:pt x="13" y="27"/>
                  </a:cubicBezTo>
                  <a:cubicBezTo>
                    <a:pt x="11" y="24"/>
                    <a:pt x="3" y="25"/>
                    <a:pt x="0" y="22"/>
                  </a:cubicBezTo>
                  <a:cubicBezTo>
                    <a:pt x="4" y="21"/>
                    <a:pt x="8" y="20"/>
                    <a:pt x="12" y="20"/>
                  </a:cubicBezTo>
                </a:path>
              </a:pathLst>
            </a:custGeom>
            <a:solidFill>
              <a:srgbClr val="F7F4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4051" name="Freeform 976">
              <a:extLst>
                <a:ext uri="{FF2B5EF4-FFF2-40B4-BE49-F238E27FC236}">
                  <a16:creationId xmlns:a16="http://schemas.microsoft.com/office/drawing/2014/main" id="{4E8137CA-2FA8-4E4C-9A79-BFAA293B7A0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0" y="1753"/>
              <a:ext cx="32" cy="40"/>
            </a:xfrm>
            <a:custGeom>
              <a:avLst/>
              <a:gdLst>
                <a:gd name="T0" fmla="*/ 45 w 17"/>
                <a:gd name="T1" fmla="*/ 48 h 21"/>
                <a:gd name="T2" fmla="*/ 92 w 17"/>
                <a:gd name="T3" fmla="*/ 0 h 21"/>
                <a:gd name="T4" fmla="*/ 81 w 17"/>
                <a:gd name="T5" fmla="*/ 55 h 21"/>
                <a:gd name="T6" fmla="*/ 113 w 17"/>
                <a:gd name="T7" fmla="*/ 91 h 21"/>
                <a:gd name="T8" fmla="*/ 75 w 17"/>
                <a:gd name="T9" fmla="*/ 76 h 21"/>
                <a:gd name="T10" fmla="*/ 68 w 17"/>
                <a:gd name="T11" fmla="*/ 145 h 21"/>
                <a:gd name="T12" fmla="*/ 53 w 17"/>
                <a:gd name="T13" fmla="*/ 91 h 21"/>
                <a:gd name="T14" fmla="*/ 0 w 17"/>
                <a:gd name="T15" fmla="*/ 91 h 21"/>
                <a:gd name="T16" fmla="*/ 32 w 17"/>
                <a:gd name="T17" fmla="*/ 69 h 21"/>
                <a:gd name="T18" fmla="*/ 15 w 17"/>
                <a:gd name="T19" fmla="*/ 29 h 21"/>
                <a:gd name="T20" fmla="*/ 53 w 17"/>
                <a:gd name="T21" fmla="*/ 48 h 2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7" h="21">
                  <a:moveTo>
                    <a:pt x="7" y="7"/>
                  </a:moveTo>
                  <a:cubicBezTo>
                    <a:pt x="9" y="5"/>
                    <a:pt x="12" y="3"/>
                    <a:pt x="14" y="0"/>
                  </a:cubicBezTo>
                  <a:cubicBezTo>
                    <a:pt x="14" y="2"/>
                    <a:pt x="11" y="6"/>
                    <a:pt x="12" y="8"/>
                  </a:cubicBezTo>
                  <a:cubicBezTo>
                    <a:pt x="12" y="9"/>
                    <a:pt x="16" y="11"/>
                    <a:pt x="17" y="13"/>
                  </a:cubicBezTo>
                  <a:cubicBezTo>
                    <a:pt x="14" y="13"/>
                    <a:pt x="13" y="13"/>
                    <a:pt x="11" y="11"/>
                  </a:cubicBezTo>
                  <a:cubicBezTo>
                    <a:pt x="11" y="14"/>
                    <a:pt x="11" y="18"/>
                    <a:pt x="10" y="21"/>
                  </a:cubicBezTo>
                  <a:cubicBezTo>
                    <a:pt x="8" y="18"/>
                    <a:pt x="8" y="16"/>
                    <a:pt x="8" y="13"/>
                  </a:cubicBezTo>
                  <a:cubicBezTo>
                    <a:pt x="5" y="12"/>
                    <a:pt x="2" y="13"/>
                    <a:pt x="0" y="13"/>
                  </a:cubicBezTo>
                  <a:cubicBezTo>
                    <a:pt x="2" y="12"/>
                    <a:pt x="3" y="11"/>
                    <a:pt x="5" y="10"/>
                  </a:cubicBezTo>
                  <a:cubicBezTo>
                    <a:pt x="4" y="9"/>
                    <a:pt x="3" y="6"/>
                    <a:pt x="2" y="4"/>
                  </a:cubicBezTo>
                  <a:cubicBezTo>
                    <a:pt x="4" y="5"/>
                    <a:pt x="6" y="6"/>
                    <a:pt x="8" y="7"/>
                  </a:cubicBezTo>
                </a:path>
              </a:pathLst>
            </a:custGeom>
            <a:solidFill>
              <a:srgbClr val="F7F4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4052" name="Freeform 977">
              <a:extLst>
                <a:ext uri="{FF2B5EF4-FFF2-40B4-BE49-F238E27FC236}">
                  <a16:creationId xmlns:a16="http://schemas.microsoft.com/office/drawing/2014/main" id="{C44CD833-96D1-4D06-8B26-79D033B362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4" y="1702"/>
              <a:ext cx="33" cy="43"/>
            </a:xfrm>
            <a:custGeom>
              <a:avLst/>
              <a:gdLst>
                <a:gd name="T0" fmla="*/ 52 w 17"/>
                <a:gd name="T1" fmla="*/ 67 h 23"/>
                <a:gd name="T2" fmla="*/ 45 w 17"/>
                <a:gd name="T3" fmla="*/ 0 h 23"/>
                <a:gd name="T4" fmla="*/ 72 w 17"/>
                <a:gd name="T5" fmla="*/ 60 h 23"/>
                <a:gd name="T6" fmla="*/ 124 w 17"/>
                <a:gd name="T7" fmla="*/ 45 h 23"/>
                <a:gd name="T8" fmla="*/ 124 w 17"/>
                <a:gd name="T9" fmla="*/ 125 h 23"/>
                <a:gd name="T10" fmla="*/ 60 w 17"/>
                <a:gd name="T11" fmla="*/ 97 h 23"/>
                <a:gd name="T12" fmla="*/ 52 w 17"/>
                <a:gd name="T13" fmla="*/ 150 h 23"/>
                <a:gd name="T14" fmla="*/ 37 w 17"/>
                <a:gd name="T15" fmla="*/ 92 h 23"/>
                <a:gd name="T16" fmla="*/ 0 w 17"/>
                <a:gd name="T17" fmla="*/ 77 h 23"/>
                <a:gd name="T18" fmla="*/ 45 w 17"/>
                <a:gd name="T19" fmla="*/ 73 h 2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7" h="23">
                  <a:moveTo>
                    <a:pt x="7" y="10"/>
                  </a:moveTo>
                  <a:cubicBezTo>
                    <a:pt x="7" y="7"/>
                    <a:pt x="6" y="3"/>
                    <a:pt x="6" y="0"/>
                  </a:cubicBezTo>
                  <a:cubicBezTo>
                    <a:pt x="7" y="3"/>
                    <a:pt x="9" y="6"/>
                    <a:pt x="10" y="9"/>
                  </a:cubicBezTo>
                  <a:cubicBezTo>
                    <a:pt x="12" y="8"/>
                    <a:pt x="15" y="7"/>
                    <a:pt x="17" y="7"/>
                  </a:cubicBezTo>
                  <a:cubicBezTo>
                    <a:pt x="13" y="13"/>
                    <a:pt x="13" y="13"/>
                    <a:pt x="17" y="19"/>
                  </a:cubicBezTo>
                  <a:cubicBezTo>
                    <a:pt x="14" y="19"/>
                    <a:pt x="11" y="16"/>
                    <a:pt x="8" y="15"/>
                  </a:cubicBezTo>
                  <a:cubicBezTo>
                    <a:pt x="8" y="18"/>
                    <a:pt x="7" y="20"/>
                    <a:pt x="7" y="23"/>
                  </a:cubicBezTo>
                  <a:cubicBezTo>
                    <a:pt x="6" y="20"/>
                    <a:pt x="5" y="17"/>
                    <a:pt x="5" y="14"/>
                  </a:cubicBezTo>
                  <a:cubicBezTo>
                    <a:pt x="2" y="13"/>
                    <a:pt x="2" y="13"/>
                    <a:pt x="0" y="12"/>
                  </a:cubicBezTo>
                  <a:cubicBezTo>
                    <a:pt x="3" y="12"/>
                    <a:pt x="4" y="11"/>
                    <a:pt x="6" y="11"/>
                  </a:cubicBezTo>
                </a:path>
              </a:pathLst>
            </a:custGeom>
            <a:solidFill>
              <a:srgbClr val="F7F4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4053" name="Freeform 978">
              <a:extLst>
                <a:ext uri="{FF2B5EF4-FFF2-40B4-BE49-F238E27FC236}">
                  <a16:creationId xmlns:a16="http://schemas.microsoft.com/office/drawing/2014/main" id="{849CCF36-5C9D-42F6-B31D-087F83F3C18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7" y="1707"/>
              <a:ext cx="35" cy="44"/>
            </a:xfrm>
            <a:custGeom>
              <a:avLst/>
              <a:gdLst>
                <a:gd name="T0" fmla="*/ 45 w 18"/>
                <a:gd name="T1" fmla="*/ 84 h 23"/>
                <a:gd name="T2" fmla="*/ 23 w 18"/>
                <a:gd name="T3" fmla="*/ 0 h 23"/>
                <a:gd name="T4" fmla="*/ 68 w 18"/>
                <a:gd name="T5" fmla="*/ 55 h 23"/>
                <a:gd name="T6" fmla="*/ 103 w 18"/>
                <a:gd name="T7" fmla="*/ 36 h 23"/>
                <a:gd name="T8" fmla="*/ 88 w 18"/>
                <a:gd name="T9" fmla="*/ 84 h 23"/>
                <a:gd name="T10" fmla="*/ 132 w 18"/>
                <a:gd name="T11" fmla="*/ 121 h 23"/>
                <a:gd name="T12" fmla="*/ 80 w 18"/>
                <a:gd name="T13" fmla="*/ 99 h 23"/>
                <a:gd name="T14" fmla="*/ 72 w 18"/>
                <a:gd name="T15" fmla="*/ 161 h 23"/>
                <a:gd name="T16" fmla="*/ 53 w 18"/>
                <a:gd name="T17" fmla="*/ 105 h 23"/>
                <a:gd name="T18" fmla="*/ 0 w 18"/>
                <a:gd name="T19" fmla="*/ 121 h 23"/>
                <a:gd name="T20" fmla="*/ 31 w 18"/>
                <a:gd name="T21" fmla="*/ 92 h 2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8" h="23">
                  <a:moveTo>
                    <a:pt x="6" y="12"/>
                  </a:moveTo>
                  <a:cubicBezTo>
                    <a:pt x="5" y="8"/>
                    <a:pt x="3" y="4"/>
                    <a:pt x="3" y="0"/>
                  </a:cubicBezTo>
                  <a:cubicBezTo>
                    <a:pt x="5" y="2"/>
                    <a:pt x="7" y="5"/>
                    <a:pt x="9" y="8"/>
                  </a:cubicBezTo>
                  <a:cubicBezTo>
                    <a:pt x="10" y="7"/>
                    <a:pt x="12" y="6"/>
                    <a:pt x="14" y="5"/>
                  </a:cubicBezTo>
                  <a:cubicBezTo>
                    <a:pt x="14" y="8"/>
                    <a:pt x="13" y="10"/>
                    <a:pt x="12" y="12"/>
                  </a:cubicBezTo>
                  <a:cubicBezTo>
                    <a:pt x="14" y="13"/>
                    <a:pt x="16" y="15"/>
                    <a:pt x="18" y="17"/>
                  </a:cubicBezTo>
                  <a:cubicBezTo>
                    <a:pt x="15" y="17"/>
                    <a:pt x="12" y="16"/>
                    <a:pt x="11" y="14"/>
                  </a:cubicBezTo>
                  <a:cubicBezTo>
                    <a:pt x="10" y="17"/>
                    <a:pt x="10" y="20"/>
                    <a:pt x="10" y="23"/>
                  </a:cubicBezTo>
                  <a:cubicBezTo>
                    <a:pt x="9" y="20"/>
                    <a:pt x="7" y="18"/>
                    <a:pt x="7" y="15"/>
                  </a:cubicBezTo>
                  <a:cubicBezTo>
                    <a:pt x="5" y="16"/>
                    <a:pt x="2" y="16"/>
                    <a:pt x="0" y="17"/>
                  </a:cubicBezTo>
                  <a:cubicBezTo>
                    <a:pt x="1" y="15"/>
                    <a:pt x="2" y="14"/>
                    <a:pt x="4" y="13"/>
                  </a:cubicBezTo>
                </a:path>
              </a:pathLst>
            </a:custGeom>
            <a:solidFill>
              <a:srgbClr val="F7F4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4054" name="Freeform 979">
              <a:extLst>
                <a:ext uri="{FF2B5EF4-FFF2-40B4-BE49-F238E27FC236}">
                  <a16:creationId xmlns:a16="http://schemas.microsoft.com/office/drawing/2014/main" id="{77571C7C-2FDE-4FE6-B10C-C6646077BB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5" y="1614"/>
              <a:ext cx="36" cy="38"/>
            </a:xfrm>
            <a:custGeom>
              <a:avLst/>
              <a:gdLst>
                <a:gd name="T0" fmla="*/ 40 w 19"/>
                <a:gd name="T1" fmla="*/ 61 h 20"/>
                <a:gd name="T2" fmla="*/ 28 w 19"/>
                <a:gd name="T3" fmla="*/ 0 h 20"/>
                <a:gd name="T4" fmla="*/ 61 w 19"/>
                <a:gd name="T5" fmla="*/ 48 h 20"/>
                <a:gd name="T6" fmla="*/ 100 w 19"/>
                <a:gd name="T7" fmla="*/ 15 h 20"/>
                <a:gd name="T8" fmla="*/ 83 w 19"/>
                <a:gd name="T9" fmla="*/ 61 h 20"/>
                <a:gd name="T10" fmla="*/ 129 w 19"/>
                <a:gd name="T11" fmla="*/ 97 h 20"/>
                <a:gd name="T12" fmla="*/ 68 w 19"/>
                <a:gd name="T13" fmla="*/ 84 h 20"/>
                <a:gd name="T14" fmla="*/ 76 w 19"/>
                <a:gd name="T15" fmla="*/ 137 h 20"/>
                <a:gd name="T16" fmla="*/ 0 w 19"/>
                <a:gd name="T17" fmla="*/ 97 h 20"/>
                <a:gd name="T18" fmla="*/ 21 w 19"/>
                <a:gd name="T19" fmla="*/ 68 h 2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9" h="20">
                  <a:moveTo>
                    <a:pt x="6" y="9"/>
                  </a:moveTo>
                  <a:cubicBezTo>
                    <a:pt x="5" y="6"/>
                    <a:pt x="4" y="3"/>
                    <a:pt x="4" y="0"/>
                  </a:cubicBezTo>
                  <a:cubicBezTo>
                    <a:pt x="5" y="2"/>
                    <a:pt x="7" y="4"/>
                    <a:pt x="9" y="7"/>
                  </a:cubicBezTo>
                  <a:cubicBezTo>
                    <a:pt x="11" y="5"/>
                    <a:pt x="13" y="3"/>
                    <a:pt x="15" y="2"/>
                  </a:cubicBezTo>
                  <a:cubicBezTo>
                    <a:pt x="15" y="4"/>
                    <a:pt x="12" y="7"/>
                    <a:pt x="12" y="9"/>
                  </a:cubicBezTo>
                  <a:cubicBezTo>
                    <a:pt x="12" y="10"/>
                    <a:pt x="18" y="13"/>
                    <a:pt x="19" y="14"/>
                  </a:cubicBezTo>
                  <a:cubicBezTo>
                    <a:pt x="16" y="14"/>
                    <a:pt x="13" y="13"/>
                    <a:pt x="10" y="12"/>
                  </a:cubicBezTo>
                  <a:cubicBezTo>
                    <a:pt x="11" y="15"/>
                    <a:pt x="11" y="17"/>
                    <a:pt x="11" y="20"/>
                  </a:cubicBezTo>
                  <a:cubicBezTo>
                    <a:pt x="7" y="15"/>
                    <a:pt x="9" y="13"/>
                    <a:pt x="0" y="14"/>
                  </a:cubicBezTo>
                  <a:cubicBezTo>
                    <a:pt x="1" y="13"/>
                    <a:pt x="2" y="11"/>
                    <a:pt x="3" y="10"/>
                  </a:cubicBezTo>
                </a:path>
              </a:pathLst>
            </a:custGeom>
            <a:solidFill>
              <a:srgbClr val="F7F4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4055" name="Freeform 980">
              <a:extLst>
                <a:ext uri="{FF2B5EF4-FFF2-40B4-BE49-F238E27FC236}">
                  <a16:creationId xmlns:a16="http://schemas.microsoft.com/office/drawing/2014/main" id="{E8BEE32E-89C5-4743-A377-F6D84123790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0" y="1533"/>
              <a:ext cx="34" cy="45"/>
            </a:xfrm>
            <a:custGeom>
              <a:avLst/>
              <a:gdLst>
                <a:gd name="T0" fmla="*/ 47 w 18"/>
                <a:gd name="T1" fmla="*/ 73 h 24"/>
                <a:gd name="T2" fmla="*/ 76 w 18"/>
                <a:gd name="T3" fmla="*/ 0 h 24"/>
                <a:gd name="T4" fmla="*/ 81 w 18"/>
                <a:gd name="T5" fmla="*/ 68 h 24"/>
                <a:gd name="T6" fmla="*/ 121 w 18"/>
                <a:gd name="T7" fmla="*/ 73 h 24"/>
                <a:gd name="T8" fmla="*/ 89 w 18"/>
                <a:gd name="T9" fmla="*/ 92 h 24"/>
                <a:gd name="T10" fmla="*/ 121 w 18"/>
                <a:gd name="T11" fmla="*/ 158 h 24"/>
                <a:gd name="T12" fmla="*/ 68 w 18"/>
                <a:gd name="T13" fmla="*/ 113 h 24"/>
                <a:gd name="T14" fmla="*/ 28 w 18"/>
                <a:gd name="T15" fmla="*/ 158 h 24"/>
                <a:gd name="T16" fmla="*/ 40 w 18"/>
                <a:gd name="T17" fmla="*/ 105 h 24"/>
                <a:gd name="T18" fmla="*/ 0 w 18"/>
                <a:gd name="T19" fmla="*/ 73 h 24"/>
                <a:gd name="T20" fmla="*/ 47 w 18"/>
                <a:gd name="T21" fmla="*/ 73 h 2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8" h="24">
                  <a:moveTo>
                    <a:pt x="7" y="11"/>
                  </a:moveTo>
                  <a:cubicBezTo>
                    <a:pt x="8" y="7"/>
                    <a:pt x="9" y="3"/>
                    <a:pt x="11" y="0"/>
                  </a:cubicBezTo>
                  <a:cubicBezTo>
                    <a:pt x="12" y="3"/>
                    <a:pt x="12" y="6"/>
                    <a:pt x="12" y="10"/>
                  </a:cubicBezTo>
                  <a:cubicBezTo>
                    <a:pt x="15" y="9"/>
                    <a:pt x="16" y="10"/>
                    <a:pt x="18" y="11"/>
                  </a:cubicBezTo>
                  <a:cubicBezTo>
                    <a:pt x="17" y="12"/>
                    <a:pt x="14" y="13"/>
                    <a:pt x="13" y="14"/>
                  </a:cubicBezTo>
                  <a:cubicBezTo>
                    <a:pt x="15" y="17"/>
                    <a:pt x="17" y="20"/>
                    <a:pt x="18" y="24"/>
                  </a:cubicBezTo>
                  <a:cubicBezTo>
                    <a:pt x="15" y="23"/>
                    <a:pt x="12" y="20"/>
                    <a:pt x="10" y="17"/>
                  </a:cubicBezTo>
                  <a:cubicBezTo>
                    <a:pt x="8" y="19"/>
                    <a:pt x="6" y="21"/>
                    <a:pt x="4" y="24"/>
                  </a:cubicBezTo>
                  <a:cubicBezTo>
                    <a:pt x="4" y="21"/>
                    <a:pt x="6" y="18"/>
                    <a:pt x="6" y="16"/>
                  </a:cubicBezTo>
                  <a:cubicBezTo>
                    <a:pt x="3" y="16"/>
                    <a:pt x="1" y="14"/>
                    <a:pt x="0" y="11"/>
                  </a:cubicBezTo>
                  <a:cubicBezTo>
                    <a:pt x="2" y="11"/>
                    <a:pt x="5" y="10"/>
                    <a:pt x="7" y="11"/>
                  </a:cubicBezTo>
                </a:path>
              </a:pathLst>
            </a:custGeom>
            <a:solidFill>
              <a:srgbClr val="F7F4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4056" name="Freeform 981">
              <a:extLst>
                <a:ext uri="{FF2B5EF4-FFF2-40B4-BE49-F238E27FC236}">
                  <a16:creationId xmlns:a16="http://schemas.microsoft.com/office/drawing/2014/main" id="{47C55B1B-0F55-4C67-A67C-F9565C092C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4" y="1567"/>
              <a:ext cx="52" cy="66"/>
            </a:xfrm>
            <a:custGeom>
              <a:avLst/>
              <a:gdLst>
                <a:gd name="T0" fmla="*/ 71 w 27"/>
                <a:gd name="T1" fmla="*/ 113 h 35"/>
                <a:gd name="T2" fmla="*/ 108 w 27"/>
                <a:gd name="T3" fmla="*/ 0 h 35"/>
                <a:gd name="T4" fmla="*/ 123 w 27"/>
                <a:gd name="T5" fmla="*/ 107 h 35"/>
                <a:gd name="T6" fmla="*/ 193 w 27"/>
                <a:gd name="T7" fmla="*/ 107 h 35"/>
                <a:gd name="T8" fmla="*/ 129 w 27"/>
                <a:gd name="T9" fmla="*/ 145 h 35"/>
                <a:gd name="T10" fmla="*/ 148 w 27"/>
                <a:gd name="T11" fmla="*/ 234 h 35"/>
                <a:gd name="T12" fmla="*/ 85 w 27"/>
                <a:gd name="T13" fmla="*/ 153 h 35"/>
                <a:gd name="T14" fmla="*/ 29 w 27"/>
                <a:gd name="T15" fmla="*/ 196 h 35"/>
                <a:gd name="T16" fmla="*/ 64 w 27"/>
                <a:gd name="T17" fmla="*/ 141 h 35"/>
                <a:gd name="T18" fmla="*/ 0 w 27"/>
                <a:gd name="T19" fmla="*/ 68 h 35"/>
                <a:gd name="T20" fmla="*/ 71 w 27"/>
                <a:gd name="T21" fmla="*/ 92 h 3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7" h="35">
                  <a:moveTo>
                    <a:pt x="10" y="17"/>
                  </a:moveTo>
                  <a:cubicBezTo>
                    <a:pt x="12" y="11"/>
                    <a:pt x="14" y="5"/>
                    <a:pt x="15" y="0"/>
                  </a:cubicBezTo>
                  <a:cubicBezTo>
                    <a:pt x="17" y="4"/>
                    <a:pt x="16" y="11"/>
                    <a:pt x="17" y="16"/>
                  </a:cubicBezTo>
                  <a:cubicBezTo>
                    <a:pt x="20" y="15"/>
                    <a:pt x="24" y="15"/>
                    <a:pt x="27" y="16"/>
                  </a:cubicBezTo>
                  <a:cubicBezTo>
                    <a:pt x="24" y="17"/>
                    <a:pt x="19" y="19"/>
                    <a:pt x="18" y="22"/>
                  </a:cubicBezTo>
                  <a:cubicBezTo>
                    <a:pt x="18" y="25"/>
                    <a:pt x="21" y="32"/>
                    <a:pt x="21" y="35"/>
                  </a:cubicBezTo>
                  <a:cubicBezTo>
                    <a:pt x="18" y="31"/>
                    <a:pt x="15" y="27"/>
                    <a:pt x="12" y="23"/>
                  </a:cubicBezTo>
                  <a:cubicBezTo>
                    <a:pt x="10" y="25"/>
                    <a:pt x="6" y="27"/>
                    <a:pt x="4" y="29"/>
                  </a:cubicBezTo>
                  <a:cubicBezTo>
                    <a:pt x="5" y="26"/>
                    <a:pt x="7" y="23"/>
                    <a:pt x="9" y="21"/>
                  </a:cubicBezTo>
                  <a:cubicBezTo>
                    <a:pt x="5" y="18"/>
                    <a:pt x="2" y="14"/>
                    <a:pt x="0" y="10"/>
                  </a:cubicBezTo>
                  <a:cubicBezTo>
                    <a:pt x="2" y="11"/>
                    <a:pt x="7" y="13"/>
                    <a:pt x="10" y="14"/>
                  </a:cubicBezTo>
                </a:path>
              </a:pathLst>
            </a:custGeom>
            <a:solidFill>
              <a:srgbClr val="F7F4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4057" name="Freeform 982">
              <a:extLst>
                <a:ext uri="{FF2B5EF4-FFF2-40B4-BE49-F238E27FC236}">
                  <a16:creationId xmlns:a16="http://schemas.microsoft.com/office/drawing/2014/main" id="{7A12720E-6586-4C03-8577-E8792C12983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7" y="1866"/>
              <a:ext cx="28" cy="38"/>
            </a:xfrm>
            <a:custGeom>
              <a:avLst/>
              <a:gdLst>
                <a:gd name="T0" fmla="*/ 32 w 15"/>
                <a:gd name="T1" fmla="*/ 61 h 20"/>
                <a:gd name="T2" fmla="*/ 21 w 15"/>
                <a:gd name="T3" fmla="*/ 0 h 20"/>
                <a:gd name="T4" fmla="*/ 60 w 15"/>
                <a:gd name="T5" fmla="*/ 48 h 20"/>
                <a:gd name="T6" fmla="*/ 97 w 15"/>
                <a:gd name="T7" fmla="*/ 29 h 20"/>
                <a:gd name="T8" fmla="*/ 60 w 15"/>
                <a:gd name="T9" fmla="*/ 61 h 20"/>
                <a:gd name="T10" fmla="*/ 97 w 15"/>
                <a:gd name="T11" fmla="*/ 105 h 20"/>
                <a:gd name="T12" fmla="*/ 45 w 15"/>
                <a:gd name="T13" fmla="*/ 97 h 20"/>
                <a:gd name="T14" fmla="*/ 45 w 15"/>
                <a:gd name="T15" fmla="*/ 91 h 20"/>
                <a:gd name="T16" fmla="*/ 32 w 15"/>
                <a:gd name="T17" fmla="*/ 137 h 20"/>
                <a:gd name="T18" fmla="*/ 24 w 15"/>
                <a:gd name="T19" fmla="*/ 91 h 20"/>
                <a:gd name="T20" fmla="*/ 0 w 15"/>
                <a:gd name="T21" fmla="*/ 76 h 20"/>
                <a:gd name="T22" fmla="*/ 21 w 15"/>
                <a:gd name="T23" fmla="*/ 61 h 2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5" h="20">
                  <a:moveTo>
                    <a:pt x="5" y="9"/>
                  </a:moveTo>
                  <a:cubicBezTo>
                    <a:pt x="4" y="6"/>
                    <a:pt x="4" y="3"/>
                    <a:pt x="3" y="0"/>
                  </a:cubicBezTo>
                  <a:cubicBezTo>
                    <a:pt x="6" y="1"/>
                    <a:pt x="7" y="4"/>
                    <a:pt x="9" y="7"/>
                  </a:cubicBezTo>
                  <a:cubicBezTo>
                    <a:pt x="11" y="6"/>
                    <a:pt x="13" y="5"/>
                    <a:pt x="15" y="4"/>
                  </a:cubicBezTo>
                  <a:cubicBezTo>
                    <a:pt x="13" y="6"/>
                    <a:pt x="11" y="8"/>
                    <a:pt x="9" y="9"/>
                  </a:cubicBezTo>
                  <a:cubicBezTo>
                    <a:pt x="11" y="11"/>
                    <a:pt x="14" y="13"/>
                    <a:pt x="15" y="15"/>
                  </a:cubicBezTo>
                  <a:cubicBezTo>
                    <a:pt x="13" y="15"/>
                    <a:pt x="10" y="15"/>
                    <a:pt x="7" y="14"/>
                  </a:cubicBezTo>
                  <a:cubicBezTo>
                    <a:pt x="7" y="13"/>
                    <a:pt x="7" y="13"/>
                    <a:pt x="7" y="13"/>
                  </a:cubicBezTo>
                  <a:cubicBezTo>
                    <a:pt x="6" y="15"/>
                    <a:pt x="6" y="18"/>
                    <a:pt x="5" y="20"/>
                  </a:cubicBezTo>
                  <a:cubicBezTo>
                    <a:pt x="4" y="18"/>
                    <a:pt x="4" y="15"/>
                    <a:pt x="4" y="13"/>
                  </a:cubicBezTo>
                  <a:cubicBezTo>
                    <a:pt x="2" y="13"/>
                    <a:pt x="1" y="11"/>
                    <a:pt x="0" y="11"/>
                  </a:cubicBezTo>
                  <a:cubicBezTo>
                    <a:pt x="1" y="10"/>
                    <a:pt x="2" y="10"/>
                    <a:pt x="3" y="9"/>
                  </a:cubicBezTo>
                </a:path>
              </a:pathLst>
            </a:custGeom>
            <a:solidFill>
              <a:srgbClr val="F7F4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4058" name="Freeform 983">
              <a:extLst>
                <a:ext uri="{FF2B5EF4-FFF2-40B4-BE49-F238E27FC236}">
                  <a16:creationId xmlns:a16="http://schemas.microsoft.com/office/drawing/2014/main" id="{53540EE0-3DB2-4517-A0C2-9650E4D84D6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0" y="1859"/>
              <a:ext cx="39" cy="51"/>
            </a:xfrm>
            <a:custGeom>
              <a:avLst/>
              <a:gdLst>
                <a:gd name="T0" fmla="*/ 45 w 20"/>
                <a:gd name="T1" fmla="*/ 68 h 27"/>
                <a:gd name="T2" fmla="*/ 111 w 20"/>
                <a:gd name="T3" fmla="*/ 0 h 27"/>
                <a:gd name="T4" fmla="*/ 96 w 20"/>
                <a:gd name="T5" fmla="*/ 89 h 27"/>
                <a:gd name="T6" fmla="*/ 148 w 20"/>
                <a:gd name="T7" fmla="*/ 108 h 27"/>
                <a:gd name="T8" fmla="*/ 80 w 20"/>
                <a:gd name="T9" fmla="*/ 113 h 27"/>
                <a:gd name="T10" fmla="*/ 88 w 20"/>
                <a:gd name="T11" fmla="*/ 181 h 27"/>
                <a:gd name="T12" fmla="*/ 60 w 20"/>
                <a:gd name="T13" fmla="*/ 108 h 27"/>
                <a:gd name="T14" fmla="*/ 0 w 20"/>
                <a:gd name="T15" fmla="*/ 100 h 27"/>
                <a:gd name="T16" fmla="*/ 39 w 20"/>
                <a:gd name="T17" fmla="*/ 93 h 27"/>
                <a:gd name="T18" fmla="*/ 16 w 20"/>
                <a:gd name="T19" fmla="*/ 40 h 27"/>
                <a:gd name="T20" fmla="*/ 53 w 20"/>
                <a:gd name="T21" fmla="*/ 60 h 2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0" h="27">
                  <a:moveTo>
                    <a:pt x="6" y="10"/>
                  </a:moveTo>
                  <a:cubicBezTo>
                    <a:pt x="9" y="9"/>
                    <a:pt x="12" y="3"/>
                    <a:pt x="15" y="0"/>
                  </a:cubicBezTo>
                  <a:cubicBezTo>
                    <a:pt x="15" y="4"/>
                    <a:pt x="14" y="9"/>
                    <a:pt x="13" y="13"/>
                  </a:cubicBezTo>
                  <a:cubicBezTo>
                    <a:pt x="16" y="13"/>
                    <a:pt x="19" y="15"/>
                    <a:pt x="20" y="16"/>
                  </a:cubicBezTo>
                  <a:cubicBezTo>
                    <a:pt x="17" y="18"/>
                    <a:pt x="14" y="17"/>
                    <a:pt x="11" y="17"/>
                  </a:cubicBezTo>
                  <a:cubicBezTo>
                    <a:pt x="13" y="19"/>
                    <a:pt x="12" y="24"/>
                    <a:pt x="12" y="27"/>
                  </a:cubicBezTo>
                  <a:cubicBezTo>
                    <a:pt x="10" y="25"/>
                    <a:pt x="8" y="20"/>
                    <a:pt x="8" y="16"/>
                  </a:cubicBezTo>
                  <a:cubicBezTo>
                    <a:pt x="5" y="16"/>
                    <a:pt x="2" y="15"/>
                    <a:pt x="0" y="15"/>
                  </a:cubicBezTo>
                  <a:cubicBezTo>
                    <a:pt x="1" y="15"/>
                    <a:pt x="3" y="14"/>
                    <a:pt x="5" y="14"/>
                  </a:cubicBezTo>
                  <a:cubicBezTo>
                    <a:pt x="3" y="12"/>
                    <a:pt x="2" y="9"/>
                    <a:pt x="2" y="6"/>
                  </a:cubicBezTo>
                  <a:cubicBezTo>
                    <a:pt x="4" y="7"/>
                    <a:pt x="6" y="8"/>
                    <a:pt x="7" y="9"/>
                  </a:cubicBezTo>
                </a:path>
              </a:pathLst>
            </a:custGeom>
            <a:solidFill>
              <a:srgbClr val="F7F4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4059" name="Freeform 984">
              <a:extLst>
                <a:ext uri="{FF2B5EF4-FFF2-40B4-BE49-F238E27FC236}">
                  <a16:creationId xmlns:a16="http://schemas.microsoft.com/office/drawing/2014/main" id="{D44FB7C5-7CC7-4EB4-9649-1994683468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3" y="1683"/>
              <a:ext cx="35" cy="305"/>
            </a:xfrm>
            <a:custGeom>
              <a:avLst/>
              <a:gdLst>
                <a:gd name="T0" fmla="*/ 132 w 18"/>
                <a:gd name="T1" fmla="*/ 0 h 161"/>
                <a:gd name="T2" fmla="*/ 45 w 18"/>
                <a:gd name="T3" fmla="*/ 1095 h 161"/>
                <a:gd name="T4" fmla="*/ 132 w 18"/>
                <a:gd name="T5" fmla="*/ 0 h 16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61">
                  <a:moveTo>
                    <a:pt x="18" y="0"/>
                  </a:moveTo>
                  <a:cubicBezTo>
                    <a:pt x="6" y="161"/>
                    <a:pt x="6" y="161"/>
                    <a:pt x="6" y="161"/>
                  </a:cubicBezTo>
                  <a:cubicBezTo>
                    <a:pt x="6" y="161"/>
                    <a:pt x="0" y="64"/>
                    <a:pt x="18" y="0"/>
                  </a:cubicBezTo>
                  <a:close/>
                </a:path>
              </a:pathLst>
            </a:custGeom>
            <a:solidFill>
              <a:srgbClr val="D980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4060" name="Freeform 985">
              <a:extLst>
                <a:ext uri="{FF2B5EF4-FFF2-40B4-BE49-F238E27FC236}">
                  <a16:creationId xmlns:a16="http://schemas.microsoft.com/office/drawing/2014/main" id="{932F462C-61C3-4570-8A52-D098878D878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5" y="1501"/>
              <a:ext cx="40" cy="130"/>
            </a:xfrm>
            <a:custGeom>
              <a:avLst/>
              <a:gdLst>
                <a:gd name="T0" fmla="*/ 55 w 21"/>
                <a:gd name="T1" fmla="*/ 28 h 69"/>
                <a:gd name="T2" fmla="*/ 124 w 21"/>
                <a:gd name="T3" fmla="*/ 462 h 69"/>
                <a:gd name="T4" fmla="*/ 0 w 21"/>
                <a:gd name="T5" fmla="*/ 0 h 69"/>
                <a:gd name="T6" fmla="*/ 55 w 21"/>
                <a:gd name="T7" fmla="*/ 28 h 6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69">
                  <a:moveTo>
                    <a:pt x="8" y="4"/>
                  </a:moveTo>
                  <a:cubicBezTo>
                    <a:pt x="8" y="4"/>
                    <a:pt x="21" y="43"/>
                    <a:pt x="18" y="69"/>
                  </a:cubicBezTo>
                  <a:cubicBezTo>
                    <a:pt x="18" y="69"/>
                    <a:pt x="10" y="10"/>
                    <a:pt x="0" y="0"/>
                  </a:cubicBezTo>
                  <a:lnTo>
                    <a:pt x="8" y="4"/>
                  </a:lnTo>
                  <a:close/>
                </a:path>
              </a:pathLst>
            </a:custGeom>
            <a:solidFill>
              <a:srgbClr val="D980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4061" name="Freeform 986">
              <a:extLst>
                <a:ext uri="{FF2B5EF4-FFF2-40B4-BE49-F238E27FC236}">
                  <a16:creationId xmlns:a16="http://schemas.microsoft.com/office/drawing/2014/main" id="{15799653-3AD4-445B-ACC7-6C0A3A47E5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4" y="1457"/>
              <a:ext cx="355" cy="36"/>
            </a:xfrm>
            <a:custGeom>
              <a:avLst/>
              <a:gdLst>
                <a:gd name="T0" fmla="*/ 0 w 185"/>
                <a:gd name="T1" fmla="*/ 129 h 19"/>
                <a:gd name="T2" fmla="*/ 1307 w 185"/>
                <a:gd name="T3" fmla="*/ 116 h 19"/>
                <a:gd name="T4" fmla="*/ 0 w 185"/>
                <a:gd name="T5" fmla="*/ 129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5" h="19">
                  <a:moveTo>
                    <a:pt x="0" y="19"/>
                  </a:moveTo>
                  <a:cubicBezTo>
                    <a:pt x="0" y="19"/>
                    <a:pt x="96" y="0"/>
                    <a:pt x="185" y="17"/>
                  </a:cubicBezTo>
                  <a:cubicBezTo>
                    <a:pt x="185" y="17"/>
                    <a:pt x="44" y="6"/>
                    <a:pt x="0" y="19"/>
                  </a:cubicBezTo>
                  <a:close/>
                </a:path>
              </a:pathLst>
            </a:custGeom>
            <a:solidFill>
              <a:srgbClr val="EFB2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4062" name="Freeform 987">
              <a:extLst>
                <a:ext uri="{FF2B5EF4-FFF2-40B4-BE49-F238E27FC236}">
                  <a16:creationId xmlns:a16="http://schemas.microsoft.com/office/drawing/2014/main" id="{9CC696A6-E4EC-43CF-BFBA-414A29EF60E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9" y="2016"/>
              <a:ext cx="730" cy="1855"/>
            </a:xfrm>
            <a:custGeom>
              <a:avLst/>
              <a:gdLst>
                <a:gd name="T0" fmla="*/ 500 w 381"/>
                <a:gd name="T1" fmla="*/ 0 h 979"/>
                <a:gd name="T2" fmla="*/ 2203 w 381"/>
                <a:gd name="T3" fmla="*/ 8 h 979"/>
                <a:gd name="T4" fmla="*/ 2221 w 381"/>
                <a:gd name="T5" fmla="*/ 97 h 979"/>
                <a:gd name="T6" fmla="*/ 2489 w 381"/>
                <a:gd name="T7" fmla="*/ 1726 h 979"/>
                <a:gd name="T8" fmla="*/ 2680 w 381"/>
                <a:gd name="T9" fmla="*/ 6327 h 979"/>
                <a:gd name="T10" fmla="*/ 0 w 381"/>
                <a:gd name="T11" fmla="*/ 6327 h 979"/>
                <a:gd name="T12" fmla="*/ 261 w 381"/>
                <a:gd name="T13" fmla="*/ 1781 h 979"/>
                <a:gd name="T14" fmla="*/ 477 w 381"/>
                <a:gd name="T15" fmla="*/ 121 h 979"/>
                <a:gd name="T16" fmla="*/ 500 w 381"/>
                <a:gd name="T17" fmla="*/ 0 h 97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81" h="979">
                  <a:moveTo>
                    <a:pt x="71" y="0"/>
                  </a:moveTo>
                  <a:cubicBezTo>
                    <a:pt x="71" y="0"/>
                    <a:pt x="179" y="36"/>
                    <a:pt x="313" y="1"/>
                  </a:cubicBezTo>
                  <a:cubicBezTo>
                    <a:pt x="316" y="14"/>
                    <a:pt x="316" y="14"/>
                    <a:pt x="316" y="14"/>
                  </a:cubicBezTo>
                  <a:cubicBezTo>
                    <a:pt x="316" y="14"/>
                    <a:pt x="365" y="89"/>
                    <a:pt x="354" y="254"/>
                  </a:cubicBezTo>
                  <a:cubicBezTo>
                    <a:pt x="344" y="419"/>
                    <a:pt x="360" y="873"/>
                    <a:pt x="381" y="930"/>
                  </a:cubicBezTo>
                  <a:cubicBezTo>
                    <a:pt x="381" y="930"/>
                    <a:pt x="162" y="979"/>
                    <a:pt x="0" y="930"/>
                  </a:cubicBezTo>
                  <a:cubicBezTo>
                    <a:pt x="0" y="930"/>
                    <a:pt x="49" y="531"/>
                    <a:pt x="37" y="262"/>
                  </a:cubicBezTo>
                  <a:cubicBezTo>
                    <a:pt x="34" y="190"/>
                    <a:pt x="33" y="116"/>
                    <a:pt x="68" y="18"/>
                  </a:cubicBezTo>
                  <a:lnTo>
                    <a:pt x="71" y="0"/>
                  </a:lnTo>
                  <a:close/>
                </a:path>
              </a:pathLst>
            </a:custGeom>
            <a:solidFill>
              <a:srgbClr val="F7F4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4063" name="Freeform 988">
              <a:extLst>
                <a:ext uri="{FF2B5EF4-FFF2-40B4-BE49-F238E27FC236}">
                  <a16:creationId xmlns:a16="http://schemas.microsoft.com/office/drawing/2014/main" id="{F00AAFF7-DCF7-4716-83F7-7C8DD12949D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7" y="2014"/>
              <a:ext cx="730" cy="1857"/>
            </a:xfrm>
            <a:custGeom>
              <a:avLst/>
              <a:gdLst>
                <a:gd name="T0" fmla="*/ 506 w 381"/>
                <a:gd name="T1" fmla="*/ 0 h 980"/>
                <a:gd name="T2" fmla="*/ 2203 w 381"/>
                <a:gd name="T3" fmla="*/ 15 h 980"/>
                <a:gd name="T4" fmla="*/ 2228 w 381"/>
                <a:gd name="T5" fmla="*/ 97 h 980"/>
                <a:gd name="T6" fmla="*/ 2497 w 381"/>
                <a:gd name="T7" fmla="*/ 1726 h 980"/>
                <a:gd name="T8" fmla="*/ 2680 w 381"/>
                <a:gd name="T9" fmla="*/ 6327 h 980"/>
                <a:gd name="T10" fmla="*/ 0 w 381"/>
                <a:gd name="T11" fmla="*/ 6327 h 980"/>
                <a:gd name="T12" fmla="*/ 261 w 381"/>
                <a:gd name="T13" fmla="*/ 1781 h 980"/>
                <a:gd name="T14" fmla="*/ 477 w 381"/>
                <a:gd name="T15" fmla="*/ 121 h 980"/>
                <a:gd name="T16" fmla="*/ 506 w 381"/>
                <a:gd name="T17" fmla="*/ 0 h 98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81" h="980">
                  <a:moveTo>
                    <a:pt x="72" y="0"/>
                  </a:moveTo>
                  <a:cubicBezTo>
                    <a:pt x="72" y="0"/>
                    <a:pt x="180" y="36"/>
                    <a:pt x="313" y="2"/>
                  </a:cubicBezTo>
                  <a:cubicBezTo>
                    <a:pt x="317" y="14"/>
                    <a:pt x="317" y="14"/>
                    <a:pt x="317" y="14"/>
                  </a:cubicBezTo>
                  <a:cubicBezTo>
                    <a:pt x="317" y="14"/>
                    <a:pt x="365" y="89"/>
                    <a:pt x="355" y="254"/>
                  </a:cubicBezTo>
                  <a:cubicBezTo>
                    <a:pt x="344" y="420"/>
                    <a:pt x="360" y="873"/>
                    <a:pt x="381" y="930"/>
                  </a:cubicBezTo>
                  <a:cubicBezTo>
                    <a:pt x="381" y="930"/>
                    <a:pt x="163" y="980"/>
                    <a:pt x="0" y="930"/>
                  </a:cubicBezTo>
                  <a:cubicBezTo>
                    <a:pt x="0" y="930"/>
                    <a:pt x="49" y="532"/>
                    <a:pt x="37" y="262"/>
                  </a:cubicBezTo>
                  <a:cubicBezTo>
                    <a:pt x="34" y="190"/>
                    <a:pt x="33" y="117"/>
                    <a:pt x="68" y="18"/>
                  </a:cubicBezTo>
                  <a:lnTo>
                    <a:pt x="72" y="0"/>
                  </a:lnTo>
                  <a:close/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4064" name="Freeform 989">
              <a:extLst>
                <a:ext uri="{FF2B5EF4-FFF2-40B4-BE49-F238E27FC236}">
                  <a16:creationId xmlns:a16="http://schemas.microsoft.com/office/drawing/2014/main" id="{D217FD92-91B9-4449-9E7F-058EC61678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5" y="2045"/>
              <a:ext cx="456" cy="39"/>
            </a:xfrm>
            <a:custGeom>
              <a:avLst/>
              <a:gdLst>
                <a:gd name="T0" fmla="*/ 0 w 238"/>
                <a:gd name="T1" fmla="*/ 0 h 21"/>
                <a:gd name="T2" fmla="*/ 40 w 238"/>
                <a:gd name="T3" fmla="*/ 24 h 21"/>
                <a:gd name="T4" fmla="*/ 77 w 238"/>
                <a:gd name="T5" fmla="*/ 20 h 21"/>
                <a:gd name="T6" fmla="*/ 121 w 238"/>
                <a:gd name="T7" fmla="*/ 45 h 21"/>
                <a:gd name="T8" fmla="*/ 284 w 238"/>
                <a:gd name="T9" fmla="*/ 37 h 21"/>
                <a:gd name="T10" fmla="*/ 385 w 238"/>
                <a:gd name="T11" fmla="*/ 65 h 21"/>
                <a:gd name="T12" fmla="*/ 437 w 238"/>
                <a:gd name="T13" fmla="*/ 84 h 21"/>
                <a:gd name="T14" fmla="*/ 462 w 238"/>
                <a:gd name="T15" fmla="*/ 76 h 21"/>
                <a:gd name="T16" fmla="*/ 513 w 238"/>
                <a:gd name="T17" fmla="*/ 84 h 21"/>
                <a:gd name="T18" fmla="*/ 598 w 238"/>
                <a:gd name="T19" fmla="*/ 89 h 21"/>
                <a:gd name="T20" fmla="*/ 766 w 238"/>
                <a:gd name="T21" fmla="*/ 128 h 21"/>
                <a:gd name="T22" fmla="*/ 885 w 238"/>
                <a:gd name="T23" fmla="*/ 84 h 21"/>
                <a:gd name="T24" fmla="*/ 1035 w 238"/>
                <a:gd name="T25" fmla="*/ 89 h 21"/>
                <a:gd name="T26" fmla="*/ 1127 w 238"/>
                <a:gd name="T27" fmla="*/ 104 h 21"/>
                <a:gd name="T28" fmla="*/ 1211 w 238"/>
                <a:gd name="T29" fmla="*/ 84 h 21"/>
                <a:gd name="T30" fmla="*/ 1314 w 238"/>
                <a:gd name="T31" fmla="*/ 97 h 21"/>
                <a:gd name="T32" fmla="*/ 1374 w 238"/>
                <a:gd name="T33" fmla="*/ 65 h 21"/>
                <a:gd name="T34" fmla="*/ 1443 w 238"/>
                <a:gd name="T35" fmla="*/ 65 h 21"/>
                <a:gd name="T36" fmla="*/ 1667 w 238"/>
                <a:gd name="T37" fmla="*/ 0 h 21"/>
                <a:gd name="T38" fmla="*/ 1675 w 238"/>
                <a:gd name="T39" fmla="*/ 7 h 21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238" h="21">
                  <a:moveTo>
                    <a:pt x="0" y="0"/>
                  </a:moveTo>
                  <a:cubicBezTo>
                    <a:pt x="2" y="4"/>
                    <a:pt x="4" y="4"/>
                    <a:pt x="6" y="4"/>
                  </a:cubicBezTo>
                  <a:cubicBezTo>
                    <a:pt x="8" y="4"/>
                    <a:pt x="9" y="3"/>
                    <a:pt x="11" y="3"/>
                  </a:cubicBezTo>
                  <a:cubicBezTo>
                    <a:pt x="13" y="4"/>
                    <a:pt x="15" y="6"/>
                    <a:pt x="17" y="7"/>
                  </a:cubicBezTo>
                  <a:cubicBezTo>
                    <a:pt x="22" y="10"/>
                    <a:pt x="34" y="7"/>
                    <a:pt x="40" y="6"/>
                  </a:cubicBezTo>
                  <a:cubicBezTo>
                    <a:pt x="47" y="6"/>
                    <a:pt x="50" y="6"/>
                    <a:pt x="55" y="10"/>
                  </a:cubicBezTo>
                  <a:cubicBezTo>
                    <a:pt x="57" y="12"/>
                    <a:pt x="59" y="13"/>
                    <a:pt x="62" y="13"/>
                  </a:cubicBezTo>
                  <a:cubicBezTo>
                    <a:pt x="63" y="13"/>
                    <a:pt x="64" y="12"/>
                    <a:pt x="66" y="12"/>
                  </a:cubicBezTo>
                  <a:cubicBezTo>
                    <a:pt x="68" y="12"/>
                    <a:pt x="71" y="13"/>
                    <a:pt x="73" y="13"/>
                  </a:cubicBezTo>
                  <a:cubicBezTo>
                    <a:pt x="78" y="14"/>
                    <a:pt x="81" y="12"/>
                    <a:pt x="85" y="14"/>
                  </a:cubicBezTo>
                  <a:cubicBezTo>
                    <a:pt x="92" y="16"/>
                    <a:pt x="102" y="21"/>
                    <a:pt x="109" y="20"/>
                  </a:cubicBezTo>
                  <a:cubicBezTo>
                    <a:pt x="115" y="19"/>
                    <a:pt x="120" y="14"/>
                    <a:pt x="126" y="13"/>
                  </a:cubicBezTo>
                  <a:cubicBezTo>
                    <a:pt x="135" y="13"/>
                    <a:pt x="139" y="18"/>
                    <a:pt x="147" y="14"/>
                  </a:cubicBezTo>
                  <a:cubicBezTo>
                    <a:pt x="153" y="11"/>
                    <a:pt x="154" y="13"/>
                    <a:pt x="160" y="16"/>
                  </a:cubicBezTo>
                  <a:cubicBezTo>
                    <a:pt x="167" y="20"/>
                    <a:pt x="166" y="16"/>
                    <a:pt x="172" y="13"/>
                  </a:cubicBezTo>
                  <a:cubicBezTo>
                    <a:pt x="177" y="11"/>
                    <a:pt x="182" y="17"/>
                    <a:pt x="187" y="15"/>
                  </a:cubicBezTo>
                  <a:cubicBezTo>
                    <a:pt x="190" y="14"/>
                    <a:pt x="191" y="11"/>
                    <a:pt x="195" y="10"/>
                  </a:cubicBezTo>
                  <a:cubicBezTo>
                    <a:pt x="198" y="9"/>
                    <a:pt x="202" y="10"/>
                    <a:pt x="205" y="10"/>
                  </a:cubicBezTo>
                  <a:cubicBezTo>
                    <a:pt x="211" y="10"/>
                    <a:pt x="236" y="9"/>
                    <a:pt x="237" y="0"/>
                  </a:cubicBezTo>
                  <a:cubicBezTo>
                    <a:pt x="238" y="1"/>
                    <a:pt x="238" y="1"/>
                    <a:pt x="238" y="1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4065" name="Freeform 990">
              <a:extLst>
                <a:ext uri="{FF2B5EF4-FFF2-40B4-BE49-F238E27FC236}">
                  <a16:creationId xmlns:a16="http://schemas.microsoft.com/office/drawing/2014/main" id="{A1BD1C40-AAC5-43B0-8F5D-9CBFDFA7E5F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5" y="2022"/>
              <a:ext cx="61" cy="32"/>
            </a:xfrm>
            <a:custGeom>
              <a:avLst/>
              <a:gdLst>
                <a:gd name="T0" fmla="*/ 15 w 32"/>
                <a:gd name="T1" fmla="*/ 0 h 17"/>
                <a:gd name="T2" fmla="*/ 21 w 32"/>
                <a:gd name="T3" fmla="*/ 81 h 17"/>
                <a:gd name="T4" fmla="*/ 92 w 32"/>
                <a:gd name="T5" fmla="*/ 85 h 17"/>
                <a:gd name="T6" fmla="*/ 116 w 32"/>
                <a:gd name="T7" fmla="*/ 105 h 17"/>
                <a:gd name="T8" fmla="*/ 153 w 32"/>
                <a:gd name="T9" fmla="*/ 105 h 17"/>
                <a:gd name="T10" fmla="*/ 221 w 32"/>
                <a:gd name="T11" fmla="*/ 113 h 17"/>
                <a:gd name="T12" fmla="*/ 76 w 32"/>
                <a:gd name="T13" fmla="*/ 60 h 17"/>
                <a:gd name="T14" fmla="*/ 8 w 32"/>
                <a:gd name="T15" fmla="*/ 0 h 1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2" h="17">
                  <a:moveTo>
                    <a:pt x="2" y="0"/>
                  </a:moveTo>
                  <a:cubicBezTo>
                    <a:pt x="1" y="3"/>
                    <a:pt x="0" y="10"/>
                    <a:pt x="3" y="12"/>
                  </a:cubicBezTo>
                  <a:cubicBezTo>
                    <a:pt x="5" y="13"/>
                    <a:pt x="11" y="12"/>
                    <a:pt x="13" y="13"/>
                  </a:cubicBezTo>
                  <a:cubicBezTo>
                    <a:pt x="15" y="13"/>
                    <a:pt x="16" y="15"/>
                    <a:pt x="17" y="16"/>
                  </a:cubicBezTo>
                  <a:cubicBezTo>
                    <a:pt x="19" y="16"/>
                    <a:pt x="21" y="16"/>
                    <a:pt x="22" y="16"/>
                  </a:cubicBezTo>
                  <a:cubicBezTo>
                    <a:pt x="26" y="16"/>
                    <a:pt x="29" y="17"/>
                    <a:pt x="32" y="17"/>
                  </a:cubicBezTo>
                  <a:cubicBezTo>
                    <a:pt x="25" y="13"/>
                    <a:pt x="19" y="12"/>
                    <a:pt x="11" y="9"/>
                  </a:cubicBezTo>
                  <a:cubicBezTo>
                    <a:pt x="7" y="8"/>
                    <a:pt x="4" y="4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4066" name="Freeform 991">
              <a:extLst>
                <a:ext uri="{FF2B5EF4-FFF2-40B4-BE49-F238E27FC236}">
                  <a16:creationId xmlns:a16="http://schemas.microsoft.com/office/drawing/2014/main" id="{21F739A8-D4F0-4A44-A7FD-3EA3DBA825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9" y="2046"/>
              <a:ext cx="117" cy="27"/>
            </a:xfrm>
            <a:custGeom>
              <a:avLst/>
              <a:gdLst>
                <a:gd name="T0" fmla="*/ 0 w 61"/>
                <a:gd name="T1" fmla="*/ 15 h 14"/>
                <a:gd name="T2" fmla="*/ 56 w 61"/>
                <a:gd name="T3" fmla="*/ 15 h 14"/>
                <a:gd name="T4" fmla="*/ 113 w 61"/>
                <a:gd name="T5" fmla="*/ 44 h 14"/>
                <a:gd name="T6" fmla="*/ 184 w 61"/>
                <a:gd name="T7" fmla="*/ 52 h 14"/>
                <a:gd name="T8" fmla="*/ 309 w 61"/>
                <a:gd name="T9" fmla="*/ 56 h 14"/>
                <a:gd name="T10" fmla="*/ 430 w 61"/>
                <a:gd name="T11" fmla="*/ 100 h 14"/>
                <a:gd name="T12" fmla="*/ 184 w 61"/>
                <a:gd name="T13" fmla="*/ 15 h 14"/>
                <a:gd name="T14" fmla="*/ 15 w 61"/>
                <a:gd name="T15" fmla="*/ 8 h 1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1" h="14">
                  <a:moveTo>
                    <a:pt x="0" y="2"/>
                  </a:moveTo>
                  <a:cubicBezTo>
                    <a:pt x="2" y="3"/>
                    <a:pt x="5" y="2"/>
                    <a:pt x="8" y="2"/>
                  </a:cubicBezTo>
                  <a:cubicBezTo>
                    <a:pt x="11" y="3"/>
                    <a:pt x="13" y="5"/>
                    <a:pt x="16" y="6"/>
                  </a:cubicBezTo>
                  <a:cubicBezTo>
                    <a:pt x="20" y="8"/>
                    <a:pt x="22" y="7"/>
                    <a:pt x="26" y="7"/>
                  </a:cubicBezTo>
                  <a:cubicBezTo>
                    <a:pt x="32" y="7"/>
                    <a:pt x="38" y="7"/>
                    <a:pt x="44" y="8"/>
                  </a:cubicBezTo>
                  <a:cubicBezTo>
                    <a:pt x="49" y="10"/>
                    <a:pt x="56" y="13"/>
                    <a:pt x="61" y="14"/>
                  </a:cubicBezTo>
                  <a:cubicBezTo>
                    <a:pt x="51" y="5"/>
                    <a:pt x="39" y="4"/>
                    <a:pt x="26" y="2"/>
                  </a:cubicBezTo>
                  <a:cubicBezTo>
                    <a:pt x="18" y="1"/>
                    <a:pt x="9" y="0"/>
                    <a:pt x="2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4067" name="Freeform 992">
              <a:extLst>
                <a:ext uri="{FF2B5EF4-FFF2-40B4-BE49-F238E27FC236}">
                  <a16:creationId xmlns:a16="http://schemas.microsoft.com/office/drawing/2014/main" id="{14DE3215-5014-4708-9E37-1079DFD729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3" y="2031"/>
              <a:ext cx="10" cy="21"/>
            </a:xfrm>
            <a:custGeom>
              <a:avLst/>
              <a:gdLst>
                <a:gd name="T0" fmla="*/ 40 w 5"/>
                <a:gd name="T1" fmla="*/ 15 h 11"/>
                <a:gd name="T2" fmla="*/ 24 w 5"/>
                <a:gd name="T3" fmla="*/ 76 h 11"/>
                <a:gd name="T4" fmla="*/ 16 w 5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11">
                  <a:moveTo>
                    <a:pt x="5" y="2"/>
                  </a:moveTo>
                  <a:cubicBezTo>
                    <a:pt x="5" y="2"/>
                    <a:pt x="4" y="9"/>
                    <a:pt x="3" y="11"/>
                  </a:cubicBezTo>
                  <a:cubicBezTo>
                    <a:pt x="2" y="8"/>
                    <a:pt x="0" y="3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4068" name="Freeform 993">
              <a:extLst>
                <a:ext uri="{FF2B5EF4-FFF2-40B4-BE49-F238E27FC236}">
                  <a16:creationId xmlns:a16="http://schemas.microsoft.com/office/drawing/2014/main" id="{BFD09032-64CA-4FCA-8357-8DCF688C00B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2" y="2026"/>
              <a:ext cx="9" cy="22"/>
            </a:xfrm>
            <a:custGeom>
              <a:avLst/>
              <a:gdLst>
                <a:gd name="T0" fmla="*/ 16 w 5"/>
                <a:gd name="T1" fmla="*/ 13 h 12"/>
                <a:gd name="T2" fmla="*/ 16 w 5"/>
                <a:gd name="T3" fmla="*/ 73 h 12"/>
                <a:gd name="T4" fmla="*/ 13 w 5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12">
                  <a:moveTo>
                    <a:pt x="3" y="2"/>
                  </a:moveTo>
                  <a:cubicBezTo>
                    <a:pt x="4" y="2"/>
                    <a:pt x="5" y="11"/>
                    <a:pt x="3" y="12"/>
                  </a:cubicBezTo>
                  <a:cubicBezTo>
                    <a:pt x="0" y="8"/>
                    <a:pt x="0" y="4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4069" name="Freeform 994">
              <a:extLst>
                <a:ext uri="{FF2B5EF4-FFF2-40B4-BE49-F238E27FC236}">
                  <a16:creationId xmlns:a16="http://schemas.microsoft.com/office/drawing/2014/main" id="{643C456D-EFA4-457C-A790-161D8E52E7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9" y="2046"/>
              <a:ext cx="6" cy="25"/>
            </a:xfrm>
            <a:custGeom>
              <a:avLst/>
              <a:gdLst>
                <a:gd name="T0" fmla="*/ 8 w 3"/>
                <a:gd name="T1" fmla="*/ 8 h 13"/>
                <a:gd name="T2" fmla="*/ 0 w 3"/>
                <a:gd name="T3" fmla="*/ 8 h 13"/>
                <a:gd name="T4" fmla="*/ 24 w 3"/>
                <a:gd name="T5" fmla="*/ 92 h 13"/>
                <a:gd name="T6" fmla="*/ 8 w 3"/>
                <a:gd name="T7" fmla="*/ 15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13">
                  <a:moveTo>
                    <a:pt x="1" y="1"/>
                  </a:moveTo>
                  <a:cubicBezTo>
                    <a:pt x="1" y="1"/>
                    <a:pt x="0" y="0"/>
                    <a:pt x="0" y="1"/>
                  </a:cubicBezTo>
                  <a:cubicBezTo>
                    <a:pt x="0" y="5"/>
                    <a:pt x="1" y="10"/>
                    <a:pt x="3" y="13"/>
                  </a:cubicBezTo>
                  <a:cubicBezTo>
                    <a:pt x="3" y="10"/>
                    <a:pt x="3" y="5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4070" name="Freeform 995">
              <a:extLst>
                <a:ext uri="{FF2B5EF4-FFF2-40B4-BE49-F238E27FC236}">
                  <a16:creationId xmlns:a16="http://schemas.microsoft.com/office/drawing/2014/main" id="{BBBAE97D-BA4B-4433-A52C-543FA95198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3" y="2050"/>
              <a:ext cx="6" cy="19"/>
            </a:xfrm>
            <a:custGeom>
              <a:avLst/>
              <a:gdLst>
                <a:gd name="T0" fmla="*/ 0 w 3"/>
                <a:gd name="T1" fmla="*/ 0 h 10"/>
                <a:gd name="T2" fmla="*/ 16 w 3"/>
                <a:gd name="T3" fmla="*/ 68 h 10"/>
                <a:gd name="T4" fmla="*/ 0 w 3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10">
                  <a:moveTo>
                    <a:pt x="0" y="0"/>
                  </a:moveTo>
                  <a:cubicBezTo>
                    <a:pt x="0" y="0"/>
                    <a:pt x="0" y="8"/>
                    <a:pt x="2" y="10"/>
                  </a:cubicBezTo>
                  <a:cubicBezTo>
                    <a:pt x="3" y="7"/>
                    <a:pt x="1" y="3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4071" name="Freeform 996">
              <a:extLst>
                <a:ext uri="{FF2B5EF4-FFF2-40B4-BE49-F238E27FC236}">
                  <a16:creationId xmlns:a16="http://schemas.microsoft.com/office/drawing/2014/main" id="{E3093C99-3136-45D0-BEDF-BAA1EA7FD8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4" y="2048"/>
              <a:ext cx="8" cy="17"/>
            </a:xfrm>
            <a:custGeom>
              <a:avLst/>
              <a:gdLst>
                <a:gd name="T0" fmla="*/ 8 w 4"/>
                <a:gd name="T1" fmla="*/ 0 h 9"/>
                <a:gd name="T2" fmla="*/ 32 w 4"/>
                <a:gd name="T3" fmla="*/ 60 h 9"/>
                <a:gd name="T4" fmla="*/ 0 w 4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9">
                  <a:moveTo>
                    <a:pt x="1" y="0"/>
                  </a:moveTo>
                  <a:cubicBezTo>
                    <a:pt x="0" y="0"/>
                    <a:pt x="1" y="7"/>
                    <a:pt x="4" y="9"/>
                  </a:cubicBezTo>
                  <a:cubicBezTo>
                    <a:pt x="4" y="6"/>
                    <a:pt x="1" y="3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4072" name="Freeform 997">
              <a:extLst>
                <a:ext uri="{FF2B5EF4-FFF2-40B4-BE49-F238E27FC236}">
                  <a16:creationId xmlns:a16="http://schemas.microsoft.com/office/drawing/2014/main" id="{95406CB5-7877-4CFB-9D5C-FFBAA25001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3" y="2046"/>
              <a:ext cx="8" cy="23"/>
            </a:xfrm>
            <a:custGeom>
              <a:avLst/>
              <a:gdLst>
                <a:gd name="T0" fmla="*/ 8 w 4"/>
                <a:gd name="T1" fmla="*/ 15 h 12"/>
                <a:gd name="T2" fmla="*/ 0 w 4"/>
                <a:gd name="T3" fmla="*/ 0 h 12"/>
                <a:gd name="T4" fmla="*/ 24 w 4"/>
                <a:gd name="T5" fmla="*/ 84 h 12"/>
                <a:gd name="T6" fmla="*/ 0 w 4"/>
                <a:gd name="T7" fmla="*/ 0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12">
                  <a:moveTo>
                    <a:pt x="1" y="2"/>
                  </a:moveTo>
                  <a:cubicBezTo>
                    <a:pt x="1" y="1"/>
                    <a:pt x="0" y="1"/>
                    <a:pt x="0" y="0"/>
                  </a:cubicBezTo>
                  <a:cubicBezTo>
                    <a:pt x="0" y="4"/>
                    <a:pt x="0" y="9"/>
                    <a:pt x="3" y="12"/>
                  </a:cubicBezTo>
                  <a:cubicBezTo>
                    <a:pt x="4" y="8"/>
                    <a:pt x="2" y="4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4073" name="Freeform 998">
              <a:extLst>
                <a:ext uri="{FF2B5EF4-FFF2-40B4-BE49-F238E27FC236}">
                  <a16:creationId xmlns:a16="http://schemas.microsoft.com/office/drawing/2014/main" id="{3FF7BDB8-0B9B-4164-A7D6-A5BC081B1B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6" y="2046"/>
              <a:ext cx="6" cy="16"/>
            </a:xfrm>
            <a:custGeom>
              <a:avLst/>
              <a:gdLst>
                <a:gd name="T0" fmla="*/ 8 w 3"/>
                <a:gd name="T1" fmla="*/ 0 h 8"/>
                <a:gd name="T2" fmla="*/ 16 w 3"/>
                <a:gd name="T3" fmla="*/ 64 h 8"/>
                <a:gd name="T4" fmla="*/ 16 w 3"/>
                <a:gd name="T5" fmla="*/ 16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8">
                  <a:moveTo>
                    <a:pt x="1" y="0"/>
                  </a:moveTo>
                  <a:cubicBezTo>
                    <a:pt x="0" y="2"/>
                    <a:pt x="1" y="6"/>
                    <a:pt x="2" y="8"/>
                  </a:cubicBezTo>
                  <a:cubicBezTo>
                    <a:pt x="3" y="6"/>
                    <a:pt x="2" y="4"/>
                    <a:pt x="2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4074" name="Freeform 999">
              <a:extLst>
                <a:ext uri="{FF2B5EF4-FFF2-40B4-BE49-F238E27FC236}">
                  <a16:creationId xmlns:a16="http://schemas.microsoft.com/office/drawing/2014/main" id="{FAB7DDE8-F264-402C-AAD2-93B73D89FA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8" y="2027"/>
              <a:ext cx="75" cy="38"/>
            </a:xfrm>
            <a:custGeom>
              <a:avLst/>
              <a:gdLst>
                <a:gd name="T0" fmla="*/ 0 w 39"/>
                <a:gd name="T1" fmla="*/ 105 h 20"/>
                <a:gd name="T2" fmla="*/ 200 w 39"/>
                <a:gd name="T3" fmla="*/ 105 h 20"/>
                <a:gd name="T4" fmla="*/ 277 w 39"/>
                <a:gd name="T5" fmla="*/ 29 h 20"/>
                <a:gd name="T6" fmla="*/ 256 w 39"/>
                <a:gd name="T7" fmla="*/ 0 h 20"/>
                <a:gd name="T8" fmla="*/ 140 w 39"/>
                <a:gd name="T9" fmla="*/ 76 h 20"/>
                <a:gd name="T10" fmla="*/ 15 w 39"/>
                <a:gd name="T11" fmla="*/ 97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9" h="20">
                  <a:moveTo>
                    <a:pt x="0" y="15"/>
                  </a:moveTo>
                  <a:cubicBezTo>
                    <a:pt x="10" y="15"/>
                    <a:pt x="20" y="20"/>
                    <a:pt x="28" y="15"/>
                  </a:cubicBezTo>
                  <a:cubicBezTo>
                    <a:pt x="32" y="13"/>
                    <a:pt x="37" y="8"/>
                    <a:pt x="39" y="4"/>
                  </a:cubicBezTo>
                  <a:cubicBezTo>
                    <a:pt x="38" y="2"/>
                    <a:pt x="37" y="1"/>
                    <a:pt x="36" y="0"/>
                  </a:cubicBezTo>
                  <a:cubicBezTo>
                    <a:pt x="32" y="7"/>
                    <a:pt x="27" y="9"/>
                    <a:pt x="20" y="11"/>
                  </a:cubicBezTo>
                  <a:cubicBezTo>
                    <a:pt x="14" y="13"/>
                    <a:pt x="7" y="12"/>
                    <a:pt x="2" y="1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4075" name="Freeform 1000">
              <a:extLst>
                <a:ext uri="{FF2B5EF4-FFF2-40B4-BE49-F238E27FC236}">
                  <a16:creationId xmlns:a16="http://schemas.microsoft.com/office/drawing/2014/main" id="{EE039C1E-2E6B-4C13-9A25-B685D406C2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2" y="2046"/>
              <a:ext cx="4" cy="21"/>
            </a:xfrm>
            <a:custGeom>
              <a:avLst/>
              <a:gdLst>
                <a:gd name="T0" fmla="*/ 8 w 2"/>
                <a:gd name="T1" fmla="*/ 0 h 11"/>
                <a:gd name="T2" fmla="*/ 8 w 2"/>
                <a:gd name="T3" fmla="*/ 76 h 11"/>
                <a:gd name="T4" fmla="*/ 8 w 2"/>
                <a:gd name="T5" fmla="*/ 15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11">
                  <a:moveTo>
                    <a:pt x="1" y="0"/>
                  </a:moveTo>
                  <a:cubicBezTo>
                    <a:pt x="1" y="3"/>
                    <a:pt x="0" y="8"/>
                    <a:pt x="1" y="11"/>
                  </a:cubicBezTo>
                  <a:cubicBezTo>
                    <a:pt x="1" y="8"/>
                    <a:pt x="2" y="4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4076" name="Freeform 1001">
              <a:extLst>
                <a:ext uri="{FF2B5EF4-FFF2-40B4-BE49-F238E27FC236}">
                  <a16:creationId xmlns:a16="http://schemas.microsoft.com/office/drawing/2014/main" id="{8B189A57-C4FC-43F9-8593-F3DA19AC4F6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7" y="2050"/>
              <a:ext cx="10" cy="21"/>
            </a:xfrm>
            <a:custGeom>
              <a:avLst/>
              <a:gdLst>
                <a:gd name="T0" fmla="*/ 16 w 5"/>
                <a:gd name="T1" fmla="*/ 15 h 11"/>
                <a:gd name="T2" fmla="*/ 16 w 5"/>
                <a:gd name="T3" fmla="*/ 0 h 11"/>
                <a:gd name="T4" fmla="*/ 16 w 5"/>
                <a:gd name="T5" fmla="*/ 76 h 11"/>
                <a:gd name="T6" fmla="*/ 16 w 5"/>
                <a:gd name="T7" fmla="*/ 0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11">
                  <a:moveTo>
                    <a:pt x="2" y="2"/>
                  </a:moveTo>
                  <a:cubicBezTo>
                    <a:pt x="2" y="1"/>
                    <a:pt x="2" y="1"/>
                    <a:pt x="2" y="0"/>
                  </a:cubicBezTo>
                  <a:cubicBezTo>
                    <a:pt x="0" y="3"/>
                    <a:pt x="0" y="9"/>
                    <a:pt x="2" y="11"/>
                  </a:cubicBezTo>
                  <a:cubicBezTo>
                    <a:pt x="5" y="8"/>
                    <a:pt x="3" y="3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4077" name="Freeform 1002">
              <a:extLst>
                <a:ext uri="{FF2B5EF4-FFF2-40B4-BE49-F238E27FC236}">
                  <a16:creationId xmlns:a16="http://schemas.microsoft.com/office/drawing/2014/main" id="{12F2046A-148D-4FE6-BFD6-0FDC78DEA74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2" y="2052"/>
              <a:ext cx="10" cy="23"/>
            </a:xfrm>
            <a:custGeom>
              <a:avLst/>
              <a:gdLst>
                <a:gd name="T0" fmla="*/ 24 w 5"/>
                <a:gd name="T1" fmla="*/ 0 h 12"/>
                <a:gd name="T2" fmla="*/ 32 w 5"/>
                <a:gd name="T3" fmla="*/ 84 h 12"/>
                <a:gd name="T4" fmla="*/ 32 w 5"/>
                <a:gd name="T5" fmla="*/ 8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12">
                  <a:moveTo>
                    <a:pt x="3" y="0"/>
                  </a:moveTo>
                  <a:cubicBezTo>
                    <a:pt x="1" y="3"/>
                    <a:pt x="0" y="12"/>
                    <a:pt x="4" y="12"/>
                  </a:cubicBezTo>
                  <a:cubicBezTo>
                    <a:pt x="5" y="9"/>
                    <a:pt x="4" y="4"/>
                    <a:pt x="4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4078" name="Freeform 1003">
              <a:extLst>
                <a:ext uri="{FF2B5EF4-FFF2-40B4-BE49-F238E27FC236}">
                  <a16:creationId xmlns:a16="http://schemas.microsoft.com/office/drawing/2014/main" id="{3BE55330-78C3-460C-8303-4083CB6B618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7" y="2054"/>
              <a:ext cx="10" cy="21"/>
            </a:xfrm>
            <a:custGeom>
              <a:avLst/>
              <a:gdLst>
                <a:gd name="T0" fmla="*/ 32 w 5"/>
                <a:gd name="T1" fmla="*/ 0 h 11"/>
                <a:gd name="T2" fmla="*/ 32 w 5"/>
                <a:gd name="T3" fmla="*/ 76 h 11"/>
                <a:gd name="T4" fmla="*/ 32 w 5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11">
                  <a:moveTo>
                    <a:pt x="4" y="0"/>
                  </a:moveTo>
                  <a:cubicBezTo>
                    <a:pt x="2" y="3"/>
                    <a:pt x="0" y="10"/>
                    <a:pt x="4" y="11"/>
                  </a:cubicBezTo>
                  <a:cubicBezTo>
                    <a:pt x="5" y="8"/>
                    <a:pt x="5" y="4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4079" name="Freeform 1004">
              <a:extLst>
                <a:ext uri="{FF2B5EF4-FFF2-40B4-BE49-F238E27FC236}">
                  <a16:creationId xmlns:a16="http://schemas.microsoft.com/office/drawing/2014/main" id="{5721847D-D3D0-4858-9D48-155F66AE2A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8" y="2050"/>
              <a:ext cx="6" cy="17"/>
            </a:xfrm>
            <a:custGeom>
              <a:avLst/>
              <a:gdLst>
                <a:gd name="T0" fmla="*/ 8 w 3"/>
                <a:gd name="T1" fmla="*/ 0 h 9"/>
                <a:gd name="T2" fmla="*/ 16 w 3"/>
                <a:gd name="T3" fmla="*/ 60 h 9"/>
                <a:gd name="T4" fmla="*/ 16 w 3"/>
                <a:gd name="T5" fmla="*/ 15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9">
                  <a:moveTo>
                    <a:pt x="1" y="0"/>
                  </a:moveTo>
                  <a:cubicBezTo>
                    <a:pt x="1" y="3"/>
                    <a:pt x="0" y="7"/>
                    <a:pt x="2" y="9"/>
                  </a:cubicBezTo>
                  <a:cubicBezTo>
                    <a:pt x="3" y="7"/>
                    <a:pt x="3" y="4"/>
                    <a:pt x="2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4080" name="Freeform 1005">
              <a:extLst>
                <a:ext uri="{FF2B5EF4-FFF2-40B4-BE49-F238E27FC236}">
                  <a16:creationId xmlns:a16="http://schemas.microsoft.com/office/drawing/2014/main" id="{E8719979-1CB3-4052-9329-B81ED42AF45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9" y="2039"/>
              <a:ext cx="2" cy="17"/>
            </a:xfrm>
            <a:custGeom>
              <a:avLst/>
              <a:gdLst>
                <a:gd name="T0" fmla="*/ 8 w 1"/>
                <a:gd name="T1" fmla="*/ 0 h 9"/>
                <a:gd name="T2" fmla="*/ 8 w 1"/>
                <a:gd name="T3" fmla="*/ 60 h 9"/>
                <a:gd name="T4" fmla="*/ 8 w 1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9">
                  <a:moveTo>
                    <a:pt x="1" y="0"/>
                  </a:moveTo>
                  <a:cubicBezTo>
                    <a:pt x="0" y="2"/>
                    <a:pt x="0" y="7"/>
                    <a:pt x="1" y="9"/>
                  </a:cubicBezTo>
                  <a:cubicBezTo>
                    <a:pt x="1" y="6"/>
                    <a:pt x="1" y="3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4081" name="Freeform 1006">
              <a:extLst>
                <a:ext uri="{FF2B5EF4-FFF2-40B4-BE49-F238E27FC236}">
                  <a16:creationId xmlns:a16="http://schemas.microsoft.com/office/drawing/2014/main" id="{DE149F06-74C5-4D38-B7AC-D4F0BC9C1B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4" y="2035"/>
              <a:ext cx="6" cy="21"/>
            </a:xfrm>
            <a:custGeom>
              <a:avLst/>
              <a:gdLst>
                <a:gd name="T0" fmla="*/ 16 w 3"/>
                <a:gd name="T1" fmla="*/ 0 h 11"/>
                <a:gd name="T2" fmla="*/ 8 w 3"/>
                <a:gd name="T3" fmla="*/ 76 h 11"/>
                <a:gd name="T4" fmla="*/ 24 w 3"/>
                <a:gd name="T5" fmla="*/ 8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11">
                  <a:moveTo>
                    <a:pt x="2" y="0"/>
                  </a:moveTo>
                  <a:cubicBezTo>
                    <a:pt x="2" y="4"/>
                    <a:pt x="0" y="7"/>
                    <a:pt x="1" y="11"/>
                  </a:cubicBezTo>
                  <a:cubicBezTo>
                    <a:pt x="2" y="8"/>
                    <a:pt x="3" y="4"/>
                    <a:pt x="3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4082" name="Freeform 1007">
              <a:extLst>
                <a:ext uri="{FF2B5EF4-FFF2-40B4-BE49-F238E27FC236}">
                  <a16:creationId xmlns:a16="http://schemas.microsoft.com/office/drawing/2014/main" id="{BC7F21E9-791A-41E9-9299-1570C13E13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1" y="2029"/>
              <a:ext cx="4" cy="23"/>
            </a:xfrm>
            <a:custGeom>
              <a:avLst/>
              <a:gdLst>
                <a:gd name="T0" fmla="*/ 16 w 2"/>
                <a:gd name="T1" fmla="*/ 0 h 12"/>
                <a:gd name="T2" fmla="*/ 8 w 2"/>
                <a:gd name="T3" fmla="*/ 84 h 12"/>
                <a:gd name="T4" fmla="*/ 8 w 2"/>
                <a:gd name="T5" fmla="*/ 15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12">
                  <a:moveTo>
                    <a:pt x="2" y="0"/>
                  </a:moveTo>
                  <a:cubicBezTo>
                    <a:pt x="0" y="3"/>
                    <a:pt x="1" y="9"/>
                    <a:pt x="1" y="12"/>
                  </a:cubicBezTo>
                  <a:cubicBezTo>
                    <a:pt x="2" y="9"/>
                    <a:pt x="2" y="5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4083" name="Freeform 1008">
              <a:extLst>
                <a:ext uri="{FF2B5EF4-FFF2-40B4-BE49-F238E27FC236}">
                  <a16:creationId xmlns:a16="http://schemas.microsoft.com/office/drawing/2014/main" id="{7BB3D9F2-46B4-407D-925F-AC1A0200EB2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6" y="2041"/>
              <a:ext cx="10" cy="21"/>
            </a:xfrm>
            <a:custGeom>
              <a:avLst/>
              <a:gdLst>
                <a:gd name="T0" fmla="*/ 16 w 5"/>
                <a:gd name="T1" fmla="*/ 0 h 11"/>
                <a:gd name="T2" fmla="*/ 32 w 5"/>
                <a:gd name="T3" fmla="*/ 76 h 11"/>
                <a:gd name="T4" fmla="*/ 0 w 5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11">
                  <a:moveTo>
                    <a:pt x="2" y="0"/>
                  </a:moveTo>
                  <a:cubicBezTo>
                    <a:pt x="2" y="3"/>
                    <a:pt x="2" y="8"/>
                    <a:pt x="4" y="11"/>
                  </a:cubicBezTo>
                  <a:cubicBezTo>
                    <a:pt x="5" y="7"/>
                    <a:pt x="4" y="2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4084" name="Freeform 1009">
              <a:extLst>
                <a:ext uri="{FF2B5EF4-FFF2-40B4-BE49-F238E27FC236}">
                  <a16:creationId xmlns:a16="http://schemas.microsoft.com/office/drawing/2014/main" id="{1F9E5300-367F-47B5-8FA6-77D34BA9CD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1" y="2045"/>
              <a:ext cx="14" cy="22"/>
            </a:xfrm>
            <a:custGeom>
              <a:avLst/>
              <a:gdLst>
                <a:gd name="T0" fmla="*/ 0 w 7"/>
                <a:gd name="T1" fmla="*/ 7 h 12"/>
                <a:gd name="T2" fmla="*/ 40 w 7"/>
                <a:gd name="T3" fmla="*/ 61 h 12"/>
                <a:gd name="T4" fmla="*/ 8 w 7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2">
                  <a:moveTo>
                    <a:pt x="0" y="1"/>
                  </a:moveTo>
                  <a:cubicBezTo>
                    <a:pt x="0" y="3"/>
                    <a:pt x="2" y="12"/>
                    <a:pt x="5" y="10"/>
                  </a:cubicBezTo>
                  <a:cubicBezTo>
                    <a:pt x="7" y="8"/>
                    <a:pt x="2" y="1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4085" name="Freeform 1010">
              <a:extLst>
                <a:ext uri="{FF2B5EF4-FFF2-40B4-BE49-F238E27FC236}">
                  <a16:creationId xmlns:a16="http://schemas.microsoft.com/office/drawing/2014/main" id="{EE1B7F3E-CC59-4A55-8523-4A769DF046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5" y="2045"/>
              <a:ext cx="9" cy="15"/>
            </a:xfrm>
            <a:custGeom>
              <a:avLst/>
              <a:gdLst>
                <a:gd name="T0" fmla="*/ 13 w 5"/>
                <a:gd name="T1" fmla="*/ 0 h 8"/>
                <a:gd name="T2" fmla="*/ 23 w 5"/>
                <a:gd name="T3" fmla="*/ 53 h 8"/>
                <a:gd name="T4" fmla="*/ 13 w 5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8">
                  <a:moveTo>
                    <a:pt x="2" y="0"/>
                  </a:moveTo>
                  <a:cubicBezTo>
                    <a:pt x="0" y="1"/>
                    <a:pt x="2" y="7"/>
                    <a:pt x="4" y="8"/>
                  </a:cubicBezTo>
                  <a:cubicBezTo>
                    <a:pt x="5" y="5"/>
                    <a:pt x="4" y="2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4086" name="Freeform 1011">
              <a:extLst>
                <a:ext uri="{FF2B5EF4-FFF2-40B4-BE49-F238E27FC236}">
                  <a16:creationId xmlns:a16="http://schemas.microsoft.com/office/drawing/2014/main" id="{1D4EAD2B-7C34-4B94-B897-16FB069671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9" y="2492"/>
              <a:ext cx="366" cy="496"/>
            </a:xfrm>
            <a:custGeom>
              <a:avLst/>
              <a:gdLst>
                <a:gd name="T0" fmla="*/ 21 w 191"/>
                <a:gd name="T1" fmla="*/ 0 h 262"/>
                <a:gd name="T2" fmla="*/ 301 w 191"/>
                <a:gd name="T3" fmla="*/ 441 h 262"/>
                <a:gd name="T4" fmla="*/ 899 w 191"/>
                <a:gd name="T5" fmla="*/ 888 h 262"/>
                <a:gd name="T6" fmla="*/ 1343 w 191"/>
                <a:gd name="T7" fmla="*/ 1778 h 262"/>
                <a:gd name="T8" fmla="*/ 1029 w 191"/>
                <a:gd name="T9" fmla="*/ 1193 h 262"/>
                <a:gd name="T10" fmla="*/ 592 w 191"/>
                <a:gd name="T11" fmla="*/ 782 h 262"/>
                <a:gd name="T12" fmla="*/ 169 w 191"/>
                <a:gd name="T13" fmla="*/ 449 h 262"/>
                <a:gd name="T14" fmla="*/ 0 w 191"/>
                <a:gd name="T15" fmla="*/ 61 h 26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91" h="262">
                  <a:moveTo>
                    <a:pt x="3" y="0"/>
                  </a:moveTo>
                  <a:cubicBezTo>
                    <a:pt x="5" y="25"/>
                    <a:pt x="27" y="48"/>
                    <a:pt x="43" y="65"/>
                  </a:cubicBezTo>
                  <a:cubicBezTo>
                    <a:pt x="69" y="92"/>
                    <a:pt x="103" y="103"/>
                    <a:pt x="128" y="131"/>
                  </a:cubicBezTo>
                  <a:cubicBezTo>
                    <a:pt x="162" y="171"/>
                    <a:pt x="179" y="212"/>
                    <a:pt x="191" y="262"/>
                  </a:cubicBezTo>
                  <a:cubicBezTo>
                    <a:pt x="172" y="236"/>
                    <a:pt x="163" y="203"/>
                    <a:pt x="146" y="176"/>
                  </a:cubicBezTo>
                  <a:cubicBezTo>
                    <a:pt x="130" y="151"/>
                    <a:pt x="109" y="131"/>
                    <a:pt x="84" y="115"/>
                  </a:cubicBezTo>
                  <a:cubicBezTo>
                    <a:pt x="61" y="100"/>
                    <a:pt x="39" y="89"/>
                    <a:pt x="24" y="66"/>
                  </a:cubicBezTo>
                  <a:cubicBezTo>
                    <a:pt x="11" y="48"/>
                    <a:pt x="10" y="27"/>
                    <a:pt x="0" y="9"/>
                  </a:cubicBezTo>
                </a:path>
              </a:pathLst>
            </a:custGeom>
            <a:solidFill>
              <a:srgbClr val="F7DE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4087" name="Freeform 1012">
              <a:extLst>
                <a:ext uri="{FF2B5EF4-FFF2-40B4-BE49-F238E27FC236}">
                  <a16:creationId xmlns:a16="http://schemas.microsoft.com/office/drawing/2014/main" id="{F5B0E08E-2C0D-4D3C-B4F7-5D921C2FA27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6" y="2793"/>
              <a:ext cx="178" cy="443"/>
            </a:xfrm>
            <a:custGeom>
              <a:avLst/>
              <a:gdLst>
                <a:gd name="T0" fmla="*/ 0 w 93"/>
                <a:gd name="T1" fmla="*/ 0 h 234"/>
                <a:gd name="T2" fmla="*/ 477 w 93"/>
                <a:gd name="T3" fmla="*/ 699 h 234"/>
                <a:gd name="T4" fmla="*/ 653 w 93"/>
                <a:gd name="T5" fmla="*/ 1588 h 234"/>
                <a:gd name="T6" fmla="*/ 461 w 93"/>
                <a:gd name="T7" fmla="*/ 1147 h 234"/>
                <a:gd name="T8" fmla="*/ 337 w 93"/>
                <a:gd name="T9" fmla="*/ 659 h 234"/>
                <a:gd name="T10" fmla="*/ 56 w 93"/>
                <a:gd name="T11" fmla="*/ 76 h 23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3" h="234">
                  <a:moveTo>
                    <a:pt x="0" y="0"/>
                  </a:moveTo>
                  <a:cubicBezTo>
                    <a:pt x="32" y="17"/>
                    <a:pt x="59" y="69"/>
                    <a:pt x="68" y="103"/>
                  </a:cubicBezTo>
                  <a:cubicBezTo>
                    <a:pt x="78" y="146"/>
                    <a:pt x="75" y="194"/>
                    <a:pt x="93" y="234"/>
                  </a:cubicBezTo>
                  <a:cubicBezTo>
                    <a:pt x="80" y="220"/>
                    <a:pt x="71" y="188"/>
                    <a:pt x="66" y="169"/>
                  </a:cubicBezTo>
                  <a:cubicBezTo>
                    <a:pt x="60" y="145"/>
                    <a:pt x="53" y="121"/>
                    <a:pt x="48" y="97"/>
                  </a:cubicBezTo>
                  <a:cubicBezTo>
                    <a:pt x="41" y="65"/>
                    <a:pt x="25" y="37"/>
                    <a:pt x="8" y="11"/>
                  </a:cubicBezTo>
                </a:path>
              </a:pathLst>
            </a:custGeom>
            <a:solidFill>
              <a:srgbClr val="F7DE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4088" name="Freeform 1013">
              <a:extLst>
                <a:ext uri="{FF2B5EF4-FFF2-40B4-BE49-F238E27FC236}">
                  <a16:creationId xmlns:a16="http://schemas.microsoft.com/office/drawing/2014/main" id="{6CB942CA-BB72-43B0-9D67-75D8BFC5C0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2" y="2297"/>
              <a:ext cx="184" cy="161"/>
            </a:xfrm>
            <a:custGeom>
              <a:avLst/>
              <a:gdLst>
                <a:gd name="T0" fmla="*/ 0 w 96"/>
                <a:gd name="T1" fmla="*/ 0 h 85"/>
                <a:gd name="T2" fmla="*/ 460 w 96"/>
                <a:gd name="T3" fmla="*/ 189 h 85"/>
                <a:gd name="T4" fmla="*/ 677 w 96"/>
                <a:gd name="T5" fmla="*/ 578 h 85"/>
                <a:gd name="T6" fmla="*/ 429 w 96"/>
                <a:gd name="T7" fmla="*/ 252 h 85"/>
                <a:gd name="T8" fmla="*/ 29 w 96"/>
                <a:gd name="T9" fmla="*/ 47 h 8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6" h="85">
                  <a:moveTo>
                    <a:pt x="0" y="0"/>
                  </a:moveTo>
                  <a:cubicBezTo>
                    <a:pt x="11" y="23"/>
                    <a:pt x="46" y="18"/>
                    <a:pt x="65" y="28"/>
                  </a:cubicBezTo>
                  <a:cubicBezTo>
                    <a:pt x="85" y="40"/>
                    <a:pt x="91" y="64"/>
                    <a:pt x="96" y="85"/>
                  </a:cubicBezTo>
                  <a:cubicBezTo>
                    <a:pt x="86" y="67"/>
                    <a:pt x="82" y="47"/>
                    <a:pt x="61" y="37"/>
                  </a:cubicBezTo>
                  <a:cubicBezTo>
                    <a:pt x="49" y="31"/>
                    <a:pt x="6" y="22"/>
                    <a:pt x="4" y="7"/>
                  </a:cubicBezTo>
                </a:path>
              </a:pathLst>
            </a:custGeom>
            <a:solidFill>
              <a:srgbClr val="F7DE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4089" name="Freeform 1014">
              <a:extLst>
                <a:ext uri="{FF2B5EF4-FFF2-40B4-BE49-F238E27FC236}">
                  <a16:creationId xmlns:a16="http://schemas.microsoft.com/office/drawing/2014/main" id="{54380C99-2435-4D93-88E9-CFB1821F29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0" y="2319"/>
              <a:ext cx="53" cy="44"/>
            </a:xfrm>
            <a:custGeom>
              <a:avLst/>
              <a:gdLst>
                <a:gd name="T0" fmla="*/ 0 w 28"/>
                <a:gd name="T1" fmla="*/ 84 h 23"/>
                <a:gd name="T2" fmla="*/ 189 w 28"/>
                <a:gd name="T3" fmla="*/ 0 h 23"/>
                <a:gd name="T4" fmla="*/ 115 w 28"/>
                <a:gd name="T5" fmla="*/ 161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23">
                  <a:moveTo>
                    <a:pt x="0" y="12"/>
                  </a:moveTo>
                  <a:cubicBezTo>
                    <a:pt x="11" y="16"/>
                    <a:pt x="21" y="7"/>
                    <a:pt x="28" y="0"/>
                  </a:cubicBezTo>
                  <a:cubicBezTo>
                    <a:pt x="23" y="6"/>
                    <a:pt x="19" y="15"/>
                    <a:pt x="17" y="23"/>
                  </a:cubicBezTo>
                </a:path>
              </a:pathLst>
            </a:custGeom>
            <a:solidFill>
              <a:srgbClr val="F7DE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4090" name="Freeform 1015">
              <a:extLst>
                <a:ext uri="{FF2B5EF4-FFF2-40B4-BE49-F238E27FC236}">
                  <a16:creationId xmlns:a16="http://schemas.microsoft.com/office/drawing/2014/main" id="{258AB253-CFB6-4DAA-A660-B6869FD63C1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4" y="2691"/>
              <a:ext cx="100" cy="1067"/>
            </a:xfrm>
            <a:custGeom>
              <a:avLst/>
              <a:gdLst>
                <a:gd name="T0" fmla="*/ 292 w 52"/>
                <a:gd name="T1" fmla="*/ 0 h 563"/>
                <a:gd name="T2" fmla="*/ 0 w 52"/>
                <a:gd name="T3" fmla="*/ 3825 h 563"/>
                <a:gd name="T4" fmla="*/ 77 w 52"/>
                <a:gd name="T5" fmla="*/ 3832 h 563"/>
                <a:gd name="T6" fmla="*/ 292 w 52"/>
                <a:gd name="T7" fmla="*/ 0 h 56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2" h="563">
                  <a:moveTo>
                    <a:pt x="41" y="0"/>
                  </a:moveTo>
                  <a:cubicBezTo>
                    <a:pt x="41" y="0"/>
                    <a:pt x="40" y="322"/>
                    <a:pt x="0" y="562"/>
                  </a:cubicBezTo>
                  <a:cubicBezTo>
                    <a:pt x="11" y="563"/>
                    <a:pt x="11" y="563"/>
                    <a:pt x="11" y="563"/>
                  </a:cubicBezTo>
                  <a:cubicBezTo>
                    <a:pt x="11" y="563"/>
                    <a:pt x="52" y="220"/>
                    <a:pt x="4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4091" name="Freeform 1016">
              <a:extLst>
                <a:ext uri="{FF2B5EF4-FFF2-40B4-BE49-F238E27FC236}">
                  <a16:creationId xmlns:a16="http://schemas.microsoft.com/office/drawing/2014/main" id="{385ED2A8-22A8-48C0-AB52-9CFA77F65D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5" y="2666"/>
              <a:ext cx="92" cy="1103"/>
            </a:xfrm>
            <a:custGeom>
              <a:avLst/>
              <a:gdLst>
                <a:gd name="T0" fmla="*/ 132 w 48"/>
                <a:gd name="T1" fmla="*/ 0 h 582"/>
                <a:gd name="T2" fmla="*/ 337 w 48"/>
                <a:gd name="T3" fmla="*/ 3940 h 582"/>
                <a:gd name="T4" fmla="*/ 253 w 48"/>
                <a:gd name="T5" fmla="*/ 3961 h 582"/>
                <a:gd name="T6" fmla="*/ 132 w 48"/>
                <a:gd name="T7" fmla="*/ 0 h 58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8" h="582">
                  <a:moveTo>
                    <a:pt x="19" y="0"/>
                  </a:moveTo>
                  <a:cubicBezTo>
                    <a:pt x="19" y="0"/>
                    <a:pt x="15" y="375"/>
                    <a:pt x="48" y="579"/>
                  </a:cubicBezTo>
                  <a:cubicBezTo>
                    <a:pt x="36" y="582"/>
                    <a:pt x="36" y="582"/>
                    <a:pt x="36" y="582"/>
                  </a:cubicBezTo>
                  <a:cubicBezTo>
                    <a:pt x="36" y="582"/>
                    <a:pt x="0" y="111"/>
                    <a:pt x="19" y="0"/>
                  </a:cubicBezTo>
                  <a:close/>
                </a:path>
              </a:pathLst>
            </a:custGeom>
            <a:solidFill>
              <a:srgbClr val="F7DE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4092" name="Freeform 1017">
              <a:extLst>
                <a:ext uri="{FF2B5EF4-FFF2-40B4-BE49-F238E27FC236}">
                  <a16:creationId xmlns:a16="http://schemas.microsoft.com/office/drawing/2014/main" id="{ED0D207D-4099-41F6-8A09-6CBAFB604C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5" y="2767"/>
              <a:ext cx="174" cy="244"/>
            </a:xfrm>
            <a:custGeom>
              <a:avLst/>
              <a:gdLst>
                <a:gd name="T0" fmla="*/ 0 w 91"/>
                <a:gd name="T1" fmla="*/ 0 h 129"/>
                <a:gd name="T2" fmla="*/ 245 w 91"/>
                <a:gd name="T3" fmla="*/ 136 h 129"/>
                <a:gd name="T4" fmla="*/ 428 w 91"/>
                <a:gd name="T5" fmla="*/ 280 h 129"/>
                <a:gd name="T6" fmla="*/ 522 w 91"/>
                <a:gd name="T7" fmla="*/ 547 h 129"/>
                <a:gd name="T8" fmla="*/ 637 w 91"/>
                <a:gd name="T9" fmla="*/ 874 h 129"/>
                <a:gd name="T10" fmla="*/ 436 w 91"/>
                <a:gd name="T11" fmla="*/ 197 h 129"/>
                <a:gd name="T12" fmla="*/ 201 w 91"/>
                <a:gd name="T13" fmla="*/ 83 h 129"/>
                <a:gd name="T14" fmla="*/ 84 w 91"/>
                <a:gd name="T15" fmla="*/ 53 h 129"/>
                <a:gd name="T16" fmla="*/ 8 w 91"/>
                <a:gd name="T17" fmla="*/ 8 h 12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1" h="129">
                  <a:moveTo>
                    <a:pt x="0" y="0"/>
                  </a:moveTo>
                  <a:cubicBezTo>
                    <a:pt x="13" y="4"/>
                    <a:pt x="24" y="13"/>
                    <a:pt x="35" y="20"/>
                  </a:cubicBezTo>
                  <a:cubicBezTo>
                    <a:pt x="44" y="26"/>
                    <a:pt x="55" y="31"/>
                    <a:pt x="61" y="41"/>
                  </a:cubicBezTo>
                  <a:cubicBezTo>
                    <a:pt x="68" y="52"/>
                    <a:pt x="71" y="68"/>
                    <a:pt x="75" y="81"/>
                  </a:cubicBezTo>
                  <a:cubicBezTo>
                    <a:pt x="81" y="96"/>
                    <a:pt x="90" y="113"/>
                    <a:pt x="91" y="129"/>
                  </a:cubicBezTo>
                  <a:cubicBezTo>
                    <a:pt x="83" y="97"/>
                    <a:pt x="89" y="54"/>
                    <a:pt x="62" y="29"/>
                  </a:cubicBezTo>
                  <a:cubicBezTo>
                    <a:pt x="53" y="21"/>
                    <a:pt x="41" y="15"/>
                    <a:pt x="29" y="12"/>
                  </a:cubicBezTo>
                  <a:cubicBezTo>
                    <a:pt x="24" y="11"/>
                    <a:pt x="17" y="10"/>
                    <a:pt x="12" y="8"/>
                  </a:cubicBezTo>
                  <a:cubicBezTo>
                    <a:pt x="8" y="6"/>
                    <a:pt x="2" y="2"/>
                    <a:pt x="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4093" name="Freeform 1018">
              <a:extLst>
                <a:ext uri="{FF2B5EF4-FFF2-40B4-BE49-F238E27FC236}">
                  <a16:creationId xmlns:a16="http://schemas.microsoft.com/office/drawing/2014/main" id="{396BDC29-CFDB-4C90-A05F-D34EC4B9BC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4" y="2522"/>
              <a:ext cx="122" cy="137"/>
            </a:xfrm>
            <a:custGeom>
              <a:avLst/>
              <a:gdLst>
                <a:gd name="T0" fmla="*/ 8 w 64"/>
                <a:gd name="T1" fmla="*/ 15 h 72"/>
                <a:gd name="T2" fmla="*/ 181 w 64"/>
                <a:gd name="T3" fmla="*/ 282 h 72"/>
                <a:gd name="T4" fmla="*/ 444 w 64"/>
                <a:gd name="T5" fmla="*/ 497 h 72"/>
                <a:gd name="T6" fmla="*/ 337 w 64"/>
                <a:gd name="T7" fmla="*/ 392 h 72"/>
                <a:gd name="T8" fmla="*/ 221 w 64"/>
                <a:gd name="T9" fmla="*/ 253 h 72"/>
                <a:gd name="T10" fmla="*/ 0 w 64"/>
                <a:gd name="T11" fmla="*/ 0 h 7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4" h="72">
                  <a:moveTo>
                    <a:pt x="1" y="2"/>
                  </a:moveTo>
                  <a:cubicBezTo>
                    <a:pt x="0" y="15"/>
                    <a:pt x="17" y="32"/>
                    <a:pt x="26" y="41"/>
                  </a:cubicBezTo>
                  <a:cubicBezTo>
                    <a:pt x="37" y="52"/>
                    <a:pt x="52" y="61"/>
                    <a:pt x="64" y="72"/>
                  </a:cubicBezTo>
                  <a:cubicBezTo>
                    <a:pt x="58" y="70"/>
                    <a:pt x="53" y="62"/>
                    <a:pt x="49" y="57"/>
                  </a:cubicBezTo>
                  <a:cubicBezTo>
                    <a:pt x="44" y="50"/>
                    <a:pt x="38" y="44"/>
                    <a:pt x="32" y="37"/>
                  </a:cubicBezTo>
                  <a:cubicBezTo>
                    <a:pt x="22" y="25"/>
                    <a:pt x="5" y="16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4094" name="Freeform 1019">
              <a:extLst>
                <a:ext uri="{FF2B5EF4-FFF2-40B4-BE49-F238E27FC236}">
                  <a16:creationId xmlns:a16="http://schemas.microsoft.com/office/drawing/2014/main" id="{DB870D7E-381B-451D-A1FF-CD02D3CD60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4" y="2323"/>
              <a:ext cx="74" cy="27"/>
            </a:xfrm>
            <a:custGeom>
              <a:avLst/>
              <a:gdLst>
                <a:gd name="T0" fmla="*/ 0 w 39"/>
                <a:gd name="T1" fmla="*/ 0 h 14"/>
                <a:gd name="T2" fmla="*/ 266 w 39"/>
                <a:gd name="T3" fmla="*/ 15 h 14"/>
                <a:gd name="T4" fmla="*/ 47 w 39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14">
                  <a:moveTo>
                    <a:pt x="0" y="0"/>
                  </a:moveTo>
                  <a:cubicBezTo>
                    <a:pt x="11" y="6"/>
                    <a:pt x="29" y="14"/>
                    <a:pt x="39" y="2"/>
                  </a:cubicBezTo>
                  <a:cubicBezTo>
                    <a:pt x="28" y="0"/>
                    <a:pt x="17" y="8"/>
                    <a:pt x="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4095" name="Freeform 1020">
              <a:extLst>
                <a:ext uri="{FF2B5EF4-FFF2-40B4-BE49-F238E27FC236}">
                  <a16:creationId xmlns:a16="http://schemas.microsoft.com/office/drawing/2014/main" id="{3DF4DC2A-98A3-49C2-BF19-FE769E5133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3" y="2056"/>
              <a:ext cx="146" cy="254"/>
            </a:xfrm>
            <a:custGeom>
              <a:avLst/>
              <a:gdLst>
                <a:gd name="T0" fmla="*/ 538 w 76"/>
                <a:gd name="T1" fmla="*/ 53 h 134"/>
                <a:gd name="T2" fmla="*/ 332 w 76"/>
                <a:gd name="T3" fmla="*/ 61 h 134"/>
                <a:gd name="T4" fmla="*/ 225 w 76"/>
                <a:gd name="T5" fmla="*/ 0 h 134"/>
                <a:gd name="T6" fmla="*/ 15 w 76"/>
                <a:gd name="T7" fmla="*/ 912 h 134"/>
                <a:gd name="T8" fmla="*/ 121 w 76"/>
                <a:gd name="T9" fmla="*/ 470 h 134"/>
                <a:gd name="T10" fmla="*/ 213 w 76"/>
                <a:gd name="T11" fmla="*/ 136 h 134"/>
                <a:gd name="T12" fmla="*/ 377 w 76"/>
                <a:gd name="T13" fmla="*/ 83 h 134"/>
                <a:gd name="T14" fmla="*/ 509 w 76"/>
                <a:gd name="T15" fmla="*/ 61 h 13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6" h="134">
                  <a:moveTo>
                    <a:pt x="76" y="8"/>
                  </a:moveTo>
                  <a:cubicBezTo>
                    <a:pt x="68" y="2"/>
                    <a:pt x="57" y="10"/>
                    <a:pt x="47" y="9"/>
                  </a:cubicBezTo>
                  <a:cubicBezTo>
                    <a:pt x="41" y="8"/>
                    <a:pt x="37" y="4"/>
                    <a:pt x="32" y="0"/>
                  </a:cubicBezTo>
                  <a:cubicBezTo>
                    <a:pt x="15" y="41"/>
                    <a:pt x="0" y="89"/>
                    <a:pt x="2" y="134"/>
                  </a:cubicBezTo>
                  <a:cubicBezTo>
                    <a:pt x="9" y="113"/>
                    <a:pt x="12" y="91"/>
                    <a:pt x="17" y="69"/>
                  </a:cubicBezTo>
                  <a:cubicBezTo>
                    <a:pt x="20" y="54"/>
                    <a:pt x="20" y="32"/>
                    <a:pt x="30" y="20"/>
                  </a:cubicBezTo>
                  <a:cubicBezTo>
                    <a:pt x="35" y="13"/>
                    <a:pt x="45" y="14"/>
                    <a:pt x="53" y="12"/>
                  </a:cubicBezTo>
                  <a:cubicBezTo>
                    <a:pt x="60" y="12"/>
                    <a:pt x="66" y="9"/>
                    <a:pt x="72" y="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4096" name="Freeform 1021">
              <a:extLst>
                <a:ext uri="{FF2B5EF4-FFF2-40B4-BE49-F238E27FC236}">
                  <a16:creationId xmlns:a16="http://schemas.microsoft.com/office/drawing/2014/main" id="{2E36EEE5-1499-4A9F-A558-76C26F2B28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6" y="2060"/>
              <a:ext cx="87" cy="161"/>
            </a:xfrm>
            <a:custGeom>
              <a:avLst/>
              <a:gdLst>
                <a:gd name="T0" fmla="*/ 29 w 45"/>
                <a:gd name="T1" fmla="*/ 47 h 85"/>
                <a:gd name="T2" fmla="*/ 153 w 45"/>
                <a:gd name="T3" fmla="*/ 0 h 85"/>
                <a:gd name="T4" fmla="*/ 217 w 45"/>
                <a:gd name="T5" fmla="*/ 144 h 85"/>
                <a:gd name="T6" fmla="*/ 317 w 45"/>
                <a:gd name="T7" fmla="*/ 578 h 85"/>
                <a:gd name="T8" fmla="*/ 253 w 45"/>
                <a:gd name="T9" fmla="*/ 333 h 85"/>
                <a:gd name="T10" fmla="*/ 188 w 45"/>
                <a:gd name="T11" fmla="*/ 116 h 85"/>
                <a:gd name="T12" fmla="*/ 0 w 45"/>
                <a:gd name="T13" fmla="*/ 47 h 8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5" h="85">
                  <a:moveTo>
                    <a:pt x="4" y="7"/>
                  </a:moveTo>
                  <a:cubicBezTo>
                    <a:pt x="7" y="6"/>
                    <a:pt x="19" y="0"/>
                    <a:pt x="21" y="0"/>
                  </a:cubicBezTo>
                  <a:cubicBezTo>
                    <a:pt x="25" y="1"/>
                    <a:pt x="29" y="17"/>
                    <a:pt x="30" y="21"/>
                  </a:cubicBezTo>
                  <a:cubicBezTo>
                    <a:pt x="37" y="42"/>
                    <a:pt x="45" y="62"/>
                    <a:pt x="44" y="85"/>
                  </a:cubicBezTo>
                  <a:cubicBezTo>
                    <a:pt x="43" y="73"/>
                    <a:pt x="39" y="61"/>
                    <a:pt x="35" y="49"/>
                  </a:cubicBezTo>
                  <a:cubicBezTo>
                    <a:pt x="31" y="40"/>
                    <a:pt x="30" y="27"/>
                    <a:pt x="26" y="17"/>
                  </a:cubicBezTo>
                  <a:cubicBezTo>
                    <a:pt x="21" y="8"/>
                    <a:pt x="7" y="13"/>
                    <a:pt x="0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4097" name="Freeform 1022">
              <a:extLst>
                <a:ext uri="{FF2B5EF4-FFF2-40B4-BE49-F238E27FC236}">
                  <a16:creationId xmlns:a16="http://schemas.microsoft.com/office/drawing/2014/main" id="{5E55AD77-13A5-41E5-B7A0-50E1DB8408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6" y="3756"/>
              <a:ext cx="660" cy="98"/>
            </a:xfrm>
            <a:custGeom>
              <a:avLst/>
              <a:gdLst>
                <a:gd name="T0" fmla="*/ 0 w 344"/>
                <a:gd name="T1" fmla="*/ 40 h 52"/>
                <a:gd name="T2" fmla="*/ 2429 w 344"/>
                <a:gd name="T3" fmla="*/ 60 h 52"/>
                <a:gd name="T4" fmla="*/ 15 w 344"/>
                <a:gd name="T5" fmla="*/ 0 h 52"/>
                <a:gd name="T6" fmla="*/ 0 w 344"/>
                <a:gd name="T7" fmla="*/ 40 h 5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4" h="52">
                  <a:moveTo>
                    <a:pt x="0" y="6"/>
                  </a:moveTo>
                  <a:cubicBezTo>
                    <a:pt x="0" y="6"/>
                    <a:pt x="147" y="52"/>
                    <a:pt x="344" y="9"/>
                  </a:cubicBezTo>
                  <a:cubicBezTo>
                    <a:pt x="344" y="9"/>
                    <a:pt x="180" y="45"/>
                    <a:pt x="2" y="0"/>
                  </a:cubicBezTo>
                  <a:lnTo>
                    <a:pt x="0" y="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4098" name="Freeform 1023">
              <a:extLst>
                <a:ext uri="{FF2B5EF4-FFF2-40B4-BE49-F238E27FC236}">
                  <a16:creationId xmlns:a16="http://schemas.microsoft.com/office/drawing/2014/main" id="{F519731C-A290-47FA-9A2B-857A40950A8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8" y="3500"/>
              <a:ext cx="144" cy="170"/>
            </a:xfrm>
            <a:custGeom>
              <a:avLst/>
              <a:gdLst>
                <a:gd name="T0" fmla="*/ 177 w 75"/>
                <a:gd name="T1" fmla="*/ 336 h 90"/>
                <a:gd name="T2" fmla="*/ 207 w 75"/>
                <a:gd name="T3" fmla="*/ 0 h 90"/>
                <a:gd name="T4" fmla="*/ 253 w 75"/>
                <a:gd name="T5" fmla="*/ 297 h 90"/>
                <a:gd name="T6" fmla="*/ 530 w 75"/>
                <a:gd name="T7" fmla="*/ 257 h 90"/>
                <a:gd name="T8" fmla="*/ 317 w 75"/>
                <a:gd name="T9" fmla="*/ 357 h 90"/>
                <a:gd name="T10" fmla="*/ 516 w 75"/>
                <a:gd name="T11" fmla="*/ 606 h 90"/>
                <a:gd name="T12" fmla="*/ 253 w 75"/>
                <a:gd name="T13" fmla="*/ 410 h 90"/>
                <a:gd name="T14" fmla="*/ 156 w 75"/>
                <a:gd name="T15" fmla="*/ 606 h 90"/>
                <a:gd name="T16" fmla="*/ 184 w 75"/>
                <a:gd name="T17" fmla="*/ 402 h 90"/>
                <a:gd name="T18" fmla="*/ 0 w 75"/>
                <a:gd name="T19" fmla="*/ 357 h 90"/>
                <a:gd name="T20" fmla="*/ 161 w 75"/>
                <a:gd name="T21" fmla="*/ 342 h 9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5" h="90">
                  <a:moveTo>
                    <a:pt x="25" y="50"/>
                  </a:moveTo>
                  <a:cubicBezTo>
                    <a:pt x="25" y="33"/>
                    <a:pt x="28" y="16"/>
                    <a:pt x="29" y="0"/>
                  </a:cubicBezTo>
                  <a:cubicBezTo>
                    <a:pt x="32" y="13"/>
                    <a:pt x="36" y="30"/>
                    <a:pt x="36" y="44"/>
                  </a:cubicBezTo>
                  <a:cubicBezTo>
                    <a:pt x="49" y="44"/>
                    <a:pt x="62" y="38"/>
                    <a:pt x="75" y="38"/>
                  </a:cubicBezTo>
                  <a:cubicBezTo>
                    <a:pt x="66" y="46"/>
                    <a:pt x="56" y="50"/>
                    <a:pt x="45" y="53"/>
                  </a:cubicBezTo>
                  <a:cubicBezTo>
                    <a:pt x="52" y="66"/>
                    <a:pt x="70" y="74"/>
                    <a:pt x="73" y="90"/>
                  </a:cubicBezTo>
                  <a:cubicBezTo>
                    <a:pt x="58" y="88"/>
                    <a:pt x="47" y="70"/>
                    <a:pt x="36" y="61"/>
                  </a:cubicBezTo>
                  <a:cubicBezTo>
                    <a:pt x="36" y="71"/>
                    <a:pt x="27" y="82"/>
                    <a:pt x="22" y="90"/>
                  </a:cubicBezTo>
                  <a:cubicBezTo>
                    <a:pt x="23" y="80"/>
                    <a:pt x="26" y="70"/>
                    <a:pt x="26" y="60"/>
                  </a:cubicBezTo>
                  <a:cubicBezTo>
                    <a:pt x="18" y="60"/>
                    <a:pt x="6" y="59"/>
                    <a:pt x="0" y="53"/>
                  </a:cubicBezTo>
                  <a:cubicBezTo>
                    <a:pt x="6" y="51"/>
                    <a:pt x="17" y="47"/>
                    <a:pt x="23" y="51"/>
                  </a:cubicBezTo>
                </a:path>
              </a:pathLst>
            </a:custGeom>
            <a:solidFill>
              <a:srgbClr val="ED96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4099" name="Freeform 1024">
              <a:extLst>
                <a:ext uri="{FF2B5EF4-FFF2-40B4-BE49-F238E27FC236}">
                  <a16:creationId xmlns:a16="http://schemas.microsoft.com/office/drawing/2014/main" id="{FD5497E5-1522-40FB-ABAA-DEC613C28E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6" y="3392"/>
              <a:ext cx="132" cy="133"/>
            </a:xfrm>
            <a:custGeom>
              <a:avLst/>
              <a:gdLst>
                <a:gd name="T0" fmla="*/ 189 w 69"/>
                <a:gd name="T1" fmla="*/ 296 h 70"/>
                <a:gd name="T2" fmla="*/ 197 w 69"/>
                <a:gd name="T3" fmla="*/ 0 h 70"/>
                <a:gd name="T4" fmla="*/ 260 w 69"/>
                <a:gd name="T5" fmla="*/ 236 h 70"/>
                <a:gd name="T6" fmla="*/ 429 w 69"/>
                <a:gd name="T7" fmla="*/ 205 h 70"/>
                <a:gd name="T8" fmla="*/ 308 w 69"/>
                <a:gd name="T9" fmla="*/ 281 h 70"/>
                <a:gd name="T10" fmla="*/ 484 w 69"/>
                <a:gd name="T11" fmla="*/ 448 h 70"/>
                <a:gd name="T12" fmla="*/ 260 w 69"/>
                <a:gd name="T13" fmla="*/ 350 h 70"/>
                <a:gd name="T14" fmla="*/ 231 w 69"/>
                <a:gd name="T15" fmla="*/ 481 h 70"/>
                <a:gd name="T16" fmla="*/ 209 w 69"/>
                <a:gd name="T17" fmla="*/ 314 h 70"/>
                <a:gd name="T18" fmla="*/ 0 w 69"/>
                <a:gd name="T19" fmla="*/ 310 h 70"/>
                <a:gd name="T20" fmla="*/ 147 w 69"/>
                <a:gd name="T21" fmla="*/ 268 h 7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9" h="70">
                  <a:moveTo>
                    <a:pt x="27" y="43"/>
                  </a:moveTo>
                  <a:cubicBezTo>
                    <a:pt x="27" y="28"/>
                    <a:pt x="26" y="14"/>
                    <a:pt x="28" y="0"/>
                  </a:cubicBezTo>
                  <a:cubicBezTo>
                    <a:pt x="33" y="10"/>
                    <a:pt x="34" y="23"/>
                    <a:pt x="37" y="34"/>
                  </a:cubicBezTo>
                  <a:cubicBezTo>
                    <a:pt x="39" y="28"/>
                    <a:pt x="56" y="30"/>
                    <a:pt x="61" y="30"/>
                  </a:cubicBezTo>
                  <a:cubicBezTo>
                    <a:pt x="56" y="35"/>
                    <a:pt x="48" y="35"/>
                    <a:pt x="44" y="41"/>
                  </a:cubicBezTo>
                  <a:cubicBezTo>
                    <a:pt x="54" y="45"/>
                    <a:pt x="66" y="54"/>
                    <a:pt x="69" y="65"/>
                  </a:cubicBezTo>
                  <a:cubicBezTo>
                    <a:pt x="57" y="66"/>
                    <a:pt x="47" y="57"/>
                    <a:pt x="37" y="51"/>
                  </a:cubicBezTo>
                  <a:cubicBezTo>
                    <a:pt x="38" y="57"/>
                    <a:pt x="37" y="65"/>
                    <a:pt x="33" y="70"/>
                  </a:cubicBezTo>
                  <a:cubicBezTo>
                    <a:pt x="29" y="64"/>
                    <a:pt x="29" y="54"/>
                    <a:pt x="30" y="46"/>
                  </a:cubicBezTo>
                  <a:cubicBezTo>
                    <a:pt x="20" y="49"/>
                    <a:pt x="9" y="50"/>
                    <a:pt x="0" y="45"/>
                  </a:cubicBezTo>
                  <a:cubicBezTo>
                    <a:pt x="6" y="42"/>
                    <a:pt x="14" y="38"/>
                    <a:pt x="21" y="39"/>
                  </a:cubicBezTo>
                </a:path>
              </a:pathLst>
            </a:custGeom>
            <a:solidFill>
              <a:srgbClr val="ED96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4100" name="Freeform 1025">
              <a:extLst>
                <a:ext uri="{FF2B5EF4-FFF2-40B4-BE49-F238E27FC236}">
                  <a16:creationId xmlns:a16="http://schemas.microsoft.com/office/drawing/2014/main" id="{AD5A2F04-277E-49D8-B9B2-34E62D5554C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3" y="3597"/>
              <a:ext cx="119" cy="117"/>
            </a:xfrm>
            <a:custGeom>
              <a:avLst/>
              <a:gdLst>
                <a:gd name="T0" fmla="*/ 184 w 62"/>
                <a:gd name="T1" fmla="*/ 221 h 62"/>
                <a:gd name="T2" fmla="*/ 192 w 62"/>
                <a:gd name="T3" fmla="*/ 0 h 62"/>
                <a:gd name="T4" fmla="*/ 248 w 62"/>
                <a:gd name="T5" fmla="*/ 204 h 62"/>
                <a:gd name="T6" fmla="*/ 438 w 62"/>
                <a:gd name="T7" fmla="*/ 174 h 62"/>
                <a:gd name="T8" fmla="*/ 298 w 62"/>
                <a:gd name="T9" fmla="*/ 249 h 62"/>
                <a:gd name="T10" fmla="*/ 376 w 62"/>
                <a:gd name="T11" fmla="*/ 357 h 62"/>
                <a:gd name="T12" fmla="*/ 240 w 62"/>
                <a:gd name="T13" fmla="*/ 274 h 62"/>
                <a:gd name="T14" fmla="*/ 221 w 62"/>
                <a:gd name="T15" fmla="*/ 417 h 62"/>
                <a:gd name="T16" fmla="*/ 161 w 62"/>
                <a:gd name="T17" fmla="*/ 289 h 62"/>
                <a:gd name="T18" fmla="*/ 0 w 62"/>
                <a:gd name="T19" fmla="*/ 264 h 62"/>
                <a:gd name="T20" fmla="*/ 161 w 62"/>
                <a:gd name="T21" fmla="*/ 213 h 6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2" h="62">
                  <a:moveTo>
                    <a:pt x="26" y="33"/>
                  </a:moveTo>
                  <a:cubicBezTo>
                    <a:pt x="27" y="22"/>
                    <a:pt x="27" y="11"/>
                    <a:pt x="27" y="0"/>
                  </a:cubicBezTo>
                  <a:cubicBezTo>
                    <a:pt x="33" y="9"/>
                    <a:pt x="31" y="20"/>
                    <a:pt x="35" y="30"/>
                  </a:cubicBezTo>
                  <a:cubicBezTo>
                    <a:pt x="43" y="26"/>
                    <a:pt x="53" y="25"/>
                    <a:pt x="62" y="26"/>
                  </a:cubicBezTo>
                  <a:cubicBezTo>
                    <a:pt x="56" y="27"/>
                    <a:pt x="47" y="33"/>
                    <a:pt x="42" y="37"/>
                  </a:cubicBezTo>
                  <a:cubicBezTo>
                    <a:pt x="47" y="39"/>
                    <a:pt x="53" y="48"/>
                    <a:pt x="53" y="53"/>
                  </a:cubicBezTo>
                  <a:cubicBezTo>
                    <a:pt x="48" y="54"/>
                    <a:pt x="37" y="45"/>
                    <a:pt x="34" y="41"/>
                  </a:cubicBezTo>
                  <a:cubicBezTo>
                    <a:pt x="34" y="48"/>
                    <a:pt x="31" y="55"/>
                    <a:pt x="31" y="62"/>
                  </a:cubicBezTo>
                  <a:cubicBezTo>
                    <a:pt x="25" y="59"/>
                    <a:pt x="28" y="47"/>
                    <a:pt x="23" y="43"/>
                  </a:cubicBezTo>
                  <a:cubicBezTo>
                    <a:pt x="17" y="39"/>
                    <a:pt x="6" y="44"/>
                    <a:pt x="0" y="39"/>
                  </a:cubicBezTo>
                  <a:cubicBezTo>
                    <a:pt x="7" y="35"/>
                    <a:pt x="15" y="33"/>
                    <a:pt x="23" y="32"/>
                  </a:cubicBezTo>
                </a:path>
              </a:pathLst>
            </a:custGeom>
            <a:solidFill>
              <a:srgbClr val="ED96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4101" name="Freeform 1026">
              <a:extLst>
                <a:ext uri="{FF2B5EF4-FFF2-40B4-BE49-F238E27FC236}">
                  <a16:creationId xmlns:a16="http://schemas.microsoft.com/office/drawing/2014/main" id="{D569ABE6-865F-4843-81FF-8E0EBE5ED49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8" y="3485"/>
              <a:ext cx="92" cy="94"/>
            </a:xfrm>
            <a:custGeom>
              <a:avLst/>
              <a:gdLst>
                <a:gd name="T0" fmla="*/ 148 w 48"/>
                <a:gd name="T1" fmla="*/ 152 h 50"/>
                <a:gd name="T2" fmla="*/ 169 w 48"/>
                <a:gd name="T3" fmla="*/ 0 h 50"/>
                <a:gd name="T4" fmla="*/ 205 w 48"/>
                <a:gd name="T5" fmla="*/ 128 h 50"/>
                <a:gd name="T6" fmla="*/ 316 w 48"/>
                <a:gd name="T7" fmla="*/ 113 h 50"/>
                <a:gd name="T8" fmla="*/ 240 w 48"/>
                <a:gd name="T9" fmla="*/ 165 h 50"/>
                <a:gd name="T10" fmla="*/ 337 w 48"/>
                <a:gd name="T11" fmla="*/ 293 h 50"/>
                <a:gd name="T12" fmla="*/ 192 w 48"/>
                <a:gd name="T13" fmla="*/ 205 h 50"/>
                <a:gd name="T14" fmla="*/ 169 w 48"/>
                <a:gd name="T15" fmla="*/ 333 h 50"/>
                <a:gd name="T16" fmla="*/ 148 w 48"/>
                <a:gd name="T17" fmla="*/ 194 h 50"/>
                <a:gd name="T18" fmla="*/ 0 w 48"/>
                <a:gd name="T19" fmla="*/ 165 h 50"/>
                <a:gd name="T20" fmla="*/ 113 w 48"/>
                <a:gd name="T21" fmla="*/ 160 h 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8" h="50">
                  <a:moveTo>
                    <a:pt x="21" y="23"/>
                  </a:moveTo>
                  <a:cubicBezTo>
                    <a:pt x="20" y="16"/>
                    <a:pt x="22" y="7"/>
                    <a:pt x="24" y="0"/>
                  </a:cubicBezTo>
                  <a:cubicBezTo>
                    <a:pt x="28" y="5"/>
                    <a:pt x="29" y="13"/>
                    <a:pt x="29" y="19"/>
                  </a:cubicBezTo>
                  <a:cubicBezTo>
                    <a:pt x="34" y="16"/>
                    <a:pt x="40" y="15"/>
                    <a:pt x="45" y="17"/>
                  </a:cubicBezTo>
                  <a:cubicBezTo>
                    <a:pt x="43" y="21"/>
                    <a:pt x="38" y="23"/>
                    <a:pt x="34" y="25"/>
                  </a:cubicBezTo>
                  <a:cubicBezTo>
                    <a:pt x="38" y="32"/>
                    <a:pt x="46" y="37"/>
                    <a:pt x="48" y="44"/>
                  </a:cubicBezTo>
                  <a:cubicBezTo>
                    <a:pt x="41" y="44"/>
                    <a:pt x="32" y="36"/>
                    <a:pt x="27" y="31"/>
                  </a:cubicBezTo>
                  <a:cubicBezTo>
                    <a:pt x="27" y="37"/>
                    <a:pt x="26" y="44"/>
                    <a:pt x="24" y="50"/>
                  </a:cubicBezTo>
                  <a:cubicBezTo>
                    <a:pt x="20" y="46"/>
                    <a:pt x="22" y="34"/>
                    <a:pt x="21" y="29"/>
                  </a:cubicBezTo>
                  <a:cubicBezTo>
                    <a:pt x="14" y="28"/>
                    <a:pt x="7" y="28"/>
                    <a:pt x="0" y="25"/>
                  </a:cubicBezTo>
                  <a:cubicBezTo>
                    <a:pt x="5" y="25"/>
                    <a:pt x="11" y="24"/>
                    <a:pt x="16" y="24"/>
                  </a:cubicBezTo>
                </a:path>
              </a:pathLst>
            </a:custGeom>
            <a:solidFill>
              <a:srgbClr val="ED96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4102" name="Freeform 1027">
              <a:extLst>
                <a:ext uri="{FF2B5EF4-FFF2-40B4-BE49-F238E27FC236}">
                  <a16:creationId xmlns:a16="http://schemas.microsoft.com/office/drawing/2014/main" id="{F993301E-C0F6-459D-BF25-A73CE37C832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2" y="3362"/>
              <a:ext cx="90" cy="92"/>
            </a:xfrm>
            <a:custGeom>
              <a:avLst/>
              <a:gdLst>
                <a:gd name="T0" fmla="*/ 132 w 47"/>
                <a:gd name="T1" fmla="*/ 180 h 49"/>
                <a:gd name="T2" fmla="*/ 124 w 47"/>
                <a:gd name="T3" fmla="*/ 0 h 49"/>
                <a:gd name="T4" fmla="*/ 176 w 47"/>
                <a:gd name="T5" fmla="*/ 137 h 49"/>
                <a:gd name="T6" fmla="*/ 293 w 47"/>
                <a:gd name="T7" fmla="*/ 113 h 49"/>
                <a:gd name="T8" fmla="*/ 209 w 47"/>
                <a:gd name="T9" fmla="*/ 180 h 49"/>
                <a:gd name="T10" fmla="*/ 329 w 47"/>
                <a:gd name="T11" fmla="*/ 293 h 49"/>
                <a:gd name="T12" fmla="*/ 191 w 47"/>
                <a:gd name="T13" fmla="*/ 218 h 49"/>
                <a:gd name="T14" fmla="*/ 176 w 47"/>
                <a:gd name="T15" fmla="*/ 325 h 49"/>
                <a:gd name="T16" fmla="*/ 140 w 47"/>
                <a:gd name="T17" fmla="*/ 212 h 49"/>
                <a:gd name="T18" fmla="*/ 0 w 47"/>
                <a:gd name="T19" fmla="*/ 225 h 49"/>
                <a:gd name="T20" fmla="*/ 100 w 47"/>
                <a:gd name="T21" fmla="*/ 180 h 4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7" h="49">
                  <a:moveTo>
                    <a:pt x="19" y="27"/>
                  </a:moveTo>
                  <a:cubicBezTo>
                    <a:pt x="16" y="19"/>
                    <a:pt x="18" y="8"/>
                    <a:pt x="18" y="0"/>
                  </a:cubicBezTo>
                  <a:cubicBezTo>
                    <a:pt x="20" y="6"/>
                    <a:pt x="21" y="16"/>
                    <a:pt x="25" y="21"/>
                  </a:cubicBezTo>
                  <a:cubicBezTo>
                    <a:pt x="30" y="19"/>
                    <a:pt x="37" y="18"/>
                    <a:pt x="42" y="17"/>
                  </a:cubicBezTo>
                  <a:cubicBezTo>
                    <a:pt x="38" y="20"/>
                    <a:pt x="34" y="23"/>
                    <a:pt x="30" y="27"/>
                  </a:cubicBezTo>
                  <a:cubicBezTo>
                    <a:pt x="36" y="32"/>
                    <a:pt x="43" y="36"/>
                    <a:pt x="47" y="44"/>
                  </a:cubicBezTo>
                  <a:cubicBezTo>
                    <a:pt x="40" y="42"/>
                    <a:pt x="33" y="38"/>
                    <a:pt x="27" y="33"/>
                  </a:cubicBezTo>
                  <a:cubicBezTo>
                    <a:pt x="27" y="39"/>
                    <a:pt x="27" y="44"/>
                    <a:pt x="25" y="49"/>
                  </a:cubicBezTo>
                  <a:cubicBezTo>
                    <a:pt x="21" y="44"/>
                    <a:pt x="22" y="37"/>
                    <a:pt x="20" y="32"/>
                  </a:cubicBezTo>
                  <a:cubicBezTo>
                    <a:pt x="14" y="35"/>
                    <a:pt x="6" y="35"/>
                    <a:pt x="0" y="34"/>
                  </a:cubicBezTo>
                  <a:cubicBezTo>
                    <a:pt x="4" y="31"/>
                    <a:pt x="9" y="27"/>
                    <a:pt x="14" y="27"/>
                  </a:cubicBezTo>
                </a:path>
              </a:pathLst>
            </a:custGeom>
            <a:solidFill>
              <a:srgbClr val="ED96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4103" name="Freeform 1028">
              <a:extLst>
                <a:ext uri="{FF2B5EF4-FFF2-40B4-BE49-F238E27FC236}">
                  <a16:creationId xmlns:a16="http://schemas.microsoft.com/office/drawing/2014/main" id="{6B50FF59-EDD7-4E2F-8895-AF6F8AC6FE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7" y="3670"/>
              <a:ext cx="71" cy="82"/>
            </a:xfrm>
            <a:custGeom>
              <a:avLst/>
              <a:gdLst>
                <a:gd name="T0" fmla="*/ 92 w 37"/>
                <a:gd name="T1" fmla="*/ 145 h 43"/>
                <a:gd name="T2" fmla="*/ 107 w 37"/>
                <a:gd name="T3" fmla="*/ 0 h 43"/>
                <a:gd name="T4" fmla="*/ 129 w 37"/>
                <a:gd name="T5" fmla="*/ 124 h 43"/>
                <a:gd name="T6" fmla="*/ 261 w 37"/>
                <a:gd name="T7" fmla="*/ 105 h 43"/>
                <a:gd name="T8" fmla="*/ 177 w 37"/>
                <a:gd name="T9" fmla="*/ 168 h 43"/>
                <a:gd name="T10" fmla="*/ 248 w 37"/>
                <a:gd name="T11" fmla="*/ 252 h 43"/>
                <a:gd name="T12" fmla="*/ 140 w 37"/>
                <a:gd name="T13" fmla="*/ 193 h 43"/>
                <a:gd name="T14" fmla="*/ 132 w 37"/>
                <a:gd name="T15" fmla="*/ 297 h 43"/>
                <a:gd name="T16" fmla="*/ 84 w 37"/>
                <a:gd name="T17" fmla="*/ 200 h 43"/>
                <a:gd name="T18" fmla="*/ 0 w 37"/>
                <a:gd name="T19" fmla="*/ 193 h 43"/>
                <a:gd name="T20" fmla="*/ 84 w 37"/>
                <a:gd name="T21" fmla="*/ 153 h 4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" h="43">
                  <a:moveTo>
                    <a:pt x="13" y="21"/>
                  </a:moveTo>
                  <a:cubicBezTo>
                    <a:pt x="13" y="15"/>
                    <a:pt x="14" y="6"/>
                    <a:pt x="15" y="0"/>
                  </a:cubicBezTo>
                  <a:cubicBezTo>
                    <a:pt x="17" y="6"/>
                    <a:pt x="18" y="12"/>
                    <a:pt x="18" y="18"/>
                  </a:cubicBezTo>
                  <a:cubicBezTo>
                    <a:pt x="24" y="18"/>
                    <a:pt x="31" y="14"/>
                    <a:pt x="37" y="15"/>
                  </a:cubicBezTo>
                  <a:cubicBezTo>
                    <a:pt x="33" y="18"/>
                    <a:pt x="27" y="20"/>
                    <a:pt x="25" y="24"/>
                  </a:cubicBezTo>
                  <a:cubicBezTo>
                    <a:pt x="31" y="24"/>
                    <a:pt x="34" y="30"/>
                    <a:pt x="35" y="36"/>
                  </a:cubicBezTo>
                  <a:cubicBezTo>
                    <a:pt x="30" y="36"/>
                    <a:pt x="24" y="31"/>
                    <a:pt x="20" y="28"/>
                  </a:cubicBezTo>
                  <a:cubicBezTo>
                    <a:pt x="20" y="33"/>
                    <a:pt x="19" y="38"/>
                    <a:pt x="19" y="43"/>
                  </a:cubicBezTo>
                  <a:cubicBezTo>
                    <a:pt x="16" y="40"/>
                    <a:pt x="16" y="31"/>
                    <a:pt x="12" y="29"/>
                  </a:cubicBezTo>
                  <a:cubicBezTo>
                    <a:pt x="10" y="28"/>
                    <a:pt x="3" y="29"/>
                    <a:pt x="0" y="28"/>
                  </a:cubicBezTo>
                  <a:cubicBezTo>
                    <a:pt x="3" y="26"/>
                    <a:pt x="9" y="25"/>
                    <a:pt x="12" y="22"/>
                  </a:cubicBezTo>
                </a:path>
              </a:pathLst>
            </a:custGeom>
            <a:solidFill>
              <a:srgbClr val="ED96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4104" name="Freeform 1029">
              <a:extLst>
                <a:ext uri="{FF2B5EF4-FFF2-40B4-BE49-F238E27FC236}">
                  <a16:creationId xmlns:a16="http://schemas.microsoft.com/office/drawing/2014/main" id="{65A4E4E1-2B0D-40D9-9E60-F2EF61B51A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5" y="4012"/>
              <a:ext cx="182" cy="60"/>
            </a:xfrm>
            <a:custGeom>
              <a:avLst/>
              <a:gdLst>
                <a:gd name="T0" fmla="*/ 669 w 95"/>
                <a:gd name="T1" fmla="*/ 84 h 32"/>
                <a:gd name="T2" fmla="*/ 544 w 95"/>
                <a:gd name="T3" fmla="*/ 158 h 32"/>
                <a:gd name="T4" fmla="*/ 462 w 95"/>
                <a:gd name="T5" fmla="*/ 152 h 32"/>
                <a:gd name="T6" fmla="*/ 421 w 95"/>
                <a:gd name="T7" fmla="*/ 133 h 32"/>
                <a:gd name="T8" fmla="*/ 385 w 95"/>
                <a:gd name="T9" fmla="*/ 152 h 32"/>
                <a:gd name="T10" fmla="*/ 330 w 95"/>
                <a:gd name="T11" fmla="*/ 158 h 32"/>
                <a:gd name="T12" fmla="*/ 268 w 95"/>
                <a:gd name="T13" fmla="*/ 137 h 32"/>
                <a:gd name="T14" fmla="*/ 224 w 95"/>
                <a:gd name="T15" fmla="*/ 152 h 32"/>
                <a:gd name="T16" fmla="*/ 169 w 95"/>
                <a:gd name="T17" fmla="*/ 152 h 32"/>
                <a:gd name="T18" fmla="*/ 125 w 95"/>
                <a:gd name="T19" fmla="*/ 105 h 32"/>
                <a:gd name="T20" fmla="*/ 92 w 95"/>
                <a:gd name="T21" fmla="*/ 92 h 32"/>
                <a:gd name="T22" fmla="*/ 63 w 95"/>
                <a:gd name="T23" fmla="*/ 21 h 32"/>
                <a:gd name="T24" fmla="*/ 56 w 95"/>
                <a:gd name="T25" fmla="*/ 0 h 32"/>
                <a:gd name="T26" fmla="*/ 245 w 95"/>
                <a:gd name="T27" fmla="*/ 204 h 32"/>
                <a:gd name="T28" fmla="*/ 669 w 95"/>
                <a:gd name="T29" fmla="*/ 84 h 32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95" h="32">
                  <a:moveTo>
                    <a:pt x="95" y="13"/>
                  </a:moveTo>
                  <a:cubicBezTo>
                    <a:pt x="90" y="19"/>
                    <a:pt x="86" y="22"/>
                    <a:pt x="77" y="24"/>
                  </a:cubicBezTo>
                  <a:cubicBezTo>
                    <a:pt x="73" y="25"/>
                    <a:pt x="70" y="24"/>
                    <a:pt x="66" y="23"/>
                  </a:cubicBezTo>
                  <a:cubicBezTo>
                    <a:pt x="64" y="22"/>
                    <a:pt x="62" y="20"/>
                    <a:pt x="60" y="20"/>
                  </a:cubicBezTo>
                  <a:cubicBezTo>
                    <a:pt x="59" y="20"/>
                    <a:pt x="56" y="22"/>
                    <a:pt x="55" y="23"/>
                  </a:cubicBezTo>
                  <a:cubicBezTo>
                    <a:pt x="53" y="24"/>
                    <a:pt x="50" y="24"/>
                    <a:pt x="47" y="24"/>
                  </a:cubicBezTo>
                  <a:cubicBezTo>
                    <a:pt x="44" y="24"/>
                    <a:pt x="39" y="21"/>
                    <a:pt x="38" y="21"/>
                  </a:cubicBezTo>
                  <a:cubicBezTo>
                    <a:pt x="36" y="22"/>
                    <a:pt x="35" y="22"/>
                    <a:pt x="32" y="23"/>
                  </a:cubicBezTo>
                  <a:cubicBezTo>
                    <a:pt x="30" y="24"/>
                    <a:pt x="26" y="23"/>
                    <a:pt x="24" y="23"/>
                  </a:cubicBezTo>
                  <a:cubicBezTo>
                    <a:pt x="18" y="22"/>
                    <a:pt x="19" y="18"/>
                    <a:pt x="18" y="16"/>
                  </a:cubicBezTo>
                  <a:cubicBezTo>
                    <a:pt x="17" y="15"/>
                    <a:pt x="15" y="15"/>
                    <a:pt x="13" y="14"/>
                  </a:cubicBezTo>
                  <a:cubicBezTo>
                    <a:pt x="8" y="10"/>
                    <a:pt x="9" y="7"/>
                    <a:pt x="9" y="3"/>
                  </a:cubicBezTo>
                  <a:cubicBezTo>
                    <a:pt x="9" y="2"/>
                    <a:pt x="8" y="2"/>
                    <a:pt x="8" y="0"/>
                  </a:cubicBezTo>
                  <a:cubicBezTo>
                    <a:pt x="8" y="0"/>
                    <a:pt x="0" y="29"/>
                    <a:pt x="35" y="31"/>
                  </a:cubicBezTo>
                  <a:cubicBezTo>
                    <a:pt x="71" y="32"/>
                    <a:pt x="88" y="32"/>
                    <a:pt x="95" y="13"/>
                  </a:cubicBezTo>
                  <a:close/>
                </a:path>
              </a:pathLst>
            </a:custGeom>
            <a:solidFill>
              <a:srgbClr val="ED96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4105" name="Freeform 1030">
              <a:extLst>
                <a:ext uri="{FF2B5EF4-FFF2-40B4-BE49-F238E27FC236}">
                  <a16:creationId xmlns:a16="http://schemas.microsoft.com/office/drawing/2014/main" id="{7DD6B834-F58E-443C-97B2-8CE3D66D1D7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6" y="3919"/>
              <a:ext cx="161" cy="83"/>
            </a:xfrm>
            <a:custGeom>
              <a:avLst/>
              <a:gdLst>
                <a:gd name="T0" fmla="*/ 301 w 84"/>
                <a:gd name="T1" fmla="*/ 296 h 44"/>
                <a:gd name="T2" fmla="*/ 0 w 84"/>
                <a:gd name="T3" fmla="*/ 121 h 44"/>
                <a:gd name="T4" fmla="*/ 69 w 84"/>
                <a:gd name="T5" fmla="*/ 0 h 44"/>
                <a:gd name="T6" fmla="*/ 337 w 84"/>
                <a:gd name="T7" fmla="*/ 181 h 44"/>
                <a:gd name="T8" fmla="*/ 592 w 84"/>
                <a:gd name="T9" fmla="*/ 60 h 44"/>
                <a:gd name="T10" fmla="*/ 569 w 84"/>
                <a:gd name="T11" fmla="*/ 168 h 44"/>
                <a:gd name="T12" fmla="*/ 301 w 84"/>
                <a:gd name="T13" fmla="*/ 296 h 4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4" h="44">
                  <a:moveTo>
                    <a:pt x="43" y="44"/>
                  </a:moveTo>
                  <a:cubicBezTo>
                    <a:pt x="43" y="44"/>
                    <a:pt x="10" y="7"/>
                    <a:pt x="0" y="18"/>
                  </a:cubicBezTo>
                  <a:cubicBezTo>
                    <a:pt x="0" y="18"/>
                    <a:pt x="5" y="4"/>
                    <a:pt x="10" y="0"/>
                  </a:cubicBezTo>
                  <a:cubicBezTo>
                    <a:pt x="10" y="0"/>
                    <a:pt x="41" y="15"/>
                    <a:pt x="48" y="27"/>
                  </a:cubicBezTo>
                  <a:cubicBezTo>
                    <a:pt x="48" y="27"/>
                    <a:pt x="71" y="5"/>
                    <a:pt x="84" y="9"/>
                  </a:cubicBezTo>
                  <a:cubicBezTo>
                    <a:pt x="81" y="25"/>
                    <a:pt x="81" y="25"/>
                    <a:pt x="81" y="25"/>
                  </a:cubicBezTo>
                  <a:cubicBezTo>
                    <a:pt x="81" y="25"/>
                    <a:pt x="71" y="19"/>
                    <a:pt x="43" y="44"/>
                  </a:cubicBezTo>
                  <a:close/>
                </a:path>
              </a:pathLst>
            </a:custGeom>
            <a:solidFill>
              <a:srgbClr val="ED96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4106" name="Freeform 1031">
              <a:extLst>
                <a:ext uri="{FF2B5EF4-FFF2-40B4-BE49-F238E27FC236}">
                  <a16:creationId xmlns:a16="http://schemas.microsoft.com/office/drawing/2014/main" id="{D5B2C0E3-C3C9-4FF2-B0D1-8B3DCADBC7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0" y="3955"/>
              <a:ext cx="32" cy="43"/>
            </a:xfrm>
            <a:custGeom>
              <a:avLst/>
              <a:gdLst>
                <a:gd name="T0" fmla="*/ 28 w 17"/>
                <a:gd name="T1" fmla="*/ 67 h 23"/>
                <a:gd name="T2" fmla="*/ 0 w 17"/>
                <a:gd name="T3" fmla="*/ 150 h 23"/>
                <a:gd name="T4" fmla="*/ 75 w 17"/>
                <a:gd name="T5" fmla="*/ 84 h 23"/>
                <a:gd name="T6" fmla="*/ 113 w 17"/>
                <a:gd name="T7" fmla="*/ 0 h 23"/>
                <a:gd name="T8" fmla="*/ 28 w 17"/>
                <a:gd name="T9" fmla="*/ 67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23">
                  <a:moveTo>
                    <a:pt x="4" y="10"/>
                  </a:moveTo>
                  <a:cubicBezTo>
                    <a:pt x="2" y="11"/>
                    <a:pt x="0" y="20"/>
                    <a:pt x="0" y="23"/>
                  </a:cubicBezTo>
                  <a:cubicBezTo>
                    <a:pt x="3" y="18"/>
                    <a:pt x="8" y="16"/>
                    <a:pt x="11" y="13"/>
                  </a:cubicBezTo>
                  <a:cubicBezTo>
                    <a:pt x="14" y="10"/>
                    <a:pt x="17" y="4"/>
                    <a:pt x="17" y="0"/>
                  </a:cubicBezTo>
                  <a:cubicBezTo>
                    <a:pt x="13" y="4"/>
                    <a:pt x="7" y="6"/>
                    <a:pt x="4" y="10"/>
                  </a:cubicBezTo>
                </a:path>
              </a:pathLst>
            </a:custGeom>
            <a:solidFill>
              <a:srgbClr val="DC78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4107" name="Freeform 1032">
              <a:extLst>
                <a:ext uri="{FF2B5EF4-FFF2-40B4-BE49-F238E27FC236}">
                  <a16:creationId xmlns:a16="http://schemas.microsoft.com/office/drawing/2014/main" id="{E3F875F9-9BB9-494D-9192-92E5805F20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4" y="3938"/>
              <a:ext cx="19" cy="28"/>
            </a:xfrm>
            <a:custGeom>
              <a:avLst/>
              <a:gdLst>
                <a:gd name="T0" fmla="*/ 68 w 10"/>
                <a:gd name="T1" fmla="*/ 0 h 15"/>
                <a:gd name="T2" fmla="*/ 48 w 10"/>
                <a:gd name="T3" fmla="*/ 84 h 15"/>
                <a:gd name="T4" fmla="*/ 0 w 10"/>
                <a:gd name="T5" fmla="*/ 97 h 15"/>
                <a:gd name="T6" fmla="*/ 21 w 10"/>
                <a:gd name="T7" fmla="*/ 13 h 15"/>
                <a:gd name="T8" fmla="*/ 61 w 10"/>
                <a:gd name="T9" fmla="*/ 7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5">
                  <a:moveTo>
                    <a:pt x="10" y="0"/>
                  </a:moveTo>
                  <a:cubicBezTo>
                    <a:pt x="10" y="4"/>
                    <a:pt x="8" y="10"/>
                    <a:pt x="7" y="13"/>
                  </a:cubicBezTo>
                  <a:cubicBezTo>
                    <a:pt x="5" y="13"/>
                    <a:pt x="3" y="13"/>
                    <a:pt x="0" y="15"/>
                  </a:cubicBezTo>
                  <a:cubicBezTo>
                    <a:pt x="0" y="10"/>
                    <a:pt x="4" y="6"/>
                    <a:pt x="3" y="2"/>
                  </a:cubicBezTo>
                  <a:cubicBezTo>
                    <a:pt x="5" y="1"/>
                    <a:pt x="7" y="1"/>
                    <a:pt x="9" y="1"/>
                  </a:cubicBezTo>
                </a:path>
              </a:pathLst>
            </a:custGeom>
            <a:solidFill>
              <a:srgbClr val="DC78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4108" name="Freeform 1033">
              <a:extLst>
                <a:ext uri="{FF2B5EF4-FFF2-40B4-BE49-F238E27FC236}">
                  <a16:creationId xmlns:a16="http://schemas.microsoft.com/office/drawing/2014/main" id="{2EABE00C-3BA7-4615-913D-4B6F954FA4D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9" y="4019"/>
              <a:ext cx="176" cy="51"/>
            </a:xfrm>
            <a:custGeom>
              <a:avLst/>
              <a:gdLst>
                <a:gd name="T0" fmla="*/ 36 w 92"/>
                <a:gd name="T1" fmla="*/ 0 h 27"/>
                <a:gd name="T2" fmla="*/ 274 w 92"/>
                <a:gd name="T3" fmla="*/ 181 h 27"/>
                <a:gd name="T4" fmla="*/ 645 w 92"/>
                <a:gd name="T5" fmla="*/ 76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2" h="27">
                  <a:moveTo>
                    <a:pt x="5" y="0"/>
                  </a:moveTo>
                  <a:cubicBezTo>
                    <a:pt x="5" y="0"/>
                    <a:pt x="0" y="27"/>
                    <a:pt x="39" y="27"/>
                  </a:cubicBezTo>
                  <a:cubicBezTo>
                    <a:pt x="79" y="27"/>
                    <a:pt x="82" y="26"/>
                    <a:pt x="92" y="11"/>
                  </a:cubicBezTo>
                </a:path>
              </a:pathLst>
            </a:custGeom>
            <a:noFill/>
            <a:ln w="6350" cap="rnd">
              <a:solidFill>
                <a:srgbClr val="C25F9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4109" name="Freeform 1034">
              <a:extLst>
                <a:ext uri="{FF2B5EF4-FFF2-40B4-BE49-F238E27FC236}">
                  <a16:creationId xmlns:a16="http://schemas.microsoft.com/office/drawing/2014/main" id="{12D1C289-8D3D-407A-AD28-06ABFFE252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2" y="4057"/>
              <a:ext cx="96" cy="17"/>
            </a:xfrm>
            <a:custGeom>
              <a:avLst/>
              <a:gdLst>
                <a:gd name="T0" fmla="*/ 353 w 50"/>
                <a:gd name="T1" fmla="*/ 28 h 9"/>
                <a:gd name="T2" fmla="*/ 0 w 50"/>
                <a:gd name="T3" fmla="*/ 0 h 9"/>
                <a:gd name="T4" fmla="*/ 353 w 50"/>
                <a:gd name="T5" fmla="*/ 28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0" h="9">
                  <a:moveTo>
                    <a:pt x="50" y="4"/>
                  </a:moveTo>
                  <a:cubicBezTo>
                    <a:pt x="50" y="4"/>
                    <a:pt x="13" y="9"/>
                    <a:pt x="0" y="0"/>
                  </a:cubicBezTo>
                  <a:cubicBezTo>
                    <a:pt x="0" y="0"/>
                    <a:pt x="25" y="7"/>
                    <a:pt x="50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4110" name="Freeform 1035">
              <a:extLst>
                <a:ext uri="{FF2B5EF4-FFF2-40B4-BE49-F238E27FC236}">
                  <a16:creationId xmlns:a16="http://schemas.microsoft.com/office/drawing/2014/main" id="{980A5A93-F981-436D-A754-0ECEC25BFD5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1" y="3945"/>
              <a:ext cx="65" cy="49"/>
            </a:xfrm>
            <a:custGeom>
              <a:avLst/>
              <a:gdLst>
                <a:gd name="T0" fmla="*/ 0 w 34"/>
                <a:gd name="T1" fmla="*/ 0 h 26"/>
                <a:gd name="T2" fmla="*/ 237 w 34"/>
                <a:gd name="T3" fmla="*/ 173 h 26"/>
                <a:gd name="T4" fmla="*/ 0 w 34"/>
                <a:gd name="T5" fmla="*/ 0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26">
                  <a:moveTo>
                    <a:pt x="0" y="0"/>
                  </a:moveTo>
                  <a:cubicBezTo>
                    <a:pt x="0" y="0"/>
                    <a:pt x="13" y="5"/>
                    <a:pt x="34" y="26"/>
                  </a:cubicBezTo>
                  <a:cubicBezTo>
                    <a:pt x="34" y="26"/>
                    <a:pt x="17" y="5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4111" name="Freeform 1036">
              <a:extLst>
                <a:ext uri="{FF2B5EF4-FFF2-40B4-BE49-F238E27FC236}">
                  <a16:creationId xmlns:a16="http://schemas.microsoft.com/office/drawing/2014/main" id="{FD8112DF-57AE-4261-84C0-5A487B4206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2" y="3960"/>
              <a:ext cx="53" cy="34"/>
            </a:xfrm>
            <a:custGeom>
              <a:avLst/>
              <a:gdLst>
                <a:gd name="T0" fmla="*/ 0 w 28"/>
                <a:gd name="T1" fmla="*/ 121 h 18"/>
                <a:gd name="T2" fmla="*/ 189 w 28"/>
                <a:gd name="T3" fmla="*/ 8 h 18"/>
                <a:gd name="T4" fmla="*/ 0 w 28"/>
                <a:gd name="T5" fmla="*/ 121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18">
                  <a:moveTo>
                    <a:pt x="0" y="18"/>
                  </a:moveTo>
                  <a:cubicBezTo>
                    <a:pt x="0" y="18"/>
                    <a:pt x="18" y="1"/>
                    <a:pt x="28" y="1"/>
                  </a:cubicBezTo>
                  <a:cubicBezTo>
                    <a:pt x="28" y="1"/>
                    <a:pt x="14" y="0"/>
                    <a:pt x="0" y="1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4112" name="Freeform 1037">
              <a:extLst>
                <a:ext uri="{FF2B5EF4-FFF2-40B4-BE49-F238E27FC236}">
                  <a16:creationId xmlns:a16="http://schemas.microsoft.com/office/drawing/2014/main" id="{2E007579-2AF5-46D2-B054-572DDD7D4F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6" y="3919"/>
              <a:ext cx="161" cy="83"/>
            </a:xfrm>
            <a:custGeom>
              <a:avLst/>
              <a:gdLst>
                <a:gd name="T0" fmla="*/ 301 w 84"/>
                <a:gd name="T1" fmla="*/ 296 h 44"/>
                <a:gd name="T2" fmla="*/ 0 w 84"/>
                <a:gd name="T3" fmla="*/ 121 h 44"/>
                <a:gd name="T4" fmla="*/ 69 w 84"/>
                <a:gd name="T5" fmla="*/ 0 h 44"/>
                <a:gd name="T6" fmla="*/ 337 w 84"/>
                <a:gd name="T7" fmla="*/ 181 h 44"/>
                <a:gd name="T8" fmla="*/ 592 w 84"/>
                <a:gd name="T9" fmla="*/ 60 h 44"/>
                <a:gd name="T10" fmla="*/ 569 w 84"/>
                <a:gd name="T11" fmla="*/ 168 h 44"/>
                <a:gd name="T12" fmla="*/ 301 w 84"/>
                <a:gd name="T13" fmla="*/ 296 h 4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4" h="44">
                  <a:moveTo>
                    <a:pt x="43" y="44"/>
                  </a:moveTo>
                  <a:cubicBezTo>
                    <a:pt x="43" y="44"/>
                    <a:pt x="10" y="7"/>
                    <a:pt x="0" y="18"/>
                  </a:cubicBezTo>
                  <a:cubicBezTo>
                    <a:pt x="0" y="18"/>
                    <a:pt x="5" y="4"/>
                    <a:pt x="10" y="0"/>
                  </a:cubicBezTo>
                  <a:cubicBezTo>
                    <a:pt x="10" y="0"/>
                    <a:pt x="41" y="15"/>
                    <a:pt x="48" y="27"/>
                  </a:cubicBezTo>
                  <a:cubicBezTo>
                    <a:pt x="48" y="27"/>
                    <a:pt x="71" y="5"/>
                    <a:pt x="84" y="9"/>
                  </a:cubicBezTo>
                  <a:cubicBezTo>
                    <a:pt x="81" y="25"/>
                    <a:pt x="81" y="25"/>
                    <a:pt x="81" y="25"/>
                  </a:cubicBezTo>
                  <a:cubicBezTo>
                    <a:pt x="81" y="25"/>
                    <a:pt x="71" y="19"/>
                    <a:pt x="43" y="44"/>
                  </a:cubicBezTo>
                  <a:close/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4113" name="Freeform 1038">
              <a:extLst>
                <a:ext uri="{FF2B5EF4-FFF2-40B4-BE49-F238E27FC236}">
                  <a16:creationId xmlns:a16="http://schemas.microsoft.com/office/drawing/2014/main" id="{330C4F8B-CD3F-4677-91FE-391978F138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8" y="4012"/>
              <a:ext cx="182" cy="60"/>
            </a:xfrm>
            <a:custGeom>
              <a:avLst/>
              <a:gdLst>
                <a:gd name="T0" fmla="*/ 0 w 95"/>
                <a:gd name="T1" fmla="*/ 84 h 32"/>
                <a:gd name="T2" fmla="*/ 125 w 95"/>
                <a:gd name="T3" fmla="*/ 158 h 32"/>
                <a:gd name="T4" fmla="*/ 205 w 95"/>
                <a:gd name="T5" fmla="*/ 152 h 32"/>
                <a:gd name="T6" fmla="*/ 245 w 95"/>
                <a:gd name="T7" fmla="*/ 133 h 32"/>
                <a:gd name="T8" fmla="*/ 284 w 95"/>
                <a:gd name="T9" fmla="*/ 152 h 32"/>
                <a:gd name="T10" fmla="*/ 337 w 95"/>
                <a:gd name="T11" fmla="*/ 158 h 32"/>
                <a:gd name="T12" fmla="*/ 393 w 95"/>
                <a:gd name="T13" fmla="*/ 137 h 32"/>
                <a:gd name="T14" fmla="*/ 444 w 95"/>
                <a:gd name="T15" fmla="*/ 152 h 32"/>
                <a:gd name="T16" fmla="*/ 500 w 95"/>
                <a:gd name="T17" fmla="*/ 152 h 32"/>
                <a:gd name="T18" fmla="*/ 544 w 95"/>
                <a:gd name="T19" fmla="*/ 105 h 32"/>
                <a:gd name="T20" fmla="*/ 577 w 95"/>
                <a:gd name="T21" fmla="*/ 92 h 32"/>
                <a:gd name="T22" fmla="*/ 605 w 95"/>
                <a:gd name="T23" fmla="*/ 21 h 32"/>
                <a:gd name="T24" fmla="*/ 613 w 95"/>
                <a:gd name="T25" fmla="*/ 0 h 32"/>
                <a:gd name="T26" fmla="*/ 421 w 95"/>
                <a:gd name="T27" fmla="*/ 204 h 32"/>
                <a:gd name="T28" fmla="*/ 0 w 95"/>
                <a:gd name="T29" fmla="*/ 84 h 32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95" h="32">
                  <a:moveTo>
                    <a:pt x="0" y="13"/>
                  </a:moveTo>
                  <a:cubicBezTo>
                    <a:pt x="5" y="19"/>
                    <a:pt x="9" y="22"/>
                    <a:pt x="18" y="24"/>
                  </a:cubicBezTo>
                  <a:cubicBezTo>
                    <a:pt x="22" y="25"/>
                    <a:pt x="25" y="24"/>
                    <a:pt x="29" y="23"/>
                  </a:cubicBezTo>
                  <a:cubicBezTo>
                    <a:pt x="31" y="22"/>
                    <a:pt x="33" y="20"/>
                    <a:pt x="35" y="20"/>
                  </a:cubicBezTo>
                  <a:cubicBezTo>
                    <a:pt x="36" y="20"/>
                    <a:pt x="39" y="22"/>
                    <a:pt x="40" y="23"/>
                  </a:cubicBezTo>
                  <a:cubicBezTo>
                    <a:pt x="42" y="24"/>
                    <a:pt x="45" y="24"/>
                    <a:pt x="48" y="24"/>
                  </a:cubicBezTo>
                  <a:cubicBezTo>
                    <a:pt x="51" y="24"/>
                    <a:pt x="56" y="21"/>
                    <a:pt x="56" y="21"/>
                  </a:cubicBezTo>
                  <a:cubicBezTo>
                    <a:pt x="59" y="22"/>
                    <a:pt x="60" y="22"/>
                    <a:pt x="63" y="23"/>
                  </a:cubicBezTo>
                  <a:cubicBezTo>
                    <a:pt x="65" y="24"/>
                    <a:pt x="69" y="23"/>
                    <a:pt x="71" y="23"/>
                  </a:cubicBezTo>
                  <a:cubicBezTo>
                    <a:pt x="77" y="22"/>
                    <a:pt x="76" y="18"/>
                    <a:pt x="77" y="16"/>
                  </a:cubicBezTo>
                  <a:cubicBezTo>
                    <a:pt x="78" y="15"/>
                    <a:pt x="80" y="15"/>
                    <a:pt x="82" y="14"/>
                  </a:cubicBezTo>
                  <a:cubicBezTo>
                    <a:pt x="87" y="10"/>
                    <a:pt x="86" y="7"/>
                    <a:pt x="86" y="3"/>
                  </a:cubicBezTo>
                  <a:cubicBezTo>
                    <a:pt x="86" y="2"/>
                    <a:pt x="87" y="2"/>
                    <a:pt x="87" y="0"/>
                  </a:cubicBezTo>
                  <a:cubicBezTo>
                    <a:pt x="87" y="0"/>
                    <a:pt x="95" y="29"/>
                    <a:pt x="60" y="31"/>
                  </a:cubicBezTo>
                  <a:cubicBezTo>
                    <a:pt x="24" y="32"/>
                    <a:pt x="7" y="32"/>
                    <a:pt x="0" y="13"/>
                  </a:cubicBezTo>
                  <a:close/>
                </a:path>
              </a:pathLst>
            </a:custGeom>
            <a:solidFill>
              <a:srgbClr val="ED96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4114" name="Freeform 1039">
              <a:extLst>
                <a:ext uri="{FF2B5EF4-FFF2-40B4-BE49-F238E27FC236}">
                  <a16:creationId xmlns:a16="http://schemas.microsoft.com/office/drawing/2014/main" id="{9EEEEE50-45D3-413A-834A-5AB5534704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8" y="3919"/>
              <a:ext cx="161" cy="83"/>
            </a:xfrm>
            <a:custGeom>
              <a:avLst/>
              <a:gdLst>
                <a:gd name="T0" fmla="*/ 289 w 84"/>
                <a:gd name="T1" fmla="*/ 296 h 44"/>
                <a:gd name="T2" fmla="*/ 592 w 84"/>
                <a:gd name="T3" fmla="*/ 121 h 44"/>
                <a:gd name="T4" fmla="*/ 521 w 84"/>
                <a:gd name="T5" fmla="*/ 0 h 44"/>
                <a:gd name="T6" fmla="*/ 253 w 84"/>
                <a:gd name="T7" fmla="*/ 181 h 44"/>
                <a:gd name="T8" fmla="*/ 0 w 84"/>
                <a:gd name="T9" fmla="*/ 60 h 44"/>
                <a:gd name="T10" fmla="*/ 23 w 84"/>
                <a:gd name="T11" fmla="*/ 168 h 44"/>
                <a:gd name="T12" fmla="*/ 289 w 84"/>
                <a:gd name="T13" fmla="*/ 296 h 4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4" h="44">
                  <a:moveTo>
                    <a:pt x="41" y="44"/>
                  </a:moveTo>
                  <a:cubicBezTo>
                    <a:pt x="41" y="44"/>
                    <a:pt x="74" y="7"/>
                    <a:pt x="84" y="18"/>
                  </a:cubicBezTo>
                  <a:cubicBezTo>
                    <a:pt x="84" y="18"/>
                    <a:pt x="79" y="4"/>
                    <a:pt x="74" y="0"/>
                  </a:cubicBezTo>
                  <a:cubicBezTo>
                    <a:pt x="74" y="0"/>
                    <a:pt x="43" y="15"/>
                    <a:pt x="36" y="27"/>
                  </a:cubicBezTo>
                  <a:cubicBezTo>
                    <a:pt x="36" y="27"/>
                    <a:pt x="13" y="5"/>
                    <a:pt x="0" y="9"/>
                  </a:cubicBezTo>
                  <a:cubicBezTo>
                    <a:pt x="3" y="25"/>
                    <a:pt x="3" y="25"/>
                    <a:pt x="3" y="25"/>
                  </a:cubicBezTo>
                  <a:cubicBezTo>
                    <a:pt x="3" y="25"/>
                    <a:pt x="13" y="19"/>
                    <a:pt x="41" y="44"/>
                  </a:cubicBezTo>
                  <a:close/>
                </a:path>
              </a:pathLst>
            </a:custGeom>
            <a:solidFill>
              <a:srgbClr val="ED96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4115" name="Freeform 1040">
              <a:extLst>
                <a:ext uri="{FF2B5EF4-FFF2-40B4-BE49-F238E27FC236}">
                  <a16:creationId xmlns:a16="http://schemas.microsoft.com/office/drawing/2014/main" id="{6BE2722E-5E57-40BF-A3D7-462A4E73E5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3" y="3955"/>
              <a:ext cx="32" cy="43"/>
            </a:xfrm>
            <a:custGeom>
              <a:avLst/>
              <a:gdLst>
                <a:gd name="T0" fmla="*/ 85 w 17"/>
                <a:gd name="T1" fmla="*/ 67 h 23"/>
                <a:gd name="T2" fmla="*/ 113 w 17"/>
                <a:gd name="T3" fmla="*/ 150 h 23"/>
                <a:gd name="T4" fmla="*/ 40 w 17"/>
                <a:gd name="T5" fmla="*/ 84 h 23"/>
                <a:gd name="T6" fmla="*/ 0 w 17"/>
                <a:gd name="T7" fmla="*/ 0 h 23"/>
                <a:gd name="T8" fmla="*/ 85 w 17"/>
                <a:gd name="T9" fmla="*/ 67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23">
                  <a:moveTo>
                    <a:pt x="13" y="10"/>
                  </a:moveTo>
                  <a:cubicBezTo>
                    <a:pt x="15" y="11"/>
                    <a:pt x="17" y="20"/>
                    <a:pt x="17" y="23"/>
                  </a:cubicBezTo>
                  <a:cubicBezTo>
                    <a:pt x="14" y="18"/>
                    <a:pt x="9" y="16"/>
                    <a:pt x="6" y="13"/>
                  </a:cubicBezTo>
                  <a:cubicBezTo>
                    <a:pt x="3" y="10"/>
                    <a:pt x="0" y="4"/>
                    <a:pt x="0" y="0"/>
                  </a:cubicBezTo>
                  <a:cubicBezTo>
                    <a:pt x="4" y="4"/>
                    <a:pt x="10" y="6"/>
                    <a:pt x="13" y="10"/>
                  </a:cubicBezTo>
                </a:path>
              </a:pathLst>
            </a:custGeom>
            <a:solidFill>
              <a:srgbClr val="DC78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4116" name="Freeform 1041">
              <a:extLst>
                <a:ext uri="{FF2B5EF4-FFF2-40B4-BE49-F238E27FC236}">
                  <a16:creationId xmlns:a16="http://schemas.microsoft.com/office/drawing/2014/main" id="{AE36DF95-A5A0-41D9-8942-AE6365FFE5A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2" y="3938"/>
              <a:ext cx="19" cy="28"/>
            </a:xfrm>
            <a:custGeom>
              <a:avLst/>
              <a:gdLst>
                <a:gd name="T0" fmla="*/ 0 w 10"/>
                <a:gd name="T1" fmla="*/ 0 h 15"/>
                <a:gd name="T2" fmla="*/ 15 w 10"/>
                <a:gd name="T3" fmla="*/ 84 h 15"/>
                <a:gd name="T4" fmla="*/ 61 w 10"/>
                <a:gd name="T5" fmla="*/ 97 h 15"/>
                <a:gd name="T6" fmla="*/ 48 w 10"/>
                <a:gd name="T7" fmla="*/ 13 h 15"/>
                <a:gd name="T8" fmla="*/ 8 w 10"/>
                <a:gd name="T9" fmla="*/ 7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5">
                  <a:moveTo>
                    <a:pt x="0" y="0"/>
                  </a:moveTo>
                  <a:cubicBezTo>
                    <a:pt x="0" y="4"/>
                    <a:pt x="2" y="10"/>
                    <a:pt x="2" y="13"/>
                  </a:cubicBezTo>
                  <a:cubicBezTo>
                    <a:pt x="5" y="13"/>
                    <a:pt x="7" y="13"/>
                    <a:pt x="9" y="15"/>
                  </a:cubicBezTo>
                  <a:cubicBezTo>
                    <a:pt x="10" y="10"/>
                    <a:pt x="6" y="6"/>
                    <a:pt x="7" y="2"/>
                  </a:cubicBezTo>
                  <a:cubicBezTo>
                    <a:pt x="5" y="1"/>
                    <a:pt x="3" y="1"/>
                    <a:pt x="1" y="1"/>
                  </a:cubicBezTo>
                </a:path>
              </a:pathLst>
            </a:custGeom>
            <a:solidFill>
              <a:srgbClr val="DC78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4117" name="Freeform 1042">
              <a:extLst>
                <a:ext uri="{FF2B5EF4-FFF2-40B4-BE49-F238E27FC236}">
                  <a16:creationId xmlns:a16="http://schemas.microsoft.com/office/drawing/2014/main" id="{346B1E90-223E-46EF-9E6A-1793E1894D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0" y="4019"/>
              <a:ext cx="176" cy="51"/>
            </a:xfrm>
            <a:custGeom>
              <a:avLst/>
              <a:gdLst>
                <a:gd name="T0" fmla="*/ 608 w 92"/>
                <a:gd name="T1" fmla="*/ 0 h 27"/>
                <a:gd name="T2" fmla="*/ 369 w 92"/>
                <a:gd name="T3" fmla="*/ 181 h 27"/>
                <a:gd name="T4" fmla="*/ 0 w 92"/>
                <a:gd name="T5" fmla="*/ 76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2" h="27">
                  <a:moveTo>
                    <a:pt x="87" y="0"/>
                  </a:moveTo>
                  <a:cubicBezTo>
                    <a:pt x="87" y="0"/>
                    <a:pt x="92" y="27"/>
                    <a:pt x="53" y="27"/>
                  </a:cubicBezTo>
                  <a:cubicBezTo>
                    <a:pt x="13" y="27"/>
                    <a:pt x="10" y="26"/>
                    <a:pt x="0" y="11"/>
                  </a:cubicBezTo>
                </a:path>
              </a:pathLst>
            </a:custGeom>
            <a:noFill/>
            <a:ln w="6350" cap="rnd">
              <a:solidFill>
                <a:srgbClr val="C25F9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4118" name="Freeform 1043">
              <a:extLst>
                <a:ext uri="{FF2B5EF4-FFF2-40B4-BE49-F238E27FC236}">
                  <a16:creationId xmlns:a16="http://schemas.microsoft.com/office/drawing/2014/main" id="{89EEAC13-A7EA-4A0A-8F8F-449C8DDAF39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7" y="4057"/>
              <a:ext cx="96" cy="17"/>
            </a:xfrm>
            <a:custGeom>
              <a:avLst/>
              <a:gdLst>
                <a:gd name="T0" fmla="*/ 0 w 50"/>
                <a:gd name="T1" fmla="*/ 28 h 9"/>
                <a:gd name="T2" fmla="*/ 353 w 50"/>
                <a:gd name="T3" fmla="*/ 0 h 9"/>
                <a:gd name="T4" fmla="*/ 0 w 50"/>
                <a:gd name="T5" fmla="*/ 28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0" h="9">
                  <a:moveTo>
                    <a:pt x="0" y="4"/>
                  </a:moveTo>
                  <a:cubicBezTo>
                    <a:pt x="0" y="4"/>
                    <a:pt x="37" y="9"/>
                    <a:pt x="50" y="0"/>
                  </a:cubicBezTo>
                  <a:cubicBezTo>
                    <a:pt x="50" y="0"/>
                    <a:pt x="24" y="7"/>
                    <a:pt x="0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4119" name="Freeform 1044">
              <a:extLst>
                <a:ext uri="{FF2B5EF4-FFF2-40B4-BE49-F238E27FC236}">
                  <a16:creationId xmlns:a16="http://schemas.microsoft.com/office/drawing/2014/main" id="{E179CD82-5598-453E-8F57-E8036615B79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9" y="3945"/>
              <a:ext cx="65" cy="49"/>
            </a:xfrm>
            <a:custGeom>
              <a:avLst/>
              <a:gdLst>
                <a:gd name="T0" fmla="*/ 237 w 34"/>
                <a:gd name="T1" fmla="*/ 0 h 26"/>
                <a:gd name="T2" fmla="*/ 0 w 34"/>
                <a:gd name="T3" fmla="*/ 173 h 26"/>
                <a:gd name="T4" fmla="*/ 237 w 34"/>
                <a:gd name="T5" fmla="*/ 0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26">
                  <a:moveTo>
                    <a:pt x="34" y="0"/>
                  </a:moveTo>
                  <a:cubicBezTo>
                    <a:pt x="34" y="0"/>
                    <a:pt x="21" y="5"/>
                    <a:pt x="0" y="26"/>
                  </a:cubicBezTo>
                  <a:cubicBezTo>
                    <a:pt x="0" y="26"/>
                    <a:pt x="17" y="5"/>
                    <a:pt x="3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4120" name="Freeform 1045">
              <a:extLst>
                <a:ext uri="{FF2B5EF4-FFF2-40B4-BE49-F238E27FC236}">
                  <a16:creationId xmlns:a16="http://schemas.microsoft.com/office/drawing/2014/main" id="{203AA32B-294F-4A3B-8DF3-B6BA77D876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0" y="3960"/>
              <a:ext cx="53" cy="34"/>
            </a:xfrm>
            <a:custGeom>
              <a:avLst/>
              <a:gdLst>
                <a:gd name="T0" fmla="*/ 189 w 28"/>
                <a:gd name="T1" fmla="*/ 121 h 18"/>
                <a:gd name="T2" fmla="*/ 0 w 28"/>
                <a:gd name="T3" fmla="*/ 8 h 18"/>
                <a:gd name="T4" fmla="*/ 189 w 28"/>
                <a:gd name="T5" fmla="*/ 121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18">
                  <a:moveTo>
                    <a:pt x="28" y="18"/>
                  </a:moveTo>
                  <a:cubicBezTo>
                    <a:pt x="28" y="18"/>
                    <a:pt x="10" y="1"/>
                    <a:pt x="0" y="1"/>
                  </a:cubicBezTo>
                  <a:cubicBezTo>
                    <a:pt x="0" y="1"/>
                    <a:pt x="14" y="0"/>
                    <a:pt x="28" y="1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4121" name="Freeform 1046">
              <a:extLst>
                <a:ext uri="{FF2B5EF4-FFF2-40B4-BE49-F238E27FC236}">
                  <a16:creationId xmlns:a16="http://schemas.microsoft.com/office/drawing/2014/main" id="{524B6B3E-CFFC-430E-8ABE-92C7FC2B92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8" y="3919"/>
              <a:ext cx="161" cy="83"/>
            </a:xfrm>
            <a:custGeom>
              <a:avLst/>
              <a:gdLst>
                <a:gd name="T0" fmla="*/ 289 w 84"/>
                <a:gd name="T1" fmla="*/ 296 h 44"/>
                <a:gd name="T2" fmla="*/ 592 w 84"/>
                <a:gd name="T3" fmla="*/ 121 h 44"/>
                <a:gd name="T4" fmla="*/ 521 w 84"/>
                <a:gd name="T5" fmla="*/ 0 h 44"/>
                <a:gd name="T6" fmla="*/ 253 w 84"/>
                <a:gd name="T7" fmla="*/ 181 h 44"/>
                <a:gd name="T8" fmla="*/ 0 w 84"/>
                <a:gd name="T9" fmla="*/ 60 h 44"/>
                <a:gd name="T10" fmla="*/ 23 w 84"/>
                <a:gd name="T11" fmla="*/ 168 h 44"/>
                <a:gd name="T12" fmla="*/ 289 w 84"/>
                <a:gd name="T13" fmla="*/ 296 h 4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4" h="44">
                  <a:moveTo>
                    <a:pt x="41" y="44"/>
                  </a:moveTo>
                  <a:cubicBezTo>
                    <a:pt x="41" y="44"/>
                    <a:pt x="74" y="7"/>
                    <a:pt x="84" y="18"/>
                  </a:cubicBezTo>
                  <a:cubicBezTo>
                    <a:pt x="84" y="18"/>
                    <a:pt x="79" y="4"/>
                    <a:pt x="74" y="0"/>
                  </a:cubicBezTo>
                  <a:cubicBezTo>
                    <a:pt x="74" y="0"/>
                    <a:pt x="43" y="15"/>
                    <a:pt x="36" y="27"/>
                  </a:cubicBezTo>
                  <a:cubicBezTo>
                    <a:pt x="36" y="27"/>
                    <a:pt x="13" y="5"/>
                    <a:pt x="0" y="9"/>
                  </a:cubicBezTo>
                  <a:cubicBezTo>
                    <a:pt x="3" y="25"/>
                    <a:pt x="3" y="25"/>
                    <a:pt x="3" y="25"/>
                  </a:cubicBezTo>
                  <a:cubicBezTo>
                    <a:pt x="3" y="25"/>
                    <a:pt x="13" y="19"/>
                    <a:pt x="41" y="44"/>
                  </a:cubicBezTo>
                  <a:close/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</p:grpSp>
      <p:grpSp>
        <p:nvGrpSpPr>
          <p:cNvPr id="33797" name="Teenage-female-full-body-illustration">
            <a:extLst>
              <a:ext uri="{FF2B5EF4-FFF2-40B4-BE49-F238E27FC236}">
                <a16:creationId xmlns:a16="http://schemas.microsoft.com/office/drawing/2014/main" id="{FCB599BE-8C67-4C97-9C54-443B0E0A5F1B}"/>
              </a:ext>
            </a:extLst>
          </p:cNvPr>
          <p:cNvGrpSpPr>
            <a:grpSpLocks/>
          </p:cNvGrpSpPr>
          <p:nvPr/>
        </p:nvGrpSpPr>
        <p:grpSpPr bwMode="auto">
          <a:xfrm>
            <a:off x="2212975" y="1196975"/>
            <a:ext cx="1417638" cy="5305425"/>
            <a:chOff x="434" y="718"/>
            <a:chExt cx="893" cy="3342"/>
          </a:xfrm>
        </p:grpSpPr>
        <p:grpSp>
          <p:nvGrpSpPr>
            <p:cNvPr id="33798" name="Group 1048">
              <a:extLst>
                <a:ext uri="{FF2B5EF4-FFF2-40B4-BE49-F238E27FC236}">
                  <a16:creationId xmlns:a16="http://schemas.microsoft.com/office/drawing/2014/main" id="{69832D7A-5B63-4832-9225-7AF2ADC3990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34" y="718"/>
              <a:ext cx="893" cy="3342"/>
              <a:chOff x="434" y="718"/>
              <a:chExt cx="893" cy="3342"/>
            </a:xfrm>
          </p:grpSpPr>
          <p:sp>
            <p:nvSpPr>
              <p:cNvPr id="33819" name="Freeform 1049">
                <a:extLst>
                  <a:ext uri="{FF2B5EF4-FFF2-40B4-BE49-F238E27FC236}">
                    <a16:creationId xmlns:a16="http://schemas.microsoft.com/office/drawing/2014/main" id="{0B1EDAA0-8437-4BB0-ABA7-BA37EBE091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0" y="919"/>
                <a:ext cx="52" cy="129"/>
              </a:xfrm>
              <a:custGeom>
                <a:avLst/>
                <a:gdLst>
                  <a:gd name="T0" fmla="*/ 148 w 27"/>
                  <a:gd name="T1" fmla="*/ 76 h 68"/>
                  <a:gd name="T2" fmla="*/ 37 w 27"/>
                  <a:gd name="T3" fmla="*/ 40 h 68"/>
                  <a:gd name="T4" fmla="*/ 56 w 27"/>
                  <a:gd name="T5" fmla="*/ 176 h 68"/>
                  <a:gd name="T6" fmla="*/ 64 w 27"/>
                  <a:gd name="T7" fmla="*/ 228 h 68"/>
                  <a:gd name="T8" fmla="*/ 71 w 27"/>
                  <a:gd name="T9" fmla="*/ 313 h 68"/>
                  <a:gd name="T10" fmla="*/ 193 w 27"/>
                  <a:gd name="T11" fmla="*/ 396 h 6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7" h="68">
                    <a:moveTo>
                      <a:pt x="21" y="11"/>
                    </a:moveTo>
                    <a:cubicBezTo>
                      <a:pt x="18" y="7"/>
                      <a:pt x="9" y="0"/>
                      <a:pt x="5" y="6"/>
                    </a:cubicBezTo>
                    <a:cubicBezTo>
                      <a:pt x="0" y="13"/>
                      <a:pt x="6" y="20"/>
                      <a:pt x="8" y="26"/>
                    </a:cubicBezTo>
                    <a:cubicBezTo>
                      <a:pt x="9" y="28"/>
                      <a:pt x="9" y="31"/>
                      <a:pt x="9" y="33"/>
                    </a:cubicBezTo>
                    <a:cubicBezTo>
                      <a:pt x="8" y="37"/>
                      <a:pt x="8" y="41"/>
                      <a:pt x="10" y="46"/>
                    </a:cubicBezTo>
                    <a:cubicBezTo>
                      <a:pt x="12" y="50"/>
                      <a:pt x="21" y="68"/>
                      <a:pt x="27" y="58"/>
                    </a:cubicBezTo>
                  </a:path>
                </a:pathLst>
              </a:custGeom>
              <a:solidFill>
                <a:srgbClr val="FEF3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820" name="Freeform 1050">
                <a:extLst>
                  <a:ext uri="{FF2B5EF4-FFF2-40B4-BE49-F238E27FC236}">
                    <a16:creationId xmlns:a16="http://schemas.microsoft.com/office/drawing/2014/main" id="{0A4D9E20-E6F5-4051-9371-FB59B3FA53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0" y="919"/>
                <a:ext cx="52" cy="129"/>
              </a:xfrm>
              <a:custGeom>
                <a:avLst/>
                <a:gdLst>
                  <a:gd name="T0" fmla="*/ 148 w 27"/>
                  <a:gd name="T1" fmla="*/ 76 h 68"/>
                  <a:gd name="T2" fmla="*/ 37 w 27"/>
                  <a:gd name="T3" fmla="*/ 40 h 68"/>
                  <a:gd name="T4" fmla="*/ 56 w 27"/>
                  <a:gd name="T5" fmla="*/ 176 h 68"/>
                  <a:gd name="T6" fmla="*/ 64 w 27"/>
                  <a:gd name="T7" fmla="*/ 228 h 68"/>
                  <a:gd name="T8" fmla="*/ 71 w 27"/>
                  <a:gd name="T9" fmla="*/ 313 h 68"/>
                  <a:gd name="T10" fmla="*/ 193 w 27"/>
                  <a:gd name="T11" fmla="*/ 396 h 6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7" h="68">
                    <a:moveTo>
                      <a:pt x="21" y="11"/>
                    </a:moveTo>
                    <a:cubicBezTo>
                      <a:pt x="18" y="7"/>
                      <a:pt x="9" y="0"/>
                      <a:pt x="5" y="6"/>
                    </a:cubicBezTo>
                    <a:cubicBezTo>
                      <a:pt x="0" y="13"/>
                      <a:pt x="6" y="20"/>
                      <a:pt x="8" y="26"/>
                    </a:cubicBezTo>
                    <a:cubicBezTo>
                      <a:pt x="9" y="28"/>
                      <a:pt x="9" y="31"/>
                      <a:pt x="9" y="33"/>
                    </a:cubicBezTo>
                    <a:cubicBezTo>
                      <a:pt x="8" y="37"/>
                      <a:pt x="8" y="41"/>
                      <a:pt x="10" y="46"/>
                    </a:cubicBezTo>
                    <a:cubicBezTo>
                      <a:pt x="12" y="50"/>
                      <a:pt x="21" y="68"/>
                      <a:pt x="27" y="58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821" name="Freeform 1051">
                <a:extLst>
                  <a:ext uri="{FF2B5EF4-FFF2-40B4-BE49-F238E27FC236}">
                    <a16:creationId xmlns:a16="http://schemas.microsoft.com/office/drawing/2014/main" id="{B9B906B8-C954-48DB-A583-E9294D454B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6" y="938"/>
                <a:ext cx="28" cy="76"/>
              </a:xfrm>
              <a:custGeom>
                <a:avLst/>
                <a:gdLst>
                  <a:gd name="T0" fmla="*/ 77 w 15"/>
                  <a:gd name="T1" fmla="*/ 55 h 40"/>
                  <a:gd name="T2" fmla="*/ 60 w 15"/>
                  <a:gd name="T3" fmla="*/ 36 h 40"/>
                  <a:gd name="T4" fmla="*/ 24 w 15"/>
                  <a:gd name="T5" fmla="*/ 8 h 40"/>
                  <a:gd name="T6" fmla="*/ 7 w 15"/>
                  <a:gd name="T7" fmla="*/ 8 h 40"/>
                  <a:gd name="T8" fmla="*/ 7 w 15"/>
                  <a:gd name="T9" fmla="*/ 40 h 40"/>
                  <a:gd name="T10" fmla="*/ 39 w 15"/>
                  <a:gd name="T11" fmla="*/ 97 h 40"/>
                  <a:gd name="T12" fmla="*/ 45 w 15"/>
                  <a:gd name="T13" fmla="*/ 173 h 40"/>
                  <a:gd name="T14" fmla="*/ 73 w 15"/>
                  <a:gd name="T15" fmla="*/ 260 h 40"/>
                  <a:gd name="T16" fmla="*/ 91 w 15"/>
                  <a:gd name="T17" fmla="*/ 268 h 40"/>
                  <a:gd name="T18" fmla="*/ 97 w 15"/>
                  <a:gd name="T19" fmla="*/ 220 h 40"/>
                  <a:gd name="T20" fmla="*/ 97 w 15"/>
                  <a:gd name="T21" fmla="*/ 177 h 40"/>
                  <a:gd name="T22" fmla="*/ 84 w 15"/>
                  <a:gd name="T23" fmla="*/ 165 h 40"/>
                  <a:gd name="T24" fmla="*/ 84 w 15"/>
                  <a:gd name="T25" fmla="*/ 108 h 4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5" h="40">
                    <a:moveTo>
                      <a:pt x="12" y="8"/>
                    </a:moveTo>
                    <a:cubicBezTo>
                      <a:pt x="11" y="7"/>
                      <a:pt x="10" y="6"/>
                      <a:pt x="9" y="5"/>
                    </a:cubicBezTo>
                    <a:cubicBezTo>
                      <a:pt x="7" y="3"/>
                      <a:pt x="6" y="2"/>
                      <a:pt x="4" y="1"/>
                    </a:cubicBezTo>
                    <a:cubicBezTo>
                      <a:pt x="3" y="1"/>
                      <a:pt x="1" y="0"/>
                      <a:pt x="1" y="1"/>
                    </a:cubicBezTo>
                    <a:cubicBezTo>
                      <a:pt x="0" y="2"/>
                      <a:pt x="1" y="5"/>
                      <a:pt x="1" y="6"/>
                    </a:cubicBezTo>
                    <a:cubicBezTo>
                      <a:pt x="3" y="9"/>
                      <a:pt x="5" y="11"/>
                      <a:pt x="6" y="14"/>
                    </a:cubicBezTo>
                    <a:cubicBezTo>
                      <a:pt x="7" y="18"/>
                      <a:pt x="7" y="21"/>
                      <a:pt x="7" y="25"/>
                    </a:cubicBezTo>
                    <a:cubicBezTo>
                      <a:pt x="7" y="29"/>
                      <a:pt x="8" y="34"/>
                      <a:pt x="11" y="38"/>
                    </a:cubicBezTo>
                    <a:cubicBezTo>
                      <a:pt x="12" y="39"/>
                      <a:pt x="13" y="40"/>
                      <a:pt x="14" y="39"/>
                    </a:cubicBezTo>
                    <a:cubicBezTo>
                      <a:pt x="15" y="38"/>
                      <a:pt x="15" y="34"/>
                      <a:pt x="15" y="32"/>
                    </a:cubicBezTo>
                    <a:cubicBezTo>
                      <a:pt x="15" y="30"/>
                      <a:pt x="15" y="28"/>
                      <a:pt x="15" y="26"/>
                    </a:cubicBezTo>
                    <a:cubicBezTo>
                      <a:pt x="15" y="25"/>
                      <a:pt x="15" y="25"/>
                      <a:pt x="13" y="24"/>
                    </a:cubicBezTo>
                    <a:cubicBezTo>
                      <a:pt x="11" y="22"/>
                      <a:pt x="12" y="19"/>
                      <a:pt x="13" y="16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822" name="Freeform 1052">
                <a:extLst>
                  <a:ext uri="{FF2B5EF4-FFF2-40B4-BE49-F238E27FC236}">
                    <a16:creationId xmlns:a16="http://schemas.microsoft.com/office/drawing/2014/main" id="{1FEC32A4-6382-4E10-A16A-2F47F24BA1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5" y="980"/>
                <a:ext cx="7" cy="21"/>
              </a:xfrm>
              <a:custGeom>
                <a:avLst/>
                <a:gdLst>
                  <a:gd name="T0" fmla="*/ 12 w 4"/>
                  <a:gd name="T1" fmla="*/ 0 h 11"/>
                  <a:gd name="T2" fmla="*/ 21 w 4"/>
                  <a:gd name="T3" fmla="*/ 76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1">
                    <a:moveTo>
                      <a:pt x="2" y="0"/>
                    </a:moveTo>
                    <a:cubicBezTo>
                      <a:pt x="0" y="3"/>
                      <a:pt x="0" y="9"/>
                      <a:pt x="4" y="11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823" name="Freeform 1053">
                <a:extLst>
                  <a:ext uri="{FF2B5EF4-FFF2-40B4-BE49-F238E27FC236}">
                    <a16:creationId xmlns:a16="http://schemas.microsoft.com/office/drawing/2014/main" id="{419180E9-6D55-4EEB-B865-AE0B659DF8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1" y="942"/>
                <a:ext cx="19" cy="49"/>
              </a:xfrm>
              <a:custGeom>
                <a:avLst/>
                <a:gdLst>
                  <a:gd name="T0" fmla="*/ 61 w 10"/>
                  <a:gd name="T1" fmla="*/ 47 h 26"/>
                  <a:gd name="T2" fmla="*/ 21 w 10"/>
                  <a:gd name="T3" fmla="*/ 15 h 26"/>
                  <a:gd name="T4" fmla="*/ 29 w 10"/>
                  <a:gd name="T5" fmla="*/ 60 h 26"/>
                  <a:gd name="T6" fmla="*/ 40 w 10"/>
                  <a:gd name="T7" fmla="*/ 107 h 26"/>
                  <a:gd name="T8" fmla="*/ 36 w 10"/>
                  <a:gd name="T9" fmla="*/ 136 h 26"/>
                  <a:gd name="T10" fmla="*/ 40 w 10"/>
                  <a:gd name="T11" fmla="*/ 173 h 26"/>
                  <a:gd name="T12" fmla="*/ 48 w 10"/>
                  <a:gd name="T13" fmla="*/ 128 h 26"/>
                  <a:gd name="T14" fmla="*/ 61 w 10"/>
                  <a:gd name="T15" fmla="*/ 100 h 26"/>
                  <a:gd name="T16" fmla="*/ 55 w 10"/>
                  <a:gd name="T17" fmla="*/ 40 h 2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" h="26">
                    <a:moveTo>
                      <a:pt x="9" y="7"/>
                    </a:moveTo>
                    <a:cubicBezTo>
                      <a:pt x="7" y="6"/>
                      <a:pt x="5" y="3"/>
                      <a:pt x="3" y="2"/>
                    </a:cubicBezTo>
                    <a:cubicBezTo>
                      <a:pt x="0" y="0"/>
                      <a:pt x="4" y="8"/>
                      <a:pt x="4" y="9"/>
                    </a:cubicBezTo>
                    <a:cubicBezTo>
                      <a:pt x="5" y="11"/>
                      <a:pt x="6" y="14"/>
                      <a:pt x="6" y="16"/>
                    </a:cubicBezTo>
                    <a:cubicBezTo>
                      <a:pt x="6" y="18"/>
                      <a:pt x="5" y="19"/>
                      <a:pt x="5" y="20"/>
                    </a:cubicBezTo>
                    <a:cubicBezTo>
                      <a:pt x="5" y="22"/>
                      <a:pt x="5" y="24"/>
                      <a:pt x="6" y="26"/>
                    </a:cubicBezTo>
                    <a:cubicBezTo>
                      <a:pt x="6" y="24"/>
                      <a:pt x="6" y="21"/>
                      <a:pt x="7" y="19"/>
                    </a:cubicBezTo>
                    <a:cubicBezTo>
                      <a:pt x="8" y="18"/>
                      <a:pt x="8" y="17"/>
                      <a:pt x="9" y="15"/>
                    </a:cubicBezTo>
                    <a:cubicBezTo>
                      <a:pt x="10" y="13"/>
                      <a:pt x="10" y="9"/>
                      <a:pt x="8" y="6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824" name="Freeform 1054">
                <a:extLst>
                  <a:ext uri="{FF2B5EF4-FFF2-40B4-BE49-F238E27FC236}">
                    <a16:creationId xmlns:a16="http://schemas.microsoft.com/office/drawing/2014/main" id="{03654BE5-938E-45E8-B44A-CAC2ACF997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9" y="1014"/>
                <a:ext cx="21" cy="17"/>
              </a:xfrm>
              <a:custGeom>
                <a:avLst/>
                <a:gdLst>
                  <a:gd name="T0" fmla="*/ 0 w 11"/>
                  <a:gd name="T1" fmla="*/ 0 h 9"/>
                  <a:gd name="T2" fmla="*/ 48 w 11"/>
                  <a:gd name="T3" fmla="*/ 53 h 9"/>
                  <a:gd name="T4" fmla="*/ 76 w 11"/>
                  <a:gd name="T5" fmla="*/ 21 h 9"/>
                  <a:gd name="T6" fmla="*/ 48 w 11"/>
                  <a:gd name="T7" fmla="*/ 32 h 9"/>
                  <a:gd name="T8" fmla="*/ 15 w 11"/>
                  <a:gd name="T9" fmla="*/ 15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9">
                    <a:moveTo>
                      <a:pt x="0" y="0"/>
                    </a:moveTo>
                    <a:cubicBezTo>
                      <a:pt x="3" y="3"/>
                      <a:pt x="4" y="7"/>
                      <a:pt x="7" y="8"/>
                    </a:cubicBezTo>
                    <a:cubicBezTo>
                      <a:pt x="10" y="9"/>
                      <a:pt x="11" y="5"/>
                      <a:pt x="11" y="3"/>
                    </a:cubicBezTo>
                    <a:cubicBezTo>
                      <a:pt x="10" y="5"/>
                      <a:pt x="8" y="6"/>
                      <a:pt x="7" y="5"/>
                    </a:cubicBezTo>
                    <a:cubicBezTo>
                      <a:pt x="5" y="5"/>
                      <a:pt x="3" y="2"/>
                      <a:pt x="2" y="2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825" name="Freeform 1055">
                <a:extLst>
                  <a:ext uri="{FF2B5EF4-FFF2-40B4-BE49-F238E27FC236}">
                    <a16:creationId xmlns:a16="http://schemas.microsoft.com/office/drawing/2014/main" id="{55CE951C-5C56-4EDB-B947-2AA6EDD606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3" y="921"/>
                <a:ext cx="51" cy="127"/>
              </a:xfrm>
              <a:custGeom>
                <a:avLst/>
                <a:gdLst>
                  <a:gd name="T0" fmla="*/ 40 w 27"/>
                  <a:gd name="T1" fmla="*/ 76 h 67"/>
                  <a:gd name="T2" fmla="*/ 149 w 27"/>
                  <a:gd name="T3" fmla="*/ 32 h 67"/>
                  <a:gd name="T4" fmla="*/ 128 w 27"/>
                  <a:gd name="T5" fmla="*/ 169 h 67"/>
                  <a:gd name="T6" fmla="*/ 121 w 27"/>
                  <a:gd name="T7" fmla="*/ 220 h 67"/>
                  <a:gd name="T8" fmla="*/ 113 w 27"/>
                  <a:gd name="T9" fmla="*/ 305 h 67"/>
                  <a:gd name="T10" fmla="*/ 0 w 27"/>
                  <a:gd name="T11" fmla="*/ 389 h 6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7" h="67">
                    <a:moveTo>
                      <a:pt x="6" y="11"/>
                    </a:moveTo>
                    <a:cubicBezTo>
                      <a:pt x="8" y="6"/>
                      <a:pt x="18" y="0"/>
                      <a:pt x="22" y="5"/>
                    </a:cubicBezTo>
                    <a:cubicBezTo>
                      <a:pt x="27" y="12"/>
                      <a:pt x="21" y="19"/>
                      <a:pt x="19" y="25"/>
                    </a:cubicBezTo>
                    <a:cubicBezTo>
                      <a:pt x="18" y="28"/>
                      <a:pt x="18" y="30"/>
                      <a:pt x="18" y="32"/>
                    </a:cubicBezTo>
                    <a:cubicBezTo>
                      <a:pt x="19" y="37"/>
                      <a:pt x="18" y="41"/>
                      <a:pt x="17" y="45"/>
                    </a:cubicBezTo>
                    <a:cubicBezTo>
                      <a:pt x="15" y="49"/>
                      <a:pt x="6" y="67"/>
                      <a:pt x="0" y="57"/>
                    </a:cubicBezTo>
                  </a:path>
                </a:pathLst>
              </a:custGeom>
              <a:solidFill>
                <a:srgbClr val="FEF3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826" name="Freeform 1056">
                <a:extLst>
                  <a:ext uri="{FF2B5EF4-FFF2-40B4-BE49-F238E27FC236}">
                    <a16:creationId xmlns:a16="http://schemas.microsoft.com/office/drawing/2014/main" id="{BC269C11-1FE1-41A0-9ED6-EAD712F633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3" y="921"/>
                <a:ext cx="51" cy="127"/>
              </a:xfrm>
              <a:custGeom>
                <a:avLst/>
                <a:gdLst>
                  <a:gd name="T0" fmla="*/ 40 w 27"/>
                  <a:gd name="T1" fmla="*/ 76 h 67"/>
                  <a:gd name="T2" fmla="*/ 149 w 27"/>
                  <a:gd name="T3" fmla="*/ 32 h 67"/>
                  <a:gd name="T4" fmla="*/ 128 w 27"/>
                  <a:gd name="T5" fmla="*/ 169 h 67"/>
                  <a:gd name="T6" fmla="*/ 121 w 27"/>
                  <a:gd name="T7" fmla="*/ 220 h 67"/>
                  <a:gd name="T8" fmla="*/ 113 w 27"/>
                  <a:gd name="T9" fmla="*/ 305 h 67"/>
                  <a:gd name="T10" fmla="*/ 0 w 27"/>
                  <a:gd name="T11" fmla="*/ 389 h 6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7" h="67">
                    <a:moveTo>
                      <a:pt x="6" y="11"/>
                    </a:moveTo>
                    <a:cubicBezTo>
                      <a:pt x="8" y="6"/>
                      <a:pt x="18" y="0"/>
                      <a:pt x="22" y="5"/>
                    </a:cubicBezTo>
                    <a:cubicBezTo>
                      <a:pt x="27" y="12"/>
                      <a:pt x="21" y="19"/>
                      <a:pt x="19" y="25"/>
                    </a:cubicBezTo>
                    <a:cubicBezTo>
                      <a:pt x="18" y="28"/>
                      <a:pt x="18" y="30"/>
                      <a:pt x="18" y="32"/>
                    </a:cubicBezTo>
                    <a:cubicBezTo>
                      <a:pt x="19" y="37"/>
                      <a:pt x="18" y="41"/>
                      <a:pt x="17" y="45"/>
                    </a:cubicBezTo>
                    <a:cubicBezTo>
                      <a:pt x="15" y="49"/>
                      <a:pt x="6" y="67"/>
                      <a:pt x="0" y="57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827" name="Freeform 1057">
                <a:extLst>
                  <a:ext uri="{FF2B5EF4-FFF2-40B4-BE49-F238E27FC236}">
                    <a16:creationId xmlns:a16="http://schemas.microsoft.com/office/drawing/2014/main" id="{CAF807D6-9904-41FF-B7AA-04BB14B530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0" y="938"/>
                <a:ext cx="29" cy="76"/>
              </a:xfrm>
              <a:custGeom>
                <a:avLst/>
                <a:gdLst>
                  <a:gd name="T0" fmla="*/ 23 w 15"/>
                  <a:gd name="T1" fmla="*/ 55 h 40"/>
                  <a:gd name="T2" fmla="*/ 44 w 15"/>
                  <a:gd name="T3" fmla="*/ 36 h 40"/>
                  <a:gd name="T4" fmla="*/ 79 w 15"/>
                  <a:gd name="T5" fmla="*/ 8 h 40"/>
                  <a:gd name="T6" fmla="*/ 101 w 15"/>
                  <a:gd name="T7" fmla="*/ 15 h 40"/>
                  <a:gd name="T8" fmla="*/ 101 w 15"/>
                  <a:gd name="T9" fmla="*/ 40 h 40"/>
                  <a:gd name="T10" fmla="*/ 64 w 15"/>
                  <a:gd name="T11" fmla="*/ 97 h 40"/>
                  <a:gd name="T12" fmla="*/ 56 w 15"/>
                  <a:gd name="T13" fmla="*/ 173 h 40"/>
                  <a:gd name="T14" fmla="*/ 29 w 15"/>
                  <a:gd name="T15" fmla="*/ 260 h 40"/>
                  <a:gd name="T16" fmla="*/ 0 w 15"/>
                  <a:gd name="T17" fmla="*/ 268 h 40"/>
                  <a:gd name="T18" fmla="*/ 0 w 15"/>
                  <a:gd name="T19" fmla="*/ 228 h 40"/>
                  <a:gd name="T20" fmla="*/ 0 w 15"/>
                  <a:gd name="T21" fmla="*/ 184 h 40"/>
                  <a:gd name="T22" fmla="*/ 8 w 15"/>
                  <a:gd name="T23" fmla="*/ 165 h 40"/>
                  <a:gd name="T24" fmla="*/ 8 w 15"/>
                  <a:gd name="T25" fmla="*/ 116 h 4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5" h="40">
                    <a:moveTo>
                      <a:pt x="3" y="8"/>
                    </a:moveTo>
                    <a:cubicBezTo>
                      <a:pt x="4" y="7"/>
                      <a:pt x="5" y="6"/>
                      <a:pt x="6" y="5"/>
                    </a:cubicBezTo>
                    <a:cubicBezTo>
                      <a:pt x="7" y="4"/>
                      <a:pt x="9" y="2"/>
                      <a:pt x="11" y="1"/>
                    </a:cubicBezTo>
                    <a:cubicBezTo>
                      <a:pt x="12" y="1"/>
                      <a:pt x="13" y="0"/>
                      <a:pt x="14" y="2"/>
                    </a:cubicBezTo>
                    <a:cubicBezTo>
                      <a:pt x="15" y="3"/>
                      <a:pt x="14" y="5"/>
                      <a:pt x="14" y="6"/>
                    </a:cubicBezTo>
                    <a:cubicBezTo>
                      <a:pt x="12" y="9"/>
                      <a:pt x="10" y="11"/>
                      <a:pt x="9" y="14"/>
                    </a:cubicBezTo>
                    <a:cubicBezTo>
                      <a:pt x="7" y="18"/>
                      <a:pt x="8" y="22"/>
                      <a:pt x="8" y="25"/>
                    </a:cubicBezTo>
                    <a:cubicBezTo>
                      <a:pt x="8" y="29"/>
                      <a:pt x="6" y="35"/>
                      <a:pt x="4" y="38"/>
                    </a:cubicBezTo>
                    <a:cubicBezTo>
                      <a:pt x="3" y="39"/>
                      <a:pt x="1" y="40"/>
                      <a:pt x="0" y="39"/>
                    </a:cubicBezTo>
                    <a:cubicBezTo>
                      <a:pt x="0" y="38"/>
                      <a:pt x="0" y="34"/>
                      <a:pt x="0" y="33"/>
                    </a:cubicBezTo>
                    <a:cubicBezTo>
                      <a:pt x="0" y="31"/>
                      <a:pt x="0" y="29"/>
                      <a:pt x="0" y="27"/>
                    </a:cubicBezTo>
                    <a:cubicBezTo>
                      <a:pt x="0" y="25"/>
                      <a:pt x="0" y="25"/>
                      <a:pt x="1" y="24"/>
                    </a:cubicBezTo>
                    <a:cubicBezTo>
                      <a:pt x="3" y="22"/>
                      <a:pt x="3" y="19"/>
                      <a:pt x="1" y="17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828" name="Freeform 1058">
                <a:extLst>
                  <a:ext uri="{FF2B5EF4-FFF2-40B4-BE49-F238E27FC236}">
                    <a16:creationId xmlns:a16="http://schemas.microsoft.com/office/drawing/2014/main" id="{858A82C1-1D92-4799-893F-E21796CC2A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2" y="980"/>
                <a:ext cx="8" cy="22"/>
              </a:xfrm>
              <a:custGeom>
                <a:avLst/>
                <a:gdLst>
                  <a:gd name="T0" fmla="*/ 16 w 4"/>
                  <a:gd name="T1" fmla="*/ 0 h 12"/>
                  <a:gd name="T2" fmla="*/ 0 w 4"/>
                  <a:gd name="T3" fmla="*/ 73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2">
                    <a:moveTo>
                      <a:pt x="2" y="0"/>
                    </a:moveTo>
                    <a:cubicBezTo>
                      <a:pt x="4" y="3"/>
                      <a:pt x="4" y="10"/>
                      <a:pt x="0" y="12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829" name="Freeform 1059">
                <a:extLst>
                  <a:ext uri="{FF2B5EF4-FFF2-40B4-BE49-F238E27FC236}">
                    <a16:creationId xmlns:a16="http://schemas.microsoft.com/office/drawing/2014/main" id="{99393D48-1AFE-4242-ABF8-1321F83BFD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4" y="942"/>
                <a:ext cx="19" cy="49"/>
              </a:xfrm>
              <a:custGeom>
                <a:avLst/>
                <a:gdLst>
                  <a:gd name="T0" fmla="*/ 8 w 10"/>
                  <a:gd name="T1" fmla="*/ 47 h 26"/>
                  <a:gd name="T2" fmla="*/ 40 w 10"/>
                  <a:gd name="T3" fmla="*/ 15 h 26"/>
                  <a:gd name="T4" fmla="*/ 36 w 10"/>
                  <a:gd name="T5" fmla="*/ 60 h 26"/>
                  <a:gd name="T6" fmla="*/ 29 w 10"/>
                  <a:gd name="T7" fmla="*/ 113 h 26"/>
                  <a:gd name="T8" fmla="*/ 36 w 10"/>
                  <a:gd name="T9" fmla="*/ 136 h 26"/>
                  <a:gd name="T10" fmla="*/ 29 w 10"/>
                  <a:gd name="T11" fmla="*/ 173 h 26"/>
                  <a:gd name="T12" fmla="*/ 21 w 10"/>
                  <a:gd name="T13" fmla="*/ 136 h 26"/>
                  <a:gd name="T14" fmla="*/ 8 w 10"/>
                  <a:gd name="T15" fmla="*/ 100 h 26"/>
                  <a:gd name="T16" fmla="*/ 8 w 10"/>
                  <a:gd name="T17" fmla="*/ 47 h 2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" h="26">
                    <a:moveTo>
                      <a:pt x="1" y="7"/>
                    </a:moveTo>
                    <a:cubicBezTo>
                      <a:pt x="3" y="6"/>
                      <a:pt x="4" y="3"/>
                      <a:pt x="6" y="2"/>
                    </a:cubicBezTo>
                    <a:cubicBezTo>
                      <a:pt x="10" y="0"/>
                      <a:pt x="6" y="8"/>
                      <a:pt x="5" y="9"/>
                    </a:cubicBezTo>
                    <a:cubicBezTo>
                      <a:pt x="4" y="12"/>
                      <a:pt x="3" y="14"/>
                      <a:pt x="4" y="17"/>
                    </a:cubicBezTo>
                    <a:cubicBezTo>
                      <a:pt x="4" y="18"/>
                      <a:pt x="4" y="19"/>
                      <a:pt x="5" y="20"/>
                    </a:cubicBezTo>
                    <a:cubicBezTo>
                      <a:pt x="5" y="22"/>
                      <a:pt x="5" y="24"/>
                      <a:pt x="4" y="26"/>
                    </a:cubicBezTo>
                    <a:cubicBezTo>
                      <a:pt x="4" y="24"/>
                      <a:pt x="3" y="22"/>
                      <a:pt x="3" y="20"/>
                    </a:cubicBezTo>
                    <a:cubicBezTo>
                      <a:pt x="2" y="18"/>
                      <a:pt x="2" y="17"/>
                      <a:pt x="1" y="15"/>
                    </a:cubicBezTo>
                    <a:cubicBezTo>
                      <a:pt x="0" y="13"/>
                      <a:pt x="0" y="9"/>
                      <a:pt x="1" y="7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830" name="Freeform 1060">
                <a:extLst>
                  <a:ext uri="{FF2B5EF4-FFF2-40B4-BE49-F238E27FC236}">
                    <a16:creationId xmlns:a16="http://schemas.microsoft.com/office/drawing/2014/main" id="{D5409568-E301-483F-A851-EF2499EC84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5" y="1016"/>
                <a:ext cx="21" cy="17"/>
              </a:xfrm>
              <a:custGeom>
                <a:avLst/>
                <a:gdLst>
                  <a:gd name="T0" fmla="*/ 76 w 11"/>
                  <a:gd name="T1" fmla="*/ 0 h 9"/>
                  <a:gd name="T2" fmla="*/ 21 w 11"/>
                  <a:gd name="T3" fmla="*/ 47 h 9"/>
                  <a:gd name="T4" fmla="*/ 0 w 11"/>
                  <a:gd name="T5" fmla="*/ 21 h 9"/>
                  <a:gd name="T6" fmla="*/ 29 w 11"/>
                  <a:gd name="T7" fmla="*/ 28 h 9"/>
                  <a:gd name="T8" fmla="*/ 61 w 11"/>
                  <a:gd name="T9" fmla="*/ 8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9">
                    <a:moveTo>
                      <a:pt x="11" y="0"/>
                    </a:moveTo>
                    <a:cubicBezTo>
                      <a:pt x="8" y="2"/>
                      <a:pt x="6" y="6"/>
                      <a:pt x="3" y="7"/>
                    </a:cubicBezTo>
                    <a:cubicBezTo>
                      <a:pt x="1" y="9"/>
                      <a:pt x="0" y="4"/>
                      <a:pt x="0" y="3"/>
                    </a:cubicBezTo>
                    <a:cubicBezTo>
                      <a:pt x="1" y="4"/>
                      <a:pt x="2" y="5"/>
                      <a:pt x="4" y="4"/>
                    </a:cubicBezTo>
                    <a:cubicBezTo>
                      <a:pt x="6" y="4"/>
                      <a:pt x="7" y="2"/>
                      <a:pt x="9" y="1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831" name="Freeform 1061">
                <a:extLst>
                  <a:ext uri="{FF2B5EF4-FFF2-40B4-BE49-F238E27FC236}">
                    <a16:creationId xmlns:a16="http://schemas.microsoft.com/office/drawing/2014/main" id="{A639682D-F394-414A-84E6-34FA14E244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" y="1099"/>
                <a:ext cx="893" cy="2961"/>
              </a:xfrm>
              <a:custGeom>
                <a:avLst/>
                <a:gdLst>
                  <a:gd name="T0" fmla="*/ 3161 w 469"/>
                  <a:gd name="T1" fmla="*/ 4775 h 1562"/>
                  <a:gd name="T2" fmla="*/ 3115 w 469"/>
                  <a:gd name="T3" fmla="*/ 3687 h 1562"/>
                  <a:gd name="T4" fmla="*/ 2995 w 469"/>
                  <a:gd name="T5" fmla="*/ 2358 h 1562"/>
                  <a:gd name="T6" fmla="*/ 2367 w 469"/>
                  <a:gd name="T7" fmla="*/ 546 h 1562"/>
                  <a:gd name="T8" fmla="*/ 1933 w 469"/>
                  <a:gd name="T9" fmla="*/ 28 h 1562"/>
                  <a:gd name="T10" fmla="*/ 1689 w 469"/>
                  <a:gd name="T11" fmla="*/ 197 h 1562"/>
                  <a:gd name="T12" fmla="*/ 1620 w 469"/>
                  <a:gd name="T13" fmla="*/ 197 h 1562"/>
                  <a:gd name="T14" fmla="*/ 1327 w 469"/>
                  <a:gd name="T15" fmla="*/ 47 h 1562"/>
                  <a:gd name="T16" fmla="*/ 1043 w 469"/>
                  <a:gd name="T17" fmla="*/ 538 h 1562"/>
                  <a:gd name="T18" fmla="*/ 366 w 469"/>
                  <a:gd name="T19" fmla="*/ 1247 h 1562"/>
                  <a:gd name="T20" fmla="*/ 192 w 469"/>
                  <a:gd name="T21" fmla="*/ 2800 h 1562"/>
                  <a:gd name="T22" fmla="*/ 105 w 469"/>
                  <a:gd name="T23" fmla="*/ 4129 h 1562"/>
                  <a:gd name="T24" fmla="*/ 15 w 469"/>
                  <a:gd name="T25" fmla="*/ 5095 h 1562"/>
                  <a:gd name="T26" fmla="*/ 61 w 469"/>
                  <a:gd name="T27" fmla="*/ 5279 h 1562"/>
                  <a:gd name="T28" fmla="*/ 305 w 469"/>
                  <a:gd name="T29" fmla="*/ 5513 h 1562"/>
                  <a:gd name="T30" fmla="*/ 396 w 469"/>
                  <a:gd name="T31" fmla="*/ 5456 h 1562"/>
                  <a:gd name="T32" fmla="*/ 442 w 469"/>
                  <a:gd name="T33" fmla="*/ 5401 h 1562"/>
                  <a:gd name="T34" fmla="*/ 421 w 469"/>
                  <a:gd name="T35" fmla="*/ 5143 h 1562"/>
                  <a:gd name="T36" fmla="*/ 360 w 469"/>
                  <a:gd name="T37" fmla="*/ 4667 h 1562"/>
                  <a:gd name="T38" fmla="*/ 602 w 469"/>
                  <a:gd name="T39" fmla="*/ 2853 h 1562"/>
                  <a:gd name="T40" fmla="*/ 718 w 469"/>
                  <a:gd name="T41" fmla="*/ 2235 h 1562"/>
                  <a:gd name="T42" fmla="*/ 834 w 469"/>
                  <a:gd name="T43" fmla="*/ 3317 h 1562"/>
                  <a:gd name="T44" fmla="*/ 586 w 469"/>
                  <a:gd name="T45" fmla="*/ 4987 h 1562"/>
                  <a:gd name="T46" fmla="*/ 863 w 469"/>
                  <a:gd name="T47" fmla="*/ 6885 h 1562"/>
                  <a:gd name="T48" fmla="*/ 954 w 469"/>
                  <a:gd name="T49" fmla="*/ 8739 h 1562"/>
                  <a:gd name="T50" fmla="*/ 1160 w 469"/>
                  <a:gd name="T51" fmla="*/ 9918 h 1562"/>
                  <a:gd name="T52" fmla="*/ 962 w 469"/>
                  <a:gd name="T53" fmla="*/ 10396 h 1562"/>
                  <a:gd name="T54" fmla="*/ 1022 w 469"/>
                  <a:gd name="T55" fmla="*/ 10572 h 1562"/>
                  <a:gd name="T56" fmla="*/ 1304 w 469"/>
                  <a:gd name="T57" fmla="*/ 10593 h 1562"/>
                  <a:gd name="T58" fmla="*/ 1573 w 469"/>
                  <a:gd name="T59" fmla="*/ 10388 h 1562"/>
                  <a:gd name="T60" fmla="*/ 1596 w 469"/>
                  <a:gd name="T61" fmla="*/ 10034 h 1562"/>
                  <a:gd name="T62" fmla="*/ 1548 w 469"/>
                  <a:gd name="T63" fmla="*/ 9694 h 1562"/>
                  <a:gd name="T64" fmla="*/ 1559 w 469"/>
                  <a:gd name="T65" fmla="*/ 7719 h 1562"/>
                  <a:gd name="T66" fmla="*/ 1559 w 469"/>
                  <a:gd name="T67" fmla="*/ 6623 h 1562"/>
                  <a:gd name="T68" fmla="*/ 1559 w 469"/>
                  <a:gd name="T69" fmla="*/ 5020 h 1562"/>
                  <a:gd name="T70" fmla="*/ 1609 w 469"/>
                  <a:gd name="T71" fmla="*/ 5027 h 1562"/>
                  <a:gd name="T72" fmla="*/ 1685 w 469"/>
                  <a:gd name="T73" fmla="*/ 5012 h 1562"/>
                  <a:gd name="T74" fmla="*/ 1679 w 469"/>
                  <a:gd name="T75" fmla="*/ 5710 h 1562"/>
                  <a:gd name="T76" fmla="*/ 1689 w 469"/>
                  <a:gd name="T77" fmla="*/ 7181 h 1562"/>
                  <a:gd name="T78" fmla="*/ 1756 w 469"/>
                  <a:gd name="T79" fmla="*/ 9272 h 1562"/>
                  <a:gd name="T80" fmla="*/ 1672 w 469"/>
                  <a:gd name="T81" fmla="*/ 9897 h 1562"/>
                  <a:gd name="T82" fmla="*/ 1636 w 469"/>
                  <a:gd name="T83" fmla="*/ 10231 h 1562"/>
                  <a:gd name="T84" fmla="*/ 1719 w 469"/>
                  <a:gd name="T85" fmla="*/ 10580 h 1562"/>
                  <a:gd name="T86" fmla="*/ 2077 w 469"/>
                  <a:gd name="T87" fmla="*/ 10600 h 1562"/>
                  <a:gd name="T88" fmla="*/ 2270 w 469"/>
                  <a:gd name="T89" fmla="*/ 10489 h 1562"/>
                  <a:gd name="T90" fmla="*/ 2113 w 469"/>
                  <a:gd name="T91" fmla="*/ 10130 h 1562"/>
                  <a:gd name="T92" fmla="*/ 2098 w 469"/>
                  <a:gd name="T93" fmla="*/ 9545 h 1562"/>
                  <a:gd name="T94" fmla="*/ 2306 w 469"/>
                  <a:gd name="T95" fmla="*/ 7406 h 1562"/>
                  <a:gd name="T96" fmla="*/ 2559 w 469"/>
                  <a:gd name="T97" fmla="*/ 5901 h 1562"/>
                  <a:gd name="T98" fmla="*/ 2626 w 469"/>
                  <a:gd name="T99" fmla="*/ 4024 h 1562"/>
                  <a:gd name="T100" fmla="*/ 2437 w 469"/>
                  <a:gd name="T101" fmla="*/ 2845 h 1562"/>
                  <a:gd name="T102" fmla="*/ 2513 w 469"/>
                  <a:gd name="T103" fmla="*/ 2227 h 1562"/>
                  <a:gd name="T104" fmla="*/ 2770 w 469"/>
                  <a:gd name="T105" fmla="*/ 3687 h 1562"/>
                  <a:gd name="T106" fmla="*/ 2843 w 469"/>
                  <a:gd name="T107" fmla="*/ 4838 h 1562"/>
                  <a:gd name="T108" fmla="*/ 2810 w 469"/>
                  <a:gd name="T109" fmla="*/ 5355 h 1562"/>
                  <a:gd name="T110" fmla="*/ 2788 w 469"/>
                  <a:gd name="T111" fmla="*/ 5444 h 1562"/>
                  <a:gd name="T112" fmla="*/ 2795 w 469"/>
                  <a:gd name="T113" fmla="*/ 5552 h 1562"/>
                  <a:gd name="T114" fmla="*/ 3092 w 469"/>
                  <a:gd name="T115" fmla="*/ 5408 h 1562"/>
                  <a:gd name="T116" fmla="*/ 3197 w 469"/>
                  <a:gd name="T117" fmla="*/ 5185 h 1562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0" t="0" r="r" b="b"/>
                <a:pathLst>
                  <a:path w="469" h="1562">
                    <a:moveTo>
                      <a:pt x="467" y="748"/>
                    </a:moveTo>
                    <a:cubicBezTo>
                      <a:pt x="465" y="745"/>
                      <a:pt x="462" y="717"/>
                      <a:pt x="458" y="701"/>
                    </a:cubicBezTo>
                    <a:cubicBezTo>
                      <a:pt x="455" y="688"/>
                      <a:pt x="451" y="632"/>
                      <a:pt x="453" y="606"/>
                    </a:cubicBezTo>
                    <a:cubicBezTo>
                      <a:pt x="455" y="586"/>
                      <a:pt x="451" y="555"/>
                      <a:pt x="451" y="541"/>
                    </a:cubicBezTo>
                    <a:cubicBezTo>
                      <a:pt x="452" y="465"/>
                      <a:pt x="443" y="425"/>
                      <a:pt x="440" y="411"/>
                    </a:cubicBezTo>
                    <a:cubicBezTo>
                      <a:pt x="437" y="397"/>
                      <a:pt x="435" y="376"/>
                      <a:pt x="434" y="346"/>
                    </a:cubicBezTo>
                    <a:cubicBezTo>
                      <a:pt x="425" y="178"/>
                      <a:pt x="408" y="125"/>
                      <a:pt x="399" y="114"/>
                    </a:cubicBezTo>
                    <a:cubicBezTo>
                      <a:pt x="389" y="104"/>
                      <a:pt x="370" y="85"/>
                      <a:pt x="343" y="80"/>
                    </a:cubicBezTo>
                    <a:cubicBezTo>
                      <a:pt x="333" y="79"/>
                      <a:pt x="325" y="78"/>
                      <a:pt x="317" y="75"/>
                    </a:cubicBezTo>
                    <a:cubicBezTo>
                      <a:pt x="299" y="67"/>
                      <a:pt x="275" y="55"/>
                      <a:pt x="280" y="4"/>
                    </a:cubicBezTo>
                    <a:cubicBezTo>
                      <a:pt x="278" y="6"/>
                      <a:pt x="279" y="5"/>
                      <a:pt x="276" y="7"/>
                    </a:cubicBezTo>
                    <a:cubicBezTo>
                      <a:pt x="267" y="17"/>
                      <a:pt x="255" y="27"/>
                      <a:pt x="245" y="29"/>
                    </a:cubicBezTo>
                    <a:cubicBezTo>
                      <a:pt x="241" y="29"/>
                      <a:pt x="237" y="28"/>
                      <a:pt x="235" y="28"/>
                    </a:cubicBezTo>
                    <a:cubicBezTo>
                      <a:pt x="235" y="29"/>
                      <a:pt x="235" y="29"/>
                      <a:pt x="235" y="29"/>
                    </a:cubicBezTo>
                    <a:cubicBezTo>
                      <a:pt x="235" y="29"/>
                      <a:pt x="226" y="29"/>
                      <a:pt x="223" y="28"/>
                    </a:cubicBezTo>
                    <a:cubicBezTo>
                      <a:pt x="212" y="26"/>
                      <a:pt x="202" y="17"/>
                      <a:pt x="192" y="7"/>
                    </a:cubicBezTo>
                    <a:cubicBezTo>
                      <a:pt x="189" y="5"/>
                      <a:pt x="187" y="3"/>
                      <a:pt x="186" y="0"/>
                    </a:cubicBezTo>
                    <a:cubicBezTo>
                      <a:pt x="201" y="58"/>
                      <a:pt x="168" y="73"/>
                      <a:pt x="151" y="79"/>
                    </a:cubicBezTo>
                    <a:cubicBezTo>
                      <a:pt x="143" y="82"/>
                      <a:pt x="96" y="88"/>
                      <a:pt x="79" y="107"/>
                    </a:cubicBezTo>
                    <a:cubicBezTo>
                      <a:pt x="70" y="118"/>
                      <a:pt x="57" y="161"/>
                      <a:pt x="53" y="183"/>
                    </a:cubicBezTo>
                    <a:cubicBezTo>
                      <a:pt x="50" y="206"/>
                      <a:pt x="35" y="315"/>
                      <a:pt x="35" y="346"/>
                    </a:cubicBezTo>
                    <a:cubicBezTo>
                      <a:pt x="35" y="376"/>
                      <a:pt x="31" y="397"/>
                      <a:pt x="28" y="411"/>
                    </a:cubicBezTo>
                    <a:cubicBezTo>
                      <a:pt x="25" y="425"/>
                      <a:pt x="14" y="464"/>
                      <a:pt x="14" y="541"/>
                    </a:cubicBezTo>
                    <a:cubicBezTo>
                      <a:pt x="15" y="554"/>
                      <a:pt x="14" y="586"/>
                      <a:pt x="15" y="606"/>
                    </a:cubicBezTo>
                    <a:cubicBezTo>
                      <a:pt x="17" y="632"/>
                      <a:pt x="14" y="688"/>
                      <a:pt x="11" y="701"/>
                    </a:cubicBezTo>
                    <a:cubicBezTo>
                      <a:pt x="7" y="717"/>
                      <a:pt x="3" y="745"/>
                      <a:pt x="2" y="748"/>
                    </a:cubicBezTo>
                    <a:cubicBezTo>
                      <a:pt x="0" y="752"/>
                      <a:pt x="3" y="757"/>
                      <a:pt x="5" y="761"/>
                    </a:cubicBezTo>
                    <a:cubicBezTo>
                      <a:pt x="7" y="765"/>
                      <a:pt x="7" y="769"/>
                      <a:pt x="9" y="775"/>
                    </a:cubicBezTo>
                    <a:cubicBezTo>
                      <a:pt x="11" y="779"/>
                      <a:pt x="17" y="789"/>
                      <a:pt x="20" y="794"/>
                    </a:cubicBezTo>
                    <a:cubicBezTo>
                      <a:pt x="23" y="799"/>
                      <a:pt x="35" y="805"/>
                      <a:pt x="44" y="809"/>
                    </a:cubicBezTo>
                    <a:cubicBezTo>
                      <a:pt x="51" y="811"/>
                      <a:pt x="63" y="818"/>
                      <a:pt x="64" y="815"/>
                    </a:cubicBezTo>
                    <a:cubicBezTo>
                      <a:pt x="66" y="808"/>
                      <a:pt x="62" y="804"/>
                      <a:pt x="57" y="801"/>
                    </a:cubicBezTo>
                    <a:cubicBezTo>
                      <a:pt x="54" y="799"/>
                      <a:pt x="63" y="805"/>
                      <a:pt x="64" y="799"/>
                    </a:cubicBezTo>
                    <a:cubicBezTo>
                      <a:pt x="65" y="797"/>
                      <a:pt x="65" y="796"/>
                      <a:pt x="64" y="793"/>
                    </a:cubicBezTo>
                    <a:cubicBezTo>
                      <a:pt x="65" y="789"/>
                      <a:pt x="64" y="789"/>
                      <a:pt x="62" y="786"/>
                    </a:cubicBezTo>
                    <a:cubicBezTo>
                      <a:pt x="66" y="785"/>
                      <a:pt x="63" y="765"/>
                      <a:pt x="61" y="755"/>
                    </a:cubicBezTo>
                    <a:cubicBezTo>
                      <a:pt x="61" y="748"/>
                      <a:pt x="62" y="726"/>
                      <a:pt x="57" y="710"/>
                    </a:cubicBezTo>
                    <a:cubicBezTo>
                      <a:pt x="54" y="700"/>
                      <a:pt x="52" y="691"/>
                      <a:pt x="52" y="685"/>
                    </a:cubicBezTo>
                    <a:cubicBezTo>
                      <a:pt x="50" y="671"/>
                      <a:pt x="61" y="569"/>
                      <a:pt x="69" y="540"/>
                    </a:cubicBezTo>
                    <a:cubicBezTo>
                      <a:pt x="86" y="480"/>
                      <a:pt x="85" y="430"/>
                      <a:pt x="87" y="419"/>
                    </a:cubicBezTo>
                    <a:cubicBezTo>
                      <a:pt x="89" y="408"/>
                      <a:pt x="100" y="353"/>
                      <a:pt x="104" y="328"/>
                    </a:cubicBezTo>
                    <a:cubicBezTo>
                      <a:pt x="104" y="328"/>
                      <a:pt x="104" y="328"/>
                      <a:pt x="104" y="328"/>
                    </a:cubicBezTo>
                    <a:cubicBezTo>
                      <a:pt x="106" y="359"/>
                      <a:pt x="113" y="395"/>
                      <a:pt x="114" y="411"/>
                    </a:cubicBezTo>
                    <a:cubicBezTo>
                      <a:pt x="115" y="433"/>
                      <a:pt x="130" y="469"/>
                      <a:pt x="121" y="487"/>
                    </a:cubicBezTo>
                    <a:cubicBezTo>
                      <a:pt x="112" y="504"/>
                      <a:pt x="100" y="545"/>
                      <a:pt x="92" y="593"/>
                    </a:cubicBezTo>
                    <a:cubicBezTo>
                      <a:pt x="85" y="631"/>
                      <a:pt x="78" y="663"/>
                      <a:pt x="85" y="732"/>
                    </a:cubicBezTo>
                    <a:cubicBezTo>
                      <a:pt x="90" y="780"/>
                      <a:pt x="89" y="815"/>
                      <a:pt x="100" y="869"/>
                    </a:cubicBezTo>
                    <a:cubicBezTo>
                      <a:pt x="111" y="917"/>
                      <a:pt x="119" y="975"/>
                      <a:pt x="125" y="1011"/>
                    </a:cubicBezTo>
                    <a:cubicBezTo>
                      <a:pt x="131" y="1046"/>
                      <a:pt x="133" y="1064"/>
                      <a:pt x="135" y="1087"/>
                    </a:cubicBezTo>
                    <a:cubicBezTo>
                      <a:pt x="136" y="1110"/>
                      <a:pt x="121" y="1220"/>
                      <a:pt x="138" y="1283"/>
                    </a:cubicBezTo>
                    <a:cubicBezTo>
                      <a:pt x="154" y="1346"/>
                      <a:pt x="161" y="1386"/>
                      <a:pt x="164" y="1401"/>
                    </a:cubicBezTo>
                    <a:cubicBezTo>
                      <a:pt x="171" y="1435"/>
                      <a:pt x="165" y="1439"/>
                      <a:pt x="168" y="1456"/>
                    </a:cubicBezTo>
                    <a:cubicBezTo>
                      <a:pt x="171" y="1473"/>
                      <a:pt x="171" y="1471"/>
                      <a:pt x="163" y="1487"/>
                    </a:cubicBezTo>
                    <a:cubicBezTo>
                      <a:pt x="155" y="1498"/>
                      <a:pt x="143" y="1521"/>
                      <a:pt x="139" y="1526"/>
                    </a:cubicBezTo>
                    <a:cubicBezTo>
                      <a:pt x="135" y="1531"/>
                      <a:pt x="137" y="1537"/>
                      <a:pt x="139" y="1540"/>
                    </a:cubicBezTo>
                    <a:cubicBezTo>
                      <a:pt x="136" y="1548"/>
                      <a:pt x="145" y="1552"/>
                      <a:pt x="148" y="1552"/>
                    </a:cubicBezTo>
                    <a:cubicBezTo>
                      <a:pt x="147" y="1561"/>
                      <a:pt x="163" y="1561"/>
                      <a:pt x="167" y="1556"/>
                    </a:cubicBezTo>
                    <a:cubicBezTo>
                      <a:pt x="172" y="1561"/>
                      <a:pt x="184" y="1561"/>
                      <a:pt x="189" y="1555"/>
                    </a:cubicBezTo>
                    <a:cubicBezTo>
                      <a:pt x="197" y="1562"/>
                      <a:pt x="211" y="1562"/>
                      <a:pt x="219" y="1553"/>
                    </a:cubicBezTo>
                    <a:cubicBezTo>
                      <a:pt x="228" y="1544"/>
                      <a:pt x="229" y="1535"/>
                      <a:pt x="228" y="1525"/>
                    </a:cubicBezTo>
                    <a:cubicBezTo>
                      <a:pt x="227" y="1516"/>
                      <a:pt x="229" y="1513"/>
                      <a:pt x="231" y="1502"/>
                    </a:cubicBezTo>
                    <a:cubicBezTo>
                      <a:pt x="233" y="1491"/>
                      <a:pt x="234" y="1482"/>
                      <a:pt x="231" y="1473"/>
                    </a:cubicBezTo>
                    <a:cubicBezTo>
                      <a:pt x="227" y="1465"/>
                      <a:pt x="226" y="1462"/>
                      <a:pt x="226" y="1453"/>
                    </a:cubicBezTo>
                    <a:cubicBezTo>
                      <a:pt x="226" y="1445"/>
                      <a:pt x="229" y="1433"/>
                      <a:pt x="224" y="1423"/>
                    </a:cubicBezTo>
                    <a:cubicBezTo>
                      <a:pt x="219" y="1412"/>
                      <a:pt x="214" y="1388"/>
                      <a:pt x="215" y="1361"/>
                    </a:cubicBezTo>
                    <a:cubicBezTo>
                      <a:pt x="216" y="1334"/>
                      <a:pt x="234" y="1185"/>
                      <a:pt x="226" y="1133"/>
                    </a:cubicBezTo>
                    <a:cubicBezTo>
                      <a:pt x="218" y="1082"/>
                      <a:pt x="221" y="1072"/>
                      <a:pt x="223" y="1054"/>
                    </a:cubicBezTo>
                    <a:cubicBezTo>
                      <a:pt x="225" y="1037"/>
                      <a:pt x="230" y="1009"/>
                      <a:pt x="226" y="972"/>
                    </a:cubicBezTo>
                    <a:cubicBezTo>
                      <a:pt x="224" y="958"/>
                      <a:pt x="225" y="898"/>
                      <a:pt x="225" y="838"/>
                    </a:cubicBezTo>
                    <a:cubicBezTo>
                      <a:pt x="225" y="799"/>
                      <a:pt x="226" y="750"/>
                      <a:pt x="226" y="737"/>
                    </a:cubicBezTo>
                    <a:cubicBezTo>
                      <a:pt x="226" y="736"/>
                      <a:pt x="226" y="736"/>
                      <a:pt x="226" y="736"/>
                    </a:cubicBezTo>
                    <a:cubicBezTo>
                      <a:pt x="228" y="737"/>
                      <a:pt x="231" y="738"/>
                      <a:pt x="233" y="738"/>
                    </a:cubicBezTo>
                    <a:cubicBezTo>
                      <a:pt x="234" y="738"/>
                      <a:pt x="234" y="738"/>
                      <a:pt x="234" y="738"/>
                    </a:cubicBezTo>
                    <a:cubicBezTo>
                      <a:pt x="237" y="738"/>
                      <a:pt x="240" y="737"/>
                      <a:pt x="244" y="736"/>
                    </a:cubicBezTo>
                    <a:cubicBezTo>
                      <a:pt x="243" y="737"/>
                      <a:pt x="243" y="737"/>
                      <a:pt x="243" y="737"/>
                    </a:cubicBezTo>
                    <a:cubicBezTo>
                      <a:pt x="241" y="746"/>
                      <a:pt x="243" y="799"/>
                      <a:pt x="243" y="838"/>
                    </a:cubicBezTo>
                    <a:cubicBezTo>
                      <a:pt x="244" y="898"/>
                      <a:pt x="244" y="958"/>
                      <a:pt x="243" y="972"/>
                    </a:cubicBezTo>
                    <a:cubicBezTo>
                      <a:pt x="238" y="1009"/>
                      <a:pt x="243" y="1037"/>
                      <a:pt x="245" y="1054"/>
                    </a:cubicBezTo>
                    <a:cubicBezTo>
                      <a:pt x="247" y="1072"/>
                      <a:pt x="250" y="1082"/>
                      <a:pt x="242" y="1133"/>
                    </a:cubicBezTo>
                    <a:cubicBezTo>
                      <a:pt x="234" y="1185"/>
                      <a:pt x="253" y="1334"/>
                      <a:pt x="254" y="1361"/>
                    </a:cubicBezTo>
                    <a:cubicBezTo>
                      <a:pt x="255" y="1388"/>
                      <a:pt x="249" y="1412"/>
                      <a:pt x="244" y="1423"/>
                    </a:cubicBezTo>
                    <a:cubicBezTo>
                      <a:pt x="239" y="1433"/>
                      <a:pt x="242" y="1445"/>
                      <a:pt x="242" y="1453"/>
                    </a:cubicBezTo>
                    <a:cubicBezTo>
                      <a:pt x="242" y="1462"/>
                      <a:pt x="242" y="1465"/>
                      <a:pt x="238" y="1473"/>
                    </a:cubicBezTo>
                    <a:cubicBezTo>
                      <a:pt x="234" y="1482"/>
                      <a:pt x="235" y="1491"/>
                      <a:pt x="237" y="1502"/>
                    </a:cubicBezTo>
                    <a:cubicBezTo>
                      <a:pt x="239" y="1513"/>
                      <a:pt x="241" y="1516"/>
                      <a:pt x="240" y="1525"/>
                    </a:cubicBezTo>
                    <a:cubicBezTo>
                      <a:pt x="239" y="1535"/>
                      <a:pt x="240" y="1544"/>
                      <a:pt x="249" y="1553"/>
                    </a:cubicBezTo>
                    <a:cubicBezTo>
                      <a:pt x="258" y="1562"/>
                      <a:pt x="272" y="1562"/>
                      <a:pt x="279" y="1555"/>
                    </a:cubicBezTo>
                    <a:cubicBezTo>
                      <a:pt x="284" y="1561"/>
                      <a:pt x="297" y="1561"/>
                      <a:pt x="301" y="1556"/>
                    </a:cubicBezTo>
                    <a:cubicBezTo>
                      <a:pt x="305" y="1561"/>
                      <a:pt x="322" y="1561"/>
                      <a:pt x="321" y="1552"/>
                    </a:cubicBezTo>
                    <a:cubicBezTo>
                      <a:pt x="324" y="1552"/>
                      <a:pt x="332" y="1548"/>
                      <a:pt x="329" y="1540"/>
                    </a:cubicBezTo>
                    <a:cubicBezTo>
                      <a:pt x="331" y="1537"/>
                      <a:pt x="333" y="1531"/>
                      <a:pt x="329" y="1526"/>
                    </a:cubicBezTo>
                    <a:cubicBezTo>
                      <a:pt x="325" y="1521"/>
                      <a:pt x="313" y="1498"/>
                      <a:pt x="306" y="1487"/>
                    </a:cubicBezTo>
                    <a:cubicBezTo>
                      <a:pt x="297" y="1471"/>
                      <a:pt x="298" y="1473"/>
                      <a:pt x="301" y="1456"/>
                    </a:cubicBezTo>
                    <a:cubicBezTo>
                      <a:pt x="304" y="1439"/>
                      <a:pt x="297" y="1435"/>
                      <a:pt x="304" y="1401"/>
                    </a:cubicBezTo>
                    <a:cubicBezTo>
                      <a:pt x="308" y="1386"/>
                      <a:pt x="315" y="1346"/>
                      <a:pt x="331" y="1283"/>
                    </a:cubicBezTo>
                    <a:cubicBezTo>
                      <a:pt x="347" y="1220"/>
                      <a:pt x="332" y="1110"/>
                      <a:pt x="334" y="1087"/>
                    </a:cubicBezTo>
                    <a:cubicBezTo>
                      <a:pt x="335" y="1064"/>
                      <a:pt x="338" y="1046"/>
                      <a:pt x="344" y="1011"/>
                    </a:cubicBezTo>
                    <a:cubicBezTo>
                      <a:pt x="350" y="975"/>
                      <a:pt x="360" y="914"/>
                      <a:pt x="371" y="866"/>
                    </a:cubicBezTo>
                    <a:cubicBezTo>
                      <a:pt x="382" y="812"/>
                      <a:pt x="383" y="784"/>
                      <a:pt x="388" y="735"/>
                    </a:cubicBezTo>
                    <a:cubicBezTo>
                      <a:pt x="394" y="667"/>
                      <a:pt x="387" y="629"/>
                      <a:pt x="380" y="591"/>
                    </a:cubicBezTo>
                    <a:cubicBezTo>
                      <a:pt x="372" y="543"/>
                      <a:pt x="362" y="513"/>
                      <a:pt x="353" y="495"/>
                    </a:cubicBezTo>
                    <a:cubicBezTo>
                      <a:pt x="344" y="478"/>
                      <a:pt x="352" y="439"/>
                      <a:pt x="353" y="418"/>
                    </a:cubicBezTo>
                    <a:cubicBezTo>
                      <a:pt x="354" y="402"/>
                      <a:pt x="362" y="357"/>
                      <a:pt x="364" y="327"/>
                    </a:cubicBezTo>
                    <a:cubicBezTo>
                      <a:pt x="364" y="327"/>
                      <a:pt x="364" y="327"/>
                      <a:pt x="364" y="327"/>
                    </a:cubicBezTo>
                    <a:cubicBezTo>
                      <a:pt x="368" y="352"/>
                      <a:pt x="379" y="408"/>
                      <a:pt x="381" y="419"/>
                    </a:cubicBezTo>
                    <a:cubicBezTo>
                      <a:pt x="383" y="430"/>
                      <a:pt x="384" y="481"/>
                      <a:pt x="401" y="541"/>
                    </a:cubicBezTo>
                    <a:cubicBezTo>
                      <a:pt x="409" y="569"/>
                      <a:pt x="419" y="671"/>
                      <a:pt x="416" y="685"/>
                    </a:cubicBezTo>
                    <a:cubicBezTo>
                      <a:pt x="416" y="691"/>
                      <a:pt x="415" y="700"/>
                      <a:pt x="412" y="710"/>
                    </a:cubicBezTo>
                    <a:cubicBezTo>
                      <a:pt x="406" y="726"/>
                      <a:pt x="407" y="748"/>
                      <a:pt x="408" y="755"/>
                    </a:cubicBezTo>
                    <a:cubicBezTo>
                      <a:pt x="406" y="765"/>
                      <a:pt x="403" y="785"/>
                      <a:pt x="407" y="786"/>
                    </a:cubicBezTo>
                    <a:cubicBezTo>
                      <a:pt x="405" y="789"/>
                      <a:pt x="404" y="789"/>
                      <a:pt x="405" y="793"/>
                    </a:cubicBezTo>
                    <a:cubicBezTo>
                      <a:pt x="403" y="796"/>
                      <a:pt x="403" y="797"/>
                      <a:pt x="404" y="799"/>
                    </a:cubicBezTo>
                    <a:cubicBezTo>
                      <a:pt x="406" y="805"/>
                      <a:pt x="415" y="799"/>
                      <a:pt x="412" y="801"/>
                    </a:cubicBezTo>
                    <a:cubicBezTo>
                      <a:pt x="407" y="804"/>
                      <a:pt x="402" y="808"/>
                      <a:pt x="405" y="815"/>
                    </a:cubicBezTo>
                    <a:cubicBezTo>
                      <a:pt x="406" y="818"/>
                      <a:pt x="418" y="811"/>
                      <a:pt x="424" y="809"/>
                    </a:cubicBezTo>
                    <a:cubicBezTo>
                      <a:pt x="434" y="805"/>
                      <a:pt x="445" y="799"/>
                      <a:pt x="448" y="794"/>
                    </a:cubicBezTo>
                    <a:cubicBezTo>
                      <a:pt x="451" y="789"/>
                      <a:pt x="457" y="779"/>
                      <a:pt x="459" y="775"/>
                    </a:cubicBezTo>
                    <a:cubicBezTo>
                      <a:pt x="462" y="769"/>
                      <a:pt x="461" y="765"/>
                      <a:pt x="463" y="761"/>
                    </a:cubicBezTo>
                    <a:cubicBezTo>
                      <a:pt x="465" y="757"/>
                      <a:pt x="469" y="752"/>
                      <a:pt x="467" y="748"/>
                    </a:cubicBezTo>
                  </a:path>
                </a:pathLst>
              </a:custGeom>
              <a:solidFill>
                <a:srgbClr val="FEF3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832" name="Freeform 1062">
                <a:extLst>
                  <a:ext uri="{FF2B5EF4-FFF2-40B4-BE49-F238E27FC236}">
                    <a16:creationId xmlns:a16="http://schemas.microsoft.com/office/drawing/2014/main" id="{FAC1F453-17A4-4813-9E02-DE112A5575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8" y="1128"/>
                <a:ext cx="46" cy="119"/>
              </a:xfrm>
              <a:custGeom>
                <a:avLst/>
                <a:gdLst>
                  <a:gd name="T0" fmla="*/ 100 w 24"/>
                  <a:gd name="T1" fmla="*/ 0 h 63"/>
                  <a:gd name="T2" fmla="*/ 92 w 24"/>
                  <a:gd name="T3" fmla="*/ 108 h 63"/>
                  <a:gd name="T4" fmla="*/ 100 w 24"/>
                  <a:gd name="T5" fmla="*/ 213 h 63"/>
                  <a:gd name="T6" fmla="*/ 128 w 24"/>
                  <a:gd name="T7" fmla="*/ 325 h 63"/>
                  <a:gd name="T8" fmla="*/ 169 w 24"/>
                  <a:gd name="T9" fmla="*/ 425 h 63"/>
                  <a:gd name="T10" fmla="*/ 69 w 24"/>
                  <a:gd name="T11" fmla="*/ 213 h 63"/>
                  <a:gd name="T12" fmla="*/ 0 w 24"/>
                  <a:gd name="T13" fmla="*/ 113 h 6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" h="63">
                    <a:moveTo>
                      <a:pt x="14" y="0"/>
                    </a:moveTo>
                    <a:cubicBezTo>
                      <a:pt x="12" y="4"/>
                      <a:pt x="13" y="12"/>
                      <a:pt x="13" y="16"/>
                    </a:cubicBezTo>
                    <a:cubicBezTo>
                      <a:pt x="13" y="21"/>
                      <a:pt x="14" y="27"/>
                      <a:pt x="14" y="32"/>
                    </a:cubicBezTo>
                    <a:cubicBezTo>
                      <a:pt x="15" y="37"/>
                      <a:pt x="17" y="43"/>
                      <a:pt x="18" y="48"/>
                    </a:cubicBezTo>
                    <a:cubicBezTo>
                      <a:pt x="19" y="54"/>
                      <a:pt x="22" y="58"/>
                      <a:pt x="24" y="63"/>
                    </a:cubicBezTo>
                    <a:cubicBezTo>
                      <a:pt x="15" y="58"/>
                      <a:pt x="11" y="42"/>
                      <a:pt x="10" y="32"/>
                    </a:cubicBezTo>
                    <a:cubicBezTo>
                      <a:pt x="9" y="27"/>
                      <a:pt x="7" y="9"/>
                      <a:pt x="0" y="17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833" name="Freeform 1063">
                <a:extLst>
                  <a:ext uri="{FF2B5EF4-FFF2-40B4-BE49-F238E27FC236}">
                    <a16:creationId xmlns:a16="http://schemas.microsoft.com/office/drawing/2014/main" id="{D07AC58B-E4D6-4B94-81F1-6379A00E1F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1" y="1264"/>
                <a:ext cx="156" cy="19"/>
              </a:xfrm>
              <a:custGeom>
                <a:avLst/>
                <a:gdLst>
                  <a:gd name="T0" fmla="*/ 8 w 82"/>
                  <a:gd name="T1" fmla="*/ 55 h 10"/>
                  <a:gd name="T2" fmla="*/ 276 w 82"/>
                  <a:gd name="T3" fmla="*/ 40 h 10"/>
                  <a:gd name="T4" fmla="*/ 565 w 82"/>
                  <a:gd name="T5" fmla="*/ 29 h 10"/>
                  <a:gd name="T6" fmla="*/ 497 w 82"/>
                  <a:gd name="T7" fmla="*/ 15 h 10"/>
                  <a:gd name="T8" fmla="*/ 352 w 82"/>
                  <a:gd name="T9" fmla="*/ 15 h 10"/>
                  <a:gd name="T10" fmla="*/ 152 w 82"/>
                  <a:gd name="T11" fmla="*/ 8 h 10"/>
                  <a:gd name="T12" fmla="*/ 0 w 82"/>
                  <a:gd name="T13" fmla="*/ 6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2" h="10">
                    <a:moveTo>
                      <a:pt x="1" y="8"/>
                    </a:moveTo>
                    <a:cubicBezTo>
                      <a:pt x="13" y="3"/>
                      <a:pt x="27" y="4"/>
                      <a:pt x="40" y="6"/>
                    </a:cubicBezTo>
                    <a:cubicBezTo>
                      <a:pt x="54" y="9"/>
                      <a:pt x="67" y="5"/>
                      <a:pt x="82" y="4"/>
                    </a:cubicBezTo>
                    <a:cubicBezTo>
                      <a:pt x="79" y="1"/>
                      <a:pt x="75" y="2"/>
                      <a:pt x="72" y="2"/>
                    </a:cubicBezTo>
                    <a:cubicBezTo>
                      <a:pt x="65" y="2"/>
                      <a:pt x="58" y="2"/>
                      <a:pt x="51" y="2"/>
                    </a:cubicBezTo>
                    <a:cubicBezTo>
                      <a:pt x="40" y="3"/>
                      <a:pt x="32" y="0"/>
                      <a:pt x="22" y="1"/>
                    </a:cubicBezTo>
                    <a:cubicBezTo>
                      <a:pt x="16" y="1"/>
                      <a:pt x="2" y="2"/>
                      <a:pt x="0" y="10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834" name="Freeform 1064">
                <a:extLst>
                  <a:ext uri="{FF2B5EF4-FFF2-40B4-BE49-F238E27FC236}">
                    <a16:creationId xmlns:a16="http://schemas.microsoft.com/office/drawing/2014/main" id="{11958A27-8F9E-4994-AD60-CD9F37A9F4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2" y="1291"/>
                <a:ext cx="33" cy="39"/>
              </a:xfrm>
              <a:custGeom>
                <a:avLst/>
                <a:gdLst>
                  <a:gd name="T0" fmla="*/ 0 w 17"/>
                  <a:gd name="T1" fmla="*/ 0 h 21"/>
                  <a:gd name="T2" fmla="*/ 52 w 17"/>
                  <a:gd name="T3" fmla="*/ 110 h 21"/>
                  <a:gd name="T4" fmla="*/ 124 w 17"/>
                  <a:gd name="T5" fmla="*/ 52 h 21"/>
                  <a:gd name="T6" fmla="*/ 87 w 17"/>
                  <a:gd name="T7" fmla="*/ 69 h 21"/>
                  <a:gd name="T8" fmla="*/ 16 w 17"/>
                  <a:gd name="T9" fmla="*/ 0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21">
                    <a:moveTo>
                      <a:pt x="0" y="0"/>
                    </a:moveTo>
                    <a:cubicBezTo>
                      <a:pt x="1" y="4"/>
                      <a:pt x="4" y="14"/>
                      <a:pt x="7" y="17"/>
                    </a:cubicBezTo>
                    <a:cubicBezTo>
                      <a:pt x="11" y="21"/>
                      <a:pt x="17" y="13"/>
                      <a:pt x="17" y="8"/>
                    </a:cubicBezTo>
                    <a:cubicBezTo>
                      <a:pt x="16" y="9"/>
                      <a:pt x="14" y="11"/>
                      <a:pt x="12" y="11"/>
                    </a:cubicBezTo>
                    <a:cubicBezTo>
                      <a:pt x="9" y="11"/>
                      <a:pt x="2" y="3"/>
                      <a:pt x="2" y="0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835" name="Freeform 1065">
                <a:extLst>
                  <a:ext uri="{FF2B5EF4-FFF2-40B4-BE49-F238E27FC236}">
                    <a16:creationId xmlns:a16="http://schemas.microsoft.com/office/drawing/2014/main" id="{DDFBCAEA-0C19-448F-B740-86F1B567FA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0" y="1510"/>
                <a:ext cx="34" cy="289"/>
              </a:xfrm>
              <a:custGeom>
                <a:avLst/>
                <a:gdLst>
                  <a:gd name="T0" fmla="*/ 40 w 18"/>
                  <a:gd name="T1" fmla="*/ 21 h 152"/>
                  <a:gd name="T2" fmla="*/ 68 w 18"/>
                  <a:gd name="T3" fmla="*/ 76 h 152"/>
                  <a:gd name="T4" fmla="*/ 68 w 18"/>
                  <a:gd name="T5" fmla="*/ 160 h 152"/>
                  <a:gd name="T6" fmla="*/ 47 w 18"/>
                  <a:gd name="T7" fmla="*/ 312 h 152"/>
                  <a:gd name="T8" fmla="*/ 100 w 18"/>
                  <a:gd name="T9" fmla="*/ 542 h 152"/>
                  <a:gd name="T10" fmla="*/ 121 w 18"/>
                  <a:gd name="T11" fmla="*/ 755 h 152"/>
                  <a:gd name="T12" fmla="*/ 108 w 18"/>
                  <a:gd name="T13" fmla="*/ 871 h 152"/>
                  <a:gd name="T14" fmla="*/ 68 w 18"/>
                  <a:gd name="T15" fmla="*/ 1044 h 152"/>
                  <a:gd name="T16" fmla="*/ 81 w 18"/>
                  <a:gd name="T17" fmla="*/ 778 h 152"/>
                  <a:gd name="T18" fmla="*/ 53 w 18"/>
                  <a:gd name="T19" fmla="*/ 686 h 152"/>
                  <a:gd name="T20" fmla="*/ 15 w 18"/>
                  <a:gd name="T21" fmla="*/ 525 h 152"/>
                  <a:gd name="T22" fmla="*/ 8 w 18"/>
                  <a:gd name="T23" fmla="*/ 344 h 152"/>
                  <a:gd name="T24" fmla="*/ 28 w 18"/>
                  <a:gd name="T25" fmla="*/ 173 h 152"/>
                  <a:gd name="T26" fmla="*/ 15 w 18"/>
                  <a:gd name="T27" fmla="*/ 0 h 152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8" h="152">
                    <a:moveTo>
                      <a:pt x="6" y="3"/>
                    </a:moveTo>
                    <a:cubicBezTo>
                      <a:pt x="7" y="6"/>
                      <a:pt x="9" y="8"/>
                      <a:pt x="10" y="11"/>
                    </a:cubicBezTo>
                    <a:cubicBezTo>
                      <a:pt x="11" y="15"/>
                      <a:pt x="11" y="19"/>
                      <a:pt x="10" y="23"/>
                    </a:cubicBezTo>
                    <a:cubicBezTo>
                      <a:pt x="9" y="30"/>
                      <a:pt x="7" y="37"/>
                      <a:pt x="7" y="45"/>
                    </a:cubicBezTo>
                    <a:cubicBezTo>
                      <a:pt x="7" y="57"/>
                      <a:pt x="12" y="68"/>
                      <a:pt x="15" y="79"/>
                    </a:cubicBezTo>
                    <a:cubicBezTo>
                      <a:pt x="17" y="89"/>
                      <a:pt x="18" y="100"/>
                      <a:pt x="18" y="110"/>
                    </a:cubicBezTo>
                    <a:cubicBezTo>
                      <a:pt x="18" y="116"/>
                      <a:pt x="17" y="121"/>
                      <a:pt x="16" y="127"/>
                    </a:cubicBezTo>
                    <a:cubicBezTo>
                      <a:pt x="14" y="135"/>
                      <a:pt x="14" y="145"/>
                      <a:pt x="10" y="152"/>
                    </a:cubicBezTo>
                    <a:cubicBezTo>
                      <a:pt x="14" y="140"/>
                      <a:pt x="12" y="125"/>
                      <a:pt x="12" y="113"/>
                    </a:cubicBezTo>
                    <a:cubicBezTo>
                      <a:pt x="12" y="108"/>
                      <a:pt x="11" y="105"/>
                      <a:pt x="8" y="100"/>
                    </a:cubicBezTo>
                    <a:cubicBezTo>
                      <a:pt x="5" y="93"/>
                      <a:pt x="3" y="84"/>
                      <a:pt x="2" y="76"/>
                    </a:cubicBezTo>
                    <a:cubicBezTo>
                      <a:pt x="1" y="68"/>
                      <a:pt x="0" y="59"/>
                      <a:pt x="1" y="50"/>
                    </a:cubicBezTo>
                    <a:cubicBezTo>
                      <a:pt x="2" y="41"/>
                      <a:pt x="4" y="33"/>
                      <a:pt x="4" y="25"/>
                    </a:cubicBezTo>
                    <a:cubicBezTo>
                      <a:pt x="5" y="16"/>
                      <a:pt x="2" y="8"/>
                      <a:pt x="2" y="0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836" name="Freeform 1066">
                <a:extLst>
                  <a:ext uri="{FF2B5EF4-FFF2-40B4-BE49-F238E27FC236}">
                    <a16:creationId xmlns:a16="http://schemas.microsoft.com/office/drawing/2014/main" id="{4B890A7C-77A5-4158-A45D-CB39EE4D46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0" y="2051"/>
                <a:ext cx="15" cy="21"/>
              </a:xfrm>
              <a:custGeom>
                <a:avLst/>
                <a:gdLst>
                  <a:gd name="T0" fmla="*/ 0 w 8"/>
                  <a:gd name="T1" fmla="*/ 48 h 11"/>
                  <a:gd name="T2" fmla="*/ 53 w 8"/>
                  <a:gd name="T3" fmla="*/ 48 h 11"/>
                  <a:gd name="T4" fmla="*/ 39 w 8"/>
                  <a:gd name="T5" fmla="*/ 15 h 11"/>
                  <a:gd name="T6" fmla="*/ 8 w 8"/>
                  <a:gd name="T7" fmla="*/ 15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11">
                    <a:moveTo>
                      <a:pt x="0" y="7"/>
                    </a:moveTo>
                    <a:cubicBezTo>
                      <a:pt x="1" y="10"/>
                      <a:pt x="6" y="11"/>
                      <a:pt x="8" y="7"/>
                    </a:cubicBezTo>
                    <a:cubicBezTo>
                      <a:pt x="8" y="6"/>
                      <a:pt x="7" y="3"/>
                      <a:pt x="6" y="2"/>
                    </a:cubicBezTo>
                    <a:cubicBezTo>
                      <a:pt x="5" y="0"/>
                      <a:pt x="3" y="1"/>
                      <a:pt x="1" y="2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837" name="Freeform 1067">
                <a:extLst>
                  <a:ext uri="{FF2B5EF4-FFF2-40B4-BE49-F238E27FC236}">
                    <a16:creationId xmlns:a16="http://schemas.microsoft.com/office/drawing/2014/main" id="{EE0EE4F3-6F10-4F85-8163-3E4C6AA636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0" y="2426"/>
                <a:ext cx="128" cy="63"/>
              </a:xfrm>
              <a:custGeom>
                <a:avLst/>
                <a:gdLst>
                  <a:gd name="T0" fmla="*/ 8 w 67"/>
                  <a:gd name="T1" fmla="*/ 113 h 33"/>
                  <a:gd name="T2" fmla="*/ 245 w 67"/>
                  <a:gd name="T3" fmla="*/ 229 h 33"/>
                  <a:gd name="T4" fmla="*/ 353 w 67"/>
                  <a:gd name="T5" fmla="*/ 181 h 33"/>
                  <a:gd name="T6" fmla="*/ 468 w 67"/>
                  <a:gd name="T7" fmla="*/ 0 h 33"/>
                  <a:gd name="T8" fmla="*/ 397 w 67"/>
                  <a:gd name="T9" fmla="*/ 76 h 33"/>
                  <a:gd name="T10" fmla="*/ 252 w 67"/>
                  <a:gd name="T11" fmla="*/ 139 h 33"/>
                  <a:gd name="T12" fmla="*/ 113 w 67"/>
                  <a:gd name="T13" fmla="*/ 99 h 33"/>
                  <a:gd name="T14" fmla="*/ 0 w 67"/>
                  <a:gd name="T15" fmla="*/ 55 h 3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7" h="33">
                    <a:moveTo>
                      <a:pt x="1" y="16"/>
                    </a:moveTo>
                    <a:cubicBezTo>
                      <a:pt x="12" y="25"/>
                      <a:pt x="20" y="33"/>
                      <a:pt x="35" y="33"/>
                    </a:cubicBezTo>
                    <a:cubicBezTo>
                      <a:pt x="41" y="33"/>
                      <a:pt x="47" y="31"/>
                      <a:pt x="51" y="26"/>
                    </a:cubicBezTo>
                    <a:cubicBezTo>
                      <a:pt x="57" y="20"/>
                      <a:pt x="66" y="9"/>
                      <a:pt x="67" y="0"/>
                    </a:cubicBezTo>
                    <a:cubicBezTo>
                      <a:pt x="63" y="2"/>
                      <a:pt x="60" y="7"/>
                      <a:pt x="57" y="11"/>
                    </a:cubicBezTo>
                    <a:cubicBezTo>
                      <a:pt x="51" y="17"/>
                      <a:pt x="44" y="19"/>
                      <a:pt x="36" y="20"/>
                    </a:cubicBezTo>
                    <a:cubicBezTo>
                      <a:pt x="29" y="20"/>
                      <a:pt x="23" y="16"/>
                      <a:pt x="16" y="14"/>
                    </a:cubicBezTo>
                    <a:cubicBezTo>
                      <a:pt x="11" y="12"/>
                      <a:pt x="2" y="14"/>
                      <a:pt x="0" y="8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838" name="Freeform 1068">
                <a:extLst>
                  <a:ext uri="{FF2B5EF4-FFF2-40B4-BE49-F238E27FC236}">
                    <a16:creationId xmlns:a16="http://schemas.microsoft.com/office/drawing/2014/main" id="{92B5ACCE-78B5-4022-AA8B-52AC00B354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9" y="2060"/>
                <a:ext cx="84" cy="794"/>
              </a:xfrm>
              <a:custGeom>
                <a:avLst/>
                <a:gdLst>
                  <a:gd name="T0" fmla="*/ 0 w 44"/>
                  <a:gd name="T1" fmla="*/ 0 h 419"/>
                  <a:gd name="T2" fmla="*/ 168 w 44"/>
                  <a:gd name="T3" fmla="*/ 449 h 419"/>
                  <a:gd name="T4" fmla="*/ 277 w 44"/>
                  <a:gd name="T5" fmla="*/ 944 h 419"/>
                  <a:gd name="T6" fmla="*/ 284 w 44"/>
                  <a:gd name="T7" fmla="*/ 1522 h 419"/>
                  <a:gd name="T8" fmla="*/ 76 w 44"/>
                  <a:gd name="T9" fmla="*/ 2852 h 419"/>
                  <a:gd name="T10" fmla="*/ 208 w 44"/>
                  <a:gd name="T11" fmla="*/ 1520 h 419"/>
                  <a:gd name="T12" fmla="*/ 153 w 44"/>
                  <a:gd name="T13" fmla="*/ 661 h 419"/>
                  <a:gd name="T14" fmla="*/ 0 w 44"/>
                  <a:gd name="T15" fmla="*/ 0 h 41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4" h="419">
                    <a:moveTo>
                      <a:pt x="0" y="0"/>
                    </a:moveTo>
                    <a:cubicBezTo>
                      <a:pt x="7" y="13"/>
                      <a:pt x="18" y="39"/>
                      <a:pt x="24" y="66"/>
                    </a:cubicBezTo>
                    <a:cubicBezTo>
                      <a:pt x="30" y="93"/>
                      <a:pt x="35" y="118"/>
                      <a:pt x="40" y="139"/>
                    </a:cubicBezTo>
                    <a:cubicBezTo>
                      <a:pt x="44" y="160"/>
                      <a:pt x="43" y="200"/>
                      <a:pt x="41" y="224"/>
                    </a:cubicBezTo>
                    <a:cubicBezTo>
                      <a:pt x="40" y="247"/>
                      <a:pt x="30" y="363"/>
                      <a:pt x="11" y="419"/>
                    </a:cubicBezTo>
                    <a:cubicBezTo>
                      <a:pt x="15" y="397"/>
                      <a:pt x="31" y="269"/>
                      <a:pt x="30" y="223"/>
                    </a:cubicBezTo>
                    <a:cubicBezTo>
                      <a:pt x="28" y="176"/>
                      <a:pt x="27" y="121"/>
                      <a:pt x="22" y="97"/>
                    </a:cubicBezTo>
                    <a:cubicBezTo>
                      <a:pt x="17" y="73"/>
                      <a:pt x="7" y="5"/>
                      <a:pt x="0" y="0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839" name="Freeform 1069">
                <a:extLst>
                  <a:ext uri="{FF2B5EF4-FFF2-40B4-BE49-F238E27FC236}">
                    <a16:creationId xmlns:a16="http://schemas.microsoft.com/office/drawing/2014/main" id="{1AAE25E1-3D87-4B06-B49F-B5A64BF6C6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6" y="2064"/>
                <a:ext cx="84" cy="794"/>
              </a:xfrm>
              <a:custGeom>
                <a:avLst/>
                <a:gdLst>
                  <a:gd name="T0" fmla="*/ 305 w 44"/>
                  <a:gd name="T1" fmla="*/ 0 h 419"/>
                  <a:gd name="T2" fmla="*/ 139 w 44"/>
                  <a:gd name="T3" fmla="*/ 449 h 419"/>
                  <a:gd name="T4" fmla="*/ 29 w 44"/>
                  <a:gd name="T5" fmla="*/ 944 h 419"/>
                  <a:gd name="T6" fmla="*/ 21 w 44"/>
                  <a:gd name="T7" fmla="*/ 1522 h 419"/>
                  <a:gd name="T8" fmla="*/ 229 w 44"/>
                  <a:gd name="T9" fmla="*/ 2852 h 419"/>
                  <a:gd name="T10" fmla="*/ 69 w 44"/>
                  <a:gd name="T11" fmla="*/ 1469 h 419"/>
                  <a:gd name="T12" fmla="*/ 132 w 44"/>
                  <a:gd name="T13" fmla="*/ 661 h 419"/>
                  <a:gd name="T14" fmla="*/ 305 w 44"/>
                  <a:gd name="T15" fmla="*/ 0 h 41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4" h="419">
                    <a:moveTo>
                      <a:pt x="44" y="0"/>
                    </a:moveTo>
                    <a:cubicBezTo>
                      <a:pt x="37" y="13"/>
                      <a:pt x="26" y="39"/>
                      <a:pt x="20" y="66"/>
                    </a:cubicBezTo>
                    <a:cubicBezTo>
                      <a:pt x="14" y="93"/>
                      <a:pt x="9" y="118"/>
                      <a:pt x="4" y="139"/>
                    </a:cubicBezTo>
                    <a:cubicBezTo>
                      <a:pt x="0" y="160"/>
                      <a:pt x="1" y="200"/>
                      <a:pt x="3" y="224"/>
                    </a:cubicBezTo>
                    <a:cubicBezTo>
                      <a:pt x="4" y="247"/>
                      <a:pt x="14" y="363"/>
                      <a:pt x="33" y="419"/>
                    </a:cubicBezTo>
                    <a:cubicBezTo>
                      <a:pt x="29" y="397"/>
                      <a:pt x="8" y="263"/>
                      <a:pt x="10" y="216"/>
                    </a:cubicBezTo>
                    <a:cubicBezTo>
                      <a:pt x="11" y="170"/>
                      <a:pt x="14" y="120"/>
                      <a:pt x="19" y="97"/>
                    </a:cubicBezTo>
                    <a:cubicBezTo>
                      <a:pt x="25" y="72"/>
                      <a:pt x="37" y="5"/>
                      <a:pt x="44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840" name="Freeform 1070">
                <a:extLst>
                  <a:ext uri="{FF2B5EF4-FFF2-40B4-BE49-F238E27FC236}">
                    <a16:creationId xmlns:a16="http://schemas.microsoft.com/office/drawing/2014/main" id="{BB2DFBE2-A07D-49D2-A4D8-8FEF4C9C0B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8" y="2479"/>
                <a:ext cx="48" cy="618"/>
              </a:xfrm>
              <a:custGeom>
                <a:avLst/>
                <a:gdLst>
                  <a:gd name="T0" fmla="*/ 0 w 25"/>
                  <a:gd name="T1" fmla="*/ 0 h 326"/>
                  <a:gd name="T2" fmla="*/ 161 w 25"/>
                  <a:gd name="T3" fmla="*/ 205 h 326"/>
                  <a:gd name="T4" fmla="*/ 129 w 25"/>
                  <a:gd name="T5" fmla="*/ 942 h 326"/>
                  <a:gd name="T6" fmla="*/ 129 w 25"/>
                  <a:gd name="T7" fmla="*/ 1657 h 326"/>
                  <a:gd name="T8" fmla="*/ 100 w 25"/>
                  <a:gd name="T9" fmla="*/ 2222 h 326"/>
                  <a:gd name="T10" fmla="*/ 69 w 25"/>
                  <a:gd name="T11" fmla="*/ 1642 h 326"/>
                  <a:gd name="T12" fmla="*/ 29 w 25"/>
                  <a:gd name="T13" fmla="*/ 557 h 326"/>
                  <a:gd name="T14" fmla="*/ 0 w 25"/>
                  <a:gd name="T15" fmla="*/ 0 h 32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5" h="326">
                    <a:moveTo>
                      <a:pt x="0" y="0"/>
                    </a:moveTo>
                    <a:cubicBezTo>
                      <a:pt x="10" y="10"/>
                      <a:pt x="23" y="9"/>
                      <a:pt x="23" y="30"/>
                    </a:cubicBezTo>
                    <a:cubicBezTo>
                      <a:pt x="23" y="52"/>
                      <a:pt x="17" y="94"/>
                      <a:pt x="18" y="138"/>
                    </a:cubicBezTo>
                    <a:cubicBezTo>
                      <a:pt x="18" y="181"/>
                      <a:pt x="18" y="224"/>
                      <a:pt x="18" y="243"/>
                    </a:cubicBezTo>
                    <a:cubicBezTo>
                      <a:pt x="19" y="263"/>
                      <a:pt x="25" y="285"/>
                      <a:pt x="14" y="326"/>
                    </a:cubicBezTo>
                    <a:cubicBezTo>
                      <a:pt x="18" y="310"/>
                      <a:pt x="18" y="269"/>
                      <a:pt x="10" y="241"/>
                    </a:cubicBezTo>
                    <a:cubicBezTo>
                      <a:pt x="3" y="212"/>
                      <a:pt x="1" y="111"/>
                      <a:pt x="4" y="82"/>
                    </a:cubicBezTo>
                    <a:cubicBezTo>
                      <a:pt x="6" y="52"/>
                      <a:pt x="9" y="12"/>
                      <a:pt x="0" y="0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841" name="Freeform 1071">
                <a:extLst>
                  <a:ext uri="{FF2B5EF4-FFF2-40B4-BE49-F238E27FC236}">
                    <a16:creationId xmlns:a16="http://schemas.microsoft.com/office/drawing/2014/main" id="{D4ED16B8-7D35-44BC-BD4B-6EA426CE92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8" y="3230"/>
                <a:ext cx="38" cy="481"/>
              </a:xfrm>
              <a:custGeom>
                <a:avLst/>
                <a:gdLst>
                  <a:gd name="T0" fmla="*/ 97 w 20"/>
                  <a:gd name="T1" fmla="*/ 0 h 254"/>
                  <a:gd name="T2" fmla="*/ 91 w 20"/>
                  <a:gd name="T3" fmla="*/ 882 h 254"/>
                  <a:gd name="T4" fmla="*/ 29 w 20"/>
                  <a:gd name="T5" fmla="*/ 1725 h 254"/>
                  <a:gd name="T6" fmla="*/ 97 w 20"/>
                  <a:gd name="T7" fmla="*/ 0 h 25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254">
                    <a:moveTo>
                      <a:pt x="14" y="0"/>
                    </a:moveTo>
                    <a:cubicBezTo>
                      <a:pt x="18" y="24"/>
                      <a:pt x="20" y="73"/>
                      <a:pt x="13" y="130"/>
                    </a:cubicBezTo>
                    <a:cubicBezTo>
                      <a:pt x="5" y="188"/>
                      <a:pt x="3" y="232"/>
                      <a:pt x="4" y="254"/>
                    </a:cubicBezTo>
                    <a:cubicBezTo>
                      <a:pt x="0" y="217"/>
                      <a:pt x="12" y="61"/>
                      <a:pt x="14" y="0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842" name="Freeform 1072">
                <a:extLst>
                  <a:ext uri="{FF2B5EF4-FFF2-40B4-BE49-F238E27FC236}">
                    <a16:creationId xmlns:a16="http://schemas.microsoft.com/office/drawing/2014/main" id="{44F2DF0F-2F63-4A02-BEF4-DDB96E72F5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4" y="1279"/>
                <a:ext cx="116" cy="13"/>
              </a:xfrm>
              <a:custGeom>
                <a:avLst/>
                <a:gdLst>
                  <a:gd name="T0" fmla="*/ 184 w 61"/>
                  <a:gd name="T1" fmla="*/ 37 h 7"/>
                  <a:gd name="T2" fmla="*/ 420 w 61"/>
                  <a:gd name="T3" fmla="*/ 20 h 7"/>
                  <a:gd name="T4" fmla="*/ 261 w 61"/>
                  <a:gd name="T5" fmla="*/ 13 h 7"/>
                  <a:gd name="T6" fmla="*/ 0 w 61"/>
                  <a:gd name="T7" fmla="*/ 13 h 7"/>
                  <a:gd name="T8" fmla="*/ 184 w 61"/>
                  <a:gd name="T9" fmla="*/ 3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1" h="7">
                    <a:moveTo>
                      <a:pt x="27" y="6"/>
                    </a:moveTo>
                    <a:cubicBezTo>
                      <a:pt x="37" y="6"/>
                      <a:pt x="52" y="2"/>
                      <a:pt x="61" y="3"/>
                    </a:cubicBezTo>
                    <a:cubicBezTo>
                      <a:pt x="56" y="0"/>
                      <a:pt x="49" y="2"/>
                      <a:pt x="38" y="2"/>
                    </a:cubicBezTo>
                    <a:cubicBezTo>
                      <a:pt x="28" y="3"/>
                      <a:pt x="9" y="5"/>
                      <a:pt x="0" y="2"/>
                    </a:cubicBezTo>
                    <a:cubicBezTo>
                      <a:pt x="14" y="7"/>
                      <a:pt x="20" y="6"/>
                      <a:pt x="27" y="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843" name="Freeform 1073">
                <a:extLst>
                  <a:ext uri="{FF2B5EF4-FFF2-40B4-BE49-F238E27FC236}">
                    <a16:creationId xmlns:a16="http://schemas.microsoft.com/office/drawing/2014/main" id="{D35107B0-D263-4BE3-8C59-481E9DEAE9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7" y="1279"/>
                <a:ext cx="116" cy="13"/>
              </a:xfrm>
              <a:custGeom>
                <a:avLst/>
                <a:gdLst>
                  <a:gd name="T0" fmla="*/ 236 w 61"/>
                  <a:gd name="T1" fmla="*/ 37 h 7"/>
                  <a:gd name="T2" fmla="*/ 0 w 61"/>
                  <a:gd name="T3" fmla="*/ 20 h 7"/>
                  <a:gd name="T4" fmla="*/ 160 w 61"/>
                  <a:gd name="T5" fmla="*/ 13 h 7"/>
                  <a:gd name="T6" fmla="*/ 420 w 61"/>
                  <a:gd name="T7" fmla="*/ 13 h 7"/>
                  <a:gd name="T8" fmla="*/ 236 w 61"/>
                  <a:gd name="T9" fmla="*/ 3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1" h="7">
                    <a:moveTo>
                      <a:pt x="34" y="6"/>
                    </a:moveTo>
                    <a:cubicBezTo>
                      <a:pt x="25" y="6"/>
                      <a:pt x="9" y="2"/>
                      <a:pt x="0" y="3"/>
                    </a:cubicBezTo>
                    <a:cubicBezTo>
                      <a:pt x="5" y="0"/>
                      <a:pt x="13" y="2"/>
                      <a:pt x="23" y="2"/>
                    </a:cubicBezTo>
                    <a:cubicBezTo>
                      <a:pt x="33" y="3"/>
                      <a:pt x="52" y="5"/>
                      <a:pt x="61" y="2"/>
                    </a:cubicBezTo>
                    <a:cubicBezTo>
                      <a:pt x="47" y="7"/>
                      <a:pt x="41" y="6"/>
                      <a:pt x="34" y="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844" name="Freeform 1074">
                <a:extLst>
                  <a:ext uri="{FF2B5EF4-FFF2-40B4-BE49-F238E27FC236}">
                    <a16:creationId xmlns:a16="http://schemas.microsoft.com/office/drawing/2014/main" id="{D8A779D2-72B1-49DC-8CE5-E0CA1F81A7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8" y="1160"/>
                <a:ext cx="42" cy="104"/>
              </a:xfrm>
              <a:custGeom>
                <a:avLst/>
                <a:gdLst>
                  <a:gd name="T0" fmla="*/ 145 w 22"/>
                  <a:gd name="T1" fmla="*/ 0 h 55"/>
                  <a:gd name="T2" fmla="*/ 55 w 22"/>
                  <a:gd name="T3" fmla="*/ 176 h 55"/>
                  <a:gd name="T4" fmla="*/ 0 w 22"/>
                  <a:gd name="T5" fmla="*/ 373 h 55"/>
                  <a:gd name="T6" fmla="*/ 92 w 22"/>
                  <a:gd name="T7" fmla="*/ 161 h 55"/>
                  <a:gd name="T8" fmla="*/ 153 w 22"/>
                  <a:gd name="T9" fmla="*/ 0 h 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55">
                    <a:moveTo>
                      <a:pt x="21" y="0"/>
                    </a:moveTo>
                    <a:cubicBezTo>
                      <a:pt x="17" y="9"/>
                      <a:pt x="12" y="16"/>
                      <a:pt x="8" y="26"/>
                    </a:cubicBezTo>
                    <a:cubicBezTo>
                      <a:pt x="5" y="35"/>
                      <a:pt x="3" y="45"/>
                      <a:pt x="0" y="55"/>
                    </a:cubicBezTo>
                    <a:cubicBezTo>
                      <a:pt x="4" y="44"/>
                      <a:pt x="8" y="34"/>
                      <a:pt x="13" y="24"/>
                    </a:cubicBezTo>
                    <a:cubicBezTo>
                      <a:pt x="16" y="16"/>
                      <a:pt x="21" y="9"/>
                      <a:pt x="22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845" name="Freeform 1075">
                <a:extLst>
                  <a:ext uri="{FF2B5EF4-FFF2-40B4-BE49-F238E27FC236}">
                    <a16:creationId xmlns:a16="http://schemas.microsoft.com/office/drawing/2014/main" id="{20176CC2-D724-45E3-99DF-5707E81447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" y="1905"/>
                <a:ext cx="27" cy="360"/>
              </a:xfrm>
              <a:custGeom>
                <a:avLst/>
                <a:gdLst>
                  <a:gd name="T0" fmla="*/ 56 w 14"/>
                  <a:gd name="T1" fmla="*/ 502 h 190"/>
                  <a:gd name="T2" fmla="*/ 15 w 14"/>
                  <a:gd name="T3" fmla="*/ 1292 h 190"/>
                  <a:gd name="T4" fmla="*/ 8 w 14"/>
                  <a:gd name="T5" fmla="*/ 830 h 190"/>
                  <a:gd name="T6" fmla="*/ 100 w 14"/>
                  <a:gd name="T7" fmla="*/ 0 h 190"/>
                  <a:gd name="T8" fmla="*/ 56 w 14"/>
                  <a:gd name="T9" fmla="*/ 502 h 19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90">
                    <a:moveTo>
                      <a:pt x="8" y="74"/>
                    </a:moveTo>
                    <a:cubicBezTo>
                      <a:pt x="6" y="88"/>
                      <a:pt x="3" y="165"/>
                      <a:pt x="2" y="190"/>
                    </a:cubicBezTo>
                    <a:cubicBezTo>
                      <a:pt x="2" y="190"/>
                      <a:pt x="0" y="171"/>
                      <a:pt x="1" y="122"/>
                    </a:cubicBezTo>
                    <a:cubicBezTo>
                      <a:pt x="2" y="73"/>
                      <a:pt x="4" y="23"/>
                      <a:pt x="14" y="0"/>
                    </a:cubicBezTo>
                    <a:cubicBezTo>
                      <a:pt x="10" y="10"/>
                      <a:pt x="9" y="54"/>
                      <a:pt x="8" y="7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846" name="Freeform 1076">
                <a:extLst>
                  <a:ext uri="{FF2B5EF4-FFF2-40B4-BE49-F238E27FC236}">
                    <a16:creationId xmlns:a16="http://schemas.microsoft.com/office/drawing/2014/main" id="{9FDC9E0C-01FC-4787-BB83-8AD92040B8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" y="1927"/>
                <a:ext cx="63" cy="383"/>
              </a:xfrm>
              <a:custGeom>
                <a:avLst/>
                <a:gdLst>
                  <a:gd name="T0" fmla="*/ 216 w 33"/>
                  <a:gd name="T1" fmla="*/ 0 h 202"/>
                  <a:gd name="T2" fmla="*/ 145 w 33"/>
                  <a:gd name="T3" fmla="*/ 633 h 202"/>
                  <a:gd name="T4" fmla="*/ 0 w 33"/>
                  <a:gd name="T5" fmla="*/ 1377 h 202"/>
                  <a:gd name="T6" fmla="*/ 99 w 33"/>
                  <a:gd name="T7" fmla="*/ 683 h 202"/>
                  <a:gd name="T8" fmla="*/ 216 w 33"/>
                  <a:gd name="T9" fmla="*/ 0 h 2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3" h="202">
                    <a:moveTo>
                      <a:pt x="31" y="0"/>
                    </a:moveTo>
                    <a:cubicBezTo>
                      <a:pt x="33" y="16"/>
                      <a:pt x="30" y="60"/>
                      <a:pt x="21" y="93"/>
                    </a:cubicBezTo>
                    <a:cubicBezTo>
                      <a:pt x="12" y="127"/>
                      <a:pt x="4" y="166"/>
                      <a:pt x="0" y="202"/>
                    </a:cubicBezTo>
                    <a:cubicBezTo>
                      <a:pt x="5" y="178"/>
                      <a:pt x="8" y="126"/>
                      <a:pt x="14" y="100"/>
                    </a:cubicBezTo>
                    <a:cubicBezTo>
                      <a:pt x="19" y="74"/>
                      <a:pt x="33" y="9"/>
                      <a:pt x="31" y="0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847" name="Freeform 1077">
                <a:extLst>
                  <a:ext uri="{FF2B5EF4-FFF2-40B4-BE49-F238E27FC236}">
                    <a16:creationId xmlns:a16="http://schemas.microsoft.com/office/drawing/2014/main" id="{0819AB01-3F67-49D8-AEA5-F3274603EB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6" y="1905"/>
                <a:ext cx="25" cy="360"/>
              </a:xfrm>
              <a:custGeom>
                <a:avLst/>
                <a:gdLst>
                  <a:gd name="T0" fmla="*/ 44 w 13"/>
                  <a:gd name="T1" fmla="*/ 502 h 190"/>
                  <a:gd name="T2" fmla="*/ 85 w 13"/>
                  <a:gd name="T3" fmla="*/ 1292 h 190"/>
                  <a:gd name="T4" fmla="*/ 92 w 13"/>
                  <a:gd name="T5" fmla="*/ 830 h 190"/>
                  <a:gd name="T6" fmla="*/ 0 w 13"/>
                  <a:gd name="T7" fmla="*/ 0 h 190"/>
                  <a:gd name="T8" fmla="*/ 44 w 13"/>
                  <a:gd name="T9" fmla="*/ 502 h 19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90">
                    <a:moveTo>
                      <a:pt x="6" y="74"/>
                    </a:moveTo>
                    <a:cubicBezTo>
                      <a:pt x="7" y="88"/>
                      <a:pt x="11" y="165"/>
                      <a:pt x="12" y="190"/>
                    </a:cubicBezTo>
                    <a:cubicBezTo>
                      <a:pt x="12" y="190"/>
                      <a:pt x="13" y="171"/>
                      <a:pt x="13" y="122"/>
                    </a:cubicBezTo>
                    <a:cubicBezTo>
                      <a:pt x="12" y="73"/>
                      <a:pt x="10" y="23"/>
                      <a:pt x="0" y="0"/>
                    </a:cubicBezTo>
                    <a:cubicBezTo>
                      <a:pt x="3" y="10"/>
                      <a:pt x="5" y="54"/>
                      <a:pt x="6" y="74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848" name="Freeform 1078">
                <a:extLst>
                  <a:ext uri="{FF2B5EF4-FFF2-40B4-BE49-F238E27FC236}">
                    <a16:creationId xmlns:a16="http://schemas.microsoft.com/office/drawing/2014/main" id="{7A3BE910-AC17-42F6-8124-26B0E6A8D9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5" y="1926"/>
                <a:ext cx="60" cy="382"/>
              </a:xfrm>
              <a:custGeom>
                <a:avLst/>
                <a:gdLst>
                  <a:gd name="T0" fmla="*/ 8 w 32"/>
                  <a:gd name="T1" fmla="*/ 0 h 202"/>
                  <a:gd name="T2" fmla="*/ 73 w 32"/>
                  <a:gd name="T3" fmla="*/ 637 h 202"/>
                  <a:gd name="T4" fmla="*/ 212 w 32"/>
                  <a:gd name="T5" fmla="*/ 1365 h 202"/>
                  <a:gd name="T6" fmla="*/ 120 w 32"/>
                  <a:gd name="T7" fmla="*/ 675 h 202"/>
                  <a:gd name="T8" fmla="*/ 8 w 32"/>
                  <a:gd name="T9" fmla="*/ 0 h 2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202">
                    <a:moveTo>
                      <a:pt x="1" y="0"/>
                    </a:moveTo>
                    <a:cubicBezTo>
                      <a:pt x="0" y="16"/>
                      <a:pt x="2" y="60"/>
                      <a:pt x="11" y="94"/>
                    </a:cubicBezTo>
                    <a:cubicBezTo>
                      <a:pt x="21" y="127"/>
                      <a:pt x="28" y="166"/>
                      <a:pt x="32" y="202"/>
                    </a:cubicBezTo>
                    <a:cubicBezTo>
                      <a:pt x="27" y="178"/>
                      <a:pt x="24" y="126"/>
                      <a:pt x="18" y="100"/>
                    </a:cubicBezTo>
                    <a:cubicBezTo>
                      <a:pt x="13" y="75"/>
                      <a:pt x="0" y="9"/>
                      <a:pt x="1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849" name="Freeform 1079">
                <a:extLst>
                  <a:ext uri="{FF2B5EF4-FFF2-40B4-BE49-F238E27FC236}">
                    <a16:creationId xmlns:a16="http://schemas.microsoft.com/office/drawing/2014/main" id="{F955CFD1-431D-448F-85F0-B3F0DE2E24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" y="2504"/>
                <a:ext cx="67" cy="110"/>
              </a:xfrm>
              <a:custGeom>
                <a:avLst/>
                <a:gdLst>
                  <a:gd name="T0" fmla="*/ 124 w 35"/>
                  <a:gd name="T1" fmla="*/ 8 h 58"/>
                  <a:gd name="T2" fmla="*/ 191 w 35"/>
                  <a:gd name="T3" fmla="*/ 366 h 58"/>
                  <a:gd name="T4" fmla="*/ 232 w 35"/>
                  <a:gd name="T5" fmla="*/ 349 h 58"/>
                  <a:gd name="T6" fmla="*/ 191 w 35"/>
                  <a:gd name="T7" fmla="*/ 245 h 58"/>
                  <a:gd name="T8" fmla="*/ 168 w 35"/>
                  <a:gd name="T9" fmla="*/ 116 h 58"/>
                  <a:gd name="T10" fmla="*/ 140 w 35"/>
                  <a:gd name="T11" fmla="*/ 0 h 5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5" h="58">
                    <a:moveTo>
                      <a:pt x="18" y="1"/>
                    </a:moveTo>
                    <a:cubicBezTo>
                      <a:pt x="0" y="13"/>
                      <a:pt x="11" y="46"/>
                      <a:pt x="27" y="54"/>
                    </a:cubicBezTo>
                    <a:cubicBezTo>
                      <a:pt x="31" y="55"/>
                      <a:pt x="35" y="58"/>
                      <a:pt x="33" y="51"/>
                    </a:cubicBezTo>
                    <a:cubicBezTo>
                      <a:pt x="33" y="46"/>
                      <a:pt x="27" y="42"/>
                      <a:pt x="27" y="36"/>
                    </a:cubicBezTo>
                    <a:cubicBezTo>
                      <a:pt x="26" y="30"/>
                      <a:pt x="25" y="23"/>
                      <a:pt x="24" y="17"/>
                    </a:cubicBezTo>
                    <a:cubicBezTo>
                      <a:pt x="24" y="11"/>
                      <a:pt x="24" y="5"/>
                      <a:pt x="20" y="0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850" name="Freeform 1080">
                <a:extLst>
                  <a:ext uri="{FF2B5EF4-FFF2-40B4-BE49-F238E27FC236}">
                    <a16:creationId xmlns:a16="http://schemas.microsoft.com/office/drawing/2014/main" id="{6BA18A82-B49D-4B31-9A26-17B2832017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0" y="2506"/>
                <a:ext cx="54" cy="104"/>
              </a:xfrm>
              <a:custGeom>
                <a:avLst/>
                <a:gdLst>
                  <a:gd name="T0" fmla="*/ 93 w 28"/>
                  <a:gd name="T1" fmla="*/ 21 h 55"/>
                  <a:gd name="T2" fmla="*/ 56 w 28"/>
                  <a:gd name="T3" fmla="*/ 176 h 55"/>
                  <a:gd name="T4" fmla="*/ 0 w 28"/>
                  <a:gd name="T5" fmla="*/ 304 h 55"/>
                  <a:gd name="T6" fmla="*/ 64 w 28"/>
                  <a:gd name="T7" fmla="*/ 340 h 55"/>
                  <a:gd name="T8" fmla="*/ 172 w 28"/>
                  <a:gd name="T9" fmla="*/ 204 h 55"/>
                  <a:gd name="T10" fmla="*/ 116 w 28"/>
                  <a:gd name="T11" fmla="*/ 0 h 5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8" h="55">
                    <a:moveTo>
                      <a:pt x="13" y="3"/>
                    </a:moveTo>
                    <a:cubicBezTo>
                      <a:pt x="11" y="10"/>
                      <a:pt x="10" y="18"/>
                      <a:pt x="8" y="26"/>
                    </a:cubicBezTo>
                    <a:cubicBezTo>
                      <a:pt x="6" y="32"/>
                      <a:pt x="6" y="41"/>
                      <a:pt x="0" y="45"/>
                    </a:cubicBezTo>
                    <a:cubicBezTo>
                      <a:pt x="4" y="50"/>
                      <a:pt x="1" y="55"/>
                      <a:pt x="9" y="50"/>
                    </a:cubicBezTo>
                    <a:cubicBezTo>
                      <a:pt x="16" y="46"/>
                      <a:pt x="22" y="38"/>
                      <a:pt x="24" y="30"/>
                    </a:cubicBezTo>
                    <a:cubicBezTo>
                      <a:pt x="28" y="18"/>
                      <a:pt x="26" y="8"/>
                      <a:pt x="16" y="0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851" name="Freeform 1081">
                <a:extLst>
                  <a:ext uri="{FF2B5EF4-FFF2-40B4-BE49-F238E27FC236}">
                    <a16:creationId xmlns:a16="http://schemas.microsoft.com/office/drawing/2014/main" id="{43B39CE4-E7E5-4CBA-9A2C-6D9B2597EA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7" y="1738"/>
                <a:ext cx="32" cy="243"/>
              </a:xfrm>
              <a:custGeom>
                <a:avLst/>
                <a:gdLst>
                  <a:gd name="T0" fmla="*/ 0 w 17"/>
                  <a:gd name="T1" fmla="*/ 40 h 128"/>
                  <a:gd name="T2" fmla="*/ 21 w 17"/>
                  <a:gd name="T3" fmla="*/ 513 h 128"/>
                  <a:gd name="T4" fmla="*/ 53 w 17"/>
                  <a:gd name="T5" fmla="*/ 767 h 128"/>
                  <a:gd name="T6" fmla="*/ 81 w 17"/>
                  <a:gd name="T7" fmla="*/ 875 h 128"/>
                  <a:gd name="T8" fmla="*/ 68 w 17"/>
                  <a:gd name="T9" fmla="*/ 336 h 128"/>
                  <a:gd name="T10" fmla="*/ 0 w 17"/>
                  <a:gd name="T11" fmla="*/ 0 h 12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7" h="128">
                    <a:moveTo>
                      <a:pt x="0" y="6"/>
                    </a:moveTo>
                    <a:cubicBezTo>
                      <a:pt x="0" y="29"/>
                      <a:pt x="0" y="52"/>
                      <a:pt x="3" y="75"/>
                    </a:cubicBezTo>
                    <a:cubicBezTo>
                      <a:pt x="5" y="87"/>
                      <a:pt x="6" y="101"/>
                      <a:pt x="8" y="112"/>
                    </a:cubicBezTo>
                    <a:cubicBezTo>
                      <a:pt x="9" y="118"/>
                      <a:pt x="13" y="122"/>
                      <a:pt x="12" y="128"/>
                    </a:cubicBezTo>
                    <a:cubicBezTo>
                      <a:pt x="9" y="102"/>
                      <a:pt x="17" y="76"/>
                      <a:pt x="10" y="49"/>
                    </a:cubicBezTo>
                    <a:cubicBezTo>
                      <a:pt x="7" y="34"/>
                      <a:pt x="7" y="14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852" name="Freeform 1082">
                <a:extLst>
                  <a:ext uri="{FF2B5EF4-FFF2-40B4-BE49-F238E27FC236}">
                    <a16:creationId xmlns:a16="http://schemas.microsoft.com/office/drawing/2014/main" id="{1293E7D5-3829-49E2-8C37-021DC54578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9" y="1296"/>
                <a:ext cx="78" cy="429"/>
              </a:xfrm>
              <a:custGeom>
                <a:avLst/>
                <a:gdLst>
                  <a:gd name="T0" fmla="*/ 0 w 41"/>
                  <a:gd name="T1" fmla="*/ 0 h 226"/>
                  <a:gd name="T2" fmla="*/ 167 w 41"/>
                  <a:gd name="T3" fmla="*/ 382 h 226"/>
                  <a:gd name="T4" fmla="*/ 253 w 41"/>
                  <a:gd name="T5" fmla="*/ 983 h 226"/>
                  <a:gd name="T6" fmla="*/ 282 w 41"/>
                  <a:gd name="T7" fmla="*/ 1545 h 226"/>
                  <a:gd name="T8" fmla="*/ 213 w 41"/>
                  <a:gd name="T9" fmla="*/ 862 h 226"/>
                  <a:gd name="T10" fmla="*/ 0 w 41"/>
                  <a:gd name="T11" fmla="*/ 0 h 22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1" h="226">
                    <a:moveTo>
                      <a:pt x="0" y="0"/>
                    </a:moveTo>
                    <a:cubicBezTo>
                      <a:pt x="11" y="6"/>
                      <a:pt x="19" y="28"/>
                      <a:pt x="24" y="56"/>
                    </a:cubicBezTo>
                    <a:cubicBezTo>
                      <a:pt x="29" y="84"/>
                      <a:pt x="36" y="106"/>
                      <a:pt x="37" y="144"/>
                    </a:cubicBezTo>
                    <a:cubicBezTo>
                      <a:pt x="39" y="181"/>
                      <a:pt x="41" y="205"/>
                      <a:pt x="41" y="226"/>
                    </a:cubicBezTo>
                    <a:cubicBezTo>
                      <a:pt x="38" y="208"/>
                      <a:pt x="36" y="147"/>
                      <a:pt x="31" y="126"/>
                    </a:cubicBezTo>
                    <a:cubicBezTo>
                      <a:pt x="26" y="104"/>
                      <a:pt x="23" y="25"/>
                      <a:pt x="0" y="0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853" name="Freeform 1083">
                <a:extLst>
                  <a:ext uri="{FF2B5EF4-FFF2-40B4-BE49-F238E27FC236}">
                    <a16:creationId xmlns:a16="http://schemas.microsoft.com/office/drawing/2014/main" id="{C08833CF-F587-4CFC-A146-2C1F3178AE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9" y="3029"/>
                <a:ext cx="75" cy="83"/>
              </a:xfrm>
              <a:custGeom>
                <a:avLst/>
                <a:gdLst>
                  <a:gd name="T0" fmla="*/ 0 w 39"/>
                  <a:gd name="T1" fmla="*/ 206 h 44"/>
                  <a:gd name="T2" fmla="*/ 248 w 39"/>
                  <a:gd name="T3" fmla="*/ 0 h 44"/>
                  <a:gd name="T4" fmla="*/ 229 w 39"/>
                  <a:gd name="T5" fmla="*/ 168 h 44"/>
                  <a:gd name="T6" fmla="*/ 44 w 39"/>
                  <a:gd name="T7" fmla="*/ 228 h 4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9" h="44">
                    <a:moveTo>
                      <a:pt x="0" y="31"/>
                    </a:moveTo>
                    <a:cubicBezTo>
                      <a:pt x="16" y="44"/>
                      <a:pt x="31" y="11"/>
                      <a:pt x="35" y="0"/>
                    </a:cubicBezTo>
                    <a:cubicBezTo>
                      <a:pt x="36" y="9"/>
                      <a:pt x="39" y="18"/>
                      <a:pt x="32" y="25"/>
                    </a:cubicBezTo>
                    <a:cubicBezTo>
                      <a:pt x="26" y="32"/>
                      <a:pt x="14" y="35"/>
                      <a:pt x="6" y="34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854" name="Freeform 1084">
                <a:extLst>
                  <a:ext uri="{FF2B5EF4-FFF2-40B4-BE49-F238E27FC236}">
                    <a16:creationId xmlns:a16="http://schemas.microsoft.com/office/drawing/2014/main" id="{48F8CB73-4EC3-41FD-A83C-1E14256A51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1" y="3271"/>
                <a:ext cx="61" cy="463"/>
              </a:xfrm>
              <a:custGeom>
                <a:avLst/>
                <a:gdLst>
                  <a:gd name="T0" fmla="*/ 36 w 32"/>
                  <a:gd name="T1" fmla="*/ 0 h 244"/>
                  <a:gd name="T2" fmla="*/ 48 w 32"/>
                  <a:gd name="T3" fmla="*/ 890 h 244"/>
                  <a:gd name="T4" fmla="*/ 221 w 32"/>
                  <a:gd name="T5" fmla="*/ 1668 h 244"/>
                  <a:gd name="T6" fmla="*/ 105 w 32"/>
                  <a:gd name="T7" fmla="*/ 806 h 244"/>
                  <a:gd name="T8" fmla="*/ 36 w 32"/>
                  <a:gd name="T9" fmla="*/ 0 h 2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244">
                    <a:moveTo>
                      <a:pt x="5" y="0"/>
                    </a:moveTo>
                    <a:cubicBezTo>
                      <a:pt x="0" y="22"/>
                      <a:pt x="0" y="96"/>
                      <a:pt x="7" y="130"/>
                    </a:cubicBezTo>
                    <a:cubicBezTo>
                      <a:pt x="14" y="165"/>
                      <a:pt x="30" y="230"/>
                      <a:pt x="32" y="244"/>
                    </a:cubicBezTo>
                    <a:cubicBezTo>
                      <a:pt x="29" y="217"/>
                      <a:pt x="18" y="136"/>
                      <a:pt x="15" y="118"/>
                    </a:cubicBezTo>
                    <a:cubicBezTo>
                      <a:pt x="12" y="100"/>
                      <a:pt x="4" y="27"/>
                      <a:pt x="5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855" name="Freeform 1085">
                <a:extLst>
                  <a:ext uri="{FF2B5EF4-FFF2-40B4-BE49-F238E27FC236}">
                    <a16:creationId xmlns:a16="http://schemas.microsoft.com/office/drawing/2014/main" id="{F8F0BDFF-043E-4EED-AC03-06D74FB726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2" y="3215"/>
                <a:ext cx="36" cy="523"/>
              </a:xfrm>
              <a:custGeom>
                <a:avLst/>
                <a:gdLst>
                  <a:gd name="T0" fmla="*/ 89 w 19"/>
                  <a:gd name="T1" fmla="*/ 1878 h 276"/>
                  <a:gd name="T2" fmla="*/ 32 w 19"/>
                  <a:gd name="T3" fmla="*/ 775 h 276"/>
                  <a:gd name="T4" fmla="*/ 61 w 19"/>
                  <a:gd name="T5" fmla="*/ 0 h 276"/>
                  <a:gd name="T6" fmla="*/ 100 w 19"/>
                  <a:gd name="T7" fmla="*/ 807 h 276"/>
                  <a:gd name="T8" fmla="*/ 89 w 19"/>
                  <a:gd name="T9" fmla="*/ 1878 h 27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276">
                    <a:moveTo>
                      <a:pt x="13" y="276"/>
                    </a:moveTo>
                    <a:cubicBezTo>
                      <a:pt x="17" y="259"/>
                      <a:pt x="10" y="163"/>
                      <a:pt x="5" y="114"/>
                    </a:cubicBezTo>
                    <a:cubicBezTo>
                      <a:pt x="0" y="66"/>
                      <a:pt x="2" y="21"/>
                      <a:pt x="9" y="0"/>
                    </a:cubicBezTo>
                    <a:cubicBezTo>
                      <a:pt x="6" y="17"/>
                      <a:pt x="11" y="75"/>
                      <a:pt x="15" y="119"/>
                    </a:cubicBezTo>
                    <a:cubicBezTo>
                      <a:pt x="19" y="164"/>
                      <a:pt x="19" y="256"/>
                      <a:pt x="13" y="27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856" name="Freeform 1086">
                <a:extLst>
                  <a:ext uri="{FF2B5EF4-FFF2-40B4-BE49-F238E27FC236}">
                    <a16:creationId xmlns:a16="http://schemas.microsoft.com/office/drawing/2014/main" id="{ADF17FCF-24B4-4D16-8C7E-AAB2F267D1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5" y="3251"/>
                <a:ext cx="59" cy="458"/>
              </a:xfrm>
              <a:custGeom>
                <a:avLst/>
                <a:gdLst>
                  <a:gd name="T0" fmla="*/ 160 w 31"/>
                  <a:gd name="T1" fmla="*/ 0 h 242"/>
                  <a:gd name="T2" fmla="*/ 173 w 31"/>
                  <a:gd name="T3" fmla="*/ 882 h 242"/>
                  <a:gd name="T4" fmla="*/ 0 w 31"/>
                  <a:gd name="T5" fmla="*/ 1641 h 242"/>
                  <a:gd name="T6" fmla="*/ 137 w 31"/>
                  <a:gd name="T7" fmla="*/ 683 h 242"/>
                  <a:gd name="T8" fmla="*/ 160 w 31"/>
                  <a:gd name="T9" fmla="*/ 0 h 2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242">
                    <a:moveTo>
                      <a:pt x="23" y="0"/>
                    </a:moveTo>
                    <a:cubicBezTo>
                      <a:pt x="27" y="29"/>
                      <a:pt x="31" y="87"/>
                      <a:pt x="25" y="130"/>
                    </a:cubicBezTo>
                    <a:cubicBezTo>
                      <a:pt x="19" y="173"/>
                      <a:pt x="4" y="221"/>
                      <a:pt x="0" y="242"/>
                    </a:cubicBezTo>
                    <a:cubicBezTo>
                      <a:pt x="1" y="220"/>
                      <a:pt x="19" y="148"/>
                      <a:pt x="20" y="101"/>
                    </a:cubicBezTo>
                    <a:cubicBezTo>
                      <a:pt x="22" y="54"/>
                      <a:pt x="26" y="8"/>
                      <a:pt x="23" y="0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857" name="Freeform 1087">
                <a:extLst>
                  <a:ext uri="{FF2B5EF4-FFF2-40B4-BE49-F238E27FC236}">
                    <a16:creationId xmlns:a16="http://schemas.microsoft.com/office/drawing/2014/main" id="{C08E6DFC-4E6B-427F-9C00-5BFA1CA25C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3" y="3793"/>
                <a:ext cx="28" cy="125"/>
              </a:xfrm>
              <a:custGeom>
                <a:avLst/>
                <a:gdLst>
                  <a:gd name="T0" fmla="*/ 91 w 15"/>
                  <a:gd name="T1" fmla="*/ 0 h 66"/>
                  <a:gd name="T2" fmla="*/ 65 w 15"/>
                  <a:gd name="T3" fmla="*/ 258 h 66"/>
                  <a:gd name="T4" fmla="*/ 73 w 15"/>
                  <a:gd name="T5" fmla="*/ 449 h 66"/>
                  <a:gd name="T6" fmla="*/ 7 w 15"/>
                  <a:gd name="T7" fmla="*/ 297 h 66"/>
                  <a:gd name="T8" fmla="*/ 60 w 15"/>
                  <a:gd name="T9" fmla="*/ 220 h 66"/>
                  <a:gd name="T10" fmla="*/ 97 w 15"/>
                  <a:gd name="T11" fmla="*/ 53 h 6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" h="66">
                    <a:moveTo>
                      <a:pt x="14" y="0"/>
                    </a:moveTo>
                    <a:cubicBezTo>
                      <a:pt x="13" y="13"/>
                      <a:pt x="13" y="25"/>
                      <a:pt x="10" y="38"/>
                    </a:cubicBezTo>
                    <a:cubicBezTo>
                      <a:pt x="8" y="49"/>
                      <a:pt x="11" y="56"/>
                      <a:pt x="11" y="66"/>
                    </a:cubicBezTo>
                    <a:cubicBezTo>
                      <a:pt x="9" y="60"/>
                      <a:pt x="0" y="50"/>
                      <a:pt x="1" y="44"/>
                    </a:cubicBezTo>
                    <a:cubicBezTo>
                      <a:pt x="2" y="40"/>
                      <a:pt x="8" y="36"/>
                      <a:pt x="9" y="32"/>
                    </a:cubicBezTo>
                    <a:cubicBezTo>
                      <a:pt x="12" y="24"/>
                      <a:pt x="10" y="15"/>
                      <a:pt x="15" y="8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858" name="Freeform 1088">
                <a:extLst>
                  <a:ext uri="{FF2B5EF4-FFF2-40B4-BE49-F238E27FC236}">
                    <a16:creationId xmlns:a16="http://schemas.microsoft.com/office/drawing/2014/main" id="{332CB52F-921F-4FB2-BB1D-D435DF05EF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2" y="3730"/>
                <a:ext cx="26" cy="140"/>
              </a:xfrm>
              <a:custGeom>
                <a:avLst/>
                <a:gdLst>
                  <a:gd name="T0" fmla="*/ 59 w 14"/>
                  <a:gd name="T1" fmla="*/ 212 h 74"/>
                  <a:gd name="T2" fmla="*/ 52 w 14"/>
                  <a:gd name="T3" fmla="*/ 501 h 74"/>
                  <a:gd name="T4" fmla="*/ 20 w 14"/>
                  <a:gd name="T5" fmla="*/ 236 h 74"/>
                  <a:gd name="T6" fmla="*/ 0 w 14"/>
                  <a:gd name="T7" fmla="*/ 100 h 74"/>
                  <a:gd name="T8" fmla="*/ 7 w 14"/>
                  <a:gd name="T9" fmla="*/ 0 h 74"/>
                  <a:gd name="T10" fmla="*/ 65 w 14"/>
                  <a:gd name="T11" fmla="*/ 204 h 7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" h="74">
                    <a:moveTo>
                      <a:pt x="9" y="31"/>
                    </a:moveTo>
                    <a:cubicBezTo>
                      <a:pt x="14" y="46"/>
                      <a:pt x="14" y="58"/>
                      <a:pt x="8" y="74"/>
                    </a:cubicBezTo>
                    <a:cubicBezTo>
                      <a:pt x="10" y="62"/>
                      <a:pt x="8" y="46"/>
                      <a:pt x="3" y="35"/>
                    </a:cubicBezTo>
                    <a:cubicBezTo>
                      <a:pt x="1" y="27"/>
                      <a:pt x="0" y="24"/>
                      <a:pt x="0" y="15"/>
                    </a:cubicBezTo>
                    <a:cubicBezTo>
                      <a:pt x="1" y="10"/>
                      <a:pt x="3" y="5"/>
                      <a:pt x="1" y="0"/>
                    </a:cubicBezTo>
                    <a:cubicBezTo>
                      <a:pt x="3" y="10"/>
                      <a:pt x="7" y="21"/>
                      <a:pt x="10" y="30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859" name="Freeform 1089">
                <a:extLst>
                  <a:ext uri="{FF2B5EF4-FFF2-40B4-BE49-F238E27FC236}">
                    <a16:creationId xmlns:a16="http://schemas.microsoft.com/office/drawing/2014/main" id="{1D34A648-9130-4D95-8CA1-C21D3515E2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6" y="3025"/>
                <a:ext cx="53" cy="82"/>
              </a:xfrm>
              <a:custGeom>
                <a:avLst/>
                <a:gdLst>
                  <a:gd name="T0" fmla="*/ 0 w 28"/>
                  <a:gd name="T1" fmla="*/ 236 h 43"/>
                  <a:gd name="T2" fmla="*/ 151 w 28"/>
                  <a:gd name="T3" fmla="*/ 0 h 43"/>
                  <a:gd name="T4" fmla="*/ 21 w 28"/>
                  <a:gd name="T5" fmla="*/ 252 h 4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43">
                    <a:moveTo>
                      <a:pt x="0" y="34"/>
                    </a:moveTo>
                    <a:cubicBezTo>
                      <a:pt x="17" y="42"/>
                      <a:pt x="23" y="10"/>
                      <a:pt x="22" y="0"/>
                    </a:cubicBezTo>
                    <a:cubicBezTo>
                      <a:pt x="28" y="14"/>
                      <a:pt x="22" y="43"/>
                      <a:pt x="3" y="36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860" name="Freeform 1090">
                <a:extLst>
                  <a:ext uri="{FF2B5EF4-FFF2-40B4-BE49-F238E27FC236}">
                    <a16:creationId xmlns:a16="http://schemas.microsoft.com/office/drawing/2014/main" id="{A8763EC3-B10D-4199-B672-1E83B7391A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6" y="2475"/>
                <a:ext cx="74" cy="220"/>
              </a:xfrm>
              <a:custGeom>
                <a:avLst/>
                <a:gdLst>
                  <a:gd name="T0" fmla="*/ 152 w 39"/>
                  <a:gd name="T1" fmla="*/ 76 h 116"/>
                  <a:gd name="T2" fmla="*/ 116 w 39"/>
                  <a:gd name="T3" fmla="*/ 791 h 116"/>
                  <a:gd name="T4" fmla="*/ 144 w 39"/>
                  <a:gd name="T5" fmla="*/ 525 h 116"/>
                  <a:gd name="T6" fmla="*/ 144 w 39"/>
                  <a:gd name="T7" fmla="*/ 260 h 116"/>
                  <a:gd name="T8" fmla="*/ 176 w 39"/>
                  <a:gd name="T9" fmla="*/ 129 h 116"/>
                  <a:gd name="T10" fmla="*/ 266 w 39"/>
                  <a:gd name="T11" fmla="*/ 0 h 116"/>
                  <a:gd name="T12" fmla="*/ 137 w 39"/>
                  <a:gd name="T13" fmla="*/ 89 h 1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9" h="116">
                    <a:moveTo>
                      <a:pt x="22" y="11"/>
                    </a:moveTo>
                    <a:cubicBezTo>
                      <a:pt x="0" y="22"/>
                      <a:pt x="25" y="89"/>
                      <a:pt x="17" y="116"/>
                    </a:cubicBezTo>
                    <a:cubicBezTo>
                      <a:pt x="16" y="103"/>
                      <a:pt x="19" y="90"/>
                      <a:pt x="21" y="77"/>
                    </a:cubicBezTo>
                    <a:cubicBezTo>
                      <a:pt x="22" y="64"/>
                      <a:pt x="20" y="51"/>
                      <a:pt x="21" y="38"/>
                    </a:cubicBezTo>
                    <a:cubicBezTo>
                      <a:pt x="22" y="31"/>
                      <a:pt x="23" y="25"/>
                      <a:pt x="26" y="19"/>
                    </a:cubicBezTo>
                    <a:cubicBezTo>
                      <a:pt x="29" y="13"/>
                      <a:pt x="34" y="2"/>
                      <a:pt x="39" y="0"/>
                    </a:cubicBezTo>
                    <a:cubicBezTo>
                      <a:pt x="32" y="3"/>
                      <a:pt x="26" y="10"/>
                      <a:pt x="20" y="1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861" name="Freeform 1091">
                <a:extLst>
                  <a:ext uri="{FF2B5EF4-FFF2-40B4-BE49-F238E27FC236}">
                    <a16:creationId xmlns:a16="http://schemas.microsoft.com/office/drawing/2014/main" id="{0671B2EB-127A-48AB-812F-365AEF4CF1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3" y="2923"/>
                <a:ext cx="30" cy="256"/>
              </a:xfrm>
              <a:custGeom>
                <a:avLst/>
                <a:gdLst>
                  <a:gd name="T0" fmla="*/ 53 w 16"/>
                  <a:gd name="T1" fmla="*/ 0 h 135"/>
                  <a:gd name="T2" fmla="*/ 39 w 16"/>
                  <a:gd name="T3" fmla="*/ 457 h 135"/>
                  <a:gd name="T4" fmla="*/ 73 w 16"/>
                  <a:gd name="T5" fmla="*/ 920 h 135"/>
                  <a:gd name="T6" fmla="*/ 84 w 16"/>
                  <a:gd name="T7" fmla="*/ 497 h 135"/>
                  <a:gd name="T8" fmla="*/ 60 w 16"/>
                  <a:gd name="T9" fmla="*/ 121 h 135"/>
                  <a:gd name="T10" fmla="*/ 53 w 16"/>
                  <a:gd name="T11" fmla="*/ 0 h 13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6" h="135">
                    <a:moveTo>
                      <a:pt x="8" y="0"/>
                    </a:moveTo>
                    <a:cubicBezTo>
                      <a:pt x="7" y="20"/>
                      <a:pt x="0" y="42"/>
                      <a:pt x="6" y="67"/>
                    </a:cubicBezTo>
                    <a:cubicBezTo>
                      <a:pt x="12" y="93"/>
                      <a:pt x="15" y="112"/>
                      <a:pt x="11" y="135"/>
                    </a:cubicBezTo>
                    <a:cubicBezTo>
                      <a:pt x="16" y="117"/>
                      <a:pt x="15" y="89"/>
                      <a:pt x="13" y="73"/>
                    </a:cubicBezTo>
                    <a:cubicBezTo>
                      <a:pt x="10" y="59"/>
                      <a:pt x="8" y="31"/>
                      <a:pt x="9" y="18"/>
                    </a:cubicBezTo>
                    <a:cubicBezTo>
                      <a:pt x="10" y="6"/>
                      <a:pt x="8" y="0"/>
                      <a:pt x="8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862" name="Freeform 1092">
                <a:extLst>
                  <a:ext uri="{FF2B5EF4-FFF2-40B4-BE49-F238E27FC236}">
                    <a16:creationId xmlns:a16="http://schemas.microsoft.com/office/drawing/2014/main" id="{A586EF23-6317-486C-B322-A1C8590FFA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4" y="3979"/>
                <a:ext cx="108" cy="73"/>
              </a:xfrm>
              <a:custGeom>
                <a:avLst/>
                <a:gdLst>
                  <a:gd name="T0" fmla="*/ 61 w 57"/>
                  <a:gd name="T1" fmla="*/ 204 h 39"/>
                  <a:gd name="T2" fmla="*/ 290 w 57"/>
                  <a:gd name="T3" fmla="*/ 204 h 39"/>
                  <a:gd name="T4" fmla="*/ 341 w 57"/>
                  <a:gd name="T5" fmla="*/ 0 h 39"/>
                  <a:gd name="T6" fmla="*/ 320 w 57"/>
                  <a:gd name="T7" fmla="*/ 73 h 39"/>
                  <a:gd name="T8" fmla="*/ 220 w 57"/>
                  <a:gd name="T9" fmla="*/ 120 h 39"/>
                  <a:gd name="T10" fmla="*/ 21 w 57"/>
                  <a:gd name="T11" fmla="*/ 105 h 39"/>
                  <a:gd name="T12" fmla="*/ 28 w 57"/>
                  <a:gd name="T13" fmla="*/ 204 h 3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7" h="39">
                    <a:moveTo>
                      <a:pt x="9" y="31"/>
                    </a:moveTo>
                    <a:cubicBezTo>
                      <a:pt x="17" y="39"/>
                      <a:pt x="33" y="36"/>
                      <a:pt x="43" y="31"/>
                    </a:cubicBezTo>
                    <a:cubicBezTo>
                      <a:pt x="57" y="24"/>
                      <a:pt x="55" y="14"/>
                      <a:pt x="50" y="0"/>
                    </a:cubicBezTo>
                    <a:cubicBezTo>
                      <a:pt x="49" y="5"/>
                      <a:pt x="50" y="7"/>
                      <a:pt x="47" y="11"/>
                    </a:cubicBezTo>
                    <a:cubicBezTo>
                      <a:pt x="44" y="15"/>
                      <a:pt x="36" y="17"/>
                      <a:pt x="32" y="18"/>
                    </a:cubicBezTo>
                    <a:cubicBezTo>
                      <a:pt x="22" y="21"/>
                      <a:pt x="12" y="18"/>
                      <a:pt x="3" y="16"/>
                    </a:cubicBezTo>
                    <a:cubicBezTo>
                      <a:pt x="0" y="20"/>
                      <a:pt x="4" y="27"/>
                      <a:pt x="4" y="31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863" name="Freeform 1093">
                <a:extLst>
                  <a:ext uri="{FF2B5EF4-FFF2-40B4-BE49-F238E27FC236}">
                    <a16:creationId xmlns:a16="http://schemas.microsoft.com/office/drawing/2014/main" id="{F08071DF-4398-48DF-A9FF-3F133EC3FB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1" y="3880"/>
                <a:ext cx="117" cy="163"/>
              </a:xfrm>
              <a:custGeom>
                <a:avLst/>
                <a:gdLst>
                  <a:gd name="T0" fmla="*/ 0 w 61"/>
                  <a:gd name="T1" fmla="*/ 586 h 86"/>
                  <a:gd name="T2" fmla="*/ 121 w 61"/>
                  <a:gd name="T3" fmla="*/ 565 h 86"/>
                  <a:gd name="T4" fmla="*/ 217 w 61"/>
                  <a:gd name="T5" fmla="*/ 571 h 86"/>
                  <a:gd name="T6" fmla="*/ 301 w 61"/>
                  <a:gd name="T7" fmla="*/ 546 h 86"/>
                  <a:gd name="T8" fmla="*/ 361 w 61"/>
                  <a:gd name="T9" fmla="*/ 449 h 86"/>
                  <a:gd name="T10" fmla="*/ 386 w 61"/>
                  <a:gd name="T11" fmla="*/ 212 h 86"/>
                  <a:gd name="T12" fmla="*/ 368 w 61"/>
                  <a:gd name="T13" fmla="*/ 0 h 86"/>
                  <a:gd name="T14" fmla="*/ 301 w 61"/>
                  <a:gd name="T15" fmla="*/ 116 h 86"/>
                  <a:gd name="T16" fmla="*/ 309 w 61"/>
                  <a:gd name="T17" fmla="*/ 273 h 86"/>
                  <a:gd name="T18" fmla="*/ 247 w 61"/>
                  <a:gd name="T19" fmla="*/ 402 h 86"/>
                  <a:gd name="T20" fmla="*/ 148 w 61"/>
                  <a:gd name="T21" fmla="*/ 525 h 8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1" h="86">
                    <a:moveTo>
                      <a:pt x="0" y="86"/>
                    </a:moveTo>
                    <a:cubicBezTo>
                      <a:pt x="6" y="83"/>
                      <a:pt x="11" y="82"/>
                      <a:pt x="17" y="83"/>
                    </a:cubicBezTo>
                    <a:cubicBezTo>
                      <a:pt x="22" y="83"/>
                      <a:pt x="26" y="85"/>
                      <a:pt x="31" y="84"/>
                    </a:cubicBezTo>
                    <a:cubicBezTo>
                      <a:pt x="35" y="84"/>
                      <a:pt x="40" y="81"/>
                      <a:pt x="43" y="80"/>
                    </a:cubicBezTo>
                    <a:cubicBezTo>
                      <a:pt x="49" y="76"/>
                      <a:pt x="49" y="72"/>
                      <a:pt x="51" y="66"/>
                    </a:cubicBezTo>
                    <a:cubicBezTo>
                      <a:pt x="54" y="54"/>
                      <a:pt x="54" y="43"/>
                      <a:pt x="55" y="31"/>
                    </a:cubicBezTo>
                    <a:cubicBezTo>
                      <a:pt x="56" y="21"/>
                      <a:pt x="61" y="7"/>
                      <a:pt x="52" y="0"/>
                    </a:cubicBezTo>
                    <a:cubicBezTo>
                      <a:pt x="49" y="4"/>
                      <a:pt x="44" y="12"/>
                      <a:pt x="43" y="17"/>
                    </a:cubicBezTo>
                    <a:cubicBezTo>
                      <a:pt x="42" y="24"/>
                      <a:pt x="45" y="32"/>
                      <a:pt x="44" y="40"/>
                    </a:cubicBezTo>
                    <a:cubicBezTo>
                      <a:pt x="43" y="47"/>
                      <a:pt x="40" y="53"/>
                      <a:pt x="35" y="59"/>
                    </a:cubicBezTo>
                    <a:cubicBezTo>
                      <a:pt x="31" y="65"/>
                      <a:pt x="29" y="77"/>
                      <a:pt x="21" y="77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864" name="Freeform 1094">
                <a:extLst>
                  <a:ext uri="{FF2B5EF4-FFF2-40B4-BE49-F238E27FC236}">
                    <a16:creationId xmlns:a16="http://schemas.microsoft.com/office/drawing/2014/main" id="{181A38F9-4746-408B-87BB-1A8A42F684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2" y="2053"/>
                <a:ext cx="33" cy="13"/>
              </a:xfrm>
              <a:custGeom>
                <a:avLst/>
                <a:gdLst>
                  <a:gd name="T0" fmla="*/ 0 w 17"/>
                  <a:gd name="T1" fmla="*/ 37 h 7"/>
                  <a:gd name="T2" fmla="*/ 60 w 17"/>
                  <a:gd name="T3" fmla="*/ 0 h 7"/>
                  <a:gd name="T4" fmla="*/ 124 w 17"/>
                  <a:gd name="T5" fmla="*/ 45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7">
                    <a:moveTo>
                      <a:pt x="0" y="6"/>
                    </a:moveTo>
                    <a:cubicBezTo>
                      <a:pt x="4" y="1"/>
                      <a:pt x="5" y="0"/>
                      <a:pt x="8" y="0"/>
                    </a:cubicBezTo>
                    <a:cubicBezTo>
                      <a:pt x="12" y="0"/>
                      <a:pt x="13" y="1"/>
                      <a:pt x="17" y="7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865" name="Freeform 1095">
                <a:extLst>
                  <a:ext uri="{FF2B5EF4-FFF2-40B4-BE49-F238E27FC236}">
                    <a16:creationId xmlns:a16="http://schemas.microsoft.com/office/drawing/2014/main" id="{B8E39BA5-CB1C-419E-BEE8-95D96781B2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8" y="2060"/>
                <a:ext cx="21" cy="10"/>
              </a:xfrm>
              <a:custGeom>
                <a:avLst/>
                <a:gdLst>
                  <a:gd name="T0" fmla="*/ 0 w 11"/>
                  <a:gd name="T1" fmla="*/ 0 h 5"/>
                  <a:gd name="T2" fmla="*/ 76 w 11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5">
                    <a:moveTo>
                      <a:pt x="0" y="0"/>
                    </a:moveTo>
                    <a:cubicBezTo>
                      <a:pt x="2" y="5"/>
                      <a:pt x="10" y="5"/>
                      <a:pt x="11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866" name="Freeform 1096">
                <a:extLst>
                  <a:ext uri="{FF2B5EF4-FFF2-40B4-BE49-F238E27FC236}">
                    <a16:creationId xmlns:a16="http://schemas.microsoft.com/office/drawing/2014/main" id="{F7E2EB60-4E08-4480-8750-1961543A79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3" y="1270"/>
                <a:ext cx="158" cy="19"/>
              </a:xfrm>
              <a:custGeom>
                <a:avLst/>
                <a:gdLst>
                  <a:gd name="T0" fmla="*/ 0 w 83"/>
                  <a:gd name="T1" fmla="*/ 0 h 10"/>
                  <a:gd name="T2" fmla="*/ 160 w 83"/>
                  <a:gd name="T3" fmla="*/ 36 h 10"/>
                  <a:gd name="T4" fmla="*/ 329 w 83"/>
                  <a:gd name="T5" fmla="*/ 36 h 10"/>
                  <a:gd name="T6" fmla="*/ 558 w 83"/>
                  <a:gd name="T7" fmla="*/ 48 h 10"/>
                  <a:gd name="T8" fmla="*/ 573 w 83"/>
                  <a:gd name="T9" fmla="*/ 68 h 10"/>
                  <a:gd name="T10" fmla="*/ 565 w 83"/>
                  <a:gd name="T11" fmla="*/ 36 h 10"/>
                  <a:gd name="T12" fmla="*/ 329 w 83"/>
                  <a:gd name="T13" fmla="*/ 21 h 10"/>
                  <a:gd name="T14" fmla="*/ 160 w 83"/>
                  <a:gd name="T15" fmla="*/ 21 h 10"/>
                  <a:gd name="T16" fmla="*/ 0 w 83"/>
                  <a:gd name="T17" fmla="*/ 0 h 1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3" h="10">
                    <a:moveTo>
                      <a:pt x="0" y="0"/>
                    </a:moveTo>
                    <a:cubicBezTo>
                      <a:pt x="4" y="0"/>
                      <a:pt x="18" y="3"/>
                      <a:pt x="23" y="5"/>
                    </a:cubicBezTo>
                    <a:cubicBezTo>
                      <a:pt x="27" y="7"/>
                      <a:pt x="37" y="6"/>
                      <a:pt x="48" y="5"/>
                    </a:cubicBezTo>
                    <a:cubicBezTo>
                      <a:pt x="62" y="4"/>
                      <a:pt x="77" y="2"/>
                      <a:pt x="81" y="7"/>
                    </a:cubicBezTo>
                    <a:cubicBezTo>
                      <a:pt x="82" y="7"/>
                      <a:pt x="83" y="8"/>
                      <a:pt x="83" y="10"/>
                    </a:cubicBezTo>
                    <a:cubicBezTo>
                      <a:pt x="83" y="8"/>
                      <a:pt x="83" y="7"/>
                      <a:pt x="82" y="5"/>
                    </a:cubicBezTo>
                    <a:cubicBezTo>
                      <a:pt x="78" y="0"/>
                      <a:pt x="63" y="2"/>
                      <a:pt x="48" y="3"/>
                    </a:cubicBezTo>
                    <a:cubicBezTo>
                      <a:pt x="37" y="4"/>
                      <a:pt x="27" y="5"/>
                      <a:pt x="23" y="3"/>
                    </a:cubicBezTo>
                    <a:cubicBezTo>
                      <a:pt x="19" y="1"/>
                      <a:pt x="6" y="1"/>
                      <a:pt x="0" y="0"/>
                    </a:cubicBezTo>
                  </a:path>
                </a:pathLst>
              </a:custGeom>
              <a:solidFill>
                <a:srgbClr val="7575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867" name="Freeform 1097">
                <a:extLst>
                  <a:ext uri="{FF2B5EF4-FFF2-40B4-BE49-F238E27FC236}">
                    <a16:creationId xmlns:a16="http://schemas.microsoft.com/office/drawing/2014/main" id="{8DE20050-14BC-4A36-A9CB-8335C8BA03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6" y="1308"/>
                <a:ext cx="31" cy="17"/>
              </a:xfrm>
              <a:custGeom>
                <a:avLst/>
                <a:gdLst>
                  <a:gd name="T0" fmla="*/ 0 w 16"/>
                  <a:gd name="T1" fmla="*/ 0 h 9"/>
                  <a:gd name="T2" fmla="*/ 52 w 16"/>
                  <a:gd name="T3" fmla="*/ 60 h 9"/>
                  <a:gd name="T4" fmla="*/ 116 w 16"/>
                  <a:gd name="T5" fmla="*/ 8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9">
                    <a:moveTo>
                      <a:pt x="0" y="0"/>
                    </a:moveTo>
                    <a:cubicBezTo>
                      <a:pt x="2" y="5"/>
                      <a:pt x="4" y="9"/>
                      <a:pt x="7" y="9"/>
                    </a:cubicBezTo>
                    <a:cubicBezTo>
                      <a:pt x="9" y="9"/>
                      <a:pt x="12" y="6"/>
                      <a:pt x="16" y="1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868" name="Freeform 1098">
                <a:extLst>
                  <a:ext uri="{FF2B5EF4-FFF2-40B4-BE49-F238E27FC236}">
                    <a16:creationId xmlns:a16="http://schemas.microsoft.com/office/drawing/2014/main" id="{949BD14D-6079-48C4-A8CE-343F1C5D60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6" y="3984"/>
                <a:ext cx="27" cy="63"/>
              </a:xfrm>
              <a:custGeom>
                <a:avLst/>
                <a:gdLst>
                  <a:gd name="T0" fmla="*/ 93 w 14"/>
                  <a:gd name="T1" fmla="*/ 0 h 33"/>
                  <a:gd name="T2" fmla="*/ 71 w 14"/>
                  <a:gd name="T3" fmla="*/ 69 h 33"/>
                  <a:gd name="T4" fmla="*/ 37 w 14"/>
                  <a:gd name="T5" fmla="*/ 229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33">
                    <a:moveTo>
                      <a:pt x="13" y="0"/>
                    </a:moveTo>
                    <a:cubicBezTo>
                      <a:pt x="14" y="3"/>
                      <a:pt x="12" y="7"/>
                      <a:pt x="10" y="10"/>
                    </a:cubicBezTo>
                    <a:cubicBezTo>
                      <a:pt x="6" y="14"/>
                      <a:pt x="0" y="26"/>
                      <a:pt x="5" y="33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869" name="Freeform 1099">
                <a:extLst>
                  <a:ext uri="{FF2B5EF4-FFF2-40B4-BE49-F238E27FC236}">
                    <a16:creationId xmlns:a16="http://schemas.microsoft.com/office/drawing/2014/main" id="{0A700833-9C58-4339-9C02-721CEF7DD6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6" y="3986"/>
                <a:ext cx="36" cy="63"/>
              </a:xfrm>
              <a:custGeom>
                <a:avLst/>
                <a:gdLst>
                  <a:gd name="T0" fmla="*/ 129 w 19"/>
                  <a:gd name="T1" fmla="*/ 0 h 33"/>
                  <a:gd name="T2" fmla="*/ 53 w 19"/>
                  <a:gd name="T3" fmla="*/ 84 h 33"/>
                  <a:gd name="T4" fmla="*/ 21 w 19"/>
                  <a:gd name="T5" fmla="*/ 229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33">
                    <a:moveTo>
                      <a:pt x="19" y="0"/>
                    </a:moveTo>
                    <a:cubicBezTo>
                      <a:pt x="16" y="6"/>
                      <a:pt x="10" y="10"/>
                      <a:pt x="8" y="12"/>
                    </a:cubicBezTo>
                    <a:cubicBezTo>
                      <a:pt x="2" y="19"/>
                      <a:pt x="0" y="27"/>
                      <a:pt x="3" y="33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870" name="Freeform 1100">
                <a:extLst>
                  <a:ext uri="{FF2B5EF4-FFF2-40B4-BE49-F238E27FC236}">
                    <a16:creationId xmlns:a16="http://schemas.microsoft.com/office/drawing/2014/main" id="{A292EA57-4250-45BE-A916-18D46ACEFF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4" y="3982"/>
                <a:ext cx="40" cy="61"/>
              </a:xfrm>
              <a:custGeom>
                <a:avLst/>
                <a:gdLst>
                  <a:gd name="T0" fmla="*/ 145 w 21"/>
                  <a:gd name="T1" fmla="*/ 0 h 32"/>
                  <a:gd name="T2" fmla="*/ 61 w 21"/>
                  <a:gd name="T3" fmla="*/ 97 h 32"/>
                  <a:gd name="T4" fmla="*/ 8 w 21"/>
                  <a:gd name="T5" fmla="*/ 221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32">
                    <a:moveTo>
                      <a:pt x="21" y="0"/>
                    </a:moveTo>
                    <a:cubicBezTo>
                      <a:pt x="18" y="4"/>
                      <a:pt x="13" y="9"/>
                      <a:pt x="9" y="14"/>
                    </a:cubicBezTo>
                    <a:cubicBezTo>
                      <a:pt x="5" y="18"/>
                      <a:pt x="0" y="25"/>
                      <a:pt x="1" y="32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871" name="Freeform 1101">
                <a:extLst>
                  <a:ext uri="{FF2B5EF4-FFF2-40B4-BE49-F238E27FC236}">
                    <a16:creationId xmlns:a16="http://schemas.microsoft.com/office/drawing/2014/main" id="{F6126466-9D9D-44FE-BA05-06F7CBC7CB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9" y="3975"/>
                <a:ext cx="28" cy="45"/>
              </a:xfrm>
              <a:custGeom>
                <a:avLst/>
                <a:gdLst>
                  <a:gd name="T0" fmla="*/ 97 w 15"/>
                  <a:gd name="T1" fmla="*/ 0 h 24"/>
                  <a:gd name="T2" fmla="*/ 39 w 15"/>
                  <a:gd name="T3" fmla="*/ 68 h 24"/>
                  <a:gd name="T4" fmla="*/ 0 w 15"/>
                  <a:gd name="T5" fmla="*/ 158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24">
                    <a:moveTo>
                      <a:pt x="15" y="0"/>
                    </a:moveTo>
                    <a:cubicBezTo>
                      <a:pt x="13" y="3"/>
                      <a:pt x="9" y="7"/>
                      <a:pt x="6" y="10"/>
                    </a:cubicBezTo>
                    <a:cubicBezTo>
                      <a:pt x="3" y="13"/>
                      <a:pt x="0" y="19"/>
                      <a:pt x="0" y="24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872" name="Freeform 1102">
                <a:extLst>
                  <a:ext uri="{FF2B5EF4-FFF2-40B4-BE49-F238E27FC236}">
                    <a16:creationId xmlns:a16="http://schemas.microsoft.com/office/drawing/2014/main" id="{720A6924-F750-41E2-9D39-CA22771C20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3" y="4009"/>
                <a:ext cx="40" cy="23"/>
              </a:xfrm>
              <a:custGeom>
                <a:avLst/>
                <a:gdLst>
                  <a:gd name="T0" fmla="*/ 0 w 21"/>
                  <a:gd name="T1" fmla="*/ 84 h 12"/>
                  <a:gd name="T2" fmla="*/ 109 w 21"/>
                  <a:gd name="T3" fmla="*/ 84 h 12"/>
                  <a:gd name="T4" fmla="*/ 76 w 21"/>
                  <a:gd name="T5" fmla="*/ 8 h 12"/>
                  <a:gd name="T6" fmla="*/ 0 w 21"/>
                  <a:gd name="T7" fmla="*/ 84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12">
                    <a:moveTo>
                      <a:pt x="0" y="12"/>
                    </a:moveTo>
                    <a:cubicBezTo>
                      <a:pt x="7" y="10"/>
                      <a:pt x="14" y="11"/>
                      <a:pt x="16" y="12"/>
                    </a:cubicBezTo>
                    <a:cubicBezTo>
                      <a:pt x="21" y="4"/>
                      <a:pt x="15" y="0"/>
                      <a:pt x="11" y="1"/>
                    </a:cubicBezTo>
                    <a:cubicBezTo>
                      <a:pt x="2" y="1"/>
                      <a:pt x="0" y="9"/>
                      <a:pt x="0" y="12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873" name="Freeform 1103">
                <a:extLst>
                  <a:ext uri="{FF2B5EF4-FFF2-40B4-BE49-F238E27FC236}">
                    <a16:creationId xmlns:a16="http://schemas.microsoft.com/office/drawing/2014/main" id="{360FDE80-3E69-4FA0-AB90-F2907683DC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1" y="4026"/>
                <a:ext cx="19" cy="17"/>
              </a:xfrm>
              <a:custGeom>
                <a:avLst/>
                <a:gdLst>
                  <a:gd name="T0" fmla="*/ 0 w 10"/>
                  <a:gd name="T1" fmla="*/ 60 h 9"/>
                  <a:gd name="T2" fmla="*/ 68 w 10"/>
                  <a:gd name="T3" fmla="*/ 60 h 9"/>
                  <a:gd name="T4" fmla="*/ 0 w 10"/>
                  <a:gd name="T5" fmla="*/ 60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9">
                    <a:moveTo>
                      <a:pt x="0" y="9"/>
                    </a:moveTo>
                    <a:cubicBezTo>
                      <a:pt x="2" y="9"/>
                      <a:pt x="9" y="7"/>
                      <a:pt x="10" y="9"/>
                    </a:cubicBezTo>
                    <a:cubicBezTo>
                      <a:pt x="9" y="1"/>
                      <a:pt x="0" y="0"/>
                      <a:pt x="0" y="9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874" name="Freeform 1104">
                <a:extLst>
                  <a:ext uri="{FF2B5EF4-FFF2-40B4-BE49-F238E27FC236}">
                    <a16:creationId xmlns:a16="http://schemas.microsoft.com/office/drawing/2014/main" id="{2CC3D804-855C-414D-90BB-EA400DB32A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5" y="4030"/>
                <a:ext cx="15" cy="15"/>
              </a:xfrm>
              <a:custGeom>
                <a:avLst/>
                <a:gdLst>
                  <a:gd name="T0" fmla="*/ 0 w 8"/>
                  <a:gd name="T1" fmla="*/ 45 h 8"/>
                  <a:gd name="T2" fmla="*/ 53 w 8"/>
                  <a:gd name="T3" fmla="*/ 39 h 8"/>
                  <a:gd name="T4" fmla="*/ 0 w 8"/>
                  <a:gd name="T5" fmla="*/ 45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8">
                    <a:moveTo>
                      <a:pt x="0" y="7"/>
                    </a:moveTo>
                    <a:cubicBezTo>
                      <a:pt x="1" y="8"/>
                      <a:pt x="6" y="8"/>
                      <a:pt x="8" y="6"/>
                    </a:cubicBezTo>
                    <a:cubicBezTo>
                      <a:pt x="7" y="0"/>
                      <a:pt x="0" y="3"/>
                      <a:pt x="0" y="7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875" name="Freeform 1105">
                <a:extLst>
                  <a:ext uri="{FF2B5EF4-FFF2-40B4-BE49-F238E27FC236}">
                    <a16:creationId xmlns:a16="http://schemas.microsoft.com/office/drawing/2014/main" id="{BC297AA3-3C39-4A4F-8D5C-B7514179C5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2" y="4015"/>
                <a:ext cx="14" cy="15"/>
              </a:xfrm>
              <a:custGeom>
                <a:avLst/>
                <a:gdLst>
                  <a:gd name="T0" fmla="*/ 0 w 7"/>
                  <a:gd name="T1" fmla="*/ 32 h 8"/>
                  <a:gd name="T2" fmla="*/ 48 w 7"/>
                  <a:gd name="T3" fmla="*/ 39 h 8"/>
                  <a:gd name="T4" fmla="*/ 0 w 7"/>
                  <a:gd name="T5" fmla="*/ 32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8">
                    <a:moveTo>
                      <a:pt x="0" y="5"/>
                    </a:moveTo>
                    <a:cubicBezTo>
                      <a:pt x="1" y="7"/>
                      <a:pt x="4" y="8"/>
                      <a:pt x="6" y="6"/>
                    </a:cubicBezTo>
                    <a:cubicBezTo>
                      <a:pt x="7" y="0"/>
                      <a:pt x="1" y="1"/>
                      <a:pt x="0" y="5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876" name="Freeform 1106">
                <a:extLst>
                  <a:ext uri="{FF2B5EF4-FFF2-40B4-BE49-F238E27FC236}">
                    <a16:creationId xmlns:a16="http://schemas.microsoft.com/office/drawing/2014/main" id="{9BA97CA1-C634-4E96-A995-356F6D44E5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" y="2559"/>
                <a:ext cx="65" cy="45"/>
              </a:xfrm>
              <a:custGeom>
                <a:avLst/>
                <a:gdLst>
                  <a:gd name="T0" fmla="*/ 0 w 34"/>
                  <a:gd name="T1" fmla="*/ 0 h 24"/>
                  <a:gd name="T2" fmla="*/ 84 w 34"/>
                  <a:gd name="T3" fmla="*/ 84 h 24"/>
                  <a:gd name="T4" fmla="*/ 189 w 34"/>
                  <a:gd name="T5" fmla="*/ 133 h 24"/>
                  <a:gd name="T6" fmla="*/ 237 w 34"/>
                  <a:gd name="T7" fmla="*/ 158 h 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4" h="24">
                    <a:moveTo>
                      <a:pt x="0" y="0"/>
                    </a:moveTo>
                    <a:cubicBezTo>
                      <a:pt x="3" y="2"/>
                      <a:pt x="8" y="11"/>
                      <a:pt x="12" y="13"/>
                    </a:cubicBezTo>
                    <a:cubicBezTo>
                      <a:pt x="17" y="16"/>
                      <a:pt x="23" y="18"/>
                      <a:pt x="27" y="20"/>
                    </a:cubicBezTo>
                    <a:cubicBezTo>
                      <a:pt x="29" y="22"/>
                      <a:pt x="32" y="22"/>
                      <a:pt x="34" y="24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877" name="Freeform 1107">
                <a:extLst>
                  <a:ext uri="{FF2B5EF4-FFF2-40B4-BE49-F238E27FC236}">
                    <a16:creationId xmlns:a16="http://schemas.microsoft.com/office/drawing/2014/main" id="{6D6F0B10-EE57-4E71-AACE-8F112865E6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" y="2570"/>
                <a:ext cx="49" cy="47"/>
              </a:xfrm>
              <a:custGeom>
                <a:avLst/>
                <a:gdLst>
                  <a:gd name="T0" fmla="*/ 173 w 26"/>
                  <a:gd name="T1" fmla="*/ 165 h 25"/>
                  <a:gd name="T2" fmla="*/ 60 w 26"/>
                  <a:gd name="T3" fmla="*/ 100 h 25"/>
                  <a:gd name="T4" fmla="*/ 0 w 26"/>
                  <a:gd name="T5" fmla="*/ 0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25">
                    <a:moveTo>
                      <a:pt x="26" y="25"/>
                    </a:moveTo>
                    <a:cubicBezTo>
                      <a:pt x="18" y="17"/>
                      <a:pt x="14" y="17"/>
                      <a:pt x="9" y="15"/>
                    </a:cubicBezTo>
                    <a:cubicBezTo>
                      <a:pt x="9" y="13"/>
                      <a:pt x="3" y="4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878" name="Freeform 1108">
                <a:extLst>
                  <a:ext uri="{FF2B5EF4-FFF2-40B4-BE49-F238E27FC236}">
                    <a16:creationId xmlns:a16="http://schemas.microsoft.com/office/drawing/2014/main" id="{BE81B713-E42C-440F-8B13-11129ADE3E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" y="2504"/>
                <a:ext cx="67" cy="87"/>
              </a:xfrm>
              <a:custGeom>
                <a:avLst/>
                <a:gdLst>
                  <a:gd name="T0" fmla="*/ 245 w 35"/>
                  <a:gd name="T1" fmla="*/ 305 h 46"/>
                  <a:gd name="T2" fmla="*/ 147 w 35"/>
                  <a:gd name="T3" fmla="*/ 221 h 46"/>
                  <a:gd name="T4" fmla="*/ 121 w 35"/>
                  <a:gd name="T5" fmla="*/ 68 h 46"/>
                  <a:gd name="T6" fmla="*/ 84 w 35"/>
                  <a:gd name="T7" fmla="*/ 0 h 46"/>
                  <a:gd name="T8" fmla="*/ 0 w 35"/>
                  <a:gd name="T9" fmla="*/ 129 h 46"/>
                  <a:gd name="T10" fmla="*/ 29 w 35"/>
                  <a:gd name="T11" fmla="*/ 244 h 4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5" h="46">
                    <a:moveTo>
                      <a:pt x="35" y="45"/>
                    </a:moveTo>
                    <a:cubicBezTo>
                      <a:pt x="27" y="46"/>
                      <a:pt x="21" y="38"/>
                      <a:pt x="21" y="33"/>
                    </a:cubicBezTo>
                    <a:cubicBezTo>
                      <a:pt x="19" y="28"/>
                      <a:pt x="18" y="14"/>
                      <a:pt x="17" y="10"/>
                    </a:cubicBezTo>
                    <a:cubicBezTo>
                      <a:pt x="17" y="6"/>
                      <a:pt x="16" y="1"/>
                      <a:pt x="12" y="0"/>
                    </a:cubicBezTo>
                    <a:cubicBezTo>
                      <a:pt x="6" y="5"/>
                      <a:pt x="0" y="13"/>
                      <a:pt x="0" y="19"/>
                    </a:cubicBezTo>
                    <a:cubicBezTo>
                      <a:pt x="0" y="25"/>
                      <a:pt x="4" y="30"/>
                      <a:pt x="4" y="36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879" name="Freeform 1109">
                <a:extLst>
                  <a:ext uri="{FF2B5EF4-FFF2-40B4-BE49-F238E27FC236}">
                    <a16:creationId xmlns:a16="http://schemas.microsoft.com/office/drawing/2014/main" id="{92EEBFD4-DD4A-46E1-8EF2-1552ABCE1F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5" y="2633"/>
                <a:ext cx="21" cy="9"/>
              </a:xfrm>
              <a:custGeom>
                <a:avLst/>
                <a:gdLst>
                  <a:gd name="T0" fmla="*/ 76 w 11"/>
                  <a:gd name="T1" fmla="*/ 29 h 5"/>
                  <a:gd name="T2" fmla="*/ 0 w 11"/>
                  <a:gd name="T3" fmla="*/ 16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5">
                    <a:moveTo>
                      <a:pt x="11" y="5"/>
                    </a:moveTo>
                    <a:cubicBezTo>
                      <a:pt x="7" y="1"/>
                      <a:pt x="1" y="0"/>
                      <a:pt x="0" y="3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880" name="Freeform 1110">
                <a:extLst>
                  <a:ext uri="{FF2B5EF4-FFF2-40B4-BE49-F238E27FC236}">
                    <a16:creationId xmlns:a16="http://schemas.microsoft.com/office/drawing/2014/main" id="{7727180F-5600-4EAD-B3FD-C5B71BE215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" y="2595"/>
                <a:ext cx="10" cy="11"/>
              </a:xfrm>
              <a:custGeom>
                <a:avLst/>
                <a:gdLst>
                  <a:gd name="T0" fmla="*/ 40 w 5"/>
                  <a:gd name="T1" fmla="*/ 13 h 6"/>
                  <a:gd name="T2" fmla="*/ 0 w 5"/>
                  <a:gd name="T3" fmla="*/ 37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6">
                    <a:moveTo>
                      <a:pt x="5" y="2"/>
                    </a:moveTo>
                    <a:cubicBezTo>
                      <a:pt x="3" y="0"/>
                      <a:pt x="2" y="3"/>
                      <a:pt x="0" y="6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881" name="Freeform 1111">
                <a:extLst>
                  <a:ext uri="{FF2B5EF4-FFF2-40B4-BE49-F238E27FC236}">
                    <a16:creationId xmlns:a16="http://schemas.microsoft.com/office/drawing/2014/main" id="{30BB0948-F37B-4985-96A2-1A9DF9F7E6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" y="2566"/>
                <a:ext cx="8" cy="4"/>
              </a:xfrm>
              <a:custGeom>
                <a:avLst/>
                <a:gdLst>
                  <a:gd name="T0" fmla="*/ 32 w 4"/>
                  <a:gd name="T1" fmla="*/ 16 h 2"/>
                  <a:gd name="T2" fmla="*/ 0 w 4"/>
                  <a:gd name="T3" fmla="*/ 8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">
                    <a:moveTo>
                      <a:pt x="4" y="2"/>
                    </a:moveTo>
                    <a:cubicBezTo>
                      <a:pt x="3" y="0"/>
                      <a:pt x="2" y="0"/>
                      <a:pt x="0" y="1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882" name="Freeform 1112">
                <a:extLst>
                  <a:ext uri="{FF2B5EF4-FFF2-40B4-BE49-F238E27FC236}">
                    <a16:creationId xmlns:a16="http://schemas.microsoft.com/office/drawing/2014/main" id="{46465F5A-A10C-41D4-B39D-FCB91DCFF0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0" y="2494"/>
                <a:ext cx="6" cy="17"/>
              </a:xfrm>
              <a:custGeom>
                <a:avLst/>
                <a:gdLst>
                  <a:gd name="T0" fmla="*/ 24 w 3"/>
                  <a:gd name="T1" fmla="*/ 60 h 9"/>
                  <a:gd name="T2" fmla="*/ 0 w 3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9">
                    <a:moveTo>
                      <a:pt x="3" y="9"/>
                    </a:moveTo>
                    <a:cubicBezTo>
                      <a:pt x="3" y="5"/>
                      <a:pt x="1" y="3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883" name="Freeform 1113">
                <a:extLst>
                  <a:ext uri="{FF2B5EF4-FFF2-40B4-BE49-F238E27FC236}">
                    <a16:creationId xmlns:a16="http://schemas.microsoft.com/office/drawing/2014/main" id="{541B4EF1-BB24-4D1C-A58F-728A5D218D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5" y="2502"/>
                <a:ext cx="13" cy="2"/>
              </a:xfrm>
              <a:custGeom>
                <a:avLst/>
                <a:gdLst>
                  <a:gd name="T0" fmla="*/ 45 w 7"/>
                  <a:gd name="T1" fmla="*/ 8 h 1"/>
                  <a:gd name="T2" fmla="*/ 0 w 7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">
                    <a:moveTo>
                      <a:pt x="7" y="1"/>
                    </a:moveTo>
                    <a:cubicBezTo>
                      <a:pt x="4" y="0"/>
                      <a:pt x="2" y="0"/>
                      <a:pt x="0" y="1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884" name="Freeform 1114">
                <a:extLst>
                  <a:ext uri="{FF2B5EF4-FFF2-40B4-BE49-F238E27FC236}">
                    <a16:creationId xmlns:a16="http://schemas.microsoft.com/office/drawing/2014/main" id="{B94241F6-1C56-48EA-8016-FD75BAD8EB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2" y="2530"/>
                <a:ext cx="8" cy="4"/>
              </a:xfrm>
              <a:custGeom>
                <a:avLst/>
                <a:gdLst>
                  <a:gd name="T0" fmla="*/ 32 w 4"/>
                  <a:gd name="T1" fmla="*/ 16 h 2"/>
                  <a:gd name="T2" fmla="*/ 0 w 4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0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885" name="Freeform 1115">
                <a:extLst>
                  <a:ext uri="{FF2B5EF4-FFF2-40B4-BE49-F238E27FC236}">
                    <a16:creationId xmlns:a16="http://schemas.microsoft.com/office/drawing/2014/main" id="{B5C2DF46-DC9E-4D61-9DE7-5D06996F61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" y="2526"/>
                <a:ext cx="36" cy="44"/>
              </a:xfrm>
              <a:custGeom>
                <a:avLst/>
                <a:gdLst>
                  <a:gd name="T0" fmla="*/ 129 w 19"/>
                  <a:gd name="T1" fmla="*/ 161 h 23"/>
                  <a:gd name="T2" fmla="*/ 53 w 19"/>
                  <a:gd name="T3" fmla="*/ 124 h 23"/>
                  <a:gd name="T4" fmla="*/ 0 w 19"/>
                  <a:gd name="T5" fmla="*/ 0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23">
                    <a:moveTo>
                      <a:pt x="19" y="23"/>
                    </a:moveTo>
                    <a:cubicBezTo>
                      <a:pt x="16" y="21"/>
                      <a:pt x="10" y="23"/>
                      <a:pt x="8" y="18"/>
                    </a:cubicBezTo>
                    <a:cubicBezTo>
                      <a:pt x="6" y="12"/>
                      <a:pt x="1" y="8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886" name="Freeform 1116">
                <a:extLst>
                  <a:ext uri="{FF2B5EF4-FFF2-40B4-BE49-F238E27FC236}">
                    <a16:creationId xmlns:a16="http://schemas.microsoft.com/office/drawing/2014/main" id="{FEA6BCC6-DB6E-4ED1-B666-99D5FAFBD1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9" y="2515"/>
                <a:ext cx="22" cy="40"/>
              </a:xfrm>
              <a:custGeom>
                <a:avLst/>
                <a:gdLst>
                  <a:gd name="T0" fmla="*/ 73 w 12"/>
                  <a:gd name="T1" fmla="*/ 145 h 21"/>
                  <a:gd name="T2" fmla="*/ 44 w 12"/>
                  <a:gd name="T3" fmla="*/ 131 h 21"/>
                  <a:gd name="T4" fmla="*/ 0 w 12"/>
                  <a:gd name="T5" fmla="*/ 0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21">
                    <a:moveTo>
                      <a:pt x="12" y="21"/>
                    </a:moveTo>
                    <a:cubicBezTo>
                      <a:pt x="11" y="18"/>
                      <a:pt x="10" y="20"/>
                      <a:pt x="7" y="19"/>
                    </a:cubicBezTo>
                    <a:cubicBezTo>
                      <a:pt x="5" y="17"/>
                      <a:pt x="1" y="5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887" name="Freeform 1117">
                <a:extLst>
                  <a:ext uri="{FF2B5EF4-FFF2-40B4-BE49-F238E27FC236}">
                    <a16:creationId xmlns:a16="http://schemas.microsoft.com/office/drawing/2014/main" id="{A567FE3B-4823-412E-B22E-9935C60041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2" y="2564"/>
                <a:ext cx="4" cy="17"/>
              </a:xfrm>
              <a:custGeom>
                <a:avLst/>
                <a:gdLst>
                  <a:gd name="T0" fmla="*/ 16 w 2"/>
                  <a:gd name="T1" fmla="*/ 0 h 9"/>
                  <a:gd name="T2" fmla="*/ 16 w 2"/>
                  <a:gd name="T3" fmla="*/ 6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9">
                    <a:moveTo>
                      <a:pt x="2" y="0"/>
                    </a:moveTo>
                    <a:cubicBezTo>
                      <a:pt x="0" y="1"/>
                      <a:pt x="1" y="7"/>
                      <a:pt x="2" y="9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888" name="Freeform 1118">
                <a:extLst>
                  <a:ext uri="{FF2B5EF4-FFF2-40B4-BE49-F238E27FC236}">
                    <a16:creationId xmlns:a16="http://schemas.microsoft.com/office/drawing/2014/main" id="{C43FAABA-7732-469A-8F2E-B1C3D5808B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8" y="2430"/>
                <a:ext cx="161" cy="70"/>
              </a:xfrm>
              <a:custGeom>
                <a:avLst/>
                <a:gdLst>
                  <a:gd name="T0" fmla="*/ 290 w 85"/>
                  <a:gd name="T1" fmla="*/ 236 h 37"/>
                  <a:gd name="T2" fmla="*/ 288 w 85"/>
                  <a:gd name="T3" fmla="*/ 236 h 37"/>
                  <a:gd name="T4" fmla="*/ 0 w 85"/>
                  <a:gd name="T5" fmla="*/ 0 h 37"/>
                  <a:gd name="T6" fmla="*/ 288 w 85"/>
                  <a:gd name="T7" fmla="*/ 250 h 37"/>
                  <a:gd name="T8" fmla="*/ 290 w 85"/>
                  <a:gd name="T9" fmla="*/ 250 h 37"/>
                  <a:gd name="T10" fmla="*/ 578 w 85"/>
                  <a:gd name="T11" fmla="*/ 0 h 37"/>
                  <a:gd name="T12" fmla="*/ 290 w 85"/>
                  <a:gd name="T13" fmla="*/ 236 h 3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5" h="37">
                    <a:moveTo>
                      <a:pt x="43" y="35"/>
                    </a:moveTo>
                    <a:cubicBezTo>
                      <a:pt x="42" y="35"/>
                      <a:pt x="42" y="35"/>
                      <a:pt x="42" y="35"/>
                    </a:cubicBezTo>
                    <a:cubicBezTo>
                      <a:pt x="28" y="35"/>
                      <a:pt x="7" y="16"/>
                      <a:pt x="0" y="0"/>
                    </a:cubicBezTo>
                    <a:cubicBezTo>
                      <a:pt x="7" y="16"/>
                      <a:pt x="27" y="37"/>
                      <a:pt x="42" y="37"/>
                    </a:cubicBezTo>
                    <a:cubicBezTo>
                      <a:pt x="43" y="37"/>
                      <a:pt x="43" y="37"/>
                      <a:pt x="43" y="37"/>
                    </a:cubicBezTo>
                    <a:cubicBezTo>
                      <a:pt x="58" y="37"/>
                      <a:pt x="78" y="16"/>
                      <a:pt x="85" y="0"/>
                    </a:cubicBezTo>
                    <a:cubicBezTo>
                      <a:pt x="79" y="16"/>
                      <a:pt x="57" y="35"/>
                      <a:pt x="43" y="35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889" name="Freeform 1119">
                <a:extLst>
                  <a:ext uri="{FF2B5EF4-FFF2-40B4-BE49-F238E27FC236}">
                    <a16:creationId xmlns:a16="http://schemas.microsoft.com/office/drawing/2014/main" id="{95E8E33D-9A66-41AA-913C-8AE2645FC2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8" y="3850"/>
                <a:ext cx="6" cy="34"/>
              </a:xfrm>
              <a:custGeom>
                <a:avLst/>
                <a:gdLst>
                  <a:gd name="T0" fmla="*/ 24 w 3"/>
                  <a:gd name="T1" fmla="*/ 0 h 18"/>
                  <a:gd name="T2" fmla="*/ 0 w 3"/>
                  <a:gd name="T3" fmla="*/ 121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8">
                    <a:moveTo>
                      <a:pt x="3" y="0"/>
                    </a:moveTo>
                    <a:cubicBezTo>
                      <a:pt x="3" y="7"/>
                      <a:pt x="0" y="18"/>
                      <a:pt x="0" y="18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890" name="Freeform 1120">
                <a:extLst>
                  <a:ext uri="{FF2B5EF4-FFF2-40B4-BE49-F238E27FC236}">
                    <a16:creationId xmlns:a16="http://schemas.microsoft.com/office/drawing/2014/main" id="{03F431F6-BE06-4436-8A77-ADB7CFBBA3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7" y="1270"/>
                <a:ext cx="159" cy="19"/>
              </a:xfrm>
              <a:custGeom>
                <a:avLst/>
                <a:gdLst>
                  <a:gd name="T0" fmla="*/ 421 w 83"/>
                  <a:gd name="T1" fmla="*/ 21 h 10"/>
                  <a:gd name="T2" fmla="*/ 253 w 83"/>
                  <a:gd name="T3" fmla="*/ 21 h 10"/>
                  <a:gd name="T4" fmla="*/ 8 w 83"/>
                  <a:gd name="T5" fmla="*/ 36 h 10"/>
                  <a:gd name="T6" fmla="*/ 0 w 83"/>
                  <a:gd name="T7" fmla="*/ 68 h 10"/>
                  <a:gd name="T8" fmla="*/ 15 w 83"/>
                  <a:gd name="T9" fmla="*/ 48 h 10"/>
                  <a:gd name="T10" fmla="*/ 245 w 83"/>
                  <a:gd name="T11" fmla="*/ 36 h 10"/>
                  <a:gd name="T12" fmla="*/ 429 w 83"/>
                  <a:gd name="T13" fmla="*/ 36 h 10"/>
                  <a:gd name="T14" fmla="*/ 584 w 83"/>
                  <a:gd name="T15" fmla="*/ 0 h 10"/>
                  <a:gd name="T16" fmla="*/ 421 w 83"/>
                  <a:gd name="T17" fmla="*/ 21 h 1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3" h="10">
                    <a:moveTo>
                      <a:pt x="60" y="3"/>
                    </a:moveTo>
                    <a:cubicBezTo>
                      <a:pt x="56" y="5"/>
                      <a:pt x="46" y="4"/>
                      <a:pt x="36" y="3"/>
                    </a:cubicBezTo>
                    <a:cubicBezTo>
                      <a:pt x="21" y="2"/>
                      <a:pt x="6" y="0"/>
                      <a:pt x="1" y="5"/>
                    </a:cubicBezTo>
                    <a:cubicBezTo>
                      <a:pt x="0" y="7"/>
                      <a:pt x="0" y="8"/>
                      <a:pt x="0" y="10"/>
                    </a:cubicBezTo>
                    <a:cubicBezTo>
                      <a:pt x="0" y="8"/>
                      <a:pt x="1" y="7"/>
                      <a:pt x="2" y="7"/>
                    </a:cubicBezTo>
                    <a:cubicBezTo>
                      <a:pt x="7" y="2"/>
                      <a:pt x="22" y="4"/>
                      <a:pt x="35" y="5"/>
                    </a:cubicBezTo>
                    <a:cubicBezTo>
                      <a:pt x="46" y="6"/>
                      <a:pt x="56" y="7"/>
                      <a:pt x="61" y="5"/>
                    </a:cubicBezTo>
                    <a:cubicBezTo>
                      <a:pt x="65" y="3"/>
                      <a:pt x="79" y="0"/>
                      <a:pt x="83" y="0"/>
                    </a:cubicBezTo>
                    <a:cubicBezTo>
                      <a:pt x="78" y="1"/>
                      <a:pt x="65" y="1"/>
                      <a:pt x="60" y="3"/>
                    </a:cubicBezTo>
                  </a:path>
                </a:pathLst>
              </a:custGeom>
              <a:solidFill>
                <a:srgbClr val="7575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891" name="Freeform 1121">
                <a:extLst>
                  <a:ext uri="{FF2B5EF4-FFF2-40B4-BE49-F238E27FC236}">
                    <a16:creationId xmlns:a16="http://schemas.microsoft.com/office/drawing/2014/main" id="{715BDBA4-B96F-4D18-999D-F4EE68D47E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8" y="3984"/>
                <a:ext cx="27" cy="63"/>
              </a:xfrm>
              <a:custGeom>
                <a:avLst/>
                <a:gdLst>
                  <a:gd name="T0" fmla="*/ 8 w 14"/>
                  <a:gd name="T1" fmla="*/ 0 h 33"/>
                  <a:gd name="T2" fmla="*/ 29 w 14"/>
                  <a:gd name="T3" fmla="*/ 69 h 33"/>
                  <a:gd name="T4" fmla="*/ 56 w 14"/>
                  <a:gd name="T5" fmla="*/ 229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33">
                    <a:moveTo>
                      <a:pt x="1" y="0"/>
                    </a:moveTo>
                    <a:cubicBezTo>
                      <a:pt x="0" y="3"/>
                      <a:pt x="1" y="7"/>
                      <a:pt x="4" y="10"/>
                    </a:cubicBezTo>
                    <a:cubicBezTo>
                      <a:pt x="7" y="14"/>
                      <a:pt x="14" y="26"/>
                      <a:pt x="8" y="33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892" name="Freeform 1122">
                <a:extLst>
                  <a:ext uri="{FF2B5EF4-FFF2-40B4-BE49-F238E27FC236}">
                    <a16:creationId xmlns:a16="http://schemas.microsoft.com/office/drawing/2014/main" id="{54EE70A1-54B5-4337-B545-765295639B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7" y="3986"/>
                <a:ext cx="38" cy="63"/>
              </a:xfrm>
              <a:custGeom>
                <a:avLst/>
                <a:gdLst>
                  <a:gd name="T0" fmla="*/ 0 w 20"/>
                  <a:gd name="T1" fmla="*/ 0 h 33"/>
                  <a:gd name="T2" fmla="*/ 76 w 20"/>
                  <a:gd name="T3" fmla="*/ 84 h 33"/>
                  <a:gd name="T4" fmla="*/ 108 w 20"/>
                  <a:gd name="T5" fmla="*/ 229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33">
                    <a:moveTo>
                      <a:pt x="0" y="0"/>
                    </a:moveTo>
                    <a:cubicBezTo>
                      <a:pt x="3" y="6"/>
                      <a:pt x="10" y="10"/>
                      <a:pt x="11" y="12"/>
                    </a:cubicBezTo>
                    <a:cubicBezTo>
                      <a:pt x="18" y="19"/>
                      <a:pt x="20" y="27"/>
                      <a:pt x="16" y="33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893" name="Freeform 1123">
                <a:extLst>
                  <a:ext uri="{FF2B5EF4-FFF2-40B4-BE49-F238E27FC236}">
                    <a16:creationId xmlns:a16="http://schemas.microsoft.com/office/drawing/2014/main" id="{DF0AB6DF-1C5C-41DD-9C55-C285DC7624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5" y="3982"/>
                <a:ext cx="42" cy="61"/>
              </a:xfrm>
              <a:custGeom>
                <a:avLst/>
                <a:gdLst>
                  <a:gd name="T0" fmla="*/ 0 w 22"/>
                  <a:gd name="T1" fmla="*/ 0 h 32"/>
                  <a:gd name="T2" fmla="*/ 84 w 22"/>
                  <a:gd name="T3" fmla="*/ 84 h 32"/>
                  <a:gd name="T4" fmla="*/ 145 w 22"/>
                  <a:gd name="T5" fmla="*/ 221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32">
                    <a:moveTo>
                      <a:pt x="0" y="0"/>
                    </a:moveTo>
                    <a:cubicBezTo>
                      <a:pt x="4" y="4"/>
                      <a:pt x="7" y="7"/>
                      <a:pt x="12" y="12"/>
                    </a:cubicBezTo>
                    <a:cubicBezTo>
                      <a:pt x="20" y="19"/>
                      <a:pt x="22" y="25"/>
                      <a:pt x="21" y="32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894" name="Freeform 1124">
                <a:extLst>
                  <a:ext uri="{FF2B5EF4-FFF2-40B4-BE49-F238E27FC236}">
                    <a16:creationId xmlns:a16="http://schemas.microsoft.com/office/drawing/2014/main" id="{CDA6557C-698A-42F7-82F3-2088DEFFB4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2" y="3975"/>
                <a:ext cx="30" cy="45"/>
              </a:xfrm>
              <a:custGeom>
                <a:avLst/>
                <a:gdLst>
                  <a:gd name="T0" fmla="*/ 0 w 16"/>
                  <a:gd name="T1" fmla="*/ 0 h 24"/>
                  <a:gd name="T2" fmla="*/ 60 w 16"/>
                  <a:gd name="T3" fmla="*/ 68 h 24"/>
                  <a:gd name="T4" fmla="*/ 99 w 16"/>
                  <a:gd name="T5" fmla="*/ 158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24">
                    <a:moveTo>
                      <a:pt x="0" y="0"/>
                    </a:moveTo>
                    <a:cubicBezTo>
                      <a:pt x="3" y="3"/>
                      <a:pt x="7" y="7"/>
                      <a:pt x="9" y="10"/>
                    </a:cubicBezTo>
                    <a:cubicBezTo>
                      <a:pt x="12" y="13"/>
                      <a:pt x="16" y="19"/>
                      <a:pt x="15" y="24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895" name="Freeform 1125">
                <a:extLst>
                  <a:ext uri="{FF2B5EF4-FFF2-40B4-BE49-F238E27FC236}">
                    <a16:creationId xmlns:a16="http://schemas.microsoft.com/office/drawing/2014/main" id="{07D51B24-E804-4BBA-A1F0-23F59C0837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6" y="4009"/>
                <a:ext cx="40" cy="23"/>
              </a:xfrm>
              <a:custGeom>
                <a:avLst/>
                <a:gdLst>
                  <a:gd name="T0" fmla="*/ 145 w 21"/>
                  <a:gd name="T1" fmla="*/ 84 h 12"/>
                  <a:gd name="T2" fmla="*/ 36 w 21"/>
                  <a:gd name="T3" fmla="*/ 84 h 12"/>
                  <a:gd name="T4" fmla="*/ 69 w 21"/>
                  <a:gd name="T5" fmla="*/ 8 h 12"/>
                  <a:gd name="T6" fmla="*/ 145 w 21"/>
                  <a:gd name="T7" fmla="*/ 84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12">
                    <a:moveTo>
                      <a:pt x="21" y="12"/>
                    </a:moveTo>
                    <a:cubicBezTo>
                      <a:pt x="15" y="10"/>
                      <a:pt x="7" y="11"/>
                      <a:pt x="5" y="12"/>
                    </a:cubicBezTo>
                    <a:cubicBezTo>
                      <a:pt x="0" y="4"/>
                      <a:pt x="6" y="0"/>
                      <a:pt x="10" y="1"/>
                    </a:cubicBezTo>
                    <a:cubicBezTo>
                      <a:pt x="19" y="1"/>
                      <a:pt x="21" y="9"/>
                      <a:pt x="21" y="12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896" name="Freeform 1126">
                <a:extLst>
                  <a:ext uri="{FF2B5EF4-FFF2-40B4-BE49-F238E27FC236}">
                    <a16:creationId xmlns:a16="http://schemas.microsoft.com/office/drawing/2014/main" id="{4E46B8BC-59A2-475B-B4C7-2FF34C0997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8" y="4026"/>
                <a:ext cx="21" cy="17"/>
              </a:xfrm>
              <a:custGeom>
                <a:avLst/>
                <a:gdLst>
                  <a:gd name="T0" fmla="*/ 76 w 11"/>
                  <a:gd name="T1" fmla="*/ 60 h 9"/>
                  <a:gd name="T2" fmla="*/ 0 w 11"/>
                  <a:gd name="T3" fmla="*/ 60 h 9"/>
                  <a:gd name="T4" fmla="*/ 76 w 11"/>
                  <a:gd name="T5" fmla="*/ 60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9">
                    <a:moveTo>
                      <a:pt x="11" y="9"/>
                    </a:moveTo>
                    <a:cubicBezTo>
                      <a:pt x="9" y="9"/>
                      <a:pt x="2" y="7"/>
                      <a:pt x="0" y="9"/>
                    </a:cubicBezTo>
                    <a:cubicBezTo>
                      <a:pt x="1" y="1"/>
                      <a:pt x="10" y="0"/>
                      <a:pt x="11" y="9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897" name="Freeform 1127">
                <a:extLst>
                  <a:ext uri="{FF2B5EF4-FFF2-40B4-BE49-F238E27FC236}">
                    <a16:creationId xmlns:a16="http://schemas.microsoft.com/office/drawing/2014/main" id="{2570DE9E-BC39-4A1F-B3F4-02C17B48B4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8" y="4030"/>
                <a:ext cx="18" cy="15"/>
              </a:xfrm>
              <a:custGeom>
                <a:avLst/>
                <a:gdLst>
                  <a:gd name="T0" fmla="*/ 72 w 9"/>
                  <a:gd name="T1" fmla="*/ 45 h 8"/>
                  <a:gd name="T2" fmla="*/ 0 w 9"/>
                  <a:gd name="T3" fmla="*/ 39 h 8"/>
                  <a:gd name="T4" fmla="*/ 72 w 9"/>
                  <a:gd name="T5" fmla="*/ 45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8">
                    <a:moveTo>
                      <a:pt x="9" y="7"/>
                    </a:moveTo>
                    <a:cubicBezTo>
                      <a:pt x="7" y="8"/>
                      <a:pt x="2" y="8"/>
                      <a:pt x="0" y="6"/>
                    </a:cubicBezTo>
                    <a:cubicBezTo>
                      <a:pt x="1" y="0"/>
                      <a:pt x="9" y="3"/>
                      <a:pt x="9" y="7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898" name="Freeform 1128">
                <a:extLst>
                  <a:ext uri="{FF2B5EF4-FFF2-40B4-BE49-F238E27FC236}">
                    <a16:creationId xmlns:a16="http://schemas.microsoft.com/office/drawing/2014/main" id="{AFA8D6C9-335E-4558-9995-BB37CBBABB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5" y="4015"/>
                <a:ext cx="13" cy="15"/>
              </a:xfrm>
              <a:custGeom>
                <a:avLst/>
                <a:gdLst>
                  <a:gd name="T0" fmla="*/ 45 w 7"/>
                  <a:gd name="T1" fmla="*/ 32 h 8"/>
                  <a:gd name="T2" fmla="*/ 0 w 7"/>
                  <a:gd name="T3" fmla="*/ 39 h 8"/>
                  <a:gd name="T4" fmla="*/ 45 w 7"/>
                  <a:gd name="T5" fmla="*/ 32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8">
                    <a:moveTo>
                      <a:pt x="7" y="5"/>
                    </a:moveTo>
                    <a:cubicBezTo>
                      <a:pt x="6" y="7"/>
                      <a:pt x="3" y="8"/>
                      <a:pt x="0" y="6"/>
                    </a:cubicBezTo>
                    <a:cubicBezTo>
                      <a:pt x="0" y="0"/>
                      <a:pt x="6" y="1"/>
                      <a:pt x="7" y="5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899" name="Freeform 1129">
                <a:extLst>
                  <a:ext uri="{FF2B5EF4-FFF2-40B4-BE49-F238E27FC236}">
                    <a16:creationId xmlns:a16="http://schemas.microsoft.com/office/drawing/2014/main" id="{3385A421-7FF9-460B-BCAA-69F2DEA1E8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6" y="1660"/>
                <a:ext cx="6" cy="61"/>
              </a:xfrm>
              <a:custGeom>
                <a:avLst/>
                <a:gdLst>
                  <a:gd name="T0" fmla="*/ 0 w 3"/>
                  <a:gd name="T1" fmla="*/ 0 h 32"/>
                  <a:gd name="T2" fmla="*/ 24 w 3"/>
                  <a:gd name="T3" fmla="*/ 221 h 3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32">
                    <a:moveTo>
                      <a:pt x="0" y="0"/>
                    </a:moveTo>
                    <a:cubicBezTo>
                      <a:pt x="1" y="4"/>
                      <a:pt x="3" y="21"/>
                      <a:pt x="3" y="32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900" name="Freeform 1130">
                <a:extLst>
                  <a:ext uri="{FF2B5EF4-FFF2-40B4-BE49-F238E27FC236}">
                    <a16:creationId xmlns:a16="http://schemas.microsoft.com/office/drawing/2014/main" id="{F84E6ABA-2530-42B8-9D28-EBAA73DB0A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7" y="1649"/>
                <a:ext cx="4" cy="70"/>
              </a:xfrm>
              <a:custGeom>
                <a:avLst/>
                <a:gdLst>
                  <a:gd name="T0" fmla="*/ 16 w 2"/>
                  <a:gd name="T1" fmla="*/ 0 h 37"/>
                  <a:gd name="T2" fmla="*/ 0 w 2"/>
                  <a:gd name="T3" fmla="*/ 250 h 3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7">
                    <a:moveTo>
                      <a:pt x="2" y="0"/>
                    </a:moveTo>
                    <a:cubicBezTo>
                      <a:pt x="1" y="9"/>
                      <a:pt x="1" y="28"/>
                      <a:pt x="0" y="37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901" name="Freeform 1131">
                <a:extLst>
                  <a:ext uri="{FF2B5EF4-FFF2-40B4-BE49-F238E27FC236}">
                    <a16:creationId xmlns:a16="http://schemas.microsoft.com/office/drawing/2014/main" id="{44421908-3634-45CA-A64C-DF48E28BC4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0" y="1594"/>
                <a:ext cx="26" cy="26"/>
              </a:xfrm>
              <a:custGeom>
                <a:avLst/>
                <a:gdLst>
                  <a:gd name="T0" fmla="*/ 7 w 14"/>
                  <a:gd name="T1" fmla="*/ 45 h 14"/>
                  <a:gd name="T2" fmla="*/ 45 w 14"/>
                  <a:gd name="T3" fmla="*/ 0 h 14"/>
                  <a:gd name="T4" fmla="*/ 89 w 14"/>
                  <a:gd name="T5" fmla="*/ 37 h 14"/>
                  <a:gd name="T6" fmla="*/ 52 w 14"/>
                  <a:gd name="T7" fmla="*/ 84 h 14"/>
                  <a:gd name="T8" fmla="*/ 7 w 14"/>
                  <a:gd name="T9" fmla="*/ 45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4">
                    <a:moveTo>
                      <a:pt x="1" y="7"/>
                    </a:moveTo>
                    <a:cubicBezTo>
                      <a:pt x="0" y="4"/>
                      <a:pt x="3" y="1"/>
                      <a:pt x="7" y="0"/>
                    </a:cubicBezTo>
                    <a:cubicBezTo>
                      <a:pt x="11" y="0"/>
                      <a:pt x="14" y="3"/>
                      <a:pt x="14" y="6"/>
                    </a:cubicBezTo>
                    <a:cubicBezTo>
                      <a:pt x="14" y="10"/>
                      <a:pt x="12" y="13"/>
                      <a:pt x="8" y="13"/>
                    </a:cubicBezTo>
                    <a:cubicBezTo>
                      <a:pt x="4" y="14"/>
                      <a:pt x="1" y="11"/>
                      <a:pt x="1" y="7"/>
                    </a:cubicBezTo>
                  </a:path>
                </a:pathLst>
              </a:custGeom>
              <a:solidFill>
                <a:srgbClr val="FDE4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902" name="Freeform 1132">
                <a:extLst>
                  <a:ext uri="{FF2B5EF4-FFF2-40B4-BE49-F238E27FC236}">
                    <a16:creationId xmlns:a16="http://schemas.microsoft.com/office/drawing/2014/main" id="{672EF5D7-5964-4DF8-B5F6-7952DBF30D5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687" y="1601"/>
                <a:ext cx="12" cy="12"/>
              </a:xfrm>
              <a:custGeom>
                <a:avLst/>
                <a:gdLst>
                  <a:gd name="T0" fmla="*/ 48 w 6"/>
                  <a:gd name="T1" fmla="*/ 16 h 6"/>
                  <a:gd name="T2" fmla="*/ 40 w 6"/>
                  <a:gd name="T3" fmla="*/ 24 h 6"/>
                  <a:gd name="T4" fmla="*/ 40 w 6"/>
                  <a:gd name="T5" fmla="*/ 32 h 6"/>
                  <a:gd name="T6" fmla="*/ 24 w 6"/>
                  <a:gd name="T7" fmla="*/ 40 h 6"/>
                  <a:gd name="T8" fmla="*/ 16 w 6"/>
                  <a:gd name="T9" fmla="*/ 32 h 6"/>
                  <a:gd name="T10" fmla="*/ 8 w 6"/>
                  <a:gd name="T11" fmla="*/ 24 h 6"/>
                  <a:gd name="T12" fmla="*/ 8 w 6"/>
                  <a:gd name="T13" fmla="*/ 24 h 6"/>
                  <a:gd name="T14" fmla="*/ 8 w 6"/>
                  <a:gd name="T15" fmla="*/ 24 h 6"/>
                  <a:gd name="T16" fmla="*/ 16 w 6"/>
                  <a:gd name="T17" fmla="*/ 16 h 6"/>
                  <a:gd name="T18" fmla="*/ 8 w 6"/>
                  <a:gd name="T19" fmla="*/ 16 h 6"/>
                  <a:gd name="T20" fmla="*/ 8 w 6"/>
                  <a:gd name="T21" fmla="*/ 8 h 6"/>
                  <a:gd name="T22" fmla="*/ 0 w 6"/>
                  <a:gd name="T23" fmla="*/ 24 h 6"/>
                  <a:gd name="T24" fmla="*/ 8 w 6"/>
                  <a:gd name="T25" fmla="*/ 40 h 6"/>
                  <a:gd name="T26" fmla="*/ 32 w 6"/>
                  <a:gd name="T27" fmla="*/ 48 h 6"/>
                  <a:gd name="T28" fmla="*/ 48 w 6"/>
                  <a:gd name="T29" fmla="*/ 40 h 6"/>
                  <a:gd name="T30" fmla="*/ 48 w 6"/>
                  <a:gd name="T31" fmla="*/ 24 h 6"/>
                  <a:gd name="T32" fmla="*/ 48 w 6"/>
                  <a:gd name="T33" fmla="*/ 16 h 6"/>
                  <a:gd name="T34" fmla="*/ 24 w 6"/>
                  <a:gd name="T35" fmla="*/ 8 h 6"/>
                  <a:gd name="T36" fmla="*/ 24 w 6"/>
                  <a:gd name="T37" fmla="*/ 8 h 6"/>
                  <a:gd name="T38" fmla="*/ 32 w 6"/>
                  <a:gd name="T39" fmla="*/ 8 h 6"/>
                  <a:gd name="T40" fmla="*/ 32 w 6"/>
                  <a:gd name="T41" fmla="*/ 0 h 6"/>
                  <a:gd name="T42" fmla="*/ 32 w 6"/>
                  <a:gd name="T43" fmla="*/ 0 h 6"/>
                  <a:gd name="T44" fmla="*/ 24 w 6"/>
                  <a:gd name="T45" fmla="*/ 0 h 6"/>
                  <a:gd name="T46" fmla="*/ 24 w 6"/>
                  <a:gd name="T47" fmla="*/ 0 h 6"/>
                  <a:gd name="T48" fmla="*/ 24 w 6"/>
                  <a:gd name="T49" fmla="*/ 8 h 6"/>
                  <a:gd name="T50" fmla="*/ 24 w 6"/>
                  <a:gd name="T51" fmla="*/ 8 h 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6" h="6">
                    <a:moveTo>
                      <a:pt x="6" y="2"/>
                    </a:moveTo>
                    <a:cubicBezTo>
                      <a:pt x="6" y="3"/>
                      <a:pt x="6" y="3"/>
                      <a:pt x="5" y="3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2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3"/>
                      <a:pt x="6" y="3"/>
                      <a:pt x="6" y="3"/>
                    </a:cubicBezTo>
                    <a:lnTo>
                      <a:pt x="6" y="2"/>
                    </a:lnTo>
                    <a:close/>
                    <a:moveTo>
                      <a:pt x="3" y="1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903" name="Freeform 1133">
                <a:extLst>
                  <a:ext uri="{FF2B5EF4-FFF2-40B4-BE49-F238E27FC236}">
                    <a16:creationId xmlns:a16="http://schemas.microsoft.com/office/drawing/2014/main" id="{5BEB8521-F8BE-4164-B6F3-60BCD083EC2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680" y="1594"/>
                <a:ext cx="26" cy="26"/>
              </a:xfrm>
              <a:custGeom>
                <a:avLst/>
                <a:gdLst>
                  <a:gd name="T0" fmla="*/ 0 w 14"/>
                  <a:gd name="T1" fmla="*/ 52 h 14"/>
                  <a:gd name="T2" fmla="*/ 7 w 14"/>
                  <a:gd name="T3" fmla="*/ 59 h 14"/>
                  <a:gd name="T4" fmla="*/ 7 w 14"/>
                  <a:gd name="T5" fmla="*/ 59 h 14"/>
                  <a:gd name="T6" fmla="*/ 7 w 14"/>
                  <a:gd name="T7" fmla="*/ 45 h 14"/>
                  <a:gd name="T8" fmla="*/ 0 w 14"/>
                  <a:gd name="T9" fmla="*/ 52 h 14"/>
                  <a:gd name="T10" fmla="*/ 45 w 14"/>
                  <a:gd name="T11" fmla="*/ 7 h 14"/>
                  <a:gd name="T12" fmla="*/ 45 w 14"/>
                  <a:gd name="T13" fmla="*/ 0 h 14"/>
                  <a:gd name="T14" fmla="*/ 45 w 14"/>
                  <a:gd name="T15" fmla="*/ 0 h 14"/>
                  <a:gd name="T16" fmla="*/ 45 w 14"/>
                  <a:gd name="T17" fmla="*/ 7 h 14"/>
                  <a:gd name="T18" fmla="*/ 45 w 14"/>
                  <a:gd name="T19" fmla="*/ 7 h 14"/>
                  <a:gd name="T20" fmla="*/ 45 w 14"/>
                  <a:gd name="T21" fmla="*/ 7 h 14"/>
                  <a:gd name="T22" fmla="*/ 89 w 14"/>
                  <a:gd name="T23" fmla="*/ 45 h 14"/>
                  <a:gd name="T24" fmla="*/ 89 w 14"/>
                  <a:gd name="T25" fmla="*/ 37 h 14"/>
                  <a:gd name="T26" fmla="*/ 84 w 14"/>
                  <a:gd name="T27" fmla="*/ 20 h 14"/>
                  <a:gd name="T28" fmla="*/ 84 w 14"/>
                  <a:gd name="T29" fmla="*/ 20 h 14"/>
                  <a:gd name="T30" fmla="*/ 84 w 14"/>
                  <a:gd name="T31" fmla="*/ 24 h 14"/>
                  <a:gd name="T32" fmla="*/ 89 w 14"/>
                  <a:gd name="T33" fmla="*/ 37 h 14"/>
                  <a:gd name="T34" fmla="*/ 89 w 14"/>
                  <a:gd name="T35" fmla="*/ 45 h 14"/>
                  <a:gd name="T36" fmla="*/ 76 w 14"/>
                  <a:gd name="T37" fmla="*/ 69 h 14"/>
                  <a:gd name="T38" fmla="*/ 52 w 14"/>
                  <a:gd name="T39" fmla="*/ 84 h 14"/>
                  <a:gd name="T40" fmla="*/ 20 w 14"/>
                  <a:gd name="T41" fmla="*/ 69 h 14"/>
                  <a:gd name="T42" fmla="*/ 13 w 14"/>
                  <a:gd name="T43" fmla="*/ 69 h 14"/>
                  <a:gd name="T44" fmla="*/ 52 w 14"/>
                  <a:gd name="T45" fmla="*/ 89 h 14"/>
                  <a:gd name="T46" fmla="*/ 84 w 14"/>
                  <a:gd name="T47" fmla="*/ 69 h 14"/>
                  <a:gd name="T48" fmla="*/ 89 w 14"/>
                  <a:gd name="T49" fmla="*/ 59 h 14"/>
                  <a:gd name="T50" fmla="*/ 84 w 14"/>
                  <a:gd name="T51" fmla="*/ 59 h 14"/>
                  <a:gd name="T52" fmla="*/ 76 w 14"/>
                  <a:gd name="T53" fmla="*/ 69 h 14"/>
                  <a:gd name="T54" fmla="*/ 20 w 14"/>
                  <a:gd name="T55" fmla="*/ 20 h 14"/>
                  <a:gd name="T56" fmla="*/ 13 w 14"/>
                  <a:gd name="T57" fmla="*/ 13 h 14"/>
                  <a:gd name="T58" fmla="*/ 7 w 14"/>
                  <a:gd name="T59" fmla="*/ 24 h 14"/>
                  <a:gd name="T60" fmla="*/ 13 w 14"/>
                  <a:gd name="T61" fmla="*/ 24 h 14"/>
                  <a:gd name="T62" fmla="*/ 20 w 14"/>
                  <a:gd name="T63" fmla="*/ 20 h 14"/>
                  <a:gd name="T64" fmla="*/ 0 w 14"/>
                  <a:gd name="T65" fmla="*/ 37 h 14"/>
                  <a:gd name="T66" fmla="*/ 0 w 14"/>
                  <a:gd name="T67" fmla="*/ 37 h 14"/>
                  <a:gd name="T68" fmla="*/ 0 w 14"/>
                  <a:gd name="T69" fmla="*/ 37 h 14"/>
                  <a:gd name="T70" fmla="*/ 0 w 14"/>
                  <a:gd name="T71" fmla="*/ 37 h 14"/>
                  <a:gd name="T72" fmla="*/ 69 w 14"/>
                  <a:gd name="T73" fmla="*/ 13 h 14"/>
                  <a:gd name="T74" fmla="*/ 76 w 14"/>
                  <a:gd name="T75" fmla="*/ 7 h 14"/>
                  <a:gd name="T76" fmla="*/ 59 w 14"/>
                  <a:gd name="T77" fmla="*/ 0 h 14"/>
                  <a:gd name="T78" fmla="*/ 59 w 14"/>
                  <a:gd name="T79" fmla="*/ 7 h 14"/>
                  <a:gd name="T80" fmla="*/ 69 w 14"/>
                  <a:gd name="T81" fmla="*/ 13 h 14"/>
                  <a:gd name="T82" fmla="*/ 24 w 14"/>
                  <a:gd name="T83" fmla="*/ 7 h 14"/>
                  <a:gd name="T84" fmla="*/ 24 w 14"/>
                  <a:gd name="T85" fmla="*/ 0 h 14"/>
                  <a:gd name="T86" fmla="*/ 20 w 14"/>
                  <a:gd name="T87" fmla="*/ 7 h 14"/>
                  <a:gd name="T88" fmla="*/ 24 w 14"/>
                  <a:gd name="T89" fmla="*/ 13 h 14"/>
                  <a:gd name="T90" fmla="*/ 24 w 14"/>
                  <a:gd name="T91" fmla="*/ 7 h 14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14" h="14">
                    <a:moveTo>
                      <a:pt x="0" y="8"/>
                    </a:moveTo>
                    <a:cubicBezTo>
                      <a:pt x="0" y="8"/>
                      <a:pt x="0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8"/>
                      <a:pt x="1" y="7"/>
                    </a:cubicBezTo>
                    <a:cubicBezTo>
                      <a:pt x="1" y="8"/>
                      <a:pt x="0" y="8"/>
                      <a:pt x="0" y="8"/>
                    </a:cubicBezTo>
                    <a:moveTo>
                      <a:pt x="7" y="1"/>
                    </a:moveTo>
                    <a:cubicBezTo>
                      <a:pt x="7" y="1"/>
                      <a:pt x="7" y="0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7" y="0"/>
                      <a:pt x="7" y="1"/>
                      <a:pt x="7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1"/>
                      <a:pt x="7" y="1"/>
                      <a:pt x="7" y="1"/>
                    </a:cubicBezTo>
                    <a:moveTo>
                      <a:pt x="14" y="7"/>
                    </a:moveTo>
                    <a:cubicBezTo>
                      <a:pt x="14" y="7"/>
                      <a:pt x="14" y="6"/>
                      <a:pt x="14" y="6"/>
                    </a:cubicBezTo>
                    <a:cubicBezTo>
                      <a:pt x="14" y="5"/>
                      <a:pt x="14" y="4"/>
                      <a:pt x="13" y="3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3"/>
                      <a:pt x="13" y="3"/>
                      <a:pt x="13" y="4"/>
                    </a:cubicBezTo>
                    <a:cubicBezTo>
                      <a:pt x="13" y="4"/>
                      <a:pt x="13" y="5"/>
                      <a:pt x="14" y="6"/>
                    </a:cubicBezTo>
                    <a:cubicBezTo>
                      <a:pt x="14" y="6"/>
                      <a:pt x="14" y="7"/>
                      <a:pt x="14" y="7"/>
                    </a:cubicBezTo>
                    <a:moveTo>
                      <a:pt x="12" y="11"/>
                    </a:moveTo>
                    <a:cubicBezTo>
                      <a:pt x="11" y="12"/>
                      <a:pt x="9" y="13"/>
                      <a:pt x="8" y="13"/>
                    </a:cubicBezTo>
                    <a:cubicBezTo>
                      <a:pt x="6" y="13"/>
                      <a:pt x="4" y="12"/>
                      <a:pt x="3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3" y="13"/>
                      <a:pt x="5" y="14"/>
                      <a:pt x="8" y="14"/>
                    </a:cubicBezTo>
                    <a:cubicBezTo>
                      <a:pt x="10" y="14"/>
                      <a:pt x="12" y="13"/>
                      <a:pt x="13" y="11"/>
                    </a:cubicBezTo>
                    <a:cubicBezTo>
                      <a:pt x="14" y="11"/>
                      <a:pt x="14" y="10"/>
                      <a:pt x="14" y="9"/>
                    </a:cubicBezTo>
                    <a:cubicBezTo>
                      <a:pt x="14" y="9"/>
                      <a:pt x="14" y="9"/>
                      <a:pt x="13" y="9"/>
                    </a:cubicBezTo>
                    <a:cubicBezTo>
                      <a:pt x="13" y="10"/>
                      <a:pt x="13" y="10"/>
                      <a:pt x="12" y="11"/>
                    </a:cubicBezTo>
                    <a:moveTo>
                      <a:pt x="3" y="3"/>
                    </a:moveTo>
                    <a:cubicBezTo>
                      <a:pt x="2" y="3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ubicBezTo>
                      <a:pt x="2" y="4"/>
                      <a:pt x="2" y="3"/>
                      <a:pt x="3" y="3"/>
                    </a:cubicBezTo>
                    <a:moveTo>
                      <a:pt x="0" y="6"/>
                    </a:move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moveTo>
                      <a:pt x="11" y="2"/>
                    </a:moveTo>
                    <a:cubicBezTo>
                      <a:pt x="11" y="2"/>
                      <a:pt x="12" y="2"/>
                      <a:pt x="12" y="1"/>
                    </a:cubicBezTo>
                    <a:cubicBezTo>
                      <a:pt x="11" y="1"/>
                      <a:pt x="10" y="0"/>
                      <a:pt x="9" y="0"/>
                    </a:cubicBezTo>
                    <a:cubicBezTo>
                      <a:pt x="9" y="0"/>
                      <a:pt x="9" y="1"/>
                      <a:pt x="9" y="1"/>
                    </a:cubicBezTo>
                    <a:cubicBezTo>
                      <a:pt x="10" y="1"/>
                      <a:pt x="10" y="2"/>
                      <a:pt x="11" y="2"/>
                    </a:cubicBezTo>
                    <a:moveTo>
                      <a:pt x="4" y="1"/>
                    </a:moveTo>
                    <a:cubicBezTo>
                      <a:pt x="4" y="1"/>
                      <a:pt x="4" y="1"/>
                      <a:pt x="4" y="0"/>
                    </a:cubicBezTo>
                    <a:cubicBezTo>
                      <a:pt x="4" y="0"/>
                      <a:pt x="4" y="1"/>
                      <a:pt x="3" y="1"/>
                    </a:cubicBezTo>
                    <a:cubicBezTo>
                      <a:pt x="4" y="1"/>
                      <a:pt x="4" y="1"/>
                      <a:pt x="4" y="2"/>
                    </a:cubicBezTo>
                    <a:cubicBezTo>
                      <a:pt x="4" y="2"/>
                      <a:pt x="4" y="2"/>
                      <a:pt x="4" y="1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904" name="Freeform 1134">
                <a:extLst>
                  <a:ext uri="{FF2B5EF4-FFF2-40B4-BE49-F238E27FC236}">
                    <a16:creationId xmlns:a16="http://schemas.microsoft.com/office/drawing/2014/main" id="{5D27BBB6-0732-4CBB-ADE2-D77D605FC2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6" y="1598"/>
                <a:ext cx="26" cy="24"/>
              </a:xfrm>
              <a:custGeom>
                <a:avLst/>
                <a:gdLst>
                  <a:gd name="T0" fmla="*/ 89 w 14"/>
                  <a:gd name="T1" fmla="*/ 44 h 13"/>
                  <a:gd name="T2" fmla="*/ 45 w 14"/>
                  <a:gd name="T3" fmla="*/ 0 h 13"/>
                  <a:gd name="T4" fmla="*/ 0 w 14"/>
                  <a:gd name="T5" fmla="*/ 37 h 13"/>
                  <a:gd name="T6" fmla="*/ 37 w 14"/>
                  <a:gd name="T7" fmla="*/ 81 h 13"/>
                  <a:gd name="T8" fmla="*/ 89 w 14"/>
                  <a:gd name="T9" fmla="*/ 44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3">
                    <a:moveTo>
                      <a:pt x="14" y="7"/>
                    </a:moveTo>
                    <a:cubicBezTo>
                      <a:pt x="14" y="3"/>
                      <a:pt x="11" y="0"/>
                      <a:pt x="7" y="0"/>
                    </a:cubicBezTo>
                    <a:cubicBezTo>
                      <a:pt x="4" y="0"/>
                      <a:pt x="0" y="2"/>
                      <a:pt x="0" y="6"/>
                    </a:cubicBezTo>
                    <a:cubicBezTo>
                      <a:pt x="0" y="9"/>
                      <a:pt x="3" y="13"/>
                      <a:pt x="6" y="13"/>
                    </a:cubicBezTo>
                    <a:cubicBezTo>
                      <a:pt x="10" y="13"/>
                      <a:pt x="13" y="10"/>
                      <a:pt x="14" y="7"/>
                    </a:cubicBezTo>
                  </a:path>
                </a:pathLst>
              </a:custGeom>
              <a:solidFill>
                <a:srgbClr val="FDE4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905" name="Freeform 1135">
                <a:extLst>
                  <a:ext uri="{FF2B5EF4-FFF2-40B4-BE49-F238E27FC236}">
                    <a16:creationId xmlns:a16="http://schemas.microsoft.com/office/drawing/2014/main" id="{4DD89FEA-27D7-4649-98FB-8552A3912B0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043" y="1603"/>
                <a:ext cx="12" cy="12"/>
              </a:xfrm>
              <a:custGeom>
                <a:avLst/>
                <a:gdLst>
                  <a:gd name="T0" fmla="*/ 0 w 6"/>
                  <a:gd name="T1" fmla="*/ 24 h 6"/>
                  <a:gd name="T2" fmla="*/ 8 w 6"/>
                  <a:gd name="T3" fmla="*/ 40 h 6"/>
                  <a:gd name="T4" fmla="*/ 24 w 6"/>
                  <a:gd name="T5" fmla="*/ 48 h 6"/>
                  <a:gd name="T6" fmla="*/ 40 w 6"/>
                  <a:gd name="T7" fmla="*/ 40 h 6"/>
                  <a:gd name="T8" fmla="*/ 48 w 6"/>
                  <a:gd name="T9" fmla="*/ 32 h 6"/>
                  <a:gd name="T10" fmla="*/ 40 w 6"/>
                  <a:gd name="T11" fmla="*/ 16 h 6"/>
                  <a:gd name="T12" fmla="*/ 40 w 6"/>
                  <a:gd name="T13" fmla="*/ 16 h 6"/>
                  <a:gd name="T14" fmla="*/ 32 w 6"/>
                  <a:gd name="T15" fmla="*/ 24 h 6"/>
                  <a:gd name="T16" fmla="*/ 40 w 6"/>
                  <a:gd name="T17" fmla="*/ 24 h 6"/>
                  <a:gd name="T18" fmla="*/ 40 w 6"/>
                  <a:gd name="T19" fmla="*/ 24 h 6"/>
                  <a:gd name="T20" fmla="*/ 40 w 6"/>
                  <a:gd name="T21" fmla="*/ 24 h 6"/>
                  <a:gd name="T22" fmla="*/ 32 w 6"/>
                  <a:gd name="T23" fmla="*/ 40 h 6"/>
                  <a:gd name="T24" fmla="*/ 24 w 6"/>
                  <a:gd name="T25" fmla="*/ 40 h 6"/>
                  <a:gd name="T26" fmla="*/ 8 w 6"/>
                  <a:gd name="T27" fmla="*/ 40 h 6"/>
                  <a:gd name="T28" fmla="*/ 8 w 6"/>
                  <a:gd name="T29" fmla="*/ 32 h 6"/>
                  <a:gd name="T30" fmla="*/ 0 w 6"/>
                  <a:gd name="T31" fmla="*/ 24 h 6"/>
                  <a:gd name="T32" fmla="*/ 24 w 6"/>
                  <a:gd name="T33" fmla="*/ 8 h 6"/>
                  <a:gd name="T34" fmla="*/ 24 w 6"/>
                  <a:gd name="T35" fmla="*/ 8 h 6"/>
                  <a:gd name="T36" fmla="*/ 24 w 6"/>
                  <a:gd name="T37" fmla="*/ 0 h 6"/>
                  <a:gd name="T38" fmla="*/ 24 w 6"/>
                  <a:gd name="T39" fmla="*/ 8 h 6"/>
                  <a:gd name="T40" fmla="*/ 24 w 6"/>
                  <a:gd name="T41" fmla="*/ 8 h 6"/>
                  <a:gd name="T42" fmla="*/ 24 w 6"/>
                  <a:gd name="T43" fmla="*/ 16 h 6"/>
                  <a:gd name="T44" fmla="*/ 24 w 6"/>
                  <a:gd name="T45" fmla="*/ 8 h 6"/>
                  <a:gd name="T46" fmla="*/ 24 w 6"/>
                  <a:gd name="T47" fmla="*/ 16 h 6"/>
                  <a:gd name="T48" fmla="*/ 24 w 6"/>
                  <a:gd name="T49" fmla="*/ 8 h 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6" h="6">
                    <a:moveTo>
                      <a:pt x="0" y="3"/>
                    </a:moveTo>
                    <a:cubicBezTo>
                      <a:pt x="1" y="5"/>
                      <a:pt x="1" y="5"/>
                      <a:pt x="1" y="5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5" y="2"/>
                      <a:pt x="4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5" y="4"/>
                      <a:pt x="5" y="3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4"/>
                      <a:pt x="1" y="4"/>
                    </a:cubicBezTo>
                    <a:cubicBezTo>
                      <a:pt x="0" y="4"/>
                      <a:pt x="0" y="3"/>
                      <a:pt x="0" y="3"/>
                    </a:cubicBezTo>
                    <a:close/>
                    <a:moveTo>
                      <a:pt x="3" y="1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2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2"/>
                    </a:cubicBezTo>
                    <a:cubicBezTo>
                      <a:pt x="3" y="1"/>
                      <a:pt x="3" y="1"/>
                      <a:pt x="3" y="1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906" name="Freeform 1136">
                <a:extLst>
                  <a:ext uri="{FF2B5EF4-FFF2-40B4-BE49-F238E27FC236}">
                    <a16:creationId xmlns:a16="http://schemas.microsoft.com/office/drawing/2014/main" id="{67155ADA-4F81-430C-A623-951B5292414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036" y="1598"/>
                <a:ext cx="26" cy="24"/>
              </a:xfrm>
              <a:custGeom>
                <a:avLst/>
                <a:gdLst>
                  <a:gd name="T0" fmla="*/ 84 w 14"/>
                  <a:gd name="T1" fmla="*/ 44 h 13"/>
                  <a:gd name="T2" fmla="*/ 84 w 14"/>
                  <a:gd name="T3" fmla="*/ 57 h 13"/>
                  <a:gd name="T4" fmla="*/ 89 w 14"/>
                  <a:gd name="T5" fmla="*/ 57 h 13"/>
                  <a:gd name="T6" fmla="*/ 89 w 14"/>
                  <a:gd name="T7" fmla="*/ 44 h 13"/>
                  <a:gd name="T8" fmla="*/ 84 w 14"/>
                  <a:gd name="T9" fmla="*/ 44 h 13"/>
                  <a:gd name="T10" fmla="*/ 45 w 14"/>
                  <a:gd name="T11" fmla="*/ 0 h 13"/>
                  <a:gd name="T12" fmla="*/ 52 w 14"/>
                  <a:gd name="T13" fmla="*/ 0 h 13"/>
                  <a:gd name="T14" fmla="*/ 45 w 14"/>
                  <a:gd name="T15" fmla="*/ 0 h 13"/>
                  <a:gd name="T16" fmla="*/ 45 w 14"/>
                  <a:gd name="T17" fmla="*/ 0 h 13"/>
                  <a:gd name="T18" fmla="*/ 45 w 14"/>
                  <a:gd name="T19" fmla="*/ 0 h 13"/>
                  <a:gd name="T20" fmla="*/ 45 w 14"/>
                  <a:gd name="T21" fmla="*/ 0 h 13"/>
                  <a:gd name="T22" fmla="*/ 7 w 14"/>
                  <a:gd name="T23" fmla="*/ 37 h 13"/>
                  <a:gd name="T24" fmla="*/ 13 w 14"/>
                  <a:gd name="T25" fmla="*/ 20 h 13"/>
                  <a:gd name="T26" fmla="*/ 7 w 14"/>
                  <a:gd name="T27" fmla="*/ 20 h 13"/>
                  <a:gd name="T28" fmla="*/ 7 w 14"/>
                  <a:gd name="T29" fmla="*/ 20 h 13"/>
                  <a:gd name="T30" fmla="*/ 0 w 14"/>
                  <a:gd name="T31" fmla="*/ 31 h 13"/>
                  <a:gd name="T32" fmla="*/ 7 w 14"/>
                  <a:gd name="T33" fmla="*/ 37 h 13"/>
                  <a:gd name="T34" fmla="*/ 7 w 14"/>
                  <a:gd name="T35" fmla="*/ 37 h 13"/>
                  <a:gd name="T36" fmla="*/ 7 w 14"/>
                  <a:gd name="T37" fmla="*/ 52 h 13"/>
                  <a:gd name="T38" fmla="*/ 0 w 14"/>
                  <a:gd name="T39" fmla="*/ 52 h 13"/>
                  <a:gd name="T40" fmla="*/ 7 w 14"/>
                  <a:gd name="T41" fmla="*/ 68 h 13"/>
                  <a:gd name="T42" fmla="*/ 37 w 14"/>
                  <a:gd name="T43" fmla="*/ 81 h 13"/>
                  <a:gd name="T44" fmla="*/ 84 w 14"/>
                  <a:gd name="T45" fmla="*/ 68 h 13"/>
                  <a:gd name="T46" fmla="*/ 76 w 14"/>
                  <a:gd name="T47" fmla="*/ 61 h 13"/>
                  <a:gd name="T48" fmla="*/ 37 w 14"/>
                  <a:gd name="T49" fmla="*/ 76 h 13"/>
                  <a:gd name="T50" fmla="*/ 13 w 14"/>
                  <a:gd name="T51" fmla="*/ 61 h 13"/>
                  <a:gd name="T52" fmla="*/ 7 w 14"/>
                  <a:gd name="T53" fmla="*/ 52 h 13"/>
                  <a:gd name="T54" fmla="*/ 76 w 14"/>
                  <a:gd name="T55" fmla="*/ 24 h 13"/>
                  <a:gd name="T56" fmla="*/ 84 w 14"/>
                  <a:gd name="T57" fmla="*/ 20 h 13"/>
                  <a:gd name="T58" fmla="*/ 76 w 14"/>
                  <a:gd name="T59" fmla="*/ 13 h 13"/>
                  <a:gd name="T60" fmla="*/ 69 w 14"/>
                  <a:gd name="T61" fmla="*/ 13 h 13"/>
                  <a:gd name="T62" fmla="*/ 76 w 14"/>
                  <a:gd name="T63" fmla="*/ 24 h 13"/>
                  <a:gd name="T64" fmla="*/ 89 w 14"/>
                  <a:gd name="T65" fmla="*/ 31 h 13"/>
                  <a:gd name="T66" fmla="*/ 89 w 14"/>
                  <a:gd name="T67" fmla="*/ 31 h 13"/>
                  <a:gd name="T68" fmla="*/ 89 w 14"/>
                  <a:gd name="T69" fmla="*/ 31 h 13"/>
                  <a:gd name="T70" fmla="*/ 89 w 14"/>
                  <a:gd name="T71" fmla="*/ 31 h 13"/>
                  <a:gd name="T72" fmla="*/ 32 w 14"/>
                  <a:gd name="T73" fmla="*/ 7 h 13"/>
                  <a:gd name="T74" fmla="*/ 32 w 14"/>
                  <a:gd name="T75" fmla="*/ 0 h 13"/>
                  <a:gd name="T76" fmla="*/ 13 w 14"/>
                  <a:gd name="T77" fmla="*/ 7 h 13"/>
                  <a:gd name="T78" fmla="*/ 20 w 14"/>
                  <a:gd name="T79" fmla="*/ 13 h 13"/>
                  <a:gd name="T80" fmla="*/ 32 w 14"/>
                  <a:gd name="T81" fmla="*/ 7 h 13"/>
                  <a:gd name="T82" fmla="*/ 65 w 14"/>
                  <a:gd name="T83" fmla="*/ 7 h 13"/>
                  <a:gd name="T84" fmla="*/ 69 w 14"/>
                  <a:gd name="T85" fmla="*/ 0 h 13"/>
                  <a:gd name="T86" fmla="*/ 65 w 14"/>
                  <a:gd name="T87" fmla="*/ 0 h 13"/>
                  <a:gd name="T88" fmla="*/ 65 w 14"/>
                  <a:gd name="T89" fmla="*/ 7 h 13"/>
                  <a:gd name="T90" fmla="*/ 65 w 14"/>
                  <a:gd name="T91" fmla="*/ 7 h 13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14" h="13">
                    <a:moveTo>
                      <a:pt x="13" y="7"/>
                    </a:moveTo>
                    <a:cubicBezTo>
                      <a:pt x="13" y="8"/>
                      <a:pt x="13" y="8"/>
                      <a:pt x="13" y="9"/>
                    </a:cubicBezTo>
                    <a:cubicBezTo>
                      <a:pt x="13" y="9"/>
                      <a:pt x="13" y="9"/>
                      <a:pt x="14" y="9"/>
                    </a:cubicBezTo>
                    <a:cubicBezTo>
                      <a:pt x="14" y="8"/>
                      <a:pt x="14" y="8"/>
                      <a:pt x="14" y="7"/>
                    </a:cubicBezTo>
                    <a:cubicBezTo>
                      <a:pt x="14" y="7"/>
                      <a:pt x="13" y="7"/>
                      <a:pt x="13" y="7"/>
                    </a:cubicBezTo>
                    <a:moveTo>
                      <a:pt x="7" y="0"/>
                    </a:moveTo>
                    <a:cubicBezTo>
                      <a:pt x="7" y="0"/>
                      <a:pt x="7" y="0"/>
                      <a:pt x="8" y="0"/>
                    </a:cubicBezTo>
                    <a:cubicBezTo>
                      <a:pt x="7" y="0"/>
                      <a:pt x="8" y="0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  <a:moveTo>
                      <a:pt x="1" y="6"/>
                    </a:moveTo>
                    <a:cubicBezTo>
                      <a:pt x="1" y="5"/>
                      <a:pt x="1" y="4"/>
                      <a:pt x="2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0" y="4"/>
                      <a:pt x="0" y="4"/>
                      <a:pt x="0" y="5"/>
                    </a:cubicBezTo>
                    <a:cubicBezTo>
                      <a:pt x="0" y="6"/>
                      <a:pt x="0" y="6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moveTo>
                      <a:pt x="1" y="8"/>
                    </a:moveTo>
                    <a:cubicBezTo>
                      <a:pt x="1" y="8"/>
                      <a:pt x="0" y="8"/>
                      <a:pt x="0" y="8"/>
                    </a:cubicBezTo>
                    <a:cubicBezTo>
                      <a:pt x="0" y="9"/>
                      <a:pt x="1" y="10"/>
                      <a:pt x="1" y="11"/>
                    </a:cubicBezTo>
                    <a:cubicBezTo>
                      <a:pt x="3" y="12"/>
                      <a:pt x="4" y="13"/>
                      <a:pt x="6" y="13"/>
                    </a:cubicBezTo>
                    <a:cubicBezTo>
                      <a:pt x="9" y="13"/>
                      <a:pt x="11" y="12"/>
                      <a:pt x="13" y="11"/>
                    </a:cubicBezTo>
                    <a:cubicBezTo>
                      <a:pt x="12" y="11"/>
                      <a:pt x="12" y="10"/>
                      <a:pt x="12" y="10"/>
                    </a:cubicBezTo>
                    <a:cubicBezTo>
                      <a:pt x="10" y="12"/>
                      <a:pt x="8" y="12"/>
                      <a:pt x="6" y="12"/>
                    </a:cubicBezTo>
                    <a:cubicBezTo>
                      <a:pt x="5" y="12"/>
                      <a:pt x="3" y="11"/>
                      <a:pt x="2" y="10"/>
                    </a:cubicBezTo>
                    <a:cubicBezTo>
                      <a:pt x="2" y="10"/>
                      <a:pt x="1" y="9"/>
                      <a:pt x="1" y="8"/>
                    </a:cubicBezTo>
                    <a:moveTo>
                      <a:pt x="12" y="4"/>
                    </a:moveTo>
                    <a:cubicBezTo>
                      <a:pt x="13" y="4"/>
                      <a:pt x="13" y="3"/>
                      <a:pt x="13" y="3"/>
                    </a:cubicBezTo>
                    <a:cubicBezTo>
                      <a:pt x="13" y="3"/>
                      <a:pt x="13" y="2"/>
                      <a:pt x="12" y="2"/>
                    </a:cubicBezTo>
                    <a:cubicBezTo>
                      <a:pt x="12" y="2"/>
                      <a:pt x="12" y="2"/>
                      <a:pt x="11" y="2"/>
                    </a:cubicBezTo>
                    <a:cubicBezTo>
                      <a:pt x="12" y="3"/>
                      <a:pt x="12" y="3"/>
                      <a:pt x="12" y="4"/>
                    </a:cubicBezTo>
                    <a:moveTo>
                      <a:pt x="14" y="5"/>
                    </a:moveTo>
                    <a:cubicBezTo>
                      <a:pt x="14" y="5"/>
                      <a:pt x="14" y="5"/>
                      <a:pt x="14" y="5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5"/>
                      <a:pt x="14" y="5"/>
                      <a:pt x="14" y="5"/>
                    </a:cubicBezTo>
                    <a:moveTo>
                      <a:pt x="5" y="1"/>
                    </a:moveTo>
                    <a:cubicBezTo>
                      <a:pt x="5" y="0"/>
                      <a:pt x="5" y="0"/>
                      <a:pt x="5" y="0"/>
                    </a:cubicBezTo>
                    <a:cubicBezTo>
                      <a:pt x="4" y="0"/>
                      <a:pt x="3" y="0"/>
                      <a:pt x="2" y="1"/>
                    </a:cubicBezTo>
                    <a:cubicBezTo>
                      <a:pt x="2" y="1"/>
                      <a:pt x="3" y="1"/>
                      <a:pt x="3" y="2"/>
                    </a:cubicBezTo>
                    <a:cubicBezTo>
                      <a:pt x="4" y="1"/>
                      <a:pt x="4" y="1"/>
                      <a:pt x="5" y="1"/>
                    </a:cubicBezTo>
                    <a:moveTo>
                      <a:pt x="10" y="1"/>
                    </a:moveTo>
                    <a:cubicBezTo>
                      <a:pt x="10" y="1"/>
                      <a:pt x="10" y="1"/>
                      <a:pt x="11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0" y="0"/>
                      <a:pt x="10" y="1"/>
                      <a:pt x="10" y="1"/>
                    </a:cubicBezTo>
                    <a:cubicBezTo>
                      <a:pt x="10" y="1"/>
                      <a:pt x="10" y="1"/>
                      <a:pt x="10" y="1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907" name="Freeform 1137">
                <a:extLst>
                  <a:ext uri="{FF2B5EF4-FFF2-40B4-BE49-F238E27FC236}">
                    <a16:creationId xmlns:a16="http://schemas.microsoft.com/office/drawing/2014/main" id="{88F6692F-0B88-4253-9D65-24843491B1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5" y="2559"/>
                <a:ext cx="65" cy="45"/>
              </a:xfrm>
              <a:custGeom>
                <a:avLst/>
                <a:gdLst>
                  <a:gd name="T0" fmla="*/ 0 w 34"/>
                  <a:gd name="T1" fmla="*/ 158 h 24"/>
                  <a:gd name="T2" fmla="*/ 48 w 34"/>
                  <a:gd name="T3" fmla="*/ 133 h 24"/>
                  <a:gd name="T4" fmla="*/ 145 w 34"/>
                  <a:gd name="T5" fmla="*/ 84 h 24"/>
                  <a:gd name="T6" fmla="*/ 237 w 34"/>
                  <a:gd name="T7" fmla="*/ 0 h 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4" h="24">
                    <a:moveTo>
                      <a:pt x="0" y="24"/>
                    </a:moveTo>
                    <a:cubicBezTo>
                      <a:pt x="1" y="22"/>
                      <a:pt x="4" y="22"/>
                      <a:pt x="7" y="20"/>
                    </a:cubicBezTo>
                    <a:cubicBezTo>
                      <a:pt x="11" y="18"/>
                      <a:pt x="17" y="16"/>
                      <a:pt x="21" y="13"/>
                    </a:cubicBezTo>
                    <a:cubicBezTo>
                      <a:pt x="25" y="11"/>
                      <a:pt x="31" y="2"/>
                      <a:pt x="34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908" name="Freeform 1138">
                <a:extLst>
                  <a:ext uri="{FF2B5EF4-FFF2-40B4-BE49-F238E27FC236}">
                    <a16:creationId xmlns:a16="http://schemas.microsoft.com/office/drawing/2014/main" id="{45CF27E2-25E8-4835-9383-12984C98E5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6" y="2570"/>
                <a:ext cx="52" cy="47"/>
              </a:xfrm>
              <a:custGeom>
                <a:avLst/>
                <a:gdLst>
                  <a:gd name="T0" fmla="*/ 193 w 27"/>
                  <a:gd name="T1" fmla="*/ 0 h 25"/>
                  <a:gd name="T2" fmla="*/ 123 w 27"/>
                  <a:gd name="T3" fmla="*/ 100 h 25"/>
                  <a:gd name="T4" fmla="*/ 0 w 27"/>
                  <a:gd name="T5" fmla="*/ 165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7" h="25">
                    <a:moveTo>
                      <a:pt x="27" y="0"/>
                    </a:moveTo>
                    <a:cubicBezTo>
                      <a:pt x="23" y="4"/>
                      <a:pt x="17" y="13"/>
                      <a:pt x="17" y="15"/>
                    </a:cubicBezTo>
                    <a:cubicBezTo>
                      <a:pt x="12" y="17"/>
                      <a:pt x="8" y="17"/>
                      <a:pt x="0" y="25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909" name="Freeform 1139">
                <a:extLst>
                  <a:ext uri="{FF2B5EF4-FFF2-40B4-BE49-F238E27FC236}">
                    <a16:creationId xmlns:a16="http://schemas.microsoft.com/office/drawing/2014/main" id="{9525C478-FF9D-4529-A6F9-0828A3624E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7" y="2504"/>
                <a:ext cx="68" cy="87"/>
              </a:xfrm>
              <a:custGeom>
                <a:avLst/>
                <a:gdLst>
                  <a:gd name="T0" fmla="*/ 210 w 36"/>
                  <a:gd name="T1" fmla="*/ 244 h 46"/>
                  <a:gd name="T2" fmla="*/ 236 w 36"/>
                  <a:gd name="T3" fmla="*/ 129 h 46"/>
                  <a:gd name="T4" fmla="*/ 161 w 36"/>
                  <a:gd name="T5" fmla="*/ 0 h 46"/>
                  <a:gd name="T6" fmla="*/ 121 w 36"/>
                  <a:gd name="T7" fmla="*/ 68 h 46"/>
                  <a:gd name="T8" fmla="*/ 100 w 36"/>
                  <a:gd name="T9" fmla="*/ 221 h 46"/>
                  <a:gd name="T10" fmla="*/ 0 w 36"/>
                  <a:gd name="T11" fmla="*/ 305 h 4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6" h="46">
                    <a:moveTo>
                      <a:pt x="31" y="36"/>
                    </a:moveTo>
                    <a:cubicBezTo>
                      <a:pt x="31" y="30"/>
                      <a:pt x="35" y="25"/>
                      <a:pt x="35" y="19"/>
                    </a:cubicBezTo>
                    <a:cubicBezTo>
                      <a:pt x="36" y="13"/>
                      <a:pt x="30" y="5"/>
                      <a:pt x="24" y="0"/>
                    </a:cubicBezTo>
                    <a:cubicBezTo>
                      <a:pt x="19" y="1"/>
                      <a:pt x="18" y="6"/>
                      <a:pt x="18" y="10"/>
                    </a:cubicBezTo>
                    <a:cubicBezTo>
                      <a:pt x="18" y="14"/>
                      <a:pt x="17" y="28"/>
                      <a:pt x="15" y="33"/>
                    </a:cubicBezTo>
                    <a:cubicBezTo>
                      <a:pt x="14" y="38"/>
                      <a:pt x="8" y="46"/>
                      <a:pt x="0" y="45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910" name="Freeform 1140">
                <a:extLst>
                  <a:ext uri="{FF2B5EF4-FFF2-40B4-BE49-F238E27FC236}">
                    <a16:creationId xmlns:a16="http://schemas.microsoft.com/office/drawing/2014/main" id="{59F47B39-4B48-4005-A8DB-812E11B606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5" y="2633"/>
                <a:ext cx="21" cy="9"/>
              </a:xfrm>
              <a:custGeom>
                <a:avLst/>
                <a:gdLst>
                  <a:gd name="T0" fmla="*/ 76 w 11"/>
                  <a:gd name="T1" fmla="*/ 16 h 5"/>
                  <a:gd name="T2" fmla="*/ 0 w 11"/>
                  <a:gd name="T3" fmla="*/ 29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5">
                    <a:moveTo>
                      <a:pt x="11" y="3"/>
                    </a:moveTo>
                    <a:cubicBezTo>
                      <a:pt x="10" y="0"/>
                      <a:pt x="4" y="1"/>
                      <a:pt x="0" y="5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911" name="Freeform 1141">
                <a:extLst>
                  <a:ext uri="{FF2B5EF4-FFF2-40B4-BE49-F238E27FC236}">
                    <a16:creationId xmlns:a16="http://schemas.microsoft.com/office/drawing/2014/main" id="{1B4F1397-158A-4C0F-9983-5DC8B0FF62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7" y="2595"/>
                <a:ext cx="11" cy="11"/>
              </a:xfrm>
              <a:custGeom>
                <a:avLst/>
                <a:gdLst>
                  <a:gd name="T0" fmla="*/ 37 w 6"/>
                  <a:gd name="T1" fmla="*/ 37 h 6"/>
                  <a:gd name="T2" fmla="*/ 0 w 6"/>
                  <a:gd name="T3" fmla="*/ 13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6">
                    <a:moveTo>
                      <a:pt x="6" y="6"/>
                    </a:moveTo>
                    <a:cubicBezTo>
                      <a:pt x="3" y="3"/>
                      <a:pt x="3" y="0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912" name="Freeform 1142">
                <a:extLst>
                  <a:ext uri="{FF2B5EF4-FFF2-40B4-BE49-F238E27FC236}">
                    <a16:creationId xmlns:a16="http://schemas.microsoft.com/office/drawing/2014/main" id="{A2DA5CBD-C7D5-468E-BF23-66D928179C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8" y="2566"/>
                <a:ext cx="7" cy="4"/>
              </a:xfrm>
              <a:custGeom>
                <a:avLst/>
                <a:gdLst>
                  <a:gd name="T0" fmla="*/ 21 w 4"/>
                  <a:gd name="T1" fmla="*/ 8 h 2"/>
                  <a:gd name="T2" fmla="*/ 0 w 4"/>
                  <a:gd name="T3" fmla="*/ 16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">
                    <a:moveTo>
                      <a:pt x="4" y="1"/>
                    </a:moveTo>
                    <a:cubicBezTo>
                      <a:pt x="3" y="0"/>
                      <a:pt x="2" y="0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913" name="Freeform 1143">
                <a:extLst>
                  <a:ext uri="{FF2B5EF4-FFF2-40B4-BE49-F238E27FC236}">
                    <a16:creationId xmlns:a16="http://schemas.microsoft.com/office/drawing/2014/main" id="{650B5087-E6E6-455B-BEE2-8E480ABAB1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3" y="2494"/>
                <a:ext cx="6" cy="17"/>
              </a:xfrm>
              <a:custGeom>
                <a:avLst/>
                <a:gdLst>
                  <a:gd name="T0" fmla="*/ 24 w 3"/>
                  <a:gd name="T1" fmla="*/ 0 h 9"/>
                  <a:gd name="T2" fmla="*/ 0 w 3"/>
                  <a:gd name="T3" fmla="*/ 6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9">
                    <a:moveTo>
                      <a:pt x="3" y="0"/>
                    </a:moveTo>
                    <a:cubicBezTo>
                      <a:pt x="2" y="3"/>
                      <a:pt x="0" y="5"/>
                      <a:pt x="0" y="9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914" name="Freeform 1144">
                <a:extLst>
                  <a:ext uri="{FF2B5EF4-FFF2-40B4-BE49-F238E27FC236}">
                    <a16:creationId xmlns:a16="http://schemas.microsoft.com/office/drawing/2014/main" id="{5B306199-0705-4C6B-883A-F108613137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3" y="2502"/>
                <a:ext cx="11" cy="2"/>
              </a:xfrm>
              <a:custGeom>
                <a:avLst/>
                <a:gdLst>
                  <a:gd name="T0" fmla="*/ 37 w 6"/>
                  <a:gd name="T1" fmla="*/ 8 h 1"/>
                  <a:gd name="T2" fmla="*/ 0 w 6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">
                    <a:moveTo>
                      <a:pt x="6" y="1"/>
                    </a:moveTo>
                    <a:cubicBezTo>
                      <a:pt x="4" y="0"/>
                      <a:pt x="3" y="0"/>
                      <a:pt x="0" y="1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915" name="Freeform 1145">
                <a:extLst>
                  <a:ext uri="{FF2B5EF4-FFF2-40B4-BE49-F238E27FC236}">
                    <a16:creationId xmlns:a16="http://schemas.microsoft.com/office/drawing/2014/main" id="{6307AF31-2671-4E2D-B7F3-CCDFCA8752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1" y="2530"/>
                <a:ext cx="7" cy="4"/>
              </a:xfrm>
              <a:custGeom>
                <a:avLst/>
                <a:gdLst>
                  <a:gd name="T0" fmla="*/ 21 w 4"/>
                  <a:gd name="T1" fmla="*/ 0 h 2"/>
                  <a:gd name="T2" fmla="*/ 0 w 4"/>
                  <a:gd name="T3" fmla="*/ 16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">
                    <a:moveTo>
                      <a:pt x="4" y="0"/>
                    </a:moveTo>
                    <a:cubicBezTo>
                      <a:pt x="2" y="0"/>
                      <a:pt x="1" y="1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916" name="Freeform 1146">
                <a:extLst>
                  <a:ext uri="{FF2B5EF4-FFF2-40B4-BE49-F238E27FC236}">
                    <a16:creationId xmlns:a16="http://schemas.microsoft.com/office/drawing/2014/main" id="{436140E0-94FA-456B-A11C-30813A268B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4" y="2526"/>
                <a:ext cx="34" cy="44"/>
              </a:xfrm>
              <a:custGeom>
                <a:avLst/>
                <a:gdLst>
                  <a:gd name="T0" fmla="*/ 121 w 18"/>
                  <a:gd name="T1" fmla="*/ 0 h 23"/>
                  <a:gd name="T2" fmla="*/ 68 w 18"/>
                  <a:gd name="T3" fmla="*/ 124 h 23"/>
                  <a:gd name="T4" fmla="*/ 0 w 18"/>
                  <a:gd name="T5" fmla="*/ 161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23">
                    <a:moveTo>
                      <a:pt x="18" y="0"/>
                    </a:moveTo>
                    <a:cubicBezTo>
                      <a:pt x="17" y="8"/>
                      <a:pt x="13" y="12"/>
                      <a:pt x="10" y="18"/>
                    </a:cubicBezTo>
                    <a:cubicBezTo>
                      <a:pt x="8" y="23"/>
                      <a:pt x="2" y="21"/>
                      <a:pt x="0" y="23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917" name="Freeform 1147">
                <a:extLst>
                  <a:ext uri="{FF2B5EF4-FFF2-40B4-BE49-F238E27FC236}">
                    <a16:creationId xmlns:a16="http://schemas.microsoft.com/office/drawing/2014/main" id="{72A6AC23-91D4-4B5E-BE27-3BE9A8AAF7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7" y="2515"/>
                <a:ext cx="25" cy="40"/>
              </a:xfrm>
              <a:custGeom>
                <a:avLst/>
                <a:gdLst>
                  <a:gd name="T0" fmla="*/ 92 w 13"/>
                  <a:gd name="T1" fmla="*/ 0 h 21"/>
                  <a:gd name="T2" fmla="*/ 37 w 13"/>
                  <a:gd name="T3" fmla="*/ 131 h 21"/>
                  <a:gd name="T4" fmla="*/ 0 w 13"/>
                  <a:gd name="T5" fmla="*/ 145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21">
                    <a:moveTo>
                      <a:pt x="13" y="0"/>
                    </a:moveTo>
                    <a:cubicBezTo>
                      <a:pt x="12" y="5"/>
                      <a:pt x="8" y="17"/>
                      <a:pt x="5" y="19"/>
                    </a:cubicBezTo>
                    <a:cubicBezTo>
                      <a:pt x="3" y="20"/>
                      <a:pt x="1" y="18"/>
                      <a:pt x="0" y="21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918" name="Freeform 1148">
                <a:extLst>
                  <a:ext uri="{FF2B5EF4-FFF2-40B4-BE49-F238E27FC236}">
                    <a16:creationId xmlns:a16="http://schemas.microsoft.com/office/drawing/2014/main" id="{0241FE65-D194-478B-A519-8776D14C73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" y="1107"/>
                <a:ext cx="893" cy="2953"/>
              </a:xfrm>
              <a:custGeom>
                <a:avLst/>
                <a:gdLst>
                  <a:gd name="T0" fmla="*/ 878 w 469"/>
                  <a:gd name="T1" fmla="*/ 553 h 1558"/>
                  <a:gd name="T2" fmla="*/ 366 w 469"/>
                  <a:gd name="T3" fmla="*/ 1185 h 1558"/>
                  <a:gd name="T4" fmla="*/ 192 w 469"/>
                  <a:gd name="T5" fmla="*/ 2769 h 1558"/>
                  <a:gd name="T6" fmla="*/ 105 w 469"/>
                  <a:gd name="T7" fmla="*/ 4100 h 1558"/>
                  <a:gd name="T8" fmla="*/ 15 w 469"/>
                  <a:gd name="T9" fmla="*/ 5064 h 1558"/>
                  <a:gd name="T10" fmla="*/ 61 w 469"/>
                  <a:gd name="T11" fmla="*/ 5248 h 1558"/>
                  <a:gd name="T12" fmla="*/ 305 w 469"/>
                  <a:gd name="T13" fmla="*/ 5481 h 1558"/>
                  <a:gd name="T14" fmla="*/ 396 w 469"/>
                  <a:gd name="T15" fmla="*/ 5428 h 1558"/>
                  <a:gd name="T16" fmla="*/ 442 w 469"/>
                  <a:gd name="T17" fmla="*/ 5372 h 1558"/>
                  <a:gd name="T18" fmla="*/ 421 w 469"/>
                  <a:gd name="T19" fmla="*/ 5112 h 1558"/>
                  <a:gd name="T20" fmla="*/ 360 w 469"/>
                  <a:gd name="T21" fmla="*/ 4638 h 1558"/>
                  <a:gd name="T22" fmla="*/ 602 w 469"/>
                  <a:gd name="T23" fmla="*/ 2828 h 1558"/>
                  <a:gd name="T24" fmla="*/ 718 w 469"/>
                  <a:gd name="T25" fmla="*/ 2206 h 1558"/>
                  <a:gd name="T26" fmla="*/ 823 w 469"/>
                  <a:gd name="T27" fmla="*/ 3315 h 1558"/>
                  <a:gd name="T28" fmla="*/ 586 w 469"/>
                  <a:gd name="T29" fmla="*/ 4983 h 1558"/>
                  <a:gd name="T30" fmla="*/ 863 w 469"/>
                  <a:gd name="T31" fmla="*/ 6857 h 1558"/>
                  <a:gd name="T32" fmla="*/ 954 w 469"/>
                  <a:gd name="T33" fmla="*/ 8707 h 1558"/>
                  <a:gd name="T34" fmla="*/ 1160 w 469"/>
                  <a:gd name="T35" fmla="*/ 9886 h 1558"/>
                  <a:gd name="T36" fmla="*/ 962 w 469"/>
                  <a:gd name="T37" fmla="*/ 10364 h 1558"/>
                  <a:gd name="T38" fmla="*/ 1022 w 469"/>
                  <a:gd name="T39" fmla="*/ 10540 h 1558"/>
                  <a:gd name="T40" fmla="*/ 1304 w 469"/>
                  <a:gd name="T41" fmla="*/ 10561 h 1558"/>
                  <a:gd name="T42" fmla="*/ 1573 w 469"/>
                  <a:gd name="T43" fmla="*/ 10356 h 1558"/>
                  <a:gd name="T44" fmla="*/ 1596 w 469"/>
                  <a:gd name="T45" fmla="*/ 10002 h 1558"/>
                  <a:gd name="T46" fmla="*/ 1548 w 469"/>
                  <a:gd name="T47" fmla="*/ 9665 h 1558"/>
                  <a:gd name="T48" fmla="*/ 1559 w 469"/>
                  <a:gd name="T49" fmla="*/ 7688 h 1558"/>
                  <a:gd name="T50" fmla="*/ 1559 w 469"/>
                  <a:gd name="T51" fmla="*/ 6592 h 1558"/>
                  <a:gd name="T52" fmla="*/ 1559 w 469"/>
                  <a:gd name="T53" fmla="*/ 4991 h 1558"/>
                  <a:gd name="T54" fmla="*/ 1609 w 469"/>
                  <a:gd name="T55" fmla="*/ 4996 h 1558"/>
                  <a:gd name="T56" fmla="*/ 1685 w 469"/>
                  <a:gd name="T57" fmla="*/ 4983 h 1558"/>
                  <a:gd name="T58" fmla="*/ 1679 w 469"/>
                  <a:gd name="T59" fmla="*/ 5680 h 1558"/>
                  <a:gd name="T60" fmla="*/ 1689 w 469"/>
                  <a:gd name="T61" fmla="*/ 7149 h 1558"/>
                  <a:gd name="T62" fmla="*/ 1756 w 469"/>
                  <a:gd name="T63" fmla="*/ 9240 h 1558"/>
                  <a:gd name="T64" fmla="*/ 1672 w 469"/>
                  <a:gd name="T65" fmla="*/ 9865 h 1558"/>
                  <a:gd name="T66" fmla="*/ 1636 w 469"/>
                  <a:gd name="T67" fmla="*/ 10199 h 1558"/>
                  <a:gd name="T68" fmla="*/ 1719 w 469"/>
                  <a:gd name="T69" fmla="*/ 10548 h 1558"/>
                  <a:gd name="T70" fmla="*/ 2077 w 469"/>
                  <a:gd name="T71" fmla="*/ 10569 h 1558"/>
                  <a:gd name="T72" fmla="*/ 2270 w 469"/>
                  <a:gd name="T73" fmla="*/ 10457 h 1558"/>
                  <a:gd name="T74" fmla="*/ 2113 w 469"/>
                  <a:gd name="T75" fmla="*/ 10099 h 1558"/>
                  <a:gd name="T76" fmla="*/ 2098 w 469"/>
                  <a:gd name="T77" fmla="*/ 9513 h 1558"/>
                  <a:gd name="T78" fmla="*/ 2306 w 469"/>
                  <a:gd name="T79" fmla="*/ 7375 h 1558"/>
                  <a:gd name="T80" fmla="*/ 2550 w 469"/>
                  <a:gd name="T81" fmla="*/ 5891 h 1558"/>
                  <a:gd name="T82" fmla="*/ 2626 w 469"/>
                  <a:gd name="T83" fmla="*/ 4009 h 1558"/>
                  <a:gd name="T84" fmla="*/ 2437 w 469"/>
                  <a:gd name="T85" fmla="*/ 2828 h 1558"/>
                  <a:gd name="T86" fmla="*/ 2513 w 469"/>
                  <a:gd name="T87" fmla="*/ 2199 h 1558"/>
                  <a:gd name="T88" fmla="*/ 2770 w 469"/>
                  <a:gd name="T89" fmla="*/ 3656 h 1558"/>
                  <a:gd name="T90" fmla="*/ 2843 w 469"/>
                  <a:gd name="T91" fmla="*/ 4807 h 1558"/>
                  <a:gd name="T92" fmla="*/ 2810 w 469"/>
                  <a:gd name="T93" fmla="*/ 5324 h 1558"/>
                  <a:gd name="T94" fmla="*/ 2788 w 469"/>
                  <a:gd name="T95" fmla="*/ 5413 h 1558"/>
                  <a:gd name="T96" fmla="*/ 2795 w 469"/>
                  <a:gd name="T97" fmla="*/ 5521 h 1558"/>
                  <a:gd name="T98" fmla="*/ 3092 w 469"/>
                  <a:gd name="T99" fmla="*/ 5377 h 1558"/>
                  <a:gd name="T100" fmla="*/ 3197 w 469"/>
                  <a:gd name="T101" fmla="*/ 5155 h 1558"/>
                  <a:gd name="T102" fmla="*/ 3161 w 469"/>
                  <a:gd name="T103" fmla="*/ 4746 h 1558"/>
                  <a:gd name="T104" fmla="*/ 3115 w 469"/>
                  <a:gd name="T105" fmla="*/ 3650 h 1558"/>
                  <a:gd name="T106" fmla="*/ 2995 w 469"/>
                  <a:gd name="T107" fmla="*/ 2328 h 1558"/>
                  <a:gd name="T108" fmla="*/ 2748 w 469"/>
                  <a:gd name="T109" fmla="*/ 747 h 1558"/>
                  <a:gd name="T110" fmla="*/ 1933 w 469"/>
                  <a:gd name="T111" fmla="*/ 32 h 1558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0" t="0" r="r" b="b"/>
                <a:pathLst>
                  <a:path w="469" h="1558">
                    <a:moveTo>
                      <a:pt x="187" y="0"/>
                    </a:moveTo>
                    <a:cubicBezTo>
                      <a:pt x="204" y="74"/>
                      <a:pt x="137" y="79"/>
                      <a:pt x="127" y="81"/>
                    </a:cubicBezTo>
                    <a:cubicBezTo>
                      <a:pt x="122" y="82"/>
                      <a:pt x="87" y="88"/>
                      <a:pt x="74" y="110"/>
                    </a:cubicBezTo>
                    <a:cubicBezTo>
                      <a:pt x="67" y="122"/>
                      <a:pt x="57" y="152"/>
                      <a:pt x="53" y="174"/>
                    </a:cubicBezTo>
                    <a:cubicBezTo>
                      <a:pt x="50" y="197"/>
                      <a:pt x="35" y="311"/>
                      <a:pt x="35" y="342"/>
                    </a:cubicBezTo>
                    <a:cubicBezTo>
                      <a:pt x="35" y="372"/>
                      <a:pt x="31" y="393"/>
                      <a:pt x="28" y="407"/>
                    </a:cubicBezTo>
                    <a:cubicBezTo>
                      <a:pt x="25" y="421"/>
                      <a:pt x="14" y="460"/>
                      <a:pt x="14" y="537"/>
                    </a:cubicBezTo>
                    <a:cubicBezTo>
                      <a:pt x="15" y="550"/>
                      <a:pt x="14" y="582"/>
                      <a:pt x="15" y="602"/>
                    </a:cubicBezTo>
                    <a:cubicBezTo>
                      <a:pt x="17" y="628"/>
                      <a:pt x="14" y="684"/>
                      <a:pt x="11" y="697"/>
                    </a:cubicBezTo>
                    <a:cubicBezTo>
                      <a:pt x="7" y="713"/>
                      <a:pt x="3" y="741"/>
                      <a:pt x="2" y="744"/>
                    </a:cubicBezTo>
                    <a:cubicBezTo>
                      <a:pt x="0" y="748"/>
                      <a:pt x="3" y="753"/>
                      <a:pt x="5" y="757"/>
                    </a:cubicBezTo>
                    <a:cubicBezTo>
                      <a:pt x="7" y="761"/>
                      <a:pt x="7" y="765"/>
                      <a:pt x="9" y="771"/>
                    </a:cubicBezTo>
                    <a:cubicBezTo>
                      <a:pt x="11" y="775"/>
                      <a:pt x="17" y="785"/>
                      <a:pt x="20" y="790"/>
                    </a:cubicBezTo>
                    <a:cubicBezTo>
                      <a:pt x="23" y="795"/>
                      <a:pt x="35" y="801"/>
                      <a:pt x="44" y="805"/>
                    </a:cubicBezTo>
                    <a:cubicBezTo>
                      <a:pt x="51" y="807"/>
                      <a:pt x="63" y="814"/>
                      <a:pt x="64" y="811"/>
                    </a:cubicBezTo>
                    <a:cubicBezTo>
                      <a:pt x="66" y="804"/>
                      <a:pt x="62" y="800"/>
                      <a:pt x="57" y="797"/>
                    </a:cubicBezTo>
                    <a:cubicBezTo>
                      <a:pt x="54" y="795"/>
                      <a:pt x="63" y="801"/>
                      <a:pt x="64" y="795"/>
                    </a:cubicBezTo>
                    <a:cubicBezTo>
                      <a:pt x="65" y="793"/>
                      <a:pt x="65" y="792"/>
                      <a:pt x="64" y="789"/>
                    </a:cubicBezTo>
                    <a:cubicBezTo>
                      <a:pt x="65" y="785"/>
                      <a:pt x="64" y="785"/>
                      <a:pt x="62" y="782"/>
                    </a:cubicBezTo>
                    <a:cubicBezTo>
                      <a:pt x="66" y="781"/>
                      <a:pt x="63" y="761"/>
                      <a:pt x="61" y="751"/>
                    </a:cubicBezTo>
                    <a:cubicBezTo>
                      <a:pt x="61" y="744"/>
                      <a:pt x="62" y="722"/>
                      <a:pt x="57" y="706"/>
                    </a:cubicBezTo>
                    <a:cubicBezTo>
                      <a:pt x="54" y="696"/>
                      <a:pt x="52" y="687"/>
                      <a:pt x="52" y="681"/>
                    </a:cubicBezTo>
                    <a:cubicBezTo>
                      <a:pt x="50" y="667"/>
                      <a:pt x="59" y="568"/>
                      <a:pt x="68" y="539"/>
                    </a:cubicBezTo>
                    <a:cubicBezTo>
                      <a:pt x="85" y="480"/>
                      <a:pt x="85" y="426"/>
                      <a:pt x="87" y="415"/>
                    </a:cubicBezTo>
                    <a:cubicBezTo>
                      <a:pt x="89" y="404"/>
                      <a:pt x="100" y="349"/>
                      <a:pt x="104" y="324"/>
                    </a:cubicBezTo>
                    <a:cubicBezTo>
                      <a:pt x="104" y="324"/>
                      <a:pt x="104" y="324"/>
                      <a:pt x="104" y="324"/>
                    </a:cubicBezTo>
                    <a:cubicBezTo>
                      <a:pt x="106" y="355"/>
                      <a:pt x="114" y="395"/>
                      <a:pt x="114" y="411"/>
                    </a:cubicBezTo>
                    <a:cubicBezTo>
                      <a:pt x="115" y="432"/>
                      <a:pt x="128" y="469"/>
                      <a:pt x="119" y="487"/>
                    </a:cubicBezTo>
                    <a:cubicBezTo>
                      <a:pt x="110" y="504"/>
                      <a:pt x="99" y="545"/>
                      <a:pt x="91" y="593"/>
                    </a:cubicBezTo>
                    <a:cubicBezTo>
                      <a:pt x="84" y="631"/>
                      <a:pt x="78" y="664"/>
                      <a:pt x="85" y="732"/>
                    </a:cubicBezTo>
                    <a:cubicBezTo>
                      <a:pt x="90" y="781"/>
                      <a:pt x="89" y="814"/>
                      <a:pt x="101" y="868"/>
                    </a:cubicBezTo>
                    <a:cubicBezTo>
                      <a:pt x="111" y="916"/>
                      <a:pt x="119" y="971"/>
                      <a:pt x="125" y="1007"/>
                    </a:cubicBezTo>
                    <a:cubicBezTo>
                      <a:pt x="131" y="1042"/>
                      <a:pt x="133" y="1060"/>
                      <a:pt x="135" y="1083"/>
                    </a:cubicBezTo>
                    <a:cubicBezTo>
                      <a:pt x="136" y="1106"/>
                      <a:pt x="121" y="1216"/>
                      <a:pt x="138" y="1279"/>
                    </a:cubicBezTo>
                    <a:cubicBezTo>
                      <a:pt x="154" y="1342"/>
                      <a:pt x="161" y="1382"/>
                      <a:pt x="164" y="1397"/>
                    </a:cubicBezTo>
                    <a:cubicBezTo>
                      <a:pt x="171" y="1431"/>
                      <a:pt x="165" y="1435"/>
                      <a:pt x="168" y="1452"/>
                    </a:cubicBezTo>
                    <a:cubicBezTo>
                      <a:pt x="171" y="1469"/>
                      <a:pt x="171" y="1467"/>
                      <a:pt x="163" y="1483"/>
                    </a:cubicBezTo>
                    <a:cubicBezTo>
                      <a:pt x="155" y="1494"/>
                      <a:pt x="143" y="1517"/>
                      <a:pt x="139" y="1522"/>
                    </a:cubicBezTo>
                    <a:cubicBezTo>
                      <a:pt x="135" y="1527"/>
                      <a:pt x="137" y="1533"/>
                      <a:pt x="139" y="1536"/>
                    </a:cubicBezTo>
                    <a:cubicBezTo>
                      <a:pt x="136" y="1544"/>
                      <a:pt x="145" y="1548"/>
                      <a:pt x="148" y="1548"/>
                    </a:cubicBezTo>
                    <a:cubicBezTo>
                      <a:pt x="147" y="1557"/>
                      <a:pt x="163" y="1557"/>
                      <a:pt x="167" y="1552"/>
                    </a:cubicBezTo>
                    <a:cubicBezTo>
                      <a:pt x="172" y="1557"/>
                      <a:pt x="184" y="1557"/>
                      <a:pt x="189" y="1551"/>
                    </a:cubicBezTo>
                    <a:cubicBezTo>
                      <a:pt x="197" y="1558"/>
                      <a:pt x="211" y="1558"/>
                      <a:pt x="219" y="1549"/>
                    </a:cubicBezTo>
                    <a:cubicBezTo>
                      <a:pt x="228" y="1540"/>
                      <a:pt x="229" y="1531"/>
                      <a:pt x="228" y="1521"/>
                    </a:cubicBezTo>
                    <a:cubicBezTo>
                      <a:pt x="227" y="1512"/>
                      <a:pt x="229" y="1509"/>
                      <a:pt x="231" y="1498"/>
                    </a:cubicBezTo>
                    <a:cubicBezTo>
                      <a:pt x="233" y="1487"/>
                      <a:pt x="234" y="1478"/>
                      <a:pt x="231" y="1469"/>
                    </a:cubicBezTo>
                    <a:cubicBezTo>
                      <a:pt x="227" y="1461"/>
                      <a:pt x="226" y="1458"/>
                      <a:pt x="226" y="1449"/>
                    </a:cubicBezTo>
                    <a:cubicBezTo>
                      <a:pt x="226" y="1441"/>
                      <a:pt x="229" y="1429"/>
                      <a:pt x="224" y="1419"/>
                    </a:cubicBezTo>
                    <a:cubicBezTo>
                      <a:pt x="219" y="1408"/>
                      <a:pt x="214" y="1384"/>
                      <a:pt x="215" y="1357"/>
                    </a:cubicBezTo>
                    <a:cubicBezTo>
                      <a:pt x="216" y="1330"/>
                      <a:pt x="234" y="1181"/>
                      <a:pt x="226" y="1129"/>
                    </a:cubicBezTo>
                    <a:cubicBezTo>
                      <a:pt x="218" y="1078"/>
                      <a:pt x="221" y="1068"/>
                      <a:pt x="223" y="1050"/>
                    </a:cubicBezTo>
                    <a:cubicBezTo>
                      <a:pt x="225" y="1033"/>
                      <a:pt x="230" y="1005"/>
                      <a:pt x="226" y="968"/>
                    </a:cubicBezTo>
                    <a:cubicBezTo>
                      <a:pt x="224" y="954"/>
                      <a:pt x="225" y="894"/>
                      <a:pt x="225" y="834"/>
                    </a:cubicBezTo>
                    <a:cubicBezTo>
                      <a:pt x="225" y="795"/>
                      <a:pt x="228" y="748"/>
                      <a:pt x="226" y="733"/>
                    </a:cubicBezTo>
                    <a:cubicBezTo>
                      <a:pt x="226" y="732"/>
                      <a:pt x="226" y="732"/>
                      <a:pt x="226" y="732"/>
                    </a:cubicBezTo>
                    <a:cubicBezTo>
                      <a:pt x="228" y="733"/>
                      <a:pt x="231" y="734"/>
                      <a:pt x="233" y="734"/>
                    </a:cubicBezTo>
                    <a:cubicBezTo>
                      <a:pt x="234" y="734"/>
                      <a:pt x="234" y="734"/>
                      <a:pt x="234" y="734"/>
                    </a:cubicBezTo>
                    <a:cubicBezTo>
                      <a:pt x="237" y="734"/>
                      <a:pt x="240" y="733"/>
                      <a:pt x="244" y="732"/>
                    </a:cubicBezTo>
                    <a:cubicBezTo>
                      <a:pt x="243" y="733"/>
                      <a:pt x="243" y="733"/>
                      <a:pt x="243" y="733"/>
                    </a:cubicBezTo>
                    <a:cubicBezTo>
                      <a:pt x="241" y="749"/>
                      <a:pt x="243" y="795"/>
                      <a:pt x="243" y="834"/>
                    </a:cubicBezTo>
                    <a:cubicBezTo>
                      <a:pt x="244" y="894"/>
                      <a:pt x="244" y="954"/>
                      <a:pt x="243" y="968"/>
                    </a:cubicBezTo>
                    <a:cubicBezTo>
                      <a:pt x="238" y="1005"/>
                      <a:pt x="243" y="1033"/>
                      <a:pt x="245" y="1050"/>
                    </a:cubicBezTo>
                    <a:cubicBezTo>
                      <a:pt x="247" y="1068"/>
                      <a:pt x="250" y="1078"/>
                      <a:pt x="242" y="1129"/>
                    </a:cubicBezTo>
                    <a:cubicBezTo>
                      <a:pt x="234" y="1181"/>
                      <a:pt x="253" y="1330"/>
                      <a:pt x="254" y="1357"/>
                    </a:cubicBezTo>
                    <a:cubicBezTo>
                      <a:pt x="255" y="1384"/>
                      <a:pt x="249" y="1408"/>
                      <a:pt x="244" y="1419"/>
                    </a:cubicBezTo>
                    <a:cubicBezTo>
                      <a:pt x="239" y="1429"/>
                      <a:pt x="242" y="1441"/>
                      <a:pt x="242" y="1449"/>
                    </a:cubicBezTo>
                    <a:cubicBezTo>
                      <a:pt x="242" y="1458"/>
                      <a:pt x="242" y="1461"/>
                      <a:pt x="238" y="1469"/>
                    </a:cubicBezTo>
                    <a:cubicBezTo>
                      <a:pt x="234" y="1478"/>
                      <a:pt x="235" y="1487"/>
                      <a:pt x="237" y="1498"/>
                    </a:cubicBezTo>
                    <a:cubicBezTo>
                      <a:pt x="239" y="1509"/>
                      <a:pt x="241" y="1512"/>
                      <a:pt x="240" y="1521"/>
                    </a:cubicBezTo>
                    <a:cubicBezTo>
                      <a:pt x="239" y="1531"/>
                      <a:pt x="240" y="1540"/>
                      <a:pt x="249" y="1549"/>
                    </a:cubicBezTo>
                    <a:cubicBezTo>
                      <a:pt x="258" y="1558"/>
                      <a:pt x="272" y="1558"/>
                      <a:pt x="279" y="1551"/>
                    </a:cubicBezTo>
                    <a:cubicBezTo>
                      <a:pt x="284" y="1557"/>
                      <a:pt x="297" y="1557"/>
                      <a:pt x="301" y="1552"/>
                    </a:cubicBezTo>
                    <a:cubicBezTo>
                      <a:pt x="305" y="1557"/>
                      <a:pt x="322" y="1557"/>
                      <a:pt x="321" y="1548"/>
                    </a:cubicBezTo>
                    <a:cubicBezTo>
                      <a:pt x="324" y="1548"/>
                      <a:pt x="332" y="1544"/>
                      <a:pt x="329" y="1536"/>
                    </a:cubicBezTo>
                    <a:cubicBezTo>
                      <a:pt x="331" y="1533"/>
                      <a:pt x="333" y="1527"/>
                      <a:pt x="329" y="1522"/>
                    </a:cubicBezTo>
                    <a:cubicBezTo>
                      <a:pt x="325" y="1517"/>
                      <a:pt x="313" y="1494"/>
                      <a:pt x="306" y="1483"/>
                    </a:cubicBezTo>
                    <a:cubicBezTo>
                      <a:pt x="297" y="1467"/>
                      <a:pt x="298" y="1469"/>
                      <a:pt x="301" y="1452"/>
                    </a:cubicBezTo>
                    <a:cubicBezTo>
                      <a:pt x="304" y="1435"/>
                      <a:pt x="297" y="1431"/>
                      <a:pt x="304" y="1397"/>
                    </a:cubicBezTo>
                    <a:cubicBezTo>
                      <a:pt x="308" y="1382"/>
                      <a:pt x="315" y="1342"/>
                      <a:pt x="331" y="1279"/>
                    </a:cubicBezTo>
                    <a:cubicBezTo>
                      <a:pt x="347" y="1216"/>
                      <a:pt x="332" y="1106"/>
                      <a:pt x="334" y="1083"/>
                    </a:cubicBezTo>
                    <a:cubicBezTo>
                      <a:pt x="335" y="1060"/>
                      <a:pt x="338" y="1042"/>
                      <a:pt x="344" y="1007"/>
                    </a:cubicBezTo>
                    <a:cubicBezTo>
                      <a:pt x="350" y="971"/>
                      <a:pt x="359" y="913"/>
                      <a:pt x="369" y="865"/>
                    </a:cubicBezTo>
                    <a:cubicBezTo>
                      <a:pt x="383" y="801"/>
                      <a:pt x="384" y="770"/>
                      <a:pt x="388" y="731"/>
                    </a:cubicBezTo>
                    <a:cubicBezTo>
                      <a:pt x="394" y="663"/>
                      <a:pt x="387" y="626"/>
                      <a:pt x="380" y="589"/>
                    </a:cubicBezTo>
                    <a:cubicBezTo>
                      <a:pt x="372" y="540"/>
                      <a:pt x="362" y="509"/>
                      <a:pt x="353" y="491"/>
                    </a:cubicBezTo>
                    <a:cubicBezTo>
                      <a:pt x="344" y="474"/>
                      <a:pt x="352" y="437"/>
                      <a:pt x="353" y="415"/>
                    </a:cubicBezTo>
                    <a:cubicBezTo>
                      <a:pt x="354" y="399"/>
                      <a:pt x="362" y="353"/>
                      <a:pt x="364" y="323"/>
                    </a:cubicBezTo>
                    <a:cubicBezTo>
                      <a:pt x="364" y="323"/>
                      <a:pt x="364" y="323"/>
                      <a:pt x="364" y="323"/>
                    </a:cubicBezTo>
                    <a:cubicBezTo>
                      <a:pt x="368" y="348"/>
                      <a:pt x="379" y="404"/>
                      <a:pt x="381" y="415"/>
                    </a:cubicBezTo>
                    <a:cubicBezTo>
                      <a:pt x="383" y="426"/>
                      <a:pt x="384" y="477"/>
                      <a:pt x="401" y="537"/>
                    </a:cubicBezTo>
                    <a:cubicBezTo>
                      <a:pt x="409" y="565"/>
                      <a:pt x="419" y="667"/>
                      <a:pt x="416" y="681"/>
                    </a:cubicBezTo>
                    <a:cubicBezTo>
                      <a:pt x="416" y="687"/>
                      <a:pt x="415" y="696"/>
                      <a:pt x="412" y="706"/>
                    </a:cubicBezTo>
                    <a:cubicBezTo>
                      <a:pt x="406" y="722"/>
                      <a:pt x="407" y="744"/>
                      <a:pt x="408" y="751"/>
                    </a:cubicBezTo>
                    <a:cubicBezTo>
                      <a:pt x="406" y="761"/>
                      <a:pt x="403" y="781"/>
                      <a:pt x="407" y="782"/>
                    </a:cubicBezTo>
                    <a:cubicBezTo>
                      <a:pt x="405" y="785"/>
                      <a:pt x="404" y="785"/>
                      <a:pt x="405" y="789"/>
                    </a:cubicBezTo>
                    <a:cubicBezTo>
                      <a:pt x="403" y="792"/>
                      <a:pt x="403" y="793"/>
                      <a:pt x="404" y="795"/>
                    </a:cubicBezTo>
                    <a:cubicBezTo>
                      <a:pt x="406" y="801"/>
                      <a:pt x="415" y="795"/>
                      <a:pt x="412" y="797"/>
                    </a:cubicBezTo>
                    <a:cubicBezTo>
                      <a:pt x="407" y="800"/>
                      <a:pt x="402" y="804"/>
                      <a:pt x="405" y="811"/>
                    </a:cubicBezTo>
                    <a:cubicBezTo>
                      <a:pt x="406" y="814"/>
                      <a:pt x="418" y="807"/>
                      <a:pt x="424" y="805"/>
                    </a:cubicBezTo>
                    <a:cubicBezTo>
                      <a:pt x="434" y="801"/>
                      <a:pt x="445" y="795"/>
                      <a:pt x="448" y="790"/>
                    </a:cubicBezTo>
                    <a:cubicBezTo>
                      <a:pt x="451" y="785"/>
                      <a:pt x="457" y="775"/>
                      <a:pt x="459" y="771"/>
                    </a:cubicBezTo>
                    <a:cubicBezTo>
                      <a:pt x="462" y="765"/>
                      <a:pt x="461" y="761"/>
                      <a:pt x="463" y="757"/>
                    </a:cubicBezTo>
                    <a:cubicBezTo>
                      <a:pt x="465" y="753"/>
                      <a:pt x="469" y="748"/>
                      <a:pt x="467" y="744"/>
                    </a:cubicBezTo>
                    <a:cubicBezTo>
                      <a:pt x="465" y="741"/>
                      <a:pt x="462" y="713"/>
                      <a:pt x="458" y="697"/>
                    </a:cubicBezTo>
                    <a:cubicBezTo>
                      <a:pt x="455" y="684"/>
                      <a:pt x="451" y="628"/>
                      <a:pt x="453" y="602"/>
                    </a:cubicBezTo>
                    <a:cubicBezTo>
                      <a:pt x="455" y="582"/>
                      <a:pt x="451" y="549"/>
                      <a:pt x="451" y="536"/>
                    </a:cubicBezTo>
                    <a:cubicBezTo>
                      <a:pt x="452" y="459"/>
                      <a:pt x="443" y="421"/>
                      <a:pt x="440" y="407"/>
                    </a:cubicBezTo>
                    <a:cubicBezTo>
                      <a:pt x="437" y="393"/>
                      <a:pt x="434" y="372"/>
                      <a:pt x="434" y="342"/>
                    </a:cubicBezTo>
                    <a:cubicBezTo>
                      <a:pt x="434" y="311"/>
                      <a:pt x="422" y="199"/>
                      <a:pt x="418" y="176"/>
                    </a:cubicBezTo>
                    <a:cubicBezTo>
                      <a:pt x="415" y="154"/>
                      <a:pt x="407" y="120"/>
                      <a:pt x="398" y="110"/>
                    </a:cubicBezTo>
                    <a:cubicBezTo>
                      <a:pt x="389" y="99"/>
                      <a:pt x="372" y="81"/>
                      <a:pt x="343" y="76"/>
                    </a:cubicBezTo>
                    <a:cubicBezTo>
                      <a:pt x="333" y="75"/>
                      <a:pt x="271" y="69"/>
                      <a:pt x="280" y="5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919" name="Freeform 1149">
                <a:extLst>
                  <a:ext uri="{FF2B5EF4-FFF2-40B4-BE49-F238E27FC236}">
                    <a16:creationId xmlns:a16="http://schemas.microsoft.com/office/drawing/2014/main" id="{F8121166-C9BD-4955-8FE2-20447D2FD2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3" y="2564"/>
                <a:ext cx="5" cy="17"/>
              </a:xfrm>
              <a:custGeom>
                <a:avLst/>
                <a:gdLst>
                  <a:gd name="T0" fmla="*/ 0 w 3"/>
                  <a:gd name="T1" fmla="*/ 0 h 9"/>
                  <a:gd name="T2" fmla="*/ 5 w 3"/>
                  <a:gd name="T3" fmla="*/ 6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9">
                    <a:moveTo>
                      <a:pt x="0" y="0"/>
                    </a:moveTo>
                    <a:cubicBezTo>
                      <a:pt x="3" y="1"/>
                      <a:pt x="1" y="7"/>
                      <a:pt x="1" y="9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920" name="Freeform 1150">
                <a:extLst>
                  <a:ext uri="{FF2B5EF4-FFF2-40B4-BE49-F238E27FC236}">
                    <a16:creationId xmlns:a16="http://schemas.microsoft.com/office/drawing/2014/main" id="{D0399CCD-2233-494B-A1C1-47FB579AAD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5" y="3850"/>
                <a:ext cx="5" cy="34"/>
              </a:xfrm>
              <a:custGeom>
                <a:avLst/>
                <a:gdLst>
                  <a:gd name="T0" fmla="*/ 0 w 3"/>
                  <a:gd name="T1" fmla="*/ 0 h 18"/>
                  <a:gd name="T2" fmla="*/ 13 w 3"/>
                  <a:gd name="T3" fmla="*/ 121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8">
                    <a:moveTo>
                      <a:pt x="0" y="0"/>
                    </a:moveTo>
                    <a:cubicBezTo>
                      <a:pt x="0" y="7"/>
                      <a:pt x="3" y="18"/>
                      <a:pt x="3" y="18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921" name="Freeform 1151">
                <a:extLst>
                  <a:ext uri="{FF2B5EF4-FFF2-40B4-BE49-F238E27FC236}">
                    <a16:creationId xmlns:a16="http://schemas.microsoft.com/office/drawing/2014/main" id="{9AE60745-B4D8-4A17-84CD-7B34E9EDE6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4" y="2032"/>
                <a:ext cx="46" cy="32"/>
              </a:xfrm>
              <a:custGeom>
                <a:avLst/>
                <a:gdLst>
                  <a:gd name="T0" fmla="*/ 0 w 24"/>
                  <a:gd name="T1" fmla="*/ 81 h 17"/>
                  <a:gd name="T2" fmla="*/ 128 w 24"/>
                  <a:gd name="T3" fmla="*/ 113 h 17"/>
                  <a:gd name="T4" fmla="*/ 8 w 24"/>
                  <a:gd name="T5" fmla="*/ 75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17">
                    <a:moveTo>
                      <a:pt x="0" y="12"/>
                    </a:moveTo>
                    <a:cubicBezTo>
                      <a:pt x="6" y="6"/>
                      <a:pt x="16" y="9"/>
                      <a:pt x="18" y="17"/>
                    </a:cubicBezTo>
                    <a:cubicBezTo>
                      <a:pt x="24" y="11"/>
                      <a:pt x="4" y="0"/>
                      <a:pt x="1" y="1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922" name="Freeform 1152">
                <a:extLst>
                  <a:ext uri="{FF2B5EF4-FFF2-40B4-BE49-F238E27FC236}">
                    <a16:creationId xmlns:a16="http://schemas.microsoft.com/office/drawing/2014/main" id="{C3FB3840-C0BE-407B-B67B-DE4A3D74AE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6" y="3984"/>
                <a:ext cx="24" cy="17"/>
              </a:xfrm>
              <a:custGeom>
                <a:avLst/>
                <a:gdLst>
                  <a:gd name="T0" fmla="*/ 31 w 13"/>
                  <a:gd name="T1" fmla="*/ 8 h 9"/>
                  <a:gd name="T2" fmla="*/ 68 w 13"/>
                  <a:gd name="T3" fmla="*/ 21 h 9"/>
                  <a:gd name="T4" fmla="*/ 31 w 13"/>
                  <a:gd name="T5" fmla="*/ 28 h 9"/>
                  <a:gd name="T6" fmla="*/ 7 w 13"/>
                  <a:gd name="T7" fmla="*/ 40 h 9"/>
                  <a:gd name="T8" fmla="*/ 61 w 13"/>
                  <a:gd name="T9" fmla="*/ 6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9">
                    <a:moveTo>
                      <a:pt x="5" y="1"/>
                    </a:moveTo>
                    <a:cubicBezTo>
                      <a:pt x="7" y="2"/>
                      <a:pt x="10" y="0"/>
                      <a:pt x="11" y="3"/>
                    </a:cubicBezTo>
                    <a:cubicBezTo>
                      <a:pt x="13" y="8"/>
                      <a:pt x="6" y="4"/>
                      <a:pt x="5" y="4"/>
                    </a:cubicBezTo>
                    <a:cubicBezTo>
                      <a:pt x="3" y="3"/>
                      <a:pt x="0" y="3"/>
                      <a:pt x="1" y="6"/>
                    </a:cubicBezTo>
                    <a:cubicBezTo>
                      <a:pt x="1" y="9"/>
                      <a:pt x="8" y="8"/>
                      <a:pt x="10" y="9"/>
                    </a:cubicBezTo>
                  </a:path>
                </a:pathLst>
              </a:custGeom>
              <a:noFill/>
              <a:ln w="9525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923" name="Freeform 1153">
                <a:extLst>
                  <a:ext uri="{FF2B5EF4-FFF2-40B4-BE49-F238E27FC236}">
                    <a16:creationId xmlns:a16="http://schemas.microsoft.com/office/drawing/2014/main" id="{9C4381BE-DEBA-4A03-87BB-17989F4B07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3" y="3986"/>
                <a:ext cx="13" cy="13"/>
              </a:xfrm>
              <a:custGeom>
                <a:avLst/>
                <a:gdLst>
                  <a:gd name="T0" fmla="*/ 45 w 7"/>
                  <a:gd name="T1" fmla="*/ 32 h 7"/>
                  <a:gd name="T2" fmla="*/ 0 w 7"/>
                  <a:gd name="T3" fmla="*/ 0 h 7"/>
                  <a:gd name="T4" fmla="*/ 32 w 7"/>
                  <a:gd name="T5" fmla="*/ 45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7">
                    <a:moveTo>
                      <a:pt x="7" y="5"/>
                    </a:moveTo>
                    <a:cubicBezTo>
                      <a:pt x="6" y="2"/>
                      <a:pt x="3" y="0"/>
                      <a:pt x="0" y="0"/>
                    </a:cubicBezTo>
                    <a:cubicBezTo>
                      <a:pt x="1" y="3"/>
                      <a:pt x="3" y="6"/>
                      <a:pt x="5" y="7"/>
                    </a:cubicBezTo>
                  </a:path>
                </a:pathLst>
              </a:custGeom>
              <a:noFill/>
              <a:ln w="9525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924" name="Freeform 1154">
                <a:extLst>
                  <a:ext uri="{FF2B5EF4-FFF2-40B4-BE49-F238E27FC236}">
                    <a16:creationId xmlns:a16="http://schemas.microsoft.com/office/drawing/2014/main" id="{CC4067B4-B0AA-4B17-BF76-6498D00A4C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7" y="3980"/>
                <a:ext cx="21" cy="16"/>
              </a:xfrm>
              <a:custGeom>
                <a:avLst/>
                <a:gdLst>
                  <a:gd name="T0" fmla="*/ 76 w 11"/>
                  <a:gd name="T1" fmla="*/ 40 h 8"/>
                  <a:gd name="T2" fmla="*/ 21 w 11"/>
                  <a:gd name="T3" fmla="*/ 16 h 8"/>
                  <a:gd name="T4" fmla="*/ 69 w 11"/>
                  <a:gd name="T5" fmla="*/ 64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8">
                    <a:moveTo>
                      <a:pt x="11" y="5"/>
                    </a:moveTo>
                    <a:cubicBezTo>
                      <a:pt x="10" y="3"/>
                      <a:pt x="6" y="0"/>
                      <a:pt x="3" y="2"/>
                    </a:cubicBezTo>
                    <a:cubicBezTo>
                      <a:pt x="0" y="5"/>
                      <a:pt x="9" y="8"/>
                      <a:pt x="10" y="8"/>
                    </a:cubicBezTo>
                  </a:path>
                </a:pathLst>
              </a:custGeom>
              <a:noFill/>
              <a:ln w="9525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925" name="Freeform 1155">
                <a:extLst>
                  <a:ext uri="{FF2B5EF4-FFF2-40B4-BE49-F238E27FC236}">
                    <a16:creationId xmlns:a16="http://schemas.microsoft.com/office/drawing/2014/main" id="{CF0D95DF-6B31-46BB-A8A6-B6AEF86178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9" y="3975"/>
                <a:ext cx="10" cy="7"/>
              </a:xfrm>
              <a:custGeom>
                <a:avLst/>
                <a:gdLst>
                  <a:gd name="T0" fmla="*/ 40 w 5"/>
                  <a:gd name="T1" fmla="*/ 21 h 4"/>
                  <a:gd name="T2" fmla="*/ 0 w 5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4">
                    <a:moveTo>
                      <a:pt x="5" y="4"/>
                    </a:moveTo>
                    <a:cubicBezTo>
                      <a:pt x="4" y="2"/>
                      <a:pt x="2" y="1"/>
                      <a:pt x="0" y="0"/>
                    </a:cubicBezTo>
                  </a:path>
                </a:pathLst>
              </a:custGeom>
              <a:noFill/>
              <a:ln w="9525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926" name="Freeform 1156">
                <a:extLst>
                  <a:ext uri="{FF2B5EF4-FFF2-40B4-BE49-F238E27FC236}">
                    <a16:creationId xmlns:a16="http://schemas.microsoft.com/office/drawing/2014/main" id="{2FC689BC-3069-4B1B-94CF-01458C7985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0" y="3982"/>
                <a:ext cx="17" cy="14"/>
              </a:xfrm>
              <a:custGeom>
                <a:avLst/>
                <a:gdLst>
                  <a:gd name="T0" fmla="*/ 8 w 9"/>
                  <a:gd name="T1" fmla="*/ 16 h 7"/>
                  <a:gd name="T2" fmla="*/ 53 w 9"/>
                  <a:gd name="T3" fmla="*/ 32 h 7"/>
                  <a:gd name="T4" fmla="*/ 0 w 9"/>
                  <a:gd name="T5" fmla="*/ 48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7">
                    <a:moveTo>
                      <a:pt x="1" y="2"/>
                    </a:moveTo>
                    <a:cubicBezTo>
                      <a:pt x="3" y="2"/>
                      <a:pt x="9" y="0"/>
                      <a:pt x="8" y="4"/>
                    </a:cubicBezTo>
                    <a:cubicBezTo>
                      <a:pt x="8" y="7"/>
                      <a:pt x="2" y="6"/>
                      <a:pt x="0" y="6"/>
                    </a:cubicBezTo>
                  </a:path>
                </a:pathLst>
              </a:custGeom>
              <a:noFill/>
              <a:ln w="9525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927" name="Freeform 1157">
                <a:extLst>
                  <a:ext uri="{FF2B5EF4-FFF2-40B4-BE49-F238E27FC236}">
                    <a16:creationId xmlns:a16="http://schemas.microsoft.com/office/drawing/2014/main" id="{469D0D84-5DDA-4C27-89B6-6ACC104665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1" y="3986"/>
                <a:ext cx="21" cy="15"/>
              </a:xfrm>
              <a:custGeom>
                <a:avLst/>
                <a:gdLst>
                  <a:gd name="T0" fmla="*/ 0 w 11"/>
                  <a:gd name="T1" fmla="*/ 28 h 8"/>
                  <a:gd name="T2" fmla="*/ 55 w 11"/>
                  <a:gd name="T3" fmla="*/ 21 h 8"/>
                  <a:gd name="T4" fmla="*/ 8 w 11"/>
                  <a:gd name="T5" fmla="*/ 53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8">
                    <a:moveTo>
                      <a:pt x="0" y="4"/>
                    </a:moveTo>
                    <a:cubicBezTo>
                      <a:pt x="3" y="2"/>
                      <a:pt x="5" y="0"/>
                      <a:pt x="8" y="3"/>
                    </a:cubicBezTo>
                    <a:cubicBezTo>
                      <a:pt x="11" y="6"/>
                      <a:pt x="4" y="8"/>
                      <a:pt x="1" y="8"/>
                    </a:cubicBezTo>
                  </a:path>
                </a:pathLst>
              </a:custGeom>
              <a:noFill/>
              <a:ln w="9525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928" name="Freeform 1158">
                <a:extLst>
                  <a:ext uri="{FF2B5EF4-FFF2-40B4-BE49-F238E27FC236}">
                    <a16:creationId xmlns:a16="http://schemas.microsoft.com/office/drawing/2014/main" id="{6A80DFEC-566C-463B-B8E5-D578E039FF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1" y="3982"/>
                <a:ext cx="14" cy="8"/>
              </a:xfrm>
              <a:custGeom>
                <a:avLst/>
                <a:gdLst>
                  <a:gd name="T0" fmla="*/ 56 w 7"/>
                  <a:gd name="T1" fmla="*/ 0 h 4"/>
                  <a:gd name="T2" fmla="*/ 0 w 7"/>
                  <a:gd name="T3" fmla="*/ 32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4">
                    <a:moveTo>
                      <a:pt x="7" y="0"/>
                    </a:moveTo>
                    <a:cubicBezTo>
                      <a:pt x="5" y="1"/>
                      <a:pt x="2" y="2"/>
                      <a:pt x="0" y="4"/>
                    </a:cubicBezTo>
                  </a:path>
                </a:pathLst>
              </a:custGeom>
              <a:noFill/>
              <a:ln w="9525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929" name="Freeform 1159">
                <a:extLst>
                  <a:ext uri="{FF2B5EF4-FFF2-40B4-BE49-F238E27FC236}">
                    <a16:creationId xmlns:a16="http://schemas.microsoft.com/office/drawing/2014/main" id="{31966D43-ED53-47B5-8CA8-C55CF85E28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8" y="3975"/>
                <a:ext cx="13" cy="7"/>
              </a:xfrm>
              <a:custGeom>
                <a:avLst/>
                <a:gdLst>
                  <a:gd name="T0" fmla="*/ 45 w 7"/>
                  <a:gd name="T1" fmla="*/ 0 h 4"/>
                  <a:gd name="T2" fmla="*/ 0 w 7"/>
                  <a:gd name="T3" fmla="*/ 21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4">
                    <a:moveTo>
                      <a:pt x="7" y="0"/>
                    </a:moveTo>
                    <a:cubicBezTo>
                      <a:pt x="5" y="1"/>
                      <a:pt x="1" y="2"/>
                      <a:pt x="0" y="4"/>
                    </a:cubicBezTo>
                  </a:path>
                </a:pathLst>
              </a:custGeom>
              <a:noFill/>
              <a:ln w="9525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930" name="Freeform 1160">
                <a:extLst>
                  <a:ext uri="{FF2B5EF4-FFF2-40B4-BE49-F238E27FC236}">
                    <a16:creationId xmlns:a16="http://schemas.microsoft.com/office/drawing/2014/main" id="{0B7BB266-7507-46AE-B179-C3F35E2D75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3" y="1514"/>
                <a:ext cx="28" cy="178"/>
              </a:xfrm>
              <a:custGeom>
                <a:avLst/>
                <a:gdLst>
                  <a:gd name="T0" fmla="*/ 97 w 15"/>
                  <a:gd name="T1" fmla="*/ 638 h 94"/>
                  <a:gd name="T2" fmla="*/ 39 w 15"/>
                  <a:gd name="T3" fmla="*/ 477 h 94"/>
                  <a:gd name="T4" fmla="*/ 7 w 15"/>
                  <a:gd name="T5" fmla="*/ 326 h 94"/>
                  <a:gd name="T6" fmla="*/ 21 w 15"/>
                  <a:gd name="T7" fmla="*/ 144 h 94"/>
                  <a:gd name="T8" fmla="*/ 45 w 15"/>
                  <a:gd name="T9" fmla="*/ 0 h 9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94">
                    <a:moveTo>
                      <a:pt x="15" y="94"/>
                    </a:moveTo>
                    <a:cubicBezTo>
                      <a:pt x="14" y="89"/>
                      <a:pt x="7" y="75"/>
                      <a:pt x="6" y="70"/>
                    </a:cubicBezTo>
                    <a:cubicBezTo>
                      <a:pt x="4" y="63"/>
                      <a:pt x="2" y="57"/>
                      <a:pt x="1" y="48"/>
                    </a:cubicBezTo>
                    <a:cubicBezTo>
                      <a:pt x="0" y="38"/>
                      <a:pt x="1" y="30"/>
                      <a:pt x="3" y="21"/>
                    </a:cubicBezTo>
                    <a:cubicBezTo>
                      <a:pt x="5" y="15"/>
                      <a:pt x="9" y="6"/>
                      <a:pt x="7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931" name="Freeform 1161">
                <a:extLst>
                  <a:ext uri="{FF2B5EF4-FFF2-40B4-BE49-F238E27FC236}">
                    <a16:creationId xmlns:a16="http://schemas.microsoft.com/office/drawing/2014/main" id="{59EF4131-1697-460A-A481-A6B82E8988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1" y="1522"/>
                <a:ext cx="17" cy="161"/>
              </a:xfrm>
              <a:custGeom>
                <a:avLst/>
                <a:gdLst>
                  <a:gd name="T0" fmla="*/ 0 w 9"/>
                  <a:gd name="T1" fmla="*/ 578 h 85"/>
                  <a:gd name="T2" fmla="*/ 60 w 9"/>
                  <a:gd name="T3" fmla="*/ 244 h 85"/>
                  <a:gd name="T4" fmla="*/ 15 w 9"/>
                  <a:gd name="T5" fmla="*/ 0 h 8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85">
                    <a:moveTo>
                      <a:pt x="0" y="85"/>
                    </a:moveTo>
                    <a:cubicBezTo>
                      <a:pt x="0" y="69"/>
                      <a:pt x="9" y="65"/>
                      <a:pt x="9" y="36"/>
                    </a:cubicBezTo>
                    <a:cubicBezTo>
                      <a:pt x="9" y="23"/>
                      <a:pt x="2" y="12"/>
                      <a:pt x="2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932" name="Freeform 1162">
                <a:extLst>
                  <a:ext uri="{FF2B5EF4-FFF2-40B4-BE49-F238E27FC236}">
                    <a16:creationId xmlns:a16="http://schemas.microsoft.com/office/drawing/2014/main" id="{E53E4995-6B5A-4C34-8AF1-55F9C65A56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0" y="1639"/>
                <a:ext cx="149" cy="48"/>
              </a:xfrm>
              <a:custGeom>
                <a:avLst/>
                <a:gdLst>
                  <a:gd name="T0" fmla="*/ 0 w 78"/>
                  <a:gd name="T1" fmla="*/ 69 h 25"/>
                  <a:gd name="T2" fmla="*/ 277 w 78"/>
                  <a:gd name="T3" fmla="*/ 161 h 25"/>
                  <a:gd name="T4" fmla="*/ 544 w 78"/>
                  <a:gd name="T5" fmla="*/ 0 h 25"/>
                  <a:gd name="T6" fmla="*/ 460 w 78"/>
                  <a:gd name="T7" fmla="*/ 121 h 25"/>
                  <a:gd name="T8" fmla="*/ 285 w 78"/>
                  <a:gd name="T9" fmla="*/ 169 h 25"/>
                  <a:gd name="T10" fmla="*/ 15 w 78"/>
                  <a:gd name="T11" fmla="*/ 92 h 2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8" h="25">
                    <a:moveTo>
                      <a:pt x="0" y="10"/>
                    </a:moveTo>
                    <a:cubicBezTo>
                      <a:pt x="7" y="21"/>
                      <a:pt x="27" y="24"/>
                      <a:pt x="40" y="23"/>
                    </a:cubicBezTo>
                    <a:cubicBezTo>
                      <a:pt x="54" y="21"/>
                      <a:pt x="71" y="13"/>
                      <a:pt x="78" y="0"/>
                    </a:cubicBezTo>
                    <a:cubicBezTo>
                      <a:pt x="75" y="6"/>
                      <a:pt x="72" y="13"/>
                      <a:pt x="66" y="17"/>
                    </a:cubicBezTo>
                    <a:cubicBezTo>
                      <a:pt x="59" y="22"/>
                      <a:pt x="50" y="23"/>
                      <a:pt x="41" y="24"/>
                    </a:cubicBezTo>
                    <a:cubicBezTo>
                      <a:pt x="28" y="25"/>
                      <a:pt x="11" y="25"/>
                      <a:pt x="2" y="13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933" name="Freeform 1163">
                <a:extLst>
                  <a:ext uri="{FF2B5EF4-FFF2-40B4-BE49-F238E27FC236}">
                    <a16:creationId xmlns:a16="http://schemas.microsoft.com/office/drawing/2014/main" id="{C0FFAE5B-3C0B-4D91-80CA-9222375846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1" y="1649"/>
                <a:ext cx="148" cy="47"/>
              </a:xfrm>
              <a:custGeom>
                <a:avLst/>
                <a:gdLst>
                  <a:gd name="T0" fmla="*/ 8 w 78"/>
                  <a:gd name="T1" fmla="*/ 15 h 25"/>
                  <a:gd name="T2" fmla="*/ 152 w 78"/>
                  <a:gd name="T3" fmla="*/ 113 h 25"/>
                  <a:gd name="T4" fmla="*/ 321 w 78"/>
                  <a:gd name="T5" fmla="*/ 128 h 25"/>
                  <a:gd name="T6" fmla="*/ 533 w 78"/>
                  <a:gd name="T7" fmla="*/ 0 h 25"/>
                  <a:gd name="T8" fmla="*/ 252 w 78"/>
                  <a:gd name="T9" fmla="*/ 152 h 25"/>
                  <a:gd name="T10" fmla="*/ 0 w 78"/>
                  <a:gd name="T11" fmla="*/ 21 h 2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8" h="25">
                    <a:moveTo>
                      <a:pt x="1" y="2"/>
                    </a:moveTo>
                    <a:cubicBezTo>
                      <a:pt x="9" y="7"/>
                      <a:pt x="13" y="13"/>
                      <a:pt x="22" y="17"/>
                    </a:cubicBezTo>
                    <a:cubicBezTo>
                      <a:pt x="31" y="20"/>
                      <a:pt x="38" y="21"/>
                      <a:pt x="47" y="19"/>
                    </a:cubicBezTo>
                    <a:cubicBezTo>
                      <a:pt x="57" y="16"/>
                      <a:pt x="74" y="9"/>
                      <a:pt x="78" y="0"/>
                    </a:cubicBezTo>
                    <a:cubicBezTo>
                      <a:pt x="71" y="15"/>
                      <a:pt x="54" y="21"/>
                      <a:pt x="37" y="23"/>
                    </a:cubicBezTo>
                    <a:cubicBezTo>
                      <a:pt x="25" y="25"/>
                      <a:pt x="3" y="17"/>
                      <a:pt x="0" y="3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934" name="Freeform 1164">
                <a:extLst>
                  <a:ext uri="{FF2B5EF4-FFF2-40B4-BE49-F238E27FC236}">
                    <a16:creationId xmlns:a16="http://schemas.microsoft.com/office/drawing/2014/main" id="{7615CCFC-B302-49F7-8791-55163AAAD2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1" y="735"/>
                <a:ext cx="313" cy="421"/>
              </a:xfrm>
              <a:custGeom>
                <a:avLst/>
                <a:gdLst>
                  <a:gd name="T0" fmla="*/ 1111 w 164"/>
                  <a:gd name="T1" fmla="*/ 503 h 222"/>
                  <a:gd name="T2" fmla="*/ 1103 w 164"/>
                  <a:gd name="T3" fmla="*/ 497 h 222"/>
                  <a:gd name="T4" fmla="*/ 590 w 164"/>
                  <a:gd name="T5" fmla="*/ 8 h 222"/>
                  <a:gd name="T6" fmla="*/ 40 w 164"/>
                  <a:gd name="T7" fmla="*/ 449 h 222"/>
                  <a:gd name="T8" fmla="*/ 36 w 164"/>
                  <a:gd name="T9" fmla="*/ 683 h 222"/>
                  <a:gd name="T10" fmla="*/ 76 w 164"/>
                  <a:gd name="T11" fmla="*/ 882 h 222"/>
                  <a:gd name="T12" fmla="*/ 116 w 164"/>
                  <a:gd name="T13" fmla="*/ 1151 h 222"/>
                  <a:gd name="T14" fmla="*/ 260 w 164"/>
                  <a:gd name="T15" fmla="*/ 1348 h 222"/>
                  <a:gd name="T16" fmla="*/ 498 w 164"/>
                  <a:gd name="T17" fmla="*/ 1500 h 222"/>
                  <a:gd name="T18" fmla="*/ 590 w 164"/>
                  <a:gd name="T19" fmla="*/ 1513 h 222"/>
                  <a:gd name="T20" fmla="*/ 674 w 164"/>
                  <a:gd name="T21" fmla="*/ 1500 h 222"/>
                  <a:gd name="T22" fmla="*/ 926 w 164"/>
                  <a:gd name="T23" fmla="*/ 1345 h 222"/>
                  <a:gd name="T24" fmla="*/ 1050 w 164"/>
                  <a:gd name="T25" fmla="*/ 1147 h 222"/>
                  <a:gd name="T26" fmla="*/ 1103 w 164"/>
                  <a:gd name="T27" fmla="*/ 891 h 222"/>
                  <a:gd name="T28" fmla="*/ 1139 w 164"/>
                  <a:gd name="T29" fmla="*/ 694 h 222"/>
                  <a:gd name="T30" fmla="*/ 1139 w 164"/>
                  <a:gd name="T31" fmla="*/ 677 h 222"/>
                  <a:gd name="T32" fmla="*/ 1111 w 164"/>
                  <a:gd name="T33" fmla="*/ 503 h 222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64" h="222">
                    <a:moveTo>
                      <a:pt x="160" y="74"/>
                    </a:moveTo>
                    <a:cubicBezTo>
                      <a:pt x="159" y="73"/>
                      <a:pt x="159" y="73"/>
                      <a:pt x="159" y="73"/>
                    </a:cubicBezTo>
                    <a:cubicBezTo>
                      <a:pt x="152" y="29"/>
                      <a:pt x="135" y="0"/>
                      <a:pt x="85" y="1"/>
                    </a:cubicBezTo>
                    <a:cubicBezTo>
                      <a:pt x="30" y="0"/>
                      <a:pt x="13" y="27"/>
                      <a:pt x="6" y="66"/>
                    </a:cubicBezTo>
                    <a:cubicBezTo>
                      <a:pt x="6" y="66"/>
                      <a:pt x="0" y="76"/>
                      <a:pt x="5" y="100"/>
                    </a:cubicBezTo>
                    <a:cubicBezTo>
                      <a:pt x="8" y="111"/>
                      <a:pt x="13" y="120"/>
                      <a:pt x="11" y="129"/>
                    </a:cubicBezTo>
                    <a:cubicBezTo>
                      <a:pt x="8" y="140"/>
                      <a:pt x="15" y="161"/>
                      <a:pt x="17" y="169"/>
                    </a:cubicBezTo>
                    <a:cubicBezTo>
                      <a:pt x="20" y="176"/>
                      <a:pt x="26" y="188"/>
                      <a:pt x="37" y="198"/>
                    </a:cubicBezTo>
                    <a:cubicBezTo>
                      <a:pt x="48" y="208"/>
                      <a:pt x="60" y="218"/>
                      <a:pt x="72" y="220"/>
                    </a:cubicBezTo>
                    <a:cubicBezTo>
                      <a:pt x="76" y="221"/>
                      <a:pt x="82" y="222"/>
                      <a:pt x="85" y="222"/>
                    </a:cubicBezTo>
                    <a:cubicBezTo>
                      <a:pt x="90" y="222"/>
                      <a:pt x="92" y="221"/>
                      <a:pt x="97" y="220"/>
                    </a:cubicBezTo>
                    <a:cubicBezTo>
                      <a:pt x="109" y="218"/>
                      <a:pt x="123" y="207"/>
                      <a:pt x="133" y="197"/>
                    </a:cubicBezTo>
                    <a:cubicBezTo>
                      <a:pt x="143" y="186"/>
                      <a:pt x="149" y="175"/>
                      <a:pt x="151" y="168"/>
                    </a:cubicBezTo>
                    <a:cubicBezTo>
                      <a:pt x="154" y="160"/>
                      <a:pt x="160" y="143"/>
                      <a:pt x="159" y="131"/>
                    </a:cubicBezTo>
                    <a:cubicBezTo>
                      <a:pt x="157" y="120"/>
                      <a:pt x="162" y="111"/>
                      <a:pt x="164" y="102"/>
                    </a:cubicBezTo>
                    <a:cubicBezTo>
                      <a:pt x="164" y="99"/>
                      <a:pt x="164" y="99"/>
                      <a:pt x="164" y="99"/>
                    </a:cubicBezTo>
                    <a:cubicBezTo>
                      <a:pt x="163" y="93"/>
                      <a:pt x="163" y="86"/>
                      <a:pt x="160" y="74"/>
                    </a:cubicBezTo>
                  </a:path>
                </a:pathLst>
              </a:custGeom>
              <a:solidFill>
                <a:srgbClr val="FEF3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935" name="Freeform 1165">
                <a:extLst>
                  <a:ext uri="{FF2B5EF4-FFF2-40B4-BE49-F238E27FC236}">
                    <a16:creationId xmlns:a16="http://schemas.microsoft.com/office/drawing/2014/main" id="{DE764EFE-7D05-4BB3-81E6-09787ED0D9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3" y="1006"/>
                <a:ext cx="28" cy="27"/>
              </a:xfrm>
              <a:custGeom>
                <a:avLst/>
                <a:gdLst>
                  <a:gd name="T0" fmla="*/ 97 w 15"/>
                  <a:gd name="T1" fmla="*/ 100 h 14"/>
                  <a:gd name="T2" fmla="*/ 60 w 15"/>
                  <a:gd name="T3" fmla="*/ 79 h 14"/>
                  <a:gd name="T4" fmla="*/ 24 w 15"/>
                  <a:gd name="T5" fmla="*/ 56 h 14"/>
                  <a:gd name="T6" fmla="*/ 0 w 15"/>
                  <a:gd name="T7" fmla="*/ 0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14">
                    <a:moveTo>
                      <a:pt x="15" y="14"/>
                    </a:moveTo>
                    <a:cubicBezTo>
                      <a:pt x="12" y="14"/>
                      <a:pt x="12" y="14"/>
                      <a:pt x="9" y="11"/>
                    </a:cubicBezTo>
                    <a:cubicBezTo>
                      <a:pt x="6" y="9"/>
                      <a:pt x="7" y="8"/>
                      <a:pt x="4" y="8"/>
                    </a:cubicBezTo>
                    <a:cubicBezTo>
                      <a:pt x="1" y="8"/>
                      <a:pt x="0" y="7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936" name="Freeform 1166">
                <a:extLst>
                  <a:ext uri="{FF2B5EF4-FFF2-40B4-BE49-F238E27FC236}">
                    <a16:creationId xmlns:a16="http://schemas.microsoft.com/office/drawing/2014/main" id="{FA28B464-8B99-432E-AFB8-D534FBC2D0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1" y="1006"/>
                <a:ext cx="31" cy="27"/>
              </a:xfrm>
              <a:custGeom>
                <a:avLst/>
                <a:gdLst>
                  <a:gd name="T0" fmla="*/ 0 w 16"/>
                  <a:gd name="T1" fmla="*/ 100 h 14"/>
                  <a:gd name="T2" fmla="*/ 45 w 16"/>
                  <a:gd name="T3" fmla="*/ 79 h 14"/>
                  <a:gd name="T4" fmla="*/ 87 w 16"/>
                  <a:gd name="T5" fmla="*/ 56 h 14"/>
                  <a:gd name="T6" fmla="*/ 116 w 16"/>
                  <a:gd name="T7" fmla="*/ 0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14">
                    <a:moveTo>
                      <a:pt x="0" y="14"/>
                    </a:moveTo>
                    <a:cubicBezTo>
                      <a:pt x="3" y="14"/>
                      <a:pt x="4" y="14"/>
                      <a:pt x="6" y="11"/>
                    </a:cubicBezTo>
                    <a:cubicBezTo>
                      <a:pt x="9" y="9"/>
                      <a:pt x="9" y="8"/>
                      <a:pt x="12" y="8"/>
                    </a:cubicBezTo>
                    <a:cubicBezTo>
                      <a:pt x="14" y="8"/>
                      <a:pt x="16" y="7"/>
                      <a:pt x="16" y="0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937" name="Freeform 1167">
                <a:extLst>
                  <a:ext uri="{FF2B5EF4-FFF2-40B4-BE49-F238E27FC236}">
                    <a16:creationId xmlns:a16="http://schemas.microsoft.com/office/drawing/2014/main" id="{958CFD73-89B9-432B-BD11-4D0BAB0A23E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729" y="868"/>
                <a:ext cx="305" cy="286"/>
              </a:xfrm>
              <a:custGeom>
                <a:avLst/>
                <a:gdLst>
                  <a:gd name="T0" fmla="*/ 0 w 160"/>
                  <a:gd name="T1" fmla="*/ 47 h 151"/>
                  <a:gd name="T2" fmla="*/ 0 w 160"/>
                  <a:gd name="T3" fmla="*/ 184 h 151"/>
                  <a:gd name="T4" fmla="*/ 40 w 160"/>
                  <a:gd name="T5" fmla="*/ 394 h 151"/>
                  <a:gd name="T6" fmla="*/ 84 w 160"/>
                  <a:gd name="T7" fmla="*/ 653 h 151"/>
                  <a:gd name="T8" fmla="*/ 214 w 160"/>
                  <a:gd name="T9" fmla="*/ 858 h 151"/>
                  <a:gd name="T10" fmla="*/ 473 w 160"/>
                  <a:gd name="T11" fmla="*/ 1019 h 151"/>
                  <a:gd name="T12" fmla="*/ 557 w 160"/>
                  <a:gd name="T13" fmla="*/ 1027 h 151"/>
                  <a:gd name="T14" fmla="*/ 637 w 160"/>
                  <a:gd name="T15" fmla="*/ 1019 h 151"/>
                  <a:gd name="T16" fmla="*/ 909 w 160"/>
                  <a:gd name="T17" fmla="*/ 850 h 151"/>
                  <a:gd name="T18" fmla="*/ 1031 w 160"/>
                  <a:gd name="T19" fmla="*/ 638 h 151"/>
                  <a:gd name="T20" fmla="*/ 1068 w 160"/>
                  <a:gd name="T21" fmla="*/ 394 h 151"/>
                  <a:gd name="T22" fmla="*/ 1108 w 160"/>
                  <a:gd name="T23" fmla="*/ 225 h 151"/>
                  <a:gd name="T24" fmla="*/ 1108 w 160"/>
                  <a:gd name="T25" fmla="*/ 212 h 151"/>
                  <a:gd name="T26" fmla="*/ 1071 w 160"/>
                  <a:gd name="T27" fmla="*/ 8 h 151"/>
                  <a:gd name="T28" fmla="*/ 1068 w 160"/>
                  <a:gd name="T29" fmla="*/ 0 h 151"/>
                  <a:gd name="T30" fmla="*/ 557 w 160"/>
                  <a:gd name="T31" fmla="*/ 1027 h 151"/>
                  <a:gd name="T32" fmla="*/ 557 w 160"/>
                  <a:gd name="T33" fmla="*/ 1027 h 151"/>
                  <a:gd name="T34" fmla="*/ 557 w 160"/>
                  <a:gd name="T35" fmla="*/ 1027 h 151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160" h="151">
                    <a:moveTo>
                      <a:pt x="0" y="7"/>
                    </a:moveTo>
                    <a:cubicBezTo>
                      <a:pt x="0" y="12"/>
                      <a:pt x="0" y="23"/>
                      <a:pt x="0" y="27"/>
                    </a:cubicBezTo>
                    <a:cubicBezTo>
                      <a:pt x="3" y="37"/>
                      <a:pt x="7" y="49"/>
                      <a:pt x="6" y="58"/>
                    </a:cubicBezTo>
                    <a:cubicBezTo>
                      <a:pt x="5" y="71"/>
                      <a:pt x="9" y="88"/>
                      <a:pt x="12" y="96"/>
                    </a:cubicBezTo>
                    <a:cubicBezTo>
                      <a:pt x="15" y="103"/>
                      <a:pt x="21" y="115"/>
                      <a:pt x="31" y="126"/>
                    </a:cubicBezTo>
                    <a:cubicBezTo>
                      <a:pt x="43" y="139"/>
                      <a:pt x="56" y="148"/>
                      <a:pt x="68" y="150"/>
                    </a:cubicBezTo>
                    <a:cubicBezTo>
                      <a:pt x="72" y="151"/>
                      <a:pt x="77" y="151"/>
                      <a:pt x="80" y="151"/>
                    </a:cubicBezTo>
                    <a:cubicBezTo>
                      <a:pt x="83" y="151"/>
                      <a:pt x="88" y="151"/>
                      <a:pt x="92" y="150"/>
                    </a:cubicBezTo>
                    <a:cubicBezTo>
                      <a:pt x="104" y="148"/>
                      <a:pt x="122" y="137"/>
                      <a:pt x="131" y="125"/>
                    </a:cubicBezTo>
                    <a:cubicBezTo>
                      <a:pt x="141" y="112"/>
                      <a:pt x="146" y="101"/>
                      <a:pt x="149" y="94"/>
                    </a:cubicBezTo>
                    <a:cubicBezTo>
                      <a:pt x="152" y="86"/>
                      <a:pt x="155" y="69"/>
                      <a:pt x="154" y="58"/>
                    </a:cubicBezTo>
                    <a:cubicBezTo>
                      <a:pt x="153" y="51"/>
                      <a:pt x="158" y="42"/>
                      <a:pt x="160" y="33"/>
                    </a:cubicBezTo>
                    <a:cubicBezTo>
                      <a:pt x="160" y="31"/>
                      <a:pt x="160" y="31"/>
                      <a:pt x="160" y="31"/>
                    </a:cubicBezTo>
                    <a:cubicBezTo>
                      <a:pt x="159" y="25"/>
                      <a:pt x="157" y="13"/>
                      <a:pt x="155" y="1"/>
                    </a:cubicBezTo>
                    <a:cubicBezTo>
                      <a:pt x="154" y="0"/>
                      <a:pt x="154" y="0"/>
                      <a:pt x="154" y="0"/>
                    </a:cubicBezTo>
                    <a:moveTo>
                      <a:pt x="80" y="151"/>
                    </a:moveTo>
                    <a:cubicBezTo>
                      <a:pt x="80" y="151"/>
                      <a:pt x="80" y="151"/>
                      <a:pt x="80" y="151"/>
                    </a:cubicBezTo>
                    <a:cubicBezTo>
                      <a:pt x="80" y="151"/>
                      <a:pt x="80" y="151"/>
                      <a:pt x="80" y="151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938" name="Freeform 1168">
                <a:extLst>
                  <a:ext uri="{FF2B5EF4-FFF2-40B4-BE49-F238E27FC236}">
                    <a16:creationId xmlns:a16="http://schemas.microsoft.com/office/drawing/2014/main" id="{C0F1CFE6-C1F3-4E37-BD98-F2A4CE3832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1" y="1154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0" y="0"/>
                    </a:ln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939" name="Freeform 1169">
                <a:extLst>
                  <a:ext uri="{FF2B5EF4-FFF2-40B4-BE49-F238E27FC236}">
                    <a16:creationId xmlns:a16="http://schemas.microsoft.com/office/drawing/2014/main" id="{661491EB-CF71-4EAB-BF15-494822D07F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3" y="932"/>
                <a:ext cx="66" cy="33"/>
              </a:xfrm>
              <a:custGeom>
                <a:avLst/>
                <a:gdLst>
                  <a:gd name="T0" fmla="*/ 234 w 35"/>
                  <a:gd name="T1" fmla="*/ 87 h 17"/>
                  <a:gd name="T2" fmla="*/ 206 w 35"/>
                  <a:gd name="T3" fmla="*/ 101 h 17"/>
                  <a:gd name="T4" fmla="*/ 100 w 35"/>
                  <a:gd name="T5" fmla="*/ 124 h 17"/>
                  <a:gd name="T6" fmla="*/ 0 w 35"/>
                  <a:gd name="T7" fmla="*/ 64 h 17"/>
                  <a:gd name="T8" fmla="*/ 113 w 35"/>
                  <a:gd name="T9" fmla="*/ 16 h 17"/>
                  <a:gd name="T10" fmla="*/ 213 w 35"/>
                  <a:gd name="T11" fmla="*/ 64 h 17"/>
                  <a:gd name="T12" fmla="*/ 234 w 35"/>
                  <a:gd name="T13" fmla="*/ 87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5" h="17">
                    <a:moveTo>
                      <a:pt x="35" y="12"/>
                    </a:moveTo>
                    <a:cubicBezTo>
                      <a:pt x="34" y="14"/>
                      <a:pt x="33" y="13"/>
                      <a:pt x="31" y="14"/>
                    </a:cubicBezTo>
                    <a:cubicBezTo>
                      <a:pt x="29" y="14"/>
                      <a:pt x="23" y="17"/>
                      <a:pt x="15" y="17"/>
                    </a:cubicBezTo>
                    <a:cubicBezTo>
                      <a:pt x="7" y="17"/>
                      <a:pt x="1" y="9"/>
                      <a:pt x="0" y="9"/>
                    </a:cubicBezTo>
                    <a:cubicBezTo>
                      <a:pt x="1" y="7"/>
                      <a:pt x="4" y="0"/>
                      <a:pt x="17" y="2"/>
                    </a:cubicBezTo>
                    <a:cubicBezTo>
                      <a:pt x="25" y="3"/>
                      <a:pt x="28" y="7"/>
                      <a:pt x="32" y="9"/>
                    </a:cubicBezTo>
                    <a:cubicBezTo>
                      <a:pt x="33" y="10"/>
                      <a:pt x="35" y="11"/>
                      <a:pt x="35" y="1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940" name="Oval 1170">
                <a:extLst>
                  <a:ext uri="{FF2B5EF4-FFF2-40B4-BE49-F238E27FC236}">
                    <a16:creationId xmlns:a16="http://schemas.microsoft.com/office/drawing/2014/main" id="{CD9D3DD6-5084-4CEE-8AF8-EAF13D8FFE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92" y="936"/>
                <a:ext cx="26" cy="27"/>
              </a:xfrm>
              <a:prstGeom prst="ellipse">
                <a:avLst/>
              </a:prstGeom>
              <a:solidFill>
                <a:srgbClr val="6778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941" name="Oval 1171">
                <a:extLst>
                  <a:ext uri="{FF2B5EF4-FFF2-40B4-BE49-F238E27FC236}">
                    <a16:creationId xmlns:a16="http://schemas.microsoft.com/office/drawing/2014/main" id="{2B0451A0-A286-42F8-8D88-F3603B4C26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92" y="936"/>
                <a:ext cx="26" cy="27"/>
              </a:xfrm>
              <a:prstGeom prst="ellipse">
                <a:avLst/>
              </a:prstGeom>
              <a:noFill/>
              <a:ln w="3175" cap="rnd">
                <a:solidFill>
                  <a:srgbClr val="343434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942" name="Oval 1172">
                <a:extLst>
                  <a:ext uri="{FF2B5EF4-FFF2-40B4-BE49-F238E27FC236}">
                    <a16:creationId xmlns:a16="http://schemas.microsoft.com/office/drawing/2014/main" id="{E0099D39-7C4D-4753-999E-1673A37DC7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99" y="946"/>
                <a:ext cx="10" cy="9"/>
              </a:xfrm>
              <a:prstGeom prst="ellipse">
                <a:avLst/>
              </a:pr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943" name="Freeform 1173">
                <a:extLst>
                  <a:ext uri="{FF2B5EF4-FFF2-40B4-BE49-F238E27FC236}">
                    <a16:creationId xmlns:a16="http://schemas.microsoft.com/office/drawing/2014/main" id="{F7965751-B6B7-4BFD-8403-5F5A088A69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3" y="932"/>
                <a:ext cx="66" cy="33"/>
              </a:xfrm>
              <a:custGeom>
                <a:avLst/>
                <a:gdLst>
                  <a:gd name="T0" fmla="*/ 234 w 35"/>
                  <a:gd name="T1" fmla="*/ 87 h 17"/>
                  <a:gd name="T2" fmla="*/ 206 w 35"/>
                  <a:gd name="T3" fmla="*/ 101 h 17"/>
                  <a:gd name="T4" fmla="*/ 100 w 35"/>
                  <a:gd name="T5" fmla="*/ 124 h 17"/>
                  <a:gd name="T6" fmla="*/ 0 w 35"/>
                  <a:gd name="T7" fmla="*/ 60 h 17"/>
                  <a:gd name="T8" fmla="*/ 113 w 35"/>
                  <a:gd name="T9" fmla="*/ 16 h 17"/>
                  <a:gd name="T10" fmla="*/ 213 w 35"/>
                  <a:gd name="T11" fmla="*/ 64 h 17"/>
                  <a:gd name="T12" fmla="*/ 234 w 35"/>
                  <a:gd name="T13" fmla="*/ 87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5" h="17">
                    <a:moveTo>
                      <a:pt x="35" y="12"/>
                    </a:moveTo>
                    <a:cubicBezTo>
                      <a:pt x="34" y="14"/>
                      <a:pt x="33" y="13"/>
                      <a:pt x="31" y="14"/>
                    </a:cubicBezTo>
                    <a:cubicBezTo>
                      <a:pt x="29" y="14"/>
                      <a:pt x="23" y="17"/>
                      <a:pt x="15" y="17"/>
                    </a:cubicBezTo>
                    <a:cubicBezTo>
                      <a:pt x="7" y="17"/>
                      <a:pt x="1" y="9"/>
                      <a:pt x="0" y="8"/>
                    </a:cubicBezTo>
                    <a:cubicBezTo>
                      <a:pt x="1" y="6"/>
                      <a:pt x="6" y="0"/>
                      <a:pt x="17" y="2"/>
                    </a:cubicBezTo>
                    <a:cubicBezTo>
                      <a:pt x="25" y="4"/>
                      <a:pt x="28" y="7"/>
                      <a:pt x="32" y="9"/>
                    </a:cubicBezTo>
                    <a:cubicBezTo>
                      <a:pt x="33" y="10"/>
                      <a:pt x="35" y="11"/>
                      <a:pt x="35" y="12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944" name="Freeform 1174">
                <a:extLst>
                  <a:ext uri="{FF2B5EF4-FFF2-40B4-BE49-F238E27FC236}">
                    <a16:creationId xmlns:a16="http://schemas.microsoft.com/office/drawing/2014/main" id="{710466D6-65AB-4FBC-B96A-93D49593C3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9" y="921"/>
                <a:ext cx="69" cy="25"/>
              </a:xfrm>
              <a:custGeom>
                <a:avLst/>
                <a:gdLst>
                  <a:gd name="T0" fmla="*/ 253 w 36"/>
                  <a:gd name="T1" fmla="*/ 92 h 13"/>
                  <a:gd name="T2" fmla="*/ 0 w 36"/>
                  <a:gd name="T3" fmla="*/ 63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6" h="13">
                    <a:moveTo>
                      <a:pt x="36" y="13"/>
                    </a:moveTo>
                    <a:cubicBezTo>
                      <a:pt x="27" y="4"/>
                      <a:pt x="10" y="0"/>
                      <a:pt x="0" y="9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945" name="Freeform 1175">
                <a:extLst>
                  <a:ext uri="{FF2B5EF4-FFF2-40B4-BE49-F238E27FC236}">
                    <a16:creationId xmlns:a16="http://schemas.microsoft.com/office/drawing/2014/main" id="{D24E0F68-7B26-47ED-8F6B-D2D181EF5F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" y="900"/>
                <a:ext cx="82" cy="29"/>
              </a:xfrm>
              <a:custGeom>
                <a:avLst/>
                <a:gdLst>
                  <a:gd name="T0" fmla="*/ 297 w 43"/>
                  <a:gd name="T1" fmla="*/ 79 h 15"/>
                  <a:gd name="T2" fmla="*/ 0 w 43"/>
                  <a:gd name="T3" fmla="*/ 108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3" h="15">
                    <a:moveTo>
                      <a:pt x="43" y="11"/>
                    </a:moveTo>
                    <a:cubicBezTo>
                      <a:pt x="21" y="0"/>
                      <a:pt x="8" y="8"/>
                      <a:pt x="0" y="15"/>
                    </a:cubicBezTo>
                  </a:path>
                </a:pathLst>
              </a:custGeom>
              <a:noFill/>
              <a:ln w="6350" cap="rnd">
                <a:solidFill>
                  <a:srgbClr val="D1B89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946" name="Oval 1176">
                <a:extLst>
                  <a:ext uri="{FF2B5EF4-FFF2-40B4-BE49-F238E27FC236}">
                    <a16:creationId xmlns:a16="http://schemas.microsoft.com/office/drawing/2014/main" id="{1C5A8C36-78B0-4B70-95C9-BFB8E313D0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98" y="944"/>
                <a:ext cx="7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947" name="Freeform 1177">
                <a:extLst>
                  <a:ext uri="{FF2B5EF4-FFF2-40B4-BE49-F238E27FC236}">
                    <a16:creationId xmlns:a16="http://schemas.microsoft.com/office/drawing/2014/main" id="{36C4C181-ADA9-49C6-B7CA-57D99E453C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2" y="938"/>
                <a:ext cx="25" cy="15"/>
              </a:xfrm>
              <a:custGeom>
                <a:avLst/>
                <a:gdLst>
                  <a:gd name="T0" fmla="*/ 23 w 13"/>
                  <a:gd name="T1" fmla="*/ 39 h 8"/>
                  <a:gd name="T2" fmla="*/ 23 w 13"/>
                  <a:gd name="T3" fmla="*/ 21 h 8"/>
                  <a:gd name="T4" fmla="*/ 48 w 13"/>
                  <a:gd name="T5" fmla="*/ 21 h 8"/>
                  <a:gd name="T6" fmla="*/ 63 w 13"/>
                  <a:gd name="T7" fmla="*/ 32 h 8"/>
                  <a:gd name="T8" fmla="*/ 85 w 13"/>
                  <a:gd name="T9" fmla="*/ 45 h 8"/>
                  <a:gd name="T10" fmla="*/ 85 w 13"/>
                  <a:gd name="T11" fmla="*/ 21 h 8"/>
                  <a:gd name="T12" fmla="*/ 44 w 13"/>
                  <a:gd name="T13" fmla="*/ 0 h 8"/>
                  <a:gd name="T14" fmla="*/ 8 w 13"/>
                  <a:gd name="T15" fmla="*/ 21 h 8"/>
                  <a:gd name="T16" fmla="*/ 0 w 13"/>
                  <a:gd name="T17" fmla="*/ 32 h 8"/>
                  <a:gd name="T18" fmla="*/ 15 w 13"/>
                  <a:gd name="T19" fmla="*/ 45 h 8"/>
                  <a:gd name="T20" fmla="*/ 23 w 13"/>
                  <a:gd name="T21" fmla="*/ 39 h 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3" h="8">
                    <a:moveTo>
                      <a:pt x="3" y="6"/>
                    </a:moveTo>
                    <a:cubicBezTo>
                      <a:pt x="2" y="5"/>
                      <a:pt x="3" y="3"/>
                      <a:pt x="3" y="3"/>
                    </a:cubicBezTo>
                    <a:cubicBezTo>
                      <a:pt x="4" y="2"/>
                      <a:pt x="6" y="2"/>
                      <a:pt x="7" y="3"/>
                    </a:cubicBezTo>
                    <a:cubicBezTo>
                      <a:pt x="7" y="4"/>
                      <a:pt x="8" y="4"/>
                      <a:pt x="9" y="5"/>
                    </a:cubicBezTo>
                    <a:cubicBezTo>
                      <a:pt x="10" y="6"/>
                      <a:pt x="11" y="8"/>
                      <a:pt x="12" y="7"/>
                    </a:cubicBezTo>
                    <a:cubicBezTo>
                      <a:pt x="13" y="6"/>
                      <a:pt x="13" y="4"/>
                      <a:pt x="12" y="3"/>
                    </a:cubicBezTo>
                    <a:cubicBezTo>
                      <a:pt x="11" y="1"/>
                      <a:pt x="8" y="0"/>
                      <a:pt x="6" y="0"/>
                    </a:cubicBezTo>
                    <a:cubicBezTo>
                      <a:pt x="4" y="0"/>
                      <a:pt x="2" y="2"/>
                      <a:pt x="1" y="3"/>
                    </a:cubicBezTo>
                    <a:cubicBezTo>
                      <a:pt x="0" y="4"/>
                      <a:pt x="0" y="5"/>
                      <a:pt x="0" y="5"/>
                    </a:cubicBezTo>
                    <a:cubicBezTo>
                      <a:pt x="0" y="7"/>
                      <a:pt x="1" y="8"/>
                      <a:pt x="2" y="7"/>
                    </a:cubicBezTo>
                    <a:cubicBezTo>
                      <a:pt x="2" y="6"/>
                      <a:pt x="2" y="6"/>
                      <a:pt x="3" y="6"/>
                    </a:cubicBezTo>
                  </a:path>
                </a:pathLst>
              </a:custGeom>
              <a:solidFill>
                <a:srgbClr val="2F49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948" name="Freeform 1178">
                <a:extLst>
                  <a:ext uri="{FF2B5EF4-FFF2-40B4-BE49-F238E27FC236}">
                    <a16:creationId xmlns:a16="http://schemas.microsoft.com/office/drawing/2014/main" id="{248D3844-64EB-428C-9464-664C3BE75D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4" y="953"/>
                <a:ext cx="21" cy="10"/>
              </a:xfrm>
              <a:custGeom>
                <a:avLst/>
                <a:gdLst>
                  <a:gd name="T0" fmla="*/ 0 w 11"/>
                  <a:gd name="T1" fmla="*/ 8 h 5"/>
                  <a:gd name="T2" fmla="*/ 21 w 11"/>
                  <a:gd name="T3" fmla="*/ 8 h 5"/>
                  <a:gd name="T4" fmla="*/ 36 w 11"/>
                  <a:gd name="T5" fmla="*/ 16 h 5"/>
                  <a:gd name="T6" fmla="*/ 69 w 11"/>
                  <a:gd name="T7" fmla="*/ 24 h 5"/>
                  <a:gd name="T8" fmla="*/ 40 w 11"/>
                  <a:gd name="T9" fmla="*/ 40 h 5"/>
                  <a:gd name="T10" fmla="*/ 8 w 11"/>
                  <a:gd name="T11" fmla="*/ 24 h 5"/>
                  <a:gd name="T12" fmla="*/ 0 w 11"/>
                  <a:gd name="T13" fmla="*/ 8 h 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5">
                    <a:moveTo>
                      <a:pt x="0" y="1"/>
                    </a:moveTo>
                    <a:cubicBezTo>
                      <a:pt x="1" y="0"/>
                      <a:pt x="2" y="0"/>
                      <a:pt x="3" y="1"/>
                    </a:cubicBezTo>
                    <a:cubicBezTo>
                      <a:pt x="3" y="1"/>
                      <a:pt x="4" y="2"/>
                      <a:pt x="5" y="2"/>
                    </a:cubicBezTo>
                    <a:cubicBezTo>
                      <a:pt x="7" y="2"/>
                      <a:pt x="11" y="0"/>
                      <a:pt x="10" y="3"/>
                    </a:cubicBezTo>
                    <a:cubicBezTo>
                      <a:pt x="9" y="5"/>
                      <a:pt x="7" y="5"/>
                      <a:pt x="6" y="5"/>
                    </a:cubicBezTo>
                    <a:cubicBezTo>
                      <a:pt x="4" y="5"/>
                      <a:pt x="2" y="4"/>
                      <a:pt x="1" y="3"/>
                    </a:cubicBezTo>
                    <a:cubicBezTo>
                      <a:pt x="1" y="2"/>
                      <a:pt x="1" y="2"/>
                      <a:pt x="0" y="1"/>
                    </a:cubicBezTo>
                  </a:path>
                </a:pathLst>
              </a:custGeom>
              <a:solidFill>
                <a:srgbClr val="97A7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949" name="Oval 1179">
                <a:extLst>
                  <a:ext uri="{FF2B5EF4-FFF2-40B4-BE49-F238E27FC236}">
                    <a16:creationId xmlns:a16="http://schemas.microsoft.com/office/drawing/2014/main" id="{FE753B19-E9EA-4001-B668-C2CAFA758E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99" y="951"/>
                <a:ext cx="4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950" name="Freeform 1180">
                <a:extLst>
                  <a:ext uri="{FF2B5EF4-FFF2-40B4-BE49-F238E27FC236}">
                    <a16:creationId xmlns:a16="http://schemas.microsoft.com/office/drawing/2014/main" id="{6EC60CB7-8EB0-42A3-A8F1-1D499BA721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3" y="946"/>
                <a:ext cx="12" cy="1"/>
              </a:xfrm>
              <a:custGeom>
                <a:avLst/>
                <a:gdLst>
                  <a:gd name="T0" fmla="*/ 48 w 6"/>
                  <a:gd name="T1" fmla="*/ 0 h 1"/>
                  <a:gd name="T2" fmla="*/ 0 w 6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">
                    <a:moveTo>
                      <a:pt x="6" y="0"/>
                    </a:moveTo>
                    <a:cubicBezTo>
                      <a:pt x="5" y="0"/>
                      <a:pt x="1" y="1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951" name="Freeform 1181">
                <a:extLst>
                  <a:ext uri="{FF2B5EF4-FFF2-40B4-BE49-F238E27FC236}">
                    <a16:creationId xmlns:a16="http://schemas.microsoft.com/office/drawing/2014/main" id="{6BDED4D2-71B9-42A1-949B-16E989338A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5" y="938"/>
                <a:ext cx="14" cy="4"/>
              </a:xfrm>
              <a:custGeom>
                <a:avLst/>
                <a:gdLst>
                  <a:gd name="T0" fmla="*/ 56 w 7"/>
                  <a:gd name="T1" fmla="*/ 16 h 2"/>
                  <a:gd name="T2" fmla="*/ 32 w 7"/>
                  <a:gd name="T3" fmla="*/ 16 h 2"/>
                  <a:gd name="T4" fmla="*/ 0 w 7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2">
                    <a:moveTo>
                      <a:pt x="7" y="2"/>
                    </a:moveTo>
                    <a:cubicBezTo>
                      <a:pt x="6" y="2"/>
                      <a:pt x="5" y="2"/>
                      <a:pt x="4" y="2"/>
                    </a:cubicBezTo>
                    <a:cubicBezTo>
                      <a:pt x="3" y="1"/>
                      <a:pt x="1" y="0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952" name="Freeform 1182">
                <a:extLst>
                  <a:ext uri="{FF2B5EF4-FFF2-40B4-BE49-F238E27FC236}">
                    <a16:creationId xmlns:a16="http://schemas.microsoft.com/office/drawing/2014/main" id="{136725B9-7366-44AB-9AC7-6D57FB70D9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1" y="930"/>
                <a:ext cx="11" cy="8"/>
              </a:xfrm>
              <a:custGeom>
                <a:avLst/>
                <a:gdLst>
                  <a:gd name="T0" fmla="*/ 37 w 6"/>
                  <a:gd name="T1" fmla="*/ 32 h 4"/>
                  <a:gd name="T2" fmla="*/ 0 w 6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4">
                    <a:moveTo>
                      <a:pt x="6" y="4"/>
                    </a:moveTo>
                    <a:cubicBezTo>
                      <a:pt x="5" y="4"/>
                      <a:pt x="0" y="2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953" name="Freeform 1183">
                <a:extLst>
                  <a:ext uri="{FF2B5EF4-FFF2-40B4-BE49-F238E27FC236}">
                    <a16:creationId xmlns:a16="http://schemas.microsoft.com/office/drawing/2014/main" id="{2D74BC70-05C3-4ABB-8469-973AF435C8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0" y="925"/>
                <a:ext cx="8" cy="11"/>
              </a:xfrm>
              <a:custGeom>
                <a:avLst/>
                <a:gdLst>
                  <a:gd name="T0" fmla="*/ 32 w 4"/>
                  <a:gd name="T1" fmla="*/ 37 h 6"/>
                  <a:gd name="T2" fmla="*/ 16 w 4"/>
                  <a:gd name="T3" fmla="*/ 24 h 6"/>
                  <a:gd name="T4" fmla="*/ 0 w 4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6">
                    <a:moveTo>
                      <a:pt x="4" y="6"/>
                    </a:moveTo>
                    <a:cubicBezTo>
                      <a:pt x="4" y="5"/>
                      <a:pt x="3" y="5"/>
                      <a:pt x="2" y="4"/>
                    </a:cubicBezTo>
                    <a:cubicBezTo>
                      <a:pt x="1" y="3"/>
                      <a:pt x="1" y="1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954" name="Freeform 1184">
                <a:extLst>
                  <a:ext uri="{FF2B5EF4-FFF2-40B4-BE49-F238E27FC236}">
                    <a16:creationId xmlns:a16="http://schemas.microsoft.com/office/drawing/2014/main" id="{B89EF01D-FF9B-4310-B5A1-7038934A00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2" y="925"/>
                <a:ext cx="4" cy="9"/>
              </a:xfrm>
              <a:custGeom>
                <a:avLst/>
                <a:gdLst>
                  <a:gd name="T0" fmla="*/ 16 w 2"/>
                  <a:gd name="T1" fmla="*/ 29 h 5"/>
                  <a:gd name="T2" fmla="*/ 0 w 2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5">
                    <a:moveTo>
                      <a:pt x="2" y="5"/>
                    </a:moveTo>
                    <a:cubicBezTo>
                      <a:pt x="1" y="4"/>
                      <a:pt x="0" y="2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955" name="Freeform 1185">
                <a:extLst>
                  <a:ext uri="{FF2B5EF4-FFF2-40B4-BE49-F238E27FC236}">
                    <a16:creationId xmlns:a16="http://schemas.microsoft.com/office/drawing/2014/main" id="{574FC28C-E054-4ACD-B743-23FF955D5A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3" y="932"/>
                <a:ext cx="1" cy="4"/>
              </a:xfrm>
              <a:custGeom>
                <a:avLst/>
                <a:gdLst>
                  <a:gd name="T0" fmla="*/ 0 w 1"/>
                  <a:gd name="T1" fmla="*/ 16 h 2"/>
                  <a:gd name="T2" fmla="*/ 0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0" y="0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956" name="Freeform 1186">
                <a:extLst>
                  <a:ext uri="{FF2B5EF4-FFF2-40B4-BE49-F238E27FC236}">
                    <a16:creationId xmlns:a16="http://schemas.microsoft.com/office/drawing/2014/main" id="{A9B3CA3E-11BE-472D-A754-92BD8A0222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1" y="953"/>
                <a:ext cx="6" cy="2"/>
              </a:xfrm>
              <a:custGeom>
                <a:avLst/>
                <a:gdLst>
                  <a:gd name="T0" fmla="*/ 24 w 3"/>
                  <a:gd name="T1" fmla="*/ 0 h 1"/>
                  <a:gd name="T2" fmla="*/ 0 w 3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">
                    <a:moveTo>
                      <a:pt x="3" y="0"/>
                    </a:moveTo>
                    <a:cubicBezTo>
                      <a:pt x="2" y="0"/>
                      <a:pt x="1" y="0"/>
                      <a:pt x="0" y="1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957" name="Freeform 1187">
                <a:extLst>
                  <a:ext uri="{FF2B5EF4-FFF2-40B4-BE49-F238E27FC236}">
                    <a16:creationId xmlns:a16="http://schemas.microsoft.com/office/drawing/2014/main" id="{269627DE-6CE5-4608-9798-D7106AFA29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5" y="957"/>
                <a:ext cx="5" cy="4"/>
              </a:xfrm>
              <a:custGeom>
                <a:avLst/>
                <a:gdLst>
                  <a:gd name="T0" fmla="*/ 13 w 3"/>
                  <a:gd name="T1" fmla="*/ 0 h 2"/>
                  <a:gd name="T2" fmla="*/ 0 w 3"/>
                  <a:gd name="T3" fmla="*/ 16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cubicBezTo>
                      <a:pt x="2" y="0"/>
                      <a:pt x="1" y="1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958" name="Freeform 1188">
                <a:extLst>
                  <a:ext uri="{FF2B5EF4-FFF2-40B4-BE49-F238E27FC236}">
                    <a16:creationId xmlns:a16="http://schemas.microsoft.com/office/drawing/2014/main" id="{ED52885A-3C71-4F86-8B28-97FF94E0BE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4" y="961"/>
                <a:ext cx="2" cy="2"/>
              </a:xfrm>
              <a:custGeom>
                <a:avLst/>
                <a:gdLst>
                  <a:gd name="T0" fmla="*/ 8 w 1"/>
                  <a:gd name="T1" fmla="*/ 0 h 1"/>
                  <a:gd name="T2" fmla="*/ 0 w 1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0"/>
                      <a:pt x="0" y="1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959" name="Freeform 1189">
                <a:extLst>
                  <a:ext uri="{FF2B5EF4-FFF2-40B4-BE49-F238E27FC236}">
                    <a16:creationId xmlns:a16="http://schemas.microsoft.com/office/drawing/2014/main" id="{30614D60-4A97-4F2B-B9A6-9A114F8A48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0" y="953"/>
                <a:ext cx="2" cy="6"/>
              </a:xfrm>
              <a:custGeom>
                <a:avLst/>
                <a:gdLst>
                  <a:gd name="T0" fmla="*/ 8 w 1"/>
                  <a:gd name="T1" fmla="*/ 24 h 3"/>
                  <a:gd name="T2" fmla="*/ 0 w 1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1" y="3"/>
                    </a:moveTo>
                    <a:cubicBezTo>
                      <a:pt x="0" y="2"/>
                      <a:pt x="0" y="1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960" name="Freeform 1190">
                <a:extLst>
                  <a:ext uri="{FF2B5EF4-FFF2-40B4-BE49-F238E27FC236}">
                    <a16:creationId xmlns:a16="http://schemas.microsoft.com/office/drawing/2014/main" id="{2ED4C9AB-860C-4B58-9BB8-ECC0804115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1" y="961"/>
                <a:ext cx="42" cy="13"/>
              </a:xfrm>
              <a:custGeom>
                <a:avLst/>
                <a:gdLst>
                  <a:gd name="T0" fmla="*/ 0 w 22"/>
                  <a:gd name="T1" fmla="*/ 0 h 7"/>
                  <a:gd name="T2" fmla="*/ 29 w 22"/>
                  <a:gd name="T3" fmla="*/ 20 h 7"/>
                  <a:gd name="T4" fmla="*/ 61 w 22"/>
                  <a:gd name="T5" fmla="*/ 32 h 7"/>
                  <a:gd name="T6" fmla="*/ 153 w 22"/>
                  <a:gd name="T7" fmla="*/ 32 h 7"/>
                  <a:gd name="T8" fmla="*/ 55 w 22"/>
                  <a:gd name="T9" fmla="*/ 32 h 7"/>
                  <a:gd name="T10" fmla="*/ 21 w 22"/>
                  <a:gd name="T11" fmla="*/ 20 h 7"/>
                  <a:gd name="T12" fmla="*/ 0 w 22"/>
                  <a:gd name="T13" fmla="*/ 0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7">
                    <a:moveTo>
                      <a:pt x="0" y="0"/>
                    </a:moveTo>
                    <a:cubicBezTo>
                      <a:pt x="1" y="0"/>
                      <a:pt x="2" y="2"/>
                      <a:pt x="4" y="3"/>
                    </a:cubicBezTo>
                    <a:cubicBezTo>
                      <a:pt x="5" y="4"/>
                      <a:pt x="7" y="4"/>
                      <a:pt x="9" y="5"/>
                    </a:cubicBezTo>
                    <a:cubicBezTo>
                      <a:pt x="13" y="6"/>
                      <a:pt x="17" y="5"/>
                      <a:pt x="22" y="5"/>
                    </a:cubicBezTo>
                    <a:cubicBezTo>
                      <a:pt x="17" y="7"/>
                      <a:pt x="13" y="6"/>
                      <a:pt x="8" y="5"/>
                    </a:cubicBezTo>
                    <a:cubicBezTo>
                      <a:pt x="6" y="5"/>
                      <a:pt x="5" y="4"/>
                      <a:pt x="3" y="3"/>
                    </a:cubicBezTo>
                    <a:cubicBezTo>
                      <a:pt x="2" y="2"/>
                      <a:pt x="1" y="1"/>
                      <a:pt x="0" y="0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961" name="Freeform 1191">
                <a:extLst>
                  <a:ext uri="{FF2B5EF4-FFF2-40B4-BE49-F238E27FC236}">
                    <a16:creationId xmlns:a16="http://schemas.microsoft.com/office/drawing/2014/main" id="{6FC6DF74-1794-411A-A143-EC7A2EAC00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4" y="951"/>
                <a:ext cx="13" cy="14"/>
              </a:xfrm>
              <a:custGeom>
                <a:avLst/>
                <a:gdLst>
                  <a:gd name="T0" fmla="*/ 37 w 7"/>
                  <a:gd name="T1" fmla="*/ 0 h 7"/>
                  <a:gd name="T2" fmla="*/ 37 w 7"/>
                  <a:gd name="T3" fmla="*/ 32 h 7"/>
                  <a:gd name="T4" fmla="*/ 0 w 7"/>
                  <a:gd name="T5" fmla="*/ 56 h 7"/>
                  <a:gd name="T6" fmla="*/ 45 w 7"/>
                  <a:gd name="T7" fmla="*/ 40 h 7"/>
                  <a:gd name="T8" fmla="*/ 45 w 7"/>
                  <a:gd name="T9" fmla="*/ 16 h 7"/>
                  <a:gd name="T10" fmla="*/ 37 w 7"/>
                  <a:gd name="T11" fmla="*/ 0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" h="7">
                    <a:moveTo>
                      <a:pt x="6" y="0"/>
                    </a:moveTo>
                    <a:cubicBezTo>
                      <a:pt x="6" y="1"/>
                      <a:pt x="7" y="3"/>
                      <a:pt x="6" y="4"/>
                    </a:cubicBezTo>
                    <a:cubicBezTo>
                      <a:pt x="4" y="6"/>
                      <a:pt x="2" y="6"/>
                      <a:pt x="0" y="7"/>
                    </a:cubicBezTo>
                    <a:cubicBezTo>
                      <a:pt x="3" y="7"/>
                      <a:pt x="5" y="7"/>
                      <a:pt x="7" y="5"/>
                    </a:cubicBezTo>
                    <a:cubicBezTo>
                      <a:pt x="7" y="4"/>
                      <a:pt x="7" y="3"/>
                      <a:pt x="7" y="2"/>
                    </a:cubicBezTo>
                    <a:cubicBezTo>
                      <a:pt x="7" y="1"/>
                      <a:pt x="6" y="1"/>
                      <a:pt x="6" y="0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962" name="Freeform 1192">
                <a:extLst>
                  <a:ext uri="{FF2B5EF4-FFF2-40B4-BE49-F238E27FC236}">
                    <a16:creationId xmlns:a16="http://schemas.microsoft.com/office/drawing/2014/main" id="{D03BF53A-0A5F-44E8-A83F-8E90E3079D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4" y="917"/>
                <a:ext cx="47" cy="30"/>
              </a:xfrm>
              <a:custGeom>
                <a:avLst/>
                <a:gdLst>
                  <a:gd name="T0" fmla="*/ 8 w 25"/>
                  <a:gd name="T1" fmla="*/ 32 h 16"/>
                  <a:gd name="T2" fmla="*/ 85 w 25"/>
                  <a:gd name="T3" fmla="*/ 45 h 16"/>
                  <a:gd name="T4" fmla="*/ 133 w 25"/>
                  <a:gd name="T5" fmla="*/ 68 h 16"/>
                  <a:gd name="T6" fmla="*/ 165 w 25"/>
                  <a:gd name="T7" fmla="*/ 105 h 16"/>
                  <a:gd name="T8" fmla="*/ 113 w 25"/>
                  <a:gd name="T9" fmla="*/ 45 h 16"/>
                  <a:gd name="T10" fmla="*/ 73 w 25"/>
                  <a:gd name="T11" fmla="*/ 21 h 16"/>
                  <a:gd name="T12" fmla="*/ 32 w 25"/>
                  <a:gd name="T13" fmla="*/ 8 h 16"/>
                  <a:gd name="T14" fmla="*/ 8 w 25"/>
                  <a:gd name="T15" fmla="*/ 15 h 16"/>
                  <a:gd name="T16" fmla="*/ 8 w 25"/>
                  <a:gd name="T17" fmla="*/ 32 h 1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5" h="16">
                    <a:moveTo>
                      <a:pt x="1" y="5"/>
                    </a:moveTo>
                    <a:cubicBezTo>
                      <a:pt x="5" y="4"/>
                      <a:pt x="9" y="5"/>
                      <a:pt x="13" y="7"/>
                    </a:cubicBezTo>
                    <a:cubicBezTo>
                      <a:pt x="15" y="8"/>
                      <a:pt x="18" y="9"/>
                      <a:pt x="20" y="10"/>
                    </a:cubicBezTo>
                    <a:cubicBezTo>
                      <a:pt x="22" y="12"/>
                      <a:pt x="24" y="14"/>
                      <a:pt x="25" y="16"/>
                    </a:cubicBezTo>
                    <a:cubicBezTo>
                      <a:pt x="24" y="12"/>
                      <a:pt x="20" y="9"/>
                      <a:pt x="17" y="7"/>
                    </a:cubicBezTo>
                    <a:cubicBezTo>
                      <a:pt x="15" y="5"/>
                      <a:pt x="13" y="4"/>
                      <a:pt x="11" y="3"/>
                    </a:cubicBezTo>
                    <a:cubicBezTo>
                      <a:pt x="9" y="2"/>
                      <a:pt x="7" y="1"/>
                      <a:pt x="5" y="1"/>
                    </a:cubicBezTo>
                    <a:cubicBezTo>
                      <a:pt x="4" y="1"/>
                      <a:pt x="1" y="0"/>
                      <a:pt x="1" y="2"/>
                    </a:cubicBezTo>
                    <a:cubicBezTo>
                      <a:pt x="0" y="2"/>
                      <a:pt x="0" y="4"/>
                      <a:pt x="1" y="5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963" name="Freeform 1193">
                <a:extLst>
                  <a:ext uri="{FF2B5EF4-FFF2-40B4-BE49-F238E27FC236}">
                    <a16:creationId xmlns:a16="http://schemas.microsoft.com/office/drawing/2014/main" id="{C24F28C2-D5EC-48CD-99B7-98E7F70BB3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5" y="932"/>
                <a:ext cx="65" cy="33"/>
              </a:xfrm>
              <a:custGeom>
                <a:avLst/>
                <a:gdLst>
                  <a:gd name="T0" fmla="*/ 0 w 34"/>
                  <a:gd name="T1" fmla="*/ 87 h 17"/>
                  <a:gd name="T2" fmla="*/ 29 w 34"/>
                  <a:gd name="T3" fmla="*/ 101 h 17"/>
                  <a:gd name="T4" fmla="*/ 140 w 34"/>
                  <a:gd name="T5" fmla="*/ 124 h 17"/>
                  <a:gd name="T6" fmla="*/ 237 w 34"/>
                  <a:gd name="T7" fmla="*/ 64 h 17"/>
                  <a:gd name="T8" fmla="*/ 124 w 34"/>
                  <a:gd name="T9" fmla="*/ 16 h 17"/>
                  <a:gd name="T10" fmla="*/ 15 w 34"/>
                  <a:gd name="T11" fmla="*/ 64 h 17"/>
                  <a:gd name="T12" fmla="*/ 0 w 34"/>
                  <a:gd name="T13" fmla="*/ 87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4" h="17">
                    <a:moveTo>
                      <a:pt x="0" y="12"/>
                    </a:moveTo>
                    <a:cubicBezTo>
                      <a:pt x="0" y="14"/>
                      <a:pt x="2" y="13"/>
                      <a:pt x="4" y="14"/>
                    </a:cubicBezTo>
                    <a:cubicBezTo>
                      <a:pt x="6" y="14"/>
                      <a:pt x="12" y="17"/>
                      <a:pt x="20" y="17"/>
                    </a:cubicBezTo>
                    <a:cubicBezTo>
                      <a:pt x="28" y="17"/>
                      <a:pt x="34" y="9"/>
                      <a:pt x="34" y="9"/>
                    </a:cubicBezTo>
                    <a:cubicBezTo>
                      <a:pt x="33" y="7"/>
                      <a:pt x="30" y="0"/>
                      <a:pt x="18" y="2"/>
                    </a:cubicBezTo>
                    <a:cubicBezTo>
                      <a:pt x="9" y="3"/>
                      <a:pt x="6" y="7"/>
                      <a:pt x="2" y="9"/>
                    </a:cubicBezTo>
                    <a:cubicBezTo>
                      <a:pt x="1" y="10"/>
                      <a:pt x="0" y="11"/>
                      <a:pt x="0" y="1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964" name="Oval 1194">
                <a:extLst>
                  <a:ext uri="{FF2B5EF4-FFF2-40B4-BE49-F238E27FC236}">
                    <a16:creationId xmlns:a16="http://schemas.microsoft.com/office/drawing/2014/main" id="{59FE1BFE-5A1D-4EA8-B209-B4425E3C68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44" y="936"/>
                <a:ext cx="29" cy="27"/>
              </a:xfrm>
              <a:prstGeom prst="ellipse">
                <a:avLst/>
              </a:prstGeom>
              <a:solidFill>
                <a:srgbClr val="6778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965" name="Oval 1195">
                <a:extLst>
                  <a:ext uri="{FF2B5EF4-FFF2-40B4-BE49-F238E27FC236}">
                    <a16:creationId xmlns:a16="http://schemas.microsoft.com/office/drawing/2014/main" id="{A83F74DB-3203-47EB-8420-61A0895BE8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44" y="936"/>
                <a:ext cx="29" cy="27"/>
              </a:xfrm>
              <a:prstGeom prst="ellipse">
                <a:avLst/>
              </a:prstGeom>
              <a:noFill/>
              <a:ln w="3175" cap="rnd">
                <a:solidFill>
                  <a:srgbClr val="343434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966" name="Oval 1196">
                <a:extLst>
                  <a:ext uri="{FF2B5EF4-FFF2-40B4-BE49-F238E27FC236}">
                    <a16:creationId xmlns:a16="http://schemas.microsoft.com/office/drawing/2014/main" id="{CD996559-F24E-42BA-94ED-44E2F082F5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54" y="946"/>
                <a:ext cx="9" cy="9"/>
              </a:xfrm>
              <a:prstGeom prst="ellipse">
                <a:avLst/>
              </a:pr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967" name="Freeform 1197">
                <a:extLst>
                  <a:ext uri="{FF2B5EF4-FFF2-40B4-BE49-F238E27FC236}">
                    <a16:creationId xmlns:a16="http://schemas.microsoft.com/office/drawing/2014/main" id="{183B3DFA-57B4-4836-AFD2-CF0BBBC980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5" y="932"/>
                <a:ext cx="65" cy="33"/>
              </a:xfrm>
              <a:custGeom>
                <a:avLst/>
                <a:gdLst>
                  <a:gd name="T0" fmla="*/ 0 w 34"/>
                  <a:gd name="T1" fmla="*/ 87 h 17"/>
                  <a:gd name="T2" fmla="*/ 29 w 34"/>
                  <a:gd name="T3" fmla="*/ 101 h 17"/>
                  <a:gd name="T4" fmla="*/ 140 w 34"/>
                  <a:gd name="T5" fmla="*/ 124 h 17"/>
                  <a:gd name="T6" fmla="*/ 237 w 34"/>
                  <a:gd name="T7" fmla="*/ 60 h 17"/>
                  <a:gd name="T8" fmla="*/ 124 w 34"/>
                  <a:gd name="T9" fmla="*/ 16 h 17"/>
                  <a:gd name="T10" fmla="*/ 15 w 34"/>
                  <a:gd name="T11" fmla="*/ 64 h 17"/>
                  <a:gd name="T12" fmla="*/ 0 w 34"/>
                  <a:gd name="T13" fmla="*/ 87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4" h="17">
                    <a:moveTo>
                      <a:pt x="0" y="12"/>
                    </a:moveTo>
                    <a:cubicBezTo>
                      <a:pt x="0" y="14"/>
                      <a:pt x="2" y="13"/>
                      <a:pt x="4" y="14"/>
                    </a:cubicBezTo>
                    <a:cubicBezTo>
                      <a:pt x="6" y="14"/>
                      <a:pt x="12" y="17"/>
                      <a:pt x="20" y="17"/>
                    </a:cubicBezTo>
                    <a:cubicBezTo>
                      <a:pt x="28" y="17"/>
                      <a:pt x="34" y="9"/>
                      <a:pt x="34" y="8"/>
                    </a:cubicBezTo>
                    <a:cubicBezTo>
                      <a:pt x="33" y="6"/>
                      <a:pt x="28" y="0"/>
                      <a:pt x="18" y="2"/>
                    </a:cubicBezTo>
                    <a:cubicBezTo>
                      <a:pt x="10" y="4"/>
                      <a:pt x="6" y="7"/>
                      <a:pt x="2" y="9"/>
                    </a:cubicBezTo>
                    <a:cubicBezTo>
                      <a:pt x="1" y="10"/>
                      <a:pt x="0" y="11"/>
                      <a:pt x="0" y="12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968" name="Freeform 1198">
                <a:extLst>
                  <a:ext uri="{FF2B5EF4-FFF2-40B4-BE49-F238E27FC236}">
                    <a16:creationId xmlns:a16="http://schemas.microsoft.com/office/drawing/2014/main" id="{148CBA1B-C228-4436-988A-74EFEA8857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5" y="921"/>
                <a:ext cx="71" cy="25"/>
              </a:xfrm>
              <a:custGeom>
                <a:avLst/>
                <a:gdLst>
                  <a:gd name="T0" fmla="*/ 0 w 37"/>
                  <a:gd name="T1" fmla="*/ 92 h 13"/>
                  <a:gd name="T2" fmla="*/ 261 w 37"/>
                  <a:gd name="T3" fmla="*/ 63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7" h="13">
                    <a:moveTo>
                      <a:pt x="0" y="13"/>
                    </a:moveTo>
                    <a:cubicBezTo>
                      <a:pt x="9" y="4"/>
                      <a:pt x="26" y="0"/>
                      <a:pt x="37" y="9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969" name="Freeform 1199">
                <a:extLst>
                  <a:ext uri="{FF2B5EF4-FFF2-40B4-BE49-F238E27FC236}">
                    <a16:creationId xmlns:a16="http://schemas.microsoft.com/office/drawing/2014/main" id="{DA137848-6533-4B15-BD2A-0AD98D191C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1" y="900"/>
                <a:ext cx="84" cy="29"/>
              </a:xfrm>
              <a:custGeom>
                <a:avLst/>
                <a:gdLst>
                  <a:gd name="T0" fmla="*/ 0 w 44"/>
                  <a:gd name="T1" fmla="*/ 79 h 15"/>
                  <a:gd name="T2" fmla="*/ 305 w 44"/>
                  <a:gd name="T3" fmla="*/ 108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4" h="15">
                    <a:moveTo>
                      <a:pt x="0" y="11"/>
                    </a:moveTo>
                    <a:cubicBezTo>
                      <a:pt x="23" y="0"/>
                      <a:pt x="36" y="8"/>
                      <a:pt x="44" y="15"/>
                    </a:cubicBezTo>
                  </a:path>
                </a:pathLst>
              </a:custGeom>
              <a:noFill/>
              <a:ln w="6350" cap="rnd">
                <a:solidFill>
                  <a:srgbClr val="D1B89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970" name="Oval 1200">
                <a:extLst>
                  <a:ext uri="{FF2B5EF4-FFF2-40B4-BE49-F238E27FC236}">
                    <a16:creationId xmlns:a16="http://schemas.microsoft.com/office/drawing/2014/main" id="{44403374-CFC1-4C6F-AD2A-9E4610D7B2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59" y="944"/>
                <a:ext cx="6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971" name="Freeform 1201">
                <a:extLst>
                  <a:ext uri="{FF2B5EF4-FFF2-40B4-BE49-F238E27FC236}">
                    <a16:creationId xmlns:a16="http://schemas.microsoft.com/office/drawing/2014/main" id="{88319B58-D5AB-45B0-854D-C7579439C4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6" y="938"/>
                <a:ext cx="25" cy="15"/>
              </a:xfrm>
              <a:custGeom>
                <a:avLst/>
                <a:gdLst>
                  <a:gd name="T0" fmla="*/ 77 w 13"/>
                  <a:gd name="T1" fmla="*/ 39 h 8"/>
                  <a:gd name="T2" fmla="*/ 71 w 13"/>
                  <a:gd name="T3" fmla="*/ 21 h 8"/>
                  <a:gd name="T4" fmla="*/ 48 w 13"/>
                  <a:gd name="T5" fmla="*/ 21 h 8"/>
                  <a:gd name="T6" fmla="*/ 29 w 13"/>
                  <a:gd name="T7" fmla="*/ 32 h 8"/>
                  <a:gd name="T8" fmla="*/ 8 w 13"/>
                  <a:gd name="T9" fmla="*/ 45 h 8"/>
                  <a:gd name="T10" fmla="*/ 8 w 13"/>
                  <a:gd name="T11" fmla="*/ 21 h 8"/>
                  <a:gd name="T12" fmla="*/ 56 w 13"/>
                  <a:gd name="T13" fmla="*/ 0 h 8"/>
                  <a:gd name="T14" fmla="*/ 92 w 13"/>
                  <a:gd name="T15" fmla="*/ 21 h 8"/>
                  <a:gd name="T16" fmla="*/ 92 w 13"/>
                  <a:gd name="T17" fmla="*/ 32 h 8"/>
                  <a:gd name="T18" fmla="*/ 85 w 13"/>
                  <a:gd name="T19" fmla="*/ 45 h 8"/>
                  <a:gd name="T20" fmla="*/ 77 w 13"/>
                  <a:gd name="T21" fmla="*/ 39 h 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3" h="8">
                    <a:moveTo>
                      <a:pt x="11" y="6"/>
                    </a:moveTo>
                    <a:cubicBezTo>
                      <a:pt x="11" y="5"/>
                      <a:pt x="11" y="3"/>
                      <a:pt x="10" y="3"/>
                    </a:cubicBezTo>
                    <a:cubicBezTo>
                      <a:pt x="9" y="2"/>
                      <a:pt x="8" y="2"/>
                      <a:pt x="7" y="3"/>
                    </a:cubicBezTo>
                    <a:cubicBezTo>
                      <a:pt x="6" y="4"/>
                      <a:pt x="5" y="4"/>
                      <a:pt x="4" y="5"/>
                    </a:cubicBezTo>
                    <a:cubicBezTo>
                      <a:pt x="4" y="6"/>
                      <a:pt x="2" y="8"/>
                      <a:pt x="1" y="7"/>
                    </a:cubicBezTo>
                    <a:cubicBezTo>
                      <a:pt x="0" y="6"/>
                      <a:pt x="1" y="4"/>
                      <a:pt x="1" y="3"/>
                    </a:cubicBezTo>
                    <a:cubicBezTo>
                      <a:pt x="2" y="1"/>
                      <a:pt x="6" y="0"/>
                      <a:pt x="8" y="0"/>
                    </a:cubicBezTo>
                    <a:cubicBezTo>
                      <a:pt x="10" y="0"/>
                      <a:pt x="12" y="2"/>
                      <a:pt x="13" y="3"/>
                    </a:cubicBezTo>
                    <a:cubicBezTo>
                      <a:pt x="13" y="4"/>
                      <a:pt x="13" y="5"/>
                      <a:pt x="13" y="5"/>
                    </a:cubicBezTo>
                    <a:cubicBezTo>
                      <a:pt x="13" y="7"/>
                      <a:pt x="13" y="8"/>
                      <a:pt x="12" y="7"/>
                    </a:cubicBezTo>
                    <a:cubicBezTo>
                      <a:pt x="11" y="6"/>
                      <a:pt x="11" y="6"/>
                      <a:pt x="11" y="6"/>
                    </a:cubicBezTo>
                  </a:path>
                </a:pathLst>
              </a:custGeom>
              <a:solidFill>
                <a:srgbClr val="2F49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972" name="Freeform 1202">
                <a:extLst>
                  <a:ext uri="{FF2B5EF4-FFF2-40B4-BE49-F238E27FC236}">
                    <a16:creationId xmlns:a16="http://schemas.microsoft.com/office/drawing/2014/main" id="{973E7F34-9E3E-4872-84D8-CB3FFF6CF7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0" y="953"/>
                <a:ext cx="19" cy="10"/>
              </a:xfrm>
              <a:custGeom>
                <a:avLst/>
                <a:gdLst>
                  <a:gd name="T0" fmla="*/ 68 w 10"/>
                  <a:gd name="T1" fmla="*/ 8 h 5"/>
                  <a:gd name="T2" fmla="*/ 55 w 10"/>
                  <a:gd name="T3" fmla="*/ 8 h 5"/>
                  <a:gd name="T4" fmla="*/ 36 w 10"/>
                  <a:gd name="T5" fmla="*/ 16 h 5"/>
                  <a:gd name="T6" fmla="*/ 8 w 10"/>
                  <a:gd name="T7" fmla="*/ 24 h 5"/>
                  <a:gd name="T8" fmla="*/ 36 w 10"/>
                  <a:gd name="T9" fmla="*/ 40 h 5"/>
                  <a:gd name="T10" fmla="*/ 61 w 10"/>
                  <a:gd name="T11" fmla="*/ 24 h 5"/>
                  <a:gd name="T12" fmla="*/ 68 w 10"/>
                  <a:gd name="T13" fmla="*/ 8 h 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5">
                    <a:moveTo>
                      <a:pt x="10" y="1"/>
                    </a:moveTo>
                    <a:cubicBezTo>
                      <a:pt x="9" y="0"/>
                      <a:pt x="9" y="0"/>
                      <a:pt x="8" y="1"/>
                    </a:cubicBezTo>
                    <a:cubicBezTo>
                      <a:pt x="7" y="1"/>
                      <a:pt x="6" y="2"/>
                      <a:pt x="5" y="2"/>
                    </a:cubicBezTo>
                    <a:cubicBezTo>
                      <a:pt x="4" y="2"/>
                      <a:pt x="0" y="0"/>
                      <a:pt x="1" y="3"/>
                    </a:cubicBezTo>
                    <a:cubicBezTo>
                      <a:pt x="2" y="5"/>
                      <a:pt x="3" y="5"/>
                      <a:pt x="5" y="5"/>
                    </a:cubicBezTo>
                    <a:cubicBezTo>
                      <a:pt x="7" y="5"/>
                      <a:pt x="8" y="4"/>
                      <a:pt x="9" y="3"/>
                    </a:cubicBezTo>
                    <a:cubicBezTo>
                      <a:pt x="10" y="2"/>
                      <a:pt x="10" y="2"/>
                      <a:pt x="10" y="1"/>
                    </a:cubicBezTo>
                  </a:path>
                </a:pathLst>
              </a:custGeom>
              <a:solidFill>
                <a:srgbClr val="97A7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973" name="Oval 1203">
                <a:extLst>
                  <a:ext uri="{FF2B5EF4-FFF2-40B4-BE49-F238E27FC236}">
                    <a16:creationId xmlns:a16="http://schemas.microsoft.com/office/drawing/2014/main" id="{09BDF406-4BEB-48A3-B6E3-5161206151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59" y="951"/>
                <a:ext cx="6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3974" name="Freeform 1204">
                <a:extLst>
                  <a:ext uri="{FF2B5EF4-FFF2-40B4-BE49-F238E27FC236}">
                    <a16:creationId xmlns:a16="http://schemas.microsoft.com/office/drawing/2014/main" id="{1F133B75-561D-408A-86D7-99443D873F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8" y="946"/>
                <a:ext cx="11" cy="1"/>
              </a:xfrm>
              <a:custGeom>
                <a:avLst/>
                <a:gdLst>
                  <a:gd name="T0" fmla="*/ 0 w 6"/>
                  <a:gd name="T1" fmla="*/ 0 h 1"/>
                  <a:gd name="T2" fmla="*/ 37 w 6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">
                    <a:moveTo>
                      <a:pt x="0" y="0"/>
                    </a:moveTo>
                    <a:cubicBezTo>
                      <a:pt x="2" y="0"/>
                      <a:pt x="6" y="1"/>
                      <a:pt x="6" y="0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975" name="Freeform 1205">
                <a:extLst>
                  <a:ext uri="{FF2B5EF4-FFF2-40B4-BE49-F238E27FC236}">
                    <a16:creationId xmlns:a16="http://schemas.microsoft.com/office/drawing/2014/main" id="{787CDF54-80D1-44BC-87A6-7870040C28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4" y="938"/>
                <a:ext cx="15" cy="4"/>
              </a:xfrm>
              <a:custGeom>
                <a:avLst/>
                <a:gdLst>
                  <a:gd name="T0" fmla="*/ 0 w 8"/>
                  <a:gd name="T1" fmla="*/ 16 h 2"/>
                  <a:gd name="T2" fmla="*/ 28 w 8"/>
                  <a:gd name="T3" fmla="*/ 16 h 2"/>
                  <a:gd name="T4" fmla="*/ 53 w 8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2">
                    <a:moveTo>
                      <a:pt x="0" y="2"/>
                    </a:moveTo>
                    <a:cubicBezTo>
                      <a:pt x="2" y="2"/>
                      <a:pt x="3" y="2"/>
                      <a:pt x="4" y="2"/>
                    </a:cubicBezTo>
                    <a:cubicBezTo>
                      <a:pt x="5" y="1"/>
                      <a:pt x="7" y="0"/>
                      <a:pt x="8" y="0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976" name="Freeform 1206">
                <a:extLst>
                  <a:ext uri="{FF2B5EF4-FFF2-40B4-BE49-F238E27FC236}">
                    <a16:creationId xmlns:a16="http://schemas.microsoft.com/office/drawing/2014/main" id="{6D76CD3C-DC42-4583-BD96-339ACE2C4A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0" y="930"/>
                <a:ext cx="12" cy="8"/>
              </a:xfrm>
              <a:custGeom>
                <a:avLst/>
                <a:gdLst>
                  <a:gd name="T0" fmla="*/ 0 w 6"/>
                  <a:gd name="T1" fmla="*/ 32 h 4"/>
                  <a:gd name="T2" fmla="*/ 48 w 6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4">
                    <a:moveTo>
                      <a:pt x="0" y="4"/>
                    </a:moveTo>
                    <a:cubicBezTo>
                      <a:pt x="2" y="4"/>
                      <a:pt x="6" y="2"/>
                      <a:pt x="6" y="0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977" name="Freeform 1207">
                <a:extLst>
                  <a:ext uri="{FF2B5EF4-FFF2-40B4-BE49-F238E27FC236}">
                    <a16:creationId xmlns:a16="http://schemas.microsoft.com/office/drawing/2014/main" id="{BB72BC2C-1631-44FF-BF8C-8254D80D95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5" y="925"/>
                <a:ext cx="7" cy="11"/>
              </a:xfrm>
              <a:custGeom>
                <a:avLst/>
                <a:gdLst>
                  <a:gd name="T0" fmla="*/ 0 w 4"/>
                  <a:gd name="T1" fmla="*/ 37 h 6"/>
                  <a:gd name="T2" fmla="*/ 12 w 4"/>
                  <a:gd name="T3" fmla="*/ 24 h 6"/>
                  <a:gd name="T4" fmla="*/ 21 w 4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6">
                    <a:moveTo>
                      <a:pt x="0" y="6"/>
                    </a:moveTo>
                    <a:cubicBezTo>
                      <a:pt x="1" y="5"/>
                      <a:pt x="2" y="5"/>
                      <a:pt x="2" y="4"/>
                    </a:cubicBezTo>
                    <a:cubicBezTo>
                      <a:pt x="3" y="3"/>
                      <a:pt x="4" y="1"/>
                      <a:pt x="4" y="0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978" name="Freeform 1208">
                <a:extLst>
                  <a:ext uri="{FF2B5EF4-FFF2-40B4-BE49-F238E27FC236}">
                    <a16:creationId xmlns:a16="http://schemas.microsoft.com/office/drawing/2014/main" id="{6191C993-BD80-4D8E-A0DE-226EF29BC3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7" y="925"/>
                <a:ext cx="4" cy="9"/>
              </a:xfrm>
              <a:custGeom>
                <a:avLst/>
                <a:gdLst>
                  <a:gd name="T0" fmla="*/ 0 w 2"/>
                  <a:gd name="T1" fmla="*/ 29 h 5"/>
                  <a:gd name="T2" fmla="*/ 16 w 2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5">
                    <a:moveTo>
                      <a:pt x="0" y="5"/>
                    </a:moveTo>
                    <a:cubicBezTo>
                      <a:pt x="1" y="4"/>
                      <a:pt x="2" y="2"/>
                      <a:pt x="2" y="0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979" name="Freeform 1209">
                <a:extLst>
                  <a:ext uri="{FF2B5EF4-FFF2-40B4-BE49-F238E27FC236}">
                    <a16:creationId xmlns:a16="http://schemas.microsoft.com/office/drawing/2014/main" id="{173D4C32-3E83-47F8-91E5-026A7EC15E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9" y="932"/>
                <a:ext cx="2" cy="4"/>
              </a:xfrm>
              <a:custGeom>
                <a:avLst/>
                <a:gdLst>
                  <a:gd name="T0" fmla="*/ 0 w 1"/>
                  <a:gd name="T1" fmla="*/ 16 h 2"/>
                  <a:gd name="T2" fmla="*/ 8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1" y="1"/>
                      <a:pt x="1" y="0"/>
                      <a:pt x="1" y="0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980" name="Freeform 1210">
                <a:extLst>
                  <a:ext uri="{FF2B5EF4-FFF2-40B4-BE49-F238E27FC236}">
                    <a16:creationId xmlns:a16="http://schemas.microsoft.com/office/drawing/2014/main" id="{05AC0424-5AA5-4CE1-A357-AA0823E01A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6" y="953"/>
                <a:ext cx="6" cy="2"/>
              </a:xfrm>
              <a:custGeom>
                <a:avLst/>
                <a:gdLst>
                  <a:gd name="T0" fmla="*/ 0 w 3"/>
                  <a:gd name="T1" fmla="*/ 0 h 1"/>
                  <a:gd name="T2" fmla="*/ 24 w 3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cubicBezTo>
                      <a:pt x="1" y="0"/>
                      <a:pt x="3" y="0"/>
                      <a:pt x="3" y="1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981" name="Freeform 1211">
                <a:extLst>
                  <a:ext uri="{FF2B5EF4-FFF2-40B4-BE49-F238E27FC236}">
                    <a16:creationId xmlns:a16="http://schemas.microsoft.com/office/drawing/2014/main" id="{636046B3-FFC0-494B-91D6-A9B166DB9B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2" y="957"/>
                <a:ext cx="6" cy="4"/>
              </a:xfrm>
              <a:custGeom>
                <a:avLst/>
                <a:gdLst>
                  <a:gd name="T0" fmla="*/ 0 w 3"/>
                  <a:gd name="T1" fmla="*/ 0 h 2"/>
                  <a:gd name="T2" fmla="*/ 24 w 3"/>
                  <a:gd name="T3" fmla="*/ 16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cubicBezTo>
                      <a:pt x="1" y="0"/>
                      <a:pt x="3" y="1"/>
                      <a:pt x="3" y="2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982" name="Freeform 1212">
                <a:extLst>
                  <a:ext uri="{FF2B5EF4-FFF2-40B4-BE49-F238E27FC236}">
                    <a16:creationId xmlns:a16="http://schemas.microsoft.com/office/drawing/2014/main" id="{8CFFE85C-29CE-454E-A7D4-29765C0515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8" y="961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1" y="1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983" name="Freeform 1213">
                <a:extLst>
                  <a:ext uri="{FF2B5EF4-FFF2-40B4-BE49-F238E27FC236}">
                    <a16:creationId xmlns:a16="http://schemas.microsoft.com/office/drawing/2014/main" id="{3E2832EE-82D9-4D4F-96EB-EDC17C97AD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3" y="953"/>
                <a:ext cx="2" cy="6"/>
              </a:xfrm>
              <a:custGeom>
                <a:avLst/>
                <a:gdLst>
                  <a:gd name="T0" fmla="*/ 0 w 1"/>
                  <a:gd name="T1" fmla="*/ 24 h 3"/>
                  <a:gd name="T2" fmla="*/ 0 w 1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cubicBezTo>
                      <a:pt x="1" y="2"/>
                      <a:pt x="1" y="1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984" name="Freeform 1214">
                <a:extLst>
                  <a:ext uri="{FF2B5EF4-FFF2-40B4-BE49-F238E27FC236}">
                    <a16:creationId xmlns:a16="http://schemas.microsoft.com/office/drawing/2014/main" id="{6344BEB6-A6E5-46A3-91C5-F438B945A3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2" y="961"/>
                <a:ext cx="42" cy="13"/>
              </a:xfrm>
              <a:custGeom>
                <a:avLst/>
                <a:gdLst>
                  <a:gd name="T0" fmla="*/ 153 w 22"/>
                  <a:gd name="T1" fmla="*/ 0 h 7"/>
                  <a:gd name="T2" fmla="*/ 124 w 22"/>
                  <a:gd name="T3" fmla="*/ 20 h 7"/>
                  <a:gd name="T4" fmla="*/ 92 w 22"/>
                  <a:gd name="T5" fmla="*/ 32 h 7"/>
                  <a:gd name="T6" fmla="*/ 0 w 22"/>
                  <a:gd name="T7" fmla="*/ 32 h 7"/>
                  <a:gd name="T8" fmla="*/ 92 w 22"/>
                  <a:gd name="T9" fmla="*/ 32 h 7"/>
                  <a:gd name="T10" fmla="*/ 124 w 22"/>
                  <a:gd name="T11" fmla="*/ 20 h 7"/>
                  <a:gd name="T12" fmla="*/ 145 w 22"/>
                  <a:gd name="T13" fmla="*/ 0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7">
                    <a:moveTo>
                      <a:pt x="22" y="0"/>
                    </a:moveTo>
                    <a:cubicBezTo>
                      <a:pt x="20" y="0"/>
                      <a:pt x="19" y="2"/>
                      <a:pt x="18" y="3"/>
                    </a:cubicBezTo>
                    <a:cubicBezTo>
                      <a:pt x="16" y="4"/>
                      <a:pt x="14" y="4"/>
                      <a:pt x="13" y="5"/>
                    </a:cubicBezTo>
                    <a:cubicBezTo>
                      <a:pt x="9" y="6"/>
                      <a:pt x="4" y="5"/>
                      <a:pt x="0" y="5"/>
                    </a:cubicBezTo>
                    <a:cubicBezTo>
                      <a:pt x="4" y="7"/>
                      <a:pt x="9" y="6"/>
                      <a:pt x="13" y="5"/>
                    </a:cubicBezTo>
                    <a:cubicBezTo>
                      <a:pt x="15" y="5"/>
                      <a:pt x="17" y="4"/>
                      <a:pt x="18" y="3"/>
                    </a:cubicBezTo>
                    <a:cubicBezTo>
                      <a:pt x="20" y="2"/>
                      <a:pt x="20" y="1"/>
                      <a:pt x="21" y="0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985" name="Freeform 1215">
                <a:extLst>
                  <a:ext uri="{FF2B5EF4-FFF2-40B4-BE49-F238E27FC236}">
                    <a16:creationId xmlns:a16="http://schemas.microsoft.com/office/drawing/2014/main" id="{91ED812A-3945-48F6-AF71-7E3AFB05F5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6" y="949"/>
                <a:ext cx="13" cy="16"/>
              </a:xfrm>
              <a:custGeom>
                <a:avLst/>
                <a:gdLst>
                  <a:gd name="T0" fmla="*/ 7 w 7"/>
                  <a:gd name="T1" fmla="*/ 0 h 8"/>
                  <a:gd name="T2" fmla="*/ 13 w 7"/>
                  <a:gd name="T3" fmla="*/ 40 h 8"/>
                  <a:gd name="T4" fmla="*/ 45 w 7"/>
                  <a:gd name="T5" fmla="*/ 56 h 8"/>
                  <a:gd name="T6" fmla="*/ 7 w 7"/>
                  <a:gd name="T7" fmla="*/ 40 h 8"/>
                  <a:gd name="T8" fmla="*/ 0 w 7"/>
                  <a:gd name="T9" fmla="*/ 16 h 8"/>
                  <a:gd name="T10" fmla="*/ 7 w 7"/>
                  <a:gd name="T11" fmla="*/ 0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" h="8">
                    <a:moveTo>
                      <a:pt x="1" y="0"/>
                    </a:moveTo>
                    <a:cubicBezTo>
                      <a:pt x="1" y="2"/>
                      <a:pt x="0" y="3"/>
                      <a:pt x="2" y="5"/>
                    </a:cubicBezTo>
                    <a:cubicBezTo>
                      <a:pt x="3" y="7"/>
                      <a:pt x="5" y="7"/>
                      <a:pt x="7" y="7"/>
                    </a:cubicBezTo>
                    <a:cubicBezTo>
                      <a:pt x="4" y="7"/>
                      <a:pt x="2" y="8"/>
                      <a:pt x="1" y="5"/>
                    </a:cubicBezTo>
                    <a:cubicBezTo>
                      <a:pt x="0" y="5"/>
                      <a:pt x="0" y="3"/>
                      <a:pt x="0" y="2"/>
                    </a:cubicBezTo>
                    <a:cubicBezTo>
                      <a:pt x="0" y="2"/>
                      <a:pt x="1" y="1"/>
                      <a:pt x="1" y="0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986" name="Freeform 1216">
                <a:extLst>
                  <a:ext uri="{FF2B5EF4-FFF2-40B4-BE49-F238E27FC236}">
                    <a16:creationId xmlns:a16="http://schemas.microsoft.com/office/drawing/2014/main" id="{E6575BF8-8C57-4748-AB45-9C92EE10F1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1" y="917"/>
                <a:ext cx="48" cy="30"/>
              </a:xfrm>
              <a:custGeom>
                <a:avLst/>
                <a:gdLst>
                  <a:gd name="T0" fmla="*/ 177 w 25"/>
                  <a:gd name="T1" fmla="*/ 32 h 16"/>
                  <a:gd name="T2" fmla="*/ 84 w 25"/>
                  <a:gd name="T3" fmla="*/ 45 h 16"/>
                  <a:gd name="T4" fmla="*/ 44 w 25"/>
                  <a:gd name="T5" fmla="*/ 68 h 16"/>
                  <a:gd name="T6" fmla="*/ 0 w 25"/>
                  <a:gd name="T7" fmla="*/ 105 h 16"/>
                  <a:gd name="T8" fmla="*/ 56 w 25"/>
                  <a:gd name="T9" fmla="*/ 45 h 16"/>
                  <a:gd name="T10" fmla="*/ 100 w 25"/>
                  <a:gd name="T11" fmla="*/ 21 h 16"/>
                  <a:gd name="T12" fmla="*/ 140 w 25"/>
                  <a:gd name="T13" fmla="*/ 8 h 16"/>
                  <a:gd name="T14" fmla="*/ 177 w 25"/>
                  <a:gd name="T15" fmla="*/ 15 h 16"/>
                  <a:gd name="T16" fmla="*/ 177 w 25"/>
                  <a:gd name="T17" fmla="*/ 32 h 1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5" h="16">
                    <a:moveTo>
                      <a:pt x="25" y="5"/>
                    </a:moveTo>
                    <a:cubicBezTo>
                      <a:pt x="20" y="4"/>
                      <a:pt x="16" y="5"/>
                      <a:pt x="12" y="7"/>
                    </a:cubicBezTo>
                    <a:cubicBezTo>
                      <a:pt x="10" y="8"/>
                      <a:pt x="8" y="9"/>
                      <a:pt x="6" y="10"/>
                    </a:cubicBezTo>
                    <a:cubicBezTo>
                      <a:pt x="4" y="12"/>
                      <a:pt x="2" y="14"/>
                      <a:pt x="0" y="16"/>
                    </a:cubicBezTo>
                    <a:cubicBezTo>
                      <a:pt x="2" y="12"/>
                      <a:pt x="5" y="9"/>
                      <a:pt x="8" y="7"/>
                    </a:cubicBezTo>
                    <a:cubicBezTo>
                      <a:pt x="10" y="5"/>
                      <a:pt x="12" y="4"/>
                      <a:pt x="14" y="3"/>
                    </a:cubicBezTo>
                    <a:cubicBezTo>
                      <a:pt x="16" y="2"/>
                      <a:pt x="18" y="1"/>
                      <a:pt x="20" y="1"/>
                    </a:cubicBezTo>
                    <a:cubicBezTo>
                      <a:pt x="21" y="1"/>
                      <a:pt x="24" y="0"/>
                      <a:pt x="25" y="2"/>
                    </a:cubicBezTo>
                    <a:cubicBezTo>
                      <a:pt x="25" y="2"/>
                      <a:pt x="25" y="4"/>
                      <a:pt x="25" y="5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987" name="Freeform 1217">
                <a:extLst>
                  <a:ext uri="{FF2B5EF4-FFF2-40B4-BE49-F238E27FC236}">
                    <a16:creationId xmlns:a16="http://schemas.microsoft.com/office/drawing/2014/main" id="{0D023017-4A11-4E01-9873-FCC28E4803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0" y="1052"/>
                <a:ext cx="107" cy="24"/>
              </a:xfrm>
              <a:custGeom>
                <a:avLst/>
                <a:gdLst>
                  <a:gd name="T0" fmla="*/ 0 w 56"/>
                  <a:gd name="T1" fmla="*/ 68 h 13"/>
                  <a:gd name="T2" fmla="*/ 132 w 56"/>
                  <a:gd name="T3" fmla="*/ 31 h 13"/>
                  <a:gd name="T4" fmla="*/ 161 w 56"/>
                  <a:gd name="T5" fmla="*/ 13 h 13"/>
                  <a:gd name="T6" fmla="*/ 197 w 56"/>
                  <a:gd name="T7" fmla="*/ 24 h 13"/>
                  <a:gd name="T8" fmla="*/ 273 w 56"/>
                  <a:gd name="T9" fmla="*/ 31 h 13"/>
                  <a:gd name="T10" fmla="*/ 390 w 56"/>
                  <a:gd name="T11" fmla="*/ 61 h 13"/>
                  <a:gd name="T12" fmla="*/ 292 w 56"/>
                  <a:gd name="T13" fmla="*/ 68 h 13"/>
                  <a:gd name="T14" fmla="*/ 216 w 56"/>
                  <a:gd name="T15" fmla="*/ 68 h 13"/>
                  <a:gd name="T16" fmla="*/ 132 w 56"/>
                  <a:gd name="T17" fmla="*/ 61 h 13"/>
                  <a:gd name="T18" fmla="*/ 55 w 56"/>
                  <a:gd name="T19" fmla="*/ 81 h 13"/>
                  <a:gd name="T20" fmla="*/ 0 w 56"/>
                  <a:gd name="T21" fmla="*/ 68 h 1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56" h="13">
                    <a:moveTo>
                      <a:pt x="0" y="11"/>
                    </a:moveTo>
                    <a:cubicBezTo>
                      <a:pt x="9" y="12"/>
                      <a:pt x="13" y="9"/>
                      <a:pt x="19" y="5"/>
                    </a:cubicBezTo>
                    <a:cubicBezTo>
                      <a:pt x="20" y="4"/>
                      <a:pt x="22" y="2"/>
                      <a:pt x="23" y="2"/>
                    </a:cubicBezTo>
                    <a:cubicBezTo>
                      <a:pt x="25" y="2"/>
                      <a:pt x="26" y="3"/>
                      <a:pt x="28" y="4"/>
                    </a:cubicBezTo>
                    <a:cubicBezTo>
                      <a:pt x="31" y="0"/>
                      <a:pt x="35" y="4"/>
                      <a:pt x="39" y="5"/>
                    </a:cubicBezTo>
                    <a:cubicBezTo>
                      <a:pt x="44" y="8"/>
                      <a:pt x="47" y="11"/>
                      <a:pt x="56" y="10"/>
                    </a:cubicBezTo>
                    <a:cubicBezTo>
                      <a:pt x="50" y="13"/>
                      <a:pt x="47" y="12"/>
                      <a:pt x="42" y="11"/>
                    </a:cubicBezTo>
                    <a:cubicBezTo>
                      <a:pt x="38" y="10"/>
                      <a:pt x="35" y="9"/>
                      <a:pt x="31" y="11"/>
                    </a:cubicBezTo>
                    <a:cubicBezTo>
                      <a:pt x="27" y="12"/>
                      <a:pt x="23" y="11"/>
                      <a:pt x="19" y="10"/>
                    </a:cubicBezTo>
                    <a:cubicBezTo>
                      <a:pt x="15" y="9"/>
                      <a:pt x="11" y="12"/>
                      <a:pt x="8" y="13"/>
                    </a:cubicBezTo>
                    <a:cubicBezTo>
                      <a:pt x="6" y="13"/>
                      <a:pt x="2" y="12"/>
                      <a:pt x="0" y="11"/>
                    </a:cubicBezTo>
                  </a:path>
                </a:pathLst>
              </a:custGeom>
              <a:solidFill>
                <a:srgbClr val="F0C3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988" name="Freeform 1218">
                <a:extLst>
                  <a:ext uri="{FF2B5EF4-FFF2-40B4-BE49-F238E27FC236}">
                    <a16:creationId xmlns:a16="http://schemas.microsoft.com/office/drawing/2014/main" id="{DACBD82C-34B1-4CA3-A8F7-733D83F546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7" y="1082"/>
                <a:ext cx="55" cy="13"/>
              </a:xfrm>
              <a:custGeom>
                <a:avLst/>
                <a:gdLst>
                  <a:gd name="T0" fmla="*/ 0 w 29"/>
                  <a:gd name="T1" fmla="*/ 13 h 7"/>
                  <a:gd name="T2" fmla="*/ 53 w 29"/>
                  <a:gd name="T3" fmla="*/ 24 h 7"/>
                  <a:gd name="T4" fmla="*/ 116 w 29"/>
                  <a:gd name="T5" fmla="*/ 32 h 7"/>
                  <a:gd name="T6" fmla="*/ 165 w 29"/>
                  <a:gd name="T7" fmla="*/ 20 h 7"/>
                  <a:gd name="T8" fmla="*/ 197 w 29"/>
                  <a:gd name="T9" fmla="*/ 0 h 7"/>
                  <a:gd name="T10" fmla="*/ 157 w 29"/>
                  <a:gd name="T11" fmla="*/ 24 h 7"/>
                  <a:gd name="T12" fmla="*/ 97 w 29"/>
                  <a:gd name="T13" fmla="*/ 37 h 7"/>
                  <a:gd name="T14" fmla="*/ 32 w 29"/>
                  <a:gd name="T15" fmla="*/ 32 h 7"/>
                  <a:gd name="T16" fmla="*/ 0 w 29"/>
                  <a:gd name="T17" fmla="*/ 13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9" h="7">
                    <a:moveTo>
                      <a:pt x="0" y="2"/>
                    </a:moveTo>
                    <a:cubicBezTo>
                      <a:pt x="2" y="4"/>
                      <a:pt x="5" y="4"/>
                      <a:pt x="8" y="4"/>
                    </a:cubicBezTo>
                    <a:cubicBezTo>
                      <a:pt x="11" y="5"/>
                      <a:pt x="14" y="5"/>
                      <a:pt x="17" y="5"/>
                    </a:cubicBezTo>
                    <a:cubicBezTo>
                      <a:pt x="20" y="4"/>
                      <a:pt x="22" y="4"/>
                      <a:pt x="24" y="3"/>
                    </a:cubicBezTo>
                    <a:cubicBezTo>
                      <a:pt x="26" y="2"/>
                      <a:pt x="27" y="1"/>
                      <a:pt x="29" y="0"/>
                    </a:cubicBezTo>
                    <a:cubicBezTo>
                      <a:pt x="27" y="2"/>
                      <a:pt x="25" y="3"/>
                      <a:pt x="23" y="4"/>
                    </a:cubicBezTo>
                    <a:cubicBezTo>
                      <a:pt x="20" y="6"/>
                      <a:pt x="17" y="6"/>
                      <a:pt x="14" y="6"/>
                    </a:cubicBezTo>
                    <a:cubicBezTo>
                      <a:pt x="11" y="7"/>
                      <a:pt x="8" y="6"/>
                      <a:pt x="5" y="5"/>
                    </a:cubicBezTo>
                    <a:cubicBezTo>
                      <a:pt x="4" y="4"/>
                      <a:pt x="0" y="3"/>
                      <a:pt x="0" y="2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989" name="Freeform 1219">
                <a:extLst>
                  <a:ext uri="{FF2B5EF4-FFF2-40B4-BE49-F238E27FC236}">
                    <a16:creationId xmlns:a16="http://schemas.microsoft.com/office/drawing/2014/main" id="{C959A0AB-D0C0-4F39-8627-C4E4EB5522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3" y="1071"/>
                <a:ext cx="61" cy="7"/>
              </a:xfrm>
              <a:custGeom>
                <a:avLst/>
                <a:gdLst>
                  <a:gd name="T0" fmla="*/ 0 w 32"/>
                  <a:gd name="T1" fmla="*/ 7 h 4"/>
                  <a:gd name="T2" fmla="*/ 29 w 32"/>
                  <a:gd name="T3" fmla="*/ 0 h 4"/>
                  <a:gd name="T4" fmla="*/ 48 w 32"/>
                  <a:gd name="T5" fmla="*/ 0 h 4"/>
                  <a:gd name="T6" fmla="*/ 92 w 32"/>
                  <a:gd name="T7" fmla="*/ 7 h 4"/>
                  <a:gd name="T8" fmla="*/ 181 w 32"/>
                  <a:gd name="T9" fmla="*/ 0 h 4"/>
                  <a:gd name="T10" fmla="*/ 221 w 32"/>
                  <a:gd name="T11" fmla="*/ 12 h 4"/>
                  <a:gd name="T12" fmla="*/ 145 w 32"/>
                  <a:gd name="T13" fmla="*/ 12 h 4"/>
                  <a:gd name="T14" fmla="*/ 97 w 32"/>
                  <a:gd name="T15" fmla="*/ 16 h 4"/>
                  <a:gd name="T16" fmla="*/ 69 w 32"/>
                  <a:gd name="T17" fmla="*/ 16 h 4"/>
                  <a:gd name="T18" fmla="*/ 48 w 32"/>
                  <a:gd name="T19" fmla="*/ 7 h 4"/>
                  <a:gd name="T20" fmla="*/ 8 w 32"/>
                  <a:gd name="T21" fmla="*/ 7 h 4"/>
                  <a:gd name="T22" fmla="*/ 0 w 32"/>
                  <a:gd name="T23" fmla="*/ 7 h 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2" h="4">
                    <a:moveTo>
                      <a:pt x="0" y="1"/>
                    </a:moveTo>
                    <a:cubicBezTo>
                      <a:pt x="2" y="1"/>
                      <a:pt x="3" y="0"/>
                      <a:pt x="4" y="0"/>
                    </a:cubicBezTo>
                    <a:cubicBezTo>
                      <a:pt x="5" y="0"/>
                      <a:pt x="6" y="0"/>
                      <a:pt x="7" y="0"/>
                    </a:cubicBezTo>
                    <a:cubicBezTo>
                      <a:pt x="9" y="0"/>
                      <a:pt x="11" y="1"/>
                      <a:pt x="13" y="1"/>
                    </a:cubicBezTo>
                    <a:cubicBezTo>
                      <a:pt x="18" y="2"/>
                      <a:pt x="22" y="0"/>
                      <a:pt x="26" y="0"/>
                    </a:cubicBezTo>
                    <a:cubicBezTo>
                      <a:pt x="28" y="0"/>
                      <a:pt x="30" y="1"/>
                      <a:pt x="32" y="2"/>
                    </a:cubicBezTo>
                    <a:cubicBezTo>
                      <a:pt x="28" y="2"/>
                      <a:pt x="25" y="0"/>
                      <a:pt x="21" y="2"/>
                    </a:cubicBezTo>
                    <a:cubicBezTo>
                      <a:pt x="19" y="2"/>
                      <a:pt x="16" y="4"/>
                      <a:pt x="14" y="3"/>
                    </a:cubicBezTo>
                    <a:cubicBezTo>
                      <a:pt x="13" y="3"/>
                      <a:pt x="11" y="3"/>
                      <a:pt x="10" y="3"/>
                    </a:cubicBezTo>
                    <a:cubicBezTo>
                      <a:pt x="9" y="2"/>
                      <a:pt x="8" y="2"/>
                      <a:pt x="7" y="1"/>
                    </a:cubicBezTo>
                    <a:cubicBezTo>
                      <a:pt x="5" y="1"/>
                      <a:pt x="2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990" name="Freeform 1220">
                <a:extLst>
                  <a:ext uri="{FF2B5EF4-FFF2-40B4-BE49-F238E27FC236}">
                    <a16:creationId xmlns:a16="http://schemas.microsoft.com/office/drawing/2014/main" id="{A600A21E-A4EB-4B89-9909-9F9C5E0825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0" y="1052"/>
                <a:ext cx="107" cy="24"/>
              </a:xfrm>
              <a:custGeom>
                <a:avLst/>
                <a:gdLst>
                  <a:gd name="T0" fmla="*/ 0 w 56"/>
                  <a:gd name="T1" fmla="*/ 68 h 13"/>
                  <a:gd name="T2" fmla="*/ 132 w 56"/>
                  <a:gd name="T3" fmla="*/ 31 h 13"/>
                  <a:gd name="T4" fmla="*/ 161 w 56"/>
                  <a:gd name="T5" fmla="*/ 13 h 13"/>
                  <a:gd name="T6" fmla="*/ 197 w 56"/>
                  <a:gd name="T7" fmla="*/ 24 h 13"/>
                  <a:gd name="T8" fmla="*/ 273 w 56"/>
                  <a:gd name="T9" fmla="*/ 31 h 13"/>
                  <a:gd name="T10" fmla="*/ 390 w 56"/>
                  <a:gd name="T11" fmla="*/ 61 h 13"/>
                  <a:gd name="T12" fmla="*/ 292 w 56"/>
                  <a:gd name="T13" fmla="*/ 68 h 13"/>
                  <a:gd name="T14" fmla="*/ 216 w 56"/>
                  <a:gd name="T15" fmla="*/ 68 h 13"/>
                  <a:gd name="T16" fmla="*/ 132 w 56"/>
                  <a:gd name="T17" fmla="*/ 61 h 13"/>
                  <a:gd name="T18" fmla="*/ 55 w 56"/>
                  <a:gd name="T19" fmla="*/ 81 h 13"/>
                  <a:gd name="T20" fmla="*/ 0 w 56"/>
                  <a:gd name="T21" fmla="*/ 68 h 1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56" h="13">
                    <a:moveTo>
                      <a:pt x="0" y="11"/>
                    </a:moveTo>
                    <a:cubicBezTo>
                      <a:pt x="9" y="12"/>
                      <a:pt x="13" y="9"/>
                      <a:pt x="19" y="5"/>
                    </a:cubicBezTo>
                    <a:cubicBezTo>
                      <a:pt x="20" y="4"/>
                      <a:pt x="22" y="2"/>
                      <a:pt x="23" y="2"/>
                    </a:cubicBezTo>
                    <a:cubicBezTo>
                      <a:pt x="25" y="2"/>
                      <a:pt x="26" y="3"/>
                      <a:pt x="28" y="4"/>
                    </a:cubicBezTo>
                    <a:cubicBezTo>
                      <a:pt x="31" y="0"/>
                      <a:pt x="35" y="4"/>
                      <a:pt x="39" y="5"/>
                    </a:cubicBezTo>
                    <a:cubicBezTo>
                      <a:pt x="44" y="8"/>
                      <a:pt x="47" y="11"/>
                      <a:pt x="56" y="10"/>
                    </a:cubicBezTo>
                    <a:cubicBezTo>
                      <a:pt x="50" y="13"/>
                      <a:pt x="47" y="12"/>
                      <a:pt x="42" y="11"/>
                    </a:cubicBezTo>
                    <a:cubicBezTo>
                      <a:pt x="38" y="10"/>
                      <a:pt x="35" y="9"/>
                      <a:pt x="31" y="11"/>
                    </a:cubicBezTo>
                    <a:cubicBezTo>
                      <a:pt x="27" y="12"/>
                      <a:pt x="23" y="11"/>
                      <a:pt x="19" y="10"/>
                    </a:cubicBezTo>
                    <a:cubicBezTo>
                      <a:pt x="15" y="9"/>
                      <a:pt x="11" y="12"/>
                      <a:pt x="8" y="13"/>
                    </a:cubicBezTo>
                    <a:cubicBezTo>
                      <a:pt x="6" y="13"/>
                      <a:pt x="2" y="12"/>
                      <a:pt x="0" y="11"/>
                    </a:cubicBezTo>
                  </a:path>
                </a:pathLst>
              </a:custGeom>
              <a:noFill/>
              <a:ln w="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991" name="Freeform 1221">
                <a:extLst>
                  <a:ext uri="{FF2B5EF4-FFF2-40B4-BE49-F238E27FC236}">
                    <a16:creationId xmlns:a16="http://schemas.microsoft.com/office/drawing/2014/main" id="{7E3F2F8D-D6F7-4964-AE4B-C3E970A027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7" y="1073"/>
                <a:ext cx="67" cy="19"/>
              </a:xfrm>
              <a:custGeom>
                <a:avLst/>
                <a:gdLst>
                  <a:gd name="T0" fmla="*/ 237 w 35"/>
                  <a:gd name="T1" fmla="*/ 8 h 10"/>
                  <a:gd name="T2" fmla="*/ 184 w 35"/>
                  <a:gd name="T3" fmla="*/ 8 h 10"/>
                  <a:gd name="T4" fmla="*/ 124 w 35"/>
                  <a:gd name="T5" fmla="*/ 15 h 10"/>
                  <a:gd name="T6" fmla="*/ 100 w 35"/>
                  <a:gd name="T7" fmla="*/ 21 h 10"/>
                  <a:gd name="T8" fmla="*/ 84 w 35"/>
                  <a:gd name="T9" fmla="*/ 15 h 10"/>
                  <a:gd name="T10" fmla="*/ 63 w 35"/>
                  <a:gd name="T11" fmla="*/ 15 h 10"/>
                  <a:gd name="T12" fmla="*/ 56 w 35"/>
                  <a:gd name="T13" fmla="*/ 8 h 10"/>
                  <a:gd name="T14" fmla="*/ 36 w 35"/>
                  <a:gd name="T15" fmla="*/ 8 h 10"/>
                  <a:gd name="T16" fmla="*/ 21 w 35"/>
                  <a:gd name="T17" fmla="*/ 15 h 10"/>
                  <a:gd name="T18" fmla="*/ 8 w 35"/>
                  <a:gd name="T19" fmla="*/ 21 h 10"/>
                  <a:gd name="T20" fmla="*/ 29 w 35"/>
                  <a:gd name="T21" fmla="*/ 40 h 10"/>
                  <a:gd name="T22" fmla="*/ 69 w 35"/>
                  <a:gd name="T23" fmla="*/ 61 h 10"/>
                  <a:gd name="T24" fmla="*/ 153 w 35"/>
                  <a:gd name="T25" fmla="*/ 61 h 10"/>
                  <a:gd name="T26" fmla="*/ 197 w 35"/>
                  <a:gd name="T27" fmla="*/ 55 h 10"/>
                  <a:gd name="T28" fmla="*/ 232 w 35"/>
                  <a:gd name="T29" fmla="*/ 40 h 10"/>
                  <a:gd name="T30" fmla="*/ 245 w 35"/>
                  <a:gd name="T31" fmla="*/ 21 h 10"/>
                  <a:gd name="T32" fmla="*/ 245 w 35"/>
                  <a:gd name="T33" fmla="*/ 15 h 1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35" h="10">
                    <a:moveTo>
                      <a:pt x="34" y="1"/>
                    </a:moveTo>
                    <a:cubicBezTo>
                      <a:pt x="32" y="1"/>
                      <a:pt x="29" y="0"/>
                      <a:pt x="26" y="1"/>
                    </a:cubicBezTo>
                    <a:cubicBezTo>
                      <a:pt x="24" y="1"/>
                      <a:pt x="21" y="2"/>
                      <a:pt x="18" y="2"/>
                    </a:cubicBezTo>
                    <a:cubicBezTo>
                      <a:pt x="17" y="3"/>
                      <a:pt x="16" y="3"/>
                      <a:pt x="14" y="3"/>
                    </a:cubicBezTo>
                    <a:cubicBezTo>
                      <a:pt x="14" y="2"/>
                      <a:pt x="13" y="2"/>
                      <a:pt x="12" y="2"/>
                    </a:cubicBezTo>
                    <a:cubicBezTo>
                      <a:pt x="11" y="2"/>
                      <a:pt x="10" y="2"/>
                      <a:pt x="9" y="2"/>
                    </a:cubicBezTo>
                    <a:cubicBezTo>
                      <a:pt x="8" y="2"/>
                      <a:pt x="8" y="1"/>
                      <a:pt x="8" y="1"/>
                    </a:cubicBezTo>
                    <a:cubicBezTo>
                      <a:pt x="7" y="1"/>
                      <a:pt x="6" y="1"/>
                      <a:pt x="5" y="1"/>
                    </a:cubicBezTo>
                    <a:cubicBezTo>
                      <a:pt x="5" y="1"/>
                      <a:pt x="4" y="1"/>
                      <a:pt x="3" y="2"/>
                    </a:cubicBezTo>
                    <a:cubicBezTo>
                      <a:pt x="3" y="2"/>
                      <a:pt x="1" y="2"/>
                      <a:pt x="1" y="3"/>
                    </a:cubicBezTo>
                    <a:cubicBezTo>
                      <a:pt x="0" y="4"/>
                      <a:pt x="3" y="6"/>
                      <a:pt x="4" y="6"/>
                    </a:cubicBezTo>
                    <a:cubicBezTo>
                      <a:pt x="6" y="7"/>
                      <a:pt x="8" y="8"/>
                      <a:pt x="10" y="9"/>
                    </a:cubicBezTo>
                    <a:cubicBezTo>
                      <a:pt x="14" y="10"/>
                      <a:pt x="18" y="10"/>
                      <a:pt x="22" y="9"/>
                    </a:cubicBezTo>
                    <a:cubicBezTo>
                      <a:pt x="24" y="9"/>
                      <a:pt x="26" y="8"/>
                      <a:pt x="28" y="8"/>
                    </a:cubicBezTo>
                    <a:cubicBezTo>
                      <a:pt x="30" y="7"/>
                      <a:pt x="31" y="7"/>
                      <a:pt x="33" y="6"/>
                    </a:cubicBezTo>
                    <a:cubicBezTo>
                      <a:pt x="34" y="5"/>
                      <a:pt x="35" y="5"/>
                      <a:pt x="35" y="3"/>
                    </a:cubicBezTo>
                    <a:cubicBezTo>
                      <a:pt x="35" y="3"/>
                      <a:pt x="35" y="2"/>
                      <a:pt x="35" y="2"/>
                    </a:cubicBezTo>
                  </a:path>
                </a:pathLst>
              </a:custGeom>
              <a:solidFill>
                <a:srgbClr val="F0C3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992" name="Freeform 1222">
                <a:extLst>
                  <a:ext uri="{FF2B5EF4-FFF2-40B4-BE49-F238E27FC236}">
                    <a16:creationId xmlns:a16="http://schemas.microsoft.com/office/drawing/2014/main" id="{F9B59BFB-F634-4005-8B56-8BF4F219C9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3" y="1078"/>
                <a:ext cx="44" cy="14"/>
              </a:xfrm>
              <a:custGeom>
                <a:avLst/>
                <a:gdLst>
                  <a:gd name="T0" fmla="*/ 8 w 23"/>
                  <a:gd name="T1" fmla="*/ 8 h 7"/>
                  <a:gd name="T2" fmla="*/ 36 w 23"/>
                  <a:gd name="T3" fmla="*/ 32 h 7"/>
                  <a:gd name="T4" fmla="*/ 69 w 23"/>
                  <a:gd name="T5" fmla="*/ 48 h 7"/>
                  <a:gd name="T6" fmla="*/ 161 w 23"/>
                  <a:gd name="T7" fmla="*/ 40 h 7"/>
                  <a:gd name="T8" fmla="*/ 113 w 23"/>
                  <a:gd name="T9" fmla="*/ 40 h 7"/>
                  <a:gd name="T10" fmla="*/ 63 w 23"/>
                  <a:gd name="T11" fmla="*/ 32 h 7"/>
                  <a:gd name="T12" fmla="*/ 0 w 23"/>
                  <a:gd name="T13" fmla="*/ 0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" h="7">
                    <a:moveTo>
                      <a:pt x="1" y="1"/>
                    </a:moveTo>
                    <a:cubicBezTo>
                      <a:pt x="2" y="2"/>
                      <a:pt x="3" y="3"/>
                      <a:pt x="5" y="4"/>
                    </a:cubicBezTo>
                    <a:cubicBezTo>
                      <a:pt x="6" y="5"/>
                      <a:pt x="8" y="6"/>
                      <a:pt x="10" y="6"/>
                    </a:cubicBezTo>
                    <a:cubicBezTo>
                      <a:pt x="14" y="6"/>
                      <a:pt x="19" y="7"/>
                      <a:pt x="23" y="5"/>
                    </a:cubicBezTo>
                    <a:cubicBezTo>
                      <a:pt x="21" y="5"/>
                      <a:pt x="18" y="5"/>
                      <a:pt x="16" y="5"/>
                    </a:cubicBezTo>
                    <a:cubicBezTo>
                      <a:pt x="14" y="5"/>
                      <a:pt x="11" y="4"/>
                      <a:pt x="9" y="4"/>
                    </a:cubicBezTo>
                    <a:cubicBezTo>
                      <a:pt x="6" y="3"/>
                      <a:pt x="2" y="2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993" name="Freeform 1223">
                <a:extLst>
                  <a:ext uri="{FF2B5EF4-FFF2-40B4-BE49-F238E27FC236}">
                    <a16:creationId xmlns:a16="http://schemas.microsoft.com/office/drawing/2014/main" id="{7BA0E901-A5D6-421C-B421-D0E5F1311C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9" y="1556"/>
                <a:ext cx="102" cy="121"/>
              </a:xfrm>
              <a:custGeom>
                <a:avLst/>
                <a:gdLst>
                  <a:gd name="T0" fmla="*/ 28 w 54"/>
                  <a:gd name="T1" fmla="*/ 0 h 64"/>
                  <a:gd name="T2" fmla="*/ 8 w 54"/>
                  <a:gd name="T3" fmla="*/ 161 h 64"/>
                  <a:gd name="T4" fmla="*/ 32 w 54"/>
                  <a:gd name="T5" fmla="*/ 318 h 64"/>
                  <a:gd name="T6" fmla="*/ 176 w 54"/>
                  <a:gd name="T7" fmla="*/ 418 h 64"/>
                  <a:gd name="T8" fmla="*/ 365 w 54"/>
                  <a:gd name="T9" fmla="*/ 410 h 64"/>
                  <a:gd name="T10" fmla="*/ 181 w 54"/>
                  <a:gd name="T11" fmla="*/ 365 h 64"/>
                  <a:gd name="T12" fmla="*/ 60 w 54"/>
                  <a:gd name="T13" fmla="*/ 265 h 64"/>
                  <a:gd name="T14" fmla="*/ 28 w 54"/>
                  <a:gd name="T15" fmla="*/ 15 h 6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4" h="64">
                    <a:moveTo>
                      <a:pt x="4" y="0"/>
                    </a:moveTo>
                    <a:cubicBezTo>
                      <a:pt x="0" y="7"/>
                      <a:pt x="0" y="17"/>
                      <a:pt x="1" y="24"/>
                    </a:cubicBezTo>
                    <a:cubicBezTo>
                      <a:pt x="1" y="32"/>
                      <a:pt x="2" y="40"/>
                      <a:pt x="5" y="47"/>
                    </a:cubicBezTo>
                    <a:cubicBezTo>
                      <a:pt x="9" y="55"/>
                      <a:pt x="18" y="60"/>
                      <a:pt x="26" y="62"/>
                    </a:cubicBezTo>
                    <a:cubicBezTo>
                      <a:pt x="36" y="64"/>
                      <a:pt x="45" y="60"/>
                      <a:pt x="54" y="61"/>
                    </a:cubicBezTo>
                    <a:cubicBezTo>
                      <a:pt x="45" y="61"/>
                      <a:pt x="36" y="58"/>
                      <a:pt x="27" y="54"/>
                    </a:cubicBezTo>
                    <a:cubicBezTo>
                      <a:pt x="19" y="51"/>
                      <a:pt x="13" y="46"/>
                      <a:pt x="9" y="39"/>
                    </a:cubicBezTo>
                    <a:cubicBezTo>
                      <a:pt x="3" y="28"/>
                      <a:pt x="3" y="14"/>
                      <a:pt x="4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994" name="Freeform 1224">
                <a:extLst>
                  <a:ext uri="{FF2B5EF4-FFF2-40B4-BE49-F238E27FC236}">
                    <a16:creationId xmlns:a16="http://schemas.microsoft.com/office/drawing/2014/main" id="{29047976-5E59-442C-AD70-8B2221CD7D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7" y="1567"/>
                <a:ext cx="126" cy="118"/>
              </a:xfrm>
              <a:custGeom>
                <a:avLst/>
                <a:gdLst>
                  <a:gd name="T0" fmla="*/ 445 w 66"/>
                  <a:gd name="T1" fmla="*/ 0 h 62"/>
                  <a:gd name="T2" fmla="*/ 445 w 66"/>
                  <a:gd name="T3" fmla="*/ 131 h 62"/>
                  <a:gd name="T4" fmla="*/ 368 w 66"/>
                  <a:gd name="T5" fmla="*/ 305 h 62"/>
                  <a:gd name="T6" fmla="*/ 252 w 66"/>
                  <a:gd name="T7" fmla="*/ 388 h 62"/>
                  <a:gd name="T8" fmla="*/ 176 w 66"/>
                  <a:gd name="T9" fmla="*/ 413 h 62"/>
                  <a:gd name="T10" fmla="*/ 61 w 66"/>
                  <a:gd name="T11" fmla="*/ 413 h 62"/>
                  <a:gd name="T12" fmla="*/ 0 w 66"/>
                  <a:gd name="T13" fmla="*/ 381 h 62"/>
                  <a:gd name="T14" fmla="*/ 176 w 66"/>
                  <a:gd name="T15" fmla="*/ 365 h 62"/>
                  <a:gd name="T16" fmla="*/ 342 w 66"/>
                  <a:gd name="T17" fmla="*/ 249 h 62"/>
                  <a:gd name="T18" fmla="*/ 430 w 66"/>
                  <a:gd name="T19" fmla="*/ 105 h 62"/>
                  <a:gd name="T20" fmla="*/ 445 w 66"/>
                  <a:gd name="T21" fmla="*/ 8 h 62"/>
                  <a:gd name="T22" fmla="*/ 437 w 66"/>
                  <a:gd name="T23" fmla="*/ 8 h 6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66" h="62">
                    <a:moveTo>
                      <a:pt x="64" y="0"/>
                    </a:moveTo>
                    <a:cubicBezTo>
                      <a:pt x="66" y="5"/>
                      <a:pt x="65" y="14"/>
                      <a:pt x="64" y="19"/>
                    </a:cubicBezTo>
                    <a:cubicBezTo>
                      <a:pt x="62" y="28"/>
                      <a:pt x="58" y="37"/>
                      <a:pt x="53" y="44"/>
                    </a:cubicBezTo>
                    <a:cubicBezTo>
                      <a:pt x="49" y="49"/>
                      <a:pt x="43" y="54"/>
                      <a:pt x="36" y="56"/>
                    </a:cubicBezTo>
                    <a:cubicBezTo>
                      <a:pt x="33" y="58"/>
                      <a:pt x="29" y="58"/>
                      <a:pt x="25" y="60"/>
                    </a:cubicBezTo>
                    <a:cubicBezTo>
                      <a:pt x="20" y="61"/>
                      <a:pt x="14" y="62"/>
                      <a:pt x="9" y="60"/>
                    </a:cubicBezTo>
                    <a:cubicBezTo>
                      <a:pt x="6" y="58"/>
                      <a:pt x="3" y="57"/>
                      <a:pt x="0" y="55"/>
                    </a:cubicBezTo>
                    <a:cubicBezTo>
                      <a:pt x="9" y="55"/>
                      <a:pt x="17" y="56"/>
                      <a:pt x="25" y="53"/>
                    </a:cubicBezTo>
                    <a:cubicBezTo>
                      <a:pt x="34" y="50"/>
                      <a:pt x="43" y="44"/>
                      <a:pt x="49" y="36"/>
                    </a:cubicBezTo>
                    <a:cubicBezTo>
                      <a:pt x="54" y="30"/>
                      <a:pt x="59" y="23"/>
                      <a:pt x="62" y="15"/>
                    </a:cubicBezTo>
                    <a:cubicBezTo>
                      <a:pt x="64" y="11"/>
                      <a:pt x="62" y="5"/>
                      <a:pt x="64" y="1"/>
                    </a:cubicBezTo>
                    <a:cubicBezTo>
                      <a:pt x="64" y="1"/>
                      <a:pt x="64" y="1"/>
                      <a:pt x="63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995" name="Freeform 1225">
                <a:extLst>
                  <a:ext uri="{FF2B5EF4-FFF2-40B4-BE49-F238E27FC236}">
                    <a16:creationId xmlns:a16="http://schemas.microsoft.com/office/drawing/2014/main" id="{00006DF9-0C14-48D7-8868-8C20AE2C94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1" y="1086"/>
                <a:ext cx="51" cy="17"/>
              </a:xfrm>
              <a:custGeom>
                <a:avLst/>
                <a:gdLst>
                  <a:gd name="T0" fmla="*/ 0 w 27"/>
                  <a:gd name="T1" fmla="*/ 0 h 9"/>
                  <a:gd name="T2" fmla="*/ 40 w 27"/>
                  <a:gd name="T3" fmla="*/ 21 h 9"/>
                  <a:gd name="T4" fmla="*/ 81 w 27"/>
                  <a:gd name="T5" fmla="*/ 32 h 9"/>
                  <a:gd name="T6" fmla="*/ 181 w 27"/>
                  <a:gd name="T7" fmla="*/ 28 h 9"/>
                  <a:gd name="T8" fmla="*/ 136 w 27"/>
                  <a:gd name="T9" fmla="*/ 53 h 9"/>
                  <a:gd name="T10" fmla="*/ 68 w 27"/>
                  <a:gd name="T11" fmla="*/ 60 h 9"/>
                  <a:gd name="T12" fmla="*/ 0 w 27"/>
                  <a:gd name="T13" fmla="*/ 15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7" h="9">
                    <a:moveTo>
                      <a:pt x="0" y="0"/>
                    </a:moveTo>
                    <a:cubicBezTo>
                      <a:pt x="2" y="2"/>
                      <a:pt x="4" y="3"/>
                      <a:pt x="6" y="3"/>
                    </a:cubicBezTo>
                    <a:cubicBezTo>
                      <a:pt x="8" y="4"/>
                      <a:pt x="10" y="5"/>
                      <a:pt x="12" y="5"/>
                    </a:cubicBezTo>
                    <a:cubicBezTo>
                      <a:pt x="17" y="6"/>
                      <a:pt x="22" y="5"/>
                      <a:pt x="27" y="4"/>
                    </a:cubicBezTo>
                    <a:cubicBezTo>
                      <a:pt x="26" y="6"/>
                      <a:pt x="22" y="7"/>
                      <a:pt x="20" y="8"/>
                    </a:cubicBezTo>
                    <a:cubicBezTo>
                      <a:pt x="17" y="9"/>
                      <a:pt x="14" y="9"/>
                      <a:pt x="10" y="9"/>
                    </a:cubicBezTo>
                    <a:cubicBezTo>
                      <a:pt x="6" y="8"/>
                      <a:pt x="2" y="6"/>
                      <a:pt x="0" y="2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996" name="Freeform 1226">
                <a:extLst>
                  <a:ext uri="{FF2B5EF4-FFF2-40B4-BE49-F238E27FC236}">
                    <a16:creationId xmlns:a16="http://schemas.microsoft.com/office/drawing/2014/main" id="{C869EA97-E4C8-4027-ABCA-30CF2703A5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8" y="1107"/>
                <a:ext cx="44" cy="5"/>
              </a:xfrm>
              <a:custGeom>
                <a:avLst/>
                <a:gdLst>
                  <a:gd name="T0" fmla="*/ 0 w 23"/>
                  <a:gd name="T1" fmla="*/ 13 h 3"/>
                  <a:gd name="T2" fmla="*/ 92 w 23"/>
                  <a:gd name="T3" fmla="*/ 0 h 3"/>
                  <a:gd name="T4" fmla="*/ 161 w 23"/>
                  <a:gd name="T5" fmla="*/ 0 h 3"/>
                  <a:gd name="T6" fmla="*/ 84 w 23"/>
                  <a:gd name="T7" fmla="*/ 5 h 3"/>
                  <a:gd name="T8" fmla="*/ 36 w 23"/>
                  <a:gd name="T9" fmla="*/ 8 h 3"/>
                  <a:gd name="T10" fmla="*/ 8 w 23"/>
                  <a:gd name="T11" fmla="*/ 13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3" h="3">
                    <a:moveTo>
                      <a:pt x="0" y="3"/>
                    </a:moveTo>
                    <a:cubicBezTo>
                      <a:pt x="4" y="2"/>
                      <a:pt x="8" y="1"/>
                      <a:pt x="13" y="0"/>
                    </a:cubicBezTo>
                    <a:cubicBezTo>
                      <a:pt x="16" y="0"/>
                      <a:pt x="20" y="0"/>
                      <a:pt x="23" y="0"/>
                    </a:cubicBezTo>
                    <a:cubicBezTo>
                      <a:pt x="19" y="0"/>
                      <a:pt x="16" y="1"/>
                      <a:pt x="12" y="1"/>
                    </a:cubicBezTo>
                    <a:cubicBezTo>
                      <a:pt x="10" y="2"/>
                      <a:pt x="8" y="2"/>
                      <a:pt x="5" y="2"/>
                    </a:cubicBezTo>
                    <a:cubicBezTo>
                      <a:pt x="4" y="3"/>
                      <a:pt x="2" y="3"/>
                      <a:pt x="1" y="3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997" name="Freeform 1227">
                <a:extLst>
                  <a:ext uri="{FF2B5EF4-FFF2-40B4-BE49-F238E27FC236}">
                    <a16:creationId xmlns:a16="http://schemas.microsoft.com/office/drawing/2014/main" id="{4112B329-CAE4-422F-97FC-EBC47A40BF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5" y="1114"/>
                <a:ext cx="48" cy="23"/>
              </a:xfrm>
              <a:custGeom>
                <a:avLst/>
                <a:gdLst>
                  <a:gd name="T0" fmla="*/ 121 w 25"/>
                  <a:gd name="T1" fmla="*/ 8 h 12"/>
                  <a:gd name="T2" fmla="*/ 23 w 25"/>
                  <a:gd name="T3" fmla="*/ 48 h 12"/>
                  <a:gd name="T4" fmla="*/ 121 w 25"/>
                  <a:gd name="T5" fmla="*/ 84 h 12"/>
                  <a:gd name="T6" fmla="*/ 169 w 25"/>
                  <a:gd name="T7" fmla="*/ 29 h 12"/>
                  <a:gd name="T8" fmla="*/ 129 w 25"/>
                  <a:gd name="T9" fmla="*/ 8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12">
                    <a:moveTo>
                      <a:pt x="17" y="1"/>
                    </a:moveTo>
                    <a:cubicBezTo>
                      <a:pt x="13" y="1"/>
                      <a:pt x="4" y="3"/>
                      <a:pt x="3" y="7"/>
                    </a:cubicBezTo>
                    <a:cubicBezTo>
                      <a:pt x="0" y="12"/>
                      <a:pt x="14" y="12"/>
                      <a:pt x="17" y="12"/>
                    </a:cubicBezTo>
                    <a:cubicBezTo>
                      <a:pt x="20" y="11"/>
                      <a:pt x="25" y="9"/>
                      <a:pt x="24" y="4"/>
                    </a:cubicBezTo>
                    <a:cubicBezTo>
                      <a:pt x="23" y="2"/>
                      <a:pt x="20" y="0"/>
                      <a:pt x="18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998" name="Freeform 1228">
                <a:extLst>
                  <a:ext uri="{FF2B5EF4-FFF2-40B4-BE49-F238E27FC236}">
                    <a16:creationId xmlns:a16="http://schemas.microsoft.com/office/drawing/2014/main" id="{9087A344-F0DC-4306-96AC-64BD327098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2" y="726"/>
                <a:ext cx="329" cy="250"/>
              </a:xfrm>
              <a:custGeom>
                <a:avLst/>
                <a:gdLst>
                  <a:gd name="T0" fmla="*/ 785 w 173"/>
                  <a:gd name="T1" fmla="*/ 225 h 132"/>
                  <a:gd name="T2" fmla="*/ 502 w 173"/>
                  <a:gd name="T3" fmla="*/ 570 h 132"/>
                  <a:gd name="T4" fmla="*/ 586 w 173"/>
                  <a:gd name="T5" fmla="*/ 489 h 132"/>
                  <a:gd name="T6" fmla="*/ 496 w 173"/>
                  <a:gd name="T7" fmla="*/ 549 h 132"/>
                  <a:gd name="T8" fmla="*/ 329 w 173"/>
                  <a:gd name="T9" fmla="*/ 625 h 132"/>
                  <a:gd name="T10" fmla="*/ 426 w 173"/>
                  <a:gd name="T11" fmla="*/ 530 h 132"/>
                  <a:gd name="T12" fmla="*/ 312 w 173"/>
                  <a:gd name="T13" fmla="*/ 598 h 132"/>
                  <a:gd name="T14" fmla="*/ 160 w 173"/>
                  <a:gd name="T15" fmla="*/ 678 h 132"/>
                  <a:gd name="T16" fmla="*/ 205 w 173"/>
                  <a:gd name="T17" fmla="*/ 585 h 132"/>
                  <a:gd name="T18" fmla="*/ 105 w 173"/>
                  <a:gd name="T19" fmla="*/ 896 h 132"/>
                  <a:gd name="T20" fmla="*/ 36 w 173"/>
                  <a:gd name="T21" fmla="*/ 727 h 132"/>
                  <a:gd name="T22" fmla="*/ 15 w 173"/>
                  <a:gd name="T23" fmla="*/ 549 h 132"/>
                  <a:gd name="T24" fmla="*/ 205 w 173"/>
                  <a:gd name="T25" fmla="*/ 169 h 132"/>
                  <a:gd name="T26" fmla="*/ 344 w 173"/>
                  <a:gd name="T27" fmla="*/ 61 h 132"/>
                  <a:gd name="T28" fmla="*/ 542 w 173"/>
                  <a:gd name="T29" fmla="*/ 21 h 132"/>
                  <a:gd name="T30" fmla="*/ 943 w 173"/>
                  <a:gd name="T31" fmla="*/ 76 h 132"/>
                  <a:gd name="T32" fmla="*/ 1168 w 173"/>
                  <a:gd name="T33" fmla="*/ 381 h 132"/>
                  <a:gd name="T34" fmla="*/ 1183 w 173"/>
                  <a:gd name="T35" fmla="*/ 638 h 132"/>
                  <a:gd name="T36" fmla="*/ 1143 w 173"/>
                  <a:gd name="T37" fmla="*/ 850 h 132"/>
                  <a:gd name="T38" fmla="*/ 1135 w 173"/>
                  <a:gd name="T39" fmla="*/ 659 h 132"/>
                  <a:gd name="T40" fmla="*/ 1059 w 173"/>
                  <a:gd name="T41" fmla="*/ 481 h 132"/>
                  <a:gd name="T42" fmla="*/ 1067 w 173"/>
                  <a:gd name="T43" fmla="*/ 578 h 132"/>
                  <a:gd name="T44" fmla="*/ 998 w 173"/>
                  <a:gd name="T45" fmla="*/ 449 h 132"/>
                  <a:gd name="T46" fmla="*/ 915 w 173"/>
                  <a:gd name="T47" fmla="*/ 326 h 132"/>
                  <a:gd name="T48" fmla="*/ 915 w 173"/>
                  <a:gd name="T49" fmla="*/ 426 h 132"/>
                  <a:gd name="T50" fmla="*/ 778 w 173"/>
                  <a:gd name="T51" fmla="*/ 229 h 132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173" h="132">
                    <a:moveTo>
                      <a:pt x="114" y="33"/>
                    </a:moveTo>
                    <a:cubicBezTo>
                      <a:pt x="112" y="57"/>
                      <a:pt x="90" y="71"/>
                      <a:pt x="73" y="84"/>
                    </a:cubicBezTo>
                    <a:cubicBezTo>
                      <a:pt x="77" y="80"/>
                      <a:pt x="80" y="76"/>
                      <a:pt x="85" y="72"/>
                    </a:cubicBezTo>
                    <a:cubicBezTo>
                      <a:pt x="80" y="74"/>
                      <a:pt x="76" y="79"/>
                      <a:pt x="72" y="81"/>
                    </a:cubicBezTo>
                    <a:cubicBezTo>
                      <a:pt x="64" y="85"/>
                      <a:pt x="56" y="89"/>
                      <a:pt x="48" y="92"/>
                    </a:cubicBezTo>
                    <a:cubicBezTo>
                      <a:pt x="52" y="88"/>
                      <a:pt x="59" y="83"/>
                      <a:pt x="62" y="78"/>
                    </a:cubicBezTo>
                    <a:cubicBezTo>
                      <a:pt x="56" y="80"/>
                      <a:pt x="51" y="85"/>
                      <a:pt x="45" y="88"/>
                    </a:cubicBezTo>
                    <a:cubicBezTo>
                      <a:pt x="37" y="92"/>
                      <a:pt x="30" y="96"/>
                      <a:pt x="23" y="100"/>
                    </a:cubicBezTo>
                    <a:cubicBezTo>
                      <a:pt x="23" y="94"/>
                      <a:pt x="28" y="91"/>
                      <a:pt x="30" y="86"/>
                    </a:cubicBezTo>
                    <a:cubicBezTo>
                      <a:pt x="19" y="102"/>
                      <a:pt x="10" y="112"/>
                      <a:pt x="15" y="132"/>
                    </a:cubicBezTo>
                    <a:cubicBezTo>
                      <a:pt x="10" y="126"/>
                      <a:pt x="8" y="115"/>
                      <a:pt x="5" y="107"/>
                    </a:cubicBezTo>
                    <a:cubicBezTo>
                      <a:pt x="2" y="99"/>
                      <a:pt x="0" y="90"/>
                      <a:pt x="2" y="81"/>
                    </a:cubicBezTo>
                    <a:cubicBezTo>
                      <a:pt x="5" y="61"/>
                      <a:pt x="15" y="39"/>
                      <a:pt x="30" y="25"/>
                    </a:cubicBezTo>
                    <a:cubicBezTo>
                      <a:pt x="36" y="19"/>
                      <a:pt x="42" y="13"/>
                      <a:pt x="50" y="9"/>
                    </a:cubicBezTo>
                    <a:cubicBezTo>
                      <a:pt x="58" y="4"/>
                      <a:pt x="70" y="3"/>
                      <a:pt x="79" y="3"/>
                    </a:cubicBezTo>
                    <a:cubicBezTo>
                      <a:pt x="100" y="1"/>
                      <a:pt x="120" y="0"/>
                      <a:pt x="137" y="11"/>
                    </a:cubicBezTo>
                    <a:cubicBezTo>
                      <a:pt x="154" y="22"/>
                      <a:pt x="167" y="37"/>
                      <a:pt x="170" y="56"/>
                    </a:cubicBezTo>
                    <a:cubicBezTo>
                      <a:pt x="173" y="68"/>
                      <a:pt x="169" y="82"/>
                      <a:pt x="172" y="94"/>
                    </a:cubicBezTo>
                    <a:cubicBezTo>
                      <a:pt x="173" y="102"/>
                      <a:pt x="169" y="117"/>
                      <a:pt x="166" y="125"/>
                    </a:cubicBezTo>
                    <a:cubicBezTo>
                      <a:pt x="163" y="117"/>
                      <a:pt x="169" y="105"/>
                      <a:pt x="165" y="97"/>
                    </a:cubicBezTo>
                    <a:cubicBezTo>
                      <a:pt x="162" y="88"/>
                      <a:pt x="158" y="79"/>
                      <a:pt x="154" y="71"/>
                    </a:cubicBezTo>
                    <a:cubicBezTo>
                      <a:pt x="155" y="75"/>
                      <a:pt x="155" y="80"/>
                      <a:pt x="155" y="85"/>
                    </a:cubicBezTo>
                    <a:cubicBezTo>
                      <a:pt x="154" y="78"/>
                      <a:pt x="148" y="72"/>
                      <a:pt x="145" y="66"/>
                    </a:cubicBezTo>
                    <a:cubicBezTo>
                      <a:pt x="141" y="60"/>
                      <a:pt x="137" y="54"/>
                      <a:pt x="133" y="48"/>
                    </a:cubicBezTo>
                    <a:cubicBezTo>
                      <a:pt x="133" y="53"/>
                      <a:pt x="135" y="59"/>
                      <a:pt x="133" y="63"/>
                    </a:cubicBezTo>
                    <a:cubicBezTo>
                      <a:pt x="132" y="52"/>
                      <a:pt x="124" y="38"/>
                      <a:pt x="113" y="34"/>
                    </a:cubicBezTo>
                  </a:path>
                </a:pathLst>
              </a:custGeom>
              <a:solidFill>
                <a:srgbClr val="D1B8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999" name="Freeform 1229">
                <a:extLst>
                  <a:ext uri="{FF2B5EF4-FFF2-40B4-BE49-F238E27FC236}">
                    <a16:creationId xmlns:a16="http://schemas.microsoft.com/office/drawing/2014/main" id="{34F5AF8E-DF24-48FA-BE44-13A9F0C8D2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7" y="783"/>
                <a:ext cx="97" cy="166"/>
              </a:xfrm>
              <a:custGeom>
                <a:avLst/>
                <a:gdLst>
                  <a:gd name="T0" fmla="*/ 0 w 51"/>
                  <a:gd name="T1" fmla="*/ 28 h 88"/>
                  <a:gd name="T2" fmla="*/ 40 w 51"/>
                  <a:gd name="T3" fmla="*/ 81 h 88"/>
                  <a:gd name="T4" fmla="*/ 61 w 51"/>
                  <a:gd name="T5" fmla="*/ 153 h 88"/>
                  <a:gd name="T6" fmla="*/ 61 w 51"/>
                  <a:gd name="T7" fmla="*/ 108 h 88"/>
                  <a:gd name="T8" fmla="*/ 84 w 51"/>
                  <a:gd name="T9" fmla="*/ 160 h 88"/>
                  <a:gd name="T10" fmla="*/ 84 w 51"/>
                  <a:gd name="T11" fmla="*/ 128 h 88"/>
                  <a:gd name="T12" fmla="*/ 152 w 51"/>
                  <a:gd name="T13" fmla="*/ 206 h 88"/>
                  <a:gd name="T14" fmla="*/ 184 w 51"/>
                  <a:gd name="T15" fmla="*/ 281 h 88"/>
                  <a:gd name="T16" fmla="*/ 160 w 51"/>
                  <a:gd name="T17" fmla="*/ 213 h 88"/>
                  <a:gd name="T18" fmla="*/ 228 w 51"/>
                  <a:gd name="T19" fmla="*/ 341 h 88"/>
                  <a:gd name="T20" fmla="*/ 213 w 51"/>
                  <a:gd name="T21" fmla="*/ 264 h 88"/>
                  <a:gd name="T22" fmla="*/ 261 w 51"/>
                  <a:gd name="T23" fmla="*/ 324 h 88"/>
                  <a:gd name="T24" fmla="*/ 245 w 51"/>
                  <a:gd name="T25" fmla="*/ 296 h 88"/>
                  <a:gd name="T26" fmla="*/ 281 w 51"/>
                  <a:gd name="T27" fmla="*/ 370 h 88"/>
                  <a:gd name="T28" fmla="*/ 304 w 51"/>
                  <a:gd name="T29" fmla="*/ 462 h 88"/>
                  <a:gd name="T30" fmla="*/ 312 w 51"/>
                  <a:gd name="T31" fmla="*/ 438 h 88"/>
                  <a:gd name="T32" fmla="*/ 329 w 51"/>
                  <a:gd name="T33" fmla="*/ 590 h 88"/>
                  <a:gd name="T34" fmla="*/ 344 w 51"/>
                  <a:gd name="T35" fmla="*/ 558 h 88"/>
                  <a:gd name="T36" fmla="*/ 350 w 51"/>
                  <a:gd name="T37" fmla="*/ 462 h 88"/>
                  <a:gd name="T38" fmla="*/ 312 w 51"/>
                  <a:gd name="T39" fmla="*/ 281 h 88"/>
                  <a:gd name="T40" fmla="*/ 184 w 51"/>
                  <a:gd name="T41" fmla="*/ 92 h 88"/>
                  <a:gd name="T42" fmla="*/ 36 w 51"/>
                  <a:gd name="T43" fmla="*/ 0 h 8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51" h="88">
                    <a:moveTo>
                      <a:pt x="0" y="4"/>
                    </a:moveTo>
                    <a:cubicBezTo>
                      <a:pt x="2" y="7"/>
                      <a:pt x="5" y="9"/>
                      <a:pt x="6" y="12"/>
                    </a:cubicBezTo>
                    <a:cubicBezTo>
                      <a:pt x="8" y="16"/>
                      <a:pt x="8" y="20"/>
                      <a:pt x="9" y="23"/>
                    </a:cubicBezTo>
                    <a:cubicBezTo>
                      <a:pt x="10" y="21"/>
                      <a:pt x="9" y="18"/>
                      <a:pt x="9" y="16"/>
                    </a:cubicBezTo>
                    <a:cubicBezTo>
                      <a:pt x="10" y="18"/>
                      <a:pt x="11" y="21"/>
                      <a:pt x="12" y="24"/>
                    </a:cubicBezTo>
                    <a:cubicBezTo>
                      <a:pt x="13" y="22"/>
                      <a:pt x="13" y="20"/>
                      <a:pt x="12" y="19"/>
                    </a:cubicBezTo>
                    <a:cubicBezTo>
                      <a:pt x="15" y="23"/>
                      <a:pt x="19" y="26"/>
                      <a:pt x="22" y="31"/>
                    </a:cubicBezTo>
                    <a:cubicBezTo>
                      <a:pt x="24" y="34"/>
                      <a:pt x="25" y="39"/>
                      <a:pt x="27" y="42"/>
                    </a:cubicBezTo>
                    <a:cubicBezTo>
                      <a:pt x="26" y="40"/>
                      <a:pt x="25" y="34"/>
                      <a:pt x="23" y="32"/>
                    </a:cubicBezTo>
                    <a:cubicBezTo>
                      <a:pt x="28" y="36"/>
                      <a:pt x="30" y="45"/>
                      <a:pt x="33" y="51"/>
                    </a:cubicBezTo>
                    <a:cubicBezTo>
                      <a:pt x="32" y="47"/>
                      <a:pt x="32" y="43"/>
                      <a:pt x="31" y="39"/>
                    </a:cubicBezTo>
                    <a:cubicBezTo>
                      <a:pt x="32" y="42"/>
                      <a:pt x="35" y="46"/>
                      <a:pt x="38" y="48"/>
                    </a:cubicBezTo>
                    <a:cubicBezTo>
                      <a:pt x="37" y="47"/>
                      <a:pt x="37" y="46"/>
                      <a:pt x="36" y="44"/>
                    </a:cubicBezTo>
                    <a:cubicBezTo>
                      <a:pt x="37" y="48"/>
                      <a:pt x="40" y="51"/>
                      <a:pt x="41" y="55"/>
                    </a:cubicBezTo>
                    <a:cubicBezTo>
                      <a:pt x="43" y="60"/>
                      <a:pt x="43" y="65"/>
                      <a:pt x="44" y="69"/>
                    </a:cubicBezTo>
                    <a:cubicBezTo>
                      <a:pt x="44" y="68"/>
                      <a:pt x="44" y="66"/>
                      <a:pt x="45" y="65"/>
                    </a:cubicBezTo>
                    <a:cubicBezTo>
                      <a:pt x="48" y="71"/>
                      <a:pt x="47" y="81"/>
                      <a:pt x="48" y="88"/>
                    </a:cubicBezTo>
                    <a:cubicBezTo>
                      <a:pt x="49" y="88"/>
                      <a:pt x="50" y="84"/>
                      <a:pt x="50" y="83"/>
                    </a:cubicBezTo>
                    <a:cubicBezTo>
                      <a:pt x="51" y="78"/>
                      <a:pt x="51" y="73"/>
                      <a:pt x="51" y="69"/>
                    </a:cubicBezTo>
                    <a:cubicBezTo>
                      <a:pt x="50" y="60"/>
                      <a:pt x="48" y="50"/>
                      <a:pt x="45" y="42"/>
                    </a:cubicBezTo>
                    <a:cubicBezTo>
                      <a:pt x="41" y="31"/>
                      <a:pt x="34" y="22"/>
                      <a:pt x="27" y="14"/>
                    </a:cubicBezTo>
                    <a:cubicBezTo>
                      <a:pt x="21" y="7"/>
                      <a:pt x="14" y="3"/>
                      <a:pt x="5" y="0"/>
                    </a:cubicBezTo>
                  </a:path>
                </a:pathLst>
              </a:custGeom>
              <a:solidFill>
                <a:srgbClr val="D1B8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000" name="Freeform 1230">
                <a:extLst>
                  <a:ext uri="{FF2B5EF4-FFF2-40B4-BE49-F238E27FC236}">
                    <a16:creationId xmlns:a16="http://schemas.microsoft.com/office/drawing/2014/main" id="{53506DC0-09DA-4489-B5E6-A2B187632A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2" y="790"/>
                <a:ext cx="55" cy="80"/>
              </a:xfrm>
              <a:custGeom>
                <a:avLst/>
                <a:gdLst>
                  <a:gd name="T0" fmla="*/ 192 w 29"/>
                  <a:gd name="T1" fmla="*/ 0 h 42"/>
                  <a:gd name="T2" fmla="*/ 152 w 29"/>
                  <a:gd name="T3" fmla="*/ 131 h 42"/>
                  <a:gd name="T4" fmla="*/ 61 w 29"/>
                  <a:gd name="T5" fmla="*/ 284 h 42"/>
                  <a:gd name="T6" fmla="*/ 97 w 29"/>
                  <a:gd name="T7" fmla="*/ 208 h 42"/>
                  <a:gd name="T8" fmla="*/ 32 w 29"/>
                  <a:gd name="T9" fmla="*/ 284 h 42"/>
                  <a:gd name="T10" fmla="*/ 61 w 29"/>
                  <a:gd name="T11" fmla="*/ 244 h 42"/>
                  <a:gd name="T12" fmla="*/ 0 w 29"/>
                  <a:gd name="T13" fmla="*/ 290 h 42"/>
                  <a:gd name="T14" fmla="*/ 28 w 29"/>
                  <a:gd name="T15" fmla="*/ 261 h 42"/>
                  <a:gd name="T16" fmla="*/ 53 w 29"/>
                  <a:gd name="T17" fmla="*/ 192 h 42"/>
                  <a:gd name="T18" fmla="*/ 157 w 29"/>
                  <a:gd name="T19" fmla="*/ 15 h 4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9" h="42">
                    <a:moveTo>
                      <a:pt x="28" y="0"/>
                    </a:moveTo>
                    <a:cubicBezTo>
                      <a:pt x="29" y="6"/>
                      <a:pt x="24" y="13"/>
                      <a:pt x="22" y="19"/>
                    </a:cubicBezTo>
                    <a:cubicBezTo>
                      <a:pt x="19" y="28"/>
                      <a:pt x="14" y="34"/>
                      <a:pt x="9" y="41"/>
                    </a:cubicBezTo>
                    <a:cubicBezTo>
                      <a:pt x="11" y="38"/>
                      <a:pt x="13" y="34"/>
                      <a:pt x="14" y="30"/>
                    </a:cubicBezTo>
                    <a:cubicBezTo>
                      <a:pt x="12" y="33"/>
                      <a:pt x="8" y="38"/>
                      <a:pt x="5" y="41"/>
                    </a:cubicBezTo>
                    <a:cubicBezTo>
                      <a:pt x="6" y="39"/>
                      <a:pt x="8" y="37"/>
                      <a:pt x="9" y="35"/>
                    </a:cubicBezTo>
                    <a:cubicBezTo>
                      <a:pt x="7" y="38"/>
                      <a:pt x="3" y="40"/>
                      <a:pt x="0" y="42"/>
                    </a:cubicBezTo>
                    <a:cubicBezTo>
                      <a:pt x="1" y="41"/>
                      <a:pt x="3" y="39"/>
                      <a:pt x="4" y="38"/>
                    </a:cubicBezTo>
                    <a:cubicBezTo>
                      <a:pt x="6" y="35"/>
                      <a:pt x="7" y="31"/>
                      <a:pt x="8" y="28"/>
                    </a:cubicBezTo>
                    <a:cubicBezTo>
                      <a:pt x="12" y="18"/>
                      <a:pt x="19" y="11"/>
                      <a:pt x="23" y="2"/>
                    </a:cubicBezTo>
                  </a:path>
                </a:pathLst>
              </a:custGeom>
              <a:solidFill>
                <a:srgbClr val="D1B8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001" name="Freeform 1231">
                <a:extLst>
                  <a:ext uri="{FF2B5EF4-FFF2-40B4-BE49-F238E27FC236}">
                    <a16:creationId xmlns:a16="http://schemas.microsoft.com/office/drawing/2014/main" id="{6576F9D6-FC5D-4189-9D37-C21C81272C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1" y="862"/>
                <a:ext cx="63" cy="53"/>
              </a:xfrm>
              <a:custGeom>
                <a:avLst/>
                <a:gdLst>
                  <a:gd name="T0" fmla="*/ 229 w 33"/>
                  <a:gd name="T1" fmla="*/ 32 h 28"/>
                  <a:gd name="T2" fmla="*/ 160 w 33"/>
                  <a:gd name="T3" fmla="*/ 100 h 28"/>
                  <a:gd name="T4" fmla="*/ 113 w 33"/>
                  <a:gd name="T5" fmla="*/ 136 h 28"/>
                  <a:gd name="T6" fmla="*/ 69 w 33"/>
                  <a:gd name="T7" fmla="*/ 161 h 28"/>
                  <a:gd name="T8" fmla="*/ 105 w 33"/>
                  <a:gd name="T9" fmla="*/ 129 h 28"/>
                  <a:gd name="T10" fmla="*/ 0 w 33"/>
                  <a:gd name="T11" fmla="*/ 189 h 28"/>
                  <a:gd name="T12" fmla="*/ 189 w 33"/>
                  <a:gd name="T13" fmla="*/ 0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3" h="28">
                    <a:moveTo>
                      <a:pt x="33" y="5"/>
                    </a:moveTo>
                    <a:cubicBezTo>
                      <a:pt x="29" y="8"/>
                      <a:pt x="27" y="11"/>
                      <a:pt x="23" y="15"/>
                    </a:cubicBezTo>
                    <a:cubicBezTo>
                      <a:pt x="21" y="17"/>
                      <a:pt x="19" y="18"/>
                      <a:pt x="16" y="20"/>
                    </a:cubicBezTo>
                    <a:cubicBezTo>
                      <a:pt x="14" y="21"/>
                      <a:pt x="12" y="23"/>
                      <a:pt x="10" y="24"/>
                    </a:cubicBezTo>
                    <a:cubicBezTo>
                      <a:pt x="11" y="23"/>
                      <a:pt x="13" y="20"/>
                      <a:pt x="15" y="19"/>
                    </a:cubicBezTo>
                    <a:cubicBezTo>
                      <a:pt x="10" y="22"/>
                      <a:pt x="5" y="25"/>
                      <a:pt x="0" y="28"/>
                    </a:cubicBezTo>
                    <a:cubicBezTo>
                      <a:pt x="6" y="17"/>
                      <a:pt x="17" y="7"/>
                      <a:pt x="27" y="0"/>
                    </a:cubicBezTo>
                  </a:path>
                </a:pathLst>
              </a:custGeom>
              <a:solidFill>
                <a:srgbClr val="D1B8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002" name="Freeform 1232">
                <a:extLst>
                  <a:ext uri="{FF2B5EF4-FFF2-40B4-BE49-F238E27FC236}">
                    <a16:creationId xmlns:a16="http://schemas.microsoft.com/office/drawing/2014/main" id="{D5E15314-DDA8-495F-A7F3-7F98BA800E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1" y="881"/>
                <a:ext cx="32" cy="89"/>
              </a:xfrm>
              <a:custGeom>
                <a:avLst/>
                <a:gdLst>
                  <a:gd name="T0" fmla="*/ 113 w 17"/>
                  <a:gd name="T1" fmla="*/ 28 h 47"/>
                  <a:gd name="T2" fmla="*/ 68 w 17"/>
                  <a:gd name="T3" fmla="*/ 129 h 47"/>
                  <a:gd name="T4" fmla="*/ 53 w 17"/>
                  <a:gd name="T5" fmla="*/ 212 h 47"/>
                  <a:gd name="T6" fmla="*/ 45 w 17"/>
                  <a:gd name="T7" fmla="*/ 169 h 47"/>
                  <a:gd name="T8" fmla="*/ 28 w 17"/>
                  <a:gd name="T9" fmla="*/ 237 h 47"/>
                  <a:gd name="T10" fmla="*/ 21 w 17"/>
                  <a:gd name="T11" fmla="*/ 320 h 47"/>
                  <a:gd name="T12" fmla="*/ 8 w 17"/>
                  <a:gd name="T13" fmla="*/ 244 h 47"/>
                  <a:gd name="T14" fmla="*/ 21 w 17"/>
                  <a:gd name="T15" fmla="*/ 97 h 47"/>
                  <a:gd name="T16" fmla="*/ 100 w 17"/>
                  <a:gd name="T17" fmla="*/ 0 h 4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7" h="47">
                    <a:moveTo>
                      <a:pt x="17" y="4"/>
                    </a:moveTo>
                    <a:cubicBezTo>
                      <a:pt x="14" y="9"/>
                      <a:pt x="11" y="14"/>
                      <a:pt x="10" y="19"/>
                    </a:cubicBezTo>
                    <a:cubicBezTo>
                      <a:pt x="9" y="22"/>
                      <a:pt x="9" y="28"/>
                      <a:pt x="8" y="31"/>
                    </a:cubicBezTo>
                    <a:cubicBezTo>
                      <a:pt x="7" y="29"/>
                      <a:pt x="7" y="27"/>
                      <a:pt x="7" y="25"/>
                    </a:cubicBezTo>
                    <a:cubicBezTo>
                      <a:pt x="7" y="28"/>
                      <a:pt x="5" y="32"/>
                      <a:pt x="4" y="35"/>
                    </a:cubicBezTo>
                    <a:cubicBezTo>
                      <a:pt x="3" y="39"/>
                      <a:pt x="2" y="43"/>
                      <a:pt x="3" y="47"/>
                    </a:cubicBezTo>
                    <a:cubicBezTo>
                      <a:pt x="3" y="43"/>
                      <a:pt x="1" y="40"/>
                      <a:pt x="1" y="36"/>
                    </a:cubicBezTo>
                    <a:cubicBezTo>
                      <a:pt x="0" y="29"/>
                      <a:pt x="1" y="21"/>
                      <a:pt x="3" y="14"/>
                    </a:cubicBezTo>
                    <a:cubicBezTo>
                      <a:pt x="4" y="8"/>
                      <a:pt x="9" y="2"/>
                      <a:pt x="15" y="0"/>
                    </a:cubicBezTo>
                  </a:path>
                </a:pathLst>
              </a:custGeom>
              <a:solidFill>
                <a:srgbClr val="D1B8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003" name="Freeform 1233">
                <a:extLst>
                  <a:ext uri="{FF2B5EF4-FFF2-40B4-BE49-F238E27FC236}">
                    <a16:creationId xmlns:a16="http://schemas.microsoft.com/office/drawing/2014/main" id="{7A6E3FC4-8A36-4BAC-9300-BC4BEDA3AE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1" y="790"/>
                <a:ext cx="101" cy="163"/>
              </a:xfrm>
              <a:custGeom>
                <a:avLst/>
                <a:gdLst>
                  <a:gd name="T0" fmla="*/ 0 w 53"/>
                  <a:gd name="T1" fmla="*/ 0 h 86"/>
                  <a:gd name="T2" fmla="*/ 69 w 53"/>
                  <a:gd name="T3" fmla="*/ 100 h 86"/>
                  <a:gd name="T4" fmla="*/ 105 w 53"/>
                  <a:gd name="T5" fmla="*/ 184 h 86"/>
                  <a:gd name="T6" fmla="*/ 145 w 53"/>
                  <a:gd name="T7" fmla="*/ 258 h 86"/>
                  <a:gd name="T8" fmla="*/ 124 w 53"/>
                  <a:gd name="T9" fmla="*/ 205 h 86"/>
                  <a:gd name="T10" fmla="*/ 105 w 53"/>
                  <a:gd name="T11" fmla="*/ 152 h 86"/>
                  <a:gd name="T12" fmla="*/ 185 w 53"/>
                  <a:gd name="T13" fmla="*/ 334 h 86"/>
                  <a:gd name="T14" fmla="*/ 173 w 53"/>
                  <a:gd name="T15" fmla="*/ 258 h 86"/>
                  <a:gd name="T16" fmla="*/ 229 w 53"/>
                  <a:gd name="T17" fmla="*/ 356 h 86"/>
                  <a:gd name="T18" fmla="*/ 213 w 53"/>
                  <a:gd name="T19" fmla="*/ 294 h 86"/>
                  <a:gd name="T20" fmla="*/ 236 w 53"/>
                  <a:gd name="T21" fmla="*/ 349 h 86"/>
                  <a:gd name="T22" fmla="*/ 290 w 53"/>
                  <a:gd name="T23" fmla="*/ 417 h 86"/>
                  <a:gd name="T24" fmla="*/ 269 w 53"/>
                  <a:gd name="T25" fmla="*/ 349 h 86"/>
                  <a:gd name="T26" fmla="*/ 313 w 53"/>
                  <a:gd name="T27" fmla="*/ 425 h 86"/>
                  <a:gd name="T28" fmla="*/ 330 w 53"/>
                  <a:gd name="T29" fmla="*/ 510 h 86"/>
                  <a:gd name="T30" fmla="*/ 330 w 53"/>
                  <a:gd name="T31" fmla="*/ 442 h 86"/>
                  <a:gd name="T32" fmla="*/ 337 w 53"/>
                  <a:gd name="T33" fmla="*/ 586 h 86"/>
                  <a:gd name="T34" fmla="*/ 360 w 53"/>
                  <a:gd name="T35" fmla="*/ 502 h 86"/>
                  <a:gd name="T36" fmla="*/ 330 w 53"/>
                  <a:gd name="T37" fmla="*/ 305 h 86"/>
                  <a:gd name="T38" fmla="*/ 213 w 53"/>
                  <a:gd name="T39" fmla="*/ 129 h 86"/>
                  <a:gd name="T40" fmla="*/ 145 w 53"/>
                  <a:gd name="T41" fmla="*/ 68 h 8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53" h="86">
                    <a:moveTo>
                      <a:pt x="0" y="0"/>
                    </a:moveTo>
                    <a:cubicBezTo>
                      <a:pt x="6" y="3"/>
                      <a:pt x="8" y="9"/>
                      <a:pt x="10" y="15"/>
                    </a:cubicBezTo>
                    <a:cubicBezTo>
                      <a:pt x="12" y="19"/>
                      <a:pt x="13" y="23"/>
                      <a:pt x="15" y="27"/>
                    </a:cubicBezTo>
                    <a:cubicBezTo>
                      <a:pt x="17" y="31"/>
                      <a:pt x="20" y="34"/>
                      <a:pt x="21" y="38"/>
                    </a:cubicBezTo>
                    <a:cubicBezTo>
                      <a:pt x="20" y="35"/>
                      <a:pt x="19" y="32"/>
                      <a:pt x="18" y="30"/>
                    </a:cubicBezTo>
                    <a:cubicBezTo>
                      <a:pt x="17" y="27"/>
                      <a:pt x="16" y="24"/>
                      <a:pt x="15" y="22"/>
                    </a:cubicBezTo>
                    <a:cubicBezTo>
                      <a:pt x="20" y="29"/>
                      <a:pt x="25" y="40"/>
                      <a:pt x="27" y="49"/>
                    </a:cubicBezTo>
                    <a:cubicBezTo>
                      <a:pt x="27" y="46"/>
                      <a:pt x="26" y="41"/>
                      <a:pt x="25" y="38"/>
                    </a:cubicBezTo>
                    <a:cubicBezTo>
                      <a:pt x="28" y="42"/>
                      <a:pt x="30" y="48"/>
                      <a:pt x="33" y="52"/>
                    </a:cubicBezTo>
                    <a:cubicBezTo>
                      <a:pt x="32" y="49"/>
                      <a:pt x="31" y="46"/>
                      <a:pt x="31" y="43"/>
                    </a:cubicBezTo>
                    <a:cubicBezTo>
                      <a:pt x="32" y="46"/>
                      <a:pt x="33" y="49"/>
                      <a:pt x="34" y="51"/>
                    </a:cubicBezTo>
                    <a:cubicBezTo>
                      <a:pt x="36" y="55"/>
                      <a:pt x="39" y="58"/>
                      <a:pt x="42" y="61"/>
                    </a:cubicBezTo>
                    <a:cubicBezTo>
                      <a:pt x="40" y="59"/>
                      <a:pt x="39" y="54"/>
                      <a:pt x="39" y="51"/>
                    </a:cubicBezTo>
                    <a:cubicBezTo>
                      <a:pt x="41" y="54"/>
                      <a:pt x="43" y="58"/>
                      <a:pt x="45" y="62"/>
                    </a:cubicBezTo>
                    <a:cubicBezTo>
                      <a:pt x="47" y="66"/>
                      <a:pt x="46" y="71"/>
                      <a:pt x="48" y="75"/>
                    </a:cubicBezTo>
                    <a:cubicBezTo>
                      <a:pt x="50" y="72"/>
                      <a:pt x="48" y="68"/>
                      <a:pt x="48" y="65"/>
                    </a:cubicBezTo>
                    <a:cubicBezTo>
                      <a:pt x="51" y="72"/>
                      <a:pt x="48" y="80"/>
                      <a:pt x="49" y="86"/>
                    </a:cubicBezTo>
                    <a:cubicBezTo>
                      <a:pt x="51" y="84"/>
                      <a:pt x="52" y="77"/>
                      <a:pt x="52" y="74"/>
                    </a:cubicBezTo>
                    <a:cubicBezTo>
                      <a:pt x="53" y="64"/>
                      <a:pt x="50" y="54"/>
                      <a:pt x="48" y="45"/>
                    </a:cubicBezTo>
                    <a:cubicBezTo>
                      <a:pt x="45" y="35"/>
                      <a:pt x="39" y="26"/>
                      <a:pt x="31" y="19"/>
                    </a:cubicBezTo>
                    <a:cubicBezTo>
                      <a:pt x="27" y="16"/>
                      <a:pt x="24" y="14"/>
                      <a:pt x="21" y="10"/>
                    </a:cubicBezTo>
                  </a:path>
                </a:pathLst>
              </a:custGeom>
              <a:solidFill>
                <a:srgbClr val="D1B8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004" name="Freeform 1234">
                <a:extLst>
                  <a:ext uri="{FF2B5EF4-FFF2-40B4-BE49-F238E27FC236}">
                    <a16:creationId xmlns:a16="http://schemas.microsoft.com/office/drawing/2014/main" id="{D30A3083-D690-46C3-99A0-75468C7797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8" y="784"/>
                <a:ext cx="21" cy="59"/>
              </a:xfrm>
              <a:custGeom>
                <a:avLst/>
                <a:gdLst>
                  <a:gd name="T0" fmla="*/ 69 w 11"/>
                  <a:gd name="T1" fmla="*/ 0 h 31"/>
                  <a:gd name="T2" fmla="*/ 61 w 11"/>
                  <a:gd name="T3" fmla="*/ 105 h 31"/>
                  <a:gd name="T4" fmla="*/ 0 w 11"/>
                  <a:gd name="T5" fmla="*/ 213 h 31"/>
                  <a:gd name="T6" fmla="*/ 29 w 11"/>
                  <a:gd name="T7" fmla="*/ 145 h 31"/>
                  <a:gd name="T8" fmla="*/ 40 w 11"/>
                  <a:gd name="T9" fmla="*/ 29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31">
                    <a:moveTo>
                      <a:pt x="10" y="0"/>
                    </a:moveTo>
                    <a:cubicBezTo>
                      <a:pt x="10" y="5"/>
                      <a:pt x="11" y="9"/>
                      <a:pt x="9" y="15"/>
                    </a:cubicBezTo>
                    <a:cubicBezTo>
                      <a:pt x="8" y="20"/>
                      <a:pt x="4" y="27"/>
                      <a:pt x="0" y="31"/>
                    </a:cubicBezTo>
                    <a:cubicBezTo>
                      <a:pt x="2" y="27"/>
                      <a:pt x="4" y="25"/>
                      <a:pt x="4" y="21"/>
                    </a:cubicBezTo>
                    <a:cubicBezTo>
                      <a:pt x="5" y="15"/>
                      <a:pt x="4" y="10"/>
                      <a:pt x="6" y="4"/>
                    </a:cubicBezTo>
                  </a:path>
                </a:pathLst>
              </a:custGeom>
              <a:solidFill>
                <a:srgbClr val="D1B8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005" name="Freeform 1235">
                <a:extLst>
                  <a:ext uri="{FF2B5EF4-FFF2-40B4-BE49-F238E27FC236}">
                    <a16:creationId xmlns:a16="http://schemas.microsoft.com/office/drawing/2014/main" id="{D8EA1153-2175-431B-AA96-B1534360C5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1" y="786"/>
                <a:ext cx="15" cy="44"/>
              </a:xfrm>
              <a:custGeom>
                <a:avLst/>
                <a:gdLst>
                  <a:gd name="T0" fmla="*/ 0 w 8"/>
                  <a:gd name="T1" fmla="*/ 15 h 23"/>
                  <a:gd name="T2" fmla="*/ 32 w 8"/>
                  <a:gd name="T3" fmla="*/ 77 h 23"/>
                  <a:gd name="T4" fmla="*/ 39 w 8"/>
                  <a:gd name="T5" fmla="*/ 124 h 23"/>
                  <a:gd name="T6" fmla="*/ 53 w 8"/>
                  <a:gd name="T7" fmla="*/ 161 h 23"/>
                  <a:gd name="T8" fmla="*/ 53 w 8"/>
                  <a:gd name="T9" fmla="*/ 105 h 23"/>
                  <a:gd name="T10" fmla="*/ 21 w 8"/>
                  <a:gd name="T11" fmla="*/ 0 h 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" h="23">
                    <a:moveTo>
                      <a:pt x="0" y="2"/>
                    </a:moveTo>
                    <a:cubicBezTo>
                      <a:pt x="2" y="5"/>
                      <a:pt x="5" y="7"/>
                      <a:pt x="5" y="11"/>
                    </a:cubicBezTo>
                    <a:cubicBezTo>
                      <a:pt x="6" y="14"/>
                      <a:pt x="6" y="16"/>
                      <a:pt x="6" y="18"/>
                    </a:cubicBezTo>
                    <a:cubicBezTo>
                      <a:pt x="7" y="20"/>
                      <a:pt x="8" y="22"/>
                      <a:pt x="8" y="23"/>
                    </a:cubicBezTo>
                    <a:cubicBezTo>
                      <a:pt x="8" y="20"/>
                      <a:pt x="8" y="18"/>
                      <a:pt x="8" y="15"/>
                    </a:cubicBezTo>
                    <a:cubicBezTo>
                      <a:pt x="8" y="9"/>
                      <a:pt x="7" y="5"/>
                      <a:pt x="3" y="0"/>
                    </a:cubicBezTo>
                  </a:path>
                </a:pathLst>
              </a:custGeom>
              <a:solidFill>
                <a:srgbClr val="D1B8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006" name="Freeform 1236">
                <a:extLst>
                  <a:ext uri="{FF2B5EF4-FFF2-40B4-BE49-F238E27FC236}">
                    <a16:creationId xmlns:a16="http://schemas.microsoft.com/office/drawing/2014/main" id="{A6312267-A599-4C90-9205-194DE1D9C6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1" y="718"/>
                <a:ext cx="153" cy="65"/>
              </a:xfrm>
              <a:custGeom>
                <a:avLst/>
                <a:gdLst>
                  <a:gd name="T0" fmla="*/ 560 w 80"/>
                  <a:gd name="T1" fmla="*/ 40 h 34"/>
                  <a:gd name="T2" fmla="*/ 285 w 80"/>
                  <a:gd name="T3" fmla="*/ 36 h 34"/>
                  <a:gd name="T4" fmla="*/ 421 w 80"/>
                  <a:gd name="T5" fmla="*/ 36 h 34"/>
                  <a:gd name="T6" fmla="*/ 308 w 80"/>
                  <a:gd name="T7" fmla="*/ 40 h 34"/>
                  <a:gd name="T8" fmla="*/ 161 w 80"/>
                  <a:gd name="T9" fmla="*/ 63 h 34"/>
                  <a:gd name="T10" fmla="*/ 260 w 80"/>
                  <a:gd name="T11" fmla="*/ 69 h 34"/>
                  <a:gd name="T12" fmla="*/ 120 w 80"/>
                  <a:gd name="T13" fmla="*/ 113 h 34"/>
                  <a:gd name="T14" fmla="*/ 0 w 80"/>
                  <a:gd name="T15" fmla="*/ 237 h 34"/>
                  <a:gd name="T16" fmla="*/ 268 w 80"/>
                  <a:gd name="T17" fmla="*/ 120 h 34"/>
                  <a:gd name="T18" fmla="*/ 446 w 80"/>
                  <a:gd name="T19" fmla="*/ 92 h 34"/>
                  <a:gd name="T20" fmla="*/ 537 w 80"/>
                  <a:gd name="T21" fmla="*/ 84 h 3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0" h="34">
                    <a:moveTo>
                      <a:pt x="80" y="6"/>
                    </a:moveTo>
                    <a:cubicBezTo>
                      <a:pt x="69" y="3"/>
                      <a:pt x="52" y="0"/>
                      <a:pt x="41" y="5"/>
                    </a:cubicBezTo>
                    <a:cubicBezTo>
                      <a:pt x="47" y="4"/>
                      <a:pt x="54" y="3"/>
                      <a:pt x="60" y="5"/>
                    </a:cubicBezTo>
                    <a:cubicBezTo>
                      <a:pt x="55" y="5"/>
                      <a:pt x="49" y="5"/>
                      <a:pt x="44" y="6"/>
                    </a:cubicBezTo>
                    <a:cubicBezTo>
                      <a:pt x="37" y="7"/>
                      <a:pt x="30" y="9"/>
                      <a:pt x="23" y="9"/>
                    </a:cubicBezTo>
                    <a:cubicBezTo>
                      <a:pt x="28" y="9"/>
                      <a:pt x="33" y="9"/>
                      <a:pt x="37" y="10"/>
                    </a:cubicBezTo>
                    <a:cubicBezTo>
                      <a:pt x="30" y="11"/>
                      <a:pt x="23" y="13"/>
                      <a:pt x="17" y="16"/>
                    </a:cubicBezTo>
                    <a:cubicBezTo>
                      <a:pt x="11" y="20"/>
                      <a:pt x="3" y="27"/>
                      <a:pt x="0" y="34"/>
                    </a:cubicBezTo>
                    <a:cubicBezTo>
                      <a:pt x="12" y="25"/>
                      <a:pt x="24" y="20"/>
                      <a:pt x="38" y="17"/>
                    </a:cubicBezTo>
                    <a:cubicBezTo>
                      <a:pt x="47" y="15"/>
                      <a:pt x="56" y="14"/>
                      <a:pt x="64" y="13"/>
                    </a:cubicBezTo>
                    <a:cubicBezTo>
                      <a:pt x="69" y="13"/>
                      <a:pt x="73" y="12"/>
                      <a:pt x="77" y="12"/>
                    </a:cubicBezTo>
                  </a:path>
                </a:pathLst>
              </a:custGeom>
              <a:solidFill>
                <a:srgbClr val="D1B8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007" name="Freeform 1237">
                <a:extLst>
                  <a:ext uri="{FF2B5EF4-FFF2-40B4-BE49-F238E27FC236}">
                    <a16:creationId xmlns:a16="http://schemas.microsoft.com/office/drawing/2014/main" id="{1B862952-1C80-4350-8D1A-98F5FF1F77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6" y="726"/>
                <a:ext cx="108" cy="93"/>
              </a:xfrm>
              <a:custGeom>
                <a:avLst/>
                <a:gdLst>
                  <a:gd name="T0" fmla="*/ 0 w 57"/>
                  <a:gd name="T1" fmla="*/ 21 h 49"/>
                  <a:gd name="T2" fmla="*/ 121 w 57"/>
                  <a:gd name="T3" fmla="*/ 8 h 49"/>
                  <a:gd name="T4" fmla="*/ 212 w 57"/>
                  <a:gd name="T5" fmla="*/ 32 h 49"/>
                  <a:gd name="T6" fmla="*/ 116 w 57"/>
                  <a:gd name="T7" fmla="*/ 28 h 49"/>
                  <a:gd name="T8" fmla="*/ 288 w 57"/>
                  <a:gd name="T9" fmla="*/ 116 h 49"/>
                  <a:gd name="T10" fmla="*/ 252 w 57"/>
                  <a:gd name="T11" fmla="*/ 97 h 49"/>
                  <a:gd name="T12" fmla="*/ 212 w 57"/>
                  <a:gd name="T13" fmla="*/ 84 h 49"/>
                  <a:gd name="T14" fmla="*/ 320 w 57"/>
                  <a:gd name="T15" fmla="*/ 184 h 49"/>
                  <a:gd name="T16" fmla="*/ 388 w 57"/>
                  <a:gd name="T17" fmla="*/ 336 h 49"/>
                  <a:gd name="T18" fmla="*/ 290 w 57"/>
                  <a:gd name="T19" fmla="*/ 237 h 49"/>
                  <a:gd name="T20" fmla="*/ 197 w 57"/>
                  <a:gd name="T21" fmla="*/ 152 h 49"/>
                  <a:gd name="T22" fmla="*/ 136 w 57"/>
                  <a:gd name="T23" fmla="*/ 116 h 49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57" h="49">
                    <a:moveTo>
                      <a:pt x="0" y="3"/>
                    </a:moveTo>
                    <a:cubicBezTo>
                      <a:pt x="4" y="0"/>
                      <a:pt x="13" y="0"/>
                      <a:pt x="18" y="1"/>
                    </a:cubicBezTo>
                    <a:cubicBezTo>
                      <a:pt x="23" y="1"/>
                      <a:pt x="27" y="3"/>
                      <a:pt x="31" y="5"/>
                    </a:cubicBezTo>
                    <a:cubicBezTo>
                      <a:pt x="26" y="5"/>
                      <a:pt x="22" y="4"/>
                      <a:pt x="17" y="4"/>
                    </a:cubicBezTo>
                    <a:cubicBezTo>
                      <a:pt x="26" y="4"/>
                      <a:pt x="36" y="10"/>
                      <a:pt x="42" y="17"/>
                    </a:cubicBezTo>
                    <a:cubicBezTo>
                      <a:pt x="41" y="16"/>
                      <a:pt x="39" y="15"/>
                      <a:pt x="37" y="14"/>
                    </a:cubicBezTo>
                    <a:cubicBezTo>
                      <a:pt x="35" y="13"/>
                      <a:pt x="33" y="13"/>
                      <a:pt x="31" y="12"/>
                    </a:cubicBezTo>
                    <a:cubicBezTo>
                      <a:pt x="39" y="15"/>
                      <a:pt x="44" y="20"/>
                      <a:pt x="47" y="27"/>
                    </a:cubicBezTo>
                    <a:cubicBezTo>
                      <a:pt x="51" y="34"/>
                      <a:pt x="56" y="41"/>
                      <a:pt x="57" y="49"/>
                    </a:cubicBezTo>
                    <a:cubicBezTo>
                      <a:pt x="53" y="43"/>
                      <a:pt x="47" y="40"/>
                      <a:pt x="43" y="35"/>
                    </a:cubicBezTo>
                    <a:cubicBezTo>
                      <a:pt x="39" y="29"/>
                      <a:pt x="35" y="25"/>
                      <a:pt x="29" y="22"/>
                    </a:cubicBezTo>
                    <a:cubicBezTo>
                      <a:pt x="27" y="20"/>
                      <a:pt x="21" y="18"/>
                      <a:pt x="20" y="17"/>
                    </a:cubicBezTo>
                  </a:path>
                </a:pathLst>
              </a:custGeom>
              <a:solidFill>
                <a:srgbClr val="D1B8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008" name="Freeform 1238">
                <a:extLst>
                  <a:ext uri="{FF2B5EF4-FFF2-40B4-BE49-F238E27FC236}">
                    <a16:creationId xmlns:a16="http://schemas.microsoft.com/office/drawing/2014/main" id="{941C7928-128B-482F-A0D5-BCBE0104AE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3" y="1059"/>
                <a:ext cx="93" cy="243"/>
              </a:xfrm>
              <a:custGeom>
                <a:avLst/>
                <a:gdLst>
                  <a:gd name="T0" fmla="*/ 220 w 49"/>
                  <a:gd name="T1" fmla="*/ 0 h 128"/>
                  <a:gd name="T2" fmla="*/ 137 w 49"/>
                  <a:gd name="T3" fmla="*/ 234 h 128"/>
                  <a:gd name="T4" fmla="*/ 159 w 49"/>
                  <a:gd name="T5" fmla="*/ 197 h 128"/>
                  <a:gd name="T6" fmla="*/ 97 w 49"/>
                  <a:gd name="T7" fmla="*/ 302 h 128"/>
                  <a:gd name="T8" fmla="*/ 0 w 49"/>
                  <a:gd name="T9" fmla="*/ 478 h 128"/>
                  <a:gd name="T10" fmla="*/ 101 w 49"/>
                  <a:gd name="T11" fmla="*/ 374 h 128"/>
                  <a:gd name="T12" fmla="*/ 32 w 49"/>
                  <a:gd name="T13" fmla="*/ 505 h 128"/>
                  <a:gd name="T14" fmla="*/ 15 w 49"/>
                  <a:gd name="T15" fmla="*/ 731 h 128"/>
                  <a:gd name="T16" fmla="*/ 53 w 49"/>
                  <a:gd name="T17" fmla="*/ 663 h 128"/>
                  <a:gd name="T18" fmla="*/ 108 w 49"/>
                  <a:gd name="T19" fmla="*/ 875 h 128"/>
                  <a:gd name="T20" fmla="*/ 152 w 49"/>
                  <a:gd name="T21" fmla="*/ 775 h 128"/>
                  <a:gd name="T22" fmla="*/ 220 w 49"/>
                  <a:gd name="T23" fmla="*/ 854 h 128"/>
                  <a:gd name="T24" fmla="*/ 245 w 49"/>
                  <a:gd name="T25" fmla="*/ 799 h 128"/>
                  <a:gd name="T26" fmla="*/ 260 w 49"/>
                  <a:gd name="T27" fmla="*/ 706 h 128"/>
                  <a:gd name="T28" fmla="*/ 281 w 49"/>
                  <a:gd name="T29" fmla="*/ 778 h 128"/>
                  <a:gd name="T30" fmla="*/ 296 w 49"/>
                  <a:gd name="T31" fmla="*/ 602 h 128"/>
                  <a:gd name="T32" fmla="*/ 273 w 49"/>
                  <a:gd name="T33" fmla="*/ 425 h 128"/>
                  <a:gd name="T34" fmla="*/ 321 w 49"/>
                  <a:gd name="T35" fmla="*/ 505 h 128"/>
                  <a:gd name="T36" fmla="*/ 288 w 49"/>
                  <a:gd name="T37" fmla="*/ 197 h 128"/>
                  <a:gd name="T38" fmla="*/ 281 w 49"/>
                  <a:gd name="T39" fmla="*/ 101 h 128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49" h="128">
                    <a:moveTo>
                      <a:pt x="32" y="0"/>
                    </a:moveTo>
                    <a:cubicBezTo>
                      <a:pt x="34" y="13"/>
                      <a:pt x="25" y="23"/>
                      <a:pt x="20" y="34"/>
                    </a:cubicBezTo>
                    <a:cubicBezTo>
                      <a:pt x="21" y="33"/>
                      <a:pt x="22" y="31"/>
                      <a:pt x="23" y="29"/>
                    </a:cubicBezTo>
                    <a:cubicBezTo>
                      <a:pt x="24" y="36"/>
                      <a:pt x="17" y="40"/>
                      <a:pt x="14" y="44"/>
                    </a:cubicBezTo>
                    <a:cubicBezTo>
                      <a:pt x="8" y="52"/>
                      <a:pt x="1" y="60"/>
                      <a:pt x="0" y="70"/>
                    </a:cubicBezTo>
                    <a:cubicBezTo>
                      <a:pt x="4" y="65"/>
                      <a:pt x="8" y="56"/>
                      <a:pt x="15" y="55"/>
                    </a:cubicBezTo>
                    <a:cubicBezTo>
                      <a:pt x="11" y="60"/>
                      <a:pt x="7" y="67"/>
                      <a:pt x="5" y="74"/>
                    </a:cubicBezTo>
                    <a:cubicBezTo>
                      <a:pt x="2" y="85"/>
                      <a:pt x="5" y="97"/>
                      <a:pt x="2" y="107"/>
                    </a:cubicBezTo>
                    <a:cubicBezTo>
                      <a:pt x="3" y="103"/>
                      <a:pt x="5" y="99"/>
                      <a:pt x="8" y="97"/>
                    </a:cubicBezTo>
                    <a:cubicBezTo>
                      <a:pt x="9" y="106"/>
                      <a:pt x="6" y="122"/>
                      <a:pt x="16" y="128"/>
                    </a:cubicBezTo>
                    <a:cubicBezTo>
                      <a:pt x="15" y="123"/>
                      <a:pt x="17" y="116"/>
                      <a:pt x="22" y="113"/>
                    </a:cubicBezTo>
                    <a:cubicBezTo>
                      <a:pt x="26" y="115"/>
                      <a:pt x="28" y="122"/>
                      <a:pt x="32" y="125"/>
                    </a:cubicBezTo>
                    <a:cubicBezTo>
                      <a:pt x="33" y="122"/>
                      <a:pt x="35" y="120"/>
                      <a:pt x="36" y="117"/>
                    </a:cubicBezTo>
                    <a:cubicBezTo>
                      <a:pt x="38" y="113"/>
                      <a:pt x="38" y="108"/>
                      <a:pt x="38" y="103"/>
                    </a:cubicBezTo>
                    <a:cubicBezTo>
                      <a:pt x="39" y="107"/>
                      <a:pt x="39" y="111"/>
                      <a:pt x="41" y="114"/>
                    </a:cubicBezTo>
                    <a:cubicBezTo>
                      <a:pt x="41" y="105"/>
                      <a:pt x="44" y="97"/>
                      <a:pt x="43" y="88"/>
                    </a:cubicBezTo>
                    <a:cubicBezTo>
                      <a:pt x="43" y="80"/>
                      <a:pt x="42" y="70"/>
                      <a:pt x="40" y="62"/>
                    </a:cubicBezTo>
                    <a:cubicBezTo>
                      <a:pt x="43" y="65"/>
                      <a:pt x="45" y="70"/>
                      <a:pt x="47" y="74"/>
                    </a:cubicBezTo>
                    <a:cubicBezTo>
                      <a:pt x="49" y="59"/>
                      <a:pt x="41" y="44"/>
                      <a:pt x="42" y="29"/>
                    </a:cubicBezTo>
                    <a:cubicBezTo>
                      <a:pt x="42" y="22"/>
                      <a:pt x="42" y="20"/>
                      <a:pt x="41" y="15"/>
                    </a:cubicBezTo>
                  </a:path>
                </a:pathLst>
              </a:custGeom>
              <a:solidFill>
                <a:srgbClr val="D1B8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009" name="Freeform 1239">
                <a:extLst>
                  <a:ext uri="{FF2B5EF4-FFF2-40B4-BE49-F238E27FC236}">
                    <a16:creationId xmlns:a16="http://schemas.microsoft.com/office/drawing/2014/main" id="{729B5192-EBB2-42E3-AFB0-E3EBF54BD8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0" y="1071"/>
                <a:ext cx="78" cy="216"/>
              </a:xfrm>
              <a:custGeom>
                <a:avLst/>
                <a:gdLst>
                  <a:gd name="T0" fmla="*/ 84 w 41"/>
                  <a:gd name="T1" fmla="*/ 0 h 114"/>
                  <a:gd name="T2" fmla="*/ 192 w 41"/>
                  <a:gd name="T3" fmla="*/ 205 h 114"/>
                  <a:gd name="T4" fmla="*/ 192 w 41"/>
                  <a:gd name="T5" fmla="*/ 205 h 114"/>
                  <a:gd name="T6" fmla="*/ 152 w 41"/>
                  <a:gd name="T7" fmla="*/ 176 h 114"/>
                  <a:gd name="T8" fmla="*/ 245 w 41"/>
                  <a:gd name="T9" fmla="*/ 421 h 114"/>
                  <a:gd name="T10" fmla="*/ 200 w 41"/>
                  <a:gd name="T11" fmla="*/ 358 h 114"/>
                  <a:gd name="T12" fmla="*/ 245 w 41"/>
                  <a:gd name="T13" fmla="*/ 667 h 114"/>
                  <a:gd name="T14" fmla="*/ 213 w 41"/>
                  <a:gd name="T15" fmla="*/ 570 h 114"/>
                  <a:gd name="T16" fmla="*/ 91 w 41"/>
                  <a:gd name="T17" fmla="*/ 775 h 114"/>
                  <a:gd name="T18" fmla="*/ 91 w 41"/>
                  <a:gd name="T19" fmla="*/ 625 h 114"/>
                  <a:gd name="T20" fmla="*/ 55 w 41"/>
                  <a:gd name="T21" fmla="*/ 667 h 114"/>
                  <a:gd name="T22" fmla="*/ 76 w 41"/>
                  <a:gd name="T23" fmla="*/ 485 h 114"/>
                  <a:gd name="T24" fmla="*/ 29 w 41"/>
                  <a:gd name="T25" fmla="*/ 531 h 114"/>
                  <a:gd name="T26" fmla="*/ 36 w 41"/>
                  <a:gd name="T27" fmla="*/ 333 h 114"/>
                  <a:gd name="T28" fmla="*/ 8 w 41"/>
                  <a:gd name="T29" fmla="*/ 358 h 114"/>
                  <a:gd name="T30" fmla="*/ 8 w 41"/>
                  <a:gd name="T31" fmla="*/ 225 h 114"/>
                  <a:gd name="T32" fmla="*/ 36 w 41"/>
                  <a:gd name="T33" fmla="*/ 83 h 11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41" h="114">
                    <a:moveTo>
                      <a:pt x="12" y="0"/>
                    </a:moveTo>
                    <a:cubicBezTo>
                      <a:pt x="20" y="9"/>
                      <a:pt x="23" y="19"/>
                      <a:pt x="28" y="30"/>
                    </a:cubicBezTo>
                    <a:cubicBezTo>
                      <a:pt x="28" y="30"/>
                      <a:pt x="28" y="30"/>
                      <a:pt x="28" y="30"/>
                    </a:cubicBezTo>
                    <a:cubicBezTo>
                      <a:pt x="25" y="28"/>
                      <a:pt x="24" y="27"/>
                      <a:pt x="22" y="26"/>
                    </a:cubicBezTo>
                    <a:cubicBezTo>
                      <a:pt x="28" y="37"/>
                      <a:pt x="33" y="49"/>
                      <a:pt x="36" y="62"/>
                    </a:cubicBezTo>
                    <a:cubicBezTo>
                      <a:pt x="34" y="59"/>
                      <a:pt x="32" y="55"/>
                      <a:pt x="29" y="53"/>
                    </a:cubicBezTo>
                    <a:cubicBezTo>
                      <a:pt x="41" y="63"/>
                      <a:pt x="36" y="84"/>
                      <a:pt x="36" y="98"/>
                    </a:cubicBezTo>
                    <a:cubicBezTo>
                      <a:pt x="37" y="95"/>
                      <a:pt x="33" y="88"/>
                      <a:pt x="31" y="84"/>
                    </a:cubicBezTo>
                    <a:cubicBezTo>
                      <a:pt x="23" y="90"/>
                      <a:pt x="16" y="105"/>
                      <a:pt x="13" y="114"/>
                    </a:cubicBezTo>
                    <a:cubicBezTo>
                      <a:pt x="12" y="107"/>
                      <a:pt x="13" y="100"/>
                      <a:pt x="13" y="92"/>
                    </a:cubicBezTo>
                    <a:cubicBezTo>
                      <a:pt x="12" y="94"/>
                      <a:pt x="10" y="96"/>
                      <a:pt x="8" y="98"/>
                    </a:cubicBezTo>
                    <a:cubicBezTo>
                      <a:pt x="11" y="90"/>
                      <a:pt x="9" y="80"/>
                      <a:pt x="11" y="71"/>
                    </a:cubicBezTo>
                    <a:cubicBezTo>
                      <a:pt x="8" y="73"/>
                      <a:pt x="6" y="76"/>
                      <a:pt x="4" y="78"/>
                    </a:cubicBezTo>
                    <a:cubicBezTo>
                      <a:pt x="5" y="68"/>
                      <a:pt x="3" y="58"/>
                      <a:pt x="5" y="49"/>
                    </a:cubicBezTo>
                    <a:cubicBezTo>
                      <a:pt x="3" y="49"/>
                      <a:pt x="2" y="52"/>
                      <a:pt x="1" y="53"/>
                    </a:cubicBezTo>
                    <a:cubicBezTo>
                      <a:pt x="0" y="47"/>
                      <a:pt x="1" y="40"/>
                      <a:pt x="1" y="33"/>
                    </a:cubicBezTo>
                    <a:cubicBezTo>
                      <a:pt x="2" y="28"/>
                      <a:pt x="7" y="17"/>
                      <a:pt x="5" y="12"/>
                    </a:cubicBezTo>
                  </a:path>
                </a:pathLst>
              </a:custGeom>
              <a:solidFill>
                <a:srgbClr val="D1B8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010" name="Freeform 1240">
                <a:extLst>
                  <a:ext uri="{FF2B5EF4-FFF2-40B4-BE49-F238E27FC236}">
                    <a16:creationId xmlns:a16="http://schemas.microsoft.com/office/drawing/2014/main" id="{B38F2766-EFF4-4CA9-87E9-AA906EB691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8" y="1145"/>
                <a:ext cx="77" cy="166"/>
              </a:xfrm>
              <a:custGeom>
                <a:avLst/>
                <a:gdLst>
                  <a:gd name="T0" fmla="*/ 44 w 40"/>
                  <a:gd name="T1" fmla="*/ 0 h 88"/>
                  <a:gd name="T2" fmla="*/ 23 w 40"/>
                  <a:gd name="T3" fmla="*/ 100 h 88"/>
                  <a:gd name="T4" fmla="*/ 0 w 40"/>
                  <a:gd name="T5" fmla="*/ 213 h 88"/>
                  <a:gd name="T6" fmla="*/ 15 w 40"/>
                  <a:gd name="T7" fmla="*/ 189 h 88"/>
                  <a:gd name="T8" fmla="*/ 29 w 40"/>
                  <a:gd name="T9" fmla="*/ 357 h 88"/>
                  <a:gd name="T10" fmla="*/ 56 w 40"/>
                  <a:gd name="T11" fmla="*/ 289 h 88"/>
                  <a:gd name="T12" fmla="*/ 71 w 40"/>
                  <a:gd name="T13" fmla="*/ 430 h 88"/>
                  <a:gd name="T14" fmla="*/ 129 w 40"/>
                  <a:gd name="T15" fmla="*/ 590 h 88"/>
                  <a:gd name="T16" fmla="*/ 148 w 40"/>
                  <a:gd name="T17" fmla="*/ 470 h 88"/>
                  <a:gd name="T18" fmla="*/ 156 w 40"/>
                  <a:gd name="T19" fmla="*/ 530 h 88"/>
                  <a:gd name="T20" fmla="*/ 185 w 40"/>
                  <a:gd name="T21" fmla="*/ 470 h 88"/>
                  <a:gd name="T22" fmla="*/ 208 w 40"/>
                  <a:gd name="T23" fmla="*/ 394 h 88"/>
                  <a:gd name="T24" fmla="*/ 223 w 40"/>
                  <a:gd name="T25" fmla="*/ 462 h 88"/>
                  <a:gd name="T26" fmla="*/ 264 w 40"/>
                  <a:gd name="T27" fmla="*/ 274 h 88"/>
                  <a:gd name="T28" fmla="*/ 223 w 40"/>
                  <a:gd name="T29" fmla="*/ 149 h 88"/>
                  <a:gd name="T30" fmla="*/ 156 w 40"/>
                  <a:gd name="T31" fmla="*/ 32 h 88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40" h="88">
                    <a:moveTo>
                      <a:pt x="6" y="0"/>
                    </a:moveTo>
                    <a:cubicBezTo>
                      <a:pt x="6" y="5"/>
                      <a:pt x="4" y="10"/>
                      <a:pt x="3" y="15"/>
                    </a:cubicBezTo>
                    <a:cubicBezTo>
                      <a:pt x="2" y="20"/>
                      <a:pt x="1" y="27"/>
                      <a:pt x="0" y="32"/>
                    </a:cubicBezTo>
                    <a:cubicBezTo>
                      <a:pt x="0" y="31"/>
                      <a:pt x="1" y="29"/>
                      <a:pt x="2" y="28"/>
                    </a:cubicBezTo>
                    <a:cubicBezTo>
                      <a:pt x="2" y="36"/>
                      <a:pt x="1" y="46"/>
                      <a:pt x="4" y="53"/>
                    </a:cubicBezTo>
                    <a:cubicBezTo>
                      <a:pt x="4" y="49"/>
                      <a:pt x="7" y="46"/>
                      <a:pt x="8" y="43"/>
                    </a:cubicBezTo>
                    <a:cubicBezTo>
                      <a:pt x="8" y="50"/>
                      <a:pt x="8" y="57"/>
                      <a:pt x="10" y="64"/>
                    </a:cubicBezTo>
                    <a:cubicBezTo>
                      <a:pt x="13" y="72"/>
                      <a:pt x="15" y="80"/>
                      <a:pt x="18" y="88"/>
                    </a:cubicBezTo>
                    <a:cubicBezTo>
                      <a:pt x="17" y="83"/>
                      <a:pt x="19" y="75"/>
                      <a:pt x="21" y="70"/>
                    </a:cubicBezTo>
                    <a:cubicBezTo>
                      <a:pt x="22" y="73"/>
                      <a:pt x="21" y="76"/>
                      <a:pt x="22" y="79"/>
                    </a:cubicBezTo>
                    <a:cubicBezTo>
                      <a:pt x="23" y="76"/>
                      <a:pt x="25" y="73"/>
                      <a:pt x="26" y="70"/>
                    </a:cubicBezTo>
                    <a:cubicBezTo>
                      <a:pt x="28" y="66"/>
                      <a:pt x="28" y="63"/>
                      <a:pt x="29" y="59"/>
                    </a:cubicBezTo>
                    <a:cubicBezTo>
                      <a:pt x="31" y="62"/>
                      <a:pt x="31" y="65"/>
                      <a:pt x="31" y="69"/>
                    </a:cubicBezTo>
                    <a:cubicBezTo>
                      <a:pt x="40" y="62"/>
                      <a:pt x="40" y="51"/>
                      <a:pt x="37" y="41"/>
                    </a:cubicBezTo>
                    <a:cubicBezTo>
                      <a:pt x="36" y="35"/>
                      <a:pt x="34" y="28"/>
                      <a:pt x="31" y="22"/>
                    </a:cubicBezTo>
                    <a:cubicBezTo>
                      <a:pt x="29" y="16"/>
                      <a:pt x="25" y="11"/>
                      <a:pt x="22" y="5"/>
                    </a:cubicBezTo>
                  </a:path>
                </a:pathLst>
              </a:custGeom>
              <a:solidFill>
                <a:srgbClr val="D1B8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011" name="Freeform 1241">
                <a:extLst>
                  <a:ext uri="{FF2B5EF4-FFF2-40B4-BE49-F238E27FC236}">
                    <a16:creationId xmlns:a16="http://schemas.microsoft.com/office/drawing/2014/main" id="{923AC7EB-76E3-4FCC-9826-7122B46090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6" y="735"/>
                <a:ext cx="45" cy="85"/>
              </a:xfrm>
              <a:custGeom>
                <a:avLst/>
                <a:gdLst>
                  <a:gd name="T0" fmla="*/ 144 w 24"/>
                  <a:gd name="T1" fmla="*/ 128 h 45"/>
                  <a:gd name="T2" fmla="*/ 92 w 24"/>
                  <a:gd name="T3" fmla="*/ 304 h 45"/>
                  <a:gd name="T4" fmla="*/ 133 w 24"/>
                  <a:gd name="T5" fmla="*/ 168 h 45"/>
                  <a:gd name="T6" fmla="*/ 81 w 24"/>
                  <a:gd name="T7" fmla="*/ 213 h 45"/>
                  <a:gd name="T8" fmla="*/ 99 w 24"/>
                  <a:gd name="T9" fmla="*/ 144 h 45"/>
                  <a:gd name="T10" fmla="*/ 28 w 24"/>
                  <a:gd name="T11" fmla="*/ 168 h 45"/>
                  <a:gd name="T12" fmla="*/ 60 w 24"/>
                  <a:gd name="T13" fmla="*/ 113 h 45"/>
                  <a:gd name="T14" fmla="*/ 39 w 24"/>
                  <a:gd name="T15" fmla="*/ 60 h 45"/>
                  <a:gd name="T16" fmla="*/ 8 w 24"/>
                  <a:gd name="T17" fmla="*/ 47 h 45"/>
                  <a:gd name="T18" fmla="*/ 39 w 24"/>
                  <a:gd name="T19" fmla="*/ 28 h 45"/>
                  <a:gd name="T20" fmla="*/ 21 w 24"/>
                  <a:gd name="T21" fmla="*/ 15 h 45"/>
                  <a:gd name="T22" fmla="*/ 152 w 24"/>
                  <a:gd name="T23" fmla="*/ 28 h 45"/>
                  <a:gd name="T24" fmla="*/ 152 w 24"/>
                  <a:gd name="T25" fmla="*/ 136 h 4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4" h="45">
                    <a:moveTo>
                      <a:pt x="22" y="19"/>
                    </a:moveTo>
                    <a:cubicBezTo>
                      <a:pt x="24" y="29"/>
                      <a:pt x="20" y="37"/>
                      <a:pt x="14" y="45"/>
                    </a:cubicBezTo>
                    <a:cubicBezTo>
                      <a:pt x="18" y="41"/>
                      <a:pt x="20" y="31"/>
                      <a:pt x="20" y="25"/>
                    </a:cubicBezTo>
                    <a:cubicBezTo>
                      <a:pt x="18" y="28"/>
                      <a:pt x="15" y="31"/>
                      <a:pt x="12" y="32"/>
                    </a:cubicBezTo>
                    <a:cubicBezTo>
                      <a:pt x="13" y="28"/>
                      <a:pt x="15" y="25"/>
                      <a:pt x="15" y="21"/>
                    </a:cubicBezTo>
                    <a:cubicBezTo>
                      <a:pt x="11" y="22"/>
                      <a:pt x="7" y="23"/>
                      <a:pt x="4" y="25"/>
                    </a:cubicBezTo>
                    <a:cubicBezTo>
                      <a:pt x="4" y="22"/>
                      <a:pt x="7" y="20"/>
                      <a:pt x="9" y="17"/>
                    </a:cubicBezTo>
                    <a:cubicBezTo>
                      <a:pt x="0" y="17"/>
                      <a:pt x="2" y="14"/>
                      <a:pt x="6" y="9"/>
                    </a:cubicBezTo>
                    <a:cubicBezTo>
                      <a:pt x="4" y="9"/>
                      <a:pt x="3" y="8"/>
                      <a:pt x="1" y="7"/>
                    </a:cubicBezTo>
                    <a:cubicBezTo>
                      <a:pt x="3" y="6"/>
                      <a:pt x="4" y="5"/>
                      <a:pt x="6" y="4"/>
                    </a:cubicBezTo>
                    <a:cubicBezTo>
                      <a:pt x="5" y="4"/>
                      <a:pt x="4" y="2"/>
                      <a:pt x="3" y="2"/>
                    </a:cubicBezTo>
                    <a:cubicBezTo>
                      <a:pt x="10" y="0"/>
                      <a:pt x="16" y="4"/>
                      <a:pt x="23" y="4"/>
                    </a:cubicBezTo>
                    <a:cubicBezTo>
                      <a:pt x="23" y="9"/>
                      <a:pt x="22" y="15"/>
                      <a:pt x="23" y="20"/>
                    </a:cubicBezTo>
                  </a:path>
                </a:pathLst>
              </a:custGeom>
              <a:solidFill>
                <a:srgbClr val="E0CA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012" name="Freeform 1242">
                <a:extLst>
                  <a:ext uri="{FF2B5EF4-FFF2-40B4-BE49-F238E27FC236}">
                    <a16:creationId xmlns:a16="http://schemas.microsoft.com/office/drawing/2014/main" id="{3540B0BD-6354-4E07-B2A8-E87BDBAB9B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3" y="731"/>
                <a:ext cx="44" cy="74"/>
              </a:xfrm>
              <a:custGeom>
                <a:avLst/>
                <a:gdLst>
                  <a:gd name="T0" fmla="*/ 8 w 23"/>
                  <a:gd name="T1" fmla="*/ 28 h 39"/>
                  <a:gd name="T2" fmla="*/ 8 w 23"/>
                  <a:gd name="T3" fmla="*/ 165 h 39"/>
                  <a:gd name="T4" fmla="*/ 84 w 23"/>
                  <a:gd name="T5" fmla="*/ 266 h 39"/>
                  <a:gd name="T6" fmla="*/ 55 w 23"/>
                  <a:gd name="T7" fmla="*/ 129 h 39"/>
                  <a:gd name="T8" fmla="*/ 121 w 23"/>
                  <a:gd name="T9" fmla="*/ 220 h 39"/>
                  <a:gd name="T10" fmla="*/ 84 w 23"/>
                  <a:gd name="T11" fmla="*/ 108 h 39"/>
                  <a:gd name="T12" fmla="*/ 161 w 23"/>
                  <a:gd name="T13" fmla="*/ 144 h 39"/>
                  <a:gd name="T14" fmla="*/ 77 w 23"/>
                  <a:gd name="T15" fmla="*/ 53 h 39"/>
                  <a:gd name="T16" fmla="*/ 161 w 23"/>
                  <a:gd name="T17" fmla="*/ 76 h 39"/>
                  <a:gd name="T18" fmla="*/ 15 w 23"/>
                  <a:gd name="T19" fmla="*/ 28 h 3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3" h="39">
                    <a:moveTo>
                      <a:pt x="1" y="4"/>
                    </a:moveTo>
                    <a:cubicBezTo>
                      <a:pt x="2" y="11"/>
                      <a:pt x="0" y="18"/>
                      <a:pt x="1" y="24"/>
                    </a:cubicBezTo>
                    <a:cubicBezTo>
                      <a:pt x="5" y="26"/>
                      <a:pt x="11" y="34"/>
                      <a:pt x="12" y="39"/>
                    </a:cubicBezTo>
                    <a:cubicBezTo>
                      <a:pt x="13" y="31"/>
                      <a:pt x="11" y="25"/>
                      <a:pt x="8" y="19"/>
                    </a:cubicBezTo>
                    <a:cubicBezTo>
                      <a:pt x="12" y="22"/>
                      <a:pt x="13" y="29"/>
                      <a:pt x="17" y="32"/>
                    </a:cubicBezTo>
                    <a:cubicBezTo>
                      <a:pt x="16" y="26"/>
                      <a:pt x="13" y="21"/>
                      <a:pt x="12" y="16"/>
                    </a:cubicBezTo>
                    <a:cubicBezTo>
                      <a:pt x="16" y="18"/>
                      <a:pt x="20" y="18"/>
                      <a:pt x="23" y="21"/>
                    </a:cubicBezTo>
                    <a:cubicBezTo>
                      <a:pt x="21" y="16"/>
                      <a:pt x="15" y="11"/>
                      <a:pt x="11" y="8"/>
                    </a:cubicBezTo>
                    <a:cubicBezTo>
                      <a:pt x="15" y="8"/>
                      <a:pt x="19" y="10"/>
                      <a:pt x="23" y="11"/>
                    </a:cubicBezTo>
                    <a:cubicBezTo>
                      <a:pt x="16" y="11"/>
                      <a:pt x="10" y="0"/>
                      <a:pt x="2" y="4"/>
                    </a:cubicBezTo>
                  </a:path>
                </a:pathLst>
              </a:custGeom>
              <a:solidFill>
                <a:srgbClr val="E0CA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013" name="Freeform 1243">
                <a:extLst>
                  <a:ext uri="{FF2B5EF4-FFF2-40B4-BE49-F238E27FC236}">
                    <a16:creationId xmlns:a16="http://schemas.microsoft.com/office/drawing/2014/main" id="{AFB4BF71-712E-4CF7-8928-47E48AA199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1" y="790"/>
                <a:ext cx="61" cy="116"/>
              </a:xfrm>
              <a:custGeom>
                <a:avLst/>
                <a:gdLst>
                  <a:gd name="T0" fmla="*/ 153 w 32"/>
                  <a:gd name="T1" fmla="*/ 15 h 61"/>
                  <a:gd name="T2" fmla="*/ 0 w 32"/>
                  <a:gd name="T3" fmla="*/ 344 h 61"/>
                  <a:gd name="T4" fmla="*/ 61 w 32"/>
                  <a:gd name="T5" fmla="*/ 213 h 61"/>
                  <a:gd name="T6" fmla="*/ 29 w 32"/>
                  <a:gd name="T7" fmla="*/ 314 h 61"/>
                  <a:gd name="T8" fmla="*/ 137 w 32"/>
                  <a:gd name="T9" fmla="*/ 173 h 61"/>
                  <a:gd name="T10" fmla="*/ 40 w 32"/>
                  <a:gd name="T11" fmla="*/ 420 h 61"/>
                  <a:gd name="T12" fmla="*/ 137 w 32"/>
                  <a:gd name="T13" fmla="*/ 253 h 61"/>
                  <a:gd name="T14" fmla="*/ 137 w 32"/>
                  <a:gd name="T15" fmla="*/ 268 h 61"/>
                  <a:gd name="T16" fmla="*/ 221 w 32"/>
                  <a:gd name="T17" fmla="*/ 84 h 61"/>
                  <a:gd name="T18" fmla="*/ 168 w 32"/>
                  <a:gd name="T19" fmla="*/ 116 h 61"/>
                  <a:gd name="T20" fmla="*/ 208 w 32"/>
                  <a:gd name="T21" fmla="*/ 36 h 61"/>
                  <a:gd name="T22" fmla="*/ 168 w 32"/>
                  <a:gd name="T23" fmla="*/ 55 h 61"/>
                  <a:gd name="T24" fmla="*/ 185 w 32"/>
                  <a:gd name="T25" fmla="*/ 0 h 61"/>
                  <a:gd name="T26" fmla="*/ 145 w 32"/>
                  <a:gd name="T27" fmla="*/ 29 h 6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2" h="61">
                    <a:moveTo>
                      <a:pt x="22" y="2"/>
                    </a:moveTo>
                    <a:cubicBezTo>
                      <a:pt x="8" y="10"/>
                      <a:pt x="0" y="35"/>
                      <a:pt x="0" y="50"/>
                    </a:cubicBezTo>
                    <a:cubicBezTo>
                      <a:pt x="1" y="43"/>
                      <a:pt x="5" y="37"/>
                      <a:pt x="9" y="31"/>
                    </a:cubicBezTo>
                    <a:cubicBezTo>
                      <a:pt x="7" y="36"/>
                      <a:pt x="3" y="41"/>
                      <a:pt x="4" y="46"/>
                    </a:cubicBezTo>
                    <a:cubicBezTo>
                      <a:pt x="9" y="39"/>
                      <a:pt x="13" y="31"/>
                      <a:pt x="20" y="25"/>
                    </a:cubicBezTo>
                    <a:cubicBezTo>
                      <a:pt x="12" y="35"/>
                      <a:pt x="8" y="49"/>
                      <a:pt x="6" y="61"/>
                    </a:cubicBezTo>
                    <a:cubicBezTo>
                      <a:pt x="11" y="53"/>
                      <a:pt x="16" y="45"/>
                      <a:pt x="20" y="37"/>
                    </a:cubicBezTo>
                    <a:cubicBezTo>
                      <a:pt x="20" y="38"/>
                      <a:pt x="20" y="39"/>
                      <a:pt x="20" y="39"/>
                    </a:cubicBezTo>
                    <a:cubicBezTo>
                      <a:pt x="23" y="30"/>
                      <a:pt x="29" y="21"/>
                      <a:pt x="32" y="12"/>
                    </a:cubicBezTo>
                    <a:cubicBezTo>
                      <a:pt x="29" y="13"/>
                      <a:pt x="27" y="16"/>
                      <a:pt x="24" y="17"/>
                    </a:cubicBezTo>
                    <a:cubicBezTo>
                      <a:pt x="24" y="13"/>
                      <a:pt x="28" y="9"/>
                      <a:pt x="30" y="5"/>
                    </a:cubicBezTo>
                    <a:cubicBezTo>
                      <a:pt x="27" y="5"/>
                      <a:pt x="25" y="6"/>
                      <a:pt x="24" y="8"/>
                    </a:cubicBezTo>
                    <a:cubicBezTo>
                      <a:pt x="24" y="5"/>
                      <a:pt x="26" y="3"/>
                      <a:pt x="27" y="0"/>
                    </a:cubicBezTo>
                    <a:cubicBezTo>
                      <a:pt x="25" y="1"/>
                      <a:pt x="23" y="3"/>
                      <a:pt x="21" y="4"/>
                    </a:cubicBezTo>
                  </a:path>
                </a:pathLst>
              </a:custGeom>
              <a:solidFill>
                <a:srgbClr val="E0CA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014" name="Freeform 1244">
                <a:extLst>
                  <a:ext uri="{FF2B5EF4-FFF2-40B4-BE49-F238E27FC236}">
                    <a16:creationId xmlns:a16="http://schemas.microsoft.com/office/drawing/2014/main" id="{A66912E3-59B8-418D-8583-811C760778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9" y="788"/>
                <a:ext cx="55" cy="104"/>
              </a:xfrm>
              <a:custGeom>
                <a:avLst/>
                <a:gdLst>
                  <a:gd name="T0" fmla="*/ 21 w 29"/>
                  <a:gd name="T1" fmla="*/ 108 h 55"/>
                  <a:gd name="T2" fmla="*/ 61 w 29"/>
                  <a:gd name="T3" fmla="*/ 229 h 55"/>
                  <a:gd name="T4" fmla="*/ 61 w 29"/>
                  <a:gd name="T5" fmla="*/ 182 h 55"/>
                  <a:gd name="T6" fmla="*/ 176 w 29"/>
                  <a:gd name="T7" fmla="*/ 373 h 55"/>
                  <a:gd name="T8" fmla="*/ 144 w 29"/>
                  <a:gd name="T9" fmla="*/ 250 h 55"/>
                  <a:gd name="T10" fmla="*/ 197 w 29"/>
                  <a:gd name="T11" fmla="*/ 312 h 55"/>
                  <a:gd name="T12" fmla="*/ 116 w 29"/>
                  <a:gd name="T13" fmla="*/ 149 h 55"/>
                  <a:gd name="T14" fmla="*/ 129 w 29"/>
                  <a:gd name="T15" fmla="*/ 168 h 55"/>
                  <a:gd name="T16" fmla="*/ 137 w 29"/>
                  <a:gd name="T17" fmla="*/ 129 h 55"/>
                  <a:gd name="T18" fmla="*/ 165 w 29"/>
                  <a:gd name="T19" fmla="*/ 161 h 55"/>
                  <a:gd name="T20" fmla="*/ 101 w 29"/>
                  <a:gd name="T21" fmla="*/ 0 h 55"/>
                  <a:gd name="T22" fmla="*/ 116 w 29"/>
                  <a:gd name="T23" fmla="*/ 53 h 55"/>
                  <a:gd name="T24" fmla="*/ 61 w 29"/>
                  <a:gd name="T25" fmla="*/ 15 h 55"/>
                  <a:gd name="T26" fmla="*/ 76 w 29"/>
                  <a:gd name="T27" fmla="*/ 100 h 55"/>
                  <a:gd name="T28" fmla="*/ 47 w 29"/>
                  <a:gd name="T29" fmla="*/ 68 h 55"/>
                  <a:gd name="T30" fmla="*/ 61 w 29"/>
                  <a:gd name="T31" fmla="*/ 121 h 55"/>
                  <a:gd name="T32" fmla="*/ 8 w 29"/>
                  <a:gd name="T33" fmla="*/ 81 h 55"/>
                  <a:gd name="T34" fmla="*/ 21 w 29"/>
                  <a:gd name="T35" fmla="*/ 115 h 5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29" h="55">
                    <a:moveTo>
                      <a:pt x="3" y="16"/>
                    </a:moveTo>
                    <a:cubicBezTo>
                      <a:pt x="1" y="21"/>
                      <a:pt x="8" y="28"/>
                      <a:pt x="9" y="34"/>
                    </a:cubicBezTo>
                    <a:cubicBezTo>
                      <a:pt x="9" y="32"/>
                      <a:pt x="9" y="30"/>
                      <a:pt x="9" y="27"/>
                    </a:cubicBezTo>
                    <a:cubicBezTo>
                      <a:pt x="12" y="36"/>
                      <a:pt x="22" y="45"/>
                      <a:pt x="26" y="55"/>
                    </a:cubicBezTo>
                    <a:cubicBezTo>
                      <a:pt x="25" y="48"/>
                      <a:pt x="23" y="43"/>
                      <a:pt x="21" y="37"/>
                    </a:cubicBezTo>
                    <a:cubicBezTo>
                      <a:pt x="24" y="39"/>
                      <a:pt x="27" y="42"/>
                      <a:pt x="29" y="46"/>
                    </a:cubicBezTo>
                    <a:cubicBezTo>
                      <a:pt x="26" y="36"/>
                      <a:pt x="22" y="30"/>
                      <a:pt x="17" y="22"/>
                    </a:cubicBezTo>
                    <a:cubicBezTo>
                      <a:pt x="18" y="23"/>
                      <a:pt x="18" y="24"/>
                      <a:pt x="19" y="25"/>
                    </a:cubicBezTo>
                    <a:cubicBezTo>
                      <a:pt x="18" y="23"/>
                      <a:pt x="18" y="20"/>
                      <a:pt x="20" y="19"/>
                    </a:cubicBezTo>
                    <a:cubicBezTo>
                      <a:pt x="21" y="20"/>
                      <a:pt x="23" y="22"/>
                      <a:pt x="24" y="24"/>
                    </a:cubicBezTo>
                    <a:cubicBezTo>
                      <a:pt x="27" y="17"/>
                      <a:pt x="19" y="5"/>
                      <a:pt x="15" y="0"/>
                    </a:cubicBezTo>
                    <a:cubicBezTo>
                      <a:pt x="16" y="3"/>
                      <a:pt x="17" y="5"/>
                      <a:pt x="17" y="8"/>
                    </a:cubicBezTo>
                    <a:cubicBezTo>
                      <a:pt x="14" y="7"/>
                      <a:pt x="12" y="4"/>
                      <a:pt x="9" y="2"/>
                    </a:cubicBezTo>
                    <a:cubicBezTo>
                      <a:pt x="9" y="7"/>
                      <a:pt x="12" y="11"/>
                      <a:pt x="11" y="15"/>
                    </a:cubicBezTo>
                    <a:cubicBezTo>
                      <a:pt x="10" y="14"/>
                      <a:pt x="7" y="11"/>
                      <a:pt x="7" y="10"/>
                    </a:cubicBezTo>
                    <a:cubicBezTo>
                      <a:pt x="7" y="13"/>
                      <a:pt x="8" y="15"/>
                      <a:pt x="9" y="18"/>
                    </a:cubicBezTo>
                    <a:cubicBezTo>
                      <a:pt x="6" y="16"/>
                      <a:pt x="5" y="12"/>
                      <a:pt x="1" y="12"/>
                    </a:cubicBezTo>
                    <a:cubicBezTo>
                      <a:pt x="0" y="15"/>
                      <a:pt x="1" y="16"/>
                      <a:pt x="3" y="17"/>
                    </a:cubicBezTo>
                  </a:path>
                </a:pathLst>
              </a:custGeom>
              <a:solidFill>
                <a:srgbClr val="E0CA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015" name="Freeform 1245">
                <a:extLst>
                  <a:ext uri="{FF2B5EF4-FFF2-40B4-BE49-F238E27FC236}">
                    <a16:creationId xmlns:a16="http://schemas.microsoft.com/office/drawing/2014/main" id="{CF8311DA-1F10-43A6-B620-2C966E0BF0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4" y="845"/>
                <a:ext cx="76" cy="55"/>
              </a:xfrm>
              <a:custGeom>
                <a:avLst/>
                <a:gdLst>
                  <a:gd name="T0" fmla="*/ 55 w 40"/>
                  <a:gd name="T1" fmla="*/ 137 h 29"/>
                  <a:gd name="T2" fmla="*/ 177 w 40"/>
                  <a:gd name="T3" fmla="*/ 0 h 29"/>
                  <a:gd name="T4" fmla="*/ 129 w 40"/>
                  <a:gd name="T5" fmla="*/ 97 h 29"/>
                  <a:gd name="T6" fmla="*/ 268 w 40"/>
                  <a:gd name="T7" fmla="*/ 8 h 29"/>
                  <a:gd name="T8" fmla="*/ 165 w 40"/>
                  <a:gd name="T9" fmla="*/ 116 h 29"/>
                  <a:gd name="T10" fmla="*/ 274 w 40"/>
                  <a:gd name="T11" fmla="*/ 61 h 29"/>
                  <a:gd name="T12" fmla="*/ 192 w 40"/>
                  <a:gd name="T13" fmla="*/ 129 h 29"/>
                  <a:gd name="T14" fmla="*/ 97 w 40"/>
                  <a:gd name="T15" fmla="*/ 165 h 29"/>
                  <a:gd name="T16" fmla="*/ 144 w 40"/>
                  <a:gd name="T17" fmla="*/ 101 h 29"/>
                  <a:gd name="T18" fmla="*/ 0 w 40"/>
                  <a:gd name="T19" fmla="*/ 197 h 29"/>
                  <a:gd name="T20" fmla="*/ 91 w 40"/>
                  <a:gd name="T21" fmla="*/ 116 h 2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0" h="29">
                    <a:moveTo>
                      <a:pt x="8" y="20"/>
                    </a:moveTo>
                    <a:cubicBezTo>
                      <a:pt x="14" y="14"/>
                      <a:pt x="20" y="6"/>
                      <a:pt x="26" y="0"/>
                    </a:cubicBezTo>
                    <a:cubicBezTo>
                      <a:pt x="24" y="4"/>
                      <a:pt x="21" y="9"/>
                      <a:pt x="19" y="14"/>
                    </a:cubicBezTo>
                    <a:cubicBezTo>
                      <a:pt x="25" y="10"/>
                      <a:pt x="34" y="5"/>
                      <a:pt x="39" y="1"/>
                    </a:cubicBezTo>
                    <a:cubicBezTo>
                      <a:pt x="35" y="7"/>
                      <a:pt x="28" y="11"/>
                      <a:pt x="24" y="17"/>
                    </a:cubicBezTo>
                    <a:cubicBezTo>
                      <a:pt x="29" y="14"/>
                      <a:pt x="35" y="14"/>
                      <a:pt x="40" y="9"/>
                    </a:cubicBezTo>
                    <a:cubicBezTo>
                      <a:pt x="36" y="12"/>
                      <a:pt x="33" y="17"/>
                      <a:pt x="28" y="19"/>
                    </a:cubicBezTo>
                    <a:cubicBezTo>
                      <a:pt x="23" y="20"/>
                      <a:pt x="18" y="21"/>
                      <a:pt x="14" y="24"/>
                    </a:cubicBezTo>
                    <a:cubicBezTo>
                      <a:pt x="16" y="21"/>
                      <a:pt x="19" y="18"/>
                      <a:pt x="21" y="15"/>
                    </a:cubicBezTo>
                    <a:cubicBezTo>
                      <a:pt x="14" y="19"/>
                      <a:pt x="7" y="24"/>
                      <a:pt x="0" y="29"/>
                    </a:cubicBezTo>
                    <a:cubicBezTo>
                      <a:pt x="3" y="25"/>
                      <a:pt x="8" y="20"/>
                      <a:pt x="13" y="17"/>
                    </a:cubicBezTo>
                  </a:path>
                </a:pathLst>
              </a:custGeom>
              <a:solidFill>
                <a:srgbClr val="E0CA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016" name="Freeform 1246">
                <a:extLst>
                  <a:ext uri="{FF2B5EF4-FFF2-40B4-BE49-F238E27FC236}">
                    <a16:creationId xmlns:a16="http://schemas.microsoft.com/office/drawing/2014/main" id="{72DB2ED6-8EE5-4889-9BB3-9720072076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1" y="1092"/>
                <a:ext cx="35" cy="113"/>
              </a:xfrm>
              <a:custGeom>
                <a:avLst/>
                <a:gdLst>
                  <a:gd name="T0" fmla="*/ 132 w 18"/>
                  <a:gd name="T1" fmla="*/ 0 h 60"/>
                  <a:gd name="T2" fmla="*/ 80 w 18"/>
                  <a:gd name="T3" fmla="*/ 81 h 60"/>
                  <a:gd name="T4" fmla="*/ 103 w 18"/>
                  <a:gd name="T5" fmla="*/ 68 h 60"/>
                  <a:gd name="T6" fmla="*/ 0 w 18"/>
                  <a:gd name="T7" fmla="*/ 202 h 60"/>
                  <a:gd name="T8" fmla="*/ 68 w 18"/>
                  <a:gd name="T9" fmla="*/ 168 h 60"/>
                  <a:gd name="T10" fmla="*/ 0 w 18"/>
                  <a:gd name="T11" fmla="*/ 401 h 60"/>
                  <a:gd name="T12" fmla="*/ 95 w 18"/>
                  <a:gd name="T13" fmla="*/ 234 h 60"/>
                  <a:gd name="T14" fmla="*/ 80 w 18"/>
                  <a:gd name="T15" fmla="*/ 273 h 60"/>
                  <a:gd name="T16" fmla="*/ 124 w 18"/>
                  <a:gd name="T17" fmla="*/ 128 h 60"/>
                  <a:gd name="T18" fmla="*/ 95 w 18"/>
                  <a:gd name="T19" fmla="*/ 160 h 60"/>
                  <a:gd name="T20" fmla="*/ 124 w 18"/>
                  <a:gd name="T21" fmla="*/ 15 h 6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8" h="60">
                    <a:moveTo>
                      <a:pt x="18" y="0"/>
                    </a:moveTo>
                    <a:cubicBezTo>
                      <a:pt x="16" y="4"/>
                      <a:pt x="13" y="8"/>
                      <a:pt x="11" y="12"/>
                    </a:cubicBezTo>
                    <a:cubicBezTo>
                      <a:pt x="12" y="11"/>
                      <a:pt x="13" y="10"/>
                      <a:pt x="14" y="10"/>
                    </a:cubicBezTo>
                    <a:cubicBezTo>
                      <a:pt x="11" y="18"/>
                      <a:pt x="7" y="24"/>
                      <a:pt x="0" y="30"/>
                    </a:cubicBezTo>
                    <a:cubicBezTo>
                      <a:pt x="3" y="29"/>
                      <a:pt x="6" y="27"/>
                      <a:pt x="9" y="25"/>
                    </a:cubicBezTo>
                    <a:cubicBezTo>
                      <a:pt x="5" y="37"/>
                      <a:pt x="0" y="47"/>
                      <a:pt x="0" y="60"/>
                    </a:cubicBezTo>
                    <a:cubicBezTo>
                      <a:pt x="3" y="51"/>
                      <a:pt x="9" y="44"/>
                      <a:pt x="13" y="35"/>
                    </a:cubicBezTo>
                    <a:cubicBezTo>
                      <a:pt x="12" y="37"/>
                      <a:pt x="12" y="39"/>
                      <a:pt x="11" y="41"/>
                    </a:cubicBezTo>
                    <a:cubicBezTo>
                      <a:pt x="14" y="35"/>
                      <a:pt x="14" y="26"/>
                      <a:pt x="17" y="19"/>
                    </a:cubicBezTo>
                    <a:cubicBezTo>
                      <a:pt x="15" y="20"/>
                      <a:pt x="14" y="22"/>
                      <a:pt x="13" y="24"/>
                    </a:cubicBezTo>
                    <a:cubicBezTo>
                      <a:pt x="17" y="17"/>
                      <a:pt x="17" y="10"/>
                      <a:pt x="17" y="2"/>
                    </a:cubicBezTo>
                  </a:path>
                </a:pathLst>
              </a:custGeom>
              <a:solidFill>
                <a:srgbClr val="E0CA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017" name="Freeform 1247">
                <a:extLst>
                  <a:ext uri="{FF2B5EF4-FFF2-40B4-BE49-F238E27FC236}">
                    <a16:creationId xmlns:a16="http://schemas.microsoft.com/office/drawing/2014/main" id="{6ABF590A-BC9F-4002-98F6-DCE1135806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2" y="1097"/>
                <a:ext cx="31" cy="140"/>
              </a:xfrm>
              <a:custGeom>
                <a:avLst/>
                <a:gdLst>
                  <a:gd name="T0" fmla="*/ 60 w 16"/>
                  <a:gd name="T1" fmla="*/ 0 h 74"/>
                  <a:gd name="T2" fmla="*/ 37 w 16"/>
                  <a:gd name="T3" fmla="*/ 168 h 74"/>
                  <a:gd name="T4" fmla="*/ 64 w 16"/>
                  <a:gd name="T5" fmla="*/ 129 h 74"/>
                  <a:gd name="T6" fmla="*/ 52 w 16"/>
                  <a:gd name="T7" fmla="*/ 373 h 74"/>
                  <a:gd name="T8" fmla="*/ 79 w 16"/>
                  <a:gd name="T9" fmla="*/ 244 h 74"/>
                  <a:gd name="T10" fmla="*/ 72 w 16"/>
                  <a:gd name="T11" fmla="*/ 312 h 74"/>
                  <a:gd name="T12" fmla="*/ 109 w 16"/>
                  <a:gd name="T13" fmla="*/ 501 h 74"/>
                  <a:gd name="T14" fmla="*/ 101 w 16"/>
                  <a:gd name="T15" fmla="*/ 265 h 74"/>
                  <a:gd name="T16" fmla="*/ 87 w 16"/>
                  <a:gd name="T17" fmla="*/ 149 h 74"/>
                  <a:gd name="T18" fmla="*/ 101 w 16"/>
                  <a:gd name="T19" fmla="*/ 161 h 74"/>
                  <a:gd name="T20" fmla="*/ 72 w 16"/>
                  <a:gd name="T21" fmla="*/ 0 h 7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6" h="74">
                    <a:moveTo>
                      <a:pt x="8" y="0"/>
                    </a:moveTo>
                    <a:cubicBezTo>
                      <a:pt x="10" y="9"/>
                      <a:pt x="6" y="17"/>
                      <a:pt x="5" y="25"/>
                    </a:cubicBezTo>
                    <a:cubicBezTo>
                      <a:pt x="6" y="23"/>
                      <a:pt x="8" y="21"/>
                      <a:pt x="9" y="19"/>
                    </a:cubicBezTo>
                    <a:cubicBezTo>
                      <a:pt x="9" y="29"/>
                      <a:pt x="0" y="46"/>
                      <a:pt x="7" y="55"/>
                    </a:cubicBezTo>
                    <a:cubicBezTo>
                      <a:pt x="6" y="48"/>
                      <a:pt x="9" y="43"/>
                      <a:pt x="11" y="36"/>
                    </a:cubicBezTo>
                    <a:cubicBezTo>
                      <a:pt x="12" y="39"/>
                      <a:pt x="11" y="43"/>
                      <a:pt x="10" y="46"/>
                    </a:cubicBezTo>
                    <a:cubicBezTo>
                      <a:pt x="10" y="55"/>
                      <a:pt x="11" y="67"/>
                      <a:pt x="15" y="74"/>
                    </a:cubicBezTo>
                    <a:cubicBezTo>
                      <a:pt x="16" y="63"/>
                      <a:pt x="14" y="50"/>
                      <a:pt x="14" y="39"/>
                    </a:cubicBezTo>
                    <a:cubicBezTo>
                      <a:pt x="14" y="32"/>
                      <a:pt x="12" y="28"/>
                      <a:pt x="12" y="22"/>
                    </a:cubicBezTo>
                    <a:cubicBezTo>
                      <a:pt x="12" y="23"/>
                      <a:pt x="14" y="23"/>
                      <a:pt x="14" y="24"/>
                    </a:cubicBezTo>
                    <a:cubicBezTo>
                      <a:pt x="15" y="17"/>
                      <a:pt x="12" y="6"/>
                      <a:pt x="10" y="0"/>
                    </a:cubicBezTo>
                  </a:path>
                </a:pathLst>
              </a:custGeom>
              <a:solidFill>
                <a:srgbClr val="E0CA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4018" name="Freeform 1248">
                <a:extLst>
                  <a:ext uri="{FF2B5EF4-FFF2-40B4-BE49-F238E27FC236}">
                    <a16:creationId xmlns:a16="http://schemas.microsoft.com/office/drawing/2014/main" id="{D8D9CEB0-9C5A-4DA8-8507-F0FC3F962E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9" y="1198"/>
                <a:ext cx="31" cy="89"/>
              </a:xfrm>
              <a:custGeom>
                <a:avLst/>
                <a:gdLst>
                  <a:gd name="T0" fmla="*/ 87 w 16"/>
                  <a:gd name="T1" fmla="*/ 0 h 47"/>
                  <a:gd name="T2" fmla="*/ 0 w 16"/>
                  <a:gd name="T3" fmla="*/ 320 h 47"/>
                  <a:gd name="T4" fmla="*/ 45 w 16"/>
                  <a:gd name="T5" fmla="*/ 184 h 47"/>
                  <a:gd name="T6" fmla="*/ 37 w 16"/>
                  <a:gd name="T7" fmla="*/ 229 h 47"/>
                  <a:gd name="T8" fmla="*/ 64 w 16"/>
                  <a:gd name="T9" fmla="*/ 197 h 47"/>
                  <a:gd name="T10" fmla="*/ 116 w 16"/>
                  <a:gd name="T11" fmla="*/ 297 h 47"/>
                  <a:gd name="T12" fmla="*/ 79 w 16"/>
                  <a:gd name="T13" fmla="*/ 157 h 47"/>
                  <a:gd name="T14" fmla="*/ 93 w 16"/>
                  <a:gd name="T15" fmla="*/ 21 h 4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6" h="47">
                    <a:moveTo>
                      <a:pt x="12" y="0"/>
                    </a:moveTo>
                    <a:cubicBezTo>
                      <a:pt x="3" y="14"/>
                      <a:pt x="0" y="31"/>
                      <a:pt x="0" y="47"/>
                    </a:cubicBezTo>
                    <a:cubicBezTo>
                      <a:pt x="2" y="41"/>
                      <a:pt x="3" y="33"/>
                      <a:pt x="6" y="27"/>
                    </a:cubicBezTo>
                    <a:cubicBezTo>
                      <a:pt x="6" y="29"/>
                      <a:pt x="5" y="32"/>
                      <a:pt x="5" y="34"/>
                    </a:cubicBezTo>
                    <a:cubicBezTo>
                      <a:pt x="7" y="33"/>
                      <a:pt x="8" y="31"/>
                      <a:pt x="9" y="29"/>
                    </a:cubicBezTo>
                    <a:cubicBezTo>
                      <a:pt x="10" y="34"/>
                      <a:pt x="13" y="39"/>
                      <a:pt x="16" y="44"/>
                    </a:cubicBezTo>
                    <a:cubicBezTo>
                      <a:pt x="14" y="38"/>
                      <a:pt x="11" y="30"/>
                      <a:pt x="11" y="23"/>
                    </a:cubicBezTo>
                    <a:cubicBezTo>
                      <a:pt x="12" y="16"/>
                      <a:pt x="14" y="11"/>
                      <a:pt x="13" y="3"/>
                    </a:cubicBezTo>
                  </a:path>
                </a:pathLst>
              </a:custGeom>
              <a:solidFill>
                <a:srgbClr val="E0CA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</p:grpSp>
        <p:sp>
          <p:nvSpPr>
            <p:cNvPr id="33799" name="Freeform 1249">
              <a:extLst>
                <a:ext uri="{FF2B5EF4-FFF2-40B4-BE49-F238E27FC236}">
                  <a16:creationId xmlns:a16="http://schemas.microsoft.com/office/drawing/2014/main" id="{3DE0871C-FBAB-4117-8EAD-07F4D2C8E5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1" y="1234"/>
              <a:ext cx="19" cy="60"/>
            </a:xfrm>
            <a:custGeom>
              <a:avLst/>
              <a:gdLst>
                <a:gd name="T0" fmla="*/ 0 w 10"/>
                <a:gd name="T1" fmla="*/ 0 h 32"/>
                <a:gd name="T2" fmla="*/ 36 w 10"/>
                <a:gd name="T3" fmla="*/ 212 h 32"/>
                <a:gd name="T4" fmla="*/ 48 w 10"/>
                <a:gd name="T5" fmla="*/ 99 h 32"/>
                <a:gd name="T6" fmla="*/ 68 w 10"/>
                <a:gd name="T7" fmla="*/ 133 h 32"/>
                <a:gd name="T8" fmla="*/ 0 w 10"/>
                <a:gd name="T9" fmla="*/ 0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32">
                  <a:moveTo>
                    <a:pt x="0" y="0"/>
                  </a:moveTo>
                  <a:cubicBezTo>
                    <a:pt x="0" y="9"/>
                    <a:pt x="0" y="24"/>
                    <a:pt x="5" y="32"/>
                  </a:cubicBezTo>
                  <a:cubicBezTo>
                    <a:pt x="5" y="26"/>
                    <a:pt x="6" y="21"/>
                    <a:pt x="7" y="15"/>
                  </a:cubicBezTo>
                  <a:cubicBezTo>
                    <a:pt x="7" y="17"/>
                    <a:pt x="9" y="19"/>
                    <a:pt x="10" y="20"/>
                  </a:cubicBezTo>
                  <a:cubicBezTo>
                    <a:pt x="9" y="13"/>
                    <a:pt x="1" y="7"/>
                    <a:pt x="0" y="0"/>
                  </a:cubicBezTo>
                </a:path>
              </a:pathLst>
            </a:custGeom>
            <a:solidFill>
              <a:srgbClr val="E0CA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3800" name="Freeform 1250">
              <a:extLst>
                <a:ext uri="{FF2B5EF4-FFF2-40B4-BE49-F238E27FC236}">
                  <a16:creationId xmlns:a16="http://schemas.microsoft.com/office/drawing/2014/main" id="{CC7A543A-B87B-4A07-94FC-F75B169F3B5F}"/>
                </a:ext>
              </a:extLst>
            </p:cNvPr>
            <p:cNvSpPr>
              <a:spLocks/>
            </p:cNvSpPr>
            <p:nvPr/>
          </p:nvSpPr>
          <p:spPr bwMode="auto">
            <a:xfrm>
              <a:off x="858" y="997"/>
              <a:ext cx="12" cy="24"/>
            </a:xfrm>
            <a:custGeom>
              <a:avLst/>
              <a:gdLst>
                <a:gd name="T0" fmla="*/ 48 w 6"/>
                <a:gd name="T1" fmla="*/ 81 h 13"/>
                <a:gd name="T2" fmla="*/ 40 w 6"/>
                <a:gd name="T3" fmla="*/ 0 h 13"/>
                <a:gd name="T4" fmla="*/ 40 w 6"/>
                <a:gd name="T5" fmla="*/ 76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13">
                  <a:moveTo>
                    <a:pt x="6" y="13"/>
                  </a:moveTo>
                  <a:cubicBezTo>
                    <a:pt x="2" y="11"/>
                    <a:pt x="4" y="3"/>
                    <a:pt x="5" y="0"/>
                  </a:cubicBezTo>
                  <a:cubicBezTo>
                    <a:pt x="1" y="3"/>
                    <a:pt x="0" y="11"/>
                    <a:pt x="5" y="12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3801" name="Freeform 1251">
              <a:extLst>
                <a:ext uri="{FF2B5EF4-FFF2-40B4-BE49-F238E27FC236}">
                  <a16:creationId xmlns:a16="http://schemas.microsoft.com/office/drawing/2014/main" id="{1130D04D-05EE-4F13-9F14-09C7377ED40A}"/>
                </a:ext>
              </a:extLst>
            </p:cNvPr>
            <p:cNvSpPr>
              <a:spLocks/>
            </p:cNvSpPr>
            <p:nvPr/>
          </p:nvSpPr>
          <p:spPr bwMode="auto">
            <a:xfrm>
              <a:off x="895" y="929"/>
              <a:ext cx="21" cy="77"/>
            </a:xfrm>
            <a:custGeom>
              <a:avLst/>
              <a:gdLst>
                <a:gd name="T0" fmla="*/ 76 w 11"/>
                <a:gd name="T1" fmla="*/ 0 h 41"/>
                <a:gd name="T2" fmla="*/ 36 w 11"/>
                <a:gd name="T3" fmla="*/ 45 h 41"/>
                <a:gd name="T4" fmla="*/ 0 w 11"/>
                <a:gd name="T5" fmla="*/ 120 h 41"/>
                <a:gd name="T6" fmla="*/ 15 w 11"/>
                <a:gd name="T7" fmla="*/ 272 h 41"/>
                <a:gd name="T8" fmla="*/ 15 w 11"/>
                <a:gd name="T9" fmla="*/ 190 h 41"/>
                <a:gd name="T10" fmla="*/ 15 w 11"/>
                <a:gd name="T11" fmla="*/ 113 h 41"/>
                <a:gd name="T12" fmla="*/ 69 w 11"/>
                <a:gd name="T13" fmla="*/ 8 h 4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" h="41">
                  <a:moveTo>
                    <a:pt x="11" y="0"/>
                  </a:moveTo>
                  <a:cubicBezTo>
                    <a:pt x="8" y="1"/>
                    <a:pt x="6" y="4"/>
                    <a:pt x="5" y="7"/>
                  </a:cubicBezTo>
                  <a:cubicBezTo>
                    <a:pt x="3" y="10"/>
                    <a:pt x="0" y="15"/>
                    <a:pt x="0" y="18"/>
                  </a:cubicBezTo>
                  <a:cubicBezTo>
                    <a:pt x="0" y="26"/>
                    <a:pt x="2" y="33"/>
                    <a:pt x="2" y="41"/>
                  </a:cubicBezTo>
                  <a:cubicBezTo>
                    <a:pt x="4" y="38"/>
                    <a:pt x="2" y="32"/>
                    <a:pt x="2" y="29"/>
                  </a:cubicBezTo>
                  <a:cubicBezTo>
                    <a:pt x="2" y="24"/>
                    <a:pt x="2" y="21"/>
                    <a:pt x="2" y="17"/>
                  </a:cubicBezTo>
                  <a:cubicBezTo>
                    <a:pt x="2" y="11"/>
                    <a:pt x="5" y="4"/>
                    <a:pt x="10" y="1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3802" name="Freeform 1252">
              <a:extLst>
                <a:ext uri="{FF2B5EF4-FFF2-40B4-BE49-F238E27FC236}">
                  <a16:creationId xmlns:a16="http://schemas.microsoft.com/office/drawing/2014/main" id="{2B5E8259-1F32-475D-9656-C7D4629E2E9F}"/>
                </a:ext>
              </a:extLst>
            </p:cNvPr>
            <p:cNvSpPr>
              <a:spLocks/>
            </p:cNvSpPr>
            <p:nvPr/>
          </p:nvSpPr>
          <p:spPr bwMode="auto">
            <a:xfrm>
              <a:off x="849" y="930"/>
              <a:ext cx="19" cy="63"/>
            </a:xfrm>
            <a:custGeom>
              <a:avLst/>
              <a:gdLst>
                <a:gd name="T0" fmla="*/ 0 w 10"/>
                <a:gd name="T1" fmla="*/ 0 h 33"/>
                <a:gd name="T2" fmla="*/ 68 w 10"/>
                <a:gd name="T3" fmla="*/ 113 h 33"/>
                <a:gd name="T4" fmla="*/ 40 w 10"/>
                <a:gd name="T5" fmla="*/ 229 h 33"/>
                <a:gd name="T6" fmla="*/ 48 w 10"/>
                <a:gd name="T7" fmla="*/ 176 h 33"/>
                <a:gd name="T8" fmla="*/ 40 w 10"/>
                <a:gd name="T9" fmla="*/ 113 h 33"/>
                <a:gd name="T10" fmla="*/ 0 w 10"/>
                <a:gd name="T11" fmla="*/ 0 h 3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" h="33">
                  <a:moveTo>
                    <a:pt x="0" y="0"/>
                  </a:moveTo>
                  <a:cubicBezTo>
                    <a:pt x="3" y="5"/>
                    <a:pt x="10" y="9"/>
                    <a:pt x="10" y="16"/>
                  </a:cubicBezTo>
                  <a:cubicBezTo>
                    <a:pt x="10" y="22"/>
                    <a:pt x="8" y="27"/>
                    <a:pt x="6" y="33"/>
                  </a:cubicBezTo>
                  <a:cubicBezTo>
                    <a:pt x="6" y="31"/>
                    <a:pt x="7" y="27"/>
                    <a:pt x="7" y="25"/>
                  </a:cubicBezTo>
                  <a:cubicBezTo>
                    <a:pt x="7" y="21"/>
                    <a:pt x="7" y="20"/>
                    <a:pt x="6" y="16"/>
                  </a:cubicBezTo>
                  <a:cubicBezTo>
                    <a:pt x="5" y="10"/>
                    <a:pt x="3" y="5"/>
                    <a:pt x="0" y="0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3803" name="Freeform 1253">
              <a:extLst>
                <a:ext uri="{FF2B5EF4-FFF2-40B4-BE49-F238E27FC236}">
                  <a16:creationId xmlns:a16="http://schemas.microsoft.com/office/drawing/2014/main" id="{E8CF4E2D-DDBA-4EEC-9973-9CBD02764B60}"/>
                </a:ext>
              </a:extLst>
            </p:cNvPr>
            <p:cNvSpPr>
              <a:spLocks/>
            </p:cNvSpPr>
            <p:nvPr/>
          </p:nvSpPr>
          <p:spPr bwMode="auto">
            <a:xfrm>
              <a:off x="885" y="1002"/>
              <a:ext cx="32" cy="35"/>
            </a:xfrm>
            <a:custGeom>
              <a:avLst/>
              <a:gdLst>
                <a:gd name="T0" fmla="*/ 100 w 17"/>
                <a:gd name="T1" fmla="*/ 0 h 18"/>
                <a:gd name="T2" fmla="*/ 60 w 17"/>
                <a:gd name="T3" fmla="*/ 80 h 18"/>
                <a:gd name="T4" fmla="*/ 32 w 17"/>
                <a:gd name="T5" fmla="*/ 109 h 18"/>
                <a:gd name="T6" fmla="*/ 0 w 17"/>
                <a:gd name="T7" fmla="*/ 124 h 18"/>
                <a:gd name="T8" fmla="*/ 40 w 17"/>
                <a:gd name="T9" fmla="*/ 124 h 18"/>
                <a:gd name="T10" fmla="*/ 75 w 17"/>
                <a:gd name="T11" fmla="*/ 95 h 18"/>
                <a:gd name="T12" fmla="*/ 100 w 17"/>
                <a:gd name="T13" fmla="*/ 16 h 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" h="18">
                  <a:moveTo>
                    <a:pt x="15" y="0"/>
                  </a:moveTo>
                  <a:cubicBezTo>
                    <a:pt x="15" y="5"/>
                    <a:pt x="15" y="10"/>
                    <a:pt x="9" y="11"/>
                  </a:cubicBezTo>
                  <a:cubicBezTo>
                    <a:pt x="7" y="12"/>
                    <a:pt x="7" y="13"/>
                    <a:pt x="5" y="15"/>
                  </a:cubicBezTo>
                  <a:cubicBezTo>
                    <a:pt x="3" y="16"/>
                    <a:pt x="2" y="17"/>
                    <a:pt x="0" y="17"/>
                  </a:cubicBezTo>
                  <a:cubicBezTo>
                    <a:pt x="1" y="18"/>
                    <a:pt x="5" y="17"/>
                    <a:pt x="6" y="17"/>
                  </a:cubicBezTo>
                  <a:cubicBezTo>
                    <a:pt x="8" y="16"/>
                    <a:pt x="9" y="14"/>
                    <a:pt x="11" y="13"/>
                  </a:cubicBezTo>
                  <a:cubicBezTo>
                    <a:pt x="16" y="11"/>
                    <a:pt x="17" y="7"/>
                    <a:pt x="15" y="2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3804" name="Freeform 1254">
              <a:extLst>
                <a:ext uri="{FF2B5EF4-FFF2-40B4-BE49-F238E27FC236}">
                  <a16:creationId xmlns:a16="http://schemas.microsoft.com/office/drawing/2014/main" id="{D25A4C99-9B4C-4386-B8AC-6DB6A119E5D3}"/>
                </a:ext>
              </a:extLst>
            </p:cNvPr>
            <p:cNvSpPr>
              <a:spLocks/>
            </p:cNvSpPr>
            <p:nvPr/>
          </p:nvSpPr>
          <p:spPr bwMode="auto">
            <a:xfrm>
              <a:off x="847" y="1002"/>
              <a:ext cx="11" cy="23"/>
            </a:xfrm>
            <a:custGeom>
              <a:avLst/>
              <a:gdLst>
                <a:gd name="T0" fmla="*/ 13 w 6"/>
                <a:gd name="T1" fmla="*/ 0 h 12"/>
                <a:gd name="T2" fmla="*/ 13 w 6"/>
                <a:gd name="T3" fmla="*/ 56 h 12"/>
                <a:gd name="T4" fmla="*/ 37 w 6"/>
                <a:gd name="T5" fmla="*/ 84 h 12"/>
                <a:gd name="T6" fmla="*/ 7 w 6"/>
                <a:gd name="T7" fmla="*/ 8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12">
                  <a:moveTo>
                    <a:pt x="2" y="0"/>
                  </a:moveTo>
                  <a:cubicBezTo>
                    <a:pt x="2" y="3"/>
                    <a:pt x="1" y="6"/>
                    <a:pt x="2" y="8"/>
                  </a:cubicBezTo>
                  <a:cubicBezTo>
                    <a:pt x="3" y="11"/>
                    <a:pt x="4" y="11"/>
                    <a:pt x="6" y="12"/>
                  </a:cubicBezTo>
                  <a:cubicBezTo>
                    <a:pt x="0" y="11"/>
                    <a:pt x="0" y="6"/>
                    <a:pt x="1" y="1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3805" name="Freeform 1255">
              <a:extLst>
                <a:ext uri="{FF2B5EF4-FFF2-40B4-BE49-F238E27FC236}">
                  <a16:creationId xmlns:a16="http://schemas.microsoft.com/office/drawing/2014/main" id="{287530FF-6D54-4EFA-9677-5B3CE0AB5973}"/>
                </a:ext>
              </a:extLst>
            </p:cNvPr>
            <p:cNvSpPr>
              <a:spLocks/>
            </p:cNvSpPr>
            <p:nvPr/>
          </p:nvSpPr>
          <p:spPr bwMode="auto">
            <a:xfrm>
              <a:off x="874" y="1037"/>
              <a:ext cx="7" cy="19"/>
            </a:xfrm>
            <a:custGeom>
              <a:avLst/>
              <a:gdLst>
                <a:gd name="T0" fmla="*/ 21 w 4"/>
                <a:gd name="T1" fmla="*/ 68 h 10"/>
                <a:gd name="T2" fmla="*/ 12 w 4"/>
                <a:gd name="T3" fmla="*/ 36 h 10"/>
                <a:gd name="T4" fmla="*/ 12 w 4"/>
                <a:gd name="T5" fmla="*/ 0 h 10"/>
                <a:gd name="T6" fmla="*/ 7 w 4"/>
                <a:gd name="T7" fmla="*/ 48 h 10"/>
                <a:gd name="T8" fmla="*/ 7 w 4"/>
                <a:gd name="T9" fmla="*/ 61 h 10"/>
                <a:gd name="T10" fmla="*/ 16 w 4"/>
                <a:gd name="T11" fmla="*/ 68 h 1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" h="10">
                  <a:moveTo>
                    <a:pt x="4" y="10"/>
                  </a:moveTo>
                  <a:cubicBezTo>
                    <a:pt x="4" y="9"/>
                    <a:pt x="2" y="7"/>
                    <a:pt x="2" y="5"/>
                  </a:cubicBezTo>
                  <a:cubicBezTo>
                    <a:pt x="2" y="4"/>
                    <a:pt x="2" y="2"/>
                    <a:pt x="2" y="0"/>
                  </a:cubicBezTo>
                  <a:cubicBezTo>
                    <a:pt x="2" y="2"/>
                    <a:pt x="1" y="5"/>
                    <a:pt x="1" y="7"/>
                  </a:cubicBezTo>
                  <a:cubicBezTo>
                    <a:pt x="0" y="9"/>
                    <a:pt x="0" y="8"/>
                    <a:pt x="1" y="9"/>
                  </a:cubicBezTo>
                  <a:cubicBezTo>
                    <a:pt x="2" y="9"/>
                    <a:pt x="3" y="10"/>
                    <a:pt x="3" y="10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3806" name="Freeform 1256">
              <a:extLst>
                <a:ext uri="{FF2B5EF4-FFF2-40B4-BE49-F238E27FC236}">
                  <a16:creationId xmlns:a16="http://schemas.microsoft.com/office/drawing/2014/main" id="{16E475EF-AAAE-4246-9987-A9CA9ECF8572}"/>
                </a:ext>
              </a:extLst>
            </p:cNvPr>
            <p:cNvSpPr>
              <a:spLocks/>
            </p:cNvSpPr>
            <p:nvPr/>
          </p:nvSpPr>
          <p:spPr bwMode="auto">
            <a:xfrm>
              <a:off x="858" y="985"/>
              <a:ext cx="37" cy="36"/>
            </a:xfrm>
            <a:custGeom>
              <a:avLst/>
              <a:gdLst>
                <a:gd name="T0" fmla="*/ 53 w 19"/>
                <a:gd name="T1" fmla="*/ 15 h 19"/>
                <a:gd name="T2" fmla="*/ 60 w 19"/>
                <a:gd name="T3" fmla="*/ 129 h 19"/>
                <a:gd name="T4" fmla="*/ 125 w 19"/>
                <a:gd name="T5" fmla="*/ 100 h 19"/>
                <a:gd name="T6" fmla="*/ 88 w 19"/>
                <a:gd name="T7" fmla="*/ 76 h 19"/>
                <a:gd name="T8" fmla="*/ 72 w 19"/>
                <a:gd name="T9" fmla="*/ 47 h 19"/>
                <a:gd name="T10" fmla="*/ 68 w 19"/>
                <a:gd name="T11" fmla="*/ 15 h 19"/>
                <a:gd name="T12" fmla="*/ 53 w 19"/>
                <a:gd name="T13" fmla="*/ 15 h 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" h="19">
                  <a:moveTo>
                    <a:pt x="7" y="2"/>
                  </a:moveTo>
                  <a:cubicBezTo>
                    <a:pt x="7" y="7"/>
                    <a:pt x="0" y="16"/>
                    <a:pt x="8" y="19"/>
                  </a:cubicBezTo>
                  <a:cubicBezTo>
                    <a:pt x="10" y="19"/>
                    <a:pt x="19" y="19"/>
                    <a:pt x="17" y="15"/>
                  </a:cubicBezTo>
                  <a:cubicBezTo>
                    <a:pt x="16" y="13"/>
                    <a:pt x="13" y="13"/>
                    <a:pt x="12" y="11"/>
                  </a:cubicBezTo>
                  <a:cubicBezTo>
                    <a:pt x="11" y="10"/>
                    <a:pt x="10" y="9"/>
                    <a:pt x="10" y="7"/>
                  </a:cubicBezTo>
                  <a:cubicBezTo>
                    <a:pt x="10" y="5"/>
                    <a:pt x="10" y="4"/>
                    <a:pt x="9" y="2"/>
                  </a:cubicBezTo>
                  <a:cubicBezTo>
                    <a:pt x="9" y="1"/>
                    <a:pt x="7" y="0"/>
                    <a:pt x="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3807" name="Freeform 1257">
              <a:extLst>
                <a:ext uri="{FF2B5EF4-FFF2-40B4-BE49-F238E27FC236}">
                  <a16:creationId xmlns:a16="http://schemas.microsoft.com/office/drawing/2014/main" id="{E8FB6793-8D06-4139-901E-5F1895C2B117}"/>
                </a:ext>
              </a:extLst>
            </p:cNvPr>
            <p:cNvSpPr>
              <a:spLocks/>
            </p:cNvSpPr>
            <p:nvPr/>
          </p:nvSpPr>
          <p:spPr bwMode="auto">
            <a:xfrm>
              <a:off x="925" y="938"/>
              <a:ext cx="25" cy="11"/>
            </a:xfrm>
            <a:custGeom>
              <a:avLst/>
              <a:gdLst>
                <a:gd name="T0" fmla="*/ 0 w 13"/>
                <a:gd name="T1" fmla="*/ 37 h 6"/>
                <a:gd name="T2" fmla="*/ 92 w 13"/>
                <a:gd name="T3" fmla="*/ 0 h 6"/>
                <a:gd name="T4" fmla="*/ 44 w 13"/>
                <a:gd name="T5" fmla="*/ 13 h 6"/>
                <a:gd name="T6" fmla="*/ 8 w 13"/>
                <a:gd name="T7" fmla="*/ 31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6">
                  <a:moveTo>
                    <a:pt x="0" y="6"/>
                  </a:moveTo>
                  <a:cubicBezTo>
                    <a:pt x="4" y="3"/>
                    <a:pt x="8" y="0"/>
                    <a:pt x="13" y="0"/>
                  </a:cubicBezTo>
                  <a:cubicBezTo>
                    <a:pt x="11" y="0"/>
                    <a:pt x="8" y="1"/>
                    <a:pt x="6" y="2"/>
                  </a:cubicBezTo>
                  <a:cubicBezTo>
                    <a:pt x="4" y="3"/>
                    <a:pt x="3" y="4"/>
                    <a:pt x="1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3808" name="Freeform 1258">
              <a:extLst>
                <a:ext uri="{FF2B5EF4-FFF2-40B4-BE49-F238E27FC236}">
                  <a16:creationId xmlns:a16="http://schemas.microsoft.com/office/drawing/2014/main" id="{105100F0-07D4-4091-A8D0-439E1034A716}"/>
                </a:ext>
              </a:extLst>
            </p:cNvPr>
            <p:cNvSpPr>
              <a:spLocks/>
            </p:cNvSpPr>
            <p:nvPr/>
          </p:nvSpPr>
          <p:spPr bwMode="auto">
            <a:xfrm>
              <a:off x="893" y="925"/>
              <a:ext cx="23" cy="38"/>
            </a:xfrm>
            <a:custGeom>
              <a:avLst/>
              <a:gdLst>
                <a:gd name="T0" fmla="*/ 84 w 12"/>
                <a:gd name="T1" fmla="*/ 0 h 20"/>
                <a:gd name="T2" fmla="*/ 36 w 12"/>
                <a:gd name="T3" fmla="*/ 55 h 20"/>
                <a:gd name="T4" fmla="*/ 8 w 12"/>
                <a:gd name="T5" fmla="*/ 137 h 20"/>
                <a:gd name="T6" fmla="*/ 29 w 12"/>
                <a:gd name="T7" fmla="*/ 48 h 20"/>
                <a:gd name="T8" fmla="*/ 84 w 12"/>
                <a:gd name="T9" fmla="*/ 0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20">
                  <a:moveTo>
                    <a:pt x="12" y="0"/>
                  </a:moveTo>
                  <a:cubicBezTo>
                    <a:pt x="9" y="1"/>
                    <a:pt x="7" y="5"/>
                    <a:pt x="5" y="8"/>
                  </a:cubicBezTo>
                  <a:cubicBezTo>
                    <a:pt x="3" y="12"/>
                    <a:pt x="1" y="15"/>
                    <a:pt x="1" y="20"/>
                  </a:cubicBezTo>
                  <a:cubicBezTo>
                    <a:pt x="0" y="16"/>
                    <a:pt x="2" y="11"/>
                    <a:pt x="4" y="7"/>
                  </a:cubicBezTo>
                  <a:cubicBezTo>
                    <a:pt x="5" y="4"/>
                    <a:pt x="8" y="1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3809" name="Freeform 1259">
              <a:extLst>
                <a:ext uri="{FF2B5EF4-FFF2-40B4-BE49-F238E27FC236}">
                  <a16:creationId xmlns:a16="http://schemas.microsoft.com/office/drawing/2014/main" id="{DF8E698C-B77D-440C-9FD6-88D215F01CA6}"/>
                </a:ext>
              </a:extLst>
            </p:cNvPr>
            <p:cNvSpPr>
              <a:spLocks/>
            </p:cNvSpPr>
            <p:nvPr/>
          </p:nvSpPr>
          <p:spPr bwMode="auto">
            <a:xfrm>
              <a:off x="822" y="915"/>
              <a:ext cx="38" cy="40"/>
            </a:xfrm>
            <a:custGeom>
              <a:avLst/>
              <a:gdLst>
                <a:gd name="T0" fmla="*/ 0 w 20"/>
                <a:gd name="T1" fmla="*/ 0 h 21"/>
                <a:gd name="T2" fmla="*/ 29 w 20"/>
                <a:gd name="T3" fmla="*/ 15 h 21"/>
                <a:gd name="T4" fmla="*/ 48 w 20"/>
                <a:gd name="T5" fmla="*/ 21 h 21"/>
                <a:gd name="T6" fmla="*/ 91 w 20"/>
                <a:gd name="T7" fmla="*/ 48 h 21"/>
                <a:gd name="T8" fmla="*/ 116 w 20"/>
                <a:gd name="T9" fmla="*/ 91 h 21"/>
                <a:gd name="T10" fmla="*/ 124 w 20"/>
                <a:gd name="T11" fmla="*/ 116 h 21"/>
                <a:gd name="T12" fmla="*/ 137 w 20"/>
                <a:gd name="T13" fmla="*/ 145 h 21"/>
                <a:gd name="T14" fmla="*/ 116 w 20"/>
                <a:gd name="T15" fmla="*/ 105 h 21"/>
                <a:gd name="T16" fmla="*/ 76 w 20"/>
                <a:gd name="T17" fmla="*/ 48 h 21"/>
                <a:gd name="T18" fmla="*/ 0 w 20"/>
                <a:gd name="T19" fmla="*/ 8 h 2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0" h="21">
                  <a:moveTo>
                    <a:pt x="0" y="0"/>
                  </a:moveTo>
                  <a:cubicBezTo>
                    <a:pt x="1" y="1"/>
                    <a:pt x="3" y="2"/>
                    <a:pt x="4" y="2"/>
                  </a:cubicBezTo>
                  <a:cubicBezTo>
                    <a:pt x="5" y="2"/>
                    <a:pt x="6" y="3"/>
                    <a:pt x="7" y="3"/>
                  </a:cubicBezTo>
                  <a:cubicBezTo>
                    <a:pt x="9" y="4"/>
                    <a:pt x="12" y="5"/>
                    <a:pt x="13" y="7"/>
                  </a:cubicBezTo>
                  <a:cubicBezTo>
                    <a:pt x="15" y="8"/>
                    <a:pt x="16" y="11"/>
                    <a:pt x="17" y="13"/>
                  </a:cubicBezTo>
                  <a:cubicBezTo>
                    <a:pt x="17" y="14"/>
                    <a:pt x="18" y="16"/>
                    <a:pt x="18" y="17"/>
                  </a:cubicBezTo>
                  <a:cubicBezTo>
                    <a:pt x="19" y="18"/>
                    <a:pt x="20" y="20"/>
                    <a:pt x="20" y="21"/>
                  </a:cubicBezTo>
                  <a:cubicBezTo>
                    <a:pt x="19" y="20"/>
                    <a:pt x="18" y="17"/>
                    <a:pt x="17" y="15"/>
                  </a:cubicBezTo>
                  <a:cubicBezTo>
                    <a:pt x="16" y="12"/>
                    <a:pt x="14" y="9"/>
                    <a:pt x="11" y="7"/>
                  </a:cubicBezTo>
                  <a:cubicBezTo>
                    <a:pt x="8" y="5"/>
                    <a:pt x="4" y="3"/>
                    <a:pt x="0" y="1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3810" name="Freeform 1260">
              <a:extLst>
                <a:ext uri="{FF2B5EF4-FFF2-40B4-BE49-F238E27FC236}">
                  <a16:creationId xmlns:a16="http://schemas.microsoft.com/office/drawing/2014/main" id="{1C6D169B-87C9-43BE-B923-CD1FB0075A19}"/>
                </a:ext>
              </a:extLst>
            </p:cNvPr>
            <p:cNvSpPr>
              <a:spLocks/>
            </p:cNvSpPr>
            <p:nvPr/>
          </p:nvSpPr>
          <p:spPr bwMode="auto">
            <a:xfrm>
              <a:off x="758" y="1052"/>
              <a:ext cx="68" cy="81"/>
            </a:xfrm>
            <a:custGeom>
              <a:avLst/>
              <a:gdLst>
                <a:gd name="T0" fmla="*/ 0 w 36"/>
                <a:gd name="T1" fmla="*/ 0 h 43"/>
                <a:gd name="T2" fmla="*/ 242 w 36"/>
                <a:gd name="T3" fmla="*/ 288 h 43"/>
                <a:gd name="T4" fmla="*/ 0 w 36"/>
                <a:gd name="T5" fmla="*/ 0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43">
                  <a:moveTo>
                    <a:pt x="0" y="0"/>
                  </a:moveTo>
                  <a:cubicBezTo>
                    <a:pt x="0" y="0"/>
                    <a:pt x="13" y="29"/>
                    <a:pt x="36" y="43"/>
                  </a:cubicBezTo>
                  <a:cubicBezTo>
                    <a:pt x="36" y="43"/>
                    <a:pt x="12" y="22"/>
                    <a:pt x="0" y="0"/>
                  </a:cubicBezTo>
                  <a:close/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3811" name="Freeform 1261">
              <a:extLst>
                <a:ext uri="{FF2B5EF4-FFF2-40B4-BE49-F238E27FC236}">
                  <a16:creationId xmlns:a16="http://schemas.microsoft.com/office/drawing/2014/main" id="{17CF11F2-35B3-41F2-BC7C-4B86FE9FD71A}"/>
                </a:ext>
              </a:extLst>
            </p:cNvPr>
            <p:cNvSpPr>
              <a:spLocks/>
            </p:cNvSpPr>
            <p:nvPr/>
          </p:nvSpPr>
          <p:spPr bwMode="auto">
            <a:xfrm>
              <a:off x="946" y="1025"/>
              <a:ext cx="69" cy="103"/>
            </a:xfrm>
            <a:custGeom>
              <a:avLst/>
              <a:gdLst>
                <a:gd name="T0" fmla="*/ 253 w 36"/>
                <a:gd name="T1" fmla="*/ 0 h 54"/>
                <a:gd name="T2" fmla="*/ 0 w 36"/>
                <a:gd name="T3" fmla="*/ 374 h 54"/>
                <a:gd name="T4" fmla="*/ 253 w 36"/>
                <a:gd name="T5" fmla="*/ 0 h 5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54">
                  <a:moveTo>
                    <a:pt x="36" y="0"/>
                  </a:moveTo>
                  <a:cubicBezTo>
                    <a:pt x="36" y="0"/>
                    <a:pt x="31" y="31"/>
                    <a:pt x="0" y="54"/>
                  </a:cubicBezTo>
                  <a:cubicBezTo>
                    <a:pt x="0" y="54"/>
                    <a:pt x="27" y="30"/>
                    <a:pt x="36" y="0"/>
                  </a:cubicBezTo>
                  <a:close/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3812" name="Freeform 1262">
              <a:extLst>
                <a:ext uri="{FF2B5EF4-FFF2-40B4-BE49-F238E27FC236}">
                  <a16:creationId xmlns:a16="http://schemas.microsoft.com/office/drawing/2014/main" id="{293ABAB3-CE62-4540-B1E9-B824D7E1558A}"/>
                </a:ext>
              </a:extLst>
            </p:cNvPr>
            <p:cNvSpPr>
              <a:spLocks/>
            </p:cNvSpPr>
            <p:nvPr/>
          </p:nvSpPr>
          <p:spPr bwMode="auto">
            <a:xfrm>
              <a:off x="811" y="809"/>
              <a:ext cx="118" cy="99"/>
            </a:xfrm>
            <a:custGeom>
              <a:avLst/>
              <a:gdLst>
                <a:gd name="T0" fmla="*/ 421 w 62"/>
                <a:gd name="T1" fmla="*/ 0 h 52"/>
                <a:gd name="T2" fmla="*/ 398 w 62"/>
                <a:gd name="T3" fmla="*/ 105 h 52"/>
                <a:gd name="T4" fmla="*/ 381 w 62"/>
                <a:gd name="T5" fmla="*/ 131 h 52"/>
                <a:gd name="T6" fmla="*/ 352 w 62"/>
                <a:gd name="T7" fmla="*/ 145 h 52"/>
                <a:gd name="T8" fmla="*/ 318 w 62"/>
                <a:gd name="T9" fmla="*/ 181 h 52"/>
                <a:gd name="T10" fmla="*/ 268 w 62"/>
                <a:gd name="T11" fmla="*/ 236 h 52"/>
                <a:gd name="T12" fmla="*/ 276 w 62"/>
                <a:gd name="T13" fmla="*/ 208 h 52"/>
                <a:gd name="T14" fmla="*/ 160 w 62"/>
                <a:gd name="T15" fmla="*/ 297 h 52"/>
                <a:gd name="T16" fmla="*/ 173 w 62"/>
                <a:gd name="T17" fmla="*/ 284 h 52"/>
                <a:gd name="T18" fmla="*/ 84 w 62"/>
                <a:gd name="T19" fmla="*/ 320 h 52"/>
                <a:gd name="T20" fmla="*/ 0 w 62"/>
                <a:gd name="T21" fmla="*/ 345 h 52"/>
                <a:gd name="T22" fmla="*/ 160 w 62"/>
                <a:gd name="T23" fmla="*/ 352 h 52"/>
                <a:gd name="T24" fmla="*/ 312 w 62"/>
                <a:gd name="T25" fmla="*/ 236 h 52"/>
                <a:gd name="T26" fmla="*/ 413 w 62"/>
                <a:gd name="T27" fmla="*/ 97 h 52"/>
                <a:gd name="T28" fmla="*/ 428 w 62"/>
                <a:gd name="T29" fmla="*/ 0 h 52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62" h="52">
                  <a:moveTo>
                    <a:pt x="61" y="0"/>
                  </a:moveTo>
                  <a:cubicBezTo>
                    <a:pt x="62" y="4"/>
                    <a:pt x="60" y="11"/>
                    <a:pt x="58" y="15"/>
                  </a:cubicBezTo>
                  <a:cubicBezTo>
                    <a:pt x="57" y="16"/>
                    <a:pt x="56" y="17"/>
                    <a:pt x="55" y="19"/>
                  </a:cubicBezTo>
                  <a:cubicBezTo>
                    <a:pt x="53" y="20"/>
                    <a:pt x="52" y="20"/>
                    <a:pt x="51" y="21"/>
                  </a:cubicBezTo>
                  <a:cubicBezTo>
                    <a:pt x="49" y="22"/>
                    <a:pt x="48" y="24"/>
                    <a:pt x="46" y="26"/>
                  </a:cubicBezTo>
                  <a:cubicBezTo>
                    <a:pt x="44" y="29"/>
                    <a:pt x="42" y="32"/>
                    <a:pt x="39" y="34"/>
                  </a:cubicBezTo>
                  <a:cubicBezTo>
                    <a:pt x="39" y="33"/>
                    <a:pt x="40" y="32"/>
                    <a:pt x="40" y="30"/>
                  </a:cubicBezTo>
                  <a:cubicBezTo>
                    <a:pt x="36" y="35"/>
                    <a:pt x="29" y="41"/>
                    <a:pt x="23" y="43"/>
                  </a:cubicBezTo>
                  <a:cubicBezTo>
                    <a:pt x="24" y="42"/>
                    <a:pt x="24" y="41"/>
                    <a:pt x="25" y="41"/>
                  </a:cubicBezTo>
                  <a:cubicBezTo>
                    <a:pt x="21" y="43"/>
                    <a:pt x="16" y="44"/>
                    <a:pt x="12" y="46"/>
                  </a:cubicBezTo>
                  <a:cubicBezTo>
                    <a:pt x="8" y="47"/>
                    <a:pt x="3" y="48"/>
                    <a:pt x="0" y="50"/>
                  </a:cubicBezTo>
                  <a:cubicBezTo>
                    <a:pt x="7" y="51"/>
                    <a:pt x="15" y="52"/>
                    <a:pt x="23" y="51"/>
                  </a:cubicBezTo>
                  <a:cubicBezTo>
                    <a:pt x="32" y="49"/>
                    <a:pt x="40" y="42"/>
                    <a:pt x="45" y="34"/>
                  </a:cubicBezTo>
                  <a:cubicBezTo>
                    <a:pt x="50" y="27"/>
                    <a:pt x="57" y="22"/>
                    <a:pt x="60" y="14"/>
                  </a:cubicBezTo>
                  <a:cubicBezTo>
                    <a:pt x="62" y="10"/>
                    <a:pt x="62" y="5"/>
                    <a:pt x="62" y="0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3813" name="Freeform 1263">
              <a:extLst>
                <a:ext uri="{FF2B5EF4-FFF2-40B4-BE49-F238E27FC236}">
                  <a16:creationId xmlns:a16="http://schemas.microsoft.com/office/drawing/2014/main" id="{4BF7EEFB-1616-4303-9871-6EE33E43F32A}"/>
                </a:ext>
              </a:extLst>
            </p:cNvPr>
            <p:cNvSpPr>
              <a:spLocks/>
            </p:cNvSpPr>
            <p:nvPr/>
          </p:nvSpPr>
          <p:spPr bwMode="auto">
            <a:xfrm>
              <a:off x="933" y="802"/>
              <a:ext cx="51" cy="89"/>
            </a:xfrm>
            <a:custGeom>
              <a:avLst/>
              <a:gdLst>
                <a:gd name="T0" fmla="*/ 8 w 27"/>
                <a:gd name="T1" fmla="*/ 0 h 47"/>
                <a:gd name="T2" fmla="*/ 53 w 27"/>
                <a:gd name="T3" fmla="*/ 129 h 47"/>
                <a:gd name="T4" fmla="*/ 53 w 27"/>
                <a:gd name="T5" fmla="*/ 89 h 47"/>
                <a:gd name="T6" fmla="*/ 93 w 27"/>
                <a:gd name="T7" fmla="*/ 169 h 47"/>
                <a:gd name="T8" fmla="*/ 128 w 27"/>
                <a:gd name="T9" fmla="*/ 237 h 47"/>
                <a:gd name="T10" fmla="*/ 136 w 27"/>
                <a:gd name="T11" fmla="*/ 222 h 47"/>
                <a:gd name="T12" fmla="*/ 153 w 27"/>
                <a:gd name="T13" fmla="*/ 273 h 47"/>
                <a:gd name="T14" fmla="*/ 181 w 27"/>
                <a:gd name="T15" fmla="*/ 320 h 47"/>
                <a:gd name="T16" fmla="*/ 128 w 27"/>
                <a:gd name="T17" fmla="*/ 258 h 47"/>
                <a:gd name="T18" fmla="*/ 76 w 27"/>
                <a:gd name="T19" fmla="*/ 184 h 47"/>
                <a:gd name="T20" fmla="*/ 15 w 27"/>
                <a:gd name="T21" fmla="*/ 100 h 47"/>
                <a:gd name="T22" fmla="*/ 0 w 27"/>
                <a:gd name="T23" fmla="*/ 8 h 4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7" h="47">
                  <a:moveTo>
                    <a:pt x="1" y="0"/>
                  </a:moveTo>
                  <a:cubicBezTo>
                    <a:pt x="1" y="4"/>
                    <a:pt x="4" y="18"/>
                    <a:pt x="8" y="19"/>
                  </a:cubicBezTo>
                  <a:cubicBezTo>
                    <a:pt x="8" y="17"/>
                    <a:pt x="8" y="15"/>
                    <a:pt x="8" y="13"/>
                  </a:cubicBezTo>
                  <a:cubicBezTo>
                    <a:pt x="10" y="17"/>
                    <a:pt x="12" y="20"/>
                    <a:pt x="14" y="25"/>
                  </a:cubicBezTo>
                  <a:cubicBezTo>
                    <a:pt x="15" y="28"/>
                    <a:pt x="16" y="33"/>
                    <a:pt x="19" y="35"/>
                  </a:cubicBezTo>
                  <a:cubicBezTo>
                    <a:pt x="19" y="34"/>
                    <a:pt x="20" y="33"/>
                    <a:pt x="20" y="33"/>
                  </a:cubicBezTo>
                  <a:cubicBezTo>
                    <a:pt x="22" y="35"/>
                    <a:pt x="23" y="38"/>
                    <a:pt x="23" y="40"/>
                  </a:cubicBezTo>
                  <a:cubicBezTo>
                    <a:pt x="24" y="43"/>
                    <a:pt x="26" y="45"/>
                    <a:pt x="27" y="47"/>
                  </a:cubicBezTo>
                  <a:cubicBezTo>
                    <a:pt x="24" y="44"/>
                    <a:pt x="22" y="40"/>
                    <a:pt x="19" y="38"/>
                  </a:cubicBezTo>
                  <a:cubicBezTo>
                    <a:pt x="15" y="34"/>
                    <a:pt x="14" y="31"/>
                    <a:pt x="11" y="27"/>
                  </a:cubicBezTo>
                  <a:cubicBezTo>
                    <a:pt x="8" y="23"/>
                    <a:pt x="4" y="20"/>
                    <a:pt x="2" y="15"/>
                  </a:cubicBezTo>
                  <a:cubicBezTo>
                    <a:pt x="1" y="11"/>
                    <a:pt x="0" y="5"/>
                    <a:pt x="0" y="1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3814" name="Freeform 1264">
              <a:extLst>
                <a:ext uri="{FF2B5EF4-FFF2-40B4-BE49-F238E27FC236}">
                  <a16:creationId xmlns:a16="http://schemas.microsoft.com/office/drawing/2014/main" id="{738288C1-D310-4E94-9F01-7CDF4E95261D}"/>
                </a:ext>
              </a:extLst>
            </p:cNvPr>
            <p:cNvSpPr>
              <a:spLocks/>
            </p:cNvSpPr>
            <p:nvPr/>
          </p:nvSpPr>
          <p:spPr bwMode="auto">
            <a:xfrm>
              <a:off x="740" y="947"/>
              <a:ext cx="19" cy="103"/>
            </a:xfrm>
            <a:custGeom>
              <a:avLst/>
              <a:gdLst>
                <a:gd name="T0" fmla="*/ 0 w 10"/>
                <a:gd name="T1" fmla="*/ 0 h 54"/>
                <a:gd name="T2" fmla="*/ 15 w 10"/>
                <a:gd name="T3" fmla="*/ 160 h 54"/>
                <a:gd name="T4" fmla="*/ 55 w 10"/>
                <a:gd name="T5" fmla="*/ 374 h 54"/>
                <a:gd name="T6" fmla="*/ 8 w 10"/>
                <a:gd name="T7" fmla="*/ 8 h 5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54">
                  <a:moveTo>
                    <a:pt x="0" y="0"/>
                  </a:moveTo>
                  <a:cubicBezTo>
                    <a:pt x="2" y="8"/>
                    <a:pt x="3" y="14"/>
                    <a:pt x="2" y="23"/>
                  </a:cubicBezTo>
                  <a:cubicBezTo>
                    <a:pt x="1" y="34"/>
                    <a:pt x="3" y="44"/>
                    <a:pt x="8" y="54"/>
                  </a:cubicBezTo>
                  <a:cubicBezTo>
                    <a:pt x="1" y="37"/>
                    <a:pt x="10" y="18"/>
                    <a:pt x="1" y="1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3815" name="Freeform 1265">
              <a:extLst>
                <a:ext uri="{FF2B5EF4-FFF2-40B4-BE49-F238E27FC236}">
                  <a16:creationId xmlns:a16="http://schemas.microsoft.com/office/drawing/2014/main" id="{E032801B-AFF1-4C53-BB02-EF46B98058AC}"/>
                </a:ext>
              </a:extLst>
            </p:cNvPr>
            <p:cNvSpPr>
              <a:spLocks/>
            </p:cNvSpPr>
            <p:nvPr/>
          </p:nvSpPr>
          <p:spPr bwMode="auto">
            <a:xfrm>
              <a:off x="708" y="929"/>
              <a:ext cx="11" cy="36"/>
            </a:xfrm>
            <a:custGeom>
              <a:avLst/>
              <a:gdLst>
                <a:gd name="T0" fmla="*/ 37 w 6"/>
                <a:gd name="T1" fmla="*/ 28 h 19"/>
                <a:gd name="T2" fmla="*/ 31 w 6"/>
                <a:gd name="T3" fmla="*/ 21 h 19"/>
                <a:gd name="T4" fmla="*/ 37 w 6"/>
                <a:gd name="T5" fmla="*/ 129 h 19"/>
                <a:gd name="T6" fmla="*/ 0 w 6"/>
                <a:gd name="T7" fmla="*/ 68 h 19"/>
                <a:gd name="T8" fmla="*/ 31 w 6"/>
                <a:gd name="T9" fmla="*/ 28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19">
                  <a:moveTo>
                    <a:pt x="6" y="4"/>
                  </a:moveTo>
                  <a:cubicBezTo>
                    <a:pt x="5" y="4"/>
                    <a:pt x="5" y="3"/>
                    <a:pt x="5" y="3"/>
                  </a:cubicBezTo>
                  <a:cubicBezTo>
                    <a:pt x="0" y="8"/>
                    <a:pt x="5" y="14"/>
                    <a:pt x="6" y="19"/>
                  </a:cubicBezTo>
                  <a:cubicBezTo>
                    <a:pt x="4" y="17"/>
                    <a:pt x="1" y="13"/>
                    <a:pt x="0" y="10"/>
                  </a:cubicBezTo>
                  <a:cubicBezTo>
                    <a:pt x="0" y="8"/>
                    <a:pt x="2" y="0"/>
                    <a:pt x="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3816" name="Freeform 1266">
              <a:extLst>
                <a:ext uri="{FF2B5EF4-FFF2-40B4-BE49-F238E27FC236}">
                  <a16:creationId xmlns:a16="http://schemas.microsoft.com/office/drawing/2014/main" id="{C40F140A-070B-48D5-A7B7-429197B68C0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7" y="925"/>
              <a:ext cx="23" cy="34"/>
            </a:xfrm>
            <a:custGeom>
              <a:avLst/>
              <a:gdLst>
                <a:gd name="T0" fmla="*/ 0 w 12"/>
                <a:gd name="T1" fmla="*/ 40 h 18"/>
                <a:gd name="T2" fmla="*/ 36 w 12"/>
                <a:gd name="T3" fmla="*/ 121 h 18"/>
                <a:gd name="T4" fmla="*/ 15 w 12"/>
                <a:gd name="T5" fmla="*/ 4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8">
                  <a:moveTo>
                    <a:pt x="0" y="6"/>
                  </a:moveTo>
                  <a:cubicBezTo>
                    <a:pt x="8" y="5"/>
                    <a:pt x="9" y="12"/>
                    <a:pt x="5" y="18"/>
                  </a:cubicBezTo>
                  <a:cubicBezTo>
                    <a:pt x="12" y="15"/>
                    <a:pt x="7" y="0"/>
                    <a:pt x="2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3817" name="Freeform 1267">
              <a:extLst>
                <a:ext uri="{FF2B5EF4-FFF2-40B4-BE49-F238E27FC236}">
                  <a16:creationId xmlns:a16="http://schemas.microsoft.com/office/drawing/2014/main" id="{91ABDC85-2F81-485F-9420-DA393A7AE067}"/>
                </a:ext>
              </a:extLst>
            </p:cNvPr>
            <p:cNvSpPr>
              <a:spLocks/>
            </p:cNvSpPr>
            <p:nvPr/>
          </p:nvSpPr>
          <p:spPr bwMode="auto">
            <a:xfrm>
              <a:off x="809" y="1139"/>
              <a:ext cx="61" cy="150"/>
            </a:xfrm>
            <a:custGeom>
              <a:avLst/>
              <a:gdLst>
                <a:gd name="T0" fmla="*/ 0 w 32"/>
                <a:gd name="T1" fmla="*/ 0 h 79"/>
                <a:gd name="T2" fmla="*/ 84 w 32"/>
                <a:gd name="T3" fmla="*/ 123 h 79"/>
                <a:gd name="T4" fmla="*/ 153 w 32"/>
                <a:gd name="T5" fmla="*/ 302 h 79"/>
                <a:gd name="T6" fmla="*/ 221 w 32"/>
                <a:gd name="T7" fmla="*/ 541 h 79"/>
                <a:gd name="T8" fmla="*/ 168 w 32"/>
                <a:gd name="T9" fmla="*/ 465 h 79"/>
                <a:gd name="T10" fmla="*/ 92 w 32"/>
                <a:gd name="T11" fmla="*/ 273 h 79"/>
                <a:gd name="T12" fmla="*/ 0 w 32"/>
                <a:gd name="T13" fmla="*/ 8 h 7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" h="79">
                  <a:moveTo>
                    <a:pt x="0" y="0"/>
                  </a:moveTo>
                  <a:cubicBezTo>
                    <a:pt x="3" y="6"/>
                    <a:pt x="8" y="12"/>
                    <a:pt x="12" y="18"/>
                  </a:cubicBezTo>
                  <a:cubicBezTo>
                    <a:pt x="17" y="26"/>
                    <a:pt x="20" y="35"/>
                    <a:pt x="22" y="44"/>
                  </a:cubicBezTo>
                  <a:cubicBezTo>
                    <a:pt x="24" y="56"/>
                    <a:pt x="26" y="68"/>
                    <a:pt x="32" y="79"/>
                  </a:cubicBezTo>
                  <a:cubicBezTo>
                    <a:pt x="28" y="76"/>
                    <a:pt x="25" y="72"/>
                    <a:pt x="24" y="68"/>
                  </a:cubicBezTo>
                  <a:cubicBezTo>
                    <a:pt x="20" y="59"/>
                    <a:pt x="16" y="50"/>
                    <a:pt x="13" y="40"/>
                  </a:cubicBezTo>
                  <a:cubicBezTo>
                    <a:pt x="10" y="27"/>
                    <a:pt x="8" y="13"/>
                    <a:pt x="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3818" name="Freeform 1268">
              <a:extLst>
                <a:ext uri="{FF2B5EF4-FFF2-40B4-BE49-F238E27FC236}">
                  <a16:creationId xmlns:a16="http://schemas.microsoft.com/office/drawing/2014/main" id="{ED99AB82-ACE1-4240-A54C-C31903684F7A}"/>
                </a:ext>
              </a:extLst>
            </p:cNvPr>
            <p:cNvSpPr>
              <a:spLocks/>
            </p:cNvSpPr>
            <p:nvPr/>
          </p:nvSpPr>
          <p:spPr bwMode="auto">
            <a:xfrm>
              <a:off x="815" y="1145"/>
              <a:ext cx="45" cy="123"/>
            </a:xfrm>
            <a:custGeom>
              <a:avLst/>
              <a:gdLst>
                <a:gd name="T0" fmla="*/ 0 w 24"/>
                <a:gd name="T1" fmla="*/ 0 h 65"/>
                <a:gd name="T2" fmla="*/ 60 w 24"/>
                <a:gd name="T3" fmla="*/ 89 h 65"/>
                <a:gd name="T4" fmla="*/ 92 w 24"/>
                <a:gd name="T5" fmla="*/ 212 h 65"/>
                <a:gd name="T6" fmla="*/ 158 w 24"/>
                <a:gd name="T7" fmla="*/ 441 h 65"/>
                <a:gd name="T8" fmla="*/ 113 w 24"/>
                <a:gd name="T9" fmla="*/ 176 h 65"/>
                <a:gd name="T10" fmla="*/ 68 w 24"/>
                <a:gd name="T11" fmla="*/ 83 h 65"/>
                <a:gd name="T12" fmla="*/ 21 w 24"/>
                <a:gd name="T13" fmla="*/ 0 h 6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65">
                  <a:moveTo>
                    <a:pt x="0" y="0"/>
                  </a:moveTo>
                  <a:cubicBezTo>
                    <a:pt x="4" y="3"/>
                    <a:pt x="7" y="9"/>
                    <a:pt x="9" y="13"/>
                  </a:cubicBezTo>
                  <a:cubicBezTo>
                    <a:pt x="12" y="19"/>
                    <a:pt x="13" y="25"/>
                    <a:pt x="14" y="31"/>
                  </a:cubicBezTo>
                  <a:cubicBezTo>
                    <a:pt x="17" y="43"/>
                    <a:pt x="20" y="54"/>
                    <a:pt x="24" y="65"/>
                  </a:cubicBezTo>
                  <a:cubicBezTo>
                    <a:pt x="21" y="52"/>
                    <a:pt x="21" y="38"/>
                    <a:pt x="17" y="26"/>
                  </a:cubicBezTo>
                  <a:cubicBezTo>
                    <a:pt x="15" y="21"/>
                    <a:pt x="13" y="16"/>
                    <a:pt x="10" y="12"/>
                  </a:cubicBezTo>
                  <a:cubicBezTo>
                    <a:pt x="8" y="8"/>
                    <a:pt x="5" y="4"/>
                    <a:pt x="3" y="0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</p:grpSp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386" name="Rectangle 2">
            <a:extLst>
              <a:ext uri="{FF2B5EF4-FFF2-40B4-BE49-F238E27FC236}">
                <a16:creationId xmlns:a16="http://schemas.microsoft.com/office/drawing/2014/main" id="{1672942B-C245-48AF-8D58-587382CEFCF5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Young adult</a:t>
            </a:r>
          </a:p>
        </p:txBody>
      </p:sp>
      <p:grpSp>
        <p:nvGrpSpPr>
          <p:cNvPr id="34818" name="young-adult-female-standing-illustration">
            <a:extLst>
              <a:ext uri="{FF2B5EF4-FFF2-40B4-BE49-F238E27FC236}">
                <a16:creationId xmlns:a16="http://schemas.microsoft.com/office/drawing/2014/main" id="{8113A2FD-E262-4064-A823-ED5EFB05EF31}"/>
              </a:ext>
            </a:extLst>
          </p:cNvPr>
          <p:cNvGrpSpPr>
            <a:grpSpLocks/>
          </p:cNvGrpSpPr>
          <p:nvPr/>
        </p:nvGrpSpPr>
        <p:grpSpPr bwMode="auto">
          <a:xfrm>
            <a:off x="3930650" y="1250950"/>
            <a:ext cx="1444625" cy="5346700"/>
            <a:chOff x="1516" y="700"/>
            <a:chExt cx="928" cy="3436"/>
          </a:xfrm>
        </p:grpSpPr>
        <p:grpSp>
          <p:nvGrpSpPr>
            <p:cNvPr id="35492" name="Group 4">
              <a:extLst>
                <a:ext uri="{FF2B5EF4-FFF2-40B4-BE49-F238E27FC236}">
                  <a16:creationId xmlns:a16="http://schemas.microsoft.com/office/drawing/2014/main" id="{5903C550-69BE-4E9B-972B-EE0583603D7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516" y="700"/>
              <a:ext cx="928" cy="3333"/>
              <a:chOff x="1516" y="700"/>
              <a:chExt cx="928" cy="3333"/>
            </a:xfrm>
          </p:grpSpPr>
          <p:sp>
            <p:nvSpPr>
              <p:cNvPr id="35518" name="Freeform 5">
                <a:extLst>
                  <a:ext uri="{FF2B5EF4-FFF2-40B4-BE49-F238E27FC236}">
                    <a16:creationId xmlns:a16="http://schemas.microsoft.com/office/drawing/2014/main" id="{0EE58542-9EC2-4832-8FA0-2D9346C620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4" y="4003"/>
                <a:ext cx="18" cy="14"/>
              </a:xfrm>
              <a:custGeom>
                <a:avLst/>
                <a:gdLst>
                  <a:gd name="T0" fmla="*/ 47 w 11"/>
                  <a:gd name="T1" fmla="*/ 26 h 9"/>
                  <a:gd name="T2" fmla="*/ 0 w 11"/>
                  <a:gd name="T3" fmla="*/ 26 h 9"/>
                  <a:gd name="T4" fmla="*/ 47 w 11"/>
                  <a:gd name="T5" fmla="*/ 26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9">
                    <a:moveTo>
                      <a:pt x="11" y="7"/>
                    </a:moveTo>
                    <a:cubicBezTo>
                      <a:pt x="9" y="9"/>
                      <a:pt x="3" y="9"/>
                      <a:pt x="0" y="7"/>
                    </a:cubicBezTo>
                    <a:cubicBezTo>
                      <a:pt x="1" y="0"/>
                      <a:pt x="11" y="3"/>
                      <a:pt x="11" y="7"/>
                    </a:cubicBezTo>
                    <a:close/>
                  </a:path>
                </a:pathLst>
              </a:custGeom>
              <a:noFill/>
              <a:ln w="158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5519" name="Freeform 6">
                <a:extLst>
                  <a:ext uri="{FF2B5EF4-FFF2-40B4-BE49-F238E27FC236}">
                    <a16:creationId xmlns:a16="http://schemas.microsoft.com/office/drawing/2014/main" id="{976E77FD-FD07-4E09-A7EF-62B9920666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9" y="700"/>
                <a:ext cx="400" cy="348"/>
              </a:xfrm>
              <a:custGeom>
                <a:avLst/>
                <a:gdLst>
                  <a:gd name="T0" fmla="*/ 844 w 247"/>
                  <a:gd name="T1" fmla="*/ 904 h 216"/>
                  <a:gd name="T2" fmla="*/ 879 w 247"/>
                  <a:gd name="T3" fmla="*/ 896 h 216"/>
                  <a:gd name="T4" fmla="*/ 926 w 247"/>
                  <a:gd name="T5" fmla="*/ 891 h 216"/>
                  <a:gd name="T6" fmla="*/ 952 w 247"/>
                  <a:gd name="T7" fmla="*/ 883 h 216"/>
                  <a:gd name="T8" fmla="*/ 1028 w 247"/>
                  <a:gd name="T9" fmla="*/ 862 h 216"/>
                  <a:gd name="T10" fmla="*/ 1033 w 247"/>
                  <a:gd name="T11" fmla="*/ 862 h 216"/>
                  <a:gd name="T12" fmla="*/ 1033 w 247"/>
                  <a:gd name="T13" fmla="*/ 791 h 216"/>
                  <a:gd name="T14" fmla="*/ 1028 w 247"/>
                  <a:gd name="T15" fmla="*/ 704 h 216"/>
                  <a:gd name="T16" fmla="*/ 1028 w 247"/>
                  <a:gd name="T17" fmla="*/ 698 h 216"/>
                  <a:gd name="T18" fmla="*/ 1033 w 247"/>
                  <a:gd name="T19" fmla="*/ 662 h 216"/>
                  <a:gd name="T20" fmla="*/ 1028 w 247"/>
                  <a:gd name="T21" fmla="*/ 644 h 216"/>
                  <a:gd name="T22" fmla="*/ 1028 w 247"/>
                  <a:gd name="T23" fmla="*/ 607 h 216"/>
                  <a:gd name="T24" fmla="*/ 1020 w 247"/>
                  <a:gd name="T25" fmla="*/ 574 h 216"/>
                  <a:gd name="T26" fmla="*/ 1049 w 247"/>
                  <a:gd name="T27" fmla="*/ 566 h 216"/>
                  <a:gd name="T28" fmla="*/ 1015 w 247"/>
                  <a:gd name="T29" fmla="*/ 511 h 216"/>
                  <a:gd name="T30" fmla="*/ 1007 w 247"/>
                  <a:gd name="T31" fmla="*/ 485 h 216"/>
                  <a:gd name="T32" fmla="*/ 1007 w 247"/>
                  <a:gd name="T33" fmla="*/ 480 h 216"/>
                  <a:gd name="T34" fmla="*/ 918 w 247"/>
                  <a:gd name="T35" fmla="*/ 226 h 216"/>
                  <a:gd name="T36" fmla="*/ 768 w 247"/>
                  <a:gd name="T37" fmla="*/ 71 h 216"/>
                  <a:gd name="T38" fmla="*/ 643 w 247"/>
                  <a:gd name="T39" fmla="*/ 21 h 216"/>
                  <a:gd name="T40" fmla="*/ 453 w 247"/>
                  <a:gd name="T41" fmla="*/ 16 h 216"/>
                  <a:gd name="T42" fmla="*/ 361 w 247"/>
                  <a:gd name="T43" fmla="*/ 71 h 216"/>
                  <a:gd name="T44" fmla="*/ 287 w 247"/>
                  <a:gd name="T45" fmla="*/ 90 h 216"/>
                  <a:gd name="T46" fmla="*/ 152 w 247"/>
                  <a:gd name="T47" fmla="*/ 205 h 216"/>
                  <a:gd name="T48" fmla="*/ 34 w 247"/>
                  <a:gd name="T49" fmla="*/ 369 h 216"/>
                  <a:gd name="T50" fmla="*/ 84 w 247"/>
                  <a:gd name="T51" fmla="*/ 377 h 216"/>
                  <a:gd name="T52" fmla="*/ 29 w 247"/>
                  <a:gd name="T53" fmla="*/ 501 h 216"/>
                  <a:gd name="T54" fmla="*/ 39 w 247"/>
                  <a:gd name="T55" fmla="*/ 543 h 216"/>
                  <a:gd name="T56" fmla="*/ 29 w 247"/>
                  <a:gd name="T57" fmla="*/ 566 h 216"/>
                  <a:gd name="T58" fmla="*/ 39 w 247"/>
                  <a:gd name="T59" fmla="*/ 577 h 216"/>
                  <a:gd name="T60" fmla="*/ 5 w 247"/>
                  <a:gd name="T61" fmla="*/ 727 h 216"/>
                  <a:gd name="T62" fmla="*/ 68 w 247"/>
                  <a:gd name="T63" fmla="*/ 844 h 216"/>
                  <a:gd name="T64" fmla="*/ 128 w 247"/>
                  <a:gd name="T65" fmla="*/ 857 h 216"/>
                  <a:gd name="T66" fmla="*/ 157 w 247"/>
                  <a:gd name="T67" fmla="*/ 883 h 216"/>
                  <a:gd name="T68" fmla="*/ 204 w 247"/>
                  <a:gd name="T69" fmla="*/ 891 h 21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247" h="216">
                    <a:moveTo>
                      <a:pt x="199" y="216"/>
                    </a:moveTo>
                    <a:cubicBezTo>
                      <a:pt x="202" y="216"/>
                      <a:pt x="205" y="214"/>
                      <a:pt x="207" y="214"/>
                    </a:cubicBezTo>
                    <a:cubicBezTo>
                      <a:pt x="211" y="213"/>
                      <a:pt x="214" y="215"/>
                      <a:pt x="218" y="213"/>
                    </a:cubicBezTo>
                    <a:cubicBezTo>
                      <a:pt x="220" y="213"/>
                      <a:pt x="222" y="211"/>
                      <a:pt x="224" y="211"/>
                    </a:cubicBezTo>
                    <a:cubicBezTo>
                      <a:pt x="228" y="209"/>
                      <a:pt x="239" y="209"/>
                      <a:pt x="242" y="206"/>
                    </a:cubicBezTo>
                    <a:cubicBezTo>
                      <a:pt x="243" y="206"/>
                      <a:pt x="243" y="206"/>
                      <a:pt x="243" y="206"/>
                    </a:cubicBezTo>
                    <a:cubicBezTo>
                      <a:pt x="246" y="201"/>
                      <a:pt x="244" y="192"/>
                      <a:pt x="243" y="189"/>
                    </a:cubicBezTo>
                    <a:cubicBezTo>
                      <a:pt x="240" y="182"/>
                      <a:pt x="242" y="175"/>
                      <a:pt x="242" y="168"/>
                    </a:cubicBezTo>
                    <a:cubicBezTo>
                      <a:pt x="242" y="168"/>
                      <a:pt x="242" y="167"/>
                      <a:pt x="242" y="167"/>
                    </a:cubicBezTo>
                    <a:cubicBezTo>
                      <a:pt x="243" y="165"/>
                      <a:pt x="244" y="164"/>
                      <a:pt x="243" y="158"/>
                    </a:cubicBezTo>
                    <a:cubicBezTo>
                      <a:pt x="243" y="157"/>
                      <a:pt x="242" y="155"/>
                      <a:pt x="242" y="154"/>
                    </a:cubicBezTo>
                    <a:cubicBezTo>
                      <a:pt x="242" y="151"/>
                      <a:pt x="242" y="149"/>
                      <a:pt x="242" y="145"/>
                    </a:cubicBezTo>
                    <a:cubicBezTo>
                      <a:pt x="241" y="142"/>
                      <a:pt x="241" y="139"/>
                      <a:pt x="240" y="137"/>
                    </a:cubicBezTo>
                    <a:cubicBezTo>
                      <a:pt x="242" y="137"/>
                      <a:pt x="245" y="136"/>
                      <a:pt x="247" y="135"/>
                    </a:cubicBezTo>
                    <a:cubicBezTo>
                      <a:pt x="245" y="130"/>
                      <a:pt x="241" y="127"/>
                      <a:pt x="239" y="122"/>
                    </a:cubicBezTo>
                    <a:cubicBezTo>
                      <a:pt x="237" y="118"/>
                      <a:pt x="237" y="116"/>
                      <a:pt x="237" y="116"/>
                    </a:cubicBezTo>
                    <a:cubicBezTo>
                      <a:pt x="237" y="116"/>
                      <a:pt x="237" y="115"/>
                      <a:pt x="237" y="115"/>
                    </a:cubicBezTo>
                    <a:cubicBezTo>
                      <a:pt x="236" y="97"/>
                      <a:pt x="224" y="71"/>
                      <a:pt x="216" y="54"/>
                    </a:cubicBezTo>
                    <a:cubicBezTo>
                      <a:pt x="208" y="38"/>
                      <a:pt x="196" y="26"/>
                      <a:pt x="181" y="17"/>
                    </a:cubicBezTo>
                    <a:cubicBezTo>
                      <a:pt x="172" y="11"/>
                      <a:pt x="162" y="8"/>
                      <a:pt x="151" y="5"/>
                    </a:cubicBezTo>
                    <a:cubicBezTo>
                      <a:pt x="146" y="3"/>
                      <a:pt x="120" y="0"/>
                      <a:pt x="107" y="4"/>
                    </a:cubicBezTo>
                    <a:cubicBezTo>
                      <a:pt x="93" y="7"/>
                      <a:pt x="87" y="13"/>
                      <a:pt x="85" y="17"/>
                    </a:cubicBezTo>
                    <a:cubicBezTo>
                      <a:pt x="85" y="17"/>
                      <a:pt x="78" y="19"/>
                      <a:pt x="67" y="22"/>
                    </a:cubicBezTo>
                    <a:cubicBezTo>
                      <a:pt x="54" y="28"/>
                      <a:pt x="43" y="37"/>
                      <a:pt x="36" y="49"/>
                    </a:cubicBezTo>
                    <a:cubicBezTo>
                      <a:pt x="28" y="61"/>
                      <a:pt x="25" y="86"/>
                      <a:pt x="8" y="88"/>
                    </a:cubicBezTo>
                    <a:cubicBezTo>
                      <a:pt x="11" y="91"/>
                      <a:pt x="16" y="92"/>
                      <a:pt x="20" y="90"/>
                    </a:cubicBezTo>
                    <a:cubicBezTo>
                      <a:pt x="18" y="101"/>
                      <a:pt x="15" y="113"/>
                      <a:pt x="7" y="120"/>
                    </a:cubicBezTo>
                    <a:cubicBezTo>
                      <a:pt x="10" y="123"/>
                      <a:pt x="10" y="127"/>
                      <a:pt x="9" y="130"/>
                    </a:cubicBezTo>
                    <a:cubicBezTo>
                      <a:pt x="9" y="132"/>
                      <a:pt x="7" y="134"/>
                      <a:pt x="7" y="135"/>
                    </a:cubicBezTo>
                    <a:cubicBezTo>
                      <a:pt x="7" y="137"/>
                      <a:pt x="9" y="137"/>
                      <a:pt x="9" y="138"/>
                    </a:cubicBezTo>
                    <a:cubicBezTo>
                      <a:pt x="10" y="149"/>
                      <a:pt x="9" y="165"/>
                      <a:pt x="1" y="174"/>
                    </a:cubicBezTo>
                    <a:cubicBezTo>
                      <a:pt x="10" y="183"/>
                      <a:pt x="0" y="198"/>
                      <a:pt x="16" y="202"/>
                    </a:cubicBezTo>
                    <a:cubicBezTo>
                      <a:pt x="20" y="203"/>
                      <a:pt x="25" y="203"/>
                      <a:pt x="30" y="205"/>
                    </a:cubicBezTo>
                    <a:cubicBezTo>
                      <a:pt x="33" y="207"/>
                      <a:pt x="34" y="210"/>
                      <a:pt x="37" y="211"/>
                    </a:cubicBezTo>
                    <a:cubicBezTo>
                      <a:pt x="41" y="213"/>
                      <a:pt x="44" y="214"/>
                      <a:pt x="48" y="213"/>
                    </a:cubicBezTo>
                  </a:path>
                </a:pathLst>
              </a:custGeom>
              <a:solidFill>
                <a:srgbClr val="CA9B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5520" name="Freeform 7">
                <a:extLst>
                  <a:ext uri="{FF2B5EF4-FFF2-40B4-BE49-F238E27FC236}">
                    <a16:creationId xmlns:a16="http://schemas.microsoft.com/office/drawing/2014/main" id="{04005225-8E2B-4DAE-BEC3-29DE6A51D6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2" y="800"/>
                <a:ext cx="276" cy="378"/>
              </a:xfrm>
              <a:custGeom>
                <a:avLst/>
                <a:gdLst>
                  <a:gd name="T0" fmla="*/ 701 w 170"/>
                  <a:gd name="T1" fmla="*/ 315 h 235"/>
                  <a:gd name="T2" fmla="*/ 701 w 170"/>
                  <a:gd name="T3" fmla="*/ 314 h 235"/>
                  <a:gd name="T4" fmla="*/ 461 w 170"/>
                  <a:gd name="T5" fmla="*/ 132 h 235"/>
                  <a:gd name="T6" fmla="*/ 153 w 170"/>
                  <a:gd name="T7" fmla="*/ 50 h 235"/>
                  <a:gd name="T8" fmla="*/ 13 w 170"/>
                  <a:gd name="T9" fmla="*/ 307 h 235"/>
                  <a:gd name="T10" fmla="*/ 13 w 170"/>
                  <a:gd name="T11" fmla="*/ 314 h 235"/>
                  <a:gd name="T12" fmla="*/ 0 w 170"/>
                  <a:gd name="T13" fmla="*/ 409 h 235"/>
                  <a:gd name="T14" fmla="*/ 0 w 170"/>
                  <a:gd name="T15" fmla="*/ 341 h 235"/>
                  <a:gd name="T16" fmla="*/ 0 w 170"/>
                  <a:gd name="T17" fmla="*/ 429 h 235"/>
                  <a:gd name="T18" fmla="*/ 29 w 170"/>
                  <a:gd name="T19" fmla="*/ 566 h 235"/>
                  <a:gd name="T20" fmla="*/ 68 w 170"/>
                  <a:gd name="T21" fmla="*/ 724 h 235"/>
                  <a:gd name="T22" fmla="*/ 144 w 170"/>
                  <a:gd name="T23" fmla="*/ 841 h 235"/>
                  <a:gd name="T24" fmla="*/ 308 w 170"/>
                  <a:gd name="T25" fmla="*/ 973 h 235"/>
                  <a:gd name="T26" fmla="*/ 364 w 170"/>
                  <a:gd name="T27" fmla="*/ 978 h 235"/>
                  <a:gd name="T28" fmla="*/ 419 w 170"/>
                  <a:gd name="T29" fmla="*/ 973 h 235"/>
                  <a:gd name="T30" fmla="*/ 584 w 170"/>
                  <a:gd name="T31" fmla="*/ 841 h 235"/>
                  <a:gd name="T32" fmla="*/ 659 w 170"/>
                  <a:gd name="T33" fmla="*/ 724 h 235"/>
                  <a:gd name="T34" fmla="*/ 701 w 170"/>
                  <a:gd name="T35" fmla="*/ 566 h 235"/>
                  <a:gd name="T36" fmla="*/ 727 w 170"/>
                  <a:gd name="T37" fmla="*/ 452 h 235"/>
                  <a:gd name="T38" fmla="*/ 727 w 170"/>
                  <a:gd name="T39" fmla="*/ 450 h 235"/>
                  <a:gd name="T40" fmla="*/ 701 w 170"/>
                  <a:gd name="T41" fmla="*/ 315 h 235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170" h="235">
                    <a:moveTo>
                      <a:pt x="164" y="76"/>
                    </a:moveTo>
                    <a:cubicBezTo>
                      <a:pt x="164" y="75"/>
                      <a:pt x="164" y="75"/>
                      <a:pt x="164" y="75"/>
                    </a:cubicBezTo>
                    <a:cubicBezTo>
                      <a:pt x="144" y="78"/>
                      <a:pt x="118" y="39"/>
                      <a:pt x="108" y="32"/>
                    </a:cubicBezTo>
                    <a:cubicBezTo>
                      <a:pt x="93" y="20"/>
                      <a:pt x="61" y="0"/>
                      <a:pt x="36" y="12"/>
                    </a:cubicBezTo>
                    <a:cubicBezTo>
                      <a:pt x="33" y="21"/>
                      <a:pt x="11" y="67"/>
                      <a:pt x="3" y="74"/>
                    </a:cubicBezTo>
                    <a:cubicBezTo>
                      <a:pt x="3" y="75"/>
                      <a:pt x="3" y="75"/>
                      <a:pt x="3" y="75"/>
                    </a:cubicBezTo>
                    <a:cubicBezTo>
                      <a:pt x="2" y="80"/>
                      <a:pt x="3" y="93"/>
                      <a:pt x="0" y="98"/>
                    </a:cubicBezTo>
                    <a:cubicBezTo>
                      <a:pt x="1" y="94"/>
                      <a:pt x="1" y="88"/>
                      <a:pt x="0" y="82"/>
                    </a:cubicBezTo>
                    <a:cubicBezTo>
                      <a:pt x="0" y="87"/>
                      <a:pt x="0" y="99"/>
                      <a:pt x="0" y="103"/>
                    </a:cubicBezTo>
                    <a:cubicBezTo>
                      <a:pt x="4" y="114"/>
                      <a:pt x="5" y="126"/>
                      <a:pt x="7" y="136"/>
                    </a:cubicBezTo>
                    <a:cubicBezTo>
                      <a:pt x="9" y="146"/>
                      <a:pt x="13" y="166"/>
                      <a:pt x="16" y="174"/>
                    </a:cubicBezTo>
                    <a:cubicBezTo>
                      <a:pt x="19" y="182"/>
                      <a:pt x="22" y="192"/>
                      <a:pt x="34" y="202"/>
                    </a:cubicBezTo>
                    <a:cubicBezTo>
                      <a:pt x="46" y="213"/>
                      <a:pt x="59" y="231"/>
                      <a:pt x="72" y="234"/>
                    </a:cubicBezTo>
                    <a:cubicBezTo>
                      <a:pt x="77" y="234"/>
                      <a:pt x="82" y="235"/>
                      <a:pt x="85" y="235"/>
                    </a:cubicBezTo>
                    <a:cubicBezTo>
                      <a:pt x="89" y="235"/>
                      <a:pt x="94" y="234"/>
                      <a:pt x="98" y="234"/>
                    </a:cubicBezTo>
                    <a:cubicBezTo>
                      <a:pt x="111" y="231"/>
                      <a:pt x="125" y="213"/>
                      <a:pt x="137" y="202"/>
                    </a:cubicBezTo>
                    <a:cubicBezTo>
                      <a:pt x="148" y="192"/>
                      <a:pt x="152" y="182"/>
                      <a:pt x="154" y="174"/>
                    </a:cubicBezTo>
                    <a:cubicBezTo>
                      <a:pt x="157" y="166"/>
                      <a:pt x="161" y="146"/>
                      <a:pt x="164" y="136"/>
                    </a:cubicBezTo>
                    <a:cubicBezTo>
                      <a:pt x="165" y="129"/>
                      <a:pt x="167" y="119"/>
                      <a:pt x="170" y="109"/>
                    </a:cubicBezTo>
                    <a:cubicBezTo>
                      <a:pt x="170" y="108"/>
                      <a:pt x="170" y="108"/>
                      <a:pt x="170" y="108"/>
                    </a:cubicBezTo>
                    <a:cubicBezTo>
                      <a:pt x="169" y="101"/>
                      <a:pt x="167" y="88"/>
                      <a:pt x="164" y="76"/>
                    </a:cubicBezTo>
                  </a:path>
                </a:pathLst>
              </a:custGeom>
              <a:solidFill>
                <a:srgbClr val="FEF6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5521" name="Freeform 8">
                <a:extLst>
                  <a:ext uri="{FF2B5EF4-FFF2-40B4-BE49-F238E27FC236}">
                    <a16:creationId xmlns:a16="http://schemas.microsoft.com/office/drawing/2014/main" id="{3EE621BA-EE1A-4987-A22F-1CB49D7ACD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3" y="954"/>
                <a:ext cx="60" cy="26"/>
              </a:xfrm>
              <a:custGeom>
                <a:avLst/>
                <a:gdLst>
                  <a:gd name="T0" fmla="*/ 157 w 37"/>
                  <a:gd name="T1" fmla="*/ 42 h 16"/>
                  <a:gd name="T2" fmla="*/ 143 w 37"/>
                  <a:gd name="T3" fmla="*/ 54 h 16"/>
                  <a:gd name="T4" fmla="*/ 68 w 37"/>
                  <a:gd name="T5" fmla="*/ 68 h 16"/>
                  <a:gd name="T6" fmla="*/ 0 w 37"/>
                  <a:gd name="T7" fmla="*/ 34 h 16"/>
                  <a:gd name="T8" fmla="*/ 76 w 37"/>
                  <a:gd name="T9" fmla="*/ 0 h 16"/>
                  <a:gd name="T10" fmla="*/ 144 w 37"/>
                  <a:gd name="T11" fmla="*/ 34 h 16"/>
                  <a:gd name="T12" fmla="*/ 157 w 37"/>
                  <a:gd name="T13" fmla="*/ 42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7" h="16">
                    <a:moveTo>
                      <a:pt x="37" y="10"/>
                    </a:moveTo>
                    <a:cubicBezTo>
                      <a:pt x="36" y="12"/>
                      <a:pt x="34" y="12"/>
                      <a:pt x="33" y="12"/>
                    </a:cubicBezTo>
                    <a:cubicBezTo>
                      <a:pt x="31" y="12"/>
                      <a:pt x="24" y="16"/>
                      <a:pt x="16" y="16"/>
                    </a:cubicBezTo>
                    <a:cubicBezTo>
                      <a:pt x="7" y="16"/>
                      <a:pt x="1" y="9"/>
                      <a:pt x="0" y="8"/>
                    </a:cubicBezTo>
                    <a:cubicBezTo>
                      <a:pt x="1" y="6"/>
                      <a:pt x="7" y="0"/>
                      <a:pt x="18" y="0"/>
                    </a:cubicBezTo>
                    <a:cubicBezTo>
                      <a:pt x="27" y="0"/>
                      <a:pt x="30" y="5"/>
                      <a:pt x="34" y="8"/>
                    </a:cubicBezTo>
                    <a:cubicBezTo>
                      <a:pt x="35" y="8"/>
                      <a:pt x="37" y="9"/>
                      <a:pt x="37" y="1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5522" name="Freeform 9">
                <a:extLst>
                  <a:ext uri="{FF2B5EF4-FFF2-40B4-BE49-F238E27FC236}">
                    <a16:creationId xmlns:a16="http://schemas.microsoft.com/office/drawing/2014/main" id="{1140FEFB-E018-4397-983C-9D7D73EC2F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7" y="954"/>
                <a:ext cx="60" cy="26"/>
              </a:xfrm>
              <a:custGeom>
                <a:avLst/>
                <a:gdLst>
                  <a:gd name="T0" fmla="*/ 0 w 37"/>
                  <a:gd name="T1" fmla="*/ 42 h 16"/>
                  <a:gd name="T2" fmla="*/ 21 w 37"/>
                  <a:gd name="T3" fmla="*/ 54 h 16"/>
                  <a:gd name="T4" fmla="*/ 94 w 37"/>
                  <a:gd name="T5" fmla="*/ 68 h 16"/>
                  <a:gd name="T6" fmla="*/ 157 w 37"/>
                  <a:gd name="T7" fmla="*/ 34 h 16"/>
                  <a:gd name="T8" fmla="*/ 84 w 37"/>
                  <a:gd name="T9" fmla="*/ 0 h 16"/>
                  <a:gd name="T10" fmla="*/ 13 w 37"/>
                  <a:gd name="T11" fmla="*/ 34 h 16"/>
                  <a:gd name="T12" fmla="*/ 0 w 37"/>
                  <a:gd name="T13" fmla="*/ 42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7" h="16">
                    <a:moveTo>
                      <a:pt x="0" y="10"/>
                    </a:moveTo>
                    <a:cubicBezTo>
                      <a:pt x="1" y="12"/>
                      <a:pt x="3" y="12"/>
                      <a:pt x="5" y="12"/>
                    </a:cubicBezTo>
                    <a:cubicBezTo>
                      <a:pt x="7" y="12"/>
                      <a:pt x="13" y="16"/>
                      <a:pt x="22" y="16"/>
                    </a:cubicBezTo>
                    <a:cubicBezTo>
                      <a:pt x="30" y="16"/>
                      <a:pt x="37" y="9"/>
                      <a:pt x="37" y="8"/>
                    </a:cubicBezTo>
                    <a:cubicBezTo>
                      <a:pt x="36" y="6"/>
                      <a:pt x="30" y="0"/>
                      <a:pt x="20" y="0"/>
                    </a:cubicBezTo>
                    <a:cubicBezTo>
                      <a:pt x="11" y="0"/>
                      <a:pt x="7" y="5"/>
                      <a:pt x="3" y="8"/>
                    </a:cubicBezTo>
                    <a:cubicBezTo>
                      <a:pt x="2" y="8"/>
                      <a:pt x="0" y="9"/>
                      <a:pt x="0" y="1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5523" name="Freeform 10">
                <a:extLst>
                  <a:ext uri="{FF2B5EF4-FFF2-40B4-BE49-F238E27FC236}">
                    <a16:creationId xmlns:a16="http://schemas.microsoft.com/office/drawing/2014/main" id="{B27159AF-BF55-4EDA-A2CB-76513EE111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6" y="906"/>
                <a:ext cx="38" cy="113"/>
              </a:xfrm>
              <a:custGeom>
                <a:avLst/>
                <a:gdLst>
                  <a:gd name="T0" fmla="*/ 63 w 23"/>
                  <a:gd name="T1" fmla="*/ 29 h 70"/>
                  <a:gd name="T2" fmla="*/ 0 w 23"/>
                  <a:gd name="T3" fmla="*/ 47 h 70"/>
                  <a:gd name="T4" fmla="*/ 20 w 23"/>
                  <a:gd name="T5" fmla="*/ 158 h 70"/>
                  <a:gd name="T6" fmla="*/ 41 w 23"/>
                  <a:gd name="T7" fmla="*/ 220 h 70"/>
                  <a:gd name="T8" fmla="*/ 68 w 23"/>
                  <a:gd name="T9" fmla="*/ 281 h 70"/>
                  <a:gd name="T10" fmla="*/ 96 w 23"/>
                  <a:gd name="T11" fmla="*/ 294 h 70"/>
                  <a:gd name="T12" fmla="*/ 104 w 23"/>
                  <a:gd name="T13" fmla="*/ 294 h 7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" h="70">
                    <a:moveTo>
                      <a:pt x="14" y="7"/>
                    </a:moveTo>
                    <a:cubicBezTo>
                      <a:pt x="9" y="0"/>
                      <a:pt x="0" y="2"/>
                      <a:pt x="0" y="11"/>
                    </a:cubicBezTo>
                    <a:cubicBezTo>
                      <a:pt x="1" y="20"/>
                      <a:pt x="3" y="33"/>
                      <a:pt x="4" y="38"/>
                    </a:cubicBezTo>
                    <a:cubicBezTo>
                      <a:pt x="5" y="43"/>
                      <a:pt x="7" y="47"/>
                      <a:pt x="9" y="52"/>
                    </a:cubicBezTo>
                    <a:cubicBezTo>
                      <a:pt x="10" y="56"/>
                      <a:pt x="13" y="65"/>
                      <a:pt x="15" y="67"/>
                    </a:cubicBezTo>
                    <a:cubicBezTo>
                      <a:pt x="17" y="69"/>
                      <a:pt x="21" y="70"/>
                      <a:pt x="21" y="70"/>
                    </a:cubicBezTo>
                    <a:cubicBezTo>
                      <a:pt x="23" y="70"/>
                      <a:pt x="23" y="70"/>
                      <a:pt x="23" y="70"/>
                    </a:cubicBezTo>
                  </a:path>
                </a:pathLst>
              </a:custGeom>
              <a:solidFill>
                <a:srgbClr val="FEF6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5524" name="Freeform 11">
                <a:extLst>
                  <a:ext uri="{FF2B5EF4-FFF2-40B4-BE49-F238E27FC236}">
                    <a16:creationId xmlns:a16="http://schemas.microsoft.com/office/drawing/2014/main" id="{34E7A041-A817-4098-B0EA-9C0B0615B1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6" y="1112"/>
                <a:ext cx="928" cy="2921"/>
              </a:xfrm>
              <a:custGeom>
                <a:avLst/>
                <a:gdLst>
                  <a:gd name="T0" fmla="*/ 2361 w 572"/>
                  <a:gd name="T1" fmla="*/ 2927 h 1817"/>
                  <a:gd name="T2" fmla="*/ 2258 w 572"/>
                  <a:gd name="T3" fmla="*/ 1670 h 1817"/>
                  <a:gd name="T4" fmla="*/ 2101 w 572"/>
                  <a:gd name="T5" fmla="*/ 532 h 1817"/>
                  <a:gd name="T6" fmla="*/ 1789 w 572"/>
                  <a:gd name="T7" fmla="*/ 387 h 1817"/>
                  <a:gd name="T8" fmla="*/ 1442 w 572"/>
                  <a:gd name="T9" fmla="*/ 34 h 1817"/>
                  <a:gd name="T10" fmla="*/ 1222 w 572"/>
                  <a:gd name="T11" fmla="*/ 170 h 1817"/>
                  <a:gd name="T12" fmla="*/ 1166 w 572"/>
                  <a:gd name="T13" fmla="*/ 166 h 1817"/>
                  <a:gd name="T14" fmla="*/ 790 w 572"/>
                  <a:gd name="T15" fmla="*/ 357 h 1817"/>
                  <a:gd name="T16" fmla="*/ 526 w 572"/>
                  <a:gd name="T17" fmla="*/ 412 h 1817"/>
                  <a:gd name="T18" fmla="*/ 187 w 572"/>
                  <a:gd name="T19" fmla="*/ 1170 h 1817"/>
                  <a:gd name="T20" fmla="*/ 76 w 572"/>
                  <a:gd name="T21" fmla="*/ 2612 h 1817"/>
                  <a:gd name="T22" fmla="*/ 8 w 572"/>
                  <a:gd name="T23" fmla="*/ 3615 h 1817"/>
                  <a:gd name="T24" fmla="*/ 109 w 572"/>
                  <a:gd name="T25" fmla="*/ 3836 h 1817"/>
                  <a:gd name="T26" fmla="*/ 300 w 572"/>
                  <a:gd name="T27" fmla="*/ 3869 h 1817"/>
                  <a:gd name="T28" fmla="*/ 324 w 572"/>
                  <a:gd name="T29" fmla="*/ 3797 h 1817"/>
                  <a:gd name="T30" fmla="*/ 274 w 572"/>
                  <a:gd name="T31" fmla="*/ 3308 h 1817"/>
                  <a:gd name="T32" fmla="*/ 542 w 572"/>
                  <a:gd name="T33" fmla="*/ 1582 h 1817"/>
                  <a:gd name="T34" fmla="*/ 604 w 572"/>
                  <a:gd name="T35" fmla="*/ 2394 h 1817"/>
                  <a:gd name="T36" fmla="*/ 458 w 572"/>
                  <a:gd name="T37" fmla="*/ 4197 h 1817"/>
                  <a:gd name="T38" fmla="*/ 719 w 572"/>
                  <a:gd name="T39" fmla="*/ 6200 h 1817"/>
                  <a:gd name="T40" fmla="*/ 850 w 572"/>
                  <a:gd name="T41" fmla="*/ 7188 h 1817"/>
                  <a:gd name="T42" fmla="*/ 774 w 572"/>
                  <a:gd name="T43" fmla="*/ 7499 h 1817"/>
                  <a:gd name="T44" fmla="*/ 1145 w 572"/>
                  <a:gd name="T45" fmla="*/ 7503 h 1817"/>
                  <a:gd name="T46" fmla="*/ 1205 w 572"/>
                  <a:gd name="T47" fmla="*/ 7117 h 1817"/>
                  <a:gd name="T48" fmla="*/ 1119 w 572"/>
                  <a:gd name="T49" fmla="*/ 6577 h 1817"/>
                  <a:gd name="T50" fmla="*/ 1179 w 572"/>
                  <a:gd name="T51" fmla="*/ 4696 h 1817"/>
                  <a:gd name="T52" fmla="*/ 1179 w 572"/>
                  <a:gd name="T53" fmla="*/ 3556 h 1817"/>
                  <a:gd name="T54" fmla="*/ 1272 w 572"/>
                  <a:gd name="T55" fmla="*/ 3551 h 1817"/>
                  <a:gd name="T56" fmla="*/ 1269 w 572"/>
                  <a:gd name="T57" fmla="*/ 4696 h 1817"/>
                  <a:gd name="T58" fmla="*/ 1324 w 572"/>
                  <a:gd name="T59" fmla="*/ 6577 h 1817"/>
                  <a:gd name="T60" fmla="*/ 1243 w 572"/>
                  <a:gd name="T61" fmla="*/ 7117 h 1817"/>
                  <a:gd name="T62" fmla="*/ 1298 w 572"/>
                  <a:gd name="T63" fmla="*/ 7503 h 1817"/>
                  <a:gd name="T64" fmla="*/ 1674 w 572"/>
                  <a:gd name="T65" fmla="*/ 7499 h 1817"/>
                  <a:gd name="T66" fmla="*/ 1593 w 572"/>
                  <a:gd name="T67" fmla="*/ 7188 h 1817"/>
                  <a:gd name="T68" fmla="*/ 1725 w 572"/>
                  <a:gd name="T69" fmla="*/ 6200 h 1817"/>
                  <a:gd name="T70" fmla="*/ 1984 w 572"/>
                  <a:gd name="T71" fmla="*/ 4197 h 1817"/>
                  <a:gd name="T72" fmla="*/ 1840 w 572"/>
                  <a:gd name="T73" fmla="*/ 2394 h 1817"/>
                  <a:gd name="T74" fmla="*/ 1900 w 572"/>
                  <a:gd name="T75" fmla="*/ 1579 h 1817"/>
                  <a:gd name="T76" fmla="*/ 2169 w 572"/>
                  <a:gd name="T77" fmla="*/ 3308 h 1817"/>
                  <a:gd name="T78" fmla="*/ 2122 w 572"/>
                  <a:gd name="T79" fmla="*/ 3797 h 1817"/>
                  <a:gd name="T80" fmla="*/ 2143 w 572"/>
                  <a:gd name="T81" fmla="*/ 3869 h 1817"/>
                  <a:gd name="T82" fmla="*/ 2335 w 572"/>
                  <a:gd name="T83" fmla="*/ 3836 h 1817"/>
                  <a:gd name="T84" fmla="*/ 2435 w 572"/>
                  <a:gd name="T85" fmla="*/ 3615 h 1817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0" t="0" r="r" b="b"/>
                <a:pathLst>
                  <a:path w="572" h="1817">
                    <a:moveTo>
                      <a:pt x="570" y="870"/>
                    </a:moveTo>
                    <a:cubicBezTo>
                      <a:pt x="568" y="866"/>
                      <a:pt x="564" y="834"/>
                      <a:pt x="559" y="815"/>
                    </a:cubicBezTo>
                    <a:cubicBezTo>
                      <a:pt x="555" y="800"/>
                      <a:pt x="551" y="735"/>
                      <a:pt x="553" y="705"/>
                    </a:cubicBezTo>
                    <a:cubicBezTo>
                      <a:pt x="555" y="681"/>
                      <a:pt x="554" y="644"/>
                      <a:pt x="555" y="629"/>
                    </a:cubicBezTo>
                    <a:cubicBezTo>
                      <a:pt x="555" y="539"/>
                      <a:pt x="541" y="494"/>
                      <a:pt x="537" y="477"/>
                    </a:cubicBezTo>
                    <a:cubicBezTo>
                      <a:pt x="534" y="461"/>
                      <a:pt x="529" y="437"/>
                      <a:pt x="529" y="402"/>
                    </a:cubicBezTo>
                    <a:cubicBezTo>
                      <a:pt x="529" y="366"/>
                      <a:pt x="531" y="316"/>
                      <a:pt x="529" y="282"/>
                    </a:cubicBezTo>
                    <a:cubicBezTo>
                      <a:pt x="527" y="262"/>
                      <a:pt x="523" y="232"/>
                      <a:pt x="519" y="205"/>
                    </a:cubicBezTo>
                    <a:cubicBezTo>
                      <a:pt x="515" y="179"/>
                      <a:pt x="503" y="140"/>
                      <a:pt x="492" y="128"/>
                    </a:cubicBezTo>
                    <a:cubicBezTo>
                      <a:pt x="481" y="115"/>
                      <a:pt x="465" y="105"/>
                      <a:pt x="449" y="99"/>
                    </a:cubicBezTo>
                    <a:cubicBezTo>
                      <a:pt x="445" y="98"/>
                      <a:pt x="440" y="95"/>
                      <a:pt x="436" y="94"/>
                    </a:cubicBezTo>
                    <a:cubicBezTo>
                      <a:pt x="429" y="93"/>
                      <a:pt x="425" y="94"/>
                      <a:pt x="419" y="93"/>
                    </a:cubicBezTo>
                    <a:cubicBezTo>
                      <a:pt x="407" y="91"/>
                      <a:pt x="397" y="89"/>
                      <a:pt x="387" y="86"/>
                    </a:cubicBezTo>
                    <a:cubicBezTo>
                      <a:pt x="366" y="79"/>
                      <a:pt x="345" y="77"/>
                      <a:pt x="345" y="0"/>
                    </a:cubicBezTo>
                    <a:cubicBezTo>
                      <a:pt x="343" y="2"/>
                      <a:pt x="341" y="5"/>
                      <a:pt x="338" y="8"/>
                    </a:cubicBezTo>
                    <a:cubicBezTo>
                      <a:pt x="326" y="19"/>
                      <a:pt x="312" y="37"/>
                      <a:pt x="299" y="40"/>
                    </a:cubicBezTo>
                    <a:cubicBezTo>
                      <a:pt x="295" y="40"/>
                      <a:pt x="290" y="41"/>
                      <a:pt x="286" y="41"/>
                    </a:cubicBezTo>
                    <a:cubicBezTo>
                      <a:pt x="286" y="41"/>
                      <a:pt x="286" y="41"/>
                      <a:pt x="286" y="41"/>
                    </a:cubicBezTo>
                    <a:cubicBezTo>
                      <a:pt x="286" y="41"/>
                      <a:pt x="286" y="41"/>
                      <a:pt x="286" y="41"/>
                    </a:cubicBezTo>
                    <a:cubicBezTo>
                      <a:pt x="286" y="41"/>
                      <a:pt x="286" y="41"/>
                      <a:pt x="286" y="41"/>
                    </a:cubicBezTo>
                    <a:cubicBezTo>
                      <a:pt x="283" y="41"/>
                      <a:pt x="278" y="40"/>
                      <a:pt x="273" y="40"/>
                    </a:cubicBezTo>
                    <a:cubicBezTo>
                      <a:pt x="260" y="37"/>
                      <a:pt x="247" y="19"/>
                      <a:pt x="235" y="8"/>
                    </a:cubicBezTo>
                    <a:cubicBezTo>
                      <a:pt x="232" y="5"/>
                      <a:pt x="229" y="3"/>
                      <a:pt x="227" y="0"/>
                    </a:cubicBezTo>
                    <a:cubicBezTo>
                      <a:pt x="227" y="77"/>
                      <a:pt x="207" y="79"/>
                      <a:pt x="185" y="86"/>
                    </a:cubicBezTo>
                    <a:cubicBezTo>
                      <a:pt x="176" y="89"/>
                      <a:pt x="165" y="91"/>
                      <a:pt x="153" y="93"/>
                    </a:cubicBezTo>
                    <a:cubicBezTo>
                      <a:pt x="148" y="94"/>
                      <a:pt x="143" y="93"/>
                      <a:pt x="137" y="94"/>
                    </a:cubicBezTo>
                    <a:cubicBezTo>
                      <a:pt x="133" y="95"/>
                      <a:pt x="127" y="98"/>
                      <a:pt x="123" y="99"/>
                    </a:cubicBezTo>
                    <a:cubicBezTo>
                      <a:pt x="107" y="105"/>
                      <a:pt x="91" y="115"/>
                      <a:pt x="80" y="128"/>
                    </a:cubicBezTo>
                    <a:cubicBezTo>
                      <a:pt x="69" y="140"/>
                      <a:pt x="57" y="179"/>
                      <a:pt x="53" y="205"/>
                    </a:cubicBezTo>
                    <a:cubicBezTo>
                      <a:pt x="49" y="232"/>
                      <a:pt x="46" y="262"/>
                      <a:pt x="44" y="282"/>
                    </a:cubicBezTo>
                    <a:cubicBezTo>
                      <a:pt x="41" y="316"/>
                      <a:pt x="43" y="366"/>
                      <a:pt x="43" y="402"/>
                    </a:cubicBezTo>
                    <a:cubicBezTo>
                      <a:pt x="43" y="437"/>
                      <a:pt x="38" y="461"/>
                      <a:pt x="35" y="477"/>
                    </a:cubicBezTo>
                    <a:cubicBezTo>
                      <a:pt x="32" y="494"/>
                      <a:pt x="17" y="539"/>
                      <a:pt x="18" y="629"/>
                    </a:cubicBezTo>
                    <a:cubicBezTo>
                      <a:pt x="18" y="644"/>
                      <a:pt x="17" y="681"/>
                      <a:pt x="19" y="705"/>
                    </a:cubicBezTo>
                    <a:cubicBezTo>
                      <a:pt x="22" y="735"/>
                      <a:pt x="17" y="800"/>
                      <a:pt x="14" y="815"/>
                    </a:cubicBezTo>
                    <a:cubicBezTo>
                      <a:pt x="9" y="834"/>
                      <a:pt x="5" y="866"/>
                      <a:pt x="2" y="870"/>
                    </a:cubicBezTo>
                    <a:cubicBezTo>
                      <a:pt x="0" y="875"/>
                      <a:pt x="5" y="881"/>
                      <a:pt x="7" y="885"/>
                    </a:cubicBezTo>
                    <a:cubicBezTo>
                      <a:pt x="9" y="890"/>
                      <a:pt x="9" y="894"/>
                      <a:pt x="12" y="901"/>
                    </a:cubicBezTo>
                    <a:cubicBezTo>
                      <a:pt x="14" y="906"/>
                      <a:pt x="21" y="917"/>
                      <a:pt x="25" y="923"/>
                    </a:cubicBezTo>
                    <a:cubicBezTo>
                      <a:pt x="29" y="929"/>
                      <a:pt x="43" y="936"/>
                      <a:pt x="55" y="940"/>
                    </a:cubicBezTo>
                    <a:cubicBezTo>
                      <a:pt x="62" y="943"/>
                      <a:pt x="77" y="951"/>
                      <a:pt x="78" y="948"/>
                    </a:cubicBezTo>
                    <a:cubicBezTo>
                      <a:pt x="81" y="940"/>
                      <a:pt x="76" y="935"/>
                      <a:pt x="70" y="931"/>
                    </a:cubicBezTo>
                    <a:cubicBezTo>
                      <a:pt x="66" y="929"/>
                      <a:pt x="77" y="936"/>
                      <a:pt x="79" y="929"/>
                    </a:cubicBezTo>
                    <a:cubicBezTo>
                      <a:pt x="80" y="927"/>
                      <a:pt x="80" y="926"/>
                      <a:pt x="78" y="922"/>
                    </a:cubicBezTo>
                    <a:cubicBezTo>
                      <a:pt x="79" y="918"/>
                      <a:pt x="78" y="918"/>
                      <a:pt x="76" y="914"/>
                    </a:cubicBezTo>
                    <a:cubicBezTo>
                      <a:pt x="81" y="912"/>
                      <a:pt x="77" y="889"/>
                      <a:pt x="75" y="878"/>
                    </a:cubicBezTo>
                    <a:cubicBezTo>
                      <a:pt x="76" y="870"/>
                      <a:pt x="76" y="844"/>
                      <a:pt x="70" y="825"/>
                    </a:cubicBezTo>
                    <a:cubicBezTo>
                      <a:pt x="66" y="814"/>
                      <a:pt x="64" y="803"/>
                      <a:pt x="64" y="796"/>
                    </a:cubicBezTo>
                    <a:cubicBezTo>
                      <a:pt x="61" y="780"/>
                      <a:pt x="80" y="662"/>
                      <a:pt x="90" y="629"/>
                    </a:cubicBezTo>
                    <a:cubicBezTo>
                      <a:pt x="111" y="560"/>
                      <a:pt x="105" y="499"/>
                      <a:pt x="107" y="487"/>
                    </a:cubicBezTo>
                    <a:cubicBezTo>
                      <a:pt x="109" y="475"/>
                      <a:pt x="123" y="410"/>
                      <a:pt x="127" y="381"/>
                    </a:cubicBezTo>
                    <a:cubicBezTo>
                      <a:pt x="128" y="381"/>
                      <a:pt x="128" y="381"/>
                      <a:pt x="128" y="381"/>
                    </a:cubicBezTo>
                    <a:cubicBezTo>
                      <a:pt x="130" y="417"/>
                      <a:pt x="134" y="470"/>
                      <a:pt x="135" y="488"/>
                    </a:cubicBezTo>
                    <a:cubicBezTo>
                      <a:pt x="136" y="513"/>
                      <a:pt x="152" y="555"/>
                      <a:pt x="141" y="576"/>
                    </a:cubicBezTo>
                    <a:cubicBezTo>
                      <a:pt x="130" y="596"/>
                      <a:pt x="112" y="629"/>
                      <a:pt x="103" y="685"/>
                    </a:cubicBezTo>
                    <a:cubicBezTo>
                      <a:pt x="94" y="729"/>
                      <a:pt x="80" y="775"/>
                      <a:pt x="88" y="854"/>
                    </a:cubicBezTo>
                    <a:cubicBezTo>
                      <a:pt x="94" y="911"/>
                      <a:pt x="93" y="947"/>
                      <a:pt x="107" y="1010"/>
                    </a:cubicBezTo>
                    <a:cubicBezTo>
                      <a:pt x="120" y="1066"/>
                      <a:pt x="146" y="1134"/>
                      <a:pt x="153" y="1175"/>
                    </a:cubicBezTo>
                    <a:cubicBezTo>
                      <a:pt x="160" y="1217"/>
                      <a:pt x="163" y="1237"/>
                      <a:pt x="165" y="1264"/>
                    </a:cubicBezTo>
                    <a:cubicBezTo>
                      <a:pt x="167" y="1291"/>
                      <a:pt x="149" y="1418"/>
                      <a:pt x="168" y="1492"/>
                    </a:cubicBezTo>
                    <a:cubicBezTo>
                      <a:pt x="188" y="1565"/>
                      <a:pt x="197" y="1612"/>
                      <a:pt x="201" y="1630"/>
                    </a:cubicBezTo>
                    <a:cubicBezTo>
                      <a:pt x="209" y="1669"/>
                      <a:pt x="202" y="1673"/>
                      <a:pt x="205" y="1693"/>
                    </a:cubicBezTo>
                    <a:cubicBezTo>
                      <a:pt x="209" y="1713"/>
                      <a:pt x="209" y="1710"/>
                      <a:pt x="199" y="1730"/>
                    </a:cubicBezTo>
                    <a:cubicBezTo>
                      <a:pt x="190" y="1742"/>
                      <a:pt x="175" y="1769"/>
                      <a:pt x="170" y="1775"/>
                    </a:cubicBezTo>
                    <a:cubicBezTo>
                      <a:pt x="166" y="1781"/>
                      <a:pt x="168" y="1787"/>
                      <a:pt x="170" y="1791"/>
                    </a:cubicBezTo>
                    <a:cubicBezTo>
                      <a:pt x="167" y="1800"/>
                      <a:pt x="177" y="1805"/>
                      <a:pt x="181" y="1805"/>
                    </a:cubicBezTo>
                    <a:cubicBezTo>
                      <a:pt x="180" y="1816"/>
                      <a:pt x="200" y="1815"/>
                      <a:pt x="204" y="1810"/>
                    </a:cubicBezTo>
                    <a:cubicBezTo>
                      <a:pt x="210" y="1816"/>
                      <a:pt x="225" y="1816"/>
                      <a:pt x="231" y="1809"/>
                    </a:cubicBezTo>
                    <a:cubicBezTo>
                      <a:pt x="241" y="1817"/>
                      <a:pt x="257" y="1817"/>
                      <a:pt x="268" y="1806"/>
                    </a:cubicBezTo>
                    <a:cubicBezTo>
                      <a:pt x="279" y="1795"/>
                      <a:pt x="280" y="1785"/>
                      <a:pt x="279" y="1774"/>
                    </a:cubicBezTo>
                    <a:cubicBezTo>
                      <a:pt x="278" y="1763"/>
                      <a:pt x="280" y="1760"/>
                      <a:pt x="283" y="1747"/>
                    </a:cubicBezTo>
                    <a:cubicBezTo>
                      <a:pt x="285" y="1733"/>
                      <a:pt x="287" y="1723"/>
                      <a:pt x="282" y="1713"/>
                    </a:cubicBezTo>
                    <a:cubicBezTo>
                      <a:pt x="277" y="1704"/>
                      <a:pt x="277" y="1700"/>
                      <a:pt x="277" y="1690"/>
                    </a:cubicBezTo>
                    <a:cubicBezTo>
                      <a:pt x="277" y="1681"/>
                      <a:pt x="280" y="1666"/>
                      <a:pt x="274" y="1654"/>
                    </a:cubicBezTo>
                    <a:cubicBezTo>
                      <a:pt x="268" y="1642"/>
                      <a:pt x="261" y="1614"/>
                      <a:pt x="262" y="1583"/>
                    </a:cubicBezTo>
                    <a:cubicBezTo>
                      <a:pt x="263" y="1552"/>
                      <a:pt x="286" y="1378"/>
                      <a:pt x="277" y="1318"/>
                    </a:cubicBezTo>
                    <a:cubicBezTo>
                      <a:pt x="267" y="1258"/>
                      <a:pt x="271" y="1246"/>
                      <a:pt x="273" y="1226"/>
                    </a:cubicBezTo>
                    <a:cubicBezTo>
                      <a:pt x="275" y="1206"/>
                      <a:pt x="281" y="1173"/>
                      <a:pt x="276" y="1130"/>
                    </a:cubicBezTo>
                    <a:cubicBezTo>
                      <a:pt x="274" y="1113"/>
                      <a:pt x="274" y="1044"/>
                      <a:pt x="275" y="974"/>
                    </a:cubicBezTo>
                    <a:cubicBezTo>
                      <a:pt x="275" y="928"/>
                      <a:pt x="288" y="869"/>
                      <a:pt x="276" y="857"/>
                    </a:cubicBezTo>
                    <a:cubicBezTo>
                      <a:pt x="276" y="856"/>
                      <a:pt x="276" y="856"/>
                      <a:pt x="276" y="856"/>
                    </a:cubicBezTo>
                    <a:cubicBezTo>
                      <a:pt x="279" y="857"/>
                      <a:pt x="282" y="858"/>
                      <a:pt x="285" y="858"/>
                    </a:cubicBezTo>
                    <a:cubicBezTo>
                      <a:pt x="286" y="858"/>
                      <a:pt x="286" y="858"/>
                      <a:pt x="286" y="858"/>
                    </a:cubicBezTo>
                    <a:cubicBezTo>
                      <a:pt x="290" y="858"/>
                      <a:pt x="294" y="857"/>
                      <a:pt x="298" y="855"/>
                    </a:cubicBezTo>
                    <a:cubicBezTo>
                      <a:pt x="297" y="857"/>
                      <a:pt x="297" y="857"/>
                      <a:pt x="297" y="857"/>
                    </a:cubicBezTo>
                    <a:cubicBezTo>
                      <a:pt x="285" y="869"/>
                      <a:pt x="297" y="928"/>
                      <a:pt x="297" y="974"/>
                    </a:cubicBezTo>
                    <a:cubicBezTo>
                      <a:pt x="298" y="1044"/>
                      <a:pt x="299" y="1113"/>
                      <a:pt x="297" y="1130"/>
                    </a:cubicBezTo>
                    <a:cubicBezTo>
                      <a:pt x="291" y="1173"/>
                      <a:pt x="297" y="1206"/>
                      <a:pt x="299" y="1226"/>
                    </a:cubicBezTo>
                    <a:cubicBezTo>
                      <a:pt x="302" y="1246"/>
                      <a:pt x="305" y="1258"/>
                      <a:pt x="296" y="1318"/>
                    </a:cubicBezTo>
                    <a:cubicBezTo>
                      <a:pt x="286" y="1378"/>
                      <a:pt x="309" y="1552"/>
                      <a:pt x="310" y="1583"/>
                    </a:cubicBezTo>
                    <a:cubicBezTo>
                      <a:pt x="311" y="1614"/>
                      <a:pt x="304" y="1642"/>
                      <a:pt x="298" y="1654"/>
                    </a:cubicBezTo>
                    <a:cubicBezTo>
                      <a:pt x="292" y="1666"/>
                      <a:pt x="296" y="1681"/>
                      <a:pt x="296" y="1690"/>
                    </a:cubicBezTo>
                    <a:cubicBezTo>
                      <a:pt x="296" y="1700"/>
                      <a:pt x="296" y="1704"/>
                      <a:pt x="291" y="1713"/>
                    </a:cubicBezTo>
                    <a:cubicBezTo>
                      <a:pt x="286" y="1723"/>
                      <a:pt x="288" y="1733"/>
                      <a:pt x="290" y="1747"/>
                    </a:cubicBezTo>
                    <a:cubicBezTo>
                      <a:pt x="292" y="1760"/>
                      <a:pt x="295" y="1763"/>
                      <a:pt x="294" y="1774"/>
                    </a:cubicBezTo>
                    <a:cubicBezTo>
                      <a:pt x="292" y="1785"/>
                      <a:pt x="294" y="1795"/>
                      <a:pt x="304" y="1806"/>
                    </a:cubicBezTo>
                    <a:cubicBezTo>
                      <a:pt x="315" y="1817"/>
                      <a:pt x="332" y="1817"/>
                      <a:pt x="341" y="1809"/>
                    </a:cubicBezTo>
                    <a:cubicBezTo>
                      <a:pt x="347" y="1816"/>
                      <a:pt x="362" y="1816"/>
                      <a:pt x="368" y="1810"/>
                    </a:cubicBezTo>
                    <a:cubicBezTo>
                      <a:pt x="373" y="1815"/>
                      <a:pt x="393" y="1816"/>
                      <a:pt x="392" y="1805"/>
                    </a:cubicBezTo>
                    <a:cubicBezTo>
                      <a:pt x="395" y="1805"/>
                      <a:pt x="406" y="1800"/>
                      <a:pt x="402" y="1791"/>
                    </a:cubicBezTo>
                    <a:cubicBezTo>
                      <a:pt x="405" y="1787"/>
                      <a:pt x="407" y="1781"/>
                      <a:pt x="402" y="1775"/>
                    </a:cubicBezTo>
                    <a:cubicBezTo>
                      <a:pt x="397" y="1769"/>
                      <a:pt x="382" y="1742"/>
                      <a:pt x="373" y="1730"/>
                    </a:cubicBezTo>
                    <a:cubicBezTo>
                      <a:pt x="363" y="1710"/>
                      <a:pt x="364" y="1713"/>
                      <a:pt x="367" y="1693"/>
                    </a:cubicBezTo>
                    <a:cubicBezTo>
                      <a:pt x="371" y="1673"/>
                      <a:pt x="363" y="1669"/>
                      <a:pt x="372" y="1630"/>
                    </a:cubicBezTo>
                    <a:cubicBezTo>
                      <a:pt x="376" y="1612"/>
                      <a:pt x="384" y="1565"/>
                      <a:pt x="404" y="1492"/>
                    </a:cubicBezTo>
                    <a:cubicBezTo>
                      <a:pt x="424" y="1418"/>
                      <a:pt x="406" y="1291"/>
                      <a:pt x="408" y="1264"/>
                    </a:cubicBezTo>
                    <a:cubicBezTo>
                      <a:pt x="410" y="1237"/>
                      <a:pt x="413" y="1217"/>
                      <a:pt x="420" y="1175"/>
                    </a:cubicBezTo>
                    <a:cubicBezTo>
                      <a:pt x="427" y="1134"/>
                      <a:pt x="452" y="1066"/>
                      <a:pt x="465" y="1010"/>
                    </a:cubicBezTo>
                    <a:cubicBezTo>
                      <a:pt x="479" y="947"/>
                      <a:pt x="478" y="911"/>
                      <a:pt x="484" y="854"/>
                    </a:cubicBezTo>
                    <a:cubicBezTo>
                      <a:pt x="492" y="775"/>
                      <a:pt x="479" y="729"/>
                      <a:pt x="470" y="685"/>
                    </a:cubicBezTo>
                    <a:cubicBezTo>
                      <a:pt x="460" y="629"/>
                      <a:pt x="442" y="596"/>
                      <a:pt x="431" y="576"/>
                    </a:cubicBezTo>
                    <a:cubicBezTo>
                      <a:pt x="421" y="555"/>
                      <a:pt x="437" y="513"/>
                      <a:pt x="438" y="488"/>
                    </a:cubicBezTo>
                    <a:cubicBezTo>
                      <a:pt x="439" y="470"/>
                      <a:pt x="442" y="415"/>
                      <a:pt x="445" y="380"/>
                    </a:cubicBezTo>
                    <a:cubicBezTo>
                      <a:pt x="445" y="380"/>
                      <a:pt x="445" y="380"/>
                      <a:pt x="445" y="380"/>
                    </a:cubicBezTo>
                    <a:cubicBezTo>
                      <a:pt x="449" y="409"/>
                      <a:pt x="463" y="475"/>
                      <a:pt x="466" y="487"/>
                    </a:cubicBezTo>
                    <a:cubicBezTo>
                      <a:pt x="468" y="499"/>
                      <a:pt x="461" y="560"/>
                      <a:pt x="482" y="629"/>
                    </a:cubicBezTo>
                    <a:cubicBezTo>
                      <a:pt x="493" y="662"/>
                      <a:pt x="511" y="780"/>
                      <a:pt x="508" y="796"/>
                    </a:cubicBezTo>
                    <a:cubicBezTo>
                      <a:pt x="508" y="803"/>
                      <a:pt x="506" y="814"/>
                      <a:pt x="502" y="825"/>
                    </a:cubicBezTo>
                    <a:cubicBezTo>
                      <a:pt x="496" y="844"/>
                      <a:pt x="497" y="870"/>
                      <a:pt x="498" y="878"/>
                    </a:cubicBezTo>
                    <a:cubicBezTo>
                      <a:pt x="496" y="889"/>
                      <a:pt x="492" y="912"/>
                      <a:pt x="497" y="914"/>
                    </a:cubicBezTo>
                    <a:cubicBezTo>
                      <a:pt x="494" y="918"/>
                      <a:pt x="493" y="918"/>
                      <a:pt x="494" y="922"/>
                    </a:cubicBezTo>
                    <a:cubicBezTo>
                      <a:pt x="493" y="926"/>
                      <a:pt x="493" y="927"/>
                      <a:pt x="493" y="929"/>
                    </a:cubicBezTo>
                    <a:cubicBezTo>
                      <a:pt x="496" y="936"/>
                      <a:pt x="506" y="929"/>
                      <a:pt x="502" y="931"/>
                    </a:cubicBezTo>
                    <a:cubicBezTo>
                      <a:pt x="497" y="935"/>
                      <a:pt x="491" y="940"/>
                      <a:pt x="494" y="948"/>
                    </a:cubicBezTo>
                    <a:cubicBezTo>
                      <a:pt x="496" y="951"/>
                      <a:pt x="510" y="943"/>
                      <a:pt x="518" y="940"/>
                    </a:cubicBezTo>
                    <a:cubicBezTo>
                      <a:pt x="529" y="936"/>
                      <a:pt x="544" y="929"/>
                      <a:pt x="547" y="923"/>
                    </a:cubicBezTo>
                    <a:cubicBezTo>
                      <a:pt x="551" y="917"/>
                      <a:pt x="558" y="906"/>
                      <a:pt x="561" y="901"/>
                    </a:cubicBezTo>
                    <a:cubicBezTo>
                      <a:pt x="564" y="894"/>
                      <a:pt x="563" y="890"/>
                      <a:pt x="566" y="885"/>
                    </a:cubicBezTo>
                    <a:cubicBezTo>
                      <a:pt x="568" y="881"/>
                      <a:pt x="572" y="875"/>
                      <a:pt x="570" y="870"/>
                    </a:cubicBezTo>
                  </a:path>
                </a:pathLst>
              </a:custGeom>
              <a:solidFill>
                <a:srgbClr val="FEF6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5525" name="Freeform 12">
                <a:extLst>
                  <a:ext uri="{FF2B5EF4-FFF2-40B4-BE49-F238E27FC236}">
                    <a16:creationId xmlns:a16="http://schemas.microsoft.com/office/drawing/2014/main" id="{05B7E5E6-C079-4E57-A82D-53826CB607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1" y="975"/>
                <a:ext cx="17" cy="44"/>
              </a:xfrm>
              <a:custGeom>
                <a:avLst/>
                <a:gdLst>
                  <a:gd name="T0" fmla="*/ 49 w 10"/>
                  <a:gd name="T1" fmla="*/ 64 h 27"/>
                  <a:gd name="T2" fmla="*/ 44 w 10"/>
                  <a:gd name="T3" fmla="*/ 68 h 27"/>
                  <a:gd name="T4" fmla="*/ 29 w 10"/>
                  <a:gd name="T5" fmla="*/ 104 h 27"/>
                  <a:gd name="T6" fmla="*/ 0 w 10"/>
                  <a:gd name="T7" fmla="*/ 117 h 27"/>
                  <a:gd name="T8" fmla="*/ 20 w 10"/>
                  <a:gd name="T9" fmla="*/ 0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27">
                    <a:moveTo>
                      <a:pt x="10" y="15"/>
                    </a:moveTo>
                    <a:cubicBezTo>
                      <a:pt x="10" y="16"/>
                      <a:pt x="10" y="16"/>
                      <a:pt x="9" y="16"/>
                    </a:cubicBezTo>
                    <a:cubicBezTo>
                      <a:pt x="8" y="20"/>
                      <a:pt x="7" y="23"/>
                      <a:pt x="6" y="24"/>
                    </a:cubicBezTo>
                    <a:cubicBezTo>
                      <a:pt x="4" y="26"/>
                      <a:pt x="0" y="27"/>
                      <a:pt x="0" y="27"/>
                    </a:cubicBezTo>
                    <a:cubicBezTo>
                      <a:pt x="1" y="20"/>
                      <a:pt x="4" y="0"/>
                      <a:pt x="4" y="0"/>
                    </a:cubicBezTo>
                  </a:path>
                </a:pathLst>
              </a:custGeom>
              <a:solidFill>
                <a:srgbClr val="FEF6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5526" name="Oval 13">
                <a:extLst>
                  <a:ext uri="{FF2B5EF4-FFF2-40B4-BE49-F238E27FC236}">
                    <a16:creationId xmlns:a16="http://schemas.microsoft.com/office/drawing/2014/main" id="{D3F88471-5702-45A0-8BAE-D61CB94788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99" y="954"/>
                <a:ext cx="24" cy="25"/>
              </a:xfrm>
              <a:prstGeom prst="ellipse">
                <a:avLst/>
              </a:prstGeom>
              <a:solidFill>
                <a:srgbClr val="B2C8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527" name="Oval 14">
                <a:extLst>
                  <a:ext uri="{FF2B5EF4-FFF2-40B4-BE49-F238E27FC236}">
                    <a16:creationId xmlns:a16="http://schemas.microsoft.com/office/drawing/2014/main" id="{3CF93701-950B-45F3-8357-F930E1E5C5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37" y="954"/>
                <a:ext cx="24" cy="25"/>
              </a:xfrm>
              <a:prstGeom prst="ellipse">
                <a:avLst/>
              </a:prstGeom>
              <a:solidFill>
                <a:srgbClr val="B2C8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528" name="Freeform 15">
                <a:extLst>
                  <a:ext uri="{FF2B5EF4-FFF2-40B4-BE49-F238E27FC236}">
                    <a16:creationId xmlns:a16="http://schemas.microsoft.com/office/drawing/2014/main" id="{5479ABBE-5EF7-4331-BE6F-D7A0FC214E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0" y="1081"/>
                <a:ext cx="100" cy="28"/>
              </a:xfrm>
              <a:custGeom>
                <a:avLst/>
                <a:gdLst>
                  <a:gd name="T0" fmla="*/ 29 w 62"/>
                  <a:gd name="T1" fmla="*/ 49 h 17"/>
                  <a:gd name="T2" fmla="*/ 60 w 62"/>
                  <a:gd name="T3" fmla="*/ 68 h 17"/>
                  <a:gd name="T4" fmla="*/ 135 w 62"/>
                  <a:gd name="T5" fmla="*/ 76 h 17"/>
                  <a:gd name="T6" fmla="*/ 135 w 62"/>
                  <a:gd name="T7" fmla="*/ 76 h 17"/>
                  <a:gd name="T8" fmla="*/ 205 w 62"/>
                  <a:gd name="T9" fmla="*/ 68 h 17"/>
                  <a:gd name="T10" fmla="*/ 232 w 62"/>
                  <a:gd name="T11" fmla="*/ 49 h 17"/>
                  <a:gd name="T12" fmla="*/ 260 w 62"/>
                  <a:gd name="T13" fmla="*/ 13 h 17"/>
                  <a:gd name="T14" fmla="*/ 171 w 62"/>
                  <a:gd name="T15" fmla="*/ 5 h 17"/>
                  <a:gd name="T16" fmla="*/ 131 w 62"/>
                  <a:gd name="T17" fmla="*/ 0 h 17"/>
                  <a:gd name="T18" fmla="*/ 131 w 62"/>
                  <a:gd name="T19" fmla="*/ 0 h 17"/>
                  <a:gd name="T20" fmla="*/ 90 w 62"/>
                  <a:gd name="T21" fmla="*/ 5 h 17"/>
                  <a:gd name="T22" fmla="*/ 0 w 62"/>
                  <a:gd name="T23" fmla="*/ 13 h 1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62" h="17">
                    <a:moveTo>
                      <a:pt x="7" y="11"/>
                    </a:moveTo>
                    <a:cubicBezTo>
                      <a:pt x="7" y="11"/>
                      <a:pt x="9" y="13"/>
                      <a:pt x="14" y="15"/>
                    </a:cubicBezTo>
                    <a:cubicBezTo>
                      <a:pt x="18" y="16"/>
                      <a:pt x="29" y="17"/>
                      <a:pt x="32" y="17"/>
                    </a:cubicBezTo>
                    <a:cubicBezTo>
                      <a:pt x="32" y="17"/>
                      <a:pt x="32" y="17"/>
                      <a:pt x="32" y="17"/>
                    </a:cubicBezTo>
                    <a:cubicBezTo>
                      <a:pt x="36" y="17"/>
                      <a:pt x="44" y="16"/>
                      <a:pt x="49" y="15"/>
                    </a:cubicBezTo>
                    <a:cubicBezTo>
                      <a:pt x="53" y="13"/>
                      <a:pt x="55" y="11"/>
                      <a:pt x="55" y="11"/>
                    </a:cubicBezTo>
                    <a:cubicBezTo>
                      <a:pt x="62" y="3"/>
                      <a:pt x="62" y="3"/>
                      <a:pt x="62" y="3"/>
                    </a:cubicBezTo>
                    <a:cubicBezTo>
                      <a:pt x="56" y="4"/>
                      <a:pt x="44" y="1"/>
                      <a:pt x="41" y="1"/>
                    </a:cubicBezTo>
                    <a:cubicBezTo>
                      <a:pt x="37" y="1"/>
                      <a:pt x="34" y="0"/>
                      <a:pt x="31" y="0"/>
                    </a:cubicBezTo>
                    <a:cubicBezTo>
                      <a:pt x="31" y="0"/>
                      <a:pt x="31" y="0"/>
                      <a:pt x="31" y="0"/>
                    </a:cubicBezTo>
                    <a:cubicBezTo>
                      <a:pt x="28" y="0"/>
                      <a:pt x="25" y="1"/>
                      <a:pt x="22" y="1"/>
                    </a:cubicBezTo>
                    <a:cubicBezTo>
                      <a:pt x="18" y="1"/>
                      <a:pt x="6" y="4"/>
                      <a:pt x="0" y="3"/>
                    </a:cubicBezTo>
                  </a:path>
                </a:pathLst>
              </a:custGeom>
              <a:solidFill>
                <a:srgbClr val="FCE8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5529" name="Freeform 16">
                <a:extLst>
                  <a:ext uri="{FF2B5EF4-FFF2-40B4-BE49-F238E27FC236}">
                    <a16:creationId xmlns:a16="http://schemas.microsoft.com/office/drawing/2014/main" id="{475D4CFB-60C4-4E46-B497-975CF7903F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2" y="1705"/>
                <a:ext cx="154" cy="291"/>
              </a:xfrm>
              <a:custGeom>
                <a:avLst/>
                <a:gdLst>
                  <a:gd name="T0" fmla="*/ 0 w 95"/>
                  <a:gd name="T1" fmla="*/ 5 h 181"/>
                  <a:gd name="T2" fmla="*/ 289 w 95"/>
                  <a:gd name="T3" fmla="*/ 50 h 181"/>
                  <a:gd name="T4" fmla="*/ 389 w 95"/>
                  <a:gd name="T5" fmla="*/ 16 h 181"/>
                  <a:gd name="T6" fmla="*/ 389 w 95"/>
                  <a:gd name="T7" fmla="*/ 122 h 181"/>
                  <a:gd name="T8" fmla="*/ 363 w 95"/>
                  <a:gd name="T9" fmla="*/ 246 h 181"/>
                  <a:gd name="T10" fmla="*/ 355 w 95"/>
                  <a:gd name="T11" fmla="*/ 391 h 181"/>
                  <a:gd name="T12" fmla="*/ 287 w 95"/>
                  <a:gd name="T13" fmla="*/ 752 h 181"/>
                  <a:gd name="T14" fmla="*/ 316 w 95"/>
                  <a:gd name="T15" fmla="*/ 498 h 181"/>
                  <a:gd name="T16" fmla="*/ 266 w 95"/>
                  <a:gd name="T17" fmla="*/ 233 h 181"/>
                  <a:gd name="T18" fmla="*/ 29 w 95"/>
                  <a:gd name="T19" fmla="*/ 37 h 18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95" h="181">
                    <a:moveTo>
                      <a:pt x="0" y="1"/>
                    </a:moveTo>
                    <a:cubicBezTo>
                      <a:pt x="17" y="15"/>
                      <a:pt x="48" y="17"/>
                      <a:pt x="68" y="12"/>
                    </a:cubicBezTo>
                    <a:cubicBezTo>
                      <a:pt x="74" y="11"/>
                      <a:pt x="87" y="0"/>
                      <a:pt x="91" y="4"/>
                    </a:cubicBezTo>
                    <a:cubicBezTo>
                      <a:pt x="95" y="7"/>
                      <a:pt x="92" y="25"/>
                      <a:pt x="91" y="29"/>
                    </a:cubicBezTo>
                    <a:cubicBezTo>
                      <a:pt x="90" y="39"/>
                      <a:pt x="86" y="49"/>
                      <a:pt x="85" y="59"/>
                    </a:cubicBezTo>
                    <a:cubicBezTo>
                      <a:pt x="84" y="71"/>
                      <a:pt x="85" y="81"/>
                      <a:pt x="83" y="94"/>
                    </a:cubicBezTo>
                    <a:cubicBezTo>
                      <a:pt x="79" y="121"/>
                      <a:pt x="85" y="158"/>
                      <a:pt x="67" y="181"/>
                    </a:cubicBezTo>
                    <a:cubicBezTo>
                      <a:pt x="66" y="160"/>
                      <a:pt x="74" y="141"/>
                      <a:pt x="74" y="120"/>
                    </a:cubicBezTo>
                    <a:cubicBezTo>
                      <a:pt x="75" y="98"/>
                      <a:pt x="74" y="76"/>
                      <a:pt x="62" y="56"/>
                    </a:cubicBezTo>
                    <a:cubicBezTo>
                      <a:pt x="49" y="36"/>
                      <a:pt x="14" y="35"/>
                      <a:pt x="7" y="9"/>
                    </a:cubicBezTo>
                  </a:path>
                </a:pathLst>
              </a:custGeom>
              <a:solidFill>
                <a:srgbClr val="FDEA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5530" name="Freeform 17">
                <a:extLst>
                  <a:ext uri="{FF2B5EF4-FFF2-40B4-BE49-F238E27FC236}">
                    <a16:creationId xmlns:a16="http://schemas.microsoft.com/office/drawing/2014/main" id="{50ABDA43-CF12-40B3-BCC6-95A0AD8330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9" y="1498"/>
                <a:ext cx="131" cy="207"/>
              </a:xfrm>
              <a:custGeom>
                <a:avLst/>
                <a:gdLst>
                  <a:gd name="T0" fmla="*/ 335 w 81"/>
                  <a:gd name="T1" fmla="*/ 0 h 129"/>
                  <a:gd name="T2" fmla="*/ 288 w 81"/>
                  <a:gd name="T3" fmla="*/ 82 h 129"/>
                  <a:gd name="T4" fmla="*/ 283 w 81"/>
                  <a:gd name="T5" fmla="*/ 157 h 129"/>
                  <a:gd name="T6" fmla="*/ 275 w 81"/>
                  <a:gd name="T7" fmla="*/ 367 h 129"/>
                  <a:gd name="T8" fmla="*/ 165 w 81"/>
                  <a:gd name="T9" fmla="*/ 497 h 129"/>
                  <a:gd name="T10" fmla="*/ 0 w 81"/>
                  <a:gd name="T11" fmla="*/ 512 h 129"/>
                  <a:gd name="T12" fmla="*/ 186 w 81"/>
                  <a:gd name="T13" fmla="*/ 430 h 129"/>
                  <a:gd name="T14" fmla="*/ 238 w 81"/>
                  <a:gd name="T15" fmla="*/ 265 h 129"/>
                  <a:gd name="T16" fmla="*/ 228 w 81"/>
                  <a:gd name="T17" fmla="*/ 116 h 129"/>
                  <a:gd name="T18" fmla="*/ 343 w 81"/>
                  <a:gd name="T19" fmla="*/ 0 h 12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1" h="129">
                    <a:moveTo>
                      <a:pt x="79" y="0"/>
                    </a:moveTo>
                    <a:cubicBezTo>
                      <a:pt x="76" y="7"/>
                      <a:pt x="71" y="13"/>
                      <a:pt x="68" y="20"/>
                    </a:cubicBezTo>
                    <a:cubicBezTo>
                      <a:pt x="65" y="27"/>
                      <a:pt x="67" y="32"/>
                      <a:pt x="67" y="38"/>
                    </a:cubicBezTo>
                    <a:cubicBezTo>
                      <a:pt x="69" y="55"/>
                      <a:pt x="70" y="72"/>
                      <a:pt x="65" y="89"/>
                    </a:cubicBezTo>
                    <a:cubicBezTo>
                      <a:pt x="60" y="103"/>
                      <a:pt x="52" y="113"/>
                      <a:pt x="39" y="120"/>
                    </a:cubicBezTo>
                    <a:cubicBezTo>
                      <a:pt x="26" y="127"/>
                      <a:pt x="14" y="123"/>
                      <a:pt x="0" y="124"/>
                    </a:cubicBezTo>
                    <a:cubicBezTo>
                      <a:pt x="15" y="129"/>
                      <a:pt x="36" y="115"/>
                      <a:pt x="44" y="104"/>
                    </a:cubicBezTo>
                    <a:cubicBezTo>
                      <a:pt x="55" y="92"/>
                      <a:pt x="64" y="79"/>
                      <a:pt x="56" y="64"/>
                    </a:cubicBezTo>
                    <a:cubicBezTo>
                      <a:pt x="51" y="51"/>
                      <a:pt x="45" y="40"/>
                      <a:pt x="54" y="28"/>
                    </a:cubicBezTo>
                    <a:cubicBezTo>
                      <a:pt x="61" y="17"/>
                      <a:pt x="73" y="10"/>
                      <a:pt x="81" y="0"/>
                    </a:cubicBezTo>
                  </a:path>
                </a:pathLst>
              </a:custGeom>
              <a:solidFill>
                <a:srgbClr val="FDEA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5531" name="Freeform 18">
                <a:extLst>
                  <a:ext uri="{FF2B5EF4-FFF2-40B4-BE49-F238E27FC236}">
                    <a16:creationId xmlns:a16="http://schemas.microsoft.com/office/drawing/2014/main" id="{4A43690F-66AA-4339-8080-BD5F2310F7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1" y="969"/>
                <a:ext cx="82" cy="165"/>
              </a:xfrm>
              <a:custGeom>
                <a:avLst/>
                <a:gdLst>
                  <a:gd name="T0" fmla="*/ 13 w 51"/>
                  <a:gd name="T1" fmla="*/ 35 h 103"/>
                  <a:gd name="T2" fmla="*/ 137 w 51"/>
                  <a:gd name="T3" fmla="*/ 35 h 103"/>
                  <a:gd name="T4" fmla="*/ 187 w 51"/>
                  <a:gd name="T5" fmla="*/ 8 h 103"/>
                  <a:gd name="T6" fmla="*/ 191 w 51"/>
                  <a:gd name="T7" fmla="*/ 87 h 103"/>
                  <a:gd name="T8" fmla="*/ 150 w 51"/>
                  <a:gd name="T9" fmla="*/ 287 h 103"/>
                  <a:gd name="T10" fmla="*/ 122 w 51"/>
                  <a:gd name="T11" fmla="*/ 349 h 103"/>
                  <a:gd name="T12" fmla="*/ 8 w 51"/>
                  <a:gd name="T13" fmla="*/ 423 h 103"/>
                  <a:gd name="T14" fmla="*/ 103 w 51"/>
                  <a:gd name="T15" fmla="*/ 149 h 103"/>
                  <a:gd name="T16" fmla="*/ 59 w 51"/>
                  <a:gd name="T17" fmla="*/ 90 h 103"/>
                  <a:gd name="T18" fmla="*/ 21 w 51"/>
                  <a:gd name="T19" fmla="*/ 82 h 103"/>
                  <a:gd name="T20" fmla="*/ 0 w 51"/>
                  <a:gd name="T21" fmla="*/ 54 h 10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51" h="103">
                    <a:moveTo>
                      <a:pt x="3" y="9"/>
                    </a:moveTo>
                    <a:cubicBezTo>
                      <a:pt x="10" y="15"/>
                      <a:pt x="26" y="13"/>
                      <a:pt x="33" y="9"/>
                    </a:cubicBezTo>
                    <a:cubicBezTo>
                      <a:pt x="37" y="7"/>
                      <a:pt x="40" y="0"/>
                      <a:pt x="45" y="2"/>
                    </a:cubicBezTo>
                    <a:cubicBezTo>
                      <a:pt x="51" y="5"/>
                      <a:pt x="47" y="16"/>
                      <a:pt x="46" y="21"/>
                    </a:cubicBezTo>
                    <a:cubicBezTo>
                      <a:pt x="43" y="37"/>
                      <a:pt x="42" y="54"/>
                      <a:pt x="36" y="70"/>
                    </a:cubicBezTo>
                    <a:cubicBezTo>
                      <a:pt x="35" y="75"/>
                      <a:pt x="33" y="81"/>
                      <a:pt x="29" y="85"/>
                    </a:cubicBezTo>
                    <a:cubicBezTo>
                      <a:pt x="22" y="93"/>
                      <a:pt x="10" y="96"/>
                      <a:pt x="2" y="103"/>
                    </a:cubicBezTo>
                    <a:cubicBezTo>
                      <a:pt x="22" y="89"/>
                      <a:pt x="29" y="60"/>
                      <a:pt x="25" y="36"/>
                    </a:cubicBezTo>
                    <a:cubicBezTo>
                      <a:pt x="23" y="29"/>
                      <a:pt x="21" y="24"/>
                      <a:pt x="14" y="22"/>
                    </a:cubicBezTo>
                    <a:cubicBezTo>
                      <a:pt x="10" y="21"/>
                      <a:pt x="9" y="23"/>
                      <a:pt x="5" y="20"/>
                    </a:cubicBezTo>
                    <a:cubicBezTo>
                      <a:pt x="3" y="19"/>
                      <a:pt x="1" y="16"/>
                      <a:pt x="0" y="13"/>
                    </a:cubicBezTo>
                  </a:path>
                </a:pathLst>
              </a:custGeom>
              <a:solidFill>
                <a:srgbClr val="FDEA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5532" name="Freeform 19">
                <a:extLst>
                  <a:ext uri="{FF2B5EF4-FFF2-40B4-BE49-F238E27FC236}">
                    <a16:creationId xmlns:a16="http://schemas.microsoft.com/office/drawing/2014/main" id="{0FDB3715-3759-4EC9-81EF-EA8B2859E9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4" y="1038"/>
                <a:ext cx="40" cy="29"/>
              </a:xfrm>
              <a:custGeom>
                <a:avLst/>
                <a:gdLst>
                  <a:gd name="T0" fmla="*/ 0 w 25"/>
                  <a:gd name="T1" fmla="*/ 50 h 18"/>
                  <a:gd name="T2" fmla="*/ 35 w 25"/>
                  <a:gd name="T3" fmla="*/ 50 h 18"/>
                  <a:gd name="T4" fmla="*/ 54 w 25"/>
                  <a:gd name="T5" fmla="*/ 39 h 18"/>
                  <a:gd name="T6" fmla="*/ 98 w 25"/>
                  <a:gd name="T7" fmla="*/ 0 h 18"/>
                  <a:gd name="T8" fmla="*/ 98 w 25"/>
                  <a:gd name="T9" fmla="*/ 34 h 18"/>
                  <a:gd name="T10" fmla="*/ 74 w 25"/>
                  <a:gd name="T11" fmla="*/ 50 h 18"/>
                  <a:gd name="T12" fmla="*/ 42 w 25"/>
                  <a:gd name="T13" fmla="*/ 71 h 18"/>
                  <a:gd name="T14" fmla="*/ 5 w 25"/>
                  <a:gd name="T15" fmla="*/ 60 h 1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5" h="18">
                    <a:moveTo>
                      <a:pt x="0" y="12"/>
                    </a:moveTo>
                    <a:cubicBezTo>
                      <a:pt x="3" y="13"/>
                      <a:pt x="6" y="13"/>
                      <a:pt x="9" y="12"/>
                    </a:cubicBezTo>
                    <a:cubicBezTo>
                      <a:pt x="11" y="12"/>
                      <a:pt x="11" y="10"/>
                      <a:pt x="13" y="9"/>
                    </a:cubicBezTo>
                    <a:cubicBezTo>
                      <a:pt x="18" y="7"/>
                      <a:pt x="23" y="8"/>
                      <a:pt x="24" y="0"/>
                    </a:cubicBezTo>
                    <a:cubicBezTo>
                      <a:pt x="24" y="4"/>
                      <a:pt x="25" y="6"/>
                      <a:pt x="24" y="8"/>
                    </a:cubicBezTo>
                    <a:cubicBezTo>
                      <a:pt x="22" y="12"/>
                      <a:pt x="21" y="10"/>
                      <a:pt x="18" y="12"/>
                    </a:cubicBezTo>
                    <a:cubicBezTo>
                      <a:pt x="15" y="13"/>
                      <a:pt x="14" y="16"/>
                      <a:pt x="10" y="17"/>
                    </a:cubicBezTo>
                    <a:cubicBezTo>
                      <a:pt x="7" y="18"/>
                      <a:pt x="4" y="13"/>
                      <a:pt x="1" y="14"/>
                    </a:cubicBezTo>
                  </a:path>
                </a:pathLst>
              </a:custGeom>
              <a:solidFill>
                <a:srgbClr val="FDEA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5533" name="Freeform 20">
                <a:extLst>
                  <a:ext uri="{FF2B5EF4-FFF2-40B4-BE49-F238E27FC236}">
                    <a16:creationId xmlns:a16="http://schemas.microsoft.com/office/drawing/2014/main" id="{8454DCC7-A123-4729-91F8-5EF007F6E4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4" y="1061"/>
                <a:ext cx="11" cy="16"/>
              </a:xfrm>
              <a:custGeom>
                <a:avLst/>
                <a:gdLst>
                  <a:gd name="T0" fmla="*/ 5 w 7"/>
                  <a:gd name="T1" fmla="*/ 0 h 10"/>
                  <a:gd name="T2" fmla="*/ 13 w 7"/>
                  <a:gd name="T3" fmla="*/ 35 h 10"/>
                  <a:gd name="T4" fmla="*/ 22 w 7"/>
                  <a:gd name="T5" fmla="*/ 5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0">
                    <a:moveTo>
                      <a:pt x="1" y="0"/>
                    </a:moveTo>
                    <a:cubicBezTo>
                      <a:pt x="1" y="2"/>
                      <a:pt x="0" y="10"/>
                      <a:pt x="3" y="9"/>
                    </a:cubicBezTo>
                    <a:cubicBezTo>
                      <a:pt x="7" y="8"/>
                      <a:pt x="5" y="3"/>
                      <a:pt x="6" y="1"/>
                    </a:cubicBezTo>
                  </a:path>
                </a:pathLst>
              </a:custGeom>
              <a:solidFill>
                <a:srgbClr val="FDEA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5534" name="Freeform 21">
                <a:extLst>
                  <a:ext uri="{FF2B5EF4-FFF2-40B4-BE49-F238E27FC236}">
                    <a16:creationId xmlns:a16="http://schemas.microsoft.com/office/drawing/2014/main" id="{45CD5A99-CE06-436A-896C-ACE713BF51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6" y="1114"/>
                <a:ext cx="45" cy="14"/>
              </a:xfrm>
              <a:custGeom>
                <a:avLst/>
                <a:gdLst>
                  <a:gd name="T0" fmla="*/ 0 w 28"/>
                  <a:gd name="T1" fmla="*/ 0 h 9"/>
                  <a:gd name="T2" fmla="*/ 116 w 28"/>
                  <a:gd name="T3" fmla="*/ 14 h 9"/>
                  <a:gd name="T4" fmla="*/ 8 w 28"/>
                  <a:gd name="T5" fmla="*/ 8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9">
                    <a:moveTo>
                      <a:pt x="0" y="0"/>
                    </a:moveTo>
                    <a:cubicBezTo>
                      <a:pt x="8" y="6"/>
                      <a:pt x="19" y="4"/>
                      <a:pt x="28" y="4"/>
                    </a:cubicBezTo>
                    <a:cubicBezTo>
                      <a:pt x="18" y="9"/>
                      <a:pt x="12" y="7"/>
                      <a:pt x="2" y="2"/>
                    </a:cubicBezTo>
                  </a:path>
                </a:pathLst>
              </a:custGeom>
              <a:solidFill>
                <a:srgbClr val="FDEA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5535" name="Freeform 22">
                <a:extLst>
                  <a:ext uri="{FF2B5EF4-FFF2-40B4-BE49-F238E27FC236}">
                    <a16:creationId xmlns:a16="http://schemas.microsoft.com/office/drawing/2014/main" id="{9F76CD8D-1584-4DCC-8B0F-9EA2DE282B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8" y="929"/>
                <a:ext cx="14" cy="61"/>
              </a:xfrm>
              <a:custGeom>
                <a:avLst/>
                <a:gdLst>
                  <a:gd name="T0" fmla="*/ 22 w 9"/>
                  <a:gd name="T1" fmla="*/ 34 h 38"/>
                  <a:gd name="T2" fmla="*/ 8 w 9"/>
                  <a:gd name="T3" fmla="*/ 13 h 38"/>
                  <a:gd name="T4" fmla="*/ 8 w 9"/>
                  <a:gd name="T5" fmla="*/ 56 h 38"/>
                  <a:gd name="T6" fmla="*/ 34 w 9"/>
                  <a:gd name="T7" fmla="*/ 136 h 3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38">
                    <a:moveTo>
                      <a:pt x="6" y="8"/>
                    </a:moveTo>
                    <a:cubicBezTo>
                      <a:pt x="6" y="5"/>
                      <a:pt x="4" y="0"/>
                      <a:pt x="2" y="3"/>
                    </a:cubicBezTo>
                    <a:cubicBezTo>
                      <a:pt x="0" y="5"/>
                      <a:pt x="2" y="12"/>
                      <a:pt x="2" y="14"/>
                    </a:cubicBezTo>
                    <a:cubicBezTo>
                      <a:pt x="2" y="17"/>
                      <a:pt x="2" y="38"/>
                      <a:pt x="9" y="33"/>
                    </a:cubicBezTo>
                  </a:path>
                </a:pathLst>
              </a:custGeom>
              <a:solidFill>
                <a:srgbClr val="FDEA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5536" name="Freeform 23">
                <a:extLst>
                  <a:ext uri="{FF2B5EF4-FFF2-40B4-BE49-F238E27FC236}">
                    <a16:creationId xmlns:a16="http://schemas.microsoft.com/office/drawing/2014/main" id="{DEB3FBF5-E17E-4825-A7B3-9664508F00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8" y="940"/>
                <a:ext cx="78" cy="61"/>
              </a:xfrm>
              <a:custGeom>
                <a:avLst/>
                <a:gdLst>
                  <a:gd name="T0" fmla="*/ 26 w 48"/>
                  <a:gd name="T1" fmla="*/ 26 h 38"/>
                  <a:gd name="T2" fmla="*/ 81 w 48"/>
                  <a:gd name="T3" fmla="*/ 0 h 38"/>
                  <a:gd name="T4" fmla="*/ 172 w 48"/>
                  <a:gd name="T5" fmla="*/ 13 h 38"/>
                  <a:gd name="T6" fmla="*/ 198 w 48"/>
                  <a:gd name="T7" fmla="*/ 82 h 38"/>
                  <a:gd name="T8" fmla="*/ 122 w 48"/>
                  <a:gd name="T9" fmla="*/ 132 h 38"/>
                  <a:gd name="T10" fmla="*/ 54 w 48"/>
                  <a:gd name="T11" fmla="*/ 153 h 38"/>
                  <a:gd name="T12" fmla="*/ 8 w 48"/>
                  <a:gd name="T13" fmla="*/ 116 h 38"/>
                  <a:gd name="T14" fmla="*/ 54 w 48"/>
                  <a:gd name="T15" fmla="*/ 101 h 38"/>
                  <a:gd name="T16" fmla="*/ 138 w 48"/>
                  <a:gd name="T17" fmla="*/ 101 h 38"/>
                  <a:gd name="T18" fmla="*/ 164 w 48"/>
                  <a:gd name="T19" fmla="*/ 75 h 38"/>
                  <a:gd name="T20" fmla="*/ 96 w 48"/>
                  <a:gd name="T21" fmla="*/ 26 h 3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8" h="38">
                    <a:moveTo>
                      <a:pt x="6" y="6"/>
                    </a:moveTo>
                    <a:cubicBezTo>
                      <a:pt x="10" y="0"/>
                      <a:pt x="13" y="0"/>
                      <a:pt x="19" y="0"/>
                    </a:cubicBezTo>
                    <a:cubicBezTo>
                      <a:pt x="26" y="0"/>
                      <a:pt x="34" y="0"/>
                      <a:pt x="40" y="3"/>
                    </a:cubicBezTo>
                    <a:cubicBezTo>
                      <a:pt x="46" y="6"/>
                      <a:pt x="48" y="14"/>
                      <a:pt x="46" y="20"/>
                    </a:cubicBezTo>
                    <a:cubicBezTo>
                      <a:pt x="43" y="25"/>
                      <a:pt x="33" y="29"/>
                      <a:pt x="28" y="32"/>
                    </a:cubicBezTo>
                    <a:cubicBezTo>
                      <a:pt x="24" y="34"/>
                      <a:pt x="17" y="38"/>
                      <a:pt x="12" y="37"/>
                    </a:cubicBezTo>
                    <a:cubicBezTo>
                      <a:pt x="9" y="37"/>
                      <a:pt x="3" y="31"/>
                      <a:pt x="2" y="28"/>
                    </a:cubicBezTo>
                    <a:cubicBezTo>
                      <a:pt x="0" y="22"/>
                      <a:pt x="8" y="24"/>
                      <a:pt x="12" y="24"/>
                    </a:cubicBezTo>
                    <a:cubicBezTo>
                      <a:pt x="18" y="25"/>
                      <a:pt x="26" y="26"/>
                      <a:pt x="32" y="24"/>
                    </a:cubicBezTo>
                    <a:cubicBezTo>
                      <a:pt x="37" y="23"/>
                      <a:pt x="40" y="22"/>
                      <a:pt x="38" y="18"/>
                    </a:cubicBezTo>
                    <a:cubicBezTo>
                      <a:pt x="35" y="12"/>
                      <a:pt x="28" y="6"/>
                      <a:pt x="22" y="6"/>
                    </a:cubicBezTo>
                  </a:path>
                </a:pathLst>
              </a:custGeom>
              <a:solidFill>
                <a:srgbClr val="FDEA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5537" name="Freeform 24">
                <a:extLst>
                  <a:ext uri="{FF2B5EF4-FFF2-40B4-BE49-F238E27FC236}">
                    <a16:creationId xmlns:a16="http://schemas.microsoft.com/office/drawing/2014/main" id="{D4E5A486-7BE3-41B4-A85B-B51C9842CA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1" y="940"/>
                <a:ext cx="67" cy="63"/>
              </a:xfrm>
              <a:custGeom>
                <a:avLst/>
                <a:gdLst>
                  <a:gd name="T0" fmla="*/ 150 w 41"/>
                  <a:gd name="T1" fmla="*/ 26 h 39"/>
                  <a:gd name="T2" fmla="*/ 109 w 41"/>
                  <a:gd name="T3" fmla="*/ 0 h 39"/>
                  <a:gd name="T4" fmla="*/ 34 w 41"/>
                  <a:gd name="T5" fmla="*/ 26 h 39"/>
                  <a:gd name="T6" fmla="*/ 5 w 41"/>
                  <a:gd name="T7" fmla="*/ 110 h 39"/>
                  <a:gd name="T8" fmla="*/ 21 w 41"/>
                  <a:gd name="T9" fmla="*/ 144 h 39"/>
                  <a:gd name="T10" fmla="*/ 92 w 41"/>
                  <a:gd name="T11" fmla="*/ 160 h 39"/>
                  <a:gd name="T12" fmla="*/ 126 w 41"/>
                  <a:gd name="T13" fmla="*/ 144 h 39"/>
                  <a:gd name="T14" fmla="*/ 126 w 41"/>
                  <a:gd name="T15" fmla="*/ 118 h 39"/>
                  <a:gd name="T16" fmla="*/ 69 w 41"/>
                  <a:gd name="T17" fmla="*/ 94 h 39"/>
                  <a:gd name="T18" fmla="*/ 56 w 41"/>
                  <a:gd name="T19" fmla="*/ 55 h 39"/>
                  <a:gd name="T20" fmla="*/ 83 w 41"/>
                  <a:gd name="T21" fmla="*/ 39 h 39"/>
                  <a:gd name="T22" fmla="*/ 136 w 41"/>
                  <a:gd name="T23" fmla="*/ 26 h 39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41" h="39">
                    <a:moveTo>
                      <a:pt x="34" y="6"/>
                    </a:moveTo>
                    <a:cubicBezTo>
                      <a:pt x="41" y="4"/>
                      <a:pt x="28" y="0"/>
                      <a:pt x="25" y="0"/>
                    </a:cubicBezTo>
                    <a:cubicBezTo>
                      <a:pt x="20" y="1"/>
                      <a:pt x="13" y="2"/>
                      <a:pt x="8" y="6"/>
                    </a:cubicBezTo>
                    <a:cubicBezTo>
                      <a:pt x="2" y="10"/>
                      <a:pt x="0" y="18"/>
                      <a:pt x="1" y="26"/>
                    </a:cubicBezTo>
                    <a:cubicBezTo>
                      <a:pt x="2" y="29"/>
                      <a:pt x="2" y="32"/>
                      <a:pt x="5" y="34"/>
                    </a:cubicBezTo>
                    <a:cubicBezTo>
                      <a:pt x="9" y="36"/>
                      <a:pt x="17" y="38"/>
                      <a:pt x="21" y="38"/>
                    </a:cubicBezTo>
                    <a:cubicBezTo>
                      <a:pt x="26" y="39"/>
                      <a:pt x="27" y="39"/>
                      <a:pt x="29" y="34"/>
                    </a:cubicBezTo>
                    <a:cubicBezTo>
                      <a:pt x="30" y="33"/>
                      <a:pt x="30" y="30"/>
                      <a:pt x="29" y="28"/>
                    </a:cubicBezTo>
                    <a:cubicBezTo>
                      <a:pt x="27" y="26"/>
                      <a:pt x="19" y="24"/>
                      <a:pt x="16" y="22"/>
                    </a:cubicBezTo>
                    <a:cubicBezTo>
                      <a:pt x="11" y="19"/>
                      <a:pt x="8" y="18"/>
                      <a:pt x="13" y="13"/>
                    </a:cubicBezTo>
                    <a:cubicBezTo>
                      <a:pt x="15" y="12"/>
                      <a:pt x="17" y="10"/>
                      <a:pt x="19" y="9"/>
                    </a:cubicBezTo>
                    <a:cubicBezTo>
                      <a:pt x="23" y="7"/>
                      <a:pt x="28" y="8"/>
                      <a:pt x="31" y="6"/>
                    </a:cubicBezTo>
                  </a:path>
                </a:pathLst>
              </a:custGeom>
              <a:solidFill>
                <a:srgbClr val="FDEA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5538" name="Freeform 25">
                <a:extLst>
                  <a:ext uri="{FF2B5EF4-FFF2-40B4-BE49-F238E27FC236}">
                    <a16:creationId xmlns:a16="http://schemas.microsoft.com/office/drawing/2014/main" id="{C239BF74-0F45-46CA-80B7-A4DCA29A4C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3" y="983"/>
                <a:ext cx="21" cy="53"/>
              </a:xfrm>
              <a:custGeom>
                <a:avLst/>
                <a:gdLst>
                  <a:gd name="T0" fmla="*/ 0 w 13"/>
                  <a:gd name="T1" fmla="*/ 0 h 33"/>
                  <a:gd name="T2" fmla="*/ 16 w 13"/>
                  <a:gd name="T3" fmla="*/ 82 h 33"/>
                  <a:gd name="T4" fmla="*/ 34 w 13"/>
                  <a:gd name="T5" fmla="*/ 137 h 33"/>
                  <a:gd name="T6" fmla="*/ 47 w 13"/>
                  <a:gd name="T7" fmla="*/ 67 h 33"/>
                  <a:gd name="T8" fmla="*/ 39 w 13"/>
                  <a:gd name="T9" fmla="*/ 16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33">
                    <a:moveTo>
                      <a:pt x="0" y="0"/>
                    </a:moveTo>
                    <a:cubicBezTo>
                      <a:pt x="2" y="7"/>
                      <a:pt x="0" y="13"/>
                      <a:pt x="4" y="20"/>
                    </a:cubicBezTo>
                    <a:cubicBezTo>
                      <a:pt x="6" y="24"/>
                      <a:pt x="11" y="27"/>
                      <a:pt x="8" y="33"/>
                    </a:cubicBezTo>
                    <a:cubicBezTo>
                      <a:pt x="11" y="28"/>
                      <a:pt x="13" y="21"/>
                      <a:pt x="11" y="16"/>
                    </a:cubicBezTo>
                    <a:cubicBezTo>
                      <a:pt x="10" y="11"/>
                      <a:pt x="6" y="9"/>
                      <a:pt x="9" y="4"/>
                    </a:cubicBezTo>
                  </a:path>
                </a:pathLst>
              </a:custGeom>
              <a:solidFill>
                <a:srgbClr val="FDEA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5539" name="Freeform 26">
                <a:extLst>
                  <a:ext uri="{FF2B5EF4-FFF2-40B4-BE49-F238E27FC236}">
                    <a16:creationId xmlns:a16="http://schemas.microsoft.com/office/drawing/2014/main" id="{200B1022-A18C-40D4-9525-D028CFE946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4" y="991"/>
                <a:ext cx="28" cy="25"/>
              </a:xfrm>
              <a:custGeom>
                <a:avLst/>
                <a:gdLst>
                  <a:gd name="T0" fmla="*/ 8 w 17"/>
                  <a:gd name="T1" fmla="*/ 70 h 15"/>
                  <a:gd name="T2" fmla="*/ 76 w 17"/>
                  <a:gd name="T3" fmla="*/ 33 h 15"/>
                  <a:gd name="T4" fmla="*/ 0 w 17"/>
                  <a:gd name="T5" fmla="*/ 5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15">
                    <a:moveTo>
                      <a:pt x="2" y="15"/>
                    </a:moveTo>
                    <a:cubicBezTo>
                      <a:pt x="7" y="7"/>
                      <a:pt x="8" y="7"/>
                      <a:pt x="17" y="7"/>
                    </a:cubicBezTo>
                    <a:cubicBezTo>
                      <a:pt x="12" y="2"/>
                      <a:pt x="8" y="0"/>
                      <a:pt x="0" y="1"/>
                    </a:cubicBezTo>
                  </a:path>
                </a:pathLst>
              </a:custGeom>
              <a:solidFill>
                <a:srgbClr val="FDEA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5540" name="Freeform 27">
                <a:extLst>
                  <a:ext uri="{FF2B5EF4-FFF2-40B4-BE49-F238E27FC236}">
                    <a16:creationId xmlns:a16="http://schemas.microsoft.com/office/drawing/2014/main" id="{45B35C0C-AE47-4B15-B15D-AF8E77AEB1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7" y="840"/>
                <a:ext cx="118" cy="94"/>
              </a:xfrm>
              <a:custGeom>
                <a:avLst/>
                <a:gdLst>
                  <a:gd name="T0" fmla="*/ 5 w 73"/>
                  <a:gd name="T1" fmla="*/ 5 h 58"/>
                  <a:gd name="T2" fmla="*/ 71 w 73"/>
                  <a:gd name="T3" fmla="*/ 118 h 58"/>
                  <a:gd name="T4" fmla="*/ 118 w 73"/>
                  <a:gd name="T5" fmla="*/ 191 h 58"/>
                  <a:gd name="T6" fmla="*/ 238 w 73"/>
                  <a:gd name="T7" fmla="*/ 219 h 58"/>
                  <a:gd name="T8" fmla="*/ 309 w 73"/>
                  <a:gd name="T9" fmla="*/ 232 h 58"/>
                  <a:gd name="T10" fmla="*/ 207 w 73"/>
                  <a:gd name="T11" fmla="*/ 186 h 58"/>
                  <a:gd name="T12" fmla="*/ 139 w 73"/>
                  <a:gd name="T13" fmla="*/ 107 h 58"/>
                  <a:gd name="T14" fmla="*/ 63 w 73"/>
                  <a:gd name="T15" fmla="*/ 34 h 58"/>
                  <a:gd name="T16" fmla="*/ 0 w 73"/>
                  <a:gd name="T17" fmla="*/ 0 h 5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3" h="58">
                    <a:moveTo>
                      <a:pt x="1" y="1"/>
                    </a:moveTo>
                    <a:cubicBezTo>
                      <a:pt x="7" y="10"/>
                      <a:pt x="15" y="17"/>
                      <a:pt x="17" y="28"/>
                    </a:cubicBezTo>
                    <a:cubicBezTo>
                      <a:pt x="19" y="35"/>
                      <a:pt x="21" y="41"/>
                      <a:pt x="28" y="45"/>
                    </a:cubicBezTo>
                    <a:cubicBezTo>
                      <a:pt x="37" y="49"/>
                      <a:pt x="47" y="49"/>
                      <a:pt x="56" y="51"/>
                    </a:cubicBezTo>
                    <a:cubicBezTo>
                      <a:pt x="60" y="52"/>
                      <a:pt x="72" y="58"/>
                      <a:pt x="73" y="54"/>
                    </a:cubicBezTo>
                    <a:cubicBezTo>
                      <a:pt x="66" y="53"/>
                      <a:pt x="55" y="49"/>
                      <a:pt x="49" y="44"/>
                    </a:cubicBezTo>
                    <a:cubicBezTo>
                      <a:pt x="42" y="39"/>
                      <a:pt x="38" y="31"/>
                      <a:pt x="33" y="25"/>
                    </a:cubicBezTo>
                    <a:cubicBezTo>
                      <a:pt x="27" y="19"/>
                      <a:pt x="21" y="13"/>
                      <a:pt x="15" y="8"/>
                    </a:cubicBezTo>
                    <a:cubicBezTo>
                      <a:pt x="11" y="5"/>
                      <a:pt x="5" y="0"/>
                      <a:pt x="0" y="0"/>
                    </a:cubicBezTo>
                  </a:path>
                </a:pathLst>
              </a:custGeom>
              <a:solidFill>
                <a:srgbClr val="FDEA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5541" name="Freeform 28">
                <a:extLst>
                  <a:ext uri="{FF2B5EF4-FFF2-40B4-BE49-F238E27FC236}">
                    <a16:creationId xmlns:a16="http://schemas.microsoft.com/office/drawing/2014/main" id="{70C57579-B64D-4F9C-921E-4C1A9EC2DC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8" y="1126"/>
                <a:ext cx="93" cy="131"/>
              </a:xfrm>
              <a:custGeom>
                <a:avLst/>
                <a:gdLst>
                  <a:gd name="T0" fmla="*/ 8 w 57"/>
                  <a:gd name="T1" fmla="*/ 152 h 81"/>
                  <a:gd name="T2" fmla="*/ 147 w 57"/>
                  <a:gd name="T3" fmla="*/ 94 h 81"/>
                  <a:gd name="T4" fmla="*/ 194 w 57"/>
                  <a:gd name="T5" fmla="*/ 47 h 81"/>
                  <a:gd name="T6" fmla="*/ 219 w 57"/>
                  <a:gd name="T7" fmla="*/ 16 h 81"/>
                  <a:gd name="T8" fmla="*/ 248 w 57"/>
                  <a:gd name="T9" fmla="*/ 0 h 81"/>
                  <a:gd name="T10" fmla="*/ 214 w 57"/>
                  <a:gd name="T11" fmla="*/ 55 h 81"/>
                  <a:gd name="T12" fmla="*/ 160 w 57"/>
                  <a:gd name="T13" fmla="*/ 123 h 81"/>
                  <a:gd name="T14" fmla="*/ 109 w 57"/>
                  <a:gd name="T15" fmla="*/ 233 h 81"/>
                  <a:gd name="T16" fmla="*/ 55 w 57"/>
                  <a:gd name="T17" fmla="*/ 343 h 81"/>
                  <a:gd name="T18" fmla="*/ 69 w 57"/>
                  <a:gd name="T19" fmla="*/ 215 h 81"/>
                  <a:gd name="T20" fmla="*/ 0 w 57"/>
                  <a:gd name="T21" fmla="*/ 165 h 8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57" h="81">
                    <a:moveTo>
                      <a:pt x="2" y="36"/>
                    </a:moveTo>
                    <a:cubicBezTo>
                      <a:pt x="15" y="37"/>
                      <a:pt x="25" y="29"/>
                      <a:pt x="34" y="22"/>
                    </a:cubicBezTo>
                    <a:cubicBezTo>
                      <a:pt x="38" y="19"/>
                      <a:pt x="42" y="15"/>
                      <a:pt x="45" y="11"/>
                    </a:cubicBezTo>
                    <a:cubicBezTo>
                      <a:pt x="47" y="8"/>
                      <a:pt x="48" y="6"/>
                      <a:pt x="50" y="4"/>
                    </a:cubicBezTo>
                    <a:cubicBezTo>
                      <a:pt x="52" y="2"/>
                      <a:pt x="55" y="1"/>
                      <a:pt x="57" y="0"/>
                    </a:cubicBezTo>
                    <a:cubicBezTo>
                      <a:pt x="55" y="4"/>
                      <a:pt x="52" y="9"/>
                      <a:pt x="49" y="13"/>
                    </a:cubicBezTo>
                    <a:cubicBezTo>
                      <a:pt x="46" y="19"/>
                      <a:pt x="41" y="24"/>
                      <a:pt x="37" y="29"/>
                    </a:cubicBezTo>
                    <a:cubicBezTo>
                      <a:pt x="32" y="38"/>
                      <a:pt x="29" y="45"/>
                      <a:pt x="25" y="55"/>
                    </a:cubicBezTo>
                    <a:cubicBezTo>
                      <a:pt x="22" y="64"/>
                      <a:pt x="19" y="74"/>
                      <a:pt x="13" y="81"/>
                    </a:cubicBezTo>
                    <a:cubicBezTo>
                      <a:pt x="13" y="71"/>
                      <a:pt x="23" y="60"/>
                      <a:pt x="16" y="51"/>
                    </a:cubicBezTo>
                    <a:cubicBezTo>
                      <a:pt x="12" y="45"/>
                      <a:pt x="4" y="45"/>
                      <a:pt x="0" y="39"/>
                    </a:cubicBezTo>
                  </a:path>
                </a:pathLst>
              </a:custGeom>
              <a:solidFill>
                <a:srgbClr val="FDEA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5542" name="Freeform 29">
                <a:extLst>
                  <a:ext uri="{FF2B5EF4-FFF2-40B4-BE49-F238E27FC236}">
                    <a16:creationId xmlns:a16="http://schemas.microsoft.com/office/drawing/2014/main" id="{08ED5D41-DB75-469B-8F9F-8259BC6A9E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3" y="1125"/>
                <a:ext cx="47" cy="109"/>
              </a:xfrm>
              <a:custGeom>
                <a:avLst/>
                <a:gdLst>
                  <a:gd name="T0" fmla="*/ 73 w 29"/>
                  <a:gd name="T1" fmla="*/ 0 h 68"/>
                  <a:gd name="T2" fmla="*/ 68 w 29"/>
                  <a:gd name="T3" fmla="*/ 69 h 68"/>
                  <a:gd name="T4" fmla="*/ 76 w 29"/>
                  <a:gd name="T5" fmla="*/ 141 h 68"/>
                  <a:gd name="T6" fmla="*/ 94 w 29"/>
                  <a:gd name="T7" fmla="*/ 213 h 68"/>
                  <a:gd name="T8" fmla="*/ 123 w 29"/>
                  <a:gd name="T9" fmla="*/ 281 h 68"/>
                  <a:gd name="T10" fmla="*/ 55 w 29"/>
                  <a:gd name="T11" fmla="*/ 141 h 68"/>
                  <a:gd name="T12" fmla="*/ 0 w 29"/>
                  <a:gd name="T13" fmla="*/ 74 h 6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9" h="68">
                    <a:moveTo>
                      <a:pt x="17" y="0"/>
                    </a:moveTo>
                    <a:cubicBezTo>
                      <a:pt x="15" y="5"/>
                      <a:pt x="16" y="12"/>
                      <a:pt x="16" y="17"/>
                    </a:cubicBezTo>
                    <a:cubicBezTo>
                      <a:pt x="16" y="23"/>
                      <a:pt x="17" y="28"/>
                      <a:pt x="18" y="34"/>
                    </a:cubicBezTo>
                    <a:cubicBezTo>
                      <a:pt x="19" y="40"/>
                      <a:pt x="21" y="46"/>
                      <a:pt x="22" y="52"/>
                    </a:cubicBezTo>
                    <a:cubicBezTo>
                      <a:pt x="24" y="58"/>
                      <a:pt x="27" y="63"/>
                      <a:pt x="29" y="68"/>
                    </a:cubicBezTo>
                    <a:cubicBezTo>
                      <a:pt x="18" y="63"/>
                      <a:pt x="14" y="45"/>
                      <a:pt x="13" y="34"/>
                    </a:cubicBezTo>
                    <a:cubicBezTo>
                      <a:pt x="12" y="29"/>
                      <a:pt x="9" y="9"/>
                      <a:pt x="0" y="18"/>
                    </a:cubicBezTo>
                  </a:path>
                </a:pathLst>
              </a:custGeom>
              <a:solidFill>
                <a:srgbClr val="FDEA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5543" name="Freeform 30">
                <a:extLst>
                  <a:ext uri="{FF2B5EF4-FFF2-40B4-BE49-F238E27FC236}">
                    <a16:creationId xmlns:a16="http://schemas.microsoft.com/office/drawing/2014/main" id="{B50D3083-9C63-431A-88E4-A3A6D6AF1A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4" y="1274"/>
                <a:ext cx="160" cy="18"/>
              </a:xfrm>
              <a:custGeom>
                <a:avLst/>
                <a:gdLst>
                  <a:gd name="T0" fmla="*/ 5 w 99"/>
                  <a:gd name="T1" fmla="*/ 34 h 11"/>
                  <a:gd name="T2" fmla="*/ 204 w 99"/>
                  <a:gd name="T3" fmla="*/ 29 h 11"/>
                  <a:gd name="T4" fmla="*/ 419 w 99"/>
                  <a:gd name="T5" fmla="*/ 18 h 11"/>
                  <a:gd name="T6" fmla="*/ 370 w 99"/>
                  <a:gd name="T7" fmla="*/ 8 h 11"/>
                  <a:gd name="T8" fmla="*/ 259 w 99"/>
                  <a:gd name="T9" fmla="*/ 8 h 11"/>
                  <a:gd name="T10" fmla="*/ 110 w 99"/>
                  <a:gd name="T11" fmla="*/ 0 h 11"/>
                  <a:gd name="T12" fmla="*/ 0 w 99"/>
                  <a:gd name="T13" fmla="*/ 47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9" h="11">
                    <a:moveTo>
                      <a:pt x="1" y="8"/>
                    </a:moveTo>
                    <a:cubicBezTo>
                      <a:pt x="16" y="3"/>
                      <a:pt x="33" y="5"/>
                      <a:pt x="48" y="7"/>
                    </a:cubicBezTo>
                    <a:cubicBezTo>
                      <a:pt x="65" y="9"/>
                      <a:pt x="82" y="5"/>
                      <a:pt x="99" y="4"/>
                    </a:cubicBezTo>
                    <a:cubicBezTo>
                      <a:pt x="96" y="1"/>
                      <a:pt x="92" y="2"/>
                      <a:pt x="88" y="2"/>
                    </a:cubicBezTo>
                    <a:cubicBezTo>
                      <a:pt x="79" y="2"/>
                      <a:pt x="70" y="2"/>
                      <a:pt x="61" y="2"/>
                    </a:cubicBezTo>
                    <a:cubicBezTo>
                      <a:pt x="49" y="3"/>
                      <a:pt x="39" y="0"/>
                      <a:pt x="26" y="0"/>
                    </a:cubicBezTo>
                    <a:cubicBezTo>
                      <a:pt x="19" y="1"/>
                      <a:pt x="2" y="2"/>
                      <a:pt x="0" y="11"/>
                    </a:cubicBezTo>
                  </a:path>
                </a:pathLst>
              </a:custGeom>
              <a:solidFill>
                <a:srgbClr val="FDEA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5544" name="Freeform 31">
                <a:extLst>
                  <a:ext uri="{FF2B5EF4-FFF2-40B4-BE49-F238E27FC236}">
                    <a16:creationId xmlns:a16="http://schemas.microsoft.com/office/drawing/2014/main" id="{24A8903B-42F7-4ACA-8986-E773686488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2" y="1298"/>
                <a:ext cx="33" cy="41"/>
              </a:xfrm>
              <a:custGeom>
                <a:avLst/>
                <a:gdLst>
                  <a:gd name="T0" fmla="*/ 0 w 20"/>
                  <a:gd name="T1" fmla="*/ 0 h 25"/>
                  <a:gd name="T2" fmla="*/ 35 w 20"/>
                  <a:gd name="T3" fmla="*/ 92 h 25"/>
                  <a:gd name="T4" fmla="*/ 89 w 20"/>
                  <a:gd name="T5" fmla="*/ 43 h 25"/>
                  <a:gd name="T6" fmla="*/ 63 w 20"/>
                  <a:gd name="T7" fmla="*/ 56 h 25"/>
                  <a:gd name="T8" fmla="*/ 13 w 20"/>
                  <a:gd name="T9" fmla="*/ 5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25">
                    <a:moveTo>
                      <a:pt x="0" y="0"/>
                    </a:moveTo>
                    <a:cubicBezTo>
                      <a:pt x="1" y="6"/>
                      <a:pt x="4" y="17"/>
                      <a:pt x="8" y="21"/>
                    </a:cubicBezTo>
                    <a:cubicBezTo>
                      <a:pt x="13" y="25"/>
                      <a:pt x="20" y="17"/>
                      <a:pt x="20" y="10"/>
                    </a:cubicBezTo>
                    <a:cubicBezTo>
                      <a:pt x="19" y="12"/>
                      <a:pt x="17" y="13"/>
                      <a:pt x="14" y="13"/>
                    </a:cubicBezTo>
                    <a:cubicBezTo>
                      <a:pt x="10" y="13"/>
                      <a:pt x="2" y="5"/>
                      <a:pt x="3" y="1"/>
                    </a:cubicBezTo>
                  </a:path>
                </a:pathLst>
              </a:custGeom>
              <a:solidFill>
                <a:srgbClr val="FDEA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5545" name="Freeform 32">
                <a:extLst>
                  <a:ext uri="{FF2B5EF4-FFF2-40B4-BE49-F238E27FC236}">
                    <a16:creationId xmlns:a16="http://schemas.microsoft.com/office/drawing/2014/main" id="{F571658C-C6B5-4C9B-8790-1E3B81B8D8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7" y="1144"/>
                <a:ext cx="47" cy="134"/>
              </a:xfrm>
              <a:custGeom>
                <a:avLst/>
                <a:gdLst>
                  <a:gd name="T0" fmla="*/ 13 w 29"/>
                  <a:gd name="T1" fmla="*/ 63 h 83"/>
                  <a:gd name="T2" fmla="*/ 73 w 29"/>
                  <a:gd name="T3" fmla="*/ 192 h 83"/>
                  <a:gd name="T4" fmla="*/ 123 w 29"/>
                  <a:gd name="T5" fmla="*/ 349 h 83"/>
                  <a:gd name="T6" fmla="*/ 102 w 29"/>
                  <a:gd name="T7" fmla="*/ 224 h 83"/>
                  <a:gd name="T8" fmla="*/ 68 w 29"/>
                  <a:gd name="T9" fmla="*/ 102 h 83"/>
                  <a:gd name="T10" fmla="*/ 47 w 29"/>
                  <a:gd name="T11" fmla="*/ 39 h 83"/>
                  <a:gd name="T12" fmla="*/ 0 w 29"/>
                  <a:gd name="T13" fmla="*/ 0 h 8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9" h="83">
                    <a:moveTo>
                      <a:pt x="3" y="15"/>
                    </a:moveTo>
                    <a:cubicBezTo>
                      <a:pt x="8" y="25"/>
                      <a:pt x="12" y="36"/>
                      <a:pt x="17" y="46"/>
                    </a:cubicBezTo>
                    <a:cubicBezTo>
                      <a:pt x="23" y="57"/>
                      <a:pt x="23" y="72"/>
                      <a:pt x="29" y="83"/>
                    </a:cubicBezTo>
                    <a:cubicBezTo>
                      <a:pt x="24" y="74"/>
                      <a:pt x="26" y="62"/>
                      <a:pt x="24" y="53"/>
                    </a:cubicBezTo>
                    <a:cubicBezTo>
                      <a:pt x="22" y="43"/>
                      <a:pt x="14" y="34"/>
                      <a:pt x="16" y="24"/>
                    </a:cubicBezTo>
                    <a:cubicBezTo>
                      <a:pt x="18" y="16"/>
                      <a:pt x="17" y="16"/>
                      <a:pt x="11" y="9"/>
                    </a:cubicBezTo>
                    <a:cubicBezTo>
                      <a:pt x="7" y="6"/>
                      <a:pt x="5" y="3"/>
                      <a:pt x="0" y="0"/>
                    </a:cubicBezTo>
                  </a:path>
                </a:pathLst>
              </a:custGeom>
              <a:solidFill>
                <a:srgbClr val="FDEA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5546" name="Freeform 33">
                <a:extLst>
                  <a:ext uri="{FF2B5EF4-FFF2-40B4-BE49-F238E27FC236}">
                    <a16:creationId xmlns:a16="http://schemas.microsoft.com/office/drawing/2014/main" id="{6E7F638A-DEC5-423B-8FDD-90C81A62C4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6" y="954"/>
                <a:ext cx="18" cy="53"/>
              </a:xfrm>
              <a:custGeom>
                <a:avLst/>
                <a:gdLst>
                  <a:gd name="T0" fmla="*/ 8 w 11"/>
                  <a:gd name="T1" fmla="*/ 0 h 33"/>
                  <a:gd name="T2" fmla="*/ 41 w 11"/>
                  <a:gd name="T3" fmla="*/ 26 h 33"/>
                  <a:gd name="T4" fmla="*/ 47 w 11"/>
                  <a:gd name="T5" fmla="*/ 63 h 33"/>
                  <a:gd name="T6" fmla="*/ 21 w 11"/>
                  <a:gd name="T7" fmla="*/ 137 h 33"/>
                  <a:gd name="T8" fmla="*/ 21 w 11"/>
                  <a:gd name="T9" fmla="*/ 69 h 33"/>
                  <a:gd name="T10" fmla="*/ 5 w 11"/>
                  <a:gd name="T11" fmla="*/ 42 h 3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33">
                    <a:moveTo>
                      <a:pt x="2" y="0"/>
                    </a:moveTo>
                    <a:cubicBezTo>
                      <a:pt x="4" y="3"/>
                      <a:pt x="8" y="3"/>
                      <a:pt x="9" y="6"/>
                    </a:cubicBezTo>
                    <a:cubicBezTo>
                      <a:pt x="10" y="8"/>
                      <a:pt x="11" y="13"/>
                      <a:pt x="11" y="15"/>
                    </a:cubicBezTo>
                    <a:cubicBezTo>
                      <a:pt x="10" y="20"/>
                      <a:pt x="9" y="29"/>
                      <a:pt x="5" y="33"/>
                    </a:cubicBezTo>
                    <a:cubicBezTo>
                      <a:pt x="6" y="29"/>
                      <a:pt x="7" y="21"/>
                      <a:pt x="5" y="17"/>
                    </a:cubicBezTo>
                    <a:cubicBezTo>
                      <a:pt x="3" y="15"/>
                      <a:pt x="0" y="14"/>
                      <a:pt x="1" y="10"/>
                    </a:cubicBezTo>
                  </a:path>
                </a:pathLst>
              </a:custGeom>
              <a:solidFill>
                <a:srgbClr val="FDEA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5547" name="Freeform 34">
                <a:extLst>
                  <a:ext uri="{FF2B5EF4-FFF2-40B4-BE49-F238E27FC236}">
                    <a16:creationId xmlns:a16="http://schemas.microsoft.com/office/drawing/2014/main" id="{DEFF0456-2756-49DF-9BA3-D013FC1705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6" y="1602"/>
                <a:ext cx="199" cy="114"/>
              </a:xfrm>
              <a:custGeom>
                <a:avLst/>
                <a:gdLst>
                  <a:gd name="T0" fmla="*/ 60 w 123"/>
                  <a:gd name="T1" fmla="*/ 225 h 71"/>
                  <a:gd name="T2" fmla="*/ 377 w 123"/>
                  <a:gd name="T3" fmla="*/ 218 h 71"/>
                  <a:gd name="T4" fmla="*/ 521 w 123"/>
                  <a:gd name="T5" fmla="*/ 0 h 71"/>
                  <a:gd name="T6" fmla="*/ 458 w 123"/>
                  <a:gd name="T7" fmla="*/ 101 h 71"/>
                  <a:gd name="T8" fmla="*/ 317 w 123"/>
                  <a:gd name="T9" fmla="*/ 165 h 71"/>
                  <a:gd name="T10" fmla="*/ 0 w 123"/>
                  <a:gd name="T11" fmla="*/ 141 h 71"/>
                  <a:gd name="T12" fmla="*/ 50 w 123"/>
                  <a:gd name="T13" fmla="*/ 225 h 71"/>
                  <a:gd name="T14" fmla="*/ 160 w 123"/>
                  <a:gd name="T15" fmla="*/ 247 h 7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23" h="71">
                    <a:moveTo>
                      <a:pt x="14" y="54"/>
                    </a:moveTo>
                    <a:cubicBezTo>
                      <a:pt x="34" y="71"/>
                      <a:pt x="67" y="66"/>
                      <a:pt x="89" y="53"/>
                    </a:cubicBezTo>
                    <a:cubicBezTo>
                      <a:pt x="109" y="42"/>
                      <a:pt x="123" y="23"/>
                      <a:pt x="123" y="0"/>
                    </a:cubicBezTo>
                    <a:cubicBezTo>
                      <a:pt x="123" y="8"/>
                      <a:pt x="114" y="19"/>
                      <a:pt x="108" y="24"/>
                    </a:cubicBezTo>
                    <a:cubicBezTo>
                      <a:pt x="99" y="32"/>
                      <a:pt x="87" y="37"/>
                      <a:pt x="75" y="40"/>
                    </a:cubicBezTo>
                    <a:cubicBezTo>
                      <a:pt x="51" y="48"/>
                      <a:pt x="21" y="50"/>
                      <a:pt x="0" y="34"/>
                    </a:cubicBezTo>
                    <a:cubicBezTo>
                      <a:pt x="0" y="41"/>
                      <a:pt x="7" y="51"/>
                      <a:pt x="12" y="54"/>
                    </a:cubicBezTo>
                    <a:cubicBezTo>
                      <a:pt x="21" y="61"/>
                      <a:pt x="29" y="58"/>
                      <a:pt x="38" y="60"/>
                    </a:cubicBezTo>
                  </a:path>
                </a:pathLst>
              </a:custGeom>
              <a:solidFill>
                <a:srgbClr val="FDEA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5548" name="Freeform 35">
                <a:extLst>
                  <a:ext uri="{FF2B5EF4-FFF2-40B4-BE49-F238E27FC236}">
                    <a16:creationId xmlns:a16="http://schemas.microsoft.com/office/drawing/2014/main" id="{23B1B0DA-7916-432C-95E4-3242C0A0BB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0" y="1516"/>
                <a:ext cx="36" cy="286"/>
              </a:xfrm>
              <a:custGeom>
                <a:avLst/>
                <a:gdLst>
                  <a:gd name="T0" fmla="*/ 29 w 22"/>
                  <a:gd name="T1" fmla="*/ 21 h 178"/>
                  <a:gd name="T2" fmla="*/ 54 w 22"/>
                  <a:gd name="T3" fmla="*/ 56 h 178"/>
                  <a:gd name="T4" fmla="*/ 54 w 22"/>
                  <a:gd name="T5" fmla="*/ 111 h 178"/>
                  <a:gd name="T6" fmla="*/ 34 w 22"/>
                  <a:gd name="T7" fmla="*/ 220 h 178"/>
                  <a:gd name="T8" fmla="*/ 75 w 22"/>
                  <a:gd name="T9" fmla="*/ 384 h 178"/>
                  <a:gd name="T10" fmla="*/ 92 w 22"/>
                  <a:gd name="T11" fmla="*/ 535 h 178"/>
                  <a:gd name="T12" fmla="*/ 83 w 22"/>
                  <a:gd name="T13" fmla="*/ 614 h 178"/>
                  <a:gd name="T14" fmla="*/ 54 w 22"/>
                  <a:gd name="T15" fmla="*/ 739 h 178"/>
                  <a:gd name="T16" fmla="*/ 62 w 22"/>
                  <a:gd name="T17" fmla="*/ 548 h 178"/>
                  <a:gd name="T18" fmla="*/ 43 w 22"/>
                  <a:gd name="T19" fmla="*/ 485 h 178"/>
                  <a:gd name="T20" fmla="*/ 8 w 22"/>
                  <a:gd name="T21" fmla="*/ 374 h 178"/>
                  <a:gd name="T22" fmla="*/ 5 w 22"/>
                  <a:gd name="T23" fmla="*/ 246 h 178"/>
                  <a:gd name="T24" fmla="*/ 21 w 22"/>
                  <a:gd name="T25" fmla="*/ 124 h 178"/>
                  <a:gd name="T26" fmla="*/ 8 w 22"/>
                  <a:gd name="T27" fmla="*/ 0 h 17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2" h="178">
                    <a:moveTo>
                      <a:pt x="7" y="5"/>
                    </a:moveTo>
                    <a:cubicBezTo>
                      <a:pt x="8" y="8"/>
                      <a:pt x="11" y="10"/>
                      <a:pt x="12" y="14"/>
                    </a:cubicBezTo>
                    <a:cubicBezTo>
                      <a:pt x="13" y="18"/>
                      <a:pt x="13" y="23"/>
                      <a:pt x="12" y="27"/>
                    </a:cubicBezTo>
                    <a:cubicBezTo>
                      <a:pt x="11" y="36"/>
                      <a:pt x="9" y="44"/>
                      <a:pt x="8" y="53"/>
                    </a:cubicBezTo>
                    <a:cubicBezTo>
                      <a:pt x="8" y="67"/>
                      <a:pt x="14" y="80"/>
                      <a:pt x="17" y="93"/>
                    </a:cubicBezTo>
                    <a:cubicBezTo>
                      <a:pt x="20" y="104"/>
                      <a:pt x="22" y="117"/>
                      <a:pt x="21" y="129"/>
                    </a:cubicBezTo>
                    <a:cubicBezTo>
                      <a:pt x="21" y="136"/>
                      <a:pt x="20" y="142"/>
                      <a:pt x="19" y="148"/>
                    </a:cubicBezTo>
                    <a:cubicBezTo>
                      <a:pt x="17" y="157"/>
                      <a:pt x="17" y="169"/>
                      <a:pt x="12" y="178"/>
                    </a:cubicBezTo>
                    <a:cubicBezTo>
                      <a:pt x="17" y="164"/>
                      <a:pt x="15" y="147"/>
                      <a:pt x="14" y="132"/>
                    </a:cubicBezTo>
                    <a:cubicBezTo>
                      <a:pt x="14" y="126"/>
                      <a:pt x="13" y="123"/>
                      <a:pt x="10" y="117"/>
                    </a:cubicBezTo>
                    <a:cubicBezTo>
                      <a:pt x="6" y="109"/>
                      <a:pt x="4" y="99"/>
                      <a:pt x="2" y="90"/>
                    </a:cubicBezTo>
                    <a:cubicBezTo>
                      <a:pt x="0" y="79"/>
                      <a:pt x="0" y="69"/>
                      <a:pt x="1" y="59"/>
                    </a:cubicBezTo>
                    <a:cubicBezTo>
                      <a:pt x="2" y="49"/>
                      <a:pt x="5" y="40"/>
                      <a:pt x="5" y="30"/>
                    </a:cubicBezTo>
                    <a:cubicBezTo>
                      <a:pt x="5" y="20"/>
                      <a:pt x="2" y="10"/>
                      <a:pt x="2" y="0"/>
                    </a:cubicBezTo>
                  </a:path>
                </a:pathLst>
              </a:custGeom>
              <a:solidFill>
                <a:srgbClr val="FDEA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5549" name="Freeform 36">
                <a:extLst>
                  <a:ext uri="{FF2B5EF4-FFF2-40B4-BE49-F238E27FC236}">
                    <a16:creationId xmlns:a16="http://schemas.microsoft.com/office/drawing/2014/main" id="{4D594B64-7259-42B0-864A-4D57817D13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9" y="2051"/>
                <a:ext cx="18" cy="19"/>
              </a:xfrm>
              <a:custGeom>
                <a:avLst/>
                <a:gdLst>
                  <a:gd name="T0" fmla="*/ 0 w 11"/>
                  <a:gd name="T1" fmla="*/ 27 h 12"/>
                  <a:gd name="T2" fmla="*/ 47 w 11"/>
                  <a:gd name="T3" fmla="*/ 33 h 12"/>
                  <a:gd name="T4" fmla="*/ 41 w 11"/>
                  <a:gd name="T5" fmla="*/ 5 h 12"/>
                  <a:gd name="T6" fmla="*/ 8 w 11"/>
                  <a:gd name="T7" fmla="*/ 8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12">
                    <a:moveTo>
                      <a:pt x="0" y="7"/>
                    </a:moveTo>
                    <a:cubicBezTo>
                      <a:pt x="2" y="11"/>
                      <a:pt x="9" y="12"/>
                      <a:pt x="11" y="8"/>
                    </a:cubicBezTo>
                    <a:cubicBezTo>
                      <a:pt x="11" y="7"/>
                      <a:pt x="10" y="2"/>
                      <a:pt x="9" y="1"/>
                    </a:cubicBezTo>
                    <a:cubicBezTo>
                      <a:pt x="7" y="0"/>
                      <a:pt x="4" y="1"/>
                      <a:pt x="2" y="2"/>
                    </a:cubicBezTo>
                  </a:path>
                </a:pathLst>
              </a:custGeom>
              <a:solidFill>
                <a:srgbClr val="FDEA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5550" name="Freeform 37">
                <a:extLst>
                  <a:ext uri="{FF2B5EF4-FFF2-40B4-BE49-F238E27FC236}">
                    <a16:creationId xmlns:a16="http://schemas.microsoft.com/office/drawing/2014/main" id="{23192383-FBE3-4A95-BEB8-A2805A3FFF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8" y="2421"/>
                <a:ext cx="133" cy="62"/>
              </a:xfrm>
              <a:custGeom>
                <a:avLst/>
                <a:gdLst>
                  <a:gd name="T0" fmla="*/ 5 w 82"/>
                  <a:gd name="T1" fmla="*/ 73 h 39"/>
                  <a:gd name="T2" fmla="*/ 178 w 82"/>
                  <a:gd name="T3" fmla="*/ 151 h 39"/>
                  <a:gd name="T4" fmla="*/ 268 w 82"/>
                  <a:gd name="T5" fmla="*/ 121 h 39"/>
                  <a:gd name="T6" fmla="*/ 350 w 82"/>
                  <a:gd name="T7" fmla="*/ 0 h 39"/>
                  <a:gd name="T8" fmla="*/ 300 w 82"/>
                  <a:gd name="T9" fmla="*/ 48 h 39"/>
                  <a:gd name="T10" fmla="*/ 187 w 82"/>
                  <a:gd name="T11" fmla="*/ 89 h 39"/>
                  <a:gd name="T12" fmla="*/ 81 w 82"/>
                  <a:gd name="T13" fmla="*/ 60 h 39"/>
                  <a:gd name="T14" fmla="*/ 0 w 82"/>
                  <a:gd name="T15" fmla="*/ 35 h 3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2" h="39">
                    <a:moveTo>
                      <a:pt x="1" y="18"/>
                    </a:moveTo>
                    <a:cubicBezTo>
                      <a:pt x="14" y="29"/>
                      <a:pt x="25" y="39"/>
                      <a:pt x="42" y="38"/>
                    </a:cubicBezTo>
                    <a:cubicBezTo>
                      <a:pt x="50" y="38"/>
                      <a:pt x="58" y="36"/>
                      <a:pt x="63" y="30"/>
                    </a:cubicBezTo>
                    <a:cubicBezTo>
                      <a:pt x="70" y="24"/>
                      <a:pt x="81" y="10"/>
                      <a:pt x="82" y="0"/>
                    </a:cubicBezTo>
                    <a:cubicBezTo>
                      <a:pt x="78" y="1"/>
                      <a:pt x="73" y="8"/>
                      <a:pt x="70" y="12"/>
                    </a:cubicBezTo>
                    <a:cubicBezTo>
                      <a:pt x="63" y="19"/>
                      <a:pt x="54" y="22"/>
                      <a:pt x="44" y="22"/>
                    </a:cubicBezTo>
                    <a:cubicBezTo>
                      <a:pt x="35" y="22"/>
                      <a:pt x="28" y="18"/>
                      <a:pt x="19" y="15"/>
                    </a:cubicBezTo>
                    <a:cubicBezTo>
                      <a:pt x="14" y="14"/>
                      <a:pt x="2" y="16"/>
                      <a:pt x="0" y="9"/>
                    </a:cubicBezTo>
                  </a:path>
                </a:pathLst>
              </a:custGeom>
              <a:solidFill>
                <a:srgbClr val="FDEA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5551" name="Freeform 38">
                <a:extLst>
                  <a:ext uri="{FF2B5EF4-FFF2-40B4-BE49-F238E27FC236}">
                    <a16:creationId xmlns:a16="http://schemas.microsoft.com/office/drawing/2014/main" id="{B1969128-7382-4A96-AFC0-E7F3B18D90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9" y="2061"/>
                <a:ext cx="87" cy="783"/>
              </a:xfrm>
              <a:custGeom>
                <a:avLst/>
                <a:gdLst>
                  <a:gd name="T0" fmla="*/ 0 w 54"/>
                  <a:gd name="T1" fmla="*/ 0 h 487"/>
                  <a:gd name="T2" fmla="*/ 124 w 54"/>
                  <a:gd name="T3" fmla="*/ 315 h 487"/>
                  <a:gd name="T4" fmla="*/ 205 w 54"/>
                  <a:gd name="T5" fmla="*/ 672 h 487"/>
                  <a:gd name="T6" fmla="*/ 213 w 54"/>
                  <a:gd name="T7" fmla="*/ 1080 h 487"/>
                  <a:gd name="T8" fmla="*/ 55 w 54"/>
                  <a:gd name="T9" fmla="*/ 2024 h 487"/>
                  <a:gd name="T10" fmla="*/ 156 w 54"/>
                  <a:gd name="T11" fmla="*/ 1076 h 487"/>
                  <a:gd name="T12" fmla="*/ 114 w 54"/>
                  <a:gd name="T13" fmla="*/ 471 h 487"/>
                  <a:gd name="T14" fmla="*/ 0 w 54"/>
                  <a:gd name="T15" fmla="*/ 0 h 48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4" h="487">
                    <a:moveTo>
                      <a:pt x="0" y="0"/>
                    </a:moveTo>
                    <a:cubicBezTo>
                      <a:pt x="9" y="15"/>
                      <a:pt x="23" y="45"/>
                      <a:pt x="30" y="76"/>
                    </a:cubicBezTo>
                    <a:cubicBezTo>
                      <a:pt x="37" y="108"/>
                      <a:pt x="43" y="138"/>
                      <a:pt x="49" y="162"/>
                    </a:cubicBezTo>
                    <a:cubicBezTo>
                      <a:pt x="54" y="186"/>
                      <a:pt x="53" y="233"/>
                      <a:pt x="51" y="260"/>
                    </a:cubicBezTo>
                    <a:cubicBezTo>
                      <a:pt x="49" y="288"/>
                      <a:pt x="37" y="422"/>
                      <a:pt x="13" y="487"/>
                    </a:cubicBezTo>
                    <a:cubicBezTo>
                      <a:pt x="19" y="462"/>
                      <a:pt x="39" y="313"/>
                      <a:pt x="37" y="259"/>
                    </a:cubicBezTo>
                    <a:cubicBezTo>
                      <a:pt x="35" y="205"/>
                      <a:pt x="34" y="140"/>
                      <a:pt x="27" y="113"/>
                    </a:cubicBezTo>
                    <a:cubicBezTo>
                      <a:pt x="21" y="84"/>
                      <a:pt x="9" y="6"/>
                      <a:pt x="0" y="0"/>
                    </a:cubicBezTo>
                  </a:path>
                </a:pathLst>
              </a:custGeom>
              <a:solidFill>
                <a:srgbClr val="FDEA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5552" name="Freeform 39">
                <a:extLst>
                  <a:ext uri="{FF2B5EF4-FFF2-40B4-BE49-F238E27FC236}">
                    <a16:creationId xmlns:a16="http://schemas.microsoft.com/office/drawing/2014/main" id="{144CA931-B928-46EF-9A2D-0D03503F43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9" y="2061"/>
                <a:ext cx="87" cy="783"/>
              </a:xfrm>
              <a:custGeom>
                <a:avLst/>
                <a:gdLst>
                  <a:gd name="T0" fmla="*/ 226 w 54"/>
                  <a:gd name="T1" fmla="*/ 0 h 487"/>
                  <a:gd name="T2" fmla="*/ 102 w 54"/>
                  <a:gd name="T3" fmla="*/ 315 h 487"/>
                  <a:gd name="T4" fmla="*/ 21 w 54"/>
                  <a:gd name="T5" fmla="*/ 672 h 487"/>
                  <a:gd name="T6" fmla="*/ 13 w 54"/>
                  <a:gd name="T7" fmla="*/ 1080 h 487"/>
                  <a:gd name="T8" fmla="*/ 166 w 54"/>
                  <a:gd name="T9" fmla="*/ 2024 h 487"/>
                  <a:gd name="T10" fmla="*/ 47 w 54"/>
                  <a:gd name="T11" fmla="*/ 1045 h 487"/>
                  <a:gd name="T12" fmla="*/ 97 w 54"/>
                  <a:gd name="T13" fmla="*/ 465 h 487"/>
                  <a:gd name="T14" fmla="*/ 226 w 54"/>
                  <a:gd name="T15" fmla="*/ 0 h 48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4" h="487">
                    <a:moveTo>
                      <a:pt x="54" y="0"/>
                    </a:moveTo>
                    <a:cubicBezTo>
                      <a:pt x="44" y="15"/>
                      <a:pt x="31" y="45"/>
                      <a:pt x="24" y="76"/>
                    </a:cubicBezTo>
                    <a:cubicBezTo>
                      <a:pt x="16" y="108"/>
                      <a:pt x="10" y="138"/>
                      <a:pt x="5" y="162"/>
                    </a:cubicBezTo>
                    <a:cubicBezTo>
                      <a:pt x="0" y="186"/>
                      <a:pt x="1" y="233"/>
                      <a:pt x="3" y="260"/>
                    </a:cubicBezTo>
                    <a:cubicBezTo>
                      <a:pt x="5" y="288"/>
                      <a:pt x="17" y="422"/>
                      <a:pt x="40" y="487"/>
                    </a:cubicBezTo>
                    <a:cubicBezTo>
                      <a:pt x="35" y="462"/>
                      <a:pt x="9" y="305"/>
                      <a:pt x="11" y="251"/>
                    </a:cubicBezTo>
                    <a:cubicBezTo>
                      <a:pt x="13" y="197"/>
                      <a:pt x="17" y="139"/>
                      <a:pt x="23" y="112"/>
                    </a:cubicBezTo>
                    <a:cubicBezTo>
                      <a:pt x="30" y="84"/>
                      <a:pt x="44" y="6"/>
                      <a:pt x="54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5553" name="Freeform 40">
                <a:extLst>
                  <a:ext uri="{FF2B5EF4-FFF2-40B4-BE49-F238E27FC236}">
                    <a16:creationId xmlns:a16="http://schemas.microsoft.com/office/drawing/2014/main" id="{154A68CB-9FF7-41B4-B9A5-2711B5BB33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5" y="2472"/>
                <a:ext cx="50" cy="609"/>
              </a:xfrm>
              <a:custGeom>
                <a:avLst/>
                <a:gdLst>
                  <a:gd name="T0" fmla="*/ 0 w 31"/>
                  <a:gd name="T1" fmla="*/ 0 h 379"/>
                  <a:gd name="T2" fmla="*/ 123 w 31"/>
                  <a:gd name="T3" fmla="*/ 145 h 379"/>
                  <a:gd name="T4" fmla="*/ 90 w 31"/>
                  <a:gd name="T5" fmla="*/ 664 h 379"/>
                  <a:gd name="T6" fmla="*/ 97 w 31"/>
                  <a:gd name="T7" fmla="*/ 1175 h 379"/>
                  <a:gd name="T8" fmla="*/ 76 w 31"/>
                  <a:gd name="T9" fmla="*/ 1573 h 379"/>
                  <a:gd name="T10" fmla="*/ 55 w 31"/>
                  <a:gd name="T11" fmla="*/ 1162 h 379"/>
                  <a:gd name="T12" fmla="*/ 21 w 31"/>
                  <a:gd name="T13" fmla="*/ 395 h 379"/>
                  <a:gd name="T14" fmla="*/ 0 w 31"/>
                  <a:gd name="T15" fmla="*/ 0 h 37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1" h="379">
                    <a:moveTo>
                      <a:pt x="0" y="0"/>
                    </a:moveTo>
                    <a:cubicBezTo>
                      <a:pt x="13" y="11"/>
                      <a:pt x="29" y="10"/>
                      <a:pt x="29" y="35"/>
                    </a:cubicBezTo>
                    <a:cubicBezTo>
                      <a:pt x="29" y="60"/>
                      <a:pt x="21" y="109"/>
                      <a:pt x="22" y="160"/>
                    </a:cubicBezTo>
                    <a:cubicBezTo>
                      <a:pt x="23" y="211"/>
                      <a:pt x="22" y="260"/>
                      <a:pt x="23" y="283"/>
                    </a:cubicBezTo>
                    <a:cubicBezTo>
                      <a:pt x="24" y="306"/>
                      <a:pt x="31" y="332"/>
                      <a:pt x="18" y="379"/>
                    </a:cubicBezTo>
                    <a:cubicBezTo>
                      <a:pt x="22" y="361"/>
                      <a:pt x="22" y="313"/>
                      <a:pt x="13" y="280"/>
                    </a:cubicBezTo>
                    <a:cubicBezTo>
                      <a:pt x="4" y="247"/>
                      <a:pt x="2" y="129"/>
                      <a:pt x="5" y="95"/>
                    </a:cubicBezTo>
                    <a:cubicBezTo>
                      <a:pt x="8" y="61"/>
                      <a:pt x="11" y="14"/>
                      <a:pt x="0" y="0"/>
                    </a:cubicBezTo>
                  </a:path>
                </a:pathLst>
              </a:custGeom>
              <a:solidFill>
                <a:srgbClr val="FDEA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5554" name="Freeform 41">
                <a:extLst>
                  <a:ext uri="{FF2B5EF4-FFF2-40B4-BE49-F238E27FC236}">
                    <a16:creationId xmlns:a16="http://schemas.microsoft.com/office/drawing/2014/main" id="{E8133654-D91D-4916-B591-4E9776B90B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7" y="3213"/>
                <a:ext cx="38" cy="475"/>
              </a:xfrm>
              <a:custGeom>
                <a:avLst/>
                <a:gdLst>
                  <a:gd name="T0" fmla="*/ 68 w 24"/>
                  <a:gd name="T1" fmla="*/ 0 h 295"/>
                  <a:gd name="T2" fmla="*/ 60 w 24"/>
                  <a:gd name="T3" fmla="*/ 630 h 295"/>
                  <a:gd name="T4" fmla="*/ 16 w 24"/>
                  <a:gd name="T5" fmla="*/ 1232 h 295"/>
                  <a:gd name="T6" fmla="*/ 68 w 24"/>
                  <a:gd name="T7" fmla="*/ 0 h 29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" h="295">
                    <a:moveTo>
                      <a:pt x="17" y="0"/>
                    </a:moveTo>
                    <a:cubicBezTo>
                      <a:pt x="21" y="28"/>
                      <a:pt x="24" y="84"/>
                      <a:pt x="15" y="151"/>
                    </a:cubicBezTo>
                    <a:cubicBezTo>
                      <a:pt x="6" y="218"/>
                      <a:pt x="3" y="270"/>
                      <a:pt x="4" y="295"/>
                    </a:cubicBezTo>
                    <a:cubicBezTo>
                      <a:pt x="0" y="252"/>
                      <a:pt x="14" y="71"/>
                      <a:pt x="17" y="0"/>
                    </a:cubicBezTo>
                  </a:path>
                </a:pathLst>
              </a:custGeom>
              <a:solidFill>
                <a:srgbClr val="FDEA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5555" name="Freeform 42">
                <a:extLst>
                  <a:ext uri="{FF2B5EF4-FFF2-40B4-BE49-F238E27FC236}">
                    <a16:creationId xmlns:a16="http://schemas.microsoft.com/office/drawing/2014/main" id="{7F34CB14-86EC-4B8F-A50A-201FEEE414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8" y="1479"/>
                <a:ext cx="52" cy="138"/>
              </a:xfrm>
              <a:custGeom>
                <a:avLst/>
                <a:gdLst>
                  <a:gd name="T0" fmla="*/ 8 w 32"/>
                  <a:gd name="T1" fmla="*/ 0 h 86"/>
                  <a:gd name="T2" fmla="*/ 88 w 32"/>
                  <a:gd name="T3" fmla="*/ 178 h 86"/>
                  <a:gd name="T4" fmla="*/ 81 w 32"/>
                  <a:gd name="T5" fmla="*/ 355 h 86"/>
                  <a:gd name="T6" fmla="*/ 102 w 32"/>
                  <a:gd name="T7" fmla="*/ 239 h 86"/>
                  <a:gd name="T8" fmla="*/ 138 w 32"/>
                  <a:gd name="T9" fmla="*/ 186 h 86"/>
                  <a:gd name="T10" fmla="*/ 88 w 32"/>
                  <a:gd name="T11" fmla="*/ 111 h 86"/>
                  <a:gd name="T12" fmla="*/ 21 w 32"/>
                  <a:gd name="T13" fmla="*/ 26 h 8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2" h="86">
                    <a:moveTo>
                      <a:pt x="2" y="0"/>
                    </a:moveTo>
                    <a:cubicBezTo>
                      <a:pt x="0" y="16"/>
                      <a:pt x="16" y="28"/>
                      <a:pt x="20" y="43"/>
                    </a:cubicBezTo>
                    <a:cubicBezTo>
                      <a:pt x="23" y="57"/>
                      <a:pt x="14" y="71"/>
                      <a:pt x="19" y="86"/>
                    </a:cubicBezTo>
                    <a:cubicBezTo>
                      <a:pt x="19" y="78"/>
                      <a:pt x="20" y="66"/>
                      <a:pt x="24" y="58"/>
                    </a:cubicBezTo>
                    <a:cubicBezTo>
                      <a:pt x="28" y="53"/>
                      <a:pt x="32" y="51"/>
                      <a:pt x="32" y="45"/>
                    </a:cubicBezTo>
                    <a:cubicBezTo>
                      <a:pt x="31" y="41"/>
                      <a:pt x="22" y="31"/>
                      <a:pt x="20" y="27"/>
                    </a:cubicBezTo>
                    <a:cubicBezTo>
                      <a:pt x="15" y="21"/>
                      <a:pt x="12" y="11"/>
                      <a:pt x="5" y="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5556" name="Freeform 43">
                <a:extLst>
                  <a:ext uri="{FF2B5EF4-FFF2-40B4-BE49-F238E27FC236}">
                    <a16:creationId xmlns:a16="http://schemas.microsoft.com/office/drawing/2014/main" id="{A49E103C-3853-4D62-A449-0BD0FF7BC9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7" y="1593"/>
                <a:ext cx="74" cy="95"/>
              </a:xfrm>
              <a:custGeom>
                <a:avLst/>
                <a:gdLst>
                  <a:gd name="T0" fmla="*/ 0 w 46"/>
                  <a:gd name="T1" fmla="*/ 0 h 59"/>
                  <a:gd name="T2" fmla="*/ 191 w 46"/>
                  <a:gd name="T3" fmla="*/ 246 h 59"/>
                  <a:gd name="T4" fmla="*/ 0 w 46"/>
                  <a:gd name="T5" fmla="*/ 0 h 5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6" h="59">
                    <a:moveTo>
                      <a:pt x="0" y="0"/>
                    </a:moveTo>
                    <a:cubicBezTo>
                      <a:pt x="2" y="29"/>
                      <a:pt x="17" y="50"/>
                      <a:pt x="46" y="59"/>
                    </a:cubicBezTo>
                    <a:cubicBezTo>
                      <a:pt x="39" y="52"/>
                      <a:pt x="8" y="18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5557" name="Freeform 44">
                <a:extLst>
                  <a:ext uri="{FF2B5EF4-FFF2-40B4-BE49-F238E27FC236}">
                    <a16:creationId xmlns:a16="http://schemas.microsoft.com/office/drawing/2014/main" id="{C14BFC70-3BC5-429A-B049-F36C838BD3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1289"/>
                <a:ext cx="120" cy="13"/>
              </a:xfrm>
              <a:custGeom>
                <a:avLst/>
                <a:gdLst>
                  <a:gd name="T0" fmla="*/ 143 w 74"/>
                  <a:gd name="T1" fmla="*/ 29 h 8"/>
                  <a:gd name="T2" fmla="*/ 316 w 74"/>
                  <a:gd name="T3" fmla="*/ 18 h 8"/>
                  <a:gd name="T4" fmla="*/ 198 w 74"/>
                  <a:gd name="T5" fmla="*/ 8 h 8"/>
                  <a:gd name="T6" fmla="*/ 0 w 74"/>
                  <a:gd name="T7" fmla="*/ 8 h 8"/>
                  <a:gd name="T8" fmla="*/ 143 w 74"/>
                  <a:gd name="T9" fmla="*/ 29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4" h="8">
                    <a:moveTo>
                      <a:pt x="33" y="7"/>
                    </a:moveTo>
                    <a:cubicBezTo>
                      <a:pt x="44" y="6"/>
                      <a:pt x="63" y="2"/>
                      <a:pt x="74" y="4"/>
                    </a:cubicBezTo>
                    <a:cubicBezTo>
                      <a:pt x="68" y="0"/>
                      <a:pt x="59" y="2"/>
                      <a:pt x="46" y="2"/>
                    </a:cubicBezTo>
                    <a:cubicBezTo>
                      <a:pt x="34" y="3"/>
                      <a:pt x="10" y="6"/>
                      <a:pt x="0" y="2"/>
                    </a:cubicBezTo>
                    <a:cubicBezTo>
                      <a:pt x="17" y="8"/>
                      <a:pt x="24" y="6"/>
                      <a:pt x="33" y="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5558" name="Freeform 45">
                <a:extLst>
                  <a:ext uri="{FF2B5EF4-FFF2-40B4-BE49-F238E27FC236}">
                    <a16:creationId xmlns:a16="http://schemas.microsoft.com/office/drawing/2014/main" id="{EDCAF9E8-A80C-4CD9-A93C-2D9C46C05E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0" y="1289"/>
                <a:ext cx="120" cy="13"/>
              </a:xfrm>
              <a:custGeom>
                <a:avLst/>
                <a:gdLst>
                  <a:gd name="T0" fmla="*/ 174 w 74"/>
                  <a:gd name="T1" fmla="*/ 29 h 8"/>
                  <a:gd name="T2" fmla="*/ 0 w 74"/>
                  <a:gd name="T3" fmla="*/ 18 h 8"/>
                  <a:gd name="T4" fmla="*/ 118 w 74"/>
                  <a:gd name="T5" fmla="*/ 8 h 8"/>
                  <a:gd name="T6" fmla="*/ 316 w 74"/>
                  <a:gd name="T7" fmla="*/ 8 h 8"/>
                  <a:gd name="T8" fmla="*/ 174 w 74"/>
                  <a:gd name="T9" fmla="*/ 29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4" h="8">
                    <a:moveTo>
                      <a:pt x="41" y="7"/>
                    </a:moveTo>
                    <a:cubicBezTo>
                      <a:pt x="30" y="6"/>
                      <a:pt x="11" y="2"/>
                      <a:pt x="0" y="4"/>
                    </a:cubicBezTo>
                    <a:cubicBezTo>
                      <a:pt x="6" y="0"/>
                      <a:pt x="15" y="2"/>
                      <a:pt x="28" y="2"/>
                    </a:cubicBezTo>
                    <a:cubicBezTo>
                      <a:pt x="40" y="3"/>
                      <a:pt x="64" y="6"/>
                      <a:pt x="74" y="2"/>
                    </a:cubicBezTo>
                    <a:cubicBezTo>
                      <a:pt x="57" y="8"/>
                      <a:pt x="50" y="6"/>
                      <a:pt x="41" y="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5559" name="Freeform 46">
                <a:extLst>
                  <a:ext uri="{FF2B5EF4-FFF2-40B4-BE49-F238E27FC236}">
                    <a16:creationId xmlns:a16="http://schemas.microsoft.com/office/drawing/2014/main" id="{E7A171F8-459E-47DF-A9AC-FAD320FE95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2" y="1278"/>
                <a:ext cx="108" cy="133"/>
              </a:xfrm>
              <a:custGeom>
                <a:avLst/>
                <a:gdLst>
                  <a:gd name="T0" fmla="*/ 280 w 67"/>
                  <a:gd name="T1" fmla="*/ 0 h 83"/>
                  <a:gd name="T2" fmla="*/ 103 w 67"/>
                  <a:gd name="T3" fmla="*/ 95 h 83"/>
                  <a:gd name="T4" fmla="*/ 0 w 67"/>
                  <a:gd name="T5" fmla="*/ 341 h 83"/>
                  <a:gd name="T6" fmla="*/ 68 w 67"/>
                  <a:gd name="T7" fmla="*/ 204 h 83"/>
                  <a:gd name="T8" fmla="*/ 131 w 67"/>
                  <a:gd name="T9" fmla="*/ 115 h 83"/>
                  <a:gd name="T10" fmla="*/ 192 w 67"/>
                  <a:gd name="T11" fmla="*/ 67 h 83"/>
                  <a:gd name="T12" fmla="*/ 255 w 67"/>
                  <a:gd name="T13" fmla="*/ 21 h 8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7" h="83">
                    <a:moveTo>
                      <a:pt x="67" y="0"/>
                    </a:moveTo>
                    <a:cubicBezTo>
                      <a:pt x="53" y="7"/>
                      <a:pt x="38" y="13"/>
                      <a:pt x="25" y="23"/>
                    </a:cubicBezTo>
                    <a:cubicBezTo>
                      <a:pt x="9" y="35"/>
                      <a:pt x="3" y="63"/>
                      <a:pt x="0" y="83"/>
                    </a:cubicBezTo>
                    <a:cubicBezTo>
                      <a:pt x="6" y="72"/>
                      <a:pt x="10" y="60"/>
                      <a:pt x="16" y="49"/>
                    </a:cubicBezTo>
                    <a:cubicBezTo>
                      <a:pt x="20" y="42"/>
                      <a:pt x="27" y="36"/>
                      <a:pt x="31" y="28"/>
                    </a:cubicBezTo>
                    <a:cubicBezTo>
                      <a:pt x="36" y="21"/>
                      <a:pt x="40" y="21"/>
                      <a:pt x="46" y="16"/>
                    </a:cubicBezTo>
                    <a:cubicBezTo>
                      <a:pt x="52" y="12"/>
                      <a:pt x="54" y="7"/>
                      <a:pt x="61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5560" name="Freeform 47">
                <a:extLst>
                  <a:ext uri="{FF2B5EF4-FFF2-40B4-BE49-F238E27FC236}">
                    <a16:creationId xmlns:a16="http://schemas.microsoft.com/office/drawing/2014/main" id="{114DDA79-6627-49ED-A84B-99D5DF71C0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9" y="1170"/>
                <a:ext cx="44" cy="104"/>
              </a:xfrm>
              <a:custGeom>
                <a:avLst/>
                <a:gdLst>
                  <a:gd name="T0" fmla="*/ 111 w 27"/>
                  <a:gd name="T1" fmla="*/ 0 h 65"/>
                  <a:gd name="T2" fmla="*/ 42 w 27"/>
                  <a:gd name="T3" fmla="*/ 123 h 65"/>
                  <a:gd name="T4" fmla="*/ 0 w 27"/>
                  <a:gd name="T5" fmla="*/ 266 h 65"/>
                  <a:gd name="T6" fmla="*/ 68 w 27"/>
                  <a:gd name="T7" fmla="*/ 115 h 65"/>
                  <a:gd name="T8" fmla="*/ 117 w 27"/>
                  <a:gd name="T9" fmla="*/ 5 h 6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65">
                    <a:moveTo>
                      <a:pt x="26" y="0"/>
                    </a:moveTo>
                    <a:cubicBezTo>
                      <a:pt x="21" y="11"/>
                      <a:pt x="14" y="20"/>
                      <a:pt x="10" y="30"/>
                    </a:cubicBezTo>
                    <a:cubicBezTo>
                      <a:pt x="6" y="42"/>
                      <a:pt x="4" y="53"/>
                      <a:pt x="0" y="65"/>
                    </a:cubicBezTo>
                    <a:cubicBezTo>
                      <a:pt x="5" y="52"/>
                      <a:pt x="11" y="40"/>
                      <a:pt x="16" y="28"/>
                    </a:cubicBezTo>
                    <a:cubicBezTo>
                      <a:pt x="20" y="20"/>
                      <a:pt x="26" y="11"/>
                      <a:pt x="27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5561" name="Freeform 48">
                <a:extLst>
                  <a:ext uri="{FF2B5EF4-FFF2-40B4-BE49-F238E27FC236}">
                    <a16:creationId xmlns:a16="http://schemas.microsoft.com/office/drawing/2014/main" id="{1BAEFAD4-49F7-4700-812A-28173171C0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8" y="1014"/>
                <a:ext cx="37" cy="92"/>
              </a:xfrm>
              <a:custGeom>
                <a:avLst/>
                <a:gdLst>
                  <a:gd name="T0" fmla="*/ 0 w 23"/>
                  <a:gd name="T1" fmla="*/ 16 h 57"/>
                  <a:gd name="T2" fmla="*/ 82 w 23"/>
                  <a:gd name="T3" fmla="*/ 239 h 57"/>
                  <a:gd name="T4" fmla="*/ 50 w 23"/>
                  <a:gd name="T5" fmla="*/ 97 h 57"/>
                  <a:gd name="T6" fmla="*/ 97 w 23"/>
                  <a:gd name="T7" fmla="*/ 21 h 57"/>
                  <a:gd name="T8" fmla="*/ 21 w 23"/>
                  <a:gd name="T9" fmla="*/ 16 h 5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57">
                    <a:moveTo>
                      <a:pt x="0" y="4"/>
                    </a:moveTo>
                    <a:cubicBezTo>
                      <a:pt x="5" y="20"/>
                      <a:pt x="2" y="49"/>
                      <a:pt x="20" y="57"/>
                    </a:cubicBezTo>
                    <a:cubicBezTo>
                      <a:pt x="15" y="47"/>
                      <a:pt x="13" y="35"/>
                      <a:pt x="12" y="23"/>
                    </a:cubicBezTo>
                    <a:cubicBezTo>
                      <a:pt x="12" y="14"/>
                      <a:pt x="14" y="10"/>
                      <a:pt x="23" y="5"/>
                    </a:cubicBezTo>
                    <a:cubicBezTo>
                      <a:pt x="20" y="0"/>
                      <a:pt x="9" y="3"/>
                      <a:pt x="5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5562" name="Freeform 49">
                <a:extLst>
                  <a:ext uri="{FF2B5EF4-FFF2-40B4-BE49-F238E27FC236}">
                    <a16:creationId xmlns:a16="http://schemas.microsoft.com/office/drawing/2014/main" id="{4F3CE2CC-527A-484D-89AA-474C05217D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6" y="990"/>
                <a:ext cx="24" cy="66"/>
              </a:xfrm>
              <a:custGeom>
                <a:avLst/>
                <a:gdLst>
                  <a:gd name="T0" fmla="*/ 42 w 15"/>
                  <a:gd name="T1" fmla="*/ 0 h 41"/>
                  <a:gd name="T2" fmla="*/ 0 w 15"/>
                  <a:gd name="T3" fmla="*/ 124 h 41"/>
                  <a:gd name="T4" fmla="*/ 56 w 15"/>
                  <a:gd name="T5" fmla="*/ 143 h 41"/>
                  <a:gd name="T6" fmla="*/ 35 w 15"/>
                  <a:gd name="T7" fmla="*/ 103 h 41"/>
                  <a:gd name="T8" fmla="*/ 54 w 15"/>
                  <a:gd name="T9" fmla="*/ 26 h 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41">
                    <a:moveTo>
                      <a:pt x="10" y="0"/>
                    </a:moveTo>
                    <a:cubicBezTo>
                      <a:pt x="10" y="12"/>
                      <a:pt x="2" y="20"/>
                      <a:pt x="0" y="30"/>
                    </a:cubicBezTo>
                    <a:cubicBezTo>
                      <a:pt x="4" y="31"/>
                      <a:pt x="15" y="41"/>
                      <a:pt x="14" y="34"/>
                    </a:cubicBezTo>
                    <a:cubicBezTo>
                      <a:pt x="14" y="30"/>
                      <a:pt x="10" y="30"/>
                      <a:pt x="9" y="25"/>
                    </a:cubicBezTo>
                    <a:cubicBezTo>
                      <a:pt x="9" y="18"/>
                      <a:pt x="11" y="12"/>
                      <a:pt x="13" y="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5563" name="Freeform 50">
                <a:extLst>
                  <a:ext uri="{FF2B5EF4-FFF2-40B4-BE49-F238E27FC236}">
                    <a16:creationId xmlns:a16="http://schemas.microsoft.com/office/drawing/2014/main" id="{E5853ECA-40DA-4D4C-A393-F541388160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8" y="818"/>
                <a:ext cx="73" cy="93"/>
              </a:xfrm>
              <a:custGeom>
                <a:avLst/>
                <a:gdLst>
                  <a:gd name="T0" fmla="*/ 191 w 45"/>
                  <a:gd name="T1" fmla="*/ 16 h 58"/>
                  <a:gd name="T2" fmla="*/ 128 w 45"/>
                  <a:gd name="T3" fmla="*/ 21 h 58"/>
                  <a:gd name="T4" fmla="*/ 68 w 45"/>
                  <a:gd name="T5" fmla="*/ 149 h 58"/>
                  <a:gd name="T6" fmla="*/ 0 w 45"/>
                  <a:gd name="T7" fmla="*/ 239 h 58"/>
                  <a:gd name="T8" fmla="*/ 123 w 45"/>
                  <a:gd name="T9" fmla="*/ 103 h 58"/>
                  <a:gd name="T10" fmla="*/ 191 w 45"/>
                  <a:gd name="T11" fmla="*/ 21 h 5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5" h="58">
                    <a:moveTo>
                      <a:pt x="45" y="4"/>
                    </a:moveTo>
                    <a:cubicBezTo>
                      <a:pt x="40" y="4"/>
                      <a:pt x="33" y="0"/>
                      <a:pt x="30" y="5"/>
                    </a:cubicBezTo>
                    <a:cubicBezTo>
                      <a:pt x="31" y="14"/>
                      <a:pt x="21" y="28"/>
                      <a:pt x="16" y="36"/>
                    </a:cubicBezTo>
                    <a:cubicBezTo>
                      <a:pt x="12" y="43"/>
                      <a:pt x="8" y="53"/>
                      <a:pt x="0" y="58"/>
                    </a:cubicBezTo>
                    <a:cubicBezTo>
                      <a:pt x="14" y="53"/>
                      <a:pt x="22" y="37"/>
                      <a:pt x="29" y="25"/>
                    </a:cubicBezTo>
                    <a:cubicBezTo>
                      <a:pt x="32" y="21"/>
                      <a:pt x="38" y="3"/>
                      <a:pt x="45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5564" name="Freeform 51">
                <a:extLst>
                  <a:ext uri="{FF2B5EF4-FFF2-40B4-BE49-F238E27FC236}">
                    <a16:creationId xmlns:a16="http://schemas.microsoft.com/office/drawing/2014/main" id="{1735961A-EA6B-4634-95E1-21601BBD50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4" y="1906"/>
                <a:ext cx="26" cy="354"/>
              </a:xfrm>
              <a:custGeom>
                <a:avLst/>
                <a:gdLst>
                  <a:gd name="T0" fmla="*/ 39 w 16"/>
                  <a:gd name="T1" fmla="*/ 357 h 220"/>
                  <a:gd name="T2" fmla="*/ 8 w 16"/>
                  <a:gd name="T3" fmla="*/ 917 h 220"/>
                  <a:gd name="T4" fmla="*/ 5 w 16"/>
                  <a:gd name="T5" fmla="*/ 591 h 220"/>
                  <a:gd name="T6" fmla="*/ 68 w 16"/>
                  <a:gd name="T7" fmla="*/ 0 h 220"/>
                  <a:gd name="T8" fmla="*/ 39 w 16"/>
                  <a:gd name="T9" fmla="*/ 357 h 2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220">
                    <a:moveTo>
                      <a:pt x="9" y="86"/>
                    </a:moveTo>
                    <a:cubicBezTo>
                      <a:pt x="7" y="102"/>
                      <a:pt x="3" y="192"/>
                      <a:pt x="2" y="220"/>
                    </a:cubicBezTo>
                    <a:cubicBezTo>
                      <a:pt x="2" y="220"/>
                      <a:pt x="0" y="198"/>
                      <a:pt x="1" y="142"/>
                    </a:cubicBezTo>
                    <a:cubicBezTo>
                      <a:pt x="1" y="85"/>
                      <a:pt x="5" y="27"/>
                      <a:pt x="16" y="0"/>
                    </a:cubicBezTo>
                    <a:cubicBezTo>
                      <a:pt x="12" y="11"/>
                      <a:pt x="11" y="62"/>
                      <a:pt x="9" y="8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5565" name="Freeform 52">
                <a:extLst>
                  <a:ext uri="{FF2B5EF4-FFF2-40B4-BE49-F238E27FC236}">
                    <a16:creationId xmlns:a16="http://schemas.microsoft.com/office/drawing/2014/main" id="{11B76777-62B9-4323-8CA9-24A9D01A37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9" y="1929"/>
                <a:ext cx="63" cy="376"/>
              </a:xfrm>
              <a:custGeom>
                <a:avLst/>
                <a:gdLst>
                  <a:gd name="T0" fmla="*/ 160 w 39"/>
                  <a:gd name="T1" fmla="*/ 0 h 234"/>
                  <a:gd name="T2" fmla="*/ 105 w 39"/>
                  <a:gd name="T3" fmla="*/ 450 h 234"/>
                  <a:gd name="T4" fmla="*/ 0 w 39"/>
                  <a:gd name="T5" fmla="*/ 971 h 234"/>
                  <a:gd name="T6" fmla="*/ 71 w 39"/>
                  <a:gd name="T7" fmla="*/ 480 h 234"/>
                  <a:gd name="T8" fmla="*/ 160 w 39"/>
                  <a:gd name="T9" fmla="*/ 0 h 2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9" h="234">
                    <a:moveTo>
                      <a:pt x="38" y="0"/>
                    </a:moveTo>
                    <a:cubicBezTo>
                      <a:pt x="39" y="18"/>
                      <a:pt x="37" y="69"/>
                      <a:pt x="25" y="108"/>
                    </a:cubicBezTo>
                    <a:cubicBezTo>
                      <a:pt x="14" y="148"/>
                      <a:pt x="5" y="193"/>
                      <a:pt x="0" y="234"/>
                    </a:cubicBezTo>
                    <a:cubicBezTo>
                      <a:pt x="6" y="207"/>
                      <a:pt x="10" y="146"/>
                      <a:pt x="17" y="116"/>
                    </a:cubicBezTo>
                    <a:cubicBezTo>
                      <a:pt x="23" y="86"/>
                      <a:pt x="39" y="10"/>
                      <a:pt x="38" y="0"/>
                    </a:cubicBezTo>
                  </a:path>
                </a:pathLst>
              </a:custGeom>
              <a:solidFill>
                <a:srgbClr val="FDEA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5566" name="Freeform 53">
                <a:extLst>
                  <a:ext uri="{FF2B5EF4-FFF2-40B4-BE49-F238E27FC236}">
                    <a16:creationId xmlns:a16="http://schemas.microsoft.com/office/drawing/2014/main" id="{52F4E398-4DD6-443D-8E9B-67835E00E4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2" y="1906"/>
                <a:ext cx="26" cy="354"/>
              </a:xfrm>
              <a:custGeom>
                <a:avLst/>
                <a:gdLst>
                  <a:gd name="T0" fmla="*/ 29 w 16"/>
                  <a:gd name="T1" fmla="*/ 357 h 220"/>
                  <a:gd name="T2" fmla="*/ 60 w 16"/>
                  <a:gd name="T3" fmla="*/ 917 h 220"/>
                  <a:gd name="T4" fmla="*/ 63 w 16"/>
                  <a:gd name="T5" fmla="*/ 591 h 220"/>
                  <a:gd name="T6" fmla="*/ 0 w 16"/>
                  <a:gd name="T7" fmla="*/ 0 h 220"/>
                  <a:gd name="T8" fmla="*/ 29 w 16"/>
                  <a:gd name="T9" fmla="*/ 357 h 2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220">
                    <a:moveTo>
                      <a:pt x="7" y="86"/>
                    </a:moveTo>
                    <a:cubicBezTo>
                      <a:pt x="8" y="102"/>
                      <a:pt x="12" y="192"/>
                      <a:pt x="14" y="220"/>
                    </a:cubicBezTo>
                    <a:cubicBezTo>
                      <a:pt x="14" y="220"/>
                      <a:pt x="16" y="198"/>
                      <a:pt x="15" y="142"/>
                    </a:cubicBezTo>
                    <a:cubicBezTo>
                      <a:pt x="14" y="85"/>
                      <a:pt x="11" y="27"/>
                      <a:pt x="0" y="0"/>
                    </a:cubicBezTo>
                    <a:cubicBezTo>
                      <a:pt x="4" y="11"/>
                      <a:pt x="5" y="62"/>
                      <a:pt x="7" y="86"/>
                    </a:cubicBezTo>
                  </a:path>
                </a:pathLst>
              </a:custGeom>
              <a:solidFill>
                <a:srgbClr val="FDEA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5567" name="Freeform 54">
                <a:extLst>
                  <a:ext uri="{FF2B5EF4-FFF2-40B4-BE49-F238E27FC236}">
                    <a16:creationId xmlns:a16="http://schemas.microsoft.com/office/drawing/2014/main" id="{333404BF-A1D9-4C7F-92E2-9056C51AE0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8" y="1929"/>
                <a:ext cx="65" cy="376"/>
              </a:xfrm>
              <a:custGeom>
                <a:avLst/>
                <a:gdLst>
                  <a:gd name="T0" fmla="*/ 8 w 40"/>
                  <a:gd name="T1" fmla="*/ 0 h 234"/>
                  <a:gd name="T2" fmla="*/ 60 w 40"/>
                  <a:gd name="T3" fmla="*/ 450 h 234"/>
                  <a:gd name="T4" fmla="*/ 172 w 40"/>
                  <a:gd name="T5" fmla="*/ 971 h 234"/>
                  <a:gd name="T6" fmla="*/ 98 w 40"/>
                  <a:gd name="T7" fmla="*/ 480 h 234"/>
                  <a:gd name="T8" fmla="*/ 8 w 40"/>
                  <a:gd name="T9" fmla="*/ 0 h 2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0" h="234">
                    <a:moveTo>
                      <a:pt x="2" y="0"/>
                    </a:moveTo>
                    <a:cubicBezTo>
                      <a:pt x="0" y="18"/>
                      <a:pt x="3" y="69"/>
                      <a:pt x="14" y="108"/>
                    </a:cubicBezTo>
                    <a:cubicBezTo>
                      <a:pt x="26" y="148"/>
                      <a:pt x="35" y="193"/>
                      <a:pt x="40" y="234"/>
                    </a:cubicBezTo>
                    <a:cubicBezTo>
                      <a:pt x="34" y="207"/>
                      <a:pt x="30" y="146"/>
                      <a:pt x="23" y="116"/>
                    </a:cubicBezTo>
                    <a:cubicBezTo>
                      <a:pt x="16" y="86"/>
                      <a:pt x="0" y="10"/>
                      <a:pt x="2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5568" name="Freeform 55">
                <a:extLst>
                  <a:ext uri="{FF2B5EF4-FFF2-40B4-BE49-F238E27FC236}">
                    <a16:creationId xmlns:a16="http://schemas.microsoft.com/office/drawing/2014/main" id="{F9283866-B40F-453C-A6DF-2ACBAFED6F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9" y="2498"/>
                <a:ext cx="68" cy="106"/>
              </a:xfrm>
              <a:custGeom>
                <a:avLst/>
                <a:gdLst>
                  <a:gd name="T0" fmla="*/ 94 w 42"/>
                  <a:gd name="T1" fmla="*/ 0 h 66"/>
                  <a:gd name="T2" fmla="*/ 139 w 42"/>
                  <a:gd name="T3" fmla="*/ 259 h 66"/>
                  <a:gd name="T4" fmla="*/ 173 w 42"/>
                  <a:gd name="T5" fmla="*/ 239 h 66"/>
                  <a:gd name="T6" fmla="*/ 139 w 42"/>
                  <a:gd name="T7" fmla="*/ 170 h 66"/>
                  <a:gd name="T8" fmla="*/ 128 w 42"/>
                  <a:gd name="T9" fmla="*/ 82 h 66"/>
                  <a:gd name="T10" fmla="*/ 105 w 42"/>
                  <a:gd name="T11" fmla="*/ 0 h 6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2" h="66">
                    <a:moveTo>
                      <a:pt x="22" y="0"/>
                    </a:moveTo>
                    <a:cubicBezTo>
                      <a:pt x="0" y="15"/>
                      <a:pt x="13" y="53"/>
                      <a:pt x="33" y="62"/>
                    </a:cubicBezTo>
                    <a:cubicBezTo>
                      <a:pt x="38" y="64"/>
                      <a:pt x="42" y="66"/>
                      <a:pt x="41" y="58"/>
                    </a:cubicBezTo>
                    <a:cubicBezTo>
                      <a:pt x="40" y="52"/>
                      <a:pt x="34" y="48"/>
                      <a:pt x="33" y="41"/>
                    </a:cubicBezTo>
                    <a:cubicBezTo>
                      <a:pt x="32" y="34"/>
                      <a:pt x="30" y="27"/>
                      <a:pt x="30" y="20"/>
                    </a:cubicBezTo>
                    <a:cubicBezTo>
                      <a:pt x="29" y="13"/>
                      <a:pt x="30" y="5"/>
                      <a:pt x="25" y="0"/>
                    </a:cubicBezTo>
                  </a:path>
                </a:pathLst>
              </a:custGeom>
              <a:solidFill>
                <a:srgbClr val="FDEA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5569" name="Freeform 56">
                <a:extLst>
                  <a:ext uri="{FF2B5EF4-FFF2-40B4-BE49-F238E27FC236}">
                    <a16:creationId xmlns:a16="http://schemas.microsoft.com/office/drawing/2014/main" id="{42D4A0A9-4E64-40E7-A524-36DC6BF2CE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3" y="2498"/>
                <a:ext cx="55" cy="104"/>
              </a:xfrm>
              <a:custGeom>
                <a:avLst/>
                <a:gdLst>
                  <a:gd name="T0" fmla="*/ 68 w 34"/>
                  <a:gd name="T1" fmla="*/ 16 h 65"/>
                  <a:gd name="T2" fmla="*/ 42 w 34"/>
                  <a:gd name="T3" fmla="*/ 123 h 65"/>
                  <a:gd name="T4" fmla="*/ 0 w 34"/>
                  <a:gd name="T5" fmla="*/ 213 h 65"/>
                  <a:gd name="T6" fmla="*/ 47 w 34"/>
                  <a:gd name="T7" fmla="*/ 240 h 65"/>
                  <a:gd name="T8" fmla="*/ 128 w 34"/>
                  <a:gd name="T9" fmla="*/ 149 h 65"/>
                  <a:gd name="T10" fmla="*/ 84 w 34"/>
                  <a:gd name="T11" fmla="*/ 0 h 6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4" h="65">
                    <a:moveTo>
                      <a:pt x="16" y="4"/>
                    </a:moveTo>
                    <a:cubicBezTo>
                      <a:pt x="14" y="13"/>
                      <a:pt x="12" y="22"/>
                      <a:pt x="10" y="30"/>
                    </a:cubicBezTo>
                    <a:cubicBezTo>
                      <a:pt x="8" y="38"/>
                      <a:pt x="7" y="48"/>
                      <a:pt x="0" y="52"/>
                    </a:cubicBezTo>
                    <a:cubicBezTo>
                      <a:pt x="5" y="59"/>
                      <a:pt x="2" y="65"/>
                      <a:pt x="11" y="59"/>
                    </a:cubicBezTo>
                    <a:cubicBezTo>
                      <a:pt x="19" y="54"/>
                      <a:pt x="27" y="44"/>
                      <a:pt x="30" y="36"/>
                    </a:cubicBezTo>
                    <a:cubicBezTo>
                      <a:pt x="34" y="21"/>
                      <a:pt x="32" y="10"/>
                      <a:pt x="20" y="0"/>
                    </a:cubicBezTo>
                  </a:path>
                </a:pathLst>
              </a:custGeom>
              <a:solidFill>
                <a:srgbClr val="FDEA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5570" name="Freeform 57">
                <a:extLst>
                  <a:ext uri="{FF2B5EF4-FFF2-40B4-BE49-F238E27FC236}">
                    <a16:creationId xmlns:a16="http://schemas.microsoft.com/office/drawing/2014/main" id="{688BC139-48E6-4815-AAB0-6507DCC25D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3" y="1765"/>
                <a:ext cx="34" cy="239"/>
              </a:xfrm>
              <a:custGeom>
                <a:avLst/>
                <a:gdLst>
                  <a:gd name="T0" fmla="*/ 0 w 21"/>
                  <a:gd name="T1" fmla="*/ 29 h 149"/>
                  <a:gd name="T2" fmla="*/ 16 w 21"/>
                  <a:gd name="T3" fmla="*/ 361 h 149"/>
                  <a:gd name="T4" fmla="*/ 42 w 21"/>
                  <a:gd name="T5" fmla="*/ 541 h 149"/>
                  <a:gd name="T6" fmla="*/ 63 w 21"/>
                  <a:gd name="T7" fmla="*/ 614 h 149"/>
                  <a:gd name="T8" fmla="*/ 55 w 21"/>
                  <a:gd name="T9" fmla="*/ 234 h 149"/>
                  <a:gd name="T10" fmla="*/ 0 w 21"/>
                  <a:gd name="T11" fmla="*/ 0 h 14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1" h="149">
                    <a:moveTo>
                      <a:pt x="0" y="7"/>
                    </a:moveTo>
                    <a:cubicBezTo>
                      <a:pt x="0" y="34"/>
                      <a:pt x="0" y="61"/>
                      <a:pt x="4" y="87"/>
                    </a:cubicBezTo>
                    <a:cubicBezTo>
                      <a:pt x="6" y="101"/>
                      <a:pt x="7" y="117"/>
                      <a:pt x="10" y="131"/>
                    </a:cubicBezTo>
                    <a:cubicBezTo>
                      <a:pt x="11" y="138"/>
                      <a:pt x="16" y="142"/>
                      <a:pt x="15" y="149"/>
                    </a:cubicBezTo>
                    <a:cubicBezTo>
                      <a:pt x="11" y="118"/>
                      <a:pt x="21" y="88"/>
                      <a:pt x="13" y="57"/>
                    </a:cubicBezTo>
                    <a:cubicBezTo>
                      <a:pt x="8" y="40"/>
                      <a:pt x="9" y="16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5571" name="Freeform 58">
                <a:extLst>
                  <a:ext uri="{FF2B5EF4-FFF2-40B4-BE49-F238E27FC236}">
                    <a16:creationId xmlns:a16="http://schemas.microsoft.com/office/drawing/2014/main" id="{47C3348C-8A78-43DA-9144-1C511765EB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2" y="1303"/>
                <a:ext cx="82" cy="425"/>
              </a:xfrm>
              <a:custGeom>
                <a:avLst/>
                <a:gdLst>
                  <a:gd name="T0" fmla="*/ 0 w 51"/>
                  <a:gd name="T1" fmla="*/ 0 h 264"/>
                  <a:gd name="T2" fmla="*/ 141 w 51"/>
                  <a:gd name="T3" fmla="*/ 251 h 264"/>
                  <a:gd name="T4" fmla="*/ 204 w 51"/>
                  <a:gd name="T5" fmla="*/ 697 h 264"/>
                  <a:gd name="T6" fmla="*/ 212 w 51"/>
                  <a:gd name="T7" fmla="*/ 1101 h 264"/>
                  <a:gd name="T8" fmla="*/ 158 w 51"/>
                  <a:gd name="T9" fmla="*/ 615 h 264"/>
                  <a:gd name="T10" fmla="*/ 0 w 51"/>
                  <a:gd name="T11" fmla="*/ 0 h 26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1" h="264">
                    <a:moveTo>
                      <a:pt x="0" y="0"/>
                    </a:moveTo>
                    <a:cubicBezTo>
                      <a:pt x="14" y="8"/>
                      <a:pt x="28" y="27"/>
                      <a:pt x="34" y="60"/>
                    </a:cubicBezTo>
                    <a:cubicBezTo>
                      <a:pt x="40" y="93"/>
                      <a:pt x="47" y="123"/>
                      <a:pt x="49" y="167"/>
                    </a:cubicBezTo>
                    <a:cubicBezTo>
                      <a:pt x="51" y="211"/>
                      <a:pt x="50" y="239"/>
                      <a:pt x="51" y="264"/>
                    </a:cubicBezTo>
                    <a:cubicBezTo>
                      <a:pt x="47" y="242"/>
                      <a:pt x="44" y="172"/>
                      <a:pt x="38" y="147"/>
                    </a:cubicBezTo>
                    <a:cubicBezTo>
                      <a:pt x="32" y="122"/>
                      <a:pt x="28" y="30"/>
                      <a:pt x="0" y="0"/>
                    </a:cubicBezTo>
                  </a:path>
                </a:pathLst>
              </a:custGeom>
              <a:solidFill>
                <a:srgbClr val="FDEA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5572" name="Freeform 59">
                <a:extLst>
                  <a:ext uri="{FF2B5EF4-FFF2-40B4-BE49-F238E27FC236}">
                    <a16:creationId xmlns:a16="http://schemas.microsoft.com/office/drawing/2014/main" id="{0D1D25F5-7B8D-4514-BF29-4A8BFFE826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0" y="742"/>
                <a:ext cx="78" cy="134"/>
              </a:xfrm>
              <a:custGeom>
                <a:avLst/>
                <a:gdLst>
                  <a:gd name="T0" fmla="*/ 206 w 48"/>
                  <a:gd name="T1" fmla="*/ 0 h 83"/>
                  <a:gd name="T2" fmla="*/ 89 w 48"/>
                  <a:gd name="T3" fmla="*/ 105 h 83"/>
                  <a:gd name="T4" fmla="*/ 68 w 48"/>
                  <a:gd name="T5" fmla="*/ 173 h 83"/>
                  <a:gd name="T6" fmla="*/ 26 w 48"/>
                  <a:gd name="T7" fmla="*/ 232 h 83"/>
                  <a:gd name="T8" fmla="*/ 63 w 48"/>
                  <a:gd name="T9" fmla="*/ 213 h 83"/>
                  <a:gd name="T10" fmla="*/ 34 w 48"/>
                  <a:gd name="T11" fmla="*/ 253 h 83"/>
                  <a:gd name="T12" fmla="*/ 0 w 48"/>
                  <a:gd name="T13" fmla="*/ 349 h 83"/>
                  <a:gd name="T14" fmla="*/ 42 w 48"/>
                  <a:gd name="T15" fmla="*/ 302 h 83"/>
                  <a:gd name="T16" fmla="*/ 96 w 48"/>
                  <a:gd name="T17" fmla="*/ 260 h 83"/>
                  <a:gd name="T18" fmla="*/ 96 w 48"/>
                  <a:gd name="T19" fmla="*/ 234 h 83"/>
                  <a:gd name="T20" fmla="*/ 96 w 48"/>
                  <a:gd name="T21" fmla="*/ 191 h 83"/>
                  <a:gd name="T22" fmla="*/ 151 w 48"/>
                  <a:gd name="T23" fmla="*/ 144 h 83"/>
                  <a:gd name="T24" fmla="*/ 164 w 48"/>
                  <a:gd name="T25" fmla="*/ 76 h 83"/>
                  <a:gd name="T26" fmla="*/ 172 w 48"/>
                  <a:gd name="T27" fmla="*/ 39 h 83"/>
                  <a:gd name="T28" fmla="*/ 202 w 48"/>
                  <a:gd name="T29" fmla="*/ 13 h 83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48" h="83">
                    <a:moveTo>
                      <a:pt x="48" y="0"/>
                    </a:moveTo>
                    <a:cubicBezTo>
                      <a:pt x="35" y="5"/>
                      <a:pt x="27" y="13"/>
                      <a:pt x="21" y="25"/>
                    </a:cubicBezTo>
                    <a:cubicBezTo>
                      <a:pt x="19" y="31"/>
                      <a:pt x="19" y="36"/>
                      <a:pt x="16" y="41"/>
                    </a:cubicBezTo>
                    <a:cubicBezTo>
                      <a:pt x="14" y="47"/>
                      <a:pt x="10" y="50"/>
                      <a:pt x="6" y="55"/>
                    </a:cubicBezTo>
                    <a:cubicBezTo>
                      <a:pt x="9" y="54"/>
                      <a:pt x="12" y="52"/>
                      <a:pt x="15" y="51"/>
                    </a:cubicBezTo>
                    <a:cubicBezTo>
                      <a:pt x="15" y="55"/>
                      <a:pt x="10" y="58"/>
                      <a:pt x="8" y="60"/>
                    </a:cubicBezTo>
                    <a:cubicBezTo>
                      <a:pt x="19" y="62"/>
                      <a:pt x="2" y="79"/>
                      <a:pt x="0" y="83"/>
                    </a:cubicBezTo>
                    <a:cubicBezTo>
                      <a:pt x="3" y="79"/>
                      <a:pt x="6" y="75"/>
                      <a:pt x="10" y="72"/>
                    </a:cubicBezTo>
                    <a:cubicBezTo>
                      <a:pt x="13" y="69"/>
                      <a:pt x="20" y="66"/>
                      <a:pt x="22" y="62"/>
                    </a:cubicBezTo>
                    <a:cubicBezTo>
                      <a:pt x="20" y="60"/>
                      <a:pt x="21" y="58"/>
                      <a:pt x="22" y="56"/>
                    </a:cubicBezTo>
                    <a:cubicBezTo>
                      <a:pt x="22" y="53"/>
                      <a:pt x="21" y="47"/>
                      <a:pt x="22" y="45"/>
                    </a:cubicBezTo>
                    <a:cubicBezTo>
                      <a:pt x="23" y="40"/>
                      <a:pt x="32" y="39"/>
                      <a:pt x="35" y="34"/>
                    </a:cubicBezTo>
                    <a:cubicBezTo>
                      <a:pt x="20" y="30"/>
                      <a:pt x="35" y="24"/>
                      <a:pt x="38" y="18"/>
                    </a:cubicBezTo>
                    <a:cubicBezTo>
                      <a:pt x="40" y="15"/>
                      <a:pt x="38" y="12"/>
                      <a:pt x="40" y="9"/>
                    </a:cubicBezTo>
                    <a:cubicBezTo>
                      <a:pt x="41" y="7"/>
                      <a:pt x="45" y="4"/>
                      <a:pt x="47" y="3"/>
                    </a:cubicBezTo>
                  </a:path>
                </a:pathLst>
              </a:custGeom>
              <a:solidFill>
                <a:srgbClr val="E2C5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5573" name="Freeform 60">
                <a:extLst>
                  <a:ext uri="{FF2B5EF4-FFF2-40B4-BE49-F238E27FC236}">
                    <a16:creationId xmlns:a16="http://schemas.microsoft.com/office/drawing/2014/main" id="{244EDF0F-0255-44EA-94A8-36EC3D41AA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3" y="739"/>
                <a:ext cx="71" cy="116"/>
              </a:xfrm>
              <a:custGeom>
                <a:avLst/>
                <a:gdLst>
                  <a:gd name="T0" fmla="*/ 123 w 44"/>
                  <a:gd name="T1" fmla="*/ 21 h 72"/>
                  <a:gd name="T2" fmla="*/ 186 w 44"/>
                  <a:gd name="T3" fmla="*/ 5 h 72"/>
                  <a:gd name="T4" fmla="*/ 131 w 44"/>
                  <a:gd name="T5" fmla="*/ 124 h 72"/>
                  <a:gd name="T6" fmla="*/ 118 w 44"/>
                  <a:gd name="T7" fmla="*/ 200 h 72"/>
                  <a:gd name="T8" fmla="*/ 97 w 44"/>
                  <a:gd name="T9" fmla="*/ 218 h 72"/>
                  <a:gd name="T10" fmla="*/ 60 w 44"/>
                  <a:gd name="T11" fmla="*/ 301 h 72"/>
                  <a:gd name="T12" fmla="*/ 76 w 44"/>
                  <a:gd name="T13" fmla="*/ 267 h 72"/>
                  <a:gd name="T14" fmla="*/ 47 w 44"/>
                  <a:gd name="T15" fmla="*/ 272 h 72"/>
                  <a:gd name="T16" fmla="*/ 47 w 44"/>
                  <a:gd name="T17" fmla="*/ 272 h 72"/>
                  <a:gd name="T18" fmla="*/ 26 w 44"/>
                  <a:gd name="T19" fmla="*/ 276 h 72"/>
                  <a:gd name="T20" fmla="*/ 29 w 44"/>
                  <a:gd name="T21" fmla="*/ 205 h 72"/>
                  <a:gd name="T22" fmla="*/ 89 w 44"/>
                  <a:gd name="T23" fmla="*/ 47 h 7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44" h="72">
                    <a:moveTo>
                      <a:pt x="29" y="5"/>
                    </a:moveTo>
                    <a:cubicBezTo>
                      <a:pt x="33" y="2"/>
                      <a:pt x="39" y="0"/>
                      <a:pt x="44" y="1"/>
                    </a:cubicBezTo>
                    <a:cubicBezTo>
                      <a:pt x="33" y="4"/>
                      <a:pt x="33" y="21"/>
                      <a:pt x="31" y="30"/>
                    </a:cubicBezTo>
                    <a:cubicBezTo>
                      <a:pt x="30" y="35"/>
                      <a:pt x="30" y="44"/>
                      <a:pt x="28" y="48"/>
                    </a:cubicBezTo>
                    <a:cubicBezTo>
                      <a:pt x="27" y="49"/>
                      <a:pt x="24" y="50"/>
                      <a:pt x="23" y="52"/>
                    </a:cubicBezTo>
                    <a:cubicBezTo>
                      <a:pt x="19" y="58"/>
                      <a:pt x="16" y="66"/>
                      <a:pt x="14" y="72"/>
                    </a:cubicBezTo>
                    <a:cubicBezTo>
                      <a:pt x="15" y="69"/>
                      <a:pt x="18" y="67"/>
                      <a:pt x="18" y="64"/>
                    </a:cubicBezTo>
                    <a:cubicBezTo>
                      <a:pt x="16" y="63"/>
                      <a:pt x="13" y="64"/>
                      <a:pt x="11" y="65"/>
                    </a:cubicBezTo>
                    <a:cubicBezTo>
                      <a:pt x="11" y="65"/>
                      <a:pt x="11" y="65"/>
                      <a:pt x="11" y="65"/>
                    </a:cubicBezTo>
                    <a:cubicBezTo>
                      <a:pt x="10" y="65"/>
                      <a:pt x="7" y="66"/>
                      <a:pt x="6" y="66"/>
                    </a:cubicBezTo>
                    <a:cubicBezTo>
                      <a:pt x="0" y="64"/>
                      <a:pt x="5" y="53"/>
                      <a:pt x="7" y="49"/>
                    </a:cubicBezTo>
                    <a:cubicBezTo>
                      <a:pt x="12" y="36"/>
                      <a:pt x="16" y="24"/>
                      <a:pt x="21" y="11"/>
                    </a:cubicBezTo>
                  </a:path>
                </a:pathLst>
              </a:custGeom>
              <a:solidFill>
                <a:srgbClr val="E2C5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5574" name="Freeform 61">
                <a:extLst>
                  <a:ext uri="{FF2B5EF4-FFF2-40B4-BE49-F238E27FC236}">
                    <a16:creationId xmlns:a16="http://schemas.microsoft.com/office/drawing/2014/main" id="{10A674FC-0A35-45F2-ABCC-0883E6C0B3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9" y="811"/>
                <a:ext cx="37" cy="52"/>
              </a:xfrm>
              <a:custGeom>
                <a:avLst/>
                <a:gdLst>
                  <a:gd name="T0" fmla="*/ 0 w 23"/>
                  <a:gd name="T1" fmla="*/ 68 h 32"/>
                  <a:gd name="T2" fmla="*/ 21 w 23"/>
                  <a:gd name="T3" fmla="*/ 138 h 32"/>
                  <a:gd name="T4" fmla="*/ 97 w 23"/>
                  <a:gd name="T5" fmla="*/ 0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32">
                    <a:moveTo>
                      <a:pt x="0" y="16"/>
                    </a:moveTo>
                    <a:cubicBezTo>
                      <a:pt x="7" y="19"/>
                      <a:pt x="6" y="25"/>
                      <a:pt x="5" y="32"/>
                    </a:cubicBezTo>
                    <a:cubicBezTo>
                      <a:pt x="14" y="25"/>
                      <a:pt x="23" y="12"/>
                      <a:pt x="23" y="0"/>
                    </a:cubicBezTo>
                  </a:path>
                </a:pathLst>
              </a:custGeom>
              <a:solidFill>
                <a:srgbClr val="E2C5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5575" name="Freeform 62">
                <a:extLst>
                  <a:ext uri="{FF2B5EF4-FFF2-40B4-BE49-F238E27FC236}">
                    <a16:creationId xmlns:a16="http://schemas.microsoft.com/office/drawing/2014/main" id="{039C226B-7F77-4D8E-8286-0F1CEBC46E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7" y="720"/>
                <a:ext cx="28" cy="78"/>
              </a:xfrm>
              <a:custGeom>
                <a:avLst/>
                <a:gdLst>
                  <a:gd name="T0" fmla="*/ 76 w 17"/>
                  <a:gd name="T1" fmla="*/ 0 h 49"/>
                  <a:gd name="T2" fmla="*/ 13 w 17"/>
                  <a:gd name="T3" fmla="*/ 197 h 49"/>
                  <a:gd name="T4" fmla="*/ 71 w 17"/>
                  <a:gd name="T5" fmla="*/ 185 h 49"/>
                  <a:gd name="T6" fmla="*/ 35 w 17"/>
                  <a:gd name="T7" fmla="*/ 158 h 49"/>
                  <a:gd name="T8" fmla="*/ 76 w 17"/>
                  <a:gd name="T9" fmla="*/ 142 h 49"/>
                  <a:gd name="T10" fmla="*/ 76 w 17"/>
                  <a:gd name="T11" fmla="*/ 68 h 49"/>
                  <a:gd name="T12" fmla="*/ 76 w 17"/>
                  <a:gd name="T13" fmla="*/ 0 h 4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49">
                    <a:moveTo>
                      <a:pt x="17" y="0"/>
                    </a:moveTo>
                    <a:cubicBezTo>
                      <a:pt x="6" y="10"/>
                      <a:pt x="0" y="35"/>
                      <a:pt x="3" y="49"/>
                    </a:cubicBezTo>
                    <a:cubicBezTo>
                      <a:pt x="3" y="44"/>
                      <a:pt x="13" y="45"/>
                      <a:pt x="16" y="46"/>
                    </a:cubicBezTo>
                    <a:cubicBezTo>
                      <a:pt x="13" y="44"/>
                      <a:pt x="8" y="44"/>
                      <a:pt x="8" y="39"/>
                    </a:cubicBezTo>
                    <a:cubicBezTo>
                      <a:pt x="9" y="35"/>
                      <a:pt x="13" y="35"/>
                      <a:pt x="17" y="35"/>
                    </a:cubicBezTo>
                    <a:cubicBezTo>
                      <a:pt x="8" y="33"/>
                      <a:pt x="10" y="19"/>
                      <a:pt x="17" y="17"/>
                    </a:cubicBezTo>
                    <a:cubicBezTo>
                      <a:pt x="15" y="13"/>
                      <a:pt x="13" y="4"/>
                      <a:pt x="17" y="0"/>
                    </a:cubicBezTo>
                  </a:path>
                </a:pathLst>
              </a:custGeom>
              <a:solidFill>
                <a:srgbClr val="E2C5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5576" name="Freeform 63">
                <a:extLst>
                  <a:ext uri="{FF2B5EF4-FFF2-40B4-BE49-F238E27FC236}">
                    <a16:creationId xmlns:a16="http://schemas.microsoft.com/office/drawing/2014/main" id="{8C5E556E-68E8-4D1E-B747-C78EE39475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0" y="1011"/>
                <a:ext cx="52" cy="32"/>
              </a:xfrm>
              <a:custGeom>
                <a:avLst/>
                <a:gdLst>
                  <a:gd name="T0" fmla="*/ 68 w 32"/>
                  <a:gd name="T1" fmla="*/ 0 h 20"/>
                  <a:gd name="T2" fmla="*/ 13 w 32"/>
                  <a:gd name="T3" fmla="*/ 82 h 20"/>
                  <a:gd name="T4" fmla="*/ 54 w 32"/>
                  <a:gd name="T5" fmla="*/ 74 h 20"/>
                  <a:gd name="T6" fmla="*/ 88 w 32"/>
                  <a:gd name="T7" fmla="*/ 67 h 20"/>
                  <a:gd name="T8" fmla="*/ 138 w 32"/>
                  <a:gd name="T9" fmla="*/ 54 h 20"/>
                  <a:gd name="T10" fmla="*/ 76 w 32"/>
                  <a:gd name="T11" fmla="*/ 13 h 2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2" h="20">
                    <a:moveTo>
                      <a:pt x="16" y="0"/>
                    </a:moveTo>
                    <a:cubicBezTo>
                      <a:pt x="13" y="6"/>
                      <a:pt x="0" y="11"/>
                      <a:pt x="3" y="20"/>
                    </a:cubicBezTo>
                    <a:cubicBezTo>
                      <a:pt x="6" y="20"/>
                      <a:pt x="9" y="18"/>
                      <a:pt x="12" y="18"/>
                    </a:cubicBezTo>
                    <a:cubicBezTo>
                      <a:pt x="14" y="17"/>
                      <a:pt x="17" y="17"/>
                      <a:pt x="20" y="16"/>
                    </a:cubicBezTo>
                    <a:cubicBezTo>
                      <a:pt x="24" y="16"/>
                      <a:pt x="29" y="16"/>
                      <a:pt x="32" y="13"/>
                    </a:cubicBezTo>
                    <a:cubicBezTo>
                      <a:pt x="24" y="13"/>
                      <a:pt x="22" y="8"/>
                      <a:pt x="18" y="3"/>
                    </a:cubicBezTo>
                  </a:path>
                </a:pathLst>
              </a:custGeom>
              <a:solidFill>
                <a:srgbClr val="B373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5577" name="Freeform 64">
                <a:extLst>
                  <a:ext uri="{FF2B5EF4-FFF2-40B4-BE49-F238E27FC236}">
                    <a16:creationId xmlns:a16="http://schemas.microsoft.com/office/drawing/2014/main" id="{762011C2-DBE6-4EC8-9210-71770405F1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0" y="995"/>
                <a:ext cx="72" cy="56"/>
              </a:xfrm>
              <a:custGeom>
                <a:avLst/>
                <a:gdLst>
                  <a:gd name="T0" fmla="*/ 18 w 44"/>
                  <a:gd name="T1" fmla="*/ 35 h 35"/>
                  <a:gd name="T2" fmla="*/ 105 w 44"/>
                  <a:gd name="T3" fmla="*/ 86 h 35"/>
                  <a:gd name="T4" fmla="*/ 172 w 44"/>
                  <a:gd name="T5" fmla="*/ 77 h 35"/>
                  <a:gd name="T6" fmla="*/ 118 w 44"/>
                  <a:gd name="T7" fmla="*/ 16 h 35"/>
                  <a:gd name="T8" fmla="*/ 101 w 44"/>
                  <a:gd name="T9" fmla="*/ 46 h 35"/>
                  <a:gd name="T10" fmla="*/ 77 w 44"/>
                  <a:gd name="T11" fmla="*/ 34 h 35"/>
                  <a:gd name="T12" fmla="*/ 56 w 44"/>
                  <a:gd name="T13" fmla="*/ 5 h 35"/>
                  <a:gd name="T14" fmla="*/ 0 w 44"/>
                  <a:gd name="T15" fmla="*/ 0 h 3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4" h="35">
                    <a:moveTo>
                      <a:pt x="4" y="9"/>
                    </a:moveTo>
                    <a:cubicBezTo>
                      <a:pt x="8" y="18"/>
                      <a:pt x="17" y="16"/>
                      <a:pt x="24" y="21"/>
                    </a:cubicBezTo>
                    <a:cubicBezTo>
                      <a:pt x="30" y="26"/>
                      <a:pt x="44" y="35"/>
                      <a:pt x="39" y="19"/>
                    </a:cubicBezTo>
                    <a:cubicBezTo>
                      <a:pt x="32" y="20"/>
                      <a:pt x="26" y="10"/>
                      <a:pt x="27" y="4"/>
                    </a:cubicBezTo>
                    <a:cubicBezTo>
                      <a:pt x="26" y="7"/>
                      <a:pt x="26" y="10"/>
                      <a:pt x="23" y="11"/>
                    </a:cubicBezTo>
                    <a:cubicBezTo>
                      <a:pt x="19" y="12"/>
                      <a:pt x="14" y="12"/>
                      <a:pt x="18" y="8"/>
                    </a:cubicBezTo>
                    <a:cubicBezTo>
                      <a:pt x="13" y="11"/>
                      <a:pt x="13" y="5"/>
                      <a:pt x="13" y="1"/>
                    </a:cubicBezTo>
                    <a:cubicBezTo>
                      <a:pt x="6" y="3"/>
                      <a:pt x="4" y="8"/>
                      <a:pt x="0" y="0"/>
                    </a:cubicBezTo>
                  </a:path>
                </a:pathLst>
              </a:custGeom>
              <a:solidFill>
                <a:srgbClr val="B373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5578" name="Freeform 65">
                <a:extLst>
                  <a:ext uri="{FF2B5EF4-FFF2-40B4-BE49-F238E27FC236}">
                    <a16:creationId xmlns:a16="http://schemas.microsoft.com/office/drawing/2014/main" id="{EC7C8957-6795-498A-A752-A7553A2E3C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1" y="826"/>
                <a:ext cx="111" cy="91"/>
              </a:xfrm>
              <a:custGeom>
                <a:avLst/>
                <a:gdLst>
                  <a:gd name="T0" fmla="*/ 0 w 68"/>
                  <a:gd name="T1" fmla="*/ 0 h 57"/>
                  <a:gd name="T2" fmla="*/ 96 w 68"/>
                  <a:gd name="T3" fmla="*/ 77 h 57"/>
                  <a:gd name="T4" fmla="*/ 178 w 68"/>
                  <a:gd name="T5" fmla="*/ 158 h 57"/>
                  <a:gd name="T6" fmla="*/ 295 w 68"/>
                  <a:gd name="T7" fmla="*/ 219 h 57"/>
                  <a:gd name="T8" fmla="*/ 282 w 68"/>
                  <a:gd name="T9" fmla="*/ 158 h 57"/>
                  <a:gd name="T10" fmla="*/ 240 w 68"/>
                  <a:gd name="T11" fmla="*/ 171 h 57"/>
                  <a:gd name="T12" fmla="*/ 56 w 68"/>
                  <a:gd name="T13" fmla="*/ 35 h 5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8" h="57">
                    <a:moveTo>
                      <a:pt x="0" y="0"/>
                    </a:moveTo>
                    <a:cubicBezTo>
                      <a:pt x="9" y="4"/>
                      <a:pt x="15" y="12"/>
                      <a:pt x="22" y="19"/>
                    </a:cubicBezTo>
                    <a:cubicBezTo>
                      <a:pt x="28" y="25"/>
                      <a:pt x="34" y="33"/>
                      <a:pt x="41" y="39"/>
                    </a:cubicBezTo>
                    <a:cubicBezTo>
                      <a:pt x="46" y="44"/>
                      <a:pt x="60" y="57"/>
                      <a:pt x="68" y="54"/>
                    </a:cubicBezTo>
                    <a:cubicBezTo>
                      <a:pt x="67" y="50"/>
                      <a:pt x="67" y="42"/>
                      <a:pt x="65" y="39"/>
                    </a:cubicBezTo>
                    <a:cubicBezTo>
                      <a:pt x="67" y="48"/>
                      <a:pt x="60" y="45"/>
                      <a:pt x="55" y="42"/>
                    </a:cubicBezTo>
                    <a:cubicBezTo>
                      <a:pt x="39" y="32"/>
                      <a:pt x="31" y="14"/>
                      <a:pt x="13" y="9"/>
                    </a:cubicBezTo>
                  </a:path>
                </a:pathLst>
              </a:custGeom>
              <a:solidFill>
                <a:srgbClr val="B373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5579" name="Freeform 66">
                <a:extLst>
                  <a:ext uri="{FF2B5EF4-FFF2-40B4-BE49-F238E27FC236}">
                    <a16:creationId xmlns:a16="http://schemas.microsoft.com/office/drawing/2014/main" id="{C7CD920C-A3A0-4F4D-BEA4-7F1FE813ED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3" y="3016"/>
                <a:ext cx="78" cy="80"/>
              </a:xfrm>
              <a:custGeom>
                <a:avLst/>
                <a:gdLst>
                  <a:gd name="T0" fmla="*/ 0 w 48"/>
                  <a:gd name="T1" fmla="*/ 149 h 50"/>
                  <a:gd name="T2" fmla="*/ 185 w 48"/>
                  <a:gd name="T3" fmla="*/ 0 h 50"/>
                  <a:gd name="T4" fmla="*/ 172 w 48"/>
                  <a:gd name="T5" fmla="*/ 118 h 50"/>
                  <a:gd name="T6" fmla="*/ 34 w 48"/>
                  <a:gd name="T7" fmla="*/ 158 h 5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8" h="50">
                    <a:moveTo>
                      <a:pt x="0" y="36"/>
                    </a:moveTo>
                    <a:cubicBezTo>
                      <a:pt x="20" y="50"/>
                      <a:pt x="39" y="13"/>
                      <a:pt x="43" y="0"/>
                    </a:cubicBezTo>
                    <a:cubicBezTo>
                      <a:pt x="45" y="10"/>
                      <a:pt x="48" y="20"/>
                      <a:pt x="40" y="29"/>
                    </a:cubicBezTo>
                    <a:cubicBezTo>
                      <a:pt x="32" y="37"/>
                      <a:pt x="18" y="40"/>
                      <a:pt x="8" y="39"/>
                    </a:cubicBezTo>
                  </a:path>
                </a:pathLst>
              </a:custGeom>
              <a:solidFill>
                <a:srgbClr val="FDEA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5580" name="Freeform 67">
                <a:extLst>
                  <a:ext uri="{FF2B5EF4-FFF2-40B4-BE49-F238E27FC236}">
                    <a16:creationId xmlns:a16="http://schemas.microsoft.com/office/drawing/2014/main" id="{3F37A218-A5D8-4F8B-82BF-95FFD49A5C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4" y="3255"/>
                <a:ext cx="63" cy="457"/>
              </a:xfrm>
              <a:custGeom>
                <a:avLst/>
                <a:gdLst>
                  <a:gd name="T0" fmla="*/ 29 w 39"/>
                  <a:gd name="T1" fmla="*/ 0 h 284"/>
                  <a:gd name="T2" fmla="*/ 39 w 39"/>
                  <a:gd name="T3" fmla="*/ 629 h 284"/>
                  <a:gd name="T4" fmla="*/ 165 w 39"/>
                  <a:gd name="T5" fmla="*/ 1183 h 284"/>
                  <a:gd name="T6" fmla="*/ 76 w 39"/>
                  <a:gd name="T7" fmla="*/ 570 h 284"/>
                  <a:gd name="T8" fmla="*/ 29 w 39"/>
                  <a:gd name="T9" fmla="*/ 0 h 2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9" h="284">
                    <a:moveTo>
                      <a:pt x="7" y="0"/>
                    </a:moveTo>
                    <a:cubicBezTo>
                      <a:pt x="0" y="26"/>
                      <a:pt x="0" y="111"/>
                      <a:pt x="9" y="151"/>
                    </a:cubicBezTo>
                    <a:cubicBezTo>
                      <a:pt x="17" y="192"/>
                      <a:pt x="36" y="267"/>
                      <a:pt x="39" y="284"/>
                    </a:cubicBezTo>
                    <a:cubicBezTo>
                      <a:pt x="35" y="252"/>
                      <a:pt x="22" y="158"/>
                      <a:pt x="18" y="137"/>
                    </a:cubicBezTo>
                    <a:cubicBezTo>
                      <a:pt x="14" y="116"/>
                      <a:pt x="5" y="31"/>
                      <a:pt x="7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5581" name="Freeform 68">
                <a:extLst>
                  <a:ext uri="{FF2B5EF4-FFF2-40B4-BE49-F238E27FC236}">
                    <a16:creationId xmlns:a16="http://schemas.microsoft.com/office/drawing/2014/main" id="{70341CD3-BEE8-4DD3-AEA4-97A165010B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4" y="3197"/>
                <a:ext cx="38" cy="518"/>
              </a:xfrm>
              <a:custGeom>
                <a:avLst/>
                <a:gdLst>
                  <a:gd name="T0" fmla="*/ 68 w 23"/>
                  <a:gd name="T1" fmla="*/ 1340 h 322"/>
                  <a:gd name="T2" fmla="*/ 28 w 23"/>
                  <a:gd name="T3" fmla="*/ 558 h 322"/>
                  <a:gd name="T4" fmla="*/ 50 w 23"/>
                  <a:gd name="T5" fmla="*/ 0 h 322"/>
                  <a:gd name="T6" fmla="*/ 83 w 23"/>
                  <a:gd name="T7" fmla="*/ 579 h 322"/>
                  <a:gd name="T8" fmla="*/ 68 w 23"/>
                  <a:gd name="T9" fmla="*/ 1340 h 3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322">
                    <a:moveTo>
                      <a:pt x="15" y="322"/>
                    </a:moveTo>
                    <a:cubicBezTo>
                      <a:pt x="20" y="301"/>
                      <a:pt x="12" y="190"/>
                      <a:pt x="6" y="134"/>
                    </a:cubicBezTo>
                    <a:cubicBezTo>
                      <a:pt x="0" y="77"/>
                      <a:pt x="2" y="25"/>
                      <a:pt x="11" y="0"/>
                    </a:cubicBezTo>
                    <a:cubicBezTo>
                      <a:pt x="7" y="20"/>
                      <a:pt x="14" y="87"/>
                      <a:pt x="18" y="139"/>
                    </a:cubicBezTo>
                    <a:cubicBezTo>
                      <a:pt x="23" y="191"/>
                      <a:pt x="22" y="299"/>
                      <a:pt x="15" y="32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5582" name="Freeform 69">
                <a:extLst>
                  <a:ext uri="{FF2B5EF4-FFF2-40B4-BE49-F238E27FC236}">
                    <a16:creationId xmlns:a16="http://schemas.microsoft.com/office/drawing/2014/main" id="{2790538D-D240-44D0-A15D-A078E40410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9" y="3233"/>
                <a:ext cx="62" cy="453"/>
              </a:xfrm>
              <a:custGeom>
                <a:avLst/>
                <a:gdLst>
                  <a:gd name="T0" fmla="*/ 126 w 38"/>
                  <a:gd name="T1" fmla="*/ 0 h 282"/>
                  <a:gd name="T2" fmla="*/ 135 w 38"/>
                  <a:gd name="T3" fmla="*/ 630 h 282"/>
                  <a:gd name="T4" fmla="*/ 0 w 38"/>
                  <a:gd name="T5" fmla="*/ 1169 h 282"/>
                  <a:gd name="T6" fmla="*/ 109 w 38"/>
                  <a:gd name="T7" fmla="*/ 490 h 282"/>
                  <a:gd name="T8" fmla="*/ 126 w 38"/>
                  <a:gd name="T9" fmla="*/ 0 h 28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" h="282">
                    <a:moveTo>
                      <a:pt x="29" y="0"/>
                    </a:moveTo>
                    <a:cubicBezTo>
                      <a:pt x="34" y="35"/>
                      <a:pt x="38" y="102"/>
                      <a:pt x="31" y="152"/>
                    </a:cubicBezTo>
                    <a:cubicBezTo>
                      <a:pt x="23" y="202"/>
                      <a:pt x="6" y="258"/>
                      <a:pt x="0" y="282"/>
                    </a:cubicBezTo>
                    <a:cubicBezTo>
                      <a:pt x="2" y="256"/>
                      <a:pt x="23" y="173"/>
                      <a:pt x="25" y="118"/>
                    </a:cubicBezTo>
                    <a:cubicBezTo>
                      <a:pt x="27" y="64"/>
                      <a:pt x="32" y="10"/>
                      <a:pt x="29" y="0"/>
                    </a:cubicBezTo>
                  </a:path>
                </a:pathLst>
              </a:custGeom>
              <a:solidFill>
                <a:srgbClr val="FDEA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5583" name="Freeform 70">
                <a:extLst>
                  <a:ext uri="{FF2B5EF4-FFF2-40B4-BE49-F238E27FC236}">
                    <a16:creationId xmlns:a16="http://schemas.microsoft.com/office/drawing/2014/main" id="{F722D2F2-8D2C-4ACA-A0EC-EB91DF31A9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7" y="3768"/>
                <a:ext cx="28" cy="125"/>
              </a:xfrm>
              <a:custGeom>
                <a:avLst/>
                <a:gdLst>
                  <a:gd name="T0" fmla="*/ 71 w 17"/>
                  <a:gd name="T1" fmla="*/ 0 h 78"/>
                  <a:gd name="T2" fmla="*/ 54 w 17"/>
                  <a:gd name="T3" fmla="*/ 184 h 78"/>
                  <a:gd name="T4" fmla="*/ 63 w 17"/>
                  <a:gd name="T5" fmla="*/ 321 h 78"/>
                  <a:gd name="T6" fmla="*/ 5 w 17"/>
                  <a:gd name="T7" fmla="*/ 213 h 78"/>
                  <a:gd name="T8" fmla="*/ 49 w 17"/>
                  <a:gd name="T9" fmla="*/ 152 h 78"/>
                  <a:gd name="T10" fmla="*/ 76 w 17"/>
                  <a:gd name="T11" fmla="*/ 42 h 7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7" h="78">
                    <a:moveTo>
                      <a:pt x="16" y="0"/>
                    </a:moveTo>
                    <a:cubicBezTo>
                      <a:pt x="16" y="16"/>
                      <a:pt x="15" y="29"/>
                      <a:pt x="12" y="45"/>
                    </a:cubicBezTo>
                    <a:cubicBezTo>
                      <a:pt x="9" y="57"/>
                      <a:pt x="14" y="66"/>
                      <a:pt x="14" y="78"/>
                    </a:cubicBezTo>
                    <a:cubicBezTo>
                      <a:pt x="10" y="70"/>
                      <a:pt x="0" y="59"/>
                      <a:pt x="1" y="52"/>
                    </a:cubicBezTo>
                    <a:cubicBezTo>
                      <a:pt x="2" y="47"/>
                      <a:pt x="9" y="42"/>
                      <a:pt x="11" y="37"/>
                    </a:cubicBezTo>
                    <a:cubicBezTo>
                      <a:pt x="15" y="28"/>
                      <a:pt x="11" y="18"/>
                      <a:pt x="17" y="10"/>
                    </a:cubicBezTo>
                  </a:path>
                </a:pathLst>
              </a:custGeom>
              <a:solidFill>
                <a:srgbClr val="FDEA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5584" name="Freeform 71">
                <a:extLst>
                  <a:ext uri="{FF2B5EF4-FFF2-40B4-BE49-F238E27FC236}">
                    <a16:creationId xmlns:a16="http://schemas.microsoft.com/office/drawing/2014/main" id="{BAA102DD-4ACE-4FB2-8FD1-F00D6FF2A5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0" y="3707"/>
                <a:ext cx="27" cy="138"/>
              </a:xfrm>
              <a:custGeom>
                <a:avLst/>
                <a:gdLst>
                  <a:gd name="T0" fmla="*/ 48 w 17"/>
                  <a:gd name="T1" fmla="*/ 149 h 86"/>
                  <a:gd name="T2" fmla="*/ 43 w 17"/>
                  <a:gd name="T3" fmla="*/ 355 h 86"/>
                  <a:gd name="T4" fmla="*/ 21 w 17"/>
                  <a:gd name="T5" fmla="*/ 170 h 86"/>
                  <a:gd name="T6" fmla="*/ 5 w 17"/>
                  <a:gd name="T7" fmla="*/ 75 h 86"/>
                  <a:gd name="T8" fmla="*/ 8 w 17"/>
                  <a:gd name="T9" fmla="*/ 0 h 86"/>
                  <a:gd name="T10" fmla="*/ 52 w 17"/>
                  <a:gd name="T11" fmla="*/ 144 h 8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7" h="86">
                    <a:moveTo>
                      <a:pt x="12" y="36"/>
                    </a:moveTo>
                    <a:cubicBezTo>
                      <a:pt x="17" y="54"/>
                      <a:pt x="17" y="68"/>
                      <a:pt x="11" y="86"/>
                    </a:cubicBezTo>
                    <a:cubicBezTo>
                      <a:pt x="13" y="72"/>
                      <a:pt x="10" y="54"/>
                      <a:pt x="5" y="41"/>
                    </a:cubicBezTo>
                    <a:cubicBezTo>
                      <a:pt x="1" y="32"/>
                      <a:pt x="0" y="28"/>
                      <a:pt x="1" y="18"/>
                    </a:cubicBezTo>
                    <a:cubicBezTo>
                      <a:pt x="2" y="12"/>
                      <a:pt x="4" y="5"/>
                      <a:pt x="2" y="0"/>
                    </a:cubicBezTo>
                    <a:cubicBezTo>
                      <a:pt x="4" y="12"/>
                      <a:pt x="9" y="24"/>
                      <a:pt x="13" y="35"/>
                    </a:cubicBezTo>
                  </a:path>
                </a:pathLst>
              </a:custGeom>
              <a:solidFill>
                <a:srgbClr val="FDEA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5585" name="Freeform 72">
                <a:extLst>
                  <a:ext uri="{FF2B5EF4-FFF2-40B4-BE49-F238E27FC236}">
                    <a16:creationId xmlns:a16="http://schemas.microsoft.com/office/drawing/2014/main" id="{76B7134B-94F5-4306-971F-D990E4039D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2" y="3012"/>
                <a:ext cx="55" cy="81"/>
              </a:xfrm>
              <a:custGeom>
                <a:avLst/>
                <a:gdLst>
                  <a:gd name="T0" fmla="*/ 0 w 34"/>
                  <a:gd name="T1" fmla="*/ 165 h 50"/>
                  <a:gd name="T2" fmla="*/ 110 w 34"/>
                  <a:gd name="T3" fmla="*/ 0 h 50"/>
                  <a:gd name="T4" fmla="*/ 13 w 34"/>
                  <a:gd name="T5" fmla="*/ 173 h 5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4" h="50">
                    <a:moveTo>
                      <a:pt x="0" y="39"/>
                    </a:moveTo>
                    <a:cubicBezTo>
                      <a:pt x="20" y="48"/>
                      <a:pt x="27" y="11"/>
                      <a:pt x="26" y="0"/>
                    </a:cubicBezTo>
                    <a:cubicBezTo>
                      <a:pt x="34" y="16"/>
                      <a:pt x="27" y="50"/>
                      <a:pt x="3" y="41"/>
                    </a:cubicBezTo>
                  </a:path>
                </a:pathLst>
              </a:custGeom>
              <a:solidFill>
                <a:srgbClr val="FDEA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5586" name="Freeform 73">
                <a:extLst>
                  <a:ext uri="{FF2B5EF4-FFF2-40B4-BE49-F238E27FC236}">
                    <a16:creationId xmlns:a16="http://schemas.microsoft.com/office/drawing/2014/main" id="{DE4C07B7-298D-4334-92CE-FAAFE75125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7" y="2469"/>
                <a:ext cx="76" cy="217"/>
              </a:xfrm>
              <a:custGeom>
                <a:avLst/>
                <a:gdLst>
                  <a:gd name="T0" fmla="*/ 115 w 47"/>
                  <a:gd name="T1" fmla="*/ 55 h 135"/>
                  <a:gd name="T2" fmla="*/ 84 w 47"/>
                  <a:gd name="T3" fmla="*/ 561 h 135"/>
                  <a:gd name="T4" fmla="*/ 105 w 47"/>
                  <a:gd name="T5" fmla="*/ 375 h 135"/>
                  <a:gd name="T6" fmla="*/ 110 w 47"/>
                  <a:gd name="T7" fmla="*/ 183 h 135"/>
                  <a:gd name="T8" fmla="*/ 131 w 47"/>
                  <a:gd name="T9" fmla="*/ 90 h 135"/>
                  <a:gd name="T10" fmla="*/ 199 w 47"/>
                  <a:gd name="T11" fmla="*/ 0 h 135"/>
                  <a:gd name="T12" fmla="*/ 102 w 47"/>
                  <a:gd name="T13" fmla="*/ 63 h 13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7" h="135">
                    <a:moveTo>
                      <a:pt x="27" y="13"/>
                    </a:moveTo>
                    <a:cubicBezTo>
                      <a:pt x="0" y="25"/>
                      <a:pt x="30" y="103"/>
                      <a:pt x="20" y="135"/>
                    </a:cubicBezTo>
                    <a:cubicBezTo>
                      <a:pt x="19" y="119"/>
                      <a:pt x="23" y="105"/>
                      <a:pt x="25" y="90"/>
                    </a:cubicBezTo>
                    <a:cubicBezTo>
                      <a:pt x="26" y="75"/>
                      <a:pt x="24" y="59"/>
                      <a:pt x="26" y="44"/>
                    </a:cubicBezTo>
                    <a:cubicBezTo>
                      <a:pt x="26" y="36"/>
                      <a:pt x="27" y="29"/>
                      <a:pt x="31" y="22"/>
                    </a:cubicBezTo>
                    <a:cubicBezTo>
                      <a:pt x="35" y="16"/>
                      <a:pt x="41" y="2"/>
                      <a:pt x="47" y="0"/>
                    </a:cubicBezTo>
                    <a:cubicBezTo>
                      <a:pt x="39" y="3"/>
                      <a:pt x="32" y="11"/>
                      <a:pt x="24" y="1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5587" name="Freeform 74">
                <a:extLst>
                  <a:ext uri="{FF2B5EF4-FFF2-40B4-BE49-F238E27FC236}">
                    <a16:creationId xmlns:a16="http://schemas.microsoft.com/office/drawing/2014/main" id="{565609E3-DA56-45F7-8640-0F19050C1C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3" y="2911"/>
                <a:ext cx="32" cy="251"/>
              </a:xfrm>
              <a:custGeom>
                <a:avLst/>
                <a:gdLst>
                  <a:gd name="T0" fmla="*/ 42 w 20"/>
                  <a:gd name="T1" fmla="*/ 0 h 156"/>
                  <a:gd name="T2" fmla="*/ 34 w 20"/>
                  <a:gd name="T3" fmla="*/ 327 h 156"/>
                  <a:gd name="T4" fmla="*/ 56 w 20"/>
                  <a:gd name="T5" fmla="*/ 650 h 156"/>
                  <a:gd name="T6" fmla="*/ 67 w 20"/>
                  <a:gd name="T7" fmla="*/ 354 h 156"/>
                  <a:gd name="T8" fmla="*/ 48 w 20"/>
                  <a:gd name="T9" fmla="*/ 88 h 156"/>
                  <a:gd name="T10" fmla="*/ 42 w 20"/>
                  <a:gd name="T11" fmla="*/ 0 h 15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0" h="156">
                    <a:moveTo>
                      <a:pt x="10" y="0"/>
                    </a:moveTo>
                    <a:cubicBezTo>
                      <a:pt x="8" y="23"/>
                      <a:pt x="0" y="49"/>
                      <a:pt x="8" y="78"/>
                    </a:cubicBezTo>
                    <a:cubicBezTo>
                      <a:pt x="15" y="107"/>
                      <a:pt x="19" y="130"/>
                      <a:pt x="14" y="156"/>
                    </a:cubicBezTo>
                    <a:cubicBezTo>
                      <a:pt x="20" y="135"/>
                      <a:pt x="19" y="103"/>
                      <a:pt x="16" y="85"/>
                    </a:cubicBezTo>
                    <a:cubicBezTo>
                      <a:pt x="13" y="68"/>
                      <a:pt x="10" y="35"/>
                      <a:pt x="12" y="21"/>
                    </a:cubicBezTo>
                    <a:cubicBezTo>
                      <a:pt x="13" y="6"/>
                      <a:pt x="10" y="0"/>
                      <a:pt x="1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5588" name="Freeform 75">
                <a:extLst>
                  <a:ext uri="{FF2B5EF4-FFF2-40B4-BE49-F238E27FC236}">
                    <a16:creationId xmlns:a16="http://schemas.microsoft.com/office/drawing/2014/main" id="{538FF1EC-9D25-44C5-BC54-C7A8C6BB96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6" y="3953"/>
                <a:ext cx="115" cy="72"/>
              </a:xfrm>
              <a:custGeom>
                <a:avLst/>
                <a:gdLst>
                  <a:gd name="T0" fmla="*/ 47 w 71"/>
                  <a:gd name="T1" fmla="*/ 144 h 45"/>
                  <a:gd name="T2" fmla="*/ 220 w 71"/>
                  <a:gd name="T3" fmla="*/ 149 h 45"/>
                  <a:gd name="T4" fmla="*/ 259 w 71"/>
                  <a:gd name="T5" fmla="*/ 0 h 45"/>
                  <a:gd name="T6" fmla="*/ 246 w 71"/>
                  <a:gd name="T7" fmla="*/ 48 h 45"/>
                  <a:gd name="T8" fmla="*/ 165 w 71"/>
                  <a:gd name="T9" fmla="*/ 86 h 45"/>
                  <a:gd name="T10" fmla="*/ 16 w 71"/>
                  <a:gd name="T11" fmla="*/ 74 h 45"/>
                  <a:gd name="T12" fmla="*/ 26 w 71"/>
                  <a:gd name="T13" fmla="*/ 149 h 4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1" h="45">
                    <a:moveTo>
                      <a:pt x="11" y="35"/>
                    </a:moveTo>
                    <a:cubicBezTo>
                      <a:pt x="21" y="45"/>
                      <a:pt x="41" y="42"/>
                      <a:pt x="52" y="36"/>
                    </a:cubicBezTo>
                    <a:cubicBezTo>
                      <a:pt x="71" y="27"/>
                      <a:pt x="67" y="16"/>
                      <a:pt x="61" y="0"/>
                    </a:cubicBezTo>
                    <a:cubicBezTo>
                      <a:pt x="61" y="5"/>
                      <a:pt x="62" y="8"/>
                      <a:pt x="58" y="12"/>
                    </a:cubicBezTo>
                    <a:cubicBezTo>
                      <a:pt x="54" y="17"/>
                      <a:pt x="45" y="20"/>
                      <a:pt x="39" y="21"/>
                    </a:cubicBezTo>
                    <a:cubicBezTo>
                      <a:pt x="27" y="24"/>
                      <a:pt x="15" y="21"/>
                      <a:pt x="4" y="18"/>
                    </a:cubicBezTo>
                    <a:cubicBezTo>
                      <a:pt x="0" y="22"/>
                      <a:pt x="6" y="31"/>
                      <a:pt x="6" y="36"/>
                    </a:cubicBezTo>
                  </a:path>
                </a:pathLst>
              </a:custGeom>
              <a:solidFill>
                <a:srgbClr val="FDEA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5589" name="Freeform 76">
                <a:extLst>
                  <a:ext uri="{FF2B5EF4-FFF2-40B4-BE49-F238E27FC236}">
                    <a16:creationId xmlns:a16="http://schemas.microsoft.com/office/drawing/2014/main" id="{B17E18B7-7DDD-4921-BA5B-BD82D17049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7" y="3855"/>
                <a:ext cx="121" cy="161"/>
              </a:xfrm>
              <a:custGeom>
                <a:avLst/>
                <a:gdLst>
                  <a:gd name="T0" fmla="*/ 0 w 75"/>
                  <a:gd name="T1" fmla="*/ 417 h 100"/>
                  <a:gd name="T2" fmla="*/ 89 w 75"/>
                  <a:gd name="T3" fmla="*/ 403 h 100"/>
                  <a:gd name="T4" fmla="*/ 158 w 75"/>
                  <a:gd name="T5" fmla="*/ 409 h 100"/>
                  <a:gd name="T6" fmla="*/ 224 w 75"/>
                  <a:gd name="T7" fmla="*/ 390 h 100"/>
                  <a:gd name="T8" fmla="*/ 266 w 75"/>
                  <a:gd name="T9" fmla="*/ 316 h 100"/>
                  <a:gd name="T10" fmla="*/ 286 w 75"/>
                  <a:gd name="T11" fmla="*/ 150 h 100"/>
                  <a:gd name="T12" fmla="*/ 268 w 75"/>
                  <a:gd name="T13" fmla="*/ 0 h 100"/>
                  <a:gd name="T14" fmla="*/ 224 w 75"/>
                  <a:gd name="T15" fmla="*/ 84 h 100"/>
                  <a:gd name="T16" fmla="*/ 226 w 75"/>
                  <a:gd name="T17" fmla="*/ 192 h 100"/>
                  <a:gd name="T18" fmla="*/ 179 w 75"/>
                  <a:gd name="T19" fmla="*/ 288 h 100"/>
                  <a:gd name="T20" fmla="*/ 110 w 75"/>
                  <a:gd name="T21" fmla="*/ 375 h 10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75" h="100">
                    <a:moveTo>
                      <a:pt x="0" y="100"/>
                    </a:moveTo>
                    <a:cubicBezTo>
                      <a:pt x="7" y="97"/>
                      <a:pt x="13" y="96"/>
                      <a:pt x="21" y="96"/>
                    </a:cubicBezTo>
                    <a:cubicBezTo>
                      <a:pt x="27" y="97"/>
                      <a:pt x="32" y="99"/>
                      <a:pt x="38" y="98"/>
                    </a:cubicBezTo>
                    <a:cubicBezTo>
                      <a:pt x="42" y="98"/>
                      <a:pt x="49" y="95"/>
                      <a:pt x="53" y="93"/>
                    </a:cubicBezTo>
                    <a:cubicBezTo>
                      <a:pt x="60" y="89"/>
                      <a:pt x="61" y="84"/>
                      <a:pt x="63" y="76"/>
                    </a:cubicBezTo>
                    <a:cubicBezTo>
                      <a:pt x="66" y="63"/>
                      <a:pt x="67" y="50"/>
                      <a:pt x="68" y="36"/>
                    </a:cubicBezTo>
                    <a:cubicBezTo>
                      <a:pt x="68" y="25"/>
                      <a:pt x="75" y="8"/>
                      <a:pt x="64" y="0"/>
                    </a:cubicBezTo>
                    <a:cubicBezTo>
                      <a:pt x="60" y="4"/>
                      <a:pt x="54" y="14"/>
                      <a:pt x="53" y="20"/>
                    </a:cubicBezTo>
                    <a:cubicBezTo>
                      <a:pt x="51" y="28"/>
                      <a:pt x="55" y="38"/>
                      <a:pt x="54" y="46"/>
                    </a:cubicBezTo>
                    <a:cubicBezTo>
                      <a:pt x="53" y="55"/>
                      <a:pt x="49" y="62"/>
                      <a:pt x="43" y="69"/>
                    </a:cubicBezTo>
                    <a:cubicBezTo>
                      <a:pt x="38" y="75"/>
                      <a:pt x="36" y="89"/>
                      <a:pt x="26" y="90"/>
                    </a:cubicBezTo>
                  </a:path>
                </a:pathLst>
              </a:custGeom>
              <a:solidFill>
                <a:srgbClr val="FDEA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5590" name="Freeform 77">
                <a:extLst>
                  <a:ext uri="{FF2B5EF4-FFF2-40B4-BE49-F238E27FC236}">
                    <a16:creationId xmlns:a16="http://schemas.microsoft.com/office/drawing/2014/main" id="{3DFEFC8D-31C8-43E5-985A-E7F33192BE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8" y="1586"/>
                <a:ext cx="42" cy="42"/>
              </a:xfrm>
              <a:custGeom>
                <a:avLst/>
                <a:gdLst>
                  <a:gd name="T0" fmla="*/ 0 w 26"/>
                  <a:gd name="T1" fmla="*/ 60 h 26"/>
                  <a:gd name="T2" fmla="*/ 50 w 26"/>
                  <a:gd name="T3" fmla="*/ 0 h 26"/>
                  <a:gd name="T4" fmla="*/ 105 w 26"/>
                  <a:gd name="T5" fmla="*/ 50 h 26"/>
                  <a:gd name="T6" fmla="*/ 60 w 26"/>
                  <a:gd name="T7" fmla="*/ 105 h 26"/>
                  <a:gd name="T8" fmla="*/ 0 w 26"/>
                  <a:gd name="T9" fmla="*/ 60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26">
                    <a:moveTo>
                      <a:pt x="0" y="14"/>
                    </a:moveTo>
                    <a:cubicBezTo>
                      <a:pt x="0" y="7"/>
                      <a:pt x="5" y="1"/>
                      <a:pt x="12" y="0"/>
                    </a:cubicBezTo>
                    <a:cubicBezTo>
                      <a:pt x="19" y="0"/>
                      <a:pt x="25" y="5"/>
                      <a:pt x="25" y="12"/>
                    </a:cubicBezTo>
                    <a:cubicBezTo>
                      <a:pt x="26" y="19"/>
                      <a:pt x="21" y="25"/>
                      <a:pt x="14" y="25"/>
                    </a:cubicBezTo>
                    <a:cubicBezTo>
                      <a:pt x="7" y="26"/>
                      <a:pt x="1" y="20"/>
                      <a:pt x="0" y="14"/>
                    </a:cubicBezTo>
                  </a:path>
                </a:pathLst>
              </a:custGeom>
              <a:solidFill>
                <a:srgbClr val="FEEC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5591" name="Freeform 78">
                <a:extLst>
                  <a:ext uri="{FF2B5EF4-FFF2-40B4-BE49-F238E27FC236}">
                    <a16:creationId xmlns:a16="http://schemas.microsoft.com/office/drawing/2014/main" id="{732FD9C1-64EF-4488-81FF-B074517FE6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2" y="2053"/>
                <a:ext cx="34" cy="11"/>
              </a:xfrm>
              <a:custGeom>
                <a:avLst/>
                <a:gdLst>
                  <a:gd name="T0" fmla="*/ 0 w 21"/>
                  <a:gd name="T1" fmla="*/ 27 h 7"/>
                  <a:gd name="T2" fmla="*/ 42 w 21"/>
                  <a:gd name="T3" fmla="*/ 0 h 7"/>
                  <a:gd name="T4" fmla="*/ 89 w 21"/>
                  <a:gd name="T5" fmla="*/ 27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7">
                    <a:moveTo>
                      <a:pt x="0" y="7"/>
                    </a:moveTo>
                    <a:cubicBezTo>
                      <a:pt x="5" y="1"/>
                      <a:pt x="6" y="0"/>
                      <a:pt x="10" y="0"/>
                    </a:cubicBezTo>
                    <a:cubicBezTo>
                      <a:pt x="15" y="0"/>
                      <a:pt x="16" y="1"/>
                      <a:pt x="21" y="7"/>
                    </a:cubicBezTo>
                  </a:path>
                </a:pathLst>
              </a:custGeom>
              <a:noFill/>
              <a:ln w="4763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5592" name="Freeform 79">
                <a:extLst>
                  <a:ext uri="{FF2B5EF4-FFF2-40B4-BE49-F238E27FC236}">
                    <a16:creationId xmlns:a16="http://schemas.microsoft.com/office/drawing/2014/main" id="{DD8B61EA-30EF-4A88-9BD5-5B888A92F3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9" y="2059"/>
                <a:ext cx="21" cy="10"/>
              </a:xfrm>
              <a:custGeom>
                <a:avLst/>
                <a:gdLst>
                  <a:gd name="T0" fmla="*/ 0 w 13"/>
                  <a:gd name="T1" fmla="*/ 0 h 6"/>
                  <a:gd name="T2" fmla="*/ 55 w 13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6">
                    <a:moveTo>
                      <a:pt x="0" y="0"/>
                    </a:moveTo>
                    <a:cubicBezTo>
                      <a:pt x="1" y="6"/>
                      <a:pt x="11" y="6"/>
                      <a:pt x="13" y="0"/>
                    </a:cubicBezTo>
                  </a:path>
                </a:pathLst>
              </a:custGeom>
              <a:noFill/>
              <a:ln w="4763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5593" name="Freeform 80">
                <a:extLst>
                  <a:ext uri="{FF2B5EF4-FFF2-40B4-BE49-F238E27FC236}">
                    <a16:creationId xmlns:a16="http://schemas.microsoft.com/office/drawing/2014/main" id="{43B2872D-F39C-469E-8A83-452FA83174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7" y="1279"/>
                <a:ext cx="164" cy="18"/>
              </a:xfrm>
              <a:custGeom>
                <a:avLst/>
                <a:gdLst>
                  <a:gd name="T0" fmla="*/ 0 w 101"/>
                  <a:gd name="T1" fmla="*/ 0 h 11"/>
                  <a:gd name="T2" fmla="*/ 115 w 101"/>
                  <a:gd name="T3" fmla="*/ 21 h 11"/>
                  <a:gd name="T4" fmla="*/ 248 w 101"/>
                  <a:gd name="T5" fmla="*/ 26 h 11"/>
                  <a:gd name="T6" fmla="*/ 419 w 101"/>
                  <a:gd name="T7" fmla="*/ 34 h 11"/>
                  <a:gd name="T8" fmla="*/ 432 w 101"/>
                  <a:gd name="T9" fmla="*/ 47 h 11"/>
                  <a:gd name="T10" fmla="*/ 427 w 101"/>
                  <a:gd name="T11" fmla="*/ 26 h 11"/>
                  <a:gd name="T12" fmla="*/ 248 w 101"/>
                  <a:gd name="T13" fmla="*/ 18 h 11"/>
                  <a:gd name="T14" fmla="*/ 119 w 101"/>
                  <a:gd name="T15" fmla="*/ 18 h 11"/>
                  <a:gd name="T16" fmla="*/ 0 w 101"/>
                  <a:gd name="T17" fmla="*/ 0 h 1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1" h="11">
                    <a:moveTo>
                      <a:pt x="0" y="0"/>
                    </a:moveTo>
                    <a:cubicBezTo>
                      <a:pt x="5" y="1"/>
                      <a:pt x="22" y="3"/>
                      <a:pt x="27" y="5"/>
                    </a:cubicBezTo>
                    <a:cubicBezTo>
                      <a:pt x="32" y="8"/>
                      <a:pt x="45" y="7"/>
                      <a:pt x="58" y="6"/>
                    </a:cubicBezTo>
                    <a:cubicBezTo>
                      <a:pt x="74" y="4"/>
                      <a:pt x="93" y="3"/>
                      <a:pt x="98" y="8"/>
                    </a:cubicBezTo>
                    <a:cubicBezTo>
                      <a:pt x="99" y="9"/>
                      <a:pt x="101" y="10"/>
                      <a:pt x="101" y="11"/>
                    </a:cubicBezTo>
                    <a:cubicBezTo>
                      <a:pt x="101" y="9"/>
                      <a:pt x="101" y="8"/>
                      <a:pt x="100" y="6"/>
                    </a:cubicBezTo>
                    <a:cubicBezTo>
                      <a:pt x="94" y="1"/>
                      <a:pt x="76" y="2"/>
                      <a:pt x="58" y="4"/>
                    </a:cubicBezTo>
                    <a:cubicBezTo>
                      <a:pt x="45" y="5"/>
                      <a:pt x="33" y="6"/>
                      <a:pt x="28" y="4"/>
                    </a:cubicBezTo>
                    <a:cubicBezTo>
                      <a:pt x="22" y="1"/>
                      <a:pt x="6" y="1"/>
                      <a:pt x="0" y="0"/>
                    </a:cubicBezTo>
                  </a:path>
                </a:pathLst>
              </a:custGeom>
              <a:solidFill>
                <a:srgbClr val="585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5594" name="Freeform 81">
                <a:extLst>
                  <a:ext uri="{FF2B5EF4-FFF2-40B4-BE49-F238E27FC236}">
                    <a16:creationId xmlns:a16="http://schemas.microsoft.com/office/drawing/2014/main" id="{1060F64C-5EA4-4CF9-8D7B-ABBD98753A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5" y="1318"/>
                <a:ext cx="31" cy="16"/>
              </a:xfrm>
              <a:custGeom>
                <a:avLst/>
                <a:gdLst>
                  <a:gd name="T0" fmla="*/ 0 w 19"/>
                  <a:gd name="T1" fmla="*/ 0 h 10"/>
                  <a:gd name="T2" fmla="*/ 39 w 19"/>
                  <a:gd name="T3" fmla="*/ 42 h 10"/>
                  <a:gd name="T4" fmla="*/ 83 w 19"/>
                  <a:gd name="T5" fmla="*/ 0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10">
                    <a:moveTo>
                      <a:pt x="0" y="0"/>
                    </a:moveTo>
                    <a:cubicBezTo>
                      <a:pt x="3" y="6"/>
                      <a:pt x="6" y="10"/>
                      <a:pt x="9" y="10"/>
                    </a:cubicBezTo>
                    <a:cubicBezTo>
                      <a:pt x="11" y="10"/>
                      <a:pt x="15" y="6"/>
                      <a:pt x="19" y="0"/>
                    </a:cubicBezTo>
                  </a:path>
                </a:pathLst>
              </a:custGeom>
              <a:noFill/>
              <a:ln w="158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5595" name="Freeform 82">
                <a:extLst>
                  <a:ext uri="{FF2B5EF4-FFF2-40B4-BE49-F238E27FC236}">
                    <a16:creationId xmlns:a16="http://schemas.microsoft.com/office/drawing/2014/main" id="{0CBE8A97-DC98-4367-A36B-9569D8A597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2" y="1477"/>
                <a:ext cx="259" cy="236"/>
              </a:xfrm>
              <a:custGeom>
                <a:avLst/>
                <a:gdLst>
                  <a:gd name="T0" fmla="*/ 0 w 160"/>
                  <a:gd name="T1" fmla="*/ 0 h 147"/>
                  <a:gd name="T2" fmla="*/ 34 w 160"/>
                  <a:gd name="T3" fmla="*/ 116 h 147"/>
                  <a:gd name="T4" fmla="*/ 55 w 160"/>
                  <a:gd name="T5" fmla="*/ 162 h 147"/>
                  <a:gd name="T6" fmla="*/ 50 w 160"/>
                  <a:gd name="T7" fmla="*/ 252 h 147"/>
                  <a:gd name="T8" fmla="*/ 42 w 160"/>
                  <a:gd name="T9" fmla="*/ 361 h 147"/>
                  <a:gd name="T10" fmla="*/ 118 w 160"/>
                  <a:gd name="T11" fmla="*/ 539 h 147"/>
                  <a:gd name="T12" fmla="*/ 123 w 160"/>
                  <a:gd name="T13" fmla="*/ 541 h 147"/>
                  <a:gd name="T14" fmla="*/ 317 w 160"/>
                  <a:gd name="T15" fmla="*/ 608 h 147"/>
                  <a:gd name="T16" fmla="*/ 657 w 160"/>
                  <a:gd name="T17" fmla="*/ 414 h 147"/>
                  <a:gd name="T18" fmla="*/ 678 w 160"/>
                  <a:gd name="T19" fmla="*/ 363 h 147"/>
                  <a:gd name="T20" fmla="*/ 652 w 160"/>
                  <a:gd name="T21" fmla="*/ 409 h 147"/>
                  <a:gd name="T22" fmla="*/ 317 w 160"/>
                  <a:gd name="T23" fmla="*/ 600 h 147"/>
                  <a:gd name="T24" fmla="*/ 131 w 160"/>
                  <a:gd name="T25" fmla="*/ 533 h 147"/>
                  <a:gd name="T26" fmla="*/ 123 w 160"/>
                  <a:gd name="T27" fmla="*/ 528 h 147"/>
                  <a:gd name="T28" fmla="*/ 50 w 160"/>
                  <a:gd name="T29" fmla="*/ 361 h 147"/>
                  <a:gd name="T30" fmla="*/ 60 w 160"/>
                  <a:gd name="T31" fmla="*/ 252 h 147"/>
                  <a:gd name="T32" fmla="*/ 63 w 160"/>
                  <a:gd name="T33" fmla="*/ 157 h 147"/>
                  <a:gd name="T34" fmla="*/ 42 w 160"/>
                  <a:gd name="T35" fmla="*/ 111 h 147"/>
                  <a:gd name="T36" fmla="*/ 0 w 160"/>
                  <a:gd name="T37" fmla="*/ 0 h 147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160" h="147">
                    <a:moveTo>
                      <a:pt x="0" y="0"/>
                    </a:moveTo>
                    <a:cubicBezTo>
                      <a:pt x="0" y="12"/>
                      <a:pt x="4" y="21"/>
                      <a:pt x="8" y="28"/>
                    </a:cubicBezTo>
                    <a:cubicBezTo>
                      <a:pt x="10" y="32"/>
                      <a:pt x="12" y="35"/>
                      <a:pt x="13" y="39"/>
                    </a:cubicBezTo>
                    <a:cubicBezTo>
                      <a:pt x="15" y="44"/>
                      <a:pt x="14" y="52"/>
                      <a:pt x="12" y="61"/>
                    </a:cubicBezTo>
                    <a:cubicBezTo>
                      <a:pt x="10" y="70"/>
                      <a:pt x="9" y="79"/>
                      <a:pt x="10" y="87"/>
                    </a:cubicBezTo>
                    <a:cubicBezTo>
                      <a:pt x="14" y="117"/>
                      <a:pt x="25" y="127"/>
                      <a:pt x="28" y="130"/>
                    </a:cubicBezTo>
                    <a:cubicBezTo>
                      <a:pt x="29" y="131"/>
                      <a:pt x="29" y="131"/>
                      <a:pt x="29" y="131"/>
                    </a:cubicBezTo>
                    <a:cubicBezTo>
                      <a:pt x="30" y="131"/>
                      <a:pt x="43" y="147"/>
                      <a:pt x="75" y="147"/>
                    </a:cubicBezTo>
                    <a:cubicBezTo>
                      <a:pt x="131" y="147"/>
                      <a:pt x="145" y="119"/>
                      <a:pt x="155" y="100"/>
                    </a:cubicBezTo>
                    <a:cubicBezTo>
                      <a:pt x="160" y="88"/>
                      <a:pt x="160" y="88"/>
                      <a:pt x="160" y="88"/>
                    </a:cubicBezTo>
                    <a:cubicBezTo>
                      <a:pt x="154" y="99"/>
                      <a:pt x="154" y="99"/>
                      <a:pt x="154" y="99"/>
                    </a:cubicBezTo>
                    <a:cubicBezTo>
                      <a:pt x="144" y="117"/>
                      <a:pt x="129" y="145"/>
                      <a:pt x="75" y="145"/>
                    </a:cubicBezTo>
                    <a:cubicBezTo>
                      <a:pt x="44" y="145"/>
                      <a:pt x="31" y="130"/>
                      <a:pt x="31" y="129"/>
                    </a:cubicBezTo>
                    <a:cubicBezTo>
                      <a:pt x="31" y="130"/>
                      <a:pt x="29" y="128"/>
                      <a:pt x="29" y="128"/>
                    </a:cubicBezTo>
                    <a:cubicBezTo>
                      <a:pt x="26" y="125"/>
                      <a:pt x="16" y="116"/>
                      <a:pt x="12" y="87"/>
                    </a:cubicBezTo>
                    <a:cubicBezTo>
                      <a:pt x="11" y="79"/>
                      <a:pt x="12" y="70"/>
                      <a:pt x="14" y="61"/>
                    </a:cubicBezTo>
                    <a:cubicBezTo>
                      <a:pt x="16" y="52"/>
                      <a:pt x="17" y="44"/>
                      <a:pt x="15" y="38"/>
                    </a:cubicBezTo>
                    <a:cubicBezTo>
                      <a:pt x="14" y="35"/>
                      <a:pt x="12" y="31"/>
                      <a:pt x="10" y="27"/>
                    </a:cubicBezTo>
                    <a:cubicBezTo>
                      <a:pt x="6" y="20"/>
                      <a:pt x="0" y="11"/>
                      <a:pt x="0" y="0"/>
                    </a:cubicBezTo>
                  </a:path>
                </a:pathLst>
              </a:custGeom>
              <a:solidFill>
                <a:srgbClr val="585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5596" name="Freeform 83">
                <a:extLst>
                  <a:ext uri="{FF2B5EF4-FFF2-40B4-BE49-F238E27FC236}">
                    <a16:creationId xmlns:a16="http://schemas.microsoft.com/office/drawing/2014/main" id="{0932776A-E4E9-4E64-8C76-75E168F15B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3" y="3956"/>
                <a:ext cx="27" cy="64"/>
              </a:xfrm>
              <a:custGeom>
                <a:avLst/>
                <a:gdLst>
                  <a:gd name="T0" fmla="*/ 64 w 17"/>
                  <a:gd name="T1" fmla="*/ 0 h 40"/>
                  <a:gd name="T2" fmla="*/ 48 w 17"/>
                  <a:gd name="T3" fmla="*/ 54 h 40"/>
                  <a:gd name="T4" fmla="*/ 25 w 17"/>
                  <a:gd name="T5" fmla="*/ 163 h 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40">
                    <a:moveTo>
                      <a:pt x="16" y="0"/>
                    </a:moveTo>
                    <a:cubicBezTo>
                      <a:pt x="17" y="4"/>
                      <a:pt x="15" y="9"/>
                      <a:pt x="12" y="13"/>
                    </a:cubicBezTo>
                    <a:cubicBezTo>
                      <a:pt x="8" y="17"/>
                      <a:pt x="0" y="32"/>
                      <a:pt x="6" y="40"/>
                    </a:cubicBezTo>
                  </a:path>
                </a:pathLst>
              </a:custGeom>
              <a:noFill/>
              <a:ln w="4763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5597" name="Freeform 84">
                <a:extLst>
                  <a:ext uri="{FF2B5EF4-FFF2-40B4-BE49-F238E27FC236}">
                    <a16:creationId xmlns:a16="http://schemas.microsoft.com/office/drawing/2014/main" id="{BCF58402-0454-4184-A8BF-A1FADBFFF4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1" y="3959"/>
                <a:ext cx="39" cy="61"/>
              </a:xfrm>
              <a:custGeom>
                <a:avLst/>
                <a:gdLst>
                  <a:gd name="T0" fmla="*/ 102 w 24"/>
                  <a:gd name="T1" fmla="*/ 0 h 38"/>
                  <a:gd name="T2" fmla="*/ 42 w 24"/>
                  <a:gd name="T3" fmla="*/ 56 h 38"/>
                  <a:gd name="T4" fmla="*/ 18 w 24"/>
                  <a:gd name="T5" fmla="*/ 157 h 3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38">
                    <a:moveTo>
                      <a:pt x="24" y="0"/>
                    </a:moveTo>
                    <a:cubicBezTo>
                      <a:pt x="21" y="7"/>
                      <a:pt x="13" y="12"/>
                      <a:pt x="10" y="14"/>
                    </a:cubicBezTo>
                    <a:cubicBezTo>
                      <a:pt x="3" y="22"/>
                      <a:pt x="0" y="31"/>
                      <a:pt x="4" y="38"/>
                    </a:cubicBezTo>
                  </a:path>
                </a:pathLst>
              </a:custGeom>
              <a:noFill/>
              <a:ln w="4763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5598" name="Freeform 85">
                <a:extLst>
                  <a:ext uri="{FF2B5EF4-FFF2-40B4-BE49-F238E27FC236}">
                    <a16:creationId xmlns:a16="http://schemas.microsoft.com/office/drawing/2014/main" id="{67D6133E-B6C4-4B3C-AB91-E75FD9C091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3956"/>
                <a:ext cx="42" cy="61"/>
              </a:xfrm>
              <a:custGeom>
                <a:avLst/>
                <a:gdLst>
                  <a:gd name="T0" fmla="*/ 110 w 26"/>
                  <a:gd name="T1" fmla="*/ 0 h 38"/>
                  <a:gd name="T2" fmla="*/ 47 w 26"/>
                  <a:gd name="T3" fmla="*/ 67 h 38"/>
                  <a:gd name="T4" fmla="*/ 5 w 26"/>
                  <a:gd name="T5" fmla="*/ 157 h 3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38">
                    <a:moveTo>
                      <a:pt x="26" y="0"/>
                    </a:moveTo>
                    <a:cubicBezTo>
                      <a:pt x="21" y="5"/>
                      <a:pt x="16" y="11"/>
                      <a:pt x="11" y="16"/>
                    </a:cubicBezTo>
                    <a:cubicBezTo>
                      <a:pt x="6" y="20"/>
                      <a:pt x="0" y="29"/>
                      <a:pt x="1" y="38"/>
                    </a:cubicBezTo>
                  </a:path>
                </a:pathLst>
              </a:custGeom>
              <a:noFill/>
              <a:ln w="4763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5599" name="Freeform 86">
                <a:extLst>
                  <a:ext uri="{FF2B5EF4-FFF2-40B4-BE49-F238E27FC236}">
                    <a16:creationId xmlns:a16="http://schemas.microsoft.com/office/drawing/2014/main" id="{6AB845B3-49A2-4AED-9AEF-6493AF6D3C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2" y="3948"/>
                <a:ext cx="29" cy="45"/>
              </a:xfrm>
              <a:custGeom>
                <a:avLst/>
                <a:gdLst>
                  <a:gd name="T0" fmla="*/ 76 w 18"/>
                  <a:gd name="T1" fmla="*/ 0 h 28"/>
                  <a:gd name="T2" fmla="*/ 29 w 18"/>
                  <a:gd name="T3" fmla="*/ 47 h 28"/>
                  <a:gd name="T4" fmla="*/ 0 w 18"/>
                  <a:gd name="T5" fmla="*/ 116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28">
                    <a:moveTo>
                      <a:pt x="18" y="0"/>
                    </a:moveTo>
                    <a:cubicBezTo>
                      <a:pt x="16" y="4"/>
                      <a:pt x="11" y="8"/>
                      <a:pt x="7" y="11"/>
                    </a:cubicBezTo>
                    <a:cubicBezTo>
                      <a:pt x="4" y="15"/>
                      <a:pt x="0" y="22"/>
                      <a:pt x="0" y="28"/>
                    </a:cubicBezTo>
                  </a:path>
                </a:pathLst>
              </a:custGeom>
              <a:noFill/>
              <a:ln w="4763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5600" name="Freeform 87">
                <a:extLst>
                  <a:ext uri="{FF2B5EF4-FFF2-40B4-BE49-F238E27FC236}">
                    <a16:creationId xmlns:a16="http://schemas.microsoft.com/office/drawing/2014/main" id="{677F7CA7-DE58-40D6-801F-6D67A850E6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1" y="3983"/>
                <a:ext cx="42" cy="21"/>
              </a:xfrm>
              <a:custGeom>
                <a:avLst/>
                <a:gdLst>
                  <a:gd name="T0" fmla="*/ 0 w 26"/>
                  <a:gd name="T1" fmla="*/ 55 h 13"/>
                  <a:gd name="T2" fmla="*/ 84 w 26"/>
                  <a:gd name="T3" fmla="*/ 55 h 13"/>
                  <a:gd name="T4" fmla="*/ 60 w 26"/>
                  <a:gd name="T5" fmla="*/ 0 h 13"/>
                  <a:gd name="T6" fmla="*/ 0 w 26"/>
                  <a:gd name="T7" fmla="*/ 55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13">
                    <a:moveTo>
                      <a:pt x="0" y="13"/>
                    </a:moveTo>
                    <a:cubicBezTo>
                      <a:pt x="8" y="11"/>
                      <a:pt x="18" y="12"/>
                      <a:pt x="20" y="13"/>
                    </a:cubicBezTo>
                    <a:cubicBezTo>
                      <a:pt x="26" y="4"/>
                      <a:pt x="19" y="0"/>
                      <a:pt x="14" y="0"/>
                    </a:cubicBezTo>
                    <a:cubicBezTo>
                      <a:pt x="3" y="0"/>
                      <a:pt x="0" y="10"/>
                      <a:pt x="0" y="13"/>
                    </a:cubicBezTo>
                    <a:close/>
                  </a:path>
                </a:pathLst>
              </a:custGeom>
              <a:noFill/>
              <a:ln w="158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5601" name="Freeform 88">
                <a:extLst>
                  <a:ext uri="{FF2B5EF4-FFF2-40B4-BE49-F238E27FC236}">
                    <a16:creationId xmlns:a16="http://schemas.microsoft.com/office/drawing/2014/main" id="{1C488EFB-695D-4D79-8F2B-244BED1C0A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7" y="3998"/>
                <a:ext cx="21" cy="18"/>
              </a:xfrm>
              <a:custGeom>
                <a:avLst/>
                <a:gdLst>
                  <a:gd name="T0" fmla="*/ 0 w 13"/>
                  <a:gd name="T1" fmla="*/ 47 h 11"/>
                  <a:gd name="T2" fmla="*/ 55 w 13"/>
                  <a:gd name="T3" fmla="*/ 43 h 11"/>
                  <a:gd name="T4" fmla="*/ 0 w 13"/>
                  <a:gd name="T5" fmla="*/ 47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1">
                    <a:moveTo>
                      <a:pt x="0" y="11"/>
                    </a:moveTo>
                    <a:cubicBezTo>
                      <a:pt x="2" y="11"/>
                      <a:pt x="11" y="9"/>
                      <a:pt x="13" y="10"/>
                    </a:cubicBezTo>
                    <a:cubicBezTo>
                      <a:pt x="12" y="2"/>
                      <a:pt x="0" y="0"/>
                      <a:pt x="0" y="11"/>
                    </a:cubicBezTo>
                    <a:close/>
                  </a:path>
                </a:pathLst>
              </a:custGeom>
              <a:noFill/>
              <a:ln w="158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5602" name="Freeform 89">
                <a:extLst>
                  <a:ext uri="{FF2B5EF4-FFF2-40B4-BE49-F238E27FC236}">
                    <a16:creationId xmlns:a16="http://schemas.microsoft.com/office/drawing/2014/main" id="{E5A0683F-AF3E-4960-B6B9-68ECB0C126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5" y="3988"/>
                <a:ext cx="15" cy="13"/>
              </a:xfrm>
              <a:custGeom>
                <a:avLst/>
                <a:gdLst>
                  <a:gd name="T0" fmla="*/ 0 w 9"/>
                  <a:gd name="T1" fmla="*/ 21 h 8"/>
                  <a:gd name="T2" fmla="*/ 37 w 9"/>
                  <a:gd name="T3" fmla="*/ 29 h 8"/>
                  <a:gd name="T4" fmla="*/ 0 w 9"/>
                  <a:gd name="T5" fmla="*/ 21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8">
                    <a:moveTo>
                      <a:pt x="0" y="5"/>
                    </a:moveTo>
                    <a:cubicBezTo>
                      <a:pt x="1" y="7"/>
                      <a:pt x="5" y="8"/>
                      <a:pt x="8" y="7"/>
                    </a:cubicBezTo>
                    <a:cubicBezTo>
                      <a:pt x="9" y="0"/>
                      <a:pt x="2" y="1"/>
                      <a:pt x="0" y="5"/>
                    </a:cubicBezTo>
                    <a:close/>
                  </a:path>
                </a:pathLst>
              </a:custGeom>
              <a:noFill/>
              <a:ln w="158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5603" name="Freeform 90">
                <a:extLst>
                  <a:ext uri="{FF2B5EF4-FFF2-40B4-BE49-F238E27FC236}">
                    <a16:creationId xmlns:a16="http://schemas.microsoft.com/office/drawing/2014/main" id="{93264729-8F7C-432A-AFA7-F62B75F555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1" y="1678"/>
                <a:ext cx="3" cy="47"/>
              </a:xfrm>
              <a:custGeom>
                <a:avLst/>
                <a:gdLst>
                  <a:gd name="T0" fmla="*/ 0 w 2"/>
                  <a:gd name="T1" fmla="*/ 0 h 29"/>
                  <a:gd name="T2" fmla="*/ 8 w 2"/>
                  <a:gd name="T3" fmla="*/ 123 h 2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9">
                    <a:moveTo>
                      <a:pt x="0" y="0"/>
                    </a:moveTo>
                    <a:cubicBezTo>
                      <a:pt x="0" y="6"/>
                      <a:pt x="1" y="16"/>
                      <a:pt x="2" y="29"/>
                    </a:cubicBezTo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5604" name="Freeform 91">
                <a:extLst>
                  <a:ext uri="{FF2B5EF4-FFF2-40B4-BE49-F238E27FC236}">
                    <a16:creationId xmlns:a16="http://schemas.microsoft.com/office/drawing/2014/main" id="{1A1300BA-ECC5-4F46-A90A-8F8B29FF0C7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769" y="1598"/>
                <a:ext cx="18" cy="17"/>
              </a:xfrm>
              <a:custGeom>
                <a:avLst/>
                <a:gdLst>
                  <a:gd name="T0" fmla="*/ 47 w 11"/>
                  <a:gd name="T1" fmla="*/ 14 h 11"/>
                  <a:gd name="T2" fmla="*/ 43 w 11"/>
                  <a:gd name="T3" fmla="*/ 26 h 11"/>
                  <a:gd name="T4" fmla="*/ 34 w 11"/>
                  <a:gd name="T5" fmla="*/ 29 h 11"/>
                  <a:gd name="T6" fmla="*/ 26 w 11"/>
                  <a:gd name="T7" fmla="*/ 34 h 11"/>
                  <a:gd name="T8" fmla="*/ 18 w 11"/>
                  <a:gd name="T9" fmla="*/ 29 h 11"/>
                  <a:gd name="T10" fmla="*/ 8 w 11"/>
                  <a:gd name="T11" fmla="*/ 22 h 11"/>
                  <a:gd name="T12" fmla="*/ 8 w 11"/>
                  <a:gd name="T13" fmla="*/ 22 h 11"/>
                  <a:gd name="T14" fmla="*/ 8 w 11"/>
                  <a:gd name="T15" fmla="*/ 22 h 11"/>
                  <a:gd name="T16" fmla="*/ 13 w 11"/>
                  <a:gd name="T17" fmla="*/ 14 h 11"/>
                  <a:gd name="T18" fmla="*/ 8 w 11"/>
                  <a:gd name="T19" fmla="*/ 14 h 11"/>
                  <a:gd name="T20" fmla="*/ 5 w 11"/>
                  <a:gd name="T21" fmla="*/ 12 h 11"/>
                  <a:gd name="T22" fmla="*/ 0 w 11"/>
                  <a:gd name="T23" fmla="*/ 22 h 11"/>
                  <a:gd name="T24" fmla="*/ 8 w 11"/>
                  <a:gd name="T25" fmla="*/ 36 h 11"/>
                  <a:gd name="T26" fmla="*/ 26 w 11"/>
                  <a:gd name="T27" fmla="*/ 40 h 11"/>
                  <a:gd name="T28" fmla="*/ 43 w 11"/>
                  <a:gd name="T29" fmla="*/ 34 h 11"/>
                  <a:gd name="T30" fmla="*/ 47 w 11"/>
                  <a:gd name="T31" fmla="*/ 19 h 11"/>
                  <a:gd name="T32" fmla="*/ 47 w 11"/>
                  <a:gd name="T33" fmla="*/ 14 h 11"/>
                  <a:gd name="T34" fmla="*/ 21 w 11"/>
                  <a:gd name="T35" fmla="*/ 8 h 11"/>
                  <a:gd name="T36" fmla="*/ 26 w 11"/>
                  <a:gd name="T37" fmla="*/ 8 h 11"/>
                  <a:gd name="T38" fmla="*/ 26 w 11"/>
                  <a:gd name="T39" fmla="*/ 8 h 11"/>
                  <a:gd name="T40" fmla="*/ 26 w 11"/>
                  <a:gd name="T41" fmla="*/ 5 h 11"/>
                  <a:gd name="T42" fmla="*/ 26 w 11"/>
                  <a:gd name="T43" fmla="*/ 0 h 11"/>
                  <a:gd name="T44" fmla="*/ 21 w 11"/>
                  <a:gd name="T45" fmla="*/ 0 h 11"/>
                  <a:gd name="T46" fmla="*/ 21 w 11"/>
                  <a:gd name="T47" fmla="*/ 5 h 11"/>
                  <a:gd name="T48" fmla="*/ 21 w 11"/>
                  <a:gd name="T49" fmla="*/ 8 h 11"/>
                  <a:gd name="T50" fmla="*/ 21 w 11"/>
                  <a:gd name="T51" fmla="*/ 8 h 11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11" h="11">
                    <a:moveTo>
                      <a:pt x="11" y="4"/>
                    </a:moveTo>
                    <a:cubicBezTo>
                      <a:pt x="10" y="5"/>
                      <a:pt x="10" y="6"/>
                      <a:pt x="10" y="7"/>
                    </a:cubicBezTo>
                    <a:cubicBezTo>
                      <a:pt x="10" y="8"/>
                      <a:pt x="9" y="8"/>
                      <a:pt x="8" y="8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4" y="8"/>
                      <a:pt x="4" y="8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5"/>
                      <a:pt x="2" y="5"/>
                      <a:pt x="3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10" y="9"/>
                      <a:pt x="10" y="9"/>
                      <a:pt x="10" y="9"/>
                    </a:cubicBezTo>
                    <a:cubicBezTo>
                      <a:pt x="11" y="5"/>
                      <a:pt x="11" y="5"/>
                      <a:pt x="11" y="5"/>
                    </a:cubicBezTo>
                    <a:lnTo>
                      <a:pt x="11" y="4"/>
                    </a:lnTo>
                    <a:close/>
                    <a:moveTo>
                      <a:pt x="5" y="2"/>
                    </a:moveTo>
                    <a:cubicBezTo>
                      <a:pt x="5" y="2"/>
                      <a:pt x="5" y="2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2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5" y="1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</a:path>
                </a:pathLst>
              </a:custGeom>
              <a:solidFill>
                <a:srgbClr val="585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5605" name="Freeform 92">
                <a:extLst>
                  <a:ext uri="{FF2B5EF4-FFF2-40B4-BE49-F238E27FC236}">
                    <a16:creationId xmlns:a16="http://schemas.microsoft.com/office/drawing/2014/main" id="{7634514F-717A-427E-A144-5CBAF1386B9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758" y="1586"/>
                <a:ext cx="42" cy="42"/>
              </a:xfrm>
              <a:custGeom>
                <a:avLst/>
                <a:gdLst>
                  <a:gd name="T0" fmla="*/ 0 w 26"/>
                  <a:gd name="T1" fmla="*/ 63 h 26"/>
                  <a:gd name="T2" fmla="*/ 0 w 26"/>
                  <a:gd name="T3" fmla="*/ 71 h 26"/>
                  <a:gd name="T4" fmla="*/ 8 w 26"/>
                  <a:gd name="T5" fmla="*/ 71 h 26"/>
                  <a:gd name="T6" fmla="*/ 5 w 26"/>
                  <a:gd name="T7" fmla="*/ 60 h 26"/>
                  <a:gd name="T8" fmla="*/ 0 w 26"/>
                  <a:gd name="T9" fmla="*/ 63 h 26"/>
                  <a:gd name="T10" fmla="*/ 50 w 26"/>
                  <a:gd name="T11" fmla="*/ 5 h 26"/>
                  <a:gd name="T12" fmla="*/ 50 w 26"/>
                  <a:gd name="T13" fmla="*/ 0 h 26"/>
                  <a:gd name="T14" fmla="*/ 50 w 26"/>
                  <a:gd name="T15" fmla="*/ 0 h 26"/>
                  <a:gd name="T16" fmla="*/ 47 w 26"/>
                  <a:gd name="T17" fmla="*/ 5 h 26"/>
                  <a:gd name="T18" fmla="*/ 50 w 26"/>
                  <a:gd name="T19" fmla="*/ 5 h 26"/>
                  <a:gd name="T20" fmla="*/ 50 w 26"/>
                  <a:gd name="T21" fmla="*/ 5 h 26"/>
                  <a:gd name="T22" fmla="*/ 102 w 26"/>
                  <a:gd name="T23" fmla="*/ 50 h 26"/>
                  <a:gd name="T24" fmla="*/ 110 w 26"/>
                  <a:gd name="T25" fmla="*/ 47 h 26"/>
                  <a:gd name="T26" fmla="*/ 102 w 26"/>
                  <a:gd name="T27" fmla="*/ 26 h 26"/>
                  <a:gd name="T28" fmla="*/ 102 w 26"/>
                  <a:gd name="T29" fmla="*/ 26 h 26"/>
                  <a:gd name="T30" fmla="*/ 94 w 26"/>
                  <a:gd name="T31" fmla="*/ 26 h 26"/>
                  <a:gd name="T32" fmla="*/ 102 w 26"/>
                  <a:gd name="T33" fmla="*/ 50 h 26"/>
                  <a:gd name="T34" fmla="*/ 102 w 26"/>
                  <a:gd name="T35" fmla="*/ 50 h 26"/>
                  <a:gd name="T36" fmla="*/ 94 w 26"/>
                  <a:gd name="T37" fmla="*/ 84 h 26"/>
                  <a:gd name="T38" fmla="*/ 60 w 26"/>
                  <a:gd name="T39" fmla="*/ 102 h 26"/>
                  <a:gd name="T40" fmla="*/ 16 w 26"/>
                  <a:gd name="T41" fmla="*/ 84 h 26"/>
                  <a:gd name="T42" fmla="*/ 8 w 26"/>
                  <a:gd name="T43" fmla="*/ 89 h 26"/>
                  <a:gd name="T44" fmla="*/ 60 w 26"/>
                  <a:gd name="T45" fmla="*/ 110 h 26"/>
                  <a:gd name="T46" fmla="*/ 97 w 26"/>
                  <a:gd name="T47" fmla="*/ 89 h 26"/>
                  <a:gd name="T48" fmla="*/ 110 w 26"/>
                  <a:gd name="T49" fmla="*/ 68 h 26"/>
                  <a:gd name="T50" fmla="*/ 102 w 26"/>
                  <a:gd name="T51" fmla="*/ 71 h 26"/>
                  <a:gd name="T52" fmla="*/ 94 w 26"/>
                  <a:gd name="T53" fmla="*/ 84 h 26"/>
                  <a:gd name="T54" fmla="*/ 16 w 26"/>
                  <a:gd name="T55" fmla="*/ 21 h 26"/>
                  <a:gd name="T56" fmla="*/ 13 w 26"/>
                  <a:gd name="T57" fmla="*/ 16 h 26"/>
                  <a:gd name="T58" fmla="*/ 5 w 26"/>
                  <a:gd name="T59" fmla="*/ 26 h 26"/>
                  <a:gd name="T60" fmla="*/ 8 w 26"/>
                  <a:gd name="T61" fmla="*/ 34 h 26"/>
                  <a:gd name="T62" fmla="*/ 16 w 26"/>
                  <a:gd name="T63" fmla="*/ 21 h 26"/>
                  <a:gd name="T64" fmla="*/ 0 w 26"/>
                  <a:gd name="T65" fmla="*/ 42 h 26"/>
                  <a:gd name="T66" fmla="*/ 0 w 26"/>
                  <a:gd name="T67" fmla="*/ 47 h 26"/>
                  <a:gd name="T68" fmla="*/ 0 w 26"/>
                  <a:gd name="T69" fmla="*/ 42 h 26"/>
                  <a:gd name="T70" fmla="*/ 0 w 26"/>
                  <a:gd name="T71" fmla="*/ 42 h 26"/>
                  <a:gd name="T72" fmla="*/ 84 w 26"/>
                  <a:gd name="T73" fmla="*/ 13 h 26"/>
                  <a:gd name="T74" fmla="*/ 94 w 26"/>
                  <a:gd name="T75" fmla="*/ 8 h 26"/>
                  <a:gd name="T76" fmla="*/ 68 w 26"/>
                  <a:gd name="T77" fmla="*/ 0 h 26"/>
                  <a:gd name="T78" fmla="*/ 68 w 26"/>
                  <a:gd name="T79" fmla="*/ 8 h 26"/>
                  <a:gd name="T80" fmla="*/ 84 w 26"/>
                  <a:gd name="T81" fmla="*/ 13 h 26"/>
                  <a:gd name="T82" fmla="*/ 29 w 26"/>
                  <a:gd name="T83" fmla="*/ 13 h 26"/>
                  <a:gd name="T84" fmla="*/ 34 w 26"/>
                  <a:gd name="T85" fmla="*/ 0 h 26"/>
                  <a:gd name="T86" fmla="*/ 26 w 26"/>
                  <a:gd name="T87" fmla="*/ 5 h 26"/>
                  <a:gd name="T88" fmla="*/ 29 w 26"/>
                  <a:gd name="T89" fmla="*/ 13 h 26"/>
                  <a:gd name="T90" fmla="*/ 29 w 26"/>
                  <a:gd name="T91" fmla="*/ 13 h 2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26" h="26">
                    <a:moveTo>
                      <a:pt x="0" y="15"/>
                    </a:moveTo>
                    <a:cubicBezTo>
                      <a:pt x="0" y="16"/>
                      <a:pt x="0" y="17"/>
                      <a:pt x="0" y="17"/>
                    </a:cubicBezTo>
                    <a:cubicBezTo>
                      <a:pt x="1" y="17"/>
                      <a:pt x="2" y="17"/>
                      <a:pt x="2" y="17"/>
                    </a:cubicBezTo>
                    <a:cubicBezTo>
                      <a:pt x="2" y="16"/>
                      <a:pt x="2" y="15"/>
                      <a:pt x="1" y="14"/>
                    </a:cubicBezTo>
                    <a:cubicBezTo>
                      <a:pt x="1" y="14"/>
                      <a:pt x="0" y="14"/>
                      <a:pt x="0" y="15"/>
                    </a:cubicBezTo>
                    <a:moveTo>
                      <a:pt x="12" y="1"/>
                    </a:moveTo>
                    <a:cubicBezTo>
                      <a:pt x="12" y="1"/>
                      <a:pt x="12" y="0"/>
                      <a:pt x="12" y="0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11" y="1"/>
                      <a:pt x="12" y="1"/>
                      <a:pt x="11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2" y="1"/>
                      <a:pt x="12" y="1"/>
                      <a:pt x="12" y="1"/>
                    </a:cubicBezTo>
                    <a:moveTo>
                      <a:pt x="24" y="12"/>
                    </a:moveTo>
                    <a:cubicBezTo>
                      <a:pt x="25" y="12"/>
                      <a:pt x="26" y="12"/>
                      <a:pt x="26" y="11"/>
                    </a:cubicBezTo>
                    <a:cubicBezTo>
                      <a:pt x="26" y="9"/>
                      <a:pt x="25" y="7"/>
                      <a:pt x="24" y="6"/>
                    </a:cubicBezTo>
                    <a:cubicBezTo>
                      <a:pt x="24" y="6"/>
                      <a:pt x="24" y="6"/>
                      <a:pt x="24" y="6"/>
                    </a:cubicBezTo>
                    <a:cubicBezTo>
                      <a:pt x="23" y="6"/>
                      <a:pt x="23" y="6"/>
                      <a:pt x="22" y="6"/>
                    </a:cubicBezTo>
                    <a:cubicBezTo>
                      <a:pt x="24" y="8"/>
                      <a:pt x="24" y="10"/>
                      <a:pt x="24" y="12"/>
                    </a:cubicBezTo>
                    <a:cubicBezTo>
                      <a:pt x="24" y="12"/>
                      <a:pt x="24" y="12"/>
                      <a:pt x="24" y="12"/>
                    </a:cubicBezTo>
                    <a:moveTo>
                      <a:pt x="22" y="20"/>
                    </a:moveTo>
                    <a:cubicBezTo>
                      <a:pt x="20" y="22"/>
                      <a:pt x="17" y="24"/>
                      <a:pt x="14" y="24"/>
                    </a:cubicBezTo>
                    <a:cubicBezTo>
                      <a:pt x="10" y="24"/>
                      <a:pt x="6" y="23"/>
                      <a:pt x="4" y="20"/>
                    </a:cubicBezTo>
                    <a:cubicBezTo>
                      <a:pt x="4" y="20"/>
                      <a:pt x="3" y="21"/>
                      <a:pt x="2" y="21"/>
                    </a:cubicBezTo>
                    <a:cubicBezTo>
                      <a:pt x="5" y="24"/>
                      <a:pt x="9" y="26"/>
                      <a:pt x="14" y="26"/>
                    </a:cubicBezTo>
                    <a:cubicBezTo>
                      <a:pt x="17" y="26"/>
                      <a:pt x="21" y="24"/>
                      <a:pt x="23" y="21"/>
                    </a:cubicBezTo>
                    <a:cubicBezTo>
                      <a:pt x="24" y="20"/>
                      <a:pt x="25" y="18"/>
                      <a:pt x="26" y="16"/>
                    </a:cubicBezTo>
                    <a:cubicBezTo>
                      <a:pt x="25" y="16"/>
                      <a:pt x="24" y="17"/>
                      <a:pt x="24" y="17"/>
                    </a:cubicBezTo>
                    <a:cubicBezTo>
                      <a:pt x="23" y="18"/>
                      <a:pt x="22" y="19"/>
                      <a:pt x="22" y="20"/>
                    </a:cubicBezTo>
                    <a:moveTo>
                      <a:pt x="4" y="5"/>
                    </a:moveTo>
                    <a:cubicBezTo>
                      <a:pt x="4" y="4"/>
                      <a:pt x="3" y="4"/>
                      <a:pt x="3" y="4"/>
                    </a:cubicBezTo>
                    <a:cubicBezTo>
                      <a:pt x="2" y="5"/>
                      <a:pt x="2" y="5"/>
                      <a:pt x="1" y="6"/>
                    </a:cubicBezTo>
                    <a:cubicBezTo>
                      <a:pt x="1" y="7"/>
                      <a:pt x="2" y="7"/>
                      <a:pt x="2" y="8"/>
                    </a:cubicBezTo>
                    <a:cubicBezTo>
                      <a:pt x="3" y="7"/>
                      <a:pt x="3" y="6"/>
                      <a:pt x="4" y="5"/>
                    </a:cubicBezTo>
                    <a:moveTo>
                      <a:pt x="0" y="10"/>
                    </a:moveTo>
                    <a:cubicBezTo>
                      <a:pt x="0" y="10"/>
                      <a:pt x="0" y="11"/>
                      <a:pt x="0" y="11"/>
                    </a:cubicBezTo>
                    <a:cubicBezTo>
                      <a:pt x="0" y="11"/>
                      <a:pt x="0" y="11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moveTo>
                      <a:pt x="20" y="3"/>
                    </a:moveTo>
                    <a:cubicBezTo>
                      <a:pt x="20" y="3"/>
                      <a:pt x="21" y="3"/>
                      <a:pt x="22" y="2"/>
                    </a:cubicBezTo>
                    <a:cubicBezTo>
                      <a:pt x="20" y="1"/>
                      <a:pt x="18" y="0"/>
                      <a:pt x="16" y="0"/>
                    </a:cubicBezTo>
                    <a:cubicBezTo>
                      <a:pt x="16" y="0"/>
                      <a:pt x="16" y="1"/>
                      <a:pt x="16" y="2"/>
                    </a:cubicBezTo>
                    <a:cubicBezTo>
                      <a:pt x="18" y="2"/>
                      <a:pt x="19" y="3"/>
                      <a:pt x="20" y="3"/>
                    </a:cubicBezTo>
                    <a:moveTo>
                      <a:pt x="7" y="3"/>
                    </a:moveTo>
                    <a:cubicBezTo>
                      <a:pt x="7" y="2"/>
                      <a:pt x="8" y="1"/>
                      <a:pt x="8" y="0"/>
                    </a:cubicBezTo>
                    <a:cubicBezTo>
                      <a:pt x="7" y="1"/>
                      <a:pt x="6" y="1"/>
                      <a:pt x="6" y="1"/>
                    </a:cubicBezTo>
                    <a:cubicBezTo>
                      <a:pt x="6" y="2"/>
                      <a:pt x="7" y="2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</a:path>
                </a:pathLst>
              </a:custGeom>
              <a:solidFill>
                <a:srgbClr val="585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5606" name="Freeform 93">
                <a:extLst>
                  <a:ext uri="{FF2B5EF4-FFF2-40B4-BE49-F238E27FC236}">
                    <a16:creationId xmlns:a16="http://schemas.microsoft.com/office/drawing/2014/main" id="{E36BF10D-623A-45F7-9199-740879C81F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6" y="2551"/>
                <a:ext cx="67" cy="45"/>
              </a:xfrm>
              <a:custGeom>
                <a:avLst/>
                <a:gdLst>
                  <a:gd name="T0" fmla="*/ 0 w 41"/>
                  <a:gd name="T1" fmla="*/ 0 h 28"/>
                  <a:gd name="T2" fmla="*/ 67 w 41"/>
                  <a:gd name="T3" fmla="*/ 63 h 28"/>
                  <a:gd name="T4" fmla="*/ 144 w 41"/>
                  <a:gd name="T5" fmla="*/ 101 h 28"/>
                  <a:gd name="T6" fmla="*/ 178 w 41"/>
                  <a:gd name="T7" fmla="*/ 116 h 2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1" h="28">
                    <a:moveTo>
                      <a:pt x="0" y="0"/>
                    </a:moveTo>
                    <a:cubicBezTo>
                      <a:pt x="4" y="2"/>
                      <a:pt x="10" y="12"/>
                      <a:pt x="15" y="15"/>
                    </a:cubicBezTo>
                    <a:cubicBezTo>
                      <a:pt x="21" y="19"/>
                      <a:pt x="28" y="21"/>
                      <a:pt x="33" y="24"/>
                    </a:cubicBezTo>
                    <a:cubicBezTo>
                      <a:pt x="36" y="25"/>
                      <a:pt x="39" y="26"/>
                      <a:pt x="41" y="28"/>
                    </a:cubicBezTo>
                  </a:path>
                </a:pathLst>
              </a:custGeom>
              <a:noFill/>
              <a:ln w="4763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5607" name="Freeform 94">
                <a:extLst>
                  <a:ext uri="{FF2B5EF4-FFF2-40B4-BE49-F238E27FC236}">
                    <a16:creationId xmlns:a16="http://schemas.microsoft.com/office/drawing/2014/main" id="{68522DD7-F413-404F-A5C0-8622609944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8" y="2562"/>
                <a:ext cx="52" cy="47"/>
              </a:xfrm>
              <a:custGeom>
                <a:avLst/>
                <a:gdLst>
                  <a:gd name="T0" fmla="*/ 138 w 32"/>
                  <a:gd name="T1" fmla="*/ 123 h 29"/>
                  <a:gd name="T2" fmla="*/ 54 w 32"/>
                  <a:gd name="T3" fmla="*/ 73 h 29"/>
                  <a:gd name="T4" fmla="*/ 0 w 32"/>
                  <a:gd name="T5" fmla="*/ 0 h 2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2" h="29">
                    <a:moveTo>
                      <a:pt x="32" y="29"/>
                    </a:moveTo>
                    <a:cubicBezTo>
                      <a:pt x="23" y="20"/>
                      <a:pt x="18" y="20"/>
                      <a:pt x="12" y="17"/>
                    </a:cubicBezTo>
                    <a:cubicBezTo>
                      <a:pt x="12" y="15"/>
                      <a:pt x="5" y="5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5608" name="Freeform 95">
                <a:extLst>
                  <a:ext uri="{FF2B5EF4-FFF2-40B4-BE49-F238E27FC236}">
                    <a16:creationId xmlns:a16="http://schemas.microsoft.com/office/drawing/2014/main" id="{71D14EC5-D373-4921-BD36-B8C3420205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0" y="2498"/>
                <a:ext cx="71" cy="85"/>
              </a:xfrm>
              <a:custGeom>
                <a:avLst/>
                <a:gdLst>
                  <a:gd name="T0" fmla="*/ 186 w 44"/>
                  <a:gd name="T1" fmla="*/ 213 h 53"/>
                  <a:gd name="T2" fmla="*/ 110 w 44"/>
                  <a:gd name="T3" fmla="*/ 157 h 53"/>
                  <a:gd name="T4" fmla="*/ 94 w 44"/>
                  <a:gd name="T5" fmla="*/ 47 h 53"/>
                  <a:gd name="T6" fmla="*/ 63 w 44"/>
                  <a:gd name="T7" fmla="*/ 0 h 53"/>
                  <a:gd name="T8" fmla="*/ 5 w 44"/>
                  <a:gd name="T9" fmla="*/ 88 h 53"/>
                  <a:gd name="T10" fmla="*/ 21 w 44"/>
                  <a:gd name="T11" fmla="*/ 170 h 5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4" h="53">
                    <a:moveTo>
                      <a:pt x="44" y="52"/>
                    </a:moveTo>
                    <a:cubicBezTo>
                      <a:pt x="34" y="53"/>
                      <a:pt x="27" y="44"/>
                      <a:pt x="26" y="38"/>
                    </a:cubicBezTo>
                    <a:cubicBezTo>
                      <a:pt x="24" y="32"/>
                      <a:pt x="22" y="15"/>
                      <a:pt x="22" y="11"/>
                    </a:cubicBezTo>
                    <a:cubicBezTo>
                      <a:pt x="21" y="6"/>
                      <a:pt x="21" y="0"/>
                      <a:pt x="15" y="0"/>
                    </a:cubicBezTo>
                    <a:cubicBezTo>
                      <a:pt x="7" y="5"/>
                      <a:pt x="0" y="14"/>
                      <a:pt x="1" y="21"/>
                    </a:cubicBezTo>
                    <a:cubicBezTo>
                      <a:pt x="1" y="28"/>
                      <a:pt x="6" y="34"/>
                      <a:pt x="5" y="41"/>
                    </a:cubicBezTo>
                  </a:path>
                </a:pathLst>
              </a:custGeom>
              <a:noFill/>
              <a:ln w="4763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5609" name="Freeform 96">
                <a:extLst>
                  <a:ext uri="{FF2B5EF4-FFF2-40B4-BE49-F238E27FC236}">
                    <a16:creationId xmlns:a16="http://schemas.microsoft.com/office/drawing/2014/main" id="{A558C15E-AB2C-46C6-A692-ADC71F3372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2" y="2625"/>
                <a:ext cx="21" cy="9"/>
              </a:xfrm>
              <a:custGeom>
                <a:avLst/>
                <a:gdLst>
                  <a:gd name="T0" fmla="*/ 55 w 13"/>
                  <a:gd name="T1" fmla="*/ 21 h 6"/>
                  <a:gd name="T2" fmla="*/ 0 w 13"/>
                  <a:gd name="T3" fmla="*/ 12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6">
                    <a:moveTo>
                      <a:pt x="13" y="6"/>
                    </a:moveTo>
                    <a:cubicBezTo>
                      <a:pt x="8" y="1"/>
                      <a:pt x="1" y="0"/>
                      <a:pt x="0" y="3"/>
                    </a:cubicBezTo>
                  </a:path>
                </a:pathLst>
              </a:custGeom>
              <a:noFill/>
              <a:ln w="158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5610" name="Freeform 97">
                <a:extLst>
                  <a:ext uri="{FF2B5EF4-FFF2-40B4-BE49-F238E27FC236}">
                    <a16:creationId xmlns:a16="http://schemas.microsoft.com/office/drawing/2014/main" id="{9D5E644A-2AA5-48AF-902A-535DFB226D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8" y="2586"/>
                <a:ext cx="11" cy="12"/>
              </a:xfrm>
              <a:custGeom>
                <a:avLst/>
                <a:gdLst>
                  <a:gd name="T0" fmla="*/ 27 w 7"/>
                  <a:gd name="T1" fmla="*/ 9 h 7"/>
                  <a:gd name="T2" fmla="*/ 0 w 7"/>
                  <a:gd name="T3" fmla="*/ 36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7">
                    <a:moveTo>
                      <a:pt x="7" y="2"/>
                    </a:moveTo>
                    <a:cubicBezTo>
                      <a:pt x="4" y="0"/>
                      <a:pt x="3" y="4"/>
                      <a:pt x="0" y="7"/>
                    </a:cubicBezTo>
                  </a:path>
                </a:pathLst>
              </a:custGeom>
              <a:noFill/>
              <a:ln w="158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5611" name="Freeform 98">
                <a:extLst>
                  <a:ext uri="{FF2B5EF4-FFF2-40B4-BE49-F238E27FC236}">
                    <a16:creationId xmlns:a16="http://schemas.microsoft.com/office/drawing/2014/main" id="{6C8DE9DE-A90D-43D6-806A-5CDF5350D6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0" y="2559"/>
                <a:ext cx="8" cy="3"/>
              </a:xfrm>
              <a:custGeom>
                <a:avLst/>
                <a:gdLst>
                  <a:gd name="T0" fmla="*/ 21 w 5"/>
                  <a:gd name="T1" fmla="*/ 8 h 2"/>
                  <a:gd name="T2" fmla="*/ 0 w 5"/>
                  <a:gd name="T3" fmla="*/ 5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2">
                    <a:moveTo>
                      <a:pt x="5" y="2"/>
                    </a:moveTo>
                    <a:cubicBezTo>
                      <a:pt x="2" y="0"/>
                      <a:pt x="1" y="0"/>
                      <a:pt x="0" y="1"/>
                    </a:cubicBezTo>
                  </a:path>
                </a:pathLst>
              </a:custGeom>
              <a:noFill/>
              <a:ln w="158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5612" name="Freeform 99">
                <a:extLst>
                  <a:ext uri="{FF2B5EF4-FFF2-40B4-BE49-F238E27FC236}">
                    <a16:creationId xmlns:a16="http://schemas.microsoft.com/office/drawing/2014/main" id="{B81FC397-5DD6-4EB9-8B3A-244F9254C0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7" y="2488"/>
                <a:ext cx="5" cy="16"/>
              </a:xfrm>
              <a:custGeom>
                <a:avLst/>
                <a:gdLst>
                  <a:gd name="T0" fmla="*/ 13 w 3"/>
                  <a:gd name="T1" fmla="*/ 42 h 10"/>
                  <a:gd name="T2" fmla="*/ 0 w 3"/>
                  <a:gd name="T3" fmla="*/ 0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0">
                    <a:moveTo>
                      <a:pt x="3" y="10"/>
                    </a:moveTo>
                    <a:cubicBezTo>
                      <a:pt x="3" y="5"/>
                      <a:pt x="1" y="3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5613" name="Freeform 100">
                <a:extLst>
                  <a:ext uri="{FF2B5EF4-FFF2-40B4-BE49-F238E27FC236}">
                    <a16:creationId xmlns:a16="http://schemas.microsoft.com/office/drawing/2014/main" id="{13DA4731-836E-4D75-876E-F6970FEA5F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1" y="2495"/>
                <a:ext cx="13" cy="3"/>
              </a:xfrm>
              <a:custGeom>
                <a:avLst/>
                <a:gdLst>
                  <a:gd name="T0" fmla="*/ 34 w 8"/>
                  <a:gd name="T1" fmla="*/ 8 h 2"/>
                  <a:gd name="T2" fmla="*/ 0 w 8"/>
                  <a:gd name="T3" fmla="*/ 8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2">
                    <a:moveTo>
                      <a:pt x="8" y="2"/>
                    </a:moveTo>
                    <a:cubicBezTo>
                      <a:pt x="4" y="0"/>
                      <a:pt x="2" y="1"/>
                      <a:pt x="0" y="2"/>
                    </a:cubicBezTo>
                  </a:path>
                </a:pathLst>
              </a:custGeom>
              <a:noFill/>
              <a:ln w="158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5614" name="Freeform 101">
                <a:extLst>
                  <a:ext uri="{FF2B5EF4-FFF2-40B4-BE49-F238E27FC236}">
                    <a16:creationId xmlns:a16="http://schemas.microsoft.com/office/drawing/2014/main" id="{790D5BF1-9306-437B-A1F7-27806C4A79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0" y="2522"/>
                <a:ext cx="8" cy="5"/>
              </a:xfrm>
              <a:custGeom>
                <a:avLst/>
                <a:gdLst>
                  <a:gd name="T0" fmla="*/ 21 w 5"/>
                  <a:gd name="T1" fmla="*/ 13 h 3"/>
                  <a:gd name="T2" fmla="*/ 0 w 5"/>
                  <a:gd name="T3" fmla="*/ 5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3">
                    <a:moveTo>
                      <a:pt x="5" y="3"/>
                    </a:moveTo>
                    <a:cubicBezTo>
                      <a:pt x="3" y="2"/>
                      <a:pt x="2" y="0"/>
                      <a:pt x="0" y="1"/>
                    </a:cubicBezTo>
                  </a:path>
                </a:pathLst>
              </a:custGeom>
              <a:noFill/>
              <a:ln w="158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5615" name="Freeform 102">
                <a:extLst>
                  <a:ext uri="{FF2B5EF4-FFF2-40B4-BE49-F238E27FC236}">
                    <a16:creationId xmlns:a16="http://schemas.microsoft.com/office/drawing/2014/main" id="{8E88676C-272E-4060-9ECC-93275BD013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8" y="2519"/>
                <a:ext cx="36" cy="45"/>
              </a:xfrm>
              <a:custGeom>
                <a:avLst/>
                <a:gdLst>
                  <a:gd name="T0" fmla="*/ 97 w 22"/>
                  <a:gd name="T1" fmla="*/ 116 h 28"/>
                  <a:gd name="T2" fmla="*/ 41 w 22"/>
                  <a:gd name="T3" fmla="*/ 88 h 28"/>
                  <a:gd name="T4" fmla="*/ 0 w 22"/>
                  <a:gd name="T5" fmla="*/ 0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28">
                    <a:moveTo>
                      <a:pt x="22" y="28"/>
                    </a:moveTo>
                    <a:cubicBezTo>
                      <a:pt x="19" y="24"/>
                      <a:pt x="12" y="27"/>
                      <a:pt x="9" y="21"/>
                    </a:cubicBezTo>
                    <a:cubicBezTo>
                      <a:pt x="6" y="14"/>
                      <a:pt x="0" y="10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5616" name="Freeform 103">
                <a:extLst>
                  <a:ext uri="{FF2B5EF4-FFF2-40B4-BE49-F238E27FC236}">
                    <a16:creationId xmlns:a16="http://schemas.microsoft.com/office/drawing/2014/main" id="{89E3630C-CFA9-493B-9D8E-0409F08A38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5" y="2507"/>
                <a:ext cx="24" cy="41"/>
              </a:xfrm>
              <a:custGeom>
                <a:avLst/>
                <a:gdLst>
                  <a:gd name="T0" fmla="*/ 61 w 15"/>
                  <a:gd name="T1" fmla="*/ 110 h 25"/>
                  <a:gd name="T2" fmla="*/ 35 w 15"/>
                  <a:gd name="T3" fmla="*/ 97 h 25"/>
                  <a:gd name="T4" fmla="*/ 0 w 15"/>
                  <a:gd name="T5" fmla="*/ 0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25">
                    <a:moveTo>
                      <a:pt x="15" y="25"/>
                    </a:moveTo>
                    <a:cubicBezTo>
                      <a:pt x="14" y="21"/>
                      <a:pt x="12" y="23"/>
                      <a:pt x="9" y="22"/>
                    </a:cubicBezTo>
                    <a:cubicBezTo>
                      <a:pt x="6" y="21"/>
                      <a:pt x="1" y="6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5617" name="Freeform 104">
                <a:extLst>
                  <a:ext uri="{FF2B5EF4-FFF2-40B4-BE49-F238E27FC236}">
                    <a16:creationId xmlns:a16="http://schemas.microsoft.com/office/drawing/2014/main" id="{6230EB25-A56E-4B70-9FFF-8AC88BA8E4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0" y="2557"/>
                <a:ext cx="5" cy="16"/>
              </a:xfrm>
              <a:custGeom>
                <a:avLst/>
                <a:gdLst>
                  <a:gd name="T0" fmla="*/ 13 w 3"/>
                  <a:gd name="T1" fmla="*/ 0 h 10"/>
                  <a:gd name="T2" fmla="*/ 8 w 3"/>
                  <a:gd name="T3" fmla="*/ 42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0">
                    <a:moveTo>
                      <a:pt x="3" y="0"/>
                    </a:moveTo>
                    <a:cubicBezTo>
                      <a:pt x="0" y="1"/>
                      <a:pt x="2" y="8"/>
                      <a:pt x="2" y="10"/>
                    </a:cubicBezTo>
                  </a:path>
                </a:pathLst>
              </a:custGeom>
              <a:noFill/>
              <a:ln w="158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5618" name="Oval 105">
                <a:extLst>
                  <a:ext uri="{FF2B5EF4-FFF2-40B4-BE49-F238E27FC236}">
                    <a16:creationId xmlns:a16="http://schemas.microsoft.com/office/drawing/2014/main" id="{3121F1D2-4CAD-4CCE-90F7-8EC31D05DB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99" y="954"/>
                <a:ext cx="24" cy="25"/>
              </a:xfrm>
              <a:prstGeom prst="ellipse">
                <a:avLst/>
              </a:prstGeom>
              <a:noFill/>
              <a:ln w="1588" cap="rnd">
                <a:solidFill>
                  <a:srgbClr val="58585A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619" name="Oval 106">
                <a:extLst>
                  <a:ext uri="{FF2B5EF4-FFF2-40B4-BE49-F238E27FC236}">
                    <a16:creationId xmlns:a16="http://schemas.microsoft.com/office/drawing/2014/main" id="{8C72E9CF-E443-43A5-9D86-E836D9D1C9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07" y="962"/>
                <a:ext cx="8" cy="9"/>
              </a:xfrm>
              <a:prstGeom prst="ellipse">
                <a:avLst/>
              </a:prstGeom>
              <a:solidFill>
                <a:srgbClr val="585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620" name="Freeform 107">
                <a:extLst>
                  <a:ext uri="{FF2B5EF4-FFF2-40B4-BE49-F238E27FC236}">
                    <a16:creationId xmlns:a16="http://schemas.microsoft.com/office/drawing/2014/main" id="{9568B46E-8A4C-4150-9BDB-4D60DA486F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3" y="954"/>
                <a:ext cx="60" cy="26"/>
              </a:xfrm>
              <a:custGeom>
                <a:avLst/>
                <a:gdLst>
                  <a:gd name="T0" fmla="*/ 157 w 37"/>
                  <a:gd name="T1" fmla="*/ 42 h 16"/>
                  <a:gd name="T2" fmla="*/ 143 w 37"/>
                  <a:gd name="T3" fmla="*/ 54 h 16"/>
                  <a:gd name="T4" fmla="*/ 68 w 37"/>
                  <a:gd name="T5" fmla="*/ 68 h 16"/>
                  <a:gd name="T6" fmla="*/ 0 w 37"/>
                  <a:gd name="T7" fmla="*/ 34 h 16"/>
                  <a:gd name="T8" fmla="*/ 76 w 37"/>
                  <a:gd name="T9" fmla="*/ 0 h 16"/>
                  <a:gd name="T10" fmla="*/ 144 w 37"/>
                  <a:gd name="T11" fmla="*/ 34 h 16"/>
                  <a:gd name="T12" fmla="*/ 157 w 37"/>
                  <a:gd name="T13" fmla="*/ 42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7" h="16">
                    <a:moveTo>
                      <a:pt x="37" y="10"/>
                    </a:moveTo>
                    <a:cubicBezTo>
                      <a:pt x="36" y="12"/>
                      <a:pt x="34" y="12"/>
                      <a:pt x="33" y="12"/>
                    </a:cubicBezTo>
                    <a:cubicBezTo>
                      <a:pt x="31" y="12"/>
                      <a:pt x="24" y="16"/>
                      <a:pt x="16" y="16"/>
                    </a:cubicBezTo>
                    <a:cubicBezTo>
                      <a:pt x="7" y="16"/>
                      <a:pt x="1" y="9"/>
                      <a:pt x="0" y="8"/>
                    </a:cubicBezTo>
                    <a:cubicBezTo>
                      <a:pt x="1" y="6"/>
                      <a:pt x="7" y="0"/>
                      <a:pt x="18" y="0"/>
                    </a:cubicBezTo>
                    <a:cubicBezTo>
                      <a:pt x="27" y="0"/>
                      <a:pt x="30" y="5"/>
                      <a:pt x="34" y="8"/>
                    </a:cubicBezTo>
                    <a:cubicBezTo>
                      <a:pt x="35" y="8"/>
                      <a:pt x="37" y="9"/>
                      <a:pt x="37" y="10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5621" name="Freeform 108">
                <a:extLst>
                  <a:ext uri="{FF2B5EF4-FFF2-40B4-BE49-F238E27FC236}">
                    <a16:creationId xmlns:a16="http://schemas.microsoft.com/office/drawing/2014/main" id="{FE70C0F6-9D98-4EC4-9352-3BB18A066F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0" y="945"/>
                <a:ext cx="61" cy="17"/>
              </a:xfrm>
              <a:custGeom>
                <a:avLst/>
                <a:gdLst>
                  <a:gd name="T0" fmla="*/ 157 w 38"/>
                  <a:gd name="T1" fmla="*/ 40 h 11"/>
                  <a:gd name="T2" fmla="*/ 0 w 38"/>
                  <a:gd name="T3" fmla="*/ 36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8" h="11">
                    <a:moveTo>
                      <a:pt x="38" y="11"/>
                    </a:moveTo>
                    <a:cubicBezTo>
                      <a:pt x="29" y="2"/>
                      <a:pt x="12" y="0"/>
                      <a:pt x="0" y="10"/>
                    </a:cubicBezTo>
                  </a:path>
                </a:pathLst>
              </a:custGeom>
              <a:noFill/>
              <a:ln w="158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5622" name="Freeform 109">
                <a:extLst>
                  <a:ext uri="{FF2B5EF4-FFF2-40B4-BE49-F238E27FC236}">
                    <a16:creationId xmlns:a16="http://schemas.microsoft.com/office/drawing/2014/main" id="{B980B53D-3CF4-4723-B256-7EF744D2A9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5" y="927"/>
                <a:ext cx="76" cy="18"/>
              </a:xfrm>
              <a:custGeom>
                <a:avLst/>
                <a:gdLst>
                  <a:gd name="T0" fmla="*/ 199 w 47"/>
                  <a:gd name="T1" fmla="*/ 18 h 11"/>
                  <a:gd name="T2" fmla="*/ 0 w 47"/>
                  <a:gd name="T3" fmla="*/ 47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7" h="11">
                    <a:moveTo>
                      <a:pt x="47" y="4"/>
                    </a:moveTo>
                    <a:cubicBezTo>
                      <a:pt x="38" y="0"/>
                      <a:pt x="9" y="3"/>
                      <a:pt x="0" y="11"/>
                    </a:cubicBezTo>
                  </a:path>
                </a:pathLst>
              </a:custGeom>
              <a:noFill/>
              <a:ln w="4763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5623" name="Freeform 110">
                <a:extLst>
                  <a:ext uri="{FF2B5EF4-FFF2-40B4-BE49-F238E27FC236}">
                    <a16:creationId xmlns:a16="http://schemas.microsoft.com/office/drawing/2014/main" id="{E20D41D4-E4C7-4F32-B84F-B44A7CD2BC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6" y="906"/>
                <a:ext cx="34" cy="113"/>
              </a:xfrm>
              <a:custGeom>
                <a:avLst/>
                <a:gdLst>
                  <a:gd name="T0" fmla="*/ 60 w 21"/>
                  <a:gd name="T1" fmla="*/ 29 h 70"/>
                  <a:gd name="T2" fmla="*/ 0 w 21"/>
                  <a:gd name="T3" fmla="*/ 47 h 70"/>
                  <a:gd name="T4" fmla="*/ 16 w 21"/>
                  <a:gd name="T5" fmla="*/ 158 h 70"/>
                  <a:gd name="T6" fmla="*/ 39 w 21"/>
                  <a:gd name="T7" fmla="*/ 220 h 70"/>
                  <a:gd name="T8" fmla="*/ 63 w 21"/>
                  <a:gd name="T9" fmla="*/ 281 h 70"/>
                  <a:gd name="T10" fmla="*/ 89 w 21"/>
                  <a:gd name="T11" fmla="*/ 294 h 7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1" h="70">
                    <a:moveTo>
                      <a:pt x="14" y="7"/>
                    </a:moveTo>
                    <a:cubicBezTo>
                      <a:pt x="9" y="0"/>
                      <a:pt x="0" y="2"/>
                      <a:pt x="0" y="11"/>
                    </a:cubicBezTo>
                    <a:cubicBezTo>
                      <a:pt x="1" y="20"/>
                      <a:pt x="3" y="33"/>
                      <a:pt x="4" y="38"/>
                    </a:cubicBezTo>
                    <a:cubicBezTo>
                      <a:pt x="5" y="43"/>
                      <a:pt x="7" y="47"/>
                      <a:pt x="9" y="52"/>
                    </a:cubicBezTo>
                    <a:cubicBezTo>
                      <a:pt x="10" y="56"/>
                      <a:pt x="13" y="65"/>
                      <a:pt x="15" y="67"/>
                    </a:cubicBezTo>
                    <a:cubicBezTo>
                      <a:pt x="17" y="69"/>
                      <a:pt x="21" y="70"/>
                      <a:pt x="21" y="70"/>
                    </a:cubicBezTo>
                  </a:path>
                </a:pathLst>
              </a:custGeom>
              <a:noFill/>
              <a:ln w="4763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5624" name="Freeform 111">
                <a:extLst>
                  <a:ext uri="{FF2B5EF4-FFF2-40B4-BE49-F238E27FC236}">
                    <a16:creationId xmlns:a16="http://schemas.microsoft.com/office/drawing/2014/main" id="{E2D0FEBF-42CE-4F41-A1A9-309E5EECA2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0" y="921"/>
                <a:ext cx="17" cy="21"/>
              </a:xfrm>
              <a:custGeom>
                <a:avLst/>
                <a:gdLst>
                  <a:gd name="T0" fmla="*/ 40 w 11"/>
                  <a:gd name="T1" fmla="*/ 47 h 13"/>
                  <a:gd name="T2" fmla="*/ 8 w 11"/>
                  <a:gd name="T3" fmla="*/ 5 h 13"/>
                  <a:gd name="T4" fmla="*/ 12 w 11"/>
                  <a:gd name="T5" fmla="*/ 55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3">
                    <a:moveTo>
                      <a:pt x="11" y="11"/>
                    </a:moveTo>
                    <a:cubicBezTo>
                      <a:pt x="8" y="4"/>
                      <a:pt x="4" y="0"/>
                      <a:pt x="2" y="1"/>
                    </a:cubicBezTo>
                    <a:cubicBezTo>
                      <a:pt x="0" y="2"/>
                      <a:pt x="2" y="10"/>
                      <a:pt x="3" y="13"/>
                    </a:cubicBezTo>
                  </a:path>
                </a:pathLst>
              </a:custGeom>
              <a:noFill/>
              <a:ln w="158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5625" name="Freeform 112">
                <a:extLst>
                  <a:ext uri="{FF2B5EF4-FFF2-40B4-BE49-F238E27FC236}">
                    <a16:creationId xmlns:a16="http://schemas.microsoft.com/office/drawing/2014/main" id="{84C001C9-199C-48AB-8F95-B54BC5F941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4" y="927"/>
                <a:ext cx="10" cy="56"/>
              </a:xfrm>
              <a:custGeom>
                <a:avLst/>
                <a:gdLst>
                  <a:gd name="T0" fmla="*/ 8 w 6"/>
                  <a:gd name="T1" fmla="*/ 0 h 35"/>
                  <a:gd name="T2" fmla="*/ 0 w 6"/>
                  <a:gd name="T3" fmla="*/ 56 h 35"/>
                  <a:gd name="T4" fmla="*/ 8 w 6"/>
                  <a:gd name="T5" fmla="*/ 118 h 35"/>
                  <a:gd name="T6" fmla="*/ 28 w 6"/>
                  <a:gd name="T7" fmla="*/ 144 h 3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35">
                    <a:moveTo>
                      <a:pt x="2" y="0"/>
                    </a:moveTo>
                    <a:cubicBezTo>
                      <a:pt x="3" y="5"/>
                      <a:pt x="0" y="5"/>
                      <a:pt x="0" y="14"/>
                    </a:cubicBezTo>
                    <a:cubicBezTo>
                      <a:pt x="0" y="22"/>
                      <a:pt x="2" y="26"/>
                      <a:pt x="2" y="29"/>
                    </a:cubicBezTo>
                    <a:cubicBezTo>
                      <a:pt x="2" y="32"/>
                      <a:pt x="4" y="32"/>
                      <a:pt x="6" y="35"/>
                    </a:cubicBezTo>
                  </a:path>
                </a:pathLst>
              </a:custGeom>
              <a:noFill/>
              <a:ln w="158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5626" name="Freeform 113">
                <a:extLst>
                  <a:ext uri="{FF2B5EF4-FFF2-40B4-BE49-F238E27FC236}">
                    <a16:creationId xmlns:a16="http://schemas.microsoft.com/office/drawing/2014/main" id="{42605260-5988-44EC-989C-84EAFD96C6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6" y="953"/>
                <a:ext cx="9" cy="29"/>
              </a:xfrm>
              <a:custGeom>
                <a:avLst/>
                <a:gdLst>
                  <a:gd name="T0" fmla="*/ 21 w 6"/>
                  <a:gd name="T1" fmla="*/ 76 h 18"/>
                  <a:gd name="T2" fmla="*/ 0 w 6"/>
                  <a:gd name="T3" fmla="*/ 42 h 18"/>
                  <a:gd name="T4" fmla="*/ 0 w 6"/>
                  <a:gd name="T5" fmla="*/ 0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18">
                    <a:moveTo>
                      <a:pt x="6" y="18"/>
                    </a:moveTo>
                    <a:cubicBezTo>
                      <a:pt x="3" y="16"/>
                      <a:pt x="0" y="14"/>
                      <a:pt x="0" y="10"/>
                    </a:cubicBezTo>
                    <a:cubicBezTo>
                      <a:pt x="0" y="6"/>
                      <a:pt x="0" y="1"/>
                      <a:pt x="0" y="0"/>
                    </a:cubicBezTo>
                  </a:path>
                </a:pathLst>
              </a:custGeom>
              <a:noFill/>
              <a:ln w="158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5627" name="Freeform 114">
                <a:extLst>
                  <a:ext uri="{FF2B5EF4-FFF2-40B4-BE49-F238E27FC236}">
                    <a16:creationId xmlns:a16="http://schemas.microsoft.com/office/drawing/2014/main" id="{CCF661F0-CDC2-4725-8583-E05BA98E34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9" y="1038"/>
                <a:ext cx="31" cy="21"/>
              </a:xfrm>
              <a:custGeom>
                <a:avLst/>
                <a:gdLst>
                  <a:gd name="T0" fmla="*/ 83 w 19"/>
                  <a:gd name="T1" fmla="*/ 55 h 13"/>
                  <a:gd name="T2" fmla="*/ 55 w 19"/>
                  <a:gd name="T3" fmla="*/ 47 h 13"/>
                  <a:gd name="T4" fmla="*/ 29 w 19"/>
                  <a:gd name="T5" fmla="*/ 34 h 13"/>
                  <a:gd name="T6" fmla="*/ 0 w 19"/>
                  <a:gd name="T7" fmla="*/ 0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13">
                    <a:moveTo>
                      <a:pt x="19" y="13"/>
                    </a:moveTo>
                    <a:cubicBezTo>
                      <a:pt x="16" y="13"/>
                      <a:pt x="16" y="13"/>
                      <a:pt x="13" y="11"/>
                    </a:cubicBezTo>
                    <a:cubicBezTo>
                      <a:pt x="9" y="9"/>
                      <a:pt x="10" y="8"/>
                      <a:pt x="7" y="8"/>
                    </a:cubicBezTo>
                    <a:cubicBezTo>
                      <a:pt x="4" y="8"/>
                      <a:pt x="0" y="6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5628" name="Freeform 115">
                <a:extLst>
                  <a:ext uri="{FF2B5EF4-FFF2-40B4-BE49-F238E27FC236}">
                    <a16:creationId xmlns:a16="http://schemas.microsoft.com/office/drawing/2014/main" id="{E9029166-40B7-4D16-873B-E1DC16E668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0" y="1081"/>
                <a:ext cx="50" cy="7"/>
              </a:xfrm>
              <a:custGeom>
                <a:avLst/>
                <a:gdLst>
                  <a:gd name="T0" fmla="*/ 115 w 31"/>
                  <a:gd name="T1" fmla="*/ 0 h 4"/>
                  <a:gd name="T2" fmla="*/ 90 w 31"/>
                  <a:gd name="T3" fmla="*/ 0 h 4"/>
                  <a:gd name="T4" fmla="*/ 63 w 31"/>
                  <a:gd name="T5" fmla="*/ 7 h 4"/>
                  <a:gd name="T6" fmla="*/ 0 w 31"/>
                  <a:gd name="T7" fmla="*/ 16 h 4"/>
                  <a:gd name="T8" fmla="*/ 63 w 31"/>
                  <a:gd name="T9" fmla="*/ 16 h 4"/>
                  <a:gd name="T10" fmla="*/ 90 w 31"/>
                  <a:gd name="T11" fmla="*/ 12 h 4"/>
                  <a:gd name="T12" fmla="*/ 131 w 31"/>
                  <a:gd name="T13" fmla="*/ 7 h 4"/>
                  <a:gd name="T14" fmla="*/ 131 w 31"/>
                  <a:gd name="T15" fmla="*/ 0 h 4"/>
                  <a:gd name="T16" fmla="*/ 115 w 31"/>
                  <a:gd name="T17" fmla="*/ 0 h 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1" h="4">
                    <a:moveTo>
                      <a:pt x="27" y="0"/>
                    </a:moveTo>
                    <a:cubicBezTo>
                      <a:pt x="22" y="0"/>
                      <a:pt x="22" y="0"/>
                      <a:pt x="22" y="0"/>
                    </a:cubicBezTo>
                    <a:cubicBezTo>
                      <a:pt x="15" y="1"/>
                      <a:pt x="15" y="1"/>
                      <a:pt x="15" y="1"/>
                    </a:cubicBezTo>
                    <a:cubicBezTo>
                      <a:pt x="10" y="2"/>
                      <a:pt x="4" y="4"/>
                      <a:pt x="0" y="3"/>
                    </a:cubicBezTo>
                    <a:cubicBezTo>
                      <a:pt x="4" y="4"/>
                      <a:pt x="10" y="4"/>
                      <a:pt x="15" y="3"/>
                    </a:cubicBezTo>
                    <a:cubicBezTo>
                      <a:pt x="22" y="2"/>
                      <a:pt x="22" y="2"/>
                      <a:pt x="22" y="2"/>
                    </a:cubicBezTo>
                    <a:cubicBezTo>
                      <a:pt x="31" y="1"/>
                      <a:pt x="31" y="1"/>
                      <a:pt x="31" y="1"/>
                    </a:cubicBezTo>
                    <a:cubicBezTo>
                      <a:pt x="31" y="0"/>
                      <a:pt x="31" y="0"/>
                      <a:pt x="31" y="0"/>
                    </a:cubicBezTo>
                    <a:lnTo>
                      <a:pt x="27" y="0"/>
                    </a:lnTo>
                    <a:close/>
                  </a:path>
                </a:pathLst>
              </a:custGeom>
              <a:solidFill>
                <a:srgbClr val="585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5629" name="Freeform 116">
                <a:extLst>
                  <a:ext uri="{FF2B5EF4-FFF2-40B4-BE49-F238E27FC236}">
                    <a16:creationId xmlns:a16="http://schemas.microsoft.com/office/drawing/2014/main" id="{A5C97561-0037-49C7-A975-1404E093DD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1" y="733"/>
                <a:ext cx="24" cy="90"/>
              </a:xfrm>
              <a:custGeom>
                <a:avLst/>
                <a:gdLst>
                  <a:gd name="T0" fmla="*/ 13 w 15"/>
                  <a:gd name="T1" fmla="*/ 103 h 56"/>
                  <a:gd name="T2" fmla="*/ 8 w 15"/>
                  <a:gd name="T3" fmla="*/ 233 h 56"/>
                  <a:gd name="T4" fmla="*/ 21 w 15"/>
                  <a:gd name="T5" fmla="*/ 103 h 56"/>
                  <a:gd name="T6" fmla="*/ 61 w 15"/>
                  <a:gd name="T7" fmla="*/ 0 h 56"/>
                  <a:gd name="T8" fmla="*/ 13 w 15"/>
                  <a:gd name="T9" fmla="*/ 103 h 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56">
                    <a:moveTo>
                      <a:pt x="3" y="25"/>
                    </a:moveTo>
                    <a:cubicBezTo>
                      <a:pt x="0" y="37"/>
                      <a:pt x="0" y="49"/>
                      <a:pt x="2" y="56"/>
                    </a:cubicBezTo>
                    <a:cubicBezTo>
                      <a:pt x="0" y="49"/>
                      <a:pt x="2" y="37"/>
                      <a:pt x="5" y="25"/>
                    </a:cubicBezTo>
                    <a:cubicBezTo>
                      <a:pt x="7" y="15"/>
                      <a:pt x="10" y="4"/>
                      <a:pt x="15" y="0"/>
                    </a:cubicBezTo>
                    <a:cubicBezTo>
                      <a:pt x="10" y="5"/>
                      <a:pt x="5" y="14"/>
                      <a:pt x="3" y="25"/>
                    </a:cubicBezTo>
                  </a:path>
                </a:pathLst>
              </a:custGeom>
              <a:solidFill>
                <a:srgbClr val="585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5630" name="Oval 117">
                <a:extLst>
                  <a:ext uri="{FF2B5EF4-FFF2-40B4-BE49-F238E27FC236}">
                    <a16:creationId xmlns:a16="http://schemas.microsoft.com/office/drawing/2014/main" id="{D2B8C9AF-2174-44D6-8AD0-F408FF6839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37" y="954"/>
                <a:ext cx="24" cy="25"/>
              </a:xfrm>
              <a:prstGeom prst="ellipse">
                <a:avLst/>
              </a:prstGeom>
              <a:noFill/>
              <a:ln w="1588" cap="rnd">
                <a:solidFill>
                  <a:srgbClr val="58585A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631" name="Oval 118">
                <a:extLst>
                  <a:ext uri="{FF2B5EF4-FFF2-40B4-BE49-F238E27FC236}">
                    <a16:creationId xmlns:a16="http://schemas.microsoft.com/office/drawing/2014/main" id="{E0318541-9E3E-4887-A8D5-18A0B58002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45" y="962"/>
                <a:ext cx="8" cy="9"/>
              </a:xfrm>
              <a:prstGeom prst="ellipse">
                <a:avLst/>
              </a:prstGeom>
              <a:solidFill>
                <a:srgbClr val="585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632" name="Freeform 119">
                <a:extLst>
                  <a:ext uri="{FF2B5EF4-FFF2-40B4-BE49-F238E27FC236}">
                    <a16:creationId xmlns:a16="http://schemas.microsoft.com/office/drawing/2014/main" id="{489438DF-F3D2-45AC-914F-F3A1665244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7" y="954"/>
                <a:ext cx="60" cy="26"/>
              </a:xfrm>
              <a:custGeom>
                <a:avLst/>
                <a:gdLst>
                  <a:gd name="T0" fmla="*/ 0 w 37"/>
                  <a:gd name="T1" fmla="*/ 42 h 16"/>
                  <a:gd name="T2" fmla="*/ 21 w 37"/>
                  <a:gd name="T3" fmla="*/ 54 h 16"/>
                  <a:gd name="T4" fmla="*/ 94 w 37"/>
                  <a:gd name="T5" fmla="*/ 68 h 16"/>
                  <a:gd name="T6" fmla="*/ 157 w 37"/>
                  <a:gd name="T7" fmla="*/ 34 h 16"/>
                  <a:gd name="T8" fmla="*/ 84 w 37"/>
                  <a:gd name="T9" fmla="*/ 0 h 16"/>
                  <a:gd name="T10" fmla="*/ 13 w 37"/>
                  <a:gd name="T11" fmla="*/ 34 h 16"/>
                  <a:gd name="T12" fmla="*/ 0 w 37"/>
                  <a:gd name="T13" fmla="*/ 42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7" h="16">
                    <a:moveTo>
                      <a:pt x="0" y="10"/>
                    </a:moveTo>
                    <a:cubicBezTo>
                      <a:pt x="1" y="12"/>
                      <a:pt x="3" y="12"/>
                      <a:pt x="5" y="12"/>
                    </a:cubicBezTo>
                    <a:cubicBezTo>
                      <a:pt x="7" y="12"/>
                      <a:pt x="13" y="16"/>
                      <a:pt x="22" y="16"/>
                    </a:cubicBezTo>
                    <a:cubicBezTo>
                      <a:pt x="30" y="16"/>
                      <a:pt x="37" y="9"/>
                      <a:pt x="37" y="8"/>
                    </a:cubicBezTo>
                    <a:cubicBezTo>
                      <a:pt x="36" y="6"/>
                      <a:pt x="30" y="0"/>
                      <a:pt x="20" y="0"/>
                    </a:cubicBezTo>
                    <a:cubicBezTo>
                      <a:pt x="11" y="0"/>
                      <a:pt x="7" y="5"/>
                      <a:pt x="3" y="8"/>
                    </a:cubicBezTo>
                    <a:cubicBezTo>
                      <a:pt x="2" y="8"/>
                      <a:pt x="0" y="9"/>
                      <a:pt x="0" y="10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5633" name="Freeform 120">
                <a:extLst>
                  <a:ext uri="{FF2B5EF4-FFF2-40B4-BE49-F238E27FC236}">
                    <a16:creationId xmlns:a16="http://schemas.microsoft.com/office/drawing/2014/main" id="{0187C210-CF8D-49E3-8A81-FDC715A63C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9" y="945"/>
                <a:ext cx="62" cy="17"/>
              </a:xfrm>
              <a:custGeom>
                <a:avLst/>
                <a:gdLst>
                  <a:gd name="T0" fmla="*/ 0 w 38"/>
                  <a:gd name="T1" fmla="*/ 40 h 11"/>
                  <a:gd name="T2" fmla="*/ 165 w 38"/>
                  <a:gd name="T3" fmla="*/ 36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8" h="11">
                    <a:moveTo>
                      <a:pt x="0" y="11"/>
                    </a:moveTo>
                    <a:cubicBezTo>
                      <a:pt x="9" y="2"/>
                      <a:pt x="27" y="0"/>
                      <a:pt x="38" y="10"/>
                    </a:cubicBezTo>
                  </a:path>
                </a:pathLst>
              </a:custGeom>
              <a:noFill/>
              <a:ln w="158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5634" name="Freeform 121">
                <a:extLst>
                  <a:ext uri="{FF2B5EF4-FFF2-40B4-BE49-F238E27FC236}">
                    <a16:creationId xmlns:a16="http://schemas.microsoft.com/office/drawing/2014/main" id="{CF205243-5CF8-4010-A9B7-65E2B093FB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1" y="927"/>
                <a:ext cx="74" cy="18"/>
              </a:xfrm>
              <a:custGeom>
                <a:avLst/>
                <a:gdLst>
                  <a:gd name="T0" fmla="*/ 0 w 46"/>
                  <a:gd name="T1" fmla="*/ 18 h 11"/>
                  <a:gd name="T2" fmla="*/ 191 w 46"/>
                  <a:gd name="T3" fmla="*/ 47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6" h="11">
                    <a:moveTo>
                      <a:pt x="0" y="4"/>
                    </a:moveTo>
                    <a:cubicBezTo>
                      <a:pt x="9" y="0"/>
                      <a:pt x="41" y="4"/>
                      <a:pt x="46" y="11"/>
                    </a:cubicBezTo>
                  </a:path>
                </a:pathLst>
              </a:custGeom>
              <a:noFill/>
              <a:ln w="4763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5635" name="Freeform 122">
                <a:extLst>
                  <a:ext uri="{FF2B5EF4-FFF2-40B4-BE49-F238E27FC236}">
                    <a16:creationId xmlns:a16="http://schemas.microsoft.com/office/drawing/2014/main" id="{B62836ED-2E6F-4D56-9680-5B2416FC41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1" y="999"/>
                <a:ext cx="17" cy="20"/>
              </a:xfrm>
              <a:custGeom>
                <a:avLst/>
                <a:gdLst>
                  <a:gd name="T0" fmla="*/ 49 w 10"/>
                  <a:gd name="T1" fmla="*/ 0 h 12"/>
                  <a:gd name="T2" fmla="*/ 29 w 10"/>
                  <a:gd name="T3" fmla="*/ 42 h 12"/>
                  <a:gd name="T4" fmla="*/ 0 w 10"/>
                  <a:gd name="T5" fmla="*/ 55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2">
                    <a:moveTo>
                      <a:pt x="10" y="0"/>
                    </a:moveTo>
                    <a:cubicBezTo>
                      <a:pt x="9" y="4"/>
                      <a:pt x="7" y="8"/>
                      <a:pt x="6" y="9"/>
                    </a:cubicBezTo>
                    <a:cubicBezTo>
                      <a:pt x="4" y="11"/>
                      <a:pt x="0" y="12"/>
                      <a:pt x="0" y="12"/>
                    </a:cubicBezTo>
                  </a:path>
                </a:pathLst>
              </a:custGeom>
              <a:noFill/>
              <a:ln w="4763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5636" name="Freeform 123">
                <a:extLst>
                  <a:ext uri="{FF2B5EF4-FFF2-40B4-BE49-F238E27FC236}">
                    <a16:creationId xmlns:a16="http://schemas.microsoft.com/office/drawing/2014/main" id="{0DD32890-DE74-413B-92DD-3B39C886B0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6" y="959"/>
                <a:ext cx="12" cy="34"/>
              </a:xfrm>
              <a:custGeom>
                <a:avLst/>
                <a:gdLst>
                  <a:gd name="T0" fmla="*/ 29 w 7"/>
                  <a:gd name="T1" fmla="*/ 8 h 21"/>
                  <a:gd name="T2" fmla="*/ 15 w 7"/>
                  <a:gd name="T3" fmla="*/ 89 h 21"/>
                  <a:gd name="T4" fmla="*/ 21 w 7"/>
                  <a:gd name="T5" fmla="*/ 5 h 21"/>
                  <a:gd name="T6" fmla="*/ 29 w 7"/>
                  <a:gd name="T7" fmla="*/ 8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21">
                    <a:moveTo>
                      <a:pt x="6" y="2"/>
                    </a:moveTo>
                    <a:cubicBezTo>
                      <a:pt x="2" y="7"/>
                      <a:pt x="1" y="11"/>
                      <a:pt x="3" y="21"/>
                    </a:cubicBezTo>
                    <a:cubicBezTo>
                      <a:pt x="0" y="9"/>
                      <a:pt x="0" y="6"/>
                      <a:pt x="4" y="1"/>
                    </a:cubicBezTo>
                    <a:cubicBezTo>
                      <a:pt x="5" y="0"/>
                      <a:pt x="7" y="1"/>
                      <a:pt x="6" y="2"/>
                    </a:cubicBezTo>
                  </a:path>
                </a:pathLst>
              </a:custGeom>
              <a:solidFill>
                <a:srgbClr val="585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5637" name="Freeform 124">
                <a:extLst>
                  <a:ext uri="{FF2B5EF4-FFF2-40B4-BE49-F238E27FC236}">
                    <a16:creationId xmlns:a16="http://schemas.microsoft.com/office/drawing/2014/main" id="{030E23C9-D607-4D03-8790-F4D3B1510E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0" y="1038"/>
                <a:ext cx="32" cy="21"/>
              </a:xfrm>
              <a:custGeom>
                <a:avLst/>
                <a:gdLst>
                  <a:gd name="T0" fmla="*/ 0 w 20"/>
                  <a:gd name="T1" fmla="*/ 55 h 13"/>
                  <a:gd name="T2" fmla="*/ 29 w 20"/>
                  <a:gd name="T3" fmla="*/ 47 h 13"/>
                  <a:gd name="T4" fmla="*/ 54 w 20"/>
                  <a:gd name="T5" fmla="*/ 34 h 13"/>
                  <a:gd name="T6" fmla="*/ 82 w 20"/>
                  <a:gd name="T7" fmla="*/ 0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13">
                    <a:moveTo>
                      <a:pt x="0" y="13"/>
                    </a:moveTo>
                    <a:cubicBezTo>
                      <a:pt x="4" y="13"/>
                      <a:pt x="4" y="13"/>
                      <a:pt x="7" y="11"/>
                    </a:cubicBezTo>
                    <a:cubicBezTo>
                      <a:pt x="10" y="9"/>
                      <a:pt x="9" y="8"/>
                      <a:pt x="13" y="8"/>
                    </a:cubicBezTo>
                    <a:cubicBezTo>
                      <a:pt x="16" y="8"/>
                      <a:pt x="20" y="6"/>
                      <a:pt x="20" y="0"/>
                    </a:cubicBezTo>
                  </a:path>
                </a:pathLst>
              </a:custGeom>
              <a:noFill/>
              <a:ln w="4763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5638" name="Freeform 125">
                <a:extLst>
                  <a:ext uri="{FF2B5EF4-FFF2-40B4-BE49-F238E27FC236}">
                    <a16:creationId xmlns:a16="http://schemas.microsoft.com/office/drawing/2014/main" id="{2957378F-95C4-454D-89D3-B11897866D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0" y="1081"/>
                <a:ext cx="50" cy="7"/>
              </a:xfrm>
              <a:custGeom>
                <a:avLst/>
                <a:gdLst>
                  <a:gd name="T0" fmla="*/ 0 w 31"/>
                  <a:gd name="T1" fmla="*/ 7 h 4"/>
                  <a:gd name="T2" fmla="*/ 42 w 31"/>
                  <a:gd name="T3" fmla="*/ 12 h 4"/>
                  <a:gd name="T4" fmla="*/ 71 w 31"/>
                  <a:gd name="T5" fmla="*/ 16 h 4"/>
                  <a:gd name="T6" fmla="*/ 131 w 31"/>
                  <a:gd name="T7" fmla="*/ 16 h 4"/>
                  <a:gd name="T8" fmla="*/ 71 w 31"/>
                  <a:gd name="T9" fmla="*/ 7 h 4"/>
                  <a:gd name="T10" fmla="*/ 42 w 31"/>
                  <a:gd name="T11" fmla="*/ 0 h 4"/>
                  <a:gd name="T12" fmla="*/ 0 w 31"/>
                  <a:gd name="T13" fmla="*/ 0 h 4"/>
                  <a:gd name="T14" fmla="*/ 0 w 31"/>
                  <a:gd name="T15" fmla="*/ 7 h 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1" h="4">
                    <a:moveTo>
                      <a:pt x="0" y="1"/>
                    </a:moveTo>
                    <a:cubicBezTo>
                      <a:pt x="10" y="2"/>
                      <a:pt x="10" y="2"/>
                      <a:pt x="10" y="2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22" y="4"/>
                      <a:pt x="27" y="4"/>
                      <a:pt x="31" y="3"/>
                    </a:cubicBezTo>
                    <a:cubicBezTo>
                      <a:pt x="28" y="4"/>
                      <a:pt x="22" y="2"/>
                      <a:pt x="17" y="1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585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5639" name="Freeform 126">
                <a:extLst>
                  <a:ext uri="{FF2B5EF4-FFF2-40B4-BE49-F238E27FC236}">
                    <a16:creationId xmlns:a16="http://schemas.microsoft.com/office/drawing/2014/main" id="{FD63A488-E6EA-42E5-B69D-47E0A31672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8" y="1091"/>
                <a:ext cx="86" cy="3"/>
              </a:xfrm>
              <a:custGeom>
                <a:avLst/>
                <a:gdLst>
                  <a:gd name="T0" fmla="*/ 178 w 53"/>
                  <a:gd name="T1" fmla="*/ 0 h 2"/>
                  <a:gd name="T2" fmla="*/ 143 w 53"/>
                  <a:gd name="T3" fmla="*/ 0 h 2"/>
                  <a:gd name="T4" fmla="*/ 110 w 53"/>
                  <a:gd name="T5" fmla="*/ 5 h 2"/>
                  <a:gd name="T6" fmla="*/ 81 w 53"/>
                  <a:gd name="T7" fmla="*/ 0 h 2"/>
                  <a:gd name="T8" fmla="*/ 42 w 53"/>
                  <a:gd name="T9" fmla="*/ 0 h 2"/>
                  <a:gd name="T10" fmla="*/ 0 w 53"/>
                  <a:gd name="T11" fmla="*/ 5 h 2"/>
                  <a:gd name="T12" fmla="*/ 42 w 53"/>
                  <a:gd name="T13" fmla="*/ 5 h 2"/>
                  <a:gd name="T14" fmla="*/ 81 w 53"/>
                  <a:gd name="T15" fmla="*/ 8 h 2"/>
                  <a:gd name="T16" fmla="*/ 110 w 53"/>
                  <a:gd name="T17" fmla="*/ 8 h 2"/>
                  <a:gd name="T18" fmla="*/ 143 w 53"/>
                  <a:gd name="T19" fmla="*/ 8 h 2"/>
                  <a:gd name="T20" fmla="*/ 185 w 53"/>
                  <a:gd name="T21" fmla="*/ 5 h 2"/>
                  <a:gd name="T22" fmla="*/ 227 w 53"/>
                  <a:gd name="T23" fmla="*/ 5 h 2"/>
                  <a:gd name="T24" fmla="*/ 178 w 53"/>
                  <a:gd name="T25" fmla="*/ 0 h 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53" h="2">
                    <a:moveTo>
                      <a:pt x="42" y="0"/>
                    </a:moveTo>
                    <a:cubicBezTo>
                      <a:pt x="40" y="0"/>
                      <a:pt x="36" y="0"/>
                      <a:pt x="33" y="0"/>
                    </a:cubicBezTo>
                    <a:cubicBezTo>
                      <a:pt x="31" y="1"/>
                      <a:pt x="28" y="1"/>
                      <a:pt x="26" y="1"/>
                    </a:cubicBezTo>
                    <a:cubicBezTo>
                      <a:pt x="25" y="1"/>
                      <a:pt x="22" y="1"/>
                      <a:pt x="19" y="0"/>
                    </a:cubicBezTo>
                    <a:cubicBezTo>
                      <a:pt x="16" y="0"/>
                      <a:pt x="13" y="0"/>
                      <a:pt x="10" y="0"/>
                    </a:cubicBezTo>
                    <a:cubicBezTo>
                      <a:pt x="5" y="1"/>
                      <a:pt x="2" y="2"/>
                      <a:pt x="0" y="1"/>
                    </a:cubicBezTo>
                    <a:cubicBezTo>
                      <a:pt x="3" y="2"/>
                      <a:pt x="5" y="2"/>
                      <a:pt x="10" y="1"/>
                    </a:cubicBezTo>
                    <a:cubicBezTo>
                      <a:pt x="13" y="0"/>
                      <a:pt x="16" y="1"/>
                      <a:pt x="19" y="2"/>
                    </a:cubicBezTo>
                    <a:cubicBezTo>
                      <a:pt x="22" y="2"/>
                      <a:pt x="24" y="2"/>
                      <a:pt x="26" y="2"/>
                    </a:cubicBezTo>
                    <a:cubicBezTo>
                      <a:pt x="28" y="2"/>
                      <a:pt x="31" y="2"/>
                      <a:pt x="33" y="2"/>
                    </a:cubicBezTo>
                    <a:cubicBezTo>
                      <a:pt x="36" y="1"/>
                      <a:pt x="40" y="1"/>
                      <a:pt x="43" y="1"/>
                    </a:cubicBezTo>
                    <a:cubicBezTo>
                      <a:pt x="48" y="2"/>
                      <a:pt x="50" y="2"/>
                      <a:pt x="53" y="1"/>
                    </a:cubicBezTo>
                    <a:cubicBezTo>
                      <a:pt x="50" y="2"/>
                      <a:pt x="47" y="1"/>
                      <a:pt x="42" y="0"/>
                    </a:cubicBezTo>
                  </a:path>
                </a:pathLst>
              </a:custGeom>
              <a:solidFill>
                <a:srgbClr val="585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5640" name="Freeform 127">
                <a:extLst>
                  <a:ext uri="{FF2B5EF4-FFF2-40B4-BE49-F238E27FC236}">
                    <a16:creationId xmlns:a16="http://schemas.microsoft.com/office/drawing/2014/main" id="{A15E1565-18C9-435D-85B0-DF1D91288E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1" y="1099"/>
                <a:ext cx="78" cy="10"/>
              </a:xfrm>
              <a:custGeom>
                <a:avLst/>
                <a:gdLst>
                  <a:gd name="T0" fmla="*/ 177 w 48"/>
                  <a:gd name="T1" fmla="*/ 13 h 6"/>
                  <a:gd name="T2" fmla="*/ 109 w 48"/>
                  <a:gd name="T3" fmla="*/ 22 h 6"/>
                  <a:gd name="T4" fmla="*/ 29 w 48"/>
                  <a:gd name="T5" fmla="*/ 13 h 6"/>
                  <a:gd name="T6" fmla="*/ 0 w 48"/>
                  <a:gd name="T7" fmla="*/ 0 h 6"/>
                  <a:gd name="T8" fmla="*/ 26 w 48"/>
                  <a:gd name="T9" fmla="*/ 13 h 6"/>
                  <a:gd name="T10" fmla="*/ 109 w 48"/>
                  <a:gd name="T11" fmla="*/ 28 h 6"/>
                  <a:gd name="T12" fmla="*/ 109 w 48"/>
                  <a:gd name="T13" fmla="*/ 28 h 6"/>
                  <a:gd name="T14" fmla="*/ 109 w 48"/>
                  <a:gd name="T15" fmla="*/ 28 h 6"/>
                  <a:gd name="T16" fmla="*/ 109 w 48"/>
                  <a:gd name="T17" fmla="*/ 28 h 6"/>
                  <a:gd name="T18" fmla="*/ 109 w 48"/>
                  <a:gd name="T19" fmla="*/ 28 h 6"/>
                  <a:gd name="T20" fmla="*/ 180 w 48"/>
                  <a:gd name="T21" fmla="*/ 13 h 6"/>
                  <a:gd name="T22" fmla="*/ 206 w 48"/>
                  <a:gd name="T23" fmla="*/ 0 h 6"/>
                  <a:gd name="T24" fmla="*/ 177 w 48"/>
                  <a:gd name="T25" fmla="*/ 13 h 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48" h="6">
                    <a:moveTo>
                      <a:pt x="41" y="3"/>
                    </a:moveTo>
                    <a:cubicBezTo>
                      <a:pt x="37" y="4"/>
                      <a:pt x="29" y="5"/>
                      <a:pt x="25" y="5"/>
                    </a:cubicBezTo>
                    <a:cubicBezTo>
                      <a:pt x="22" y="5"/>
                      <a:pt x="12" y="4"/>
                      <a:pt x="7" y="3"/>
                    </a:cubicBezTo>
                    <a:cubicBezTo>
                      <a:pt x="3" y="1"/>
                      <a:pt x="0" y="0"/>
                      <a:pt x="0" y="0"/>
                    </a:cubicBezTo>
                    <a:cubicBezTo>
                      <a:pt x="0" y="0"/>
                      <a:pt x="1" y="2"/>
                      <a:pt x="6" y="3"/>
                    </a:cubicBezTo>
                    <a:cubicBezTo>
                      <a:pt x="11" y="5"/>
                      <a:pt x="21" y="6"/>
                      <a:pt x="25" y="6"/>
                    </a:cubicBezTo>
                    <a:cubicBezTo>
                      <a:pt x="25" y="6"/>
                      <a:pt x="25" y="6"/>
                      <a:pt x="25" y="6"/>
                    </a:cubicBezTo>
                    <a:cubicBezTo>
                      <a:pt x="25" y="6"/>
                      <a:pt x="25" y="6"/>
                      <a:pt x="25" y="6"/>
                    </a:cubicBezTo>
                    <a:cubicBezTo>
                      <a:pt x="25" y="6"/>
                      <a:pt x="25" y="6"/>
                      <a:pt x="25" y="6"/>
                    </a:cubicBezTo>
                    <a:cubicBezTo>
                      <a:pt x="25" y="6"/>
                      <a:pt x="25" y="6"/>
                      <a:pt x="25" y="6"/>
                    </a:cubicBezTo>
                    <a:cubicBezTo>
                      <a:pt x="29" y="6"/>
                      <a:pt x="37" y="5"/>
                      <a:pt x="42" y="3"/>
                    </a:cubicBezTo>
                    <a:cubicBezTo>
                      <a:pt x="47" y="2"/>
                      <a:pt x="48" y="0"/>
                      <a:pt x="48" y="0"/>
                    </a:cubicBezTo>
                    <a:cubicBezTo>
                      <a:pt x="48" y="0"/>
                      <a:pt x="46" y="1"/>
                      <a:pt x="41" y="3"/>
                    </a:cubicBezTo>
                  </a:path>
                </a:pathLst>
              </a:custGeom>
              <a:solidFill>
                <a:srgbClr val="585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5641" name="Freeform 128">
                <a:extLst>
                  <a:ext uri="{FF2B5EF4-FFF2-40B4-BE49-F238E27FC236}">
                    <a16:creationId xmlns:a16="http://schemas.microsoft.com/office/drawing/2014/main" id="{C8556A1D-EA7C-4E47-8AA6-97C4BD7609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3" y="800"/>
                <a:ext cx="317" cy="227"/>
              </a:xfrm>
              <a:custGeom>
                <a:avLst/>
                <a:gdLst>
                  <a:gd name="T0" fmla="*/ 830 w 196"/>
                  <a:gd name="T1" fmla="*/ 588 h 141"/>
                  <a:gd name="T2" fmla="*/ 754 w 196"/>
                  <a:gd name="T3" fmla="*/ 467 h 141"/>
                  <a:gd name="T4" fmla="*/ 720 w 196"/>
                  <a:gd name="T5" fmla="*/ 316 h 141"/>
                  <a:gd name="T6" fmla="*/ 720 w 196"/>
                  <a:gd name="T7" fmla="*/ 314 h 141"/>
                  <a:gd name="T8" fmla="*/ 482 w 196"/>
                  <a:gd name="T9" fmla="*/ 135 h 141"/>
                  <a:gd name="T10" fmla="*/ 178 w 196"/>
                  <a:gd name="T11" fmla="*/ 50 h 141"/>
                  <a:gd name="T12" fmla="*/ 39 w 196"/>
                  <a:gd name="T13" fmla="*/ 309 h 141"/>
                  <a:gd name="T14" fmla="*/ 39 w 196"/>
                  <a:gd name="T15" fmla="*/ 314 h 141"/>
                  <a:gd name="T16" fmla="*/ 26 w 196"/>
                  <a:gd name="T17" fmla="*/ 409 h 141"/>
                  <a:gd name="T18" fmla="*/ 0 w 196"/>
                  <a:gd name="T19" fmla="*/ 293 h 14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96" h="141">
                    <a:moveTo>
                      <a:pt x="196" y="141"/>
                    </a:moveTo>
                    <a:cubicBezTo>
                      <a:pt x="181" y="139"/>
                      <a:pt x="182" y="122"/>
                      <a:pt x="178" y="112"/>
                    </a:cubicBezTo>
                    <a:cubicBezTo>
                      <a:pt x="176" y="112"/>
                      <a:pt x="175" y="94"/>
                      <a:pt x="170" y="76"/>
                    </a:cubicBezTo>
                    <a:cubicBezTo>
                      <a:pt x="170" y="75"/>
                      <a:pt x="170" y="75"/>
                      <a:pt x="170" y="75"/>
                    </a:cubicBezTo>
                    <a:cubicBezTo>
                      <a:pt x="150" y="78"/>
                      <a:pt x="124" y="39"/>
                      <a:pt x="114" y="32"/>
                    </a:cubicBezTo>
                    <a:cubicBezTo>
                      <a:pt x="99" y="20"/>
                      <a:pt x="67" y="0"/>
                      <a:pt x="42" y="12"/>
                    </a:cubicBezTo>
                    <a:cubicBezTo>
                      <a:pt x="39" y="21"/>
                      <a:pt x="17" y="67"/>
                      <a:pt x="9" y="74"/>
                    </a:cubicBezTo>
                    <a:cubicBezTo>
                      <a:pt x="9" y="75"/>
                      <a:pt x="9" y="75"/>
                      <a:pt x="9" y="75"/>
                    </a:cubicBezTo>
                    <a:cubicBezTo>
                      <a:pt x="8" y="80"/>
                      <a:pt x="9" y="93"/>
                      <a:pt x="6" y="98"/>
                    </a:cubicBezTo>
                    <a:cubicBezTo>
                      <a:pt x="7" y="89"/>
                      <a:pt x="7" y="72"/>
                      <a:pt x="0" y="70"/>
                    </a:cubicBezTo>
                  </a:path>
                </a:pathLst>
              </a:custGeom>
              <a:noFill/>
              <a:ln w="4763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5642" name="Freeform 129">
                <a:extLst>
                  <a:ext uri="{FF2B5EF4-FFF2-40B4-BE49-F238E27FC236}">
                    <a16:creationId xmlns:a16="http://schemas.microsoft.com/office/drawing/2014/main" id="{EE41DB4E-9E4A-4F50-876C-D3A9157D57B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842" y="800"/>
                <a:ext cx="276" cy="378"/>
              </a:xfrm>
              <a:custGeom>
                <a:avLst/>
                <a:gdLst>
                  <a:gd name="T0" fmla="*/ 701 w 170"/>
                  <a:gd name="T1" fmla="*/ 315 h 235"/>
                  <a:gd name="T2" fmla="*/ 701 w 170"/>
                  <a:gd name="T3" fmla="*/ 314 h 235"/>
                  <a:gd name="T4" fmla="*/ 461 w 170"/>
                  <a:gd name="T5" fmla="*/ 132 h 235"/>
                  <a:gd name="T6" fmla="*/ 153 w 170"/>
                  <a:gd name="T7" fmla="*/ 50 h 235"/>
                  <a:gd name="T8" fmla="*/ 13 w 170"/>
                  <a:gd name="T9" fmla="*/ 307 h 235"/>
                  <a:gd name="T10" fmla="*/ 13 w 170"/>
                  <a:gd name="T11" fmla="*/ 314 h 235"/>
                  <a:gd name="T12" fmla="*/ 0 w 170"/>
                  <a:gd name="T13" fmla="*/ 409 h 235"/>
                  <a:gd name="T14" fmla="*/ 0 w 170"/>
                  <a:gd name="T15" fmla="*/ 341 h 235"/>
                  <a:gd name="T16" fmla="*/ 0 w 170"/>
                  <a:gd name="T17" fmla="*/ 429 h 235"/>
                  <a:gd name="T18" fmla="*/ 29 w 170"/>
                  <a:gd name="T19" fmla="*/ 566 h 235"/>
                  <a:gd name="T20" fmla="*/ 68 w 170"/>
                  <a:gd name="T21" fmla="*/ 724 h 235"/>
                  <a:gd name="T22" fmla="*/ 144 w 170"/>
                  <a:gd name="T23" fmla="*/ 841 h 235"/>
                  <a:gd name="T24" fmla="*/ 308 w 170"/>
                  <a:gd name="T25" fmla="*/ 973 h 235"/>
                  <a:gd name="T26" fmla="*/ 364 w 170"/>
                  <a:gd name="T27" fmla="*/ 978 h 235"/>
                  <a:gd name="T28" fmla="*/ 419 w 170"/>
                  <a:gd name="T29" fmla="*/ 973 h 235"/>
                  <a:gd name="T30" fmla="*/ 584 w 170"/>
                  <a:gd name="T31" fmla="*/ 841 h 235"/>
                  <a:gd name="T32" fmla="*/ 659 w 170"/>
                  <a:gd name="T33" fmla="*/ 724 h 235"/>
                  <a:gd name="T34" fmla="*/ 701 w 170"/>
                  <a:gd name="T35" fmla="*/ 566 h 235"/>
                  <a:gd name="T36" fmla="*/ 727 w 170"/>
                  <a:gd name="T37" fmla="*/ 452 h 235"/>
                  <a:gd name="T38" fmla="*/ 727 w 170"/>
                  <a:gd name="T39" fmla="*/ 450 h 235"/>
                  <a:gd name="T40" fmla="*/ 701 w 170"/>
                  <a:gd name="T41" fmla="*/ 315 h 235"/>
                  <a:gd name="T42" fmla="*/ 364 w 170"/>
                  <a:gd name="T43" fmla="*/ 978 h 235"/>
                  <a:gd name="T44" fmla="*/ 364 w 170"/>
                  <a:gd name="T45" fmla="*/ 978 h 235"/>
                  <a:gd name="T46" fmla="*/ 364 w 170"/>
                  <a:gd name="T47" fmla="*/ 978 h 235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170" h="235">
                    <a:moveTo>
                      <a:pt x="164" y="76"/>
                    </a:moveTo>
                    <a:cubicBezTo>
                      <a:pt x="164" y="75"/>
                      <a:pt x="164" y="75"/>
                      <a:pt x="164" y="75"/>
                    </a:cubicBezTo>
                    <a:cubicBezTo>
                      <a:pt x="144" y="78"/>
                      <a:pt x="118" y="39"/>
                      <a:pt x="108" y="32"/>
                    </a:cubicBezTo>
                    <a:cubicBezTo>
                      <a:pt x="93" y="20"/>
                      <a:pt x="61" y="0"/>
                      <a:pt x="36" y="12"/>
                    </a:cubicBezTo>
                    <a:cubicBezTo>
                      <a:pt x="33" y="21"/>
                      <a:pt x="11" y="67"/>
                      <a:pt x="3" y="74"/>
                    </a:cubicBezTo>
                    <a:cubicBezTo>
                      <a:pt x="3" y="75"/>
                      <a:pt x="3" y="75"/>
                      <a:pt x="3" y="75"/>
                    </a:cubicBezTo>
                    <a:cubicBezTo>
                      <a:pt x="2" y="80"/>
                      <a:pt x="3" y="93"/>
                      <a:pt x="0" y="98"/>
                    </a:cubicBezTo>
                    <a:cubicBezTo>
                      <a:pt x="1" y="94"/>
                      <a:pt x="1" y="88"/>
                      <a:pt x="0" y="82"/>
                    </a:cubicBezTo>
                    <a:cubicBezTo>
                      <a:pt x="0" y="87"/>
                      <a:pt x="0" y="99"/>
                      <a:pt x="0" y="103"/>
                    </a:cubicBezTo>
                    <a:cubicBezTo>
                      <a:pt x="4" y="114"/>
                      <a:pt x="5" y="126"/>
                      <a:pt x="7" y="136"/>
                    </a:cubicBezTo>
                    <a:cubicBezTo>
                      <a:pt x="9" y="146"/>
                      <a:pt x="13" y="166"/>
                      <a:pt x="16" y="174"/>
                    </a:cubicBezTo>
                    <a:cubicBezTo>
                      <a:pt x="19" y="182"/>
                      <a:pt x="22" y="192"/>
                      <a:pt x="34" y="202"/>
                    </a:cubicBezTo>
                    <a:cubicBezTo>
                      <a:pt x="46" y="213"/>
                      <a:pt x="59" y="231"/>
                      <a:pt x="72" y="234"/>
                    </a:cubicBezTo>
                    <a:cubicBezTo>
                      <a:pt x="77" y="234"/>
                      <a:pt x="82" y="235"/>
                      <a:pt x="85" y="235"/>
                    </a:cubicBezTo>
                    <a:cubicBezTo>
                      <a:pt x="89" y="235"/>
                      <a:pt x="94" y="234"/>
                      <a:pt x="98" y="234"/>
                    </a:cubicBezTo>
                    <a:cubicBezTo>
                      <a:pt x="111" y="231"/>
                      <a:pt x="125" y="213"/>
                      <a:pt x="137" y="202"/>
                    </a:cubicBezTo>
                    <a:cubicBezTo>
                      <a:pt x="148" y="192"/>
                      <a:pt x="152" y="182"/>
                      <a:pt x="154" y="174"/>
                    </a:cubicBezTo>
                    <a:cubicBezTo>
                      <a:pt x="157" y="166"/>
                      <a:pt x="161" y="146"/>
                      <a:pt x="164" y="136"/>
                    </a:cubicBezTo>
                    <a:cubicBezTo>
                      <a:pt x="165" y="129"/>
                      <a:pt x="167" y="119"/>
                      <a:pt x="170" y="109"/>
                    </a:cubicBezTo>
                    <a:cubicBezTo>
                      <a:pt x="170" y="108"/>
                      <a:pt x="170" y="108"/>
                      <a:pt x="170" y="108"/>
                    </a:cubicBezTo>
                    <a:cubicBezTo>
                      <a:pt x="169" y="101"/>
                      <a:pt x="167" y="88"/>
                      <a:pt x="164" y="76"/>
                    </a:cubicBezTo>
                    <a:close/>
                    <a:moveTo>
                      <a:pt x="85" y="235"/>
                    </a:moveTo>
                    <a:cubicBezTo>
                      <a:pt x="85" y="235"/>
                      <a:pt x="85" y="235"/>
                      <a:pt x="85" y="235"/>
                    </a:cubicBezTo>
                    <a:cubicBezTo>
                      <a:pt x="85" y="235"/>
                      <a:pt x="85" y="235"/>
                      <a:pt x="85" y="235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5643" name="Freeform 130">
                <a:extLst>
                  <a:ext uri="{FF2B5EF4-FFF2-40B4-BE49-F238E27FC236}">
                    <a16:creationId xmlns:a16="http://schemas.microsoft.com/office/drawing/2014/main" id="{631A1E77-7EBD-4FDB-8107-C1B6AA72D3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7" y="876"/>
                <a:ext cx="23" cy="46"/>
              </a:xfrm>
              <a:custGeom>
                <a:avLst/>
                <a:gdLst>
                  <a:gd name="T0" fmla="*/ 0 w 14"/>
                  <a:gd name="T1" fmla="*/ 0 h 29"/>
                  <a:gd name="T2" fmla="*/ 54 w 14"/>
                  <a:gd name="T3" fmla="*/ 116 h 29"/>
                  <a:gd name="T4" fmla="*/ 62 w 14"/>
                  <a:gd name="T5" fmla="*/ 111 h 29"/>
                  <a:gd name="T6" fmla="*/ 0 w 14"/>
                  <a:gd name="T7" fmla="*/ 0 h 2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29">
                    <a:moveTo>
                      <a:pt x="0" y="0"/>
                    </a:moveTo>
                    <a:cubicBezTo>
                      <a:pt x="5" y="4"/>
                      <a:pt x="9" y="14"/>
                      <a:pt x="12" y="29"/>
                    </a:cubicBezTo>
                    <a:cubicBezTo>
                      <a:pt x="14" y="28"/>
                      <a:pt x="14" y="28"/>
                      <a:pt x="14" y="28"/>
                    </a:cubicBezTo>
                    <a:cubicBezTo>
                      <a:pt x="11" y="13"/>
                      <a:pt x="5" y="5"/>
                      <a:pt x="0" y="0"/>
                    </a:cubicBezTo>
                  </a:path>
                </a:pathLst>
              </a:custGeom>
              <a:solidFill>
                <a:srgbClr val="585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5644" name="Freeform 131">
                <a:extLst>
                  <a:ext uri="{FF2B5EF4-FFF2-40B4-BE49-F238E27FC236}">
                    <a16:creationId xmlns:a16="http://schemas.microsoft.com/office/drawing/2014/main" id="{DF79B967-6CB7-4308-8433-F040697160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6" y="2424"/>
                <a:ext cx="167" cy="69"/>
              </a:xfrm>
              <a:custGeom>
                <a:avLst/>
                <a:gdLst>
                  <a:gd name="T0" fmla="*/ 221 w 103"/>
                  <a:gd name="T1" fmla="*/ 170 h 43"/>
                  <a:gd name="T2" fmla="*/ 219 w 103"/>
                  <a:gd name="T3" fmla="*/ 170 h 43"/>
                  <a:gd name="T4" fmla="*/ 0 w 103"/>
                  <a:gd name="T5" fmla="*/ 0 h 43"/>
                  <a:gd name="T6" fmla="*/ 219 w 103"/>
                  <a:gd name="T7" fmla="*/ 178 h 43"/>
                  <a:gd name="T8" fmla="*/ 221 w 103"/>
                  <a:gd name="T9" fmla="*/ 178 h 43"/>
                  <a:gd name="T10" fmla="*/ 439 w 103"/>
                  <a:gd name="T11" fmla="*/ 0 h 43"/>
                  <a:gd name="T12" fmla="*/ 221 w 103"/>
                  <a:gd name="T13" fmla="*/ 170 h 4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3" h="43">
                    <a:moveTo>
                      <a:pt x="52" y="41"/>
                    </a:moveTo>
                    <a:cubicBezTo>
                      <a:pt x="51" y="41"/>
                      <a:pt x="51" y="41"/>
                      <a:pt x="51" y="41"/>
                    </a:cubicBezTo>
                    <a:cubicBezTo>
                      <a:pt x="34" y="41"/>
                      <a:pt x="8" y="18"/>
                      <a:pt x="0" y="0"/>
                    </a:cubicBezTo>
                    <a:cubicBezTo>
                      <a:pt x="8" y="19"/>
                      <a:pt x="33" y="43"/>
                      <a:pt x="51" y="43"/>
                    </a:cubicBezTo>
                    <a:cubicBezTo>
                      <a:pt x="52" y="43"/>
                      <a:pt x="52" y="43"/>
                      <a:pt x="52" y="43"/>
                    </a:cubicBezTo>
                    <a:cubicBezTo>
                      <a:pt x="70" y="43"/>
                      <a:pt x="95" y="19"/>
                      <a:pt x="103" y="0"/>
                    </a:cubicBezTo>
                    <a:cubicBezTo>
                      <a:pt x="95" y="18"/>
                      <a:pt x="70" y="41"/>
                      <a:pt x="52" y="41"/>
                    </a:cubicBezTo>
                  </a:path>
                </a:pathLst>
              </a:custGeom>
              <a:solidFill>
                <a:srgbClr val="585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5645" name="Freeform 132">
                <a:extLst>
                  <a:ext uri="{FF2B5EF4-FFF2-40B4-BE49-F238E27FC236}">
                    <a16:creationId xmlns:a16="http://schemas.microsoft.com/office/drawing/2014/main" id="{D9C463D7-7764-477B-B445-04346BA32B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9" y="700"/>
                <a:ext cx="400" cy="348"/>
              </a:xfrm>
              <a:custGeom>
                <a:avLst/>
                <a:gdLst>
                  <a:gd name="T0" fmla="*/ 844 w 247"/>
                  <a:gd name="T1" fmla="*/ 904 h 216"/>
                  <a:gd name="T2" fmla="*/ 879 w 247"/>
                  <a:gd name="T3" fmla="*/ 896 h 216"/>
                  <a:gd name="T4" fmla="*/ 926 w 247"/>
                  <a:gd name="T5" fmla="*/ 891 h 216"/>
                  <a:gd name="T6" fmla="*/ 952 w 247"/>
                  <a:gd name="T7" fmla="*/ 883 h 216"/>
                  <a:gd name="T8" fmla="*/ 1028 w 247"/>
                  <a:gd name="T9" fmla="*/ 862 h 216"/>
                  <a:gd name="T10" fmla="*/ 1033 w 247"/>
                  <a:gd name="T11" fmla="*/ 862 h 216"/>
                  <a:gd name="T12" fmla="*/ 1033 w 247"/>
                  <a:gd name="T13" fmla="*/ 791 h 216"/>
                  <a:gd name="T14" fmla="*/ 1028 w 247"/>
                  <a:gd name="T15" fmla="*/ 704 h 216"/>
                  <a:gd name="T16" fmla="*/ 1028 w 247"/>
                  <a:gd name="T17" fmla="*/ 698 h 216"/>
                  <a:gd name="T18" fmla="*/ 1033 w 247"/>
                  <a:gd name="T19" fmla="*/ 662 h 216"/>
                  <a:gd name="T20" fmla="*/ 1028 w 247"/>
                  <a:gd name="T21" fmla="*/ 644 h 216"/>
                  <a:gd name="T22" fmla="*/ 1028 w 247"/>
                  <a:gd name="T23" fmla="*/ 607 h 216"/>
                  <a:gd name="T24" fmla="*/ 1020 w 247"/>
                  <a:gd name="T25" fmla="*/ 574 h 216"/>
                  <a:gd name="T26" fmla="*/ 1049 w 247"/>
                  <a:gd name="T27" fmla="*/ 566 h 216"/>
                  <a:gd name="T28" fmla="*/ 1015 w 247"/>
                  <a:gd name="T29" fmla="*/ 511 h 216"/>
                  <a:gd name="T30" fmla="*/ 1007 w 247"/>
                  <a:gd name="T31" fmla="*/ 485 h 216"/>
                  <a:gd name="T32" fmla="*/ 1007 w 247"/>
                  <a:gd name="T33" fmla="*/ 480 h 216"/>
                  <a:gd name="T34" fmla="*/ 918 w 247"/>
                  <a:gd name="T35" fmla="*/ 226 h 216"/>
                  <a:gd name="T36" fmla="*/ 768 w 247"/>
                  <a:gd name="T37" fmla="*/ 71 h 216"/>
                  <a:gd name="T38" fmla="*/ 643 w 247"/>
                  <a:gd name="T39" fmla="*/ 21 h 216"/>
                  <a:gd name="T40" fmla="*/ 453 w 247"/>
                  <a:gd name="T41" fmla="*/ 16 h 216"/>
                  <a:gd name="T42" fmla="*/ 361 w 247"/>
                  <a:gd name="T43" fmla="*/ 71 h 216"/>
                  <a:gd name="T44" fmla="*/ 287 w 247"/>
                  <a:gd name="T45" fmla="*/ 90 h 216"/>
                  <a:gd name="T46" fmla="*/ 152 w 247"/>
                  <a:gd name="T47" fmla="*/ 205 h 216"/>
                  <a:gd name="T48" fmla="*/ 34 w 247"/>
                  <a:gd name="T49" fmla="*/ 369 h 216"/>
                  <a:gd name="T50" fmla="*/ 84 w 247"/>
                  <a:gd name="T51" fmla="*/ 377 h 216"/>
                  <a:gd name="T52" fmla="*/ 29 w 247"/>
                  <a:gd name="T53" fmla="*/ 501 h 216"/>
                  <a:gd name="T54" fmla="*/ 39 w 247"/>
                  <a:gd name="T55" fmla="*/ 543 h 216"/>
                  <a:gd name="T56" fmla="*/ 29 w 247"/>
                  <a:gd name="T57" fmla="*/ 566 h 216"/>
                  <a:gd name="T58" fmla="*/ 39 w 247"/>
                  <a:gd name="T59" fmla="*/ 577 h 216"/>
                  <a:gd name="T60" fmla="*/ 5 w 247"/>
                  <a:gd name="T61" fmla="*/ 727 h 216"/>
                  <a:gd name="T62" fmla="*/ 68 w 247"/>
                  <a:gd name="T63" fmla="*/ 844 h 216"/>
                  <a:gd name="T64" fmla="*/ 128 w 247"/>
                  <a:gd name="T65" fmla="*/ 857 h 216"/>
                  <a:gd name="T66" fmla="*/ 157 w 247"/>
                  <a:gd name="T67" fmla="*/ 883 h 216"/>
                  <a:gd name="T68" fmla="*/ 204 w 247"/>
                  <a:gd name="T69" fmla="*/ 891 h 21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247" h="216">
                    <a:moveTo>
                      <a:pt x="199" y="216"/>
                    </a:moveTo>
                    <a:cubicBezTo>
                      <a:pt x="202" y="216"/>
                      <a:pt x="205" y="214"/>
                      <a:pt x="207" y="214"/>
                    </a:cubicBezTo>
                    <a:cubicBezTo>
                      <a:pt x="211" y="213"/>
                      <a:pt x="214" y="215"/>
                      <a:pt x="218" y="213"/>
                    </a:cubicBezTo>
                    <a:cubicBezTo>
                      <a:pt x="220" y="213"/>
                      <a:pt x="222" y="211"/>
                      <a:pt x="224" y="211"/>
                    </a:cubicBezTo>
                    <a:cubicBezTo>
                      <a:pt x="228" y="209"/>
                      <a:pt x="239" y="209"/>
                      <a:pt x="242" y="206"/>
                    </a:cubicBezTo>
                    <a:cubicBezTo>
                      <a:pt x="243" y="206"/>
                      <a:pt x="243" y="206"/>
                      <a:pt x="243" y="206"/>
                    </a:cubicBezTo>
                    <a:cubicBezTo>
                      <a:pt x="246" y="201"/>
                      <a:pt x="244" y="192"/>
                      <a:pt x="243" y="189"/>
                    </a:cubicBezTo>
                    <a:cubicBezTo>
                      <a:pt x="240" y="182"/>
                      <a:pt x="242" y="175"/>
                      <a:pt x="242" y="168"/>
                    </a:cubicBezTo>
                    <a:cubicBezTo>
                      <a:pt x="242" y="168"/>
                      <a:pt x="242" y="167"/>
                      <a:pt x="242" y="167"/>
                    </a:cubicBezTo>
                    <a:cubicBezTo>
                      <a:pt x="243" y="165"/>
                      <a:pt x="244" y="164"/>
                      <a:pt x="243" y="158"/>
                    </a:cubicBezTo>
                    <a:cubicBezTo>
                      <a:pt x="243" y="157"/>
                      <a:pt x="242" y="155"/>
                      <a:pt x="242" y="154"/>
                    </a:cubicBezTo>
                    <a:cubicBezTo>
                      <a:pt x="242" y="151"/>
                      <a:pt x="242" y="149"/>
                      <a:pt x="242" y="145"/>
                    </a:cubicBezTo>
                    <a:cubicBezTo>
                      <a:pt x="241" y="142"/>
                      <a:pt x="241" y="139"/>
                      <a:pt x="240" y="137"/>
                    </a:cubicBezTo>
                    <a:cubicBezTo>
                      <a:pt x="242" y="137"/>
                      <a:pt x="245" y="136"/>
                      <a:pt x="247" y="135"/>
                    </a:cubicBezTo>
                    <a:cubicBezTo>
                      <a:pt x="245" y="130"/>
                      <a:pt x="241" y="127"/>
                      <a:pt x="239" y="122"/>
                    </a:cubicBezTo>
                    <a:cubicBezTo>
                      <a:pt x="237" y="118"/>
                      <a:pt x="237" y="116"/>
                      <a:pt x="237" y="116"/>
                    </a:cubicBezTo>
                    <a:cubicBezTo>
                      <a:pt x="237" y="116"/>
                      <a:pt x="237" y="115"/>
                      <a:pt x="237" y="115"/>
                    </a:cubicBezTo>
                    <a:cubicBezTo>
                      <a:pt x="236" y="97"/>
                      <a:pt x="224" y="71"/>
                      <a:pt x="216" y="54"/>
                    </a:cubicBezTo>
                    <a:cubicBezTo>
                      <a:pt x="208" y="38"/>
                      <a:pt x="196" y="26"/>
                      <a:pt x="181" y="17"/>
                    </a:cubicBezTo>
                    <a:cubicBezTo>
                      <a:pt x="172" y="11"/>
                      <a:pt x="162" y="8"/>
                      <a:pt x="151" y="5"/>
                    </a:cubicBezTo>
                    <a:cubicBezTo>
                      <a:pt x="146" y="3"/>
                      <a:pt x="120" y="0"/>
                      <a:pt x="107" y="4"/>
                    </a:cubicBezTo>
                    <a:cubicBezTo>
                      <a:pt x="93" y="7"/>
                      <a:pt x="87" y="13"/>
                      <a:pt x="85" y="17"/>
                    </a:cubicBezTo>
                    <a:cubicBezTo>
                      <a:pt x="85" y="17"/>
                      <a:pt x="78" y="19"/>
                      <a:pt x="67" y="22"/>
                    </a:cubicBezTo>
                    <a:cubicBezTo>
                      <a:pt x="54" y="28"/>
                      <a:pt x="43" y="37"/>
                      <a:pt x="36" y="49"/>
                    </a:cubicBezTo>
                    <a:cubicBezTo>
                      <a:pt x="28" y="61"/>
                      <a:pt x="25" y="86"/>
                      <a:pt x="8" y="88"/>
                    </a:cubicBezTo>
                    <a:cubicBezTo>
                      <a:pt x="11" y="91"/>
                      <a:pt x="16" y="92"/>
                      <a:pt x="20" y="90"/>
                    </a:cubicBezTo>
                    <a:cubicBezTo>
                      <a:pt x="18" y="101"/>
                      <a:pt x="15" y="113"/>
                      <a:pt x="7" y="120"/>
                    </a:cubicBezTo>
                    <a:cubicBezTo>
                      <a:pt x="10" y="123"/>
                      <a:pt x="10" y="127"/>
                      <a:pt x="9" y="130"/>
                    </a:cubicBezTo>
                    <a:cubicBezTo>
                      <a:pt x="9" y="132"/>
                      <a:pt x="7" y="134"/>
                      <a:pt x="7" y="135"/>
                    </a:cubicBezTo>
                    <a:cubicBezTo>
                      <a:pt x="7" y="137"/>
                      <a:pt x="9" y="137"/>
                      <a:pt x="9" y="138"/>
                    </a:cubicBezTo>
                    <a:cubicBezTo>
                      <a:pt x="10" y="149"/>
                      <a:pt x="9" y="165"/>
                      <a:pt x="1" y="174"/>
                    </a:cubicBezTo>
                    <a:cubicBezTo>
                      <a:pt x="10" y="183"/>
                      <a:pt x="0" y="198"/>
                      <a:pt x="16" y="202"/>
                    </a:cubicBezTo>
                    <a:cubicBezTo>
                      <a:pt x="20" y="203"/>
                      <a:pt x="25" y="203"/>
                      <a:pt x="30" y="205"/>
                    </a:cubicBezTo>
                    <a:cubicBezTo>
                      <a:pt x="33" y="207"/>
                      <a:pt x="34" y="210"/>
                      <a:pt x="37" y="211"/>
                    </a:cubicBezTo>
                    <a:cubicBezTo>
                      <a:pt x="41" y="213"/>
                      <a:pt x="44" y="214"/>
                      <a:pt x="48" y="213"/>
                    </a:cubicBezTo>
                  </a:path>
                </a:pathLst>
              </a:custGeom>
              <a:noFill/>
              <a:ln w="4763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5646" name="Freeform 133">
                <a:extLst>
                  <a:ext uri="{FF2B5EF4-FFF2-40B4-BE49-F238E27FC236}">
                    <a16:creationId xmlns:a16="http://schemas.microsoft.com/office/drawing/2014/main" id="{C7B12DCC-B507-4169-954E-0E180BA1AD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9" y="3824"/>
                <a:ext cx="6" cy="34"/>
              </a:xfrm>
              <a:custGeom>
                <a:avLst/>
                <a:gdLst>
                  <a:gd name="T0" fmla="*/ 14 w 4"/>
                  <a:gd name="T1" fmla="*/ 0 h 21"/>
                  <a:gd name="T2" fmla="*/ 0 w 4"/>
                  <a:gd name="T3" fmla="*/ 89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1">
                    <a:moveTo>
                      <a:pt x="4" y="0"/>
                    </a:moveTo>
                    <a:cubicBezTo>
                      <a:pt x="4" y="8"/>
                      <a:pt x="0" y="21"/>
                      <a:pt x="0" y="21"/>
                    </a:cubicBezTo>
                  </a:path>
                </a:pathLst>
              </a:custGeom>
              <a:noFill/>
              <a:ln w="4763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5647" name="Freeform 134">
                <a:extLst>
                  <a:ext uri="{FF2B5EF4-FFF2-40B4-BE49-F238E27FC236}">
                    <a16:creationId xmlns:a16="http://schemas.microsoft.com/office/drawing/2014/main" id="{8106A129-FB27-4A55-80B5-A08A76412E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2" y="1586"/>
                <a:ext cx="42" cy="42"/>
              </a:xfrm>
              <a:custGeom>
                <a:avLst/>
                <a:gdLst>
                  <a:gd name="T0" fmla="*/ 105 w 26"/>
                  <a:gd name="T1" fmla="*/ 60 h 26"/>
                  <a:gd name="T2" fmla="*/ 60 w 26"/>
                  <a:gd name="T3" fmla="*/ 0 h 26"/>
                  <a:gd name="T4" fmla="*/ 0 w 26"/>
                  <a:gd name="T5" fmla="*/ 50 h 26"/>
                  <a:gd name="T6" fmla="*/ 50 w 26"/>
                  <a:gd name="T7" fmla="*/ 105 h 26"/>
                  <a:gd name="T8" fmla="*/ 105 w 26"/>
                  <a:gd name="T9" fmla="*/ 60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26">
                    <a:moveTo>
                      <a:pt x="25" y="14"/>
                    </a:moveTo>
                    <a:cubicBezTo>
                      <a:pt x="26" y="7"/>
                      <a:pt x="20" y="1"/>
                      <a:pt x="14" y="0"/>
                    </a:cubicBezTo>
                    <a:cubicBezTo>
                      <a:pt x="7" y="0"/>
                      <a:pt x="1" y="5"/>
                      <a:pt x="0" y="12"/>
                    </a:cubicBezTo>
                    <a:cubicBezTo>
                      <a:pt x="0" y="19"/>
                      <a:pt x="5" y="25"/>
                      <a:pt x="12" y="25"/>
                    </a:cubicBezTo>
                    <a:cubicBezTo>
                      <a:pt x="19" y="26"/>
                      <a:pt x="25" y="20"/>
                      <a:pt x="25" y="14"/>
                    </a:cubicBezTo>
                  </a:path>
                </a:pathLst>
              </a:custGeom>
              <a:solidFill>
                <a:srgbClr val="FEEC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5648" name="Freeform 135">
                <a:extLst>
                  <a:ext uri="{FF2B5EF4-FFF2-40B4-BE49-F238E27FC236}">
                    <a16:creationId xmlns:a16="http://schemas.microsoft.com/office/drawing/2014/main" id="{1992C903-8072-4166-A28E-5AF88E02EE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9" y="1279"/>
                <a:ext cx="165" cy="18"/>
              </a:xfrm>
              <a:custGeom>
                <a:avLst/>
                <a:gdLst>
                  <a:gd name="T0" fmla="*/ 314 w 102"/>
                  <a:gd name="T1" fmla="*/ 18 h 11"/>
                  <a:gd name="T2" fmla="*/ 186 w 102"/>
                  <a:gd name="T3" fmla="*/ 18 h 11"/>
                  <a:gd name="T4" fmla="*/ 8 w 102"/>
                  <a:gd name="T5" fmla="*/ 26 h 11"/>
                  <a:gd name="T6" fmla="*/ 5 w 102"/>
                  <a:gd name="T7" fmla="*/ 47 h 11"/>
                  <a:gd name="T8" fmla="*/ 13 w 102"/>
                  <a:gd name="T9" fmla="*/ 34 h 11"/>
                  <a:gd name="T10" fmla="*/ 183 w 102"/>
                  <a:gd name="T11" fmla="*/ 26 h 11"/>
                  <a:gd name="T12" fmla="*/ 317 w 102"/>
                  <a:gd name="T13" fmla="*/ 21 h 11"/>
                  <a:gd name="T14" fmla="*/ 432 w 102"/>
                  <a:gd name="T15" fmla="*/ 0 h 11"/>
                  <a:gd name="T16" fmla="*/ 314 w 102"/>
                  <a:gd name="T17" fmla="*/ 18 h 1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2" h="11">
                    <a:moveTo>
                      <a:pt x="74" y="4"/>
                    </a:moveTo>
                    <a:cubicBezTo>
                      <a:pt x="69" y="6"/>
                      <a:pt x="57" y="5"/>
                      <a:pt x="44" y="4"/>
                    </a:cubicBezTo>
                    <a:cubicBezTo>
                      <a:pt x="26" y="2"/>
                      <a:pt x="8" y="1"/>
                      <a:pt x="2" y="6"/>
                    </a:cubicBezTo>
                    <a:cubicBezTo>
                      <a:pt x="0" y="8"/>
                      <a:pt x="1" y="9"/>
                      <a:pt x="1" y="11"/>
                    </a:cubicBezTo>
                    <a:cubicBezTo>
                      <a:pt x="1" y="10"/>
                      <a:pt x="2" y="9"/>
                      <a:pt x="3" y="8"/>
                    </a:cubicBezTo>
                    <a:cubicBezTo>
                      <a:pt x="8" y="3"/>
                      <a:pt x="27" y="4"/>
                      <a:pt x="43" y="6"/>
                    </a:cubicBezTo>
                    <a:cubicBezTo>
                      <a:pt x="57" y="7"/>
                      <a:pt x="69" y="8"/>
                      <a:pt x="75" y="5"/>
                    </a:cubicBezTo>
                    <a:cubicBezTo>
                      <a:pt x="80" y="3"/>
                      <a:pt x="97" y="1"/>
                      <a:pt x="102" y="0"/>
                    </a:cubicBezTo>
                    <a:cubicBezTo>
                      <a:pt x="95" y="1"/>
                      <a:pt x="79" y="1"/>
                      <a:pt x="74" y="4"/>
                    </a:cubicBezTo>
                  </a:path>
                </a:pathLst>
              </a:custGeom>
              <a:solidFill>
                <a:srgbClr val="585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5649" name="Freeform 136">
                <a:extLst>
                  <a:ext uri="{FF2B5EF4-FFF2-40B4-BE49-F238E27FC236}">
                    <a16:creationId xmlns:a16="http://schemas.microsoft.com/office/drawing/2014/main" id="{70BE993F-781D-462D-8821-3A1A0B958D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2" y="1477"/>
                <a:ext cx="256" cy="236"/>
              </a:xfrm>
              <a:custGeom>
                <a:avLst/>
                <a:gdLst>
                  <a:gd name="T0" fmla="*/ 672 w 158"/>
                  <a:gd name="T1" fmla="*/ 0 h 147"/>
                  <a:gd name="T2" fmla="*/ 630 w 158"/>
                  <a:gd name="T3" fmla="*/ 111 h 147"/>
                  <a:gd name="T4" fmla="*/ 612 w 158"/>
                  <a:gd name="T5" fmla="*/ 157 h 147"/>
                  <a:gd name="T6" fmla="*/ 612 w 158"/>
                  <a:gd name="T7" fmla="*/ 252 h 147"/>
                  <a:gd name="T8" fmla="*/ 622 w 158"/>
                  <a:gd name="T9" fmla="*/ 361 h 147"/>
                  <a:gd name="T10" fmla="*/ 549 w 158"/>
                  <a:gd name="T11" fmla="*/ 528 h 147"/>
                  <a:gd name="T12" fmla="*/ 543 w 158"/>
                  <a:gd name="T13" fmla="*/ 539 h 147"/>
                  <a:gd name="T14" fmla="*/ 352 w 158"/>
                  <a:gd name="T15" fmla="*/ 600 h 147"/>
                  <a:gd name="T16" fmla="*/ 16 w 158"/>
                  <a:gd name="T17" fmla="*/ 409 h 147"/>
                  <a:gd name="T18" fmla="*/ 0 w 158"/>
                  <a:gd name="T19" fmla="*/ 376 h 147"/>
                  <a:gd name="T20" fmla="*/ 13 w 158"/>
                  <a:gd name="T21" fmla="*/ 414 h 147"/>
                  <a:gd name="T22" fmla="*/ 352 w 158"/>
                  <a:gd name="T23" fmla="*/ 608 h 147"/>
                  <a:gd name="T24" fmla="*/ 554 w 158"/>
                  <a:gd name="T25" fmla="*/ 541 h 147"/>
                  <a:gd name="T26" fmla="*/ 554 w 158"/>
                  <a:gd name="T27" fmla="*/ 539 h 147"/>
                  <a:gd name="T28" fmla="*/ 630 w 158"/>
                  <a:gd name="T29" fmla="*/ 361 h 147"/>
                  <a:gd name="T30" fmla="*/ 622 w 158"/>
                  <a:gd name="T31" fmla="*/ 252 h 147"/>
                  <a:gd name="T32" fmla="*/ 617 w 158"/>
                  <a:gd name="T33" fmla="*/ 162 h 147"/>
                  <a:gd name="T34" fmla="*/ 638 w 158"/>
                  <a:gd name="T35" fmla="*/ 116 h 147"/>
                  <a:gd name="T36" fmla="*/ 672 w 158"/>
                  <a:gd name="T37" fmla="*/ 0 h 147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158" h="147">
                    <a:moveTo>
                      <a:pt x="158" y="0"/>
                    </a:moveTo>
                    <a:cubicBezTo>
                      <a:pt x="158" y="11"/>
                      <a:pt x="153" y="20"/>
                      <a:pt x="148" y="27"/>
                    </a:cubicBezTo>
                    <a:cubicBezTo>
                      <a:pt x="146" y="31"/>
                      <a:pt x="144" y="35"/>
                      <a:pt x="144" y="38"/>
                    </a:cubicBezTo>
                    <a:cubicBezTo>
                      <a:pt x="141" y="44"/>
                      <a:pt x="143" y="52"/>
                      <a:pt x="144" y="61"/>
                    </a:cubicBezTo>
                    <a:cubicBezTo>
                      <a:pt x="146" y="70"/>
                      <a:pt x="148" y="79"/>
                      <a:pt x="146" y="87"/>
                    </a:cubicBezTo>
                    <a:cubicBezTo>
                      <a:pt x="143" y="116"/>
                      <a:pt x="132" y="125"/>
                      <a:pt x="129" y="128"/>
                    </a:cubicBezTo>
                    <a:cubicBezTo>
                      <a:pt x="128" y="130"/>
                      <a:pt x="128" y="130"/>
                      <a:pt x="128" y="130"/>
                    </a:cubicBezTo>
                    <a:cubicBezTo>
                      <a:pt x="128" y="130"/>
                      <a:pt x="115" y="145"/>
                      <a:pt x="83" y="145"/>
                    </a:cubicBezTo>
                    <a:cubicBezTo>
                      <a:pt x="29" y="145"/>
                      <a:pt x="14" y="117"/>
                      <a:pt x="4" y="99"/>
                    </a:cubicBezTo>
                    <a:cubicBezTo>
                      <a:pt x="0" y="91"/>
                      <a:pt x="0" y="91"/>
                      <a:pt x="0" y="91"/>
                    </a:cubicBezTo>
                    <a:cubicBezTo>
                      <a:pt x="3" y="100"/>
                      <a:pt x="3" y="100"/>
                      <a:pt x="3" y="100"/>
                    </a:cubicBezTo>
                    <a:cubicBezTo>
                      <a:pt x="14" y="119"/>
                      <a:pt x="28" y="147"/>
                      <a:pt x="83" y="147"/>
                    </a:cubicBezTo>
                    <a:cubicBezTo>
                      <a:pt x="116" y="147"/>
                      <a:pt x="129" y="131"/>
                      <a:pt x="130" y="131"/>
                    </a:cubicBezTo>
                    <a:cubicBezTo>
                      <a:pt x="130" y="131"/>
                      <a:pt x="130" y="130"/>
                      <a:pt x="130" y="130"/>
                    </a:cubicBezTo>
                    <a:cubicBezTo>
                      <a:pt x="134" y="127"/>
                      <a:pt x="145" y="117"/>
                      <a:pt x="148" y="87"/>
                    </a:cubicBezTo>
                    <a:cubicBezTo>
                      <a:pt x="150" y="79"/>
                      <a:pt x="148" y="70"/>
                      <a:pt x="146" y="61"/>
                    </a:cubicBezTo>
                    <a:cubicBezTo>
                      <a:pt x="145" y="52"/>
                      <a:pt x="143" y="44"/>
                      <a:pt x="145" y="39"/>
                    </a:cubicBezTo>
                    <a:cubicBezTo>
                      <a:pt x="146" y="35"/>
                      <a:pt x="148" y="32"/>
                      <a:pt x="150" y="28"/>
                    </a:cubicBezTo>
                    <a:cubicBezTo>
                      <a:pt x="154" y="21"/>
                      <a:pt x="158" y="12"/>
                      <a:pt x="158" y="0"/>
                    </a:cubicBezTo>
                  </a:path>
                </a:pathLst>
              </a:custGeom>
              <a:solidFill>
                <a:srgbClr val="585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5650" name="Freeform 137">
                <a:extLst>
                  <a:ext uri="{FF2B5EF4-FFF2-40B4-BE49-F238E27FC236}">
                    <a16:creationId xmlns:a16="http://schemas.microsoft.com/office/drawing/2014/main" id="{AD4EBA6F-07C9-4965-9186-643AB2F3C3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0" y="3956"/>
                <a:ext cx="29" cy="64"/>
              </a:xfrm>
              <a:custGeom>
                <a:avLst/>
                <a:gdLst>
                  <a:gd name="T0" fmla="*/ 8 w 18"/>
                  <a:gd name="T1" fmla="*/ 0 h 40"/>
                  <a:gd name="T2" fmla="*/ 26 w 18"/>
                  <a:gd name="T3" fmla="*/ 54 h 40"/>
                  <a:gd name="T4" fmla="*/ 47 w 18"/>
                  <a:gd name="T5" fmla="*/ 163 h 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40">
                    <a:moveTo>
                      <a:pt x="2" y="0"/>
                    </a:moveTo>
                    <a:cubicBezTo>
                      <a:pt x="0" y="4"/>
                      <a:pt x="2" y="9"/>
                      <a:pt x="6" y="13"/>
                    </a:cubicBezTo>
                    <a:cubicBezTo>
                      <a:pt x="10" y="17"/>
                      <a:pt x="18" y="32"/>
                      <a:pt x="11" y="40"/>
                    </a:cubicBezTo>
                  </a:path>
                </a:pathLst>
              </a:custGeom>
              <a:noFill/>
              <a:ln w="4763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5651" name="Freeform 138">
                <a:extLst>
                  <a:ext uri="{FF2B5EF4-FFF2-40B4-BE49-F238E27FC236}">
                    <a16:creationId xmlns:a16="http://schemas.microsoft.com/office/drawing/2014/main" id="{8ABF2CE7-006F-46E2-B3C9-AC9E5394AA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1" y="3959"/>
                <a:ext cx="38" cy="61"/>
              </a:xfrm>
              <a:custGeom>
                <a:avLst/>
                <a:gdLst>
                  <a:gd name="T0" fmla="*/ 0 w 24"/>
                  <a:gd name="T1" fmla="*/ 0 h 38"/>
                  <a:gd name="T2" fmla="*/ 55 w 24"/>
                  <a:gd name="T3" fmla="*/ 56 h 38"/>
                  <a:gd name="T4" fmla="*/ 81 w 24"/>
                  <a:gd name="T5" fmla="*/ 157 h 3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38">
                    <a:moveTo>
                      <a:pt x="0" y="0"/>
                    </a:moveTo>
                    <a:cubicBezTo>
                      <a:pt x="4" y="7"/>
                      <a:pt x="12" y="12"/>
                      <a:pt x="14" y="14"/>
                    </a:cubicBezTo>
                    <a:cubicBezTo>
                      <a:pt x="22" y="22"/>
                      <a:pt x="24" y="31"/>
                      <a:pt x="20" y="38"/>
                    </a:cubicBezTo>
                  </a:path>
                </a:pathLst>
              </a:custGeom>
              <a:noFill/>
              <a:ln w="4763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5652" name="Freeform 139">
                <a:extLst>
                  <a:ext uri="{FF2B5EF4-FFF2-40B4-BE49-F238E27FC236}">
                    <a16:creationId xmlns:a16="http://schemas.microsoft.com/office/drawing/2014/main" id="{51B1F278-7BA7-480C-8B9C-2CECE318A1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1" y="3956"/>
                <a:ext cx="42" cy="61"/>
              </a:xfrm>
              <a:custGeom>
                <a:avLst/>
                <a:gdLst>
                  <a:gd name="T0" fmla="*/ 0 w 26"/>
                  <a:gd name="T1" fmla="*/ 0 h 38"/>
                  <a:gd name="T2" fmla="*/ 60 w 26"/>
                  <a:gd name="T3" fmla="*/ 55 h 38"/>
                  <a:gd name="T4" fmla="*/ 105 w 26"/>
                  <a:gd name="T5" fmla="*/ 157 h 3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38">
                    <a:moveTo>
                      <a:pt x="0" y="0"/>
                    </a:moveTo>
                    <a:cubicBezTo>
                      <a:pt x="4" y="5"/>
                      <a:pt x="8" y="8"/>
                      <a:pt x="14" y="13"/>
                    </a:cubicBezTo>
                    <a:cubicBezTo>
                      <a:pt x="24" y="22"/>
                      <a:pt x="26" y="29"/>
                      <a:pt x="25" y="38"/>
                    </a:cubicBezTo>
                  </a:path>
                </a:pathLst>
              </a:custGeom>
              <a:noFill/>
              <a:ln w="4763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5653" name="Freeform 140">
                <a:extLst>
                  <a:ext uri="{FF2B5EF4-FFF2-40B4-BE49-F238E27FC236}">
                    <a16:creationId xmlns:a16="http://schemas.microsoft.com/office/drawing/2014/main" id="{77A4831E-8DC7-4E07-86C8-FAAFD640F8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9" y="3948"/>
                <a:ext cx="29" cy="45"/>
              </a:xfrm>
              <a:custGeom>
                <a:avLst/>
                <a:gdLst>
                  <a:gd name="T0" fmla="*/ 0 w 18"/>
                  <a:gd name="T1" fmla="*/ 0 h 28"/>
                  <a:gd name="T2" fmla="*/ 47 w 18"/>
                  <a:gd name="T3" fmla="*/ 47 h 28"/>
                  <a:gd name="T4" fmla="*/ 76 w 18"/>
                  <a:gd name="T5" fmla="*/ 116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28">
                    <a:moveTo>
                      <a:pt x="0" y="0"/>
                    </a:moveTo>
                    <a:cubicBezTo>
                      <a:pt x="3" y="4"/>
                      <a:pt x="7" y="8"/>
                      <a:pt x="11" y="11"/>
                    </a:cubicBezTo>
                    <a:cubicBezTo>
                      <a:pt x="15" y="15"/>
                      <a:pt x="18" y="22"/>
                      <a:pt x="18" y="28"/>
                    </a:cubicBezTo>
                  </a:path>
                </a:pathLst>
              </a:custGeom>
              <a:noFill/>
              <a:ln w="4763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5654" name="Freeform 141">
                <a:extLst>
                  <a:ext uri="{FF2B5EF4-FFF2-40B4-BE49-F238E27FC236}">
                    <a16:creationId xmlns:a16="http://schemas.microsoft.com/office/drawing/2014/main" id="{D8FF2F5F-D658-4559-A941-C1A43476A4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7" y="3983"/>
                <a:ext cx="42" cy="21"/>
              </a:xfrm>
              <a:custGeom>
                <a:avLst/>
                <a:gdLst>
                  <a:gd name="T0" fmla="*/ 110 w 26"/>
                  <a:gd name="T1" fmla="*/ 55 h 13"/>
                  <a:gd name="T2" fmla="*/ 29 w 26"/>
                  <a:gd name="T3" fmla="*/ 55 h 13"/>
                  <a:gd name="T4" fmla="*/ 55 w 26"/>
                  <a:gd name="T5" fmla="*/ 0 h 13"/>
                  <a:gd name="T6" fmla="*/ 110 w 26"/>
                  <a:gd name="T7" fmla="*/ 55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13">
                    <a:moveTo>
                      <a:pt x="26" y="13"/>
                    </a:moveTo>
                    <a:cubicBezTo>
                      <a:pt x="18" y="11"/>
                      <a:pt x="9" y="12"/>
                      <a:pt x="7" y="13"/>
                    </a:cubicBezTo>
                    <a:cubicBezTo>
                      <a:pt x="0" y="4"/>
                      <a:pt x="7" y="0"/>
                      <a:pt x="13" y="0"/>
                    </a:cubicBezTo>
                    <a:cubicBezTo>
                      <a:pt x="24" y="0"/>
                      <a:pt x="26" y="10"/>
                      <a:pt x="26" y="13"/>
                    </a:cubicBezTo>
                    <a:close/>
                  </a:path>
                </a:pathLst>
              </a:custGeom>
              <a:noFill/>
              <a:ln w="158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5655" name="Freeform 142">
                <a:extLst>
                  <a:ext uri="{FF2B5EF4-FFF2-40B4-BE49-F238E27FC236}">
                    <a16:creationId xmlns:a16="http://schemas.microsoft.com/office/drawing/2014/main" id="{ECCC52A1-375C-493D-A3D7-0EB27EA0C2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4" y="3998"/>
                <a:ext cx="19" cy="18"/>
              </a:xfrm>
              <a:custGeom>
                <a:avLst/>
                <a:gdLst>
                  <a:gd name="T0" fmla="*/ 48 w 12"/>
                  <a:gd name="T1" fmla="*/ 47 h 11"/>
                  <a:gd name="T2" fmla="*/ 0 w 12"/>
                  <a:gd name="T3" fmla="*/ 43 h 11"/>
                  <a:gd name="T4" fmla="*/ 48 w 12"/>
                  <a:gd name="T5" fmla="*/ 47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1">
                    <a:moveTo>
                      <a:pt x="12" y="11"/>
                    </a:moveTo>
                    <a:cubicBezTo>
                      <a:pt x="10" y="11"/>
                      <a:pt x="2" y="9"/>
                      <a:pt x="0" y="10"/>
                    </a:cubicBezTo>
                    <a:cubicBezTo>
                      <a:pt x="1" y="2"/>
                      <a:pt x="12" y="0"/>
                      <a:pt x="12" y="11"/>
                    </a:cubicBezTo>
                    <a:close/>
                  </a:path>
                </a:pathLst>
              </a:custGeom>
              <a:noFill/>
              <a:ln w="158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5656" name="Freeform 143">
                <a:extLst>
                  <a:ext uri="{FF2B5EF4-FFF2-40B4-BE49-F238E27FC236}">
                    <a16:creationId xmlns:a16="http://schemas.microsoft.com/office/drawing/2014/main" id="{D9FB832D-9165-44FB-B49C-9E065FF6A4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0" y="3988"/>
                <a:ext cx="15" cy="13"/>
              </a:xfrm>
              <a:custGeom>
                <a:avLst/>
                <a:gdLst>
                  <a:gd name="T0" fmla="*/ 42 w 9"/>
                  <a:gd name="T1" fmla="*/ 21 h 8"/>
                  <a:gd name="T2" fmla="*/ 8 w 9"/>
                  <a:gd name="T3" fmla="*/ 29 h 8"/>
                  <a:gd name="T4" fmla="*/ 42 w 9"/>
                  <a:gd name="T5" fmla="*/ 21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8">
                    <a:moveTo>
                      <a:pt x="9" y="5"/>
                    </a:moveTo>
                    <a:cubicBezTo>
                      <a:pt x="8" y="7"/>
                      <a:pt x="4" y="8"/>
                      <a:pt x="2" y="7"/>
                    </a:cubicBezTo>
                    <a:cubicBezTo>
                      <a:pt x="0" y="0"/>
                      <a:pt x="8" y="1"/>
                      <a:pt x="9" y="5"/>
                    </a:cubicBezTo>
                    <a:close/>
                  </a:path>
                </a:pathLst>
              </a:custGeom>
              <a:noFill/>
              <a:ln w="158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5657" name="Freeform 144">
                <a:extLst>
                  <a:ext uri="{FF2B5EF4-FFF2-40B4-BE49-F238E27FC236}">
                    <a16:creationId xmlns:a16="http://schemas.microsoft.com/office/drawing/2014/main" id="{320ECF60-2EDB-4D12-AC65-41B80A4C88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8" y="1678"/>
                <a:ext cx="3" cy="45"/>
              </a:xfrm>
              <a:custGeom>
                <a:avLst/>
                <a:gdLst>
                  <a:gd name="T0" fmla="*/ 8 w 2"/>
                  <a:gd name="T1" fmla="*/ 0 h 28"/>
                  <a:gd name="T2" fmla="*/ 0 w 2"/>
                  <a:gd name="T3" fmla="*/ 116 h 2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8">
                    <a:moveTo>
                      <a:pt x="2" y="0"/>
                    </a:moveTo>
                    <a:cubicBezTo>
                      <a:pt x="1" y="5"/>
                      <a:pt x="1" y="15"/>
                      <a:pt x="0" y="28"/>
                    </a:cubicBezTo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5658" name="Freeform 145">
                <a:extLst>
                  <a:ext uri="{FF2B5EF4-FFF2-40B4-BE49-F238E27FC236}">
                    <a16:creationId xmlns:a16="http://schemas.microsoft.com/office/drawing/2014/main" id="{1CDCC13E-5352-4AC7-A32B-E5BBB1C3590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173" y="1598"/>
                <a:ext cx="18" cy="17"/>
              </a:xfrm>
              <a:custGeom>
                <a:avLst/>
                <a:gdLst>
                  <a:gd name="T0" fmla="*/ 0 w 11"/>
                  <a:gd name="T1" fmla="*/ 19 h 11"/>
                  <a:gd name="T2" fmla="*/ 8 w 11"/>
                  <a:gd name="T3" fmla="*/ 34 h 11"/>
                  <a:gd name="T4" fmla="*/ 21 w 11"/>
                  <a:gd name="T5" fmla="*/ 40 h 11"/>
                  <a:gd name="T6" fmla="*/ 41 w 11"/>
                  <a:gd name="T7" fmla="*/ 36 h 11"/>
                  <a:gd name="T8" fmla="*/ 47 w 11"/>
                  <a:gd name="T9" fmla="*/ 22 h 11"/>
                  <a:gd name="T10" fmla="*/ 43 w 11"/>
                  <a:gd name="T11" fmla="*/ 12 h 11"/>
                  <a:gd name="T12" fmla="*/ 41 w 11"/>
                  <a:gd name="T13" fmla="*/ 14 h 11"/>
                  <a:gd name="T14" fmla="*/ 41 w 11"/>
                  <a:gd name="T15" fmla="*/ 14 h 11"/>
                  <a:gd name="T16" fmla="*/ 41 w 11"/>
                  <a:gd name="T17" fmla="*/ 22 h 11"/>
                  <a:gd name="T18" fmla="*/ 41 w 11"/>
                  <a:gd name="T19" fmla="*/ 22 h 11"/>
                  <a:gd name="T20" fmla="*/ 41 w 11"/>
                  <a:gd name="T21" fmla="*/ 22 h 11"/>
                  <a:gd name="T22" fmla="*/ 34 w 11"/>
                  <a:gd name="T23" fmla="*/ 29 h 11"/>
                  <a:gd name="T24" fmla="*/ 21 w 11"/>
                  <a:gd name="T25" fmla="*/ 34 h 11"/>
                  <a:gd name="T26" fmla="*/ 13 w 11"/>
                  <a:gd name="T27" fmla="*/ 29 h 11"/>
                  <a:gd name="T28" fmla="*/ 8 w 11"/>
                  <a:gd name="T29" fmla="*/ 26 h 11"/>
                  <a:gd name="T30" fmla="*/ 5 w 11"/>
                  <a:gd name="T31" fmla="*/ 14 h 11"/>
                  <a:gd name="T32" fmla="*/ 0 w 11"/>
                  <a:gd name="T33" fmla="*/ 19 h 11"/>
                  <a:gd name="T34" fmla="*/ 26 w 11"/>
                  <a:gd name="T35" fmla="*/ 8 h 11"/>
                  <a:gd name="T36" fmla="*/ 29 w 11"/>
                  <a:gd name="T37" fmla="*/ 5 h 11"/>
                  <a:gd name="T38" fmla="*/ 26 w 11"/>
                  <a:gd name="T39" fmla="*/ 0 h 11"/>
                  <a:gd name="T40" fmla="*/ 21 w 11"/>
                  <a:gd name="T41" fmla="*/ 0 h 11"/>
                  <a:gd name="T42" fmla="*/ 21 w 11"/>
                  <a:gd name="T43" fmla="*/ 5 h 11"/>
                  <a:gd name="T44" fmla="*/ 21 w 11"/>
                  <a:gd name="T45" fmla="*/ 8 h 11"/>
                  <a:gd name="T46" fmla="*/ 26 w 11"/>
                  <a:gd name="T47" fmla="*/ 8 h 11"/>
                  <a:gd name="T48" fmla="*/ 26 w 11"/>
                  <a:gd name="T49" fmla="*/ 8 h 11"/>
                  <a:gd name="T50" fmla="*/ 26 w 11"/>
                  <a:gd name="T51" fmla="*/ 8 h 11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11" h="11">
                    <a:moveTo>
                      <a:pt x="0" y="5"/>
                    </a:moveTo>
                    <a:cubicBezTo>
                      <a:pt x="2" y="9"/>
                      <a:pt x="2" y="9"/>
                      <a:pt x="2" y="9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9" y="10"/>
                      <a:pt x="9" y="10"/>
                      <a:pt x="9" y="10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5"/>
                      <a:pt x="9" y="5"/>
                      <a:pt x="9" y="6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8"/>
                      <a:pt x="5" y="9"/>
                      <a:pt x="5" y="9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2" y="8"/>
                      <a:pt x="2" y="8"/>
                      <a:pt x="2" y="7"/>
                    </a:cubicBezTo>
                    <a:cubicBezTo>
                      <a:pt x="1" y="6"/>
                      <a:pt x="1" y="5"/>
                      <a:pt x="1" y="4"/>
                    </a:cubicBezTo>
                    <a:lnTo>
                      <a:pt x="0" y="5"/>
                    </a:lnTo>
                    <a:close/>
                    <a:moveTo>
                      <a:pt x="6" y="2"/>
                    </a:moveTo>
                    <a:cubicBezTo>
                      <a:pt x="6" y="1"/>
                      <a:pt x="7" y="1"/>
                      <a:pt x="7" y="1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5" y="2"/>
                      <a:pt x="5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</a:path>
                </a:pathLst>
              </a:custGeom>
              <a:solidFill>
                <a:srgbClr val="585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5659" name="Freeform 146">
                <a:extLst>
                  <a:ext uri="{FF2B5EF4-FFF2-40B4-BE49-F238E27FC236}">
                    <a16:creationId xmlns:a16="http://schemas.microsoft.com/office/drawing/2014/main" id="{EDC3DC2C-BE0B-4BD3-8D5F-E145A3787FE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160" y="1586"/>
                <a:ext cx="44" cy="42"/>
              </a:xfrm>
              <a:custGeom>
                <a:avLst/>
                <a:gdLst>
                  <a:gd name="T0" fmla="*/ 109 w 27"/>
                  <a:gd name="T1" fmla="*/ 60 h 26"/>
                  <a:gd name="T2" fmla="*/ 104 w 27"/>
                  <a:gd name="T3" fmla="*/ 71 h 26"/>
                  <a:gd name="T4" fmla="*/ 111 w 27"/>
                  <a:gd name="T5" fmla="*/ 71 h 26"/>
                  <a:gd name="T6" fmla="*/ 117 w 27"/>
                  <a:gd name="T7" fmla="*/ 63 h 26"/>
                  <a:gd name="T8" fmla="*/ 109 w 27"/>
                  <a:gd name="T9" fmla="*/ 60 h 26"/>
                  <a:gd name="T10" fmla="*/ 60 w 27"/>
                  <a:gd name="T11" fmla="*/ 5 h 26"/>
                  <a:gd name="T12" fmla="*/ 64 w 27"/>
                  <a:gd name="T13" fmla="*/ 5 h 26"/>
                  <a:gd name="T14" fmla="*/ 64 w 27"/>
                  <a:gd name="T15" fmla="*/ 0 h 26"/>
                  <a:gd name="T16" fmla="*/ 64 w 27"/>
                  <a:gd name="T17" fmla="*/ 0 h 26"/>
                  <a:gd name="T18" fmla="*/ 60 w 27"/>
                  <a:gd name="T19" fmla="*/ 5 h 26"/>
                  <a:gd name="T20" fmla="*/ 60 w 27"/>
                  <a:gd name="T21" fmla="*/ 5 h 26"/>
                  <a:gd name="T22" fmla="*/ 8 w 27"/>
                  <a:gd name="T23" fmla="*/ 50 h 26"/>
                  <a:gd name="T24" fmla="*/ 18 w 27"/>
                  <a:gd name="T25" fmla="*/ 26 h 26"/>
                  <a:gd name="T26" fmla="*/ 13 w 27"/>
                  <a:gd name="T27" fmla="*/ 26 h 26"/>
                  <a:gd name="T28" fmla="*/ 8 w 27"/>
                  <a:gd name="T29" fmla="*/ 26 h 26"/>
                  <a:gd name="T30" fmla="*/ 0 w 27"/>
                  <a:gd name="T31" fmla="*/ 47 h 26"/>
                  <a:gd name="T32" fmla="*/ 8 w 27"/>
                  <a:gd name="T33" fmla="*/ 50 h 26"/>
                  <a:gd name="T34" fmla="*/ 8 w 27"/>
                  <a:gd name="T35" fmla="*/ 50 h 26"/>
                  <a:gd name="T36" fmla="*/ 13 w 27"/>
                  <a:gd name="T37" fmla="*/ 71 h 26"/>
                  <a:gd name="T38" fmla="*/ 5 w 27"/>
                  <a:gd name="T39" fmla="*/ 68 h 26"/>
                  <a:gd name="T40" fmla="*/ 13 w 27"/>
                  <a:gd name="T41" fmla="*/ 89 h 26"/>
                  <a:gd name="T42" fmla="*/ 55 w 27"/>
                  <a:gd name="T43" fmla="*/ 110 h 26"/>
                  <a:gd name="T44" fmla="*/ 104 w 27"/>
                  <a:gd name="T45" fmla="*/ 89 h 26"/>
                  <a:gd name="T46" fmla="*/ 96 w 27"/>
                  <a:gd name="T47" fmla="*/ 84 h 26"/>
                  <a:gd name="T48" fmla="*/ 55 w 27"/>
                  <a:gd name="T49" fmla="*/ 102 h 26"/>
                  <a:gd name="T50" fmla="*/ 21 w 27"/>
                  <a:gd name="T51" fmla="*/ 84 h 26"/>
                  <a:gd name="T52" fmla="*/ 13 w 27"/>
                  <a:gd name="T53" fmla="*/ 71 h 26"/>
                  <a:gd name="T54" fmla="*/ 104 w 27"/>
                  <a:gd name="T55" fmla="*/ 34 h 26"/>
                  <a:gd name="T56" fmla="*/ 111 w 27"/>
                  <a:gd name="T57" fmla="*/ 26 h 26"/>
                  <a:gd name="T58" fmla="*/ 104 w 27"/>
                  <a:gd name="T59" fmla="*/ 16 h 26"/>
                  <a:gd name="T60" fmla="*/ 96 w 27"/>
                  <a:gd name="T61" fmla="*/ 21 h 26"/>
                  <a:gd name="T62" fmla="*/ 104 w 27"/>
                  <a:gd name="T63" fmla="*/ 34 h 26"/>
                  <a:gd name="T64" fmla="*/ 117 w 27"/>
                  <a:gd name="T65" fmla="*/ 42 h 26"/>
                  <a:gd name="T66" fmla="*/ 117 w 27"/>
                  <a:gd name="T67" fmla="*/ 47 h 26"/>
                  <a:gd name="T68" fmla="*/ 117 w 27"/>
                  <a:gd name="T69" fmla="*/ 42 h 26"/>
                  <a:gd name="T70" fmla="*/ 117 w 27"/>
                  <a:gd name="T71" fmla="*/ 42 h 26"/>
                  <a:gd name="T72" fmla="*/ 42 w 27"/>
                  <a:gd name="T73" fmla="*/ 8 h 26"/>
                  <a:gd name="T74" fmla="*/ 47 w 27"/>
                  <a:gd name="T75" fmla="*/ 0 h 26"/>
                  <a:gd name="T76" fmla="*/ 21 w 27"/>
                  <a:gd name="T77" fmla="*/ 8 h 26"/>
                  <a:gd name="T78" fmla="*/ 29 w 27"/>
                  <a:gd name="T79" fmla="*/ 13 h 26"/>
                  <a:gd name="T80" fmla="*/ 42 w 27"/>
                  <a:gd name="T81" fmla="*/ 8 h 26"/>
                  <a:gd name="T82" fmla="*/ 83 w 27"/>
                  <a:gd name="T83" fmla="*/ 13 h 26"/>
                  <a:gd name="T84" fmla="*/ 90 w 27"/>
                  <a:gd name="T85" fmla="*/ 5 h 26"/>
                  <a:gd name="T86" fmla="*/ 83 w 27"/>
                  <a:gd name="T87" fmla="*/ 0 h 26"/>
                  <a:gd name="T88" fmla="*/ 83 w 27"/>
                  <a:gd name="T89" fmla="*/ 13 h 26"/>
                  <a:gd name="T90" fmla="*/ 83 w 27"/>
                  <a:gd name="T91" fmla="*/ 13 h 2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27" h="26">
                    <a:moveTo>
                      <a:pt x="25" y="14"/>
                    </a:moveTo>
                    <a:cubicBezTo>
                      <a:pt x="25" y="15"/>
                      <a:pt x="25" y="16"/>
                      <a:pt x="24" y="17"/>
                    </a:cubicBezTo>
                    <a:cubicBezTo>
                      <a:pt x="25" y="17"/>
                      <a:pt x="26" y="17"/>
                      <a:pt x="26" y="17"/>
                    </a:cubicBezTo>
                    <a:cubicBezTo>
                      <a:pt x="26" y="17"/>
                      <a:pt x="27" y="16"/>
                      <a:pt x="27" y="15"/>
                    </a:cubicBezTo>
                    <a:cubicBezTo>
                      <a:pt x="26" y="14"/>
                      <a:pt x="26" y="14"/>
                      <a:pt x="25" y="14"/>
                    </a:cubicBezTo>
                    <a:moveTo>
                      <a:pt x="14" y="1"/>
                    </a:moveTo>
                    <a:cubicBezTo>
                      <a:pt x="15" y="1"/>
                      <a:pt x="15" y="1"/>
                      <a:pt x="15" y="1"/>
                    </a:cubicBezTo>
                    <a:cubicBezTo>
                      <a:pt x="15" y="1"/>
                      <a:pt x="15" y="1"/>
                      <a:pt x="15" y="0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14" y="0"/>
                      <a:pt x="14" y="1"/>
                      <a:pt x="14" y="1"/>
                    </a:cubicBezTo>
                    <a:cubicBezTo>
                      <a:pt x="14" y="1"/>
                      <a:pt x="14" y="1"/>
                      <a:pt x="14" y="1"/>
                    </a:cubicBezTo>
                    <a:moveTo>
                      <a:pt x="2" y="12"/>
                    </a:moveTo>
                    <a:cubicBezTo>
                      <a:pt x="2" y="10"/>
                      <a:pt x="3" y="8"/>
                      <a:pt x="4" y="6"/>
                    </a:cubicBezTo>
                    <a:cubicBezTo>
                      <a:pt x="4" y="6"/>
                      <a:pt x="3" y="6"/>
                      <a:pt x="3" y="6"/>
                    </a:cubicBezTo>
                    <a:cubicBezTo>
                      <a:pt x="3" y="6"/>
                      <a:pt x="2" y="6"/>
                      <a:pt x="2" y="6"/>
                    </a:cubicBezTo>
                    <a:cubicBezTo>
                      <a:pt x="1" y="7"/>
                      <a:pt x="1" y="9"/>
                      <a:pt x="0" y="11"/>
                    </a:cubicBezTo>
                    <a:cubicBezTo>
                      <a:pt x="1" y="12"/>
                      <a:pt x="2" y="12"/>
                      <a:pt x="2" y="12"/>
                    </a:cubicBezTo>
                    <a:cubicBezTo>
                      <a:pt x="2" y="12"/>
                      <a:pt x="2" y="12"/>
                      <a:pt x="2" y="12"/>
                    </a:cubicBezTo>
                    <a:moveTo>
                      <a:pt x="3" y="17"/>
                    </a:moveTo>
                    <a:cubicBezTo>
                      <a:pt x="2" y="17"/>
                      <a:pt x="1" y="16"/>
                      <a:pt x="1" y="16"/>
                    </a:cubicBezTo>
                    <a:cubicBezTo>
                      <a:pt x="1" y="18"/>
                      <a:pt x="2" y="20"/>
                      <a:pt x="3" y="21"/>
                    </a:cubicBezTo>
                    <a:cubicBezTo>
                      <a:pt x="6" y="24"/>
                      <a:pt x="9" y="26"/>
                      <a:pt x="13" y="26"/>
                    </a:cubicBezTo>
                    <a:cubicBezTo>
                      <a:pt x="17" y="26"/>
                      <a:pt x="22" y="24"/>
                      <a:pt x="24" y="21"/>
                    </a:cubicBezTo>
                    <a:cubicBezTo>
                      <a:pt x="24" y="21"/>
                      <a:pt x="23" y="20"/>
                      <a:pt x="22" y="20"/>
                    </a:cubicBezTo>
                    <a:cubicBezTo>
                      <a:pt x="20" y="23"/>
                      <a:pt x="17" y="24"/>
                      <a:pt x="13" y="24"/>
                    </a:cubicBezTo>
                    <a:cubicBezTo>
                      <a:pt x="10" y="24"/>
                      <a:pt x="7" y="22"/>
                      <a:pt x="5" y="20"/>
                    </a:cubicBezTo>
                    <a:cubicBezTo>
                      <a:pt x="4" y="19"/>
                      <a:pt x="3" y="18"/>
                      <a:pt x="3" y="17"/>
                    </a:cubicBezTo>
                    <a:moveTo>
                      <a:pt x="24" y="8"/>
                    </a:moveTo>
                    <a:cubicBezTo>
                      <a:pt x="25" y="7"/>
                      <a:pt x="25" y="7"/>
                      <a:pt x="26" y="6"/>
                    </a:cubicBezTo>
                    <a:cubicBezTo>
                      <a:pt x="25" y="5"/>
                      <a:pt x="24" y="5"/>
                      <a:pt x="24" y="4"/>
                    </a:cubicBezTo>
                    <a:cubicBezTo>
                      <a:pt x="23" y="4"/>
                      <a:pt x="23" y="4"/>
                      <a:pt x="22" y="5"/>
                    </a:cubicBezTo>
                    <a:cubicBezTo>
                      <a:pt x="23" y="6"/>
                      <a:pt x="24" y="7"/>
                      <a:pt x="24" y="8"/>
                    </a:cubicBezTo>
                    <a:moveTo>
                      <a:pt x="27" y="10"/>
                    </a:moveTo>
                    <a:cubicBezTo>
                      <a:pt x="27" y="11"/>
                      <a:pt x="27" y="11"/>
                      <a:pt x="27" y="11"/>
                    </a:cubicBezTo>
                    <a:cubicBezTo>
                      <a:pt x="27" y="11"/>
                      <a:pt x="27" y="10"/>
                      <a:pt x="27" y="10"/>
                    </a:cubicBezTo>
                    <a:cubicBezTo>
                      <a:pt x="27" y="10"/>
                      <a:pt x="27" y="10"/>
                      <a:pt x="27" y="10"/>
                    </a:cubicBezTo>
                    <a:moveTo>
                      <a:pt x="10" y="2"/>
                    </a:moveTo>
                    <a:cubicBezTo>
                      <a:pt x="10" y="1"/>
                      <a:pt x="10" y="0"/>
                      <a:pt x="11" y="0"/>
                    </a:cubicBezTo>
                    <a:cubicBezTo>
                      <a:pt x="8" y="0"/>
                      <a:pt x="7" y="1"/>
                      <a:pt x="5" y="2"/>
                    </a:cubicBezTo>
                    <a:cubicBezTo>
                      <a:pt x="6" y="3"/>
                      <a:pt x="6" y="3"/>
                      <a:pt x="7" y="3"/>
                    </a:cubicBezTo>
                    <a:cubicBezTo>
                      <a:pt x="8" y="3"/>
                      <a:pt x="9" y="2"/>
                      <a:pt x="10" y="2"/>
                    </a:cubicBezTo>
                    <a:moveTo>
                      <a:pt x="19" y="3"/>
                    </a:moveTo>
                    <a:cubicBezTo>
                      <a:pt x="20" y="2"/>
                      <a:pt x="20" y="2"/>
                      <a:pt x="21" y="1"/>
                    </a:cubicBezTo>
                    <a:cubicBezTo>
                      <a:pt x="20" y="1"/>
                      <a:pt x="19" y="1"/>
                      <a:pt x="19" y="0"/>
                    </a:cubicBezTo>
                    <a:cubicBezTo>
                      <a:pt x="19" y="1"/>
                      <a:pt x="19" y="2"/>
                      <a:pt x="19" y="3"/>
                    </a:cubicBezTo>
                    <a:cubicBezTo>
                      <a:pt x="19" y="3"/>
                      <a:pt x="19" y="3"/>
                      <a:pt x="19" y="3"/>
                    </a:cubicBezTo>
                  </a:path>
                </a:pathLst>
              </a:custGeom>
              <a:solidFill>
                <a:srgbClr val="585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5660" name="Freeform 147">
                <a:extLst>
                  <a:ext uri="{FF2B5EF4-FFF2-40B4-BE49-F238E27FC236}">
                    <a16:creationId xmlns:a16="http://schemas.microsoft.com/office/drawing/2014/main" id="{3437CAA7-E70A-4051-BB74-9657593996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7" y="2551"/>
                <a:ext cx="68" cy="45"/>
              </a:xfrm>
              <a:custGeom>
                <a:avLst/>
                <a:gdLst>
                  <a:gd name="T0" fmla="*/ 0 w 42"/>
                  <a:gd name="T1" fmla="*/ 116 h 28"/>
                  <a:gd name="T2" fmla="*/ 39 w 42"/>
                  <a:gd name="T3" fmla="*/ 101 h 28"/>
                  <a:gd name="T4" fmla="*/ 110 w 42"/>
                  <a:gd name="T5" fmla="*/ 63 h 28"/>
                  <a:gd name="T6" fmla="*/ 178 w 42"/>
                  <a:gd name="T7" fmla="*/ 0 h 2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2" h="28">
                    <a:moveTo>
                      <a:pt x="0" y="28"/>
                    </a:moveTo>
                    <a:cubicBezTo>
                      <a:pt x="2" y="26"/>
                      <a:pt x="6" y="25"/>
                      <a:pt x="9" y="24"/>
                    </a:cubicBezTo>
                    <a:cubicBezTo>
                      <a:pt x="14" y="21"/>
                      <a:pt x="21" y="19"/>
                      <a:pt x="26" y="15"/>
                    </a:cubicBezTo>
                    <a:cubicBezTo>
                      <a:pt x="31" y="12"/>
                      <a:pt x="38" y="2"/>
                      <a:pt x="42" y="0"/>
                    </a:cubicBezTo>
                  </a:path>
                </a:pathLst>
              </a:custGeom>
              <a:noFill/>
              <a:ln w="4763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5661" name="Freeform 148">
                <a:extLst>
                  <a:ext uri="{FF2B5EF4-FFF2-40B4-BE49-F238E27FC236}">
                    <a16:creationId xmlns:a16="http://schemas.microsoft.com/office/drawing/2014/main" id="{8062C170-0DCC-42DB-A12B-3E7EAF5C8A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0" y="2562"/>
                <a:ext cx="52" cy="47"/>
              </a:xfrm>
              <a:custGeom>
                <a:avLst/>
                <a:gdLst>
                  <a:gd name="T0" fmla="*/ 138 w 32"/>
                  <a:gd name="T1" fmla="*/ 0 h 29"/>
                  <a:gd name="T2" fmla="*/ 89 w 32"/>
                  <a:gd name="T3" fmla="*/ 73 h 29"/>
                  <a:gd name="T4" fmla="*/ 0 w 32"/>
                  <a:gd name="T5" fmla="*/ 123 h 2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2" h="29">
                    <a:moveTo>
                      <a:pt x="32" y="0"/>
                    </a:moveTo>
                    <a:cubicBezTo>
                      <a:pt x="28" y="5"/>
                      <a:pt x="21" y="15"/>
                      <a:pt x="21" y="17"/>
                    </a:cubicBezTo>
                    <a:cubicBezTo>
                      <a:pt x="15" y="20"/>
                      <a:pt x="10" y="20"/>
                      <a:pt x="0" y="29"/>
                    </a:cubicBezTo>
                  </a:path>
                </a:pathLst>
              </a:custGeom>
              <a:noFill/>
              <a:ln w="4763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5662" name="Freeform 149">
                <a:extLst>
                  <a:ext uri="{FF2B5EF4-FFF2-40B4-BE49-F238E27FC236}">
                    <a16:creationId xmlns:a16="http://schemas.microsoft.com/office/drawing/2014/main" id="{C34A3401-66B3-4144-9D3F-0DC2E8083B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0" y="2498"/>
                <a:ext cx="70" cy="85"/>
              </a:xfrm>
              <a:custGeom>
                <a:avLst/>
                <a:gdLst>
                  <a:gd name="T0" fmla="*/ 164 w 43"/>
                  <a:gd name="T1" fmla="*/ 170 h 53"/>
                  <a:gd name="T2" fmla="*/ 186 w 43"/>
                  <a:gd name="T3" fmla="*/ 88 h 53"/>
                  <a:gd name="T4" fmla="*/ 125 w 43"/>
                  <a:gd name="T5" fmla="*/ 0 h 53"/>
                  <a:gd name="T6" fmla="*/ 96 w 43"/>
                  <a:gd name="T7" fmla="*/ 47 h 53"/>
                  <a:gd name="T8" fmla="*/ 77 w 43"/>
                  <a:gd name="T9" fmla="*/ 157 h 53"/>
                  <a:gd name="T10" fmla="*/ 0 w 43"/>
                  <a:gd name="T11" fmla="*/ 213 h 5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3" h="53">
                    <a:moveTo>
                      <a:pt x="38" y="41"/>
                    </a:moveTo>
                    <a:cubicBezTo>
                      <a:pt x="38" y="34"/>
                      <a:pt x="42" y="28"/>
                      <a:pt x="43" y="21"/>
                    </a:cubicBezTo>
                    <a:cubicBezTo>
                      <a:pt x="43" y="14"/>
                      <a:pt x="36" y="5"/>
                      <a:pt x="29" y="0"/>
                    </a:cubicBezTo>
                    <a:cubicBezTo>
                      <a:pt x="23" y="0"/>
                      <a:pt x="22" y="6"/>
                      <a:pt x="22" y="11"/>
                    </a:cubicBezTo>
                    <a:cubicBezTo>
                      <a:pt x="21" y="15"/>
                      <a:pt x="20" y="32"/>
                      <a:pt x="18" y="38"/>
                    </a:cubicBezTo>
                    <a:cubicBezTo>
                      <a:pt x="17" y="44"/>
                      <a:pt x="10" y="53"/>
                      <a:pt x="0" y="52"/>
                    </a:cubicBezTo>
                  </a:path>
                </a:pathLst>
              </a:custGeom>
              <a:noFill/>
              <a:ln w="4763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5663" name="Freeform 150">
                <a:extLst>
                  <a:ext uri="{FF2B5EF4-FFF2-40B4-BE49-F238E27FC236}">
                    <a16:creationId xmlns:a16="http://schemas.microsoft.com/office/drawing/2014/main" id="{D5E017A9-5C41-48BD-9A7C-7D12C35323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7" y="2625"/>
                <a:ext cx="23" cy="9"/>
              </a:xfrm>
              <a:custGeom>
                <a:avLst/>
                <a:gdLst>
                  <a:gd name="T0" fmla="*/ 62 w 14"/>
                  <a:gd name="T1" fmla="*/ 12 h 6"/>
                  <a:gd name="T2" fmla="*/ 0 w 14"/>
                  <a:gd name="T3" fmla="*/ 21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6">
                    <a:moveTo>
                      <a:pt x="14" y="3"/>
                    </a:moveTo>
                    <a:cubicBezTo>
                      <a:pt x="12" y="0"/>
                      <a:pt x="5" y="1"/>
                      <a:pt x="0" y="6"/>
                    </a:cubicBezTo>
                  </a:path>
                </a:pathLst>
              </a:custGeom>
              <a:noFill/>
              <a:ln w="158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5664" name="Freeform 151">
                <a:extLst>
                  <a:ext uri="{FF2B5EF4-FFF2-40B4-BE49-F238E27FC236}">
                    <a16:creationId xmlns:a16="http://schemas.microsoft.com/office/drawing/2014/main" id="{918EFF01-C73B-40EC-A0BC-25679B400F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3" y="2586"/>
                <a:ext cx="9" cy="12"/>
              </a:xfrm>
              <a:custGeom>
                <a:avLst/>
                <a:gdLst>
                  <a:gd name="T0" fmla="*/ 21 w 6"/>
                  <a:gd name="T1" fmla="*/ 36 h 7"/>
                  <a:gd name="T2" fmla="*/ 0 w 6"/>
                  <a:gd name="T3" fmla="*/ 9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7">
                    <a:moveTo>
                      <a:pt x="6" y="7"/>
                    </a:moveTo>
                    <a:cubicBezTo>
                      <a:pt x="3" y="4"/>
                      <a:pt x="2" y="0"/>
                      <a:pt x="0" y="2"/>
                    </a:cubicBezTo>
                  </a:path>
                </a:pathLst>
              </a:custGeom>
              <a:noFill/>
              <a:ln w="158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5665" name="Freeform 152">
                <a:extLst>
                  <a:ext uri="{FF2B5EF4-FFF2-40B4-BE49-F238E27FC236}">
                    <a16:creationId xmlns:a16="http://schemas.microsoft.com/office/drawing/2014/main" id="{E7E8691E-723F-4917-817B-C923293D9F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4" y="2559"/>
                <a:ext cx="8" cy="3"/>
              </a:xfrm>
              <a:custGeom>
                <a:avLst/>
                <a:gdLst>
                  <a:gd name="T0" fmla="*/ 21 w 5"/>
                  <a:gd name="T1" fmla="*/ 5 h 2"/>
                  <a:gd name="T2" fmla="*/ 0 w 5"/>
                  <a:gd name="T3" fmla="*/ 8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2">
                    <a:moveTo>
                      <a:pt x="5" y="1"/>
                    </a:moveTo>
                    <a:cubicBezTo>
                      <a:pt x="3" y="0"/>
                      <a:pt x="2" y="0"/>
                      <a:pt x="0" y="2"/>
                    </a:cubicBezTo>
                  </a:path>
                </a:pathLst>
              </a:custGeom>
              <a:noFill/>
              <a:ln w="158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5666" name="Freeform 153">
                <a:extLst>
                  <a:ext uri="{FF2B5EF4-FFF2-40B4-BE49-F238E27FC236}">
                    <a16:creationId xmlns:a16="http://schemas.microsoft.com/office/drawing/2014/main" id="{AABB872A-0440-49F3-8083-E2ABFCC1E7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8" y="2488"/>
                <a:ext cx="6" cy="16"/>
              </a:xfrm>
              <a:custGeom>
                <a:avLst/>
                <a:gdLst>
                  <a:gd name="T0" fmla="*/ 14 w 4"/>
                  <a:gd name="T1" fmla="*/ 0 h 10"/>
                  <a:gd name="T2" fmla="*/ 0 w 4"/>
                  <a:gd name="T3" fmla="*/ 42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0">
                    <a:moveTo>
                      <a:pt x="4" y="0"/>
                    </a:moveTo>
                    <a:cubicBezTo>
                      <a:pt x="3" y="3"/>
                      <a:pt x="0" y="5"/>
                      <a:pt x="0" y="10"/>
                    </a:cubicBezTo>
                  </a:path>
                </a:pathLst>
              </a:custGeom>
              <a:noFill/>
              <a:ln w="4763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5667" name="Freeform 154">
                <a:extLst>
                  <a:ext uri="{FF2B5EF4-FFF2-40B4-BE49-F238E27FC236}">
                    <a16:creationId xmlns:a16="http://schemas.microsoft.com/office/drawing/2014/main" id="{E9974CF8-6A38-4DEE-B1B6-319F5EA1C1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7" y="2495"/>
                <a:ext cx="12" cy="3"/>
              </a:xfrm>
              <a:custGeom>
                <a:avLst/>
                <a:gdLst>
                  <a:gd name="T0" fmla="*/ 36 w 7"/>
                  <a:gd name="T1" fmla="*/ 8 h 2"/>
                  <a:gd name="T2" fmla="*/ 0 w 7"/>
                  <a:gd name="T3" fmla="*/ 8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2">
                    <a:moveTo>
                      <a:pt x="7" y="2"/>
                    </a:moveTo>
                    <a:cubicBezTo>
                      <a:pt x="5" y="1"/>
                      <a:pt x="3" y="0"/>
                      <a:pt x="0" y="2"/>
                    </a:cubicBezTo>
                  </a:path>
                </a:pathLst>
              </a:custGeom>
              <a:noFill/>
              <a:ln w="158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5668" name="Freeform 155">
                <a:extLst>
                  <a:ext uri="{FF2B5EF4-FFF2-40B4-BE49-F238E27FC236}">
                    <a16:creationId xmlns:a16="http://schemas.microsoft.com/office/drawing/2014/main" id="{B5406366-A6B6-4AF4-BBEE-5A41D47A6D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4" y="2522"/>
                <a:ext cx="6" cy="5"/>
              </a:xfrm>
              <a:custGeom>
                <a:avLst/>
                <a:gdLst>
                  <a:gd name="T0" fmla="*/ 14 w 4"/>
                  <a:gd name="T1" fmla="*/ 5 h 3"/>
                  <a:gd name="T2" fmla="*/ 0 w 4"/>
                  <a:gd name="T3" fmla="*/ 13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3" y="0"/>
                      <a:pt x="1" y="2"/>
                      <a:pt x="0" y="3"/>
                    </a:cubicBezTo>
                  </a:path>
                </a:pathLst>
              </a:custGeom>
              <a:noFill/>
              <a:ln w="158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5669" name="Freeform 156">
                <a:extLst>
                  <a:ext uri="{FF2B5EF4-FFF2-40B4-BE49-F238E27FC236}">
                    <a16:creationId xmlns:a16="http://schemas.microsoft.com/office/drawing/2014/main" id="{969CAB13-8FBE-4D78-82A0-CE2F37A183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8" y="2519"/>
                <a:ext cx="36" cy="45"/>
              </a:xfrm>
              <a:custGeom>
                <a:avLst/>
                <a:gdLst>
                  <a:gd name="T0" fmla="*/ 97 w 22"/>
                  <a:gd name="T1" fmla="*/ 0 h 28"/>
                  <a:gd name="T2" fmla="*/ 54 w 22"/>
                  <a:gd name="T3" fmla="*/ 88 h 28"/>
                  <a:gd name="T4" fmla="*/ 0 w 22"/>
                  <a:gd name="T5" fmla="*/ 116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28">
                    <a:moveTo>
                      <a:pt x="22" y="0"/>
                    </a:moveTo>
                    <a:cubicBezTo>
                      <a:pt x="21" y="10"/>
                      <a:pt x="15" y="14"/>
                      <a:pt x="12" y="21"/>
                    </a:cubicBezTo>
                    <a:cubicBezTo>
                      <a:pt x="10" y="27"/>
                      <a:pt x="3" y="24"/>
                      <a:pt x="0" y="28"/>
                    </a:cubicBezTo>
                  </a:path>
                </a:pathLst>
              </a:custGeom>
              <a:noFill/>
              <a:ln w="4763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5670" name="Freeform 157">
                <a:extLst>
                  <a:ext uri="{FF2B5EF4-FFF2-40B4-BE49-F238E27FC236}">
                    <a16:creationId xmlns:a16="http://schemas.microsoft.com/office/drawing/2014/main" id="{A15F872F-4398-4F46-A209-6EE3D8D0FA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1" y="2507"/>
                <a:ext cx="26" cy="41"/>
              </a:xfrm>
              <a:custGeom>
                <a:avLst/>
                <a:gdLst>
                  <a:gd name="T0" fmla="*/ 68 w 16"/>
                  <a:gd name="T1" fmla="*/ 0 h 25"/>
                  <a:gd name="T2" fmla="*/ 29 w 16"/>
                  <a:gd name="T3" fmla="*/ 97 h 25"/>
                  <a:gd name="T4" fmla="*/ 0 w 16"/>
                  <a:gd name="T5" fmla="*/ 110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25">
                    <a:moveTo>
                      <a:pt x="16" y="0"/>
                    </a:moveTo>
                    <a:cubicBezTo>
                      <a:pt x="14" y="6"/>
                      <a:pt x="10" y="21"/>
                      <a:pt x="7" y="22"/>
                    </a:cubicBezTo>
                    <a:cubicBezTo>
                      <a:pt x="3" y="23"/>
                      <a:pt x="2" y="21"/>
                      <a:pt x="0" y="25"/>
                    </a:cubicBezTo>
                  </a:path>
                </a:pathLst>
              </a:custGeom>
              <a:noFill/>
              <a:ln w="4763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5671" name="Freeform 158">
                <a:extLst>
                  <a:ext uri="{FF2B5EF4-FFF2-40B4-BE49-F238E27FC236}">
                    <a16:creationId xmlns:a16="http://schemas.microsoft.com/office/drawing/2014/main" id="{67A2B7A6-84DC-4AAF-86D1-7FB0FFE6EB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6" y="1112"/>
                <a:ext cx="928" cy="2921"/>
              </a:xfrm>
              <a:custGeom>
                <a:avLst/>
                <a:gdLst>
                  <a:gd name="T0" fmla="*/ 790 w 572"/>
                  <a:gd name="T1" fmla="*/ 357 h 1817"/>
                  <a:gd name="T2" fmla="*/ 584 w 572"/>
                  <a:gd name="T3" fmla="*/ 391 h 1817"/>
                  <a:gd name="T4" fmla="*/ 342 w 572"/>
                  <a:gd name="T5" fmla="*/ 532 h 1817"/>
                  <a:gd name="T6" fmla="*/ 187 w 572"/>
                  <a:gd name="T7" fmla="*/ 1170 h 1817"/>
                  <a:gd name="T8" fmla="*/ 149 w 572"/>
                  <a:gd name="T9" fmla="*/ 1982 h 1817"/>
                  <a:gd name="T10" fmla="*/ 81 w 572"/>
                  <a:gd name="T11" fmla="*/ 2927 h 1817"/>
                  <a:gd name="T12" fmla="*/ 8 w 572"/>
                  <a:gd name="T13" fmla="*/ 3615 h 1817"/>
                  <a:gd name="T14" fmla="*/ 50 w 572"/>
                  <a:gd name="T15" fmla="*/ 3742 h 1817"/>
                  <a:gd name="T16" fmla="*/ 234 w 572"/>
                  <a:gd name="T17" fmla="*/ 3905 h 1817"/>
                  <a:gd name="T18" fmla="*/ 300 w 572"/>
                  <a:gd name="T19" fmla="*/ 3869 h 1817"/>
                  <a:gd name="T20" fmla="*/ 334 w 572"/>
                  <a:gd name="T21" fmla="*/ 3829 h 1817"/>
                  <a:gd name="T22" fmla="*/ 321 w 572"/>
                  <a:gd name="T23" fmla="*/ 3646 h 1817"/>
                  <a:gd name="T24" fmla="*/ 274 w 572"/>
                  <a:gd name="T25" fmla="*/ 3308 h 1817"/>
                  <a:gd name="T26" fmla="*/ 458 w 572"/>
                  <a:gd name="T27" fmla="*/ 2024 h 1817"/>
                  <a:gd name="T28" fmla="*/ 547 w 572"/>
                  <a:gd name="T29" fmla="*/ 1582 h 1817"/>
                  <a:gd name="T30" fmla="*/ 604 w 572"/>
                  <a:gd name="T31" fmla="*/ 2394 h 1817"/>
                  <a:gd name="T32" fmla="*/ 376 w 572"/>
                  <a:gd name="T33" fmla="*/ 3548 h 1817"/>
                  <a:gd name="T34" fmla="*/ 652 w 572"/>
                  <a:gd name="T35" fmla="*/ 4882 h 1817"/>
                  <a:gd name="T36" fmla="*/ 719 w 572"/>
                  <a:gd name="T37" fmla="*/ 6200 h 1817"/>
                  <a:gd name="T38" fmla="*/ 876 w 572"/>
                  <a:gd name="T39" fmla="*/ 7035 h 1817"/>
                  <a:gd name="T40" fmla="*/ 727 w 572"/>
                  <a:gd name="T41" fmla="*/ 7372 h 1817"/>
                  <a:gd name="T42" fmla="*/ 774 w 572"/>
                  <a:gd name="T43" fmla="*/ 7499 h 1817"/>
                  <a:gd name="T44" fmla="*/ 986 w 572"/>
                  <a:gd name="T45" fmla="*/ 7516 h 1817"/>
                  <a:gd name="T46" fmla="*/ 1192 w 572"/>
                  <a:gd name="T47" fmla="*/ 7371 h 1817"/>
                  <a:gd name="T48" fmla="*/ 1205 w 572"/>
                  <a:gd name="T49" fmla="*/ 7117 h 1817"/>
                  <a:gd name="T50" fmla="*/ 1171 w 572"/>
                  <a:gd name="T51" fmla="*/ 6872 h 1817"/>
                  <a:gd name="T52" fmla="*/ 1181 w 572"/>
                  <a:gd name="T53" fmla="*/ 5475 h 1817"/>
                  <a:gd name="T54" fmla="*/ 1179 w 572"/>
                  <a:gd name="T55" fmla="*/ 4696 h 1817"/>
                  <a:gd name="T56" fmla="*/ 1179 w 572"/>
                  <a:gd name="T57" fmla="*/ 3561 h 1817"/>
                  <a:gd name="T58" fmla="*/ 1217 w 572"/>
                  <a:gd name="T59" fmla="*/ 3564 h 1817"/>
                  <a:gd name="T60" fmla="*/ 1272 w 572"/>
                  <a:gd name="T61" fmla="*/ 3551 h 1817"/>
                  <a:gd name="T62" fmla="*/ 1269 w 572"/>
                  <a:gd name="T63" fmla="*/ 4046 h 1817"/>
                  <a:gd name="T64" fmla="*/ 1277 w 572"/>
                  <a:gd name="T65" fmla="*/ 5094 h 1817"/>
                  <a:gd name="T66" fmla="*/ 1324 w 572"/>
                  <a:gd name="T67" fmla="*/ 6577 h 1817"/>
                  <a:gd name="T68" fmla="*/ 1264 w 572"/>
                  <a:gd name="T69" fmla="*/ 7022 h 1817"/>
                  <a:gd name="T70" fmla="*/ 1238 w 572"/>
                  <a:gd name="T71" fmla="*/ 7257 h 1817"/>
                  <a:gd name="T72" fmla="*/ 1298 w 572"/>
                  <a:gd name="T73" fmla="*/ 7503 h 1817"/>
                  <a:gd name="T74" fmla="*/ 1572 w 572"/>
                  <a:gd name="T75" fmla="*/ 7520 h 1817"/>
                  <a:gd name="T76" fmla="*/ 1716 w 572"/>
                  <a:gd name="T77" fmla="*/ 7440 h 1817"/>
                  <a:gd name="T78" fmla="*/ 1593 w 572"/>
                  <a:gd name="T79" fmla="*/ 7188 h 1817"/>
                  <a:gd name="T80" fmla="*/ 1590 w 572"/>
                  <a:gd name="T81" fmla="*/ 6771 h 1817"/>
                  <a:gd name="T82" fmla="*/ 1742 w 572"/>
                  <a:gd name="T83" fmla="*/ 5252 h 1817"/>
                  <a:gd name="T84" fmla="*/ 1984 w 572"/>
                  <a:gd name="T85" fmla="*/ 4197 h 1817"/>
                  <a:gd name="T86" fmla="*/ 2009 w 572"/>
                  <a:gd name="T87" fmla="*/ 2845 h 1817"/>
                  <a:gd name="T88" fmla="*/ 1872 w 572"/>
                  <a:gd name="T89" fmla="*/ 2029 h 1817"/>
                  <a:gd name="T90" fmla="*/ 1900 w 572"/>
                  <a:gd name="T91" fmla="*/ 1579 h 1817"/>
                  <a:gd name="T92" fmla="*/ 2059 w 572"/>
                  <a:gd name="T93" fmla="*/ 2612 h 1817"/>
                  <a:gd name="T94" fmla="*/ 2143 w 572"/>
                  <a:gd name="T95" fmla="*/ 3427 h 1817"/>
                  <a:gd name="T96" fmla="*/ 2122 w 572"/>
                  <a:gd name="T97" fmla="*/ 3797 h 1817"/>
                  <a:gd name="T98" fmla="*/ 2106 w 572"/>
                  <a:gd name="T99" fmla="*/ 3858 h 1817"/>
                  <a:gd name="T100" fmla="*/ 2109 w 572"/>
                  <a:gd name="T101" fmla="*/ 3939 h 1817"/>
                  <a:gd name="T102" fmla="*/ 2335 w 572"/>
                  <a:gd name="T103" fmla="*/ 3836 h 1817"/>
                  <a:gd name="T104" fmla="*/ 2416 w 572"/>
                  <a:gd name="T105" fmla="*/ 3678 h 1817"/>
                  <a:gd name="T106" fmla="*/ 2387 w 572"/>
                  <a:gd name="T107" fmla="*/ 3386 h 1817"/>
                  <a:gd name="T108" fmla="*/ 2369 w 572"/>
                  <a:gd name="T109" fmla="*/ 2612 h 1817"/>
                  <a:gd name="T110" fmla="*/ 2258 w 572"/>
                  <a:gd name="T111" fmla="*/ 1670 h 1817"/>
                  <a:gd name="T112" fmla="*/ 2216 w 572"/>
                  <a:gd name="T113" fmla="*/ 854 h 1817"/>
                  <a:gd name="T114" fmla="*/ 1916 w 572"/>
                  <a:gd name="T115" fmla="*/ 412 h 1817"/>
                  <a:gd name="T116" fmla="*/ 1789 w 572"/>
                  <a:gd name="T117" fmla="*/ 387 h 1817"/>
                  <a:gd name="T118" fmla="*/ 1475 w 572"/>
                  <a:gd name="T119" fmla="*/ 0 h 1817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0" t="0" r="r" b="b"/>
                <a:pathLst>
                  <a:path w="572" h="1817">
                    <a:moveTo>
                      <a:pt x="227" y="0"/>
                    </a:moveTo>
                    <a:cubicBezTo>
                      <a:pt x="227" y="77"/>
                      <a:pt x="207" y="79"/>
                      <a:pt x="185" y="86"/>
                    </a:cubicBezTo>
                    <a:cubicBezTo>
                      <a:pt x="176" y="89"/>
                      <a:pt x="165" y="91"/>
                      <a:pt x="153" y="93"/>
                    </a:cubicBezTo>
                    <a:cubicBezTo>
                      <a:pt x="148" y="94"/>
                      <a:pt x="143" y="93"/>
                      <a:pt x="137" y="94"/>
                    </a:cubicBezTo>
                    <a:cubicBezTo>
                      <a:pt x="133" y="95"/>
                      <a:pt x="127" y="98"/>
                      <a:pt x="123" y="99"/>
                    </a:cubicBezTo>
                    <a:cubicBezTo>
                      <a:pt x="107" y="105"/>
                      <a:pt x="91" y="115"/>
                      <a:pt x="80" y="128"/>
                    </a:cubicBezTo>
                    <a:cubicBezTo>
                      <a:pt x="69" y="140"/>
                      <a:pt x="57" y="179"/>
                      <a:pt x="53" y="205"/>
                    </a:cubicBezTo>
                    <a:cubicBezTo>
                      <a:pt x="49" y="232"/>
                      <a:pt x="46" y="262"/>
                      <a:pt x="44" y="282"/>
                    </a:cubicBezTo>
                    <a:cubicBezTo>
                      <a:pt x="41" y="316"/>
                      <a:pt x="43" y="366"/>
                      <a:pt x="43" y="402"/>
                    </a:cubicBezTo>
                    <a:cubicBezTo>
                      <a:pt x="43" y="437"/>
                      <a:pt x="38" y="461"/>
                      <a:pt x="35" y="477"/>
                    </a:cubicBezTo>
                    <a:cubicBezTo>
                      <a:pt x="32" y="494"/>
                      <a:pt x="17" y="539"/>
                      <a:pt x="18" y="629"/>
                    </a:cubicBezTo>
                    <a:cubicBezTo>
                      <a:pt x="18" y="644"/>
                      <a:pt x="17" y="681"/>
                      <a:pt x="19" y="705"/>
                    </a:cubicBezTo>
                    <a:cubicBezTo>
                      <a:pt x="22" y="735"/>
                      <a:pt x="17" y="800"/>
                      <a:pt x="14" y="815"/>
                    </a:cubicBezTo>
                    <a:cubicBezTo>
                      <a:pt x="9" y="834"/>
                      <a:pt x="5" y="866"/>
                      <a:pt x="2" y="870"/>
                    </a:cubicBezTo>
                    <a:cubicBezTo>
                      <a:pt x="0" y="875"/>
                      <a:pt x="5" y="881"/>
                      <a:pt x="7" y="885"/>
                    </a:cubicBezTo>
                    <a:cubicBezTo>
                      <a:pt x="9" y="890"/>
                      <a:pt x="9" y="894"/>
                      <a:pt x="12" y="901"/>
                    </a:cubicBezTo>
                    <a:cubicBezTo>
                      <a:pt x="14" y="906"/>
                      <a:pt x="21" y="917"/>
                      <a:pt x="25" y="923"/>
                    </a:cubicBezTo>
                    <a:cubicBezTo>
                      <a:pt x="29" y="929"/>
                      <a:pt x="43" y="936"/>
                      <a:pt x="55" y="940"/>
                    </a:cubicBezTo>
                    <a:cubicBezTo>
                      <a:pt x="62" y="943"/>
                      <a:pt x="77" y="951"/>
                      <a:pt x="78" y="948"/>
                    </a:cubicBezTo>
                    <a:cubicBezTo>
                      <a:pt x="81" y="940"/>
                      <a:pt x="76" y="935"/>
                      <a:pt x="70" y="931"/>
                    </a:cubicBezTo>
                    <a:cubicBezTo>
                      <a:pt x="66" y="929"/>
                      <a:pt x="77" y="936"/>
                      <a:pt x="79" y="929"/>
                    </a:cubicBezTo>
                    <a:cubicBezTo>
                      <a:pt x="80" y="927"/>
                      <a:pt x="80" y="926"/>
                      <a:pt x="78" y="922"/>
                    </a:cubicBezTo>
                    <a:cubicBezTo>
                      <a:pt x="79" y="918"/>
                      <a:pt x="78" y="918"/>
                      <a:pt x="76" y="914"/>
                    </a:cubicBezTo>
                    <a:cubicBezTo>
                      <a:pt x="81" y="912"/>
                      <a:pt x="77" y="889"/>
                      <a:pt x="75" y="878"/>
                    </a:cubicBezTo>
                    <a:cubicBezTo>
                      <a:pt x="76" y="870"/>
                      <a:pt x="76" y="844"/>
                      <a:pt x="70" y="825"/>
                    </a:cubicBezTo>
                    <a:cubicBezTo>
                      <a:pt x="66" y="814"/>
                      <a:pt x="64" y="803"/>
                      <a:pt x="64" y="796"/>
                    </a:cubicBezTo>
                    <a:cubicBezTo>
                      <a:pt x="61" y="780"/>
                      <a:pt x="80" y="662"/>
                      <a:pt x="90" y="629"/>
                    </a:cubicBezTo>
                    <a:cubicBezTo>
                      <a:pt x="111" y="560"/>
                      <a:pt x="105" y="499"/>
                      <a:pt x="107" y="487"/>
                    </a:cubicBezTo>
                    <a:cubicBezTo>
                      <a:pt x="109" y="475"/>
                      <a:pt x="123" y="410"/>
                      <a:pt x="127" y="381"/>
                    </a:cubicBezTo>
                    <a:cubicBezTo>
                      <a:pt x="128" y="381"/>
                      <a:pt x="128" y="381"/>
                      <a:pt x="128" y="381"/>
                    </a:cubicBezTo>
                    <a:cubicBezTo>
                      <a:pt x="130" y="417"/>
                      <a:pt x="134" y="470"/>
                      <a:pt x="135" y="488"/>
                    </a:cubicBezTo>
                    <a:cubicBezTo>
                      <a:pt x="136" y="513"/>
                      <a:pt x="152" y="555"/>
                      <a:pt x="141" y="576"/>
                    </a:cubicBezTo>
                    <a:cubicBezTo>
                      <a:pt x="130" y="596"/>
                      <a:pt x="112" y="629"/>
                      <a:pt x="103" y="685"/>
                    </a:cubicBezTo>
                    <a:cubicBezTo>
                      <a:pt x="94" y="729"/>
                      <a:pt x="80" y="775"/>
                      <a:pt x="88" y="854"/>
                    </a:cubicBezTo>
                    <a:cubicBezTo>
                      <a:pt x="94" y="911"/>
                      <a:pt x="93" y="947"/>
                      <a:pt x="107" y="1010"/>
                    </a:cubicBezTo>
                    <a:cubicBezTo>
                      <a:pt x="120" y="1066"/>
                      <a:pt x="146" y="1134"/>
                      <a:pt x="153" y="1175"/>
                    </a:cubicBezTo>
                    <a:cubicBezTo>
                      <a:pt x="160" y="1217"/>
                      <a:pt x="163" y="1237"/>
                      <a:pt x="165" y="1264"/>
                    </a:cubicBezTo>
                    <a:cubicBezTo>
                      <a:pt x="167" y="1291"/>
                      <a:pt x="149" y="1418"/>
                      <a:pt x="168" y="1492"/>
                    </a:cubicBezTo>
                    <a:cubicBezTo>
                      <a:pt x="188" y="1565"/>
                      <a:pt x="197" y="1612"/>
                      <a:pt x="201" y="1630"/>
                    </a:cubicBezTo>
                    <a:cubicBezTo>
                      <a:pt x="209" y="1669"/>
                      <a:pt x="202" y="1673"/>
                      <a:pt x="205" y="1693"/>
                    </a:cubicBezTo>
                    <a:cubicBezTo>
                      <a:pt x="209" y="1713"/>
                      <a:pt x="209" y="1710"/>
                      <a:pt x="199" y="1730"/>
                    </a:cubicBezTo>
                    <a:cubicBezTo>
                      <a:pt x="190" y="1742"/>
                      <a:pt x="175" y="1769"/>
                      <a:pt x="170" y="1775"/>
                    </a:cubicBezTo>
                    <a:cubicBezTo>
                      <a:pt x="166" y="1781"/>
                      <a:pt x="168" y="1787"/>
                      <a:pt x="170" y="1791"/>
                    </a:cubicBezTo>
                    <a:cubicBezTo>
                      <a:pt x="167" y="1800"/>
                      <a:pt x="177" y="1805"/>
                      <a:pt x="181" y="1805"/>
                    </a:cubicBezTo>
                    <a:cubicBezTo>
                      <a:pt x="180" y="1816"/>
                      <a:pt x="200" y="1815"/>
                      <a:pt x="204" y="1810"/>
                    </a:cubicBezTo>
                    <a:cubicBezTo>
                      <a:pt x="210" y="1816"/>
                      <a:pt x="225" y="1816"/>
                      <a:pt x="231" y="1809"/>
                    </a:cubicBezTo>
                    <a:cubicBezTo>
                      <a:pt x="241" y="1817"/>
                      <a:pt x="257" y="1817"/>
                      <a:pt x="268" y="1806"/>
                    </a:cubicBezTo>
                    <a:cubicBezTo>
                      <a:pt x="279" y="1795"/>
                      <a:pt x="280" y="1785"/>
                      <a:pt x="279" y="1774"/>
                    </a:cubicBezTo>
                    <a:cubicBezTo>
                      <a:pt x="278" y="1763"/>
                      <a:pt x="280" y="1760"/>
                      <a:pt x="283" y="1747"/>
                    </a:cubicBezTo>
                    <a:cubicBezTo>
                      <a:pt x="285" y="1733"/>
                      <a:pt x="287" y="1723"/>
                      <a:pt x="282" y="1713"/>
                    </a:cubicBezTo>
                    <a:cubicBezTo>
                      <a:pt x="277" y="1704"/>
                      <a:pt x="277" y="1700"/>
                      <a:pt x="277" y="1690"/>
                    </a:cubicBezTo>
                    <a:cubicBezTo>
                      <a:pt x="277" y="1681"/>
                      <a:pt x="280" y="1666"/>
                      <a:pt x="274" y="1654"/>
                    </a:cubicBezTo>
                    <a:cubicBezTo>
                      <a:pt x="268" y="1642"/>
                      <a:pt x="261" y="1614"/>
                      <a:pt x="262" y="1583"/>
                    </a:cubicBezTo>
                    <a:cubicBezTo>
                      <a:pt x="263" y="1552"/>
                      <a:pt x="286" y="1378"/>
                      <a:pt x="277" y="1318"/>
                    </a:cubicBezTo>
                    <a:cubicBezTo>
                      <a:pt x="267" y="1258"/>
                      <a:pt x="271" y="1246"/>
                      <a:pt x="273" y="1226"/>
                    </a:cubicBezTo>
                    <a:cubicBezTo>
                      <a:pt x="275" y="1206"/>
                      <a:pt x="281" y="1173"/>
                      <a:pt x="276" y="1130"/>
                    </a:cubicBezTo>
                    <a:cubicBezTo>
                      <a:pt x="274" y="1113"/>
                      <a:pt x="274" y="1044"/>
                      <a:pt x="275" y="974"/>
                    </a:cubicBezTo>
                    <a:cubicBezTo>
                      <a:pt x="275" y="928"/>
                      <a:pt x="288" y="869"/>
                      <a:pt x="276" y="857"/>
                    </a:cubicBezTo>
                    <a:cubicBezTo>
                      <a:pt x="276" y="856"/>
                      <a:pt x="276" y="856"/>
                      <a:pt x="276" y="856"/>
                    </a:cubicBezTo>
                    <a:cubicBezTo>
                      <a:pt x="279" y="857"/>
                      <a:pt x="282" y="858"/>
                      <a:pt x="285" y="858"/>
                    </a:cubicBezTo>
                    <a:cubicBezTo>
                      <a:pt x="286" y="858"/>
                      <a:pt x="286" y="858"/>
                      <a:pt x="286" y="858"/>
                    </a:cubicBezTo>
                    <a:cubicBezTo>
                      <a:pt x="290" y="858"/>
                      <a:pt x="294" y="857"/>
                      <a:pt x="298" y="855"/>
                    </a:cubicBezTo>
                    <a:cubicBezTo>
                      <a:pt x="297" y="857"/>
                      <a:pt x="297" y="857"/>
                      <a:pt x="297" y="857"/>
                    </a:cubicBezTo>
                    <a:cubicBezTo>
                      <a:pt x="285" y="869"/>
                      <a:pt x="297" y="928"/>
                      <a:pt x="297" y="974"/>
                    </a:cubicBezTo>
                    <a:cubicBezTo>
                      <a:pt x="298" y="1044"/>
                      <a:pt x="299" y="1113"/>
                      <a:pt x="297" y="1130"/>
                    </a:cubicBezTo>
                    <a:cubicBezTo>
                      <a:pt x="291" y="1173"/>
                      <a:pt x="297" y="1206"/>
                      <a:pt x="299" y="1226"/>
                    </a:cubicBezTo>
                    <a:cubicBezTo>
                      <a:pt x="302" y="1246"/>
                      <a:pt x="305" y="1258"/>
                      <a:pt x="296" y="1318"/>
                    </a:cubicBezTo>
                    <a:cubicBezTo>
                      <a:pt x="286" y="1378"/>
                      <a:pt x="309" y="1552"/>
                      <a:pt x="310" y="1583"/>
                    </a:cubicBezTo>
                    <a:cubicBezTo>
                      <a:pt x="311" y="1614"/>
                      <a:pt x="304" y="1642"/>
                      <a:pt x="298" y="1654"/>
                    </a:cubicBezTo>
                    <a:cubicBezTo>
                      <a:pt x="292" y="1666"/>
                      <a:pt x="296" y="1681"/>
                      <a:pt x="296" y="1690"/>
                    </a:cubicBezTo>
                    <a:cubicBezTo>
                      <a:pt x="296" y="1700"/>
                      <a:pt x="296" y="1704"/>
                      <a:pt x="291" y="1713"/>
                    </a:cubicBezTo>
                    <a:cubicBezTo>
                      <a:pt x="286" y="1723"/>
                      <a:pt x="288" y="1733"/>
                      <a:pt x="290" y="1747"/>
                    </a:cubicBezTo>
                    <a:cubicBezTo>
                      <a:pt x="292" y="1760"/>
                      <a:pt x="295" y="1763"/>
                      <a:pt x="294" y="1774"/>
                    </a:cubicBezTo>
                    <a:cubicBezTo>
                      <a:pt x="292" y="1785"/>
                      <a:pt x="294" y="1795"/>
                      <a:pt x="304" y="1806"/>
                    </a:cubicBezTo>
                    <a:cubicBezTo>
                      <a:pt x="315" y="1817"/>
                      <a:pt x="332" y="1817"/>
                      <a:pt x="341" y="1809"/>
                    </a:cubicBezTo>
                    <a:cubicBezTo>
                      <a:pt x="347" y="1816"/>
                      <a:pt x="362" y="1816"/>
                      <a:pt x="368" y="1810"/>
                    </a:cubicBezTo>
                    <a:cubicBezTo>
                      <a:pt x="373" y="1815"/>
                      <a:pt x="393" y="1816"/>
                      <a:pt x="392" y="1805"/>
                    </a:cubicBezTo>
                    <a:cubicBezTo>
                      <a:pt x="395" y="1805"/>
                      <a:pt x="406" y="1800"/>
                      <a:pt x="402" y="1791"/>
                    </a:cubicBezTo>
                    <a:cubicBezTo>
                      <a:pt x="405" y="1787"/>
                      <a:pt x="407" y="1781"/>
                      <a:pt x="402" y="1775"/>
                    </a:cubicBezTo>
                    <a:cubicBezTo>
                      <a:pt x="397" y="1769"/>
                      <a:pt x="382" y="1742"/>
                      <a:pt x="373" y="1730"/>
                    </a:cubicBezTo>
                    <a:cubicBezTo>
                      <a:pt x="363" y="1710"/>
                      <a:pt x="364" y="1713"/>
                      <a:pt x="367" y="1693"/>
                    </a:cubicBezTo>
                    <a:cubicBezTo>
                      <a:pt x="371" y="1673"/>
                      <a:pt x="363" y="1669"/>
                      <a:pt x="372" y="1630"/>
                    </a:cubicBezTo>
                    <a:cubicBezTo>
                      <a:pt x="376" y="1612"/>
                      <a:pt x="384" y="1565"/>
                      <a:pt x="404" y="1492"/>
                    </a:cubicBezTo>
                    <a:cubicBezTo>
                      <a:pt x="424" y="1418"/>
                      <a:pt x="406" y="1291"/>
                      <a:pt x="408" y="1264"/>
                    </a:cubicBezTo>
                    <a:cubicBezTo>
                      <a:pt x="410" y="1237"/>
                      <a:pt x="413" y="1217"/>
                      <a:pt x="420" y="1175"/>
                    </a:cubicBezTo>
                    <a:cubicBezTo>
                      <a:pt x="427" y="1134"/>
                      <a:pt x="452" y="1066"/>
                      <a:pt x="465" y="1010"/>
                    </a:cubicBezTo>
                    <a:cubicBezTo>
                      <a:pt x="479" y="947"/>
                      <a:pt x="478" y="911"/>
                      <a:pt x="484" y="854"/>
                    </a:cubicBezTo>
                    <a:cubicBezTo>
                      <a:pt x="492" y="775"/>
                      <a:pt x="479" y="729"/>
                      <a:pt x="470" y="685"/>
                    </a:cubicBezTo>
                    <a:cubicBezTo>
                      <a:pt x="460" y="629"/>
                      <a:pt x="442" y="596"/>
                      <a:pt x="431" y="576"/>
                    </a:cubicBezTo>
                    <a:cubicBezTo>
                      <a:pt x="421" y="555"/>
                      <a:pt x="437" y="513"/>
                      <a:pt x="438" y="488"/>
                    </a:cubicBezTo>
                    <a:cubicBezTo>
                      <a:pt x="439" y="470"/>
                      <a:pt x="442" y="415"/>
                      <a:pt x="445" y="380"/>
                    </a:cubicBezTo>
                    <a:cubicBezTo>
                      <a:pt x="445" y="380"/>
                      <a:pt x="445" y="380"/>
                      <a:pt x="445" y="380"/>
                    </a:cubicBezTo>
                    <a:cubicBezTo>
                      <a:pt x="449" y="409"/>
                      <a:pt x="463" y="475"/>
                      <a:pt x="466" y="487"/>
                    </a:cubicBezTo>
                    <a:cubicBezTo>
                      <a:pt x="468" y="499"/>
                      <a:pt x="461" y="560"/>
                      <a:pt x="482" y="629"/>
                    </a:cubicBezTo>
                    <a:cubicBezTo>
                      <a:pt x="493" y="662"/>
                      <a:pt x="511" y="780"/>
                      <a:pt x="508" y="796"/>
                    </a:cubicBezTo>
                    <a:cubicBezTo>
                      <a:pt x="508" y="803"/>
                      <a:pt x="506" y="814"/>
                      <a:pt x="502" y="825"/>
                    </a:cubicBezTo>
                    <a:cubicBezTo>
                      <a:pt x="496" y="844"/>
                      <a:pt x="497" y="870"/>
                      <a:pt x="498" y="878"/>
                    </a:cubicBezTo>
                    <a:cubicBezTo>
                      <a:pt x="496" y="889"/>
                      <a:pt x="492" y="912"/>
                      <a:pt x="497" y="914"/>
                    </a:cubicBezTo>
                    <a:cubicBezTo>
                      <a:pt x="494" y="918"/>
                      <a:pt x="493" y="918"/>
                      <a:pt x="494" y="922"/>
                    </a:cubicBezTo>
                    <a:cubicBezTo>
                      <a:pt x="493" y="926"/>
                      <a:pt x="493" y="927"/>
                      <a:pt x="493" y="929"/>
                    </a:cubicBezTo>
                    <a:cubicBezTo>
                      <a:pt x="496" y="936"/>
                      <a:pt x="506" y="929"/>
                      <a:pt x="502" y="931"/>
                    </a:cubicBezTo>
                    <a:cubicBezTo>
                      <a:pt x="497" y="935"/>
                      <a:pt x="491" y="940"/>
                      <a:pt x="494" y="948"/>
                    </a:cubicBezTo>
                    <a:cubicBezTo>
                      <a:pt x="496" y="951"/>
                      <a:pt x="510" y="943"/>
                      <a:pt x="518" y="940"/>
                    </a:cubicBezTo>
                    <a:cubicBezTo>
                      <a:pt x="529" y="936"/>
                      <a:pt x="544" y="929"/>
                      <a:pt x="547" y="923"/>
                    </a:cubicBezTo>
                    <a:cubicBezTo>
                      <a:pt x="551" y="917"/>
                      <a:pt x="558" y="906"/>
                      <a:pt x="561" y="901"/>
                    </a:cubicBezTo>
                    <a:cubicBezTo>
                      <a:pt x="564" y="894"/>
                      <a:pt x="563" y="890"/>
                      <a:pt x="566" y="885"/>
                    </a:cubicBezTo>
                    <a:cubicBezTo>
                      <a:pt x="568" y="881"/>
                      <a:pt x="572" y="875"/>
                      <a:pt x="570" y="870"/>
                    </a:cubicBezTo>
                    <a:cubicBezTo>
                      <a:pt x="568" y="866"/>
                      <a:pt x="564" y="834"/>
                      <a:pt x="559" y="815"/>
                    </a:cubicBezTo>
                    <a:cubicBezTo>
                      <a:pt x="555" y="800"/>
                      <a:pt x="551" y="735"/>
                      <a:pt x="553" y="705"/>
                    </a:cubicBezTo>
                    <a:cubicBezTo>
                      <a:pt x="555" y="681"/>
                      <a:pt x="554" y="644"/>
                      <a:pt x="555" y="629"/>
                    </a:cubicBezTo>
                    <a:cubicBezTo>
                      <a:pt x="555" y="539"/>
                      <a:pt x="541" y="494"/>
                      <a:pt x="537" y="477"/>
                    </a:cubicBezTo>
                    <a:cubicBezTo>
                      <a:pt x="534" y="461"/>
                      <a:pt x="529" y="437"/>
                      <a:pt x="529" y="402"/>
                    </a:cubicBezTo>
                    <a:cubicBezTo>
                      <a:pt x="529" y="366"/>
                      <a:pt x="531" y="316"/>
                      <a:pt x="529" y="282"/>
                    </a:cubicBezTo>
                    <a:cubicBezTo>
                      <a:pt x="527" y="262"/>
                      <a:pt x="523" y="232"/>
                      <a:pt x="519" y="205"/>
                    </a:cubicBezTo>
                    <a:cubicBezTo>
                      <a:pt x="515" y="179"/>
                      <a:pt x="503" y="140"/>
                      <a:pt x="492" y="128"/>
                    </a:cubicBezTo>
                    <a:cubicBezTo>
                      <a:pt x="481" y="115"/>
                      <a:pt x="465" y="105"/>
                      <a:pt x="449" y="99"/>
                    </a:cubicBezTo>
                    <a:cubicBezTo>
                      <a:pt x="445" y="98"/>
                      <a:pt x="440" y="95"/>
                      <a:pt x="436" y="94"/>
                    </a:cubicBezTo>
                    <a:cubicBezTo>
                      <a:pt x="429" y="93"/>
                      <a:pt x="425" y="94"/>
                      <a:pt x="419" y="93"/>
                    </a:cubicBezTo>
                    <a:cubicBezTo>
                      <a:pt x="407" y="91"/>
                      <a:pt x="397" y="89"/>
                      <a:pt x="387" y="86"/>
                    </a:cubicBezTo>
                    <a:cubicBezTo>
                      <a:pt x="366" y="79"/>
                      <a:pt x="345" y="77"/>
                      <a:pt x="345" y="0"/>
                    </a:cubicBezTo>
                  </a:path>
                </a:pathLst>
              </a:custGeom>
              <a:noFill/>
              <a:ln w="4763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5672" name="Freeform 159">
                <a:extLst>
                  <a:ext uri="{FF2B5EF4-FFF2-40B4-BE49-F238E27FC236}">
                    <a16:creationId xmlns:a16="http://schemas.microsoft.com/office/drawing/2014/main" id="{8399A2E7-F0A3-4313-BBCE-F6BB4862E8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0" y="1178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0" y="0"/>
                    </a:lnTo>
                  </a:path>
                </a:pathLst>
              </a:custGeom>
              <a:noFill/>
              <a:ln w="4763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5673" name="Freeform 160">
                <a:extLst>
                  <a:ext uri="{FF2B5EF4-FFF2-40B4-BE49-F238E27FC236}">
                    <a16:creationId xmlns:a16="http://schemas.microsoft.com/office/drawing/2014/main" id="{63EBF7F2-EDC2-43D0-A3A3-50500FBED0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7" y="2557"/>
                <a:ext cx="3" cy="16"/>
              </a:xfrm>
              <a:custGeom>
                <a:avLst/>
                <a:gdLst>
                  <a:gd name="T0" fmla="*/ 0 w 2"/>
                  <a:gd name="T1" fmla="*/ 0 h 10"/>
                  <a:gd name="T2" fmla="*/ 0 w 2"/>
                  <a:gd name="T3" fmla="*/ 42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0">
                    <a:moveTo>
                      <a:pt x="0" y="0"/>
                    </a:moveTo>
                    <a:cubicBezTo>
                      <a:pt x="2" y="1"/>
                      <a:pt x="1" y="8"/>
                      <a:pt x="0" y="10"/>
                    </a:cubicBezTo>
                  </a:path>
                </a:pathLst>
              </a:custGeom>
              <a:noFill/>
              <a:ln w="158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5674" name="Freeform 161">
                <a:extLst>
                  <a:ext uri="{FF2B5EF4-FFF2-40B4-BE49-F238E27FC236}">
                    <a16:creationId xmlns:a16="http://schemas.microsoft.com/office/drawing/2014/main" id="{060FDFCE-5949-47CE-B2F9-28D7DF8DEA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6" y="3824"/>
                <a:ext cx="7" cy="34"/>
              </a:xfrm>
              <a:custGeom>
                <a:avLst/>
                <a:gdLst>
                  <a:gd name="T0" fmla="*/ 0 w 4"/>
                  <a:gd name="T1" fmla="*/ 0 h 21"/>
                  <a:gd name="T2" fmla="*/ 21 w 4"/>
                  <a:gd name="T3" fmla="*/ 89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1">
                    <a:moveTo>
                      <a:pt x="0" y="0"/>
                    </a:moveTo>
                    <a:cubicBezTo>
                      <a:pt x="0" y="8"/>
                      <a:pt x="4" y="21"/>
                      <a:pt x="4" y="21"/>
                    </a:cubicBezTo>
                  </a:path>
                </a:pathLst>
              </a:custGeom>
              <a:noFill/>
              <a:ln w="4763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5675" name="Oval 162">
                <a:extLst>
                  <a:ext uri="{FF2B5EF4-FFF2-40B4-BE49-F238E27FC236}">
                    <a16:creationId xmlns:a16="http://schemas.microsoft.com/office/drawing/2014/main" id="{0B88D874-3A65-46E7-8161-B2CAE29B03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05" y="961"/>
                <a:ext cx="7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676" name="Oval 163">
                <a:extLst>
                  <a:ext uri="{FF2B5EF4-FFF2-40B4-BE49-F238E27FC236}">
                    <a16:creationId xmlns:a16="http://schemas.microsoft.com/office/drawing/2014/main" id="{C3F4D8C9-E411-477A-94A9-0CC2C3D14B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43" y="961"/>
                <a:ext cx="7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677" name="Freeform 164">
                <a:extLst>
                  <a:ext uri="{FF2B5EF4-FFF2-40B4-BE49-F238E27FC236}">
                    <a16:creationId xmlns:a16="http://schemas.microsoft.com/office/drawing/2014/main" id="{9AE6C77D-B5F8-45CC-92FC-7CFD6B8A85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5" y="2030"/>
                <a:ext cx="46" cy="34"/>
              </a:xfrm>
              <a:custGeom>
                <a:avLst/>
                <a:gdLst>
                  <a:gd name="T0" fmla="*/ 0 w 28"/>
                  <a:gd name="T1" fmla="*/ 60 h 21"/>
                  <a:gd name="T2" fmla="*/ 97 w 28"/>
                  <a:gd name="T3" fmla="*/ 89 h 21"/>
                  <a:gd name="T4" fmla="*/ 0 w 28"/>
                  <a:gd name="T5" fmla="*/ 55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21">
                    <a:moveTo>
                      <a:pt x="0" y="14"/>
                    </a:moveTo>
                    <a:cubicBezTo>
                      <a:pt x="6" y="8"/>
                      <a:pt x="18" y="11"/>
                      <a:pt x="22" y="21"/>
                    </a:cubicBezTo>
                    <a:cubicBezTo>
                      <a:pt x="28" y="14"/>
                      <a:pt x="5" y="0"/>
                      <a:pt x="0" y="1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5678" name="Freeform 165">
                <a:extLst>
                  <a:ext uri="{FF2B5EF4-FFF2-40B4-BE49-F238E27FC236}">
                    <a16:creationId xmlns:a16="http://schemas.microsoft.com/office/drawing/2014/main" id="{E88F8FB0-7926-46C5-9D9D-CFF6AB947B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4" y="3958"/>
                <a:ext cx="24" cy="16"/>
              </a:xfrm>
              <a:custGeom>
                <a:avLst/>
                <a:gdLst>
                  <a:gd name="T0" fmla="*/ 21 w 15"/>
                  <a:gd name="T1" fmla="*/ 5 h 10"/>
                  <a:gd name="T2" fmla="*/ 54 w 15"/>
                  <a:gd name="T3" fmla="*/ 13 h 10"/>
                  <a:gd name="T4" fmla="*/ 21 w 15"/>
                  <a:gd name="T5" fmla="*/ 16 h 10"/>
                  <a:gd name="T6" fmla="*/ 0 w 15"/>
                  <a:gd name="T7" fmla="*/ 29 h 10"/>
                  <a:gd name="T8" fmla="*/ 46 w 15"/>
                  <a:gd name="T9" fmla="*/ 42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0">
                    <a:moveTo>
                      <a:pt x="5" y="1"/>
                    </a:moveTo>
                    <a:cubicBezTo>
                      <a:pt x="8" y="2"/>
                      <a:pt x="12" y="0"/>
                      <a:pt x="13" y="3"/>
                    </a:cubicBezTo>
                    <a:cubicBezTo>
                      <a:pt x="15" y="9"/>
                      <a:pt x="6" y="4"/>
                      <a:pt x="5" y="4"/>
                    </a:cubicBezTo>
                    <a:cubicBezTo>
                      <a:pt x="3" y="4"/>
                      <a:pt x="0" y="4"/>
                      <a:pt x="0" y="7"/>
                    </a:cubicBezTo>
                    <a:cubicBezTo>
                      <a:pt x="1" y="10"/>
                      <a:pt x="9" y="9"/>
                      <a:pt x="11" y="10"/>
                    </a:cubicBezTo>
                  </a:path>
                </a:pathLst>
              </a:custGeom>
              <a:noFill/>
              <a:ln w="7938" cap="flat">
                <a:solidFill>
                  <a:srgbClr val="FEF6F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5679" name="Freeform 166">
                <a:extLst>
                  <a:ext uri="{FF2B5EF4-FFF2-40B4-BE49-F238E27FC236}">
                    <a16:creationId xmlns:a16="http://schemas.microsoft.com/office/drawing/2014/main" id="{1F3A7131-6BC6-452A-B45B-1A415DB090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0" y="3959"/>
                <a:ext cx="13" cy="13"/>
              </a:xfrm>
              <a:custGeom>
                <a:avLst/>
                <a:gdLst>
                  <a:gd name="T0" fmla="*/ 34 w 8"/>
                  <a:gd name="T1" fmla="*/ 21 h 8"/>
                  <a:gd name="T2" fmla="*/ 0 w 8"/>
                  <a:gd name="T3" fmla="*/ 5 h 8"/>
                  <a:gd name="T4" fmla="*/ 26 w 8"/>
                  <a:gd name="T5" fmla="*/ 34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8">
                    <a:moveTo>
                      <a:pt x="8" y="5"/>
                    </a:moveTo>
                    <a:cubicBezTo>
                      <a:pt x="8" y="2"/>
                      <a:pt x="3" y="0"/>
                      <a:pt x="0" y="1"/>
                    </a:cubicBezTo>
                    <a:cubicBezTo>
                      <a:pt x="1" y="4"/>
                      <a:pt x="3" y="7"/>
                      <a:pt x="6" y="8"/>
                    </a:cubicBezTo>
                  </a:path>
                </a:pathLst>
              </a:custGeom>
              <a:noFill/>
              <a:ln w="7938" cap="flat">
                <a:solidFill>
                  <a:srgbClr val="FEF6F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5680" name="Freeform 167">
                <a:extLst>
                  <a:ext uri="{FF2B5EF4-FFF2-40B4-BE49-F238E27FC236}">
                    <a16:creationId xmlns:a16="http://schemas.microsoft.com/office/drawing/2014/main" id="{78BD43BC-84A4-4B9E-88D5-9723C7CDC3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1" y="3953"/>
                <a:ext cx="23" cy="16"/>
              </a:xfrm>
              <a:custGeom>
                <a:avLst/>
                <a:gdLst>
                  <a:gd name="T0" fmla="*/ 62 w 14"/>
                  <a:gd name="T1" fmla="*/ 26 h 10"/>
                  <a:gd name="T2" fmla="*/ 21 w 14"/>
                  <a:gd name="T3" fmla="*/ 8 h 10"/>
                  <a:gd name="T4" fmla="*/ 58 w 14"/>
                  <a:gd name="T5" fmla="*/ 42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0">
                    <a:moveTo>
                      <a:pt x="14" y="6"/>
                    </a:moveTo>
                    <a:cubicBezTo>
                      <a:pt x="13" y="5"/>
                      <a:pt x="7" y="0"/>
                      <a:pt x="5" y="2"/>
                    </a:cubicBezTo>
                    <a:cubicBezTo>
                      <a:pt x="0" y="6"/>
                      <a:pt x="11" y="10"/>
                      <a:pt x="13" y="10"/>
                    </a:cubicBezTo>
                  </a:path>
                </a:pathLst>
              </a:custGeom>
              <a:noFill/>
              <a:ln w="7938" cap="flat">
                <a:solidFill>
                  <a:srgbClr val="FEF6F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5681" name="Freeform 168">
                <a:extLst>
                  <a:ext uri="{FF2B5EF4-FFF2-40B4-BE49-F238E27FC236}">
                    <a16:creationId xmlns:a16="http://schemas.microsoft.com/office/drawing/2014/main" id="{B45C3488-AFD2-404C-9C63-CA33BEC2E5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5" y="3948"/>
                <a:ext cx="8" cy="8"/>
              </a:xfrm>
              <a:custGeom>
                <a:avLst/>
                <a:gdLst>
                  <a:gd name="T0" fmla="*/ 21 w 5"/>
                  <a:gd name="T1" fmla="*/ 21 h 5"/>
                  <a:gd name="T2" fmla="*/ 0 w 5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5">
                    <a:moveTo>
                      <a:pt x="5" y="5"/>
                    </a:moveTo>
                    <a:cubicBezTo>
                      <a:pt x="4" y="2"/>
                      <a:pt x="2" y="1"/>
                      <a:pt x="0" y="0"/>
                    </a:cubicBezTo>
                  </a:path>
                </a:pathLst>
              </a:custGeom>
              <a:noFill/>
              <a:ln w="7938" cap="flat">
                <a:solidFill>
                  <a:srgbClr val="FEF6F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5682" name="Freeform 169">
                <a:extLst>
                  <a:ext uri="{FF2B5EF4-FFF2-40B4-BE49-F238E27FC236}">
                    <a16:creationId xmlns:a16="http://schemas.microsoft.com/office/drawing/2014/main" id="{C51857F3-F6FD-48BA-AE58-7D75C1111E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3" y="3956"/>
                <a:ext cx="18" cy="13"/>
              </a:xfrm>
              <a:custGeom>
                <a:avLst/>
                <a:gdLst>
                  <a:gd name="T0" fmla="*/ 5 w 11"/>
                  <a:gd name="T1" fmla="*/ 13 h 8"/>
                  <a:gd name="T2" fmla="*/ 43 w 11"/>
                  <a:gd name="T3" fmla="*/ 18 h 8"/>
                  <a:gd name="T4" fmla="*/ 0 w 11"/>
                  <a:gd name="T5" fmla="*/ 29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8">
                    <a:moveTo>
                      <a:pt x="1" y="3"/>
                    </a:moveTo>
                    <a:cubicBezTo>
                      <a:pt x="3" y="2"/>
                      <a:pt x="11" y="0"/>
                      <a:pt x="10" y="4"/>
                    </a:cubicBezTo>
                    <a:cubicBezTo>
                      <a:pt x="9" y="8"/>
                      <a:pt x="3" y="7"/>
                      <a:pt x="0" y="7"/>
                    </a:cubicBezTo>
                  </a:path>
                </a:pathLst>
              </a:custGeom>
              <a:noFill/>
              <a:ln w="7938" cap="flat">
                <a:solidFill>
                  <a:srgbClr val="FEF6F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5683" name="Freeform 170">
                <a:extLst>
                  <a:ext uri="{FF2B5EF4-FFF2-40B4-BE49-F238E27FC236}">
                    <a16:creationId xmlns:a16="http://schemas.microsoft.com/office/drawing/2014/main" id="{E4F3349D-2440-4575-8B92-D158393384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6" y="3959"/>
                <a:ext cx="21" cy="16"/>
              </a:xfrm>
              <a:custGeom>
                <a:avLst/>
                <a:gdLst>
                  <a:gd name="T0" fmla="*/ 0 w 13"/>
                  <a:gd name="T1" fmla="*/ 21 h 10"/>
                  <a:gd name="T2" fmla="*/ 39 w 13"/>
                  <a:gd name="T3" fmla="*/ 13 h 10"/>
                  <a:gd name="T4" fmla="*/ 5 w 13"/>
                  <a:gd name="T5" fmla="*/ 42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0">
                    <a:moveTo>
                      <a:pt x="0" y="5"/>
                    </a:moveTo>
                    <a:cubicBezTo>
                      <a:pt x="3" y="3"/>
                      <a:pt x="6" y="0"/>
                      <a:pt x="9" y="3"/>
                    </a:cubicBezTo>
                    <a:cubicBezTo>
                      <a:pt x="13" y="7"/>
                      <a:pt x="4" y="9"/>
                      <a:pt x="1" y="10"/>
                    </a:cubicBezTo>
                  </a:path>
                </a:pathLst>
              </a:custGeom>
              <a:noFill/>
              <a:ln w="7938" cap="flat">
                <a:solidFill>
                  <a:srgbClr val="FEF6F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5684" name="Freeform 171">
                <a:extLst>
                  <a:ext uri="{FF2B5EF4-FFF2-40B4-BE49-F238E27FC236}">
                    <a16:creationId xmlns:a16="http://schemas.microsoft.com/office/drawing/2014/main" id="{D6331B3D-8831-49C9-91CF-D626EB2346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6" y="3956"/>
                <a:ext cx="15" cy="6"/>
              </a:xfrm>
              <a:custGeom>
                <a:avLst/>
                <a:gdLst>
                  <a:gd name="T0" fmla="*/ 42 w 9"/>
                  <a:gd name="T1" fmla="*/ 0 h 4"/>
                  <a:gd name="T2" fmla="*/ 0 w 9"/>
                  <a:gd name="T3" fmla="*/ 14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4">
                    <a:moveTo>
                      <a:pt x="9" y="0"/>
                    </a:moveTo>
                    <a:cubicBezTo>
                      <a:pt x="6" y="1"/>
                      <a:pt x="3" y="2"/>
                      <a:pt x="0" y="4"/>
                    </a:cubicBezTo>
                  </a:path>
                </a:pathLst>
              </a:custGeom>
              <a:noFill/>
              <a:ln w="7938" cap="flat">
                <a:solidFill>
                  <a:srgbClr val="FEF6F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5685" name="Freeform 172">
                <a:extLst>
                  <a:ext uri="{FF2B5EF4-FFF2-40B4-BE49-F238E27FC236}">
                    <a16:creationId xmlns:a16="http://schemas.microsoft.com/office/drawing/2014/main" id="{F6BB3E7D-6126-482C-A5DC-112B6C2FCC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4" y="3950"/>
                <a:ext cx="13" cy="4"/>
              </a:xfrm>
              <a:custGeom>
                <a:avLst/>
                <a:gdLst>
                  <a:gd name="T0" fmla="*/ 34 w 8"/>
                  <a:gd name="T1" fmla="*/ 0 h 3"/>
                  <a:gd name="T2" fmla="*/ 0 w 8"/>
                  <a:gd name="T3" fmla="*/ 7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3">
                    <a:moveTo>
                      <a:pt x="8" y="0"/>
                    </a:moveTo>
                    <a:cubicBezTo>
                      <a:pt x="6" y="0"/>
                      <a:pt x="2" y="1"/>
                      <a:pt x="0" y="3"/>
                    </a:cubicBezTo>
                  </a:path>
                </a:pathLst>
              </a:custGeom>
              <a:noFill/>
              <a:ln w="7938" cap="flat">
                <a:solidFill>
                  <a:srgbClr val="FEF6F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5686" name="Freeform 173">
                <a:extLst>
                  <a:ext uri="{FF2B5EF4-FFF2-40B4-BE49-F238E27FC236}">
                    <a16:creationId xmlns:a16="http://schemas.microsoft.com/office/drawing/2014/main" id="{28C75767-A140-423F-BE9F-EBAF9F0BEA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0" y="1223"/>
                <a:ext cx="753" cy="1709"/>
              </a:xfrm>
              <a:custGeom>
                <a:avLst/>
                <a:gdLst>
                  <a:gd name="T0" fmla="*/ 652 w 464"/>
                  <a:gd name="T1" fmla="*/ 0 h 1063"/>
                  <a:gd name="T2" fmla="*/ 961 w 464"/>
                  <a:gd name="T3" fmla="*/ 548 h 1063"/>
                  <a:gd name="T4" fmla="*/ 1316 w 464"/>
                  <a:gd name="T5" fmla="*/ 29 h 1063"/>
                  <a:gd name="T6" fmla="*/ 1894 w 464"/>
                  <a:gd name="T7" fmla="*/ 254 h 1063"/>
                  <a:gd name="T8" fmla="*/ 1701 w 464"/>
                  <a:gd name="T9" fmla="*/ 814 h 1063"/>
                  <a:gd name="T10" fmla="*/ 1675 w 464"/>
                  <a:gd name="T11" fmla="*/ 1191 h 1063"/>
                  <a:gd name="T12" fmla="*/ 1615 w 464"/>
                  <a:gd name="T13" fmla="*/ 1969 h 1063"/>
                  <a:gd name="T14" fmla="*/ 1819 w 464"/>
                  <a:gd name="T15" fmla="*/ 3645 h 1063"/>
                  <a:gd name="T16" fmla="*/ 1881 w 464"/>
                  <a:gd name="T17" fmla="*/ 4326 h 1063"/>
                  <a:gd name="T18" fmla="*/ 1475 w 464"/>
                  <a:gd name="T19" fmla="*/ 4342 h 1063"/>
                  <a:gd name="T20" fmla="*/ 487 w 464"/>
                  <a:gd name="T21" fmla="*/ 4350 h 1063"/>
                  <a:gd name="T22" fmla="*/ 39 w 464"/>
                  <a:gd name="T23" fmla="*/ 4350 h 1063"/>
                  <a:gd name="T24" fmla="*/ 130 w 464"/>
                  <a:gd name="T25" fmla="*/ 3725 h 1063"/>
                  <a:gd name="T26" fmla="*/ 329 w 464"/>
                  <a:gd name="T27" fmla="*/ 2079 h 1063"/>
                  <a:gd name="T28" fmla="*/ 269 w 464"/>
                  <a:gd name="T29" fmla="*/ 1204 h 1063"/>
                  <a:gd name="T30" fmla="*/ 240 w 464"/>
                  <a:gd name="T31" fmla="*/ 842 h 1063"/>
                  <a:gd name="T32" fmla="*/ 81 w 464"/>
                  <a:gd name="T33" fmla="*/ 217 h 1063"/>
                  <a:gd name="T34" fmla="*/ 652 w 464"/>
                  <a:gd name="T35" fmla="*/ 0 h 1063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464" h="1063">
                    <a:moveTo>
                      <a:pt x="153" y="0"/>
                    </a:moveTo>
                    <a:cubicBezTo>
                      <a:pt x="225" y="132"/>
                      <a:pt x="225" y="132"/>
                      <a:pt x="225" y="132"/>
                    </a:cubicBezTo>
                    <a:cubicBezTo>
                      <a:pt x="308" y="7"/>
                      <a:pt x="308" y="7"/>
                      <a:pt x="308" y="7"/>
                    </a:cubicBezTo>
                    <a:cubicBezTo>
                      <a:pt x="308" y="7"/>
                      <a:pt x="400" y="11"/>
                      <a:pt x="443" y="61"/>
                    </a:cubicBezTo>
                    <a:cubicBezTo>
                      <a:pt x="398" y="196"/>
                      <a:pt x="398" y="196"/>
                      <a:pt x="398" y="196"/>
                    </a:cubicBezTo>
                    <a:cubicBezTo>
                      <a:pt x="398" y="196"/>
                      <a:pt x="406" y="235"/>
                      <a:pt x="392" y="287"/>
                    </a:cubicBezTo>
                    <a:cubicBezTo>
                      <a:pt x="385" y="317"/>
                      <a:pt x="394" y="424"/>
                      <a:pt x="378" y="474"/>
                    </a:cubicBezTo>
                    <a:cubicBezTo>
                      <a:pt x="362" y="523"/>
                      <a:pt x="464" y="575"/>
                      <a:pt x="426" y="877"/>
                    </a:cubicBezTo>
                    <a:cubicBezTo>
                      <a:pt x="412" y="987"/>
                      <a:pt x="434" y="989"/>
                      <a:pt x="440" y="1041"/>
                    </a:cubicBezTo>
                    <a:cubicBezTo>
                      <a:pt x="440" y="1041"/>
                      <a:pt x="412" y="1061"/>
                      <a:pt x="345" y="1045"/>
                    </a:cubicBezTo>
                    <a:cubicBezTo>
                      <a:pt x="277" y="1028"/>
                      <a:pt x="162" y="1030"/>
                      <a:pt x="114" y="1047"/>
                    </a:cubicBezTo>
                    <a:cubicBezTo>
                      <a:pt x="95" y="1054"/>
                      <a:pt x="44" y="1063"/>
                      <a:pt x="9" y="1047"/>
                    </a:cubicBezTo>
                    <a:cubicBezTo>
                      <a:pt x="9" y="1047"/>
                      <a:pt x="37" y="991"/>
                      <a:pt x="30" y="896"/>
                    </a:cubicBezTo>
                    <a:cubicBezTo>
                      <a:pt x="23" y="800"/>
                      <a:pt x="0" y="647"/>
                      <a:pt x="77" y="500"/>
                    </a:cubicBezTo>
                    <a:cubicBezTo>
                      <a:pt x="77" y="500"/>
                      <a:pt x="69" y="342"/>
                      <a:pt x="63" y="290"/>
                    </a:cubicBezTo>
                    <a:cubicBezTo>
                      <a:pt x="63" y="290"/>
                      <a:pt x="43" y="246"/>
                      <a:pt x="56" y="203"/>
                    </a:cubicBezTo>
                    <a:cubicBezTo>
                      <a:pt x="19" y="52"/>
                      <a:pt x="19" y="52"/>
                      <a:pt x="19" y="52"/>
                    </a:cubicBezTo>
                    <a:cubicBezTo>
                      <a:pt x="19" y="52"/>
                      <a:pt x="52" y="21"/>
                      <a:pt x="153" y="0"/>
                    </a:cubicBezTo>
                    <a:close/>
                  </a:path>
                </a:pathLst>
              </a:custGeom>
              <a:solidFill>
                <a:srgbClr val="EC96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5687" name="Freeform 174">
                <a:extLst>
                  <a:ext uri="{FF2B5EF4-FFF2-40B4-BE49-F238E27FC236}">
                    <a16:creationId xmlns:a16="http://schemas.microsoft.com/office/drawing/2014/main" id="{2740E8DB-943C-466B-9060-B40580D98E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6" y="1708"/>
                <a:ext cx="387" cy="34"/>
              </a:xfrm>
              <a:custGeom>
                <a:avLst/>
                <a:gdLst>
                  <a:gd name="T0" fmla="*/ 0 w 239"/>
                  <a:gd name="T1" fmla="*/ 5 h 21"/>
                  <a:gd name="T2" fmla="*/ 39 w 239"/>
                  <a:gd name="T3" fmla="*/ 29 h 21"/>
                  <a:gd name="T4" fmla="*/ 144 w 239"/>
                  <a:gd name="T5" fmla="*/ 60 h 21"/>
                  <a:gd name="T6" fmla="*/ 406 w 239"/>
                  <a:gd name="T7" fmla="*/ 47 h 21"/>
                  <a:gd name="T8" fmla="*/ 774 w 239"/>
                  <a:gd name="T9" fmla="*/ 21 h 21"/>
                  <a:gd name="T10" fmla="*/ 920 w 239"/>
                  <a:gd name="T11" fmla="*/ 47 h 21"/>
                  <a:gd name="T12" fmla="*/ 1015 w 239"/>
                  <a:gd name="T13" fmla="*/ 60 h 21"/>
                  <a:gd name="T14" fmla="*/ 863 w 239"/>
                  <a:gd name="T15" fmla="*/ 50 h 21"/>
                  <a:gd name="T16" fmla="*/ 687 w 239"/>
                  <a:gd name="T17" fmla="*/ 50 h 21"/>
                  <a:gd name="T18" fmla="*/ 369 w 239"/>
                  <a:gd name="T19" fmla="*/ 73 h 21"/>
                  <a:gd name="T20" fmla="*/ 115 w 239"/>
                  <a:gd name="T21" fmla="*/ 63 h 21"/>
                  <a:gd name="T22" fmla="*/ 13 w 239"/>
                  <a:gd name="T23" fmla="*/ 13 h 2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39" h="21">
                    <a:moveTo>
                      <a:pt x="0" y="1"/>
                    </a:moveTo>
                    <a:cubicBezTo>
                      <a:pt x="3" y="2"/>
                      <a:pt x="6" y="5"/>
                      <a:pt x="9" y="7"/>
                    </a:cubicBezTo>
                    <a:cubicBezTo>
                      <a:pt x="17" y="11"/>
                      <a:pt x="26" y="12"/>
                      <a:pt x="34" y="14"/>
                    </a:cubicBezTo>
                    <a:cubicBezTo>
                      <a:pt x="54" y="17"/>
                      <a:pt x="76" y="13"/>
                      <a:pt x="96" y="11"/>
                    </a:cubicBezTo>
                    <a:cubicBezTo>
                      <a:pt x="124" y="9"/>
                      <a:pt x="153" y="0"/>
                      <a:pt x="182" y="5"/>
                    </a:cubicBezTo>
                    <a:cubicBezTo>
                      <a:pt x="193" y="7"/>
                      <a:pt x="205" y="10"/>
                      <a:pt x="217" y="11"/>
                    </a:cubicBezTo>
                    <a:cubicBezTo>
                      <a:pt x="224" y="11"/>
                      <a:pt x="232" y="12"/>
                      <a:pt x="239" y="14"/>
                    </a:cubicBezTo>
                    <a:cubicBezTo>
                      <a:pt x="227" y="15"/>
                      <a:pt x="215" y="12"/>
                      <a:pt x="203" y="12"/>
                    </a:cubicBezTo>
                    <a:cubicBezTo>
                      <a:pt x="190" y="12"/>
                      <a:pt x="175" y="11"/>
                      <a:pt x="162" y="12"/>
                    </a:cubicBezTo>
                    <a:cubicBezTo>
                      <a:pt x="137" y="15"/>
                      <a:pt x="112" y="14"/>
                      <a:pt x="87" y="17"/>
                    </a:cubicBezTo>
                    <a:cubicBezTo>
                      <a:pt x="67" y="20"/>
                      <a:pt x="47" y="21"/>
                      <a:pt x="27" y="15"/>
                    </a:cubicBezTo>
                    <a:cubicBezTo>
                      <a:pt x="18" y="12"/>
                      <a:pt x="11" y="7"/>
                      <a:pt x="3" y="3"/>
                    </a:cubicBezTo>
                  </a:path>
                </a:pathLst>
              </a:custGeom>
              <a:solidFill>
                <a:srgbClr val="D47A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5688" name="Freeform 175">
                <a:extLst>
                  <a:ext uri="{FF2B5EF4-FFF2-40B4-BE49-F238E27FC236}">
                    <a16:creationId xmlns:a16="http://schemas.microsoft.com/office/drawing/2014/main" id="{DC7F4A5C-FFB3-4C4C-AAB6-1528E29229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4" y="1237"/>
                <a:ext cx="120" cy="217"/>
              </a:xfrm>
              <a:custGeom>
                <a:avLst/>
                <a:gdLst>
                  <a:gd name="T0" fmla="*/ 0 w 74"/>
                  <a:gd name="T1" fmla="*/ 0 h 135"/>
                  <a:gd name="T2" fmla="*/ 42 w 74"/>
                  <a:gd name="T3" fmla="*/ 80 h 135"/>
                  <a:gd name="T4" fmla="*/ 76 w 74"/>
                  <a:gd name="T5" fmla="*/ 162 h 135"/>
                  <a:gd name="T6" fmla="*/ 149 w 74"/>
                  <a:gd name="T7" fmla="*/ 307 h 135"/>
                  <a:gd name="T8" fmla="*/ 316 w 74"/>
                  <a:gd name="T9" fmla="*/ 561 h 135"/>
                  <a:gd name="T10" fmla="*/ 255 w 74"/>
                  <a:gd name="T11" fmla="*/ 506 h 135"/>
                  <a:gd name="T12" fmla="*/ 191 w 74"/>
                  <a:gd name="T13" fmla="*/ 424 h 135"/>
                  <a:gd name="T14" fmla="*/ 97 w 74"/>
                  <a:gd name="T15" fmla="*/ 268 h 135"/>
                  <a:gd name="T16" fmla="*/ 8 w 74"/>
                  <a:gd name="T17" fmla="*/ 0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4" h="135">
                    <a:moveTo>
                      <a:pt x="0" y="0"/>
                    </a:moveTo>
                    <a:cubicBezTo>
                      <a:pt x="6" y="2"/>
                      <a:pt x="7" y="14"/>
                      <a:pt x="10" y="19"/>
                    </a:cubicBezTo>
                    <a:cubicBezTo>
                      <a:pt x="12" y="26"/>
                      <a:pt x="15" y="32"/>
                      <a:pt x="18" y="39"/>
                    </a:cubicBezTo>
                    <a:cubicBezTo>
                      <a:pt x="22" y="51"/>
                      <a:pt x="30" y="61"/>
                      <a:pt x="35" y="74"/>
                    </a:cubicBezTo>
                    <a:cubicBezTo>
                      <a:pt x="44" y="97"/>
                      <a:pt x="58" y="117"/>
                      <a:pt x="74" y="135"/>
                    </a:cubicBezTo>
                    <a:cubicBezTo>
                      <a:pt x="69" y="133"/>
                      <a:pt x="64" y="126"/>
                      <a:pt x="60" y="122"/>
                    </a:cubicBezTo>
                    <a:cubicBezTo>
                      <a:pt x="54" y="115"/>
                      <a:pt x="50" y="108"/>
                      <a:pt x="45" y="102"/>
                    </a:cubicBezTo>
                    <a:cubicBezTo>
                      <a:pt x="36" y="90"/>
                      <a:pt x="29" y="79"/>
                      <a:pt x="23" y="65"/>
                    </a:cubicBezTo>
                    <a:cubicBezTo>
                      <a:pt x="14" y="45"/>
                      <a:pt x="11" y="19"/>
                      <a:pt x="2" y="0"/>
                    </a:cubicBezTo>
                  </a:path>
                </a:pathLst>
              </a:custGeom>
              <a:solidFill>
                <a:srgbClr val="D47A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5689" name="Freeform 176">
                <a:extLst>
                  <a:ext uri="{FF2B5EF4-FFF2-40B4-BE49-F238E27FC236}">
                    <a16:creationId xmlns:a16="http://schemas.microsoft.com/office/drawing/2014/main" id="{E2B8E7B8-B2E6-4BAF-A2BD-66911CF5E1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5" y="1741"/>
                <a:ext cx="150" cy="37"/>
              </a:xfrm>
              <a:custGeom>
                <a:avLst/>
                <a:gdLst>
                  <a:gd name="T0" fmla="*/ 0 w 93"/>
                  <a:gd name="T1" fmla="*/ 21 h 23"/>
                  <a:gd name="T2" fmla="*/ 211 w 93"/>
                  <a:gd name="T3" fmla="*/ 13 h 23"/>
                  <a:gd name="T4" fmla="*/ 390 w 93"/>
                  <a:gd name="T5" fmla="*/ 97 h 23"/>
                  <a:gd name="T6" fmla="*/ 266 w 93"/>
                  <a:gd name="T7" fmla="*/ 50 h 23"/>
                  <a:gd name="T8" fmla="*/ 137 w 93"/>
                  <a:gd name="T9" fmla="*/ 34 h 23"/>
                  <a:gd name="T10" fmla="*/ 0 w 93"/>
                  <a:gd name="T11" fmla="*/ 26 h 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3" h="23">
                    <a:moveTo>
                      <a:pt x="0" y="5"/>
                    </a:moveTo>
                    <a:cubicBezTo>
                      <a:pt x="17" y="3"/>
                      <a:pt x="33" y="0"/>
                      <a:pt x="50" y="3"/>
                    </a:cubicBezTo>
                    <a:cubicBezTo>
                      <a:pt x="65" y="6"/>
                      <a:pt x="80" y="14"/>
                      <a:pt x="93" y="23"/>
                    </a:cubicBezTo>
                    <a:cubicBezTo>
                      <a:pt x="85" y="16"/>
                      <a:pt x="73" y="14"/>
                      <a:pt x="63" y="12"/>
                    </a:cubicBezTo>
                    <a:cubicBezTo>
                      <a:pt x="53" y="11"/>
                      <a:pt x="43" y="9"/>
                      <a:pt x="33" y="8"/>
                    </a:cubicBezTo>
                    <a:cubicBezTo>
                      <a:pt x="22" y="7"/>
                      <a:pt x="11" y="6"/>
                      <a:pt x="0" y="6"/>
                    </a:cubicBezTo>
                  </a:path>
                </a:pathLst>
              </a:custGeom>
              <a:solidFill>
                <a:srgbClr val="D47A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5690" name="Freeform 177">
                <a:extLst>
                  <a:ext uri="{FF2B5EF4-FFF2-40B4-BE49-F238E27FC236}">
                    <a16:creationId xmlns:a16="http://schemas.microsoft.com/office/drawing/2014/main" id="{ED16F661-668D-47EC-95D5-966CB202D4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5" y="1348"/>
                <a:ext cx="76" cy="172"/>
              </a:xfrm>
              <a:custGeom>
                <a:avLst/>
                <a:gdLst>
                  <a:gd name="T0" fmla="*/ 199 w 47"/>
                  <a:gd name="T1" fmla="*/ 16 h 107"/>
                  <a:gd name="T2" fmla="*/ 102 w 47"/>
                  <a:gd name="T3" fmla="*/ 273 h 107"/>
                  <a:gd name="T4" fmla="*/ 68 w 47"/>
                  <a:gd name="T5" fmla="*/ 365 h 107"/>
                  <a:gd name="T6" fmla="*/ 39 w 47"/>
                  <a:gd name="T7" fmla="*/ 444 h 107"/>
                  <a:gd name="T8" fmla="*/ 94 w 47"/>
                  <a:gd name="T9" fmla="*/ 196 h 107"/>
                  <a:gd name="T10" fmla="*/ 152 w 47"/>
                  <a:gd name="T11" fmla="*/ 82 h 107"/>
                  <a:gd name="T12" fmla="*/ 191 w 47"/>
                  <a:gd name="T13" fmla="*/ 0 h 10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7" h="107">
                    <a:moveTo>
                      <a:pt x="47" y="4"/>
                    </a:moveTo>
                    <a:cubicBezTo>
                      <a:pt x="39" y="24"/>
                      <a:pt x="32" y="45"/>
                      <a:pt x="24" y="66"/>
                    </a:cubicBezTo>
                    <a:cubicBezTo>
                      <a:pt x="21" y="73"/>
                      <a:pt x="18" y="81"/>
                      <a:pt x="16" y="88"/>
                    </a:cubicBezTo>
                    <a:cubicBezTo>
                      <a:pt x="14" y="93"/>
                      <a:pt x="12" y="103"/>
                      <a:pt x="9" y="107"/>
                    </a:cubicBezTo>
                    <a:cubicBezTo>
                      <a:pt x="0" y="89"/>
                      <a:pt x="15" y="63"/>
                      <a:pt x="22" y="47"/>
                    </a:cubicBezTo>
                    <a:cubicBezTo>
                      <a:pt x="27" y="38"/>
                      <a:pt x="32" y="29"/>
                      <a:pt x="36" y="20"/>
                    </a:cubicBezTo>
                    <a:cubicBezTo>
                      <a:pt x="39" y="14"/>
                      <a:pt x="45" y="6"/>
                      <a:pt x="45" y="0"/>
                    </a:cubicBezTo>
                  </a:path>
                </a:pathLst>
              </a:custGeom>
              <a:solidFill>
                <a:srgbClr val="D47A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5691" name="Freeform 178">
                <a:extLst>
                  <a:ext uri="{FF2B5EF4-FFF2-40B4-BE49-F238E27FC236}">
                    <a16:creationId xmlns:a16="http://schemas.microsoft.com/office/drawing/2014/main" id="{5D4D0A79-EDE9-4C98-B1B0-9204B3DA5A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0" y="2601"/>
                <a:ext cx="146" cy="234"/>
              </a:xfrm>
              <a:custGeom>
                <a:avLst/>
                <a:gdLst>
                  <a:gd name="T0" fmla="*/ 8 w 90"/>
                  <a:gd name="T1" fmla="*/ 0 h 146"/>
                  <a:gd name="T2" fmla="*/ 206 w 90"/>
                  <a:gd name="T3" fmla="*/ 410 h 146"/>
                  <a:gd name="T4" fmla="*/ 334 w 90"/>
                  <a:gd name="T5" fmla="*/ 555 h 146"/>
                  <a:gd name="T6" fmla="*/ 384 w 90"/>
                  <a:gd name="T7" fmla="*/ 601 h 146"/>
                  <a:gd name="T8" fmla="*/ 261 w 90"/>
                  <a:gd name="T9" fmla="*/ 524 h 146"/>
                  <a:gd name="T10" fmla="*/ 131 w 90"/>
                  <a:gd name="T11" fmla="*/ 333 h 146"/>
                  <a:gd name="T12" fmla="*/ 81 w 90"/>
                  <a:gd name="T13" fmla="*/ 111 h 146"/>
                  <a:gd name="T14" fmla="*/ 0 w 90"/>
                  <a:gd name="T15" fmla="*/ 5 h 14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0" h="146">
                    <a:moveTo>
                      <a:pt x="2" y="0"/>
                    </a:moveTo>
                    <a:cubicBezTo>
                      <a:pt x="21" y="31"/>
                      <a:pt x="32" y="67"/>
                      <a:pt x="48" y="100"/>
                    </a:cubicBezTo>
                    <a:cubicBezTo>
                      <a:pt x="56" y="114"/>
                      <a:pt x="65" y="126"/>
                      <a:pt x="78" y="135"/>
                    </a:cubicBezTo>
                    <a:cubicBezTo>
                      <a:pt x="82" y="139"/>
                      <a:pt x="87" y="142"/>
                      <a:pt x="90" y="146"/>
                    </a:cubicBezTo>
                    <a:cubicBezTo>
                      <a:pt x="80" y="143"/>
                      <a:pt x="70" y="133"/>
                      <a:pt x="61" y="127"/>
                    </a:cubicBezTo>
                    <a:cubicBezTo>
                      <a:pt x="47" y="117"/>
                      <a:pt x="35" y="98"/>
                      <a:pt x="31" y="81"/>
                    </a:cubicBezTo>
                    <a:cubicBezTo>
                      <a:pt x="27" y="63"/>
                      <a:pt x="25" y="45"/>
                      <a:pt x="19" y="27"/>
                    </a:cubicBezTo>
                    <a:cubicBezTo>
                      <a:pt x="14" y="16"/>
                      <a:pt x="8" y="9"/>
                      <a:pt x="0" y="1"/>
                    </a:cubicBezTo>
                  </a:path>
                </a:pathLst>
              </a:custGeom>
              <a:solidFill>
                <a:srgbClr val="D47A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5692" name="Freeform 179">
                <a:extLst>
                  <a:ext uri="{FF2B5EF4-FFF2-40B4-BE49-F238E27FC236}">
                    <a16:creationId xmlns:a16="http://schemas.microsoft.com/office/drawing/2014/main" id="{60BA2D0E-57C3-41DD-BA06-8BCE63318D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7" y="2749"/>
                <a:ext cx="204" cy="85"/>
              </a:xfrm>
              <a:custGeom>
                <a:avLst/>
                <a:gdLst>
                  <a:gd name="T0" fmla="*/ 13 w 126"/>
                  <a:gd name="T1" fmla="*/ 0 h 53"/>
                  <a:gd name="T2" fmla="*/ 76 w 126"/>
                  <a:gd name="T3" fmla="*/ 95 h 53"/>
                  <a:gd name="T4" fmla="*/ 241 w 126"/>
                  <a:gd name="T5" fmla="*/ 192 h 53"/>
                  <a:gd name="T6" fmla="*/ 419 w 126"/>
                  <a:gd name="T7" fmla="*/ 204 h 53"/>
                  <a:gd name="T8" fmla="*/ 534 w 126"/>
                  <a:gd name="T9" fmla="*/ 213 h 53"/>
                  <a:gd name="T10" fmla="*/ 335 w 126"/>
                  <a:gd name="T11" fmla="*/ 157 h 53"/>
                  <a:gd name="T12" fmla="*/ 152 w 126"/>
                  <a:gd name="T13" fmla="*/ 115 h 53"/>
                  <a:gd name="T14" fmla="*/ 42 w 126"/>
                  <a:gd name="T15" fmla="*/ 75 h 53"/>
                  <a:gd name="T16" fmla="*/ 0 w 126"/>
                  <a:gd name="T17" fmla="*/ 13 h 5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26" h="53">
                    <a:moveTo>
                      <a:pt x="3" y="0"/>
                    </a:moveTo>
                    <a:cubicBezTo>
                      <a:pt x="2" y="9"/>
                      <a:pt x="12" y="18"/>
                      <a:pt x="18" y="23"/>
                    </a:cubicBezTo>
                    <a:cubicBezTo>
                      <a:pt x="29" y="32"/>
                      <a:pt x="44" y="42"/>
                      <a:pt x="57" y="47"/>
                    </a:cubicBezTo>
                    <a:cubicBezTo>
                      <a:pt x="72" y="53"/>
                      <a:pt x="84" y="50"/>
                      <a:pt x="99" y="49"/>
                    </a:cubicBezTo>
                    <a:cubicBezTo>
                      <a:pt x="108" y="48"/>
                      <a:pt x="117" y="50"/>
                      <a:pt x="126" y="52"/>
                    </a:cubicBezTo>
                    <a:cubicBezTo>
                      <a:pt x="112" y="40"/>
                      <a:pt x="97" y="39"/>
                      <a:pt x="79" y="38"/>
                    </a:cubicBezTo>
                    <a:cubicBezTo>
                      <a:pt x="64" y="36"/>
                      <a:pt x="50" y="34"/>
                      <a:pt x="36" y="28"/>
                    </a:cubicBezTo>
                    <a:cubicBezTo>
                      <a:pt x="27" y="25"/>
                      <a:pt x="18" y="24"/>
                      <a:pt x="10" y="18"/>
                    </a:cubicBezTo>
                    <a:cubicBezTo>
                      <a:pt x="4" y="14"/>
                      <a:pt x="3" y="9"/>
                      <a:pt x="0" y="3"/>
                    </a:cubicBezTo>
                  </a:path>
                </a:pathLst>
              </a:custGeom>
              <a:solidFill>
                <a:srgbClr val="D47A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5693" name="Freeform 180">
                <a:extLst>
                  <a:ext uri="{FF2B5EF4-FFF2-40B4-BE49-F238E27FC236}">
                    <a16:creationId xmlns:a16="http://schemas.microsoft.com/office/drawing/2014/main" id="{D57EDFA3-AB44-435F-A03A-B6865264CB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9" y="2009"/>
                <a:ext cx="123" cy="132"/>
              </a:xfrm>
              <a:custGeom>
                <a:avLst/>
                <a:gdLst>
                  <a:gd name="T0" fmla="*/ 0 w 76"/>
                  <a:gd name="T1" fmla="*/ 0 h 82"/>
                  <a:gd name="T2" fmla="*/ 162 w 76"/>
                  <a:gd name="T3" fmla="*/ 143 h 82"/>
                  <a:gd name="T4" fmla="*/ 322 w 76"/>
                  <a:gd name="T5" fmla="*/ 341 h 82"/>
                  <a:gd name="T6" fmla="*/ 152 w 76"/>
                  <a:gd name="T7" fmla="*/ 145 h 82"/>
                  <a:gd name="T8" fmla="*/ 29 w 76"/>
                  <a:gd name="T9" fmla="*/ 50 h 8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6" h="82">
                    <a:moveTo>
                      <a:pt x="0" y="0"/>
                    </a:moveTo>
                    <a:cubicBezTo>
                      <a:pt x="0" y="13"/>
                      <a:pt x="30" y="27"/>
                      <a:pt x="38" y="34"/>
                    </a:cubicBezTo>
                    <a:cubicBezTo>
                      <a:pt x="53" y="45"/>
                      <a:pt x="74" y="62"/>
                      <a:pt x="76" y="82"/>
                    </a:cubicBezTo>
                    <a:cubicBezTo>
                      <a:pt x="62" y="67"/>
                      <a:pt x="50" y="50"/>
                      <a:pt x="36" y="35"/>
                    </a:cubicBezTo>
                    <a:cubicBezTo>
                      <a:pt x="29" y="27"/>
                      <a:pt x="11" y="20"/>
                      <a:pt x="7" y="12"/>
                    </a:cubicBezTo>
                  </a:path>
                </a:pathLst>
              </a:custGeom>
              <a:solidFill>
                <a:srgbClr val="D47A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5694" name="Freeform 181">
                <a:extLst>
                  <a:ext uri="{FF2B5EF4-FFF2-40B4-BE49-F238E27FC236}">
                    <a16:creationId xmlns:a16="http://schemas.microsoft.com/office/drawing/2014/main" id="{9603CB1F-86FE-4842-9E49-EBF308887B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8" y="1612"/>
                <a:ext cx="138" cy="116"/>
              </a:xfrm>
              <a:custGeom>
                <a:avLst/>
                <a:gdLst>
                  <a:gd name="T0" fmla="*/ 5 w 85"/>
                  <a:gd name="T1" fmla="*/ 0 h 72"/>
                  <a:gd name="T2" fmla="*/ 29 w 85"/>
                  <a:gd name="T3" fmla="*/ 110 h 72"/>
                  <a:gd name="T4" fmla="*/ 89 w 85"/>
                  <a:gd name="T5" fmla="*/ 211 h 72"/>
                  <a:gd name="T6" fmla="*/ 200 w 85"/>
                  <a:gd name="T7" fmla="*/ 285 h 72"/>
                  <a:gd name="T8" fmla="*/ 364 w 85"/>
                  <a:gd name="T9" fmla="*/ 296 h 72"/>
                  <a:gd name="T10" fmla="*/ 211 w 85"/>
                  <a:gd name="T11" fmla="*/ 259 h 72"/>
                  <a:gd name="T12" fmla="*/ 151 w 85"/>
                  <a:gd name="T13" fmla="*/ 238 h 72"/>
                  <a:gd name="T14" fmla="*/ 109 w 85"/>
                  <a:gd name="T15" fmla="*/ 192 h 72"/>
                  <a:gd name="T16" fmla="*/ 42 w 85"/>
                  <a:gd name="T17" fmla="*/ 97 h 72"/>
                  <a:gd name="T18" fmla="*/ 13 w 85"/>
                  <a:gd name="T19" fmla="*/ 8 h 7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5" h="72">
                    <a:moveTo>
                      <a:pt x="1" y="0"/>
                    </a:moveTo>
                    <a:cubicBezTo>
                      <a:pt x="1" y="8"/>
                      <a:pt x="6" y="18"/>
                      <a:pt x="7" y="26"/>
                    </a:cubicBezTo>
                    <a:cubicBezTo>
                      <a:pt x="10" y="36"/>
                      <a:pt x="14" y="43"/>
                      <a:pt x="21" y="50"/>
                    </a:cubicBezTo>
                    <a:cubicBezTo>
                      <a:pt x="28" y="58"/>
                      <a:pt x="37" y="65"/>
                      <a:pt x="47" y="68"/>
                    </a:cubicBezTo>
                    <a:cubicBezTo>
                      <a:pt x="59" y="72"/>
                      <a:pt x="73" y="71"/>
                      <a:pt x="85" y="71"/>
                    </a:cubicBezTo>
                    <a:cubicBezTo>
                      <a:pt x="73" y="69"/>
                      <a:pt x="60" y="65"/>
                      <a:pt x="49" y="62"/>
                    </a:cubicBezTo>
                    <a:cubicBezTo>
                      <a:pt x="44" y="60"/>
                      <a:pt x="39" y="60"/>
                      <a:pt x="35" y="57"/>
                    </a:cubicBezTo>
                    <a:cubicBezTo>
                      <a:pt x="31" y="55"/>
                      <a:pt x="28" y="50"/>
                      <a:pt x="25" y="46"/>
                    </a:cubicBezTo>
                    <a:cubicBezTo>
                      <a:pt x="20" y="39"/>
                      <a:pt x="14" y="31"/>
                      <a:pt x="10" y="23"/>
                    </a:cubicBezTo>
                    <a:cubicBezTo>
                      <a:pt x="7" y="18"/>
                      <a:pt x="0" y="7"/>
                      <a:pt x="3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5695" name="Freeform 182">
                <a:extLst>
                  <a:ext uri="{FF2B5EF4-FFF2-40B4-BE49-F238E27FC236}">
                    <a16:creationId xmlns:a16="http://schemas.microsoft.com/office/drawing/2014/main" id="{E1B34D65-7EB7-47E1-A8B9-10E63A07E4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4" y="1226"/>
                <a:ext cx="123" cy="228"/>
              </a:xfrm>
              <a:custGeom>
                <a:avLst/>
                <a:gdLst>
                  <a:gd name="T0" fmla="*/ 0 w 76"/>
                  <a:gd name="T1" fmla="*/ 0 h 142"/>
                  <a:gd name="T2" fmla="*/ 34 w 76"/>
                  <a:gd name="T3" fmla="*/ 42 h 142"/>
                  <a:gd name="T4" fmla="*/ 29 w 76"/>
                  <a:gd name="T5" fmla="*/ 67 h 142"/>
                  <a:gd name="T6" fmla="*/ 47 w 76"/>
                  <a:gd name="T7" fmla="*/ 82 h 142"/>
                  <a:gd name="T8" fmla="*/ 50 w 76"/>
                  <a:gd name="T9" fmla="*/ 111 h 142"/>
                  <a:gd name="T10" fmla="*/ 76 w 76"/>
                  <a:gd name="T11" fmla="*/ 128 h 142"/>
                  <a:gd name="T12" fmla="*/ 81 w 76"/>
                  <a:gd name="T13" fmla="*/ 153 h 142"/>
                  <a:gd name="T14" fmla="*/ 102 w 76"/>
                  <a:gd name="T15" fmla="*/ 173 h 142"/>
                  <a:gd name="T16" fmla="*/ 102 w 76"/>
                  <a:gd name="T17" fmla="*/ 206 h 142"/>
                  <a:gd name="T18" fmla="*/ 115 w 76"/>
                  <a:gd name="T19" fmla="*/ 233 h 142"/>
                  <a:gd name="T20" fmla="*/ 118 w 76"/>
                  <a:gd name="T21" fmla="*/ 265 h 142"/>
                  <a:gd name="T22" fmla="*/ 144 w 76"/>
                  <a:gd name="T23" fmla="*/ 286 h 142"/>
                  <a:gd name="T24" fmla="*/ 149 w 76"/>
                  <a:gd name="T25" fmla="*/ 310 h 142"/>
                  <a:gd name="T26" fmla="*/ 173 w 76"/>
                  <a:gd name="T27" fmla="*/ 328 h 142"/>
                  <a:gd name="T28" fmla="*/ 178 w 76"/>
                  <a:gd name="T29" fmla="*/ 356 h 142"/>
                  <a:gd name="T30" fmla="*/ 199 w 76"/>
                  <a:gd name="T31" fmla="*/ 376 h 142"/>
                  <a:gd name="T32" fmla="*/ 199 w 76"/>
                  <a:gd name="T33" fmla="*/ 397 h 142"/>
                  <a:gd name="T34" fmla="*/ 212 w 76"/>
                  <a:gd name="T35" fmla="*/ 405 h 142"/>
                  <a:gd name="T36" fmla="*/ 220 w 76"/>
                  <a:gd name="T37" fmla="*/ 443 h 142"/>
                  <a:gd name="T38" fmla="*/ 249 w 76"/>
                  <a:gd name="T39" fmla="*/ 464 h 142"/>
                  <a:gd name="T40" fmla="*/ 259 w 76"/>
                  <a:gd name="T41" fmla="*/ 498 h 142"/>
                  <a:gd name="T42" fmla="*/ 272 w 76"/>
                  <a:gd name="T43" fmla="*/ 499 h 142"/>
                  <a:gd name="T44" fmla="*/ 275 w 76"/>
                  <a:gd name="T45" fmla="*/ 520 h 142"/>
                  <a:gd name="T46" fmla="*/ 309 w 76"/>
                  <a:gd name="T47" fmla="*/ 539 h 142"/>
                  <a:gd name="T48" fmla="*/ 306 w 76"/>
                  <a:gd name="T49" fmla="*/ 554 h 142"/>
                  <a:gd name="T50" fmla="*/ 314 w 76"/>
                  <a:gd name="T51" fmla="*/ 562 h 142"/>
                  <a:gd name="T52" fmla="*/ 322 w 76"/>
                  <a:gd name="T53" fmla="*/ 588 h 142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76" h="142">
                    <a:moveTo>
                      <a:pt x="0" y="0"/>
                    </a:moveTo>
                    <a:cubicBezTo>
                      <a:pt x="1" y="4"/>
                      <a:pt x="6" y="5"/>
                      <a:pt x="8" y="10"/>
                    </a:cubicBezTo>
                    <a:cubicBezTo>
                      <a:pt x="8" y="12"/>
                      <a:pt x="7" y="14"/>
                      <a:pt x="7" y="16"/>
                    </a:cubicBezTo>
                    <a:cubicBezTo>
                      <a:pt x="8" y="18"/>
                      <a:pt x="10" y="18"/>
                      <a:pt x="11" y="20"/>
                    </a:cubicBezTo>
                    <a:cubicBezTo>
                      <a:pt x="12" y="22"/>
                      <a:pt x="11" y="25"/>
                      <a:pt x="12" y="27"/>
                    </a:cubicBezTo>
                    <a:cubicBezTo>
                      <a:pt x="13" y="29"/>
                      <a:pt x="17" y="29"/>
                      <a:pt x="18" y="31"/>
                    </a:cubicBezTo>
                    <a:cubicBezTo>
                      <a:pt x="20" y="33"/>
                      <a:pt x="18" y="35"/>
                      <a:pt x="19" y="37"/>
                    </a:cubicBezTo>
                    <a:cubicBezTo>
                      <a:pt x="20" y="40"/>
                      <a:pt x="22" y="39"/>
                      <a:pt x="24" y="42"/>
                    </a:cubicBezTo>
                    <a:cubicBezTo>
                      <a:pt x="25" y="44"/>
                      <a:pt x="23" y="47"/>
                      <a:pt x="24" y="50"/>
                    </a:cubicBezTo>
                    <a:cubicBezTo>
                      <a:pt x="24" y="53"/>
                      <a:pt x="25" y="53"/>
                      <a:pt x="27" y="56"/>
                    </a:cubicBezTo>
                    <a:cubicBezTo>
                      <a:pt x="29" y="59"/>
                      <a:pt x="28" y="60"/>
                      <a:pt x="28" y="64"/>
                    </a:cubicBezTo>
                    <a:cubicBezTo>
                      <a:pt x="28" y="69"/>
                      <a:pt x="31" y="66"/>
                      <a:pt x="34" y="69"/>
                    </a:cubicBezTo>
                    <a:cubicBezTo>
                      <a:pt x="37" y="72"/>
                      <a:pt x="34" y="72"/>
                      <a:pt x="35" y="75"/>
                    </a:cubicBezTo>
                    <a:cubicBezTo>
                      <a:pt x="36" y="78"/>
                      <a:pt x="40" y="77"/>
                      <a:pt x="41" y="79"/>
                    </a:cubicBezTo>
                    <a:cubicBezTo>
                      <a:pt x="43" y="81"/>
                      <a:pt x="41" y="84"/>
                      <a:pt x="42" y="86"/>
                    </a:cubicBezTo>
                    <a:cubicBezTo>
                      <a:pt x="44" y="89"/>
                      <a:pt x="47" y="87"/>
                      <a:pt x="47" y="91"/>
                    </a:cubicBezTo>
                    <a:cubicBezTo>
                      <a:pt x="47" y="93"/>
                      <a:pt x="46" y="95"/>
                      <a:pt x="47" y="96"/>
                    </a:cubicBezTo>
                    <a:cubicBezTo>
                      <a:pt x="47" y="98"/>
                      <a:pt x="49" y="97"/>
                      <a:pt x="50" y="98"/>
                    </a:cubicBezTo>
                    <a:cubicBezTo>
                      <a:pt x="52" y="101"/>
                      <a:pt x="50" y="105"/>
                      <a:pt x="52" y="107"/>
                    </a:cubicBezTo>
                    <a:cubicBezTo>
                      <a:pt x="54" y="110"/>
                      <a:pt x="57" y="109"/>
                      <a:pt x="59" y="112"/>
                    </a:cubicBezTo>
                    <a:cubicBezTo>
                      <a:pt x="60" y="116"/>
                      <a:pt x="58" y="117"/>
                      <a:pt x="61" y="120"/>
                    </a:cubicBezTo>
                    <a:cubicBezTo>
                      <a:pt x="62" y="121"/>
                      <a:pt x="63" y="120"/>
                      <a:pt x="64" y="121"/>
                    </a:cubicBezTo>
                    <a:cubicBezTo>
                      <a:pt x="65" y="122"/>
                      <a:pt x="64" y="124"/>
                      <a:pt x="65" y="126"/>
                    </a:cubicBezTo>
                    <a:cubicBezTo>
                      <a:pt x="67" y="128"/>
                      <a:pt x="71" y="126"/>
                      <a:pt x="73" y="130"/>
                    </a:cubicBezTo>
                    <a:cubicBezTo>
                      <a:pt x="73" y="131"/>
                      <a:pt x="72" y="133"/>
                      <a:pt x="72" y="134"/>
                    </a:cubicBezTo>
                    <a:cubicBezTo>
                      <a:pt x="72" y="136"/>
                      <a:pt x="74" y="135"/>
                      <a:pt x="74" y="136"/>
                    </a:cubicBezTo>
                    <a:cubicBezTo>
                      <a:pt x="75" y="138"/>
                      <a:pt x="76" y="140"/>
                      <a:pt x="76" y="142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5696" name="Freeform 183">
                <a:extLst>
                  <a:ext uri="{FF2B5EF4-FFF2-40B4-BE49-F238E27FC236}">
                    <a16:creationId xmlns:a16="http://schemas.microsoft.com/office/drawing/2014/main" id="{154C53C7-232F-446F-B6D4-65837E6257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5" y="1236"/>
                <a:ext cx="141" cy="222"/>
              </a:xfrm>
              <a:custGeom>
                <a:avLst/>
                <a:gdLst>
                  <a:gd name="T0" fmla="*/ 371 w 87"/>
                  <a:gd name="T1" fmla="*/ 0 h 138"/>
                  <a:gd name="T2" fmla="*/ 363 w 87"/>
                  <a:gd name="T3" fmla="*/ 16 h 138"/>
                  <a:gd name="T4" fmla="*/ 357 w 87"/>
                  <a:gd name="T5" fmla="*/ 50 h 138"/>
                  <a:gd name="T6" fmla="*/ 342 w 87"/>
                  <a:gd name="T7" fmla="*/ 63 h 138"/>
                  <a:gd name="T8" fmla="*/ 331 w 87"/>
                  <a:gd name="T9" fmla="*/ 88 h 138"/>
                  <a:gd name="T10" fmla="*/ 301 w 87"/>
                  <a:gd name="T11" fmla="*/ 109 h 138"/>
                  <a:gd name="T12" fmla="*/ 295 w 87"/>
                  <a:gd name="T13" fmla="*/ 137 h 138"/>
                  <a:gd name="T14" fmla="*/ 274 w 87"/>
                  <a:gd name="T15" fmla="*/ 156 h 138"/>
                  <a:gd name="T16" fmla="*/ 263 w 87"/>
                  <a:gd name="T17" fmla="*/ 183 h 138"/>
                  <a:gd name="T18" fmla="*/ 238 w 87"/>
                  <a:gd name="T19" fmla="*/ 208 h 138"/>
                  <a:gd name="T20" fmla="*/ 232 w 87"/>
                  <a:gd name="T21" fmla="*/ 238 h 138"/>
                  <a:gd name="T22" fmla="*/ 204 w 87"/>
                  <a:gd name="T23" fmla="*/ 259 h 138"/>
                  <a:gd name="T24" fmla="*/ 198 w 87"/>
                  <a:gd name="T25" fmla="*/ 288 h 138"/>
                  <a:gd name="T26" fmla="*/ 170 w 87"/>
                  <a:gd name="T27" fmla="*/ 307 h 138"/>
                  <a:gd name="T28" fmla="*/ 162 w 87"/>
                  <a:gd name="T29" fmla="*/ 341 h 138"/>
                  <a:gd name="T30" fmla="*/ 131 w 87"/>
                  <a:gd name="T31" fmla="*/ 362 h 138"/>
                  <a:gd name="T32" fmla="*/ 123 w 87"/>
                  <a:gd name="T33" fmla="*/ 396 h 138"/>
                  <a:gd name="T34" fmla="*/ 94 w 87"/>
                  <a:gd name="T35" fmla="*/ 425 h 138"/>
                  <a:gd name="T36" fmla="*/ 84 w 87"/>
                  <a:gd name="T37" fmla="*/ 458 h 138"/>
                  <a:gd name="T38" fmla="*/ 63 w 87"/>
                  <a:gd name="T39" fmla="*/ 479 h 138"/>
                  <a:gd name="T40" fmla="*/ 47 w 87"/>
                  <a:gd name="T41" fmla="*/ 507 h 138"/>
                  <a:gd name="T42" fmla="*/ 29 w 87"/>
                  <a:gd name="T43" fmla="*/ 528 h 138"/>
                  <a:gd name="T44" fmla="*/ 16 w 87"/>
                  <a:gd name="T45" fmla="*/ 545 h 138"/>
                  <a:gd name="T46" fmla="*/ 16 w 87"/>
                  <a:gd name="T47" fmla="*/ 553 h 138"/>
                  <a:gd name="T48" fmla="*/ 8 w 87"/>
                  <a:gd name="T49" fmla="*/ 558 h 138"/>
                  <a:gd name="T50" fmla="*/ 0 w 87"/>
                  <a:gd name="T51" fmla="*/ 574 h 138"/>
                  <a:gd name="T52" fmla="*/ 5 w 87"/>
                  <a:gd name="T53" fmla="*/ 569 h 13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87" h="138">
                    <a:moveTo>
                      <a:pt x="87" y="0"/>
                    </a:moveTo>
                    <a:cubicBezTo>
                      <a:pt x="86" y="1"/>
                      <a:pt x="85" y="2"/>
                      <a:pt x="85" y="4"/>
                    </a:cubicBezTo>
                    <a:cubicBezTo>
                      <a:pt x="84" y="7"/>
                      <a:pt x="86" y="10"/>
                      <a:pt x="84" y="12"/>
                    </a:cubicBezTo>
                    <a:cubicBezTo>
                      <a:pt x="84" y="13"/>
                      <a:pt x="81" y="14"/>
                      <a:pt x="80" y="15"/>
                    </a:cubicBezTo>
                    <a:cubicBezTo>
                      <a:pt x="78" y="17"/>
                      <a:pt x="79" y="20"/>
                      <a:pt x="78" y="21"/>
                    </a:cubicBezTo>
                    <a:cubicBezTo>
                      <a:pt x="76" y="24"/>
                      <a:pt x="73" y="24"/>
                      <a:pt x="71" y="26"/>
                    </a:cubicBezTo>
                    <a:cubicBezTo>
                      <a:pt x="69" y="28"/>
                      <a:pt x="70" y="30"/>
                      <a:pt x="69" y="33"/>
                    </a:cubicBezTo>
                    <a:cubicBezTo>
                      <a:pt x="69" y="36"/>
                      <a:pt x="67" y="35"/>
                      <a:pt x="64" y="37"/>
                    </a:cubicBezTo>
                    <a:cubicBezTo>
                      <a:pt x="61" y="40"/>
                      <a:pt x="62" y="41"/>
                      <a:pt x="62" y="44"/>
                    </a:cubicBezTo>
                    <a:cubicBezTo>
                      <a:pt x="61" y="49"/>
                      <a:pt x="59" y="48"/>
                      <a:pt x="56" y="50"/>
                    </a:cubicBezTo>
                    <a:cubicBezTo>
                      <a:pt x="53" y="53"/>
                      <a:pt x="55" y="54"/>
                      <a:pt x="54" y="57"/>
                    </a:cubicBezTo>
                    <a:cubicBezTo>
                      <a:pt x="53" y="60"/>
                      <a:pt x="50" y="59"/>
                      <a:pt x="48" y="62"/>
                    </a:cubicBezTo>
                    <a:cubicBezTo>
                      <a:pt x="45" y="64"/>
                      <a:pt x="47" y="66"/>
                      <a:pt x="46" y="69"/>
                    </a:cubicBezTo>
                    <a:cubicBezTo>
                      <a:pt x="45" y="72"/>
                      <a:pt x="42" y="72"/>
                      <a:pt x="40" y="74"/>
                    </a:cubicBezTo>
                    <a:cubicBezTo>
                      <a:pt x="37" y="77"/>
                      <a:pt x="39" y="78"/>
                      <a:pt x="38" y="82"/>
                    </a:cubicBezTo>
                    <a:cubicBezTo>
                      <a:pt x="36" y="85"/>
                      <a:pt x="33" y="85"/>
                      <a:pt x="31" y="87"/>
                    </a:cubicBezTo>
                    <a:cubicBezTo>
                      <a:pt x="29" y="89"/>
                      <a:pt x="31" y="92"/>
                      <a:pt x="29" y="95"/>
                    </a:cubicBezTo>
                    <a:cubicBezTo>
                      <a:pt x="28" y="98"/>
                      <a:pt x="24" y="100"/>
                      <a:pt x="22" y="102"/>
                    </a:cubicBezTo>
                    <a:cubicBezTo>
                      <a:pt x="20" y="105"/>
                      <a:pt x="21" y="107"/>
                      <a:pt x="20" y="110"/>
                    </a:cubicBezTo>
                    <a:cubicBezTo>
                      <a:pt x="19" y="113"/>
                      <a:pt x="18" y="113"/>
                      <a:pt x="15" y="115"/>
                    </a:cubicBezTo>
                    <a:cubicBezTo>
                      <a:pt x="12" y="117"/>
                      <a:pt x="12" y="119"/>
                      <a:pt x="11" y="122"/>
                    </a:cubicBezTo>
                    <a:cubicBezTo>
                      <a:pt x="10" y="125"/>
                      <a:pt x="11" y="125"/>
                      <a:pt x="7" y="127"/>
                    </a:cubicBezTo>
                    <a:cubicBezTo>
                      <a:pt x="5" y="128"/>
                      <a:pt x="5" y="128"/>
                      <a:pt x="4" y="131"/>
                    </a:cubicBezTo>
                    <a:cubicBezTo>
                      <a:pt x="4" y="131"/>
                      <a:pt x="5" y="132"/>
                      <a:pt x="4" y="133"/>
                    </a:cubicBezTo>
                    <a:cubicBezTo>
                      <a:pt x="4" y="134"/>
                      <a:pt x="3" y="133"/>
                      <a:pt x="2" y="134"/>
                    </a:cubicBezTo>
                    <a:cubicBezTo>
                      <a:pt x="1" y="135"/>
                      <a:pt x="0" y="135"/>
                      <a:pt x="0" y="138"/>
                    </a:cubicBezTo>
                    <a:cubicBezTo>
                      <a:pt x="0" y="138"/>
                      <a:pt x="0" y="137"/>
                      <a:pt x="1" y="137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5697" name="Freeform 184">
                <a:extLst>
                  <a:ext uri="{FF2B5EF4-FFF2-40B4-BE49-F238E27FC236}">
                    <a16:creationId xmlns:a16="http://schemas.microsoft.com/office/drawing/2014/main" id="{532B7C03-E2F6-4D9F-88F3-97EFB710B5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4" y="1302"/>
                <a:ext cx="65" cy="244"/>
              </a:xfrm>
              <a:custGeom>
                <a:avLst/>
                <a:gdLst>
                  <a:gd name="T0" fmla="*/ 5 w 40"/>
                  <a:gd name="T1" fmla="*/ 0 h 152"/>
                  <a:gd name="T2" fmla="*/ 5 w 40"/>
                  <a:gd name="T3" fmla="*/ 29 h 152"/>
                  <a:gd name="T4" fmla="*/ 26 w 40"/>
                  <a:gd name="T5" fmla="*/ 56 h 152"/>
                  <a:gd name="T6" fmla="*/ 21 w 40"/>
                  <a:gd name="T7" fmla="*/ 90 h 152"/>
                  <a:gd name="T8" fmla="*/ 47 w 40"/>
                  <a:gd name="T9" fmla="*/ 120 h 152"/>
                  <a:gd name="T10" fmla="*/ 42 w 40"/>
                  <a:gd name="T11" fmla="*/ 144 h 152"/>
                  <a:gd name="T12" fmla="*/ 55 w 40"/>
                  <a:gd name="T13" fmla="*/ 183 h 152"/>
                  <a:gd name="T14" fmla="*/ 60 w 40"/>
                  <a:gd name="T15" fmla="*/ 205 h 152"/>
                  <a:gd name="T16" fmla="*/ 63 w 40"/>
                  <a:gd name="T17" fmla="*/ 239 h 152"/>
                  <a:gd name="T18" fmla="*/ 75 w 40"/>
                  <a:gd name="T19" fmla="*/ 268 h 152"/>
                  <a:gd name="T20" fmla="*/ 76 w 40"/>
                  <a:gd name="T21" fmla="*/ 315 h 152"/>
                  <a:gd name="T22" fmla="*/ 98 w 40"/>
                  <a:gd name="T23" fmla="*/ 344 h 152"/>
                  <a:gd name="T24" fmla="*/ 98 w 40"/>
                  <a:gd name="T25" fmla="*/ 384 h 152"/>
                  <a:gd name="T26" fmla="*/ 122 w 40"/>
                  <a:gd name="T27" fmla="*/ 405 h 152"/>
                  <a:gd name="T28" fmla="*/ 124 w 40"/>
                  <a:gd name="T29" fmla="*/ 451 h 152"/>
                  <a:gd name="T30" fmla="*/ 151 w 40"/>
                  <a:gd name="T31" fmla="*/ 480 h 152"/>
                  <a:gd name="T32" fmla="*/ 138 w 40"/>
                  <a:gd name="T33" fmla="*/ 520 h 152"/>
                  <a:gd name="T34" fmla="*/ 145 w 40"/>
                  <a:gd name="T35" fmla="*/ 533 h 152"/>
                  <a:gd name="T36" fmla="*/ 151 w 40"/>
                  <a:gd name="T37" fmla="*/ 554 h 152"/>
                  <a:gd name="T38" fmla="*/ 159 w 40"/>
                  <a:gd name="T39" fmla="*/ 580 h 152"/>
                  <a:gd name="T40" fmla="*/ 166 w 40"/>
                  <a:gd name="T41" fmla="*/ 623 h 152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40" h="152">
                    <a:moveTo>
                      <a:pt x="1" y="0"/>
                    </a:moveTo>
                    <a:cubicBezTo>
                      <a:pt x="0" y="2"/>
                      <a:pt x="0" y="5"/>
                      <a:pt x="1" y="7"/>
                    </a:cubicBezTo>
                    <a:cubicBezTo>
                      <a:pt x="2" y="11"/>
                      <a:pt x="6" y="11"/>
                      <a:pt x="6" y="14"/>
                    </a:cubicBezTo>
                    <a:cubicBezTo>
                      <a:pt x="7" y="17"/>
                      <a:pt x="5" y="19"/>
                      <a:pt x="5" y="22"/>
                    </a:cubicBezTo>
                    <a:cubicBezTo>
                      <a:pt x="6" y="25"/>
                      <a:pt x="10" y="26"/>
                      <a:pt x="11" y="29"/>
                    </a:cubicBezTo>
                    <a:cubicBezTo>
                      <a:pt x="11" y="31"/>
                      <a:pt x="10" y="33"/>
                      <a:pt x="10" y="35"/>
                    </a:cubicBezTo>
                    <a:cubicBezTo>
                      <a:pt x="11" y="39"/>
                      <a:pt x="14" y="40"/>
                      <a:pt x="13" y="44"/>
                    </a:cubicBezTo>
                    <a:cubicBezTo>
                      <a:pt x="12" y="48"/>
                      <a:pt x="11" y="47"/>
                      <a:pt x="14" y="50"/>
                    </a:cubicBezTo>
                    <a:cubicBezTo>
                      <a:pt x="17" y="54"/>
                      <a:pt x="17" y="54"/>
                      <a:pt x="15" y="58"/>
                    </a:cubicBezTo>
                    <a:cubicBezTo>
                      <a:pt x="14" y="62"/>
                      <a:pt x="14" y="62"/>
                      <a:pt x="17" y="65"/>
                    </a:cubicBezTo>
                    <a:cubicBezTo>
                      <a:pt x="20" y="69"/>
                      <a:pt x="18" y="71"/>
                      <a:pt x="18" y="76"/>
                    </a:cubicBezTo>
                    <a:cubicBezTo>
                      <a:pt x="18" y="80"/>
                      <a:pt x="20" y="80"/>
                      <a:pt x="23" y="83"/>
                    </a:cubicBezTo>
                    <a:cubicBezTo>
                      <a:pt x="26" y="87"/>
                      <a:pt x="23" y="89"/>
                      <a:pt x="23" y="93"/>
                    </a:cubicBezTo>
                    <a:cubicBezTo>
                      <a:pt x="23" y="97"/>
                      <a:pt x="26" y="96"/>
                      <a:pt x="28" y="98"/>
                    </a:cubicBezTo>
                    <a:cubicBezTo>
                      <a:pt x="31" y="101"/>
                      <a:pt x="28" y="105"/>
                      <a:pt x="29" y="109"/>
                    </a:cubicBezTo>
                    <a:cubicBezTo>
                      <a:pt x="30" y="112"/>
                      <a:pt x="34" y="113"/>
                      <a:pt x="35" y="116"/>
                    </a:cubicBezTo>
                    <a:cubicBezTo>
                      <a:pt x="36" y="119"/>
                      <a:pt x="31" y="122"/>
                      <a:pt x="32" y="126"/>
                    </a:cubicBezTo>
                    <a:cubicBezTo>
                      <a:pt x="32" y="127"/>
                      <a:pt x="34" y="128"/>
                      <a:pt x="34" y="129"/>
                    </a:cubicBezTo>
                    <a:cubicBezTo>
                      <a:pt x="35" y="131"/>
                      <a:pt x="34" y="132"/>
                      <a:pt x="35" y="134"/>
                    </a:cubicBezTo>
                    <a:cubicBezTo>
                      <a:pt x="35" y="136"/>
                      <a:pt x="36" y="138"/>
                      <a:pt x="37" y="140"/>
                    </a:cubicBezTo>
                    <a:cubicBezTo>
                      <a:pt x="37" y="142"/>
                      <a:pt x="40" y="152"/>
                      <a:pt x="39" y="151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5698" name="Freeform 185">
                <a:extLst>
                  <a:ext uri="{FF2B5EF4-FFF2-40B4-BE49-F238E27FC236}">
                    <a16:creationId xmlns:a16="http://schemas.microsoft.com/office/drawing/2014/main" id="{85750C77-9276-4F5C-840B-EA1FD1ABEE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1" y="1318"/>
                <a:ext cx="69" cy="210"/>
              </a:xfrm>
              <a:custGeom>
                <a:avLst/>
                <a:gdLst>
                  <a:gd name="T0" fmla="*/ 178 w 43"/>
                  <a:gd name="T1" fmla="*/ 0 h 131"/>
                  <a:gd name="T2" fmla="*/ 170 w 43"/>
                  <a:gd name="T3" fmla="*/ 42 h 131"/>
                  <a:gd name="T4" fmla="*/ 149 w 43"/>
                  <a:gd name="T5" fmla="*/ 61 h 131"/>
                  <a:gd name="T6" fmla="*/ 152 w 43"/>
                  <a:gd name="T7" fmla="*/ 88 h 131"/>
                  <a:gd name="T8" fmla="*/ 132 w 43"/>
                  <a:gd name="T9" fmla="*/ 98 h 131"/>
                  <a:gd name="T10" fmla="*/ 128 w 43"/>
                  <a:gd name="T11" fmla="*/ 131 h 131"/>
                  <a:gd name="T12" fmla="*/ 108 w 43"/>
                  <a:gd name="T13" fmla="*/ 157 h 131"/>
                  <a:gd name="T14" fmla="*/ 108 w 43"/>
                  <a:gd name="T15" fmla="*/ 192 h 131"/>
                  <a:gd name="T16" fmla="*/ 90 w 43"/>
                  <a:gd name="T17" fmla="*/ 223 h 131"/>
                  <a:gd name="T18" fmla="*/ 90 w 43"/>
                  <a:gd name="T19" fmla="*/ 255 h 131"/>
                  <a:gd name="T20" fmla="*/ 75 w 43"/>
                  <a:gd name="T21" fmla="*/ 289 h 131"/>
                  <a:gd name="T22" fmla="*/ 69 w 43"/>
                  <a:gd name="T23" fmla="*/ 316 h 131"/>
                  <a:gd name="T24" fmla="*/ 55 w 43"/>
                  <a:gd name="T25" fmla="*/ 349 h 131"/>
                  <a:gd name="T26" fmla="*/ 55 w 43"/>
                  <a:gd name="T27" fmla="*/ 375 h 131"/>
                  <a:gd name="T28" fmla="*/ 35 w 43"/>
                  <a:gd name="T29" fmla="*/ 409 h 131"/>
                  <a:gd name="T30" fmla="*/ 35 w 43"/>
                  <a:gd name="T31" fmla="*/ 450 h 131"/>
                  <a:gd name="T32" fmla="*/ 8 w 43"/>
                  <a:gd name="T33" fmla="*/ 486 h 131"/>
                  <a:gd name="T34" fmla="*/ 16 w 43"/>
                  <a:gd name="T35" fmla="*/ 503 h 131"/>
                  <a:gd name="T36" fmla="*/ 5 w 43"/>
                  <a:gd name="T37" fmla="*/ 527 h 131"/>
                  <a:gd name="T38" fmla="*/ 5 w 43"/>
                  <a:gd name="T39" fmla="*/ 540 h 131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43" h="131">
                    <a:moveTo>
                      <a:pt x="43" y="0"/>
                    </a:moveTo>
                    <a:cubicBezTo>
                      <a:pt x="39" y="3"/>
                      <a:pt x="43" y="7"/>
                      <a:pt x="41" y="10"/>
                    </a:cubicBezTo>
                    <a:cubicBezTo>
                      <a:pt x="40" y="12"/>
                      <a:pt x="37" y="13"/>
                      <a:pt x="36" y="15"/>
                    </a:cubicBezTo>
                    <a:cubicBezTo>
                      <a:pt x="36" y="17"/>
                      <a:pt x="40" y="17"/>
                      <a:pt x="37" y="21"/>
                    </a:cubicBezTo>
                    <a:cubicBezTo>
                      <a:pt x="35" y="22"/>
                      <a:pt x="32" y="22"/>
                      <a:pt x="32" y="24"/>
                    </a:cubicBezTo>
                    <a:cubicBezTo>
                      <a:pt x="31" y="28"/>
                      <a:pt x="34" y="29"/>
                      <a:pt x="31" y="32"/>
                    </a:cubicBezTo>
                    <a:cubicBezTo>
                      <a:pt x="29" y="34"/>
                      <a:pt x="26" y="35"/>
                      <a:pt x="26" y="38"/>
                    </a:cubicBezTo>
                    <a:cubicBezTo>
                      <a:pt x="25" y="41"/>
                      <a:pt x="27" y="44"/>
                      <a:pt x="26" y="47"/>
                    </a:cubicBezTo>
                    <a:cubicBezTo>
                      <a:pt x="24" y="50"/>
                      <a:pt x="22" y="51"/>
                      <a:pt x="22" y="54"/>
                    </a:cubicBezTo>
                    <a:cubicBezTo>
                      <a:pt x="22" y="57"/>
                      <a:pt x="24" y="58"/>
                      <a:pt x="22" y="62"/>
                    </a:cubicBezTo>
                    <a:cubicBezTo>
                      <a:pt x="20" y="65"/>
                      <a:pt x="18" y="66"/>
                      <a:pt x="18" y="70"/>
                    </a:cubicBezTo>
                    <a:cubicBezTo>
                      <a:pt x="19" y="74"/>
                      <a:pt x="20" y="74"/>
                      <a:pt x="17" y="77"/>
                    </a:cubicBezTo>
                    <a:cubicBezTo>
                      <a:pt x="15" y="80"/>
                      <a:pt x="11" y="82"/>
                      <a:pt x="13" y="85"/>
                    </a:cubicBezTo>
                    <a:cubicBezTo>
                      <a:pt x="14" y="89"/>
                      <a:pt x="16" y="87"/>
                      <a:pt x="13" y="91"/>
                    </a:cubicBezTo>
                    <a:cubicBezTo>
                      <a:pt x="11" y="94"/>
                      <a:pt x="9" y="96"/>
                      <a:pt x="9" y="99"/>
                    </a:cubicBezTo>
                    <a:cubicBezTo>
                      <a:pt x="9" y="102"/>
                      <a:pt x="11" y="105"/>
                      <a:pt x="9" y="109"/>
                    </a:cubicBezTo>
                    <a:cubicBezTo>
                      <a:pt x="8" y="112"/>
                      <a:pt x="2" y="114"/>
                      <a:pt x="2" y="118"/>
                    </a:cubicBezTo>
                    <a:cubicBezTo>
                      <a:pt x="2" y="119"/>
                      <a:pt x="4" y="120"/>
                      <a:pt x="4" y="122"/>
                    </a:cubicBezTo>
                    <a:cubicBezTo>
                      <a:pt x="4" y="124"/>
                      <a:pt x="1" y="126"/>
                      <a:pt x="1" y="128"/>
                    </a:cubicBezTo>
                    <a:cubicBezTo>
                      <a:pt x="0" y="129"/>
                      <a:pt x="1" y="130"/>
                      <a:pt x="1" y="131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5699" name="Freeform 186">
                <a:extLst>
                  <a:ext uri="{FF2B5EF4-FFF2-40B4-BE49-F238E27FC236}">
                    <a16:creationId xmlns:a16="http://schemas.microsoft.com/office/drawing/2014/main" id="{2CA99BEF-DA5F-4CDC-A94F-95E5A845C8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2" y="2868"/>
                <a:ext cx="687" cy="45"/>
              </a:xfrm>
              <a:custGeom>
                <a:avLst/>
                <a:gdLst>
                  <a:gd name="T0" fmla="*/ 0 w 424"/>
                  <a:gd name="T1" fmla="*/ 76 h 28"/>
                  <a:gd name="T2" fmla="*/ 16 w 424"/>
                  <a:gd name="T3" fmla="*/ 101 h 28"/>
                  <a:gd name="T4" fmla="*/ 47 w 424"/>
                  <a:gd name="T5" fmla="*/ 82 h 28"/>
                  <a:gd name="T6" fmla="*/ 63 w 424"/>
                  <a:gd name="T7" fmla="*/ 90 h 28"/>
                  <a:gd name="T8" fmla="*/ 84 w 424"/>
                  <a:gd name="T9" fmla="*/ 103 h 28"/>
                  <a:gd name="T10" fmla="*/ 107 w 424"/>
                  <a:gd name="T11" fmla="*/ 90 h 28"/>
                  <a:gd name="T12" fmla="*/ 144 w 424"/>
                  <a:gd name="T13" fmla="*/ 109 h 28"/>
                  <a:gd name="T14" fmla="*/ 173 w 424"/>
                  <a:gd name="T15" fmla="*/ 95 h 28"/>
                  <a:gd name="T16" fmla="*/ 191 w 424"/>
                  <a:gd name="T17" fmla="*/ 109 h 28"/>
                  <a:gd name="T18" fmla="*/ 212 w 424"/>
                  <a:gd name="T19" fmla="*/ 101 h 28"/>
                  <a:gd name="T20" fmla="*/ 228 w 424"/>
                  <a:gd name="T21" fmla="*/ 95 h 28"/>
                  <a:gd name="T22" fmla="*/ 253 w 424"/>
                  <a:gd name="T23" fmla="*/ 116 h 28"/>
                  <a:gd name="T24" fmla="*/ 297 w 424"/>
                  <a:gd name="T25" fmla="*/ 88 h 28"/>
                  <a:gd name="T26" fmla="*/ 344 w 424"/>
                  <a:gd name="T27" fmla="*/ 95 h 28"/>
                  <a:gd name="T28" fmla="*/ 369 w 424"/>
                  <a:gd name="T29" fmla="*/ 69 h 28"/>
                  <a:gd name="T30" fmla="*/ 397 w 424"/>
                  <a:gd name="T31" fmla="*/ 80 h 28"/>
                  <a:gd name="T32" fmla="*/ 452 w 424"/>
                  <a:gd name="T33" fmla="*/ 55 h 28"/>
                  <a:gd name="T34" fmla="*/ 501 w 424"/>
                  <a:gd name="T35" fmla="*/ 63 h 28"/>
                  <a:gd name="T36" fmla="*/ 549 w 424"/>
                  <a:gd name="T37" fmla="*/ 47 h 28"/>
                  <a:gd name="T38" fmla="*/ 575 w 424"/>
                  <a:gd name="T39" fmla="*/ 50 h 28"/>
                  <a:gd name="T40" fmla="*/ 609 w 424"/>
                  <a:gd name="T41" fmla="*/ 34 h 28"/>
                  <a:gd name="T42" fmla="*/ 646 w 424"/>
                  <a:gd name="T43" fmla="*/ 42 h 28"/>
                  <a:gd name="T44" fmla="*/ 698 w 424"/>
                  <a:gd name="T45" fmla="*/ 21 h 28"/>
                  <a:gd name="T46" fmla="*/ 736 w 424"/>
                  <a:gd name="T47" fmla="*/ 26 h 28"/>
                  <a:gd name="T48" fmla="*/ 770 w 424"/>
                  <a:gd name="T49" fmla="*/ 5 h 28"/>
                  <a:gd name="T50" fmla="*/ 791 w 424"/>
                  <a:gd name="T51" fmla="*/ 16 h 28"/>
                  <a:gd name="T52" fmla="*/ 843 w 424"/>
                  <a:gd name="T53" fmla="*/ 5 h 28"/>
                  <a:gd name="T54" fmla="*/ 880 w 424"/>
                  <a:gd name="T55" fmla="*/ 13 h 28"/>
                  <a:gd name="T56" fmla="*/ 932 w 424"/>
                  <a:gd name="T57" fmla="*/ 5 h 28"/>
                  <a:gd name="T58" fmla="*/ 945 w 424"/>
                  <a:gd name="T59" fmla="*/ 16 h 28"/>
                  <a:gd name="T60" fmla="*/ 974 w 424"/>
                  <a:gd name="T61" fmla="*/ 5 h 28"/>
                  <a:gd name="T62" fmla="*/ 1021 w 424"/>
                  <a:gd name="T63" fmla="*/ 5 h 28"/>
                  <a:gd name="T64" fmla="*/ 1042 w 424"/>
                  <a:gd name="T65" fmla="*/ 8 h 28"/>
                  <a:gd name="T66" fmla="*/ 1068 w 424"/>
                  <a:gd name="T67" fmla="*/ 34 h 28"/>
                  <a:gd name="T68" fmla="*/ 1110 w 424"/>
                  <a:gd name="T69" fmla="*/ 8 h 28"/>
                  <a:gd name="T70" fmla="*/ 1171 w 424"/>
                  <a:gd name="T71" fmla="*/ 26 h 28"/>
                  <a:gd name="T72" fmla="*/ 1193 w 424"/>
                  <a:gd name="T73" fmla="*/ 16 h 28"/>
                  <a:gd name="T74" fmla="*/ 1220 w 424"/>
                  <a:gd name="T75" fmla="*/ 29 h 28"/>
                  <a:gd name="T76" fmla="*/ 1261 w 424"/>
                  <a:gd name="T77" fmla="*/ 26 h 28"/>
                  <a:gd name="T78" fmla="*/ 1290 w 424"/>
                  <a:gd name="T79" fmla="*/ 26 h 28"/>
                  <a:gd name="T80" fmla="*/ 1316 w 424"/>
                  <a:gd name="T81" fmla="*/ 47 h 28"/>
                  <a:gd name="T82" fmla="*/ 1345 w 424"/>
                  <a:gd name="T83" fmla="*/ 29 h 28"/>
                  <a:gd name="T84" fmla="*/ 1393 w 424"/>
                  <a:gd name="T85" fmla="*/ 55 h 28"/>
                  <a:gd name="T86" fmla="*/ 1452 w 424"/>
                  <a:gd name="T87" fmla="*/ 42 h 28"/>
                  <a:gd name="T88" fmla="*/ 1497 w 424"/>
                  <a:gd name="T89" fmla="*/ 68 h 28"/>
                  <a:gd name="T90" fmla="*/ 1536 w 424"/>
                  <a:gd name="T91" fmla="*/ 50 h 28"/>
                  <a:gd name="T92" fmla="*/ 1604 w 424"/>
                  <a:gd name="T93" fmla="*/ 63 h 28"/>
                  <a:gd name="T94" fmla="*/ 1617 w 424"/>
                  <a:gd name="T95" fmla="*/ 90 h 28"/>
                  <a:gd name="T96" fmla="*/ 1664 w 424"/>
                  <a:gd name="T97" fmla="*/ 59 h 28"/>
                  <a:gd name="T98" fmla="*/ 1696 w 424"/>
                  <a:gd name="T99" fmla="*/ 76 h 28"/>
                  <a:gd name="T100" fmla="*/ 1714 w 424"/>
                  <a:gd name="T101" fmla="*/ 55 h 28"/>
                  <a:gd name="T102" fmla="*/ 1730 w 424"/>
                  <a:gd name="T103" fmla="*/ 68 h 28"/>
                  <a:gd name="T104" fmla="*/ 1761 w 424"/>
                  <a:gd name="T105" fmla="*/ 47 h 28"/>
                  <a:gd name="T106" fmla="*/ 1790 w 424"/>
                  <a:gd name="T107" fmla="*/ 42 h 28"/>
                  <a:gd name="T108" fmla="*/ 1795 w 424"/>
                  <a:gd name="T109" fmla="*/ 50 h 28"/>
                  <a:gd name="T110" fmla="*/ 1799 w 424"/>
                  <a:gd name="T111" fmla="*/ 50 h 28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0" t="0" r="r" b="b"/>
                <a:pathLst>
                  <a:path w="424" h="28">
                    <a:moveTo>
                      <a:pt x="0" y="18"/>
                    </a:moveTo>
                    <a:cubicBezTo>
                      <a:pt x="0" y="22"/>
                      <a:pt x="1" y="23"/>
                      <a:pt x="4" y="24"/>
                    </a:cubicBezTo>
                    <a:cubicBezTo>
                      <a:pt x="7" y="24"/>
                      <a:pt x="9" y="20"/>
                      <a:pt x="11" y="20"/>
                    </a:cubicBezTo>
                    <a:cubicBezTo>
                      <a:pt x="14" y="20"/>
                      <a:pt x="13" y="21"/>
                      <a:pt x="15" y="22"/>
                    </a:cubicBezTo>
                    <a:cubicBezTo>
                      <a:pt x="17" y="23"/>
                      <a:pt x="17" y="25"/>
                      <a:pt x="20" y="25"/>
                    </a:cubicBezTo>
                    <a:cubicBezTo>
                      <a:pt x="23" y="25"/>
                      <a:pt x="24" y="22"/>
                      <a:pt x="25" y="22"/>
                    </a:cubicBezTo>
                    <a:cubicBezTo>
                      <a:pt x="30" y="22"/>
                      <a:pt x="30" y="26"/>
                      <a:pt x="34" y="26"/>
                    </a:cubicBezTo>
                    <a:cubicBezTo>
                      <a:pt x="38" y="26"/>
                      <a:pt x="37" y="22"/>
                      <a:pt x="41" y="23"/>
                    </a:cubicBezTo>
                    <a:cubicBezTo>
                      <a:pt x="42" y="23"/>
                      <a:pt x="43" y="26"/>
                      <a:pt x="45" y="26"/>
                    </a:cubicBezTo>
                    <a:cubicBezTo>
                      <a:pt x="48" y="26"/>
                      <a:pt x="46" y="24"/>
                      <a:pt x="50" y="24"/>
                    </a:cubicBezTo>
                    <a:cubicBezTo>
                      <a:pt x="53" y="23"/>
                      <a:pt x="50" y="22"/>
                      <a:pt x="54" y="23"/>
                    </a:cubicBezTo>
                    <a:cubicBezTo>
                      <a:pt x="56" y="24"/>
                      <a:pt x="56" y="28"/>
                      <a:pt x="59" y="28"/>
                    </a:cubicBezTo>
                    <a:cubicBezTo>
                      <a:pt x="64" y="28"/>
                      <a:pt x="65" y="21"/>
                      <a:pt x="70" y="21"/>
                    </a:cubicBezTo>
                    <a:cubicBezTo>
                      <a:pt x="75" y="20"/>
                      <a:pt x="75" y="26"/>
                      <a:pt x="81" y="23"/>
                    </a:cubicBezTo>
                    <a:cubicBezTo>
                      <a:pt x="84" y="22"/>
                      <a:pt x="85" y="17"/>
                      <a:pt x="87" y="17"/>
                    </a:cubicBezTo>
                    <a:cubicBezTo>
                      <a:pt x="91" y="16"/>
                      <a:pt x="90" y="19"/>
                      <a:pt x="93" y="19"/>
                    </a:cubicBezTo>
                    <a:cubicBezTo>
                      <a:pt x="100" y="20"/>
                      <a:pt x="101" y="15"/>
                      <a:pt x="106" y="13"/>
                    </a:cubicBezTo>
                    <a:cubicBezTo>
                      <a:pt x="111" y="12"/>
                      <a:pt x="112" y="17"/>
                      <a:pt x="118" y="15"/>
                    </a:cubicBezTo>
                    <a:cubicBezTo>
                      <a:pt x="123" y="14"/>
                      <a:pt x="124" y="11"/>
                      <a:pt x="129" y="11"/>
                    </a:cubicBezTo>
                    <a:cubicBezTo>
                      <a:pt x="131" y="11"/>
                      <a:pt x="132" y="12"/>
                      <a:pt x="135" y="12"/>
                    </a:cubicBezTo>
                    <a:cubicBezTo>
                      <a:pt x="138" y="12"/>
                      <a:pt x="140" y="8"/>
                      <a:pt x="143" y="8"/>
                    </a:cubicBezTo>
                    <a:cubicBezTo>
                      <a:pt x="148" y="7"/>
                      <a:pt x="148" y="10"/>
                      <a:pt x="152" y="10"/>
                    </a:cubicBezTo>
                    <a:cubicBezTo>
                      <a:pt x="156" y="10"/>
                      <a:pt x="159" y="5"/>
                      <a:pt x="164" y="5"/>
                    </a:cubicBezTo>
                    <a:cubicBezTo>
                      <a:pt x="169" y="6"/>
                      <a:pt x="167" y="9"/>
                      <a:pt x="173" y="6"/>
                    </a:cubicBezTo>
                    <a:cubicBezTo>
                      <a:pt x="176" y="5"/>
                      <a:pt x="178" y="1"/>
                      <a:pt x="181" y="1"/>
                    </a:cubicBezTo>
                    <a:cubicBezTo>
                      <a:pt x="183" y="1"/>
                      <a:pt x="184" y="4"/>
                      <a:pt x="186" y="4"/>
                    </a:cubicBezTo>
                    <a:cubicBezTo>
                      <a:pt x="192" y="6"/>
                      <a:pt x="192" y="1"/>
                      <a:pt x="198" y="1"/>
                    </a:cubicBezTo>
                    <a:cubicBezTo>
                      <a:pt x="201" y="0"/>
                      <a:pt x="203" y="3"/>
                      <a:pt x="207" y="3"/>
                    </a:cubicBezTo>
                    <a:cubicBezTo>
                      <a:pt x="211" y="3"/>
                      <a:pt x="214" y="1"/>
                      <a:pt x="219" y="1"/>
                    </a:cubicBezTo>
                    <a:cubicBezTo>
                      <a:pt x="220" y="2"/>
                      <a:pt x="220" y="4"/>
                      <a:pt x="222" y="4"/>
                    </a:cubicBezTo>
                    <a:cubicBezTo>
                      <a:pt x="224" y="4"/>
                      <a:pt x="226" y="1"/>
                      <a:pt x="229" y="1"/>
                    </a:cubicBezTo>
                    <a:cubicBezTo>
                      <a:pt x="231" y="1"/>
                      <a:pt x="237" y="1"/>
                      <a:pt x="240" y="1"/>
                    </a:cubicBezTo>
                    <a:cubicBezTo>
                      <a:pt x="243" y="1"/>
                      <a:pt x="243" y="1"/>
                      <a:pt x="245" y="2"/>
                    </a:cubicBezTo>
                    <a:cubicBezTo>
                      <a:pt x="247" y="3"/>
                      <a:pt x="248" y="7"/>
                      <a:pt x="251" y="8"/>
                    </a:cubicBezTo>
                    <a:cubicBezTo>
                      <a:pt x="255" y="8"/>
                      <a:pt x="257" y="3"/>
                      <a:pt x="261" y="2"/>
                    </a:cubicBezTo>
                    <a:cubicBezTo>
                      <a:pt x="265" y="2"/>
                      <a:pt x="269" y="6"/>
                      <a:pt x="275" y="6"/>
                    </a:cubicBezTo>
                    <a:cubicBezTo>
                      <a:pt x="276" y="6"/>
                      <a:pt x="279" y="4"/>
                      <a:pt x="280" y="4"/>
                    </a:cubicBezTo>
                    <a:cubicBezTo>
                      <a:pt x="282" y="4"/>
                      <a:pt x="284" y="7"/>
                      <a:pt x="287" y="7"/>
                    </a:cubicBezTo>
                    <a:cubicBezTo>
                      <a:pt x="290" y="8"/>
                      <a:pt x="293" y="7"/>
                      <a:pt x="296" y="6"/>
                    </a:cubicBezTo>
                    <a:cubicBezTo>
                      <a:pt x="302" y="5"/>
                      <a:pt x="299" y="4"/>
                      <a:pt x="303" y="6"/>
                    </a:cubicBezTo>
                    <a:cubicBezTo>
                      <a:pt x="306" y="8"/>
                      <a:pt x="305" y="11"/>
                      <a:pt x="309" y="11"/>
                    </a:cubicBezTo>
                    <a:cubicBezTo>
                      <a:pt x="312" y="11"/>
                      <a:pt x="313" y="8"/>
                      <a:pt x="316" y="7"/>
                    </a:cubicBezTo>
                    <a:cubicBezTo>
                      <a:pt x="322" y="6"/>
                      <a:pt x="322" y="12"/>
                      <a:pt x="328" y="13"/>
                    </a:cubicBezTo>
                    <a:cubicBezTo>
                      <a:pt x="332" y="15"/>
                      <a:pt x="338" y="10"/>
                      <a:pt x="341" y="10"/>
                    </a:cubicBezTo>
                    <a:cubicBezTo>
                      <a:pt x="346" y="11"/>
                      <a:pt x="346" y="17"/>
                      <a:pt x="352" y="16"/>
                    </a:cubicBezTo>
                    <a:cubicBezTo>
                      <a:pt x="355" y="16"/>
                      <a:pt x="358" y="12"/>
                      <a:pt x="361" y="12"/>
                    </a:cubicBezTo>
                    <a:cubicBezTo>
                      <a:pt x="365" y="18"/>
                      <a:pt x="369" y="24"/>
                      <a:pt x="377" y="15"/>
                    </a:cubicBezTo>
                    <a:cubicBezTo>
                      <a:pt x="378" y="17"/>
                      <a:pt x="379" y="19"/>
                      <a:pt x="380" y="22"/>
                    </a:cubicBezTo>
                    <a:cubicBezTo>
                      <a:pt x="384" y="21"/>
                      <a:pt x="387" y="15"/>
                      <a:pt x="391" y="14"/>
                    </a:cubicBezTo>
                    <a:cubicBezTo>
                      <a:pt x="392" y="19"/>
                      <a:pt x="395" y="20"/>
                      <a:pt x="399" y="18"/>
                    </a:cubicBezTo>
                    <a:cubicBezTo>
                      <a:pt x="401" y="17"/>
                      <a:pt x="402" y="14"/>
                      <a:pt x="403" y="13"/>
                    </a:cubicBezTo>
                    <a:cubicBezTo>
                      <a:pt x="405" y="13"/>
                      <a:pt x="406" y="17"/>
                      <a:pt x="407" y="16"/>
                    </a:cubicBezTo>
                    <a:cubicBezTo>
                      <a:pt x="410" y="16"/>
                      <a:pt x="411" y="12"/>
                      <a:pt x="414" y="11"/>
                    </a:cubicBezTo>
                    <a:cubicBezTo>
                      <a:pt x="417" y="11"/>
                      <a:pt x="420" y="18"/>
                      <a:pt x="421" y="10"/>
                    </a:cubicBezTo>
                    <a:cubicBezTo>
                      <a:pt x="422" y="11"/>
                      <a:pt x="422" y="11"/>
                      <a:pt x="422" y="12"/>
                    </a:cubicBezTo>
                    <a:cubicBezTo>
                      <a:pt x="423" y="12"/>
                      <a:pt x="424" y="12"/>
                      <a:pt x="423" y="12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5700" name="Freeform 187">
                <a:extLst>
                  <a:ext uri="{FF2B5EF4-FFF2-40B4-BE49-F238E27FC236}">
                    <a16:creationId xmlns:a16="http://schemas.microsoft.com/office/drawing/2014/main" id="{7F081FA2-1B57-409F-AFDF-FB9C53AAC0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4" y="2160"/>
                <a:ext cx="305" cy="312"/>
              </a:xfrm>
              <a:custGeom>
                <a:avLst/>
                <a:gdLst>
                  <a:gd name="T0" fmla="*/ 359 w 188"/>
                  <a:gd name="T1" fmla="*/ 362 h 194"/>
                  <a:gd name="T2" fmla="*/ 372 w 188"/>
                  <a:gd name="T3" fmla="*/ 34 h 194"/>
                  <a:gd name="T4" fmla="*/ 432 w 188"/>
                  <a:gd name="T5" fmla="*/ 323 h 194"/>
                  <a:gd name="T6" fmla="*/ 673 w 188"/>
                  <a:gd name="T7" fmla="*/ 187 h 194"/>
                  <a:gd name="T8" fmla="*/ 542 w 188"/>
                  <a:gd name="T9" fmla="*/ 370 h 194"/>
                  <a:gd name="T10" fmla="*/ 735 w 188"/>
                  <a:gd name="T11" fmla="*/ 582 h 194"/>
                  <a:gd name="T12" fmla="*/ 461 w 188"/>
                  <a:gd name="T13" fmla="*/ 473 h 194"/>
                  <a:gd name="T14" fmla="*/ 359 w 188"/>
                  <a:gd name="T15" fmla="*/ 650 h 194"/>
                  <a:gd name="T16" fmla="*/ 337 w 188"/>
                  <a:gd name="T17" fmla="*/ 484 h 194"/>
                  <a:gd name="T18" fmla="*/ 261 w 188"/>
                  <a:gd name="T19" fmla="*/ 417 h 194"/>
                  <a:gd name="T20" fmla="*/ 157 w 188"/>
                  <a:gd name="T21" fmla="*/ 315 h 194"/>
                  <a:gd name="T22" fmla="*/ 359 w 188"/>
                  <a:gd name="T23" fmla="*/ 344 h 19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88" h="194">
                    <a:moveTo>
                      <a:pt x="84" y="87"/>
                    </a:moveTo>
                    <a:cubicBezTo>
                      <a:pt x="77" y="75"/>
                      <a:pt x="60" y="0"/>
                      <a:pt x="87" y="8"/>
                    </a:cubicBezTo>
                    <a:cubicBezTo>
                      <a:pt x="106" y="14"/>
                      <a:pt x="100" y="61"/>
                      <a:pt x="101" y="78"/>
                    </a:cubicBezTo>
                    <a:cubicBezTo>
                      <a:pt x="112" y="71"/>
                      <a:pt x="137" y="29"/>
                      <a:pt x="158" y="45"/>
                    </a:cubicBezTo>
                    <a:cubicBezTo>
                      <a:pt x="176" y="58"/>
                      <a:pt x="137" y="83"/>
                      <a:pt x="127" y="89"/>
                    </a:cubicBezTo>
                    <a:cubicBezTo>
                      <a:pt x="140" y="93"/>
                      <a:pt x="188" y="122"/>
                      <a:pt x="172" y="140"/>
                    </a:cubicBezTo>
                    <a:cubicBezTo>
                      <a:pt x="157" y="156"/>
                      <a:pt x="119" y="119"/>
                      <a:pt x="108" y="114"/>
                    </a:cubicBezTo>
                    <a:cubicBezTo>
                      <a:pt x="107" y="126"/>
                      <a:pt x="103" y="194"/>
                      <a:pt x="84" y="156"/>
                    </a:cubicBezTo>
                    <a:cubicBezTo>
                      <a:pt x="78" y="144"/>
                      <a:pt x="82" y="129"/>
                      <a:pt x="79" y="116"/>
                    </a:cubicBezTo>
                    <a:cubicBezTo>
                      <a:pt x="76" y="100"/>
                      <a:pt x="77" y="104"/>
                      <a:pt x="61" y="100"/>
                    </a:cubicBezTo>
                    <a:cubicBezTo>
                      <a:pt x="48" y="97"/>
                      <a:pt x="0" y="74"/>
                      <a:pt x="37" y="76"/>
                    </a:cubicBezTo>
                    <a:cubicBezTo>
                      <a:pt x="52" y="77"/>
                      <a:pt x="68" y="81"/>
                      <a:pt x="84" y="83"/>
                    </a:cubicBezTo>
                  </a:path>
                </a:pathLst>
              </a:custGeom>
              <a:solidFill>
                <a:srgbClr val="E08C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5701" name="Freeform 188">
                <a:extLst>
                  <a:ext uri="{FF2B5EF4-FFF2-40B4-BE49-F238E27FC236}">
                    <a16:creationId xmlns:a16="http://schemas.microsoft.com/office/drawing/2014/main" id="{651D8323-A13D-4C12-86B9-21B6BAA666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6" y="2364"/>
                <a:ext cx="94" cy="98"/>
              </a:xfrm>
              <a:custGeom>
                <a:avLst/>
                <a:gdLst>
                  <a:gd name="T0" fmla="*/ 107 w 58"/>
                  <a:gd name="T1" fmla="*/ 116 h 61"/>
                  <a:gd name="T2" fmla="*/ 149 w 58"/>
                  <a:gd name="T3" fmla="*/ 0 h 61"/>
                  <a:gd name="T4" fmla="*/ 162 w 58"/>
                  <a:gd name="T5" fmla="*/ 103 h 61"/>
                  <a:gd name="T6" fmla="*/ 241 w 58"/>
                  <a:gd name="T7" fmla="*/ 101 h 61"/>
                  <a:gd name="T8" fmla="*/ 246 w 58"/>
                  <a:gd name="T9" fmla="*/ 124 h 61"/>
                  <a:gd name="T10" fmla="*/ 173 w 58"/>
                  <a:gd name="T11" fmla="*/ 157 h 61"/>
                  <a:gd name="T12" fmla="*/ 170 w 58"/>
                  <a:gd name="T13" fmla="*/ 227 h 61"/>
                  <a:gd name="T14" fmla="*/ 128 w 58"/>
                  <a:gd name="T15" fmla="*/ 178 h 61"/>
                  <a:gd name="T16" fmla="*/ 63 w 58"/>
                  <a:gd name="T17" fmla="*/ 204 h 61"/>
                  <a:gd name="T18" fmla="*/ 84 w 58"/>
                  <a:gd name="T19" fmla="*/ 149 h 61"/>
                  <a:gd name="T20" fmla="*/ 102 w 58"/>
                  <a:gd name="T21" fmla="*/ 101 h 6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58" h="61">
                    <a:moveTo>
                      <a:pt x="25" y="28"/>
                    </a:moveTo>
                    <a:cubicBezTo>
                      <a:pt x="24" y="18"/>
                      <a:pt x="28" y="8"/>
                      <a:pt x="35" y="0"/>
                    </a:cubicBezTo>
                    <a:cubicBezTo>
                      <a:pt x="38" y="7"/>
                      <a:pt x="39" y="17"/>
                      <a:pt x="38" y="25"/>
                    </a:cubicBezTo>
                    <a:cubicBezTo>
                      <a:pt x="44" y="24"/>
                      <a:pt x="51" y="23"/>
                      <a:pt x="57" y="24"/>
                    </a:cubicBezTo>
                    <a:cubicBezTo>
                      <a:pt x="57" y="25"/>
                      <a:pt x="58" y="29"/>
                      <a:pt x="58" y="30"/>
                    </a:cubicBezTo>
                    <a:cubicBezTo>
                      <a:pt x="53" y="34"/>
                      <a:pt x="47" y="36"/>
                      <a:pt x="41" y="38"/>
                    </a:cubicBezTo>
                    <a:cubicBezTo>
                      <a:pt x="49" y="44"/>
                      <a:pt x="57" y="61"/>
                      <a:pt x="40" y="55"/>
                    </a:cubicBezTo>
                    <a:cubicBezTo>
                      <a:pt x="35" y="53"/>
                      <a:pt x="35" y="44"/>
                      <a:pt x="30" y="43"/>
                    </a:cubicBezTo>
                    <a:cubicBezTo>
                      <a:pt x="26" y="42"/>
                      <a:pt x="19" y="48"/>
                      <a:pt x="15" y="49"/>
                    </a:cubicBezTo>
                    <a:cubicBezTo>
                      <a:pt x="12" y="43"/>
                      <a:pt x="15" y="39"/>
                      <a:pt x="20" y="36"/>
                    </a:cubicBezTo>
                    <a:cubicBezTo>
                      <a:pt x="0" y="25"/>
                      <a:pt x="7" y="8"/>
                      <a:pt x="24" y="24"/>
                    </a:cubicBezTo>
                  </a:path>
                </a:pathLst>
              </a:custGeom>
              <a:solidFill>
                <a:srgbClr val="E08C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5702" name="Freeform 189">
                <a:extLst>
                  <a:ext uri="{FF2B5EF4-FFF2-40B4-BE49-F238E27FC236}">
                    <a16:creationId xmlns:a16="http://schemas.microsoft.com/office/drawing/2014/main" id="{99CA9F1C-BEC3-49F4-BA11-34ACE1C0E8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5" y="2057"/>
                <a:ext cx="101" cy="95"/>
              </a:xfrm>
              <a:custGeom>
                <a:avLst/>
                <a:gdLst>
                  <a:gd name="T0" fmla="*/ 77 w 62"/>
                  <a:gd name="T1" fmla="*/ 103 h 59"/>
                  <a:gd name="T2" fmla="*/ 109 w 62"/>
                  <a:gd name="T3" fmla="*/ 0 h 59"/>
                  <a:gd name="T4" fmla="*/ 138 w 62"/>
                  <a:gd name="T5" fmla="*/ 97 h 59"/>
                  <a:gd name="T6" fmla="*/ 249 w 62"/>
                  <a:gd name="T7" fmla="*/ 90 h 59"/>
                  <a:gd name="T8" fmla="*/ 160 w 62"/>
                  <a:gd name="T9" fmla="*/ 158 h 59"/>
                  <a:gd name="T10" fmla="*/ 199 w 62"/>
                  <a:gd name="T11" fmla="*/ 233 h 59"/>
                  <a:gd name="T12" fmla="*/ 109 w 62"/>
                  <a:gd name="T13" fmla="*/ 184 h 59"/>
                  <a:gd name="T14" fmla="*/ 60 w 62"/>
                  <a:gd name="T15" fmla="*/ 230 h 59"/>
                  <a:gd name="T16" fmla="*/ 60 w 62"/>
                  <a:gd name="T17" fmla="*/ 176 h 59"/>
                  <a:gd name="T18" fmla="*/ 21 w 62"/>
                  <a:gd name="T19" fmla="*/ 124 h 59"/>
                  <a:gd name="T20" fmla="*/ 60 w 62"/>
                  <a:gd name="T21" fmla="*/ 90 h 5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2" h="59">
                    <a:moveTo>
                      <a:pt x="18" y="25"/>
                    </a:moveTo>
                    <a:cubicBezTo>
                      <a:pt x="19" y="17"/>
                      <a:pt x="17" y="4"/>
                      <a:pt x="25" y="0"/>
                    </a:cubicBezTo>
                    <a:cubicBezTo>
                      <a:pt x="30" y="6"/>
                      <a:pt x="31" y="16"/>
                      <a:pt x="32" y="23"/>
                    </a:cubicBezTo>
                    <a:cubicBezTo>
                      <a:pt x="38" y="22"/>
                      <a:pt x="55" y="13"/>
                      <a:pt x="58" y="22"/>
                    </a:cubicBezTo>
                    <a:cubicBezTo>
                      <a:pt x="62" y="32"/>
                      <a:pt x="42" y="37"/>
                      <a:pt x="37" y="38"/>
                    </a:cubicBezTo>
                    <a:cubicBezTo>
                      <a:pt x="42" y="42"/>
                      <a:pt x="48" y="48"/>
                      <a:pt x="46" y="56"/>
                    </a:cubicBezTo>
                    <a:cubicBezTo>
                      <a:pt x="35" y="59"/>
                      <a:pt x="33" y="49"/>
                      <a:pt x="25" y="44"/>
                    </a:cubicBezTo>
                    <a:cubicBezTo>
                      <a:pt x="22" y="47"/>
                      <a:pt x="18" y="52"/>
                      <a:pt x="14" y="55"/>
                    </a:cubicBezTo>
                    <a:cubicBezTo>
                      <a:pt x="9" y="50"/>
                      <a:pt x="16" y="46"/>
                      <a:pt x="14" y="42"/>
                    </a:cubicBezTo>
                    <a:cubicBezTo>
                      <a:pt x="12" y="38"/>
                      <a:pt x="7" y="36"/>
                      <a:pt x="5" y="30"/>
                    </a:cubicBezTo>
                    <a:cubicBezTo>
                      <a:pt x="0" y="18"/>
                      <a:pt x="8" y="8"/>
                      <a:pt x="14" y="22"/>
                    </a:cubicBezTo>
                  </a:path>
                </a:pathLst>
              </a:custGeom>
              <a:solidFill>
                <a:srgbClr val="E08C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5703" name="Freeform 190">
                <a:extLst>
                  <a:ext uri="{FF2B5EF4-FFF2-40B4-BE49-F238E27FC236}">
                    <a16:creationId xmlns:a16="http://schemas.microsoft.com/office/drawing/2014/main" id="{CBE73A39-723C-44C2-BE18-87CBA5ABEE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3" y="2443"/>
                <a:ext cx="94" cy="93"/>
              </a:xfrm>
              <a:custGeom>
                <a:avLst/>
                <a:gdLst>
                  <a:gd name="T0" fmla="*/ 107 w 58"/>
                  <a:gd name="T1" fmla="*/ 67 h 58"/>
                  <a:gd name="T2" fmla="*/ 183 w 58"/>
                  <a:gd name="T3" fmla="*/ 21 h 58"/>
                  <a:gd name="T4" fmla="*/ 162 w 58"/>
                  <a:gd name="T5" fmla="*/ 98 h 58"/>
                  <a:gd name="T6" fmla="*/ 246 w 58"/>
                  <a:gd name="T7" fmla="*/ 141 h 58"/>
                  <a:gd name="T8" fmla="*/ 170 w 58"/>
                  <a:gd name="T9" fmla="*/ 149 h 58"/>
                  <a:gd name="T10" fmla="*/ 165 w 58"/>
                  <a:gd name="T11" fmla="*/ 234 h 58"/>
                  <a:gd name="T12" fmla="*/ 110 w 58"/>
                  <a:gd name="T13" fmla="*/ 149 h 58"/>
                  <a:gd name="T14" fmla="*/ 0 w 58"/>
                  <a:gd name="T15" fmla="*/ 103 h 58"/>
                  <a:gd name="T16" fmla="*/ 73 w 58"/>
                  <a:gd name="T17" fmla="*/ 95 h 58"/>
                  <a:gd name="T18" fmla="*/ 89 w 58"/>
                  <a:gd name="T19" fmla="*/ 0 h 58"/>
                  <a:gd name="T20" fmla="*/ 115 w 58"/>
                  <a:gd name="T21" fmla="*/ 56 h 58"/>
                  <a:gd name="T22" fmla="*/ 128 w 58"/>
                  <a:gd name="T23" fmla="*/ 67 h 58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58" h="58">
                    <a:moveTo>
                      <a:pt x="25" y="16"/>
                    </a:moveTo>
                    <a:cubicBezTo>
                      <a:pt x="31" y="11"/>
                      <a:pt x="35" y="4"/>
                      <a:pt x="43" y="5"/>
                    </a:cubicBezTo>
                    <a:cubicBezTo>
                      <a:pt x="41" y="10"/>
                      <a:pt x="39" y="18"/>
                      <a:pt x="38" y="24"/>
                    </a:cubicBezTo>
                    <a:cubicBezTo>
                      <a:pt x="47" y="26"/>
                      <a:pt x="58" y="22"/>
                      <a:pt x="58" y="34"/>
                    </a:cubicBezTo>
                    <a:cubicBezTo>
                      <a:pt x="53" y="39"/>
                      <a:pt x="46" y="39"/>
                      <a:pt x="40" y="36"/>
                    </a:cubicBezTo>
                    <a:cubicBezTo>
                      <a:pt x="39" y="44"/>
                      <a:pt x="41" y="50"/>
                      <a:pt x="39" y="57"/>
                    </a:cubicBezTo>
                    <a:cubicBezTo>
                      <a:pt x="24" y="58"/>
                      <a:pt x="34" y="42"/>
                      <a:pt x="26" y="36"/>
                    </a:cubicBezTo>
                    <a:cubicBezTo>
                      <a:pt x="18" y="29"/>
                      <a:pt x="4" y="41"/>
                      <a:pt x="0" y="25"/>
                    </a:cubicBezTo>
                    <a:cubicBezTo>
                      <a:pt x="6" y="23"/>
                      <a:pt x="12" y="24"/>
                      <a:pt x="17" y="23"/>
                    </a:cubicBezTo>
                    <a:cubicBezTo>
                      <a:pt x="12" y="17"/>
                      <a:pt x="11" y="5"/>
                      <a:pt x="21" y="0"/>
                    </a:cubicBezTo>
                    <a:cubicBezTo>
                      <a:pt x="24" y="4"/>
                      <a:pt x="26" y="9"/>
                      <a:pt x="27" y="14"/>
                    </a:cubicBezTo>
                    <a:cubicBezTo>
                      <a:pt x="29" y="14"/>
                      <a:pt x="29" y="15"/>
                      <a:pt x="30" y="16"/>
                    </a:cubicBezTo>
                  </a:path>
                </a:pathLst>
              </a:custGeom>
              <a:solidFill>
                <a:srgbClr val="E08C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5704" name="Freeform 191">
                <a:extLst>
                  <a:ext uri="{FF2B5EF4-FFF2-40B4-BE49-F238E27FC236}">
                    <a16:creationId xmlns:a16="http://schemas.microsoft.com/office/drawing/2014/main" id="{DDF57C3C-C49B-4380-BCCF-016B72588D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0" y="2141"/>
                <a:ext cx="59" cy="63"/>
              </a:xfrm>
              <a:custGeom>
                <a:avLst/>
                <a:gdLst>
                  <a:gd name="T0" fmla="*/ 62 w 36"/>
                  <a:gd name="T1" fmla="*/ 81 h 39"/>
                  <a:gd name="T2" fmla="*/ 62 w 36"/>
                  <a:gd name="T3" fmla="*/ 0 h 39"/>
                  <a:gd name="T4" fmla="*/ 92 w 36"/>
                  <a:gd name="T5" fmla="*/ 50 h 39"/>
                  <a:gd name="T6" fmla="*/ 146 w 36"/>
                  <a:gd name="T7" fmla="*/ 34 h 39"/>
                  <a:gd name="T8" fmla="*/ 151 w 36"/>
                  <a:gd name="T9" fmla="*/ 50 h 39"/>
                  <a:gd name="T10" fmla="*/ 110 w 36"/>
                  <a:gd name="T11" fmla="*/ 76 h 39"/>
                  <a:gd name="T12" fmla="*/ 159 w 36"/>
                  <a:gd name="T13" fmla="*/ 126 h 39"/>
                  <a:gd name="T14" fmla="*/ 84 w 36"/>
                  <a:gd name="T15" fmla="*/ 115 h 39"/>
                  <a:gd name="T16" fmla="*/ 67 w 36"/>
                  <a:gd name="T17" fmla="*/ 165 h 39"/>
                  <a:gd name="T18" fmla="*/ 49 w 36"/>
                  <a:gd name="T19" fmla="*/ 165 h 39"/>
                  <a:gd name="T20" fmla="*/ 49 w 36"/>
                  <a:gd name="T21" fmla="*/ 123 h 39"/>
                  <a:gd name="T22" fmla="*/ 0 w 36"/>
                  <a:gd name="T23" fmla="*/ 94 h 39"/>
                  <a:gd name="T24" fmla="*/ 0 w 36"/>
                  <a:gd name="T25" fmla="*/ 76 h 39"/>
                  <a:gd name="T26" fmla="*/ 34 w 36"/>
                  <a:gd name="T27" fmla="*/ 68 h 3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6" h="39">
                    <a:moveTo>
                      <a:pt x="14" y="19"/>
                    </a:moveTo>
                    <a:cubicBezTo>
                      <a:pt x="14" y="13"/>
                      <a:pt x="14" y="6"/>
                      <a:pt x="14" y="0"/>
                    </a:cubicBezTo>
                    <a:cubicBezTo>
                      <a:pt x="16" y="3"/>
                      <a:pt x="20" y="8"/>
                      <a:pt x="21" y="12"/>
                    </a:cubicBezTo>
                    <a:cubicBezTo>
                      <a:pt x="24" y="10"/>
                      <a:pt x="30" y="10"/>
                      <a:pt x="33" y="8"/>
                    </a:cubicBezTo>
                    <a:cubicBezTo>
                      <a:pt x="33" y="10"/>
                      <a:pt x="34" y="11"/>
                      <a:pt x="34" y="12"/>
                    </a:cubicBezTo>
                    <a:cubicBezTo>
                      <a:pt x="30" y="14"/>
                      <a:pt x="30" y="17"/>
                      <a:pt x="25" y="18"/>
                    </a:cubicBezTo>
                    <a:cubicBezTo>
                      <a:pt x="29" y="21"/>
                      <a:pt x="35" y="23"/>
                      <a:pt x="36" y="30"/>
                    </a:cubicBezTo>
                    <a:cubicBezTo>
                      <a:pt x="30" y="30"/>
                      <a:pt x="25" y="29"/>
                      <a:pt x="19" y="27"/>
                    </a:cubicBezTo>
                    <a:cubicBezTo>
                      <a:pt x="19" y="30"/>
                      <a:pt x="15" y="35"/>
                      <a:pt x="15" y="39"/>
                    </a:cubicBezTo>
                    <a:cubicBezTo>
                      <a:pt x="15" y="39"/>
                      <a:pt x="11" y="39"/>
                      <a:pt x="11" y="39"/>
                    </a:cubicBezTo>
                    <a:cubicBezTo>
                      <a:pt x="12" y="36"/>
                      <a:pt x="10" y="32"/>
                      <a:pt x="11" y="29"/>
                    </a:cubicBezTo>
                    <a:cubicBezTo>
                      <a:pt x="7" y="27"/>
                      <a:pt x="4" y="23"/>
                      <a:pt x="0" y="22"/>
                    </a:cubicBezTo>
                    <a:cubicBezTo>
                      <a:pt x="0" y="21"/>
                      <a:pt x="0" y="19"/>
                      <a:pt x="0" y="18"/>
                    </a:cubicBezTo>
                    <a:cubicBezTo>
                      <a:pt x="3" y="17"/>
                      <a:pt x="5" y="16"/>
                      <a:pt x="8" y="16"/>
                    </a:cubicBezTo>
                  </a:path>
                </a:pathLst>
              </a:custGeom>
              <a:solidFill>
                <a:srgbClr val="E08C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5705" name="Freeform 192">
                <a:extLst>
                  <a:ext uri="{FF2B5EF4-FFF2-40B4-BE49-F238E27FC236}">
                    <a16:creationId xmlns:a16="http://schemas.microsoft.com/office/drawing/2014/main" id="{C5AAAC58-44EF-4E4A-A724-FA7E1AE96A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9" y="2499"/>
                <a:ext cx="251" cy="242"/>
              </a:xfrm>
              <a:custGeom>
                <a:avLst/>
                <a:gdLst>
                  <a:gd name="T0" fmla="*/ 306 w 155"/>
                  <a:gd name="T1" fmla="*/ 211 h 150"/>
                  <a:gd name="T2" fmla="*/ 474 w 155"/>
                  <a:gd name="T3" fmla="*/ 0 h 150"/>
                  <a:gd name="T4" fmla="*/ 486 w 155"/>
                  <a:gd name="T5" fmla="*/ 105 h 150"/>
                  <a:gd name="T6" fmla="*/ 465 w 155"/>
                  <a:gd name="T7" fmla="*/ 205 h 150"/>
                  <a:gd name="T8" fmla="*/ 657 w 155"/>
                  <a:gd name="T9" fmla="*/ 357 h 150"/>
                  <a:gd name="T10" fmla="*/ 452 w 155"/>
                  <a:gd name="T11" fmla="*/ 365 h 150"/>
                  <a:gd name="T12" fmla="*/ 487 w 155"/>
                  <a:gd name="T13" fmla="*/ 466 h 150"/>
                  <a:gd name="T14" fmla="*/ 513 w 155"/>
                  <a:gd name="T15" fmla="*/ 602 h 150"/>
                  <a:gd name="T16" fmla="*/ 335 w 155"/>
                  <a:gd name="T17" fmla="*/ 403 h 150"/>
                  <a:gd name="T18" fmla="*/ 165 w 155"/>
                  <a:gd name="T19" fmla="*/ 369 h 150"/>
                  <a:gd name="T20" fmla="*/ 238 w 155"/>
                  <a:gd name="T21" fmla="*/ 331 h 150"/>
                  <a:gd name="T22" fmla="*/ 217 w 155"/>
                  <a:gd name="T23" fmla="*/ 281 h 150"/>
                  <a:gd name="T24" fmla="*/ 131 w 155"/>
                  <a:gd name="T25" fmla="*/ 124 h 150"/>
                  <a:gd name="T26" fmla="*/ 322 w 155"/>
                  <a:gd name="T27" fmla="*/ 158 h 15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55" h="150">
                    <a:moveTo>
                      <a:pt x="72" y="50"/>
                    </a:moveTo>
                    <a:cubicBezTo>
                      <a:pt x="84" y="32"/>
                      <a:pt x="90" y="9"/>
                      <a:pt x="112" y="0"/>
                    </a:cubicBezTo>
                    <a:cubicBezTo>
                      <a:pt x="112" y="9"/>
                      <a:pt x="114" y="16"/>
                      <a:pt x="114" y="25"/>
                    </a:cubicBezTo>
                    <a:cubicBezTo>
                      <a:pt x="113" y="31"/>
                      <a:pt x="107" y="43"/>
                      <a:pt x="109" y="49"/>
                    </a:cubicBezTo>
                    <a:cubicBezTo>
                      <a:pt x="113" y="68"/>
                      <a:pt x="147" y="67"/>
                      <a:pt x="155" y="85"/>
                    </a:cubicBezTo>
                    <a:cubicBezTo>
                      <a:pt x="140" y="93"/>
                      <a:pt x="122" y="85"/>
                      <a:pt x="106" y="87"/>
                    </a:cubicBezTo>
                    <a:cubicBezTo>
                      <a:pt x="104" y="96"/>
                      <a:pt x="111" y="103"/>
                      <a:pt x="115" y="111"/>
                    </a:cubicBezTo>
                    <a:cubicBezTo>
                      <a:pt x="121" y="122"/>
                      <a:pt x="122" y="131"/>
                      <a:pt x="121" y="143"/>
                    </a:cubicBezTo>
                    <a:cubicBezTo>
                      <a:pt x="104" y="150"/>
                      <a:pt x="94" y="101"/>
                      <a:pt x="79" y="96"/>
                    </a:cubicBezTo>
                    <a:cubicBezTo>
                      <a:pt x="75" y="95"/>
                      <a:pt x="0" y="116"/>
                      <a:pt x="39" y="88"/>
                    </a:cubicBezTo>
                    <a:cubicBezTo>
                      <a:pt x="43" y="85"/>
                      <a:pt x="53" y="83"/>
                      <a:pt x="56" y="79"/>
                    </a:cubicBezTo>
                    <a:cubicBezTo>
                      <a:pt x="61" y="68"/>
                      <a:pt x="55" y="74"/>
                      <a:pt x="51" y="67"/>
                    </a:cubicBezTo>
                    <a:cubicBezTo>
                      <a:pt x="46" y="58"/>
                      <a:pt x="30" y="42"/>
                      <a:pt x="31" y="30"/>
                    </a:cubicBezTo>
                    <a:cubicBezTo>
                      <a:pt x="34" y="9"/>
                      <a:pt x="66" y="32"/>
                      <a:pt x="76" y="38"/>
                    </a:cubicBezTo>
                  </a:path>
                </a:pathLst>
              </a:custGeom>
              <a:solidFill>
                <a:srgbClr val="E08C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5706" name="Freeform 193">
                <a:extLst>
                  <a:ext uri="{FF2B5EF4-FFF2-40B4-BE49-F238E27FC236}">
                    <a16:creationId xmlns:a16="http://schemas.microsoft.com/office/drawing/2014/main" id="{438F632C-213A-4D1D-957D-459510B610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4" y="2064"/>
                <a:ext cx="34" cy="24"/>
              </a:xfrm>
              <a:custGeom>
                <a:avLst/>
                <a:gdLst>
                  <a:gd name="T0" fmla="*/ 5 w 21"/>
                  <a:gd name="T1" fmla="*/ 29 h 15"/>
                  <a:gd name="T2" fmla="*/ 50 w 21"/>
                  <a:gd name="T3" fmla="*/ 8 h 15"/>
                  <a:gd name="T4" fmla="*/ 0 w 21"/>
                  <a:gd name="T5" fmla="*/ 29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15">
                    <a:moveTo>
                      <a:pt x="1" y="7"/>
                    </a:moveTo>
                    <a:cubicBezTo>
                      <a:pt x="6" y="15"/>
                      <a:pt x="21" y="11"/>
                      <a:pt x="12" y="2"/>
                    </a:cubicBezTo>
                    <a:cubicBezTo>
                      <a:pt x="6" y="0"/>
                      <a:pt x="1" y="2"/>
                      <a:pt x="0" y="7"/>
                    </a:cubicBezTo>
                  </a:path>
                </a:pathLst>
              </a:custGeom>
              <a:solidFill>
                <a:srgbClr val="EDAFC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5707" name="Freeform 194">
                <a:extLst>
                  <a:ext uri="{FF2B5EF4-FFF2-40B4-BE49-F238E27FC236}">
                    <a16:creationId xmlns:a16="http://schemas.microsoft.com/office/drawing/2014/main" id="{93629E35-AF53-4109-A752-45F2D42EA2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6" y="2128"/>
                <a:ext cx="18" cy="16"/>
              </a:xfrm>
              <a:custGeom>
                <a:avLst/>
                <a:gdLst>
                  <a:gd name="T0" fmla="*/ 0 w 11"/>
                  <a:gd name="T1" fmla="*/ 13 h 10"/>
                  <a:gd name="T2" fmla="*/ 47 w 11"/>
                  <a:gd name="T3" fmla="*/ 8 h 10"/>
                  <a:gd name="T4" fmla="*/ 0 w 11"/>
                  <a:gd name="T5" fmla="*/ 16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0">
                    <a:moveTo>
                      <a:pt x="0" y="3"/>
                    </a:moveTo>
                    <a:cubicBezTo>
                      <a:pt x="0" y="10"/>
                      <a:pt x="10" y="8"/>
                      <a:pt x="11" y="2"/>
                    </a:cubicBezTo>
                    <a:cubicBezTo>
                      <a:pt x="7" y="0"/>
                      <a:pt x="2" y="0"/>
                      <a:pt x="0" y="4"/>
                    </a:cubicBezTo>
                  </a:path>
                </a:pathLst>
              </a:custGeom>
              <a:solidFill>
                <a:srgbClr val="EDAFC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5708" name="Freeform 195">
                <a:extLst>
                  <a:ext uri="{FF2B5EF4-FFF2-40B4-BE49-F238E27FC236}">
                    <a16:creationId xmlns:a16="http://schemas.microsoft.com/office/drawing/2014/main" id="{04210B15-204B-443A-8FD2-4A9D1A93A6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2" y="2221"/>
                <a:ext cx="20" cy="57"/>
              </a:xfrm>
              <a:custGeom>
                <a:avLst/>
                <a:gdLst>
                  <a:gd name="T0" fmla="*/ 0 w 12"/>
                  <a:gd name="T1" fmla="*/ 75 h 35"/>
                  <a:gd name="T2" fmla="*/ 0 w 12"/>
                  <a:gd name="T3" fmla="*/ 64 h 3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35">
                    <a:moveTo>
                      <a:pt x="0" y="17"/>
                    </a:moveTo>
                    <a:cubicBezTo>
                      <a:pt x="12" y="35"/>
                      <a:pt x="10" y="0"/>
                      <a:pt x="0" y="15"/>
                    </a:cubicBezTo>
                  </a:path>
                </a:pathLst>
              </a:custGeom>
              <a:solidFill>
                <a:srgbClr val="EDAFC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5709" name="Freeform 196">
                <a:extLst>
                  <a:ext uri="{FF2B5EF4-FFF2-40B4-BE49-F238E27FC236}">
                    <a16:creationId xmlns:a16="http://schemas.microsoft.com/office/drawing/2014/main" id="{E0FBF66A-5096-48CE-ABCE-D5C1989D53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4" y="2239"/>
                <a:ext cx="11" cy="10"/>
              </a:xfrm>
              <a:custGeom>
                <a:avLst/>
                <a:gdLst>
                  <a:gd name="T0" fmla="*/ 5 w 7"/>
                  <a:gd name="T1" fmla="*/ 5 h 6"/>
                  <a:gd name="T2" fmla="*/ 0 w 7"/>
                  <a:gd name="T3" fmla="*/ 20 h 6"/>
                  <a:gd name="T4" fmla="*/ 20 w 7"/>
                  <a:gd name="T5" fmla="*/ 28 h 6"/>
                  <a:gd name="T6" fmla="*/ 5 w 7"/>
                  <a:gd name="T7" fmla="*/ 5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6">
                    <a:moveTo>
                      <a:pt x="1" y="1"/>
                    </a:moveTo>
                    <a:cubicBezTo>
                      <a:pt x="0" y="2"/>
                      <a:pt x="0" y="3"/>
                      <a:pt x="0" y="4"/>
                    </a:cubicBezTo>
                    <a:cubicBezTo>
                      <a:pt x="1" y="5"/>
                      <a:pt x="4" y="6"/>
                      <a:pt x="5" y="6"/>
                    </a:cubicBezTo>
                    <a:cubicBezTo>
                      <a:pt x="7" y="2"/>
                      <a:pt x="6" y="0"/>
                      <a:pt x="1" y="1"/>
                    </a:cubicBezTo>
                  </a:path>
                </a:pathLst>
              </a:custGeom>
              <a:solidFill>
                <a:srgbClr val="EDAFC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5710" name="Freeform 197">
                <a:extLst>
                  <a:ext uri="{FF2B5EF4-FFF2-40B4-BE49-F238E27FC236}">
                    <a16:creationId xmlns:a16="http://schemas.microsoft.com/office/drawing/2014/main" id="{B23EAA85-F3DF-4F4B-9D97-045DA4CC2F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0" y="2007"/>
                <a:ext cx="25" cy="20"/>
              </a:xfrm>
              <a:custGeom>
                <a:avLst/>
                <a:gdLst>
                  <a:gd name="T0" fmla="*/ 8 w 15"/>
                  <a:gd name="T1" fmla="*/ 5 h 12"/>
                  <a:gd name="T2" fmla="*/ 47 w 15"/>
                  <a:gd name="T3" fmla="*/ 37 h 12"/>
                  <a:gd name="T4" fmla="*/ 0 w 15"/>
                  <a:gd name="T5" fmla="*/ 20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12">
                    <a:moveTo>
                      <a:pt x="2" y="1"/>
                    </a:moveTo>
                    <a:cubicBezTo>
                      <a:pt x="1" y="5"/>
                      <a:pt x="5" y="12"/>
                      <a:pt x="10" y="8"/>
                    </a:cubicBezTo>
                    <a:cubicBezTo>
                      <a:pt x="15" y="4"/>
                      <a:pt x="4" y="0"/>
                      <a:pt x="0" y="4"/>
                    </a:cubicBezTo>
                  </a:path>
                </a:pathLst>
              </a:custGeom>
              <a:solidFill>
                <a:srgbClr val="EDAFC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5711" name="Freeform 198">
                <a:extLst>
                  <a:ext uri="{FF2B5EF4-FFF2-40B4-BE49-F238E27FC236}">
                    <a16:creationId xmlns:a16="http://schemas.microsoft.com/office/drawing/2014/main" id="{264DC453-9964-4084-8CA4-7F9914B439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0" y="2307"/>
                <a:ext cx="16" cy="12"/>
              </a:xfrm>
              <a:custGeom>
                <a:avLst/>
                <a:gdLst>
                  <a:gd name="T0" fmla="*/ 0 w 10"/>
                  <a:gd name="T1" fmla="*/ 14 h 8"/>
                  <a:gd name="T2" fmla="*/ 42 w 10"/>
                  <a:gd name="T3" fmla="*/ 8 h 8"/>
                  <a:gd name="T4" fmla="*/ 13 w 10"/>
                  <a:gd name="T5" fmla="*/ 0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8">
                    <a:moveTo>
                      <a:pt x="0" y="4"/>
                    </a:moveTo>
                    <a:cubicBezTo>
                      <a:pt x="2" y="8"/>
                      <a:pt x="8" y="8"/>
                      <a:pt x="10" y="2"/>
                    </a:cubicBezTo>
                    <a:cubicBezTo>
                      <a:pt x="8" y="0"/>
                      <a:pt x="6" y="0"/>
                      <a:pt x="3" y="0"/>
                    </a:cubicBezTo>
                  </a:path>
                </a:pathLst>
              </a:custGeom>
              <a:solidFill>
                <a:srgbClr val="EDAFC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5712" name="Freeform 199">
                <a:extLst>
                  <a:ext uri="{FF2B5EF4-FFF2-40B4-BE49-F238E27FC236}">
                    <a16:creationId xmlns:a16="http://schemas.microsoft.com/office/drawing/2014/main" id="{02805504-7BE6-47A0-80F2-E99BAA37FF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6" y="2417"/>
                <a:ext cx="16" cy="10"/>
              </a:xfrm>
              <a:custGeom>
                <a:avLst/>
                <a:gdLst>
                  <a:gd name="T0" fmla="*/ 0 w 10"/>
                  <a:gd name="T1" fmla="*/ 13 h 6"/>
                  <a:gd name="T2" fmla="*/ 42 w 10"/>
                  <a:gd name="T3" fmla="*/ 13 h 6"/>
                  <a:gd name="T4" fmla="*/ 0 w 10"/>
                  <a:gd name="T5" fmla="*/ 8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6">
                    <a:moveTo>
                      <a:pt x="0" y="3"/>
                    </a:moveTo>
                    <a:cubicBezTo>
                      <a:pt x="3" y="6"/>
                      <a:pt x="7" y="6"/>
                      <a:pt x="10" y="3"/>
                    </a:cubicBezTo>
                    <a:cubicBezTo>
                      <a:pt x="7" y="1"/>
                      <a:pt x="3" y="0"/>
                      <a:pt x="0" y="2"/>
                    </a:cubicBezTo>
                  </a:path>
                </a:pathLst>
              </a:custGeom>
              <a:solidFill>
                <a:srgbClr val="EDAFC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5713" name="Freeform 200">
                <a:extLst>
                  <a:ext uri="{FF2B5EF4-FFF2-40B4-BE49-F238E27FC236}">
                    <a16:creationId xmlns:a16="http://schemas.microsoft.com/office/drawing/2014/main" id="{3649741D-7947-4718-8327-6307A8E59C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9" y="2368"/>
                <a:ext cx="16" cy="14"/>
              </a:xfrm>
              <a:custGeom>
                <a:avLst/>
                <a:gdLst>
                  <a:gd name="T0" fmla="*/ 13 w 10"/>
                  <a:gd name="T1" fmla="*/ 14 h 9"/>
                  <a:gd name="T2" fmla="*/ 13 w 10"/>
                  <a:gd name="T3" fmla="*/ 26 h 9"/>
                  <a:gd name="T4" fmla="*/ 35 w 10"/>
                  <a:gd name="T5" fmla="*/ 0 h 9"/>
                  <a:gd name="T6" fmla="*/ 0 w 10"/>
                  <a:gd name="T7" fmla="*/ 8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9">
                    <a:moveTo>
                      <a:pt x="3" y="4"/>
                    </a:moveTo>
                    <a:cubicBezTo>
                      <a:pt x="3" y="5"/>
                      <a:pt x="2" y="6"/>
                      <a:pt x="3" y="7"/>
                    </a:cubicBezTo>
                    <a:cubicBezTo>
                      <a:pt x="8" y="9"/>
                      <a:pt x="10" y="6"/>
                      <a:pt x="9" y="0"/>
                    </a:cubicBezTo>
                    <a:cubicBezTo>
                      <a:pt x="6" y="0"/>
                      <a:pt x="3" y="0"/>
                      <a:pt x="0" y="2"/>
                    </a:cubicBezTo>
                  </a:path>
                </a:pathLst>
              </a:custGeom>
              <a:solidFill>
                <a:srgbClr val="EDAFC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5714" name="Freeform 201">
                <a:extLst>
                  <a:ext uri="{FF2B5EF4-FFF2-40B4-BE49-F238E27FC236}">
                    <a16:creationId xmlns:a16="http://schemas.microsoft.com/office/drawing/2014/main" id="{C7272307-1243-42F3-A560-304BB258C6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6" y="2498"/>
                <a:ext cx="14" cy="53"/>
              </a:xfrm>
              <a:custGeom>
                <a:avLst/>
                <a:gdLst>
                  <a:gd name="T0" fmla="*/ 5 w 9"/>
                  <a:gd name="T1" fmla="*/ 69 h 33"/>
                  <a:gd name="T2" fmla="*/ 0 w 9"/>
                  <a:gd name="T3" fmla="*/ 75 h 3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33">
                    <a:moveTo>
                      <a:pt x="1" y="17"/>
                    </a:moveTo>
                    <a:cubicBezTo>
                      <a:pt x="8" y="33"/>
                      <a:pt x="9" y="0"/>
                      <a:pt x="0" y="18"/>
                    </a:cubicBezTo>
                  </a:path>
                </a:pathLst>
              </a:custGeom>
              <a:solidFill>
                <a:srgbClr val="EDAFC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5715" name="Freeform 202">
                <a:extLst>
                  <a:ext uri="{FF2B5EF4-FFF2-40B4-BE49-F238E27FC236}">
                    <a16:creationId xmlns:a16="http://schemas.microsoft.com/office/drawing/2014/main" id="{1698C792-2D4A-4075-A162-D8DE6D11F0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8" y="2503"/>
                <a:ext cx="34" cy="27"/>
              </a:xfrm>
              <a:custGeom>
                <a:avLst/>
                <a:gdLst>
                  <a:gd name="T0" fmla="*/ 8 w 21"/>
                  <a:gd name="T1" fmla="*/ 33 h 17"/>
                  <a:gd name="T2" fmla="*/ 13 w 21"/>
                  <a:gd name="T3" fmla="*/ 13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17">
                    <a:moveTo>
                      <a:pt x="2" y="8"/>
                    </a:moveTo>
                    <a:cubicBezTo>
                      <a:pt x="0" y="17"/>
                      <a:pt x="21" y="0"/>
                      <a:pt x="3" y="3"/>
                    </a:cubicBezTo>
                  </a:path>
                </a:pathLst>
              </a:custGeom>
              <a:solidFill>
                <a:srgbClr val="EDAFC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5716" name="Freeform 203">
                <a:extLst>
                  <a:ext uri="{FF2B5EF4-FFF2-40B4-BE49-F238E27FC236}">
                    <a16:creationId xmlns:a16="http://schemas.microsoft.com/office/drawing/2014/main" id="{B4AF3352-C71D-4A6D-B821-69A02A40B7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2" y="2607"/>
                <a:ext cx="14" cy="16"/>
              </a:xfrm>
              <a:custGeom>
                <a:avLst/>
                <a:gdLst>
                  <a:gd name="T0" fmla="*/ 0 w 9"/>
                  <a:gd name="T1" fmla="*/ 21 h 10"/>
                  <a:gd name="T2" fmla="*/ 8 w 9"/>
                  <a:gd name="T3" fmla="*/ 42 h 10"/>
                  <a:gd name="T4" fmla="*/ 5 w 9"/>
                  <a:gd name="T5" fmla="*/ 5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0">
                    <a:moveTo>
                      <a:pt x="0" y="5"/>
                    </a:moveTo>
                    <a:cubicBezTo>
                      <a:pt x="0" y="7"/>
                      <a:pt x="0" y="8"/>
                      <a:pt x="2" y="10"/>
                    </a:cubicBezTo>
                    <a:cubicBezTo>
                      <a:pt x="8" y="7"/>
                      <a:pt x="9" y="0"/>
                      <a:pt x="1" y="1"/>
                    </a:cubicBezTo>
                  </a:path>
                </a:pathLst>
              </a:custGeom>
              <a:solidFill>
                <a:srgbClr val="EDAFC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5717" name="Freeform 204">
                <a:extLst>
                  <a:ext uri="{FF2B5EF4-FFF2-40B4-BE49-F238E27FC236}">
                    <a16:creationId xmlns:a16="http://schemas.microsoft.com/office/drawing/2014/main" id="{EBEEB7F1-181A-4B4A-BB7D-A95C991C86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6" y="2692"/>
                <a:ext cx="18" cy="20"/>
              </a:xfrm>
              <a:custGeom>
                <a:avLst/>
                <a:gdLst>
                  <a:gd name="T0" fmla="*/ 18 w 11"/>
                  <a:gd name="T1" fmla="*/ 13 h 12"/>
                  <a:gd name="T2" fmla="*/ 5 w 11"/>
                  <a:gd name="T3" fmla="*/ 47 h 12"/>
                  <a:gd name="T4" fmla="*/ 5 w 11"/>
                  <a:gd name="T5" fmla="*/ 0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2">
                    <a:moveTo>
                      <a:pt x="4" y="3"/>
                    </a:moveTo>
                    <a:cubicBezTo>
                      <a:pt x="2" y="5"/>
                      <a:pt x="0" y="7"/>
                      <a:pt x="1" y="10"/>
                    </a:cubicBezTo>
                    <a:cubicBezTo>
                      <a:pt x="11" y="12"/>
                      <a:pt x="11" y="0"/>
                      <a:pt x="1" y="0"/>
                    </a:cubicBezTo>
                  </a:path>
                </a:pathLst>
              </a:custGeom>
              <a:solidFill>
                <a:srgbClr val="EDAFC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</p:grpSp>
        <p:sp>
          <p:nvSpPr>
            <p:cNvPr id="35493" name="Freeform 205">
              <a:extLst>
                <a:ext uri="{FF2B5EF4-FFF2-40B4-BE49-F238E27FC236}">
                  <a16:creationId xmlns:a16="http://schemas.microsoft.com/office/drawing/2014/main" id="{B71FC3A2-FD27-48B5-9014-08376DF48D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8" y="2678"/>
              <a:ext cx="21" cy="21"/>
            </a:xfrm>
            <a:custGeom>
              <a:avLst/>
              <a:gdLst>
                <a:gd name="T0" fmla="*/ 0 w 13"/>
                <a:gd name="T1" fmla="*/ 16 h 13"/>
                <a:gd name="T2" fmla="*/ 8 w 13"/>
                <a:gd name="T3" fmla="*/ 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3">
                  <a:moveTo>
                    <a:pt x="0" y="4"/>
                  </a:moveTo>
                  <a:cubicBezTo>
                    <a:pt x="3" y="13"/>
                    <a:pt x="13" y="2"/>
                    <a:pt x="2" y="0"/>
                  </a:cubicBezTo>
                </a:path>
              </a:pathLst>
            </a:custGeom>
            <a:solidFill>
              <a:srgbClr val="EDAF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494" name="Freeform 206">
              <a:extLst>
                <a:ext uri="{FF2B5EF4-FFF2-40B4-BE49-F238E27FC236}">
                  <a16:creationId xmlns:a16="http://schemas.microsoft.com/office/drawing/2014/main" id="{3F271C6B-2078-4355-B028-AC80690135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6" y="2589"/>
              <a:ext cx="13" cy="17"/>
            </a:xfrm>
            <a:custGeom>
              <a:avLst/>
              <a:gdLst>
                <a:gd name="T0" fmla="*/ 13 w 8"/>
                <a:gd name="T1" fmla="*/ 5 h 10"/>
                <a:gd name="T2" fmla="*/ 34 w 8"/>
                <a:gd name="T3" fmla="*/ 9 h 10"/>
                <a:gd name="T4" fmla="*/ 0 w 8"/>
                <a:gd name="T5" fmla="*/ 15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0">
                  <a:moveTo>
                    <a:pt x="3" y="1"/>
                  </a:moveTo>
                  <a:cubicBezTo>
                    <a:pt x="2" y="4"/>
                    <a:pt x="5" y="10"/>
                    <a:pt x="8" y="2"/>
                  </a:cubicBezTo>
                  <a:cubicBezTo>
                    <a:pt x="5" y="0"/>
                    <a:pt x="2" y="1"/>
                    <a:pt x="0" y="3"/>
                  </a:cubicBezTo>
                </a:path>
              </a:pathLst>
            </a:custGeom>
            <a:solidFill>
              <a:srgbClr val="EDAF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495" name="Freeform 207">
              <a:extLst>
                <a:ext uri="{FF2B5EF4-FFF2-40B4-BE49-F238E27FC236}">
                  <a16:creationId xmlns:a16="http://schemas.microsoft.com/office/drawing/2014/main" id="{7C048296-FEBE-4EA6-8AFB-B1B8E65862C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9" y="2720"/>
              <a:ext cx="15" cy="13"/>
            </a:xfrm>
            <a:custGeom>
              <a:avLst/>
              <a:gdLst>
                <a:gd name="T0" fmla="*/ 0 w 9"/>
                <a:gd name="T1" fmla="*/ 21 h 8"/>
                <a:gd name="T2" fmla="*/ 42 w 9"/>
                <a:gd name="T3" fmla="*/ 5 h 8"/>
                <a:gd name="T4" fmla="*/ 0 w 9"/>
                <a:gd name="T5" fmla="*/ 8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8">
                  <a:moveTo>
                    <a:pt x="0" y="5"/>
                  </a:moveTo>
                  <a:cubicBezTo>
                    <a:pt x="2" y="5"/>
                    <a:pt x="9" y="8"/>
                    <a:pt x="9" y="1"/>
                  </a:cubicBezTo>
                  <a:cubicBezTo>
                    <a:pt x="6" y="0"/>
                    <a:pt x="3" y="0"/>
                    <a:pt x="0" y="2"/>
                  </a:cubicBezTo>
                </a:path>
              </a:pathLst>
            </a:custGeom>
            <a:solidFill>
              <a:srgbClr val="EDAF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496" name="Freeform 208">
              <a:extLst>
                <a:ext uri="{FF2B5EF4-FFF2-40B4-BE49-F238E27FC236}">
                  <a16:creationId xmlns:a16="http://schemas.microsoft.com/office/drawing/2014/main" id="{23EC2ADC-30A3-4E7C-8C99-24261140EF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0" y="2792"/>
              <a:ext cx="8" cy="10"/>
            </a:xfrm>
            <a:custGeom>
              <a:avLst/>
              <a:gdLst>
                <a:gd name="T0" fmla="*/ 5 w 5"/>
                <a:gd name="T1" fmla="*/ 13 h 6"/>
                <a:gd name="T2" fmla="*/ 8 w 5"/>
                <a:gd name="T3" fmla="*/ 28 h 6"/>
                <a:gd name="T4" fmla="*/ 21 w 5"/>
                <a:gd name="T5" fmla="*/ 5 h 6"/>
                <a:gd name="T6" fmla="*/ 0 w 5"/>
                <a:gd name="T7" fmla="*/ 13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6">
                  <a:moveTo>
                    <a:pt x="1" y="3"/>
                  </a:moveTo>
                  <a:cubicBezTo>
                    <a:pt x="1" y="5"/>
                    <a:pt x="1" y="6"/>
                    <a:pt x="2" y="6"/>
                  </a:cubicBezTo>
                  <a:cubicBezTo>
                    <a:pt x="5" y="4"/>
                    <a:pt x="5" y="5"/>
                    <a:pt x="5" y="1"/>
                  </a:cubicBezTo>
                  <a:cubicBezTo>
                    <a:pt x="2" y="0"/>
                    <a:pt x="2" y="2"/>
                    <a:pt x="0" y="3"/>
                  </a:cubicBezTo>
                </a:path>
              </a:pathLst>
            </a:custGeom>
            <a:solidFill>
              <a:srgbClr val="EDAF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497" name="Freeform 209">
              <a:extLst>
                <a:ext uri="{FF2B5EF4-FFF2-40B4-BE49-F238E27FC236}">
                  <a16:creationId xmlns:a16="http://schemas.microsoft.com/office/drawing/2014/main" id="{4D922429-2640-4D7B-8F99-230818B55F1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1" y="2821"/>
              <a:ext cx="26" cy="21"/>
            </a:xfrm>
            <a:custGeom>
              <a:avLst/>
              <a:gdLst>
                <a:gd name="T0" fmla="*/ 8 w 16"/>
                <a:gd name="T1" fmla="*/ 16 h 13"/>
                <a:gd name="T2" fmla="*/ 42 w 16"/>
                <a:gd name="T3" fmla="*/ 47 h 13"/>
                <a:gd name="T4" fmla="*/ 5 w 16"/>
                <a:gd name="T5" fmla="*/ 26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3">
                  <a:moveTo>
                    <a:pt x="2" y="4"/>
                  </a:moveTo>
                  <a:cubicBezTo>
                    <a:pt x="0" y="9"/>
                    <a:pt x="4" y="13"/>
                    <a:pt x="10" y="11"/>
                  </a:cubicBezTo>
                  <a:cubicBezTo>
                    <a:pt x="16" y="9"/>
                    <a:pt x="8" y="0"/>
                    <a:pt x="1" y="6"/>
                  </a:cubicBezTo>
                </a:path>
              </a:pathLst>
            </a:custGeom>
            <a:solidFill>
              <a:srgbClr val="EDAF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498" name="Freeform 210">
              <a:extLst>
                <a:ext uri="{FF2B5EF4-FFF2-40B4-BE49-F238E27FC236}">
                  <a16:creationId xmlns:a16="http://schemas.microsoft.com/office/drawing/2014/main" id="{EDC146ED-8B58-4637-AF10-59D8AD78AE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8" y="2445"/>
              <a:ext cx="15" cy="13"/>
            </a:xfrm>
            <a:custGeom>
              <a:avLst/>
              <a:gdLst>
                <a:gd name="T0" fmla="*/ 0 w 9"/>
                <a:gd name="T1" fmla="*/ 8 h 8"/>
                <a:gd name="T2" fmla="*/ 28 w 9"/>
                <a:gd name="T3" fmla="*/ 34 h 8"/>
                <a:gd name="T4" fmla="*/ 42 w 9"/>
                <a:gd name="T5" fmla="*/ 8 h 8"/>
                <a:gd name="T6" fmla="*/ 13 w 9"/>
                <a:gd name="T7" fmla="*/ 18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8">
                  <a:moveTo>
                    <a:pt x="0" y="2"/>
                  </a:moveTo>
                  <a:cubicBezTo>
                    <a:pt x="1" y="5"/>
                    <a:pt x="3" y="7"/>
                    <a:pt x="6" y="8"/>
                  </a:cubicBezTo>
                  <a:cubicBezTo>
                    <a:pt x="8" y="5"/>
                    <a:pt x="8" y="5"/>
                    <a:pt x="9" y="2"/>
                  </a:cubicBezTo>
                  <a:cubicBezTo>
                    <a:pt x="6" y="0"/>
                    <a:pt x="5" y="2"/>
                    <a:pt x="3" y="4"/>
                  </a:cubicBezTo>
                </a:path>
              </a:pathLst>
            </a:custGeom>
            <a:solidFill>
              <a:srgbClr val="EDAF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499" name="Freeform 211">
              <a:extLst>
                <a:ext uri="{FF2B5EF4-FFF2-40B4-BE49-F238E27FC236}">
                  <a16:creationId xmlns:a16="http://schemas.microsoft.com/office/drawing/2014/main" id="{BAFCB57D-7102-45F9-9C56-6676C6B22B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7" y="2699"/>
              <a:ext cx="15" cy="17"/>
            </a:xfrm>
            <a:custGeom>
              <a:avLst/>
              <a:gdLst>
                <a:gd name="T0" fmla="*/ 13 w 9"/>
                <a:gd name="T1" fmla="*/ 8 h 11"/>
                <a:gd name="T2" fmla="*/ 20 w 9"/>
                <a:gd name="T3" fmla="*/ 40 h 11"/>
                <a:gd name="T4" fmla="*/ 8 w 9"/>
                <a:gd name="T5" fmla="*/ 14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1">
                  <a:moveTo>
                    <a:pt x="3" y="2"/>
                  </a:moveTo>
                  <a:cubicBezTo>
                    <a:pt x="0" y="5"/>
                    <a:pt x="1" y="8"/>
                    <a:pt x="4" y="11"/>
                  </a:cubicBezTo>
                  <a:cubicBezTo>
                    <a:pt x="9" y="9"/>
                    <a:pt x="9" y="0"/>
                    <a:pt x="2" y="4"/>
                  </a:cubicBezTo>
                </a:path>
              </a:pathLst>
            </a:custGeom>
            <a:solidFill>
              <a:srgbClr val="EDAF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500" name="Freeform 212">
              <a:extLst>
                <a:ext uri="{FF2B5EF4-FFF2-40B4-BE49-F238E27FC236}">
                  <a16:creationId xmlns:a16="http://schemas.microsoft.com/office/drawing/2014/main" id="{E9947FC6-9B62-43A1-8645-0E44CFD8E49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2" y="1691"/>
              <a:ext cx="128" cy="32"/>
            </a:xfrm>
            <a:custGeom>
              <a:avLst/>
              <a:gdLst>
                <a:gd name="T0" fmla="*/ 0 w 79"/>
                <a:gd name="T1" fmla="*/ 74 h 20"/>
                <a:gd name="T2" fmla="*/ 186 w 79"/>
                <a:gd name="T3" fmla="*/ 69 h 20"/>
                <a:gd name="T4" fmla="*/ 335 w 79"/>
                <a:gd name="T5" fmla="*/ 0 h 20"/>
                <a:gd name="T6" fmla="*/ 8 w 79"/>
                <a:gd name="T7" fmla="*/ 69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9" h="20">
                  <a:moveTo>
                    <a:pt x="0" y="18"/>
                  </a:moveTo>
                  <a:cubicBezTo>
                    <a:pt x="15" y="17"/>
                    <a:pt x="29" y="20"/>
                    <a:pt x="44" y="17"/>
                  </a:cubicBezTo>
                  <a:cubicBezTo>
                    <a:pt x="54" y="15"/>
                    <a:pt x="76" y="13"/>
                    <a:pt x="79" y="0"/>
                  </a:cubicBezTo>
                  <a:cubicBezTo>
                    <a:pt x="62" y="13"/>
                    <a:pt x="25" y="17"/>
                    <a:pt x="2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501" name="Freeform 213">
              <a:extLst>
                <a:ext uri="{FF2B5EF4-FFF2-40B4-BE49-F238E27FC236}">
                  <a16:creationId xmlns:a16="http://schemas.microsoft.com/office/drawing/2014/main" id="{72A47C72-D7C8-40CA-B4A9-20170CEC527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8" y="1377"/>
              <a:ext cx="87" cy="97"/>
            </a:xfrm>
            <a:custGeom>
              <a:avLst/>
              <a:gdLst>
                <a:gd name="T0" fmla="*/ 226 w 54"/>
                <a:gd name="T1" fmla="*/ 233 h 60"/>
                <a:gd name="T2" fmla="*/ 122 w 54"/>
                <a:gd name="T3" fmla="*/ 149 h 60"/>
                <a:gd name="T4" fmla="*/ 50 w 54"/>
                <a:gd name="T5" fmla="*/ 76 h 60"/>
                <a:gd name="T6" fmla="*/ 0 w 54"/>
                <a:gd name="T7" fmla="*/ 0 h 60"/>
                <a:gd name="T8" fmla="*/ 114 w 54"/>
                <a:gd name="T9" fmla="*/ 173 h 60"/>
                <a:gd name="T10" fmla="*/ 213 w 54"/>
                <a:gd name="T11" fmla="*/ 254 h 6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4" h="60">
                  <a:moveTo>
                    <a:pt x="54" y="55"/>
                  </a:moveTo>
                  <a:cubicBezTo>
                    <a:pt x="47" y="50"/>
                    <a:pt x="37" y="42"/>
                    <a:pt x="29" y="35"/>
                  </a:cubicBezTo>
                  <a:cubicBezTo>
                    <a:pt x="23" y="30"/>
                    <a:pt x="16" y="25"/>
                    <a:pt x="12" y="18"/>
                  </a:cubicBezTo>
                  <a:cubicBezTo>
                    <a:pt x="7" y="12"/>
                    <a:pt x="5" y="5"/>
                    <a:pt x="0" y="0"/>
                  </a:cubicBezTo>
                  <a:cubicBezTo>
                    <a:pt x="5" y="14"/>
                    <a:pt x="15" y="31"/>
                    <a:pt x="27" y="41"/>
                  </a:cubicBezTo>
                  <a:cubicBezTo>
                    <a:pt x="35" y="47"/>
                    <a:pt x="44" y="52"/>
                    <a:pt x="51" y="6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502" name="Freeform 214">
              <a:extLst>
                <a:ext uri="{FF2B5EF4-FFF2-40B4-BE49-F238E27FC236}">
                  <a16:creationId xmlns:a16="http://schemas.microsoft.com/office/drawing/2014/main" id="{89C9855E-A70A-4900-95DE-4B1EC9BEFCA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3" y="1739"/>
              <a:ext cx="91" cy="16"/>
            </a:xfrm>
            <a:custGeom>
              <a:avLst/>
              <a:gdLst>
                <a:gd name="T0" fmla="*/ 0 w 56"/>
                <a:gd name="T1" fmla="*/ 21 h 10"/>
                <a:gd name="T2" fmla="*/ 241 w 56"/>
                <a:gd name="T3" fmla="*/ 42 h 10"/>
                <a:gd name="T4" fmla="*/ 21 w 56"/>
                <a:gd name="T5" fmla="*/ 16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6" h="10">
                  <a:moveTo>
                    <a:pt x="0" y="5"/>
                  </a:moveTo>
                  <a:cubicBezTo>
                    <a:pt x="17" y="1"/>
                    <a:pt x="40" y="5"/>
                    <a:pt x="56" y="10"/>
                  </a:cubicBezTo>
                  <a:cubicBezTo>
                    <a:pt x="47" y="0"/>
                    <a:pt x="17" y="1"/>
                    <a:pt x="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503" name="Freeform 215">
              <a:extLst>
                <a:ext uri="{FF2B5EF4-FFF2-40B4-BE49-F238E27FC236}">
                  <a16:creationId xmlns:a16="http://schemas.microsoft.com/office/drawing/2014/main" id="{DA1000A7-958F-4075-9CD8-15405ECFD3E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7" y="2696"/>
              <a:ext cx="144" cy="154"/>
            </a:xfrm>
            <a:custGeom>
              <a:avLst/>
              <a:gdLst>
                <a:gd name="T0" fmla="*/ 5 w 89"/>
                <a:gd name="T1" fmla="*/ 0 h 96"/>
                <a:gd name="T2" fmla="*/ 39 w 89"/>
                <a:gd name="T3" fmla="*/ 103 h 96"/>
                <a:gd name="T4" fmla="*/ 102 w 89"/>
                <a:gd name="T5" fmla="*/ 226 h 96"/>
                <a:gd name="T6" fmla="*/ 377 w 89"/>
                <a:gd name="T7" fmla="*/ 396 h 96"/>
                <a:gd name="T8" fmla="*/ 128 w 89"/>
                <a:gd name="T9" fmla="*/ 244 h 96"/>
                <a:gd name="T10" fmla="*/ 5 w 89"/>
                <a:gd name="T11" fmla="*/ 21 h 9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9" h="96">
                  <a:moveTo>
                    <a:pt x="1" y="0"/>
                  </a:moveTo>
                  <a:cubicBezTo>
                    <a:pt x="0" y="7"/>
                    <a:pt x="6" y="17"/>
                    <a:pt x="9" y="25"/>
                  </a:cubicBezTo>
                  <a:cubicBezTo>
                    <a:pt x="14" y="36"/>
                    <a:pt x="17" y="46"/>
                    <a:pt x="24" y="55"/>
                  </a:cubicBezTo>
                  <a:cubicBezTo>
                    <a:pt x="41" y="79"/>
                    <a:pt x="63" y="87"/>
                    <a:pt x="89" y="96"/>
                  </a:cubicBezTo>
                  <a:cubicBezTo>
                    <a:pt x="69" y="87"/>
                    <a:pt x="41" y="79"/>
                    <a:pt x="30" y="59"/>
                  </a:cubicBezTo>
                  <a:cubicBezTo>
                    <a:pt x="20" y="41"/>
                    <a:pt x="11" y="22"/>
                    <a:pt x="1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504" name="Freeform 216">
              <a:extLst>
                <a:ext uri="{FF2B5EF4-FFF2-40B4-BE49-F238E27FC236}">
                  <a16:creationId xmlns:a16="http://schemas.microsoft.com/office/drawing/2014/main" id="{11EF9781-E7AF-451F-99A5-3C48B73F71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9" y="2660"/>
              <a:ext cx="22" cy="155"/>
            </a:xfrm>
            <a:custGeom>
              <a:avLst/>
              <a:gdLst>
                <a:gd name="T0" fmla="*/ 5 w 14"/>
                <a:gd name="T1" fmla="*/ 0 h 96"/>
                <a:gd name="T2" fmla="*/ 14 w 14"/>
                <a:gd name="T3" fmla="*/ 76 h 96"/>
                <a:gd name="T4" fmla="*/ 13 w 14"/>
                <a:gd name="T5" fmla="*/ 186 h 96"/>
                <a:gd name="T6" fmla="*/ 39 w 14"/>
                <a:gd name="T7" fmla="*/ 404 h 96"/>
                <a:gd name="T8" fmla="*/ 39 w 14"/>
                <a:gd name="T9" fmla="*/ 203 h 96"/>
                <a:gd name="T10" fmla="*/ 8 w 14"/>
                <a:gd name="T11" fmla="*/ 21 h 9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" h="96">
                  <a:moveTo>
                    <a:pt x="1" y="0"/>
                  </a:moveTo>
                  <a:cubicBezTo>
                    <a:pt x="1" y="6"/>
                    <a:pt x="4" y="12"/>
                    <a:pt x="4" y="18"/>
                  </a:cubicBezTo>
                  <a:cubicBezTo>
                    <a:pt x="5" y="27"/>
                    <a:pt x="4" y="35"/>
                    <a:pt x="3" y="44"/>
                  </a:cubicBezTo>
                  <a:cubicBezTo>
                    <a:pt x="0" y="61"/>
                    <a:pt x="1" y="81"/>
                    <a:pt x="10" y="96"/>
                  </a:cubicBezTo>
                  <a:cubicBezTo>
                    <a:pt x="2" y="80"/>
                    <a:pt x="6" y="63"/>
                    <a:pt x="10" y="48"/>
                  </a:cubicBezTo>
                  <a:cubicBezTo>
                    <a:pt x="14" y="34"/>
                    <a:pt x="7" y="15"/>
                    <a:pt x="2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505" name="Freeform 217">
              <a:extLst>
                <a:ext uri="{FF2B5EF4-FFF2-40B4-BE49-F238E27FC236}">
                  <a16:creationId xmlns:a16="http://schemas.microsoft.com/office/drawing/2014/main" id="{0F3BFE5F-FD92-413D-AAE6-052DBF6E36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0" y="1225"/>
              <a:ext cx="754" cy="1709"/>
            </a:xfrm>
            <a:custGeom>
              <a:avLst/>
              <a:gdLst>
                <a:gd name="T0" fmla="*/ 657 w 465"/>
                <a:gd name="T1" fmla="*/ 0 h 1063"/>
                <a:gd name="T2" fmla="*/ 960 w 465"/>
                <a:gd name="T3" fmla="*/ 545 h 1063"/>
                <a:gd name="T4" fmla="*/ 1312 w 465"/>
                <a:gd name="T5" fmla="*/ 26 h 1063"/>
                <a:gd name="T6" fmla="*/ 1887 w 465"/>
                <a:gd name="T7" fmla="*/ 248 h 1063"/>
                <a:gd name="T8" fmla="*/ 1696 w 465"/>
                <a:gd name="T9" fmla="*/ 812 h 1063"/>
                <a:gd name="T10" fmla="*/ 1672 w 465"/>
                <a:gd name="T11" fmla="*/ 1191 h 1063"/>
                <a:gd name="T12" fmla="*/ 1612 w 465"/>
                <a:gd name="T13" fmla="*/ 1965 h 1063"/>
                <a:gd name="T14" fmla="*/ 1816 w 465"/>
                <a:gd name="T15" fmla="*/ 3645 h 1063"/>
                <a:gd name="T16" fmla="*/ 1874 w 465"/>
                <a:gd name="T17" fmla="*/ 4326 h 1063"/>
                <a:gd name="T18" fmla="*/ 1469 w 465"/>
                <a:gd name="T19" fmla="*/ 4338 h 1063"/>
                <a:gd name="T20" fmla="*/ 486 w 465"/>
                <a:gd name="T21" fmla="*/ 4347 h 1063"/>
                <a:gd name="T22" fmla="*/ 42 w 465"/>
                <a:gd name="T23" fmla="*/ 4347 h 1063"/>
                <a:gd name="T24" fmla="*/ 131 w 465"/>
                <a:gd name="T25" fmla="*/ 3720 h 1063"/>
                <a:gd name="T26" fmla="*/ 329 w 465"/>
                <a:gd name="T27" fmla="*/ 2072 h 1063"/>
                <a:gd name="T28" fmla="*/ 268 w 465"/>
                <a:gd name="T29" fmla="*/ 1203 h 1063"/>
                <a:gd name="T30" fmla="*/ 240 w 465"/>
                <a:gd name="T31" fmla="*/ 841 h 1063"/>
                <a:gd name="T32" fmla="*/ 81 w 465"/>
                <a:gd name="T33" fmla="*/ 212 h 1063"/>
                <a:gd name="T34" fmla="*/ 657 w 465"/>
                <a:gd name="T35" fmla="*/ 0 h 1063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465" h="1063">
                  <a:moveTo>
                    <a:pt x="154" y="0"/>
                  </a:moveTo>
                  <a:cubicBezTo>
                    <a:pt x="225" y="131"/>
                    <a:pt x="225" y="131"/>
                    <a:pt x="225" y="131"/>
                  </a:cubicBezTo>
                  <a:cubicBezTo>
                    <a:pt x="308" y="6"/>
                    <a:pt x="308" y="6"/>
                    <a:pt x="308" y="6"/>
                  </a:cubicBezTo>
                  <a:cubicBezTo>
                    <a:pt x="308" y="6"/>
                    <a:pt x="400" y="11"/>
                    <a:pt x="443" y="60"/>
                  </a:cubicBezTo>
                  <a:cubicBezTo>
                    <a:pt x="398" y="195"/>
                    <a:pt x="398" y="195"/>
                    <a:pt x="398" y="195"/>
                  </a:cubicBezTo>
                  <a:cubicBezTo>
                    <a:pt x="398" y="195"/>
                    <a:pt x="406" y="234"/>
                    <a:pt x="392" y="287"/>
                  </a:cubicBezTo>
                  <a:cubicBezTo>
                    <a:pt x="385" y="316"/>
                    <a:pt x="395" y="424"/>
                    <a:pt x="378" y="473"/>
                  </a:cubicBezTo>
                  <a:cubicBezTo>
                    <a:pt x="362" y="522"/>
                    <a:pt x="465" y="574"/>
                    <a:pt x="426" y="877"/>
                  </a:cubicBezTo>
                  <a:cubicBezTo>
                    <a:pt x="412" y="987"/>
                    <a:pt x="434" y="989"/>
                    <a:pt x="440" y="1041"/>
                  </a:cubicBezTo>
                  <a:cubicBezTo>
                    <a:pt x="440" y="1041"/>
                    <a:pt x="412" y="1060"/>
                    <a:pt x="345" y="1044"/>
                  </a:cubicBezTo>
                  <a:cubicBezTo>
                    <a:pt x="277" y="1028"/>
                    <a:pt x="162" y="1029"/>
                    <a:pt x="114" y="1046"/>
                  </a:cubicBezTo>
                  <a:cubicBezTo>
                    <a:pt x="96" y="1053"/>
                    <a:pt x="45" y="1063"/>
                    <a:pt x="10" y="1046"/>
                  </a:cubicBezTo>
                  <a:cubicBezTo>
                    <a:pt x="10" y="1046"/>
                    <a:pt x="38" y="990"/>
                    <a:pt x="31" y="895"/>
                  </a:cubicBezTo>
                  <a:cubicBezTo>
                    <a:pt x="24" y="800"/>
                    <a:pt x="0" y="646"/>
                    <a:pt x="77" y="499"/>
                  </a:cubicBezTo>
                  <a:cubicBezTo>
                    <a:pt x="77" y="499"/>
                    <a:pt x="69" y="341"/>
                    <a:pt x="63" y="289"/>
                  </a:cubicBezTo>
                  <a:cubicBezTo>
                    <a:pt x="63" y="289"/>
                    <a:pt x="43" y="245"/>
                    <a:pt x="56" y="202"/>
                  </a:cubicBezTo>
                  <a:cubicBezTo>
                    <a:pt x="19" y="51"/>
                    <a:pt x="19" y="51"/>
                    <a:pt x="19" y="51"/>
                  </a:cubicBezTo>
                  <a:cubicBezTo>
                    <a:pt x="19" y="51"/>
                    <a:pt x="52" y="20"/>
                    <a:pt x="154" y="0"/>
                  </a:cubicBezTo>
                  <a:close/>
                </a:path>
              </a:pathLst>
            </a:custGeom>
            <a:noFill/>
            <a:ln w="4763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506" name="Freeform 218">
              <a:extLst>
                <a:ext uri="{FF2B5EF4-FFF2-40B4-BE49-F238E27FC236}">
                  <a16:creationId xmlns:a16="http://schemas.microsoft.com/office/drawing/2014/main" id="{55890189-A4D8-4E6A-8DDB-3C6B5C9CF1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0" y="4003"/>
              <a:ext cx="16" cy="14"/>
            </a:xfrm>
            <a:custGeom>
              <a:avLst/>
              <a:gdLst>
                <a:gd name="T0" fmla="*/ 0 w 10"/>
                <a:gd name="T1" fmla="*/ 26 h 9"/>
                <a:gd name="T2" fmla="*/ 42 w 10"/>
                <a:gd name="T3" fmla="*/ 26 h 9"/>
                <a:gd name="T4" fmla="*/ 0 w 10"/>
                <a:gd name="T5" fmla="*/ 26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9">
                  <a:moveTo>
                    <a:pt x="0" y="7"/>
                  </a:moveTo>
                  <a:cubicBezTo>
                    <a:pt x="2" y="9"/>
                    <a:pt x="8" y="9"/>
                    <a:pt x="10" y="7"/>
                  </a:cubicBezTo>
                  <a:cubicBezTo>
                    <a:pt x="9" y="0"/>
                    <a:pt x="0" y="3"/>
                    <a:pt x="0" y="7"/>
                  </a:cubicBezTo>
                  <a:close/>
                </a:path>
              </a:pathLst>
            </a:custGeom>
            <a:noFill/>
            <a:ln w="158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507" name="Freeform 219">
              <a:extLst>
                <a:ext uri="{FF2B5EF4-FFF2-40B4-BE49-F238E27FC236}">
                  <a16:creationId xmlns:a16="http://schemas.microsoft.com/office/drawing/2014/main" id="{F4540F95-7A70-4469-95EE-82997CBC172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5" y="3852"/>
              <a:ext cx="248" cy="284"/>
            </a:xfrm>
            <a:custGeom>
              <a:avLst/>
              <a:gdLst>
                <a:gd name="T0" fmla="*/ 254 w 153"/>
                <a:gd name="T1" fmla="*/ 29 h 177"/>
                <a:gd name="T2" fmla="*/ 287 w 153"/>
                <a:gd name="T3" fmla="*/ 319 h 177"/>
                <a:gd name="T4" fmla="*/ 562 w 153"/>
                <a:gd name="T5" fmla="*/ 0 h 177"/>
                <a:gd name="T6" fmla="*/ 588 w 153"/>
                <a:gd name="T7" fmla="*/ 165 h 177"/>
                <a:gd name="T8" fmla="*/ 399 w 153"/>
                <a:gd name="T9" fmla="*/ 541 h 177"/>
                <a:gd name="T10" fmla="*/ 97 w 153"/>
                <a:gd name="T11" fmla="*/ 260 h 177"/>
                <a:gd name="T12" fmla="*/ 254 w 153"/>
                <a:gd name="T13" fmla="*/ 29 h 17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3" h="177">
                  <a:moveTo>
                    <a:pt x="60" y="7"/>
                  </a:moveTo>
                  <a:cubicBezTo>
                    <a:pt x="60" y="7"/>
                    <a:pt x="37" y="78"/>
                    <a:pt x="67" y="77"/>
                  </a:cubicBezTo>
                  <a:cubicBezTo>
                    <a:pt x="97" y="76"/>
                    <a:pt x="132" y="13"/>
                    <a:pt x="132" y="0"/>
                  </a:cubicBezTo>
                  <a:cubicBezTo>
                    <a:pt x="132" y="0"/>
                    <a:pt x="144" y="15"/>
                    <a:pt x="138" y="40"/>
                  </a:cubicBezTo>
                  <a:cubicBezTo>
                    <a:pt x="132" y="66"/>
                    <a:pt x="153" y="86"/>
                    <a:pt x="94" y="131"/>
                  </a:cubicBezTo>
                  <a:cubicBezTo>
                    <a:pt x="36" y="177"/>
                    <a:pt x="0" y="94"/>
                    <a:pt x="23" y="63"/>
                  </a:cubicBezTo>
                  <a:cubicBezTo>
                    <a:pt x="46" y="33"/>
                    <a:pt x="60" y="7"/>
                    <a:pt x="60" y="7"/>
                  </a:cubicBezTo>
                  <a:close/>
                </a:path>
              </a:pathLst>
            </a:custGeom>
            <a:solidFill>
              <a:srgbClr val="EDAF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508" name="Freeform 220">
              <a:extLst>
                <a:ext uri="{FF2B5EF4-FFF2-40B4-BE49-F238E27FC236}">
                  <a16:creationId xmlns:a16="http://schemas.microsoft.com/office/drawing/2014/main" id="{CEA9A007-0EFB-4027-BD9A-7108AB361A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7" y="3954"/>
              <a:ext cx="181" cy="147"/>
            </a:xfrm>
            <a:custGeom>
              <a:avLst/>
              <a:gdLst>
                <a:gd name="T0" fmla="*/ 467 w 112"/>
                <a:gd name="T1" fmla="*/ 0 h 91"/>
                <a:gd name="T2" fmla="*/ 288 w 112"/>
                <a:gd name="T3" fmla="*/ 281 h 91"/>
                <a:gd name="T4" fmla="*/ 0 w 112"/>
                <a:gd name="T5" fmla="*/ 247 h 91"/>
                <a:gd name="T6" fmla="*/ 186 w 112"/>
                <a:gd name="T7" fmla="*/ 323 h 91"/>
                <a:gd name="T8" fmla="*/ 425 w 112"/>
                <a:gd name="T9" fmla="*/ 123 h 91"/>
                <a:gd name="T10" fmla="*/ 467 w 112"/>
                <a:gd name="T11" fmla="*/ 0 h 9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2" h="91">
                  <a:moveTo>
                    <a:pt x="111" y="0"/>
                  </a:moveTo>
                  <a:cubicBezTo>
                    <a:pt x="111" y="17"/>
                    <a:pt x="108" y="37"/>
                    <a:pt x="68" y="67"/>
                  </a:cubicBezTo>
                  <a:cubicBezTo>
                    <a:pt x="38" y="91"/>
                    <a:pt x="13" y="80"/>
                    <a:pt x="0" y="59"/>
                  </a:cubicBezTo>
                  <a:cubicBezTo>
                    <a:pt x="0" y="59"/>
                    <a:pt x="21" y="84"/>
                    <a:pt x="44" y="77"/>
                  </a:cubicBezTo>
                  <a:cubicBezTo>
                    <a:pt x="67" y="69"/>
                    <a:pt x="91" y="44"/>
                    <a:pt x="101" y="29"/>
                  </a:cubicBezTo>
                  <a:cubicBezTo>
                    <a:pt x="112" y="13"/>
                    <a:pt x="111" y="0"/>
                    <a:pt x="111" y="0"/>
                  </a:cubicBezTo>
                  <a:close/>
                </a:path>
              </a:pathLst>
            </a:custGeom>
            <a:solidFill>
              <a:srgbClr val="977A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509" name="Freeform 221">
              <a:extLst>
                <a:ext uri="{FF2B5EF4-FFF2-40B4-BE49-F238E27FC236}">
                  <a16:creationId xmlns:a16="http://schemas.microsoft.com/office/drawing/2014/main" id="{5BF6DE71-28C8-464C-9032-2BDE587F60C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1" y="4009"/>
              <a:ext cx="99" cy="52"/>
            </a:xfrm>
            <a:custGeom>
              <a:avLst/>
              <a:gdLst>
                <a:gd name="T0" fmla="*/ 0 w 61"/>
                <a:gd name="T1" fmla="*/ 76 h 32"/>
                <a:gd name="T2" fmla="*/ 153 w 61"/>
                <a:gd name="T3" fmla="*/ 102 h 32"/>
                <a:gd name="T4" fmla="*/ 261 w 61"/>
                <a:gd name="T5" fmla="*/ 0 h 32"/>
                <a:gd name="T6" fmla="*/ 123 w 61"/>
                <a:gd name="T7" fmla="*/ 96 h 32"/>
                <a:gd name="T8" fmla="*/ 50 w 61"/>
                <a:gd name="T9" fmla="*/ 98 h 32"/>
                <a:gd name="T10" fmla="*/ 0 w 61"/>
                <a:gd name="T11" fmla="*/ 81 h 3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1" h="32">
                  <a:moveTo>
                    <a:pt x="0" y="18"/>
                  </a:moveTo>
                  <a:cubicBezTo>
                    <a:pt x="8" y="32"/>
                    <a:pt x="25" y="29"/>
                    <a:pt x="36" y="24"/>
                  </a:cubicBezTo>
                  <a:cubicBezTo>
                    <a:pt x="46" y="20"/>
                    <a:pt x="58" y="10"/>
                    <a:pt x="61" y="0"/>
                  </a:cubicBezTo>
                  <a:cubicBezTo>
                    <a:pt x="51" y="6"/>
                    <a:pt x="41" y="20"/>
                    <a:pt x="29" y="22"/>
                  </a:cubicBezTo>
                  <a:cubicBezTo>
                    <a:pt x="23" y="23"/>
                    <a:pt x="17" y="24"/>
                    <a:pt x="12" y="23"/>
                  </a:cubicBezTo>
                  <a:cubicBezTo>
                    <a:pt x="8" y="22"/>
                    <a:pt x="3" y="21"/>
                    <a:pt x="0" y="19"/>
                  </a:cubicBezTo>
                </a:path>
              </a:pathLst>
            </a:custGeom>
            <a:solidFill>
              <a:srgbClr val="F3D5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510" name="Freeform 222">
              <a:extLst>
                <a:ext uri="{FF2B5EF4-FFF2-40B4-BE49-F238E27FC236}">
                  <a16:creationId xmlns:a16="http://schemas.microsoft.com/office/drawing/2014/main" id="{F54FD54C-0D23-44D7-8663-F0B6DFBBAB0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5" y="3856"/>
              <a:ext cx="15" cy="63"/>
            </a:xfrm>
            <a:custGeom>
              <a:avLst/>
              <a:gdLst>
                <a:gd name="T0" fmla="*/ 8 w 9"/>
                <a:gd name="T1" fmla="*/ 0 h 39"/>
                <a:gd name="T2" fmla="*/ 33 w 9"/>
                <a:gd name="T3" fmla="*/ 71 h 39"/>
                <a:gd name="T4" fmla="*/ 22 w 9"/>
                <a:gd name="T5" fmla="*/ 165 h 39"/>
                <a:gd name="T6" fmla="*/ 20 w 9"/>
                <a:gd name="T7" fmla="*/ 105 h 39"/>
                <a:gd name="T8" fmla="*/ 8 w 9"/>
                <a:gd name="T9" fmla="*/ 68 h 39"/>
                <a:gd name="T10" fmla="*/ 8 w 9"/>
                <a:gd name="T11" fmla="*/ 8 h 3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" h="39">
                  <a:moveTo>
                    <a:pt x="2" y="0"/>
                  </a:moveTo>
                  <a:cubicBezTo>
                    <a:pt x="5" y="6"/>
                    <a:pt x="6" y="11"/>
                    <a:pt x="7" y="17"/>
                  </a:cubicBezTo>
                  <a:cubicBezTo>
                    <a:pt x="9" y="24"/>
                    <a:pt x="7" y="32"/>
                    <a:pt x="5" y="39"/>
                  </a:cubicBezTo>
                  <a:cubicBezTo>
                    <a:pt x="5" y="34"/>
                    <a:pt x="5" y="30"/>
                    <a:pt x="4" y="25"/>
                  </a:cubicBezTo>
                  <a:cubicBezTo>
                    <a:pt x="4" y="22"/>
                    <a:pt x="3" y="19"/>
                    <a:pt x="2" y="16"/>
                  </a:cubicBezTo>
                  <a:cubicBezTo>
                    <a:pt x="1" y="12"/>
                    <a:pt x="0" y="6"/>
                    <a:pt x="2" y="2"/>
                  </a:cubicBezTo>
                </a:path>
              </a:pathLst>
            </a:custGeom>
            <a:solidFill>
              <a:srgbClr val="DF99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511" name="Freeform 223">
              <a:extLst>
                <a:ext uri="{FF2B5EF4-FFF2-40B4-BE49-F238E27FC236}">
                  <a16:creationId xmlns:a16="http://schemas.microsoft.com/office/drawing/2014/main" id="{65F9EA49-EB89-437F-89D4-B674E4D434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5" y="3853"/>
              <a:ext cx="248" cy="283"/>
            </a:xfrm>
            <a:custGeom>
              <a:avLst/>
              <a:gdLst>
                <a:gd name="T0" fmla="*/ 254 w 153"/>
                <a:gd name="T1" fmla="*/ 26 h 176"/>
                <a:gd name="T2" fmla="*/ 287 w 153"/>
                <a:gd name="T3" fmla="*/ 315 h 176"/>
                <a:gd name="T4" fmla="*/ 558 w 153"/>
                <a:gd name="T5" fmla="*/ 0 h 176"/>
                <a:gd name="T6" fmla="*/ 588 w 153"/>
                <a:gd name="T7" fmla="*/ 166 h 176"/>
                <a:gd name="T8" fmla="*/ 399 w 153"/>
                <a:gd name="T9" fmla="*/ 545 h 176"/>
                <a:gd name="T10" fmla="*/ 97 w 153"/>
                <a:gd name="T11" fmla="*/ 260 h 176"/>
                <a:gd name="T12" fmla="*/ 254 w 153"/>
                <a:gd name="T13" fmla="*/ 26 h 17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3" h="176">
                  <a:moveTo>
                    <a:pt x="60" y="6"/>
                  </a:moveTo>
                  <a:cubicBezTo>
                    <a:pt x="60" y="6"/>
                    <a:pt x="37" y="77"/>
                    <a:pt x="67" y="76"/>
                  </a:cubicBezTo>
                  <a:cubicBezTo>
                    <a:pt x="97" y="76"/>
                    <a:pt x="131" y="12"/>
                    <a:pt x="131" y="0"/>
                  </a:cubicBezTo>
                  <a:cubicBezTo>
                    <a:pt x="131" y="0"/>
                    <a:pt x="144" y="15"/>
                    <a:pt x="138" y="40"/>
                  </a:cubicBezTo>
                  <a:cubicBezTo>
                    <a:pt x="131" y="65"/>
                    <a:pt x="153" y="86"/>
                    <a:pt x="94" y="131"/>
                  </a:cubicBezTo>
                  <a:cubicBezTo>
                    <a:pt x="35" y="176"/>
                    <a:pt x="0" y="94"/>
                    <a:pt x="23" y="63"/>
                  </a:cubicBezTo>
                  <a:cubicBezTo>
                    <a:pt x="45" y="32"/>
                    <a:pt x="60" y="6"/>
                    <a:pt x="60" y="6"/>
                  </a:cubicBezTo>
                  <a:close/>
                </a:path>
              </a:pathLst>
            </a:custGeom>
            <a:noFill/>
            <a:ln w="1588" cap="rnd">
              <a:solidFill>
                <a:srgbClr val="494E4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512" name="Freeform 224">
              <a:extLst>
                <a:ext uri="{FF2B5EF4-FFF2-40B4-BE49-F238E27FC236}">
                  <a16:creationId xmlns:a16="http://schemas.microsoft.com/office/drawing/2014/main" id="{61AD8A78-8936-4BF8-800F-D2E98AABAD9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4" y="4001"/>
              <a:ext cx="18" cy="15"/>
            </a:xfrm>
            <a:custGeom>
              <a:avLst/>
              <a:gdLst>
                <a:gd name="T0" fmla="*/ 47 w 11"/>
                <a:gd name="T1" fmla="*/ 37 h 9"/>
                <a:gd name="T2" fmla="*/ 0 w 11"/>
                <a:gd name="T3" fmla="*/ 33 h 9"/>
                <a:gd name="T4" fmla="*/ 47 w 11"/>
                <a:gd name="T5" fmla="*/ 37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9">
                  <a:moveTo>
                    <a:pt x="11" y="8"/>
                  </a:moveTo>
                  <a:cubicBezTo>
                    <a:pt x="9" y="9"/>
                    <a:pt x="3" y="9"/>
                    <a:pt x="0" y="7"/>
                  </a:cubicBezTo>
                  <a:cubicBezTo>
                    <a:pt x="1" y="0"/>
                    <a:pt x="11" y="3"/>
                    <a:pt x="11" y="8"/>
                  </a:cubicBezTo>
                  <a:close/>
                </a:path>
              </a:pathLst>
            </a:custGeom>
            <a:noFill/>
            <a:ln w="158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513" name="Freeform 225">
              <a:extLst>
                <a:ext uri="{FF2B5EF4-FFF2-40B4-BE49-F238E27FC236}">
                  <a16:creationId xmlns:a16="http://schemas.microsoft.com/office/drawing/2014/main" id="{F19A7326-ECD0-4933-B7FE-FE90B78F350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9" y="3850"/>
              <a:ext cx="248" cy="285"/>
            </a:xfrm>
            <a:custGeom>
              <a:avLst/>
              <a:gdLst>
                <a:gd name="T0" fmla="*/ 397 w 153"/>
                <a:gd name="T1" fmla="*/ 29 h 177"/>
                <a:gd name="T2" fmla="*/ 365 w 153"/>
                <a:gd name="T3" fmla="*/ 322 h 177"/>
                <a:gd name="T4" fmla="*/ 89 w 153"/>
                <a:gd name="T5" fmla="*/ 0 h 177"/>
                <a:gd name="T6" fmla="*/ 63 w 153"/>
                <a:gd name="T7" fmla="*/ 166 h 177"/>
                <a:gd name="T8" fmla="*/ 246 w 153"/>
                <a:gd name="T9" fmla="*/ 547 h 177"/>
                <a:gd name="T10" fmla="*/ 554 w 153"/>
                <a:gd name="T11" fmla="*/ 262 h 177"/>
                <a:gd name="T12" fmla="*/ 397 w 153"/>
                <a:gd name="T13" fmla="*/ 29 h 17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3" h="177">
                  <a:moveTo>
                    <a:pt x="93" y="7"/>
                  </a:moveTo>
                  <a:cubicBezTo>
                    <a:pt x="93" y="7"/>
                    <a:pt x="116" y="78"/>
                    <a:pt x="86" y="77"/>
                  </a:cubicBezTo>
                  <a:cubicBezTo>
                    <a:pt x="55" y="77"/>
                    <a:pt x="21" y="13"/>
                    <a:pt x="21" y="0"/>
                  </a:cubicBezTo>
                  <a:cubicBezTo>
                    <a:pt x="21" y="0"/>
                    <a:pt x="8" y="15"/>
                    <a:pt x="15" y="40"/>
                  </a:cubicBezTo>
                  <a:cubicBezTo>
                    <a:pt x="21" y="66"/>
                    <a:pt x="0" y="86"/>
                    <a:pt x="58" y="131"/>
                  </a:cubicBezTo>
                  <a:cubicBezTo>
                    <a:pt x="117" y="177"/>
                    <a:pt x="153" y="94"/>
                    <a:pt x="130" y="63"/>
                  </a:cubicBezTo>
                  <a:cubicBezTo>
                    <a:pt x="107" y="33"/>
                    <a:pt x="93" y="7"/>
                    <a:pt x="93" y="7"/>
                  </a:cubicBezTo>
                  <a:close/>
                </a:path>
              </a:pathLst>
            </a:custGeom>
            <a:solidFill>
              <a:srgbClr val="EDAF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514" name="Freeform 226">
              <a:extLst>
                <a:ext uri="{FF2B5EF4-FFF2-40B4-BE49-F238E27FC236}">
                  <a16:creationId xmlns:a16="http://schemas.microsoft.com/office/drawing/2014/main" id="{F8654421-D35C-4D2E-B3B4-291F70732D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3" y="3953"/>
              <a:ext cx="182" cy="146"/>
            </a:xfrm>
            <a:custGeom>
              <a:avLst/>
              <a:gdLst>
                <a:gd name="T0" fmla="*/ 5 w 112"/>
                <a:gd name="T1" fmla="*/ 0 h 91"/>
                <a:gd name="T2" fmla="*/ 185 w 112"/>
                <a:gd name="T3" fmla="*/ 276 h 91"/>
                <a:gd name="T4" fmla="*/ 481 w 112"/>
                <a:gd name="T5" fmla="*/ 244 h 91"/>
                <a:gd name="T6" fmla="*/ 293 w 112"/>
                <a:gd name="T7" fmla="*/ 319 h 91"/>
                <a:gd name="T8" fmla="*/ 42 w 112"/>
                <a:gd name="T9" fmla="*/ 120 h 91"/>
                <a:gd name="T10" fmla="*/ 5 w 112"/>
                <a:gd name="T11" fmla="*/ 0 h 9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2" h="91">
                  <a:moveTo>
                    <a:pt x="1" y="0"/>
                  </a:moveTo>
                  <a:cubicBezTo>
                    <a:pt x="0" y="17"/>
                    <a:pt x="3" y="37"/>
                    <a:pt x="43" y="67"/>
                  </a:cubicBezTo>
                  <a:cubicBezTo>
                    <a:pt x="74" y="91"/>
                    <a:pt x="98" y="80"/>
                    <a:pt x="112" y="59"/>
                  </a:cubicBezTo>
                  <a:cubicBezTo>
                    <a:pt x="112" y="59"/>
                    <a:pt x="91" y="84"/>
                    <a:pt x="68" y="77"/>
                  </a:cubicBezTo>
                  <a:cubicBezTo>
                    <a:pt x="45" y="69"/>
                    <a:pt x="21" y="44"/>
                    <a:pt x="10" y="29"/>
                  </a:cubicBezTo>
                  <a:cubicBezTo>
                    <a:pt x="0" y="13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977A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515" name="Freeform 227">
              <a:extLst>
                <a:ext uri="{FF2B5EF4-FFF2-40B4-BE49-F238E27FC236}">
                  <a16:creationId xmlns:a16="http://schemas.microsoft.com/office/drawing/2014/main" id="{605E116F-7881-40B5-BEE0-7F9BDF8D72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0" y="4007"/>
              <a:ext cx="99" cy="52"/>
            </a:xfrm>
            <a:custGeom>
              <a:avLst/>
              <a:gdLst>
                <a:gd name="T0" fmla="*/ 261 w 61"/>
                <a:gd name="T1" fmla="*/ 76 h 32"/>
                <a:gd name="T2" fmla="*/ 109 w 61"/>
                <a:gd name="T3" fmla="*/ 102 h 32"/>
                <a:gd name="T4" fmla="*/ 0 w 61"/>
                <a:gd name="T5" fmla="*/ 0 h 32"/>
                <a:gd name="T6" fmla="*/ 143 w 61"/>
                <a:gd name="T7" fmla="*/ 96 h 32"/>
                <a:gd name="T8" fmla="*/ 213 w 61"/>
                <a:gd name="T9" fmla="*/ 98 h 32"/>
                <a:gd name="T10" fmla="*/ 261 w 61"/>
                <a:gd name="T11" fmla="*/ 81 h 3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1" h="32">
                  <a:moveTo>
                    <a:pt x="61" y="18"/>
                  </a:moveTo>
                  <a:cubicBezTo>
                    <a:pt x="54" y="32"/>
                    <a:pt x="37" y="29"/>
                    <a:pt x="25" y="24"/>
                  </a:cubicBezTo>
                  <a:cubicBezTo>
                    <a:pt x="16" y="20"/>
                    <a:pt x="4" y="10"/>
                    <a:pt x="0" y="0"/>
                  </a:cubicBezTo>
                  <a:cubicBezTo>
                    <a:pt x="11" y="6"/>
                    <a:pt x="20" y="20"/>
                    <a:pt x="33" y="22"/>
                  </a:cubicBezTo>
                  <a:cubicBezTo>
                    <a:pt x="39" y="23"/>
                    <a:pt x="44" y="24"/>
                    <a:pt x="50" y="23"/>
                  </a:cubicBezTo>
                  <a:cubicBezTo>
                    <a:pt x="53" y="22"/>
                    <a:pt x="59" y="21"/>
                    <a:pt x="61" y="19"/>
                  </a:cubicBezTo>
                </a:path>
              </a:pathLst>
            </a:custGeom>
            <a:solidFill>
              <a:srgbClr val="F3D5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516" name="Freeform 228">
              <a:extLst>
                <a:ext uri="{FF2B5EF4-FFF2-40B4-BE49-F238E27FC236}">
                  <a16:creationId xmlns:a16="http://schemas.microsoft.com/office/drawing/2014/main" id="{7E84FFAC-E681-4D4A-B076-F5798C2F1C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2" y="3855"/>
              <a:ext cx="13" cy="62"/>
            </a:xfrm>
            <a:custGeom>
              <a:avLst/>
              <a:gdLst>
                <a:gd name="T0" fmla="*/ 26 w 8"/>
                <a:gd name="T1" fmla="*/ 0 h 39"/>
                <a:gd name="T2" fmla="*/ 5 w 8"/>
                <a:gd name="T3" fmla="*/ 68 h 39"/>
                <a:gd name="T4" fmla="*/ 13 w 8"/>
                <a:gd name="T5" fmla="*/ 157 h 39"/>
                <a:gd name="T6" fmla="*/ 18 w 8"/>
                <a:gd name="T7" fmla="*/ 102 h 39"/>
                <a:gd name="T8" fmla="*/ 29 w 8"/>
                <a:gd name="T9" fmla="*/ 64 h 39"/>
                <a:gd name="T10" fmla="*/ 29 w 8"/>
                <a:gd name="T11" fmla="*/ 8 h 3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" h="39">
                  <a:moveTo>
                    <a:pt x="6" y="0"/>
                  </a:moveTo>
                  <a:cubicBezTo>
                    <a:pt x="4" y="6"/>
                    <a:pt x="2" y="11"/>
                    <a:pt x="1" y="17"/>
                  </a:cubicBezTo>
                  <a:cubicBezTo>
                    <a:pt x="0" y="24"/>
                    <a:pt x="2" y="32"/>
                    <a:pt x="3" y="39"/>
                  </a:cubicBezTo>
                  <a:cubicBezTo>
                    <a:pt x="4" y="34"/>
                    <a:pt x="3" y="30"/>
                    <a:pt x="4" y="25"/>
                  </a:cubicBezTo>
                  <a:cubicBezTo>
                    <a:pt x="5" y="22"/>
                    <a:pt x="6" y="19"/>
                    <a:pt x="7" y="16"/>
                  </a:cubicBezTo>
                  <a:cubicBezTo>
                    <a:pt x="8" y="12"/>
                    <a:pt x="8" y="6"/>
                    <a:pt x="7" y="2"/>
                  </a:cubicBezTo>
                </a:path>
              </a:pathLst>
            </a:custGeom>
            <a:solidFill>
              <a:srgbClr val="DF99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517" name="Freeform 229">
              <a:extLst>
                <a:ext uri="{FF2B5EF4-FFF2-40B4-BE49-F238E27FC236}">
                  <a16:creationId xmlns:a16="http://schemas.microsoft.com/office/drawing/2014/main" id="{E51FEABB-C1B8-43A0-AED0-494E41E7280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9" y="3852"/>
              <a:ext cx="248" cy="283"/>
            </a:xfrm>
            <a:custGeom>
              <a:avLst/>
              <a:gdLst>
                <a:gd name="T0" fmla="*/ 397 w 153"/>
                <a:gd name="T1" fmla="*/ 26 h 176"/>
                <a:gd name="T2" fmla="*/ 365 w 153"/>
                <a:gd name="T3" fmla="*/ 315 h 176"/>
                <a:gd name="T4" fmla="*/ 89 w 153"/>
                <a:gd name="T5" fmla="*/ 0 h 176"/>
                <a:gd name="T6" fmla="*/ 63 w 153"/>
                <a:gd name="T7" fmla="*/ 166 h 176"/>
                <a:gd name="T8" fmla="*/ 246 w 153"/>
                <a:gd name="T9" fmla="*/ 545 h 176"/>
                <a:gd name="T10" fmla="*/ 554 w 153"/>
                <a:gd name="T11" fmla="*/ 260 h 176"/>
                <a:gd name="T12" fmla="*/ 397 w 153"/>
                <a:gd name="T13" fmla="*/ 26 h 17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3" h="176">
                  <a:moveTo>
                    <a:pt x="93" y="6"/>
                  </a:moveTo>
                  <a:cubicBezTo>
                    <a:pt x="93" y="6"/>
                    <a:pt x="116" y="77"/>
                    <a:pt x="86" y="76"/>
                  </a:cubicBezTo>
                  <a:cubicBezTo>
                    <a:pt x="55" y="76"/>
                    <a:pt x="21" y="12"/>
                    <a:pt x="21" y="0"/>
                  </a:cubicBezTo>
                  <a:cubicBezTo>
                    <a:pt x="21" y="0"/>
                    <a:pt x="8" y="15"/>
                    <a:pt x="15" y="40"/>
                  </a:cubicBezTo>
                  <a:cubicBezTo>
                    <a:pt x="21" y="65"/>
                    <a:pt x="0" y="86"/>
                    <a:pt x="58" y="131"/>
                  </a:cubicBezTo>
                  <a:cubicBezTo>
                    <a:pt x="117" y="176"/>
                    <a:pt x="153" y="94"/>
                    <a:pt x="130" y="63"/>
                  </a:cubicBezTo>
                  <a:cubicBezTo>
                    <a:pt x="107" y="32"/>
                    <a:pt x="93" y="6"/>
                    <a:pt x="93" y="6"/>
                  </a:cubicBezTo>
                  <a:close/>
                </a:path>
              </a:pathLst>
            </a:custGeom>
            <a:noFill/>
            <a:ln w="1588" cap="rnd">
              <a:solidFill>
                <a:srgbClr val="494E4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</p:grpSp>
      <p:grpSp>
        <p:nvGrpSpPr>
          <p:cNvPr id="34819" name="young-adult-female-body-illustration">
            <a:extLst>
              <a:ext uri="{FF2B5EF4-FFF2-40B4-BE49-F238E27FC236}">
                <a16:creationId xmlns:a16="http://schemas.microsoft.com/office/drawing/2014/main" id="{5A818F72-275A-4C27-AAAA-8E82E4BF0211}"/>
              </a:ext>
            </a:extLst>
          </p:cNvPr>
          <p:cNvGrpSpPr>
            <a:grpSpLocks/>
          </p:cNvGrpSpPr>
          <p:nvPr/>
        </p:nvGrpSpPr>
        <p:grpSpPr bwMode="auto">
          <a:xfrm>
            <a:off x="2266950" y="1274763"/>
            <a:ext cx="1435100" cy="5192712"/>
            <a:chOff x="468" y="717"/>
            <a:chExt cx="922" cy="3337"/>
          </a:xfrm>
        </p:grpSpPr>
        <p:sp>
          <p:nvSpPr>
            <p:cNvPr id="35325" name="Freeform 231">
              <a:extLst>
                <a:ext uri="{FF2B5EF4-FFF2-40B4-BE49-F238E27FC236}">
                  <a16:creationId xmlns:a16="http://schemas.microsoft.com/office/drawing/2014/main" id="{77FB1FAA-BE1A-4992-A0E9-5D3FF7D9ECA6}"/>
                </a:ext>
              </a:extLst>
            </p:cNvPr>
            <p:cNvSpPr>
              <a:spLocks/>
            </p:cNvSpPr>
            <p:nvPr/>
          </p:nvSpPr>
          <p:spPr bwMode="auto">
            <a:xfrm>
              <a:off x="729" y="717"/>
              <a:ext cx="399" cy="348"/>
            </a:xfrm>
            <a:custGeom>
              <a:avLst/>
              <a:gdLst>
                <a:gd name="T0" fmla="*/ 838 w 247"/>
                <a:gd name="T1" fmla="*/ 904 h 216"/>
                <a:gd name="T2" fmla="*/ 872 w 247"/>
                <a:gd name="T3" fmla="*/ 896 h 216"/>
                <a:gd name="T4" fmla="*/ 919 w 247"/>
                <a:gd name="T5" fmla="*/ 891 h 216"/>
                <a:gd name="T6" fmla="*/ 945 w 247"/>
                <a:gd name="T7" fmla="*/ 883 h 216"/>
                <a:gd name="T8" fmla="*/ 1021 w 247"/>
                <a:gd name="T9" fmla="*/ 862 h 216"/>
                <a:gd name="T10" fmla="*/ 1026 w 247"/>
                <a:gd name="T11" fmla="*/ 862 h 216"/>
                <a:gd name="T12" fmla="*/ 1026 w 247"/>
                <a:gd name="T13" fmla="*/ 791 h 216"/>
                <a:gd name="T14" fmla="*/ 1021 w 247"/>
                <a:gd name="T15" fmla="*/ 704 h 216"/>
                <a:gd name="T16" fmla="*/ 1021 w 247"/>
                <a:gd name="T17" fmla="*/ 698 h 216"/>
                <a:gd name="T18" fmla="*/ 1026 w 247"/>
                <a:gd name="T19" fmla="*/ 662 h 216"/>
                <a:gd name="T20" fmla="*/ 1021 w 247"/>
                <a:gd name="T21" fmla="*/ 644 h 216"/>
                <a:gd name="T22" fmla="*/ 1021 w 247"/>
                <a:gd name="T23" fmla="*/ 607 h 216"/>
                <a:gd name="T24" fmla="*/ 1013 w 247"/>
                <a:gd name="T25" fmla="*/ 574 h 216"/>
                <a:gd name="T26" fmla="*/ 1042 w 247"/>
                <a:gd name="T27" fmla="*/ 566 h 216"/>
                <a:gd name="T28" fmla="*/ 1008 w 247"/>
                <a:gd name="T29" fmla="*/ 511 h 216"/>
                <a:gd name="T30" fmla="*/ 1000 w 247"/>
                <a:gd name="T31" fmla="*/ 485 h 216"/>
                <a:gd name="T32" fmla="*/ 1000 w 247"/>
                <a:gd name="T33" fmla="*/ 480 h 216"/>
                <a:gd name="T34" fmla="*/ 911 w 247"/>
                <a:gd name="T35" fmla="*/ 226 h 216"/>
                <a:gd name="T36" fmla="*/ 762 w 247"/>
                <a:gd name="T37" fmla="*/ 71 h 216"/>
                <a:gd name="T38" fmla="*/ 636 w 247"/>
                <a:gd name="T39" fmla="*/ 21 h 216"/>
                <a:gd name="T40" fmla="*/ 451 w 247"/>
                <a:gd name="T41" fmla="*/ 16 h 216"/>
                <a:gd name="T42" fmla="*/ 357 w 247"/>
                <a:gd name="T43" fmla="*/ 71 h 216"/>
                <a:gd name="T44" fmla="*/ 281 w 247"/>
                <a:gd name="T45" fmla="*/ 90 h 216"/>
                <a:gd name="T46" fmla="*/ 152 w 247"/>
                <a:gd name="T47" fmla="*/ 205 h 216"/>
                <a:gd name="T48" fmla="*/ 34 w 247"/>
                <a:gd name="T49" fmla="*/ 369 h 216"/>
                <a:gd name="T50" fmla="*/ 84 w 247"/>
                <a:gd name="T51" fmla="*/ 377 h 216"/>
                <a:gd name="T52" fmla="*/ 29 w 247"/>
                <a:gd name="T53" fmla="*/ 501 h 216"/>
                <a:gd name="T54" fmla="*/ 39 w 247"/>
                <a:gd name="T55" fmla="*/ 543 h 216"/>
                <a:gd name="T56" fmla="*/ 29 w 247"/>
                <a:gd name="T57" fmla="*/ 566 h 216"/>
                <a:gd name="T58" fmla="*/ 39 w 247"/>
                <a:gd name="T59" fmla="*/ 577 h 216"/>
                <a:gd name="T60" fmla="*/ 5 w 247"/>
                <a:gd name="T61" fmla="*/ 727 h 216"/>
                <a:gd name="T62" fmla="*/ 68 w 247"/>
                <a:gd name="T63" fmla="*/ 844 h 216"/>
                <a:gd name="T64" fmla="*/ 126 w 247"/>
                <a:gd name="T65" fmla="*/ 857 h 216"/>
                <a:gd name="T66" fmla="*/ 157 w 247"/>
                <a:gd name="T67" fmla="*/ 883 h 216"/>
                <a:gd name="T68" fmla="*/ 204 w 247"/>
                <a:gd name="T69" fmla="*/ 891 h 21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247" h="216">
                  <a:moveTo>
                    <a:pt x="199" y="216"/>
                  </a:moveTo>
                  <a:cubicBezTo>
                    <a:pt x="202" y="216"/>
                    <a:pt x="205" y="214"/>
                    <a:pt x="207" y="214"/>
                  </a:cubicBezTo>
                  <a:cubicBezTo>
                    <a:pt x="211" y="213"/>
                    <a:pt x="214" y="215"/>
                    <a:pt x="218" y="213"/>
                  </a:cubicBezTo>
                  <a:cubicBezTo>
                    <a:pt x="220" y="213"/>
                    <a:pt x="222" y="211"/>
                    <a:pt x="224" y="211"/>
                  </a:cubicBezTo>
                  <a:cubicBezTo>
                    <a:pt x="228" y="209"/>
                    <a:pt x="239" y="209"/>
                    <a:pt x="242" y="206"/>
                  </a:cubicBezTo>
                  <a:cubicBezTo>
                    <a:pt x="243" y="206"/>
                    <a:pt x="243" y="206"/>
                    <a:pt x="243" y="206"/>
                  </a:cubicBezTo>
                  <a:cubicBezTo>
                    <a:pt x="246" y="201"/>
                    <a:pt x="244" y="192"/>
                    <a:pt x="243" y="189"/>
                  </a:cubicBezTo>
                  <a:cubicBezTo>
                    <a:pt x="240" y="182"/>
                    <a:pt x="242" y="175"/>
                    <a:pt x="242" y="168"/>
                  </a:cubicBezTo>
                  <a:cubicBezTo>
                    <a:pt x="242" y="168"/>
                    <a:pt x="242" y="167"/>
                    <a:pt x="242" y="167"/>
                  </a:cubicBezTo>
                  <a:cubicBezTo>
                    <a:pt x="243" y="165"/>
                    <a:pt x="244" y="164"/>
                    <a:pt x="243" y="158"/>
                  </a:cubicBezTo>
                  <a:cubicBezTo>
                    <a:pt x="243" y="157"/>
                    <a:pt x="242" y="155"/>
                    <a:pt x="242" y="154"/>
                  </a:cubicBezTo>
                  <a:cubicBezTo>
                    <a:pt x="242" y="151"/>
                    <a:pt x="242" y="149"/>
                    <a:pt x="242" y="145"/>
                  </a:cubicBezTo>
                  <a:cubicBezTo>
                    <a:pt x="241" y="142"/>
                    <a:pt x="241" y="139"/>
                    <a:pt x="240" y="137"/>
                  </a:cubicBezTo>
                  <a:cubicBezTo>
                    <a:pt x="242" y="137"/>
                    <a:pt x="245" y="136"/>
                    <a:pt x="247" y="135"/>
                  </a:cubicBezTo>
                  <a:cubicBezTo>
                    <a:pt x="245" y="130"/>
                    <a:pt x="241" y="127"/>
                    <a:pt x="239" y="122"/>
                  </a:cubicBezTo>
                  <a:cubicBezTo>
                    <a:pt x="237" y="118"/>
                    <a:pt x="237" y="116"/>
                    <a:pt x="237" y="116"/>
                  </a:cubicBezTo>
                  <a:cubicBezTo>
                    <a:pt x="237" y="116"/>
                    <a:pt x="237" y="115"/>
                    <a:pt x="237" y="115"/>
                  </a:cubicBezTo>
                  <a:cubicBezTo>
                    <a:pt x="236" y="97"/>
                    <a:pt x="224" y="71"/>
                    <a:pt x="216" y="54"/>
                  </a:cubicBezTo>
                  <a:cubicBezTo>
                    <a:pt x="208" y="38"/>
                    <a:pt x="196" y="26"/>
                    <a:pt x="181" y="17"/>
                  </a:cubicBezTo>
                  <a:cubicBezTo>
                    <a:pt x="172" y="11"/>
                    <a:pt x="162" y="8"/>
                    <a:pt x="151" y="5"/>
                  </a:cubicBezTo>
                  <a:cubicBezTo>
                    <a:pt x="146" y="3"/>
                    <a:pt x="120" y="0"/>
                    <a:pt x="107" y="4"/>
                  </a:cubicBezTo>
                  <a:cubicBezTo>
                    <a:pt x="93" y="7"/>
                    <a:pt x="87" y="13"/>
                    <a:pt x="85" y="17"/>
                  </a:cubicBezTo>
                  <a:cubicBezTo>
                    <a:pt x="85" y="17"/>
                    <a:pt x="78" y="19"/>
                    <a:pt x="67" y="22"/>
                  </a:cubicBezTo>
                  <a:cubicBezTo>
                    <a:pt x="54" y="28"/>
                    <a:pt x="43" y="37"/>
                    <a:pt x="36" y="49"/>
                  </a:cubicBezTo>
                  <a:cubicBezTo>
                    <a:pt x="28" y="61"/>
                    <a:pt x="25" y="86"/>
                    <a:pt x="8" y="88"/>
                  </a:cubicBezTo>
                  <a:cubicBezTo>
                    <a:pt x="11" y="91"/>
                    <a:pt x="16" y="92"/>
                    <a:pt x="20" y="90"/>
                  </a:cubicBezTo>
                  <a:cubicBezTo>
                    <a:pt x="18" y="101"/>
                    <a:pt x="15" y="113"/>
                    <a:pt x="7" y="120"/>
                  </a:cubicBezTo>
                  <a:cubicBezTo>
                    <a:pt x="10" y="123"/>
                    <a:pt x="10" y="127"/>
                    <a:pt x="9" y="130"/>
                  </a:cubicBezTo>
                  <a:cubicBezTo>
                    <a:pt x="9" y="132"/>
                    <a:pt x="7" y="134"/>
                    <a:pt x="7" y="135"/>
                  </a:cubicBezTo>
                  <a:cubicBezTo>
                    <a:pt x="7" y="137"/>
                    <a:pt x="9" y="137"/>
                    <a:pt x="9" y="138"/>
                  </a:cubicBezTo>
                  <a:cubicBezTo>
                    <a:pt x="10" y="149"/>
                    <a:pt x="9" y="165"/>
                    <a:pt x="1" y="174"/>
                  </a:cubicBezTo>
                  <a:cubicBezTo>
                    <a:pt x="10" y="183"/>
                    <a:pt x="0" y="198"/>
                    <a:pt x="16" y="202"/>
                  </a:cubicBezTo>
                  <a:cubicBezTo>
                    <a:pt x="20" y="203"/>
                    <a:pt x="25" y="203"/>
                    <a:pt x="30" y="205"/>
                  </a:cubicBezTo>
                  <a:cubicBezTo>
                    <a:pt x="33" y="207"/>
                    <a:pt x="34" y="210"/>
                    <a:pt x="37" y="211"/>
                  </a:cubicBezTo>
                  <a:cubicBezTo>
                    <a:pt x="41" y="213"/>
                    <a:pt x="44" y="214"/>
                    <a:pt x="48" y="213"/>
                  </a:cubicBezTo>
                </a:path>
              </a:pathLst>
            </a:custGeom>
            <a:solidFill>
              <a:srgbClr val="CA9B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326" name="Freeform 232">
              <a:extLst>
                <a:ext uri="{FF2B5EF4-FFF2-40B4-BE49-F238E27FC236}">
                  <a16:creationId xmlns:a16="http://schemas.microsoft.com/office/drawing/2014/main" id="{28F25902-AD67-43A5-B015-A29A159FA5FC}"/>
                </a:ext>
              </a:extLst>
            </p:cNvPr>
            <p:cNvSpPr>
              <a:spLocks/>
            </p:cNvSpPr>
            <p:nvPr/>
          </p:nvSpPr>
          <p:spPr bwMode="auto">
            <a:xfrm>
              <a:off x="792" y="817"/>
              <a:ext cx="274" cy="378"/>
            </a:xfrm>
            <a:custGeom>
              <a:avLst/>
              <a:gdLst>
                <a:gd name="T0" fmla="*/ 687 w 170"/>
                <a:gd name="T1" fmla="*/ 315 h 235"/>
                <a:gd name="T2" fmla="*/ 687 w 170"/>
                <a:gd name="T3" fmla="*/ 314 h 235"/>
                <a:gd name="T4" fmla="*/ 451 w 170"/>
                <a:gd name="T5" fmla="*/ 132 h 235"/>
                <a:gd name="T6" fmla="*/ 150 w 170"/>
                <a:gd name="T7" fmla="*/ 50 h 235"/>
                <a:gd name="T8" fmla="*/ 13 w 170"/>
                <a:gd name="T9" fmla="*/ 307 h 235"/>
                <a:gd name="T10" fmla="*/ 13 w 170"/>
                <a:gd name="T11" fmla="*/ 314 h 235"/>
                <a:gd name="T12" fmla="*/ 0 w 170"/>
                <a:gd name="T13" fmla="*/ 409 h 235"/>
                <a:gd name="T14" fmla="*/ 0 w 170"/>
                <a:gd name="T15" fmla="*/ 341 h 235"/>
                <a:gd name="T16" fmla="*/ 0 w 170"/>
                <a:gd name="T17" fmla="*/ 429 h 235"/>
                <a:gd name="T18" fmla="*/ 29 w 170"/>
                <a:gd name="T19" fmla="*/ 566 h 235"/>
                <a:gd name="T20" fmla="*/ 68 w 170"/>
                <a:gd name="T21" fmla="*/ 724 h 235"/>
                <a:gd name="T22" fmla="*/ 143 w 170"/>
                <a:gd name="T23" fmla="*/ 841 h 235"/>
                <a:gd name="T24" fmla="*/ 301 w 170"/>
                <a:gd name="T25" fmla="*/ 973 h 235"/>
                <a:gd name="T26" fmla="*/ 356 w 170"/>
                <a:gd name="T27" fmla="*/ 978 h 235"/>
                <a:gd name="T28" fmla="*/ 411 w 170"/>
                <a:gd name="T29" fmla="*/ 973 h 235"/>
                <a:gd name="T30" fmla="*/ 574 w 170"/>
                <a:gd name="T31" fmla="*/ 841 h 235"/>
                <a:gd name="T32" fmla="*/ 645 w 170"/>
                <a:gd name="T33" fmla="*/ 724 h 235"/>
                <a:gd name="T34" fmla="*/ 687 w 170"/>
                <a:gd name="T35" fmla="*/ 566 h 235"/>
                <a:gd name="T36" fmla="*/ 712 w 170"/>
                <a:gd name="T37" fmla="*/ 452 h 235"/>
                <a:gd name="T38" fmla="*/ 712 w 170"/>
                <a:gd name="T39" fmla="*/ 450 h 235"/>
                <a:gd name="T40" fmla="*/ 687 w 170"/>
                <a:gd name="T41" fmla="*/ 315 h 235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70" h="235">
                  <a:moveTo>
                    <a:pt x="164" y="76"/>
                  </a:moveTo>
                  <a:cubicBezTo>
                    <a:pt x="164" y="75"/>
                    <a:pt x="164" y="75"/>
                    <a:pt x="164" y="75"/>
                  </a:cubicBezTo>
                  <a:cubicBezTo>
                    <a:pt x="144" y="78"/>
                    <a:pt x="118" y="39"/>
                    <a:pt x="108" y="32"/>
                  </a:cubicBezTo>
                  <a:cubicBezTo>
                    <a:pt x="93" y="20"/>
                    <a:pt x="61" y="0"/>
                    <a:pt x="36" y="12"/>
                  </a:cubicBezTo>
                  <a:cubicBezTo>
                    <a:pt x="33" y="21"/>
                    <a:pt x="11" y="67"/>
                    <a:pt x="3" y="74"/>
                  </a:cubicBezTo>
                  <a:cubicBezTo>
                    <a:pt x="3" y="75"/>
                    <a:pt x="3" y="75"/>
                    <a:pt x="3" y="75"/>
                  </a:cubicBezTo>
                  <a:cubicBezTo>
                    <a:pt x="2" y="80"/>
                    <a:pt x="3" y="93"/>
                    <a:pt x="0" y="98"/>
                  </a:cubicBezTo>
                  <a:cubicBezTo>
                    <a:pt x="1" y="94"/>
                    <a:pt x="1" y="88"/>
                    <a:pt x="0" y="82"/>
                  </a:cubicBezTo>
                  <a:cubicBezTo>
                    <a:pt x="0" y="87"/>
                    <a:pt x="0" y="99"/>
                    <a:pt x="0" y="103"/>
                  </a:cubicBezTo>
                  <a:cubicBezTo>
                    <a:pt x="4" y="114"/>
                    <a:pt x="5" y="126"/>
                    <a:pt x="7" y="136"/>
                  </a:cubicBezTo>
                  <a:cubicBezTo>
                    <a:pt x="9" y="146"/>
                    <a:pt x="13" y="166"/>
                    <a:pt x="16" y="174"/>
                  </a:cubicBezTo>
                  <a:cubicBezTo>
                    <a:pt x="19" y="182"/>
                    <a:pt x="22" y="192"/>
                    <a:pt x="34" y="202"/>
                  </a:cubicBezTo>
                  <a:cubicBezTo>
                    <a:pt x="46" y="213"/>
                    <a:pt x="59" y="231"/>
                    <a:pt x="72" y="234"/>
                  </a:cubicBezTo>
                  <a:cubicBezTo>
                    <a:pt x="77" y="234"/>
                    <a:pt x="82" y="235"/>
                    <a:pt x="85" y="235"/>
                  </a:cubicBezTo>
                  <a:cubicBezTo>
                    <a:pt x="89" y="235"/>
                    <a:pt x="94" y="234"/>
                    <a:pt x="98" y="234"/>
                  </a:cubicBezTo>
                  <a:cubicBezTo>
                    <a:pt x="111" y="231"/>
                    <a:pt x="125" y="213"/>
                    <a:pt x="137" y="202"/>
                  </a:cubicBezTo>
                  <a:cubicBezTo>
                    <a:pt x="148" y="192"/>
                    <a:pt x="152" y="182"/>
                    <a:pt x="154" y="174"/>
                  </a:cubicBezTo>
                  <a:cubicBezTo>
                    <a:pt x="157" y="166"/>
                    <a:pt x="161" y="146"/>
                    <a:pt x="164" y="136"/>
                  </a:cubicBezTo>
                  <a:cubicBezTo>
                    <a:pt x="165" y="129"/>
                    <a:pt x="167" y="119"/>
                    <a:pt x="170" y="109"/>
                  </a:cubicBezTo>
                  <a:cubicBezTo>
                    <a:pt x="170" y="108"/>
                    <a:pt x="170" y="108"/>
                    <a:pt x="170" y="108"/>
                  </a:cubicBezTo>
                  <a:cubicBezTo>
                    <a:pt x="169" y="101"/>
                    <a:pt x="167" y="88"/>
                    <a:pt x="164" y="76"/>
                  </a:cubicBezTo>
                </a:path>
              </a:pathLst>
            </a:custGeom>
            <a:solidFill>
              <a:srgbClr val="FEF6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327" name="Freeform 233">
              <a:extLst>
                <a:ext uri="{FF2B5EF4-FFF2-40B4-BE49-F238E27FC236}">
                  <a16:creationId xmlns:a16="http://schemas.microsoft.com/office/drawing/2014/main" id="{59416571-F91B-440C-BAD1-56C40FEC13C3}"/>
                </a:ext>
              </a:extLst>
            </p:cNvPr>
            <p:cNvSpPr>
              <a:spLocks/>
            </p:cNvSpPr>
            <p:nvPr/>
          </p:nvSpPr>
          <p:spPr bwMode="auto">
            <a:xfrm>
              <a:off x="832" y="971"/>
              <a:ext cx="60" cy="26"/>
            </a:xfrm>
            <a:custGeom>
              <a:avLst/>
              <a:gdLst>
                <a:gd name="T0" fmla="*/ 157 w 37"/>
                <a:gd name="T1" fmla="*/ 42 h 16"/>
                <a:gd name="T2" fmla="*/ 143 w 37"/>
                <a:gd name="T3" fmla="*/ 54 h 16"/>
                <a:gd name="T4" fmla="*/ 68 w 37"/>
                <a:gd name="T5" fmla="*/ 68 h 16"/>
                <a:gd name="T6" fmla="*/ 0 w 37"/>
                <a:gd name="T7" fmla="*/ 34 h 16"/>
                <a:gd name="T8" fmla="*/ 76 w 37"/>
                <a:gd name="T9" fmla="*/ 0 h 16"/>
                <a:gd name="T10" fmla="*/ 144 w 37"/>
                <a:gd name="T11" fmla="*/ 34 h 16"/>
                <a:gd name="T12" fmla="*/ 157 w 37"/>
                <a:gd name="T13" fmla="*/ 42 h 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7" h="16">
                  <a:moveTo>
                    <a:pt x="37" y="10"/>
                  </a:moveTo>
                  <a:cubicBezTo>
                    <a:pt x="36" y="12"/>
                    <a:pt x="34" y="12"/>
                    <a:pt x="33" y="12"/>
                  </a:cubicBezTo>
                  <a:cubicBezTo>
                    <a:pt x="31" y="12"/>
                    <a:pt x="24" y="16"/>
                    <a:pt x="16" y="16"/>
                  </a:cubicBezTo>
                  <a:cubicBezTo>
                    <a:pt x="7" y="16"/>
                    <a:pt x="1" y="9"/>
                    <a:pt x="0" y="8"/>
                  </a:cubicBezTo>
                  <a:cubicBezTo>
                    <a:pt x="1" y="6"/>
                    <a:pt x="7" y="0"/>
                    <a:pt x="18" y="0"/>
                  </a:cubicBezTo>
                  <a:cubicBezTo>
                    <a:pt x="27" y="0"/>
                    <a:pt x="30" y="5"/>
                    <a:pt x="34" y="8"/>
                  </a:cubicBezTo>
                  <a:cubicBezTo>
                    <a:pt x="35" y="8"/>
                    <a:pt x="37" y="9"/>
                    <a:pt x="37" y="1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328" name="Freeform 234">
              <a:extLst>
                <a:ext uri="{FF2B5EF4-FFF2-40B4-BE49-F238E27FC236}">
                  <a16:creationId xmlns:a16="http://schemas.microsoft.com/office/drawing/2014/main" id="{B9814AF1-932F-4C18-9676-B52034179AE3}"/>
                </a:ext>
              </a:extLst>
            </p:cNvPr>
            <p:cNvSpPr>
              <a:spLocks/>
            </p:cNvSpPr>
            <p:nvPr/>
          </p:nvSpPr>
          <p:spPr bwMode="auto">
            <a:xfrm>
              <a:off x="966" y="971"/>
              <a:ext cx="60" cy="26"/>
            </a:xfrm>
            <a:custGeom>
              <a:avLst/>
              <a:gdLst>
                <a:gd name="T0" fmla="*/ 0 w 37"/>
                <a:gd name="T1" fmla="*/ 42 h 16"/>
                <a:gd name="T2" fmla="*/ 21 w 37"/>
                <a:gd name="T3" fmla="*/ 54 h 16"/>
                <a:gd name="T4" fmla="*/ 94 w 37"/>
                <a:gd name="T5" fmla="*/ 68 h 16"/>
                <a:gd name="T6" fmla="*/ 157 w 37"/>
                <a:gd name="T7" fmla="*/ 34 h 16"/>
                <a:gd name="T8" fmla="*/ 84 w 37"/>
                <a:gd name="T9" fmla="*/ 0 h 16"/>
                <a:gd name="T10" fmla="*/ 13 w 37"/>
                <a:gd name="T11" fmla="*/ 34 h 16"/>
                <a:gd name="T12" fmla="*/ 0 w 37"/>
                <a:gd name="T13" fmla="*/ 42 h 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7" h="16">
                  <a:moveTo>
                    <a:pt x="0" y="10"/>
                  </a:moveTo>
                  <a:cubicBezTo>
                    <a:pt x="1" y="12"/>
                    <a:pt x="3" y="12"/>
                    <a:pt x="5" y="12"/>
                  </a:cubicBezTo>
                  <a:cubicBezTo>
                    <a:pt x="7" y="12"/>
                    <a:pt x="13" y="16"/>
                    <a:pt x="22" y="16"/>
                  </a:cubicBezTo>
                  <a:cubicBezTo>
                    <a:pt x="30" y="16"/>
                    <a:pt x="37" y="9"/>
                    <a:pt x="37" y="8"/>
                  </a:cubicBezTo>
                  <a:cubicBezTo>
                    <a:pt x="36" y="6"/>
                    <a:pt x="30" y="0"/>
                    <a:pt x="20" y="0"/>
                  </a:cubicBezTo>
                  <a:cubicBezTo>
                    <a:pt x="11" y="0"/>
                    <a:pt x="7" y="5"/>
                    <a:pt x="3" y="8"/>
                  </a:cubicBezTo>
                  <a:cubicBezTo>
                    <a:pt x="2" y="8"/>
                    <a:pt x="0" y="9"/>
                    <a:pt x="0" y="1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329" name="Freeform 235">
              <a:extLst>
                <a:ext uri="{FF2B5EF4-FFF2-40B4-BE49-F238E27FC236}">
                  <a16:creationId xmlns:a16="http://schemas.microsoft.com/office/drawing/2014/main" id="{18066DBC-FA81-4299-BA95-33C9061FD2D4}"/>
                </a:ext>
              </a:extLst>
            </p:cNvPr>
            <p:cNvSpPr>
              <a:spLocks/>
            </p:cNvSpPr>
            <p:nvPr/>
          </p:nvSpPr>
          <p:spPr bwMode="auto">
            <a:xfrm>
              <a:off x="766" y="923"/>
              <a:ext cx="37" cy="113"/>
            </a:xfrm>
            <a:custGeom>
              <a:avLst/>
              <a:gdLst>
                <a:gd name="T0" fmla="*/ 60 w 23"/>
                <a:gd name="T1" fmla="*/ 29 h 70"/>
                <a:gd name="T2" fmla="*/ 0 w 23"/>
                <a:gd name="T3" fmla="*/ 47 h 70"/>
                <a:gd name="T4" fmla="*/ 16 w 23"/>
                <a:gd name="T5" fmla="*/ 158 h 70"/>
                <a:gd name="T6" fmla="*/ 37 w 23"/>
                <a:gd name="T7" fmla="*/ 220 h 70"/>
                <a:gd name="T8" fmla="*/ 63 w 23"/>
                <a:gd name="T9" fmla="*/ 281 h 70"/>
                <a:gd name="T10" fmla="*/ 88 w 23"/>
                <a:gd name="T11" fmla="*/ 294 h 70"/>
                <a:gd name="T12" fmla="*/ 97 w 23"/>
                <a:gd name="T13" fmla="*/ 294 h 7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70">
                  <a:moveTo>
                    <a:pt x="14" y="7"/>
                  </a:moveTo>
                  <a:cubicBezTo>
                    <a:pt x="9" y="0"/>
                    <a:pt x="0" y="2"/>
                    <a:pt x="0" y="11"/>
                  </a:cubicBezTo>
                  <a:cubicBezTo>
                    <a:pt x="1" y="20"/>
                    <a:pt x="3" y="33"/>
                    <a:pt x="4" y="38"/>
                  </a:cubicBezTo>
                  <a:cubicBezTo>
                    <a:pt x="5" y="43"/>
                    <a:pt x="7" y="47"/>
                    <a:pt x="9" y="52"/>
                  </a:cubicBezTo>
                  <a:cubicBezTo>
                    <a:pt x="10" y="56"/>
                    <a:pt x="13" y="65"/>
                    <a:pt x="15" y="67"/>
                  </a:cubicBezTo>
                  <a:cubicBezTo>
                    <a:pt x="17" y="69"/>
                    <a:pt x="21" y="70"/>
                    <a:pt x="21" y="70"/>
                  </a:cubicBezTo>
                  <a:cubicBezTo>
                    <a:pt x="23" y="70"/>
                    <a:pt x="23" y="70"/>
                    <a:pt x="23" y="70"/>
                  </a:cubicBezTo>
                </a:path>
              </a:pathLst>
            </a:custGeom>
            <a:solidFill>
              <a:srgbClr val="FEF6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330" name="Freeform 236">
              <a:extLst>
                <a:ext uri="{FF2B5EF4-FFF2-40B4-BE49-F238E27FC236}">
                  <a16:creationId xmlns:a16="http://schemas.microsoft.com/office/drawing/2014/main" id="{3C848BB4-4129-4593-982F-C821BCFF8DE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" y="1129"/>
              <a:ext cx="922" cy="2925"/>
            </a:xfrm>
            <a:custGeom>
              <a:avLst/>
              <a:gdLst>
                <a:gd name="T0" fmla="*/ 2315 w 572"/>
                <a:gd name="T1" fmla="*/ 2941 h 1817"/>
                <a:gd name="T2" fmla="*/ 2216 w 572"/>
                <a:gd name="T3" fmla="*/ 1677 h 1817"/>
                <a:gd name="T4" fmla="*/ 2060 w 572"/>
                <a:gd name="T5" fmla="*/ 534 h 1817"/>
                <a:gd name="T6" fmla="*/ 1754 w 572"/>
                <a:gd name="T7" fmla="*/ 388 h 1817"/>
                <a:gd name="T8" fmla="*/ 1415 w 572"/>
                <a:gd name="T9" fmla="*/ 34 h 1817"/>
                <a:gd name="T10" fmla="*/ 1198 w 572"/>
                <a:gd name="T11" fmla="*/ 171 h 1817"/>
                <a:gd name="T12" fmla="*/ 1143 w 572"/>
                <a:gd name="T13" fmla="*/ 166 h 1817"/>
                <a:gd name="T14" fmla="*/ 774 w 572"/>
                <a:gd name="T15" fmla="*/ 357 h 1817"/>
                <a:gd name="T16" fmla="*/ 514 w 572"/>
                <a:gd name="T17" fmla="*/ 412 h 1817"/>
                <a:gd name="T18" fmla="*/ 184 w 572"/>
                <a:gd name="T19" fmla="*/ 1177 h 1817"/>
                <a:gd name="T20" fmla="*/ 76 w 572"/>
                <a:gd name="T21" fmla="*/ 2626 h 1817"/>
                <a:gd name="T22" fmla="*/ 8 w 572"/>
                <a:gd name="T23" fmla="*/ 3630 h 1817"/>
                <a:gd name="T24" fmla="*/ 103 w 572"/>
                <a:gd name="T25" fmla="*/ 3851 h 1817"/>
                <a:gd name="T26" fmla="*/ 293 w 572"/>
                <a:gd name="T27" fmla="*/ 3884 h 1817"/>
                <a:gd name="T28" fmla="*/ 319 w 572"/>
                <a:gd name="T29" fmla="*/ 3812 h 1817"/>
                <a:gd name="T30" fmla="*/ 268 w 572"/>
                <a:gd name="T31" fmla="*/ 3319 h 1817"/>
                <a:gd name="T32" fmla="*/ 532 w 572"/>
                <a:gd name="T33" fmla="*/ 1589 h 1817"/>
                <a:gd name="T34" fmla="*/ 590 w 572"/>
                <a:gd name="T35" fmla="*/ 2402 h 1817"/>
                <a:gd name="T36" fmla="*/ 446 w 572"/>
                <a:gd name="T37" fmla="*/ 4214 h 1817"/>
                <a:gd name="T38" fmla="*/ 704 w 572"/>
                <a:gd name="T39" fmla="*/ 6225 h 1817"/>
                <a:gd name="T40" fmla="*/ 833 w 572"/>
                <a:gd name="T41" fmla="*/ 7217 h 1817"/>
                <a:gd name="T42" fmla="*/ 759 w 572"/>
                <a:gd name="T43" fmla="*/ 7531 h 1817"/>
                <a:gd name="T44" fmla="*/ 1122 w 572"/>
                <a:gd name="T45" fmla="*/ 7534 h 1817"/>
                <a:gd name="T46" fmla="*/ 1182 w 572"/>
                <a:gd name="T47" fmla="*/ 7147 h 1817"/>
                <a:gd name="T48" fmla="*/ 1096 w 572"/>
                <a:gd name="T49" fmla="*/ 6603 h 1817"/>
                <a:gd name="T50" fmla="*/ 1156 w 572"/>
                <a:gd name="T51" fmla="*/ 4713 h 1817"/>
                <a:gd name="T52" fmla="*/ 1156 w 572"/>
                <a:gd name="T53" fmla="*/ 3571 h 1817"/>
                <a:gd name="T54" fmla="*/ 1248 w 572"/>
                <a:gd name="T55" fmla="*/ 3566 h 1817"/>
                <a:gd name="T56" fmla="*/ 1244 w 572"/>
                <a:gd name="T57" fmla="*/ 4713 h 1817"/>
                <a:gd name="T58" fmla="*/ 1299 w 572"/>
                <a:gd name="T59" fmla="*/ 6603 h 1817"/>
                <a:gd name="T60" fmla="*/ 1219 w 572"/>
                <a:gd name="T61" fmla="*/ 7147 h 1817"/>
                <a:gd name="T62" fmla="*/ 1273 w 572"/>
                <a:gd name="T63" fmla="*/ 7534 h 1817"/>
                <a:gd name="T64" fmla="*/ 1643 w 572"/>
                <a:gd name="T65" fmla="*/ 7531 h 1817"/>
                <a:gd name="T66" fmla="*/ 1562 w 572"/>
                <a:gd name="T67" fmla="*/ 7217 h 1817"/>
                <a:gd name="T68" fmla="*/ 1691 w 572"/>
                <a:gd name="T69" fmla="*/ 6225 h 1817"/>
                <a:gd name="T70" fmla="*/ 1949 w 572"/>
                <a:gd name="T71" fmla="*/ 4214 h 1817"/>
                <a:gd name="T72" fmla="*/ 1805 w 572"/>
                <a:gd name="T73" fmla="*/ 2402 h 1817"/>
                <a:gd name="T74" fmla="*/ 1863 w 572"/>
                <a:gd name="T75" fmla="*/ 1586 h 1817"/>
                <a:gd name="T76" fmla="*/ 2128 w 572"/>
                <a:gd name="T77" fmla="*/ 3319 h 1817"/>
                <a:gd name="T78" fmla="*/ 2081 w 572"/>
                <a:gd name="T79" fmla="*/ 3812 h 1817"/>
                <a:gd name="T80" fmla="*/ 2102 w 572"/>
                <a:gd name="T81" fmla="*/ 3884 h 1817"/>
                <a:gd name="T82" fmla="*/ 2292 w 572"/>
                <a:gd name="T83" fmla="*/ 3851 h 1817"/>
                <a:gd name="T84" fmla="*/ 2387 w 572"/>
                <a:gd name="T85" fmla="*/ 3630 h 1817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572" h="1817">
                  <a:moveTo>
                    <a:pt x="570" y="870"/>
                  </a:moveTo>
                  <a:cubicBezTo>
                    <a:pt x="568" y="866"/>
                    <a:pt x="564" y="834"/>
                    <a:pt x="559" y="815"/>
                  </a:cubicBezTo>
                  <a:cubicBezTo>
                    <a:pt x="555" y="800"/>
                    <a:pt x="551" y="735"/>
                    <a:pt x="553" y="705"/>
                  </a:cubicBezTo>
                  <a:cubicBezTo>
                    <a:pt x="555" y="681"/>
                    <a:pt x="554" y="644"/>
                    <a:pt x="555" y="629"/>
                  </a:cubicBezTo>
                  <a:cubicBezTo>
                    <a:pt x="555" y="539"/>
                    <a:pt x="541" y="494"/>
                    <a:pt x="537" y="477"/>
                  </a:cubicBezTo>
                  <a:cubicBezTo>
                    <a:pt x="534" y="461"/>
                    <a:pt x="529" y="437"/>
                    <a:pt x="529" y="402"/>
                  </a:cubicBezTo>
                  <a:cubicBezTo>
                    <a:pt x="529" y="366"/>
                    <a:pt x="531" y="316"/>
                    <a:pt x="529" y="282"/>
                  </a:cubicBezTo>
                  <a:cubicBezTo>
                    <a:pt x="527" y="262"/>
                    <a:pt x="523" y="232"/>
                    <a:pt x="519" y="205"/>
                  </a:cubicBezTo>
                  <a:cubicBezTo>
                    <a:pt x="515" y="179"/>
                    <a:pt x="503" y="140"/>
                    <a:pt x="492" y="128"/>
                  </a:cubicBezTo>
                  <a:cubicBezTo>
                    <a:pt x="481" y="115"/>
                    <a:pt x="465" y="105"/>
                    <a:pt x="449" y="99"/>
                  </a:cubicBezTo>
                  <a:cubicBezTo>
                    <a:pt x="445" y="98"/>
                    <a:pt x="440" y="95"/>
                    <a:pt x="436" y="94"/>
                  </a:cubicBezTo>
                  <a:cubicBezTo>
                    <a:pt x="429" y="93"/>
                    <a:pt x="425" y="94"/>
                    <a:pt x="419" y="93"/>
                  </a:cubicBezTo>
                  <a:cubicBezTo>
                    <a:pt x="407" y="91"/>
                    <a:pt x="397" y="89"/>
                    <a:pt x="387" y="86"/>
                  </a:cubicBezTo>
                  <a:cubicBezTo>
                    <a:pt x="366" y="79"/>
                    <a:pt x="345" y="77"/>
                    <a:pt x="345" y="0"/>
                  </a:cubicBezTo>
                  <a:cubicBezTo>
                    <a:pt x="343" y="2"/>
                    <a:pt x="341" y="5"/>
                    <a:pt x="338" y="8"/>
                  </a:cubicBezTo>
                  <a:cubicBezTo>
                    <a:pt x="326" y="19"/>
                    <a:pt x="312" y="37"/>
                    <a:pt x="299" y="40"/>
                  </a:cubicBezTo>
                  <a:cubicBezTo>
                    <a:pt x="295" y="40"/>
                    <a:pt x="290" y="41"/>
                    <a:pt x="286" y="41"/>
                  </a:cubicBezTo>
                  <a:cubicBezTo>
                    <a:pt x="286" y="41"/>
                    <a:pt x="286" y="41"/>
                    <a:pt x="286" y="41"/>
                  </a:cubicBezTo>
                  <a:cubicBezTo>
                    <a:pt x="286" y="41"/>
                    <a:pt x="286" y="41"/>
                    <a:pt x="286" y="41"/>
                  </a:cubicBezTo>
                  <a:cubicBezTo>
                    <a:pt x="286" y="41"/>
                    <a:pt x="286" y="41"/>
                    <a:pt x="286" y="41"/>
                  </a:cubicBezTo>
                  <a:cubicBezTo>
                    <a:pt x="283" y="41"/>
                    <a:pt x="278" y="40"/>
                    <a:pt x="273" y="40"/>
                  </a:cubicBezTo>
                  <a:cubicBezTo>
                    <a:pt x="260" y="37"/>
                    <a:pt x="247" y="19"/>
                    <a:pt x="235" y="8"/>
                  </a:cubicBezTo>
                  <a:cubicBezTo>
                    <a:pt x="232" y="5"/>
                    <a:pt x="229" y="3"/>
                    <a:pt x="227" y="0"/>
                  </a:cubicBezTo>
                  <a:cubicBezTo>
                    <a:pt x="227" y="77"/>
                    <a:pt x="207" y="79"/>
                    <a:pt x="185" y="86"/>
                  </a:cubicBezTo>
                  <a:cubicBezTo>
                    <a:pt x="176" y="89"/>
                    <a:pt x="165" y="91"/>
                    <a:pt x="153" y="93"/>
                  </a:cubicBezTo>
                  <a:cubicBezTo>
                    <a:pt x="148" y="94"/>
                    <a:pt x="143" y="93"/>
                    <a:pt x="137" y="94"/>
                  </a:cubicBezTo>
                  <a:cubicBezTo>
                    <a:pt x="133" y="95"/>
                    <a:pt x="127" y="98"/>
                    <a:pt x="123" y="99"/>
                  </a:cubicBezTo>
                  <a:cubicBezTo>
                    <a:pt x="107" y="105"/>
                    <a:pt x="91" y="115"/>
                    <a:pt x="80" y="128"/>
                  </a:cubicBezTo>
                  <a:cubicBezTo>
                    <a:pt x="69" y="140"/>
                    <a:pt x="57" y="179"/>
                    <a:pt x="53" y="205"/>
                  </a:cubicBezTo>
                  <a:cubicBezTo>
                    <a:pt x="49" y="232"/>
                    <a:pt x="46" y="262"/>
                    <a:pt x="44" y="282"/>
                  </a:cubicBezTo>
                  <a:cubicBezTo>
                    <a:pt x="41" y="316"/>
                    <a:pt x="43" y="366"/>
                    <a:pt x="43" y="402"/>
                  </a:cubicBezTo>
                  <a:cubicBezTo>
                    <a:pt x="43" y="437"/>
                    <a:pt x="38" y="461"/>
                    <a:pt x="35" y="477"/>
                  </a:cubicBezTo>
                  <a:cubicBezTo>
                    <a:pt x="32" y="494"/>
                    <a:pt x="17" y="539"/>
                    <a:pt x="18" y="629"/>
                  </a:cubicBezTo>
                  <a:cubicBezTo>
                    <a:pt x="18" y="644"/>
                    <a:pt x="17" y="681"/>
                    <a:pt x="19" y="705"/>
                  </a:cubicBezTo>
                  <a:cubicBezTo>
                    <a:pt x="22" y="735"/>
                    <a:pt x="17" y="800"/>
                    <a:pt x="14" y="815"/>
                  </a:cubicBezTo>
                  <a:cubicBezTo>
                    <a:pt x="9" y="834"/>
                    <a:pt x="5" y="866"/>
                    <a:pt x="2" y="870"/>
                  </a:cubicBezTo>
                  <a:cubicBezTo>
                    <a:pt x="0" y="875"/>
                    <a:pt x="5" y="881"/>
                    <a:pt x="7" y="885"/>
                  </a:cubicBezTo>
                  <a:cubicBezTo>
                    <a:pt x="9" y="890"/>
                    <a:pt x="9" y="894"/>
                    <a:pt x="12" y="901"/>
                  </a:cubicBezTo>
                  <a:cubicBezTo>
                    <a:pt x="14" y="906"/>
                    <a:pt x="21" y="917"/>
                    <a:pt x="25" y="923"/>
                  </a:cubicBezTo>
                  <a:cubicBezTo>
                    <a:pt x="29" y="929"/>
                    <a:pt x="43" y="936"/>
                    <a:pt x="55" y="940"/>
                  </a:cubicBezTo>
                  <a:cubicBezTo>
                    <a:pt x="62" y="943"/>
                    <a:pt x="77" y="951"/>
                    <a:pt x="78" y="948"/>
                  </a:cubicBezTo>
                  <a:cubicBezTo>
                    <a:pt x="81" y="940"/>
                    <a:pt x="76" y="935"/>
                    <a:pt x="70" y="931"/>
                  </a:cubicBezTo>
                  <a:cubicBezTo>
                    <a:pt x="66" y="929"/>
                    <a:pt x="77" y="936"/>
                    <a:pt x="79" y="929"/>
                  </a:cubicBezTo>
                  <a:cubicBezTo>
                    <a:pt x="80" y="927"/>
                    <a:pt x="80" y="926"/>
                    <a:pt x="78" y="922"/>
                  </a:cubicBezTo>
                  <a:cubicBezTo>
                    <a:pt x="79" y="918"/>
                    <a:pt x="78" y="918"/>
                    <a:pt x="76" y="914"/>
                  </a:cubicBezTo>
                  <a:cubicBezTo>
                    <a:pt x="81" y="912"/>
                    <a:pt x="77" y="889"/>
                    <a:pt x="75" y="878"/>
                  </a:cubicBezTo>
                  <a:cubicBezTo>
                    <a:pt x="76" y="870"/>
                    <a:pt x="76" y="844"/>
                    <a:pt x="70" y="825"/>
                  </a:cubicBezTo>
                  <a:cubicBezTo>
                    <a:pt x="66" y="814"/>
                    <a:pt x="64" y="803"/>
                    <a:pt x="64" y="796"/>
                  </a:cubicBezTo>
                  <a:cubicBezTo>
                    <a:pt x="61" y="780"/>
                    <a:pt x="80" y="662"/>
                    <a:pt x="90" y="629"/>
                  </a:cubicBezTo>
                  <a:cubicBezTo>
                    <a:pt x="111" y="560"/>
                    <a:pt x="105" y="499"/>
                    <a:pt x="107" y="487"/>
                  </a:cubicBezTo>
                  <a:cubicBezTo>
                    <a:pt x="109" y="475"/>
                    <a:pt x="123" y="410"/>
                    <a:pt x="127" y="381"/>
                  </a:cubicBezTo>
                  <a:cubicBezTo>
                    <a:pt x="128" y="381"/>
                    <a:pt x="128" y="381"/>
                    <a:pt x="128" y="381"/>
                  </a:cubicBezTo>
                  <a:cubicBezTo>
                    <a:pt x="130" y="417"/>
                    <a:pt x="134" y="470"/>
                    <a:pt x="135" y="488"/>
                  </a:cubicBezTo>
                  <a:cubicBezTo>
                    <a:pt x="136" y="513"/>
                    <a:pt x="152" y="555"/>
                    <a:pt x="141" y="576"/>
                  </a:cubicBezTo>
                  <a:cubicBezTo>
                    <a:pt x="130" y="596"/>
                    <a:pt x="112" y="629"/>
                    <a:pt x="103" y="685"/>
                  </a:cubicBezTo>
                  <a:cubicBezTo>
                    <a:pt x="94" y="729"/>
                    <a:pt x="80" y="775"/>
                    <a:pt x="88" y="854"/>
                  </a:cubicBezTo>
                  <a:cubicBezTo>
                    <a:pt x="94" y="911"/>
                    <a:pt x="93" y="947"/>
                    <a:pt x="107" y="1010"/>
                  </a:cubicBezTo>
                  <a:cubicBezTo>
                    <a:pt x="120" y="1066"/>
                    <a:pt x="146" y="1134"/>
                    <a:pt x="153" y="1175"/>
                  </a:cubicBezTo>
                  <a:cubicBezTo>
                    <a:pt x="160" y="1217"/>
                    <a:pt x="163" y="1237"/>
                    <a:pt x="165" y="1264"/>
                  </a:cubicBezTo>
                  <a:cubicBezTo>
                    <a:pt x="167" y="1291"/>
                    <a:pt x="149" y="1418"/>
                    <a:pt x="168" y="1492"/>
                  </a:cubicBezTo>
                  <a:cubicBezTo>
                    <a:pt x="188" y="1565"/>
                    <a:pt x="197" y="1612"/>
                    <a:pt x="201" y="1630"/>
                  </a:cubicBezTo>
                  <a:cubicBezTo>
                    <a:pt x="209" y="1669"/>
                    <a:pt x="202" y="1673"/>
                    <a:pt x="205" y="1693"/>
                  </a:cubicBezTo>
                  <a:cubicBezTo>
                    <a:pt x="209" y="1713"/>
                    <a:pt x="209" y="1710"/>
                    <a:pt x="199" y="1730"/>
                  </a:cubicBezTo>
                  <a:cubicBezTo>
                    <a:pt x="190" y="1742"/>
                    <a:pt x="175" y="1769"/>
                    <a:pt x="170" y="1775"/>
                  </a:cubicBezTo>
                  <a:cubicBezTo>
                    <a:pt x="166" y="1781"/>
                    <a:pt x="168" y="1787"/>
                    <a:pt x="170" y="1791"/>
                  </a:cubicBezTo>
                  <a:cubicBezTo>
                    <a:pt x="167" y="1800"/>
                    <a:pt x="177" y="1805"/>
                    <a:pt x="181" y="1805"/>
                  </a:cubicBezTo>
                  <a:cubicBezTo>
                    <a:pt x="180" y="1816"/>
                    <a:pt x="200" y="1815"/>
                    <a:pt x="204" y="1810"/>
                  </a:cubicBezTo>
                  <a:cubicBezTo>
                    <a:pt x="210" y="1816"/>
                    <a:pt x="225" y="1816"/>
                    <a:pt x="231" y="1809"/>
                  </a:cubicBezTo>
                  <a:cubicBezTo>
                    <a:pt x="241" y="1817"/>
                    <a:pt x="257" y="1817"/>
                    <a:pt x="268" y="1806"/>
                  </a:cubicBezTo>
                  <a:cubicBezTo>
                    <a:pt x="279" y="1795"/>
                    <a:pt x="280" y="1785"/>
                    <a:pt x="279" y="1774"/>
                  </a:cubicBezTo>
                  <a:cubicBezTo>
                    <a:pt x="278" y="1763"/>
                    <a:pt x="280" y="1760"/>
                    <a:pt x="283" y="1747"/>
                  </a:cubicBezTo>
                  <a:cubicBezTo>
                    <a:pt x="285" y="1733"/>
                    <a:pt x="287" y="1723"/>
                    <a:pt x="282" y="1713"/>
                  </a:cubicBezTo>
                  <a:cubicBezTo>
                    <a:pt x="277" y="1704"/>
                    <a:pt x="277" y="1700"/>
                    <a:pt x="277" y="1690"/>
                  </a:cubicBezTo>
                  <a:cubicBezTo>
                    <a:pt x="277" y="1681"/>
                    <a:pt x="280" y="1666"/>
                    <a:pt x="274" y="1654"/>
                  </a:cubicBezTo>
                  <a:cubicBezTo>
                    <a:pt x="268" y="1642"/>
                    <a:pt x="261" y="1614"/>
                    <a:pt x="262" y="1583"/>
                  </a:cubicBezTo>
                  <a:cubicBezTo>
                    <a:pt x="263" y="1552"/>
                    <a:pt x="286" y="1378"/>
                    <a:pt x="277" y="1318"/>
                  </a:cubicBezTo>
                  <a:cubicBezTo>
                    <a:pt x="267" y="1258"/>
                    <a:pt x="271" y="1246"/>
                    <a:pt x="273" y="1226"/>
                  </a:cubicBezTo>
                  <a:cubicBezTo>
                    <a:pt x="275" y="1206"/>
                    <a:pt x="281" y="1173"/>
                    <a:pt x="276" y="1130"/>
                  </a:cubicBezTo>
                  <a:cubicBezTo>
                    <a:pt x="274" y="1113"/>
                    <a:pt x="274" y="1044"/>
                    <a:pt x="275" y="974"/>
                  </a:cubicBezTo>
                  <a:cubicBezTo>
                    <a:pt x="275" y="928"/>
                    <a:pt x="288" y="869"/>
                    <a:pt x="276" y="857"/>
                  </a:cubicBezTo>
                  <a:cubicBezTo>
                    <a:pt x="276" y="856"/>
                    <a:pt x="276" y="856"/>
                    <a:pt x="276" y="856"/>
                  </a:cubicBezTo>
                  <a:cubicBezTo>
                    <a:pt x="279" y="857"/>
                    <a:pt x="282" y="858"/>
                    <a:pt x="285" y="858"/>
                  </a:cubicBezTo>
                  <a:cubicBezTo>
                    <a:pt x="286" y="858"/>
                    <a:pt x="286" y="858"/>
                    <a:pt x="286" y="858"/>
                  </a:cubicBezTo>
                  <a:cubicBezTo>
                    <a:pt x="290" y="858"/>
                    <a:pt x="294" y="857"/>
                    <a:pt x="298" y="855"/>
                  </a:cubicBezTo>
                  <a:cubicBezTo>
                    <a:pt x="297" y="857"/>
                    <a:pt x="297" y="857"/>
                    <a:pt x="297" y="857"/>
                  </a:cubicBezTo>
                  <a:cubicBezTo>
                    <a:pt x="285" y="869"/>
                    <a:pt x="297" y="928"/>
                    <a:pt x="297" y="974"/>
                  </a:cubicBezTo>
                  <a:cubicBezTo>
                    <a:pt x="298" y="1044"/>
                    <a:pt x="299" y="1113"/>
                    <a:pt x="297" y="1130"/>
                  </a:cubicBezTo>
                  <a:cubicBezTo>
                    <a:pt x="291" y="1173"/>
                    <a:pt x="297" y="1206"/>
                    <a:pt x="299" y="1226"/>
                  </a:cubicBezTo>
                  <a:cubicBezTo>
                    <a:pt x="302" y="1246"/>
                    <a:pt x="305" y="1258"/>
                    <a:pt x="296" y="1318"/>
                  </a:cubicBezTo>
                  <a:cubicBezTo>
                    <a:pt x="286" y="1378"/>
                    <a:pt x="309" y="1552"/>
                    <a:pt x="310" y="1583"/>
                  </a:cubicBezTo>
                  <a:cubicBezTo>
                    <a:pt x="311" y="1614"/>
                    <a:pt x="304" y="1642"/>
                    <a:pt x="298" y="1654"/>
                  </a:cubicBezTo>
                  <a:cubicBezTo>
                    <a:pt x="292" y="1666"/>
                    <a:pt x="296" y="1681"/>
                    <a:pt x="296" y="1690"/>
                  </a:cubicBezTo>
                  <a:cubicBezTo>
                    <a:pt x="296" y="1700"/>
                    <a:pt x="296" y="1704"/>
                    <a:pt x="291" y="1713"/>
                  </a:cubicBezTo>
                  <a:cubicBezTo>
                    <a:pt x="286" y="1723"/>
                    <a:pt x="288" y="1733"/>
                    <a:pt x="290" y="1747"/>
                  </a:cubicBezTo>
                  <a:cubicBezTo>
                    <a:pt x="292" y="1760"/>
                    <a:pt x="295" y="1763"/>
                    <a:pt x="294" y="1774"/>
                  </a:cubicBezTo>
                  <a:cubicBezTo>
                    <a:pt x="292" y="1785"/>
                    <a:pt x="294" y="1795"/>
                    <a:pt x="304" y="1806"/>
                  </a:cubicBezTo>
                  <a:cubicBezTo>
                    <a:pt x="315" y="1817"/>
                    <a:pt x="332" y="1817"/>
                    <a:pt x="341" y="1809"/>
                  </a:cubicBezTo>
                  <a:cubicBezTo>
                    <a:pt x="347" y="1816"/>
                    <a:pt x="362" y="1816"/>
                    <a:pt x="368" y="1810"/>
                  </a:cubicBezTo>
                  <a:cubicBezTo>
                    <a:pt x="373" y="1815"/>
                    <a:pt x="393" y="1816"/>
                    <a:pt x="392" y="1805"/>
                  </a:cubicBezTo>
                  <a:cubicBezTo>
                    <a:pt x="395" y="1805"/>
                    <a:pt x="406" y="1800"/>
                    <a:pt x="402" y="1791"/>
                  </a:cubicBezTo>
                  <a:cubicBezTo>
                    <a:pt x="405" y="1787"/>
                    <a:pt x="407" y="1781"/>
                    <a:pt x="402" y="1775"/>
                  </a:cubicBezTo>
                  <a:cubicBezTo>
                    <a:pt x="397" y="1769"/>
                    <a:pt x="382" y="1742"/>
                    <a:pt x="373" y="1730"/>
                  </a:cubicBezTo>
                  <a:cubicBezTo>
                    <a:pt x="363" y="1710"/>
                    <a:pt x="364" y="1713"/>
                    <a:pt x="367" y="1693"/>
                  </a:cubicBezTo>
                  <a:cubicBezTo>
                    <a:pt x="371" y="1673"/>
                    <a:pt x="363" y="1669"/>
                    <a:pt x="372" y="1630"/>
                  </a:cubicBezTo>
                  <a:cubicBezTo>
                    <a:pt x="376" y="1612"/>
                    <a:pt x="384" y="1565"/>
                    <a:pt x="404" y="1492"/>
                  </a:cubicBezTo>
                  <a:cubicBezTo>
                    <a:pt x="424" y="1418"/>
                    <a:pt x="406" y="1291"/>
                    <a:pt x="408" y="1264"/>
                  </a:cubicBezTo>
                  <a:cubicBezTo>
                    <a:pt x="410" y="1237"/>
                    <a:pt x="413" y="1217"/>
                    <a:pt x="420" y="1175"/>
                  </a:cubicBezTo>
                  <a:cubicBezTo>
                    <a:pt x="427" y="1134"/>
                    <a:pt x="452" y="1066"/>
                    <a:pt x="465" y="1010"/>
                  </a:cubicBezTo>
                  <a:cubicBezTo>
                    <a:pt x="479" y="947"/>
                    <a:pt x="478" y="911"/>
                    <a:pt x="484" y="854"/>
                  </a:cubicBezTo>
                  <a:cubicBezTo>
                    <a:pt x="492" y="775"/>
                    <a:pt x="479" y="729"/>
                    <a:pt x="470" y="685"/>
                  </a:cubicBezTo>
                  <a:cubicBezTo>
                    <a:pt x="460" y="629"/>
                    <a:pt x="442" y="596"/>
                    <a:pt x="431" y="576"/>
                  </a:cubicBezTo>
                  <a:cubicBezTo>
                    <a:pt x="421" y="555"/>
                    <a:pt x="437" y="513"/>
                    <a:pt x="438" y="488"/>
                  </a:cubicBezTo>
                  <a:cubicBezTo>
                    <a:pt x="439" y="470"/>
                    <a:pt x="442" y="415"/>
                    <a:pt x="445" y="380"/>
                  </a:cubicBezTo>
                  <a:cubicBezTo>
                    <a:pt x="445" y="380"/>
                    <a:pt x="445" y="380"/>
                    <a:pt x="445" y="380"/>
                  </a:cubicBezTo>
                  <a:cubicBezTo>
                    <a:pt x="449" y="409"/>
                    <a:pt x="463" y="475"/>
                    <a:pt x="466" y="487"/>
                  </a:cubicBezTo>
                  <a:cubicBezTo>
                    <a:pt x="468" y="499"/>
                    <a:pt x="461" y="560"/>
                    <a:pt x="482" y="629"/>
                  </a:cubicBezTo>
                  <a:cubicBezTo>
                    <a:pt x="493" y="662"/>
                    <a:pt x="511" y="780"/>
                    <a:pt x="508" y="796"/>
                  </a:cubicBezTo>
                  <a:cubicBezTo>
                    <a:pt x="508" y="803"/>
                    <a:pt x="506" y="814"/>
                    <a:pt x="502" y="825"/>
                  </a:cubicBezTo>
                  <a:cubicBezTo>
                    <a:pt x="496" y="844"/>
                    <a:pt x="497" y="870"/>
                    <a:pt x="498" y="878"/>
                  </a:cubicBezTo>
                  <a:cubicBezTo>
                    <a:pt x="496" y="889"/>
                    <a:pt x="492" y="912"/>
                    <a:pt x="497" y="914"/>
                  </a:cubicBezTo>
                  <a:cubicBezTo>
                    <a:pt x="494" y="918"/>
                    <a:pt x="493" y="918"/>
                    <a:pt x="494" y="922"/>
                  </a:cubicBezTo>
                  <a:cubicBezTo>
                    <a:pt x="493" y="926"/>
                    <a:pt x="493" y="927"/>
                    <a:pt x="493" y="929"/>
                  </a:cubicBezTo>
                  <a:cubicBezTo>
                    <a:pt x="496" y="936"/>
                    <a:pt x="506" y="929"/>
                    <a:pt x="502" y="931"/>
                  </a:cubicBezTo>
                  <a:cubicBezTo>
                    <a:pt x="497" y="935"/>
                    <a:pt x="491" y="940"/>
                    <a:pt x="494" y="948"/>
                  </a:cubicBezTo>
                  <a:cubicBezTo>
                    <a:pt x="496" y="951"/>
                    <a:pt x="510" y="943"/>
                    <a:pt x="518" y="940"/>
                  </a:cubicBezTo>
                  <a:cubicBezTo>
                    <a:pt x="529" y="936"/>
                    <a:pt x="544" y="929"/>
                    <a:pt x="547" y="923"/>
                  </a:cubicBezTo>
                  <a:cubicBezTo>
                    <a:pt x="551" y="917"/>
                    <a:pt x="558" y="906"/>
                    <a:pt x="561" y="901"/>
                  </a:cubicBezTo>
                  <a:cubicBezTo>
                    <a:pt x="564" y="894"/>
                    <a:pt x="563" y="890"/>
                    <a:pt x="566" y="885"/>
                  </a:cubicBezTo>
                  <a:cubicBezTo>
                    <a:pt x="568" y="881"/>
                    <a:pt x="572" y="875"/>
                    <a:pt x="570" y="870"/>
                  </a:cubicBezTo>
                </a:path>
              </a:pathLst>
            </a:custGeom>
            <a:solidFill>
              <a:srgbClr val="FEF6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331" name="Freeform 237">
              <a:extLst>
                <a:ext uri="{FF2B5EF4-FFF2-40B4-BE49-F238E27FC236}">
                  <a16:creationId xmlns:a16="http://schemas.microsoft.com/office/drawing/2014/main" id="{836B0D64-055B-45D5-BFA1-EF4F9CA7490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0" y="992"/>
              <a:ext cx="16" cy="44"/>
            </a:xfrm>
            <a:custGeom>
              <a:avLst/>
              <a:gdLst>
                <a:gd name="T0" fmla="*/ 42 w 10"/>
                <a:gd name="T1" fmla="*/ 64 h 27"/>
                <a:gd name="T2" fmla="*/ 35 w 10"/>
                <a:gd name="T3" fmla="*/ 68 h 27"/>
                <a:gd name="T4" fmla="*/ 26 w 10"/>
                <a:gd name="T5" fmla="*/ 104 h 27"/>
                <a:gd name="T6" fmla="*/ 0 w 10"/>
                <a:gd name="T7" fmla="*/ 117 h 27"/>
                <a:gd name="T8" fmla="*/ 16 w 10"/>
                <a:gd name="T9" fmla="*/ 0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27">
                  <a:moveTo>
                    <a:pt x="10" y="15"/>
                  </a:moveTo>
                  <a:cubicBezTo>
                    <a:pt x="10" y="16"/>
                    <a:pt x="10" y="16"/>
                    <a:pt x="9" y="16"/>
                  </a:cubicBezTo>
                  <a:cubicBezTo>
                    <a:pt x="8" y="20"/>
                    <a:pt x="7" y="23"/>
                    <a:pt x="6" y="24"/>
                  </a:cubicBezTo>
                  <a:cubicBezTo>
                    <a:pt x="4" y="26"/>
                    <a:pt x="0" y="27"/>
                    <a:pt x="0" y="27"/>
                  </a:cubicBezTo>
                  <a:cubicBezTo>
                    <a:pt x="1" y="20"/>
                    <a:pt x="4" y="0"/>
                    <a:pt x="4" y="0"/>
                  </a:cubicBezTo>
                </a:path>
              </a:pathLst>
            </a:custGeom>
            <a:solidFill>
              <a:srgbClr val="FEF6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332" name="Oval 238">
              <a:extLst>
                <a:ext uri="{FF2B5EF4-FFF2-40B4-BE49-F238E27FC236}">
                  <a16:creationId xmlns:a16="http://schemas.microsoft.com/office/drawing/2014/main" id="{1E5B07F3-342D-469D-9421-2E7FDF5618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49" y="971"/>
              <a:ext cx="24" cy="24"/>
            </a:xfrm>
            <a:prstGeom prst="ellipse">
              <a:avLst/>
            </a:prstGeom>
            <a:solidFill>
              <a:srgbClr val="B2C8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333" name="Oval 239">
              <a:extLst>
                <a:ext uri="{FF2B5EF4-FFF2-40B4-BE49-F238E27FC236}">
                  <a16:creationId xmlns:a16="http://schemas.microsoft.com/office/drawing/2014/main" id="{DDB85023-25DA-445B-B8B4-0926F08D47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86" y="971"/>
              <a:ext cx="24" cy="24"/>
            </a:xfrm>
            <a:prstGeom prst="ellipse">
              <a:avLst/>
            </a:prstGeom>
            <a:solidFill>
              <a:srgbClr val="B2C8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334" name="Freeform 240">
              <a:extLst>
                <a:ext uri="{FF2B5EF4-FFF2-40B4-BE49-F238E27FC236}">
                  <a16:creationId xmlns:a16="http://schemas.microsoft.com/office/drawing/2014/main" id="{EEC41331-C079-45D0-8609-769663807306}"/>
                </a:ext>
              </a:extLst>
            </p:cNvPr>
            <p:cNvSpPr>
              <a:spLocks/>
            </p:cNvSpPr>
            <p:nvPr/>
          </p:nvSpPr>
          <p:spPr bwMode="auto">
            <a:xfrm>
              <a:off x="879" y="1098"/>
              <a:ext cx="100" cy="28"/>
            </a:xfrm>
            <a:custGeom>
              <a:avLst/>
              <a:gdLst>
                <a:gd name="T0" fmla="*/ 29 w 62"/>
                <a:gd name="T1" fmla="*/ 49 h 17"/>
                <a:gd name="T2" fmla="*/ 60 w 62"/>
                <a:gd name="T3" fmla="*/ 68 h 17"/>
                <a:gd name="T4" fmla="*/ 135 w 62"/>
                <a:gd name="T5" fmla="*/ 76 h 17"/>
                <a:gd name="T6" fmla="*/ 135 w 62"/>
                <a:gd name="T7" fmla="*/ 76 h 17"/>
                <a:gd name="T8" fmla="*/ 205 w 62"/>
                <a:gd name="T9" fmla="*/ 68 h 17"/>
                <a:gd name="T10" fmla="*/ 232 w 62"/>
                <a:gd name="T11" fmla="*/ 49 h 17"/>
                <a:gd name="T12" fmla="*/ 260 w 62"/>
                <a:gd name="T13" fmla="*/ 13 h 17"/>
                <a:gd name="T14" fmla="*/ 171 w 62"/>
                <a:gd name="T15" fmla="*/ 5 h 17"/>
                <a:gd name="T16" fmla="*/ 131 w 62"/>
                <a:gd name="T17" fmla="*/ 0 h 17"/>
                <a:gd name="T18" fmla="*/ 131 w 62"/>
                <a:gd name="T19" fmla="*/ 0 h 17"/>
                <a:gd name="T20" fmla="*/ 90 w 62"/>
                <a:gd name="T21" fmla="*/ 5 h 17"/>
                <a:gd name="T22" fmla="*/ 0 w 62"/>
                <a:gd name="T23" fmla="*/ 13 h 1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2" h="17">
                  <a:moveTo>
                    <a:pt x="7" y="11"/>
                  </a:moveTo>
                  <a:cubicBezTo>
                    <a:pt x="7" y="11"/>
                    <a:pt x="9" y="13"/>
                    <a:pt x="14" y="15"/>
                  </a:cubicBezTo>
                  <a:cubicBezTo>
                    <a:pt x="18" y="16"/>
                    <a:pt x="29" y="17"/>
                    <a:pt x="32" y="17"/>
                  </a:cubicBezTo>
                  <a:cubicBezTo>
                    <a:pt x="32" y="17"/>
                    <a:pt x="32" y="17"/>
                    <a:pt x="32" y="17"/>
                  </a:cubicBezTo>
                  <a:cubicBezTo>
                    <a:pt x="36" y="17"/>
                    <a:pt x="44" y="16"/>
                    <a:pt x="49" y="15"/>
                  </a:cubicBezTo>
                  <a:cubicBezTo>
                    <a:pt x="53" y="13"/>
                    <a:pt x="55" y="11"/>
                    <a:pt x="55" y="11"/>
                  </a:cubicBezTo>
                  <a:cubicBezTo>
                    <a:pt x="62" y="3"/>
                    <a:pt x="62" y="3"/>
                    <a:pt x="62" y="3"/>
                  </a:cubicBezTo>
                  <a:cubicBezTo>
                    <a:pt x="56" y="4"/>
                    <a:pt x="44" y="1"/>
                    <a:pt x="41" y="1"/>
                  </a:cubicBezTo>
                  <a:cubicBezTo>
                    <a:pt x="37" y="1"/>
                    <a:pt x="34" y="0"/>
                    <a:pt x="31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8" y="0"/>
                    <a:pt x="25" y="1"/>
                    <a:pt x="22" y="1"/>
                  </a:cubicBezTo>
                  <a:cubicBezTo>
                    <a:pt x="18" y="1"/>
                    <a:pt x="6" y="4"/>
                    <a:pt x="0" y="3"/>
                  </a:cubicBezTo>
                </a:path>
              </a:pathLst>
            </a:custGeom>
            <a:solidFill>
              <a:srgbClr val="FCE8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335" name="Freeform 241">
              <a:extLst>
                <a:ext uri="{FF2B5EF4-FFF2-40B4-BE49-F238E27FC236}">
                  <a16:creationId xmlns:a16="http://schemas.microsoft.com/office/drawing/2014/main" id="{B0285881-F302-4A1B-A507-556A3A1184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1" y="1723"/>
              <a:ext cx="153" cy="291"/>
            </a:xfrm>
            <a:custGeom>
              <a:avLst/>
              <a:gdLst>
                <a:gd name="T0" fmla="*/ 0 w 95"/>
                <a:gd name="T1" fmla="*/ 5 h 181"/>
                <a:gd name="T2" fmla="*/ 285 w 95"/>
                <a:gd name="T3" fmla="*/ 50 h 181"/>
                <a:gd name="T4" fmla="*/ 382 w 95"/>
                <a:gd name="T5" fmla="*/ 16 h 181"/>
                <a:gd name="T6" fmla="*/ 382 w 95"/>
                <a:gd name="T7" fmla="*/ 122 h 181"/>
                <a:gd name="T8" fmla="*/ 356 w 95"/>
                <a:gd name="T9" fmla="*/ 246 h 181"/>
                <a:gd name="T10" fmla="*/ 348 w 95"/>
                <a:gd name="T11" fmla="*/ 391 h 181"/>
                <a:gd name="T12" fmla="*/ 280 w 95"/>
                <a:gd name="T13" fmla="*/ 752 h 181"/>
                <a:gd name="T14" fmla="*/ 309 w 95"/>
                <a:gd name="T15" fmla="*/ 498 h 181"/>
                <a:gd name="T16" fmla="*/ 259 w 95"/>
                <a:gd name="T17" fmla="*/ 233 h 181"/>
                <a:gd name="T18" fmla="*/ 29 w 95"/>
                <a:gd name="T19" fmla="*/ 37 h 18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95" h="181">
                  <a:moveTo>
                    <a:pt x="0" y="1"/>
                  </a:moveTo>
                  <a:cubicBezTo>
                    <a:pt x="17" y="15"/>
                    <a:pt x="48" y="17"/>
                    <a:pt x="68" y="12"/>
                  </a:cubicBezTo>
                  <a:cubicBezTo>
                    <a:pt x="74" y="11"/>
                    <a:pt x="87" y="0"/>
                    <a:pt x="91" y="4"/>
                  </a:cubicBezTo>
                  <a:cubicBezTo>
                    <a:pt x="95" y="7"/>
                    <a:pt x="92" y="25"/>
                    <a:pt x="91" y="29"/>
                  </a:cubicBezTo>
                  <a:cubicBezTo>
                    <a:pt x="90" y="39"/>
                    <a:pt x="86" y="49"/>
                    <a:pt x="85" y="59"/>
                  </a:cubicBezTo>
                  <a:cubicBezTo>
                    <a:pt x="84" y="71"/>
                    <a:pt x="85" y="81"/>
                    <a:pt x="83" y="94"/>
                  </a:cubicBezTo>
                  <a:cubicBezTo>
                    <a:pt x="79" y="121"/>
                    <a:pt x="85" y="158"/>
                    <a:pt x="67" y="181"/>
                  </a:cubicBezTo>
                  <a:cubicBezTo>
                    <a:pt x="66" y="160"/>
                    <a:pt x="74" y="141"/>
                    <a:pt x="74" y="120"/>
                  </a:cubicBezTo>
                  <a:cubicBezTo>
                    <a:pt x="75" y="98"/>
                    <a:pt x="74" y="76"/>
                    <a:pt x="62" y="56"/>
                  </a:cubicBezTo>
                  <a:cubicBezTo>
                    <a:pt x="49" y="36"/>
                    <a:pt x="14" y="35"/>
                    <a:pt x="7" y="9"/>
                  </a:cubicBezTo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336" name="Freeform 242">
              <a:extLst>
                <a:ext uri="{FF2B5EF4-FFF2-40B4-BE49-F238E27FC236}">
                  <a16:creationId xmlns:a16="http://schemas.microsoft.com/office/drawing/2014/main" id="{74AFC12B-3F11-46AB-9308-C348DBA54CC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7" y="1515"/>
              <a:ext cx="131" cy="208"/>
            </a:xfrm>
            <a:custGeom>
              <a:avLst/>
              <a:gdLst>
                <a:gd name="T0" fmla="*/ 335 w 81"/>
                <a:gd name="T1" fmla="*/ 0 h 129"/>
                <a:gd name="T2" fmla="*/ 288 w 81"/>
                <a:gd name="T3" fmla="*/ 84 h 129"/>
                <a:gd name="T4" fmla="*/ 283 w 81"/>
                <a:gd name="T5" fmla="*/ 158 h 129"/>
                <a:gd name="T6" fmla="*/ 275 w 81"/>
                <a:gd name="T7" fmla="*/ 374 h 129"/>
                <a:gd name="T8" fmla="*/ 165 w 81"/>
                <a:gd name="T9" fmla="*/ 501 h 129"/>
                <a:gd name="T10" fmla="*/ 0 w 81"/>
                <a:gd name="T11" fmla="*/ 519 h 129"/>
                <a:gd name="T12" fmla="*/ 186 w 81"/>
                <a:gd name="T13" fmla="*/ 437 h 129"/>
                <a:gd name="T14" fmla="*/ 238 w 81"/>
                <a:gd name="T15" fmla="*/ 268 h 129"/>
                <a:gd name="T16" fmla="*/ 228 w 81"/>
                <a:gd name="T17" fmla="*/ 118 h 129"/>
                <a:gd name="T18" fmla="*/ 343 w 81"/>
                <a:gd name="T19" fmla="*/ 0 h 12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1" h="129">
                  <a:moveTo>
                    <a:pt x="79" y="0"/>
                  </a:moveTo>
                  <a:cubicBezTo>
                    <a:pt x="76" y="7"/>
                    <a:pt x="71" y="13"/>
                    <a:pt x="68" y="20"/>
                  </a:cubicBezTo>
                  <a:cubicBezTo>
                    <a:pt x="65" y="27"/>
                    <a:pt x="67" y="32"/>
                    <a:pt x="67" y="38"/>
                  </a:cubicBezTo>
                  <a:cubicBezTo>
                    <a:pt x="69" y="55"/>
                    <a:pt x="70" y="72"/>
                    <a:pt x="65" y="89"/>
                  </a:cubicBezTo>
                  <a:cubicBezTo>
                    <a:pt x="60" y="103"/>
                    <a:pt x="52" y="113"/>
                    <a:pt x="39" y="120"/>
                  </a:cubicBezTo>
                  <a:cubicBezTo>
                    <a:pt x="26" y="127"/>
                    <a:pt x="14" y="123"/>
                    <a:pt x="0" y="124"/>
                  </a:cubicBezTo>
                  <a:cubicBezTo>
                    <a:pt x="15" y="129"/>
                    <a:pt x="36" y="115"/>
                    <a:pt x="44" y="104"/>
                  </a:cubicBezTo>
                  <a:cubicBezTo>
                    <a:pt x="55" y="92"/>
                    <a:pt x="64" y="79"/>
                    <a:pt x="56" y="64"/>
                  </a:cubicBezTo>
                  <a:cubicBezTo>
                    <a:pt x="51" y="51"/>
                    <a:pt x="45" y="40"/>
                    <a:pt x="54" y="28"/>
                  </a:cubicBezTo>
                  <a:cubicBezTo>
                    <a:pt x="61" y="17"/>
                    <a:pt x="73" y="10"/>
                    <a:pt x="81" y="0"/>
                  </a:cubicBezTo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337" name="Freeform 243">
              <a:extLst>
                <a:ext uri="{FF2B5EF4-FFF2-40B4-BE49-F238E27FC236}">
                  <a16:creationId xmlns:a16="http://schemas.microsoft.com/office/drawing/2014/main" id="{62944B01-1645-4379-9ACE-038B8C3CD952}"/>
                </a:ext>
              </a:extLst>
            </p:cNvPr>
            <p:cNvSpPr>
              <a:spLocks/>
            </p:cNvSpPr>
            <p:nvPr/>
          </p:nvSpPr>
          <p:spPr bwMode="auto">
            <a:xfrm>
              <a:off x="970" y="986"/>
              <a:ext cx="82" cy="166"/>
            </a:xfrm>
            <a:custGeom>
              <a:avLst/>
              <a:gdLst>
                <a:gd name="T0" fmla="*/ 13 w 51"/>
                <a:gd name="T1" fmla="*/ 39 h 103"/>
                <a:gd name="T2" fmla="*/ 137 w 51"/>
                <a:gd name="T3" fmla="*/ 39 h 103"/>
                <a:gd name="T4" fmla="*/ 187 w 51"/>
                <a:gd name="T5" fmla="*/ 8 h 103"/>
                <a:gd name="T6" fmla="*/ 191 w 51"/>
                <a:gd name="T7" fmla="*/ 89 h 103"/>
                <a:gd name="T8" fmla="*/ 150 w 51"/>
                <a:gd name="T9" fmla="*/ 293 h 103"/>
                <a:gd name="T10" fmla="*/ 122 w 51"/>
                <a:gd name="T11" fmla="*/ 356 h 103"/>
                <a:gd name="T12" fmla="*/ 8 w 51"/>
                <a:gd name="T13" fmla="*/ 432 h 103"/>
                <a:gd name="T14" fmla="*/ 103 w 51"/>
                <a:gd name="T15" fmla="*/ 150 h 103"/>
                <a:gd name="T16" fmla="*/ 59 w 51"/>
                <a:gd name="T17" fmla="*/ 90 h 103"/>
                <a:gd name="T18" fmla="*/ 21 w 51"/>
                <a:gd name="T19" fmla="*/ 84 h 103"/>
                <a:gd name="T20" fmla="*/ 0 w 51"/>
                <a:gd name="T21" fmla="*/ 55 h 10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1" h="103">
                  <a:moveTo>
                    <a:pt x="3" y="9"/>
                  </a:moveTo>
                  <a:cubicBezTo>
                    <a:pt x="10" y="15"/>
                    <a:pt x="26" y="13"/>
                    <a:pt x="33" y="9"/>
                  </a:cubicBezTo>
                  <a:cubicBezTo>
                    <a:pt x="37" y="7"/>
                    <a:pt x="40" y="0"/>
                    <a:pt x="45" y="2"/>
                  </a:cubicBezTo>
                  <a:cubicBezTo>
                    <a:pt x="51" y="5"/>
                    <a:pt x="47" y="16"/>
                    <a:pt x="46" y="21"/>
                  </a:cubicBezTo>
                  <a:cubicBezTo>
                    <a:pt x="43" y="37"/>
                    <a:pt x="42" y="54"/>
                    <a:pt x="36" y="70"/>
                  </a:cubicBezTo>
                  <a:cubicBezTo>
                    <a:pt x="35" y="75"/>
                    <a:pt x="33" y="81"/>
                    <a:pt x="29" y="85"/>
                  </a:cubicBezTo>
                  <a:cubicBezTo>
                    <a:pt x="22" y="93"/>
                    <a:pt x="10" y="96"/>
                    <a:pt x="2" y="103"/>
                  </a:cubicBezTo>
                  <a:cubicBezTo>
                    <a:pt x="22" y="89"/>
                    <a:pt x="29" y="60"/>
                    <a:pt x="25" y="36"/>
                  </a:cubicBezTo>
                  <a:cubicBezTo>
                    <a:pt x="23" y="29"/>
                    <a:pt x="21" y="24"/>
                    <a:pt x="14" y="22"/>
                  </a:cubicBezTo>
                  <a:cubicBezTo>
                    <a:pt x="10" y="21"/>
                    <a:pt x="9" y="23"/>
                    <a:pt x="5" y="20"/>
                  </a:cubicBezTo>
                  <a:cubicBezTo>
                    <a:pt x="3" y="19"/>
                    <a:pt x="1" y="16"/>
                    <a:pt x="0" y="13"/>
                  </a:cubicBezTo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338" name="Freeform 244">
              <a:extLst>
                <a:ext uri="{FF2B5EF4-FFF2-40B4-BE49-F238E27FC236}">
                  <a16:creationId xmlns:a16="http://schemas.microsoft.com/office/drawing/2014/main" id="{2C966EAF-3888-4646-8E6B-56E5861B94E6}"/>
                </a:ext>
              </a:extLst>
            </p:cNvPr>
            <p:cNvSpPr>
              <a:spLocks/>
            </p:cNvSpPr>
            <p:nvPr/>
          </p:nvSpPr>
          <p:spPr bwMode="auto">
            <a:xfrm>
              <a:off x="923" y="1055"/>
              <a:ext cx="40" cy="29"/>
            </a:xfrm>
            <a:custGeom>
              <a:avLst/>
              <a:gdLst>
                <a:gd name="T0" fmla="*/ 0 w 25"/>
                <a:gd name="T1" fmla="*/ 50 h 18"/>
                <a:gd name="T2" fmla="*/ 35 w 25"/>
                <a:gd name="T3" fmla="*/ 50 h 18"/>
                <a:gd name="T4" fmla="*/ 54 w 25"/>
                <a:gd name="T5" fmla="*/ 39 h 18"/>
                <a:gd name="T6" fmla="*/ 98 w 25"/>
                <a:gd name="T7" fmla="*/ 0 h 18"/>
                <a:gd name="T8" fmla="*/ 98 w 25"/>
                <a:gd name="T9" fmla="*/ 34 h 18"/>
                <a:gd name="T10" fmla="*/ 74 w 25"/>
                <a:gd name="T11" fmla="*/ 50 h 18"/>
                <a:gd name="T12" fmla="*/ 42 w 25"/>
                <a:gd name="T13" fmla="*/ 71 h 18"/>
                <a:gd name="T14" fmla="*/ 5 w 25"/>
                <a:gd name="T15" fmla="*/ 60 h 1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5" h="18">
                  <a:moveTo>
                    <a:pt x="0" y="12"/>
                  </a:moveTo>
                  <a:cubicBezTo>
                    <a:pt x="3" y="13"/>
                    <a:pt x="6" y="13"/>
                    <a:pt x="9" y="12"/>
                  </a:cubicBezTo>
                  <a:cubicBezTo>
                    <a:pt x="11" y="12"/>
                    <a:pt x="11" y="10"/>
                    <a:pt x="13" y="9"/>
                  </a:cubicBezTo>
                  <a:cubicBezTo>
                    <a:pt x="18" y="7"/>
                    <a:pt x="23" y="8"/>
                    <a:pt x="24" y="0"/>
                  </a:cubicBezTo>
                  <a:cubicBezTo>
                    <a:pt x="24" y="4"/>
                    <a:pt x="25" y="6"/>
                    <a:pt x="24" y="8"/>
                  </a:cubicBezTo>
                  <a:cubicBezTo>
                    <a:pt x="22" y="12"/>
                    <a:pt x="21" y="10"/>
                    <a:pt x="18" y="12"/>
                  </a:cubicBezTo>
                  <a:cubicBezTo>
                    <a:pt x="15" y="13"/>
                    <a:pt x="14" y="16"/>
                    <a:pt x="10" y="17"/>
                  </a:cubicBezTo>
                  <a:cubicBezTo>
                    <a:pt x="7" y="18"/>
                    <a:pt x="4" y="13"/>
                    <a:pt x="1" y="14"/>
                  </a:cubicBezTo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339" name="Freeform 245">
              <a:extLst>
                <a:ext uri="{FF2B5EF4-FFF2-40B4-BE49-F238E27FC236}">
                  <a16:creationId xmlns:a16="http://schemas.microsoft.com/office/drawing/2014/main" id="{7BFD2033-6983-4460-A9CA-80B55364265C}"/>
                </a:ext>
              </a:extLst>
            </p:cNvPr>
            <p:cNvSpPr>
              <a:spLocks/>
            </p:cNvSpPr>
            <p:nvPr/>
          </p:nvSpPr>
          <p:spPr bwMode="auto">
            <a:xfrm>
              <a:off x="923" y="1077"/>
              <a:ext cx="11" cy="17"/>
            </a:xfrm>
            <a:custGeom>
              <a:avLst/>
              <a:gdLst>
                <a:gd name="T0" fmla="*/ 5 w 7"/>
                <a:gd name="T1" fmla="*/ 0 h 10"/>
                <a:gd name="T2" fmla="*/ 13 w 7"/>
                <a:gd name="T3" fmla="*/ 44 h 10"/>
                <a:gd name="T4" fmla="*/ 22 w 7"/>
                <a:gd name="T5" fmla="*/ 5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0">
                  <a:moveTo>
                    <a:pt x="1" y="0"/>
                  </a:moveTo>
                  <a:cubicBezTo>
                    <a:pt x="1" y="2"/>
                    <a:pt x="0" y="10"/>
                    <a:pt x="3" y="9"/>
                  </a:cubicBezTo>
                  <a:cubicBezTo>
                    <a:pt x="7" y="8"/>
                    <a:pt x="5" y="3"/>
                    <a:pt x="6" y="1"/>
                  </a:cubicBezTo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340" name="Freeform 246">
              <a:extLst>
                <a:ext uri="{FF2B5EF4-FFF2-40B4-BE49-F238E27FC236}">
                  <a16:creationId xmlns:a16="http://schemas.microsoft.com/office/drawing/2014/main" id="{FF24E047-13D2-4E45-A9B4-4C005D38B8DD}"/>
                </a:ext>
              </a:extLst>
            </p:cNvPr>
            <p:cNvSpPr>
              <a:spLocks/>
            </p:cNvSpPr>
            <p:nvPr/>
          </p:nvSpPr>
          <p:spPr bwMode="auto">
            <a:xfrm>
              <a:off x="905" y="1131"/>
              <a:ext cx="45" cy="14"/>
            </a:xfrm>
            <a:custGeom>
              <a:avLst/>
              <a:gdLst>
                <a:gd name="T0" fmla="*/ 0 w 28"/>
                <a:gd name="T1" fmla="*/ 0 h 9"/>
                <a:gd name="T2" fmla="*/ 116 w 28"/>
                <a:gd name="T3" fmla="*/ 14 h 9"/>
                <a:gd name="T4" fmla="*/ 8 w 28"/>
                <a:gd name="T5" fmla="*/ 8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9">
                  <a:moveTo>
                    <a:pt x="0" y="0"/>
                  </a:moveTo>
                  <a:cubicBezTo>
                    <a:pt x="8" y="6"/>
                    <a:pt x="19" y="4"/>
                    <a:pt x="28" y="4"/>
                  </a:cubicBezTo>
                  <a:cubicBezTo>
                    <a:pt x="18" y="9"/>
                    <a:pt x="12" y="7"/>
                    <a:pt x="2" y="2"/>
                  </a:cubicBezTo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341" name="Freeform 247">
              <a:extLst>
                <a:ext uri="{FF2B5EF4-FFF2-40B4-BE49-F238E27FC236}">
                  <a16:creationId xmlns:a16="http://schemas.microsoft.com/office/drawing/2014/main" id="{5D92EE87-49EE-4777-A49A-9FC6006F407D}"/>
                </a:ext>
              </a:extLst>
            </p:cNvPr>
            <p:cNvSpPr>
              <a:spLocks/>
            </p:cNvSpPr>
            <p:nvPr/>
          </p:nvSpPr>
          <p:spPr bwMode="auto">
            <a:xfrm>
              <a:off x="778" y="945"/>
              <a:ext cx="14" cy="62"/>
            </a:xfrm>
            <a:custGeom>
              <a:avLst/>
              <a:gdLst>
                <a:gd name="T0" fmla="*/ 22 w 9"/>
                <a:gd name="T1" fmla="*/ 34 h 38"/>
                <a:gd name="T2" fmla="*/ 8 w 9"/>
                <a:gd name="T3" fmla="*/ 13 h 38"/>
                <a:gd name="T4" fmla="*/ 8 w 9"/>
                <a:gd name="T5" fmla="*/ 62 h 38"/>
                <a:gd name="T6" fmla="*/ 34 w 9"/>
                <a:gd name="T7" fmla="*/ 144 h 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38">
                  <a:moveTo>
                    <a:pt x="6" y="8"/>
                  </a:moveTo>
                  <a:cubicBezTo>
                    <a:pt x="6" y="5"/>
                    <a:pt x="4" y="0"/>
                    <a:pt x="2" y="3"/>
                  </a:cubicBezTo>
                  <a:cubicBezTo>
                    <a:pt x="0" y="5"/>
                    <a:pt x="2" y="12"/>
                    <a:pt x="2" y="14"/>
                  </a:cubicBezTo>
                  <a:cubicBezTo>
                    <a:pt x="2" y="17"/>
                    <a:pt x="2" y="38"/>
                    <a:pt x="9" y="33"/>
                  </a:cubicBezTo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342" name="Freeform 248">
              <a:extLst>
                <a:ext uri="{FF2B5EF4-FFF2-40B4-BE49-F238E27FC236}">
                  <a16:creationId xmlns:a16="http://schemas.microsoft.com/office/drawing/2014/main" id="{5FCF35DA-1262-4244-86EA-A4EEF4641840}"/>
                </a:ext>
              </a:extLst>
            </p:cNvPr>
            <p:cNvSpPr>
              <a:spLocks/>
            </p:cNvSpPr>
            <p:nvPr/>
          </p:nvSpPr>
          <p:spPr bwMode="auto">
            <a:xfrm>
              <a:off x="828" y="957"/>
              <a:ext cx="77" cy="61"/>
            </a:xfrm>
            <a:custGeom>
              <a:avLst/>
              <a:gdLst>
                <a:gd name="T0" fmla="*/ 26 w 48"/>
                <a:gd name="T1" fmla="*/ 26 h 38"/>
                <a:gd name="T2" fmla="*/ 77 w 48"/>
                <a:gd name="T3" fmla="*/ 0 h 38"/>
                <a:gd name="T4" fmla="*/ 165 w 48"/>
                <a:gd name="T5" fmla="*/ 13 h 38"/>
                <a:gd name="T6" fmla="*/ 191 w 48"/>
                <a:gd name="T7" fmla="*/ 82 h 38"/>
                <a:gd name="T8" fmla="*/ 116 w 48"/>
                <a:gd name="T9" fmla="*/ 132 h 38"/>
                <a:gd name="T10" fmla="*/ 48 w 48"/>
                <a:gd name="T11" fmla="*/ 153 h 38"/>
                <a:gd name="T12" fmla="*/ 8 w 48"/>
                <a:gd name="T13" fmla="*/ 116 h 38"/>
                <a:gd name="T14" fmla="*/ 48 w 48"/>
                <a:gd name="T15" fmla="*/ 101 h 38"/>
                <a:gd name="T16" fmla="*/ 132 w 48"/>
                <a:gd name="T17" fmla="*/ 101 h 38"/>
                <a:gd name="T18" fmla="*/ 157 w 48"/>
                <a:gd name="T19" fmla="*/ 75 h 38"/>
                <a:gd name="T20" fmla="*/ 90 w 48"/>
                <a:gd name="T21" fmla="*/ 26 h 3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8" h="38">
                  <a:moveTo>
                    <a:pt x="6" y="6"/>
                  </a:moveTo>
                  <a:cubicBezTo>
                    <a:pt x="10" y="0"/>
                    <a:pt x="13" y="0"/>
                    <a:pt x="19" y="0"/>
                  </a:cubicBezTo>
                  <a:cubicBezTo>
                    <a:pt x="26" y="0"/>
                    <a:pt x="34" y="0"/>
                    <a:pt x="40" y="3"/>
                  </a:cubicBezTo>
                  <a:cubicBezTo>
                    <a:pt x="46" y="6"/>
                    <a:pt x="48" y="14"/>
                    <a:pt x="46" y="20"/>
                  </a:cubicBezTo>
                  <a:cubicBezTo>
                    <a:pt x="43" y="25"/>
                    <a:pt x="33" y="29"/>
                    <a:pt x="28" y="32"/>
                  </a:cubicBezTo>
                  <a:cubicBezTo>
                    <a:pt x="24" y="34"/>
                    <a:pt x="17" y="38"/>
                    <a:pt x="12" y="37"/>
                  </a:cubicBezTo>
                  <a:cubicBezTo>
                    <a:pt x="9" y="37"/>
                    <a:pt x="3" y="31"/>
                    <a:pt x="2" y="28"/>
                  </a:cubicBezTo>
                  <a:cubicBezTo>
                    <a:pt x="0" y="22"/>
                    <a:pt x="8" y="24"/>
                    <a:pt x="12" y="24"/>
                  </a:cubicBezTo>
                  <a:cubicBezTo>
                    <a:pt x="18" y="25"/>
                    <a:pt x="26" y="26"/>
                    <a:pt x="32" y="24"/>
                  </a:cubicBezTo>
                  <a:cubicBezTo>
                    <a:pt x="37" y="23"/>
                    <a:pt x="40" y="22"/>
                    <a:pt x="38" y="18"/>
                  </a:cubicBezTo>
                  <a:cubicBezTo>
                    <a:pt x="35" y="12"/>
                    <a:pt x="28" y="6"/>
                    <a:pt x="22" y="6"/>
                  </a:cubicBezTo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343" name="Freeform 249">
              <a:extLst>
                <a:ext uri="{FF2B5EF4-FFF2-40B4-BE49-F238E27FC236}">
                  <a16:creationId xmlns:a16="http://schemas.microsoft.com/office/drawing/2014/main" id="{801B8989-7496-41A7-A70E-0B30B846B7F7}"/>
                </a:ext>
              </a:extLst>
            </p:cNvPr>
            <p:cNvSpPr>
              <a:spLocks/>
            </p:cNvSpPr>
            <p:nvPr/>
          </p:nvSpPr>
          <p:spPr bwMode="auto">
            <a:xfrm>
              <a:off x="950" y="957"/>
              <a:ext cx="66" cy="63"/>
            </a:xfrm>
            <a:custGeom>
              <a:avLst/>
              <a:gdLst>
                <a:gd name="T0" fmla="*/ 143 w 41"/>
                <a:gd name="T1" fmla="*/ 26 h 39"/>
                <a:gd name="T2" fmla="*/ 103 w 41"/>
                <a:gd name="T3" fmla="*/ 0 h 39"/>
                <a:gd name="T4" fmla="*/ 34 w 41"/>
                <a:gd name="T5" fmla="*/ 26 h 39"/>
                <a:gd name="T6" fmla="*/ 5 w 41"/>
                <a:gd name="T7" fmla="*/ 110 h 39"/>
                <a:gd name="T8" fmla="*/ 21 w 41"/>
                <a:gd name="T9" fmla="*/ 144 h 39"/>
                <a:gd name="T10" fmla="*/ 89 w 41"/>
                <a:gd name="T11" fmla="*/ 160 h 39"/>
                <a:gd name="T12" fmla="*/ 122 w 41"/>
                <a:gd name="T13" fmla="*/ 144 h 39"/>
                <a:gd name="T14" fmla="*/ 122 w 41"/>
                <a:gd name="T15" fmla="*/ 118 h 39"/>
                <a:gd name="T16" fmla="*/ 68 w 41"/>
                <a:gd name="T17" fmla="*/ 94 h 39"/>
                <a:gd name="T18" fmla="*/ 55 w 41"/>
                <a:gd name="T19" fmla="*/ 55 h 39"/>
                <a:gd name="T20" fmla="*/ 80 w 41"/>
                <a:gd name="T21" fmla="*/ 39 h 39"/>
                <a:gd name="T22" fmla="*/ 129 w 41"/>
                <a:gd name="T23" fmla="*/ 26 h 3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1" h="39">
                  <a:moveTo>
                    <a:pt x="34" y="6"/>
                  </a:moveTo>
                  <a:cubicBezTo>
                    <a:pt x="41" y="4"/>
                    <a:pt x="28" y="0"/>
                    <a:pt x="25" y="0"/>
                  </a:cubicBezTo>
                  <a:cubicBezTo>
                    <a:pt x="20" y="1"/>
                    <a:pt x="13" y="2"/>
                    <a:pt x="8" y="6"/>
                  </a:cubicBezTo>
                  <a:cubicBezTo>
                    <a:pt x="2" y="10"/>
                    <a:pt x="0" y="18"/>
                    <a:pt x="1" y="26"/>
                  </a:cubicBezTo>
                  <a:cubicBezTo>
                    <a:pt x="2" y="29"/>
                    <a:pt x="2" y="32"/>
                    <a:pt x="5" y="34"/>
                  </a:cubicBezTo>
                  <a:cubicBezTo>
                    <a:pt x="9" y="36"/>
                    <a:pt x="17" y="38"/>
                    <a:pt x="21" y="38"/>
                  </a:cubicBezTo>
                  <a:cubicBezTo>
                    <a:pt x="26" y="39"/>
                    <a:pt x="27" y="39"/>
                    <a:pt x="29" y="34"/>
                  </a:cubicBezTo>
                  <a:cubicBezTo>
                    <a:pt x="30" y="33"/>
                    <a:pt x="30" y="30"/>
                    <a:pt x="29" y="28"/>
                  </a:cubicBezTo>
                  <a:cubicBezTo>
                    <a:pt x="27" y="26"/>
                    <a:pt x="19" y="24"/>
                    <a:pt x="16" y="22"/>
                  </a:cubicBezTo>
                  <a:cubicBezTo>
                    <a:pt x="11" y="19"/>
                    <a:pt x="8" y="18"/>
                    <a:pt x="13" y="13"/>
                  </a:cubicBezTo>
                  <a:cubicBezTo>
                    <a:pt x="15" y="12"/>
                    <a:pt x="17" y="10"/>
                    <a:pt x="19" y="9"/>
                  </a:cubicBezTo>
                  <a:cubicBezTo>
                    <a:pt x="23" y="7"/>
                    <a:pt x="28" y="8"/>
                    <a:pt x="31" y="6"/>
                  </a:cubicBezTo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344" name="Freeform 250">
              <a:extLst>
                <a:ext uri="{FF2B5EF4-FFF2-40B4-BE49-F238E27FC236}">
                  <a16:creationId xmlns:a16="http://schemas.microsoft.com/office/drawing/2014/main" id="{32AF266D-633A-4224-A8DD-41851E0C5577}"/>
                </a:ext>
              </a:extLst>
            </p:cNvPr>
            <p:cNvSpPr>
              <a:spLocks/>
            </p:cNvSpPr>
            <p:nvPr/>
          </p:nvSpPr>
          <p:spPr bwMode="auto">
            <a:xfrm>
              <a:off x="952" y="1000"/>
              <a:ext cx="21" cy="53"/>
            </a:xfrm>
            <a:custGeom>
              <a:avLst/>
              <a:gdLst>
                <a:gd name="T0" fmla="*/ 0 w 13"/>
                <a:gd name="T1" fmla="*/ 0 h 33"/>
                <a:gd name="T2" fmla="*/ 16 w 13"/>
                <a:gd name="T3" fmla="*/ 82 h 33"/>
                <a:gd name="T4" fmla="*/ 34 w 13"/>
                <a:gd name="T5" fmla="*/ 137 h 33"/>
                <a:gd name="T6" fmla="*/ 47 w 13"/>
                <a:gd name="T7" fmla="*/ 67 h 33"/>
                <a:gd name="T8" fmla="*/ 39 w 13"/>
                <a:gd name="T9" fmla="*/ 16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33">
                  <a:moveTo>
                    <a:pt x="0" y="0"/>
                  </a:moveTo>
                  <a:cubicBezTo>
                    <a:pt x="2" y="7"/>
                    <a:pt x="0" y="13"/>
                    <a:pt x="4" y="20"/>
                  </a:cubicBezTo>
                  <a:cubicBezTo>
                    <a:pt x="6" y="24"/>
                    <a:pt x="11" y="27"/>
                    <a:pt x="8" y="33"/>
                  </a:cubicBezTo>
                  <a:cubicBezTo>
                    <a:pt x="11" y="28"/>
                    <a:pt x="13" y="21"/>
                    <a:pt x="11" y="16"/>
                  </a:cubicBezTo>
                  <a:cubicBezTo>
                    <a:pt x="10" y="11"/>
                    <a:pt x="6" y="9"/>
                    <a:pt x="9" y="4"/>
                  </a:cubicBezTo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345" name="Freeform 251">
              <a:extLst>
                <a:ext uri="{FF2B5EF4-FFF2-40B4-BE49-F238E27FC236}">
                  <a16:creationId xmlns:a16="http://schemas.microsoft.com/office/drawing/2014/main" id="{422175BD-AE09-48A1-8C4B-0B3ADF76B9CA}"/>
                </a:ext>
              </a:extLst>
            </p:cNvPr>
            <p:cNvSpPr>
              <a:spLocks/>
            </p:cNvSpPr>
            <p:nvPr/>
          </p:nvSpPr>
          <p:spPr bwMode="auto">
            <a:xfrm>
              <a:off x="963" y="1008"/>
              <a:ext cx="28" cy="24"/>
            </a:xfrm>
            <a:custGeom>
              <a:avLst/>
              <a:gdLst>
                <a:gd name="T0" fmla="*/ 8 w 17"/>
                <a:gd name="T1" fmla="*/ 61 h 15"/>
                <a:gd name="T2" fmla="*/ 76 w 17"/>
                <a:gd name="T3" fmla="*/ 29 h 15"/>
                <a:gd name="T4" fmla="*/ 0 w 17"/>
                <a:gd name="T5" fmla="*/ 5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5">
                  <a:moveTo>
                    <a:pt x="2" y="15"/>
                  </a:moveTo>
                  <a:cubicBezTo>
                    <a:pt x="7" y="7"/>
                    <a:pt x="8" y="7"/>
                    <a:pt x="17" y="7"/>
                  </a:cubicBezTo>
                  <a:cubicBezTo>
                    <a:pt x="12" y="2"/>
                    <a:pt x="8" y="0"/>
                    <a:pt x="0" y="1"/>
                  </a:cubicBezTo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346" name="Freeform 252">
              <a:extLst>
                <a:ext uri="{FF2B5EF4-FFF2-40B4-BE49-F238E27FC236}">
                  <a16:creationId xmlns:a16="http://schemas.microsoft.com/office/drawing/2014/main" id="{BDB8CCE4-05C4-4644-9FA0-EEF880F98C4D}"/>
                </a:ext>
              </a:extLst>
            </p:cNvPr>
            <p:cNvSpPr>
              <a:spLocks/>
            </p:cNvSpPr>
            <p:nvPr/>
          </p:nvSpPr>
          <p:spPr bwMode="auto">
            <a:xfrm>
              <a:off x="936" y="857"/>
              <a:ext cx="117" cy="93"/>
            </a:xfrm>
            <a:custGeom>
              <a:avLst/>
              <a:gdLst>
                <a:gd name="T0" fmla="*/ 5 w 73"/>
                <a:gd name="T1" fmla="*/ 5 h 58"/>
                <a:gd name="T2" fmla="*/ 69 w 73"/>
                <a:gd name="T3" fmla="*/ 115 h 58"/>
                <a:gd name="T4" fmla="*/ 115 w 73"/>
                <a:gd name="T5" fmla="*/ 184 h 58"/>
                <a:gd name="T6" fmla="*/ 231 w 73"/>
                <a:gd name="T7" fmla="*/ 210 h 58"/>
                <a:gd name="T8" fmla="*/ 301 w 73"/>
                <a:gd name="T9" fmla="*/ 224 h 58"/>
                <a:gd name="T10" fmla="*/ 204 w 73"/>
                <a:gd name="T11" fmla="*/ 183 h 58"/>
                <a:gd name="T12" fmla="*/ 136 w 73"/>
                <a:gd name="T13" fmla="*/ 103 h 58"/>
                <a:gd name="T14" fmla="*/ 61 w 73"/>
                <a:gd name="T15" fmla="*/ 34 h 58"/>
                <a:gd name="T16" fmla="*/ 0 w 73"/>
                <a:gd name="T17" fmla="*/ 0 h 5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3" h="58">
                  <a:moveTo>
                    <a:pt x="1" y="1"/>
                  </a:moveTo>
                  <a:cubicBezTo>
                    <a:pt x="7" y="10"/>
                    <a:pt x="15" y="17"/>
                    <a:pt x="17" y="28"/>
                  </a:cubicBezTo>
                  <a:cubicBezTo>
                    <a:pt x="19" y="35"/>
                    <a:pt x="21" y="41"/>
                    <a:pt x="28" y="45"/>
                  </a:cubicBezTo>
                  <a:cubicBezTo>
                    <a:pt x="37" y="49"/>
                    <a:pt x="47" y="49"/>
                    <a:pt x="56" y="51"/>
                  </a:cubicBezTo>
                  <a:cubicBezTo>
                    <a:pt x="60" y="52"/>
                    <a:pt x="72" y="58"/>
                    <a:pt x="73" y="54"/>
                  </a:cubicBezTo>
                  <a:cubicBezTo>
                    <a:pt x="66" y="53"/>
                    <a:pt x="55" y="49"/>
                    <a:pt x="49" y="44"/>
                  </a:cubicBezTo>
                  <a:cubicBezTo>
                    <a:pt x="42" y="39"/>
                    <a:pt x="38" y="31"/>
                    <a:pt x="33" y="25"/>
                  </a:cubicBezTo>
                  <a:cubicBezTo>
                    <a:pt x="27" y="19"/>
                    <a:pt x="21" y="13"/>
                    <a:pt x="15" y="8"/>
                  </a:cubicBezTo>
                  <a:cubicBezTo>
                    <a:pt x="11" y="5"/>
                    <a:pt x="5" y="0"/>
                    <a:pt x="0" y="0"/>
                  </a:cubicBezTo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347" name="Freeform 253">
              <a:extLst>
                <a:ext uri="{FF2B5EF4-FFF2-40B4-BE49-F238E27FC236}">
                  <a16:creationId xmlns:a16="http://schemas.microsoft.com/office/drawing/2014/main" id="{560584CB-8737-49A5-9F08-2B02DDDE9DDE}"/>
                </a:ext>
              </a:extLst>
            </p:cNvPr>
            <p:cNvSpPr>
              <a:spLocks/>
            </p:cNvSpPr>
            <p:nvPr/>
          </p:nvSpPr>
          <p:spPr bwMode="auto">
            <a:xfrm>
              <a:off x="928" y="1143"/>
              <a:ext cx="92" cy="131"/>
            </a:xfrm>
            <a:custGeom>
              <a:avLst/>
              <a:gdLst>
                <a:gd name="T0" fmla="*/ 8 w 57"/>
                <a:gd name="T1" fmla="*/ 152 h 81"/>
                <a:gd name="T2" fmla="*/ 144 w 57"/>
                <a:gd name="T3" fmla="*/ 94 h 81"/>
                <a:gd name="T4" fmla="*/ 190 w 57"/>
                <a:gd name="T5" fmla="*/ 47 h 81"/>
                <a:gd name="T6" fmla="*/ 211 w 57"/>
                <a:gd name="T7" fmla="*/ 16 h 81"/>
                <a:gd name="T8" fmla="*/ 239 w 57"/>
                <a:gd name="T9" fmla="*/ 0 h 81"/>
                <a:gd name="T10" fmla="*/ 207 w 57"/>
                <a:gd name="T11" fmla="*/ 55 h 81"/>
                <a:gd name="T12" fmla="*/ 157 w 57"/>
                <a:gd name="T13" fmla="*/ 123 h 81"/>
                <a:gd name="T14" fmla="*/ 105 w 57"/>
                <a:gd name="T15" fmla="*/ 233 h 81"/>
                <a:gd name="T16" fmla="*/ 55 w 57"/>
                <a:gd name="T17" fmla="*/ 343 h 81"/>
                <a:gd name="T18" fmla="*/ 68 w 57"/>
                <a:gd name="T19" fmla="*/ 215 h 81"/>
                <a:gd name="T20" fmla="*/ 0 w 57"/>
                <a:gd name="T21" fmla="*/ 165 h 8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7" h="81">
                  <a:moveTo>
                    <a:pt x="2" y="36"/>
                  </a:moveTo>
                  <a:cubicBezTo>
                    <a:pt x="15" y="37"/>
                    <a:pt x="25" y="29"/>
                    <a:pt x="34" y="22"/>
                  </a:cubicBezTo>
                  <a:cubicBezTo>
                    <a:pt x="38" y="19"/>
                    <a:pt x="42" y="15"/>
                    <a:pt x="45" y="11"/>
                  </a:cubicBezTo>
                  <a:cubicBezTo>
                    <a:pt x="47" y="8"/>
                    <a:pt x="48" y="6"/>
                    <a:pt x="50" y="4"/>
                  </a:cubicBezTo>
                  <a:cubicBezTo>
                    <a:pt x="52" y="2"/>
                    <a:pt x="55" y="1"/>
                    <a:pt x="57" y="0"/>
                  </a:cubicBezTo>
                  <a:cubicBezTo>
                    <a:pt x="55" y="4"/>
                    <a:pt x="52" y="9"/>
                    <a:pt x="49" y="13"/>
                  </a:cubicBezTo>
                  <a:cubicBezTo>
                    <a:pt x="46" y="19"/>
                    <a:pt x="41" y="24"/>
                    <a:pt x="37" y="29"/>
                  </a:cubicBezTo>
                  <a:cubicBezTo>
                    <a:pt x="32" y="38"/>
                    <a:pt x="29" y="45"/>
                    <a:pt x="25" y="55"/>
                  </a:cubicBezTo>
                  <a:cubicBezTo>
                    <a:pt x="22" y="64"/>
                    <a:pt x="19" y="74"/>
                    <a:pt x="13" y="81"/>
                  </a:cubicBezTo>
                  <a:cubicBezTo>
                    <a:pt x="13" y="71"/>
                    <a:pt x="23" y="60"/>
                    <a:pt x="16" y="51"/>
                  </a:cubicBezTo>
                  <a:cubicBezTo>
                    <a:pt x="12" y="45"/>
                    <a:pt x="4" y="45"/>
                    <a:pt x="0" y="39"/>
                  </a:cubicBezTo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348" name="Freeform 254">
              <a:extLst>
                <a:ext uri="{FF2B5EF4-FFF2-40B4-BE49-F238E27FC236}">
                  <a16:creationId xmlns:a16="http://schemas.microsoft.com/office/drawing/2014/main" id="{EA17F126-EE0C-4DDC-B19F-56EC00CBEC82}"/>
                </a:ext>
              </a:extLst>
            </p:cNvPr>
            <p:cNvSpPr>
              <a:spLocks/>
            </p:cNvSpPr>
            <p:nvPr/>
          </p:nvSpPr>
          <p:spPr bwMode="auto">
            <a:xfrm>
              <a:off x="992" y="1142"/>
              <a:ext cx="47" cy="109"/>
            </a:xfrm>
            <a:custGeom>
              <a:avLst/>
              <a:gdLst>
                <a:gd name="T0" fmla="*/ 73 w 29"/>
                <a:gd name="T1" fmla="*/ 0 h 68"/>
                <a:gd name="T2" fmla="*/ 68 w 29"/>
                <a:gd name="T3" fmla="*/ 69 h 68"/>
                <a:gd name="T4" fmla="*/ 76 w 29"/>
                <a:gd name="T5" fmla="*/ 141 h 68"/>
                <a:gd name="T6" fmla="*/ 94 w 29"/>
                <a:gd name="T7" fmla="*/ 213 h 68"/>
                <a:gd name="T8" fmla="*/ 123 w 29"/>
                <a:gd name="T9" fmla="*/ 281 h 68"/>
                <a:gd name="T10" fmla="*/ 55 w 29"/>
                <a:gd name="T11" fmla="*/ 141 h 68"/>
                <a:gd name="T12" fmla="*/ 0 w 29"/>
                <a:gd name="T13" fmla="*/ 74 h 6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" h="68">
                  <a:moveTo>
                    <a:pt x="17" y="0"/>
                  </a:moveTo>
                  <a:cubicBezTo>
                    <a:pt x="15" y="5"/>
                    <a:pt x="16" y="12"/>
                    <a:pt x="16" y="17"/>
                  </a:cubicBezTo>
                  <a:cubicBezTo>
                    <a:pt x="16" y="23"/>
                    <a:pt x="17" y="28"/>
                    <a:pt x="18" y="34"/>
                  </a:cubicBezTo>
                  <a:cubicBezTo>
                    <a:pt x="19" y="40"/>
                    <a:pt x="21" y="46"/>
                    <a:pt x="22" y="52"/>
                  </a:cubicBezTo>
                  <a:cubicBezTo>
                    <a:pt x="24" y="58"/>
                    <a:pt x="27" y="63"/>
                    <a:pt x="29" y="68"/>
                  </a:cubicBezTo>
                  <a:cubicBezTo>
                    <a:pt x="18" y="63"/>
                    <a:pt x="14" y="45"/>
                    <a:pt x="13" y="34"/>
                  </a:cubicBezTo>
                  <a:cubicBezTo>
                    <a:pt x="12" y="29"/>
                    <a:pt x="9" y="9"/>
                    <a:pt x="0" y="18"/>
                  </a:cubicBezTo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349" name="Freeform 255">
              <a:extLst>
                <a:ext uri="{FF2B5EF4-FFF2-40B4-BE49-F238E27FC236}">
                  <a16:creationId xmlns:a16="http://schemas.microsoft.com/office/drawing/2014/main" id="{EEAA64D9-9991-4B0D-8A18-3AC418A40154}"/>
                </a:ext>
              </a:extLst>
            </p:cNvPr>
            <p:cNvSpPr>
              <a:spLocks/>
            </p:cNvSpPr>
            <p:nvPr/>
          </p:nvSpPr>
          <p:spPr bwMode="auto">
            <a:xfrm>
              <a:off x="973" y="1292"/>
              <a:ext cx="159" cy="17"/>
            </a:xfrm>
            <a:custGeom>
              <a:avLst/>
              <a:gdLst>
                <a:gd name="T0" fmla="*/ 5 w 99"/>
                <a:gd name="T1" fmla="*/ 29 h 11"/>
                <a:gd name="T2" fmla="*/ 199 w 99"/>
                <a:gd name="T3" fmla="*/ 26 h 11"/>
                <a:gd name="T4" fmla="*/ 410 w 99"/>
                <a:gd name="T5" fmla="*/ 14 h 11"/>
                <a:gd name="T6" fmla="*/ 363 w 99"/>
                <a:gd name="T7" fmla="*/ 8 h 11"/>
                <a:gd name="T8" fmla="*/ 252 w 99"/>
                <a:gd name="T9" fmla="*/ 8 h 11"/>
                <a:gd name="T10" fmla="*/ 108 w 99"/>
                <a:gd name="T11" fmla="*/ 0 h 11"/>
                <a:gd name="T12" fmla="*/ 0 w 99"/>
                <a:gd name="T13" fmla="*/ 40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9" h="11">
                  <a:moveTo>
                    <a:pt x="1" y="8"/>
                  </a:moveTo>
                  <a:cubicBezTo>
                    <a:pt x="16" y="3"/>
                    <a:pt x="33" y="5"/>
                    <a:pt x="48" y="7"/>
                  </a:cubicBezTo>
                  <a:cubicBezTo>
                    <a:pt x="65" y="9"/>
                    <a:pt x="82" y="5"/>
                    <a:pt x="99" y="4"/>
                  </a:cubicBezTo>
                  <a:cubicBezTo>
                    <a:pt x="96" y="1"/>
                    <a:pt x="92" y="2"/>
                    <a:pt x="88" y="2"/>
                  </a:cubicBezTo>
                  <a:cubicBezTo>
                    <a:pt x="79" y="2"/>
                    <a:pt x="70" y="2"/>
                    <a:pt x="61" y="2"/>
                  </a:cubicBezTo>
                  <a:cubicBezTo>
                    <a:pt x="49" y="3"/>
                    <a:pt x="39" y="0"/>
                    <a:pt x="26" y="0"/>
                  </a:cubicBezTo>
                  <a:cubicBezTo>
                    <a:pt x="19" y="1"/>
                    <a:pt x="2" y="2"/>
                    <a:pt x="0" y="11"/>
                  </a:cubicBezTo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350" name="Freeform 256">
              <a:extLst>
                <a:ext uri="{FF2B5EF4-FFF2-40B4-BE49-F238E27FC236}">
                  <a16:creationId xmlns:a16="http://schemas.microsoft.com/office/drawing/2014/main" id="{EFB21C9F-94B7-4F08-85F4-F8E55E04CCC4}"/>
                </a:ext>
              </a:extLst>
            </p:cNvPr>
            <p:cNvSpPr>
              <a:spLocks/>
            </p:cNvSpPr>
            <p:nvPr/>
          </p:nvSpPr>
          <p:spPr bwMode="auto">
            <a:xfrm>
              <a:off x="911" y="1316"/>
              <a:ext cx="33" cy="40"/>
            </a:xfrm>
            <a:custGeom>
              <a:avLst/>
              <a:gdLst>
                <a:gd name="T0" fmla="*/ 0 w 20"/>
                <a:gd name="T1" fmla="*/ 0 h 25"/>
                <a:gd name="T2" fmla="*/ 35 w 20"/>
                <a:gd name="T3" fmla="*/ 86 h 25"/>
                <a:gd name="T4" fmla="*/ 89 w 20"/>
                <a:gd name="T5" fmla="*/ 42 h 25"/>
                <a:gd name="T6" fmla="*/ 63 w 20"/>
                <a:gd name="T7" fmla="*/ 54 h 25"/>
                <a:gd name="T8" fmla="*/ 13 w 20"/>
                <a:gd name="T9" fmla="*/ 5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25">
                  <a:moveTo>
                    <a:pt x="0" y="0"/>
                  </a:moveTo>
                  <a:cubicBezTo>
                    <a:pt x="1" y="6"/>
                    <a:pt x="4" y="17"/>
                    <a:pt x="8" y="21"/>
                  </a:cubicBezTo>
                  <a:cubicBezTo>
                    <a:pt x="13" y="25"/>
                    <a:pt x="20" y="17"/>
                    <a:pt x="20" y="10"/>
                  </a:cubicBezTo>
                  <a:cubicBezTo>
                    <a:pt x="19" y="12"/>
                    <a:pt x="17" y="13"/>
                    <a:pt x="14" y="13"/>
                  </a:cubicBezTo>
                  <a:cubicBezTo>
                    <a:pt x="10" y="13"/>
                    <a:pt x="2" y="5"/>
                    <a:pt x="3" y="1"/>
                  </a:cubicBezTo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351" name="Freeform 257">
              <a:extLst>
                <a:ext uri="{FF2B5EF4-FFF2-40B4-BE49-F238E27FC236}">
                  <a16:creationId xmlns:a16="http://schemas.microsoft.com/office/drawing/2014/main" id="{E9D6C416-63D6-41EB-BF21-8CD93FFED198}"/>
                </a:ext>
              </a:extLst>
            </p:cNvPr>
            <p:cNvSpPr>
              <a:spLocks/>
            </p:cNvSpPr>
            <p:nvPr/>
          </p:nvSpPr>
          <p:spPr bwMode="auto">
            <a:xfrm>
              <a:off x="857" y="1161"/>
              <a:ext cx="46" cy="134"/>
            </a:xfrm>
            <a:custGeom>
              <a:avLst/>
              <a:gdLst>
                <a:gd name="T0" fmla="*/ 13 w 29"/>
                <a:gd name="T1" fmla="*/ 63 h 83"/>
                <a:gd name="T2" fmla="*/ 68 w 29"/>
                <a:gd name="T3" fmla="*/ 192 h 83"/>
                <a:gd name="T4" fmla="*/ 116 w 29"/>
                <a:gd name="T5" fmla="*/ 349 h 83"/>
                <a:gd name="T6" fmla="*/ 95 w 29"/>
                <a:gd name="T7" fmla="*/ 224 h 83"/>
                <a:gd name="T8" fmla="*/ 63 w 29"/>
                <a:gd name="T9" fmla="*/ 102 h 83"/>
                <a:gd name="T10" fmla="*/ 43 w 29"/>
                <a:gd name="T11" fmla="*/ 39 h 83"/>
                <a:gd name="T12" fmla="*/ 0 w 29"/>
                <a:gd name="T13" fmla="*/ 0 h 8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" h="83">
                  <a:moveTo>
                    <a:pt x="3" y="15"/>
                  </a:moveTo>
                  <a:cubicBezTo>
                    <a:pt x="8" y="25"/>
                    <a:pt x="12" y="36"/>
                    <a:pt x="17" y="46"/>
                  </a:cubicBezTo>
                  <a:cubicBezTo>
                    <a:pt x="23" y="57"/>
                    <a:pt x="23" y="72"/>
                    <a:pt x="29" y="83"/>
                  </a:cubicBezTo>
                  <a:cubicBezTo>
                    <a:pt x="24" y="74"/>
                    <a:pt x="26" y="62"/>
                    <a:pt x="24" y="53"/>
                  </a:cubicBezTo>
                  <a:cubicBezTo>
                    <a:pt x="22" y="43"/>
                    <a:pt x="14" y="34"/>
                    <a:pt x="16" y="24"/>
                  </a:cubicBezTo>
                  <a:cubicBezTo>
                    <a:pt x="18" y="16"/>
                    <a:pt x="17" y="16"/>
                    <a:pt x="11" y="9"/>
                  </a:cubicBezTo>
                  <a:cubicBezTo>
                    <a:pt x="7" y="6"/>
                    <a:pt x="5" y="3"/>
                    <a:pt x="0" y="0"/>
                  </a:cubicBezTo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352" name="Freeform 258">
              <a:extLst>
                <a:ext uri="{FF2B5EF4-FFF2-40B4-BE49-F238E27FC236}">
                  <a16:creationId xmlns:a16="http://schemas.microsoft.com/office/drawing/2014/main" id="{B5EA140B-E1BD-4F1F-8178-8DC5CA53A26E}"/>
                </a:ext>
              </a:extLst>
            </p:cNvPr>
            <p:cNvSpPr>
              <a:spLocks/>
            </p:cNvSpPr>
            <p:nvPr/>
          </p:nvSpPr>
          <p:spPr bwMode="auto">
            <a:xfrm>
              <a:off x="895" y="971"/>
              <a:ext cx="18" cy="53"/>
            </a:xfrm>
            <a:custGeom>
              <a:avLst/>
              <a:gdLst>
                <a:gd name="T0" fmla="*/ 8 w 11"/>
                <a:gd name="T1" fmla="*/ 0 h 33"/>
                <a:gd name="T2" fmla="*/ 41 w 11"/>
                <a:gd name="T3" fmla="*/ 26 h 33"/>
                <a:gd name="T4" fmla="*/ 47 w 11"/>
                <a:gd name="T5" fmla="*/ 63 h 33"/>
                <a:gd name="T6" fmla="*/ 21 w 11"/>
                <a:gd name="T7" fmla="*/ 137 h 33"/>
                <a:gd name="T8" fmla="*/ 21 w 11"/>
                <a:gd name="T9" fmla="*/ 69 h 33"/>
                <a:gd name="T10" fmla="*/ 5 w 11"/>
                <a:gd name="T11" fmla="*/ 42 h 3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" h="33">
                  <a:moveTo>
                    <a:pt x="2" y="0"/>
                  </a:moveTo>
                  <a:cubicBezTo>
                    <a:pt x="4" y="3"/>
                    <a:pt x="8" y="3"/>
                    <a:pt x="9" y="6"/>
                  </a:cubicBezTo>
                  <a:cubicBezTo>
                    <a:pt x="10" y="8"/>
                    <a:pt x="11" y="13"/>
                    <a:pt x="11" y="15"/>
                  </a:cubicBezTo>
                  <a:cubicBezTo>
                    <a:pt x="10" y="20"/>
                    <a:pt x="9" y="29"/>
                    <a:pt x="5" y="33"/>
                  </a:cubicBezTo>
                  <a:cubicBezTo>
                    <a:pt x="6" y="29"/>
                    <a:pt x="7" y="21"/>
                    <a:pt x="5" y="17"/>
                  </a:cubicBezTo>
                  <a:cubicBezTo>
                    <a:pt x="3" y="15"/>
                    <a:pt x="0" y="14"/>
                    <a:pt x="1" y="10"/>
                  </a:cubicBezTo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353" name="Freeform 259">
              <a:extLst>
                <a:ext uri="{FF2B5EF4-FFF2-40B4-BE49-F238E27FC236}">
                  <a16:creationId xmlns:a16="http://schemas.microsoft.com/office/drawing/2014/main" id="{1B8C432B-CE38-4C9E-B9E8-F6869307FCAA}"/>
                </a:ext>
              </a:extLst>
            </p:cNvPr>
            <p:cNvSpPr>
              <a:spLocks/>
            </p:cNvSpPr>
            <p:nvPr/>
          </p:nvSpPr>
          <p:spPr bwMode="auto">
            <a:xfrm>
              <a:off x="676" y="1620"/>
              <a:ext cx="198" cy="114"/>
            </a:xfrm>
            <a:custGeom>
              <a:avLst/>
              <a:gdLst>
                <a:gd name="T0" fmla="*/ 60 w 123"/>
                <a:gd name="T1" fmla="*/ 225 h 71"/>
                <a:gd name="T2" fmla="*/ 370 w 123"/>
                <a:gd name="T3" fmla="*/ 218 h 71"/>
                <a:gd name="T4" fmla="*/ 514 w 123"/>
                <a:gd name="T5" fmla="*/ 0 h 71"/>
                <a:gd name="T6" fmla="*/ 451 w 123"/>
                <a:gd name="T7" fmla="*/ 101 h 71"/>
                <a:gd name="T8" fmla="*/ 314 w 123"/>
                <a:gd name="T9" fmla="*/ 165 h 71"/>
                <a:gd name="T10" fmla="*/ 0 w 123"/>
                <a:gd name="T11" fmla="*/ 141 h 71"/>
                <a:gd name="T12" fmla="*/ 50 w 123"/>
                <a:gd name="T13" fmla="*/ 225 h 71"/>
                <a:gd name="T14" fmla="*/ 158 w 123"/>
                <a:gd name="T15" fmla="*/ 247 h 7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3" h="71">
                  <a:moveTo>
                    <a:pt x="14" y="54"/>
                  </a:moveTo>
                  <a:cubicBezTo>
                    <a:pt x="34" y="71"/>
                    <a:pt x="67" y="66"/>
                    <a:pt x="89" y="53"/>
                  </a:cubicBezTo>
                  <a:cubicBezTo>
                    <a:pt x="109" y="42"/>
                    <a:pt x="123" y="23"/>
                    <a:pt x="123" y="0"/>
                  </a:cubicBezTo>
                  <a:cubicBezTo>
                    <a:pt x="123" y="8"/>
                    <a:pt x="114" y="19"/>
                    <a:pt x="108" y="24"/>
                  </a:cubicBezTo>
                  <a:cubicBezTo>
                    <a:pt x="99" y="32"/>
                    <a:pt x="87" y="37"/>
                    <a:pt x="75" y="40"/>
                  </a:cubicBezTo>
                  <a:cubicBezTo>
                    <a:pt x="51" y="48"/>
                    <a:pt x="21" y="50"/>
                    <a:pt x="0" y="34"/>
                  </a:cubicBezTo>
                  <a:cubicBezTo>
                    <a:pt x="0" y="41"/>
                    <a:pt x="7" y="51"/>
                    <a:pt x="12" y="54"/>
                  </a:cubicBezTo>
                  <a:cubicBezTo>
                    <a:pt x="21" y="61"/>
                    <a:pt x="29" y="58"/>
                    <a:pt x="38" y="60"/>
                  </a:cubicBezTo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354" name="Freeform 260">
              <a:extLst>
                <a:ext uri="{FF2B5EF4-FFF2-40B4-BE49-F238E27FC236}">
                  <a16:creationId xmlns:a16="http://schemas.microsoft.com/office/drawing/2014/main" id="{0F27A914-9F00-464A-A1CD-4A920B7122E1}"/>
                </a:ext>
              </a:extLst>
            </p:cNvPr>
            <p:cNvSpPr>
              <a:spLocks/>
            </p:cNvSpPr>
            <p:nvPr/>
          </p:nvSpPr>
          <p:spPr bwMode="auto">
            <a:xfrm>
              <a:off x="631" y="1533"/>
              <a:ext cx="35" cy="286"/>
            </a:xfrm>
            <a:custGeom>
              <a:avLst/>
              <a:gdLst>
                <a:gd name="T0" fmla="*/ 29 w 22"/>
                <a:gd name="T1" fmla="*/ 21 h 178"/>
                <a:gd name="T2" fmla="*/ 48 w 22"/>
                <a:gd name="T3" fmla="*/ 56 h 178"/>
                <a:gd name="T4" fmla="*/ 48 w 22"/>
                <a:gd name="T5" fmla="*/ 111 h 178"/>
                <a:gd name="T6" fmla="*/ 33 w 22"/>
                <a:gd name="T7" fmla="*/ 220 h 178"/>
                <a:gd name="T8" fmla="*/ 68 w 22"/>
                <a:gd name="T9" fmla="*/ 384 h 178"/>
                <a:gd name="T10" fmla="*/ 84 w 22"/>
                <a:gd name="T11" fmla="*/ 535 h 178"/>
                <a:gd name="T12" fmla="*/ 76 w 22"/>
                <a:gd name="T13" fmla="*/ 614 h 178"/>
                <a:gd name="T14" fmla="*/ 48 w 22"/>
                <a:gd name="T15" fmla="*/ 739 h 178"/>
                <a:gd name="T16" fmla="*/ 56 w 22"/>
                <a:gd name="T17" fmla="*/ 548 h 178"/>
                <a:gd name="T18" fmla="*/ 40 w 22"/>
                <a:gd name="T19" fmla="*/ 485 h 178"/>
                <a:gd name="T20" fmla="*/ 8 w 22"/>
                <a:gd name="T21" fmla="*/ 374 h 178"/>
                <a:gd name="T22" fmla="*/ 5 w 22"/>
                <a:gd name="T23" fmla="*/ 246 h 178"/>
                <a:gd name="T24" fmla="*/ 21 w 22"/>
                <a:gd name="T25" fmla="*/ 124 h 178"/>
                <a:gd name="T26" fmla="*/ 8 w 22"/>
                <a:gd name="T27" fmla="*/ 0 h 178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2" h="178">
                  <a:moveTo>
                    <a:pt x="7" y="5"/>
                  </a:moveTo>
                  <a:cubicBezTo>
                    <a:pt x="8" y="8"/>
                    <a:pt x="11" y="10"/>
                    <a:pt x="12" y="14"/>
                  </a:cubicBezTo>
                  <a:cubicBezTo>
                    <a:pt x="13" y="18"/>
                    <a:pt x="13" y="23"/>
                    <a:pt x="12" y="27"/>
                  </a:cubicBezTo>
                  <a:cubicBezTo>
                    <a:pt x="11" y="36"/>
                    <a:pt x="9" y="44"/>
                    <a:pt x="8" y="53"/>
                  </a:cubicBezTo>
                  <a:cubicBezTo>
                    <a:pt x="8" y="67"/>
                    <a:pt x="14" y="80"/>
                    <a:pt x="17" y="93"/>
                  </a:cubicBezTo>
                  <a:cubicBezTo>
                    <a:pt x="20" y="104"/>
                    <a:pt x="22" y="117"/>
                    <a:pt x="21" y="129"/>
                  </a:cubicBezTo>
                  <a:cubicBezTo>
                    <a:pt x="21" y="136"/>
                    <a:pt x="20" y="142"/>
                    <a:pt x="19" y="148"/>
                  </a:cubicBezTo>
                  <a:cubicBezTo>
                    <a:pt x="17" y="157"/>
                    <a:pt x="17" y="169"/>
                    <a:pt x="12" y="178"/>
                  </a:cubicBezTo>
                  <a:cubicBezTo>
                    <a:pt x="17" y="164"/>
                    <a:pt x="15" y="147"/>
                    <a:pt x="14" y="132"/>
                  </a:cubicBezTo>
                  <a:cubicBezTo>
                    <a:pt x="14" y="126"/>
                    <a:pt x="13" y="123"/>
                    <a:pt x="10" y="117"/>
                  </a:cubicBezTo>
                  <a:cubicBezTo>
                    <a:pt x="6" y="109"/>
                    <a:pt x="4" y="99"/>
                    <a:pt x="2" y="90"/>
                  </a:cubicBezTo>
                  <a:cubicBezTo>
                    <a:pt x="0" y="79"/>
                    <a:pt x="0" y="69"/>
                    <a:pt x="1" y="59"/>
                  </a:cubicBezTo>
                  <a:cubicBezTo>
                    <a:pt x="2" y="49"/>
                    <a:pt x="5" y="40"/>
                    <a:pt x="5" y="30"/>
                  </a:cubicBezTo>
                  <a:cubicBezTo>
                    <a:pt x="5" y="20"/>
                    <a:pt x="2" y="10"/>
                    <a:pt x="2" y="0"/>
                  </a:cubicBezTo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355" name="Freeform 261">
              <a:extLst>
                <a:ext uri="{FF2B5EF4-FFF2-40B4-BE49-F238E27FC236}">
                  <a16:creationId xmlns:a16="http://schemas.microsoft.com/office/drawing/2014/main" id="{3154050F-E302-4AB1-81EC-3FF9C60ADF84}"/>
                </a:ext>
              </a:extLst>
            </p:cNvPr>
            <p:cNvSpPr>
              <a:spLocks/>
            </p:cNvSpPr>
            <p:nvPr/>
          </p:nvSpPr>
          <p:spPr bwMode="auto">
            <a:xfrm>
              <a:off x="918" y="2069"/>
              <a:ext cx="18" cy="19"/>
            </a:xfrm>
            <a:custGeom>
              <a:avLst/>
              <a:gdLst>
                <a:gd name="T0" fmla="*/ 0 w 11"/>
                <a:gd name="T1" fmla="*/ 27 h 12"/>
                <a:gd name="T2" fmla="*/ 47 w 11"/>
                <a:gd name="T3" fmla="*/ 33 h 12"/>
                <a:gd name="T4" fmla="*/ 41 w 11"/>
                <a:gd name="T5" fmla="*/ 5 h 12"/>
                <a:gd name="T6" fmla="*/ 8 w 11"/>
                <a:gd name="T7" fmla="*/ 8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2">
                  <a:moveTo>
                    <a:pt x="0" y="7"/>
                  </a:moveTo>
                  <a:cubicBezTo>
                    <a:pt x="2" y="11"/>
                    <a:pt x="9" y="12"/>
                    <a:pt x="11" y="8"/>
                  </a:cubicBezTo>
                  <a:cubicBezTo>
                    <a:pt x="11" y="7"/>
                    <a:pt x="10" y="2"/>
                    <a:pt x="9" y="1"/>
                  </a:cubicBezTo>
                  <a:cubicBezTo>
                    <a:pt x="7" y="0"/>
                    <a:pt x="4" y="1"/>
                    <a:pt x="2" y="2"/>
                  </a:cubicBezTo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356" name="Freeform 262">
              <a:extLst>
                <a:ext uri="{FF2B5EF4-FFF2-40B4-BE49-F238E27FC236}">
                  <a16:creationId xmlns:a16="http://schemas.microsoft.com/office/drawing/2014/main" id="{709896BB-73B7-49E8-BD5A-D8F1DCA64C88}"/>
                </a:ext>
              </a:extLst>
            </p:cNvPr>
            <p:cNvSpPr>
              <a:spLocks/>
            </p:cNvSpPr>
            <p:nvPr/>
          </p:nvSpPr>
          <p:spPr bwMode="auto">
            <a:xfrm>
              <a:off x="868" y="2439"/>
              <a:ext cx="132" cy="63"/>
            </a:xfrm>
            <a:custGeom>
              <a:avLst/>
              <a:gdLst>
                <a:gd name="T0" fmla="*/ 5 w 82"/>
                <a:gd name="T1" fmla="*/ 76 h 39"/>
                <a:gd name="T2" fmla="*/ 175 w 82"/>
                <a:gd name="T3" fmla="*/ 160 h 39"/>
                <a:gd name="T4" fmla="*/ 262 w 82"/>
                <a:gd name="T5" fmla="*/ 126 h 39"/>
                <a:gd name="T6" fmla="*/ 341 w 82"/>
                <a:gd name="T7" fmla="*/ 0 h 39"/>
                <a:gd name="T8" fmla="*/ 293 w 82"/>
                <a:gd name="T9" fmla="*/ 50 h 39"/>
                <a:gd name="T10" fmla="*/ 184 w 82"/>
                <a:gd name="T11" fmla="*/ 94 h 39"/>
                <a:gd name="T12" fmla="*/ 80 w 82"/>
                <a:gd name="T13" fmla="*/ 63 h 39"/>
                <a:gd name="T14" fmla="*/ 0 w 82"/>
                <a:gd name="T15" fmla="*/ 39 h 3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2" h="39">
                  <a:moveTo>
                    <a:pt x="1" y="18"/>
                  </a:moveTo>
                  <a:cubicBezTo>
                    <a:pt x="14" y="29"/>
                    <a:pt x="25" y="39"/>
                    <a:pt x="42" y="38"/>
                  </a:cubicBezTo>
                  <a:cubicBezTo>
                    <a:pt x="50" y="38"/>
                    <a:pt x="58" y="36"/>
                    <a:pt x="63" y="30"/>
                  </a:cubicBezTo>
                  <a:cubicBezTo>
                    <a:pt x="70" y="24"/>
                    <a:pt x="81" y="10"/>
                    <a:pt x="82" y="0"/>
                  </a:cubicBezTo>
                  <a:cubicBezTo>
                    <a:pt x="78" y="1"/>
                    <a:pt x="73" y="8"/>
                    <a:pt x="70" y="12"/>
                  </a:cubicBezTo>
                  <a:cubicBezTo>
                    <a:pt x="63" y="19"/>
                    <a:pt x="54" y="22"/>
                    <a:pt x="44" y="22"/>
                  </a:cubicBezTo>
                  <a:cubicBezTo>
                    <a:pt x="35" y="22"/>
                    <a:pt x="28" y="18"/>
                    <a:pt x="19" y="15"/>
                  </a:cubicBezTo>
                  <a:cubicBezTo>
                    <a:pt x="14" y="14"/>
                    <a:pt x="2" y="16"/>
                    <a:pt x="0" y="9"/>
                  </a:cubicBezTo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357" name="Freeform 263">
              <a:extLst>
                <a:ext uri="{FF2B5EF4-FFF2-40B4-BE49-F238E27FC236}">
                  <a16:creationId xmlns:a16="http://schemas.microsoft.com/office/drawing/2014/main" id="{25F1AF0A-9B75-4263-857C-98126E7883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7" y="2079"/>
              <a:ext cx="87" cy="784"/>
            </a:xfrm>
            <a:custGeom>
              <a:avLst/>
              <a:gdLst>
                <a:gd name="T0" fmla="*/ 0 w 54"/>
                <a:gd name="T1" fmla="*/ 0 h 487"/>
                <a:gd name="T2" fmla="*/ 124 w 54"/>
                <a:gd name="T3" fmla="*/ 316 h 487"/>
                <a:gd name="T4" fmla="*/ 205 w 54"/>
                <a:gd name="T5" fmla="*/ 676 h 487"/>
                <a:gd name="T6" fmla="*/ 213 w 54"/>
                <a:gd name="T7" fmla="*/ 1087 h 487"/>
                <a:gd name="T8" fmla="*/ 55 w 54"/>
                <a:gd name="T9" fmla="*/ 2032 h 487"/>
                <a:gd name="T10" fmla="*/ 156 w 54"/>
                <a:gd name="T11" fmla="*/ 1080 h 487"/>
                <a:gd name="T12" fmla="*/ 114 w 54"/>
                <a:gd name="T13" fmla="*/ 472 h 487"/>
                <a:gd name="T14" fmla="*/ 0 w 54"/>
                <a:gd name="T15" fmla="*/ 0 h 48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4" h="487">
                  <a:moveTo>
                    <a:pt x="0" y="0"/>
                  </a:moveTo>
                  <a:cubicBezTo>
                    <a:pt x="9" y="15"/>
                    <a:pt x="23" y="45"/>
                    <a:pt x="30" y="76"/>
                  </a:cubicBezTo>
                  <a:cubicBezTo>
                    <a:pt x="37" y="108"/>
                    <a:pt x="43" y="138"/>
                    <a:pt x="49" y="162"/>
                  </a:cubicBezTo>
                  <a:cubicBezTo>
                    <a:pt x="54" y="186"/>
                    <a:pt x="53" y="233"/>
                    <a:pt x="51" y="260"/>
                  </a:cubicBezTo>
                  <a:cubicBezTo>
                    <a:pt x="49" y="288"/>
                    <a:pt x="37" y="422"/>
                    <a:pt x="13" y="487"/>
                  </a:cubicBezTo>
                  <a:cubicBezTo>
                    <a:pt x="19" y="462"/>
                    <a:pt x="39" y="313"/>
                    <a:pt x="37" y="259"/>
                  </a:cubicBezTo>
                  <a:cubicBezTo>
                    <a:pt x="35" y="205"/>
                    <a:pt x="34" y="140"/>
                    <a:pt x="27" y="113"/>
                  </a:cubicBezTo>
                  <a:cubicBezTo>
                    <a:pt x="21" y="84"/>
                    <a:pt x="9" y="6"/>
                    <a:pt x="0" y="0"/>
                  </a:cubicBezTo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358" name="Freeform 264">
              <a:extLst>
                <a:ext uri="{FF2B5EF4-FFF2-40B4-BE49-F238E27FC236}">
                  <a16:creationId xmlns:a16="http://schemas.microsoft.com/office/drawing/2014/main" id="{0C3C2FE8-BC69-4723-867D-29DA4533169B}"/>
                </a:ext>
              </a:extLst>
            </p:cNvPr>
            <p:cNvSpPr>
              <a:spLocks/>
            </p:cNvSpPr>
            <p:nvPr/>
          </p:nvSpPr>
          <p:spPr bwMode="auto">
            <a:xfrm>
              <a:off x="620" y="2079"/>
              <a:ext cx="87" cy="784"/>
            </a:xfrm>
            <a:custGeom>
              <a:avLst/>
              <a:gdLst>
                <a:gd name="T0" fmla="*/ 226 w 54"/>
                <a:gd name="T1" fmla="*/ 0 h 487"/>
                <a:gd name="T2" fmla="*/ 102 w 54"/>
                <a:gd name="T3" fmla="*/ 316 h 487"/>
                <a:gd name="T4" fmla="*/ 21 w 54"/>
                <a:gd name="T5" fmla="*/ 676 h 487"/>
                <a:gd name="T6" fmla="*/ 13 w 54"/>
                <a:gd name="T7" fmla="*/ 1087 h 487"/>
                <a:gd name="T8" fmla="*/ 166 w 54"/>
                <a:gd name="T9" fmla="*/ 2032 h 487"/>
                <a:gd name="T10" fmla="*/ 47 w 54"/>
                <a:gd name="T11" fmla="*/ 1046 h 487"/>
                <a:gd name="T12" fmla="*/ 97 w 54"/>
                <a:gd name="T13" fmla="*/ 467 h 487"/>
                <a:gd name="T14" fmla="*/ 226 w 54"/>
                <a:gd name="T15" fmla="*/ 0 h 48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4" h="487">
                  <a:moveTo>
                    <a:pt x="54" y="0"/>
                  </a:moveTo>
                  <a:cubicBezTo>
                    <a:pt x="44" y="15"/>
                    <a:pt x="31" y="45"/>
                    <a:pt x="24" y="76"/>
                  </a:cubicBezTo>
                  <a:cubicBezTo>
                    <a:pt x="16" y="108"/>
                    <a:pt x="10" y="138"/>
                    <a:pt x="5" y="162"/>
                  </a:cubicBezTo>
                  <a:cubicBezTo>
                    <a:pt x="0" y="186"/>
                    <a:pt x="1" y="233"/>
                    <a:pt x="3" y="260"/>
                  </a:cubicBezTo>
                  <a:cubicBezTo>
                    <a:pt x="5" y="288"/>
                    <a:pt x="17" y="422"/>
                    <a:pt x="40" y="487"/>
                  </a:cubicBezTo>
                  <a:cubicBezTo>
                    <a:pt x="35" y="462"/>
                    <a:pt x="9" y="305"/>
                    <a:pt x="11" y="251"/>
                  </a:cubicBezTo>
                  <a:cubicBezTo>
                    <a:pt x="13" y="197"/>
                    <a:pt x="17" y="139"/>
                    <a:pt x="23" y="112"/>
                  </a:cubicBezTo>
                  <a:cubicBezTo>
                    <a:pt x="30" y="84"/>
                    <a:pt x="44" y="6"/>
                    <a:pt x="5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359" name="Freeform 265">
              <a:extLst>
                <a:ext uri="{FF2B5EF4-FFF2-40B4-BE49-F238E27FC236}">
                  <a16:creationId xmlns:a16="http://schemas.microsoft.com/office/drawing/2014/main" id="{6168F3EF-A4D1-4E80-9B51-183D91A3B601}"/>
                </a:ext>
              </a:extLst>
            </p:cNvPr>
            <p:cNvSpPr>
              <a:spLocks/>
            </p:cNvSpPr>
            <p:nvPr/>
          </p:nvSpPr>
          <p:spPr bwMode="auto">
            <a:xfrm>
              <a:off x="865" y="2491"/>
              <a:ext cx="50" cy="610"/>
            </a:xfrm>
            <a:custGeom>
              <a:avLst/>
              <a:gdLst>
                <a:gd name="T0" fmla="*/ 0 w 31"/>
                <a:gd name="T1" fmla="*/ 0 h 379"/>
                <a:gd name="T2" fmla="*/ 123 w 31"/>
                <a:gd name="T3" fmla="*/ 145 h 379"/>
                <a:gd name="T4" fmla="*/ 90 w 31"/>
                <a:gd name="T5" fmla="*/ 668 h 379"/>
                <a:gd name="T6" fmla="*/ 97 w 31"/>
                <a:gd name="T7" fmla="*/ 1178 h 379"/>
                <a:gd name="T8" fmla="*/ 76 w 31"/>
                <a:gd name="T9" fmla="*/ 1581 h 379"/>
                <a:gd name="T10" fmla="*/ 55 w 31"/>
                <a:gd name="T11" fmla="*/ 1168 h 379"/>
                <a:gd name="T12" fmla="*/ 21 w 31"/>
                <a:gd name="T13" fmla="*/ 396 h 379"/>
                <a:gd name="T14" fmla="*/ 0 w 31"/>
                <a:gd name="T15" fmla="*/ 0 h 37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1" h="379">
                  <a:moveTo>
                    <a:pt x="0" y="0"/>
                  </a:moveTo>
                  <a:cubicBezTo>
                    <a:pt x="13" y="11"/>
                    <a:pt x="29" y="10"/>
                    <a:pt x="29" y="35"/>
                  </a:cubicBezTo>
                  <a:cubicBezTo>
                    <a:pt x="29" y="60"/>
                    <a:pt x="21" y="109"/>
                    <a:pt x="22" y="160"/>
                  </a:cubicBezTo>
                  <a:cubicBezTo>
                    <a:pt x="23" y="211"/>
                    <a:pt x="22" y="260"/>
                    <a:pt x="23" y="283"/>
                  </a:cubicBezTo>
                  <a:cubicBezTo>
                    <a:pt x="24" y="306"/>
                    <a:pt x="31" y="332"/>
                    <a:pt x="18" y="379"/>
                  </a:cubicBezTo>
                  <a:cubicBezTo>
                    <a:pt x="22" y="361"/>
                    <a:pt x="22" y="313"/>
                    <a:pt x="13" y="280"/>
                  </a:cubicBezTo>
                  <a:cubicBezTo>
                    <a:pt x="4" y="247"/>
                    <a:pt x="2" y="129"/>
                    <a:pt x="5" y="95"/>
                  </a:cubicBezTo>
                  <a:cubicBezTo>
                    <a:pt x="8" y="61"/>
                    <a:pt x="11" y="14"/>
                    <a:pt x="0" y="0"/>
                  </a:cubicBezTo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360" name="Freeform 266">
              <a:extLst>
                <a:ext uri="{FF2B5EF4-FFF2-40B4-BE49-F238E27FC236}">
                  <a16:creationId xmlns:a16="http://schemas.microsoft.com/office/drawing/2014/main" id="{262D9E31-BF5A-4DF1-B42D-F31DBF6E5E5F}"/>
                </a:ext>
              </a:extLst>
            </p:cNvPr>
            <p:cNvSpPr>
              <a:spLocks/>
            </p:cNvSpPr>
            <p:nvPr/>
          </p:nvSpPr>
          <p:spPr bwMode="auto">
            <a:xfrm>
              <a:off x="876" y="3233"/>
              <a:ext cx="39" cy="475"/>
            </a:xfrm>
            <a:custGeom>
              <a:avLst/>
              <a:gdLst>
                <a:gd name="T0" fmla="*/ 75 w 24"/>
                <a:gd name="T1" fmla="*/ 0 h 295"/>
                <a:gd name="T2" fmla="*/ 63 w 24"/>
                <a:gd name="T3" fmla="*/ 630 h 295"/>
                <a:gd name="T4" fmla="*/ 18 w 24"/>
                <a:gd name="T5" fmla="*/ 1232 h 295"/>
                <a:gd name="T6" fmla="*/ 75 w 24"/>
                <a:gd name="T7" fmla="*/ 0 h 29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295">
                  <a:moveTo>
                    <a:pt x="17" y="0"/>
                  </a:moveTo>
                  <a:cubicBezTo>
                    <a:pt x="21" y="28"/>
                    <a:pt x="24" y="84"/>
                    <a:pt x="15" y="151"/>
                  </a:cubicBezTo>
                  <a:cubicBezTo>
                    <a:pt x="6" y="218"/>
                    <a:pt x="3" y="270"/>
                    <a:pt x="4" y="295"/>
                  </a:cubicBezTo>
                  <a:cubicBezTo>
                    <a:pt x="0" y="252"/>
                    <a:pt x="14" y="71"/>
                    <a:pt x="17" y="0"/>
                  </a:cubicBezTo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361" name="Freeform 267">
              <a:extLst>
                <a:ext uri="{FF2B5EF4-FFF2-40B4-BE49-F238E27FC236}">
                  <a16:creationId xmlns:a16="http://schemas.microsoft.com/office/drawing/2014/main" id="{D519A935-90DD-40DB-AE80-95CA62F605D0}"/>
                </a:ext>
              </a:extLst>
            </p:cNvPr>
            <p:cNvSpPr>
              <a:spLocks/>
            </p:cNvSpPr>
            <p:nvPr/>
          </p:nvSpPr>
          <p:spPr bwMode="auto">
            <a:xfrm>
              <a:off x="639" y="1496"/>
              <a:ext cx="52" cy="138"/>
            </a:xfrm>
            <a:custGeom>
              <a:avLst/>
              <a:gdLst>
                <a:gd name="T0" fmla="*/ 8 w 32"/>
                <a:gd name="T1" fmla="*/ 0 h 86"/>
                <a:gd name="T2" fmla="*/ 88 w 32"/>
                <a:gd name="T3" fmla="*/ 178 h 86"/>
                <a:gd name="T4" fmla="*/ 81 w 32"/>
                <a:gd name="T5" fmla="*/ 355 h 86"/>
                <a:gd name="T6" fmla="*/ 102 w 32"/>
                <a:gd name="T7" fmla="*/ 239 h 86"/>
                <a:gd name="T8" fmla="*/ 138 w 32"/>
                <a:gd name="T9" fmla="*/ 186 h 86"/>
                <a:gd name="T10" fmla="*/ 88 w 32"/>
                <a:gd name="T11" fmla="*/ 111 h 86"/>
                <a:gd name="T12" fmla="*/ 21 w 32"/>
                <a:gd name="T13" fmla="*/ 26 h 8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" h="86">
                  <a:moveTo>
                    <a:pt x="2" y="0"/>
                  </a:moveTo>
                  <a:cubicBezTo>
                    <a:pt x="0" y="16"/>
                    <a:pt x="16" y="28"/>
                    <a:pt x="20" y="43"/>
                  </a:cubicBezTo>
                  <a:cubicBezTo>
                    <a:pt x="23" y="57"/>
                    <a:pt x="14" y="71"/>
                    <a:pt x="19" y="86"/>
                  </a:cubicBezTo>
                  <a:cubicBezTo>
                    <a:pt x="19" y="78"/>
                    <a:pt x="20" y="66"/>
                    <a:pt x="24" y="58"/>
                  </a:cubicBezTo>
                  <a:cubicBezTo>
                    <a:pt x="28" y="53"/>
                    <a:pt x="32" y="51"/>
                    <a:pt x="32" y="45"/>
                  </a:cubicBezTo>
                  <a:cubicBezTo>
                    <a:pt x="31" y="41"/>
                    <a:pt x="22" y="31"/>
                    <a:pt x="20" y="27"/>
                  </a:cubicBezTo>
                  <a:cubicBezTo>
                    <a:pt x="15" y="21"/>
                    <a:pt x="12" y="11"/>
                    <a:pt x="5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362" name="Freeform 268">
              <a:extLst>
                <a:ext uri="{FF2B5EF4-FFF2-40B4-BE49-F238E27FC236}">
                  <a16:creationId xmlns:a16="http://schemas.microsoft.com/office/drawing/2014/main" id="{7FF80F4D-AAAB-4CC2-8DA0-7A5A99E2D521}"/>
                </a:ext>
              </a:extLst>
            </p:cNvPr>
            <p:cNvSpPr>
              <a:spLocks/>
            </p:cNvSpPr>
            <p:nvPr/>
          </p:nvSpPr>
          <p:spPr bwMode="auto">
            <a:xfrm>
              <a:off x="986" y="1610"/>
              <a:ext cx="74" cy="95"/>
            </a:xfrm>
            <a:custGeom>
              <a:avLst/>
              <a:gdLst>
                <a:gd name="T0" fmla="*/ 0 w 46"/>
                <a:gd name="T1" fmla="*/ 0 h 59"/>
                <a:gd name="T2" fmla="*/ 191 w 46"/>
                <a:gd name="T3" fmla="*/ 246 h 59"/>
                <a:gd name="T4" fmla="*/ 0 w 46"/>
                <a:gd name="T5" fmla="*/ 0 h 5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6" h="59">
                  <a:moveTo>
                    <a:pt x="0" y="0"/>
                  </a:moveTo>
                  <a:cubicBezTo>
                    <a:pt x="2" y="29"/>
                    <a:pt x="17" y="50"/>
                    <a:pt x="46" y="59"/>
                  </a:cubicBezTo>
                  <a:cubicBezTo>
                    <a:pt x="39" y="52"/>
                    <a:pt x="8" y="18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363" name="Freeform 269">
              <a:extLst>
                <a:ext uri="{FF2B5EF4-FFF2-40B4-BE49-F238E27FC236}">
                  <a16:creationId xmlns:a16="http://schemas.microsoft.com/office/drawing/2014/main" id="{DB6CA794-9BC1-4F4C-A19F-F4555CAAF849}"/>
                </a:ext>
              </a:extLst>
            </p:cNvPr>
            <p:cNvSpPr>
              <a:spLocks/>
            </p:cNvSpPr>
            <p:nvPr/>
          </p:nvSpPr>
          <p:spPr bwMode="auto">
            <a:xfrm>
              <a:off x="758" y="1306"/>
              <a:ext cx="120" cy="13"/>
            </a:xfrm>
            <a:custGeom>
              <a:avLst/>
              <a:gdLst>
                <a:gd name="T0" fmla="*/ 143 w 74"/>
                <a:gd name="T1" fmla="*/ 29 h 8"/>
                <a:gd name="T2" fmla="*/ 316 w 74"/>
                <a:gd name="T3" fmla="*/ 18 h 8"/>
                <a:gd name="T4" fmla="*/ 198 w 74"/>
                <a:gd name="T5" fmla="*/ 8 h 8"/>
                <a:gd name="T6" fmla="*/ 0 w 74"/>
                <a:gd name="T7" fmla="*/ 8 h 8"/>
                <a:gd name="T8" fmla="*/ 143 w 74"/>
                <a:gd name="T9" fmla="*/ 29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4" h="8">
                  <a:moveTo>
                    <a:pt x="33" y="7"/>
                  </a:moveTo>
                  <a:cubicBezTo>
                    <a:pt x="44" y="6"/>
                    <a:pt x="63" y="2"/>
                    <a:pt x="74" y="4"/>
                  </a:cubicBezTo>
                  <a:cubicBezTo>
                    <a:pt x="68" y="0"/>
                    <a:pt x="59" y="2"/>
                    <a:pt x="46" y="2"/>
                  </a:cubicBezTo>
                  <a:cubicBezTo>
                    <a:pt x="34" y="3"/>
                    <a:pt x="10" y="6"/>
                    <a:pt x="0" y="2"/>
                  </a:cubicBezTo>
                  <a:cubicBezTo>
                    <a:pt x="17" y="8"/>
                    <a:pt x="24" y="6"/>
                    <a:pt x="33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364" name="Freeform 270">
              <a:extLst>
                <a:ext uri="{FF2B5EF4-FFF2-40B4-BE49-F238E27FC236}">
                  <a16:creationId xmlns:a16="http://schemas.microsoft.com/office/drawing/2014/main" id="{1369CB0B-81AC-44E8-A90B-73E84A24A5D1}"/>
                </a:ext>
              </a:extLst>
            </p:cNvPr>
            <p:cNvSpPr>
              <a:spLocks/>
            </p:cNvSpPr>
            <p:nvPr/>
          </p:nvSpPr>
          <p:spPr bwMode="auto">
            <a:xfrm>
              <a:off x="989" y="1306"/>
              <a:ext cx="119" cy="13"/>
            </a:xfrm>
            <a:custGeom>
              <a:avLst/>
              <a:gdLst>
                <a:gd name="T0" fmla="*/ 170 w 74"/>
                <a:gd name="T1" fmla="*/ 29 h 8"/>
                <a:gd name="T2" fmla="*/ 0 w 74"/>
                <a:gd name="T3" fmla="*/ 18 h 8"/>
                <a:gd name="T4" fmla="*/ 116 w 74"/>
                <a:gd name="T5" fmla="*/ 8 h 8"/>
                <a:gd name="T6" fmla="*/ 307 w 74"/>
                <a:gd name="T7" fmla="*/ 8 h 8"/>
                <a:gd name="T8" fmla="*/ 170 w 74"/>
                <a:gd name="T9" fmla="*/ 29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4" h="8">
                  <a:moveTo>
                    <a:pt x="41" y="7"/>
                  </a:moveTo>
                  <a:cubicBezTo>
                    <a:pt x="30" y="6"/>
                    <a:pt x="11" y="2"/>
                    <a:pt x="0" y="4"/>
                  </a:cubicBezTo>
                  <a:cubicBezTo>
                    <a:pt x="6" y="0"/>
                    <a:pt x="15" y="2"/>
                    <a:pt x="28" y="2"/>
                  </a:cubicBezTo>
                  <a:cubicBezTo>
                    <a:pt x="40" y="3"/>
                    <a:pt x="64" y="6"/>
                    <a:pt x="74" y="2"/>
                  </a:cubicBezTo>
                  <a:cubicBezTo>
                    <a:pt x="57" y="8"/>
                    <a:pt x="50" y="6"/>
                    <a:pt x="41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365" name="Freeform 271">
              <a:extLst>
                <a:ext uri="{FF2B5EF4-FFF2-40B4-BE49-F238E27FC236}">
                  <a16:creationId xmlns:a16="http://schemas.microsoft.com/office/drawing/2014/main" id="{F1976A04-04BE-4621-976F-F01005168C67}"/>
                </a:ext>
              </a:extLst>
            </p:cNvPr>
            <p:cNvSpPr>
              <a:spLocks/>
            </p:cNvSpPr>
            <p:nvPr/>
          </p:nvSpPr>
          <p:spPr bwMode="auto">
            <a:xfrm>
              <a:off x="573" y="1295"/>
              <a:ext cx="108" cy="133"/>
            </a:xfrm>
            <a:custGeom>
              <a:avLst/>
              <a:gdLst>
                <a:gd name="T0" fmla="*/ 280 w 67"/>
                <a:gd name="T1" fmla="*/ 0 h 83"/>
                <a:gd name="T2" fmla="*/ 103 w 67"/>
                <a:gd name="T3" fmla="*/ 95 h 83"/>
                <a:gd name="T4" fmla="*/ 0 w 67"/>
                <a:gd name="T5" fmla="*/ 341 h 83"/>
                <a:gd name="T6" fmla="*/ 68 w 67"/>
                <a:gd name="T7" fmla="*/ 204 h 83"/>
                <a:gd name="T8" fmla="*/ 131 w 67"/>
                <a:gd name="T9" fmla="*/ 115 h 83"/>
                <a:gd name="T10" fmla="*/ 192 w 67"/>
                <a:gd name="T11" fmla="*/ 67 h 83"/>
                <a:gd name="T12" fmla="*/ 255 w 67"/>
                <a:gd name="T13" fmla="*/ 21 h 8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7" h="83">
                  <a:moveTo>
                    <a:pt x="67" y="0"/>
                  </a:moveTo>
                  <a:cubicBezTo>
                    <a:pt x="53" y="7"/>
                    <a:pt x="38" y="13"/>
                    <a:pt x="25" y="23"/>
                  </a:cubicBezTo>
                  <a:cubicBezTo>
                    <a:pt x="9" y="35"/>
                    <a:pt x="3" y="63"/>
                    <a:pt x="0" y="83"/>
                  </a:cubicBezTo>
                  <a:cubicBezTo>
                    <a:pt x="6" y="72"/>
                    <a:pt x="10" y="60"/>
                    <a:pt x="16" y="49"/>
                  </a:cubicBezTo>
                  <a:cubicBezTo>
                    <a:pt x="20" y="42"/>
                    <a:pt x="27" y="36"/>
                    <a:pt x="31" y="28"/>
                  </a:cubicBezTo>
                  <a:cubicBezTo>
                    <a:pt x="36" y="21"/>
                    <a:pt x="40" y="21"/>
                    <a:pt x="46" y="16"/>
                  </a:cubicBezTo>
                  <a:cubicBezTo>
                    <a:pt x="52" y="12"/>
                    <a:pt x="54" y="7"/>
                    <a:pt x="61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366" name="Freeform 272">
              <a:extLst>
                <a:ext uri="{FF2B5EF4-FFF2-40B4-BE49-F238E27FC236}">
                  <a16:creationId xmlns:a16="http://schemas.microsoft.com/office/drawing/2014/main" id="{9DDAE439-AF47-4760-A031-F88FE4A24DBE}"/>
                </a:ext>
              </a:extLst>
            </p:cNvPr>
            <p:cNvSpPr>
              <a:spLocks/>
            </p:cNvSpPr>
            <p:nvPr/>
          </p:nvSpPr>
          <p:spPr bwMode="auto">
            <a:xfrm>
              <a:off x="958" y="1187"/>
              <a:ext cx="44" cy="105"/>
            </a:xfrm>
            <a:custGeom>
              <a:avLst/>
              <a:gdLst>
                <a:gd name="T0" fmla="*/ 111 w 27"/>
                <a:gd name="T1" fmla="*/ 0 h 65"/>
                <a:gd name="T2" fmla="*/ 42 w 27"/>
                <a:gd name="T3" fmla="*/ 126 h 65"/>
                <a:gd name="T4" fmla="*/ 0 w 27"/>
                <a:gd name="T5" fmla="*/ 275 h 65"/>
                <a:gd name="T6" fmla="*/ 68 w 27"/>
                <a:gd name="T7" fmla="*/ 118 h 65"/>
                <a:gd name="T8" fmla="*/ 117 w 27"/>
                <a:gd name="T9" fmla="*/ 5 h 6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65">
                  <a:moveTo>
                    <a:pt x="26" y="0"/>
                  </a:moveTo>
                  <a:cubicBezTo>
                    <a:pt x="21" y="11"/>
                    <a:pt x="14" y="20"/>
                    <a:pt x="10" y="30"/>
                  </a:cubicBezTo>
                  <a:cubicBezTo>
                    <a:pt x="6" y="42"/>
                    <a:pt x="4" y="53"/>
                    <a:pt x="0" y="65"/>
                  </a:cubicBezTo>
                  <a:cubicBezTo>
                    <a:pt x="5" y="52"/>
                    <a:pt x="11" y="40"/>
                    <a:pt x="16" y="28"/>
                  </a:cubicBezTo>
                  <a:cubicBezTo>
                    <a:pt x="20" y="20"/>
                    <a:pt x="26" y="11"/>
                    <a:pt x="27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367" name="Freeform 273">
              <a:extLst>
                <a:ext uri="{FF2B5EF4-FFF2-40B4-BE49-F238E27FC236}">
                  <a16:creationId xmlns:a16="http://schemas.microsoft.com/office/drawing/2014/main" id="{947E908B-607B-4373-BAF4-57A4B2D8C4E9}"/>
                </a:ext>
              </a:extLst>
            </p:cNvPr>
            <p:cNvSpPr>
              <a:spLocks/>
            </p:cNvSpPr>
            <p:nvPr/>
          </p:nvSpPr>
          <p:spPr bwMode="auto">
            <a:xfrm>
              <a:off x="818" y="1031"/>
              <a:ext cx="37" cy="92"/>
            </a:xfrm>
            <a:custGeom>
              <a:avLst/>
              <a:gdLst>
                <a:gd name="T0" fmla="*/ 0 w 23"/>
                <a:gd name="T1" fmla="*/ 16 h 57"/>
                <a:gd name="T2" fmla="*/ 82 w 23"/>
                <a:gd name="T3" fmla="*/ 239 h 57"/>
                <a:gd name="T4" fmla="*/ 50 w 23"/>
                <a:gd name="T5" fmla="*/ 97 h 57"/>
                <a:gd name="T6" fmla="*/ 97 w 23"/>
                <a:gd name="T7" fmla="*/ 21 h 57"/>
                <a:gd name="T8" fmla="*/ 21 w 23"/>
                <a:gd name="T9" fmla="*/ 16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57">
                  <a:moveTo>
                    <a:pt x="0" y="4"/>
                  </a:moveTo>
                  <a:cubicBezTo>
                    <a:pt x="5" y="20"/>
                    <a:pt x="2" y="49"/>
                    <a:pt x="20" y="57"/>
                  </a:cubicBezTo>
                  <a:cubicBezTo>
                    <a:pt x="15" y="47"/>
                    <a:pt x="13" y="35"/>
                    <a:pt x="12" y="23"/>
                  </a:cubicBezTo>
                  <a:cubicBezTo>
                    <a:pt x="12" y="14"/>
                    <a:pt x="14" y="10"/>
                    <a:pt x="23" y="5"/>
                  </a:cubicBezTo>
                  <a:cubicBezTo>
                    <a:pt x="20" y="0"/>
                    <a:pt x="9" y="3"/>
                    <a:pt x="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368" name="Freeform 274">
              <a:extLst>
                <a:ext uri="{FF2B5EF4-FFF2-40B4-BE49-F238E27FC236}">
                  <a16:creationId xmlns:a16="http://schemas.microsoft.com/office/drawing/2014/main" id="{3BB97933-0D74-4862-98FD-84632A2EF2B4}"/>
                </a:ext>
              </a:extLst>
            </p:cNvPr>
            <p:cNvSpPr>
              <a:spLocks/>
            </p:cNvSpPr>
            <p:nvPr/>
          </p:nvSpPr>
          <p:spPr bwMode="auto">
            <a:xfrm>
              <a:off x="905" y="1007"/>
              <a:ext cx="24" cy="66"/>
            </a:xfrm>
            <a:custGeom>
              <a:avLst/>
              <a:gdLst>
                <a:gd name="T0" fmla="*/ 42 w 15"/>
                <a:gd name="T1" fmla="*/ 0 h 41"/>
                <a:gd name="T2" fmla="*/ 0 w 15"/>
                <a:gd name="T3" fmla="*/ 124 h 41"/>
                <a:gd name="T4" fmla="*/ 56 w 15"/>
                <a:gd name="T5" fmla="*/ 143 h 41"/>
                <a:gd name="T6" fmla="*/ 35 w 15"/>
                <a:gd name="T7" fmla="*/ 103 h 41"/>
                <a:gd name="T8" fmla="*/ 54 w 15"/>
                <a:gd name="T9" fmla="*/ 26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41">
                  <a:moveTo>
                    <a:pt x="10" y="0"/>
                  </a:moveTo>
                  <a:cubicBezTo>
                    <a:pt x="10" y="12"/>
                    <a:pt x="2" y="20"/>
                    <a:pt x="0" y="30"/>
                  </a:cubicBezTo>
                  <a:cubicBezTo>
                    <a:pt x="4" y="31"/>
                    <a:pt x="15" y="41"/>
                    <a:pt x="14" y="34"/>
                  </a:cubicBezTo>
                  <a:cubicBezTo>
                    <a:pt x="14" y="30"/>
                    <a:pt x="10" y="30"/>
                    <a:pt x="9" y="25"/>
                  </a:cubicBezTo>
                  <a:cubicBezTo>
                    <a:pt x="9" y="18"/>
                    <a:pt x="11" y="12"/>
                    <a:pt x="13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369" name="Freeform 275">
              <a:extLst>
                <a:ext uri="{FF2B5EF4-FFF2-40B4-BE49-F238E27FC236}">
                  <a16:creationId xmlns:a16="http://schemas.microsoft.com/office/drawing/2014/main" id="{CB2CDE6F-843B-4861-AFD4-FCCA16984789}"/>
                </a:ext>
              </a:extLst>
            </p:cNvPr>
            <p:cNvSpPr>
              <a:spLocks/>
            </p:cNvSpPr>
            <p:nvPr/>
          </p:nvSpPr>
          <p:spPr bwMode="auto">
            <a:xfrm>
              <a:off x="808" y="834"/>
              <a:ext cx="73" cy="94"/>
            </a:xfrm>
            <a:custGeom>
              <a:avLst/>
              <a:gdLst>
                <a:gd name="T0" fmla="*/ 191 w 45"/>
                <a:gd name="T1" fmla="*/ 16 h 58"/>
                <a:gd name="T2" fmla="*/ 128 w 45"/>
                <a:gd name="T3" fmla="*/ 21 h 58"/>
                <a:gd name="T4" fmla="*/ 68 w 45"/>
                <a:gd name="T5" fmla="*/ 152 h 58"/>
                <a:gd name="T6" fmla="*/ 0 w 45"/>
                <a:gd name="T7" fmla="*/ 246 h 58"/>
                <a:gd name="T8" fmla="*/ 123 w 45"/>
                <a:gd name="T9" fmla="*/ 107 h 58"/>
                <a:gd name="T10" fmla="*/ 191 w 45"/>
                <a:gd name="T11" fmla="*/ 21 h 5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5" h="58">
                  <a:moveTo>
                    <a:pt x="45" y="4"/>
                  </a:moveTo>
                  <a:cubicBezTo>
                    <a:pt x="40" y="4"/>
                    <a:pt x="33" y="0"/>
                    <a:pt x="30" y="5"/>
                  </a:cubicBezTo>
                  <a:cubicBezTo>
                    <a:pt x="31" y="14"/>
                    <a:pt x="21" y="28"/>
                    <a:pt x="16" y="36"/>
                  </a:cubicBezTo>
                  <a:cubicBezTo>
                    <a:pt x="12" y="43"/>
                    <a:pt x="8" y="53"/>
                    <a:pt x="0" y="58"/>
                  </a:cubicBezTo>
                  <a:cubicBezTo>
                    <a:pt x="14" y="53"/>
                    <a:pt x="22" y="37"/>
                    <a:pt x="29" y="25"/>
                  </a:cubicBezTo>
                  <a:cubicBezTo>
                    <a:pt x="32" y="21"/>
                    <a:pt x="38" y="3"/>
                    <a:pt x="45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370" name="Freeform 276">
              <a:extLst>
                <a:ext uri="{FF2B5EF4-FFF2-40B4-BE49-F238E27FC236}">
                  <a16:creationId xmlns:a16="http://schemas.microsoft.com/office/drawing/2014/main" id="{6FFEB776-F3AE-4273-BDBB-2415EBFE061B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" y="1924"/>
              <a:ext cx="26" cy="354"/>
            </a:xfrm>
            <a:custGeom>
              <a:avLst/>
              <a:gdLst>
                <a:gd name="T0" fmla="*/ 39 w 16"/>
                <a:gd name="T1" fmla="*/ 357 h 220"/>
                <a:gd name="T2" fmla="*/ 8 w 16"/>
                <a:gd name="T3" fmla="*/ 917 h 220"/>
                <a:gd name="T4" fmla="*/ 5 w 16"/>
                <a:gd name="T5" fmla="*/ 591 h 220"/>
                <a:gd name="T6" fmla="*/ 68 w 16"/>
                <a:gd name="T7" fmla="*/ 0 h 220"/>
                <a:gd name="T8" fmla="*/ 39 w 16"/>
                <a:gd name="T9" fmla="*/ 357 h 2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220">
                  <a:moveTo>
                    <a:pt x="9" y="86"/>
                  </a:moveTo>
                  <a:cubicBezTo>
                    <a:pt x="7" y="102"/>
                    <a:pt x="3" y="192"/>
                    <a:pt x="2" y="220"/>
                  </a:cubicBezTo>
                  <a:cubicBezTo>
                    <a:pt x="2" y="220"/>
                    <a:pt x="0" y="198"/>
                    <a:pt x="1" y="142"/>
                  </a:cubicBezTo>
                  <a:cubicBezTo>
                    <a:pt x="1" y="85"/>
                    <a:pt x="5" y="27"/>
                    <a:pt x="16" y="0"/>
                  </a:cubicBezTo>
                  <a:cubicBezTo>
                    <a:pt x="12" y="11"/>
                    <a:pt x="11" y="62"/>
                    <a:pt x="9" y="8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371" name="Freeform 277">
              <a:extLst>
                <a:ext uri="{FF2B5EF4-FFF2-40B4-BE49-F238E27FC236}">
                  <a16:creationId xmlns:a16="http://schemas.microsoft.com/office/drawing/2014/main" id="{3304630E-BD43-472C-BF61-56F7823656E1}"/>
                </a:ext>
              </a:extLst>
            </p:cNvPr>
            <p:cNvSpPr>
              <a:spLocks/>
            </p:cNvSpPr>
            <p:nvPr/>
          </p:nvSpPr>
          <p:spPr bwMode="auto">
            <a:xfrm>
              <a:off x="570" y="1947"/>
              <a:ext cx="62" cy="376"/>
            </a:xfrm>
            <a:custGeom>
              <a:avLst/>
              <a:gdLst>
                <a:gd name="T0" fmla="*/ 151 w 39"/>
                <a:gd name="T1" fmla="*/ 0 h 234"/>
                <a:gd name="T2" fmla="*/ 102 w 39"/>
                <a:gd name="T3" fmla="*/ 450 h 234"/>
                <a:gd name="T4" fmla="*/ 0 w 39"/>
                <a:gd name="T5" fmla="*/ 971 h 234"/>
                <a:gd name="T6" fmla="*/ 68 w 39"/>
                <a:gd name="T7" fmla="*/ 480 h 234"/>
                <a:gd name="T8" fmla="*/ 151 w 39"/>
                <a:gd name="T9" fmla="*/ 0 h 2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234">
                  <a:moveTo>
                    <a:pt x="38" y="0"/>
                  </a:moveTo>
                  <a:cubicBezTo>
                    <a:pt x="39" y="18"/>
                    <a:pt x="37" y="69"/>
                    <a:pt x="25" y="108"/>
                  </a:cubicBezTo>
                  <a:cubicBezTo>
                    <a:pt x="14" y="148"/>
                    <a:pt x="5" y="193"/>
                    <a:pt x="0" y="234"/>
                  </a:cubicBezTo>
                  <a:cubicBezTo>
                    <a:pt x="6" y="207"/>
                    <a:pt x="10" y="146"/>
                    <a:pt x="17" y="116"/>
                  </a:cubicBezTo>
                  <a:cubicBezTo>
                    <a:pt x="23" y="86"/>
                    <a:pt x="39" y="10"/>
                    <a:pt x="38" y="0"/>
                  </a:cubicBezTo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372" name="Freeform 278">
              <a:extLst>
                <a:ext uri="{FF2B5EF4-FFF2-40B4-BE49-F238E27FC236}">
                  <a16:creationId xmlns:a16="http://schemas.microsoft.com/office/drawing/2014/main" id="{5BCD1FFD-5F7E-4EC5-BED1-4456D5F51A7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9" y="1924"/>
              <a:ext cx="26" cy="354"/>
            </a:xfrm>
            <a:custGeom>
              <a:avLst/>
              <a:gdLst>
                <a:gd name="T0" fmla="*/ 29 w 16"/>
                <a:gd name="T1" fmla="*/ 357 h 220"/>
                <a:gd name="T2" fmla="*/ 60 w 16"/>
                <a:gd name="T3" fmla="*/ 917 h 220"/>
                <a:gd name="T4" fmla="*/ 63 w 16"/>
                <a:gd name="T5" fmla="*/ 591 h 220"/>
                <a:gd name="T6" fmla="*/ 0 w 16"/>
                <a:gd name="T7" fmla="*/ 0 h 220"/>
                <a:gd name="T8" fmla="*/ 29 w 16"/>
                <a:gd name="T9" fmla="*/ 357 h 2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220">
                  <a:moveTo>
                    <a:pt x="7" y="86"/>
                  </a:moveTo>
                  <a:cubicBezTo>
                    <a:pt x="8" y="102"/>
                    <a:pt x="12" y="192"/>
                    <a:pt x="14" y="220"/>
                  </a:cubicBezTo>
                  <a:cubicBezTo>
                    <a:pt x="14" y="220"/>
                    <a:pt x="16" y="198"/>
                    <a:pt x="15" y="142"/>
                  </a:cubicBezTo>
                  <a:cubicBezTo>
                    <a:pt x="14" y="85"/>
                    <a:pt x="11" y="27"/>
                    <a:pt x="0" y="0"/>
                  </a:cubicBezTo>
                  <a:cubicBezTo>
                    <a:pt x="4" y="11"/>
                    <a:pt x="5" y="62"/>
                    <a:pt x="7" y="86"/>
                  </a:cubicBezTo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373" name="Freeform 279">
              <a:extLst>
                <a:ext uri="{FF2B5EF4-FFF2-40B4-BE49-F238E27FC236}">
                  <a16:creationId xmlns:a16="http://schemas.microsoft.com/office/drawing/2014/main" id="{1286842C-7651-4C41-B74D-425F14BAC5C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6" y="1947"/>
              <a:ext cx="64" cy="376"/>
            </a:xfrm>
            <a:custGeom>
              <a:avLst/>
              <a:gdLst>
                <a:gd name="T0" fmla="*/ 8 w 40"/>
                <a:gd name="T1" fmla="*/ 0 h 234"/>
                <a:gd name="T2" fmla="*/ 56 w 40"/>
                <a:gd name="T3" fmla="*/ 450 h 234"/>
                <a:gd name="T4" fmla="*/ 163 w 40"/>
                <a:gd name="T5" fmla="*/ 971 h 234"/>
                <a:gd name="T6" fmla="*/ 94 w 40"/>
                <a:gd name="T7" fmla="*/ 480 h 234"/>
                <a:gd name="T8" fmla="*/ 8 w 40"/>
                <a:gd name="T9" fmla="*/ 0 h 2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234">
                  <a:moveTo>
                    <a:pt x="2" y="0"/>
                  </a:moveTo>
                  <a:cubicBezTo>
                    <a:pt x="0" y="18"/>
                    <a:pt x="3" y="69"/>
                    <a:pt x="14" y="108"/>
                  </a:cubicBezTo>
                  <a:cubicBezTo>
                    <a:pt x="26" y="148"/>
                    <a:pt x="35" y="193"/>
                    <a:pt x="40" y="234"/>
                  </a:cubicBezTo>
                  <a:cubicBezTo>
                    <a:pt x="34" y="207"/>
                    <a:pt x="30" y="146"/>
                    <a:pt x="23" y="116"/>
                  </a:cubicBezTo>
                  <a:cubicBezTo>
                    <a:pt x="16" y="86"/>
                    <a:pt x="0" y="10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374" name="Freeform 280">
              <a:extLst>
                <a:ext uri="{FF2B5EF4-FFF2-40B4-BE49-F238E27FC236}">
                  <a16:creationId xmlns:a16="http://schemas.microsoft.com/office/drawing/2014/main" id="{160FDF84-957A-428A-96F0-BACDE06484EC}"/>
                </a:ext>
              </a:extLst>
            </p:cNvPr>
            <p:cNvSpPr>
              <a:spLocks/>
            </p:cNvSpPr>
            <p:nvPr/>
          </p:nvSpPr>
          <p:spPr bwMode="auto">
            <a:xfrm>
              <a:off x="510" y="2516"/>
              <a:ext cx="68" cy="107"/>
            </a:xfrm>
            <a:custGeom>
              <a:avLst/>
              <a:gdLst>
                <a:gd name="T0" fmla="*/ 94 w 42"/>
                <a:gd name="T1" fmla="*/ 0 h 66"/>
                <a:gd name="T2" fmla="*/ 139 w 42"/>
                <a:gd name="T3" fmla="*/ 266 h 66"/>
                <a:gd name="T4" fmla="*/ 173 w 42"/>
                <a:gd name="T5" fmla="*/ 246 h 66"/>
                <a:gd name="T6" fmla="*/ 139 w 42"/>
                <a:gd name="T7" fmla="*/ 173 h 66"/>
                <a:gd name="T8" fmla="*/ 128 w 42"/>
                <a:gd name="T9" fmla="*/ 84 h 66"/>
                <a:gd name="T10" fmla="*/ 105 w 42"/>
                <a:gd name="T11" fmla="*/ 0 h 6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2" h="66">
                  <a:moveTo>
                    <a:pt x="22" y="0"/>
                  </a:moveTo>
                  <a:cubicBezTo>
                    <a:pt x="0" y="15"/>
                    <a:pt x="13" y="53"/>
                    <a:pt x="33" y="62"/>
                  </a:cubicBezTo>
                  <a:cubicBezTo>
                    <a:pt x="38" y="64"/>
                    <a:pt x="42" y="66"/>
                    <a:pt x="41" y="58"/>
                  </a:cubicBezTo>
                  <a:cubicBezTo>
                    <a:pt x="40" y="52"/>
                    <a:pt x="34" y="48"/>
                    <a:pt x="33" y="41"/>
                  </a:cubicBezTo>
                  <a:cubicBezTo>
                    <a:pt x="32" y="34"/>
                    <a:pt x="30" y="27"/>
                    <a:pt x="30" y="20"/>
                  </a:cubicBezTo>
                  <a:cubicBezTo>
                    <a:pt x="29" y="13"/>
                    <a:pt x="30" y="5"/>
                    <a:pt x="25" y="0"/>
                  </a:cubicBezTo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375" name="Freeform 281">
              <a:extLst>
                <a:ext uri="{FF2B5EF4-FFF2-40B4-BE49-F238E27FC236}">
                  <a16:creationId xmlns:a16="http://schemas.microsoft.com/office/drawing/2014/main" id="{1915E2FC-2953-48CE-8695-D25DAAB641E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1" y="2516"/>
              <a:ext cx="55" cy="105"/>
            </a:xfrm>
            <a:custGeom>
              <a:avLst/>
              <a:gdLst>
                <a:gd name="T0" fmla="*/ 68 w 34"/>
                <a:gd name="T1" fmla="*/ 16 h 65"/>
                <a:gd name="T2" fmla="*/ 42 w 34"/>
                <a:gd name="T3" fmla="*/ 126 h 65"/>
                <a:gd name="T4" fmla="*/ 0 w 34"/>
                <a:gd name="T5" fmla="*/ 220 h 65"/>
                <a:gd name="T6" fmla="*/ 47 w 34"/>
                <a:gd name="T7" fmla="*/ 247 h 65"/>
                <a:gd name="T8" fmla="*/ 128 w 34"/>
                <a:gd name="T9" fmla="*/ 152 h 65"/>
                <a:gd name="T10" fmla="*/ 84 w 34"/>
                <a:gd name="T11" fmla="*/ 0 h 6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4" h="65">
                  <a:moveTo>
                    <a:pt x="16" y="4"/>
                  </a:moveTo>
                  <a:cubicBezTo>
                    <a:pt x="14" y="13"/>
                    <a:pt x="12" y="22"/>
                    <a:pt x="10" y="30"/>
                  </a:cubicBezTo>
                  <a:cubicBezTo>
                    <a:pt x="8" y="38"/>
                    <a:pt x="7" y="48"/>
                    <a:pt x="0" y="52"/>
                  </a:cubicBezTo>
                  <a:cubicBezTo>
                    <a:pt x="5" y="59"/>
                    <a:pt x="2" y="65"/>
                    <a:pt x="11" y="59"/>
                  </a:cubicBezTo>
                  <a:cubicBezTo>
                    <a:pt x="19" y="54"/>
                    <a:pt x="27" y="44"/>
                    <a:pt x="30" y="36"/>
                  </a:cubicBezTo>
                  <a:cubicBezTo>
                    <a:pt x="34" y="21"/>
                    <a:pt x="32" y="10"/>
                    <a:pt x="20" y="0"/>
                  </a:cubicBezTo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376" name="Freeform 282">
              <a:extLst>
                <a:ext uri="{FF2B5EF4-FFF2-40B4-BE49-F238E27FC236}">
                  <a16:creationId xmlns:a16="http://schemas.microsoft.com/office/drawing/2014/main" id="{0E424563-7833-4329-8A40-DCC107D79AA7}"/>
                </a:ext>
              </a:extLst>
            </p:cNvPr>
            <p:cNvSpPr>
              <a:spLocks/>
            </p:cNvSpPr>
            <p:nvPr/>
          </p:nvSpPr>
          <p:spPr bwMode="auto">
            <a:xfrm>
              <a:off x="694" y="1782"/>
              <a:ext cx="34" cy="240"/>
            </a:xfrm>
            <a:custGeom>
              <a:avLst/>
              <a:gdLst>
                <a:gd name="T0" fmla="*/ 0 w 21"/>
                <a:gd name="T1" fmla="*/ 29 h 149"/>
                <a:gd name="T2" fmla="*/ 16 w 21"/>
                <a:gd name="T3" fmla="*/ 364 h 149"/>
                <a:gd name="T4" fmla="*/ 42 w 21"/>
                <a:gd name="T5" fmla="*/ 548 h 149"/>
                <a:gd name="T6" fmla="*/ 63 w 21"/>
                <a:gd name="T7" fmla="*/ 623 h 149"/>
                <a:gd name="T8" fmla="*/ 55 w 21"/>
                <a:gd name="T9" fmla="*/ 238 h 149"/>
                <a:gd name="T10" fmla="*/ 0 w 21"/>
                <a:gd name="T11" fmla="*/ 0 h 14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149">
                  <a:moveTo>
                    <a:pt x="0" y="7"/>
                  </a:moveTo>
                  <a:cubicBezTo>
                    <a:pt x="0" y="34"/>
                    <a:pt x="0" y="61"/>
                    <a:pt x="4" y="87"/>
                  </a:cubicBezTo>
                  <a:cubicBezTo>
                    <a:pt x="6" y="101"/>
                    <a:pt x="7" y="117"/>
                    <a:pt x="10" y="131"/>
                  </a:cubicBezTo>
                  <a:cubicBezTo>
                    <a:pt x="11" y="138"/>
                    <a:pt x="16" y="142"/>
                    <a:pt x="15" y="149"/>
                  </a:cubicBezTo>
                  <a:cubicBezTo>
                    <a:pt x="11" y="118"/>
                    <a:pt x="21" y="88"/>
                    <a:pt x="13" y="57"/>
                  </a:cubicBezTo>
                  <a:cubicBezTo>
                    <a:pt x="8" y="40"/>
                    <a:pt x="9" y="16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377" name="Freeform 283">
              <a:extLst>
                <a:ext uri="{FF2B5EF4-FFF2-40B4-BE49-F238E27FC236}">
                  <a16:creationId xmlns:a16="http://schemas.microsoft.com/office/drawing/2014/main" id="{5E9838E7-94CE-4649-B497-CFACDA03A26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9" y="1321"/>
              <a:ext cx="82" cy="424"/>
            </a:xfrm>
            <a:custGeom>
              <a:avLst/>
              <a:gdLst>
                <a:gd name="T0" fmla="*/ 0 w 51"/>
                <a:gd name="T1" fmla="*/ 0 h 264"/>
                <a:gd name="T2" fmla="*/ 141 w 51"/>
                <a:gd name="T3" fmla="*/ 247 h 264"/>
                <a:gd name="T4" fmla="*/ 204 w 51"/>
                <a:gd name="T5" fmla="*/ 691 h 264"/>
                <a:gd name="T6" fmla="*/ 212 w 51"/>
                <a:gd name="T7" fmla="*/ 1094 h 264"/>
                <a:gd name="T8" fmla="*/ 158 w 51"/>
                <a:gd name="T9" fmla="*/ 609 h 264"/>
                <a:gd name="T10" fmla="*/ 0 w 51"/>
                <a:gd name="T11" fmla="*/ 0 h 26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1" h="264">
                  <a:moveTo>
                    <a:pt x="0" y="0"/>
                  </a:moveTo>
                  <a:cubicBezTo>
                    <a:pt x="14" y="8"/>
                    <a:pt x="28" y="27"/>
                    <a:pt x="34" y="60"/>
                  </a:cubicBezTo>
                  <a:cubicBezTo>
                    <a:pt x="40" y="93"/>
                    <a:pt x="47" y="123"/>
                    <a:pt x="49" y="167"/>
                  </a:cubicBezTo>
                  <a:cubicBezTo>
                    <a:pt x="51" y="211"/>
                    <a:pt x="50" y="239"/>
                    <a:pt x="51" y="264"/>
                  </a:cubicBezTo>
                  <a:cubicBezTo>
                    <a:pt x="47" y="242"/>
                    <a:pt x="44" y="172"/>
                    <a:pt x="38" y="147"/>
                  </a:cubicBezTo>
                  <a:cubicBezTo>
                    <a:pt x="32" y="122"/>
                    <a:pt x="28" y="30"/>
                    <a:pt x="0" y="0"/>
                  </a:cubicBezTo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378" name="Freeform 284">
              <a:extLst>
                <a:ext uri="{FF2B5EF4-FFF2-40B4-BE49-F238E27FC236}">
                  <a16:creationId xmlns:a16="http://schemas.microsoft.com/office/drawing/2014/main" id="{B543983A-EB31-4C0A-8718-812EFDBCFA9D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" y="759"/>
              <a:ext cx="77" cy="133"/>
            </a:xfrm>
            <a:custGeom>
              <a:avLst/>
              <a:gdLst>
                <a:gd name="T0" fmla="*/ 199 w 48"/>
                <a:gd name="T1" fmla="*/ 0 h 83"/>
                <a:gd name="T2" fmla="*/ 88 w 48"/>
                <a:gd name="T3" fmla="*/ 103 h 83"/>
                <a:gd name="T4" fmla="*/ 67 w 48"/>
                <a:gd name="T5" fmla="*/ 170 h 83"/>
                <a:gd name="T6" fmla="*/ 26 w 48"/>
                <a:gd name="T7" fmla="*/ 226 h 83"/>
                <a:gd name="T8" fmla="*/ 63 w 48"/>
                <a:gd name="T9" fmla="*/ 210 h 83"/>
                <a:gd name="T10" fmla="*/ 34 w 48"/>
                <a:gd name="T11" fmla="*/ 247 h 83"/>
                <a:gd name="T12" fmla="*/ 0 w 48"/>
                <a:gd name="T13" fmla="*/ 341 h 83"/>
                <a:gd name="T14" fmla="*/ 42 w 48"/>
                <a:gd name="T15" fmla="*/ 295 h 83"/>
                <a:gd name="T16" fmla="*/ 90 w 48"/>
                <a:gd name="T17" fmla="*/ 255 h 83"/>
                <a:gd name="T18" fmla="*/ 90 w 48"/>
                <a:gd name="T19" fmla="*/ 231 h 83"/>
                <a:gd name="T20" fmla="*/ 90 w 48"/>
                <a:gd name="T21" fmla="*/ 184 h 83"/>
                <a:gd name="T22" fmla="*/ 144 w 48"/>
                <a:gd name="T23" fmla="*/ 139 h 83"/>
                <a:gd name="T24" fmla="*/ 157 w 48"/>
                <a:gd name="T25" fmla="*/ 74 h 83"/>
                <a:gd name="T26" fmla="*/ 165 w 48"/>
                <a:gd name="T27" fmla="*/ 35 h 83"/>
                <a:gd name="T28" fmla="*/ 193 w 48"/>
                <a:gd name="T29" fmla="*/ 13 h 8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48" h="83">
                  <a:moveTo>
                    <a:pt x="48" y="0"/>
                  </a:moveTo>
                  <a:cubicBezTo>
                    <a:pt x="35" y="5"/>
                    <a:pt x="27" y="13"/>
                    <a:pt x="21" y="25"/>
                  </a:cubicBezTo>
                  <a:cubicBezTo>
                    <a:pt x="19" y="31"/>
                    <a:pt x="19" y="36"/>
                    <a:pt x="16" y="41"/>
                  </a:cubicBezTo>
                  <a:cubicBezTo>
                    <a:pt x="14" y="47"/>
                    <a:pt x="10" y="50"/>
                    <a:pt x="6" y="55"/>
                  </a:cubicBezTo>
                  <a:cubicBezTo>
                    <a:pt x="9" y="54"/>
                    <a:pt x="12" y="52"/>
                    <a:pt x="15" y="51"/>
                  </a:cubicBezTo>
                  <a:cubicBezTo>
                    <a:pt x="15" y="55"/>
                    <a:pt x="10" y="58"/>
                    <a:pt x="8" y="60"/>
                  </a:cubicBezTo>
                  <a:cubicBezTo>
                    <a:pt x="19" y="62"/>
                    <a:pt x="2" y="79"/>
                    <a:pt x="0" y="83"/>
                  </a:cubicBezTo>
                  <a:cubicBezTo>
                    <a:pt x="3" y="79"/>
                    <a:pt x="6" y="75"/>
                    <a:pt x="10" y="72"/>
                  </a:cubicBezTo>
                  <a:cubicBezTo>
                    <a:pt x="13" y="69"/>
                    <a:pt x="20" y="66"/>
                    <a:pt x="22" y="62"/>
                  </a:cubicBezTo>
                  <a:cubicBezTo>
                    <a:pt x="20" y="60"/>
                    <a:pt x="21" y="58"/>
                    <a:pt x="22" y="56"/>
                  </a:cubicBezTo>
                  <a:cubicBezTo>
                    <a:pt x="22" y="53"/>
                    <a:pt x="21" y="47"/>
                    <a:pt x="22" y="45"/>
                  </a:cubicBezTo>
                  <a:cubicBezTo>
                    <a:pt x="23" y="40"/>
                    <a:pt x="32" y="39"/>
                    <a:pt x="35" y="34"/>
                  </a:cubicBezTo>
                  <a:cubicBezTo>
                    <a:pt x="20" y="30"/>
                    <a:pt x="35" y="24"/>
                    <a:pt x="38" y="18"/>
                  </a:cubicBezTo>
                  <a:cubicBezTo>
                    <a:pt x="40" y="15"/>
                    <a:pt x="38" y="12"/>
                    <a:pt x="40" y="9"/>
                  </a:cubicBezTo>
                  <a:cubicBezTo>
                    <a:pt x="41" y="7"/>
                    <a:pt x="45" y="4"/>
                    <a:pt x="47" y="3"/>
                  </a:cubicBezTo>
                </a:path>
              </a:pathLst>
            </a:custGeom>
            <a:solidFill>
              <a:srgbClr val="E2C5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379" name="Freeform 285">
              <a:extLst>
                <a:ext uri="{FF2B5EF4-FFF2-40B4-BE49-F238E27FC236}">
                  <a16:creationId xmlns:a16="http://schemas.microsoft.com/office/drawing/2014/main" id="{1E78FB40-DD33-49D8-9247-2322E58F6071}"/>
                </a:ext>
              </a:extLst>
            </p:cNvPr>
            <p:cNvSpPr>
              <a:spLocks/>
            </p:cNvSpPr>
            <p:nvPr/>
          </p:nvSpPr>
          <p:spPr bwMode="auto">
            <a:xfrm>
              <a:off x="782" y="756"/>
              <a:ext cx="71" cy="115"/>
            </a:xfrm>
            <a:custGeom>
              <a:avLst/>
              <a:gdLst>
                <a:gd name="T0" fmla="*/ 123 w 44"/>
                <a:gd name="T1" fmla="*/ 21 h 72"/>
                <a:gd name="T2" fmla="*/ 186 w 44"/>
                <a:gd name="T3" fmla="*/ 5 h 72"/>
                <a:gd name="T4" fmla="*/ 131 w 44"/>
                <a:gd name="T5" fmla="*/ 123 h 72"/>
                <a:gd name="T6" fmla="*/ 118 w 44"/>
                <a:gd name="T7" fmla="*/ 196 h 72"/>
                <a:gd name="T8" fmla="*/ 97 w 44"/>
                <a:gd name="T9" fmla="*/ 212 h 72"/>
                <a:gd name="T10" fmla="*/ 60 w 44"/>
                <a:gd name="T11" fmla="*/ 294 h 72"/>
                <a:gd name="T12" fmla="*/ 76 w 44"/>
                <a:gd name="T13" fmla="*/ 260 h 72"/>
                <a:gd name="T14" fmla="*/ 47 w 44"/>
                <a:gd name="T15" fmla="*/ 265 h 72"/>
                <a:gd name="T16" fmla="*/ 47 w 44"/>
                <a:gd name="T17" fmla="*/ 265 h 72"/>
                <a:gd name="T18" fmla="*/ 26 w 44"/>
                <a:gd name="T19" fmla="*/ 268 h 72"/>
                <a:gd name="T20" fmla="*/ 29 w 44"/>
                <a:gd name="T21" fmla="*/ 200 h 72"/>
                <a:gd name="T22" fmla="*/ 89 w 44"/>
                <a:gd name="T23" fmla="*/ 46 h 7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4" h="72">
                  <a:moveTo>
                    <a:pt x="29" y="5"/>
                  </a:moveTo>
                  <a:cubicBezTo>
                    <a:pt x="33" y="2"/>
                    <a:pt x="39" y="0"/>
                    <a:pt x="44" y="1"/>
                  </a:cubicBezTo>
                  <a:cubicBezTo>
                    <a:pt x="33" y="4"/>
                    <a:pt x="33" y="21"/>
                    <a:pt x="31" y="30"/>
                  </a:cubicBezTo>
                  <a:cubicBezTo>
                    <a:pt x="30" y="35"/>
                    <a:pt x="30" y="44"/>
                    <a:pt x="28" y="48"/>
                  </a:cubicBezTo>
                  <a:cubicBezTo>
                    <a:pt x="27" y="49"/>
                    <a:pt x="24" y="50"/>
                    <a:pt x="23" y="52"/>
                  </a:cubicBezTo>
                  <a:cubicBezTo>
                    <a:pt x="19" y="58"/>
                    <a:pt x="16" y="66"/>
                    <a:pt x="14" y="72"/>
                  </a:cubicBezTo>
                  <a:cubicBezTo>
                    <a:pt x="15" y="69"/>
                    <a:pt x="18" y="67"/>
                    <a:pt x="18" y="64"/>
                  </a:cubicBezTo>
                  <a:cubicBezTo>
                    <a:pt x="16" y="63"/>
                    <a:pt x="13" y="64"/>
                    <a:pt x="11" y="65"/>
                  </a:cubicBezTo>
                  <a:cubicBezTo>
                    <a:pt x="11" y="65"/>
                    <a:pt x="11" y="65"/>
                    <a:pt x="11" y="65"/>
                  </a:cubicBezTo>
                  <a:cubicBezTo>
                    <a:pt x="10" y="65"/>
                    <a:pt x="7" y="66"/>
                    <a:pt x="6" y="66"/>
                  </a:cubicBezTo>
                  <a:cubicBezTo>
                    <a:pt x="0" y="64"/>
                    <a:pt x="5" y="53"/>
                    <a:pt x="7" y="49"/>
                  </a:cubicBezTo>
                  <a:cubicBezTo>
                    <a:pt x="12" y="36"/>
                    <a:pt x="16" y="24"/>
                    <a:pt x="21" y="11"/>
                  </a:cubicBezTo>
                </a:path>
              </a:pathLst>
            </a:custGeom>
            <a:solidFill>
              <a:srgbClr val="E2C5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380" name="Freeform 286">
              <a:extLst>
                <a:ext uri="{FF2B5EF4-FFF2-40B4-BE49-F238E27FC236}">
                  <a16:creationId xmlns:a16="http://schemas.microsoft.com/office/drawing/2014/main" id="{45192B55-C51A-4F73-B861-C9EF530103CF}"/>
                </a:ext>
              </a:extLst>
            </p:cNvPr>
            <p:cNvSpPr>
              <a:spLocks/>
            </p:cNvSpPr>
            <p:nvPr/>
          </p:nvSpPr>
          <p:spPr bwMode="auto">
            <a:xfrm>
              <a:off x="789" y="828"/>
              <a:ext cx="37" cy="51"/>
            </a:xfrm>
            <a:custGeom>
              <a:avLst/>
              <a:gdLst>
                <a:gd name="T0" fmla="*/ 0 w 23"/>
                <a:gd name="T1" fmla="*/ 65 h 32"/>
                <a:gd name="T2" fmla="*/ 21 w 23"/>
                <a:gd name="T3" fmla="*/ 129 h 32"/>
                <a:gd name="T4" fmla="*/ 97 w 23"/>
                <a:gd name="T5" fmla="*/ 0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32">
                  <a:moveTo>
                    <a:pt x="0" y="16"/>
                  </a:moveTo>
                  <a:cubicBezTo>
                    <a:pt x="7" y="19"/>
                    <a:pt x="6" y="25"/>
                    <a:pt x="5" y="32"/>
                  </a:cubicBezTo>
                  <a:cubicBezTo>
                    <a:pt x="14" y="25"/>
                    <a:pt x="23" y="12"/>
                    <a:pt x="23" y="0"/>
                  </a:cubicBezTo>
                </a:path>
              </a:pathLst>
            </a:custGeom>
            <a:solidFill>
              <a:srgbClr val="E2C5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381" name="Freeform 287">
              <a:extLst>
                <a:ext uri="{FF2B5EF4-FFF2-40B4-BE49-F238E27FC236}">
                  <a16:creationId xmlns:a16="http://schemas.microsoft.com/office/drawing/2014/main" id="{4304FF13-D59C-4855-92C2-C32CEA6E3803}"/>
                </a:ext>
              </a:extLst>
            </p:cNvPr>
            <p:cNvSpPr>
              <a:spLocks/>
            </p:cNvSpPr>
            <p:nvPr/>
          </p:nvSpPr>
          <p:spPr bwMode="auto">
            <a:xfrm>
              <a:off x="857" y="736"/>
              <a:ext cx="27" cy="79"/>
            </a:xfrm>
            <a:custGeom>
              <a:avLst/>
              <a:gdLst>
                <a:gd name="T0" fmla="*/ 68 w 17"/>
                <a:gd name="T1" fmla="*/ 0 h 49"/>
                <a:gd name="T2" fmla="*/ 13 w 17"/>
                <a:gd name="T3" fmla="*/ 205 h 49"/>
                <a:gd name="T4" fmla="*/ 64 w 17"/>
                <a:gd name="T5" fmla="*/ 192 h 49"/>
                <a:gd name="T6" fmla="*/ 33 w 17"/>
                <a:gd name="T7" fmla="*/ 164 h 49"/>
                <a:gd name="T8" fmla="*/ 68 w 17"/>
                <a:gd name="T9" fmla="*/ 145 h 49"/>
                <a:gd name="T10" fmla="*/ 68 w 17"/>
                <a:gd name="T11" fmla="*/ 71 h 49"/>
                <a:gd name="T12" fmla="*/ 68 w 17"/>
                <a:gd name="T13" fmla="*/ 0 h 4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" h="49">
                  <a:moveTo>
                    <a:pt x="17" y="0"/>
                  </a:moveTo>
                  <a:cubicBezTo>
                    <a:pt x="6" y="10"/>
                    <a:pt x="0" y="35"/>
                    <a:pt x="3" y="49"/>
                  </a:cubicBezTo>
                  <a:cubicBezTo>
                    <a:pt x="3" y="44"/>
                    <a:pt x="13" y="45"/>
                    <a:pt x="16" y="46"/>
                  </a:cubicBezTo>
                  <a:cubicBezTo>
                    <a:pt x="13" y="44"/>
                    <a:pt x="8" y="44"/>
                    <a:pt x="8" y="39"/>
                  </a:cubicBezTo>
                  <a:cubicBezTo>
                    <a:pt x="9" y="35"/>
                    <a:pt x="13" y="35"/>
                    <a:pt x="17" y="35"/>
                  </a:cubicBezTo>
                  <a:cubicBezTo>
                    <a:pt x="8" y="33"/>
                    <a:pt x="10" y="19"/>
                    <a:pt x="17" y="17"/>
                  </a:cubicBezTo>
                  <a:cubicBezTo>
                    <a:pt x="15" y="13"/>
                    <a:pt x="13" y="4"/>
                    <a:pt x="17" y="0"/>
                  </a:cubicBezTo>
                </a:path>
              </a:pathLst>
            </a:custGeom>
            <a:solidFill>
              <a:srgbClr val="E2C5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382" name="Freeform 288">
              <a:extLst>
                <a:ext uri="{FF2B5EF4-FFF2-40B4-BE49-F238E27FC236}">
                  <a16:creationId xmlns:a16="http://schemas.microsoft.com/office/drawing/2014/main" id="{4F70AA89-AD95-45BC-A970-32AA16C231B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9" y="1028"/>
              <a:ext cx="51" cy="32"/>
            </a:xfrm>
            <a:custGeom>
              <a:avLst/>
              <a:gdLst>
                <a:gd name="T0" fmla="*/ 65 w 32"/>
                <a:gd name="T1" fmla="*/ 0 h 20"/>
                <a:gd name="T2" fmla="*/ 13 w 32"/>
                <a:gd name="T3" fmla="*/ 82 h 20"/>
                <a:gd name="T4" fmla="*/ 48 w 32"/>
                <a:gd name="T5" fmla="*/ 74 h 20"/>
                <a:gd name="T6" fmla="*/ 81 w 32"/>
                <a:gd name="T7" fmla="*/ 67 h 20"/>
                <a:gd name="T8" fmla="*/ 129 w 32"/>
                <a:gd name="T9" fmla="*/ 54 h 20"/>
                <a:gd name="T10" fmla="*/ 73 w 32"/>
                <a:gd name="T11" fmla="*/ 13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2" h="20">
                  <a:moveTo>
                    <a:pt x="16" y="0"/>
                  </a:moveTo>
                  <a:cubicBezTo>
                    <a:pt x="13" y="6"/>
                    <a:pt x="0" y="11"/>
                    <a:pt x="3" y="20"/>
                  </a:cubicBezTo>
                  <a:cubicBezTo>
                    <a:pt x="6" y="20"/>
                    <a:pt x="9" y="18"/>
                    <a:pt x="12" y="18"/>
                  </a:cubicBezTo>
                  <a:cubicBezTo>
                    <a:pt x="14" y="17"/>
                    <a:pt x="17" y="17"/>
                    <a:pt x="20" y="16"/>
                  </a:cubicBezTo>
                  <a:cubicBezTo>
                    <a:pt x="24" y="16"/>
                    <a:pt x="29" y="16"/>
                    <a:pt x="32" y="13"/>
                  </a:cubicBezTo>
                  <a:cubicBezTo>
                    <a:pt x="24" y="13"/>
                    <a:pt x="22" y="8"/>
                    <a:pt x="18" y="3"/>
                  </a:cubicBezTo>
                </a:path>
              </a:pathLst>
            </a:custGeom>
            <a:solidFill>
              <a:srgbClr val="B373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383" name="Freeform 289">
              <a:extLst>
                <a:ext uri="{FF2B5EF4-FFF2-40B4-BE49-F238E27FC236}">
                  <a16:creationId xmlns:a16="http://schemas.microsoft.com/office/drawing/2014/main" id="{27848AA3-AA7F-4D32-B002-E2C500AA79C2}"/>
                </a:ext>
              </a:extLst>
            </p:cNvPr>
            <p:cNvSpPr>
              <a:spLocks/>
            </p:cNvSpPr>
            <p:nvPr/>
          </p:nvSpPr>
          <p:spPr bwMode="auto">
            <a:xfrm>
              <a:off x="741" y="1011"/>
              <a:ext cx="70" cy="57"/>
            </a:xfrm>
            <a:custGeom>
              <a:avLst/>
              <a:gdLst>
                <a:gd name="T0" fmla="*/ 16 w 44"/>
                <a:gd name="T1" fmla="*/ 39 h 35"/>
                <a:gd name="T2" fmla="*/ 95 w 44"/>
                <a:gd name="T3" fmla="*/ 90 h 35"/>
                <a:gd name="T4" fmla="*/ 158 w 44"/>
                <a:gd name="T5" fmla="*/ 81 h 35"/>
                <a:gd name="T6" fmla="*/ 108 w 44"/>
                <a:gd name="T7" fmla="*/ 18 h 35"/>
                <a:gd name="T8" fmla="*/ 94 w 44"/>
                <a:gd name="T9" fmla="*/ 47 h 35"/>
                <a:gd name="T10" fmla="*/ 73 w 44"/>
                <a:gd name="T11" fmla="*/ 34 h 35"/>
                <a:gd name="T12" fmla="*/ 53 w 44"/>
                <a:gd name="T13" fmla="*/ 5 h 35"/>
                <a:gd name="T14" fmla="*/ 0 w 44"/>
                <a:gd name="T15" fmla="*/ 0 h 3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4" h="35">
                  <a:moveTo>
                    <a:pt x="4" y="9"/>
                  </a:moveTo>
                  <a:cubicBezTo>
                    <a:pt x="8" y="18"/>
                    <a:pt x="17" y="16"/>
                    <a:pt x="24" y="21"/>
                  </a:cubicBezTo>
                  <a:cubicBezTo>
                    <a:pt x="30" y="26"/>
                    <a:pt x="44" y="35"/>
                    <a:pt x="39" y="19"/>
                  </a:cubicBezTo>
                  <a:cubicBezTo>
                    <a:pt x="32" y="20"/>
                    <a:pt x="26" y="10"/>
                    <a:pt x="27" y="4"/>
                  </a:cubicBezTo>
                  <a:cubicBezTo>
                    <a:pt x="26" y="7"/>
                    <a:pt x="26" y="10"/>
                    <a:pt x="23" y="11"/>
                  </a:cubicBezTo>
                  <a:cubicBezTo>
                    <a:pt x="19" y="12"/>
                    <a:pt x="14" y="12"/>
                    <a:pt x="18" y="8"/>
                  </a:cubicBezTo>
                  <a:cubicBezTo>
                    <a:pt x="13" y="11"/>
                    <a:pt x="13" y="5"/>
                    <a:pt x="13" y="1"/>
                  </a:cubicBezTo>
                  <a:cubicBezTo>
                    <a:pt x="6" y="3"/>
                    <a:pt x="4" y="8"/>
                    <a:pt x="0" y="0"/>
                  </a:cubicBezTo>
                </a:path>
              </a:pathLst>
            </a:custGeom>
            <a:solidFill>
              <a:srgbClr val="B373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384" name="Freeform 290">
              <a:extLst>
                <a:ext uri="{FF2B5EF4-FFF2-40B4-BE49-F238E27FC236}">
                  <a16:creationId xmlns:a16="http://schemas.microsoft.com/office/drawing/2014/main" id="{A0425DF5-C1CB-4F22-829C-3748A8847F75}"/>
                </a:ext>
              </a:extLst>
            </p:cNvPr>
            <p:cNvSpPr>
              <a:spLocks/>
            </p:cNvSpPr>
            <p:nvPr/>
          </p:nvSpPr>
          <p:spPr bwMode="auto">
            <a:xfrm>
              <a:off x="941" y="842"/>
              <a:ext cx="109" cy="92"/>
            </a:xfrm>
            <a:custGeom>
              <a:avLst/>
              <a:gdLst>
                <a:gd name="T0" fmla="*/ 0 w 68"/>
                <a:gd name="T1" fmla="*/ 0 h 57"/>
                <a:gd name="T2" fmla="*/ 90 w 68"/>
                <a:gd name="T3" fmla="*/ 81 h 57"/>
                <a:gd name="T4" fmla="*/ 170 w 68"/>
                <a:gd name="T5" fmla="*/ 165 h 57"/>
                <a:gd name="T6" fmla="*/ 281 w 68"/>
                <a:gd name="T7" fmla="*/ 226 h 57"/>
                <a:gd name="T8" fmla="*/ 268 w 68"/>
                <a:gd name="T9" fmla="*/ 165 h 57"/>
                <a:gd name="T10" fmla="*/ 226 w 68"/>
                <a:gd name="T11" fmla="*/ 178 h 57"/>
                <a:gd name="T12" fmla="*/ 55 w 68"/>
                <a:gd name="T13" fmla="*/ 39 h 5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8" h="57">
                  <a:moveTo>
                    <a:pt x="0" y="0"/>
                  </a:moveTo>
                  <a:cubicBezTo>
                    <a:pt x="9" y="4"/>
                    <a:pt x="15" y="12"/>
                    <a:pt x="22" y="19"/>
                  </a:cubicBezTo>
                  <a:cubicBezTo>
                    <a:pt x="28" y="25"/>
                    <a:pt x="34" y="33"/>
                    <a:pt x="41" y="39"/>
                  </a:cubicBezTo>
                  <a:cubicBezTo>
                    <a:pt x="46" y="44"/>
                    <a:pt x="60" y="57"/>
                    <a:pt x="68" y="54"/>
                  </a:cubicBezTo>
                  <a:cubicBezTo>
                    <a:pt x="67" y="50"/>
                    <a:pt x="67" y="42"/>
                    <a:pt x="65" y="39"/>
                  </a:cubicBezTo>
                  <a:cubicBezTo>
                    <a:pt x="67" y="48"/>
                    <a:pt x="60" y="45"/>
                    <a:pt x="55" y="42"/>
                  </a:cubicBezTo>
                  <a:cubicBezTo>
                    <a:pt x="39" y="32"/>
                    <a:pt x="31" y="14"/>
                    <a:pt x="13" y="9"/>
                  </a:cubicBezTo>
                </a:path>
              </a:pathLst>
            </a:custGeom>
            <a:solidFill>
              <a:srgbClr val="B373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385" name="Freeform 291">
              <a:extLst>
                <a:ext uri="{FF2B5EF4-FFF2-40B4-BE49-F238E27FC236}">
                  <a16:creationId xmlns:a16="http://schemas.microsoft.com/office/drawing/2014/main" id="{091C051E-FB6F-4789-99DB-84793BF446AA}"/>
                </a:ext>
              </a:extLst>
            </p:cNvPr>
            <p:cNvSpPr>
              <a:spLocks/>
            </p:cNvSpPr>
            <p:nvPr/>
          </p:nvSpPr>
          <p:spPr bwMode="auto">
            <a:xfrm>
              <a:off x="763" y="3035"/>
              <a:ext cx="78" cy="80"/>
            </a:xfrm>
            <a:custGeom>
              <a:avLst/>
              <a:gdLst>
                <a:gd name="T0" fmla="*/ 0 w 48"/>
                <a:gd name="T1" fmla="*/ 149 h 50"/>
                <a:gd name="T2" fmla="*/ 185 w 48"/>
                <a:gd name="T3" fmla="*/ 0 h 50"/>
                <a:gd name="T4" fmla="*/ 172 w 48"/>
                <a:gd name="T5" fmla="*/ 118 h 50"/>
                <a:gd name="T6" fmla="*/ 34 w 48"/>
                <a:gd name="T7" fmla="*/ 158 h 5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8" h="50">
                  <a:moveTo>
                    <a:pt x="0" y="36"/>
                  </a:moveTo>
                  <a:cubicBezTo>
                    <a:pt x="20" y="50"/>
                    <a:pt x="39" y="13"/>
                    <a:pt x="43" y="0"/>
                  </a:cubicBezTo>
                  <a:cubicBezTo>
                    <a:pt x="45" y="10"/>
                    <a:pt x="48" y="20"/>
                    <a:pt x="40" y="29"/>
                  </a:cubicBezTo>
                  <a:cubicBezTo>
                    <a:pt x="32" y="37"/>
                    <a:pt x="18" y="40"/>
                    <a:pt x="8" y="39"/>
                  </a:cubicBezTo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386" name="Freeform 292">
              <a:extLst>
                <a:ext uri="{FF2B5EF4-FFF2-40B4-BE49-F238E27FC236}">
                  <a16:creationId xmlns:a16="http://schemas.microsoft.com/office/drawing/2014/main" id="{C67B9050-83AB-4029-B76A-A7DC65F782E6}"/>
                </a:ext>
              </a:extLst>
            </p:cNvPr>
            <p:cNvSpPr>
              <a:spLocks/>
            </p:cNvSpPr>
            <p:nvPr/>
          </p:nvSpPr>
          <p:spPr bwMode="auto">
            <a:xfrm>
              <a:off x="734" y="3275"/>
              <a:ext cx="63" cy="457"/>
            </a:xfrm>
            <a:custGeom>
              <a:avLst/>
              <a:gdLst>
                <a:gd name="T0" fmla="*/ 29 w 39"/>
                <a:gd name="T1" fmla="*/ 0 h 284"/>
                <a:gd name="T2" fmla="*/ 39 w 39"/>
                <a:gd name="T3" fmla="*/ 629 h 284"/>
                <a:gd name="T4" fmla="*/ 165 w 39"/>
                <a:gd name="T5" fmla="*/ 1183 h 284"/>
                <a:gd name="T6" fmla="*/ 76 w 39"/>
                <a:gd name="T7" fmla="*/ 570 h 284"/>
                <a:gd name="T8" fmla="*/ 29 w 39"/>
                <a:gd name="T9" fmla="*/ 0 h 2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284">
                  <a:moveTo>
                    <a:pt x="7" y="0"/>
                  </a:moveTo>
                  <a:cubicBezTo>
                    <a:pt x="0" y="26"/>
                    <a:pt x="0" y="111"/>
                    <a:pt x="9" y="151"/>
                  </a:cubicBezTo>
                  <a:cubicBezTo>
                    <a:pt x="17" y="192"/>
                    <a:pt x="36" y="267"/>
                    <a:pt x="39" y="284"/>
                  </a:cubicBezTo>
                  <a:cubicBezTo>
                    <a:pt x="35" y="252"/>
                    <a:pt x="22" y="158"/>
                    <a:pt x="18" y="137"/>
                  </a:cubicBezTo>
                  <a:cubicBezTo>
                    <a:pt x="14" y="116"/>
                    <a:pt x="5" y="31"/>
                    <a:pt x="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387" name="Freeform 293">
              <a:extLst>
                <a:ext uri="{FF2B5EF4-FFF2-40B4-BE49-F238E27FC236}">
                  <a16:creationId xmlns:a16="http://schemas.microsoft.com/office/drawing/2014/main" id="{80F5D78D-E930-4FCB-8A0B-F98158BF3943}"/>
                </a:ext>
              </a:extLst>
            </p:cNvPr>
            <p:cNvSpPr>
              <a:spLocks/>
            </p:cNvSpPr>
            <p:nvPr/>
          </p:nvSpPr>
          <p:spPr bwMode="auto">
            <a:xfrm>
              <a:off x="953" y="3217"/>
              <a:ext cx="38" cy="518"/>
            </a:xfrm>
            <a:custGeom>
              <a:avLst/>
              <a:gdLst>
                <a:gd name="T0" fmla="*/ 68 w 23"/>
                <a:gd name="T1" fmla="*/ 1340 h 322"/>
                <a:gd name="T2" fmla="*/ 28 w 23"/>
                <a:gd name="T3" fmla="*/ 558 h 322"/>
                <a:gd name="T4" fmla="*/ 50 w 23"/>
                <a:gd name="T5" fmla="*/ 0 h 322"/>
                <a:gd name="T6" fmla="*/ 83 w 23"/>
                <a:gd name="T7" fmla="*/ 579 h 322"/>
                <a:gd name="T8" fmla="*/ 68 w 23"/>
                <a:gd name="T9" fmla="*/ 1340 h 3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322">
                  <a:moveTo>
                    <a:pt x="15" y="322"/>
                  </a:moveTo>
                  <a:cubicBezTo>
                    <a:pt x="20" y="301"/>
                    <a:pt x="12" y="190"/>
                    <a:pt x="6" y="134"/>
                  </a:cubicBezTo>
                  <a:cubicBezTo>
                    <a:pt x="0" y="77"/>
                    <a:pt x="2" y="25"/>
                    <a:pt x="11" y="0"/>
                  </a:cubicBezTo>
                  <a:cubicBezTo>
                    <a:pt x="7" y="20"/>
                    <a:pt x="14" y="87"/>
                    <a:pt x="18" y="139"/>
                  </a:cubicBezTo>
                  <a:cubicBezTo>
                    <a:pt x="23" y="191"/>
                    <a:pt x="22" y="299"/>
                    <a:pt x="15" y="32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388" name="Freeform 294">
              <a:extLst>
                <a:ext uri="{FF2B5EF4-FFF2-40B4-BE49-F238E27FC236}">
                  <a16:creationId xmlns:a16="http://schemas.microsoft.com/office/drawing/2014/main" id="{3B6F2F05-FB4E-4E49-A457-D4BBEA7266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8" y="3252"/>
              <a:ext cx="61" cy="454"/>
            </a:xfrm>
            <a:custGeom>
              <a:avLst/>
              <a:gdLst>
                <a:gd name="T0" fmla="*/ 120 w 38"/>
                <a:gd name="T1" fmla="*/ 0 h 282"/>
                <a:gd name="T2" fmla="*/ 128 w 38"/>
                <a:gd name="T3" fmla="*/ 634 h 282"/>
                <a:gd name="T4" fmla="*/ 0 w 38"/>
                <a:gd name="T5" fmla="*/ 1177 h 282"/>
                <a:gd name="T6" fmla="*/ 103 w 38"/>
                <a:gd name="T7" fmla="*/ 493 h 282"/>
                <a:gd name="T8" fmla="*/ 120 w 38"/>
                <a:gd name="T9" fmla="*/ 0 h 28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282">
                  <a:moveTo>
                    <a:pt x="29" y="0"/>
                  </a:moveTo>
                  <a:cubicBezTo>
                    <a:pt x="34" y="35"/>
                    <a:pt x="38" y="102"/>
                    <a:pt x="31" y="152"/>
                  </a:cubicBezTo>
                  <a:cubicBezTo>
                    <a:pt x="23" y="202"/>
                    <a:pt x="6" y="258"/>
                    <a:pt x="0" y="282"/>
                  </a:cubicBezTo>
                  <a:cubicBezTo>
                    <a:pt x="2" y="256"/>
                    <a:pt x="23" y="173"/>
                    <a:pt x="25" y="118"/>
                  </a:cubicBezTo>
                  <a:cubicBezTo>
                    <a:pt x="27" y="64"/>
                    <a:pt x="32" y="10"/>
                    <a:pt x="29" y="0"/>
                  </a:cubicBezTo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389" name="Freeform 295">
              <a:extLst>
                <a:ext uri="{FF2B5EF4-FFF2-40B4-BE49-F238E27FC236}">
                  <a16:creationId xmlns:a16="http://schemas.microsoft.com/office/drawing/2014/main" id="{3FE0280D-B68A-4F59-BE14-BA5604E6976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6" y="3788"/>
              <a:ext cx="27" cy="126"/>
            </a:xfrm>
            <a:custGeom>
              <a:avLst/>
              <a:gdLst>
                <a:gd name="T0" fmla="*/ 64 w 17"/>
                <a:gd name="T1" fmla="*/ 0 h 78"/>
                <a:gd name="T2" fmla="*/ 48 w 17"/>
                <a:gd name="T3" fmla="*/ 191 h 78"/>
                <a:gd name="T4" fmla="*/ 56 w 17"/>
                <a:gd name="T5" fmla="*/ 330 h 78"/>
                <a:gd name="T6" fmla="*/ 5 w 17"/>
                <a:gd name="T7" fmla="*/ 220 h 78"/>
                <a:gd name="T8" fmla="*/ 43 w 17"/>
                <a:gd name="T9" fmla="*/ 157 h 78"/>
                <a:gd name="T10" fmla="*/ 68 w 17"/>
                <a:gd name="T11" fmla="*/ 42 h 7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" h="78">
                  <a:moveTo>
                    <a:pt x="16" y="0"/>
                  </a:moveTo>
                  <a:cubicBezTo>
                    <a:pt x="16" y="16"/>
                    <a:pt x="15" y="29"/>
                    <a:pt x="12" y="45"/>
                  </a:cubicBezTo>
                  <a:cubicBezTo>
                    <a:pt x="9" y="57"/>
                    <a:pt x="14" y="66"/>
                    <a:pt x="14" y="78"/>
                  </a:cubicBezTo>
                  <a:cubicBezTo>
                    <a:pt x="10" y="70"/>
                    <a:pt x="0" y="59"/>
                    <a:pt x="1" y="52"/>
                  </a:cubicBezTo>
                  <a:cubicBezTo>
                    <a:pt x="2" y="47"/>
                    <a:pt x="9" y="42"/>
                    <a:pt x="11" y="37"/>
                  </a:cubicBezTo>
                  <a:cubicBezTo>
                    <a:pt x="15" y="28"/>
                    <a:pt x="11" y="18"/>
                    <a:pt x="17" y="10"/>
                  </a:cubicBezTo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390" name="Freeform 296">
              <a:extLst>
                <a:ext uri="{FF2B5EF4-FFF2-40B4-BE49-F238E27FC236}">
                  <a16:creationId xmlns:a16="http://schemas.microsoft.com/office/drawing/2014/main" id="{E113140B-148F-4B1B-A121-A030DA082E61}"/>
                </a:ext>
              </a:extLst>
            </p:cNvPr>
            <p:cNvSpPr>
              <a:spLocks/>
            </p:cNvSpPr>
            <p:nvPr/>
          </p:nvSpPr>
          <p:spPr bwMode="auto">
            <a:xfrm>
              <a:off x="879" y="3727"/>
              <a:ext cx="28" cy="138"/>
            </a:xfrm>
            <a:custGeom>
              <a:avLst/>
              <a:gdLst>
                <a:gd name="T0" fmla="*/ 54 w 17"/>
                <a:gd name="T1" fmla="*/ 149 h 86"/>
                <a:gd name="T2" fmla="*/ 49 w 17"/>
                <a:gd name="T3" fmla="*/ 355 h 86"/>
                <a:gd name="T4" fmla="*/ 21 w 17"/>
                <a:gd name="T5" fmla="*/ 170 h 86"/>
                <a:gd name="T6" fmla="*/ 5 w 17"/>
                <a:gd name="T7" fmla="*/ 75 h 86"/>
                <a:gd name="T8" fmla="*/ 8 w 17"/>
                <a:gd name="T9" fmla="*/ 0 h 86"/>
                <a:gd name="T10" fmla="*/ 58 w 17"/>
                <a:gd name="T11" fmla="*/ 144 h 8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" h="86">
                  <a:moveTo>
                    <a:pt x="12" y="36"/>
                  </a:moveTo>
                  <a:cubicBezTo>
                    <a:pt x="17" y="54"/>
                    <a:pt x="17" y="68"/>
                    <a:pt x="11" y="86"/>
                  </a:cubicBezTo>
                  <a:cubicBezTo>
                    <a:pt x="13" y="72"/>
                    <a:pt x="10" y="54"/>
                    <a:pt x="5" y="41"/>
                  </a:cubicBezTo>
                  <a:cubicBezTo>
                    <a:pt x="1" y="32"/>
                    <a:pt x="0" y="28"/>
                    <a:pt x="1" y="18"/>
                  </a:cubicBezTo>
                  <a:cubicBezTo>
                    <a:pt x="2" y="12"/>
                    <a:pt x="4" y="5"/>
                    <a:pt x="2" y="0"/>
                  </a:cubicBezTo>
                  <a:cubicBezTo>
                    <a:pt x="4" y="12"/>
                    <a:pt x="9" y="24"/>
                    <a:pt x="13" y="35"/>
                  </a:cubicBezTo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391" name="Freeform 297">
              <a:extLst>
                <a:ext uri="{FF2B5EF4-FFF2-40B4-BE49-F238E27FC236}">
                  <a16:creationId xmlns:a16="http://schemas.microsoft.com/office/drawing/2014/main" id="{88163266-069C-488C-99D7-581E826F81C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0" y="3032"/>
              <a:ext cx="55" cy="80"/>
            </a:xfrm>
            <a:custGeom>
              <a:avLst/>
              <a:gdLst>
                <a:gd name="T0" fmla="*/ 0 w 34"/>
                <a:gd name="T1" fmla="*/ 158 h 50"/>
                <a:gd name="T2" fmla="*/ 110 w 34"/>
                <a:gd name="T3" fmla="*/ 0 h 50"/>
                <a:gd name="T4" fmla="*/ 13 w 34"/>
                <a:gd name="T5" fmla="*/ 170 h 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50">
                  <a:moveTo>
                    <a:pt x="0" y="39"/>
                  </a:moveTo>
                  <a:cubicBezTo>
                    <a:pt x="20" y="48"/>
                    <a:pt x="27" y="11"/>
                    <a:pt x="26" y="0"/>
                  </a:cubicBezTo>
                  <a:cubicBezTo>
                    <a:pt x="34" y="16"/>
                    <a:pt x="27" y="50"/>
                    <a:pt x="3" y="41"/>
                  </a:cubicBezTo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392" name="Freeform 298">
              <a:extLst>
                <a:ext uri="{FF2B5EF4-FFF2-40B4-BE49-F238E27FC236}">
                  <a16:creationId xmlns:a16="http://schemas.microsoft.com/office/drawing/2014/main" id="{206327A4-960F-4B88-8AA4-9C4AE5F5FC25}"/>
                </a:ext>
              </a:extLst>
            </p:cNvPr>
            <p:cNvSpPr>
              <a:spLocks/>
            </p:cNvSpPr>
            <p:nvPr/>
          </p:nvSpPr>
          <p:spPr bwMode="auto">
            <a:xfrm>
              <a:off x="926" y="2487"/>
              <a:ext cx="76" cy="218"/>
            </a:xfrm>
            <a:custGeom>
              <a:avLst/>
              <a:gdLst>
                <a:gd name="T0" fmla="*/ 115 w 47"/>
                <a:gd name="T1" fmla="*/ 55 h 135"/>
                <a:gd name="T2" fmla="*/ 84 w 47"/>
                <a:gd name="T3" fmla="*/ 568 h 135"/>
                <a:gd name="T4" fmla="*/ 105 w 47"/>
                <a:gd name="T5" fmla="*/ 378 h 135"/>
                <a:gd name="T6" fmla="*/ 110 w 47"/>
                <a:gd name="T7" fmla="*/ 186 h 135"/>
                <a:gd name="T8" fmla="*/ 131 w 47"/>
                <a:gd name="T9" fmla="*/ 94 h 135"/>
                <a:gd name="T10" fmla="*/ 199 w 47"/>
                <a:gd name="T11" fmla="*/ 0 h 135"/>
                <a:gd name="T12" fmla="*/ 102 w 47"/>
                <a:gd name="T13" fmla="*/ 63 h 1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7" h="135">
                  <a:moveTo>
                    <a:pt x="27" y="13"/>
                  </a:moveTo>
                  <a:cubicBezTo>
                    <a:pt x="0" y="25"/>
                    <a:pt x="30" y="103"/>
                    <a:pt x="20" y="135"/>
                  </a:cubicBezTo>
                  <a:cubicBezTo>
                    <a:pt x="19" y="119"/>
                    <a:pt x="23" y="105"/>
                    <a:pt x="25" y="90"/>
                  </a:cubicBezTo>
                  <a:cubicBezTo>
                    <a:pt x="26" y="75"/>
                    <a:pt x="24" y="59"/>
                    <a:pt x="26" y="44"/>
                  </a:cubicBezTo>
                  <a:cubicBezTo>
                    <a:pt x="26" y="36"/>
                    <a:pt x="27" y="29"/>
                    <a:pt x="31" y="22"/>
                  </a:cubicBezTo>
                  <a:cubicBezTo>
                    <a:pt x="35" y="16"/>
                    <a:pt x="41" y="2"/>
                    <a:pt x="47" y="0"/>
                  </a:cubicBezTo>
                  <a:cubicBezTo>
                    <a:pt x="39" y="3"/>
                    <a:pt x="32" y="11"/>
                    <a:pt x="24" y="1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393" name="Freeform 299">
              <a:extLst>
                <a:ext uri="{FF2B5EF4-FFF2-40B4-BE49-F238E27FC236}">
                  <a16:creationId xmlns:a16="http://schemas.microsoft.com/office/drawing/2014/main" id="{E1B8ECF8-0BD7-416A-959B-A8C1431B38EC}"/>
                </a:ext>
              </a:extLst>
            </p:cNvPr>
            <p:cNvSpPr>
              <a:spLocks/>
            </p:cNvSpPr>
            <p:nvPr/>
          </p:nvSpPr>
          <p:spPr bwMode="auto">
            <a:xfrm>
              <a:off x="942" y="2930"/>
              <a:ext cx="32" cy="251"/>
            </a:xfrm>
            <a:custGeom>
              <a:avLst/>
              <a:gdLst>
                <a:gd name="T0" fmla="*/ 42 w 20"/>
                <a:gd name="T1" fmla="*/ 0 h 156"/>
                <a:gd name="T2" fmla="*/ 34 w 20"/>
                <a:gd name="T3" fmla="*/ 327 h 156"/>
                <a:gd name="T4" fmla="*/ 56 w 20"/>
                <a:gd name="T5" fmla="*/ 650 h 156"/>
                <a:gd name="T6" fmla="*/ 67 w 20"/>
                <a:gd name="T7" fmla="*/ 354 h 156"/>
                <a:gd name="T8" fmla="*/ 48 w 20"/>
                <a:gd name="T9" fmla="*/ 88 h 156"/>
                <a:gd name="T10" fmla="*/ 42 w 20"/>
                <a:gd name="T11" fmla="*/ 0 h 15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" h="156">
                  <a:moveTo>
                    <a:pt x="10" y="0"/>
                  </a:moveTo>
                  <a:cubicBezTo>
                    <a:pt x="8" y="23"/>
                    <a:pt x="0" y="49"/>
                    <a:pt x="8" y="78"/>
                  </a:cubicBezTo>
                  <a:cubicBezTo>
                    <a:pt x="15" y="107"/>
                    <a:pt x="19" y="130"/>
                    <a:pt x="14" y="156"/>
                  </a:cubicBezTo>
                  <a:cubicBezTo>
                    <a:pt x="20" y="135"/>
                    <a:pt x="19" y="103"/>
                    <a:pt x="16" y="85"/>
                  </a:cubicBezTo>
                  <a:cubicBezTo>
                    <a:pt x="13" y="68"/>
                    <a:pt x="10" y="35"/>
                    <a:pt x="12" y="21"/>
                  </a:cubicBezTo>
                  <a:cubicBezTo>
                    <a:pt x="13" y="6"/>
                    <a:pt x="10" y="0"/>
                    <a:pt x="1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394" name="Freeform 300">
              <a:extLst>
                <a:ext uri="{FF2B5EF4-FFF2-40B4-BE49-F238E27FC236}">
                  <a16:creationId xmlns:a16="http://schemas.microsoft.com/office/drawing/2014/main" id="{2A823FE8-6BAE-4E33-8AA7-D9403485565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5" y="3973"/>
              <a:ext cx="115" cy="73"/>
            </a:xfrm>
            <a:custGeom>
              <a:avLst/>
              <a:gdLst>
                <a:gd name="T0" fmla="*/ 47 w 71"/>
                <a:gd name="T1" fmla="*/ 149 h 45"/>
                <a:gd name="T2" fmla="*/ 220 w 71"/>
                <a:gd name="T3" fmla="*/ 152 h 45"/>
                <a:gd name="T4" fmla="*/ 259 w 71"/>
                <a:gd name="T5" fmla="*/ 0 h 45"/>
                <a:gd name="T6" fmla="*/ 246 w 71"/>
                <a:gd name="T7" fmla="*/ 50 h 45"/>
                <a:gd name="T8" fmla="*/ 165 w 71"/>
                <a:gd name="T9" fmla="*/ 89 h 45"/>
                <a:gd name="T10" fmla="*/ 16 w 71"/>
                <a:gd name="T11" fmla="*/ 76 h 45"/>
                <a:gd name="T12" fmla="*/ 26 w 71"/>
                <a:gd name="T13" fmla="*/ 152 h 4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1" h="45">
                  <a:moveTo>
                    <a:pt x="11" y="35"/>
                  </a:moveTo>
                  <a:cubicBezTo>
                    <a:pt x="21" y="45"/>
                    <a:pt x="41" y="42"/>
                    <a:pt x="52" y="36"/>
                  </a:cubicBezTo>
                  <a:cubicBezTo>
                    <a:pt x="71" y="27"/>
                    <a:pt x="67" y="16"/>
                    <a:pt x="61" y="0"/>
                  </a:cubicBezTo>
                  <a:cubicBezTo>
                    <a:pt x="61" y="5"/>
                    <a:pt x="62" y="8"/>
                    <a:pt x="58" y="12"/>
                  </a:cubicBezTo>
                  <a:cubicBezTo>
                    <a:pt x="54" y="17"/>
                    <a:pt x="45" y="20"/>
                    <a:pt x="39" y="21"/>
                  </a:cubicBezTo>
                  <a:cubicBezTo>
                    <a:pt x="27" y="24"/>
                    <a:pt x="15" y="21"/>
                    <a:pt x="4" y="18"/>
                  </a:cubicBezTo>
                  <a:cubicBezTo>
                    <a:pt x="0" y="22"/>
                    <a:pt x="6" y="31"/>
                    <a:pt x="6" y="36"/>
                  </a:cubicBezTo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395" name="Freeform 301">
              <a:extLst>
                <a:ext uri="{FF2B5EF4-FFF2-40B4-BE49-F238E27FC236}">
                  <a16:creationId xmlns:a16="http://schemas.microsoft.com/office/drawing/2014/main" id="{EF4091E5-37E8-48D4-A95F-80770EB40CE5}"/>
                </a:ext>
              </a:extLst>
            </p:cNvPr>
            <p:cNvSpPr>
              <a:spLocks/>
            </p:cNvSpPr>
            <p:nvPr/>
          </p:nvSpPr>
          <p:spPr bwMode="auto">
            <a:xfrm>
              <a:off x="807" y="3875"/>
              <a:ext cx="121" cy="161"/>
            </a:xfrm>
            <a:custGeom>
              <a:avLst/>
              <a:gdLst>
                <a:gd name="T0" fmla="*/ 0 w 75"/>
                <a:gd name="T1" fmla="*/ 417 h 100"/>
                <a:gd name="T2" fmla="*/ 89 w 75"/>
                <a:gd name="T3" fmla="*/ 403 h 100"/>
                <a:gd name="T4" fmla="*/ 158 w 75"/>
                <a:gd name="T5" fmla="*/ 409 h 100"/>
                <a:gd name="T6" fmla="*/ 224 w 75"/>
                <a:gd name="T7" fmla="*/ 390 h 100"/>
                <a:gd name="T8" fmla="*/ 266 w 75"/>
                <a:gd name="T9" fmla="*/ 316 h 100"/>
                <a:gd name="T10" fmla="*/ 286 w 75"/>
                <a:gd name="T11" fmla="*/ 150 h 100"/>
                <a:gd name="T12" fmla="*/ 268 w 75"/>
                <a:gd name="T13" fmla="*/ 0 h 100"/>
                <a:gd name="T14" fmla="*/ 224 w 75"/>
                <a:gd name="T15" fmla="*/ 84 h 100"/>
                <a:gd name="T16" fmla="*/ 226 w 75"/>
                <a:gd name="T17" fmla="*/ 192 h 100"/>
                <a:gd name="T18" fmla="*/ 179 w 75"/>
                <a:gd name="T19" fmla="*/ 288 h 100"/>
                <a:gd name="T20" fmla="*/ 110 w 75"/>
                <a:gd name="T21" fmla="*/ 375 h 10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5" h="100">
                  <a:moveTo>
                    <a:pt x="0" y="100"/>
                  </a:moveTo>
                  <a:cubicBezTo>
                    <a:pt x="7" y="97"/>
                    <a:pt x="13" y="96"/>
                    <a:pt x="21" y="96"/>
                  </a:cubicBezTo>
                  <a:cubicBezTo>
                    <a:pt x="27" y="97"/>
                    <a:pt x="32" y="99"/>
                    <a:pt x="38" y="98"/>
                  </a:cubicBezTo>
                  <a:cubicBezTo>
                    <a:pt x="42" y="98"/>
                    <a:pt x="49" y="95"/>
                    <a:pt x="53" y="93"/>
                  </a:cubicBezTo>
                  <a:cubicBezTo>
                    <a:pt x="60" y="89"/>
                    <a:pt x="61" y="84"/>
                    <a:pt x="63" y="76"/>
                  </a:cubicBezTo>
                  <a:cubicBezTo>
                    <a:pt x="66" y="63"/>
                    <a:pt x="67" y="50"/>
                    <a:pt x="68" y="36"/>
                  </a:cubicBezTo>
                  <a:cubicBezTo>
                    <a:pt x="68" y="25"/>
                    <a:pt x="75" y="8"/>
                    <a:pt x="64" y="0"/>
                  </a:cubicBezTo>
                  <a:cubicBezTo>
                    <a:pt x="60" y="4"/>
                    <a:pt x="54" y="14"/>
                    <a:pt x="53" y="20"/>
                  </a:cubicBezTo>
                  <a:cubicBezTo>
                    <a:pt x="51" y="28"/>
                    <a:pt x="55" y="38"/>
                    <a:pt x="54" y="46"/>
                  </a:cubicBezTo>
                  <a:cubicBezTo>
                    <a:pt x="53" y="55"/>
                    <a:pt x="49" y="62"/>
                    <a:pt x="43" y="69"/>
                  </a:cubicBezTo>
                  <a:cubicBezTo>
                    <a:pt x="38" y="75"/>
                    <a:pt x="36" y="89"/>
                    <a:pt x="26" y="90"/>
                  </a:cubicBezTo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396" name="Freeform 302">
              <a:extLst>
                <a:ext uri="{FF2B5EF4-FFF2-40B4-BE49-F238E27FC236}">
                  <a16:creationId xmlns:a16="http://schemas.microsoft.com/office/drawing/2014/main" id="{C0817AAE-677B-42A5-A37A-E5CEA83C6703}"/>
                </a:ext>
              </a:extLst>
            </p:cNvPr>
            <p:cNvSpPr>
              <a:spLocks/>
            </p:cNvSpPr>
            <p:nvPr/>
          </p:nvSpPr>
          <p:spPr bwMode="auto">
            <a:xfrm>
              <a:off x="708" y="1604"/>
              <a:ext cx="42" cy="42"/>
            </a:xfrm>
            <a:custGeom>
              <a:avLst/>
              <a:gdLst>
                <a:gd name="T0" fmla="*/ 0 w 26"/>
                <a:gd name="T1" fmla="*/ 60 h 26"/>
                <a:gd name="T2" fmla="*/ 50 w 26"/>
                <a:gd name="T3" fmla="*/ 0 h 26"/>
                <a:gd name="T4" fmla="*/ 105 w 26"/>
                <a:gd name="T5" fmla="*/ 50 h 26"/>
                <a:gd name="T6" fmla="*/ 60 w 26"/>
                <a:gd name="T7" fmla="*/ 105 h 26"/>
                <a:gd name="T8" fmla="*/ 0 w 26"/>
                <a:gd name="T9" fmla="*/ 60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6">
                  <a:moveTo>
                    <a:pt x="0" y="14"/>
                  </a:moveTo>
                  <a:cubicBezTo>
                    <a:pt x="0" y="7"/>
                    <a:pt x="5" y="1"/>
                    <a:pt x="12" y="0"/>
                  </a:cubicBezTo>
                  <a:cubicBezTo>
                    <a:pt x="19" y="0"/>
                    <a:pt x="25" y="5"/>
                    <a:pt x="25" y="12"/>
                  </a:cubicBezTo>
                  <a:cubicBezTo>
                    <a:pt x="26" y="19"/>
                    <a:pt x="21" y="25"/>
                    <a:pt x="14" y="25"/>
                  </a:cubicBezTo>
                  <a:cubicBezTo>
                    <a:pt x="7" y="26"/>
                    <a:pt x="1" y="20"/>
                    <a:pt x="0" y="14"/>
                  </a:cubicBezTo>
                </a:path>
              </a:pathLst>
            </a:custGeom>
            <a:solidFill>
              <a:srgbClr val="FEEC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397" name="Freeform 303">
              <a:extLst>
                <a:ext uri="{FF2B5EF4-FFF2-40B4-BE49-F238E27FC236}">
                  <a16:creationId xmlns:a16="http://schemas.microsoft.com/office/drawing/2014/main" id="{B1F2115D-5EE7-401C-BA41-81A2E0562B75}"/>
                </a:ext>
              </a:extLst>
            </p:cNvPr>
            <p:cNvSpPr>
              <a:spLocks/>
            </p:cNvSpPr>
            <p:nvPr/>
          </p:nvSpPr>
          <p:spPr bwMode="auto">
            <a:xfrm>
              <a:off x="911" y="2071"/>
              <a:ext cx="34" cy="11"/>
            </a:xfrm>
            <a:custGeom>
              <a:avLst/>
              <a:gdLst>
                <a:gd name="T0" fmla="*/ 0 w 21"/>
                <a:gd name="T1" fmla="*/ 27 h 7"/>
                <a:gd name="T2" fmla="*/ 42 w 21"/>
                <a:gd name="T3" fmla="*/ 0 h 7"/>
                <a:gd name="T4" fmla="*/ 89 w 21"/>
                <a:gd name="T5" fmla="*/ 27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7">
                  <a:moveTo>
                    <a:pt x="0" y="7"/>
                  </a:moveTo>
                  <a:cubicBezTo>
                    <a:pt x="5" y="1"/>
                    <a:pt x="6" y="0"/>
                    <a:pt x="10" y="0"/>
                  </a:cubicBezTo>
                  <a:cubicBezTo>
                    <a:pt x="15" y="0"/>
                    <a:pt x="16" y="1"/>
                    <a:pt x="21" y="7"/>
                  </a:cubicBezTo>
                </a:path>
              </a:pathLst>
            </a:custGeom>
            <a:noFill/>
            <a:ln w="6350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398" name="Freeform 304">
              <a:extLst>
                <a:ext uri="{FF2B5EF4-FFF2-40B4-BE49-F238E27FC236}">
                  <a16:creationId xmlns:a16="http://schemas.microsoft.com/office/drawing/2014/main" id="{EDCA37C2-5E6F-453D-9C9F-9232CCE66ADC}"/>
                </a:ext>
              </a:extLst>
            </p:cNvPr>
            <p:cNvSpPr>
              <a:spLocks/>
            </p:cNvSpPr>
            <p:nvPr/>
          </p:nvSpPr>
          <p:spPr bwMode="auto">
            <a:xfrm>
              <a:off x="918" y="2077"/>
              <a:ext cx="21" cy="10"/>
            </a:xfrm>
            <a:custGeom>
              <a:avLst/>
              <a:gdLst>
                <a:gd name="T0" fmla="*/ 0 w 13"/>
                <a:gd name="T1" fmla="*/ 0 h 6"/>
                <a:gd name="T2" fmla="*/ 55 w 13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6">
                  <a:moveTo>
                    <a:pt x="0" y="0"/>
                  </a:moveTo>
                  <a:cubicBezTo>
                    <a:pt x="1" y="6"/>
                    <a:pt x="11" y="6"/>
                    <a:pt x="13" y="0"/>
                  </a:cubicBezTo>
                </a:path>
              </a:pathLst>
            </a:custGeom>
            <a:noFill/>
            <a:ln w="6350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399" name="Freeform 305">
              <a:extLst>
                <a:ext uri="{FF2B5EF4-FFF2-40B4-BE49-F238E27FC236}">
                  <a16:creationId xmlns:a16="http://schemas.microsoft.com/office/drawing/2014/main" id="{1DD9E34D-CB3F-4B58-9FFB-78BFF5B84C39}"/>
                </a:ext>
              </a:extLst>
            </p:cNvPr>
            <p:cNvSpPr>
              <a:spLocks/>
            </p:cNvSpPr>
            <p:nvPr/>
          </p:nvSpPr>
          <p:spPr bwMode="auto">
            <a:xfrm>
              <a:off x="728" y="1296"/>
              <a:ext cx="163" cy="18"/>
            </a:xfrm>
            <a:custGeom>
              <a:avLst/>
              <a:gdLst>
                <a:gd name="T0" fmla="*/ 0 w 101"/>
                <a:gd name="T1" fmla="*/ 0 h 11"/>
                <a:gd name="T2" fmla="*/ 115 w 101"/>
                <a:gd name="T3" fmla="*/ 21 h 11"/>
                <a:gd name="T4" fmla="*/ 245 w 101"/>
                <a:gd name="T5" fmla="*/ 26 h 11"/>
                <a:gd name="T6" fmla="*/ 412 w 101"/>
                <a:gd name="T7" fmla="*/ 34 h 11"/>
                <a:gd name="T8" fmla="*/ 424 w 101"/>
                <a:gd name="T9" fmla="*/ 47 h 11"/>
                <a:gd name="T10" fmla="*/ 420 w 101"/>
                <a:gd name="T11" fmla="*/ 26 h 11"/>
                <a:gd name="T12" fmla="*/ 245 w 101"/>
                <a:gd name="T13" fmla="*/ 18 h 11"/>
                <a:gd name="T14" fmla="*/ 118 w 101"/>
                <a:gd name="T15" fmla="*/ 18 h 11"/>
                <a:gd name="T16" fmla="*/ 0 w 101"/>
                <a:gd name="T17" fmla="*/ 0 h 1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1" h="11">
                  <a:moveTo>
                    <a:pt x="0" y="0"/>
                  </a:moveTo>
                  <a:cubicBezTo>
                    <a:pt x="5" y="1"/>
                    <a:pt x="22" y="3"/>
                    <a:pt x="27" y="5"/>
                  </a:cubicBezTo>
                  <a:cubicBezTo>
                    <a:pt x="32" y="8"/>
                    <a:pt x="45" y="7"/>
                    <a:pt x="58" y="6"/>
                  </a:cubicBezTo>
                  <a:cubicBezTo>
                    <a:pt x="74" y="4"/>
                    <a:pt x="93" y="3"/>
                    <a:pt x="98" y="8"/>
                  </a:cubicBezTo>
                  <a:cubicBezTo>
                    <a:pt x="99" y="9"/>
                    <a:pt x="101" y="10"/>
                    <a:pt x="101" y="11"/>
                  </a:cubicBezTo>
                  <a:cubicBezTo>
                    <a:pt x="101" y="9"/>
                    <a:pt x="101" y="8"/>
                    <a:pt x="100" y="6"/>
                  </a:cubicBezTo>
                  <a:cubicBezTo>
                    <a:pt x="94" y="1"/>
                    <a:pt x="76" y="2"/>
                    <a:pt x="58" y="4"/>
                  </a:cubicBezTo>
                  <a:cubicBezTo>
                    <a:pt x="45" y="5"/>
                    <a:pt x="33" y="6"/>
                    <a:pt x="28" y="4"/>
                  </a:cubicBezTo>
                  <a:cubicBezTo>
                    <a:pt x="22" y="1"/>
                    <a:pt x="6" y="1"/>
                    <a:pt x="0" y="0"/>
                  </a:cubicBezTo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400" name="Freeform 306">
              <a:extLst>
                <a:ext uri="{FF2B5EF4-FFF2-40B4-BE49-F238E27FC236}">
                  <a16:creationId xmlns:a16="http://schemas.microsoft.com/office/drawing/2014/main" id="{6DEFEF7E-D11F-4E1B-B8A3-2C23FC6CB7D0}"/>
                </a:ext>
              </a:extLst>
            </p:cNvPr>
            <p:cNvSpPr>
              <a:spLocks/>
            </p:cNvSpPr>
            <p:nvPr/>
          </p:nvSpPr>
          <p:spPr bwMode="auto">
            <a:xfrm>
              <a:off x="915" y="1335"/>
              <a:ext cx="30" cy="16"/>
            </a:xfrm>
            <a:custGeom>
              <a:avLst/>
              <a:gdLst>
                <a:gd name="T0" fmla="*/ 0 w 19"/>
                <a:gd name="T1" fmla="*/ 0 h 10"/>
                <a:gd name="T2" fmla="*/ 35 w 19"/>
                <a:gd name="T3" fmla="*/ 42 h 10"/>
                <a:gd name="T4" fmla="*/ 74 w 19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0">
                  <a:moveTo>
                    <a:pt x="0" y="0"/>
                  </a:moveTo>
                  <a:cubicBezTo>
                    <a:pt x="3" y="6"/>
                    <a:pt x="6" y="10"/>
                    <a:pt x="9" y="10"/>
                  </a:cubicBezTo>
                  <a:cubicBezTo>
                    <a:pt x="11" y="10"/>
                    <a:pt x="15" y="6"/>
                    <a:pt x="19" y="0"/>
                  </a:cubicBezTo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401" name="Freeform 307">
              <a:extLst>
                <a:ext uri="{FF2B5EF4-FFF2-40B4-BE49-F238E27FC236}">
                  <a16:creationId xmlns:a16="http://schemas.microsoft.com/office/drawing/2014/main" id="{959580BD-D1AB-4F69-B660-057084CEF9E9}"/>
                </a:ext>
              </a:extLst>
            </p:cNvPr>
            <p:cNvSpPr>
              <a:spLocks/>
            </p:cNvSpPr>
            <p:nvPr/>
          </p:nvSpPr>
          <p:spPr bwMode="auto">
            <a:xfrm>
              <a:off x="632" y="1494"/>
              <a:ext cx="259" cy="237"/>
            </a:xfrm>
            <a:custGeom>
              <a:avLst/>
              <a:gdLst>
                <a:gd name="T0" fmla="*/ 0 w 160"/>
                <a:gd name="T1" fmla="*/ 0 h 147"/>
                <a:gd name="T2" fmla="*/ 34 w 160"/>
                <a:gd name="T3" fmla="*/ 118 h 147"/>
                <a:gd name="T4" fmla="*/ 55 w 160"/>
                <a:gd name="T5" fmla="*/ 164 h 147"/>
                <a:gd name="T6" fmla="*/ 50 w 160"/>
                <a:gd name="T7" fmla="*/ 255 h 147"/>
                <a:gd name="T8" fmla="*/ 42 w 160"/>
                <a:gd name="T9" fmla="*/ 364 h 147"/>
                <a:gd name="T10" fmla="*/ 118 w 160"/>
                <a:gd name="T11" fmla="*/ 547 h 147"/>
                <a:gd name="T12" fmla="*/ 123 w 160"/>
                <a:gd name="T13" fmla="*/ 548 h 147"/>
                <a:gd name="T14" fmla="*/ 317 w 160"/>
                <a:gd name="T15" fmla="*/ 616 h 147"/>
                <a:gd name="T16" fmla="*/ 657 w 160"/>
                <a:gd name="T17" fmla="*/ 419 h 147"/>
                <a:gd name="T18" fmla="*/ 678 w 160"/>
                <a:gd name="T19" fmla="*/ 369 h 147"/>
                <a:gd name="T20" fmla="*/ 652 w 160"/>
                <a:gd name="T21" fmla="*/ 416 h 147"/>
                <a:gd name="T22" fmla="*/ 317 w 160"/>
                <a:gd name="T23" fmla="*/ 608 h 147"/>
                <a:gd name="T24" fmla="*/ 131 w 160"/>
                <a:gd name="T25" fmla="*/ 540 h 147"/>
                <a:gd name="T26" fmla="*/ 123 w 160"/>
                <a:gd name="T27" fmla="*/ 535 h 147"/>
                <a:gd name="T28" fmla="*/ 50 w 160"/>
                <a:gd name="T29" fmla="*/ 364 h 147"/>
                <a:gd name="T30" fmla="*/ 60 w 160"/>
                <a:gd name="T31" fmla="*/ 255 h 147"/>
                <a:gd name="T32" fmla="*/ 63 w 160"/>
                <a:gd name="T33" fmla="*/ 158 h 147"/>
                <a:gd name="T34" fmla="*/ 42 w 160"/>
                <a:gd name="T35" fmla="*/ 114 h 147"/>
                <a:gd name="T36" fmla="*/ 0 w 160"/>
                <a:gd name="T37" fmla="*/ 0 h 147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60" h="147">
                  <a:moveTo>
                    <a:pt x="0" y="0"/>
                  </a:moveTo>
                  <a:cubicBezTo>
                    <a:pt x="0" y="12"/>
                    <a:pt x="4" y="21"/>
                    <a:pt x="8" y="28"/>
                  </a:cubicBezTo>
                  <a:cubicBezTo>
                    <a:pt x="10" y="32"/>
                    <a:pt x="12" y="35"/>
                    <a:pt x="13" y="39"/>
                  </a:cubicBezTo>
                  <a:cubicBezTo>
                    <a:pt x="15" y="44"/>
                    <a:pt x="14" y="52"/>
                    <a:pt x="12" y="61"/>
                  </a:cubicBezTo>
                  <a:cubicBezTo>
                    <a:pt x="10" y="70"/>
                    <a:pt x="9" y="79"/>
                    <a:pt x="10" y="87"/>
                  </a:cubicBezTo>
                  <a:cubicBezTo>
                    <a:pt x="14" y="117"/>
                    <a:pt x="25" y="127"/>
                    <a:pt x="28" y="130"/>
                  </a:cubicBezTo>
                  <a:cubicBezTo>
                    <a:pt x="29" y="131"/>
                    <a:pt x="29" y="131"/>
                    <a:pt x="29" y="131"/>
                  </a:cubicBezTo>
                  <a:cubicBezTo>
                    <a:pt x="30" y="131"/>
                    <a:pt x="43" y="147"/>
                    <a:pt x="75" y="147"/>
                  </a:cubicBezTo>
                  <a:cubicBezTo>
                    <a:pt x="131" y="147"/>
                    <a:pt x="145" y="119"/>
                    <a:pt x="155" y="100"/>
                  </a:cubicBezTo>
                  <a:cubicBezTo>
                    <a:pt x="160" y="88"/>
                    <a:pt x="160" y="88"/>
                    <a:pt x="160" y="88"/>
                  </a:cubicBezTo>
                  <a:cubicBezTo>
                    <a:pt x="154" y="99"/>
                    <a:pt x="154" y="99"/>
                    <a:pt x="154" y="99"/>
                  </a:cubicBezTo>
                  <a:cubicBezTo>
                    <a:pt x="144" y="117"/>
                    <a:pt x="129" y="145"/>
                    <a:pt x="75" y="145"/>
                  </a:cubicBezTo>
                  <a:cubicBezTo>
                    <a:pt x="44" y="145"/>
                    <a:pt x="31" y="130"/>
                    <a:pt x="31" y="129"/>
                  </a:cubicBezTo>
                  <a:cubicBezTo>
                    <a:pt x="31" y="130"/>
                    <a:pt x="29" y="128"/>
                    <a:pt x="29" y="128"/>
                  </a:cubicBezTo>
                  <a:cubicBezTo>
                    <a:pt x="26" y="125"/>
                    <a:pt x="16" y="116"/>
                    <a:pt x="12" y="87"/>
                  </a:cubicBezTo>
                  <a:cubicBezTo>
                    <a:pt x="11" y="79"/>
                    <a:pt x="12" y="70"/>
                    <a:pt x="14" y="61"/>
                  </a:cubicBezTo>
                  <a:cubicBezTo>
                    <a:pt x="16" y="52"/>
                    <a:pt x="17" y="44"/>
                    <a:pt x="15" y="38"/>
                  </a:cubicBezTo>
                  <a:cubicBezTo>
                    <a:pt x="14" y="35"/>
                    <a:pt x="12" y="31"/>
                    <a:pt x="10" y="27"/>
                  </a:cubicBezTo>
                  <a:cubicBezTo>
                    <a:pt x="6" y="20"/>
                    <a:pt x="0" y="11"/>
                    <a:pt x="0" y="0"/>
                  </a:cubicBezTo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402" name="Freeform 308">
              <a:extLst>
                <a:ext uri="{FF2B5EF4-FFF2-40B4-BE49-F238E27FC236}">
                  <a16:creationId xmlns:a16="http://schemas.microsoft.com/office/drawing/2014/main" id="{E676A2BA-5E12-430E-ABAC-80D449770EB8}"/>
                </a:ext>
              </a:extLst>
            </p:cNvPr>
            <p:cNvSpPr>
              <a:spLocks/>
            </p:cNvSpPr>
            <p:nvPr/>
          </p:nvSpPr>
          <p:spPr bwMode="auto">
            <a:xfrm>
              <a:off x="832" y="3976"/>
              <a:ext cx="28" cy="65"/>
            </a:xfrm>
            <a:custGeom>
              <a:avLst/>
              <a:gdLst>
                <a:gd name="T0" fmla="*/ 71 w 17"/>
                <a:gd name="T1" fmla="*/ 0 h 40"/>
                <a:gd name="T2" fmla="*/ 54 w 17"/>
                <a:gd name="T3" fmla="*/ 55 h 40"/>
                <a:gd name="T4" fmla="*/ 26 w 17"/>
                <a:gd name="T5" fmla="*/ 172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40">
                  <a:moveTo>
                    <a:pt x="16" y="0"/>
                  </a:moveTo>
                  <a:cubicBezTo>
                    <a:pt x="17" y="4"/>
                    <a:pt x="15" y="9"/>
                    <a:pt x="12" y="13"/>
                  </a:cubicBezTo>
                  <a:cubicBezTo>
                    <a:pt x="8" y="17"/>
                    <a:pt x="0" y="32"/>
                    <a:pt x="6" y="40"/>
                  </a:cubicBezTo>
                </a:path>
              </a:pathLst>
            </a:custGeom>
            <a:noFill/>
            <a:ln w="6350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403" name="Freeform 309">
              <a:extLst>
                <a:ext uri="{FF2B5EF4-FFF2-40B4-BE49-F238E27FC236}">
                  <a16:creationId xmlns:a16="http://schemas.microsoft.com/office/drawing/2014/main" id="{E06994D2-F468-4C50-865D-9591DDDA70EA}"/>
                </a:ext>
              </a:extLst>
            </p:cNvPr>
            <p:cNvSpPr>
              <a:spLocks/>
            </p:cNvSpPr>
            <p:nvPr/>
          </p:nvSpPr>
          <p:spPr bwMode="auto">
            <a:xfrm>
              <a:off x="791" y="3980"/>
              <a:ext cx="38" cy="61"/>
            </a:xfrm>
            <a:custGeom>
              <a:avLst/>
              <a:gdLst>
                <a:gd name="T0" fmla="*/ 95 w 24"/>
                <a:gd name="T1" fmla="*/ 0 h 38"/>
                <a:gd name="T2" fmla="*/ 40 w 24"/>
                <a:gd name="T3" fmla="*/ 56 h 38"/>
                <a:gd name="T4" fmla="*/ 16 w 24"/>
                <a:gd name="T5" fmla="*/ 157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38">
                  <a:moveTo>
                    <a:pt x="24" y="0"/>
                  </a:moveTo>
                  <a:cubicBezTo>
                    <a:pt x="21" y="7"/>
                    <a:pt x="13" y="12"/>
                    <a:pt x="10" y="14"/>
                  </a:cubicBezTo>
                  <a:cubicBezTo>
                    <a:pt x="3" y="22"/>
                    <a:pt x="0" y="31"/>
                    <a:pt x="4" y="38"/>
                  </a:cubicBezTo>
                </a:path>
              </a:pathLst>
            </a:custGeom>
            <a:noFill/>
            <a:ln w="6350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404" name="Freeform 310">
              <a:extLst>
                <a:ext uri="{FF2B5EF4-FFF2-40B4-BE49-F238E27FC236}">
                  <a16:creationId xmlns:a16="http://schemas.microsoft.com/office/drawing/2014/main" id="{896FA9D1-13EB-45BC-8D46-6992E8F16332}"/>
                </a:ext>
              </a:extLst>
            </p:cNvPr>
            <p:cNvSpPr>
              <a:spLocks/>
            </p:cNvSpPr>
            <p:nvPr/>
          </p:nvSpPr>
          <p:spPr bwMode="auto">
            <a:xfrm>
              <a:off x="758" y="3976"/>
              <a:ext cx="42" cy="62"/>
            </a:xfrm>
            <a:custGeom>
              <a:avLst/>
              <a:gdLst>
                <a:gd name="T0" fmla="*/ 110 w 26"/>
                <a:gd name="T1" fmla="*/ 0 h 38"/>
                <a:gd name="T2" fmla="*/ 47 w 26"/>
                <a:gd name="T3" fmla="*/ 69 h 38"/>
                <a:gd name="T4" fmla="*/ 5 w 26"/>
                <a:gd name="T5" fmla="*/ 165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38">
                  <a:moveTo>
                    <a:pt x="26" y="0"/>
                  </a:moveTo>
                  <a:cubicBezTo>
                    <a:pt x="21" y="5"/>
                    <a:pt x="16" y="11"/>
                    <a:pt x="11" y="16"/>
                  </a:cubicBezTo>
                  <a:cubicBezTo>
                    <a:pt x="6" y="20"/>
                    <a:pt x="0" y="29"/>
                    <a:pt x="1" y="38"/>
                  </a:cubicBezTo>
                </a:path>
              </a:pathLst>
            </a:custGeom>
            <a:noFill/>
            <a:ln w="6350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405" name="Freeform 311">
              <a:extLst>
                <a:ext uri="{FF2B5EF4-FFF2-40B4-BE49-F238E27FC236}">
                  <a16:creationId xmlns:a16="http://schemas.microsoft.com/office/drawing/2014/main" id="{F5D7166B-5B82-4125-A435-3B23DC1F82BC}"/>
                </a:ext>
              </a:extLst>
            </p:cNvPr>
            <p:cNvSpPr>
              <a:spLocks/>
            </p:cNvSpPr>
            <p:nvPr/>
          </p:nvSpPr>
          <p:spPr bwMode="auto">
            <a:xfrm>
              <a:off x="742" y="3968"/>
              <a:ext cx="29" cy="45"/>
            </a:xfrm>
            <a:custGeom>
              <a:avLst/>
              <a:gdLst>
                <a:gd name="T0" fmla="*/ 76 w 18"/>
                <a:gd name="T1" fmla="*/ 0 h 28"/>
                <a:gd name="T2" fmla="*/ 29 w 18"/>
                <a:gd name="T3" fmla="*/ 47 h 28"/>
                <a:gd name="T4" fmla="*/ 0 w 18"/>
                <a:gd name="T5" fmla="*/ 116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28">
                  <a:moveTo>
                    <a:pt x="18" y="0"/>
                  </a:moveTo>
                  <a:cubicBezTo>
                    <a:pt x="16" y="4"/>
                    <a:pt x="11" y="8"/>
                    <a:pt x="7" y="11"/>
                  </a:cubicBezTo>
                  <a:cubicBezTo>
                    <a:pt x="4" y="15"/>
                    <a:pt x="0" y="22"/>
                    <a:pt x="0" y="28"/>
                  </a:cubicBezTo>
                </a:path>
              </a:pathLst>
            </a:custGeom>
            <a:noFill/>
            <a:ln w="6350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406" name="Freeform 312">
              <a:extLst>
                <a:ext uri="{FF2B5EF4-FFF2-40B4-BE49-F238E27FC236}">
                  <a16:creationId xmlns:a16="http://schemas.microsoft.com/office/drawing/2014/main" id="{22183E8B-CE5E-4FAB-9C69-2A3B0C6C1FB3}"/>
                </a:ext>
              </a:extLst>
            </p:cNvPr>
            <p:cNvSpPr>
              <a:spLocks/>
            </p:cNvSpPr>
            <p:nvPr/>
          </p:nvSpPr>
          <p:spPr bwMode="auto">
            <a:xfrm>
              <a:off x="850" y="4004"/>
              <a:ext cx="42" cy="21"/>
            </a:xfrm>
            <a:custGeom>
              <a:avLst/>
              <a:gdLst>
                <a:gd name="T0" fmla="*/ 0 w 26"/>
                <a:gd name="T1" fmla="*/ 55 h 13"/>
                <a:gd name="T2" fmla="*/ 84 w 26"/>
                <a:gd name="T3" fmla="*/ 55 h 13"/>
                <a:gd name="T4" fmla="*/ 60 w 26"/>
                <a:gd name="T5" fmla="*/ 0 h 13"/>
                <a:gd name="T6" fmla="*/ 0 w 26"/>
                <a:gd name="T7" fmla="*/ 55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13">
                  <a:moveTo>
                    <a:pt x="0" y="13"/>
                  </a:moveTo>
                  <a:cubicBezTo>
                    <a:pt x="8" y="11"/>
                    <a:pt x="18" y="12"/>
                    <a:pt x="20" y="13"/>
                  </a:cubicBezTo>
                  <a:cubicBezTo>
                    <a:pt x="26" y="4"/>
                    <a:pt x="19" y="0"/>
                    <a:pt x="14" y="0"/>
                  </a:cubicBezTo>
                  <a:cubicBezTo>
                    <a:pt x="3" y="0"/>
                    <a:pt x="0" y="10"/>
                    <a:pt x="0" y="13"/>
                  </a:cubicBezTo>
                  <a:close/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407" name="Freeform 313">
              <a:extLst>
                <a:ext uri="{FF2B5EF4-FFF2-40B4-BE49-F238E27FC236}">
                  <a16:creationId xmlns:a16="http://schemas.microsoft.com/office/drawing/2014/main" id="{94FBF9C4-13FA-455E-BBF7-2B3B69F7B472}"/>
                </a:ext>
              </a:extLst>
            </p:cNvPr>
            <p:cNvSpPr>
              <a:spLocks/>
            </p:cNvSpPr>
            <p:nvPr/>
          </p:nvSpPr>
          <p:spPr bwMode="auto">
            <a:xfrm>
              <a:off x="807" y="4018"/>
              <a:ext cx="21" cy="18"/>
            </a:xfrm>
            <a:custGeom>
              <a:avLst/>
              <a:gdLst>
                <a:gd name="T0" fmla="*/ 0 w 13"/>
                <a:gd name="T1" fmla="*/ 47 h 11"/>
                <a:gd name="T2" fmla="*/ 55 w 13"/>
                <a:gd name="T3" fmla="*/ 43 h 11"/>
                <a:gd name="T4" fmla="*/ 0 w 13"/>
                <a:gd name="T5" fmla="*/ 47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1">
                  <a:moveTo>
                    <a:pt x="0" y="11"/>
                  </a:moveTo>
                  <a:cubicBezTo>
                    <a:pt x="2" y="11"/>
                    <a:pt x="11" y="9"/>
                    <a:pt x="13" y="10"/>
                  </a:cubicBezTo>
                  <a:cubicBezTo>
                    <a:pt x="12" y="2"/>
                    <a:pt x="0" y="0"/>
                    <a:pt x="0" y="11"/>
                  </a:cubicBezTo>
                  <a:close/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408" name="Freeform 314">
              <a:extLst>
                <a:ext uri="{FF2B5EF4-FFF2-40B4-BE49-F238E27FC236}">
                  <a16:creationId xmlns:a16="http://schemas.microsoft.com/office/drawing/2014/main" id="{E11C96FF-B831-4F16-AEC9-9E320190B158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" y="4009"/>
              <a:ext cx="15" cy="12"/>
            </a:xfrm>
            <a:custGeom>
              <a:avLst/>
              <a:gdLst>
                <a:gd name="T0" fmla="*/ 0 w 9"/>
                <a:gd name="T1" fmla="*/ 18 h 8"/>
                <a:gd name="T2" fmla="*/ 37 w 9"/>
                <a:gd name="T3" fmla="*/ 26 h 8"/>
                <a:gd name="T4" fmla="*/ 0 w 9"/>
                <a:gd name="T5" fmla="*/ 18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8">
                  <a:moveTo>
                    <a:pt x="0" y="5"/>
                  </a:moveTo>
                  <a:cubicBezTo>
                    <a:pt x="1" y="7"/>
                    <a:pt x="5" y="8"/>
                    <a:pt x="8" y="7"/>
                  </a:cubicBezTo>
                  <a:cubicBezTo>
                    <a:pt x="9" y="0"/>
                    <a:pt x="2" y="1"/>
                    <a:pt x="0" y="5"/>
                  </a:cubicBezTo>
                  <a:close/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409" name="Freeform 315">
              <a:extLst>
                <a:ext uri="{FF2B5EF4-FFF2-40B4-BE49-F238E27FC236}">
                  <a16:creationId xmlns:a16="http://schemas.microsoft.com/office/drawing/2014/main" id="{B0F3D146-4171-4BDD-94FA-01C461BB15B3}"/>
                </a:ext>
              </a:extLst>
            </p:cNvPr>
            <p:cNvSpPr>
              <a:spLocks/>
            </p:cNvSpPr>
            <p:nvPr/>
          </p:nvSpPr>
          <p:spPr bwMode="auto">
            <a:xfrm>
              <a:off x="671" y="1696"/>
              <a:ext cx="3" cy="46"/>
            </a:xfrm>
            <a:custGeom>
              <a:avLst/>
              <a:gdLst>
                <a:gd name="T0" fmla="*/ 0 w 2"/>
                <a:gd name="T1" fmla="*/ 0 h 29"/>
                <a:gd name="T2" fmla="*/ 8 w 2"/>
                <a:gd name="T3" fmla="*/ 116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9">
                  <a:moveTo>
                    <a:pt x="0" y="0"/>
                  </a:moveTo>
                  <a:cubicBezTo>
                    <a:pt x="0" y="6"/>
                    <a:pt x="1" y="16"/>
                    <a:pt x="2" y="29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410" name="Freeform 316">
              <a:extLst>
                <a:ext uri="{FF2B5EF4-FFF2-40B4-BE49-F238E27FC236}">
                  <a16:creationId xmlns:a16="http://schemas.microsoft.com/office/drawing/2014/main" id="{A91A32AF-D57C-4C76-A682-4C3FE622756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20" y="1615"/>
              <a:ext cx="17" cy="18"/>
            </a:xfrm>
            <a:custGeom>
              <a:avLst/>
              <a:gdLst>
                <a:gd name="T0" fmla="*/ 40 w 11"/>
                <a:gd name="T1" fmla="*/ 18 h 11"/>
                <a:gd name="T2" fmla="*/ 36 w 11"/>
                <a:gd name="T3" fmla="*/ 29 h 11"/>
                <a:gd name="T4" fmla="*/ 29 w 11"/>
                <a:gd name="T5" fmla="*/ 34 h 11"/>
                <a:gd name="T6" fmla="*/ 22 w 11"/>
                <a:gd name="T7" fmla="*/ 41 h 11"/>
                <a:gd name="T8" fmla="*/ 14 w 11"/>
                <a:gd name="T9" fmla="*/ 34 h 11"/>
                <a:gd name="T10" fmla="*/ 8 w 11"/>
                <a:gd name="T11" fmla="*/ 26 h 11"/>
                <a:gd name="T12" fmla="*/ 8 w 11"/>
                <a:gd name="T13" fmla="*/ 26 h 11"/>
                <a:gd name="T14" fmla="*/ 8 w 11"/>
                <a:gd name="T15" fmla="*/ 26 h 11"/>
                <a:gd name="T16" fmla="*/ 12 w 11"/>
                <a:gd name="T17" fmla="*/ 18 h 11"/>
                <a:gd name="T18" fmla="*/ 8 w 11"/>
                <a:gd name="T19" fmla="*/ 18 h 11"/>
                <a:gd name="T20" fmla="*/ 5 w 11"/>
                <a:gd name="T21" fmla="*/ 13 h 11"/>
                <a:gd name="T22" fmla="*/ 0 w 11"/>
                <a:gd name="T23" fmla="*/ 26 h 11"/>
                <a:gd name="T24" fmla="*/ 8 w 11"/>
                <a:gd name="T25" fmla="*/ 43 h 11"/>
                <a:gd name="T26" fmla="*/ 22 w 11"/>
                <a:gd name="T27" fmla="*/ 47 h 11"/>
                <a:gd name="T28" fmla="*/ 36 w 11"/>
                <a:gd name="T29" fmla="*/ 41 h 11"/>
                <a:gd name="T30" fmla="*/ 40 w 11"/>
                <a:gd name="T31" fmla="*/ 21 h 11"/>
                <a:gd name="T32" fmla="*/ 40 w 11"/>
                <a:gd name="T33" fmla="*/ 18 h 11"/>
                <a:gd name="T34" fmla="*/ 19 w 11"/>
                <a:gd name="T35" fmla="*/ 8 h 11"/>
                <a:gd name="T36" fmla="*/ 22 w 11"/>
                <a:gd name="T37" fmla="*/ 8 h 11"/>
                <a:gd name="T38" fmla="*/ 22 w 11"/>
                <a:gd name="T39" fmla="*/ 8 h 11"/>
                <a:gd name="T40" fmla="*/ 22 w 11"/>
                <a:gd name="T41" fmla="*/ 5 h 11"/>
                <a:gd name="T42" fmla="*/ 22 w 11"/>
                <a:gd name="T43" fmla="*/ 0 h 11"/>
                <a:gd name="T44" fmla="*/ 19 w 11"/>
                <a:gd name="T45" fmla="*/ 0 h 11"/>
                <a:gd name="T46" fmla="*/ 19 w 11"/>
                <a:gd name="T47" fmla="*/ 5 h 11"/>
                <a:gd name="T48" fmla="*/ 19 w 11"/>
                <a:gd name="T49" fmla="*/ 8 h 11"/>
                <a:gd name="T50" fmla="*/ 19 w 11"/>
                <a:gd name="T51" fmla="*/ 8 h 11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11" h="11">
                  <a:moveTo>
                    <a:pt x="11" y="4"/>
                  </a:moveTo>
                  <a:cubicBezTo>
                    <a:pt x="10" y="5"/>
                    <a:pt x="10" y="6"/>
                    <a:pt x="10" y="7"/>
                  </a:cubicBezTo>
                  <a:cubicBezTo>
                    <a:pt x="10" y="8"/>
                    <a:pt x="9" y="8"/>
                    <a:pt x="8" y="8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6" y="9"/>
                    <a:pt x="4" y="8"/>
                    <a:pt x="4" y="8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2" y="5"/>
                    <a:pt x="2" y="5"/>
                    <a:pt x="3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2" y="10"/>
                    <a:pt x="2" y="10"/>
                    <a:pt x="2" y="10"/>
                  </a:cubicBezTo>
                  <a:cubicBezTo>
                    <a:pt x="6" y="11"/>
                    <a:pt x="6" y="11"/>
                    <a:pt x="6" y="11"/>
                  </a:cubicBezTo>
                  <a:cubicBezTo>
                    <a:pt x="10" y="9"/>
                    <a:pt x="10" y="9"/>
                    <a:pt x="10" y="9"/>
                  </a:cubicBezTo>
                  <a:cubicBezTo>
                    <a:pt x="11" y="5"/>
                    <a:pt x="11" y="5"/>
                    <a:pt x="11" y="5"/>
                  </a:cubicBezTo>
                  <a:lnTo>
                    <a:pt x="11" y="4"/>
                  </a:lnTo>
                  <a:close/>
                  <a:moveTo>
                    <a:pt x="5" y="2"/>
                  </a:moveTo>
                  <a:cubicBezTo>
                    <a:pt x="5" y="2"/>
                    <a:pt x="5" y="2"/>
                    <a:pt x="6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6" y="2"/>
                    <a:pt x="6" y="1"/>
                    <a:pt x="6" y="1"/>
                  </a:cubicBezTo>
                  <a:cubicBezTo>
                    <a:pt x="6" y="1"/>
                    <a:pt x="6" y="1"/>
                    <a:pt x="6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5" y="1"/>
                    <a:pt x="5" y="1"/>
                    <a:pt x="5" y="2"/>
                  </a:cubicBezTo>
                  <a:cubicBezTo>
                    <a:pt x="5" y="2"/>
                    <a:pt x="5" y="2"/>
                    <a:pt x="5" y="2"/>
                  </a:cubicBezTo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411" name="Freeform 317">
              <a:extLst>
                <a:ext uri="{FF2B5EF4-FFF2-40B4-BE49-F238E27FC236}">
                  <a16:creationId xmlns:a16="http://schemas.microsoft.com/office/drawing/2014/main" id="{03E801FE-78AC-422B-9AC5-0F7C28231C4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08" y="1604"/>
              <a:ext cx="42" cy="42"/>
            </a:xfrm>
            <a:custGeom>
              <a:avLst/>
              <a:gdLst>
                <a:gd name="T0" fmla="*/ 0 w 26"/>
                <a:gd name="T1" fmla="*/ 63 h 26"/>
                <a:gd name="T2" fmla="*/ 0 w 26"/>
                <a:gd name="T3" fmla="*/ 71 h 26"/>
                <a:gd name="T4" fmla="*/ 8 w 26"/>
                <a:gd name="T5" fmla="*/ 71 h 26"/>
                <a:gd name="T6" fmla="*/ 5 w 26"/>
                <a:gd name="T7" fmla="*/ 60 h 26"/>
                <a:gd name="T8" fmla="*/ 0 w 26"/>
                <a:gd name="T9" fmla="*/ 63 h 26"/>
                <a:gd name="T10" fmla="*/ 50 w 26"/>
                <a:gd name="T11" fmla="*/ 5 h 26"/>
                <a:gd name="T12" fmla="*/ 50 w 26"/>
                <a:gd name="T13" fmla="*/ 0 h 26"/>
                <a:gd name="T14" fmla="*/ 50 w 26"/>
                <a:gd name="T15" fmla="*/ 0 h 26"/>
                <a:gd name="T16" fmla="*/ 47 w 26"/>
                <a:gd name="T17" fmla="*/ 5 h 26"/>
                <a:gd name="T18" fmla="*/ 50 w 26"/>
                <a:gd name="T19" fmla="*/ 5 h 26"/>
                <a:gd name="T20" fmla="*/ 50 w 26"/>
                <a:gd name="T21" fmla="*/ 5 h 26"/>
                <a:gd name="T22" fmla="*/ 102 w 26"/>
                <a:gd name="T23" fmla="*/ 50 h 26"/>
                <a:gd name="T24" fmla="*/ 110 w 26"/>
                <a:gd name="T25" fmla="*/ 47 h 26"/>
                <a:gd name="T26" fmla="*/ 102 w 26"/>
                <a:gd name="T27" fmla="*/ 26 h 26"/>
                <a:gd name="T28" fmla="*/ 102 w 26"/>
                <a:gd name="T29" fmla="*/ 26 h 26"/>
                <a:gd name="T30" fmla="*/ 94 w 26"/>
                <a:gd name="T31" fmla="*/ 26 h 26"/>
                <a:gd name="T32" fmla="*/ 102 w 26"/>
                <a:gd name="T33" fmla="*/ 50 h 26"/>
                <a:gd name="T34" fmla="*/ 102 w 26"/>
                <a:gd name="T35" fmla="*/ 50 h 26"/>
                <a:gd name="T36" fmla="*/ 94 w 26"/>
                <a:gd name="T37" fmla="*/ 84 h 26"/>
                <a:gd name="T38" fmla="*/ 60 w 26"/>
                <a:gd name="T39" fmla="*/ 102 h 26"/>
                <a:gd name="T40" fmla="*/ 16 w 26"/>
                <a:gd name="T41" fmla="*/ 84 h 26"/>
                <a:gd name="T42" fmla="*/ 8 w 26"/>
                <a:gd name="T43" fmla="*/ 89 h 26"/>
                <a:gd name="T44" fmla="*/ 60 w 26"/>
                <a:gd name="T45" fmla="*/ 110 h 26"/>
                <a:gd name="T46" fmla="*/ 97 w 26"/>
                <a:gd name="T47" fmla="*/ 89 h 26"/>
                <a:gd name="T48" fmla="*/ 110 w 26"/>
                <a:gd name="T49" fmla="*/ 68 h 26"/>
                <a:gd name="T50" fmla="*/ 102 w 26"/>
                <a:gd name="T51" fmla="*/ 71 h 26"/>
                <a:gd name="T52" fmla="*/ 94 w 26"/>
                <a:gd name="T53" fmla="*/ 84 h 26"/>
                <a:gd name="T54" fmla="*/ 16 w 26"/>
                <a:gd name="T55" fmla="*/ 21 h 26"/>
                <a:gd name="T56" fmla="*/ 13 w 26"/>
                <a:gd name="T57" fmla="*/ 16 h 26"/>
                <a:gd name="T58" fmla="*/ 5 w 26"/>
                <a:gd name="T59" fmla="*/ 26 h 26"/>
                <a:gd name="T60" fmla="*/ 8 w 26"/>
                <a:gd name="T61" fmla="*/ 34 h 26"/>
                <a:gd name="T62" fmla="*/ 16 w 26"/>
                <a:gd name="T63" fmla="*/ 21 h 26"/>
                <a:gd name="T64" fmla="*/ 0 w 26"/>
                <a:gd name="T65" fmla="*/ 42 h 26"/>
                <a:gd name="T66" fmla="*/ 0 w 26"/>
                <a:gd name="T67" fmla="*/ 47 h 26"/>
                <a:gd name="T68" fmla="*/ 0 w 26"/>
                <a:gd name="T69" fmla="*/ 42 h 26"/>
                <a:gd name="T70" fmla="*/ 0 w 26"/>
                <a:gd name="T71" fmla="*/ 42 h 26"/>
                <a:gd name="T72" fmla="*/ 84 w 26"/>
                <a:gd name="T73" fmla="*/ 13 h 26"/>
                <a:gd name="T74" fmla="*/ 94 w 26"/>
                <a:gd name="T75" fmla="*/ 8 h 26"/>
                <a:gd name="T76" fmla="*/ 68 w 26"/>
                <a:gd name="T77" fmla="*/ 0 h 26"/>
                <a:gd name="T78" fmla="*/ 68 w 26"/>
                <a:gd name="T79" fmla="*/ 8 h 26"/>
                <a:gd name="T80" fmla="*/ 84 w 26"/>
                <a:gd name="T81" fmla="*/ 13 h 26"/>
                <a:gd name="T82" fmla="*/ 29 w 26"/>
                <a:gd name="T83" fmla="*/ 13 h 26"/>
                <a:gd name="T84" fmla="*/ 34 w 26"/>
                <a:gd name="T85" fmla="*/ 0 h 26"/>
                <a:gd name="T86" fmla="*/ 26 w 26"/>
                <a:gd name="T87" fmla="*/ 5 h 26"/>
                <a:gd name="T88" fmla="*/ 29 w 26"/>
                <a:gd name="T89" fmla="*/ 13 h 26"/>
                <a:gd name="T90" fmla="*/ 29 w 26"/>
                <a:gd name="T91" fmla="*/ 13 h 2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26" h="26">
                  <a:moveTo>
                    <a:pt x="0" y="15"/>
                  </a:moveTo>
                  <a:cubicBezTo>
                    <a:pt x="0" y="16"/>
                    <a:pt x="0" y="17"/>
                    <a:pt x="0" y="17"/>
                  </a:cubicBezTo>
                  <a:cubicBezTo>
                    <a:pt x="1" y="17"/>
                    <a:pt x="2" y="17"/>
                    <a:pt x="2" y="17"/>
                  </a:cubicBezTo>
                  <a:cubicBezTo>
                    <a:pt x="2" y="16"/>
                    <a:pt x="2" y="15"/>
                    <a:pt x="1" y="14"/>
                  </a:cubicBezTo>
                  <a:cubicBezTo>
                    <a:pt x="1" y="14"/>
                    <a:pt x="0" y="14"/>
                    <a:pt x="0" y="15"/>
                  </a:cubicBezTo>
                  <a:moveTo>
                    <a:pt x="12" y="1"/>
                  </a:moveTo>
                  <a:cubicBezTo>
                    <a:pt x="12" y="1"/>
                    <a:pt x="12" y="0"/>
                    <a:pt x="12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11" y="1"/>
                    <a:pt x="12" y="1"/>
                    <a:pt x="11" y="1"/>
                  </a:cubicBezTo>
                  <a:cubicBezTo>
                    <a:pt x="12" y="1"/>
                    <a:pt x="12" y="1"/>
                    <a:pt x="12" y="1"/>
                  </a:cubicBezTo>
                  <a:cubicBezTo>
                    <a:pt x="12" y="1"/>
                    <a:pt x="12" y="1"/>
                    <a:pt x="12" y="1"/>
                  </a:cubicBezTo>
                  <a:moveTo>
                    <a:pt x="24" y="12"/>
                  </a:moveTo>
                  <a:cubicBezTo>
                    <a:pt x="25" y="12"/>
                    <a:pt x="26" y="12"/>
                    <a:pt x="26" y="11"/>
                  </a:cubicBezTo>
                  <a:cubicBezTo>
                    <a:pt x="26" y="9"/>
                    <a:pt x="25" y="7"/>
                    <a:pt x="24" y="6"/>
                  </a:cubicBezTo>
                  <a:cubicBezTo>
                    <a:pt x="24" y="6"/>
                    <a:pt x="24" y="6"/>
                    <a:pt x="24" y="6"/>
                  </a:cubicBezTo>
                  <a:cubicBezTo>
                    <a:pt x="23" y="6"/>
                    <a:pt x="23" y="6"/>
                    <a:pt x="22" y="6"/>
                  </a:cubicBezTo>
                  <a:cubicBezTo>
                    <a:pt x="24" y="8"/>
                    <a:pt x="24" y="10"/>
                    <a:pt x="24" y="12"/>
                  </a:cubicBezTo>
                  <a:cubicBezTo>
                    <a:pt x="24" y="12"/>
                    <a:pt x="24" y="12"/>
                    <a:pt x="24" y="12"/>
                  </a:cubicBezTo>
                  <a:moveTo>
                    <a:pt x="22" y="20"/>
                  </a:moveTo>
                  <a:cubicBezTo>
                    <a:pt x="20" y="22"/>
                    <a:pt x="17" y="24"/>
                    <a:pt x="14" y="24"/>
                  </a:cubicBezTo>
                  <a:cubicBezTo>
                    <a:pt x="10" y="24"/>
                    <a:pt x="6" y="23"/>
                    <a:pt x="4" y="20"/>
                  </a:cubicBezTo>
                  <a:cubicBezTo>
                    <a:pt x="4" y="20"/>
                    <a:pt x="3" y="21"/>
                    <a:pt x="2" y="21"/>
                  </a:cubicBezTo>
                  <a:cubicBezTo>
                    <a:pt x="5" y="24"/>
                    <a:pt x="9" y="26"/>
                    <a:pt x="14" y="26"/>
                  </a:cubicBezTo>
                  <a:cubicBezTo>
                    <a:pt x="17" y="26"/>
                    <a:pt x="21" y="24"/>
                    <a:pt x="23" y="21"/>
                  </a:cubicBezTo>
                  <a:cubicBezTo>
                    <a:pt x="24" y="20"/>
                    <a:pt x="25" y="18"/>
                    <a:pt x="26" y="16"/>
                  </a:cubicBezTo>
                  <a:cubicBezTo>
                    <a:pt x="25" y="16"/>
                    <a:pt x="24" y="17"/>
                    <a:pt x="24" y="17"/>
                  </a:cubicBezTo>
                  <a:cubicBezTo>
                    <a:pt x="23" y="18"/>
                    <a:pt x="22" y="19"/>
                    <a:pt x="22" y="20"/>
                  </a:cubicBezTo>
                  <a:moveTo>
                    <a:pt x="4" y="5"/>
                  </a:moveTo>
                  <a:cubicBezTo>
                    <a:pt x="4" y="4"/>
                    <a:pt x="3" y="4"/>
                    <a:pt x="3" y="4"/>
                  </a:cubicBezTo>
                  <a:cubicBezTo>
                    <a:pt x="2" y="5"/>
                    <a:pt x="2" y="5"/>
                    <a:pt x="1" y="6"/>
                  </a:cubicBezTo>
                  <a:cubicBezTo>
                    <a:pt x="1" y="7"/>
                    <a:pt x="2" y="7"/>
                    <a:pt x="2" y="8"/>
                  </a:cubicBezTo>
                  <a:cubicBezTo>
                    <a:pt x="3" y="7"/>
                    <a:pt x="3" y="6"/>
                    <a:pt x="4" y="5"/>
                  </a:cubicBezTo>
                  <a:moveTo>
                    <a:pt x="0" y="10"/>
                  </a:moveTo>
                  <a:cubicBezTo>
                    <a:pt x="0" y="10"/>
                    <a:pt x="0" y="11"/>
                    <a:pt x="0" y="11"/>
                  </a:cubicBezTo>
                  <a:cubicBezTo>
                    <a:pt x="0" y="11"/>
                    <a:pt x="0" y="11"/>
                    <a:pt x="0" y="10"/>
                  </a:cubicBezTo>
                  <a:cubicBezTo>
                    <a:pt x="0" y="10"/>
                    <a:pt x="0" y="10"/>
                    <a:pt x="0" y="10"/>
                  </a:cubicBezTo>
                  <a:moveTo>
                    <a:pt x="20" y="3"/>
                  </a:moveTo>
                  <a:cubicBezTo>
                    <a:pt x="20" y="3"/>
                    <a:pt x="21" y="3"/>
                    <a:pt x="22" y="2"/>
                  </a:cubicBezTo>
                  <a:cubicBezTo>
                    <a:pt x="20" y="1"/>
                    <a:pt x="18" y="0"/>
                    <a:pt x="16" y="0"/>
                  </a:cubicBezTo>
                  <a:cubicBezTo>
                    <a:pt x="16" y="0"/>
                    <a:pt x="16" y="1"/>
                    <a:pt x="16" y="2"/>
                  </a:cubicBezTo>
                  <a:cubicBezTo>
                    <a:pt x="18" y="2"/>
                    <a:pt x="19" y="3"/>
                    <a:pt x="20" y="3"/>
                  </a:cubicBezTo>
                  <a:moveTo>
                    <a:pt x="7" y="3"/>
                  </a:moveTo>
                  <a:cubicBezTo>
                    <a:pt x="7" y="2"/>
                    <a:pt x="8" y="1"/>
                    <a:pt x="8" y="0"/>
                  </a:cubicBezTo>
                  <a:cubicBezTo>
                    <a:pt x="7" y="1"/>
                    <a:pt x="6" y="1"/>
                    <a:pt x="6" y="1"/>
                  </a:cubicBezTo>
                  <a:cubicBezTo>
                    <a:pt x="6" y="2"/>
                    <a:pt x="7" y="2"/>
                    <a:pt x="7" y="3"/>
                  </a:cubicBezTo>
                  <a:cubicBezTo>
                    <a:pt x="7" y="3"/>
                    <a:pt x="7" y="3"/>
                    <a:pt x="7" y="3"/>
                  </a:cubicBezTo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412" name="Freeform 318">
              <a:extLst>
                <a:ext uri="{FF2B5EF4-FFF2-40B4-BE49-F238E27FC236}">
                  <a16:creationId xmlns:a16="http://schemas.microsoft.com/office/drawing/2014/main" id="{D2206142-D382-4305-9BB5-22F16AF43BA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" y="2570"/>
              <a:ext cx="66" cy="45"/>
            </a:xfrm>
            <a:custGeom>
              <a:avLst/>
              <a:gdLst>
                <a:gd name="T0" fmla="*/ 0 w 41"/>
                <a:gd name="T1" fmla="*/ 0 h 28"/>
                <a:gd name="T2" fmla="*/ 63 w 41"/>
                <a:gd name="T3" fmla="*/ 63 h 28"/>
                <a:gd name="T4" fmla="*/ 137 w 41"/>
                <a:gd name="T5" fmla="*/ 101 h 28"/>
                <a:gd name="T6" fmla="*/ 171 w 41"/>
                <a:gd name="T7" fmla="*/ 116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1" h="28">
                  <a:moveTo>
                    <a:pt x="0" y="0"/>
                  </a:moveTo>
                  <a:cubicBezTo>
                    <a:pt x="4" y="2"/>
                    <a:pt x="10" y="12"/>
                    <a:pt x="15" y="15"/>
                  </a:cubicBezTo>
                  <a:cubicBezTo>
                    <a:pt x="21" y="19"/>
                    <a:pt x="28" y="21"/>
                    <a:pt x="33" y="24"/>
                  </a:cubicBezTo>
                  <a:cubicBezTo>
                    <a:pt x="36" y="25"/>
                    <a:pt x="39" y="26"/>
                    <a:pt x="41" y="28"/>
                  </a:cubicBezTo>
                </a:path>
              </a:pathLst>
            </a:custGeom>
            <a:noFill/>
            <a:ln w="6350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413" name="Freeform 319">
              <a:extLst>
                <a:ext uri="{FF2B5EF4-FFF2-40B4-BE49-F238E27FC236}">
                  <a16:creationId xmlns:a16="http://schemas.microsoft.com/office/drawing/2014/main" id="{81D8E30B-B05F-458A-A13E-A5A22EAE7B4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9" y="2581"/>
              <a:ext cx="52" cy="47"/>
            </a:xfrm>
            <a:custGeom>
              <a:avLst/>
              <a:gdLst>
                <a:gd name="T0" fmla="*/ 138 w 32"/>
                <a:gd name="T1" fmla="*/ 123 h 29"/>
                <a:gd name="T2" fmla="*/ 54 w 32"/>
                <a:gd name="T3" fmla="*/ 73 h 29"/>
                <a:gd name="T4" fmla="*/ 0 w 32"/>
                <a:gd name="T5" fmla="*/ 0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29">
                  <a:moveTo>
                    <a:pt x="32" y="29"/>
                  </a:moveTo>
                  <a:cubicBezTo>
                    <a:pt x="23" y="20"/>
                    <a:pt x="18" y="20"/>
                    <a:pt x="12" y="17"/>
                  </a:cubicBezTo>
                  <a:cubicBezTo>
                    <a:pt x="12" y="15"/>
                    <a:pt x="5" y="5"/>
                    <a:pt x="0" y="0"/>
                  </a:cubicBezTo>
                </a:path>
              </a:pathLst>
            </a:custGeom>
            <a:noFill/>
            <a:ln w="6350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414" name="Freeform 320">
              <a:extLst>
                <a:ext uri="{FF2B5EF4-FFF2-40B4-BE49-F238E27FC236}">
                  <a16:creationId xmlns:a16="http://schemas.microsoft.com/office/drawing/2014/main" id="{467EF9CB-D3BE-427C-A9D6-9BCDB4481E78}"/>
                </a:ext>
              </a:extLst>
            </p:cNvPr>
            <p:cNvSpPr>
              <a:spLocks/>
            </p:cNvSpPr>
            <p:nvPr/>
          </p:nvSpPr>
          <p:spPr bwMode="auto">
            <a:xfrm>
              <a:off x="521" y="2516"/>
              <a:ext cx="71" cy="86"/>
            </a:xfrm>
            <a:custGeom>
              <a:avLst/>
              <a:gdLst>
                <a:gd name="T0" fmla="*/ 186 w 44"/>
                <a:gd name="T1" fmla="*/ 221 h 53"/>
                <a:gd name="T2" fmla="*/ 110 w 44"/>
                <a:gd name="T3" fmla="*/ 164 h 53"/>
                <a:gd name="T4" fmla="*/ 94 w 44"/>
                <a:gd name="T5" fmla="*/ 47 h 53"/>
                <a:gd name="T6" fmla="*/ 63 w 44"/>
                <a:gd name="T7" fmla="*/ 0 h 53"/>
                <a:gd name="T8" fmla="*/ 5 w 44"/>
                <a:gd name="T9" fmla="*/ 89 h 53"/>
                <a:gd name="T10" fmla="*/ 21 w 44"/>
                <a:gd name="T11" fmla="*/ 177 h 5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4" h="53">
                  <a:moveTo>
                    <a:pt x="44" y="52"/>
                  </a:moveTo>
                  <a:cubicBezTo>
                    <a:pt x="34" y="53"/>
                    <a:pt x="27" y="44"/>
                    <a:pt x="26" y="38"/>
                  </a:cubicBezTo>
                  <a:cubicBezTo>
                    <a:pt x="24" y="32"/>
                    <a:pt x="22" y="15"/>
                    <a:pt x="22" y="11"/>
                  </a:cubicBezTo>
                  <a:cubicBezTo>
                    <a:pt x="21" y="6"/>
                    <a:pt x="21" y="0"/>
                    <a:pt x="15" y="0"/>
                  </a:cubicBezTo>
                  <a:cubicBezTo>
                    <a:pt x="7" y="5"/>
                    <a:pt x="0" y="14"/>
                    <a:pt x="1" y="21"/>
                  </a:cubicBezTo>
                  <a:cubicBezTo>
                    <a:pt x="1" y="28"/>
                    <a:pt x="6" y="34"/>
                    <a:pt x="5" y="41"/>
                  </a:cubicBezTo>
                </a:path>
              </a:pathLst>
            </a:custGeom>
            <a:noFill/>
            <a:ln w="6350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415" name="Freeform 321">
              <a:extLst>
                <a:ext uri="{FF2B5EF4-FFF2-40B4-BE49-F238E27FC236}">
                  <a16:creationId xmlns:a16="http://schemas.microsoft.com/office/drawing/2014/main" id="{7397991A-33E5-4A10-B118-7C7C0FB85C22}"/>
                </a:ext>
              </a:extLst>
            </p:cNvPr>
            <p:cNvSpPr>
              <a:spLocks/>
            </p:cNvSpPr>
            <p:nvPr/>
          </p:nvSpPr>
          <p:spPr bwMode="auto">
            <a:xfrm>
              <a:off x="573" y="2644"/>
              <a:ext cx="21" cy="9"/>
            </a:xfrm>
            <a:custGeom>
              <a:avLst/>
              <a:gdLst>
                <a:gd name="T0" fmla="*/ 55 w 13"/>
                <a:gd name="T1" fmla="*/ 21 h 6"/>
                <a:gd name="T2" fmla="*/ 0 w 13"/>
                <a:gd name="T3" fmla="*/ 12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6">
                  <a:moveTo>
                    <a:pt x="13" y="6"/>
                  </a:moveTo>
                  <a:cubicBezTo>
                    <a:pt x="8" y="1"/>
                    <a:pt x="1" y="0"/>
                    <a:pt x="0" y="3"/>
                  </a:cubicBezTo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416" name="Freeform 322">
              <a:extLst>
                <a:ext uri="{FF2B5EF4-FFF2-40B4-BE49-F238E27FC236}">
                  <a16:creationId xmlns:a16="http://schemas.microsoft.com/office/drawing/2014/main" id="{57973354-2509-4C0F-8E1C-9B6C89EB6B8C}"/>
                </a:ext>
              </a:extLst>
            </p:cNvPr>
            <p:cNvSpPr>
              <a:spLocks/>
            </p:cNvSpPr>
            <p:nvPr/>
          </p:nvSpPr>
          <p:spPr bwMode="auto">
            <a:xfrm>
              <a:off x="539" y="2605"/>
              <a:ext cx="11" cy="11"/>
            </a:xfrm>
            <a:custGeom>
              <a:avLst/>
              <a:gdLst>
                <a:gd name="T0" fmla="*/ 27 w 7"/>
                <a:gd name="T1" fmla="*/ 8 h 7"/>
                <a:gd name="T2" fmla="*/ 0 w 7"/>
                <a:gd name="T3" fmla="*/ 27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7">
                  <a:moveTo>
                    <a:pt x="7" y="2"/>
                  </a:moveTo>
                  <a:cubicBezTo>
                    <a:pt x="4" y="0"/>
                    <a:pt x="3" y="4"/>
                    <a:pt x="0" y="7"/>
                  </a:cubicBezTo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417" name="Freeform 323">
              <a:extLst>
                <a:ext uri="{FF2B5EF4-FFF2-40B4-BE49-F238E27FC236}">
                  <a16:creationId xmlns:a16="http://schemas.microsoft.com/office/drawing/2014/main" id="{2F457A26-CE00-4261-A293-868ED27CE173}"/>
                </a:ext>
              </a:extLst>
            </p:cNvPr>
            <p:cNvSpPr>
              <a:spLocks/>
            </p:cNvSpPr>
            <p:nvPr/>
          </p:nvSpPr>
          <p:spPr bwMode="auto">
            <a:xfrm>
              <a:off x="521" y="2578"/>
              <a:ext cx="8" cy="3"/>
            </a:xfrm>
            <a:custGeom>
              <a:avLst/>
              <a:gdLst>
                <a:gd name="T0" fmla="*/ 21 w 5"/>
                <a:gd name="T1" fmla="*/ 8 h 2"/>
                <a:gd name="T2" fmla="*/ 0 w 5"/>
                <a:gd name="T3" fmla="*/ 5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">
                  <a:moveTo>
                    <a:pt x="5" y="2"/>
                  </a:moveTo>
                  <a:cubicBezTo>
                    <a:pt x="2" y="0"/>
                    <a:pt x="1" y="0"/>
                    <a:pt x="0" y="1"/>
                  </a:cubicBezTo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418" name="Freeform 324">
              <a:extLst>
                <a:ext uri="{FF2B5EF4-FFF2-40B4-BE49-F238E27FC236}">
                  <a16:creationId xmlns:a16="http://schemas.microsoft.com/office/drawing/2014/main" id="{59EDD6B8-DD95-4B25-8601-4365B31A00D9}"/>
                </a:ext>
              </a:extLst>
            </p:cNvPr>
            <p:cNvSpPr>
              <a:spLocks/>
            </p:cNvSpPr>
            <p:nvPr/>
          </p:nvSpPr>
          <p:spPr bwMode="auto">
            <a:xfrm>
              <a:off x="549" y="2507"/>
              <a:ext cx="4" cy="16"/>
            </a:xfrm>
            <a:custGeom>
              <a:avLst/>
              <a:gdLst>
                <a:gd name="T0" fmla="*/ 7 w 3"/>
                <a:gd name="T1" fmla="*/ 42 h 10"/>
                <a:gd name="T2" fmla="*/ 0 w 3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0">
                  <a:moveTo>
                    <a:pt x="3" y="10"/>
                  </a:moveTo>
                  <a:cubicBezTo>
                    <a:pt x="3" y="5"/>
                    <a:pt x="1" y="3"/>
                    <a:pt x="0" y="0"/>
                  </a:cubicBezTo>
                </a:path>
              </a:pathLst>
            </a:custGeom>
            <a:noFill/>
            <a:ln w="6350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419" name="Freeform 325">
              <a:extLst>
                <a:ext uri="{FF2B5EF4-FFF2-40B4-BE49-F238E27FC236}">
                  <a16:creationId xmlns:a16="http://schemas.microsoft.com/office/drawing/2014/main" id="{92D0E97D-18F4-45C1-8193-95D107709D9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" y="2513"/>
              <a:ext cx="13" cy="3"/>
            </a:xfrm>
            <a:custGeom>
              <a:avLst/>
              <a:gdLst>
                <a:gd name="T0" fmla="*/ 34 w 8"/>
                <a:gd name="T1" fmla="*/ 8 h 2"/>
                <a:gd name="T2" fmla="*/ 0 w 8"/>
                <a:gd name="T3" fmla="*/ 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">
                  <a:moveTo>
                    <a:pt x="8" y="2"/>
                  </a:moveTo>
                  <a:cubicBezTo>
                    <a:pt x="4" y="0"/>
                    <a:pt x="2" y="1"/>
                    <a:pt x="0" y="2"/>
                  </a:cubicBezTo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420" name="Freeform 326">
              <a:extLst>
                <a:ext uri="{FF2B5EF4-FFF2-40B4-BE49-F238E27FC236}">
                  <a16:creationId xmlns:a16="http://schemas.microsoft.com/office/drawing/2014/main" id="{160F6D12-11BE-4143-B5A3-0DC3E1E81C53}"/>
                </a:ext>
              </a:extLst>
            </p:cNvPr>
            <p:cNvSpPr>
              <a:spLocks/>
            </p:cNvSpPr>
            <p:nvPr/>
          </p:nvSpPr>
          <p:spPr bwMode="auto">
            <a:xfrm>
              <a:off x="581" y="2541"/>
              <a:ext cx="8" cy="4"/>
            </a:xfrm>
            <a:custGeom>
              <a:avLst/>
              <a:gdLst>
                <a:gd name="T0" fmla="*/ 21 w 5"/>
                <a:gd name="T1" fmla="*/ 7 h 3"/>
                <a:gd name="T2" fmla="*/ 0 w 5"/>
                <a:gd name="T3" fmla="*/ 1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">
                  <a:moveTo>
                    <a:pt x="5" y="3"/>
                  </a:moveTo>
                  <a:cubicBezTo>
                    <a:pt x="3" y="2"/>
                    <a:pt x="2" y="0"/>
                    <a:pt x="0" y="1"/>
                  </a:cubicBezTo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421" name="Freeform 327">
              <a:extLst>
                <a:ext uri="{FF2B5EF4-FFF2-40B4-BE49-F238E27FC236}">
                  <a16:creationId xmlns:a16="http://schemas.microsoft.com/office/drawing/2014/main" id="{A4DBB64E-B603-4E1B-8661-0D8D787E1BB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9" y="2537"/>
              <a:ext cx="36" cy="45"/>
            </a:xfrm>
            <a:custGeom>
              <a:avLst/>
              <a:gdLst>
                <a:gd name="T0" fmla="*/ 97 w 22"/>
                <a:gd name="T1" fmla="*/ 116 h 28"/>
                <a:gd name="T2" fmla="*/ 41 w 22"/>
                <a:gd name="T3" fmla="*/ 88 h 28"/>
                <a:gd name="T4" fmla="*/ 0 w 22"/>
                <a:gd name="T5" fmla="*/ 0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28">
                  <a:moveTo>
                    <a:pt x="22" y="28"/>
                  </a:moveTo>
                  <a:cubicBezTo>
                    <a:pt x="19" y="24"/>
                    <a:pt x="12" y="27"/>
                    <a:pt x="9" y="21"/>
                  </a:cubicBezTo>
                  <a:cubicBezTo>
                    <a:pt x="6" y="14"/>
                    <a:pt x="0" y="10"/>
                    <a:pt x="0" y="0"/>
                  </a:cubicBezTo>
                </a:path>
              </a:pathLst>
            </a:custGeom>
            <a:noFill/>
            <a:ln w="6350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422" name="Freeform 328">
              <a:extLst>
                <a:ext uri="{FF2B5EF4-FFF2-40B4-BE49-F238E27FC236}">
                  <a16:creationId xmlns:a16="http://schemas.microsoft.com/office/drawing/2014/main" id="{8648112B-81D4-48D1-8669-5F3497D4039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6" y="2526"/>
              <a:ext cx="24" cy="40"/>
            </a:xfrm>
            <a:custGeom>
              <a:avLst/>
              <a:gdLst>
                <a:gd name="T0" fmla="*/ 61 w 15"/>
                <a:gd name="T1" fmla="*/ 102 h 25"/>
                <a:gd name="T2" fmla="*/ 35 w 15"/>
                <a:gd name="T3" fmla="*/ 90 h 25"/>
                <a:gd name="T4" fmla="*/ 0 w 15"/>
                <a:gd name="T5" fmla="*/ 0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25">
                  <a:moveTo>
                    <a:pt x="15" y="25"/>
                  </a:moveTo>
                  <a:cubicBezTo>
                    <a:pt x="14" y="21"/>
                    <a:pt x="12" y="23"/>
                    <a:pt x="9" y="22"/>
                  </a:cubicBezTo>
                  <a:cubicBezTo>
                    <a:pt x="6" y="21"/>
                    <a:pt x="1" y="6"/>
                    <a:pt x="0" y="0"/>
                  </a:cubicBezTo>
                </a:path>
              </a:pathLst>
            </a:custGeom>
            <a:noFill/>
            <a:ln w="6350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423" name="Freeform 329">
              <a:extLst>
                <a:ext uri="{FF2B5EF4-FFF2-40B4-BE49-F238E27FC236}">
                  <a16:creationId xmlns:a16="http://schemas.microsoft.com/office/drawing/2014/main" id="{ABF5AB1C-2D88-4B14-80D3-75342C77DFB1}"/>
                </a:ext>
              </a:extLst>
            </p:cNvPr>
            <p:cNvSpPr>
              <a:spLocks/>
            </p:cNvSpPr>
            <p:nvPr/>
          </p:nvSpPr>
          <p:spPr bwMode="auto">
            <a:xfrm>
              <a:off x="581" y="2576"/>
              <a:ext cx="5" cy="16"/>
            </a:xfrm>
            <a:custGeom>
              <a:avLst/>
              <a:gdLst>
                <a:gd name="T0" fmla="*/ 13 w 3"/>
                <a:gd name="T1" fmla="*/ 0 h 10"/>
                <a:gd name="T2" fmla="*/ 8 w 3"/>
                <a:gd name="T3" fmla="*/ 42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0">
                  <a:moveTo>
                    <a:pt x="3" y="0"/>
                  </a:moveTo>
                  <a:cubicBezTo>
                    <a:pt x="0" y="1"/>
                    <a:pt x="2" y="8"/>
                    <a:pt x="2" y="10"/>
                  </a:cubicBezTo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424" name="Oval 330">
              <a:extLst>
                <a:ext uri="{FF2B5EF4-FFF2-40B4-BE49-F238E27FC236}">
                  <a16:creationId xmlns:a16="http://schemas.microsoft.com/office/drawing/2014/main" id="{E5A08FD2-8D06-4FF6-B860-7760116A24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49" y="971"/>
              <a:ext cx="24" cy="24"/>
            </a:xfrm>
            <a:prstGeom prst="ellipse">
              <a:avLst/>
            </a:prstGeom>
            <a:noFill/>
            <a:ln w="3175" cap="rnd">
              <a:solidFill>
                <a:srgbClr val="58585A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425" name="Oval 331">
              <a:extLst>
                <a:ext uri="{FF2B5EF4-FFF2-40B4-BE49-F238E27FC236}">
                  <a16:creationId xmlns:a16="http://schemas.microsoft.com/office/drawing/2014/main" id="{BF106323-871A-4AE4-BC76-47499998AA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7" y="979"/>
              <a:ext cx="8" cy="8"/>
            </a:xfrm>
            <a:prstGeom prst="ellipse">
              <a:avLst/>
            </a:pr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426" name="Freeform 332">
              <a:extLst>
                <a:ext uri="{FF2B5EF4-FFF2-40B4-BE49-F238E27FC236}">
                  <a16:creationId xmlns:a16="http://schemas.microsoft.com/office/drawing/2014/main" id="{E4BE35A3-61BA-47E2-BAC0-73AE14B8DD51}"/>
                </a:ext>
              </a:extLst>
            </p:cNvPr>
            <p:cNvSpPr>
              <a:spLocks/>
            </p:cNvSpPr>
            <p:nvPr/>
          </p:nvSpPr>
          <p:spPr bwMode="auto">
            <a:xfrm>
              <a:off x="832" y="971"/>
              <a:ext cx="60" cy="26"/>
            </a:xfrm>
            <a:custGeom>
              <a:avLst/>
              <a:gdLst>
                <a:gd name="T0" fmla="*/ 157 w 37"/>
                <a:gd name="T1" fmla="*/ 42 h 16"/>
                <a:gd name="T2" fmla="*/ 143 w 37"/>
                <a:gd name="T3" fmla="*/ 54 h 16"/>
                <a:gd name="T4" fmla="*/ 68 w 37"/>
                <a:gd name="T5" fmla="*/ 68 h 16"/>
                <a:gd name="T6" fmla="*/ 0 w 37"/>
                <a:gd name="T7" fmla="*/ 34 h 16"/>
                <a:gd name="T8" fmla="*/ 76 w 37"/>
                <a:gd name="T9" fmla="*/ 0 h 16"/>
                <a:gd name="T10" fmla="*/ 144 w 37"/>
                <a:gd name="T11" fmla="*/ 34 h 16"/>
                <a:gd name="T12" fmla="*/ 157 w 37"/>
                <a:gd name="T13" fmla="*/ 42 h 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7" h="16">
                  <a:moveTo>
                    <a:pt x="37" y="10"/>
                  </a:moveTo>
                  <a:cubicBezTo>
                    <a:pt x="36" y="12"/>
                    <a:pt x="34" y="12"/>
                    <a:pt x="33" y="12"/>
                  </a:cubicBezTo>
                  <a:cubicBezTo>
                    <a:pt x="31" y="12"/>
                    <a:pt x="24" y="16"/>
                    <a:pt x="16" y="16"/>
                  </a:cubicBezTo>
                  <a:cubicBezTo>
                    <a:pt x="7" y="16"/>
                    <a:pt x="1" y="9"/>
                    <a:pt x="0" y="8"/>
                  </a:cubicBezTo>
                  <a:cubicBezTo>
                    <a:pt x="1" y="6"/>
                    <a:pt x="7" y="0"/>
                    <a:pt x="18" y="0"/>
                  </a:cubicBezTo>
                  <a:cubicBezTo>
                    <a:pt x="27" y="0"/>
                    <a:pt x="30" y="5"/>
                    <a:pt x="34" y="8"/>
                  </a:cubicBezTo>
                  <a:cubicBezTo>
                    <a:pt x="35" y="8"/>
                    <a:pt x="37" y="9"/>
                    <a:pt x="37" y="10"/>
                  </a:cubicBezTo>
                  <a:close/>
                </a:path>
              </a:pathLst>
            </a:custGeom>
            <a:noFill/>
            <a:ln w="6350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427" name="Freeform 333">
              <a:extLst>
                <a:ext uri="{FF2B5EF4-FFF2-40B4-BE49-F238E27FC236}">
                  <a16:creationId xmlns:a16="http://schemas.microsoft.com/office/drawing/2014/main" id="{0EDDD335-7CC1-408B-BED6-A5385C1F4025}"/>
                </a:ext>
              </a:extLst>
            </p:cNvPr>
            <p:cNvSpPr>
              <a:spLocks/>
            </p:cNvSpPr>
            <p:nvPr/>
          </p:nvSpPr>
          <p:spPr bwMode="auto">
            <a:xfrm>
              <a:off x="829" y="962"/>
              <a:ext cx="62" cy="17"/>
            </a:xfrm>
            <a:custGeom>
              <a:avLst/>
              <a:gdLst>
                <a:gd name="T0" fmla="*/ 165 w 38"/>
                <a:gd name="T1" fmla="*/ 40 h 11"/>
                <a:gd name="T2" fmla="*/ 0 w 38"/>
                <a:gd name="T3" fmla="*/ 36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8" h="11">
                  <a:moveTo>
                    <a:pt x="38" y="11"/>
                  </a:moveTo>
                  <a:cubicBezTo>
                    <a:pt x="29" y="2"/>
                    <a:pt x="12" y="0"/>
                    <a:pt x="0" y="10"/>
                  </a:cubicBezTo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428" name="Freeform 334">
              <a:extLst>
                <a:ext uri="{FF2B5EF4-FFF2-40B4-BE49-F238E27FC236}">
                  <a16:creationId xmlns:a16="http://schemas.microsoft.com/office/drawing/2014/main" id="{BF72169E-268F-427E-97B2-7CDC7CB1EA2C}"/>
                </a:ext>
              </a:extLst>
            </p:cNvPr>
            <p:cNvSpPr>
              <a:spLocks/>
            </p:cNvSpPr>
            <p:nvPr/>
          </p:nvSpPr>
          <p:spPr bwMode="auto">
            <a:xfrm>
              <a:off x="815" y="944"/>
              <a:ext cx="76" cy="18"/>
            </a:xfrm>
            <a:custGeom>
              <a:avLst/>
              <a:gdLst>
                <a:gd name="T0" fmla="*/ 199 w 47"/>
                <a:gd name="T1" fmla="*/ 18 h 11"/>
                <a:gd name="T2" fmla="*/ 0 w 47"/>
                <a:gd name="T3" fmla="*/ 47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7" h="11">
                  <a:moveTo>
                    <a:pt x="47" y="4"/>
                  </a:moveTo>
                  <a:cubicBezTo>
                    <a:pt x="38" y="0"/>
                    <a:pt x="9" y="3"/>
                    <a:pt x="0" y="11"/>
                  </a:cubicBezTo>
                </a:path>
              </a:pathLst>
            </a:custGeom>
            <a:noFill/>
            <a:ln w="6350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429" name="Freeform 335">
              <a:extLst>
                <a:ext uri="{FF2B5EF4-FFF2-40B4-BE49-F238E27FC236}">
                  <a16:creationId xmlns:a16="http://schemas.microsoft.com/office/drawing/2014/main" id="{8FDDED71-DB3D-4EBD-B95D-8917D8A84D31}"/>
                </a:ext>
              </a:extLst>
            </p:cNvPr>
            <p:cNvSpPr>
              <a:spLocks/>
            </p:cNvSpPr>
            <p:nvPr/>
          </p:nvSpPr>
          <p:spPr bwMode="auto">
            <a:xfrm>
              <a:off x="766" y="923"/>
              <a:ext cx="34" cy="113"/>
            </a:xfrm>
            <a:custGeom>
              <a:avLst/>
              <a:gdLst>
                <a:gd name="T0" fmla="*/ 60 w 21"/>
                <a:gd name="T1" fmla="*/ 29 h 70"/>
                <a:gd name="T2" fmla="*/ 0 w 21"/>
                <a:gd name="T3" fmla="*/ 47 h 70"/>
                <a:gd name="T4" fmla="*/ 16 w 21"/>
                <a:gd name="T5" fmla="*/ 158 h 70"/>
                <a:gd name="T6" fmla="*/ 39 w 21"/>
                <a:gd name="T7" fmla="*/ 220 h 70"/>
                <a:gd name="T8" fmla="*/ 63 w 21"/>
                <a:gd name="T9" fmla="*/ 281 h 70"/>
                <a:gd name="T10" fmla="*/ 89 w 21"/>
                <a:gd name="T11" fmla="*/ 294 h 7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70">
                  <a:moveTo>
                    <a:pt x="14" y="7"/>
                  </a:moveTo>
                  <a:cubicBezTo>
                    <a:pt x="9" y="0"/>
                    <a:pt x="0" y="2"/>
                    <a:pt x="0" y="11"/>
                  </a:cubicBezTo>
                  <a:cubicBezTo>
                    <a:pt x="1" y="20"/>
                    <a:pt x="3" y="33"/>
                    <a:pt x="4" y="38"/>
                  </a:cubicBezTo>
                  <a:cubicBezTo>
                    <a:pt x="5" y="43"/>
                    <a:pt x="7" y="47"/>
                    <a:pt x="9" y="52"/>
                  </a:cubicBezTo>
                  <a:cubicBezTo>
                    <a:pt x="10" y="56"/>
                    <a:pt x="13" y="65"/>
                    <a:pt x="15" y="67"/>
                  </a:cubicBezTo>
                  <a:cubicBezTo>
                    <a:pt x="17" y="69"/>
                    <a:pt x="21" y="70"/>
                    <a:pt x="21" y="70"/>
                  </a:cubicBezTo>
                </a:path>
              </a:pathLst>
            </a:custGeom>
            <a:noFill/>
            <a:ln w="6350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430" name="Freeform 336">
              <a:extLst>
                <a:ext uri="{FF2B5EF4-FFF2-40B4-BE49-F238E27FC236}">
                  <a16:creationId xmlns:a16="http://schemas.microsoft.com/office/drawing/2014/main" id="{B7F3E995-FDDD-4A49-896B-5ED2BAAD6494}"/>
                </a:ext>
              </a:extLst>
            </p:cNvPr>
            <p:cNvSpPr>
              <a:spLocks/>
            </p:cNvSpPr>
            <p:nvPr/>
          </p:nvSpPr>
          <p:spPr bwMode="auto">
            <a:xfrm>
              <a:off x="770" y="937"/>
              <a:ext cx="17" cy="21"/>
            </a:xfrm>
            <a:custGeom>
              <a:avLst/>
              <a:gdLst>
                <a:gd name="T0" fmla="*/ 40 w 11"/>
                <a:gd name="T1" fmla="*/ 47 h 13"/>
                <a:gd name="T2" fmla="*/ 8 w 11"/>
                <a:gd name="T3" fmla="*/ 5 h 13"/>
                <a:gd name="T4" fmla="*/ 12 w 11"/>
                <a:gd name="T5" fmla="*/ 55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3">
                  <a:moveTo>
                    <a:pt x="11" y="11"/>
                  </a:moveTo>
                  <a:cubicBezTo>
                    <a:pt x="8" y="4"/>
                    <a:pt x="4" y="0"/>
                    <a:pt x="2" y="1"/>
                  </a:cubicBezTo>
                  <a:cubicBezTo>
                    <a:pt x="0" y="2"/>
                    <a:pt x="2" y="10"/>
                    <a:pt x="3" y="13"/>
                  </a:cubicBezTo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431" name="Freeform 337">
              <a:extLst>
                <a:ext uri="{FF2B5EF4-FFF2-40B4-BE49-F238E27FC236}">
                  <a16:creationId xmlns:a16="http://schemas.microsoft.com/office/drawing/2014/main" id="{5ED1D300-CD0F-4C03-AC04-AD012B614A73}"/>
                </a:ext>
              </a:extLst>
            </p:cNvPr>
            <p:cNvSpPr>
              <a:spLocks/>
            </p:cNvSpPr>
            <p:nvPr/>
          </p:nvSpPr>
          <p:spPr bwMode="auto">
            <a:xfrm>
              <a:off x="774" y="944"/>
              <a:ext cx="10" cy="56"/>
            </a:xfrm>
            <a:custGeom>
              <a:avLst/>
              <a:gdLst>
                <a:gd name="T0" fmla="*/ 8 w 6"/>
                <a:gd name="T1" fmla="*/ 0 h 35"/>
                <a:gd name="T2" fmla="*/ 0 w 6"/>
                <a:gd name="T3" fmla="*/ 56 h 35"/>
                <a:gd name="T4" fmla="*/ 8 w 6"/>
                <a:gd name="T5" fmla="*/ 118 h 35"/>
                <a:gd name="T6" fmla="*/ 28 w 6"/>
                <a:gd name="T7" fmla="*/ 144 h 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35">
                  <a:moveTo>
                    <a:pt x="2" y="0"/>
                  </a:moveTo>
                  <a:cubicBezTo>
                    <a:pt x="3" y="5"/>
                    <a:pt x="0" y="5"/>
                    <a:pt x="0" y="14"/>
                  </a:cubicBezTo>
                  <a:cubicBezTo>
                    <a:pt x="0" y="22"/>
                    <a:pt x="2" y="26"/>
                    <a:pt x="2" y="29"/>
                  </a:cubicBezTo>
                  <a:cubicBezTo>
                    <a:pt x="2" y="32"/>
                    <a:pt x="4" y="32"/>
                    <a:pt x="6" y="35"/>
                  </a:cubicBezTo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432" name="Freeform 338">
              <a:extLst>
                <a:ext uri="{FF2B5EF4-FFF2-40B4-BE49-F238E27FC236}">
                  <a16:creationId xmlns:a16="http://schemas.microsoft.com/office/drawing/2014/main" id="{8CE5752B-21E3-4584-B43E-A765F42E2E92}"/>
                </a:ext>
              </a:extLst>
            </p:cNvPr>
            <p:cNvSpPr>
              <a:spLocks/>
            </p:cNvSpPr>
            <p:nvPr/>
          </p:nvSpPr>
          <p:spPr bwMode="auto">
            <a:xfrm>
              <a:off x="786" y="970"/>
              <a:ext cx="9" cy="29"/>
            </a:xfrm>
            <a:custGeom>
              <a:avLst/>
              <a:gdLst>
                <a:gd name="T0" fmla="*/ 21 w 6"/>
                <a:gd name="T1" fmla="*/ 76 h 18"/>
                <a:gd name="T2" fmla="*/ 0 w 6"/>
                <a:gd name="T3" fmla="*/ 42 h 18"/>
                <a:gd name="T4" fmla="*/ 0 w 6"/>
                <a:gd name="T5" fmla="*/ 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18">
                  <a:moveTo>
                    <a:pt x="6" y="18"/>
                  </a:moveTo>
                  <a:cubicBezTo>
                    <a:pt x="3" y="16"/>
                    <a:pt x="0" y="14"/>
                    <a:pt x="0" y="10"/>
                  </a:cubicBezTo>
                  <a:cubicBezTo>
                    <a:pt x="0" y="6"/>
                    <a:pt x="0" y="1"/>
                    <a:pt x="0" y="0"/>
                  </a:cubicBezTo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433" name="Freeform 339">
              <a:extLst>
                <a:ext uri="{FF2B5EF4-FFF2-40B4-BE49-F238E27FC236}">
                  <a16:creationId xmlns:a16="http://schemas.microsoft.com/office/drawing/2014/main" id="{EB645112-439D-4A9B-9041-F6DED7C2085B}"/>
                </a:ext>
              </a:extLst>
            </p:cNvPr>
            <p:cNvSpPr>
              <a:spLocks/>
            </p:cNvSpPr>
            <p:nvPr/>
          </p:nvSpPr>
          <p:spPr bwMode="auto">
            <a:xfrm>
              <a:off x="899" y="1055"/>
              <a:ext cx="30" cy="21"/>
            </a:xfrm>
            <a:custGeom>
              <a:avLst/>
              <a:gdLst>
                <a:gd name="T0" fmla="*/ 74 w 19"/>
                <a:gd name="T1" fmla="*/ 55 h 13"/>
                <a:gd name="T2" fmla="*/ 52 w 19"/>
                <a:gd name="T3" fmla="*/ 47 h 13"/>
                <a:gd name="T4" fmla="*/ 27 w 19"/>
                <a:gd name="T5" fmla="*/ 34 h 13"/>
                <a:gd name="T6" fmla="*/ 0 w 19"/>
                <a:gd name="T7" fmla="*/ 0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13">
                  <a:moveTo>
                    <a:pt x="19" y="13"/>
                  </a:moveTo>
                  <a:cubicBezTo>
                    <a:pt x="16" y="13"/>
                    <a:pt x="16" y="13"/>
                    <a:pt x="13" y="11"/>
                  </a:cubicBezTo>
                  <a:cubicBezTo>
                    <a:pt x="9" y="9"/>
                    <a:pt x="10" y="8"/>
                    <a:pt x="7" y="8"/>
                  </a:cubicBezTo>
                  <a:cubicBezTo>
                    <a:pt x="4" y="8"/>
                    <a:pt x="0" y="6"/>
                    <a:pt x="0" y="0"/>
                  </a:cubicBezTo>
                </a:path>
              </a:pathLst>
            </a:custGeom>
            <a:noFill/>
            <a:ln w="6350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434" name="Freeform 340">
              <a:extLst>
                <a:ext uri="{FF2B5EF4-FFF2-40B4-BE49-F238E27FC236}">
                  <a16:creationId xmlns:a16="http://schemas.microsoft.com/office/drawing/2014/main" id="{FE80ED75-50A7-4277-915B-F5D4AD903DCD}"/>
                </a:ext>
              </a:extLst>
            </p:cNvPr>
            <p:cNvSpPr>
              <a:spLocks/>
            </p:cNvSpPr>
            <p:nvPr/>
          </p:nvSpPr>
          <p:spPr bwMode="auto">
            <a:xfrm>
              <a:off x="879" y="1098"/>
              <a:ext cx="50" cy="7"/>
            </a:xfrm>
            <a:custGeom>
              <a:avLst/>
              <a:gdLst>
                <a:gd name="T0" fmla="*/ 115 w 31"/>
                <a:gd name="T1" fmla="*/ 0 h 4"/>
                <a:gd name="T2" fmla="*/ 90 w 31"/>
                <a:gd name="T3" fmla="*/ 0 h 4"/>
                <a:gd name="T4" fmla="*/ 63 w 31"/>
                <a:gd name="T5" fmla="*/ 7 h 4"/>
                <a:gd name="T6" fmla="*/ 0 w 31"/>
                <a:gd name="T7" fmla="*/ 16 h 4"/>
                <a:gd name="T8" fmla="*/ 63 w 31"/>
                <a:gd name="T9" fmla="*/ 16 h 4"/>
                <a:gd name="T10" fmla="*/ 90 w 31"/>
                <a:gd name="T11" fmla="*/ 12 h 4"/>
                <a:gd name="T12" fmla="*/ 131 w 31"/>
                <a:gd name="T13" fmla="*/ 7 h 4"/>
                <a:gd name="T14" fmla="*/ 131 w 31"/>
                <a:gd name="T15" fmla="*/ 0 h 4"/>
                <a:gd name="T16" fmla="*/ 115 w 31"/>
                <a:gd name="T17" fmla="*/ 0 h 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1" h="4">
                  <a:moveTo>
                    <a:pt x="27" y="0"/>
                  </a:moveTo>
                  <a:cubicBezTo>
                    <a:pt x="22" y="0"/>
                    <a:pt x="22" y="0"/>
                    <a:pt x="22" y="0"/>
                  </a:cubicBezTo>
                  <a:cubicBezTo>
                    <a:pt x="15" y="1"/>
                    <a:pt x="15" y="1"/>
                    <a:pt x="15" y="1"/>
                  </a:cubicBezTo>
                  <a:cubicBezTo>
                    <a:pt x="10" y="2"/>
                    <a:pt x="4" y="4"/>
                    <a:pt x="0" y="3"/>
                  </a:cubicBezTo>
                  <a:cubicBezTo>
                    <a:pt x="4" y="4"/>
                    <a:pt x="10" y="4"/>
                    <a:pt x="15" y="3"/>
                  </a:cubicBezTo>
                  <a:cubicBezTo>
                    <a:pt x="22" y="2"/>
                    <a:pt x="22" y="2"/>
                    <a:pt x="22" y="2"/>
                  </a:cubicBezTo>
                  <a:cubicBezTo>
                    <a:pt x="31" y="1"/>
                    <a:pt x="31" y="1"/>
                    <a:pt x="31" y="1"/>
                  </a:cubicBezTo>
                  <a:cubicBezTo>
                    <a:pt x="31" y="0"/>
                    <a:pt x="31" y="0"/>
                    <a:pt x="31" y="0"/>
                  </a:cubicBezTo>
                  <a:lnTo>
                    <a:pt x="27" y="0"/>
                  </a:ln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435" name="Freeform 341">
              <a:extLst>
                <a:ext uri="{FF2B5EF4-FFF2-40B4-BE49-F238E27FC236}">
                  <a16:creationId xmlns:a16="http://schemas.microsoft.com/office/drawing/2014/main" id="{7C67A0F7-F5D1-48C8-9A01-4E3C63CB64B7}"/>
                </a:ext>
              </a:extLst>
            </p:cNvPr>
            <p:cNvSpPr>
              <a:spLocks/>
            </p:cNvSpPr>
            <p:nvPr/>
          </p:nvSpPr>
          <p:spPr bwMode="auto">
            <a:xfrm>
              <a:off x="841" y="749"/>
              <a:ext cx="24" cy="90"/>
            </a:xfrm>
            <a:custGeom>
              <a:avLst/>
              <a:gdLst>
                <a:gd name="T0" fmla="*/ 13 w 15"/>
                <a:gd name="T1" fmla="*/ 103 h 56"/>
                <a:gd name="T2" fmla="*/ 8 w 15"/>
                <a:gd name="T3" fmla="*/ 233 h 56"/>
                <a:gd name="T4" fmla="*/ 21 w 15"/>
                <a:gd name="T5" fmla="*/ 103 h 56"/>
                <a:gd name="T6" fmla="*/ 61 w 15"/>
                <a:gd name="T7" fmla="*/ 0 h 56"/>
                <a:gd name="T8" fmla="*/ 13 w 15"/>
                <a:gd name="T9" fmla="*/ 103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56">
                  <a:moveTo>
                    <a:pt x="3" y="25"/>
                  </a:moveTo>
                  <a:cubicBezTo>
                    <a:pt x="0" y="37"/>
                    <a:pt x="0" y="49"/>
                    <a:pt x="2" y="56"/>
                  </a:cubicBezTo>
                  <a:cubicBezTo>
                    <a:pt x="0" y="49"/>
                    <a:pt x="2" y="37"/>
                    <a:pt x="5" y="25"/>
                  </a:cubicBezTo>
                  <a:cubicBezTo>
                    <a:pt x="7" y="15"/>
                    <a:pt x="10" y="4"/>
                    <a:pt x="15" y="0"/>
                  </a:cubicBezTo>
                  <a:cubicBezTo>
                    <a:pt x="10" y="5"/>
                    <a:pt x="5" y="14"/>
                    <a:pt x="3" y="25"/>
                  </a:cubicBezTo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436" name="Oval 342">
              <a:extLst>
                <a:ext uri="{FF2B5EF4-FFF2-40B4-BE49-F238E27FC236}">
                  <a16:creationId xmlns:a16="http://schemas.microsoft.com/office/drawing/2014/main" id="{96DC754F-200B-4393-B2B1-A231D0EEFF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86" y="971"/>
              <a:ext cx="24" cy="24"/>
            </a:xfrm>
            <a:prstGeom prst="ellipse">
              <a:avLst/>
            </a:prstGeom>
            <a:noFill/>
            <a:ln w="3175" cap="rnd">
              <a:solidFill>
                <a:srgbClr val="58585A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437" name="Oval 343">
              <a:extLst>
                <a:ext uri="{FF2B5EF4-FFF2-40B4-BE49-F238E27FC236}">
                  <a16:creationId xmlns:a16="http://schemas.microsoft.com/office/drawing/2014/main" id="{96DD0438-7B62-4037-881B-04B38C25A3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4" y="979"/>
              <a:ext cx="8" cy="8"/>
            </a:xfrm>
            <a:prstGeom prst="ellipse">
              <a:avLst/>
            </a:pr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438" name="Freeform 344">
              <a:extLst>
                <a:ext uri="{FF2B5EF4-FFF2-40B4-BE49-F238E27FC236}">
                  <a16:creationId xmlns:a16="http://schemas.microsoft.com/office/drawing/2014/main" id="{D9379C50-A370-4934-94B3-1AC91F62FEBB}"/>
                </a:ext>
              </a:extLst>
            </p:cNvPr>
            <p:cNvSpPr>
              <a:spLocks/>
            </p:cNvSpPr>
            <p:nvPr/>
          </p:nvSpPr>
          <p:spPr bwMode="auto">
            <a:xfrm>
              <a:off x="966" y="971"/>
              <a:ext cx="60" cy="26"/>
            </a:xfrm>
            <a:custGeom>
              <a:avLst/>
              <a:gdLst>
                <a:gd name="T0" fmla="*/ 0 w 37"/>
                <a:gd name="T1" fmla="*/ 42 h 16"/>
                <a:gd name="T2" fmla="*/ 21 w 37"/>
                <a:gd name="T3" fmla="*/ 54 h 16"/>
                <a:gd name="T4" fmla="*/ 94 w 37"/>
                <a:gd name="T5" fmla="*/ 68 h 16"/>
                <a:gd name="T6" fmla="*/ 157 w 37"/>
                <a:gd name="T7" fmla="*/ 34 h 16"/>
                <a:gd name="T8" fmla="*/ 84 w 37"/>
                <a:gd name="T9" fmla="*/ 0 h 16"/>
                <a:gd name="T10" fmla="*/ 13 w 37"/>
                <a:gd name="T11" fmla="*/ 34 h 16"/>
                <a:gd name="T12" fmla="*/ 0 w 37"/>
                <a:gd name="T13" fmla="*/ 42 h 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7" h="16">
                  <a:moveTo>
                    <a:pt x="0" y="10"/>
                  </a:moveTo>
                  <a:cubicBezTo>
                    <a:pt x="1" y="12"/>
                    <a:pt x="3" y="12"/>
                    <a:pt x="5" y="12"/>
                  </a:cubicBezTo>
                  <a:cubicBezTo>
                    <a:pt x="7" y="12"/>
                    <a:pt x="13" y="16"/>
                    <a:pt x="22" y="16"/>
                  </a:cubicBezTo>
                  <a:cubicBezTo>
                    <a:pt x="30" y="16"/>
                    <a:pt x="37" y="9"/>
                    <a:pt x="37" y="8"/>
                  </a:cubicBezTo>
                  <a:cubicBezTo>
                    <a:pt x="36" y="6"/>
                    <a:pt x="30" y="0"/>
                    <a:pt x="20" y="0"/>
                  </a:cubicBezTo>
                  <a:cubicBezTo>
                    <a:pt x="11" y="0"/>
                    <a:pt x="7" y="5"/>
                    <a:pt x="3" y="8"/>
                  </a:cubicBezTo>
                  <a:cubicBezTo>
                    <a:pt x="2" y="8"/>
                    <a:pt x="0" y="9"/>
                    <a:pt x="0" y="10"/>
                  </a:cubicBezTo>
                  <a:close/>
                </a:path>
              </a:pathLst>
            </a:custGeom>
            <a:noFill/>
            <a:ln w="6350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439" name="Freeform 345">
              <a:extLst>
                <a:ext uri="{FF2B5EF4-FFF2-40B4-BE49-F238E27FC236}">
                  <a16:creationId xmlns:a16="http://schemas.microsoft.com/office/drawing/2014/main" id="{F8049EFA-C2AD-4AA2-B64A-FC55D1BC00CF}"/>
                </a:ext>
              </a:extLst>
            </p:cNvPr>
            <p:cNvSpPr>
              <a:spLocks/>
            </p:cNvSpPr>
            <p:nvPr/>
          </p:nvSpPr>
          <p:spPr bwMode="auto">
            <a:xfrm>
              <a:off x="968" y="962"/>
              <a:ext cx="61" cy="17"/>
            </a:xfrm>
            <a:custGeom>
              <a:avLst/>
              <a:gdLst>
                <a:gd name="T0" fmla="*/ 0 w 38"/>
                <a:gd name="T1" fmla="*/ 40 h 11"/>
                <a:gd name="T2" fmla="*/ 157 w 38"/>
                <a:gd name="T3" fmla="*/ 36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8" h="11">
                  <a:moveTo>
                    <a:pt x="0" y="11"/>
                  </a:moveTo>
                  <a:cubicBezTo>
                    <a:pt x="9" y="2"/>
                    <a:pt x="27" y="0"/>
                    <a:pt x="38" y="10"/>
                  </a:cubicBezTo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440" name="Freeform 346">
              <a:extLst>
                <a:ext uri="{FF2B5EF4-FFF2-40B4-BE49-F238E27FC236}">
                  <a16:creationId xmlns:a16="http://schemas.microsoft.com/office/drawing/2014/main" id="{F9DA13A3-AA0C-4749-BE81-85C8E79439EC}"/>
                </a:ext>
              </a:extLst>
            </p:cNvPr>
            <p:cNvSpPr>
              <a:spLocks/>
            </p:cNvSpPr>
            <p:nvPr/>
          </p:nvSpPr>
          <p:spPr bwMode="auto">
            <a:xfrm>
              <a:off x="970" y="944"/>
              <a:ext cx="74" cy="18"/>
            </a:xfrm>
            <a:custGeom>
              <a:avLst/>
              <a:gdLst>
                <a:gd name="T0" fmla="*/ 0 w 46"/>
                <a:gd name="T1" fmla="*/ 18 h 11"/>
                <a:gd name="T2" fmla="*/ 191 w 46"/>
                <a:gd name="T3" fmla="*/ 47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6" h="11">
                  <a:moveTo>
                    <a:pt x="0" y="4"/>
                  </a:moveTo>
                  <a:cubicBezTo>
                    <a:pt x="9" y="0"/>
                    <a:pt x="41" y="4"/>
                    <a:pt x="46" y="11"/>
                  </a:cubicBezTo>
                </a:path>
              </a:pathLst>
            </a:custGeom>
            <a:noFill/>
            <a:ln w="6350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441" name="Freeform 347">
              <a:extLst>
                <a:ext uri="{FF2B5EF4-FFF2-40B4-BE49-F238E27FC236}">
                  <a16:creationId xmlns:a16="http://schemas.microsoft.com/office/drawing/2014/main" id="{02B1D11A-855F-4A6A-877B-60BA870E68A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0" y="1016"/>
              <a:ext cx="16" cy="20"/>
            </a:xfrm>
            <a:custGeom>
              <a:avLst/>
              <a:gdLst>
                <a:gd name="T0" fmla="*/ 42 w 10"/>
                <a:gd name="T1" fmla="*/ 0 h 12"/>
                <a:gd name="T2" fmla="*/ 26 w 10"/>
                <a:gd name="T3" fmla="*/ 42 h 12"/>
                <a:gd name="T4" fmla="*/ 0 w 10"/>
                <a:gd name="T5" fmla="*/ 55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2">
                  <a:moveTo>
                    <a:pt x="10" y="0"/>
                  </a:moveTo>
                  <a:cubicBezTo>
                    <a:pt x="9" y="4"/>
                    <a:pt x="7" y="8"/>
                    <a:pt x="6" y="9"/>
                  </a:cubicBezTo>
                  <a:cubicBezTo>
                    <a:pt x="4" y="11"/>
                    <a:pt x="0" y="12"/>
                    <a:pt x="0" y="12"/>
                  </a:cubicBezTo>
                </a:path>
              </a:pathLst>
            </a:custGeom>
            <a:noFill/>
            <a:ln w="6350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442" name="Freeform 348">
              <a:extLst>
                <a:ext uri="{FF2B5EF4-FFF2-40B4-BE49-F238E27FC236}">
                  <a16:creationId xmlns:a16="http://schemas.microsoft.com/office/drawing/2014/main" id="{3EDC6A43-6441-4E83-AACB-EDAE62E93E46}"/>
                </a:ext>
              </a:extLst>
            </p:cNvPr>
            <p:cNvSpPr>
              <a:spLocks/>
            </p:cNvSpPr>
            <p:nvPr/>
          </p:nvSpPr>
          <p:spPr bwMode="auto">
            <a:xfrm>
              <a:off x="945" y="976"/>
              <a:ext cx="12" cy="34"/>
            </a:xfrm>
            <a:custGeom>
              <a:avLst/>
              <a:gdLst>
                <a:gd name="T0" fmla="*/ 29 w 7"/>
                <a:gd name="T1" fmla="*/ 8 h 21"/>
                <a:gd name="T2" fmla="*/ 15 w 7"/>
                <a:gd name="T3" fmla="*/ 89 h 21"/>
                <a:gd name="T4" fmla="*/ 21 w 7"/>
                <a:gd name="T5" fmla="*/ 5 h 21"/>
                <a:gd name="T6" fmla="*/ 29 w 7"/>
                <a:gd name="T7" fmla="*/ 8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21">
                  <a:moveTo>
                    <a:pt x="6" y="2"/>
                  </a:moveTo>
                  <a:cubicBezTo>
                    <a:pt x="2" y="7"/>
                    <a:pt x="1" y="11"/>
                    <a:pt x="3" y="21"/>
                  </a:cubicBezTo>
                  <a:cubicBezTo>
                    <a:pt x="0" y="9"/>
                    <a:pt x="0" y="6"/>
                    <a:pt x="4" y="1"/>
                  </a:cubicBezTo>
                  <a:cubicBezTo>
                    <a:pt x="5" y="0"/>
                    <a:pt x="7" y="1"/>
                    <a:pt x="6" y="2"/>
                  </a:cubicBezTo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443" name="Freeform 349">
              <a:extLst>
                <a:ext uri="{FF2B5EF4-FFF2-40B4-BE49-F238E27FC236}">
                  <a16:creationId xmlns:a16="http://schemas.microsoft.com/office/drawing/2014/main" id="{A328E060-F549-4179-B212-77D2620EA4BE}"/>
                </a:ext>
              </a:extLst>
            </p:cNvPr>
            <p:cNvSpPr>
              <a:spLocks/>
            </p:cNvSpPr>
            <p:nvPr/>
          </p:nvSpPr>
          <p:spPr bwMode="auto">
            <a:xfrm>
              <a:off x="929" y="1055"/>
              <a:ext cx="32" cy="21"/>
            </a:xfrm>
            <a:custGeom>
              <a:avLst/>
              <a:gdLst>
                <a:gd name="T0" fmla="*/ 0 w 20"/>
                <a:gd name="T1" fmla="*/ 55 h 13"/>
                <a:gd name="T2" fmla="*/ 29 w 20"/>
                <a:gd name="T3" fmla="*/ 47 h 13"/>
                <a:gd name="T4" fmla="*/ 54 w 20"/>
                <a:gd name="T5" fmla="*/ 34 h 13"/>
                <a:gd name="T6" fmla="*/ 82 w 20"/>
                <a:gd name="T7" fmla="*/ 0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13">
                  <a:moveTo>
                    <a:pt x="0" y="13"/>
                  </a:moveTo>
                  <a:cubicBezTo>
                    <a:pt x="4" y="13"/>
                    <a:pt x="4" y="13"/>
                    <a:pt x="7" y="11"/>
                  </a:cubicBezTo>
                  <a:cubicBezTo>
                    <a:pt x="10" y="9"/>
                    <a:pt x="9" y="8"/>
                    <a:pt x="13" y="8"/>
                  </a:cubicBezTo>
                  <a:cubicBezTo>
                    <a:pt x="16" y="8"/>
                    <a:pt x="20" y="6"/>
                    <a:pt x="20" y="0"/>
                  </a:cubicBezTo>
                </a:path>
              </a:pathLst>
            </a:custGeom>
            <a:noFill/>
            <a:ln w="6350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444" name="Freeform 350">
              <a:extLst>
                <a:ext uri="{FF2B5EF4-FFF2-40B4-BE49-F238E27FC236}">
                  <a16:creationId xmlns:a16="http://schemas.microsoft.com/office/drawing/2014/main" id="{FB6975E2-C1A4-4332-8F90-516CE308D70F}"/>
                </a:ext>
              </a:extLst>
            </p:cNvPr>
            <p:cNvSpPr>
              <a:spLocks/>
            </p:cNvSpPr>
            <p:nvPr/>
          </p:nvSpPr>
          <p:spPr bwMode="auto">
            <a:xfrm>
              <a:off x="929" y="1098"/>
              <a:ext cx="50" cy="7"/>
            </a:xfrm>
            <a:custGeom>
              <a:avLst/>
              <a:gdLst>
                <a:gd name="T0" fmla="*/ 0 w 31"/>
                <a:gd name="T1" fmla="*/ 7 h 4"/>
                <a:gd name="T2" fmla="*/ 42 w 31"/>
                <a:gd name="T3" fmla="*/ 12 h 4"/>
                <a:gd name="T4" fmla="*/ 71 w 31"/>
                <a:gd name="T5" fmla="*/ 16 h 4"/>
                <a:gd name="T6" fmla="*/ 131 w 31"/>
                <a:gd name="T7" fmla="*/ 16 h 4"/>
                <a:gd name="T8" fmla="*/ 71 w 31"/>
                <a:gd name="T9" fmla="*/ 7 h 4"/>
                <a:gd name="T10" fmla="*/ 42 w 31"/>
                <a:gd name="T11" fmla="*/ 0 h 4"/>
                <a:gd name="T12" fmla="*/ 0 w 31"/>
                <a:gd name="T13" fmla="*/ 0 h 4"/>
                <a:gd name="T14" fmla="*/ 0 w 31"/>
                <a:gd name="T15" fmla="*/ 7 h 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1" h="4">
                  <a:moveTo>
                    <a:pt x="0" y="1"/>
                  </a:moveTo>
                  <a:cubicBezTo>
                    <a:pt x="10" y="2"/>
                    <a:pt x="10" y="2"/>
                    <a:pt x="10" y="2"/>
                  </a:cubicBezTo>
                  <a:cubicBezTo>
                    <a:pt x="17" y="3"/>
                    <a:pt x="17" y="3"/>
                    <a:pt x="17" y="3"/>
                  </a:cubicBezTo>
                  <a:cubicBezTo>
                    <a:pt x="22" y="4"/>
                    <a:pt x="27" y="4"/>
                    <a:pt x="31" y="3"/>
                  </a:cubicBezTo>
                  <a:cubicBezTo>
                    <a:pt x="28" y="4"/>
                    <a:pt x="22" y="2"/>
                    <a:pt x="17" y="1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445" name="Freeform 351">
              <a:extLst>
                <a:ext uri="{FF2B5EF4-FFF2-40B4-BE49-F238E27FC236}">
                  <a16:creationId xmlns:a16="http://schemas.microsoft.com/office/drawing/2014/main" id="{F0E681ED-5BCC-4421-A102-0335420FB906}"/>
                </a:ext>
              </a:extLst>
            </p:cNvPr>
            <p:cNvSpPr>
              <a:spLocks/>
            </p:cNvSpPr>
            <p:nvPr/>
          </p:nvSpPr>
          <p:spPr bwMode="auto">
            <a:xfrm>
              <a:off x="887" y="1108"/>
              <a:ext cx="86" cy="3"/>
            </a:xfrm>
            <a:custGeom>
              <a:avLst/>
              <a:gdLst>
                <a:gd name="T0" fmla="*/ 178 w 53"/>
                <a:gd name="T1" fmla="*/ 0 h 2"/>
                <a:gd name="T2" fmla="*/ 143 w 53"/>
                <a:gd name="T3" fmla="*/ 0 h 2"/>
                <a:gd name="T4" fmla="*/ 110 w 53"/>
                <a:gd name="T5" fmla="*/ 5 h 2"/>
                <a:gd name="T6" fmla="*/ 81 w 53"/>
                <a:gd name="T7" fmla="*/ 0 h 2"/>
                <a:gd name="T8" fmla="*/ 42 w 53"/>
                <a:gd name="T9" fmla="*/ 0 h 2"/>
                <a:gd name="T10" fmla="*/ 0 w 53"/>
                <a:gd name="T11" fmla="*/ 5 h 2"/>
                <a:gd name="T12" fmla="*/ 42 w 53"/>
                <a:gd name="T13" fmla="*/ 5 h 2"/>
                <a:gd name="T14" fmla="*/ 81 w 53"/>
                <a:gd name="T15" fmla="*/ 8 h 2"/>
                <a:gd name="T16" fmla="*/ 110 w 53"/>
                <a:gd name="T17" fmla="*/ 8 h 2"/>
                <a:gd name="T18" fmla="*/ 143 w 53"/>
                <a:gd name="T19" fmla="*/ 8 h 2"/>
                <a:gd name="T20" fmla="*/ 185 w 53"/>
                <a:gd name="T21" fmla="*/ 5 h 2"/>
                <a:gd name="T22" fmla="*/ 227 w 53"/>
                <a:gd name="T23" fmla="*/ 5 h 2"/>
                <a:gd name="T24" fmla="*/ 178 w 53"/>
                <a:gd name="T25" fmla="*/ 0 h 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3" h="2">
                  <a:moveTo>
                    <a:pt x="42" y="0"/>
                  </a:moveTo>
                  <a:cubicBezTo>
                    <a:pt x="40" y="0"/>
                    <a:pt x="36" y="0"/>
                    <a:pt x="33" y="0"/>
                  </a:cubicBezTo>
                  <a:cubicBezTo>
                    <a:pt x="31" y="1"/>
                    <a:pt x="28" y="1"/>
                    <a:pt x="26" y="1"/>
                  </a:cubicBezTo>
                  <a:cubicBezTo>
                    <a:pt x="25" y="1"/>
                    <a:pt x="22" y="1"/>
                    <a:pt x="19" y="0"/>
                  </a:cubicBezTo>
                  <a:cubicBezTo>
                    <a:pt x="16" y="0"/>
                    <a:pt x="13" y="0"/>
                    <a:pt x="10" y="0"/>
                  </a:cubicBezTo>
                  <a:cubicBezTo>
                    <a:pt x="5" y="1"/>
                    <a:pt x="2" y="2"/>
                    <a:pt x="0" y="1"/>
                  </a:cubicBezTo>
                  <a:cubicBezTo>
                    <a:pt x="3" y="2"/>
                    <a:pt x="5" y="2"/>
                    <a:pt x="10" y="1"/>
                  </a:cubicBezTo>
                  <a:cubicBezTo>
                    <a:pt x="13" y="0"/>
                    <a:pt x="16" y="1"/>
                    <a:pt x="19" y="2"/>
                  </a:cubicBezTo>
                  <a:cubicBezTo>
                    <a:pt x="22" y="2"/>
                    <a:pt x="24" y="2"/>
                    <a:pt x="26" y="2"/>
                  </a:cubicBezTo>
                  <a:cubicBezTo>
                    <a:pt x="28" y="2"/>
                    <a:pt x="31" y="2"/>
                    <a:pt x="33" y="2"/>
                  </a:cubicBezTo>
                  <a:cubicBezTo>
                    <a:pt x="36" y="1"/>
                    <a:pt x="40" y="1"/>
                    <a:pt x="43" y="1"/>
                  </a:cubicBezTo>
                  <a:cubicBezTo>
                    <a:pt x="48" y="2"/>
                    <a:pt x="50" y="2"/>
                    <a:pt x="53" y="1"/>
                  </a:cubicBezTo>
                  <a:cubicBezTo>
                    <a:pt x="50" y="2"/>
                    <a:pt x="47" y="1"/>
                    <a:pt x="42" y="0"/>
                  </a:cubicBezTo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446" name="Freeform 352">
              <a:extLst>
                <a:ext uri="{FF2B5EF4-FFF2-40B4-BE49-F238E27FC236}">
                  <a16:creationId xmlns:a16="http://schemas.microsoft.com/office/drawing/2014/main" id="{596C0D70-D6E1-4AC9-9DCD-88669D9171AD}"/>
                </a:ext>
              </a:extLst>
            </p:cNvPr>
            <p:cNvSpPr>
              <a:spLocks/>
            </p:cNvSpPr>
            <p:nvPr/>
          </p:nvSpPr>
          <p:spPr bwMode="auto">
            <a:xfrm>
              <a:off x="891" y="1116"/>
              <a:ext cx="77" cy="10"/>
            </a:xfrm>
            <a:custGeom>
              <a:avLst/>
              <a:gdLst>
                <a:gd name="T0" fmla="*/ 170 w 48"/>
                <a:gd name="T1" fmla="*/ 13 h 6"/>
                <a:gd name="T2" fmla="*/ 103 w 48"/>
                <a:gd name="T3" fmla="*/ 22 h 6"/>
                <a:gd name="T4" fmla="*/ 29 w 48"/>
                <a:gd name="T5" fmla="*/ 13 h 6"/>
                <a:gd name="T6" fmla="*/ 0 w 48"/>
                <a:gd name="T7" fmla="*/ 0 h 6"/>
                <a:gd name="T8" fmla="*/ 26 w 48"/>
                <a:gd name="T9" fmla="*/ 13 h 6"/>
                <a:gd name="T10" fmla="*/ 103 w 48"/>
                <a:gd name="T11" fmla="*/ 28 h 6"/>
                <a:gd name="T12" fmla="*/ 103 w 48"/>
                <a:gd name="T13" fmla="*/ 28 h 6"/>
                <a:gd name="T14" fmla="*/ 103 w 48"/>
                <a:gd name="T15" fmla="*/ 28 h 6"/>
                <a:gd name="T16" fmla="*/ 103 w 48"/>
                <a:gd name="T17" fmla="*/ 28 h 6"/>
                <a:gd name="T18" fmla="*/ 103 w 48"/>
                <a:gd name="T19" fmla="*/ 28 h 6"/>
                <a:gd name="T20" fmla="*/ 172 w 48"/>
                <a:gd name="T21" fmla="*/ 13 h 6"/>
                <a:gd name="T22" fmla="*/ 199 w 48"/>
                <a:gd name="T23" fmla="*/ 0 h 6"/>
                <a:gd name="T24" fmla="*/ 170 w 48"/>
                <a:gd name="T25" fmla="*/ 13 h 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8" h="6">
                  <a:moveTo>
                    <a:pt x="41" y="3"/>
                  </a:moveTo>
                  <a:cubicBezTo>
                    <a:pt x="37" y="4"/>
                    <a:pt x="29" y="5"/>
                    <a:pt x="25" y="5"/>
                  </a:cubicBezTo>
                  <a:cubicBezTo>
                    <a:pt x="22" y="5"/>
                    <a:pt x="12" y="4"/>
                    <a:pt x="7" y="3"/>
                  </a:cubicBezTo>
                  <a:cubicBezTo>
                    <a:pt x="3" y="1"/>
                    <a:pt x="0" y="0"/>
                    <a:pt x="0" y="0"/>
                  </a:cubicBezTo>
                  <a:cubicBezTo>
                    <a:pt x="0" y="0"/>
                    <a:pt x="1" y="2"/>
                    <a:pt x="6" y="3"/>
                  </a:cubicBezTo>
                  <a:cubicBezTo>
                    <a:pt x="11" y="5"/>
                    <a:pt x="21" y="6"/>
                    <a:pt x="25" y="6"/>
                  </a:cubicBezTo>
                  <a:cubicBezTo>
                    <a:pt x="25" y="6"/>
                    <a:pt x="25" y="6"/>
                    <a:pt x="25" y="6"/>
                  </a:cubicBezTo>
                  <a:cubicBezTo>
                    <a:pt x="25" y="6"/>
                    <a:pt x="25" y="6"/>
                    <a:pt x="25" y="6"/>
                  </a:cubicBezTo>
                  <a:cubicBezTo>
                    <a:pt x="25" y="6"/>
                    <a:pt x="25" y="6"/>
                    <a:pt x="25" y="6"/>
                  </a:cubicBezTo>
                  <a:cubicBezTo>
                    <a:pt x="25" y="6"/>
                    <a:pt x="25" y="6"/>
                    <a:pt x="25" y="6"/>
                  </a:cubicBezTo>
                  <a:cubicBezTo>
                    <a:pt x="29" y="6"/>
                    <a:pt x="37" y="5"/>
                    <a:pt x="42" y="3"/>
                  </a:cubicBezTo>
                  <a:cubicBezTo>
                    <a:pt x="47" y="2"/>
                    <a:pt x="48" y="0"/>
                    <a:pt x="48" y="0"/>
                  </a:cubicBezTo>
                  <a:cubicBezTo>
                    <a:pt x="48" y="0"/>
                    <a:pt x="46" y="1"/>
                    <a:pt x="41" y="3"/>
                  </a:cubicBezTo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447" name="Freeform 353">
              <a:extLst>
                <a:ext uri="{FF2B5EF4-FFF2-40B4-BE49-F238E27FC236}">
                  <a16:creationId xmlns:a16="http://schemas.microsoft.com/office/drawing/2014/main" id="{063755BF-4B76-466A-8CD4-046F413BFA74}"/>
                </a:ext>
              </a:extLst>
            </p:cNvPr>
            <p:cNvSpPr>
              <a:spLocks/>
            </p:cNvSpPr>
            <p:nvPr/>
          </p:nvSpPr>
          <p:spPr bwMode="auto">
            <a:xfrm>
              <a:off x="782" y="817"/>
              <a:ext cx="317" cy="227"/>
            </a:xfrm>
            <a:custGeom>
              <a:avLst/>
              <a:gdLst>
                <a:gd name="T0" fmla="*/ 830 w 196"/>
                <a:gd name="T1" fmla="*/ 588 h 141"/>
                <a:gd name="T2" fmla="*/ 754 w 196"/>
                <a:gd name="T3" fmla="*/ 467 h 141"/>
                <a:gd name="T4" fmla="*/ 720 w 196"/>
                <a:gd name="T5" fmla="*/ 316 h 141"/>
                <a:gd name="T6" fmla="*/ 720 w 196"/>
                <a:gd name="T7" fmla="*/ 314 h 141"/>
                <a:gd name="T8" fmla="*/ 482 w 196"/>
                <a:gd name="T9" fmla="*/ 135 h 141"/>
                <a:gd name="T10" fmla="*/ 178 w 196"/>
                <a:gd name="T11" fmla="*/ 50 h 141"/>
                <a:gd name="T12" fmla="*/ 39 w 196"/>
                <a:gd name="T13" fmla="*/ 309 h 141"/>
                <a:gd name="T14" fmla="*/ 39 w 196"/>
                <a:gd name="T15" fmla="*/ 314 h 141"/>
                <a:gd name="T16" fmla="*/ 26 w 196"/>
                <a:gd name="T17" fmla="*/ 409 h 141"/>
                <a:gd name="T18" fmla="*/ 0 w 196"/>
                <a:gd name="T19" fmla="*/ 293 h 14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96" h="141">
                  <a:moveTo>
                    <a:pt x="196" y="141"/>
                  </a:moveTo>
                  <a:cubicBezTo>
                    <a:pt x="181" y="139"/>
                    <a:pt x="182" y="122"/>
                    <a:pt x="178" y="112"/>
                  </a:cubicBezTo>
                  <a:cubicBezTo>
                    <a:pt x="176" y="112"/>
                    <a:pt x="175" y="94"/>
                    <a:pt x="170" y="76"/>
                  </a:cubicBezTo>
                  <a:cubicBezTo>
                    <a:pt x="170" y="75"/>
                    <a:pt x="170" y="75"/>
                    <a:pt x="170" y="75"/>
                  </a:cubicBezTo>
                  <a:cubicBezTo>
                    <a:pt x="150" y="78"/>
                    <a:pt x="124" y="39"/>
                    <a:pt x="114" y="32"/>
                  </a:cubicBezTo>
                  <a:cubicBezTo>
                    <a:pt x="99" y="20"/>
                    <a:pt x="67" y="0"/>
                    <a:pt x="42" y="12"/>
                  </a:cubicBezTo>
                  <a:cubicBezTo>
                    <a:pt x="39" y="21"/>
                    <a:pt x="17" y="67"/>
                    <a:pt x="9" y="74"/>
                  </a:cubicBezTo>
                  <a:cubicBezTo>
                    <a:pt x="9" y="75"/>
                    <a:pt x="9" y="75"/>
                    <a:pt x="9" y="75"/>
                  </a:cubicBezTo>
                  <a:cubicBezTo>
                    <a:pt x="8" y="80"/>
                    <a:pt x="9" y="93"/>
                    <a:pt x="6" y="98"/>
                  </a:cubicBezTo>
                  <a:cubicBezTo>
                    <a:pt x="7" y="89"/>
                    <a:pt x="7" y="72"/>
                    <a:pt x="0" y="70"/>
                  </a:cubicBezTo>
                </a:path>
              </a:pathLst>
            </a:custGeom>
            <a:noFill/>
            <a:ln w="6350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448" name="Freeform 354">
              <a:extLst>
                <a:ext uri="{FF2B5EF4-FFF2-40B4-BE49-F238E27FC236}">
                  <a16:creationId xmlns:a16="http://schemas.microsoft.com/office/drawing/2014/main" id="{DBF1545A-1F9C-4298-A524-0DFD97E8391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92" y="817"/>
              <a:ext cx="274" cy="378"/>
            </a:xfrm>
            <a:custGeom>
              <a:avLst/>
              <a:gdLst>
                <a:gd name="T0" fmla="*/ 687 w 170"/>
                <a:gd name="T1" fmla="*/ 315 h 235"/>
                <a:gd name="T2" fmla="*/ 687 w 170"/>
                <a:gd name="T3" fmla="*/ 314 h 235"/>
                <a:gd name="T4" fmla="*/ 451 w 170"/>
                <a:gd name="T5" fmla="*/ 132 h 235"/>
                <a:gd name="T6" fmla="*/ 150 w 170"/>
                <a:gd name="T7" fmla="*/ 50 h 235"/>
                <a:gd name="T8" fmla="*/ 13 w 170"/>
                <a:gd name="T9" fmla="*/ 307 h 235"/>
                <a:gd name="T10" fmla="*/ 13 w 170"/>
                <a:gd name="T11" fmla="*/ 314 h 235"/>
                <a:gd name="T12" fmla="*/ 0 w 170"/>
                <a:gd name="T13" fmla="*/ 409 h 235"/>
                <a:gd name="T14" fmla="*/ 0 w 170"/>
                <a:gd name="T15" fmla="*/ 341 h 235"/>
                <a:gd name="T16" fmla="*/ 0 w 170"/>
                <a:gd name="T17" fmla="*/ 429 h 235"/>
                <a:gd name="T18" fmla="*/ 29 w 170"/>
                <a:gd name="T19" fmla="*/ 566 h 235"/>
                <a:gd name="T20" fmla="*/ 68 w 170"/>
                <a:gd name="T21" fmla="*/ 724 h 235"/>
                <a:gd name="T22" fmla="*/ 143 w 170"/>
                <a:gd name="T23" fmla="*/ 841 h 235"/>
                <a:gd name="T24" fmla="*/ 301 w 170"/>
                <a:gd name="T25" fmla="*/ 973 h 235"/>
                <a:gd name="T26" fmla="*/ 356 w 170"/>
                <a:gd name="T27" fmla="*/ 978 h 235"/>
                <a:gd name="T28" fmla="*/ 411 w 170"/>
                <a:gd name="T29" fmla="*/ 973 h 235"/>
                <a:gd name="T30" fmla="*/ 574 w 170"/>
                <a:gd name="T31" fmla="*/ 841 h 235"/>
                <a:gd name="T32" fmla="*/ 645 w 170"/>
                <a:gd name="T33" fmla="*/ 724 h 235"/>
                <a:gd name="T34" fmla="*/ 687 w 170"/>
                <a:gd name="T35" fmla="*/ 566 h 235"/>
                <a:gd name="T36" fmla="*/ 712 w 170"/>
                <a:gd name="T37" fmla="*/ 452 h 235"/>
                <a:gd name="T38" fmla="*/ 712 w 170"/>
                <a:gd name="T39" fmla="*/ 450 h 235"/>
                <a:gd name="T40" fmla="*/ 687 w 170"/>
                <a:gd name="T41" fmla="*/ 315 h 235"/>
                <a:gd name="T42" fmla="*/ 356 w 170"/>
                <a:gd name="T43" fmla="*/ 978 h 235"/>
                <a:gd name="T44" fmla="*/ 356 w 170"/>
                <a:gd name="T45" fmla="*/ 978 h 235"/>
                <a:gd name="T46" fmla="*/ 356 w 170"/>
                <a:gd name="T47" fmla="*/ 978 h 235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170" h="235">
                  <a:moveTo>
                    <a:pt x="164" y="76"/>
                  </a:moveTo>
                  <a:cubicBezTo>
                    <a:pt x="164" y="75"/>
                    <a:pt x="164" y="75"/>
                    <a:pt x="164" y="75"/>
                  </a:cubicBezTo>
                  <a:cubicBezTo>
                    <a:pt x="144" y="78"/>
                    <a:pt x="118" y="39"/>
                    <a:pt x="108" y="32"/>
                  </a:cubicBezTo>
                  <a:cubicBezTo>
                    <a:pt x="93" y="20"/>
                    <a:pt x="61" y="0"/>
                    <a:pt x="36" y="12"/>
                  </a:cubicBezTo>
                  <a:cubicBezTo>
                    <a:pt x="33" y="21"/>
                    <a:pt x="11" y="67"/>
                    <a:pt x="3" y="74"/>
                  </a:cubicBezTo>
                  <a:cubicBezTo>
                    <a:pt x="3" y="75"/>
                    <a:pt x="3" y="75"/>
                    <a:pt x="3" y="75"/>
                  </a:cubicBezTo>
                  <a:cubicBezTo>
                    <a:pt x="2" y="80"/>
                    <a:pt x="3" y="93"/>
                    <a:pt x="0" y="98"/>
                  </a:cubicBezTo>
                  <a:cubicBezTo>
                    <a:pt x="1" y="94"/>
                    <a:pt x="1" y="88"/>
                    <a:pt x="0" y="82"/>
                  </a:cubicBezTo>
                  <a:cubicBezTo>
                    <a:pt x="0" y="87"/>
                    <a:pt x="0" y="99"/>
                    <a:pt x="0" y="103"/>
                  </a:cubicBezTo>
                  <a:cubicBezTo>
                    <a:pt x="4" y="114"/>
                    <a:pt x="5" y="126"/>
                    <a:pt x="7" y="136"/>
                  </a:cubicBezTo>
                  <a:cubicBezTo>
                    <a:pt x="9" y="146"/>
                    <a:pt x="13" y="166"/>
                    <a:pt x="16" y="174"/>
                  </a:cubicBezTo>
                  <a:cubicBezTo>
                    <a:pt x="19" y="182"/>
                    <a:pt x="22" y="192"/>
                    <a:pt x="34" y="202"/>
                  </a:cubicBezTo>
                  <a:cubicBezTo>
                    <a:pt x="46" y="213"/>
                    <a:pt x="59" y="231"/>
                    <a:pt x="72" y="234"/>
                  </a:cubicBezTo>
                  <a:cubicBezTo>
                    <a:pt x="77" y="234"/>
                    <a:pt x="82" y="235"/>
                    <a:pt x="85" y="235"/>
                  </a:cubicBezTo>
                  <a:cubicBezTo>
                    <a:pt x="89" y="235"/>
                    <a:pt x="94" y="234"/>
                    <a:pt x="98" y="234"/>
                  </a:cubicBezTo>
                  <a:cubicBezTo>
                    <a:pt x="111" y="231"/>
                    <a:pt x="125" y="213"/>
                    <a:pt x="137" y="202"/>
                  </a:cubicBezTo>
                  <a:cubicBezTo>
                    <a:pt x="148" y="192"/>
                    <a:pt x="152" y="182"/>
                    <a:pt x="154" y="174"/>
                  </a:cubicBezTo>
                  <a:cubicBezTo>
                    <a:pt x="157" y="166"/>
                    <a:pt x="161" y="146"/>
                    <a:pt x="164" y="136"/>
                  </a:cubicBezTo>
                  <a:cubicBezTo>
                    <a:pt x="165" y="129"/>
                    <a:pt x="167" y="119"/>
                    <a:pt x="170" y="109"/>
                  </a:cubicBezTo>
                  <a:cubicBezTo>
                    <a:pt x="170" y="108"/>
                    <a:pt x="170" y="108"/>
                    <a:pt x="170" y="108"/>
                  </a:cubicBezTo>
                  <a:cubicBezTo>
                    <a:pt x="169" y="101"/>
                    <a:pt x="167" y="88"/>
                    <a:pt x="164" y="76"/>
                  </a:cubicBezTo>
                  <a:close/>
                  <a:moveTo>
                    <a:pt x="85" y="235"/>
                  </a:moveTo>
                  <a:cubicBezTo>
                    <a:pt x="85" y="235"/>
                    <a:pt x="85" y="235"/>
                    <a:pt x="85" y="235"/>
                  </a:cubicBezTo>
                  <a:cubicBezTo>
                    <a:pt x="85" y="235"/>
                    <a:pt x="85" y="235"/>
                    <a:pt x="85" y="235"/>
                  </a:cubicBezTo>
                  <a:close/>
                </a:path>
              </a:pathLst>
            </a:custGeom>
            <a:noFill/>
            <a:ln w="6350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449" name="Freeform 355">
              <a:extLst>
                <a:ext uri="{FF2B5EF4-FFF2-40B4-BE49-F238E27FC236}">
                  <a16:creationId xmlns:a16="http://schemas.microsoft.com/office/drawing/2014/main" id="{D899759B-AE35-4D4E-85EB-4C93865F48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6" y="892"/>
              <a:ext cx="22" cy="47"/>
            </a:xfrm>
            <a:custGeom>
              <a:avLst/>
              <a:gdLst>
                <a:gd name="T0" fmla="*/ 0 w 14"/>
                <a:gd name="T1" fmla="*/ 0 h 29"/>
                <a:gd name="T2" fmla="*/ 47 w 14"/>
                <a:gd name="T3" fmla="*/ 123 h 29"/>
                <a:gd name="T4" fmla="*/ 55 w 14"/>
                <a:gd name="T5" fmla="*/ 118 h 29"/>
                <a:gd name="T6" fmla="*/ 0 w 14"/>
                <a:gd name="T7" fmla="*/ 0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29">
                  <a:moveTo>
                    <a:pt x="0" y="0"/>
                  </a:moveTo>
                  <a:cubicBezTo>
                    <a:pt x="5" y="4"/>
                    <a:pt x="9" y="14"/>
                    <a:pt x="12" y="29"/>
                  </a:cubicBezTo>
                  <a:cubicBezTo>
                    <a:pt x="14" y="28"/>
                    <a:pt x="14" y="28"/>
                    <a:pt x="14" y="28"/>
                  </a:cubicBezTo>
                  <a:cubicBezTo>
                    <a:pt x="11" y="13"/>
                    <a:pt x="5" y="5"/>
                    <a:pt x="0" y="0"/>
                  </a:cubicBezTo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450" name="Freeform 356">
              <a:extLst>
                <a:ext uri="{FF2B5EF4-FFF2-40B4-BE49-F238E27FC236}">
                  <a16:creationId xmlns:a16="http://schemas.microsoft.com/office/drawing/2014/main" id="{C7417F84-E3CE-4D68-85C5-412711D5941E}"/>
                </a:ext>
              </a:extLst>
            </p:cNvPr>
            <p:cNvSpPr>
              <a:spLocks/>
            </p:cNvSpPr>
            <p:nvPr/>
          </p:nvSpPr>
          <p:spPr bwMode="auto">
            <a:xfrm>
              <a:off x="845" y="2442"/>
              <a:ext cx="166" cy="70"/>
            </a:xfrm>
            <a:custGeom>
              <a:avLst/>
              <a:gdLst>
                <a:gd name="T0" fmla="*/ 218 w 103"/>
                <a:gd name="T1" fmla="*/ 177 h 43"/>
                <a:gd name="T2" fmla="*/ 213 w 103"/>
                <a:gd name="T3" fmla="*/ 177 h 43"/>
                <a:gd name="T4" fmla="*/ 0 w 103"/>
                <a:gd name="T5" fmla="*/ 0 h 43"/>
                <a:gd name="T6" fmla="*/ 213 w 103"/>
                <a:gd name="T7" fmla="*/ 186 h 43"/>
                <a:gd name="T8" fmla="*/ 218 w 103"/>
                <a:gd name="T9" fmla="*/ 186 h 43"/>
                <a:gd name="T10" fmla="*/ 432 w 103"/>
                <a:gd name="T11" fmla="*/ 0 h 43"/>
                <a:gd name="T12" fmla="*/ 218 w 103"/>
                <a:gd name="T13" fmla="*/ 177 h 4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3" h="43">
                  <a:moveTo>
                    <a:pt x="52" y="41"/>
                  </a:moveTo>
                  <a:cubicBezTo>
                    <a:pt x="51" y="41"/>
                    <a:pt x="51" y="41"/>
                    <a:pt x="51" y="41"/>
                  </a:cubicBezTo>
                  <a:cubicBezTo>
                    <a:pt x="34" y="41"/>
                    <a:pt x="8" y="18"/>
                    <a:pt x="0" y="0"/>
                  </a:cubicBezTo>
                  <a:cubicBezTo>
                    <a:pt x="8" y="19"/>
                    <a:pt x="33" y="43"/>
                    <a:pt x="51" y="43"/>
                  </a:cubicBezTo>
                  <a:cubicBezTo>
                    <a:pt x="52" y="43"/>
                    <a:pt x="52" y="43"/>
                    <a:pt x="52" y="43"/>
                  </a:cubicBezTo>
                  <a:cubicBezTo>
                    <a:pt x="70" y="43"/>
                    <a:pt x="95" y="19"/>
                    <a:pt x="103" y="0"/>
                  </a:cubicBezTo>
                  <a:cubicBezTo>
                    <a:pt x="95" y="18"/>
                    <a:pt x="70" y="41"/>
                    <a:pt x="52" y="41"/>
                  </a:cubicBezTo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451" name="Freeform 357">
              <a:extLst>
                <a:ext uri="{FF2B5EF4-FFF2-40B4-BE49-F238E27FC236}">
                  <a16:creationId xmlns:a16="http://schemas.microsoft.com/office/drawing/2014/main" id="{7E077B60-77E7-419B-9898-C09787C89030}"/>
                </a:ext>
              </a:extLst>
            </p:cNvPr>
            <p:cNvSpPr>
              <a:spLocks/>
            </p:cNvSpPr>
            <p:nvPr/>
          </p:nvSpPr>
          <p:spPr bwMode="auto">
            <a:xfrm>
              <a:off x="729" y="717"/>
              <a:ext cx="399" cy="348"/>
            </a:xfrm>
            <a:custGeom>
              <a:avLst/>
              <a:gdLst>
                <a:gd name="T0" fmla="*/ 838 w 247"/>
                <a:gd name="T1" fmla="*/ 904 h 216"/>
                <a:gd name="T2" fmla="*/ 872 w 247"/>
                <a:gd name="T3" fmla="*/ 896 h 216"/>
                <a:gd name="T4" fmla="*/ 919 w 247"/>
                <a:gd name="T5" fmla="*/ 891 h 216"/>
                <a:gd name="T6" fmla="*/ 945 w 247"/>
                <a:gd name="T7" fmla="*/ 883 h 216"/>
                <a:gd name="T8" fmla="*/ 1021 w 247"/>
                <a:gd name="T9" fmla="*/ 862 h 216"/>
                <a:gd name="T10" fmla="*/ 1026 w 247"/>
                <a:gd name="T11" fmla="*/ 862 h 216"/>
                <a:gd name="T12" fmla="*/ 1026 w 247"/>
                <a:gd name="T13" fmla="*/ 791 h 216"/>
                <a:gd name="T14" fmla="*/ 1021 w 247"/>
                <a:gd name="T15" fmla="*/ 704 h 216"/>
                <a:gd name="T16" fmla="*/ 1021 w 247"/>
                <a:gd name="T17" fmla="*/ 698 h 216"/>
                <a:gd name="T18" fmla="*/ 1026 w 247"/>
                <a:gd name="T19" fmla="*/ 662 h 216"/>
                <a:gd name="T20" fmla="*/ 1021 w 247"/>
                <a:gd name="T21" fmla="*/ 644 h 216"/>
                <a:gd name="T22" fmla="*/ 1021 w 247"/>
                <a:gd name="T23" fmla="*/ 607 h 216"/>
                <a:gd name="T24" fmla="*/ 1013 w 247"/>
                <a:gd name="T25" fmla="*/ 574 h 216"/>
                <a:gd name="T26" fmla="*/ 1042 w 247"/>
                <a:gd name="T27" fmla="*/ 566 h 216"/>
                <a:gd name="T28" fmla="*/ 1008 w 247"/>
                <a:gd name="T29" fmla="*/ 511 h 216"/>
                <a:gd name="T30" fmla="*/ 1000 w 247"/>
                <a:gd name="T31" fmla="*/ 485 h 216"/>
                <a:gd name="T32" fmla="*/ 1000 w 247"/>
                <a:gd name="T33" fmla="*/ 480 h 216"/>
                <a:gd name="T34" fmla="*/ 911 w 247"/>
                <a:gd name="T35" fmla="*/ 226 h 216"/>
                <a:gd name="T36" fmla="*/ 762 w 247"/>
                <a:gd name="T37" fmla="*/ 71 h 216"/>
                <a:gd name="T38" fmla="*/ 636 w 247"/>
                <a:gd name="T39" fmla="*/ 21 h 216"/>
                <a:gd name="T40" fmla="*/ 451 w 247"/>
                <a:gd name="T41" fmla="*/ 16 h 216"/>
                <a:gd name="T42" fmla="*/ 357 w 247"/>
                <a:gd name="T43" fmla="*/ 71 h 216"/>
                <a:gd name="T44" fmla="*/ 281 w 247"/>
                <a:gd name="T45" fmla="*/ 90 h 216"/>
                <a:gd name="T46" fmla="*/ 152 w 247"/>
                <a:gd name="T47" fmla="*/ 205 h 216"/>
                <a:gd name="T48" fmla="*/ 34 w 247"/>
                <a:gd name="T49" fmla="*/ 369 h 216"/>
                <a:gd name="T50" fmla="*/ 84 w 247"/>
                <a:gd name="T51" fmla="*/ 377 h 216"/>
                <a:gd name="T52" fmla="*/ 29 w 247"/>
                <a:gd name="T53" fmla="*/ 501 h 216"/>
                <a:gd name="T54" fmla="*/ 39 w 247"/>
                <a:gd name="T55" fmla="*/ 543 h 216"/>
                <a:gd name="T56" fmla="*/ 29 w 247"/>
                <a:gd name="T57" fmla="*/ 566 h 216"/>
                <a:gd name="T58" fmla="*/ 39 w 247"/>
                <a:gd name="T59" fmla="*/ 577 h 216"/>
                <a:gd name="T60" fmla="*/ 5 w 247"/>
                <a:gd name="T61" fmla="*/ 727 h 216"/>
                <a:gd name="T62" fmla="*/ 68 w 247"/>
                <a:gd name="T63" fmla="*/ 844 h 216"/>
                <a:gd name="T64" fmla="*/ 126 w 247"/>
                <a:gd name="T65" fmla="*/ 857 h 216"/>
                <a:gd name="T66" fmla="*/ 157 w 247"/>
                <a:gd name="T67" fmla="*/ 883 h 216"/>
                <a:gd name="T68" fmla="*/ 204 w 247"/>
                <a:gd name="T69" fmla="*/ 891 h 21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247" h="216">
                  <a:moveTo>
                    <a:pt x="199" y="216"/>
                  </a:moveTo>
                  <a:cubicBezTo>
                    <a:pt x="202" y="216"/>
                    <a:pt x="205" y="214"/>
                    <a:pt x="207" y="214"/>
                  </a:cubicBezTo>
                  <a:cubicBezTo>
                    <a:pt x="211" y="213"/>
                    <a:pt x="214" y="215"/>
                    <a:pt x="218" y="213"/>
                  </a:cubicBezTo>
                  <a:cubicBezTo>
                    <a:pt x="220" y="213"/>
                    <a:pt x="222" y="211"/>
                    <a:pt x="224" y="211"/>
                  </a:cubicBezTo>
                  <a:cubicBezTo>
                    <a:pt x="228" y="209"/>
                    <a:pt x="239" y="209"/>
                    <a:pt x="242" y="206"/>
                  </a:cubicBezTo>
                  <a:cubicBezTo>
                    <a:pt x="243" y="206"/>
                    <a:pt x="243" y="206"/>
                    <a:pt x="243" y="206"/>
                  </a:cubicBezTo>
                  <a:cubicBezTo>
                    <a:pt x="246" y="201"/>
                    <a:pt x="244" y="192"/>
                    <a:pt x="243" y="189"/>
                  </a:cubicBezTo>
                  <a:cubicBezTo>
                    <a:pt x="240" y="182"/>
                    <a:pt x="242" y="175"/>
                    <a:pt x="242" y="168"/>
                  </a:cubicBezTo>
                  <a:cubicBezTo>
                    <a:pt x="242" y="168"/>
                    <a:pt x="242" y="167"/>
                    <a:pt x="242" y="167"/>
                  </a:cubicBezTo>
                  <a:cubicBezTo>
                    <a:pt x="243" y="165"/>
                    <a:pt x="244" y="164"/>
                    <a:pt x="243" y="158"/>
                  </a:cubicBezTo>
                  <a:cubicBezTo>
                    <a:pt x="243" y="157"/>
                    <a:pt x="242" y="155"/>
                    <a:pt x="242" y="154"/>
                  </a:cubicBezTo>
                  <a:cubicBezTo>
                    <a:pt x="242" y="151"/>
                    <a:pt x="242" y="149"/>
                    <a:pt x="242" y="145"/>
                  </a:cubicBezTo>
                  <a:cubicBezTo>
                    <a:pt x="241" y="142"/>
                    <a:pt x="241" y="139"/>
                    <a:pt x="240" y="137"/>
                  </a:cubicBezTo>
                  <a:cubicBezTo>
                    <a:pt x="242" y="137"/>
                    <a:pt x="245" y="136"/>
                    <a:pt x="247" y="135"/>
                  </a:cubicBezTo>
                  <a:cubicBezTo>
                    <a:pt x="245" y="130"/>
                    <a:pt x="241" y="127"/>
                    <a:pt x="239" y="122"/>
                  </a:cubicBezTo>
                  <a:cubicBezTo>
                    <a:pt x="237" y="118"/>
                    <a:pt x="237" y="116"/>
                    <a:pt x="237" y="116"/>
                  </a:cubicBezTo>
                  <a:cubicBezTo>
                    <a:pt x="237" y="116"/>
                    <a:pt x="237" y="115"/>
                    <a:pt x="237" y="115"/>
                  </a:cubicBezTo>
                  <a:cubicBezTo>
                    <a:pt x="236" y="97"/>
                    <a:pt x="224" y="71"/>
                    <a:pt x="216" y="54"/>
                  </a:cubicBezTo>
                  <a:cubicBezTo>
                    <a:pt x="208" y="38"/>
                    <a:pt x="196" y="26"/>
                    <a:pt x="181" y="17"/>
                  </a:cubicBezTo>
                  <a:cubicBezTo>
                    <a:pt x="172" y="11"/>
                    <a:pt x="162" y="8"/>
                    <a:pt x="151" y="5"/>
                  </a:cubicBezTo>
                  <a:cubicBezTo>
                    <a:pt x="146" y="3"/>
                    <a:pt x="120" y="0"/>
                    <a:pt x="107" y="4"/>
                  </a:cubicBezTo>
                  <a:cubicBezTo>
                    <a:pt x="93" y="7"/>
                    <a:pt x="87" y="13"/>
                    <a:pt x="85" y="17"/>
                  </a:cubicBezTo>
                  <a:cubicBezTo>
                    <a:pt x="85" y="17"/>
                    <a:pt x="78" y="19"/>
                    <a:pt x="67" y="22"/>
                  </a:cubicBezTo>
                  <a:cubicBezTo>
                    <a:pt x="54" y="28"/>
                    <a:pt x="43" y="37"/>
                    <a:pt x="36" y="49"/>
                  </a:cubicBezTo>
                  <a:cubicBezTo>
                    <a:pt x="28" y="61"/>
                    <a:pt x="25" y="86"/>
                    <a:pt x="8" y="88"/>
                  </a:cubicBezTo>
                  <a:cubicBezTo>
                    <a:pt x="11" y="91"/>
                    <a:pt x="16" y="92"/>
                    <a:pt x="20" y="90"/>
                  </a:cubicBezTo>
                  <a:cubicBezTo>
                    <a:pt x="18" y="101"/>
                    <a:pt x="15" y="113"/>
                    <a:pt x="7" y="120"/>
                  </a:cubicBezTo>
                  <a:cubicBezTo>
                    <a:pt x="10" y="123"/>
                    <a:pt x="10" y="127"/>
                    <a:pt x="9" y="130"/>
                  </a:cubicBezTo>
                  <a:cubicBezTo>
                    <a:pt x="9" y="132"/>
                    <a:pt x="7" y="134"/>
                    <a:pt x="7" y="135"/>
                  </a:cubicBezTo>
                  <a:cubicBezTo>
                    <a:pt x="7" y="137"/>
                    <a:pt x="9" y="137"/>
                    <a:pt x="9" y="138"/>
                  </a:cubicBezTo>
                  <a:cubicBezTo>
                    <a:pt x="10" y="149"/>
                    <a:pt x="9" y="165"/>
                    <a:pt x="1" y="174"/>
                  </a:cubicBezTo>
                  <a:cubicBezTo>
                    <a:pt x="10" y="183"/>
                    <a:pt x="0" y="198"/>
                    <a:pt x="16" y="202"/>
                  </a:cubicBezTo>
                  <a:cubicBezTo>
                    <a:pt x="20" y="203"/>
                    <a:pt x="25" y="203"/>
                    <a:pt x="30" y="205"/>
                  </a:cubicBezTo>
                  <a:cubicBezTo>
                    <a:pt x="33" y="207"/>
                    <a:pt x="34" y="210"/>
                    <a:pt x="37" y="211"/>
                  </a:cubicBezTo>
                  <a:cubicBezTo>
                    <a:pt x="41" y="213"/>
                    <a:pt x="44" y="214"/>
                    <a:pt x="48" y="213"/>
                  </a:cubicBezTo>
                </a:path>
              </a:pathLst>
            </a:custGeom>
            <a:noFill/>
            <a:ln w="6350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452" name="Freeform 358">
              <a:extLst>
                <a:ext uri="{FF2B5EF4-FFF2-40B4-BE49-F238E27FC236}">
                  <a16:creationId xmlns:a16="http://schemas.microsoft.com/office/drawing/2014/main" id="{3FF1889F-FFEA-462D-BCAF-C54C8D538BE4}"/>
                </a:ext>
              </a:extLst>
            </p:cNvPr>
            <p:cNvSpPr>
              <a:spLocks/>
            </p:cNvSpPr>
            <p:nvPr/>
          </p:nvSpPr>
          <p:spPr bwMode="auto">
            <a:xfrm>
              <a:off x="908" y="3844"/>
              <a:ext cx="7" cy="34"/>
            </a:xfrm>
            <a:custGeom>
              <a:avLst/>
              <a:gdLst>
                <a:gd name="T0" fmla="*/ 21 w 4"/>
                <a:gd name="T1" fmla="*/ 0 h 21"/>
                <a:gd name="T2" fmla="*/ 0 w 4"/>
                <a:gd name="T3" fmla="*/ 89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1">
                  <a:moveTo>
                    <a:pt x="4" y="0"/>
                  </a:moveTo>
                  <a:cubicBezTo>
                    <a:pt x="4" y="8"/>
                    <a:pt x="0" y="21"/>
                    <a:pt x="0" y="21"/>
                  </a:cubicBezTo>
                </a:path>
              </a:pathLst>
            </a:custGeom>
            <a:noFill/>
            <a:ln w="6350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453" name="Freeform 359">
              <a:extLst>
                <a:ext uri="{FF2B5EF4-FFF2-40B4-BE49-F238E27FC236}">
                  <a16:creationId xmlns:a16="http://schemas.microsoft.com/office/drawing/2014/main" id="{CFD37D21-ADD8-479D-BF50-1E1804AE7F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0" y="1604"/>
              <a:ext cx="42" cy="42"/>
            </a:xfrm>
            <a:custGeom>
              <a:avLst/>
              <a:gdLst>
                <a:gd name="T0" fmla="*/ 105 w 26"/>
                <a:gd name="T1" fmla="*/ 60 h 26"/>
                <a:gd name="T2" fmla="*/ 60 w 26"/>
                <a:gd name="T3" fmla="*/ 0 h 26"/>
                <a:gd name="T4" fmla="*/ 0 w 26"/>
                <a:gd name="T5" fmla="*/ 50 h 26"/>
                <a:gd name="T6" fmla="*/ 50 w 26"/>
                <a:gd name="T7" fmla="*/ 105 h 26"/>
                <a:gd name="T8" fmla="*/ 105 w 26"/>
                <a:gd name="T9" fmla="*/ 60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6">
                  <a:moveTo>
                    <a:pt x="25" y="14"/>
                  </a:moveTo>
                  <a:cubicBezTo>
                    <a:pt x="26" y="7"/>
                    <a:pt x="20" y="1"/>
                    <a:pt x="14" y="0"/>
                  </a:cubicBezTo>
                  <a:cubicBezTo>
                    <a:pt x="7" y="0"/>
                    <a:pt x="1" y="5"/>
                    <a:pt x="0" y="12"/>
                  </a:cubicBezTo>
                  <a:cubicBezTo>
                    <a:pt x="0" y="19"/>
                    <a:pt x="5" y="25"/>
                    <a:pt x="12" y="25"/>
                  </a:cubicBezTo>
                  <a:cubicBezTo>
                    <a:pt x="19" y="26"/>
                    <a:pt x="25" y="20"/>
                    <a:pt x="25" y="14"/>
                  </a:cubicBezTo>
                </a:path>
              </a:pathLst>
            </a:custGeom>
            <a:solidFill>
              <a:srgbClr val="FEEC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454" name="Freeform 360">
              <a:extLst>
                <a:ext uri="{FF2B5EF4-FFF2-40B4-BE49-F238E27FC236}">
                  <a16:creationId xmlns:a16="http://schemas.microsoft.com/office/drawing/2014/main" id="{3476A1A4-7546-4925-80A1-8A85E04E24A6}"/>
                </a:ext>
              </a:extLst>
            </p:cNvPr>
            <p:cNvSpPr>
              <a:spLocks/>
            </p:cNvSpPr>
            <p:nvPr/>
          </p:nvSpPr>
          <p:spPr bwMode="auto">
            <a:xfrm>
              <a:off x="968" y="1296"/>
              <a:ext cx="164" cy="18"/>
            </a:xfrm>
            <a:custGeom>
              <a:avLst/>
              <a:gdLst>
                <a:gd name="T0" fmla="*/ 307 w 102"/>
                <a:gd name="T1" fmla="*/ 18 h 11"/>
                <a:gd name="T2" fmla="*/ 183 w 102"/>
                <a:gd name="T3" fmla="*/ 18 h 11"/>
                <a:gd name="T4" fmla="*/ 8 w 102"/>
                <a:gd name="T5" fmla="*/ 26 h 11"/>
                <a:gd name="T6" fmla="*/ 5 w 102"/>
                <a:gd name="T7" fmla="*/ 47 h 11"/>
                <a:gd name="T8" fmla="*/ 13 w 102"/>
                <a:gd name="T9" fmla="*/ 34 h 11"/>
                <a:gd name="T10" fmla="*/ 178 w 102"/>
                <a:gd name="T11" fmla="*/ 26 h 11"/>
                <a:gd name="T12" fmla="*/ 314 w 102"/>
                <a:gd name="T13" fmla="*/ 21 h 11"/>
                <a:gd name="T14" fmla="*/ 424 w 102"/>
                <a:gd name="T15" fmla="*/ 0 h 11"/>
                <a:gd name="T16" fmla="*/ 307 w 102"/>
                <a:gd name="T17" fmla="*/ 18 h 1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2" h="11">
                  <a:moveTo>
                    <a:pt x="74" y="4"/>
                  </a:moveTo>
                  <a:cubicBezTo>
                    <a:pt x="69" y="6"/>
                    <a:pt x="57" y="5"/>
                    <a:pt x="44" y="4"/>
                  </a:cubicBezTo>
                  <a:cubicBezTo>
                    <a:pt x="26" y="2"/>
                    <a:pt x="8" y="1"/>
                    <a:pt x="2" y="6"/>
                  </a:cubicBezTo>
                  <a:cubicBezTo>
                    <a:pt x="0" y="8"/>
                    <a:pt x="1" y="9"/>
                    <a:pt x="1" y="11"/>
                  </a:cubicBezTo>
                  <a:cubicBezTo>
                    <a:pt x="1" y="10"/>
                    <a:pt x="2" y="9"/>
                    <a:pt x="3" y="8"/>
                  </a:cubicBezTo>
                  <a:cubicBezTo>
                    <a:pt x="8" y="3"/>
                    <a:pt x="27" y="4"/>
                    <a:pt x="43" y="6"/>
                  </a:cubicBezTo>
                  <a:cubicBezTo>
                    <a:pt x="57" y="7"/>
                    <a:pt x="69" y="8"/>
                    <a:pt x="75" y="5"/>
                  </a:cubicBezTo>
                  <a:cubicBezTo>
                    <a:pt x="80" y="3"/>
                    <a:pt x="97" y="1"/>
                    <a:pt x="102" y="0"/>
                  </a:cubicBezTo>
                  <a:cubicBezTo>
                    <a:pt x="95" y="1"/>
                    <a:pt x="79" y="1"/>
                    <a:pt x="74" y="4"/>
                  </a:cubicBezTo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455" name="Freeform 361">
              <a:extLst>
                <a:ext uri="{FF2B5EF4-FFF2-40B4-BE49-F238E27FC236}">
                  <a16:creationId xmlns:a16="http://schemas.microsoft.com/office/drawing/2014/main" id="{1C49D625-15B1-4D84-81F3-2AF23C5F8AB0}"/>
                </a:ext>
              </a:extLst>
            </p:cNvPr>
            <p:cNvSpPr>
              <a:spLocks/>
            </p:cNvSpPr>
            <p:nvPr/>
          </p:nvSpPr>
          <p:spPr bwMode="auto">
            <a:xfrm>
              <a:off x="971" y="1494"/>
              <a:ext cx="255" cy="237"/>
            </a:xfrm>
            <a:custGeom>
              <a:avLst/>
              <a:gdLst>
                <a:gd name="T0" fmla="*/ 665 w 158"/>
                <a:gd name="T1" fmla="*/ 0 h 147"/>
                <a:gd name="T2" fmla="*/ 623 w 158"/>
                <a:gd name="T3" fmla="*/ 114 h 147"/>
                <a:gd name="T4" fmla="*/ 604 w 158"/>
                <a:gd name="T5" fmla="*/ 158 h 147"/>
                <a:gd name="T6" fmla="*/ 604 w 158"/>
                <a:gd name="T7" fmla="*/ 255 h 147"/>
                <a:gd name="T8" fmla="*/ 615 w 158"/>
                <a:gd name="T9" fmla="*/ 364 h 147"/>
                <a:gd name="T10" fmla="*/ 542 w 158"/>
                <a:gd name="T11" fmla="*/ 535 h 147"/>
                <a:gd name="T12" fmla="*/ 539 w 158"/>
                <a:gd name="T13" fmla="*/ 547 h 147"/>
                <a:gd name="T14" fmla="*/ 349 w 158"/>
                <a:gd name="T15" fmla="*/ 608 h 147"/>
                <a:gd name="T16" fmla="*/ 16 w 158"/>
                <a:gd name="T17" fmla="*/ 416 h 147"/>
                <a:gd name="T18" fmla="*/ 0 w 158"/>
                <a:gd name="T19" fmla="*/ 382 h 147"/>
                <a:gd name="T20" fmla="*/ 13 w 158"/>
                <a:gd name="T21" fmla="*/ 419 h 147"/>
                <a:gd name="T22" fmla="*/ 349 w 158"/>
                <a:gd name="T23" fmla="*/ 616 h 147"/>
                <a:gd name="T24" fmla="*/ 547 w 158"/>
                <a:gd name="T25" fmla="*/ 548 h 147"/>
                <a:gd name="T26" fmla="*/ 547 w 158"/>
                <a:gd name="T27" fmla="*/ 547 h 147"/>
                <a:gd name="T28" fmla="*/ 623 w 158"/>
                <a:gd name="T29" fmla="*/ 364 h 147"/>
                <a:gd name="T30" fmla="*/ 615 w 158"/>
                <a:gd name="T31" fmla="*/ 255 h 147"/>
                <a:gd name="T32" fmla="*/ 610 w 158"/>
                <a:gd name="T33" fmla="*/ 164 h 147"/>
                <a:gd name="T34" fmla="*/ 631 w 158"/>
                <a:gd name="T35" fmla="*/ 118 h 147"/>
                <a:gd name="T36" fmla="*/ 665 w 158"/>
                <a:gd name="T37" fmla="*/ 0 h 147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58" h="147">
                  <a:moveTo>
                    <a:pt x="158" y="0"/>
                  </a:moveTo>
                  <a:cubicBezTo>
                    <a:pt x="158" y="11"/>
                    <a:pt x="153" y="20"/>
                    <a:pt x="148" y="27"/>
                  </a:cubicBezTo>
                  <a:cubicBezTo>
                    <a:pt x="146" y="31"/>
                    <a:pt x="144" y="35"/>
                    <a:pt x="144" y="38"/>
                  </a:cubicBezTo>
                  <a:cubicBezTo>
                    <a:pt x="141" y="44"/>
                    <a:pt x="143" y="52"/>
                    <a:pt x="144" y="61"/>
                  </a:cubicBezTo>
                  <a:cubicBezTo>
                    <a:pt x="146" y="70"/>
                    <a:pt x="148" y="79"/>
                    <a:pt x="146" y="87"/>
                  </a:cubicBezTo>
                  <a:cubicBezTo>
                    <a:pt x="143" y="116"/>
                    <a:pt x="132" y="125"/>
                    <a:pt x="129" y="128"/>
                  </a:cubicBezTo>
                  <a:cubicBezTo>
                    <a:pt x="128" y="130"/>
                    <a:pt x="128" y="130"/>
                    <a:pt x="128" y="130"/>
                  </a:cubicBezTo>
                  <a:cubicBezTo>
                    <a:pt x="128" y="130"/>
                    <a:pt x="115" y="145"/>
                    <a:pt x="83" y="145"/>
                  </a:cubicBezTo>
                  <a:cubicBezTo>
                    <a:pt x="29" y="145"/>
                    <a:pt x="14" y="117"/>
                    <a:pt x="4" y="99"/>
                  </a:cubicBezTo>
                  <a:cubicBezTo>
                    <a:pt x="0" y="91"/>
                    <a:pt x="0" y="91"/>
                    <a:pt x="0" y="91"/>
                  </a:cubicBezTo>
                  <a:cubicBezTo>
                    <a:pt x="3" y="100"/>
                    <a:pt x="3" y="100"/>
                    <a:pt x="3" y="100"/>
                  </a:cubicBezTo>
                  <a:cubicBezTo>
                    <a:pt x="14" y="119"/>
                    <a:pt x="28" y="147"/>
                    <a:pt x="83" y="147"/>
                  </a:cubicBezTo>
                  <a:cubicBezTo>
                    <a:pt x="116" y="147"/>
                    <a:pt x="129" y="131"/>
                    <a:pt x="130" y="131"/>
                  </a:cubicBezTo>
                  <a:cubicBezTo>
                    <a:pt x="130" y="131"/>
                    <a:pt x="130" y="130"/>
                    <a:pt x="130" y="130"/>
                  </a:cubicBezTo>
                  <a:cubicBezTo>
                    <a:pt x="134" y="127"/>
                    <a:pt x="145" y="117"/>
                    <a:pt x="148" y="87"/>
                  </a:cubicBezTo>
                  <a:cubicBezTo>
                    <a:pt x="150" y="79"/>
                    <a:pt x="148" y="70"/>
                    <a:pt x="146" y="61"/>
                  </a:cubicBezTo>
                  <a:cubicBezTo>
                    <a:pt x="145" y="52"/>
                    <a:pt x="143" y="44"/>
                    <a:pt x="145" y="39"/>
                  </a:cubicBezTo>
                  <a:cubicBezTo>
                    <a:pt x="146" y="35"/>
                    <a:pt x="148" y="32"/>
                    <a:pt x="150" y="28"/>
                  </a:cubicBezTo>
                  <a:cubicBezTo>
                    <a:pt x="154" y="21"/>
                    <a:pt x="158" y="12"/>
                    <a:pt x="158" y="0"/>
                  </a:cubicBezTo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456" name="Freeform 362">
              <a:extLst>
                <a:ext uri="{FF2B5EF4-FFF2-40B4-BE49-F238E27FC236}">
                  <a16:creationId xmlns:a16="http://schemas.microsoft.com/office/drawing/2014/main" id="{F938EFA1-19D9-446D-9545-785976ECE2A7}"/>
                </a:ext>
              </a:extLst>
            </p:cNvPr>
            <p:cNvSpPr>
              <a:spLocks/>
            </p:cNvSpPr>
            <p:nvPr/>
          </p:nvSpPr>
          <p:spPr bwMode="auto">
            <a:xfrm>
              <a:off x="999" y="3976"/>
              <a:ext cx="29" cy="65"/>
            </a:xfrm>
            <a:custGeom>
              <a:avLst/>
              <a:gdLst>
                <a:gd name="T0" fmla="*/ 8 w 18"/>
                <a:gd name="T1" fmla="*/ 0 h 40"/>
                <a:gd name="T2" fmla="*/ 26 w 18"/>
                <a:gd name="T3" fmla="*/ 55 h 40"/>
                <a:gd name="T4" fmla="*/ 47 w 18"/>
                <a:gd name="T5" fmla="*/ 172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40">
                  <a:moveTo>
                    <a:pt x="2" y="0"/>
                  </a:moveTo>
                  <a:cubicBezTo>
                    <a:pt x="0" y="4"/>
                    <a:pt x="2" y="9"/>
                    <a:pt x="6" y="13"/>
                  </a:cubicBezTo>
                  <a:cubicBezTo>
                    <a:pt x="10" y="17"/>
                    <a:pt x="18" y="32"/>
                    <a:pt x="11" y="40"/>
                  </a:cubicBezTo>
                </a:path>
              </a:pathLst>
            </a:custGeom>
            <a:noFill/>
            <a:ln w="6350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457" name="Freeform 363">
              <a:extLst>
                <a:ext uri="{FF2B5EF4-FFF2-40B4-BE49-F238E27FC236}">
                  <a16:creationId xmlns:a16="http://schemas.microsoft.com/office/drawing/2014/main" id="{2178A73B-46C4-4242-A664-F56A98D1C3A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9" y="3980"/>
              <a:ext cx="39" cy="61"/>
            </a:xfrm>
            <a:custGeom>
              <a:avLst/>
              <a:gdLst>
                <a:gd name="T0" fmla="*/ 0 w 24"/>
                <a:gd name="T1" fmla="*/ 0 h 38"/>
                <a:gd name="T2" fmla="*/ 60 w 24"/>
                <a:gd name="T3" fmla="*/ 56 h 38"/>
                <a:gd name="T4" fmla="*/ 88 w 24"/>
                <a:gd name="T5" fmla="*/ 157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38">
                  <a:moveTo>
                    <a:pt x="0" y="0"/>
                  </a:moveTo>
                  <a:cubicBezTo>
                    <a:pt x="4" y="7"/>
                    <a:pt x="12" y="12"/>
                    <a:pt x="14" y="14"/>
                  </a:cubicBezTo>
                  <a:cubicBezTo>
                    <a:pt x="22" y="22"/>
                    <a:pt x="24" y="31"/>
                    <a:pt x="20" y="38"/>
                  </a:cubicBezTo>
                </a:path>
              </a:pathLst>
            </a:custGeom>
            <a:noFill/>
            <a:ln w="6350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458" name="Freeform 364">
              <a:extLst>
                <a:ext uri="{FF2B5EF4-FFF2-40B4-BE49-F238E27FC236}">
                  <a16:creationId xmlns:a16="http://schemas.microsoft.com/office/drawing/2014/main" id="{3CD5586C-331F-4846-AAA3-6E127DEBE20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0" y="3976"/>
              <a:ext cx="42" cy="62"/>
            </a:xfrm>
            <a:custGeom>
              <a:avLst/>
              <a:gdLst>
                <a:gd name="T0" fmla="*/ 0 w 26"/>
                <a:gd name="T1" fmla="*/ 0 h 38"/>
                <a:gd name="T2" fmla="*/ 60 w 26"/>
                <a:gd name="T3" fmla="*/ 55 h 38"/>
                <a:gd name="T4" fmla="*/ 105 w 26"/>
                <a:gd name="T5" fmla="*/ 165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38">
                  <a:moveTo>
                    <a:pt x="0" y="0"/>
                  </a:moveTo>
                  <a:cubicBezTo>
                    <a:pt x="4" y="5"/>
                    <a:pt x="8" y="8"/>
                    <a:pt x="14" y="13"/>
                  </a:cubicBezTo>
                  <a:cubicBezTo>
                    <a:pt x="24" y="22"/>
                    <a:pt x="26" y="29"/>
                    <a:pt x="25" y="38"/>
                  </a:cubicBezTo>
                </a:path>
              </a:pathLst>
            </a:custGeom>
            <a:noFill/>
            <a:ln w="6350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459" name="Freeform 365">
              <a:extLst>
                <a:ext uri="{FF2B5EF4-FFF2-40B4-BE49-F238E27FC236}">
                  <a16:creationId xmlns:a16="http://schemas.microsoft.com/office/drawing/2014/main" id="{C0B783EF-3E41-4897-BF3A-766A7A18C8C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7" y="3968"/>
              <a:ext cx="29" cy="45"/>
            </a:xfrm>
            <a:custGeom>
              <a:avLst/>
              <a:gdLst>
                <a:gd name="T0" fmla="*/ 0 w 18"/>
                <a:gd name="T1" fmla="*/ 0 h 28"/>
                <a:gd name="T2" fmla="*/ 47 w 18"/>
                <a:gd name="T3" fmla="*/ 47 h 28"/>
                <a:gd name="T4" fmla="*/ 76 w 18"/>
                <a:gd name="T5" fmla="*/ 116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28">
                  <a:moveTo>
                    <a:pt x="0" y="0"/>
                  </a:moveTo>
                  <a:cubicBezTo>
                    <a:pt x="3" y="4"/>
                    <a:pt x="7" y="8"/>
                    <a:pt x="11" y="11"/>
                  </a:cubicBezTo>
                  <a:cubicBezTo>
                    <a:pt x="15" y="15"/>
                    <a:pt x="18" y="22"/>
                    <a:pt x="18" y="28"/>
                  </a:cubicBezTo>
                </a:path>
              </a:pathLst>
            </a:custGeom>
            <a:noFill/>
            <a:ln w="6350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460" name="Freeform 366">
              <a:extLst>
                <a:ext uri="{FF2B5EF4-FFF2-40B4-BE49-F238E27FC236}">
                  <a16:creationId xmlns:a16="http://schemas.microsoft.com/office/drawing/2014/main" id="{D6449A83-63C7-49E2-815D-7C8D60FC8080}"/>
                </a:ext>
              </a:extLst>
            </p:cNvPr>
            <p:cNvSpPr>
              <a:spLocks/>
            </p:cNvSpPr>
            <p:nvPr/>
          </p:nvSpPr>
          <p:spPr bwMode="auto">
            <a:xfrm>
              <a:off x="966" y="4004"/>
              <a:ext cx="42" cy="21"/>
            </a:xfrm>
            <a:custGeom>
              <a:avLst/>
              <a:gdLst>
                <a:gd name="T0" fmla="*/ 110 w 26"/>
                <a:gd name="T1" fmla="*/ 55 h 13"/>
                <a:gd name="T2" fmla="*/ 29 w 26"/>
                <a:gd name="T3" fmla="*/ 55 h 13"/>
                <a:gd name="T4" fmla="*/ 55 w 26"/>
                <a:gd name="T5" fmla="*/ 0 h 13"/>
                <a:gd name="T6" fmla="*/ 110 w 26"/>
                <a:gd name="T7" fmla="*/ 55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13">
                  <a:moveTo>
                    <a:pt x="26" y="13"/>
                  </a:moveTo>
                  <a:cubicBezTo>
                    <a:pt x="18" y="11"/>
                    <a:pt x="9" y="12"/>
                    <a:pt x="7" y="13"/>
                  </a:cubicBezTo>
                  <a:cubicBezTo>
                    <a:pt x="0" y="4"/>
                    <a:pt x="7" y="0"/>
                    <a:pt x="13" y="0"/>
                  </a:cubicBezTo>
                  <a:cubicBezTo>
                    <a:pt x="24" y="0"/>
                    <a:pt x="26" y="10"/>
                    <a:pt x="26" y="13"/>
                  </a:cubicBezTo>
                  <a:close/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461" name="Freeform 367">
              <a:extLst>
                <a:ext uri="{FF2B5EF4-FFF2-40B4-BE49-F238E27FC236}">
                  <a16:creationId xmlns:a16="http://schemas.microsoft.com/office/drawing/2014/main" id="{DA678493-59FC-4513-B112-49E95F5663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2" y="4018"/>
              <a:ext cx="20" cy="18"/>
            </a:xfrm>
            <a:custGeom>
              <a:avLst/>
              <a:gdLst>
                <a:gd name="T0" fmla="*/ 55 w 12"/>
                <a:gd name="T1" fmla="*/ 47 h 11"/>
                <a:gd name="T2" fmla="*/ 0 w 12"/>
                <a:gd name="T3" fmla="*/ 43 h 11"/>
                <a:gd name="T4" fmla="*/ 55 w 12"/>
                <a:gd name="T5" fmla="*/ 47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1">
                  <a:moveTo>
                    <a:pt x="12" y="11"/>
                  </a:moveTo>
                  <a:cubicBezTo>
                    <a:pt x="10" y="11"/>
                    <a:pt x="2" y="9"/>
                    <a:pt x="0" y="10"/>
                  </a:cubicBezTo>
                  <a:cubicBezTo>
                    <a:pt x="1" y="2"/>
                    <a:pt x="12" y="0"/>
                    <a:pt x="12" y="11"/>
                  </a:cubicBezTo>
                  <a:close/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462" name="Freeform 368">
              <a:extLst>
                <a:ext uri="{FF2B5EF4-FFF2-40B4-BE49-F238E27FC236}">
                  <a16:creationId xmlns:a16="http://schemas.microsoft.com/office/drawing/2014/main" id="{974E0A9A-1269-418E-8B49-796AB99569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9" y="4009"/>
              <a:ext cx="14" cy="12"/>
            </a:xfrm>
            <a:custGeom>
              <a:avLst/>
              <a:gdLst>
                <a:gd name="T0" fmla="*/ 34 w 9"/>
                <a:gd name="T1" fmla="*/ 18 h 8"/>
                <a:gd name="T2" fmla="*/ 8 w 9"/>
                <a:gd name="T3" fmla="*/ 26 h 8"/>
                <a:gd name="T4" fmla="*/ 34 w 9"/>
                <a:gd name="T5" fmla="*/ 18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8">
                  <a:moveTo>
                    <a:pt x="9" y="5"/>
                  </a:moveTo>
                  <a:cubicBezTo>
                    <a:pt x="8" y="7"/>
                    <a:pt x="4" y="8"/>
                    <a:pt x="2" y="7"/>
                  </a:cubicBezTo>
                  <a:cubicBezTo>
                    <a:pt x="0" y="0"/>
                    <a:pt x="8" y="1"/>
                    <a:pt x="9" y="5"/>
                  </a:cubicBezTo>
                  <a:close/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463" name="Freeform 369">
              <a:extLst>
                <a:ext uri="{FF2B5EF4-FFF2-40B4-BE49-F238E27FC236}">
                  <a16:creationId xmlns:a16="http://schemas.microsoft.com/office/drawing/2014/main" id="{02EB339F-864A-4BE3-9580-7BDF871D960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6" y="1696"/>
              <a:ext cx="3" cy="45"/>
            </a:xfrm>
            <a:custGeom>
              <a:avLst/>
              <a:gdLst>
                <a:gd name="T0" fmla="*/ 8 w 2"/>
                <a:gd name="T1" fmla="*/ 0 h 28"/>
                <a:gd name="T2" fmla="*/ 0 w 2"/>
                <a:gd name="T3" fmla="*/ 116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8">
                  <a:moveTo>
                    <a:pt x="2" y="0"/>
                  </a:moveTo>
                  <a:cubicBezTo>
                    <a:pt x="1" y="5"/>
                    <a:pt x="1" y="15"/>
                    <a:pt x="0" y="28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464" name="Freeform 370">
              <a:extLst>
                <a:ext uri="{FF2B5EF4-FFF2-40B4-BE49-F238E27FC236}">
                  <a16:creationId xmlns:a16="http://schemas.microsoft.com/office/drawing/2014/main" id="{6B096B9E-21E7-48CE-928D-CA11797B784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21" y="1615"/>
              <a:ext cx="18" cy="18"/>
            </a:xfrm>
            <a:custGeom>
              <a:avLst/>
              <a:gdLst>
                <a:gd name="T0" fmla="*/ 0 w 11"/>
                <a:gd name="T1" fmla="*/ 21 h 11"/>
                <a:gd name="T2" fmla="*/ 8 w 11"/>
                <a:gd name="T3" fmla="*/ 41 h 11"/>
                <a:gd name="T4" fmla="*/ 21 w 11"/>
                <a:gd name="T5" fmla="*/ 47 h 11"/>
                <a:gd name="T6" fmla="*/ 41 w 11"/>
                <a:gd name="T7" fmla="*/ 43 h 11"/>
                <a:gd name="T8" fmla="*/ 47 w 11"/>
                <a:gd name="T9" fmla="*/ 26 h 11"/>
                <a:gd name="T10" fmla="*/ 43 w 11"/>
                <a:gd name="T11" fmla="*/ 13 h 11"/>
                <a:gd name="T12" fmla="*/ 41 w 11"/>
                <a:gd name="T13" fmla="*/ 18 h 11"/>
                <a:gd name="T14" fmla="*/ 41 w 11"/>
                <a:gd name="T15" fmla="*/ 18 h 11"/>
                <a:gd name="T16" fmla="*/ 41 w 11"/>
                <a:gd name="T17" fmla="*/ 26 h 11"/>
                <a:gd name="T18" fmla="*/ 41 w 11"/>
                <a:gd name="T19" fmla="*/ 26 h 11"/>
                <a:gd name="T20" fmla="*/ 41 w 11"/>
                <a:gd name="T21" fmla="*/ 26 h 11"/>
                <a:gd name="T22" fmla="*/ 34 w 11"/>
                <a:gd name="T23" fmla="*/ 34 h 11"/>
                <a:gd name="T24" fmla="*/ 21 w 11"/>
                <a:gd name="T25" fmla="*/ 41 h 11"/>
                <a:gd name="T26" fmla="*/ 13 w 11"/>
                <a:gd name="T27" fmla="*/ 34 h 11"/>
                <a:gd name="T28" fmla="*/ 8 w 11"/>
                <a:gd name="T29" fmla="*/ 29 h 11"/>
                <a:gd name="T30" fmla="*/ 5 w 11"/>
                <a:gd name="T31" fmla="*/ 18 h 11"/>
                <a:gd name="T32" fmla="*/ 0 w 11"/>
                <a:gd name="T33" fmla="*/ 21 h 11"/>
                <a:gd name="T34" fmla="*/ 26 w 11"/>
                <a:gd name="T35" fmla="*/ 8 h 11"/>
                <a:gd name="T36" fmla="*/ 29 w 11"/>
                <a:gd name="T37" fmla="*/ 5 h 11"/>
                <a:gd name="T38" fmla="*/ 26 w 11"/>
                <a:gd name="T39" fmla="*/ 0 h 11"/>
                <a:gd name="T40" fmla="*/ 21 w 11"/>
                <a:gd name="T41" fmla="*/ 0 h 11"/>
                <a:gd name="T42" fmla="*/ 21 w 11"/>
                <a:gd name="T43" fmla="*/ 5 h 11"/>
                <a:gd name="T44" fmla="*/ 21 w 11"/>
                <a:gd name="T45" fmla="*/ 8 h 11"/>
                <a:gd name="T46" fmla="*/ 26 w 11"/>
                <a:gd name="T47" fmla="*/ 8 h 11"/>
                <a:gd name="T48" fmla="*/ 26 w 11"/>
                <a:gd name="T49" fmla="*/ 8 h 11"/>
                <a:gd name="T50" fmla="*/ 26 w 11"/>
                <a:gd name="T51" fmla="*/ 8 h 11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11" h="11">
                  <a:moveTo>
                    <a:pt x="0" y="5"/>
                  </a:moveTo>
                  <a:cubicBezTo>
                    <a:pt x="2" y="9"/>
                    <a:pt x="2" y="9"/>
                    <a:pt x="2" y="9"/>
                  </a:cubicBezTo>
                  <a:cubicBezTo>
                    <a:pt x="5" y="11"/>
                    <a:pt x="5" y="11"/>
                    <a:pt x="5" y="11"/>
                  </a:cubicBezTo>
                  <a:cubicBezTo>
                    <a:pt x="9" y="10"/>
                    <a:pt x="9" y="10"/>
                    <a:pt x="9" y="10"/>
                  </a:cubicBezTo>
                  <a:cubicBezTo>
                    <a:pt x="11" y="6"/>
                    <a:pt x="11" y="6"/>
                    <a:pt x="11" y="6"/>
                  </a:cubicBezTo>
                  <a:cubicBezTo>
                    <a:pt x="10" y="3"/>
                    <a:pt x="10" y="3"/>
                    <a:pt x="10" y="3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9" y="5"/>
                    <a:pt x="9" y="5"/>
                    <a:pt x="9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8" y="8"/>
                    <a:pt x="5" y="9"/>
                    <a:pt x="5" y="9"/>
                  </a:cubicBezTo>
                  <a:cubicBezTo>
                    <a:pt x="3" y="8"/>
                    <a:pt x="3" y="8"/>
                    <a:pt x="3" y="8"/>
                  </a:cubicBezTo>
                  <a:cubicBezTo>
                    <a:pt x="2" y="8"/>
                    <a:pt x="2" y="8"/>
                    <a:pt x="2" y="7"/>
                  </a:cubicBezTo>
                  <a:cubicBezTo>
                    <a:pt x="1" y="6"/>
                    <a:pt x="1" y="5"/>
                    <a:pt x="1" y="4"/>
                  </a:cubicBezTo>
                  <a:lnTo>
                    <a:pt x="0" y="5"/>
                  </a:lnTo>
                  <a:close/>
                  <a:moveTo>
                    <a:pt x="6" y="2"/>
                  </a:moveTo>
                  <a:cubicBezTo>
                    <a:pt x="6" y="1"/>
                    <a:pt x="7" y="1"/>
                    <a:pt x="7" y="1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5" y="1"/>
                    <a:pt x="5" y="2"/>
                    <a:pt x="5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6" y="2"/>
                    <a:pt x="6" y="2"/>
                    <a:pt x="6" y="2"/>
                  </a:cubicBezTo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465" name="Freeform 371">
              <a:extLst>
                <a:ext uri="{FF2B5EF4-FFF2-40B4-BE49-F238E27FC236}">
                  <a16:creationId xmlns:a16="http://schemas.microsoft.com/office/drawing/2014/main" id="{0F22FB33-0AFE-43DD-BFE9-23E0212DCA7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08" y="1604"/>
              <a:ext cx="44" cy="42"/>
            </a:xfrm>
            <a:custGeom>
              <a:avLst/>
              <a:gdLst>
                <a:gd name="T0" fmla="*/ 109 w 27"/>
                <a:gd name="T1" fmla="*/ 60 h 26"/>
                <a:gd name="T2" fmla="*/ 104 w 27"/>
                <a:gd name="T3" fmla="*/ 71 h 26"/>
                <a:gd name="T4" fmla="*/ 111 w 27"/>
                <a:gd name="T5" fmla="*/ 71 h 26"/>
                <a:gd name="T6" fmla="*/ 117 w 27"/>
                <a:gd name="T7" fmla="*/ 63 h 26"/>
                <a:gd name="T8" fmla="*/ 109 w 27"/>
                <a:gd name="T9" fmla="*/ 60 h 26"/>
                <a:gd name="T10" fmla="*/ 60 w 27"/>
                <a:gd name="T11" fmla="*/ 5 h 26"/>
                <a:gd name="T12" fmla="*/ 64 w 27"/>
                <a:gd name="T13" fmla="*/ 5 h 26"/>
                <a:gd name="T14" fmla="*/ 64 w 27"/>
                <a:gd name="T15" fmla="*/ 0 h 26"/>
                <a:gd name="T16" fmla="*/ 64 w 27"/>
                <a:gd name="T17" fmla="*/ 0 h 26"/>
                <a:gd name="T18" fmla="*/ 60 w 27"/>
                <a:gd name="T19" fmla="*/ 5 h 26"/>
                <a:gd name="T20" fmla="*/ 60 w 27"/>
                <a:gd name="T21" fmla="*/ 5 h 26"/>
                <a:gd name="T22" fmla="*/ 8 w 27"/>
                <a:gd name="T23" fmla="*/ 50 h 26"/>
                <a:gd name="T24" fmla="*/ 18 w 27"/>
                <a:gd name="T25" fmla="*/ 26 h 26"/>
                <a:gd name="T26" fmla="*/ 13 w 27"/>
                <a:gd name="T27" fmla="*/ 26 h 26"/>
                <a:gd name="T28" fmla="*/ 8 w 27"/>
                <a:gd name="T29" fmla="*/ 26 h 26"/>
                <a:gd name="T30" fmla="*/ 0 w 27"/>
                <a:gd name="T31" fmla="*/ 47 h 26"/>
                <a:gd name="T32" fmla="*/ 8 w 27"/>
                <a:gd name="T33" fmla="*/ 50 h 26"/>
                <a:gd name="T34" fmla="*/ 8 w 27"/>
                <a:gd name="T35" fmla="*/ 50 h 26"/>
                <a:gd name="T36" fmla="*/ 13 w 27"/>
                <a:gd name="T37" fmla="*/ 71 h 26"/>
                <a:gd name="T38" fmla="*/ 5 w 27"/>
                <a:gd name="T39" fmla="*/ 68 h 26"/>
                <a:gd name="T40" fmla="*/ 13 w 27"/>
                <a:gd name="T41" fmla="*/ 89 h 26"/>
                <a:gd name="T42" fmla="*/ 55 w 27"/>
                <a:gd name="T43" fmla="*/ 110 h 26"/>
                <a:gd name="T44" fmla="*/ 104 w 27"/>
                <a:gd name="T45" fmla="*/ 89 h 26"/>
                <a:gd name="T46" fmla="*/ 96 w 27"/>
                <a:gd name="T47" fmla="*/ 84 h 26"/>
                <a:gd name="T48" fmla="*/ 55 w 27"/>
                <a:gd name="T49" fmla="*/ 102 h 26"/>
                <a:gd name="T50" fmla="*/ 21 w 27"/>
                <a:gd name="T51" fmla="*/ 84 h 26"/>
                <a:gd name="T52" fmla="*/ 13 w 27"/>
                <a:gd name="T53" fmla="*/ 71 h 26"/>
                <a:gd name="T54" fmla="*/ 104 w 27"/>
                <a:gd name="T55" fmla="*/ 34 h 26"/>
                <a:gd name="T56" fmla="*/ 111 w 27"/>
                <a:gd name="T57" fmla="*/ 26 h 26"/>
                <a:gd name="T58" fmla="*/ 104 w 27"/>
                <a:gd name="T59" fmla="*/ 16 h 26"/>
                <a:gd name="T60" fmla="*/ 96 w 27"/>
                <a:gd name="T61" fmla="*/ 21 h 26"/>
                <a:gd name="T62" fmla="*/ 104 w 27"/>
                <a:gd name="T63" fmla="*/ 34 h 26"/>
                <a:gd name="T64" fmla="*/ 117 w 27"/>
                <a:gd name="T65" fmla="*/ 42 h 26"/>
                <a:gd name="T66" fmla="*/ 117 w 27"/>
                <a:gd name="T67" fmla="*/ 47 h 26"/>
                <a:gd name="T68" fmla="*/ 117 w 27"/>
                <a:gd name="T69" fmla="*/ 42 h 26"/>
                <a:gd name="T70" fmla="*/ 117 w 27"/>
                <a:gd name="T71" fmla="*/ 42 h 26"/>
                <a:gd name="T72" fmla="*/ 42 w 27"/>
                <a:gd name="T73" fmla="*/ 8 h 26"/>
                <a:gd name="T74" fmla="*/ 47 w 27"/>
                <a:gd name="T75" fmla="*/ 0 h 26"/>
                <a:gd name="T76" fmla="*/ 21 w 27"/>
                <a:gd name="T77" fmla="*/ 8 h 26"/>
                <a:gd name="T78" fmla="*/ 29 w 27"/>
                <a:gd name="T79" fmla="*/ 13 h 26"/>
                <a:gd name="T80" fmla="*/ 42 w 27"/>
                <a:gd name="T81" fmla="*/ 8 h 26"/>
                <a:gd name="T82" fmla="*/ 83 w 27"/>
                <a:gd name="T83" fmla="*/ 13 h 26"/>
                <a:gd name="T84" fmla="*/ 90 w 27"/>
                <a:gd name="T85" fmla="*/ 5 h 26"/>
                <a:gd name="T86" fmla="*/ 83 w 27"/>
                <a:gd name="T87" fmla="*/ 0 h 26"/>
                <a:gd name="T88" fmla="*/ 83 w 27"/>
                <a:gd name="T89" fmla="*/ 13 h 26"/>
                <a:gd name="T90" fmla="*/ 83 w 27"/>
                <a:gd name="T91" fmla="*/ 13 h 2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27" h="26">
                  <a:moveTo>
                    <a:pt x="25" y="14"/>
                  </a:moveTo>
                  <a:cubicBezTo>
                    <a:pt x="25" y="15"/>
                    <a:pt x="25" y="16"/>
                    <a:pt x="24" y="17"/>
                  </a:cubicBezTo>
                  <a:cubicBezTo>
                    <a:pt x="25" y="17"/>
                    <a:pt x="26" y="17"/>
                    <a:pt x="26" y="17"/>
                  </a:cubicBezTo>
                  <a:cubicBezTo>
                    <a:pt x="26" y="17"/>
                    <a:pt x="27" y="16"/>
                    <a:pt x="27" y="15"/>
                  </a:cubicBezTo>
                  <a:cubicBezTo>
                    <a:pt x="26" y="14"/>
                    <a:pt x="26" y="14"/>
                    <a:pt x="25" y="14"/>
                  </a:cubicBezTo>
                  <a:moveTo>
                    <a:pt x="14" y="1"/>
                  </a:moveTo>
                  <a:cubicBezTo>
                    <a:pt x="15" y="1"/>
                    <a:pt x="15" y="1"/>
                    <a:pt x="15" y="1"/>
                  </a:cubicBezTo>
                  <a:cubicBezTo>
                    <a:pt x="15" y="1"/>
                    <a:pt x="15" y="1"/>
                    <a:pt x="15" y="0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14" y="0"/>
                    <a:pt x="14" y="1"/>
                    <a:pt x="14" y="1"/>
                  </a:cubicBezTo>
                  <a:cubicBezTo>
                    <a:pt x="14" y="1"/>
                    <a:pt x="14" y="1"/>
                    <a:pt x="14" y="1"/>
                  </a:cubicBezTo>
                  <a:moveTo>
                    <a:pt x="2" y="12"/>
                  </a:moveTo>
                  <a:cubicBezTo>
                    <a:pt x="2" y="10"/>
                    <a:pt x="3" y="8"/>
                    <a:pt x="4" y="6"/>
                  </a:cubicBezTo>
                  <a:cubicBezTo>
                    <a:pt x="4" y="6"/>
                    <a:pt x="3" y="6"/>
                    <a:pt x="3" y="6"/>
                  </a:cubicBezTo>
                  <a:cubicBezTo>
                    <a:pt x="3" y="6"/>
                    <a:pt x="2" y="6"/>
                    <a:pt x="2" y="6"/>
                  </a:cubicBezTo>
                  <a:cubicBezTo>
                    <a:pt x="1" y="7"/>
                    <a:pt x="1" y="9"/>
                    <a:pt x="0" y="11"/>
                  </a:cubicBezTo>
                  <a:cubicBezTo>
                    <a:pt x="1" y="12"/>
                    <a:pt x="2" y="12"/>
                    <a:pt x="2" y="12"/>
                  </a:cubicBezTo>
                  <a:cubicBezTo>
                    <a:pt x="2" y="12"/>
                    <a:pt x="2" y="12"/>
                    <a:pt x="2" y="12"/>
                  </a:cubicBezTo>
                  <a:moveTo>
                    <a:pt x="3" y="17"/>
                  </a:moveTo>
                  <a:cubicBezTo>
                    <a:pt x="2" y="17"/>
                    <a:pt x="1" y="16"/>
                    <a:pt x="1" y="16"/>
                  </a:cubicBezTo>
                  <a:cubicBezTo>
                    <a:pt x="1" y="18"/>
                    <a:pt x="2" y="20"/>
                    <a:pt x="3" y="21"/>
                  </a:cubicBezTo>
                  <a:cubicBezTo>
                    <a:pt x="6" y="24"/>
                    <a:pt x="9" y="26"/>
                    <a:pt x="13" y="26"/>
                  </a:cubicBezTo>
                  <a:cubicBezTo>
                    <a:pt x="17" y="26"/>
                    <a:pt x="22" y="24"/>
                    <a:pt x="24" y="21"/>
                  </a:cubicBezTo>
                  <a:cubicBezTo>
                    <a:pt x="24" y="21"/>
                    <a:pt x="23" y="20"/>
                    <a:pt x="22" y="20"/>
                  </a:cubicBezTo>
                  <a:cubicBezTo>
                    <a:pt x="20" y="23"/>
                    <a:pt x="17" y="24"/>
                    <a:pt x="13" y="24"/>
                  </a:cubicBezTo>
                  <a:cubicBezTo>
                    <a:pt x="10" y="24"/>
                    <a:pt x="7" y="22"/>
                    <a:pt x="5" y="20"/>
                  </a:cubicBezTo>
                  <a:cubicBezTo>
                    <a:pt x="4" y="19"/>
                    <a:pt x="3" y="18"/>
                    <a:pt x="3" y="17"/>
                  </a:cubicBezTo>
                  <a:moveTo>
                    <a:pt x="24" y="8"/>
                  </a:moveTo>
                  <a:cubicBezTo>
                    <a:pt x="25" y="7"/>
                    <a:pt x="25" y="7"/>
                    <a:pt x="26" y="6"/>
                  </a:cubicBezTo>
                  <a:cubicBezTo>
                    <a:pt x="25" y="5"/>
                    <a:pt x="24" y="5"/>
                    <a:pt x="24" y="4"/>
                  </a:cubicBezTo>
                  <a:cubicBezTo>
                    <a:pt x="23" y="4"/>
                    <a:pt x="23" y="4"/>
                    <a:pt x="22" y="5"/>
                  </a:cubicBezTo>
                  <a:cubicBezTo>
                    <a:pt x="23" y="6"/>
                    <a:pt x="24" y="7"/>
                    <a:pt x="24" y="8"/>
                  </a:cubicBezTo>
                  <a:moveTo>
                    <a:pt x="27" y="10"/>
                  </a:moveTo>
                  <a:cubicBezTo>
                    <a:pt x="27" y="11"/>
                    <a:pt x="27" y="11"/>
                    <a:pt x="27" y="11"/>
                  </a:cubicBezTo>
                  <a:cubicBezTo>
                    <a:pt x="27" y="11"/>
                    <a:pt x="27" y="10"/>
                    <a:pt x="27" y="10"/>
                  </a:cubicBezTo>
                  <a:cubicBezTo>
                    <a:pt x="27" y="10"/>
                    <a:pt x="27" y="10"/>
                    <a:pt x="27" y="10"/>
                  </a:cubicBezTo>
                  <a:moveTo>
                    <a:pt x="10" y="2"/>
                  </a:moveTo>
                  <a:cubicBezTo>
                    <a:pt x="10" y="1"/>
                    <a:pt x="10" y="0"/>
                    <a:pt x="11" y="0"/>
                  </a:cubicBezTo>
                  <a:cubicBezTo>
                    <a:pt x="8" y="0"/>
                    <a:pt x="7" y="1"/>
                    <a:pt x="5" y="2"/>
                  </a:cubicBezTo>
                  <a:cubicBezTo>
                    <a:pt x="6" y="3"/>
                    <a:pt x="6" y="3"/>
                    <a:pt x="7" y="3"/>
                  </a:cubicBezTo>
                  <a:cubicBezTo>
                    <a:pt x="8" y="3"/>
                    <a:pt x="9" y="2"/>
                    <a:pt x="10" y="2"/>
                  </a:cubicBezTo>
                  <a:moveTo>
                    <a:pt x="19" y="3"/>
                  </a:moveTo>
                  <a:cubicBezTo>
                    <a:pt x="20" y="2"/>
                    <a:pt x="20" y="2"/>
                    <a:pt x="21" y="1"/>
                  </a:cubicBezTo>
                  <a:cubicBezTo>
                    <a:pt x="20" y="1"/>
                    <a:pt x="19" y="1"/>
                    <a:pt x="19" y="0"/>
                  </a:cubicBezTo>
                  <a:cubicBezTo>
                    <a:pt x="19" y="1"/>
                    <a:pt x="19" y="2"/>
                    <a:pt x="19" y="3"/>
                  </a:cubicBezTo>
                  <a:cubicBezTo>
                    <a:pt x="19" y="3"/>
                    <a:pt x="19" y="3"/>
                    <a:pt x="19" y="3"/>
                  </a:cubicBezTo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466" name="Freeform 372">
              <a:extLst>
                <a:ext uri="{FF2B5EF4-FFF2-40B4-BE49-F238E27FC236}">
                  <a16:creationId xmlns:a16="http://schemas.microsoft.com/office/drawing/2014/main" id="{64F0BEAE-01B2-41A2-870A-F3A4737A4F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5" y="2570"/>
              <a:ext cx="67" cy="45"/>
            </a:xfrm>
            <a:custGeom>
              <a:avLst/>
              <a:gdLst>
                <a:gd name="T0" fmla="*/ 0 w 42"/>
                <a:gd name="T1" fmla="*/ 116 h 28"/>
                <a:gd name="T2" fmla="*/ 35 w 42"/>
                <a:gd name="T3" fmla="*/ 101 h 28"/>
                <a:gd name="T4" fmla="*/ 104 w 42"/>
                <a:gd name="T5" fmla="*/ 63 h 28"/>
                <a:gd name="T6" fmla="*/ 171 w 42"/>
                <a:gd name="T7" fmla="*/ 0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2" h="28">
                  <a:moveTo>
                    <a:pt x="0" y="28"/>
                  </a:moveTo>
                  <a:cubicBezTo>
                    <a:pt x="2" y="26"/>
                    <a:pt x="6" y="25"/>
                    <a:pt x="9" y="24"/>
                  </a:cubicBezTo>
                  <a:cubicBezTo>
                    <a:pt x="14" y="21"/>
                    <a:pt x="21" y="19"/>
                    <a:pt x="26" y="15"/>
                  </a:cubicBezTo>
                  <a:cubicBezTo>
                    <a:pt x="31" y="12"/>
                    <a:pt x="38" y="2"/>
                    <a:pt x="42" y="0"/>
                  </a:cubicBezTo>
                </a:path>
              </a:pathLst>
            </a:custGeom>
            <a:noFill/>
            <a:ln w="6350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467" name="Freeform 373">
              <a:extLst>
                <a:ext uri="{FF2B5EF4-FFF2-40B4-BE49-F238E27FC236}">
                  <a16:creationId xmlns:a16="http://schemas.microsoft.com/office/drawing/2014/main" id="{0F3979C3-8B14-46B8-B4E0-9C9E7ACE754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8" y="2581"/>
              <a:ext cx="51" cy="47"/>
            </a:xfrm>
            <a:custGeom>
              <a:avLst/>
              <a:gdLst>
                <a:gd name="T0" fmla="*/ 129 w 32"/>
                <a:gd name="T1" fmla="*/ 0 h 29"/>
                <a:gd name="T2" fmla="*/ 84 w 32"/>
                <a:gd name="T3" fmla="*/ 73 h 29"/>
                <a:gd name="T4" fmla="*/ 0 w 32"/>
                <a:gd name="T5" fmla="*/ 123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29">
                  <a:moveTo>
                    <a:pt x="32" y="0"/>
                  </a:moveTo>
                  <a:cubicBezTo>
                    <a:pt x="28" y="5"/>
                    <a:pt x="21" y="15"/>
                    <a:pt x="21" y="17"/>
                  </a:cubicBezTo>
                  <a:cubicBezTo>
                    <a:pt x="15" y="20"/>
                    <a:pt x="10" y="20"/>
                    <a:pt x="0" y="29"/>
                  </a:cubicBezTo>
                </a:path>
              </a:pathLst>
            </a:custGeom>
            <a:noFill/>
            <a:ln w="6350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468" name="Freeform 374">
              <a:extLst>
                <a:ext uri="{FF2B5EF4-FFF2-40B4-BE49-F238E27FC236}">
                  <a16:creationId xmlns:a16="http://schemas.microsoft.com/office/drawing/2014/main" id="{1648157A-4FB9-4574-8150-BD2CC999906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8" y="2516"/>
              <a:ext cx="69" cy="86"/>
            </a:xfrm>
            <a:custGeom>
              <a:avLst/>
              <a:gdLst>
                <a:gd name="T0" fmla="*/ 157 w 43"/>
                <a:gd name="T1" fmla="*/ 177 h 53"/>
                <a:gd name="T2" fmla="*/ 178 w 43"/>
                <a:gd name="T3" fmla="*/ 89 h 53"/>
                <a:gd name="T4" fmla="*/ 120 w 43"/>
                <a:gd name="T5" fmla="*/ 0 h 53"/>
                <a:gd name="T6" fmla="*/ 90 w 43"/>
                <a:gd name="T7" fmla="*/ 47 h 53"/>
                <a:gd name="T8" fmla="*/ 75 w 43"/>
                <a:gd name="T9" fmla="*/ 164 h 53"/>
                <a:gd name="T10" fmla="*/ 0 w 43"/>
                <a:gd name="T11" fmla="*/ 221 h 5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3" h="53">
                  <a:moveTo>
                    <a:pt x="38" y="41"/>
                  </a:moveTo>
                  <a:cubicBezTo>
                    <a:pt x="38" y="34"/>
                    <a:pt x="42" y="28"/>
                    <a:pt x="43" y="21"/>
                  </a:cubicBezTo>
                  <a:cubicBezTo>
                    <a:pt x="43" y="14"/>
                    <a:pt x="36" y="5"/>
                    <a:pt x="29" y="0"/>
                  </a:cubicBezTo>
                  <a:cubicBezTo>
                    <a:pt x="23" y="0"/>
                    <a:pt x="22" y="6"/>
                    <a:pt x="22" y="11"/>
                  </a:cubicBezTo>
                  <a:cubicBezTo>
                    <a:pt x="21" y="15"/>
                    <a:pt x="20" y="32"/>
                    <a:pt x="18" y="38"/>
                  </a:cubicBezTo>
                  <a:cubicBezTo>
                    <a:pt x="17" y="44"/>
                    <a:pt x="10" y="53"/>
                    <a:pt x="0" y="52"/>
                  </a:cubicBezTo>
                </a:path>
              </a:pathLst>
            </a:custGeom>
            <a:noFill/>
            <a:ln w="6350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469" name="Freeform 375">
              <a:extLst>
                <a:ext uri="{FF2B5EF4-FFF2-40B4-BE49-F238E27FC236}">
                  <a16:creationId xmlns:a16="http://schemas.microsoft.com/office/drawing/2014/main" id="{52CA0500-A96A-4637-8284-79EBB383078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5" y="2644"/>
              <a:ext cx="22" cy="9"/>
            </a:xfrm>
            <a:custGeom>
              <a:avLst/>
              <a:gdLst>
                <a:gd name="T0" fmla="*/ 55 w 14"/>
                <a:gd name="T1" fmla="*/ 12 h 6"/>
                <a:gd name="T2" fmla="*/ 0 w 14"/>
                <a:gd name="T3" fmla="*/ 21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6">
                  <a:moveTo>
                    <a:pt x="14" y="3"/>
                  </a:moveTo>
                  <a:cubicBezTo>
                    <a:pt x="12" y="0"/>
                    <a:pt x="5" y="1"/>
                    <a:pt x="0" y="6"/>
                  </a:cubicBezTo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470" name="Freeform 376">
              <a:extLst>
                <a:ext uri="{FF2B5EF4-FFF2-40B4-BE49-F238E27FC236}">
                  <a16:creationId xmlns:a16="http://schemas.microsoft.com/office/drawing/2014/main" id="{219EF75F-5326-43CF-BCC9-C9637F0488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0" y="2605"/>
              <a:ext cx="10" cy="11"/>
            </a:xfrm>
            <a:custGeom>
              <a:avLst/>
              <a:gdLst>
                <a:gd name="T0" fmla="*/ 28 w 6"/>
                <a:gd name="T1" fmla="*/ 27 h 7"/>
                <a:gd name="T2" fmla="*/ 0 w 6"/>
                <a:gd name="T3" fmla="*/ 8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7">
                  <a:moveTo>
                    <a:pt x="6" y="7"/>
                  </a:moveTo>
                  <a:cubicBezTo>
                    <a:pt x="3" y="4"/>
                    <a:pt x="2" y="0"/>
                    <a:pt x="0" y="2"/>
                  </a:cubicBezTo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471" name="Freeform 377">
              <a:extLst>
                <a:ext uri="{FF2B5EF4-FFF2-40B4-BE49-F238E27FC236}">
                  <a16:creationId xmlns:a16="http://schemas.microsoft.com/office/drawing/2014/main" id="{0A1686BA-9921-4892-AC49-1FAA651829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1" y="2578"/>
              <a:ext cx="8" cy="3"/>
            </a:xfrm>
            <a:custGeom>
              <a:avLst/>
              <a:gdLst>
                <a:gd name="T0" fmla="*/ 21 w 5"/>
                <a:gd name="T1" fmla="*/ 5 h 2"/>
                <a:gd name="T2" fmla="*/ 0 w 5"/>
                <a:gd name="T3" fmla="*/ 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">
                  <a:moveTo>
                    <a:pt x="5" y="1"/>
                  </a:moveTo>
                  <a:cubicBezTo>
                    <a:pt x="3" y="0"/>
                    <a:pt x="2" y="0"/>
                    <a:pt x="0" y="2"/>
                  </a:cubicBezTo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472" name="Freeform 378">
              <a:extLst>
                <a:ext uri="{FF2B5EF4-FFF2-40B4-BE49-F238E27FC236}">
                  <a16:creationId xmlns:a16="http://schemas.microsoft.com/office/drawing/2014/main" id="{0B01FA65-BFCC-4685-B104-24DCB48C009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5" y="2507"/>
              <a:ext cx="6" cy="16"/>
            </a:xfrm>
            <a:custGeom>
              <a:avLst/>
              <a:gdLst>
                <a:gd name="T0" fmla="*/ 14 w 4"/>
                <a:gd name="T1" fmla="*/ 0 h 10"/>
                <a:gd name="T2" fmla="*/ 0 w 4"/>
                <a:gd name="T3" fmla="*/ 42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0">
                  <a:moveTo>
                    <a:pt x="4" y="0"/>
                  </a:moveTo>
                  <a:cubicBezTo>
                    <a:pt x="3" y="3"/>
                    <a:pt x="0" y="5"/>
                    <a:pt x="0" y="10"/>
                  </a:cubicBezTo>
                </a:path>
              </a:pathLst>
            </a:custGeom>
            <a:noFill/>
            <a:ln w="6350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473" name="Freeform 379">
              <a:extLst>
                <a:ext uri="{FF2B5EF4-FFF2-40B4-BE49-F238E27FC236}">
                  <a16:creationId xmlns:a16="http://schemas.microsoft.com/office/drawing/2014/main" id="{46B131B3-A5F3-4E24-9F78-FCEB80ECA0D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5" y="2513"/>
              <a:ext cx="11" cy="3"/>
            </a:xfrm>
            <a:custGeom>
              <a:avLst/>
              <a:gdLst>
                <a:gd name="T0" fmla="*/ 27 w 7"/>
                <a:gd name="T1" fmla="*/ 8 h 2"/>
                <a:gd name="T2" fmla="*/ 0 w 7"/>
                <a:gd name="T3" fmla="*/ 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">
                  <a:moveTo>
                    <a:pt x="7" y="2"/>
                  </a:moveTo>
                  <a:cubicBezTo>
                    <a:pt x="5" y="1"/>
                    <a:pt x="3" y="0"/>
                    <a:pt x="0" y="2"/>
                  </a:cubicBezTo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474" name="Freeform 380">
              <a:extLst>
                <a:ext uri="{FF2B5EF4-FFF2-40B4-BE49-F238E27FC236}">
                  <a16:creationId xmlns:a16="http://schemas.microsoft.com/office/drawing/2014/main" id="{E07D351C-7899-40EF-8267-54B1A028B0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1" y="2541"/>
              <a:ext cx="7" cy="4"/>
            </a:xfrm>
            <a:custGeom>
              <a:avLst/>
              <a:gdLst>
                <a:gd name="T0" fmla="*/ 21 w 4"/>
                <a:gd name="T1" fmla="*/ 1 h 3"/>
                <a:gd name="T2" fmla="*/ 0 w 4"/>
                <a:gd name="T3" fmla="*/ 7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">
                  <a:moveTo>
                    <a:pt x="4" y="1"/>
                  </a:moveTo>
                  <a:cubicBezTo>
                    <a:pt x="3" y="0"/>
                    <a:pt x="1" y="2"/>
                    <a:pt x="0" y="3"/>
                  </a:cubicBezTo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475" name="Freeform 381">
              <a:extLst>
                <a:ext uri="{FF2B5EF4-FFF2-40B4-BE49-F238E27FC236}">
                  <a16:creationId xmlns:a16="http://schemas.microsoft.com/office/drawing/2014/main" id="{78F470CD-4EAC-4068-BFFE-3E020EFC3D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5" y="2537"/>
              <a:ext cx="36" cy="45"/>
            </a:xfrm>
            <a:custGeom>
              <a:avLst/>
              <a:gdLst>
                <a:gd name="T0" fmla="*/ 97 w 22"/>
                <a:gd name="T1" fmla="*/ 0 h 28"/>
                <a:gd name="T2" fmla="*/ 54 w 22"/>
                <a:gd name="T3" fmla="*/ 88 h 28"/>
                <a:gd name="T4" fmla="*/ 0 w 22"/>
                <a:gd name="T5" fmla="*/ 116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28">
                  <a:moveTo>
                    <a:pt x="22" y="0"/>
                  </a:moveTo>
                  <a:cubicBezTo>
                    <a:pt x="21" y="10"/>
                    <a:pt x="15" y="14"/>
                    <a:pt x="12" y="21"/>
                  </a:cubicBezTo>
                  <a:cubicBezTo>
                    <a:pt x="10" y="27"/>
                    <a:pt x="3" y="24"/>
                    <a:pt x="0" y="28"/>
                  </a:cubicBezTo>
                </a:path>
              </a:pathLst>
            </a:custGeom>
            <a:noFill/>
            <a:ln w="6350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476" name="Freeform 382">
              <a:extLst>
                <a:ext uri="{FF2B5EF4-FFF2-40B4-BE49-F238E27FC236}">
                  <a16:creationId xmlns:a16="http://schemas.microsoft.com/office/drawing/2014/main" id="{CE7A5068-BC74-45EC-B136-AF4577978E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9" y="2526"/>
              <a:ext cx="25" cy="40"/>
            </a:xfrm>
            <a:custGeom>
              <a:avLst/>
              <a:gdLst>
                <a:gd name="T0" fmla="*/ 61 w 16"/>
                <a:gd name="T1" fmla="*/ 0 h 25"/>
                <a:gd name="T2" fmla="*/ 27 w 16"/>
                <a:gd name="T3" fmla="*/ 90 h 25"/>
                <a:gd name="T4" fmla="*/ 0 w 16"/>
                <a:gd name="T5" fmla="*/ 102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25">
                  <a:moveTo>
                    <a:pt x="16" y="0"/>
                  </a:moveTo>
                  <a:cubicBezTo>
                    <a:pt x="14" y="6"/>
                    <a:pt x="10" y="21"/>
                    <a:pt x="7" y="22"/>
                  </a:cubicBezTo>
                  <a:cubicBezTo>
                    <a:pt x="3" y="23"/>
                    <a:pt x="2" y="21"/>
                    <a:pt x="0" y="25"/>
                  </a:cubicBezTo>
                </a:path>
              </a:pathLst>
            </a:custGeom>
            <a:noFill/>
            <a:ln w="6350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477" name="Freeform 383">
              <a:extLst>
                <a:ext uri="{FF2B5EF4-FFF2-40B4-BE49-F238E27FC236}">
                  <a16:creationId xmlns:a16="http://schemas.microsoft.com/office/drawing/2014/main" id="{20B5D9A5-CE2C-4AEA-B464-7DC3979D10F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" y="1129"/>
              <a:ext cx="922" cy="2925"/>
            </a:xfrm>
            <a:custGeom>
              <a:avLst/>
              <a:gdLst>
                <a:gd name="T0" fmla="*/ 774 w 572"/>
                <a:gd name="T1" fmla="*/ 357 h 1817"/>
                <a:gd name="T2" fmla="*/ 574 w 572"/>
                <a:gd name="T3" fmla="*/ 391 h 1817"/>
                <a:gd name="T4" fmla="*/ 335 w 572"/>
                <a:gd name="T5" fmla="*/ 534 h 1817"/>
                <a:gd name="T6" fmla="*/ 184 w 572"/>
                <a:gd name="T7" fmla="*/ 1177 h 1817"/>
                <a:gd name="T8" fmla="*/ 145 w 572"/>
                <a:gd name="T9" fmla="*/ 1990 h 1817"/>
                <a:gd name="T10" fmla="*/ 81 w 572"/>
                <a:gd name="T11" fmla="*/ 2941 h 1817"/>
                <a:gd name="T12" fmla="*/ 8 w 572"/>
                <a:gd name="T13" fmla="*/ 3630 h 1817"/>
                <a:gd name="T14" fmla="*/ 50 w 572"/>
                <a:gd name="T15" fmla="*/ 3757 h 1817"/>
                <a:gd name="T16" fmla="*/ 231 w 572"/>
                <a:gd name="T17" fmla="*/ 3921 h 1817"/>
                <a:gd name="T18" fmla="*/ 293 w 572"/>
                <a:gd name="T19" fmla="*/ 3884 h 1817"/>
                <a:gd name="T20" fmla="*/ 327 w 572"/>
                <a:gd name="T21" fmla="*/ 3846 h 1817"/>
                <a:gd name="T22" fmla="*/ 314 w 572"/>
                <a:gd name="T23" fmla="*/ 3662 h 1817"/>
                <a:gd name="T24" fmla="*/ 268 w 572"/>
                <a:gd name="T25" fmla="*/ 3319 h 1817"/>
                <a:gd name="T26" fmla="*/ 446 w 572"/>
                <a:gd name="T27" fmla="*/ 2032 h 1817"/>
                <a:gd name="T28" fmla="*/ 535 w 572"/>
                <a:gd name="T29" fmla="*/ 1589 h 1817"/>
                <a:gd name="T30" fmla="*/ 590 w 572"/>
                <a:gd name="T31" fmla="*/ 2402 h 1817"/>
                <a:gd name="T32" fmla="*/ 369 w 572"/>
                <a:gd name="T33" fmla="*/ 3562 h 1817"/>
                <a:gd name="T34" fmla="*/ 642 w 572"/>
                <a:gd name="T35" fmla="*/ 4903 h 1817"/>
                <a:gd name="T36" fmla="*/ 704 w 572"/>
                <a:gd name="T37" fmla="*/ 6225 h 1817"/>
                <a:gd name="T38" fmla="*/ 858 w 572"/>
                <a:gd name="T39" fmla="*/ 7062 h 1817"/>
                <a:gd name="T40" fmla="*/ 712 w 572"/>
                <a:gd name="T41" fmla="*/ 7403 h 1817"/>
                <a:gd name="T42" fmla="*/ 759 w 572"/>
                <a:gd name="T43" fmla="*/ 7531 h 1817"/>
                <a:gd name="T44" fmla="*/ 967 w 572"/>
                <a:gd name="T45" fmla="*/ 7547 h 1817"/>
                <a:gd name="T46" fmla="*/ 1169 w 572"/>
                <a:gd name="T47" fmla="*/ 7402 h 1817"/>
                <a:gd name="T48" fmla="*/ 1182 w 572"/>
                <a:gd name="T49" fmla="*/ 7147 h 1817"/>
                <a:gd name="T50" fmla="*/ 1148 w 572"/>
                <a:gd name="T51" fmla="*/ 6901 h 1817"/>
                <a:gd name="T52" fmla="*/ 1159 w 572"/>
                <a:gd name="T53" fmla="*/ 5499 h 1817"/>
                <a:gd name="T54" fmla="*/ 1156 w 572"/>
                <a:gd name="T55" fmla="*/ 4713 h 1817"/>
                <a:gd name="T56" fmla="*/ 1156 w 572"/>
                <a:gd name="T57" fmla="*/ 3577 h 1817"/>
                <a:gd name="T58" fmla="*/ 1193 w 572"/>
                <a:gd name="T59" fmla="*/ 3579 h 1817"/>
                <a:gd name="T60" fmla="*/ 1248 w 572"/>
                <a:gd name="T61" fmla="*/ 3566 h 1817"/>
                <a:gd name="T62" fmla="*/ 1244 w 572"/>
                <a:gd name="T63" fmla="*/ 4063 h 1817"/>
                <a:gd name="T64" fmla="*/ 1252 w 572"/>
                <a:gd name="T65" fmla="*/ 5116 h 1817"/>
                <a:gd name="T66" fmla="*/ 1299 w 572"/>
                <a:gd name="T67" fmla="*/ 6603 h 1817"/>
                <a:gd name="T68" fmla="*/ 1240 w 572"/>
                <a:gd name="T69" fmla="*/ 7051 h 1817"/>
                <a:gd name="T70" fmla="*/ 1214 w 572"/>
                <a:gd name="T71" fmla="*/ 7288 h 1817"/>
                <a:gd name="T72" fmla="*/ 1273 w 572"/>
                <a:gd name="T73" fmla="*/ 7534 h 1817"/>
                <a:gd name="T74" fmla="*/ 1541 w 572"/>
                <a:gd name="T75" fmla="*/ 7552 h 1817"/>
                <a:gd name="T76" fmla="*/ 1684 w 572"/>
                <a:gd name="T77" fmla="*/ 7471 h 1817"/>
                <a:gd name="T78" fmla="*/ 1562 w 572"/>
                <a:gd name="T79" fmla="*/ 7217 h 1817"/>
                <a:gd name="T80" fmla="*/ 1559 w 572"/>
                <a:gd name="T81" fmla="*/ 6800 h 1817"/>
                <a:gd name="T82" fmla="*/ 1710 w 572"/>
                <a:gd name="T83" fmla="*/ 5274 h 1817"/>
                <a:gd name="T84" fmla="*/ 1949 w 572"/>
                <a:gd name="T85" fmla="*/ 4214 h 1817"/>
                <a:gd name="T86" fmla="*/ 1970 w 572"/>
                <a:gd name="T87" fmla="*/ 2859 h 1817"/>
                <a:gd name="T88" fmla="*/ 1834 w 572"/>
                <a:gd name="T89" fmla="*/ 2036 h 1817"/>
                <a:gd name="T90" fmla="*/ 1863 w 572"/>
                <a:gd name="T91" fmla="*/ 1586 h 1817"/>
                <a:gd name="T92" fmla="*/ 2018 w 572"/>
                <a:gd name="T93" fmla="*/ 2626 h 1817"/>
                <a:gd name="T94" fmla="*/ 2102 w 572"/>
                <a:gd name="T95" fmla="*/ 3442 h 1817"/>
                <a:gd name="T96" fmla="*/ 2081 w 572"/>
                <a:gd name="T97" fmla="*/ 3812 h 1817"/>
                <a:gd name="T98" fmla="*/ 2065 w 572"/>
                <a:gd name="T99" fmla="*/ 3876 h 1817"/>
                <a:gd name="T100" fmla="*/ 2068 w 572"/>
                <a:gd name="T101" fmla="*/ 3955 h 1817"/>
                <a:gd name="T102" fmla="*/ 2292 w 572"/>
                <a:gd name="T103" fmla="*/ 3851 h 1817"/>
                <a:gd name="T104" fmla="*/ 2369 w 572"/>
                <a:gd name="T105" fmla="*/ 3693 h 1817"/>
                <a:gd name="T106" fmla="*/ 2340 w 572"/>
                <a:gd name="T107" fmla="*/ 3400 h 1817"/>
                <a:gd name="T108" fmla="*/ 2326 w 572"/>
                <a:gd name="T109" fmla="*/ 2626 h 1817"/>
                <a:gd name="T110" fmla="*/ 2216 w 572"/>
                <a:gd name="T111" fmla="*/ 1677 h 1817"/>
                <a:gd name="T112" fmla="*/ 2174 w 572"/>
                <a:gd name="T113" fmla="*/ 855 h 1817"/>
                <a:gd name="T114" fmla="*/ 1881 w 572"/>
                <a:gd name="T115" fmla="*/ 412 h 1817"/>
                <a:gd name="T116" fmla="*/ 1754 w 572"/>
                <a:gd name="T117" fmla="*/ 388 h 1817"/>
                <a:gd name="T118" fmla="*/ 1444 w 572"/>
                <a:gd name="T119" fmla="*/ 0 h 1817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572" h="1817">
                  <a:moveTo>
                    <a:pt x="227" y="0"/>
                  </a:moveTo>
                  <a:cubicBezTo>
                    <a:pt x="227" y="77"/>
                    <a:pt x="207" y="79"/>
                    <a:pt x="185" y="86"/>
                  </a:cubicBezTo>
                  <a:cubicBezTo>
                    <a:pt x="176" y="89"/>
                    <a:pt x="165" y="91"/>
                    <a:pt x="153" y="93"/>
                  </a:cubicBezTo>
                  <a:cubicBezTo>
                    <a:pt x="148" y="94"/>
                    <a:pt x="143" y="93"/>
                    <a:pt x="137" y="94"/>
                  </a:cubicBezTo>
                  <a:cubicBezTo>
                    <a:pt x="133" y="95"/>
                    <a:pt x="127" y="98"/>
                    <a:pt x="123" y="99"/>
                  </a:cubicBezTo>
                  <a:cubicBezTo>
                    <a:pt x="107" y="105"/>
                    <a:pt x="91" y="115"/>
                    <a:pt x="80" y="128"/>
                  </a:cubicBezTo>
                  <a:cubicBezTo>
                    <a:pt x="69" y="140"/>
                    <a:pt x="57" y="179"/>
                    <a:pt x="53" y="205"/>
                  </a:cubicBezTo>
                  <a:cubicBezTo>
                    <a:pt x="49" y="232"/>
                    <a:pt x="46" y="262"/>
                    <a:pt x="44" y="282"/>
                  </a:cubicBezTo>
                  <a:cubicBezTo>
                    <a:pt x="41" y="316"/>
                    <a:pt x="43" y="366"/>
                    <a:pt x="43" y="402"/>
                  </a:cubicBezTo>
                  <a:cubicBezTo>
                    <a:pt x="43" y="437"/>
                    <a:pt x="38" y="461"/>
                    <a:pt x="35" y="477"/>
                  </a:cubicBezTo>
                  <a:cubicBezTo>
                    <a:pt x="32" y="494"/>
                    <a:pt x="17" y="539"/>
                    <a:pt x="18" y="629"/>
                  </a:cubicBezTo>
                  <a:cubicBezTo>
                    <a:pt x="18" y="644"/>
                    <a:pt x="17" y="681"/>
                    <a:pt x="19" y="705"/>
                  </a:cubicBezTo>
                  <a:cubicBezTo>
                    <a:pt x="22" y="735"/>
                    <a:pt x="17" y="800"/>
                    <a:pt x="14" y="815"/>
                  </a:cubicBezTo>
                  <a:cubicBezTo>
                    <a:pt x="9" y="834"/>
                    <a:pt x="5" y="866"/>
                    <a:pt x="2" y="870"/>
                  </a:cubicBezTo>
                  <a:cubicBezTo>
                    <a:pt x="0" y="875"/>
                    <a:pt x="5" y="881"/>
                    <a:pt x="7" y="885"/>
                  </a:cubicBezTo>
                  <a:cubicBezTo>
                    <a:pt x="9" y="890"/>
                    <a:pt x="9" y="894"/>
                    <a:pt x="12" y="901"/>
                  </a:cubicBezTo>
                  <a:cubicBezTo>
                    <a:pt x="14" y="906"/>
                    <a:pt x="21" y="917"/>
                    <a:pt x="25" y="923"/>
                  </a:cubicBezTo>
                  <a:cubicBezTo>
                    <a:pt x="29" y="929"/>
                    <a:pt x="43" y="936"/>
                    <a:pt x="55" y="940"/>
                  </a:cubicBezTo>
                  <a:cubicBezTo>
                    <a:pt x="62" y="943"/>
                    <a:pt x="77" y="951"/>
                    <a:pt x="78" y="948"/>
                  </a:cubicBezTo>
                  <a:cubicBezTo>
                    <a:pt x="81" y="940"/>
                    <a:pt x="76" y="935"/>
                    <a:pt x="70" y="931"/>
                  </a:cubicBezTo>
                  <a:cubicBezTo>
                    <a:pt x="66" y="929"/>
                    <a:pt x="77" y="936"/>
                    <a:pt x="79" y="929"/>
                  </a:cubicBezTo>
                  <a:cubicBezTo>
                    <a:pt x="80" y="927"/>
                    <a:pt x="80" y="926"/>
                    <a:pt x="78" y="922"/>
                  </a:cubicBezTo>
                  <a:cubicBezTo>
                    <a:pt x="79" y="918"/>
                    <a:pt x="78" y="918"/>
                    <a:pt x="76" y="914"/>
                  </a:cubicBezTo>
                  <a:cubicBezTo>
                    <a:pt x="81" y="912"/>
                    <a:pt x="77" y="889"/>
                    <a:pt x="75" y="878"/>
                  </a:cubicBezTo>
                  <a:cubicBezTo>
                    <a:pt x="76" y="870"/>
                    <a:pt x="76" y="844"/>
                    <a:pt x="70" y="825"/>
                  </a:cubicBezTo>
                  <a:cubicBezTo>
                    <a:pt x="66" y="814"/>
                    <a:pt x="64" y="803"/>
                    <a:pt x="64" y="796"/>
                  </a:cubicBezTo>
                  <a:cubicBezTo>
                    <a:pt x="61" y="780"/>
                    <a:pt x="80" y="662"/>
                    <a:pt x="90" y="629"/>
                  </a:cubicBezTo>
                  <a:cubicBezTo>
                    <a:pt x="111" y="560"/>
                    <a:pt x="105" y="499"/>
                    <a:pt x="107" y="487"/>
                  </a:cubicBezTo>
                  <a:cubicBezTo>
                    <a:pt x="109" y="475"/>
                    <a:pt x="123" y="410"/>
                    <a:pt x="127" y="381"/>
                  </a:cubicBezTo>
                  <a:cubicBezTo>
                    <a:pt x="128" y="381"/>
                    <a:pt x="128" y="381"/>
                    <a:pt x="128" y="381"/>
                  </a:cubicBezTo>
                  <a:cubicBezTo>
                    <a:pt x="130" y="417"/>
                    <a:pt x="134" y="470"/>
                    <a:pt x="135" y="488"/>
                  </a:cubicBezTo>
                  <a:cubicBezTo>
                    <a:pt x="136" y="513"/>
                    <a:pt x="152" y="555"/>
                    <a:pt x="141" y="576"/>
                  </a:cubicBezTo>
                  <a:cubicBezTo>
                    <a:pt x="130" y="596"/>
                    <a:pt x="112" y="629"/>
                    <a:pt x="103" y="685"/>
                  </a:cubicBezTo>
                  <a:cubicBezTo>
                    <a:pt x="94" y="729"/>
                    <a:pt x="80" y="775"/>
                    <a:pt x="88" y="854"/>
                  </a:cubicBezTo>
                  <a:cubicBezTo>
                    <a:pt x="94" y="911"/>
                    <a:pt x="93" y="947"/>
                    <a:pt x="107" y="1010"/>
                  </a:cubicBezTo>
                  <a:cubicBezTo>
                    <a:pt x="120" y="1066"/>
                    <a:pt x="146" y="1134"/>
                    <a:pt x="153" y="1175"/>
                  </a:cubicBezTo>
                  <a:cubicBezTo>
                    <a:pt x="160" y="1217"/>
                    <a:pt x="163" y="1237"/>
                    <a:pt x="165" y="1264"/>
                  </a:cubicBezTo>
                  <a:cubicBezTo>
                    <a:pt x="167" y="1291"/>
                    <a:pt x="149" y="1418"/>
                    <a:pt x="168" y="1492"/>
                  </a:cubicBezTo>
                  <a:cubicBezTo>
                    <a:pt x="188" y="1565"/>
                    <a:pt x="197" y="1612"/>
                    <a:pt x="201" y="1630"/>
                  </a:cubicBezTo>
                  <a:cubicBezTo>
                    <a:pt x="209" y="1669"/>
                    <a:pt x="202" y="1673"/>
                    <a:pt x="205" y="1693"/>
                  </a:cubicBezTo>
                  <a:cubicBezTo>
                    <a:pt x="209" y="1713"/>
                    <a:pt x="209" y="1710"/>
                    <a:pt x="199" y="1730"/>
                  </a:cubicBezTo>
                  <a:cubicBezTo>
                    <a:pt x="190" y="1742"/>
                    <a:pt x="175" y="1769"/>
                    <a:pt x="170" y="1775"/>
                  </a:cubicBezTo>
                  <a:cubicBezTo>
                    <a:pt x="166" y="1781"/>
                    <a:pt x="168" y="1787"/>
                    <a:pt x="170" y="1791"/>
                  </a:cubicBezTo>
                  <a:cubicBezTo>
                    <a:pt x="167" y="1800"/>
                    <a:pt x="177" y="1805"/>
                    <a:pt x="181" y="1805"/>
                  </a:cubicBezTo>
                  <a:cubicBezTo>
                    <a:pt x="180" y="1816"/>
                    <a:pt x="200" y="1815"/>
                    <a:pt x="204" y="1810"/>
                  </a:cubicBezTo>
                  <a:cubicBezTo>
                    <a:pt x="210" y="1816"/>
                    <a:pt x="225" y="1816"/>
                    <a:pt x="231" y="1809"/>
                  </a:cubicBezTo>
                  <a:cubicBezTo>
                    <a:pt x="241" y="1817"/>
                    <a:pt x="257" y="1817"/>
                    <a:pt x="268" y="1806"/>
                  </a:cubicBezTo>
                  <a:cubicBezTo>
                    <a:pt x="279" y="1795"/>
                    <a:pt x="280" y="1785"/>
                    <a:pt x="279" y="1774"/>
                  </a:cubicBezTo>
                  <a:cubicBezTo>
                    <a:pt x="278" y="1763"/>
                    <a:pt x="280" y="1760"/>
                    <a:pt x="283" y="1747"/>
                  </a:cubicBezTo>
                  <a:cubicBezTo>
                    <a:pt x="285" y="1733"/>
                    <a:pt x="287" y="1723"/>
                    <a:pt x="282" y="1713"/>
                  </a:cubicBezTo>
                  <a:cubicBezTo>
                    <a:pt x="277" y="1704"/>
                    <a:pt x="277" y="1700"/>
                    <a:pt x="277" y="1690"/>
                  </a:cubicBezTo>
                  <a:cubicBezTo>
                    <a:pt x="277" y="1681"/>
                    <a:pt x="280" y="1666"/>
                    <a:pt x="274" y="1654"/>
                  </a:cubicBezTo>
                  <a:cubicBezTo>
                    <a:pt x="268" y="1642"/>
                    <a:pt x="261" y="1614"/>
                    <a:pt x="262" y="1583"/>
                  </a:cubicBezTo>
                  <a:cubicBezTo>
                    <a:pt x="263" y="1552"/>
                    <a:pt x="286" y="1378"/>
                    <a:pt x="277" y="1318"/>
                  </a:cubicBezTo>
                  <a:cubicBezTo>
                    <a:pt x="267" y="1258"/>
                    <a:pt x="271" y="1246"/>
                    <a:pt x="273" y="1226"/>
                  </a:cubicBezTo>
                  <a:cubicBezTo>
                    <a:pt x="275" y="1206"/>
                    <a:pt x="281" y="1173"/>
                    <a:pt x="276" y="1130"/>
                  </a:cubicBezTo>
                  <a:cubicBezTo>
                    <a:pt x="274" y="1113"/>
                    <a:pt x="274" y="1044"/>
                    <a:pt x="275" y="974"/>
                  </a:cubicBezTo>
                  <a:cubicBezTo>
                    <a:pt x="275" y="928"/>
                    <a:pt x="288" y="869"/>
                    <a:pt x="276" y="857"/>
                  </a:cubicBezTo>
                  <a:cubicBezTo>
                    <a:pt x="276" y="856"/>
                    <a:pt x="276" y="856"/>
                    <a:pt x="276" y="856"/>
                  </a:cubicBezTo>
                  <a:cubicBezTo>
                    <a:pt x="279" y="857"/>
                    <a:pt x="282" y="858"/>
                    <a:pt x="285" y="858"/>
                  </a:cubicBezTo>
                  <a:cubicBezTo>
                    <a:pt x="286" y="858"/>
                    <a:pt x="286" y="858"/>
                    <a:pt x="286" y="858"/>
                  </a:cubicBezTo>
                  <a:cubicBezTo>
                    <a:pt x="290" y="858"/>
                    <a:pt x="294" y="857"/>
                    <a:pt x="298" y="855"/>
                  </a:cubicBezTo>
                  <a:cubicBezTo>
                    <a:pt x="297" y="857"/>
                    <a:pt x="297" y="857"/>
                    <a:pt x="297" y="857"/>
                  </a:cubicBezTo>
                  <a:cubicBezTo>
                    <a:pt x="285" y="869"/>
                    <a:pt x="297" y="928"/>
                    <a:pt x="297" y="974"/>
                  </a:cubicBezTo>
                  <a:cubicBezTo>
                    <a:pt x="298" y="1044"/>
                    <a:pt x="299" y="1113"/>
                    <a:pt x="297" y="1130"/>
                  </a:cubicBezTo>
                  <a:cubicBezTo>
                    <a:pt x="291" y="1173"/>
                    <a:pt x="297" y="1206"/>
                    <a:pt x="299" y="1226"/>
                  </a:cubicBezTo>
                  <a:cubicBezTo>
                    <a:pt x="302" y="1246"/>
                    <a:pt x="305" y="1258"/>
                    <a:pt x="296" y="1318"/>
                  </a:cubicBezTo>
                  <a:cubicBezTo>
                    <a:pt x="286" y="1378"/>
                    <a:pt x="309" y="1552"/>
                    <a:pt x="310" y="1583"/>
                  </a:cubicBezTo>
                  <a:cubicBezTo>
                    <a:pt x="311" y="1614"/>
                    <a:pt x="304" y="1642"/>
                    <a:pt x="298" y="1654"/>
                  </a:cubicBezTo>
                  <a:cubicBezTo>
                    <a:pt x="292" y="1666"/>
                    <a:pt x="296" y="1681"/>
                    <a:pt x="296" y="1690"/>
                  </a:cubicBezTo>
                  <a:cubicBezTo>
                    <a:pt x="296" y="1700"/>
                    <a:pt x="296" y="1704"/>
                    <a:pt x="291" y="1713"/>
                  </a:cubicBezTo>
                  <a:cubicBezTo>
                    <a:pt x="286" y="1723"/>
                    <a:pt x="288" y="1733"/>
                    <a:pt x="290" y="1747"/>
                  </a:cubicBezTo>
                  <a:cubicBezTo>
                    <a:pt x="292" y="1760"/>
                    <a:pt x="295" y="1763"/>
                    <a:pt x="294" y="1774"/>
                  </a:cubicBezTo>
                  <a:cubicBezTo>
                    <a:pt x="292" y="1785"/>
                    <a:pt x="294" y="1795"/>
                    <a:pt x="304" y="1806"/>
                  </a:cubicBezTo>
                  <a:cubicBezTo>
                    <a:pt x="315" y="1817"/>
                    <a:pt x="332" y="1817"/>
                    <a:pt x="341" y="1809"/>
                  </a:cubicBezTo>
                  <a:cubicBezTo>
                    <a:pt x="347" y="1816"/>
                    <a:pt x="362" y="1816"/>
                    <a:pt x="368" y="1810"/>
                  </a:cubicBezTo>
                  <a:cubicBezTo>
                    <a:pt x="373" y="1815"/>
                    <a:pt x="393" y="1816"/>
                    <a:pt x="392" y="1805"/>
                  </a:cubicBezTo>
                  <a:cubicBezTo>
                    <a:pt x="395" y="1805"/>
                    <a:pt x="406" y="1800"/>
                    <a:pt x="402" y="1791"/>
                  </a:cubicBezTo>
                  <a:cubicBezTo>
                    <a:pt x="405" y="1787"/>
                    <a:pt x="407" y="1781"/>
                    <a:pt x="402" y="1775"/>
                  </a:cubicBezTo>
                  <a:cubicBezTo>
                    <a:pt x="397" y="1769"/>
                    <a:pt x="382" y="1742"/>
                    <a:pt x="373" y="1730"/>
                  </a:cubicBezTo>
                  <a:cubicBezTo>
                    <a:pt x="363" y="1710"/>
                    <a:pt x="364" y="1713"/>
                    <a:pt x="367" y="1693"/>
                  </a:cubicBezTo>
                  <a:cubicBezTo>
                    <a:pt x="371" y="1673"/>
                    <a:pt x="363" y="1669"/>
                    <a:pt x="372" y="1630"/>
                  </a:cubicBezTo>
                  <a:cubicBezTo>
                    <a:pt x="376" y="1612"/>
                    <a:pt x="384" y="1565"/>
                    <a:pt x="404" y="1492"/>
                  </a:cubicBezTo>
                  <a:cubicBezTo>
                    <a:pt x="424" y="1418"/>
                    <a:pt x="406" y="1291"/>
                    <a:pt x="408" y="1264"/>
                  </a:cubicBezTo>
                  <a:cubicBezTo>
                    <a:pt x="410" y="1237"/>
                    <a:pt x="413" y="1217"/>
                    <a:pt x="420" y="1175"/>
                  </a:cubicBezTo>
                  <a:cubicBezTo>
                    <a:pt x="427" y="1134"/>
                    <a:pt x="452" y="1066"/>
                    <a:pt x="465" y="1010"/>
                  </a:cubicBezTo>
                  <a:cubicBezTo>
                    <a:pt x="479" y="947"/>
                    <a:pt x="478" y="911"/>
                    <a:pt x="484" y="854"/>
                  </a:cubicBezTo>
                  <a:cubicBezTo>
                    <a:pt x="492" y="775"/>
                    <a:pt x="479" y="729"/>
                    <a:pt x="470" y="685"/>
                  </a:cubicBezTo>
                  <a:cubicBezTo>
                    <a:pt x="460" y="629"/>
                    <a:pt x="442" y="596"/>
                    <a:pt x="431" y="576"/>
                  </a:cubicBezTo>
                  <a:cubicBezTo>
                    <a:pt x="421" y="555"/>
                    <a:pt x="437" y="513"/>
                    <a:pt x="438" y="488"/>
                  </a:cubicBezTo>
                  <a:cubicBezTo>
                    <a:pt x="439" y="470"/>
                    <a:pt x="442" y="415"/>
                    <a:pt x="445" y="380"/>
                  </a:cubicBezTo>
                  <a:cubicBezTo>
                    <a:pt x="445" y="380"/>
                    <a:pt x="445" y="380"/>
                    <a:pt x="445" y="380"/>
                  </a:cubicBezTo>
                  <a:cubicBezTo>
                    <a:pt x="449" y="409"/>
                    <a:pt x="463" y="475"/>
                    <a:pt x="466" y="487"/>
                  </a:cubicBezTo>
                  <a:cubicBezTo>
                    <a:pt x="468" y="499"/>
                    <a:pt x="461" y="560"/>
                    <a:pt x="482" y="629"/>
                  </a:cubicBezTo>
                  <a:cubicBezTo>
                    <a:pt x="493" y="662"/>
                    <a:pt x="511" y="780"/>
                    <a:pt x="508" y="796"/>
                  </a:cubicBezTo>
                  <a:cubicBezTo>
                    <a:pt x="508" y="803"/>
                    <a:pt x="506" y="814"/>
                    <a:pt x="502" y="825"/>
                  </a:cubicBezTo>
                  <a:cubicBezTo>
                    <a:pt x="496" y="844"/>
                    <a:pt x="497" y="870"/>
                    <a:pt x="498" y="878"/>
                  </a:cubicBezTo>
                  <a:cubicBezTo>
                    <a:pt x="496" y="889"/>
                    <a:pt x="492" y="912"/>
                    <a:pt x="497" y="914"/>
                  </a:cubicBezTo>
                  <a:cubicBezTo>
                    <a:pt x="494" y="918"/>
                    <a:pt x="493" y="918"/>
                    <a:pt x="494" y="922"/>
                  </a:cubicBezTo>
                  <a:cubicBezTo>
                    <a:pt x="493" y="926"/>
                    <a:pt x="493" y="927"/>
                    <a:pt x="493" y="929"/>
                  </a:cubicBezTo>
                  <a:cubicBezTo>
                    <a:pt x="496" y="936"/>
                    <a:pt x="506" y="929"/>
                    <a:pt x="502" y="931"/>
                  </a:cubicBezTo>
                  <a:cubicBezTo>
                    <a:pt x="497" y="935"/>
                    <a:pt x="491" y="940"/>
                    <a:pt x="494" y="948"/>
                  </a:cubicBezTo>
                  <a:cubicBezTo>
                    <a:pt x="496" y="951"/>
                    <a:pt x="510" y="943"/>
                    <a:pt x="518" y="940"/>
                  </a:cubicBezTo>
                  <a:cubicBezTo>
                    <a:pt x="529" y="936"/>
                    <a:pt x="544" y="929"/>
                    <a:pt x="547" y="923"/>
                  </a:cubicBezTo>
                  <a:cubicBezTo>
                    <a:pt x="551" y="917"/>
                    <a:pt x="558" y="906"/>
                    <a:pt x="561" y="901"/>
                  </a:cubicBezTo>
                  <a:cubicBezTo>
                    <a:pt x="564" y="894"/>
                    <a:pt x="563" y="890"/>
                    <a:pt x="566" y="885"/>
                  </a:cubicBezTo>
                  <a:cubicBezTo>
                    <a:pt x="568" y="881"/>
                    <a:pt x="572" y="875"/>
                    <a:pt x="570" y="870"/>
                  </a:cubicBezTo>
                  <a:cubicBezTo>
                    <a:pt x="568" y="866"/>
                    <a:pt x="564" y="834"/>
                    <a:pt x="559" y="815"/>
                  </a:cubicBezTo>
                  <a:cubicBezTo>
                    <a:pt x="555" y="800"/>
                    <a:pt x="551" y="735"/>
                    <a:pt x="553" y="705"/>
                  </a:cubicBezTo>
                  <a:cubicBezTo>
                    <a:pt x="555" y="681"/>
                    <a:pt x="554" y="644"/>
                    <a:pt x="555" y="629"/>
                  </a:cubicBezTo>
                  <a:cubicBezTo>
                    <a:pt x="555" y="539"/>
                    <a:pt x="541" y="494"/>
                    <a:pt x="537" y="477"/>
                  </a:cubicBezTo>
                  <a:cubicBezTo>
                    <a:pt x="534" y="461"/>
                    <a:pt x="529" y="437"/>
                    <a:pt x="529" y="402"/>
                  </a:cubicBezTo>
                  <a:cubicBezTo>
                    <a:pt x="529" y="366"/>
                    <a:pt x="531" y="316"/>
                    <a:pt x="529" y="282"/>
                  </a:cubicBezTo>
                  <a:cubicBezTo>
                    <a:pt x="527" y="262"/>
                    <a:pt x="523" y="232"/>
                    <a:pt x="519" y="205"/>
                  </a:cubicBezTo>
                  <a:cubicBezTo>
                    <a:pt x="515" y="179"/>
                    <a:pt x="503" y="140"/>
                    <a:pt x="492" y="128"/>
                  </a:cubicBezTo>
                  <a:cubicBezTo>
                    <a:pt x="481" y="115"/>
                    <a:pt x="465" y="105"/>
                    <a:pt x="449" y="99"/>
                  </a:cubicBezTo>
                  <a:cubicBezTo>
                    <a:pt x="445" y="98"/>
                    <a:pt x="440" y="95"/>
                    <a:pt x="436" y="94"/>
                  </a:cubicBezTo>
                  <a:cubicBezTo>
                    <a:pt x="429" y="93"/>
                    <a:pt x="425" y="94"/>
                    <a:pt x="419" y="93"/>
                  </a:cubicBezTo>
                  <a:cubicBezTo>
                    <a:pt x="407" y="91"/>
                    <a:pt x="397" y="89"/>
                    <a:pt x="387" y="86"/>
                  </a:cubicBezTo>
                  <a:cubicBezTo>
                    <a:pt x="366" y="79"/>
                    <a:pt x="345" y="77"/>
                    <a:pt x="345" y="0"/>
                  </a:cubicBezTo>
                </a:path>
              </a:pathLst>
            </a:custGeom>
            <a:noFill/>
            <a:ln w="6350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478" name="Freeform 384">
              <a:extLst>
                <a:ext uri="{FF2B5EF4-FFF2-40B4-BE49-F238E27FC236}">
                  <a16:creationId xmlns:a16="http://schemas.microsoft.com/office/drawing/2014/main" id="{FFD1642E-A796-42F2-A925-5B43670C8BD3}"/>
                </a:ext>
              </a:extLst>
            </p:cNvPr>
            <p:cNvSpPr>
              <a:spLocks/>
            </p:cNvSpPr>
            <p:nvPr/>
          </p:nvSpPr>
          <p:spPr bwMode="auto">
            <a:xfrm>
              <a:off x="929" y="1195"/>
              <a:ext cx="1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w 1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noFill/>
            <a:ln w="6350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479" name="Freeform 385">
              <a:extLst>
                <a:ext uri="{FF2B5EF4-FFF2-40B4-BE49-F238E27FC236}">
                  <a16:creationId xmlns:a16="http://schemas.microsoft.com/office/drawing/2014/main" id="{4428EACA-3702-4C0D-9C82-E9B69E1E8FF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4" y="2576"/>
              <a:ext cx="4" cy="16"/>
            </a:xfrm>
            <a:custGeom>
              <a:avLst/>
              <a:gdLst>
                <a:gd name="T0" fmla="*/ 0 w 2"/>
                <a:gd name="T1" fmla="*/ 0 h 10"/>
                <a:gd name="T2" fmla="*/ 0 w 2"/>
                <a:gd name="T3" fmla="*/ 42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0">
                  <a:moveTo>
                    <a:pt x="0" y="0"/>
                  </a:moveTo>
                  <a:cubicBezTo>
                    <a:pt x="2" y="1"/>
                    <a:pt x="1" y="8"/>
                    <a:pt x="0" y="10"/>
                  </a:cubicBezTo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480" name="Freeform 386">
              <a:extLst>
                <a:ext uri="{FF2B5EF4-FFF2-40B4-BE49-F238E27FC236}">
                  <a16:creationId xmlns:a16="http://schemas.microsoft.com/office/drawing/2014/main" id="{898AE86C-805D-4F68-A6D5-C441D6BB9E71}"/>
                </a:ext>
              </a:extLst>
            </p:cNvPr>
            <p:cNvSpPr>
              <a:spLocks/>
            </p:cNvSpPr>
            <p:nvPr/>
          </p:nvSpPr>
          <p:spPr bwMode="auto">
            <a:xfrm>
              <a:off x="945" y="3844"/>
              <a:ext cx="7" cy="34"/>
            </a:xfrm>
            <a:custGeom>
              <a:avLst/>
              <a:gdLst>
                <a:gd name="T0" fmla="*/ 0 w 4"/>
                <a:gd name="T1" fmla="*/ 0 h 21"/>
                <a:gd name="T2" fmla="*/ 21 w 4"/>
                <a:gd name="T3" fmla="*/ 89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1">
                  <a:moveTo>
                    <a:pt x="0" y="0"/>
                  </a:moveTo>
                  <a:cubicBezTo>
                    <a:pt x="0" y="8"/>
                    <a:pt x="4" y="21"/>
                    <a:pt x="4" y="21"/>
                  </a:cubicBezTo>
                </a:path>
              </a:pathLst>
            </a:custGeom>
            <a:noFill/>
            <a:ln w="6350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481" name="Oval 387">
              <a:extLst>
                <a:ext uri="{FF2B5EF4-FFF2-40B4-BE49-F238E27FC236}">
                  <a16:creationId xmlns:a16="http://schemas.microsoft.com/office/drawing/2014/main" id="{FCB7DC42-4F2E-4AD5-A838-396FA40F93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5" y="978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482" name="Oval 388">
              <a:extLst>
                <a:ext uri="{FF2B5EF4-FFF2-40B4-BE49-F238E27FC236}">
                  <a16:creationId xmlns:a16="http://schemas.microsoft.com/office/drawing/2014/main" id="{50ED746A-B4E2-4C19-A110-88621944AC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2" y="978"/>
              <a:ext cx="7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483" name="Freeform 389">
              <a:extLst>
                <a:ext uri="{FF2B5EF4-FFF2-40B4-BE49-F238E27FC236}">
                  <a16:creationId xmlns:a16="http://schemas.microsoft.com/office/drawing/2014/main" id="{53136615-0F8D-42E7-893E-3CC667001A80}"/>
                </a:ext>
              </a:extLst>
            </p:cNvPr>
            <p:cNvSpPr>
              <a:spLocks/>
            </p:cNvSpPr>
            <p:nvPr/>
          </p:nvSpPr>
          <p:spPr bwMode="auto">
            <a:xfrm>
              <a:off x="915" y="2048"/>
              <a:ext cx="45" cy="34"/>
            </a:xfrm>
            <a:custGeom>
              <a:avLst/>
              <a:gdLst>
                <a:gd name="T0" fmla="*/ 0 w 28"/>
                <a:gd name="T1" fmla="*/ 60 h 21"/>
                <a:gd name="T2" fmla="*/ 90 w 28"/>
                <a:gd name="T3" fmla="*/ 89 h 21"/>
                <a:gd name="T4" fmla="*/ 0 w 28"/>
                <a:gd name="T5" fmla="*/ 55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21">
                  <a:moveTo>
                    <a:pt x="0" y="14"/>
                  </a:moveTo>
                  <a:cubicBezTo>
                    <a:pt x="6" y="8"/>
                    <a:pt x="18" y="11"/>
                    <a:pt x="22" y="21"/>
                  </a:cubicBezTo>
                  <a:cubicBezTo>
                    <a:pt x="28" y="14"/>
                    <a:pt x="5" y="0"/>
                    <a:pt x="0" y="1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484" name="Freeform 390">
              <a:extLst>
                <a:ext uri="{FF2B5EF4-FFF2-40B4-BE49-F238E27FC236}">
                  <a16:creationId xmlns:a16="http://schemas.microsoft.com/office/drawing/2014/main" id="{276C81BD-AD71-4573-8EED-94AEFD21AADE}"/>
                </a:ext>
              </a:extLst>
            </p:cNvPr>
            <p:cNvSpPr>
              <a:spLocks/>
            </p:cNvSpPr>
            <p:nvPr/>
          </p:nvSpPr>
          <p:spPr bwMode="auto">
            <a:xfrm>
              <a:off x="844" y="3978"/>
              <a:ext cx="24" cy="16"/>
            </a:xfrm>
            <a:custGeom>
              <a:avLst/>
              <a:gdLst>
                <a:gd name="T0" fmla="*/ 21 w 15"/>
                <a:gd name="T1" fmla="*/ 5 h 10"/>
                <a:gd name="T2" fmla="*/ 54 w 15"/>
                <a:gd name="T3" fmla="*/ 13 h 10"/>
                <a:gd name="T4" fmla="*/ 21 w 15"/>
                <a:gd name="T5" fmla="*/ 16 h 10"/>
                <a:gd name="T6" fmla="*/ 0 w 15"/>
                <a:gd name="T7" fmla="*/ 29 h 10"/>
                <a:gd name="T8" fmla="*/ 46 w 15"/>
                <a:gd name="T9" fmla="*/ 42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0">
                  <a:moveTo>
                    <a:pt x="5" y="1"/>
                  </a:moveTo>
                  <a:cubicBezTo>
                    <a:pt x="8" y="2"/>
                    <a:pt x="12" y="0"/>
                    <a:pt x="13" y="3"/>
                  </a:cubicBezTo>
                  <a:cubicBezTo>
                    <a:pt x="15" y="9"/>
                    <a:pt x="6" y="4"/>
                    <a:pt x="5" y="4"/>
                  </a:cubicBezTo>
                  <a:cubicBezTo>
                    <a:pt x="3" y="4"/>
                    <a:pt x="0" y="4"/>
                    <a:pt x="0" y="7"/>
                  </a:cubicBezTo>
                  <a:cubicBezTo>
                    <a:pt x="1" y="10"/>
                    <a:pt x="9" y="9"/>
                    <a:pt x="11" y="10"/>
                  </a:cubicBezTo>
                </a:path>
              </a:pathLst>
            </a:custGeom>
            <a:noFill/>
            <a:ln w="7938" cap="flat">
              <a:solidFill>
                <a:srgbClr val="FEF6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485" name="Freeform 391">
              <a:extLst>
                <a:ext uri="{FF2B5EF4-FFF2-40B4-BE49-F238E27FC236}">
                  <a16:creationId xmlns:a16="http://schemas.microsoft.com/office/drawing/2014/main" id="{2704C23B-EA2B-47CD-AB76-48B2ACC32EB8}"/>
                </a:ext>
              </a:extLst>
            </p:cNvPr>
            <p:cNvSpPr>
              <a:spLocks/>
            </p:cNvSpPr>
            <p:nvPr/>
          </p:nvSpPr>
          <p:spPr bwMode="auto">
            <a:xfrm>
              <a:off x="820" y="3980"/>
              <a:ext cx="12" cy="12"/>
            </a:xfrm>
            <a:custGeom>
              <a:avLst/>
              <a:gdLst>
                <a:gd name="T0" fmla="*/ 27 w 8"/>
                <a:gd name="T1" fmla="*/ 18 h 8"/>
                <a:gd name="T2" fmla="*/ 0 w 8"/>
                <a:gd name="T3" fmla="*/ 5 h 8"/>
                <a:gd name="T4" fmla="*/ 21 w 8"/>
                <a:gd name="T5" fmla="*/ 27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8">
                  <a:moveTo>
                    <a:pt x="8" y="5"/>
                  </a:moveTo>
                  <a:cubicBezTo>
                    <a:pt x="8" y="2"/>
                    <a:pt x="3" y="0"/>
                    <a:pt x="0" y="1"/>
                  </a:cubicBezTo>
                  <a:cubicBezTo>
                    <a:pt x="1" y="4"/>
                    <a:pt x="3" y="7"/>
                    <a:pt x="6" y="8"/>
                  </a:cubicBezTo>
                </a:path>
              </a:pathLst>
            </a:custGeom>
            <a:noFill/>
            <a:ln w="7938" cap="flat">
              <a:solidFill>
                <a:srgbClr val="FEF6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486" name="Freeform 392">
              <a:extLst>
                <a:ext uri="{FF2B5EF4-FFF2-40B4-BE49-F238E27FC236}">
                  <a16:creationId xmlns:a16="http://schemas.microsoft.com/office/drawing/2014/main" id="{B824A4AA-4EBE-426D-A19A-999334748110}"/>
                </a:ext>
              </a:extLst>
            </p:cNvPr>
            <p:cNvSpPr>
              <a:spLocks/>
            </p:cNvSpPr>
            <p:nvPr/>
          </p:nvSpPr>
          <p:spPr bwMode="auto">
            <a:xfrm>
              <a:off x="781" y="3973"/>
              <a:ext cx="22" cy="16"/>
            </a:xfrm>
            <a:custGeom>
              <a:avLst/>
              <a:gdLst>
                <a:gd name="T0" fmla="*/ 55 w 14"/>
                <a:gd name="T1" fmla="*/ 26 h 10"/>
                <a:gd name="T2" fmla="*/ 20 w 14"/>
                <a:gd name="T3" fmla="*/ 8 h 10"/>
                <a:gd name="T4" fmla="*/ 49 w 14"/>
                <a:gd name="T5" fmla="*/ 42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0">
                  <a:moveTo>
                    <a:pt x="14" y="6"/>
                  </a:moveTo>
                  <a:cubicBezTo>
                    <a:pt x="13" y="5"/>
                    <a:pt x="7" y="0"/>
                    <a:pt x="5" y="2"/>
                  </a:cubicBezTo>
                  <a:cubicBezTo>
                    <a:pt x="0" y="6"/>
                    <a:pt x="11" y="10"/>
                    <a:pt x="13" y="10"/>
                  </a:cubicBezTo>
                </a:path>
              </a:pathLst>
            </a:custGeom>
            <a:noFill/>
            <a:ln w="7938" cap="flat">
              <a:solidFill>
                <a:srgbClr val="FEF6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487" name="Freeform 393">
              <a:extLst>
                <a:ext uri="{FF2B5EF4-FFF2-40B4-BE49-F238E27FC236}">
                  <a16:creationId xmlns:a16="http://schemas.microsoft.com/office/drawing/2014/main" id="{E39144C9-6AC7-4F6F-99DD-8BA14EEB6F95}"/>
                </a:ext>
              </a:extLst>
            </p:cNvPr>
            <p:cNvSpPr>
              <a:spLocks/>
            </p:cNvSpPr>
            <p:nvPr/>
          </p:nvSpPr>
          <p:spPr bwMode="auto">
            <a:xfrm>
              <a:off x="765" y="3968"/>
              <a:ext cx="8" cy="8"/>
            </a:xfrm>
            <a:custGeom>
              <a:avLst/>
              <a:gdLst>
                <a:gd name="T0" fmla="*/ 21 w 5"/>
                <a:gd name="T1" fmla="*/ 21 h 5"/>
                <a:gd name="T2" fmla="*/ 0 w 5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5">
                  <a:moveTo>
                    <a:pt x="5" y="5"/>
                  </a:moveTo>
                  <a:cubicBezTo>
                    <a:pt x="4" y="2"/>
                    <a:pt x="2" y="1"/>
                    <a:pt x="0" y="0"/>
                  </a:cubicBezTo>
                </a:path>
              </a:pathLst>
            </a:custGeom>
            <a:noFill/>
            <a:ln w="7938" cap="flat">
              <a:solidFill>
                <a:srgbClr val="FEF6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488" name="Freeform 394">
              <a:extLst>
                <a:ext uri="{FF2B5EF4-FFF2-40B4-BE49-F238E27FC236}">
                  <a16:creationId xmlns:a16="http://schemas.microsoft.com/office/drawing/2014/main" id="{051A26BD-E76C-4E22-9BCA-32E56A9E4570}"/>
                </a:ext>
              </a:extLst>
            </p:cNvPr>
            <p:cNvSpPr>
              <a:spLocks/>
            </p:cNvSpPr>
            <p:nvPr/>
          </p:nvSpPr>
          <p:spPr bwMode="auto">
            <a:xfrm>
              <a:off x="992" y="3976"/>
              <a:ext cx="18" cy="13"/>
            </a:xfrm>
            <a:custGeom>
              <a:avLst/>
              <a:gdLst>
                <a:gd name="T0" fmla="*/ 5 w 11"/>
                <a:gd name="T1" fmla="*/ 13 h 8"/>
                <a:gd name="T2" fmla="*/ 43 w 11"/>
                <a:gd name="T3" fmla="*/ 18 h 8"/>
                <a:gd name="T4" fmla="*/ 0 w 11"/>
                <a:gd name="T5" fmla="*/ 29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8">
                  <a:moveTo>
                    <a:pt x="1" y="3"/>
                  </a:moveTo>
                  <a:cubicBezTo>
                    <a:pt x="3" y="2"/>
                    <a:pt x="11" y="0"/>
                    <a:pt x="10" y="4"/>
                  </a:cubicBezTo>
                  <a:cubicBezTo>
                    <a:pt x="9" y="8"/>
                    <a:pt x="3" y="7"/>
                    <a:pt x="0" y="7"/>
                  </a:cubicBezTo>
                </a:path>
              </a:pathLst>
            </a:custGeom>
            <a:noFill/>
            <a:ln w="7938" cap="flat">
              <a:solidFill>
                <a:srgbClr val="FEF6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489" name="Freeform 395">
              <a:extLst>
                <a:ext uri="{FF2B5EF4-FFF2-40B4-BE49-F238E27FC236}">
                  <a16:creationId xmlns:a16="http://schemas.microsoft.com/office/drawing/2014/main" id="{A266E584-2A9D-4103-8FB1-E919C0F606E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4" y="3980"/>
              <a:ext cx="21" cy="16"/>
            </a:xfrm>
            <a:custGeom>
              <a:avLst/>
              <a:gdLst>
                <a:gd name="T0" fmla="*/ 0 w 13"/>
                <a:gd name="T1" fmla="*/ 21 h 10"/>
                <a:gd name="T2" fmla="*/ 39 w 13"/>
                <a:gd name="T3" fmla="*/ 13 h 10"/>
                <a:gd name="T4" fmla="*/ 5 w 13"/>
                <a:gd name="T5" fmla="*/ 42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0">
                  <a:moveTo>
                    <a:pt x="0" y="5"/>
                  </a:moveTo>
                  <a:cubicBezTo>
                    <a:pt x="3" y="3"/>
                    <a:pt x="6" y="0"/>
                    <a:pt x="9" y="3"/>
                  </a:cubicBezTo>
                  <a:cubicBezTo>
                    <a:pt x="13" y="7"/>
                    <a:pt x="4" y="9"/>
                    <a:pt x="1" y="10"/>
                  </a:cubicBezTo>
                </a:path>
              </a:pathLst>
            </a:custGeom>
            <a:noFill/>
            <a:ln w="7938" cap="flat">
              <a:solidFill>
                <a:srgbClr val="FEF6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490" name="Freeform 396">
              <a:extLst>
                <a:ext uri="{FF2B5EF4-FFF2-40B4-BE49-F238E27FC236}">
                  <a16:creationId xmlns:a16="http://schemas.microsoft.com/office/drawing/2014/main" id="{92D217C4-880D-4554-BB88-45693B33FF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5" y="3976"/>
              <a:ext cx="15" cy="7"/>
            </a:xfrm>
            <a:custGeom>
              <a:avLst/>
              <a:gdLst>
                <a:gd name="T0" fmla="*/ 42 w 9"/>
                <a:gd name="T1" fmla="*/ 0 h 4"/>
                <a:gd name="T2" fmla="*/ 0 w 9"/>
                <a:gd name="T3" fmla="*/ 21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4">
                  <a:moveTo>
                    <a:pt x="9" y="0"/>
                  </a:moveTo>
                  <a:cubicBezTo>
                    <a:pt x="6" y="1"/>
                    <a:pt x="3" y="2"/>
                    <a:pt x="0" y="4"/>
                  </a:cubicBezTo>
                </a:path>
              </a:pathLst>
            </a:custGeom>
            <a:noFill/>
            <a:ln w="7938" cap="flat">
              <a:solidFill>
                <a:srgbClr val="FEF6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491" name="Freeform 397">
              <a:extLst>
                <a:ext uri="{FF2B5EF4-FFF2-40B4-BE49-F238E27FC236}">
                  <a16:creationId xmlns:a16="http://schemas.microsoft.com/office/drawing/2014/main" id="{F6BD6E31-F62B-475A-93FE-B1A495B024E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2" y="3970"/>
              <a:ext cx="13" cy="5"/>
            </a:xfrm>
            <a:custGeom>
              <a:avLst/>
              <a:gdLst>
                <a:gd name="T0" fmla="*/ 34 w 8"/>
                <a:gd name="T1" fmla="*/ 0 h 3"/>
                <a:gd name="T2" fmla="*/ 0 w 8"/>
                <a:gd name="T3" fmla="*/ 13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3">
                  <a:moveTo>
                    <a:pt x="8" y="0"/>
                  </a:moveTo>
                  <a:cubicBezTo>
                    <a:pt x="6" y="0"/>
                    <a:pt x="2" y="1"/>
                    <a:pt x="0" y="3"/>
                  </a:cubicBezTo>
                </a:path>
              </a:pathLst>
            </a:custGeom>
            <a:noFill/>
            <a:ln w="7938" cap="flat">
              <a:solidFill>
                <a:srgbClr val="FEF6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</p:grpSp>
      <p:grpSp>
        <p:nvGrpSpPr>
          <p:cNvPr id="34820" name="Young-adult-male-full-body">
            <a:extLst>
              <a:ext uri="{FF2B5EF4-FFF2-40B4-BE49-F238E27FC236}">
                <a16:creationId xmlns:a16="http://schemas.microsoft.com/office/drawing/2014/main" id="{95C2464B-9D8A-42BB-8FCD-2DF61772DE33}"/>
              </a:ext>
            </a:extLst>
          </p:cNvPr>
          <p:cNvGrpSpPr>
            <a:grpSpLocks/>
          </p:cNvGrpSpPr>
          <p:nvPr/>
        </p:nvGrpSpPr>
        <p:grpSpPr bwMode="auto">
          <a:xfrm>
            <a:off x="5938838" y="1177925"/>
            <a:ext cx="2038350" cy="5316538"/>
            <a:chOff x="2781" y="722"/>
            <a:chExt cx="1284" cy="3349"/>
          </a:xfrm>
        </p:grpSpPr>
        <p:grpSp>
          <p:nvGrpSpPr>
            <p:cNvPr id="34980" name="Group 399">
              <a:extLst>
                <a:ext uri="{FF2B5EF4-FFF2-40B4-BE49-F238E27FC236}">
                  <a16:creationId xmlns:a16="http://schemas.microsoft.com/office/drawing/2014/main" id="{5C9CCAEC-D423-42EE-B4CD-7D2BBFCD42F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781" y="722"/>
              <a:ext cx="1284" cy="3332"/>
              <a:chOff x="2781" y="722"/>
              <a:chExt cx="1284" cy="3332"/>
            </a:xfrm>
          </p:grpSpPr>
          <p:sp>
            <p:nvSpPr>
              <p:cNvPr id="35125" name="Freeform 400">
                <a:extLst>
                  <a:ext uri="{FF2B5EF4-FFF2-40B4-BE49-F238E27FC236}">
                    <a16:creationId xmlns:a16="http://schemas.microsoft.com/office/drawing/2014/main" id="{73BB354E-D62F-4A4E-82C9-C99C7F7A37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6" y="722"/>
                <a:ext cx="345" cy="298"/>
              </a:xfrm>
              <a:custGeom>
                <a:avLst/>
                <a:gdLst>
                  <a:gd name="T0" fmla="*/ 49 w 220"/>
                  <a:gd name="T1" fmla="*/ 557 h 192"/>
                  <a:gd name="T2" fmla="*/ 66 w 220"/>
                  <a:gd name="T3" fmla="*/ 605 h 192"/>
                  <a:gd name="T4" fmla="*/ 86 w 220"/>
                  <a:gd name="T5" fmla="*/ 689 h 192"/>
                  <a:gd name="T6" fmla="*/ 108 w 220"/>
                  <a:gd name="T7" fmla="*/ 684 h 192"/>
                  <a:gd name="T8" fmla="*/ 100 w 220"/>
                  <a:gd name="T9" fmla="*/ 624 h 192"/>
                  <a:gd name="T10" fmla="*/ 129 w 220"/>
                  <a:gd name="T11" fmla="*/ 546 h 192"/>
                  <a:gd name="T12" fmla="*/ 100 w 220"/>
                  <a:gd name="T13" fmla="*/ 427 h 192"/>
                  <a:gd name="T14" fmla="*/ 174 w 220"/>
                  <a:gd name="T15" fmla="*/ 385 h 192"/>
                  <a:gd name="T16" fmla="*/ 231 w 220"/>
                  <a:gd name="T17" fmla="*/ 363 h 192"/>
                  <a:gd name="T18" fmla="*/ 300 w 220"/>
                  <a:gd name="T19" fmla="*/ 310 h 192"/>
                  <a:gd name="T20" fmla="*/ 372 w 220"/>
                  <a:gd name="T21" fmla="*/ 262 h 192"/>
                  <a:gd name="T22" fmla="*/ 408 w 220"/>
                  <a:gd name="T23" fmla="*/ 245 h 192"/>
                  <a:gd name="T24" fmla="*/ 436 w 220"/>
                  <a:gd name="T25" fmla="*/ 310 h 192"/>
                  <a:gd name="T26" fmla="*/ 524 w 220"/>
                  <a:gd name="T27" fmla="*/ 276 h 192"/>
                  <a:gd name="T28" fmla="*/ 532 w 220"/>
                  <a:gd name="T29" fmla="*/ 310 h 192"/>
                  <a:gd name="T30" fmla="*/ 632 w 220"/>
                  <a:gd name="T31" fmla="*/ 314 h 192"/>
                  <a:gd name="T32" fmla="*/ 663 w 220"/>
                  <a:gd name="T33" fmla="*/ 354 h 192"/>
                  <a:gd name="T34" fmla="*/ 663 w 220"/>
                  <a:gd name="T35" fmla="*/ 366 h 192"/>
                  <a:gd name="T36" fmla="*/ 679 w 220"/>
                  <a:gd name="T37" fmla="*/ 366 h 192"/>
                  <a:gd name="T38" fmla="*/ 692 w 220"/>
                  <a:gd name="T39" fmla="*/ 459 h 192"/>
                  <a:gd name="T40" fmla="*/ 761 w 220"/>
                  <a:gd name="T41" fmla="*/ 514 h 192"/>
                  <a:gd name="T42" fmla="*/ 748 w 220"/>
                  <a:gd name="T43" fmla="*/ 542 h 192"/>
                  <a:gd name="T44" fmla="*/ 754 w 220"/>
                  <a:gd name="T45" fmla="*/ 588 h 192"/>
                  <a:gd name="T46" fmla="*/ 767 w 220"/>
                  <a:gd name="T47" fmla="*/ 711 h 192"/>
                  <a:gd name="T48" fmla="*/ 789 w 220"/>
                  <a:gd name="T49" fmla="*/ 677 h 192"/>
                  <a:gd name="T50" fmla="*/ 806 w 220"/>
                  <a:gd name="T51" fmla="*/ 629 h 192"/>
                  <a:gd name="T52" fmla="*/ 828 w 220"/>
                  <a:gd name="T53" fmla="*/ 546 h 192"/>
                  <a:gd name="T54" fmla="*/ 848 w 220"/>
                  <a:gd name="T55" fmla="*/ 542 h 192"/>
                  <a:gd name="T56" fmla="*/ 844 w 220"/>
                  <a:gd name="T57" fmla="*/ 459 h 192"/>
                  <a:gd name="T58" fmla="*/ 844 w 220"/>
                  <a:gd name="T59" fmla="*/ 388 h 192"/>
                  <a:gd name="T60" fmla="*/ 822 w 220"/>
                  <a:gd name="T61" fmla="*/ 298 h 192"/>
                  <a:gd name="T62" fmla="*/ 801 w 220"/>
                  <a:gd name="T63" fmla="*/ 210 h 192"/>
                  <a:gd name="T64" fmla="*/ 737 w 220"/>
                  <a:gd name="T65" fmla="*/ 135 h 192"/>
                  <a:gd name="T66" fmla="*/ 663 w 220"/>
                  <a:gd name="T67" fmla="*/ 95 h 192"/>
                  <a:gd name="T68" fmla="*/ 646 w 220"/>
                  <a:gd name="T69" fmla="*/ 70 h 192"/>
                  <a:gd name="T70" fmla="*/ 612 w 220"/>
                  <a:gd name="T71" fmla="*/ 62 h 192"/>
                  <a:gd name="T72" fmla="*/ 558 w 220"/>
                  <a:gd name="T73" fmla="*/ 14 h 192"/>
                  <a:gd name="T74" fmla="*/ 433 w 220"/>
                  <a:gd name="T75" fmla="*/ 8 h 192"/>
                  <a:gd name="T76" fmla="*/ 408 w 220"/>
                  <a:gd name="T77" fmla="*/ 8 h 192"/>
                  <a:gd name="T78" fmla="*/ 347 w 220"/>
                  <a:gd name="T79" fmla="*/ 0 h 192"/>
                  <a:gd name="T80" fmla="*/ 273 w 220"/>
                  <a:gd name="T81" fmla="*/ 34 h 192"/>
                  <a:gd name="T82" fmla="*/ 196 w 220"/>
                  <a:gd name="T83" fmla="*/ 62 h 192"/>
                  <a:gd name="T84" fmla="*/ 231 w 220"/>
                  <a:gd name="T85" fmla="*/ 62 h 192"/>
                  <a:gd name="T86" fmla="*/ 60 w 220"/>
                  <a:gd name="T87" fmla="*/ 244 h 192"/>
                  <a:gd name="T88" fmla="*/ 31 w 220"/>
                  <a:gd name="T89" fmla="*/ 348 h 192"/>
                  <a:gd name="T90" fmla="*/ 13 w 220"/>
                  <a:gd name="T91" fmla="*/ 445 h 192"/>
                  <a:gd name="T92" fmla="*/ 20 w 220"/>
                  <a:gd name="T93" fmla="*/ 494 h 192"/>
                  <a:gd name="T94" fmla="*/ 31 w 220"/>
                  <a:gd name="T95" fmla="*/ 546 h 192"/>
                  <a:gd name="T96" fmla="*/ 49 w 220"/>
                  <a:gd name="T97" fmla="*/ 557 h 192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220" h="192">
                    <a:moveTo>
                      <a:pt x="13" y="149"/>
                    </a:moveTo>
                    <a:cubicBezTo>
                      <a:pt x="14" y="152"/>
                      <a:pt x="17" y="162"/>
                      <a:pt x="17" y="162"/>
                    </a:cubicBezTo>
                    <a:cubicBezTo>
                      <a:pt x="17" y="162"/>
                      <a:pt x="20" y="176"/>
                      <a:pt x="22" y="184"/>
                    </a:cubicBezTo>
                    <a:cubicBezTo>
                      <a:pt x="24" y="189"/>
                      <a:pt x="24" y="183"/>
                      <a:pt x="28" y="183"/>
                    </a:cubicBezTo>
                    <a:cubicBezTo>
                      <a:pt x="22" y="170"/>
                      <a:pt x="29" y="172"/>
                      <a:pt x="26" y="167"/>
                    </a:cubicBezTo>
                    <a:cubicBezTo>
                      <a:pt x="21" y="158"/>
                      <a:pt x="28" y="154"/>
                      <a:pt x="33" y="146"/>
                    </a:cubicBezTo>
                    <a:cubicBezTo>
                      <a:pt x="38" y="137"/>
                      <a:pt x="29" y="124"/>
                      <a:pt x="26" y="114"/>
                    </a:cubicBezTo>
                    <a:cubicBezTo>
                      <a:pt x="32" y="112"/>
                      <a:pt x="43" y="111"/>
                      <a:pt x="45" y="103"/>
                    </a:cubicBezTo>
                    <a:cubicBezTo>
                      <a:pt x="48" y="93"/>
                      <a:pt x="47" y="99"/>
                      <a:pt x="60" y="97"/>
                    </a:cubicBezTo>
                    <a:cubicBezTo>
                      <a:pt x="71" y="95"/>
                      <a:pt x="74" y="93"/>
                      <a:pt x="78" y="83"/>
                    </a:cubicBezTo>
                    <a:cubicBezTo>
                      <a:pt x="81" y="75"/>
                      <a:pt x="89" y="72"/>
                      <a:pt x="96" y="70"/>
                    </a:cubicBezTo>
                    <a:cubicBezTo>
                      <a:pt x="106" y="66"/>
                      <a:pt x="106" y="66"/>
                      <a:pt x="106" y="66"/>
                    </a:cubicBezTo>
                    <a:cubicBezTo>
                      <a:pt x="108" y="71"/>
                      <a:pt x="111" y="77"/>
                      <a:pt x="113" y="83"/>
                    </a:cubicBezTo>
                    <a:cubicBezTo>
                      <a:pt x="116" y="78"/>
                      <a:pt x="130" y="71"/>
                      <a:pt x="136" y="74"/>
                    </a:cubicBezTo>
                    <a:cubicBezTo>
                      <a:pt x="140" y="77"/>
                      <a:pt x="136" y="80"/>
                      <a:pt x="138" y="83"/>
                    </a:cubicBezTo>
                    <a:cubicBezTo>
                      <a:pt x="145" y="78"/>
                      <a:pt x="157" y="80"/>
                      <a:pt x="164" y="84"/>
                    </a:cubicBezTo>
                    <a:cubicBezTo>
                      <a:pt x="169" y="87"/>
                      <a:pt x="168" y="91"/>
                      <a:pt x="172" y="95"/>
                    </a:cubicBezTo>
                    <a:cubicBezTo>
                      <a:pt x="171" y="96"/>
                      <a:pt x="172" y="97"/>
                      <a:pt x="172" y="98"/>
                    </a:cubicBezTo>
                    <a:cubicBezTo>
                      <a:pt x="173" y="98"/>
                      <a:pt x="176" y="97"/>
                      <a:pt x="176" y="98"/>
                    </a:cubicBezTo>
                    <a:cubicBezTo>
                      <a:pt x="182" y="103"/>
                      <a:pt x="184" y="117"/>
                      <a:pt x="179" y="123"/>
                    </a:cubicBezTo>
                    <a:cubicBezTo>
                      <a:pt x="184" y="129"/>
                      <a:pt x="199" y="127"/>
                      <a:pt x="197" y="137"/>
                    </a:cubicBezTo>
                    <a:cubicBezTo>
                      <a:pt x="197" y="140"/>
                      <a:pt x="194" y="142"/>
                      <a:pt x="194" y="145"/>
                    </a:cubicBezTo>
                    <a:cubicBezTo>
                      <a:pt x="193" y="150"/>
                      <a:pt x="195" y="153"/>
                      <a:pt x="196" y="157"/>
                    </a:cubicBezTo>
                    <a:cubicBezTo>
                      <a:pt x="200" y="167"/>
                      <a:pt x="197" y="192"/>
                      <a:pt x="199" y="190"/>
                    </a:cubicBezTo>
                    <a:cubicBezTo>
                      <a:pt x="205" y="181"/>
                      <a:pt x="205" y="181"/>
                      <a:pt x="205" y="181"/>
                    </a:cubicBezTo>
                    <a:cubicBezTo>
                      <a:pt x="209" y="168"/>
                      <a:pt x="209" y="168"/>
                      <a:pt x="209" y="168"/>
                    </a:cubicBezTo>
                    <a:cubicBezTo>
                      <a:pt x="215" y="146"/>
                      <a:pt x="215" y="146"/>
                      <a:pt x="215" y="146"/>
                    </a:cubicBezTo>
                    <a:cubicBezTo>
                      <a:pt x="217" y="144"/>
                      <a:pt x="220" y="149"/>
                      <a:pt x="220" y="145"/>
                    </a:cubicBezTo>
                    <a:cubicBezTo>
                      <a:pt x="220" y="140"/>
                      <a:pt x="218" y="128"/>
                      <a:pt x="219" y="123"/>
                    </a:cubicBezTo>
                    <a:cubicBezTo>
                      <a:pt x="219" y="119"/>
                      <a:pt x="219" y="108"/>
                      <a:pt x="219" y="104"/>
                    </a:cubicBezTo>
                    <a:cubicBezTo>
                      <a:pt x="220" y="96"/>
                      <a:pt x="215" y="88"/>
                      <a:pt x="213" y="80"/>
                    </a:cubicBezTo>
                    <a:cubicBezTo>
                      <a:pt x="211" y="72"/>
                      <a:pt x="211" y="64"/>
                      <a:pt x="208" y="56"/>
                    </a:cubicBezTo>
                    <a:cubicBezTo>
                      <a:pt x="206" y="47"/>
                      <a:pt x="199" y="41"/>
                      <a:pt x="191" y="36"/>
                    </a:cubicBezTo>
                    <a:cubicBezTo>
                      <a:pt x="184" y="32"/>
                      <a:pt x="176" y="32"/>
                      <a:pt x="172" y="25"/>
                    </a:cubicBezTo>
                    <a:cubicBezTo>
                      <a:pt x="170" y="22"/>
                      <a:pt x="172" y="22"/>
                      <a:pt x="168" y="19"/>
                    </a:cubicBezTo>
                    <a:cubicBezTo>
                      <a:pt x="166" y="18"/>
                      <a:pt x="161" y="18"/>
                      <a:pt x="159" y="17"/>
                    </a:cubicBezTo>
                    <a:cubicBezTo>
                      <a:pt x="152" y="15"/>
                      <a:pt x="143" y="12"/>
                      <a:pt x="145" y="4"/>
                    </a:cubicBezTo>
                    <a:cubicBezTo>
                      <a:pt x="136" y="1"/>
                      <a:pt x="120" y="9"/>
                      <a:pt x="112" y="2"/>
                    </a:cubicBezTo>
                    <a:cubicBezTo>
                      <a:pt x="106" y="2"/>
                      <a:pt x="106" y="2"/>
                      <a:pt x="106" y="2"/>
                    </a:cubicBezTo>
                    <a:cubicBezTo>
                      <a:pt x="101" y="3"/>
                      <a:pt x="94" y="2"/>
                      <a:pt x="90" y="0"/>
                    </a:cubicBezTo>
                    <a:cubicBezTo>
                      <a:pt x="87" y="4"/>
                      <a:pt x="77" y="8"/>
                      <a:pt x="71" y="9"/>
                    </a:cubicBezTo>
                    <a:cubicBezTo>
                      <a:pt x="64" y="9"/>
                      <a:pt x="56" y="10"/>
                      <a:pt x="51" y="17"/>
                    </a:cubicBezTo>
                    <a:cubicBezTo>
                      <a:pt x="54" y="16"/>
                      <a:pt x="58" y="15"/>
                      <a:pt x="60" y="17"/>
                    </a:cubicBezTo>
                    <a:cubicBezTo>
                      <a:pt x="40" y="27"/>
                      <a:pt x="17" y="42"/>
                      <a:pt x="15" y="65"/>
                    </a:cubicBezTo>
                    <a:cubicBezTo>
                      <a:pt x="14" y="75"/>
                      <a:pt x="9" y="83"/>
                      <a:pt x="8" y="93"/>
                    </a:cubicBezTo>
                    <a:cubicBezTo>
                      <a:pt x="8" y="104"/>
                      <a:pt x="0" y="109"/>
                      <a:pt x="3" y="119"/>
                    </a:cubicBezTo>
                    <a:cubicBezTo>
                      <a:pt x="2" y="126"/>
                      <a:pt x="5" y="125"/>
                      <a:pt x="5" y="132"/>
                    </a:cubicBezTo>
                    <a:cubicBezTo>
                      <a:pt x="3" y="138"/>
                      <a:pt x="8" y="146"/>
                      <a:pt x="8" y="146"/>
                    </a:cubicBezTo>
                    <a:lnTo>
                      <a:pt x="13" y="149"/>
                    </a:lnTo>
                    <a:close/>
                  </a:path>
                </a:pathLst>
              </a:custGeom>
              <a:solidFill>
                <a:srgbClr val="EFDA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5126" name="Freeform 401">
                <a:extLst>
                  <a:ext uri="{FF2B5EF4-FFF2-40B4-BE49-F238E27FC236}">
                    <a16:creationId xmlns:a16="http://schemas.microsoft.com/office/drawing/2014/main" id="{D732B971-7FB7-4D71-BC07-0F03EFFE30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4" y="824"/>
                <a:ext cx="340" cy="397"/>
              </a:xfrm>
              <a:custGeom>
                <a:avLst/>
                <a:gdLst>
                  <a:gd name="T0" fmla="*/ 823 w 217"/>
                  <a:gd name="T1" fmla="*/ 305 h 255"/>
                  <a:gd name="T2" fmla="*/ 815 w 217"/>
                  <a:gd name="T3" fmla="*/ 304 h 255"/>
                  <a:gd name="T4" fmla="*/ 807 w 217"/>
                  <a:gd name="T5" fmla="*/ 304 h 255"/>
                  <a:gd name="T6" fmla="*/ 785 w 217"/>
                  <a:gd name="T7" fmla="*/ 386 h 255"/>
                  <a:gd name="T8" fmla="*/ 776 w 217"/>
                  <a:gd name="T9" fmla="*/ 408 h 255"/>
                  <a:gd name="T10" fmla="*/ 754 w 217"/>
                  <a:gd name="T11" fmla="*/ 456 h 255"/>
                  <a:gd name="T12" fmla="*/ 754 w 217"/>
                  <a:gd name="T13" fmla="*/ 456 h 255"/>
                  <a:gd name="T14" fmla="*/ 746 w 217"/>
                  <a:gd name="T15" fmla="*/ 467 h 255"/>
                  <a:gd name="T16" fmla="*/ 733 w 217"/>
                  <a:gd name="T17" fmla="*/ 344 h 255"/>
                  <a:gd name="T18" fmla="*/ 727 w 217"/>
                  <a:gd name="T19" fmla="*/ 297 h 255"/>
                  <a:gd name="T20" fmla="*/ 740 w 217"/>
                  <a:gd name="T21" fmla="*/ 269 h 255"/>
                  <a:gd name="T22" fmla="*/ 671 w 217"/>
                  <a:gd name="T23" fmla="*/ 216 h 255"/>
                  <a:gd name="T24" fmla="*/ 658 w 217"/>
                  <a:gd name="T25" fmla="*/ 121 h 255"/>
                  <a:gd name="T26" fmla="*/ 644 w 217"/>
                  <a:gd name="T27" fmla="*/ 121 h 255"/>
                  <a:gd name="T28" fmla="*/ 644 w 217"/>
                  <a:gd name="T29" fmla="*/ 109 h 255"/>
                  <a:gd name="T30" fmla="*/ 611 w 217"/>
                  <a:gd name="T31" fmla="*/ 69 h 255"/>
                  <a:gd name="T32" fmla="*/ 511 w 217"/>
                  <a:gd name="T33" fmla="*/ 62 h 255"/>
                  <a:gd name="T34" fmla="*/ 503 w 217"/>
                  <a:gd name="T35" fmla="*/ 30 h 255"/>
                  <a:gd name="T36" fmla="*/ 415 w 217"/>
                  <a:gd name="T37" fmla="*/ 62 h 255"/>
                  <a:gd name="T38" fmla="*/ 389 w 217"/>
                  <a:gd name="T39" fmla="*/ 0 h 255"/>
                  <a:gd name="T40" fmla="*/ 351 w 217"/>
                  <a:gd name="T41" fmla="*/ 14 h 255"/>
                  <a:gd name="T42" fmla="*/ 280 w 217"/>
                  <a:gd name="T43" fmla="*/ 62 h 255"/>
                  <a:gd name="T44" fmla="*/ 212 w 217"/>
                  <a:gd name="T45" fmla="*/ 117 h 255"/>
                  <a:gd name="T46" fmla="*/ 155 w 217"/>
                  <a:gd name="T47" fmla="*/ 140 h 255"/>
                  <a:gd name="T48" fmla="*/ 81 w 217"/>
                  <a:gd name="T49" fmla="*/ 182 h 255"/>
                  <a:gd name="T50" fmla="*/ 108 w 217"/>
                  <a:gd name="T51" fmla="*/ 304 h 255"/>
                  <a:gd name="T52" fmla="*/ 81 w 217"/>
                  <a:gd name="T53" fmla="*/ 380 h 255"/>
                  <a:gd name="T54" fmla="*/ 88 w 217"/>
                  <a:gd name="T55" fmla="*/ 441 h 255"/>
                  <a:gd name="T56" fmla="*/ 66 w 217"/>
                  <a:gd name="T57" fmla="*/ 445 h 255"/>
                  <a:gd name="T58" fmla="*/ 47 w 217"/>
                  <a:gd name="T59" fmla="*/ 361 h 255"/>
                  <a:gd name="T60" fmla="*/ 39 w 217"/>
                  <a:gd name="T61" fmla="*/ 332 h 255"/>
                  <a:gd name="T62" fmla="*/ 34 w 217"/>
                  <a:gd name="T63" fmla="*/ 318 h 255"/>
                  <a:gd name="T64" fmla="*/ 34 w 217"/>
                  <a:gd name="T65" fmla="*/ 313 h 255"/>
                  <a:gd name="T66" fmla="*/ 22 w 217"/>
                  <a:gd name="T67" fmla="*/ 304 h 255"/>
                  <a:gd name="T68" fmla="*/ 0 w 217"/>
                  <a:gd name="T69" fmla="*/ 332 h 255"/>
                  <a:gd name="T70" fmla="*/ 14 w 217"/>
                  <a:gd name="T71" fmla="*/ 408 h 255"/>
                  <a:gd name="T72" fmla="*/ 31 w 217"/>
                  <a:gd name="T73" fmla="*/ 487 h 255"/>
                  <a:gd name="T74" fmla="*/ 47 w 217"/>
                  <a:gd name="T75" fmla="*/ 540 h 255"/>
                  <a:gd name="T76" fmla="*/ 66 w 217"/>
                  <a:gd name="T77" fmla="*/ 578 h 255"/>
                  <a:gd name="T78" fmla="*/ 103 w 217"/>
                  <a:gd name="T79" fmla="*/ 609 h 255"/>
                  <a:gd name="T80" fmla="*/ 130 w 217"/>
                  <a:gd name="T81" fmla="*/ 747 h 255"/>
                  <a:gd name="T82" fmla="*/ 265 w 217"/>
                  <a:gd name="T83" fmla="*/ 900 h 255"/>
                  <a:gd name="T84" fmla="*/ 415 w 217"/>
                  <a:gd name="T85" fmla="*/ 962 h 255"/>
                  <a:gd name="T86" fmla="*/ 562 w 217"/>
                  <a:gd name="T87" fmla="*/ 900 h 255"/>
                  <a:gd name="T88" fmla="*/ 697 w 217"/>
                  <a:gd name="T89" fmla="*/ 747 h 255"/>
                  <a:gd name="T90" fmla="*/ 732 w 217"/>
                  <a:gd name="T91" fmla="*/ 609 h 255"/>
                  <a:gd name="T92" fmla="*/ 766 w 217"/>
                  <a:gd name="T93" fmla="*/ 578 h 255"/>
                  <a:gd name="T94" fmla="*/ 788 w 217"/>
                  <a:gd name="T95" fmla="*/ 540 h 255"/>
                  <a:gd name="T96" fmla="*/ 801 w 217"/>
                  <a:gd name="T97" fmla="*/ 487 h 255"/>
                  <a:gd name="T98" fmla="*/ 815 w 217"/>
                  <a:gd name="T99" fmla="*/ 408 h 255"/>
                  <a:gd name="T100" fmla="*/ 835 w 217"/>
                  <a:gd name="T101" fmla="*/ 332 h 255"/>
                  <a:gd name="T102" fmla="*/ 823 w 217"/>
                  <a:gd name="T103" fmla="*/ 305 h 255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0" t="0" r="r" b="b"/>
                <a:pathLst>
                  <a:path w="217" h="255">
                    <a:moveTo>
                      <a:pt x="214" y="81"/>
                    </a:moveTo>
                    <a:cubicBezTo>
                      <a:pt x="214" y="80"/>
                      <a:pt x="213" y="80"/>
                      <a:pt x="212" y="80"/>
                    </a:cubicBezTo>
                    <a:cubicBezTo>
                      <a:pt x="212" y="80"/>
                      <a:pt x="211" y="80"/>
                      <a:pt x="210" y="80"/>
                    </a:cubicBezTo>
                    <a:cubicBezTo>
                      <a:pt x="204" y="102"/>
                      <a:pt x="204" y="102"/>
                      <a:pt x="204" y="102"/>
                    </a:cubicBezTo>
                    <a:cubicBezTo>
                      <a:pt x="202" y="108"/>
                      <a:pt x="202" y="108"/>
                      <a:pt x="202" y="108"/>
                    </a:cubicBezTo>
                    <a:cubicBezTo>
                      <a:pt x="201" y="114"/>
                      <a:pt x="196" y="121"/>
                      <a:pt x="196" y="121"/>
                    </a:cubicBezTo>
                    <a:cubicBezTo>
                      <a:pt x="196" y="121"/>
                      <a:pt x="196" y="121"/>
                      <a:pt x="196" y="121"/>
                    </a:cubicBezTo>
                    <a:cubicBezTo>
                      <a:pt x="194" y="124"/>
                      <a:pt x="194" y="124"/>
                      <a:pt x="194" y="124"/>
                    </a:cubicBezTo>
                    <a:cubicBezTo>
                      <a:pt x="192" y="126"/>
                      <a:pt x="195" y="101"/>
                      <a:pt x="191" y="91"/>
                    </a:cubicBezTo>
                    <a:cubicBezTo>
                      <a:pt x="190" y="87"/>
                      <a:pt x="188" y="84"/>
                      <a:pt x="189" y="79"/>
                    </a:cubicBezTo>
                    <a:cubicBezTo>
                      <a:pt x="189" y="76"/>
                      <a:pt x="192" y="74"/>
                      <a:pt x="192" y="71"/>
                    </a:cubicBezTo>
                    <a:cubicBezTo>
                      <a:pt x="194" y="61"/>
                      <a:pt x="179" y="63"/>
                      <a:pt x="174" y="57"/>
                    </a:cubicBezTo>
                    <a:cubicBezTo>
                      <a:pt x="179" y="51"/>
                      <a:pt x="177" y="37"/>
                      <a:pt x="171" y="32"/>
                    </a:cubicBezTo>
                    <a:cubicBezTo>
                      <a:pt x="171" y="31"/>
                      <a:pt x="168" y="32"/>
                      <a:pt x="167" y="32"/>
                    </a:cubicBezTo>
                    <a:cubicBezTo>
                      <a:pt x="167" y="31"/>
                      <a:pt x="166" y="30"/>
                      <a:pt x="167" y="29"/>
                    </a:cubicBezTo>
                    <a:cubicBezTo>
                      <a:pt x="163" y="25"/>
                      <a:pt x="164" y="21"/>
                      <a:pt x="159" y="18"/>
                    </a:cubicBezTo>
                    <a:cubicBezTo>
                      <a:pt x="152" y="14"/>
                      <a:pt x="140" y="12"/>
                      <a:pt x="133" y="17"/>
                    </a:cubicBezTo>
                    <a:cubicBezTo>
                      <a:pt x="131" y="14"/>
                      <a:pt x="135" y="11"/>
                      <a:pt x="131" y="8"/>
                    </a:cubicBezTo>
                    <a:cubicBezTo>
                      <a:pt x="125" y="5"/>
                      <a:pt x="111" y="12"/>
                      <a:pt x="108" y="17"/>
                    </a:cubicBezTo>
                    <a:cubicBezTo>
                      <a:pt x="106" y="11"/>
                      <a:pt x="103" y="5"/>
                      <a:pt x="101" y="0"/>
                    </a:cubicBezTo>
                    <a:cubicBezTo>
                      <a:pt x="91" y="4"/>
                      <a:pt x="91" y="4"/>
                      <a:pt x="91" y="4"/>
                    </a:cubicBezTo>
                    <a:cubicBezTo>
                      <a:pt x="84" y="6"/>
                      <a:pt x="76" y="9"/>
                      <a:pt x="73" y="17"/>
                    </a:cubicBezTo>
                    <a:cubicBezTo>
                      <a:pt x="69" y="27"/>
                      <a:pt x="66" y="29"/>
                      <a:pt x="55" y="31"/>
                    </a:cubicBezTo>
                    <a:cubicBezTo>
                      <a:pt x="42" y="33"/>
                      <a:pt x="43" y="27"/>
                      <a:pt x="40" y="37"/>
                    </a:cubicBezTo>
                    <a:cubicBezTo>
                      <a:pt x="38" y="45"/>
                      <a:pt x="27" y="46"/>
                      <a:pt x="21" y="48"/>
                    </a:cubicBezTo>
                    <a:cubicBezTo>
                      <a:pt x="24" y="58"/>
                      <a:pt x="33" y="71"/>
                      <a:pt x="28" y="80"/>
                    </a:cubicBezTo>
                    <a:cubicBezTo>
                      <a:pt x="23" y="88"/>
                      <a:pt x="16" y="92"/>
                      <a:pt x="21" y="101"/>
                    </a:cubicBezTo>
                    <a:cubicBezTo>
                      <a:pt x="24" y="106"/>
                      <a:pt x="17" y="104"/>
                      <a:pt x="23" y="117"/>
                    </a:cubicBezTo>
                    <a:cubicBezTo>
                      <a:pt x="19" y="117"/>
                      <a:pt x="19" y="123"/>
                      <a:pt x="17" y="118"/>
                    </a:cubicBezTo>
                    <a:cubicBezTo>
                      <a:pt x="15" y="110"/>
                      <a:pt x="12" y="96"/>
                      <a:pt x="12" y="96"/>
                    </a:cubicBezTo>
                    <a:cubicBezTo>
                      <a:pt x="12" y="96"/>
                      <a:pt x="11" y="92"/>
                      <a:pt x="10" y="88"/>
                    </a:cubicBezTo>
                    <a:cubicBezTo>
                      <a:pt x="10" y="86"/>
                      <a:pt x="9" y="85"/>
                      <a:pt x="9" y="84"/>
                    </a:cubicBezTo>
                    <a:cubicBezTo>
                      <a:pt x="9" y="84"/>
                      <a:pt x="9" y="84"/>
                      <a:pt x="9" y="83"/>
                    </a:cubicBezTo>
                    <a:cubicBezTo>
                      <a:pt x="9" y="82"/>
                      <a:pt x="6" y="80"/>
                      <a:pt x="6" y="80"/>
                    </a:cubicBezTo>
                    <a:cubicBezTo>
                      <a:pt x="3" y="78"/>
                      <a:pt x="0" y="82"/>
                      <a:pt x="0" y="88"/>
                    </a:cubicBezTo>
                    <a:cubicBezTo>
                      <a:pt x="0" y="94"/>
                      <a:pt x="4" y="104"/>
                      <a:pt x="4" y="108"/>
                    </a:cubicBezTo>
                    <a:cubicBezTo>
                      <a:pt x="4" y="112"/>
                      <a:pt x="6" y="123"/>
                      <a:pt x="8" y="129"/>
                    </a:cubicBezTo>
                    <a:cubicBezTo>
                      <a:pt x="10" y="136"/>
                      <a:pt x="9" y="139"/>
                      <a:pt x="12" y="143"/>
                    </a:cubicBezTo>
                    <a:cubicBezTo>
                      <a:pt x="14" y="147"/>
                      <a:pt x="15" y="150"/>
                      <a:pt x="17" y="153"/>
                    </a:cubicBezTo>
                    <a:cubicBezTo>
                      <a:pt x="20" y="156"/>
                      <a:pt x="25" y="160"/>
                      <a:pt x="27" y="161"/>
                    </a:cubicBezTo>
                    <a:cubicBezTo>
                      <a:pt x="27" y="170"/>
                      <a:pt x="30" y="190"/>
                      <a:pt x="34" y="198"/>
                    </a:cubicBezTo>
                    <a:cubicBezTo>
                      <a:pt x="39" y="207"/>
                      <a:pt x="57" y="230"/>
                      <a:pt x="69" y="238"/>
                    </a:cubicBezTo>
                    <a:cubicBezTo>
                      <a:pt x="80" y="246"/>
                      <a:pt x="87" y="255"/>
                      <a:pt x="108" y="255"/>
                    </a:cubicBezTo>
                    <a:cubicBezTo>
                      <a:pt x="128" y="255"/>
                      <a:pt x="135" y="246"/>
                      <a:pt x="146" y="238"/>
                    </a:cubicBezTo>
                    <a:cubicBezTo>
                      <a:pt x="158" y="230"/>
                      <a:pt x="177" y="208"/>
                      <a:pt x="181" y="198"/>
                    </a:cubicBezTo>
                    <a:cubicBezTo>
                      <a:pt x="185" y="189"/>
                      <a:pt x="189" y="170"/>
                      <a:pt x="190" y="161"/>
                    </a:cubicBezTo>
                    <a:cubicBezTo>
                      <a:pt x="192" y="160"/>
                      <a:pt x="197" y="156"/>
                      <a:pt x="199" y="153"/>
                    </a:cubicBezTo>
                    <a:cubicBezTo>
                      <a:pt x="202" y="150"/>
                      <a:pt x="203" y="147"/>
                      <a:pt x="205" y="143"/>
                    </a:cubicBezTo>
                    <a:cubicBezTo>
                      <a:pt x="207" y="139"/>
                      <a:pt x="206" y="136"/>
                      <a:pt x="208" y="129"/>
                    </a:cubicBezTo>
                    <a:cubicBezTo>
                      <a:pt x="211" y="123"/>
                      <a:pt x="212" y="112"/>
                      <a:pt x="212" y="108"/>
                    </a:cubicBezTo>
                    <a:cubicBezTo>
                      <a:pt x="212" y="104"/>
                      <a:pt x="217" y="94"/>
                      <a:pt x="217" y="88"/>
                    </a:cubicBezTo>
                    <a:cubicBezTo>
                      <a:pt x="217" y="85"/>
                      <a:pt x="216" y="82"/>
                      <a:pt x="214" y="81"/>
                    </a:cubicBezTo>
                  </a:path>
                </a:pathLst>
              </a:custGeom>
              <a:solidFill>
                <a:srgbClr val="FEF2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5127" name="Freeform 402">
                <a:extLst>
                  <a:ext uri="{FF2B5EF4-FFF2-40B4-BE49-F238E27FC236}">
                    <a16:creationId xmlns:a16="http://schemas.microsoft.com/office/drawing/2014/main" id="{9B7FC88B-73D9-4D77-96F7-2E567DC5A4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0" y="954"/>
                <a:ext cx="94" cy="85"/>
              </a:xfrm>
              <a:custGeom>
                <a:avLst/>
                <a:gdLst>
                  <a:gd name="T0" fmla="*/ 22 w 60"/>
                  <a:gd name="T1" fmla="*/ 56 h 55"/>
                  <a:gd name="T2" fmla="*/ 212 w 60"/>
                  <a:gd name="T3" fmla="*/ 66 h 55"/>
                  <a:gd name="T4" fmla="*/ 185 w 60"/>
                  <a:gd name="T5" fmla="*/ 202 h 55"/>
                  <a:gd name="T6" fmla="*/ 182 w 60"/>
                  <a:gd name="T7" fmla="*/ 127 h 55"/>
                  <a:gd name="T8" fmla="*/ 127 w 60"/>
                  <a:gd name="T9" fmla="*/ 136 h 55"/>
                  <a:gd name="T10" fmla="*/ 0 w 60"/>
                  <a:gd name="T11" fmla="*/ 82 h 5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0" h="55">
                    <a:moveTo>
                      <a:pt x="6" y="15"/>
                    </a:moveTo>
                    <a:cubicBezTo>
                      <a:pt x="19" y="7"/>
                      <a:pt x="48" y="0"/>
                      <a:pt x="55" y="18"/>
                    </a:cubicBezTo>
                    <a:cubicBezTo>
                      <a:pt x="60" y="28"/>
                      <a:pt x="57" y="49"/>
                      <a:pt x="48" y="55"/>
                    </a:cubicBezTo>
                    <a:cubicBezTo>
                      <a:pt x="48" y="49"/>
                      <a:pt x="52" y="37"/>
                      <a:pt x="47" y="34"/>
                    </a:cubicBezTo>
                    <a:cubicBezTo>
                      <a:pt x="45" y="33"/>
                      <a:pt x="36" y="37"/>
                      <a:pt x="33" y="37"/>
                    </a:cubicBezTo>
                    <a:cubicBezTo>
                      <a:pt x="22" y="36"/>
                      <a:pt x="9" y="28"/>
                      <a:pt x="0" y="22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5128" name="Freeform 403">
                <a:extLst>
                  <a:ext uri="{FF2B5EF4-FFF2-40B4-BE49-F238E27FC236}">
                    <a16:creationId xmlns:a16="http://schemas.microsoft.com/office/drawing/2014/main" id="{92331880-181C-4149-BAA5-7C18F350AD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1" y="1134"/>
                <a:ext cx="1284" cy="2920"/>
              </a:xfrm>
              <a:custGeom>
                <a:avLst/>
                <a:gdLst>
                  <a:gd name="T0" fmla="*/ 3028 w 820"/>
                  <a:gd name="T1" fmla="*/ 3247 h 1876"/>
                  <a:gd name="T2" fmla="*/ 2850 w 820"/>
                  <a:gd name="T3" fmla="*/ 2820 h 1876"/>
                  <a:gd name="T4" fmla="*/ 2747 w 820"/>
                  <a:gd name="T5" fmla="*/ 1734 h 1876"/>
                  <a:gd name="T6" fmla="*/ 2415 w 820"/>
                  <a:gd name="T7" fmla="*/ 489 h 1876"/>
                  <a:gd name="T8" fmla="*/ 1854 w 820"/>
                  <a:gd name="T9" fmla="*/ 0 h 1876"/>
                  <a:gd name="T10" fmla="*/ 1425 w 820"/>
                  <a:gd name="T11" fmla="*/ 148 h 1876"/>
                  <a:gd name="T12" fmla="*/ 910 w 820"/>
                  <a:gd name="T13" fmla="*/ 434 h 1876"/>
                  <a:gd name="T14" fmla="*/ 473 w 820"/>
                  <a:gd name="T15" fmla="*/ 1184 h 1876"/>
                  <a:gd name="T16" fmla="*/ 313 w 820"/>
                  <a:gd name="T17" fmla="*/ 2624 h 1876"/>
                  <a:gd name="T18" fmla="*/ 272 w 820"/>
                  <a:gd name="T19" fmla="*/ 3051 h 1876"/>
                  <a:gd name="T20" fmla="*/ 27 w 820"/>
                  <a:gd name="T21" fmla="*/ 3488 h 1876"/>
                  <a:gd name="T22" fmla="*/ 196 w 820"/>
                  <a:gd name="T23" fmla="*/ 3382 h 1876"/>
                  <a:gd name="T24" fmla="*/ 272 w 820"/>
                  <a:gd name="T25" fmla="*/ 3767 h 1876"/>
                  <a:gd name="T26" fmla="*/ 420 w 820"/>
                  <a:gd name="T27" fmla="*/ 3779 h 1876"/>
                  <a:gd name="T28" fmla="*/ 510 w 820"/>
                  <a:gd name="T29" fmla="*/ 3745 h 1876"/>
                  <a:gd name="T30" fmla="*/ 606 w 820"/>
                  <a:gd name="T31" fmla="*/ 3382 h 1876"/>
                  <a:gd name="T32" fmla="*/ 572 w 820"/>
                  <a:gd name="T33" fmla="*/ 2886 h 1876"/>
                  <a:gd name="T34" fmla="*/ 814 w 820"/>
                  <a:gd name="T35" fmla="*/ 1647 h 1876"/>
                  <a:gd name="T36" fmla="*/ 828 w 820"/>
                  <a:gd name="T37" fmla="*/ 1493 h 1876"/>
                  <a:gd name="T38" fmla="*/ 924 w 820"/>
                  <a:gd name="T39" fmla="*/ 2486 h 1876"/>
                  <a:gd name="T40" fmla="*/ 936 w 820"/>
                  <a:gd name="T41" fmla="*/ 4554 h 1876"/>
                  <a:gd name="T42" fmla="*/ 1002 w 820"/>
                  <a:gd name="T43" fmla="*/ 5619 h 1876"/>
                  <a:gd name="T44" fmla="*/ 1195 w 820"/>
                  <a:gd name="T45" fmla="*/ 6595 h 1876"/>
                  <a:gd name="T46" fmla="*/ 971 w 820"/>
                  <a:gd name="T47" fmla="*/ 6891 h 1876"/>
                  <a:gd name="T48" fmla="*/ 969 w 820"/>
                  <a:gd name="T49" fmla="*/ 6965 h 1876"/>
                  <a:gd name="T50" fmla="*/ 1026 w 820"/>
                  <a:gd name="T51" fmla="*/ 7001 h 1876"/>
                  <a:gd name="T52" fmla="*/ 1235 w 820"/>
                  <a:gd name="T53" fmla="*/ 7028 h 1876"/>
                  <a:gd name="T54" fmla="*/ 1466 w 820"/>
                  <a:gd name="T55" fmla="*/ 6939 h 1876"/>
                  <a:gd name="T56" fmla="*/ 1481 w 820"/>
                  <a:gd name="T57" fmla="*/ 6539 h 1876"/>
                  <a:gd name="T58" fmla="*/ 1500 w 820"/>
                  <a:gd name="T59" fmla="*/ 5476 h 1876"/>
                  <a:gd name="T60" fmla="*/ 1528 w 820"/>
                  <a:gd name="T61" fmla="*/ 4092 h 1876"/>
                  <a:gd name="T62" fmla="*/ 1616 w 820"/>
                  <a:gd name="T63" fmla="*/ 4092 h 1876"/>
                  <a:gd name="T64" fmla="*/ 1647 w 820"/>
                  <a:gd name="T65" fmla="*/ 5476 h 1876"/>
                  <a:gd name="T66" fmla="*/ 1668 w 820"/>
                  <a:gd name="T67" fmla="*/ 6539 h 1876"/>
                  <a:gd name="T68" fmla="*/ 1677 w 820"/>
                  <a:gd name="T69" fmla="*/ 6939 h 1876"/>
                  <a:gd name="T70" fmla="*/ 1907 w 820"/>
                  <a:gd name="T71" fmla="*/ 7028 h 1876"/>
                  <a:gd name="T72" fmla="*/ 2119 w 820"/>
                  <a:gd name="T73" fmla="*/ 7006 h 1876"/>
                  <a:gd name="T74" fmla="*/ 2180 w 820"/>
                  <a:gd name="T75" fmla="*/ 6965 h 1876"/>
                  <a:gd name="T76" fmla="*/ 2177 w 820"/>
                  <a:gd name="T77" fmla="*/ 6891 h 1876"/>
                  <a:gd name="T78" fmla="*/ 1949 w 820"/>
                  <a:gd name="T79" fmla="*/ 6595 h 1876"/>
                  <a:gd name="T80" fmla="*/ 2145 w 820"/>
                  <a:gd name="T81" fmla="*/ 5619 h 1876"/>
                  <a:gd name="T82" fmla="*/ 2211 w 820"/>
                  <a:gd name="T83" fmla="*/ 4554 h 1876"/>
                  <a:gd name="T84" fmla="*/ 2319 w 820"/>
                  <a:gd name="T85" fmla="*/ 2942 h 1876"/>
                  <a:gd name="T86" fmla="*/ 2300 w 820"/>
                  <a:gd name="T87" fmla="*/ 1701 h 1876"/>
                  <a:gd name="T88" fmla="*/ 2322 w 820"/>
                  <a:gd name="T89" fmla="*/ 1571 h 1876"/>
                  <a:gd name="T90" fmla="*/ 2393 w 820"/>
                  <a:gd name="T91" fmla="*/ 2360 h 1876"/>
                  <a:gd name="T92" fmla="*/ 2579 w 820"/>
                  <a:gd name="T93" fmla="*/ 3096 h 1876"/>
                  <a:gd name="T94" fmla="*/ 2596 w 820"/>
                  <a:gd name="T95" fmla="*/ 3631 h 1876"/>
                  <a:gd name="T96" fmla="*/ 2707 w 820"/>
                  <a:gd name="T97" fmla="*/ 3806 h 1876"/>
                  <a:gd name="T98" fmla="*/ 2808 w 820"/>
                  <a:gd name="T99" fmla="*/ 3793 h 1876"/>
                  <a:gd name="T100" fmla="*/ 2917 w 820"/>
                  <a:gd name="T101" fmla="*/ 3504 h 1876"/>
                  <a:gd name="T102" fmla="*/ 3099 w 820"/>
                  <a:gd name="T103" fmla="*/ 3557 h 187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0" t="0" r="r" b="b"/>
                <a:pathLst>
                  <a:path w="820" h="1876">
                    <a:moveTo>
                      <a:pt x="813" y="925"/>
                    </a:moveTo>
                    <a:cubicBezTo>
                      <a:pt x="809" y="915"/>
                      <a:pt x="808" y="904"/>
                      <a:pt x="804" y="899"/>
                    </a:cubicBezTo>
                    <a:cubicBezTo>
                      <a:pt x="801" y="894"/>
                      <a:pt x="795" y="869"/>
                      <a:pt x="789" y="861"/>
                    </a:cubicBezTo>
                    <a:cubicBezTo>
                      <a:pt x="782" y="852"/>
                      <a:pt x="757" y="815"/>
                      <a:pt x="751" y="809"/>
                    </a:cubicBezTo>
                    <a:cubicBezTo>
                      <a:pt x="748" y="805"/>
                      <a:pt x="750" y="791"/>
                      <a:pt x="747" y="781"/>
                    </a:cubicBezTo>
                    <a:cubicBezTo>
                      <a:pt x="744" y="771"/>
                      <a:pt x="745" y="760"/>
                      <a:pt x="742" y="748"/>
                    </a:cubicBezTo>
                    <a:cubicBezTo>
                      <a:pt x="739" y="736"/>
                      <a:pt x="739" y="713"/>
                      <a:pt x="738" y="696"/>
                    </a:cubicBezTo>
                    <a:cubicBezTo>
                      <a:pt x="737" y="669"/>
                      <a:pt x="737" y="560"/>
                      <a:pt x="721" y="521"/>
                    </a:cubicBezTo>
                    <a:cubicBezTo>
                      <a:pt x="717" y="508"/>
                      <a:pt x="714" y="488"/>
                      <a:pt x="715" y="460"/>
                    </a:cubicBezTo>
                    <a:cubicBezTo>
                      <a:pt x="713" y="383"/>
                      <a:pt x="696" y="338"/>
                      <a:pt x="697" y="314"/>
                    </a:cubicBezTo>
                    <a:cubicBezTo>
                      <a:pt x="702" y="279"/>
                      <a:pt x="695" y="242"/>
                      <a:pt x="688" y="212"/>
                    </a:cubicBezTo>
                    <a:cubicBezTo>
                      <a:pt x="674" y="149"/>
                      <a:pt x="643" y="133"/>
                      <a:pt x="629" y="130"/>
                    </a:cubicBezTo>
                    <a:cubicBezTo>
                      <a:pt x="615" y="127"/>
                      <a:pt x="593" y="125"/>
                      <a:pt x="583" y="115"/>
                    </a:cubicBezTo>
                    <a:cubicBezTo>
                      <a:pt x="576" y="109"/>
                      <a:pt x="527" y="87"/>
                      <a:pt x="513" y="85"/>
                    </a:cubicBezTo>
                    <a:cubicBezTo>
                      <a:pt x="476" y="78"/>
                      <a:pt x="483" y="13"/>
                      <a:pt x="483" y="0"/>
                    </a:cubicBezTo>
                    <a:cubicBezTo>
                      <a:pt x="479" y="10"/>
                      <a:pt x="460" y="31"/>
                      <a:pt x="448" y="39"/>
                    </a:cubicBezTo>
                    <a:cubicBezTo>
                      <a:pt x="437" y="47"/>
                      <a:pt x="430" y="56"/>
                      <a:pt x="410" y="56"/>
                    </a:cubicBezTo>
                    <a:cubicBezTo>
                      <a:pt x="389" y="56"/>
                      <a:pt x="382" y="47"/>
                      <a:pt x="371" y="39"/>
                    </a:cubicBezTo>
                    <a:cubicBezTo>
                      <a:pt x="360" y="31"/>
                      <a:pt x="343" y="11"/>
                      <a:pt x="337" y="1"/>
                    </a:cubicBezTo>
                    <a:cubicBezTo>
                      <a:pt x="338" y="17"/>
                      <a:pt x="343" y="79"/>
                      <a:pt x="307" y="85"/>
                    </a:cubicBezTo>
                    <a:cubicBezTo>
                      <a:pt x="293" y="87"/>
                      <a:pt x="244" y="109"/>
                      <a:pt x="237" y="115"/>
                    </a:cubicBezTo>
                    <a:cubicBezTo>
                      <a:pt x="227" y="125"/>
                      <a:pt x="205" y="127"/>
                      <a:pt x="191" y="130"/>
                    </a:cubicBezTo>
                    <a:cubicBezTo>
                      <a:pt x="177" y="133"/>
                      <a:pt x="146" y="149"/>
                      <a:pt x="132" y="212"/>
                    </a:cubicBezTo>
                    <a:cubicBezTo>
                      <a:pt x="125" y="242"/>
                      <a:pt x="118" y="279"/>
                      <a:pt x="123" y="314"/>
                    </a:cubicBezTo>
                    <a:cubicBezTo>
                      <a:pt x="124" y="338"/>
                      <a:pt x="107" y="383"/>
                      <a:pt x="105" y="460"/>
                    </a:cubicBezTo>
                    <a:cubicBezTo>
                      <a:pt x="106" y="488"/>
                      <a:pt x="103" y="508"/>
                      <a:pt x="99" y="521"/>
                    </a:cubicBezTo>
                    <a:cubicBezTo>
                      <a:pt x="83" y="560"/>
                      <a:pt x="83" y="669"/>
                      <a:pt x="82" y="696"/>
                    </a:cubicBezTo>
                    <a:cubicBezTo>
                      <a:pt x="81" y="713"/>
                      <a:pt x="81" y="736"/>
                      <a:pt x="78" y="748"/>
                    </a:cubicBezTo>
                    <a:cubicBezTo>
                      <a:pt x="75" y="760"/>
                      <a:pt x="78" y="771"/>
                      <a:pt x="74" y="781"/>
                    </a:cubicBezTo>
                    <a:cubicBezTo>
                      <a:pt x="71" y="791"/>
                      <a:pt x="73" y="805"/>
                      <a:pt x="71" y="809"/>
                    </a:cubicBezTo>
                    <a:cubicBezTo>
                      <a:pt x="64" y="815"/>
                      <a:pt x="39" y="852"/>
                      <a:pt x="33" y="861"/>
                    </a:cubicBezTo>
                    <a:cubicBezTo>
                      <a:pt x="26" y="869"/>
                      <a:pt x="19" y="894"/>
                      <a:pt x="16" y="899"/>
                    </a:cubicBezTo>
                    <a:cubicBezTo>
                      <a:pt x="12" y="904"/>
                      <a:pt x="11" y="915"/>
                      <a:pt x="7" y="925"/>
                    </a:cubicBezTo>
                    <a:cubicBezTo>
                      <a:pt x="4" y="935"/>
                      <a:pt x="0" y="944"/>
                      <a:pt x="13" y="943"/>
                    </a:cubicBezTo>
                    <a:cubicBezTo>
                      <a:pt x="23" y="942"/>
                      <a:pt x="34" y="925"/>
                      <a:pt x="36" y="913"/>
                    </a:cubicBezTo>
                    <a:cubicBezTo>
                      <a:pt x="39" y="912"/>
                      <a:pt x="45" y="904"/>
                      <a:pt x="51" y="897"/>
                    </a:cubicBezTo>
                    <a:cubicBezTo>
                      <a:pt x="50" y="903"/>
                      <a:pt x="55" y="909"/>
                      <a:pt x="60" y="929"/>
                    </a:cubicBezTo>
                    <a:cubicBezTo>
                      <a:pt x="60" y="936"/>
                      <a:pt x="65" y="952"/>
                      <a:pt x="65" y="960"/>
                    </a:cubicBezTo>
                    <a:cubicBezTo>
                      <a:pt x="64" y="968"/>
                      <a:pt x="69" y="988"/>
                      <a:pt x="71" y="999"/>
                    </a:cubicBezTo>
                    <a:cubicBezTo>
                      <a:pt x="74" y="1009"/>
                      <a:pt x="83" y="1010"/>
                      <a:pt x="89" y="1006"/>
                    </a:cubicBezTo>
                    <a:cubicBezTo>
                      <a:pt x="89" y="1006"/>
                      <a:pt x="89" y="1015"/>
                      <a:pt x="98" y="1017"/>
                    </a:cubicBezTo>
                    <a:cubicBezTo>
                      <a:pt x="107" y="1018"/>
                      <a:pt x="109" y="1002"/>
                      <a:pt x="109" y="1002"/>
                    </a:cubicBezTo>
                    <a:cubicBezTo>
                      <a:pt x="109" y="1002"/>
                      <a:pt x="109" y="1008"/>
                      <a:pt x="115" y="1009"/>
                    </a:cubicBezTo>
                    <a:cubicBezTo>
                      <a:pt x="125" y="1009"/>
                      <a:pt x="127" y="989"/>
                      <a:pt x="127" y="989"/>
                    </a:cubicBezTo>
                    <a:cubicBezTo>
                      <a:pt x="127" y="991"/>
                      <a:pt x="128" y="993"/>
                      <a:pt x="133" y="993"/>
                    </a:cubicBezTo>
                    <a:cubicBezTo>
                      <a:pt x="138" y="993"/>
                      <a:pt x="142" y="972"/>
                      <a:pt x="144" y="963"/>
                    </a:cubicBezTo>
                    <a:cubicBezTo>
                      <a:pt x="147" y="954"/>
                      <a:pt x="150" y="946"/>
                      <a:pt x="151" y="940"/>
                    </a:cubicBezTo>
                    <a:cubicBezTo>
                      <a:pt x="152" y="933"/>
                      <a:pt x="152" y="929"/>
                      <a:pt x="158" y="897"/>
                    </a:cubicBezTo>
                    <a:cubicBezTo>
                      <a:pt x="164" y="865"/>
                      <a:pt x="146" y="832"/>
                      <a:pt x="148" y="821"/>
                    </a:cubicBezTo>
                    <a:cubicBezTo>
                      <a:pt x="151" y="811"/>
                      <a:pt x="141" y="794"/>
                      <a:pt x="143" y="792"/>
                    </a:cubicBezTo>
                    <a:cubicBezTo>
                      <a:pt x="144" y="789"/>
                      <a:pt x="147" y="777"/>
                      <a:pt x="149" y="765"/>
                    </a:cubicBezTo>
                    <a:cubicBezTo>
                      <a:pt x="151" y="753"/>
                      <a:pt x="194" y="650"/>
                      <a:pt x="198" y="626"/>
                    </a:cubicBezTo>
                    <a:cubicBezTo>
                      <a:pt x="206" y="582"/>
                      <a:pt x="205" y="563"/>
                      <a:pt x="201" y="532"/>
                    </a:cubicBezTo>
                    <a:cubicBezTo>
                      <a:pt x="202" y="509"/>
                      <a:pt x="211" y="448"/>
                      <a:pt x="212" y="437"/>
                    </a:cubicBezTo>
                    <a:cubicBezTo>
                      <a:pt x="213" y="435"/>
                      <a:pt x="213" y="424"/>
                      <a:pt x="215" y="416"/>
                    </a:cubicBezTo>
                    <a:cubicBezTo>
                      <a:pt x="215" y="412"/>
                      <a:pt x="216" y="404"/>
                      <a:pt x="216" y="395"/>
                    </a:cubicBezTo>
                    <a:cubicBezTo>
                      <a:pt x="216" y="396"/>
                      <a:pt x="216" y="396"/>
                      <a:pt x="216" y="396"/>
                    </a:cubicBezTo>
                    <a:cubicBezTo>
                      <a:pt x="217" y="406"/>
                      <a:pt x="220" y="424"/>
                      <a:pt x="221" y="451"/>
                    </a:cubicBezTo>
                    <a:cubicBezTo>
                      <a:pt x="220" y="475"/>
                      <a:pt x="231" y="516"/>
                      <a:pt x="233" y="537"/>
                    </a:cubicBezTo>
                    <a:cubicBezTo>
                      <a:pt x="230" y="544"/>
                      <a:pt x="241" y="659"/>
                      <a:pt x="241" y="659"/>
                    </a:cubicBezTo>
                    <a:cubicBezTo>
                      <a:pt x="237" y="666"/>
                      <a:pt x="217" y="753"/>
                      <a:pt x="217" y="780"/>
                    </a:cubicBezTo>
                    <a:cubicBezTo>
                      <a:pt x="214" y="793"/>
                      <a:pt x="219" y="811"/>
                      <a:pt x="218" y="841"/>
                    </a:cubicBezTo>
                    <a:cubicBezTo>
                      <a:pt x="216" y="877"/>
                      <a:pt x="184" y="1023"/>
                      <a:pt x="244" y="1208"/>
                    </a:cubicBezTo>
                    <a:cubicBezTo>
                      <a:pt x="247" y="1218"/>
                      <a:pt x="248" y="1255"/>
                      <a:pt x="252" y="1275"/>
                    </a:cubicBezTo>
                    <a:cubicBezTo>
                      <a:pt x="253" y="1281"/>
                      <a:pt x="263" y="1304"/>
                      <a:pt x="264" y="1335"/>
                    </a:cubicBezTo>
                    <a:cubicBezTo>
                      <a:pt x="265" y="1387"/>
                      <a:pt x="259" y="1453"/>
                      <a:pt x="261" y="1490"/>
                    </a:cubicBezTo>
                    <a:cubicBezTo>
                      <a:pt x="263" y="1549"/>
                      <a:pt x="288" y="1604"/>
                      <a:pt x="298" y="1642"/>
                    </a:cubicBezTo>
                    <a:cubicBezTo>
                      <a:pt x="307" y="1681"/>
                      <a:pt x="311" y="1711"/>
                      <a:pt x="309" y="1719"/>
                    </a:cubicBezTo>
                    <a:cubicBezTo>
                      <a:pt x="307" y="1726"/>
                      <a:pt x="306" y="1738"/>
                      <a:pt x="311" y="1749"/>
                    </a:cubicBezTo>
                    <a:cubicBezTo>
                      <a:pt x="312" y="1750"/>
                      <a:pt x="294" y="1788"/>
                      <a:pt x="285" y="1795"/>
                    </a:cubicBezTo>
                    <a:cubicBezTo>
                      <a:pt x="276" y="1802"/>
                      <a:pt x="273" y="1808"/>
                      <a:pt x="266" y="1812"/>
                    </a:cubicBezTo>
                    <a:cubicBezTo>
                      <a:pt x="259" y="1816"/>
                      <a:pt x="256" y="1819"/>
                      <a:pt x="253" y="1827"/>
                    </a:cubicBezTo>
                    <a:cubicBezTo>
                      <a:pt x="251" y="1833"/>
                      <a:pt x="244" y="1841"/>
                      <a:pt x="249" y="1846"/>
                    </a:cubicBezTo>
                    <a:cubicBezTo>
                      <a:pt x="250" y="1847"/>
                      <a:pt x="250" y="1847"/>
                      <a:pt x="251" y="1848"/>
                    </a:cubicBezTo>
                    <a:cubicBezTo>
                      <a:pt x="252" y="1847"/>
                      <a:pt x="252" y="1847"/>
                      <a:pt x="252" y="1847"/>
                    </a:cubicBezTo>
                    <a:cubicBezTo>
                      <a:pt x="251" y="1850"/>
                      <a:pt x="251" y="1851"/>
                      <a:pt x="252" y="1853"/>
                    </a:cubicBezTo>
                    <a:cubicBezTo>
                      <a:pt x="255" y="1858"/>
                      <a:pt x="260" y="1859"/>
                      <a:pt x="267" y="1858"/>
                    </a:cubicBezTo>
                    <a:cubicBezTo>
                      <a:pt x="267" y="1857"/>
                      <a:pt x="267" y="1857"/>
                      <a:pt x="267" y="1857"/>
                    </a:cubicBezTo>
                    <a:cubicBezTo>
                      <a:pt x="268" y="1859"/>
                      <a:pt x="268" y="1861"/>
                      <a:pt x="270" y="1863"/>
                    </a:cubicBezTo>
                    <a:cubicBezTo>
                      <a:pt x="274" y="1869"/>
                      <a:pt x="288" y="1872"/>
                      <a:pt x="294" y="1866"/>
                    </a:cubicBezTo>
                    <a:cubicBezTo>
                      <a:pt x="302" y="1871"/>
                      <a:pt x="317" y="1871"/>
                      <a:pt x="322" y="1864"/>
                    </a:cubicBezTo>
                    <a:cubicBezTo>
                      <a:pt x="326" y="1876"/>
                      <a:pt x="344" y="1874"/>
                      <a:pt x="354" y="1872"/>
                    </a:cubicBezTo>
                    <a:cubicBezTo>
                      <a:pt x="364" y="1870"/>
                      <a:pt x="368" y="1864"/>
                      <a:pt x="374" y="1859"/>
                    </a:cubicBezTo>
                    <a:cubicBezTo>
                      <a:pt x="380" y="1855"/>
                      <a:pt x="384" y="1851"/>
                      <a:pt x="382" y="1840"/>
                    </a:cubicBezTo>
                    <a:cubicBezTo>
                      <a:pt x="381" y="1829"/>
                      <a:pt x="382" y="1829"/>
                      <a:pt x="384" y="1816"/>
                    </a:cubicBezTo>
                    <a:cubicBezTo>
                      <a:pt x="384" y="1808"/>
                      <a:pt x="391" y="1806"/>
                      <a:pt x="392" y="1793"/>
                    </a:cubicBezTo>
                    <a:cubicBezTo>
                      <a:pt x="393" y="1783"/>
                      <a:pt x="385" y="1740"/>
                      <a:pt x="386" y="1734"/>
                    </a:cubicBezTo>
                    <a:cubicBezTo>
                      <a:pt x="388" y="1720"/>
                      <a:pt x="378" y="1709"/>
                      <a:pt x="375" y="1687"/>
                    </a:cubicBezTo>
                    <a:cubicBezTo>
                      <a:pt x="372" y="1665"/>
                      <a:pt x="381" y="1589"/>
                      <a:pt x="381" y="1575"/>
                    </a:cubicBezTo>
                    <a:cubicBezTo>
                      <a:pt x="381" y="1549"/>
                      <a:pt x="395" y="1506"/>
                      <a:pt x="391" y="1452"/>
                    </a:cubicBezTo>
                    <a:cubicBezTo>
                      <a:pt x="389" y="1421"/>
                      <a:pt x="374" y="1327"/>
                      <a:pt x="374" y="1305"/>
                    </a:cubicBezTo>
                    <a:cubicBezTo>
                      <a:pt x="374" y="1302"/>
                      <a:pt x="373" y="1278"/>
                      <a:pt x="374" y="1274"/>
                    </a:cubicBezTo>
                    <a:cubicBezTo>
                      <a:pt x="378" y="1260"/>
                      <a:pt x="398" y="1087"/>
                      <a:pt x="398" y="1085"/>
                    </a:cubicBezTo>
                    <a:cubicBezTo>
                      <a:pt x="401" y="1065"/>
                      <a:pt x="409" y="929"/>
                      <a:pt x="409" y="929"/>
                    </a:cubicBezTo>
                    <a:cubicBezTo>
                      <a:pt x="411" y="929"/>
                      <a:pt x="411" y="929"/>
                      <a:pt x="411" y="929"/>
                    </a:cubicBezTo>
                    <a:cubicBezTo>
                      <a:pt x="411" y="929"/>
                      <a:pt x="419" y="1065"/>
                      <a:pt x="421" y="1085"/>
                    </a:cubicBezTo>
                    <a:cubicBezTo>
                      <a:pt x="421" y="1087"/>
                      <a:pt x="441" y="1260"/>
                      <a:pt x="446" y="1274"/>
                    </a:cubicBezTo>
                    <a:cubicBezTo>
                      <a:pt x="447" y="1278"/>
                      <a:pt x="446" y="1302"/>
                      <a:pt x="446" y="1305"/>
                    </a:cubicBezTo>
                    <a:cubicBezTo>
                      <a:pt x="446" y="1327"/>
                      <a:pt x="431" y="1421"/>
                      <a:pt x="429" y="1452"/>
                    </a:cubicBezTo>
                    <a:cubicBezTo>
                      <a:pt x="425" y="1506"/>
                      <a:pt x="439" y="1549"/>
                      <a:pt x="439" y="1575"/>
                    </a:cubicBezTo>
                    <a:cubicBezTo>
                      <a:pt x="439" y="1589"/>
                      <a:pt x="448" y="1665"/>
                      <a:pt x="445" y="1687"/>
                    </a:cubicBezTo>
                    <a:cubicBezTo>
                      <a:pt x="441" y="1709"/>
                      <a:pt x="432" y="1720"/>
                      <a:pt x="434" y="1734"/>
                    </a:cubicBezTo>
                    <a:cubicBezTo>
                      <a:pt x="435" y="1740"/>
                      <a:pt x="427" y="1783"/>
                      <a:pt x="428" y="1793"/>
                    </a:cubicBezTo>
                    <a:cubicBezTo>
                      <a:pt x="429" y="1806"/>
                      <a:pt x="435" y="1808"/>
                      <a:pt x="436" y="1816"/>
                    </a:cubicBezTo>
                    <a:cubicBezTo>
                      <a:pt x="437" y="1829"/>
                      <a:pt x="439" y="1829"/>
                      <a:pt x="437" y="1840"/>
                    </a:cubicBezTo>
                    <a:cubicBezTo>
                      <a:pt x="436" y="1851"/>
                      <a:pt x="440" y="1855"/>
                      <a:pt x="446" y="1859"/>
                    </a:cubicBezTo>
                    <a:cubicBezTo>
                      <a:pt x="451" y="1864"/>
                      <a:pt x="456" y="1870"/>
                      <a:pt x="466" y="1872"/>
                    </a:cubicBezTo>
                    <a:cubicBezTo>
                      <a:pt x="476" y="1874"/>
                      <a:pt x="493" y="1876"/>
                      <a:pt x="497" y="1864"/>
                    </a:cubicBezTo>
                    <a:cubicBezTo>
                      <a:pt x="503" y="1871"/>
                      <a:pt x="518" y="1871"/>
                      <a:pt x="526" y="1866"/>
                    </a:cubicBezTo>
                    <a:cubicBezTo>
                      <a:pt x="531" y="1872"/>
                      <a:pt x="546" y="1869"/>
                      <a:pt x="550" y="1863"/>
                    </a:cubicBezTo>
                    <a:cubicBezTo>
                      <a:pt x="552" y="1861"/>
                      <a:pt x="552" y="1859"/>
                      <a:pt x="552" y="1858"/>
                    </a:cubicBezTo>
                    <a:cubicBezTo>
                      <a:pt x="553" y="1858"/>
                      <a:pt x="553" y="1858"/>
                      <a:pt x="553" y="1858"/>
                    </a:cubicBezTo>
                    <a:cubicBezTo>
                      <a:pt x="559" y="1859"/>
                      <a:pt x="567" y="1857"/>
                      <a:pt x="568" y="1853"/>
                    </a:cubicBezTo>
                    <a:cubicBezTo>
                      <a:pt x="569" y="1851"/>
                      <a:pt x="569" y="1850"/>
                      <a:pt x="568" y="1847"/>
                    </a:cubicBezTo>
                    <a:cubicBezTo>
                      <a:pt x="568" y="1848"/>
                      <a:pt x="568" y="1848"/>
                      <a:pt x="568" y="1848"/>
                    </a:cubicBezTo>
                    <a:cubicBezTo>
                      <a:pt x="569" y="1847"/>
                      <a:pt x="570" y="1847"/>
                      <a:pt x="571" y="1846"/>
                    </a:cubicBezTo>
                    <a:cubicBezTo>
                      <a:pt x="576" y="1841"/>
                      <a:pt x="569" y="1833"/>
                      <a:pt x="567" y="1827"/>
                    </a:cubicBezTo>
                    <a:cubicBezTo>
                      <a:pt x="564" y="1819"/>
                      <a:pt x="560" y="1816"/>
                      <a:pt x="553" y="1812"/>
                    </a:cubicBezTo>
                    <a:cubicBezTo>
                      <a:pt x="546" y="1808"/>
                      <a:pt x="544" y="1802"/>
                      <a:pt x="535" y="1795"/>
                    </a:cubicBezTo>
                    <a:cubicBezTo>
                      <a:pt x="525" y="1788"/>
                      <a:pt x="508" y="1750"/>
                      <a:pt x="508" y="1749"/>
                    </a:cubicBezTo>
                    <a:cubicBezTo>
                      <a:pt x="514" y="1738"/>
                      <a:pt x="512" y="1726"/>
                      <a:pt x="511" y="1719"/>
                    </a:cubicBezTo>
                    <a:cubicBezTo>
                      <a:pt x="509" y="1711"/>
                      <a:pt x="513" y="1681"/>
                      <a:pt x="522" y="1642"/>
                    </a:cubicBezTo>
                    <a:cubicBezTo>
                      <a:pt x="532" y="1604"/>
                      <a:pt x="557" y="1549"/>
                      <a:pt x="559" y="1490"/>
                    </a:cubicBezTo>
                    <a:cubicBezTo>
                      <a:pt x="561" y="1453"/>
                      <a:pt x="555" y="1387"/>
                      <a:pt x="556" y="1335"/>
                    </a:cubicBezTo>
                    <a:cubicBezTo>
                      <a:pt x="557" y="1304"/>
                      <a:pt x="567" y="1281"/>
                      <a:pt x="568" y="1275"/>
                    </a:cubicBezTo>
                    <a:cubicBezTo>
                      <a:pt x="572" y="1255"/>
                      <a:pt x="572" y="1218"/>
                      <a:pt x="576" y="1208"/>
                    </a:cubicBezTo>
                    <a:cubicBezTo>
                      <a:pt x="636" y="1023"/>
                      <a:pt x="603" y="877"/>
                      <a:pt x="602" y="841"/>
                    </a:cubicBezTo>
                    <a:cubicBezTo>
                      <a:pt x="602" y="841"/>
                      <a:pt x="602" y="841"/>
                      <a:pt x="602" y="841"/>
                    </a:cubicBezTo>
                    <a:cubicBezTo>
                      <a:pt x="601" y="811"/>
                      <a:pt x="606" y="793"/>
                      <a:pt x="604" y="780"/>
                    </a:cubicBezTo>
                    <a:cubicBezTo>
                      <a:pt x="603" y="753"/>
                      <a:pt x="583" y="666"/>
                      <a:pt x="579" y="659"/>
                    </a:cubicBezTo>
                    <a:cubicBezTo>
                      <a:pt x="579" y="659"/>
                      <a:pt x="590" y="544"/>
                      <a:pt x="587" y="537"/>
                    </a:cubicBezTo>
                    <a:cubicBezTo>
                      <a:pt x="589" y="516"/>
                      <a:pt x="600" y="475"/>
                      <a:pt x="599" y="451"/>
                    </a:cubicBezTo>
                    <a:cubicBezTo>
                      <a:pt x="600" y="424"/>
                      <a:pt x="603" y="406"/>
                      <a:pt x="604" y="396"/>
                    </a:cubicBezTo>
                    <a:cubicBezTo>
                      <a:pt x="604" y="395"/>
                      <a:pt x="604" y="395"/>
                      <a:pt x="604" y="395"/>
                    </a:cubicBezTo>
                    <a:cubicBezTo>
                      <a:pt x="604" y="404"/>
                      <a:pt x="605" y="412"/>
                      <a:pt x="605" y="416"/>
                    </a:cubicBezTo>
                    <a:cubicBezTo>
                      <a:pt x="607" y="424"/>
                      <a:pt x="607" y="435"/>
                      <a:pt x="608" y="437"/>
                    </a:cubicBezTo>
                    <a:cubicBezTo>
                      <a:pt x="609" y="448"/>
                      <a:pt x="618" y="509"/>
                      <a:pt x="619" y="532"/>
                    </a:cubicBezTo>
                    <a:cubicBezTo>
                      <a:pt x="615" y="563"/>
                      <a:pt x="614" y="582"/>
                      <a:pt x="623" y="626"/>
                    </a:cubicBezTo>
                    <a:cubicBezTo>
                      <a:pt x="626" y="650"/>
                      <a:pt x="669" y="753"/>
                      <a:pt x="671" y="765"/>
                    </a:cubicBezTo>
                    <a:cubicBezTo>
                      <a:pt x="673" y="777"/>
                      <a:pt x="676" y="789"/>
                      <a:pt x="677" y="792"/>
                    </a:cubicBezTo>
                    <a:cubicBezTo>
                      <a:pt x="679" y="794"/>
                      <a:pt x="669" y="811"/>
                      <a:pt x="672" y="821"/>
                    </a:cubicBezTo>
                    <a:cubicBezTo>
                      <a:pt x="674" y="832"/>
                      <a:pt x="656" y="865"/>
                      <a:pt x="662" y="897"/>
                    </a:cubicBezTo>
                    <a:cubicBezTo>
                      <a:pt x="668" y="929"/>
                      <a:pt x="668" y="933"/>
                      <a:pt x="669" y="940"/>
                    </a:cubicBezTo>
                    <a:cubicBezTo>
                      <a:pt x="670" y="946"/>
                      <a:pt x="673" y="954"/>
                      <a:pt x="676" y="963"/>
                    </a:cubicBezTo>
                    <a:cubicBezTo>
                      <a:pt x="678" y="972"/>
                      <a:pt x="682" y="993"/>
                      <a:pt x="687" y="993"/>
                    </a:cubicBezTo>
                    <a:cubicBezTo>
                      <a:pt x="692" y="993"/>
                      <a:pt x="693" y="991"/>
                      <a:pt x="693" y="989"/>
                    </a:cubicBezTo>
                    <a:cubicBezTo>
                      <a:pt x="693" y="989"/>
                      <a:pt x="695" y="1009"/>
                      <a:pt x="705" y="1009"/>
                    </a:cubicBezTo>
                    <a:cubicBezTo>
                      <a:pt x="711" y="1008"/>
                      <a:pt x="711" y="1002"/>
                      <a:pt x="711" y="1002"/>
                    </a:cubicBezTo>
                    <a:cubicBezTo>
                      <a:pt x="711" y="1002"/>
                      <a:pt x="713" y="1018"/>
                      <a:pt x="722" y="1017"/>
                    </a:cubicBezTo>
                    <a:cubicBezTo>
                      <a:pt x="731" y="1015"/>
                      <a:pt x="731" y="1006"/>
                      <a:pt x="731" y="1006"/>
                    </a:cubicBezTo>
                    <a:cubicBezTo>
                      <a:pt x="737" y="1010"/>
                      <a:pt x="746" y="1009"/>
                      <a:pt x="749" y="999"/>
                    </a:cubicBezTo>
                    <a:cubicBezTo>
                      <a:pt x="751" y="988"/>
                      <a:pt x="756" y="968"/>
                      <a:pt x="755" y="960"/>
                    </a:cubicBezTo>
                    <a:cubicBezTo>
                      <a:pt x="755" y="952"/>
                      <a:pt x="760" y="936"/>
                      <a:pt x="760" y="929"/>
                    </a:cubicBezTo>
                    <a:cubicBezTo>
                      <a:pt x="765" y="909"/>
                      <a:pt x="770" y="903"/>
                      <a:pt x="769" y="897"/>
                    </a:cubicBezTo>
                    <a:cubicBezTo>
                      <a:pt x="775" y="904"/>
                      <a:pt x="781" y="912"/>
                      <a:pt x="784" y="913"/>
                    </a:cubicBezTo>
                    <a:cubicBezTo>
                      <a:pt x="786" y="925"/>
                      <a:pt x="797" y="942"/>
                      <a:pt x="807" y="943"/>
                    </a:cubicBezTo>
                    <a:cubicBezTo>
                      <a:pt x="820" y="944"/>
                      <a:pt x="816" y="935"/>
                      <a:pt x="813" y="925"/>
                    </a:cubicBezTo>
                  </a:path>
                </a:pathLst>
              </a:custGeom>
              <a:solidFill>
                <a:srgbClr val="FEF2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5129" name="Freeform 404">
                <a:extLst>
                  <a:ext uri="{FF2B5EF4-FFF2-40B4-BE49-F238E27FC236}">
                    <a16:creationId xmlns:a16="http://schemas.microsoft.com/office/drawing/2014/main" id="{7500CF59-D912-45E7-B7BF-7054C7E7F2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7" y="1120"/>
                <a:ext cx="106" cy="19"/>
              </a:xfrm>
              <a:custGeom>
                <a:avLst/>
                <a:gdLst>
                  <a:gd name="T0" fmla="*/ 0 w 68"/>
                  <a:gd name="T1" fmla="*/ 5 h 12"/>
                  <a:gd name="T2" fmla="*/ 34 w 68"/>
                  <a:gd name="T3" fmla="*/ 35 h 12"/>
                  <a:gd name="T4" fmla="*/ 108 w 68"/>
                  <a:gd name="T5" fmla="*/ 48 h 12"/>
                  <a:gd name="T6" fmla="*/ 201 w 68"/>
                  <a:gd name="T7" fmla="*/ 40 h 12"/>
                  <a:gd name="T8" fmla="*/ 245 w 68"/>
                  <a:gd name="T9" fmla="*/ 16 h 12"/>
                  <a:gd name="T10" fmla="*/ 257 w 68"/>
                  <a:gd name="T11" fmla="*/ 0 h 12"/>
                  <a:gd name="T12" fmla="*/ 190 w 68"/>
                  <a:gd name="T13" fmla="*/ 5 h 12"/>
                  <a:gd name="T14" fmla="*/ 156 w 68"/>
                  <a:gd name="T15" fmla="*/ 0 h 12"/>
                  <a:gd name="T16" fmla="*/ 129 w 68"/>
                  <a:gd name="T17" fmla="*/ 5 h 12"/>
                  <a:gd name="T18" fmla="*/ 83 w 68"/>
                  <a:gd name="T19" fmla="*/ 0 h 12"/>
                  <a:gd name="T20" fmla="*/ 5 w 68"/>
                  <a:gd name="T21" fmla="*/ 0 h 1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8" h="12">
                    <a:moveTo>
                      <a:pt x="0" y="1"/>
                    </a:moveTo>
                    <a:cubicBezTo>
                      <a:pt x="1" y="3"/>
                      <a:pt x="7" y="6"/>
                      <a:pt x="9" y="9"/>
                    </a:cubicBezTo>
                    <a:cubicBezTo>
                      <a:pt x="13" y="11"/>
                      <a:pt x="20" y="12"/>
                      <a:pt x="28" y="12"/>
                    </a:cubicBezTo>
                    <a:cubicBezTo>
                      <a:pt x="36" y="12"/>
                      <a:pt x="48" y="12"/>
                      <a:pt x="53" y="10"/>
                    </a:cubicBezTo>
                    <a:cubicBezTo>
                      <a:pt x="58" y="8"/>
                      <a:pt x="62" y="5"/>
                      <a:pt x="65" y="4"/>
                    </a:cubicBezTo>
                    <a:cubicBezTo>
                      <a:pt x="65" y="4"/>
                      <a:pt x="68" y="2"/>
                      <a:pt x="68" y="0"/>
                    </a:cubicBezTo>
                    <a:cubicBezTo>
                      <a:pt x="66" y="1"/>
                      <a:pt x="55" y="1"/>
                      <a:pt x="50" y="1"/>
                    </a:cubicBezTo>
                    <a:cubicBezTo>
                      <a:pt x="48" y="0"/>
                      <a:pt x="44" y="0"/>
                      <a:pt x="41" y="0"/>
                    </a:cubicBezTo>
                    <a:cubicBezTo>
                      <a:pt x="38" y="0"/>
                      <a:pt x="37" y="1"/>
                      <a:pt x="34" y="1"/>
                    </a:cubicBezTo>
                    <a:cubicBezTo>
                      <a:pt x="31" y="0"/>
                      <a:pt x="26" y="0"/>
                      <a:pt x="22" y="0"/>
                    </a:cubicBezTo>
                    <a:cubicBezTo>
                      <a:pt x="18" y="1"/>
                      <a:pt x="5" y="1"/>
                      <a:pt x="1" y="0"/>
                    </a:cubicBezTo>
                  </a:path>
                </a:pathLst>
              </a:custGeom>
              <a:solidFill>
                <a:srgbClr val="FEE7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5130" name="Freeform 405">
                <a:extLst>
                  <a:ext uri="{FF2B5EF4-FFF2-40B4-BE49-F238E27FC236}">
                    <a16:creationId xmlns:a16="http://schemas.microsoft.com/office/drawing/2014/main" id="{8C4A67E9-349D-4338-ABA6-66EE70E253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8" y="977"/>
                <a:ext cx="62" cy="25"/>
              </a:xfrm>
              <a:custGeom>
                <a:avLst/>
                <a:gdLst>
                  <a:gd name="T0" fmla="*/ 0 w 40"/>
                  <a:gd name="T1" fmla="*/ 31 h 16"/>
                  <a:gd name="T2" fmla="*/ 62 w 40"/>
                  <a:gd name="T3" fmla="*/ 5 h 16"/>
                  <a:gd name="T4" fmla="*/ 135 w 40"/>
                  <a:gd name="T5" fmla="*/ 31 h 16"/>
                  <a:gd name="T6" fmla="*/ 130 w 40"/>
                  <a:gd name="T7" fmla="*/ 48 h 16"/>
                  <a:gd name="T8" fmla="*/ 79 w 40"/>
                  <a:gd name="T9" fmla="*/ 56 h 16"/>
                  <a:gd name="T10" fmla="*/ 0 w 40"/>
                  <a:gd name="T11" fmla="*/ 31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0" h="16">
                    <a:moveTo>
                      <a:pt x="0" y="8"/>
                    </a:moveTo>
                    <a:cubicBezTo>
                      <a:pt x="5" y="5"/>
                      <a:pt x="6" y="2"/>
                      <a:pt x="17" y="1"/>
                    </a:cubicBezTo>
                    <a:cubicBezTo>
                      <a:pt x="28" y="0"/>
                      <a:pt x="33" y="7"/>
                      <a:pt x="36" y="8"/>
                    </a:cubicBezTo>
                    <a:cubicBezTo>
                      <a:pt x="40" y="9"/>
                      <a:pt x="38" y="12"/>
                      <a:pt x="35" y="13"/>
                    </a:cubicBezTo>
                    <a:cubicBezTo>
                      <a:pt x="32" y="14"/>
                      <a:pt x="24" y="13"/>
                      <a:pt x="21" y="15"/>
                    </a:cubicBezTo>
                    <a:cubicBezTo>
                      <a:pt x="17" y="16"/>
                      <a:pt x="7" y="13"/>
                      <a:pt x="0" y="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5131" name="Freeform 406">
                <a:extLst>
                  <a:ext uri="{FF2B5EF4-FFF2-40B4-BE49-F238E27FC236}">
                    <a16:creationId xmlns:a16="http://schemas.microsoft.com/office/drawing/2014/main" id="{F64D88CE-2F3A-4A91-A0A7-D28C0711C9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2" y="978"/>
                <a:ext cx="25" cy="22"/>
              </a:xfrm>
              <a:custGeom>
                <a:avLst/>
                <a:gdLst>
                  <a:gd name="T0" fmla="*/ 31 w 16"/>
                  <a:gd name="T1" fmla="*/ 0 h 14"/>
                  <a:gd name="T2" fmla="*/ 8 w 16"/>
                  <a:gd name="T3" fmla="*/ 5 h 14"/>
                  <a:gd name="T4" fmla="*/ 0 w 16"/>
                  <a:gd name="T5" fmla="*/ 22 h 14"/>
                  <a:gd name="T6" fmla="*/ 14 w 16"/>
                  <a:gd name="T7" fmla="*/ 49 h 14"/>
                  <a:gd name="T8" fmla="*/ 34 w 16"/>
                  <a:gd name="T9" fmla="*/ 55 h 14"/>
                  <a:gd name="T10" fmla="*/ 61 w 16"/>
                  <a:gd name="T11" fmla="*/ 22 h 14"/>
                  <a:gd name="T12" fmla="*/ 48 w 16"/>
                  <a:gd name="T13" fmla="*/ 0 h 14"/>
                  <a:gd name="T14" fmla="*/ 31 w 16"/>
                  <a:gd name="T15" fmla="*/ 0 h 1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6" h="14">
                    <a:moveTo>
                      <a:pt x="8" y="0"/>
                    </a:moveTo>
                    <a:cubicBezTo>
                      <a:pt x="6" y="0"/>
                      <a:pt x="4" y="0"/>
                      <a:pt x="2" y="1"/>
                    </a:cubicBezTo>
                    <a:cubicBezTo>
                      <a:pt x="1" y="2"/>
                      <a:pt x="0" y="4"/>
                      <a:pt x="0" y="6"/>
                    </a:cubicBezTo>
                    <a:cubicBezTo>
                      <a:pt x="0" y="9"/>
                      <a:pt x="2" y="12"/>
                      <a:pt x="4" y="13"/>
                    </a:cubicBezTo>
                    <a:cubicBezTo>
                      <a:pt x="6" y="14"/>
                      <a:pt x="8" y="14"/>
                      <a:pt x="9" y="14"/>
                    </a:cubicBezTo>
                    <a:cubicBezTo>
                      <a:pt x="13" y="13"/>
                      <a:pt x="16" y="10"/>
                      <a:pt x="16" y="6"/>
                    </a:cubicBezTo>
                    <a:cubicBezTo>
                      <a:pt x="16" y="4"/>
                      <a:pt x="15" y="1"/>
                      <a:pt x="13" y="0"/>
                    </a:cubicBezTo>
                    <a:cubicBezTo>
                      <a:pt x="11" y="0"/>
                      <a:pt x="10" y="0"/>
                      <a:pt x="8" y="0"/>
                    </a:cubicBezTo>
                  </a:path>
                </a:pathLst>
              </a:custGeom>
              <a:solidFill>
                <a:srgbClr val="6B59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5132" name="Freeform 407">
                <a:extLst>
                  <a:ext uri="{FF2B5EF4-FFF2-40B4-BE49-F238E27FC236}">
                    <a16:creationId xmlns:a16="http://schemas.microsoft.com/office/drawing/2014/main" id="{4B7181AC-E950-4A9C-8544-3424E13399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6" y="977"/>
                <a:ext cx="64" cy="25"/>
              </a:xfrm>
              <a:custGeom>
                <a:avLst/>
                <a:gdLst>
                  <a:gd name="T0" fmla="*/ 156 w 41"/>
                  <a:gd name="T1" fmla="*/ 31 h 16"/>
                  <a:gd name="T2" fmla="*/ 87 w 41"/>
                  <a:gd name="T3" fmla="*/ 5 h 16"/>
                  <a:gd name="T4" fmla="*/ 14 w 41"/>
                  <a:gd name="T5" fmla="*/ 31 h 16"/>
                  <a:gd name="T6" fmla="*/ 19 w 41"/>
                  <a:gd name="T7" fmla="*/ 48 h 16"/>
                  <a:gd name="T8" fmla="*/ 75 w 41"/>
                  <a:gd name="T9" fmla="*/ 56 h 16"/>
                  <a:gd name="T10" fmla="*/ 156 w 41"/>
                  <a:gd name="T11" fmla="*/ 31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1" h="16">
                    <a:moveTo>
                      <a:pt x="41" y="8"/>
                    </a:moveTo>
                    <a:cubicBezTo>
                      <a:pt x="36" y="5"/>
                      <a:pt x="34" y="2"/>
                      <a:pt x="23" y="1"/>
                    </a:cubicBezTo>
                    <a:cubicBezTo>
                      <a:pt x="12" y="0"/>
                      <a:pt x="7" y="7"/>
                      <a:pt x="4" y="8"/>
                    </a:cubicBezTo>
                    <a:cubicBezTo>
                      <a:pt x="0" y="9"/>
                      <a:pt x="3" y="12"/>
                      <a:pt x="5" y="13"/>
                    </a:cubicBezTo>
                    <a:cubicBezTo>
                      <a:pt x="8" y="14"/>
                      <a:pt x="16" y="13"/>
                      <a:pt x="20" y="15"/>
                    </a:cubicBezTo>
                    <a:cubicBezTo>
                      <a:pt x="23" y="16"/>
                      <a:pt x="33" y="13"/>
                      <a:pt x="41" y="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5133" name="Freeform 408">
                <a:extLst>
                  <a:ext uri="{FF2B5EF4-FFF2-40B4-BE49-F238E27FC236}">
                    <a16:creationId xmlns:a16="http://schemas.microsoft.com/office/drawing/2014/main" id="{8488782C-9D3A-4648-A7AD-69BAEF61E1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9" y="978"/>
                <a:ext cx="26" cy="22"/>
              </a:xfrm>
              <a:custGeom>
                <a:avLst/>
                <a:gdLst>
                  <a:gd name="T0" fmla="*/ 34 w 16"/>
                  <a:gd name="T1" fmla="*/ 0 h 14"/>
                  <a:gd name="T2" fmla="*/ 60 w 16"/>
                  <a:gd name="T3" fmla="*/ 5 h 14"/>
                  <a:gd name="T4" fmla="*/ 68 w 16"/>
                  <a:gd name="T5" fmla="*/ 22 h 14"/>
                  <a:gd name="T6" fmla="*/ 54 w 16"/>
                  <a:gd name="T7" fmla="*/ 49 h 14"/>
                  <a:gd name="T8" fmla="*/ 29 w 16"/>
                  <a:gd name="T9" fmla="*/ 55 h 14"/>
                  <a:gd name="T10" fmla="*/ 0 w 16"/>
                  <a:gd name="T11" fmla="*/ 22 h 14"/>
                  <a:gd name="T12" fmla="*/ 18 w 16"/>
                  <a:gd name="T13" fmla="*/ 0 h 14"/>
                  <a:gd name="T14" fmla="*/ 34 w 16"/>
                  <a:gd name="T15" fmla="*/ 0 h 1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6" h="14">
                    <a:moveTo>
                      <a:pt x="8" y="0"/>
                    </a:moveTo>
                    <a:cubicBezTo>
                      <a:pt x="10" y="0"/>
                      <a:pt x="12" y="0"/>
                      <a:pt x="14" y="1"/>
                    </a:cubicBezTo>
                    <a:cubicBezTo>
                      <a:pt x="16" y="2"/>
                      <a:pt x="16" y="4"/>
                      <a:pt x="16" y="6"/>
                    </a:cubicBezTo>
                    <a:cubicBezTo>
                      <a:pt x="16" y="9"/>
                      <a:pt x="15" y="12"/>
                      <a:pt x="12" y="13"/>
                    </a:cubicBezTo>
                    <a:cubicBezTo>
                      <a:pt x="10" y="14"/>
                      <a:pt x="8" y="14"/>
                      <a:pt x="7" y="14"/>
                    </a:cubicBezTo>
                    <a:cubicBezTo>
                      <a:pt x="3" y="13"/>
                      <a:pt x="0" y="10"/>
                      <a:pt x="0" y="6"/>
                    </a:cubicBezTo>
                    <a:cubicBezTo>
                      <a:pt x="0" y="4"/>
                      <a:pt x="1" y="1"/>
                      <a:pt x="4" y="0"/>
                    </a:cubicBezTo>
                    <a:cubicBezTo>
                      <a:pt x="5" y="0"/>
                      <a:pt x="6" y="0"/>
                      <a:pt x="8" y="0"/>
                    </a:cubicBezTo>
                  </a:path>
                </a:pathLst>
              </a:custGeom>
              <a:solidFill>
                <a:srgbClr val="6B59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5134" name="Freeform 409">
                <a:extLst>
                  <a:ext uri="{FF2B5EF4-FFF2-40B4-BE49-F238E27FC236}">
                    <a16:creationId xmlns:a16="http://schemas.microsoft.com/office/drawing/2014/main" id="{35BE2C31-3213-4697-8B66-A3ACAC4E12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1" y="3086"/>
                <a:ext cx="75" cy="78"/>
              </a:xfrm>
              <a:custGeom>
                <a:avLst/>
                <a:gdLst>
                  <a:gd name="T0" fmla="*/ 0 w 48"/>
                  <a:gd name="T1" fmla="*/ 134 h 50"/>
                  <a:gd name="T2" fmla="*/ 164 w 48"/>
                  <a:gd name="T3" fmla="*/ 0 h 50"/>
                  <a:gd name="T4" fmla="*/ 153 w 48"/>
                  <a:gd name="T5" fmla="*/ 108 h 50"/>
                  <a:gd name="T6" fmla="*/ 31 w 48"/>
                  <a:gd name="T7" fmla="*/ 148 h 5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8" h="50">
                    <a:moveTo>
                      <a:pt x="0" y="35"/>
                    </a:moveTo>
                    <a:cubicBezTo>
                      <a:pt x="20" y="50"/>
                      <a:pt x="39" y="13"/>
                      <a:pt x="43" y="0"/>
                    </a:cubicBezTo>
                    <a:cubicBezTo>
                      <a:pt x="45" y="10"/>
                      <a:pt x="48" y="20"/>
                      <a:pt x="40" y="28"/>
                    </a:cubicBezTo>
                    <a:cubicBezTo>
                      <a:pt x="32" y="36"/>
                      <a:pt x="18" y="39"/>
                      <a:pt x="8" y="39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5135" name="Freeform 410">
                <a:extLst>
                  <a:ext uri="{FF2B5EF4-FFF2-40B4-BE49-F238E27FC236}">
                    <a16:creationId xmlns:a16="http://schemas.microsoft.com/office/drawing/2014/main" id="{FFC98F7A-6A11-4A86-A209-F38C5CC943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0" y="3083"/>
                <a:ext cx="53" cy="78"/>
              </a:xfrm>
              <a:custGeom>
                <a:avLst/>
                <a:gdLst>
                  <a:gd name="T0" fmla="*/ 0 w 34"/>
                  <a:gd name="T1" fmla="*/ 148 h 50"/>
                  <a:gd name="T2" fmla="*/ 100 w 34"/>
                  <a:gd name="T3" fmla="*/ 0 h 50"/>
                  <a:gd name="T4" fmla="*/ 12 w 34"/>
                  <a:gd name="T5" fmla="*/ 156 h 5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4" h="50">
                    <a:moveTo>
                      <a:pt x="0" y="39"/>
                    </a:moveTo>
                    <a:cubicBezTo>
                      <a:pt x="20" y="48"/>
                      <a:pt x="27" y="11"/>
                      <a:pt x="26" y="0"/>
                    </a:cubicBezTo>
                    <a:cubicBezTo>
                      <a:pt x="34" y="16"/>
                      <a:pt x="27" y="50"/>
                      <a:pt x="3" y="41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5136" name="Freeform 411">
                <a:extLst>
                  <a:ext uri="{FF2B5EF4-FFF2-40B4-BE49-F238E27FC236}">
                    <a16:creationId xmlns:a16="http://schemas.microsoft.com/office/drawing/2014/main" id="{949455F7-2E61-404D-8C33-D350F94EC4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0" y="731"/>
                <a:ext cx="114" cy="157"/>
              </a:xfrm>
              <a:custGeom>
                <a:avLst/>
                <a:gdLst>
                  <a:gd name="T0" fmla="*/ 148 w 73"/>
                  <a:gd name="T1" fmla="*/ 79 h 101"/>
                  <a:gd name="T2" fmla="*/ 34 w 73"/>
                  <a:gd name="T3" fmla="*/ 169 h 101"/>
                  <a:gd name="T4" fmla="*/ 69 w 73"/>
                  <a:gd name="T5" fmla="*/ 165 h 101"/>
                  <a:gd name="T6" fmla="*/ 30 w 73"/>
                  <a:gd name="T7" fmla="*/ 222 h 101"/>
                  <a:gd name="T8" fmla="*/ 47 w 73"/>
                  <a:gd name="T9" fmla="*/ 225 h 101"/>
                  <a:gd name="T10" fmla="*/ 0 w 73"/>
                  <a:gd name="T11" fmla="*/ 305 h 101"/>
                  <a:gd name="T12" fmla="*/ 47 w 73"/>
                  <a:gd name="T13" fmla="*/ 291 h 101"/>
                  <a:gd name="T14" fmla="*/ 12 w 73"/>
                  <a:gd name="T15" fmla="*/ 379 h 101"/>
                  <a:gd name="T16" fmla="*/ 91 w 73"/>
                  <a:gd name="T17" fmla="*/ 306 h 101"/>
                  <a:gd name="T18" fmla="*/ 95 w 73"/>
                  <a:gd name="T19" fmla="*/ 334 h 101"/>
                  <a:gd name="T20" fmla="*/ 170 w 73"/>
                  <a:gd name="T21" fmla="*/ 300 h 101"/>
                  <a:gd name="T22" fmla="*/ 248 w 73"/>
                  <a:gd name="T23" fmla="*/ 225 h 101"/>
                  <a:gd name="T24" fmla="*/ 134 w 73"/>
                  <a:gd name="T25" fmla="*/ 252 h 101"/>
                  <a:gd name="T26" fmla="*/ 164 w 73"/>
                  <a:gd name="T27" fmla="*/ 165 h 101"/>
                  <a:gd name="T28" fmla="*/ 264 w 73"/>
                  <a:gd name="T29" fmla="*/ 90 h 101"/>
                  <a:gd name="T30" fmla="*/ 278 w 73"/>
                  <a:gd name="T31" fmla="*/ 30 h 101"/>
                  <a:gd name="T32" fmla="*/ 170 w 73"/>
                  <a:gd name="T33" fmla="*/ 61 h 101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73" h="101">
                    <a:moveTo>
                      <a:pt x="39" y="21"/>
                    </a:moveTo>
                    <a:cubicBezTo>
                      <a:pt x="27" y="24"/>
                      <a:pt x="14" y="33"/>
                      <a:pt x="9" y="45"/>
                    </a:cubicBezTo>
                    <a:cubicBezTo>
                      <a:pt x="12" y="44"/>
                      <a:pt x="16" y="45"/>
                      <a:pt x="18" y="44"/>
                    </a:cubicBezTo>
                    <a:cubicBezTo>
                      <a:pt x="16" y="49"/>
                      <a:pt x="9" y="53"/>
                      <a:pt x="8" y="59"/>
                    </a:cubicBezTo>
                    <a:cubicBezTo>
                      <a:pt x="9" y="59"/>
                      <a:pt x="11" y="60"/>
                      <a:pt x="12" y="60"/>
                    </a:cubicBezTo>
                    <a:cubicBezTo>
                      <a:pt x="8" y="67"/>
                      <a:pt x="2" y="73"/>
                      <a:pt x="0" y="81"/>
                    </a:cubicBezTo>
                    <a:cubicBezTo>
                      <a:pt x="4" y="80"/>
                      <a:pt x="8" y="78"/>
                      <a:pt x="12" y="77"/>
                    </a:cubicBezTo>
                    <a:cubicBezTo>
                      <a:pt x="13" y="85"/>
                      <a:pt x="5" y="92"/>
                      <a:pt x="3" y="101"/>
                    </a:cubicBezTo>
                    <a:cubicBezTo>
                      <a:pt x="6" y="95"/>
                      <a:pt x="16" y="85"/>
                      <a:pt x="24" y="82"/>
                    </a:cubicBezTo>
                    <a:cubicBezTo>
                      <a:pt x="24" y="84"/>
                      <a:pt x="26" y="86"/>
                      <a:pt x="25" y="89"/>
                    </a:cubicBezTo>
                    <a:cubicBezTo>
                      <a:pt x="31" y="80"/>
                      <a:pt x="37" y="84"/>
                      <a:pt x="45" y="80"/>
                    </a:cubicBezTo>
                    <a:cubicBezTo>
                      <a:pt x="53" y="76"/>
                      <a:pt x="57" y="65"/>
                      <a:pt x="65" y="60"/>
                    </a:cubicBezTo>
                    <a:cubicBezTo>
                      <a:pt x="60" y="61"/>
                      <a:pt x="39" y="72"/>
                      <a:pt x="35" y="67"/>
                    </a:cubicBezTo>
                    <a:cubicBezTo>
                      <a:pt x="32" y="62"/>
                      <a:pt x="40" y="47"/>
                      <a:pt x="43" y="44"/>
                    </a:cubicBezTo>
                    <a:cubicBezTo>
                      <a:pt x="28" y="39"/>
                      <a:pt x="66" y="26"/>
                      <a:pt x="69" y="24"/>
                    </a:cubicBezTo>
                    <a:cubicBezTo>
                      <a:pt x="56" y="24"/>
                      <a:pt x="63" y="9"/>
                      <a:pt x="73" y="8"/>
                    </a:cubicBezTo>
                    <a:cubicBezTo>
                      <a:pt x="63" y="0"/>
                      <a:pt x="55" y="13"/>
                      <a:pt x="45" y="16"/>
                    </a:cubicBezTo>
                  </a:path>
                </a:pathLst>
              </a:custGeom>
              <a:solidFill>
                <a:srgbClr val="F7EC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5137" name="Freeform 412">
                <a:extLst>
                  <a:ext uri="{FF2B5EF4-FFF2-40B4-BE49-F238E27FC236}">
                    <a16:creationId xmlns:a16="http://schemas.microsoft.com/office/drawing/2014/main" id="{9915E436-16CA-4B85-AABA-19FF724953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2" y="793"/>
                <a:ext cx="64" cy="187"/>
              </a:xfrm>
              <a:custGeom>
                <a:avLst/>
                <a:gdLst>
                  <a:gd name="T0" fmla="*/ 0 w 41"/>
                  <a:gd name="T1" fmla="*/ 175 h 120"/>
                  <a:gd name="T2" fmla="*/ 30 w 41"/>
                  <a:gd name="T3" fmla="*/ 201 h 120"/>
                  <a:gd name="T4" fmla="*/ 30 w 41"/>
                  <a:gd name="T5" fmla="*/ 238 h 120"/>
                  <a:gd name="T6" fmla="*/ 61 w 41"/>
                  <a:gd name="T7" fmla="*/ 284 h 120"/>
                  <a:gd name="T8" fmla="*/ 91 w 41"/>
                  <a:gd name="T9" fmla="*/ 453 h 120"/>
                  <a:gd name="T10" fmla="*/ 142 w 41"/>
                  <a:gd name="T11" fmla="*/ 190 h 120"/>
                  <a:gd name="T12" fmla="*/ 108 w 41"/>
                  <a:gd name="T13" fmla="*/ 79 h 120"/>
                  <a:gd name="T14" fmla="*/ 83 w 41"/>
                  <a:gd name="T15" fmla="*/ 0 h 120"/>
                  <a:gd name="T16" fmla="*/ 87 w 41"/>
                  <a:gd name="T17" fmla="*/ 134 h 120"/>
                  <a:gd name="T18" fmla="*/ 27 w 41"/>
                  <a:gd name="T19" fmla="*/ 108 h 120"/>
                  <a:gd name="T20" fmla="*/ 12 w 41"/>
                  <a:gd name="T21" fmla="*/ 190 h 12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1" h="120">
                    <a:moveTo>
                      <a:pt x="0" y="46"/>
                    </a:moveTo>
                    <a:cubicBezTo>
                      <a:pt x="2" y="51"/>
                      <a:pt x="6" y="49"/>
                      <a:pt x="8" y="53"/>
                    </a:cubicBezTo>
                    <a:cubicBezTo>
                      <a:pt x="9" y="56"/>
                      <a:pt x="8" y="59"/>
                      <a:pt x="8" y="63"/>
                    </a:cubicBezTo>
                    <a:cubicBezTo>
                      <a:pt x="10" y="72"/>
                      <a:pt x="10" y="69"/>
                      <a:pt x="16" y="75"/>
                    </a:cubicBezTo>
                    <a:cubicBezTo>
                      <a:pt x="25" y="83"/>
                      <a:pt x="31" y="109"/>
                      <a:pt x="24" y="120"/>
                    </a:cubicBezTo>
                    <a:cubicBezTo>
                      <a:pt x="34" y="97"/>
                      <a:pt x="41" y="76"/>
                      <a:pt x="37" y="50"/>
                    </a:cubicBezTo>
                    <a:cubicBezTo>
                      <a:pt x="35" y="40"/>
                      <a:pt x="30" y="31"/>
                      <a:pt x="28" y="21"/>
                    </a:cubicBezTo>
                    <a:cubicBezTo>
                      <a:pt x="27" y="15"/>
                      <a:pt x="27" y="4"/>
                      <a:pt x="22" y="0"/>
                    </a:cubicBezTo>
                    <a:cubicBezTo>
                      <a:pt x="30" y="8"/>
                      <a:pt x="27" y="25"/>
                      <a:pt x="23" y="35"/>
                    </a:cubicBezTo>
                    <a:cubicBezTo>
                      <a:pt x="17" y="34"/>
                      <a:pt x="11" y="32"/>
                      <a:pt x="7" y="28"/>
                    </a:cubicBezTo>
                    <a:cubicBezTo>
                      <a:pt x="17" y="34"/>
                      <a:pt x="15" y="54"/>
                      <a:pt x="3" y="50"/>
                    </a:cubicBezTo>
                  </a:path>
                </a:pathLst>
              </a:custGeom>
              <a:solidFill>
                <a:srgbClr val="E8CA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5138" name="Freeform 413">
                <a:extLst>
                  <a:ext uri="{FF2B5EF4-FFF2-40B4-BE49-F238E27FC236}">
                    <a16:creationId xmlns:a16="http://schemas.microsoft.com/office/drawing/2014/main" id="{3363DA55-894E-4860-8454-CC30FD762D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5" y="982"/>
                <a:ext cx="130" cy="235"/>
              </a:xfrm>
              <a:custGeom>
                <a:avLst/>
                <a:gdLst>
                  <a:gd name="T0" fmla="*/ 138 w 83"/>
                  <a:gd name="T1" fmla="*/ 82 h 151"/>
                  <a:gd name="T2" fmla="*/ 299 w 83"/>
                  <a:gd name="T3" fmla="*/ 101 h 151"/>
                  <a:gd name="T4" fmla="*/ 291 w 83"/>
                  <a:gd name="T5" fmla="*/ 310 h 151"/>
                  <a:gd name="T6" fmla="*/ 177 w 83"/>
                  <a:gd name="T7" fmla="*/ 472 h 151"/>
                  <a:gd name="T8" fmla="*/ 0 w 83"/>
                  <a:gd name="T9" fmla="*/ 523 h 151"/>
                  <a:gd name="T10" fmla="*/ 81 w 83"/>
                  <a:gd name="T11" fmla="*/ 487 h 151"/>
                  <a:gd name="T12" fmla="*/ 74 w 83"/>
                  <a:gd name="T13" fmla="*/ 434 h 151"/>
                  <a:gd name="T14" fmla="*/ 155 w 83"/>
                  <a:gd name="T15" fmla="*/ 378 h 151"/>
                  <a:gd name="T16" fmla="*/ 226 w 83"/>
                  <a:gd name="T17" fmla="*/ 283 h 151"/>
                  <a:gd name="T18" fmla="*/ 177 w 83"/>
                  <a:gd name="T19" fmla="*/ 131 h 151"/>
                  <a:gd name="T20" fmla="*/ 69 w 83"/>
                  <a:gd name="T21" fmla="*/ 73 h 15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3" h="151">
                    <a:moveTo>
                      <a:pt x="36" y="22"/>
                    </a:moveTo>
                    <a:cubicBezTo>
                      <a:pt x="54" y="26"/>
                      <a:pt x="71" y="0"/>
                      <a:pt x="78" y="27"/>
                    </a:cubicBezTo>
                    <a:cubicBezTo>
                      <a:pt x="83" y="44"/>
                      <a:pt x="82" y="65"/>
                      <a:pt x="76" y="82"/>
                    </a:cubicBezTo>
                    <a:cubicBezTo>
                      <a:pt x="70" y="98"/>
                      <a:pt x="60" y="113"/>
                      <a:pt x="46" y="125"/>
                    </a:cubicBezTo>
                    <a:cubicBezTo>
                      <a:pt x="37" y="133"/>
                      <a:pt x="12" y="151"/>
                      <a:pt x="0" y="139"/>
                    </a:cubicBezTo>
                    <a:cubicBezTo>
                      <a:pt x="6" y="136"/>
                      <a:pt x="17" y="134"/>
                      <a:pt x="21" y="129"/>
                    </a:cubicBezTo>
                    <a:cubicBezTo>
                      <a:pt x="25" y="124"/>
                      <a:pt x="27" y="116"/>
                      <a:pt x="19" y="115"/>
                    </a:cubicBezTo>
                    <a:cubicBezTo>
                      <a:pt x="24" y="108"/>
                      <a:pt x="34" y="105"/>
                      <a:pt x="40" y="100"/>
                    </a:cubicBezTo>
                    <a:cubicBezTo>
                      <a:pt x="49" y="93"/>
                      <a:pt x="54" y="86"/>
                      <a:pt x="59" y="75"/>
                    </a:cubicBezTo>
                    <a:cubicBezTo>
                      <a:pt x="67" y="56"/>
                      <a:pt x="67" y="42"/>
                      <a:pt x="46" y="35"/>
                    </a:cubicBezTo>
                    <a:cubicBezTo>
                      <a:pt x="39" y="32"/>
                      <a:pt x="18" y="26"/>
                      <a:pt x="18" y="19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5139" name="Freeform 414">
                <a:extLst>
                  <a:ext uri="{FF2B5EF4-FFF2-40B4-BE49-F238E27FC236}">
                    <a16:creationId xmlns:a16="http://schemas.microsoft.com/office/drawing/2014/main" id="{15444EB2-F367-45E1-B9C4-1028D8CB13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1" y="966"/>
                <a:ext cx="105" cy="110"/>
              </a:xfrm>
              <a:custGeom>
                <a:avLst/>
                <a:gdLst>
                  <a:gd name="T0" fmla="*/ 204 w 67"/>
                  <a:gd name="T1" fmla="*/ 108 h 71"/>
                  <a:gd name="T2" fmla="*/ 216 w 67"/>
                  <a:gd name="T3" fmla="*/ 29 h 71"/>
                  <a:gd name="T4" fmla="*/ 122 w 67"/>
                  <a:gd name="T5" fmla="*/ 0 h 71"/>
                  <a:gd name="T6" fmla="*/ 204 w 67"/>
                  <a:gd name="T7" fmla="*/ 53 h 71"/>
                  <a:gd name="T8" fmla="*/ 150 w 67"/>
                  <a:gd name="T9" fmla="*/ 87 h 71"/>
                  <a:gd name="T10" fmla="*/ 47 w 67"/>
                  <a:gd name="T11" fmla="*/ 22 h 71"/>
                  <a:gd name="T12" fmla="*/ 8 w 67"/>
                  <a:gd name="T13" fmla="*/ 153 h 71"/>
                  <a:gd name="T14" fmla="*/ 34 w 67"/>
                  <a:gd name="T15" fmla="*/ 194 h 71"/>
                  <a:gd name="T16" fmla="*/ 53 w 67"/>
                  <a:gd name="T17" fmla="*/ 263 h 71"/>
                  <a:gd name="T18" fmla="*/ 69 w 67"/>
                  <a:gd name="T19" fmla="*/ 223 h 71"/>
                  <a:gd name="T20" fmla="*/ 66 w 67"/>
                  <a:gd name="T21" fmla="*/ 175 h 71"/>
                  <a:gd name="T22" fmla="*/ 147 w 67"/>
                  <a:gd name="T23" fmla="*/ 136 h 7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67" h="71">
                    <a:moveTo>
                      <a:pt x="53" y="29"/>
                    </a:moveTo>
                    <a:cubicBezTo>
                      <a:pt x="67" y="31"/>
                      <a:pt x="62" y="12"/>
                      <a:pt x="56" y="8"/>
                    </a:cubicBezTo>
                    <a:cubicBezTo>
                      <a:pt x="50" y="2"/>
                      <a:pt x="40" y="1"/>
                      <a:pt x="32" y="0"/>
                    </a:cubicBezTo>
                    <a:cubicBezTo>
                      <a:pt x="36" y="5"/>
                      <a:pt x="52" y="7"/>
                      <a:pt x="53" y="14"/>
                    </a:cubicBezTo>
                    <a:cubicBezTo>
                      <a:pt x="53" y="21"/>
                      <a:pt x="44" y="22"/>
                      <a:pt x="39" y="23"/>
                    </a:cubicBezTo>
                    <a:cubicBezTo>
                      <a:pt x="23" y="25"/>
                      <a:pt x="8" y="23"/>
                      <a:pt x="12" y="6"/>
                    </a:cubicBezTo>
                    <a:cubicBezTo>
                      <a:pt x="2" y="9"/>
                      <a:pt x="0" y="32"/>
                      <a:pt x="2" y="41"/>
                    </a:cubicBezTo>
                    <a:cubicBezTo>
                      <a:pt x="3" y="47"/>
                      <a:pt x="6" y="48"/>
                      <a:pt x="9" y="52"/>
                    </a:cubicBezTo>
                    <a:cubicBezTo>
                      <a:pt x="13" y="59"/>
                      <a:pt x="13" y="62"/>
                      <a:pt x="14" y="71"/>
                    </a:cubicBezTo>
                    <a:cubicBezTo>
                      <a:pt x="15" y="68"/>
                      <a:pt x="18" y="64"/>
                      <a:pt x="18" y="60"/>
                    </a:cubicBezTo>
                    <a:cubicBezTo>
                      <a:pt x="19" y="56"/>
                      <a:pt x="16" y="51"/>
                      <a:pt x="17" y="47"/>
                    </a:cubicBezTo>
                    <a:cubicBezTo>
                      <a:pt x="20" y="38"/>
                      <a:pt x="32" y="40"/>
                      <a:pt x="38" y="37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5140" name="Freeform 415">
                <a:extLst>
                  <a:ext uri="{FF2B5EF4-FFF2-40B4-BE49-F238E27FC236}">
                    <a16:creationId xmlns:a16="http://schemas.microsoft.com/office/drawing/2014/main" id="{C3DAA8D7-49A2-4657-B3D8-A3335C41EA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4" y="1095"/>
                <a:ext cx="14" cy="17"/>
              </a:xfrm>
              <a:custGeom>
                <a:avLst/>
                <a:gdLst>
                  <a:gd name="T0" fmla="*/ 8 w 9"/>
                  <a:gd name="T1" fmla="*/ 0 h 11"/>
                  <a:gd name="T2" fmla="*/ 0 w 9"/>
                  <a:gd name="T3" fmla="*/ 36 h 11"/>
                  <a:gd name="T4" fmla="*/ 34 w 9"/>
                  <a:gd name="T5" fmla="*/ 36 h 11"/>
                  <a:gd name="T6" fmla="*/ 26 w 9"/>
                  <a:gd name="T7" fmla="*/ 0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11">
                    <a:moveTo>
                      <a:pt x="2" y="0"/>
                    </a:moveTo>
                    <a:cubicBezTo>
                      <a:pt x="4" y="4"/>
                      <a:pt x="3" y="7"/>
                      <a:pt x="0" y="10"/>
                    </a:cubicBezTo>
                    <a:cubicBezTo>
                      <a:pt x="3" y="11"/>
                      <a:pt x="6" y="11"/>
                      <a:pt x="9" y="10"/>
                    </a:cubicBezTo>
                    <a:cubicBezTo>
                      <a:pt x="9" y="6"/>
                      <a:pt x="7" y="2"/>
                      <a:pt x="7" y="0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5141" name="Freeform 416">
                <a:extLst>
                  <a:ext uri="{FF2B5EF4-FFF2-40B4-BE49-F238E27FC236}">
                    <a16:creationId xmlns:a16="http://schemas.microsoft.com/office/drawing/2014/main" id="{8BFE2692-A3E3-45F5-AEC3-FD6DDCEECE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9" y="849"/>
                <a:ext cx="65" cy="134"/>
              </a:xfrm>
              <a:custGeom>
                <a:avLst/>
                <a:gdLst>
                  <a:gd name="T0" fmla="*/ 48 w 41"/>
                  <a:gd name="T1" fmla="*/ 39 h 86"/>
                  <a:gd name="T2" fmla="*/ 87 w 41"/>
                  <a:gd name="T3" fmla="*/ 101 h 86"/>
                  <a:gd name="T4" fmla="*/ 103 w 41"/>
                  <a:gd name="T5" fmla="*/ 168 h 86"/>
                  <a:gd name="T6" fmla="*/ 143 w 41"/>
                  <a:gd name="T7" fmla="*/ 212 h 86"/>
                  <a:gd name="T8" fmla="*/ 138 w 41"/>
                  <a:gd name="T9" fmla="*/ 326 h 86"/>
                  <a:gd name="T10" fmla="*/ 138 w 41"/>
                  <a:gd name="T11" fmla="*/ 262 h 86"/>
                  <a:gd name="T12" fmla="*/ 73 w 41"/>
                  <a:gd name="T13" fmla="*/ 243 h 86"/>
                  <a:gd name="T14" fmla="*/ 0 w 41"/>
                  <a:gd name="T15" fmla="*/ 19 h 8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1" h="86">
                    <a:moveTo>
                      <a:pt x="12" y="10"/>
                    </a:moveTo>
                    <a:cubicBezTo>
                      <a:pt x="23" y="16"/>
                      <a:pt x="21" y="16"/>
                      <a:pt x="22" y="27"/>
                    </a:cubicBezTo>
                    <a:cubicBezTo>
                      <a:pt x="22" y="33"/>
                      <a:pt x="22" y="39"/>
                      <a:pt x="26" y="44"/>
                    </a:cubicBezTo>
                    <a:cubicBezTo>
                      <a:pt x="29" y="49"/>
                      <a:pt x="34" y="51"/>
                      <a:pt x="36" y="56"/>
                    </a:cubicBezTo>
                    <a:cubicBezTo>
                      <a:pt x="41" y="64"/>
                      <a:pt x="36" y="78"/>
                      <a:pt x="35" y="86"/>
                    </a:cubicBezTo>
                    <a:cubicBezTo>
                      <a:pt x="34" y="81"/>
                      <a:pt x="38" y="74"/>
                      <a:pt x="35" y="69"/>
                    </a:cubicBezTo>
                    <a:cubicBezTo>
                      <a:pt x="31" y="63"/>
                      <a:pt x="25" y="66"/>
                      <a:pt x="18" y="64"/>
                    </a:cubicBezTo>
                    <a:cubicBezTo>
                      <a:pt x="18" y="55"/>
                      <a:pt x="13" y="0"/>
                      <a:pt x="0" y="5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5142" name="Freeform 417">
                <a:extLst>
                  <a:ext uri="{FF2B5EF4-FFF2-40B4-BE49-F238E27FC236}">
                    <a16:creationId xmlns:a16="http://schemas.microsoft.com/office/drawing/2014/main" id="{3CD437A8-1DC0-4E6A-B130-68CA107427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9" y="989"/>
                <a:ext cx="20" cy="44"/>
              </a:xfrm>
              <a:custGeom>
                <a:avLst/>
                <a:gdLst>
                  <a:gd name="T0" fmla="*/ 48 w 13"/>
                  <a:gd name="T1" fmla="*/ 20 h 28"/>
                  <a:gd name="T2" fmla="*/ 40 w 13"/>
                  <a:gd name="T3" fmla="*/ 108 h 2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28">
                    <a:moveTo>
                      <a:pt x="13" y="5"/>
                    </a:moveTo>
                    <a:cubicBezTo>
                      <a:pt x="0" y="0"/>
                      <a:pt x="8" y="26"/>
                      <a:pt x="11" y="28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5143" name="Freeform 418">
                <a:extLst>
                  <a:ext uri="{FF2B5EF4-FFF2-40B4-BE49-F238E27FC236}">
                    <a16:creationId xmlns:a16="http://schemas.microsoft.com/office/drawing/2014/main" id="{FCBEEC69-A343-42E6-B7E1-3CB5C6AB4E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9" y="1002"/>
                <a:ext cx="14" cy="32"/>
              </a:xfrm>
              <a:custGeom>
                <a:avLst/>
                <a:gdLst>
                  <a:gd name="T0" fmla="*/ 8 w 9"/>
                  <a:gd name="T1" fmla="*/ 0 h 21"/>
                  <a:gd name="T2" fmla="*/ 0 w 9"/>
                  <a:gd name="T3" fmla="*/ 75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21">
                    <a:moveTo>
                      <a:pt x="2" y="0"/>
                    </a:moveTo>
                    <a:cubicBezTo>
                      <a:pt x="9" y="3"/>
                      <a:pt x="5" y="17"/>
                      <a:pt x="0" y="21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5144" name="Freeform 419">
                <a:extLst>
                  <a:ext uri="{FF2B5EF4-FFF2-40B4-BE49-F238E27FC236}">
                    <a16:creationId xmlns:a16="http://schemas.microsoft.com/office/drawing/2014/main" id="{8B12F8F7-150D-446A-8459-E06CB3C7F9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6" y="1173"/>
                <a:ext cx="116" cy="195"/>
              </a:xfrm>
              <a:custGeom>
                <a:avLst/>
                <a:gdLst>
                  <a:gd name="T0" fmla="*/ 22 w 74"/>
                  <a:gd name="T1" fmla="*/ 42 h 125"/>
                  <a:gd name="T2" fmla="*/ 150 w 74"/>
                  <a:gd name="T3" fmla="*/ 374 h 125"/>
                  <a:gd name="T4" fmla="*/ 285 w 74"/>
                  <a:gd name="T5" fmla="*/ 392 h 125"/>
                  <a:gd name="T6" fmla="*/ 208 w 74"/>
                  <a:gd name="T7" fmla="*/ 368 h 125"/>
                  <a:gd name="T8" fmla="*/ 155 w 74"/>
                  <a:gd name="T9" fmla="*/ 168 h 125"/>
                  <a:gd name="T10" fmla="*/ 116 w 74"/>
                  <a:gd name="T11" fmla="*/ 90 h 125"/>
                  <a:gd name="T12" fmla="*/ 0 w 74"/>
                  <a:gd name="T13" fmla="*/ 0 h 12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4" h="125">
                    <a:moveTo>
                      <a:pt x="6" y="11"/>
                    </a:moveTo>
                    <a:cubicBezTo>
                      <a:pt x="12" y="34"/>
                      <a:pt x="26" y="79"/>
                      <a:pt x="39" y="99"/>
                    </a:cubicBezTo>
                    <a:cubicBezTo>
                      <a:pt x="50" y="116"/>
                      <a:pt x="64" y="125"/>
                      <a:pt x="74" y="103"/>
                    </a:cubicBezTo>
                    <a:cubicBezTo>
                      <a:pt x="68" y="113"/>
                      <a:pt x="59" y="104"/>
                      <a:pt x="54" y="97"/>
                    </a:cubicBezTo>
                    <a:cubicBezTo>
                      <a:pt x="45" y="82"/>
                      <a:pt x="32" y="58"/>
                      <a:pt x="40" y="44"/>
                    </a:cubicBezTo>
                    <a:cubicBezTo>
                      <a:pt x="48" y="32"/>
                      <a:pt x="44" y="32"/>
                      <a:pt x="30" y="24"/>
                    </a:cubicBezTo>
                    <a:cubicBezTo>
                      <a:pt x="22" y="19"/>
                      <a:pt x="6" y="7"/>
                      <a:pt x="0" y="0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5145" name="Freeform 420">
                <a:extLst>
                  <a:ext uri="{FF2B5EF4-FFF2-40B4-BE49-F238E27FC236}">
                    <a16:creationId xmlns:a16="http://schemas.microsoft.com/office/drawing/2014/main" id="{B2DE32AC-B829-4FDA-A7AA-1A94787B77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5" y="1173"/>
                <a:ext cx="136" cy="112"/>
              </a:xfrm>
              <a:custGeom>
                <a:avLst/>
                <a:gdLst>
                  <a:gd name="T0" fmla="*/ 13 w 87"/>
                  <a:gd name="T1" fmla="*/ 95 h 72"/>
                  <a:gd name="T2" fmla="*/ 122 w 87"/>
                  <a:gd name="T3" fmla="*/ 0 h 72"/>
                  <a:gd name="T4" fmla="*/ 156 w 87"/>
                  <a:gd name="T5" fmla="*/ 182 h 72"/>
                  <a:gd name="T6" fmla="*/ 333 w 87"/>
                  <a:gd name="T7" fmla="*/ 271 h 72"/>
                  <a:gd name="T8" fmla="*/ 130 w 87"/>
                  <a:gd name="T9" fmla="*/ 222 h 72"/>
                  <a:gd name="T10" fmla="*/ 81 w 87"/>
                  <a:gd name="T11" fmla="*/ 135 h 72"/>
                  <a:gd name="T12" fmla="*/ 0 w 87"/>
                  <a:gd name="T13" fmla="*/ 114 h 7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7" h="72">
                    <a:moveTo>
                      <a:pt x="3" y="25"/>
                    </a:moveTo>
                    <a:cubicBezTo>
                      <a:pt x="16" y="22"/>
                      <a:pt x="22" y="2"/>
                      <a:pt x="32" y="0"/>
                    </a:cubicBezTo>
                    <a:cubicBezTo>
                      <a:pt x="35" y="18"/>
                      <a:pt x="29" y="32"/>
                      <a:pt x="41" y="48"/>
                    </a:cubicBezTo>
                    <a:cubicBezTo>
                      <a:pt x="54" y="63"/>
                      <a:pt x="71" y="63"/>
                      <a:pt x="87" y="72"/>
                    </a:cubicBezTo>
                    <a:cubicBezTo>
                      <a:pt x="72" y="71"/>
                      <a:pt x="45" y="72"/>
                      <a:pt x="34" y="59"/>
                    </a:cubicBezTo>
                    <a:cubicBezTo>
                      <a:pt x="28" y="52"/>
                      <a:pt x="29" y="41"/>
                      <a:pt x="21" y="36"/>
                    </a:cubicBezTo>
                    <a:cubicBezTo>
                      <a:pt x="15" y="32"/>
                      <a:pt x="6" y="34"/>
                      <a:pt x="0" y="30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5146" name="Freeform 421">
                <a:extLst>
                  <a:ext uri="{FF2B5EF4-FFF2-40B4-BE49-F238E27FC236}">
                    <a16:creationId xmlns:a16="http://schemas.microsoft.com/office/drawing/2014/main" id="{80CDB154-A739-405D-89B5-30ED37294F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4" y="1332"/>
                <a:ext cx="212" cy="43"/>
              </a:xfrm>
              <a:custGeom>
                <a:avLst/>
                <a:gdLst>
                  <a:gd name="T0" fmla="*/ 113 w 135"/>
                  <a:gd name="T1" fmla="*/ 40 h 28"/>
                  <a:gd name="T2" fmla="*/ 328 w 135"/>
                  <a:gd name="T3" fmla="*/ 75 h 28"/>
                  <a:gd name="T4" fmla="*/ 523 w 135"/>
                  <a:gd name="T5" fmla="*/ 74 h 28"/>
                  <a:gd name="T6" fmla="*/ 264 w 135"/>
                  <a:gd name="T7" fmla="*/ 22 h 28"/>
                  <a:gd name="T8" fmla="*/ 0 w 135"/>
                  <a:gd name="T9" fmla="*/ 34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5" h="28">
                    <a:moveTo>
                      <a:pt x="29" y="11"/>
                    </a:moveTo>
                    <a:cubicBezTo>
                      <a:pt x="48" y="12"/>
                      <a:pt x="66" y="18"/>
                      <a:pt x="85" y="21"/>
                    </a:cubicBezTo>
                    <a:cubicBezTo>
                      <a:pt x="99" y="23"/>
                      <a:pt x="123" y="28"/>
                      <a:pt x="135" y="20"/>
                    </a:cubicBezTo>
                    <a:cubicBezTo>
                      <a:pt x="114" y="20"/>
                      <a:pt x="88" y="10"/>
                      <a:pt x="68" y="6"/>
                    </a:cubicBezTo>
                    <a:cubicBezTo>
                      <a:pt x="44" y="1"/>
                      <a:pt x="20" y="0"/>
                      <a:pt x="0" y="9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5147" name="Freeform 422">
                <a:extLst>
                  <a:ext uri="{FF2B5EF4-FFF2-40B4-BE49-F238E27FC236}">
                    <a16:creationId xmlns:a16="http://schemas.microsoft.com/office/drawing/2014/main" id="{68750D02-2A13-489C-A378-2A0DB2C9BB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0" y="1598"/>
                <a:ext cx="127" cy="328"/>
              </a:xfrm>
              <a:custGeom>
                <a:avLst/>
                <a:gdLst>
                  <a:gd name="T0" fmla="*/ 290 w 81"/>
                  <a:gd name="T1" fmla="*/ 8 h 211"/>
                  <a:gd name="T2" fmla="*/ 293 w 81"/>
                  <a:gd name="T3" fmla="*/ 392 h 211"/>
                  <a:gd name="T4" fmla="*/ 270 w 81"/>
                  <a:gd name="T5" fmla="*/ 567 h 211"/>
                  <a:gd name="T6" fmla="*/ 252 w 81"/>
                  <a:gd name="T7" fmla="*/ 664 h 211"/>
                  <a:gd name="T8" fmla="*/ 229 w 81"/>
                  <a:gd name="T9" fmla="*/ 793 h 211"/>
                  <a:gd name="T10" fmla="*/ 243 w 81"/>
                  <a:gd name="T11" fmla="*/ 628 h 211"/>
                  <a:gd name="T12" fmla="*/ 237 w 81"/>
                  <a:gd name="T13" fmla="*/ 406 h 211"/>
                  <a:gd name="T14" fmla="*/ 129 w 81"/>
                  <a:gd name="T15" fmla="*/ 361 h 211"/>
                  <a:gd name="T16" fmla="*/ 0 w 81"/>
                  <a:gd name="T17" fmla="*/ 319 h 211"/>
                  <a:gd name="T18" fmla="*/ 100 w 81"/>
                  <a:gd name="T19" fmla="*/ 305 h 211"/>
                  <a:gd name="T20" fmla="*/ 209 w 81"/>
                  <a:gd name="T21" fmla="*/ 239 h 211"/>
                  <a:gd name="T22" fmla="*/ 88 w 81"/>
                  <a:gd name="T23" fmla="*/ 176 h 211"/>
                  <a:gd name="T24" fmla="*/ 190 w 81"/>
                  <a:gd name="T25" fmla="*/ 30 h 211"/>
                  <a:gd name="T26" fmla="*/ 278 w 81"/>
                  <a:gd name="T27" fmla="*/ 0 h 21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81" h="211">
                    <a:moveTo>
                      <a:pt x="75" y="2"/>
                    </a:moveTo>
                    <a:cubicBezTo>
                      <a:pt x="65" y="35"/>
                      <a:pt x="81" y="71"/>
                      <a:pt x="76" y="104"/>
                    </a:cubicBezTo>
                    <a:cubicBezTo>
                      <a:pt x="74" y="120"/>
                      <a:pt x="72" y="135"/>
                      <a:pt x="70" y="151"/>
                    </a:cubicBezTo>
                    <a:cubicBezTo>
                      <a:pt x="70" y="160"/>
                      <a:pt x="67" y="168"/>
                      <a:pt x="66" y="177"/>
                    </a:cubicBezTo>
                    <a:cubicBezTo>
                      <a:pt x="66" y="188"/>
                      <a:pt x="66" y="202"/>
                      <a:pt x="59" y="211"/>
                    </a:cubicBezTo>
                    <a:cubicBezTo>
                      <a:pt x="65" y="197"/>
                      <a:pt x="62" y="181"/>
                      <a:pt x="63" y="167"/>
                    </a:cubicBezTo>
                    <a:cubicBezTo>
                      <a:pt x="64" y="148"/>
                      <a:pt x="70" y="126"/>
                      <a:pt x="61" y="108"/>
                    </a:cubicBezTo>
                    <a:cubicBezTo>
                      <a:pt x="56" y="97"/>
                      <a:pt x="45" y="99"/>
                      <a:pt x="33" y="96"/>
                    </a:cubicBezTo>
                    <a:cubicBezTo>
                      <a:pt x="22" y="93"/>
                      <a:pt x="11" y="88"/>
                      <a:pt x="0" y="85"/>
                    </a:cubicBezTo>
                    <a:cubicBezTo>
                      <a:pt x="7" y="81"/>
                      <a:pt x="17" y="84"/>
                      <a:pt x="26" y="81"/>
                    </a:cubicBezTo>
                    <a:cubicBezTo>
                      <a:pt x="36" y="78"/>
                      <a:pt x="47" y="73"/>
                      <a:pt x="54" y="64"/>
                    </a:cubicBezTo>
                    <a:cubicBezTo>
                      <a:pt x="72" y="37"/>
                      <a:pt x="39" y="40"/>
                      <a:pt x="23" y="47"/>
                    </a:cubicBezTo>
                    <a:cubicBezTo>
                      <a:pt x="31" y="36"/>
                      <a:pt x="36" y="14"/>
                      <a:pt x="49" y="8"/>
                    </a:cubicBezTo>
                    <a:cubicBezTo>
                      <a:pt x="56" y="5"/>
                      <a:pt x="70" y="8"/>
                      <a:pt x="72" y="0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5148" name="Freeform 423">
                <a:extLst>
                  <a:ext uri="{FF2B5EF4-FFF2-40B4-BE49-F238E27FC236}">
                    <a16:creationId xmlns:a16="http://schemas.microsoft.com/office/drawing/2014/main" id="{21D70277-1D73-4AC8-9F36-EE2E56CA1D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3" y="1950"/>
                <a:ext cx="66" cy="264"/>
              </a:xfrm>
              <a:custGeom>
                <a:avLst/>
                <a:gdLst>
                  <a:gd name="T0" fmla="*/ 135 w 42"/>
                  <a:gd name="T1" fmla="*/ 127 h 170"/>
                  <a:gd name="T2" fmla="*/ 141 w 42"/>
                  <a:gd name="T3" fmla="*/ 284 h 170"/>
                  <a:gd name="T4" fmla="*/ 124 w 42"/>
                  <a:gd name="T5" fmla="*/ 393 h 170"/>
                  <a:gd name="T6" fmla="*/ 104 w 42"/>
                  <a:gd name="T7" fmla="*/ 506 h 170"/>
                  <a:gd name="T8" fmla="*/ 0 w 42"/>
                  <a:gd name="T9" fmla="*/ 637 h 170"/>
                  <a:gd name="T10" fmla="*/ 77 w 42"/>
                  <a:gd name="T11" fmla="*/ 449 h 170"/>
                  <a:gd name="T12" fmla="*/ 22 w 42"/>
                  <a:gd name="T13" fmla="*/ 413 h 170"/>
                  <a:gd name="T14" fmla="*/ 82 w 42"/>
                  <a:gd name="T15" fmla="*/ 337 h 170"/>
                  <a:gd name="T16" fmla="*/ 124 w 42"/>
                  <a:gd name="T17" fmla="*/ 171 h 170"/>
                  <a:gd name="T18" fmla="*/ 143 w 42"/>
                  <a:gd name="T19" fmla="*/ 95 h 170"/>
                  <a:gd name="T20" fmla="*/ 163 w 42"/>
                  <a:gd name="T21" fmla="*/ 0 h 17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2" h="170">
                    <a:moveTo>
                      <a:pt x="35" y="34"/>
                    </a:moveTo>
                    <a:cubicBezTo>
                      <a:pt x="39" y="45"/>
                      <a:pt x="37" y="64"/>
                      <a:pt x="36" y="76"/>
                    </a:cubicBezTo>
                    <a:cubicBezTo>
                      <a:pt x="36" y="86"/>
                      <a:pt x="34" y="95"/>
                      <a:pt x="32" y="105"/>
                    </a:cubicBezTo>
                    <a:cubicBezTo>
                      <a:pt x="31" y="115"/>
                      <a:pt x="30" y="125"/>
                      <a:pt x="27" y="135"/>
                    </a:cubicBezTo>
                    <a:cubicBezTo>
                      <a:pt x="23" y="152"/>
                      <a:pt x="14" y="160"/>
                      <a:pt x="0" y="170"/>
                    </a:cubicBezTo>
                    <a:cubicBezTo>
                      <a:pt x="11" y="163"/>
                      <a:pt x="32" y="133"/>
                      <a:pt x="20" y="120"/>
                    </a:cubicBezTo>
                    <a:cubicBezTo>
                      <a:pt x="16" y="116"/>
                      <a:pt x="6" y="118"/>
                      <a:pt x="6" y="110"/>
                    </a:cubicBezTo>
                    <a:cubicBezTo>
                      <a:pt x="6" y="105"/>
                      <a:pt x="19" y="94"/>
                      <a:pt x="21" y="90"/>
                    </a:cubicBezTo>
                    <a:cubicBezTo>
                      <a:pt x="33" y="76"/>
                      <a:pt x="30" y="63"/>
                      <a:pt x="32" y="46"/>
                    </a:cubicBezTo>
                    <a:cubicBezTo>
                      <a:pt x="34" y="39"/>
                      <a:pt x="36" y="32"/>
                      <a:pt x="37" y="25"/>
                    </a:cubicBezTo>
                    <a:cubicBezTo>
                      <a:pt x="38" y="16"/>
                      <a:pt x="35" y="6"/>
                      <a:pt x="42" y="0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5149" name="Freeform 424">
                <a:extLst>
                  <a:ext uri="{FF2B5EF4-FFF2-40B4-BE49-F238E27FC236}">
                    <a16:creationId xmlns:a16="http://schemas.microsoft.com/office/drawing/2014/main" id="{79E22488-7BD2-4DA7-A7A3-27BC1F4179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5" y="2487"/>
                <a:ext cx="64" cy="90"/>
              </a:xfrm>
              <a:custGeom>
                <a:avLst/>
                <a:gdLst>
                  <a:gd name="T0" fmla="*/ 156 w 41"/>
                  <a:gd name="T1" fmla="*/ 0 h 58"/>
                  <a:gd name="T2" fmla="*/ 134 w 41"/>
                  <a:gd name="T3" fmla="*/ 157 h 58"/>
                  <a:gd name="T4" fmla="*/ 0 w 41"/>
                  <a:gd name="T5" fmla="*/ 175 h 58"/>
                  <a:gd name="T6" fmla="*/ 73 w 41"/>
                  <a:gd name="T7" fmla="*/ 164 h 58"/>
                  <a:gd name="T8" fmla="*/ 81 w 41"/>
                  <a:gd name="T9" fmla="*/ 96 h 58"/>
                  <a:gd name="T10" fmla="*/ 142 w 41"/>
                  <a:gd name="T11" fmla="*/ 12 h 5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1" h="58">
                    <a:moveTo>
                      <a:pt x="41" y="0"/>
                    </a:moveTo>
                    <a:cubicBezTo>
                      <a:pt x="40" y="13"/>
                      <a:pt x="41" y="30"/>
                      <a:pt x="35" y="42"/>
                    </a:cubicBezTo>
                    <a:cubicBezTo>
                      <a:pt x="27" y="58"/>
                      <a:pt x="14" y="49"/>
                      <a:pt x="0" y="47"/>
                    </a:cubicBezTo>
                    <a:cubicBezTo>
                      <a:pt x="5" y="47"/>
                      <a:pt x="15" y="48"/>
                      <a:pt x="19" y="44"/>
                    </a:cubicBezTo>
                    <a:cubicBezTo>
                      <a:pt x="26" y="37"/>
                      <a:pt x="21" y="33"/>
                      <a:pt x="21" y="26"/>
                    </a:cubicBezTo>
                    <a:cubicBezTo>
                      <a:pt x="22" y="13"/>
                      <a:pt x="33" y="12"/>
                      <a:pt x="37" y="3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5150" name="Freeform 425">
                <a:extLst>
                  <a:ext uri="{FF2B5EF4-FFF2-40B4-BE49-F238E27FC236}">
                    <a16:creationId xmlns:a16="http://schemas.microsoft.com/office/drawing/2014/main" id="{41F444FA-F81E-485B-8773-6D394B910A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8" y="1632"/>
                <a:ext cx="170" cy="70"/>
              </a:xfrm>
              <a:custGeom>
                <a:avLst/>
                <a:gdLst>
                  <a:gd name="T0" fmla="*/ 20 w 108"/>
                  <a:gd name="T1" fmla="*/ 143 h 45"/>
                  <a:gd name="T2" fmla="*/ 258 w 108"/>
                  <a:gd name="T3" fmla="*/ 140 h 45"/>
                  <a:gd name="T4" fmla="*/ 327 w 108"/>
                  <a:gd name="T5" fmla="*/ 19 h 45"/>
                  <a:gd name="T6" fmla="*/ 233 w 108"/>
                  <a:gd name="T7" fmla="*/ 73 h 45"/>
                  <a:gd name="T8" fmla="*/ 0 w 108"/>
                  <a:gd name="T9" fmla="*/ 135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8" h="45">
                    <a:moveTo>
                      <a:pt x="5" y="38"/>
                    </a:moveTo>
                    <a:cubicBezTo>
                      <a:pt x="24" y="43"/>
                      <a:pt x="48" y="41"/>
                      <a:pt x="66" y="37"/>
                    </a:cubicBezTo>
                    <a:cubicBezTo>
                      <a:pt x="77" y="34"/>
                      <a:pt x="108" y="16"/>
                      <a:pt x="84" y="5"/>
                    </a:cubicBezTo>
                    <a:cubicBezTo>
                      <a:pt x="72" y="0"/>
                      <a:pt x="68" y="12"/>
                      <a:pt x="60" y="19"/>
                    </a:cubicBezTo>
                    <a:cubicBezTo>
                      <a:pt x="49" y="29"/>
                      <a:pt x="14" y="45"/>
                      <a:pt x="0" y="36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5151" name="Freeform 426">
                <a:extLst>
                  <a:ext uri="{FF2B5EF4-FFF2-40B4-BE49-F238E27FC236}">
                    <a16:creationId xmlns:a16="http://schemas.microsoft.com/office/drawing/2014/main" id="{36127EF9-7CDD-4F5B-A6AA-2CFD9A88C9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5" y="1352"/>
                <a:ext cx="99" cy="384"/>
              </a:xfrm>
              <a:custGeom>
                <a:avLst/>
                <a:gdLst>
                  <a:gd name="T0" fmla="*/ 0 w 63"/>
                  <a:gd name="T1" fmla="*/ 0 h 247"/>
                  <a:gd name="T2" fmla="*/ 170 w 63"/>
                  <a:gd name="T3" fmla="*/ 297 h 247"/>
                  <a:gd name="T4" fmla="*/ 203 w 63"/>
                  <a:gd name="T5" fmla="*/ 658 h 247"/>
                  <a:gd name="T6" fmla="*/ 245 w 63"/>
                  <a:gd name="T7" fmla="*/ 928 h 247"/>
                  <a:gd name="T8" fmla="*/ 151 w 63"/>
                  <a:gd name="T9" fmla="*/ 622 h 247"/>
                  <a:gd name="T10" fmla="*/ 0 w 63"/>
                  <a:gd name="T11" fmla="*/ 0 h 24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3" h="247">
                    <a:moveTo>
                      <a:pt x="0" y="0"/>
                    </a:moveTo>
                    <a:cubicBezTo>
                      <a:pt x="14" y="5"/>
                      <a:pt x="31" y="23"/>
                      <a:pt x="44" y="79"/>
                    </a:cubicBezTo>
                    <a:cubicBezTo>
                      <a:pt x="57" y="135"/>
                      <a:pt x="53" y="158"/>
                      <a:pt x="52" y="175"/>
                    </a:cubicBezTo>
                    <a:cubicBezTo>
                      <a:pt x="51" y="192"/>
                      <a:pt x="60" y="222"/>
                      <a:pt x="63" y="247"/>
                    </a:cubicBezTo>
                    <a:cubicBezTo>
                      <a:pt x="59" y="218"/>
                      <a:pt x="42" y="188"/>
                      <a:pt x="39" y="165"/>
                    </a:cubicBezTo>
                    <a:cubicBezTo>
                      <a:pt x="36" y="142"/>
                      <a:pt x="32" y="23"/>
                      <a:pt x="0" y="0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5152" name="Freeform 427">
                <a:extLst>
                  <a:ext uri="{FF2B5EF4-FFF2-40B4-BE49-F238E27FC236}">
                    <a16:creationId xmlns:a16="http://schemas.microsoft.com/office/drawing/2014/main" id="{EF26FECD-865C-46AF-9FD6-C4EB6CA991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4" y="1968"/>
                <a:ext cx="31" cy="347"/>
              </a:xfrm>
              <a:custGeom>
                <a:avLst/>
                <a:gdLst>
                  <a:gd name="T0" fmla="*/ 12 w 20"/>
                  <a:gd name="T1" fmla="*/ 369 h 223"/>
                  <a:gd name="T2" fmla="*/ 74 w 20"/>
                  <a:gd name="T3" fmla="*/ 840 h 223"/>
                  <a:gd name="T4" fmla="*/ 45 w 20"/>
                  <a:gd name="T5" fmla="*/ 412 h 223"/>
                  <a:gd name="T6" fmla="*/ 5 w 20"/>
                  <a:gd name="T7" fmla="*/ 0 h 223"/>
                  <a:gd name="T8" fmla="*/ 12 w 20"/>
                  <a:gd name="T9" fmla="*/ 369 h 2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223">
                    <a:moveTo>
                      <a:pt x="3" y="98"/>
                    </a:moveTo>
                    <a:cubicBezTo>
                      <a:pt x="4" y="117"/>
                      <a:pt x="13" y="196"/>
                      <a:pt x="20" y="223"/>
                    </a:cubicBezTo>
                    <a:cubicBezTo>
                      <a:pt x="18" y="207"/>
                      <a:pt x="13" y="160"/>
                      <a:pt x="12" y="109"/>
                    </a:cubicBezTo>
                    <a:cubicBezTo>
                      <a:pt x="11" y="58"/>
                      <a:pt x="6" y="23"/>
                      <a:pt x="1" y="0"/>
                    </a:cubicBezTo>
                    <a:cubicBezTo>
                      <a:pt x="0" y="24"/>
                      <a:pt x="2" y="76"/>
                      <a:pt x="3" y="98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5153" name="Freeform 428">
                <a:extLst>
                  <a:ext uri="{FF2B5EF4-FFF2-40B4-BE49-F238E27FC236}">
                    <a16:creationId xmlns:a16="http://schemas.microsoft.com/office/drawing/2014/main" id="{B89C22BA-74E7-40AD-B946-41AD98C643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5" y="2456"/>
                <a:ext cx="89" cy="177"/>
              </a:xfrm>
              <a:custGeom>
                <a:avLst/>
                <a:gdLst>
                  <a:gd name="T0" fmla="*/ 73 w 57"/>
                  <a:gd name="T1" fmla="*/ 30 h 114"/>
                  <a:gd name="T2" fmla="*/ 130 w 57"/>
                  <a:gd name="T3" fmla="*/ 121 h 114"/>
                  <a:gd name="T4" fmla="*/ 195 w 57"/>
                  <a:gd name="T5" fmla="*/ 165 h 114"/>
                  <a:gd name="T6" fmla="*/ 195 w 57"/>
                  <a:gd name="T7" fmla="*/ 258 h 114"/>
                  <a:gd name="T8" fmla="*/ 151 w 57"/>
                  <a:gd name="T9" fmla="*/ 427 h 114"/>
                  <a:gd name="T10" fmla="*/ 175 w 57"/>
                  <a:gd name="T11" fmla="*/ 245 h 114"/>
                  <a:gd name="T12" fmla="*/ 109 w 57"/>
                  <a:gd name="T13" fmla="*/ 191 h 114"/>
                  <a:gd name="T14" fmla="*/ 42 w 57"/>
                  <a:gd name="T15" fmla="*/ 101 h 114"/>
                  <a:gd name="T16" fmla="*/ 42 w 57"/>
                  <a:gd name="T17" fmla="*/ 0 h 114"/>
                  <a:gd name="T18" fmla="*/ 61 w 57"/>
                  <a:gd name="T19" fmla="*/ 19 h 11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7" h="114">
                    <a:moveTo>
                      <a:pt x="19" y="8"/>
                    </a:moveTo>
                    <a:cubicBezTo>
                      <a:pt x="24" y="16"/>
                      <a:pt x="28" y="25"/>
                      <a:pt x="34" y="32"/>
                    </a:cubicBezTo>
                    <a:cubicBezTo>
                      <a:pt x="39" y="37"/>
                      <a:pt x="47" y="39"/>
                      <a:pt x="51" y="44"/>
                    </a:cubicBezTo>
                    <a:cubicBezTo>
                      <a:pt x="57" y="51"/>
                      <a:pt x="54" y="61"/>
                      <a:pt x="51" y="69"/>
                    </a:cubicBezTo>
                    <a:cubicBezTo>
                      <a:pt x="48" y="84"/>
                      <a:pt x="44" y="99"/>
                      <a:pt x="40" y="114"/>
                    </a:cubicBezTo>
                    <a:cubicBezTo>
                      <a:pt x="43" y="102"/>
                      <a:pt x="51" y="79"/>
                      <a:pt x="46" y="66"/>
                    </a:cubicBezTo>
                    <a:cubicBezTo>
                      <a:pt x="44" y="59"/>
                      <a:pt x="36" y="55"/>
                      <a:pt x="29" y="51"/>
                    </a:cubicBezTo>
                    <a:cubicBezTo>
                      <a:pt x="15" y="44"/>
                      <a:pt x="15" y="43"/>
                      <a:pt x="11" y="27"/>
                    </a:cubicBezTo>
                    <a:cubicBezTo>
                      <a:pt x="7" y="16"/>
                      <a:pt x="0" y="7"/>
                      <a:pt x="11" y="0"/>
                    </a:cubicBezTo>
                    <a:cubicBezTo>
                      <a:pt x="13" y="1"/>
                      <a:pt x="16" y="5"/>
                      <a:pt x="16" y="5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5154" name="Freeform 429">
                <a:extLst>
                  <a:ext uri="{FF2B5EF4-FFF2-40B4-BE49-F238E27FC236}">
                    <a16:creationId xmlns:a16="http://schemas.microsoft.com/office/drawing/2014/main" id="{5848E0F8-308D-4145-94D1-FB4348FE5C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7" y="2451"/>
                <a:ext cx="75" cy="79"/>
              </a:xfrm>
              <a:custGeom>
                <a:avLst/>
                <a:gdLst>
                  <a:gd name="T0" fmla="*/ 183 w 48"/>
                  <a:gd name="T1" fmla="*/ 45 h 51"/>
                  <a:gd name="T2" fmla="*/ 69 w 48"/>
                  <a:gd name="T3" fmla="*/ 36 h 51"/>
                  <a:gd name="T4" fmla="*/ 14 w 48"/>
                  <a:gd name="T5" fmla="*/ 189 h 51"/>
                  <a:gd name="T6" fmla="*/ 73 w 48"/>
                  <a:gd name="T7" fmla="*/ 74 h 51"/>
                  <a:gd name="T8" fmla="*/ 177 w 48"/>
                  <a:gd name="T9" fmla="*/ 88 h 5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8" h="51">
                    <a:moveTo>
                      <a:pt x="48" y="12"/>
                    </a:moveTo>
                    <a:cubicBezTo>
                      <a:pt x="41" y="0"/>
                      <a:pt x="29" y="2"/>
                      <a:pt x="18" y="10"/>
                    </a:cubicBezTo>
                    <a:cubicBezTo>
                      <a:pt x="4" y="19"/>
                      <a:pt x="0" y="35"/>
                      <a:pt x="4" y="51"/>
                    </a:cubicBezTo>
                    <a:cubicBezTo>
                      <a:pt x="11" y="40"/>
                      <a:pt x="5" y="27"/>
                      <a:pt x="19" y="20"/>
                    </a:cubicBezTo>
                    <a:cubicBezTo>
                      <a:pt x="28" y="15"/>
                      <a:pt x="38" y="19"/>
                      <a:pt x="46" y="24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5155" name="Freeform 430">
                <a:extLst>
                  <a:ext uri="{FF2B5EF4-FFF2-40B4-BE49-F238E27FC236}">
                    <a16:creationId xmlns:a16="http://schemas.microsoft.com/office/drawing/2014/main" id="{AEC4338A-7C6A-4708-A9AB-D15DE7083B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8" y="2423"/>
                <a:ext cx="83" cy="162"/>
              </a:xfrm>
              <a:custGeom>
                <a:avLst/>
                <a:gdLst>
                  <a:gd name="T0" fmla="*/ 0 w 53"/>
                  <a:gd name="T1" fmla="*/ 0 h 104"/>
                  <a:gd name="T2" fmla="*/ 116 w 53"/>
                  <a:gd name="T3" fmla="*/ 190 h 104"/>
                  <a:gd name="T4" fmla="*/ 189 w 53"/>
                  <a:gd name="T5" fmla="*/ 393 h 104"/>
                  <a:gd name="T6" fmla="*/ 155 w 53"/>
                  <a:gd name="T7" fmla="*/ 305 h 104"/>
                  <a:gd name="T8" fmla="*/ 100 w 53"/>
                  <a:gd name="T9" fmla="*/ 257 h 104"/>
                  <a:gd name="T10" fmla="*/ 100 w 53"/>
                  <a:gd name="T11" fmla="*/ 182 h 104"/>
                  <a:gd name="T12" fmla="*/ 74 w 53"/>
                  <a:gd name="T13" fmla="*/ 129 h 104"/>
                  <a:gd name="T14" fmla="*/ 8 w 53"/>
                  <a:gd name="T15" fmla="*/ 14 h 10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3" h="104">
                    <a:moveTo>
                      <a:pt x="0" y="0"/>
                    </a:moveTo>
                    <a:cubicBezTo>
                      <a:pt x="11" y="16"/>
                      <a:pt x="21" y="32"/>
                      <a:pt x="30" y="50"/>
                    </a:cubicBezTo>
                    <a:cubicBezTo>
                      <a:pt x="38" y="64"/>
                      <a:pt x="53" y="86"/>
                      <a:pt x="49" y="104"/>
                    </a:cubicBezTo>
                    <a:cubicBezTo>
                      <a:pt x="41" y="102"/>
                      <a:pt x="44" y="87"/>
                      <a:pt x="40" y="81"/>
                    </a:cubicBezTo>
                    <a:cubicBezTo>
                      <a:pt x="37" y="73"/>
                      <a:pt x="29" y="74"/>
                      <a:pt x="26" y="68"/>
                    </a:cubicBezTo>
                    <a:cubicBezTo>
                      <a:pt x="22" y="63"/>
                      <a:pt x="26" y="54"/>
                      <a:pt x="26" y="48"/>
                    </a:cubicBezTo>
                    <a:cubicBezTo>
                      <a:pt x="25" y="43"/>
                      <a:pt x="22" y="38"/>
                      <a:pt x="19" y="34"/>
                    </a:cubicBezTo>
                    <a:cubicBezTo>
                      <a:pt x="13" y="25"/>
                      <a:pt x="9" y="12"/>
                      <a:pt x="2" y="4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5156" name="Freeform 431">
                <a:extLst>
                  <a:ext uri="{FF2B5EF4-FFF2-40B4-BE49-F238E27FC236}">
                    <a16:creationId xmlns:a16="http://schemas.microsoft.com/office/drawing/2014/main" id="{9EE60934-EA1E-4E6F-A844-50606C60A9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8" y="1950"/>
                <a:ext cx="99" cy="82"/>
              </a:xfrm>
              <a:custGeom>
                <a:avLst/>
                <a:gdLst>
                  <a:gd name="T0" fmla="*/ 49 w 63"/>
                  <a:gd name="T1" fmla="*/ 34 h 53"/>
                  <a:gd name="T2" fmla="*/ 245 w 63"/>
                  <a:gd name="T3" fmla="*/ 53 h 53"/>
                  <a:gd name="T4" fmla="*/ 141 w 63"/>
                  <a:gd name="T5" fmla="*/ 53 h 53"/>
                  <a:gd name="T6" fmla="*/ 0 w 63"/>
                  <a:gd name="T7" fmla="*/ 22 h 5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3" h="53">
                    <a:moveTo>
                      <a:pt x="13" y="9"/>
                    </a:moveTo>
                    <a:cubicBezTo>
                      <a:pt x="28" y="10"/>
                      <a:pt x="57" y="53"/>
                      <a:pt x="63" y="14"/>
                    </a:cubicBezTo>
                    <a:cubicBezTo>
                      <a:pt x="56" y="27"/>
                      <a:pt x="44" y="20"/>
                      <a:pt x="36" y="14"/>
                    </a:cubicBezTo>
                    <a:cubicBezTo>
                      <a:pt x="26" y="7"/>
                      <a:pt x="13" y="0"/>
                      <a:pt x="0" y="6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5157" name="Freeform 432">
                <a:extLst>
                  <a:ext uri="{FF2B5EF4-FFF2-40B4-BE49-F238E27FC236}">
                    <a16:creationId xmlns:a16="http://schemas.microsoft.com/office/drawing/2014/main" id="{70891211-7A6A-48D4-84BB-639941C42C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1" y="1954"/>
                <a:ext cx="86" cy="70"/>
              </a:xfrm>
              <a:custGeom>
                <a:avLst/>
                <a:gdLst>
                  <a:gd name="T0" fmla="*/ 13 w 55"/>
                  <a:gd name="T1" fmla="*/ 79 h 45"/>
                  <a:gd name="T2" fmla="*/ 210 w 55"/>
                  <a:gd name="T3" fmla="*/ 30 h 45"/>
                  <a:gd name="T4" fmla="*/ 0 w 55"/>
                  <a:gd name="T5" fmla="*/ 73 h 4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5" h="45">
                    <a:moveTo>
                      <a:pt x="3" y="21"/>
                    </a:moveTo>
                    <a:cubicBezTo>
                      <a:pt x="11" y="45"/>
                      <a:pt x="44" y="7"/>
                      <a:pt x="55" y="8"/>
                    </a:cubicBezTo>
                    <a:cubicBezTo>
                      <a:pt x="33" y="0"/>
                      <a:pt x="21" y="27"/>
                      <a:pt x="0" y="19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5158" name="Freeform 433">
                <a:extLst>
                  <a:ext uri="{FF2B5EF4-FFF2-40B4-BE49-F238E27FC236}">
                    <a16:creationId xmlns:a16="http://schemas.microsoft.com/office/drawing/2014/main" id="{783FF5C3-C1CB-4694-B223-D4A303515E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5" y="1581"/>
                <a:ext cx="41" cy="380"/>
              </a:xfrm>
              <a:custGeom>
                <a:avLst/>
                <a:gdLst>
                  <a:gd name="T0" fmla="*/ 90 w 26"/>
                  <a:gd name="T1" fmla="*/ 0 h 244"/>
                  <a:gd name="T2" fmla="*/ 90 w 26"/>
                  <a:gd name="T3" fmla="*/ 392 h 244"/>
                  <a:gd name="T4" fmla="*/ 39 w 26"/>
                  <a:gd name="T5" fmla="*/ 808 h 244"/>
                  <a:gd name="T6" fmla="*/ 22 w 26"/>
                  <a:gd name="T7" fmla="*/ 922 h 244"/>
                  <a:gd name="T8" fmla="*/ 33 w 26"/>
                  <a:gd name="T9" fmla="*/ 540 h 244"/>
                  <a:gd name="T10" fmla="*/ 90 w 26"/>
                  <a:gd name="T11" fmla="*/ 0 h 24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6" h="244">
                    <a:moveTo>
                      <a:pt x="23" y="0"/>
                    </a:moveTo>
                    <a:cubicBezTo>
                      <a:pt x="25" y="18"/>
                      <a:pt x="25" y="71"/>
                      <a:pt x="23" y="104"/>
                    </a:cubicBezTo>
                    <a:cubicBezTo>
                      <a:pt x="21" y="137"/>
                      <a:pt x="14" y="196"/>
                      <a:pt x="10" y="214"/>
                    </a:cubicBezTo>
                    <a:cubicBezTo>
                      <a:pt x="6" y="232"/>
                      <a:pt x="6" y="244"/>
                      <a:pt x="6" y="244"/>
                    </a:cubicBezTo>
                    <a:cubicBezTo>
                      <a:pt x="0" y="218"/>
                      <a:pt x="7" y="160"/>
                      <a:pt x="8" y="143"/>
                    </a:cubicBezTo>
                    <a:cubicBezTo>
                      <a:pt x="9" y="126"/>
                      <a:pt x="26" y="23"/>
                      <a:pt x="23" y="0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5159" name="Freeform 434">
                <a:extLst>
                  <a:ext uri="{FF2B5EF4-FFF2-40B4-BE49-F238E27FC236}">
                    <a16:creationId xmlns:a16="http://schemas.microsoft.com/office/drawing/2014/main" id="{7FDC4E93-35F1-444C-AC58-53778442BA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0" y="1984"/>
                <a:ext cx="96" cy="366"/>
              </a:xfrm>
              <a:custGeom>
                <a:avLst/>
                <a:gdLst>
                  <a:gd name="T0" fmla="*/ 223 w 61"/>
                  <a:gd name="T1" fmla="*/ 0 h 235"/>
                  <a:gd name="T2" fmla="*/ 148 w 61"/>
                  <a:gd name="T3" fmla="*/ 466 h 235"/>
                  <a:gd name="T4" fmla="*/ 0 w 61"/>
                  <a:gd name="T5" fmla="*/ 888 h 235"/>
                  <a:gd name="T6" fmla="*/ 94 w 61"/>
                  <a:gd name="T7" fmla="*/ 487 h 235"/>
                  <a:gd name="T8" fmla="*/ 223 w 61"/>
                  <a:gd name="T9" fmla="*/ 0 h 2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1" h="235">
                    <a:moveTo>
                      <a:pt x="57" y="0"/>
                    </a:moveTo>
                    <a:cubicBezTo>
                      <a:pt x="58" y="26"/>
                      <a:pt x="61" y="66"/>
                      <a:pt x="38" y="123"/>
                    </a:cubicBezTo>
                    <a:cubicBezTo>
                      <a:pt x="15" y="180"/>
                      <a:pt x="3" y="219"/>
                      <a:pt x="0" y="235"/>
                    </a:cubicBezTo>
                    <a:cubicBezTo>
                      <a:pt x="2" y="211"/>
                      <a:pt x="14" y="159"/>
                      <a:pt x="24" y="129"/>
                    </a:cubicBezTo>
                    <a:cubicBezTo>
                      <a:pt x="34" y="99"/>
                      <a:pt x="61" y="21"/>
                      <a:pt x="57" y="0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5160" name="Freeform 435">
                <a:extLst>
                  <a:ext uri="{FF2B5EF4-FFF2-40B4-BE49-F238E27FC236}">
                    <a16:creationId xmlns:a16="http://schemas.microsoft.com/office/drawing/2014/main" id="{BA5E6C53-AAE7-4B6C-8335-5C45CC34CE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7" y="2480"/>
                <a:ext cx="83" cy="142"/>
              </a:xfrm>
              <a:custGeom>
                <a:avLst/>
                <a:gdLst>
                  <a:gd name="T0" fmla="*/ 0 w 53"/>
                  <a:gd name="T1" fmla="*/ 109 h 91"/>
                  <a:gd name="T2" fmla="*/ 122 w 53"/>
                  <a:gd name="T3" fmla="*/ 0 h 91"/>
                  <a:gd name="T4" fmla="*/ 116 w 53"/>
                  <a:gd name="T5" fmla="*/ 114 h 91"/>
                  <a:gd name="T6" fmla="*/ 135 w 53"/>
                  <a:gd name="T7" fmla="*/ 151 h 91"/>
                  <a:gd name="T8" fmla="*/ 183 w 53"/>
                  <a:gd name="T9" fmla="*/ 170 h 91"/>
                  <a:gd name="T10" fmla="*/ 143 w 53"/>
                  <a:gd name="T11" fmla="*/ 239 h 91"/>
                  <a:gd name="T12" fmla="*/ 96 w 53"/>
                  <a:gd name="T13" fmla="*/ 279 h 91"/>
                  <a:gd name="T14" fmla="*/ 77 w 53"/>
                  <a:gd name="T15" fmla="*/ 346 h 91"/>
                  <a:gd name="T16" fmla="*/ 20 w 53"/>
                  <a:gd name="T17" fmla="*/ 125 h 9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3" h="91">
                    <a:moveTo>
                      <a:pt x="0" y="29"/>
                    </a:moveTo>
                    <a:cubicBezTo>
                      <a:pt x="19" y="27"/>
                      <a:pt x="20" y="10"/>
                      <a:pt x="32" y="0"/>
                    </a:cubicBezTo>
                    <a:cubicBezTo>
                      <a:pt x="37" y="10"/>
                      <a:pt x="27" y="20"/>
                      <a:pt x="30" y="30"/>
                    </a:cubicBezTo>
                    <a:cubicBezTo>
                      <a:pt x="31" y="34"/>
                      <a:pt x="33" y="38"/>
                      <a:pt x="35" y="40"/>
                    </a:cubicBezTo>
                    <a:cubicBezTo>
                      <a:pt x="38" y="43"/>
                      <a:pt x="45" y="42"/>
                      <a:pt x="48" y="45"/>
                    </a:cubicBezTo>
                    <a:cubicBezTo>
                      <a:pt x="53" y="51"/>
                      <a:pt x="42" y="59"/>
                      <a:pt x="37" y="63"/>
                    </a:cubicBezTo>
                    <a:cubicBezTo>
                      <a:pt x="34" y="67"/>
                      <a:pt x="28" y="70"/>
                      <a:pt x="25" y="74"/>
                    </a:cubicBezTo>
                    <a:cubicBezTo>
                      <a:pt x="22" y="80"/>
                      <a:pt x="23" y="86"/>
                      <a:pt x="20" y="91"/>
                    </a:cubicBezTo>
                    <a:cubicBezTo>
                      <a:pt x="14" y="76"/>
                      <a:pt x="5" y="50"/>
                      <a:pt x="5" y="33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5161" name="Freeform 436">
                <a:extLst>
                  <a:ext uri="{FF2B5EF4-FFF2-40B4-BE49-F238E27FC236}">
                    <a16:creationId xmlns:a16="http://schemas.microsoft.com/office/drawing/2014/main" id="{E2491897-213E-413B-8B71-25279AF544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8" y="2371"/>
                <a:ext cx="34" cy="193"/>
              </a:xfrm>
              <a:custGeom>
                <a:avLst/>
                <a:gdLst>
                  <a:gd name="T0" fmla="*/ 36 w 22"/>
                  <a:gd name="T1" fmla="*/ 82 h 124"/>
                  <a:gd name="T2" fmla="*/ 66 w 22"/>
                  <a:gd name="T3" fmla="*/ 238 h 124"/>
                  <a:gd name="T4" fmla="*/ 48 w 22"/>
                  <a:gd name="T5" fmla="*/ 467 h 124"/>
                  <a:gd name="T6" fmla="*/ 8 w 22"/>
                  <a:gd name="T7" fmla="*/ 191 h 124"/>
                  <a:gd name="T8" fmla="*/ 12 w 22"/>
                  <a:gd name="T9" fmla="*/ 101 h 124"/>
                  <a:gd name="T10" fmla="*/ 14 w 22"/>
                  <a:gd name="T11" fmla="*/ 0 h 124"/>
                  <a:gd name="T12" fmla="*/ 40 w 22"/>
                  <a:gd name="T13" fmla="*/ 61 h 124"/>
                  <a:gd name="T14" fmla="*/ 40 w 22"/>
                  <a:gd name="T15" fmla="*/ 106 h 12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2" h="124">
                    <a:moveTo>
                      <a:pt x="10" y="22"/>
                    </a:moveTo>
                    <a:cubicBezTo>
                      <a:pt x="9" y="38"/>
                      <a:pt x="15" y="47"/>
                      <a:pt x="18" y="63"/>
                    </a:cubicBezTo>
                    <a:cubicBezTo>
                      <a:pt x="22" y="82"/>
                      <a:pt x="20" y="105"/>
                      <a:pt x="13" y="124"/>
                    </a:cubicBezTo>
                    <a:cubicBezTo>
                      <a:pt x="20" y="98"/>
                      <a:pt x="7" y="75"/>
                      <a:pt x="2" y="51"/>
                    </a:cubicBezTo>
                    <a:cubicBezTo>
                      <a:pt x="0" y="41"/>
                      <a:pt x="2" y="37"/>
                      <a:pt x="3" y="27"/>
                    </a:cubicBezTo>
                    <a:cubicBezTo>
                      <a:pt x="5" y="18"/>
                      <a:pt x="2" y="10"/>
                      <a:pt x="4" y="0"/>
                    </a:cubicBezTo>
                    <a:cubicBezTo>
                      <a:pt x="6" y="6"/>
                      <a:pt x="10" y="11"/>
                      <a:pt x="11" y="16"/>
                    </a:cubicBezTo>
                    <a:cubicBezTo>
                      <a:pt x="11" y="20"/>
                      <a:pt x="10" y="24"/>
                      <a:pt x="11" y="28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5162" name="Freeform 437">
                <a:extLst>
                  <a:ext uri="{FF2B5EF4-FFF2-40B4-BE49-F238E27FC236}">
                    <a16:creationId xmlns:a16="http://schemas.microsoft.com/office/drawing/2014/main" id="{6D7B2D4A-954A-4AB7-AC64-C61606E313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3" y="2470"/>
                <a:ext cx="72" cy="73"/>
              </a:xfrm>
              <a:custGeom>
                <a:avLst/>
                <a:gdLst>
                  <a:gd name="T0" fmla="*/ 42 w 46"/>
                  <a:gd name="T1" fmla="*/ 123 h 47"/>
                  <a:gd name="T2" fmla="*/ 108 w 46"/>
                  <a:gd name="T3" fmla="*/ 96 h 47"/>
                  <a:gd name="T4" fmla="*/ 177 w 46"/>
                  <a:gd name="T5" fmla="*/ 0 h 47"/>
                  <a:gd name="T6" fmla="*/ 0 w 46"/>
                  <a:gd name="T7" fmla="*/ 176 h 4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6" h="47">
                    <a:moveTo>
                      <a:pt x="11" y="33"/>
                    </a:moveTo>
                    <a:cubicBezTo>
                      <a:pt x="17" y="28"/>
                      <a:pt x="22" y="29"/>
                      <a:pt x="28" y="26"/>
                    </a:cubicBezTo>
                    <a:cubicBezTo>
                      <a:pt x="39" y="21"/>
                      <a:pt x="42" y="11"/>
                      <a:pt x="46" y="0"/>
                    </a:cubicBezTo>
                    <a:cubicBezTo>
                      <a:pt x="30" y="17"/>
                      <a:pt x="6" y="24"/>
                      <a:pt x="0" y="47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5163" name="Freeform 438">
                <a:extLst>
                  <a:ext uri="{FF2B5EF4-FFF2-40B4-BE49-F238E27FC236}">
                    <a16:creationId xmlns:a16="http://schemas.microsoft.com/office/drawing/2014/main" id="{ABBE5996-CB0F-469C-A37F-692881ACE9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8" y="1344"/>
                <a:ext cx="119" cy="313"/>
              </a:xfrm>
              <a:custGeom>
                <a:avLst/>
                <a:gdLst>
                  <a:gd name="T0" fmla="*/ 291 w 76"/>
                  <a:gd name="T1" fmla="*/ 0 h 201"/>
                  <a:gd name="T2" fmla="*/ 61 w 76"/>
                  <a:gd name="T3" fmla="*/ 249 h 201"/>
                  <a:gd name="T4" fmla="*/ 5 w 76"/>
                  <a:gd name="T5" fmla="*/ 610 h 201"/>
                  <a:gd name="T6" fmla="*/ 8 w 76"/>
                  <a:gd name="T7" fmla="*/ 758 h 201"/>
                  <a:gd name="T8" fmla="*/ 69 w 76"/>
                  <a:gd name="T9" fmla="*/ 419 h 201"/>
                  <a:gd name="T10" fmla="*/ 291 w 76"/>
                  <a:gd name="T11" fmla="*/ 0 h 20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6" h="201">
                    <a:moveTo>
                      <a:pt x="76" y="0"/>
                    </a:moveTo>
                    <a:cubicBezTo>
                      <a:pt x="57" y="0"/>
                      <a:pt x="29" y="22"/>
                      <a:pt x="16" y="66"/>
                    </a:cubicBezTo>
                    <a:cubicBezTo>
                      <a:pt x="3" y="110"/>
                      <a:pt x="2" y="146"/>
                      <a:pt x="1" y="162"/>
                    </a:cubicBezTo>
                    <a:cubicBezTo>
                      <a:pt x="0" y="178"/>
                      <a:pt x="5" y="190"/>
                      <a:pt x="2" y="201"/>
                    </a:cubicBezTo>
                    <a:cubicBezTo>
                      <a:pt x="6" y="185"/>
                      <a:pt x="12" y="130"/>
                      <a:pt x="18" y="111"/>
                    </a:cubicBezTo>
                    <a:cubicBezTo>
                      <a:pt x="24" y="92"/>
                      <a:pt x="34" y="7"/>
                      <a:pt x="76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5164" name="Freeform 439">
                <a:extLst>
                  <a:ext uri="{FF2B5EF4-FFF2-40B4-BE49-F238E27FC236}">
                    <a16:creationId xmlns:a16="http://schemas.microsoft.com/office/drawing/2014/main" id="{1BA9FF13-32EF-4E01-B356-6E746B8857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4" y="1984"/>
                <a:ext cx="27" cy="317"/>
              </a:xfrm>
              <a:custGeom>
                <a:avLst/>
                <a:gdLst>
                  <a:gd name="T0" fmla="*/ 0 w 17"/>
                  <a:gd name="T1" fmla="*/ 766 h 204"/>
                  <a:gd name="T2" fmla="*/ 25 w 17"/>
                  <a:gd name="T3" fmla="*/ 415 h 204"/>
                  <a:gd name="T4" fmla="*/ 60 w 17"/>
                  <a:gd name="T5" fmla="*/ 0 h 204"/>
                  <a:gd name="T6" fmla="*/ 64 w 17"/>
                  <a:gd name="T7" fmla="*/ 311 h 204"/>
                  <a:gd name="T8" fmla="*/ 0 w 17"/>
                  <a:gd name="T9" fmla="*/ 766 h 20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204">
                    <a:moveTo>
                      <a:pt x="0" y="204"/>
                    </a:moveTo>
                    <a:cubicBezTo>
                      <a:pt x="0" y="198"/>
                      <a:pt x="6" y="148"/>
                      <a:pt x="6" y="111"/>
                    </a:cubicBezTo>
                    <a:cubicBezTo>
                      <a:pt x="6" y="70"/>
                      <a:pt x="9" y="29"/>
                      <a:pt x="15" y="0"/>
                    </a:cubicBezTo>
                    <a:cubicBezTo>
                      <a:pt x="12" y="18"/>
                      <a:pt x="15" y="56"/>
                      <a:pt x="16" y="83"/>
                    </a:cubicBezTo>
                    <a:cubicBezTo>
                      <a:pt x="17" y="110"/>
                      <a:pt x="9" y="179"/>
                      <a:pt x="0" y="20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5165" name="Freeform 440">
                <a:extLst>
                  <a:ext uri="{FF2B5EF4-FFF2-40B4-BE49-F238E27FC236}">
                    <a16:creationId xmlns:a16="http://schemas.microsoft.com/office/drawing/2014/main" id="{49E90C85-50B6-4A6C-94DA-2A5E237F96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1" y="1824"/>
                <a:ext cx="41" cy="339"/>
              </a:xfrm>
              <a:custGeom>
                <a:avLst/>
                <a:gdLst>
                  <a:gd name="T0" fmla="*/ 5 w 26"/>
                  <a:gd name="T1" fmla="*/ 0 h 218"/>
                  <a:gd name="T2" fmla="*/ 39 w 26"/>
                  <a:gd name="T3" fmla="*/ 264 h 218"/>
                  <a:gd name="T4" fmla="*/ 60 w 26"/>
                  <a:gd name="T5" fmla="*/ 563 h 218"/>
                  <a:gd name="T6" fmla="*/ 103 w 26"/>
                  <a:gd name="T7" fmla="*/ 820 h 218"/>
                  <a:gd name="T8" fmla="*/ 98 w 26"/>
                  <a:gd name="T9" fmla="*/ 536 h 218"/>
                  <a:gd name="T10" fmla="*/ 79 w 26"/>
                  <a:gd name="T11" fmla="*/ 232 h 218"/>
                  <a:gd name="T12" fmla="*/ 5 w 26"/>
                  <a:gd name="T13" fmla="*/ 0 h 2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" h="218">
                    <a:moveTo>
                      <a:pt x="1" y="0"/>
                    </a:moveTo>
                    <a:cubicBezTo>
                      <a:pt x="5" y="31"/>
                      <a:pt x="5" y="43"/>
                      <a:pt x="10" y="70"/>
                    </a:cubicBezTo>
                    <a:cubicBezTo>
                      <a:pt x="15" y="97"/>
                      <a:pt x="12" y="113"/>
                      <a:pt x="15" y="150"/>
                    </a:cubicBezTo>
                    <a:cubicBezTo>
                      <a:pt x="18" y="187"/>
                      <a:pt x="19" y="205"/>
                      <a:pt x="26" y="218"/>
                    </a:cubicBezTo>
                    <a:cubicBezTo>
                      <a:pt x="24" y="196"/>
                      <a:pt x="24" y="163"/>
                      <a:pt x="25" y="143"/>
                    </a:cubicBezTo>
                    <a:cubicBezTo>
                      <a:pt x="26" y="123"/>
                      <a:pt x="25" y="79"/>
                      <a:pt x="20" y="62"/>
                    </a:cubicBezTo>
                    <a:cubicBezTo>
                      <a:pt x="15" y="45"/>
                      <a:pt x="0" y="7"/>
                      <a:pt x="1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5166" name="Freeform 441">
                <a:extLst>
                  <a:ext uri="{FF2B5EF4-FFF2-40B4-BE49-F238E27FC236}">
                    <a16:creationId xmlns:a16="http://schemas.microsoft.com/office/drawing/2014/main" id="{EC6E206C-9645-4994-8BA2-F5BAF6A862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5" y="2499"/>
                <a:ext cx="54" cy="472"/>
              </a:xfrm>
              <a:custGeom>
                <a:avLst/>
                <a:gdLst>
                  <a:gd name="T0" fmla="*/ 52 w 35"/>
                  <a:gd name="T1" fmla="*/ 544 h 303"/>
                  <a:gd name="T2" fmla="*/ 128 w 35"/>
                  <a:gd name="T3" fmla="*/ 1145 h 303"/>
                  <a:gd name="T4" fmla="*/ 29 w 35"/>
                  <a:gd name="T5" fmla="*/ 718 h 303"/>
                  <a:gd name="T6" fmla="*/ 48 w 35"/>
                  <a:gd name="T7" fmla="*/ 0 h 303"/>
                  <a:gd name="T8" fmla="*/ 52 w 35"/>
                  <a:gd name="T9" fmla="*/ 544 h 30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" h="303">
                    <a:moveTo>
                      <a:pt x="14" y="144"/>
                    </a:moveTo>
                    <a:cubicBezTo>
                      <a:pt x="13" y="179"/>
                      <a:pt x="30" y="282"/>
                      <a:pt x="35" y="303"/>
                    </a:cubicBezTo>
                    <a:cubicBezTo>
                      <a:pt x="26" y="280"/>
                      <a:pt x="16" y="250"/>
                      <a:pt x="8" y="190"/>
                    </a:cubicBezTo>
                    <a:cubicBezTo>
                      <a:pt x="0" y="130"/>
                      <a:pt x="3" y="44"/>
                      <a:pt x="13" y="0"/>
                    </a:cubicBezTo>
                    <a:cubicBezTo>
                      <a:pt x="11" y="35"/>
                      <a:pt x="17" y="116"/>
                      <a:pt x="14" y="14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5167" name="Freeform 442">
                <a:extLst>
                  <a:ext uri="{FF2B5EF4-FFF2-40B4-BE49-F238E27FC236}">
                    <a16:creationId xmlns:a16="http://schemas.microsoft.com/office/drawing/2014/main" id="{A978CB87-72A5-427A-B6D2-0E7C61756D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5" y="2499"/>
                <a:ext cx="55" cy="472"/>
              </a:xfrm>
              <a:custGeom>
                <a:avLst/>
                <a:gdLst>
                  <a:gd name="T0" fmla="*/ 82 w 35"/>
                  <a:gd name="T1" fmla="*/ 544 h 303"/>
                  <a:gd name="T2" fmla="*/ 0 w 35"/>
                  <a:gd name="T3" fmla="*/ 1145 h 303"/>
                  <a:gd name="T4" fmla="*/ 104 w 35"/>
                  <a:gd name="T5" fmla="*/ 718 h 303"/>
                  <a:gd name="T6" fmla="*/ 86 w 35"/>
                  <a:gd name="T7" fmla="*/ 0 h 303"/>
                  <a:gd name="T8" fmla="*/ 82 w 35"/>
                  <a:gd name="T9" fmla="*/ 544 h 30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" h="303">
                    <a:moveTo>
                      <a:pt x="21" y="144"/>
                    </a:moveTo>
                    <a:cubicBezTo>
                      <a:pt x="22" y="179"/>
                      <a:pt x="5" y="282"/>
                      <a:pt x="0" y="303"/>
                    </a:cubicBezTo>
                    <a:cubicBezTo>
                      <a:pt x="9" y="280"/>
                      <a:pt x="19" y="250"/>
                      <a:pt x="27" y="190"/>
                    </a:cubicBezTo>
                    <a:cubicBezTo>
                      <a:pt x="35" y="130"/>
                      <a:pt x="32" y="44"/>
                      <a:pt x="22" y="0"/>
                    </a:cubicBezTo>
                    <a:cubicBezTo>
                      <a:pt x="24" y="35"/>
                      <a:pt x="18" y="116"/>
                      <a:pt x="21" y="144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5168" name="Freeform 443">
                <a:extLst>
                  <a:ext uri="{FF2B5EF4-FFF2-40B4-BE49-F238E27FC236}">
                    <a16:creationId xmlns:a16="http://schemas.microsoft.com/office/drawing/2014/main" id="{07BFB1A0-EE27-4350-BD7F-ADA8EA71C9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8" y="3290"/>
                <a:ext cx="82" cy="436"/>
              </a:xfrm>
              <a:custGeom>
                <a:avLst/>
                <a:gdLst>
                  <a:gd name="T0" fmla="*/ 47 w 52"/>
                  <a:gd name="T1" fmla="*/ 0 h 280"/>
                  <a:gd name="T2" fmla="*/ 55 w 52"/>
                  <a:gd name="T3" fmla="*/ 556 h 280"/>
                  <a:gd name="T4" fmla="*/ 203 w 52"/>
                  <a:gd name="T5" fmla="*/ 1057 h 280"/>
                  <a:gd name="T6" fmla="*/ 95 w 52"/>
                  <a:gd name="T7" fmla="*/ 536 h 280"/>
                  <a:gd name="T8" fmla="*/ 47 w 52"/>
                  <a:gd name="T9" fmla="*/ 0 h 28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2" h="280">
                    <a:moveTo>
                      <a:pt x="12" y="0"/>
                    </a:moveTo>
                    <a:cubicBezTo>
                      <a:pt x="11" y="34"/>
                      <a:pt x="0" y="81"/>
                      <a:pt x="14" y="147"/>
                    </a:cubicBezTo>
                    <a:cubicBezTo>
                      <a:pt x="28" y="213"/>
                      <a:pt x="47" y="258"/>
                      <a:pt x="52" y="280"/>
                    </a:cubicBezTo>
                    <a:cubicBezTo>
                      <a:pt x="46" y="251"/>
                      <a:pt x="28" y="168"/>
                      <a:pt x="24" y="142"/>
                    </a:cubicBezTo>
                    <a:cubicBezTo>
                      <a:pt x="20" y="116"/>
                      <a:pt x="10" y="37"/>
                      <a:pt x="12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5169" name="Freeform 444">
                <a:extLst>
                  <a:ext uri="{FF2B5EF4-FFF2-40B4-BE49-F238E27FC236}">
                    <a16:creationId xmlns:a16="http://schemas.microsoft.com/office/drawing/2014/main" id="{97D5C3D1-CE9F-420A-9276-BDD652F78A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1" y="2597"/>
                <a:ext cx="56" cy="575"/>
              </a:xfrm>
              <a:custGeom>
                <a:avLst/>
                <a:gdLst>
                  <a:gd name="T0" fmla="*/ 30 w 36"/>
                  <a:gd name="T1" fmla="*/ 779 h 369"/>
                  <a:gd name="T2" fmla="*/ 12 w 36"/>
                  <a:gd name="T3" fmla="*/ 1396 h 369"/>
                  <a:gd name="T4" fmla="*/ 56 w 36"/>
                  <a:gd name="T5" fmla="*/ 921 h 369"/>
                  <a:gd name="T6" fmla="*/ 135 w 36"/>
                  <a:gd name="T7" fmla="*/ 0 h 369"/>
                  <a:gd name="T8" fmla="*/ 30 w 36"/>
                  <a:gd name="T9" fmla="*/ 779 h 36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" h="369">
                    <a:moveTo>
                      <a:pt x="8" y="206"/>
                    </a:moveTo>
                    <a:cubicBezTo>
                      <a:pt x="0" y="256"/>
                      <a:pt x="4" y="336"/>
                      <a:pt x="3" y="369"/>
                    </a:cubicBezTo>
                    <a:cubicBezTo>
                      <a:pt x="1" y="344"/>
                      <a:pt x="5" y="324"/>
                      <a:pt x="15" y="243"/>
                    </a:cubicBezTo>
                    <a:cubicBezTo>
                      <a:pt x="25" y="162"/>
                      <a:pt x="36" y="30"/>
                      <a:pt x="36" y="0"/>
                    </a:cubicBezTo>
                    <a:cubicBezTo>
                      <a:pt x="33" y="14"/>
                      <a:pt x="13" y="144"/>
                      <a:pt x="8" y="206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5170" name="Freeform 445">
                <a:extLst>
                  <a:ext uri="{FF2B5EF4-FFF2-40B4-BE49-F238E27FC236}">
                    <a16:creationId xmlns:a16="http://schemas.microsoft.com/office/drawing/2014/main" id="{8F32F2FF-E8C3-4015-ADAD-534220DADB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1" y="3234"/>
                <a:ext cx="35" cy="406"/>
              </a:xfrm>
              <a:custGeom>
                <a:avLst/>
                <a:gdLst>
                  <a:gd name="T0" fmla="*/ 29 w 22"/>
                  <a:gd name="T1" fmla="*/ 0 h 261"/>
                  <a:gd name="T2" fmla="*/ 84 w 22"/>
                  <a:gd name="T3" fmla="*/ 479 h 261"/>
                  <a:gd name="T4" fmla="*/ 33 w 22"/>
                  <a:gd name="T5" fmla="*/ 983 h 261"/>
                  <a:gd name="T6" fmla="*/ 46 w 22"/>
                  <a:gd name="T7" fmla="*/ 366 h 261"/>
                  <a:gd name="T8" fmla="*/ 29 w 22"/>
                  <a:gd name="T9" fmla="*/ 0 h 26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261">
                    <a:moveTo>
                      <a:pt x="7" y="0"/>
                    </a:moveTo>
                    <a:cubicBezTo>
                      <a:pt x="12" y="24"/>
                      <a:pt x="22" y="92"/>
                      <a:pt x="21" y="127"/>
                    </a:cubicBezTo>
                    <a:cubicBezTo>
                      <a:pt x="20" y="162"/>
                      <a:pt x="11" y="204"/>
                      <a:pt x="8" y="261"/>
                    </a:cubicBezTo>
                    <a:cubicBezTo>
                      <a:pt x="3" y="235"/>
                      <a:pt x="12" y="127"/>
                      <a:pt x="11" y="97"/>
                    </a:cubicBezTo>
                    <a:cubicBezTo>
                      <a:pt x="10" y="67"/>
                      <a:pt x="0" y="7"/>
                      <a:pt x="7" y="0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5171" name="Freeform 446">
                <a:extLst>
                  <a:ext uri="{FF2B5EF4-FFF2-40B4-BE49-F238E27FC236}">
                    <a16:creationId xmlns:a16="http://schemas.microsoft.com/office/drawing/2014/main" id="{0EB7ABB8-1F75-4055-A115-5C45BFC46A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3" y="3794"/>
                <a:ext cx="37" cy="181"/>
              </a:xfrm>
              <a:custGeom>
                <a:avLst/>
                <a:gdLst>
                  <a:gd name="T0" fmla="*/ 45 w 24"/>
                  <a:gd name="T1" fmla="*/ 42 h 116"/>
                  <a:gd name="T2" fmla="*/ 45 w 24"/>
                  <a:gd name="T3" fmla="*/ 142 h 116"/>
                  <a:gd name="T4" fmla="*/ 69 w 24"/>
                  <a:gd name="T5" fmla="*/ 222 h 116"/>
                  <a:gd name="T6" fmla="*/ 34 w 24"/>
                  <a:gd name="T7" fmla="*/ 440 h 116"/>
                  <a:gd name="T8" fmla="*/ 48 w 24"/>
                  <a:gd name="T9" fmla="*/ 317 h 116"/>
                  <a:gd name="T10" fmla="*/ 52 w 24"/>
                  <a:gd name="T11" fmla="*/ 273 h 116"/>
                  <a:gd name="T12" fmla="*/ 14 w 24"/>
                  <a:gd name="T13" fmla="*/ 251 h 116"/>
                  <a:gd name="T14" fmla="*/ 22 w 24"/>
                  <a:gd name="T15" fmla="*/ 164 h 116"/>
                  <a:gd name="T16" fmla="*/ 35 w 24"/>
                  <a:gd name="T17" fmla="*/ 0 h 11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4" h="116">
                    <a:moveTo>
                      <a:pt x="12" y="11"/>
                    </a:moveTo>
                    <a:cubicBezTo>
                      <a:pt x="15" y="20"/>
                      <a:pt x="10" y="28"/>
                      <a:pt x="12" y="37"/>
                    </a:cubicBezTo>
                    <a:cubicBezTo>
                      <a:pt x="14" y="44"/>
                      <a:pt x="18" y="51"/>
                      <a:pt x="19" y="58"/>
                    </a:cubicBezTo>
                    <a:cubicBezTo>
                      <a:pt x="24" y="81"/>
                      <a:pt x="16" y="95"/>
                      <a:pt x="9" y="116"/>
                    </a:cubicBezTo>
                    <a:cubicBezTo>
                      <a:pt x="7" y="106"/>
                      <a:pt x="12" y="93"/>
                      <a:pt x="13" y="83"/>
                    </a:cubicBezTo>
                    <a:cubicBezTo>
                      <a:pt x="14" y="79"/>
                      <a:pt x="15" y="75"/>
                      <a:pt x="14" y="72"/>
                    </a:cubicBezTo>
                    <a:cubicBezTo>
                      <a:pt x="11" y="67"/>
                      <a:pt x="6" y="69"/>
                      <a:pt x="4" y="66"/>
                    </a:cubicBezTo>
                    <a:cubicBezTo>
                      <a:pt x="0" y="61"/>
                      <a:pt x="5" y="49"/>
                      <a:pt x="6" y="43"/>
                    </a:cubicBezTo>
                    <a:cubicBezTo>
                      <a:pt x="8" y="29"/>
                      <a:pt x="10" y="14"/>
                      <a:pt x="10" y="0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5172" name="Freeform 447">
                <a:extLst>
                  <a:ext uri="{FF2B5EF4-FFF2-40B4-BE49-F238E27FC236}">
                    <a16:creationId xmlns:a16="http://schemas.microsoft.com/office/drawing/2014/main" id="{094C2907-9FFF-43A7-B345-8EF3E803DB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1" y="3959"/>
                <a:ext cx="75" cy="84"/>
              </a:xfrm>
              <a:custGeom>
                <a:avLst/>
                <a:gdLst>
                  <a:gd name="T0" fmla="*/ 34 w 48"/>
                  <a:gd name="T1" fmla="*/ 204 h 54"/>
                  <a:gd name="T2" fmla="*/ 144 w 48"/>
                  <a:gd name="T3" fmla="*/ 148 h 54"/>
                  <a:gd name="T4" fmla="*/ 170 w 48"/>
                  <a:gd name="T5" fmla="*/ 0 h 54"/>
                  <a:gd name="T6" fmla="*/ 100 w 48"/>
                  <a:gd name="T7" fmla="*/ 101 h 54"/>
                  <a:gd name="T8" fmla="*/ 0 w 48"/>
                  <a:gd name="T9" fmla="*/ 188 h 5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8" h="54">
                    <a:moveTo>
                      <a:pt x="9" y="54"/>
                    </a:moveTo>
                    <a:cubicBezTo>
                      <a:pt x="22" y="53"/>
                      <a:pt x="31" y="49"/>
                      <a:pt x="38" y="39"/>
                    </a:cubicBezTo>
                    <a:cubicBezTo>
                      <a:pt x="48" y="26"/>
                      <a:pt x="46" y="15"/>
                      <a:pt x="45" y="0"/>
                    </a:cubicBezTo>
                    <a:cubicBezTo>
                      <a:pt x="39" y="9"/>
                      <a:pt x="43" y="28"/>
                      <a:pt x="26" y="27"/>
                    </a:cubicBezTo>
                    <a:cubicBezTo>
                      <a:pt x="28" y="43"/>
                      <a:pt x="15" y="48"/>
                      <a:pt x="0" y="50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5173" name="Freeform 448">
                <a:extLst>
                  <a:ext uri="{FF2B5EF4-FFF2-40B4-BE49-F238E27FC236}">
                    <a16:creationId xmlns:a16="http://schemas.microsoft.com/office/drawing/2014/main" id="{DA1A0FDC-94B0-43BB-9292-436D6AB377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2" y="3933"/>
                <a:ext cx="65" cy="107"/>
              </a:xfrm>
              <a:custGeom>
                <a:avLst/>
                <a:gdLst>
                  <a:gd name="T0" fmla="*/ 0 w 42"/>
                  <a:gd name="T1" fmla="*/ 8 h 69"/>
                  <a:gd name="T2" fmla="*/ 22 w 42"/>
                  <a:gd name="T3" fmla="*/ 113 h 69"/>
                  <a:gd name="T4" fmla="*/ 48 w 42"/>
                  <a:gd name="T5" fmla="*/ 191 h 69"/>
                  <a:gd name="T6" fmla="*/ 88 w 42"/>
                  <a:gd name="T7" fmla="*/ 245 h 69"/>
                  <a:gd name="T8" fmla="*/ 156 w 42"/>
                  <a:gd name="T9" fmla="*/ 236 h 69"/>
                  <a:gd name="T10" fmla="*/ 74 w 42"/>
                  <a:gd name="T11" fmla="*/ 135 h 69"/>
                  <a:gd name="T12" fmla="*/ 48 w 42"/>
                  <a:gd name="T13" fmla="*/ 74 h 69"/>
                  <a:gd name="T14" fmla="*/ 12 w 42"/>
                  <a:gd name="T15" fmla="*/ 0 h 6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2" h="69">
                    <a:moveTo>
                      <a:pt x="0" y="2"/>
                    </a:moveTo>
                    <a:cubicBezTo>
                      <a:pt x="7" y="9"/>
                      <a:pt x="6" y="21"/>
                      <a:pt x="6" y="30"/>
                    </a:cubicBezTo>
                    <a:cubicBezTo>
                      <a:pt x="6" y="40"/>
                      <a:pt x="9" y="42"/>
                      <a:pt x="13" y="51"/>
                    </a:cubicBezTo>
                    <a:cubicBezTo>
                      <a:pt x="16" y="59"/>
                      <a:pt x="13" y="63"/>
                      <a:pt x="24" y="66"/>
                    </a:cubicBezTo>
                    <a:cubicBezTo>
                      <a:pt x="29" y="67"/>
                      <a:pt x="39" y="69"/>
                      <a:pt x="42" y="63"/>
                    </a:cubicBezTo>
                    <a:cubicBezTo>
                      <a:pt x="21" y="65"/>
                      <a:pt x="19" y="52"/>
                      <a:pt x="20" y="36"/>
                    </a:cubicBezTo>
                    <a:cubicBezTo>
                      <a:pt x="15" y="34"/>
                      <a:pt x="15" y="25"/>
                      <a:pt x="13" y="20"/>
                    </a:cubicBezTo>
                    <a:cubicBezTo>
                      <a:pt x="10" y="14"/>
                      <a:pt x="2" y="7"/>
                      <a:pt x="3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5174" name="Freeform 449">
                <a:extLst>
                  <a:ext uri="{FF2B5EF4-FFF2-40B4-BE49-F238E27FC236}">
                    <a16:creationId xmlns:a16="http://schemas.microsoft.com/office/drawing/2014/main" id="{8400C3F0-5BD3-41BC-89B8-D0EE12808B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1" y="3242"/>
                <a:ext cx="28" cy="443"/>
              </a:xfrm>
              <a:custGeom>
                <a:avLst/>
                <a:gdLst>
                  <a:gd name="T0" fmla="*/ 62 w 18"/>
                  <a:gd name="T1" fmla="*/ 1037 h 285"/>
                  <a:gd name="T2" fmla="*/ 19 w 18"/>
                  <a:gd name="T3" fmla="*/ 575 h 285"/>
                  <a:gd name="T4" fmla="*/ 61 w 18"/>
                  <a:gd name="T5" fmla="*/ 0 h 285"/>
                  <a:gd name="T6" fmla="*/ 61 w 18"/>
                  <a:gd name="T7" fmla="*/ 426 h 285"/>
                  <a:gd name="T8" fmla="*/ 62 w 18"/>
                  <a:gd name="T9" fmla="*/ 1037 h 28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285">
                    <a:moveTo>
                      <a:pt x="17" y="276"/>
                    </a:moveTo>
                    <a:cubicBezTo>
                      <a:pt x="16" y="285"/>
                      <a:pt x="10" y="209"/>
                      <a:pt x="5" y="153"/>
                    </a:cubicBezTo>
                    <a:cubicBezTo>
                      <a:pt x="0" y="97"/>
                      <a:pt x="7" y="38"/>
                      <a:pt x="16" y="0"/>
                    </a:cubicBezTo>
                    <a:cubicBezTo>
                      <a:pt x="15" y="13"/>
                      <a:pt x="14" y="87"/>
                      <a:pt x="16" y="113"/>
                    </a:cubicBezTo>
                    <a:cubicBezTo>
                      <a:pt x="18" y="139"/>
                      <a:pt x="18" y="267"/>
                      <a:pt x="17" y="27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5175" name="Freeform 450">
                <a:extLst>
                  <a:ext uri="{FF2B5EF4-FFF2-40B4-BE49-F238E27FC236}">
                    <a16:creationId xmlns:a16="http://schemas.microsoft.com/office/drawing/2014/main" id="{A8376FD7-FD2B-4D60-82A2-45078CD538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2" y="3291"/>
                <a:ext cx="63" cy="397"/>
              </a:xfrm>
              <a:custGeom>
                <a:avLst/>
                <a:gdLst>
                  <a:gd name="T0" fmla="*/ 0 w 40"/>
                  <a:gd name="T1" fmla="*/ 962 h 255"/>
                  <a:gd name="T2" fmla="*/ 117 w 40"/>
                  <a:gd name="T3" fmla="*/ 500 h 255"/>
                  <a:gd name="T4" fmla="*/ 124 w 40"/>
                  <a:gd name="T5" fmla="*/ 0 h 255"/>
                  <a:gd name="T6" fmla="*/ 87 w 40"/>
                  <a:gd name="T7" fmla="*/ 489 h 255"/>
                  <a:gd name="T8" fmla="*/ 0 w 40"/>
                  <a:gd name="T9" fmla="*/ 962 h 2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0" h="255">
                    <a:moveTo>
                      <a:pt x="0" y="255"/>
                    </a:moveTo>
                    <a:cubicBezTo>
                      <a:pt x="4" y="235"/>
                      <a:pt x="20" y="171"/>
                      <a:pt x="30" y="132"/>
                    </a:cubicBezTo>
                    <a:cubicBezTo>
                      <a:pt x="40" y="93"/>
                      <a:pt x="33" y="27"/>
                      <a:pt x="32" y="0"/>
                    </a:cubicBezTo>
                    <a:cubicBezTo>
                      <a:pt x="29" y="27"/>
                      <a:pt x="29" y="102"/>
                      <a:pt x="22" y="130"/>
                    </a:cubicBezTo>
                    <a:cubicBezTo>
                      <a:pt x="15" y="158"/>
                      <a:pt x="4" y="234"/>
                      <a:pt x="0" y="255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5176" name="Freeform 451">
                <a:extLst>
                  <a:ext uri="{FF2B5EF4-FFF2-40B4-BE49-F238E27FC236}">
                    <a16:creationId xmlns:a16="http://schemas.microsoft.com/office/drawing/2014/main" id="{442382DC-9811-449E-A7EC-7FF52EC7DE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7" y="3958"/>
                <a:ext cx="104" cy="82"/>
              </a:xfrm>
              <a:custGeom>
                <a:avLst/>
                <a:gdLst>
                  <a:gd name="T0" fmla="*/ 113 w 66"/>
                  <a:gd name="T1" fmla="*/ 183 h 53"/>
                  <a:gd name="T2" fmla="*/ 169 w 66"/>
                  <a:gd name="T3" fmla="*/ 149 h 53"/>
                  <a:gd name="T4" fmla="*/ 238 w 66"/>
                  <a:gd name="T5" fmla="*/ 119 h 53"/>
                  <a:gd name="T6" fmla="*/ 216 w 66"/>
                  <a:gd name="T7" fmla="*/ 0 h 53"/>
                  <a:gd name="T8" fmla="*/ 164 w 66"/>
                  <a:gd name="T9" fmla="*/ 87 h 53"/>
                  <a:gd name="T10" fmla="*/ 121 w 66"/>
                  <a:gd name="T11" fmla="*/ 87 h 53"/>
                  <a:gd name="T12" fmla="*/ 113 w 66"/>
                  <a:gd name="T13" fmla="*/ 122 h 53"/>
                  <a:gd name="T14" fmla="*/ 39 w 66"/>
                  <a:gd name="T15" fmla="*/ 130 h 53"/>
                  <a:gd name="T16" fmla="*/ 20 w 66"/>
                  <a:gd name="T17" fmla="*/ 170 h 5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6" h="53">
                    <a:moveTo>
                      <a:pt x="29" y="49"/>
                    </a:moveTo>
                    <a:cubicBezTo>
                      <a:pt x="38" y="53"/>
                      <a:pt x="38" y="43"/>
                      <a:pt x="43" y="40"/>
                    </a:cubicBezTo>
                    <a:cubicBezTo>
                      <a:pt x="49" y="37"/>
                      <a:pt x="56" y="41"/>
                      <a:pt x="61" y="32"/>
                    </a:cubicBezTo>
                    <a:cubicBezTo>
                      <a:pt x="66" y="22"/>
                      <a:pt x="60" y="9"/>
                      <a:pt x="55" y="0"/>
                    </a:cubicBezTo>
                    <a:cubicBezTo>
                      <a:pt x="54" y="15"/>
                      <a:pt x="60" y="22"/>
                      <a:pt x="42" y="23"/>
                    </a:cubicBezTo>
                    <a:cubicBezTo>
                      <a:pt x="41" y="23"/>
                      <a:pt x="33" y="22"/>
                      <a:pt x="31" y="23"/>
                    </a:cubicBezTo>
                    <a:cubicBezTo>
                      <a:pt x="27" y="26"/>
                      <a:pt x="31" y="31"/>
                      <a:pt x="29" y="33"/>
                    </a:cubicBezTo>
                    <a:cubicBezTo>
                      <a:pt x="24" y="39"/>
                      <a:pt x="16" y="33"/>
                      <a:pt x="10" y="35"/>
                    </a:cubicBezTo>
                    <a:cubicBezTo>
                      <a:pt x="0" y="37"/>
                      <a:pt x="4" y="48"/>
                      <a:pt x="5" y="46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5177" name="Freeform 452">
                <a:extLst>
                  <a:ext uri="{FF2B5EF4-FFF2-40B4-BE49-F238E27FC236}">
                    <a16:creationId xmlns:a16="http://schemas.microsoft.com/office/drawing/2014/main" id="{F364633C-B9E0-4152-A9A7-B5CC17FFE2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4" y="2210"/>
                <a:ext cx="41" cy="21"/>
              </a:xfrm>
              <a:custGeom>
                <a:avLst/>
                <a:gdLst>
                  <a:gd name="T0" fmla="*/ 33 w 26"/>
                  <a:gd name="T1" fmla="*/ 0 h 14"/>
                  <a:gd name="T2" fmla="*/ 27 w 26"/>
                  <a:gd name="T3" fmla="*/ 41 h 14"/>
                  <a:gd name="T4" fmla="*/ 68 w 26"/>
                  <a:gd name="T5" fmla="*/ 18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14">
                    <a:moveTo>
                      <a:pt x="8" y="0"/>
                    </a:moveTo>
                    <a:cubicBezTo>
                      <a:pt x="0" y="1"/>
                      <a:pt x="0" y="10"/>
                      <a:pt x="7" y="12"/>
                    </a:cubicBezTo>
                    <a:cubicBezTo>
                      <a:pt x="13" y="14"/>
                      <a:pt x="26" y="7"/>
                      <a:pt x="17" y="5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5178" name="Freeform 453">
                <a:extLst>
                  <a:ext uri="{FF2B5EF4-FFF2-40B4-BE49-F238E27FC236}">
                    <a16:creationId xmlns:a16="http://schemas.microsoft.com/office/drawing/2014/main" id="{D6FD4978-8C67-4835-A2CE-80BB0363FD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9" y="2337"/>
                <a:ext cx="110" cy="101"/>
              </a:xfrm>
              <a:custGeom>
                <a:avLst/>
                <a:gdLst>
                  <a:gd name="T0" fmla="*/ 0 w 70"/>
                  <a:gd name="T1" fmla="*/ 244 h 65"/>
                  <a:gd name="T2" fmla="*/ 272 w 70"/>
                  <a:gd name="T3" fmla="*/ 0 h 6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0" h="65">
                    <a:moveTo>
                      <a:pt x="0" y="65"/>
                    </a:moveTo>
                    <a:cubicBezTo>
                      <a:pt x="21" y="56"/>
                      <a:pt x="52" y="27"/>
                      <a:pt x="70" y="0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5179" name="Freeform 454">
                <a:extLst>
                  <a:ext uri="{FF2B5EF4-FFF2-40B4-BE49-F238E27FC236}">
                    <a16:creationId xmlns:a16="http://schemas.microsoft.com/office/drawing/2014/main" id="{DAA52253-7325-4556-84BB-8483134816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2" y="2351"/>
                <a:ext cx="98" cy="97"/>
              </a:xfrm>
              <a:custGeom>
                <a:avLst/>
                <a:gdLst>
                  <a:gd name="T0" fmla="*/ 0 w 63"/>
                  <a:gd name="T1" fmla="*/ 238 h 62"/>
                  <a:gd name="T2" fmla="*/ 236 w 63"/>
                  <a:gd name="T3" fmla="*/ 0 h 62"/>
                  <a:gd name="T4" fmla="*/ 0 w 63"/>
                  <a:gd name="T5" fmla="*/ 238 h 6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3" h="62">
                    <a:moveTo>
                      <a:pt x="0" y="62"/>
                    </a:moveTo>
                    <a:cubicBezTo>
                      <a:pt x="19" y="55"/>
                      <a:pt x="56" y="21"/>
                      <a:pt x="63" y="0"/>
                    </a:cubicBezTo>
                    <a:cubicBezTo>
                      <a:pt x="57" y="7"/>
                      <a:pt x="28" y="47"/>
                      <a:pt x="0" y="6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5180" name="Freeform 455">
                <a:extLst>
                  <a:ext uri="{FF2B5EF4-FFF2-40B4-BE49-F238E27FC236}">
                    <a16:creationId xmlns:a16="http://schemas.microsoft.com/office/drawing/2014/main" id="{C6D5A0C1-079C-44D8-B84F-F8D33ABF47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1" y="2342"/>
                <a:ext cx="108" cy="101"/>
              </a:xfrm>
              <a:custGeom>
                <a:avLst/>
                <a:gdLst>
                  <a:gd name="T0" fmla="*/ 265 w 69"/>
                  <a:gd name="T1" fmla="*/ 244 h 65"/>
                  <a:gd name="T2" fmla="*/ 0 w 69"/>
                  <a:gd name="T3" fmla="*/ 0 h 6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9" h="65">
                    <a:moveTo>
                      <a:pt x="69" y="65"/>
                    </a:moveTo>
                    <a:cubicBezTo>
                      <a:pt x="48" y="55"/>
                      <a:pt x="18" y="27"/>
                      <a:pt x="0" y="0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5181" name="Freeform 456">
                <a:extLst>
                  <a:ext uri="{FF2B5EF4-FFF2-40B4-BE49-F238E27FC236}">
                    <a16:creationId xmlns:a16="http://schemas.microsoft.com/office/drawing/2014/main" id="{81A9A607-E657-4566-833F-F013DC934D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8" y="2356"/>
                <a:ext cx="100" cy="96"/>
              </a:xfrm>
              <a:custGeom>
                <a:avLst/>
                <a:gdLst>
                  <a:gd name="T0" fmla="*/ 244 w 64"/>
                  <a:gd name="T1" fmla="*/ 231 h 62"/>
                  <a:gd name="T2" fmla="*/ 0 w 64"/>
                  <a:gd name="T3" fmla="*/ 0 h 62"/>
                  <a:gd name="T4" fmla="*/ 244 w 64"/>
                  <a:gd name="T5" fmla="*/ 231 h 6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4" h="62">
                    <a:moveTo>
                      <a:pt x="64" y="62"/>
                    </a:moveTo>
                    <a:cubicBezTo>
                      <a:pt x="44" y="54"/>
                      <a:pt x="7" y="20"/>
                      <a:pt x="0" y="0"/>
                    </a:cubicBezTo>
                    <a:cubicBezTo>
                      <a:pt x="6" y="7"/>
                      <a:pt x="35" y="47"/>
                      <a:pt x="64" y="6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5182" name="Freeform 457">
                <a:extLst>
                  <a:ext uri="{FF2B5EF4-FFF2-40B4-BE49-F238E27FC236}">
                    <a16:creationId xmlns:a16="http://schemas.microsoft.com/office/drawing/2014/main" id="{D685C0DE-8AAC-4A50-BF38-EE96F6AEAA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6" y="860"/>
                <a:ext cx="82" cy="76"/>
              </a:xfrm>
              <a:custGeom>
                <a:avLst/>
                <a:gdLst>
                  <a:gd name="T0" fmla="*/ 203 w 52"/>
                  <a:gd name="T1" fmla="*/ 0 h 49"/>
                  <a:gd name="T2" fmla="*/ 162 w 52"/>
                  <a:gd name="T3" fmla="*/ 39 h 49"/>
                  <a:gd name="T4" fmla="*/ 90 w 52"/>
                  <a:gd name="T5" fmla="*/ 70 h 49"/>
                  <a:gd name="T6" fmla="*/ 39 w 52"/>
                  <a:gd name="T7" fmla="*/ 183 h 49"/>
                  <a:gd name="T8" fmla="*/ 137 w 52"/>
                  <a:gd name="T9" fmla="*/ 127 h 49"/>
                  <a:gd name="T10" fmla="*/ 115 w 52"/>
                  <a:gd name="T11" fmla="*/ 93 h 49"/>
                  <a:gd name="T12" fmla="*/ 172 w 52"/>
                  <a:gd name="T13" fmla="*/ 60 h 49"/>
                  <a:gd name="T14" fmla="*/ 203 w 52"/>
                  <a:gd name="T15" fmla="*/ 14 h 4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2" h="49">
                    <a:moveTo>
                      <a:pt x="52" y="0"/>
                    </a:moveTo>
                    <a:cubicBezTo>
                      <a:pt x="48" y="3"/>
                      <a:pt x="45" y="8"/>
                      <a:pt x="41" y="10"/>
                    </a:cubicBezTo>
                    <a:cubicBezTo>
                      <a:pt x="35" y="14"/>
                      <a:pt x="29" y="15"/>
                      <a:pt x="23" y="19"/>
                    </a:cubicBezTo>
                    <a:cubicBezTo>
                      <a:pt x="14" y="25"/>
                      <a:pt x="0" y="35"/>
                      <a:pt x="10" y="49"/>
                    </a:cubicBezTo>
                    <a:cubicBezTo>
                      <a:pt x="17" y="39"/>
                      <a:pt x="21" y="32"/>
                      <a:pt x="35" y="34"/>
                    </a:cubicBezTo>
                    <a:cubicBezTo>
                      <a:pt x="32" y="32"/>
                      <a:pt x="29" y="29"/>
                      <a:pt x="29" y="25"/>
                    </a:cubicBezTo>
                    <a:cubicBezTo>
                      <a:pt x="34" y="23"/>
                      <a:pt x="40" y="20"/>
                      <a:pt x="44" y="16"/>
                    </a:cubicBezTo>
                    <a:cubicBezTo>
                      <a:pt x="48" y="12"/>
                      <a:pt x="48" y="7"/>
                      <a:pt x="52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5183" name="Freeform 458">
                <a:extLst>
                  <a:ext uri="{FF2B5EF4-FFF2-40B4-BE49-F238E27FC236}">
                    <a16:creationId xmlns:a16="http://schemas.microsoft.com/office/drawing/2014/main" id="{CF8141F4-9AA2-4AD2-890A-3083B1394E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8" y="1024"/>
                <a:ext cx="20" cy="45"/>
              </a:xfrm>
              <a:custGeom>
                <a:avLst/>
                <a:gdLst>
                  <a:gd name="T0" fmla="*/ 22 w 13"/>
                  <a:gd name="T1" fmla="*/ 0 h 29"/>
                  <a:gd name="T2" fmla="*/ 5 w 13"/>
                  <a:gd name="T3" fmla="*/ 101 h 29"/>
                  <a:gd name="T4" fmla="*/ 34 w 13"/>
                  <a:gd name="T5" fmla="*/ 109 h 29"/>
                  <a:gd name="T6" fmla="*/ 34 w 13"/>
                  <a:gd name="T7" fmla="*/ 8 h 2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29">
                    <a:moveTo>
                      <a:pt x="6" y="0"/>
                    </a:moveTo>
                    <a:cubicBezTo>
                      <a:pt x="8" y="10"/>
                      <a:pt x="0" y="17"/>
                      <a:pt x="1" y="27"/>
                    </a:cubicBezTo>
                    <a:cubicBezTo>
                      <a:pt x="3" y="28"/>
                      <a:pt x="6" y="29"/>
                      <a:pt x="9" y="29"/>
                    </a:cubicBezTo>
                    <a:cubicBezTo>
                      <a:pt x="0" y="24"/>
                      <a:pt x="13" y="11"/>
                      <a:pt x="9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5184" name="Freeform 459">
                <a:extLst>
                  <a:ext uri="{FF2B5EF4-FFF2-40B4-BE49-F238E27FC236}">
                    <a16:creationId xmlns:a16="http://schemas.microsoft.com/office/drawing/2014/main" id="{36B8530D-0CEA-49EE-AB6A-DEB8A45E26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6" y="1016"/>
                <a:ext cx="60" cy="89"/>
              </a:xfrm>
              <a:custGeom>
                <a:avLst/>
                <a:gdLst>
                  <a:gd name="T0" fmla="*/ 150 w 38"/>
                  <a:gd name="T1" fmla="*/ 22 h 57"/>
                  <a:gd name="T2" fmla="*/ 27 w 38"/>
                  <a:gd name="T3" fmla="*/ 48 h 57"/>
                  <a:gd name="T4" fmla="*/ 39 w 38"/>
                  <a:gd name="T5" fmla="*/ 217 h 57"/>
                  <a:gd name="T6" fmla="*/ 81 w 38"/>
                  <a:gd name="T7" fmla="*/ 69 h 57"/>
                  <a:gd name="T8" fmla="*/ 122 w 38"/>
                  <a:gd name="T9" fmla="*/ 66 h 57"/>
                  <a:gd name="T10" fmla="*/ 150 w 38"/>
                  <a:gd name="T11" fmla="*/ 34 h 5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8" h="57">
                    <a:moveTo>
                      <a:pt x="38" y="6"/>
                    </a:moveTo>
                    <a:cubicBezTo>
                      <a:pt x="26" y="9"/>
                      <a:pt x="16" y="0"/>
                      <a:pt x="7" y="13"/>
                    </a:cubicBezTo>
                    <a:cubicBezTo>
                      <a:pt x="0" y="24"/>
                      <a:pt x="4" y="47"/>
                      <a:pt x="10" y="57"/>
                    </a:cubicBezTo>
                    <a:cubicBezTo>
                      <a:pt x="11" y="44"/>
                      <a:pt x="5" y="25"/>
                      <a:pt x="20" y="18"/>
                    </a:cubicBezTo>
                    <a:cubicBezTo>
                      <a:pt x="23" y="16"/>
                      <a:pt x="28" y="19"/>
                      <a:pt x="31" y="17"/>
                    </a:cubicBezTo>
                    <a:cubicBezTo>
                      <a:pt x="35" y="15"/>
                      <a:pt x="34" y="11"/>
                      <a:pt x="38" y="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5185" name="Freeform 460">
                <a:extLst>
                  <a:ext uri="{FF2B5EF4-FFF2-40B4-BE49-F238E27FC236}">
                    <a16:creationId xmlns:a16="http://schemas.microsoft.com/office/drawing/2014/main" id="{0B6E13F8-4CEA-4296-9123-B37F0B75FD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7" y="1316"/>
                <a:ext cx="63" cy="64"/>
              </a:xfrm>
              <a:custGeom>
                <a:avLst/>
                <a:gdLst>
                  <a:gd name="T0" fmla="*/ 142 w 40"/>
                  <a:gd name="T1" fmla="*/ 0 h 41"/>
                  <a:gd name="T2" fmla="*/ 0 w 40"/>
                  <a:gd name="T3" fmla="*/ 142 h 41"/>
                  <a:gd name="T4" fmla="*/ 109 w 40"/>
                  <a:gd name="T5" fmla="*/ 109 h 41"/>
                  <a:gd name="T6" fmla="*/ 150 w 40"/>
                  <a:gd name="T7" fmla="*/ 14 h 41"/>
                  <a:gd name="T8" fmla="*/ 156 w 40"/>
                  <a:gd name="T9" fmla="*/ 8 h 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0" h="41">
                    <a:moveTo>
                      <a:pt x="36" y="0"/>
                    </a:moveTo>
                    <a:cubicBezTo>
                      <a:pt x="27" y="14"/>
                      <a:pt x="21" y="39"/>
                      <a:pt x="0" y="37"/>
                    </a:cubicBezTo>
                    <a:cubicBezTo>
                      <a:pt x="13" y="38"/>
                      <a:pt x="19" y="41"/>
                      <a:pt x="28" y="29"/>
                    </a:cubicBezTo>
                    <a:cubicBezTo>
                      <a:pt x="34" y="22"/>
                      <a:pt x="40" y="13"/>
                      <a:pt x="38" y="4"/>
                    </a:cubicBezTo>
                    <a:cubicBezTo>
                      <a:pt x="39" y="3"/>
                      <a:pt x="40" y="3"/>
                      <a:pt x="40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5186" name="Freeform 461">
                <a:extLst>
                  <a:ext uri="{FF2B5EF4-FFF2-40B4-BE49-F238E27FC236}">
                    <a16:creationId xmlns:a16="http://schemas.microsoft.com/office/drawing/2014/main" id="{DDC85213-6F35-40A7-B9B4-456128C73F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1" y="1358"/>
                <a:ext cx="159" cy="22"/>
              </a:xfrm>
              <a:custGeom>
                <a:avLst/>
                <a:gdLst>
                  <a:gd name="T0" fmla="*/ 0 w 102"/>
                  <a:gd name="T1" fmla="*/ 0 h 14"/>
                  <a:gd name="T2" fmla="*/ 168 w 102"/>
                  <a:gd name="T3" fmla="*/ 14 h 14"/>
                  <a:gd name="T4" fmla="*/ 387 w 102"/>
                  <a:gd name="T5" fmla="*/ 35 h 14"/>
                  <a:gd name="T6" fmla="*/ 239 w 102"/>
                  <a:gd name="T7" fmla="*/ 47 h 14"/>
                  <a:gd name="T8" fmla="*/ 87 w 102"/>
                  <a:gd name="T9" fmla="*/ 13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2" h="14">
                    <a:moveTo>
                      <a:pt x="0" y="0"/>
                    </a:moveTo>
                    <a:cubicBezTo>
                      <a:pt x="15" y="0"/>
                      <a:pt x="29" y="2"/>
                      <a:pt x="44" y="4"/>
                    </a:cubicBezTo>
                    <a:cubicBezTo>
                      <a:pt x="63" y="6"/>
                      <a:pt x="83" y="6"/>
                      <a:pt x="102" y="9"/>
                    </a:cubicBezTo>
                    <a:cubicBezTo>
                      <a:pt x="89" y="11"/>
                      <a:pt x="76" y="14"/>
                      <a:pt x="63" y="12"/>
                    </a:cubicBezTo>
                    <a:cubicBezTo>
                      <a:pt x="49" y="9"/>
                      <a:pt x="38" y="2"/>
                      <a:pt x="23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5187" name="Freeform 462">
                <a:extLst>
                  <a:ext uri="{FF2B5EF4-FFF2-40B4-BE49-F238E27FC236}">
                    <a16:creationId xmlns:a16="http://schemas.microsoft.com/office/drawing/2014/main" id="{2B0E3A73-C306-4710-818D-1FFCA37846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4" y="1332"/>
                <a:ext cx="212" cy="43"/>
              </a:xfrm>
              <a:custGeom>
                <a:avLst/>
                <a:gdLst>
                  <a:gd name="T0" fmla="*/ 410 w 135"/>
                  <a:gd name="T1" fmla="*/ 40 h 28"/>
                  <a:gd name="T2" fmla="*/ 195 w 135"/>
                  <a:gd name="T3" fmla="*/ 75 h 28"/>
                  <a:gd name="T4" fmla="*/ 0 w 135"/>
                  <a:gd name="T5" fmla="*/ 74 h 28"/>
                  <a:gd name="T6" fmla="*/ 259 w 135"/>
                  <a:gd name="T7" fmla="*/ 22 h 28"/>
                  <a:gd name="T8" fmla="*/ 523 w 135"/>
                  <a:gd name="T9" fmla="*/ 34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5" h="28">
                    <a:moveTo>
                      <a:pt x="106" y="11"/>
                    </a:moveTo>
                    <a:cubicBezTo>
                      <a:pt x="87" y="12"/>
                      <a:pt x="69" y="18"/>
                      <a:pt x="50" y="21"/>
                    </a:cubicBezTo>
                    <a:cubicBezTo>
                      <a:pt x="36" y="23"/>
                      <a:pt x="12" y="28"/>
                      <a:pt x="0" y="20"/>
                    </a:cubicBezTo>
                    <a:cubicBezTo>
                      <a:pt x="21" y="20"/>
                      <a:pt x="47" y="10"/>
                      <a:pt x="67" y="6"/>
                    </a:cubicBezTo>
                    <a:cubicBezTo>
                      <a:pt x="91" y="1"/>
                      <a:pt x="115" y="0"/>
                      <a:pt x="135" y="9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5188" name="Freeform 463">
                <a:extLst>
                  <a:ext uri="{FF2B5EF4-FFF2-40B4-BE49-F238E27FC236}">
                    <a16:creationId xmlns:a16="http://schemas.microsoft.com/office/drawing/2014/main" id="{06461B70-8BE2-4AF4-83CB-885D508CBC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9" y="1358"/>
                <a:ext cx="160" cy="22"/>
              </a:xfrm>
              <a:custGeom>
                <a:avLst/>
                <a:gdLst>
                  <a:gd name="T0" fmla="*/ 394 w 102"/>
                  <a:gd name="T1" fmla="*/ 0 h 14"/>
                  <a:gd name="T2" fmla="*/ 224 w 102"/>
                  <a:gd name="T3" fmla="*/ 14 h 14"/>
                  <a:gd name="T4" fmla="*/ 0 w 102"/>
                  <a:gd name="T5" fmla="*/ 35 h 14"/>
                  <a:gd name="T6" fmla="*/ 151 w 102"/>
                  <a:gd name="T7" fmla="*/ 47 h 14"/>
                  <a:gd name="T8" fmla="*/ 306 w 102"/>
                  <a:gd name="T9" fmla="*/ 13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2" h="14">
                    <a:moveTo>
                      <a:pt x="102" y="0"/>
                    </a:moveTo>
                    <a:cubicBezTo>
                      <a:pt x="87" y="0"/>
                      <a:pt x="73" y="2"/>
                      <a:pt x="58" y="4"/>
                    </a:cubicBezTo>
                    <a:cubicBezTo>
                      <a:pt x="39" y="6"/>
                      <a:pt x="19" y="6"/>
                      <a:pt x="0" y="9"/>
                    </a:cubicBezTo>
                    <a:cubicBezTo>
                      <a:pt x="13" y="11"/>
                      <a:pt x="26" y="14"/>
                      <a:pt x="39" y="12"/>
                    </a:cubicBezTo>
                    <a:cubicBezTo>
                      <a:pt x="53" y="9"/>
                      <a:pt x="64" y="2"/>
                      <a:pt x="79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5189" name="Freeform 464">
                <a:extLst>
                  <a:ext uri="{FF2B5EF4-FFF2-40B4-BE49-F238E27FC236}">
                    <a16:creationId xmlns:a16="http://schemas.microsoft.com/office/drawing/2014/main" id="{FD849B52-0BB1-40D9-BC8D-09F0E54EB2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6" y="1612"/>
                <a:ext cx="129" cy="87"/>
              </a:xfrm>
              <a:custGeom>
                <a:avLst/>
                <a:gdLst>
                  <a:gd name="T0" fmla="*/ 5 w 82"/>
                  <a:gd name="T1" fmla="*/ 26 h 56"/>
                  <a:gd name="T2" fmla="*/ 109 w 82"/>
                  <a:gd name="T3" fmla="*/ 171 h 56"/>
                  <a:gd name="T4" fmla="*/ 319 w 82"/>
                  <a:gd name="T5" fmla="*/ 196 h 56"/>
                  <a:gd name="T6" fmla="*/ 27 w 82"/>
                  <a:gd name="T7" fmla="*/ 0 h 5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2" h="56">
                    <a:moveTo>
                      <a:pt x="1" y="7"/>
                    </a:moveTo>
                    <a:cubicBezTo>
                      <a:pt x="0" y="22"/>
                      <a:pt x="16" y="40"/>
                      <a:pt x="28" y="46"/>
                    </a:cubicBezTo>
                    <a:cubicBezTo>
                      <a:pt x="47" y="56"/>
                      <a:pt x="63" y="51"/>
                      <a:pt x="82" y="52"/>
                    </a:cubicBezTo>
                    <a:cubicBezTo>
                      <a:pt x="61" y="53"/>
                      <a:pt x="1" y="26"/>
                      <a:pt x="7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5190" name="Freeform 465">
                <a:extLst>
                  <a:ext uri="{FF2B5EF4-FFF2-40B4-BE49-F238E27FC236}">
                    <a16:creationId xmlns:a16="http://schemas.microsoft.com/office/drawing/2014/main" id="{B230AE18-A9D4-44D1-B5C1-E156EEEC11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3" y="1198"/>
                <a:ext cx="98" cy="90"/>
              </a:xfrm>
              <a:custGeom>
                <a:avLst/>
                <a:gdLst>
                  <a:gd name="T0" fmla="*/ 230 w 63"/>
                  <a:gd name="T1" fmla="*/ 0 h 58"/>
                  <a:gd name="T2" fmla="*/ 157 w 63"/>
                  <a:gd name="T3" fmla="*/ 171 h 58"/>
                  <a:gd name="T4" fmla="*/ 95 w 63"/>
                  <a:gd name="T5" fmla="*/ 183 h 58"/>
                  <a:gd name="T6" fmla="*/ 0 w 63"/>
                  <a:gd name="T7" fmla="*/ 217 h 58"/>
                  <a:gd name="T8" fmla="*/ 188 w 63"/>
                  <a:gd name="T9" fmla="*/ 183 h 58"/>
                  <a:gd name="T10" fmla="*/ 232 w 63"/>
                  <a:gd name="T11" fmla="*/ 39 h 5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3" h="58">
                    <a:moveTo>
                      <a:pt x="61" y="0"/>
                    </a:moveTo>
                    <a:cubicBezTo>
                      <a:pt x="58" y="14"/>
                      <a:pt x="55" y="36"/>
                      <a:pt x="42" y="46"/>
                    </a:cubicBezTo>
                    <a:cubicBezTo>
                      <a:pt x="37" y="50"/>
                      <a:pt x="31" y="48"/>
                      <a:pt x="25" y="49"/>
                    </a:cubicBezTo>
                    <a:cubicBezTo>
                      <a:pt x="17" y="51"/>
                      <a:pt x="7" y="54"/>
                      <a:pt x="0" y="58"/>
                    </a:cubicBezTo>
                    <a:cubicBezTo>
                      <a:pt x="14" y="55"/>
                      <a:pt x="38" y="57"/>
                      <a:pt x="50" y="49"/>
                    </a:cubicBezTo>
                    <a:cubicBezTo>
                      <a:pt x="63" y="42"/>
                      <a:pt x="60" y="23"/>
                      <a:pt x="62" y="1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5191" name="Freeform 466">
                <a:extLst>
                  <a:ext uri="{FF2B5EF4-FFF2-40B4-BE49-F238E27FC236}">
                    <a16:creationId xmlns:a16="http://schemas.microsoft.com/office/drawing/2014/main" id="{4E11467B-1A18-49D7-958E-B2C05113C9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2" y="2684"/>
                <a:ext cx="37" cy="340"/>
              </a:xfrm>
              <a:custGeom>
                <a:avLst/>
                <a:gdLst>
                  <a:gd name="T0" fmla="*/ 0 w 24"/>
                  <a:gd name="T1" fmla="*/ 0 h 218"/>
                  <a:gd name="T2" fmla="*/ 80 w 24"/>
                  <a:gd name="T3" fmla="*/ 827 h 218"/>
                  <a:gd name="T4" fmla="*/ 0 w 24"/>
                  <a:gd name="T5" fmla="*/ 0 h 2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218">
                    <a:moveTo>
                      <a:pt x="0" y="0"/>
                    </a:moveTo>
                    <a:cubicBezTo>
                      <a:pt x="0" y="41"/>
                      <a:pt x="11" y="145"/>
                      <a:pt x="22" y="218"/>
                    </a:cubicBezTo>
                    <a:cubicBezTo>
                      <a:pt x="24" y="174"/>
                      <a:pt x="14" y="39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5192" name="Freeform 467">
                <a:extLst>
                  <a:ext uri="{FF2B5EF4-FFF2-40B4-BE49-F238E27FC236}">
                    <a16:creationId xmlns:a16="http://schemas.microsoft.com/office/drawing/2014/main" id="{BF139DB5-B170-47F5-83B7-D2F62F21B4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9" y="2484"/>
                <a:ext cx="65" cy="112"/>
              </a:xfrm>
              <a:custGeom>
                <a:avLst/>
                <a:gdLst>
                  <a:gd name="T0" fmla="*/ 108 w 41"/>
                  <a:gd name="T1" fmla="*/ 12 h 72"/>
                  <a:gd name="T2" fmla="*/ 120 w 41"/>
                  <a:gd name="T3" fmla="*/ 95 h 72"/>
                  <a:gd name="T4" fmla="*/ 116 w 41"/>
                  <a:gd name="T5" fmla="*/ 170 h 72"/>
                  <a:gd name="T6" fmla="*/ 82 w 41"/>
                  <a:gd name="T7" fmla="*/ 232 h 72"/>
                  <a:gd name="T8" fmla="*/ 0 w 41"/>
                  <a:gd name="T9" fmla="*/ 258 h 72"/>
                  <a:gd name="T10" fmla="*/ 82 w 41"/>
                  <a:gd name="T11" fmla="*/ 258 h 72"/>
                  <a:gd name="T12" fmla="*/ 151 w 41"/>
                  <a:gd name="T13" fmla="*/ 174 h 72"/>
                  <a:gd name="T14" fmla="*/ 111 w 41"/>
                  <a:gd name="T15" fmla="*/ 0 h 7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1" h="72">
                    <a:moveTo>
                      <a:pt x="27" y="3"/>
                    </a:moveTo>
                    <a:cubicBezTo>
                      <a:pt x="27" y="11"/>
                      <a:pt x="28" y="18"/>
                      <a:pt x="30" y="25"/>
                    </a:cubicBezTo>
                    <a:cubicBezTo>
                      <a:pt x="31" y="32"/>
                      <a:pt x="30" y="38"/>
                      <a:pt x="29" y="45"/>
                    </a:cubicBezTo>
                    <a:cubicBezTo>
                      <a:pt x="28" y="51"/>
                      <a:pt x="26" y="58"/>
                      <a:pt x="21" y="62"/>
                    </a:cubicBezTo>
                    <a:cubicBezTo>
                      <a:pt x="14" y="67"/>
                      <a:pt x="7" y="67"/>
                      <a:pt x="0" y="69"/>
                    </a:cubicBezTo>
                    <a:cubicBezTo>
                      <a:pt x="6" y="72"/>
                      <a:pt x="15" y="70"/>
                      <a:pt x="21" y="69"/>
                    </a:cubicBezTo>
                    <a:cubicBezTo>
                      <a:pt x="30" y="66"/>
                      <a:pt x="37" y="55"/>
                      <a:pt x="38" y="46"/>
                    </a:cubicBezTo>
                    <a:cubicBezTo>
                      <a:pt x="41" y="29"/>
                      <a:pt x="31" y="16"/>
                      <a:pt x="28" y="0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5193" name="Freeform 468">
                <a:extLst>
                  <a:ext uri="{FF2B5EF4-FFF2-40B4-BE49-F238E27FC236}">
                    <a16:creationId xmlns:a16="http://schemas.microsoft.com/office/drawing/2014/main" id="{D6BCCD27-617B-4CBF-9706-E39DDAF85F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6" y="1609"/>
                <a:ext cx="41" cy="39"/>
              </a:xfrm>
              <a:custGeom>
                <a:avLst/>
                <a:gdLst>
                  <a:gd name="T0" fmla="*/ 27 w 26"/>
                  <a:gd name="T1" fmla="*/ 12 h 25"/>
                  <a:gd name="T2" fmla="*/ 62 w 26"/>
                  <a:gd name="T3" fmla="*/ 83 h 25"/>
                  <a:gd name="T4" fmla="*/ 98 w 26"/>
                  <a:gd name="T5" fmla="*/ 47 h 25"/>
                  <a:gd name="T6" fmla="*/ 55 w 26"/>
                  <a:gd name="T7" fmla="*/ 0 h 2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25">
                    <a:moveTo>
                      <a:pt x="7" y="3"/>
                    </a:moveTo>
                    <a:cubicBezTo>
                      <a:pt x="0" y="11"/>
                      <a:pt x="4" y="25"/>
                      <a:pt x="16" y="22"/>
                    </a:cubicBezTo>
                    <a:cubicBezTo>
                      <a:pt x="20" y="21"/>
                      <a:pt x="24" y="17"/>
                      <a:pt x="25" y="12"/>
                    </a:cubicBezTo>
                    <a:cubicBezTo>
                      <a:pt x="26" y="5"/>
                      <a:pt x="20" y="2"/>
                      <a:pt x="14" y="0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5194" name="Freeform 469">
                <a:extLst>
                  <a:ext uri="{FF2B5EF4-FFF2-40B4-BE49-F238E27FC236}">
                    <a16:creationId xmlns:a16="http://schemas.microsoft.com/office/drawing/2014/main" id="{48BB6034-8756-4579-A517-96EE2F2F9B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2" y="1609"/>
                <a:ext cx="59" cy="53"/>
              </a:xfrm>
              <a:custGeom>
                <a:avLst/>
                <a:gdLst>
                  <a:gd name="T0" fmla="*/ 73 w 38"/>
                  <a:gd name="T1" fmla="*/ 0 h 34"/>
                  <a:gd name="T2" fmla="*/ 26 w 38"/>
                  <a:gd name="T3" fmla="*/ 75 h 34"/>
                  <a:gd name="T4" fmla="*/ 113 w 38"/>
                  <a:gd name="T5" fmla="*/ 12 h 3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8" h="34">
                    <a:moveTo>
                      <a:pt x="19" y="0"/>
                    </a:moveTo>
                    <a:cubicBezTo>
                      <a:pt x="9" y="0"/>
                      <a:pt x="0" y="11"/>
                      <a:pt x="7" y="20"/>
                    </a:cubicBezTo>
                    <a:cubicBezTo>
                      <a:pt x="17" y="34"/>
                      <a:pt x="38" y="18"/>
                      <a:pt x="30" y="3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5195" name="Freeform 470">
                <a:extLst>
                  <a:ext uri="{FF2B5EF4-FFF2-40B4-BE49-F238E27FC236}">
                    <a16:creationId xmlns:a16="http://schemas.microsoft.com/office/drawing/2014/main" id="{82C41D35-3908-40E7-8546-7ECA27C484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7" y="2160"/>
                <a:ext cx="12" cy="20"/>
              </a:xfrm>
              <a:custGeom>
                <a:avLst/>
                <a:gdLst>
                  <a:gd name="T0" fmla="*/ 0 w 8"/>
                  <a:gd name="T1" fmla="*/ 5 h 13"/>
                  <a:gd name="T2" fmla="*/ 27 w 8"/>
                  <a:gd name="T3" fmla="*/ 48 h 13"/>
                  <a:gd name="T4" fmla="*/ 8 w 8"/>
                  <a:gd name="T5" fmla="*/ 0 h 13"/>
                  <a:gd name="T6" fmla="*/ 0 w 8"/>
                  <a:gd name="T7" fmla="*/ 5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13">
                    <a:moveTo>
                      <a:pt x="0" y="1"/>
                    </a:moveTo>
                    <a:cubicBezTo>
                      <a:pt x="1" y="4"/>
                      <a:pt x="5" y="10"/>
                      <a:pt x="8" y="13"/>
                    </a:cubicBezTo>
                    <a:cubicBezTo>
                      <a:pt x="5" y="10"/>
                      <a:pt x="3" y="3"/>
                      <a:pt x="2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5196" name="Freeform 471">
                <a:extLst>
                  <a:ext uri="{FF2B5EF4-FFF2-40B4-BE49-F238E27FC236}">
                    <a16:creationId xmlns:a16="http://schemas.microsoft.com/office/drawing/2014/main" id="{9C2E19FA-E606-46B5-9AA7-E424AEA933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9" y="1581"/>
                <a:ext cx="7" cy="169"/>
              </a:xfrm>
              <a:custGeom>
                <a:avLst/>
                <a:gdLst>
                  <a:gd name="T0" fmla="*/ 0 w 4"/>
                  <a:gd name="T1" fmla="*/ 406 h 109"/>
                  <a:gd name="T2" fmla="*/ 0 w 4"/>
                  <a:gd name="T3" fmla="*/ 402 h 109"/>
                  <a:gd name="T4" fmla="*/ 0 w 4"/>
                  <a:gd name="T5" fmla="*/ 0 h 10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109">
                    <a:moveTo>
                      <a:pt x="0" y="109"/>
                    </a:moveTo>
                    <a:cubicBezTo>
                      <a:pt x="0" y="108"/>
                      <a:pt x="0" y="108"/>
                      <a:pt x="0" y="108"/>
                    </a:cubicBezTo>
                    <a:cubicBezTo>
                      <a:pt x="2" y="71"/>
                      <a:pt x="4" y="7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5197" name="Freeform 472">
                <a:extLst>
                  <a:ext uri="{FF2B5EF4-FFF2-40B4-BE49-F238E27FC236}">
                    <a16:creationId xmlns:a16="http://schemas.microsoft.com/office/drawing/2014/main" id="{453ABEED-746B-425D-A7FE-A1D8AC324E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1" y="1618"/>
                <a:ext cx="2" cy="5"/>
              </a:xfrm>
              <a:custGeom>
                <a:avLst/>
                <a:gdLst>
                  <a:gd name="T0" fmla="*/ 0 w 1"/>
                  <a:gd name="T1" fmla="*/ 13 h 3"/>
                  <a:gd name="T2" fmla="*/ 8 w 1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cubicBezTo>
                      <a:pt x="0" y="2"/>
                      <a:pt x="1" y="1"/>
                      <a:pt x="1" y="0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5198" name="Freeform 473">
                <a:extLst>
                  <a:ext uri="{FF2B5EF4-FFF2-40B4-BE49-F238E27FC236}">
                    <a16:creationId xmlns:a16="http://schemas.microsoft.com/office/drawing/2014/main" id="{BE7EF03D-D48B-4027-98F2-102D8894A5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1" y="1609"/>
                <a:ext cx="38" cy="39"/>
              </a:xfrm>
              <a:custGeom>
                <a:avLst/>
                <a:gdLst>
                  <a:gd name="T0" fmla="*/ 43 w 24"/>
                  <a:gd name="T1" fmla="*/ 0 h 25"/>
                  <a:gd name="T2" fmla="*/ 95 w 24"/>
                  <a:gd name="T3" fmla="*/ 47 h 25"/>
                  <a:gd name="T4" fmla="*/ 43 w 24"/>
                  <a:gd name="T5" fmla="*/ 95 h 25"/>
                  <a:gd name="T6" fmla="*/ 0 w 24"/>
                  <a:gd name="T7" fmla="*/ 69 h 2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" h="25">
                    <a:moveTo>
                      <a:pt x="11" y="0"/>
                    </a:moveTo>
                    <a:cubicBezTo>
                      <a:pt x="18" y="0"/>
                      <a:pt x="24" y="6"/>
                      <a:pt x="24" y="12"/>
                    </a:cubicBezTo>
                    <a:cubicBezTo>
                      <a:pt x="24" y="19"/>
                      <a:pt x="18" y="25"/>
                      <a:pt x="11" y="25"/>
                    </a:cubicBezTo>
                    <a:cubicBezTo>
                      <a:pt x="7" y="25"/>
                      <a:pt x="2" y="22"/>
                      <a:pt x="0" y="18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5199" name="Oval 474">
                <a:extLst>
                  <a:ext uri="{FF2B5EF4-FFF2-40B4-BE49-F238E27FC236}">
                    <a16:creationId xmlns:a16="http://schemas.microsoft.com/office/drawing/2014/main" id="{9B3C6901-309E-44CE-9B55-4B2A52CDCA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34" y="1623"/>
                <a:ext cx="11" cy="11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200" name="Freeform 475">
                <a:extLst>
                  <a:ext uri="{FF2B5EF4-FFF2-40B4-BE49-F238E27FC236}">
                    <a16:creationId xmlns:a16="http://schemas.microsoft.com/office/drawing/2014/main" id="{C5B693A5-39B8-4BEE-BEBB-752E4885C5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0" y="1347"/>
                <a:ext cx="170" cy="19"/>
              </a:xfrm>
              <a:custGeom>
                <a:avLst/>
                <a:gdLst>
                  <a:gd name="T0" fmla="*/ 0 w 109"/>
                  <a:gd name="T1" fmla="*/ 5 h 12"/>
                  <a:gd name="T2" fmla="*/ 39 w 109"/>
                  <a:gd name="T3" fmla="*/ 8 h 12"/>
                  <a:gd name="T4" fmla="*/ 80 w 109"/>
                  <a:gd name="T5" fmla="*/ 13 h 12"/>
                  <a:gd name="T6" fmla="*/ 229 w 109"/>
                  <a:gd name="T7" fmla="*/ 33 h 12"/>
                  <a:gd name="T8" fmla="*/ 278 w 109"/>
                  <a:gd name="T9" fmla="*/ 40 h 12"/>
                  <a:gd name="T10" fmla="*/ 413 w 109"/>
                  <a:gd name="T11" fmla="*/ 40 h 12"/>
                  <a:gd name="T12" fmla="*/ 278 w 109"/>
                  <a:gd name="T13" fmla="*/ 33 h 12"/>
                  <a:gd name="T14" fmla="*/ 229 w 109"/>
                  <a:gd name="T15" fmla="*/ 25 h 12"/>
                  <a:gd name="T16" fmla="*/ 80 w 109"/>
                  <a:gd name="T17" fmla="*/ 5 h 12"/>
                  <a:gd name="T18" fmla="*/ 39 w 109"/>
                  <a:gd name="T19" fmla="*/ 0 h 12"/>
                  <a:gd name="T20" fmla="*/ 0 w 109"/>
                  <a:gd name="T21" fmla="*/ 5 h 1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09" h="12">
                    <a:moveTo>
                      <a:pt x="0" y="1"/>
                    </a:moveTo>
                    <a:cubicBezTo>
                      <a:pt x="10" y="2"/>
                      <a:pt x="10" y="2"/>
                      <a:pt x="10" y="2"/>
                    </a:cubicBezTo>
                    <a:cubicBezTo>
                      <a:pt x="15" y="3"/>
                      <a:pt x="21" y="3"/>
                      <a:pt x="21" y="3"/>
                    </a:cubicBezTo>
                    <a:cubicBezTo>
                      <a:pt x="34" y="4"/>
                      <a:pt x="48" y="7"/>
                      <a:pt x="60" y="8"/>
                    </a:cubicBezTo>
                    <a:cubicBezTo>
                      <a:pt x="73" y="10"/>
                      <a:pt x="73" y="10"/>
                      <a:pt x="73" y="10"/>
                    </a:cubicBezTo>
                    <a:cubicBezTo>
                      <a:pt x="85" y="12"/>
                      <a:pt x="101" y="11"/>
                      <a:pt x="109" y="10"/>
                    </a:cubicBezTo>
                    <a:cubicBezTo>
                      <a:pt x="101" y="11"/>
                      <a:pt x="85" y="10"/>
                      <a:pt x="73" y="8"/>
                    </a:cubicBezTo>
                    <a:cubicBezTo>
                      <a:pt x="60" y="6"/>
                      <a:pt x="60" y="6"/>
                      <a:pt x="60" y="6"/>
                    </a:cubicBezTo>
                    <a:cubicBezTo>
                      <a:pt x="49" y="5"/>
                      <a:pt x="34" y="2"/>
                      <a:pt x="21" y="1"/>
                    </a:cubicBezTo>
                    <a:cubicBezTo>
                      <a:pt x="21" y="1"/>
                      <a:pt x="15" y="1"/>
                      <a:pt x="10" y="0"/>
                    </a:cubicBezTo>
                    <a:cubicBezTo>
                      <a:pt x="10" y="0"/>
                      <a:pt x="0" y="1"/>
                      <a:pt x="0" y="1"/>
                    </a:cubicBezTo>
                  </a:path>
                </a:pathLst>
              </a:custGeom>
              <a:solidFill>
                <a:srgbClr val="8D8D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5201" name="Freeform 476">
                <a:extLst>
                  <a:ext uri="{FF2B5EF4-FFF2-40B4-BE49-F238E27FC236}">
                    <a16:creationId xmlns:a16="http://schemas.microsoft.com/office/drawing/2014/main" id="{E128756F-DAA3-4953-ACAE-EFCA8F7AD7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6" y="1287"/>
                <a:ext cx="79" cy="76"/>
              </a:xfrm>
              <a:custGeom>
                <a:avLst/>
                <a:gdLst>
                  <a:gd name="T0" fmla="*/ 93 w 51"/>
                  <a:gd name="T1" fmla="*/ 171 h 49"/>
                  <a:gd name="T2" fmla="*/ 82 w 51"/>
                  <a:gd name="T3" fmla="*/ 175 h 49"/>
                  <a:gd name="T4" fmla="*/ 70 w 51"/>
                  <a:gd name="T5" fmla="*/ 171 h 49"/>
                  <a:gd name="T6" fmla="*/ 0 w 51"/>
                  <a:gd name="T7" fmla="*/ 79 h 49"/>
                  <a:gd name="T8" fmla="*/ 70 w 51"/>
                  <a:gd name="T9" fmla="*/ 178 h 49"/>
                  <a:gd name="T10" fmla="*/ 82 w 51"/>
                  <a:gd name="T11" fmla="*/ 183 h 49"/>
                  <a:gd name="T12" fmla="*/ 93 w 51"/>
                  <a:gd name="T13" fmla="*/ 178 h 49"/>
                  <a:gd name="T14" fmla="*/ 189 w 51"/>
                  <a:gd name="T15" fmla="*/ 0 h 49"/>
                  <a:gd name="T16" fmla="*/ 93 w 51"/>
                  <a:gd name="T17" fmla="*/ 171 h 4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1" h="49">
                    <a:moveTo>
                      <a:pt x="25" y="46"/>
                    </a:moveTo>
                    <a:cubicBezTo>
                      <a:pt x="22" y="47"/>
                      <a:pt x="22" y="47"/>
                      <a:pt x="22" y="47"/>
                    </a:cubicBezTo>
                    <a:cubicBezTo>
                      <a:pt x="19" y="46"/>
                      <a:pt x="19" y="46"/>
                      <a:pt x="19" y="46"/>
                    </a:cubicBezTo>
                    <a:cubicBezTo>
                      <a:pt x="14" y="46"/>
                      <a:pt x="6" y="36"/>
                      <a:pt x="0" y="21"/>
                    </a:cubicBezTo>
                    <a:cubicBezTo>
                      <a:pt x="2" y="27"/>
                      <a:pt x="10" y="47"/>
                      <a:pt x="19" y="48"/>
                    </a:cubicBezTo>
                    <a:cubicBezTo>
                      <a:pt x="22" y="49"/>
                      <a:pt x="22" y="49"/>
                      <a:pt x="22" y="49"/>
                    </a:cubicBezTo>
                    <a:cubicBezTo>
                      <a:pt x="25" y="48"/>
                      <a:pt x="25" y="48"/>
                      <a:pt x="25" y="48"/>
                    </a:cubicBezTo>
                    <a:cubicBezTo>
                      <a:pt x="35" y="47"/>
                      <a:pt x="47" y="18"/>
                      <a:pt x="51" y="0"/>
                    </a:cubicBezTo>
                    <a:cubicBezTo>
                      <a:pt x="47" y="20"/>
                      <a:pt x="33" y="45"/>
                      <a:pt x="25" y="46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5202" name="Freeform 477">
                <a:extLst>
                  <a:ext uri="{FF2B5EF4-FFF2-40B4-BE49-F238E27FC236}">
                    <a16:creationId xmlns:a16="http://schemas.microsoft.com/office/drawing/2014/main" id="{A65686F8-072D-412B-9E80-6FCC602CCC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0" y="2207"/>
                <a:ext cx="43" cy="17"/>
              </a:xfrm>
              <a:custGeom>
                <a:avLst/>
                <a:gdLst>
                  <a:gd name="T0" fmla="*/ 0 w 28"/>
                  <a:gd name="T1" fmla="*/ 40 h 11"/>
                  <a:gd name="T2" fmla="*/ 48 w 28"/>
                  <a:gd name="T3" fmla="*/ 0 h 11"/>
                  <a:gd name="T4" fmla="*/ 101 w 28"/>
                  <a:gd name="T5" fmla="*/ 40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11">
                    <a:moveTo>
                      <a:pt x="0" y="11"/>
                    </a:moveTo>
                    <a:cubicBezTo>
                      <a:pt x="6" y="2"/>
                      <a:pt x="7" y="0"/>
                      <a:pt x="13" y="0"/>
                    </a:cubicBezTo>
                    <a:cubicBezTo>
                      <a:pt x="20" y="0"/>
                      <a:pt x="21" y="2"/>
                      <a:pt x="28" y="11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5203" name="Freeform 478">
                <a:extLst>
                  <a:ext uri="{FF2B5EF4-FFF2-40B4-BE49-F238E27FC236}">
                    <a16:creationId xmlns:a16="http://schemas.microsoft.com/office/drawing/2014/main" id="{7C38761A-C1A7-477D-A99F-0BDBC48CB8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7" y="2216"/>
                <a:ext cx="29" cy="14"/>
              </a:xfrm>
              <a:custGeom>
                <a:avLst/>
                <a:gdLst>
                  <a:gd name="T0" fmla="*/ 0 w 18"/>
                  <a:gd name="T1" fmla="*/ 0 h 9"/>
                  <a:gd name="T2" fmla="*/ 76 w 18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9">
                    <a:moveTo>
                      <a:pt x="0" y="0"/>
                    </a:moveTo>
                    <a:cubicBezTo>
                      <a:pt x="2" y="9"/>
                      <a:pt x="15" y="9"/>
                      <a:pt x="18" y="0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5204" name="Freeform 479">
                <a:extLst>
                  <a:ext uri="{FF2B5EF4-FFF2-40B4-BE49-F238E27FC236}">
                    <a16:creationId xmlns:a16="http://schemas.microsoft.com/office/drawing/2014/main" id="{A0E4639C-34DC-4886-973E-9494CA862A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4" y="1050"/>
                <a:ext cx="77" cy="37"/>
              </a:xfrm>
              <a:custGeom>
                <a:avLst/>
                <a:gdLst>
                  <a:gd name="T0" fmla="*/ 39 w 49"/>
                  <a:gd name="T1" fmla="*/ 0 h 24"/>
                  <a:gd name="T2" fmla="*/ 14 w 49"/>
                  <a:gd name="T3" fmla="*/ 60 h 24"/>
                  <a:gd name="T4" fmla="*/ 47 w 49"/>
                  <a:gd name="T5" fmla="*/ 62 h 24"/>
                  <a:gd name="T6" fmla="*/ 86 w 49"/>
                  <a:gd name="T7" fmla="*/ 83 h 24"/>
                  <a:gd name="T8" fmla="*/ 101 w 49"/>
                  <a:gd name="T9" fmla="*/ 83 h 24"/>
                  <a:gd name="T10" fmla="*/ 143 w 49"/>
                  <a:gd name="T11" fmla="*/ 66 h 24"/>
                  <a:gd name="T12" fmla="*/ 176 w 49"/>
                  <a:gd name="T13" fmla="*/ 62 h 24"/>
                  <a:gd name="T14" fmla="*/ 156 w 49"/>
                  <a:gd name="T15" fmla="*/ 5 h 2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9" h="24">
                    <a:moveTo>
                      <a:pt x="10" y="0"/>
                    </a:moveTo>
                    <a:cubicBezTo>
                      <a:pt x="6" y="0"/>
                      <a:pt x="0" y="9"/>
                      <a:pt x="4" y="16"/>
                    </a:cubicBezTo>
                    <a:cubicBezTo>
                      <a:pt x="7" y="20"/>
                      <a:pt x="9" y="16"/>
                      <a:pt x="12" y="17"/>
                    </a:cubicBezTo>
                    <a:cubicBezTo>
                      <a:pt x="14" y="18"/>
                      <a:pt x="16" y="22"/>
                      <a:pt x="22" y="23"/>
                    </a:cubicBezTo>
                    <a:cubicBezTo>
                      <a:pt x="24" y="23"/>
                      <a:pt x="24" y="24"/>
                      <a:pt x="26" y="23"/>
                    </a:cubicBezTo>
                    <a:cubicBezTo>
                      <a:pt x="32" y="22"/>
                      <a:pt x="35" y="18"/>
                      <a:pt x="37" y="18"/>
                    </a:cubicBezTo>
                    <a:cubicBezTo>
                      <a:pt x="40" y="17"/>
                      <a:pt x="42" y="21"/>
                      <a:pt x="45" y="17"/>
                    </a:cubicBezTo>
                    <a:cubicBezTo>
                      <a:pt x="49" y="10"/>
                      <a:pt x="44" y="0"/>
                      <a:pt x="40" y="1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5205" name="Freeform 480">
                <a:extLst>
                  <a:ext uri="{FF2B5EF4-FFF2-40B4-BE49-F238E27FC236}">
                    <a16:creationId xmlns:a16="http://schemas.microsoft.com/office/drawing/2014/main" id="{3BD44D54-2C01-4DE4-B744-BE0DD9165A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6" y="1126"/>
                <a:ext cx="68" cy="2"/>
              </a:xfrm>
              <a:custGeom>
                <a:avLst/>
                <a:gdLst>
                  <a:gd name="T0" fmla="*/ 162 w 44"/>
                  <a:gd name="T1" fmla="*/ 0 h 1"/>
                  <a:gd name="T2" fmla="*/ 136 w 44"/>
                  <a:gd name="T3" fmla="*/ 0 h 1"/>
                  <a:gd name="T4" fmla="*/ 102 w 44"/>
                  <a:gd name="T5" fmla="*/ 8 h 1"/>
                  <a:gd name="T6" fmla="*/ 66 w 44"/>
                  <a:gd name="T7" fmla="*/ 8 h 1"/>
                  <a:gd name="T8" fmla="*/ 45 w 44"/>
                  <a:gd name="T9" fmla="*/ 8 h 1"/>
                  <a:gd name="T10" fmla="*/ 0 w 44"/>
                  <a:gd name="T11" fmla="*/ 0 h 1"/>
                  <a:gd name="T12" fmla="*/ 45 w 44"/>
                  <a:gd name="T13" fmla="*/ 0 h 1"/>
                  <a:gd name="T14" fmla="*/ 66 w 44"/>
                  <a:gd name="T15" fmla="*/ 0 h 1"/>
                  <a:gd name="T16" fmla="*/ 102 w 44"/>
                  <a:gd name="T17" fmla="*/ 0 h 1"/>
                  <a:gd name="T18" fmla="*/ 134 w 44"/>
                  <a:gd name="T19" fmla="*/ 0 h 1"/>
                  <a:gd name="T20" fmla="*/ 162 w 44"/>
                  <a:gd name="T21" fmla="*/ 0 h 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4" h="1">
                    <a:moveTo>
                      <a:pt x="44" y="0"/>
                    </a:moveTo>
                    <a:cubicBezTo>
                      <a:pt x="37" y="0"/>
                      <a:pt x="37" y="0"/>
                      <a:pt x="37" y="0"/>
                    </a:cubicBezTo>
                    <a:cubicBezTo>
                      <a:pt x="28" y="1"/>
                      <a:pt x="28" y="1"/>
                      <a:pt x="28" y="1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8" y="1"/>
                      <a:pt x="3" y="1"/>
                      <a:pt x="0" y="0"/>
                    </a:cubicBezTo>
                    <a:cubicBezTo>
                      <a:pt x="2" y="0"/>
                      <a:pt x="8" y="0"/>
                      <a:pt x="12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28" y="0"/>
                      <a:pt x="28" y="0"/>
                      <a:pt x="28" y="0"/>
                    </a:cubicBezTo>
                    <a:cubicBezTo>
                      <a:pt x="36" y="0"/>
                      <a:pt x="36" y="0"/>
                      <a:pt x="36" y="0"/>
                    </a:cubicBezTo>
                    <a:cubicBezTo>
                      <a:pt x="44" y="0"/>
                      <a:pt x="44" y="0"/>
                      <a:pt x="44" y="0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5206" name="Freeform 481">
                <a:extLst>
                  <a:ext uri="{FF2B5EF4-FFF2-40B4-BE49-F238E27FC236}">
                    <a16:creationId xmlns:a16="http://schemas.microsoft.com/office/drawing/2014/main" id="{6C5BA11C-8506-4BD5-A0A7-6AECC91CDD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1" y="1133"/>
                <a:ext cx="81" cy="7"/>
              </a:xfrm>
              <a:custGeom>
                <a:avLst/>
                <a:gdLst>
                  <a:gd name="T0" fmla="*/ 192 w 52"/>
                  <a:gd name="T1" fmla="*/ 0 h 5"/>
                  <a:gd name="T2" fmla="*/ 192 w 52"/>
                  <a:gd name="T3" fmla="*/ 0 h 5"/>
                  <a:gd name="T4" fmla="*/ 167 w 52"/>
                  <a:gd name="T5" fmla="*/ 6 h 5"/>
                  <a:gd name="T6" fmla="*/ 79 w 52"/>
                  <a:gd name="T7" fmla="*/ 11 h 5"/>
                  <a:gd name="T8" fmla="*/ 73 w 52"/>
                  <a:gd name="T9" fmla="*/ 11 h 5"/>
                  <a:gd name="T10" fmla="*/ 0 w 52"/>
                  <a:gd name="T11" fmla="*/ 6 h 5"/>
                  <a:gd name="T12" fmla="*/ 0 w 52"/>
                  <a:gd name="T13" fmla="*/ 6 h 5"/>
                  <a:gd name="T14" fmla="*/ 73 w 52"/>
                  <a:gd name="T15" fmla="*/ 11 h 5"/>
                  <a:gd name="T16" fmla="*/ 79 w 52"/>
                  <a:gd name="T17" fmla="*/ 11 h 5"/>
                  <a:gd name="T18" fmla="*/ 167 w 52"/>
                  <a:gd name="T19" fmla="*/ 8 h 5"/>
                  <a:gd name="T20" fmla="*/ 192 w 52"/>
                  <a:gd name="T21" fmla="*/ 0 h 5"/>
                  <a:gd name="T22" fmla="*/ 192 w 52"/>
                  <a:gd name="T23" fmla="*/ 0 h 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52" h="5">
                    <a:moveTo>
                      <a:pt x="51" y="0"/>
                    </a:moveTo>
                    <a:cubicBezTo>
                      <a:pt x="51" y="0"/>
                      <a:pt x="51" y="0"/>
                      <a:pt x="51" y="0"/>
                    </a:cubicBezTo>
                    <a:cubicBezTo>
                      <a:pt x="49" y="2"/>
                      <a:pt x="47" y="1"/>
                      <a:pt x="44" y="2"/>
                    </a:cubicBezTo>
                    <a:cubicBezTo>
                      <a:pt x="39" y="4"/>
                      <a:pt x="28" y="4"/>
                      <a:pt x="21" y="4"/>
                    </a:cubicBezTo>
                    <a:cubicBezTo>
                      <a:pt x="19" y="4"/>
                      <a:pt x="19" y="4"/>
                      <a:pt x="19" y="4"/>
                    </a:cubicBezTo>
                    <a:cubicBezTo>
                      <a:pt x="12" y="3"/>
                      <a:pt x="4" y="4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4" y="4"/>
                      <a:pt x="10" y="4"/>
                      <a:pt x="19" y="4"/>
                    </a:cubicBezTo>
                    <a:cubicBezTo>
                      <a:pt x="21" y="4"/>
                      <a:pt x="21" y="4"/>
                      <a:pt x="21" y="4"/>
                    </a:cubicBezTo>
                    <a:cubicBezTo>
                      <a:pt x="29" y="5"/>
                      <a:pt x="39" y="4"/>
                      <a:pt x="44" y="3"/>
                    </a:cubicBezTo>
                    <a:cubicBezTo>
                      <a:pt x="48" y="1"/>
                      <a:pt x="49" y="2"/>
                      <a:pt x="51" y="0"/>
                    </a:cubicBezTo>
                    <a:cubicBezTo>
                      <a:pt x="51" y="0"/>
                      <a:pt x="52" y="0"/>
                      <a:pt x="51" y="0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5207" name="Freeform 482">
                <a:extLst>
                  <a:ext uri="{FF2B5EF4-FFF2-40B4-BE49-F238E27FC236}">
                    <a16:creationId xmlns:a16="http://schemas.microsoft.com/office/drawing/2014/main" id="{CD452733-D17B-4FDE-81EB-0A9B4210D4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0" y="955"/>
                <a:ext cx="66" cy="22"/>
              </a:xfrm>
              <a:custGeom>
                <a:avLst/>
                <a:gdLst>
                  <a:gd name="T0" fmla="*/ 0 w 42"/>
                  <a:gd name="T1" fmla="*/ 55 h 14"/>
                  <a:gd name="T2" fmla="*/ 163 w 42"/>
                  <a:gd name="T3" fmla="*/ 14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2" h="14">
                    <a:moveTo>
                      <a:pt x="0" y="14"/>
                    </a:moveTo>
                    <a:cubicBezTo>
                      <a:pt x="7" y="2"/>
                      <a:pt x="31" y="0"/>
                      <a:pt x="42" y="4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5208" name="Freeform 483">
                <a:extLst>
                  <a:ext uri="{FF2B5EF4-FFF2-40B4-BE49-F238E27FC236}">
                    <a16:creationId xmlns:a16="http://schemas.microsoft.com/office/drawing/2014/main" id="{45203553-B90D-455E-92D7-6B53AD28E1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8" y="977"/>
                <a:ext cx="62" cy="25"/>
              </a:xfrm>
              <a:custGeom>
                <a:avLst/>
                <a:gdLst>
                  <a:gd name="T0" fmla="*/ 0 w 40"/>
                  <a:gd name="T1" fmla="*/ 31 h 16"/>
                  <a:gd name="T2" fmla="*/ 62 w 40"/>
                  <a:gd name="T3" fmla="*/ 5 h 16"/>
                  <a:gd name="T4" fmla="*/ 135 w 40"/>
                  <a:gd name="T5" fmla="*/ 31 h 16"/>
                  <a:gd name="T6" fmla="*/ 130 w 40"/>
                  <a:gd name="T7" fmla="*/ 48 h 16"/>
                  <a:gd name="T8" fmla="*/ 79 w 40"/>
                  <a:gd name="T9" fmla="*/ 56 h 16"/>
                  <a:gd name="T10" fmla="*/ 0 w 40"/>
                  <a:gd name="T11" fmla="*/ 31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0" h="16">
                    <a:moveTo>
                      <a:pt x="0" y="8"/>
                    </a:moveTo>
                    <a:cubicBezTo>
                      <a:pt x="5" y="5"/>
                      <a:pt x="6" y="2"/>
                      <a:pt x="17" y="1"/>
                    </a:cubicBezTo>
                    <a:cubicBezTo>
                      <a:pt x="28" y="0"/>
                      <a:pt x="33" y="7"/>
                      <a:pt x="36" y="8"/>
                    </a:cubicBezTo>
                    <a:cubicBezTo>
                      <a:pt x="40" y="9"/>
                      <a:pt x="38" y="12"/>
                      <a:pt x="35" y="13"/>
                    </a:cubicBezTo>
                    <a:cubicBezTo>
                      <a:pt x="32" y="14"/>
                      <a:pt x="24" y="13"/>
                      <a:pt x="21" y="15"/>
                    </a:cubicBezTo>
                    <a:cubicBezTo>
                      <a:pt x="17" y="16"/>
                      <a:pt x="7" y="13"/>
                      <a:pt x="0" y="8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5209" name="Freeform 484">
                <a:extLst>
                  <a:ext uri="{FF2B5EF4-FFF2-40B4-BE49-F238E27FC236}">
                    <a16:creationId xmlns:a16="http://schemas.microsoft.com/office/drawing/2014/main" id="{D00DC65C-DD21-41D7-BBE8-469EEB4CB0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9" y="955"/>
                <a:ext cx="14" cy="30"/>
              </a:xfrm>
              <a:custGeom>
                <a:avLst/>
                <a:gdLst>
                  <a:gd name="T0" fmla="*/ 34 w 9"/>
                  <a:gd name="T1" fmla="*/ 74 h 19"/>
                  <a:gd name="T2" fmla="*/ 0 w 9"/>
                  <a:gd name="T3" fmla="*/ 47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19">
                    <a:moveTo>
                      <a:pt x="9" y="19"/>
                    </a:moveTo>
                    <a:cubicBezTo>
                      <a:pt x="7" y="13"/>
                      <a:pt x="1" y="0"/>
                      <a:pt x="0" y="12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5210" name="Freeform 485">
                <a:extLst>
                  <a:ext uri="{FF2B5EF4-FFF2-40B4-BE49-F238E27FC236}">
                    <a16:creationId xmlns:a16="http://schemas.microsoft.com/office/drawing/2014/main" id="{E308A699-48E3-4718-811E-A84B9B5A43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9" y="1013"/>
                <a:ext cx="13" cy="32"/>
              </a:xfrm>
              <a:custGeom>
                <a:avLst/>
                <a:gdLst>
                  <a:gd name="T0" fmla="*/ 8 w 8"/>
                  <a:gd name="T1" fmla="*/ 0 h 21"/>
                  <a:gd name="T2" fmla="*/ 8 w 8"/>
                  <a:gd name="T3" fmla="*/ 40 h 21"/>
                  <a:gd name="T4" fmla="*/ 21 w 8"/>
                  <a:gd name="T5" fmla="*/ 75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21">
                    <a:moveTo>
                      <a:pt x="2" y="0"/>
                    </a:moveTo>
                    <a:cubicBezTo>
                      <a:pt x="0" y="2"/>
                      <a:pt x="0" y="5"/>
                      <a:pt x="2" y="11"/>
                    </a:cubicBezTo>
                    <a:cubicBezTo>
                      <a:pt x="3" y="17"/>
                      <a:pt x="8" y="14"/>
                      <a:pt x="5" y="21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5211" name="Freeform 486">
                <a:extLst>
                  <a:ext uri="{FF2B5EF4-FFF2-40B4-BE49-F238E27FC236}">
                    <a16:creationId xmlns:a16="http://schemas.microsoft.com/office/drawing/2014/main" id="{99407751-FC28-47E5-AE13-4B37A1E8E6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0" y="972"/>
                <a:ext cx="8" cy="20"/>
              </a:xfrm>
              <a:custGeom>
                <a:avLst/>
                <a:gdLst>
                  <a:gd name="T0" fmla="*/ 16 w 5"/>
                  <a:gd name="T1" fmla="*/ 0 h 13"/>
                  <a:gd name="T2" fmla="*/ 0 w 5"/>
                  <a:gd name="T3" fmla="*/ 48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3">
                    <a:moveTo>
                      <a:pt x="4" y="0"/>
                    </a:moveTo>
                    <a:cubicBezTo>
                      <a:pt x="5" y="2"/>
                      <a:pt x="0" y="7"/>
                      <a:pt x="0" y="13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5212" name="Freeform 487">
                <a:extLst>
                  <a:ext uri="{FF2B5EF4-FFF2-40B4-BE49-F238E27FC236}">
                    <a16:creationId xmlns:a16="http://schemas.microsoft.com/office/drawing/2014/main" id="{23E2DDC8-2839-4A93-A006-9160505445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7" y="1045"/>
                <a:ext cx="9" cy="31"/>
              </a:xfrm>
              <a:custGeom>
                <a:avLst/>
                <a:gdLst>
                  <a:gd name="T0" fmla="*/ 0 w 6"/>
                  <a:gd name="T1" fmla="*/ 0 h 20"/>
                  <a:gd name="T2" fmla="*/ 21 w 6"/>
                  <a:gd name="T3" fmla="*/ 74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20">
                    <a:moveTo>
                      <a:pt x="0" y="0"/>
                    </a:moveTo>
                    <a:cubicBezTo>
                      <a:pt x="2" y="6"/>
                      <a:pt x="2" y="10"/>
                      <a:pt x="6" y="20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5213" name="Oval 488">
                <a:extLst>
                  <a:ext uri="{FF2B5EF4-FFF2-40B4-BE49-F238E27FC236}">
                    <a16:creationId xmlns:a16="http://schemas.microsoft.com/office/drawing/2014/main" id="{4E1300D8-9074-4593-AF8A-0E2DC8EE17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51" y="985"/>
                <a:ext cx="6" cy="6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214" name="Oval 489">
                <a:extLst>
                  <a:ext uri="{FF2B5EF4-FFF2-40B4-BE49-F238E27FC236}">
                    <a16:creationId xmlns:a16="http://schemas.microsoft.com/office/drawing/2014/main" id="{19FA3D07-9290-45CD-AFE9-2E8F24AFE2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51" y="985"/>
                <a:ext cx="6" cy="6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215" name="Freeform 490">
                <a:extLst>
                  <a:ext uri="{FF2B5EF4-FFF2-40B4-BE49-F238E27FC236}">
                    <a16:creationId xmlns:a16="http://schemas.microsoft.com/office/drawing/2014/main" id="{74A739C7-88E8-4F6C-8C02-EB5293014A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0" y="955"/>
                <a:ext cx="64" cy="22"/>
              </a:xfrm>
              <a:custGeom>
                <a:avLst/>
                <a:gdLst>
                  <a:gd name="T0" fmla="*/ 156 w 41"/>
                  <a:gd name="T1" fmla="*/ 55 h 14"/>
                  <a:gd name="T2" fmla="*/ 0 w 41"/>
                  <a:gd name="T3" fmla="*/ 14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1" h="14">
                    <a:moveTo>
                      <a:pt x="41" y="14"/>
                    </a:moveTo>
                    <a:cubicBezTo>
                      <a:pt x="31" y="1"/>
                      <a:pt x="11" y="0"/>
                      <a:pt x="0" y="4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5216" name="Freeform 491">
                <a:extLst>
                  <a:ext uri="{FF2B5EF4-FFF2-40B4-BE49-F238E27FC236}">
                    <a16:creationId xmlns:a16="http://schemas.microsoft.com/office/drawing/2014/main" id="{981BC783-7B7C-4EAC-AF2E-D28EDF34AF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6" y="977"/>
                <a:ext cx="63" cy="25"/>
              </a:xfrm>
              <a:custGeom>
                <a:avLst/>
                <a:gdLst>
                  <a:gd name="T0" fmla="*/ 156 w 40"/>
                  <a:gd name="T1" fmla="*/ 31 h 16"/>
                  <a:gd name="T2" fmla="*/ 87 w 40"/>
                  <a:gd name="T3" fmla="*/ 5 h 16"/>
                  <a:gd name="T4" fmla="*/ 14 w 40"/>
                  <a:gd name="T5" fmla="*/ 31 h 16"/>
                  <a:gd name="T6" fmla="*/ 20 w 40"/>
                  <a:gd name="T7" fmla="*/ 48 h 16"/>
                  <a:gd name="T8" fmla="*/ 74 w 40"/>
                  <a:gd name="T9" fmla="*/ 56 h 16"/>
                  <a:gd name="T10" fmla="*/ 156 w 40"/>
                  <a:gd name="T11" fmla="*/ 31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0" h="16">
                    <a:moveTo>
                      <a:pt x="40" y="8"/>
                    </a:moveTo>
                    <a:cubicBezTo>
                      <a:pt x="35" y="5"/>
                      <a:pt x="33" y="2"/>
                      <a:pt x="22" y="1"/>
                    </a:cubicBezTo>
                    <a:cubicBezTo>
                      <a:pt x="11" y="0"/>
                      <a:pt x="7" y="7"/>
                      <a:pt x="4" y="8"/>
                    </a:cubicBezTo>
                    <a:cubicBezTo>
                      <a:pt x="0" y="9"/>
                      <a:pt x="2" y="12"/>
                      <a:pt x="5" y="13"/>
                    </a:cubicBezTo>
                    <a:cubicBezTo>
                      <a:pt x="8" y="14"/>
                      <a:pt x="15" y="13"/>
                      <a:pt x="19" y="15"/>
                    </a:cubicBezTo>
                    <a:cubicBezTo>
                      <a:pt x="23" y="16"/>
                      <a:pt x="32" y="13"/>
                      <a:pt x="40" y="8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5217" name="Freeform 492">
                <a:extLst>
                  <a:ext uri="{FF2B5EF4-FFF2-40B4-BE49-F238E27FC236}">
                    <a16:creationId xmlns:a16="http://schemas.microsoft.com/office/drawing/2014/main" id="{C8C8B3E5-ABFD-4F28-9022-ACF218571E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3" y="955"/>
                <a:ext cx="16" cy="30"/>
              </a:xfrm>
              <a:custGeom>
                <a:avLst/>
                <a:gdLst>
                  <a:gd name="T0" fmla="*/ 0 w 10"/>
                  <a:gd name="T1" fmla="*/ 74 h 19"/>
                  <a:gd name="T2" fmla="*/ 42 w 10"/>
                  <a:gd name="T3" fmla="*/ 47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19">
                    <a:moveTo>
                      <a:pt x="0" y="19"/>
                    </a:moveTo>
                    <a:cubicBezTo>
                      <a:pt x="2" y="13"/>
                      <a:pt x="8" y="0"/>
                      <a:pt x="10" y="12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5218" name="Freeform 493">
                <a:extLst>
                  <a:ext uri="{FF2B5EF4-FFF2-40B4-BE49-F238E27FC236}">
                    <a16:creationId xmlns:a16="http://schemas.microsoft.com/office/drawing/2014/main" id="{208E875C-F46A-4E67-B9D3-EF51D7C1F6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6" y="1013"/>
                <a:ext cx="13" cy="32"/>
              </a:xfrm>
              <a:custGeom>
                <a:avLst/>
                <a:gdLst>
                  <a:gd name="T0" fmla="*/ 26 w 8"/>
                  <a:gd name="T1" fmla="*/ 0 h 21"/>
                  <a:gd name="T2" fmla="*/ 26 w 8"/>
                  <a:gd name="T3" fmla="*/ 40 h 21"/>
                  <a:gd name="T4" fmla="*/ 8 w 8"/>
                  <a:gd name="T5" fmla="*/ 75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21">
                    <a:moveTo>
                      <a:pt x="6" y="0"/>
                    </a:moveTo>
                    <a:cubicBezTo>
                      <a:pt x="8" y="2"/>
                      <a:pt x="7" y="5"/>
                      <a:pt x="6" y="11"/>
                    </a:cubicBezTo>
                    <a:cubicBezTo>
                      <a:pt x="4" y="17"/>
                      <a:pt x="0" y="14"/>
                      <a:pt x="2" y="21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5219" name="Freeform 494">
                <a:extLst>
                  <a:ext uri="{FF2B5EF4-FFF2-40B4-BE49-F238E27FC236}">
                    <a16:creationId xmlns:a16="http://schemas.microsoft.com/office/drawing/2014/main" id="{1C2F1733-37A6-4E8D-9A28-6A356F7877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0" y="972"/>
                <a:ext cx="8" cy="20"/>
              </a:xfrm>
              <a:custGeom>
                <a:avLst/>
                <a:gdLst>
                  <a:gd name="T0" fmla="*/ 0 w 5"/>
                  <a:gd name="T1" fmla="*/ 0 h 13"/>
                  <a:gd name="T2" fmla="*/ 16 w 5"/>
                  <a:gd name="T3" fmla="*/ 48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3">
                    <a:moveTo>
                      <a:pt x="0" y="0"/>
                    </a:moveTo>
                    <a:cubicBezTo>
                      <a:pt x="0" y="2"/>
                      <a:pt x="5" y="7"/>
                      <a:pt x="4" y="13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5220" name="Freeform 495">
                <a:extLst>
                  <a:ext uri="{FF2B5EF4-FFF2-40B4-BE49-F238E27FC236}">
                    <a16:creationId xmlns:a16="http://schemas.microsoft.com/office/drawing/2014/main" id="{99A90517-EFE8-4F90-A503-39529358D9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0" y="1042"/>
                <a:ext cx="8" cy="36"/>
              </a:xfrm>
              <a:custGeom>
                <a:avLst/>
                <a:gdLst>
                  <a:gd name="T0" fmla="*/ 21 w 5"/>
                  <a:gd name="T1" fmla="*/ 0 h 23"/>
                  <a:gd name="T2" fmla="*/ 0 w 5"/>
                  <a:gd name="T3" fmla="*/ 88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23">
                    <a:moveTo>
                      <a:pt x="5" y="0"/>
                    </a:moveTo>
                    <a:cubicBezTo>
                      <a:pt x="3" y="8"/>
                      <a:pt x="4" y="11"/>
                      <a:pt x="0" y="23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5221" name="Oval 496">
                <a:extLst>
                  <a:ext uri="{FF2B5EF4-FFF2-40B4-BE49-F238E27FC236}">
                    <a16:creationId xmlns:a16="http://schemas.microsoft.com/office/drawing/2014/main" id="{C31B9FEA-7431-4DE6-8836-A29B14E726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89" y="985"/>
                <a:ext cx="6" cy="6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222" name="Oval 497">
                <a:extLst>
                  <a:ext uri="{FF2B5EF4-FFF2-40B4-BE49-F238E27FC236}">
                    <a16:creationId xmlns:a16="http://schemas.microsoft.com/office/drawing/2014/main" id="{421A0D24-6441-4440-A8EF-9C01A7D9B0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89" y="985"/>
                <a:ext cx="6" cy="6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223" name="Freeform 498">
                <a:extLst>
                  <a:ext uri="{FF2B5EF4-FFF2-40B4-BE49-F238E27FC236}">
                    <a16:creationId xmlns:a16="http://schemas.microsoft.com/office/drawing/2014/main" id="{CF0ABA01-3D45-4E01-9F29-5391BAA944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2564"/>
                <a:ext cx="7" cy="134"/>
              </a:xfrm>
              <a:custGeom>
                <a:avLst/>
                <a:gdLst>
                  <a:gd name="T0" fmla="*/ 0 w 5"/>
                  <a:gd name="T1" fmla="*/ 0 h 86"/>
                  <a:gd name="T2" fmla="*/ 1 w 5"/>
                  <a:gd name="T3" fmla="*/ 136 h 86"/>
                  <a:gd name="T4" fmla="*/ 8 w 5"/>
                  <a:gd name="T5" fmla="*/ 326 h 8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86">
                    <a:moveTo>
                      <a:pt x="0" y="0"/>
                    </a:moveTo>
                    <a:cubicBezTo>
                      <a:pt x="0" y="12"/>
                      <a:pt x="1" y="30"/>
                      <a:pt x="1" y="36"/>
                    </a:cubicBezTo>
                    <a:cubicBezTo>
                      <a:pt x="0" y="44"/>
                      <a:pt x="5" y="79"/>
                      <a:pt x="3" y="86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5224" name="Freeform 499">
                <a:extLst>
                  <a:ext uri="{FF2B5EF4-FFF2-40B4-BE49-F238E27FC236}">
                    <a16:creationId xmlns:a16="http://schemas.microsoft.com/office/drawing/2014/main" id="{6D56098B-DAD6-4F04-A03D-4C9FA20EA4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9" y="2572"/>
                <a:ext cx="4" cy="120"/>
              </a:xfrm>
              <a:custGeom>
                <a:avLst/>
                <a:gdLst>
                  <a:gd name="T0" fmla="*/ 5 w 3"/>
                  <a:gd name="T1" fmla="*/ 0 h 77"/>
                  <a:gd name="T2" fmla="*/ 0 w 3"/>
                  <a:gd name="T3" fmla="*/ 101 h 77"/>
                  <a:gd name="T4" fmla="*/ 5 w 3"/>
                  <a:gd name="T5" fmla="*/ 291 h 7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77">
                    <a:moveTo>
                      <a:pt x="2" y="0"/>
                    </a:moveTo>
                    <a:cubicBezTo>
                      <a:pt x="2" y="8"/>
                      <a:pt x="1" y="19"/>
                      <a:pt x="0" y="27"/>
                    </a:cubicBezTo>
                    <a:cubicBezTo>
                      <a:pt x="0" y="38"/>
                      <a:pt x="3" y="72"/>
                      <a:pt x="2" y="77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5225" name="Freeform 500">
                <a:extLst>
                  <a:ext uri="{FF2B5EF4-FFF2-40B4-BE49-F238E27FC236}">
                    <a16:creationId xmlns:a16="http://schemas.microsoft.com/office/drawing/2014/main" id="{8D04951B-0EB6-43EA-8984-AFCAEAC9F2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0" y="2560"/>
                <a:ext cx="9" cy="115"/>
              </a:xfrm>
              <a:custGeom>
                <a:avLst/>
                <a:gdLst>
                  <a:gd name="T0" fmla="*/ 18 w 6"/>
                  <a:gd name="T1" fmla="*/ 0 h 74"/>
                  <a:gd name="T2" fmla="*/ 14 w 6"/>
                  <a:gd name="T3" fmla="*/ 82 h 74"/>
                  <a:gd name="T4" fmla="*/ 0 w 6"/>
                  <a:gd name="T5" fmla="*/ 278 h 7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74">
                    <a:moveTo>
                      <a:pt x="5" y="0"/>
                    </a:moveTo>
                    <a:cubicBezTo>
                      <a:pt x="6" y="7"/>
                      <a:pt x="6" y="13"/>
                      <a:pt x="4" y="22"/>
                    </a:cubicBezTo>
                    <a:cubicBezTo>
                      <a:pt x="2" y="34"/>
                      <a:pt x="0" y="74"/>
                      <a:pt x="0" y="74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5226" name="Freeform 501">
                <a:extLst>
                  <a:ext uri="{FF2B5EF4-FFF2-40B4-BE49-F238E27FC236}">
                    <a16:creationId xmlns:a16="http://schemas.microsoft.com/office/drawing/2014/main" id="{C9FE0DA6-D58E-4550-B161-ADF47F5B92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1" y="2521"/>
                <a:ext cx="9" cy="9"/>
              </a:xfrm>
              <a:custGeom>
                <a:avLst/>
                <a:gdLst>
                  <a:gd name="T0" fmla="*/ 21 w 6"/>
                  <a:gd name="T1" fmla="*/ 0 h 6"/>
                  <a:gd name="T2" fmla="*/ 0 w 6"/>
                  <a:gd name="T3" fmla="*/ 21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6">
                    <a:moveTo>
                      <a:pt x="6" y="0"/>
                    </a:moveTo>
                    <a:cubicBezTo>
                      <a:pt x="4" y="1"/>
                      <a:pt x="2" y="3"/>
                      <a:pt x="0" y="6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5227" name="Freeform 502">
                <a:extLst>
                  <a:ext uri="{FF2B5EF4-FFF2-40B4-BE49-F238E27FC236}">
                    <a16:creationId xmlns:a16="http://schemas.microsoft.com/office/drawing/2014/main" id="{07B17B13-0A5B-4508-BD1C-ED0817D779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8" y="4001"/>
                <a:ext cx="39" cy="22"/>
              </a:xfrm>
              <a:custGeom>
                <a:avLst/>
                <a:gdLst>
                  <a:gd name="T0" fmla="*/ 0 w 25"/>
                  <a:gd name="T1" fmla="*/ 35 h 14"/>
                  <a:gd name="T2" fmla="*/ 80 w 25"/>
                  <a:gd name="T3" fmla="*/ 42 h 14"/>
                  <a:gd name="T4" fmla="*/ 87 w 25"/>
                  <a:gd name="T5" fmla="*/ 20 h 14"/>
                  <a:gd name="T6" fmla="*/ 22 w 25"/>
                  <a:gd name="T7" fmla="*/ 8 h 14"/>
                  <a:gd name="T8" fmla="*/ 0 w 25"/>
                  <a:gd name="T9" fmla="*/ 35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14">
                    <a:moveTo>
                      <a:pt x="0" y="9"/>
                    </a:moveTo>
                    <a:cubicBezTo>
                      <a:pt x="4" y="6"/>
                      <a:pt x="18" y="8"/>
                      <a:pt x="21" y="11"/>
                    </a:cubicBezTo>
                    <a:cubicBezTo>
                      <a:pt x="23" y="14"/>
                      <a:pt x="25" y="6"/>
                      <a:pt x="23" y="5"/>
                    </a:cubicBezTo>
                    <a:cubicBezTo>
                      <a:pt x="20" y="1"/>
                      <a:pt x="11" y="0"/>
                      <a:pt x="6" y="2"/>
                    </a:cubicBezTo>
                    <a:cubicBezTo>
                      <a:pt x="2" y="3"/>
                      <a:pt x="0" y="9"/>
                      <a:pt x="0" y="9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5228" name="Freeform 503">
                <a:extLst>
                  <a:ext uri="{FF2B5EF4-FFF2-40B4-BE49-F238E27FC236}">
                    <a16:creationId xmlns:a16="http://schemas.microsoft.com/office/drawing/2014/main" id="{2A0B159E-506E-48FE-BCD4-111FB4A878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2" y="3981"/>
                <a:ext cx="30" cy="58"/>
              </a:xfrm>
              <a:custGeom>
                <a:avLst/>
                <a:gdLst>
                  <a:gd name="T0" fmla="*/ 74 w 19"/>
                  <a:gd name="T1" fmla="*/ 0 h 37"/>
                  <a:gd name="T2" fmla="*/ 14 w 19"/>
                  <a:gd name="T3" fmla="*/ 74 h 37"/>
                  <a:gd name="T4" fmla="*/ 13 w 19"/>
                  <a:gd name="T5" fmla="*/ 143 h 3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37">
                    <a:moveTo>
                      <a:pt x="19" y="0"/>
                    </a:moveTo>
                    <a:cubicBezTo>
                      <a:pt x="16" y="7"/>
                      <a:pt x="8" y="11"/>
                      <a:pt x="4" y="19"/>
                    </a:cubicBezTo>
                    <a:cubicBezTo>
                      <a:pt x="2" y="25"/>
                      <a:pt x="0" y="32"/>
                      <a:pt x="3" y="37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5229" name="Freeform 504">
                <a:extLst>
                  <a:ext uri="{FF2B5EF4-FFF2-40B4-BE49-F238E27FC236}">
                    <a16:creationId xmlns:a16="http://schemas.microsoft.com/office/drawing/2014/main" id="{065DBAC6-ED1C-41B9-BB26-54225BCA65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0" y="3970"/>
                <a:ext cx="36" cy="69"/>
              </a:xfrm>
              <a:custGeom>
                <a:avLst/>
                <a:gdLst>
                  <a:gd name="T0" fmla="*/ 88 w 23"/>
                  <a:gd name="T1" fmla="*/ 0 h 44"/>
                  <a:gd name="T2" fmla="*/ 53 w 23"/>
                  <a:gd name="T3" fmla="*/ 42 h 44"/>
                  <a:gd name="T4" fmla="*/ 27 w 23"/>
                  <a:gd name="T5" fmla="*/ 100 h 44"/>
                  <a:gd name="T6" fmla="*/ 27 w 23"/>
                  <a:gd name="T7" fmla="*/ 169 h 4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" h="44">
                    <a:moveTo>
                      <a:pt x="23" y="0"/>
                    </a:moveTo>
                    <a:cubicBezTo>
                      <a:pt x="17" y="3"/>
                      <a:pt x="16" y="4"/>
                      <a:pt x="14" y="11"/>
                    </a:cubicBezTo>
                    <a:cubicBezTo>
                      <a:pt x="12" y="18"/>
                      <a:pt x="9" y="22"/>
                      <a:pt x="7" y="26"/>
                    </a:cubicBezTo>
                    <a:cubicBezTo>
                      <a:pt x="4" y="30"/>
                      <a:pt x="0" y="39"/>
                      <a:pt x="7" y="44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5230" name="Freeform 505">
                <a:extLst>
                  <a:ext uri="{FF2B5EF4-FFF2-40B4-BE49-F238E27FC236}">
                    <a16:creationId xmlns:a16="http://schemas.microsoft.com/office/drawing/2014/main" id="{D8B4DE92-5CCB-4AC7-9C1D-30F724345F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9" y="3962"/>
                <a:ext cx="42" cy="62"/>
              </a:xfrm>
              <a:custGeom>
                <a:avLst/>
                <a:gdLst>
                  <a:gd name="T0" fmla="*/ 101 w 27"/>
                  <a:gd name="T1" fmla="*/ 0 h 40"/>
                  <a:gd name="T2" fmla="*/ 39 w 27"/>
                  <a:gd name="T3" fmla="*/ 60 h 40"/>
                  <a:gd name="T4" fmla="*/ 12 w 27"/>
                  <a:gd name="T5" fmla="*/ 115 h 40"/>
                  <a:gd name="T6" fmla="*/ 0 w 27"/>
                  <a:gd name="T7" fmla="*/ 149 h 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7" h="40">
                    <a:moveTo>
                      <a:pt x="27" y="0"/>
                    </a:moveTo>
                    <a:cubicBezTo>
                      <a:pt x="21" y="4"/>
                      <a:pt x="13" y="10"/>
                      <a:pt x="10" y="16"/>
                    </a:cubicBezTo>
                    <a:cubicBezTo>
                      <a:pt x="8" y="21"/>
                      <a:pt x="6" y="25"/>
                      <a:pt x="3" y="31"/>
                    </a:cubicBezTo>
                    <a:cubicBezTo>
                      <a:pt x="1" y="34"/>
                      <a:pt x="0" y="37"/>
                      <a:pt x="0" y="40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5231" name="Freeform 506">
                <a:extLst>
                  <a:ext uri="{FF2B5EF4-FFF2-40B4-BE49-F238E27FC236}">
                    <a16:creationId xmlns:a16="http://schemas.microsoft.com/office/drawing/2014/main" id="{02F00EEF-49AA-4005-B4EC-F37DD1249B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6" y="3954"/>
                <a:ext cx="48" cy="55"/>
              </a:xfrm>
              <a:custGeom>
                <a:avLst/>
                <a:gdLst>
                  <a:gd name="T0" fmla="*/ 115 w 31"/>
                  <a:gd name="T1" fmla="*/ 0 h 35"/>
                  <a:gd name="T2" fmla="*/ 56 w 31"/>
                  <a:gd name="T3" fmla="*/ 47 h 35"/>
                  <a:gd name="T4" fmla="*/ 5 w 31"/>
                  <a:gd name="T5" fmla="*/ 113 h 35"/>
                  <a:gd name="T6" fmla="*/ 0 w 31"/>
                  <a:gd name="T7" fmla="*/ 135 h 3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1" h="35">
                    <a:moveTo>
                      <a:pt x="31" y="0"/>
                    </a:moveTo>
                    <a:cubicBezTo>
                      <a:pt x="24" y="3"/>
                      <a:pt x="19" y="7"/>
                      <a:pt x="15" y="12"/>
                    </a:cubicBezTo>
                    <a:cubicBezTo>
                      <a:pt x="11" y="16"/>
                      <a:pt x="4" y="20"/>
                      <a:pt x="1" y="29"/>
                    </a:cubicBezTo>
                    <a:cubicBezTo>
                      <a:pt x="1" y="31"/>
                      <a:pt x="0" y="33"/>
                      <a:pt x="0" y="35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5232" name="Freeform 507">
                <a:extLst>
                  <a:ext uri="{FF2B5EF4-FFF2-40B4-BE49-F238E27FC236}">
                    <a16:creationId xmlns:a16="http://schemas.microsoft.com/office/drawing/2014/main" id="{45ACAF5E-C519-4F01-A1F2-C3F9104385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8" y="4017"/>
                <a:ext cx="26" cy="15"/>
              </a:xfrm>
              <a:custGeom>
                <a:avLst/>
                <a:gdLst>
                  <a:gd name="T0" fmla="*/ 5 w 17"/>
                  <a:gd name="T1" fmla="*/ 32 h 10"/>
                  <a:gd name="T2" fmla="*/ 54 w 17"/>
                  <a:gd name="T3" fmla="*/ 32 h 10"/>
                  <a:gd name="T4" fmla="*/ 32 w 17"/>
                  <a:gd name="T5" fmla="*/ 5 h 10"/>
                  <a:gd name="T6" fmla="*/ 5 w 17"/>
                  <a:gd name="T7" fmla="*/ 32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10">
                    <a:moveTo>
                      <a:pt x="1" y="9"/>
                    </a:moveTo>
                    <a:cubicBezTo>
                      <a:pt x="6" y="10"/>
                      <a:pt x="14" y="10"/>
                      <a:pt x="15" y="9"/>
                    </a:cubicBezTo>
                    <a:cubicBezTo>
                      <a:pt x="17" y="8"/>
                      <a:pt x="16" y="1"/>
                      <a:pt x="9" y="1"/>
                    </a:cubicBezTo>
                    <a:cubicBezTo>
                      <a:pt x="1" y="0"/>
                      <a:pt x="0" y="8"/>
                      <a:pt x="1" y="9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5233" name="Freeform 508">
                <a:extLst>
                  <a:ext uri="{FF2B5EF4-FFF2-40B4-BE49-F238E27FC236}">
                    <a16:creationId xmlns:a16="http://schemas.microsoft.com/office/drawing/2014/main" id="{8AB58B93-2F37-4356-BC23-0717D4FBB0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4" y="4009"/>
                <a:ext cx="25" cy="14"/>
              </a:xfrm>
              <a:custGeom>
                <a:avLst/>
                <a:gdLst>
                  <a:gd name="T0" fmla="*/ 5 w 16"/>
                  <a:gd name="T1" fmla="*/ 26 h 9"/>
                  <a:gd name="T2" fmla="*/ 53 w 16"/>
                  <a:gd name="T3" fmla="*/ 30 h 9"/>
                  <a:gd name="T4" fmla="*/ 27 w 16"/>
                  <a:gd name="T5" fmla="*/ 0 h 9"/>
                  <a:gd name="T6" fmla="*/ 5 w 16"/>
                  <a:gd name="T7" fmla="*/ 26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9">
                    <a:moveTo>
                      <a:pt x="1" y="7"/>
                    </a:moveTo>
                    <a:cubicBezTo>
                      <a:pt x="6" y="8"/>
                      <a:pt x="13" y="9"/>
                      <a:pt x="14" y="8"/>
                    </a:cubicBezTo>
                    <a:cubicBezTo>
                      <a:pt x="16" y="7"/>
                      <a:pt x="14" y="0"/>
                      <a:pt x="7" y="0"/>
                    </a:cubicBezTo>
                    <a:cubicBezTo>
                      <a:pt x="2" y="0"/>
                      <a:pt x="0" y="6"/>
                      <a:pt x="1" y="7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5234" name="Freeform 509">
                <a:extLst>
                  <a:ext uri="{FF2B5EF4-FFF2-40B4-BE49-F238E27FC236}">
                    <a16:creationId xmlns:a16="http://schemas.microsoft.com/office/drawing/2014/main" id="{B42A71F8-7C8E-4E9E-82C6-8C15087005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9" y="4003"/>
                <a:ext cx="23" cy="12"/>
              </a:xfrm>
              <a:custGeom>
                <a:avLst/>
                <a:gdLst>
                  <a:gd name="T0" fmla="*/ 0 w 15"/>
                  <a:gd name="T1" fmla="*/ 26 h 8"/>
                  <a:gd name="T2" fmla="*/ 48 w 15"/>
                  <a:gd name="T3" fmla="*/ 26 h 8"/>
                  <a:gd name="T4" fmla="*/ 21 w 15"/>
                  <a:gd name="T5" fmla="*/ 0 h 8"/>
                  <a:gd name="T6" fmla="*/ 0 w 15"/>
                  <a:gd name="T7" fmla="*/ 26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8">
                    <a:moveTo>
                      <a:pt x="0" y="7"/>
                    </a:moveTo>
                    <a:cubicBezTo>
                      <a:pt x="5" y="6"/>
                      <a:pt x="12" y="8"/>
                      <a:pt x="13" y="7"/>
                    </a:cubicBezTo>
                    <a:cubicBezTo>
                      <a:pt x="15" y="6"/>
                      <a:pt x="13" y="0"/>
                      <a:pt x="6" y="0"/>
                    </a:cubicBezTo>
                    <a:cubicBezTo>
                      <a:pt x="2" y="0"/>
                      <a:pt x="0" y="6"/>
                      <a:pt x="0" y="7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5235" name="Freeform 510">
                <a:extLst>
                  <a:ext uri="{FF2B5EF4-FFF2-40B4-BE49-F238E27FC236}">
                    <a16:creationId xmlns:a16="http://schemas.microsoft.com/office/drawing/2014/main" id="{EE542ADB-E4F9-4431-8227-60A5504059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4" y="4010"/>
                <a:ext cx="7" cy="21"/>
              </a:xfrm>
              <a:custGeom>
                <a:avLst/>
                <a:gdLst>
                  <a:gd name="T0" fmla="*/ 0 w 5"/>
                  <a:gd name="T1" fmla="*/ 0 h 13"/>
                  <a:gd name="T2" fmla="*/ 0 w 5"/>
                  <a:gd name="T3" fmla="*/ 55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3">
                    <a:moveTo>
                      <a:pt x="0" y="0"/>
                    </a:moveTo>
                    <a:cubicBezTo>
                      <a:pt x="2" y="5"/>
                      <a:pt x="5" y="7"/>
                      <a:pt x="0" y="13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5236" name="Freeform 511">
                <a:extLst>
                  <a:ext uri="{FF2B5EF4-FFF2-40B4-BE49-F238E27FC236}">
                    <a16:creationId xmlns:a16="http://schemas.microsoft.com/office/drawing/2014/main" id="{0B183FDB-96A2-4C5E-A586-9F0DCB6CF0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1" y="3835"/>
                <a:ext cx="3" cy="23"/>
              </a:xfrm>
              <a:custGeom>
                <a:avLst/>
                <a:gdLst>
                  <a:gd name="T0" fmla="*/ 8 w 2"/>
                  <a:gd name="T1" fmla="*/ 0 h 15"/>
                  <a:gd name="T2" fmla="*/ 0 w 2"/>
                  <a:gd name="T3" fmla="*/ 54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5">
                    <a:moveTo>
                      <a:pt x="2" y="0"/>
                    </a:moveTo>
                    <a:cubicBezTo>
                      <a:pt x="2" y="4"/>
                      <a:pt x="0" y="15"/>
                      <a:pt x="0" y="15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5237" name="Freeform 512">
                <a:extLst>
                  <a:ext uri="{FF2B5EF4-FFF2-40B4-BE49-F238E27FC236}">
                    <a16:creationId xmlns:a16="http://schemas.microsoft.com/office/drawing/2014/main" id="{EAB9C64D-C738-498E-B038-4C60CB20D2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8" y="4001"/>
                <a:ext cx="39" cy="22"/>
              </a:xfrm>
              <a:custGeom>
                <a:avLst/>
                <a:gdLst>
                  <a:gd name="T0" fmla="*/ 95 w 25"/>
                  <a:gd name="T1" fmla="*/ 35 h 14"/>
                  <a:gd name="T2" fmla="*/ 19 w 25"/>
                  <a:gd name="T3" fmla="*/ 42 h 14"/>
                  <a:gd name="T4" fmla="*/ 8 w 25"/>
                  <a:gd name="T5" fmla="*/ 20 h 14"/>
                  <a:gd name="T6" fmla="*/ 75 w 25"/>
                  <a:gd name="T7" fmla="*/ 8 h 14"/>
                  <a:gd name="T8" fmla="*/ 95 w 25"/>
                  <a:gd name="T9" fmla="*/ 35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14">
                    <a:moveTo>
                      <a:pt x="25" y="9"/>
                    </a:moveTo>
                    <a:cubicBezTo>
                      <a:pt x="22" y="6"/>
                      <a:pt x="7" y="8"/>
                      <a:pt x="5" y="11"/>
                    </a:cubicBezTo>
                    <a:cubicBezTo>
                      <a:pt x="2" y="14"/>
                      <a:pt x="0" y="6"/>
                      <a:pt x="2" y="5"/>
                    </a:cubicBezTo>
                    <a:cubicBezTo>
                      <a:pt x="6" y="1"/>
                      <a:pt x="15" y="0"/>
                      <a:pt x="20" y="2"/>
                    </a:cubicBezTo>
                    <a:cubicBezTo>
                      <a:pt x="24" y="3"/>
                      <a:pt x="25" y="9"/>
                      <a:pt x="25" y="9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5238" name="Freeform 513">
                <a:extLst>
                  <a:ext uri="{FF2B5EF4-FFF2-40B4-BE49-F238E27FC236}">
                    <a16:creationId xmlns:a16="http://schemas.microsoft.com/office/drawing/2014/main" id="{5D7FC034-6CB6-44F9-9BCC-3C1D457086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4" y="3981"/>
                <a:ext cx="30" cy="58"/>
              </a:xfrm>
              <a:custGeom>
                <a:avLst/>
                <a:gdLst>
                  <a:gd name="T0" fmla="*/ 0 w 19"/>
                  <a:gd name="T1" fmla="*/ 0 h 37"/>
                  <a:gd name="T2" fmla="*/ 55 w 19"/>
                  <a:gd name="T3" fmla="*/ 74 h 37"/>
                  <a:gd name="T4" fmla="*/ 62 w 19"/>
                  <a:gd name="T5" fmla="*/ 143 h 3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37">
                    <a:moveTo>
                      <a:pt x="0" y="0"/>
                    </a:moveTo>
                    <a:cubicBezTo>
                      <a:pt x="2" y="7"/>
                      <a:pt x="11" y="11"/>
                      <a:pt x="14" y="19"/>
                    </a:cubicBezTo>
                    <a:cubicBezTo>
                      <a:pt x="17" y="25"/>
                      <a:pt x="19" y="32"/>
                      <a:pt x="16" y="37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5239" name="Freeform 514">
                <a:extLst>
                  <a:ext uri="{FF2B5EF4-FFF2-40B4-BE49-F238E27FC236}">
                    <a16:creationId xmlns:a16="http://schemas.microsoft.com/office/drawing/2014/main" id="{21D5429B-3EB2-4445-A75F-98E1C09442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0" y="3970"/>
                <a:ext cx="36" cy="69"/>
              </a:xfrm>
              <a:custGeom>
                <a:avLst/>
                <a:gdLst>
                  <a:gd name="T0" fmla="*/ 0 w 23"/>
                  <a:gd name="T1" fmla="*/ 0 h 44"/>
                  <a:gd name="T2" fmla="*/ 31 w 23"/>
                  <a:gd name="T3" fmla="*/ 42 h 44"/>
                  <a:gd name="T4" fmla="*/ 61 w 23"/>
                  <a:gd name="T5" fmla="*/ 100 h 44"/>
                  <a:gd name="T6" fmla="*/ 61 w 23"/>
                  <a:gd name="T7" fmla="*/ 169 h 4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" h="44">
                    <a:moveTo>
                      <a:pt x="0" y="0"/>
                    </a:moveTo>
                    <a:cubicBezTo>
                      <a:pt x="6" y="3"/>
                      <a:pt x="6" y="4"/>
                      <a:pt x="8" y="11"/>
                    </a:cubicBezTo>
                    <a:cubicBezTo>
                      <a:pt x="10" y="18"/>
                      <a:pt x="13" y="22"/>
                      <a:pt x="16" y="26"/>
                    </a:cubicBezTo>
                    <a:cubicBezTo>
                      <a:pt x="19" y="30"/>
                      <a:pt x="23" y="39"/>
                      <a:pt x="16" y="44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5240" name="Freeform 515">
                <a:extLst>
                  <a:ext uri="{FF2B5EF4-FFF2-40B4-BE49-F238E27FC236}">
                    <a16:creationId xmlns:a16="http://schemas.microsoft.com/office/drawing/2014/main" id="{638E731D-0B51-4E83-9F79-C7657D55C2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5" y="3962"/>
                <a:ext cx="42" cy="64"/>
              </a:xfrm>
              <a:custGeom>
                <a:avLst/>
                <a:gdLst>
                  <a:gd name="T0" fmla="*/ 0 w 27"/>
                  <a:gd name="T1" fmla="*/ 0 h 41"/>
                  <a:gd name="T2" fmla="*/ 61 w 27"/>
                  <a:gd name="T3" fmla="*/ 61 h 41"/>
                  <a:gd name="T4" fmla="*/ 90 w 27"/>
                  <a:gd name="T5" fmla="*/ 117 h 41"/>
                  <a:gd name="T6" fmla="*/ 96 w 27"/>
                  <a:gd name="T7" fmla="*/ 156 h 4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7" h="41">
                    <a:moveTo>
                      <a:pt x="0" y="0"/>
                    </a:moveTo>
                    <a:cubicBezTo>
                      <a:pt x="5" y="4"/>
                      <a:pt x="14" y="10"/>
                      <a:pt x="16" y="16"/>
                    </a:cubicBezTo>
                    <a:cubicBezTo>
                      <a:pt x="19" y="21"/>
                      <a:pt x="21" y="25"/>
                      <a:pt x="24" y="31"/>
                    </a:cubicBezTo>
                    <a:cubicBezTo>
                      <a:pt x="26" y="34"/>
                      <a:pt x="27" y="37"/>
                      <a:pt x="26" y="41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5241" name="Freeform 516">
                <a:extLst>
                  <a:ext uri="{FF2B5EF4-FFF2-40B4-BE49-F238E27FC236}">
                    <a16:creationId xmlns:a16="http://schemas.microsoft.com/office/drawing/2014/main" id="{BF31F90C-13E0-4409-8642-93E8A024D9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2" y="3954"/>
                <a:ext cx="49" cy="55"/>
              </a:xfrm>
              <a:custGeom>
                <a:avLst/>
                <a:gdLst>
                  <a:gd name="T0" fmla="*/ 0 w 31"/>
                  <a:gd name="T1" fmla="*/ 0 h 35"/>
                  <a:gd name="T2" fmla="*/ 63 w 31"/>
                  <a:gd name="T3" fmla="*/ 47 h 35"/>
                  <a:gd name="T4" fmla="*/ 115 w 31"/>
                  <a:gd name="T5" fmla="*/ 113 h 35"/>
                  <a:gd name="T6" fmla="*/ 122 w 31"/>
                  <a:gd name="T7" fmla="*/ 135 h 3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1" h="35">
                    <a:moveTo>
                      <a:pt x="0" y="0"/>
                    </a:moveTo>
                    <a:cubicBezTo>
                      <a:pt x="7" y="3"/>
                      <a:pt x="12" y="7"/>
                      <a:pt x="16" y="12"/>
                    </a:cubicBezTo>
                    <a:cubicBezTo>
                      <a:pt x="19" y="16"/>
                      <a:pt x="27" y="20"/>
                      <a:pt x="29" y="29"/>
                    </a:cubicBezTo>
                    <a:cubicBezTo>
                      <a:pt x="30" y="31"/>
                      <a:pt x="31" y="33"/>
                      <a:pt x="31" y="35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5242" name="Freeform 517">
                <a:extLst>
                  <a:ext uri="{FF2B5EF4-FFF2-40B4-BE49-F238E27FC236}">
                    <a16:creationId xmlns:a16="http://schemas.microsoft.com/office/drawing/2014/main" id="{FC113FEC-0915-4743-A94B-685A7E297A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2" y="4017"/>
                <a:ext cx="25" cy="15"/>
              </a:xfrm>
              <a:custGeom>
                <a:avLst/>
                <a:gdLst>
                  <a:gd name="T0" fmla="*/ 61 w 16"/>
                  <a:gd name="T1" fmla="*/ 32 h 10"/>
                  <a:gd name="T2" fmla="*/ 5 w 16"/>
                  <a:gd name="T3" fmla="*/ 32 h 10"/>
                  <a:gd name="T4" fmla="*/ 31 w 16"/>
                  <a:gd name="T5" fmla="*/ 5 h 10"/>
                  <a:gd name="T6" fmla="*/ 61 w 16"/>
                  <a:gd name="T7" fmla="*/ 32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10">
                    <a:moveTo>
                      <a:pt x="16" y="9"/>
                    </a:moveTo>
                    <a:cubicBezTo>
                      <a:pt x="10" y="10"/>
                      <a:pt x="3" y="10"/>
                      <a:pt x="1" y="9"/>
                    </a:cubicBezTo>
                    <a:cubicBezTo>
                      <a:pt x="0" y="8"/>
                      <a:pt x="0" y="1"/>
                      <a:pt x="8" y="1"/>
                    </a:cubicBezTo>
                    <a:cubicBezTo>
                      <a:pt x="15" y="0"/>
                      <a:pt x="16" y="8"/>
                      <a:pt x="16" y="9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5243" name="Freeform 518">
                <a:extLst>
                  <a:ext uri="{FF2B5EF4-FFF2-40B4-BE49-F238E27FC236}">
                    <a16:creationId xmlns:a16="http://schemas.microsoft.com/office/drawing/2014/main" id="{397B085E-D96C-4773-9A54-B20A95E359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7" y="4009"/>
                <a:ext cx="24" cy="14"/>
              </a:xfrm>
              <a:custGeom>
                <a:avLst/>
                <a:gdLst>
                  <a:gd name="T0" fmla="*/ 61 w 15"/>
                  <a:gd name="T1" fmla="*/ 26 h 9"/>
                  <a:gd name="T2" fmla="*/ 5 w 15"/>
                  <a:gd name="T3" fmla="*/ 30 h 9"/>
                  <a:gd name="T4" fmla="*/ 35 w 15"/>
                  <a:gd name="T5" fmla="*/ 0 h 9"/>
                  <a:gd name="T6" fmla="*/ 61 w 15"/>
                  <a:gd name="T7" fmla="*/ 26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9">
                    <a:moveTo>
                      <a:pt x="15" y="7"/>
                    </a:moveTo>
                    <a:cubicBezTo>
                      <a:pt x="10" y="8"/>
                      <a:pt x="3" y="9"/>
                      <a:pt x="1" y="8"/>
                    </a:cubicBezTo>
                    <a:cubicBezTo>
                      <a:pt x="0" y="7"/>
                      <a:pt x="1" y="0"/>
                      <a:pt x="9" y="0"/>
                    </a:cubicBezTo>
                    <a:cubicBezTo>
                      <a:pt x="13" y="0"/>
                      <a:pt x="15" y="6"/>
                      <a:pt x="15" y="7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5244" name="Freeform 519">
                <a:extLst>
                  <a:ext uri="{FF2B5EF4-FFF2-40B4-BE49-F238E27FC236}">
                    <a16:creationId xmlns:a16="http://schemas.microsoft.com/office/drawing/2014/main" id="{8F5EA67F-C4E2-4082-B7AF-030EB9758B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4" y="4003"/>
                <a:ext cx="23" cy="12"/>
              </a:xfrm>
              <a:custGeom>
                <a:avLst/>
                <a:gdLst>
                  <a:gd name="T0" fmla="*/ 49 w 15"/>
                  <a:gd name="T1" fmla="*/ 26 h 8"/>
                  <a:gd name="T2" fmla="*/ 5 w 15"/>
                  <a:gd name="T3" fmla="*/ 26 h 8"/>
                  <a:gd name="T4" fmla="*/ 32 w 15"/>
                  <a:gd name="T5" fmla="*/ 0 h 8"/>
                  <a:gd name="T6" fmla="*/ 49 w 15"/>
                  <a:gd name="T7" fmla="*/ 26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8">
                    <a:moveTo>
                      <a:pt x="14" y="7"/>
                    </a:moveTo>
                    <a:cubicBezTo>
                      <a:pt x="10" y="6"/>
                      <a:pt x="3" y="8"/>
                      <a:pt x="1" y="7"/>
                    </a:cubicBezTo>
                    <a:cubicBezTo>
                      <a:pt x="0" y="6"/>
                      <a:pt x="1" y="0"/>
                      <a:pt x="9" y="0"/>
                    </a:cubicBezTo>
                    <a:cubicBezTo>
                      <a:pt x="13" y="0"/>
                      <a:pt x="15" y="6"/>
                      <a:pt x="14" y="7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5245" name="Freeform 520">
                <a:extLst>
                  <a:ext uri="{FF2B5EF4-FFF2-40B4-BE49-F238E27FC236}">
                    <a16:creationId xmlns:a16="http://schemas.microsoft.com/office/drawing/2014/main" id="{A227F7E1-3965-4279-82C6-FA1EFBEE9D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5" y="4010"/>
                <a:ext cx="8" cy="21"/>
              </a:xfrm>
              <a:custGeom>
                <a:avLst/>
                <a:gdLst>
                  <a:gd name="T0" fmla="*/ 16 w 5"/>
                  <a:gd name="T1" fmla="*/ 0 h 13"/>
                  <a:gd name="T2" fmla="*/ 21 w 5"/>
                  <a:gd name="T3" fmla="*/ 55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3">
                    <a:moveTo>
                      <a:pt x="4" y="0"/>
                    </a:moveTo>
                    <a:cubicBezTo>
                      <a:pt x="2" y="5"/>
                      <a:pt x="0" y="7"/>
                      <a:pt x="5" y="13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5246" name="Freeform 521">
                <a:extLst>
                  <a:ext uri="{FF2B5EF4-FFF2-40B4-BE49-F238E27FC236}">
                    <a16:creationId xmlns:a16="http://schemas.microsoft.com/office/drawing/2014/main" id="{F1C52CF7-2A2F-43DB-BA78-1FE11825E2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1" y="3835"/>
                <a:ext cx="4" cy="23"/>
              </a:xfrm>
              <a:custGeom>
                <a:avLst/>
                <a:gdLst>
                  <a:gd name="T0" fmla="*/ 0 w 3"/>
                  <a:gd name="T1" fmla="*/ 0 h 15"/>
                  <a:gd name="T2" fmla="*/ 7 w 3"/>
                  <a:gd name="T3" fmla="*/ 54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5">
                    <a:moveTo>
                      <a:pt x="0" y="0"/>
                    </a:moveTo>
                    <a:cubicBezTo>
                      <a:pt x="0" y="4"/>
                      <a:pt x="3" y="15"/>
                      <a:pt x="3" y="15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5247" name="Freeform 522">
                <a:extLst>
                  <a:ext uri="{FF2B5EF4-FFF2-40B4-BE49-F238E27FC236}">
                    <a16:creationId xmlns:a16="http://schemas.microsoft.com/office/drawing/2014/main" id="{D207642D-15A8-44CB-A6F0-5C61361029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8" y="1967"/>
                <a:ext cx="60" cy="34"/>
              </a:xfrm>
              <a:custGeom>
                <a:avLst/>
                <a:gdLst>
                  <a:gd name="T0" fmla="*/ 81 w 38"/>
                  <a:gd name="T1" fmla="*/ 40 h 22"/>
                  <a:gd name="T2" fmla="*/ 21 w 38"/>
                  <a:gd name="T3" fmla="*/ 76 h 22"/>
                  <a:gd name="T4" fmla="*/ 0 w 38"/>
                  <a:gd name="T5" fmla="*/ 66 h 22"/>
                  <a:gd name="T6" fmla="*/ 21 w 38"/>
                  <a:gd name="T7" fmla="*/ 82 h 22"/>
                  <a:gd name="T8" fmla="*/ 82 w 38"/>
                  <a:gd name="T9" fmla="*/ 45 h 22"/>
                  <a:gd name="T10" fmla="*/ 150 w 38"/>
                  <a:gd name="T11" fmla="*/ 0 h 22"/>
                  <a:gd name="T12" fmla="*/ 81 w 38"/>
                  <a:gd name="T13" fmla="*/ 40 h 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8" h="22">
                    <a:moveTo>
                      <a:pt x="20" y="11"/>
                    </a:moveTo>
                    <a:cubicBezTo>
                      <a:pt x="14" y="16"/>
                      <a:pt x="9" y="21"/>
                      <a:pt x="5" y="21"/>
                    </a:cubicBezTo>
                    <a:cubicBezTo>
                      <a:pt x="3" y="20"/>
                      <a:pt x="1" y="20"/>
                      <a:pt x="0" y="18"/>
                    </a:cubicBezTo>
                    <a:cubicBezTo>
                      <a:pt x="2" y="20"/>
                      <a:pt x="3" y="21"/>
                      <a:pt x="5" y="22"/>
                    </a:cubicBezTo>
                    <a:cubicBezTo>
                      <a:pt x="9" y="22"/>
                      <a:pt x="15" y="17"/>
                      <a:pt x="21" y="12"/>
                    </a:cubicBezTo>
                    <a:cubicBezTo>
                      <a:pt x="27" y="6"/>
                      <a:pt x="33" y="0"/>
                      <a:pt x="38" y="0"/>
                    </a:cubicBezTo>
                    <a:cubicBezTo>
                      <a:pt x="33" y="0"/>
                      <a:pt x="26" y="5"/>
                      <a:pt x="20" y="11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5248" name="Freeform 523">
                <a:extLst>
                  <a:ext uri="{FF2B5EF4-FFF2-40B4-BE49-F238E27FC236}">
                    <a16:creationId xmlns:a16="http://schemas.microsoft.com/office/drawing/2014/main" id="{76813006-0836-4712-BE6A-0620DDC8E6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3" y="1682"/>
                <a:ext cx="199" cy="33"/>
              </a:xfrm>
              <a:custGeom>
                <a:avLst/>
                <a:gdLst>
                  <a:gd name="T0" fmla="*/ 0 w 127"/>
                  <a:gd name="T1" fmla="*/ 0 h 21"/>
                  <a:gd name="T2" fmla="*/ 373 w 127"/>
                  <a:gd name="T3" fmla="*/ 39 h 21"/>
                  <a:gd name="T4" fmla="*/ 489 w 127"/>
                  <a:gd name="T5" fmla="*/ 20 h 21"/>
                  <a:gd name="T6" fmla="*/ 373 w 127"/>
                  <a:gd name="T7" fmla="*/ 31 h 21"/>
                  <a:gd name="T8" fmla="*/ 0 w 127"/>
                  <a:gd name="T9" fmla="*/ 0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7" h="21">
                    <a:moveTo>
                      <a:pt x="0" y="0"/>
                    </a:moveTo>
                    <a:cubicBezTo>
                      <a:pt x="25" y="21"/>
                      <a:pt x="63" y="15"/>
                      <a:pt x="97" y="10"/>
                    </a:cubicBezTo>
                    <a:cubicBezTo>
                      <a:pt x="108" y="8"/>
                      <a:pt x="118" y="6"/>
                      <a:pt x="127" y="5"/>
                    </a:cubicBezTo>
                    <a:cubicBezTo>
                      <a:pt x="118" y="6"/>
                      <a:pt x="108" y="6"/>
                      <a:pt x="97" y="8"/>
                    </a:cubicBezTo>
                    <a:cubicBezTo>
                      <a:pt x="63" y="13"/>
                      <a:pt x="24" y="20"/>
                      <a:pt x="0" y="0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5249" name="Freeform 524">
                <a:extLst>
                  <a:ext uri="{FF2B5EF4-FFF2-40B4-BE49-F238E27FC236}">
                    <a16:creationId xmlns:a16="http://schemas.microsoft.com/office/drawing/2014/main" id="{B5B8F9BE-D903-4C28-9202-92156E5DFF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9" y="824"/>
                <a:ext cx="282" cy="196"/>
              </a:xfrm>
              <a:custGeom>
                <a:avLst/>
                <a:gdLst>
                  <a:gd name="T0" fmla="*/ 27 w 180"/>
                  <a:gd name="T1" fmla="*/ 440 h 126"/>
                  <a:gd name="T2" fmla="*/ 20 w 180"/>
                  <a:gd name="T3" fmla="*/ 380 h 126"/>
                  <a:gd name="T4" fmla="*/ 47 w 180"/>
                  <a:gd name="T5" fmla="*/ 300 h 126"/>
                  <a:gd name="T6" fmla="*/ 20 w 180"/>
                  <a:gd name="T7" fmla="*/ 182 h 126"/>
                  <a:gd name="T8" fmla="*/ 94 w 180"/>
                  <a:gd name="T9" fmla="*/ 140 h 126"/>
                  <a:gd name="T10" fmla="*/ 150 w 180"/>
                  <a:gd name="T11" fmla="*/ 117 h 126"/>
                  <a:gd name="T12" fmla="*/ 218 w 180"/>
                  <a:gd name="T13" fmla="*/ 62 h 126"/>
                  <a:gd name="T14" fmla="*/ 290 w 180"/>
                  <a:gd name="T15" fmla="*/ 14 h 126"/>
                  <a:gd name="T16" fmla="*/ 326 w 180"/>
                  <a:gd name="T17" fmla="*/ 0 h 126"/>
                  <a:gd name="T18" fmla="*/ 354 w 180"/>
                  <a:gd name="T19" fmla="*/ 62 h 126"/>
                  <a:gd name="T20" fmla="*/ 442 w 180"/>
                  <a:gd name="T21" fmla="*/ 30 h 126"/>
                  <a:gd name="T22" fmla="*/ 450 w 180"/>
                  <a:gd name="T23" fmla="*/ 62 h 126"/>
                  <a:gd name="T24" fmla="*/ 550 w 180"/>
                  <a:gd name="T25" fmla="*/ 68 h 126"/>
                  <a:gd name="T26" fmla="*/ 581 w 180"/>
                  <a:gd name="T27" fmla="*/ 109 h 126"/>
                  <a:gd name="T28" fmla="*/ 581 w 180"/>
                  <a:gd name="T29" fmla="*/ 121 h 126"/>
                  <a:gd name="T30" fmla="*/ 597 w 180"/>
                  <a:gd name="T31" fmla="*/ 121 h 126"/>
                  <a:gd name="T32" fmla="*/ 609 w 180"/>
                  <a:gd name="T33" fmla="*/ 215 h 126"/>
                  <a:gd name="T34" fmla="*/ 677 w 180"/>
                  <a:gd name="T35" fmla="*/ 266 h 126"/>
                  <a:gd name="T36" fmla="*/ 666 w 180"/>
                  <a:gd name="T37" fmla="*/ 297 h 126"/>
                  <a:gd name="T38" fmla="*/ 672 w 180"/>
                  <a:gd name="T39" fmla="*/ 344 h 126"/>
                  <a:gd name="T40" fmla="*/ 685 w 180"/>
                  <a:gd name="T41" fmla="*/ 467 h 126"/>
                  <a:gd name="T42" fmla="*/ 692 w 180"/>
                  <a:gd name="T43" fmla="*/ 460 h 12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0" h="126">
                    <a:moveTo>
                      <a:pt x="7" y="117"/>
                    </a:moveTo>
                    <a:cubicBezTo>
                      <a:pt x="1" y="104"/>
                      <a:pt x="8" y="106"/>
                      <a:pt x="5" y="101"/>
                    </a:cubicBezTo>
                    <a:cubicBezTo>
                      <a:pt x="0" y="92"/>
                      <a:pt x="7" y="88"/>
                      <a:pt x="12" y="80"/>
                    </a:cubicBezTo>
                    <a:cubicBezTo>
                      <a:pt x="17" y="71"/>
                      <a:pt x="8" y="58"/>
                      <a:pt x="5" y="48"/>
                    </a:cubicBezTo>
                    <a:cubicBezTo>
                      <a:pt x="11" y="46"/>
                      <a:pt x="22" y="45"/>
                      <a:pt x="24" y="37"/>
                    </a:cubicBezTo>
                    <a:cubicBezTo>
                      <a:pt x="27" y="27"/>
                      <a:pt x="26" y="33"/>
                      <a:pt x="39" y="31"/>
                    </a:cubicBezTo>
                    <a:cubicBezTo>
                      <a:pt x="50" y="29"/>
                      <a:pt x="53" y="27"/>
                      <a:pt x="57" y="17"/>
                    </a:cubicBezTo>
                    <a:cubicBezTo>
                      <a:pt x="60" y="9"/>
                      <a:pt x="68" y="6"/>
                      <a:pt x="75" y="4"/>
                    </a:cubicBezTo>
                    <a:cubicBezTo>
                      <a:pt x="85" y="0"/>
                      <a:pt x="85" y="0"/>
                      <a:pt x="85" y="0"/>
                    </a:cubicBezTo>
                    <a:cubicBezTo>
                      <a:pt x="87" y="5"/>
                      <a:pt x="90" y="11"/>
                      <a:pt x="92" y="17"/>
                    </a:cubicBezTo>
                    <a:cubicBezTo>
                      <a:pt x="95" y="12"/>
                      <a:pt x="109" y="5"/>
                      <a:pt x="115" y="8"/>
                    </a:cubicBezTo>
                    <a:cubicBezTo>
                      <a:pt x="119" y="11"/>
                      <a:pt x="115" y="14"/>
                      <a:pt x="117" y="17"/>
                    </a:cubicBezTo>
                    <a:cubicBezTo>
                      <a:pt x="124" y="12"/>
                      <a:pt x="136" y="14"/>
                      <a:pt x="143" y="18"/>
                    </a:cubicBezTo>
                    <a:cubicBezTo>
                      <a:pt x="148" y="21"/>
                      <a:pt x="147" y="25"/>
                      <a:pt x="151" y="29"/>
                    </a:cubicBezTo>
                    <a:cubicBezTo>
                      <a:pt x="150" y="30"/>
                      <a:pt x="151" y="31"/>
                      <a:pt x="151" y="32"/>
                    </a:cubicBezTo>
                    <a:cubicBezTo>
                      <a:pt x="152" y="32"/>
                      <a:pt x="155" y="31"/>
                      <a:pt x="155" y="32"/>
                    </a:cubicBezTo>
                    <a:cubicBezTo>
                      <a:pt x="161" y="37"/>
                      <a:pt x="163" y="51"/>
                      <a:pt x="158" y="57"/>
                    </a:cubicBezTo>
                    <a:cubicBezTo>
                      <a:pt x="163" y="63"/>
                      <a:pt x="178" y="61"/>
                      <a:pt x="176" y="71"/>
                    </a:cubicBezTo>
                    <a:cubicBezTo>
                      <a:pt x="176" y="74"/>
                      <a:pt x="173" y="76"/>
                      <a:pt x="173" y="79"/>
                    </a:cubicBezTo>
                    <a:cubicBezTo>
                      <a:pt x="172" y="84"/>
                      <a:pt x="174" y="87"/>
                      <a:pt x="175" y="91"/>
                    </a:cubicBezTo>
                    <a:cubicBezTo>
                      <a:pt x="179" y="101"/>
                      <a:pt x="176" y="126"/>
                      <a:pt x="178" y="124"/>
                    </a:cubicBezTo>
                    <a:cubicBezTo>
                      <a:pt x="180" y="122"/>
                      <a:pt x="180" y="122"/>
                      <a:pt x="180" y="122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5250" name="Freeform 525">
                <a:extLst>
                  <a:ext uri="{FF2B5EF4-FFF2-40B4-BE49-F238E27FC236}">
                    <a16:creationId xmlns:a16="http://schemas.microsoft.com/office/drawing/2014/main" id="{EAEF2F16-B9BA-44D6-AC84-9C50A5F8F5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6" y="722"/>
                <a:ext cx="345" cy="292"/>
              </a:xfrm>
              <a:custGeom>
                <a:avLst/>
                <a:gdLst>
                  <a:gd name="T0" fmla="*/ 775 w 220"/>
                  <a:gd name="T1" fmla="*/ 705 h 188"/>
                  <a:gd name="T2" fmla="*/ 789 w 220"/>
                  <a:gd name="T3" fmla="*/ 677 h 188"/>
                  <a:gd name="T4" fmla="*/ 806 w 220"/>
                  <a:gd name="T5" fmla="*/ 629 h 188"/>
                  <a:gd name="T6" fmla="*/ 828 w 220"/>
                  <a:gd name="T7" fmla="*/ 548 h 188"/>
                  <a:gd name="T8" fmla="*/ 848 w 220"/>
                  <a:gd name="T9" fmla="*/ 542 h 188"/>
                  <a:gd name="T10" fmla="*/ 844 w 220"/>
                  <a:gd name="T11" fmla="*/ 461 h 188"/>
                  <a:gd name="T12" fmla="*/ 844 w 220"/>
                  <a:gd name="T13" fmla="*/ 391 h 188"/>
                  <a:gd name="T14" fmla="*/ 822 w 220"/>
                  <a:gd name="T15" fmla="*/ 300 h 188"/>
                  <a:gd name="T16" fmla="*/ 801 w 220"/>
                  <a:gd name="T17" fmla="*/ 210 h 188"/>
                  <a:gd name="T18" fmla="*/ 737 w 220"/>
                  <a:gd name="T19" fmla="*/ 135 h 188"/>
                  <a:gd name="T20" fmla="*/ 663 w 220"/>
                  <a:gd name="T21" fmla="*/ 95 h 188"/>
                  <a:gd name="T22" fmla="*/ 646 w 220"/>
                  <a:gd name="T23" fmla="*/ 73 h 188"/>
                  <a:gd name="T24" fmla="*/ 612 w 220"/>
                  <a:gd name="T25" fmla="*/ 62 h 188"/>
                  <a:gd name="T26" fmla="*/ 558 w 220"/>
                  <a:gd name="T27" fmla="*/ 14 h 188"/>
                  <a:gd name="T28" fmla="*/ 433 w 220"/>
                  <a:gd name="T29" fmla="*/ 8 h 188"/>
                  <a:gd name="T30" fmla="*/ 408 w 220"/>
                  <a:gd name="T31" fmla="*/ 8 h 188"/>
                  <a:gd name="T32" fmla="*/ 347 w 220"/>
                  <a:gd name="T33" fmla="*/ 0 h 188"/>
                  <a:gd name="T34" fmla="*/ 273 w 220"/>
                  <a:gd name="T35" fmla="*/ 34 h 188"/>
                  <a:gd name="T36" fmla="*/ 196 w 220"/>
                  <a:gd name="T37" fmla="*/ 62 h 188"/>
                  <a:gd name="T38" fmla="*/ 231 w 220"/>
                  <a:gd name="T39" fmla="*/ 62 h 188"/>
                  <a:gd name="T40" fmla="*/ 60 w 220"/>
                  <a:gd name="T41" fmla="*/ 244 h 188"/>
                  <a:gd name="T42" fmla="*/ 31 w 220"/>
                  <a:gd name="T43" fmla="*/ 348 h 188"/>
                  <a:gd name="T44" fmla="*/ 13 w 220"/>
                  <a:gd name="T45" fmla="*/ 446 h 188"/>
                  <a:gd name="T46" fmla="*/ 20 w 220"/>
                  <a:gd name="T47" fmla="*/ 494 h 188"/>
                  <a:gd name="T48" fmla="*/ 31 w 220"/>
                  <a:gd name="T49" fmla="*/ 548 h 188"/>
                  <a:gd name="T50" fmla="*/ 49 w 220"/>
                  <a:gd name="T51" fmla="*/ 558 h 188"/>
                  <a:gd name="T52" fmla="*/ 66 w 220"/>
                  <a:gd name="T53" fmla="*/ 607 h 188"/>
                  <a:gd name="T54" fmla="*/ 86 w 220"/>
                  <a:gd name="T55" fmla="*/ 690 h 188"/>
                  <a:gd name="T56" fmla="*/ 100 w 220"/>
                  <a:gd name="T57" fmla="*/ 690 h 188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220" h="188">
                    <a:moveTo>
                      <a:pt x="201" y="188"/>
                    </a:moveTo>
                    <a:cubicBezTo>
                      <a:pt x="205" y="181"/>
                      <a:pt x="205" y="181"/>
                      <a:pt x="205" y="181"/>
                    </a:cubicBezTo>
                    <a:cubicBezTo>
                      <a:pt x="209" y="168"/>
                      <a:pt x="209" y="168"/>
                      <a:pt x="209" y="168"/>
                    </a:cubicBezTo>
                    <a:cubicBezTo>
                      <a:pt x="215" y="146"/>
                      <a:pt x="215" y="146"/>
                      <a:pt x="215" y="146"/>
                    </a:cubicBezTo>
                    <a:cubicBezTo>
                      <a:pt x="217" y="144"/>
                      <a:pt x="220" y="149"/>
                      <a:pt x="220" y="145"/>
                    </a:cubicBezTo>
                    <a:cubicBezTo>
                      <a:pt x="220" y="140"/>
                      <a:pt x="218" y="128"/>
                      <a:pt x="219" y="123"/>
                    </a:cubicBezTo>
                    <a:cubicBezTo>
                      <a:pt x="219" y="119"/>
                      <a:pt x="219" y="108"/>
                      <a:pt x="219" y="104"/>
                    </a:cubicBezTo>
                    <a:cubicBezTo>
                      <a:pt x="220" y="96"/>
                      <a:pt x="215" y="88"/>
                      <a:pt x="213" y="80"/>
                    </a:cubicBezTo>
                    <a:cubicBezTo>
                      <a:pt x="211" y="72"/>
                      <a:pt x="211" y="64"/>
                      <a:pt x="208" y="56"/>
                    </a:cubicBezTo>
                    <a:cubicBezTo>
                      <a:pt x="206" y="47"/>
                      <a:pt x="199" y="41"/>
                      <a:pt x="191" y="36"/>
                    </a:cubicBezTo>
                    <a:cubicBezTo>
                      <a:pt x="184" y="32"/>
                      <a:pt x="176" y="32"/>
                      <a:pt x="172" y="25"/>
                    </a:cubicBezTo>
                    <a:cubicBezTo>
                      <a:pt x="170" y="22"/>
                      <a:pt x="172" y="22"/>
                      <a:pt x="168" y="19"/>
                    </a:cubicBezTo>
                    <a:cubicBezTo>
                      <a:pt x="166" y="18"/>
                      <a:pt x="161" y="18"/>
                      <a:pt x="159" y="17"/>
                    </a:cubicBezTo>
                    <a:cubicBezTo>
                      <a:pt x="152" y="15"/>
                      <a:pt x="143" y="12"/>
                      <a:pt x="145" y="4"/>
                    </a:cubicBezTo>
                    <a:cubicBezTo>
                      <a:pt x="136" y="1"/>
                      <a:pt x="120" y="9"/>
                      <a:pt x="112" y="2"/>
                    </a:cubicBezTo>
                    <a:cubicBezTo>
                      <a:pt x="106" y="2"/>
                      <a:pt x="106" y="2"/>
                      <a:pt x="106" y="2"/>
                    </a:cubicBezTo>
                    <a:cubicBezTo>
                      <a:pt x="101" y="3"/>
                      <a:pt x="94" y="2"/>
                      <a:pt x="90" y="0"/>
                    </a:cubicBezTo>
                    <a:cubicBezTo>
                      <a:pt x="87" y="4"/>
                      <a:pt x="77" y="8"/>
                      <a:pt x="71" y="9"/>
                    </a:cubicBezTo>
                    <a:cubicBezTo>
                      <a:pt x="64" y="9"/>
                      <a:pt x="56" y="10"/>
                      <a:pt x="51" y="17"/>
                    </a:cubicBezTo>
                    <a:cubicBezTo>
                      <a:pt x="54" y="16"/>
                      <a:pt x="58" y="15"/>
                      <a:pt x="60" y="17"/>
                    </a:cubicBezTo>
                    <a:cubicBezTo>
                      <a:pt x="40" y="27"/>
                      <a:pt x="17" y="42"/>
                      <a:pt x="15" y="65"/>
                    </a:cubicBezTo>
                    <a:cubicBezTo>
                      <a:pt x="14" y="75"/>
                      <a:pt x="9" y="83"/>
                      <a:pt x="8" y="93"/>
                    </a:cubicBezTo>
                    <a:cubicBezTo>
                      <a:pt x="8" y="104"/>
                      <a:pt x="0" y="109"/>
                      <a:pt x="3" y="119"/>
                    </a:cubicBezTo>
                    <a:cubicBezTo>
                      <a:pt x="2" y="126"/>
                      <a:pt x="5" y="125"/>
                      <a:pt x="5" y="132"/>
                    </a:cubicBezTo>
                    <a:cubicBezTo>
                      <a:pt x="3" y="138"/>
                      <a:pt x="8" y="146"/>
                      <a:pt x="8" y="146"/>
                    </a:cubicBezTo>
                    <a:cubicBezTo>
                      <a:pt x="13" y="149"/>
                      <a:pt x="13" y="149"/>
                      <a:pt x="13" y="149"/>
                    </a:cubicBezTo>
                    <a:cubicBezTo>
                      <a:pt x="14" y="152"/>
                      <a:pt x="17" y="162"/>
                      <a:pt x="17" y="162"/>
                    </a:cubicBezTo>
                    <a:cubicBezTo>
                      <a:pt x="17" y="162"/>
                      <a:pt x="20" y="176"/>
                      <a:pt x="22" y="184"/>
                    </a:cubicBezTo>
                    <a:cubicBezTo>
                      <a:pt x="23" y="188"/>
                      <a:pt x="24" y="185"/>
                      <a:pt x="26" y="184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5251" name="Freeform 526">
                <a:extLst>
                  <a:ext uri="{FF2B5EF4-FFF2-40B4-BE49-F238E27FC236}">
                    <a16:creationId xmlns:a16="http://schemas.microsoft.com/office/drawing/2014/main" id="{7FEADAAE-58FC-483A-9719-9C87E6ED6B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7" y="2325"/>
                <a:ext cx="133" cy="131"/>
              </a:xfrm>
              <a:custGeom>
                <a:avLst/>
                <a:gdLst>
                  <a:gd name="T0" fmla="*/ 0 w 85"/>
                  <a:gd name="T1" fmla="*/ 0 h 84"/>
                  <a:gd name="T2" fmla="*/ 61 w 85"/>
                  <a:gd name="T3" fmla="*/ 103 h 84"/>
                  <a:gd name="T4" fmla="*/ 88 w 85"/>
                  <a:gd name="T5" fmla="*/ 136 h 84"/>
                  <a:gd name="T6" fmla="*/ 325 w 85"/>
                  <a:gd name="T7" fmla="*/ 318 h 84"/>
                  <a:gd name="T8" fmla="*/ 95 w 85"/>
                  <a:gd name="T9" fmla="*/ 134 h 84"/>
                  <a:gd name="T10" fmla="*/ 69 w 85"/>
                  <a:gd name="T11" fmla="*/ 103 h 84"/>
                  <a:gd name="T12" fmla="*/ 0 w 85"/>
                  <a:gd name="T13" fmla="*/ 0 h 8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5" h="84">
                    <a:moveTo>
                      <a:pt x="0" y="0"/>
                    </a:moveTo>
                    <a:cubicBezTo>
                      <a:pt x="3" y="9"/>
                      <a:pt x="9" y="18"/>
                      <a:pt x="16" y="27"/>
                    </a:cubicBezTo>
                    <a:cubicBezTo>
                      <a:pt x="23" y="36"/>
                      <a:pt x="23" y="36"/>
                      <a:pt x="23" y="36"/>
                    </a:cubicBezTo>
                    <a:cubicBezTo>
                      <a:pt x="34" y="50"/>
                      <a:pt x="72" y="80"/>
                      <a:pt x="85" y="84"/>
                    </a:cubicBezTo>
                    <a:cubicBezTo>
                      <a:pt x="72" y="80"/>
                      <a:pt x="36" y="50"/>
                      <a:pt x="25" y="35"/>
                    </a:cubicBezTo>
                    <a:cubicBezTo>
                      <a:pt x="18" y="27"/>
                      <a:pt x="18" y="27"/>
                      <a:pt x="18" y="27"/>
                    </a:cubicBezTo>
                    <a:cubicBezTo>
                      <a:pt x="11" y="18"/>
                      <a:pt x="3" y="9"/>
                      <a:pt x="0" y="0"/>
                    </a:cubicBezTo>
                  </a:path>
                </a:pathLst>
              </a:custGeom>
              <a:solidFill>
                <a:srgbClr val="8D8D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5252" name="Freeform 527">
                <a:extLst>
                  <a:ext uri="{FF2B5EF4-FFF2-40B4-BE49-F238E27FC236}">
                    <a16:creationId xmlns:a16="http://schemas.microsoft.com/office/drawing/2014/main" id="{59947E44-6297-4F50-9322-32617FAAD3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8" y="2322"/>
                <a:ext cx="132" cy="129"/>
              </a:xfrm>
              <a:custGeom>
                <a:avLst/>
                <a:gdLst>
                  <a:gd name="T0" fmla="*/ 256 w 84"/>
                  <a:gd name="T1" fmla="*/ 96 h 83"/>
                  <a:gd name="T2" fmla="*/ 229 w 84"/>
                  <a:gd name="T3" fmla="*/ 131 h 83"/>
                  <a:gd name="T4" fmla="*/ 0 w 84"/>
                  <a:gd name="T5" fmla="*/ 311 h 83"/>
                  <a:gd name="T6" fmla="*/ 237 w 84"/>
                  <a:gd name="T7" fmla="*/ 131 h 83"/>
                  <a:gd name="T8" fmla="*/ 264 w 84"/>
                  <a:gd name="T9" fmla="*/ 96 h 83"/>
                  <a:gd name="T10" fmla="*/ 325 w 84"/>
                  <a:gd name="T11" fmla="*/ 0 h 83"/>
                  <a:gd name="T12" fmla="*/ 256 w 84"/>
                  <a:gd name="T13" fmla="*/ 96 h 8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4" h="83">
                    <a:moveTo>
                      <a:pt x="66" y="26"/>
                    </a:moveTo>
                    <a:cubicBezTo>
                      <a:pt x="59" y="35"/>
                      <a:pt x="59" y="35"/>
                      <a:pt x="59" y="35"/>
                    </a:cubicBezTo>
                    <a:cubicBezTo>
                      <a:pt x="48" y="50"/>
                      <a:pt x="12" y="80"/>
                      <a:pt x="0" y="83"/>
                    </a:cubicBezTo>
                    <a:cubicBezTo>
                      <a:pt x="13" y="80"/>
                      <a:pt x="50" y="50"/>
                      <a:pt x="61" y="35"/>
                    </a:cubicBezTo>
                    <a:cubicBezTo>
                      <a:pt x="68" y="26"/>
                      <a:pt x="68" y="26"/>
                      <a:pt x="68" y="26"/>
                    </a:cubicBezTo>
                    <a:cubicBezTo>
                      <a:pt x="75" y="18"/>
                      <a:pt x="81" y="9"/>
                      <a:pt x="84" y="0"/>
                    </a:cubicBezTo>
                    <a:cubicBezTo>
                      <a:pt x="81" y="8"/>
                      <a:pt x="73" y="18"/>
                      <a:pt x="66" y="26"/>
                    </a:cubicBezTo>
                  </a:path>
                </a:pathLst>
              </a:custGeom>
              <a:solidFill>
                <a:srgbClr val="8D8D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5253" name="Freeform 528">
                <a:extLst>
                  <a:ext uri="{FF2B5EF4-FFF2-40B4-BE49-F238E27FC236}">
                    <a16:creationId xmlns:a16="http://schemas.microsoft.com/office/drawing/2014/main" id="{8626A1CA-5725-4094-B938-BF827FA16D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7" y="2160"/>
                <a:ext cx="12" cy="20"/>
              </a:xfrm>
              <a:custGeom>
                <a:avLst/>
                <a:gdLst>
                  <a:gd name="T0" fmla="*/ 0 w 8"/>
                  <a:gd name="T1" fmla="*/ 48 h 13"/>
                  <a:gd name="T2" fmla="*/ 0 w 8"/>
                  <a:gd name="T3" fmla="*/ 48 h 13"/>
                  <a:gd name="T4" fmla="*/ 27 w 8"/>
                  <a:gd name="T5" fmla="*/ 5 h 13"/>
                  <a:gd name="T6" fmla="*/ 21 w 8"/>
                  <a:gd name="T7" fmla="*/ 0 h 13"/>
                  <a:gd name="T8" fmla="*/ 0 w 8"/>
                  <a:gd name="T9" fmla="*/ 48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13">
                    <a:moveTo>
                      <a:pt x="0" y="13"/>
                    </a:moveTo>
                    <a:cubicBezTo>
                      <a:pt x="0" y="13"/>
                      <a:pt x="0" y="13"/>
                      <a:pt x="0" y="13"/>
                    </a:cubicBezTo>
                    <a:cubicBezTo>
                      <a:pt x="3" y="10"/>
                      <a:pt x="7" y="4"/>
                      <a:pt x="8" y="1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5" y="3"/>
                      <a:pt x="3" y="10"/>
                      <a:pt x="0" y="13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5254" name="Freeform 529">
                <a:extLst>
                  <a:ext uri="{FF2B5EF4-FFF2-40B4-BE49-F238E27FC236}">
                    <a16:creationId xmlns:a16="http://schemas.microsoft.com/office/drawing/2014/main" id="{43002B5F-8756-4C36-A97B-FE286B36D1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1" y="1581"/>
                <a:ext cx="6" cy="169"/>
              </a:xfrm>
              <a:custGeom>
                <a:avLst/>
                <a:gdLst>
                  <a:gd name="T0" fmla="*/ 14 w 4"/>
                  <a:gd name="T1" fmla="*/ 406 h 109"/>
                  <a:gd name="T2" fmla="*/ 14 w 4"/>
                  <a:gd name="T3" fmla="*/ 402 h 109"/>
                  <a:gd name="T4" fmla="*/ 14 w 4"/>
                  <a:gd name="T5" fmla="*/ 0 h 10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109">
                    <a:moveTo>
                      <a:pt x="4" y="109"/>
                    </a:moveTo>
                    <a:cubicBezTo>
                      <a:pt x="4" y="108"/>
                      <a:pt x="4" y="108"/>
                      <a:pt x="4" y="108"/>
                    </a:cubicBezTo>
                    <a:cubicBezTo>
                      <a:pt x="2" y="71"/>
                      <a:pt x="0" y="7"/>
                      <a:pt x="4" y="0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5255" name="Freeform 530">
                <a:extLst>
                  <a:ext uri="{FF2B5EF4-FFF2-40B4-BE49-F238E27FC236}">
                    <a16:creationId xmlns:a16="http://schemas.microsoft.com/office/drawing/2014/main" id="{8DF10895-2B24-4B45-B97F-CC7B6A5591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4" y="1618"/>
                <a:ext cx="1" cy="5"/>
              </a:xfrm>
              <a:custGeom>
                <a:avLst/>
                <a:gdLst>
                  <a:gd name="T0" fmla="*/ 1 w 1"/>
                  <a:gd name="T1" fmla="*/ 13 h 3"/>
                  <a:gd name="T2" fmla="*/ 0 w 1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1" y="3"/>
                    </a:moveTo>
                    <a:cubicBezTo>
                      <a:pt x="1" y="2"/>
                      <a:pt x="1" y="1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5256" name="Freeform 531">
                <a:extLst>
                  <a:ext uri="{FF2B5EF4-FFF2-40B4-BE49-F238E27FC236}">
                    <a16:creationId xmlns:a16="http://schemas.microsoft.com/office/drawing/2014/main" id="{6487C25F-C883-4AF3-9486-A4163EAC62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8" y="1609"/>
                <a:ext cx="37" cy="39"/>
              </a:xfrm>
              <a:custGeom>
                <a:avLst/>
                <a:gdLst>
                  <a:gd name="T0" fmla="*/ 48 w 24"/>
                  <a:gd name="T1" fmla="*/ 0 h 25"/>
                  <a:gd name="T2" fmla="*/ 0 w 24"/>
                  <a:gd name="T3" fmla="*/ 47 h 25"/>
                  <a:gd name="T4" fmla="*/ 48 w 24"/>
                  <a:gd name="T5" fmla="*/ 95 h 25"/>
                  <a:gd name="T6" fmla="*/ 88 w 24"/>
                  <a:gd name="T7" fmla="*/ 69 h 2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" h="25">
                    <a:moveTo>
                      <a:pt x="13" y="0"/>
                    </a:moveTo>
                    <a:cubicBezTo>
                      <a:pt x="6" y="0"/>
                      <a:pt x="0" y="6"/>
                      <a:pt x="0" y="12"/>
                    </a:cubicBezTo>
                    <a:cubicBezTo>
                      <a:pt x="0" y="19"/>
                      <a:pt x="6" y="25"/>
                      <a:pt x="13" y="25"/>
                    </a:cubicBezTo>
                    <a:cubicBezTo>
                      <a:pt x="17" y="25"/>
                      <a:pt x="22" y="22"/>
                      <a:pt x="24" y="18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5257" name="Oval 532">
                <a:extLst>
                  <a:ext uri="{FF2B5EF4-FFF2-40B4-BE49-F238E27FC236}">
                    <a16:creationId xmlns:a16="http://schemas.microsoft.com/office/drawing/2014/main" id="{B5BED97E-065B-4341-9C86-A8FF35DB0B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02" y="1623"/>
                <a:ext cx="11" cy="11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258" name="Freeform 533">
                <a:extLst>
                  <a:ext uri="{FF2B5EF4-FFF2-40B4-BE49-F238E27FC236}">
                    <a16:creationId xmlns:a16="http://schemas.microsoft.com/office/drawing/2014/main" id="{637960C7-A4F3-448F-B44B-A7E25D12AA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6" y="1347"/>
                <a:ext cx="170" cy="19"/>
              </a:xfrm>
              <a:custGeom>
                <a:avLst/>
                <a:gdLst>
                  <a:gd name="T0" fmla="*/ 334 w 109"/>
                  <a:gd name="T1" fmla="*/ 5 h 12"/>
                  <a:gd name="T2" fmla="*/ 186 w 109"/>
                  <a:gd name="T3" fmla="*/ 25 h 12"/>
                  <a:gd name="T4" fmla="*/ 136 w 109"/>
                  <a:gd name="T5" fmla="*/ 33 h 12"/>
                  <a:gd name="T6" fmla="*/ 0 w 109"/>
                  <a:gd name="T7" fmla="*/ 40 h 12"/>
                  <a:gd name="T8" fmla="*/ 136 w 109"/>
                  <a:gd name="T9" fmla="*/ 40 h 12"/>
                  <a:gd name="T10" fmla="*/ 186 w 109"/>
                  <a:gd name="T11" fmla="*/ 33 h 12"/>
                  <a:gd name="T12" fmla="*/ 334 w 109"/>
                  <a:gd name="T13" fmla="*/ 13 h 12"/>
                  <a:gd name="T14" fmla="*/ 374 w 109"/>
                  <a:gd name="T15" fmla="*/ 8 h 12"/>
                  <a:gd name="T16" fmla="*/ 413 w 109"/>
                  <a:gd name="T17" fmla="*/ 5 h 12"/>
                  <a:gd name="T18" fmla="*/ 374 w 109"/>
                  <a:gd name="T19" fmla="*/ 0 h 12"/>
                  <a:gd name="T20" fmla="*/ 334 w 109"/>
                  <a:gd name="T21" fmla="*/ 5 h 1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09" h="12">
                    <a:moveTo>
                      <a:pt x="88" y="1"/>
                    </a:moveTo>
                    <a:cubicBezTo>
                      <a:pt x="75" y="2"/>
                      <a:pt x="61" y="5"/>
                      <a:pt x="49" y="6"/>
                    </a:cubicBezTo>
                    <a:cubicBezTo>
                      <a:pt x="36" y="8"/>
                      <a:pt x="36" y="8"/>
                      <a:pt x="36" y="8"/>
                    </a:cubicBezTo>
                    <a:cubicBezTo>
                      <a:pt x="24" y="10"/>
                      <a:pt x="8" y="11"/>
                      <a:pt x="0" y="10"/>
                    </a:cubicBezTo>
                    <a:cubicBezTo>
                      <a:pt x="8" y="11"/>
                      <a:pt x="24" y="12"/>
                      <a:pt x="36" y="10"/>
                    </a:cubicBezTo>
                    <a:cubicBezTo>
                      <a:pt x="49" y="8"/>
                      <a:pt x="49" y="8"/>
                      <a:pt x="49" y="8"/>
                    </a:cubicBezTo>
                    <a:cubicBezTo>
                      <a:pt x="61" y="7"/>
                      <a:pt x="75" y="4"/>
                      <a:pt x="88" y="3"/>
                    </a:cubicBezTo>
                    <a:cubicBezTo>
                      <a:pt x="93" y="2"/>
                      <a:pt x="99" y="2"/>
                      <a:pt x="99" y="2"/>
                    </a:cubicBezTo>
                    <a:cubicBezTo>
                      <a:pt x="99" y="2"/>
                      <a:pt x="109" y="1"/>
                      <a:pt x="109" y="1"/>
                    </a:cubicBezTo>
                    <a:cubicBezTo>
                      <a:pt x="99" y="0"/>
                      <a:pt x="99" y="0"/>
                      <a:pt x="99" y="0"/>
                    </a:cubicBezTo>
                    <a:cubicBezTo>
                      <a:pt x="99" y="0"/>
                      <a:pt x="93" y="0"/>
                      <a:pt x="88" y="1"/>
                    </a:cubicBezTo>
                  </a:path>
                </a:pathLst>
              </a:custGeom>
              <a:solidFill>
                <a:srgbClr val="8D8D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5259" name="Freeform 534">
                <a:extLst>
                  <a:ext uri="{FF2B5EF4-FFF2-40B4-BE49-F238E27FC236}">
                    <a16:creationId xmlns:a16="http://schemas.microsoft.com/office/drawing/2014/main" id="{0AF6787F-0DF5-4E79-9619-B57A229F6E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3" y="2564"/>
                <a:ext cx="8" cy="134"/>
              </a:xfrm>
              <a:custGeom>
                <a:avLst/>
                <a:gdLst>
                  <a:gd name="T0" fmla="*/ 8 w 5"/>
                  <a:gd name="T1" fmla="*/ 326 h 86"/>
                  <a:gd name="T2" fmla="*/ 16 w 5"/>
                  <a:gd name="T3" fmla="*/ 136 h 86"/>
                  <a:gd name="T4" fmla="*/ 21 w 5"/>
                  <a:gd name="T5" fmla="*/ 0 h 8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86">
                    <a:moveTo>
                      <a:pt x="2" y="86"/>
                    </a:moveTo>
                    <a:cubicBezTo>
                      <a:pt x="0" y="79"/>
                      <a:pt x="5" y="44"/>
                      <a:pt x="4" y="36"/>
                    </a:cubicBezTo>
                    <a:cubicBezTo>
                      <a:pt x="4" y="30"/>
                      <a:pt x="5" y="12"/>
                      <a:pt x="5" y="0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5260" name="Freeform 535">
                <a:extLst>
                  <a:ext uri="{FF2B5EF4-FFF2-40B4-BE49-F238E27FC236}">
                    <a16:creationId xmlns:a16="http://schemas.microsoft.com/office/drawing/2014/main" id="{1A85A992-CBF2-49D1-A414-8A7952E228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3" y="2572"/>
                <a:ext cx="5" cy="120"/>
              </a:xfrm>
              <a:custGeom>
                <a:avLst/>
                <a:gdLst>
                  <a:gd name="T0" fmla="*/ 5 w 3"/>
                  <a:gd name="T1" fmla="*/ 291 h 77"/>
                  <a:gd name="T2" fmla="*/ 13 w 3"/>
                  <a:gd name="T3" fmla="*/ 101 h 77"/>
                  <a:gd name="T4" fmla="*/ 5 w 3"/>
                  <a:gd name="T5" fmla="*/ 0 h 7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77">
                    <a:moveTo>
                      <a:pt x="1" y="77"/>
                    </a:moveTo>
                    <a:cubicBezTo>
                      <a:pt x="0" y="72"/>
                      <a:pt x="3" y="38"/>
                      <a:pt x="3" y="27"/>
                    </a:cubicBezTo>
                    <a:cubicBezTo>
                      <a:pt x="2" y="19"/>
                      <a:pt x="1" y="8"/>
                      <a:pt x="1" y="0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5261" name="Freeform 536">
                <a:extLst>
                  <a:ext uri="{FF2B5EF4-FFF2-40B4-BE49-F238E27FC236}">
                    <a16:creationId xmlns:a16="http://schemas.microsoft.com/office/drawing/2014/main" id="{FE41263D-A940-440B-A146-1B5316127C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7" y="2560"/>
                <a:ext cx="9" cy="115"/>
              </a:xfrm>
              <a:custGeom>
                <a:avLst/>
                <a:gdLst>
                  <a:gd name="T0" fmla="*/ 21 w 6"/>
                  <a:gd name="T1" fmla="*/ 278 h 74"/>
                  <a:gd name="T2" fmla="*/ 8 w 6"/>
                  <a:gd name="T3" fmla="*/ 82 h 74"/>
                  <a:gd name="T4" fmla="*/ 5 w 6"/>
                  <a:gd name="T5" fmla="*/ 0 h 7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74">
                    <a:moveTo>
                      <a:pt x="6" y="74"/>
                    </a:moveTo>
                    <a:cubicBezTo>
                      <a:pt x="6" y="74"/>
                      <a:pt x="4" y="34"/>
                      <a:pt x="2" y="22"/>
                    </a:cubicBezTo>
                    <a:cubicBezTo>
                      <a:pt x="0" y="13"/>
                      <a:pt x="1" y="7"/>
                      <a:pt x="1" y="0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5262" name="Freeform 537">
                <a:extLst>
                  <a:ext uri="{FF2B5EF4-FFF2-40B4-BE49-F238E27FC236}">
                    <a16:creationId xmlns:a16="http://schemas.microsoft.com/office/drawing/2014/main" id="{80C9387F-55B3-4B01-94A2-FF7903F917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0" y="2518"/>
                <a:ext cx="15" cy="12"/>
              </a:xfrm>
              <a:custGeom>
                <a:avLst/>
                <a:gdLst>
                  <a:gd name="T0" fmla="*/ 35 w 10"/>
                  <a:gd name="T1" fmla="*/ 27 h 8"/>
                  <a:gd name="T2" fmla="*/ 0 w 10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8">
                    <a:moveTo>
                      <a:pt x="10" y="8"/>
                    </a:moveTo>
                    <a:cubicBezTo>
                      <a:pt x="7" y="4"/>
                      <a:pt x="3" y="2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5263" name="Freeform 538">
                <a:extLst>
                  <a:ext uri="{FF2B5EF4-FFF2-40B4-BE49-F238E27FC236}">
                    <a16:creationId xmlns:a16="http://schemas.microsoft.com/office/drawing/2014/main" id="{8901FEA1-3C3D-4781-B4EE-16DC29F7E6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9" y="1967"/>
                <a:ext cx="59" cy="34"/>
              </a:xfrm>
              <a:custGeom>
                <a:avLst/>
                <a:gdLst>
                  <a:gd name="T0" fmla="*/ 0 w 38"/>
                  <a:gd name="T1" fmla="*/ 0 h 22"/>
                  <a:gd name="T2" fmla="*/ 0 w 38"/>
                  <a:gd name="T3" fmla="*/ 0 h 22"/>
                  <a:gd name="T4" fmla="*/ 62 w 38"/>
                  <a:gd name="T5" fmla="*/ 45 h 22"/>
                  <a:gd name="T6" fmla="*/ 123 w 38"/>
                  <a:gd name="T7" fmla="*/ 82 h 22"/>
                  <a:gd name="T8" fmla="*/ 143 w 38"/>
                  <a:gd name="T9" fmla="*/ 66 h 22"/>
                  <a:gd name="T10" fmla="*/ 123 w 38"/>
                  <a:gd name="T11" fmla="*/ 76 h 22"/>
                  <a:gd name="T12" fmla="*/ 67 w 38"/>
                  <a:gd name="T13" fmla="*/ 40 h 22"/>
                  <a:gd name="T14" fmla="*/ 0 w 38"/>
                  <a:gd name="T15" fmla="*/ 0 h 2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8" h="22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5" y="0"/>
                      <a:pt x="11" y="6"/>
                      <a:pt x="17" y="12"/>
                    </a:cubicBezTo>
                    <a:cubicBezTo>
                      <a:pt x="23" y="17"/>
                      <a:pt x="29" y="22"/>
                      <a:pt x="33" y="22"/>
                    </a:cubicBezTo>
                    <a:cubicBezTo>
                      <a:pt x="35" y="21"/>
                      <a:pt x="36" y="20"/>
                      <a:pt x="38" y="18"/>
                    </a:cubicBezTo>
                    <a:cubicBezTo>
                      <a:pt x="37" y="20"/>
                      <a:pt x="35" y="20"/>
                      <a:pt x="33" y="21"/>
                    </a:cubicBezTo>
                    <a:cubicBezTo>
                      <a:pt x="29" y="21"/>
                      <a:pt x="24" y="16"/>
                      <a:pt x="18" y="11"/>
                    </a:cubicBezTo>
                    <a:cubicBezTo>
                      <a:pt x="12" y="5"/>
                      <a:pt x="5" y="0"/>
                      <a:pt x="0" y="0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5264" name="Freeform 539">
                <a:extLst>
                  <a:ext uri="{FF2B5EF4-FFF2-40B4-BE49-F238E27FC236}">
                    <a16:creationId xmlns:a16="http://schemas.microsoft.com/office/drawing/2014/main" id="{A7C20245-1C4C-49CD-BD6B-0C52939177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4" y="1682"/>
                <a:ext cx="199" cy="33"/>
              </a:xfrm>
              <a:custGeom>
                <a:avLst/>
                <a:gdLst>
                  <a:gd name="T0" fmla="*/ 116 w 127"/>
                  <a:gd name="T1" fmla="*/ 31 h 21"/>
                  <a:gd name="T2" fmla="*/ 0 w 127"/>
                  <a:gd name="T3" fmla="*/ 20 h 21"/>
                  <a:gd name="T4" fmla="*/ 116 w 127"/>
                  <a:gd name="T5" fmla="*/ 39 h 21"/>
                  <a:gd name="T6" fmla="*/ 489 w 127"/>
                  <a:gd name="T7" fmla="*/ 0 h 21"/>
                  <a:gd name="T8" fmla="*/ 116 w 127"/>
                  <a:gd name="T9" fmla="*/ 31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7" h="21">
                    <a:moveTo>
                      <a:pt x="30" y="8"/>
                    </a:moveTo>
                    <a:cubicBezTo>
                      <a:pt x="19" y="6"/>
                      <a:pt x="9" y="6"/>
                      <a:pt x="0" y="5"/>
                    </a:cubicBezTo>
                    <a:cubicBezTo>
                      <a:pt x="9" y="6"/>
                      <a:pt x="19" y="8"/>
                      <a:pt x="30" y="10"/>
                    </a:cubicBezTo>
                    <a:cubicBezTo>
                      <a:pt x="64" y="15"/>
                      <a:pt x="102" y="21"/>
                      <a:pt x="127" y="0"/>
                    </a:cubicBezTo>
                    <a:cubicBezTo>
                      <a:pt x="103" y="20"/>
                      <a:pt x="64" y="13"/>
                      <a:pt x="30" y="8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5265" name="Freeform 540">
                <a:extLst>
                  <a:ext uri="{FF2B5EF4-FFF2-40B4-BE49-F238E27FC236}">
                    <a16:creationId xmlns:a16="http://schemas.microsoft.com/office/drawing/2014/main" id="{B3D35195-0E51-4812-A651-6BA2A5E46E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4" y="966"/>
                <a:ext cx="60" cy="17"/>
              </a:xfrm>
              <a:custGeom>
                <a:avLst/>
                <a:gdLst>
                  <a:gd name="T0" fmla="*/ 150 w 38"/>
                  <a:gd name="T1" fmla="*/ 40 h 11"/>
                  <a:gd name="T2" fmla="*/ 0 w 38"/>
                  <a:gd name="T3" fmla="*/ 36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8" h="11">
                    <a:moveTo>
                      <a:pt x="38" y="11"/>
                    </a:moveTo>
                    <a:cubicBezTo>
                      <a:pt x="29" y="2"/>
                      <a:pt x="11" y="0"/>
                      <a:pt x="0" y="10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5266" name="Freeform 541">
                <a:extLst>
                  <a:ext uri="{FF2B5EF4-FFF2-40B4-BE49-F238E27FC236}">
                    <a16:creationId xmlns:a16="http://schemas.microsoft.com/office/drawing/2014/main" id="{833BDBD7-2FBB-40B6-808D-99DBAF0CD5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1" y="966"/>
                <a:ext cx="58" cy="17"/>
              </a:xfrm>
              <a:custGeom>
                <a:avLst/>
                <a:gdLst>
                  <a:gd name="T0" fmla="*/ 0 w 37"/>
                  <a:gd name="T1" fmla="*/ 40 h 11"/>
                  <a:gd name="T2" fmla="*/ 143 w 37"/>
                  <a:gd name="T3" fmla="*/ 36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7" h="11">
                    <a:moveTo>
                      <a:pt x="0" y="11"/>
                    </a:moveTo>
                    <a:cubicBezTo>
                      <a:pt x="9" y="2"/>
                      <a:pt x="26" y="0"/>
                      <a:pt x="37" y="10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5267" name="Freeform 542">
                <a:extLst>
                  <a:ext uri="{FF2B5EF4-FFF2-40B4-BE49-F238E27FC236}">
                    <a16:creationId xmlns:a16="http://schemas.microsoft.com/office/drawing/2014/main" id="{2E2BE1B3-1D4E-426F-AEEA-D5CB78E1D2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4" y="978"/>
                <a:ext cx="13" cy="32"/>
              </a:xfrm>
              <a:custGeom>
                <a:avLst/>
                <a:gdLst>
                  <a:gd name="T0" fmla="*/ 34 w 8"/>
                  <a:gd name="T1" fmla="*/ 8 h 20"/>
                  <a:gd name="T2" fmla="*/ 8 w 8"/>
                  <a:gd name="T3" fmla="*/ 82 h 20"/>
                  <a:gd name="T4" fmla="*/ 26 w 8"/>
                  <a:gd name="T5" fmla="*/ 0 h 20"/>
                  <a:gd name="T6" fmla="*/ 34 w 8"/>
                  <a:gd name="T7" fmla="*/ 8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20">
                    <a:moveTo>
                      <a:pt x="8" y="2"/>
                    </a:moveTo>
                    <a:cubicBezTo>
                      <a:pt x="3" y="6"/>
                      <a:pt x="1" y="10"/>
                      <a:pt x="2" y="20"/>
                    </a:cubicBezTo>
                    <a:cubicBezTo>
                      <a:pt x="0" y="8"/>
                      <a:pt x="1" y="5"/>
                      <a:pt x="6" y="0"/>
                    </a:cubicBezTo>
                    <a:cubicBezTo>
                      <a:pt x="7" y="0"/>
                      <a:pt x="8" y="1"/>
                      <a:pt x="8" y="2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5268" name="Freeform 543">
                <a:extLst>
                  <a:ext uri="{FF2B5EF4-FFF2-40B4-BE49-F238E27FC236}">
                    <a16:creationId xmlns:a16="http://schemas.microsoft.com/office/drawing/2014/main" id="{A8F4C461-7A20-4F98-BF9F-432CB32005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4" y="946"/>
                <a:ext cx="340" cy="275"/>
              </a:xfrm>
              <a:custGeom>
                <a:avLst/>
                <a:gdLst>
                  <a:gd name="T0" fmla="*/ 66 w 217"/>
                  <a:gd name="T1" fmla="*/ 149 h 177"/>
                  <a:gd name="T2" fmla="*/ 47 w 217"/>
                  <a:gd name="T3" fmla="*/ 68 h 177"/>
                  <a:gd name="T4" fmla="*/ 39 w 217"/>
                  <a:gd name="T5" fmla="*/ 39 h 177"/>
                  <a:gd name="T6" fmla="*/ 34 w 217"/>
                  <a:gd name="T7" fmla="*/ 22 h 177"/>
                  <a:gd name="T8" fmla="*/ 34 w 217"/>
                  <a:gd name="T9" fmla="*/ 19 h 177"/>
                  <a:gd name="T10" fmla="*/ 22 w 217"/>
                  <a:gd name="T11" fmla="*/ 8 h 177"/>
                  <a:gd name="T12" fmla="*/ 0 w 217"/>
                  <a:gd name="T13" fmla="*/ 39 h 177"/>
                  <a:gd name="T14" fmla="*/ 14 w 217"/>
                  <a:gd name="T15" fmla="*/ 113 h 177"/>
                  <a:gd name="T16" fmla="*/ 31 w 217"/>
                  <a:gd name="T17" fmla="*/ 191 h 177"/>
                  <a:gd name="T18" fmla="*/ 47 w 217"/>
                  <a:gd name="T19" fmla="*/ 244 h 177"/>
                  <a:gd name="T20" fmla="*/ 66 w 217"/>
                  <a:gd name="T21" fmla="*/ 283 h 177"/>
                  <a:gd name="T22" fmla="*/ 103 w 217"/>
                  <a:gd name="T23" fmla="*/ 311 h 177"/>
                  <a:gd name="T24" fmla="*/ 130 w 217"/>
                  <a:gd name="T25" fmla="*/ 449 h 177"/>
                  <a:gd name="T26" fmla="*/ 265 w 217"/>
                  <a:gd name="T27" fmla="*/ 601 h 177"/>
                  <a:gd name="T28" fmla="*/ 415 w 217"/>
                  <a:gd name="T29" fmla="*/ 663 h 177"/>
                  <a:gd name="T30" fmla="*/ 562 w 217"/>
                  <a:gd name="T31" fmla="*/ 601 h 177"/>
                  <a:gd name="T32" fmla="*/ 697 w 217"/>
                  <a:gd name="T33" fmla="*/ 449 h 177"/>
                  <a:gd name="T34" fmla="*/ 732 w 217"/>
                  <a:gd name="T35" fmla="*/ 311 h 177"/>
                  <a:gd name="T36" fmla="*/ 766 w 217"/>
                  <a:gd name="T37" fmla="*/ 283 h 177"/>
                  <a:gd name="T38" fmla="*/ 788 w 217"/>
                  <a:gd name="T39" fmla="*/ 244 h 177"/>
                  <a:gd name="T40" fmla="*/ 801 w 217"/>
                  <a:gd name="T41" fmla="*/ 191 h 177"/>
                  <a:gd name="T42" fmla="*/ 815 w 217"/>
                  <a:gd name="T43" fmla="*/ 113 h 177"/>
                  <a:gd name="T44" fmla="*/ 835 w 217"/>
                  <a:gd name="T45" fmla="*/ 39 h 177"/>
                  <a:gd name="T46" fmla="*/ 823 w 217"/>
                  <a:gd name="T47" fmla="*/ 12 h 177"/>
                  <a:gd name="T48" fmla="*/ 815 w 217"/>
                  <a:gd name="T49" fmla="*/ 8 h 177"/>
                  <a:gd name="T50" fmla="*/ 807 w 217"/>
                  <a:gd name="T51" fmla="*/ 8 h 177"/>
                  <a:gd name="T52" fmla="*/ 785 w 217"/>
                  <a:gd name="T53" fmla="*/ 89 h 177"/>
                  <a:gd name="T54" fmla="*/ 776 w 217"/>
                  <a:gd name="T55" fmla="*/ 113 h 177"/>
                  <a:gd name="T56" fmla="*/ 754 w 217"/>
                  <a:gd name="T57" fmla="*/ 162 h 177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217" h="177">
                    <a:moveTo>
                      <a:pt x="17" y="40"/>
                    </a:moveTo>
                    <a:cubicBezTo>
                      <a:pt x="15" y="32"/>
                      <a:pt x="12" y="18"/>
                      <a:pt x="12" y="18"/>
                    </a:cubicBezTo>
                    <a:cubicBezTo>
                      <a:pt x="12" y="18"/>
                      <a:pt x="11" y="14"/>
                      <a:pt x="10" y="10"/>
                    </a:cubicBezTo>
                    <a:cubicBezTo>
                      <a:pt x="10" y="8"/>
                      <a:pt x="9" y="7"/>
                      <a:pt x="9" y="6"/>
                    </a:cubicBezTo>
                    <a:cubicBezTo>
                      <a:pt x="9" y="6"/>
                      <a:pt x="9" y="6"/>
                      <a:pt x="9" y="5"/>
                    </a:cubicBezTo>
                    <a:cubicBezTo>
                      <a:pt x="9" y="4"/>
                      <a:pt x="6" y="2"/>
                      <a:pt x="6" y="2"/>
                    </a:cubicBezTo>
                    <a:cubicBezTo>
                      <a:pt x="3" y="0"/>
                      <a:pt x="0" y="4"/>
                      <a:pt x="0" y="10"/>
                    </a:cubicBezTo>
                    <a:cubicBezTo>
                      <a:pt x="0" y="16"/>
                      <a:pt x="4" y="26"/>
                      <a:pt x="4" y="30"/>
                    </a:cubicBezTo>
                    <a:cubicBezTo>
                      <a:pt x="4" y="34"/>
                      <a:pt x="6" y="45"/>
                      <a:pt x="8" y="51"/>
                    </a:cubicBezTo>
                    <a:cubicBezTo>
                      <a:pt x="10" y="58"/>
                      <a:pt x="9" y="61"/>
                      <a:pt x="12" y="65"/>
                    </a:cubicBezTo>
                    <a:cubicBezTo>
                      <a:pt x="14" y="69"/>
                      <a:pt x="15" y="72"/>
                      <a:pt x="17" y="75"/>
                    </a:cubicBezTo>
                    <a:cubicBezTo>
                      <a:pt x="20" y="78"/>
                      <a:pt x="25" y="82"/>
                      <a:pt x="27" y="83"/>
                    </a:cubicBezTo>
                    <a:cubicBezTo>
                      <a:pt x="27" y="92"/>
                      <a:pt x="30" y="112"/>
                      <a:pt x="34" y="120"/>
                    </a:cubicBezTo>
                    <a:cubicBezTo>
                      <a:pt x="39" y="129"/>
                      <a:pt x="57" y="152"/>
                      <a:pt x="69" y="160"/>
                    </a:cubicBezTo>
                    <a:cubicBezTo>
                      <a:pt x="80" y="168"/>
                      <a:pt x="87" y="177"/>
                      <a:pt x="108" y="177"/>
                    </a:cubicBezTo>
                    <a:cubicBezTo>
                      <a:pt x="128" y="177"/>
                      <a:pt x="135" y="168"/>
                      <a:pt x="146" y="160"/>
                    </a:cubicBezTo>
                    <a:cubicBezTo>
                      <a:pt x="158" y="152"/>
                      <a:pt x="177" y="130"/>
                      <a:pt x="181" y="120"/>
                    </a:cubicBezTo>
                    <a:cubicBezTo>
                      <a:pt x="185" y="111"/>
                      <a:pt x="189" y="92"/>
                      <a:pt x="190" y="83"/>
                    </a:cubicBezTo>
                    <a:cubicBezTo>
                      <a:pt x="192" y="82"/>
                      <a:pt x="197" y="78"/>
                      <a:pt x="199" y="75"/>
                    </a:cubicBezTo>
                    <a:cubicBezTo>
                      <a:pt x="202" y="72"/>
                      <a:pt x="203" y="69"/>
                      <a:pt x="205" y="65"/>
                    </a:cubicBezTo>
                    <a:cubicBezTo>
                      <a:pt x="207" y="61"/>
                      <a:pt x="206" y="58"/>
                      <a:pt x="208" y="51"/>
                    </a:cubicBezTo>
                    <a:cubicBezTo>
                      <a:pt x="211" y="45"/>
                      <a:pt x="212" y="34"/>
                      <a:pt x="212" y="30"/>
                    </a:cubicBezTo>
                    <a:cubicBezTo>
                      <a:pt x="212" y="26"/>
                      <a:pt x="217" y="16"/>
                      <a:pt x="217" y="10"/>
                    </a:cubicBezTo>
                    <a:cubicBezTo>
                      <a:pt x="217" y="7"/>
                      <a:pt x="216" y="4"/>
                      <a:pt x="214" y="3"/>
                    </a:cubicBezTo>
                    <a:cubicBezTo>
                      <a:pt x="214" y="2"/>
                      <a:pt x="213" y="2"/>
                      <a:pt x="212" y="2"/>
                    </a:cubicBezTo>
                    <a:cubicBezTo>
                      <a:pt x="212" y="2"/>
                      <a:pt x="211" y="2"/>
                      <a:pt x="210" y="2"/>
                    </a:cubicBezTo>
                    <a:cubicBezTo>
                      <a:pt x="204" y="24"/>
                      <a:pt x="204" y="24"/>
                      <a:pt x="204" y="24"/>
                    </a:cubicBezTo>
                    <a:cubicBezTo>
                      <a:pt x="202" y="30"/>
                      <a:pt x="202" y="30"/>
                      <a:pt x="202" y="30"/>
                    </a:cubicBezTo>
                    <a:cubicBezTo>
                      <a:pt x="201" y="36"/>
                      <a:pt x="196" y="43"/>
                      <a:pt x="196" y="43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5269" name="Freeform 544">
                <a:extLst>
                  <a:ext uri="{FF2B5EF4-FFF2-40B4-BE49-F238E27FC236}">
                    <a16:creationId xmlns:a16="http://schemas.microsoft.com/office/drawing/2014/main" id="{38F09624-1428-4A0D-8574-404AC3CA81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1" y="1134"/>
                <a:ext cx="1284" cy="2920"/>
              </a:xfrm>
              <a:custGeom>
                <a:avLst/>
                <a:gdLst>
                  <a:gd name="T0" fmla="*/ 910 w 820"/>
                  <a:gd name="T1" fmla="*/ 434 h 1876"/>
                  <a:gd name="T2" fmla="*/ 473 w 820"/>
                  <a:gd name="T3" fmla="*/ 1184 h 1876"/>
                  <a:gd name="T4" fmla="*/ 313 w 820"/>
                  <a:gd name="T5" fmla="*/ 2624 h 1876"/>
                  <a:gd name="T6" fmla="*/ 272 w 820"/>
                  <a:gd name="T7" fmla="*/ 3051 h 1876"/>
                  <a:gd name="T8" fmla="*/ 27 w 820"/>
                  <a:gd name="T9" fmla="*/ 3488 h 1876"/>
                  <a:gd name="T10" fmla="*/ 196 w 820"/>
                  <a:gd name="T11" fmla="*/ 3382 h 1876"/>
                  <a:gd name="T12" fmla="*/ 272 w 820"/>
                  <a:gd name="T13" fmla="*/ 3767 h 1876"/>
                  <a:gd name="T14" fmla="*/ 420 w 820"/>
                  <a:gd name="T15" fmla="*/ 3779 h 1876"/>
                  <a:gd name="T16" fmla="*/ 510 w 820"/>
                  <a:gd name="T17" fmla="*/ 3745 h 1876"/>
                  <a:gd name="T18" fmla="*/ 606 w 820"/>
                  <a:gd name="T19" fmla="*/ 3382 h 1876"/>
                  <a:gd name="T20" fmla="*/ 572 w 820"/>
                  <a:gd name="T21" fmla="*/ 2886 h 1876"/>
                  <a:gd name="T22" fmla="*/ 814 w 820"/>
                  <a:gd name="T23" fmla="*/ 1647 h 1876"/>
                  <a:gd name="T24" fmla="*/ 828 w 820"/>
                  <a:gd name="T25" fmla="*/ 1493 h 1876"/>
                  <a:gd name="T26" fmla="*/ 924 w 820"/>
                  <a:gd name="T27" fmla="*/ 2486 h 1876"/>
                  <a:gd name="T28" fmla="*/ 936 w 820"/>
                  <a:gd name="T29" fmla="*/ 4554 h 1876"/>
                  <a:gd name="T30" fmla="*/ 1002 w 820"/>
                  <a:gd name="T31" fmla="*/ 5619 h 1876"/>
                  <a:gd name="T32" fmla="*/ 1195 w 820"/>
                  <a:gd name="T33" fmla="*/ 6595 h 1876"/>
                  <a:gd name="T34" fmla="*/ 971 w 820"/>
                  <a:gd name="T35" fmla="*/ 6891 h 1876"/>
                  <a:gd name="T36" fmla="*/ 969 w 820"/>
                  <a:gd name="T37" fmla="*/ 6965 h 1876"/>
                  <a:gd name="T38" fmla="*/ 1026 w 820"/>
                  <a:gd name="T39" fmla="*/ 7001 h 1876"/>
                  <a:gd name="T40" fmla="*/ 1235 w 820"/>
                  <a:gd name="T41" fmla="*/ 7028 h 1876"/>
                  <a:gd name="T42" fmla="*/ 1466 w 820"/>
                  <a:gd name="T43" fmla="*/ 6939 h 1876"/>
                  <a:gd name="T44" fmla="*/ 1481 w 820"/>
                  <a:gd name="T45" fmla="*/ 6539 h 1876"/>
                  <a:gd name="T46" fmla="*/ 1500 w 820"/>
                  <a:gd name="T47" fmla="*/ 5476 h 1876"/>
                  <a:gd name="T48" fmla="*/ 1528 w 820"/>
                  <a:gd name="T49" fmla="*/ 4092 h 1876"/>
                  <a:gd name="T50" fmla="*/ 1616 w 820"/>
                  <a:gd name="T51" fmla="*/ 4092 h 1876"/>
                  <a:gd name="T52" fmla="*/ 1647 w 820"/>
                  <a:gd name="T53" fmla="*/ 5476 h 1876"/>
                  <a:gd name="T54" fmla="*/ 1668 w 820"/>
                  <a:gd name="T55" fmla="*/ 6539 h 1876"/>
                  <a:gd name="T56" fmla="*/ 1677 w 820"/>
                  <a:gd name="T57" fmla="*/ 6939 h 1876"/>
                  <a:gd name="T58" fmla="*/ 1907 w 820"/>
                  <a:gd name="T59" fmla="*/ 7028 h 1876"/>
                  <a:gd name="T60" fmla="*/ 2119 w 820"/>
                  <a:gd name="T61" fmla="*/ 7006 h 1876"/>
                  <a:gd name="T62" fmla="*/ 2180 w 820"/>
                  <a:gd name="T63" fmla="*/ 6965 h 1876"/>
                  <a:gd name="T64" fmla="*/ 2177 w 820"/>
                  <a:gd name="T65" fmla="*/ 6891 h 1876"/>
                  <a:gd name="T66" fmla="*/ 1949 w 820"/>
                  <a:gd name="T67" fmla="*/ 6595 h 1876"/>
                  <a:gd name="T68" fmla="*/ 2145 w 820"/>
                  <a:gd name="T69" fmla="*/ 5619 h 1876"/>
                  <a:gd name="T70" fmla="*/ 2211 w 820"/>
                  <a:gd name="T71" fmla="*/ 4554 h 1876"/>
                  <a:gd name="T72" fmla="*/ 2319 w 820"/>
                  <a:gd name="T73" fmla="*/ 2942 h 1876"/>
                  <a:gd name="T74" fmla="*/ 2300 w 820"/>
                  <a:gd name="T75" fmla="*/ 1701 h 1876"/>
                  <a:gd name="T76" fmla="*/ 2322 w 820"/>
                  <a:gd name="T77" fmla="*/ 1571 h 1876"/>
                  <a:gd name="T78" fmla="*/ 2393 w 820"/>
                  <a:gd name="T79" fmla="*/ 2360 h 1876"/>
                  <a:gd name="T80" fmla="*/ 2579 w 820"/>
                  <a:gd name="T81" fmla="*/ 3096 h 1876"/>
                  <a:gd name="T82" fmla="*/ 2596 w 820"/>
                  <a:gd name="T83" fmla="*/ 3631 h 1876"/>
                  <a:gd name="T84" fmla="*/ 2707 w 820"/>
                  <a:gd name="T85" fmla="*/ 3806 h 1876"/>
                  <a:gd name="T86" fmla="*/ 2808 w 820"/>
                  <a:gd name="T87" fmla="*/ 3793 h 1876"/>
                  <a:gd name="T88" fmla="*/ 2917 w 820"/>
                  <a:gd name="T89" fmla="*/ 3504 h 1876"/>
                  <a:gd name="T90" fmla="*/ 3099 w 820"/>
                  <a:gd name="T91" fmla="*/ 3557 h 1876"/>
                  <a:gd name="T92" fmla="*/ 3028 w 820"/>
                  <a:gd name="T93" fmla="*/ 3247 h 1876"/>
                  <a:gd name="T94" fmla="*/ 2850 w 820"/>
                  <a:gd name="T95" fmla="*/ 2820 h 1876"/>
                  <a:gd name="T96" fmla="*/ 2747 w 820"/>
                  <a:gd name="T97" fmla="*/ 1734 h 1876"/>
                  <a:gd name="T98" fmla="*/ 2415 w 820"/>
                  <a:gd name="T99" fmla="*/ 489 h 1876"/>
                  <a:gd name="T100" fmla="*/ 1854 w 820"/>
                  <a:gd name="T101" fmla="*/ 0 h 187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0" t="0" r="r" b="b"/>
                <a:pathLst>
                  <a:path w="820" h="1876">
                    <a:moveTo>
                      <a:pt x="337" y="1"/>
                    </a:moveTo>
                    <a:cubicBezTo>
                      <a:pt x="338" y="17"/>
                      <a:pt x="343" y="79"/>
                      <a:pt x="307" y="85"/>
                    </a:cubicBezTo>
                    <a:cubicBezTo>
                      <a:pt x="293" y="87"/>
                      <a:pt x="244" y="109"/>
                      <a:pt x="237" y="115"/>
                    </a:cubicBezTo>
                    <a:cubicBezTo>
                      <a:pt x="227" y="125"/>
                      <a:pt x="205" y="127"/>
                      <a:pt x="191" y="130"/>
                    </a:cubicBezTo>
                    <a:cubicBezTo>
                      <a:pt x="177" y="133"/>
                      <a:pt x="146" y="149"/>
                      <a:pt x="132" y="212"/>
                    </a:cubicBezTo>
                    <a:cubicBezTo>
                      <a:pt x="125" y="242"/>
                      <a:pt x="118" y="279"/>
                      <a:pt x="123" y="314"/>
                    </a:cubicBezTo>
                    <a:cubicBezTo>
                      <a:pt x="124" y="338"/>
                      <a:pt x="107" y="383"/>
                      <a:pt x="105" y="460"/>
                    </a:cubicBezTo>
                    <a:cubicBezTo>
                      <a:pt x="106" y="488"/>
                      <a:pt x="103" y="508"/>
                      <a:pt x="99" y="521"/>
                    </a:cubicBezTo>
                    <a:cubicBezTo>
                      <a:pt x="83" y="560"/>
                      <a:pt x="83" y="669"/>
                      <a:pt x="82" y="696"/>
                    </a:cubicBezTo>
                    <a:cubicBezTo>
                      <a:pt x="81" y="713"/>
                      <a:pt x="81" y="736"/>
                      <a:pt x="78" y="748"/>
                    </a:cubicBezTo>
                    <a:cubicBezTo>
                      <a:pt x="75" y="760"/>
                      <a:pt x="78" y="771"/>
                      <a:pt x="74" y="781"/>
                    </a:cubicBezTo>
                    <a:cubicBezTo>
                      <a:pt x="71" y="791"/>
                      <a:pt x="73" y="805"/>
                      <a:pt x="71" y="809"/>
                    </a:cubicBezTo>
                    <a:cubicBezTo>
                      <a:pt x="64" y="815"/>
                      <a:pt x="39" y="852"/>
                      <a:pt x="33" y="861"/>
                    </a:cubicBezTo>
                    <a:cubicBezTo>
                      <a:pt x="26" y="869"/>
                      <a:pt x="19" y="894"/>
                      <a:pt x="16" y="899"/>
                    </a:cubicBezTo>
                    <a:cubicBezTo>
                      <a:pt x="12" y="904"/>
                      <a:pt x="11" y="915"/>
                      <a:pt x="7" y="925"/>
                    </a:cubicBezTo>
                    <a:cubicBezTo>
                      <a:pt x="4" y="935"/>
                      <a:pt x="0" y="944"/>
                      <a:pt x="13" y="943"/>
                    </a:cubicBezTo>
                    <a:cubicBezTo>
                      <a:pt x="23" y="942"/>
                      <a:pt x="34" y="925"/>
                      <a:pt x="36" y="913"/>
                    </a:cubicBezTo>
                    <a:cubicBezTo>
                      <a:pt x="39" y="912"/>
                      <a:pt x="45" y="904"/>
                      <a:pt x="51" y="897"/>
                    </a:cubicBezTo>
                    <a:cubicBezTo>
                      <a:pt x="50" y="903"/>
                      <a:pt x="55" y="909"/>
                      <a:pt x="60" y="929"/>
                    </a:cubicBezTo>
                    <a:cubicBezTo>
                      <a:pt x="60" y="936"/>
                      <a:pt x="65" y="952"/>
                      <a:pt x="65" y="960"/>
                    </a:cubicBezTo>
                    <a:cubicBezTo>
                      <a:pt x="64" y="968"/>
                      <a:pt x="69" y="988"/>
                      <a:pt x="71" y="999"/>
                    </a:cubicBezTo>
                    <a:cubicBezTo>
                      <a:pt x="74" y="1009"/>
                      <a:pt x="83" y="1010"/>
                      <a:pt x="89" y="1006"/>
                    </a:cubicBezTo>
                    <a:cubicBezTo>
                      <a:pt x="89" y="1006"/>
                      <a:pt x="89" y="1015"/>
                      <a:pt x="98" y="1017"/>
                    </a:cubicBezTo>
                    <a:cubicBezTo>
                      <a:pt x="107" y="1018"/>
                      <a:pt x="109" y="1002"/>
                      <a:pt x="109" y="1002"/>
                    </a:cubicBezTo>
                    <a:cubicBezTo>
                      <a:pt x="109" y="1002"/>
                      <a:pt x="109" y="1008"/>
                      <a:pt x="115" y="1009"/>
                    </a:cubicBezTo>
                    <a:cubicBezTo>
                      <a:pt x="125" y="1009"/>
                      <a:pt x="127" y="989"/>
                      <a:pt x="127" y="989"/>
                    </a:cubicBezTo>
                    <a:cubicBezTo>
                      <a:pt x="127" y="991"/>
                      <a:pt x="128" y="993"/>
                      <a:pt x="133" y="993"/>
                    </a:cubicBezTo>
                    <a:cubicBezTo>
                      <a:pt x="138" y="993"/>
                      <a:pt x="142" y="972"/>
                      <a:pt x="144" y="963"/>
                    </a:cubicBezTo>
                    <a:cubicBezTo>
                      <a:pt x="147" y="954"/>
                      <a:pt x="150" y="946"/>
                      <a:pt x="151" y="940"/>
                    </a:cubicBezTo>
                    <a:cubicBezTo>
                      <a:pt x="152" y="933"/>
                      <a:pt x="152" y="929"/>
                      <a:pt x="158" y="897"/>
                    </a:cubicBezTo>
                    <a:cubicBezTo>
                      <a:pt x="164" y="865"/>
                      <a:pt x="146" y="832"/>
                      <a:pt x="148" y="821"/>
                    </a:cubicBezTo>
                    <a:cubicBezTo>
                      <a:pt x="151" y="811"/>
                      <a:pt x="141" y="794"/>
                      <a:pt x="143" y="792"/>
                    </a:cubicBezTo>
                    <a:cubicBezTo>
                      <a:pt x="144" y="789"/>
                      <a:pt x="147" y="777"/>
                      <a:pt x="149" y="765"/>
                    </a:cubicBezTo>
                    <a:cubicBezTo>
                      <a:pt x="151" y="753"/>
                      <a:pt x="194" y="650"/>
                      <a:pt x="198" y="626"/>
                    </a:cubicBezTo>
                    <a:cubicBezTo>
                      <a:pt x="206" y="582"/>
                      <a:pt x="205" y="563"/>
                      <a:pt x="201" y="532"/>
                    </a:cubicBezTo>
                    <a:cubicBezTo>
                      <a:pt x="202" y="509"/>
                      <a:pt x="211" y="448"/>
                      <a:pt x="212" y="437"/>
                    </a:cubicBezTo>
                    <a:cubicBezTo>
                      <a:pt x="213" y="435"/>
                      <a:pt x="213" y="424"/>
                      <a:pt x="215" y="416"/>
                    </a:cubicBezTo>
                    <a:cubicBezTo>
                      <a:pt x="215" y="412"/>
                      <a:pt x="216" y="404"/>
                      <a:pt x="216" y="395"/>
                    </a:cubicBezTo>
                    <a:cubicBezTo>
                      <a:pt x="216" y="396"/>
                      <a:pt x="216" y="396"/>
                      <a:pt x="216" y="396"/>
                    </a:cubicBezTo>
                    <a:cubicBezTo>
                      <a:pt x="217" y="406"/>
                      <a:pt x="220" y="424"/>
                      <a:pt x="221" y="451"/>
                    </a:cubicBezTo>
                    <a:cubicBezTo>
                      <a:pt x="220" y="475"/>
                      <a:pt x="231" y="516"/>
                      <a:pt x="233" y="537"/>
                    </a:cubicBezTo>
                    <a:cubicBezTo>
                      <a:pt x="230" y="544"/>
                      <a:pt x="241" y="659"/>
                      <a:pt x="241" y="659"/>
                    </a:cubicBezTo>
                    <a:cubicBezTo>
                      <a:pt x="237" y="666"/>
                      <a:pt x="217" y="753"/>
                      <a:pt x="217" y="780"/>
                    </a:cubicBezTo>
                    <a:cubicBezTo>
                      <a:pt x="214" y="793"/>
                      <a:pt x="219" y="811"/>
                      <a:pt x="218" y="841"/>
                    </a:cubicBezTo>
                    <a:cubicBezTo>
                      <a:pt x="216" y="877"/>
                      <a:pt x="184" y="1023"/>
                      <a:pt x="244" y="1208"/>
                    </a:cubicBezTo>
                    <a:cubicBezTo>
                      <a:pt x="247" y="1218"/>
                      <a:pt x="248" y="1255"/>
                      <a:pt x="252" y="1275"/>
                    </a:cubicBezTo>
                    <a:cubicBezTo>
                      <a:pt x="253" y="1281"/>
                      <a:pt x="263" y="1304"/>
                      <a:pt x="264" y="1335"/>
                    </a:cubicBezTo>
                    <a:cubicBezTo>
                      <a:pt x="265" y="1387"/>
                      <a:pt x="259" y="1453"/>
                      <a:pt x="261" y="1490"/>
                    </a:cubicBezTo>
                    <a:cubicBezTo>
                      <a:pt x="263" y="1549"/>
                      <a:pt x="288" y="1604"/>
                      <a:pt x="298" y="1642"/>
                    </a:cubicBezTo>
                    <a:cubicBezTo>
                      <a:pt x="307" y="1681"/>
                      <a:pt x="311" y="1711"/>
                      <a:pt x="309" y="1719"/>
                    </a:cubicBezTo>
                    <a:cubicBezTo>
                      <a:pt x="307" y="1726"/>
                      <a:pt x="306" y="1738"/>
                      <a:pt x="311" y="1749"/>
                    </a:cubicBezTo>
                    <a:cubicBezTo>
                      <a:pt x="312" y="1750"/>
                      <a:pt x="294" y="1788"/>
                      <a:pt x="285" y="1795"/>
                    </a:cubicBezTo>
                    <a:cubicBezTo>
                      <a:pt x="276" y="1802"/>
                      <a:pt x="273" y="1808"/>
                      <a:pt x="266" y="1812"/>
                    </a:cubicBezTo>
                    <a:cubicBezTo>
                      <a:pt x="259" y="1816"/>
                      <a:pt x="256" y="1819"/>
                      <a:pt x="253" y="1827"/>
                    </a:cubicBezTo>
                    <a:cubicBezTo>
                      <a:pt x="251" y="1833"/>
                      <a:pt x="244" y="1841"/>
                      <a:pt x="249" y="1846"/>
                    </a:cubicBezTo>
                    <a:cubicBezTo>
                      <a:pt x="250" y="1847"/>
                      <a:pt x="250" y="1847"/>
                      <a:pt x="251" y="1848"/>
                    </a:cubicBezTo>
                    <a:cubicBezTo>
                      <a:pt x="252" y="1847"/>
                      <a:pt x="252" y="1847"/>
                      <a:pt x="252" y="1847"/>
                    </a:cubicBezTo>
                    <a:cubicBezTo>
                      <a:pt x="251" y="1850"/>
                      <a:pt x="251" y="1851"/>
                      <a:pt x="252" y="1853"/>
                    </a:cubicBezTo>
                    <a:cubicBezTo>
                      <a:pt x="255" y="1858"/>
                      <a:pt x="260" y="1859"/>
                      <a:pt x="267" y="1858"/>
                    </a:cubicBezTo>
                    <a:cubicBezTo>
                      <a:pt x="267" y="1857"/>
                      <a:pt x="267" y="1857"/>
                      <a:pt x="267" y="1857"/>
                    </a:cubicBezTo>
                    <a:cubicBezTo>
                      <a:pt x="268" y="1859"/>
                      <a:pt x="268" y="1861"/>
                      <a:pt x="270" y="1863"/>
                    </a:cubicBezTo>
                    <a:cubicBezTo>
                      <a:pt x="274" y="1869"/>
                      <a:pt x="288" y="1872"/>
                      <a:pt x="294" y="1866"/>
                    </a:cubicBezTo>
                    <a:cubicBezTo>
                      <a:pt x="302" y="1871"/>
                      <a:pt x="317" y="1871"/>
                      <a:pt x="322" y="1864"/>
                    </a:cubicBezTo>
                    <a:cubicBezTo>
                      <a:pt x="326" y="1876"/>
                      <a:pt x="344" y="1874"/>
                      <a:pt x="354" y="1872"/>
                    </a:cubicBezTo>
                    <a:cubicBezTo>
                      <a:pt x="364" y="1870"/>
                      <a:pt x="368" y="1864"/>
                      <a:pt x="374" y="1859"/>
                    </a:cubicBezTo>
                    <a:cubicBezTo>
                      <a:pt x="380" y="1855"/>
                      <a:pt x="384" y="1851"/>
                      <a:pt x="382" y="1840"/>
                    </a:cubicBezTo>
                    <a:cubicBezTo>
                      <a:pt x="381" y="1829"/>
                      <a:pt x="382" y="1829"/>
                      <a:pt x="384" y="1816"/>
                    </a:cubicBezTo>
                    <a:cubicBezTo>
                      <a:pt x="384" y="1808"/>
                      <a:pt x="391" y="1806"/>
                      <a:pt x="392" y="1793"/>
                    </a:cubicBezTo>
                    <a:cubicBezTo>
                      <a:pt x="393" y="1783"/>
                      <a:pt x="385" y="1740"/>
                      <a:pt x="386" y="1734"/>
                    </a:cubicBezTo>
                    <a:cubicBezTo>
                      <a:pt x="388" y="1720"/>
                      <a:pt x="378" y="1709"/>
                      <a:pt x="375" y="1687"/>
                    </a:cubicBezTo>
                    <a:cubicBezTo>
                      <a:pt x="372" y="1665"/>
                      <a:pt x="381" y="1589"/>
                      <a:pt x="381" y="1575"/>
                    </a:cubicBezTo>
                    <a:cubicBezTo>
                      <a:pt x="381" y="1549"/>
                      <a:pt x="395" y="1506"/>
                      <a:pt x="391" y="1452"/>
                    </a:cubicBezTo>
                    <a:cubicBezTo>
                      <a:pt x="389" y="1421"/>
                      <a:pt x="374" y="1327"/>
                      <a:pt x="374" y="1305"/>
                    </a:cubicBezTo>
                    <a:cubicBezTo>
                      <a:pt x="374" y="1302"/>
                      <a:pt x="373" y="1278"/>
                      <a:pt x="374" y="1274"/>
                    </a:cubicBezTo>
                    <a:cubicBezTo>
                      <a:pt x="378" y="1260"/>
                      <a:pt x="398" y="1087"/>
                      <a:pt x="398" y="1085"/>
                    </a:cubicBezTo>
                    <a:cubicBezTo>
                      <a:pt x="401" y="1065"/>
                      <a:pt x="409" y="929"/>
                      <a:pt x="409" y="929"/>
                    </a:cubicBezTo>
                    <a:cubicBezTo>
                      <a:pt x="411" y="929"/>
                      <a:pt x="411" y="929"/>
                      <a:pt x="411" y="929"/>
                    </a:cubicBezTo>
                    <a:cubicBezTo>
                      <a:pt x="411" y="929"/>
                      <a:pt x="419" y="1065"/>
                      <a:pt x="421" y="1085"/>
                    </a:cubicBezTo>
                    <a:cubicBezTo>
                      <a:pt x="421" y="1087"/>
                      <a:pt x="441" y="1260"/>
                      <a:pt x="446" y="1274"/>
                    </a:cubicBezTo>
                    <a:cubicBezTo>
                      <a:pt x="447" y="1278"/>
                      <a:pt x="446" y="1302"/>
                      <a:pt x="446" y="1305"/>
                    </a:cubicBezTo>
                    <a:cubicBezTo>
                      <a:pt x="446" y="1327"/>
                      <a:pt x="431" y="1421"/>
                      <a:pt x="429" y="1452"/>
                    </a:cubicBezTo>
                    <a:cubicBezTo>
                      <a:pt x="425" y="1506"/>
                      <a:pt x="439" y="1549"/>
                      <a:pt x="439" y="1575"/>
                    </a:cubicBezTo>
                    <a:cubicBezTo>
                      <a:pt x="439" y="1589"/>
                      <a:pt x="448" y="1665"/>
                      <a:pt x="445" y="1687"/>
                    </a:cubicBezTo>
                    <a:cubicBezTo>
                      <a:pt x="441" y="1709"/>
                      <a:pt x="432" y="1720"/>
                      <a:pt x="434" y="1734"/>
                    </a:cubicBezTo>
                    <a:cubicBezTo>
                      <a:pt x="435" y="1740"/>
                      <a:pt x="427" y="1783"/>
                      <a:pt x="428" y="1793"/>
                    </a:cubicBezTo>
                    <a:cubicBezTo>
                      <a:pt x="429" y="1806"/>
                      <a:pt x="435" y="1808"/>
                      <a:pt x="436" y="1816"/>
                    </a:cubicBezTo>
                    <a:cubicBezTo>
                      <a:pt x="437" y="1829"/>
                      <a:pt x="439" y="1829"/>
                      <a:pt x="437" y="1840"/>
                    </a:cubicBezTo>
                    <a:cubicBezTo>
                      <a:pt x="436" y="1851"/>
                      <a:pt x="440" y="1855"/>
                      <a:pt x="446" y="1859"/>
                    </a:cubicBezTo>
                    <a:cubicBezTo>
                      <a:pt x="451" y="1864"/>
                      <a:pt x="456" y="1870"/>
                      <a:pt x="466" y="1872"/>
                    </a:cubicBezTo>
                    <a:cubicBezTo>
                      <a:pt x="476" y="1874"/>
                      <a:pt x="493" y="1876"/>
                      <a:pt x="497" y="1864"/>
                    </a:cubicBezTo>
                    <a:cubicBezTo>
                      <a:pt x="503" y="1871"/>
                      <a:pt x="518" y="1871"/>
                      <a:pt x="526" y="1866"/>
                    </a:cubicBezTo>
                    <a:cubicBezTo>
                      <a:pt x="531" y="1872"/>
                      <a:pt x="546" y="1869"/>
                      <a:pt x="550" y="1863"/>
                    </a:cubicBezTo>
                    <a:cubicBezTo>
                      <a:pt x="552" y="1861"/>
                      <a:pt x="552" y="1859"/>
                      <a:pt x="552" y="1858"/>
                    </a:cubicBezTo>
                    <a:cubicBezTo>
                      <a:pt x="553" y="1858"/>
                      <a:pt x="553" y="1858"/>
                      <a:pt x="553" y="1858"/>
                    </a:cubicBezTo>
                    <a:cubicBezTo>
                      <a:pt x="559" y="1859"/>
                      <a:pt x="567" y="1857"/>
                      <a:pt x="568" y="1853"/>
                    </a:cubicBezTo>
                    <a:cubicBezTo>
                      <a:pt x="569" y="1851"/>
                      <a:pt x="569" y="1850"/>
                      <a:pt x="568" y="1847"/>
                    </a:cubicBezTo>
                    <a:cubicBezTo>
                      <a:pt x="568" y="1848"/>
                      <a:pt x="568" y="1848"/>
                      <a:pt x="568" y="1848"/>
                    </a:cubicBezTo>
                    <a:cubicBezTo>
                      <a:pt x="569" y="1847"/>
                      <a:pt x="570" y="1847"/>
                      <a:pt x="571" y="1846"/>
                    </a:cubicBezTo>
                    <a:cubicBezTo>
                      <a:pt x="576" y="1841"/>
                      <a:pt x="569" y="1833"/>
                      <a:pt x="567" y="1827"/>
                    </a:cubicBezTo>
                    <a:cubicBezTo>
                      <a:pt x="564" y="1819"/>
                      <a:pt x="560" y="1816"/>
                      <a:pt x="553" y="1812"/>
                    </a:cubicBezTo>
                    <a:cubicBezTo>
                      <a:pt x="546" y="1808"/>
                      <a:pt x="544" y="1802"/>
                      <a:pt x="535" y="1795"/>
                    </a:cubicBezTo>
                    <a:cubicBezTo>
                      <a:pt x="525" y="1788"/>
                      <a:pt x="508" y="1750"/>
                      <a:pt x="508" y="1749"/>
                    </a:cubicBezTo>
                    <a:cubicBezTo>
                      <a:pt x="514" y="1738"/>
                      <a:pt x="512" y="1726"/>
                      <a:pt x="511" y="1719"/>
                    </a:cubicBezTo>
                    <a:cubicBezTo>
                      <a:pt x="509" y="1711"/>
                      <a:pt x="513" y="1681"/>
                      <a:pt x="522" y="1642"/>
                    </a:cubicBezTo>
                    <a:cubicBezTo>
                      <a:pt x="532" y="1604"/>
                      <a:pt x="557" y="1549"/>
                      <a:pt x="559" y="1490"/>
                    </a:cubicBezTo>
                    <a:cubicBezTo>
                      <a:pt x="561" y="1453"/>
                      <a:pt x="555" y="1387"/>
                      <a:pt x="556" y="1335"/>
                    </a:cubicBezTo>
                    <a:cubicBezTo>
                      <a:pt x="557" y="1304"/>
                      <a:pt x="567" y="1281"/>
                      <a:pt x="568" y="1275"/>
                    </a:cubicBezTo>
                    <a:cubicBezTo>
                      <a:pt x="572" y="1255"/>
                      <a:pt x="572" y="1218"/>
                      <a:pt x="576" y="1208"/>
                    </a:cubicBezTo>
                    <a:cubicBezTo>
                      <a:pt x="636" y="1023"/>
                      <a:pt x="603" y="877"/>
                      <a:pt x="602" y="841"/>
                    </a:cubicBezTo>
                    <a:cubicBezTo>
                      <a:pt x="602" y="841"/>
                      <a:pt x="602" y="841"/>
                      <a:pt x="602" y="841"/>
                    </a:cubicBezTo>
                    <a:cubicBezTo>
                      <a:pt x="601" y="811"/>
                      <a:pt x="606" y="793"/>
                      <a:pt x="604" y="780"/>
                    </a:cubicBezTo>
                    <a:cubicBezTo>
                      <a:pt x="603" y="753"/>
                      <a:pt x="583" y="666"/>
                      <a:pt x="579" y="659"/>
                    </a:cubicBezTo>
                    <a:cubicBezTo>
                      <a:pt x="579" y="659"/>
                      <a:pt x="590" y="544"/>
                      <a:pt x="587" y="537"/>
                    </a:cubicBezTo>
                    <a:cubicBezTo>
                      <a:pt x="589" y="516"/>
                      <a:pt x="600" y="475"/>
                      <a:pt x="599" y="451"/>
                    </a:cubicBezTo>
                    <a:cubicBezTo>
                      <a:pt x="600" y="424"/>
                      <a:pt x="603" y="406"/>
                      <a:pt x="604" y="396"/>
                    </a:cubicBezTo>
                    <a:cubicBezTo>
                      <a:pt x="604" y="395"/>
                      <a:pt x="604" y="395"/>
                      <a:pt x="604" y="395"/>
                    </a:cubicBezTo>
                    <a:cubicBezTo>
                      <a:pt x="604" y="404"/>
                      <a:pt x="605" y="412"/>
                      <a:pt x="605" y="416"/>
                    </a:cubicBezTo>
                    <a:cubicBezTo>
                      <a:pt x="607" y="424"/>
                      <a:pt x="607" y="435"/>
                      <a:pt x="608" y="437"/>
                    </a:cubicBezTo>
                    <a:cubicBezTo>
                      <a:pt x="609" y="448"/>
                      <a:pt x="618" y="509"/>
                      <a:pt x="619" y="532"/>
                    </a:cubicBezTo>
                    <a:cubicBezTo>
                      <a:pt x="615" y="563"/>
                      <a:pt x="614" y="582"/>
                      <a:pt x="623" y="626"/>
                    </a:cubicBezTo>
                    <a:cubicBezTo>
                      <a:pt x="626" y="650"/>
                      <a:pt x="669" y="753"/>
                      <a:pt x="671" y="765"/>
                    </a:cubicBezTo>
                    <a:cubicBezTo>
                      <a:pt x="673" y="777"/>
                      <a:pt x="676" y="789"/>
                      <a:pt x="677" y="792"/>
                    </a:cubicBezTo>
                    <a:cubicBezTo>
                      <a:pt x="679" y="794"/>
                      <a:pt x="669" y="811"/>
                      <a:pt x="672" y="821"/>
                    </a:cubicBezTo>
                    <a:cubicBezTo>
                      <a:pt x="674" y="832"/>
                      <a:pt x="656" y="865"/>
                      <a:pt x="662" y="897"/>
                    </a:cubicBezTo>
                    <a:cubicBezTo>
                      <a:pt x="668" y="929"/>
                      <a:pt x="668" y="933"/>
                      <a:pt x="669" y="940"/>
                    </a:cubicBezTo>
                    <a:cubicBezTo>
                      <a:pt x="670" y="946"/>
                      <a:pt x="673" y="954"/>
                      <a:pt x="676" y="963"/>
                    </a:cubicBezTo>
                    <a:cubicBezTo>
                      <a:pt x="678" y="972"/>
                      <a:pt x="682" y="993"/>
                      <a:pt x="687" y="993"/>
                    </a:cubicBezTo>
                    <a:cubicBezTo>
                      <a:pt x="692" y="993"/>
                      <a:pt x="693" y="991"/>
                      <a:pt x="693" y="989"/>
                    </a:cubicBezTo>
                    <a:cubicBezTo>
                      <a:pt x="693" y="989"/>
                      <a:pt x="695" y="1009"/>
                      <a:pt x="705" y="1009"/>
                    </a:cubicBezTo>
                    <a:cubicBezTo>
                      <a:pt x="711" y="1008"/>
                      <a:pt x="711" y="1002"/>
                      <a:pt x="711" y="1002"/>
                    </a:cubicBezTo>
                    <a:cubicBezTo>
                      <a:pt x="711" y="1002"/>
                      <a:pt x="713" y="1018"/>
                      <a:pt x="722" y="1017"/>
                    </a:cubicBezTo>
                    <a:cubicBezTo>
                      <a:pt x="731" y="1015"/>
                      <a:pt x="731" y="1006"/>
                      <a:pt x="731" y="1006"/>
                    </a:cubicBezTo>
                    <a:cubicBezTo>
                      <a:pt x="737" y="1010"/>
                      <a:pt x="746" y="1009"/>
                      <a:pt x="749" y="999"/>
                    </a:cubicBezTo>
                    <a:cubicBezTo>
                      <a:pt x="751" y="988"/>
                      <a:pt x="756" y="968"/>
                      <a:pt x="755" y="960"/>
                    </a:cubicBezTo>
                    <a:cubicBezTo>
                      <a:pt x="755" y="952"/>
                      <a:pt x="760" y="936"/>
                      <a:pt x="760" y="929"/>
                    </a:cubicBezTo>
                    <a:cubicBezTo>
                      <a:pt x="765" y="909"/>
                      <a:pt x="770" y="903"/>
                      <a:pt x="769" y="897"/>
                    </a:cubicBezTo>
                    <a:cubicBezTo>
                      <a:pt x="775" y="904"/>
                      <a:pt x="781" y="912"/>
                      <a:pt x="784" y="913"/>
                    </a:cubicBezTo>
                    <a:cubicBezTo>
                      <a:pt x="786" y="925"/>
                      <a:pt x="797" y="942"/>
                      <a:pt x="807" y="943"/>
                    </a:cubicBezTo>
                    <a:cubicBezTo>
                      <a:pt x="820" y="944"/>
                      <a:pt x="816" y="935"/>
                      <a:pt x="813" y="925"/>
                    </a:cubicBezTo>
                    <a:cubicBezTo>
                      <a:pt x="809" y="915"/>
                      <a:pt x="808" y="904"/>
                      <a:pt x="804" y="899"/>
                    </a:cubicBezTo>
                    <a:cubicBezTo>
                      <a:pt x="801" y="894"/>
                      <a:pt x="795" y="869"/>
                      <a:pt x="789" y="861"/>
                    </a:cubicBezTo>
                    <a:cubicBezTo>
                      <a:pt x="782" y="852"/>
                      <a:pt x="757" y="815"/>
                      <a:pt x="751" y="809"/>
                    </a:cubicBezTo>
                    <a:cubicBezTo>
                      <a:pt x="748" y="805"/>
                      <a:pt x="750" y="791"/>
                      <a:pt x="747" y="781"/>
                    </a:cubicBezTo>
                    <a:cubicBezTo>
                      <a:pt x="744" y="771"/>
                      <a:pt x="745" y="760"/>
                      <a:pt x="742" y="748"/>
                    </a:cubicBezTo>
                    <a:cubicBezTo>
                      <a:pt x="739" y="736"/>
                      <a:pt x="739" y="713"/>
                      <a:pt x="738" y="696"/>
                    </a:cubicBezTo>
                    <a:cubicBezTo>
                      <a:pt x="737" y="669"/>
                      <a:pt x="737" y="560"/>
                      <a:pt x="721" y="521"/>
                    </a:cubicBezTo>
                    <a:cubicBezTo>
                      <a:pt x="717" y="508"/>
                      <a:pt x="714" y="488"/>
                      <a:pt x="715" y="460"/>
                    </a:cubicBezTo>
                    <a:cubicBezTo>
                      <a:pt x="713" y="383"/>
                      <a:pt x="696" y="338"/>
                      <a:pt x="697" y="314"/>
                    </a:cubicBezTo>
                    <a:cubicBezTo>
                      <a:pt x="702" y="279"/>
                      <a:pt x="695" y="242"/>
                      <a:pt x="688" y="212"/>
                    </a:cubicBezTo>
                    <a:cubicBezTo>
                      <a:pt x="674" y="149"/>
                      <a:pt x="643" y="133"/>
                      <a:pt x="629" y="130"/>
                    </a:cubicBezTo>
                    <a:cubicBezTo>
                      <a:pt x="615" y="127"/>
                      <a:pt x="593" y="125"/>
                      <a:pt x="583" y="115"/>
                    </a:cubicBezTo>
                    <a:cubicBezTo>
                      <a:pt x="576" y="109"/>
                      <a:pt x="527" y="87"/>
                      <a:pt x="513" y="85"/>
                    </a:cubicBezTo>
                    <a:cubicBezTo>
                      <a:pt x="476" y="78"/>
                      <a:pt x="483" y="13"/>
                      <a:pt x="483" y="0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5270" name="Oval 545">
                <a:extLst>
                  <a:ext uri="{FF2B5EF4-FFF2-40B4-BE49-F238E27FC236}">
                    <a16:creationId xmlns:a16="http://schemas.microsoft.com/office/drawing/2014/main" id="{7ED0BD17-878B-4CB3-9E0A-216293569C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86" y="983"/>
                <a:ext cx="6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271" name="Oval 546">
                <a:extLst>
                  <a:ext uri="{FF2B5EF4-FFF2-40B4-BE49-F238E27FC236}">
                    <a16:creationId xmlns:a16="http://schemas.microsoft.com/office/drawing/2014/main" id="{2DA4E0D2-16DD-4EC0-8994-10D4E31CDF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46" y="983"/>
                <a:ext cx="7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272" name="Freeform 547">
                <a:extLst>
                  <a:ext uri="{FF2B5EF4-FFF2-40B4-BE49-F238E27FC236}">
                    <a16:creationId xmlns:a16="http://schemas.microsoft.com/office/drawing/2014/main" id="{81E898DD-FA96-48CF-A64B-9CBD7BA940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6" y="2182"/>
                <a:ext cx="44" cy="32"/>
              </a:xfrm>
              <a:custGeom>
                <a:avLst/>
                <a:gdLst>
                  <a:gd name="T0" fmla="*/ 0 w 28"/>
                  <a:gd name="T1" fmla="*/ 49 h 21"/>
                  <a:gd name="T2" fmla="*/ 86 w 28"/>
                  <a:gd name="T3" fmla="*/ 75 h 21"/>
                  <a:gd name="T4" fmla="*/ 0 w 28"/>
                  <a:gd name="T5" fmla="*/ 46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21">
                    <a:moveTo>
                      <a:pt x="0" y="14"/>
                    </a:moveTo>
                    <a:cubicBezTo>
                      <a:pt x="6" y="8"/>
                      <a:pt x="18" y="11"/>
                      <a:pt x="22" y="21"/>
                    </a:cubicBezTo>
                    <a:cubicBezTo>
                      <a:pt x="28" y="13"/>
                      <a:pt x="4" y="0"/>
                      <a:pt x="0" y="1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5273" name="Freeform 548">
                <a:extLst>
                  <a:ext uri="{FF2B5EF4-FFF2-40B4-BE49-F238E27FC236}">
                    <a16:creationId xmlns:a16="http://schemas.microsoft.com/office/drawing/2014/main" id="{102F21AC-5439-437B-8F72-D853234AC2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7" y="1561"/>
                <a:ext cx="32" cy="38"/>
              </a:xfrm>
              <a:custGeom>
                <a:avLst/>
                <a:gdLst>
                  <a:gd name="T0" fmla="*/ 0 w 21"/>
                  <a:gd name="T1" fmla="*/ 88 h 25"/>
                  <a:gd name="T2" fmla="*/ 0 w 21"/>
                  <a:gd name="T3" fmla="*/ 88 h 25"/>
                  <a:gd name="T4" fmla="*/ 75 w 21"/>
                  <a:gd name="T5" fmla="*/ 5 h 25"/>
                  <a:gd name="T6" fmla="*/ 70 w 21"/>
                  <a:gd name="T7" fmla="*/ 0 h 25"/>
                  <a:gd name="T8" fmla="*/ 0 w 21"/>
                  <a:gd name="T9" fmla="*/ 88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25">
                    <a:moveTo>
                      <a:pt x="0" y="25"/>
                    </a:moveTo>
                    <a:cubicBezTo>
                      <a:pt x="0" y="25"/>
                      <a:pt x="0" y="25"/>
                      <a:pt x="0" y="25"/>
                    </a:cubicBezTo>
                    <a:cubicBezTo>
                      <a:pt x="8" y="20"/>
                      <a:pt x="16" y="12"/>
                      <a:pt x="21" y="1"/>
                    </a:cubicBezTo>
                    <a:cubicBezTo>
                      <a:pt x="20" y="0"/>
                      <a:pt x="20" y="0"/>
                      <a:pt x="20" y="0"/>
                    </a:cubicBezTo>
                    <a:cubicBezTo>
                      <a:pt x="14" y="11"/>
                      <a:pt x="8" y="20"/>
                      <a:pt x="0" y="25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5274" name="Freeform 549">
                <a:extLst>
                  <a:ext uri="{FF2B5EF4-FFF2-40B4-BE49-F238E27FC236}">
                    <a16:creationId xmlns:a16="http://schemas.microsoft.com/office/drawing/2014/main" id="{8CBAFB55-3FD6-4586-9CEE-90FA12BEA1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7" y="1561"/>
                <a:ext cx="33" cy="38"/>
              </a:xfrm>
              <a:custGeom>
                <a:avLst/>
                <a:gdLst>
                  <a:gd name="T0" fmla="*/ 0 w 21"/>
                  <a:gd name="T1" fmla="*/ 5 h 25"/>
                  <a:gd name="T2" fmla="*/ 82 w 21"/>
                  <a:gd name="T3" fmla="*/ 88 h 25"/>
                  <a:gd name="T4" fmla="*/ 5 w 21"/>
                  <a:gd name="T5" fmla="*/ 0 h 25"/>
                  <a:gd name="T6" fmla="*/ 0 w 21"/>
                  <a:gd name="T7" fmla="*/ 5 h 2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25">
                    <a:moveTo>
                      <a:pt x="0" y="1"/>
                    </a:moveTo>
                    <a:cubicBezTo>
                      <a:pt x="5" y="12"/>
                      <a:pt x="13" y="20"/>
                      <a:pt x="21" y="25"/>
                    </a:cubicBezTo>
                    <a:cubicBezTo>
                      <a:pt x="13" y="20"/>
                      <a:pt x="7" y="11"/>
                      <a:pt x="1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5275" name="Freeform 550">
                <a:extLst>
                  <a:ext uri="{FF2B5EF4-FFF2-40B4-BE49-F238E27FC236}">
                    <a16:creationId xmlns:a16="http://schemas.microsoft.com/office/drawing/2014/main" id="{62754B20-A533-45FB-88BB-E965C0BB92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1" y="1117"/>
                <a:ext cx="52" cy="3"/>
              </a:xfrm>
              <a:custGeom>
                <a:avLst/>
                <a:gdLst>
                  <a:gd name="T0" fmla="*/ 129 w 33"/>
                  <a:gd name="T1" fmla="*/ 8 h 2"/>
                  <a:gd name="T2" fmla="*/ 121 w 33"/>
                  <a:gd name="T3" fmla="*/ 8 h 2"/>
                  <a:gd name="T4" fmla="*/ 79 w 33"/>
                  <a:gd name="T5" fmla="*/ 8 h 2"/>
                  <a:gd name="T6" fmla="*/ 61 w 33"/>
                  <a:gd name="T7" fmla="*/ 8 h 2"/>
                  <a:gd name="T8" fmla="*/ 0 w 33"/>
                  <a:gd name="T9" fmla="*/ 8 h 2"/>
                  <a:gd name="T10" fmla="*/ 61 w 33"/>
                  <a:gd name="T11" fmla="*/ 5 h 2"/>
                  <a:gd name="T12" fmla="*/ 79 w 33"/>
                  <a:gd name="T13" fmla="*/ 5 h 2"/>
                  <a:gd name="T14" fmla="*/ 121 w 33"/>
                  <a:gd name="T15" fmla="*/ 5 h 2"/>
                  <a:gd name="T16" fmla="*/ 129 w 33"/>
                  <a:gd name="T17" fmla="*/ 5 h 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3" h="2">
                    <a:moveTo>
                      <a:pt x="33" y="2"/>
                    </a:moveTo>
                    <a:cubicBezTo>
                      <a:pt x="31" y="2"/>
                      <a:pt x="31" y="2"/>
                      <a:pt x="31" y="2"/>
                    </a:cubicBezTo>
                    <a:cubicBezTo>
                      <a:pt x="28" y="2"/>
                      <a:pt x="24" y="1"/>
                      <a:pt x="20" y="2"/>
                    </a:cubicBezTo>
                    <a:cubicBezTo>
                      <a:pt x="19" y="2"/>
                      <a:pt x="18" y="2"/>
                      <a:pt x="16" y="2"/>
                    </a:cubicBezTo>
                    <a:cubicBezTo>
                      <a:pt x="11" y="2"/>
                      <a:pt x="3" y="2"/>
                      <a:pt x="0" y="2"/>
                    </a:cubicBezTo>
                    <a:cubicBezTo>
                      <a:pt x="2" y="2"/>
                      <a:pt x="11" y="1"/>
                      <a:pt x="16" y="1"/>
                    </a:cubicBezTo>
                    <a:cubicBezTo>
                      <a:pt x="18" y="1"/>
                      <a:pt x="19" y="1"/>
                      <a:pt x="20" y="1"/>
                    </a:cubicBezTo>
                    <a:cubicBezTo>
                      <a:pt x="24" y="0"/>
                      <a:pt x="29" y="0"/>
                      <a:pt x="31" y="1"/>
                    </a:cubicBezTo>
                    <a:cubicBezTo>
                      <a:pt x="33" y="1"/>
                      <a:pt x="33" y="1"/>
                      <a:pt x="33" y="1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5276" name="Freeform 551">
                <a:extLst>
                  <a:ext uri="{FF2B5EF4-FFF2-40B4-BE49-F238E27FC236}">
                    <a16:creationId xmlns:a16="http://schemas.microsoft.com/office/drawing/2014/main" id="{BB014A38-2D41-449D-959B-4FB98FB9C0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3" y="1117"/>
                <a:ext cx="52" cy="3"/>
              </a:xfrm>
              <a:custGeom>
                <a:avLst/>
                <a:gdLst>
                  <a:gd name="T0" fmla="*/ 0 w 33"/>
                  <a:gd name="T1" fmla="*/ 5 h 2"/>
                  <a:gd name="T2" fmla="*/ 8 w 33"/>
                  <a:gd name="T3" fmla="*/ 5 h 2"/>
                  <a:gd name="T4" fmla="*/ 55 w 33"/>
                  <a:gd name="T5" fmla="*/ 5 h 2"/>
                  <a:gd name="T6" fmla="*/ 69 w 33"/>
                  <a:gd name="T7" fmla="*/ 5 h 2"/>
                  <a:gd name="T8" fmla="*/ 129 w 33"/>
                  <a:gd name="T9" fmla="*/ 8 h 2"/>
                  <a:gd name="T10" fmla="*/ 68 w 33"/>
                  <a:gd name="T11" fmla="*/ 8 h 2"/>
                  <a:gd name="T12" fmla="*/ 50 w 33"/>
                  <a:gd name="T13" fmla="*/ 8 h 2"/>
                  <a:gd name="T14" fmla="*/ 13 w 33"/>
                  <a:gd name="T15" fmla="*/ 8 h 2"/>
                  <a:gd name="T16" fmla="*/ 0 w 33"/>
                  <a:gd name="T17" fmla="*/ 8 h 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3" h="2">
                    <a:moveTo>
                      <a:pt x="0" y="1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5" y="0"/>
                      <a:pt x="10" y="0"/>
                      <a:pt x="14" y="1"/>
                    </a:cubicBezTo>
                    <a:cubicBezTo>
                      <a:pt x="15" y="1"/>
                      <a:pt x="16" y="1"/>
                      <a:pt x="18" y="1"/>
                    </a:cubicBezTo>
                    <a:cubicBezTo>
                      <a:pt x="23" y="1"/>
                      <a:pt x="31" y="2"/>
                      <a:pt x="33" y="2"/>
                    </a:cubicBezTo>
                    <a:cubicBezTo>
                      <a:pt x="31" y="2"/>
                      <a:pt x="23" y="2"/>
                      <a:pt x="17" y="2"/>
                    </a:cubicBezTo>
                    <a:cubicBezTo>
                      <a:pt x="16" y="2"/>
                      <a:pt x="14" y="2"/>
                      <a:pt x="13" y="2"/>
                    </a:cubicBezTo>
                    <a:cubicBezTo>
                      <a:pt x="10" y="1"/>
                      <a:pt x="5" y="2"/>
                      <a:pt x="3" y="2"/>
                    </a:cubicBezTo>
                    <a:cubicBezTo>
                      <a:pt x="0" y="2"/>
                      <a:pt x="0" y="2"/>
                      <a:pt x="0" y="2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5277" name="Freeform 552">
                <a:extLst>
                  <a:ext uri="{FF2B5EF4-FFF2-40B4-BE49-F238E27FC236}">
                    <a16:creationId xmlns:a16="http://schemas.microsoft.com/office/drawing/2014/main" id="{ECDC3D84-99AD-4411-B06D-71F84ECB5C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5" y="2471"/>
                <a:ext cx="152" cy="123"/>
              </a:xfrm>
              <a:custGeom>
                <a:avLst/>
                <a:gdLst>
                  <a:gd name="T0" fmla="*/ 49 w 97"/>
                  <a:gd name="T1" fmla="*/ 0 h 79"/>
                  <a:gd name="T2" fmla="*/ 53 w 97"/>
                  <a:gd name="T3" fmla="*/ 75 h 79"/>
                  <a:gd name="T4" fmla="*/ 182 w 97"/>
                  <a:gd name="T5" fmla="*/ 299 h 79"/>
                  <a:gd name="T6" fmla="*/ 312 w 97"/>
                  <a:gd name="T7" fmla="*/ 73 h 79"/>
                  <a:gd name="T8" fmla="*/ 315 w 97"/>
                  <a:gd name="T9" fmla="*/ 30 h 7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7" h="79">
                    <a:moveTo>
                      <a:pt x="13" y="0"/>
                    </a:moveTo>
                    <a:cubicBezTo>
                      <a:pt x="15" y="7"/>
                      <a:pt x="16" y="15"/>
                      <a:pt x="14" y="20"/>
                    </a:cubicBezTo>
                    <a:cubicBezTo>
                      <a:pt x="11" y="28"/>
                      <a:pt x="0" y="79"/>
                      <a:pt x="47" y="79"/>
                    </a:cubicBezTo>
                    <a:cubicBezTo>
                      <a:pt x="97" y="79"/>
                      <a:pt x="83" y="35"/>
                      <a:pt x="81" y="19"/>
                    </a:cubicBezTo>
                    <a:cubicBezTo>
                      <a:pt x="81" y="15"/>
                      <a:pt x="81" y="12"/>
                      <a:pt x="82" y="8"/>
                    </a:cubicBezTo>
                  </a:path>
                </a:pathLst>
              </a:custGeom>
              <a:solidFill>
                <a:srgbClr val="FEF2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5278" name="Freeform 553">
                <a:extLst>
                  <a:ext uri="{FF2B5EF4-FFF2-40B4-BE49-F238E27FC236}">
                    <a16:creationId xmlns:a16="http://schemas.microsoft.com/office/drawing/2014/main" id="{AF37700F-F046-4D2A-9E27-C87BEF1F01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1" y="2518"/>
                <a:ext cx="30" cy="65"/>
              </a:xfrm>
              <a:custGeom>
                <a:avLst/>
                <a:gdLst>
                  <a:gd name="T0" fmla="*/ 68 w 19"/>
                  <a:gd name="T1" fmla="*/ 36 h 42"/>
                  <a:gd name="T2" fmla="*/ 52 w 19"/>
                  <a:gd name="T3" fmla="*/ 88 h 42"/>
                  <a:gd name="T4" fmla="*/ 60 w 19"/>
                  <a:gd name="T5" fmla="*/ 127 h 42"/>
                  <a:gd name="T6" fmla="*/ 74 w 19"/>
                  <a:gd name="T7" fmla="*/ 156 h 42"/>
                  <a:gd name="T8" fmla="*/ 35 w 19"/>
                  <a:gd name="T9" fmla="*/ 135 h 42"/>
                  <a:gd name="T10" fmla="*/ 5 w 19"/>
                  <a:gd name="T11" fmla="*/ 82 h 42"/>
                  <a:gd name="T12" fmla="*/ 39 w 19"/>
                  <a:gd name="T13" fmla="*/ 60 h 42"/>
                  <a:gd name="T14" fmla="*/ 60 w 19"/>
                  <a:gd name="T15" fmla="*/ 0 h 4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9" h="42">
                    <a:moveTo>
                      <a:pt x="17" y="10"/>
                    </a:moveTo>
                    <a:cubicBezTo>
                      <a:pt x="19" y="15"/>
                      <a:pt x="14" y="18"/>
                      <a:pt x="13" y="24"/>
                    </a:cubicBezTo>
                    <a:cubicBezTo>
                      <a:pt x="13" y="27"/>
                      <a:pt x="13" y="31"/>
                      <a:pt x="15" y="34"/>
                    </a:cubicBezTo>
                    <a:cubicBezTo>
                      <a:pt x="16" y="36"/>
                      <a:pt x="19" y="39"/>
                      <a:pt x="19" y="42"/>
                    </a:cubicBezTo>
                    <a:cubicBezTo>
                      <a:pt x="15" y="41"/>
                      <a:pt x="12" y="39"/>
                      <a:pt x="9" y="36"/>
                    </a:cubicBezTo>
                    <a:cubicBezTo>
                      <a:pt x="7" y="33"/>
                      <a:pt x="0" y="26"/>
                      <a:pt x="1" y="22"/>
                    </a:cubicBezTo>
                    <a:cubicBezTo>
                      <a:pt x="2" y="19"/>
                      <a:pt x="8" y="19"/>
                      <a:pt x="10" y="16"/>
                    </a:cubicBezTo>
                    <a:cubicBezTo>
                      <a:pt x="14" y="12"/>
                      <a:pt x="17" y="5"/>
                      <a:pt x="15" y="0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5279" name="Freeform 554">
                <a:extLst>
                  <a:ext uri="{FF2B5EF4-FFF2-40B4-BE49-F238E27FC236}">
                    <a16:creationId xmlns:a16="http://schemas.microsoft.com/office/drawing/2014/main" id="{8750A979-D742-44C8-8539-46E648B8FF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2" y="2493"/>
                <a:ext cx="27" cy="89"/>
              </a:xfrm>
              <a:custGeom>
                <a:avLst/>
                <a:gdLst>
                  <a:gd name="T0" fmla="*/ 56 w 17"/>
                  <a:gd name="T1" fmla="*/ 14 h 57"/>
                  <a:gd name="T2" fmla="*/ 56 w 17"/>
                  <a:gd name="T3" fmla="*/ 151 h 57"/>
                  <a:gd name="T4" fmla="*/ 0 w 17"/>
                  <a:gd name="T5" fmla="*/ 217 h 57"/>
                  <a:gd name="T6" fmla="*/ 27 w 17"/>
                  <a:gd name="T7" fmla="*/ 178 h 57"/>
                  <a:gd name="T8" fmla="*/ 8 w 17"/>
                  <a:gd name="T9" fmla="*/ 130 h 57"/>
                  <a:gd name="T10" fmla="*/ 27 w 17"/>
                  <a:gd name="T11" fmla="*/ 81 h 57"/>
                  <a:gd name="T12" fmla="*/ 48 w 17"/>
                  <a:gd name="T13" fmla="*/ 0 h 5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57">
                    <a:moveTo>
                      <a:pt x="14" y="4"/>
                    </a:moveTo>
                    <a:cubicBezTo>
                      <a:pt x="16" y="16"/>
                      <a:pt x="17" y="29"/>
                      <a:pt x="14" y="40"/>
                    </a:cubicBezTo>
                    <a:cubicBezTo>
                      <a:pt x="12" y="50"/>
                      <a:pt x="9" y="53"/>
                      <a:pt x="0" y="57"/>
                    </a:cubicBezTo>
                    <a:cubicBezTo>
                      <a:pt x="3" y="54"/>
                      <a:pt x="7" y="51"/>
                      <a:pt x="7" y="47"/>
                    </a:cubicBezTo>
                    <a:cubicBezTo>
                      <a:pt x="8" y="42"/>
                      <a:pt x="3" y="39"/>
                      <a:pt x="2" y="34"/>
                    </a:cubicBezTo>
                    <a:cubicBezTo>
                      <a:pt x="1" y="29"/>
                      <a:pt x="5" y="25"/>
                      <a:pt x="7" y="21"/>
                    </a:cubicBezTo>
                    <a:cubicBezTo>
                      <a:pt x="10" y="14"/>
                      <a:pt x="11" y="7"/>
                      <a:pt x="12" y="0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5280" name="Freeform 555">
                <a:extLst>
                  <a:ext uri="{FF2B5EF4-FFF2-40B4-BE49-F238E27FC236}">
                    <a16:creationId xmlns:a16="http://schemas.microsoft.com/office/drawing/2014/main" id="{0F42AB37-7A8B-4666-9B3B-FD035D590B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3" y="2476"/>
                <a:ext cx="130" cy="120"/>
              </a:xfrm>
              <a:custGeom>
                <a:avLst/>
                <a:gdLst>
                  <a:gd name="T0" fmla="*/ 31 w 83"/>
                  <a:gd name="T1" fmla="*/ 0 h 77"/>
                  <a:gd name="T2" fmla="*/ 34 w 83"/>
                  <a:gd name="T3" fmla="*/ 64 h 77"/>
                  <a:gd name="T4" fmla="*/ 42 w 83"/>
                  <a:gd name="T5" fmla="*/ 238 h 77"/>
                  <a:gd name="T6" fmla="*/ 161 w 83"/>
                  <a:gd name="T7" fmla="*/ 291 h 77"/>
                  <a:gd name="T8" fmla="*/ 280 w 83"/>
                  <a:gd name="T9" fmla="*/ 251 h 77"/>
                  <a:gd name="T10" fmla="*/ 299 w 83"/>
                  <a:gd name="T11" fmla="*/ 90 h 77"/>
                  <a:gd name="T12" fmla="*/ 298 w 83"/>
                  <a:gd name="T13" fmla="*/ 64 h 77"/>
                  <a:gd name="T14" fmla="*/ 291 w 83"/>
                  <a:gd name="T15" fmla="*/ 47 h 77"/>
                  <a:gd name="T16" fmla="*/ 287 w 83"/>
                  <a:gd name="T17" fmla="*/ 12 h 77"/>
                  <a:gd name="T18" fmla="*/ 287 w 83"/>
                  <a:gd name="T19" fmla="*/ 47 h 77"/>
                  <a:gd name="T20" fmla="*/ 291 w 83"/>
                  <a:gd name="T21" fmla="*/ 64 h 77"/>
                  <a:gd name="T22" fmla="*/ 291 w 83"/>
                  <a:gd name="T23" fmla="*/ 90 h 77"/>
                  <a:gd name="T24" fmla="*/ 277 w 83"/>
                  <a:gd name="T25" fmla="*/ 245 h 77"/>
                  <a:gd name="T26" fmla="*/ 161 w 83"/>
                  <a:gd name="T27" fmla="*/ 284 h 77"/>
                  <a:gd name="T28" fmla="*/ 47 w 83"/>
                  <a:gd name="T29" fmla="*/ 238 h 77"/>
                  <a:gd name="T30" fmla="*/ 39 w 83"/>
                  <a:gd name="T31" fmla="*/ 64 h 77"/>
                  <a:gd name="T32" fmla="*/ 31 w 83"/>
                  <a:gd name="T33" fmla="*/ 0 h 7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3" h="77">
                    <a:moveTo>
                      <a:pt x="8" y="0"/>
                    </a:moveTo>
                    <a:cubicBezTo>
                      <a:pt x="13" y="5"/>
                      <a:pt x="11" y="12"/>
                      <a:pt x="9" y="17"/>
                    </a:cubicBezTo>
                    <a:cubicBezTo>
                      <a:pt x="6" y="24"/>
                      <a:pt x="0" y="48"/>
                      <a:pt x="11" y="63"/>
                    </a:cubicBezTo>
                    <a:cubicBezTo>
                      <a:pt x="17" y="73"/>
                      <a:pt x="28" y="77"/>
                      <a:pt x="42" y="77"/>
                    </a:cubicBezTo>
                    <a:cubicBezTo>
                      <a:pt x="57" y="77"/>
                      <a:pt x="67" y="73"/>
                      <a:pt x="73" y="66"/>
                    </a:cubicBezTo>
                    <a:cubicBezTo>
                      <a:pt x="83" y="54"/>
                      <a:pt x="80" y="36"/>
                      <a:pt x="78" y="24"/>
                    </a:cubicBezTo>
                    <a:cubicBezTo>
                      <a:pt x="77" y="17"/>
                      <a:pt x="77" y="17"/>
                      <a:pt x="77" y="17"/>
                    </a:cubicBezTo>
                    <a:cubicBezTo>
                      <a:pt x="77" y="17"/>
                      <a:pt x="76" y="12"/>
                      <a:pt x="76" y="12"/>
                    </a:cubicBezTo>
                    <a:cubicBezTo>
                      <a:pt x="75" y="9"/>
                      <a:pt x="75" y="5"/>
                      <a:pt x="75" y="3"/>
                    </a:cubicBezTo>
                    <a:cubicBezTo>
                      <a:pt x="74" y="5"/>
                      <a:pt x="74" y="9"/>
                      <a:pt x="75" y="12"/>
                    </a:cubicBezTo>
                    <a:cubicBezTo>
                      <a:pt x="76" y="17"/>
                      <a:pt x="76" y="17"/>
                      <a:pt x="76" y="17"/>
                    </a:cubicBezTo>
                    <a:cubicBezTo>
                      <a:pt x="76" y="24"/>
                      <a:pt x="76" y="24"/>
                      <a:pt x="76" y="24"/>
                    </a:cubicBezTo>
                    <a:cubicBezTo>
                      <a:pt x="78" y="36"/>
                      <a:pt x="81" y="54"/>
                      <a:pt x="72" y="65"/>
                    </a:cubicBezTo>
                    <a:cubicBezTo>
                      <a:pt x="66" y="72"/>
                      <a:pt x="56" y="75"/>
                      <a:pt x="42" y="75"/>
                    </a:cubicBezTo>
                    <a:cubicBezTo>
                      <a:pt x="28" y="75"/>
                      <a:pt x="18" y="71"/>
                      <a:pt x="12" y="63"/>
                    </a:cubicBezTo>
                    <a:cubicBezTo>
                      <a:pt x="1" y="47"/>
                      <a:pt x="8" y="21"/>
                      <a:pt x="10" y="17"/>
                    </a:cubicBezTo>
                    <a:cubicBezTo>
                      <a:pt x="12" y="12"/>
                      <a:pt x="13" y="6"/>
                      <a:pt x="8" y="0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5281" name="Freeform 556">
                <a:extLst>
                  <a:ext uri="{FF2B5EF4-FFF2-40B4-BE49-F238E27FC236}">
                    <a16:creationId xmlns:a16="http://schemas.microsoft.com/office/drawing/2014/main" id="{8A15FCB6-86E3-48AA-8BC4-00A7B66709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3" y="2476"/>
                <a:ext cx="52" cy="110"/>
              </a:xfrm>
              <a:custGeom>
                <a:avLst/>
                <a:gdLst>
                  <a:gd name="T0" fmla="*/ 117 w 33"/>
                  <a:gd name="T1" fmla="*/ 0 h 71"/>
                  <a:gd name="T2" fmla="*/ 121 w 33"/>
                  <a:gd name="T3" fmla="*/ 48 h 71"/>
                  <a:gd name="T4" fmla="*/ 113 w 33"/>
                  <a:gd name="T5" fmla="*/ 170 h 71"/>
                  <a:gd name="T6" fmla="*/ 113 w 33"/>
                  <a:gd name="T7" fmla="*/ 170 h 71"/>
                  <a:gd name="T8" fmla="*/ 113 w 33"/>
                  <a:gd name="T9" fmla="*/ 175 h 71"/>
                  <a:gd name="T10" fmla="*/ 124 w 33"/>
                  <a:gd name="T11" fmla="*/ 209 h 71"/>
                  <a:gd name="T12" fmla="*/ 68 w 33"/>
                  <a:gd name="T13" fmla="*/ 259 h 71"/>
                  <a:gd name="T14" fmla="*/ 68 w 33"/>
                  <a:gd name="T15" fmla="*/ 259 h 71"/>
                  <a:gd name="T16" fmla="*/ 5 w 33"/>
                  <a:gd name="T17" fmla="*/ 209 h 71"/>
                  <a:gd name="T18" fmla="*/ 14 w 33"/>
                  <a:gd name="T19" fmla="*/ 170 h 71"/>
                  <a:gd name="T20" fmla="*/ 14 w 33"/>
                  <a:gd name="T21" fmla="*/ 170 h 71"/>
                  <a:gd name="T22" fmla="*/ 13 w 33"/>
                  <a:gd name="T23" fmla="*/ 48 h 71"/>
                  <a:gd name="T24" fmla="*/ 5 w 33"/>
                  <a:gd name="T25" fmla="*/ 19 h 71"/>
                  <a:gd name="T26" fmla="*/ 8 w 33"/>
                  <a:gd name="T27" fmla="*/ 60 h 71"/>
                  <a:gd name="T28" fmla="*/ 13 w 33"/>
                  <a:gd name="T29" fmla="*/ 170 h 71"/>
                  <a:gd name="T30" fmla="*/ 0 w 33"/>
                  <a:gd name="T31" fmla="*/ 205 h 71"/>
                  <a:gd name="T32" fmla="*/ 0 w 33"/>
                  <a:gd name="T33" fmla="*/ 211 h 71"/>
                  <a:gd name="T34" fmla="*/ 61 w 33"/>
                  <a:gd name="T35" fmla="*/ 263 h 71"/>
                  <a:gd name="T36" fmla="*/ 68 w 33"/>
                  <a:gd name="T37" fmla="*/ 263 h 71"/>
                  <a:gd name="T38" fmla="*/ 129 w 33"/>
                  <a:gd name="T39" fmla="*/ 211 h 71"/>
                  <a:gd name="T40" fmla="*/ 129 w 33"/>
                  <a:gd name="T41" fmla="*/ 205 h 71"/>
                  <a:gd name="T42" fmla="*/ 117 w 33"/>
                  <a:gd name="T43" fmla="*/ 170 h 71"/>
                  <a:gd name="T44" fmla="*/ 124 w 33"/>
                  <a:gd name="T45" fmla="*/ 56 h 71"/>
                  <a:gd name="T46" fmla="*/ 124 w 33"/>
                  <a:gd name="T47" fmla="*/ 48 h 71"/>
                  <a:gd name="T48" fmla="*/ 117 w 33"/>
                  <a:gd name="T49" fmla="*/ 0 h 71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33" h="71">
                    <a:moveTo>
                      <a:pt x="30" y="0"/>
                    </a:moveTo>
                    <a:cubicBezTo>
                      <a:pt x="31" y="2"/>
                      <a:pt x="31" y="8"/>
                      <a:pt x="31" y="13"/>
                    </a:cubicBezTo>
                    <a:cubicBezTo>
                      <a:pt x="31" y="18"/>
                      <a:pt x="29" y="43"/>
                      <a:pt x="29" y="46"/>
                    </a:cubicBezTo>
                    <a:cubicBezTo>
                      <a:pt x="29" y="46"/>
                      <a:pt x="29" y="46"/>
                      <a:pt x="29" y="46"/>
                    </a:cubicBezTo>
                    <a:cubicBezTo>
                      <a:pt x="29" y="47"/>
                      <a:pt x="29" y="47"/>
                      <a:pt x="29" y="47"/>
                    </a:cubicBezTo>
                    <a:cubicBezTo>
                      <a:pt x="31" y="50"/>
                      <a:pt x="33" y="54"/>
                      <a:pt x="32" y="56"/>
                    </a:cubicBezTo>
                    <a:cubicBezTo>
                      <a:pt x="31" y="61"/>
                      <a:pt x="26" y="70"/>
                      <a:pt x="17" y="70"/>
                    </a:cubicBezTo>
                    <a:cubicBezTo>
                      <a:pt x="17" y="70"/>
                      <a:pt x="17" y="70"/>
                      <a:pt x="17" y="70"/>
                    </a:cubicBezTo>
                    <a:cubicBezTo>
                      <a:pt x="8" y="70"/>
                      <a:pt x="2" y="61"/>
                      <a:pt x="1" y="56"/>
                    </a:cubicBezTo>
                    <a:cubicBezTo>
                      <a:pt x="0" y="54"/>
                      <a:pt x="2" y="50"/>
                      <a:pt x="4" y="46"/>
                    </a:cubicBezTo>
                    <a:cubicBezTo>
                      <a:pt x="4" y="46"/>
                      <a:pt x="4" y="46"/>
                      <a:pt x="4" y="46"/>
                    </a:cubicBezTo>
                    <a:cubicBezTo>
                      <a:pt x="4" y="43"/>
                      <a:pt x="3" y="18"/>
                      <a:pt x="3" y="13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2" y="21"/>
                      <a:pt x="2" y="42"/>
                      <a:pt x="3" y="46"/>
                    </a:cubicBezTo>
                    <a:cubicBezTo>
                      <a:pt x="1" y="49"/>
                      <a:pt x="0" y="52"/>
                      <a:pt x="0" y="55"/>
                    </a:cubicBezTo>
                    <a:cubicBezTo>
                      <a:pt x="0" y="56"/>
                      <a:pt x="0" y="56"/>
                      <a:pt x="0" y="57"/>
                    </a:cubicBezTo>
                    <a:cubicBezTo>
                      <a:pt x="1" y="62"/>
                      <a:pt x="7" y="71"/>
                      <a:pt x="16" y="71"/>
                    </a:cubicBezTo>
                    <a:cubicBezTo>
                      <a:pt x="17" y="71"/>
                      <a:pt x="17" y="71"/>
                      <a:pt x="17" y="71"/>
                    </a:cubicBezTo>
                    <a:cubicBezTo>
                      <a:pt x="27" y="71"/>
                      <a:pt x="31" y="62"/>
                      <a:pt x="33" y="57"/>
                    </a:cubicBezTo>
                    <a:cubicBezTo>
                      <a:pt x="33" y="57"/>
                      <a:pt x="33" y="56"/>
                      <a:pt x="33" y="55"/>
                    </a:cubicBezTo>
                    <a:cubicBezTo>
                      <a:pt x="33" y="53"/>
                      <a:pt x="32" y="49"/>
                      <a:pt x="30" y="46"/>
                    </a:cubicBezTo>
                    <a:cubicBezTo>
                      <a:pt x="31" y="42"/>
                      <a:pt x="32" y="19"/>
                      <a:pt x="32" y="15"/>
                    </a:cubicBezTo>
                    <a:cubicBezTo>
                      <a:pt x="32" y="14"/>
                      <a:pt x="32" y="14"/>
                      <a:pt x="32" y="13"/>
                    </a:cubicBezTo>
                    <a:cubicBezTo>
                      <a:pt x="32" y="8"/>
                      <a:pt x="31" y="3"/>
                      <a:pt x="30" y="0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5282" name="Freeform 557">
                <a:extLst>
                  <a:ext uri="{FF2B5EF4-FFF2-40B4-BE49-F238E27FC236}">
                    <a16:creationId xmlns:a16="http://schemas.microsoft.com/office/drawing/2014/main" id="{FC5E1865-6426-489B-A253-C0E496D34D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8" y="2541"/>
                <a:ext cx="12" cy="8"/>
              </a:xfrm>
              <a:custGeom>
                <a:avLst/>
                <a:gdLst>
                  <a:gd name="T0" fmla="*/ 0 w 8"/>
                  <a:gd name="T1" fmla="*/ 0 h 5"/>
                  <a:gd name="T2" fmla="*/ 26 w 8"/>
                  <a:gd name="T3" fmla="*/ 21 h 5"/>
                  <a:gd name="T4" fmla="*/ 27 w 8"/>
                  <a:gd name="T5" fmla="*/ 16 h 5"/>
                  <a:gd name="T6" fmla="*/ 0 w 8"/>
                  <a:gd name="T7" fmla="*/ 0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5">
                    <a:moveTo>
                      <a:pt x="0" y="0"/>
                    </a:moveTo>
                    <a:cubicBezTo>
                      <a:pt x="2" y="1"/>
                      <a:pt x="6" y="3"/>
                      <a:pt x="7" y="5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6" y="1"/>
                      <a:pt x="1" y="1"/>
                      <a:pt x="0" y="0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5283" name="Freeform 558">
                <a:extLst>
                  <a:ext uri="{FF2B5EF4-FFF2-40B4-BE49-F238E27FC236}">
                    <a16:creationId xmlns:a16="http://schemas.microsoft.com/office/drawing/2014/main" id="{BCF87950-E6BE-4491-995F-9869E28607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4" y="1217"/>
                <a:ext cx="955" cy="1112"/>
              </a:xfrm>
              <a:custGeom>
                <a:avLst/>
                <a:gdLst>
                  <a:gd name="T0" fmla="*/ 880 w 610"/>
                  <a:gd name="T1" fmla="*/ 0 h 715"/>
                  <a:gd name="T2" fmla="*/ 1166 w 610"/>
                  <a:gd name="T3" fmla="*/ 156 h 715"/>
                  <a:gd name="T4" fmla="*/ 1473 w 610"/>
                  <a:gd name="T5" fmla="*/ 8 h 715"/>
                  <a:gd name="T6" fmla="*/ 2137 w 610"/>
                  <a:gd name="T7" fmla="*/ 323 h 715"/>
                  <a:gd name="T8" fmla="*/ 2341 w 610"/>
                  <a:gd name="T9" fmla="*/ 1171 h 715"/>
                  <a:gd name="T10" fmla="*/ 1968 w 610"/>
                  <a:gd name="T11" fmla="*/ 1212 h 715"/>
                  <a:gd name="T12" fmla="*/ 1858 w 610"/>
                  <a:gd name="T13" fmla="*/ 2380 h 715"/>
                  <a:gd name="T14" fmla="*/ 488 w 610"/>
                  <a:gd name="T15" fmla="*/ 2412 h 715"/>
                  <a:gd name="T16" fmla="*/ 402 w 610"/>
                  <a:gd name="T17" fmla="*/ 1254 h 715"/>
                  <a:gd name="T18" fmla="*/ 0 w 610"/>
                  <a:gd name="T19" fmla="*/ 1177 h 715"/>
                  <a:gd name="T20" fmla="*/ 218 w 610"/>
                  <a:gd name="T21" fmla="*/ 305 h 715"/>
                  <a:gd name="T22" fmla="*/ 880 w 610"/>
                  <a:gd name="T23" fmla="*/ 0 h 71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610" h="715">
                    <a:moveTo>
                      <a:pt x="229" y="0"/>
                    </a:moveTo>
                    <a:cubicBezTo>
                      <a:pt x="229" y="0"/>
                      <a:pt x="256" y="41"/>
                      <a:pt x="304" y="41"/>
                    </a:cubicBezTo>
                    <a:cubicBezTo>
                      <a:pt x="352" y="41"/>
                      <a:pt x="384" y="2"/>
                      <a:pt x="384" y="2"/>
                    </a:cubicBezTo>
                    <a:cubicBezTo>
                      <a:pt x="384" y="2"/>
                      <a:pt x="544" y="76"/>
                      <a:pt x="557" y="86"/>
                    </a:cubicBezTo>
                    <a:cubicBezTo>
                      <a:pt x="570" y="96"/>
                      <a:pt x="600" y="159"/>
                      <a:pt x="610" y="311"/>
                    </a:cubicBezTo>
                    <a:cubicBezTo>
                      <a:pt x="610" y="311"/>
                      <a:pt x="572" y="328"/>
                      <a:pt x="513" y="322"/>
                    </a:cubicBezTo>
                    <a:cubicBezTo>
                      <a:pt x="513" y="322"/>
                      <a:pt x="504" y="596"/>
                      <a:pt x="484" y="633"/>
                    </a:cubicBezTo>
                    <a:cubicBezTo>
                      <a:pt x="484" y="633"/>
                      <a:pt x="323" y="715"/>
                      <a:pt x="127" y="641"/>
                    </a:cubicBezTo>
                    <a:cubicBezTo>
                      <a:pt x="127" y="641"/>
                      <a:pt x="110" y="568"/>
                      <a:pt x="105" y="333"/>
                    </a:cubicBezTo>
                    <a:cubicBezTo>
                      <a:pt x="105" y="333"/>
                      <a:pt x="39" y="340"/>
                      <a:pt x="0" y="313"/>
                    </a:cubicBezTo>
                    <a:cubicBezTo>
                      <a:pt x="0" y="313"/>
                      <a:pt x="6" y="130"/>
                      <a:pt x="57" y="81"/>
                    </a:cubicBezTo>
                    <a:cubicBezTo>
                      <a:pt x="57" y="81"/>
                      <a:pt x="171" y="21"/>
                      <a:pt x="229" y="0"/>
                    </a:cubicBezTo>
                    <a:close/>
                  </a:path>
                </a:pathLst>
              </a:custGeom>
              <a:solidFill>
                <a:srgbClr val="C0C0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5284" name="Freeform 559">
                <a:extLst>
                  <a:ext uri="{FF2B5EF4-FFF2-40B4-BE49-F238E27FC236}">
                    <a16:creationId xmlns:a16="http://schemas.microsoft.com/office/drawing/2014/main" id="{5271E376-E923-469C-BC02-BF8D94B2DB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9" y="1487"/>
                <a:ext cx="126" cy="158"/>
              </a:xfrm>
              <a:custGeom>
                <a:avLst/>
                <a:gdLst>
                  <a:gd name="T0" fmla="*/ 283 w 81"/>
                  <a:gd name="T1" fmla="*/ 321 h 101"/>
                  <a:gd name="T2" fmla="*/ 210 w 81"/>
                  <a:gd name="T3" fmla="*/ 382 h 101"/>
                  <a:gd name="T4" fmla="*/ 62 w 81"/>
                  <a:gd name="T5" fmla="*/ 372 h 101"/>
                  <a:gd name="T6" fmla="*/ 5 w 81"/>
                  <a:gd name="T7" fmla="*/ 294 h 101"/>
                  <a:gd name="T8" fmla="*/ 22 w 81"/>
                  <a:gd name="T9" fmla="*/ 61 h 101"/>
                  <a:gd name="T10" fmla="*/ 96 w 81"/>
                  <a:gd name="T11" fmla="*/ 0 h 101"/>
                  <a:gd name="T12" fmla="*/ 244 w 81"/>
                  <a:gd name="T13" fmla="*/ 14 h 101"/>
                  <a:gd name="T14" fmla="*/ 305 w 81"/>
                  <a:gd name="T15" fmla="*/ 88 h 101"/>
                  <a:gd name="T16" fmla="*/ 283 w 81"/>
                  <a:gd name="T17" fmla="*/ 321 h 10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1" h="101">
                    <a:moveTo>
                      <a:pt x="75" y="84"/>
                    </a:moveTo>
                    <a:cubicBezTo>
                      <a:pt x="75" y="94"/>
                      <a:pt x="66" y="101"/>
                      <a:pt x="56" y="100"/>
                    </a:cubicBezTo>
                    <a:cubicBezTo>
                      <a:pt x="17" y="97"/>
                      <a:pt x="17" y="97"/>
                      <a:pt x="17" y="97"/>
                    </a:cubicBezTo>
                    <a:cubicBezTo>
                      <a:pt x="8" y="96"/>
                      <a:pt x="0" y="87"/>
                      <a:pt x="1" y="77"/>
                    </a:cubicBezTo>
                    <a:cubicBezTo>
                      <a:pt x="6" y="16"/>
                      <a:pt x="6" y="16"/>
                      <a:pt x="6" y="16"/>
                    </a:cubicBezTo>
                    <a:cubicBezTo>
                      <a:pt x="7" y="7"/>
                      <a:pt x="16" y="0"/>
                      <a:pt x="26" y="0"/>
                    </a:cubicBezTo>
                    <a:cubicBezTo>
                      <a:pt x="65" y="4"/>
                      <a:pt x="65" y="4"/>
                      <a:pt x="65" y="4"/>
                    </a:cubicBezTo>
                    <a:cubicBezTo>
                      <a:pt x="74" y="5"/>
                      <a:pt x="81" y="13"/>
                      <a:pt x="81" y="23"/>
                    </a:cubicBezTo>
                    <a:lnTo>
                      <a:pt x="75" y="84"/>
                    </a:lnTo>
                    <a:close/>
                  </a:path>
                </a:pathLst>
              </a:custGeom>
              <a:solidFill>
                <a:srgbClr val="505D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5285" name="Rectangle 560">
                <a:extLst>
                  <a:ext uri="{FF2B5EF4-FFF2-40B4-BE49-F238E27FC236}">
                    <a16:creationId xmlns:a16="http://schemas.microsoft.com/office/drawing/2014/main" id="{47B7F89F-44BB-411F-9E88-8408556B3C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40" y="1470"/>
                <a:ext cx="81" cy="14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r>
                  <a:rPr lang="fr-FR" altLang="fr-FR" sz="1500">
                    <a:solidFill>
                      <a:srgbClr val="C0C0F9"/>
                    </a:solidFill>
                    <a:latin typeface="Arial Black" panose="020B0A04020102020204" pitchFamily="34" charset="0"/>
                  </a:rPr>
                  <a:t>5</a:t>
                </a:r>
                <a:endParaRPr lang="fr-FR" altLang="fr-FR"/>
              </a:p>
            </p:txBody>
          </p:sp>
          <p:sp>
            <p:nvSpPr>
              <p:cNvPr id="35286" name="Rectangle 561">
                <a:extLst>
                  <a:ext uri="{FF2B5EF4-FFF2-40B4-BE49-F238E27FC236}">
                    <a16:creationId xmlns:a16="http://schemas.microsoft.com/office/drawing/2014/main" id="{632126C4-8841-4967-89A9-E7262A6426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40" y="1470"/>
                <a:ext cx="81" cy="14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r>
                  <a:rPr lang="fr-FR" altLang="fr-FR" sz="1500">
                    <a:solidFill>
                      <a:srgbClr val="F7A834"/>
                    </a:solidFill>
                    <a:latin typeface="Arial Black" panose="020B0A04020102020204" pitchFamily="34" charset="0"/>
                  </a:rPr>
                  <a:t>5</a:t>
                </a:r>
                <a:endParaRPr lang="fr-FR" altLang="fr-FR"/>
              </a:p>
            </p:txBody>
          </p:sp>
          <p:sp>
            <p:nvSpPr>
              <p:cNvPr id="35287" name="Freeform 562">
                <a:extLst>
                  <a:ext uri="{FF2B5EF4-FFF2-40B4-BE49-F238E27FC236}">
                    <a16:creationId xmlns:a16="http://schemas.microsoft.com/office/drawing/2014/main" id="{E15A9F7A-44DC-46BD-B5FF-D9350347CA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4" y="1498"/>
                <a:ext cx="8" cy="13"/>
              </a:xfrm>
              <a:custGeom>
                <a:avLst/>
                <a:gdLst>
                  <a:gd name="T0" fmla="*/ 0 w 5"/>
                  <a:gd name="T1" fmla="*/ 34 h 8"/>
                  <a:gd name="T2" fmla="*/ 21 w 5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8">
                    <a:moveTo>
                      <a:pt x="0" y="8"/>
                    </a:moveTo>
                    <a:cubicBezTo>
                      <a:pt x="1" y="5"/>
                      <a:pt x="2" y="2"/>
                      <a:pt x="5" y="0"/>
                    </a:cubicBezTo>
                  </a:path>
                </a:pathLst>
              </a:custGeom>
              <a:noFill/>
              <a:ln w="9525" cap="rnd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5288" name="Freeform 563">
                <a:extLst>
                  <a:ext uri="{FF2B5EF4-FFF2-40B4-BE49-F238E27FC236}">
                    <a16:creationId xmlns:a16="http://schemas.microsoft.com/office/drawing/2014/main" id="{89113251-DE72-4743-AB7C-3162EE9390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6" y="1495"/>
                <a:ext cx="17" cy="2"/>
              </a:xfrm>
              <a:custGeom>
                <a:avLst/>
                <a:gdLst>
                  <a:gd name="T0" fmla="*/ 0 w 11"/>
                  <a:gd name="T1" fmla="*/ 0 h 1"/>
                  <a:gd name="T2" fmla="*/ 22 w 11"/>
                  <a:gd name="T3" fmla="*/ 0 h 1"/>
                  <a:gd name="T4" fmla="*/ 40 w 11"/>
                  <a:gd name="T5" fmla="*/ 8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">
                    <a:moveTo>
                      <a:pt x="0" y="0"/>
                    </a:moveTo>
                    <a:cubicBezTo>
                      <a:pt x="2" y="0"/>
                      <a:pt x="4" y="0"/>
                      <a:pt x="6" y="0"/>
                    </a:cubicBezTo>
                    <a:cubicBezTo>
                      <a:pt x="7" y="0"/>
                      <a:pt x="9" y="1"/>
                      <a:pt x="11" y="1"/>
                    </a:cubicBezTo>
                  </a:path>
                </a:pathLst>
              </a:custGeom>
              <a:noFill/>
              <a:ln w="9525" cap="rnd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5289" name="Freeform 564">
                <a:extLst>
                  <a:ext uri="{FF2B5EF4-FFF2-40B4-BE49-F238E27FC236}">
                    <a16:creationId xmlns:a16="http://schemas.microsoft.com/office/drawing/2014/main" id="{631E4C9A-C989-4C1C-8A5D-B1261F22E7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6" y="1497"/>
                <a:ext cx="19" cy="1"/>
              </a:xfrm>
              <a:custGeom>
                <a:avLst/>
                <a:gdLst>
                  <a:gd name="T0" fmla="*/ 0 w 12"/>
                  <a:gd name="T1" fmla="*/ 0 h 1"/>
                  <a:gd name="T2" fmla="*/ 33 w 12"/>
                  <a:gd name="T3" fmla="*/ 0 h 1"/>
                  <a:gd name="T4" fmla="*/ 48 w 12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">
                    <a:moveTo>
                      <a:pt x="0" y="0"/>
                    </a:moveTo>
                    <a:cubicBezTo>
                      <a:pt x="1" y="0"/>
                      <a:pt x="6" y="0"/>
                      <a:pt x="8" y="0"/>
                    </a:cubicBezTo>
                    <a:cubicBezTo>
                      <a:pt x="9" y="0"/>
                      <a:pt x="10" y="0"/>
                      <a:pt x="12" y="0"/>
                    </a:cubicBezTo>
                  </a:path>
                </a:pathLst>
              </a:custGeom>
              <a:noFill/>
              <a:ln w="9525" cap="rnd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5290" name="Freeform 565">
                <a:extLst>
                  <a:ext uri="{FF2B5EF4-FFF2-40B4-BE49-F238E27FC236}">
                    <a16:creationId xmlns:a16="http://schemas.microsoft.com/office/drawing/2014/main" id="{4F578375-E036-4A02-A925-FEEFD2BCFA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0" y="1501"/>
                <a:ext cx="16" cy="10"/>
              </a:xfrm>
              <a:custGeom>
                <a:avLst/>
                <a:gdLst>
                  <a:gd name="T0" fmla="*/ 0 w 10"/>
                  <a:gd name="T1" fmla="*/ 0 h 6"/>
                  <a:gd name="T2" fmla="*/ 42 w 10"/>
                  <a:gd name="T3" fmla="*/ 28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6">
                    <a:moveTo>
                      <a:pt x="0" y="0"/>
                    </a:moveTo>
                    <a:cubicBezTo>
                      <a:pt x="3" y="0"/>
                      <a:pt x="8" y="3"/>
                      <a:pt x="10" y="6"/>
                    </a:cubicBezTo>
                  </a:path>
                </a:pathLst>
              </a:custGeom>
              <a:noFill/>
              <a:ln w="9525" cap="rnd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5291" name="Freeform 566">
                <a:extLst>
                  <a:ext uri="{FF2B5EF4-FFF2-40B4-BE49-F238E27FC236}">
                    <a16:creationId xmlns:a16="http://schemas.microsoft.com/office/drawing/2014/main" id="{A6FAAC2C-2F92-49D7-B358-EC22AB8B69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3" y="1525"/>
                <a:ext cx="3" cy="18"/>
              </a:xfrm>
              <a:custGeom>
                <a:avLst/>
                <a:gdLst>
                  <a:gd name="T0" fmla="*/ 5 w 2"/>
                  <a:gd name="T1" fmla="*/ 0 h 12"/>
                  <a:gd name="T2" fmla="*/ 5 w 2"/>
                  <a:gd name="T3" fmla="*/ 41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2">
                    <a:moveTo>
                      <a:pt x="1" y="0"/>
                    </a:moveTo>
                    <a:cubicBezTo>
                      <a:pt x="2" y="4"/>
                      <a:pt x="0" y="9"/>
                      <a:pt x="1" y="12"/>
                    </a:cubicBezTo>
                  </a:path>
                </a:pathLst>
              </a:custGeom>
              <a:noFill/>
              <a:ln w="9525" cap="rnd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5292" name="Freeform 567">
                <a:extLst>
                  <a:ext uri="{FF2B5EF4-FFF2-40B4-BE49-F238E27FC236}">
                    <a16:creationId xmlns:a16="http://schemas.microsoft.com/office/drawing/2014/main" id="{567FF3DC-EC08-4623-BEF5-FDA06D8BD4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1" y="1562"/>
                <a:ext cx="2" cy="19"/>
              </a:xfrm>
              <a:custGeom>
                <a:avLst/>
                <a:gdLst>
                  <a:gd name="T0" fmla="*/ 8 w 1"/>
                  <a:gd name="T1" fmla="*/ 0 h 12"/>
                  <a:gd name="T2" fmla="*/ 0 w 1"/>
                  <a:gd name="T3" fmla="*/ 48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2">
                    <a:moveTo>
                      <a:pt x="1" y="0"/>
                    </a:moveTo>
                    <a:cubicBezTo>
                      <a:pt x="1" y="4"/>
                      <a:pt x="0" y="8"/>
                      <a:pt x="0" y="12"/>
                    </a:cubicBezTo>
                  </a:path>
                </a:pathLst>
              </a:custGeom>
              <a:noFill/>
              <a:ln w="9525" cap="rnd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5293" name="Freeform 568">
                <a:extLst>
                  <a:ext uri="{FF2B5EF4-FFF2-40B4-BE49-F238E27FC236}">
                    <a16:creationId xmlns:a16="http://schemas.microsoft.com/office/drawing/2014/main" id="{7A82D44A-A2DD-43BB-95AC-898F5D03BF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8" y="1603"/>
                <a:ext cx="2" cy="14"/>
              </a:xfrm>
              <a:custGeom>
                <a:avLst/>
                <a:gdLst>
                  <a:gd name="T0" fmla="*/ 8 w 1"/>
                  <a:gd name="T1" fmla="*/ 0 h 9"/>
                  <a:gd name="T2" fmla="*/ 8 w 1"/>
                  <a:gd name="T3" fmla="*/ 34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9">
                    <a:moveTo>
                      <a:pt x="1" y="0"/>
                    </a:moveTo>
                    <a:cubicBezTo>
                      <a:pt x="0" y="2"/>
                      <a:pt x="1" y="6"/>
                      <a:pt x="1" y="9"/>
                    </a:cubicBezTo>
                  </a:path>
                </a:pathLst>
              </a:custGeom>
              <a:noFill/>
              <a:ln w="9525" cap="rnd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5294" name="Freeform 569">
                <a:extLst>
                  <a:ext uri="{FF2B5EF4-FFF2-40B4-BE49-F238E27FC236}">
                    <a16:creationId xmlns:a16="http://schemas.microsoft.com/office/drawing/2014/main" id="{EC4A76F2-6735-47B8-9C1C-43AEF8580B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9" y="1627"/>
                <a:ext cx="11" cy="7"/>
              </a:xfrm>
              <a:custGeom>
                <a:avLst/>
                <a:gdLst>
                  <a:gd name="T0" fmla="*/ 27 w 7"/>
                  <a:gd name="T1" fmla="*/ 0 h 4"/>
                  <a:gd name="T2" fmla="*/ 0 w 7"/>
                  <a:gd name="T3" fmla="*/ 21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4">
                    <a:moveTo>
                      <a:pt x="7" y="0"/>
                    </a:moveTo>
                    <a:cubicBezTo>
                      <a:pt x="6" y="2"/>
                      <a:pt x="2" y="4"/>
                      <a:pt x="0" y="4"/>
                    </a:cubicBezTo>
                  </a:path>
                </a:pathLst>
              </a:custGeom>
              <a:noFill/>
              <a:ln w="9525" cap="rnd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5295" name="Freeform 570">
                <a:extLst>
                  <a:ext uri="{FF2B5EF4-FFF2-40B4-BE49-F238E27FC236}">
                    <a16:creationId xmlns:a16="http://schemas.microsoft.com/office/drawing/2014/main" id="{BDF4D7F3-2DE8-4600-B890-65510721AE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2" y="1632"/>
                <a:ext cx="16" cy="3"/>
              </a:xfrm>
              <a:custGeom>
                <a:avLst/>
                <a:gdLst>
                  <a:gd name="T0" fmla="*/ 42 w 10"/>
                  <a:gd name="T1" fmla="*/ 0 h 2"/>
                  <a:gd name="T2" fmla="*/ 21 w 10"/>
                  <a:gd name="T3" fmla="*/ 5 h 2"/>
                  <a:gd name="T4" fmla="*/ 5 w 10"/>
                  <a:gd name="T5" fmla="*/ 5 h 2"/>
                  <a:gd name="T6" fmla="*/ 5 w 10"/>
                  <a:gd name="T7" fmla="*/ 5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2">
                    <a:moveTo>
                      <a:pt x="10" y="0"/>
                    </a:moveTo>
                    <a:cubicBezTo>
                      <a:pt x="8" y="1"/>
                      <a:pt x="6" y="1"/>
                      <a:pt x="5" y="1"/>
                    </a:cubicBezTo>
                    <a:cubicBezTo>
                      <a:pt x="4" y="1"/>
                      <a:pt x="2" y="1"/>
                      <a:pt x="1" y="1"/>
                    </a:cubicBezTo>
                    <a:cubicBezTo>
                      <a:pt x="0" y="1"/>
                      <a:pt x="0" y="2"/>
                      <a:pt x="1" y="1"/>
                    </a:cubicBezTo>
                  </a:path>
                </a:pathLst>
              </a:custGeom>
              <a:noFill/>
              <a:ln w="9525" cap="rnd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5296" name="Freeform 571">
                <a:extLst>
                  <a:ext uri="{FF2B5EF4-FFF2-40B4-BE49-F238E27FC236}">
                    <a16:creationId xmlns:a16="http://schemas.microsoft.com/office/drawing/2014/main" id="{65F47CD1-1ABE-4FDD-9ED2-C5C888F8CB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9" y="1627"/>
                <a:ext cx="16" cy="5"/>
              </a:xfrm>
              <a:custGeom>
                <a:avLst/>
                <a:gdLst>
                  <a:gd name="T0" fmla="*/ 0 w 10"/>
                  <a:gd name="T1" fmla="*/ 0 h 3"/>
                  <a:gd name="T2" fmla="*/ 42 w 10"/>
                  <a:gd name="T3" fmla="*/ 13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3">
                    <a:moveTo>
                      <a:pt x="0" y="0"/>
                    </a:moveTo>
                    <a:cubicBezTo>
                      <a:pt x="0" y="1"/>
                      <a:pt x="10" y="3"/>
                      <a:pt x="10" y="3"/>
                    </a:cubicBezTo>
                  </a:path>
                </a:pathLst>
              </a:custGeom>
              <a:noFill/>
              <a:ln w="9525" cap="rnd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5297" name="Freeform 572">
                <a:extLst>
                  <a:ext uri="{FF2B5EF4-FFF2-40B4-BE49-F238E27FC236}">
                    <a16:creationId xmlns:a16="http://schemas.microsoft.com/office/drawing/2014/main" id="{6BE4C031-21FA-42B6-BFF7-DE36C2CC5C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8" y="1599"/>
                <a:ext cx="3" cy="18"/>
              </a:xfrm>
              <a:custGeom>
                <a:avLst/>
                <a:gdLst>
                  <a:gd name="T0" fmla="*/ 8 w 2"/>
                  <a:gd name="T1" fmla="*/ 47 h 11"/>
                  <a:gd name="T2" fmla="*/ 0 w 2"/>
                  <a:gd name="T3" fmla="*/ 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1">
                    <a:moveTo>
                      <a:pt x="2" y="11"/>
                    </a:moveTo>
                    <a:cubicBezTo>
                      <a:pt x="0" y="7"/>
                      <a:pt x="0" y="4"/>
                      <a:pt x="0" y="0"/>
                    </a:cubicBezTo>
                  </a:path>
                </a:pathLst>
              </a:custGeom>
              <a:noFill/>
              <a:ln w="9525" cap="rnd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5298" name="Freeform 573">
                <a:extLst>
                  <a:ext uri="{FF2B5EF4-FFF2-40B4-BE49-F238E27FC236}">
                    <a16:creationId xmlns:a16="http://schemas.microsoft.com/office/drawing/2014/main" id="{0C4E0A5C-258C-4364-B872-A177D52C8F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8" y="1568"/>
                <a:ext cx="3" cy="16"/>
              </a:xfrm>
              <a:custGeom>
                <a:avLst/>
                <a:gdLst>
                  <a:gd name="T0" fmla="*/ 0 w 2"/>
                  <a:gd name="T1" fmla="*/ 42 h 10"/>
                  <a:gd name="T2" fmla="*/ 5 w 2"/>
                  <a:gd name="T3" fmla="*/ 0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0">
                    <a:moveTo>
                      <a:pt x="0" y="10"/>
                    </a:moveTo>
                    <a:cubicBezTo>
                      <a:pt x="1" y="7"/>
                      <a:pt x="2" y="3"/>
                      <a:pt x="1" y="0"/>
                    </a:cubicBezTo>
                  </a:path>
                </a:pathLst>
              </a:custGeom>
              <a:noFill/>
              <a:ln w="9525" cap="rnd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5299" name="Freeform 574">
                <a:extLst>
                  <a:ext uri="{FF2B5EF4-FFF2-40B4-BE49-F238E27FC236}">
                    <a16:creationId xmlns:a16="http://schemas.microsoft.com/office/drawing/2014/main" id="{5B58528E-800C-4166-872F-EC12DAC803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1" y="1526"/>
                <a:ext cx="2" cy="21"/>
              </a:xfrm>
              <a:custGeom>
                <a:avLst/>
                <a:gdLst>
                  <a:gd name="T0" fmla="*/ 0 w 1"/>
                  <a:gd name="T1" fmla="*/ 55 h 13"/>
                  <a:gd name="T2" fmla="*/ 8 w 1"/>
                  <a:gd name="T3" fmla="*/ 0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3">
                    <a:moveTo>
                      <a:pt x="0" y="13"/>
                    </a:moveTo>
                    <a:cubicBezTo>
                      <a:pt x="1" y="9"/>
                      <a:pt x="1" y="5"/>
                      <a:pt x="1" y="0"/>
                    </a:cubicBezTo>
                  </a:path>
                </a:pathLst>
              </a:custGeom>
              <a:noFill/>
              <a:ln w="9525" cap="rnd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5300" name="Freeform 575">
                <a:extLst>
                  <a:ext uri="{FF2B5EF4-FFF2-40B4-BE49-F238E27FC236}">
                    <a16:creationId xmlns:a16="http://schemas.microsoft.com/office/drawing/2014/main" id="{DF225EFB-C498-4174-86B5-9FC98F1B7D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9" y="1996"/>
                <a:ext cx="613" cy="203"/>
              </a:xfrm>
              <a:custGeom>
                <a:avLst/>
                <a:gdLst>
                  <a:gd name="T0" fmla="*/ 0 w 391"/>
                  <a:gd name="T1" fmla="*/ 0 h 130"/>
                  <a:gd name="T2" fmla="*/ 14 w 391"/>
                  <a:gd name="T3" fmla="*/ 205 h 130"/>
                  <a:gd name="T4" fmla="*/ 1493 w 391"/>
                  <a:gd name="T5" fmla="*/ 191 h 130"/>
                  <a:gd name="T6" fmla="*/ 1507 w 391"/>
                  <a:gd name="T7" fmla="*/ 5 h 130"/>
                  <a:gd name="T8" fmla="*/ 0 w 391"/>
                  <a:gd name="T9" fmla="*/ 0 h 1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91" h="130">
                    <a:moveTo>
                      <a:pt x="0" y="0"/>
                    </a:moveTo>
                    <a:cubicBezTo>
                      <a:pt x="4" y="54"/>
                      <a:pt x="4" y="54"/>
                      <a:pt x="4" y="54"/>
                    </a:cubicBezTo>
                    <a:cubicBezTo>
                      <a:pt x="4" y="54"/>
                      <a:pt x="209" y="130"/>
                      <a:pt x="387" y="50"/>
                    </a:cubicBezTo>
                    <a:cubicBezTo>
                      <a:pt x="387" y="50"/>
                      <a:pt x="391" y="12"/>
                      <a:pt x="391" y="1"/>
                    </a:cubicBezTo>
                    <a:cubicBezTo>
                      <a:pt x="391" y="1"/>
                      <a:pt x="217" y="69"/>
                      <a:pt x="0" y="0"/>
                    </a:cubicBezTo>
                    <a:close/>
                  </a:path>
                </a:pathLst>
              </a:custGeom>
              <a:solidFill>
                <a:srgbClr val="F793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5301" name="Freeform 576">
                <a:extLst>
                  <a:ext uri="{FF2B5EF4-FFF2-40B4-BE49-F238E27FC236}">
                    <a16:creationId xmlns:a16="http://schemas.microsoft.com/office/drawing/2014/main" id="{8B649B9B-F929-4587-86A6-5B086B579D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6" y="1928"/>
                <a:ext cx="620" cy="137"/>
              </a:xfrm>
              <a:custGeom>
                <a:avLst/>
                <a:gdLst>
                  <a:gd name="T0" fmla="*/ 5 w 396"/>
                  <a:gd name="T1" fmla="*/ 101 h 88"/>
                  <a:gd name="T2" fmla="*/ 1512 w 396"/>
                  <a:gd name="T3" fmla="*/ 97 h 88"/>
                  <a:gd name="T4" fmla="*/ 1520 w 396"/>
                  <a:gd name="T5" fmla="*/ 0 h 88"/>
                  <a:gd name="T6" fmla="*/ 0 w 396"/>
                  <a:gd name="T7" fmla="*/ 12 h 88"/>
                  <a:gd name="T8" fmla="*/ 5 w 396"/>
                  <a:gd name="T9" fmla="*/ 101 h 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96" h="88">
                    <a:moveTo>
                      <a:pt x="1" y="27"/>
                    </a:moveTo>
                    <a:cubicBezTo>
                      <a:pt x="1" y="27"/>
                      <a:pt x="207" y="88"/>
                      <a:pt x="394" y="26"/>
                    </a:cubicBezTo>
                    <a:cubicBezTo>
                      <a:pt x="396" y="0"/>
                      <a:pt x="396" y="0"/>
                      <a:pt x="396" y="0"/>
                    </a:cubicBezTo>
                    <a:cubicBezTo>
                      <a:pt x="396" y="0"/>
                      <a:pt x="216" y="66"/>
                      <a:pt x="0" y="3"/>
                    </a:cubicBezTo>
                    <a:lnTo>
                      <a:pt x="1" y="2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5302" name="Freeform 577">
                <a:extLst>
                  <a:ext uri="{FF2B5EF4-FFF2-40B4-BE49-F238E27FC236}">
                    <a16:creationId xmlns:a16="http://schemas.microsoft.com/office/drawing/2014/main" id="{820D9C06-7A41-45AE-8CB6-B2584E6A53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4" y="2065"/>
                <a:ext cx="45" cy="20"/>
              </a:xfrm>
              <a:custGeom>
                <a:avLst/>
                <a:gdLst>
                  <a:gd name="T0" fmla="*/ 0 w 29"/>
                  <a:gd name="T1" fmla="*/ 48 h 13"/>
                  <a:gd name="T2" fmla="*/ 109 w 29"/>
                  <a:gd name="T3" fmla="*/ 0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9" h="13">
                    <a:moveTo>
                      <a:pt x="0" y="13"/>
                    </a:moveTo>
                    <a:cubicBezTo>
                      <a:pt x="10" y="9"/>
                      <a:pt x="20" y="5"/>
                      <a:pt x="29" y="0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5303" name="Freeform 578">
                <a:extLst>
                  <a:ext uri="{FF2B5EF4-FFF2-40B4-BE49-F238E27FC236}">
                    <a16:creationId xmlns:a16="http://schemas.microsoft.com/office/drawing/2014/main" id="{6EBCA445-B39C-43FF-A5B1-C8C44CBCA0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8" y="2099"/>
                <a:ext cx="53" cy="13"/>
              </a:xfrm>
              <a:custGeom>
                <a:avLst/>
                <a:gdLst>
                  <a:gd name="T0" fmla="*/ 0 w 34"/>
                  <a:gd name="T1" fmla="*/ 34 h 8"/>
                  <a:gd name="T2" fmla="*/ 129 w 34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4" h="8">
                    <a:moveTo>
                      <a:pt x="0" y="8"/>
                    </a:moveTo>
                    <a:cubicBezTo>
                      <a:pt x="12" y="6"/>
                      <a:pt x="23" y="3"/>
                      <a:pt x="34" y="0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5304" name="Freeform 579">
                <a:extLst>
                  <a:ext uri="{FF2B5EF4-FFF2-40B4-BE49-F238E27FC236}">
                    <a16:creationId xmlns:a16="http://schemas.microsoft.com/office/drawing/2014/main" id="{221D4217-6EE4-495E-AB55-C71588D266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9" y="2118"/>
                <a:ext cx="47" cy="3"/>
              </a:xfrm>
              <a:custGeom>
                <a:avLst/>
                <a:gdLst>
                  <a:gd name="T0" fmla="*/ 0 w 30"/>
                  <a:gd name="T1" fmla="*/ 8 h 2"/>
                  <a:gd name="T2" fmla="*/ 116 w 30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0" h="2">
                    <a:moveTo>
                      <a:pt x="0" y="2"/>
                    </a:moveTo>
                    <a:cubicBezTo>
                      <a:pt x="10" y="2"/>
                      <a:pt x="20" y="1"/>
                      <a:pt x="30" y="0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5305" name="Freeform 580">
                <a:extLst>
                  <a:ext uri="{FF2B5EF4-FFF2-40B4-BE49-F238E27FC236}">
                    <a16:creationId xmlns:a16="http://schemas.microsoft.com/office/drawing/2014/main" id="{9FC39ECE-D4B9-4853-98BA-1CB634FB5A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3" y="2121"/>
                <a:ext cx="47" cy="1"/>
              </a:xfrm>
              <a:custGeom>
                <a:avLst/>
                <a:gdLst>
                  <a:gd name="T0" fmla="*/ 0 w 30"/>
                  <a:gd name="T1" fmla="*/ 0 h 1"/>
                  <a:gd name="T2" fmla="*/ 116 w 30"/>
                  <a:gd name="T3" fmla="*/ 1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0" h="1">
                    <a:moveTo>
                      <a:pt x="0" y="0"/>
                    </a:moveTo>
                    <a:cubicBezTo>
                      <a:pt x="10" y="1"/>
                      <a:pt x="20" y="1"/>
                      <a:pt x="30" y="1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5306" name="Freeform 581">
                <a:extLst>
                  <a:ext uri="{FF2B5EF4-FFF2-40B4-BE49-F238E27FC236}">
                    <a16:creationId xmlns:a16="http://schemas.microsoft.com/office/drawing/2014/main" id="{19BA599B-70FE-447E-B626-18BFAF552E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9" y="2110"/>
                <a:ext cx="44" cy="6"/>
              </a:xfrm>
              <a:custGeom>
                <a:avLst/>
                <a:gdLst>
                  <a:gd name="T0" fmla="*/ 0 w 28"/>
                  <a:gd name="T1" fmla="*/ 0 h 4"/>
                  <a:gd name="T2" fmla="*/ 108 w 28"/>
                  <a:gd name="T3" fmla="*/ 14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" h="4">
                    <a:moveTo>
                      <a:pt x="0" y="0"/>
                    </a:moveTo>
                    <a:cubicBezTo>
                      <a:pt x="9" y="2"/>
                      <a:pt x="19" y="3"/>
                      <a:pt x="28" y="4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5307" name="Freeform 582">
                <a:extLst>
                  <a:ext uri="{FF2B5EF4-FFF2-40B4-BE49-F238E27FC236}">
                    <a16:creationId xmlns:a16="http://schemas.microsoft.com/office/drawing/2014/main" id="{461FCBFA-C6EF-4FB9-AD44-557C12EDBC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5" y="2091"/>
                <a:ext cx="47" cy="11"/>
              </a:xfrm>
              <a:custGeom>
                <a:avLst/>
                <a:gdLst>
                  <a:gd name="T0" fmla="*/ 0 w 30"/>
                  <a:gd name="T1" fmla="*/ 0 h 7"/>
                  <a:gd name="T2" fmla="*/ 116 w 30"/>
                  <a:gd name="T3" fmla="*/ 27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0" h="7">
                    <a:moveTo>
                      <a:pt x="0" y="0"/>
                    </a:moveTo>
                    <a:cubicBezTo>
                      <a:pt x="9" y="3"/>
                      <a:pt x="19" y="5"/>
                      <a:pt x="30" y="7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5308" name="Freeform 583">
                <a:extLst>
                  <a:ext uri="{FF2B5EF4-FFF2-40B4-BE49-F238E27FC236}">
                    <a16:creationId xmlns:a16="http://schemas.microsoft.com/office/drawing/2014/main" id="{93B11A2E-D79F-4379-874E-53B50F82D4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2" y="2071"/>
                <a:ext cx="33" cy="9"/>
              </a:xfrm>
              <a:custGeom>
                <a:avLst/>
                <a:gdLst>
                  <a:gd name="T0" fmla="*/ 0 w 21"/>
                  <a:gd name="T1" fmla="*/ 0 h 6"/>
                  <a:gd name="T2" fmla="*/ 82 w 21"/>
                  <a:gd name="T3" fmla="*/ 21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6">
                    <a:moveTo>
                      <a:pt x="0" y="0"/>
                    </a:moveTo>
                    <a:cubicBezTo>
                      <a:pt x="0" y="0"/>
                      <a:pt x="7" y="2"/>
                      <a:pt x="21" y="6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5309" name="Freeform 584">
                <a:extLst>
                  <a:ext uri="{FF2B5EF4-FFF2-40B4-BE49-F238E27FC236}">
                    <a16:creationId xmlns:a16="http://schemas.microsoft.com/office/drawing/2014/main" id="{DC0D36A7-3CCE-49EE-8244-61BC5BF05D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5" y="1456"/>
                <a:ext cx="73" cy="271"/>
              </a:xfrm>
              <a:custGeom>
                <a:avLst/>
                <a:gdLst>
                  <a:gd name="T0" fmla="*/ 62 w 47"/>
                  <a:gd name="T1" fmla="*/ 657 h 174"/>
                  <a:gd name="T2" fmla="*/ 56 w 47"/>
                  <a:gd name="T3" fmla="*/ 561 h 174"/>
                  <a:gd name="T4" fmla="*/ 39 w 47"/>
                  <a:gd name="T5" fmla="*/ 388 h 174"/>
                  <a:gd name="T6" fmla="*/ 0 w 47"/>
                  <a:gd name="T7" fmla="*/ 109 h 174"/>
                  <a:gd name="T8" fmla="*/ 53 w 47"/>
                  <a:gd name="T9" fmla="*/ 170 h 174"/>
                  <a:gd name="T10" fmla="*/ 67 w 47"/>
                  <a:gd name="T11" fmla="*/ 0 h 174"/>
                  <a:gd name="T12" fmla="*/ 62 w 47"/>
                  <a:gd name="T13" fmla="*/ 631 h 17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7" h="174">
                    <a:moveTo>
                      <a:pt x="17" y="174"/>
                    </a:moveTo>
                    <a:cubicBezTo>
                      <a:pt x="14" y="166"/>
                      <a:pt x="16" y="157"/>
                      <a:pt x="15" y="148"/>
                    </a:cubicBezTo>
                    <a:cubicBezTo>
                      <a:pt x="15" y="133"/>
                      <a:pt x="12" y="119"/>
                      <a:pt x="10" y="103"/>
                    </a:cubicBezTo>
                    <a:cubicBezTo>
                      <a:pt x="7" y="79"/>
                      <a:pt x="6" y="53"/>
                      <a:pt x="0" y="29"/>
                    </a:cubicBezTo>
                    <a:cubicBezTo>
                      <a:pt x="6" y="33"/>
                      <a:pt x="11" y="39"/>
                      <a:pt x="14" y="45"/>
                    </a:cubicBezTo>
                    <a:cubicBezTo>
                      <a:pt x="14" y="31"/>
                      <a:pt x="14" y="12"/>
                      <a:pt x="18" y="0"/>
                    </a:cubicBezTo>
                    <a:cubicBezTo>
                      <a:pt x="47" y="46"/>
                      <a:pt x="12" y="116"/>
                      <a:pt x="17" y="167"/>
                    </a:cubicBezTo>
                  </a:path>
                </a:pathLst>
              </a:custGeom>
              <a:solidFill>
                <a:srgbClr val="A9A9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5310" name="Freeform 585">
                <a:extLst>
                  <a:ext uri="{FF2B5EF4-FFF2-40B4-BE49-F238E27FC236}">
                    <a16:creationId xmlns:a16="http://schemas.microsoft.com/office/drawing/2014/main" id="{ED130718-5527-4C3F-8394-C7FB60CC02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9" y="1477"/>
                <a:ext cx="33" cy="236"/>
              </a:xfrm>
              <a:custGeom>
                <a:avLst/>
                <a:gdLst>
                  <a:gd name="T0" fmla="*/ 31 w 21"/>
                  <a:gd name="T1" fmla="*/ 542 h 152"/>
                  <a:gd name="T2" fmla="*/ 22 w 21"/>
                  <a:gd name="T3" fmla="*/ 554 h 152"/>
                  <a:gd name="T4" fmla="*/ 0 w 21"/>
                  <a:gd name="T5" fmla="*/ 0 h 152"/>
                  <a:gd name="T6" fmla="*/ 22 w 21"/>
                  <a:gd name="T7" fmla="*/ 48 h 152"/>
                  <a:gd name="T8" fmla="*/ 39 w 21"/>
                  <a:gd name="T9" fmla="*/ 26 h 152"/>
                  <a:gd name="T10" fmla="*/ 66 w 21"/>
                  <a:gd name="T11" fmla="*/ 318 h 152"/>
                  <a:gd name="T12" fmla="*/ 74 w 21"/>
                  <a:gd name="T13" fmla="*/ 564 h 152"/>
                  <a:gd name="T14" fmla="*/ 35 w 21"/>
                  <a:gd name="T15" fmla="*/ 562 h 15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1" h="152">
                    <a:moveTo>
                      <a:pt x="8" y="145"/>
                    </a:moveTo>
                    <a:cubicBezTo>
                      <a:pt x="7" y="146"/>
                      <a:pt x="7" y="147"/>
                      <a:pt x="6" y="148"/>
                    </a:cubicBezTo>
                    <a:cubicBezTo>
                      <a:pt x="8" y="99"/>
                      <a:pt x="0" y="47"/>
                      <a:pt x="0" y="0"/>
                    </a:cubicBezTo>
                    <a:cubicBezTo>
                      <a:pt x="2" y="4"/>
                      <a:pt x="4" y="8"/>
                      <a:pt x="6" y="13"/>
                    </a:cubicBezTo>
                    <a:cubicBezTo>
                      <a:pt x="7" y="11"/>
                      <a:pt x="9" y="8"/>
                      <a:pt x="10" y="7"/>
                    </a:cubicBezTo>
                    <a:cubicBezTo>
                      <a:pt x="21" y="28"/>
                      <a:pt x="16" y="62"/>
                      <a:pt x="17" y="85"/>
                    </a:cubicBezTo>
                    <a:cubicBezTo>
                      <a:pt x="18" y="107"/>
                      <a:pt x="20" y="129"/>
                      <a:pt x="19" y="151"/>
                    </a:cubicBezTo>
                    <a:cubicBezTo>
                      <a:pt x="15" y="152"/>
                      <a:pt x="11" y="152"/>
                      <a:pt x="9" y="150"/>
                    </a:cubicBezTo>
                  </a:path>
                </a:pathLst>
              </a:custGeom>
              <a:solidFill>
                <a:srgbClr val="A9A9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5311" name="Freeform 586">
                <a:extLst>
                  <a:ext uri="{FF2B5EF4-FFF2-40B4-BE49-F238E27FC236}">
                    <a16:creationId xmlns:a16="http://schemas.microsoft.com/office/drawing/2014/main" id="{341F6162-09CC-4E12-BCA9-610202231F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0" y="1691"/>
                <a:ext cx="281" cy="187"/>
              </a:xfrm>
              <a:custGeom>
                <a:avLst/>
                <a:gdLst>
                  <a:gd name="T0" fmla="*/ 0 w 179"/>
                  <a:gd name="T1" fmla="*/ 0 h 120"/>
                  <a:gd name="T2" fmla="*/ 148 w 179"/>
                  <a:gd name="T3" fmla="*/ 184 h 120"/>
                  <a:gd name="T4" fmla="*/ 328 w 179"/>
                  <a:gd name="T5" fmla="*/ 304 h 120"/>
                  <a:gd name="T6" fmla="*/ 524 w 179"/>
                  <a:gd name="T7" fmla="*/ 400 h 120"/>
                  <a:gd name="T8" fmla="*/ 692 w 179"/>
                  <a:gd name="T9" fmla="*/ 453 h 120"/>
                  <a:gd name="T10" fmla="*/ 13 w 179"/>
                  <a:gd name="T11" fmla="*/ 26 h 12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79" h="120">
                    <a:moveTo>
                      <a:pt x="0" y="0"/>
                    </a:moveTo>
                    <a:cubicBezTo>
                      <a:pt x="13" y="16"/>
                      <a:pt x="22" y="34"/>
                      <a:pt x="38" y="49"/>
                    </a:cubicBezTo>
                    <a:cubicBezTo>
                      <a:pt x="51" y="63"/>
                      <a:pt x="67" y="71"/>
                      <a:pt x="85" y="80"/>
                    </a:cubicBezTo>
                    <a:cubicBezTo>
                      <a:pt x="101" y="89"/>
                      <a:pt x="118" y="99"/>
                      <a:pt x="136" y="106"/>
                    </a:cubicBezTo>
                    <a:cubicBezTo>
                      <a:pt x="149" y="112"/>
                      <a:pt x="167" y="112"/>
                      <a:pt x="179" y="120"/>
                    </a:cubicBezTo>
                    <a:cubicBezTo>
                      <a:pt x="116" y="91"/>
                      <a:pt x="44" y="65"/>
                      <a:pt x="3" y="7"/>
                    </a:cubicBezTo>
                  </a:path>
                </a:pathLst>
              </a:custGeom>
              <a:solidFill>
                <a:srgbClr val="A9A9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5312" name="Freeform 587">
                <a:extLst>
                  <a:ext uri="{FF2B5EF4-FFF2-40B4-BE49-F238E27FC236}">
                    <a16:creationId xmlns:a16="http://schemas.microsoft.com/office/drawing/2014/main" id="{B1FDAE76-C418-4AF3-B076-7F57DFFAE4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2" y="1810"/>
                <a:ext cx="177" cy="110"/>
              </a:xfrm>
              <a:custGeom>
                <a:avLst/>
                <a:gdLst>
                  <a:gd name="T0" fmla="*/ 0 w 113"/>
                  <a:gd name="T1" fmla="*/ 0 h 71"/>
                  <a:gd name="T2" fmla="*/ 251 w 113"/>
                  <a:gd name="T3" fmla="*/ 135 h 71"/>
                  <a:gd name="T4" fmla="*/ 434 w 113"/>
                  <a:gd name="T5" fmla="*/ 263 h 71"/>
                  <a:gd name="T6" fmla="*/ 191 w 113"/>
                  <a:gd name="T7" fmla="*/ 141 h 71"/>
                  <a:gd name="T8" fmla="*/ 0 w 113"/>
                  <a:gd name="T9" fmla="*/ 5 h 7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3" h="71">
                    <a:moveTo>
                      <a:pt x="0" y="0"/>
                    </a:moveTo>
                    <a:cubicBezTo>
                      <a:pt x="21" y="7"/>
                      <a:pt x="45" y="24"/>
                      <a:pt x="65" y="36"/>
                    </a:cubicBezTo>
                    <a:cubicBezTo>
                      <a:pt x="82" y="46"/>
                      <a:pt x="95" y="65"/>
                      <a:pt x="113" y="71"/>
                    </a:cubicBezTo>
                    <a:cubicBezTo>
                      <a:pt x="89" y="64"/>
                      <a:pt x="70" y="52"/>
                      <a:pt x="50" y="38"/>
                    </a:cubicBezTo>
                    <a:cubicBezTo>
                      <a:pt x="33" y="27"/>
                      <a:pt x="12" y="18"/>
                      <a:pt x="0" y="1"/>
                    </a:cubicBezTo>
                  </a:path>
                </a:pathLst>
              </a:custGeom>
              <a:solidFill>
                <a:srgbClr val="A9A9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5313" name="Freeform 588">
                <a:extLst>
                  <a:ext uri="{FF2B5EF4-FFF2-40B4-BE49-F238E27FC236}">
                    <a16:creationId xmlns:a16="http://schemas.microsoft.com/office/drawing/2014/main" id="{DA03E3AA-C3BC-4F90-9156-E5576DF613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6" y="1422"/>
                <a:ext cx="31" cy="199"/>
              </a:xfrm>
              <a:custGeom>
                <a:avLst/>
                <a:gdLst>
                  <a:gd name="T0" fmla="*/ 0 w 20"/>
                  <a:gd name="T1" fmla="*/ 0 h 128"/>
                  <a:gd name="T2" fmla="*/ 70 w 20"/>
                  <a:gd name="T3" fmla="*/ 204 h 128"/>
                  <a:gd name="T4" fmla="*/ 62 w 20"/>
                  <a:gd name="T5" fmla="*/ 480 h 128"/>
                  <a:gd name="T6" fmla="*/ 56 w 20"/>
                  <a:gd name="T7" fmla="*/ 215 h 128"/>
                  <a:gd name="T8" fmla="*/ 5 w 20"/>
                  <a:gd name="T9" fmla="*/ 26 h 1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128">
                    <a:moveTo>
                      <a:pt x="0" y="0"/>
                    </a:moveTo>
                    <a:cubicBezTo>
                      <a:pt x="7" y="19"/>
                      <a:pt x="18" y="31"/>
                      <a:pt x="19" y="54"/>
                    </a:cubicBezTo>
                    <a:cubicBezTo>
                      <a:pt x="20" y="78"/>
                      <a:pt x="19" y="104"/>
                      <a:pt x="17" y="128"/>
                    </a:cubicBezTo>
                    <a:cubicBezTo>
                      <a:pt x="7" y="107"/>
                      <a:pt x="16" y="79"/>
                      <a:pt x="15" y="57"/>
                    </a:cubicBezTo>
                    <a:cubicBezTo>
                      <a:pt x="14" y="39"/>
                      <a:pt x="10" y="23"/>
                      <a:pt x="1" y="7"/>
                    </a:cubicBezTo>
                  </a:path>
                </a:pathLst>
              </a:custGeom>
              <a:solidFill>
                <a:srgbClr val="A9A9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5314" name="Freeform 589">
                <a:extLst>
                  <a:ext uri="{FF2B5EF4-FFF2-40B4-BE49-F238E27FC236}">
                    <a16:creationId xmlns:a16="http://schemas.microsoft.com/office/drawing/2014/main" id="{F3E3C365-C0EA-4247-8D12-93F3263898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0" y="1434"/>
                <a:ext cx="32" cy="116"/>
              </a:xfrm>
              <a:custGeom>
                <a:avLst/>
                <a:gdLst>
                  <a:gd name="T0" fmla="*/ 74 w 20"/>
                  <a:gd name="T1" fmla="*/ 0 h 74"/>
                  <a:gd name="T2" fmla="*/ 35 w 20"/>
                  <a:gd name="T3" fmla="*/ 285 h 74"/>
                  <a:gd name="T4" fmla="*/ 82 w 20"/>
                  <a:gd name="T5" fmla="*/ 0 h 7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74">
                    <a:moveTo>
                      <a:pt x="18" y="0"/>
                    </a:moveTo>
                    <a:cubicBezTo>
                      <a:pt x="0" y="8"/>
                      <a:pt x="4" y="60"/>
                      <a:pt x="9" y="74"/>
                    </a:cubicBezTo>
                    <a:cubicBezTo>
                      <a:pt x="7" y="53"/>
                      <a:pt x="12" y="20"/>
                      <a:pt x="20" y="0"/>
                    </a:cubicBezTo>
                  </a:path>
                </a:pathLst>
              </a:custGeom>
              <a:solidFill>
                <a:srgbClr val="A9A9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5315" name="Freeform 590">
                <a:extLst>
                  <a:ext uri="{FF2B5EF4-FFF2-40B4-BE49-F238E27FC236}">
                    <a16:creationId xmlns:a16="http://schemas.microsoft.com/office/drawing/2014/main" id="{6194419E-4867-4F32-BE2B-593B6B8979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5" y="2135"/>
                <a:ext cx="163" cy="109"/>
              </a:xfrm>
              <a:custGeom>
                <a:avLst/>
                <a:gdLst>
                  <a:gd name="T0" fmla="*/ 259 w 104"/>
                  <a:gd name="T1" fmla="*/ 252 h 70"/>
                  <a:gd name="T2" fmla="*/ 0 w 104"/>
                  <a:gd name="T3" fmla="*/ 0 h 70"/>
                  <a:gd name="T4" fmla="*/ 304 w 104"/>
                  <a:gd name="T5" fmla="*/ 249 h 70"/>
                  <a:gd name="T6" fmla="*/ 185 w 104"/>
                  <a:gd name="T7" fmla="*/ 134 h 70"/>
                  <a:gd name="T8" fmla="*/ 400 w 104"/>
                  <a:gd name="T9" fmla="*/ 260 h 70"/>
                  <a:gd name="T10" fmla="*/ 252 w 104"/>
                  <a:gd name="T11" fmla="*/ 260 h 7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4" h="70">
                    <a:moveTo>
                      <a:pt x="67" y="67"/>
                    </a:moveTo>
                    <a:cubicBezTo>
                      <a:pt x="41" y="60"/>
                      <a:pt x="6" y="28"/>
                      <a:pt x="0" y="0"/>
                    </a:cubicBezTo>
                    <a:cubicBezTo>
                      <a:pt x="22" y="26"/>
                      <a:pt x="48" y="52"/>
                      <a:pt x="79" y="66"/>
                    </a:cubicBezTo>
                    <a:cubicBezTo>
                      <a:pt x="68" y="57"/>
                      <a:pt x="55" y="47"/>
                      <a:pt x="48" y="35"/>
                    </a:cubicBezTo>
                    <a:cubicBezTo>
                      <a:pt x="66" y="49"/>
                      <a:pt x="86" y="57"/>
                      <a:pt x="104" y="69"/>
                    </a:cubicBezTo>
                    <a:cubicBezTo>
                      <a:pt x="91" y="70"/>
                      <a:pt x="79" y="69"/>
                      <a:pt x="66" y="69"/>
                    </a:cubicBezTo>
                  </a:path>
                </a:pathLst>
              </a:custGeom>
              <a:solidFill>
                <a:srgbClr val="A9A9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5316" name="Freeform 591">
                <a:extLst>
                  <a:ext uri="{FF2B5EF4-FFF2-40B4-BE49-F238E27FC236}">
                    <a16:creationId xmlns:a16="http://schemas.microsoft.com/office/drawing/2014/main" id="{037D0992-1B74-4FCF-9FD1-6BE421AC2A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4" y="2138"/>
                <a:ext cx="166" cy="112"/>
              </a:xfrm>
              <a:custGeom>
                <a:avLst/>
                <a:gdLst>
                  <a:gd name="T0" fmla="*/ 0 w 106"/>
                  <a:gd name="T1" fmla="*/ 252 h 72"/>
                  <a:gd name="T2" fmla="*/ 251 w 106"/>
                  <a:gd name="T3" fmla="*/ 135 h 72"/>
                  <a:gd name="T4" fmla="*/ 381 w 106"/>
                  <a:gd name="T5" fmla="*/ 0 h 72"/>
                  <a:gd name="T6" fmla="*/ 110 w 106"/>
                  <a:gd name="T7" fmla="*/ 249 h 72"/>
                  <a:gd name="T8" fmla="*/ 304 w 106"/>
                  <a:gd name="T9" fmla="*/ 157 h 72"/>
                  <a:gd name="T10" fmla="*/ 407 w 106"/>
                  <a:gd name="T11" fmla="*/ 79 h 72"/>
                  <a:gd name="T12" fmla="*/ 226 w 106"/>
                  <a:gd name="T13" fmla="*/ 232 h 72"/>
                  <a:gd name="T14" fmla="*/ 346 w 106"/>
                  <a:gd name="T15" fmla="*/ 177 h 72"/>
                  <a:gd name="T16" fmla="*/ 169 w 106"/>
                  <a:gd name="T17" fmla="*/ 244 h 72"/>
                  <a:gd name="T18" fmla="*/ 8 w 106"/>
                  <a:gd name="T19" fmla="*/ 271 h 7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06" h="72">
                    <a:moveTo>
                      <a:pt x="0" y="67"/>
                    </a:moveTo>
                    <a:cubicBezTo>
                      <a:pt x="20" y="70"/>
                      <a:pt x="49" y="47"/>
                      <a:pt x="65" y="36"/>
                    </a:cubicBezTo>
                    <a:cubicBezTo>
                      <a:pt x="79" y="26"/>
                      <a:pt x="93" y="17"/>
                      <a:pt x="99" y="0"/>
                    </a:cubicBezTo>
                    <a:cubicBezTo>
                      <a:pt x="96" y="34"/>
                      <a:pt x="53" y="51"/>
                      <a:pt x="29" y="66"/>
                    </a:cubicBezTo>
                    <a:cubicBezTo>
                      <a:pt x="45" y="59"/>
                      <a:pt x="64" y="52"/>
                      <a:pt x="79" y="42"/>
                    </a:cubicBezTo>
                    <a:cubicBezTo>
                      <a:pt x="89" y="35"/>
                      <a:pt x="97" y="27"/>
                      <a:pt x="106" y="21"/>
                    </a:cubicBezTo>
                    <a:cubicBezTo>
                      <a:pt x="94" y="37"/>
                      <a:pt x="76" y="51"/>
                      <a:pt x="59" y="62"/>
                    </a:cubicBezTo>
                    <a:cubicBezTo>
                      <a:pt x="70" y="59"/>
                      <a:pt x="80" y="53"/>
                      <a:pt x="90" y="47"/>
                    </a:cubicBezTo>
                    <a:cubicBezTo>
                      <a:pt x="81" y="63"/>
                      <a:pt x="60" y="63"/>
                      <a:pt x="44" y="65"/>
                    </a:cubicBezTo>
                    <a:cubicBezTo>
                      <a:pt x="32" y="67"/>
                      <a:pt x="12" y="67"/>
                      <a:pt x="2" y="72"/>
                    </a:cubicBezTo>
                  </a:path>
                </a:pathLst>
              </a:custGeom>
              <a:solidFill>
                <a:srgbClr val="A9A9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5317" name="Freeform 592">
                <a:extLst>
                  <a:ext uri="{FF2B5EF4-FFF2-40B4-BE49-F238E27FC236}">
                    <a16:creationId xmlns:a16="http://schemas.microsoft.com/office/drawing/2014/main" id="{E68821ED-F977-4BE9-BA96-4755D38871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4" y="1693"/>
                <a:ext cx="168" cy="123"/>
              </a:xfrm>
              <a:custGeom>
                <a:avLst/>
                <a:gdLst>
                  <a:gd name="T0" fmla="*/ 0 w 107"/>
                  <a:gd name="T1" fmla="*/ 0 h 79"/>
                  <a:gd name="T2" fmla="*/ 170 w 107"/>
                  <a:gd name="T3" fmla="*/ 177 h 79"/>
                  <a:gd name="T4" fmla="*/ 415 w 107"/>
                  <a:gd name="T5" fmla="*/ 299 h 79"/>
                  <a:gd name="T6" fmla="*/ 272 w 107"/>
                  <a:gd name="T7" fmla="*/ 218 h 79"/>
                  <a:gd name="T8" fmla="*/ 157 w 107"/>
                  <a:gd name="T9" fmla="*/ 157 h 79"/>
                  <a:gd name="T10" fmla="*/ 13 w 107"/>
                  <a:gd name="T11" fmla="*/ 14 h 7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7" h="79">
                    <a:moveTo>
                      <a:pt x="0" y="0"/>
                    </a:moveTo>
                    <a:cubicBezTo>
                      <a:pt x="12" y="17"/>
                      <a:pt x="27" y="34"/>
                      <a:pt x="44" y="47"/>
                    </a:cubicBezTo>
                    <a:cubicBezTo>
                      <a:pt x="63" y="62"/>
                      <a:pt x="87" y="66"/>
                      <a:pt x="107" y="79"/>
                    </a:cubicBezTo>
                    <a:cubicBezTo>
                      <a:pt x="95" y="78"/>
                      <a:pt x="81" y="64"/>
                      <a:pt x="70" y="58"/>
                    </a:cubicBezTo>
                    <a:cubicBezTo>
                      <a:pt x="60" y="53"/>
                      <a:pt x="50" y="49"/>
                      <a:pt x="41" y="42"/>
                    </a:cubicBezTo>
                    <a:cubicBezTo>
                      <a:pt x="29" y="32"/>
                      <a:pt x="10" y="18"/>
                      <a:pt x="3" y="4"/>
                    </a:cubicBezTo>
                  </a:path>
                </a:pathLst>
              </a:custGeom>
              <a:solidFill>
                <a:srgbClr val="D7D7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5318" name="Freeform 593">
                <a:extLst>
                  <a:ext uri="{FF2B5EF4-FFF2-40B4-BE49-F238E27FC236}">
                    <a16:creationId xmlns:a16="http://schemas.microsoft.com/office/drawing/2014/main" id="{6A835D9E-FF25-45D3-A89B-0E39B09780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9" y="1414"/>
                <a:ext cx="26" cy="77"/>
              </a:xfrm>
              <a:custGeom>
                <a:avLst/>
                <a:gdLst>
                  <a:gd name="T0" fmla="*/ 61 w 17"/>
                  <a:gd name="T1" fmla="*/ 0 h 49"/>
                  <a:gd name="T2" fmla="*/ 14 w 17"/>
                  <a:gd name="T3" fmla="*/ 190 h 49"/>
                  <a:gd name="T4" fmla="*/ 54 w 17"/>
                  <a:gd name="T5" fmla="*/ 0 h 4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49">
                    <a:moveTo>
                      <a:pt x="17" y="0"/>
                    </a:moveTo>
                    <a:cubicBezTo>
                      <a:pt x="7" y="14"/>
                      <a:pt x="8" y="34"/>
                      <a:pt x="4" y="49"/>
                    </a:cubicBezTo>
                    <a:cubicBezTo>
                      <a:pt x="1" y="32"/>
                      <a:pt x="0" y="12"/>
                      <a:pt x="15" y="0"/>
                    </a:cubicBezTo>
                  </a:path>
                </a:pathLst>
              </a:custGeom>
              <a:solidFill>
                <a:srgbClr val="D7D7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5319" name="Freeform 594">
                <a:extLst>
                  <a:ext uri="{FF2B5EF4-FFF2-40B4-BE49-F238E27FC236}">
                    <a16:creationId xmlns:a16="http://schemas.microsoft.com/office/drawing/2014/main" id="{EED9A133-28B1-41A9-8CAB-A59E0A14E3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8" y="1444"/>
                <a:ext cx="21" cy="85"/>
              </a:xfrm>
              <a:custGeom>
                <a:avLst/>
                <a:gdLst>
                  <a:gd name="T0" fmla="*/ 0 w 14"/>
                  <a:gd name="T1" fmla="*/ 0 h 55"/>
                  <a:gd name="T2" fmla="*/ 27 w 14"/>
                  <a:gd name="T3" fmla="*/ 100 h 55"/>
                  <a:gd name="T4" fmla="*/ 41 w 14"/>
                  <a:gd name="T5" fmla="*/ 202 h 55"/>
                  <a:gd name="T6" fmla="*/ 8 w 14"/>
                  <a:gd name="T7" fmla="*/ 5 h 5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55">
                    <a:moveTo>
                      <a:pt x="0" y="0"/>
                    </a:moveTo>
                    <a:cubicBezTo>
                      <a:pt x="4" y="8"/>
                      <a:pt x="6" y="18"/>
                      <a:pt x="8" y="27"/>
                    </a:cubicBezTo>
                    <a:cubicBezTo>
                      <a:pt x="9" y="35"/>
                      <a:pt x="9" y="47"/>
                      <a:pt x="12" y="55"/>
                    </a:cubicBezTo>
                    <a:cubicBezTo>
                      <a:pt x="8" y="44"/>
                      <a:pt x="14" y="5"/>
                      <a:pt x="2" y="1"/>
                    </a:cubicBezTo>
                  </a:path>
                </a:pathLst>
              </a:custGeom>
              <a:solidFill>
                <a:srgbClr val="D7D7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5320" name="Freeform 595">
                <a:extLst>
                  <a:ext uri="{FF2B5EF4-FFF2-40B4-BE49-F238E27FC236}">
                    <a16:creationId xmlns:a16="http://schemas.microsoft.com/office/drawing/2014/main" id="{4E88B72A-4B57-4363-B7EA-C63BE12A03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4" y="1223"/>
                <a:ext cx="17" cy="11"/>
              </a:xfrm>
              <a:custGeom>
                <a:avLst/>
                <a:gdLst>
                  <a:gd name="T0" fmla="*/ 36 w 11"/>
                  <a:gd name="T1" fmla="*/ 0 h 7"/>
                  <a:gd name="T2" fmla="*/ 19 w 11"/>
                  <a:gd name="T3" fmla="*/ 8 h 7"/>
                  <a:gd name="T4" fmla="*/ 0 w 11"/>
                  <a:gd name="T5" fmla="*/ 22 h 7"/>
                  <a:gd name="T6" fmla="*/ 19 w 11"/>
                  <a:gd name="T7" fmla="*/ 22 h 7"/>
                  <a:gd name="T8" fmla="*/ 40 w 11"/>
                  <a:gd name="T9" fmla="*/ 5 h 7"/>
                  <a:gd name="T10" fmla="*/ 36 w 11"/>
                  <a:gd name="T11" fmla="*/ 0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7">
                    <a:moveTo>
                      <a:pt x="10" y="0"/>
                    </a:moveTo>
                    <a:cubicBezTo>
                      <a:pt x="8" y="0"/>
                      <a:pt x="6" y="1"/>
                      <a:pt x="5" y="2"/>
                    </a:cubicBezTo>
                    <a:cubicBezTo>
                      <a:pt x="3" y="3"/>
                      <a:pt x="0" y="4"/>
                      <a:pt x="0" y="6"/>
                    </a:cubicBezTo>
                    <a:cubicBezTo>
                      <a:pt x="2" y="6"/>
                      <a:pt x="2" y="7"/>
                      <a:pt x="5" y="6"/>
                    </a:cubicBezTo>
                    <a:cubicBezTo>
                      <a:pt x="7" y="5"/>
                      <a:pt x="9" y="2"/>
                      <a:pt x="11" y="1"/>
                    </a:cubicBezTo>
                    <a:cubicBezTo>
                      <a:pt x="10" y="0"/>
                      <a:pt x="10" y="0"/>
                      <a:pt x="10" y="0"/>
                    </a:cubicBezTo>
                  </a:path>
                </a:pathLst>
              </a:custGeom>
              <a:solidFill>
                <a:srgbClr val="D7D7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5321" name="Freeform 596">
                <a:extLst>
                  <a:ext uri="{FF2B5EF4-FFF2-40B4-BE49-F238E27FC236}">
                    <a16:creationId xmlns:a16="http://schemas.microsoft.com/office/drawing/2014/main" id="{5C45E4EE-D227-46B4-8D02-30CF8A95BE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0" y="1231"/>
                <a:ext cx="16" cy="14"/>
              </a:xfrm>
              <a:custGeom>
                <a:avLst/>
                <a:gdLst>
                  <a:gd name="T0" fmla="*/ 42 w 10"/>
                  <a:gd name="T1" fmla="*/ 5 h 9"/>
                  <a:gd name="T2" fmla="*/ 0 w 10"/>
                  <a:gd name="T3" fmla="*/ 26 h 9"/>
                  <a:gd name="T4" fmla="*/ 26 w 10"/>
                  <a:gd name="T5" fmla="*/ 26 h 9"/>
                  <a:gd name="T6" fmla="*/ 35 w 10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9">
                    <a:moveTo>
                      <a:pt x="10" y="1"/>
                    </a:moveTo>
                    <a:cubicBezTo>
                      <a:pt x="8" y="0"/>
                      <a:pt x="2" y="5"/>
                      <a:pt x="0" y="7"/>
                    </a:cubicBezTo>
                    <a:cubicBezTo>
                      <a:pt x="2" y="9"/>
                      <a:pt x="4" y="9"/>
                      <a:pt x="6" y="7"/>
                    </a:cubicBezTo>
                    <a:cubicBezTo>
                      <a:pt x="8" y="6"/>
                      <a:pt x="10" y="3"/>
                      <a:pt x="9" y="0"/>
                    </a:cubicBezTo>
                  </a:path>
                </a:pathLst>
              </a:custGeom>
              <a:solidFill>
                <a:srgbClr val="D7D7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5322" name="Freeform 597">
                <a:extLst>
                  <a:ext uri="{FF2B5EF4-FFF2-40B4-BE49-F238E27FC236}">
                    <a16:creationId xmlns:a16="http://schemas.microsoft.com/office/drawing/2014/main" id="{A6FAEDDF-6258-4CC3-B30F-20B860D788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2" y="1240"/>
                <a:ext cx="16" cy="15"/>
              </a:xfrm>
              <a:custGeom>
                <a:avLst/>
                <a:gdLst>
                  <a:gd name="T0" fmla="*/ 35 w 10"/>
                  <a:gd name="T1" fmla="*/ 0 h 10"/>
                  <a:gd name="T2" fmla="*/ 0 w 10"/>
                  <a:gd name="T3" fmla="*/ 27 h 10"/>
                  <a:gd name="T4" fmla="*/ 13 w 10"/>
                  <a:gd name="T5" fmla="*/ 35 h 10"/>
                  <a:gd name="T6" fmla="*/ 34 w 10"/>
                  <a:gd name="T7" fmla="*/ 5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10">
                    <a:moveTo>
                      <a:pt x="9" y="0"/>
                    </a:moveTo>
                    <a:cubicBezTo>
                      <a:pt x="6" y="2"/>
                      <a:pt x="0" y="4"/>
                      <a:pt x="0" y="8"/>
                    </a:cubicBezTo>
                    <a:cubicBezTo>
                      <a:pt x="1" y="8"/>
                      <a:pt x="2" y="9"/>
                      <a:pt x="3" y="10"/>
                    </a:cubicBezTo>
                    <a:cubicBezTo>
                      <a:pt x="4" y="7"/>
                      <a:pt x="10" y="3"/>
                      <a:pt x="8" y="1"/>
                    </a:cubicBezTo>
                  </a:path>
                </a:pathLst>
              </a:custGeom>
              <a:solidFill>
                <a:srgbClr val="D7D7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5323" name="Freeform 598">
                <a:extLst>
                  <a:ext uri="{FF2B5EF4-FFF2-40B4-BE49-F238E27FC236}">
                    <a16:creationId xmlns:a16="http://schemas.microsoft.com/office/drawing/2014/main" id="{5BB57FE5-301B-41AB-9CCD-B8F0E3F774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2" y="1249"/>
                <a:ext cx="20" cy="17"/>
              </a:xfrm>
              <a:custGeom>
                <a:avLst/>
                <a:gdLst>
                  <a:gd name="T0" fmla="*/ 28 w 13"/>
                  <a:gd name="T1" fmla="*/ 0 h 11"/>
                  <a:gd name="T2" fmla="*/ 0 w 13"/>
                  <a:gd name="T3" fmla="*/ 29 h 11"/>
                  <a:gd name="T4" fmla="*/ 14 w 13"/>
                  <a:gd name="T5" fmla="*/ 40 h 11"/>
                  <a:gd name="T6" fmla="*/ 28 w 13"/>
                  <a:gd name="T7" fmla="*/ 0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11">
                    <a:moveTo>
                      <a:pt x="8" y="0"/>
                    </a:moveTo>
                    <a:cubicBezTo>
                      <a:pt x="5" y="1"/>
                      <a:pt x="2" y="6"/>
                      <a:pt x="0" y="8"/>
                    </a:cubicBezTo>
                    <a:cubicBezTo>
                      <a:pt x="1" y="9"/>
                      <a:pt x="2" y="10"/>
                      <a:pt x="4" y="11"/>
                    </a:cubicBezTo>
                    <a:cubicBezTo>
                      <a:pt x="4" y="9"/>
                      <a:pt x="13" y="1"/>
                      <a:pt x="8" y="0"/>
                    </a:cubicBezTo>
                  </a:path>
                </a:pathLst>
              </a:custGeom>
              <a:solidFill>
                <a:srgbClr val="D7D7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5324" name="Freeform 599">
                <a:extLst>
                  <a:ext uri="{FF2B5EF4-FFF2-40B4-BE49-F238E27FC236}">
                    <a16:creationId xmlns:a16="http://schemas.microsoft.com/office/drawing/2014/main" id="{E32323CB-BFED-4B30-8884-DAAF8ED512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4" y="1259"/>
                <a:ext cx="18" cy="20"/>
              </a:xfrm>
              <a:custGeom>
                <a:avLst/>
                <a:gdLst>
                  <a:gd name="T0" fmla="*/ 41 w 11"/>
                  <a:gd name="T1" fmla="*/ 0 h 13"/>
                  <a:gd name="T2" fmla="*/ 0 w 11"/>
                  <a:gd name="T3" fmla="*/ 40 h 13"/>
                  <a:gd name="T4" fmla="*/ 21 w 11"/>
                  <a:gd name="T5" fmla="*/ 48 h 13"/>
                  <a:gd name="T6" fmla="*/ 34 w 11"/>
                  <a:gd name="T7" fmla="*/ 28 h 13"/>
                  <a:gd name="T8" fmla="*/ 34 w 11"/>
                  <a:gd name="T9" fmla="*/ 5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3">
                    <a:moveTo>
                      <a:pt x="9" y="0"/>
                    </a:moveTo>
                    <a:cubicBezTo>
                      <a:pt x="6" y="4"/>
                      <a:pt x="3" y="7"/>
                      <a:pt x="0" y="11"/>
                    </a:cubicBezTo>
                    <a:cubicBezTo>
                      <a:pt x="1" y="11"/>
                      <a:pt x="4" y="13"/>
                      <a:pt x="5" y="13"/>
                    </a:cubicBezTo>
                    <a:cubicBezTo>
                      <a:pt x="6" y="12"/>
                      <a:pt x="8" y="9"/>
                      <a:pt x="8" y="8"/>
                    </a:cubicBezTo>
                    <a:cubicBezTo>
                      <a:pt x="11" y="5"/>
                      <a:pt x="11" y="4"/>
                      <a:pt x="8" y="1"/>
                    </a:cubicBezTo>
                  </a:path>
                </a:pathLst>
              </a:custGeom>
              <a:solidFill>
                <a:srgbClr val="D7D7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</p:grpSp>
        <p:sp>
          <p:nvSpPr>
            <p:cNvPr id="34981" name="Freeform 600">
              <a:extLst>
                <a:ext uri="{FF2B5EF4-FFF2-40B4-BE49-F238E27FC236}">
                  <a16:creationId xmlns:a16="http://schemas.microsoft.com/office/drawing/2014/main" id="{08F6BC01-A24D-4EFA-9E17-0A5AC5500C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2" y="1269"/>
              <a:ext cx="18" cy="19"/>
            </a:xfrm>
            <a:custGeom>
              <a:avLst/>
              <a:gdLst>
                <a:gd name="T0" fmla="*/ 21 w 12"/>
                <a:gd name="T1" fmla="*/ 0 h 12"/>
                <a:gd name="T2" fmla="*/ 0 w 12"/>
                <a:gd name="T3" fmla="*/ 48 h 12"/>
                <a:gd name="T4" fmla="*/ 21 w 12"/>
                <a:gd name="T5" fmla="*/ 48 h 12"/>
                <a:gd name="T6" fmla="*/ 26 w 12"/>
                <a:gd name="T7" fmla="*/ 5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2">
                  <a:moveTo>
                    <a:pt x="6" y="0"/>
                  </a:moveTo>
                  <a:cubicBezTo>
                    <a:pt x="4" y="1"/>
                    <a:pt x="1" y="9"/>
                    <a:pt x="0" y="12"/>
                  </a:cubicBezTo>
                  <a:cubicBezTo>
                    <a:pt x="2" y="12"/>
                    <a:pt x="4" y="12"/>
                    <a:pt x="6" y="12"/>
                  </a:cubicBezTo>
                  <a:cubicBezTo>
                    <a:pt x="6" y="9"/>
                    <a:pt x="12" y="2"/>
                    <a:pt x="7" y="1"/>
                  </a:cubicBezTo>
                </a:path>
              </a:pathLst>
            </a:custGeom>
            <a:solidFill>
              <a:srgbClr val="D7D7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4982" name="Freeform 601">
              <a:extLst>
                <a:ext uri="{FF2B5EF4-FFF2-40B4-BE49-F238E27FC236}">
                  <a16:creationId xmlns:a16="http://schemas.microsoft.com/office/drawing/2014/main" id="{9DE5AEE4-6BEA-407C-8B7F-5BF183021B6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7" y="1277"/>
              <a:ext cx="14" cy="19"/>
            </a:xfrm>
            <a:custGeom>
              <a:avLst/>
              <a:gdLst>
                <a:gd name="T0" fmla="*/ 19 w 9"/>
                <a:gd name="T1" fmla="*/ 0 h 12"/>
                <a:gd name="T2" fmla="*/ 0 w 9"/>
                <a:gd name="T3" fmla="*/ 48 h 12"/>
                <a:gd name="T4" fmla="*/ 26 w 9"/>
                <a:gd name="T5" fmla="*/ 27 h 12"/>
                <a:gd name="T6" fmla="*/ 19 w 9"/>
                <a:gd name="T7" fmla="*/ 5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2">
                  <a:moveTo>
                    <a:pt x="5" y="0"/>
                  </a:moveTo>
                  <a:cubicBezTo>
                    <a:pt x="3" y="3"/>
                    <a:pt x="0" y="8"/>
                    <a:pt x="0" y="12"/>
                  </a:cubicBezTo>
                  <a:cubicBezTo>
                    <a:pt x="5" y="12"/>
                    <a:pt x="5" y="11"/>
                    <a:pt x="7" y="7"/>
                  </a:cubicBezTo>
                  <a:cubicBezTo>
                    <a:pt x="8" y="3"/>
                    <a:pt x="9" y="2"/>
                    <a:pt x="5" y="1"/>
                  </a:cubicBezTo>
                </a:path>
              </a:pathLst>
            </a:custGeom>
            <a:solidFill>
              <a:srgbClr val="D7D7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4983" name="Freeform 602">
              <a:extLst>
                <a:ext uri="{FF2B5EF4-FFF2-40B4-BE49-F238E27FC236}">
                  <a16:creationId xmlns:a16="http://schemas.microsoft.com/office/drawing/2014/main" id="{7F0D8F1C-ADF5-4E88-BAAC-BDB59D682D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1" y="1280"/>
              <a:ext cx="15" cy="27"/>
            </a:xfrm>
            <a:custGeom>
              <a:avLst/>
              <a:gdLst>
                <a:gd name="T0" fmla="*/ 22 w 9"/>
                <a:gd name="T1" fmla="*/ 5 h 17"/>
                <a:gd name="T2" fmla="*/ 20 w 9"/>
                <a:gd name="T3" fmla="*/ 0 h 17"/>
                <a:gd name="T4" fmla="*/ 5 w 9"/>
                <a:gd name="T5" fmla="*/ 60 h 17"/>
                <a:gd name="T6" fmla="*/ 28 w 9"/>
                <a:gd name="T7" fmla="*/ 64 h 17"/>
                <a:gd name="T8" fmla="*/ 42 w 9"/>
                <a:gd name="T9" fmla="*/ 21 h 17"/>
                <a:gd name="T10" fmla="*/ 20 w 9"/>
                <a:gd name="T11" fmla="*/ 5 h 1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" h="17">
                  <a:moveTo>
                    <a:pt x="5" y="1"/>
                  </a:moveTo>
                  <a:cubicBezTo>
                    <a:pt x="5" y="0"/>
                    <a:pt x="5" y="0"/>
                    <a:pt x="4" y="0"/>
                  </a:cubicBezTo>
                  <a:cubicBezTo>
                    <a:pt x="4" y="5"/>
                    <a:pt x="0" y="10"/>
                    <a:pt x="1" y="15"/>
                  </a:cubicBezTo>
                  <a:cubicBezTo>
                    <a:pt x="3" y="15"/>
                    <a:pt x="4" y="17"/>
                    <a:pt x="6" y="16"/>
                  </a:cubicBezTo>
                  <a:cubicBezTo>
                    <a:pt x="6" y="12"/>
                    <a:pt x="9" y="9"/>
                    <a:pt x="9" y="5"/>
                  </a:cubicBezTo>
                  <a:cubicBezTo>
                    <a:pt x="9" y="1"/>
                    <a:pt x="6" y="3"/>
                    <a:pt x="4" y="1"/>
                  </a:cubicBezTo>
                </a:path>
              </a:pathLst>
            </a:custGeom>
            <a:solidFill>
              <a:srgbClr val="D7D7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4984" name="Freeform 603">
              <a:extLst>
                <a:ext uri="{FF2B5EF4-FFF2-40B4-BE49-F238E27FC236}">
                  <a16:creationId xmlns:a16="http://schemas.microsoft.com/office/drawing/2014/main" id="{9AA26670-8303-49BF-8EA3-23A62FB555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6" y="1283"/>
              <a:ext cx="15" cy="24"/>
            </a:xfrm>
            <a:custGeom>
              <a:avLst/>
              <a:gdLst>
                <a:gd name="T0" fmla="*/ 13 w 9"/>
                <a:gd name="T1" fmla="*/ 5 h 15"/>
                <a:gd name="T2" fmla="*/ 0 w 9"/>
                <a:gd name="T3" fmla="*/ 56 h 15"/>
                <a:gd name="T4" fmla="*/ 22 w 9"/>
                <a:gd name="T5" fmla="*/ 61 h 15"/>
                <a:gd name="T6" fmla="*/ 13 w 9"/>
                <a:gd name="T7" fmla="*/ 13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5">
                  <a:moveTo>
                    <a:pt x="3" y="1"/>
                  </a:moveTo>
                  <a:cubicBezTo>
                    <a:pt x="3" y="5"/>
                    <a:pt x="1" y="10"/>
                    <a:pt x="0" y="14"/>
                  </a:cubicBezTo>
                  <a:cubicBezTo>
                    <a:pt x="1" y="14"/>
                    <a:pt x="3" y="15"/>
                    <a:pt x="5" y="15"/>
                  </a:cubicBezTo>
                  <a:cubicBezTo>
                    <a:pt x="5" y="13"/>
                    <a:pt x="9" y="0"/>
                    <a:pt x="3" y="3"/>
                  </a:cubicBezTo>
                </a:path>
              </a:pathLst>
            </a:custGeom>
            <a:solidFill>
              <a:srgbClr val="D7D7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4985" name="Freeform 604">
              <a:extLst>
                <a:ext uri="{FF2B5EF4-FFF2-40B4-BE49-F238E27FC236}">
                  <a16:creationId xmlns:a16="http://schemas.microsoft.com/office/drawing/2014/main" id="{46AFBD26-10A9-41D8-827E-91BC2FE1C1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7" y="1288"/>
              <a:ext cx="12" cy="22"/>
            </a:xfrm>
            <a:custGeom>
              <a:avLst/>
              <a:gdLst>
                <a:gd name="T0" fmla="*/ 5 w 8"/>
                <a:gd name="T1" fmla="*/ 0 h 14"/>
                <a:gd name="T2" fmla="*/ 0 w 8"/>
                <a:gd name="T3" fmla="*/ 55 h 14"/>
                <a:gd name="T4" fmla="*/ 21 w 8"/>
                <a:gd name="T5" fmla="*/ 49 h 14"/>
                <a:gd name="T6" fmla="*/ 21 w 8"/>
                <a:gd name="T7" fmla="*/ 22 h 14"/>
                <a:gd name="T8" fmla="*/ 21 w 8"/>
                <a:gd name="T9" fmla="*/ 5 h 14"/>
                <a:gd name="T10" fmla="*/ 5 w 8"/>
                <a:gd name="T11" fmla="*/ 5 h 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" h="14">
                  <a:moveTo>
                    <a:pt x="1" y="0"/>
                  </a:moveTo>
                  <a:cubicBezTo>
                    <a:pt x="1" y="5"/>
                    <a:pt x="0" y="9"/>
                    <a:pt x="0" y="14"/>
                  </a:cubicBezTo>
                  <a:cubicBezTo>
                    <a:pt x="2" y="14"/>
                    <a:pt x="5" y="14"/>
                    <a:pt x="6" y="13"/>
                  </a:cubicBezTo>
                  <a:cubicBezTo>
                    <a:pt x="8" y="11"/>
                    <a:pt x="7" y="8"/>
                    <a:pt x="6" y="6"/>
                  </a:cubicBezTo>
                  <a:cubicBezTo>
                    <a:pt x="6" y="4"/>
                    <a:pt x="7" y="2"/>
                    <a:pt x="6" y="1"/>
                  </a:cubicBezTo>
                  <a:cubicBezTo>
                    <a:pt x="5" y="0"/>
                    <a:pt x="2" y="1"/>
                    <a:pt x="1" y="1"/>
                  </a:cubicBezTo>
                </a:path>
              </a:pathLst>
            </a:custGeom>
            <a:solidFill>
              <a:srgbClr val="D7D7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4986" name="Freeform 605">
              <a:extLst>
                <a:ext uri="{FF2B5EF4-FFF2-40B4-BE49-F238E27FC236}">
                  <a16:creationId xmlns:a16="http://schemas.microsoft.com/office/drawing/2014/main" id="{F6A9C946-652A-4E34-AE2C-22253F5038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9" y="1287"/>
              <a:ext cx="9" cy="20"/>
            </a:xfrm>
            <a:custGeom>
              <a:avLst/>
              <a:gdLst>
                <a:gd name="T0" fmla="*/ 0 w 6"/>
                <a:gd name="T1" fmla="*/ 8 h 13"/>
                <a:gd name="T2" fmla="*/ 0 w 6"/>
                <a:gd name="T3" fmla="*/ 8 h 13"/>
                <a:gd name="T4" fmla="*/ 0 w 6"/>
                <a:gd name="T5" fmla="*/ 48 h 13"/>
                <a:gd name="T6" fmla="*/ 21 w 6"/>
                <a:gd name="T7" fmla="*/ 40 h 13"/>
                <a:gd name="T8" fmla="*/ 14 w 6"/>
                <a:gd name="T9" fmla="*/ 12 h 13"/>
                <a:gd name="T10" fmla="*/ 5 w 6"/>
                <a:gd name="T11" fmla="*/ 5 h 1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" h="13">
                  <a:moveTo>
                    <a:pt x="0" y="2"/>
                  </a:moveTo>
                  <a:cubicBezTo>
                    <a:pt x="0" y="1"/>
                    <a:pt x="0" y="1"/>
                    <a:pt x="0" y="2"/>
                  </a:cubicBezTo>
                  <a:cubicBezTo>
                    <a:pt x="1" y="6"/>
                    <a:pt x="1" y="10"/>
                    <a:pt x="0" y="13"/>
                  </a:cubicBezTo>
                  <a:cubicBezTo>
                    <a:pt x="2" y="13"/>
                    <a:pt x="4" y="12"/>
                    <a:pt x="6" y="11"/>
                  </a:cubicBezTo>
                  <a:cubicBezTo>
                    <a:pt x="4" y="8"/>
                    <a:pt x="5" y="6"/>
                    <a:pt x="4" y="3"/>
                  </a:cubicBezTo>
                  <a:cubicBezTo>
                    <a:pt x="3" y="0"/>
                    <a:pt x="3" y="1"/>
                    <a:pt x="1" y="1"/>
                  </a:cubicBezTo>
                </a:path>
              </a:pathLst>
            </a:custGeom>
            <a:solidFill>
              <a:srgbClr val="D7D7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4987" name="Freeform 606">
              <a:extLst>
                <a:ext uri="{FF2B5EF4-FFF2-40B4-BE49-F238E27FC236}">
                  <a16:creationId xmlns:a16="http://schemas.microsoft.com/office/drawing/2014/main" id="{E38D9A66-D2B3-495B-B119-2F351A0C06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0" y="1276"/>
              <a:ext cx="17" cy="20"/>
            </a:xfrm>
            <a:custGeom>
              <a:avLst/>
              <a:gdLst>
                <a:gd name="T0" fmla="*/ 5 w 11"/>
                <a:gd name="T1" fmla="*/ 8 h 13"/>
                <a:gd name="T2" fmla="*/ 19 w 11"/>
                <a:gd name="T3" fmla="*/ 48 h 13"/>
                <a:gd name="T4" fmla="*/ 40 w 11"/>
                <a:gd name="T5" fmla="*/ 28 h 13"/>
                <a:gd name="T6" fmla="*/ 19 w 11"/>
                <a:gd name="T7" fmla="*/ 5 h 13"/>
                <a:gd name="T8" fmla="*/ 0 w 11"/>
                <a:gd name="T9" fmla="*/ 8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3">
                  <a:moveTo>
                    <a:pt x="1" y="2"/>
                  </a:moveTo>
                  <a:cubicBezTo>
                    <a:pt x="1" y="5"/>
                    <a:pt x="3" y="10"/>
                    <a:pt x="5" y="13"/>
                  </a:cubicBezTo>
                  <a:cubicBezTo>
                    <a:pt x="7" y="12"/>
                    <a:pt x="9" y="10"/>
                    <a:pt x="11" y="8"/>
                  </a:cubicBezTo>
                  <a:cubicBezTo>
                    <a:pt x="8" y="7"/>
                    <a:pt x="7" y="3"/>
                    <a:pt x="5" y="1"/>
                  </a:cubicBezTo>
                  <a:cubicBezTo>
                    <a:pt x="3" y="0"/>
                    <a:pt x="3" y="1"/>
                    <a:pt x="0" y="2"/>
                  </a:cubicBezTo>
                </a:path>
              </a:pathLst>
            </a:custGeom>
            <a:solidFill>
              <a:srgbClr val="D7D7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4988" name="Freeform 607">
              <a:extLst>
                <a:ext uri="{FF2B5EF4-FFF2-40B4-BE49-F238E27FC236}">
                  <a16:creationId xmlns:a16="http://schemas.microsoft.com/office/drawing/2014/main" id="{FEED3E8D-CC50-4B31-8A18-0C0F6F6E87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2" y="1269"/>
              <a:ext cx="9" cy="14"/>
            </a:xfrm>
            <a:custGeom>
              <a:avLst/>
              <a:gdLst>
                <a:gd name="T0" fmla="*/ 0 w 6"/>
                <a:gd name="T1" fmla="*/ 5 h 9"/>
                <a:gd name="T2" fmla="*/ 14 w 6"/>
                <a:gd name="T3" fmla="*/ 34 h 9"/>
                <a:gd name="T4" fmla="*/ 21 w 6"/>
                <a:gd name="T5" fmla="*/ 19 h 9"/>
                <a:gd name="T6" fmla="*/ 5 w 6"/>
                <a:gd name="T7" fmla="*/ 0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9">
                  <a:moveTo>
                    <a:pt x="0" y="1"/>
                  </a:moveTo>
                  <a:cubicBezTo>
                    <a:pt x="2" y="3"/>
                    <a:pt x="3" y="7"/>
                    <a:pt x="4" y="9"/>
                  </a:cubicBezTo>
                  <a:cubicBezTo>
                    <a:pt x="5" y="8"/>
                    <a:pt x="5" y="7"/>
                    <a:pt x="6" y="5"/>
                  </a:cubicBezTo>
                  <a:cubicBezTo>
                    <a:pt x="4" y="5"/>
                    <a:pt x="2" y="2"/>
                    <a:pt x="1" y="0"/>
                  </a:cubicBezTo>
                </a:path>
              </a:pathLst>
            </a:custGeom>
            <a:solidFill>
              <a:srgbClr val="D7D7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4989" name="Freeform 608">
              <a:extLst>
                <a:ext uri="{FF2B5EF4-FFF2-40B4-BE49-F238E27FC236}">
                  <a16:creationId xmlns:a16="http://schemas.microsoft.com/office/drawing/2014/main" id="{CAD977FC-D8CC-44B7-9ADE-F960126FB3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2" y="1255"/>
              <a:ext cx="13" cy="14"/>
            </a:xfrm>
            <a:custGeom>
              <a:avLst/>
              <a:gdLst>
                <a:gd name="T0" fmla="*/ 0 w 8"/>
                <a:gd name="T1" fmla="*/ 5 h 9"/>
                <a:gd name="T2" fmla="*/ 26 w 8"/>
                <a:gd name="T3" fmla="*/ 34 h 9"/>
                <a:gd name="T4" fmla="*/ 34 w 8"/>
                <a:gd name="T5" fmla="*/ 22 h 9"/>
                <a:gd name="T6" fmla="*/ 8 w 8"/>
                <a:gd name="T7" fmla="*/ 0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9">
                  <a:moveTo>
                    <a:pt x="0" y="1"/>
                  </a:moveTo>
                  <a:cubicBezTo>
                    <a:pt x="2" y="3"/>
                    <a:pt x="4" y="7"/>
                    <a:pt x="6" y="9"/>
                  </a:cubicBezTo>
                  <a:cubicBezTo>
                    <a:pt x="6" y="8"/>
                    <a:pt x="7" y="7"/>
                    <a:pt x="8" y="6"/>
                  </a:cubicBezTo>
                  <a:cubicBezTo>
                    <a:pt x="5" y="5"/>
                    <a:pt x="3" y="2"/>
                    <a:pt x="2" y="0"/>
                  </a:cubicBezTo>
                </a:path>
              </a:pathLst>
            </a:custGeom>
            <a:solidFill>
              <a:srgbClr val="D7D7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4990" name="Freeform 609">
              <a:extLst>
                <a:ext uri="{FF2B5EF4-FFF2-40B4-BE49-F238E27FC236}">
                  <a16:creationId xmlns:a16="http://schemas.microsoft.com/office/drawing/2014/main" id="{0D0941D0-CE3A-4BAC-8300-274611307B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2" y="1226"/>
              <a:ext cx="24" cy="15"/>
            </a:xfrm>
            <a:custGeom>
              <a:avLst/>
              <a:gdLst>
                <a:gd name="T0" fmla="*/ 13 w 15"/>
                <a:gd name="T1" fmla="*/ 0 h 10"/>
                <a:gd name="T2" fmla="*/ 29 w 15"/>
                <a:gd name="T3" fmla="*/ 12 h 10"/>
                <a:gd name="T4" fmla="*/ 61 w 15"/>
                <a:gd name="T5" fmla="*/ 21 h 10"/>
                <a:gd name="T6" fmla="*/ 35 w 15"/>
                <a:gd name="T7" fmla="*/ 35 h 10"/>
                <a:gd name="T8" fmla="*/ 0 w 15"/>
                <a:gd name="T9" fmla="*/ 12 h 10"/>
                <a:gd name="T10" fmla="*/ 8 w 15"/>
                <a:gd name="T11" fmla="*/ 0 h 1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" h="10">
                  <a:moveTo>
                    <a:pt x="3" y="0"/>
                  </a:moveTo>
                  <a:cubicBezTo>
                    <a:pt x="3" y="0"/>
                    <a:pt x="6" y="2"/>
                    <a:pt x="7" y="3"/>
                  </a:cubicBezTo>
                  <a:cubicBezTo>
                    <a:pt x="9" y="4"/>
                    <a:pt x="13" y="4"/>
                    <a:pt x="15" y="6"/>
                  </a:cubicBezTo>
                  <a:cubicBezTo>
                    <a:pt x="12" y="7"/>
                    <a:pt x="11" y="9"/>
                    <a:pt x="9" y="10"/>
                  </a:cubicBezTo>
                  <a:cubicBezTo>
                    <a:pt x="7" y="7"/>
                    <a:pt x="3" y="5"/>
                    <a:pt x="0" y="3"/>
                  </a:cubicBezTo>
                  <a:cubicBezTo>
                    <a:pt x="1" y="2"/>
                    <a:pt x="2" y="1"/>
                    <a:pt x="2" y="0"/>
                  </a:cubicBezTo>
                </a:path>
              </a:pathLst>
            </a:custGeom>
            <a:solidFill>
              <a:srgbClr val="D7D7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4991" name="Freeform 610">
              <a:extLst>
                <a:ext uri="{FF2B5EF4-FFF2-40B4-BE49-F238E27FC236}">
                  <a16:creationId xmlns:a16="http://schemas.microsoft.com/office/drawing/2014/main" id="{60F696A7-BAE6-4D64-88EB-7B71757672F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4" y="1217"/>
              <a:ext cx="955" cy="1112"/>
            </a:xfrm>
            <a:custGeom>
              <a:avLst/>
              <a:gdLst>
                <a:gd name="T0" fmla="*/ 880 w 610"/>
                <a:gd name="T1" fmla="*/ 0 h 715"/>
                <a:gd name="T2" fmla="*/ 1166 w 610"/>
                <a:gd name="T3" fmla="*/ 156 h 715"/>
                <a:gd name="T4" fmla="*/ 1473 w 610"/>
                <a:gd name="T5" fmla="*/ 8 h 715"/>
                <a:gd name="T6" fmla="*/ 2137 w 610"/>
                <a:gd name="T7" fmla="*/ 323 h 715"/>
                <a:gd name="T8" fmla="*/ 2341 w 610"/>
                <a:gd name="T9" fmla="*/ 1171 h 715"/>
                <a:gd name="T10" fmla="*/ 1968 w 610"/>
                <a:gd name="T11" fmla="*/ 1212 h 715"/>
                <a:gd name="T12" fmla="*/ 1858 w 610"/>
                <a:gd name="T13" fmla="*/ 2380 h 715"/>
                <a:gd name="T14" fmla="*/ 488 w 610"/>
                <a:gd name="T15" fmla="*/ 2412 h 715"/>
                <a:gd name="T16" fmla="*/ 402 w 610"/>
                <a:gd name="T17" fmla="*/ 1254 h 715"/>
                <a:gd name="T18" fmla="*/ 0 w 610"/>
                <a:gd name="T19" fmla="*/ 1177 h 715"/>
                <a:gd name="T20" fmla="*/ 218 w 610"/>
                <a:gd name="T21" fmla="*/ 305 h 715"/>
                <a:gd name="T22" fmla="*/ 880 w 610"/>
                <a:gd name="T23" fmla="*/ 0 h 71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10" h="715">
                  <a:moveTo>
                    <a:pt x="229" y="0"/>
                  </a:moveTo>
                  <a:cubicBezTo>
                    <a:pt x="229" y="0"/>
                    <a:pt x="256" y="41"/>
                    <a:pt x="304" y="41"/>
                  </a:cubicBezTo>
                  <a:cubicBezTo>
                    <a:pt x="352" y="41"/>
                    <a:pt x="384" y="2"/>
                    <a:pt x="384" y="2"/>
                  </a:cubicBezTo>
                  <a:cubicBezTo>
                    <a:pt x="384" y="2"/>
                    <a:pt x="544" y="76"/>
                    <a:pt x="557" y="86"/>
                  </a:cubicBezTo>
                  <a:cubicBezTo>
                    <a:pt x="570" y="96"/>
                    <a:pt x="600" y="159"/>
                    <a:pt x="610" y="311"/>
                  </a:cubicBezTo>
                  <a:cubicBezTo>
                    <a:pt x="610" y="311"/>
                    <a:pt x="572" y="328"/>
                    <a:pt x="513" y="322"/>
                  </a:cubicBezTo>
                  <a:cubicBezTo>
                    <a:pt x="513" y="322"/>
                    <a:pt x="504" y="596"/>
                    <a:pt x="484" y="633"/>
                  </a:cubicBezTo>
                  <a:cubicBezTo>
                    <a:pt x="484" y="633"/>
                    <a:pt x="323" y="715"/>
                    <a:pt x="127" y="641"/>
                  </a:cubicBezTo>
                  <a:cubicBezTo>
                    <a:pt x="127" y="641"/>
                    <a:pt x="110" y="568"/>
                    <a:pt x="105" y="333"/>
                  </a:cubicBezTo>
                  <a:cubicBezTo>
                    <a:pt x="105" y="333"/>
                    <a:pt x="39" y="340"/>
                    <a:pt x="0" y="313"/>
                  </a:cubicBezTo>
                  <a:cubicBezTo>
                    <a:pt x="0" y="313"/>
                    <a:pt x="6" y="130"/>
                    <a:pt x="57" y="81"/>
                  </a:cubicBezTo>
                  <a:cubicBezTo>
                    <a:pt x="57" y="81"/>
                    <a:pt x="171" y="21"/>
                    <a:pt x="229" y="0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4992" name="Freeform 611">
              <a:extLst>
                <a:ext uri="{FF2B5EF4-FFF2-40B4-BE49-F238E27FC236}">
                  <a16:creationId xmlns:a16="http://schemas.microsoft.com/office/drawing/2014/main" id="{DF71E0D2-7F2D-4E2E-B07E-D09B426163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6" y="1459"/>
              <a:ext cx="13" cy="170"/>
            </a:xfrm>
            <a:custGeom>
              <a:avLst/>
              <a:gdLst>
                <a:gd name="T0" fmla="*/ 5 w 8"/>
                <a:gd name="T1" fmla="*/ 0 h 109"/>
                <a:gd name="T2" fmla="*/ 26 w 8"/>
                <a:gd name="T3" fmla="*/ 61 h 109"/>
                <a:gd name="T4" fmla="*/ 34 w 8"/>
                <a:gd name="T5" fmla="*/ 161 h 109"/>
                <a:gd name="T6" fmla="*/ 21 w 8"/>
                <a:gd name="T7" fmla="*/ 290 h 109"/>
                <a:gd name="T8" fmla="*/ 0 w 8"/>
                <a:gd name="T9" fmla="*/ 413 h 10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109">
                  <a:moveTo>
                    <a:pt x="1" y="0"/>
                  </a:moveTo>
                  <a:cubicBezTo>
                    <a:pt x="1" y="5"/>
                    <a:pt x="5" y="11"/>
                    <a:pt x="6" y="16"/>
                  </a:cubicBezTo>
                  <a:cubicBezTo>
                    <a:pt x="8" y="24"/>
                    <a:pt x="8" y="33"/>
                    <a:pt x="8" y="42"/>
                  </a:cubicBezTo>
                  <a:cubicBezTo>
                    <a:pt x="8" y="53"/>
                    <a:pt x="6" y="65"/>
                    <a:pt x="5" y="76"/>
                  </a:cubicBezTo>
                  <a:cubicBezTo>
                    <a:pt x="4" y="86"/>
                    <a:pt x="4" y="100"/>
                    <a:pt x="0" y="109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4993" name="Freeform 612">
              <a:extLst>
                <a:ext uri="{FF2B5EF4-FFF2-40B4-BE49-F238E27FC236}">
                  <a16:creationId xmlns:a16="http://schemas.microsoft.com/office/drawing/2014/main" id="{9A66D4A1-78D9-4688-A8C3-68843AB6A9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6" y="1448"/>
              <a:ext cx="17" cy="81"/>
            </a:xfrm>
            <a:custGeom>
              <a:avLst/>
              <a:gdLst>
                <a:gd name="T0" fmla="*/ 12 w 11"/>
                <a:gd name="T1" fmla="*/ 196 h 52"/>
                <a:gd name="T2" fmla="*/ 22 w 11"/>
                <a:gd name="T3" fmla="*/ 107 h 52"/>
                <a:gd name="T4" fmla="*/ 40 w 11"/>
                <a:gd name="T5" fmla="*/ 0 h 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52">
                  <a:moveTo>
                    <a:pt x="3" y="52"/>
                  </a:moveTo>
                  <a:cubicBezTo>
                    <a:pt x="0" y="46"/>
                    <a:pt x="4" y="34"/>
                    <a:pt x="6" y="28"/>
                  </a:cubicBezTo>
                  <a:cubicBezTo>
                    <a:pt x="8" y="18"/>
                    <a:pt x="10" y="9"/>
                    <a:pt x="11" y="0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4994" name="Freeform 613">
              <a:extLst>
                <a:ext uri="{FF2B5EF4-FFF2-40B4-BE49-F238E27FC236}">
                  <a16:creationId xmlns:a16="http://schemas.microsoft.com/office/drawing/2014/main" id="{2430DA3F-731F-4745-A23E-5EFE1B3FA0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3" y="1439"/>
              <a:ext cx="27" cy="117"/>
            </a:xfrm>
            <a:custGeom>
              <a:avLst/>
              <a:gdLst>
                <a:gd name="T0" fmla="*/ 68 w 17"/>
                <a:gd name="T1" fmla="*/ 285 h 75"/>
                <a:gd name="T2" fmla="*/ 56 w 17"/>
                <a:gd name="T3" fmla="*/ 151 h 75"/>
                <a:gd name="T4" fmla="*/ 0 w 17"/>
                <a:gd name="T5" fmla="*/ 0 h 7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75">
                  <a:moveTo>
                    <a:pt x="17" y="75"/>
                  </a:moveTo>
                  <a:cubicBezTo>
                    <a:pt x="17" y="63"/>
                    <a:pt x="16" y="51"/>
                    <a:pt x="14" y="40"/>
                  </a:cubicBezTo>
                  <a:cubicBezTo>
                    <a:pt x="11" y="25"/>
                    <a:pt x="4" y="14"/>
                    <a:pt x="0" y="0"/>
                  </a:cubicBezTo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4995" name="Freeform 614">
              <a:extLst>
                <a:ext uri="{FF2B5EF4-FFF2-40B4-BE49-F238E27FC236}">
                  <a16:creationId xmlns:a16="http://schemas.microsoft.com/office/drawing/2014/main" id="{9922DDA8-E865-4841-8F9A-F1BE19E981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7" y="1455"/>
              <a:ext cx="20" cy="74"/>
            </a:xfrm>
            <a:custGeom>
              <a:avLst/>
              <a:gdLst>
                <a:gd name="T0" fmla="*/ 8 w 13"/>
                <a:gd name="T1" fmla="*/ 176 h 48"/>
                <a:gd name="T2" fmla="*/ 22 w 13"/>
                <a:gd name="T3" fmla="*/ 100 h 48"/>
                <a:gd name="T4" fmla="*/ 48 w 13"/>
                <a:gd name="T5" fmla="*/ 0 h 4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48">
                  <a:moveTo>
                    <a:pt x="2" y="48"/>
                  </a:moveTo>
                  <a:cubicBezTo>
                    <a:pt x="0" y="41"/>
                    <a:pt x="4" y="33"/>
                    <a:pt x="6" y="27"/>
                  </a:cubicBezTo>
                  <a:cubicBezTo>
                    <a:pt x="9" y="18"/>
                    <a:pt x="10" y="9"/>
                    <a:pt x="13" y="0"/>
                  </a:cubicBezTo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4996" name="Freeform 615">
              <a:extLst>
                <a:ext uri="{FF2B5EF4-FFF2-40B4-BE49-F238E27FC236}">
                  <a16:creationId xmlns:a16="http://schemas.microsoft.com/office/drawing/2014/main" id="{E89D5496-C2D8-48A2-9EEA-E259B25A7C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0" y="1599"/>
              <a:ext cx="5" cy="58"/>
            </a:xfrm>
            <a:custGeom>
              <a:avLst/>
              <a:gdLst>
                <a:gd name="T0" fmla="*/ 0 w 3"/>
                <a:gd name="T1" fmla="*/ 0 h 37"/>
                <a:gd name="T2" fmla="*/ 5 w 3"/>
                <a:gd name="T3" fmla="*/ 77 h 37"/>
                <a:gd name="T4" fmla="*/ 13 w 3"/>
                <a:gd name="T5" fmla="*/ 143 h 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7">
                  <a:moveTo>
                    <a:pt x="0" y="0"/>
                  </a:moveTo>
                  <a:cubicBezTo>
                    <a:pt x="2" y="6"/>
                    <a:pt x="1" y="14"/>
                    <a:pt x="1" y="20"/>
                  </a:cubicBezTo>
                  <a:cubicBezTo>
                    <a:pt x="1" y="26"/>
                    <a:pt x="2" y="31"/>
                    <a:pt x="3" y="37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4997" name="Freeform 616">
              <a:extLst>
                <a:ext uri="{FF2B5EF4-FFF2-40B4-BE49-F238E27FC236}">
                  <a16:creationId xmlns:a16="http://schemas.microsoft.com/office/drawing/2014/main" id="{32EC3660-C49A-40F1-844D-2422A56EAB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7" y="1234"/>
              <a:ext cx="25" cy="29"/>
            </a:xfrm>
            <a:custGeom>
              <a:avLst/>
              <a:gdLst>
                <a:gd name="T0" fmla="*/ 0 w 16"/>
                <a:gd name="T1" fmla="*/ 67 h 19"/>
                <a:gd name="T2" fmla="*/ 61 w 16"/>
                <a:gd name="T3" fmla="*/ 0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9">
                  <a:moveTo>
                    <a:pt x="0" y="19"/>
                  </a:moveTo>
                  <a:cubicBezTo>
                    <a:pt x="11" y="9"/>
                    <a:pt x="16" y="0"/>
                    <a:pt x="16" y="0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4998" name="Freeform 617">
              <a:extLst>
                <a:ext uri="{FF2B5EF4-FFF2-40B4-BE49-F238E27FC236}">
                  <a16:creationId xmlns:a16="http://schemas.microsoft.com/office/drawing/2014/main" id="{A3C28E28-E6DE-4168-8EC3-D97C1CF545E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5" y="1268"/>
              <a:ext cx="17" cy="15"/>
            </a:xfrm>
            <a:custGeom>
              <a:avLst/>
              <a:gdLst>
                <a:gd name="T0" fmla="*/ 0 w 11"/>
                <a:gd name="T1" fmla="*/ 35 h 10"/>
                <a:gd name="T2" fmla="*/ 40 w 11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0">
                  <a:moveTo>
                    <a:pt x="0" y="10"/>
                  </a:moveTo>
                  <a:cubicBezTo>
                    <a:pt x="4" y="7"/>
                    <a:pt x="8" y="4"/>
                    <a:pt x="11" y="0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4999" name="Freeform 618">
              <a:extLst>
                <a:ext uri="{FF2B5EF4-FFF2-40B4-BE49-F238E27FC236}">
                  <a16:creationId xmlns:a16="http://schemas.microsoft.com/office/drawing/2014/main" id="{890FDC78-B613-4B2E-B312-7078823D4B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5" y="1288"/>
              <a:ext cx="22" cy="11"/>
            </a:xfrm>
            <a:custGeom>
              <a:avLst/>
              <a:gdLst>
                <a:gd name="T0" fmla="*/ 0 w 14"/>
                <a:gd name="T1" fmla="*/ 27 h 7"/>
                <a:gd name="T2" fmla="*/ 55 w 14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7">
                  <a:moveTo>
                    <a:pt x="0" y="7"/>
                  </a:moveTo>
                  <a:cubicBezTo>
                    <a:pt x="5" y="5"/>
                    <a:pt x="10" y="3"/>
                    <a:pt x="14" y="0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000" name="Freeform 619">
              <a:extLst>
                <a:ext uri="{FF2B5EF4-FFF2-40B4-BE49-F238E27FC236}">
                  <a16:creationId xmlns:a16="http://schemas.microsoft.com/office/drawing/2014/main" id="{253AB30F-D3AB-49C1-8EA3-E40EDA2E75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6" y="1229"/>
              <a:ext cx="199" cy="89"/>
            </a:xfrm>
            <a:custGeom>
              <a:avLst/>
              <a:gdLst>
                <a:gd name="T0" fmla="*/ 0 w 127"/>
                <a:gd name="T1" fmla="*/ 0 h 57"/>
                <a:gd name="T2" fmla="*/ 365 w 127"/>
                <a:gd name="T3" fmla="*/ 209 h 57"/>
                <a:gd name="T4" fmla="*/ 489 w 127"/>
                <a:gd name="T5" fmla="*/ 190 h 5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7" h="57">
                  <a:moveTo>
                    <a:pt x="0" y="0"/>
                  </a:moveTo>
                  <a:cubicBezTo>
                    <a:pt x="0" y="0"/>
                    <a:pt x="26" y="57"/>
                    <a:pt x="95" y="55"/>
                  </a:cubicBezTo>
                  <a:cubicBezTo>
                    <a:pt x="107" y="55"/>
                    <a:pt x="118" y="53"/>
                    <a:pt x="127" y="50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001" name="Freeform 620">
              <a:extLst>
                <a:ext uri="{FF2B5EF4-FFF2-40B4-BE49-F238E27FC236}">
                  <a16:creationId xmlns:a16="http://schemas.microsoft.com/office/drawing/2014/main" id="{15547641-E20E-4FF1-8809-24AF5886DB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6" y="3844"/>
              <a:ext cx="94" cy="37"/>
            </a:xfrm>
            <a:custGeom>
              <a:avLst/>
              <a:gdLst>
                <a:gd name="T0" fmla="*/ 14 w 60"/>
                <a:gd name="T1" fmla="*/ 48 h 24"/>
                <a:gd name="T2" fmla="*/ 27 w 60"/>
                <a:gd name="T3" fmla="*/ 12 h 24"/>
                <a:gd name="T4" fmla="*/ 66 w 60"/>
                <a:gd name="T5" fmla="*/ 22 h 24"/>
                <a:gd name="T6" fmla="*/ 130 w 60"/>
                <a:gd name="T7" fmla="*/ 26 h 24"/>
                <a:gd name="T8" fmla="*/ 216 w 60"/>
                <a:gd name="T9" fmla="*/ 29 h 24"/>
                <a:gd name="T10" fmla="*/ 212 w 60"/>
                <a:gd name="T11" fmla="*/ 88 h 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0" h="24">
                  <a:moveTo>
                    <a:pt x="4" y="13"/>
                  </a:moveTo>
                  <a:cubicBezTo>
                    <a:pt x="0" y="9"/>
                    <a:pt x="0" y="0"/>
                    <a:pt x="7" y="3"/>
                  </a:cubicBezTo>
                  <a:cubicBezTo>
                    <a:pt x="10" y="4"/>
                    <a:pt x="13" y="6"/>
                    <a:pt x="17" y="6"/>
                  </a:cubicBezTo>
                  <a:cubicBezTo>
                    <a:pt x="22" y="8"/>
                    <a:pt x="29" y="6"/>
                    <a:pt x="34" y="7"/>
                  </a:cubicBezTo>
                  <a:cubicBezTo>
                    <a:pt x="40" y="7"/>
                    <a:pt x="51" y="5"/>
                    <a:pt x="56" y="8"/>
                  </a:cubicBezTo>
                  <a:cubicBezTo>
                    <a:pt x="60" y="12"/>
                    <a:pt x="57" y="19"/>
                    <a:pt x="55" y="24"/>
                  </a:cubicBezTo>
                </a:path>
              </a:pathLst>
            </a:custGeom>
            <a:solidFill>
              <a:srgbClr val="BBBB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002" name="Freeform 621">
              <a:extLst>
                <a:ext uri="{FF2B5EF4-FFF2-40B4-BE49-F238E27FC236}">
                  <a16:creationId xmlns:a16="http://schemas.microsoft.com/office/drawing/2014/main" id="{96CE7929-9E5B-4C58-86C1-F67D7C95B3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8" y="3853"/>
              <a:ext cx="266" cy="217"/>
            </a:xfrm>
            <a:custGeom>
              <a:avLst/>
              <a:gdLst>
                <a:gd name="T0" fmla="*/ 311 w 170"/>
                <a:gd name="T1" fmla="*/ 8 h 139"/>
                <a:gd name="T2" fmla="*/ 612 w 170"/>
                <a:gd name="T3" fmla="*/ 0 h 139"/>
                <a:gd name="T4" fmla="*/ 638 w 170"/>
                <a:gd name="T5" fmla="*/ 217 h 139"/>
                <a:gd name="T6" fmla="*/ 620 w 170"/>
                <a:gd name="T7" fmla="*/ 387 h 139"/>
                <a:gd name="T8" fmla="*/ 252 w 170"/>
                <a:gd name="T9" fmla="*/ 521 h 139"/>
                <a:gd name="T10" fmla="*/ 66 w 170"/>
                <a:gd name="T11" fmla="*/ 317 h 139"/>
                <a:gd name="T12" fmla="*/ 311 w 170"/>
                <a:gd name="T13" fmla="*/ 8 h 13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0" h="139">
                  <a:moveTo>
                    <a:pt x="81" y="2"/>
                  </a:moveTo>
                  <a:cubicBezTo>
                    <a:pt x="81" y="2"/>
                    <a:pt x="139" y="20"/>
                    <a:pt x="160" y="0"/>
                  </a:cubicBezTo>
                  <a:cubicBezTo>
                    <a:pt x="160" y="0"/>
                    <a:pt x="170" y="31"/>
                    <a:pt x="167" y="57"/>
                  </a:cubicBezTo>
                  <a:cubicBezTo>
                    <a:pt x="167" y="57"/>
                    <a:pt x="161" y="75"/>
                    <a:pt x="162" y="102"/>
                  </a:cubicBezTo>
                  <a:cubicBezTo>
                    <a:pt x="163" y="130"/>
                    <a:pt x="111" y="139"/>
                    <a:pt x="66" y="137"/>
                  </a:cubicBezTo>
                  <a:cubicBezTo>
                    <a:pt x="22" y="135"/>
                    <a:pt x="0" y="109"/>
                    <a:pt x="17" y="83"/>
                  </a:cubicBezTo>
                  <a:cubicBezTo>
                    <a:pt x="33" y="58"/>
                    <a:pt x="81" y="2"/>
                    <a:pt x="81" y="2"/>
                  </a:cubicBezTo>
                  <a:close/>
                </a:path>
              </a:pathLst>
            </a:custGeom>
            <a:solidFill>
              <a:srgbClr val="D1D1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003" name="Freeform 622">
              <a:extLst>
                <a:ext uri="{FF2B5EF4-FFF2-40B4-BE49-F238E27FC236}">
                  <a16:creationId xmlns:a16="http://schemas.microsoft.com/office/drawing/2014/main" id="{86B2CE64-8847-47E9-ABEC-1A24AC9A0D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5" y="3928"/>
              <a:ext cx="246" cy="142"/>
            </a:xfrm>
            <a:custGeom>
              <a:avLst/>
              <a:gdLst>
                <a:gd name="T0" fmla="*/ 603 w 157"/>
                <a:gd name="T1" fmla="*/ 0 h 91"/>
                <a:gd name="T2" fmla="*/ 599 w 157"/>
                <a:gd name="T3" fmla="*/ 30 h 91"/>
                <a:gd name="T4" fmla="*/ 581 w 157"/>
                <a:gd name="T5" fmla="*/ 204 h 91"/>
                <a:gd name="T6" fmla="*/ 212 w 157"/>
                <a:gd name="T7" fmla="*/ 339 h 91"/>
                <a:gd name="T8" fmla="*/ 0 w 157"/>
                <a:gd name="T9" fmla="*/ 204 h 91"/>
                <a:gd name="T10" fmla="*/ 135 w 157"/>
                <a:gd name="T11" fmla="*/ 307 h 91"/>
                <a:gd name="T12" fmla="*/ 420 w 157"/>
                <a:gd name="T13" fmla="*/ 292 h 91"/>
                <a:gd name="T14" fmla="*/ 564 w 157"/>
                <a:gd name="T15" fmla="*/ 190 h 91"/>
                <a:gd name="T16" fmla="*/ 603 w 157"/>
                <a:gd name="T17" fmla="*/ 0 h 9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57" h="91">
                  <a:moveTo>
                    <a:pt x="157" y="0"/>
                  </a:moveTo>
                  <a:cubicBezTo>
                    <a:pt x="157" y="3"/>
                    <a:pt x="156" y="6"/>
                    <a:pt x="156" y="8"/>
                  </a:cubicBezTo>
                  <a:cubicBezTo>
                    <a:pt x="156" y="8"/>
                    <a:pt x="150" y="27"/>
                    <a:pt x="151" y="54"/>
                  </a:cubicBezTo>
                  <a:cubicBezTo>
                    <a:pt x="152" y="81"/>
                    <a:pt x="100" y="91"/>
                    <a:pt x="55" y="89"/>
                  </a:cubicBezTo>
                  <a:cubicBezTo>
                    <a:pt x="22" y="87"/>
                    <a:pt x="2" y="72"/>
                    <a:pt x="0" y="54"/>
                  </a:cubicBezTo>
                  <a:cubicBezTo>
                    <a:pt x="0" y="54"/>
                    <a:pt x="7" y="75"/>
                    <a:pt x="35" y="81"/>
                  </a:cubicBezTo>
                  <a:cubicBezTo>
                    <a:pt x="63" y="87"/>
                    <a:pt x="94" y="80"/>
                    <a:pt x="109" y="77"/>
                  </a:cubicBezTo>
                  <a:cubicBezTo>
                    <a:pt x="124" y="74"/>
                    <a:pt x="146" y="66"/>
                    <a:pt x="147" y="50"/>
                  </a:cubicBezTo>
                  <a:cubicBezTo>
                    <a:pt x="147" y="33"/>
                    <a:pt x="157" y="0"/>
                    <a:pt x="157" y="0"/>
                  </a:cubicBezTo>
                  <a:close/>
                </a:path>
              </a:pathLst>
            </a:custGeom>
            <a:solidFill>
              <a:srgbClr val="A5A5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004" name="Freeform 623">
              <a:extLst>
                <a:ext uri="{FF2B5EF4-FFF2-40B4-BE49-F238E27FC236}">
                  <a16:creationId xmlns:a16="http://schemas.microsoft.com/office/drawing/2014/main" id="{22188773-D815-456A-AFDD-760CC90B398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7" y="3869"/>
              <a:ext cx="169" cy="99"/>
            </a:xfrm>
            <a:custGeom>
              <a:avLst/>
              <a:gdLst>
                <a:gd name="T0" fmla="*/ 116 w 108"/>
                <a:gd name="T1" fmla="*/ 0 h 64"/>
                <a:gd name="T2" fmla="*/ 243 w 108"/>
                <a:gd name="T3" fmla="*/ 56 h 64"/>
                <a:gd name="T4" fmla="*/ 338 w 108"/>
                <a:gd name="T5" fmla="*/ 88 h 64"/>
                <a:gd name="T6" fmla="*/ 407 w 108"/>
                <a:gd name="T7" fmla="*/ 104 h 64"/>
                <a:gd name="T8" fmla="*/ 299 w 108"/>
                <a:gd name="T9" fmla="*/ 162 h 64"/>
                <a:gd name="T10" fmla="*/ 69 w 108"/>
                <a:gd name="T11" fmla="*/ 210 h 64"/>
                <a:gd name="T12" fmla="*/ 22 w 108"/>
                <a:gd name="T13" fmla="*/ 232 h 64"/>
                <a:gd name="T14" fmla="*/ 8 w 108"/>
                <a:gd name="T15" fmla="*/ 196 h 64"/>
                <a:gd name="T16" fmla="*/ 135 w 108"/>
                <a:gd name="T17" fmla="*/ 130 h 64"/>
                <a:gd name="T18" fmla="*/ 183 w 108"/>
                <a:gd name="T19" fmla="*/ 114 h 64"/>
                <a:gd name="T20" fmla="*/ 188 w 108"/>
                <a:gd name="T21" fmla="*/ 101 h 64"/>
                <a:gd name="T22" fmla="*/ 110 w 108"/>
                <a:gd name="T23" fmla="*/ 77 h 64"/>
                <a:gd name="T24" fmla="*/ 74 w 108"/>
                <a:gd name="T25" fmla="*/ 45 h 64"/>
                <a:gd name="T26" fmla="*/ 110 w 108"/>
                <a:gd name="T27" fmla="*/ 8 h 64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08" h="64">
                  <a:moveTo>
                    <a:pt x="30" y="0"/>
                  </a:moveTo>
                  <a:cubicBezTo>
                    <a:pt x="35" y="8"/>
                    <a:pt x="54" y="12"/>
                    <a:pt x="63" y="15"/>
                  </a:cubicBezTo>
                  <a:cubicBezTo>
                    <a:pt x="71" y="18"/>
                    <a:pt x="79" y="21"/>
                    <a:pt x="88" y="24"/>
                  </a:cubicBezTo>
                  <a:cubicBezTo>
                    <a:pt x="93" y="26"/>
                    <a:pt x="101" y="25"/>
                    <a:pt x="106" y="28"/>
                  </a:cubicBezTo>
                  <a:cubicBezTo>
                    <a:pt x="108" y="42"/>
                    <a:pt x="88" y="43"/>
                    <a:pt x="78" y="44"/>
                  </a:cubicBezTo>
                  <a:cubicBezTo>
                    <a:pt x="58" y="47"/>
                    <a:pt x="37" y="49"/>
                    <a:pt x="18" y="57"/>
                  </a:cubicBezTo>
                  <a:cubicBezTo>
                    <a:pt x="15" y="59"/>
                    <a:pt x="10" y="63"/>
                    <a:pt x="6" y="63"/>
                  </a:cubicBezTo>
                  <a:cubicBezTo>
                    <a:pt x="0" y="64"/>
                    <a:pt x="0" y="58"/>
                    <a:pt x="2" y="53"/>
                  </a:cubicBezTo>
                  <a:cubicBezTo>
                    <a:pt x="8" y="41"/>
                    <a:pt x="24" y="38"/>
                    <a:pt x="35" y="35"/>
                  </a:cubicBezTo>
                  <a:cubicBezTo>
                    <a:pt x="39" y="33"/>
                    <a:pt x="44" y="33"/>
                    <a:pt x="48" y="31"/>
                  </a:cubicBezTo>
                  <a:cubicBezTo>
                    <a:pt x="52" y="30"/>
                    <a:pt x="53" y="30"/>
                    <a:pt x="49" y="27"/>
                  </a:cubicBezTo>
                  <a:cubicBezTo>
                    <a:pt x="44" y="22"/>
                    <a:pt x="36" y="23"/>
                    <a:pt x="29" y="21"/>
                  </a:cubicBezTo>
                  <a:cubicBezTo>
                    <a:pt x="24" y="20"/>
                    <a:pt x="16" y="19"/>
                    <a:pt x="19" y="12"/>
                  </a:cubicBezTo>
                  <a:cubicBezTo>
                    <a:pt x="21" y="9"/>
                    <a:pt x="26" y="3"/>
                    <a:pt x="29" y="2"/>
                  </a:cubicBezTo>
                </a:path>
              </a:pathLst>
            </a:custGeom>
            <a:solidFill>
              <a:srgbClr val="BBBB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005" name="Freeform 624">
              <a:extLst>
                <a:ext uri="{FF2B5EF4-FFF2-40B4-BE49-F238E27FC236}">
                  <a16:creationId xmlns:a16="http://schemas.microsoft.com/office/drawing/2014/main" id="{8D1E4FB6-9C23-43FD-BF55-91220FAD90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9" y="3867"/>
              <a:ext cx="169" cy="97"/>
            </a:xfrm>
            <a:custGeom>
              <a:avLst/>
              <a:gdLst>
                <a:gd name="T0" fmla="*/ 116 w 108"/>
                <a:gd name="T1" fmla="*/ 0 h 62"/>
                <a:gd name="T2" fmla="*/ 243 w 108"/>
                <a:gd name="T3" fmla="*/ 53 h 62"/>
                <a:gd name="T4" fmla="*/ 341 w 108"/>
                <a:gd name="T5" fmla="*/ 88 h 62"/>
                <a:gd name="T6" fmla="*/ 407 w 108"/>
                <a:gd name="T7" fmla="*/ 103 h 62"/>
                <a:gd name="T8" fmla="*/ 299 w 108"/>
                <a:gd name="T9" fmla="*/ 164 h 62"/>
                <a:gd name="T10" fmla="*/ 74 w 108"/>
                <a:gd name="T11" fmla="*/ 216 h 62"/>
                <a:gd name="T12" fmla="*/ 27 w 108"/>
                <a:gd name="T13" fmla="*/ 238 h 62"/>
                <a:gd name="T14" fmla="*/ 8 w 108"/>
                <a:gd name="T15" fmla="*/ 199 h 62"/>
                <a:gd name="T16" fmla="*/ 138 w 108"/>
                <a:gd name="T17" fmla="*/ 127 h 62"/>
                <a:gd name="T18" fmla="*/ 188 w 108"/>
                <a:gd name="T19" fmla="*/ 116 h 62"/>
                <a:gd name="T20" fmla="*/ 191 w 108"/>
                <a:gd name="T21" fmla="*/ 95 h 62"/>
                <a:gd name="T22" fmla="*/ 116 w 108"/>
                <a:gd name="T23" fmla="*/ 77 h 62"/>
                <a:gd name="T24" fmla="*/ 77 w 108"/>
                <a:gd name="T25" fmla="*/ 42 h 62"/>
                <a:gd name="T26" fmla="*/ 116 w 108"/>
                <a:gd name="T27" fmla="*/ 0 h 6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08" h="62">
                  <a:moveTo>
                    <a:pt x="30" y="0"/>
                  </a:moveTo>
                  <a:cubicBezTo>
                    <a:pt x="35" y="9"/>
                    <a:pt x="54" y="11"/>
                    <a:pt x="63" y="14"/>
                  </a:cubicBezTo>
                  <a:cubicBezTo>
                    <a:pt x="72" y="17"/>
                    <a:pt x="80" y="20"/>
                    <a:pt x="89" y="23"/>
                  </a:cubicBezTo>
                  <a:cubicBezTo>
                    <a:pt x="94" y="25"/>
                    <a:pt x="102" y="24"/>
                    <a:pt x="106" y="27"/>
                  </a:cubicBezTo>
                  <a:cubicBezTo>
                    <a:pt x="108" y="40"/>
                    <a:pt x="89" y="41"/>
                    <a:pt x="78" y="43"/>
                  </a:cubicBezTo>
                  <a:cubicBezTo>
                    <a:pt x="59" y="45"/>
                    <a:pt x="37" y="48"/>
                    <a:pt x="19" y="56"/>
                  </a:cubicBezTo>
                  <a:cubicBezTo>
                    <a:pt x="15" y="57"/>
                    <a:pt x="11" y="62"/>
                    <a:pt x="7" y="62"/>
                  </a:cubicBezTo>
                  <a:cubicBezTo>
                    <a:pt x="1" y="62"/>
                    <a:pt x="0" y="56"/>
                    <a:pt x="2" y="52"/>
                  </a:cubicBezTo>
                  <a:cubicBezTo>
                    <a:pt x="9" y="40"/>
                    <a:pt x="24" y="37"/>
                    <a:pt x="36" y="33"/>
                  </a:cubicBezTo>
                  <a:cubicBezTo>
                    <a:pt x="40" y="32"/>
                    <a:pt x="45" y="31"/>
                    <a:pt x="49" y="30"/>
                  </a:cubicBezTo>
                  <a:cubicBezTo>
                    <a:pt x="52" y="28"/>
                    <a:pt x="54" y="28"/>
                    <a:pt x="50" y="25"/>
                  </a:cubicBezTo>
                  <a:cubicBezTo>
                    <a:pt x="44" y="21"/>
                    <a:pt x="36" y="21"/>
                    <a:pt x="30" y="20"/>
                  </a:cubicBezTo>
                  <a:cubicBezTo>
                    <a:pt x="25" y="19"/>
                    <a:pt x="17" y="17"/>
                    <a:pt x="20" y="11"/>
                  </a:cubicBezTo>
                  <a:cubicBezTo>
                    <a:pt x="21" y="8"/>
                    <a:pt x="27" y="2"/>
                    <a:pt x="30" y="0"/>
                  </a:cubicBezTo>
                </a:path>
              </a:pathLst>
            </a:custGeom>
            <a:solidFill>
              <a:srgbClr val="E4E4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006" name="Freeform 625">
              <a:extLst>
                <a:ext uri="{FF2B5EF4-FFF2-40B4-BE49-F238E27FC236}">
                  <a16:creationId xmlns:a16="http://schemas.microsoft.com/office/drawing/2014/main" id="{0EFD398A-907A-4454-AA18-553B0A012B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8" y="3995"/>
              <a:ext cx="183" cy="68"/>
            </a:xfrm>
            <a:custGeom>
              <a:avLst/>
              <a:gdLst>
                <a:gd name="T0" fmla="*/ 447 w 117"/>
                <a:gd name="T1" fmla="*/ 114 h 44"/>
                <a:gd name="T2" fmla="*/ 264 w 117"/>
                <a:gd name="T3" fmla="*/ 45 h 44"/>
                <a:gd name="T4" fmla="*/ 217 w 117"/>
                <a:gd name="T5" fmla="*/ 5 h 44"/>
                <a:gd name="T6" fmla="*/ 155 w 117"/>
                <a:gd name="T7" fmla="*/ 29 h 44"/>
                <a:gd name="T8" fmla="*/ 53 w 117"/>
                <a:gd name="T9" fmla="*/ 87 h 44"/>
                <a:gd name="T10" fmla="*/ 13 w 117"/>
                <a:gd name="T11" fmla="*/ 96 h 44"/>
                <a:gd name="T12" fmla="*/ 42 w 117"/>
                <a:gd name="T13" fmla="*/ 122 h 44"/>
                <a:gd name="T14" fmla="*/ 211 w 117"/>
                <a:gd name="T15" fmla="*/ 150 h 44"/>
                <a:gd name="T16" fmla="*/ 299 w 117"/>
                <a:gd name="T17" fmla="*/ 150 h 44"/>
                <a:gd name="T18" fmla="*/ 374 w 117"/>
                <a:gd name="T19" fmla="*/ 134 h 4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7" h="44">
                  <a:moveTo>
                    <a:pt x="117" y="31"/>
                  </a:moveTo>
                  <a:cubicBezTo>
                    <a:pt x="101" y="35"/>
                    <a:pt x="79" y="25"/>
                    <a:pt x="69" y="12"/>
                  </a:cubicBezTo>
                  <a:cubicBezTo>
                    <a:pt x="66" y="8"/>
                    <a:pt x="63" y="2"/>
                    <a:pt x="57" y="1"/>
                  </a:cubicBezTo>
                  <a:cubicBezTo>
                    <a:pt x="51" y="0"/>
                    <a:pt x="45" y="6"/>
                    <a:pt x="40" y="8"/>
                  </a:cubicBezTo>
                  <a:cubicBezTo>
                    <a:pt x="31" y="13"/>
                    <a:pt x="23" y="18"/>
                    <a:pt x="14" y="23"/>
                  </a:cubicBezTo>
                  <a:cubicBezTo>
                    <a:pt x="11" y="25"/>
                    <a:pt x="5" y="24"/>
                    <a:pt x="3" y="26"/>
                  </a:cubicBezTo>
                  <a:cubicBezTo>
                    <a:pt x="0" y="30"/>
                    <a:pt x="8" y="32"/>
                    <a:pt x="11" y="33"/>
                  </a:cubicBezTo>
                  <a:cubicBezTo>
                    <a:pt x="25" y="38"/>
                    <a:pt x="40" y="44"/>
                    <a:pt x="55" y="41"/>
                  </a:cubicBezTo>
                  <a:cubicBezTo>
                    <a:pt x="63" y="40"/>
                    <a:pt x="70" y="41"/>
                    <a:pt x="78" y="41"/>
                  </a:cubicBezTo>
                  <a:cubicBezTo>
                    <a:pt x="83" y="41"/>
                    <a:pt x="94" y="38"/>
                    <a:pt x="98" y="36"/>
                  </a:cubicBezTo>
                </a:path>
              </a:pathLst>
            </a:custGeom>
            <a:solidFill>
              <a:srgbClr val="A5A5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007" name="Freeform 626">
              <a:extLst>
                <a:ext uri="{FF2B5EF4-FFF2-40B4-BE49-F238E27FC236}">
                  <a16:creationId xmlns:a16="http://schemas.microsoft.com/office/drawing/2014/main" id="{83FA2422-D5A7-4AF9-90C1-E690E8DBAFA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2" y="3973"/>
              <a:ext cx="108" cy="48"/>
            </a:xfrm>
            <a:custGeom>
              <a:avLst/>
              <a:gdLst>
                <a:gd name="T0" fmla="*/ 8 w 69"/>
                <a:gd name="T1" fmla="*/ 88 h 31"/>
                <a:gd name="T2" fmla="*/ 83 w 69"/>
                <a:gd name="T3" fmla="*/ 62 h 31"/>
                <a:gd name="T4" fmla="*/ 142 w 69"/>
                <a:gd name="T5" fmla="*/ 36 h 31"/>
                <a:gd name="T6" fmla="*/ 183 w 69"/>
                <a:gd name="T7" fmla="*/ 82 h 31"/>
                <a:gd name="T8" fmla="*/ 265 w 69"/>
                <a:gd name="T9" fmla="*/ 104 h 31"/>
                <a:gd name="T10" fmla="*/ 203 w 69"/>
                <a:gd name="T11" fmla="*/ 36 h 31"/>
                <a:gd name="T12" fmla="*/ 138 w 69"/>
                <a:gd name="T13" fmla="*/ 0 h 31"/>
                <a:gd name="T14" fmla="*/ 61 w 69"/>
                <a:gd name="T15" fmla="*/ 34 h 31"/>
                <a:gd name="T16" fmla="*/ 0 w 69"/>
                <a:gd name="T17" fmla="*/ 70 h 3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9" h="31">
                  <a:moveTo>
                    <a:pt x="2" y="24"/>
                  </a:moveTo>
                  <a:cubicBezTo>
                    <a:pt x="9" y="22"/>
                    <a:pt x="16" y="20"/>
                    <a:pt x="22" y="17"/>
                  </a:cubicBezTo>
                  <a:cubicBezTo>
                    <a:pt x="26" y="15"/>
                    <a:pt x="32" y="9"/>
                    <a:pt x="37" y="10"/>
                  </a:cubicBezTo>
                  <a:cubicBezTo>
                    <a:pt x="41" y="11"/>
                    <a:pt x="44" y="19"/>
                    <a:pt x="48" y="22"/>
                  </a:cubicBezTo>
                  <a:cubicBezTo>
                    <a:pt x="52" y="25"/>
                    <a:pt x="64" y="31"/>
                    <a:pt x="69" y="28"/>
                  </a:cubicBezTo>
                  <a:cubicBezTo>
                    <a:pt x="67" y="21"/>
                    <a:pt x="59" y="14"/>
                    <a:pt x="53" y="10"/>
                  </a:cubicBezTo>
                  <a:cubicBezTo>
                    <a:pt x="49" y="6"/>
                    <a:pt x="43" y="0"/>
                    <a:pt x="36" y="0"/>
                  </a:cubicBezTo>
                  <a:cubicBezTo>
                    <a:pt x="30" y="1"/>
                    <a:pt x="22" y="6"/>
                    <a:pt x="16" y="9"/>
                  </a:cubicBezTo>
                  <a:cubicBezTo>
                    <a:pt x="11" y="12"/>
                    <a:pt x="4" y="15"/>
                    <a:pt x="0" y="19"/>
                  </a:cubicBezTo>
                </a:path>
              </a:pathLst>
            </a:custGeom>
            <a:solidFill>
              <a:srgbClr val="E0E0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008" name="Freeform 627">
              <a:extLst>
                <a:ext uri="{FF2B5EF4-FFF2-40B4-BE49-F238E27FC236}">
                  <a16:creationId xmlns:a16="http://schemas.microsoft.com/office/drawing/2014/main" id="{74A49A99-7A48-4BA2-9E48-FA37057DD1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6" y="4043"/>
              <a:ext cx="150" cy="22"/>
            </a:xfrm>
            <a:custGeom>
              <a:avLst/>
              <a:gdLst>
                <a:gd name="T0" fmla="*/ 0 w 96"/>
                <a:gd name="T1" fmla="*/ 5 h 14"/>
                <a:gd name="T2" fmla="*/ 20 w 96"/>
                <a:gd name="T3" fmla="*/ 14 h 14"/>
                <a:gd name="T4" fmla="*/ 53 w 96"/>
                <a:gd name="T5" fmla="*/ 27 h 14"/>
                <a:gd name="T6" fmla="*/ 92 w 96"/>
                <a:gd name="T7" fmla="*/ 35 h 14"/>
                <a:gd name="T8" fmla="*/ 134 w 96"/>
                <a:gd name="T9" fmla="*/ 47 h 14"/>
                <a:gd name="T10" fmla="*/ 188 w 96"/>
                <a:gd name="T11" fmla="*/ 49 h 14"/>
                <a:gd name="T12" fmla="*/ 244 w 96"/>
                <a:gd name="T13" fmla="*/ 49 h 14"/>
                <a:gd name="T14" fmla="*/ 298 w 96"/>
                <a:gd name="T15" fmla="*/ 42 h 14"/>
                <a:gd name="T16" fmla="*/ 366 w 96"/>
                <a:gd name="T17" fmla="*/ 27 h 14"/>
                <a:gd name="T18" fmla="*/ 338 w 96"/>
                <a:gd name="T19" fmla="*/ 31 h 14"/>
                <a:gd name="T20" fmla="*/ 278 w 96"/>
                <a:gd name="T21" fmla="*/ 31 h 14"/>
                <a:gd name="T22" fmla="*/ 183 w 96"/>
                <a:gd name="T23" fmla="*/ 31 h 14"/>
                <a:gd name="T24" fmla="*/ 69 w 96"/>
                <a:gd name="T25" fmla="*/ 14 h 14"/>
                <a:gd name="T26" fmla="*/ 8 w 96"/>
                <a:gd name="T27" fmla="*/ 0 h 14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96" h="14">
                  <a:moveTo>
                    <a:pt x="0" y="1"/>
                  </a:moveTo>
                  <a:cubicBezTo>
                    <a:pt x="1" y="1"/>
                    <a:pt x="4" y="3"/>
                    <a:pt x="5" y="4"/>
                  </a:cubicBezTo>
                  <a:cubicBezTo>
                    <a:pt x="8" y="5"/>
                    <a:pt x="11" y="6"/>
                    <a:pt x="14" y="7"/>
                  </a:cubicBezTo>
                  <a:cubicBezTo>
                    <a:pt x="17" y="8"/>
                    <a:pt x="21" y="8"/>
                    <a:pt x="24" y="9"/>
                  </a:cubicBezTo>
                  <a:cubicBezTo>
                    <a:pt x="28" y="10"/>
                    <a:pt x="31" y="11"/>
                    <a:pt x="35" y="12"/>
                  </a:cubicBezTo>
                  <a:cubicBezTo>
                    <a:pt x="40" y="12"/>
                    <a:pt x="44" y="13"/>
                    <a:pt x="49" y="13"/>
                  </a:cubicBezTo>
                  <a:cubicBezTo>
                    <a:pt x="54" y="14"/>
                    <a:pt x="59" y="13"/>
                    <a:pt x="64" y="13"/>
                  </a:cubicBezTo>
                  <a:cubicBezTo>
                    <a:pt x="69" y="13"/>
                    <a:pt x="73" y="12"/>
                    <a:pt x="78" y="11"/>
                  </a:cubicBezTo>
                  <a:cubicBezTo>
                    <a:pt x="84" y="11"/>
                    <a:pt x="90" y="11"/>
                    <a:pt x="96" y="7"/>
                  </a:cubicBezTo>
                  <a:cubicBezTo>
                    <a:pt x="93" y="7"/>
                    <a:pt x="90" y="8"/>
                    <a:pt x="88" y="8"/>
                  </a:cubicBezTo>
                  <a:cubicBezTo>
                    <a:pt x="83" y="8"/>
                    <a:pt x="78" y="8"/>
                    <a:pt x="73" y="8"/>
                  </a:cubicBezTo>
                  <a:cubicBezTo>
                    <a:pt x="65" y="8"/>
                    <a:pt x="57" y="8"/>
                    <a:pt x="48" y="8"/>
                  </a:cubicBezTo>
                  <a:cubicBezTo>
                    <a:pt x="38" y="7"/>
                    <a:pt x="28" y="6"/>
                    <a:pt x="18" y="4"/>
                  </a:cubicBezTo>
                  <a:cubicBezTo>
                    <a:pt x="13" y="3"/>
                    <a:pt x="7" y="1"/>
                    <a:pt x="2" y="0"/>
                  </a:cubicBezTo>
                </a:path>
              </a:pathLst>
            </a:custGeom>
            <a:solidFill>
              <a:srgbClr val="8383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009" name="Freeform 628">
              <a:extLst>
                <a:ext uri="{FF2B5EF4-FFF2-40B4-BE49-F238E27FC236}">
                  <a16:creationId xmlns:a16="http://schemas.microsoft.com/office/drawing/2014/main" id="{50FD831D-940A-4536-8514-C365232D36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4" y="4001"/>
              <a:ext cx="53" cy="33"/>
            </a:xfrm>
            <a:custGeom>
              <a:avLst/>
              <a:gdLst>
                <a:gd name="T0" fmla="*/ 122 w 34"/>
                <a:gd name="T1" fmla="*/ 0 h 21"/>
                <a:gd name="T2" fmla="*/ 95 w 34"/>
                <a:gd name="T3" fmla="*/ 5 h 21"/>
                <a:gd name="T4" fmla="*/ 69 w 34"/>
                <a:gd name="T5" fmla="*/ 27 h 21"/>
                <a:gd name="T6" fmla="*/ 0 w 34"/>
                <a:gd name="T7" fmla="*/ 82 h 21"/>
                <a:gd name="T8" fmla="*/ 83 w 34"/>
                <a:gd name="T9" fmla="*/ 27 h 21"/>
                <a:gd name="T10" fmla="*/ 129 w 34"/>
                <a:gd name="T11" fmla="*/ 5 h 21"/>
                <a:gd name="T12" fmla="*/ 122 w 34"/>
                <a:gd name="T13" fmla="*/ 0 h 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4" h="21">
                  <a:moveTo>
                    <a:pt x="32" y="0"/>
                  </a:moveTo>
                  <a:cubicBezTo>
                    <a:pt x="30" y="0"/>
                    <a:pt x="28" y="0"/>
                    <a:pt x="25" y="1"/>
                  </a:cubicBezTo>
                  <a:cubicBezTo>
                    <a:pt x="23" y="3"/>
                    <a:pt x="20" y="5"/>
                    <a:pt x="18" y="7"/>
                  </a:cubicBezTo>
                  <a:cubicBezTo>
                    <a:pt x="13" y="12"/>
                    <a:pt x="5" y="15"/>
                    <a:pt x="0" y="21"/>
                  </a:cubicBezTo>
                  <a:cubicBezTo>
                    <a:pt x="7" y="16"/>
                    <a:pt x="15" y="12"/>
                    <a:pt x="22" y="7"/>
                  </a:cubicBezTo>
                  <a:cubicBezTo>
                    <a:pt x="25" y="5"/>
                    <a:pt x="30" y="1"/>
                    <a:pt x="34" y="1"/>
                  </a:cubicBezTo>
                  <a:cubicBezTo>
                    <a:pt x="33" y="1"/>
                    <a:pt x="33" y="1"/>
                    <a:pt x="32" y="0"/>
                  </a:cubicBezTo>
                </a:path>
              </a:pathLst>
            </a:custGeom>
            <a:solidFill>
              <a:srgbClr val="D1D1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010" name="Freeform 629">
              <a:extLst>
                <a:ext uri="{FF2B5EF4-FFF2-40B4-BE49-F238E27FC236}">
                  <a16:creationId xmlns:a16="http://schemas.microsoft.com/office/drawing/2014/main" id="{5C60EC6E-7211-4FD0-B493-C980E65B63F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8" y="3853"/>
              <a:ext cx="266" cy="218"/>
            </a:xfrm>
            <a:custGeom>
              <a:avLst/>
              <a:gdLst>
                <a:gd name="T0" fmla="*/ 286 w 170"/>
                <a:gd name="T1" fmla="*/ 34 h 140"/>
                <a:gd name="T2" fmla="*/ 311 w 170"/>
                <a:gd name="T3" fmla="*/ 8 h 140"/>
                <a:gd name="T4" fmla="*/ 612 w 170"/>
                <a:gd name="T5" fmla="*/ 0 h 140"/>
                <a:gd name="T6" fmla="*/ 638 w 170"/>
                <a:gd name="T7" fmla="*/ 216 h 140"/>
                <a:gd name="T8" fmla="*/ 620 w 170"/>
                <a:gd name="T9" fmla="*/ 388 h 140"/>
                <a:gd name="T10" fmla="*/ 252 w 170"/>
                <a:gd name="T11" fmla="*/ 517 h 140"/>
                <a:gd name="T12" fmla="*/ 66 w 170"/>
                <a:gd name="T13" fmla="*/ 318 h 140"/>
                <a:gd name="T14" fmla="*/ 243 w 170"/>
                <a:gd name="T15" fmla="*/ 87 h 14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70" h="140">
                  <a:moveTo>
                    <a:pt x="75" y="9"/>
                  </a:moveTo>
                  <a:cubicBezTo>
                    <a:pt x="78" y="5"/>
                    <a:pt x="81" y="2"/>
                    <a:pt x="81" y="2"/>
                  </a:cubicBezTo>
                  <a:cubicBezTo>
                    <a:pt x="81" y="2"/>
                    <a:pt x="139" y="21"/>
                    <a:pt x="160" y="0"/>
                  </a:cubicBezTo>
                  <a:cubicBezTo>
                    <a:pt x="160" y="0"/>
                    <a:pt x="170" y="32"/>
                    <a:pt x="167" y="57"/>
                  </a:cubicBezTo>
                  <a:cubicBezTo>
                    <a:pt x="167" y="57"/>
                    <a:pt x="161" y="75"/>
                    <a:pt x="162" y="103"/>
                  </a:cubicBezTo>
                  <a:cubicBezTo>
                    <a:pt x="163" y="130"/>
                    <a:pt x="111" y="140"/>
                    <a:pt x="66" y="137"/>
                  </a:cubicBezTo>
                  <a:cubicBezTo>
                    <a:pt x="22" y="135"/>
                    <a:pt x="0" y="109"/>
                    <a:pt x="17" y="84"/>
                  </a:cubicBezTo>
                  <a:cubicBezTo>
                    <a:pt x="26" y="68"/>
                    <a:pt x="48" y="42"/>
                    <a:pt x="63" y="23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011" name="Freeform 630">
              <a:extLst>
                <a:ext uri="{FF2B5EF4-FFF2-40B4-BE49-F238E27FC236}">
                  <a16:creationId xmlns:a16="http://schemas.microsoft.com/office/drawing/2014/main" id="{B54711DF-E99A-4238-B5C3-A7B5FB97CC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6" y="3846"/>
              <a:ext cx="91" cy="21"/>
            </a:xfrm>
            <a:custGeom>
              <a:avLst/>
              <a:gdLst>
                <a:gd name="T0" fmla="*/ 5 w 58"/>
                <a:gd name="T1" fmla="*/ 27 h 14"/>
                <a:gd name="T2" fmla="*/ 27 w 58"/>
                <a:gd name="T3" fmla="*/ 8 h 14"/>
                <a:gd name="T4" fmla="*/ 66 w 58"/>
                <a:gd name="T5" fmla="*/ 18 h 14"/>
                <a:gd name="T6" fmla="*/ 130 w 58"/>
                <a:gd name="T7" fmla="*/ 21 h 14"/>
                <a:gd name="T8" fmla="*/ 217 w 58"/>
                <a:gd name="T9" fmla="*/ 26 h 14"/>
                <a:gd name="T10" fmla="*/ 224 w 58"/>
                <a:gd name="T11" fmla="*/ 48 h 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8" h="14">
                  <a:moveTo>
                    <a:pt x="1" y="8"/>
                  </a:moveTo>
                  <a:cubicBezTo>
                    <a:pt x="0" y="4"/>
                    <a:pt x="2" y="0"/>
                    <a:pt x="7" y="2"/>
                  </a:cubicBezTo>
                  <a:cubicBezTo>
                    <a:pt x="10" y="3"/>
                    <a:pt x="13" y="5"/>
                    <a:pt x="17" y="5"/>
                  </a:cubicBezTo>
                  <a:cubicBezTo>
                    <a:pt x="22" y="6"/>
                    <a:pt x="29" y="5"/>
                    <a:pt x="34" y="6"/>
                  </a:cubicBezTo>
                  <a:cubicBezTo>
                    <a:pt x="40" y="6"/>
                    <a:pt x="51" y="4"/>
                    <a:pt x="56" y="7"/>
                  </a:cubicBezTo>
                  <a:cubicBezTo>
                    <a:pt x="58" y="9"/>
                    <a:pt x="58" y="11"/>
                    <a:pt x="58" y="14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012" name="Freeform 631">
              <a:extLst>
                <a:ext uri="{FF2B5EF4-FFF2-40B4-BE49-F238E27FC236}">
                  <a16:creationId xmlns:a16="http://schemas.microsoft.com/office/drawing/2014/main" id="{D1DC5C42-588D-45B4-AD2D-0FB8966CA4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7" y="3867"/>
              <a:ext cx="171" cy="97"/>
            </a:xfrm>
            <a:custGeom>
              <a:avLst/>
              <a:gdLst>
                <a:gd name="T0" fmla="*/ 121 w 109"/>
                <a:gd name="T1" fmla="*/ 0 h 62"/>
                <a:gd name="T2" fmla="*/ 243 w 109"/>
                <a:gd name="T3" fmla="*/ 53 h 62"/>
                <a:gd name="T4" fmla="*/ 345 w 109"/>
                <a:gd name="T5" fmla="*/ 88 h 62"/>
                <a:gd name="T6" fmla="*/ 414 w 109"/>
                <a:gd name="T7" fmla="*/ 103 h 62"/>
                <a:gd name="T8" fmla="*/ 306 w 109"/>
                <a:gd name="T9" fmla="*/ 164 h 62"/>
                <a:gd name="T10" fmla="*/ 74 w 109"/>
                <a:gd name="T11" fmla="*/ 216 h 62"/>
                <a:gd name="T12" fmla="*/ 27 w 109"/>
                <a:gd name="T13" fmla="*/ 238 h 62"/>
                <a:gd name="T14" fmla="*/ 13 w 109"/>
                <a:gd name="T15" fmla="*/ 199 h 62"/>
                <a:gd name="T16" fmla="*/ 138 w 109"/>
                <a:gd name="T17" fmla="*/ 127 h 62"/>
                <a:gd name="T18" fmla="*/ 190 w 109"/>
                <a:gd name="T19" fmla="*/ 116 h 62"/>
                <a:gd name="T20" fmla="*/ 191 w 109"/>
                <a:gd name="T21" fmla="*/ 95 h 62"/>
                <a:gd name="T22" fmla="*/ 116 w 109"/>
                <a:gd name="T23" fmla="*/ 77 h 62"/>
                <a:gd name="T24" fmla="*/ 77 w 109"/>
                <a:gd name="T25" fmla="*/ 42 h 62"/>
                <a:gd name="T26" fmla="*/ 121 w 109"/>
                <a:gd name="T27" fmla="*/ 0 h 6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09" h="62">
                  <a:moveTo>
                    <a:pt x="31" y="0"/>
                  </a:moveTo>
                  <a:cubicBezTo>
                    <a:pt x="36" y="9"/>
                    <a:pt x="54" y="11"/>
                    <a:pt x="63" y="14"/>
                  </a:cubicBezTo>
                  <a:cubicBezTo>
                    <a:pt x="72" y="17"/>
                    <a:pt x="80" y="20"/>
                    <a:pt x="89" y="23"/>
                  </a:cubicBezTo>
                  <a:cubicBezTo>
                    <a:pt x="94" y="25"/>
                    <a:pt x="102" y="24"/>
                    <a:pt x="107" y="27"/>
                  </a:cubicBezTo>
                  <a:cubicBezTo>
                    <a:pt x="109" y="41"/>
                    <a:pt x="89" y="42"/>
                    <a:pt x="79" y="43"/>
                  </a:cubicBezTo>
                  <a:cubicBezTo>
                    <a:pt x="59" y="45"/>
                    <a:pt x="38" y="48"/>
                    <a:pt x="19" y="56"/>
                  </a:cubicBezTo>
                  <a:cubicBezTo>
                    <a:pt x="16" y="58"/>
                    <a:pt x="11" y="62"/>
                    <a:pt x="7" y="62"/>
                  </a:cubicBezTo>
                  <a:cubicBezTo>
                    <a:pt x="1" y="62"/>
                    <a:pt x="0" y="57"/>
                    <a:pt x="3" y="52"/>
                  </a:cubicBezTo>
                  <a:cubicBezTo>
                    <a:pt x="9" y="40"/>
                    <a:pt x="24" y="37"/>
                    <a:pt x="36" y="33"/>
                  </a:cubicBezTo>
                  <a:cubicBezTo>
                    <a:pt x="40" y="32"/>
                    <a:pt x="45" y="32"/>
                    <a:pt x="49" y="30"/>
                  </a:cubicBezTo>
                  <a:cubicBezTo>
                    <a:pt x="53" y="28"/>
                    <a:pt x="54" y="28"/>
                    <a:pt x="50" y="25"/>
                  </a:cubicBezTo>
                  <a:cubicBezTo>
                    <a:pt x="44" y="21"/>
                    <a:pt x="37" y="21"/>
                    <a:pt x="30" y="20"/>
                  </a:cubicBezTo>
                  <a:cubicBezTo>
                    <a:pt x="25" y="19"/>
                    <a:pt x="17" y="18"/>
                    <a:pt x="20" y="11"/>
                  </a:cubicBezTo>
                  <a:cubicBezTo>
                    <a:pt x="22" y="8"/>
                    <a:pt x="28" y="2"/>
                    <a:pt x="31" y="0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013" name="Freeform 632">
              <a:extLst>
                <a:ext uri="{FF2B5EF4-FFF2-40B4-BE49-F238E27FC236}">
                  <a16:creationId xmlns:a16="http://schemas.microsoft.com/office/drawing/2014/main" id="{9D2F3FA1-0C34-4805-8A97-4FD6524E0E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7" y="3928"/>
              <a:ext cx="244" cy="142"/>
            </a:xfrm>
            <a:custGeom>
              <a:avLst/>
              <a:gdLst>
                <a:gd name="T0" fmla="*/ 597 w 156"/>
                <a:gd name="T1" fmla="*/ 0 h 91"/>
                <a:gd name="T2" fmla="*/ 558 w 156"/>
                <a:gd name="T3" fmla="*/ 190 h 91"/>
                <a:gd name="T4" fmla="*/ 443 w 156"/>
                <a:gd name="T5" fmla="*/ 286 h 91"/>
                <a:gd name="T6" fmla="*/ 291 w 156"/>
                <a:gd name="T7" fmla="*/ 209 h 91"/>
                <a:gd name="T8" fmla="*/ 244 w 156"/>
                <a:gd name="T9" fmla="*/ 169 h 91"/>
                <a:gd name="T10" fmla="*/ 181 w 156"/>
                <a:gd name="T11" fmla="*/ 195 h 91"/>
                <a:gd name="T12" fmla="*/ 81 w 156"/>
                <a:gd name="T13" fmla="*/ 251 h 91"/>
                <a:gd name="T14" fmla="*/ 42 w 156"/>
                <a:gd name="T15" fmla="*/ 264 h 91"/>
                <a:gd name="T16" fmla="*/ 0 w 156"/>
                <a:gd name="T17" fmla="*/ 204 h 91"/>
                <a:gd name="T18" fmla="*/ 211 w 156"/>
                <a:gd name="T19" fmla="*/ 339 h 91"/>
                <a:gd name="T20" fmla="*/ 576 w 156"/>
                <a:gd name="T21" fmla="*/ 204 h 91"/>
                <a:gd name="T22" fmla="*/ 593 w 156"/>
                <a:gd name="T23" fmla="*/ 30 h 91"/>
                <a:gd name="T24" fmla="*/ 597 w 156"/>
                <a:gd name="T25" fmla="*/ 0 h 9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56" h="91">
                  <a:moveTo>
                    <a:pt x="156" y="0"/>
                  </a:moveTo>
                  <a:cubicBezTo>
                    <a:pt x="156" y="0"/>
                    <a:pt x="146" y="34"/>
                    <a:pt x="146" y="50"/>
                  </a:cubicBezTo>
                  <a:cubicBezTo>
                    <a:pt x="146" y="63"/>
                    <a:pt x="130" y="71"/>
                    <a:pt x="116" y="75"/>
                  </a:cubicBezTo>
                  <a:cubicBezTo>
                    <a:pt x="102" y="75"/>
                    <a:pt x="85" y="66"/>
                    <a:pt x="76" y="55"/>
                  </a:cubicBezTo>
                  <a:cubicBezTo>
                    <a:pt x="73" y="51"/>
                    <a:pt x="71" y="45"/>
                    <a:pt x="64" y="44"/>
                  </a:cubicBezTo>
                  <a:cubicBezTo>
                    <a:pt x="58" y="43"/>
                    <a:pt x="52" y="49"/>
                    <a:pt x="47" y="51"/>
                  </a:cubicBezTo>
                  <a:cubicBezTo>
                    <a:pt x="38" y="56"/>
                    <a:pt x="30" y="62"/>
                    <a:pt x="21" y="66"/>
                  </a:cubicBezTo>
                  <a:cubicBezTo>
                    <a:pt x="19" y="68"/>
                    <a:pt x="12" y="67"/>
                    <a:pt x="11" y="69"/>
                  </a:cubicBezTo>
                  <a:cubicBezTo>
                    <a:pt x="2" y="62"/>
                    <a:pt x="0" y="54"/>
                    <a:pt x="0" y="54"/>
                  </a:cubicBezTo>
                  <a:cubicBezTo>
                    <a:pt x="1" y="72"/>
                    <a:pt x="21" y="87"/>
                    <a:pt x="55" y="89"/>
                  </a:cubicBezTo>
                  <a:cubicBezTo>
                    <a:pt x="99" y="91"/>
                    <a:pt x="151" y="82"/>
                    <a:pt x="150" y="54"/>
                  </a:cubicBezTo>
                  <a:cubicBezTo>
                    <a:pt x="149" y="27"/>
                    <a:pt x="155" y="8"/>
                    <a:pt x="155" y="8"/>
                  </a:cubicBezTo>
                  <a:cubicBezTo>
                    <a:pt x="156" y="6"/>
                    <a:pt x="156" y="3"/>
                    <a:pt x="156" y="0"/>
                  </a:cubicBezTo>
                  <a:close/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014" name="Freeform 633">
              <a:extLst>
                <a:ext uri="{FF2B5EF4-FFF2-40B4-BE49-F238E27FC236}">
                  <a16:creationId xmlns:a16="http://schemas.microsoft.com/office/drawing/2014/main" id="{C54288ED-ADBF-4154-A55A-5945B6C642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3" y="3942"/>
              <a:ext cx="50" cy="22"/>
            </a:xfrm>
            <a:custGeom>
              <a:avLst/>
              <a:gdLst>
                <a:gd name="T0" fmla="*/ 0 w 32"/>
                <a:gd name="T1" fmla="*/ 35 h 14"/>
                <a:gd name="T2" fmla="*/ 22 w 32"/>
                <a:gd name="T3" fmla="*/ 42 h 14"/>
                <a:gd name="T4" fmla="*/ 34 w 32"/>
                <a:gd name="T5" fmla="*/ 35 h 14"/>
                <a:gd name="T6" fmla="*/ 53 w 32"/>
                <a:gd name="T7" fmla="*/ 27 h 14"/>
                <a:gd name="T8" fmla="*/ 122 w 32"/>
                <a:gd name="T9" fmla="*/ 5 h 14"/>
                <a:gd name="T10" fmla="*/ 69 w 32"/>
                <a:gd name="T11" fmla="*/ 13 h 14"/>
                <a:gd name="T12" fmla="*/ 39 w 32"/>
                <a:gd name="T13" fmla="*/ 27 h 14"/>
                <a:gd name="T14" fmla="*/ 0 w 32"/>
                <a:gd name="T15" fmla="*/ 39 h 1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2" h="14">
                  <a:moveTo>
                    <a:pt x="0" y="9"/>
                  </a:moveTo>
                  <a:cubicBezTo>
                    <a:pt x="1" y="12"/>
                    <a:pt x="4" y="12"/>
                    <a:pt x="6" y="11"/>
                  </a:cubicBezTo>
                  <a:cubicBezTo>
                    <a:pt x="7" y="11"/>
                    <a:pt x="8" y="9"/>
                    <a:pt x="9" y="9"/>
                  </a:cubicBezTo>
                  <a:cubicBezTo>
                    <a:pt x="10" y="8"/>
                    <a:pt x="12" y="7"/>
                    <a:pt x="14" y="7"/>
                  </a:cubicBezTo>
                  <a:cubicBezTo>
                    <a:pt x="20" y="5"/>
                    <a:pt x="25" y="2"/>
                    <a:pt x="32" y="1"/>
                  </a:cubicBezTo>
                  <a:cubicBezTo>
                    <a:pt x="28" y="0"/>
                    <a:pt x="22" y="2"/>
                    <a:pt x="18" y="3"/>
                  </a:cubicBezTo>
                  <a:cubicBezTo>
                    <a:pt x="16" y="5"/>
                    <a:pt x="13" y="6"/>
                    <a:pt x="10" y="7"/>
                  </a:cubicBezTo>
                  <a:cubicBezTo>
                    <a:pt x="9" y="8"/>
                    <a:pt x="0" y="14"/>
                    <a:pt x="0" y="10"/>
                  </a:cubicBezTo>
                </a:path>
              </a:pathLst>
            </a:custGeom>
            <a:solidFill>
              <a:srgbClr val="F7F7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015" name="Freeform 634">
              <a:extLst>
                <a:ext uri="{FF2B5EF4-FFF2-40B4-BE49-F238E27FC236}">
                  <a16:creationId xmlns:a16="http://schemas.microsoft.com/office/drawing/2014/main" id="{2877596D-62A3-4CB9-BE66-73DDDB30B4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9" y="3912"/>
              <a:ext cx="34" cy="18"/>
            </a:xfrm>
            <a:custGeom>
              <a:avLst/>
              <a:gdLst>
                <a:gd name="T0" fmla="*/ 76 w 22"/>
                <a:gd name="T1" fmla="*/ 0 h 11"/>
                <a:gd name="T2" fmla="*/ 0 w 22"/>
                <a:gd name="T3" fmla="*/ 47 h 11"/>
                <a:gd name="T4" fmla="*/ 53 w 22"/>
                <a:gd name="T5" fmla="*/ 26 h 11"/>
                <a:gd name="T6" fmla="*/ 66 w 22"/>
                <a:gd name="T7" fmla="*/ 13 h 11"/>
                <a:gd name="T8" fmla="*/ 74 w 22"/>
                <a:gd name="T9" fmla="*/ 5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11">
                  <a:moveTo>
                    <a:pt x="21" y="0"/>
                  </a:moveTo>
                  <a:cubicBezTo>
                    <a:pt x="22" y="9"/>
                    <a:pt x="6" y="11"/>
                    <a:pt x="0" y="11"/>
                  </a:cubicBezTo>
                  <a:cubicBezTo>
                    <a:pt x="5" y="10"/>
                    <a:pt x="10" y="9"/>
                    <a:pt x="14" y="6"/>
                  </a:cubicBezTo>
                  <a:cubicBezTo>
                    <a:pt x="16" y="5"/>
                    <a:pt x="17" y="4"/>
                    <a:pt x="18" y="3"/>
                  </a:cubicBezTo>
                  <a:cubicBezTo>
                    <a:pt x="19" y="2"/>
                    <a:pt x="20" y="0"/>
                    <a:pt x="20" y="1"/>
                  </a:cubicBezTo>
                </a:path>
              </a:pathLst>
            </a:custGeom>
            <a:solidFill>
              <a:srgbClr val="F7F7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016" name="Freeform 635">
              <a:extLst>
                <a:ext uri="{FF2B5EF4-FFF2-40B4-BE49-F238E27FC236}">
                  <a16:creationId xmlns:a16="http://schemas.microsoft.com/office/drawing/2014/main" id="{98724CFF-CD33-4005-9AA8-77710257C33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8" y="3884"/>
              <a:ext cx="11" cy="11"/>
            </a:xfrm>
            <a:custGeom>
              <a:avLst/>
              <a:gdLst>
                <a:gd name="T0" fmla="*/ 8 w 7"/>
                <a:gd name="T1" fmla="*/ 0 h 7"/>
                <a:gd name="T2" fmla="*/ 8 w 7"/>
                <a:gd name="T3" fmla="*/ 22 h 7"/>
                <a:gd name="T4" fmla="*/ 27 w 7"/>
                <a:gd name="T5" fmla="*/ 27 h 7"/>
                <a:gd name="T6" fmla="*/ 8 w 7"/>
                <a:gd name="T7" fmla="*/ 5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7">
                  <a:moveTo>
                    <a:pt x="2" y="0"/>
                  </a:moveTo>
                  <a:cubicBezTo>
                    <a:pt x="0" y="1"/>
                    <a:pt x="1" y="4"/>
                    <a:pt x="2" y="6"/>
                  </a:cubicBezTo>
                  <a:cubicBezTo>
                    <a:pt x="4" y="6"/>
                    <a:pt x="6" y="7"/>
                    <a:pt x="7" y="7"/>
                  </a:cubicBezTo>
                  <a:cubicBezTo>
                    <a:pt x="5" y="6"/>
                    <a:pt x="2" y="4"/>
                    <a:pt x="2" y="1"/>
                  </a:cubicBezTo>
                </a:path>
              </a:pathLst>
            </a:custGeom>
            <a:solidFill>
              <a:srgbClr val="F7F7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017" name="Freeform 636">
              <a:extLst>
                <a:ext uri="{FF2B5EF4-FFF2-40B4-BE49-F238E27FC236}">
                  <a16:creationId xmlns:a16="http://schemas.microsoft.com/office/drawing/2014/main" id="{AF272DF5-E700-4056-A0FF-C0D44E87F3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7" y="3844"/>
              <a:ext cx="94" cy="37"/>
            </a:xfrm>
            <a:custGeom>
              <a:avLst/>
              <a:gdLst>
                <a:gd name="T0" fmla="*/ 216 w 60"/>
                <a:gd name="T1" fmla="*/ 48 h 24"/>
                <a:gd name="T2" fmla="*/ 204 w 60"/>
                <a:gd name="T3" fmla="*/ 12 h 24"/>
                <a:gd name="T4" fmla="*/ 165 w 60"/>
                <a:gd name="T5" fmla="*/ 22 h 24"/>
                <a:gd name="T6" fmla="*/ 100 w 60"/>
                <a:gd name="T7" fmla="*/ 26 h 24"/>
                <a:gd name="T8" fmla="*/ 14 w 60"/>
                <a:gd name="T9" fmla="*/ 29 h 24"/>
                <a:gd name="T10" fmla="*/ 20 w 60"/>
                <a:gd name="T11" fmla="*/ 88 h 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0" h="24">
                  <a:moveTo>
                    <a:pt x="56" y="13"/>
                  </a:moveTo>
                  <a:cubicBezTo>
                    <a:pt x="60" y="9"/>
                    <a:pt x="60" y="0"/>
                    <a:pt x="53" y="3"/>
                  </a:cubicBezTo>
                  <a:cubicBezTo>
                    <a:pt x="50" y="4"/>
                    <a:pt x="47" y="6"/>
                    <a:pt x="43" y="6"/>
                  </a:cubicBezTo>
                  <a:cubicBezTo>
                    <a:pt x="38" y="8"/>
                    <a:pt x="31" y="6"/>
                    <a:pt x="26" y="7"/>
                  </a:cubicBezTo>
                  <a:cubicBezTo>
                    <a:pt x="20" y="7"/>
                    <a:pt x="9" y="5"/>
                    <a:pt x="4" y="8"/>
                  </a:cubicBezTo>
                  <a:cubicBezTo>
                    <a:pt x="0" y="12"/>
                    <a:pt x="3" y="19"/>
                    <a:pt x="5" y="24"/>
                  </a:cubicBezTo>
                </a:path>
              </a:pathLst>
            </a:custGeom>
            <a:solidFill>
              <a:srgbClr val="BBBB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018" name="Freeform 637">
              <a:extLst>
                <a:ext uri="{FF2B5EF4-FFF2-40B4-BE49-F238E27FC236}">
                  <a16:creationId xmlns:a16="http://schemas.microsoft.com/office/drawing/2014/main" id="{D70B24C6-9023-4DE7-9E41-086AC57D1B3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3" y="3853"/>
              <a:ext cx="267" cy="217"/>
            </a:xfrm>
            <a:custGeom>
              <a:avLst/>
              <a:gdLst>
                <a:gd name="T0" fmla="*/ 346 w 170"/>
                <a:gd name="T1" fmla="*/ 8 h 139"/>
                <a:gd name="T2" fmla="*/ 39 w 170"/>
                <a:gd name="T3" fmla="*/ 0 h 139"/>
                <a:gd name="T4" fmla="*/ 13 w 170"/>
                <a:gd name="T5" fmla="*/ 217 h 139"/>
                <a:gd name="T6" fmla="*/ 31 w 170"/>
                <a:gd name="T7" fmla="*/ 387 h 139"/>
                <a:gd name="T8" fmla="*/ 402 w 170"/>
                <a:gd name="T9" fmla="*/ 521 h 139"/>
                <a:gd name="T10" fmla="*/ 592 w 170"/>
                <a:gd name="T11" fmla="*/ 317 h 139"/>
                <a:gd name="T12" fmla="*/ 346 w 170"/>
                <a:gd name="T13" fmla="*/ 8 h 13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0" h="139">
                  <a:moveTo>
                    <a:pt x="89" y="2"/>
                  </a:moveTo>
                  <a:cubicBezTo>
                    <a:pt x="89" y="2"/>
                    <a:pt x="31" y="20"/>
                    <a:pt x="10" y="0"/>
                  </a:cubicBezTo>
                  <a:cubicBezTo>
                    <a:pt x="10" y="0"/>
                    <a:pt x="0" y="31"/>
                    <a:pt x="3" y="57"/>
                  </a:cubicBezTo>
                  <a:cubicBezTo>
                    <a:pt x="3" y="57"/>
                    <a:pt x="9" y="75"/>
                    <a:pt x="8" y="102"/>
                  </a:cubicBezTo>
                  <a:cubicBezTo>
                    <a:pt x="7" y="130"/>
                    <a:pt x="59" y="139"/>
                    <a:pt x="104" y="137"/>
                  </a:cubicBezTo>
                  <a:cubicBezTo>
                    <a:pt x="148" y="135"/>
                    <a:pt x="170" y="109"/>
                    <a:pt x="153" y="83"/>
                  </a:cubicBezTo>
                  <a:cubicBezTo>
                    <a:pt x="137" y="58"/>
                    <a:pt x="89" y="2"/>
                    <a:pt x="89" y="2"/>
                  </a:cubicBezTo>
                  <a:close/>
                </a:path>
              </a:pathLst>
            </a:custGeom>
            <a:solidFill>
              <a:srgbClr val="D1D1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019" name="Freeform 638">
              <a:extLst>
                <a:ext uri="{FF2B5EF4-FFF2-40B4-BE49-F238E27FC236}">
                  <a16:creationId xmlns:a16="http://schemas.microsoft.com/office/drawing/2014/main" id="{1622574E-B40E-4EAA-9881-673167E105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7" y="3928"/>
              <a:ext cx="245" cy="142"/>
            </a:xfrm>
            <a:custGeom>
              <a:avLst/>
              <a:gdLst>
                <a:gd name="T0" fmla="*/ 0 w 157"/>
                <a:gd name="T1" fmla="*/ 0 h 91"/>
                <a:gd name="T2" fmla="*/ 5 w 157"/>
                <a:gd name="T3" fmla="*/ 30 h 91"/>
                <a:gd name="T4" fmla="*/ 22 w 157"/>
                <a:gd name="T5" fmla="*/ 204 h 91"/>
                <a:gd name="T6" fmla="*/ 387 w 157"/>
                <a:gd name="T7" fmla="*/ 339 h 91"/>
                <a:gd name="T8" fmla="*/ 596 w 157"/>
                <a:gd name="T9" fmla="*/ 204 h 91"/>
                <a:gd name="T10" fmla="*/ 462 w 157"/>
                <a:gd name="T11" fmla="*/ 307 h 91"/>
                <a:gd name="T12" fmla="*/ 183 w 157"/>
                <a:gd name="T13" fmla="*/ 292 h 91"/>
                <a:gd name="T14" fmla="*/ 39 w 157"/>
                <a:gd name="T15" fmla="*/ 190 h 91"/>
                <a:gd name="T16" fmla="*/ 0 w 157"/>
                <a:gd name="T17" fmla="*/ 0 h 9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57" h="91">
                  <a:moveTo>
                    <a:pt x="0" y="0"/>
                  </a:moveTo>
                  <a:cubicBezTo>
                    <a:pt x="1" y="3"/>
                    <a:pt x="1" y="6"/>
                    <a:pt x="1" y="8"/>
                  </a:cubicBezTo>
                  <a:cubicBezTo>
                    <a:pt x="1" y="8"/>
                    <a:pt x="7" y="27"/>
                    <a:pt x="6" y="54"/>
                  </a:cubicBezTo>
                  <a:cubicBezTo>
                    <a:pt x="5" y="81"/>
                    <a:pt x="57" y="91"/>
                    <a:pt x="102" y="89"/>
                  </a:cubicBezTo>
                  <a:cubicBezTo>
                    <a:pt x="135" y="87"/>
                    <a:pt x="156" y="72"/>
                    <a:pt x="157" y="54"/>
                  </a:cubicBezTo>
                  <a:cubicBezTo>
                    <a:pt x="157" y="54"/>
                    <a:pt x="150" y="75"/>
                    <a:pt x="122" y="81"/>
                  </a:cubicBezTo>
                  <a:cubicBezTo>
                    <a:pt x="94" y="87"/>
                    <a:pt x="63" y="80"/>
                    <a:pt x="48" y="77"/>
                  </a:cubicBezTo>
                  <a:cubicBezTo>
                    <a:pt x="33" y="74"/>
                    <a:pt x="11" y="66"/>
                    <a:pt x="10" y="50"/>
                  </a:cubicBezTo>
                  <a:cubicBezTo>
                    <a:pt x="10" y="33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A5A5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020" name="Freeform 639">
              <a:extLst>
                <a:ext uri="{FF2B5EF4-FFF2-40B4-BE49-F238E27FC236}">
                  <a16:creationId xmlns:a16="http://schemas.microsoft.com/office/drawing/2014/main" id="{9648733E-142F-47B6-ABB4-D08F7C5F82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2" y="3869"/>
              <a:ext cx="170" cy="99"/>
            </a:xfrm>
            <a:custGeom>
              <a:avLst/>
              <a:gdLst>
                <a:gd name="T0" fmla="*/ 296 w 109"/>
                <a:gd name="T1" fmla="*/ 0 h 64"/>
                <a:gd name="T2" fmla="*/ 175 w 109"/>
                <a:gd name="T3" fmla="*/ 56 h 64"/>
                <a:gd name="T4" fmla="*/ 75 w 109"/>
                <a:gd name="T5" fmla="*/ 88 h 64"/>
                <a:gd name="T6" fmla="*/ 8 w 109"/>
                <a:gd name="T7" fmla="*/ 104 h 64"/>
                <a:gd name="T8" fmla="*/ 114 w 109"/>
                <a:gd name="T9" fmla="*/ 162 h 64"/>
                <a:gd name="T10" fmla="*/ 340 w 109"/>
                <a:gd name="T11" fmla="*/ 210 h 64"/>
                <a:gd name="T12" fmla="*/ 387 w 109"/>
                <a:gd name="T13" fmla="*/ 232 h 64"/>
                <a:gd name="T14" fmla="*/ 401 w 109"/>
                <a:gd name="T15" fmla="*/ 196 h 64"/>
                <a:gd name="T16" fmla="*/ 278 w 109"/>
                <a:gd name="T17" fmla="*/ 130 h 64"/>
                <a:gd name="T18" fmla="*/ 229 w 109"/>
                <a:gd name="T19" fmla="*/ 114 h 64"/>
                <a:gd name="T20" fmla="*/ 223 w 109"/>
                <a:gd name="T21" fmla="*/ 101 h 64"/>
                <a:gd name="T22" fmla="*/ 299 w 109"/>
                <a:gd name="T23" fmla="*/ 77 h 64"/>
                <a:gd name="T24" fmla="*/ 338 w 109"/>
                <a:gd name="T25" fmla="*/ 45 h 64"/>
                <a:gd name="T26" fmla="*/ 299 w 109"/>
                <a:gd name="T27" fmla="*/ 8 h 64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09" h="64">
                  <a:moveTo>
                    <a:pt x="78" y="0"/>
                  </a:moveTo>
                  <a:cubicBezTo>
                    <a:pt x="73" y="8"/>
                    <a:pt x="55" y="12"/>
                    <a:pt x="46" y="15"/>
                  </a:cubicBezTo>
                  <a:cubicBezTo>
                    <a:pt x="37" y="18"/>
                    <a:pt x="29" y="21"/>
                    <a:pt x="20" y="24"/>
                  </a:cubicBezTo>
                  <a:cubicBezTo>
                    <a:pt x="15" y="26"/>
                    <a:pt x="7" y="25"/>
                    <a:pt x="2" y="28"/>
                  </a:cubicBezTo>
                  <a:cubicBezTo>
                    <a:pt x="0" y="42"/>
                    <a:pt x="20" y="43"/>
                    <a:pt x="30" y="44"/>
                  </a:cubicBezTo>
                  <a:cubicBezTo>
                    <a:pt x="50" y="47"/>
                    <a:pt x="71" y="49"/>
                    <a:pt x="90" y="57"/>
                  </a:cubicBezTo>
                  <a:cubicBezTo>
                    <a:pt x="93" y="59"/>
                    <a:pt x="98" y="63"/>
                    <a:pt x="102" y="63"/>
                  </a:cubicBezTo>
                  <a:cubicBezTo>
                    <a:pt x="108" y="64"/>
                    <a:pt x="109" y="58"/>
                    <a:pt x="106" y="53"/>
                  </a:cubicBezTo>
                  <a:cubicBezTo>
                    <a:pt x="100" y="41"/>
                    <a:pt x="85" y="38"/>
                    <a:pt x="73" y="35"/>
                  </a:cubicBezTo>
                  <a:cubicBezTo>
                    <a:pt x="69" y="33"/>
                    <a:pt x="64" y="33"/>
                    <a:pt x="60" y="31"/>
                  </a:cubicBezTo>
                  <a:cubicBezTo>
                    <a:pt x="56" y="30"/>
                    <a:pt x="55" y="30"/>
                    <a:pt x="59" y="27"/>
                  </a:cubicBezTo>
                  <a:cubicBezTo>
                    <a:pt x="65" y="22"/>
                    <a:pt x="72" y="23"/>
                    <a:pt x="79" y="21"/>
                  </a:cubicBezTo>
                  <a:cubicBezTo>
                    <a:pt x="84" y="20"/>
                    <a:pt x="92" y="19"/>
                    <a:pt x="89" y="12"/>
                  </a:cubicBezTo>
                  <a:cubicBezTo>
                    <a:pt x="87" y="9"/>
                    <a:pt x="82" y="3"/>
                    <a:pt x="79" y="2"/>
                  </a:cubicBezTo>
                </a:path>
              </a:pathLst>
            </a:custGeom>
            <a:solidFill>
              <a:srgbClr val="BBBB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021" name="Freeform 640">
              <a:extLst>
                <a:ext uri="{FF2B5EF4-FFF2-40B4-BE49-F238E27FC236}">
                  <a16:creationId xmlns:a16="http://schemas.microsoft.com/office/drawing/2014/main" id="{17CBEF55-5F9B-4DE2-A968-72090440636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0" y="3867"/>
              <a:ext cx="169" cy="97"/>
            </a:xfrm>
            <a:custGeom>
              <a:avLst/>
              <a:gdLst>
                <a:gd name="T0" fmla="*/ 299 w 108"/>
                <a:gd name="T1" fmla="*/ 0 h 62"/>
                <a:gd name="T2" fmla="*/ 172 w 108"/>
                <a:gd name="T3" fmla="*/ 53 h 62"/>
                <a:gd name="T4" fmla="*/ 77 w 108"/>
                <a:gd name="T5" fmla="*/ 88 h 62"/>
                <a:gd name="T6" fmla="*/ 8 w 108"/>
                <a:gd name="T7" fmla="*/ 103 h 62"/>
                <a:gd name="T8" fmla="*/ 116 w 108"/>
                <a:gd name="T9" fmla="*/ 164 h 62"/>
                <a:gd name="T10" fmla="*/ 341 w 108"/>
                <a:gd name="T11" fmla="*/ 216 h 62"/>
                <a:gd name="T12" fmla="*/ 387 w 108"/>
                <a:gd name="T13" fmla="*/ 238 h 62"/>
                <a:gd name="T14" fmla="*/ 407 w 108"/>
                <a:gd name="T15" fmla="*/ 199 h 62"/>
                <a:gd name="T16" fmla="*/ 279 w 108"/>
                <a:gd name="T17" fmla="*/ 127 h 62"/>
                <a:gd name="T18" fmla="*/ 230 w 108"/>
                <a:gd name="T19" fmla="*/ 116 h 62"/>
                <a:gd name="T20" fmla="*/ 225 w 108"/>
                <a:gd name="T21" fmla="*/ 95 h 62"/>
                <a:gd name="T22" fmla="*/ 299 w 108"/>
                <a:gd name="T23" fmla="*/ 77 h 62"/>
                <a:gd name="T24" fmla="*/ 338 w 108"/>
                <a:gd name="T25" fmla="*/ 42 h 62"/>
                <a:gd name="T26" fmla="*/ 299 w 108"/>
                <a:gd name="T27" fmla="*/ 0 h 6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08" h="62">
                  <a:moveTo>
                    <a:pt x="78" y="0"/>
                  </a:moveTo>
                  <a:cubicBezTo>
                    <a:pt x="73" y="9"/>
                    <a:pt x="54" y="11"/>
                    <a:pt x="45" y="14"/>
                  </a:cubicBezTo>
                  <a:cubicBezTo>
                    <a:pt x="36" y="17"/>
                    <a:pt x="28" y="20"/>
                    <a:pt x="20" y="23"/>
                  </a:cubicBezTo>
                  <a:cubicBezTo>
                    <a:pt x="14" y="25"/>
                    <a:pt x="6" y="24"/>
                    <a:pt x="2" y="27"/>
                  </a:cubicBezTo>
                  <a:cubicBezTo>
                    <a:pt x="0" y="40"/>
                    <a:pt x="20" y="41"/>
                    <a:pt x="30" y="43"/>
                  </a:cubicBezTo>
                  <a:cubicBezTo>
                    <a:pt x="49" y="45"/>
                    <a:pt x="71" y="48"/>
                    <a:pt x="89" y="56"/>
                  </a:cubicBezTo>
                  <a:cubicBezTo>
                    <a:pt x="93" y="57"/>
                    <a:pt x="97" y="62"/>
                    <a:pt x="101" y="62"/>
                  </a:cubicBezTo>
                  <a:cubicBezTo>
                    <a:pt x="107" y="62"/>
                    <a:pt x="108" y="56"/>
                    <a:pt x="106" y="52"/>
                  </a:cubicBezTo>
                  <a:cubicBezTo>
                    <a:pt x="99" y="40"/>
                    <a:pt x="84" y="37"/>
                    <a:pt x="73" y="33"/>
                  </a:cubicBezTo>
                  <a:cubicBezTo>
                    <a:pt x="68" y="32"/>
                    <a:pt x="64" y="31"/>
                    <a:pt x="60" y="30"/>
                  </a:cubicBezTo>
                  <a:cubicBezTo>
                    <a:pt x="56" y="28"/>
                    <a:pt x="55" y="28"/>
                    <a:pt x="59" y="25"/>
                  </a:cubicBezTo>
                  <a:cubicBezTo>
                    <a:pt x="64" y="21"/>
                    <a:pt x="72" y="21"/>
                    <a:pt x="78" y="20"/>
                  </a:cubicBezTo>
                  <a:cubicBezTo>
                    <a:pt x="83" y="19"/>
                    <a:pt x="92" y="17"/>
                    <a:pt x="88" y="11"/>
                  </a:cubicBezTo>
                  <a:cubicBezTo>
                    <a:pt x="87" y="8"/>
                    <a:pt x="81" y="2"/>
                    <a:pt x="78" y="0"/>
                  </a:cubicBezTo>
                </a:path>
              </a:pathLst>
            </a:custGeom>
            <a:solidFill>
              <a:srgbClr val="E4E4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022" name="Freeform 641">
              <a:extLst>
                <a:ext uri="{FF2B5EF4-FFF2-40B4-BE49-F238E27FC236}">
                  <a16:creationId xmlns:a16="http://schemas.microsoft.com/office/drawing/2014/main" id="{0BE3BC5F-F4F8-4D6C-933E-E145C02C10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7" y="3995"/>
              <a:ext cx="183" cy="68"/>
            </a:xfrm>
            <a:custGeom>
              <a:avLst/>
              <a:gdLst>
                <a:gd name="T0" fmla="*/ 0 w 117"/>
                <a:gd name="T1" fmla="*/ 114 h 44"/>
                <a:gd name="T2" fmla="*/ 183 w 117"/>
                <a:gd name="T3" fmla="*/ 45 h 44"/>
                <a:gd name="T4" fmla="*/ 230 w 117"/>
                <a:gd name="T5" fmla="*/ 5 h 44"/>
                <a:gd name="T6" fmla="*/ 294 w 117"/>
                <a:gd name="T7" fmla="*/ 29 h 44"/>
                <a:gd name="T8" fmla="*/ 394 w 117"/>
                <a:gd name="T9" fmla="*/ 87 h 44"/>
                <a:gd name="T10" fmla="*/ 435 w 117"/>
                <a:gd name="T11" fmla="*/ 96 h 44"/>
                <a:gd name="T12" fmla="*/ 407 w 117"/>
                <a:gd name="T13" fmla="*/ 122 h 44"/>
                <a:gd name="T14" fmla="*/ 238 w 117"/>
                <a:gd name="T15" fmla="*/ 150 h 44"/>
                <a:gd name="T16" fmla="*/ 149 w 117"/>
                <a:gd name="T17" fmla="*/ 150 h 44"/>
                <a:gd name="T18" fmla="*/ 74 w 117"/>
                <a:gd name="T19" fmla="*/ 134 h 4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7" h="44">
                  <a:moveTo>
                    <a:pt x="0" y="31"/>
                  </a:moveTo>
                  <a:cubicBezTo>
                    <a:pt x="16" y="35"/>
                    <a:pt x="38" y="25"/>
                    <a:pt x="48" y="12"/>
                  </a:cubicBezTo>
                  <a:cubicBezTo>
                    <a:pt x="51" y="8"/>
                    <a:pt x="54" y="2"/>
                    <a:pt x="60" y="1"/>
                  </a:cubicBezTo>
                  <a:cubicBezTo>
                    <a:pt x="66" y="0"/>
                    <a:pt x="72" y="6"/>
                    <a:pt x="77" y="8"/>
                  </a:cubicBezTo>
                  <a:cubicBezTo>
                    <a:pt x="86" y="13"/>
                    <a:pt x="94" y="18"/>
                    <a:pt x="103" y="23"/>
                  </a:cubicBezTo>
                  <a:cubicBezTo>
                    <a:pt x="106" y="25"/>
                    <a:pt x="112" y="24"/>
                    <a:pt x="114" y="26"/>
                  </a:cubicBezTo>
                  <a:cubicBezTo>
                    <a:pt x="117" y="30"/>
                    <a:pt x="110" y="32"/>
                    <a:pt x="106" y="33"/>
                  </a:cubicBezTo>
                  <a:cubicBezTo>
                    <a:pt x="92" y="38"/>
                    <a:pt x="77" y="44"/>
                    <a:pt x="62" y="41"/>
                  </a:cubicBezTo>
                  <a:cubicBezTo>
                    <a:pt x="54" y="40"/>
                    <a:pt x="47" y="41"/>
                    <a:pt x="39" y="41"/>
                  </a:cubicBezTo>
                  <a:cubicBezTo>
                    <a:pt x="34" y="41"/>
                    <a:pt x="23" y="38"/>
                    <a:pt x="19" y="36"/>
                  </a:cubicBezTo>
                </a:path>
              </a:pathLst>
            </a:custGeom>
            <a:solidFill>
              <a:srgbClr val="A5A5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023" name="Freeform 642">
              <a:extLst>
                <a:ext uri="{FF2B5EF4-FFF2-40B4-BE49-F238E27FC236}">
                  <a16:creationId xmlns:a16="http://schemas.microsoft.com/office/drawing/2014/main" id="{0174E37A-B370-4AD9-8256-9329572A07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7" y="3973"/>
              <a:ext cx="108" cy="48"/>
            </a:xfrm>
            <a:custGeom>
              <a:avLst/>
              <a:gdLst>
                <a:gd name="T0" fmla="*/ 257 w 69"/>
                <a:gd name="T1" fmla="*/ 88 h 31"/>
                <a:gd name="T2" fmla="*/ 182 w 69"/>
                <a:gd name="T3" fmla="*/ 62 h 31"/>
                <a:gd name="T4" fmla="*/ 122 w 69"/>
                <a:gd name="T5" fmla="*/ 36 h 31"/>
                <a:gd name="T6" fmla="*/ 81 w 69"/>
                <a:gd name="T7" fmla="*/ 82 h 31"/>
                <a:gd name="T8" fmla="*/ 0 w 69"/>
                <a:gd name="T9" fmla="*/ 104 h 31"/>
                <a:gd name="T10" fmla="*/ 61 w 69"/>
                <a:gd name="T11" fmla="*/ 36 h 31"/>
                <a:gd name="T12" fmla="*/ 127 w 69"/>
                <a:gd name="T13" fmla="*/ 0 h 31"/>
                <a:gd name="T14" fmla="*/ 203 w 69"/>
                <a:gd name="T15" fmla="*/ 34 h 31"/>
                <a:gd name="T16" fmla="*/ 265 w 69"/>
                <a:gd name="T17" fmla="*/ 70 h 3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9" h="31">
                  <a:moveTo>
                    <a:pt x="67" y="24"/>
                  </a:moveTo>
                  <a:cubicBezTo>
                    <a:pt x="60" y="22"/>
                    <a:pt x="53" y="20"/>
                    <a:pt x="47" y="17"/>
                  </a:cubicBezTo>
                  <a:cubicBezTo>
                    <a:pt x="43" y="15"/>
                    <a:pt x="37" y="9"/>
                    <a:pt x="32" y="10"/>
                  </a:cubicBezTo>
                  <a:cubicBezTo>
                    <a:pt x="28" y="11"/>
                    <a:pt x="25" y="19"/>
                    <a:pt x="21" y="22"/>
                  </a:cubicBezTo>
                  <a:cubicBezTo>
                    <a:pt x="17" y="25"/>
                    <a:pt x="5" y="31"/>
                    <a:pt x="0" y="28"/>
                  </a:cubicBezTo>
                  <a:cubicBezTo>
                    <a:pt x="2" y="21"/>
                    <a:pt x="10" y="14"/>
                    <a:pt x="16" y="10"/>
                  </a:cubicBezTo>
                  <a:cubicBezTo>
                    <a:pt x="21" y="6"/>
                    <a:pt x="26" y="0"/>
                    <a:pt x="33" y="0"/>
                  </a:cubicBezTo>
                  <a:cubicBezTo>
                    <a:pt x="40" y="1"/>
                    <a:pt x="47" y="6"/>
                    <a:pt x="53" y="9"/>
                  </a:cubicBezTo>
                  <a:cubicBezTo>
                    <a:pt x="58" y="12"/>
                    <a:pt x="65" y="15"/>
                    <a:pt x="69" y="19"/>
                  </a:cubicBezTo>
                </a:path>
              </a:pathLst>
            </a:custGeom>
            <a:solidFill>
              <a:srgbClr val="E0E0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024" name="Freeform 643">
              <a:extLst>
                <a:ext uri="{FF2B5EF4-FFF2-40B4-BE49-F238E27FC236}">
                  <a16:creationId xmlns:a16="http://schemas.microsoft.com/office/drawing/2014/main" id="{2207A994-1A80-49F0-BE1A-F66BA29FE1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2" y="4043"/>
              <a:ext cx="150" cy="22"/>
            </a:xfrm>
            <a:custGeom>
              <a:avLst/>
              <a:gdLst>
                <a:gd name="T0" fmla="*/ 366 w 96"/>
                <a:gd name="T1" fmla="*/ 5 h 14"/>
                <a:gd name="T2" fmla="*/ 347 w 96"/>
                <a:gd name="T3" fmla="*/ 14 h 14"/>
                <a:gd name="T4" fmla="*/ 317 w 96"/>
                <a:gd name="T5" fmla="*/ 27 h 14"/>
                <a:gd name="T6" fmla="*/ 277 w 96"/>
                <a:gd name="T7" fmla="*/ 35 h 14"/>
                <a:gd name="T8" fmla="*/ 231 w 96"/>
                <a:gd name="T9" fmla="*/ 47 h 14"/>
                <a:gd name="T10" fmla="*/ 178 w 96"/>
                <a:gd name="T11" fmla="*/ 49 h 14"/>
                <a:gd name="T12" fmla="*/ 122 w 96"/>
                <a:gd name="T13" fmla="*/ 49 h 14"/>
                <a:gd name="T14" fmla="*/ 73 w 96"/>
                <a:gd name="T15" fmla="*/ 42 h 14"/>
                <a:gd name="T16" fmla="*/ 0 w 96"/>
                <a:gd name="T17" fmla="*/ 27 h 14"/>
                <a:gd name="T18" fmla="*/ 34 w 96"/>
                <a:gd name="T19" fmla="*/ 31 h 14"/>
                <a:gd name="T20" fmla="*/ 88 w 96"/>
                <a:gd name="T21" fmla="*/ 31 h 14"/>
                <a:gd name="T22" fmla="*/ 183 w 96"/>
                <a:gd name="T23" fmla="*/ 31 h 14"/>
                <a:gd name="T24" fmla="*/ 298 w 96"/>
                <a:gd name="T25" fmla="*/ 14 h 14"/>
                <a:gd name="T26" fmla="*/ 361 w 96"/>
                <a:gd name="T27" fmla="*/ 0 h 14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96" h="14">
                  <a:moveTo>
                    <a:pt x="96" y="1"/>
                  </a:moveTo>
                  <a:cubicBezTo>
                    <a:pt x="95" y="1"/>
                    <a:pt x="92" y="3"/>
                    <a:pt x="91" y="4"/>
                  </a:cubicBezTo>
                  <a:cubicBezTo>
                    <a:pt x="88" y="5"/>
                    <a:pt x="86" y="6"/>
                    <a:pt x="83" y="7"/>
                  </a:cubicBezTo>
                  <a:cubicBezTo>
                    <a:pt x="79" y="8"/>
                    <a:pt x="76" y="8"/>
                    <a:pt x="72" y="9"/>
                  </a:cubicBezTo>
                  <a:cubicBezTo>
                    <a:pt x="68" y="10"/>
                    <a:pt x="65" y="11"/>
                    <a:pt x="61" y="12"/>
                  </a:cubicBezTo>
                  <a:cubicBezTo>
                    <a:pt x="57" y="12"/>
                    <a:pt x="52" y="13"/>
                    <a:pt x="47" y="13"/>
                  </a:cubicBezTo>
                  <a:cubicBezTo>
                    <a:pt x="42" y="14"/>
                    <a:pt x="37" y="13"/>
                    <a:pt x="32" y="13"/>
                  </a:cubicBezTo>
                  <a:cubicBezTo>
                    <a:pt x="27" y="13"/>
                    <a:pt x="23" y="12"/>
                    <a:pt x="19" y="11"/>
                  </a:cubicBezTo>
                  <a:cubicBezTo>
                    <a:pt x="12" y="11"/>
                    <a:pt x="6" y="11"/>
                    <a:pt x="0" y="7"/>
                  </a:cubicBezTo>
                  <a:cubicBezTo>
                    <a:pt x="3" y="7"/>
                    <a:pt x="6" y="8"/>
                    <a:pt x="9" y="8"/>
                  </a:cubicBezTo>
                  <a:cubicBezTo>
                    <a:pt x="13" y="8"/>
                    <a:pt x="18" y="8"/>
                    <a:pt x="23" y="8"/>
                  </a:cubicBezTo>
                  <a:cubicBezTo>
                    <a:pt x="31" y="8"/>
                    <a:pt x="39" y="8"/>
                    <a:pt x="48" y="8"/>
                  </a:cubicBezTo>
                  <a:cubicBezTo>
                    <a:pt x="58" y="7"/>
                    <a:pt x="68" y="6"/>
                    <a:pt x="78" y="4"/>
                  </a:cubicBezTo>
                  <a:cubicBezTo>
                    <a:pt x="83" y="3"/>
                    <a:pt x="90" y="1"/>
                    <a:pt x="95" y="0"/>
                  </a:cubicBezTo>
                </a:path>
              </a:pathLst>
            </a:custGeom>
            <a:solidFill>
              <a:srgbClr val="8383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025" name="Freeform 644">
              <a:extLst>
                <a:ext uri="{FF2B5EF4-FFF2-40B4-BE49-F238E27FC236}">
                  <a16:creationId xmlns:a16="http://schemas.microsoft.com/office/drawing/2014/main" id="{071C0AA2-3882-4066-8AFF-8CEF6B81F85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1" y="4001"/>
              <a:ext cx="53" cy="33"/>
            </a:xfrm>
            <a:custGeom>
              <a:avLst/>
              <a:gdLst>
                <a:gd name="T0" fmla="*/ 8 w 34"/>
                <a:gd name="T1" fmla="*/ 0 h 21"/>
                <a:gd name="T2" fmla="*/ 34 w 34"/>
                <a:gd name="T3" fmla="*/ 5 h 21"/>
                <a:gd name="T4" fmla="*/ 61 w 34"/>
                <a:gd name="T5" fmla="*/ 27 h 21"/>
                <a:gd name="T6" fmla="*/ 129 w 34"/>
                <a:gd name="T7" fmla="*/ 82 h 21"/>
                <a:gd name="T8" fmla="*/ 47 w 34"/>
                <a:gd name="T9" fmla="*/ 27 h 21"/>
                <a:gd name="T10" fmla="*/ 0 w 34"/>
                <a:gd name="T11" fmla="*/ 5 h 21"/>
                <a:gd name="T12" fmla="*/ 8 w 34"/>
                <a:gd name="T13" fmla="*/ 0 h 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4" h="21">
                  <a:moveTo>
                    <a:pt x="2" y="0"/>
                  </a:moveTo>
                  <a:cubicBezTo>
                    <a:pt x="4" y="0"/>
                    <a:pt x="6" y="0"/>
                    <a:pt x="9" y="1"/>
                  </a:cubicBezTo>
                  <a:cubicBezTo>
                    <a:pt x="12" y="3"/>
                    <a:pt x="14" y="5"/>
                    <a:pt x="16" y="7"/>
                  </a:cubicBezTo>
                  <a:cubicBezTo>
                    <a:pt x="21" y="12"/>
                    <a:pt x="29" y="15"/>
                    <a:pt x="34" y="21"/>
                  </a:cubicBezTo>
                  <a:cubicBezTo>
                    <a:pt x="27" y="16"/>
                    <a:pt x="19" y="12"/>
                    <a:pt x="12" y="7"/>
                  </a:cubicBezTo>
                  <a:cubicBezTo>
                    <a:pt x="9" y="5"/>
                    <a:pt x="4" y="1"/>
                    <a:pt x="0" y="1"/>
                  </a:cubicBezTo>
                  <a:cubicBezTo>
                    <a:pt x="1" y="1"/>
                    <a:pt x="1" y="1"/>
                    <a:pt x="2" y="0"/>
                  </a:cubicBezTo>
                </a:path>
              </a:pathLst>
            </a:custGeom>
            <a:solidFill>
              <a:srgbClr val="D1D1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026" name="Freeform 645">
              <a:extLst>
                <a:ext uri="{FF2B5EF4-FFF2-40B4-BE49-F238E27FC236}">
                  <a16:creationId xmlns:a16="http://schemas.microsoft.com/office/drawing/2014/main" id="{051E76AE-2852-4B1E-88D0-8CF6BE8E024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3" y="3853"/>
              <a:ext cx="267" cy="218"/>
            </a:xfrm>
            <a:custGeom>
              <a:avLst/>
              <a:gdLst>
                <a:gd name="T0" fmla="*/ 368 w 170"/>
                <a:gd name="T1" fmla="*/ 34 h 140"/>
                <a:gd name="T2" fmla="*/ 346 w 170"/>
                <a:gd name="T3" fmla="*/ 8 h 140"/>
                <a:gd name="T4" fmla="*/ 39 w 170"/>
                <a:gd name="T5" fmla="*/ 0 h 140"/>
                <a:gd name="T6" fmla="*/ 13 w 170"/>
                <a:gd name="T7" fmla="*/ 216 h 140"/>
                <a:gd name="T8" fmla="*/ 31 w 170"/>
                <a:gd name="T9" fmla="*/ 388 h 140"/>
                <a:gd name="T10" fmla="*/ 402 w 170"/>
                <a:gd name="T11" fmla="*/ 517 h 140"/>
                <a:gd name="T12" fmla="*/ 597 w 170"/>
                <a:gd name="T13" fmla="*/ 318 h 140"/>
                <a:gd name="T14" fmla="*/ 415 w 170"/>
                <a:gd name="T15" fmla="*/ 87 h 14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70" h="140">
                  <a:moveTo>
                    <a:pt x="95" y="9"/>
                  </a:moveTo>
                  <a:cubicBezTo>
                    <a:pt x="92" y="5"/>
                    <a:pt x="89" y="2"/>
                    <a:pt x="89" y="2"/>
                  </a:cubicBezTo>
                  <a:cubicBezTo>
                    <a:pt x="89" y="2"/>
                    <a:pt x="32" y="21"/>
                    <a:pt x="10" y="0"/>
                  </a:cubicBezTo>
                  <a:cubicBezTo>
                    <a:pt x="10" y="0"/>
                    <a:pt x="0" y="32"/>
                    <a:pt x="3" y="57"/>
                  </a:cubicBezTo>
                  <a:cubicBezTo>
                    <a:pt x="3" y="57"/>
                    <a:pt x="9" y="75"/>
                    <a:pt x="8" y="103"/>
                  </a:cubicBezTo>
                  <a:cubicBezTo>
                    <a:pt x="7" y="130"/>
                    <a:pt x="59" y="140"/>
                    <a:pt x="104" y="137"/>
                  </a:cubicBezTo>
                  <a:cubicBezTo>
                    <a:pt x="148" y="135"/>
                    <a:pt x="170" y="109"/>
                    <a:pt x="154" y="84"/>
                  </a:cubicBezTo>
                  <a:cubicBezTo>
                    <a:pt x="144" y="68"/>
                    <a:pt x="122" y="42"/>
                    <a:pt x="107" y="23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027" name="Freeform 646">
              <a:extLst>
                <a:ext uri="{FF2B5EF4-FFF2-40B4-BE49-F238E27FC236}">
                  <a16:creationId xmlns:a16="http://schemas.microsoft.com/office/drawing/2014/main" id="{E0E82F4E-0DD6-4492-8335-1A26477FEB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0" y="3846"/>
              <a:ext cx="91" cy="21"/>
            </a:xfrm>
            <a:custGeom>
              <a:avLst/>
              <a:gdLst>
                <a:gd name="T0" fmla="*/ 220 w 58"/>
                <a:gd name="T1" fmla="*/ 27 h 14"/>
                <a:gd name="T2" fmla="*/ 198 w 58"/>
                <a:gd name="T3" fmla="*/ 8 h 14"/>
                <a:gd name="T4" fmla="*/ 157 w 58"/>
                <a:gd name="T5" fmla="*/ 18 h 14"/>
                <a:gd name="T6" fmla="*/ 94 w 58"/>
                <a:gd name="T7" fmla="*/ 21 h 14"/>
                <a:gd name="T8" fmla="*/ 8 w 58"/>
                <a:gd name="T9" fmla="*/ 26 h 14"/>
                <a:gd name="T10" fmla="*/ 0 w 58"/>
                <a:gd name="T11" fmla="*/ 48 h 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8" h="14">
                  <a:moveTo>
                    <a:pt x="57" y="8"/>
                  </a:moveTo>
                  <a:cubicBezTo>
                    <a:pt x="58" y="4"/>
                    <a:pt x="56" y="0"/>
                    <a:pt x="51" y="2"/>
                  </a:cubicBezTo>
                  <a:cubicBezTo>
                    <a:pt x="48" y="3"/>
                    <a:pt x="45" y="5"/>
                    <a:pt x="41" y="5"/>
                  </a:cubicBezTo>
                  <a:cubicBezTo>
                    <a:pt x="36" y="6"/>
                    <a:pt x="29" y="5"/>
                    <a:pt x="24" y="6"/>
                  </a:cubicBezTo>
                  <a:cubicBezTo>
                    <a:pt x="18" y="6"/>
                    <a:pt x="7" y="4"/>
                    <a:pt x="2" y="7"/>
                  </a:cubicBezTo>
                  <a:cubicBezTo>
                    <a:pt x="0" y="9"/>
                    <a:pt x="0" y="11"/>
                    <a:pt x="0" y="14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028" name="Freeform 647">
              <a:extLst>
                <a:ext uri="{FF2B5EF4-FFF2-40B4-BE49-F238E27FC236}">
                  <a16:creationId xmlns:a16="http://schemas.microsoft.com/office/drawing/2014/main" id="{75DE858B-BEF9-435F-BC12-07E2013F63F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0" y="3867"/>
              <a:ext cx="171" cy="97"/>
            </a:xfrm>
            <a:custGeom>
              <a:avLst/>
              <a:gdLst>
                <a:gd name="T0" fmla="*/ 300 w 109"/>
                <a:gd name="T1" fmla="*/ 0 h 62"/>
                <a:gd name="T2" fmla="*/ 177 w 109"/>
                <a:gd name="T3" fmla="*/ 53 h 62"/>
                <a:gd name="T4" fmla="*/ 77 w 109"/>
                <a:gd name="T5" fmla="*/ 88 h 62"/>
                <a:gd name="T6" fmla="*/ 13 w 109"/>
                <a:gd name="T7" fmla="*/ 103 h 62"/>
                <a:gd name="T8" fmla="*/ 116 w 109"/>
                <a:gd name="T9" fmla="*/ 164 h 62"/>
                <a:gd name="T10" fmla="*/ 347 w 109"/>
                <a:gd name="T11" fmla="*/ 216 h 62"/>
                <a:gd name="T12" fmla="*/ 394 w 109"/>
                <a:gd name="T13" fmla="*/ 238 h 62"/>
                <a:gd name="T14" fmla="*/ 408 w 109"/>
                <a:gd name="T15" fmla="*/ 199 h 62"/>
                <a:gd name="T16" fmla="*/ 282 w 109"/>
                <a:gd name="T17" fmla="*/ 127 h 62"/>
                <a:gd name="T18" fmla="*/ 231 w 109"/>
                <a:gd name="T19" fmla="*/ 116 h 62"/>
                <a:gd name="T20" fmla="*/ 229 w 109"/>
                <a:gd name="T21" fmla="*/ 95 h 62"/>
                <a:gd name="T22" fmla="*/ 306 w 109"/>
                <a:gd name="T23" fmla="*/ 77 h 62"/>
                <a:gd name="T24" fmla="*/ 345 w 109"/>
                <a:gd name="T25" fmla="*/ 42 h 62"/>
                <a:gd name="T26" fmla="*/ 300 w 109"/>
                <a:gd name="T27" fmla="*/ 0 h 6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09" h="62">
                  <a:moveTo>
                    <a:pt x="78" y="0"/>
                  </a:moveTo>
                  <a:cubicBezTo>
                    <a:pt x="73" y="9"/>
                    <a:pt x="55" y="11"/>
                    <a:pt x="46" y="14"/>
                  </a:cubicBezTo>
                  <a:cubicBezTo>
                    <a:pt x="37" y="17"/>
                    <a:pt x="29" y="20"/>
                    <a:pt x="20" y="23"/>
                  </a:cubicBezTo>
                  <a:cubicBezTo>
                    <a:pt x="15" y="25"/>
                    <a:pt x="7" y="24"/>
                    <a:pt x="3" y="27"/>
                  </a:cubicBezTo>
                  <a:cubicBezTo>
                    <a:pt x="0" y="41"/>
                    <a:pt x="20" y="42"/>
                    <a:pt x="30" y="43"/>
                  </a:cubicBezTo>
                  <a:cubicBezTo>
                    <a:pt x="50" y="45"/>
                    <a:pt x="71" y="48"/>
                    <a:pt x="90" y="56"/>
                  </a:cubicBezTo>
                  <a:cubicBezTo>
                    <a:pt x="94" y="58"/>
                    <a:pt x="98" y="62"/>
                    <a:pt x="102" y="62"/>
                  </a:cubicBezTo>
                  <a:cubicBezTo>
                    <a:pt x="108" y="62"/>
                    <a:pt x="109" y="57"/>
                    <a:pt x="106" y="52"/>
                  </a:cubicBezTo>
                  <a:cubicBezTo>
                    <a:pt x="100" y="40"/>
                    <a:pt x="85" y="37"/>
                    <a:pt x="73" y="33"/>
                  </a:cubicBezTo>
                  <a:cubicBezTo>
                    <a:pt x="69" y="32"/>
                    <a:pt x="64" y="32"/>
                    <a:pt x="60" y="30"/>
                  </a:cubicBezTo>
                  <a:cubicBezTo>
                    <a:pt x="57" y="28"/>
                    <a:pt x="55" y="28"/>
                    <a:pt x="59" y="25"/>
                  </a:cubicBezTo>
                  <a:cubicBezTo>
                    <a:pt x="65" y="21"/>
                    <a:pt x="73" y="21"/>
                    <a:pt x="79" y="20"/>
                  </a:cubicBezTo>
                  <a:cubicBezTo>
                    <a:pt x="84" y="19"/>
                    <a:pt x="92" y="18"/>
                    <a:pt x="89" y="11"/>
                  </a:cubicBezTo>
                  <a:cubicBezTo>
                    <a:pt x="88" y="8"/>
                    <a:pt x="81" y="2"/>
                    <a:pt x="78" y="0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029" name="Freeform 648">
              <a:extLst>
                <a:ext uri="{FF2B5EF4-FFF2-40B4-BE49-F238E27FC236}">
                  <a16:creationId xmlns:a16="http://schemas.microsoft.com/office/drawing/2014/main" id="{8DFC3308-1734-4CA1-80E8-801839F181F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7" y="3928"/>
              <a:ext cx="245" cy="142"/>
            </a:xfrm>
            <a:custGeom>
              <a:avLst/>
              <a:gdLst>
                <a:gd name="T0" fmla="*/ 0 w 157"/>
                <a:gd name="T1" fmla="*/ 0 h 91"/>
                <a:gd name="T2" fmla="*/ 39 w 157"/>
                <a:gd name="T3" fmla="*/ 190 h 91"/>
                <a:gd name="T4" fmla="*/ 151 w 157"/>
                <a:gd name="T5" fmla="*/ 286 h 91"/>
                <a:gd name="T6" fmla="*/ 304 w 157"/>
                <a:gd name="T7" fmla="*/ 209 h 91"/>
                <a:gd name="T8" fmla="*/ 351 w 157"/>
                <a:gd name="T9" fmla="*/ 169 h 91"/>
                <a:gd name="T10" fmla="*/ 414 w 157"/>
                <a:gd name="T11" fmla="*/ 195 h 91"/>
                <a:gd name="T12" fmla="*/ 513 w 157"/>
                <a:gd name="T13" fmla="*/ 251 h 91"/>
                <a:gd name="T14" fmla="*/ 556 w 157"/>
                <a:gd name="T15" fmla="*/ 264 h 91"/>
                <a:gd name="T16" fmla="*/ 596 w 157"/>
                <a:gd name="T17" fmla="*/ 204 h 91"/>
                <a:gd name="T18" fmla="*/ 385 w 157"/>
                <a:gd name="T19" fmla="*/ 339 h 91"/>
                <a:gd name="T20" fmla="*/ 22 w 157"/>
                <a:gd name="T21" fmla="*/ 204 h 91"/>
                <a:gd name="T22" fmla="*/ 5 w 157"/>
                <a:gd name="T23" fmla="*/ 30 h 91"/>
                <a:gd name="T24" fmla="*/ 0 w 157"/>
                <a:gd name="T25" fmla="*/ 0 h 9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57" h="91">
                  <a:moveTo>
                    <a:pt x="0" y="0"/>
                  </a:moveTo>
                  <a:cubicBezTo>
                    <a:pt x="0" y="0"/>
                    <a:pt x="10" y="34"/>
                    <a:pt x="10" y="50"/>
                  </a:cubicBezTo>
                  <a:cubicBezTo>
                    <a:pt x="11" y="63"/>
                    <a:pt x="26" y="71"/>
                    <a:pt x="40" y="75"/>
                  </a:cubicBezTo>
                  <a:cubicBezTo>
                    <a:pt x="55" y="75"/>
                    <a:pt x="71" y="66"/>
                    <a:pt x="80" y="55"/>
                  </a:cubicBezTo>
                  <a:cubicBezTo>
                    <a:pt x="83" y="51"/>
                    <a:pt x="86" y="45"/>
                    <a:pt x="92" y="44"/>
                  </a:cubicBezTo>
                  <a:cubicBezTo>
                    <a:pt x="98" y="43"/>
                    <a:pt x="104" y="49"/>
                    <a:pt x="109" y="51"/>
                  </a:cubicBezTo>
                  <a:cubicBezTo>
                    <a:pt x="118" y="56"/>
                    <a:pt x="126" y="62"/>
                    <a:pt x="135" y="66"/>
                  </a:cubicBezTo>
                  <a:cubicBezTo>
                    <a:pt x="138" y="68"/>
                    <a:pt x="144" y="67"/>
                    <a:pt x="146" y="69"/>
                  </a:cubicBezTo>
                  <a:cubicBezTo>
                    <a:pt x="154" y="62"/>
                    <a:pt x="157" y="54"/>
                    <a:pt x="157" y="54"/>
                  </a:cubicBezTo>
                  <a:cubicBezTo>
                    <a:pt x="155" y="72"/>
                    <a:pt x="135" y="87"/>
                    <a:pt x="101" y="89"/>
                  </a:cubicBezTo>
                  <a:cubicBezTo>
                    <a:pt x="57" y="91"/>
                    <a:pt x="5" y="82"/>
                    <a:pt x="6" y="54"/>
                  </a:cubicBezTo>
                  <a:cubicBezTo>
                    <a:pt x="7" y="27"/>
                    <a:pt x="1" y="8"/>
                    <a:pt x="1" y="8"/>
                  </a:cubicBezTo>
                  <a:cubicBezTo>
                    <a:pt x="0" y="6"/>
                    <a:pt x="0" y="3"/>
                    <a:pt x="0" y="0"/>
                  </a:cubicBezTo>
                  <a:close/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030" name="Freeform 649">
              <a:extLst>
                <a:ext uri="{FF2B5EF4-FFF2-40B4-BE49-F238E27FC236}">
                  <a16:creationId xmlns:a16="http://schemas.microsoft.com/office/drawing/2014/main" id="{EB39AF2B-886B-48DA-B24F-7DF3D9FF98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4" y="3942"/>
              <a:ext cx="52" cy="22"/>
            </a:xfrm>
            <a:custGeom>
              <a:avLst/>
              <a:gdLst>
                <a:gd name="T0" fmla="*/ 129 w 33"/>
                <a:gd name="T1" fmla="*/ 35 h 14"/>
                <a:gd name="T2" fmla="*/ 102 w 33"/>
                <a:gd name="T3" fmla="*/ 42 h 14"/>
                <a:gd name="T4" fmla="*/ 90 w 33"/>
                <a:gd name="T5" fmla="*/ 35 h 14"/>
                <a:gd name="T6" fmla="*/ 74 w 33"/>
                <a:gd name="T7" fmla="*/ 27 h 14"/>
                <a:gd name="T8" fmla="*/ 0 w 33"/>
                <a:gd name="T9" fmla="*/ 5 h 14"/>
                <a:gd name="T10" fmla="*/ 55 w 33"/>
                <a:gd name="T11" fmla="*/ 13 h 14"/>
                <a:gd name="T12" fmla="*/ 87 w 33"/>
                <a:gd name="T13" fmla="*/ 27 h 14"/>
                <a:gd name="T14" fmla="*/ 124 w 33"/>
                <a:gd name="T15" fmla="*/ 39 h 1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3" h="14">
                  <a:moveTo>
                    <a:pt x="33" y="9"/>
                  </a:moveTo>
                  <a:cubicBezTo>
                    <a:pt x="32" y="12"/>
                    <a:pt x="28" y="12"/>
                    <a:pt x="26" y="11"/>
                  </a:cubicBezTo>
                  <a:cubicBezTo>
                    <a:pt x="25" y="11"/>
                    <a:pt x="24" y="9"/>
                    <a:pt x="23" y="9"/>
                  </a:cubicBezTo>
                  <a:cubicBezTo>
                    <a:pt x="22" y="8"/>
                    <a:pt x="20" y="7"/>
                    <a:pt x="19" y="7"/>
                  </a:cubicBezTo>
                  <a:cubicBezTo>
                    <a:pt x="13" y="5"/>
                    <a:pt x="7" y="2"/>
                    <a:pt x="0" y="1"/>
                  </a:cubicBezTo>
                  <a:cubicBezTo>
                    <a:pt x="4" y="0"/>
                    <a:pt x="10" y="2"/>
                    <a:pt x="14" y="3"/>
                  </a:cubicBezTo>
                  <a:cubicBezTo>
                    <a:pt x="17" y="5"/>
                    <a:pt x="19" y="6"/>
                    <a:pt x="22" y="7"/>
                  </a:cubicBezTo>
                  <a:cubicBezTo>
                    <a:pt x="23" y="8"/>
                    <a:pt x="32" y="14"/>
                    <a:pt x="32" y="10"/>
                  </a:cubicBezTo>
                </a:path>
              </a:pathLst>
            </a:custGeom>
            <a:solidFill>
              <a:srgbClr val="F7F7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031" name="Freeform 650">
              <a:extLst>
                <a:ext uri="{FF2B5EF4-FFF2-40B4-BE49-F238E27FC236}">
                  <a16:creationId xmlns:a16="http://schemas.microsoft.com/office/drawing/2014/main" id="{0C94D21A-C8AC-4CEF-8947-9F1CB851E5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6" y="3912"/>
              <a:ext cx="33" cy="18"/>
            </a:xfrm>
            <a:custGeom>
              <a:avLst/>
              <a:gdLst>
                <a:gd name="T0" fmla="*/ 0 w 21"/>
                <a:gd name="T1" fmla="*/ 0 h 11"/>
                <a:gd name="T2" fmla="*/ 82 w 21"/>
                <a:gd name="T3" fmla="*/ 47 h 11"/>
                <a:gd name="T4" fmla="*/ 27 w 21"/>
                <a:gd name="T5" fmla="*/ 26 h 11"/>
                <a:gd name="T6" fmla="*/ 13 w 21"/>
                <a:gd name="T7" fmla="*/ 13 h 11"/>
                <a:gd name="T8" fmla="*/ 5 w 21"/>
                <a:gd name="T9" fmla="*/ 5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11">
                  <a:moveTo>
                    <a:pt x="0" y="0"/>
                  </a:moveTo>
                  <a:cubicBezTo>
                    <a:pt x="0" y="9"/>
                    <a:pt x="15" y="11"/>
                    <a:pt x="21" y="11"/>
                  </a:cubicBezTo>
                  <a:cubicBezTo>
                    <a:pt x="17" y="10"/>
                    <a:pt x="11" y="9"/>
                    <a:pt x="7" y="6"/>
                  </a:cubicBezTo>
                  <a:cubicBezTo>
                    <a:pt x="6" y="5"/>
                    <a:pt x="4" y="4"/>
                    <a:pt x="3" y="3"/>
                  </a:cubicBezTo>
                  <a:cubicBezTo>
                    <a:pt x="2" y="2"/>
                    <a:pt x="2" y="0"/>
                    <a:pt x="1" y="1"/>
                  </a:cubicBezTo>
                </a:path>
              </a:pathLst>
            </a:custGeom>
            <a:solidFill>
              <a:srgbClr val="F7F7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032" name="Freeform 651">
              <a:extLst>
                <a:ext uri="{FF2B5EF4-FFF2-40B4-BE49-F238E27FC236}">
                  <a16:creationId xmlns:a16="http://schemas.microsoft.com/office/drawing/2014/main" id="{A7A27B24-CB9F-4519-89E6-2921FC6EE1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9" y="3884"/>
              <a:ext cx="10" cy="11"/>
            </a:xfrm>
            <a:custGeom>
              <a:avLst/>
              <a:gdLst>
                <a:gd name="T0" fmla="*/ 14 w 7"/>
                <a:gd name="T1" fmla="*/ 0 h 7"/>
                <a:gd name="T2" fmla="*/ 14 w 7"/>
                <a:gd name="T3" fmla="*/ 22 h 7"/>
                <a:gd name="T4" fmla="*/ 0 w 7"/>
                <a:gd name="T5" fmla="*/ 27 h 7"/>
                <a:gd name="T6" fmla="*/ 14 w 7"/>
                <a:gd name="T7" fmla="*/ 5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7">
                  <a:moveTo>
                    <a:pt x="5" y="0"/>
                  </a:moveTo>
                  <a:cubicBezTo>
                    <a:pt x="7" y="1"/>
                    <a:pt x="6" y="4"/>
                    <a:pt x="5" y="6"/>
                  </a:cubicBezTo>
                  <a:cubicBezTo>
                    <a:pt x="3" y="6"/>
                    <a:pt x="2" y="7"/>
                    <a:pt x="0" y="7"/>
                  </a:cubicBezTo>
                  <a:cubicBezTo>
                    <a:pt x="2" y="6"/>
                    <a:pt x="6" y="4"/>
                    <a:pt x="5" y="1"/>
                  </a:cubicBezTo>
                </a:path>
              </a:pathLst>
            </a:custGeom>
            <a:solidFill>
              <a:srgbClr val="F7F7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033" name="Freeform 652">
              <a:extLst>
                <a:ext uri="{FF2B5EF4-FFF2-40B4-BE49-F238E27FC236}">
                  <a16:creationId xmlns:a16="http://schemas.microsoft.com/office/drawing/2014/main" id="{C3A20F65-D92A-4A0F-A7B8-A3A56B39568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9" y="2163"/>
              <a:ext cx="735" cy="1771"/>
            </a:xfrm>
            <a:custGeom>
              <a:avLst/>
              <a:gdLst>
                <a:gd name="T0" fmla="*/ 1602 w 469"/>
                <a:gd name="T1" fmla="*/ 0 h 1138"/>
                <a:gd name="T2" fmla="*/ 889 w 469"/>
                <a:gd name="T3" fmla="*/ 156 h 1138"/>
                <a:gd name="T4" fmla="*/ 155 w 469"/>
                <a:gd name="T5" fmla="*/ 22 h 1138"/>
                <a:gd name="T6" fmla="*/ 130 w 469"/>
                <a:gd name="T7" fmla="*/ 143 h 1138"/>
                <a:gd name="T8" fmla="*/ 147 w 469"/>
                <a:gd name="T9" fmla="*/ 1829 h 1138"/>
                <a:gd name="T10" fmla="*/ 157 w 469"/>
                <a:gd name="T11" fmla="*/ 2115 h 1138"/>
                <a:gd name="T12" fmla="*/ 218 w 469"/>
                <a:gd name="T13" fmla="*/ 2487 h 1138"/>
                <a:gd name="T14" fmla="*/ 208 w 469"/>
                <a:gd name="T15" fmla="*/ 2952 h 1138"/>
                <a:gd name="T16" fmla="*/ 208 w 469"/>
                <a:gd name="T17" fmla="*/ 3741 h 1138"/>
                <a:gd name="T18" fmla="*/ 174 w 469"/>
                <a:gd name="T19" fmla="*/ 4141 h 1138"/>
                <a:gd name="T20" fmla="*/ 882 w 469"/>
                <a:gd name="T21" fmla="*/ 4149 h 1138"/>
                <a:gd name="T22" fmla="*/ 840 w 469"/>
                <a:gd name="T23" fmla="*/ 3976 h 1138"/>
                <a:gd name="T24" fmla="*/ 867 w 469"/>
                <a:gd name="T25" fmla="*/ 3206 h 1138"/>
                <a:gd name="T26" fmla="*/ 823 w 469"/>
                <a:gd name="T27" fmla="*/ 2408 h 1138"/>
                <a:gd name="T28" fmla="*/ 884 w 469"/>
                <a:gd name="T29" fmla="*/ 1220 h 1138"/>
                <a:gd name="T30" fmla="*/ 911 w 469"/>
                <a:gd name="T31" fmla="*/ 2134 h 1138"/>
                <a:gd name="T32" fmla="*/ 928 w 469"/>
                <a:gd name="T33" fmla="*/ 2600 h 1138"/>
                <a:gd name="T34" fmla="*/ 911 w 469"/>
                <a:gd name="T35" fmla="*/ 3147 h 1138"/>
                <a:gd name="T36" fmla="*/ 889 w 469"/>
                <a:gd name="T37" fmla="*/ 3626 h 1138"/>
                <a:gd name="T38" fmla="*/ 823 w 469"/>
                <a:gd name="T39" fmla="*/ 4101 h 1138"/>
                <a:gd name="T40" fmla="*/ 1562 w 469"/>
                <a:gd name="T41" fmla="*/ 4079 h 1138"/>
                <a:gd name="T42" fmla="*/ 1508 w 469"/>
                <a:gd name="T43" fmla="*/ 3889 h 1138"/>
                <a:gd name="T44" fmla="*/ 1533 w 469"/>
                <a:gd name="T45" fmla="*/ 3158 h 1138"/>
                <a:gd name="T46" fmla="*/ 1555 w 469"/>
                <a:gd name="T47" fmla="*/ 2400 h 1138"/>
                <a:gd name="T48" fmla="*/ 1594 w 469"/>
                <a:gd name="T49" fmla="*/ 2109 h 1138"/>
                <a:gd name="T50" fmla="*/ 1636 w 469"/>
                <a:gd name="T51" fmla="*/ 1780 h 1138"/>
                <a:gd name="T52" fmla="*/ 1636 w 469"/>
                <a:gd name="T53" fmla="*/ 135 h 1138"/>
                <a:gd name="T54" fmla="*/ 1602 w 469"/>
                <a:gd name="T55" fmla="*/ 0 h 1138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469" h="1138">
                  <a:moveTo>
                    <a:pt x="416" y="0"/>
                  </a:moveTo>
                  <a:cubicBezTo>
                    <a:pt x="416" y="0"/>
                    <a:pt x="328" y="36"/>
                    <a:pt x="231" y="41"/>
                  </a:cubicBezTo>
                  <a:cubicBezTo>
                    <a:pt x="134" y="46"/>
                    <a:pt x="40" y="6"/>
                    <a:pt x="40" y="6"/>
                  </a:cubicBezTo>
                  <a:cubicBezTo>
                    <a:pt x="34" y="38"/>
                    <a:pt x="34" y="38"/>
                    <a:pt x="34" y="38"/>
                  </a:cubicBezTo>
                  <a:cubicBezTo>
                    <a:pt x="34" y="38"/>
                    <a:pt x="0" y="327"/>
                    <a:pt x="38" y="485"/>
                  </a:cubicBezTo>
                  <a:cubicBezTo>
                    <a:pt x="45" y="517"/>
                    <a:pt x="33" y="540"/>
                    <a:pt x="41" y="561"/>
                  </a:cubicBezTo>
                  <a:cubicBezTo>
                    <a:pt x="49" y="583"/>
                    <a:pt x="52" y="643"/>
                    <a:pt x="57" y="660"/>
                  </a:cubicBezTo>
                  <a:cubicBezTo>
                    <a:pt x="62" y="677"/>
                    <a:pt x="50" y="745"/>
                    <a:pt x="54" y="783"/>
                  </a:cubicBezTo>
                  <a:cubicBezTo>
                    <a:pt x="58" y="820"/>
                    <a:pt x="53" y="955"/>
                    <a:pt x="54" y="993"/>
                  </a:cubicBezTo>
                  <a:cubicBezTo>
                    <a:pt x="56" y="1032"/>
                    <a:pt x="38" y="1084"/>
                    <a:pt x="45" y="1099"/>
                  </a:cubicBezTo>
                  <a:cubicBezTo>
                    <a:pt x="52" y="1113"/>
                    <a:pt x="173" y="1128"/>
                    <a:pt x="229" y="1101"/>
                  </a:cubicBezTo>
                  <a:cubicBezTo>
                    <a:pt x="229" y="1101"/>
                    <a:pt x="224" y="1069"/>
                    <a:pt x="218" y="1055"/>
                  </a:cubicBezTo>
                  <a:cubicBezTo>
                    <a:pt x="213" y="1040"/>
                    <a:pt x="236" y="903"/>
                    <a:pt x="225" y="851"/>
                  </a:cubicBezTo>
                  <a:cubicBezTo>
                    <a:pt x="214" y="799"/>
                    <a:pt x="220" y="672"/>
                    <a:pt x="214" y="639"/>
                  </a:cubicBezTo>
                  <a:cubicBezTo>
                    <a:pt x="209" y="605"/>
                    <a:pt x="236" y="364"/>
                    <a:pt x="230" y="324"/>
                  </a:cubicBezTo>
                  <a:cubicBezTo>
                    <a:pt x="230" y="324"/>
                    <a:pt x="228" y="535"/>
                    <a:pt x="237" y="566"/>
                  </a:cubicBezTo>
                  <a:cubicBezTo>
                    <a:pt x="246" y="596"/>
                    <a:pt x="243" y="650"/>
                    <a:pt x="241" y="690"/>
                  </a:cubicBezTo>
                  <a:cubicBezTo>
                    <a:pt x="240" y="731"/>
                    <a:pt x="230" y="792"/>
                    <a:pt x="237" y="835"/>
                  </a:cubicBezTo>
                  <a:cubicBezTo>
                    <a:pt x="244" y="878"/>
                    <a:pt x="231" y="926"/>
                    <a:pt x="231" y="962"/>
                  </a:cubicBezTo>
                  <a:cubicBezTo>
                    <a:pt x="231" y="997"/>
                    <a:pt x="214" y="1068"/>
                    <a:pt x="214" y="1088"/>
                  </a:cubicBezTo>
                  <a:cubicBezTo>
                    <a:pt x="214" y="1108"/>
                    <a:pt x="345" y="1138"/>
                    <a:pt x="406" y="1082"/>
                  </a:cubicBezTo>
                  <a:cubicBezTo>
                    <a:pt x="406" y="1082"/>
                    <a:pt x="402" y="1051"/>
                    <a:pt x="392" y="1032"/>
                  </a:cubicBezTo>
                  <a:cubicBezTo>
                    <a:pt x="382" y="1013"/>
                    <a:pt x="405" y="886"/>
                    <a:pt x="398" y="838"/>
                  </a:cubicBezTo>
                  <a:cubicBezTo>
                    <a:pt x="392" y="799"/>
                    <a:pt x="404" y="663"/>
                    <a:pt x="404" y="637"/>
                  </a:cubicBezTo>
                  <a:cubicBezTo>
                    <a:pt x="404" y="611"/>
                    <a:pt x="414" y="586"/>
                    <a:pt x="414" y="560"/>
                  </a:cubicBezTo>
                  <a:cubicBezTo>
                    <a:pt x="414" y="534"/>
                    <a:pt x="427" y="493"/>
                    <a:pt x="425" y="472"/>
                  </a:cubicBezTo>
                  <a:cubicBezTo>
                    <a:pt x="421" y="426"/>
                    <a:pt x="469" y="319"/>
                    <a:pt x="425" y="36"/>
                  </a:cubicBezTo>
                  <a:lnTo>
                    <a:pt x="416" y="0"/>
                  </a:lnTo>
                  <a:close/>
                </a:path>
              </a:pathLst>
            </a:custGeom>
            <a:solidFill>
              <a:srgbClr val="A3A3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034" name="Freeform 653">
              <a:extLst>
                <a:ext uri="{FF2B5EF4-FFF2-40B4-BE49-F238E27FC236}">
                  <a16:creationId xmlns:a16="http://schemas.microsoft.com/office/drawing/2014/main" id="{8950CB67-9502-4F6F-B10E-6CA8D78D6E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6" y="2225"/>
              <a:ext cx="433" cy="98"/>
            </a:xfrm>
            <a:custGeom>
              <a:avLst/>
              <a:gdLst>
                <a:gd name="T0" fmla="*/ 5 w 277"/>
                <a:gd name="T1" fmla="*/ 0 h 63"/>
                <a:gd name="T2" fmla="*/ 1058 w 277"/>
                <a:gd name="T3" fmla="*/ 79 h 63"/>
                <a:gd name="T4" fmla="*/ 0 w 277"/>
                <a:gd name="T5" fmla="*/ 19 h 63"/>
                <a:gd name="T6" fmla="*/ 5 w 277"/>
                <a:gd name="T7" fmla="*/ 0 h 6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7" h="63">
                  <a:moveTo>
                    <a:pt x="1" y="0"/>
                  </a:moveTo>
                  <a:cubicBezTo>
                    <a:pt x="1" y="0"/>
                    <a:pt x="118" y="60"/>
                    <a:pt x="277" y="21"/>
                  </a:cubicBezTo>
                  <a:cubicBezTo>
                    <a:pt x="277" y="21"/>
                    <a:pt x="160" y="63"/>
                    <a:pt x="0" y="5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B7B7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035" name="Freeform 654">
              <a:extLst>
                <a:ext uri="{FF2B5EF4-FFF2-40B4-BE49-F238E27FC236}">
                  <a16:creationId xmlns:a16="http://schemas.microsoft.com/office/drawing/2014/main" id="{642D0A9C-017C-4D6A-9DDB-ED744FD5DC3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6" y="2222"/>
              <a:ext cx="42" cy="255"/>
            </a:xfrm>
            <a:custGeom>
              <a:avLst/>
              <a:gdLst>
                <a:gd name="T0" fmla="*/ 87 w 27"/>
                <a:gd name="T1" fmla="*/ 0 h 164"/>
                <a:gd name="T2" fmla="*/ 101 w 27"/>
                <a:gd name="T3" fmla="*/ 128 h 164"/>
                <a:gd name="T4" fmla="*/ 40 w 27"/>
                <a:gd name="T5" fmla="*/ 215 h 164"/>
                <a:gd name="T6" fmla="*/ 48 w 27"/>
                <a:gd name="T7" fmla="*/ 387 h 164"/>
                <a:gd name="T8" fmla="*/ 0 w 27"/>
                <a:gd name="T9" fmla="*/ 616 h 16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164">
                  <a:moveTo>
                    <a:pt x="23" y="0"/>
                  </a:moveTo>
                  <a:cubicBezTo>
                    <a:pt x="22" y="10"/>
                    <a:pt x="24" y="25"/>
                    <a:pt x="27" y="34"/>
                  </a:cubicBezTo>
                  <a:cubicBezTo>
                    <a:pt x="14" y="36"/>
                    <a:pt x="9" y="43"/>
                    <a:pt x="11" y="57"/>
                  </a:cubicBezTo>
                  <a:cubicBezTo>
                    <a:pt x="12" y="72"/>
                    <a:pt x="12" y="88"/>
                    <a:pt x="13" y="103"/>
                  </a:cubicBezTo>
                  <a:cubicBezTo>
                    <a:pt x="14" y="121"/>
                    <a:pt x="14" y="153"/>
                    <a:pt x="0" y="164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036" name="Freeform 655">
              <a:extLst>
                <a:ext uri="{FF2B5EF4-FFF2-40B4-BE49-F238E27FC236}">
                  <a16:creationId xmlns:a16="http://schemas.microsoft.com/office/drawing/2014/main" id="{D1ACE12C-3EC5-488D-8DEC-51484CEFBD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2" y="2487"/>
              <a:ext cx="8" cy="126"/>
            </a:xfrm>
            <a:custGeom>
              <a:avLst/>
              <a:gdLst>
                <a:gd name="T0" fmla="*/ 5 w 5"/>
                <a:gd name="T1" fmla="*/ 12 h 81"/>
                <a:gd name="T2" fmla="*/ 0 w 5"/>
                <a:gd name="T3" fmla="*/ 8 h 81"/>
                <a:gd name="T4" fmla="*/ 5 w 5"/>
                <a:gd name="T5" fmla="*/ 305 h 8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81">
                  <a:moveTo>
                    <a:pt x="1" y="3"/>
                  </a:moveTo>
                  <a:cubicBezTo>
                    <a:pt x="1" y="2"/>
                    <a:pt x="1" y="0"/>
                    <a:pt x="0" y="2"/>
                  </a:cubicBezTo>
                  <a:cubicBezTo>
                    <a:pt x="5" y="26"/>
                    <a:pt x="1" y="56"/>
                    <a:pt x="1" y="81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037" name="Freeform 656">
              <a:extLst>
                <a:ext uri="{FF2B5EF4-FFF2-40B4-BE49-F238E27FC236}">
                  <a16:creationId xmlns:a16="http://schemas.microsoft.com/office/drawing/2014/main" id="{8F6077DB-4C75-443A-9E96-EC15CA4B5E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1" y="2633"/>
              <a:ext cx="1" cy="16"/>
            </a:xfrm>
            <a:custGeom>
              <a:avLst/>
              <a:gdLst>
                <a:gd name="T0" fmla="*/ 1 w 1"/>
                <a:gd name="T1" fmla="*/ 0 h 10"/>
                <a:gd name="T2" fmla="*/ 0 w 1"/>
                <a:gd name="T3" fmla="*/ 42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0">
                  <a:moveTo>
                    <a:pt x="1" y="0"/>
                  </a:moveTo>
                  <a:cubicBezTo>
                    <a:pt x="1" y="1"/>
                    <a:pt x="1" y="7"/>
                    <a:pt x="0" y="10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038" name="Oval 657">
              <a:extLst>
                <a:ext uri="{FF2B5EF4-FFF2-40B4-BE49-F238E27FC236}">
                  <a16:creationId xmlns:a16="http://schemas.microsoft.com/office/drawing/2014/main" id="{09E9CBF2-930A-4CC1-B1FC-69EFFB6CC0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26" y="2238"/>
              <a:ext cx="32" cy="29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039" name="Freeform 658">
              <a:extLst>
                <a:ext uri="{FF2B5EF4-FFF2-40B4-BE49-F238E27FC236}">
                  <a16:creationId xmlns:a16="http://schemas.microsoft.com/office/drawing/2014/main" id="{94334C70-CC23-431A-9574-FC9108C73D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2" y="2210"/>
              <a:ext cx="24" cy="57"/>
            </a:xfrm>
            <a:custGeom>
              <a:avLst/>
              <a:gdLst>
                <a:gd name="T0" fmla="*/ 5 w 15"/>
                <a:gd name="T1" fmla="*/ 12 h 37"/>
                <a:gd name="T2" fmla="*/ 16 w 15"/>
                <a:gd name="T3" fmla="*/ 35 h 37"/>
                <a:gd name="T4" fmla="*/ 29 w 15"/>
                <a:gd name="T5" fmla="*/ 83 h 37"/>
                <a:gd name="T6" fmla="*/ 42 w 15"/>
                <a:gd name="T7" fmla="*/ 136 h 37"/>
                <a:gd name="T8" fmla="*/ 61 w 15"/>
                <a:gd name="T9" fmla="*/ 114 h 37"/>
                <a:gd name="T10" fmla="*/ 54 w 15"/>
                <a:gd name="T11" fmla="*/ 48 h 37"/>
                <a:gd name="T12" fmla="*/ 42 w 15"/>
                <a:gd name="T13" fmla="*/ 5 h 37"/>
                <a:gd name="T14" fmla="*/ 0 w 15"/>
                <a:gd name="T15" fmla="*/ 12 h 3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5" h="37">
                  <a:moveTo>
                    <a:pt x="1" y="3"/>
                  </a:moveTo>
                  <a:cubicBezTo>
                    <a:pt x="0" y="4"/>
                    <a:pt x="3" y="9"/>
                    <a:pt x="4" y="10"/>
                  </a:cubicBezTo>
                  <a:cubicBezTo>
                    <a:pt x="5" y="14"/>
                    <a:pt x="6" y="18"/>
                    <a:pt x="7" y="23"/>
                  </a:cubicBezTo>
                  <a:cubicBezTo>
                    <a:pt x="8" y="27"/>
                    <a:pt x="10" y="32"/>
                    <a:pt x="10" y="37"/>
                  </a:cubicBezTo>
                  <a:cubicBezTo>
                    <a:pt x="14" y="36"/>
                    <a:pt x="15" y="36"/>
                    <a:pt x="15" y="31"/>
                  </a:cubicBezTo>
                  <a:cubicBezTo>
                    <a:pt x="15" y="25"/>
                    <a:pt x="14" y="19"/>
                    <a:pt x="13" y="13"/>
                  </a:cubicBezTo>
                  <a:cubicBezTo>
                    <a:pt x="13" y="11"/>
                    <a:pt x="12" y="2"/>
                    <a:pt x="10" y="1"/>
                  </a:cubicBezTo>
                  <a:cubicBezTo>
                    <a:pt x="8" y="0"/>
                    <a:pt x="2" y="3"/>
                    <a:pt x="0" y="3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040" name="Freeform 659">
              <a:extLst>
                <a:ext uri="{FF2B5EF4-FFF2-40B4-BE49-F238E27FC236}">
                  <a16:creationId xmlns:a16="http://schemas.microsoft.com/office/drawing/2014/main" id="{3FD3C7A0-B25F-4A6B-83D6-EAA3F1809F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4" y="2192"/>
              <a:ext cx="35" cy="60"/>
            </a:xfrm>
            <a:custGeom>
              <a:avLst/>
              <a:gdLst>
                <a:gd name="T0" fmla="*/ 0 w 22"/>
                <a:gd name="T1" fmla="*/ 14 h 38"/>
                <a:gd name="T2" fmla="*/ 33 w 22"/>
                <a:gd name="T3" fmla="*/ 98 h 38"/>
                <a:gd name="T4" fmla="*/ 53 w 22"/>
                <a:gd name="T5" fmla="*/ 150 h 38"/>
                <a:gd name="T6" fmla="*/ 84 w 22"/>
                <a:gd name="T7" fmla="*/ 134 h 38"/>
                <a:gd name="T8" fmla="*/ 76 w 22"/>
                <a:gd name="T9" fmla="*/ 87 h 38"/>
                <a:gd name="T10" fmla="*/ 46 w 22"/>
                <a:gd name="T11" fmla="*/ 0 h 38"/>
                <a:gd name="T12" fmla="*/ 8 w 22"/>
                <a:gd name="T13" fmla="*/ 13 h 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" h="38">
                  <a:moveTo>
                    <a:pt x="0" y="4"/>
                  </a:moveTo>
                  <a:cubicBezTo>
                    <a:pt x="3" y="11"/>
                    <a:pt x="6" y="17"/>
                    <a:pt x="8" y="25"/>
                  </a:cubicBezTo>
                  <a:cubicBezTo>
                    <a:pt x="10" y="28"/>
                    <a:pt x="11" y="35"/>
                    <a:pt x="13" y="38"/>
                  </a:cubicBezTo>
                  <a:cubicBezTo>
                    <a:pt x="15" y="36"/>
                    <a:pt x="19" y="36"/>
                    <a:pt x="21" y="34"/>
                  </a:cubicBezTo>
                  <a:cubicBezTo>
                    <a:pt x="22" y="31"/>
                    <a:pt x="19" y="25"/>
                    <a:pt x="19" y="22"/>
                  </a:cubicBezTo>
                  <a:cubicBezTo>
                    <a:pt x="17" y="14"/>
                    <a:pt x="15" y="7"/>
                    <a:pt x="11" y="0"/>
                  </a:cubicBezTo>
                  <a:cubicBezTo>
                    <a:pt x="9" y="1"/>
                    <a:pt x="4" y="1"/>
                    <a:pt x="2" y="3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041" name="Freeform 660">
              <a:extLst>
                <a:ext uri="{FF2B5EF4-FFF2-40B4-BE49-F238E27FC236}">
                  <a16:creationId xmlns:a16="http://schemas.microsoft.com/office/drawing/2014/main" id="{AA74175A-9BDF-400C-A9AA-8B45C09C23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9" y="2171"/>
              <a:ext cx="33" cy="62"/>
            </a:xfrm>
            <a:custGeom>
              <a:avLst/>
              <a:gdLst>
                <a:gd name="T0" fmla="*/ 5 w 21"/>
                <a:gd name="T1" fmla="*/ 14 h 40"/>
                <a:gd name="T2" fmla="*/ 13 w 21"/>
                <a:gd name="T3" fmla="*/ 40 h 40"/>
                <a:gd name="T4" fmla="*/ 31 w 21"/>
                <a:gd name="T5" fmla="*/ 101 h 40"/>
                <a:gd name="T6" fmla="*/ 39 w 21"/>
                <a:gd name="T7" fmla="*/ 149 h 40"/>
                <a:gd name="T8" fmla="*/ 77 w 21"/>
                <a:gd name="T9" fmla="*/ 130 h 40"/>
                <a:gd name="T10" fmla="*/ 69 w 21"/>
                <a:gd name="T11" fmla="*/ 87 h 40"/>
                <a:gd name="T12" fmla="*/ 55 w 21"/>
                <a:gd name="T13" fmla="*/ 48 h 40"/>
                <a:gd name="T14" fmla="*/ 35 w 21"/>
                <a:gd name="T15" fmla="*/ 5 h 40"/>
                <a:gd name="T16" fmla="*/ 5 w 21"/>
                <a:gd name="T17" fmla="*/ 12 h 4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1" h="40">
                  <a:moveTo>
                    <a:pt x="1" y="4"/>
                  </a:moveTo>
                  <a:cubicBezTo>
                    <a:pt x="0" y="4"/>
                    <a:pt x="3" y="10"/>
                    <a:pt x="3" y="11"/>
                  </a:cubicBezTo>
                  <a:cubicBezTo>
                    <a:pt x="5" y="16"/>
                    <a:pt x="6" y="21"/>
                    <a:pt x="8" y="27"/>
                  </a:cubicBezTo>
                  <a:cubicBezTo>
                    <a:pt x="8" y="31"/>
                    <a:pt x="9" y="36"/>
                    <a:pt x="10" y="40"/>
                  </a:cubicBezTo>
                  <a:cubicBezTo>
                    <a:pt x="14" y="39"/>
                    <a:pt x="20" y="38"/>
                    <a:pt x="20" y="35"/>
                  </a:cubicBezTo>
                  <a:cubicBezTo>
                    <a:pt x="21" y="31"/>
                    <a:pt x="18" y="27"/>
                    <a:pt x="18" y="23"/>
                  </a:cubicBezTo>
                  <a:cubicBezTo>
                    <a:pt x="17" y="20"/>
                    <a:pt x="16" y="16"/>
                    <a:pt x="14" y="13"/>
                  </a:cubicBezTo>
                  <a:cubicBezTo>
                    <a:pt x="14" y="10"/>
                    <a:pt x="12" y="2"/>
                    <a:pt x="9" y="1"/>
                  </a:cubicBezTo>
                  <a:cubicBezTo>
                    <a:pt x="8" y="0"/>
                    <a:pt x="2" y="2"/>
                    <a:pt x="1" y="3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042" name="Freeform 661">
              <a:extLst>
                <a:ext uri="{FF2B5EF4-FFF2-40B4-BE49-F238E27FC236}">
                  <a16:creationId xmlns:a16="http://schemas.microsoft.com/office/drawing/2014/main" id="{24B5C539-FF2E-4B52-A1DD-C066B3EC39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8" y="2203"/>
              <a:ext cx="28" cy="72"/>
            </a:xfrm>
            <a:custGeom>
              <a:avLst/>
              <a:gdLst>
                <a:gd name="T0" fmla="*/ 30 w 18"/>
                <a:gd name="T1" fmla="*/ 0 h 46"/>
                <a:gd name="T2" fmla="*/ 5 w 18"/>
                <a:gd name="T3" fmla="*/ 135 h 46"/>
                <a:gd name="T4" fmla="*/ 8 w 18"/>
                <a:gd name="T5" fmla="*/ 172 h 46"/>
                <a:gd name="T6" fmla="*/ 47 w 18"/>
                <a:gd name="T7" fmla="*/ 172 h 46"/>
                <a:gd name="T8" fmla="*/ 68 w 18"/>
                <a:gd name="T9" fmla="*/ 8 h 46"/>
                <a:gd name="T10" fmla="*/ 34 w 18"/>
                <a:gd name="T11" fmla="*/ 5 h 4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" h="46">
                  <a:moveTo>
                    <a:pt x="8" y="0"/>
                  </a:moveTo>
                  <a:cubicBezTo>
                    <a:pt x="5" y="11"/>
                    <a:pt x="2" y="23"/>
                    <a:pt x="1" y="35"/>
                  </a:cubicBezTo>
                  <a:cubicBezTo>
                    <a:pt x="1" y="38"/>
                    <a:pt x="0" y="43"/>
                    <a:pt x="2" y="45"/>
                  </a:cubicBezTo>
                  <a:cubicBezTo>
                    <a:pt x="3" y="46"/>
                    <a:pt x="10" y="45"/>
                    <a:pt x="12" y="45"/>
                  </a:cubicBezTo>
                  <a:cubicBezTo>
                    <a:pt x="13" y="30"/>
                    <a:pt x="14" y="16"/>
                    <a:pt x="18" y="2"/>
                  </a:cubicBezTo>
                  <a:cubicBezTo>
                    <a:pt x="15" y="2"/>
                    <a:pt x="12" y="2"/>
                    <a:pt x="9" y="1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043" name="Freeform 662">
              <a:extLst>
                <a:ext uri="{FF2B5EF4-FFF2-40B4-BE49-F238E27FC236}">
                  <a16:creationId xmlns:a16="http://schemas.microsoft.com/office/drawing/2014/main" id="{43A77A1A-D74B-4514-81DE-A8E8AA4D7A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6" y="2180"/>
              <a:ext cx="28" cy="75"/>
            </a:xfrm>
            <a:custGeom>
              <a:avLst/>
              <a:gdLst>
                <a:gd name="T0" fmla="*/ 68 w 18"/>
                <a:gd name="T1" fmla="*/ 13 h 48"/>
                <a:gd name="T2" fmla="*/ 56 w 18"/>
                <a:gd name="T3" fmla="*/ 47 h 48"/>
                <a:gd name="T4" fmla="*/ 47 w 18"/>
                <a:gd name="T5" fmla="*/ 108 h 48"/>
                <a:gd name="T6" fmla="*/ 34 w 18"/>
                <a:gd name="T7" fmla="*/ 183 h 48"/>
                <a:gd name="T8" fmla="*/ 5 w 18"/>
                <a:gd name="T9" fmla="*/ 153 h 48"/>
                <a:gd name="T10" fmla="*/ 14 w 18"/>
                <a:gd name="T11" fmla="*/ 75 h 48"/>
                <a:gd name="T12" fmla="*/ 34 w 18"/>
                <a:gd name="T13" fmla="*/ 13 h 48"/>
                <a:gd name="T14" fmla="*/ 68 w 18"/>
                <a:gd name="T15" fmla="*/ 8 h 4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8" h="48">
                  <a:moveTo>
                    <a:pt x="18" y="3"/>
                  </a:moveTo>
                  <a:cubicBezTo>
                    <a:pt x="18" y="6"/>
                    <a:pt x="16" y="9"/>
                    <a:pt x="15" y="12"/>
                  </a:cubicBezTo>
                  <a:cubicBezTo>
                    <a:pt x="13" y="17"/>
                    <a:pt x="13" y="22"/>
                    <a:pt x="12" y="28"/>
                  </a:cubicBezTo>
                  <a:cubicBezTo>
                    <a:pt x="10" y="35"/>
                    <a:pt x="9" y="41"/>
                    <a:pt x="9" y="48"/>
                  </a:cubicBezTo>
                  <a:cubicBezTo>
                    <a:pt x="7" y="46"/>
                    <a:pt x="2" y="43"/>
                    <a:pt x="1" y="40"/>
                  </a:cubicBezTo>
                  <a:cubicBezTo>
                    <a:pt x="0" y="36"/>
                    <a:pt x="4" y="25"/>
                    <a:pt x="4" y="20"/>
                  </a:cubicBezTo>
                  <a:cubicBezTo>
                    <a:pt x="5" y="16"/>
                    <a:pt x="6" y="6"/>
                    <a:pt x="9" y="3"/>
                  </a:cubicBezTo>
                  <a:cubicBezTo>
                    <a:pt x="12" y="0"/>
                    <a:pt x="15" y="1"/>
                    <a:pt x="18" y="2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044" name="Freeform 663">
              <a:extLst>
                <a:ext uri="{FF2B5EF4-FFF2-40B4-BE49-F238E27FC236}">
                  <a16:creationId xmlns:a16="http://schemas.microsoft.com/office/drawing/2014/main" id="{6902B6C7-FCC8-4AAA-9886-744A330BDD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2" y="2224"/>
              <a:ext cx="27" cy="67"/>
            </a:xfrm>
            <a:custGeom>
              <a:avLst/>
              <a:gdLst>
                <a:gd name="T0" fmla="*/ 68 w 17"/>
                <a:gd name="T1" fmla="*/ 8 h 43"/>
                <a:gd name="T2" fmla="*/ 60 w 17"/>
                <a:gd name="T3" fmla="*/ 108 h 43"/>
                <a:gd name="T4" fmla="*/ 60 w 17"/>
                <a:gd name="T5" fmla="*/ 162 h 43"/>
                <a:gd name="T6" fmla="*/ 5 w 17"/>
                <a:gd name="T7" fmla="*/ 156 h 43"/>
                <a:gd name="T8" fmla="*/ 13 w 17"/>
                <a:gd name="T9" fmla="*/ 61 h 43"/>
                <a:gd name="T10" fmla="*/ 27 w 17"/>
                <a:gd name="T11" fmla="*/ 0 h 43"/>
                <a:gd name="T12" fmla="*/ 64 w 17"/>
                <a:gd name="T13" fmla="*/ 8 h 4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" h="43">
                  <a:moveTo>
                    <a:pt x="17" y="2"/>
                  </a:moveTo>
                  <a:cubicBezTo>
                    <a:pt x="17" y="10"/>
                    <a:pt x="15" y="19"/>
                    <a:pt x="15" y="28"/>
                  </a:cubicBezTo>
                  <a:cubicBezTo>
                    <a:pt x="15" y="33"/>
                    <a:pt x="16" y="38"/>
                    <a:pt x="15" y="43"/>
                  </a:cubicBezTo>
                  <a:cubicBezTo>
                    <a:pt x="11" y="41"/>
                    <a:pt x="6" y="42"/>
                    <a:pt x="1" y="41"/>
                  </a:cubicBezTo>
                  <a:cubicBezTo>
                    <a:pt x="0" y="33"/>
                    <a:pt x="2" y="24"/>
                    <a:pt x="3" y="16"/>
                  </a:cubicBezTo>
                  <a:cubicBezTo>
                    <a:pt x="4" y="11"/>
                    <a:pt x="7" y="5"/>
                    <a:pt x="7" y="0"/>
                  </a:cubicBezTo>
                  <a:cubicBezTo>
                    <a:pt x="9" y="2"/>
                    <a:pt x="13" y="0"/>
                    <a:pt x="16" y="2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045" name="Freeform 664">
              <a:extLst>
                <a:ext uri="{FF2B5EF4-FFF2-40B4-BE49-F238E27FC236}">
                  <a16:creationId xmlns:a16="http://schemas.microsoft.com/office/drawing/2014/main" id="{B820F9B6-4442-43FB-B364-269B41F382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9" y="2163"/>
              <a:ext cx="733" cy="1771"/>
            </a:xfrm>
            <a:custGeom>
              <a:avLst/>
              <a:gdLst>
                <a:gd name="T0" fmla="*/ 836 w 468"/>
                <a:gd name="T1" fmla="*/ 3979 h 1138"/>
                <a:gd name="T2" fmla="*/ 836 w 468"/>
                <a:gd name="T3" fmla="*/ 3976 h 1138"/>
                <a:gd name="T4" fmla="*/ 863 w 468"/>
                <a:gd name="T5" fmla="*/ 3206 h 1138"/>
                <a:gd name="T6" fmla="*/ 822 w 468"/>
                <a:gd name="T7" fmla="*/ 2408 h 1138"/>
                <a:gd name="T8" fmla="*/ 883 w 468"/>
                <a:gd name="T9" fmla="*/ 1220 h 1138"/>
                <a:gd name="T10" fmla="*/ 910 w 468"/>
                <a:gd name="T11" fmla="*/ 2129 h 1138"/>
                <a:gd name="T12" fmla="*/ 924 w 468"/>
                <a:gd name="T13" fmla="*/ 2600 h 1138"/>
                <a:gd name="T14" fmla="*/ 910 w 468"/>
                <a:gd name="T15" fmla="*/ 3147 h 1138"/>
                <a:gd name="T16" fmla="*/ 888 w 468"/>
                <a:gd name="T17" fmla="*/ 3626 h 1138"/>
                <a:gd name="T18" fmla="*/ 822 w 468"/>
                <a:gd name="T19" fmla="*/ 4101 h 1138"/>
                <a:gd name="T20" fmla="*/ 1560 w 468"/>
                <a:gd name="T21" fmla="*/ 4079 h 1138"/>
                <a:gd name="T22" fmla="*/ 1507 w 468"/>
                <a:gd name="T23" fmla="*/ 3889 h 1138"/>
                <a:gd name="T24" fmla="*/ 1526 w 468"/>
                <a:gd name="T25" fmla="*/ 3158 h 1138"/>
                <a:gd name="T26" fmla="*/ 1547 w 468"/>
                <a:gd name="T27" fmla="*/ 2400 h 1138"/>
                <a:gd name="T28" fmla="*/ 1587 w 468"/>
                <a:gd name="T29" fmla="*/ 2109 h 1138"/>
                <a:gd name="T30" fmla="*/ 1634 w 468"/>
                <a:gd name="T31" fmla="*/ 1780 h 1138"/>
                <a:gd name="T32" fmla="*/ 1634 w 468"/>
                <a:gd name="T33" fmla="*/ 135 h 1138"/>
                <a:gd name="T34" fmla="*/ 1599 w 468"/>
                <a:gd name="T35" fmla="*/ 0 h 1138"/>
                <a:gd name="T36" fmla="*/ 888 w 468"/>
                <a:gd name="T37" fmla="*/ 156 h 1138"/>
                <a:gd name="T38" fmla="*/ 155 w 468"/>
                <a:gd name="T39" fmla="*/ 22 h 1138"/>
                <a:gd name="T40" fmla="*/ 127 w 468"/>
                <a:gd name="T41" fmla="*/ 143 h 1138"/>
                <a:gd name="T42" fmla="*/ 143 w 468"/>
                <a:gd name="T43" fmla="*/ 1829 h 1138"/>
                <a:gd name="T44" fmla="*/ 157 w 468"/>
                <a:gd name="T45" fmla="*/ 2115 h 1138"/>
                <a:gd name="T46" fmla="*/ 218 w 468"/>
                <a:gd name="T47" fmla="*/ 2487 h 1138"/>
                <a:gd name="T48" fmla="*/ 208 w 468"/>
                <a:gd name="T49" fmla="*/ 2952 h 1138"/>
                <a:gd name="T50" fmla="*/ 208 w 468"/>
                <a:gd name="T51" fmla="*/ 3741 h 1138"/>
                <a:gd name="T52" fmla="*/ 172 w 468"/>
                <a:gd name="T53" fmla="*/ 4141 h 1138"/>
                <a:gd name="T54" fmla="*/ 880 w 468"/>
                <a:gd name="T55" fmla="*/ 4149 h 1138"/>
                <a:gd name="T56" fmla="*/ 876 w 468"/>
                <a:gd name="T57" fmla="*/ 4146 h 1138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468" h="1138">
                  <a:moveTo>
                    <a:pt x="218" y="1056"/>
                  </a:moveTo>
                  <a:cubicBezTo>
                    <a:pt x="218" y="1055"/>
                    <a:pt x="218" y="1055"/>
                    <a:pt x="218" y="1055"/>
                  </a:cubicBezTo>
                  <a:cubicBezTo>
                    <a:pt x="213" y="1040"/>
                    <a:pt x="235" y="903"/>
                    <a:pt x="225" y="851"/>
                  </a:cubicBezTo>
                  <a:cubicBezTo>
                    <a:pt x="214" y="799"/>
                    <a:pt x="219" y="672"/>
                    <a:pt x="214" y="639"/>
                  </a:cubicBezTo>
                  <a:cubicBezTo>
                    <a:pt x="209" y="605"/>
                    <a:pt x="235" y="364"/>
                    <a:pt x="230" y="324"/>
                  </a:cubicBezTo>
                  <a:cubicBezTo>
                    <a:pt x="230" y="324"/>
                    <a:pt x="228" y="535"/>
                    <a:pt x="237" y="565"/>
                  </a:cubicBezTo>
                  <a:cubicBezTo>
                    <a:pt x="245" y="596"/>
                    <a:pt x="242" y="650"/>
                    <a:pt x="241" y="690"/>
                  </a:cubicBezTo>
                  <a:cubicBezTo>
                    <a:pt x="240" y="730"/>
                    <a:pt x="230" y="792"/>
                    <a:pt x="237" y="835"/>
                  </a:cubicBezTo>
                  <a:cubicBezTo>
                    <a:pt x="244" y="878"/>
                    <a:pt x="231" y="926"/>
                    <a:pt x="231" y="962"/>
                  </a:cubicBezTo>
                  <a:cubicBezTo>
                    <a:pt x="231" y="997"/>
                    <a:pt x="214" y="1068"/>
                    <a:pt x="214" y="1088"/>
                  </a:cubicBezTo>
                  <a:cubicBezTo>
                    <a:pt x="214" y="1108"/>
                    <a:pt x="344" y="1138"/>
                    <a:pt x="406" y="1082"/>
                  </a:cubicBezTo>
                  <a:cubicBezTo>
                    <a:pt x="406" y="1082"/>
                    <a:pt x="402" y="1050"/>
                    <a:pt x="392" y="1032"/>
                  </a:cubicBezTo>
                  <a:cubicBezTo>
                    <a:pt x="382" y="1013"/>
                    <a:pt x="405" y="886"/>
                    <a:pt x="397" y="838"/>
                  </a:cubicBezTo>
                  <a:cubicBezTo>
                    <a:pt x="391" y="799"/>
                    <a:pt x="403" y="663"/>
                    <a:pt x="403" y="637"/>
                  </a:cubicBezTo>
                  <a:cubicBezTo>
                    <a:pt x="403" y="611"/>
                    <a:pt x="413" y="586"/>
                    <a:pt x="413" y="560"/>
                  </a:cubicBezTo>
                  <a:cubicBezTo>
                    <a:pt x="413" y="534"/>
                    <a:pt x="427" y="493"/>
                    <a:pt x="425" y="472"/>
                  </a:cubicBezTo>
                  <a:cubicBezTo>
                    <a:pt x="420" y="426"/>
                    <a:pt x="468" y="319"/>
                    <a:pt x="425" y="36"/>
                  </a:cubicBezTo>
                  <a:cubicBezTo>
                    <a:pt x="416" y="0"/>
                    <a:pt x="416" y="0"/>
                    <a:pt x="416" y="0"/>
                  </a:cubicBezTo>
                  <a:cubicBezTo>
                    <a:pt x="416" y="0"/>
                    <a:pt x="328" y="36"/>
                    <a:pt x="231" y="41"/>
                  </a:cubicBezTo>
                  <a:cubicBezTo>
                    <a:pt x="134" y="46"/>
                    <a:pt x="40" y="6"/>
                    <a:pt x="40" y="6"/>
                  </a:cubicBezTo>
                  <a:cubicBezTo>
                    <a:pt x="33" y="38"/>
                    <a:pt x="33" y="38"/>
                    <a:pt x="33" y="38"/>
                  </a:cubicBezTo>
                  <a:cubicBezTo>
                    <a:pt x="33" y="38"/>
                    <a:pt x="0" y="327"/>
                    <a:pt x="37" y="485"/>
                  </a:cubicBezTo>
                  <a:cubicBezTo>
                    <a:pt x="45" y="517"/>
                    <a:pt x="33" y="540"/>
                    <a:pt x="41" y="561"/>
                  </a:cubicBezTo>
                  <a:cubicBezTo>
                    <a:pt x="49" y="583"/>
                    <a:pt x="51" y="643"/>
                    <a:pt x="57" y="660"/>
                  </a:cubicBezTo>
                  <a:cubicBezTo>
                    <a:pt x="62" y="677"/>
                    <a:pt x="50" y="745"/>
                    <a:pt x="54" y="783"/>
                  </a:cubicBezTo>
                  <a:cubicBezTo>
                    <a:pt x="58" y="820"/>
                    <a:pt x="53" y="955"/>
                    <a:pt x="54" y="993"/>
                  </a:cubicBezTo>
                  <a:cubicBezTo>
                    <a:pt x="55" y="1032"/>
                    <a:pt x="38" y="1084"/>
                    <a:pt x="45" y="1099"/>
                  </a:cubicBezTo>
                  <a:cubicBezTo>
                    <a:pt x="51" y="1113"/>
                    <a:pt x="173" y="1128"/>
                    <a:pt x="229" y="1101"/>
                  </a:cubicBezTo>
                  <a:cubicBezTo>
                    <a:pt x="229" y="1101"/>
                    <a:pt x="229" y="1101"/>
                    <a:pt x="228" y="1100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046" name="Freeform 665">
              <a:extLst>
                <a:ext uri="{FF2B5EF4-FFF2-40B4-BE49-F238E27FC236}">
                  <a16:creationId xmlns:a16="http://schemas.microsoft.com/office/drawing/2014/main" id="{B5F82617-9AA2-46A3-B1E5-BA68AEAF8F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0" y="2273"/>
              <a:ext cx="135" cy="134"/>
            </a:xfrm>
            <a:custGeom>
              <a:avLst/>
              <a:gdLst>
                <a:gd name="T0" fmla="*/ 286 w 86"/>
                <a:gd name="T1" fmla="*/ 8 h 86"/>
                <a:gd name="T2" fmla="*/ 284 w 86"/>
                <a:gd name="T3" fmla="*/ 0 h 86"/>
                <a:gd name="T4" fmla="*/ 333 w 86"/>
                <a:gd name="T5" fmla="*/ 8 h 86"/>
                <a:gd name="T6" fmla="*/ 278 w 86"/>
                <a:gd name="T7" fmla="*/ 109 h 86"/>
                <a:gd name="T8" fmla="*/ 168 w 86"/>
                <a:gd name="T9" fmla="*/ 249 h 86"/>
                <a:gd name="T10" fmla="*/ 0 w 86"/>
                <a:gd name="T11" fmla="*/ 326 h 8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6" h="86">
                  <a:moveTo>
                    <a:pt x="74" y="2"/>
                  </a:moveTo>
                  <a:cubicBezTo>
                    <a:pt x="74" y="1"/>
                    <a:pt x="73" y="1"/>
                    <a:pt x="73" y="0"/>
                  </a:cubicBezTo>
                  <a:cubicBezTo>
                    <a:pt x="77" y="1"/>
                    <a:pt x="82" y="4"/>
                    <a:pt x="86" y="2"/>
                  </a:cubicBezTo>
                  <a:cubicBezTo>
                    <a:pt x="83" y="11"/>
                    <a:pt x="77" y="21"/>
                    <a:pt x="72" y="29"/>
                  </a:cubicBezTo>
                  <a:cubicBezTo>
                    <a:pt x="64" y="42"/>
                    <a:pt x="56" y="56"/>
                    <a:pt x="43" y="66"/>
                  </a:cubicBezTo>
                  <a:cubicBezTo>
                    <a:pt x="30" y="76"/>
                    <a:pt x="15" y="81"/>
                    <a:pt x="0" y="86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047" name="Freeform 666">
              <a:extLst>
                <a:ext uri="{FF2B5EF4-FFF2-40B4-BE49-F238E27FC236}">
                  <a16:creationId xmlns:a16="http://schemas.microsoft.com/office/drawing/2014/main" id="{E834A2AB-377B-49E8-B75A-3C5197BD8C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0" y="2266"/>
              <a:ext cx="177" cy="93"/>
            </a:xfrm>
            <a:custGeom>
              <a:avLst/>
              <a:gdLst>
                <a:gd name="T0" fmla="*/ 34 w 113"/>
                <a:gd name="T1" fmla="*/ 0 h 60"/>
                <a:gd name="T2" fmla="*/ 0 w 113"/>
                <a:gd name="T3" fmla="*/ 12 h 60"/>
                <a:gd name="T4" fmla="*/ 83 w 113"/>
                <a:gd name="T5" fmla="*/ 109 h 60"/>
                <a:gd name="T6" fmla="*/ 238 w 113"/>
                <a:gd name="T7" fmla="*/ 195 h 60"/>
                <a:gd name="T8" fmla="*/ 434 w 113"/>
                <a:gd name="T9" fmla="*/ 223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3" h="60">
                  <a:moveTo>
                    <a:pt x="9" y="0"/>
                  </a:moveTo>
                  <a:cubicBezTo>
                    <a:pt x="6" y="1"/>
                    <a:pt x="3" y="2"/>
                    <a:pt x="0" y="3"/>
                  </a:cubicBezTo>
                  <a:cubicBezTo>
                    <a:pt x="0" y="12"/>
                    <a:pt x="15" y="25"/>
                    <a:pt x="22" y="29"/>
                  </a:cubicBezTo>
                  <a:cubicBezTo>
                    <a:pt x="34" y="38"/>
                    <a:pt x="48" y="46"/>
                    <a:pt x="62" y="52"/>
                  </a:cubicBezTo>
                  <a:cubicBezTo>
                    <a:pt x="79" y="58"/>
                    <a:pt x="94" y="60"/>
                    <a:pt x="113" y="60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048" name="Freeform 667">
              <a:extLst>
                <a:ext uri="{FF2B5EF4-FFF2-40B4-BE49-F238E27FC236}">
                  <a16:creationId xmlns:a16="http://schemas.microsoft.com/office/drawing/2014/main" id="{CE4634A5-0A69-43D4-AB33-E990F89F2F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1" y="2272"/>
              <a:ext cx="151" cy="87"/>
            </a:xfrm>
            <a:custGeom>
              <a:avLst/>
              <a:gdLst>
                <a:gd name="T0" fmla="*/ 0 w 96"/>
                <a:gd name="T1" fmla="*/ 48 h 56"/>
                <a:gd name="T2" fmla="*/ 35 w 96"/>
                <a:gd name="T3" fmla="*/ 53 h 56"/>
                <a:gd name="T4" fmla="*/ 90 w 96"/>
                <a:gd name="T5" fmla="*/ 48 h 56"/>
                <a:gd name="T6" fmla="*/ 190 w 96"/>
                <a:gd name="T7" fmla="*/ 39 h 56"/>
                <a:gd name="T8" fmla="*/ 333 w 96"/>
                <a:gd name="T9" fmla="*/ 0 h 56"/>
                <a:gd name="T10" fmla="*/ 359 w 96"/>
                <a:gd name="T11" fmla="*/ 123 h 56"/>
                <a:gd name="T12" fmla="*/ 368 w 96"/>
                <a:gd name="T13" fmla="*/ 210 h 5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6" h="56">
                  <a:moveTo>
                    <a:pt x="0" y="13"/>
                  </a:moveTo>
                  <a:cubicBezTo>
                    <a:pt x="2" y="12"/>
                    <a:pt x="6" y="14"/>
                    <a:pt x="9" y="14"/>
                  </a:cubicBezTo>
                  <a:cubicBezTo>
                    <a:pt x="14" y="14"/>
                    <a:pt x="19" y="13"/>
                    <a:pt x="23" y="13"/>
                  </a:cubicBezTo>
                  <a:cubicBezTo>
                    <a:pt x="32" y="12"/>
                    <a:pt x="41" y="11"/>
                    <a:pt x="49" y="10"/>
                  </a:cubicBezTo>
                  <a:cubicBezTo>
                    <a:pt x="63" y="8"/>
                    <a:pt x="74" y="4"/>
                    <a:pt x="86" y="0"/>
                  </a:cubicBezTo>
                  <a:cubicBezTo>
                    <a:pt x="89" y="11"/>
                    <a:pt x="91" y="22"/>
                    <a:pt x="92" y="33"/>
                  </a:cubicBezTo>
                  <a:cubicBezTo>
                    <a:pt x="92" y="41"/>
                    <a:pt x="96" y="49"/>
                    <a:pt x="95" y="56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049" name="Freeform 668">
              <a:extLst>
                <a:ext uri="{FF2B5EF4-FFF2-40B4-BE49-F238E27FC236}">
                  <a16:creationId xmlns:a16="http://schemas.microsoft.com/office/drawing/2014/main" id="{EEB9A191-13D9-41F6-B120-A319F92B625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2" y="2286"/>
              <a:ext cx="21" cy="19"/>
            </a:xfrm>
            <a:custGeom>
              <a:avLst/>
              <a:gdLst>
                <a:gd name="T0" fmla="*/ 29 w 13"/>
                <a:gd name="T1" fmla="*/ 5 h 12"/>
                <a:gd name="T2" fmla="*/ 26 w 13"/>
                <a:gd name="T3" fmla="*/ 43 h 12"/>
                <a:gd name="T4" fmla="*/ 29 w 13"/>
                <a:gd name="T5" fmla="*/ 13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2">
                  <a:moveTo>
                    <a:pt x="7" y="1"/>
                  </a:moveTo>
                  <a:cubicBezTo>
                    <a:pt x="1" y="1"/>
                    <a:pt x="0" y="11"/>
                    <a:pt x="6" y="11"/>
                  </a:cubicBezTo>
                  <a:cubicBezTo>
                    <a:pt x="13" y="12"/>
                    <a:pt x="13" y="0"/>
                    <a:pt x="7" y="3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050" name="Freeform 669">
              <a:extLst>
                <a:ext uri="{FF2B5EF4-FFF2-40B4-BE49-F238E27FC236}">
                  <a16:creationId xmlns:a16="http://schemas.microsoft.com/office/drawing/2014/main" id="{5B03C045-35BB-4105-BD61-7C92A9D36D8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9" y="2311"/>
              <a:ext cx="13" cy="1"/>
            </a:xfrm>
            <a:custGeom>
              <a:avLst/>
              <a:gdLst>
                <a:gd name="T0" fmla="*/ 0 w 8"/>
                <a:gd name="T1" fmla="*/ 0 h 1"/>
                <a:gd name="T2" fmla="*/ 34 w 8"/>
                <a:gd name="T3" fmla="*/ 1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">
                  <a:moveTo>
                    <a:pt x="0" y="0"/>
                  </a:moveTo>
                  <a:cubicBezTo>
                    <a:pt x="3" y="1"/>
                    <a:pt x="6" y="1"/>
                    <a:pt x="8" y="1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051" name="Freeform 670">
              <a:extLst>
                <a:ext uri="{FF2B5EF4-FFF2-40B4-BE49-F238E27FC236}">
                  <a16:creationId xmlns:a16="http://schemas.microsoft.com/office/drawing/2014/main" id="{8860C829-7A5E-4874-AECA-835CF10C0A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5" y="2309"/>
              <a:ext cx="9" cy="2"/>
            </a:xfrm>
            <a:custGeom>
              <a:avLst/>
              <a:gdLst>
                <a:gd name="T0" fmla="*/ 0 w 6"/>
                <a:gd name="T1" fmla="*/ 8 h 1"/>
                <a:gd name="T2" fmla="*/ 21 w 6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">
                  <a:moveTo>
                    <a:pt x="0" y="1"/>
                  </a:moveTo>
                  <a:cubicBezTo>
                    <a:pt x="2" y="1"/>
                    <a:pt x="4" y="0"/>
                    <a:pt x="6" y="0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052" name="Freeform 671">
              <a:extLst>
                <a:ext uri="{FF2B5EF4-FFF2-40B4-BE49-F238E27FC236}">
                  <a16:creationId xmlns:a16="http://schemas.microsoft.com/office/drawing/2014/main" id="{5D9D8496-E85A-459E-B79D-25C047239E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0" y="2306"/>
              <a:ext cx="9" cy="2"/>
            </a:xfrm>
            <a:custGeom>
              <a:avLst/>
              <a:gdLst>
                <a:gd name="T0" fmla="*/ 0 w 6"/>
                <a:gd name="T1" fmla="*/ 8 h 1"/>
                <a:gd name="T2" fmla="*/ 21 w 6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">
                  <a:moveTo>
                    <a:pt x="0" y="1"/>
                  </a:moveTo>
                  <a:cubicBezTo>
                    <a:pt x="2" y="1"/>
                    <a:pt x="4" y="1"/>
                    <a:pt x="6" y="0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053" name="Freeform 672">
              <a:extLst>
                <a:ext uri="{FF2B5EF4-FFF2-40B4-BE49-F238E27FC236}">
                  <a16:creationId xmlns:a16="http://schemas.microsoft.com/office/drawing/2014/main" id="{53323A64-621C-40EE-B21D-4869CB1421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2" y="2301"/>
              <a:ext cx="6" cy="2"/>
            </a:xfrm>
            <a:custGeom>
              <a:avLst/>
              <a:gdLst>
                <a:gd name="T0" fmla="*/ 0 w 4"/>
                <a:gd name="T1" fmla="*/ 8 h 1"/>
                <a:gd name="T2" fmla="*/ 14 w 4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0" y="1"/>
                  </a:moveTo>
                  <a:cubicBezTo>
                    <a:pt x="0" y="1"/>
                    <a:pt x="2" y="1"/>
                    <a:pt x="4" y="0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054" name="Freeform 673">
              <a:extLst>
                <a:ext uri="{FF2B5EF4-FFF2-40B4-BE49-F238E27FC236}">
                  <a16:creationId xmlns:a16="http://schemas.microsoft.com/office/drawing/2014/main" id="{2E263075-0115-4CB9-8A90-5317375D95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1" y="2308"/>
              <a:ext cx="82" cy="169"/>
            </a:xfrm>
            <a:custGeom>
              <a:avLst/>
              <a:gdLst>
                <a:gd name="T0" fmla="*/ 203 w 52"/>
                <a:gd name="T1" fmla="*/ 406 h 109"/>
                <a:gd name="T2" fmla="*/ 43 w 52"/>
                <a:gd name="T3" fmla="*/ 0 h 109"/>
                <a:gd name="T4" fmla="*/ 189 w 52"/>
                <a:gd name="T5" fmla="*/ 398 h 10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2" h="109">
                  <a:moveTo>
                    <a:pt x="52" y="109"/>
                  </a:moveTo>
                  <a:cubicBezTo>
                    <a:pt x="22" y="86"/>
                    <a:pt x="12" y="35"/>
                    <a:pt x="11" y="0"/>
                  </a:cubicBezTo>
                  <a:cubicBezTo>
                    <a:pt x="0" y="32"/>
                    <a:pt x="7" y="101"/>
                    <a:pt x="48" y="107"/>
                  </a:cubicBezTo>
                </a:path>
              </a:pathLst>
            </a:custGeom>
            <a:solidFill>
              <a:srgbClr val="CDCD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055" name="Freeform 674">
              <a:extLst>
                <a:ext uri="{FF2B5EF4-FFF2-40B4-BE49-F238E27FC236}">
                  <a16:creationId xmlns:a16="http://schemas.microsoft.com/office/drawing/2014/main" id="{89B0794B-1A32-430E-BE41-E44BE99C7F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8" y="2336"/>
              <a:ext cx="110" cy="93"/>
            </a:xfrm>
            <a:custGeom>
              <a:avLst/>
              <a:gdLst>
                <a:gd name="T0" fmla="*/ 0 w 70"/>
                <a:gd name="T1" fmla="*/ 183 h 60"/>
                <a:gd name="T2" fmla="*/ 77 w 70"/>
                <a:gd name="T3" fmla="*/ 161 h 60"/>
                <a:gd name="T4" fmla="*/ 156 w 70"/>
                <a:gd name="T5" fmla="*/ 122 h 60"/>
                <a:gd name="T6" fmla="*/ 272 w 70"/>
                <a:gd name="T7" fmla="*/ 0 h 60"/>
                <a:gd name="T8" fmla="*/ 222 w 70"/>
                <a:gd name="T9" fmla="*/ 93 h 60"/>
                <a:gd name="T10" fmla="*/ 141 w 70"/>
                <a:gd name="T11" fmla="*/ 153 h 60"/>
                <a:gd name="T12" fmla="*/ 60 w 70"/>
                <a:gd name="T13" fmla="*/ 189 h 60"/>
                <a:gd name="T14" fmla="*/ 5 w 70"/>
                <a:gd name="T15" fmla="*/ 197 h 6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0" h="60">
                  <a:moveTo>
                    <a:pt x="0" y="49"/>
                  </a:moveTo>
                  <a:cubicBezTo>
                    <a:pt x="6" y="52"/>
                    <a:pt x="15" y="46"/>
                    <a:pt x="20" y="43"/>
                  </a:cubicBezTo>
                  <a:cubicBezTo>
                    <a:pt x="27" y="40"/>
                    <a:pt x="34" y="38"/>
                    <a:pt x="40" y="33"/>
                  </a:cubicBezTo>
                  <a:cubicBezTo>
                    <a:pt x="52" y="23"/>
                    <a:pt x="61" y="14"/>
                    <a:pt x="70" y="0"/>
                  </a:cubicBezTo>
                  <a:cubicBezTo>
                    <a:pt x="70" y="7"/>
                    <a:pt x="61" y="20"/>
                    <a:pt x="57" y="25"/>
                  </a:cubicBezTo>
                  <a:cubicBezTo>
                    <a:pt x="52" y="32"/>
                    <a:pt x="44" y="37"/>
                    <a:pt x="36" y="41"/>
                  </a:cubicBezTo>
                  <a:cubicBezTo>
                    <a:pt x="29" y="45"/>
                    <a:pt x="22" y="48"/>
                    <a:pt x="15" y="51"/>
                  </a:cubicBezTo>
                  <a:cubicBezTo>
                    <a:pt x="11" y="53"/>
                    <a:pt x="1" y="60"/>
                    <a:pt x="1" y="53"/>
                  </a:cubicBezTo>
                </a:path>
              </a:pathLst>
            </a:custGeom>
            <a:solidFill>
              <a:srgbClr val="CDCD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056" name="Freeform 675">
              <a:extLst>
                <a:ext uri="{FF2B5EF4-FFF2-40B4-BE49-F238E27FC236}">
                  <a16:creationId xmlns:a16="http://schemas.microsoft.com/office/drawing/2014/main" id="{D13ACACB-C3E8-4E6D-B42C-4C4369FFF31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2" y="2211"/>
              <a:ext cx="17" cy="59"/>
            </a:xfrm>
            <a:custGeom>
              <a:avLst/>
              <a:gdLst>
                <a:gd name="T0" fmla="*/ 26 w 11"/>
                <a:gd name="T1" fmla="*/ 0 h 38"/>
                <a:gd name="T2" fmla="*/ 5 w 11"/>
                <a:gd name="T3" fmla="*/ 143 h 38"/>
                <a:gd name="T4" fmla="*/ 19 w 11"/>
                <a:gd name="T5" fmla="*/ 67 h 38"/>
                <a:gd name="T6" fmla="*/ 29 w 11"/>
                <a:gd name="T7" fmla="*/ 5 h 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38">
                  <a:moveTo>
                    <a:pt x="7" y="0"/>
                  </a:moveTo>
                  <a:cubicBezTo>
                    <a:pt x="10" y="12"/>
                    <a:pt x="0" y="26"/>
                    <a:pt x="1" y="38"/>
                  </a:cubicBezTo>
                  <a:cubicBezTo>
                    <a:pt x="4" y="36"/>
                    <a:pt x="4" y="22"/>
                    <a:pt x="5" y="18"/>
                  </a:cubicBezTo>
                  <a:cubicBezTo>
                    <a:pt x="6" y="13"/>
                    <a:pt x="11" y="4"/>
                    <a:pt x="8" y="1"/>
                  </a:cubicBezTo>
                </a:path>
              </a:pathLst>
            </a:custGeom>
            <a:solidFill>
              <a:srgbClr val="CDCD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057" name="Freeform 676">
              <a:extLst>
                <a:ext uri="{FF2B5EF4-FFF2-40B4-BE49-F238E27FC236}">
                  <a16:creationId xmlns:a16="http://schemas.microsoft.com/office/drawing/2014/main" id="{7B33752A-D7CA-43AB-A738-96C5642819C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7" y="2186"/>
              <a:ext cx="19" cy="58"/>
            </a:xfrm>
            <a:custGeom>
              <a:avLst/>
              <a:gdLst>
                <a:gd name="T0" fmla="*/ 40 w 12"/>
                <a:gd name="T1" fmla="*/ 5 h 37"/>
                <a:gd name="T2" fmla="*/ 21 w 12"/>
                <a:gd name="T3" fmla="*/ 83 h 37"/>
                <a:gd name="T4" fmla="*/ 16 w 12"/>
                <a:gd name="T5" fmla="*/ 143 h 37"/>
                <a:gd name="T6" fmla="*/ 33 w 12"/>
                <a:gd name="T7" fmla="*/ 66 h 37"/>
                <a:gd name="T8" fmla="*/ 40 w 12"/>
                <a:gd name="T9" fmla="*/ 0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37">
                  <a:moveTo>
                    <a:pt x="10" y="1"/>
                  </a:moveTo>
                  <a:cubicBezTo>
                    <a:pt x="7" y="5"/>
                    <a:pt x="6" y="16"/>
                    <a:pt x="5" y="22"/>
                  </a:cubicBezTo>
                  <a:cubicBezTo>
                    <a:pt x="4" y="25"/>
                    <a:pt x="0" y="34"/>
                    <a:pt x="4" y="37"/>
                  </a:cubicBezTo>
                  <a:cubicBezTo>
                    <a:pt x="7" y="32"/>
                    <a:pt x="7" y="23"/>
                    <a:pt x="8" y="17"/>
                  </a:cubicBezTo>
                  <a:cubicBezTo>
                    <a:pt x="9" y="12"/>
                    <a:pt x="12" y="5"/>
                    <a:pt x="10" y="0"/>
                  </a:cubicBezTo>
                </a:path>
              </a:pathLst>
            </a:custGeom>
            <a:solidFill>
              <a:srgbClr val="CDCD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058" name="Freeform 677">
              <a:extLst>
                <a:ext uri="{FF2B5EF4-FFF2-40B4-BE49-F238E27FC236}">
                  <a16:creationId xmlns:a16="http://schemas.microsoft.com/office/drawing/2014/main" id="{579B9CBB-A741-418D-8ABF-41D1C49BC3A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7" y="2228"/>
              <a:ext cx="14" cy="56"/>
            </a:xfrm>
            <a:custGeom>
              <a:avLst/>
              <a:gdLst>
                <a:gd name="T0" fmla="*/ 22 w 9"/>
                <a:gd name="T1" fmla="*/ 5 h 36"/>
                <a:gd name="T2" fmla="*/ 5 w 9"/>
                <a:gd name="T3" fmla="*/ 131 h 36"/>
                <a:gd name="T4" fmla="*/ 22 w 9"/>
                <a:gd name="T5" fmla="*/ 62 h 36"/>
                <a:gd name="T6" fmla="*/ 34 w 9"/>
                <a:gd name="T7" fmla="*/ 0 h 3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36">
                  <a:moveTo>
                    <a:pt x="6" y="1"/>
                  </a:moveTo>
                  <a:cubicBezTo>
                    <a:pt x="4" y="11"/>
                    <a:pt x="0" y="25"/>
                    <a:pt x="1" y="35"/>
                  </a:cubicBezTo>
                  <a:cubicBezTo>
                    <a:pt x="7" y="36"/>
                    <a:pt x="6" y="21"/>
                    <a:pt x="6" y="17"/>
                  </a:cubicBezTo>
                  <a:cubicBezTo>
                    <a:pt x="7" y="11"/>
                    <a:pt x="9" y="5"/>
                    <a:pt x="9" y="0"/>
                  </a:cubicBezTo>
                </a:path>
              </a:pathLst>
            </a:custGeom>
            <a:solidFill>
              <a:srgbClr val="CDCD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059" name="Freeform 678">
              <a:extLst>
                <a:ext uri="{FF2B5EF4-FFF2-40B4-BE49-F238E27FC236}">
                  <a16:creationId xmlns:a16="http://schemas.microsoft.com/office/drawing/2014/main" id="{633C8649-D780-4713-915C-E4FA9FC7BC7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9" y="2241"/>
              <a:ext cx="14" cy="26"/>
            </a:xfrm>
            <a:custGeom>
              <a:avLst/>
              <a:gdLst>
                <a:gd name="T0" fmla="*/ 34 w 9"/>
                <a:gd name="T1" fmla="*/ 5 h 17"/>
                <a:gd name="T2" fmla="*/ 5 w 9"/>
                <a:gd name="T3" fmla="*/ 26 h 17"/>
                <a:gd name="T4" fmla="*/ 30 w 9"/>
                <a:gd name="T5" fmla="*/ 43 h 17"/>
                <a:gd name="T6" fmla="*/ 26 w 9"/>
                <a:gd name="T7" fmla="*/ 0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7">
                  <a:moveTo>
                    <a:pt x="9" y="1"/>
                  </a:moveTo>
                  <a:cubicBezTo>
                    <a:pt x="4" y="0"/>
                    <a:pt x="1" y="2"/>
                    <a:pt x="1" y="7"/>
                  </a:cubicBezTo>
                  <a:cubicBezTo>
                    <a:pt x="0" y="11"/>
                    <a:pt x="6" y="17"/>
                    <a:pt x="8" y="12"/>
                  </a:cubicBezTo>
                  <a:cubicBezTo>
                    <a:pt x="1" y="11"/>
                    <a:pt x="5" y="2"/>
                    <a:pt x="7" y="0"/>
                  </a:cubicBezTo>
                </a:path>
              </a:pathLst>
            </a:custGeom>
            <a:solidFill>
              <a:srgbClr val="CDCD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060" name="Freeform 679">
              <a:extLst>
                <a:ext uri="{FF2B5EF4-FFF2-40B4-BE49-F238E27FC236}">
                  <a16:creationId xmlns:a16="http://schemas.microsoft.com/office/drawing/2014/main" id="{8A58A02C-FE82-4AC9-A56A-F9E46B7454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7" y="2214"/>
              <a:ext cx="14" cy="45"/>
            </a:xfrm>
            <a:custGeom>
              <a:avLst/>
              <a:gdLst>
                <a:gd name="T0" fmla="*/ 0 w 9"/>
                <a:gd name="T1" fmla="*/ 12 h 29"/>
                <a:gd name="T2" fmla="*/ 34 w 9"/>
                <a:gd name="T3" fmla="*/ 109 h 29"/>
                <a:gd name="T4" fmla="*/ 5 w 9"/>
                <a:gd name="T5" fmla="*/ 8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29">
                  <a:moveTo>
                    <a:pt x="0" y="3"/>
                  </a:moveTo>
                  <a:cubicBezTo>
                    <a:pt x="6" y="10"/>
                    <a:pt x="6" y="21"/>
                    <a:pt x="9" y="29"/>
                  </a:cubicBezTo>
                  <a:cubicBezTo>
                    <a:pt x="8" y="25"/>
                    <a:pt x="6" y="0"/>
                    <a:pt x="1" y="2"/>
                  </a:cubicBezTo>
                </a:path>
              </a:pathLst>
            </a:custGeom>
            <a:solidFill>
              <a:srgbClr val="CDCD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061" name="Freeform 680">
              <a:extLst>
                <a:ext uri="{FF2B5EF4-FFF2-40B4-BE49-F238E27FC236}">
                  <a16:creationId xmlns:a16="http://schemas.microsoft.com/office/drawing/2014/main" id="{9D54E2B1-3720-4310-B30C-026037B1894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9" y="2194"/>
              <a:ext cx="26" cy="53"/>
            </a:xfrm>
            <a:custGeom>
              <a:avLst/>
              <a:gdLst>
                <a:gd name="T0" fmla="*/ 0 w 17"/>
                <a:gd name="T1" fmla="*/ 19 h 34"/>
                <a:gd name="T2" fmla="*/ 26 w 17"/>
                <a:gd name="T3" fmla="*/ 80 h 34"/>
                <a:gd name="T4" fmla="*/ 43 w 17"/>
                <a:gd name="T5" fmla="*/ 129 h 34"/>
                <a:gd name="T6" fmla="*/ 35 w 17"/>
                <a:gd name="T7" fmla="*/ 65 h 34"/>
                <a:gd name="T8" fmla="*/ 5 w 17"/>
                <a:gd name="T9" fmla="*/ 19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34">
                  <a:moveTo>
                    <a:pt x="0" y="5"/>
                  </a:moveTo>
                  <a:cubicBezTo>
                    <a:pt x="3" y="10"/>
                    <a:pt x="5" y="16"/>
                    <a:pt x="7" y="21"/>
                  </a:cubicBezTo>
                  <a:cubicBezTo>
                    <a:pt x="8" y="25"/>
                    <a:pt x="9" y="31"/>
                    <a:pt x="12" y="34"/>
                  </a:cubicBezTo>
                  <a:cubicBezTo>
                    <a:pt x="17" y="30"/>
                    <a:pt x="12" y="23"/>
                    <a:pt x="10" y="17"/>
                  </a:cubicBezTo>
                  <a:cubicBezTo>
                    <a:pt x="9" y="13"/>
                    <a:pt x="6" y="0"/>
                    <a:pt x="1" y="5"/>
                  </a:cubicBezTo>
                </a:path>
              </a:pathLst>
            </a:custGeom>
            <a:solidFill>
              <a:srgbClr val="CDCD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062" name="Freeform 681">
              <a:extLst>
                <a:ext uri="{FF2B5EF4-FFF2-40B4-BE49-F238E27FC236}">
                  <a16:creationId xmlns:a16="http://schemas.microsoft.com/office/drawing/2014/main" id="{359AAAE3-6260-4F48-A2E3-5F99B71109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4" y="2175"/>
              <a:ext cx="22" cy="53"/>
            </a:xfrm>
            <a:custGeom>
              <a:avLst/>
              <a:gdLst>
                <a:gd name="T0" fmla="*/ 0 w 14"/>
                <a:gd name="T1" fmla="*/ 8 h 34"/>
                <a:gd name="T2" fmla="*/ 39 w 14"/>
                <a:gd name="T3" fmla="*/ 129 h 34"/>
                <a:gd name="T4" fmla="*/ 49 w 14"/>
                <a:gd name="T5" fmla="*/ 125 h 34"/>
                <a:gd name="T6" fmla="*/ 0 w 14"/>
                <a:gd name="T7" fmla="*/ 12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34">
                  <a:moveTo>
                    <a:pt x="0" y="2"/>
                  </a:moveTo>
                  <a:cubicBezTo>
                    <a:pt x="2" y="12"/>
                    <a:pt x="6" y="25"/>
                    <a:pt x="10" y="34"/>
                  </a:cubicBezTo>
                  <a:cubicBezTo>
                    <a:pt x="11" y="34"/>
                    <a:pt x="13" y="33"/>
                    <a:pt x="13" y="33"/>
                  </a:cubicBezTo>
                  <a:cubicBezTo>
                    <a:pt x="14" y="27"/>
                    <a:pt x="5" y="0"/>
                    <a:pt x="0" y="3"/>
                  </a:cubicBezTo>
                </a:path>
              </a:pathLst>
            </a:custGeom>
            <a:solidFill>
              <a:srgbClr val="CDCD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063" name="Freeform 682">
              <a:extLst>
                <a:ext uri="{FF2B5EF4-FFF2-40B4-BE49-F238E27FC236}">
                  <a16:creationId xmlns:a16="http://schemas.microsoft.com/office/drawing/2014/main" id="{E3C5ACB1-BB97-49EB-B724-A2546DB797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1" y="2275"/>
              <a:ext cx="125" cy="26"/>
            </a:xfrm>
            <a:custGeom>
              <a:avLst/>
              <a:gdLst>
                <a:gd name="T0" fmla="*/ 5 w 80"/>
                <a:gd name="T1" fmla="*/ 49 h 17"/>
                <a:gd name="T2" fmla="*/ 5 w 80"/>
                <a:gd name="T3" fmla="*/ 49 h 17"/>
                <a:gd name="T4" fmla="*/ 34 w 80"/>
                <a:gd name="T5" fmla="*/ 49 h 17"/>
                <a:gd name="T6" fmla="*/ 66 w 80"/>
                <a:gd name="T7" fmla="*/ 47 h 17"/>
                <a:gd name="T8" fmla="*/ 127 w 80"/>
                <a:gd name="T9" fmla="*/ 40 h 17"/>
                <a:gd name="T10" fmla="*/ 238 w 80"/>
                <a:gd name="T11" fmla="*/ 18 h 17"/>
                <a:gd name="T12" fmla="*/ 278 w 80"/>
                <a:gd name="T13" fmla="*/ 5 h 17"/>
                <a:gd name="T14" fmla="*/ 298 w 80"/>
                <a:gd name="T15" fmla="*/ 0 h 17"/>
                <a:gd name="T16" fmla="*/ 298 w 80"/>
                <a:gd name="T17" fmla="*/ 14 h 17"/>
                <a:gd name="T18" fmla="*/ 264 w 80"/>
                <a:gd name="T19" fmla="*/ 26 h 17"/>
                <a:gd name="T20" fmla="*/ 216 w 80"/>
                <a:gd name="T21" fmla="*/ 43 h 17"/>
                <a:gd name="T22" fmla="*/ 177 w 80"/>
                <a:gd name="T23" fmla="*/ 49 h 17"/>
                <a:gd name="T24" fmla="*/ 138 w 80"/>
                <a:gd name="T25" fmla="*/ 54 h 17"/>
                <a:gd name="T26" fmla="*/ 61 w 80"/>
                <a:gd name="T27" fmla="*/ 61 h 17"/>
                <a:gd name="T28" fmla="*/ 22 w 80"/>
                <a:gd name="T29" fmla="*/ 61 h 17"/>
                <a:gd name="T30" fmla="*/ 5 w 80"/>
                <a:gd name="T31" fmla="*/ 49 h 17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80" h="17">
                  <a:moveTo>
                    <a:pt x="1" y="14"/>
                  </a:moveTo>
                  <a:cubicBezTo>
                    <a:pt x="1" y="14"/>
                    <a:pt x="0" y="14"/>
                    <a:pt x="1" y="14"/>
                  </a:cubicBezTo>
                  <a:cubicBezTo>
                    <a:pt x="3" y="14"/>
                    <a:pt x="6" y="14"/>
                    <a:pt x="9" y="14"/>
                  </a:cubicBezTo>
                  <a:cubicBezTo>
                    <a:pt x="12" y="14"/>
                    <a:pt x="14" y="13"/>
                    <a:pt x="17" y="13"/>
                  </a:cubicBezTo>
                  <a:cubicBezTo>
                    <a:pt x="23" y="13"/>
                    <a:pt x="27" y="12"/>
                    <a:pt x="33" y="11"/>
                  </a:cubicBezTo>
                  <a:cubicBezTo>
                    <a:pt x="43" y="10"/>
                    <a:pt x="53" y="8"/>
                    <a:pt x="62" y="5"/>
                  </a:cubicBezTo>
                  <a:cubicBezTo>
                    <a:pt x="66" y="4"/>
                    <a:pt x="70" y="2"/>
                    <a:pt x="73" y="1"/>
                  </a:cubicBezTo>
                  <a:cubicBezTo>
                    <a:pt x="74" y="1"/>
                    <a:pt x="76" y="1"/>
                    <a:pt x="78" y="0"/>
                  </a:cubicBezTo>
                  <a:cubicBezTo>
                    <a:pt x="80" y="0"/>
                    <a:pt x="80" y="2"/>
                    <a:pt x="78" y="4"/>
                  </a:cubicBezTo>
                  <a:cubicBezTo>
                    <a:pt x="76" y="6"/>
                    <a:pt x="71" y="6"/>
                    <a:pt x="69" y="7"/>
                  </a:cubicBezTo>
                  <a:cubicBezTo>
                    <a:pt x="64" y="9"/>
                    <a:pt x="60" y="11"/>
                    <a:pt x="56" y="12"/>
                  </a:cubicBezTo>
                  <a:cubicBezTo>
                    <a:pt x="52" y="12"/>
                    <a:pt x="49" y="13"/>
                    <a:pt x="46" y="14"/>
                  </a:cubicBezTo>
                  <a:cubicBezTo>
                    <a:pt x="42" y="15"/>
                    <a:pt x="39" y="14"/>
                    <a:pt x="36" y="15"/>
                  </a:cubicBezTo>
                  <a:cubicBezTo>
                    <a:pt x="29" y="17"/>
                    <a:pt x="22" y="17"/>
                    <a:pt x="16" y="17"/>
                  </a:cubicBezTo>
                  <a:cubicBezTo>
                    <a:pt x="13" y="17"/>
                    <a:pt x="9" y="17"/>
                    <a:pt x="6" y="17"/>
                  </a:cubicBezTo>
                  <a:cubicBezTo>
                    <a:pt x="4" y="16"/>
                    <a:pt x="2" y="15"/>
                    <a:pt x="1" y="14"/>
                  </a:cubicBezTo>
                </a:path>
              </a:pathLst>
            </a:custGeom>
            <a:solidFill>
              <a:srgbClr val="CDCD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064" name="Freeform 683">
              <a:extLst>
                <a:ext uri="{FF2B5EF4-FFF2-40B4-BE49-F238E27FC236}">
                  <a16:creationId xmlns:a16="http://schemas.microsoft.com/office/drawing/2014/main" id="{E85254A9-1EBF-462B-B972-591FC472AC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7" y="2291"/>
              <a:ext cx="10" cy="10"/>
            </a:xfrm>
            <a:custGeom>
              <a:avLst/>
              <a:gdLst>
                <a:gd name="T0" fmla="*/ 20 w 6"/>
                <a:gd name="T1" fmla="*/ 6 h 7"/>
                <a:gd name="T2" fmla="*/ 8 w 6"/>
                <a:gd name="T3" fmla="*/ 19 h 7"/>
                <a:gd name="T4" fmla="*/ 20 w 6"/>
                <a:gd name="T5" fmla="*/ 6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7">
                  <a:moveTo>
                    <a:pt x="4" y="2"/>
                  </a:moveTo>
                  <a:cubicBezTo>
                    <a:pt x="1" y="0"/>
                    <a:pt x="0" y="5"/>
                    <a:pt x="2" y="6"/>
                  </a:cubicBezTo>
                  <a:cubicBezTo>
                    <a:pt x="4" y="7"/>
                    <a:pt x="6" y="3"/>
                    <a:pt x="4" y="2"/>
                  </a:cubicBezTo>
                </a:path>
              </a:pathLst>
            </a:custGeom>
            <a:solidFill>
              <a:srgbClr val="CDCD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065" name="Freeform 684">
              <a:extLst>
                <a:ext uri="{FF2B5EF4-FFF2-40B4-BE49-F238E27FC236}">
                  <a16:creationId xmlns:a16="http://schemas.microsoft.com/office/drawing/2014/main" id="{2043EB2E-BB39-48C9-B4A9-D071150D9B8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9" y="2272"/>
              <a:ext cx="91" cy="76"/>
            </a:xfrm>
            <a:custGeom>
              <a:avLst/>
              <a:gdLst>
                <a:gd name="T0" fmla="*/ 13 w 58"/>
                <a:gd name="T1" fmla="*/ 0 h 49"/>
                <a:gd name="T2" fmla="*/ 49 w 58"/>
                <a:gd name="T3" fmla="*/ 60 h 49"/>
                <a:gd name="T4" fmla="*/ 104 w 58"/>
                <a:gd name="T5" fmla="*/ 113 h 49"/>
                <a:gd name="T6" fmla="*/ 163 w 58"/>
                <a:gd name="T7" fmla="*/ 149 h 49"/>
                <a:gd name="T8" fmla="*/ 198 w 58"/>
                <a:gd name="T9" fmla="*/ 169 h 49"/>
                <a:gd name="T10" fmla="*/ 224 w 58"/>
                <a:gd name="T11" fmla="*/ 183 h 49"/>
                <a:gd name="T12" fmla="*/ 129 w 58"/>
                <a:gd name="T13" fmla="*/ 144 h 49"/>
                <a:gd name="T14" fmla="*/ 60 w 58"/>
                <a:gd name="T15" fmla="*/ 87 h 49"/>
                <a:gd name="T16" fmla="*/ 22 w 58"/>
                <a:gd name="T17" fmla="*/ 40 h 49"/>
                <a:gd name="T18" fmla="*/ 0 w 58"/>
                <a:gd name="T19" fmla="*/ 5 h 49"/>
                <a:gd name="T20" fmla="*/ 13 w 58"/>
                <a:gd name="T21" fmla="*/ 5 h 4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8" h="49">
                  <a:moveTo>
                    <a:pt x="3" y="0"/>
                  </a:moveTo>
                  <a:cubicBezTo>
                    <a:pt x="7" y="5"/>
                    <a:pt x="9" y="11"/>
                    <a:pt x="13" y="16"/>
                  </a:cubicBezTo>
                  <a:cubicBezTo>
                    <a:pt x="17" y="21"/>
                    <a:pt x="22" y="26"/>
                    <a:pt x="27" y="30"/>
                  </a:cubicBezTo>
                  <a:cubicBezTo>
                    <a:pt x="32" y="33"/>
                    <a:pt x="37" y="37"/>
                    <a:pt x="42" y="40"/>
                  </a:cubicBezTo>
                  <a:cubicBezTo>
                    <a:pt x="45" y="41"/>
                    <a:pt x="48" y="43"/>
                    <a:pt x="51" y="45"/>
                  </a:cubicBezTo>
                  <a:cubicBezTo>
                    <a:pt x="53" y="46"/>
                    <a:pt x="57" y="47"/>
                    <a:pt x="58" y="49"/>
                  </a:cubicBezTo>
                  <a:cubicBezTo>
                    <a:pt x="49" y="49"/>
                    <a:pt x="41" y="43"/>
                    <a:pt x="33" y="39"/>
                  </a:cubicBezTo>
                  <a:cubicBezTo>
                    <a:pt x="27" y="35"/>
                    <a:pt x="20" y="29"/>
                    <a:pt x="15" y="23"/>
                  </a:cubicBezTo>
                  <a:cubicBezTo>
                    <a:pt x="12" y="19"/>
                    <a:pt x="9" y="15"/>
                    <a:pt x="6" y="11"/>
                  </a:cubicBezTo>
                  <a:cubicBezTo>
                    <a:pt x="4" y="8"/>
                    <a:pt x="0" y="5"/>
                    <a:pt x="0" y="1"/>
                  </a:cubicBezTo>
                  <a:cubicBezTo>
                    <a:pt x="1" y="1"/>
                    <a:pt x="2" y="1"/>
                    <a:pt x="3" y="1"/>
                  </a:cubicBezTo>
                </a:path>
              </a:pathLst>
            </a:custGeom>
            <a:solidFill>
              <a:srgbClr val="CDCD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066" name="Freeform 685">
              <a:extLst>
                <a:ext uri="{FF2B5EF4-FFF2-40B4-BE49-F238E27FC236}">
                  <a16:creationId xmlns:a16="http://schemas.microsoft.com/office/drawing/2014/main" id="{3BA02CE4-5DAB-4CD2-9B0A-9DED3DBAA6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2" y="2280"/>
              <a:ext cx="14" cy="99"/>
            </a:xfrm>
            <a:custGeom>
              <a:avLst/>
              <a:gdLst>
                <a:gd name="T0" fmla="*/ 30 w 9"/>
                <a:gd name="T1" fmla="*/ 8 h 64"/>
                <a:gd name="T2" fmla="*/ 14 w 9"/>
                <a:gd name="T3" fmla="*/ 53 h 64"/>
                <a:gd name="T4" fmla="*/ 12 w 9"/>
                <a:gd name="T5" fmla="*/ 119 h 64"/>
                <a:gd name="T6" fmla="*/ 22 w 9"/>
                <a:gd name="T7" fmla="*/ 183 h 64"/>
                <a:gd name="T8" fmla="*/ 22 w 9"/>
                <a:gd name="T9" fmla="*/ 237 h 64"/>
                <a:gd name="T10" fmla="*/ 12 w 9"/>
                <a:gd name="T11" fmla="*/ 156 h 64"/>
                <a:gd name="T12" fmla="*/ 0 w 9"/>
                <a:gd name="T13" fmla="*/ 74 h 64"/>
                <a:gd name="T14" fmla="*/ 34 w 9"/>
                <a:gd name="T15" fmla="*/ 0 h 6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" h="64">
                  <a:moveTo>
                    <a:pt x="8" y="2"/>
                  </a:moveTo>
                  <a:cubicBezTo>
                    <a:pt x="5" y="3"/>
                    <a:pt x="4" y="11"/>
                    <a:pt x="4" y="14"/>
                  </a:cubicBezTo>
                  <a:cubicBezTo>
                    <a:pt x="3" y="20"/>
                    <a:pt x="3" y="26"/>
                    <a:pt x="3" y="32"/>
                  </a:cubicBezTo>
                  <a:cubicBezTo>
                    <a:pt x="4" y="38"/>
                    <a:pt x="5" y="43"/>
                    <a:pt x="6" y="49"/>
                  </a:cubicBezTo>
                  <a:cubicBezTo>
                    <a:pt x="6" y="53"/>
                    <a:pt x="7" y="61"/>
                    <a:pt x="6" y="64"/>
                  </a:cubicBezTo>
                  <a:cubicBezTo>
                    <a:pt x="4" y="57"/>
                    <a:pt x="3" y="49"/>
                    <a:pt x="3" y="42"/>
                  </a:cubicBezTo>
                  <a:cubicBezTo>
                    <a:pt x="2" y="35"/>
                    <a:pt x="0" y="27"/>
                    <a:pt x="0" y="20"/>
                  </a:cubicBezTo>
                  <a:cubicBezTo>
                    <a:pt x="1" y="13"/>
                    <a:pt x="3" y="3"/>
                    <a:pt x="9" y="0"/>
                  </a:cubicBezTo>
                </a:path>
              </a:pathLst>
            </a:custGeom>
            <a:solidFill>
              <a:srgbClr val="CDCD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067" name="Freeform 686">
              <a:extLst>
                <a:ext uri="{FF2B5EF4-FFF2-40B4-BE49-F238E27FC236}">
                  <a16:creationId xmlns:a16="http://schemas.microsoft.com/office/drawing/2014/main" id="{58FE204A-53B5-4811-A919-B7563838CB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1" y="3021"/>
              <a:ext cx="187" cy="118"/>
            </a:xfrm>
            <a:custGeom>
              <a:avLst/>
              <a:gdLst>
                <a:gd name="T0" fmla="*/ 0 w 119"/>
                <a:gd name="T1" fmla="*/ 0 h 76"/>
                <a:gd name="T2" fmla="*/ 217 w 119"/>
                <a:gd name="T3" fmla="*/ 202 h 76"/>
                <a:gd name="T4" fmla="*/ 462 w 119"/>
                <a:gd name="T5" fmla="*/ 284 h 76"/>
                <a:gd name="T6" fmla="*/ 0 w 119"/>
                <a:gd name="T7" fmla="*/ 14 h 7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9" h="76">
                  <a:moveTo>
                    <a:pt x="0" y="0"/>
                  </a:moveTo>
                  <a:cubicBezTo>
                    <a:pt x="7" y="21"/>
                    <a:pt x="36" y="44"/>
                    <a:pt x="56" y="54"/>
                  </a:cubicBezTo>
                  <a:cubicBezTo>
                    <a:pt x="76" y="65"/>
                    <a:pt x="100" y="64"/>
                    <a:pt x="119" y="76"/>
                  </a:cubicBezTo>
                  <a:cubicBezTo>
                    <a:pt x="65" y="71"/>
                    <a:pt x="13" y="64"/>
                    <a:pt x="0" y="4"/>
                  </a:cubicBezTo>
                </a:path>
              </a:pathLst>
            </a:custGeom>
            <a:solidFill>
              <a:srgbClr val="CDCD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068" name="Freeform 687">
              <a:extLst>
                <a:ext uri="{FF2B5EF4-FFF2-40B4-BE49-F238E27FC236}">
                  <a16:creationId xmlns:a16="http://schemas.microsoft.com/office/drawing/2014/main" id="{7459AFEE-BA5B-406E-A3E8-C126B98A77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3" y="3186"/>
              <a:ext cx="120" cy="99"/>
            </a:xfrm>
            <a:custGeom>
              <a:avLst/>
              <a:gdLst>
                <a:gd name="T0" fmla="*/ 8 w 77"/>
                <a:gd name="T1" fmla="*/ 149 h 64"/>
                <a:gd name="T2" fmla="*/ 284 w 77"/>
                <a:gd name="T3" fmla="*/ 0 h 64"/>
                <a:gd name="T4" fmla="*/ 0 w 77"/>
                <a:gd name="T5" fmla="*/ 170 h 6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7" h="64">
                  <a:moveTo>
                    <a:pt x="2" y="40"/>
                  </a:moveTo>
                  <a:cubicBezTo>
                    <a:pt x="28" y="50"/>
                    <a:pt x="60" y="20"/>
                    <a:pt x="75" y="0"/>
                  </a:cubicBezTo>
                  <a:cubicBezTo>
                    <a:pt x="77" y="27"/>
                    <a:pt x="22" y="64"/>
                    <a:pt x="0" y="46"/>
                  </a:cubicBezTo>
                </a:path>
              </a:pathLst>
            </a:custGeom>
            <a:solidFill>
              <a:srgbClr val="CDCD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069" name="Freeform 688">
              <a:extLst>
                <a:ext uri="{FF2B5EF4-FFF2-40B4-BE49-F238E27FC236}">
                  <a16:creationId xmlns:a16="http://schemas.microsoft.com/office/drawing/2014/main" id="{C264FBCF-9F7D-444B-BE4A-17B20419731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1" y="3045"/>
              <a:ext cx="144" cy="162"/>
            </a:xfrm>
            <a:custGeom>
              <a:avLst/>
              <a:gdLst>
                <a:gd name="T0" fmla="*/ 0 w 92"/>
                <a:gd name="T1" fmla="*/ 0 h 104"/>
                <a:gd name="T2" fmla="*/ 199 w 92"/>
                <a:gd name="T3" fmla="*/ 167 h 104"/>
                <a:gd name="T4" fmla="*/ 352 w 92"/>
                <a:gd name="T5" fmla="*/ 393 h 104"/>
                <a:gd name="T6" fmla="*/ 144 w 92"/>
                <a:gd name="T7" fmla="*/ 182 h 104"/>
                <a:gd name="T8" fmla="*/ 8 w 92"/>
                <a:gd name="T9" fmla="*/ 0 h 10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2" h="104">
                  <a:moveTo>
                    <a:pt x="0" y="0"/>
                  </a:moveTo>
                  <a:cubicBezTo>
                    <a:pt x="11" y="19"/>
                    <a:pt x="35" y="30"/>
                    <a:pt x="52" y="44"/>
                  </a:cubicBezTo>
                  <a:cubicBezTo>
                    <a:pt x="74" y="61"/>
                    <a:pt x="77" y="82"/>
                    <a:pt x="92" y="104"/>
                  </a:cubicBezTo>
                  <a:cubicBezTo>
                    <a:pt x="71" y="91"/>
                    <a:pt x="55" y="65"/>
                    <a:pt x="38" y="48"/>
                  </a:cubicBezTo>
                  <a:cubicBezTo>
                    <a:pt x="24" y="32"/>
                    <a:pt x="15" y="15"/>
                    <a:pt x="2" y="0"/>
                  </a:cubicBezTo>
                </a:path>
              </a:pathLst>
            </a:custGeom>
            <a:solidFill>
              <a:srgbClr val="CDCD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070" name="Freeform 689">
              <a:extLst>
                <a:ext uri="{FF2B5EF4-FFF2-40B4-BE49-F238E27FC236}">
                  <a16:creationId xmlns:a16="http://schemas.microsoft.com/office/drawing/2014/main" id="{92704012-6A06-4C3E-B079-BEB5E96BCB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5" y="3067"/>
              <a:ext cx="103" cy="56"/>
            </a:xfrm>
            <a:custGeom>
              <a:avLst/>
              <a:gdLst>
                <a:gd name="T0" fmla="*/ 0 w 66"/>
                <a:gd name="T1" fmla="*/ 0 h 36"/>
                <a:gd name="T2" fmla="*/ 251 w 66"/>
                <a:gd name="T3" fmla="*/ 135 h 36"/>
                <a:gd name="T4" fmla="*/ 22 w 66"/>
                <a:gd name="T5" fmla="*/ 22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6" h="36">
                  <a:moveTo>
                    <a:pt x="0" y="0"/>
                  </a:moveTo>
                  <a:cubicBezTo>
                    <a:pt x="15" y="16"/>
                    <a:pt x="43" y="36"/>
                    <a:pt x="66" y="36"/>
                  </a:cubicBezTo>
                  <a:cubicBezTo>
                    <a:pt x="47" y="25"/>
                    <a:pt x="23" y="14"/>
                    <a:pt x="6" y="6"/>
                  </a:cubicBezTo>
                </a:path>
              </a:pathLst>
            </a:custGeom>
            <a:solidFill>
              <a:srgbClr val="CDCD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071" name="Freeform 690">
              <a:extLst>
                <a:ext uri="{FF2B5EF4-FFF2-40B4-BE49-F238E27FC236}">
                  <a16:creationId xmlns:a16="http://schemas.microsoft.com/office/drawing/2014/main" id="{BE7AD42C-31D7-4E2E-83B7-2EAFA16E77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1" y="2476"/>
              <a:ext cx="81" cy="513"/>
            </a:xfrm>
            <a:custGeom>
              <a:avLst/>
              <a:gdLst>
                <a:gd name="T0" fmla="*/ 26 w 52"/>
                <a:gd name="T1" fmla="*/ 12 h 330"/>
                <a:gd name="T2" fmla="*/ 140 w 52"/>
                <a:gd name="T3" fmla="*/ 53 h 330"/>
                <a:gd name="T4" fmla="*/ 190 w 52"/>
                <a:gd name="T5" fmla="*/ 140 h 330"/>
                <a:gd name="T6" fmla="*/ 167 w 52"/>
                <a:gd name="T7" fmla="*/ 435 h 330"/>
                <a:gd name="T8" fmla="*/ 129 w 52"/>
                <a:gd name="T9" fmla="*/ 1045 h 330"/>
                <a:gd name="T10" fmla="*/ 122 w 52"/>
                <a:gd name="T11" fmla="*/ 1239 h 330"/>
                <a:gd name="T12" fmla="*/ 107 w 52"/>
                <a:gd name="T13" fmla="*/ 1024 h 330"/>
                <a:gd name="T14" fmla="*/ 117 w 52"/>
                <a:gd name="T15" fmla="*/ 754 h 330"/>
                <a:gd name="T16" fmla="*/ 95 w 52"/>
                <a:gd name="T17" fmla="*/ 571 h 330"/>
                <a:gd name="T18" fmla="*/ 109 w 52"/>
                <a:gd name="T19" fmla="*/ 441 h 330"/>
                <a:gd name="T20" fmla="*/ 73 w 52"/>
                <a:gd name="T21" fmla="*/ 323 h 330"/>
                <a:gd name="T22" fmla="*/ 56 w 52"/>
                <a:gd name="T23" fmla="*/ 191 h 330"/>
                <a:gd name="T24" fmla="*/ 30 w 52"/>
                <a:gd name="T25" fmla="*/ 149 h 330"/>
                <a:gd name="T26" fmla="*/ 30 w 52"/>
                <a:gd name="T27" fmla="*/ 95 h 330"/>
                <a:gd name="T28" fmla="*/ 0 w 52"/>
                <a:gd name="T29" fmla="*/ 12 h 33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52" h="330">
                  <a:moveTo>
                    <a:pt x="7" y="3"/>
                  </a:moveTo>
                  <a:cubicBezTo>
                    <a:pt x="11" y="0"/>
                    <a:pt x="31" y="10"/>
                    <a:pt x="37" y="14"/>
                  </a:cubicBezTo>
                  <a:cubicBezTo>
                    <a:pt x="48" y="20"/>
                    <a:pt x="50" y="24"/>
                    <a:pt x="50" y="37"/>
                  </a:cubicBezTo>
                  <a:cubicBezTo>
                    <a:pt x="52" y="63"/>
                    <a:pt x="47" y="91"/>
                    <a:pt x="44" y="116"/>
                  </a:cubicBezTo>
                  <a:cubicBezTo>
                    <a:pt x="37" y="170"/>
                    <a:pt x="42" y="225"/>
                    <a:pt x="34" y="278"/>
                  </a:cubicBezTo>
                  <a:cubicBezTo>
                    <a:pt x="32" y="295"/>
                    <a:pt x="32" y="316"/>
                    <a:pt x="32" y="330"/>
                  </a:cubicBezTo>
                  <a:cubicBezTo>
                    <a:pt x="24" y="312"/>
                    <a:pt x="27" y="292"/>
                    <a:pt x="28" y="273"/>
                  </a:cubicBezTo>
                  <a:cubicBezTo>
                    <a:pt x="29" y="249"/>
                    <a:pt x="29" y="225"/>
                    <a:pt x="31" y="201"/>
                  </a:cubicBezTo>
                  <a:cubicBezTo>
                    <a:pt x="32" y="184"/>
                    <a:pt x="26" y="169"/>
                    <a:pt x="25" y="152"/>
                  </a:cubicBezTo>
                  <a:cubicBezTo>
                    <a:pt x="25" y="139"/>
                    <a:pt x="32" y="131"/>
                    <a:pt x="29" y="118"/>
                  </a:cubicBezTo>
                  <a:cubicBezTo>
                    <a:pt x="26" y="107"/>
                    <a:pt x="20" y="98"/>
                    <a:pt x="19" y="86"/>
                  </a:cubicBezTo>
                  <a:cubicBezTo>
                    <a:pt x="18" y="73"/>
                    <a:pt x="19" y="63"/>
                    <a:pt x="15" y="51"/>
                  </a:cubicBezTo>
                  <a:cubicBezTo>
                    <a:pt x="13" y="47"/>
                    <a:pt x="9" y="44"/>
                    <a:pt x="8" y="40"/>
                  </a:cubicBezTo>
                  <a:cubicBezTo>
                    <a:pt x="8" y="37"/>
                    <a:pt x="10" y="30"/>
                    <a:pt x="8" y="25"/>
                  </a:cubicBezTo>
                  <a:cubicBezTo>
                    <a:pt x="6" y="18"/>
                    <a:pt x="0" y="12"/>
                    <a:pt x="0" y="3"/>
                  </a:cubicBezTo>
                </a:path>
              </a:pathLst>
            </a:custGeom>
            <a:solidFill>
              <a:srgbClr val="8888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072" name="Freeform 691">
              <a:extLst>
                <a:ext uri="{FF2B5EF4-FFF2-40B4-BE49-F238E27FC236}">
                  <a16:creationId xmlns:a16="http://schemas.microsoft.com/office/drawing/2014/main" id="{A4531526-ADF0-4AD0-B033-C8BF098285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7" y="2270"/>
              <a:ext cx="90" cy="220"/>
            </a:xfrm>
            <a:custGeom>
              <a:avLst/>
              <a:gdLst>
                <a:gd name="T0" fmla="*/ 62 w 58"/>
                <a:gd name="T1" fmla="*/ 34 h 141"/>
                <a:gd name="T2" fmla="*/ 45 w 58"/>
                <a:gd name="T3" fmla="*/ 279 h 141"/>
                <a:gd name="T4" fmla="*/ 40 w 58"/>
                <a:gd name="T5" fmla="*/ 407 h 141"/>
                <a:gd name="T6" fmla="*/ 19 w 58"/>
                <a:gd name="T7" fmla="*/ 535 h 141"/>
                <a:gd name="T8" fmla="*/ 135 w 58"/>
                <a:gd name="T9" fmla="*/ 186 h 141"/>
                <a:gd name="T10" fmla="*/ 196 w 58"/>
                <a:gd name="T11" fmla="*/ 22 h 141"/>
                <a:gd name="T12" fmla="*/ 70 w 58"/>
                <a:gd name="T13" fmla="*/ 48 h 14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8" h="141">
                  <a:moveTo>
                    <a:pt x="17" y="9"/>
                  </a:moveTo>
                  <a:cubicBezTo>
                    <a:pt x="2" y="14"/>
                    <a:pt x="11" y="61"/>
                    <a:pt x="12" y="74"/>
                  </a:cubicBezTo>
                  <a:cubicBezTo>
                    <a:pt x="12" y="86"/>
                    <a:pt x="14" y="96"/>
                    <a:pt x="11" y="107"/>
                  </a:cubicBezTo>
                  <a:cubicBezTo>
                    <a:pt x="8" y="118"/>
                    <a:pt x="0" y="131"/>
                    <a:pt x="5" y="141"/>
                  </a:cubicBezTo>
                  <a:cubicBezTo>
                    <a:pt x="11" y="108"/>
                    <a:pt x="19" y="79"/>
                    <a:pt x="36" y="49"/>
                  </a:cubicBezTo>
                  <a:cubicBezTo>
                    <a:pt x="40" y="42"/>
                    <a:pt x="58" y="13"/>
                    <a:pt x="52" y="6"/>
                  </a:cubicBezTo>
                  <a:cubicBezTo>
                    <a:pt x="47" y="0"/>
                    <a:pt x="25" y="10"/>
                    <a:pt x="19" y="13"/>
                  </a:cubicBezTo>
                </a:path>
              </a:pathLst>
            </a:custGeom>
            <a:solidFill>
              <a:srgbClr val="8888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073" name="Freeform 692">
              <a:extLst>
                <a:ext uri="{FF2B5EF4-FFF2-40B4-BE49-F238E27FC236}">
                  <a16:creationId xmlns:a16="http://schemas.microsoft.com/office/drawing/2014/main" id="{3CFE886B-DF8F-4376-B7EA-73C96120D5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2" y="2317"/>
              <a:ext cx="102" cy="39"/>
            </a:xfrm>
            <a:custGeom>
              <a:avLst/>
              <a:gdLst>
                <a:gd name="T0" fmla="*/ 0 w 65"/>
                <a:gd name="T1" fmla="*/ 0 h 25"/>
                <a:gd name="T2" fmla="*/ 69 w 65"/>
                <a:gd name="T3" fmla="*/ 39 h 25"/>
                <a:gd name="T4" fmla="*/ 130 w 65"/>
                <a:gd name="T5" fmla="*/ 61 h 25"/>
                <a:gd name="T6" fmla="*/ 251 w 65"/>
                <a:gd name="T7" fmla="*/ 90 h 25"/>
                <a:gd name="T8" fmla="*/ 224 w 65"/>
                <a:gd name="T9" fmla="*/ 30 h 25"/>
                <a:gd name="T10" fmla="*/ 151 w 65"/>
                <a:gd name="T11" fmla="*/ 8 h 25"/>
                <a:gd name="T12" fmla="*/ 60 w 65"/>
                <a:gd name="T13" fmla="*/ 8 h 25"/>
                <a:gd name="T14" fmla="*/ 8 w 65"/>
                <a:gd name="T15" fmla="*/ 5 h 2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5" h="25">
                  <a:moveTo>
                    <a:pt x="0" y="0"/>
                  </a:moveTo>
                  <a:cubicBezTo>
                    <a:pt x="7" y="2"/>
                    <a:pt x="12" y="7"/>
                    <a:pt x="18" y="10"/>
                  </a:cubicBezTo>
                  <a:cubicBezTo>
                    <a:pt x="23" y="12"/>
                    <a:pt x="29" y="14"/>
                    <a:pt x="34" y="16"/>
                  </a:cubicBezTo>
                  <a:cubicBezTo>
                    <a:pt x="44" y="20"/>
                    <a:pt x="54" y="25"/>
                    <a:pt x="65" y="24"/>
                  </a:cubicBezTo>
                  <a:cubicBezTo>
                    <a:pt x="63" y="19"/>
                    <a:pt x="61" y="13"/>
                    <a:pt x="58" y="8"/>
                  </a:cubicBezTo>
                  <a:cubicBezTo>
                    <a:pt x="54" y="3"/>
                    <a:pt x="45" y="2"/>
                    <a:pt x="39" y="2"/>
                  </a:cubicBezTo>
                  <a:cubicBezTo>
                    <a:pt x="31" y="2"/>
                    <a:pt x="23" y="1"/>
                    <a:pt x="15" y="2"/>
                  </a:cubicBezTo>
                  <a:cubicBezTo>
                    <a:pt x="10" y="2"/>
                    <a:pt x="7" y="2"/>
                    <a:pt x="2" y="1"/>
                  </a:cubicBezTo>
                </a:path>
              </a:pathLst>
            </a:custGeom>
            <a:solidFill>
              <a:srgbClr val="8888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074" name="Freeform 693">
              <a:extLst>
                <a:ext uri="{FF2B5EF4-FFF2-40B4-BE49-F238E27FC236}">
                  <a16:creationId xmlns:a16="http://schemas.microsoft.com/office/drawing/2014/main" id="{195327FE-4325-47B8-A9E1-4481A951BA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0" y="2291"/>
              <a:ext cx="119" cy="110"/>
            </a:xfrm>
            <a:custGeom>
              <a:avLst/>
              <a:gdLst>
                <a:gd name="T0" fmla="*/ 5 w 76"/>
                <a:gd name="T1" fmla="*/ 263 h 71"/>
                <a:gd name="T2" fmla="*/ 61 w 76"/>
                <a:gd name="T3" fmla="*/ 242 h 71"/>
                <a:gd name="T4" fmla="*/ 121 w 76"/>
                <a:gd name="T5" fmla="*/ 211 h 71"/>
                <a:gd name="T6" fmla="*/ 191 w 76"/>
                <a:gd name="T7" fmla="*/ 153 h 71"/>
                <a:gd name="T8" fmla="*/ 252 w 76"/>
                <a:gd name="T9" fmla="*/ 70 h 71"/>
                <a:gd name="T10" fmla="*/ 287 w 76"/>
                <a:gd name="T11" fmla="*/ 0 h 71"/>
                <a:gd name="T12" fmla="*/ 243 w 76"/>
                <a:gd name="T13" fmla="*/ 36 h 71"/>
                <a:gd name="T14" fmla="*/ 172 w 76"/>
                <a:gd name="T15" fmla="*/ 87 h 71"/>
                <a:gd name="T16" fmla="*/ 103 w 76"/>
                <a:gd name="T17" fmla="*/ 141 h 71"/>
                <a:gd name="T18" fmla="*/ 49 w 76"/>
                <a:gd name="T19" fmla="*/ 170 h 71"/>
                <a:gd name="T20" fmla="*/ 0 w 76"/>
                <a:gd name="T21" fmla="*/ 263 h 7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6" h="71">
                  <a:moveTo>
                    <a:pt x="1" y="71"/>
                  </a:moveTo>
                  <a:cubicBezTo>
                    <a:pt x="6" y="70"/>
                    <a:pt x="12" y="67"/>
                    <a:pt x="16" y="65"/>
                  </a:cubicBezTo>
                  <a:cubicBezTo>
                    <a:pt x="22" y="62"/>
                    <a:pt x="27" y="60"/>
                    <a:pt x="31" y="57"/>
                  </a:cubicBezTo>
                  <a:cubicBezTo>
                    <a:pt x="38" y="52"/>
                    <a:pt x="44" y="46"/>
                    <a:pt x="50" y="41"/>
                  </a:cubicBezTo>
                  <a:cubicBezTo>
                    <a:pt x="57" y="35"/>
                    <a:pt x="62" y="27"/>
                    <a:pt x="66" y="19"/>
                  </a:cubicBezTo>
                  <a:cubicBezTo>
                    <a:pt x="69" y="14"/>
                    <a:pt x="76" y="6"/>
                    <a:pt x="75" y="0"/>
                  </a:cubicBezTo>
                  <a:cubicBezTo>
                    <a:pt x="71" y="0"/>
                    <a:pt x="66" y="8"/>
                    <a:pt x="63" y="10"/>
                  </a:cubicBezTo>
                  <a:cubicBezTo>
                    <a:pt x="57" y="14"/>
                    <a:pt x="51" y="18"/>
                    <a:pt x="45" y="23"/>
                  </a:cubicBezTo>
                  <a:cubicBezTo>
                    <a:pt x="39" y="29"/>
                    <a:pt x="33" y="33"/>
                    <a:pt x="27" y="38"/>
                  </a:cubicBezTo>
                  <a:cubicBezTo>
                    <a:pt x="23" y="41"/>
                    <a:pt x="17" y="43"/>
                    <a:pt x="13" y="46"/>
                  </a:cubicBezTo>
                  <a:cubicBezTo>
                    <a:pt x="6" y="52"/>
                    <a:pt x="1" y="63"/>
                    <a:pt x="0" y="71"/>
                  </a:cubicBezTo>
                </a:path>
              </a:pathLst>
            </a:custGeom>
            <a:solidFill>
              <a:srgbClr val="8888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075" name="Freeform 694">
              <a:extLst>
                <a:ext uri="{FF2B5EF4-FFF2-40B4-BE49-F238E27FC236}">
                  <a16:creationId xmlns:a16="http://schemas.microsoft.com/office/drawing/2014/main" id="{8556705E-50D7-4CCB-9659-41335FA05D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3" y="2188"/>
              <a:ext cx="17" cy="68"/>
            </a:xfrm>
            <a:custGeom>
              <a:avLst/>
              <a:gdLst>
                <a:gd name="T0" fmla="*/ 34 w 11"/>
                <a:gd name="T1" fmla="*/ 0 h 44"/>
                <a:gd name="T2" fmla="*/ 19 w 11"/>
                <a:gd name="T3" fmla="*/ 56 h 44"/>
                <a:gd name="T4" fmla="*/ 8 w 11"/>
                <a:gd name="T5" fmla="*/ 102 h 44"/>
                <a:gd name="T6" fmla="*/ 12 w 11"/>
                <a:gd name="T7" fmla="*/ 162 h 44"/>
                <a:gd name="T8" fmla="*/ 34 w 11"/>
                <a:gd name="T9" fmla="*/ 56 h 44"/>
                <a:gd name="T10" fmla="*/ 34 w 11"/>
                <a:gd name="T11" fmla="*/ 5 h 4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" h="44">
                  <a:moveTo>
                    <a:pt x="9" y="0"/>
                  </a:moveTo>
                  <a:cubicBezTo>
                    <a:pt x="6" y="4"/>
                    <a:pt x="6" y="11"/>
                    <a:pt x="5" y="15"/>
                  </a:cubicBezTo>
                  <a:cubicBezTo>
                    <a:pt x="4" y="19"/>
                    <a:pt x="3" y="24"/>
                    <a:pt x="2" y="28"/>
                  </a:cubicBezTo>
                  <a:cubicBezTo>
                    <a:pt x="2" y="31"/>
                    <a:pt x="0" y="43"/>
                    <a:pt x="3" y="44"/>
                  </a:cubicBezTo>
                  <a:cubicBezTo>
                    <a:pt x="2" y="35"/>
                    <a:pt x="7" y="25"/>
                    <a:pt x="9" y="15"/>
                  </a:cubicBezTo>
                  <a:cubicBezTo>
                    <a:pt x="9" y="11"/>
                    <a:pt x="11" y="5"/>
                    <a:pt x="9" y="1"/>
                  </a:cubicBezTo>
                </a:path>
              </a:pathLst>
            </a:custGeom>
            <a:solidFill>
              <a:srgbClr val="8888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076" name="Freeform 695">
              <a:extLst>
                <a:ext uri="{FF2B5EF4-FFF2-40B4-BE49-F238E27FC236}">
                  <a16:creationId xmlns:a16="http://schemas.microsoft.com/office/drawing/2014/main" id="{D49C6AE3-264D-4DDC-81B4-FAC7BA8D72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3" y="2208"/>
              <a:ext cx="21" cy="65"/>
            </a:xfrm>
            <a:custGeom>
              <a:avLst/>
              <a:gdLst>
                <a:gd name="T0" fmla="*/ 42 w 13"/>
                <a:gd name="T1" fmla="*/ 0 h 42"/>
                <a:gd name="T2" fmla="*/ 21 w 13"/>
                <a:gd name="T3" fmla="*/ 152 h 42"/>
                <a:gd name="T4" fmla="*/ 42 w 13"/>
                <a:gd name="T5" fmla="*/ 60 h 42"/>
                <a:gd name="T6" fmla="*/ 42 w 13"/>
                <a:gd name="T7" fmla="*/ 5 h 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42">
                  <a:moveTo>
                    <a:pt x="10" y="0"/>
                  </a:moveTo>
                  <a:cubicBezTo>
                    <a:pt x="9" y="2"/>
                    <a:pt x="0" y="41"/>
                    <a:pt x="5" y="41"/>
                  </a:cubicBezTo>
                  <a:cubicBezTo>
                    <a:pt x="7" y="42"/>
                    <a:pt x="9" y="18"/>
                    <a:pt x="10" y="16"/>
                  </a:cubicBezTo>
                  <a:cubicBezTo>
                    <a:pt x="10" y="12"/>
                    <a:pt x="13" y="4"/>
                    <a:pt x="10" y="1"/>
                  </a:cubicBezTo>
                </a:path>
              </a:pathLst>
            </a:custGeom>
            <a:solidFill>
              <a:srgbClr val="8888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077" name="Freeform 696">
              <a:extLst>
                <a:ext uri="{FF2B5EF4-FFF2-40B4-BE49-F238E27FC236}">
                  <a16:creationId xmlns:a16="http://schemas.microsoft.com/office/drawing/2014/main" id="{6814AF44-6DF9-4D1E-8B9A-277BC1E5CF8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0" y="2228"/>
              <a:ext cx="6" cy="66"/>
            </a:xfrm>
            <a:custGeom>
              <a:avLst/>
              <a:gdLst>
                <a:gd name="T0" fmla="*/ 5 w 4"/>
                <a:gd name="T1" fmla="*/ 0 h 42"/>
                <a:gd name="T2" fmla="*/ 5 w 4"/>
                <a:gd name="T3" fmla="*/ 60 h 42"/>
                <a:gd name="T4" fmla="*/ 0 w 4"/>
                <a:gd name="T5" fmla="*/ 113 h 42"/>
                <a:gd name="T6" fmla="*/ 0 w 4"/>
                <a:gd name="T7" fmla="*/ 143 h 42"/>
                <a:gd name="T8" fmla="*/ 8 w 4"/>
                <a:gd name="T9" fmla="*/ 156 h 42"/>
                <a:gd name="T10" fmla="*/ 12 w 4"/>
                <a:gd name="T11" fmla="*/ 116 h 42"/>
                <a:gd name="T12" fmla="*/ 12 w 4"/>
                <a:gd name="T13" fmla="*/ 61 h 42"/>
                <a:gd name="T14" fmla="*/ 12 w 4"/>
                <a:gd name="T15" fmla="*/ 27 h 42"/>
                <a:gd name="T16" fmla="*/ 8 w 4"/>
                <a:gd name="T17" fmla="*/ 8 h 4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" h="42">
                  <a:moveTo>
                    <a:pt x="1" y="0"/>
                  </a:moveTo>
                  <a:cubicBezTo>
                    <a:pt x="0" y="5"/>
                    <a:pt x="1" y="10"/>
                    <a:pt x="1" y="15"/>
                  </a:cubicBezTo>
                  <a:cubicBezTo>
                    <a:pt x="1" y="20"/>
                    <a:pt x="0" y="25"/>
                    <a:pt x="0" y="29"/>
                  </a:cubicBezTo>
                  <a:cubicBezTo>
                    <a:pt x="0" y="32"/>
                    <a:pt x="0" y="34"/>
                    <a:pt x="0" y="37"/>
                  </a:cubicBezTo>
                  <a:cubicBezTo>
                    <a:pt x="0" y="38"/>
                    <a:pt x="0" y="42"/>
                    <a:pt x="2" y="40"/>
                  </a:cubicBezTo>
                  <a:cubicBezTo>
                    <a:pt x="3" y="38"/>
                    <a:pt x="3" y="32"/>
                    <a:pt x="3" y="30"/>
                  </a:cubicBezTo>
                  <a:cubicBezTo>
                    <a:pt x="4" y="25"/>
                    <a:pt x="3" y="21"/>
                    <a:pt x="3" y="16"/>
                  </a:cubicBezTo>
                  <a:cubicBezTo>
                    <a:pt x="3" y="13"/>
                    <a:pt x="4" y="10"/>
                    <a:pt x="3" y="7"/>
                  </a:cubicBezTo>
                  <a:cubicBezTo>
                    <a:pt x="3" y="6"/>
                    <a:pt x="2" y="4"/>
                    <a:pt x="2" y="2"/>
                  </a:cubicBezTo>
                </a:path>
              </a:pathLst>
            </a:custGeom>
            <a:solidFill>
              <a:srgbClr val="8888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078" name="Freeform 697">
              <a:extLst>
                <a:ext uri="{FF2B5EF4-FFF2-40B4-BE49-F238E27FC236}">
                  <a16:creationId xmlns:a16="http://schemas.microsoft.com/office/drawing/2014/main" id="{A39567EC-AE73-4C2A-93E9-D3D8A8C6B5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8" y="2236"/>
              <a:ext cx="19" cy="36"/>
            </a:xfrm>
            <a:custGeom>
              <a:avLst/>
              <a:gdLst>
                <a:gd name="T0" fmla="*/ 13 w 12"/>
                <a:gd name="T1" fmla="*/ 0 h 23"/>
                <a:gd name="T2" fmla="*/ 25 w 12"/>
                <a:gd name="T3" fmla="*/ 14 h 23"/>
                <a:gd name="T4" fmla="*/ 33 w 12"/>
                <a:gd name="T5" fmla="*/ 39 h 23"/>
                <a:gd name="T6" fmla="*/ 25 w 12"/>
                <a:gd name="T7" fmla="*/ 66 h 23"/>
                <a:gd name="T8" fmla="*/ 0 w 12"/>
                <a:gd name="T9" fmla="*/ 83 h 23"/>
                <a:gd name="T10" fmla="*/ 43 w 12"/>
                <a:gd name="T11" fmla="*/ 42 h 23"/>
                <a:gd name="T12" fmla="*/ 33 w 12"/>
                <a:gd name="T13" fmla="*/ 14 h 23"/>
                <a:gd name="T14" fmla="*/ 5 w 12"/>
                <a:gd name="T15" fmla="*/ 5 h 2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" h="23">
                  <a:moveTo>
                    <a:pt x="3" y="0"/>
                  </a:moveTo>
                  <a:cubicBezTo>
                    <a:pt x="3" y="1"/>
                    <a:pt x="5" y="3"/>
                    <a:pt x="6" y="4"/>
                  </a:cubicBezTo>
                  <a:cubicBezTo>
                    <a:pt x="8" y="6"/>
                    <a:pt x="8" y="8"/>
                    <a:pt x="8" y="10"/>
                  </a:cubicBezTo>
                  <a:cubicBezTo>
                    <a:pt x="8" y="13"/>
                    <a:pt x="8" y="15"/>
                    <a:pt x="6" y="17"/>
                  </a:cubicBezTo>
                  <a:cubicBezTo>
                    <a:pt x="4" y="19"/>
                    <a:pt x="1" y="20"/>
                    <a:pt x="0" y="22"/>
                  </a:cubicBezTo>
                  <a:cubicBezTo>
                    <a:pt x="6" y="23"/>
                    <a:pt x="12" y="17"/>
                    <a:pt x="11" y="11"/>
                  </a:cubicBezTo>
                  <a:cubicBezTo>
                    <a:pt x="11" y="8"/>
                    <a:pt x="10" y="6"/>
                    <a:pt x="8" y="4"/>
                  </a:cubicBezTo>
                  <a:cubicBezTo>
                    <a:pt x="6" y="2"/>
                    <a:pt x="3" y="2"/>
                    <a:pt x="1" y="1"/>
                  </a:cubicBezTo>
                </a:path>
              </a:pathLst>
            </a:custGeom>
            <a:solidFill>
              <a:srgbClr val="8888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079" name="Freeform 698">
              <a:extLst>
                <a:ext uri="{FF2B5EF4-FFF2-40B4-BE49-F238E27FC236}">
                  <a16:creationId xmlns:a16="http://schemas.microsoft.com/office/drawing/2014/main" id="{8AA7A942-CB8C-4A1A-9FC1-5B3250518BC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7" y="2217"/>
              <a:ext cx="18" cy="55"/>
            </a:xfrm>
            <a:custGeom>
              <a:avLst/>
              <a:gdLst>
                <a:gd name="T0" fmla="*/ 5 w 11"/>
                <a:gd name="T1" fmla="*/ 0 h 35"/>
                <a:gd name="T2" fmla="*/ 34 w 11"/>
                <a:gd name="T3" fmla="*/ 74 h 35"/>
                <a:gd name="T4" fmla="*/ 43 w 11"/>
                <a:gd name="T5" fmla="*/ 135 h 35"/>
                <a:gd name="T6" fmla="*/ 18 w 11"/>
                <a:gd name="T7" fmla="*/ 66 h 35"/>
                <a:gd name="T8" fmla="*/ 0 w 11"/>
                <a:gd name="T9" fmla="*/ 8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35">
                  <a:moveTo>
                    <a:pt x="1" y="0"/>
                  </a:moveTo>
                  <a:cubicBezTo>
                    <a:pt x="5" y="5"/>
                    <a:pt x="6" y="13"/>
                    <a:pt x="8" y="19"/>
                  </a:cubicBezTo>
                  <a:cubicBezTo>
                    <a:pt x="9" y="24"/>
                    <a:pt x="11" y="30"/>
                    <a:pt x="10" y="35"/>
                  </a:cubicBezTo>
                  <a:cubicBezTo>
                    <a:pt x="7" y="30"/>
                    <a:pt x="6" y="24"/>
                    <a:pt x="4" y="17"/>
                  </a:cubicBezTo>
                  <a:cubicBezTo>
                    <a:pt x="2" y="13"/>
                    <a:pt x="2" y="6"/>
                    <a:pt x="0" y="2"/>
                  </a:cubicBezTo>
                </a:path>
              </a:pathLst>
            </a:custGeom>
            <a:solidFill>
              <a:srgbClr val="8888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080" name="Freeform 699">
              <a:extLst>
                <a:ext uri="{FF2B5EF4-FFF2-40B4-BE49-F238E27FC236}">
                  <a16:creationId xmlns:a16="http://schemas.microsoft.com/office/drawing/2014/main" id="{83152E25-B355-467E-8ADD-A251A98FFF7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1" y="2200"/>
              <a:ext cx="17" cy="59"/>
            </a:xfrm>
            <a:custGeom>
              <a:avLst/>
              <a:gdLst>
                <a:gd name="T0" fmla="*/ 0 w 11"/>
                <a:gd name="T1" fmla="*/ 0 h 38"/>
                <a:gd name="T2" fmla="*/ 12 w 11"/>
                <a:gd name="T3" fmla="*/ 22 h 38"/>
                <a:gd name="T4" fmla="*/ 29 w 11"/>
                <a:gd name="T5" fmla="*/ 79 h 38"/>
                <a:gd name="T6" fmla="*/ 40 w 11"/>
                <a:gd name="T7" fmla="*/ 143 h 38"/>
                <a:gd name="T8" fmla="*/ 12 w 11"/>
                <a:gd name="T9" fmla="*/ 53 h 38"/>
                <a:gd name="T10" fmla="*/ 5 w 11"/>
                <a:gd name="T11" fmla="*/ 26 h 38"/>
                <a:gd name="T12" fmla="*/ 0 w 11"/>
                <a:gd name="T13" fmla="*/ 5 h 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" h="38">
                  <a:moveTo>
                    <a:pt x="0" y="0"/>
                  </a:moveTo>
                  <a:cubicBezTo>
                    <a:pt x="1" y="1"/>
                    <a:pt x="2" y="4"/>
                    <a:pt x="3" y="6"/>
                  </a:cubicBezTo>
                  <a:cubicBezTo>
                    <a:pt x="5" y="11"/>
                    <a:pt x="7" y="16"/>
                    <a:pt x="8" y="21"/>
                  </a:cubicBezTo>
                  <a:cubicBezTo>
                    <a:pt x="9" y="26"/>
                    <a:pt x="11" y="32"/>
                    <a:pt x="11" y="38"/>
                  </a:cubicBezTo>
                  <a:cubicBezTo>
                    <a:pt x="7" y="30"/>
                    <a:pt x="5" y="22"/>
                    <a:pt x="3" y="14"/>
                  </a:cubicBezTo>
                  <a:cubicBezTo>
                    <a:pt x="2" y="11"/>
                    <a:pt x="1" y="9"/>
                    <a:pt x="1" y="7"/>
                  </a:cubicBezTo>
                  <a:cubicBezTo>
                    <a:pt x="0" y="5"/>
                    <a:pt x="0" y="3"/>
                    <a:pt x="0" y="1"/>
                  </a:cubicBezTo>
                </a:path>
              </a:pathLst>
            </a:custGeom>
            <a:solidFill>
              <a:srgbClr val="8888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081" name="Freeform 700">
              <a:extLst>
                <a:ext uri="{FF2B5EF4-FFF2-40B4-BE49-F238E27FC236}">
                  <a16:creationId xmlns:a16="http://schemas.microsoft.com/office/drawing/2014/main" id="{489F3531-993D-4455-8026-15EB6A4BE5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6" y="2180"/>
              <a:ext cx="16" cy="56"/>
            </a:xfrm>
            <a:custGeom>
              <a:avLst/>
              <a:gdLst>
                <a:gd name="T0" fmla="*/ 5 w 10"/>
                <a:gd name="T1" fmla="*/ 0 h 36"/>
                <a:gd name="T2" fmla="*/ 34 w 10"/>
                <a:gd name="T3" fmla="*/ 87 h 36"/>
                <a:gd name="T4" fmla="*/ 35 w 10"/>
                <a:gd name="T5" fmla="*/ 121 h 36"/>
                <a:gd name="T6" fmla="*/ 42 w 10"/>
                <a:gd name="T7" fmla="*/ 135 h 36"/>
                <a:gd name="T8" fmla="*/ 13 w 10"/>
                <a:gd name="T9" fmla="*/ 68 h 36"/>
                <a:gd name="T10" fmla="*/ 5 w 10"/>
                <a:gd name="T11" fmla="*/ 30 h 36"/>
                <a:gd name="T12" fmla="*/ 0 w 10"/>
                <a:gd name="T13" fmla="*/ 5 h 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" h="36">
                  <a:moveTo>
                    <a:pt x="1" y="0"/>
                  </a:moveTo>
                  <a:cubicBezTo>
                    <a:pt x="4" y="7"/>
                    <a:pt x="6" y="15"/>
                    <a:pt x="8" y="23"/>
                  </a:cubicBezTo>
                  <a:cubicBezTo>
                    <a:pt x="8" y="26"/>
                    <a:pt x="9" y="29"/>
                    <a:pt x="9" y="32"/>
                  </a:cubicBezTo>
                  <a:cubicBezTo>
                    <a:pt x="9" y="33"/>
                    <a:pt x="9" y="35"/>
                    <a:pt x="10" y="36"/>
                  </a:cubicBezTo>
                  <a:cubicBezTo>
                    <a:pt x="6" y="31"/>
                    <a:pt x="5" y="24"/>
                    <a:pt x="3" y="18"/>
                  </a:cubicBezTo>
                  <a:cubicBezTo>
                    <a:pt x="2" y="15"/>
                    <a:pt x="2" y="11"/>
                    <a:pt x="1" y="8"/>
                  </a:cubicBezTo>
                  <a:cubicBezTo>
                    <a:pt x="1" y="6"/>
                    <a:pt x="0" y="3"/>
                    <a:pt x="0" y="1"/>
                  </a:cubicBezTo>
                </a:path>
              </a:pathLst>
            </a:custGeom>
            <a:solidFill>
              <a:srgbClr val="8888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082" name="Freeform 701">
              <a:extLst>
                <a:ext uri="{FF2B5EF4-FFF2-40B4-BE49-F238E27FC236}">
                  <a16:creationId xmlns:a16="http://schemas.microsoft.com/office/drawing/2014/main" id="{F31EFF3E-9693-498B-B3FE-B24D40B7FD5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1" y="2273"/>
              <a:ext cx="18" cy="83"/>
            </a:xfrm>
            <a:custGeom>
              <a:avLst/>
              <a:gdLst>
                <a:gd name="T0" fmla="*/ 0 w 12"/>
                <a:gd name="T1" fmla="*/ 0 h 53"/>
                <a:gd name="T2" fmla="*/ 21 w 12"/>
                <a:gd name="T3" fmla="*/ 135 h 53"/>
                <a:gd name="T4" fmla="*/ 27 w 12"/>
                <a:gd name="T5" fmla="*/ 182 h 53"/>
                <a:gd name="T6" fmla="*/ 32 w 12"/>
                <a:gd name="T7" fmla="*/ 204 h 53"/>
                <a:gd name="T8" fmla="*/ 41 w 12"/>
                <a:gd name="T9" fmla="*/ 199 h 53"/>
                <a:gd name="T10" fmla="*/ 32 w 12"/>
                <a:gd name="T11" fmla="*/ 122 h 53"/>
                <a:gd name="T12" fmla="*/ 21 w 12"/>
                <a:gd name="T13" fmla="*/ 53 h 53"/>
                <a:gd name="T14" fmla="*/ 0 w 12"/>
                <a:gd name="T15" fmla="*/ 0 h 5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" h="53">
                  <a:moveTo>
                    <a:pt x="0" y="0"/>
                  </a:moveTo>
                  <a:cubicBezTo>
                    <a:pt x="3" y="12"/>
                    <a:pt x="3" y="24"/>
                    <a:pt x="6" y="35"/>
                  </a:cubicBezTo>
                  <a:cubicBezTo>
                    <a:pt x="7" y="39"/>
                    <a:pt x="8" y="43"/>
                    <a:pt x="8" y="47"/>
                  </a:cubicBezTo>
                  <a:cubicBezTo>
                    <a:pt x="8" y="49"/>
                    <a:pt x="8" y="51"/>
                    <a:pt x="9" y="53"/>
                  </a:cubicBezTo>
                  <a:cubicBezTo>
                    <a:pt x="10" y="52"/>
                    <a:pt x="11" y="52"/>
                    <a:pt x="12" y="52"/>
                  </a:cubicBezTo>
                  <a:cubicBezTo>
                    <a:pt x="11" y="46"/>
                    <a:pt x="9" y="39"/>
                    <a:pt x="9" y="32"/>
                  </a:cubicBezTo>
                  <a:cubicBezTo>
                    <a:pt x="8" y="26"/>
                    <a:pt x="7" y="20"/>
                    <a:pt x="6" y="14"/>
                  </a:cubicBezTo>
                  <a:cubicBezTo>
                    <a:pt x="5" y="10"/>
                    <a:pt x="3" y="4"/>
                    <a:pt x="0" y="0"/>
                  </a:cubicBezTo>
                </a:path>
              </a:pathLst>
            </a:custGeom>
            <a:solidFill>
              <a:srgbClr val="8888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083" name="Freeform 702">
              <a:extLst>
                <a:ext uri="{FF2B5EF4-FFF2-40B4-BE49-F238E27FC236}">
                  <a16:creationId xmlns:a16="http://schemas.microsoft.com/office/drawing/2014/main" id="{F97E5757-02D8-45A0-91CC-43D8A55CBD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8" y="3077"/>
              <a:ext cx="149" cy="801"/>
            </a:xfrm>
            <a:custGeom>
              <a:avLst/>
              <a:gdLst>
                <a:gd name="T0" fmla="*/ 66 w 95"/>
                <a:gd name="T1" fmla="*/ 47 h 515"/>
                <a:gd name="T2" fmla="*/ 60 w 95"/>
                <a:gd name="T3" fmla="*/ 34 h 515"/>
                <a:gd name="T4" fmla="*/ 66 w 95"/>
                <a:gd name="T5" fmla="*/ 353 h 515"/>
                <a:gd name="T6" fmla="*/ 49 w 95"/>
                <a:gd name="T7" fmla="*/ 617 h 515"/>
                <a:gd name="T8" fmla="*/ 55 w 95"/>
                <a:gd name="T9" fmla="*/ 841 h 515"/>
                <a:gd name="T10" fmla="*/ 88 w 95"/>
                <a:gd name="T11" fmla="*/ 1072 h 515"/>
                <a:gd name="T12" fmla="*/ 14 w 95"/>
                <a:gd name="T13" fmla="*/ 1619 h 515"/>
                <a:gd name="T14" fmla="*/ 8 w 95"/>
                <a:gd name="T15" fmla="*/ 1815 h 515"/>
                <a:gd name="T16" fmla="*/ 74 w 95"/>
                <a:gd name="T17" fmla="*/ 1908 h 515"/>
                <a:gd name="T18" fmla="*/ 212 w 95"/>
                <a:gd name="T19" fmla="*/ 1933 h 515"/>
                <a:gd name="T20" fmla="*/ 367 w 95"/>
                <a:gd name="T21" fmla="*/ 1904 h 515"/>
                <a:gd name="T22" fmla="*/ 196 w 95"/>
                <a:gd name="T23" fmla="*/ 1815 h 515"/>
                <a:gd name="T24" fmla="*/ 177 w 95"/>
                <a:gd name="T25" fmla="*/ 1647 h 515"/>
                <a:gd name="T26" fmla="*/ 143 w 95"/>
                <a:gd name="T27" fmla="*/ 1577 h 515"/>
                <a:gd name="T28" fmla="*/ 143 w 95"/>
                <a:gd name="T29" fmla="*/ 1478 h 515"/>
                <a:gd name="T30" fmla="*/ 151 w 95"/>
                <a:gd name="T31" fmla="*/ 1215 h 515"/>
                <a:gd name="T32" fmla="*/ 165 w 95"/>
                <a:gd name="T33" fmla="*/ 929 h 515"/>
                <a:gd name="T34" fmla="*/ 108 w 95"/>
                <a:gd name="T35" fmla="*/ 706 h 515"/>
                <a:gd name="T36" fmla="*/ 130 w 95"/>
                <a:gd name="T37" fmla="*/ 523 h 515"/>
                <a:gd name="T38" fmla="*/ 138 w 95"/>
                <a:gd name="T39" fmla="*/ 300 h 515"/>
                <a:gd name="T40" fmla="*/ 174 w 95"/>
                <a:gd name="T41" fmla="*/ 149 h 515"/>
                <a:gd name="T42" fmla="*/ 66 w 95"/>
                <a:gd name="T43" fmla="*/ 0 h 515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95" h="515">
                  <a:moveTo>
                    <a:pt x="17" y="12"/>
                  </a:moveTo>
                  <a:cubicBezTo>
                    <a:pt x="16" y="11"/>
                    <a:pt x="16" y="9"/>
                    <a:pt x="15" y="9"/>
                  </a:cubicBezTo>
                  <a:cubicBezTo>
                    <a:pt x="22" y="34"/>
                    <a:pt x="18" y="67"/>
                    <a:pt x="17" y="94"/>
                  </a:cubicBezTo>
                  <a:cubicBezTo>
                    <a:pt x="16" y="117"/>
                    <a:pt x="15" y="141"/>
                    <a:pt x="13" y="164"/>
                  </a:cubicBezTo>
                  <a:cubicBezTo>
                    <a:pt x="11" y="185"/>
                    <a:pt x="8" y="203"/>
                    <a:pt x="14" y="224"/>
                  </a:cubicBezTo>
                  <a:cubicBezTo>
                    <a:pt x="20" y="243"/>
                    <a:pt x="24" y="265"/>
                    <a:pt x="23" y="285"/>
                  </a:cubicBezTo>
                  <a:cubicBezTo>
                    <a:pt x="22" y="333"/>
                    <a:pt x="8" y="382"/>
                    <a:pt x="4" y="430"/>
                  </a:cubicBezTo>
                  <a:cubicBezTo>
                    <a:pt x="2" y="447"/>
                    <a:pt x="4" y="465"/>
                    <a:pt x="2" y="482"/>
                  </a:cubicBezTo>
                  <a:cubicBezTo>
                    <a:pt x="0" y="503"/>
                    <a:pt x="1" y="502"/>
                    <a:pt x="19" y="507"/>
                  </a:cubicBezTo>
                  <a:cubicBezTo>
                    <a:pt x="31" y="510"/>
                    <a:pt x="42" y="514"/>
                    <a:pt x="55" y="514"/>
                  </a:cubicBezTo>
                  <a:cubicBezTo>
                    <a:pt x="70" y="515"/>
                    <a:pt x="81" y="508"/>
                    <a:pt x="95" y="506"/>
                  </a:cubicBezTo>
                  <a:cubicBezTo>
                    <a:pt x="81" y="497"/>
                    <a:pt x="64" y="495"/>
                    <a:pt x="51" y="482"/>
                  </a:cubicBezTo>
                  <a:cubicBezTo>
                    <a:pt x="31" y="464"/>
                    <a:pt x="47" y="460"/>
                    <a:pt x="46" y="438"/>
                  </a:cubicBezTo>
                  <a:cubicBezTo>
                    <a:pt x="46" y="430"/>
                    <a:pt x="39" y="425"/>
                    <a:pt x="37" y="419"/>
                  </a:cubicBezTo>
                  <a:cubicBezTo>
                    <a:pt x="33" y="408"/>
                    <a:pt x="36" y="403"/>
                    <a:pt x="37" y="393"/>
                  </a:cubicBezTo>
                  <a:cubicBezTo>
                    <a:pt x="39" y="370"/>
                    <a:pt x="37" y="346"/>
                    <a:pt x="39" y="323"/>
                  </a:cubicBezTo>
                  <a:cubicBezTo>
                    <a:pt x="41" y="298"/>
                    <a:pt x="45" y="272"/>
                    <a:pt x="43" y="247"/>
                  </a:cubicBezTo>
                  <a:cubicBezTo>
                    <a:pt x="40" y="227"/>
                    <a:pt x="30" y="208"/>
                    <a:pt x="28" y="188"/>
                  </a:cubicBezTo>
                  <a:cubicBezTo>
                    <a:pt x="26" y="171"/>
                    <a:pt x="32" y="156"/>
                    <a:pt x="34" y="139"/>
                  </a:cubicBezTo>
                  <a:cubicBezTo>
                    <a:pt x="35" y="121"/>
                    <a:pt x="29" y="97"/>
                    <a:pt x="36" y="80"/>
                  </a:cubicBezTo>
                  <a:cubicBezTo>
                    <a:pt x="43" y="63"/>
                    <a:pt x="55" y="61"/>
                    <a:pt x="45" y="40"/>
                  </a:cubicBezTo>
                  <a:cubicBezTo>
                    <a:pt x="38" y="26"/>
                    <a:pt x="28" y="10"/>
                    <a:pt x="17" y="0"/>
                  </a:cubicBezTo>
                </a:path>
              </a:pathLst>
            </a:custGeom>
            <a:solidFill>
              <a:srgbClr val="8888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084" name="Freeform 703">
              <a:extLst>
                <a:ext uri="{FF2B5EF4-FFF2-40B4-BE49-F238E27FC236}">
                  <a16:creationId xmlns:a16="http://schemas.microsoft.com/office/drawing/2014/main" id="{A9D1F4DB-5BA3-4E1B-B7B8-2FB20FEF69F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6" y="3659"/>
              <a:ext cx="69" cy="229"/>
            </a:xfrm>
            <a:custGeom>
              <a:avLst/>
              <a:gdLst>
                <a:gd name="T0" fmla="*/ 169 w 44"/>
                <a:gd name="T1" fmla="*/ 0 h 147"/>
                <a:gd name="T2" fmla="*/ 143 w 44"/>
                <a:gd name="T3" fmla="*/ 226 h 147"/>
                <a:gd name="T4" fmla="*/ 138 w 44"/>
                <a:gd name="T5" fmla="*/ 318 h 147"/>
                <a:gd name="T6" fmla="*/ 143 w 44"/>
                <a:gd name="T7" fmla="*/ 371 h 147"/>
                <a:gd name="T8" fmla="*/ 129 w 44"/>
                <a:gd name="T9" fmla="*/ 480 h 147"/>
                <a:gd name="T10" fmla="*/ 138 w 44"/>
                <a:gd name="T11" fmla="*/ 527 h 147"/>
                <a:gd name="T12" fmla="*/ 100 w 44"/>
                <a:gd name="T13" fmla="*/ 544 h 147"/>
                <a:gd name="T14" fmla="*/ 55 w 44"/>
                <a:gd name="T15" fmla="*/ 551 h 147"/>
                <a:gd name="T16" fmla="*/ 0 w 44"/>
                <a:gd name="T17" fmla="*/ 551 h 147"/>
                <a:gd name="T18" fmla="*/ 61 w 44"/>
                <a:gd name="T19" fmla="*/ 483 h 147"/>
                <a:gd name="T20" fmla="*/ 94 w 44"/>
                <a:gd name="T21" fmla="*/ 382 h 147"/>
                <a:gd name="T22" fmla="*/ 122 w 44"/>
                <a:gd name="T23" fmla="*/ 190 h 147"/>
                <a:gd name="T24" fmla="*/ 163 w 44"/>
                <a:gd name="T25" fmla="*/ 0 h 14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4" h="147">
                  <a:moveTo>
                    <a:pt x="44" y="0"/>
                  </a:moveTo>
                  <a:cubicBezTo>
                    <a:pt x="44" y="20"/>
                    <a:pt x="38" y="40"/>
                    <a:pt x="37" y="60"/>
                  </a:cubicBezTo>
                  <a:cubicBezTo>
                    <a:pt x="36" y="68"/>
                    <a:pt x="36" y="76"/>
                    <a:pt x="36" y="84"/>
                  </a:cubicBezTo>
                  <a:cubicBezTo>
                    <a:pt x="36" y="89"/>
                    <a:pt x="37" y="93"/>
                    <a:pt x="37" y="98"/>
                  </a:cubicBezTo>
                  <a:cubicBezTo>
                    <a:pt x="37" y="108"/>
                    <a:pt x="31" y="117"/>
                    <a:pt x="33" y="127"/>
                  </a:cubicBezTo>
                  <a:cubicBezTo>
                    <a:pt x="33" y="131"/>
                    <a:pt x="38" y="135"/>
                    <a:pt x="36" y="139"/>
                  </a:cubicBezTo>
                  <a:cubicBezTo>
                    <a:pt x="35" y="143"/>
                    <a:pt x="29" y="143"/>
                    <a:pt x="26" y="144"/>
                  </a:cubicBezTo>
                  <a:cubicBezTo>
                    <a:pt x="22" y="146"/>
                    <a:pt x="19" y="147"/>
                    <a:pt x="14" y="146"/>
                  </a:cubicBezTo>
                  <a:cubicBezTo>
                    <a:pt x="9" y="146"/>
                    <a:pt x="5" y="145"/>
                    <a:pt x="0" y="146"/>
                  </a:cubicBezTo>
                  <a:cubicBezTo>
                    <a:pt x="6" y="140"/>
                    <a:pt x="12" y="134"/>
                    <a:pt x="16" y="128"/>
                  </a:cubicBezTo>
                  <a:cubicBezTo>
                    <a:pt x="22" y="121"/>
                    <a:pt x="23" y="109"/>
                    <a:pt x="24" y="101"/>
                  </a:cubicBezTo>
                  <a:cubicBezTo>
                    <a:pt x="25" y="83"/>
                    <a:pt x="30" y="67"/>
                    <a:pt x="32" y="50"/>
                  </a:cubicBezTo>
                  <a:cubicBezTo>
                    <a:pt x="35" y="33"/>
                    <a:pt x="43" y="17"/>
                    <a:pt x="42" y="0"/>
                  </a:cubicBezTo>
                </a:path>
              </a:pathLst>
            </a:custGeom>
            <a:solidFill>
              <a:srgbClr val="8888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085" name="Freeform 704">
              <a:extLst>
                <a:ext uri="{FF2B5EF4-FFF2-40B4-BE49-F238E27FC236}">
                  <a16:creationId xmlns:a16="http://schemas.microsoft.com/office/drawing/2014/main" id="{CF8FB899-485C-4DD4-8F2F-28811E73161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4" y="3067"/>
              <a:ext cx="193" cy="123"/>
            </a:xfrm>
            <a:custGeom>
              <a:avLst/>
              <a:gdLst>
                <a:gd name="T0" fmla="*/ 0 w 123"/>
                <a:gd name="T1" fmla="*/ 0 h 79"/>
                <a:gd name="T2" fmla="*/ 116 w 123"/>
                <a:gd name="T3" fmla="*/ 107 h 79"/>
                <a:gd name="T4" fmla="*/ 229 w 123"/>
                <a:gd name="T5" fmla="*/ 167 h 79"/>
                <a:gd name="T6" fmla="*/ 463 w 123"/>
                <a:gd name="T7" fmla="*/ 196 h 79"/>
                <a:gd name="T8" fmla="*/ 306 w 123"/>
                <a:gd name="T9" fmla="*/ 283 h 79"/>
                <a:gd name="T10" fmla="*/ 96 w 123"/>
                <a:gd name="T11" fmla="*/ 252 h 79"/>
                <a:gd name="T12" fmla="*/ 0 w 123"/>
                <a:gd name="T13" fmla="*/ 22 h 7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3" h="79">
                  <a:moveTo>
                    <a:pt x="0" y="0"/>
                  </a:moveTo>
                  <a:cubicBezTo>
                    <a:pt x="12" y="4"/>
                    <a:pt x="20" y="21"/>
                    <a:pt x="30" y="28"/>
                  </a:cubicBezTo>
                  <a:cubicBezTo>
                    <a:pt x="38" y="35"/>
                    <a:pt x="49" y="41"/>
                    <a:pt x="59" y="44"/>
                  </a:cubicBezTo>
                  <a:cubicBezTo>
                    <a:pt x="79" y="51"/>
                    <a:pt x="100" y="46"/>
                    <a:pt x="120" y="52"/>
                  </a:cubicBezTo>
                  <a:cubicBezTo>
                    <a:pt x="123" y="67"/>
                    <a:pt x="89" y="75"/>
                    <a:pt x="79" y="75"/>
                  </a:cubicBezTo>
                  <a:cubicBezTo>
                    <a:pt x="61" y="77"/>
                    <a:pt x="40" y="79"/>
                    <a:pt x="25" y="67"/>
                  </a:cubicBezTo>
                  <a:cubicBezTo>
                    <a:pt x="6" y="51"/>
                    <a:pt x="6" y="26"/>
                    <a:pt x="0" y="6"/>
                  </a:cubicBezTo>
                </a:path>
              </a:pathLst>
            </a:custGeom>
            <a:solidFill>
              <a:srgbClr val="8888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086" name="Freeform 705">
              <a:extLst>
                <a:ext uri="{FF2B5EF4-FFF2-40B4-BE49-F238E27FC236}">
                  <a16:creationId xmlns:a16="http://schemas.microsoft.com/office/drawing/2014/main" id="{01EAE942-7BFB-46AA-8CA6-311BE2B8614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6" y="3245"/>
              <a:ext cx="124" cy="45"/>
            </a:xfrm>
            <a:custGeom>
              <a:avLst/>
              <a:gdLst>
                <a:gd name="T0" fmla="*/ 5 w 79"/>
                <a:gd name="T1" fmla="*/ 14 h 29"/>
                <a:gd name="T2" fmla="*/ 182 w 79"/>
                <a:gd name="T3" fmla="*/ 48 h 29"/>
                <a:gd name="T4" fmla="*/ 306 w 79"/>
                <a:gd name="T5" fmla="*/ 5 h 29"/>
                <a:gd name="T6" fmla="*/ 130 w 79"/>
                <a:gd name="T7" fmla="*/ 104 h 29"/>
                <a:gd name="T8" fmla="*/ 39 w 79"/>
                <a:gd name="T9" fmla="*/ 88 h 29"/>
                <a:gd name="T10" fmla="*/ 5 w 79"/>
                <a:gd name="T11" fmla="*/ 48 h 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9" h="29">
                  <a:moveTo>
                    <a:pt x="1" y="4"/>
                  </a:moveTo>
                  <a:cubicBezTo>
                    <a:pt x="10" y="9"/>
                    <a:pt x="34" y="17"/>
                    <a:pt x="47" y="13"/>
                  </a:cubicBezTo>
                  <a:cubicBezTo>
                    <a:pt x="59" y="10"/>
                    <a:pt x="67" y="0"/>
                    <a:pt x="79" y="1"/>
                  </a:cubicBezTo>
                  <a:cubicBezTo>
                    <a:pt x="77" y="17"/>
                    <a:pt x="49" y="26"/>
                    <a:pt x="34" y="28"/>
                  </a:cubicBezTo>
                  <a:cubicBezTo>
                    <a:pt x="27" y="29"/>
                    <a:pt x="17" y="28"/>
                    <a:pt x="10" y="24"/>
                  </a:cubicBezTo>
                  <a:cubicBezTo>
                    <a:pt x="7" y="22"/>
                    <a:pt x="0" y="13"/>
                    <a:pt x="1" y="13"/>
                  </a:cubicBezTo>
                </a:path>
              </a:pathLst>
            </a:custGeom>
            <a:solidFill>
              <a:srgbClr val="8888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087" name="Freeform 706">
              <a:extLst>
                <a:ext uri="{FF2B5EF4-FFF2-40B4-BE49-F238E27FC236}">
                  <a16:creationId xmlns:a16="http://schemas.microsoft.com/office/drawing/2014/main" id="{0A4F475B-3487-46B8-9248-37F933EE36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7" y="3122"/>
              <a:ext cx="120" cy="106"/>
            </a:xfrm>
            <a:custGeom>
              <a:avLst/>
              <a:gdLst>
                <a:gd name="T0" fmla="*/ 8 w 77"/>
                <a:gd name="T1" fmla="*/ 0 h 68"/>
                <a:gd name="T2" fmla="*/ 140 w 77"/>
                <a:gd name="T3" fmla="*/ 175 h 68"/>
                <a:gd name="T4" fmla="*/ 291 w 77"/>
                <a:gd name="T5" fmla="*/ 251 h 68"/>
                <a:gd name="T6" fmla="*/ 117 w 77"/>
                <a:gd name="T7" fmla="*/ 108 h 68"/>
                <a:gd name="T8" fmla="*/ 69 w 77"/>
                <a:gd name="T9" fmla="*/ 42 h 68"/>
                <a:gd name="T10" fmla="*/ 0 w 77"/>
                <a:gd name="T11" fmla="*/ 14 h 6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7" h="68">
                  <a:moveTo>
                    <a:pt x="2" y="0"/>
                  </a:moveTo>
                  <a:cubicBezTo>
                    <a:pt x="19" y="11"/>
                    <a:pt x="24" y="31"/>
                    <a:pt x="37" y="46"/>
                  </a:cubicBezTo>
                  <a:cubicBezTo>
                    <a:pt x="45" y="55"/>
                    <a:pt x="65" y="68"/>
                    <a:pt x="77" y="66"/>
                  </a:cubicBezTo>
                  <a:cubicBezTo>
                    <a:pt x="61" y="60"/>
                    <a:pt x="43" y="41"/>
                    <a:pt x="31" y="28"/>
                  </a:cubicBezTo>
                  <a:cubicBezTo>
                    <a:pt x="27" y="23"/>
                    <a:pt x="23" y="16"/>
                    <a:pt x="18" y="11"/>
                  </a:cubicBezTo>
                  <a:cubicBezTo>
                    <a:pt x="13" y="8"/>
                    <a:pt x="5" y="6"/>
                    <a:pt x="0" y="4"/>
                  </a:cubicBezTo>
                </a:path>
              </a:pathLst>
            </a:custGeom>
            <a:solidFill>
              <a:srgbClr val="8888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088" name="Freeform 707">
              <a:extLst>
                <a:ext uri="{FF2B5EF4-FFF2-40B4-BE49-F238E27FC236}">
                  <a16:creationId xmlns:a16="http://schemas.microsoft.com/office/drawing/2014/main" id="{576C4402-8549-409A-9CCA-6BA1F8A67F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7" y="3030"/>
              <a:ext cx="64" cy="78"/>
            </a:xfrm>
            <a:custGeom>
              <a:avLst/>
              <a:gdLst>
                <a:gd name="T0" fmla="*/ 151 w 41"/>
                <a:gd name="T1" fmla="*/ 0 h 50"/>
                <a:gd name="T2" fmla="*/ 134 w 41"/>
                <a:gd name="T3" fmla="*/ 42 h 50"/>
                <a:gd name="T4" fmla="*/ 83 w 41"/>
                <a:gd name="T5" fmla="*/ 108 h 50"/>
                <a:gd name="T6" fmla="*/ 34 w 41"/>
                <a:gd name="T7" fmla="*/ 151 h 50"/>
                <a:gd name="T8" fmla="*/ 0 w 41"/>
                <a:gd name="T9" fmla="*/ 178 h 50"/>
                <a:gd name="T10" fmla="*/ 87 w 41"/>
                <a:gd name="T11" fmla="*/ 136 h 50"/>
                <a:gd name="T12" fmla="*/ 136 w 41"/>
                <a:gd name="T13" fmla="*/ 87 h 50"/>
                <a:gd name="T14" fmla="*/ 156 w 41"/>
                <a:gd name="T15" fmla="*/ 5 h 5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1" h="50">
                  <a:moveTo>
                    <a:pt x="40" y="0"/>
                  </a:moveTo>
                  <a:cubicBezTo>
                    <a:pt x="37" y="2"/>
                    <a:pt x="36" y="8"/>
                    <a:pt x="35" y="11"/>
                  </a:cubicBezTo>
                  <a:cubicBezTo>
                    <a:pt x="31" y="17"/>
                    <a:pt x="26" y="23"/>
                    <a:pt x="22" y="28"/>
                  </a:cubicBezTo>
                  <a:cubicBezTo>
                    <a:pt x="18" y="32"/>
                    <a:pt x="14" y="36"/>
                    <a:pt x="9" y="40"/>
                  </a:cubicBezTo>
                  <a:cubicBezTo>
                    <a:pt x="6" y="42"/>
                    <a:pt x="2" y="44"/>
                    <a:pt x="0" y="47"/>
                  </a:cubicBezTo>
                  <a:cubicBezTo>
                    <a:pt x="7" y="50"/>
                    <a:pt x="17" y="39"/>
                    <a:pt x="23" y="36"/>
                  </a:cubicBezTo>
                  <a:cubicBezTo>
                    <a:pt x="27" y="32"/>
                    <a:pt x="33" y="28"/>
                    <a:pt x="36" y="23"/>
                  </a:cubicBezTo>
                  <a:cubicBezTo>
                    <a:pt x="40" y="16"/>
                    <a:pt x="38" y="8"/>
                    <a:pt x="41" y="1"/>
                  </a:cubicBezTo>
                </a:path>
              </a:pathLst>
            </a:custGeom>
            <a:solidFill>
              <a:srgbClr val="8888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089" name="Freeform 708">
              <a:extLst>
                <a:ext uri="{FF2B5EF4-FFF2-40B4-BE49-F238E27FC236}">
                  <a16:creationId xmlns:a16="http://schemas.microsoft.com/office/drawing/2014/main" id="{E79EFC30-4511-40DD-83CC-FDF8B5B7EC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6" y="2370"/>
              <a:ext cx="138" cy="149"/>
            </a:xfrm>
            <a:custGeom>
              <a:avLst/>
              <a:gdLst>
                <a:gd name="T0" fmla="*/ 290 w 88"/>
                <a:gd name="T1" fmla="*/ 79 h 96"/>
                <a:gd name="T2" fmla="*/ 229 w 88"/>
                <a:gd name="T3" fmla="*/ 70 h 96"/>
                <a:gd name="T4" fmla="*/ 138 w 88"/>
                <a:gd name="T5" fmla="*/ 53 h 96"/>
                <a:gd name="T6" fmla="*/ 0 w 88"/>
                <a:gd name="T7" fmla="*/ 0 h 96"/>
                <a:gd name="T8" fmla="*/ 220 w 88"/>
                <a:gd name="T9" fmla="*/ 147 h 96"/>
                <a:gd name="T10" fmla="*/ 285 w 88"/>
                <a:gd name="T11" fmla="*/ 258 h 96"/>
                <a:gd name="T12" fmla="*/ 328 w 88"/>
                <a:gd name="T13" fmla="*/ 359 h 96"/>
                <a:gd name="T14" fmla="*/ 290 w 88"/>
                <a:gd name="T15" fmla="*/ 70 h 9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8" h="96">
                  <a:moveTo>
                    <a:pt x="75" y="21"/>
                  </a:moveTo>
                  <a:cubicBezTo>
                    <a:pt x="70" y="19"/>
                    <a:pt x="64" y="20"/>
                    <a:pt x="59" y="19"/>
                  </a:cubicBezTo>
                  <a:cubicBezTo>
                    <a:pt x="51" y="18"/>
                    <a:pt x="43" y="17"/>
                    <a:pt x="36" y="14"/>
                  </a:cubicBezTo>
                  <a:cubicBezTo>
                    <a:pt x="24" y="10"/>
                    <a:pt x="13" y="1"/>
                    <a:pt x="0" y="0"/>
                  </a:cubicBezTo>
                  <a:cubicBezTo>
                    <a:pt x="8" y="21"/>
                    <a:pt x="41" y="25"/>
                    <a:pt x="57" y="39"/>
                  </a:cubicBezTo>
                  <a:cubicBezTo>
                    <a:pt x="66" y="47"/>
                    <a:pt x="71" y="58"/>
                    <a:pt x="74" y="69"/>
                  </a:cubicBezTo>
                  <a:cubicBezTo>
                    <a:pt x="76" y="75"/>
                    <a:pt x="78" y="94"/>
                    <a:pt x="85" y="96"/>
                  </a:cubicBezTo>
                  <a:cubicBezTo>
                    <a:pt x="87" y="89"/>
                    <a:pt x="88" y="18"/>
                    <a:pt x="75" y="19"/>
                  </a:cubicBezTo>
                </a:path>
              </a:pathLst>
            </a:custGeom>
            <a:solidFill>
              <a:srgbClr val="8888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090" name="Freeform 709">
              <a:extLst>
                <a:ext uri="{FF2B5EF4-FFF2-40B4-BE49-F238E27FC236}">
                  <a16:creationId xmlns:a16="http://schemas.microsoft.com/office/drawing/2014/main" id="{C3FE36E0-BD8E-4AAD-A2B1-40EB10ACF96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3" y="2406"/>
              <a:ext cx="91" cy="221"/>
            </a:xfrm>
            <a:custGeom>
              <a:avLst/>
              <a:gdLst>
                <a:gd name="T0" fmla="*/ 190 w 58"/>
                <a:gd name="T1" fmla="*/ 0 h 142"/>
                <a:gd name="T2" fmla="*/ 31 w 58"/>
                <a:gd name="T3" fmla="*/ 157 h 142"/>
                <a:gd name="T4" fmla="*/ 49 w 58"/>
                <a:gd name="T5" fmla="*/ 535 h 142"/>
                <a:gd name="T6" fmla="*/ 122 w 58"/>
                <a:gd name="T7" fmla="*/ 210 h 142"/>
                <a:gd name="T8" fmla="*/ 185 w 58"/>
                <a:gd name="T9" fmla="*/ 30 h 1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8" h="142">
                  <a:moveTo>
                    <a:pt x="49" y="0"/>
                  </a:moveTo>
                  <a:cubicBezTo>
                    <a:pt x="38" y="16"/>
                    <a:pt x="15" y="20"/>
                    <a:pt x="8" y="42"/>
                  </a:cubicBezTo>
                  <a:cubicBezTo>
                    <a:pt x="0" y="67"/>
                    <a:pt x="2" y="118"/>
                    <a:pt x="13" y="142"/>
                  </a:cubicBezTo>
                  <a:cubicBezTo>
                    <a:pt x="20" y="114"/>
                    <a:pt x="19" y="83"/>
                    <a:pt x="32" y="56"/>
                  </a:cubicBezTo>
                  <a:cubicBezTo>
                    <a:pt x="37" y="46"/>
                    <a:pt x="58" y="18"/>
                    <a:pt x="48" y="8"/>
                  </a:cubicBezTo>
                </a:path>
              </a:pathLst>
            </a:custGeom>
            <a:solidFill>
              <a:srgbClr val="8888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091" name="Freeform 710">
              <a:extLst>
                <a:ext uri="{FF2B5EF4-FFF2-40B4-BE49-F238E27FC236}">
                  <a16:creationId xmlns:a16="http://schemas.microsoft.com/office/drawing/2014/main" id="{FB26FDFC-30D3-40A1-8280-A25CCFC280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4" y="2333"/>
              <a:ext cx="157" cy="740"/>
            </a:xfrm>
            <a:custGeom>
              <a:avLst/>
              <a:gdLst>
                <a:gd name="T0" fmla="*/ 217 w 100"/>
                <a:gd name="T1" fmla="*/ 101 h 476"/>
                <a:gd name="T2" fmla="*/ 86 w 100"/>
                <a:gd name="T3" fmla="*/ 392 h 476"/>
                <a:gd name="T4" fmla="*/ 31 w 100"/>
                <a:gd name="T5" fmla="*/ 522 h 476"/>
                <a:gd name="T6" fmla="*/ 8 w 100"/>
                <a:gd name="T7" fmla="*/ 718 h 476"/>
                <a:gd name="T8" fmla="*/ 22 w 100"/>
                <a:gd name="T9" fmla="*/ 1119 h 476"/>
                <a:gd name="T10" fmla="*/ 55 w 100"/>
                <a:gd name="T11" fmla="*/ 1463 h 476"/>
                <a:gd name="T12" fmla="*/ 203 w 100"/>
                <a:gd name="T13" fmla="*/ 1691 h 476"/>
                <a:gd name="T14" fmla="*/ 372 w 100"/>
                <a:gd name="T15" fmla="*/ 1511 h 476"/>
                <a:gd name="T16" fmla="*/ 372 w 100"/>
                <a:gd name="T17" fmla="*/ 1042 h 476"/>
                <a:gd name="T18" fmla="*/ 375 w 100"/>
                <a:gd name="T19" fmla="*/ 631 h 476"/>
                <a:gd name="T20" fmla="*/ 360 w 100"/>
                <a:gd name="T21" fmla="*/ 392 h 476"/>
                <a:gd name="T22" fmla="*/ 355 w 100"/>
                <a:gd name="T23" fmla="*/ 174 h 476"/>
                <a:gd name="T24" fmla="*/ 204 w 100"/>
                <a:gd name="T25" fmla="*/ 106 h 47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00" h="476">
                  <a:moveTo>
                    <a:pt x="56" y="27"/>
                  </a:moveTo>
                  <a:cubicBezTo>
                    <a:pt x="34" y="46"/>
                    <a:pt x="29" y="77"/>
                    <a:pt x="22" y="104"/>
                  </a:cubicBezTo>
                  <a:cubicBezTo>
                    <a:pt x="19" y="117"/>
                    <a:pt x="13" y="127"/>
                    <a:pt x="8" y="139"/>
                  </a:cubicBezTo>
                  <a:cubicBezTo>
                    <a:pt x="1" y="155"/>
                    <a:pt x="3" y="174"/>
                    <a:pt x="2" y="191"/>
                  </a:cubicBezTo>
                  <a:cubicBezTo>
                    <a:pt x="0" y="226"/>
                    <a:pt x="6" y="263"/>
                    <a:pt x="6" y="298"/>
                  </a:cubicBezTo>
                  <a:cubicBezTo>
                    <a:pt x="6" y="327"/>
                    <a:pt x="8" y="360"/>
                    <a:pt x="14" y="389"/>
                  </a:cubicBezTo>
                  <a:cubicBezTo>
                    <a:pt x="19" y="410"/>
                    <a:pt x="34" y="437"/>
                    <a:pt x="52" y="450"/>
                  </a:cubicBezTo>
                  <a:cubicBezTo>
                    <a:pt x="87" y="476"/>
                    <a:pt x="94" y="430"/>
                    <a:pt x="96" y="402"/>
                  </a:cubicBezTo>
                  <a:cubicBezTo>
                    <a:pt x="100" y="360"/>
                    <a:pt x="93" y="318"/>
                    <a:pt x="96" y="277"/>
                  </a:cubicBezTo>
                  <a:cubicBezTo>
                    <a:pt x="100" y="241"/>
                    <a:pt x="97" y="204"/>
                    <a:pt x="97" y="168"/>
                  </a:cubicBezTo>
                  <a:cubicBezTo>
                    <a:pt x="96" y="146"/>
                    <a:pt x="94" y="125"/>
                    <a:pt x="93" y="104"/>
                  </a:cubicBezTo>
                  <a:cubicBezTo>
                    <a:pt x="92" y="86"/>
                    <a:pt x="97" y="63"/>
                    <a:pt x="92" y="46"/>
                  </a:cubicBezTo>
                  <a:cubicBezTo>
                    <a:pt x="89" y="31"/>
                    <a:pt x="63" y="0"/>
                    <a:pt x="53" y="28"/>
                  </a:cubicBezTo>
                </a:path>
              </a:pathLst>
            </a:custGeom>
            <a:solidFill>
              <a:srgbClr val="BDBD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092" name="Freeform 711">
              <a:extLst>
                <a:ext uri="{FF2B5EF4-FFF2-40B4-BE49-F238E27FC236}">
                  <a16:creationId xmlns:a16="http://schemas.microsoft.com/office/drawing/2014/main" id="{35468369-70E7-41B2-BC0E-EED1906E3F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1" y="2340"/>
              <a:ext cx="185" cy="702"/>
            </a:xfrm>
            <a:custGeom>
              <a:avLst/>
              <a:gdLst>
                <a:gd name="T0" fmla="*/ 185 w 118"/>
                <a:gd name="T1" fmla="*/ 117 h 451"/>
                <a:gd name="T2" fmla="*/ 77 w 118"/>
                <a:gd name="T3" fmla="*/ 218 h 451"/>
                <a:gd name="T4" fmla="*/ 49 w 118"/>
                <a:gd name="T5" fmla="*/ 644 h 451"/>
                <a:gd name="T6" fmla="*/ 5 w 118"/>
                <a:gd name="T7" fmla="*/ 1063 h 451"/>
                <a:gd name="T8" fmla="*/ 61 w 118"/>
                <a:gd name="T9" fmla="*/ 1444 h 451"/>
                <a:gd name="T10" fmla="*/ 265 w 118"/>
                <a:gd name="T11" fmla="*/ 1659 h 451"/>
                <a:gd name="T12" fmla="*/ 343 w 118"/>
                <a:gd name="T13" fmla="*/ 1471 h 451"/>
                <a:gd name="T14" fmla="*/ 372 w 118"/>
                <a:gd name="T15" fmla="*/ 1214 h 451"/>
                <a:gd name="T16" fmla="*/ 394 w 118"/>
                <a:gd name="T17" fmla="*/ 384 h 451"/>
                <a:gd name="T18" fmla="*/ 312 w 118"/>
                <a:gd name="T19" fmla="*/ 174 h 451"/>
                <a:gd name="T20" fmla="*/ 182 w 118"/>
                <a:gd name="T21" fmla="*/ 114 h 45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18" h="451">
                  <a:moveTo>
                    <a:pt x="48" y="31"/>
                  </a:moveTo>
                  <a:cubicBezTo>
                    <a:pt x="38" y="0"/>
                    <a:pt x="22" y="48"/>
                    <a:pt x="20" y="58"/>
                  </a:cubicBezTo>
                  <a:cubicBezTo>
                    <a:pt x="15" y="95"/>
                    <a:pt x="14" y="133"/>
                    <a:pt x="13" y="171"/>
                  </a:cubicBezTo>
                  <a:cubicBezTo>
                    <a:pt x="13" y="208"/>
                    <a:pt x="3" y="245"/>
                    <a:pt x="1" y="282"/>
                  </a:cubicBezTo>
                  <a:cubicBezTo>
                    <a:pt x="0" y="317"/>
                    <a:pt x="4" y="350"/>
                    <a:pt x="16" y="383"/>
                  </a:cubicBezTo>
                  <a:cubicBezTo>
                    <a:pt x="22" y="398"/>
                    <a:pt x="43" y="451"/>
                    <a:pt x="69" y="440"/>
                  </a:cubicBezTo>
                  <a:cubicBezTo>
                    <a:pt x="80" y="435"/>
                    <a:pt x="87" y="401"/>
                    <a:pt x="89" y="390"/>
                  </a:cubicBezTo>
                  <a:cubicBezTo>
                    <a:pt x="94" y="367"/>
                    <a:pt x="95" y="345"/>
                    <a:pt x="96" y="322"/>
                  </a:cubicBezTo>
                  <a:cubicBezTo>
                    <a:pt x="99" y="248"/>
                    <a:pt x="118" y="175"/>
                    <a:pt x="102" y="102"/>
                  </a:cubicBezTo>
                  <a:cubicBezTo>
                    <a:pt x="98" y="85"/>
                    <a:pt x="92" y="60"/>
                    <a:pt x="81" y="46"/>
                  </a:cubicBezTo>
                  <a:cubicBezTo>
                    <a:pt x="72" y="36"/>
                    <a:pt x="58" y="35"/>
                    <a:pt x="47" y="30"/>
                  </a:cubicBezTo>
                </a:path>
              </a:pathLst>
            </a:custGeom>
            <a:solidFill>
              <a:srgbClr val="BDBD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093" name="Freeform 712">
              <a:extLst>
                <a:ext uri="{FF2B5EF4-FFF2-40B4-BE49-F238E27FC236}">
                  <a16:creationId xmlns:a16="http://schemas.microsoft.com/office/drawing/2014/main" id="{7BF65F74-22B3-43AE-A8A1-D895C1E081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7" y="3284"/>
              <a:ext cx="136" cy="414"/>
            </a:xfrm>
            <a:custGeom>
              <a:avLst/>
              <a:gdLst>
                <a:gd name="T0" fmla="*/ 22 w 87"/>
                <a:gd name="T1" fmla="*/ 0 h 266"/>
                <a:gd name="T2" fmla="*/ 333 w 87"/>
                <a:gd name="T3" fmla="*/ 90 h 266"/>
                <a:gd name="T4" fmla="*/ 239 w 87"/>
                <a:gd name="T5" fmla="*/ 210 h 266"/>
                <a:gd name="T6" fmla="*/ 259 w 87"/>
                <a:gd name="T7" fmla="*/ 388 h 266"/>
                <a:gd name="T8" fmla="*/ 264 w 87"/>
                <a:gd name="T9" fmla="*/ 710 h 266"/>
                <a:gd name="T10" fmla="*/ 278 w 87"/>
                <a:gd name="T11" fmla="*/ 1002 h 266"/>
                <a:gd name="T12" fmla="*/ 191 w 87"/>
                <a:gd name="T13" fmla="*/ 644 h 266"/>
                <a:gd name="T14" fmla="*/ 130 w 87"/>
                <a:gd name="T15" fmla="*/ 366 h 266"/>
                <a:gd name="T16" fmla="*/ 0 w 87"/>
                <a:gd name="T17" fmla="*/ 34 h 26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7" h="266">
                  <a:moveTo>
                    <a:pt x="6" y="0"/>
                  </a:moveTo>
                  <a:cubicBezTo>
                    <a:pt x="32" y="15"/>
                    <a:pt x="56" y="26"/>
                    <a:pt x="87" y="24"/>
                  </a:cubicBezTo>
                  <a:cubicBezTo>
                    <a:pt x="77" y="21"/>
                    <a:pt x="64" y="48"/>
                    <a:pt x="63" y="56"/>
                  </a:cubicBezTo>
                  <a:cubicBezTo>
                    <a:pt x="61" y="71"/>
                    <a:pt x="67" y="88"/>
                    <a:pt x="68" y="103"/>
                  </a:cubicBezTo>
                  <a:cubicBezTo>
                    <a:pt x="69" y="131"/>
                    <a:pt x="70" y="159"/>
                    <a:pt x="69" y="188"/>
                  </a:cubicBezTo>
                  <a:cubicBezTo>
                    <a:pt x="69" y="213"/>
                    <a:pt x="76" y="241"/>
                    <a:pt x="73" y="266"/>
                  </a:cubicBezTo>
                  <a:cubicBezTo>
                    <a:pt x="55" y="242"/>
                    <a:pt x="56" y="200"/>
                    <a:pt x="50" y="171"/>
                  </a:cubicBezTo>
                  <a:cubicBezTo>
                    <a:pt x="46" y="146"/>
                    <a:pt x="44" y="121"/>
                    <a:pt x="34" y="97"/>
                  </a:cubicBezTo>
                  <a:cubicBezTo>
                    <a:pt x="22" y="68"/>
                    <a:pt x="4" y="39"/>
                    <a:pt x="0" y="9"/>
                  </a:cubicBezTo>
                </a:path>
              </a:pathLst>
            </a:custGeom>
            <a:solidFill>
              <a:srgbClr val="BDBD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094" name="Freeform 713">
              <a:extLst>
                <a:ext uri="{FF2B5EF4-FFF2-40B4-BE49-F238E27FC236}">
                  <a16:creationId xmlns:a16="http://schemas.microsoft.com/office/drawing/2014/main" id="{B7A2D069-8FAE-4296-8DCD-BCB5C509D7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2" y="3234"/>
              <a:ext cx="122" cy="359"/>
            </a:xfrm>
            <a:custGeom>
              <a:avLst/>
              <a:gdLst>
                <a:gd name="T0" fmla="*/ 13 w 78"/>
                <a:gd name="T1" fmla="*/ 0 h 231"/>
                <a:gd name="T2" fmla="*/ 299 w 78"/>
                <a:gd name="T3" fmla="*/ 101 h 231"/>
                <a:gd name="T4" fmla="*/ 272 w 78"/>
                <a:gd name="T5" fmla="*/ 205 h 231"/>
                <a:gd name="T6" fmla="*/ 250 w 78"/>
                <a:gd name="T7" fmla="*/ 413 h 231"/>
                <a:gd name="T8" fmla="*/ 203 w 78"/>
                <a:gd name="T9" fmla="*/ 867 h 231"/>
                <a:gd name="T10" fmla="*/ 156 w 78"/>
                <a:gd name="T11" fmla="*/ 567 h 231"/>
                <a:gd name="T12" fmla="*/ 100 w 78"/>
                <a:gd name="T13" fmla="*/ 323 h 231"/>
                <a:gd name="T14" fmla="*/ 0 w 78"/>
                <a:gd name="T15" fmla="*/ 26 h 23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8" h="231">
                  <a:moveTo>
                    <a:pt x="3" y="0"/>
                  </a:moveTo>
                  <a:cubicBezTo>
                    <a:pt x="17" y="16"/>
                    <a:pt x="57" y="41"/>
                    <a:pt x="78" y="27"/>
                  </a:cubicBezTo>
                  <a:cubicBezTo>
                    <a:pt x="78" y="37"/>
                    <a:pt x="74" y="46"/>
                    <a:pt x="71" y="55"/>
                  </a:cubicBezTo>
                  <a:cubicBezTo>
                    <a:pt x="67" y="73"/>
                    <a:pt x="67" y="92"/>
                    <a:pt x="65" y="110"/>
                  </a:cubicBezTo>
                  <a:cubicBezTo>
                    <a:pt x="59" y="150"/>
                    <a:pt x="52" y="191"/>
                    <a:pt x="53" y="231"/>
                  </a:cubicBezTo>
                  <a:cubicBezTo>
                    <a:pt x="41" y="206"/>
                    <a:pt x="48" y="177"/>
                    <a:pt x="41" y="151"/>
                  </a:cubicBezTo>
                  <a:cubicBezTo>
                    <a:pt x="35" y="129"/>
                    <a:pt x="33" y="108"/>
                    <a:pt x="26" y="86"/>
                  </a:cubicBezTo>
                  <a:cubicBezTo>
                    <a:pt x="17" y="59"/>
                    <a:pt x="1" y="36"/>
                    <a:pt x="0" y="7"/>
                  </a:cubicBezTo>
                </a:path>
              </a:pathLst>
            </a:custGeom>
            <a:solidFill>
              <a:srgbClr val="BDBD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095" name="Freeform 714">
              <a:extLst>
                <a:ext uri="{FF2B5EF4-FFF2-40B4-BE49-F238E27FC236}">
                  <a16:creationId xmlns:a16="http://schemas.microsoft.com/office/drawing/2014/main" id="{9909003F-E945-4678-BE47-CF8B5B513A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7" y="3844"/>
              <a:ext cx="201" cy="47"/>
            </a:xfrm>
            <a:custGeom>
              <a:avLst/>
              <a:gdLst>
                <a:gd name="T0" fmla="*/ 49 w 128"/>
                <a:gd name="T1" fmla="*/ 0 h 30"/>
                <a:gd name="T2" fmla="*/ 264 w 128"/>
                <a:gd name="T3" fmla="*/ 111 h 30"/>
                <a:gd name="T4" fmla="*/ 394 w 128"/>
                <a:gd name="T5" fmla="*/ 108 h 30"/>
                <a:gd name="T6" fmla="*/ 496 w 128"/>
                <a:gd name="T7" fmla="*/ 100 h 30"/>
                <a:gd name="T8" fmla="*/ 185 w 128"/>
                <a:gd name="T9" fmla="*/ 66 h 30"/>
                <a:gd name="T10" fmla="*/ 55 w 128"/>
                <a:gd name="T11" fmla="*/ 8 h 3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8" h="30">
                  <a:moveTo>
                    <a:pt x="13" y="0"/>
                  </a:moveTo>
                  <a:cubicBezTo>
                    <a:pt x="0" y="24"/>
                    <a:pt x="54" y="28"/>
                    <a:pt x="68" y="29"/>
                  </a:cubicBezTo>
                  <a:cubicBezTo>
                    <a:pt x="79" y="29"/>
                    <a:pt x="91" y="28"/>
                    <a:pt x="102" y="28"/>
                  </a:cubicBezTo>
                  <a:cubicBezTo>
                    <a:pt x="110" y="27"/>
                    <a:pt x="122" y="30"/>
                    <a:pt x="128" y="26"/>
                  </a:cubicBezTo>
                  <a:cubicBezTo>
                    <a:pt x="102" y="27"/>
                    <a:pt x="74" y="23"/>
                    <a:pt x="48" y="17"/>
                  </a:cubicBezTo>
                  <a:cubicBezTo>
                    <a:pt x="37" y="15"/>
                    <a:pt x="20" y="13"/>
                    <a:pt x="14" y="2"/>
                  </a:cubicBezTo>
                </a:path>
              </a:pathLst>
            </a:custGeom>
            <a:solidFill>
              <a:srgbClr val="BDBD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096" name="Freeform 715">
              <a:extLst>
                <a:ext uri="{FF2B5EF4-FFF2-40B4-BE49-F238E27FC236}">
                  <a16:creationId xmlns:a16="http://schemas.microsoft.com/office/drawing/2014/main" id="{FB23548C-0BFE-4CC7-81C2-6DD1EF0F2C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3" y="3831"/>
              <a:ext cx="166" cy="63"/>
            </a:xfrm>
            <a:custGeom>
              <a:avLst/>
              <a:gdLst>
                <a:gd name="T0" fmla="*/ 0 w 106"/>
                <a:gd name="T1" fmla="*/ 124 h 40"/>
                <a:gd name="T2" fmla="*/ 257 w 106"/>
                <a:gd name="T3" fmla="*/ 109 h 40"/>
                <a:gd name="T4" fmla="*/ 393 w 106"/>
                <a:gd name="T5" fmla="*/ 13 h 40"/>
                <a:gd name="T6" fmla="*/ 319 w 106"/>
                <a:gd name="T7" fmla="*/ 43 h 40"/>
                <a:gd name="T8" fmla="*/ 157 w 106"/>
                <a:gd name="T9" fmla="*/ 113 h 40"/>
                <a:gd name="T10" fmla="*/ 81 w 106"/>
                <a:gd name="T11" fmla="*/ 129 h 40"/>
                <a:gd name="T12" fmla="*/ 20 w 106"/>
                <a:gd name="T13" fmla="*/ 124 h 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6" h="40">
                  <a:moveTo>
                    <a:pt x="0" y="32"/>
                  </a:moveTo>
                  <a:cubicBezTo>
                    <a:pt x="22" y="40"/>
                    <a:pt x="47" y="36"/>
                    <a:pt x="67" y="28"/>
                  </a:cubicBezTo>
                  <a:cubicBezTo>
                    <a:pt x="75" y="24"/>
                    <a:pt x="106" y="15"/>
                    <a:pt x="102" y="3"/>
                  </a:cubicBezTo>
                  <a:cubicBezTo>
                    <a:pt x="97" y="0"/>
                    <a:pt x="88" y="8"/>
                    <a:pt x="83" y="11"/>
                  </a:cubicBezTo>
                  <a:cubicBezTo>
                    <a:pt x="70" y="18"/>
                    <a:pt x="56" y="25"/>
                    <a:pt x="41" y="29"/>
                  </a:cubicBezTo>
                  <a:cubicBezTo>
                    <a:pt x="35" y="31"/>
                    <a:pt x="28" y="33"/>
                    <a:pt x="21" y="33"/>
                  </a:cubicBezTo>
                  <a:cubicBezTo>
                    <a:pt x="16" y="32"/>
                    <a:pt x="7" y="29"/>
                    <a:pt x="5" y="32"/>
                  </a:cubicBezTo>
                </a:path>
              </a:pathLst>
            </a:custGeom>
            <a:solidFill>
              <a:srgbClr val="BDBD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097" name="Freeform 716">
              <a:extLst>
                <a:ext uri="{FF2B5EF4-FFF2-40B4-BE49-F238E27FC236}">
                  <a16:creationId xmlns:a16="http://schemas.microsoft.com/office/drawing/2014/main" id="{9C5D3277-9DC4-4144-A831-66E11BE1E28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5" y="2415"/>
              <a:ext cx="18" cy="8"/>
            </a:xfrm>
            <a:custGeom>
              <a:avLst/>
              <a:gdLst>
                <a:gd name="T0" fmla="*/ 0 w 12"/>
                <a:gd name="T1" fmla="*/ 21 h 5"/>
                <a:gd name="T2" fmla="*/ 41 w 12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5">
                  <a:moveTo>
                    <a:pt x="0" y="5"/>
                  </a:moveTo>
                  <a:cubicBezTo>
                    <a:pt x="4" y="3"/>
                    <a:pt x="9" y="2"/>
                    <a:pt x="12" y="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098" name="Freeform 717">
              <a:extLst>
                <a:ext uri="{FF2B5EF4-FFF2-40B4-BE49-F238E27FC236}">
                  <a16:creationId xmlns:a16="http://schemas.microsoft.com/office/drawing/2014/main" id="{3DA3DD66-F497-4966-879A-2DEC19BE4D5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7" y="2400"/>
              <a:ext cx="22" cy="9"/>
            </a:xfrm>
            <a:custGeom>
              <a:avLst/>
              <a:gdLst>
                <a:gd name="T0" fmla="*/ 0 w 14"/>
                <a:gd name="T1" fmla="*/ 21 h 6"/>
                <a:gd name="T2" fmla="*/ 55 w 14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6">
                  <a:moveTo>
                    <a:pt x="0" y="6"/>
                  </a:moveTo>
                  <a:cubicBezTo>
                    <a:pt x="5" y="5"/>
                    <a:pt x="10" y="1"/>
                    <a:pt x="14" y="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099" name="Freeform 718">
              <a:extLst>
                <a:ext uri="{FF2B5EF4-FFF2-40B4-BE49-F238E27FC236}">
                  <a16:creationId xmlns:a16="http://schemas.microsoft.com/office/drawing/2014/main" id="{5EF040CE-A9EF-4964-9B61-56996C25B6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5" y="2375"/>
              <a:ext cx="13" cy="15"/>
            </a:xfrm>
            <a:custGeom>
              <a:avLst/>
              <a:gdLst>
                <a:gd name="T0" fmla="*/ 0 w 8"/>
                <a:gd name="T1" fmla="*/ 35 h 10"/>
                <a:gd name="T2" fmla="*/ 34 w 8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0">
                  <a:moveTo>
                    <a:pt x="0" y="10"/>
                  </a:moveTo>
                  <a:cubicBezTo>
                    <a:pt x="3" y="7"/>
                    <a:pt x="6" y="4"/>
                    <a:pt x="8" y="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100" name="Freeform 719">
              <a:extLst>
                <a:ext uri="{FF2B5EF4-FFF2-40B4-BE49-F238E27FC236}">
                  <a16:creationId xmlns:a16="http://schemas.microsoft.com/office/drawing/2014/main" id="{9E09B761-FA1B-4912-B2BA-3DF45C7055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7" y="2353"/>
              <a:ext cx="11" cy="12"/>
            </a:xfrm>
            <a:custGeom>
              <a:avLst/>
              <a:gdLst>
                <a:gd name="T0" fmla="*/ 0 w 7"/>
                <a:gd name="T1" fmla="*/ 27 h 8"/>
                <a:gd name="T2" fmla="*/ 27 w 7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8">
                  <a:moveTo>
                    <a:pt x="0" y="8"/>
                  </a:moveTo>
                  <a:cubicBezTo>
                    <a:pt x="3" y="6"/>
                    <a:pt x="4" y="2"/>
                    <a:pt x="7" y="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101" name="Freeform 720">
              <a:extLst>
                <a:ext uri="{FF2B5EF4-FFF2-40B4-BE49-F238E27FC236}">
                  <a16:creationId xmlns:a16="http://schemas.microsoft.com/office/drawing/2014/main" id="{22BC67C2-2CFF-4E34-AFB7-267C26320F8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7" y="2323"/>
              <a:ext cx="7" cy="14"/>
            </a:xfrm>
            <a:custGeom>
              <a:avLst/>
              <a:gdLst>
                <a:gd name="T0" fmla="*/ 0 w 4"/>
                <a:gd name="T1" fmla="*/ 34 h 9"/>
                <a:gd name="T2" fmla="*/ 21 w 4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9">
                  <a:moveTo>
                    <a:pt x="0" y="9"/>
                  </a:moveTo>
                  <a:cubicBezTo>
                    <a:pt x="2" y="6"/>
                    <a:pt x="3" y="3"/>
                    <a:pt x="4" y="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102" name="Freeform 721">
              <a:extLst>
                <a:ext uri="{FF2B5EF4-FFF2-40B4-BE49-F238E27FC236}">
                  <a16:creationId xmlns:a16="http://schemas.microsoft.com/office/drawing/2014/main" id="{09461B1E-CCEB-45FE-9765-83EC85E26B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1" y="2291"/>
              <a:ext cx="7" cy="18"/>
            </a:xfrm>
            <a:custGeom>
              <a:avLst/>
              <a:gdLst>
                <a:gd name="T0" fmla="*/ 0 w 4"/>
                <a:gd name="T1" fmla="*/ 41 h 12"/>
                <a:gd name="T2" fmla="*/ 21 w 4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2">
                  <a:moveTo>
                    <a:pt x="0" y="12"/>
                  </a:moveTo>
                  <a:cubicBezTo>
                    <a:pt x="2" y="8"/>
                    <a:pt x="2" y="3"/>
                    <a:pt x="4" y="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103" name="Freeform 722">
              <a:extLst>
                <a:ext uri="{FF2B5EF4-FFF2-40B4-BE49-F238E27FC236}">
                  <a16:creationId xmlns:a16="http://schemas.microsoft.com/office/drawing/2014/main" id="{30743B83-14F6-49D3-9143-46342ABF51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1" y="2273"/>
              <a:ext cx="23" cy="30"/>
            </a:xfrm>
            <a:custGeom>
              <a:avLst/>
              <a:gdLst>
                <a:gd name="T0" fmla="*/ 0 w 15"/>
                <a:gd name="T1" fmla="*/ 0 h 19"/>
                <a:gd name="T2" fmla="*/ 54 w 15"/>
                <a:gd name="T3" fmla="*/ 74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9">
                  <a:moveTo>
                    <a:pt x="0" y="0"/>
                  </a:moveTo>
                  <a:cubicBezTo>
                    <a:pt x="3" y="7"/>
                    <a:pt x="9" y="13"/>
                    <a:pt x="15" y="19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104" name="Freeform 723">
              <a:extLst>
                <a:ext uri="{FF2B5EF4-FFF2-40B4-BE49-F238E27FC236}">
                  <a16:creationId xmlns:a16="http://schemas.microsoft.com/office/drawing/2014/main" id="{71B833B8-37BE-47DF-96F8-7E63B4396F4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4" y="2314"/>
              <a:ext cx="20" cy="14"/>
            </a:xfrm>
            <a:custGeom>
              <a:avLst/>
              <a:gdLst>
                <a:gd name="T0" fmla="*/ 0 w 13"/>
                <a:gd name="T1" fmla="*/ 0 h 9"/>
                <a:gd name="T2" fmla="*/ 48 w 13"/>
                <a:gd name="T3" fmla="*/ 34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9">
                  <a:moveTo>
                    <a:pt x="0" y="0"/>
                  </a:moveTo>
                  <a:cubicBezTo>
                    <a:pt x="3" y="3"/>
                    <a:pt x="8" y="7"/>
                    <a:pt x="13" y="9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105" name="Freeform 724">
              <a:extLst>
                <a:ext uri="{FF2B5EF4-FFF2-40B4-BE49-F238E27FC236}">
                  <a16:creationId xmlns:a16="http://schemas.microsoft.com/office/drawing/2014/main" id="{27FAE03A-1DD9-4FA1-BBA5-0134F2A77C8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1" y="2342"/>
              <a:ext cx="19" cy="8"/>
            </a:xfrm>
            <a:custGeom>
              <a:avLst/>
              <a:gdLst>
                <a:gd name="T0" fmla="*/ 0 w 12"/>
                <a:gd name="T1" fmla="*/ 0 h 5"/>
                <a:gd name="T2" fmla="*/ 48 w 12"/>
                <a:gd name="T3" fmla="*/ 21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5">
                  <a:moveTo>
                    <a:pt x="0" y="0"/>
                  </a:moveTo>
                  <a:cubicBezTo>
                    <a:pt x="3" y="2"/>
                    <a:pt x="8" y="4"/>
                    <a:pt x="12" y="5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106" name="Freeform 725">
              <a:extLst>
                <a:ext uri="{FF2B5EF4-FFF2-40B4-BE49-F238E27FC236}">
                  <a16:creationId xmlns:a16="http://schemas.microsoft.com/office/drawing/2014/main" id="{8AC98F87-9BCE-4405-B741-CC4BE05514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1" y="2356"/>
              <a:ext cx="15" cy="3"/>
            </a:xfrm>
            <a:custGeom>
              <a:avLst/>
              <a:gdLst>
                <a:gd name="T0" fmla="*/ 0 w 10"/>
                <a:gd name="T1" fmla="*/ 0 h 2"/>
                <a:gd name="T2" fmla="*/ 35 w 10"/>
                <a:gd name="T3" fmla="*/ 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">
                  <a:moveTo>
                    <a:pt x="0" y="0"/>
                  </a:moveTo>
                  <a:cubicBezTo>
                    <a:pt x="3" y="0"/>
                    <a:pt x="8" y="1"/>
                    <a:pt x="10" y="2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107" name="Freeform 726">
              <a:extLst>
                <a:ext uri="{FF2B5EF4-FFF2-40B4-BE49-F238E27FC236}">
                  <a16:creationId xmlns:a16="http://schemas.microsoft.com/office/drawing/2014/main" id="{FD492CEC-C26C-4189-9E01-45A082DF19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0" y="2364"/>
              <a:ext cx="20" cy="1"/>
            </a:xfrm>
            <a:custGeom>
              <a:avLst/>
              <a:gdLst>
                <a:gd name="T0" fmla="*/ 0 w 13"/>
                <a:gd name="T1" fmla="*/ 0 h 1"/>
                <a:gd name="T2" fmla="*/ 48 w 13"/>
                <a:gd name="T3" fmla="*/ 1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">
                  <a:moveTo>
                    <a:pt x="0" y="0"/>
                  </a:moveTo>
                  <a:cubicBezTo>
                    <a:pt x="4" y="0"/>
                    <a:pt x="10" y="1"/>
                    <a:pt x="13" y="1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108" name="Freeform 727">
              <a:extLst>
                <a:ext uri="{FF2B5EF4-FFF2-40B4-BE49-F238E27FC236}">
                  <a16:creationId xmlns:a16="http://schemas.microsoft.com/office/drawing/2014/main" id="{8E7B730F-C70C-4406-9536-025D24596A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2" y="2286"/>
              <a:ext cx="3" cy="19"/>
            </a:xfrm>
            <a:custGeom>
              <a:avLst/>
              <a:gdLst>
                <a:gd name="T0" fmla="*/ 8 w 2"/>
                <a:gd name="T1" fmla="*/ 0 h 12"/>
                <a:gd name="T2" fmla="*/ 0 w 2"/>
                <a:gd name="T3" fmla="*/ 48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2">
                  <a:moveTo>
                    <a:pt x="2" y="0"/>
                  </a:moveTo>
                  <a:cubicBezTo>
                    <a:pt x="1" y="4"/>
                    <a:pt x="0" y="8"/>
                    <a:pt x="0" y="12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109" name="Freeform 728">
              <a:extLst>
                <a:ext uri="{FF2B5EF4-FFF2-40B4-BE49-F238E27FC236}">
                  <a16:creationId xmlns:a16="http://schemas.microsoft.com/office/drawing/2014/main" id="{383D5A4E-3C97-4983-B79F-AADED63935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0" y="2317"/>
              <a:ext cx="2" cy="16"/>
            </a:xfrm>
            <a:custGeom>
              <a:avLst/>
              <a:gdLst>
                <a:gd name="T0" fmla="*/ 0 w 1"/>
                <a:gd name="T1" fmla="*/ 0 h 10"/>
                <a:gd name="T2" fmla="*/ 8 w 1"/>
                <a:gd name="T3" fmla="*/ 42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0">
                  <a:moveTo>
                    <a:pt x="0" y="0"/>
                  </a:moveTo>
                  <a:cubicBezTo>
                    <a:pt x="0" y="3"/>
                    <a:pt x="1" y="7"/>
                    <a:pt x="1" y="1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110" name="Freeform 729">
              <a:extLst>
                <a:ext uri="{FF2B5EF4-FFF2-40B4-BE49-F238E27FC236}">
                  <a16:creationId xmlns:a16="http://schemas.microsoft.com/office/drawing/2014/main" id="{E09DA256-6C28-414C-AF16-0837952323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3" y="2351"/>
              <a:ext cx="2" cy="14"/>
            </a:xfrm>
            <a:custGeom>
              <a:avLst/>
              <a:gdLst>
                <a:gd name="T0" fmla="*/ 0 w 1"/>
                <a:gd name="T1" fmla="*/ 0 h 9"/>
                <a:gd name="T2" fmla="*/ 8 w 1"/>
                <a:gd name="T3" fmla="*/ 34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9">
                  <a:moveTo>
                    <a:pt x="0" y="0"/>
                  </a:moveTo>
                  <a:cubicBezTo>
                    <a:pt x="0" y="3"/>
                    <a:pt x="1" y="6"/>
                    <a:pt x="1" y="9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111" name="Freeform 730">
              <a:extLst>
                <a:ext uri="{FF2B5EF4-FFF2-40B4-BE49-F238E27FC236}">
                  <a16:creationId xmlns:a16="http://schemas.microsoft.com/office/drawing/2014/main" id="{791C51E1-5C92-49A7-8B58-E042224F28C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7" y="2382"/>
              <a:ext cx="3" cy="14"/>
            </a:xfrm>
            <a:custGeom>
              <a:avLst/>
              <a:gdLst>
                <a:gd name="T0" fmla="*/ 0 w 2"/>
                <a:gd name="T1" fmla="*/ 0 h 9"/>
                <a:gd name="T2" fmla="*/ 8 w 2"/>
                <a:gd name="T3" fmla="*/ 34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9">
                  <a:moveTo>
                    <a:pt x="0" y="0"/>
                  </a:moveTo>
                  <a:cubicBezTo>
                    <a:pt x="1" y="3"/>
                    <a:pt x="1" y="6"/>
                    <a:pt x="2" y="9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112" name="Freeform 731">
              <a:extLst>
                <a:ext uri="{FF2B5EF4-FFF2-40B4-BE49-F238E27FC236}">
                  <a16:creationId xmlns:a16="http://schemas.microsoft.com/office/drawing/2014/main" id="{318BF27D-6A82-4B31-8DED-5422EF507A7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7" y="2417"/>
              <a:ext cx="3" cy="15"/>
            </a:xfrm>
            <a:custGeom>
              <a:avLst/>
              <a:gdLst>
                <a:gd name="T0" fmla="*/ 8 w 2"/>
                <a:gd name="T1" fmla="*/ 0 h 10"/>
                <a:gd name="T2" fmla="*/ 0 w 2"/>
                <a:gd name="T3" fmla="*/ 35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0">
                  <a:moveTo>
                    <a:pt x="2" y="0"/>
                  </a:moveTo>
                  <a:cubicBezTo>
                    <a:pt x="1" y="3"/>
                    <a:pt x="1" y="7"/>
                    <a:pt x="0" y="1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113" name="Freeform 732">
              <a:extLst>
                <a:ext uri="{FF2B5EF4-FFF2-40B4-BE49-F238E27FC236}">
                  <a16:creationId xmlns:a16="http://schemas.microsoft.com/office/drawing/2014/main" id="{2448CD7E-6036-427B-8D20-CB6C08F99B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2" y="2459"/>
              <a:ext cx="8" cy="14"/>
            </a:xfrm>
            <a:custGeom>
              <a:avLst/>
              <a:gdLst>
                <a:gd name="T0" fmla="*/ 21 w 5"/>
                <a:gd name="T1" fmla="*/ 0 h 9"/>
                <a:gd name="T2" fmla="*/ 0 w 5"/>
                <a:gd name="T3" fmla="*/ 34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9">
                  <a:moveTo>
                    <a:pt x="5" y="0"/>
                  </a:moveTo>
                  <a:cubicBezTo>
                    <a:pt x="3" y="3"/>
                    <a:pt x="2" y="7"/>
                    <a:pt x="0" y="9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114" name="Freeform 733">
              <a:extLst>
                <a:ext uri="{FF2B5EF4-FFF2-40B4-BE49-F238E27FC236}">
                  <a16:creationId xmlns:a16="http://schemas.microsoft.com/office/drawing/2014/main" id="{B65B1F22-B16C-400B-B454-7F8379F10A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1" y="3858"/>
              <a:ext cx="33" cy="16"/>
            </a:xfrm>
            <a:custGeom>
              <a:avLst/>
              <a:gdLst>
                <a:gd name="T0" fmla="*/ 0 w 21"/>
                <a:gd name="T1" fmla="*/ 0 h 10"/>
                <a:gd name="T2" fmla="*/ 82 w 21"/>
                <a:gd name="T3" fmla="*/ 42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10">
                  <a:moveTo>
                    <a:pt x="0" y="0"/>
                  </a:moveTo>
                  <a:cubicBezTo>
                    <a:pt x="7" y="1"/>
                    <a:pt x="14" y="7"/>
                    <a:pt x="21" y="1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115" name="Freeform 734">
              <a:extLst>
                <a:ext uri="{FF2B5EF4-FFF2-40B4-BE49-F238E27FC236}">
                  <a16:creationId xmlns:a16="http://schemas.microsoft.com/office/drawing/2014/main" id="{08DED0AA-0D4D-4FA5-9BCC-4E222280476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0" y="3878"/>
              <a:ext cx="25" cy="3"/>
            </a:xfrm>
            <a:custGeom>
              <a:avLst/>
              <a:gdLst>
                <a:gd name="T0" fmla="*/ 0 w 16"/>
                <a:gd name="T1" fmla="*/ 0 h 2"/>
                <a:gd name="T2" fmla="*/ 61 w 16"/>
                <a:gd name="T3" fmla="*/ 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2">
                  <a:moveTo>
                    <a:pt x="0" y="0"/>
                  </a:moveTo>
                  <a:cubicBezTo>
                    <a:pt x="5" y="2"/>
                    <a:pt x="10" y="2"/>
                    <a:pt x="16" y="2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116" name="Freeform 735">
              <a:extLst>
                <a:ext uri="{FF2B5EF4-FFF2-40B4-BE49-F238E27FC236}">
                  <a16:creationId xmlns:a16="http://schemas.microsoft.com/office/drawing/2014/main" id="{DBDF9558-B184-4B6A-A2C9-58A128380F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7" y="3883"/>
              <a:ext cx="28" cy="5"/>
            </a:xfrm>
            <a:custGeom>
              <a:avLst/>
              <a:gdLst>
                <a:gd name="T0" fmla="*/ 0 w 18"/>
                <a:gd name="T1" fmla="*/ 5 h 3"/>
                <a:gd name="T2" fmla="*/ 68 w 18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3">
                  <a:moveTo>
                    <a:pt x="0" y="1"/>
                  </a:moveTo>
                  <a:cubicBezTo>
                    <a:pt x="5" y="0"/>
                    <a:pt x="13" y="3"/>
                    <a:pt x="18" y="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117" name="Freeform 736">
              <a:extLst>
                <a:ext uri="{FF2B5EF4-FFF2-40B4-BE49-F238E27FC236}">
                  <a16:creationId xmlns:a16="http://schemas.microsoft.com/office/drawing/2014/main" id="{854A778A-459D-4218-A508-035D6CF6AA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3" y="3884"/>
              <a:ext cx="22" cy="2"/>
            </a:xfrm>
            <a:custGeom>
              <a:avLst/>
              <a:gdLst>
                <a:gd name="T0" fmla="*/ 0 w 14"/>
                <a:gd name="T1" fmla="*/ 0 h 1"/>
                <a:gd name="T2" fmla="*/ 55 w 14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">
                  <a:moveTo>
                    <a:pt x="0" y="0"/>
                  </a:moveTo>
                  <a:cubicBezTo>
                    <a:pt x="4" y="1"/>
                    <a:pt x="9" y="1"/>
                    <a:pt x="14" y="1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118" name="Freeform 737">
              <a:extLst>
                <a:ext uri="{FF2B5EF4-FFF2-40B4-BE49-F238E27FC236}">
                  <a16:creationId xmlns:a16="http://schemas.microsoft.com/office/drawing/2014/main" id="{7C9C4718-4D4A-4215-BD8E-4CE8709A4C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5" y="3884"/>
              <a:ext cx="25" cy="4"/>
            </a:xfrm>
            <a:custGeom>
              <a:avLst/>
              <a:gdLst>
                <a:gd name="T0" fmla="*/ 0 w 16"/>
                <a:gd name="T1" fmla="*/ 0 h 2"/>
                <a:gd name="T2" fmla="*/ 61 w 16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2">
                  <a:moveTo>
                    <a:pt x="0" y="0"/>
                  </a:moveTo>
                  <a:cubicBezTo>
                    <a:pt x="5" y="0"/>
                    <a:pt x="12" y="2"/>
                    <a:pt x="16" y="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119" name="Freeform 738">
              <a:extLst>
                <a:ext uri="{FF2B5EF4-FFF2-40B4-BE49-F238E27FC236}">
                  <a16:creationId xmlns:a16="http://schemas.microsoft.com/office/drawing/2014/main" id="{632E56D3-5E4E-4E7C-97B9-9D3272B2E2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2" y="3875"/>
              <a:ext cx="25" cy="6"/>
            </a:xfrm>
            <a:custGeom>
              <a:avLst/>
              <a:gdLst>
                <a:gd name="T0" fmla="*/ 0 w 16"/>
                <a:gd name="T1" fmla="*/ 14 h 4"/>
                <a:gd name="T2" fmla="*/ 61 w 16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4">
                  <a:moveTo>
                    <a:pt x="0" y="4"/>
                  </a:moveTo>
                  <a:cubicBezTo>
                    <a:pt x="0" y="2"/>
                    <a:pt x="13" y="1"/>
                    <a:pt x="16" y="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120" name="Freeform 739">
              <a:extLst>
                <a:ext uri="{FF2B5EF4-FFF2-40B4-BE49-F238E27FC236}">
                  <a16:creationId xmlns:a16="http://schemas.microsoft.com/office/drawing/2014/main" id="{D3EA8E91-C6FA-42C4-A525-9CF9A3E95F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2" y="3855"/>
              <a:ext cx="30" cy="14"/>
            </a:xfrm>
            <a:custGeom>
              <a:avLst/>
              <a:gdLst>
                <a:gd name="T0" fmla="*/ 5 w 19"/>
                <a:gd name="T1" fmla="*/ 5 h 9"/>
                <a:gd name="T2" fmla="*/ 0 w 19"/>
                <a:gd name="T3" fmla="*/ 0 h 9"/>
                <a:gd name="T4" fmla="*/ 74 w 19"/>
                <a:gd name="T5" fmla="*/ 34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9">
                  <a:moveTo>
                    <a:pt x="1" y="1"/>
                  </a:moveTo>
                  <a:cubicBezTo>
                    <a:pt x="0" y="0"/>
                    <a:pt x="0" y="1"/>
                    <a:pt x="0" y="0"/>
                  </a:cubicBezTo>
                  <a:cubicBezTo>
                    <a:pt x="5" y="4"/>
                    <a:pt x="13" y="6"/>
                    <a:pt x="19" y="9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121" name="Freeform 740">
              <a:extLst>
                <a:ext uri="{FF2B5EF4-FFF2-40B4-BE49-F238E27FC236}">
                  <a16:creationId xmlns:a16="http://schemas.microsoft.com/office/drawing/2014/main" id="{6E7B658A-0BC4-4CEE-90AD-8D1922BB09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4" y="3877"/>
              <a:ext cx="31" cy="1"/>
            </a:xfrm>
            <a:custGeom>
              <a:avLst/>
              <a:gdLst>
                <a:gd name="T0" fmla="*/ 0 w 20"/>
                <a:gd name="T1" fmla="*/ 0 h 1"/>
                <a:gd name="T2" fmla="*/ 74 w 20"/>
                <a:gd name="T3" fmla="*/ 1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1">
                  <a:moveTo>
                    <a:pt x="0" y="0"/>
                  </a:moveTo>
                  <a:cubicBezTo>
                    <a:pt x="6" y="1"/>
                    <a:pt x="13" y="1"/>
                    <a:pt x="20" y="1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122" name="Freeform 741">
              <a:extLst>
                <a:ext uri="{FF2B5EF4-FFF2-40B4-BE49-F238E27FC236}">
                  <a16:creationId xmlns:a16="http://schemas.microsoft.com/office/drawing/2014/main" id="{D81F9804-0600-452C-AFC7-0FB4404E15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2" y="3880"/>
              <a:ext cx="33" cy="3"/>
            </a:xfrm>
            <a:custGeom>
              <a:avLst/>
              <a:gdLst>
                <a:gd name="T0" fmla="*/ 0 w 21"/>
                <a:gd name="T1" fmla="*/ 8 h 2"/>
                <a:gd name="T2" fmla="*/ 82 w 21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2">
                  <a:moveTo>
                    <a:pt x="0" y="2"/>
                  </a:moveTo>
                  <a:cubicBezTo>
                    <a:pt x="8" y="2"/>
                    <a:pt x="13" y="2"/>
                    <a:pt x="21" y="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123" name="Freeform 742">
              <a:extLst>
                <a:ext uri="{FF2B5EF4-FFF2-40B4-BE49-F238E27FC236}">
                  <a16:creationId xmlns:a16="http://schemas.microsoft.com/office/drawing/2014/main" id="{E2E4FDCC-26B0-4581-8E38-5CE8C0243C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8" y="3869"/>
              <a:ext cx="32" cy="11"/>
            </a:xfrm>
            <a:custGeom>
              <a:avLst/>
              <a:gdLst>
                <a:gd name="T0" fmla="*/ 0 w 21"/>
                <a:gd name="T1" fmla="*/ 20 h 7"/>
                <a:gd name="T2" fmla="*/ 75 w 21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7">
                  <a:moveTo>
                    <a:pt x="0" y="5"/>
                  </a:moveTo>
                  <a:cubicBezTo>
                    <a:pt x="7" y="7"/>
                    <a:pt x="15" y="2"/>
                    <a:pt x="21" y="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124" name="Freeform 743">
              <a:extLst>
                <a:ext uri="{FF2B5EF4-FFF2-40B4-BE49-F238E27FC236}">
                  <a16:creationId xmlns:a16="http://schemas.microsoft.com/office/drawing/2014/main" id="{7C4ECAD7-1423-4306-A7DB-BDCB900D46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9" y="3853"/>
              <a:ext cx="23" cy="10"/>
            </a:xfrm>
            <a:custGeom>
              <a:avLst/>
              <a:gdLst>
                <a:gd name="T0" fmla="*/ 0 w 15"/>
                <a:gd name="T1" fmla="*/ 28 h 6"/>
                <a:gd name="T2" fmla="*/ 54 w 15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6">
                  <a:moveTo>
                    <a:pt x="0" y="6"/>
                  </a:moveTo>
                  <a:cubicBezTo>
                    <a:pt x="4" y="2"/>
                    <a:pt x="12" y="3"/>
                    <a:pt x="15" y="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</p:grpSp>
      <p:grpSp>
        <p:nvGrpSpPr>
          <p:cNvPr id="34821" name="young-adult-male-front-view">
            <a:extLst>
              <a:ext uri="{FF2B5EF4-FFF2-40B4-BE49-F238E27FC236}">
                <a16:creationId xmlns:a16="http://schemas.microsoft.com/office/drawing/2014/main" id="{68F8D3D9-6459-4D58-AD4A-A2F3A2EBD867}"/>
              </a:ext>
            </a:extLst>
          </p:cNvPr>
          <p:cNvGrpSpPr>
            <a:grpSpLocks/>
          </p:cNvGrpSpPr>
          <p:nvPr/>
        </p:nvGrpSpPr>
        <p:grpSpPr bwMode="auto">
          <a:xfrm>
            <a:off x="8034338" y="1187450"/>
            <a:ext cx="2035175" cy="5283200"/>
            <a:chOff x="4101" y="728"/>
            <a:chExt cx="1282" cy="3328"/>
          </a:xfrm>
        </p:grpSpPr>
        <p:sp>
          <p:nvSpPr>
            <p:cNvPr id="34822" name="Freeform 745">
              <a:extLst>
                <a:ext uri="{FF2B5EF4-FFF2-40B4-BE49-F238E27FC236}">
                  <a16:creationId xmlns:a16="http://schemas.microsoft.com/office/drawing/2014/main" id="{A360FDDB-57C5-4BEB-A7CF-408B5BB1290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5" y="728"/>
              <a:ext cx="344" cy="298"/>
            </a:xfrm>
            <a:custGeom>
              <a:avLst/>
              <a:gdLst>
                <a:gd name="T0" fmla="*/ 48 w 220"/>
                <a:gd name="T1" fmla="*/ 557 h 192"/>
                <a:gd name="T2" fmla="*/ 66 w 220"/>
                <a:gd name="T3" fmla="*/ 605 h 192"/>
                <a:gd name="T4" fmla="*/ 83 w 220"/>
                <a:gd name="T5" fmla="*/ 689 h 192"/>
                <a:gd name="T6" fmla="*/ 108 w 220"/>
                <a:gd name="T7" fmla="*/ 684 h 192"/>
                <a:gd name="T8" fmla="*/ 100 w 220"/>
                <a:gd name="T9" fmla="*/ 624 h 192"/>
                <a:gd name="T10" fmla="*/ 127 w 220"/>
                <a:gd name="T11" fmla="*/ 546 h 192"/>
                <a:gd name="T12" fmla="*/ 100 w 220"/>
                <a:gd name="T13" fmla="*/ 427 h 192"/>
                <a:gd name="T14" fmla="*/ 170 w 220"/>
                <a:gd name="T15" fmla="*/ 385 h 192"/>
                <a:gd name="T16" fmla="*/ 230 w 220"/>
                <a:gd name="T17" fmla="*/ 363 h 192"/>
                <a:gd name="T18" fmla="*/ 299 w 220"/>
                <a:gd name="T19" fmla="*/ 310 h 192"/>
                <a:gd name="T20" fmla="*/ 367 w 220"/>
                <a:gd name="T21" fmla="*/ 262 h 192"/>
                <a:gd name="T22" fmla="*/ 407 w 220"/>
                <a:gd name="T23" fmla="*/ 245 h 192"/>
                <a:gd name="T24" fmla="*/ 433 w 220"/>
                <a:gd name="T25" fmla="*/ 310 h 192"/>
                <a:gd name="T26" fmla="*/ 521 w 220"/>
                <a:gd name="T27" fmla="*/ 276 h 192"/>
                <a:gd name="T28" fmla="*/ 529 w 220"/>
                <a:gd name="T29" fmla="*/ 310 h 192"/>
                <a:gd name="T30" fmla="*/ 625 w 220"/>
                <a:gd name="T31" fmla="*/ 314 h 192"/>
                <a:gd name="T32" fmla="*/ 658 w 220"/>
                <a:gd name="T33" fmla="*/ 354 h 192"/>
                <a:gd name="T34" fmla="*/ 658 w 220"/>
                <a:gd name="T35" fmla="*/ 366 h 192"/>
                <a:gd name="T36" fmla="*/ 672 w 220"/>
                <a:gd name="T37" fmla="*/ 366 h 192"/>
                <a:gd name="T38" fmla="*/ 685 w 220"/>
                <a:gd name="T39" fmla="*/ 459 h 192"/>
                <a:gd name="T40" fmla="*/ 754 w 220"/>
                <a:gd name="T41" fmla="*/ 514 h 192"/>
                <a:gd name="T42" fmla="*/ 741 w 220"/>
                <a:gd name="T43" fmla="*/ 542 h 192"/>
                <a:gd name="T44" fmla="*/ 747 w 220"/>
                <a:gd name="T45" fmla="*/ 588 h 192"/>
                <a:gd name="T46" fmla="*/ 760 w 220"/>
                <a:gd name="T47" fmla="*/ 711 h 192"/>
                <a:gd name="T48" fmla="*/ 785 w 220"/>
                <a:gd name="T49" fmla="*/ 677 h 192"/>
                <a:gd name="T50" fmla="*/ 799 w 220"/>
                <a:gd name="T51" fmla="*/ 629 h 192"/>
                <a:gd name="T52" fmla="*/ 821 w 220"/>
                <a:gd name="T53" fmla="*/ 546 h 192"/>
                <a:gd name="T54" fmla="*/ 841 w 220"/>
                <a:gd name="T55" fmla="*/ 542 h 192"/>
                <a:gd name="T56" fmla="*/ 837 w 220"/>
                <a:gd name="T57" fmla="*/ 459 h 192"/>
                <a:gd name="T58" fmla="*/ 837 w 220"/>
                <a:gd name="T59" fmla="*/ 388 h 192"/>
                <a:gd name="T60" fmla="*/ 815 w 220"/>
                <a:gd name="T61" fmla="*/ 298 h 192"/>
                <a:gd name="T62" fmla="*/ 794 w 220"/>
                <a:gd name="T63" fmla="*/ 210 h 192"/>
                <a:gd name="T64" fmla="*/ 732 w 220"/>
                <a:gd name="T65" fmla="*/ 135 h 192"/>
                <a:gd name="T66" fmla="*/ 658 w 220"/>
                <a:gd name="T67" fmla="*/ 95 h 192"/>
                <a:gd name="T68" fmla="*/ 643 w 220"/>
                <a:gd name="T69" fmla="*/ 70 h 192"/>
                <a:gd name="T70" fmla="*/ 608 w 220"/>
                <a:gd name="T71" fmla="*/ 62 h 192"/>
                <a:gd name="T72" fmla="*/ 555 w 220"/>
                <a:gd name="T73" fmla="*/ 14 h 192"/>
                <a:gd name="T74" fmla="*/ 428 w 220"/>
                <a:gd name="T75" fmla="*/ 8 h 192"/>
                <a:gd name="T76" fmla="*/ 407 w 220"/>
                <a:gd name="T77" fmla="*/ 8 h 192"/>
                <a:gd name="T78" fmla="*/ 344 w 220"/>
                <a:gd name="T79" fmla="*/ 0 h 192"/>
                <a:gd name="T80" fmla="*/ 272 w 220"/>
                <a:gd name="T81" fmla="*/ 34 h 192"/>
                <a:gd name="T82" fmla="*/ 195 w 220"/>
                <a:gd name="T83" fmla="*/ 62 h 192"/>
                <a:gd name="T84" fmla="*/ 230 w 220"/>
                <a:gd name="T85" fmla="*/ 62 h 192"/>
                <a:gd name="T86" fmla="*/ 56 w 220"/>
                <a:gd name="T87" fmla="*/ 244 h 192"/>
                <a:gd name="T88" fmla="*/ 31 w 220"/>
                <a:gd name="T89" fmla="*/ 348 h 192"/>
                <a:gd name="T90" fmla="*/ 13 w 220"/>
                <a:gd name="T91" fmla="*/ 445 h 192"/>
                <a:gd name="T92" fmla="*/ 20 w 220"/>
                <a:gd name="T93" fmla="*/ 494 h 192"/>
                <a:gd name="T94" fmla="*/ 31 w 220"/>
                <a:gd name="T95" fmla="*/ 546 h 192"/>
                <a:gd name="T96" fmla="*/ 48 w 220"/>
                <a:gd name="T97" fmla="*/ 557 h 192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220" h="192">
                  <a:moveTo>
                    <a:pt x="13" y="149"/>
                  </a:moveTo>
                  <a:cubicBezTo>
                    <a:pt x="14" y="152"/>
                    <a:pt x="17" y="162"/>
                    <a:pt x="17" y="162"/>
                  </a:cubicBezTo>
                  <a:cubicBezTo>
                    <a:pt x="17" y="162"/>
                    <a:pt x="20" y="176"/>
                    <a:pt x="22" y="184"/>
                  </a:cubicBezTo>
                  <a:cubicBezTo>
                    <a:pt x="24" y="189"/>
                    <a:pt x="24" y="183"/>
                    <a:pt x="28" y="183"/>
                  </a:cubicBezTo>
                  <a:cubicBezTo>
                    <a:pt x="22" y="170"/>
                    <a:pt x="29" y="172"/>
                    <a:pt x="26" y="167"/>
                  </a:cubicBezTo>
                  <a:cubicBezTo>
                    <a:pt x="21" y="158"/>
                    <a:pt x="28" y="154"/>
                    <a:pt x="33" y="146"/>
                  </a:cubicBezTo>
                  <a:cubicBezTo>
                    <a:pt x="38" y="137"/>
                    <a:pt x="29" y="124"/>
                    <a:pt x="26" y="114"/>
                  </a:cubicBezTo>
                  <a:cubicBezTo>
                    <a:pt x="32" y="112"/>
                    <a:pt x="43" y="111"/>
                    <a:pt x="45" y="103"/>
                  </a:cubicBezTo>
                  <a:cubicBezTo>
                    <a:pt x="48" y="93"/>
                    <a:pt x="47" y="99"/>
                    <a:pt x="60" y="97"/>
                  </a:cubicBezTo>
                  <a:cubicBezTo>
                    <a:pt x="71" y="95"/>
                    <a:pt x="74" y="93"/>
                    <a:pt x="78" y="83"/>
                  </a:cubicBezTo>
                  <a:cubicBezTo>
                    <a:pt x="81" y="75"/>
                    <a:pt x="89" y="72"/>
                    <a:pt x="96" y="70"/>
                  </a:cubicBezTo>
                  <a:cubicBezTo>
                    <a:pt x="106" y="66"/>
                    <a:pt x="106" y="66"/>
                    <a:pt x="106" y="66"/>
                  </a:cubicBezTo>
                  <a:cubicBezTo>
                    <a:pt x="108" y="71"/>
                    <a:pt x="111" y="77"/>
                    <a:pt x="113" y="83"/>
                  </a:cubicBezTo>
                  <a:cubicBezTo>
                    <a:pt x="116" y="78"/>
                    <a:pt x="130" y="71"/>
                    <a:pt x="136" y="74"/>
                  </a:cubicBezTo>
                  <a:cubicBezTo>
                    <a:pt x="140" y="77"/>
                    <a:pt x="136" y="80"/>
                    <a:pt x="138" y="83"/>
                  </a:cubicBezTo>
                  <a:cubicBezTo>
                    <a:pt x="145" y="78"/>
                    <a:pt x="157" y="80"/>
                    <a:pt x="164" y="84"/>
                  </a:cubicBezTo>
                  <a:cubicBezTo>
                    <a:pt x="169" y="87"/>
                    <a:pt x="168" y="91"/>
                    <a:pt x="172" y="95"/>
                  </a:cubicBezTo>
                  <a:cubicBezTo>
                    <a:pt x="171" y="96"/>
                    <a:pt x="172" y="97"/>
                    <a:pt x="172" y="98"/>
                  </a:cubicBezTo>
                  <a:cubicBezTo>
                    <a:pt x="173" y="98"/>
                    <a:pt x="176" y="97"/>
                    <a:pt x="176" y="98"/>
                  </a:cubicBezTo>
                  <a:cubicBezTo>
                    <a:pt x="182" y="103"/>
                    <a:pt x="184" y="117"/>
                    <a:pt x="179" y="123"/>
                  </a:cubicBezTo>
                  <a:cubicBezTo>
                    <a:pt x="184" y="129"/>
                    <a:pt x="199" y="127"/>
                    <a:pt x="197" y="137"/>
                  </a:cubicBezTo>
                  <a:cubicBezTo>
                    <a:pt x="197" y="140"/>
                    <a:pt x="194" y="142"/>
                    <a:pt x="194" y="145"/>
                  </a:cubicBezTo>
                  <a:cubicBezTo>
                    <a:pt x="193" y="150"/>
                    <a:pt x="195" y="153"/>
                    <a:pt x="196" y="157"/>
                  </a:cubicBezTo>
                  <a:cubicBezTo>
                    <a:pt x="200" y="167"/>
                    <a:pt x="197" y="192"/>
                    <a:pt x="199" y="190"/>
                  </a:cubicBezTo>
                  <a:cubicBezTo>
                    <a:pt x="205" y="181"/>
                    <a:pt x="205" y="181"/>
                    <a:pt x="205" y="181"/>
                  </a:cubicBezTo>
                  <a:cubicBezTo>
                    <a:pt x="209" y="168"/>
                    <a:pt x="209" y="168"/>
                    <a:pt x="209" y="168"/>
                  </a:cubicBezTo>
                  <a:cubicBezTo>
                    <a:pt x="215" y="146"/>
                    <a:pt x="215" y="146"/>
                    <a:pt x="215" y="146"/>
                  </a:cubicBezTo>
                  <a:cubicBezTo>
                    <a:pt x="217" y="144"/>
                    <a:pt x="220" y="149"/>
                    <a:pt x="220" y="145"/>
                  </a:cubicBezTo>
                  <a:cubicBezTo>
                    <a:pt x="220" y="140"/>
                    <a:pt x="218" y="128"/>
                    <a:pt x="219" y="123"/>
                  </a:cubicBezTo>
                  <a:cubicBezTo>
                    <a:pt x="219" y="119"/>
                    <a:pt x="219" y="108"/>
                    <a:pt x="219" y="104"/>
                  </a:cubicBezTo>
                  <a:cubicBezTo>
                    <a:pt x="220" y="96"/>
                    <a:pt x="215" y="88"/>
                    <a:pt x="213" y="80"/>
                  </a:cubicBezTo>
                  <a:cubicBezTo>
                    <a:pt x="211" y="72"/>
                    <a:pt x="211" y="64"/>
                    <a:pt x="208" y="56"/>
                  </a:cubicBezTo>
                  <a:cubicBezTo>
                    <a:pt x="206" y="47"/>
                    <a:pt x="199" y="41"/>
                    <a:pt x="191" y="36"/>
                  </a:cubicBezTo>
                  <a:cubicBezTo>
                    <a:pt x="184" y="32"/>
                    <a:pt x="176" y="32"/>
                    <a:pt x="172" y="25"/>
                  </a:cubicBezTo>
                  <a:cubicBezTo>
                    <a:pt x="170" y="22"/>
                    <a:pt x="172" y="22"/>
                    <a:pt x="168" y="19"/>
                  </a:cubicBezTo>
                  <a:cubicBezTo>
                    <a:pt x="166" y="18"/>
                    <a:pt x="161" y="18"/>
                    <a:pt x="159" y="17"/>
                  </a:cubicBezTo>
                  <a:cubicBezTo>
                    <a:pt x="152" y="15"/>
                    <a:pt x="143" y="12"/>
                    <a:pt x="145" y="4"/>
                  </a:cubicBezTo>
                  <a:cubicBezTo>
                    <a:pt x="136" y="1"/>
                    <a:pt x="120" y="9"/>
                    <a:pt x="112" y="2"/>
                  </a:cubicBezTo>
                  <a:cubicBezTo>
                    <a:pt x="106" y="2"/>
                    <a:pt x="106" y="2"/>
                    <a:pt x="106" y="2"/>
                  </a:cubicBezTo>
                  <a:cubicBezTo>
                    <a:pt x="101" y="3"/>
                    <a:pt x="94" y="2"/>
                    <a:pt x="90" y="0"/>
                  </a:cubicBezTo>
                  <a:cubicBezTo>
                    <a:pt x="87" y="4"/>
                    <a:pt x="77" y="8"/>
                    <a:pt x="71" y="9"/>
                  </a:cubicBezTo>
                  <a:cubicBezTo>
                    <a:pt x="64" y="9"/>
                    <a:pt x="56" y="10"/>
                    <a:pt x="51" y="17"/>
                  </a:cubicBezTo>
                  <a:cubicBezTo>
                    <a:pt x="54" y="16"/>
                    <a:pt x="58" y="15"/>
                    <a:pt x="60" y="17"/>
                  </a:cubicBezTo>
                  <a:cubicBezTo>
                    <a:pt x="40" y="27"/>
                    <a:pt x="17" y="42"/>
                    <a:pt x="15" y="65"/>
                  </a:cubicBezTo>
                  <a:cubicBezTo>
                    <a:pt x="14" y="75"/>
                    <a:pt x="9" y="83"/>
                    <a:pt x="8" y="93"/>
                  </a:cubicBezTo>
                  <a:cubicBezTo>
                    <a:pt x="8" y="104"/>
                    <a:pt x="0" y="109"/>
                    <a:pt x="3" y="119"/>
                  </a:cubicBezTo>
                  <a:cubicBezTo>
                    <a:pt x="2" y="126"/>
                    <a:pt x="5" y="125"/>
                    <a:pt x="5" y="132"/>
                  </a:cubicBezTo>
                  <a:cubicBezTo>
                    <a:pt x="3" y="138"/>
                    <a:pt x="8" y="146"/>
                    <a:pt x="8" y="146"/>
                  </a:cubicBezTo>
                  <a:lnTo>
                    <a:pt x="13" y="149"/>
                  </a:lnTo>
                  <a:close/>
                </a:path>
              </a:pathLst>
            </a:custGeom>
            <a:solidFill>
              <a:srgbClr val="EFDA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4823" name="Freeform 746">
              <a:extLst>
                <a:ext uri="{FF2B5EF4-FFF2-40B4-BE49-F238E27FC236}">
                  <a16:creationId xmlns:a16="http://schemas.microsoft.com/office/drawing/2014/main" id="{F3B31203-0A41-4717-B65C-2CADC3954FF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3" y="830"/>
              <a:ext cx="340" cy="397"/>
            </a:xfrm>
            <a:custGeom>
              <a:avLst/>
              <a:gdLst>
                <a:gd name="T0" fmla="*/ 823 w 217"/>
                <a:gd name="T1" fmla="*/ 305 h 255"/>
                <a:gd name="T2" fmla="*/ 815 w 217"/>
                <a:gd name="T3" fmla="*/ 304 h 255"/>
                <a:gd name="T4" fmla="*/ 807 w 217"/>
                <a:gd name="T5" fmla="*/ 304 h 255"/>
                <a:gd name="T6" fmla="*/ 785 w 217"/>
                <a:gd name="T7" fmla="*/ 386 h 255"/>
                <a:gd name="T8" fmla="*/ 776 w 217"/>
                <a:gd name="T9" fmla="*/ 408 h 255"/>
                <a:gd name="T10" fmla="*/ 754 w 217"/>
                <a:gd name="T11" fmla="*/ 456 h 255"/>
                <a:gd name="T12" fmla="*/ 754 w 217"/>
                <a:gd name="T13" fmla="*/ 456 h 255"/>
                <a:gd name="T14" fmla="*/ 746 w 217"/>
                <a:gd name="T15" fmla="*/ 467 h 255"/>
                <a:gd name="T16" fmla="*/ 733 w 217"/>
                <a:gd name="T17" fmla="*/ 344 h 255"/>
                <a:gd name="T18" fmla="*/ 727 w 217"/>
                <a:gd name="T19" fmla="*/ 297 h 255"/>
                <a:gd name="T20" fmla="*/ 740 w 217"/>
                <a:gd name="T21" fmla="*/ 269 h 255"/>
                <a:gd name="T22" fmla="*/ 671 w 217"/>
                <a:gd name="T23" fmla="*/ 216 h 255"/>
                <a:gd name="T24" fmla="*/ 658 w 217"/>
                <a:gd name="T25" fmla="*/ 121 h 255"/>
                <a:gd name="T26" fmla="*/ 644 w 217"/>
                <a:gd name="T27" fmla="*/ 121 h 255"/>
                <a:gd name="T28" fmla="*/ 644 w 217"/>
                <a:gd name="T29" fmla="*/ 109 h 255"/>
                <a:gd name="T30" fmla="*/ 611 w 217"/>
                <a:gd name="T31" fmla="*/ 69 h 255"/>
                <a:gd name="T32" fmla="*/ 511 w 217"/>
                <a:gd name="T33" fmla="*/ 62 h 255"/>
                <a:gd name="T34" fmla="*/ 503 w 217"/>
                <a:gd name="T35" fmla="*/ 30 h 255"/>
                <a:gd name="T36" fmla="*/ 415 w 217"/>
                <a:gd name="T37" fmla="*/ 62 h 255"/>
                <a:gd name="T38" fmla="*/ 389 w 217"/>
                <a:gd name="T39" fmla="*/ 0 h 255"/>
                <a:gd name="T40" fmla="*/ 351 w 217"/>
                <a:gd name="T41" fmla="*/ 14 h 255"/>
                <a:gd name="T42" fmla="*/ 280 w 217"/>
                <a:gd name="T43" fmla="*/ 62 h 255"/>
                <a:gd name="T44" fmla="*/ 212 w 217"/>
                <a:gd name="T45" fmla="*/ 117 h 255"/>
                <a:gd name="T46" fmla="*/ 155 w 217"/>
                <a:gd name="T47" fmla="*/ 140 h 255"/>
                <a:gd name="T48" fmla="*/ 81 w 217"/>
                <a:gd name="T49" fmla="*/ 182 h 255"/>
                <a:gd name="T50" fmla="*/ 108 w 217"/>
                <a:gd name="T51" fmla="*/ 304 h 255"/>
                <a:gd name="T52" fmla="*/ 81 w 217"/>
                <a:gd name="T53" fmla="*/ 380 h 255"/>
                <a:gd name="T54" fmla="*/ 88 w 217"/>
                <a:gd name="T55" fmla="*/ 441 h 255"/>
                <a:gd name="T56" fmla="*/ 66 w 217"/>
                <a:gd name="T57" fmla="*/ 445 h 255"/>
                <a:gd name="T58" fmla="*/ 47 w 217"/>
                <a:gd name="T59" fmla="*/ 361 h 255"/>
                <a:gd name="T60" fmla="*/ 39 w 217"/>
                <a:gd name="T61" fmla="*/ 332 h 255"/>
                <a:gd name="T62" fmla="*/ 34 w 217"/>
                <a:gd name="T63" fmla="*/ 318 h 255"/>
                <a:gd name="T64" fmla="*/ 34 w 217"/>
                <a:gd name="T65" fmla="*/ 313 h 255"/>
                <a:gd name="T66" fmla="*/ 22 w 217"/>
                <a:gd name="T67" fmla="*/ 304 h 255"/>
                <a:gd name="T68" fmla="*/ 0 w 217"/>
                <a:gd name="T69" fmla="*/ 332 h 255"/>
                <a:gd name="T70" fmla="*/ 14 w 217"/>
                <a:gd name="T71" fmla="*/ 408 h 255"/>
                <a:gd name="T72" fmla="*/ 31 w 217"/>
                <a:gd name="T73" fmla="*/ 487 h 255"/>
                <a:gd name="T74" fmla="*/ 47 w 217"/>
                <a:gd name="T75" fmla="*/ 540 h 255"/>
                <a:gd name="T76" fmla="*/ 66 w 217"/>
                <a:gd name="T77" fmla="*/ 578 h 255"/>
                <a:gd name="T78" fmla="*/ 103 w 217"/>
                <a:gd name="T79" fmla="*/ 609 h 255"/>
                <a:gd name="T80" fmla="*/ 130 w 217"/>
                <a:gd name="T81" fmla="*/ 747 h 255"/>
                <a:gd name="T82" fmla="*/ 265 w 217"/>
                <a:gd name="T83" fmla="*/ 900 h 255"/>
                <a:gd name="T84" fmla="*/ 415 w 217"/>
                <a:gd name="T85" fmla="*/ 962 h 255"/>
                <a:gd name="T86" fmla="*/ 562 w 217"/>
                <a:gd name="T87" fmla="*/ 900 h 255"/>
                <a:gd name="T88" fmla="*/ 697 w 217"/>
                <a:gd name="T89" fmla="*/ 747 h 255"/>
                <a:gd name="T90" fmla="*/ 732 w 217"/>
                <a:gd name="T91" fmla="*/ 609 h 255"/>
                <a:gd name="T92" fmla="*/ 766 w 217"/>
                <a:gd name="T93" fmla="*/ 578 h 255"/>
                <a:gd name="T94" fmla="*/ 788 w 217"/>
                <a:gd name="T95" fmla="*/ 540 h 255"/>
                <a:gd name="T96" fmla="*/ 801 w 217"/>
                <a:gd name="T97" fmla="*/ 487 h 255"/>
                <a:gd name="T98" fmla="*/ 815 w 217"/>
                <a:gd name="T99" fmla="*/ 408 h 255"/>
                <a:gd name="T100" fmla="*/ 835 w 217"/>
                <a:gd name="T101" fmla="*/ 332 h 255"/>
                <a:gd name="T102" fmla="*/ 823 w 217"/>
                <a:gd name="T103" fmla="*/ 305 h 255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0" t="0" r="r" b="b"/>
              <a:pathLst>
                <a:path w="217" h="255">
                  <a:moveTo>
                    <a:pt x="214" y="81"/>
                  </a:moveTo>
                  <a:cubicBezTo>
                    <a:pt x="214" y="80"/>
                    <a:pt x="213" y="80"/>
                    <a:pt x="212" y="80"/>
                  </a:cubicBezTo>
                  <a:cubicBezTo>
                    <a:pt x="212" y="80"/>
                    <a:pt x="211" y="80"/>
                    <a:pt x="210" y="80"/>
                  </a:cubicBezTo>
                  <a:cubicBezTo>
                    <a:pt x="204" y="102"/>
                    <a:pt x="204" y="102"/>
                    <a:pt x="204" y="102"/>
                  </a:cubicBezTo>
                  <a:cubicBezTo>
                    <a:pt x="202" y="108"/>
                    <a:pt x="202" y="108"/>
                    <a:pt x="202" y="108"/>
                  </a:cubicBezTo>
                  <a:cubicBezTo>
                    <a:pt x="201" y="114"/>
                    <a:pt x="196" y="121"/>
                    <a:pt x="196" y="121"/>
                  </a:cubicBezTo>
                  <a:cubicBezTo>
                    <a:pt x="196" y="121"/>
                    <a:pt x="196" y="121"/>
                    <a:pt x="196" y="121"/>
                  </a:cubicBezTo>
                  <a:cubicBezTo>
                    <a:pt x="194" y="124"/>
                    <a:pt x="194" y="124"/>
                    <a:pt x="194" y="124"/>
                  </a:cubicBezTo>
                  <a:cubicBezTo>
                    <a:pt x="192" y="126"/>
                    <a:pt x="195" y="101"/>
                    <a:pt x="191" y="91"/>
                  </a:cubicBezTo>
                  <a:cubicBezTo>
                    <a:pt x="190" y="87"/>
                    <a:pt x="188" y="84"/>
                    <a:pt x="189" y="79"/>
                  </a:cubicBezTo>
                  <a:cubicBezTo>
                    <a:pt x="189" y="76"/>
                    <a:pt x="192" y="74"/>
                    <a:pt x="192" y="71"/>
                  </a:cubicBezTo>
                  <a:cubicBezTo>
                    <a:pt x="194" y="61"/>
                    <a:pt x="179" y="63"/>
                    <a:pt x="174" y="57"/>
                  </a:cubicBezTo>
                  <a:cubicBezTo>
                    <a:pt x="179" y="51"/>
                    <a:pt x="177" y="37"/>
                    <a:pt x="171" y="32"/>
                  </a:cubicBezTo>
                  <a:cubicBezTo>
                    <a:pt x="171" y="31"/>
                    <a:pt x="168" y="32"/>
                    <a:pt x="167" y="32"/>
                  </a:cubicBezTo>
                  <a:cubicBezTo>
                    <a:pt x="167" y="31"/>
                    <a:pt x="166" y="30"/>
                    <a:pt x="167" y="29"/>
                  </a:cubicBezTo>
                  <a:cubicBezTo>
                    <a:pt x="163" y="25"/>
                    <a:pt x="164" y="21"/>
                    <a:pt x="159" y="18"/>
                  </a:cubicBezTo>
                  <a:cubicBezTo>
                    <a:pt x="152" y="14"/>
                    <a:pt x="140" y="12"/>
                    <a:pt x="133" y="17"/>
                  </a:cubicBezTo>
                  <a:cubicBezTo>
                    <a:pt x="131" y="14"/>
                    <a:pt x="135" y="11"/>
                    <a:pt x="131" y="8"/>
                  </a:cubicBezTo>
                  <a:cubicBezTo>
                    <a:pt x="125" y="5"/>
                    <a:pt x="111" y="12"/>
                    <a:pt x="108" y="17"/>
                  </a:cubicBezTo>
                  <a:cubicBezTo>
                    <a:pt x="106" y="11"/>
                    <a:pt x="103" y="5"/>
                    <a:pt x="101" y="0"/>
                  </a:cubicBezTo>
                  <a:cubicBezTo>
                    <a:pt x="91" y="4"/>
                    <a:pt x="91" y="4"/>
                    <a:pt x="91" y="4"/>
                  </a:cubicBezTo>
                  <a:cubicBezTo>
                    <a:pt x="84" y="6"/>
                    <a:pt x="76" y="9"/>
                    <a:pt x="73" y="17"/>
                  </a:cubicBezTo>
                  <a:cubicBezTo>
                    <a:pt x="69" y="27"/>
                    <a:pt x="66" y="29"/>
                    <a:pt x="55" y="31"/>
                  </a:cubicBezTo>
                  <a:cubicBezTo>
                    <a:pt x="42" y="33"/>
                    <a:pt x="43" y="27"/>
                    <a:pt x="40" y="37"/>
                  </a:cubicBezTo>
                  <a:cubicBezTo>
                    <a:pt x="38" y="45"/>
                    <a:pt x="27" y="46"/>
                    <a:pt x="21" y="48"/>
                  </a:cubicBezTo>
                  <a:cubicBezTo>
                    <a:pt x="24" y="58"/>
                    <a:pt x="33" y="71"/>
                    <a:pt x="28" y="80"/>
                  </a:cubicBezTo>
                  <a:cubicBezTo>
                    <a:pt x="23" y="88"/>
                    <a:pt x="16" y="92"/>
                    <a:pt x="21" y="101"/>
                  </a:cubicBezTo>
                  <a:cubicBezTo>
                    <a:pt x="24" y="106"/>
                    <a:pt x="17" y="104"/>
                    <a:pt x="23" y="117"/>
                  </a:cubicBezTo>
                  <a:cubicBezTo>
                    <a:pt x="19" y="117"/>
                    <a:pt x="19" y="123"/>
                    <a:pt x="17" y="118"/>
                  </a:cubicBezTo>
                  <a:cubicBezTo>
                    <a:pt x="15" y="110"/>
                    <a:pt x="12" y="96"/>
                    <a:pt x="12" y="96"/>
                  </a:cubicBezTo>
                  <a:cubicBezTo>
                    <a:pt x="12" y="96"/>
                    <a:pt x="11" y="92"/>
                    <a:pt x="10" y="88"/>
                  </a:cubicBezTo>
                  <a:cubicBezTo>
                    <a:pt x="10" y="86"/>
                    <a:pt x="9" y="85"/>
                    <a:pt x="9" y="84"/>
                  </a:cubicBezTo>
                  <a:cubicBezTo>
                    <a:pt x="9" y="84"/>
                    <a:pt x="9" y="84"/>
                    <a:pt x="9" y="83"/>
                  </a:cubicBezTo>
                  <a:cubicBezTo>
                    <a:pt x="9" y="82"/>
                    <a:pt x="6" y="80"/>
                    <a:pt x="6" y="80"/>
                  </a:cubicBezTo>
                  <a:cubicBezTo>
                    <a:pt x="3" y="78"/>
                    <a:pt x="0" y="82"/>
                    <a:pt x="0" y="88"/>
                  </a:cubicBezTo>
                  <a:cubicBezTo>
                    <a:pt x="0" y="94"/>
                    <a:pt x="4" y="104"/>
                    <a:pt x="4" y="108"/>
                  </a:cubicBezTo>
                  <a:cubicBezTo>
                    <a:pt x="4" y="112"/>
                    <a:pt x="6" y="123"/>
                    <a:pt x="8" y="129"/>
                  </a:cubicBezTo>
                  <a:cubicBezTo>
                    <a:pt x="10" y="136"/>
                    <a:pt x="9" y="139"/>
                    <a:pt x="12" y="143"/>
                  </a:cubicBezTo>
                  <a:cubicBezTo>
                    <a:pt x="14" y="147"/>
                    <a:pt x="15" y="150"/>
                    <a:pt x="17" y="153"/>
                  </a:cubicBezTo>
                  <a:cubicBezTo>
                    <a:pt x="20" y="156"/>
                    <a:pt x="25" y="160"/>
                    <a:pt x="27" y="161"/>
                  </a:cubicBezTo>
                  <a:cubicBezTo>
                    <a:pt x="27" y="170"/>
                    <a:pt x="30" y="190"/>
                    <a:pt x="34" y="198"/>
                  </a:cubicBezTo>
                  <a:cubicBezTo>
                    <a:pt x="39" y="207"/>
                    <a:pt x="57" y="230"/>
                    <a:pt x="69" y="238"/>
                  </a:cubicBezTo>
                  <a:cubicBezTo>
                    <a:pt x="80" y="246"/>
                    <a:pt x="87" y="255"/>
                    <a:pt x="108" y="255"/>
                  </a:cubicBezTo>
                  <a:cubicBezTo>
                    <a:pt x="128" y="255"/>
                    <a:pt x="135" y="246"/>
                    <a:pt x="146" y="238"/>
                  </a:cubicBezTo>
                  <a:cubicBezTo>
                    <a:pt x="158" y="230"/>
                    <a:pt x="177" y="208"/>
                    <a:pt x="181" y="198"/>
                  </a:cubicBezTo>
                  <a:cubicBezTo>
                    <a:pt x="185" y="189"/>
                    <a:pt x="189" y="170"/>
                    <a:pt x="190" y="161"/>
                  </a:cubicBezTo>
                  <a:cubicBezTo>
                    <a:pt x="192" y="160"/>
                    <a:pt x="197" y="156"/>
                    <a:pt x="199" y="153"/>
                  </a:cubicBezTo>
                  <a:cubicBezTo>
                    <a:pt x="202" y="150"/>
                    <a:pt x="203" y="147"/>
                    <a:pt x="205" y="143"/>
                  </a:cubicBezTo>
                  <a:cubicBezTo>
                    <a:pt x="207" y="139"/>
                    <a:pt x="206" y="136"/>
                    <a:pt x="208" y="129"/>
                  </a:cubicBezTo>
                  <a:cubicBezTo>
                    <a:pt x="211" y="123"/>
                    <a:pt x="212" y="112"/>
                    <a:pt x="212" y="108"/>
                  </a:cubicBezTo>
                  <a:cubicBezTo>
                    <a:pt x="212" y="104"/>
                    <a:pt x="217" y="94"/>
                    <a:pt x="217" y="88"/>
                  </a:cubicBezTo>
                  <a:cubicBezTo>
                    <a:pt x="217" y="85"/>
                    <a:pt x="216" y="82"/>
                    <a:pt x="214" y="81"/>
                  </a:cubicBezTo>
                </a:path>
              </a:pathLst>
            </a:custGeom>
            <a:solidFill>
              <a:srgbClr val="FEF2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4824" name="Freeform 747">
              <a:extLst>
                <a:ext uri="{FF2B5EF4-FFF2-40B4-BE49-F238E27FC236}">
                  <a16:creationId xmlns:a16="http://schemas.microsoft.com/office/drawing/2014/main" id="{81CC0B22-5B74-49B9-A560-35613B6D944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9" y="959"/>
              <a:ext cx="94" cy="86"/>
            </a:xfrm>
            <a:custGeom>
              <a:avLst/>
              <a:gdLst>
                <a:gd name="T0" fmla="*/ 22 w 60"/>
                <a:gd name="T1" fmla="*/ 56 h 55"/>
                <a:gd name="T2" fmla="*/ 212 w 60"/>
                <a:gd name="T3" fmla="*/ 69 h 55"/>
                <a:gd name="T4" fmla="*/ 185 w 60"/>
                <a:gd name="T5" fmla="*/ 210 h 55"/>
                <a:gd name="T6" fmla="*/ 182 w 60"/>
                <a:gd name="T7" fmla="*/ 130 h 55"/>
                <a:gd name="T8" fmla="*/ 127 w 60"/>
                <a:gd name="T9" fmla="*/ 142 h 55"/>
                <a:gd name="T10" fmla="*/ 0 w 60"/>
                <a:gd name="T11" fmla="*/ 83 h 5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0" h="55">
                  <a:moveTo>
                    <a:pt x="6" y="15"/>
                  </a:moveTo>
                  <a:cubicBezTo>
                    <a:pt x="19" y="7"/>
                    <a:pt x="48" y="0"/>
                    <a:pt x="55" y="18"/>
                  </a:cubicBezTo>
                  <a:cubicBezTo>
                    <a:pt x="60" y="28"/>
                    <a:pt x="57" y="49"/>
                    <a:pt x="48" y="55"/>
                  </a:cubicBezTo>
                  <a:cubicBezTo>
                    <a:pt x="48" y="49"/>
                    <a:pt x="52" y="37"/>
                    <a:pt x="47" y="34"/>
                  </a:cubicBezTo>
                  <a:cubicBezTo>
                    <a:pt x="45" y="33"/>
                    <a:pt x="36" y="37"/>
                    <a:pt x="33" y="37"/>
                  </a:cubicBezTo>
                  <a:cubicBezTo>
                    <a:pt x="22" y="36"/>
                    <a:pt x="9" y="28"/>
                    <a:pt x="0" y="22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4825" name="Freeform 748">
              <a:extLst>
                <a:ext uri="{FF2B5EF4-FFF2-40B4-BE49-F238E27FC236}">
                  <a16:creationId xmlns:a16="http://schemas.microsoft.com/office/drawing/2014/main" id="{109FDF39-88DA-4116-A4BF-80218B91F67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1" y="1140"/>
              <a:ext cx="1282" cy="2916"/>
            </a:xfrm>
            <a:custGeom>
              <a:avLst/>
              <a:gdLst>
                <a:gd name="T0" fmla="*/ 3016 w 820"/>
                <a:gd name="T1" fmla="*/ 3233 h 1876"/>
                <a:gd name="T2" fmla="*/ 2836 w 820"/>
                <a:gd name="T3" fmla="*/ 2810 h 1876"/>
                <a:gd name="T4" fmla="*/ 2733 w 820"/>
                <a:gd name="T5" fmla="*/ 1727 h 1876"/>
                <a:gd name="T6" fmla="*/ 2403 w 820"/>
                <a:gd name="T7" fmla="*/ 488 h 1876"/>
                <a:gd name="T8" fmla="*/ 1845 w 820"/>
                <a:gd name="T9" fmla="*/ 0 h 1876"/>
                <a:gd name="T10" fmla="*/ 1418 w 820"/>
                <a:gd name="T11" fmla="*/ 148 h 1876"/>
                <a:gd name="T12" fmla="*/ 907 w 820"/>
                <a:gd name="T13" fmla="*/ 432 h 1876"/>
                <a:gd name="T14" fmla="*/ 469 w 820"/>
                <a:gd name="T15" fmla="*/ 1180 h 1876"/>
                <a:gd name="T16" fmla="*/ 313 w 820"/>
                <a:gd name="T17" fmla="*/ 2614 h 1876"/>
                <a:gd name="T18" fmla="*/ 272 w 820"/>
                <a:gd name="T19" fmla="*/ 3037 h 1876"/>
                <a:gd name="T20" fmla="*/ 27 w 820"/>
                <a:gd name="T21" fmla="*/ 3474 h 1876"/>
                <a:gd name="T22" fmla="*/ 195 w 820"/>
                <a:gd name="T23" fmla="*/ 3368 h 1876"/>
                <a:gd name="T24" fmla="*/ 272 w 820"/>
                <a:gd name="T25" fmla="*/ 3752 h 1876"/>
                <a:gd name="T26" fmla="*/ 416 w 820"/>
                <a:gd name="T27" fmla="*/ 3762 h 1876"/>
                <a:gd name="T28" fmla="*/ 508 w 820"/>
                <a:gd name="T29" fmla="*/ 3727 h 1876"/>
                <a:gd name="T30" fmla="*/ 603 w 820"/>
                <a:gd name="T31" fmla="*/ 3368 h 1876"/>
                <a:gd name="T32" fmla="*/ 569 w 820"/>
                <a:gd name="T33" fmla="*/ 2872 h 1876"/>
                <a:gd name="T34" fmla="*/ 808 w 820"/>
                <a:gd name="T35" fmla="*/ 1640 h 1876"/>
                <a:gd name="T36" fmla="*/ 825 w 820"/>
                <a:gd name="T37" fmla="*/ 1488 h 1876"/>
                <a:gd name="T38" fmla="*/ 921 w 820"/>
                <a:gd name="T39" fmla="*/ 2475 h 1876"/>
                <a:gd name="T40" fmla="*/ 932 w 820"/>
                <a:gd name="T41" fmla="*/ 4537 h 1876"/>
                <a:gd name="T42" fmla="*/ 997 w 820"/>
                <a:gd name="T43" fmla="*/ 5596 h 1876"/>
                <a:gd name="T44" fmla="*/ 1188 w 820"/>
                <a:gd name="T45" fmla="*/ 6569 h 1876"/>
                <a:gd name="T46" fmla="*/ 968 w 820"/>
                <a:gd name="T47" fmla="*/ 6861 h 1876"/>
                <a:gd name="T48" fmla="*/ 963 w 820"/>
                <a:gd name="T49" fmla="*/ 6937 h 1876"/>
                <a:gd name="T50" fmla="*/ 1019 w 820"/>
                <a:gd name="T51" fmla="*/ 6973 h 1876"/>
                <a:gd name="T52" fmla="*/ 1229 w 820"/>
                <a:gd name="T53" fmla="*/ 6999 h 1876"/>
                <a:gd name="T54" fmla="*/ 1459 w 820"/>
                <a:gd name="T55" fmla="*/ 6911 h 1876"/>
                <a:gd name="T56" fmla="*/ 1474 w 820"/>
                <a:gd name="T57" fmla="*/ 6511 h 1876"/>
                <a:gd name="T58" fmla="*/ 1493 w 820"/>
                <a:gd name="T59" fmla="*/ 5453 h 1876"/>
                <a:gd name="T60" fmla="*/ 1520 w 820"/>
                <a:gd name="T61" fmla="*/ 4074 h 1876"/>
                <a:gd name="T62" fmla="*/ 1609 w 820"/>
                <a:gd name="T63" fmla="*/ 4074 h 1876"/>
                <a:gd name="T64" fmla="*/ 1640 w 820"/>
                <a:gd name="T65" fmla="*/ 5453 h 1876"/>
                <a:gd name="T66" fmla="*/ 1660 w 820"/>
                <a:gd name="T67" fmla="*/ 6511 h 1876"/>
                <a:gd name="T68" fmla="*/ 1670 w 820"/>
                <a:gd name="T69" fmla="*/ 6911 h 1876"/>
                <a:gd name="T70" fmla="*/ 1900 w 820"/>
                <a:gd name="T71" fmla="*/ 6999 h 1876"/>
                <a:gd name="T72" fmla="*/ 2109 w 820"/>
                <a:gd name="T73" fmla="*/ 6978 h 1876"/>
                <a:gd name="T74" fmla="*/ 2170 w 820"/>
                <a:gd name="T75" fmla="*/ 6937 h 1876"/>
                <a:gd name="T76" fmla="*/ 2165 w 820"/>
                <a:gd name="T77" fmla="*/ 6861 h 1876"/>
                <a:gd name="T78" fmla="*/ 1940 w 820"/>
                <a:gd name="T79" fmla="*/ 6569 h 1876"/>
                <a:gd name="T80" fmla="*/ 2136 w 820"/>
                <a:gd name="T81" fmla="*/ 5596 h 1876"/>
                <a:gd name="T82" fmla="*/ 2203 w 820"/>
                <a:gd name="T83" fmla="*/ 4537 h 1876"/>
                <a:gd name="T84" fmla="*/ 2308 w 820"/>
                <a:gd name="T85" fmla="*/ 2928 h 1876"/>
                <a:gd name="T86" fmla="*/ 2287 w 820"/>
                <a:gd name="T87" fmla="*/ 1694 h 1876"/>
                <a:gd name="T88" fmla="*/ 2312 w 820"/>
                <a:gd name="T89" fmla="*/ 1564 h 1876"/>
                <a:gd name="T90" fmla="*/ 2381 w 820"/>
                <a:gd name="T91" fmla="*/ 2350 h 1876"/>
                <a:gd name="T92" fmla="*/ 2569 w 820"/>
                <a:gd name="T93" fmla="*/ 3082 h 1876"/>
                <a:gd name="T94" fmla="*/ 2584 w 820"/>
                <a:gd name="T95" fmla="*/ 3617 h 1876"/>
                <a:gd name="T96" fmla="*/ 2694 w 820"/>
                <a:gd name="T97" fmla="*/ 3788 h 1876"/>
                <a:gd name="T98" fmla="*/ 2794 w 820"/>
                <a:gd name="T99" fmla="*/ 3779 h 1876"/>
                <a:gd name="T100" fmla="*/ 2903 w 820"/>
                <a:gd name="T101" fmla="*/ 3490 h 1876"/>
                <a:gd name="T102" fmla="*/ 3085 w 820"/>
                <a:gd name="T103" fmla="*/ 3542 h 187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0" t="0" r="r" b="b"/>
              <a:pathLst>
                <a:path w="820" h="1876">
                  <a:moveTo>
                    <a:pt x="813" y="925"/>
                  </a:moveTo>
                  <a:cubicBezTo>
                    <a:pt x="809" y="915"/>
                    <a:pt x="808" y="904"/>
                    <a:pt x="804" y="899"/>
                  </a:cubicBezTo>
                  <a:cubicBezTo>
                    <a:pt x="801" y="894"/>
                    <a:pt x="795" y="869"/>
                    <a:pt x="789" y="861"/>
                  </a:cubicBezTo>
                  <a:cubicBezTo>
                    <a:pt x="782" y="852"/>
                    <a:pt x="757" y="815"/>
                    <a:pt x="751" y="809"/>
                  </a:cubicBezTo>
                  <a:cubicBezTo>
                    <a:pt x="748" y="805"/>
                    <a:pt x="750" y="791"/>
                    <a:pt x="747" y="781"/>
                  </a:cubicBezTo>
                  <a:cubicBezTo>
                    <a:pt x="744" y="771"/>
                    <a:pt x="745" y="760"/>
                    <a:pt x="742" y="748"/>
                  </a:cubicBezTo>
                  <a:cubicBezTo>
                    <a:pt x="739" y="736"/>
                    <a:pt x="739" y="713"/>
                    <a:pt x="738" y="696"/>
                  </a:cubicBezTo>
                  <a:cubicBezTo>
                    <a:pt x="737" y="669"/>
                    <a:pt x="737" y="560"/>
                    <a:pt x="721" y="521"/>
                  </a:cubicBezTo>
                  <a:cubicBezTo>
                    <a:pt x="717" y="508"/>
                    <a:pt x="714" y="488"/>
                    <a:pt x="715" y="460"/>
                  </a:cubicBezTo>
                  <a:cubicBezTo>
                    <a:pt x="713" y="383"/>
                    <a:pt x="696" y="338"/>
                    <a:pt x="697" y="314"/>
                  </a:cubicBezTo>
                  <a:cubicBezTo>
                    <a:pt x="702" y="279"/>
                    <a:pt x="695" y="242"/>
                    <a:pt x="688" y="212"/>
                  </a:cubicBezTo>
                  <a:cubicBezTo>
                    <a:pt x="674" y="149"/>
                    <a:pt x="643" y="133"/>
                    <a:pt x="629" y="130"/>
                  </a:cubicBezTo>
                  <a:cubicBezTo>
                    <a:pt x="615" y="127"/>
                    <a:pt x="593" y="125"/>
                    <a:pt x="583" y="115"/>
                  </a:cubicBezTo>
                  <a:cubicBezTo>
                    <a:pt x="576" y="109"/>
                    <a:pt x="527" y="87"/>
                    <a:pt x="513" y="85"/>
                  </a:cubicBezTo>
                  <a:cubicBezTo>
                    <a:pt x="476" y="78"/>
                    <a:pt x="483" y="13"/>
                    <a:pt x="483" y="0"/>
                  </a:cubicBezTo>
                  <a:cubicBezTo>
                    <a:pt x="479" y="10"/>
                    <a:pt x="460" y="31"/>
                    <a:pt x="448" y="39"/>
                  </a:cubicBezTo>
                  <a:cubicBezTo>
                    <a:pt x="437" y="47"/>
                    <a:pt x="430" y="56"/>
                    <a:pt x="410" y="56"/>
                  </a:cubicBezTo>
                  <a:cubicBezTo>
                    <a:pt x="389" y="56"/>
                    <a:pt x="382" y="47"/>
                    <a:pt x="371" y="39"/>
                  </a:cubicBezTo>
                  <a:cubicBezTo>
                    <a:pt x="360" y="31"/>
                    <a:pt x="343" y="11"/>
                    <a:pt x="337" y="1"/>
                  </a:cubicBezTo>
                  <a:cubicBezTo>
                    <a:pt x="338" y="17"/>
                    <a:pt x="343" y="79"/>
                    <a:pt x="307" y="85"/>
                  </a:cubicBezTo>
                  <a:cubicBezTo>
                    <a:pt x="293" y="87"/>
                    <a:pt x="244" y="109"/>
                    <a:pt x="237" y="115"/>
                  </a:cubicBezTo>
                  <a:cubicBezTo>
                    <a:pt x="227" y="125"/>
                    <a:pt x="205" y="127"/>
                    <a:pt x="191" y="130"/>
                  </a:cubicBezTo>
                  <a:cubicBezTo>
                    <a:pt x="177" y="133"/>
                    <a:pt x="146" y="149"/>
                    <a:pt x="132" y="212"/>
                  </a:cubicBezTo>
                  <a:cubicBezTo>
                    <a:pt x="125" y="242"/>
                    <a:pt x="118" y="279"/>
                    <a:pt x="123" y="314"/>
                  </a:cubicBezTo>
                  <a:cubicBezTo>
                    <a:pt x="124" y="338"/>
                    <a:pt x="107" y="383"/>
                    <a:pt x="105" y="460"/>
                  </a:cubicBezTo>
                  <a:cubicBezTo>
                    <a:pt x="106" y="488"/>
                    <a:pt x="103" y="508"/>
                    <a:pt x="99" y="521"/>
                  </a:cubicBezTo>
                  <a:cubicBezTo>
                    <a:pt x="83" y="560"/>
                    <a:pt x="83" y="669"/>
                    <a:pt x="82" y="696"/>
                  </a:cubicBezTo>
                  <a:cubicBezTo>
                    <a:pt x="81" y="713"/>
                    <a:pt x="81" y="736"/>
                    <a:pt x="78" y="748"/>
                  </a:cubicBezTo>
                  <a:cubicBezTo>
                    <a:pt x="75" y="760"/>
                    <a:pt x="78" y="771"/>
                    <a:pt x="74" y="781"/>
                  </a:cubicBezTo>
                  <a:cubicBezTo>
                    <a:pt x="71" y="791"/>
                    <a:pt x="73" y="805"/>
                    <a:pt x="71" y="809"/>
                  </a:cubicBezTo>
                  <a:cubicBezTo>
                    <a:pt x="64" y="815"/>
                    <a:pt x="39" y="852"/>
                    <a:pt x="33" y="861"/>
                  </a:cubicBezTo>
                  <a:cubicBezTo>
                    <a:pt x="26" y="869"/>
                    <a:pt x="19" y="894"/>
                    <a:pt x="16" y="899"/>
                  </a:cubicBezTo>
                  <a:cubicBezTo>
                    <a:pt x="12" y="904"/>
                    <a:pt x="11" y="915"/>
                    <a:pt x="7" y="925"/>
                  </a:cubicBezTo>
                  <a:cubicBezTo>
                    <a:pt x="4" y="935"/>
                    <a:pt x="0" y="944"/>
                    <a:pt x="13" y="943"/>
                  </a:cubicBezTo>
                  <a:cubicBezTo>
                    <a:pt x="23" y="942"/>
                    <a:pt x="34" y="925"/>
                    <a:pt x="36" y="913"/>
                  </a:cubicBezTo>
                  <a:cubicBezTo>
                    <a:pt x="39" y="912"/>
                    <a:pt x="45" y="904"/>
                    <a:pt x="51" y="897"/>
                  </a:cubicBezTo>
                  <a:cubicBezTo>
                    <a:pt x="50" y="903"/>
                    <a:pt x="55" y="909"/>
                    <a:pt x="60" y="929"/>
                  </a:cubicBezTo>
                  <a:cubicBezTo>
                    <a:pt x="60" y="936"/>
                    <a:pt x="65" y="952"/>
                    <a:pt x="65" y="960"/>
                  </a:cubicBezTo>
                  <a:cubicBezTo>
                    <a:pt x="64" y="968"/>
                    <a:pt x="69" y="988"/>
                    <a:pt x="71" y="999"/>
                  </a:cubicBezTo>
                  <a:cubicBezTo>
                    <a:pt x="74" y="1009"/>
                    <a:pt x="83" y="1010"/>
                    <a:pt x="89" y="1006"/>
                  </a:cubicBezTo>
                  <a:cubicBezTo>
                    <a:pt x="89" y="1006"/>
                    <a:pt x="89" y="1015"/>
                    <a:pt x="98" y="1017"/>
                  </a:cubicBezTo>
                  <a:cubicBezTo>
                    <a:pt x="107" y="1018"/>
                    <a:pt x="109" y="1002"/>
                    <a:pt x="109" y="1002"/>
                  </a:cubicBezTo>
                  <a:cubicBezTo>
                    <a:pt x="109" y="1002"/>
                    <a:pt x="109" y="1008"/>
                    <a:pt x="115" y="1009"/>
                  </a:cubicBezTo>
                  <a:cubicBezTo>
                    <a:pt x="125" y="1009"/>
                    <a:pt x="127" y="989"/>
                    <a:pt x="127" y="989"/>
                  </a:cubicBezTo>
                  <a:cubicBezTo>
                    <a:pt x="127" y="991"/>
                    <a:pt x="128" y="993"/>
                    <a:pt x="133" y="993"/>
                  </a:cubicBezTo>
                  <a:cubicBezTo>
                    <a:pt x="138" y="993"/>
                    <a:pt x="142" y="972"/>
                    <a:pt x="144" y="963"/>
                  </a:cubicBezTo>
                  <a:cubicBezTo>
                    <a:pt x="147" y="954"/>
                    <a:pt x="150" y="946"/>
                    <a:pt x="151" y="940"/>
                  </a:cubicBezTo>
                  <a:cubicBezTo>
                    <a:pt x="152" y="933"/>
                    <a:pt x="152" y="929"/>
                    <a:pt x="158" y="897"/>
                  </a:cubicBezTo>
                  <a:cubicBezTo>
                    <a:pt x="164" y="865"/>
                    <a:pt x="146" y="832"/>
                    <a:pt x="148" y="821"/>
                  </a:cubicBezTo>
                  <a:cubicBezTo>
                    <a:pt x="151" y="811"/>
                    <a:pt x="141" y="794"/>
                    <a:pt x="143" y="792"/>
                  </a:cubicBezTo>
                  <a:cubicBezTo>
                    <a:pt x="144" y="789"/>
                    <a:pt x="147" y="777"/>
                    <a:pt x="149" y="765"/>
                  </a:cubicBezTo>
                  <a:cubicBezTo>
                    <a:pt x="151" y="753"/>
                    <a:pt x="194" y="650"/>
                    <a:pt x="198" y="626"/>
                  </a:cubicBezTo>
                  <a:cubicBezTo>
                    <a:pt x="206" y="582"/>
                    <a:pt x="205" y="563"/>
                    <a:pt x="201" y="532"/>
                  </a:cubicBezTo>
                  <a:cubicBezTo>
                    <a:pt x="202" y="509"/>
                    <a:pt x="211" y="448"/>
                    <a:pt x="212" y="437"/>
                  </a:cubicBezTo>
                  <a:cubicBezTo>
                    <a:pt x="213" y="435"/>
                    <a:pt x="213" y="424"/>
                    <a:pt x="215" y="416"/>
                  </a:cubicBezTo>
                  <a:cubicBezTo>
                    <a:pt x="215" y="412"/>
                    <a:pt x="216" y="404"/>
                    <a:pt x="216" y="395"/>
                  </a:cubicBezTo>
                  <a:cubicBezTo>
                    <a:pt x="216" y="396"/>
                    <a:pt x="216" y="396"/>
                    <a:pt x="216" y="396"/>
                  </a:cubicBezTo>
                  <a:cubicBezTo>
                    <a:pt x="217" y="406"/>
                    <a:pt x="220" y="424"/>
                    <a:pt x="221" y="451"/>
                  </a:cubicBezTo>
                  <a:cubicBezTo>
                    <a:pt x="220" y="475"/>
                    <a:pt x="231" y="516"/>
                    <a:pt x="233" y="537"/>
                  </a:cubicBezTo>
                  <a:cubicBezTo>
                    <a:pt x="230" y="544"/>
                    <a:pt x="241" y="659"/>
                    <a:pt x="241" y="659"/>
                  </a:cubicBezTo>
                  <a:cubicBezTo>
                    <a:pt x="237" y="666"/>
                    <a:pt x="217" y="753"/>
                    <a:pt x="217" y="780"/>
                  </a:cubicBezTo>
                  <a:cubicBezTo>
                    <a:pt x="214" y="793"/>
                    <a:pt x="219" y="811"/>
                    <a:pt x="218" y="841"/>
                  </a:cubicBezTo>
                  <a:cubicBezTo>
                    <a:pt x="216" y="877"/>
                    <a:pt x="184" y="1023"/>
                    <a:pt x="244" y="1208"/>
                  </a:cubicBezTo>
                  <a:cubicBezTo>
                    <a:pt x="247" y="1218"/>
                    <a:pt x="248" y="1255"/>
                    <a:pt x="252" y="1275"/>
                  </a:cubicBezTo>
                  <a:cubicBezTo>
                    <a:pt x="253" y="1281"/>
                    <a:pt x="263" y="1304"/>
                    <a:pt x="264" y="1335"/>
                  </a:cubicBezTo>
                  <a:cubicBezTo>
                    <a:pt x="265" y="1387"/>
                    <a:pt x="259" y="1453"/>
                    <a:pt x="261" y="1490"/>
                  </a:cubicBezTo>
                  <a:cubicBezTo>
                    <a:pt x="263" y="1549"/>
                    <a:pt x="288" y="1604"/>
                    <a:pt x="298" y="1642"/>
                  </a:cubicBezTo>
                  <a:cubicBezTo>
                    <a:pt x="307" y="1681"/>
                    <a:pt x="311" y="1711"/>
                    <a:pt x="309" y="1719"/>
                  </a:cubicBezTo>
                  <a:cubicBezTo>
                    <a:pt x="307" y="1726"/>
                    <a:pt x="306" y="1738"/>
                    <a:pt x="311" y="1749"/>
                  </a:cubicBezTo>
                  <a:cubicBezTo>
                    <a:pt x="312" y="1750"/>
                    <a:pt x="294" y="1788"/>
                    <a:pt x="285" y="1795"/>
                  </a:cubicBezTo>
                  <a:cubicBezTo>
                    <a:pt x="276" y="1802"/>
                    <a:pt x="273" y="1808"/>
                    <a:pt x="266" y="1812"/>
                  </a:cubicBezTo>
                  <a:cubicBezTo>
                    <a:pt x="259" y="1816"/>
                    <a:pt x="256" y="1819"/>
                    <a:pt x="253" y="1827"/>
                  </a:cubicBezTo>
                  <a:cubicBezTo>
                    <a:pt x="251" y="1833"/>
                    <a:pt x="244" y="1841"/>
                    <a:pt x="249" y="1846"/>
                  </a:cubicBezTo>
                  <a:cubicBezTo>
                    <a:pt x="250" y="1847"/>
                    <a:pt x="250" y="1847"/>
                    <a:pt x="251" y="1848"/>
                  </a:cubicBezTo>
                  <a:cubicBezTo>
                    <a:pt x="252" y="1847"/>
                    <a:pt x="252" y="1847"/>
                    <a:pt x="252" y="1847"/>
                  </a:cubicBezTo>
                  <a:cubicBezTo>
                    <a:pt x="251" y="1850"/>
                    <a:pt x="251" y="1851"/>
                    <a:pt x="252" y="1853"/>
                  </a:cubicBezTo>
                  <a:cubicBezTo>
                    <a:pt x="255" y="1858"/>
                    <a:pt x="260" y="1859"/>
                    <a:pt x="267" y="1858"/>
                  </a:cubicBezTo>
                  <a:cubicBezTo>
                    <a:pt x="267" y="1857"/>
                    <a:pt x="267" y="1857"/>
                    <a:pt x="267" y="1857"/>
                  </a:cubicBezTo>
                  <a:cubicBezTo>
                    <a:pt x="268" y="1859"/>
                    <a:pt x="268" y="1861"/>
                    <a:pt x="270" y="1863"/>
                  </a:cubicBezTo>
                  <a:cubicBezTo>
                    <a:pt x="274" y="1869"/>
                    <a:pt x="288" y="1872"/>
                    <a:pt x="294" y="1866"/>
                  </a:cubicBezTo>
                  <a:cubicBezTo>
                    <a:pt x="302" y="1871"/>
                    <a:pt x="317" y="1871"/>
                    <a:pt x="322" y="1864"/>
                  </a:cubicBezTo>
                  <a:cubicBezTo>
                    <a:pt x="326" y="1876"/>
                    <a:pt x="344" y="1874"/>
                    <a:pt x="354" y="1872"/>
                  </a:cubicBezTo>
                  <a:cubicBezTo>
                    <a:pt x="364" y="1870"/>
                    <a:pt x="368" y="1864"/>
                    <a:pt x="374" y="1859"/>
                  </a:cubicBezTo>
                  <a:cubicBezTo>
                    <a:pt x="380" y="1855"/>
                    <a:pt x="384" y="1851"/>
                    <a:pt x="382" y="1840"/>
                  </a:cubicBezTo>
                  <a:cubicBezTo>
                    <a:pt x="381" y="1829"/>
                    <a:pt x="382" y="1829"/>
                    <a:pt x="384" y="1816"/>
                  </a:cubicBezTo>
                  <a:cubicBezTo>
                    <a:pt x="384" y="1808"/>
                    <a:pt x="391" y="1806"/>
                    <a:pt x="392" y="1793"/>
                  </a:cubicBezTo>
                  <a:cubicBezTo>
                    <a:pt x="393" y="1783"/>
                    <a:pt x="385" y="1740"/>
                    <a:pt x="386" y="1734"/>
                  </a:cubicBezTo>
                  <a:cubicBezTo>
                    <a:pt x="388" y="1720"/>
                    <a:pt x="378" y="1709"/>
                    <a:pt x="375" y="1687"/>
                  </a:cubicBezTo>
                  <a:cubicBezTo>
                    <a:pt x="372" y="1665"/>
                    <a:pt x="381" y="1589"/>
                    <a:pt x="381" y="1575"/>
                  </a:cubicBezTo>
                  <a:cubicBezTo>
                    <a:pt x="381" y="1549"/>
                    <a:pt x="395" y="1506"/>
                    <a:pt x="391" y="1452"/>
                  </a:cubicBezTo>
                  <a:cubicBezTo>
                    <a:pt x="389" y="1421"/>
                    <a:pt x="374" y="1327"/>
                    <a:pt x="374" y="1305"/>
                  </a:cubicBezTo>
                  <a:cubicBezTo>
                    <a:pt x="374" y="1302"/>
                    <a:pt x="373" y="1278"/>
                    <a:pt x="374" y="1274"/>
                  </a:cubicBezTo>
                  <a:cubicBezTo>
                    <a:pt x="378" y="1260"/>
                    <a:pt x="398" y="1087"/>
                    <a:pt x="398" y="1085"/>
                  </a:cubicBezTo>
                  <a:cubicBezTo>
                    <a:pt x="401" y="1065"/>
                    <a:pt x="409" y="929"/>
                    <a:pt x="409" y="929"/>
                  </a:cubicBezTo>
                  <a:cubicBezTo>
                    <a:pt x="411" y="929"/>
                    <a:pt x="411" y="929"/>
                    <a:pt x="411" y="929"/>
                  </a:cubicBezTo>
                  <a:cubicBezTo>
                    <a:pt x="411" y="929"/>
                    <a:pt x="419" y="1065"/>
                    <a:pt x="421" y="1085"/>
                  </a:cubicBezTo>
                  <a:cubicBezTo>
                    <a:pt x="421" y="1087"/>
                    <a:pt x="441" y="1260"/>
                    <a:pt x="446" y="1274"/>
                  </a:cubicBezTo>
                  <a:cubicBezTo>
                    <a:pt x="447" y="1278"/>
                    <a:pt x="446" y="1302"/>
                    <a:pt x="446" y="1305"/>
                  </a:cubicBezTo>
                  <a:cubicBezTo>
                    <a:pt x="446" y="1327"/>
                    <a:pt x="431" y="1421"/>
                    <a:pt x="429" y="1452"/>
                  </a:cubicBezTo>
                  <a:cubicBezTo>
                    <a:pt x="425" y="1506"/>
                    <a:pt x="439" y="1549"/>
                    <a:pt x="439" y="1575"/>
                  </a:cubicBezTo>
                  <a:cubicBezTo>
                    <a:pt x="439" y="1589"/>
                    <a:pt x="448" y="1665"/>
                    <a:pt x="445" y="1687"/>
                  </a:cubicBezTo>
                  <a:cubicBezTo>
                    <a:pt x="441" y="1709"/>
                    <a:pt x="432" y="1720"/>
                    <a:pt x="434" y="1734"/>
                  </a:cubicBezTo>
                  <a:cubicBezTo>
                    <a:pt x="435" y="1740"/>
                    <a:pt x="427" y="1783"/>
                    <a:pt x="428" y="1793"/>
                  </a:cubicBezTo>
                  <a:cubicBezTo>
                    <a:pt x="429" y="1806"/>
                    <a:pt x="435" y="1808"/>
                    <a:pt x="436" y="1816"/>
                  </a:cubicBezTo>
                  <a:cubicBezTo>
                    <a:pt x="437" y="1829"/>
                    <a:pt x="439" y="1829"/>
                    <a:pt x="437" y="1840"/>
                  </a:cubicBezTo>
                  <a:cubicBezTo>
                    <a:pt x="436" y="1851"/>
                    <a:pt x="440" y="1855"/>
                    <a:pt x="446" y="1859"/>
                  </a:cubicBezTo>
                  <a:cubicBezTo>
                    <a:pt x="451" y="1864"/>
                    <a:pt x="456" y="1870"/>
                    <a:pt x="466" y="1872"/>
                  </a:cubicBezTo>
                  <a:cubicBezTo>
                    <a:pt x="476" y="1874"/>
                    <a:pt x="493" y="1876"/>
                    <a:pt x="497" y="1864"/>
                  </a:cubicBezTo>
                  <a:cubicBezTo>
                    <a:pt x="503" y="1871"/>
                    <a:pt x="518" y="1871"/>
                    <a:pt x="526" y="1866"/>
                  </a:cubicBezTo>
                  <a:cubicBezTo>
                    <a:pt x="531" y="1872"/>
                    <a:pt x="546" y="1869"/>
                    <a:pt x="550" y="1863"/>
                  </a:cubicBezTo>
                  <a:cubicBezTo>
                    <a:pt x="552" y="1861"/>
                    <a:pt x="552" y="1859"/>
                    <a:pt x="552" y="1858"/>
                  </a:cubicBezTo>
                  <a:cubicBezTo>
                    <a:pt x="553" y="1858"/>
                    <a:pt x="553" y="1858"/>
                    <a:pt x="553" y="1858"/>
                  </a:cubicBezTo>
                  <a:cubicBezTo>
                    <a:pt x="559" y="1859"/>
                    <a:pt x="567" y="1857"/>
                    <a:pt x="568" y="1853"/>
                  </a:cubicBezTo>
                  <a:cubicBezTo>
                    <a:pt x="569" y="1851"/>
                    <a:pt x="569" y="1850"/>
                    <a:pt x="568" y="1847"/>
                  </a:cubicBezTo>
                  <a:cubicBezTo>
                    <a:pt x="568" y="1848"/>
                    <a:pt x="568" y="1848"/>
                    <a:pt x="568" y="1848"/>
                  </a:cubicBezTo>
                  <a:cubicBezTo>
                    <a:pt x="569" y="1847"/>
                    <a:pt x="570" y="1847"/>
                    <a:pt x="571" y="1846"/>
                  </a:cubicBezTo>
                  <a:cubicBezTo>
                    <a:pt x="576" y="1841"/>
                    <a:pt x="569" y="1833"/>
                    <a:pt x="567" y="1827"/>
                  </a:cubicBezTo>
                  <a:cubicBezTo>
                    <a:pt x="564" y="1819"/>
                    <a:pt x="560" y="1816"/>
                    <a:pt x="553" y="1812"/>
                  </a:cubicBezTo>
                  <a:cubicBezTo>
                    <a:pt x="546" y="1808"/>
                    <a:pt x="544" y="1802"/>
                    <a:pt x="535" y="1795"/>
                  </a:cubicBezTo>
                  <a:cubicBezTo>
                    <a:pt x="525" y="1788"/>
                    <a:pt x="508" y="1750"/>
                    <a:pt x="508" y="1749"/>
                  </a:cubicBezTo>
                  <a:cubicBezTo>
                    <a:pt x="514" y="1738"/>
                    <a:pt x="512" y="1726"/>
                    <a:pt x="511" y="1719"/>
                  </a:cubicBezTo>
                  <a:cubicBezTo>
                    <a:pt x="509" y="1711"/>
                    <a:pt x="513" y="1681"/>
                    <a:pt x="522" y="1642"/>
                  </a:cubicBezTo>
                  <a:cubicBezTo>
                    <a:pt x="532" y="1604"/>
                    <a:pt x="557" y="1549"/>
                    <a:pt x="559" y="1490"/>
                  </a:cubicBezTo>
                  <a:cubicBezTo>
                    <a:pt x="561" y="1453"/>
                    <a:pt x="555" y="1387"/>
                    <a:pt x="556" y="1335"/>
                  </a:cubicBezTo>
                  <a:cubicBezTo>
                    <a:pt x="557" y="1304"/>
                    <a:pt x="567" y="1281"/>
                    <a:pt x="568" y="1275"/>
                  </a:cubicBezTo>
                  <a:cubicBezTo>
                    <a:pt x="572" y="1255"/>
                    <a:pt x="572" y="1218"/>
                    <a:pt x="576" y="1208"/>
                  </a:cubicBezTo>
                  <a:cubicBezTo>
                    <a:pt x="636" y="1023"/>
                    <a:pt x="603" y="877"/>
                    <a:pt x="602" y="841"/>
                  </a:cubicBezTo>
                  <a:cubicBezTo>
                    <a:pt x="602" y="841"/>
                    <a:pt x="602" y="841"/>
                    <a:pt x="602" y="841"/>
                  </a:cubicBezTo>
                  <a:cubicBezTo>
                    <a:pt x="601" y="811"/>
                    <a:pt x="606" y="793"/>
                    <a:pt x="604" y="780"/>
                  </a:cubicBezTo>
                  <a:cubicBezTo>
                    <a:pt x="603" y="753"/>
                    <a:pt x="583" y="666"/>
                    <a:pt x="579" y="659"/>
                  </a:cubicBezTo>
                  <a:cubicBezTo>
                    <a:pt x="579" y="659"/>
                    <a:pt x="590" y="544"/>
                    <a:pt x="587" y="537"/>
                  </a:cubicBezTo>
                  <a:cubicBezTo>
                    <a:pt x="589" y="516"/>
                    <a:pt x="600" y="475"/>
                    <a:pt x="599" y="451"/>
                  </a:cubicBezTo>
                  <a:cubicBezTo>
                    <a:pt x="600" y="424"/>
                    <a:pt x="603" y="406"/>
                    <a:pt x="604" y="396"/>
                  </a:cubicBezTo>
                  <a:cubicBezTo>
                    <a:pt x="604" y="395"/>
                    <a:pt x="604" y="395"/>
                    <a:pt x="604" y="395"/>
                  </a:cubicBezTo>
                  <a:cubicBezTo>
                    <a:pt x="604" y="404"/>
                    <a:pt x="605" y="412"/>
                    <a:pt x="605" y="416"/>
                  </a:cubicBezTo>
                  <a:cubicBezTo>
                    <a:pt x="607" y="424"/>
                    <a:pt x="607" y="435"/>
                    <a:pt x="608" y="437"/>
                  </a:cubicBezTo>
                  <a:cubicBezTo>
                    <a:pt x="609" y="448"/>
                    <a:pt x="618" y="509"/>
                    <a:pt x="619" y="532"/>
                  </a:cubicBezTo>
                  <a:cubicBezTo>
                    <a:pt x="615" y="563"/>
                    <a:pt x="614" y="582"/>
                    <a:pt x="623" y="626"/>
                  </a:cubicBezTo>
                  <a:cubicBezTo>
                    <a:pt x="626" y="650"/>
                    <a:pt x="669" y="753"/>
                    <a:pt x="671" y="765"/>
                  </a:cubicBezTo>
                  <a:cubicBezTo>
                    <a:pt x="673" y="777"/>
                    <a:pt x="676" y="789"/>
                    <a:pt x="677" y="792"/>
                  </a:cubicBezTo>
                  <a:cubicBezTo>
                    <a:pt x="679" y="794"/>
                    <a:pt x="669" y="811"/>
                    <a:pt x="672" y="821"/>
                  </a:cubicBezTo>
                  <a:cubicBezTo>
                    <a:pt x="674" y="832"/>
                    <a:pt x="656" y="865"/>
                    <a:pt x="662" y="897"/>
                  </a:cubicBezTo>
                  <a:cubicBezTo>
                    <a:pt x="668" y="929"/>
                    <a:pt x="668" y="933"/>
                    <a:pt x="669" y="940"/>
                  </a:cubicBezTo>
                  <a:cubicBezTo>
                    <a:pt x="670" y="946"/>
                    <a:pt x="673" y="954"/>
                    <a:pt x="676" y="963"/>
                  </a:cubicBezTo>
                  <a:cubicBezTo>
                    <a:pt x="678" y="972"/>
                    <a:pt x="682" y="993"/>
                    <a:pt x="687" y="993"/>
                  </a:cubicBezTo>
                  <a:cubicBezTo>
                    <a:pt x="692" y="993"/>
                    <a:pt x="693" y="991"/>
                    <a:pt x="693" y="989"/>
                  </a:cubicBezTo>
                  <a:cubicBezTo>
                    <a:pt x="693" y="989"/>
                    <a:pt x="695" y="1009"/>
                    <a:pt x="705" y="1009"/>
                  </a:cubicBezTo>
                  <a:cubicBezTo>
                    <a:pt x="711" y="1008"/>
                    <a:pt x="711" y="1002"/>
                    <a:pt x="711" y="1002"/>
                  </a:cubicBezTo>
                  <a:cubicBezTo>
                    <a:pt x="711" y="1002"/>
                    <a:pt x="713" y="1018"/>
                    <a:pt x="722" y="1017"/>
                  </a:cubicBezTo>
                  <a:cubicBezTo>
                    <a:pt x="731" y="1015"/>
                    <a:pt x="731" y="1006"/>
                    <a:pt x="731" y="1006"/>
                  </a:cubicBezTo>
                  <a:cubicBezTo>
                    <a:pt x="737" y="1010"/>
                    <a:pt x="746" y="1009"/>
                    <a:pt x="749" y="999"/>
                  </a:cubicBezTo>
                  <a:cubicBezTo>
                    <a:pt x="751" y="988"/>
                    <a:pt x="756" y="968"/>
                    <a:pt x="755" y="960"/>
                  </a:cubicBezTo>
                  <a:cubicBezTo>
                    <a:pt x="755" y="952"/>
                    <a:pt x="760" y="936"/>
                    <a:pt x="760" y="929"/>
                  </a:cubicBezTo>
                  <a:cubicBezTo>
                    <a:pt x="765" y="909"/>
                    <a:pt x="770" y="903"/>
                    <a:pt x="769" y="897"/>
                  </a:cubicBezTo>
                  <a:cubicBezTo>
                    <a:pt x="775" y="904"/>
                    <a:pt x="781" y="912"/>
                    <a:pt x="784" y="913"/>
                  </a:cubicBezTo>
                  <a:cubicBezTo>
                    <a:pt x="786" y="925"/>
                    <a:pt x="797" y="942"/>
                    <a:pt x="807" y="943"/>
                  </a:cubicBezTo>
                  <a:cubicBezTo>
                    <a:pt x="820" y="944"/>
                    <a:pt x="816" y="935"/>
                    <a:pt x="813" y="925"/>
                  </a:cubicBezTo>
                </a:path>
              </a:pathLst>
            </a:custGeom>
            <a:solidFill>
              <a:srgbClr val="FEF2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4826" name="Freeform 749">
              <a:extLst>
                <a:ext uri="{FF2B5EF4-FFF2-40B4-BE49-F238E27FC236}">
                  <a16:creationId xmlns:a16="http://schemas.microsoft.com/office/drawing/2014/main" id="{4E3EE0A8-D787-4288-B9F2-DF27B11C681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6" y="1126"/>
              <a:ext cx="106" cy="18"/>
            </a:xfrm>
            <a:custGeom>
              <a:avLst/>
              <a:gdLst>
                <a:gd name="T0" fmla="*/ 0 w 68"/>
                <a:gd name="T1" fmla="*/ 5 h 12"/>
                <a:gd name="T2" fmla="*/ 34 w 68"/>
                <a:gd name="T3" fmla="*/ 32 h 12"/>
                <a:gd name="T4" fmla="*/ 108 w 68"/>
                <a:gd name="T5" fmla="*/ 41 h 12"/>
                <a:gd name="T6" fmla="*/ 201 w 68"/>
                <a:gd name="T7" fmla="*/ 35 h 12"/>
                <a:gd name="T8" fmla="*/ 245 w 68"/>
                <a:gd name="T9" fmla="*/ 14 h 12"/>
                <a:gd name="T10" fmla="*/ 257 w 68"/>
                <a:gd name="T11" fmla="*/ 0 h 12"/>
                <a:gd name="T12" fmla="*/ 190 w 68"/>
                <a:gd name="T13" fmla="*/ 5 h 12"/>
                <a:gd name="T14" fmla="*/ 156 w 68"/>
                <a:gd name="T15" fmla="*/ 0 h 12"/>
                <a:gd name="T16" fmla="*/ 129 w 68"/>
                <a:gd name="T17" fmla="*/ 5 h 12"/>
                <a:gd name="T18" fmla="*/ 83 w 68"/>
                <a:gd name="T19" fmla="*/ 0 h 12"/>
                <a:gd name="T20" fmla="*/ 5 w 68"/>
                <a:gd name="T21" fmla="*/ 0 h 1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8" h="12">
                  <a:moveTo>
                    <a:pt x="0" y="1"/>
                  </a:moveTo>
                  <a:cubicBezTo>
                    <a:pt x="1" y="3"/>
                    <a:pt x="7" y="6"/>
                    <a:pt x="9" y="9"/>
                  </a:cubicBezTo>
                  <a:cubicBezTo>
                    <a:pt x="13" y="11"/>
                    <a:pt x="20" y="12"/>
                    <a:pt x="28" y="12"/>
                  </a:cubicBezTo>
                  <a:cubicBezTo>
                    <a:pt x="36" y="12"/>
                    <a:pt x="48" y="12"/>
                    <a:pt x="53" y="10"/>
                  </a:cubicBezTo>
                  <a:cubicBezTo>
                    <a:pt x="58" y="8"/>
                    <a:pt x="62" y="5"/>
                    <a:pt x="65" y="4"/>
                  </a:cubicBezTo>
                  <a:cubicBezTo>
                    <a:pt x="65" y="4"/>
                    <a:pt x="68" y="2"/>
                    <a:pt x="68" y="0"/>
                  </a:cubicBezTo>
                  <a:cubicBezTo>
                    <a:pt x="66" y="1"/>
                    <a:pt x="55" y="1"/>
                    <a:pt x="50" y="1"/>
                  </a:cubicBezTo>
                  <a:cubicBezTo>
                    <a:pt x="48" y="0"/>
                    <a:pt x="44" y="0"/>
                    <a:pt x="41" y="0"/>
                  </a:cubicBezTo>
                  <a:cubicBezTo>
                    <a:pt x="38" y="0"/>
                    <a:pt x="37" y="1"/>
                    <a:pt x="34" y="1"/>
                  </a:cubicBezTo>
                  <a:cubicBezTo>
                    <a:pt x="31" y="0"/>
                    <a:pt x="26" y="0"/>
                    <a:pt x="22" y="0"/>
                  </a:cubicBezTo>
                  <a:cubicBezTo>
                    <a:pt x="18" y="1"/>
                    <a:pt x="5" y="1"/>
                    <a:pt x="1" y="0"/>
                  </a:cubicBezTo>
                </a:path>
              </a:pathLst>
            </a:custGeom>
            <a:solidFill>
              <a:srgbClr val="FEE7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4827" name="Freeform 750">
              <a:extLst>
                <a:ext uri="{FF2B5EF4-FFF2-40B4-BE49-F238E27FC236}">
                  <a16:creationId xmlns:a16="http://schemas.microsoft.com/office/drawing/2014/main" id="{D1A07F99-FBC8-4331-BC63-C3ACCF33945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7" y="983"/>
              <a:ext cx="62" cy="24"/>
            </a:xfrm>
            <a:custGeom>
              <a:avLst/>
              <a:gdLst>
                <a:gd name="T0" fmla="*/ 0 w 40"/>
                <a:gd name="T1" fmla="*/ 27 h 16"/>
                <a:gd name="T2" fmla="*/ 62 w 40"/>
                <a:gd name="T3" fmla="*/ 5 h 16"/>
                <a:gd name="T4" fmla="*/ 135 w 40"/>
                <a:gd name="T5" fmla="*/ 27 h 16"/>
                <a:gd name="T6" fmla="*/ 130 w 40"/>
                <a:gd name="T7" fmla="*/ 45 h 16"/>
                <a:gd name="T8" fmla="*/ 79 w 40"/>
                <a:gd name="T9" fmla="*/ 53 h 16"/>
                <a:gd name="T10" fmla="*/ 0 w 40"/>
                <a:gd name="T11" fmla="*/ 27 h 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0" h="16">
                  <a:moveTo>
                    <a:pt x="0" y="8"/>
                  </a:moveTo>
                  <a:cubicBezTo>
                    <a:pt x="5" y="5"/>
                    <a:pt x="6" y="2"/>
                    <a:pt x="17" y="1"/>
                  </a:cubicBezTo>
                  <a:cubicBezTo>
                    <a:pt x="28" y="0"/>
                    <a:pt x="33" y="7"/>
                    <a:pt x="36" y="8"/>
                  </a:cubicBezTo>
                  <a:cubicBezTo>
                    <a:pt x="40" y="9"/>
                    <a:pt x="38" y="12"/>
                    <a:pt x="35" y="13"/>
                  </a:cubicBezTo>
                  <a:cubicBezTo>
                    <a:pt x="32" y="14"/>
                    <a:pt x="24" y="13"/>
                    <a:pt x="21" y="15"/>
                  </a:cubicBezTo>
                  <a:cubicBezTo>
                    <a:pt x="17" y="16"/>
                    <a:pt x="7" y="13"/>
                    <a:pt x="0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4828" name="Freeform 751">
              <a:extLst>
                <a:ext uri="{FF2B5EF4-FFF2-40B4-BE49-F238E27FC236}">
                  <a16:creationId xmlns:a16="http://schemas.microsoft.com/office/drawing/2014/main" id="{2462AC47-F4B9-4C83-8E89-D7EB142024F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1" y="984"/>
              <a:ext cx="25" cy="22"/>
            </a:xfrm>
            <a:custGeom>
              <a:avLst/>
              <a:gdLst>
                <a:gd name="T0" fmla="*/ 31 w 16"/>
                <a:gd name="T1" fmla="*/ 0 h 14"/>
                <a:gd name="T2" fmla="*/ 8 w 16"/>
                <a:gd name="T3" fmla="*/ 5 h 14"/>
                <a:gd name="T4" fmla="*/ 0 w 16"/>
                <a:gd name="T5" fmla="*/ 22 h 14"/>
                <a:gd name="T6" fmla="*/ 14 w 16"/>
                <a:gd name="T7" fmla="*/ 49 h 14"/>
                <a:gd name="T8" fmla="*/ 34 w 16"/>
                <a:gd name="T9" fmla="*/ 55 h 14"/>
                <a:gd name="T10" fmla="*/ 61 w 16"/>
                <a:gd name="T11" fmla="*/ 22 h 14"/>
                <a:gd name="T12" fmla="*/ 48 w 16"/>
                <a:gd name="T13" fmla="*/ 0 h 14"/>
                <a:gd name="T14" fmla="*/ 31 w 16"/>
                <a:gd name="T15" fmla="*/ 0 h 1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" h="14">
                  <a:moveTo>
                    <a:pt x="8" y="0"/>
                  </a:moveTo>
                  <a:cubicBezTo>
                    <a:pt x="6" y="0"/>
                    <a:pt x="4" y="0"/>
                    <a:pt x="2" y="1"/>
                  </a:cubicBezTo>
                  <a:cubicBezTo>
                    <a:pt x="1" y="2"/>
                    <a:pt x="0" y="4"/>
                    <a:pt x="0" y="6"/>
                  </a:cubicBezTo>
                  <a:cubicBezTo>
                    <a:pt x="0" y="9"/>
                    <a:pt x="2" y="12"/>
                    <a:pt x="4" y="13"/>
                  </a:cubicBezTo>
                  <a:cubicBezTo>
                    <a:pt x="6" y="14"/>
                    <a:pt x="8" y="14"/>
                    <a:pt x="9" y="14"/>
                  </a:cubicBezTo>
                  <a:cubicBezTo>
                    <a:pt x="13" y="13"/>
                    <a:pt x="16" y="10"/>
                    <a:pt x="16" y="6"/>
                  </a:cubicBezTo>
                  <a:cubicBezTo>
                    <a:pt x="16" y="4"/>
                    <a:pt x="15" y="1"/>
                    <a:pt x="13" y="0"/>
                  </a:cubicBezTo>
                  <a:cubicBezTo>
                    <a:pt x="11" y="0"/>
                    <a:pt x="10" y="0"/>
                    <a:pt x="8" y="0"/>
                  </a:cubicBezTo>
                </a:path>
              </a:pathLst>
            </a:custGeom>
            <a:solidFill>
              <a:srgbClr val="6B59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4829" name="Freeform 752">
              <a:extLst>
                <a:ext uri="{FF2B5EF4-FFF2-40B4-BE49-F238E27FC236}">
                  <a16:creationId xmlns:a16="http://schemas.microsoft.com/office/drawing/2014/main" id="{CF1FEAAC-674A-4186-9162-9577F921383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5" y="983"/>
              <a:ext cx="64" cy="24"/>
            </a:xfrm>
            <a:custGeom>
              <a:avLst/>
              <a:gdLst>
                <a:gd name="T0" fmla="*/ 156 w 41"/>
                <a:gd name="T1" fmla="*/ 27 h 16"/>
                <a:gd name="T2" fmla="*/ 87 w 41"/>
                <a:gd name="T3" fmla="*/ 5 h 16"/>
                <a:gd name="T4" fmla="*/ 14 w 41"/>
                <a:gd name="T5" fmla="*/ 27 h 16"/>
                <a:gd name="T6" fmla="*/ 19 w 41"/>
                <a:gd name="T7" fmla="*/ 45 h 16"/>
                <a:gd name="T8" fmla="*/ 75 w 41"/>
                <a:gd name="T9" fmla="*/ 53 h 16"/>
                <a:gd name="T10" fmla="*/ 156 w 41"/>
                <a:gd name="T11" fmla="*/ 27 h 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1" h="16">
                  <a:moveTo>
                    <a:pt x="41" y="8"/>
                  </a:moveTo>
                  <a:cubicBezTo>
                    <a:pt x="36" y="5"/>
                    <a:pt x="34" y="2"/>
                    <a:pt x="23" y="1"/>
                  </a:cubicBezTo>
                  <a:cubicBezTo>
                    <a:pt x="12" y="0"/>
                    <a:pt x="7" y="7"/>
                    <a:pt x="4" y="8"/>
                  </a:cubicBezTo>
                  <a:cubicBezTo>
                    <a:pt x="0" y="9"/>
                    <a:pt x="3" y="12"/>
                    <a:pt x="5" y="13"/>
                  </a:cubicBezTo>
                  <a:cubicBezTo>
                    <a:pt x="8" y="14"/>
                    <a:pt x="16" y="13"/>
                    <a:pt x="20" y="15"/>
                  </a:cubicBezTo>
                  <a:cubicBezTo>
                    <a:pt x="23" y="16"/>
                    <a:pt x="33" y="13"/>
                    <a:pt x="41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4830" name="Freeform 753">
              <a:extLst>
                <a:ext uri="{FF2B5EF4-FFF2-40B4-BE49-F238E27FC236}">
                  <a16:creationId xmlns:a16="http://schemas.microsoft.com/office/drawing/2014/main" id="{EA3E712C-A98A-4C19-96B5-4FA0035871C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8" y="984"/>
              <a:ext cx="25" cy="22"/>
            </a:xfrm>
            <a:custGeom>
              <a:avLst/>
              <a:gdLst>
                <a:gd name="T0" fmla="*/ 31 w 16"/>
                <a:gd name="T1" fmla="*/ 0 h 14"/>
                <a:gd name="T2" fmla="*/ 53 w 16"/>
                <a:gd name="T3" fmla="*/ 5 h 14"/>
                <a:gd name="T4" fmla="*/ 61 w 16"/>
                <a:gd name="T5" fmla="*/ 22 h 14"/>
                <a:gd name="T6" fmla="*/ 47 w 16"/>
                <a:gd name="T7" fmla="*/ 49 h 14"/>
                <a:gd name="T8" fmla="*/ 27 w 16"/>
                <a:gd name="T9" fmla="*/ 55 h 14"/>
                <a:gd name="T10" fmla="*/ 0 w 16"/>
                <a:gd name="T11" fmla="*/ 22 h 14"/>
                <a:gd name="T12" fmla="*/ 14 w 16"/>
                <a:gd name="T13" fmla="*/ 0 h 14"/>
                <a:gd name="T14" fmla="*/ 31 w 16"/>
                <a:gd name="T15" fmla="*/ 0 h 1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" h="14">
                  <a:moveTo>
                    <a:pt x="8" y="0"/>
                  </a:moveTo>
                  <a:cubicBezTo>
                    <a:pt x="10" y="0"/>
                    <a:pt x="12" y="0"/>
                    <a:pt x="14" y="1"/>
                  </a:cubicBezTo>
                  <a:cubicBezTo>
                    <a:pt x="16" y="2"/>
                    <a:pt x="16" y="4"/>
                    <a:pt x="16" y="6"/>
                  </a:cubicBezTo>
                  <a:cubicBezTo>
                    <a:pt x="16" y="9"/>
                    <a:pt x="15" y="12"/>
                    <a:pt x="12" y="13"/>
                  </a:cubicBezTo>
                  <a:cubicBezTo>
                    <a:pt x="10" y="14"/>
                    <a:pt x="8" y="14"/>
                    <a:pt x="7" y="14"/>
                  </a:cubicBezTo>
                  <a:cubicBezTo>
                    <a:pt x="3" y="13"/>
                    <a:pt x="0" y="10"/>
                    <a:pt x="0" y="6"/>
                  </a:cubicBezTo>
                  <a:cubicBezTo>
                    <a:pt x="0" y="4"/>
                    <a:pt x="1" y="1"/>
                    <a:pt x="4" y="0"/>
                  </a:cubicBezTo>
                  <a:cubicBezTo>
                    <a:pt x="5" y="0"/>
                    <a:pt x="6" y="0"/>
                    <a:pt x="8" y="0"/>
                  </a:cubicBezTo>
                </a:path>
              </a:pathLst>
            </a:custGeom>
            <a:solidFill>
              <a:srgbClr val="6B59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4831" name="Freeform 754">
              <a:extLst>
                <a:ext uri="{FF2B5EF4-FFF2-40B4-BE49-F238E27FC236}">
                  <a16:creationId xmlns:a16="http://schemas.microsoft.com/office/drawing/2014/main" id="{42949492-D4EB-4CC7-9ADA-364854EADA9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0" y="3089"/>
              <a:ext cx="75" cy="78"/>
            </a:xfrm>
            <a:custGeom>
              <a:avLst/>
              <a:gdLst>
                <a:gd name="T0" fmla="*/ 0 w 48"/>
                <a:gd name="T1" fmla="*/ 134 h 50"/>
                <a:gd name="T2" fmla="*/ 164 w 48"/>
                <a:gd name="T3" fmla="*/ 0 h 50"/>
                <a:gd name="T4" fmla="*/ 153 w 48"/>
                <a:gd name="T5" fmla="*/ 108 h 50"/>
                <a:gd name="T6" fmla="*/ 31 w 48"/>
                <a:gd name="T7" fmla="*/ 148 h 5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8" h="50">
                  <a:moveTo>
                    <a:pt x="0" y="35"/>
                  </a:moveTo>
                  <a:cubicBezTo>
                    <a:pt x="20" y="50"/>
                    <a:pt x="39" y="13"/>
                    <a:pt x="43" y="0"/>
                  </a:cubicBezTo>
                  <a:cubicBezTo>
                    <a:pt x="45" y="10"/>
                    <a:pt x="48" y="20"/>
                    <a:pt x="40" y="28"/>
                  </a:cubicBezTo>
                  <a:cubicBezTo>
                    <a:pt x="32" y="36"/>
                    <a:pt x="18" y="39"/>
                    <a:pt x="8" y="39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4832" name="Freeform 755">
              <a:extLst>
                <a:ext uri="{FF2B5EF4-FFF2-40B4-BE49-F238E27FC236}">
                  <a16:creationId xmlns:a16="http://schemas.microsoft.com/office/drawing/2014/main" id="{D9E02252-C25B-4856-8B24-4592BD4C1C5C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8" y="3086"/>
              <a:ext cx="54" cy="78"/>
            </a:xfrm>
            <a:custGeom>
              <a:avLst/>
              <a:gdLst>
                <a:gd name="T0" fmla="*/ 0 w 34"/>
                <a:gd name="T1" fmla="*/ 148 h 50"/>
                <a:gd name="T2" fmla="*/ 103 w 34"/>
                <a:gd name="T3" fmla="*/ 0 h 50"/>
                <a:gd name="T4" fmla="*/ 13 w 34"/>
                <a:gd name="T5" fmla="*/ 156 h 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50">
                  <a:moveTo>
                    <a:pt x="0" y="39"/>
                  </a:moveTo>
                  <a:cubicBezTo>
                    <a:pt x="20" y="48"/>
                    <a:pt x="27" y="11"/>
                    <a:pt x="26" y="0"/>
                  </a:cubicBezTo>
                  <a:cubicBezTo>
                    <a:pt x="34" y="16"/>
                    <a:pt x="27" y="50"/>
                    <a:pt x="3" y="41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4833" name="Freeform 756">
              <a:extLst>
                <a:ext uri="{FF2B5EF4-FFF2-40B4-BE49-F238E27FC236}">
                  <a16:creationId xmlns:a16="http://schemas.microsoft.com/office/drawing/2014/main" id="{0E483EDB-4023-4F9E-B809-57ACE29F648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9" y="737"/>
              <a:ext cx="114" cy="157"/>
            </a:xfrm>
            <a:custGeom>
              <a:avLst/>
              <a:gdLst>
                <a:gd name="T0" fmla="*/ 148 w 73"/>
                <a:gd name="T1" fmla="*/ 79 h 101"/>
                <a:gd name="T2" fmla="*/ 34 w 73"/>
                <a:gd name="T3" fmla="*/ 169 h 101"/>
                <a:gd name="T4" fmla="*/ 69 w 73"/>
                <a:gd name="T5" fmla="*/ 165 h 101"/>
                <a:gd name="T6" fmla="*/ 30 w 73"/>
                <a:gd name="T7" fmla="*/ 222 h 101"/>
                <a:gd name="T8" fmla="*/ 47 w 73"/>
                <a:gd name="T9" fmla="*/ 225 h 101"/>
                <a:gd name="T10" fmla="*/ 0 w 73"/>
                <a:gd name="T11" fmla="*/ 305 h 101"/>
                <a:gd name="T12" fmla="*/ 47 w 73"/>
                <a:gd name="T13" fmla="*/ 291 h 101"/>
                <a:gd name="T14" fmla="*/ 12 w 73"/>
                <a:gd name="T15" fmla="*/ 379 h 101"/>
                <a:gd name="T16" fmla="*/ 91 w 73"/>
                <a:gd name="T17" fmla="*/ 306 h 101"/>
                <a:gd name="T18" fmla="*/ 95 w 73"/>
                <a:gd name="T19" fmla="*/ 334 h 101"/>
                <a:gd name="T20" fmla="*/ 170 w 73"/>
                <a:gd name="T21" fmla="*/ 300 h 101"/>
                <a:gd name="T22" fmla="*/ 248 w 73"/>
                <a:gd name="T23" fmla="*/ 225 h 101"/>
                <a:gd name="T24" fmla="*/ 134 w 73"/>
                <a:gd name="T25" fmla="*/ 252 h 101"/>
                <a:gd name="T26" fmla="*/ 164 w 73"/>
                <a:gd name="T27" fmla="*/ 165 h 101"/>
                <a:gd name="T28" fmla="*/ 264 w 73"/>
                <a:gd name="T29" fmla="*/ 90 h 101"/>
                <a:gd name="T30" fmla="*/ 278 w 73"/>
                <a:gd name="T31" fmla="*/ 30 h 101"/>
                <a:gd name="T32" fmla="*/ 170 w 73"/>
                <a:gd name="T33" fmla="*/ 61 h 101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73" h="101">
                  <a:moveTo>
                    <a:pt x="39" y="21"/>
                  </a:moveTo>
                  <a:cubicBezTo>
                    <a:pt x="27" y="24"/>
                    <a:pt x="14" y="33"/>
                    <a:pt x="9" y="45"/>
                  </a:cubicBezTo>
                  <a:cubicBezTo>
                    <a:pt x="12" y="44"/>
                    <a:pt x="16" y="45"/>
                    <a:pt x="18" y="44"/>
                  </a:cubicBezTo>
                  <a:cubicBezTo>
                    <a:pt x="16" y="49"/>
                    <a:pt x="9" y="53"/>
                    <a:pt x="8" y="59"/>
                  </a:cubicBezTo>
                  <a:cubicBezTo>
                    <a:pt x="9" y="59"/>
                    <a:pt x="11" y="60"/>
                    <a:pt x="12" y="60"/>
                  </a:cubicBezTo>
                  <a:cubicBezTo>
                    <a:pt x="8" y="67"/>
                    <a:pt x="2" y="73"/>
                    <a:pt x="0" y="81"/>
                  </a:cubicBezTo>
                  <a:cubicBezTo>
                    <a:pt x="4" y="80"/>
                    <a:pt x="8" y="78"/>
                    <a:pt x="12" y="77"/>
                  </a:cubicBezTo>
                  <a:cubicBezTo>
                    <a:pt x="13" y="85"/>
                    <a:pt x="5" y="92"/>
                    <a:pt x="3" y="101"/>
                  </a:cubicBezTo>
                  <a:cubicBezTo>
                    <a:pt x="6" y="95"/>
                    <a:pt x="16" y="85"/>
                    <a:pt x="24" y="82"/>
                  </a:cubicBezTo>
                  <a:cubicBezTo>
                    <a:pt x="24" y="84"/>
                    <a:pt x="26" y="86"/>
                    <a:pt x="25" y="89"/>
                  </a:cubicBezTo>
                  <a:cubicBezTo>
                    <a:pt x="31" y="80"/>
                    <a:pt x="37" y="84"/>
                    <a:pt x="45" y="80"/>
                  </a:cubicBezTo>
                  <a:cubicBezTo>
                    <a:pt x="53" y="76"/>
                    <a:pt x="57" y="65"/>
                    <a:pt x="65" y="60"/>
                  </a:cubicBezTo>
                  <a:cubicBezTo>
                    <a:pt x="60" y="61"/>
                    <a:pt x="39" y="72"/>
                    <a:pt x="35" y="67"/>
                  </a:cubicBezTo>
                  <a:cubicBezTo>
                    <a:pt x="32" y="62"/>
                    <a:pt x="40" y="47"/>
                    <a:pt x="43" y="44"/>
                  </a:cubicBezTo>
                  <a:cubicBezTo>
                    <a:pt x="28" y="39"/>
                    <a:pt x="66" y="26"/>
                    <a:pt x="69" y="24"/>
                  </a:cubicBezTo>
                  <a:cubicBezTo>
                    <a:pt x="56" y="24"/>
                    <a:pt x="63" y="9"/>
                    <a:pt x="73" y="8"/>
                  </a:cubicBezTo>
                  <a:cubicBezTo>
                    <a:pt x="63" y="0"/>
                    <a:pt x="55" y="13"/>
                    <a:pt x="45" y="16"/>
                  </a:cubicBezTo>
                </a:path>
              </a:pathLst>
            </a:custGeom>
            <a:solidFill>
              <a:srgbClr val="F7EC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4834" name="Freeform 757">
              <a:extLst>
                <a:ext uri="{FF2B5EF4-FFF2-40B4-BE49-F238E27FC236}">
                  <a16:creationId xmlns:a16="http://schemas.microsoft.com/office/drawing/2014/main" id="{B329A5F4-BD4E-44E0-9E92-412230216DD9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1" y="799"/>
              <a:ext cx="64" cy="187"/>
            </a:xfrm>
            <a:custGeom>
              <a:avLst/>
              <a:gdLst>
                <a:gd name="T0" fmla="*/ 0 w 41"/>
                <a:gd name="T1" fmla="*/ 175 h 120"/>
                <a:gd name="T2" fmla="*/ 30 w 41"/>
                <a:gd name="T3" fmla="*/ 201 h 120"/>
                <a:gd name="T4" fmla="*/ 30 w 41"/>
                <a:gd name="T5" fmla="*/ 238 h 120"/>
                <a:gd name="T6" fmla="*/ 61 w 41"/>
                <a:gd name="T7" fmla="*/ 284 h 120"/>
                <a:gd name="T8" fmla="*/ 91 w 41"/>
                <a:gd name="T9" fmla="*/ 453 h 120"/>
                <a:gd name="T10" fmla="*/ 142 w 41"/>
                <a:gd name="T11" fmla="*/ 190 h 120"/>
                <a:gd name="T12" fmla="*/ 108 w 41"/>
                <a:gd name="T13" fmla="*/ 79 h 120"/>
                <a:gd name="T14" fmla="*/ 83 w 41"/>
                <a:gd name="T15" fmla="*/ 0 h 120"/>
                <a:gd name="T16" fmla="*/ 87 w 41"/>
                <a:gd name="T17" fmla="*/ 134 h 120"/>
                <a:gd name="T18" fmla="*/ 27 w 41"/>
                <a:gd name="T19" fmla="*/ 108 h 120"/>
                <a:gd name="T20" fmla="*/ 12 w 41"/>
                <a:gd name="T21" fmla="*/ 190 h 12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1" h="120">
                  <a:moveTo>
                    <a:pt x="0" y="46"/>
                  </a:moveTo>
                  <a:cubicBezTo>
                    <a:pt x="2" y="51"/>
                    <a:pt x="6" y="49"/>
                    <a:pt x="8" y="53"/>
                  </a:cubicBezTo>
                  <a:cubicBezTo>
                    <a:pt x="9" y="56"/>
                    <a:pt x="8" y="59"/>
                    <a:pt x="8" y="63"/>
                  </a:cubicBezTo>
                  <a:cubicBezTo>
                    <a:pt x="10" y="72"/>
                    <a:pt x="10" y="69"/>
                    <a:pt x="16" y="75"/>
                  </a:cubicBezTo>
                  <a:cubicBezTo>
                    <a:pt x="25" y="83"/>
                    <a:pt x="31" y="109"/>
                    <a:pt x="24" y="120"/>
                  </a:cubicBezTo>
                  <a:cubicBezTo>
                    <a:pt x="34" y="97"/>
                    <a:pt x="41" y="76"/>
                    <a:pt x="37" y="50"/>
                  </a:cubicBezTo>
                  <a:cubicBezTo>
                    <a:pt x="35" y="40"/>
                    <a:pt x="30" y="31"/>
                    <a:pt x="28" y="21"/>
                  </a:cubicBezTo>
                  <a:cubicBezTo>
                    <a:pt x="27" y="15"/>
                    <a:pt x="27" y="4"/>
                    <a:pt x="22" y="0"/>
                  </a:cubicBezTo>
                  <a:cubicBezTo>
                    <a:pt x="30" y="8"/>
                    <a:pt x="27" y="25"/>
                    <a:pt x="23" y="35"/>
                  </a:cubicBezTo>
                  <a:cubicBezTo>
                    <a:pt x="17" y="34"/>
                    <a:pt x="11" y="32"/>
                    <a:pt x="7" y="28"/>
                  </a:cubicBezTo>
                  <a:cubicBezTo>
                    <a:pt x="17" y="34"/>
                    <a:pt x="15" y="54"/>
                    <a:pt x="3" y="50"/>
                  </a:cubicBezTo>
                </a:path>
              </a:pathLst>
            </a:custGeom>
            <a:solidFill>
              <a:srgbClr val="E8CA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4835" name="Freeform 758">
              <a:extLst>
                <a:ext uri="{FF2B5EF4-FFF2-40B4-BE49-F238E27FC236}">
                  <a16:creationId xmlns:a16="http://schemas.microsoft.com/office/drawing/2014/main" id="{D4911F07-54B6-4CAC-A666-67CB7B90D46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4" y="987"/>
              <a:ext cx="130" cy="235"/>
            </a:xfrm>
            <a:custGeom>
              <a:avLst/>
              <a:gdLst>
                <a:gd name="T0" fmla="*/ 138 w 83"/>
                <a:gd name="T1" fmla="*/ 82 h 151"/>
                <a:gd name="T2" fmla="*/ 299 w 83"/>
                <a:gd name="T3" fmla="*/ 101 h 151"/>
                <a:gd name="T4" fmla="*/ 291 w 83"/>
                <a:gd name="T5" fmla="*/ 310 h 151"/>
                <a:gd name="T6" fmla="*/ 177 w 83"/>
                <a:gd name="T7" fmla="*/ 472 h 151"/>
                <a:gd name="T8" fmla="*/ 0 w 83"/>
                <a:gd name="T9" fmla="*/ 523 h 151"/>
                <a:gd name="T10" fmla="*/ 81 w 83"/>
                <a:gd name="T11" fmla="*/ 487 h 151"/>
                <a:gd name="T12" fmla="*/ 74 w 83"/>
                <a:gd name="T13" fmla="*/ 434 h 151"/>
                <a:gd name="T14" fmla="*/ 155 w 83"/>
                <a:gd name="T15" fmla="*/ 378 h 151"/>
                <a:gd name="T16" fmla="*/ 226 w 83"/>
                <a:gd name="T17" fmla="*/ 283 h 151"/>
                <a:gd name="T18" fmla="*/ 177 w 83"/>
                <a:gd name="T19" fmla="*/ 131 h 151"/>
                <a:gd name="T20" fmla="*/ 69 w 83"/>
                <a:gd name="T21" fmla="*/ 73 h 15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3" h="151">
                  <a:moveTo>
                    <a:pt x="36" y="22"/>
                  </a:moveTo>
                  <a:cubicBezTo>
                    <a:pt x="54" y="26"/>
                    <a:pt x="71" y="0"/>
                    <a:pt x="78" y="27"/>
                  </a:cubicBezTo>
                  <a:cubicBezTo>
                    <a:pt x="83" y="44"/>
                    <a:pt x="82" y="65"/>
                    <a:pt x="76" y="82"/>
                  </a:cubicBezTo>
                  <a:cubicBezTo>
                    <a:pt x="70" y="98"/>
                    <a:pt x="60" y="113"/>
                    <a:pt x="46" y="125"/>
                  </a:cubicBezTo>
                  <a:cubicBezTo>
                    <a:pt x="37" y="133"/>
                    <a:pt x="12" y="151"/>
                    <a:pt x="0" y="139"/>
                  </a:cubicBezTo>
                  <a:cubicBezTo>
                    <a:pt x="6" y="136"/>
                    <a:pt x="17" y="134"/>
                    <a:pt x="21" y="129"/>
                  </a:cubicBezTo>
                  <a:cubicBezTo>
                    <a:pt x="25" y="124"/>
                    <a:pt x="27" y="116"/>
                    <a:pt x="19" y="115"/>
                  </a:cubicBezTo>
                  <a:cubicBezTo>
                    <a:pt x="24" y="108"/>
                    <a:pt x="34" y="105"/>
                    <a:pt x="40" y="100"/>
                  </a:cubicBezTo>
                  <a:cubicBezTo>
                    <a:pt x="49" y="93"/>
                    <a:pt x="54" y="86"/>
                    <a:pt x="59" y="75"/>
                  </a:cubicBezTo>
                  <a:cubicBezTo>
                    <a:pt x="67" y="56"/>
                    <a:pt x="67" y="42"/>
                    <a:pt x="46" y="35"/>
                  </a:cubicBezTo>
                  <a:cubicBezTo>
                    <a:pt x="39" y="32"/>
                    <a:pt x="18" y="26"/>
                    <a:pt x="18" y="19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4836" name="Freeform 759">
              <a:extLst>
                <a:ext uri="{FF2B5EF4-FFF2-40B4-BE49-F238E27FC236}">
                  <a16:creationId xmlns:a16="http://schemas.microsoft.com/office/drawing/2014/main" id="{DABE8998-5D7C-4D9A-8FC1-F0C2B60A445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0" y="972"/>
              <a:ext cx="105" cy="110"/>
            </a:xfrm>
            <a:custGeom>
              <a:avLst/>
              <a:gdLst>
                <a:gd name="T0" fmla="*/ 204 w 67"/>
                <a:gd name="T1" fmla="*/ 108 h 71"/>
                <a:gd name="T2" fmla="*/ 216 w 67"/>
                <a:gd name="T3" fmla="*/ 29 h 71"/>
                <a:gd name="T4" fmla="*/ 122 w 67"/>
                <a:gd name="T5" fmla="*/ 0 h 71"/>
                <a:gd name="T6" fmla="*/ 204 w 67"/>
                <a:gd name="T7" fmla="*/ 53 h 71"/>
                <a:gd name="T8" fmla="*/ 150 w 67"/>
                <a:gd name="T9" fmla="*/ 87 h 71"/>
                <a:gd name="T10" fmla="*/ 47 w 67"/>
                <a:gd name="T11" fmla="*/ 22 h 71"/>
                <a:gd name="T12" fmla="*/ 8 w 67"/>
                <a:gd name="T13" fmla="*/ 153 h 71"/>
                <a:gd name="T14" fmla="*/ 34 w 67"/>
                <a:gd name="T15" fmla="*/ 194 h 71"/>
                <a:gd name="T16" fmla="*/ 53 w 67"/>
                <a:gd name="T17" fmla="*/ 263 h 71"/>
                <a:gd name="T18" fmla="*/ 69 w 67"/>
                <a:gd name="T19" fmla="*/ 223 h 71"/>
                <a:gd name="T20" fmla="*/ 66 w 67"/>
                <a:gd name="T21" fmla="*/ 175 h 71"/>
                <a:gd name="T22" fmla="*/ 147 w 67"/>
                <a:gd name="T23" fmla="*/ 136 h 7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7" h="71">
                  <a:moveTo>
                    <a:pt x="53" y="29"/>
                  </a:moveTo>
                  <a:cubicBezTo>
                    <a:pt x="67" y="31"/>
                    <a:pt x="62" y="12"/>
                    <a:pt x="56" y="8"/>
                  </a:cubicBezTo>
                  <a:cubicBezTo>
                    <a:pt x="50" y="2"/>
                    <a:pt x="40" y="1"/>
                    <a:pt x="32" y="0"/>
                  </a:cubicBezTo>
                  <a:cubicBezTo>
                    <a:pt x="36" y="5"/>
                    <a:pt x="52" y="7"/>
                    <a:pt x="53" y="14"/>
                  </a:cubicBezTo>
                  <a:cubicBezTo>
                    <a:pt x="53" y="21"/>
                    <a:pt x="44" y="22"/>
                    <a:pt x="39" y="23"/>
                  </a:cubicBezTo>
                  <a:cubicBezTo>
                    <a:pt x="23" y="25"/>
                    <a:pt x="8" y="23"/>
                    <a:pt x="12" y="6"/>
                  </a:cubicBezTo>
                  <a:cubicBezTo>
                    <a:pt x="2" y="9"/>
                    <a:pt x="0" y="32"/>
                    <a:pt x="2" y="41"/>
                  </a:cubicBezTo>
                  <a:cubicBezTo>
                    <a:pt x="3" y="47"/>
                    <a:pt x="6" y="48"/>
                    <a:pt x="9" y="52"/>
                  </a:cubicBezTo>
                  <a:cubicBezTo>
                    <a:pt x="13" y="59"/>
                    <a:pt x="13" y="62"/>
                    <a:pt x="14" y="71"/>
                  </a:cubicBezTo>
                  <a:cubicBezTo>
                    <a:pt x="15" y="68"/>
                    <a:pt x="18" y="64"/>
                    <a:pt x="18" y="60"/>
                  </a:cubicBezTo>
                  <a:cubicBezTo>
                    <a:pt x="19" y="56"/>
                    <a:pt x="16" y="51"/>
                    <a:pt x="17" y="47"/>
                  </a:cubicBezTo>
                  <a:cubicBezTo>
                    <a:pt x="20" y="38"/>
                    <a:pt x="32" y="40"/>
                    <a:pt x="38" y="37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4837" name="Freeform 760">
              <a:extLst>
                <a:ext uri="{FF2B5EF4-FFF2-40B4-BE49-F238E27FC236}">
                  <a16:creationId xmlns:a16="http://schemas.microsoft.com/office/drawing/2014/main" id="{D6B41353-D4F0-4A92-B668-D8E6EA84B72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3" y="1101"/>
              <a:ext cx="14" cy="17"/>
            </a:xfrm>
            <a:custGeom>
              <a:avLst/>
              <a:gdLst>
                <a:gd name="T0" fmla="*/ 8 w 9"/>
                <a:gd name="T1" fmla="*/ 0 h 11"/>
                <a:gd name="T2" fmla="*/ 0 w 9"/>
                <a:gd name="T3" fmla="*/ 36 h 11"/>
                <a:gd name="T4" fmla="*/ 34 w 9"/>
                <a:gd name="T5" fmla="*/ 36 h 11"/>
                <a:gd name="T6" fmla="*/ 26 w 9"/>
                <a:gd name="T7" fmla="*/ 0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1">
                  <a:moveTo>
                    <a:pt x="2" y="0"/>
                  </a:moveTo>
                  <a:cubicBezTo>
                    <a:pt x="4" y="4"/>
                    <a:pt x="3" y="7"/>
                    <a:pt x="0" y="10"/>
                  </a:cubicBezTo>
                  <a:cubicBezTo>
                    <a:pt x="3" y="11"/>
                    <a:pt x="6" y="11"/>
                    <a:pt x="9" y="10"/>
                  </a:cubicBezTo>
                  <a:cubicBezTo>
                    <a:pt x="9" y="6"/>
                    <a:pt x="7" y="2"/>
                    <a:pt x="7" y="0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4838" name="Freeform 761">
              <a:extLst>
                <a:ext uri="{FF2B5EF4-FFF2-40B4-BE49-F238E27FC236}">
                  <a16:creationId xmlns:a16="http://schemas.microsoft.com/office/drawing/2014/main" id="{C9E01A47-F3E4-4268-9AC3-98164B38C26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8" y="855"/>
              <a:ext cx="64" cy="134"/>
            </a:xfrm>
            <a:custGeom>
              <a:avLst/>
              <a:gdLst>
                <a:gd name="T0" fmla="*/ 47 w 41"/>
                <a:gd name="T1" fmla="*/ 39 h 86"/>
                <a:gd name="T2" fmla="*/ 83 w 41"/>
                <a:gd name="T3" fmla="*/ 101 h 86"/>
                <a:gd name="T4" fmla="*/ 100 w 41"/>
                <a:gd name="T5" fmla="*/ 168 h 86"/>
                <a:gd name="T6" fmla="*/ 136 w 41"/>
                <a:gd name="T7" fmla="*/ 212 h 86"/>
                <a:gd name="T8" fmla="*/ 134 w 41"/>
                <a:gd name="T9" fmla="*/ 326 h 86"/>
                <a:gd name="T10" fmla="*/ 134 w 41"/>
                <a:gd name="T11" fmla="*/ 262 h 86"/>
                <a:gd name="T12" fmla="*/ 69 w 41"/>
                <a:gd name="T13" fmla="*/ 243 h 86"/>
                <a:gd name="T14" fmla="*/ 0 w 41"/>
                <a:gd name="T15" fmla="*/ 19 h 8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1" h="86">
                  <a:moveTo>
                    <a:pt x="12" y="10"/>
                  </a:moveTo>
                  <a:cubicBezTo>
                    <a:pt x="23" y="16"/>
                    <a:pt x="21" y="16"/>
                    <a:pt x="22" y="27"/>
                  </a:cubicBezTo>
                  <a:cubicBezTo>
                    <a:pt x="22" y="33"/>
                    <a:pt x="22" y="39"/>
                    <a:pt x="26" y="44"/>
                  </a:cubicBezTo>
                  <a:cubicBezTo>
                    <a:pt x="29" y="49"/>
                    <a:pt x="34" y="51"/>
                    <a:pt x="36" y="56"/>
                  </a:cubicBezTo>
                  <a:cubicBezTo>
                    <a:pt x="41" y="64"/>
                    <a:pt x="36" y="78"/>
                    <a:pt x="35" y="86"/>
                  </a:cubicBezTo>
                  <a:cubicBezTo>
                    <a:pt x="34" y="81"/>
                    <a:pt x="38" y="74"/>
                    <a:pt x="35" y="69"/>
                  </a:cubicBezTo>
                  <a:cubicBezTo>
                    <a:pt x="31" y="63"/>
                    <a:pt x="25" y="66"/>
                    <a:pt x="18" y="64"/>
                  </a:cubicBezTo>
                  <a:cubicBezTo>
                    <a:pt x="18" y="55"/>
                    <a:pt x="13" y="0"/>
                    <a:pt x="0" y="5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4839" name="Freeform 762">
              <a:extLst>
                <a:ext uri="{FF2B5EF4-FFF2-40B4-BE49-F238E27FC236}">
                  <a16:creationId xmlns:a16="http://schemas.microsoft.com/office/drawing/2014/main" id="{652E2BAB-2F24-4229-B124-9CA23539A2F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8" y="995"/>
              <a:ext cx="20" cy="44"/>
            </a:xfrm>
            <a:custGeom>
              <a:avLst/>
              <a:gdLst>
                <a:gd name="T0" fmla="*/ 48 w 13"/>
                <a:gd name="T1" fmla="*/ 20 h 28"/>
                <a:gd name="T2" fmla="*/ 40 w 13"/>
                <a:gd name="T3" fmla="*/ 108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28">
                  <a:moveTo>
                    <a:pt x="13" y="5"/>
                  </a:moveTo>
                  <a:cubicBezTo>
                    <a:pt x="0" y="0"/>
                    <a:pt x="8" y="26"/>
                    <a:pt x="11" y="28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4840" name="Freeform 763">
              <a:extLst>
                <a:ext uri="{FF2B5EF4-FFF2-40B4-BE49-F238E27FC236}">
                  <a16:creationId xmlns:a16="http://schemas.microsoft.com/office/drawing/2014/main" id="{923585F2-6B6A-4B6C-9D79-5DDA80DBC84E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7" y="1007"/>
              <a:ext cx="15" cy="33"/>
            </a:xfrm>
            <a:custGeom>
              <a:avLst/>
              <a:gdLst>
                <a:gd name="T0" fmla="*/ 8 w 9"/>
                <a:gd name="T1" fmla="*/ 0 h 21"/>
                <a:gd name="T2" fmla="*/ 0 w 9"/>
                <a:gd name="T3" fmla="*/ 82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1">
                  <a:moveTo>
                    <a:pt x="2" y="0"/>
                  </a:moveTo>
                  <a:cubicBezTo>
                    <a:pt x="9" y="3"/>
                    <a:pt x="5" y="17"/>
                    <a:pt x="0" y="21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4841" name="Freeform 764">
              <a:extLst>
                <a:ext uri="{FF2B5EF4-FFF2-40B4-BE49-F238E27FC236}">
                  <a16:creationId xmlns:a16="http://schemas.microsoft.com/office/drawing/2014/main" id="{8AA9EF92-01D2-415E-B461-AA3FA635403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5" y="1178"/>
              <a:ext cx="116" cy="195"/>
            </a:xfrm>
            <a:custGeom>
              <a:avLst/>
              <a:gdLst>
                <a:gd name="T0" fmla="*/ 22 w 74"/>
                <a:gd name="T1" fmla="*/ 42 h 125"/>
                <a:gd name="T2" fmla="*/ 150 w 74"/>
                <a:gd name="T3" fmla="*/ 374 h 125"/>
                <a:gd name="T4" fmla="*/ 285 w 74"/>
                <a:gd name="T5" fmla="*/ 392 h 125"/>
                <a:gd name="T6" fmla="*/ 208 w 74"/>
                <a:gd name="T7" fmla="*/ 368 h 125"/>
                <a:gd name="T8" fmla="*/ 155 w 74"/>
                <a:gd name="T9" fmla="*/ 168 h 125"/>
                <a:gd name="T10" fmla="*/ 116 w 74"/>
                <a:gd name="T11" fmla="*/ 90 h 125"/>
                <a:gd name="T12" fmla="*/ 0 w 74"/>
                <a:gd name="T13" fmla="*/ 0 h 1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4" h="125">
                  <a:moveTo>
                    <a:pt x="6" y="11"/>
                  </a:moveTo>
                  <a:cubicBezTo>
                    <a:pt x="12" y="34"/>
                    <a:pt x="26" y="79"/>
                    <a:pt x="39" y="99"/>
                  </a:cubicBezTo>
                  <a:cubicBezTo>
                    <a:pt x="50" y="116"/>
                    <a:pt x="64" y="125"/>
                    <a:pt x="74" y="103"/>
                  </a:cubicBezTo>
                  <a:cubicBezTo>
                    <a:pt x="68" y="113"/>
                    <a:pt x="59" y="104"/>
                    <a:pt x="54" y="97"/>
                  </a:cubicBezTo>
                  <a:cubicBezTo>
                    <a:pt x="45" y="82"/>
                    <a:pt x="32" y="58"/>
                    <a:pt x="40" y="44"/>
                  </a:cubicBezTo>
                  <a:cubicBezTo>
                    <a:pt x="48" y="32"/>
                    <a:pt x="44" y="32"/>
                    <a:pt x="30" y="24"/>
                  </a:cubicBezTo>
                  <a:cubicBezTo>
                    <a:pt x="22" y="19"/>
                    <a:pt x="6" y="7"/>
                    <a:pt x="0" y="0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4842" name="Freeform 765">
              <a:extLst>
                <a:ext uri="{FF2B5EF4-FFF2-40B4-BE49-F238E27FC236}">
                  <a16:creationId xmlns:a16="http://schemas.microsoft.com/office/drawing/2014/main" id="{CF513447-880C-4AA9-98CC-73A0908E120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4" y="1178"/>
              <a:ext cx="136" cy="112"/>
            </a:xfrm>
            <a:custGeom>
              <a:avLst/>
              <a:gdLst>
                <a:gd name="T0" fmla="*/ 13 w 87"/>
                <a:gd name="T1" fmla="*/ 95 h 72"/>
                <a:gd name="T2" fmla="*/ 122 w 87"/>
                <a:gd name="T3" fmla="*/ 0 h 72"/>
                <a:gd name="T4" fmla="*/ 156 w 87"/>
                <a:gd name="T5" fmla="*/ 182 h 72"/>
                <a:gd name="T6" fmla="*/ 333 w 87"/>
                <a:gd name="T7" fmla="*/ 271 h 72"/>
                <a:gd name="T8" fmla="*/ 130 w 87"/>
                <a:gd name="T9" fmla="*/ 222 h 72"/>
                <a:gd name="T10" fmla="*/ 81 w 87"/>
                <a:gd name="T11" fmla="*/ 135 h 72"/>
                <a:gd name="T12" fmla="*/ 0 w 87"/>
                <a:gd name="T13" fmla="*/ 114 h 7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7" h="72">
                  <a:moveTo>
                    <a:pt x="3" y="25"/>
                  </a:moveTo>
                  <a:cubicBezTo>
                    <a:pt x="16" y="22"/>
                    <a:pt x="22" y="2"/>
                    <a:pt x="32" y="0"/>
                  </a:cubicBezTo>
                  <a:cubicBezTo>
                    <a:pt x="35" y="18"/>
                    <a:pt x="29" y="32"/>
                    <a:pt x="41" y="48"/>
                  </a:cubicBezTo>
                  <a:cubicBezTo>
                    <a:pt x="54" y="63"/>
                    <a:pt x="71" y="63"/>
                    <a:pt x="87" y="72"/>
                  </a:cubicBezTo>
                  <a:cubicBezTo>
                    <a:pt x="72" y="71"/>
                    <a:pt x="45" y="72"/>
                    <a:pt x="34" y="59"/>
                  </a:cubicBezTo>
                  <a:cubicBezTo>
                    <a:pt x="28" y="52"/>
                    <a:pt x="29" y="41"/>
                    <a:pt x="21" y="36"/>
                  </a:cubicBezTo>
                  <a:cubicBezTo>
                    <a:pt x="15" y="32"/>
                    <a:pt x="6" y="34"/>
                    <a:pt x="0" y="30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4843" name="Freeform 766">
              <a:extLst>
                <a:ext uri="{FF2B5EF4-FFF2-40B4-BE49-F238E27FC236}">
                  <a16:creationId xmlns:a16="http://schemas.microsoft.com/office/drawing/2014/main" id="{30C57626-F927-4551-B30F-F3149973D12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3" y="1337"/>
              <a:ext cx="212" cy="44"/>
            </a:xfrm>
            <a:custGeom>
              <a:avLst/>
              <a:gdLst>
                <a:gd name="T0" fmla="*/ 113 w 135"/>
                <a:gd name="T1" fmla="*/ 42 h 28"/>
                <a:gd name="T2" fmla="*/ 328 w 135"/>
                <a:gd name="T3" fmla="*/ 82 h 28"/>
                <a:gd name="T4" fmla="*/ 523 w 135"/>
                <a:gd name="T5" fmla="*/ 77 h 28"/>
                <a:gd name="T6" fmla="*/ 264 w 135"/>
                <a:gd name="T7" fmla="*/ 22 h 28"/>
                <a:gd name="T8" fmla="*/ 0 w 135"/>
                <a:gd name="T9" fmla="*/ 35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5" h="28">
                  <a:moveTo>
                    <a:pt x="29" y="11"/>
                  </a:moveTo>
                  <a:cubicBezTo>
                    <a:pt x="48" y="12"/>
                    <a:pt x="66" y="18"/>
                    <a:pt x="85" y="21"/>
                  </a:cubicBezTo>
                  <a:cubicBezTo>
                    <a:pt x="99" y="23"/>
                    <a:pt x="123" y="28"/>
                    <a:pt x="135" y="20"/>
                  </a:cubicBezTo>
                  <a:cubicBezTo>
                    <a:pt x="114" y="20"/>
                    <a:pt x="88" y="10"/>
                    <a:pt x="68" y="6"/>
                  </a:cubicBezTo>
                  <a:cubicBezTo>
                    <a:pt x="44" y="1"/>
                    <a:pt x="20" y="0"/>
                    <a:pt x="0" y="9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4844" name="Freeform 767">
              <a:extLst>
                <a:ext uri="{FF2B5EF4-FFF2-40B4-BE49-F238E27FC236}">
                  <a16:creationId xmlns:a16="http://schemas.microsoft.com/office/drawing/2014/main" id="{E422764C-7674-44F2-9EF0-E84D2E612AF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9" y="1603"/>
              <a:ext cx="126" cy="328"/>
            </a:xfrm>
            <a:custGeom>
              <a:avLst/>
              <a:gdLst>
                <a:gd name="T0" fmla="*/ 283 w 81"/>
                <a:gd name="T1" fmla="*/ 8 h 211"/>
                <a:gd name="T2" fmla="*/ 286 w 81"/>
                <a:gd name="T3" fmla="*/ 392 h 211"/>
                <a:gd name="T4" fmla="*/ 264 w 81"/>
                <a:gd name="T5" fmla="*/ 567 h 211"/>
                <a:gd name="T6" fmla="*/ 249 w 81"/>
                <a:gd name="T7" fmla="*/ 664 h 211"/>
                <a:gd name="T8" fmla="*/ 222 w 81"/>
                <a:gd name="T9" fmla="*/ 793 h 211"/>
                <a:gd name="T10" fmla="*/ 236 w 81"/>
                <a:gd name="T11" fmla="*/ 628 h 211"/>
                <a:gd name="T12" fmla="*/ 230 w 81"/>
                <a:gd name="T13" fmla="*/ 406 h 211"/>
                <a:gd name="T14" fmla="*/ 123 w 81"/>
                <a:gd name="T15" fmla="*/ 361 h 211"/>
                <a:gd name="T16" fmla="*/ 0 w 81"/>
                <a:gd name="T17" fmla="*/ 319 h 211"/>
                <a:gd name="T18" fmla="*/ 96 w 81"/>
                <a:gd name="T19" fmla="*/ 305 h 211"/>
                <a:gd name="T20" fmla="*/ 204 w 81"/>
                <a:gd name="T21" fmla="*/ 239 h 211"/>
                <a:gd name="T22" fmla="*/ 87 w 81"/>
                <a:gd name="T23" fmla="*/ 176 h 211"/>
                <a:gd name="T24" fmla="*/ 184 w 81"/>
                <a:gd name="T25" fmla="*/ 30 h 211"/>
                <a:gd name="T26" fmla="*/ 271 w 81"/>
                <a:gd name="T27" fmla="*/ 0 h 21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81" h="211">
                  <a:moveTo>
                    <a:pt x="75" y="2"/>
                  </a:moveTo>
                  <a:cubicBezTo>
                    <a:pt x="65" y="35"/>
                    <a:pt x="81" y="71"/>
                    <a:pt x="76" y="104"/>
                  </a:cubicBezTo>
                  <a:cubicBezTo>
                    <a:pt x="74" y="120"/>
                    <a:pt x="72" y="135"/>
                    <a:pt x="70" y="151"/>
                  </a:cubicBezTo>
                  <a:cubicBezTo>
                    <a:pt x="70" y="160"/>
                    <a:pt x="67" y="168"/>
                    <a:pt x="66" y="177"/>
                  </a:cubicBezTo>
                  <a:cubicBezTo>
                    <a:pt x="66" y="188"/>
                    <a:pt x="66" y="202"/>
                    <a:pt x="59" y="211"/>
                  </a:cubicBezTo>
                  <a:cubicBezTo>
                    <a:pt x="65" y="197"/>
                    <a:pt x="62" y="181"/>
                    <a:pt x="63" y="167"/>
                  </a:cubicBezTo>
                  <a:cubicBezTo>
                    <a:pt x="64" y="148"/>
                    <a:pt x="70" y="126"/>
                    <a:pt x="61" y="108"/>
                  </a:cubicBezTo>
                  <a:cubicBezTo>
                    <a:pt x="56" y="97"/>
                    <a:pt x="45" y="99"/>
                    <a:pt x="33" y="96"/>
                  </a:cubicBezTo>
                  <a:cubicBezTo>
                    <a:pt x="22" y="93"/>
                    <a:pt x="11" y="88"/>
                    <a:pt x="0" y="85"/>
                  </a:cubicBezTo>
                  <a:cubicBezTo>
                    <a:pt x="7" y="81"/>
                    <a:pt x="17" y="84"/>
                    <a:pt x="26" y="81"/>
                  </a:cubicBezTo>
                  <a:cubicBezTo>
                    <a:pt x="36" y="78"/>
                    <a:pt x="47" y="73"/>
                    <a:pt x="54" y="64"/>
                  </a:cubicBezTo>
                  <a:cubicBezTo>
                    <a:pt x="72" y="37"/>
                    <a:pt x="39" y="40"/>
                    <a:pt x="23" y="47"/>
                  </a:cubicBezTo>
                  <a:cubicBezTo>
                    <a:pt x="31" y="36"/>
                    <a:pt x="36" y="14"/>
                    <a:pt x="49" y="8"/>
                  </a:cubicBezTo>
                  <a:cubicBezTo>
                    <a:pt x="56" y="5"/>
                    <a:pt x="70" y="8"/>
                    <a:pt x="72" y="0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4845" name="Freeform 768">
              <a:extLst>
                <a:ext uri="{FF2B5EF4-FFF2-40B4-BE49-F238E27FC236}">
                  <a16:creationId xmlns:a16="http://schemas.microsoft.com/office/drawing/2014/main" id="{85AD316B-7290-48F2-9572-07264636BAD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2" y="1954"/>
              <a:ext cx="65" cy="264"/>
            </a:xfrm>
            <a:custGeom>
              <a:avLst/>
              <a:gdLst>
                <a:gd name="T0" fmla="*/ 130 w 42"/>
                <a:gd name="T1" fmla="*/ 127 h 170"/>
                <a:gd name="T2" fmla="*/ 135 w 42"/>
                <a:gd name="T3" fmla="*/ 284 h 170"/>
                <a:gd name="T4" fmla="*/ 119 w 42"/>
                <a:gd name="T5" fmla="*/ 393 h 170"/>
                <a:gd name="T6" fmla="*/ 101 w 42"/>
                <a:gd name="T7" fmla="*/ 506 h 170"/>
                <a:gd name="T8" fmla="*/ 0 w 42"/>
                <a:gd name="T9" fmla="*/ 637 h 170"/>
                <a:gd name="T10" fmla="*/ 74 w 42"/>
                <a:gd name="T11" fmla="*/ 449 h 170"/>
                <a:gd name="T12" fmla="*/ 22 w 42"/>
                <a:gd name="T13" fmla="*/ 413 h 170"/>
                <a:gd name="T14" fmla="*/ 79 w 42"/>
                <a:gd name="T15" fmla="*/ 337 h 170"/>
                <a:gd name="T16" fmla="*/ 119 w 42"/>
                <a:gd name="T17" fmla="*/ 171 h 170"/>
                <a:gd name="T18" fmla="*/ 136 w 42"/>
                <a:gd name="T19" fmla="*/ 95 h 170"/>
                <a:gd name="T20" fmla="*/ 156 w 42"/>
                <a:gd name="T21" fmla="*/ 0 h 17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2" h="170">
                  <a:moveTo>
                    <a:pt x="35" y="34"/>
                  </a:moveTo>
                  <a:cubicBezTo>
                    <a:pt x="39" y="45"/>
                    <a:pt x="37" y="64"/>
                    <a:pt x="36" y="76"/>
                  </a:cubicBezTo>
                  <a:cubicBezTo>
                    <a:pt x="36" y="86"/>
                    <a:pt x="34" y="95"/>
                    <a:pt x="32" y="105"/>
                  </a:cubicBezTo>
                  <a:cubicBezTo>
                    <a:pt x="31" y="115"/>
                    <a:pt x="30" y="125"/>
                    <a:pt x="27" y="135"/>
                  </a:cubicBezTo>
                  <a:cubicBezTo>
                    <a:pt x="23" y="152"/>
                    <a:pt x="14" y="160"/>
                    <a:pt x="0" y="170"/>
                  </a:cubicBezTo>
                  <a:cubicBezTo>
                    <a:pt x="11" y="163"/>
                    <a:pt x="32" y="133"/>
                    <a:pt x="20" y="120"/>
                  </a:cubicBezTo>
                  <a:cubicBezTo>
                    <a:pt x="16" y="116"/>
                    <a:pt x="6" y="118"/>
                    <a:pt x="6" y="110"/>
                  </a:cubicBezTo>
                  <a:cubicBezTo>
                    <a:pt x="6" y="105"/>
                    <a:pt x="19" y="94"/>
                    <a:pt x="21" y="90"/>
                  </a:cubicBezTo>
                  <a:cubicBezTo>
                    <a:pt x="33" y="76"/>
                    <a:pt x="30" y="63"/>
                    <a:pt x="32" y="46"/>
                  </a:cubicBezTo>
                  <a:cubicBezTo>
                    <a:pt x="34" y="39"/>
                    <a:pt x="36" y="32"/>
                    <a:pt x="37" y="25"/>
                  </a:cubicBezTo>
                  <a:cubicBezTo>
                    <a:pt x="38" y="16"/>
                    <a:pt x="35" y="6"/>
                    <a:pt x="42" y="0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4846" name="Freeform 769">
              <a:extLst>
                <a:ext uri="{FF2B5EF4-FFF2-40B4-BE49-F238E27FC236}">
                  <a16:creationId xmlns:a16="http://schemas.microsoft.com/office/drawing/2014/main" id="{F76BDFEE-D463-4DC3-94DF-3389E391CE8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4" y="2491"/>
              <a:ext cx="64" cy="90"/>
            </a:xfrm>
            <a:custGeom>
              <a:avLst/>
              <a:gdLst>
                <a:gd name="T0" fmla="*/ 156 w 41"/>
                <a:gd name="T1" fmla="*/ 0 h 58"/>
                <a:gd name="T2" fmla="*/ 134 w 41"/>
                <a:gd name="T3" fmla="*/ 157 h 58"/>
                <a:gd name="T4" fmla="*/ 0 w 41"/>
                <a:gd name="T5" fmla="*/ 175 h 58"/>
                <a:gd name="T6" fmla="*/ 73 w 41"/>
                <a:gd name="T7" fmla="*/ 164 h 58"/>
                <a:gd name="T8" fmla="*/ 81 w 41"/>
                <a:gd name="T9" fmla="*/ 96 h 58"/>
                <a:gd name="T10" fmla="*/ 142 w 41"/>
                <a:gd name="T11" fmla="*/ 12 h 5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1" h="58">
                  <a:moveTo>
                    <a:pt x="41" y="0"/>
                  </a:moveTo>
                  <a:cubicBezTo>
                    <a:pt x="40" y="13"/>
                    <a:pt x="41" y="30"/>
                    <a:pt x="35" y="42"/>
                  </a:cubicBezTo>
                  <a:cubicBezTo>
                    <a:pt x="27" y="58"/>
                    <a:pt x="14" y="49"/>
                    <a:pt x="0" y="47"/>
                  </a:cubicBezTo>
                  <a:cubicBezTo>
                    <a:pt x="5" y="47"/>
                    <a:pt x="15" y="48"/>
                    <a:pt x="19" y="44"/>
                  </a:cubicBezTo>
                  <a:cubicBezTo>
                    <a:pt x="26" y="37"/>
                    <a:pt x="21" y="33"/>
                    <a:pt x="21" y="26"/>
                  </a:cubicBezTo>
                  <a:cubicBezTo>
                    <a:pt x="22" y="13"/>
                    <a:pt x="33" y="12"/>
                    <a:pt x="37" y="3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4847" name="Freeform 770">
              <a:extLst>
                <a:ext uri="{FF2B5EF4-FFF2-40B4-BE49-F238E27FC236}">
                  <a16:creationId xmlns:a16="http://schemas.microsoft.com/office/drawing/2014/main" id="{F6800E86-0571-4E33-8C13-0F1B7AB435A9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7" y="1637"/>
              <a:ext cx="169" cy="70"/>
            </a:xfrm>
            <a:custGeom>
              <a:avLst/>
              <a:gdLst>
                <a:gd name="T0" fmla="*/ 20 w 108"/>
                <a:gd name="T1" fmla="*/ 143 h 45"/>
                <a:gd name="T2" fmla="*/ 252 w 108"/>
                <a:gd name="T3" fmla="*/ 140 h 45"/>
                <a:gd name="T4" fmla="*/ 321 w 108"/>
                <a:gd name="T5" fmla="*/ 19 h 45"/>
                <a:gd name="T6" fmla="*/ 230 w 108"/>
                <a:gd name="T7" fmla="*/ 73 h 45"/>
                <a:gd name="T8" fmla="*/ 0 w 108"/>
                <a:gd name="T9" fmla="*/ 135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8" h="45">
                  <a:moveTo>
                    <a:pt x="5" y="38"/>
                  </a:moveTo>
                  <a:cubicBezTo>
                    <a:pt x="24" y="43"/>
                    <a:pt x="48" y="41"/>
                    <a:pt x="66" y="37"/>
                  </a:cubicBezTo>
                  <a:cubicBezTo>
                    <a:pt x="77" y="34"/>
                    <a:pt x="108" y="16"/>
                    <a:pt x="84" y="5"/>
                  </a:cubicBezTo>
                  <a:cubicBezTo>
                    <a:pt x="72" y="0"/>
                    <a:pt x="68" y="12"/>
                    <a:pt x="60" y="19"/>
                  </a:cubicBezTo>
                  <a:cubicBezTo>
                    <a:pt x="49" y="29"/>
                    <a:pt x="14" y="45"/>
                    <a:pt x="0" y="36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4848" name="Freeform 771">
              <a:extLst>
                <a:ext uri="{FF2B5EF4-FFF2-40B4-BE49-F238E27FC236}">
                  <a16:creationId xmlns:a16="http://schemas.microsoft.com/office/drawing/2014/main" id="{A622A3D6-44F1-4CAD-9DBC-B45D395BDB93}"/>
                </a:ext>
              </a:extLst>
            </p:cNvPr>
            <p:cNvSpPr>
              <a:spLocks/>
            </p:cNvSpPr>
            <p:nvPr/>
          </p:nvSpPr>
          <p:spPr bwMode="auto">
            <a:xfrm>
              <a:off x="5094" y="1357"/>
              <a:ext cx="98" cy="384"/>
            </a:xfrm>
            <a:custGeom>
              <a:avLst/>
              <a:gdLst>
                <a:gd name="T0" fmla="*/ 0 w 63"/>
                <a:gd name="T1" fmla="*/ 0 h 247"/>
                <a:gd name="T2" fmla="*/ 165 w 63"/>
                <a:gd name="T3" fmla="*/ 297 h 247"/>
                <a:gd name="T4" fmla="*/ 196 w 63"/>
                <a:gd name="T5" fmla="*/ 658 h 247"/>
                <a:gd name="T6" fmla="*/ 236 w 63"/>
                <a:gd name="T7" fmla="*/ 928 h 247"/>
                <a:gd name="T8" fmla="*/ 148 w 63"/>
                <a:gd name="T9" fmla="*/ 622 h 247"/>
                <a:gd name="T10" fmla="*/ 0 w 63"/>
                <a:gd name="T11" fmla="*/ 0 h 24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3" h="247">
                  <a:moveTo>
                    <a:pt x="0" y="0"/>
                  </a:moveTo>
                  <a:cubicBezTo>
                    <a:pt x="14" y="5"/>
                    <a:pt x="31" y="23"/>
                    <a:pt x="44" y="79"/>
                  </a:cubicBezTo>
                  <a:cubicBezTo>
                    <a:pt x="57" y="135"/>
                    <a:pt x="53" y="158"/>
                    <a:pt x="52" y="175"/>
                  </a:cubicBezTo>
                  <a:cubicBezTo>
                    <a:pt x="51" y="192"/>
                    <a:pt x="60" y="222"/>
                    <a:pt x="63" y="247"/>
                  </a:cubicBezTo>
                  <a:cubicBezTo>
                    <a:pt x="59" y="218"/>
                    <a:pt x="42" y="188"/>
                    <a:pt x="39" y="165"/>
                  </a:cubicBezTo>
                  <a:cubicBezTo>
                    <a:pt x="36" y="142"/>
                    <a:pt x="32" y="23"/>
                    <a:pt x="0" y="0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4849" name="Freeform 772">
              <a:extLst>
                <a:ext uri="{FF2B5EF4-FFF2-40B4-BE49-F238E27FC236}">
                  <a16:creationId xmlns:a16="http://schemas.microsoft.com/office/drawing/2014/main" id="{484FD627-F682-41EA-84CF-EEE4DB2B165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22" y="1973"/>
              <a:ext cx="31" cy="347"/>
            </a:xfrm>
            <a:custGeom>
              <a:avLst/>
              <a:gdLst>
                <a:gd name="T0" fmla="*/ 12 w 20"/>
                <a:gd name="T1" fmla="*/ 369 h 223"/>
                <a:gd name="T2" fmla="*/ 74 w 20"/>
                <a:gd name="T3" fmla="*/ 840 h 223"/>
                <a:gd name="T4" fmla="*/ 45 w 20"/>
                <a:gd name="T5" fmla="*/ 412 h 223"/>
                <a:gd name="T6" fmla="*/ 5 w 20"/>
                <a:gd name="T7" fmla="*/ 0 h 223"/>
                <a:gd name="T8" fmla="*/ 12 w 20"/>
                <a:gd name="T9" fmla="*/ 369 h 2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223">
                  <a:moveTo>
                    <a:pt x="3" y="98"/>
                  </a:moveTo>
                  <a:cubicBezTo>
                    <a:pt x="4" y="117"/>
                    <a:pt x="13" y="196"/>
                    <a:pt x="20" y="223"/>
                  </a:cubicBezTo>
                  <a:cubicBezTo>
                    <a:pt x="18" y="207"/>
                    <a:pt x="13" y="160"/>
                    <a:pt x="12" y="109"/>
                  </a:cubicBezTo>
                  <a:cubicBezTo>
                    <a:pt x="11" y="58"/>
                    <a:pt x="6" y="23"/>
                    <a:pt x="1" y="0"/>
                  </a:cubicBezTo>
                  <a:cubicBezTo>
                    <a:pt x="0" y="24"/>
                    <a:pt x="2" y="76"/>
                    <a:pt x="3" y="98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4850" name="Freeform 773">
              <a:extLst>
                <a:ext uri="{FF2B5EF4-FFF2-40B4-BE49-F238E27FC236}">
                  <a16:creationId xmlns:a16="http://schemas.microsoft.com/office/drawing/2014/main" id="{6891D641-885F-4D06-8D13-E74E3A0802B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03" y="2459"/>
              <a:ext cx="90" cy="178"/>
            </a:xfrm>
            <a:custGeom>
              <a:avLst/>
              <a:gdLst>
                <a:gd name="T0" fmla="*/ 74 w 57"/>
                <a:gd name="T1" fmla="*/ 30 h 114"/>
                <a:gd name="T2" fmla="*/ 134 w 57"/>
                <a:gd name="T3" fmla="*/ 122 h 114"/>
                <a:gd name="T4" fmla="*/ 202 w 57"/>
                <a:gd name="T5" fmla="*/ 169 h 114"/>
                <a:gd name="T6" fmla="*/ 202 w 57"/>
                <a:gd name="T7" fmla="*/ 264 h 114"/>
                <a:gd name="T8" fmla="*/ 156 w 57"/>
                <a:gd name="T9" fmla="*/ 434 h 114"/>
                <a:gd name="T10" fmla="*/ 182 w 57"/>
                <a:gd name="T11" fmla="*/ 251 h 114"/>
                <a:gd name="T12" fmla="*/ 115 w 57"/>
                <a:gd name="T13" fmla="*/ 195 h 114"/>
                <a:gd name="T14" fmla="*/ 43 w 57"/>
                <a:gd name="T15" fmla="*/ 103 h 114"/>
                <a:gd name="T16" fmla="*/ 43 w 57"/>
                <a:gd name="T17" fmla="*/ 0 h 114"/>
                <a:gd name="T18" fmla="*/ 62 w 57"/>
                <a:gd name="T19" fmla="*/ 19 h 11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7" h="114">
                  <a:moveTo>
                    <a:pt x="19" y="8"/>
                  </a:moveTo>
                  <a:cubicBezTo>
                    <a:pt x="24" y="16"/>
                    <a:pt x="28" y="25"/>
                    <a:pt x="34" y="32"/>
                  </a:cubicBezTo>
                  <a:cubicBezTo>
                    <a:pt x="39" y="37"/>
                    <a:pt x="47" y="39"/>
                    <a:pt x="51" y="44"/>
                  </a:cubicBezTo>
                  <a:cubicBezTo>
                    <a:pt x="57" y="51"/>
                    <a:pt x="54" y="61"/>
                    <a:pt x="51" y="69"/>
                  </a:cubicBezTo>
                  <a:cubicBezTo>
                    <a:pt x="48" y="84"/>
                    <a:pt x="44" y="99"/>
                    <a:pt x="40" y="114"/>
                  </a:cubicBezTo>
                  <a:cubicBezTo>
                    <a:pt x="43" y="102"/>
                    <a:pt x="51" y="79"/>
                    <a:pt x="46" y="66"/>
                  </a:cubicBezTo>
                  <a:cubicBezTo>
                    <a:pt x="44" y="59"/>
                    <a:pt x="36" y="55"/>
                    <a:pt x="29" y="51"/>
                  </a:cubicBezTo>
                  <a:cubicBezTo>
                    <a:pt x="15" y="44"/>
                    <a:pt x="15" y="43"/>
                    <a:pt x="11" y="27"/>
                  </a:cubicBezTo>
                  <a:cubicBezTo>
                    <a:pt x="7" y="16"/>
                    <a:pt x="0" y="7"/>
                    <a:pt x="11" y="0"/>
                  </a:cubicBezTo>
                  <a:cubicBezTo>
                    <a:pt x="13" y="1"/>
                    <a:pt x="16" y="5"/>
                    <a:pt x="16" y="5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4851" name="Freeform 774">
              <a:extLst>
                <a:ext uri="{FF2B5EF4-FFF2-40B4-BE49-F238E27FC236}">
                  <a16:creationId xmlns:a16="http://schemas.microsoft.com/office/drawing/2014/main" id="{965971AA-3940-47D9-8FB3-8F03013BAFB0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5" y="2455"/>
              <a:ext cx="75" cy="79"/>
            </a:xfrm>
            <a:custGeom>
              <a:avLst/>
              <a:gdLst>
                <a:gd name="T0" fmla="*/ 183 w 48"/>
                <a:gd name="T1" fmla="*/ 45 h 51"/>
                <a:gd name="T2" fmla="*/ 69 w 48"/>
                <a:gd name="T3" fmla="*/ 36 h 51"/>
                <a:gd name="T4" fmla="*/ 14 w 48"/>
                <a:gd name="T5" fmla="*/ 189 h 51"/>
                <a:gd name="T6" fmla="*/ 73 w 48"/>
                <a:gd name="T7" fmla="*/ 74 h 51"/>
                <a:gd name="T8" fmla="*/ 177 w 48"/>
                <a:gd name="T9" fmla="*/ 88 h 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51">
                  <a:moveTo>
                    <a:pt x="48" y="12"/>
                  </a:moveTo>
                  <a:cubicBezTo>
                    <a:pt x="41" y="0"/>
                    <a:pt x="29" y="2"/>
                    <a:pt x="18" y="10"/>
                  </a:cubicBezTo>
                  <a:cubicBezTo>
                    <a:pt x="4" y="19"/>
                    <a:pt x="0" y="35"/>
                    <a:pt x="4" y="51"/>
                  </a:cubicBezTo>
                  <a:cubicBezTo>
                    <a:pt x="11" y="40"/>
                    <a:pt x="5" y="27"/>
                    <a:pt x="19" y="20"/>
                  </a:cubicBezTo>
                  <a:cubicBezTo>
                    <a:pt x="28" y="15"/>
                    <a:pt x="38" y="19"/>
                    <a:pt x="46" y="24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4852" name="Freeform 775">
              <a:extLst>
                <a:ext uri="{FF2B5EF4-FFF2-40B4-BE49-F238E27FC236}">
                  <a16:creationId xmlns:a16="http://schemas.microsoft.com/office/drawing/2014/main" id="{0A2DD3ED-B9CD-4AB1-9448-19CEAC033176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6" y="2427"/>
              <a:ext cx="83" cy="162"/>
            </a:xfrm>
            <a:custGeom>
              <a:avLst/>
              <a:gdLst>
                <a:gd name="T0" fmla="*/ 0 w 53"/>
                <a:gd name="T1" fmla="*/ 0 h 104"/>
                <a:gd name="T2" fmla="*/ 116 w 53"/>
                <a:gd name="T3" fmla="*/ 190 h 104"/>
                <a:gd name="T4" fmla="*/ 189 w 53"/>
                <a:gd name="T5" fmla="*/ 393 h 104"/>
                <a:gd name="T6" fmla="*/ 155 w 53"/>
                <a:gd name="T7" fmla="*/ 305 h 104"/>
                <a:gd name="T8" fmla="*/ 100 w 53"/>
                <a:gd name="T9" fmla="*/ 257 h 104"/>
                <a:gd name="T10" fmla="*/ 100 w 53"/>
                <a:gd name="T11" fmla="*/ 182 h 104"/>
                <a:gd name="T12" fmla="*/ 74 w 53"/>
                <a:gd name="T13" fmla="*/ 129 h 104"/>
                <a:gd name="T14" fmla="*/ 8 w 53"/>
                <a:gd name="T15" fmla="*/ 14 h 10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3" h="104">
                  <a:moveTo>
                    <a:pt x="0" y="0"/>
                  </a:moveTo>
                  <a:cubicBezTo>
                    <a:pt x="11" y="16"/>
                    <a:pt x="21" y="32"/>
                    <a:pt x="30" y="50"/>
                  </a:cubicBezTo>
                  <a:cubicBezTo>
                    <a:pt x="38" y="64"/>
                    <a:pt x="53" y="86"/>
                    <a:pt x="49" y="104"/>
                  </a:cubicBezTo>
                  <a:cubicBezTo>
                    <a:pt x="41" y="102"/>
                    <a:pt x="44" y="87"/>
                    <a:pt x="40" y="81"/>
                  </a:cubicBezTo>
                  <a:cubicBezTo>
                    <a:pt x="37" y="73"/>
                    <a:pt x="29" y="74"/>
                    <a:pt x="26" y="68"/>
                  </a:cubicBezTo>
                  <a:cubicBezTo>
                    <a:pt x="22" y="63"/>
                    <a:pt x="26" y="54"/>
                    <a:pt x="26" y="48"/>
                  </a:cubicBezTo>
                  <a:cubicBezTo>
                    <a:pt x="25" y="43"/>
                    <a:pt x="22" y="38"/>
                    <a:pt x="19" y="34"/>
                  </a:cubicBezTo>
                  <a:cubicBezTo>
                    <a:pt x="13" y="25"/>
                    <a:pt x="9" y="12"/>
                    <a:pt x="2" y="4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4853" name="Freeform 776">
              <a:extLst>
                <a:ext uri="{FF2B5EF4-FFF2-40B4-BE49-F238E27FC236}">
                  <a16:creationId xmlns:a16="http://schemas.microsoft.com/office/drawing/2014/main" id="{83C1D819-8DB8-4FBA-A087-248ABA61404A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7" y="1954"/>
              <a:ext cx="98" cy="83"/>
            </a:xfrm>
            <a:custGeom>
              <a:avLst/>
              <a:gdLst>
                <a:gd name="T0" fmla="*/ 48 w 63"/>
                <a:gd name="T1" fmla="*/ 34 h 53"/>
                <a:gd name="T2" fmla="*/ 236 w 63"/>
                <a:gd name="T3" fmla="*/ 53 h 53"/>
                <a:gd name="T4" fmla="*/ 135 w 63"/>
                <a:gd name="T5" fmla="*/ 53 h 53"/>
                <a:gd name="T6" fmla="*/ 0 w 63"/>
                <a:gd name="T7" fmla="*/ 22 h 5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3" h="53">
                  <a:moveTo>
                    <a:pt x="13" y="9"/>
                  </a:moveTo>
                  <a:cubicBezTo>
                    <a:pt x="28" y="10"/>
                    <a:pt x="57" y="53"/>
                    <a:pt x="63" y="14"/>
                  </a:cubicBezTo>
                  <a:cubicBezTo>
                    <a:pt x="56" y="27"/>
                    <a:pt x="44" y="20"/>
                    <a:pt x="36" y="14"/>
                  </a:cubicBezTo>
                  <a:cubicBezTo>
                    <a:pt x="26" y="7"/>
                    <a:pt x="13" y="0"/>
                    <a:pt x="0" y="6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4854" name="Freeform 777">
              <a:extLst>
                <a:ext uri="{FF2B5EF4-FFF2-40B4-BE49-F238E27FC236}">
                  <a16:creationId xmlns:a16="http://schemas.microsoft.com/office/drawing/2014/main" id="{9A78C097-5DF4-4119-9067-D134CA9DE5B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0" y="1959"/>
              <a:ext cx="86" cy="70"/>
            </a:xfrm>
            <a:custGeom>
              <a:avLst/>
              <a:gdLst>
                <a:gd name="T0" fmla="*/ 13 w 55"/>
                <a:gd name="T1" fmla="*/ 79 h 45"/>
                <a:gd name="T2" fmla="*/ 210 w 55"/>
                <a:gd name="T3" fmla="*/ 30 h 45"/>
                <a:gd name="T4" fmla="*/ 0 w 55"/>
                <a:gd name="T5" fmla="*/ 73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5" h="45">
                  <a:moveTo>
                    <a:pt x="3" y="21"/>
                  </a:moveTo>
                  <a:cubicBezTo>
                    <a:pt x="11" y="45"/>
                    <a:pt x="44" y="7"/>
                    <a:pt x="55" y="8"/>
                  </a:cubicBezTo>
                  <a:cubicBezTo>
                    <a:pt x="33" y="0"/>
                    <a:pt x="21" y="27"/>
                    <a:pt x="0" y="19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4855" name="Freeform 778">
              <a:extLst>
                <a:ext uri="{FF2B5EF4-FFF2-40B4-BE49-F238E27FC236}">
                  <a16:creationId xmlns:a16="http://schemas.microsoft.com/office/drawing/2014/main" id="{9208AE2C-B0EE-419C-A9D3-33F1AE3826C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5" y="1586"/>
              <a:ext cx="41" cy="379"/>
            </a:xfrm>
            <a:custGeom>
              <a:avLst/>
              <a:gdLst>
                <a:gd name="T0" fmla="*/ 90 w 26"/>
                <a:gd name="T1" fmla="*/ 0 h 244"/>
                <a:gd name="T2" fmla="*/ 90 w 26"/>
                <a:gd name="T3" fmla="*/ 391 h 244"/>
                <a:gd name="T4" fmla="*/ 39 w 26"/>
                <a:gd name="T5" fmla="*/ 801 h 244"/>
                <a:gd name="T6" fmla="*/ 22 w 26"/>
                <a:gd name="T7" fmla="*/ 915 h 244"/>
                <a:gd name="T8" fmla="*/ 33 w 26"/>
                <a:gd name="T9" fmla="*/ 536 h 244"/>
                <a:gd name="T10" fmla="*/ 90 w 26"/>
                <a:gd name="T11" fmla="*/ 0 h 24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6" h="244">
                  <a:moveTo>
                    <a:pt x="23" y="0"/>
                  </a:moveTo>
                  <a:cubicBezTo>
                    <a:pt x="25" y="18"/>
                    <a:pt x="25" y="71"/>
                    <a:pt x="23" y="104"/>
                  </a:cubicBezTo>
                  <a:cubicBezTo>
                    <a:pt x="21" y="137"/>
                    <a:pt x="14" y="196"/>
                    <a:pt x="10" y="214"/>
                  </a:cubicBezTo>
                  <a:cubicBezTo>
                    <a:pt x="6" y="232"/>
                    <a:pt x="6" y="244"/>
                    <a:pt x="6" y="244"/>
                  </a:cubicBezTo>
                  <a:cubicBezTo>
                    <a:pt x="0" y="218"/>
                    <a:pt x="7" y="160"/>
                    <a:pt x="8" y="143"/>
                  </a:cubicBezTo>
                  <a:cubicBezTo>
                    <a:pt x="9" y="126"/>
                    <a:pt x="26" y="23"/>
                    <a:pt x="23" y="0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4856" name="Freeform 779">
              <a:extLst>
                <a:ext uri="{FF2B5EF4-FFF2-40B4-BE49-F238E27FC236}">
                  <a16:creationId xmlns:a16="http://schemas.microsoft.com/office/drawing/2014/main" id="{F6AC79C7-62CF-4B9A-9BC3-A51FCE6DA4E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0" y="1988"/>
              <a:ext cx="95" cy="366"/>
            </a:xfrm>
            <a:custGeom>
              <a:avLst/>
              <a:gdLst>
                <a:gd name="T0" fmla="*/ 216 w 61"/>
                <a:gd name="T1" fmla="*/ 0 h 235"/>
                <a:gd name="T2" fmla="*/ 143 w 61"/>
                <a:gd name="T3" fmla="*/ 466 h 235"/>
                <a:gd name="T4" fmla="*/ 0 w 61"/>
                <a:gd name="T5" fmla="*/ 888 h 235"/>
                <a:gd name="T6" fmla="*/ 90 w 61"/>
                <a:gd name="T7" fmla="*/ 487 h 235"/>
                <a:gd name="T8" fmla="*/ 216 w 61"/>
                <a:gd name="T9" fmla="*/ 0 h 2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1" h="235">
                  <a:moveTo>
                    <a:pt x="57" y="0"/>
                  </a:moveTo>
                  <a:cubicBezTo>
                    <a:pt x="58" y="26"/>
                    <a:pt x="61" y="66"/>
                    <a:pt x="38" y="123"/>
                  </a:cubicBezTo>
                  <a:cubicBezTo>
                    <a:pt x="15" y="180"/>
                    <a:pt x="3" y="219"/>
                    <a:pt x="0" y="235"/>
                  </a:cubicBezTo>
                  <a:cubicBezTo>
                    <a:pt x="2" y="211"/>
                    <a:pt x="14" y="159"/>
                    <a:pt x="24" y="129"/>
                  </a:cubicBezTo>
                  <a:cubicBezTo>
                    <a:pt x="34" y="99"/>
                    <a:pt x="61" y="21"/>
                    <a:pt x="57" y="0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4857" name="Freeform 780">
              <a:extLst>
                <a:ext uri="{FF2B5EF4-FFF2-40B4-BE49-F238E27FC236}">
                  <a16:creationId xmlns:a16="http://schemas.microsoft.com/office/drawing/2014/main" id="{CBF4F4D1-C203-4D6E-85DE-5457B1F8CD3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7" y="2484"/>
              <a:ext cx="83" cy="142"/>
            </a:xfrm>
            <a:custGeom>
              <a:avLst/>
              <a:gdLst>
                <a:gd name="T0" fmla="*/ 0 w 53"/>
                <a:gd name="T1" fmla="*/ 109 h 91"/>
                <a:gd name="T2" fmla="*/ 122 w 53"/>
                <a:gd name="T3" fmla="*/ 0 h 91"/>
                <a:gd name="T4" fmla="*/ 116 w 53"/>
                <a:gd name="T5" fmla="*/ 114 h 91"/>
                <a:gd name="T6" fmla="*/ 135 w 53"/>
                <a:gd name="T7" fmla="*/ 151 h 91"/>
                <a:gd name="T8" fmla="*/ 183 w 53"/>
                <a:gd name="T9" fmla="*/ 170 h 91"/>
                <a:gd name="T10" fmla="*/ 143 w 53"/>
                <a:gd name="T11" fmla="*/ 239 h 91"/>
                <a:gd name="T12" fmla="*/ 96 w 53"/>
                <a:gd name="T13" fmla="*/ 279 h 91"/>
                <a:gd name="T14" fmla="*/ 77 w 53"/>
                <a:gd name="T15" fmla="*/ 346 h 91"/>
                <a:gd name="T16" fmla="*/ 20 w 53"/>
                <a:gd name="T17" fmla="*/ 125 h 9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3" h="91">
                  <a:moveTo>
                    <a:pt x="0" y="29"/>
                  </a:moveTo>
                  <a:cubicBezTo>
                    <a:pt x="19" y="27"/>
                    <a:pt x="20" y="10"/>
                    <a:pt x="32" y="0"/>
                  </a:cubicBezTo>
                  <a:cubicBezTo>
                    <a:pt x="37" y="10"/>
                    <a:pt x="27" y="20"/>
                    <a:pt x="30" y="30"/>
                  </a:cubicBezTo>
                  <a:cubicBezTo>
                    <a:pt x="31" y="34"/>
                    <a:pt x="33" y="38"/>
                    <a:pt x="35" y="40"/>
                  </a:cubicBezTo>
                  <a:cubicBezTo>
                    <a:pt x="38" y="43"/>
                    <a:pt x="45" y="42"/>
                    <a:pt x="48" y="45"/>
                  </a:cubicBezTo>
                  <a:cubicBezTo>
                    <a:pt x="53" y="51"/>
                    <a:pt x="42" y="59"/>
                    <a:pt x="37" y="63"/>
                  </a:cubicBezTo>
                  <a:cubicBezTo>
                    <a:pt x="34" y="67"/>
                    <a:pt x="28" y="70"/>
                    <a:pt x="25" y="74"/>
                  </a:cubicBezTo>
                  <a:cubicBezTo>
                    <a:pt x="22" y="80"/>
                    <a:pt x="23" y="86"/>
                    <a:pt x="20" y="91"/>
                  </a:cubicBezTo>
                  <a:cubicBezTo>
                    <a:pt x="14" y="76"/>
                    <a:pt x="5" y="50"/>
                    <a:pt x="5" y="33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4858" name="Freeform 781">
              <a:extLst>
                <a:ext uri="{FF2B5EF4-FFF2-40B4-BE49-F238E27FC236}">
                  <a16:creationId xmlns:a16="http://schemas.microsoft.com/office/drawing/2014/main" id="{03D91CCB-FEB1-4FA2-B0B1-20EF26A34F8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7" y="2376"/>
              <a:ext cx="35" cy="192"/>
            </a:xfrm>
            <a:custGeom>
              <a:avLst/>
              <a:gdLst>
                <a:gd name="T0" fmla="*/ 40 w 22"/>
                <a:gd name="T1" fmla="*/ 82 h 124"/>
                <a:gd name="T2" fmla="*/ 73 w 22"/>
                <a:gd name="T3" fmla="*/ 235 h 124"/>
                <a:gd name="T4" fmla="*/ 53 w 22"/>
                <a:gd name="T5" fmla="*/ 460 h 124"/>
                <a:gd name="T6" fmla="*/ 8 w 22"/>
                <a:gd name="T7" fmla="*/ 189 h 124"/>
                <a:gd name="T8" fmla="*/ 13 w 22"/>
                <a:gd name="T9" fmla="*/ 101 h 124"/>
                <a:gd name="T10" fmla="*/ 16 w 22"/>
                <a:gd name="T11" fmla="*/ 0 h 124"/>
                <a:gd name="T12" fmla="*/ 46 w 22"/>
                <a:gd name="T13" fmla="*/ 60 h 124"/>
                <a:gd name="T14" fmla="*/ 46 w 22"/>
                <a:gd name="T15" fmla="*/ 104 h 12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2" h="124">
                  <a:moveTo>
                    <a:pt x="10" y="22"/>
                  </a:moveTo>
                  <a:cubicBezTo>
                    <a:pt x="9" y="38"/>
                    <a:pt x="15" y="47"/>
                    <a:pt x="18" y="63"/>
                  </a:cubicBezTo>
                  <a:cubicBezTo>
                    <a:pt x="22" y="82"/>
                    <a:pt x="20" y="105"/>
                    <a:pt x="13" y="124"/>
                  </a:cubicBezTo>
                  <a:cubicBezTo>
                    <a:pt x="20" y="98"/>
                    <a:pt x="7" y="75"/>
                    <a:pt x="2" y="51"/>
                  </a:cubicBezTo>
                  <a:cubicBezTo>
                    <a:pt x="0" y="41"/>
                    <a:pt x="2" y="37"/>
                    <a:pt x="3" y="27"/>
                  </a:cubicBezTo>
                  <a:cubicBezTo>
                    <a:pt x="5" y="18"/>
                    <a:pt x="2" y="10"/>
                    <a:pt x="4" y="0"/>
                  </a:cubicBezTo>
                  <a:cubicBezTo>
                    <a:pt x="6" y="6"/>
                    <a:pt x="10" y="11"/>
                    <a:pt x="11" y="16"/>
                  </a:cubicBezTo>
                  <a:cubicBezTo>
                    <a:pt x="11" y="20"/>
                    <a:pt x="10" y="24"/>
                    <a:pt x="11" y="28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4859" name="Freeform 782">
              <a:extLst>
                <a:ext uri="{FF2B5EF4-FFF2-40B4-BE49-F238E27FC236}">
                  <a16:creationId xmlns:a16="http://schemas.microsoft.com/office/drawing/2014/main" id="{F43573F7-5A91-4A15-A9D1-05AD3CE123A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3" y="2473"/>
              <a:ext cx="71" cy="74"/>
            </a:xfrm>
            <a:custGeom>
              <a:avLst/>
              <a:gdLst>
                <a:gd name="T0" fmla="*/ 40 w 46"/>
                <a:gd name="T1" fmla="*/ 129 h 47"/>
                <a:gd name="T2" fmla="*/ 102 w 46"/>
                <a:gd name="T3" fmla="*/ 102 h 47"/>
                <a:gd name="T4" fmla="*/ 170 w 46"/>
                <a:gd name="T5" fmla="*/ 0 h 47"/>
                <a:gd name="T6" fmla="*/ 0 w 46"/>
                <a:gd name="T7" fmla="*/ 184 h 4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6" h="47">
                  <a:moveTo>
                    <a:pt x="11" y="33"/>
                  </a:moveTo>
                  <a:cubicBezTo>
                    <a:pt x="17" y="28"/>
                    <a:pt x="22" y="29"/>
                    <a:pt x="28" y="26"/>
                  </a:cubicBezTo>
                  <a:cubicBezTo>
                    <a:pt x="39" y="21"/>
                    <a:pt x="42" y="11"/>
                    <a:pt x="46" y="0"/>
                  </a:cubicBezTo>
                  <a:cubicBezTo>
                    <a:pt x="30" y="17"/>
                    <a:pt x="6" y="24"/>
                    <a:pt x="0" y="47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4860" name="Freeform 783">
              <a:extLst>
                <a:ext uri="{FF2B5EF4-FFF2-40B4-BE49-F238E27FC236}">
                  <a16:creationId xmlns:a16="http://schemas.microsoft.com/office/drawing/2014/main" id="{3625EFA7-61CC-4B4B-971A-79416CC02E1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8" y="1349"/>
              <a:ext cx="119" cy="313"/>
            </a:xfrm>
            <a:custGeom>
              <a:avLst/>
              <a:gdLst>
                <a:gd name="T0" fmla="*/ 291 w 76"/>
                <a:gd name="T1" fmla="*/ 0 h 201"/>
                <a:gd name="T2" fmla="*/ 61 w 76"/>
                <a:gd name="T3" fmla="*/ 249 h 201"/>
                <a:gd name="T4" fmla="*/ 5 w 76"/>
                <a:gd name="T5" fmla="*/ 610 h 201"/>
                <a:gd name="T6" fmla="*/ 8 w 76"/>
                <a:gd name="T7" fmla="*/ 758 h 201"/>
                <a:gd name="T8" fmla="*/ 69 w 76"/>
                <a:gd name="T9" fmla="*/ 419 h 201"/>
                <a:gd name="T10" fmla="*/ 291 w 76"/>
                <a:gd name="T11" fmla="*/ 0 h 20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6" h="201">
                  <a:moveTo>
                    <a:pt x="76" y="0"/>
                  </a:moveTo>
                  <a:cubicBezTo>
                    <a:pt x="57" y="0"/>
                    <a:pt x="29" y="22"/>
                    <a:pt x="16" y="66"/>
                  </a:cubicBezTo>
                  <a:cubicBezTo>
                    <a:pt x="3" y="110"/>
                    <a:pt x="2" y="146"/>
                    <a:pt x="1" y="162"/>
                  </a:cubicBezTo>
                  <a:cubicBezTo>
                    <a:pt x="0" y="178"/>
                    <a:pt x="5" y="190"/>
                    <a:pt x="2" y="201"/>
                  </a:cubicBezTo>
                  <a:cubicBezTo>
                    <a:pt x="6" y="185"/>
                    <a:pt x="12" y="130"/>
                    <a:pt x="18" y="111"/>
                  </a:cubicBezTo>
                  <a:cubicBezTo>
                    <a:pt x="24" y="92"/>
                    <a:pt x="34" y="7"/>
                    <a:pt x="7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4861" name="Freeform 784">
              <a:extLst>
                <a:ext uri="{FF2B5EF4-FFF2-40B4-BE49-F238E27FC236}">
                  <a16:creationId xmlns:a16="http://schemas.microsoft.com/office/drawing/2014/main" id="{9C1F3885-1712-476D-A7D5-002E1C4ABC8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4" y="1988"/>
              <a:ext cx="26" cy="318"/>
            </a:xfrm>
            <a:custGeom>
              <a:avLst/>
              <a:gdLst>
                <a:gd name="T0" fmla="*/ 0 w 17"/>
                <a:gd name="T1" fmla="*/ 773 h 204"/>
                <a:gd name="T2" fmla="*/ 21 w 17"/>
                <a:gd name="T3" fmla="*/ 421 h 204"/>
                <a:gd name="T4" fmla="*/ 54 w 17"/>
                <a:gd name="T5" fmla="*/ 0 h 204"/>
                <a:gd name="T6" fmla="*/ 57 w 17"/>
                <a:gd name="T7" fmla="*/ 313 h 204"/>
                <a:gd name="T8" fmla="*/ 0 w 17"/>
                <a:gd name="T9" fmla="*/ 773 h 20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204">
                  <a:moveTo>
                    <a:pt x="0" y="204"/>
                  </a:moveTo>
                  <a:cubicBezTo>
                    <a:pt x="0" y="198"/>
                    <a:pt x="6" y="148"/>
                    <a:pt x="6" y="111"/>
                  </a:cubicBezTo>
                  <a:cubicBezTo>
                    <a:pt x="6" y="70"/>
                    <a:pt x="9" y="29"/>
                    <a:pt x="15" y="0"/>
                  </a:cubicBezTo>
                  <a:cubicBezTo>
                    <a:pt x="12" y="18"/>
                    <a:pt x="15" y="56"/>
                    <a:pt x="16" y="83"/>
                  </a:cubicBezTo>
                  <a:cubicBezTo>
                    <a:pt x="17" y="110"/>
                    <a:pt x="9" y="179"/>
                    <a:pt x="0" y="20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4862" name="Freeform 785">
              <a:extLst>
                <a:ext uri="{FF2B5EF4-FFF2-40B4-BE49-F238E27FC236}">
                  <a16:creationId xmlns:a16="http://schemas.microsoft.com/office/drawing/2014/main" id="{2698B23B-2E19-48A5-ACF6-1991BC8722A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1" y="1828"/>
              <a:ext cx="40" cy="339"/>
            </a:xfrm>
            <a:custGeom>
              <a:avLst/>
              <a:gdLst>
                <a:gd name="T0" fmla="*/ 5 w 26"/>
                <a:gd name="T1" fmla="*/ 0 h 218"/>
                <a:gd name="T2" fmla="*/ 35 w 26"/>
                <a:gd name="T3" fmla="*/ 264 h 218"/>
                <a:gd name="T4" fmla="*/ 54 w 26"/>
                <a:gd name="T5" fmla="*/ 563 h 218"/>
                <a:gd name="T6" fmla="*/ 95 w 26"/>
                <a:gd name="T7" fmla="*/ 820 h 218"/>
                <a:gd name="T8" fmla="*/ 89 w 26"/>
                <a:gd name="T9" fmla="*/ 536 h 218"/>
                <a:gd name="T10" fmla="*/ 74 w 26"/>
                <a:gd name="T11" fmla="*/ 232 h 218"/>
                <a:gd name="T12" fmla="*/ 5 w 26"/>
                <a:gd name="T13" fmla="*/ 0 h 2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" h="218">
                  <a:moveTo>
                    <a:pt x="1" y="0"/>
                  </a:moveTo>
                  <a:cubicBezTo>
                    <a:pt x="5" y="31"/>
                    <a:pt x="5" y="43"/>
                    <a:pt x="10" y="70"/>
                  </a:cubicBezTo>
                  <a:cubicBezTo>
                    <a:pt x="15" y="97"/>
                    <a:pt x="12" y="113"/>
                    <a:pt x="15" y="150"/>
                  </a:cubicBezTo>
                  <a:cubicBezTo>
                    <a:pt x="18" y="187"/>
                    <a:pt x="19" y="205"/>
                    <a:pt x="26" y="218"/>
                  </a:cubicBezTo>
                  <a:cubicBezTo>
                    <a:pt x="24" y="196"/>
                    <a:pt x="24" y="163"/>
                    <a:pt x="25" y="143"/>
                  </a:cubicBezTo>
                  <a:cubicBezTo>
                    <a:pt x="26" y="123"/>
                    <a:pt x="25" y="79"/>
                    <a:pt x="20" y="62"/>
                  </a:cubicBezTo>
                  <a:cubicBezTo>
                    <a:pt x="15" y="45"/>
                    <a:pt x="0" y="7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4863" name="Freeform 786">
              <a:extLst>
                <a:ext uri="{FF2B5EF4-FFF2-40B4-BE49-F238E27FC236}">
                  <a16:creationId xmlns:a16="http://schemas.microsoft.com/office/drawing/2014/main" id="{79404B29-8962-4090-AF84-A2DD549736B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4" y="2503"/>
              <a:ext cx="55" cy="471"/>
            </a:xfrm>
            <a:custGeom>
              <a:avLst/>
              <a:gdLst>
                <a:gd name="T0" fmla="*/ 55 w 35"/>
                <a:gd name="T1" fmla="*/ 541 h 303"/>
                <a:gd name="T2" fmla="*/ 135 w 35"/>
                <a:gd name="T3" fmla="*/ 1138 h 303"/>
                <a:gd name="T4" fmla="*/ 31 w 35"/>
                <a:gd name="T5" fmla="*/ 713 h 303"/>
                <a:gd name="T6" fmla="*/ 49 w 35"/>
                <a:gd name="T7" fmla="*/ 0 h 303"/>
                <a:gd name="T8" fmla="*/ 55 w 35"/>
                <a:gd name="T9" fmla="*/ 541 h 30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303">
                  <a:moveTo>
                    <a:pt x="14" y="144"/>
                  </a:moveTo>
                  <a:cubicBezTo>
                    <a:pt x="13" y="179"/>
                    <a:pt x="30" y="282"/>
                    <a:pt x="35" y="303"/>
                  </a:cubicBezTo>
                  <a:cubicBezTo>
                    <a:pt x="26" y="280"/>
                    <a:pt x="16" y="250"/>
                    <a:pt x="8" y="190"/>
                  </a:cubicBezTo>
                  <a:cubicBezTo>
                    <a:pt x="0" y="130"/>
                    <a:pt x="3" y="44"/>
                    <a:pt x="13" y="0"/>
                  </a:cubicBezTo>
                  <a:cubicBezTo>
                    <a:pt x="11" y="35"/>
                    <a:pt x="17" y="116"/>
                    <a:pt x="14" y="14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4864" name="Freeform 787">
              <a:extLst>
                <a:ext uri="{FF2B5EF4-FFF2-40B4-BE49-F238E27FC236}">
                  <a16:creationId xmlns:a16="http://schemas.microsoft.com/office/drawing/2014/main" id="{7EAF7307-4392-4021-8D8A-060236BA0E09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4" y="2503"/>
              <a:ext cx="55" cy="471"/>
            </a:xfrm>
            <a:custGeom>
              <a:avLst/>
              <a:gdLst>
                <a:gd name="T0" fmla="*/ 82 w 35"/>
                <a:gd name="T1" fmla="*/ 541 h 303"/>
                <a:gd name="T2" fmla="*/ 0 w 35"/>
                <a:gd name="T3" fmla="*/ 1138 h 303"/>
                <a:gd name="T4" fmla="*/ 104 w 35"/>
                <a:gd name="T5" fmla="*/ 713 h 303"/>
                <a:gd name="T6" fmla="*/ 86 w 35"/>
                <a:gd name="T7" fmla="*/ 0 h 303"/>
                <a:gd name="T8" fmla="*/ 82 w 35"/>
                <a:gd name="T9" fmla="*/ 541 h 30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303">
                  <a:moveTo>
                    <a:pt x="21" y="144"/>
                  </a:moveTo>
                  <a:cubicBezTo>
                    <a:pt x="22" y="179"/>
                    <a:pt x="5" y="282"/>
                    <a:pt x="0" y="303"/>
                  </a:cubicBezTo>
                  <a:cubicBezTo>
                    <a:pt x="9" y="280"/>
                    <a:pt x="19" y="250"/>
                    <a:pt x="27" y="190"/>
                  </a:cubicBezTo>
                  <a:cubicBezTo>
                    <a:pt x="35" y="130"/>
                    <a:pt x="32" y="44"/>
                    <a:pt x="22" y="0"/>
                  </a:cubicBezTo>
                  <a:cubicBezTo>
                    <a:pt x="24" y="35"/>
                    <a:pt x="18" y="116"/>
                    <a:pt x="21" y="144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4865" name="Freeform 788">
              <a:extLst>
                <a:ext uri="{FF2B5EF4-FFF2-40B4-BE49-F238E27FC236}">
                  <a16:creationId xmlns:a16="http://schemas.microsoft.com/office/drawing/2014/main" id="{5A145A18-4578-497E-BA12-D6F4FED0C9C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8" y="3293"/>
              <a:ext cx="81" cy="435"/>
            </a:xfrm>
            <a:custGeom>
              <a:avLst/>
              <a:gdLst>
                <a:gd name="T0" fmla="*/ 47 w 52"/>
                <a:gd name="T1" fmla="*/ 0 h 280"/>
                <a:gd name="T2" fmla="*/ 53 w 52"/>
                <a:gd name="T3" fmla="*/ 550 h 280"/>
                <a:gd name="T4" fmla="*/ 196 w 52"/>
                <a:gd name="T5" fmla="*/ 1050 h 280"/>
                <a:gd name="T6" fmla="*/ 90 w 52"/>
                <a:gd name="T7" fmla="*/ 533 h 280"/>
                <a:gd name="T8" fmla="*/ 47 w 52"/>
                <a:gd name="T9" fmla="*/ 0 h 2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" h="280">
                  <a:moveTo>
                    <a:pt x="12" y="0"/>
                  </a:moveTo>
                  <a:cubicBezTo>
                    <a:pt x="11" y="34"/>
                    <a:pt x="0" y="81"/>
                    <a:pt x="14" y="147"/>
                  </a:cubicBezTo>
                  <a:cubicBezTo>
                    <a:pt x="28" y="213"/>
                    <a:pt x="47" y="258"/>
                    <a:pt x="52" y="280"/>
                  </a:cubicBezTo>
                  <a:cubicBezTo>
                    <a:pt x="46" y="251"/>
                    <a:pt x="28" y="168"/>
                    <a:pt x="24" y="142"/>
                  </a:cubicBezTo>
                  <a:cubicBezTo>
                    <a:pt x="20" y="116"/>
                    <a:pt x="10" y="37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4866" name="Freeform 789">
              <a:extLst>
                <a:ext uri="{FF2B5EF4-FFF2-40B4-BE49-F238E27FC236}">
                  <a16:creationId xmlns:a16="http://schemas.microsoft.com/office/drawing/2014/main" id="{8F92D535-FF51-48F8-A8C8-43E93A3BD74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0" y="2601"/>
              <a:ext cx="56" cy="574"/>
            </a:xfrm>
            <a:custGeom>
              <a:avLst/>
              <a:gdLst>
                <a:gd name="T0" fmla="*/ 30 w 36"/>
                <a:gd name="T1" fmla="*/ 775 h 369"/>
                <a:gd name="T2" fmla="*/ 12 w 36"/>
                <a:gd name="T3" fmla="*/ 1389 h 369"/>
                <a:gd name="T4" fmla="*/ 56 w 36"/>
                <a:gd name="T5" fmla="*/ 915 h 369"/>
                <a:gd name="T6" fmla="*/ 135 w 36"/>
                <a:gd name="T7" fmla="*/ 0 h 369"/>
                <a:gd name="T8" fmla="*/ 30 w 36"/>
                <a:gd name="T9" fmla="*/ 775 h 36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369">
                  <a:moveTo>
                    <a:pt x="8" y="206"/>
                  </a:moveTo>
                  <a:cubicBezTo>
                    <a:pt x="0" y="256"/>
                    <a:pt x="4" y="336"/>
                    <a:pt x="3" y="369"/>
                  </a:cubicBezTo>
                  <a:cubicBezTo>
                    <a:pt x="1" y="344"/>
                    <a:pt x="5" y="324"/>
                    <a:pt x="15" y="243"/>
                  </a:cubicBezTo>
                  <a:cubicBezTo>
                    <a:pt x="25" y="162"/>
                    <a:pt x="36" y="30"/>
                    <a:pt x="36" y="0"/>
                  </a:cubicBezTo>
                  <a:cubicBezTo>
                    <a:pt x="33" y="14"/>
                    <a:pt x="13" y="144"/>
                    <a:pt x="8" y="206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4867" name="Freeform 790">
              <a:extLst>
                <a:ext uri="{FF2B5EF4-FFF2-40B4-BE49-F238E27FC236}">
                  <a16:creationId xmlns:a16="http://schemas.microsoft.com/office/drawing/2014/main" id="{9441AB44-40C9-4E7B-A262-77865B57054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0" y="3237"/>
              <a:ext cx="35" cy="406"/>
            </a:xfrm>
            <a:custGeom>
              <a:avLst/>
              <a:gdLst>
                <a:gd name="T0" fmla="*/ 29 w 22"/>
                <a:gd name="T1" fmla="*/ 0 h 261"/>
                <a:gd name="T2" fmla="*/ 84 w 22"/>
                <a:gd name="T3" fmla="*/ 479 h 261"/>
                <a:gd name="T4" fmla="*/ 33 w 22"/>
                <a:gd name="T5" fmla="*/ 983 h 261"/>
                <a:gd name="T6" fmla="*/ 46 w 22"/>
                <a:gd name="T7" fmla="*/ 366 h 261"/>
                <a:gd name="T8" fmla="*/ 29 w 22"/>
                <a:gd name="T9" fmla="*/ 0 h 26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61">
                  <a:moveTo>
                    <a:pt x="7" y="0"/>
                  </a:moveTo>
                  <a:cubicBezTo>
                    <a:pt x="12" y="24"/>
                    <a:pt x="22" y="92"/>
                    <a:pt x="21" y="127"/>
                  </a:cubicBezTo>
                  <a:cubicBezTo>
                    <a:pt x="20" y="162"/>
                    <a:pt x="11" y="204"/>
                    <a:pt x="8" y="261"/>
                  </a:cubicBezTo>
                  <a:cubicBezTo>
                    <a:pt x="3" y="235"/>
                    <a:pt x="12" y="127"/>
                    <a:pt x="11" y="97"/>
                  </a:cubicBezTo>
                  <a:cubicBezTo>
                    <a:pt x="10" y="67"/>
                    <a:pt x="0" y="7"/>
                    <a:pt x="7" y="0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4868" name="Freeform 791">
              <a:extLst>
                <a:ext uri="{FF2B5EF4-FFF2-40B4-BE49-F238E27FC236}">
                  <a16:creationId xmlns:a16="http://schemas.microsoft.com/office/drawing/2014/main" id="{D7D1EB07-6088-49A1-A9D9-D023126FDED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2" y="3796"/>
              <a:ext cx="37" cy="181"/>
            </a:xfrm>
            <a:custGeom>
              <a:avLst/>
              <a:gdLst>
                <a:gd name="T0" fmla="*/ 45 w 24"/>
                <a:gd name="T1" fmla="*/ 42 h 116"/>
                <a:gd name="T2" fmla="*/ 45 w 24"/>
                <a:gd name="T3" fmla="*/ 142 h 116"/>
                <a:gd name="T4" fmla="*/ 69 w 24"/>
                <a:gd name="T5" fmla="*/ 222 h 116"/>
                <a:gd name="T6" fmla="*/ 34 w 24"/>
                <a:gd name="T7" fmla="*/ 440 h 116"/>
                <a:gd name="T8" fmla="*/ 48 w 24"/>
                <a:gd name="T9" fmla="*/ 317 h 116"/>
                <a:gd name="T10" fmla="*/ 52 w 24"/>
                <a:gd name="T11" fmla="*/ 273 h 116"/>
                <a:gd name="T12" fmla="*/ 14 w 24"/>
                <a:gd name="T13" fmla="*/ 251 h 116"/>
                <a:gd name="T14" fmla="*/ 22 w 24"/>
                <a:gd name="T15" fmla="*/ 164 h 116"/>
                <a:gd name="T16" fmla="*/ 35 w 24"/>
                <a:gd name="T17" fmla="*/ 0 h 11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4" h="116">
                  <a:moveTo>
                    <a:pt x="12" y="11"/>
                  </a:moveTo>
                  <a:cubicBezTo>
                    <a:pt x="15" y="20"/>
                    <a:pt x="10" y="28"/>
                    <a:pt x="12" y="37"/>
                  </a:cubicBezTo>
                  <a:cubicBezTo>
                    <a:pt x="14" y="44"/>
                    <a:pt x="18" y="51"/>
                    <a:pt x="19" y="58"/>
                  </a:cubicBezTo>
                  <a:cubicBezTo>
                    <a:pt x="24" y="81"/>
                    <a:pt x="16" y="95"/>
                    <a:pt x="9" y="116"/>
                  </a:cubicBezTo>
                  <a:cubicBezTo>
                    <a:pt x="7" y="106"/>
                    <a:pt x="12" y="93"/>
                    <a:pt x="13" y="83"/>
                  </a:cubicBezTo>
                  <a:cubicBezTo>
                    <a:pt x="14" y="79"/>
                    <a:pt x="15" y="75"/>
                    <a:pt x="14" y="72"/>
                  </a:cubicBezTo>
                  <a:cubicBezTo>
                    <a:pt x="11" y="67"/>
                    <a:pt x="6" y="69"/>
                    <a:pt x="4" y="66"/>
                  </a:cubicBezTo>
                  <a:cubicBezTo>
                    <a:pt x="0" y="61"/>
                    <a:pt x="5" y="49"/>
                    <a:pt x="6" y="43"/>
                  </a:cubicBezTo>
                  <a:cubicBezTo>
                    <a:pt x="8" y="29"/>
                    <a:pt x="10" y="14"/>
                    <a:pt x="10" y="0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4869" name="Freeform 792">
              <a:extLst>
                <a:ext uri="{FF2B5EF4-FFF2-40B4-BE49-F238E27FC236}">
                  <a16:creationId xmlns:a16="http://schemas.microsoft.com/office/drawing/2014/main" id="{4D4F248A-A196-462F-A889-50CE2F5B2F1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0" y="3961"/>
              <a:ext cx="75" cy="84"/>
            </a:xfrm>
            <a:custGeom>
              <a:avLst/>
              <a:gdLst>
                <a:gd name="T0" fmla="*/ 34 w 48"/>
                <a:gd name="T1" fmla="*/ 204 h 54"/>
                <a:gd name="T2" fmla="*/ 144 w 48"/>
                <a:gd name="T3" fmla="*/ 148 h 54"/>
                <a:gd name="T4" fmla="*/ 170 w 48"/>
                <a:gd name="T5" fmla="*/ 0 h 54"/>
                <a:gd name="T6" fmla="*/ 100 w 48"/>
                <a:gd name="T7" fmla="*/ 101 h 54"/>
                <a:gd name="T8" fmla="*/ 0 w 48"/>
                <a:gd name="T9" fmla="*/ 188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54">
                  <a:moveTo>
                    <a:pt x="9" y="54"/>
                  </a:moveTo>
                  <a:cubicBezTo>
                    <a:pt x="22" y="53"/>
                    <a:pt x="31" y="49"/>
                    <a:pt x="38" y="39"/>
                  </a:cubicBezTo>
                  <a:cubicBezTo>
                    <a:pt x="48" y="26"/>
                    <a:pt x="46" y="15"/>
                    <a:pt x="45" y="0"/>
                  </a:cubicBezTo>
                  <a:cubicBezTo>
                    <a:pt x="39" y="9"/>
                    <a:pt x="43" y="28"/>
                    <a:pt x="26" y="27"/>
                  </a:cubicBezTo>
                  <a:cubicBezTo>
                    <a:pt x="28" y="43"/>
                    <a:pt x="15" y="48"/>
                    <a:pt x="0" y="50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4870" name="Freeform 793">
              <a:extLst>
                <a:ext uri="{FF2B5EF4-FFF2-40B4-BE49-F238E27FC236}">
                  <a16:creationId xmlns:a16="http://schemas.microsoft.com/office/drawing/2014/main" id="{BF3F17E0-876D-4E36-92E6-D115CDE5929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1" y="3935"/>
              <a:ext cx="65" cy="107"/>
            </a:xfrm>
            <a:custGeom>
              <a:avLst/>
              <a:gdLst>
                <a:gd name="T0" fmla="*/ 0 w 42"/>
                <a:gd name="T1" fmla="*/ 8 h 69"/>
                <a:gd name="T2" fmla="*/ 22 w 42"/>
                <a:gd name="T3" fmla="*/ 113 h 69"/>
                <a:gd name="T4" fmla="*/ 48 w 42"/>
                <a:gd name="T5" fmla="*/ 191 h 69"/>
                <a:gd name="T6" fmla="*/ 88 w 42"/>
                <a:gd name="T7" fmla="*/ 245 h 69"/>
                <a:gd name="T8" fmla="*/ 156 w 42"/>
                <a:gd name="T9" fmla="*/ 236 h 69"/>
                <a:gd name="T10" fmla="*/ 74 w 42"/>
                <a:gd name="T11" fmla="*/ 135 h 69"/>
                <a:gd name="T12" fmla="*/ 48 w 42"/>
                <a:gd name="T13" fmla="*/ 74 h 69"/>
                <a:gd name="T14" fmla="*/ 12 w 42"/>
                <a:gd name="T15" fmla="*/ 0 h 6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2" h="69">
                  <a:moveTo>
                    <a:pt x="0" y="2"/>
                  </a:moveTo>
                  <a:cubicBezTo>
                    <a:pt x="7" y="9"/>
                    <a:pt x="6" y="21"/>
                    <a:pt x="6" y="30"/>
                  </a:cubicBezTo>
                  <a:cubicBezTo>
                    <a:pt x="6" y="40"/>
                    <a:pt x="9" y="42"/>
                    <a:pt x="13" y="51"/>
                  </a:cubicBezTo>
                  <a:cubicBezTo>
                    <a:pt x="16" y="59"/>
                    <a:pt x="13" y="63"/>
                    <a:pt x="24" y="66"/>
                  </a:cubicBezTo>
                  <a:cubicBezTo>
                    <a:pt x="29" y="67"/>
                    <a:pt x="39" y="69"/>
                    <a:pt x="42" y="63"/>
                  </a:cubicBezTo>
                  <a:cubicBezTo>
                    <a:pt x="21" y="65"/>
                    <a:pt x="19" y="52"/>
                    <a:pt x="20" y="36"/>
                  </a:cubicBezTo>
                  <a:cubicBezTo>
                    <a:pt x="15" y="34"/>
                    <a:pt x="15" y="25"/>
                    <a:pt x="13" y="20"/>
                  </a:cubicBezTo>
                  <a:cubicBezTo>
                    <a:pt x="10" y="14"/>
                    <a:pt x="2" y="7"/>
                    <a:pt x="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4871" name="Freeform 794">
              <a:extLst>
                <a:ext uri="{FF2B5EF4-FFF2-40B4-BE49-F238E27FC236}">
                  <a16:creationId xmlns:a16="http://schemas.microsoft.com/office/drawing/2014/main" id="{EC8653D2-B58B-4496-A624-8E9D4059410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0" y="3245"/>
              <a:ext cx="28" cy="443"/>
            </a:xfrm>
            <a:custGeom>
              <a:avLst/>
              <a:gdLst>
                <a:gd name="T0" fmla="*/ 62 w 18"/>
                <a:gd name="T1" fmla="*/ 1037 h 285"/>
                <a:gd name="T2" fmla="*/ 19 w 18"/>
                <a:gd name="T3" fmla="*/ 575 h 285"/>
                <a:gd name="T4" fmla="*/ 61 w 18"/>
                <a:gd name="T5" fmla="*/ 0 h 285"/>
                <a:gd name="T6" fmla="*/ 61 w 18"/>
                <a:gd name="T7" fmla="*/ 426 h 285"/>
                <a:gd name="T8" fmla="*/ 62 w 18"/>
                <a:gd name="T9" fmla="*/ 1037 h 28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285">
                  <a:moveTo>
                    <a:pt x="17" y="276"/>
                  </a:moveTo>
                  <a:cubicBezTo>
                    <a:pt x="16" y="285"/>
                    <a:pt x="10" y="209"/>
                    <a:pt x="5" y="153"/>
                  </a:cubicBezTo>
                  <a:cubicBezTo>
                    <a:pt x="0" y="97"/>
                    <a:pt x="7" y="38"/>
                    <a:pt x="16" y="0"/>
                  </a:cubicBezTo>
                  <a:cubicBezTo>
                    <a:pt x="15" y="13"/>
                    <a:pt x="14" y="87"/>
                    <a:pt x="16" y="113"/>
                  </a:cubicBezTo>
                  <a:cubicBezTo>
                    <a:pt x="18" y="139"/>
                    <a:pt x="18" y="267"/>
                    <a:pt x="17" y="27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4872" name="Freeform 795">
              <a:extLst>
                <a:ext uri="{FF2B5EF4-FFF2-40B4-BE49-F238E27FC236}">
                  <a16:creationId xmlns:a16="http://schemas.microsoft.com/office/drawing/2014/main" id="{56837034-5F1D-4A42-9811-DE3B0364A176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1" y="3294"/>
              <a:ext cx="63" cy="397"/>
            </a:xfrm>
            <a:custGeom>
              <a:avLst/>
              <a:gdLst>
                <a:gd name="T0" fmla="*/ 0 w 40"/>
                <a:gd name="T1" fmla="*/ 962 h 255"/>
                <a:gd name="T2" fmla="*/ 117 w 40"/>
                <a:gd name="T3" fmla="*/ 500 h 255"/>
                <a:gd name="T4" fmla="*/ 124 w 40"/>
                <a:gd name="T5" fmla="*/ 0 h 255"/>
                <a:gd name="T6" fmla="*/ 87 w 40"/>
                <a:gd name="T7" fmla="*/ 489 h 255"/>
                <a:gd name="T8" fmla="*/ 0 w 40"/>
                <a:gd name="T9" fmla="*/ 962 h 2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255">
                  <a:moveTo>
                    <a:pt x="0" y="255"/>
                  </a:moveTo>
                  <a:cubicBezTo>
                    <a:pt x="4" y="235"/>
                    <a:pt x="20" y="171"/>
                    <a:pt x="30" y="132"/>
                  </a:cubicBezTo>
                  <a:cubicBezTo>
                    <a:pt x="40" y="93"/>
                    <a:pt x="33" y="27"/>
                    <a:pt x="32" y="0"/>
                  </a:cubicBezTo>
                  <a:cubicBezTo>
                    <a:pt x="29" y="27"/>
                    <a:pt x="29" y="102"/>
                    <a:pt x="22" y="130"/>
                  </a:cubicBezTo>
                  <a:cubicBezTo>
                    <a:pt x="15" y="158"/>
                    <a:pt x="4" y="234"/>
                    <a:pt x="0" y="255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4873" name="Freeform 796">
              <a:extLst>
                <a:ext uri="{FF2B5EF4-FFF2-40B4-BE49-F238E27FC236}">
                  <a16:creationId xmlns:a16="http://schemas.microsoft.com/office/drawing/2014/main" id="{F5F30C33-D9FD-4C9A-9A2A-A200BF3BCE8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6" y="3960"/>
              <a:ext cx="103" cy="82"/>
            </a:xfrm>
            <a:custGeom>
              <a:avLst/>
              <a:gdLst>
                <a:gd name="T0" fmla="*/ 109 w 66"/>
                <a:gd name="T1" fmla="*/ 183 h 53"/>
                <a:gd name="T2" fmla="*/ 164 w 66"/>
                <a:gd name="T3" fmla="*/ 149 h 53"/>
                <a:gd name="T4" fmla="*/ 231 w 66"/>
                <a:gd name="T5" fmla="*/ 119 h 53"/>
                <a:gd name="T6" fmla="*/ 209 w 66"/>
                <a:gd name="T7" fmla="*/ 0 h 53"/>
                <a:gd name="T8" fmla="*/ 161 w 66"/>
                <a:gd name="T9" fmla="*/ 87 h 53"/>
                <a:gd name="T10" fmla="*/ 117 w 66"/>
                <a:gd name="T11" fmla="*/ 87 h 53"/>
                <a:gd name="T12" fmla="*/ 109 w 66"/>
                <a:gd name="T13" fmla="*/ 122 h 53"/>
                <a:gd name="T14" fmla="*/ 39 w 66"/>
                <a:gd name="T15" fmla="*/ 130 h 53"/>
                <a:gd name="T16" fmla="*/ 19 w 66"/>
                <a:gd name="T17" fmla="*/ 170 h 5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6" h="53">
                  <a:moveTo>
                    <a:pt x="29" y="49"/>
                  </a:moveTo>
                  <a:cubicBezTo>
                    <a:pt x="38" y="53"/>
                    <a:pt x="38" y="43"/>
                    <a:pt x="43" y="40"/>
                  </a:cubicBezTo>
                  <a:cubicBezTo>
                    <a:pt x="49" y="37"/>
                    <a:pt x="56" y="41"/>
                    <a:pt x="61" y="32"/>
                  </a:cubicBezTo>
                  <a:cubicBezTo>
                    <a:pt x="66" y="22"/>
                    <a:pt x="60" y="9"/>
                    <a:pt x="55" y="0"/>
                  </a:cubicBezTo>
                  <a:cubicBezTo>
                    <a:pt x="54" y="15"/>
                    <a:pt x="60" y="22"/>
                    <a:pt x="42" y="23"/>
                  </a:cubicBezTo>
                  <a:cubicBezTo>
                    <a:pt x="41" y="23"/>
                    <a:pt x="33" y="22"/>
                    <a:pt x="31" y="23"/>
                  </a:cubicBezTo>
                  <a:cubicBezTo>
                    <a:pt x="27" y="26"/>
                    <a:pt x="31" y="31"/>
                    <a:pt x="29" y="33"/>
                  </a:cubicBezTo>
                  <a:cubicBezTo>
                    <a:pt x="24" y="39"/>
                    <a:pt x="16" y="33"/>
                    <a:pt x="10" y="35"/>
                  </a:cubicBezTo>
                  <a:cubicBezTo>
                    <a:pt x="0" y="37"/>
                    <a:pt x="4" y="48"/>
                    <a:pt x="5" y="46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4874" name="Freeform 797">
              <a:extLst>
                <a:ext uri="{FF2B5EF4-FFF2-40B4-BE49-F238E27FC236}">
                  <a16:creationId xmlns:a16="http://schemas.microsoft.com/office/drawing/2014/main" id="{1E3335E9-5534-4C31-B006-61912A0FE55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3" y="2214"/>
              <a:ext cx="41" cy="22"/>
            </a:xfrm>
            <a:custGeom>
              <a:avLst/>
              <a:gdLst>
                <a:gd name="T0" fmla="*/ 33 w 26"/>
                <a:gd name="T1" fmla="*/ 0 h 14"/>
                <a:gd name="T2" fmla="*/ 27 w 26"/>
                <a:gd name="T3" fmla="*/ 47 h 14"/>
                <a:gd name="T4" fmla="*/ 68 w 26"/>
                <a:gd name="T5" fmla="*/ 2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14">
                  <a:moveTo>
                    <a:pt x="8" y="0"/>
                  </a:moveTo>
                  <a:cubicBezTo>
                    <a:pt x="0" y="1"/>
                    <a:pt x="0" y="10"/>
                    <a:pt x="7" y="12"/>
                  </a:cubicBezTo>
                  <a:cubicBezTo>
                    <a:pt x="13" y="14"/>
                    <a:pt x="26" y="7"/>
                    <a:pt x="17" y="5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4875" name="Freeform 798">
              <a:extLst>
                <a:ext uri="{FF2B5EF4-FFF2-40B4-BE49-F238E27FC236}">
                  <a16:creationId xmlns:a16="http://schemas.microsoft.com/office/drawing/2014/main" id="{999177BC-1967-4083-A5A0-3A69A02E6B82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8" y="2341"/>
              <a:ext cx="110" cy="101"/>
            </a:xfrm>
            <a:custGeom>
              <a:avLst/>
              <a:gdLst>
                <a:gd name="T0" fmla="*/ 0 w 70"/>
                <a:gd name="T1" fmla="*/ 244 h 65"/>
                <a:gd name="T2" fmla="*/ 272 w 70"/>
                <a:gd name="T3" fmla="*/ 0 h 6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0" h="65">
                  <a:moveTo>
                    <a:pt x="0" y="65"/>
                  </a:moveTo>
                  <a:cubicBezTo>
                    <a:pt x="21" y="56"/>
                    <a:pt x="52" y="27"/>
                    <a:pt x="70" y="0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4876" name="Freeform 799">
              <a:extLst>
                <a:ext uri="{FF2B5EF4-FFF2-40B4-BE49-F238E27FC236}">
                  <a16:creationId xmlns:a16="http://schemas.microsoft.com/office/drawing/2014/main" id="{89CF0C2D-B6A0-4E18-AC74-A7C552A80119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1" y="2355"/>
              <a:ext cx="98" cy="97"/>
            </a:xfrm>
            <a:custGeom>
              <a:avLst/>
              <a:gdLst>
                <a:gd name="T0" fmla="*/ 0 w 63"/>
                <a:gd name="T1" fmla="*/ 238 h 62"/>
                <a:gd name="T2" fmla="*/ 236 w 63"/>
                <a:gd name="T3" fmla="*/ 0 h 62"/>
                <a:gd name="T4" fmla="*/ 0 w 63"/>
                <a:gd name="T5" fmla="*/ 238 h 6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3" h="62">
                  <a:moveTo>
                    <a:pt x="0" y="62"/>
                  </a:moveTo>
                  <a:cubicBezTo>
                    <a:pt x="19" y="55"/>
                    <a:pt x="56" y="21"/>
                    <a:pt x="63" y="0"/>
                  </a:cubicBezTo>
                  <a:cubicBezTo>
                    <a:pt x="57" y="7"/>
                    <a:pt x="28" y="47"/>
                    <a:pt x="0" y="6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4877" name="Freeform 800">
              <a:extLst>
                <a:ext uri="{FF2B5EF4-FFF2-40B4-BE49-F238E27FC236}">
                  <a16:creationId xmlns:a16="http://schemas.microsoft.com/office/drawing/2014/main" id="{711BB114-96ED-4AB4-9934-C909E78DA9A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0" y="2346"/>
              <a:ext cx="108" cy="101"/>
            </a:xfrm>
            <a:custGeom>
              <a:avLst/>
              <a:gdLst>
                <a:gd name="T0" fmla="*/ 265 w 69"/>
                <a:gd name="T1" fmla="*/ 244 h 65"/>
                <a:gd name="T2" fmla="*/ 0 w 69"/>
                <a:gd name="T3" fmla="*/ 0 h 6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9" h="65">
                  <a:moveTo>
                    <a:pt x="69" y="65"/>
                  </a:moveTo>
                  <a:cubicBezTo>
                    <a:pt x="48" y="55"/>
                    <a:pt x="18" y="27"/>
                    <a:pt x="0" y="0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4878" name="Freeform 801">
              <a:extLst>
                <a:ext uri="{FF2B5EF4-FFF2-40B4-BE49-F238E27FC236}">
                  <a16:creationId xmlns:a16="http://schemas.microsoft.com/office/drawing/2014/main" id="{AD86E268-A171-4D5C-8D65-C064CDF11A1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7" y="2360"/>
              <a:ext cx="100" cy="96"/>
            </a:xfrm>
            <a:custGeom>
              <a:avLst/>
              <a:gdLst>
                <a:gd name="T0" fmla="*/ 244 w 64"/>
                <a:gd name="T1" fmla="*/ 231 h 62"/>
                <a:gd name="T2" fmla="*/ 0 w 64"/>
                <a:gd name="T3" fmla="*/ 0 h 62"/>
                <a:gd name="T4" fmla="*/ 244 w 64"/>
                <a:gd name="T5" fmla="*/ 231 h 6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4" h="62">
                  <a:moveTo>
                    <a:pt x="64" y="62"/>
                  </a:moveTo>
                  <a:cubicBezTo>
                    <a:pt x="44" y="54"/>
                    <a:pt x="7" y="20"/>
                    <a:pt x="0" y="0"/>
                  </a:cubicBezTo>
                  <a:cubicBezTo>
                    <a:pt x="6" y="7"/>
                    <a:pt x="35" y="47"/>
                    <a:pt x="64" y="6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4879" name="Freeform 802">
              <a:extLst>
                <a:ext uri="{FF2B5EF4-FFF2-40B4-BE49-F238E27FC236}">
                  <a16:creationId xmlns:a16="http://schemas.microsoft.com/office/drawing/2014/main" id="{03EAE714-BA19-42BD-8DD7-DD34493A644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5" y="866"/>
              <a:ext cx="82" cy="76"/>
            </a:xfrm>
            <a:custGeom>
              <a:avLst/>
              <a:gdLst>
                <a:gd name="T0" fmla="*/ 203 w 52"/>
                <a:gd name="T1" fmla="*/ 0 h 49"/>
                <a:gd name="T2" fmla="*/ 162 w 52"/>
                <a:gd name="T3" fmla="*/ 39 h 49"/>
                <a:gd name="T4" fmla="*/ 90 w 52"/>
                <a:gd name="T5" fmla="*/ 70 h 49"/>
                <a:gd name="T6" fmla="*/ 39 w 52"/>
                <a:gd name="T7" fmla="*/ 183 h 49"/>
                <a:gd name="T8" fmla="*/ 137 w 52"/>
                <a:gd name="T9" fmla="*/ 127 h 49"/>
                <a:gd name="T10" fmla="*/ 115 w 52"/>
                <a:gd name="T11" fmla="*/ 93 h 49"/>
                <a:gd name="T12" fmla="*/ 172 w 52"/>
                <a:gd name="T13" fmla="*/ 60 h 49"/>
                <a:gd name="T14" fmla="*/ 203 w 52"/>
                <a:gd name="T15" fmla="*/ 14 h 4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2" h="49">
                  <a:moveTo>
                    <a:pt x="52" y="0"/>
                  </a:moveTo>
                  <a:cubicBezTo>
                    <a:pt x="48" y="3"/>
                    <a:pt x="45" y="8"/>
                    <a:pt x="41" y="10"/>
                  </a:cubicBezTo>
                  <a:cubicBezTo>
                    <a:pt x="35" y="14"/>
                    <a:pt x="29" y="15"/>
                    <a:pt x="23" y="19"/>
                  </a:cubicBezTo>
                  <a:cubicBezTo>
                    <a:pt x="14" y="25"/>
                    <a:pt x="0" y="35"/>
                    <a:pt x="10" y="49"/>
                  </a:cubicBezTo>
                  <a:cubicBezTo>
                    <a:pt x="17" y="39"/>
                    <a:pt x="21" y="32"/>
                    <a:pt x="35" y="34"/>
                  </a:cubicBezTo>
                  <a:cubicBezTo>
                    <a:pt x="32" y="32"/>
                    <a:pt x="29" y="29"/>
                    <a:pt x="29" y="25"/>
                  </a:cubicBezTo>
                  <a:cubicBezTo>
                    <a:pt x="34" y="23"/>
                    <a:pt x="40" y="20"/>
                    <a:pt x="44" y="16"/>
                  </a:cubicBezTo>
                  <a:cubicBezTo>
                    <a:pt x="48" y="12"/>
                    <a:pt x="48" y="7"/>
                    <a:pt x="52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4880" name="Freeform 803">
              <a:extLst>
                <a:ext uri="{FF2B5EF4-FFF2-40B4-BE49-F238E27FC236}">
                  <a16:creationId xmlns:a16="http://schemas.microsoft.com/office/drawing/2014/main" id="{AF1994DF-6020-42CF-867E-F6DD9CEC64C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7" y="1029"/>
              <a:ext cx="20" cy="45"/>
            </a:xfrm>
            <a:custGeom>
              <a:avLst/>
              <a:gdLst>
                <a:gd name="T0" fmla="*/ 22 w 13"/>
                <a:gd name="T1" fmla="*/ 0 h 29"/>
                <a:gd name="T2" fmla="*/ 5 w 13"/>
                <a:gd name="T3" fmla="*/ 101 h 29"/>
                <a:gd name="T4" fmla="*/ 34 w 13"/>
                <a:gd name="T5" fmla="*/ 109 h 29"/>
                <a:gd name="T6" fmla="*/ 34 w 13"/>
                <a:gd name="T7" fmla="*/ 8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29">
                  <a:moveTo>
                    <a:pt x="6" y="0"/>
                  </a:moveTo>
                  <a:cubicBezTo>
                    <a:pt x="8" y="10"/>
                    <a:pt x="0" y="17"/>
                    <a:pt x="1" y="27"/>
                  </a:cubicBezTo>
                  <a:cubicBezTo>
                    <a:pt x="3" y="28"/>
                    <a:pt x="6" y="29"/>
                    <a:pt x="9" y="29"/>
                  </a:cubicBezTo>
                  <a:cubicBezTo>
                    <a:pt x="0" y="24"/>
                    <a:pt x="13" y="11"/>
                    <a:pt x="9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4881" name="Freeform 804">
              <a:extLst>
                <a:ext uri="{FF2B5EF4-FFF2-40B4-BE49-F238E27FC236}">
                  <a16:creationId xmlns:a16="http://schemas.microsoft.com/office/drawing/2014/main" id="{FF629729-783E-4572-8A4F-65F42B83149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5" y="1021"/>
              <a:ext cx="60" cy="89"/>
            </a:xfrm>
            <a:custGeom>
              <a:avLst/>
              <a:gdLst>
                <a:gd name="T0" fmla="*/ 150 w 38"/>
                <a:gd name="T1" fmla="*/ 22 h 57"/>
                <a:gd name="T2" fmla="*/ 27 w 38"/>
                <a:gd name="T3" fmla="*/ 48 h 57"/>
                <a:gd name="T4" fmla="*/ 39 w 38"/>
                <a:gd name="T5" fmla="*/ 217 h 57"/>
                <a:gd name="T6" fmla="*/ 81 w 38"/>
                <a:gd name="T7" fmla="*/ 69 h 57"/>
                <a:gd name="T8" fmla="*/ 122 w 38"/>
                <a:gd name="T9" fmla="*/ 66 h 57"/>
                <a:gd name="T10" fmla="*/ 150 w 38"/>
                <a:gd name="T11" fmla="*/ 34 h 5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8" h="57">
                  <a:moveTo>
                    <a:pt x="38" y="6"/>
                  </a:moveTo>
                  <a:cubicBezTo>
                    <a:pt x="26" y="9"/>
                    <a:pt x="16" y="0"/>
                    <a:pt x="7" y="13"/>
                  </a:cubicBezTo>
                  <a:cubicBezTo>
                    <a:pt x="0" y="24"/>
                    <a:pt x="4" y="47"/>
                    <a:pt x="10" y="57"/>
                  </a:cubicBezTo>
                  <a:cubicBezTo>
                    <a:pt x="11" y="44"/>
                    <a:pt x="5" y="25"/>
                    <a:pt x="20" y="18"/>
                  </a:cubicBezTo>
                  <a:cubicBezTo>
                    <a:pt x="23" y="16"/>
                    <a:pt x="28" y="19"/>
                    <a:pt x="31" y="17"/>
                  </a:cubicBezTo>
                  <a:cubicBezTo>
                    <a:pt x="35" y="15"/>
                    <a:pt x="34" y="11"/>
                    <a:pt x="38" y="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4882" name="Freeform 805">
              <a:extLst>
                <a:ext uri="{FF2B5EF4-FFF2-40B4-BE49-F238E27FC236}">
                  <a16:creationId xmlns:a16="http://schemas.microsoft.com/office/drawing/2014/main" id="{F5808EC4-64A0-4377-9ADA-39FE6731415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6" y="1321"/>
              <a:ext cx="63" cy="64"/>
            </a:xfrm>
            <a:custGeom>
              <a:avLst/>
              <a:gdLst>
                <a:gd name="T0" fmla="*/ 142 w 40"/>
                <a:gd name="T1" fmla="*/ 0 h 41"/>
                <a:gd name="T2" fmla="*/ 0 w 40"/>
                <a:gd name="T3" fmla="*/ 142 h 41"/>
                <a:gd name="T4" fmla="*/ 109 w 40"/>
                <a:gd name="T5" fmla="*/ 109 h 41"/>
                <a:gd name="T6" fmla="*/ 150 w 40"/>
                <a:gd name="T7" fmla="*/ 14 h 41"/>
                <a:gd name="T8" fmla="*/ 156 w 40"/>
                <a:gd name="T9" fmla="*/ 8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41">
                  <a:moveTo>
                    <a:pt x="36" y="0"/>
                  </a:moveTo>
                  <a:cubicBezTo>
                    <a:pt x="27" y="14"/>
                    <a:pt x="21" y="39"/>
                    <a:pt x="0" y="37"/>
                  </a:cubicBezTo>
                  <a:cubicBezTo>
                    <a:pt x="13" y="38"/>
                    <a:pt x="19" y="41"/>
                    <a:pt x="28" y="29"/>
                  </a:cubicBezTo>
                  <a:cubicBezTo>
                    <a:pt x="34" y="22"/>
                    <a:pt x="40" y="13"/>
                    <a:pt x="38" y="4"/>
                  </a:cubicBezTo>
                  <a:cubicBezTo>
                    <a:pt x="39" y="3"/>
                    <a:pt x="40" y="3"/>
                    <a:pt x="4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4883" name="Freeform 806">
              <a:extLst>
                <a:ext uri="{FF2B5EF4-FFF2-40B4-BE49-F238E27FC236}">
                  <a16:creationId xmlns:a16="http://schemas.microsoft.com/office/drawing/2014/main" id="{AB673F78-D271-43A1-9E6B-A90BE45F3AF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0" y="1363"/>
              <a:ext cx="160" cy="22"/>
            </a:xfrm>
            <a:custGeom>
              <a:avLst/>
              <a:gdLst>
                <a:gd name="T0" fmla="*/ 0 w 102"/>
                <a:gd name="T1" fmla="*/ 0 h 14"/>
                <a:gd name="T2" fmla="*/ 169 w 102"/>
                <a:gd name="T3" fmla="*/ 14 h 14"/>
                <a:gd name="T4" fmla="*/ 394 w 102"/>
                <a:gd name="T5" fmla="*/ 35 h 14"/>
                <a:gd name="T6" fmla="*/ 243 w 102"/>
                <a:gd name="T7" fmla="*/ 47 h 14"/>
                <a:gd name="T8" fmla="*/ 88 w 102"/>
                <a:gd name="T9" fmla="*/ 13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2" h="14">
                  <a:moveTo>
                    <a:pt x="0" y="0"/>
                  </a:moveTo>
                  <a:cubicBezTo>
                    <a:pt x="15" y="0"/>
                    <a:pt x="29" y="2"/>
                    <a:pt x="44" y="4"/>
                  </a:cubicBezTo>
                  <a:cubicBezTo>
                    <a:pt x="63" y="6"/>
                    <a:pt x="83" y="6"/>
                    <a:pt x="102" y="9"/>
                  </a:cubicBezTo>
                  <a:cubicBezTo>
                    <a:pt x="89" y="11"/>
                    <a:pt x="76" y="14"/>
                    <a:pt x="63" y="12"/>
                  </a:cubicBezTo>
                  <a:cubicBezTo>
                    <a:pt x="49" y="9"/>
                    <a:pt x="38" y="2"/>
                    <a:pt x="23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4884" name="Freeform 807">
              <a:extLst>
                <a:ext uri="{FF2B5EF4-FFF2-40B4-BE49-F238E27FC236}">
                  <a16:creationId xmlns:a16="http://schemas.microsoft.com/office/drawing/2014/main" id="{E6DAF7CA-9E2D-47B5-9AE6-967BB8F0E65E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3" y="1337"/>
              <a:ext cx="211" cy="44"/>
            </a:xfrm>
            <a:custGeom>
              <a:avLst/>
              <a:gdLst>
                <a:gd name="T0" fmla="*/ 405 w 135"/>
                <a:gd name="T1" fmla="*/ 42 h 28"/>
                <a:gd name="T2" fmla="*/ 191 w 135"/>
                <a:gd name="T3" fmla="*/ 82 h 28"/>
                <a:gd name="T4" fmla="*/ 0 w 135"/>
                <a:gd name="T5" fmla="*/ 77 h 28"/>
                <a:gd name="T6" fmla="*/ 256 w 135"/>
                <a:gd name="T7" fmla="*/ 22 h 28"/>
                <a:gd name="T8" fmla="*/ 516 w 135"/>
                <a:gd name="T9" fmla="*/ 35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5" h="28">
                  <a:moveTo>
                    <a:pt x="106" y="11"/>
                  </a:moveTo>
                  <a:cubicBezTo>
                    <a:pt x="87" y="12"/>
                    <a:pt x="69" y="18"/>
                    <a:pt x="50" y="21"/>
                  </a:cubicBezTo>
                  <a:cubicBezTo>
                    <a:pt x="36" y="23"/>
                    <a:pt x="12" y="28"/>
                    <a:pt x="0" y="20"/>
                  </a:cubicBezTo>
                  <a:cubicBezTo>
                    <a:pt x="21" y="20"/>
                    <a:pt x="47" y="10"/>
                    <a:pt x="67" y="6"/>
                  </a:cubicBezTo>
                  <a:cubicBezTo>
                    <a:pt x="91" y="1"/>
                    <a:pt x="115" y="0"/>
                    <a:pt x="135" y="9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4885" name="Freeform 808">
              <a:extLst>
                <a:ext uri="{FF2B5EF4-FFF2-40B4-BE49-F238E27FC236}">
                  <a16:creationId xmlns:a16="http://schemas.microsoft.com/office/drawing/2014/main" id="{08F9426C-6703-4A48-87CC-03A4FB709CD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8" y="1363"/>
              <a:ext cx="160" cy="22"/>
            </a:xfrm>
            <a:custGeom>
              <a:avLst/>
              <a:gdLst>
                <a:gd name="T0" fmla="*/ 394 w 102"/>
                <a:gd name="T1" fmla="*/ 0 h 14"/>
                <a:gd name="T2" fmla="*/ 224 w 102"/>
                <a:gd name="T3" fmla="*/ 14 h 14"/>
                <a:gd name="T4" fmla="*/ 0 w 102"/>
                <a:gd name="T5" fmla="*/ 35 h 14"/>
                <a:gd name="T6" fmla="*/ 151 w 102"/>
                <a:gd name="T7" fmla="*/ 47 h 14"/>
                <a:gd name="T8" fmla="*/ 306 w 102"/>
                <a:gd name="T9" fmla="*/ 13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2" h="14">
                  <a:moveTo>
                    <a:pt x="102" y="0"/>
                  </a:moveTo>
                  <a:cubicBezTo>
                    <a:pt x="87" y="0"/>
                    <a:pt x="73" y="2"/>
                    <a:pt x="58" y="4"/>
                  </a:cubicBezTo>
                  <a:cubicBezTo>
                    <a:pt x="39" y="6"/>
                    <a:pt x="19" y="6"/>
                    <a:pt x="0" y="9"/>
                  </a:cubicBezTo>
                  <a:cubicBezTo>
                    <a:pt x="13" y="11"/>
                    <a:pt x="26" y="14"/>
                    <a:pt x="39" y="12"/>
                  </a:cubicBezTo>
                  <a:cubicBezTo>
                    <a:pt x="53" y="9"/>
                    <a:pt x="64" y="2"/>
                    <a:pt x="79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4886" name="Freeform 809">
              <a:extLst>
                <a:ext uri="{FF2B5EF4-FFF2-40B4-BE49-F238E27FC236}">
                  <a16:creationId xmlns:a16="http://schemas.microsoft.com/office/drawing/2014/main" id="{D1C4FDA3-BEDC-4B53-BC36-54CF3676C05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6" y="1617"/>
              <a:ext cx="128" cy="87"/>
            </a:xfrm>
            <a:custGeom>
              <a:avLst/>
              <a:gdLst>
                <a:gd name="T0" fmla="*/ 5 w 82"/>
                <a:gd name="T1" fmla="*/ 26 h 56"/>
                <a:gd name="T2" fmla="*/ 108 w 82"/>
                <a:gd name="T3" fmla="*/ 171 h 56"/>
                <a:gd name="T4" fmla="*/ 312 w 82"/>
                <a:gd name="T5" fmla="*/ 196 h 56"/>
                <a:gd name="T6" fmla="*/ 27 w 82"/>
                <a:gd name="T7" fmla="*/ 0 h 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2" h="56">
                  <a:moveTo>
                    <a:pt x="1" y="7"/>
                  </a:moveTo>
                  <a:cubicBezTo>
                    <a:pt x="0" y="22"/>
                    <a:pt x="16" y="40"/>
                    <a:pt x="28" y="46"/>
                  </a:cubicBezTo>
                  <a:cubicBezTo>
                    <a:pt x="47" y="56"/>
                    <a:pt x="63" y="51"/>
                    <a:pt x="82" y="52"/>
                  </a:cubicBezTo>
                  <a:cubicBezTo>
                    <a:pt x="61" y="53"/>
                    <a:pt x="1" y="26"/>
                    <a:pt x="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4887" name="Freeform 810">
              <a:extLst>
                <a:ext uri="{FF2B5EF4-FFF2-40B4-BE49-F238E27FC236}">
                  <a16:creationId xmlns:a16="http://schemas.microsoft.com/office/drawing/2014/main" id="{D65A5A89-BECE-4447-8228-E7D89D6EC5F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2" y="1203"/>
              <a:ext cx="98" cy="90"/>
            </a:xfrm>
            <a:custGeom>
              <a:avLst/>
              <a:gdLst>
                <a:gd name="T0" fmla="*/ 230 w 63"/>
                <a:gd name="T1" fmla="*/ 0 h 58"/>
                <a:gd name="T2" fmla="*/ 157 w 63"/>
                <a:gd name="T3" fmla="*/ 171 h 58"/>
                <a:gd name="T4" fmla="*/ 95 w 63"/>
                <a:gd name="T5" fmla="*/ 183 h 58"/>
                <a:gd name="T6" fmla="*/ 0 w 63"/>
                <a:gd name="T7" fmla="*/ 217 h 58"/>
                <a:gd name="T8" fmla="*/ 188 w 63"/>
                <a:gd name="T9" fmla="*/ 183 h 58"/>
                <a:gd name="T10" fmla="*/ 232 w 63"/>
                <a:gd name="T11" fmla="*/ 39 h 5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3" h="58">
                  <a:moveTo>
                    <a:pt x="61" y="0"/>
                  </a:moveTo>
                  <a:cubicBezTo>
                    <a:pt x="58" y="14"/>
                    <a:pt x="55" y="36"/>
                    <a:pt x="42" y="46"/>
                  </a:cubicBezTo>
                  <a:cubicBezTo>
                    <a:pt x="37" y="50"/>
                    <a:pt x="31" y="48"/>
                    <a:pt x="25" y="49"/>
                  </a:cubicBezTo>
                  <a:cubicBezTo>
                    <a:pt x="17" y="51"/>
                    <a:pt x="7" y="54"/>
                    <a:pt x="0" y="58"/>
                  </a:cubicBezTo>
                  <a:cubicBezTo>
                    <a:pt x="14" y="55"/>
                    <a:pt x="38" y="57"/>
                    <a:pt x="50" y="49"/>
                  </a:cubicBezTo>
                  <a:cubicBezTo>
                    <a:pt x="63" y="42"/>
                    <a:pt x="60" y="23"/>
                    <a:pt x="62" y="1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4888" name="Freeform 811">
              <a:extLst>
                <a:ext uri="{FF2B5EF4-FFF2-40B4-BE49-F238E27FC236}">
                  <a16:creationId xmlns:a16="http://schemas.microsoft.com/office/drawing/2014/main" id="{1F93B4EB-30C1-4659-9710-B32A2F785FE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1" y="2688"/>
              <a:ext cx="37" cy="339"/>
            </a:xfrm>
            <a:custGeom>
              <a:avLst/>
              <a:gdLst>
                <a:gd name="T0" fmla="*/ 0 w 24"/>
                <a:gd name="T1" fmla="*/ 0 h 218"/>
                <a:gd name="T2" fmla="*/ 80 w 24"/>
                <a:gd name="T3" fmla="*/ 820 h 218"/>
                <a:gd name="T4" fmla="*/ 0 w 24"/>
                <a:gd name="T5" fmla="*/ 0 h 2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218">
                  <a:moveTo>
                    <a:pt x="0" y="0"/>
                  </a:moveTo>
                  <a:cubicBezTo>
                    <a:pt x="0" y="41"/>
                    <a:pt x="11" y="145"/>
                    <a:pt x="22" y="218"/>
                  </a:cubicBezTo>
                  <a:cubicBezTo>
                    <a:pt x="24" y="174"/>
                    <a:pt x="14" y="39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4889" name="Freeform 812">
              <a:extLst>
                <a:ext uri="{FF2B5EF4-FFF2-40B4-BE49-F238E27FC236}">
                  <a16:creationId xmlns:a16="http://schemas.microsoft.com/office/drawing/2014/main" id="{E4243907-DA6A-410B-A93C-265897F844E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8" y="2487"/>
              <a:ext cx="64" cy="112"/>
            </a:xfrm>
            <a:custGeom>
              <a:avLst/>
              <a:gdLst>
                <a:gd name="T0" fmla="*/ 103 w 41"/>
                <a:gd name="T1" fmla="*/ 12 h 72"/>
                <a:gd name="T2" fmla="*/ 114 w 41"/>
                <a:gd name="T3" fmla="*/ 95 h 72"/>
                <a:gd name="T4" fmla="*/ 109 w 41"/>
                <a:gd name="T5" fmla="*/ 170 h 72"/>
                <a:gd name="T6" fmla="*/ 81 w 41"/>
                <a:gd name="T7" fmla="*/ 232 h 72"/>
                <a:gd name="T8" fmla="*/ 0 w 41"/>
                <a:gd name="T9" fmla="*/ 258 h 72"/>
                <a:gd name="T10" fmla="*/ 81 w 41"/>
                <a:gd name="T11" fmla="*/ 258 h 72"/>
                <a:gd name="T12" fmla="*/ 144 w 41"/>
                <a:gd name="T13" fmla="*/ 174 h 72"/>
                <a:gd name="T14" fmla="*/ 108 w 41"/>
                <a:gd name="T15" fmla="*/ 0 h 7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1" h="72">
                  <a:moveTo>
                    <a:pt x="27" y="3"/>
                  </a:moveTo>
                  <a:cubicBezTo>
                    <a:pt x="27" y="11"/>
                    <a:pt x="28" y="18"/>
                    <a:pt x="30" y="25"/>
                  </a:cubicBezTo>
                  <a:cubicBezTo>
                    <a:pt x="31" y="32"/>
                    <a:pt x="30" y="38"/>
                    <a:pt x="29" y="45"/>
                  </a:cubicBezTo>
                  <a:cubicBezTo>
                    <a:pt x="28" y="51"/>
                    <a:pt x="26" y="58"/>
                    <a:pt x="21" y="62"/>
                  </a:cubicBezTo>
                  <a:cubicBezTo>
                    <a:pt x="14" y="67"/>
                    <a:pt x="7" y="67"/>
                    <a:pt x="0" y="69"/>
                  </a:cubicBezTo>
                  <a:cubicBezTo>
                    <a:pt x="6" y="72"/>
                    <a:pt x="15" y="70"/>
                    <a:pt x="21" y="69"/>
                  </a:cubicBezTo>
                  <a:cubicBezTo>
                    <a:pt x="30" y="66"/>
                    <a:pt x="37" y="55"/>
                    <a:pt x="38" y="46"/>
                  </a:cubicBezTo>
                  <a:cubicBezTo>
                    <a:pt x="41" y="29"/>
                    <a:pt x="31" y="16"/>
                    <a:pt x="28" y="0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4890" name="Freeform 813">
              <a:extLst>
                <a:ext uri="{FF2B5EF4-FFF2-40B4-BE49-F238E27FC236}">
                  <a16:creationId xmlns:a16="http://schemas.microsoft.com/office/drawing/2014/main" id="{D69A444C-11DF-446A-A2BD-A055C7050772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5" y="1614"/>
              <a:ext cx="40" cy="39"/>
            </a:xfrm>
            <a:custGeom>
              <a:avLst/>
              <a:gdLst>
                <a:gd name="T0" fmla="*/ 26 w 26"/>
                <a:gd name="T1" fmla="*/ 12 h 25"/>
                <a:gd name="T2" fmla="*/ 58 w 26"/>
                <a:gd name="T3" fmla="*/ 83 h 25"/>
                <a:gd name="T4" fmla="*/ 89 w 26"/>
                <a:gd name="T5" fmla="*/ 47 h 25"/>
                <a:gd name="T6" fmla="*/ 52 w 26"/>
                <a:gd name="T7" fmla="*/ 0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25">
                  <a:moveTo>
                    <a:pt x="7" y="3"/>
                  </a:moveTo>
                  <a:cubicBezTo>
                    <a:pt x="0" y="11"/>
                    <a:pt x="4" y="25"/>
                    <a:pt x="16" y="22"/>
                  </a:cubicBezTo>
                  <a:cubicBezTo>
                    <a:pt x="20" y="21"/>
                    <a:pt x="24" y="17"/>
                    <a:pt x="25" y="12"/>
                  </a:cubicBezTo>
                  <a:cubicBezTo>
                    <a:pt x="26" y="5"/>
                    <a:pt x="20" y="2"/>
                    <a:pt x="14" y="0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4891" name="Freeform 814">
              <a:extLst>
                <a:ext uri="{FF2B5EF4-FFF2-40B4-BE49-F238E27FC236}">
                  <a16:creationId xmlns:a16="http://schemas.microsoft.com/office/drawing/2014/main" id="{71038A9F-8327-4603-9889-E33D5FB00E7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1" y="1614"/>
              <a:ext cx="59" cy="53"/>
            </a:xfrm>
            <a:custGeom>
              <a:avLst/>
              <a:gdLst>
                <a:gd name="T0" fmla="*/ 73 w 38"/>
                <a:gd name="T1" fmla="*/ 0 h 34"/>
                <a:gd name="T2" fmla="*/ 26 w 38"/>
                <a:gd name="T3" fmla="*/ 75 h 34"/>
                <a:gd name="T4" fmla="*/ 113 w 38"/>
                <a:gd name="T5" fmla="*/ 12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34">
                  <a:moveTo>
                    <a:pt x="19" y="0"/>
                  </a:moveTo>
                  <a:cubicBezTo>
                    <a:pt x="9" y="0"/>
                    <a:pt x="0" y="11"/>
                    <a:pt x="7" y="20"/>
                  </a:cubicBezTo>
                  <a:cubicBezTo>
                    <a:pt x="17" y="34"/>
                    <a:pt x="38" y="18"/>
                    <a:pt x="30" y="3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4892" name="Freeform 815">
              <a:extLst>
                <a:ext uri="{FF2B5EF4-FFF2-40B4-BE49-F238E27FC236}">
                  <a16:creationId xmlns:a16="http://schemas.microsoft.com/office/drawing/2014/main" id="{E20DA7E2-1DF5-4BB9-BFDB-C094283F2AF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6" y="2164"/>
              <a:ext cx="13" cy="20"/>
            </a:xfrm>
            <a:custGeom>
              <a:avLst/>
              <a:gdLst>
                <a:gd name="T0" fmla="*/ 0 w 8"/>
                <a:gd name="T1" fmla="*/ 5 h 13"/>
                <a:gd name="T2" fmla="*/ 34 w 8"/>
                <a:gd name="T3" fmla="*/ 48 h 13"/>
                <a:gd name="T4" fmla="*/ 8 w 8"/>
                <a:gd name="T5" fmla="*/ 0 h 13"/>
                <a:gd name="T6" fmla="*/ 0 w 8"/>
                <a:gd name="T7" fmla="*/ 5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13">
                  <a:moveTo>
                    <a:pt x="0" y="1"/>
                  </a:moveTo>
                  <a:cubicBezTo>
                    <a:pt x="1" y="4"/>
                    <a:pt x="5" y="10"/>
                    <a:pt x="8" y="13"/>
                  </a:cubicBezTo>
                  <a:cubicBezTo>
                    <a:pt x="5" y="10"/>
                    <a:pt x="3" y="3"/>
                    <a:pt x="2" y="0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4893" name="Freeform 816">
              <a:extLst>
                <a:ext uri="{FF2B5EF4-FFF2-40B4-BE49-F238E27FC236}">
                  <a16:creationId xmlns:a16="http://schemas.microsoft.com/office/drawing/2014/main" id="{DB688F4A-D6FB-47F5-9EDA-AEB9C4607BC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9" y="1586"/>
              <a:ext cx="6" cy="169"/>
            </a:xfrm>
            <a:custGeom>
              <a:avLst/>
              <a:gdLst>
                <a:gd name="T0" fmla="*/ 0 w 4"/>
                <a:gd name="T1" fmla="*/ 406 h 109"/>
                <a:gd name="T2" fmla="*/ 0 w 4"/>
                <a:gd name="T3" fmla="*/ 402 h 109"/>
                <a:gd name="T4" fmla="*/ 0 w 4"/>
                <a:gd name="T5" fmla="*/ 0 h 10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109">
                  <a:moveTo>
                    <a:pt x="0" y="109"/>
                  </a:moveTo>
                  <a:cubicBezTo>
                    <a:pt x="0" y="108"/>
                    <a:pt x="0" y="108"/>
                    <a:pt x="0" y="108"/>
                  </a:cubicBezTo>
                  <a:cubicBezTo>
                    <a:pt x="2" y="71"/>
                    <a:pt x="4" y="7"/>
                    <a:pt x="0" y="0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4894" name="Freeform 817">
              <a:extLst>
                <a:ext uri="{FF2B5EF4-FFF2-40B4-BE49-F238E27FC236}">
                  <a16:creationId xmlns:a16="http://schemas.microsoft.com/office/drawing/2014/main" id="{156913F2-C26D-4B15-BE04-1890C6FFBD5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0" y="1623"/>
              <a:ext cx="2" cy="5"/>
            </a:xfrm>
            <a:custGeom>
              <a:avLst/>
              <a:gdLst>
                <a:gd name="T0" fmla="*/ 0 w 1"/>
                <a:gd name="T1" fmla="*/ 13 h 3"/>
                <a:gd name="T2" fmla="*/ 8 w 1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cubicBezTo>
                    <a:pt x="0" y="2"/>
                    <a:pt x="1" y="1"/>
                    <a:pt x="1" y="0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4895" name="Freeform 818">
              <a:extLst>
                <a:ext uri="{FF2B5EF4-FFF2-40B4-BE49-F238E27FC236}">
                  <a16:creationId xmlns:a16="http://schemas.microsoft.com/office/drawing/2014/main" id="{B2B5D402-85DD-4120-9E79-19C2A638FC9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0" y="1614"/>
              <a:ext cx="38" cy="39"/>
            </a:xfrm>
            <a:custGeom>
              <a:avLst/>
              <a:gdLst>
                <a:gd name="T0" fmla="*/ 43 w 24"/>
                <a:gd name="T1" fmla="*/ 0 h 25"/>
                <a:gd name="T2" fmla="*/ 95 w 24"/>
                <a:gd name="T3" fmla="*/ 47 h 25"/>
                <a:gd name="T4" fmla="*/ 43 w 24"/>
                <a:gd name="T5" fmla="*/ 95 h 25"/>
                <a:gd name="T6" fmla="*/ 0 w 24"/>
                <a:gd name="T7" fmla="*/ 69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25">
                  <a:moveTo>
                    <a:pt x="11" y="0"/>
                  </a:moveTo>
                  <a:cubicBezTo>
                    <a:pt x="18" y="0"/>
                    <a:pt x="24" y="6"/>
                    <a:pt x="24" y="12"/>
                  </a:cubicBezTo>
                  <a:cubicBezTo>
                    <a:pt x="24" y="19"/>
                    <a:pt x="18" y="25"/>
                    <a:pt x="11" y="25"/>
                  </a:cubicBezTo>
                  <a:cubicBezTo>
                    <a:pt x="7" y="25"/>
                    <a:pt x="2" y="22"/>
                    <a:pt x="0" y="18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4896" name="Oval 819">
              <a:extLst>
                <a:ext uri="{FF2B5EF4-FFF2-40B4-BE49-F238E27FC236}">
                  <a16:creationId xmlns:a16="http://schemas.microsoft.com/office/drawing/2014/main" id="{DC1C9B38-72A7-4D84-8EB3-6DBFB6E796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53" y="1628"/>
              <a:ext cx="11" cy="11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897" name="Freeform 820">
              <a:extLst>
                <a:ext uri="{FF2B5EF4-FFF2-40B4-BE49-F238E27FC236}">
                  <a16:creationId xmlns:a16="http://schemas.microsoft.com/office/drawing/2014/main" id="{47233AD3-7DD3-41FF-BF04-B8BC8E98F1B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9" y="1353"/>
              <a:ext cx="171" cy="18"/>
            </a:xfrm>
            <a:custGeom>
              <a:avLst/>
              <a:gdLst>
                <a:gd name="T0" fmla="*/ 0 w 109"/>
                <a:gd name="T1" fmla="*/ 5 h 12"/>
                <a:gd name="T2" fmla="*/ 39 w 109"/>
                <a:gd name="T3" fmla="*/ 8 h 12"/>
                <a:gd name="T4" fmla="*/ 82 w 109"/>
                <a:gd name="T5" fmla="*/ 12 h 12"/>
                <a:gd name="T6" fmla="*/ 231 w 109"/>
                <a:gd name="T7" fmla="*/ 27 h 12"/>
                <a:gd name="T8" fmla="*/ 282 w 109"/>
                <a:gd name="T9" fmla="*/ 35 h 12"/>
                <a:gd name="T10" fmla="*/ 420 w 109"/>
                <a:gd name="T11" fmla="*/ 35 h 12"/>
                <a:gd name="T12" fmla="*/ 282 w 109"/>
                <a:gd name="T13" fmla="*/ 27 h 12"/>
                <a:gd name="T14" fmla="*/ 231 w 109"/>
                <a:gd name="T15" fmla="*/ 21 h 12"/>
                <a:gd name="T16" fmla="*/ 82 w 109"/>
                <a:gd name="T17" fmla="*/ 5 h 12"/>
                <a:gd name="T18" fmla="*/ 39 w 109"/>
                <a:gd name="T19" fmla="*/ 0 h 12"/>
                <a:gd name="T20" fmla="*/ 0 w 109"/>
                <a:gd name="T21" fmla="*/ 5 h 1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09" h="12">
                  <a:moveTo>
                    <a:pt x="0" y="1"/>
                  </a:moveTo>
                  <a:cubicBezTo>
                    <a:pt x="10" y="2"/>
                    <a:pt x="10" y="2"/>
                    <a:pt x="10" y="2"/>
                  </a:cubicBezTo>
                  <a:cubicBezTo>
                    <a:pt x="15" y="3"/>
                    <a:pt x="21" y="3"/>
                    <a:pt x="21" y="3"/>
                  </a:cubicBezTo>
                  <a:cubicBezTo>
                    <a:pt x="34" y="4"/>
                    <a:pt x="48" y="7"/>
                    <a:pt x="60" y="8"/>
                  </a:cubicBezTo>
                  <a:cubicBezTo>
                    <a:pt x="73" y="10"/>
                    <a:pt x="73" y="10"/>
                    <a:pt x="73" y="10"/>
                  </a:cubicBezTo>
                  <a:cubicBezTo>
                    <a:pt x="85" y="12"/>
                    <a:pt x="101" y="11"/>
                    <a:pt x="109" y="10"/>
                  </a:cubicBezTo>
                  <a:cubicBezTo>
                    <a:pt x="101" y="11"/>
                    <a:pt x="85" y="10"/>
                    <a:pt x="73" y="8"/>
                  </a:cubicBezTo>
                  <a:cubicBezTo>
                    <a:pt x="60" y="6"/>
                    <a:pt x="60" y="6"/>
                    <a:pt x="60" y="6"/>
                  </a:cubicBezTo>
                  <a:cubicBezTo>
                    <a:pt x="49" y="5"/>
                    <a:pt x="34" y="2"/>
                    <a:pt x="21" y="1"/>
                  </a:cubicBezTo>
                  <a:cubicBezTo>
                    <a:pt x="21" y="1"/>
                    <a:pt x="15" y="1"/>
                    <a:pt x="10" y="0"/>
                  </a:cubicBezTo>
                  <a:cubicBezTo>
                    <a:pt x="10" y="0"/>
                    <a:pt x="0" y="1"/>
                    <a:pt x="0" y="1"/>
                  </a:cubicBezTo>
                </a:path>
              </a:pathLst>
            </a:custGeom>
            <a:solidFill>
              <a:srgbClr val="8D8D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4898" name="Freeform 821">
              <a:extLst>
                <a:ext uri="{FF2B5EF4-FFF2-40B4-BE49-F238E27FC236}">
                  <a16:creationId xmlns:a16="http://schemas.microsoft.com/office/drawing/2014/main" id="{8255CB5F-9D83-4607-B6C1-F90C839AF71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5" y="1292"/>
              <a:ext cx="79" cy="76"/>
            </a:xfrm>
            <a:custGeom>
              <a:avLst/>
              <a:gdLst>
                <a:gd name="T0" fmla="*/ 93 w 51"/>
                <a:gd name="T1" fmla="*/ 171 h 49"/>
                <a:gd name="T2" fmla="*/ 82 w 51"/>
                <a:gd name="T3" fmla="*/ 175 h 49"/>
                <a:gd name="T4" fmla="*/ 70 w 51"/>
                <a:gd name="T5" fmla="*/ 171 h 49"/>
                <a:gd name="T6" fmla="*/ 0 w 51"/>
                <a:gd name="T7" fmla="*/ 79 h 49"/>
                <a:gd name="T8" fmla="*/ 70 w 51"/>
                <a:gd name="T9" fmla="*/ 178 h 49"/>
                <a:gd name="T10" fmla="*/ 82 w 51"/>
                <a:gd name="T11" fmla="*/ 183 h 49"/>
                <a:gd name="T12" fmla="*/ 93 w 51"/>
                <a:gd name="T13" fmla="*/ 178 h 49"/>
                <a:gd name="T14" fmla="*/ 189 w 51"/>
                <a:gd name="T15" fmla="*/ 0 h 49"/>
                <a:gd name="T16" fmla="*/ 93 w 51"/>
                <a:gd name="T17" fmla="*/ 171 h 4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1" h="49">
                  <a:moveTo>
                    <a:pt x="25" y="46"/>
                  </a:moveTo>
                  <a:cubicBezTo>
                    <a:pt x="22" y="47"/>
                    <a:pt x="22" y="47"/>
                    <a:pt x="22" y="47"/>
                  </a:cubicBezTo>
                  <a:cubicBezTo>
                    <a:pt x="19" y="46"/>
                    <a:pt x="19" y="46"/>
                    <a:pt x="19" y="46"/>
                  </a:cubicBezTo>
                  <a:cubicBezTo>
                    <a:pt x="14" y="46"/>
                    <a:pt x="6" y="36"/>
                    <a:pt x="0" y="21"/>
                  </a:cubicBezTo>
                  <a:cubicBezTo>
                    <a:pt x="2" y="27"/>
                    <a:pt x="10" y="47"/>
                    <a:pt x="19" y="48"/>
                  </a:cubicBezTo>
                  <a:cubicBezTo>
                    <a:pt x="22" y="49"/>
                    <a:pt x="22" y="49"/>
                    <a:pt x="22" y="49"/>
                  </a:cubicBezTo>
                  <a:cubicBezTo>
                    <a:pt x="25" y="48"/>
                    <a:pt x="25" y="48"/>
                    <a:pt x="25" y="48"/>
                  </a:cubicBezTo>
                  <a:cubicBezTo>
                    <a:pt x="35" y="47"/>
                    <a:pt x="47" y="18"/>
                    <a:pt x="51" y="0"/>
                  </a:cubicBezTo>
                  <a:cubicBezTo>
                    <a:pt x="47" y="20"/>
                    <a:pt x="33" y="45"/>
                    <a:pt x="25" y="46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4899" name="Freeform 822">
              <a:extLst>
                <a:ext uri="{FF2B5EF4-FFF2-40B4-BE49-F238E27FC236}">
                  <a16:creationId xmlns:a16="http://schemas.microsoft.com/office/drawing/2014/main" id="{9D67CD94-0308-46E8-BD1F-F8EA6475EB7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9" y="2211"/>
              <a:ext cx="43" cy="17"/>
            </a:xfrm>
            <a:custGeom>
              <a:avLst/>
              <a:gdLst>
                <a:gd name="T0" fmla="*/ 0 w 28"/>
                <a:gd name="T1" fmla="*/ 40 h 11"/>
                <a:gd name="T2" fmla="*/ 48 w 28"/>
                <a:gd name="T3" fmla="*/ 0 h 11"/>
                <a:gd name="T4" fmla="*/ 101 w 28"/>
                <a:gd name="T5" fmla="*/ 4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11">
                  <a:moveTo>
                    <a:pt x="0" y="11"/>
                  </a:moveTo>
                  <a:cubicBezTo>
                    <a:pt x="6" y="2"/>
                    <a:pt x="7" y="0"/>
                    <a:pt x="13" y="0"/>
                  </a:cubicBezTo>
                  <a:cubicBezTo>
                    <a:pt x="20" y="0"/>
                    <a:pt x="21" y="2"/>
                    <a:pt x="28" y="11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4900" name="Freeform 823">
              <a:extLst>
                <a:ext uri="{FF2B5EF4-FFF2-40B4-BE49-F238E27FC236}">
                  <a16:creationId xmlns:a16="http://schemas.microsoft.com/office/drawing/2014/main" id="{6B80B1F4-0D16-4B74-B01E-C9D9033F3F1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6" y="2220"/>
              <a:ext cx="29" cy="14"/>
            </a:xfrm>
            <a:custGeom>
              <a:avLst/>
              <a:gdLst>
                <a:gd name="T0" fmla="*/ 0 w 18"/>
                <a:gd name="T1" fmla="*/ 0 h 9"/>
                <a:gd name="T2" fmla="*/ 76 w 18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9">
                  <a:moveTo>
                    <a:pt x="0" y="0"/>
                  </a:moveTo>
                  <a:cubicBezTo>
                    <a:pt x="2" y="9"/>
                    <a:pt x="15" y="9"/>
                    <a:pt x="18" y="0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4901" name="Freeform 824">
              <a:extLst>
                <a:ext uri="{FF2B5EF4-FFF2-40B4-BE49-F238E27FC236}">
                  <a16:creationId xmlns:a16="http://schemas.microsoft.com/office/drawing/2014/main" id="{608E3B19-F697-414E-B3A6-3B510E4869F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3" y="1056"/>
              <a:ext cx="77" cy="37"/>
            </a:xfrm>
            <a:custGeom>
              <a:avLst/>
              <a:gdLst>
                <a:gd name="T0" fmla="*/ 39 w 49"/>
                <a:gd name="T1" fmla="*/ 0 h 24"/>
                <a:gd name="T2" fmla="*/ 14 w 49"/>
                <a:gd name="T3" fmla="*/ 60 h 24"/>
                <a:gd name="T4" fmla="*/ 47 w 49"/>
                <a:gd name="T5" fmla="*/ 62 h 24"/>
                <a:gd name="T6" fmla="*/ 86 w 49"/>
                <a:gd name="T7" fmla="*/ 83 h 24"/>
                <a:gd name="T8" fmla="*/ 101 w 49"/>
                <a:gd name="T9" fmla="*/ 83 h 24"/>
                <a:gd name="T10" fmla="*/ 143 w 49"/>
                <a:gd name="T11" fmla="*/ 66 h 24"/>
                <a:gd name="T12" fmla="*/ 176 w 49"/>
                <a:gd name="T13" fmla="*/ 62 h 24"/>
                <a:gd name="T14" fmla="*/ 156 w 49"/>
                <a:gd name="T15" fmla="*/ 5 h 2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9" h="24">
                  <a:moveTo>
                    <a:pt x="10" y="0"/>
                  </a:moveTo>
                  <a:cubicBezTo>
                    <a:pt x="6" y="0"/>
                    <a:pt x="0" y="9"/>
                    <a:pt x="4" y="16"/>
                  </a:cubicBezTo>
                  <a:cubicBezTo>
                    <a:pt x="7" y="20"/>
                    <a:pt x="9" y="16"/>
                    <a:pt x="12" y="17"/>
                  </a:cubicBezTo>
                  <a:cubicBezTo>
                    <a:pt x="14" y="18"/>
                    <a:pt x="16" y="22"/>
                    <a:pt x="22" y="23"/>
                  </a:cubicBezTo>
                  <a:cubicBezTo>
                    <a:pt x="24" y="23"/>
                    <a:pt x="24" y="24"/>
                    <a:pt x="26" y="23"/>
                  </a:cubicBezTo>
                  <a:cubicBezTo>
                    <a:pt x="32" y="22"/>
                    <a:pt x="35" y="18"/>
                    <a:pt x="37" y="18"/>
                  </a:cubicBezTo>
                  <a:cubicBezTo>
                    <a:pt x="40" y="17"/>
                    <a:pt x="42" y="21"/>
                    <a:pt x="45" y="17"/>
                  </a:cubicBezTo>
                  <a:cubicBezTo>
                    <a:pt x="49" y="10"/>
                    <a:pt x="44" y="0"/>
                    <a:pt x="40" y="1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4902" name="Freeform 825">
              <a:extLst>
                <a:ext uri="{FF2B5EF4-FFF2-40B4-BE49-F238E27FC236}">
                  <a16:creationId xmlns:a16="http://schemas.microsoft.com/office/drawing/2014/main" id="{993D0602-7735-47A1-A09B-3D23F9CEBC9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5" y="1132"/>
              <a:ext cx="68" cy="1"/>
            </a:xfrm>
            <a:custGeom>
              <a:avLst/>
              <a:gdLst>
                <a:gd name="T0" fmla="*/ 162 w 44"/>
                <a:gd name="T1" fmla="*/ 0 h 1"/>
                <a:gd name="T2" fmla="*/ 136 w 44"/>
                <a:gd name="T3" fmla="*/ 0 h 1"/>
                <a:gd name="T4" fmla="*/ 102 w 44"/>
                <a:gd name="T5" fmla="*/ 1 h 1"/>
                <a:gd name="T6" fmla="*/ 66 w 44"/>
                <a:gd name="T7" fmla="*/ 1 h 1"/>
                <a:gd name="T8" fmla="*/ 45 w 44"/>
                <a:gd name="T9" fmla="*/ 1 h 1"/>
                <a:gd name="T10" fmla="*/ 0 w 44"/>
                <a:gd name="T11" fmla="*/ 0 h 1"/>
                <a:gd name="T12" fmla="*/ 45 w 44"/>
                <a:gd name="T13" fmla="*/ 0 h 1"/>
                <a:gd name="T14" fmla="*/ 66 w 44"/>
                <a:gd name="T15" fmla="*/ 0 h 1"/>
                <a:gd name="T16" fmla="*/ 102 w 44"/>
                <a:gd name="T17" fmla="*/ 0 h 1"/>
                <a:gd name="T18" fmla="*/ 134 w 44"/>
                <a:gd name="T19" fmla="*/ 0 h 1"/>
                <a:gd name="T20" fmla="*/ 162 w 44"/>
                <a:gd name="T21" fmla="*/ 0 h 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4" h="1">
                  <a:moveTo>
                    <a:pt x="44" y="0"/>
                  </a:moveTo>
                  <a:cubicBezTo>
                    <a:pt x="37" y="0"/>
                    <a:pt x="37" y="0"/>
                    <a:pt x="37" y="0"/>
                  </a:cubicBezTo>
                  <a:cubicBezTo>
                    <a:pt x="28" y="1"/>
                    <a:pt x="28" y="1"/>
                    <a:pt x="28" y="1"/>
                  </a:cubicBezTo>
                  <a:cubicBezTo>
                    <a:pt x="18" y="1"/>
                    <a:pt x="18" y="1"/>
                    <a:pt x="18" y="1"/>
                  </a:cubicBezTo>
                  <a:cubicBezTo>
                    <a:pt x="12" y="1"/>
                    <a:pt x="12" y="1"/>
                    <a:pt x="12" y="1"/>
                  </a:cubicBezTo>
                  <a:cubicBezTo>
                    <a:pt x="8" y="1"/>
                    <a:pt x="3" y="1"/>
                    <a:pt x="0" y="0"/>
                  </a:cubicBezTo>
                  <a:cubicBezTo>
                    <a:pt x="2" y="0"/>
                    <a:pt x="8" y="0"/>
                    <a:pt x="12" y="0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36" y="0"/>
                    <a:pt x="36" y="0"/>
                    <a:pt x="36" y="0"/>
                  </a:cubicBezTo>
                  <a:cubicBezTo>
                    <a:pt x="44" y="0"/>
                    <a:pt x="44" y="0"/>
                    <a:pt x="44" y="0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4903" name="Freeform 826">
              <a:extLst>
                <a:ext uri="{FF2B5EF4-FFF2-40B4-BE49-F238E27FC236}">
                  <a16:creationId xmlns:a16="http://schemas.microsoft.com/office/drawing/2014/main" id="{5BCCE180-78E3-4472-90FF-A8B692B01D2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0" y="1138"/>
              <a:ext cx="81" cy="8"/>
            </a:xfrm>
            <a:custGeom>
              <a:avLst/>
              <a:gdLst>
                <a:gd name="T0" fmla="*/ 192 w 52"/>
                <a:gd name="T1" fmla="*/ 0 h 5"/>
                <a:gd name="T2" fmla="*/ 192 w 52"/>
                <a:gd name="T3" fmla="*/ 0 h 5"/>
                <a:gd name="T4" fmla="*/ 167 w 52"/>
                <a:gd name="T5" fmla="*/ 8 h 5"/>
                <a:gd name="T6" fmla="*/ 79 w 52"/>
                <a:gd name="T7" fmla="*/ 16 h 5"/>
                <a:gd name="T8" fmla="*/ 73 w 52"/>
                <a:gd name="T9" fmla="*/ 16 h 5"/>
                <a:gd name="T10" fmla="*/ 0 w 52"/>
                <a:gd name="T11" fmla="*/ 8 h 5"/>
                <a:gd name="T12" fmla="*/ 0 w 52"/>
                <a:gd name="T13" fmla="*/ 8 h 5"/>
                <a:gd name="T14" fmla="*/ 73 w 52"/>
                <a:gd name="T15" fmla="*/ 16 h 5"/>
                <a:gd name="T16" fmla="*/ 79 w 52"/>
                <a:gd name="T17" fmla="*/ 16 h 5"/>
                <a:gd name="T18" fmla="*/ 167 w 52"/>
                <a:gd name="T19" fmla="*/ 13 h 5"/>
                <a:gd name="T20" fmla="*/ 192 w 52"/>
                <a:gd name="T21" fmla="*/ 0 h 5"/>
                <a:gd name="T22" fmla="*/ 192 w 52"/>
                <a:gd name="T23" fmla="*/ 0 h 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2" h="5">
                  <a:moveTo>
                    <a:pt x="51" y="0"/>
                  </a:moveTo>
                  <a:cubicBezTo>
                    <a:pt x="51" y="0"/>
                    <a:pt x="51" y="0"/>
                    <a:pt x="51" y="0"/>
                  </a:cubicBezTo>
                  <a:cubicBezTo>
                    <a:pt x="49" y="2"/>
                    <a:pt x="47" y="1"/>
                    <a:pt x="44" y="2"/>
                  </a:cubicBezTo>
                  <a:cubicBezTo>
                    <a:pt x="39" y="4"/>
                    <a:pt x="28" y="4"/>
                    <a:pt x="21" y="4"/>
                  </a:cubicBezTo>
                  <a:cubicBezTo>
                    <a:pt x="19" y="4"/>
                    <a:pt x="19" y="4"/>
                    <a:pt x="19" y="4"/>
                  </a:cubicBezTo>
                  <a:cubicBezTo>
                    <a:pt x="12" y="3"/>
                    <a:pt x="4" y="4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4" y="4"/>
                    <a:pt x="10" y="4"/>
                    <a:pt x="19" y="4"/>
                  </a:cubicBezTo>
                  <a:cubicBezTo>
                    <a:pt x="21" y="4"/>
                    <a:pt x="21" y="4"/>
                    <a:pt x="21" y="4"/>
                  </a:cubicBezTo>
                  <a:cubicBezTo>
                    <a:pt x="29" y="5"/>
                    <a:pt x="39" y="4"/>
                    <a:pt x="44" y="3"/>
                  </a:cubicBezTo>
                  <a:cubicBezTo>
                    <a:pt x="48" y="1"/>
                    <a:pt x="49" y="2"/>
                    <a:pt x="51" y="0"/>
                  </a:cubicBezTo>
                  <a:cubicBezTo>
                    <a:pt x="51" y="0"/>
                    <a:pt x="52" y="0"/>
                    <a:pt x="51" y="0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4904" name="Freeform 827">
              <a:extLst>
                <a:ext uri="{FF2B5EF4-FFF2-40B4-BE49-F238E27FC236}">
                  <a16:creationId xmlns:a16="http://schemas.microsoft.com/office/drawing/2014/main" id="{853A911A-F1B2-4357-9998-2987C7079C4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9" y="961"/>
              <a:ext cx="66" cy="22"/>
            </a:xfrm>
            <a:custGeom>
              <a:avLst/>
              <a:gdLst>
                <a:gd name="T0" fmla="*/ 0 w 42"/>
                <a:gd name="T1" fmla="*/ 55 h 14"/>
                <a:gd name="T2" fmla="*/ 163 w 42"/>
                <a:gd name="T3" fmla="*/ 14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2" h="14">
                  <a:moveTo>
                    <a:pt x="0" y="14"/>
                  </a:moveTo>
                  <a:cubicBezTo>
                    <a:pt x="7" y="2"/>
                    <a:pt x="31" y="0"/>
                    <a:pt x="42" y="4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4905" name="Freeform 828">
              <a:extLst>
                <a:ext uri="{FF2B5EF4-FFF2-40B4-BE49-F238E27FC236}">
                  <a16:creationId xmlns:a16="http://schemas.microsoft.com/office/drawing/2014/main" id="{70361D4C-12D6-427F-B82F-6692E8EC1A8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7" y="983"/>
              <a:ext cx="62" cy="24"/>
            </a:xfrm>
            <a:custGeom>
              <a:avLst/>
              <a:gdLst>
                <a:gd name="T0" fmla="*/ 0 w 40"/>
                <a:gd name="T1" fmla="*/ 27 h 16"/>
                <a:gd name="T2" fmla="*/ 62 w 40"/>
                <a:gd name="T3" fmla="*/ 5 h 16"/>
                <a:gd name="T4" fmla="*/ 135 w 40"/>
                <a:gd name="T5" fmla="*/ 27 h 16"/>
                <a:gd name="T6" fmla="*/ 130 w 40"/>
                <a:gd name="T7" fmla="*/ 45 h 16"/>
                <a:gd name="T8" fmla="*/ 79 w 40"/>
                <a:gd name="T9" fmla="*/ 53 h 16"/>
                <a:gd name="T10" fmla="*/ 0 w 40"/>
                <a:gd name="T11" fmla="*/ 27 h 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0" h="16">
                  <a:moveTo>
                    <a:pt x="0" y="8"/>
                  </a:moveTo>
                  <a:cubicBezTo>
                    <a:pt x="5" y="5"/>
                    <a:pt x="6" y="2"/>
                    <a:pt x="17" y="1"/>
                  </a:cubicBezTo>
                  <a:cubicBezTo>
                    <a:pt x="28" y="0"/>
                    <a:pt x="33" y="7"/>
                    <a:pt x="36" y="8"/>
                  </a:cubicBezTo>
                  <a:cubicBezTo>
                    <a:pt x="40" y="9"/>
                    <a:pt x="38" y="12"/>
                    <a:pt x="35" y="13"/>
                  </a:cubicBezTo>
                  <a:cubicBezTo>
                    <a:pt x="32" y="14"/>
                    <a:pt x="24" y="13"/>
                    <a:pt x="21" y="15"/>
                  </a:cubicBezTo>
                  <a:cubicBezTo>
                    <a:pt x="17" y="16"/>
                    <a:pt x="7" y="13"/>
                    <a:pt x="0" y="8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4906" name="Freeform 829">
              <a:extLst>
                <a:ext uri="{FF2B5EF4-FFF2-40B4-BE49-F238E27FC236}">
                  <a16:creationId xmlns:a16="http://schemas.microsoft.com/office/drawing/2014/main" id="{3038E7C5-D59F-42C7-A545-98534310AB9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8" y="961"/>
              <a:ext cx="14" cy="29"/>
            </a:xfrm>
            <a:custGeom>
              <a:avLst/>
              <a:gdLst>
                <a:gd name="T0" fmla="*/ 34 w 9"/>
                <a:gd name="T1" fmla="*/ 67 h 19"/>
                <a:gd name="T2" fmla="*/ 0 w 9"/>
                <a:gd name="T3" fmla="*/ 41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9">
                  <a:moveTo>
                    <a:pt x="9" y="19"/>
                  </a:moveTo>
                  <a:cubicBezTo>
                    <a:pt x="7" y="13"/>
                    <a:pt x="1" y="0"/>
                    <a:pt x="0" y="12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4907" name="Freeform 830">
              <a:extLst>
                <a:ext uri="{FF2B5EF4-FFF2-40B4-BE49-F238E27FC236}">
                  <a16:creationId xmlns:a16="http://schemas.microsoft.com/office/drawing/2014/main" id="{80F8E50A-DB39-4D40-91BD-306A7326C3E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8" y="1018"/>
              <a:ext cx="13" cy="33"/>
            </a:xfrm>
            <a:custGeom>
              <a:avLst/>
              <a:gdLst>
                <a:gd name="T0" fmla="*/ 8 w 8"/>
                <a:gd name="T1" fmla="*/ 0 h 21"/>
                <a:gd name="T2" fmla="*/ 8 w 8"/>
                <a:gd name="T3" fmla="*/ 42 h 21"/>
                <a:gd name="T4" fmla="*/ 21 w 8"/>
                <a:gd name="T5" fmla="*/ 82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21">
                  <a:moveTo>
                    <a:pt x="2" y="0"/>
                  </a:moveTo>
                  <a:cubicBezTo>
                    <a:pt x="0" y="2"/>
                    <a:pt x="0" y="5"/>
                    <a:pt x="2" y="11"/>
                  </a:cubicBezTo>
                  <a:cubicBezTo>
                    <a:pt x="3" y="17"/>
                    <a:pt x="8" y="14"/>
                    <a:pt x="5" y="21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4908" name="Freeform 831">
              <a:extLst>
                <a:ext uri="{FF2B5EF4-FFF2-40B4-BE49-F238E27FC236}">
                  <a16:creationId xmlns:a16="http://schemas.microsoft.com/office/drawing/2014/main" id="{8B9F690B-B241-4D39-AA3D-0FE6C817FF2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9" y="978"/>
              <a:ext cx="8" cy="20"/>
            </a:xfrm>
            <a:custGeom>
              <a:avLst/>
              <a:gdLst>
                <a:gd name="T0" fmla="*/ 16 w 5"/>
                <a:gd name="T1" fmla="*/ 0 h 13"/>
                <a:gd name="T2" fmla="*/ 0 w 5"/>
                <a:gd name="T3" fmla="*/ 48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3">
                  <a:moveTo>
                    <a:pt x="4" y="0"/>
                  </a:moveTo>
                  <a:cubicBezTo>
                    <a:pt x="5" y="2"/>
                    <a:pt x="0" y="7"/>
                    <a:pt x="0" y="13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4909" name="Freeform 832">
              <a:extLst>
                <a:ext uri="{FF2B5EF4-FFF2-40B4-BE49-F238E27FC236}">
                  <a16:creationId xmlns:a16="http://schemas.microsoft.com/office/drawing/2014/main" id="{39F10508-F427-4D2F-9AD8-DA1DA00DB4C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6" y="1051"/>
              <a:ext cx="9" cy="31"/>
            </a:xfrm>
            <a:custGeom>
              <a:avLst/>
              <a:gdLst>
                <a:gd name="T0" fmla="*/ 0 w 6"/>
                <a:gd name="T1" fmla="*/ 0 h 20"/>
                <a:gd name="T2" fmla="*/ 21 w 6"/>
                <a:gd name="T3" fmla="*/ 74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0">
                  <a:moveTo>
                    <a:pt x="0" y="0"/>
                  </a:moveTo>
                  <a:cubicBezTo>
                    <a:pt x="2" y="6"/>
                    <a:pt x="2" y="10"/>
                    <a:pt x="6" y="20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4910" name="Oval 833">
              <a:extLst>
                <a:ext uri="{FF2B5EF4-FFF2-40B4-BE49-F238E27FC236}">
                  <a16:creationId xmlns:a16="http://schemas.microsoft.com/office/drawing/2014/main" id="{D521C1F5-9413-40C2-ABD5-5EF8E2A121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70" y="990"/>
              <a:ext cx="6" cy="7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911" name="Oval 834">
              <a:extLst>
                <a:ext uri="{FF2B5EF4-FFF2-40B4-BE49-F238E27FC236}">
                  <a16:creationId xmlns:a16="http://schemas.microsoft.com/office/drawing/2014/main" id="{FA028ECD-2069-4EB3-969A-6385D87F8E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70" y="990"/>
              <a:ext cx="6" cy="7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912" name="Freeform 835">
              <a:extLst>
                <a:ext uri="{FF2B5EF4-FFF2-40B4-BE49-F238E27FC236}">
                  <a16:creationId xmlns:a16="http://schemas.microsoft.com/office/drawing/2014/main" id="{C88EEDF1-926D-4C04-B20B-4F26E2DFA9C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9" y="961"/>
              <a:ext cx="64" cy="22"/>
            </a:xfrm>
            <a:custGeom>
              <a:avLst/>
              <a:gdLst>
                <a:gd name="T0" fmla="*/ 156 w 41"/>
                <a:gd name="T1" fmla="*/ 55 h 14"/>
                <a:gd name="T2" fmla="*/ 0 w 41"/>
                <a:gd name="T3" fmla="*/ 14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1" h="14">
                  <a:moveTo>
                    <a:pt x="41" y="14"/>
                  </a:moveTo>
                  <a:cubicBezTo>
                    <a:pt x="31" y="1"/>
                    <a:pt x="11" y="0"/>
                    <a:pt x="0" y="4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4913" name="Freeform 836">
              <a:extLst>
                <a:ext uri="{FF2B5EF4-FFF2-40B4-BE49-F238E27FC236}">
                  <a16:creationId xmlns:a16="http://schemas.microsoft.com/office/drawing/2014/main" id="{886E0F71-8F81-4FBF-AB74-6A84D597AA4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5" y="983"/>
              <a:ext cx="62" cy="24"/>
            </a:xfrm>
            <a:custGeom>
              <a:avLst/>
              <a:gdLst>
                <a:gd name="T0" fmla="*/ 149 w 40"/>
                <a:gd name="T1" fmla="*/ 27 h 16"/>
                <a:gd name="T2" fmla="*/ 82 w 40"/>
                <a:gd name="T3" fmla="*/ 5 h 16"/>
                <a:gd name="T4" fmla="*/ 14 w 40"/>
                <a:gd name="T5" fmla="*/ 27 h 16"/>
                <a:gd name="T6" fmla="*/ 19 w 40"/>
                <a:gd name="T7" fmla="*/ 45 h 16"/>
                <a:gd name="T8" fmla="*/ 70 w 40"/>
                <a:gd name="T9" fmla="*/ 53 h 16"/>
                <a:gd name="T10" fmla="*/ 149 w 40"/>
                <a:gd name="T11" fmla="*/ 27 h 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0" h="16">
                  <a:moveTo>
                    <a:pt x="40" y="8"/>
                  </a:moveTo>
                  <a:cubicBezTo>
                    <a:pt x="35" y="5"/>
                    <a:pt x="33" y="2"/>
                    <a:pt x="22" y="1"/>
                  </a:cubicBezTo>
                  <a:cubicBezTo>
                    <a:pt x="11" y="0"/>
                    <a:pt x="7" y="7"/>
                    <a:pt x="4" y="8"/>
                  </a:cubicBezTo>
                  <a:cubicBezTo>
                    <a:pt x="0" y="9"/>
                    <a:pt x="2" y="12"/>
                    <a:pt x="5" y="13"/>
                  </a:cubicBezTo>
                  <a:cubicBezTo>
                    <a:pt x="8" y="14"/>
                    <a:pt x="15" y="13"/>
                    <a:pt x="19" y="15"/>
                  </a:cubicBezTo>
                  <a:cubicBezTo>
                    <a:pt x="23" y="16"/>
                    <a:pt x="32" y="13"/>
                    <a:pt x="40" y="8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4914" name="Freeform 837">
              <a:extLst>
                <a:ext uri="{FF2B5EF4-FFF2-40B4-BE49-F238E27FC236}">
                  <a16:creationId xmlns:a16="http://schemas.microsoft.com/office/drawing/2014/main" id="{C984AABE-80A6-45F7-98D1-E727FBA1000B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2" y="961"/>
              <a:ext cx="16" cy="29"/>
            </a:xfrm>
            <a:custGeom>
              <a:avLst/>
              <a:gdLst>
                <a:gd name="T0" fmla="*/ 0 w 10"/>
                <a:gd name="T1" fmla="*/ 67 h 19"/>
                <a:gd name="T2" fmla="*/ 42 w 10"/>
                <a:gd name="T3" fmla="*/ 41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9">
                  <a:moveTo>
                    <a:pt x="0" y="19"/>
                  </a:moveTo>
                  <a:cubicBezTo>
                    <a:pt x="2" y="13"/>
                    <a:pt x="8" y="0"/>
                    <a:pt x="10" y="12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4915" name="Freeform 838">
              <a:extLst>
                <a:ext uri="{FF2B5EF4-FFF2-40B4-BE49-F238E27FC236}">
                  <a16:creationId xmlns:a16="http://schemas.microsoft.com/office/drawing/2014/main" id="{8B4007C8-10E6-4850-A7C6-D47D582C4B70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5" y="1018"/>
              <a:ext cx="12" cy="33"/>
            </a:xfrm>
            <a:custGeom>
              <a:avLst/>
              <a:gdLst>
                <a:gd name="T0" fmla="*/ 21 w 8"/>
                <a:gd name="T1" fmla="*/ 0 h 21"/>
                <a:gd name="T2" fmla="*/ 21 w 8"/>
                <a:gd name="T3" fmla="*/ 42 h 21"/>
                <a:gd name="T4" fmla="*/ 8 w 8"/>
                <a:gd name="T5" fmla="*/ 82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21">
                  <a:moveTo>
                    <a:pt x="6" y="0"/>
                  </a:moveTo>
                  <a:cubicBezTo>
                    <a:pt x="8" y="2"/>
                    <a:pt x="7" y="5"/>
                    <a:pt x="6" y="11"/>
                  </a:cubicBezTo>
                  <a:cubicBezTo>
                    <a:pt x="4" y="17"/>
                    <a:pt x="0" y="14"/>
                    <a:pt x="2" y="21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4916" name="Freeform 839">
              <a:extLst>
                <a:ext uri="{FF2B5EF4-FFF2-40B4-BE49-F238E27FC236}">
                  <a16:creationId xmlns:a16="http://schemas.microsoft.com/office/drawing/2014/main" id="{6E55CC80-4B74-4155-A4AC-7D04BC61227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8" y="978"/>
              <a:ext cx="8" cy="20"/>
            </a:xfrm>
            <a:custGeom>
              <a:avLst/>
              <a:gdLst>
                <a:gd name="T0" fmla="*/ 0 w 5"/>
                <a:gd name="T1" fmla="*/ 0 h 13"/>
                <a:gd name="T2" fmla="*/ 16 w 5"/>
                <a:gd name="T3" fmla="*/ 48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3">
                  <a:moveTo>
                    <a:pt x="0" y="0"/>
                  </a:moveTo>
                  <a:cubicBezTo>
                    <a:pt x="0" y="2"/>
                    <a:pt x="5" y="7"/>
                    <a:pt x="4" y="13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4917" name="Freeform 840">
              <a:extLst>
                <a:ext uri="{FF2B5EF4-FFF2-40B4-BE49-F238E27FC236}">
                  <a16:creationId xmlns:a16="http://schemas.microsoft.com/office/drawing/2014/main" id="{74CEF047-FABB-4D34-975D-C81A2E968CFF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9" y="1048"/>
              <a:ext cx="8" cy="36"/>
            </a:xfrm>
            <a:custGeom>
              <a:avLst/>
              <a:gdLst>
                <a:gd name="T0" fmla="*/ 21 w 5"/>
                <a:gd name="T1" fmla="*/ 0 h 23"/>
                <a:gd name="T2" fmla="*/ 0 w 5"/>
                <a:gd name="T3" fmla="*/ 88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3">
                  <a:moveTo>
                    <a:pt x="5" y="0"/>
                  </a:moveTo>
                  <a:cubicBezTo>
                    <a:pt x="3" y="8"/>
                    <a:pt x="4" y="11"/>
                    <a:pt x="0" y="23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4918" name="Oval 841">
              <a:extLst>
                <a:ext uri="{FF2B5EF4-FFF2-40B4-BE49-F238E27FC236}">
                  <a16:creationId xmlns:a16="http://schemas.microsoft.com/office/drawing/2014/main" id="{6BDBB9E9-3B4E-4DD6-AEBD-3B5920C2F4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08" y="990"/>
              <a:ext cx="6" cy="7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919" name="Oval 842">
              <a:extLst>
                <a:ext uri="{FF2B5EF4-FFF2-40B4-BE49-F238E27FC236}">
                  <a16:creationId xmlns:a16="http://schemas.microsoft.com/office/drawing/2014/main" id="{AF3F2513-AC7A-4AD4-95A3-2C09317E75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08" y="990"/>
              <a:ext cx="6" cy="7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920" name="Freeform 843">
              <a:extLst>
                <a:ext uri="{FF2B5EF4-FFF2-40B4-BE49-F238E27FC236}">
                  <a16:creationId xmlns:a16="http://schemas.microsoft.com/office/drawing/2014/main" id="{9BAA8D8D-045F-4B8F-B58B-3BD8C6AAFC2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5" y="2568"/>
              <a:ext cx="8" cy="134"/>
            </a:xfrm>
            <a:custGeom>
              <a:avLst/>
              <a:gdLst>
                <a:gd name="T0" fmla="*/ 0 w 5"/>
                <a:gd name="T1" fmla="*/ 0 h 86"/>
                <a:gd name="T2" fmla="*/ 5 w 5"/>
                <a:gd name="T3" fmla="*/ 136 h 86"/>
                <a:gd name="T4" fmla="*/ 13 w 5"/>
                <a:gd name="T5" fmla="*/ 326 h 8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86">
                  <a:moveTo>
                    <a:pt x="0" y="0"/>
                  </a:moveTo>
                  <a:cubicBezTo>
                    <a:pt x="0" y="12"/>
                    <a:pt x="1" y="30"/>
                    <a:pt x="1" y="36"/>
                  </a:cubicBezTo>
                  <a:cubicBezTo>
                    <a:pt x="0" y="44"/>
                    <a:pt x="5" y="79"/>
                    <a:pt x="3" y="86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4921" name="Freeform 844">
              <a:extLst>
                <a:ext uri="{FF2B5EF4-FFF2-40B4-BE49-F238E27FC236}">
                  <a16:creationId xmlns:a16="http://schemas.microsoft.com/office/drawing/2014/main" id="{3AC87FF7-F950-4454-8475-BEC65393539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8" y="2576"/>
              <a:ext cx="5" cy="120"/>
            </a:xfrm>
            <a:custGeom>
              <a:avLst/>
              <a:gdLst>
                <a:gd name="T0" fmla="*/ 8 w 3"/>
                <a:gd name="T1" fmla="*/ 0 h 77"/>
                <a:gd name="T2" fmla="*/ 0 w 3"/>
                <a:gd name="T3" fmla="*/ 101 h 77"/>
                <a:gd name="T4" fmla="*/ 8 w 3"/>
                <a:gd name="T5" fmla="*/ 291 h 7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77">
                  <a:moveTo>
                    <a:pt x="2" y="0"/>
                  </a:moveTo>
                  <a:cubicBezTo>
                    <a:pt x="2" y="8"/>
                    <a:pt x="1" y="19"/>
                    <a:pt x="0" y="27"/>
                  </a:cubicBezTo>
                  <a:cubicBezTo>
                    <a:pt x="0" y="38"/>
                    <a:pt x="3" y="72"/>
                    <a:pt x="2" y="77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4922" name="Freeform 845">
              <a:extLst>
                <a:ext uri="{FF2B5EF4-FFF2-40B4-BE49-F238E27FC236}">
                  <a16:creationId xmlns:a16="http://schemas.microsoft.com/office/drawing/2014/main" id="{EE5344FC-311D-4EF0-96EC-D0F4D680653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0" y="2564"/>
              <a:ext cx="9" cy="115"/>
            </a:xfrm>
            <a:custGeom>
              <a:avLst/>
              <a:gdLst>
                <a:gd name="T0" fmla="*/ 18 w 6"/>
                <a:gd name="T1" fmla="*/ 0 h 74"/>
                <a:gd name="T2" fmla="*/ 14 w 6"/>
                <a:gd name="T3" fmla="*/ 82 h 74"/>
                <a:gd name="T4" fmla="*/ 0 w 6"/>
                <a:gd name="T5" fmla="*/ 278 h 7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74">
                  <a:moveTo>
                    <a:pt x="5" y="0"/>
                  </a:moveTo>
                  <a:cubicBezTo>
                    <a:pt x="6" y="7"/>
                    <a:pt x="6" y="13"/>
                    <a:pt x="4" y="22"/>
                  </a:cubicBezTo>
                  <a:cubicBezTo>
                    <a:pt x="2" y="34"/>
                    <a:pt x="0" y="74"/>
                    <a:pt x="0" y="74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4923" name="Freeform 846">
              <a:extLst>
                <a:ext uri="{FF2B5EF4-FFF2-40B4-BE49-F238E27FC236}">
                  <a16:creationId xmlns:a16="http://schemas.microsoft.com/office/drawing/2014/main" id="{626E418F-A1AE-4C2D-9C92-23E3D472C1C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1" y="2525"/>
              <a:ext cx="9" cy="9"/>
            </a:xfrm>
            <a:custGeom>
              <a:avLst/>
              <a:gdLst>
                <a:gd name="T0" fmla="*/ 21 w 6"/>
                <a:gd name="T1" fmla="*/ 0 h 6"/>
                <a:gd name="T2" fmla="*/ 0 w 6"/>
                <a:gd name="T3" fmla="*/ 21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6">
                  <a:moveTo>
                    <a:pt x="6" y="0"/>
                  </a:moveTo>
                  <a:cubicBezTo>
                    <a:pt x="4" y="1"/>
                    <a:pt x="2" y="3"/>
                    <a:pt x="0" y="6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4924" name="Freeform 847">
              <a:extLst>
                <a:ext uri="{FF2B5EF4-FFF2-40B4-BE49-F238E27FC236}">
                  <a16:creationId xmlns:a16="http://schemas.microsoft.com/office/drawing/2014/main" id="{3336FEFE-081A-4258-93CB-3AB538B9D99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7" y="4003"/>
              <a:ext cx="39" cy="22"/>
            </a:xfrm>
            <a:custGeom>
              <a:avLst/>
              <a:gdLst>
                <a:gd name="T0" fmla="*/ 0 w 25"/>
                <a:gd name="T1" fmla="*/ 35 h 14"/>
                <a:gd name="T2" fmla="*/ 80 w 25"/>
                <a:gd name="T3" fmla="*/ 42 h 14"/>
                <a:gd name="T4" fmla="*/ 87 w 25"/>
                <a:gd name="T5" fmla="*/ 20 h 14"/>
                <a:gd name="T6" fmla="*/ 22 w 25"/>
                <a:gd name="T7" fmla="*/ 8 h 14"/>
                <a:gd name="T8" fmla="*/ 0 w 25"/>
                <a:gd name="T9" fmla="*/ 35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14">
                  <a:moveTo>
                    <a:pt x="0" y="9"/>
                  </a:moveTo>
                  <a:cubicBezTo>
                    <a:pt x="4" y="6"/>
                    <a:pt x="18" y="8"/>
                    <a:pt x="21" y="11"/>
                  </a:cubicBezTo>
                  <a:cubicBezTo>
                    <a:pt x="23" y="14"/>
                    <a:pt x="25" y="6"/>
                    <a:pt x="23" y="5"/>
                  </a:cubicBezTo>
                  <a:cubicBezTo>
                    <a:pt x="20" y="1"/>
                    <a:pt x="11" y="0"/>
                    <a:pt x="6" y="2"/>
                  </a:cubicBezTo>
                  <a:cubicBezTo>
                    <a:pt x="2" y="3"/>
                    <a:pt x="0" y="9"/>
                    <a:pt x="0" y="9"/>
                  </a:cubicBezTo>
                  <a:close/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4925" name="Freeform 848">
              <a:extLst>
                <a:ext uri="{FF2B5EF4-FFF2-40B4-BE49-F238E27FC236}">
                  <a16:creationId xmlns:a16="http://schemas.microsoft.com/office/drawing/2014/main" id="{8091CAF7-CF45-4F62-9785-449CF7697CE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1" y="3983"/>
              <a:ext cx="30" cy="58"/>
            </a:xfrm>
            <a:custGeom>
              <a:avLst/>
              <a:gdLst>
                <a:gd name="T0" fmla="*/ 74 w 19"/>
                <a:gd name="T1" fmla="*/ 0 h 37"/>
                <a:gd name="T2" fmla="*/ 14 w 19"/>
                <a:gd name="T3" fmla="*/ 74 h 37"/>
                <a:gd name="T4" fmla="*/ 13 w 19"/>
                <a:gd name="T5" fmla="*/ 143 h 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37">
                  <a:moveTo>
                    <a:pt x="19" y="0"/>
                  </a:moveTo>
                  <a:cubicBezTo>
                    <a:pt x="16" y="7"/>
                    <a:pt x="8" y="11"/>
                    <a:pt x="4" y="19"/>
                  </a:cubicBezTo>
                  <a:cubicBezTo>
                    <a:pt x="2" y="25"/>
                    <a:pt x="0" y="32"/>
                    <a:pt x="3" y="37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4926" name="Freeform 849">
              <a:extLst>
                <a:ext uri="{FF2B5EF4-FFF2-40B4-BE49-F238E27FC236}">
                  <a16:creationId xmlns:a16="http://schemas.microsoft.com/office/drawing/2014/main" id="{67C94511-26D9-454D-B0BD-56E712ABFFA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0" y="3972"/>
              <a:ext cx="36" cy="69"/>
            </a:xfrm>
            <a:custGeom>
              <a:avLst/>
              <a:gdLst>
                <a:gd name="T0" fmla="*/ 88 w 23"/>
                <a:gd name="T1" fmla="*/ 0 h 44"/>
                <a:gd name="T2" fmla="*/ 53 w 23"/>
                <a:gd name="T3" fmla="*/ 42 h 44"/>
                <a:gd name="T4" fmla="*/ 27 w 23"/>
                <a:gd name="T5" fmla="*/ 100 h 44"/>
                <a:gd name="T6" fmla="*/ 27 w 23"/>
                <a:gd name="T7" fmla="*/ 169 h 4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44">
                  <a:moveTo>
                    <a:pt x="23" y="0"/>
                  </a:moveTo>
                  <a:cubicBezTo>
                    <a:pt x="17" y="3"/>
                    <a:pt x="16" y="4"/>
                    <a:pt x="14" y="11"/>
                  </a:cubicBezTo>
                  <a:cubicBezTo>
                    <a:pt x="12" y="18"/>
                    <a:pt x="9" y="22"/>
                    <a:pt x="7" y="26"/>
                  </a:cubicBezTo>
                  <a:cubicBezTo>
                    <a:pt x="4" y="30"/>
                    <a:pt x="0" y="39"/>
                    <a:pt x="7" y="44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4927" name="Freeform 850">
              <a:extLst>
                <a:ext uri="{FF2B5EF4-FFF2-40B4-BE49-F238E27FC236}">
                  <a16:creationId xmlns:a16="http://schemas.microsoft.com/office/drawing/2014/main" id="{D41703A5-38FE-43AB-A7A6-0E913DD7641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8" y="3964"/>
              <a:ext cx="43" cy="63"/>
            </a:xfrm>
            <a:custGeom>
              <a:avLst/>
              <a:gdLst>
                <a:gd name="T0" fmla="*/ 108 w 27"/>
                <a:gd name="T1" fmla="*/ 0 h 40"/>
                <a:gd name="T2" fmla="*/ 40 w 27"/>
                <a:gd name="T3" fmla="*/ 61 h 40"/>
                <a:gd name="T4" fmla="*/ 13 w 27"/>
                <a:gd name="T5" fmla="*/ 121 h 40"/>
                <a:gd name="T6" fmla="*/ 0 w 27"/>
                <a:gd name="T7" fmla="*/ 156 h 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40">
                  <a:moveTo>
                    <a:pt x="27" y="0"/>
                  </a:moveTo>
                  <a:cubicBezTo>
                    <a:pt x="21" y="4"/>
                    <a:pt x="13" y="10"/>
                    <a:pt x="10" y="16"/>
                  </a:cubicBezTo>
                  <a:cubicBezTo>
                    <a:pt x="8" y="21"/>
                    <a:pt x="6" y="25"/>
                    <a:pt x="3" y="31"/>
                  </a:cubicBezTo>
                  <a:cubicBezTo>
                    <a:pt x="1" y="34"/>
                    <a:pt x="0" y="37"/>
                    <a:pt x="0" y="40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4928" name="Freeform 851">
              <a:extLst>
                <a:ext uri="{FF2B5EF4-FFF2-40B4-BE49-F238E27FC236}">
                  <a16:creationId xmlns:a16="http://schemas.microsoft.com/office/drawing/2014/main" id="{3272C411-8F19-4A11-A033-C4FDE175F12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5" y="3957"/>
              <a:ext cx="48" cy="54"/>
            </a:xfrm>
            <a:custGeom>
              <a:avLst/>
              <a:gdLst>
                <a:gd name="T0" fmla="*/ 115 w 31"/>
                <a:gd name="T1" fmla="*/ 0 h 35"/>
                <a:gd name="T2" fmla="*/ 56 w 31"/>
                <a:gd name="T3" fmla="*/ 45 h 35"/>
                <a:gd name="T4" fmla="*/ 5 w 31"/>
                <a:gd name="T5" fmla="*/ 106 h 35"/>
                <a:gd name="T6" fmla="*/ 0 w 31"/>
                <a:gd name="T7" fmla="*/ 128 h 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35">
                  <a:moveTo>
                    <a:pt x="31" y="0"/>
                  </a:moveTo>
                  <a:cubicBezTo>
                    <a:pt x="24" y="3"/>
                    <a:pt x="19" y="7"/>
                    <a:pt x="15" y="12"/>
                  </a:cubicBezTo>
                  <a:cubicBezTo>
                    <a:pt x="11" y="16"/>
                    <a:pt x="4" y="20"/>
                    <a:pt x="1" y="29"/>
                  </a:cubicBezTo>
                  <a:cubicBezTo>
                    <a:pt x="1" y="31"/>
                    <a:pt x="0" y="33"/>
                    <a:pt x="0" y="35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4929" name="Freeform 852">
              <a:extLst>
                <a:ext uri="{FF2B5EF4-FFF2-40B4-BE49-F238E27FC236}">
                  <a16:creationId xmlns:a16="http://schemas.microsoft.com/office/drawing/2014/main" id="{52EEA689-3477-4950-A9FD-F6A72035343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7" y="4019"/>
              <a:ext cx="27" cy="15"/>
            </a:xfrm>
            <a:custGeom>
              <a:avLst/>
              <a:gdLst>
                <a:gd name="T0" fmla="*/ 5 w 17"/>
                <a:gd name="T1" fmla="*/ 32 h 10"/>
                <a:gd name="T2" fmla="*/ 60 w 17"/>
                <a:gd name="T3" fmla="*/ 32 h 10"/>
                <a:gd name="T4" fmla="*/ 35 w 17"/>
                <a:gd name="T5" fmla="*/ 5 h 10"/>
                <a:gd name="T6" fmla="*/ 5 w 17"/>
                <a:gd name="T7" fmla="*/ 32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10">
                  <a:moveTo>
                    <a:pt x="1" y="9"/>
                  </a:moveTo>
                  <a:cubicBezTo>
                    <a:pt x="6" y="10"/>
                    <a:pt x="14" y="10"/>
                    <a:pt x="15" y="9"/>
                  </a:cubicBezTo>
                  <a:cubicBezTo>
                    <a:pt x="17" y="8"/>
                    <a:pt x="16" y="1"/>
                    <a:pt x="9" y="1"/>
                  </a:cubicBezTo>
                  <a:cubicBezTo>
                    <a:pt x="1" y="0"/>
                    <a:pt x="0" y="8"/>
                    <a:pt x="1" y="9"/>
                  </a:cubicBezTo>
                  <a:close/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4930" name="Freeform 853">
              <a:extLst>
                <a:ext uri="{FF2B5EF4-FFF2-40B4-BE49-F238E27FC236}">
                  <a16:creationId xmlns:a16="http://schemas.microsoft.com/office/drawing/2014/main" id="{5A4B7465-C8BB-4C21-9381-A012186CF93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3" y="4011"/>
              <a:ext cx="25" cy="14"/>
            </a:xfrm>
            <a:custGeom>
              <a:avLst/>
              <a:gdLst>
                <a:gd name="T0" fmla="*/ 5 w 16"/>
                <a:gd name="T1" fmla="*/ 26 h 9"/>
                <a:gd name="T2" fmla="*/ 53 w 16"/>
                <a:gd name="T3" fmla="*/ 30 h 9"/>
                <a:gd name="T4" fmla="*/ 27 w 16"/>
                <a:gd name="T5" fmla="*/ 0 h 9"/>
                <a:gd name="T6" fmla="*/ 5 w 16"/>
                <a:gd name="T7" fmla="*/ 26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9">
                  <a:moveTo>
                    <a:pt x="1" y="7"/>
                  </a:moveTo>
                  <a:cubicBezTo>
                    <a:pt x="6" y="8"/>
                    <a:pt x="13" y="9"/>
                    <a:pt x="14" y="8"/>
                  </a:cubicBezTo>
                  <a:cubicBezTo>
                    <a:pt x="16" y="7"/>
                    <a:pt x="14" y="0"/>
                    <a:pt x="7" y="0"/>
                  </a:cubicBezTo>
                  <a:cubicBezTo>
                    <a:pt x="2" y="0"/>
                    <a:pt x="0" y="6"/>
                    <a:pt x="1" y="7"/>
                  </a:cubicBezTo>
                  <a:close/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4931" name="Freeform 854">
              <a:extLst>
                <a:ext uri="{FF2B5EF4-FFF2-40B4-BE49-F238E27FC236}">
                  <a16:creationId xmlns:a16="http://schemas.microsoft.com/office/drawing/2014/main" id="{7EB75B88-2556-40C0-AB17-BFB72798DF4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8" y="4005"/>
              <a:ext cx="24" cy="12"/>
            </a:xfrm>
            <a:custGeom>
              <a:avLst/>
              <a:gdLst>
                <a:gd name="T0" fmla="*/ 0 w 15"/>
                <a:gd name="T1" fmla="*/ 26 h 8"/>
                <a:gd name="T2" fmla="*/ 54 w 15"/>
                <a:gd name="T3" fmla="*/ 26 h 8"/>
                <a:gd name="T4" fmla="*/ 26 w 15"/>
                <a:gd name="T5" fmla="*/ 0 h 8"/>
                <a:gd name="T6" fmla="*/ 0 w 15"/>
                <a:gd name="T7" fmla="*/ 26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8">
                  <a:moveTo>
                    <a:pt x="0" y="7"/>
                  </a:moveTo>
                  <a:cubicBezTo>
                    <a:pt x="5" y="6"/>
                    <a:pt x="12" y="8"/>
                    <a:pt x="13" y="7"/>
                  </a:cubicBezTo>
                  <a:cubicBezTo>
                    <a:pt x="15" y="6"/>
                    <a:pt x="13" y="0"/>
                    <a:pt x="6" y="0"/>
                  </a:cubicBezTo>
                  <a:cubicBezTo>
                    <a:pt x="2" y="0"/>
                    <a:pt x="0" y="6"/>
                    <a:pt x="0" y="7"/>
                  </a:cubicBezTo>
                  <a:close/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4932" name="Freeform 855">
              <a:extLst>
                <a:ext uri="{FF2B5EF4-FFF2-40B4-BE49-F238E27FC236}">
                  <a16:creationId xmlns:a16="http://schemas.microsoft.com/office/drawing/2014/main" id="{2E6DC746-CDFE-41FA-81CC-401F7775B08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3" y="4013"/>
              <a:ext cx="7" cy="20"/>
            </a:xfrm>
            <a:custGeom>
              <a:avLst/>
              <a:gdLst>
                <a:gd name="T0" fmla="*/ 0 w 5"/>
                <a:gd name="T1" fmla="*/ 0 h 13"/>
                <a:gd name="T2" fmla="*/ 0 w 5"/>
                <a:gd name="T3" fmla="*/ 48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3">
                  <a:moveTo>
                    <a:pt x="0" y="0"/>
                  </a:moveTo>
                  <a:cubicBezTo>
                    <a:pt x="2" y="5"/>
                    <a:pt x="5" y="7"/>
                    <a:pt x="0" y="13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4933" name="Freeform 856">
              <a:extLst>
                <a:ext uri="{FF2B5EF4-FFF2-40B4-BE49-F238E27FC236}">
                  <a16:creationId xmlns:a16="http://schemas.microsoft.com/office/drawing/2014/main" id="{FC46F0F7-62D7-4C4B-A0DE-0404CB2305B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0" y="3837"/>
              <a:ext cx="3" cy="23"/>
            </a:xfrm>
            <a:custGeom>
              <a:avLst/>
              <a:gdLst>
                <a:gd name="T0" fmla="*/ 8 w 2"/>
                <a:gd name="T1" fmla="*/ 0 h 15"/>
                <a:gd name="T2" fmla="*/ 0 w 2"/>
                <a:gd name="T3" fmla="*/ 54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5">
                  <a:moveTo>
                    <a:pt x="2" y="0"/>
                  </a:moveTo>
                  <a:cubicBezTo>
                    <a:pt x="2" y="4"/>
                    <a:pt x="0" y="15"/>
                    <a:pt x="0" y="15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4934" name="Freeform 857">
              <a:extLst>
                <a:ext uri="{FF2B5EF4-FFF2-40B4-BE49-F238E27FC236}">
                  <a16:creationId xmlns:a16="http://schemas.microsoft.com/office/drawing/2014/main" id="{52125137-28C7-4D03-A47C-0F5310CB7E02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7" y="4003"/>
              <a:ext cx="39" cy="22"/>
            </a:xfrm>
            <a:custGeom>
              <a:avLst/>
              <a:gdLst>
                <a:gd name="T0" fmla="*/ 95 w 25"/>
                <a:gd name="T1" fmla="*/ 35 h 14"/>
                <a:gd name="T2" fmla="*/ 19 w 25"/>
                <a:gd name="T3" fmla="*/ 42 h 14"/>
                <a:gd name="T4" fmla="*/ 8 w 25"/>
                <a:gd name="T5" fmla="*/ 20 h 14"/>
                <a:gd name="T6" fmla="*/ 75 w 25"/>
                <a:gd name="T7" fmla="*/ 8 h 14"/>
                <a:gd name="T8" fmla="*/ 95 w 25"/>
                <a:gd name="T9" fmla="*/ 35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14">
                  <a:moveTo>
                    <a:pt x="25" y="9"/>
                  </a:moveTo>
                  <a:cubicBezTo>
                    <a:pt x="22" y="6"/>
                    <a:pt x="7" y="8"/>
                    <a:pt x="5" y="11"/>
                  </a:cubicBezTo>
                  <a:cubicBezTo>
                    <a:pt x="2" y="14"/>
                    <a:pt x="0" y="6"/>
                    <a:pt x="2" y="5"/>
                  </a:cubicBezTo>
                  <a:cubicBezTo>
                    <a:pt x="6" y="1"/>
                    <a:pt x="15" y="0"/>
                    <a:pt x="20" y="2"/>
                  </a:cubicBezTo>
                  <a:cubicBezTo>
                    <a:pt x="24" y="3"/>
                    <a:pt x="25" y="9"/>
                    <a:pt x="25" y="9"/>
                  </a:cubicBezTo>
                  <a:close/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4935" name="Freeform 858">
              <a:extLst>
                <a:ext uri="{FF2B5EF4-FFF2-40B4-BE49-F238E27FC236}">
                  <a16:creationId xmlns:a16="http://schemas.microsoft.com/office/drawing/2014/main" id="{7C8B9571-FF90-4FEC-8583-F0A2B47BA19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3" y="3983"/>
              <a:ext cx="30" cy="58"/>
            </a:xfrm>
            <a:custGeom>
              <a:avLst/>
              <a:gdLst>
                <a:gd name="T0" fmla="*/ 0 w 19"/>
                <a:gd name="T1" fmla="*/ 0 h 37"/>
                <a:gd name="T2" fmla="*/ 55 w 19"/>
                <a:gd name="T3" fmla="*/ 74 h 37"/>
                <a:gd name="T4" fmla="*/ 62 w 19"/>
                <a:gd name="T5" fmla="*/ 143 h 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37">
                  <a:moveTo>
                    <a:pt x="0" y="0"/>
                  </a:moveTo>
                  <a:cubicBezTo>
                    <a:pt x="2" y="7"/>
                    <a:pt x="11" y="11"/>
                    <a:pt x="14" y="19"/>
                  </a:cubicBezTo>
                  <a:cubicBezTo>
                    <a:pt x="17" y="25"/>
                    <a:pt x="19" y="32"/>
                    <a:pt x="16" y="37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4936" name="Freeform 859">
              <a:extLst>
                <a:ext uri="{FF2B5EF4-FFF2-40B4-BE49-F238E27FC236}">
                  <a16:creationId xmlns:a16="http://schemas.microsoft.com/office/drawing/2014/main" id="{E4BB67B5-F382-4AA1-B37B-DA61298E463C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8" y="3972"/>
              <a:ext cx="36" cy="69"/>
            </a:xfrm>
            <a:custGeom>
              <a:avLst/>
              <a:gdLst>
                <a:gd name="T0" fmla="*/ 0 w 23"/>
                <a:gd name="T1" fmla="*/ 0 h 44"/>
                <a:gd name="T2" fmla="*/ 31 w 23"/>
                <a:gd name="T3" fmla="*/ 42 h 44"/>
                <a:gd name="T4" fmla="*/ 61 w 23"/>
                <a:gd name="T5" fmla="*/ 100 h 44"/>
                <a:gd name="T6" fmla="*/ 61 w 23"/>
                <a:gd name="T7" fmla="*/ 169 h 4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44">
                  <a:moveTo>
                    <a:pt x="0" y="0"/>
                  </a:moveTo>
                  <a:cubicBezTo>
                    <a:pt x="6" y="3"/>
                    <a:pt x="6" y="4"/>
                    <a:pt x="8" y="11"/>
                  </a:cubicBezTo>
                  <a:cubicBezTo>
                    <a:pt x="10" y="18"/>
                    <a:pt x="13" y="22"/>
                    <a:pt x="16" y="26"/>
                  </a:cubicBezTo>
                  <a:cubicBezTo>
                    <a:pt x="19" y="30"/>
                    <a:pt x="23" y="39"/>
                    <a:pt x="16" y="44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4937" name="Freeform 860">
              <a:extLst>
                <a:ext uri="{FF2B5EF4-FFF2-40B4-BE49-F238E27FC236}">
                  <a16:creationId xmlns:a16="http://schemas.microsoft.com/office/drawing/2014/main" id="{EB8A0E41-E7FD-4995-83C8-BAF8C94CA0DA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3" y="3964"/>
              <a:ext cx="43" cy="64"/>
            </a:xfrm>
            <a:custGeom>
              <a:avLst/>
              <a:gdLst>
                <a:gd name="T0" fmla="*/ 0 w 27"/>
                <a:gd name="T1" fmla="*/ 0 h 41"/>
                <a:gd name="T2" fmla="*/ 64 w 27"/>
                <a:gd name="T3" fmla="*/ 61 h 41"/>
                <a:gd name="T4" fmla="*/ 97 w 27"/>
                <a:gd name="T5" fmla="*/ 117 h 41"/>
                <a:gd name="T6" fmla="*/ 104 w 27"/>
                <a:gd name="T7" fmla="*/ 156 h 4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41">
                  <a:moveTo>
                    <a:pt x="0" y="0"/>
                  </a:moveTo>
                  <a:cubicBezTo>
                    <a:pt x="5" y="4"/>
                    <a:pt x="14" y="10"/>
                    <a:pt x="16" y="16"/>
                  </a:cubicBezTo>
                  <a:cubicBezTo>
                    <a:pt x="19" y="21"/>
                    <a:pt x="21" y="25"/>
                    <a:pt x="24" y="31"/>
                  </a:cubicBezTo>
                  <a:cubicBezTo>
                    <a:pt x="26" y="34"/>
                    <a:pt x="27" y="37"/>
                    <a:pt x="26" y="41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4938" name="Freeform 861">
              <a:extLst>
                <a:ext uri="{FF2B5EF4-FFF2-40B4-BE49-F238E27FC236}">
                  <a16:creationId xmlns:a16="http://schemas.microsoft.com/office/drawing/2014/main" id="{923D8637-1D80-402A-B6BB-75AC0A8AE535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1" y="3957"/>
              <a:ext cx="48" cy="54"/>
            </a:xfrm>
            <a:custGeom>
              <a:avLst/>
              <a:gdLst>
                <a:gd name="T0" fmla="*/ 0 w 31"/>
                <a:gd name="T1" fmla="*/ 0 h 35"/>
                <a:gd name="T2" fmla="*/ 60 w 31"/>
                <a:gd name="T3" fmla="*/ 45 h 35"/>
                <a:gd name="T4" fmla="*/ 108 w 31"/>
                <a:gd name="T5" fmla="*/ 106 h 35"/>
                <a:gd name="T6" fmla="*/ 115 w 31"/>
                <a:gd name="T7" fmla="*/ 128 h 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35">
                  <a:moveTo>
                    <a:pt x="0" y="0"/>
                  </a:moveTo>
                  <a:cubicBezTo>
                    <a:pt x="7" y="3"/>
                    <a:pt x="12" y="7"/>
                    <a:pt x="16" y="12"/>
                  </a:cubicBezTo>
                  <a:cubicBezTo>
                    <a:pt x="19" y="16"/>
                    <a:pt x="27" y="20"/>
                    <a:pt x="29" y="29"/>
                  </a:cubicBezTo>
                  <a:cubicBezTo>
                    <a:pt x="30" y="31"/>
                    <a:pt x="31" y="33"/>
                    <a:pt x="31" y="35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4939" name="Freeform 862">
              <a:extLst>
                <a:ext uri="{FF2B5EF4-FFF2-40B4-BE49-F238E27FC236}">
                  <a16:creationId xmlns:a16="http://schemas.microsoft.com/office/drawing/2014/main" id="{8E10034C-A88F-4D60-AD65-C24BEE5CFD6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1" y="4019"/>
              <a:ext cx="25" cy="15"/>
            </a:xfrm>
            <a:custGeom>
              <a:avLst/>
              <a:gdLst>
                <a:gd name="T0" fmla="*/ 61 w 16"/>
                <a:gd name="T1" fmla="*/ 32 h 10"/>
                <a:gd name="T2" fmla="*/ 5 w 16"/>
                <a:gd name="T3" fmla="*/ 32 h 10"/>
                <a:gd name="T4" fmla="*/ 31 w 16"/>
                <a:gd name="T5" fmla="*/ 5 h 10"/>
                <a:gd name="T6" fmla="*/ 61 w 16"/>
                <a:gd name="T7" fmla="*/ 32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10">
                  <a:moveTo>
                    <a:pt x="16" y="9"/>
                  </a:moveTo>
                  <a:cubicBezTo>
                    <a:pt x="10" y="10"/>
                    <a:pt x="3" y="10"/>
                    <a:pt x="1" y="9"/>
                  </a:cubicBezTo>
                  <a:cubicBezTo>
                    <a:pt x="0" y="8"/>
                    <a:pt x="0" y="1"/>
                    <a:pt x="8" y="1"/>
                  </a:cubicBezTo>
                  <a:cubicBezTo>
                    <a:pt x="15" y="0"/>
                    <a:pt x="16" y="8"/>
                    <a:pt x="16" y="9"/>
                  </a:cubicBezTo>
                  <a:close/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4940" name="Freeform 863">
              <a:extLst>
                <a:ext uri="{FF2B5EF4-FFF2-40B4-BE49-F238E27FC236}">
                  <a16:creationId xmlns:a16="http://schemas.microsoft.com/office/drawing/2014/main" id="{965FC7B2-2505-4F38-B917-64CB4FFC79E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6" y="4011"/>
              <a:ext cx="23" cy="14"/>
            </a:xfrm>
            <a:custGeom>
              <a:avLst/>
              <a:gdLst>
                <a:gd name="T0" fmla="*/ 54 w 15"/>
                <a:gd name="T1" fmla="*/ 26 h 9"/>
                <a:gd name="T2" fmla="*/ 5 w 15"/>
                <a:gd name="T3" fmla="*/ 30 h 9"/>
                <a:gd name="T4" fmla="*/ 32 w 15"/>
                <a:gd name="T5" fmla="*/ 0 h 9"/>
                <a:gd name="T6" fmla="*/ 54 w 15"/>
                <a:gd name="T7" fmla="*/ 26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9">
                  <a:moveTo>
                    <a:pt x="15" y="7"/>
                  </a:moveTo>
                  <a:cubicBezTo>
                    <a:pt x="10" y="8"/>
                    <a:pt x="3" y="9"/>
                    <a:pt x="1" y="8"/>
                  </a:cubicBezTo>
                  <a:cubicBezTo>
                    <a:pt x="0" y="7"/>
                    <a:pt x="1" y="0"/>
                    <a:pt x="9" y="0"/>
                  </a:cubicBezTo>
                  <a:cubicBezTo>
                    <a:pt x="13" y="0"/>
                    <a:pt x="15" y="6"/>
                    <a:pt x="15" y="7"/>
                  </a:cubicBezTo>
                  <a:close/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4941" name="Freeform 864">
              <a:extLst>
                <a:ext uri="{FF2B5EF4-FFF2-40B4-BE49-F238E27FC236}">
                  <a16:creationId xmlns:a16="http://schemas.microsoft.com/office/drawing/2014/main" id="{C632DCD6-537A-4826-84B8-F115E4C1004A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3" y="4005"/>
              <a:ext cx="23" cy="12"/>
            </a:xfrm>
            <a:custGeom>
              <a:avLst/>
              <a:gdLst>
                <a:gd name="T0" fmla="*/ 49 w 15"/>
                <a:gd name="T1" fmla="*/ 26 h 8"/>
                <a:gd name="T2" fmla="*/ 5 w 15"/>
                <a:gd name="T3" fmla="*/ 26 h 8"/>
                <a:gd name="T4" fmla="*/ 32 w 15"/>
                <a:gd name="T5" fmla="*/ 0 h 8"/>
                <a:gd name="T6" fmla="*/ 49 w 15"/>
                <a:gd name="T7" fmla="*/ 26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8">
                  <a:moveTo>
                    <a:pt x="14" y="7"/>
                  </a:moveTo>
                  <a:cubicBezTo>
                    <a:pt x="10" y="6"/>
                    <a:pt x="3" y="8"/>
                    <a:pt x="1" y="7"/>
                  </a:cubicBezTo>
                  <a:cubicBezTo>
                    <a:pt x="0" y="6"/>
                    <a:pt x="1" y="0"/>
                    <a:pt x="9" y="0"/>
                  </a:cubicBezTo>
                  <a:cubicBezTo>
                    <a:pt x="13" y="0"/>
                    <a:pt x="15" y="6"/>
                    <a:pt x="14" y="7"/>
                  </a:cubicBezTo>
                  <a:close/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4942" name="Freeform 865">
              <a:extLst>
                <a:ext uri="{FF2B5EF4-FFF2-40B4-BE49-F238E27FC236}">
                  <a16:creationId xmlns:a16="http://schemas.microsoft.com/office/drawing/2014/main" id="{D9A14D68-7CBE-4C12-A2E0-00805061171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4" y="4013"/>
              <a:ext cx="7" cy="20"/>
            </a:xfrm>
            <a:custGeom>
              <a:avLst/>
              <a:gdLst>
                <a:gd name="T0" fmla="*/ 11 w 5"/>
                <a:gd name="T1" fmla="*/ 0 h 13"/>
                <a:gd name="T2" fmla="*/ 14 w 5"/>
                <a:gd name="T3" fmla="*/ 48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3">
                  <a:moveTo>
                    <a:pt x="4" y="0"/>
                  </a:moveTo>
                  <a:cubicBezTo>
                    <a:pt x="2" y="5"/>
                    <a:pt x="0" y="7"/>
                    <a:pt x="5" y="13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4943" name="Freeform 866">
              <a:extLst>
                <a:ext uri="{FF2B5EF4-FFF2-40B4-BE49-F238E27FC236}">
                  <a16:creationId xmlns:a16="http://schemas.microsoft.com/office/drawing/2014/main" id="{ADDE2DD2-D3E2-41CF-B91D-4664B30C3A9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0" y="3837"/>
              <a:ext cx="4" cy="23"/>
            </a:xfrm>
            <a:custGeom>
              <a:avLst/>
              <a:gdLst>
                <a:gd name="T0" fmla="*/ 0 w 3"/>
                <a:gd name="T1" fmla="*/ 0 h 15"/>
                <a:gd name="T2" fmla="*/ 7 w 3"/>
                <a:gd name="T3" fmla="*/ 54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5">
                  <a:moveTo>
                    <a:pt x="0" y="0"/>
                  </a:moveTo>
                  <a:cubicBezTo>
                    <a:pt x="0" y="4"/>
                    <a:pt x="3" y="15"/>
                    <a:pt x="3" y="15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4944" name="Freeform 867">
              <a:extLst>
                <a:ext uri="{FF2B5EF4-FFF2-40B4-BE49-F238E27FC236}">
                  <a16:creationId xmlns:a16="http://schemas.microsoft.com/office/drawing/2014/main" id="{2607E362-5907-4B70-846A-56D858617D5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8" y="1971"/>
              <a:ext cx="59" cy="35"/>
            </a:xfrm>
            <a:custGeom>
              <a:avLst/>
              <a:gdLst>
                <a:gd name="T0" fmla="*/ 75 w 38"/>
                <a:gd name="T1" fmla="*/ 46 h 22"/>
                <a:gd name="T2" fmla="*/ 19 w 38"/>
                <a:gd name="T3" fmla="*/ 84 h 22"/>
                <a:gd name="T4" fmla="*/ 0 w 38"/>
                <a:gd name="T5" fmla="*/ 73 h 22"/>
                <a:gd name="T6" fmla="*/ 19 w 38"/>
                <a:gd name="T7" fmla="*/ 89 h 22"/>
                <a:gd name="T8" fmla="*/ 79 w 38"/>
                <a:gd name="T9" fmla="*/ 48 h 22"/>
                <a:gd name="T10" fmla="*/ 143 w 38"/>
                <a:gd name="T11" fmla="*/ 0 h 22"/>
                <a:gd name="T12" fmla="*/ 75 w 38"/>
                <a:gd name="T13" fmla="*/ 46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8" h="22">
                  <a:moveTo>
                    <a:pt x="20" y="11"/>
                  </a:moveTo>
                  <a:cubicBezTo>
                    <a:pt x="14" y="16"/>
                    <a:pt x="9" y="21"/>
                    <a:pt x="5" y="21"/>
                  </a:cubicBezTo>
                  <a:cubicBezTo>
                    <a:pt x="3" y="20"/>
                    <a:pt x="1" y="20"/>
                    <a:pt x="0" y="18"/>
                  </a:cubicBezTo>
                  <a:cubicBezTo>
                    <a:pt x="2" y="20"/>
                    <a:pt x="3" y="21"/>
                    <a:pt x="5" y="22"/>
                  </a:cubicBezTo>
                  <a:cubicBezTo>
                    <a:pt x="9" y="22"/>
                    <a:pt x="15" y="17"/>
                    <a:pt x="21" y="12"/>
                  </a:cubicBezTo>
                  <a:cubicBezTo>
                    <a:pt x="27" y="6"/>
                    <a:pt x="33" y="0"/>
                    <a:pt x="38" y="0"/>
                  </a:cubicBezTo>
                  <a:cubicBezTo>
                    <a:pt x="33" y="0"/>
                    <a:pt x="26" y="5"/>
                    <a:pt x="20" y="11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4945" name="Freeform 868">
              <a:extLst>
                <a:ext uri="{FF2B5EF4-FFF2-40B4-BE49-F238E27FC236}">
                  <a16:creationId xmlns:a16="http://schemas.microsoft.com/office/drawing/2014/main" id="{70EA6650-9C40-4635-B657-70ED2D7C407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2" y="1687"/>
              <a:ext cx="199" cy="32"/>
            </a:xfrm>
            <a:custGeom>
              <a:avLst/>
              <a:gdLst>
                <a:gd name="T0" fmla="*/ 0 w 127"/>
                <a:gd name="T1" fmla="*/ 0 h 21"/>
                <a:gd name="T2" fmla="*/ 373 w 127"/>
                <a:gd name="T3" fmla="*/ 35 h 21"/>
                <a:gd name="T4" fmla="*/ 489 w 127"/>
                <a:gd name="T5" fmla="*/ 18 h 21"/>
                <a:gd name="T6" fmla="*/ 373 w 127"/>
                <a:gd name="T7" fmla="*/ 27 h 21"/>
                <a:gd name="T8" fmla="*/ 0 w 127"/>
                <a:gd name="T9" fmla="*/ 0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7" h="21">
                  <a:moveTo>
                    <a:pt x="0" y="0"/>
                  </a:moveTo>
                  <a:cubicBezTo>
                    <a:pt x="25" y="21"/>
                    <a:pt x="63" y="15"/>
                    <a:pt x="97" y="10"/>
                  </a:cubicBezTo>
                  <a:cubicBezTo>
                    <a:pt x="108" y="8"/>
                    <a:pt x="118" y="6"/>
                    <a:pt x="127" y="5"/>
                  </a:cubicBezTo>
                  <a:cubicBezTo>
                    <a:pt x="118" y="6"/>
                    <a:pt x="108" y="6"/>
                    <a:pt x="97" y="8"/>
                  </a:cubicBezTo>
                  <a:cubicBezTo>
                    <a:pt x="63" y="13"/>
                    <a:pt x="24" y="20"/>
                    <a:pt x="0" y="0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4946" name="Freeform 869">
              <a:extLst>
                <a:ext uri="{FF2B5EF4-FFF2-40B4-BE49-F238E27FC236}">
                  <a16:creationId xmlns:a16="http://schemas.microsoft.com/office/drawing/2014/main" id="{5F22CD1F-A531-443C-BC11-47311462E53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8" y="830"/>
              <a:ext cx="282" cy="196"/>
            </a:xfrm>
            <a:custGeom>
              <a:avLst/>
              <a:gdLst>
                <a:gd name="T0" fmla="*/ 27 w 180"/>
                <a:gd name="T1" fmla="*/ 440 h 126"/>
                <a:gd name="T2" fmla="*/ 20 w 180"/>
                <a:gd name="T3" fmla="*/ 380 h 126"/>
                <a:gd name="T4" fmla="*/ 47 w 180"/>
                <a:gd name="T5" fmla="*/ 300 h 126"/>
                <a:gd name="T6" fmla="*/ 20 w 180"/>
                <a:gd name="T7" fmla="*/ 182 h 126"/>
                <a:gd name="T8" fmla="*/ 94 w 180"/>
                <a:gd name="T9" fmla="*/ 140 h 126"/>
                <a:gd name="T10" fmla="*/ 150 w 180"/>
                <a:gd name="T11" fmla="*/ 117 h 126"/>
                <a:gd name="T12" fmla="*/ 218 w 180"/>
                <a:gd name="T13" fmla="*/ 62 h 126"/>
                <a:gd name="T14" fmla="*/ 290 w 180"/>
                <a:gd name="T15" fmla="*/ 14 h 126"/>
                <a:gd name="T16" fmla="*/ 326 w 180"/>
                <a:gd name="T17" fmla="*/ 0 h 126"/>
                <a:gd name="T18" fmla="*/ 354 w 180"/>
                <a:gd name="T19" fmla="*/ 62 h 126"/>
                <a:gd name="T20" fmla="*/ 442 w 180"/>
                <a:gd name="T21" fmla="*/ 30 h 126"/>
                <a:gd name="T22" fmla="*/ 450 w 180"/>
                <a:gd name="T23" fmla="*/ 62 h 126"/>
                <a:gd name="T24" fmla="*/ 550 w 180"/>
                <a:gd name="T25" fmla="*/ 68 h 126"/>
                <a:gd name="T26" fmla="*/ 581 w 180"/>
                <a:gd name="T27" fmla="*/ 109 h 126"/>
                <a:gd name="T28" fmla="*/ 581 w 180"/>
                <a:gd name="T29" fmla="*/ 121 h 126"/>
                <a:gd name="T30" fmla="*/ 597 w 180"/>
                <a:gd name="T31" fmla="*/ 121 h 126"/>
                <a:gd name="T32" fmla="*/ 609 w 180"/>
                <a:gd name="T33" fmla="*/ 215 h 126"/>
                <a:gd name="T34" fmla="*/ 677 w 180"/>
                <a:gd name="T35" fmla="*/ 266 h 126"/>
                <a:gd name="T36" fmla="*/ 666 w 180"/>
                <a:gd name="T37" fmla="*/ 297 h 126"/>
                <a:gd name="T38" fmla="*/ 672 w 180"/>
                <a:gd name="T39" fmla="*/ 344 h 126"/>
                <a:gd name="T40" fmla="*/ 685 w 180"/>
                <a:gd name="T41" fmla="*/ 467 h 126"/>
                <a:gd name="T42" fmla="*/ 692 w 180"/>
                <a:gd name="T43" fmla="*/ 460 h 12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180" h="126">
                  <a:moveTo>
                    <a:pt x="7" y="117"/>
                  </a:moveTo>
                  <a:cubicBezTo>
                    <a:pt x="1" y="104"/>
                    <a:pt x="8" y="106"/>
                    <a:pt x="5" y="101"/>
                  </a:cubicBezTo>
                  <a:cubicBezTo>
                    <a:pt x="0" y="92"/>
                    <a:pt x="7" y="88"/>
                    <a:pt x="12" y="80"/>
                  </a:cubicBezTo>
                  <a:cubicBezTo>
                    <a:pt x="17" y="71"/>
                    <a:pt x="8" y="58"/>
                    <a:pt x="5" y="48"/>
                  </a:cubicBezTo>
                  <a:cubicBezTo>
                    <a:pt x="11" y="46"/>
                    <a:pt x="22" y="45"/>
                    <a:pt x="24" y="37"/>
                  </a:cubicBezTo>
                  <a:cubicBezTo>
                    <a:pt x="27" y="27"/>
                    <a:pt x="26" y="33"/>
                    <a:pt x="39" y="31"/>
                  </a:cubicBezTo>
                  <a:cubicBezTo>
                    <a:pt x="50" y="29"/>
                    <a:pt x="53" y="27"/>
                    <a:pt x="57" y="17"/>
                  </a:cubicBezTo>
                  <a:cubicBezTo>
                    <a:pt x="60" y="9"/>
                    <a:pt x="68" y="6"/>
                    <a:pt x="75" y="4"/>
                  </a:cubicBezTo>
                  <a:cubicBezTo>
                    <a:pt x="85" y="0"/>
                    <a:pt x="85" y="0"/>
                    <a:pt x="85" y="0"/>
                  </a:cubicBezTo>
                  <a:cubicBezTo>
                    <a:pt x="87" y="5"/>
                    <a:pt x="90" y="11"/>
                    <a:pt x="92" y="17"/>
                  </a:cubicBezTo>
                  <a:cubicBezTo>
                    <a:pt x="95" y="12"/>
                    <a:pt x="109" y="5"/>
                    <a:pt x="115" y="8"/>
                  </a:cubicBezTo>
                  <a:cubicBezTo>
                    <a:pt x="119" y="11"/>
                    <a:pt x="115" y="14"/>
                    <a:pt x="117" y="17"/>
                  </a:cubicBezTo>
                  <a:cubicBezTo>
                    <a:pt x="124" y="12"/>
                    <a:pt x="136" y="14"/>
                    <a:pt x="143" y="18"/>
                  </a:cubicBezTo>
                  <a:cubicBezTo>
                    <a:pt x="148" y="21"/>
                    <a:pt x="147" y="25"/>
                    <a:pt x="151" y="29"/>
                  </a:cubicBezTo>
                  <a:cubicBezTo>
                    <a:pt x="150" y="30"/>
                    <a:pt x="151" y="31"/>
                    <a:pt x="151" y="32"/>
                  </a:cubicBezTo>
                  <a:cubicBezTo>
                    <a:pt x="152" y="32"/>
                    <a:pt x="155" y="31"/>
                    <a:pt x="155" y="32"/>
                  </a:cubicBezTo>
                  <a:cubicBezTo>
                    <a:pt x="161" y="37"/>
                    <a:pt x="163" y="51"/>
                    <a:pt x="158" y="57"/>
                  </a:cubicBezTo>
                  <a:cubicBezTo>
                    <a:pt x="163" y="63"/>
                    <a:pt x="178" y="61"/>
                    <a:pt x="176" y="71"/>
                  </a:cubicBezTo>
                  <a:cubicBezTo>
                    <a:pt x="176" y="74"/>
                    <a:pt x="173" y="76"/>
                    <a:pt x="173" y="79"/>
                  </a:cubicBezTo>
                  <a:cubicBezTo>
                    <a:pt x="172" y="84"/>
                    <a:pt x="174" y="87"/>
                    <a:pt x="175" y="91"/>
                  </a:cubicBezTo>
                  <a:cubicBezTo>
                    <a:pt x="179" y="101"/>
                    <a:pt x="176" y="126"/>
                    <a:pt x="178" y="124"/>
                  </a:cubicBezTo>
                  <a:cubicBezTo>
                    <a:pt x="180" y="122"/>
                    <a:pt x="180" y="122"/>
                    <a:pt x="180" y="122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4947" name="Freeform 870">
              <a:extLst>
                <a:ext uri="{FF2B5EF4-FFF2-40B4-BE49-F238E27FC236}">
                  <a16:creationId xmlns:a16="http://schemas.microsoft.com/office/drawing/2014/main" id="{4DBEFF06-7111-4FFF-9B7E-E358229A768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5" y="728"/>
              <a:ext cx="344" cy="292"/>
            </a:xfrm>
            <a:custGeom>
              <a:avLst/>
              <a:gdLst>
                <a:gd name="T0" fmla="*/ 768 w 220"/>
                <a:gd name="T1" fmla="*/ 705 h 188"/>
                <a:gd name="T2" fmla="*/ 785 w 220"/>
                <a:gd name="T3" fmla="*/ 677 h 188"/>
                <a:gd name="T4" fmla="*/ 799 w 220"/>
                <a:gd name="T5" fmla="*/ 629 h 188"/>
                <a:gd name="T6" fmla="*/ 821 w 220"/>
                <a:gd name="T7" fmla="*/ 548 h 188"/>
                <a:gd name="T8" fmla="*/ 841 w 220"/>
                <a:gd name="T9" fmla="*/ 542 h 188"/>
                <a:gd name="T10" fmla="*/ 837 w 220"/>
                <a:gd name="T11" fmla="*/ 461 h 188"/>
                <a:gd name="T12" fmla="*/ 837 w 220"/>
                <a:gd name="T13" fmla="*/ 391 h 188"/>
                <a:gd name="T14" fmla="*/ 815 w 220"/>
                <a:gd name="T15" fmla="*/ 300 h 188"/>
                <a:gd name="T16" fmla="*/ 794 w 220"/>
                <a:gd name="T17" fmla="*/ 210 h 188"/>
                <a:gd name="T18" fmla="*/ 732 w 220"/>
                <a:gd name="T19" fmla="*/ 135 h 188"/>
                <a:gd name="T20" fmla="*/ 658 w 220"/>
                <a:gd name="T21" fmla="*/ 95 h 188"/>
                <a:gd name="T22" fmla="*/ 643 w 220"/>
                <a:gd name="T23" fmla="*/ 73 h 188"/>
                <a:gd name="T24" fmla="*/ 608 w 220"/>
                <a:gd name="T25" fmla="*/ 62 h 188"/>
                <a:gd name="T26" fmla="*/ 555 w 220"/>
                <a:gd name="T27" fmla="*/ 14 h 188"/>
                <a:gd name="T28" fmla="*/ 428 w 220"/>
                <a:gd name="T29" fmla="*/ 8 h 188"/>
                <a:gd name="T30" fmla="*/ 407 w 220"/>
                <a:gd name="T31" fmla="*/ 8 h 188"/>
                <a:gd name="T32" fmla="*/ 344 w 220"/>
                <a:gd name="T33" fmla="*/ 0 h 188"/>
                <a:gd name="T34" fmla="*/ 272 w 220"/>
                <a:gd name="T35" fmla="*/ 34 h 188"/>
                <a:gd name="T36" fmla="*/ 195 w 220"/>
                <a:gd name="T37" fmla="*/ 62 h 188"/>
                <a:gd name="T38" fmla="*/ 230 w 220"/>
                <a:gd name="T39" fmla="*/ 62 h 188"/>
                <a:gd name="T40" fmla="*/ 56 w 220"/>
                <a:gd name="T41" fmla="*/ 244 h 188"/>
                <a:gd name="T42" fmla="*/ 31 w 220"/>
                <a:gd name="T43" fmla="*/ 348 h 188"/>
                <a:gd name="T44" fmla="*/ 13 w 220"/>
                <a:gd name="T45" fmla="*/ 446 h 188"/>
                <a:gd name="T46" fmla="*/ 20 w 220"/>
                <a:gd name="T47" fmla="*/ 494 h 188"/>
                <a:gd name="T48" fmla="*/ 31 w 220"/>
                <a:gd name="T49" fmla="*/ 548 h 188"/>
                <a:gd name="T50" fmla="*/ 48 w 220"/>
                <a:gd name="T51" fmla="*/ 558 h 188"/>
                <a:gd name="T52" fmla="*/ 66 w 220"/>
                <a:gd name="T53" fmla="*/ 607 h 188"/>
                <a:gd name="T54" fmla="*/ 83 w 220"/>
                <a:gd name="T55" fmla="*/ 690 h 188"/>
                <a:gd name="T56" fmla="*/ 100 w 220"/>
                <a:gd name="T57" fmla="*/ 690 h 188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220" h="188">
                  <a:moveTo>
                    <a:pt x="201" y="188"/>
                  </a:moveTo>
                  <a:cubicBezTo>
                    <a:pt x="205" y="181"/>
                    <a:pt x="205" y="181"/>
                    <a:pt x="205" y="181"/>
                  </a:cubicBezTo>
                  <a:cubicBezTo>
                    <a:pt x="209" y="168"/>
                    <a:pt x="209" y="168"/>
                    <a:pt x="209" y="168"/>
                  </a:cubicBezTo>
                  <a:cubicBezTo>
                    <a:pt x="215" y="146"/>
                    <a:pt x="215" y="146"/>
                    <a:pt x="215" y="146"/>
                  </a:cubicBezTo>
                  <a:cubicBezTo>
                    <a:pt x="217" y="144"/>
                    <a:pt x="220" y="149"/>
                    <a:pt x="220" y="145"/>
                  </a:cubicBezTo>
                  <a:cubicBezTo>
                    <a:pt x="220" y="140"/>
                    <a:pt x="218" y="128"/>
                    <a:pt x="219" y="123"/>
                  </a:cubicBezTo>
                  <a:cubicBezTo>
                    <a:pt x="219" y="119"/>
                    <a:pt x="219" y="108"/>
                    <a:pt x="219" y="104"/>
                  </a:cubicBezTo>
                  <a:cubicBezTo>
                    <a:pt x="220" y="96"/>
                    <a:pt x="215" y="88"/>
                    <a:pt x="213" y="80"/>
                  </a:cubicBezTo>
                  <a:cubicBezTo>
                    <a:pt x="211" y="72"/>
                    <a:pt x="211" y="64"/>
                    <a:pt x="208" y="56"/>
                  </a:cubicBezTo>
                  <a:cubicBezTo>
                    <a:pt x="206" y="47"/>
                    <a:pt x="199" y="41"/>
                    <a:pt x="191" y="36"/>
                  </a:cubicBezTo>
                  <a:cubicBezTo>
                    <a:pt x="184" y="32"/>
                    <a:pt x="176" y="32"/>
                    <a:pt x="172" y="25"/>
                  </a:cubicBezTo>
                  <a:cubicBezTo>
                    <a:pt x="170" y="22"/>
                    <a:pt x="172" y="22"/>
                    <a:pt x="168" y="19"/>
                  </a:cubicBezTo>
                  <a:cubicBezTo>
                    <a:pt x="166" y="18"/>
                    <a:pt x="161" y="18"/>
                    <a:pt x="159" y="17"/>
                  </a:cubicBezTo>
                  <a:cubicBezTo>
                    <a:pt x="152" y="15"/>
                    <a:pt x="143" y="12"/>
                    <a:pt x="145" y="4"/>
                  </a:cubicBezTo>
                  <a:cubicBezTo>
                    <a:pt x="136" y="1"/>
                    <a:pt x="120" y="9"/>
                    <a:pt x="112" y="2"/>
                  </a:cubicBezTo>
                  <a:cubicBezTo>
                    <a:pt x="106" y="2"/>
                    <a:pt x="106" y="2"/>
                    <a:pt x="106" y="2"/>
                  </a:cubicBezTo>
                  <a:cubicBezTo>
                    <a:pt x="101" y="3"/>
                    <a:pt x="94" y="2"/>
                    <a:pt x="90" y="0"/>
                  </a:cubicBezTo>
                  <a:cubicBezTo>
                    <a:pt x="87" y="4"/>
                    <a:pt x="77" y="8"/>
                    <a:pt x="71" y="9"/>
                  </a:cubicBezTo>
                  <a:cubicBezTo>
                    <a:pt x="64" y="9"/>
                    <a:pt x="56" y="10"/>
                    <a:pt x="51" y="17"/>
                  </a:cubicBezTo>
                  <a:cubicBezTo>
                    <a:pt x="54" y="16"/>
                    <a:pt x="58" y="15"/>
                    <a:pt x="60" y="17"/>
                  </a:cubicBezTo>
                  <a:cubicBezTo>
                    <a:pt x="40" y="27"/>
                    <a:pt x="17" y="42"/>
                    <a:pt x="15" y="65"/>
                  </a:cubicBezTo>
                  <a:cubicBezTo>
                    <a:pt x="14" y="75"/>
                    <a:pt x="9" y="83"/>
                    <a:pt x="8" y="93"/>
                  </a:cubicBezTo>
                  <a:cubicBezTo>
                    <a:pt x="8" y="104"/>
                    <a:pt x="0" y="109"/>
                    <a:pt x="3" y="119"/>
                  </a:cubicBezTo>
                  <a:cubicBezTo>
                    <a:pt x="2" y="126"/>
                    <a:pt x="5" y="125"/>
                    <a:pt x="5" y="132"/>
                  </a:cubicBezTo>
                  <a:cubicBezTo>
                    <a:pt x="3" y="138"/>
                    <a:pt x="8" y="146"/>
                    <a:pt x="8" y="146"/>
                  </a:cubicBezTo>
                  <a:cubicBezTo>
                    <a:pt x="13" y="149"/>
                    <a:pt x="13" y="149"/>
                    <a:pt x="13" y="149"/>
                  </a:cubicBezTo>
                  <a:cubicBezTo>
                    <a:pt x="14" y="152"/>
                    <a:pt x="17" y="162"/>
                    <a:pt x="17" y="162"/>
                  </a:cubicBezTo>
                  <a:cubicBezTo>
                    <a:pt x="17" y="162"/>
                    <a:pt x="20" y="176"/>
                    <a:pt x="22" y="184"/>
                  </a:cubicBezTo>
                  <a:cubicBezTo>
                    <a:pt x="23" y="188"/>
                    <a:pt x="24" y="185"/>
                    <a:pt x="26" y="184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4948" name="Freeform 871">
              <a:extLst>
                <a:ext uri="{FF2B5EF4-FFF2-40B4-BE49-F238E27FC236}">
                  <a16:creationId xmlns:a16="http://schemas.microsoft.com/office/drawing/2014/main" id="{2BF97197-DD57-4E5B-BFE1-2F183C59013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6" y="2329"/>
              <a:ext cx="133" cy="130"/>
            </a:xfrm>
            <a:custGeom>
              <a:avLst/>
              <a:gdLst>
                <a:gd name="T0" fmla="*/ 0 w 85"/>
                <a:gd name="T1" fmla="*/ 0 h 84"/>
                <a:gd name="T2" fmla="*/ 61 w 85"/>
                <a:gd name="T3" fmla="*/ 101 h 84"/>
                <a:gd name="T4" fmla="*/ 88 w 85"/>
                <a:gd name="T5" fmla="*/ 135 h 84"/>
                <a:gd name="T6" fmla="*/ 325 w 85"/>
                <a:gd name="T7" fmla="*/ 311 h 84"/>
                <a:gd name="T8" fmla="*/ 95 w 85"/>
                <a:gd name="T9" fmla="*/ 130 h 84"/>
                <a:gd name="T10" fmla="*/ 69 w 85"/>
                <a:gd name="T11" fmla="*/ 101 h 84"/>
                <a:gd name="T12" fmla="*/ 0 w 85"/>
                <a:gd name="T13" fmla="*/ 0 h 8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5" h="84">
                  <a:moveTo>
                    <a:pt x="0" y="0"/>
                  </a:moveTo>
                  <a:cubicBezTo>
                    <a:pt x="3" y="9"/>
                    <a:pt x="9" y="18"/>
                    <a:pt x="16" y="27"/>
                  </a:cubicBezTo>
                  <a:cubicBezTo>
                    <a:pt x="23" y="36"/>
                    <a:pt x="23" y="36"/>
                    <a:pt x="23" y="36"/>
                  </a:cubicBezTo>
                  <a:cubicBezTo>
                    <a:pt x="34" y="50"/>
                    <a:pt x="72" y="80"/>
                    <a:pt x="85" y="84"/>
                  </a:cubicBezTo>
                  <a:cubicBezTo>
                    <a:pt x="72" y="80"/>
                    <a:pt x="36" y="50"/>
                    <a:pt x="25" y="35"/>
                  </a:cubicBezTo>
                  <a:cubicBezTo>
                    <a:pt x="18" y="27"/>
                    <a:pt x="18" y="27"/>
                    <a:pt x="18" y="27"/>
                  </a:cubicBezTo>
                  <a:cubicBezTo>
                    <a:pt x="11" y="18"/>
                    <a:pt x="3" y="9"/>
                    <a:pt x="0" y="0"/>
                  </a:cubicBezTo>
                </a:path>
              </a:pathLst>
            </a:custGeom>
            <a:solidFill>
              <a:srgbClr val="8D8D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4949" name="Freeform 872">
              <a:extLst>
                <a:ext uri="{FF2B5EF4-FFF2-40B4-BE49-F238E27FC236}">
                  <a16:creationId xmlns:a16="http://schemas.microsoft.com/office/drawing/2014/main" id="{E3F0C0B7-B4B4-4322-A356-F67C65AB1B0C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7" y="2326"/>
              <a:ext cx="131" cy="129"/>
            </a:xfrm>
            <a:custGeom>
              <a:avLst/>
              <a:gdLst>
                <a:gd name="T0" fmla="*/ 251 w 84"/>
                <a:gd name="T1" fmla="*/ 96 h 83"/>
                <a:gd name="T2" fmla="*/ 223 w 84"/>
                <a:gd name="T3" fmla="*/ 131 h 83"/>
                <a:gd name="T4" fmla="*/ 0 w 84"/>
                <a:gd name="T5" fmla="*/ 311 h 83"/>
                <a:gd name="T6" fmla="*/ 231 w 84"/>
                <a:gd name="T7" fmla="*/ 131 h 83"/>
                <a:gd name="T8" fmla="*/ 257 w 84"/>
                <a:gd name="T9" fmla="*/ 96 h 83"/>
                <a:gd name="T10" fmla="*/ 318 w 84"/>
                <a:gd name="T11" fmla="*/ 0 h 83"/>
                <a:gd name="T12" fmla="*/ 251 w 84"/>
                <a:gd name="T13" fmla="*/ 96 h 8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4" h="83">
                  <a:moveTo>
                    <a:pt x="66" y="26"/>
                  </a:moveTo>
                  <a:cubicBezTo>
                    <a:pt x="59" y="35"/>
                    <a:pt x="59" y="35"/>
                    <a:pt x="59" y="35"/>
                  </a:cubicBezTo>
                  <a:cubicBezTo>
                    <a:pt x="48" y="50"/>
                    <a:pt x="12" y="80"/>
                    <a:pt x="0" y="83"/>
                  </a:cubicBezTo>
                  <a:cubicBezTo>
                    <a:pt x="13" y="80"/>
                    <a:pt x="50" y="50"/>
                    <a:pt x="61" y="35"/>
                  </a:cubicBezTo>
                  <a:cubicBezTo>
                    <a:pt x="68" y="26"/>
                    <a:pt x="68" y="26"/>
                    <a:pt x="68" y="26"/>
                  </a:cubicBezTo>
                  <a:cubicBezTo>
                    <a:pt x="75" y="18"/>
                    <a:pt x="81" y="9"/>
                    <a:pt x="84" y="0"/>
                  </a:cubicBezTo>
                  <a:cubicBezTo>
                    <a:pt x="81" y="8"/>
                    <a:pt x="73" y="18"/>
                    <a:pt x="66" y="26"/>
                  </a:cubicBezTo>
                </a:path>
              </a:pathLst>
            </a:custGeom>
            <a:solidFill>
              <a:srgbClr val="8D8D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4950" name="Freeform 873">
              <a:extLst>
                <a:ext uri="{FF2B5EF4-FFF2-40B4-BE49-F238E27FC236}">
                  <a16:creationId xmlns:a16="http://schemas.microsoft.com/office/drawing/2014/main" id="{220C4D4B-2699-43E0-876F-59588D202147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5" y="2164"/>
              <a:ext cx="13" cy="20"/>
            </a:xfrm>
            <a:custGeom>
              <a:avLst/>
              <a:gdLst>
                <a:gd name="T0" fmla="*/ 0 w 8"/>
                <a:gd name="T1" fmla="*/ 48 h 13"/>
                <a:gd name="T2" fmla="*/ 0 w 8"/>
                <a:gd name="T3" fmla="*/ 48 h 13"/>
                <a:gd name="T4" fmla="*/ 34 w 8"/>
                <a:gd name="T5" fmla="*/ 5 h 13"/>
                <a:gd name="T6" fmla="*/ 26 w 8"/>
                <a:gd name="T7" fmla="*/ 0 h 13"/>
                <a:gd name="T8" fmla="*/ 0 w 8"/>
                <a:gd name="T9" fmla="*/ 48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13">
                  <a:moveTo>
                    <a:pt x="0" y="13"/>
                  </a:moveTo>
                  <a:cubicBezTo>
                    <a:pt x="0" y="13"/>
                    <a:pt x="0" y="13"/>
                    <a:pt x="0" y="13"/>
                  </a:cubicBezTo>
                  <a:cubicBezTo>
                    <a:pt x="3" y="10"/>
                    <a:pt x="7" y="4"/>
                    <a:pt x="8" y="1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5" y="3"/>
                    <a:pt x="3" y="10"/>
                    <a:pt x="0" y="13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4951" name="Freeform 874">
              <a:extLst>
                <a:ext uri="{FF2B5EF4-FFF2-40B4-BE49-F238E27FC236}">
                  <a16:creationId xmlns:a16="http://schemas.microsoft.com/office/drawing/2014/main" id="{07421FAA-D006-41BF-A7E3-9C2DB503DB38}"/>
                </a:ext>
              </a:extLst>
            </p:cNvPr>
            <p:cNvSpPr>
              <a:spLocks/>
            </p:cNvSpPr>
            <p:nvPr/>
          </p:nvSpPr>
          <p:spPr bwMode="auto">
            <a:xfrm>
              <a:off x="5039" y="1586"/>
              <a:ext cx="6" cy="169"/>
            </a:xfrm>
            <a:custGeom>
              <a:avLst/>
              <a:gdLst>
                <a:gd name="T0" fmla="*/ 14 w 4"/>
                <a:gd name="T1" fmla="*/ 406 h 109"/>
                <a:gd name="T2" fmla="*/ 14 w 4"/>
                <a:gd name="T3" fmla="*/ 402 h 109"/>
                <a:gd name="T4" fmla="*/ 14 w 4"/>
                <a:gd name="T5" fmla="*/ 0 h 10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109">
                  <a:moveTo>
                    <a:pt x="4" y="109"/>
                  </a:moveTo>
                  <a:cubicBezTo>
                    <a:pt x="4" y="108"/>
                    <a:pt x="4" y="108"/>
                    <a:pt x="4" y="108"/>
                  </a:cubicBezTo>
                  <a:cubicBezTo>
                    <a:pt x="2" y="71"/>
                    <a:pt x="0" y="7"/>
                    <a:pt x="4" y="0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4952" name="Freeform 875">
              <a:extLst>
                <a:ext uri="{FF2B5EF4-FFF2-40B4-BE49-F238E27FC236}">
                  <a16:creationId xmlns:a16="http://schemas.microsoft.com/office/drawing/2014/main" id="{0B2B5AC1-B920-413B-8EDD-507C435EBEE8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2" y="1623"/>
              <a:ext cx="2" cy="5"/>
            </a:xfrm>
            <a:custGeom>
              <a:avLst/>
              <a:gdLst>
                <a:gd name="T0" fmla="*/ 8 w 1"/>
                <a:gd name="T1" fmla="*/ 13 h 3"/>
                <a:gd name="T2" fmla="*/ 0 w 1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">
                  <a:moveTo>
                    <a:pt x="1" y="3"/>
                  </a:moveTo>
                  <a:cubicBezTo>
                    <a:pt x="1" y="2"/>
                    <a:pt x="1" y="1"/>
                    <a:pt x="0" y="0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4953" name="Freeform 876">
              <a:extLst>
                <a:ext uri="{FF2B5EF4-FFF2-40B4-BE49-F238E27FC236}">
                  <a16:creationId xmlns:a16="http://schemas.microsoft.com/office/drawing/2014/main" id="{DE3D4957-2C0E-4504-B386-3506C44D791A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6" y="1614"/>
              <a:ext cx="38" cy="39"/>
            </a:xfrm>
            <a:custGeom>
              <a:avLst/>
              <a:gdLst>
                <a:gd name="T0" fmla="*/ 52 w 24"/>
                <a:gd name="T1" fmla="*/ 0 h 25"/>
                <a:gd name="T2" fmla="*/ 0 w 24"/>
                <a:gd name="T3" fmla="*/ 47 h 25"/>
                <a:gd name="T4" fmla="*/ 52 w 24"/>
                <a:gd name="T5" fmla="*/ 95 h 25"/>
                <a:gd name="T6" fmla="*/ 95 w 24"/>
                <a:gd name="T7" fmla="*/ 69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25">
                  <a:moveTo>
                    <a:pt x="13" y="0"/>
                  </a:moveTo>
                  <a:cubicBezTo>
                    <a:pt x="6" y="0"/>
                    <a:pt x="0" y="6"/>
                    <a:pt x="0" y="12"/>
                  </a:cubicBezTo>
                  <a:cubicBezTo>
                    <a:pt x="0" y="19"/>
                    <a:pt x="6" y="25"/>
                    <a:pt x="13" y="25"/>
                  </a:cubicBezTo>
                  <a:cubicBezTo>
                    <a:pt x="17" y="25"/>
                    <a:pt x="22" y="22"/>
                    <a:pt x="24" y="18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4954" name="Oval 877">
              <a:extLst>
                <a:ext uri="{FF2B5EF4-FFF2-40B4-BE49-F238E27FC236}">
                  <a16:creationId xmlns:a16="http://schemas.microsoft.com/office/drawing/2014/main" id="{2BDE3892-D907-4EC3-A28B-F76690D540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20" y="1628"/>
              <a:ext cx="11" cy="11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955" name="Freeform 878">
              <a:extLst>
                <a:ext uri="{FF2B5EF4-FFF2-40B4-BE49-F238E27FC236}">
                  <a16:creationId xmlns:a16="http://schemas.microsoft.com/office/drawing/2014/main" id="{DEB43C41-16C9-47B1-9494-EB74A169835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5" y="1353"/>
              <a:ext cx="170" cy="18"/>
            </a:xfrm>
            <a:custGeom>
              <a:avLst/>
              <a:gdLst>
                <a:gd name="T0" fmla="*/ 334 w 109"/>
                <a:gd name="T1" fmla="*/ 5 h 12"/>
                <a:gd name="T2" fmla="*/ 186 w 109"/>
                <a:gd name="T3" fmla="*/ 21 h 12"/>
                <a:gd name="T4" fmla="*/ 136 w 109"/>
                <a:gd name="T5" fmla="*/ 27 h 12"/>
                <a:gd name="T6" fmla="*/ 0 w 109"/>
                <a:gd name="T7" fmla="*/ 35 h 12"/>
                <a:gd name="T8" fmla="*/ 136 w 109"/>
                <a:gd name="T9" fmla="*/ 35 h 12"/>
                <a:gd name="T10" fmla="*/ 186 w 109"/>
                <a:gd name="T11" fmla="*/ 27 h 12"/>
                <a:gd name="T12" fmla="*/ 334 w 109"/>
                <a:gd name="T13" fmla="*/ 12 h 12"/>
                <a:gd name="T14" fmla="*/ 374 w 109"/>
                <a:gd name="T15" fmla="*/ 8 h 12"/>
                <a:gd name="T16" fmla="*/ 413 w 109"/>
                <a:gd name="T17" fmla="*/ 5 h 12"/>
                <a:gd name="T18" fmla="*/ 374 w 109"/>
                <a:gd name="T19" fmla="*/ 0 h 12"/>
                <a:gd name="T20" fmla="*/ 334 w 109"/>
                <a:gd name="T21" fmla="*/ 5 h 1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09" h="12">
                  <a:moveTo>
                    <a:pt x="88" y="1"/>
                  </a:moveTo>
                  <a:cubicBezTo>
                    <a:pt x="75" y="2"/>
                    <a:pt x="61" y="5"/>
                    <a:pt x="49" y="6"/>
                  </a:cubicBezTo>
                  <a:cubicBezTo>
                    <a:pt x="36" y="8"/>
                    <a:pt x="36" y="8"/>
                    <a:pt x="36" y="8"/>
                  </a:cubicBezTo>
                  <a:cubicBezTo>
                    <a:pt x="24" y="10"/>
                    <a:pt x="8" y="11"/>
                    <a:pt x="0" y="10"/>
                  </a:cubicBezTo>
                  <a:cubicBezTo>
                    <a:pt x="8" y="11"/>
                    <a:pt x="24" y="12"/>
                    <a:pt x="36" y="10"/>
                  </a:cubicBezTo>
                  <a:cubicBezTo>
                    <a:pt x="49" y="8"/>
                    <a:pt x="49" y="8"/>
                    <a:pt x="49" y="8"/>
                  </a:cubicBezTo>
                  <a:cubicBezTo>
                    <a:pt x="61" y="7"/>
                    <a:pt x="75" y="4"/>
                    <a:pt x="88" y="3"/>
                  </a:cubicBezTo>
                  <a:cubicBezTo>
                    <a:pt x="93" y="2"/>
                    <a:pt x="99" y="2"/>
                    <a:pt x="99" y="2"/>
                  </a:cubicBezTo>
                  <a:cubicBezTo>
                    <a:pt x="99" y="2"/>
                    <a:pt x="109" y="1"/>
                    <a:pt x="109" y="1"/>
                  </a:cubicBezTo>
                  <a:cubicBezTo>
                    <a:pt x="99" y="0"/>
                    <a:pt x="99" y="0"/>
                    <a:pt x="99" y="0"/>
                  </a:cubicBezTo>
                  <a:cubicBezTo>
                    <a:pt x="99" y="0"/>
                    <a:pt x="93" y="0"/>
                    <a:pt x="88" y="1"/>
                  </a:cubicBezTo>
                </a:path>
              </a:pathLst>
            </a:custGeom>
            <a:solidFill>
              <a:srgbClr val="8D8D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4956" name="Freeform 879">
              <a:extLst>
                <a:ext uri="{FF2B5EF4-FFF2-40B4-BE49-F238E27FC236}">
                  <a16:creationId xmlns:a16="http://schemas.microsoft.com/office/drawing/2014/main" id="{76A8DE55-950F-4CAD-9EEF-32D58FD3AB6C}"/>
                </a:ext>
              </a:extLst>
            </p:cNvPr>
            <p:cNvSpPr>
              <a:spLocks/>
            </p:cNvSpPr>
            <p:nvPr/>
          </p:nvSpPr>
          <p:spPr bwMode="auto">
            <a:xfrm>
              <a:off x="5241" y="2568"/>
              <a:ext cx="8" cy="134"/>
            </a:xfrm>
            <a:custGeom>
              <a:avLst/>
              <a:gdLst>
                <a:gd name="T0" fmla="*/ 8 w 5"/>
                <a:gd name="T1" fmla="*/ 326 h 86"/>
                <a:gd name="T2" fmla="*/ 16 w 5"/>
                <a:gd name="T3" fmla="*/ 136 h 86"/>
                <a:gd name="T4" fmla="*/ 21 w 5"/>
                <a:gd name="T5" fmla="*/ 0 h 8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86">
                  <a:moveTo>
                    <a:pt x="2" y="86"/>
                  </a:moveTo>
                  <a:cubicBezTo>
                    <a:pt x="0" y="79"/>
                    <a:pt x="5" y="44"/>
                    <a:pt x="4" y="36"/>
                  </a:cubicBezTo>
                  <a:cubicBezTo>
                    <a:pt x="4" y="30"/>
                    <a:pt x="5" y="12"/>
                    <a:pt x="5" y="0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4957" name="Freeform 880">
              <a:extLst>
                <a:ext uri="{FF2B5EF4-FFF2-40B4-BE49-F238E27FC236}">
                  <a16:creationId xmlns:a16="http://schemas.microsoft.com/office/drawing/2014/main" id="{ED38EA16-88F6-4B96-BC3F-4CCB7A88BAF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11" y="2576"/>
              <a:ext cx="5" cy="120"/>
            </a:xfrm>
            <a:custGeom>
              <a:avLst/>
              <a:gdLst>
                <a:gd name="T0" fmla="*/ 5 w 3"/>
                <a:gd name="T1" fmla="*/ 291 h 77"/>
                <a:gd name="T2" fmla="*/ 13 w 3"/>
                <a:gd name="T3" fmla="*/ 101 h 77"/>
                <a:gd name="T4" fmla="*/ 5 w 3"/>
                <a:gd name="T5" fmla="*/ 0 h 7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77">
                  <a:moveTo>
                    <a:pt x="1" y="77"/>
                  </a:moveTo>
                  <a:cubicBezTo>
                    <a:pt x="0" y="72"/>
                    <a:pt x="3" y="38"/>
                    <a:pt x="3" y="27"/>
                  </a:cubicBezTo>
                  <a:cubicBezTo>
                    <a:pt x="2" y="19"/>
                    <a:pt x="1" y="8"/>
                    <a:pt x="1" y="0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4958" name="Freeform 881">
              <a:extLst>
                <a:ext uri="{FF2B5EF4-FFF2-40B4-BE49-F238E27FC236}">
                  <a16:creationId xmlns:a16="http://schemas.microsoft.com/office/drawing/2014/main" id="{E4B510E2-F519-43D1-845C-8D0B8E00A611}"/>
                </a:ext>
              </a:extLst>
            </p:cNvPr>
            <p:cNvSpPr>
              <a:spLocks/>
            </p:cNvSpPr>
            <p:nvPr/>
          </p:nvSpPr>
          <p:spPr bwMode="auto">
            <a:xfrm>
              <a:off x="5175" y="2564"/>
              <a:ext cx="10" cy="115"/>
            </a:xfrm>
            <a:custGeom>
              <a:avLst/>
              <a:gdLst>
                <a:gd name="T0" fmla="*/ 28 w 6"/>
                <a:gd name="T1" fmla="*/ 278 h 74"/>
                <a:gd name="T2" fmla="*/ 8 w 6"/>
                <a:gd name="T3" fmla="*/ 82 h 74"/>
                <a:gd name="T4" fmla="*/ 5 w 6"/>
                <a:gd name="T5" fmla="*/ 0 h 7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74">
                  <a:moveTo>
                    <a:pt x="6" y="74"/>
                  </a:moveTo>
                  <a:cubicBezTo>
                    <a:pt x="6" y="74"/>
                    <a:pt x="4" y="34"/>
                    <a:pt x="2" y="22"/>
                  </a:cubicBezTo>
                  <a:cubicBezTo>
                    <a:pt x="0" y="13"/>
                    <a:pt x="1" y="7"/>
                    <a:pt x="1" y="0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4959" name="Freeform 882">
              <a:extLst>
                <a:ext uri="{FF2B5EF4-FFF2-40B4-BE49-F238E27FC236}">
                  <a16:creationId xmlns:a16="http://schemas.microsoft.com/office/drawing/2014/main" id="{D5F4EF23-EB2F-443A-9A2E-DCCF8E61BF3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2522"/>
              <a:ext cx="15" cy="12"/>
            </a:xfrm>
            <a:custGeom>
              <a:avLst/>
              <a:gdLst>
                <a:gd name="T0" fmla="*/ 35 w 10"/>
                <a:gd name="T1" fmla="*/ 27 h 8"/>
                <a:gd name="T2" fmla="*/ 0 w 10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8">
                  <a:moveTo>
                    <a:pt x="10" y="8"/>
                  </a:moveTo>
                  <a:cubicBezTo>
                    <a:pt x="7" y="4"/>
                    <a:pt x="3" y="2"/>
                    <a:pt x="0" y="0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4960" name="Freeform 883">
              <a:extLst>
                <a:ext uri="{FF2B5EF4-FFF2-40B4-BE49-F238E27FC236}">
                  <a16:creationId xmlns:a16="http://schemas.microsoft.com/office/drawing/2014/main" id="{60B0F9F7-FA32-46C4-839D-4EFDE93696A8}"/>
                </a:ext>
              </a:extLst>
            </p:cNvPr>
            <p:cNvSpPr>
              <a:spLocks/>
            </p:cNvSpPr>
            <p:nvPr/>
          </p:nvSpPr>
          <p:spPr bwMode="auto">
            <a:xfrm>
              <a:off x="5097" y="1971"/>
              <a:ext cx="59" cy="35"/>
            </a:xfrm>
            <a:custGeom>
              <a:avLst/>
              <a:gdLst>
                <a:gd name="T0" fmla="*/ 0 w 38"/>
                <a:gd name="T1" fmla="*/ 0 h 22"/>
                <a:gd name="T2" fmla="*/ 0 w 38"/>
                <a:gd name="T3" fmla="*/ 0 h 22"/>
                <a:gd name="T4" fmla="*/ 62 w 38"/>
                <a:gd name="T5" fmla="*/ 48 h 22"/>
                <a:gd name="T6" fmla="*/ 123 w 38"/>
                <a:gd name="T7" fmla="*/ 89 h 22"/>
                <a:gd name="T8" fmla="*/ 143 w 38"/>
                <a:gd name="T9" fmla="*/ 73 h 22"/>
                <a:gd name="T10" fmla="*/ 123 w 38"/>
                <a:gd name="T11" fmla="*/ 84 h 22"/>
                <a:gd name="T12" fmla="*/ 67 w 38"/>
                <a:gd name="T13" fmla="*/ 46 h 22"/>
                <a:gd name="T14" fmla="*/ 0 w 38"/>
                <a:gd name="T15" fmla="*/ 0 h 2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8" h="22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5" y="0"/>
                    <a:pt x="11" y="6"/>
                    <a:pt x="17" y="12"/>
                  </a:cubicBezTo>
                  <a:cubicBezTo>
                    <a:pt x="23" y="17"/>
                    <a:pt x="29" y="22"/>
                    <a:pt x="33" y="22"/>
                  </a:cubicBezTo>
                  <a:cubicBezTo>
                    <a:pt x="35" y="21"/>
                    <a:pt x="36" y="20"/>
                    <a:pt x="38" y="18"/>
                  </a:cubicBezTo>
                  <a:cubicBezTo>
                    <a:pt x="37" y="20"/>
                    <a:pt x="35" y="20"/>
                    <a:pt x="33" y="21"/>
                  </a:cubicBezTo>
                  <a:cubicBezTo>
                    <a:pt x="29" y="21"/>
                    <a:pt x="24" y="16"/>
                    <a:pt x="18" y="11"/>
                  </a:cubicBezTo>
                  <a:cubicBezTo>
                    <a:pt x="12" y="5"/>
                    <a:pt x="5" y="0"/>
                    <a:pt x="0" y="0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4961" name="Freeform 884">
              <a:extLst>
                <a:ext uri="{FF2B5EF4-FFF2-40B4-BE49-F238E27FC236}">
                  <a16:creationId xmlns:a16="http://schemas.microsoft.com/office/drawing/2014/main" id="{1CE1C9C4-F7F4-4BB9-83D5-C172437E4F1F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3" y="1687"/>
              <a:ext cx="199" cy="32"/>
            </a:xfrm>
            <a:custGeom>
              <a:avLst/>
              <a:gdLst>
                <a:gd name="T0" fmla="*/ 116 w 127"/>
                <a:gd name="T1" fmla="*/ 27 h 21"/>
                <a:gd name="T2" fmla="*/ 0 w 127"/>
                <a:gd name="T3" fmla="*/ 18 h 21"/>
                <a:gd name="T4" fmla="*/ 116 w 127"/>
                <a:gd name="T5" fmla="*/ 35 h 21"/>
                <a:gd name="T6" fmla="*/ 489 w 127"/>
                <a:gd name="T7" fmla="*/ 0 h 21"/>
                <a:gd name="T8" fmla="*/ 116 w 127"/>
                <a:gd name="T9" fmla="*/ 27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7" h="21">
                  <a:moveTo>
                    <a:pt x="30" y="8"/>
                  </a:moveTo>
                  <a:cubicBezTo>
                    <a:pt x="19" y="6"/>
                    <a:pt x="9" y="6"/>
                    <a:pt x="0" y="5"/>
                  </a:cubicBezTo>
                  <a:cubicBezTo>
                    <a:pt x="9" y="6"/>
                    <a:pt x="19" y="8"/>
                    <a:pt x="30" y="10"/>
                  </a:cubicBezTo>
                  <a:cubicBezTo>
                    <a:pt x="64" y="15"/>
                    <a:pt x="102" y="21"/>
                    <a:pt x="127" y="0"/>
                  </a:cubicBezTo>
                  <a:cubicBezTo>
                    <a:pt x="103" y="20"/>
                    <a:pt x="64" y="13"/>
                    <a:pt x="30" y="8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4962" name="Freeform 885">
              <a:extLst>
                <a:ext uri="{FF2B5EF4-FFF2-40B4-BE49-F238E27FC236}">
                  <a16:creationId xmlns:a16="http://schemas.microsoft.com/office/drawing/2014/main" id="{DA87BC5C-AA26-4BC9-B08B-1592B8375E5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4" y="972"/>
              <a:ext cx="59" cy="17"/>
            </a:xfrm>
            <a:custGeom>
              <a:avLst/>
              <a:gdLst>
                <a:gd name="T0" fmla="*/ 143 w 38"/>
                <a:gd name="T1" fmla="*/ 40 h 11"/>
                <a:gd name="T2" fmla="*/ 0 w 38"/>
                <a:gd name="T3" fmla="*/ 36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8" h="11">
                  <a:moveTo>
                    <a:pt x="38" y="11"/>
                  </a:moveTo>
                  <a:cubicBezTo>
                    <a:pt x="29" y="2"/>
                    <a:pt x="11" y="0"/>
                    <a:pt x="0" y="10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4963" name="Freeform 886">
              <a:extLst>
                <a:ext uri="{FF2B5EF4-FFF2-40B4-BE49-F238E27FC236}">
                  <a16:creationId xmlns:a16="http://schemas.microsoft.com/office/drawing/2014/main" id="{81C270BE-FA4F-4FA8-8678-82BFC977813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0" y="972"/>
              <a:ext cx="57" cy="17"/>
            </a:xfrm>
            <a:custGeom>
              <a:avLst/>
              <a:gdLst>
                <a:gd name="T0" fmla="*/ 0 w 37"/>
                <a:gd name="T1" fmla="*/ 40 h 11"/>
                <a:gd name="T2" fmla="*/ 136 w 37"/>
                <a:gd name="T3" fmla="*/ 36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7" h="11">
                  <a:moveTo>
                    <a:pt x="0" y="11"/>
                  </a:moveTo>
                  <a:cubicBezTo>
                    <a:pt x="9" y="2"/>
                    <a:pt x="26" y="0"/>
                    <a:pt x="37" y="10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4964" name="Freeform 887">
              <a:extLst>
                <a:ext uri="{FF2B5EF4-FFF2-40B4-BE49-F238E27FC236}">
                  <a16:creationId xmlns:a16="http://schemas.microsoft.com/office/drawing/2014/main" id="{0C4DC7B2-BFF3-4610-AAAE-FCB78D6B4FC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3" y="984"/>
              <a:ext cx="13" cy="31"/>
            </a:xfrm>
            <a:custGeom>
              <a:avLst/>
              <a:gdLst>
                <a:gd name="T0" fmla="*/ 34 w 8"/>
                <a:gd name="T1" fmla="*/ 8 h 20"/>
                <a:gd name="T2" fmla="*/ 8 w 8"/>
                <a:gd name="T3" fmla="*/ 74 h 20"/>
                <a:gd name="T4" fmla="*/ 26 w 8"/>
                <a:gd name="T5" fmla="*/ 0 h 20"/>
                <a:gd name="T6" fmla="*/ 34 w 8"/>
                <a:gd name="T7" fmla="*/ 8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20">
                  <a:moveTo>
                    <a:pt x="8" y="2"/>
                  </a:moveTo>
                  <a:cubicBezTo>
                    <a:pt x="3" y="6"/>
                    <a:pt x="1" y="10"/>
                    <a:pt x="2" y="20"/>
                  </a:cubicBezTo>
                  <a:cubicBezTo>
                    <a:pt x="0" y="8"/>
                    <a:pt x="1" y="5"/>
                    <a:pt x="6" y="0"/>
                  </a:cubicBezTo>
                  <a:cubicBezTo>
                    <a:pt x="7" y="0"/>
                    <a:pt x="8" y="1"/>
                    <a:pt x="8" y="2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4965" name="Freeform 888">
              <a:extLst>
                <a:ext uri="{FF2B5EF4-FFF2-40B4-BE49-F238E27FC236}">
                  <a16:creationId xmlns:a16="http://schemas.microsoft.com/office/drawing/2014/main" id="{28345256-EDA4-4C8A-B1F2-093B6184DDC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3" y="951"/>
              <a:ext cx="340" cy="276"/>
            </a:xfrm>
            <a:custGeom>
              <a:avLst/>
              <a:gdLst>
                <a:gd name="T0" fmla="*/ 66 w 217"/>
                <a:gd name="T1" fmla="*/ 151 h 177"/>
                <a:gd name="T2" fmla="*/ 47 w 217"/>
                <a:gd name="T3" fmla="*/ 69 h 177"/>
                <a:gd name="T4" fmla="*/ 39 w 217"/>
                <a:gd name="T5" fmla="*/ 39 h 177"/>
                <a:gd name="T6" fmla="*/ 34 w 217"/>
                <a:gd name="T7" fmla="*/ 22 h 177"/>
                <a:gd name="T8" fmla="*/ 34 w 217"/>
                <a:gd name="T9" fmla="*/ 19 h 177"/>
                <a:gd name="T10" fmla="*/ 22 w 217"/>
                <a:gd name="T11" fmla="*/ 8 h 177"/>
                <a:gd name="T12" fmla="*/ 0 w 217"/>
                <a:gd name="T13" fmla="*/ 39 h 177"/>
                <a:gd name="T14" fmla="*/ 14 w 217"/>
                <a:gd name="T15" fmla="*/ 114 h 177"/>
                <a:gd name="T16" fmla="*/ 31 w 217"/>
                <a:gd name="T17" fmla="*/ 195 h 177"/>
                <a:gd name="T18" fmla="*/ 47 w 217"/>
                <a:gd name="T19" fmla="*/ 245 h 177"/>
                <a:gd name="T20" fmla="*/ 66 w 217"/>
                <a:gd name="T21" fmla="*/ 284 h 177"/>
                <a:gd name="T22" fmla="*/ 103 w 217"/>
                <a:gd name="T23" fmla="*/ 313 h 177"/>
                <a:gd name="T24" fmla="*/ 130 w 217"/>
                <a:gd name="T25" fmla="*/ 455 h 177"/>
                <a:gd name="T26" fmla="*/ 265 w 217"/>
                <a:gd name="T27" fmla="*/ 605 h 177"/>
                <a:gd name="T28" fmla="*/ 415 w 217"/>
                <a:gd name="T29" fmla="*/ 671 h 177"/>
                <a:gd name="T30" fmla="*/ 562 w 217"/>
                <a:gd name="T31" fmla="*/ 605 h 177"/>
                <a:gd name="T32" fmla="*/ 697 w 217"/>
                <a:gd name="T33" fmla="*/ 455 h 177"/>
                <a:gd name="T34" fmla="*/ 732 w 217"/>
                <a:gd name="T35" fmla="*/ 313 h 177"/>
                <a:gd name="T36" fmla="*/ 766 w 217"/>
                <a:gd name="T37" fmla="*/ 284 h 177"/>
                <a:gd name="T38" fmla="*/ 788 w 217"/>
                <a:gd name="T39" fmla="*/ 245 h 177"/>
                <a:gd name="T40" fmla="*/ 801 w 217"/>
                <a:gd name="T41" fmla="*/ 195 h 177"/>
                <a:gd name="T42" fmla="*/ 815 w 217"/>
                <a:gd name="T43" fmla="*/ 114 h 177"/>
                <a:gd name="T44" fmla="*/ 835 w 217"/>
                <a:gd name="T45" fmla="*/ 39 h 177"/>
                <a:gd name="T46" fmla="*/ 823 w 217"/>
                <a:gd name="T47" fmla="*/ 12 h 177"/>
                <a:gd name="T48" fmla="*/ 815 w 217"/>
                <a:gd name="T49" fmla="*/ 8 h 177"/>
                <a:gd name="T50" fmla="*/ 807 w 217"/>
                <a:gd name="T51" fmla="*/ 8 h 177"/>
                <a:gd name="T52" fmla="*/ 785 w 217"/>
                <a:gd name="T53" fmla="*/ 90 h 177"/>
                <a:gd name="T54" fmla="*/ 776 w 217"/>
                <a:gd name="T55" fmla="*/ 114 h 177"/>
                <a:gd name="T56" fmla="*/ 754 w 217"/>
                <a:gd name="T57" fmla="*/ 162 h 177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217" h="177">
                  <a:moveTo>
                    <a:pt x="17" y="40"/>
                  </a:moveTo>
                  <a:cubicBezTo>
                    <a:pt x="15" y="32"/>
                    <a:pt x="12" y="18"/>
                    <a:pt x="12" y="18"/>
                  </a:cubicBezTo>
                  <a:cubicBezTo>
                    <a:pt x="12" y="18"/>
                    <a:pt x="11" y="14"/>
                    <a:pt x="10" y="10"/>
                  </a:cubicBezTo>
                  <a:cubicBezTo>
                    <a:pt x="10" y="8"/>
                    <a:pt x="9" y="7"/>
                    <a:pt x="9" y="6"/>
                  </a:cubicBezTo>
                  <a:cubicBezTo>
                    <a:pt x="9" y="6"/>
                    <a:pt x="9" y="6"/>
                    <a:pt x="9" y="5"/>
                  </a:cubicBezTo>
                  <a:cubicBezTo>
                    <a:pt x="9" y="4"/>
                    <a:pt x="6" y="2"/>
                    <a:pt x="6" y="2"/>
                  </a:cubicBezTo>
                  <a:cubicBezTo>
                    <a:pt x="3" y="0"/>
                    <a:pt x="0" y="4"/>
                    <a:pt x="0" y="10"/>
                  </a:cubicBezTo>
                  <a:cubicBezTo>
                    <a:pt x="0" y="16"/>
                    <a:pt x="4" y="26"/>
                    <a:pt x="4" y="30"/>
                  </a:cubicBezTo>
                  <a:cubicBezTo>
                    <a:pt x="4" y="34"/>
                    <a:pt x="6" y="45"/>
                    <a:pt x="8" y="51"/>
                  </a:cubicBezTo>
                  <a:cubicBezTo>
                    <a:pt x="10" y="58"/>
                    <a:pt x="9" y="61"/>
                    <a:pt x="12" y="65"/>
                  </a:cubicBezTo>
                  <a:cubicBezTo>
                    <a:pt x="14" y="69"/>
                    <a:pt x="15" y="72"/>
                    <a:pt x="17" y="75"/>
                  </a:cubicBezTo>
                  <a:cubicBezTo>
                    <a:pt x="20" y="78"/>
                    <a:pt x="25" y="82"/>
                    <a:pt x="27" y="83"/>
                  </a:cubicBezTo>
                  <a:cubicBezTo>
                    <a:pt x="27" y="92"/>
                    <a:pt x="30" y="112"/>
                    <a:pt x="34" y="120"/>
                  </a:cubicBezTo>
                  <a:cubicBezTo>
                    <a:pt x="39" y="129"/>
                    <a:pt x="57" y="152"/>
                    <a:pt x="69" y="160"/>
                  </a:cubicBezTo>
                  <a:cubicBezTo>
                    <a:pt x="80" y="168"/>
                    <a:pt x="87" y="177"/>
                    <a:pt x="108" y="177"/>
                  </a:cubicBezTo>
                  <a:cubicBezTo>
                    <a:pt x="128" y="177"/>
                    <a:pt x="135" y="168"/>
                    <a:pt x="146" y="160"/>
                  </a:cubicBezTo>
                  <a:cubicBezTo>
                    <a:pt x="158" y="152"/>
                    <a:pt x="177" y="130"/>
                    <a:pt x="181" y="120"/>
                  </a:cubicBezTo>
                  <a:cubicBezTo>
                    <a:pt x="185" y="111"/>
                    <a:pt x="189" y="92"/>
                    <a:pt x="190" y="83"/>
                  </a:cubicBezTo>
                  <a:cubicBezTo>
                    <a:pt x="192" y="82"/>
                    <a:pt x="197" y="78"/>
                    <a:pt x="199" y="75"/>
                  </a:cubicBezTo>
                  <a:cubicBezTo>
                    <a:pt x="202" y="72"/>
                    <a:pt x="203" y="69"/>
                    <a:pt x="205" y="65"/>
                  </a:cubicBezTo>
                  <a:cubicBezTo>
                    <a:pt x="207" y="61"/>
                    <a:pt x="206" y="58"/>
                    <a:pt x="208" y="51"/>
                  </a:cubicBezTo>
                  <a:cubicBezTo>
                    <a:pt x="211" y="45"/>
                    <a:pt x="212" y="34"/>
                    <a:pt x="212" y="30"/>
                  </a:cubicBezTo>
                  <a:cubicBezTo>
                    <a:pt x="212" y="26"/>
                    <a:pt x="217" y="16"/>
                    <a:pt x="217" y="10"/>
                  </a:cubicBezTo>
                  <a:cubicBezTo>
                    <a:pt x="217" y="7"/>
                    <a:pt x="216" y="4"/>
                    <a:pt x="214" y="3"/>
                  </a:cubicBezTo>
                  <a:cubicBezTo>
                    <a:pt x="214" y="2"/>
                    <a:pt x="213" y="2"/>
                    <a:pt x="212" y="2"/>
                  </a:cubicBezTo>
                  <a:cubicBezTo>
                    <a:pt x="212" y="2"/>
                    <a:pt x="211" y="2"/>
                    <a:pt x="210" y="2"/>
                  </a:cubicBezTo>
                  <a:cubicBezTo>
                    <a:pt x="204" y="24"/>
                    <a:pt x="204" y="24"/>
                    <a:pt x="204" y="24"/>
                  </a:cubicBezTo>
                  <a:cubicBezTo>
                    <a:pt x="202" y="30"/>
                    <a:pt x="202" y="30"/>
                    <a:pt x="202" y="30"/>
                  </a:cubicBezTo>
                  <a:cubicBezTo>
                    <a:pt x="201" y="36"/>
                    <a:pt x="196" y="43"/>
                    <a:pt x="196" y="43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4966" name="Freeform 889">
              <a:extLst>
                <a:ext uri="{FF2B5EF4-FFF2-40B4-BE49-F238E27FC236}">
                  <a16:creationId xmlns:a16="http://schemas.microsoft.com/office/drawing/2014/main" id="{4513BD8C-1D2E-4BAC-92D7-2DA23A90E4F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1" y="1140"/>
              <a:ext cx="1282" cy="2916"/>
            </a:xfrm>
            <a:custGeom>
              <a:avLst/>
              <a:gdLst>
                <a:gd name="T0" fmla="*/ 907 w 820"/>
                <a:gd name="T1" fmla="*/ 432 h 1876"/>
                <a:gd name="T2" fmla="*/ 469 w 820"/>
                <a:gd name="T3" fmla="*/ 1180 h 1876"/>
                <a:gd name="T4" fmla="*/ 313 w 820"/>
                <a:gd name="T5" fmla="*/ 2614 h 1876"/>
                <a:gd name="T6" fmla="*/ 272 w 820"/>
                <a:gd name="T7" fmla="*/ 3037 h 1876"/>
                <a:gd name="T8" fmla="*/ 27 w 820"/>
                <a:gd name="T9" fmla="*/ 3474 h 1876"/>
                <a:gd name="T10" fmla="*/ 195 w 820"/>
                <a:gd name="T11" fmla="*/ 3368 h 1876"/>
                <a:gd name="T12" fmla="*/ 272 w 820"/>
                <a:gd name="T13" fmla="*/ 3752 h 1876"/>
                <a:gd name="T14" fmla="*/ 416 w 820"/>
                <a:gd name="T15" fmla="*/ 3762 h 1876"/>
                <a:gd name="T16" fmla="*/ 508 w 820"/>
                <a:gd name="T17" fmla="*/ 3727 h 1876"/>
                <a:gd name="T18" fmla="*/ 603 w 820"/>
                <a:gd name="T19" fmla="*/ 3368 h 1876"/>
                <a:gd name="T20" fmla="*/ 569 w 820"/>
                <a:gd name="T21" fmla="*/ 2872 h 1876"/>
                <a:gd name="T22" fmla="*/ 808 w 820"/>
                <a:gd name="T23" fmla="*/ 1640 h 1876"/>
                <a:gd name="T24" fmla="*/ 825 w 820"/>
                <a:gd name="T25" fmla="*/ 1488 h 1876"/>
                <a:gd name="T26" fmla="*/ 921 w 820"/>
                <a:gd name="T27" fmla="*/ 2475 h 1876"/>
                <a:gd name="T28" fmla="*/ 932 w 820"/>
                <a:gd name="T29" fmla="*/ 4537 h 1876"/>
                <a:gd name="T30" fmla="*/ 997 w 820"/>
                <a:gd name="T31" fmla="*/ 5596 h 1876"/>
                <a:gd name="T32" fmla="*/ 1188 w 820"/>
                <a:gd name="T33" fmla="*/ 6569 h 1876"/>
                <a:gd name="T34" fmla="*/ 968 w 820"/>
                <a:gd name="T35" fmla="*/ 6861 h 1876"/>
                <a:gd name="T36" fmla="*/ 963 w 820"/>
                <a:gd name="T37" fmla="*/ 6937 h 1876"/>
                <a:gd name="T38" fmla="*/ 1019 w 820"/>
                <a:gd name="T39" fmla="*/ 6973 h 1876"/>
                <a:gd name="T40" fmla="*/ 1229 w 820"/>
                <a:gd name="T41" fmla="*/ 6999 h 1876"/>
                <a:gd name="T42" fmla="*/ 1459 w 820"/>
                <a:gd name="T43" fmla="*/ 6911 h 1876"/>
                <a:gd name="T44" fmla="*/ 1474 w 820"/>
                <a:gd name="T45" fmla="*/ 6511 h 1876"/>
                <a:gd name="T46" fmla="*/ 1493 w 820"/>
                <a:gd name="T47" fmla="*/ 5453 h 1876"/>
                <a:gd name="T48" fmla="*/ 1520 w 820"/>
                <a:gd name="T49" fmla="*/ 4074 h 1876"/>
                <a:gd name="T50" fmla="*/ 1609 w 820"/>
                <a:gd name="T51" fmla="*/ 4074 h 1876"/>
                <a:gd name="T52" fmla="*/ 1640 w 820"/>
                <a:gd name="T53" fmla="*/ 5453 h 1876"/>
                <a:gd name="T54" fmla="*/ 1660 w 820"/>
                <a:gd name="T55" fmla="*/ 6511 h 1876"/>
                <a:gd name="T56" fmla="*/ 1670 w 820"/>
                <a:gd name="T57" fmla="*/ 6911 h 1876"/>
                <a:gd name="T58" fmla="*/ 1900 w 820"/>
                <a:gd name="T59" fmla="*/ 6999 h 1876"/>
                <a:gd name="T60" fmla="*/ 2109 w 820"/>
                <a:gd name="T61" fmla="*/ 6978 h 1876"/>
                <a:gd name="T62" fmla="*/ 2170 w 820"/>
                <a:gd name="T63" fmla="*/ 6937 h 1876"/>
                <a:gd name="T64" fmla="*/ 2165 w 820"/>
                <a:gd name="T65" fmla="*/ 6861 h 1876"/>
                <a:gd name="T66" fmla="*/ 1940 w 820"/>
                <a:gd name="T67" fmla="*/ 6569 h 1876"/>
                <a:gd name="T68" fmla="*/ 2136 w 820"/>
                <a:gd name="T69" fmla="*/ 5596 h 1876"/>
                <a:gd name="T70" fmla="*/ 2203 w 820"/>
                <a:gd name="T71" fmla="*/ 4537 h 1876"/>
                <a:gd name="T72" fmla="*/ 2308 w 820"/>
                <a:gd name="T73" fmla="*/ 2928 h 1876"/>
                <a:gd name="T74" fmla="*/ 2287 w 820"/>
                <a:gd name="T75" fmla="*/ 1694 h 1876"/>
                <a:gd name="T76" fmla="*/ 2312 w 820"/>
                <a:gd name="T77" fmla="*/ 1564 h 1876"/>
                <a:gd name="T78" fmla="*/ 2381 w 820"/>
                <a:gd name="T79" fmla="*/ 2350 h 1876"/>
                <a:gd name="T80" fmla="*/ 2569 w 820"/>
                <a:gd name="T81" fmla="*/ 3082 h 1876"/>
                <a:gd name="T82" fmla="*/ 2584 w 820"/>
                <a:gd name="T83" fmla="*/ 3617 h 1876"/>
                <a:gd name="T84" fmla="*/ 2694 w 820"/>
                <a:gd name="T85" fmla="*/ 3788 h 1876"/>
                <a:gd name="T86" fmla="*/ 2794 w 820"/>
                <a:gd name="T87" fmla="*/ 3779 h 1876"/>
                <a:gd name="T88" fmla="*/ 2903 w 820"/>
                <a:gd name="T89" fmla="*/ 3490 h 1876"/>
                <a:gd name="T90" fmla="*/ 3085 w 820"/>
                <a:gd name="T91" fmla="*/ 3542 h 1876"/>
                <a:gd name="T92" fmla="*/ 3016 w 820"/>
                <a:gd name="T93" fmla="*/ 3233 h 1876"/>
                <a:gd name="T94" fmla="*/ 2836 w 820"/>
                <a:gd name="T95" fmla="*/ 2810 h 1876"/>
                <a:gd name="T96" fmla="*/ 2733 w 820"/>
                <a:gd name="T97" fmla="*/ 1727 h 1876"/>
                <a:gd name="T98" fmla="*/ 2403 w 820"/>
                <a:gd name="T99" fmla="*/ 488 h 1876"/>
                <a:gd name="T100" fmla="*/ 1845 w 820"/>
                <a:gd name="T101" fmla="*/ 0 h 187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820" h="1876">
                  <a:moveTo>
                    <a:pt x="337" y="1"/>
                  </a:moveTo>
                  <a:cubicBezTo>
                    <a:pt x="338" y="17"/>
                    <a:pt x="343" y="79"/>
                    <a:pt x="307" y="85"/>
                  </a:cubicBezTo>
                  <a:cubicBezTo>
                    <a:pt x="293" y="87"/>
                    <a:pt x="244" y="109"/>
                    <a:pt x="237" y="115"/>
                  </a:cubicBezTo>
                  <a:cubicBezTo>
                    <a:pt x="227" y="125"/>
                    <a:pt x="205" y="127"/>
                    <a:pt x="191" y="130"/>
                  </a:cubicBezTo>
                  <a:cubicBezTo>
                    <a:pt x="177" y="133"/>
                    <a:pt x="146" y="149"/>
                    <a:pt x="132" y="212"/>
                  </a:cubicBezTo>
                  <a:cubicBezTo>
                    <a:pt x="125" y="242"/>
                    <a:pt x="118" y="279"/>
                    <a:pt x="123" y="314"/>
                  </a:cubicBezTo>
                  <a:cubicBezTo>
                    <a:pt x="124" y="338"/>
                    <a:pt x="107" y="383"/>
                    <a:pt x="105" y="460"/>
                  </a:cubicBezTo>
                  <a:cubicBezTo>
                    <a:pt x="106" y="488"/>
                    <a:pt x="103" y="508"/>
                    <a:pt x="99" y="521"/>
                  </a:cubicBezTo>
                  <a:cubicBezTo>
                    <a:pt x="83" y="560"/>
                    <a:pt x="83" y="669"/>
                    <a:pt x="82" y="696"/>
                  </a:cubicBezTo>
                  <a:cubicBezTo>
                    <a:pt x="81" y="713"/>
                    <a:pt x="81" y="736"/>
                    <a:pt x="78" y="748"/>
                  </a:cubicBezTo>
                  <a:cubicBezTo>
                    <a:pt x="75" y="760"/>
                    <a:pt x="78" y="771"/>
                    <a:pt x="74" y="781"/>
                  </a:cubicBezTo>
                  <a:cubicBezTo>
                    <a:pt x="71" y="791"/>
                    <a:pt x="73" y="805"/>
                    <a:pt x="71" y="809"/>
                  </a:cubicBezTo>
                  <a:cubicBezTo>
                    <a:pt x="64" y="815"/>
                    <a:pt x="39" y="852"/>
                    <a:pt x="33" y="861"/>
                  </a:cubicBezTo>
                  <a:cubicBezTo>
                    <a:pt x="26" y="869"/>
                    <a:pt x="19" y="894"/>
                    <a:pt x="16" y="899"/>
                  </a:cubicBezTo>
                  <a:cubicBezTo>
                    <a:pt x="12" y="904"/>
                    <a:pt x="11" y="915"/>
                    <a:pt x="7" y="925"/>
                  </a:cubicBezTo>
                  <a:cubicBezTo>
                    <a:pt x="4" y="935"/>
                    <a:pt x="0" y="944"/>
                    <a:pt x="13" y="943"/>
                  </a:cubicBezTo>
                  <a:cubicBezTo>
                    <a:pt x="23" y="942"/>
                    <a:pt x="34" y="925"/>
                    <a:pt x="36" y="913"/>
                  </a:cubicBezTo>
                  <a:cubicBezTo>
                    <a:pt x="39" y="912"/>
                    <a:pt x="45" y="904"/>
                    <a:pt x="51" y="897"/>
                  </a:cubicBezTo>
                  <a:cubicBezTo>
                    <a:pt x="50" y="903"/>
                    <a:pt x="55" y="909"/>
                    <a:pt x="60" y="929"/>
                  </a:cubicBezTo>
                  <a:cubicBezTo>
                    <a:pt x="60" y="936"/>
                    <a:pt x="65" y="952"/>
                    <a:pt x="65" y="960"/>
                  </a:cubicBezTo>
                  <a:cubicBezTo>
                    <a:pt x="64" y="968"/>
                    <a:pt x="69" y="988"/>
                    <a:pt x="71" y="999"/>
                  </a:cubicBezTo>
                  <a:cubicBezTo>
                    <a:pt x="74" y="1009"/>
                    <a:pt x="83" y="1010"/>
                    <a:pt x="89" y="1006"/>
                  </a:cubicBezTo>
                  <a:cubicBezTo>
                    <a:pt x="89" y="1006"/>
                    <a:pt x="89" y="1015"/>
                    <a:pt x="98" y="1017"/>
                  </a:cubicBezTo>
                  <a:cubicBezTo>
                    <a:pt x="107" y="1018"/>
                    <a:pt x="109" y="1002"/>
                    <a:pt x="109" y="1002"/>
                  </a:cubicBezTo>
                  <a:cubicBezTo>
                    <a:pt x="109" y="1002"/>
                    <a:pt x="109" y="1008"/>
                    <a:pt x="115" y="1009"/>
                  </a:cubicBezTo>
                  <a:cubicBezTo>
                    <a:pt x="125" y="1009"/>
                    <a:pt x="127" y="989"/>
                    <a:pt x="127" y="989"/>
                  </a:cubicBezTo>
                  <a:cubicBezTo>
                    <a:pt x="127" y="991"/>
                    <a:pt x="128" y="993"/>
                    <a:pt x="133" y="993"/>
                  </a:cubicBezTo>
                  <a:cubicBezTo>
                    <a:pt x="138" y="993"/>
                    <a:pt x="142" y="972"/>
                    <a:pt x="144" y="963"/>
                  </a:cubicBezTo>
                  <a:cubicBezTo>
                    <a:pt x="147" y="954"/>
                    <a:pt x="150" y="946"/>
                    <a:pt x="151" y="940"/>
                  </a:cubicBezTo>
                  <a:cubicBezTo>
                    <a:pt x="152" y="933"/>
                    <a:pt x="152" y="929"/>
                    <a:pt x="158" y="897"/>
                  </a:cubicBezTo>
                  <a:cubicBezTo>
                    <a:pt x="164" y="865"/>
                    <a:pt x="146" y="832"/>
                    <a:pt x="148" y="821"/>
                  </a:cubicBezTo>
                  <a:cubicBezTo>
                    <a:pt x="151" y="811"/>
                    <a:pt x="141" y="794"/>
                    <a:pt x="143" y="792"/>
                  </a:cubicBezTo>
                  <a:cubicBezTo>
                    <a:pt x="144" y="789"/>
                    <a:pt x="147" y="777"/>
                    <a:pt x="149" y="765"/>
                  </a:cubicBezTo>
                  <a:cubicBezTo>
                    <a:pt x="151" y="753"/>
                    <a:pt x="194" y="650"/>
                    <a:pt x="198" y="626"/>
                  </a:cubicBezTo>
                  <a:cubicBezTo>
                    <a:pt x="206" y="582"/>
                    <a:pt x="205" y="563"/>
                    <a:pt x="201" y="532"/>
                  </a:cubicBezTo>
                  <a:cubicBezTo>
                    <a:pt x="202" y="509"/>
                    <a:pt x="211" y="448"/>
                    <a:pt x="212" y="437"/>
                  </a:cubicBezTo>
                  <a:cubicBezTo>
                    <a:pt x="213" y="435"/>
                    <a:pt x="213" y="424"/>
                    <a:pt x="215" y="416"/>
                  </a:cubicBezTo>
                  <a:cubicBezTo>
                    <a:pt x="215" y="412"/>
                    <a:pt x="216" y="404"/>
                    <a:pt x="216" y="395"/>
                  </a:cubicBezTo>
                  <a:cubicBezTo>
                    <a:pt x="216" y="396"/>
                    <a:pt x="216" y="396"/>
                    <a:pt x="216" y="396"/>
                  </a:cubicBezTo>
                  <a:cubicBezTo>
                    <a:pt x="217" y="406"/>
                    <a:pt x="220" y="424"/>
                    <a:pt x="221" y="451"/>
                  </a:cubicBezTo>
                  <a:cubicBezTo>
                    <a:pt x="220" y="475"/>
                    <a:pt x="231" y="516"/>
                    <a:pt x="233" y="537"/>
                  </a:cubicBezTo>
                  <a:cubicBezTo>
                    <a:pt x="230" y="544"/>
                    <a:pt x="241" y="659"/>
                    <a:pt x="241" y="659"/>
                  </a:cubicBezTo>
                  <a:cubicBezTo>
                    <a:pt x="237" y="666"/>
                    <a:pt x="217" y="753"/>
                    <a:pt x="217" y="780"/>
                  </a:cubicBezTo>
                  <a:cubicBezTo>
                    <a:pt x="214" y="793"/>
                    <a:pt x="219" y="811"/>
                    <a:pt x="218" y="841"/>
                  </a:cubicBezTo>
                  <a:cubicBezTo>
                    <a:pt x="216" y="877"/>
                    <a:pt x="184" y="1023"/>
                    <a:pt x="244" y="1208"/>
                  </a:cubicBezTo>
                  <a:cubicBezTo>
                    <a:pt x="247" y="1218"/>
                    <a:pt x="248" y="1255"/>
                    <a:pt x="252" y="1275"/>
                  </a:cubicBezTo>
                  <a:cubicBezTo>
                    <a:pt x="253" y="1281"/>
                    <a:pt x="263" y="1304"/>
                    <a:pt x="264" y="1335"/>
                  </a:cubicBezTo>
                  <a:cubicBezTo>
                    <a:pt x="265" y="1387"/>
                    <a:pt x="259" y="1453"/>
                    <a:pt x="261" y="1490"/>
                  </a:cubicBezTo>
                  <a:cubicBezTo>
                    <a:pt x="263" y="1549"/>
                    <a:pt x="288" y="1604"/>
                    <a:pt x="298" y="1642"/>
                  </a:cubicBezTo>
                  <a:cubicBezTo>
                    <a:pt x="307" y="1681"/>
                    <a:pt x="311" y="1711"/>
                    <a:pt x="309" y="1719"/>
                  </a:cubicBezTo>
                  <a:cubicBezTo>
                    <a:pt x="307" y="1726"/>
                    <a:pt x="306" y="1738"/>
                    <a:pt x="311" y="1749"/>
                  </a:cubicBezTo>
                  <a:cubicBezTo>
                    <a:pt x="312" y="1750"/>
                    <a:pt x="294" y="1788"/>
                    <a:pt x="285" y="1795"/>
                  </a:cubicBezTo>
                  <a:cubicBezTo>
                    <a:pt x="276" y="1802"/>
                    <a:pt x="273" y="1808"/>
                    <a:pt x="266" y="1812"/>
                  </a:cubicBezTo>
                  <a:cubicBezTo>
                    <a:pt x="259" y="1816"/>
                    <a:pt x="256" y="1819"/>
                    <a:pt x="253" y="1827"/>
                  </a:cubicBezTo>
                  <a:cubicBezTo>
                    <a:pt x="251" y="1833"/>
                    <a:pt x="244" y="1841"/>
                    <a:pt x="249" y="1846"/>
                  </a:cubicBezTo>
                  <a:cubicBezTo>
                    <a:pt x="250" y="1847"/>
                    <a:pt x="250" y="1847"/>
                    <a:pt x="251" y="1848"/>
                  </a:cubicBezTo>
                  <a:cubicBezTo>
                    <a:pt x="252" y="1847"/>
                    <a:pt x="252" y="1847"/>
                    <a:pt x="252" y="1847"/>
                  </a:cubicBezTo>
                  <a:cubicBezTo>
                    <a:pt x="251" y="1850"/>
                    <a:pt x="251" y="1851"/>
                    <a:pt x="252" y="1853"/>
                  </a:cubicBezTo>
                  <a:cubicBezTo>
                    <a:pt x="255" y="1858"/>
                    <a:pt x="260" y="1859"/>
                    <a:pt x="267" y="1858"/>
                  </a:cubicBezTo>
                  <a:cubicBezTo>
                    <a:pt x="267" y="1857"/>
                    <a:pt x="267" y="1857"/>
                    <a:pt x="267" y="1857"/>
                  </a:cubicBezTo>
                  <a:cubicBezTo>
                    <a:pt x="268" y="1859"/>
                    <a:pt x="268" y="1861"/>
                    <a:pt x="270" y="1863"/>
                  </a:cubicBezTo>
                  <a:cubicBezTo>
                    <a:pt x="274" y="1869"/>
                    <a:pt x="288" y="1872"/>
                    <a:pt x="294" y="1866"/>
                  </a:cubicBezTo>
                  <a:cubicBezTo>
                    <a:pt x="302" y="1871"/>
                    <a:pt x="317" y="1871"/>
                    <a:pt x="322" y="1864"/>
                  </a:cubicBezTo>
                  <a:cubicBezTo>
                    <a:pt x="326" y="1876"/>
                    <a:pt x="344" y="1874"/>
                    <a:pt x="354" y="1872"/>
                  </a:cubicBezTo>
                  <a:cubicBezTo>
                    <a:pt x="364" y="1870"/>
                    <a:pt x="368" y="1864"/>
                    <a:pt x="374" y="1859"/>
                  </a:cubicBezTo>
                  <a:cubicBezTo>
                    <a:pt x="380" y="1855"/>
                    <a:pt x="384" y="1851"/>
                    <a:pt x="382" y="1840"/>
                  </a:cubicBezTo>
                  <a:cubicBezTo>
                    <a:pt x="381" y="1829"/>
                    <a:pt x="382" y="1829"/>
                    <a:pt x="384" y="1816"/>
                  </a:cubicBezTo>
                  <a:cubicBezTo>
                    <a:pt x="384" y="1808"/>
                    <a:pt x="391" y="1806"/>
                    <a:pt x="392" y="1793"/>
                  </a:cubicBezTo>
                  <a:cubicBezTo>
                    <a:pt x="393" y="1783"/>
                    <a:pt x="385" y="1740"/>
                    <a:pt x="386" y="1734"/>
                  </a:cubicBezTo>
                  <a:cubicBezTo>
                    <a:pt x="388" y="1720"/>
                    <a:pt x="378" y="1709"/>
                    <a:pt x="375" y="1687"/>
                  </a:cubicBezTo>
                  <a:cubicBezTo>
                    <a:pt x="372" y="1665"/>
                    <a:pt x="381" y="1589"/>
                    <a:pt x="381" y="1575"/>
                  </a:cubicBezTo>
                  <a:cubicBezTo>
                    <a:pt x="381" y="1549"/>
                    <a:pt x="395" y="1506"/>
                    <a:pt x="391" y="1452"/>
                  </a:cubicBezTo>
                  <a:cubicBezTo>
                    <a:pt x="389" y="1421"/>
                    <a:pt x="374" y="1327"/>
                    <a:pt x="374" y="1305"/>
                  </a:cubicBezTo>
                  <a:cubicBezTo>
                    <a:pt x="374" y="1302"/>
                    <a:pt x="373" y="1278"/>
                    <a:pt x="374" y="1274"/>
                  </a:cubicBezTo>
                  <a:cubicBezTo>
                    <a:pt x="378" y="1260"/>
                    <a:pt x="398" y="1087"/>
                    <a:pt x="398" y="1085"/>
                  </a:cubicBezTo>
                  <a:cubicBezTo>
                    <a:pt x="401" y="1065"/>
                    <a:pt x="409" y="929"/>
                    <a:pt x="409" y="929"/>
                  </a:cubicBezTo>
                  <a:cubicBezTo>
                    <a:pt x="411" y="929"/>
                    <a:pt x="411" y="929"/>
                    <a:pt x="411" y="929"/>
                  </a:cubicBezTo>
                  <a:cubicBezTo>
                    <a:pt x="411" y="929"/>
                    <a:pt x="419" y="1065"/>
                    <a:pt x="421" y="1085"/>
                  </a:cubicBezTo>
                  <a:cubicBezTo>
                    <a:pt x="421" y="1087"/>
                    <a:pt x="441" y="1260"/>
                    <a:pt x="446" y="1274"/>
                  </a:cubicBezTo>
                  <a:cubicBezTo>
                    <a:pt x="447" y="1278"/>
                    <a:pt x="446" y="1302"/>
                    <a:pt x="446" y="1305"/>
                  </a:cubicBezTo>
                  <a:cubicBezTo>
                    <a:pt x="446" y="1327"/>
                    <a:pt x="431" y="1421"/>
                    <a:pt x="429" y="1452"/>
                  </a:cubicBezTo>
                  <a:cubicBezTo>
                    <a:pt x="425" y="1506"/>
                    <a:pt x="439" y="1549"/>
                    <a:pt x="439" y="1575"/>
                  </a:cubicBezTo>
                  <a:cubicBezTo>
                    <a:pt x="439" y="1589"/>
                    <a:pt x="448" y="1665"/>
                    <a:pt x="445" y="1687"/>
                  </a:cubicBezTo>
                  <a:cubicBezTo>
                    <a:pt x="441" y="1709"/>
                    <a:pt x="432" y="1720"/>
                    <a:pt x="434" y="1734"/>
                  </a:cubicBezTo>
                  <a:cubicBezTo>
                    <a:pt x="435" y="1740"/>
                    <a:pt x="427" y="1783"/>
                    <a:pt x="428" y="1793"/>
                  </a:cubicBezTo>
                  <a:cubicBezTo>
                    <a:pt x="429" y="1806"/>
                    <a:pt x="435" y="1808"/>
                    <a:pt x="436" y="1816"/>
                  </a:cubicBezTo>
                  <a:cubicBezTo>
                    <a:pt x="437" y="1829"/>
                    <a:pt x="439" y="1829"/>
                    <a:pt x="437" y="1840"/>
                  </a:cubicBezTo>
                  <a:cubicBezTo>
                    <a:pt x="436" y="1851"/>
                    <a:pt x="440" y="1855"/>
                    <a:pt x="446" y="1859"/>
                  </a:cubicBezTo>
                  <a:cubicBezTo>
                    <a:pt x="451" y="1864"/>
                    <a:pt x="456" y="1870"/>
                    <a:pt x="466" y="1872"/>
                  </a:cubicBezTo>
                  <a:cubicBezTo>
                    <a:pt x="476" y="1874"/>
                    <a:pt x="493" y="1876"/>
                    <a:pt x="497" y="1864"/>
                  </a:cubicBezTo>
                  <a:cubicBezTo>
                    <a:pt x="503" y="1871"/>
                    <a:pt x="518" y="1871"/>
                    <a:pt x="526" y="1866"/>
                  </a:cubicBezTo>
                  <a:cubicBezTo>
                    <a:pt x="531" y="1872"/>
                    <a:pt x="546" y="1869"/>
                    <a:pt x="550" y="1863"/>
                  </a:cubicBezTo>
                  <a:cubicBezTo>
                    <a:pt x="552" y="1861"/>
                    <a:pt x="552" y="1859"/>
                    <a:pt x="552" y="1858"/>
                  </a:cubicBezTo>
                  <a:cubicBezTo>
                    <a:pt x="553" y="1858"/>
                    <a:pt x="553" y="1858"/>
                    <a:pt x="553" y="1858"/>
                  </a:cubicBezTo>
                  <a:cubicBezTo>
                    <a:pt x="559" y="1859"/>
                    <a:pt x="567" y="1857"/>
                    <a:pt x="568" y="1853"/>
                  </a:cubicBezTo>
                  <a:cubicBezTo>
                    <a:pt x="569" y="1851"/>
                    <a:pt x="569" y="1850"/>
                    <a:pt x="568" y="1847"/>
                  </a:cubicBezTo>
                  <a:cubicBezTo>
                    <a:pt x="568" y="1848"/>
                    <a:pt x="568" y="1848"/>
                    <a:pt x="568" y="1848"/>
                  </a:cubicBezTo>
                  <a:cubicBezTo>
                    <a:pt x="569" y="1847"/>
                    <a:pt x="570" y="1847"/>
                    <a:pt x="571" y="1846"/>
                  </a:cubicBezTo>
                  <a:cubicBezTo>
                    <a:pt x="576" y="1841"/>
                    <a:pt x="569" y="1833"/>
                    <a:pt x="567" y="1827"/>
                  </a:cubicBezTo>
                  <a:cubicBezTo>
                    <a:pt x="564" y="1819"/>
                    <a:pt x="560" y="1816"/>
                    <a:pt x="553" y="1812"/>
                  </a:cubicBezTo>
                  <a:cubicBezTo>
                    <a:pt x="546" y="1808"/>
                    <a:pt x="544" y="1802"/>
                    <a:pt x="535" y="1795"/>
                  </a:cubicBezTo>
                  <a:cubicBezTo>
                    <a:pt x="525" y="1788"/>
                    <a:pt x="508" y="1750"/>
                    <a:pt x="508" y="1749"/>
                  </a:cubicBezTo>
                  <a:cubicBezTo>
                    <a:pt x="514" y="1738"/>
                    <a:pt x="512" y="1726"/>
                    <a:pt x="511" y="1719"/>
                  </a:cubicBezTo>
                  <a:cubicBezTo>
                    <a:pt x="509" y="1711"/>
                    <a:pt x="513" y="1681"/>
                    <a:pt x="522" y="1642"/>
                  </a:cubicBezTo>
                  <a:cubicBezTo>
                    <a:pt x="532" y="1604"/>
                    <a:pt x="557" y="1549"/>
                    <a:pt x="559" y="1490"/>
                  </a:cubicBezTo>
                  <a:cubicBezTo>
                    <a:pt x="561" y="1453"/>
                    <a:pt x="555" y="1387"/>
                    <a:pt x="556" y="1335"/>
                  </a:cubicBezTo>
                  <a:cubicBezTo>
                    <a:pt x="557" y="1304"/>
                    <a:pt x="567" y="1281"/>
                    <a:pt x="568" y="1275"/>
                  </a:cubicBezTo>
                  <a:cubicBezTo>
                    <a:pt x="572" y="1255"/>
                    <a:pt x="572" y="1218"/>
                    <a:pt x="576" y="1208"/>
                  </a:cubicBezTo>
                  <a:cubicBezTo>
                    <a:pt x="636" y="1023"/>
                    <a:pt x="603" y="877"/>
                    <a:pt x="602" y="841"/>
                  </a:cubicBezTo>
                  <a:cubicBezTo>
                    <a:pt x="602" y="841"/>
                    <a:pt x="602" y="841"/>
                    <a:pt x="602" y="841"/>
                  </a:cubicBezTo>
                  <a:cubicBezTo>
                    <a:pt x="601" y="811"/>
                    <a:pt x="606" y="793"/>
                    <a:pt x="604" y="780"/>
                  </a:cubicBezTo>
                  <a:cubicBezTo>
                    <a:pt x="603" y="753"/>
                    <a:pt x="583" y="666"/>
                    <a:pt x="579" y="659"/>
                  </a:cubicBezTo>
                  <a:cubicBezTo>
                    <a:pt x="579" y="659"/>
                    <a:pt x="590" y="544"/>
                    <a:pt x="587" y="537"/>
                  </a:cubicBezTo>
                  <a:cubicBezTo>
                    <a:pt x="589" y="516"/>
                    <a:pt x="600" y="475"/>
                    <a:pt x="599" y="451"/>
                  </a:cubicBezTo>
                  <a:cubicBezTo>
                    <a:pt x="600" y="424"/>
                    <a:pt x="603" y="406"/>
                    <a:pt x="604" y="396"/>
                  </a:cubicBezTo>
                  <a:cubicBezTo>
                    <a:pt x="604" y="395"/>
                    <a:pt x="604" y="395"/>
                    <a:pt x="604" y="395"/>
                  </a:cubicBezTo>
                  <a:cubicBezTo>
                    <a:pt x="604" y="404"/>
                    <a:pt x="605" y="412"/>
                    <a:pt x="605" y="416"/>
                  </a:cubicBezTo>
                  <a:cubicBezTo>
                    <a:pt x="607" y="424"/>
                    <a:pt x="607" y="435"/>
                    <a:pt x="608" y="437"/>
                  </a:cubicBezTo>
                  <a:cubicBezTo>
                    <a:pt x="609" y="448"/>
                    <a:pt x="618" y="509"/>
                    <a:pt x="619" y="532"/>
                  </a:cubicBezTo>
                  <a:cubicBezTo>
                    <a:pt x="615" y="563"/>
                    <a:pt x="614" y="582"/>
                    <a:pt x="623" y="626"/>
                  </a:cubicBezTo>
                  <a:cubicBezTo>
                    <a:pt x="626" y="650"/>
                    <a:pt x="669" y="753"/>
                    <a:pt x="671" y="765"/>
                  </a:cubicBezTo>
                  <a:cubicBezTo>
                    <a:pt x="673" y="777"/>
                    <a:pt x="676" y="789"/>
                    <a:pt x="677" y="792"/>
                  </a:cubicBezTo>
                  <a:cubicBezTo>
                    <a:pt x="679" y="794"/>
                    <a:pt x="669" y="811"/>
                    <a:pt x="672" y="821"/>
                  </a:cubicBezTo>
                  <a:cubicBezTo>
                    <a:pt x="674" y="832"/>
                    <a:pt x="656" y="865"/>
                    <a:pt x="662" y="897"/>
                  </a:cubicBezTo>
                  <a:cubicBezTo>
                    <a:pt x="668" y="929"/>
                    <a:pt x="668" y="933"/>
                    <a:pt x="669" y="940"/>
                  </a:cubicBezTo>
                  <a:cubicBezTo>
                    <a:pt x="670" y="946"/>
                    <a:pt x="673" y="954"/>
                    <a:pt x="676" y="963"/>
                  </a:cubicBezTo>
                  <a:cubicBezTo>
                    <a:pt x="678" y="972"/>
                    <a:pt x="682" y="993"/>
                    <a:pt x="687" y="993"/>
                  </a:cubicBezTo>
                  <a:cubicBezTo>
                    <a:pt x="692" y="993"/>
                    <a:pt x="693" y="991"/>
                    <a:pt x="693" y="989"/>
                  </a:cubicBezTo>
                  <a:cubicBezTo>
                    <a:pt x="693" y="989"/>
                    <a:pt x="695" y="1009"/>
                    <a:pt x="705" y="1009"/>
                  </a:cubicBezTo>
                  <a:cubicBezTo>
                    <a:pt x="711" y="1008"/>
                    <a:pt x="711" y="1002"/>
                    <a:pt x="711" y="1002"/>
                  </a:cubicBezTo>
                  <a:cubicBezTo>
                    <a:pt x="711" y="1002"/>
                    <a:pt x="713" y="1018"/>
                    <a:pt x="722" y="1017"/>
                  </a:cubicBezTo>
                  <a:cubicBezTo>
                    <a:pt x="731" y="1015"/>
                    <a:pt x="731" y="1006"/>
                    <a:pt x="731" y="1006"/>
                  </a:cubicBezTo>
                  <a:cubicBezTo>
                    <a:pt x="737" y="1010"/>
                    <a:pt x="746" y="1009"/>
                    <a:pt x="749" y="999"/>
                  </a:cubicBezTo>
                  <a:cubicBezTo>
                    <a:pt x="751" y="988"/>
                    <a:pt x="756" y="968"/>
                    <a:pt x="755" y="960"/>
                  </a:cubicBezTo>
                  <a:cubicBezTo>
                    <a:pt x="755" y="952"/>
                    <a:pt x="760" y="936"/>
                    <a:pt x="760" y="929"/>
                  </a:cubicBezTo>
                  <a:cubicBezTo>
                    <a:pt x="765" y="909"/>
                    <a:pt x="770" y="903"/>
                    <a:pt x="769" y="897"/>
                  </a:cubicBezTo>
                  <a:cubicBezTo>
                    <a:pt x="775" y="904"/>
                    <a:pt x="781" y="912"/>
                    <a:pt x="784" y="913"/>
                  </a:cubicBezTo>
                  <a:cubicBezTo>
                    <a:pt x="786" y="925"/>
                    <a:pt x="797" y="942"/>
                    <a:pt x="807" y="943"/>
                  </a:cubicBezTo>
                  <a:cubicBezTo>
                    <a:pt x="820" y="944"/>
                    <a:pt x="816" y="935"/>
                    <a:pt x="813" y="925"/>
                  </a:cubicBezTo>
                  <a:cubicBezTo>
                    <a:pt x="809" y="915"/>
                    <a:pt x="808" y="904"/>
                    <a:pt x="804" y="899"/>
                  </a:cubicBezTo>
                  <a:cubicBezTo>
                    <a:pt x="801" y="894"/>
                    <a:pt x="795" y="869"/>
                    <a:pt x="789" y="861"/>
                  </a:cubicBezTo>
                  <a:cubicBezTo>
                    <a:pt x="782" y="852"/>
                    <a:pt x="757" y="815"/>
                    <a:pt x="751" y="809"/>
                  </a:cubicBezTo>
                  <a:cubicBezTo>
                    <a:pt x="748" y="805"/>
                    <a:pt x="750" y="791"/>
                    <a:pt x="747" y="781"/>
                  </a:cubicBezTo>
                  <a:cubicBezTo>
                    <a:pt x="744" y="771"/>
                    <a:pt x="745" y="760"/>
                    <a:pt x="742" y="748"/>
                  </a:cubicBezTo>
                  <a:cubicBezTo>
                    <a:pt x="739" y="736"/>
                    <a:pt x="739" y="713"/>
                    <a:pt x="738" y="696"/>
                  </a:cubicBezTo>
                  <a:cubicBezTo>
                    <a:pt x="737" y="669"/>
                    <a:pt x="737" y="560"/>
                    <a:pt x="721" y="521"/>
                  </a:cubicBezTo>
                  <a:cubicBezTo>
                    <a:pt x="717" y="508"/>
                    <a:pt x="714" y="488"/>
                    <a:pt x="715" y="460"/>
                  </a:cubicBezTo>
                  <a:cubicBezTo>
                    <a:pt x="713" y="383"/>
                    <a:pt x="696" y="338"/>
                    <a:pt x="697" y="314"/>
                  </a:cubicBezTo>
                  <a:cubicBezTo>
                    <a:pt x="702" y="279"/>
                    <a:pt x="695" y="242"/>
                    <a:pt x="688" y="212"/>
                  </a:cubicBezTo>
                  <a:cubicBezTo>
                    <a:pt x="674" y="149"/>
                    <a:pt x="643" y="133"/>
                    <a:pt x="629" y="130"/>
                  </a:cubicBezTo>
                  <a:cubicBezTo>
                    <a:pt x="615" y="127"/>
                    <a:pt x="593" y="125"/>
                    <a:pt x="583" y="115"/>
                  </a:cubicBezTo>
                  <a:cubicBezTo>
                    <a:pt x="576" y="109"/>
                    <a:pt x="527" y="87"/>
                    <a:pt x="513" y="85"/>
                  </a:cubicBezTo>
                  <a:cubicBezTo>
                    <a:pt x="476" y="78"/>
                    <a:pt x="483" y="13"/>
                    <a:pt x="483" y="0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4967" name="Oval 890">
              <a:extLst>
                <a:ext uri="{FF2B5EF4-FFF2-40B4-BE49-F238E27FC236}">
                  <a16:creationId xmlns:a16="http://schemas.microsoft.com/office/drawing/2014/main" id="{73B677C3-E446-446D-95F9-EF1A4FE383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05" y="989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968" name="Oval 891">
              <a:extLst>
                <a:ext uri="{FF2B5EF4-FFF2-40B4-BE49-F238E27FC236}">
                  <a16:creationId xmlns:a16="http://schemas.microsoft.com/office/drawing/2014/main" id="{8EDCDC0A-875C-44D7-8D49-1DA1934A2E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5" y="989"/>
              <a:ext cx="7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969" name="Freeform 892">
              <a:extLst>
                <a:ext uri="{FF2B5EF4-FFF2-40B4-BE49-F238E27FC236}">
                  <a16:creationId xmlns:a16="http://schemas.microsoft.com/office/drawing/2014/main" id="{8CBDCAE4-A846-41ED-820D-DDF7B6057AE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5" y="2186"/>
              <a:ext cx="44" cy="32"/>
            </a:xfrm>
            <a:custGeom>
              <a:avLst/>
              <a:gdLst>
                <a:gd name="T0" fmla="*/ 0 w 28"/>
                <a:gd name="T1" fmla="*/ 49 h 21"/>
                <a:gd name="T2" fmla="*/ 86 w 28"/>
                <a:gd name="T3" fmla="*/ 75 h 21"/>
                <a:gd name="T4" fmla="*/ 0 w 28"/>
                <a:gd name="T5" fmla="*/ 46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21">
                  <a:moveTo>
                    <a:pt x="0" y="14"/>
                  </a:moveTo>
                  <a:cubicBezTo>
                    <a:pt x="6" y="8"/>
                    <a:pt x="18" y="11"/>
                    <a:pt x="22" y="21"/>
                  </a:cubicBezTo>
                  <a:cubicBezTo>
                    <a:pt x="28" y="13"/>
                    <a:pt x="4" y="0"/>
                    <a:pt x="0" y="1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4970" name="Freeform 893">
              <a:extLst>
                <a:ext uri="{FF2B5EF4-FFF2-40B4-BE49-F238E27FC236}">
                  <a16:creationId xmlns:a16="http://schemas.microsoft.com/office/drawing/2014/main" id="{9ADF1473-3F78-41C0-9B56-5799E9B880F7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5" y="1566"/>
              <a:ext cx="33" cy="38"/>
            </a:xfrm>
            <a:custGeom>
              <a:avLst/>
              <a:gdLst>
                <a:gd name="T0" fmla="*/ 0 w 21"/>
                <a:gd name="T1" fmla="*/ 88 h 25"/>
                <a:gd name="T2" fmla="*/ 0 w 21"/>
                <a:gd name="T3" fmla="*/ 88 h 25"/>
                <a:gd name="T4" fmla="*/ 82 w 21"/>
                <a:gd name="T5" fmla="*/ 5 h 25"/>
                <a:gd name="T6" fmla="*/ 77 w 21"/>
                <a:gd name="T7" fmla="*/ 0 h 25"/>
                <a:gd name="T8" fmla="*/ 0 w 21"/>
                <a:gd name="T9" fmla="*/ 88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25">
                  <a:moveTo>
                    <a:pt x="0" y="25"/>
                  </a:moveTo>
                  <a:cubicBezTo>
                    <a:pt x="0" y="25"/>
                    <a:pt x="0" y="25"/>
                    <a:pt x="0" y="25"/>
                  </a:cubicBezTo>
                  <a:cubicBezTo>
                    <a:pt x="8" y="20"/>
                    <a:pt x="16" y="12"/>
                    <a:pt x="21" y="1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14" y="11"/>
                    <a:pt x="8" y="20"/>
                    <a:pt x="0" y="25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4971" name="Freeform 894">
              <a:extLst>
                <a:ext uri="{FF2B5EF4-FFF2-40B4-BE49-F238E27FC236}">
                  <a16:creationId xmlns:a16="http://schemas.microsoft.com/office/drawing/2014/main" id="{6C040DD4-4C35-4433-9075-B2FAA83D856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6" y="1566"/>
              <a:ext cx="33" cy="38"/>
            </a:xfrm>
            <a:custGeom>
              <a:avLst/>
              <a:gdLst>
                <a:gd name="T0" fmla="*/ 0 w 21"/>
                <a:gd name="T1" fmla="*/ 5 h 25"/>
                <a:gd name="T2" fmla="*/ 82 w 21"/>
                <a:gd name="T3" fmla="*/ 88 h 25"/>
                <a:gd name="T4" fmla="*/ 5 w 21"/>
                <a:gd name="T5" fmla="*/ 0 h 25"/>
                <a:gd name="T6" fmla="*/ 0 w 21"/>
                <a:gd name="T7" fmla="*/ 5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25">
                  <a:moveTo>
                    <a:pt x="0" y="1"/>
                  </a:moveTo>
                  <a:cubicBezTo>
                    <a:pt x="5" y="12"/>
                    <a:pt x="13" y="20"/>
                    <a:pt x="21" y="25"/>
                  </a:cubicBezTo>
                  <a:cubicBezTo>
                    <a:pt x="13" y="20"/>
                    <a:pt x="7" y="11"/>
                    <a:pt x="1" y="0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4972" name="Freeform 895">
              <a:extLst>
                <a:ext uri="{FF2B5EF4-FFF2-40B4-BE49-F238E27FC236}">
                  <a16:creationId xmlns:a16="http://schemas.microsoft.com/office/drawing/2014/main" id="{A70FC457-ADAF-48CA-A0C9-47A7E2F3686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0" y="1122"/>
              <a:ext cx="52" cy="4"/>
            </a:xfrm>
            <a:custGeom>
              <a:avLst/>
              <a:gdLst>
                <a:gd name="T0" fmla="*/ 129 w 33"/>
                <a:gd name="T1" fmla="*/ 16 h 2"/>
                <a:gd name="T2" fmla="*/ 121 w 33"/>
                <a:gd name="T3" fmla="*/ 16 h 2"/>
                <a:gd name="T4" fmla="*/ 79 w 33"/>
                <a:gd name="T5" fmla="*/ 16 h 2"/>
                <a:gd name="T6" fmla="*/ 61 w 33"/>
                <a:gd name="T7" fmla="*/ 16 h 2"/>
                <a:gd name="T8" fmla="*/ 0 w 33"/>
                <a:gd name="T9" fmla="*/ 16 h 2"/>
                <a:gd name="T10" fmla="*/ 61 w 33"/>
                <a:gd name="T11" fmla="*/ 8 h 2"/>
                <a:gd name="T12" fmla="*/ 79 w 33"/>
                <a:gd name="T13" fmla="*/ 8 h 2"/>
                <a:gd name="T14" fmla="*/ 121 w 33"/>
                <a:gd name="T15" fmla="*/ 8 h 2"/>
                <a:gd name="T16" fmla="*/ 129 w 33"/>
                <a:gd name="T17" fmla="*/ 8 h 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3" h="2">
                  <a:moveTo>
                    <a:pt x="33" y="2"/>
                  </a:moveTo>
                  <a:cubicBezTo>
                    <a:pt x="31" y="2"/>
                    <a:pt x="31" y="2"/>
                    <a:pt x="31" y="2"/>
                  </a:cubicBezTo>
                  <a:cubicBezTo>
                    <a:pt x="28" y="2"/>
                    <a:pt x="24" y="1"/>
                    <a:pt x="20" y="2"/>
                  </a:cubicBezTo>
                  <a:cubicBezTo>
                    <a:pt x="19" y="2"/>
                    <a:pt x="18" y="2"/>
                    <a:pt x="16" y="2"/>
                  </a:cubicBezTo>
                  <a:cubicBezTo>
                    <a:pt x="11" y="2"/>
                    <a:pt x="3" y="2"/>
                    <a:pt x="0" y="2"/>
                  </a:cubicBezTo>
                  <a:cubicBezTo>
                    <a:pt x="2" y="2"/>
                    <a:pt x="11" y="1"/>
                    <a:pt x="16" y="1"/>
                  </a:cubicBezTo>
                  <a:cubicBezTo>
                    <a:pt x="18" y="1"/>
                    <a:pt x="19" y="1"/>
                    <a:pt x="20" y="1"/>
                  </a:cubicBezTo>
                  <a:cubicBezTo>
                    <a:pt x="24" y="0"/>
                    <a:pt x="29" y="0"/>
                    <a:pt x="31" y="1"/>
                  </a:cubicBezTo>
                  <a:cubicBezTo>
                    <a:pt x="33" y="1"/>
                    <a:pt x="33" y="1"/>
                    <a:pt x="33" y="1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4973" name="Freeform 896">
              <a:extLst>
                <a:ext uri="{FF2B5EF4-FFF2-40B4-BE49-F238E27FC236}">
                  <a16:creationId xmlns:a16="http://schemas.microsoft.com/office/drawing/2014/main" id="{4E386FC5-5564-4132-B1B1-F44001BEDFA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2" y="1122"/>
              <a:ext cx="52" cy="4"/>
            </a:xfrm>
            <a:custGeom>
              <a:avLst/>
              <a:gdLst>
                <a:gd name="T0" fmla="*/ 0 w 33"/>
                <a:gd name="T1" fmla="*/ 8 h 2"/>
                <a:gd name="T2" fmla="*/ 8 w 33"/>
                <a:gd name="T3" fmla="*/ 8 h 2"/>
                <a:gd name="T4" fmla="*/ 55 w 33"/>
                <a:gd name="T5" fmla="*/ 8 h 2"/>
                <a:gd name="T6" fmla="*/ 69 w 33"/>
                <a:gd name="T7" fmla="*/ 8 h 2"/>
                <a:gd name="T8" fmla="*/ 129 w 33"/>
                <a:gd name="T9" fmla="*/ 16 h 2"/>
                <a:gd name="T10" fmla="*/ 68 w 33"/>
                <a:gd name="T11" fmla="*/ 16 h 2"/>
                <a:gd name="T12" fmla="*/ 50 w 33"/>
                <a:gd name="T13" fmla="*/ 16 h 2"/>
                <a:gd name="T14" fmla="*/ 13 w 33"/>
                <a:gd name="T15" fmla="*/ 16 h 2"/>
                <a:gd name="T16" fmla="*/ 0 w 33"/>
                <a:gd name="T17" fmla="*/ 16 h 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3" h="2">
                  <a:moveTo>
                    <a:pt x="0" y="1"/>
                  </a:moveTo>
                  <a:cubicBezTo>
                    <a:pt x="2" y="1"/>
                    <a:pt x="2" y="1"/>
                    <a:pt x="2" y="1"/>
                  </a:cubicBezTo>
                  <a:cubicBezTo>
                    <a:pt x="5" y="0"/>
                    <a:pt x="10" y="0"/>
                    <a:pt x="14" y="1"/>
                  </a:cubicBezTo>
                  <a:cubicBezTo>
                    <a:pt x="15" y="1"/>
                    <a:pt x="16" y="1"/>
                    <a:pt x="18" y="1"/>
                  </a:cubicBezTo>
                  <a:cubicBezTo>
                    <a:pt x="23" y="1"/>
                    <a:pt x="31" y="2"/>
                    <a:pt x="33" y="2"/>
                  </a:cubicBezTo>
                  <a:cubicBezTo>
                    <a:pt x="31" y="2"/>
                    <a:pt x="23" y="2"/>
                    <a:pt x="17" y="2"/>
                  </a:cubicBezTo>
                  <a:cubicBezTo>
                    <a:pt x="16" y="2"/>
                    <a:pt x="14" y="2"/>
                    <a:pt x="13" y="2"/>
                  </a:cubicBezTo>
                  <a:cubicBezTo>
                    <a:pt x="10" y="1"/>
                    <a:pt x="5" y="2"/>
                    <a:pt x="3" y="2"/>
                  </a:cubicBezTo>
                  <a:cubicBezTo>
                    <a:pt x="0" y="2"/>
                    <a:pt x="0" y="2"/>
                    <a:pt x="0" y="2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4974" name="Freeform 897">
              <a:extLst>
                <a:ext uri="{FF2B5EF4-FFF2-40B4-BE49-F238E27FC236}">
                  <a16:creationId xmlns:a16="http://schemas.microsoft.com/office/drawing/2014/main" id="{3967BECB-6146-469A-93EE-8A1C4E7E35B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4" y="2475"/>
              <a:ext cx="152" cy="123"/>
            </a:xfrm>
            <a:custGeom>
              <a:avLst/>
              <a:gdLst>
                <a:gd name="T0" fmla="*/ 49 w 97"/>
                <a:gd name="T1" fmla="*/ 0 h 79"/>
                <a:gd name="T2" fmla="*/ 53 w 97"/>
                <a:gd name="T3" fmla="*/ 75 h 79"/>
                <a:gd name="T4" fmla="*/ 182 w 97"/>
                <a:gd name="T5" fmla="*/ 299 h 79"/>
                <a:gd name="T6" fmla="*/ 312 w 97"/>
                <a:gd name="T7" fmla="*/ 73 h 79"/>
                <a:gd name="T8" fmla="*/ 315 w 97"/>
                <a:gd name="T9" fmla="*/ 30 h 7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7" h="79">
                  <a:moveTo>
                    <a:pt x="13" y="0"/>
                  </a:moveTo>
                  <a:cubicBezTo>
                    <a:pt x="15" y="7"/>
                    <a:pt x="16" y="15"/>
                    <a:pt x="14" y="20"/>
                  </a:cubicBezTo>
                  <a:cubicBezTo>
                    <a:pt x="11" y="28"/>
                    <a:pt x="0" y="79"/>
                    <a:pt x="47" y="79"/>
                  </a:cubicBezTo>
                  <a:cubicBezTo>
                    <a:pt x="97" y="79"/>
                    <a:pt x="83" y="35"/>
                    <a:pt x="81" y="19"/>
                  </a:cubicBezTo>
                  <a:cubicBezTo>
                    <a:pt x="81" y="15"/>
                    <a:pt x="81" y="12"/>
                    <a:pt x="82" y="8"/>
                  </a:cubicBezTo>
                </a:path>
              </a:pathLst>
            </a:custGeom>
            <a:solidFill>
              <a:srgbClr val="FEF2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4975" name="Freeform 898">
              <a:extLst>
                <a:ext uri="{FF2B5EF4-FFF2-40B4-BE49-F238E27FC236}">
                  <a16:creationId xmlns:a16="http://schemas.microsoft.com/office/drawing/2014/main" id="{66C8EB0E-1568-4E2A-A3AB-5F9A1E5E403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0" y="2522"/>
              <a:ext cx="30" cy="65"/>
            </a:xfrm>
            <a:custGeom>
              <a:avLst/>
              <a:gdLst>
                <a:gd name="T0" fmla="*/ 68 w 19"/>
                <a:gd name="T1" fmla="*/ 36 h 42"/>
                <a:gd name="T2" fmla="*/ 52 w 19"/>
                <a:gd name="T3" fmla="*/ 88 h 42"/>
                <a:gd name="T4" fmla="*/ 60 w 19"/>
                <a:gd name="T5" fmla="*/ 127 h 42"/>
                <a:gd name="T6" fmla="*/ 74 w 19"/>
                <a:gd name="T7" fmla="*/ 156 h 42"/>
                <a:gd name="T8" fmla="*/ 35 w 19"/>
                <a:gd name="T9" fmla="*/ 135 h 42"/>
                <a:gd name="T10" fmla="*/ 5 w 19"/>
                <a:gd name="T11" fmla="*/ 82 h 42"/>
                <a:gd name="T12" fmla="*/ 39 w 19"/>
                <a:gd name="T13" fmla="*/ 60 h 42"/>
                <a:gd name="T14" fmla="*/ 60 w 19"/>
                <a:gd name="T15" fmla="*/ 0 h 4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9" h="42">
                  <a:moveTo>
                    <a:pt x="17" y="10"/>
                  </a:moveTo>
                  <a:cubicBezTo>
                    <a:pt x="19" y="15"/>
                    <a:pt x="14" y="18"/>
                    <a:pt x="13" y="24"/>
                  </a:cubicBezTo>
                  <a:cubicBezTo>
                    <a:pt x="13" y="27"/>
                    <a:pt x="13" y="31"/>
                    <a:pt x="15" y="34"/>
                  </a:cubicBezTo>
                  <a:cubicBezTo>
                    <a:pt x="16" y="36"/>
                    <a:pt x="19" y="39"/>
                    <a:pt x="19" y="42"/>
                  </a:cubicBezTo>
                  <a:cubicBezTo>
                    <a:pt x="15" y="41"/>
                    <a:pt x="12" y="39"/>
                    <a:pt x="9" y="36"/>
                  </a:cubicBezTo>
                  <a:cubicBezTo>
                    <a:pt x="7" y="33"/>
                    <a:pt x="0" y="26"/>
                    <a:pt x="1" y="22"/>
                  </a:cubicBezTo>
                  <a:cubicBezTo>
                    <a:pt x="2" y="19"/>
                    <a:pt x="8" y="19"/>
                    <a:pt x="10" y="16"/>
                  </a:cubicBezTo>
                  <a:cubicBezTo>
                    <a:pt x="14" y="12"/>
                    <a:pt x="17" y="5"/>
                    <a:pt x="15" y="0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4976" name="Freeform 899">
              <a:extLst>
                <a:ext uri="{FF2B5EF4-FFF2-40B4-BE49-F238E27FC236}">
                  <a16:creationId xmlns:a16="http://schemas.microsoft.com/office/drawing/2014/main" id="{79E289D7-5BCA-4EAF-BAC8-1BB1ED82AE0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1" y="2497"/>
              <a:ext cx="26" cy="88"/>
            </a:xfrm>
            <a:custGeom>
              <a:avLst/>
              <a:gdLst>
                <a:gd name="T0" fmla="*/ 49 w 17"/>
                <a:gd name="T1" fmla="*/ 14 h 57"/>
                <a:gd name="T2" fmla="*/ 49 w 17"/>
                <a:gd name="T3" fmla="*/ 148 h 57"/>
                <a:gd name="T4" fmla="*/ 0 w 17"/>
                <a:gd name="T5" fmla="*/ 210 h 57"/>
                <a:gd name="T6" fmla="*/ 26 w 17"/>
                <a:gd name="T7" fmla="*/ 174 h 57"/>
                <a:gd name="T8" fmla="*/ 8 w 17"/>
                <a:gd name="T9" fmla="*/ 124 h 57"/>
                <a:gd name="T10" fmla="*/ 26 w 17"/>
                <a:gd name="T11" fmla="*/ 76 h 57"/>
                <a:gd name="T12" fmla="*/ 43 w 17"/>
                <a:gd name="T13" fmla="*/ 0 h 5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" h="57">
                  <a:moveTo>
                    <a:pt x="14" y="4"/>
                  </a:moveTo>
                  <a:cubicBezTo>
                    <a:pt x="16" y="16"/>
                    <a:pt x="17" y="29"/>
                    <a:pt x="14" y="40"/>
                  </a:cubicBezTo>
                  <a:cubicBezTo>
                    <a:pt x="12" y="50"/>
                    <a:pt x="9" y="53"/>
                    <a:pt x="0" y="57"/>
                  </a:cubicBezTo>
                  <a:cubicBezTo>
                    <a:pt x="3" y="54"/>
                    <a:pt x="7" y="51"/>
                    <a:pt x="7" y="47"/>
                  </a:cubicBezTo>
                  <a:cubicBezTo>
                    <a:pt x="8" y="42"/>
                    <a:pt x="3" y="39"/>
                    <a:pt x="2" y="34"/>
                  </a:cubicBezTo>
                  <a:cubicBezTo>
                    <a:pt x="1" y="29"/>
                    <a:pt x="5" y="25"/>
                    <a:pt x="7" y="21"/>
                  </a:cubicBezTo>
                  <a:cubicBezTo>
                    <a:pt x="10" y="14"/>
                    <a:pt x="11" y="7"/>
                    <a:pt x="12" y="0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4977" name="Freeform 900">
              <a:extLst>
                <a:ext uri="{FF2B5EF4-FFF2-40B4-BE49-F238E27FC236}">
                  <a16:creationId xmlns:a16="http://schemas.microsoft.com/office/drawing/2014/main" id="{3695BFC5-DEC6-41BE-B0C8-D80DD68ED4A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2" y="2480"/>
              <a:ext cx="129" cy="119"/>
            </a:xfrm>
            <a:custGeom>
              <a:avLst/>
              <a:gdLst>
                <a:gd name="T0" fmla="*/ 30 w 83"/>
                <a:gd name="T1" fmla="*/ 0 h 77"/>
                <a:gd name="T2" fmla="*/ 34 w 83"/>
                <a:gd name="T3" fmla="*/ 62 h 77"/>
                <a:gd name="T4" fmla="*/ 40 w 83"/>
                <a:gd name="T5" fmla="*/ 232 h 77"/>
                <a:gd name="T6" fmla="*/ 157 w 83"/>
                <a:gd name="T7" fmla="*/ 284 h 77"/>
                <a:gd name="T8" fmla="*/ 274 w 83"/>
                <a:gd name="T9" fmla="*/ 244 h 77"/>
                <a:gd name="T10" fmla="*/ 292 w 83"/>
                <a:gd name="T11" fmla="*/ 88 h 77"/>
                <a:gd name="T12" fmla="*/ 291 w 83"/>
                <a:gd name="T13" fmla="*/ 62 h 77"/>
                <a:gd name="T14" fmla="*/ 284 w 83"/>
                <a:gd name="T15" fmla="*/ 45 h 77"/>
                <a:gd name="T16" fmla="*/ 283 w 83"/>
                <a:gd name="T17" fmla="*/ 12 h 77"/>
                <a:gd name="T18" fmla="*/ 283 w 83"/>
                <a:gd name="T19" fmla="*/ 45 h 77"/>
                <a:gd name="T20" fmla="*/ 284 w 83"/>
                <a:gd name="T21" fmla="*/ 62 h 77"/>
                <a:gd name="T22" fmla="*/ 284 w 83"/>
                <a:gd name="T23" fmla="*/ 88 h 77"/>
                <a:gd name="T24" fmla="*/ 270 w 83"/>
                <a:gd name="T25" fmla="*/ 240 h 77"/>
                <a:gd name="T26" fmla="*/ 157 w 83"/>
                <a:gd name="T27" fmla="*/ 277 h 77"/>
                <a:gd name="T28" fmla="*/ 47 w 83"/>
                <a:gd name="T29" fmla="*/ 232 h 77"/>
                <a:gd name="T30" fmla="*/ 39 w 83"/>
                <a:gd name="T31" fmla="*/ 62 h 77"/>
                <a:gd name="T32" fmla="*/ 30 w 83"/>
                <a:gd name="T33" fmla="*/ 0 h 7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83" h="77">
                  <a:moveTo>
                    <a:pt x="8" y="0"/>
                  </a:moveTo>
                  <a:cubicBezTo>
                    <a:pt x="13" y="5"/>
                    <a:pt x="11" y="12"/>
                    <a:pt x="9" y="17"/>
                  </a:cubicBezTo>
                  <a:cubicBezTo>
                    <a:pt x="6" y="24"/>
                    <a:pt x="0" y="48"/>
                    <a:pt x="11" y="63"/>
                  </a:cubicBezTo>
                  <a:cubicBezTo>
                    <a:pt x="17" y="73"/>
                    <a:pt x="28" y="77"/>
                    <a:pt x="42" y="77"/>
                  </a:cubicBezTo>
                  <a:cubicBezTo>
                    <a:pt x="57" y="77"/>
                    <a:pt x="67" y="73"/>
                    <a:pt x="73" y="66"/>
                  </a:cubicBezTo>
                  <a:cubicBezTo>
                    <a:pt x="83" y="54"/>
                    <a:pt x="80" y="36"/>
                    <a:pt x="78" y="24"/>
                  </a:cubicBezTo>
                  <a:cubicBezTo>
                    <a:pt x="77" y="17"/>
                    <a:pt x="77" y="17"/>
                    <a:pt x="77" y="17"/>
                  </a:cubicBezTo>
                  <a:cubicBezTo>
                    <a:pt x="77" y="17"/>
                    <a:pt x="76" y="12"/>
                    <a:pt x="76" y="12"/>
                  </a:cubicBezTo>
                  <a:cubicBezTo>
                    <a:pt x="75" y="9"/>
                    <a:pt x="75" y="5"/>
                    <a:pt x="75" y="3"/>
                  </a:cubicBezTo>
                  <a:cubicBezTo>
                    <a:pt x="74" y="5"/>
                    <a:pt x="74" y="9"/>
                    <a:pt x="75" y="12"/>
                  </a:cubicBezTo>
                  <a:cubicBezTo>
                    <a:pt x="76" y="17"/>
                    <a:pt x="76" y="17"/>
                    <a:pt x="76" y="17"/>
                  </a:cubicBezTo>
                  <a:cubicBezTo>
                    <a:pt x="76" y="24"/>
                    <a:pt x="76" y="24"/>
                    <a:pt x="76" y="24"/>
                  </a:cubicBezTo>
                  <a:cubicBezTo>
                    <a:pt x="78" y="36"/>
                    <a:pt x="81" y="54"/>
                    <a:pt x="72" y="65"/>
                  </a:cubicBezTo>
                  <a:cubicBezTo>
                    <a:pt x="66" y="72"/>
                    <a:pt x="56" y="75"/>
                    <a:pt x="42" y="75"/>
                  </a:cubicBezTo>
                  <a:cubicBezTo>
                    <a:pt x="28" y="75"/>
                    <a:pt x="18" y="71"/>
                    <a:pt x="12" y="63"/>
                  </a:cubicBezTo>
                  <a:cubicBezTo>
                    <a:pt x="1" y="47"/>
                    <a:pt x="8" y="21"/>
                    <a:pt x="10" y="17"/>
                  </a:cubicBezTo>
                  <a:cubicBezTo>
                    <a:pt x="12" y="12"/>
                    <a:pt x="13" y="6"/>
                    <a:pt x="8" y="0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4978" name="Freeform 901">
              <a:extLst>
                <a:ext uri="{FF2B5EF4-FFF2-40B4-BE49-F238E27FC236}">
                  <a16:creationId xmlns:a16="http://schemas.microsoft.com/office/drawing/2014/main" id="{19A6C764-F39D-49BC-9509-C10393E7DEC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2" y="2480"/>
              <a:ext cx="52" cy="110"/>
            </a:xfrm>
            <a:custGeom>
              <a:avLst/>
              <a:gdLst>
                <a:gd name="T0" fmla="*/ 117 w 33"/>
                <a:gd name="T1" fmla="*/ 0 h 71"/>
                <a:gd name="T2" fmla="*/ 121 w 33"/>
                <a:gd name="T3" fmla="*/ 48 h 71"/>
                <a:gd name="T4" fmla="*/ 113 w 33"/>
                <a:gd name="T5" fmla="*/ 170 h 71"/>
                <a:gd name="T6" fmla="*/ 113 w 33"/>
                <a:gd name="T7" fmla="*/ 170 h 71"/>
                <a:gd name="T8" fmla="*/ 113 w 33"/>
                <a:gd name="T9" fmla="*/ 175 h 71"/>
                <a:gd name="T10" fmla="*/ 124 w 33"/>
                <a:gd name="T11" fmla="*/ 209 h 71"/>
                <a:gd name="T12" fmla="*/ 68 w 33"/>
                <a:gd name="T13" fmla="*/ 259 h 71"/>
                <a:gd name="T14" fmla="*/ 68 w 33"/>
                <a:gd name="T15" fmla="*/ 259 h 71"/>
                <a:gd name="T16" fmla="*/ 5 w 33"/>
                <a:gd name="T17" fmla="*/ 209 h 71"/>
                <a:gd name="T18" fmla="*/ 14 w 33"/>
                <a:gd name="T19" fmla="*/ 170 h 71"/>
                <a:gd name="T20" fmla="*/ 14 w 33"/>
                <a:gd name="T21" fmla="*/ 170 h 71"/>
                <a:gd name="T22" fmla="*/ 13 w 33"/>
                <a:gd name="T23" fmla="*/ 48 h 71"/>
                <a:gd name="T24" fmla="*/ 5 w 33"/>
                <a:gd name="T25" fmla="*/ 19 h 71"/>
                <a:gd name="T26" fmla="*/ 8 w 33"/>
                <a:gd name="T27" fmla="*/ 60 h 71"/>
                <a:gd name="T28" fmla="*/ 13 w 33"/>
                <a:gd name="T29" fmla="*/ 170 h 71"/>
                <a:gd name="T30" fmla="*/ 0 w 33"/>
                <a:gd name="T31" fmla="*/ 205 h 71"/>
                <a:gd name="T32" fmla="*/ 0 w 33"/>
                <a:gd name="T33" fmla="*/ 211 h 71"/>
                <a:gd name="T34" fmla="*/ 61 w 33"/>
                <a:gd name="T35" fmla="*/ 263 h 71"/>
                <a:gd name="T36" fmla="*/ 68 w 33"/>
                <a:gd name="T37" fmla="*/ 263 h 71"/>
                <a:gd name="T38" fmla="*/ 129 w 33"/>
                <a:gd name="T39" fmla="*/ 211 h 71"/>
                <a:gd name="T40" fmla="*/ 129 w 33"/>
                <a:gd name="T41" fmla="*/ 205 h 71"/>
                <a:gd name="T42" fmla="*/ 117 w 33"/>
                <a:gd name="T43" fmla="*/ 170 h 71"/>
                <a:gd name="T44" fmla="*/ 124 w 33"/>
                <a:gd name="T45" fmla="*/ 56 h 71"/>
                <a:gd name="T46" fmla="*/ 124 w 33"/>
                <a:gd name="T47" fmla="*/ 48 h 71"/>
                <a:gd name="T48" fmla="*/ 117 w 33"/>
                <a:gd name="T49" fmla="*/ 0 h 71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33" h="71">
                  <a:moveTo>
                    <a:pt x="30" y="0"/>
                  </a:moveTo>
                  <a:cubicBezTo>
                    <a:pt x="31" y="2"/>
                    <a:pt x="31" y="8"/>
                    <a:pt x="31" y="13"/>
                  </a:cubicBezTo>
                  <a:cubicBezTo>
                    <a:pt x="31" y="18"/>
                    <a:pt x="29" y="43"/>
                    <a:pt x="29" y="46"/>
                  </a:cubicBezTo>
                  <a:cubicBezTo>
                    <a:pt x="29" y="46"/>
                    <a:pt x="29" y="46"/>
                    <a:pt x="29" y="46"/>
                  </a:cubicBezTo>
                  <a:cubicBezTo>
                    <a:pt x="29" y="47"/>
                    <a:pt x="29" y="47"/>
                    <a:pt x="29" y="47"/>
                  </a:cubicBezTo>
                  <a:cubicBezTo>
                    <a:pt x="31" y="50"/>
                    <a:pt x="33" y="54"/>
                    <a:pt x="32" y="56"/>
                  </a:cubicBezTo>
                  <a:cubicBezTo>
                    <a:pt x="31" y="61"/>
                    <a:pt x="26" y="70"/>
                    <a:pt x="17" y="70"/>
                  </a:cubicBezTo>
                  <a:cubicBezTo>
                    <a:pt x="17" y="70"/>
                    <a:pt x="17" y="70"/>
                    <a:pt x="17" y="70"/>
                  </a:cubicBezTo>
                  <a:cubicBezTo>
                    <a:pt x="8" y="70"/>
                    <a:pt x="2" y="61"/>
                    <a:pt x="1" y="56"/>
                  </a:cubicBezTo>
                  <a:cubicBezTo>
                    <a:pt x="0" y="54"/>
                    <a:pt x="2" y="50"/>
                    <a:pt x="4" y="46"/>
                  </a:cubicBezTo>
                  <a:cubicBezTo>
                    <a:pt x="4" y="46"/>
                    <a:pt x="4" y="46"/>
                    <a:pt x="4" y="46"/>
                  </a:cubicBezTo>
                  <a:cubicBezTo>
                    <a:pt x="4" y="43"/>
                    <a:pt x="3" y="18"/>
                    <a:pt x="3" y="13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2" y="16"/>
                    <a:pt x="2" y="16"/>
                    <a:pt x="2" y="16"/>
                  </a:cubicBezTo>
                  <a:cubicBezTo>
                    <a:pt x="2" y="21"/>
                    <a:pt x="2" y="42"/>
                    <a:pt x="3" y="46"/>
                  </a:cubicBezTo>
                  <a:cubicBezTo>
                    <a:pt x="1" y="49"/>
                    <a:pt x="0" y="52"/>
                    <a:pt x="0" y="55"/>
                  </a:cubicBezTo>
                  <a:cubicBezTo>
                    <a:pt x="0" y="56"/>
                    <a:pt x="0" y="56"/>
                    <a:pt x="0" y="57"/>
                  </a:cubicBezTo>
                  <a:cubicBezTo>
                    <a:pt x="1" y="62"/>
                    <a:pt x="7" y="71"/>
                    <a:pt x="16" y="71"/>
                  </a:cubicBezTo>
                  <a:cubicBezTo>
                    <a:pt x="17" y="71"/>
                    <a:pt x="17" y="71"/>
                    <a:pt x="17" y="71"/>
                  </a:cubicBezTo>
                  <a:cubicBezTo>
                    <a:pt x="27" y="71"/>
                    <a:pt x="31" y="62"/>
                    <a:pt x="33" y="57"/>
                  </a:cubicBezTo>
                  <a:cubicBezTo>
                    <a:pt x="33" y="57"/>
                    <a:pt x="33" y="56"/>
                    <a:pt x="33" y="55"/>
                  </a:cubicBezTo>
                  <a:cubicBezTo>
                    <a:pt x="33" y="53"/>
                    <a:pt x="32" y="49"/>
                    <a:pt x="30" y="46"/>
                  </a:cubicBezTo>
                  <a:cubicBezTo>
                    <a:pt x="31" y="42"/>
                    <a:pt x="32" y="19"/>
                    <a:pt x="32" y="15"/>
                  </a:cubicBezTo>
                  <a:cubicBezTo>
                    <a:pt x="32" y="14"/>
                    <a:pt x="32" y="14"/>
                    <a:pt x="32" y="13"/>
                  </a:cubicBezTo>
                  <a:cubicBezTo>
                    <a:pt x="32" y="8"/>
                    <a:pt x="31" y="3"/>
                    <a:pt x="30" y="0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4979" name="Freeform 902">
              <a:extLst>
                <a:ext uri="{FF2B5EF4-FFF2-40B4-BE49-F238E27FC236}">
                  <a16:creationId xmlns:a16="http://schemas.microsoft.com/office/drawing/2014/main" id="{C5C37DBA-DB20-4036-A2DF-0789559FF80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7" y="2545"/>
              <a:ext cx="12" cy="8"/>
            </a:xfrm>
            <a:custGeom>
              <a:avLst/>
              <a:gdLst>
                <a:gd name="T0" fmla="*/ 0 w 8"/>
                <a:gd name="T1" fmla="*/ 0 h 5"/>
                <a:gd name="T2" fmla="*/ 26 w 8"/>
                <a:gd name="T3" fmla="*/ 21 h 5"/>
                <a:gd name="T4" fmla="*/ 27 w 8"/>
                <a:gd name="T5" fmla="*/ 16 h 5"/>
                <a:gd name="T6" fmla="*/ 0 w 8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2" y="1"/>
                    <a:pt x="6" y="3"/>
                    <a:pt x="7" y="5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6" y="1"/>
                    <a:pt x="1" y="1"/>
                    <a:pt x="0" y="0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</p:grpSp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5841" name="adult-male-full-body-illustration">
            <a:extLst>
              <a:ext uri="{FF2B5EF4-FFF2-40B4-BE49-F238E27FC236}">
                <a16:creationId xmlns:a16="http://schemas.microsoft.com/office/drawing/2014/main" id="{5C56BFC8-C90F-4367-9492-E6356892B0AE}"/>
              </a:ext>
            </a:extLst>
          </p:cNvPr>
          <p:cNvGrpSpPr>
            <a:grpSpLocks/>
          </p:cNvGrpSpPr>
          <p:nvPr/>
        </p:nvGrpSpPr>
        <p:grpSpPr bwMode="auto">
          <a:xfrm>
            <a:off x="8280400" y="1168400"/>
            <a:ext cx="1854200" cy="5308600"/>
            <a:chOff x="2971" y="717"/>
            <a:chExt cx="1168" cy="3344"/>
          </a:xfrm>
        </p:grpSpPr>
        <p:sp>
          <p:nvSpPr>
            <p:cNvPr id="36515" name="Freeform 3">
              <a:extLst>
                <a:ext uri="{FF2B5EF4-FFF2-40B4-BE49-F238E27FC236}">
                  <a16:creationId xmlns:a16="http://schemas.microsoft.com/office/drawing/2014/main" id="{F99DB3AF-CE16-4361-971B-6C45D7406B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1" y="1072"/>
              <a:ext cx="1168" cy="2989"/>
            </a:xfrm>
            <a:custGeom>
              <a:avLst/>
              <a:gdLst>
                <a:gd name="T0" fmla="*/ 2859 w 732"/>
                <a:gd name="T1" fmla="*/ 3478 h 1876"/>
                <a:gd name="T2" fmla="*/ 2689 w 732"/>
                <a:gd name="T3" fmla="*/ 3026 h 1876"/>
                <a:gd name="T4" fmla="*/ 2591 w 732"/>
                <a:gd name="T5" fmla="*/ 1861 h 1876"/>
                <a:gd name="T6" fmla="*/ 2279 w 732"/>
                <a:gd name="T7" fmla="*/ 526 h 1876"/>
                <a:gd name="T8" fmla="*/ 1718 w 732"/>
                <a:gd name="T9" fmla="*/ 0 h 1876"/>
                <a:gd name="T10" fmla="*/ 1344 w 732"/>
                <a:gd name="T11" fmla="*/ 158 h 1876"/>
                <a:gd name="T12" fmla="*/ 878 w 732"/>
                <a:gd name="T13" fmla="*/ 478 h 1876"/>
                <a:gd name="T14" fmla="*/ 448 w 732"/>
                <a:gd name="T15" fmla="*/ 1270 h 1876"/>
                <a:gd name="T16" fmla="*/ 295 w 732"/>
                <a:gd name="T17" fmla="*/ 2815 h 1876"/>
                <a:gd name="T18" fmla="*/ 257 w 732"/>
                <a:gd name="T19" fmla="*/ 3273 h 1876"/>
                <a:gd name="T20" fmla="*/ 29 w 732"/>
                <a:gd name="T21" fmla="*/ 3743 h 1876"/>
                <a:gd name="T22" fmla="*/ 185 w 732"/>
                <a:gd name="T23" fmla="*/ 3625 h 1876"/>
                <a:gd name="T24" fmla="*/ 260 w 732"/>
                <a:gd name="T25" fmla="*/ 4036 h 1876"/>
                <a:gd name="T26" fmla="*/ 394 w 732"/>
                <a:gd name="T27" fmla="*/ 4052 h 1876"/>
                <a:gd name="T28" fmla="*/ 483 w 732"/>
                <a:gd name="T29" fmla="*/ 4017 h 1876"/>
                <a:gd name="T30" fmla="*/ 573 w 732"/>
                <a:gd name="T31" fmla="*/ 3628 h 1876"/>
                <a:gd name="T32" fmla="*/ 539 w 732"/>
                <a:gd name="T33" fmla="*/ 3094 h 1876"/>
                <a:gd name="T34" fmla="*/ 771 w 732"/>
                <a:gd name="T35" fmla="*/ 1767 h 1876"/>
                <a:gd name="T36" fmla="*/ 783 w 732"/>
                <a:gd name="T37" fmla="*/ 1596 h 1876"/>
                <a:gd name="T38" fmla="*/ 873 w 732"/>
                <a:gd name="T39" fmla="*/ 2666 h 1876"/>
                <a:gd name="T40" fmla="*/ 886 w 732"/>
                <a:gd name="T41" fmla="*/ 4887 h 1876"/>
                <a:gd name="T42" fmla="*/ 948 w 732"/>
                <a:gd name="T43" fmla="*/ 6021 h 1876"/>
                <a:gd name="T44" fmla="*/ 1130 w 732"/>
                <a:gd name="T45" fmla="*/ 7074 h 1876"/>
                <a:gd name="T46" fmla="*/ 919 w 732"/>
                <a:gd name="T47" fmla="*/ 7390 h 1876"/>
                <a:gd name="T48" fmla="*/ 914 w 732"/>
                <a:gd name="T49" fmla="*/ 7471 h 1876"/>
                <a:gd name="T50" fmla="*/ 970 w 732"/>
                <a:gd name="T51" fmla="*/ 7512 h 1876"/>
                <a:gd name="T52" fmla="*/ 1171 w 732"/>
                <a:gd name="T53" fmla="*/ 7539 h 1876"/>
                <a:gd name="T54" fmla="*/ 1385 w 732"/>
                <a:gd name="T55" fmla="*/ 7444 h 1876"/>
                <a:gd name="T56" fmla="*/ 1398 w 732"/>
                <a:gd name="T57" fmla="*/ 7009 h 1876"/>
                <a:gd name="T58" fmla="*/ 1419 w 732"/>
                <a:gd name="T59" fmla="*/ 5871 h 1876"/>
                <a:gd name="T60" fmla="*/ 1446 w 732"/>
                <a:gd name="T61" fmla="*/ 4389 h 1876"/>
                <a:gd name="T62" fmla="*/ 1527 w 732"/>
                <a:gd name="T63" fmla="*/ 4389 h 1876"/>
                <a:gd name="T64" fmla="*/ 1556 w 732"/>
                <a:gd name="T65" fmla="*/ 5871 h 1876"/>
                <a:gd name="T66" fmla="*/ 1573 w 732"/>
                <a:gd name="T67" fmla="*/ 7009 h 1876"/>
                <a:gd name="T68" fmla="*/ 1583 w 732"/>
                <a:gd name="T69" fmla="*/ 7444 h 1876"/>
                <a:gd name="T70" fmla="*/ 1803 w 732"/>
                <a:gd name="T71" fmla="*/ 7539 h 1876"/>
                <a:gd name="T72" fmla="*/ 2004 w 732"/>
                <a:gd name="T73" fmla="*/ 7512 h 1876"/>
                <a:gd name="T74" fmla="*/ 2060 w 732"/>
                <a:gd name="T75" fmla="*/ 7471 h 1876"/>
                <a:gd name="T76" fmla="*/ 2055 w 732"/>
                <a:gd name="T77" fmla="*/ 7390 h 1876"/>
                <a:gd name="T78" fmla="*/ 1843 w 732"/>
                <a:gd name="T79" fmla="*/ 7074 h 1876"/>
                <a:gd name="T80" fmla="*/ 2026 w 732"/>
                <a:gd name="T81" fmla="*/ 6021 h 1876"/>
                <a:gd name="T82" fmla="*/ 2087 w 732"/>
                <a:gd name="T83" fmla="*/ 4887 h 1876"/>
                <a:gd name="T84" fmla="*/ 2189 w 732"/>
                <a:gd name="T85" fmla="*/ 3155 h 1876"/>
                <a:gd name="T86" fmla="*/ 2168 w 732"/>
                <a:gd name="T87" fmla="*/ 1826 h 1876"/>
                <a:gd name="T88" fmla="*/ 2194 w 732"/>
                <a:gd name="T89" fmla="*/ 1683 h 1876"/>
                <a:gd name="T90" fmla="*/ 2258 w 732"/>
                <a:gd name="T91" fmla="*/ 2532 h 1876"/>
                <a:gd name="T92" fmla="*/ 2437 w 732"/>
                <a:gd name="T93" fmla="*/ 3320 h 1876"/>
                <a:gd name="T94" fmla="*/ 2449 w 732"/>
                <a:gd name="T95" fmla="*/ 3894 h 1876"/>
                <a:gd name="T96" fmla="*/ 2556 w 732"/>
                <a:gd name="T97" fmla="*/ 4077 h 1876"/>
                <a:gd name="T98" fmla="*/ 2647 w 732"/>
                <a:gd name="T99" fmla="*/ 4069 h 1876"/>
                <a:gd name="T100" fmla="*/ 2757 w 732"/>
                <a:gd name="T101" fmla="*/ 3757 h 1876"/>
                <a:gd name="T102" fmla="*/ 2925 w 732"/>
                <a:gd name="T103" fmla="*/ 3813 h 187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0" t="0" r="r" b="b"/>
              <a:pathLst>
                <a:path w="732" h="1876">
                  <a:moveTo>
                    <a:pt x="725" y="925"/>
                  </a:moveTo>
                  <a:cubicBezTo>
                    <a:pt x="722" y="915"/>
                    <a:pt x="721" y="903"/>
                    <a:pt x="718" y="899"/>
                  </a:cubicBezTo>
                  <a:cubicBezTo>
                    <a:pt x="715" y="894"/>
                    <a:pt x="710" y="869"/>
                    <a:pt x="704" y="860"/>
                  </a:cubicBezTo>
                  <a:cubicBezTo>
                    <a:pt x="698" y="852"/>
                    <a:pt x="676" y="815"/>
                    <a:pt x="670" y="809"/>
                  </a:cubicBezTo>
                  <a:cubicBezTo>
                    <a:pt x="668" y="805"/>
                    <a:pt x="669" y="791"/>
                    <a:pt x="667" y="780"/>
                  </a:cubicBezTo>
                  <a:cubicBezTo>
                    <a:pt x="664" y="770"/>
                    <a:pt x="665" y="760"/>
                    <a:pt x="662" y="748"/>
                  </a:cubicBezTo>
                  <a:cubicBezTo>
                    <a:pt x="660" y="736"/>
                    <a:pt x="659" y="712"/>
                    <a:pt x="659" y="696"/>
                  </a:cubicBezTo>
                  <a:cubicBezTo>
                    <a:pt x="658" y="669"/>
                    <a:pt x="658" y="560"/>
                    <a:pt x="643" y="521"/>
                  </a:cubicBezTo>
                  <a:cubicBezTo>
                    <a:pt x="640" y="508"/>
                    <a:pt x="638" y="488"/>
                    <a:pt x="638" y="460"/>
                  </a:cubicBezTo>
                  <a:cubicBezTo>
                    <a:pt x="637" y="382"/>
                    <a:pt x="621" y="338"/>
                    <a:pt x="622" y="314"/>
                  </a:cubicBezTo>
                  <a:cubicBezTo>
                    <a:pt x="627" y="279"/>
                    <a:pt x="620" y="242"/>
                    <a:pt x="614" y="212"/>
                  </a:cubicBezTo>
                  <a:cubicBezTo>
                    <a:pt x="601" y="149"/>
                    <a:pt x="574" y="133"/>
                    <a:pt x="561" y="130"/>
                  </a:cubicBezTo>
                  <a:cubicBezTo>
                    <a:pt x="549" y="126"/>
                    <a:pt x="530" y="123"/>
                    <a:pt x="518" y="119"/>
                  </a:cubicBezTo>
                  <a:cubicBezTo>
                    <a:pt x="502" y="114"/>
                    <a:pt x="460" y="98"/>
                    <a:pt x="448" y="92"/>
                  </a:cubicBezTo>
                  <a:cubicBezTo>
                    <a:pt x="414" y="79"/>
                    <a:pt x="423" y="12"/>
                    <a:pt x="423" y="0"/>
                  </a:cubicBezTo>
                  <a:cubicBezTo>
                    <a:pt x="419" y="10"/>
                    <a:pt x="411" y="30"/>
                    <a:pt x="400" y="39"/>
                  </a:cubicBezTo>
                  <a:cubicBezTo>
                    <a:pt x="390" y="47"/>
                    <a:pt x="384" y="55"/>
                    <a:pt x="366" y="56"/>
                  </a:cubicBezTo>
                  <a:cubicBezTo>
                    <a:pt x="347" y="55"/>
                    <a:pt x="341" y="47"/>
                    <a:pt x="331" y="39"/>
                  </a:cubicBezTo>
                  <a:cubicBezTo>
                    <a:pt x="321" y="31"/>
                    <a:pt x="314" y="11"/>
                    <a:pt x="309" y="1"/>
                  </a:cubicBezTo>
                  <a:cubicBezTo>
                    <a:pt x="309" y="17"/>
                    <a:pt x="315" y="87"/>
                    <a:pt x="284" y="94"/>
                  </a:cubicBezTo>
                  <a:cubicBezTo>
                    <a:pt x="271" y="97"/>
                    <a:pt x="225" y="115"/>
                    <a:pt x="216" y="118"/>
                  </a:cubicBezTo>
                  <a:cubicBezTo>
                    <a:pt x="204" y="122"/>
                    <a:pt x="183" y="126"/>
                    <a:pt x="170" y="130"/>
                  </a:cubicBezTo>
                  <a:cubicBezTo>
                    <a:pt x="158" y="133"/>
                    <a:pt x="131" y="149"/>
                    <a:pt x="118" y="212"/>
                  </a:cubicBezTo>
                  <a:cubicBezTo>
                    <a:pt x="112" y="242"/>
                    <a:pt x="105" y="279"/>
                    <a:pt x="110" y="314"/>
                  </a:cubicBezTo>
                  <a:cubicBezTo>
                    <a:pt x="111" y="338"/>
                    <a:pt x="95" y="382"/>
                    <a:pt x="94" y="460"/>
                  </a:cubicBezTo>
                  <a:cubicBezTo>
                    <a:pt x="94" y="488"/>
                    <a:pt x="92" y="508"/>
                    <a:pt x="89" y="521"/>
                  </a:cubicBezTo>
                  <a:cubicBezTo>
                    <a:pt x="74" y="560"/>
                    <a:pt x="74" y="669"/>
                    <a:pt x="73" y="696"/>
                  </a:cubicBezTo>
                  <a:cubicBezTo>
                    <a:pt x="73" y="712"/>
                    <a:pt x="72" y="736"/>
                    <a:pt x="70" y="748"/>
                  </a:cubicBezTo>
                  <a:cubicBezTo>
                    <a:pt x="67" y="760"/>
                    <a:pt x="69" y="770"/>
                    <a:pt x="66" y="780"/>
                  </a:cubicBezTo>
                  <a:cubicBezTo>
                    <a:pt x="64" y="791"/>
                    <a:pt x="65" y="805"/>
                    <a:pt x="63" y="809"/>
                  </a:cubicBezTo>
                  <a:cubicBezTo>
                    <a:pt x="58" y="815"/>
                    <a:pt x="35" y="852"/>
                    <a:pt x="29" y="860"/>
                  </a:cubicBezTo>
                  <a:cubicBezTo>
                    <a:pt x="24" y="869"/>
                    <a:pt x="17" y="894"/>
                    <a:pt x="14" y="899"/>
                  </a:cubicBezTo>
                  <a:cubicBezTo>
                    <a:pt x="11" y="903"/>
                    <a:pt x="10" y="915"/>
                    <a:pt x="7" y="925"/>
                  </a:cubicBezTo>
                  <a:cubicBezTo>
                    <a:pt x="3" y="935"/>
                    <a:pt x="0" y="943"/>
                    <a:pt x="12" y="943"/>
                  </a:cubicBezTo>
                  <a:cubicBezTo>
                    <a:pt x="20" y="942"/>
                    <a:pt x="30" y="925"/>
                    <a:pt x="32" y="913"/>
                  </a:cubicBezTo>
                  <a:cubicBezTo>
                    <a:pt x="35" y="912"/>
                    <a:pt x="40" y="904"/>
                    <a:pt x="46" y="896"/>
                  </a:cubicBezTo>
                  <a:cubicBezTo>
                    <a:pt x="44" y="902"/>
                    <a:pt x="49" y="909"/>
                    <a:pt x="53" y="929"/>
                  </a:cubicBezTo>
                  <a:cubicBezTo>
                    <a:pt x="53" y="935"/>
                    <a:pt x="58" y="952"/>
                    <a:pt x="58" y="960"/>
                  </a:cubicBezTo>
                  <a:cubicBezTo>
                    <a:pt x="57" y="968"/>
                    <a:pt x="62" y="988"/>
                    <a:pt x="64" y="998"/>
                  </a:cubicBezTo>
                  <a:cubicBezTo>
                    <a:pt x="66" y="1009"/>
                    <a:pt x="74" y="1009"/>
                    <a:pt x="80" y="1006"/>
                  </a:cubicBezTo>
                  <a:cubicBezTo>
                    <a:pt x="80" y="1006"/>
                    <a:pt x="79" y="1015"/>
                    <a:pt x="88" y="1017"/>
                  </a:cubicBezTo>
                  <a:cubicBezTo>
                    <a:pt x="96" y="1018"/>
                    <a:pt x="97" y="1002"/>
                    <a:pt x="97" y="1002"/>
                  </a:cubicBezTo>
                  <a:cubicBezTo>
                    <a:pt x="97" y="1002"/>
                    <a:pt x="97" y="1008"/>
                    <a:pt x="103" y="1008"/>
                  </a:cubicBezTo>
                  <a:cubicBezTo>
                    <a:pt x="112" y="1009"/>
                    <a:pt x="113" y="989"/>
                    <a:pt x="113" y="989"/>
                  </a:cubicBezTo>
                  <a:cubicBezTo>
                    <a:pt x="114" y="991"/>
                    <a:pt x="114" y="993"/>
                    <a:pt x="119" y="993"/>
                  </a:cubicBezTo>
                  <a:cubicBezTo>
                    <a:pt x="123" y="992"/>
                    <a:pt x="127" y="971"/>
                    <a:pt x="129" y="963"/>
                  </a:cubicBezTo>
                  <a:cubicBezTo>
                    <a:pt x="131" y="954"/>
                    <a:pt x="134" y="946"/>
                    <a:pt x="135" y="939"/>
                  </a:cubicBezTo>
                  <a:cubicBezTo>
                    <a:pt x="136" y="933"/>
                    <a:pt x="136" y="928"/>
                    <a:pt x="141" y="897"/>
                  </a:cubicBezTo>
                  <a:cubicBezTo>
                    <a:pt x="147" y="865"/>
                    <a:pt x="130" y="832"/>
                    <a:pt x="132" y="821"/>
                  </a:cubicBezTo>
                  <a:cubicBezTo>
                    <a:pt x="135" y="811"/>
                    <a:pt x="126" y="794"/>
                    <a:pt x="128" y="791"/>
                  </a:cubicBezTo>
                  <a:cubicBezTo>
                    <a:pt x="129" y="789"/>
                    <a:pt x="131" y="776"/>
                    <a:pt x="133" y="765"/>
                  </a:cubicBezTo>
                  <a:cubicBezTo>
                    <a:pt x="135" y="753"/>
                    <a:pt x="173" y="650"/>
                    <a:pt x="176" y="626"/>
                  </a:cubicBezTo>
                  <a:cubicBezTo>
                    <a:pt x="184" y="582"/>
                    <a:pt x="183" y="562"/>
                    <a:pt x="179" y="532"/>
                  </a:cubicBezTo>
                  <a:cubicBezTo>
                    <a:pt x="180" y="509"/>
                    <a:pt x="188" y="448"/>
                    <a:pt x="190" y="437"/>
                  </a:cubicBezTo>
                  <a:cubicBezTo>
                    <a:pt x="191" y="435"/>
                    <a:pt x="190" y="423"/>
                    <a:pt x="192" y="416"/>
                  </a:cubicBezTo>
                  <a:cubicBezTo>
                    <a:pt x="192" y="412"/>
                    <a:pt x="193" y="404"/>
                    <a:pt x="193" y="394"/>
                  </a:cubicBezTo>
                  <a:cubicBezTo>
                    <a:pt x="193" y="395"/>
                    <a:pt x="193" y="395"/>
                    <a:pt x="193" y="395"/>
                  </a:cubicBezTo>
                  <a:cubicBezTo>
                    <a:pt x="193" y="406"/>
                    <a:pt x="196" y="424"/>
                    <a:pt x="198" y="451"/>
                  </a:cubicBezTo>
                  <a:cubicBezTo>
                    <a:pt x="196" y="474"/>
                    <a:pt x="207" y="516"/>
                    <a:pt x="208" y="537"/>
                  </a:cubicBezTo>
                  <a:cubicBezTo>
                    <a:pt x="205" y="544"/>
                    <a:pt x="215" y="659"/>
                    <a:pt x="215" y="659"/>
                  </a:cubicBezTo>
                  <a:cubicBezTo>
                    <a:pt x="211" y="666"/>
                    <a:pt x="194" y="753"/>
                    <a:pt x="193" y="780"/>
                  </a:cubicBezTo>
                  <a:cubicBezTo>
                    <a:pt x="191" y="793"/>
                    <a:pt x="196" y="811"/>
                    <a:pt x="195" y="841"/>
                  </a:cubicBezTo>
                  <a:cubicBezTo>
                    <a:pt x="193" y="877"/>
                    <a:pt x="164" y="1023"/>
                    <a:pt x="218" y="1208"/>
                  </a:cubicBezTo>
                  <a:cubicBezTo>
                    <a:pt x="221" y="1218"/>
                    <a:pt x="221" y="1255"/>
                    <a:pt x="225" y="1275"/>
                  </a:cubicBezTo>
                  <a:cubicBezTo>
                    <a:pt x="225" y="1280"/>
                    <a:pt x="235" y="1304"/>
                    <a:pt x="235" y="1335"/>
                  </a:cubicBezTo>
                  <a:cubicBezTo>
                    <a:pt x="236" y="1386"/>
                    <a:pt x="231" y="1453"/>
                    <a:pt x="233" y="1489"/>
                  </a:cubicBezTo>
                  <a:cubicBezTo>
                    <a:pt x="235" y="1549"/>
                    <a:pt x="257" y="1604"/>
                    <a:pt x="266" y="1642"/>
                  </a:cubicBezTo>
                  <a:cubicBezTo>
                    <a:pt x="274" y="1681"/>
                    <a:pt x="278" y="1711"/>
                    <a:pt x="276" y="1719"/>
                  </a:cubicBezTo>
                  <a:cubicBezTo>
                    <a:pt x="274" y="1725"/>
                    <a:pt x="273" y="1738"/>
                    <a:pt x="278" y="1749"/>
                  </a:cubicBezTo>
                  <a:cubicBezTo>
                    <a:pt x="278" y="1750"/>
                    <a:pt x="263" y="1788"/>
                    <a:pt x="254" y="1795"/>
                  </a:cubicBezTo>
                  <a:cubicBezTo>
                    <a:pt x="246" y="1802"/>
                    <a:pt x="244" y="1808"/>
                    <a:pt x="238" y="1812"/>
                  </a:cubicBezTo>
                  <a:cubicBezTo>
                    <a:pt x="231" y="1815"/>
                    <a:pt x="228" y="1819"/>
                    <a:pt x="226" y="1827"/>
                  </a:cubicBezTo>
                  <a:cubicBezTo>
                    <a:pt x="224" y="1833"/>
                    <a:pt x="218" y="1841"/>
                    <a:pt x="222" y="1846"/>
                  </a:cubicBezTo>
                  <a:cubicBezTo>
                    <a:pt x="223" y="1846"/>
                    <a:pt x="224" y="1847"/>
                    <a:pt x="224" y="1847"/>
                  </a:cubicBezTo>
                  <a:cubicBezTo>
                    <a:pt x="225" y="1847"/>
                    <a:pt x="225" y="1847"/>
                    <a:pt x="225" y="1847"/>
                  </a:cubicBezTo>
                  <a:cubicBezTo>
                    <a:pt x="224" y="1849"/>
                    <a:pt x="224" y="1851"/>
                    <a:pt x="225" y="1853"/>
                  </a:cubicBezTo>
                  <a:cubicBezTo>
                    <a:pt x="228" y="1858"/>
                    <a:pt x="232" y="1859"/>
                    <a:pt x="238" y="1858"/>
                  </a:cubicBezTo>
                  <a:cubicBezTo>
                    <a:pt x="239" y="1857"/>
                    <a:pt x="239" y="1857"/>
                    <a:pt x="239" y="1857"/>
                  </a:cubicBezTo>
                  <a:cubicBezTo>
                    <a:pt x="239" y="1859"/>
                    <a:pt x="239" y="1861"/>
                    <a:pt x="241" y="1863"/>
                  </a:cubicBezTo>
                  <a:cubicBezTo>
                    <a:pt x="245" y="1869"/>
                    <a:pt x="257" y="1872"/>
                    <a:pt x="262" y="1866"/>
                  </a:cubicBezTo>
                  <a:cubicBezTo>
                    <a:pt x="269" y="1871"/>
                    <a:pt x="283" y="1871"/>
                    <a:pt x="288" y="1864"/>
                  </a:cubicBezTo>
                  <a:cubicBezTo>
                    <a:pt x="291" y="1876"/>
                    <a:pt x="307" y="1874"/>
                    <a:pt x="316" y="1872"/>
                  </a:cubicBezTo>
                  <a:cubicBezTo>
                    <a:pt x="325" y="1870"/>
                    <a:pt x="329" y="1864"/>
                    <a:pt x="334" y="1859"/>
                  </a:cubicBezTo>
                  <a:cubicBezTo>
                    <a:pt x="339" y="1855"/>
                    <a:pt x="343" y="1851"/>
                    <a:pt x="341" y="1840"/>
                  </a:cubicBezTo>
                  <a:cubicBezTo>
                    <a:pt x="340" y="1829"/>
                    <a:pt x="341" y="1829"/>
                    <a:pt x="342" y="1816"/>
                  </a:cubicBezTo>
                  <a:cubicBezTo>
                    <a:pt x="343" y="1808"/>
                    <a:pt x="349" y="1806"/>
                    <a:pt x="350" y="1793"/>
                  </a:cubicBezTo>
                  <a:cubicBezTo>
                    <a:pt x="351" y="1783"/>
                    <a:pt x="344" y="1739"/>
                    <a:pt x="344" y="1733"/>
                  </a:cubicBezTo>
                  <a:cubicBezTo>
                    <a:pt x="346" y="1720"/>
                    <a:pt x="338" y="1709"/>
                    <a:pt x="335" y="1687"/>
                  </a:cubicBezTo>
                  <a:cubicBezTo>
                    <a:pt x="332" y="1664"/>
                    <a:pt x="340" y="1588"/>
                    <a:pt x="340" y="1574"/>
                  </a:cubicBezTo>
                  <a:cubicBezTo>
                    <a:pt x="340" y="1549"/>
                    <a:pt x="352" y="1505"/>
                    <a:pt x="349" y="1452"/>
                  </a:cubicBezTo>
                  <a:cubicBezTo>
                    <a:pt x="347" y="1421"/>
                    <a:pt x="333" y="1327"/>
                    <a:pt x="333" y="1305"/>
                  </a:cubicBezTo>
                  <a:cubicBezTo>
                    <a:pt x="333" y="1301"/>
                    <a:pt x="333" y="1278"/>
                    <a:pt x="334" y="1274"/>
                  </a:cubicBezTo>
                  <a:cubicBezTo>
                    <a:pt x="338" y="1260"/>
                    <a:pt x="356" y="1087"/>
                    <a:pt x="356" y="1085"/>
                  </a:cubicBezTo>
                  <a:cubicBezTo>
                    <a:pt x="358" y="1064"/>
                    <a:pt x="365" y="929"/>
                    <a:pt x="365" y="929"/>
                  </a:cubicBezTo>
                  <a:cubicBezTo>
                    <a:pt x="366" y="929"/>
                    <a:pt x="366" y="929"/>
                    <a:pt x="366" y="929"/>
                  </a:cubicBezTo>
                  <a:cubicBezTo>
                    <a:pt x="366" y="929"/>
                    <a:pt x="374" y="1064"/>
                    <a:pt x="376" y="1085"/>
                  </a:cubicBezTo>
                  <a:cubicBezTo>
                    <a:pt x="376" y="1087"/>
                    <a:pt x="394" y="1260"/>
                    <a:pt x="398" y="1274"/>
                  </a:cubicBezTo>
                  <a:cubicBezTo>
                    <a:pt x="399" y="1278"/>
                    <a:pt x="398" y="1301"/>
                    <a:pt x="398" y="1305"/>
                  </a:cubicBezTo>
                  <a:cubicBezTo>
                    <a:pt x="398" y="1327"/>
                    <a:pt x="385" y="1421"/>
                    <a:pt x="383" y="1452"/>
                  </a:cubicBezTo>
                  <a:cubicBezTo>
                    <a:pt x="379" y="1505"/>
                    <a:pt x="392" y="1549"/>
                    <a:pt x="392" y="1574"/>
                  </a:cubicBezTo>
                  <a:cubicBezTo>
                    <a:pt x="392" y="1588"/>
                    <a:pt x="400" y="1664"/>
                    <a:pt x="397" y="1687"/>
                  </a:cubicBezTo>
                  <a:cubicBezTo>
                    <a:pt x="394" y="1709"/>
                    <a:pt x="386" y="1720"/>
                    <a:pt x="387" y="1733"/>
                  </a:cubicBezTo>
                  <a:cubicBezTo>
                    <a:pt x="388" y="1739"/>
                    <a:pt x="381" y="1783"/>
                    <a:pt x="382" y="1793"/>
                  </a:cubicBezTo>
                  <a:cubicBezTo>
                    <a:pt x="383" y="1806"/>
                    <a:pt x="389" y="1808"/>
                    <a:pt x="389" y="1816"/>
                  </a:cubicBezTo>
                  <a:cubicBezTo>
                    <a:pt x="390" y="1829"/>
                    <a:pt x="392" y="1829"/>
                    <a:pt x="390" y="1840"/>
                  </a:cubicBezTo>
                  <a:cubicBezTo>
                    <a:pt x="389" y="1851"/>
                    <a:pt x="393" y="1855"/>
                    <a:pt x="398" y="1859"/>
                  </a:cubicBezTo>
                  <a:cubicBezTo>
                    <a:pt x="403" y="1864"/>
                    <a:pt x="407" y="1870"/>
                    <a:pt x="416" y="1872"/>
                  </a:cubicBezTo>
                  <a:cubicBezTo>
                    <a:pt x="425" y="1874"/>
                    <a:pt x="440" y="1876"/>
                    <a:pt x="444" y="1864"/>
                  </a:cubicBezTo>
                  <a:cubicBezTo>
                    <a:pt x="449" y="1871"/>
                    <a:pt x="462" y="1871"/>
                    <a:pt x="469" y="1866"/>
                  </a:cubicBezTo>
                  <a:cubicBezTo>
                    <a:pt x="474" y="1872"/>
                    <a:pt x="487" y="1869"/>
                    <a:pt x="491" y="1863"/>
                  </a:cubicBezTo>
                  <a:cubicBezTo>
                    <a:pt x="492" y="1861"/>
                    <a:pt x="493" y="1859"/>
                    <a:pt x="493" y="1857"/>
                  </a:cubicBezTo>
                  <a:cubicBezTo>
                    <a:pt x="494" y="1858"/>
                    <a:pt x="494" y="1858"/>
                    <a:pt x="494" y="1858"/>
                  </a:cubicBezTo>
                  <a:cubicBezTo>
                    <a:pt x="499" y="1859"/>
                    <a:pt x="506" y="1857"/>
                    <a:pt x="507" y="1853"/>
                  </a:cubicBezTo>
                  <a:cubicBezTo>
                    <a:pt x="508" y="1851"/>
                    <a:pt x="508" y="1849"/>
                    <a:pt x="507" y="1847"/>
                  </a:cubicBezTo>
                  <a:cubicBezTo>
                    <a:pt x="507" y="1847"/>
                    <a:pt x="507" y="1847"/>
                    <a:pt x="507" y="1847"/>
                  </a:cubicBezTo>
                  <a:cubicBezTo>
                    <a:pt x="508" y="1847"/>
                    <a:pt x="509" y="1846"/>
                    <a:pt x="510" y="1846"/>
                  </a:cubicBezTo>
                  <a:cubicBezTo>
                    <a:pt x="514" y="1841"/>
                    <a:pt x="508" y="1833"/>
                    <a:pt x="506" y="1827"/>
                  </a:cubicBezTo>
                  <a:cubicBezTo>
                    <a:pt x="503" y="1819"/>
                    <a:pt x="500" y="1815"/>
                    <a:pt x="494" y="1812"/>
                  </a:cubicBezTo>
                  <a:cubicBezTo>
                    <a:pt x="488" y="1808"/>
                    <a:pt x="485" y="1802"/>
                    <a:pt x="478" y="1795"/>
                  </a:cubicBezTo>
                  <a:cubicBezTo>
                    <a:pt x="469" y="1788"/>
                    <a:pt x="453" y="1750"/>
                    <a:pt x="454" y="1749"/>
                  </a:cubicBezTo>
                  <a:cubicBezTo>
                    <a:pt x="459" y="1738"/>
                    <a:pt x="457" y="1725"/>
                    <a:pt x="456" y="1719"/>
                  </a:cubicBezTo>
                  <a:cubicBezTo>
                    <a:pt x="454" y="1711"/>
                    <a:pt x="457" y="1681"/>
                    <a:pt x="466" y="1642"/>
                  </a:cubicBezTo>
                  <a:cubicBezTo>
                    <a:pt x="475" y="1604"/>
                    <a:pt x="497" y="1549"/>
                    <a:pt x="499" y="1489"/>
                  </a:cubicBezTo>
                  <a:cubicBezTo>
                    <a:pt x="501" y="1453"/>
                    <a:pt x="495" y="1386"/>
                    <a:pt x="496" y="1335"/>
                  </a:cubicBezTo>
                  <a:cubicBezTo>
                    <a:pt x="497" y="1304"/>
                    <a:pt x="506" y="1280"/>
                    <a:pt x="507" y="1275"/>
                  </a:cubicBezTo>
                  <a:cubicBezTo>
                    <a:pt x="511" y="1255"/>
                    <a:pt x="511" y="1218"/>
                    <a:pt x="514" y="1208"/>
                  </a:cubicBezTo>
                  <a:cubicBezTo>
                    <a:pt x="567" y="1023"/>
                    <a:pt x="539" y="877"/>
                    <a:pt x="537" y="841"/>
                  </a:cubicBezTo>
                  <a:cubicBezTo>
                    <a:pt x="537" y="841"/>
                    <a:pt x="537" y="841"/>
                    <a:pt x="537" y="841"/>
                  </a:cubicBezTo>
                  <a:cubicBezTo>
                    <a:pt x="536" y="811"/>
                    <a:pt x="541" y="793"/>
                    <a:pt x="539" y="780"/>
                  </a:cubicBezTo>
                  <a:cubicBezTo>
                    <a:pt x="538" y="753"/>
                    <a:pt x="521" y="666"/>
                    <a:pt x="517" y="659"/>
                  </a:cubicBezTo>
                  <a:cubicBezTo>
                    <a:pt x="517" y="659"/>
                    <a:pt x="527" y="544"/>
                    <a:pt x="524" y="537"/>
                  </a:cubicBezTo>
                  <a:cubicBezTo>
                    <a:pt x="525" y="516"/>
                    <a:pt x="535" y="474"/>
                    <a:pt x="534" y="451"/>
                  </a:cubicBezTo>
                  <a:cubicBezTo>
                    <a:pt x="536" y="424"/>
                    <a:pt x="538" y="406"/>
                    <a:pt x="539" y="395"/>
                  </a:cubicBezTo>
                  <a:cubicBezTo>
                    <a:pt x="539" y="394"/>
                    <a:pt x="539" y="394"/>
                    <a:pt x="539" y="394"/>
                  </a:cubicBezTo>
                  <a:cubicBezTo>
                    <a:pt x="539" y="404"/>
                    <a:pt x="540" y="412"/>
                    <a:pt x="540" y="416"/>
                  </a:cubicBezTo>
                  <a:cubicBezTo>
                    <a:pt x="542" y="423"/>
                    <a:pt x="541" y="435"/>
                    <a:pt x="542" y="437"/>
                  </a:cubicBezTo>
                  <a:cubicBezTo>
                    <a:pt x="544" y="448"/>
                    <a:pt x="552" y="509"/>
                    <a:pt x="553" y="532"/>
                  </a:cubicBezTo>
                  <a:cubicBezTo>
                    <a:pt x="549" y="562"/>
                    <a:pt x="548" y="582"/>
                    <a:pt x="556" y="626"/>
                  </a:cubicBezTo>
                  <a:cubicBezTo>
                    <a:pt x="559" y="650"/>
                    <a:pt x="597" y="753"/>
                    <a:pt x="599" y="765"/>
                  </a:cubicBezTo>
                  <a:cubicBezTo>
                    <a:pt x="601" y="776"/>
                    <a:pt x="603" y="789"/>
                    <a:pt x="604" y="791"/>
                  </a:cubicBezTo>
                  <a:cubicBezTo>
                    <a:pt x="606" y="794"/>
                    <a:pt x="597" y="811"/>
                    <a:pt x="600" y="821"/>
                  </a:cubicBezTo>
                  <a:cubicBezTo>
                    <a:pt x="602" y="832"/>
                    <a:pt x="585" y="865"/>
                    <a:pt x="591" y="897"/>
                  </a:cubicBezTo>
                  <a:cubicBezTo>
                    <a:pt x="596" y="928"/>
                    <a:pt x="596" y="933"/>
                    <a:pt x="597" y="939"/>
                  </a:cubicBezTo>
                  <a:cubicBezTo>
                    <a:pt x="598" y="946"/>
                    <a:pt x="601" y="954"/>
                    <a:pt x="603" y="963"/>
                  </a:cubicBezTo>
                  <a:cubicBezTo>
                    <a:pt x="605" y="971"/>
                    <a:pt x="609" y="992"/>
                    <a:pt x="613" y="993"/>
                  </a:cubicBezTo>
                  <a:cubicBezTo>
                    <a:pt x="618" y="993"/>
                    <a:pt x="618" y="991"/>
                    <a:pt x="619" y="989"/>
                  </a:cubicBezTo>
                  <a:cubicBezTo>
                    <a:pt x="619" y="989"/>
                    <a:pt x="620" y="1009"/>
                    <a:pt x="629" y="1008"/>
                  </a:cubicBezTo>
                  <a:cubicBezTo>
                    <a:pt x="635" y="1008"/>
                    <a:pt x="635" y="1002"/>
                    <a:pt x="635" y="1002"/>
                  </a:cubicBezTo>
                  <a:cubicBezTo>
                    <a:pt x="635" y="1002"/>
                    <a:pt x="636" y="1018"/>
                    <a:pt x="644" y="1017"/>
                  </a:cubicBezTo>
                  <a:cubicBezTo>
                    <a:pt x="653" y="1015"/>
                    <a:pt x="652" y="1006"/>
                    <a:pt x="652" y="1006"/>
                  </a:cubicBezTo>
                  <a:cubicBezTo>
                    <a:pt x="658" y="1009"/>
                    <a:pt x="666" y="1009"/>
                    <a:pt x="668" y="998"/>
                  </a:cubicBezTo>
                  <a:cubicBezTo>
                    <a:pt x="670" y="988"/>
                    <a:pt x="675" y="968"/>
                    <a:pt x="674" y="960"/>
                  </a:cubicBezTo>
                  <a:cubicBezTo>
                    <a:pt x="674" y="952"/>
                    <a:pt x="679" y="935"/>
                    <a:pt x="679" y="929"/>
                  </a:cubicBezTo>
                  <a:cubicBezTo>
                    <a:pt x="683" y="909"/>
                    <a:pt x="688" y="902"/>
                    <a:pt x="686" y="896"/>
                  </a:cubicBezTo>
                  <a:cubicBezTo>
                    <a:pt x="692" y="904"/>
                    <a:pt x="697" y="912"/>
                    <a:pt x="700" y="913"/>
                  </a:cubicBezTo>
                  <a:cubicBezTo>
                    <a:pt x="702" y="925"/>
                    <a:pt x="712" y="942"/>
                    <a:pt x="720" y="943"/>
                  </a:cubicBezTo>
                  <a:cubicBezTo>
                    <a:pt x="732" y="943"/>
                    <a:pt x="729" y="935"/>
                    <a:pt x="725" y="925"/>
                  </a:cubicBezTo>
                </a:path>
              </a:pathLst>
            </a:custGeom>
            <a:solidFill>
              <a:srgbClr val="A961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516" name="Freeform 4">
              <a:extLst>
                <a:ext uri="{FF2B5EF4-FFF2-40B4-BE49-F238E27FC236}">
                  <a16:creationId xmlns:a16="http://schemas.microsoft.com/office/drawing/2014/main" id="{2645AAE8-5594-4C88-9D60-807FB99F22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1" y="1072"/>
              <a:ext cx="1168" cy="2989"/>
            </a:xfrm>
            <a:custGeom>
              <a:avLst/>
              <a:gdLst>
                <a:gd name="T0" fmla="*/ 2859 w 732"/>
                <a:gd name="T1" fmla="*/ 3478 h 1876"/>
                <a:gd name="T2" fmla="*/ 2689 w 732"/>
                <a:gd name="T3" fmla="*/ 3026 h 1876"/>
                <a:gd name="T4" fmla="*/ 2591 w 732"/>
                <a:gd name="T5" fmla="*/ 1861 h 1876"/>
                <a:gd name="T6" fmla="*/ 2279 w 732"/>
                <a:gd name="T7" fmla="*/ 526 h 1876"/>
                <a:gd name="T8" fmla="*/ 1718 w 732"/>
                <a:gd name="T9" fmla="*/ 0 h 1876"/>
                <a:gd name="T10" fmla="*/ 1344 w 732"/>
                <a:gd name="T11" fmla="*/ 158 h 1876"/>
                <a:gd name="T12" fmla="*/ 878 w 732"/>
                <a:gd name="T13" fmla="*/ 478 h 1876"/>
                <a:gd name="T14" fmla="*/ 448 w 732"/>
                <a:gd name="T15" fmla="*/ 1270 h 1876"/>
                <a:gd name="T16" fmla="*/ 295 w 732"/>
                <a:gd name="T17" fmla="*/ 2815 h 1876"/>
                <a:gd name="T18" fmla="*/ 257 w 732"/>
                <a:gd name="T19" fmla="*/ 3273 h 1876"/>
                <a:gd name="T20" fmla="*/ 29 w 732"/>
                <a:gd name="T21" fmla="*/ 3743 h 1876"/>
                <a:gd name="T22" fmla="*/ 185 w 732"/>
                <a:gd name="T23" fmla="*/ 3625 h 1876"/>
                <a:gd name="T24" fmla="*/ 260 w 732"/>
                <a:gd name="T25" fmla="*/ 4036 h 1876"/>
                <a:gd name="T26" fmla="*/ 394 w 732"/>
                <a:gd name="T27" fmla="*/ 4052 h 1876"/>
                <a:gd name="T28" fmla="*/ 483 w 732"/>
                <a:gd name="T29" fmla="*/ 4017 h 1876"/>
                <a:gd name="T30" fmla="*/ 573 w 732"/>
                <a:gd name="T31" fmla="*/ 3628 h 1876"/>
                <a:gd name="T32" fmla="*/ 539 w 732"/>
                <a:gd name="T33" fmla="*/ 3094 h 1876"/>
                <a:gd name="T34" fmla="*/ 771 w 732"/>
                <a:gd name="T35" fmla="*/ 1767 h 1876"/>
                <a:gd name="T36" fmla="*/ 783 w 732"/>
                <a:gd name="T37" fmla="*/ 1596 h 1876"/>
                <a:gd name="T38" fmla="*/ 873 w 732"/>
                <a:gd name="T39" fmla="*/ 2666 h 1876"/>
                <a:gd name="T40" fmla="*/ 886 w 732"/>
                <a:gd name="T41" fmla="*/ 4887 h 1876"/>
                <a:gd name="T42" fmla="*/ 948 w 732"/>
                <a:gd name="T43" fmla="*/ 6021 h 1876"/>
                <a:gd name="T44" fmla="*/ 1130 w 732"/>
                <a:gd name="T45" fmla="*/ 7074 h 1876"/>
                <a:gd name="T46" fmla="*/ 919 w 732"/>
                <a:gd name="T47" fmla="*/ 7390 h 1876"/>
                <a:gd name="T48" fmla="*/ 914 w 732"/>
                <a:gd name="T49" fmla="*/ 7471 h 1876"/>
                <a:gd name="T50" fmla="*/ 970 w 732"/>
                <a:gd name="T51" fmla="*/ 7512 h 1876"/>
                <a:gd name="T52" fmla="*/ 1171 w 732"/>
                <a:gd name="T53" fmla="*/ 7539 h 1876"/>
                <a:gd name="T54" fmla="*/ 1385 w 732"/>
                <a:gd name="T55" fmla="*/ 7444 h 1876"/>
                <a:gd name="T56" fmla="*/ 1398 w 732"/>
                <a:gd name="T57" fmla="*/ 7009 h 1876"/>
                <a:gd name="T58" fmla="*/ 1419 w 732"/>
                <a:gd name="T59" fmla="*/ 5871 h 1876"/>
                <a:gd name="T60" fmla="*/ 1446 w 732"/>
                <a:gd name="T61" fmla="*/ 4389 h 1876"/>
                <a:gd name="T62" fmla="*/ 1527 w 732"/>
                <a:gd name="T63" fmla="*/ 4389 h 1876"/>
                <a:gd name="T64" fmla="*/ 1556 w 732"/>
                <a:gd name="T65" fmla="*/ 5871 h 1876"/>
                <a:gd name="T66" fmla="*/ 1573 w 732"/>
                <a:gd name="T67" fmla="*/ 7009 h 1876"/>
                <a:gd name="T68" fmla="*/ 1583 w 732"/>
                <a:gd name="T69" fmla="*/ 7444 h 1876"/>
                <a:gd name="T70" fmla="*/ 1803 w 732"/>
                <a:gd name="T71" fmla="*/ 7539 h 1876"/>
                <a:gd name="T72" fmla="*/ 2004 w 732"/>
                <a:gd name="T73" fmla="*/ 7512 h 1876"/>
                <a:gd name="T74" fmla="*/ 2060 w 732"/>
                <a:gd name="T75" fmla="*/ 7471 h 1876"/>
                <a:gd name="T76" fmla="*/ 2055 w 732"/>
                <a:gd name="T77" fmla="*/ 7390 h 1876"/>
                <a:gd name="T78" fmla="*/ 1843 w 732"/>
                <a:gd name="T79" fmla="*/ 7074 h 1876"/>
                <a:gd name="T80" fmla="*/ 2026 w 732"/>
                <a:gd name="T81" fmla="*/ 6021 h 1876"/>
                <a:gd name="T82" fmla="*/ 2087 w 732"/>
                <a:gd name="T83" fmla="*/ 4887 h 1876"/>
                <a:gd name="T84" fmla="*/ 2189 w 732"/>
                <a:gd name="T85" fmla="*/ 3155 h 1876"/>
                <a:gd name="T86" fmla="*/ 2168 w 732"/>
                <a:gd name="T87" fmla="*/ 1826 h 1876"/>
                <a:gd name="T88" fmla="*/ 2194 w 732"/>
                <a:gd name="T89" fmla="*/ 1683 h 1876"/>
                <a:gd name="T90" fmla="*/ 2258 w 732"/>
                <a:gd name="T91" fmla="*/ 2532 h 1876"/>
                <a:gd name="T92" fmla="*/ 2437 w 732"/>
                <a:gd name="T93" fmla="*/ 3320 h 1876"/>
                <a:gd name="T94" fmla="*/ 2449 w 732"/>
                <a:gd name="T95" fmla="*/ 3894 h 1876"/>
                <a:gd name="T96" fmla="*/ 2556 w 732"/>
                <a:gd name="T97" fmla="*/ 4077 h 1876"/>
                <a:gd name="T98" fmla="*/ 2647 w 732"/>
                <a:gd name="T99" fmla="*/ 4069 h 1876"/>
                <a:gd name="T100" fmla="*/ 2757 w 732"/>
                <a:gd name="T101" fmla="*/ 3757 h 1876"/>
                <a:gd name="T102" fmla="*/ 2925 w 732"/>
                <a:gd name="T103" fmla="*/ 3813 h 187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0" t="0" r="r" b="b"/>
              <a:pathLst>
                <a:path w="732" h="1876">
                  <a:moveTo>
                    <a:pt x="725" y="925"/>
                  </a:moveTo>
                  <a:cubicBezTo>
                    <a:pt x="722" y="915"/>
                    <a:pt x="721" y="903"/>
                    <a:pt x="718" y="899"/>
                  </a:cubicBezTo>
                  <a:cubicBezTo>
                    <a:pt x="715" y="894"/>
                    <a:pt x="710" y="869"/>
                    <a:pt x="704" y="860"/>
                  </a:cubicBezTo>
                  <a:cubicBezTo>
                    <a:pt x="698" y="852"/>
                    <a:pt x="676" y="815"/>
                    <a:pt x="670" y="809"/>
                  </a:cubicBezTo>
                  <a:cubicBezTo>
                    <a:pt x="668" y="805"/>
                    <a:pt x="669" y="791"/>
                    <a:pt x="667" y="780"/>
                  </a:cubicBezTo>
                  <a:cubicBezTo>
                    <a:pt x="664" y="770"/>
                    <a:pt x="665" y="760"/>
                    <a:pt x="662" y="748"/>
                  </a:cubicBezTo>
                  <a:cubicBezTo>
                    <a:pt x="660" y="736"/>
                    <a:pt x="659" y="712"/>
                    <a:pt x="659" y="696"/>
                  </a:cubicBezTo>
                  <a:cubicBezTo>
                    <a:pt x="658" y="669"/>
                    <a:pt x="658" y="560"/>
                    <a:pt x="643" y="521"/>
                  </a:cubicBezTo>
                  <a:cubicBezTo>
                    <a:pt x="640" y="508"/>
                    <a:pt x="638" y="488"/>
                    <a:pt x="638" y="460"/>
                  </a:cubicBezTo>
                  <a:cubicBezTo>
                    <a:pt x="637" y="382"/>
                    <a:pt x="621" y="338"/>
                    <a:pt x="622" y="314"/>
                  </a:cubicBezTo>
                  <a:cubicBezTo>
                    <a:pt x="627" y="279"/>
                    <a:pt x="620" y="242"/>
                    <a:pt x="614" y="212"/>
                  </a:cubicBezTo>
                  <a:cubicBezTo>
                    <a:pt x="601" y="149"/>
                    <a:pt x="574" y="133"/>
                    <a:pt x="561" y="130"/>
                  </a:cubicBezTo>
                  <a:cubicBezTo>
                    <a:pt x="549" y="126"/>
                    <a:pt x="530" y="123"/>
                    <a:pt x="518" y="119"/>
                  </a:cubicBezTo>
                  <a:cubicBezTo>
                    <a:pt x="502" y="114"/>
                    <a:pt x="460" y="98"/>
                    <a:pt x="448" y="92"/>
                  </a:cubicBezTo>
                  <a:cubicBezTo>
                    <a:pt x="414" y="79"/>
                    <a:pt x="423" y="12"/>
                    <a:pt x="423" y="0"/>
                  </a:cubicBezTo>
                  <a:cubicBezTo>
                    <a:pt x="419" y="10"/>
                    <a:pt x="411" y="30"/>
                    <a:pt x="400" y="39"/>
                  </a:cubicBezTo>
                  <a:cubicBezTo>
                    <a:pt x="390" y="47"/>
                    <a:pt x="384" y="55"/>
                    <a:pt x="366" y="56"/>
                  </a:cubicBezTo>
                  <a:cubicBezTo>
                    <a:pt x="347" y="55"/>
                    <a:pt x="341" y="47"/>
                    <a:pt x="331" y="39"/>
                  </a:cubicBezTo>
                  <a:cubicBezTo>
                    <a:pt x="321" y="31"/>
                    <a:pt x="314" y="11"/>
                    <a:pt x="309" y="1"/>
                  </a:cubicBezTo>
                  <a:cubicBezTo>
                    <a:pt x="309" y="17"/>
                    <a:pt x="315" y="87"/>
                    <a:pt x="284" y="94"/>
                  </a:cubicBezTo>
                  <a:cubicBezTo>
                    <a:pt x="271" y="97"/>
                    <a:pt x="225" y="115"/>
                    <a:pt x="216" y="118"/>
                  </a:cubicBezTo>
                  <a:cubicBezTo>
                    <a:pt x="204" y="122"/>
                    <a:pt x="183" y="126"/>
                    <a:pt x="170" y="130"/>
                  </a:cubicBezTo>
                  <a:cubicBezTo>
                    <a:pt x="158" y="133"/>
                    <a:pt x="131" y="149"/>
                    <a:pt x="118" y="212"/>
                  </a:cubicBezTo>
                  <a:cubicBezTo>
                    <a:pt x="112" y="242"/>
                    <a:pt x="105" y="279"/>
                    <a:pt x="110" y="314"/>
                  </a:cubicBezTo>
                  <a:cubicBezTo>
                    <a:pt x="111" y="338"/>
                    <a:pt x="95" y="382"/>
                    <a:pt x="94" y="460"/>
                  </a:cubicBezTo>
                  <a:cubicBezTo>
                    <a:pt x="94" y="488"/>
                    <a:pt x="92" y="508"/>
                    <a:pt x="89" y="521"/>
                  </a:cubicBezTo>
                  <a:cubicBezTo>
                    <a:pt x="74" y="560"/>
                    <a:pt x="74" y="669"/>
                    <a:pt x="73" y="696"/>
                  </a:cubicBezTo>
                  <a:cubicBezTo>
                    <a:pt x="73" y="712"/>
                    <a:pt x="72" y="736"/>
                    <a:pt x="70" y="748"/>
                  </a:cubicBezTo>
                  <a:cubicBezTo>
                    <a:pt x="67" y="760"/>
                    <a:pt x="69" y="770"/>
                    <a:pt x="66" y="780"/>
                  </a:cubicBezTo>
                  <a:cubicBezTo>
                    <a:pt x="64" y="791"/>
                    <a:pt x="65" y="805"/>
                    <a:pt x="63" y="809"/>
                  </a:cubicBezTo>
                  <a:cubicBezTo>
                    <a:pt x="58" y="815"/>
                    <a:pt x="35" y="852"/>
                    <a:pt x="29" y="860"/>
                  </a:cubicBezTo>
                  <a:cubicBezTo>
                    <a:pt x="24" y="869"/>
                    <a:pt x="17" y="894"/>
                    <a:pt x="14" y="899"/>
                  </a:cubicBezTo>
                  <a:cubicBezTo>
                    <a:pt x="11" y="903"/>
                    <a:pt x="10" y="915"/>
                    <a:pt x="7" y="925"/>
                  </a:cubicBezTo>
                  <a:cubicBezTo>
                    <a:pt x="3" y="935"/>
                    <a:pt x="0" y="943"/>
                    <a:pt x="12" y="943"/>
                  </a:cubicBezTo>
                  <a:cubicBezTo>
                    <a:pt x="20" y="942"/>
                    <a:pt x="30" y="925"/>
                    <a:pt x="32" y="913"/>
                  </a:cubicBezTo>
                  <a:cubicBezTo>
                    <a:pt x="35" y="912"/>
                    <a:pt x="40" y="904"/>
                    <a:pt x="46" y="896"/>
                  </a:cubicBezTo>
                  <a:cubicBezTo>
                    <a:pt x="44" y="902"/>
                    <a:pt x="49" y="909"/>
                    <a:pt x="53" y="929"/>
                  </a:cubicBezTo>
                  <a:cubicBezTo>
                    <a:pt x="53" y="935"/>
                    <a:pt x="58" y="952"/>
                    <a:pt x="58" y="960"/>
                  </a:cubicBezTo>
                  <a:cubicBezTo>
                    <a:pt x="57" y="968"/>
                    <a:pt x="62" y="988"/>
                    <a:pt x="64" y="998"/>
                  </a:cubicBezTo>
                  <a:cubicBezTo>
                    <a:pt x="66" y="1009"/>
                    <a:pt x="74" y="1009"/>
                    <a:pt x="80" y="1006"/>
                  </a:cubicBezTo>
                  <a:cubicBezTo>
                    <a:pt x="80" y="1006"/>
                    <a:pt x="79" y="1015"/>
                    <a:pt x="88" y="1017"/>
                  </a:cubicBezTo>
                  <a:cubicBezTo>
                    <a:pt x="96" y="1018"/>
                    <a:pt x="97" y="1002"/>
                    <a:pt x="97" y="1002"/>
                  </a:cubicBezTo>
                  <a:cubicBezTo>
                    <a:pt x="97" y="1002"/>
                    <a:pt x="97" y="1008"/>
                    <a:pt x="103" y="1008"/>
                  </a:cubicBezTo>
                  <a:cubicBezTo>
                    <a:pt x="112" y="1009"/>
                    <a:pt x="113" y="989"/>
                    <a:pt x="113" y="989"/>
                  </a:cubicBezTo>
                  <a:cubicBezTo>
                    <a:pt x="114" y="991"/>
                    <a:pt x="114" y="993"/>
                    <a:pt x="119" y="993"/>
                  </a:cubicBezTo>
                  <a:cubicBezTo>
                    <a:pt x="123" y="992"/>
                    <a:pt x="127" y="971"/>
                    <a:pt x="129" y="963"/>
                  </a:cubicBezTo>
                  <a:cubicBezTo>
                    <a:pt x="131" y="954"/>
                    <a:pt x="134" y="946"/>
                    <a:pt x="135" y="939"/>
                  </a:cubicBezTo>
                  <a:cubicBezTo>
                    <a:pt x="136" y="933"/>
                    <a:pt x="136" y="928"/>
                    <a:pt x="141" y="897"/>
                  </a:cubicBezTo>
                  <a:cubicBezTo>
                    <a:pt x="147" y="865"/>
                    <a:pt x="130" y="832"/>
                    <a:pt x="132" y="821"/>
                  </a:cubicBezTo>
                  <a:cubicBezTo>
                    <a:pt x="135" y="811"/>
                    <a:pt x="126" y="794"/>
                    <a:pt x="128" y="791"/>
                  </a:cubicBezTo>
                  <a:cubicBezTo>
                    <a:pt x="129" y="789"/>
                    <a:pt x="131" y="776"/>
                    <a:pt x="133" y="765"/>
                  </a:cubicBezTo>
                  <a:cubicBezTo>
                    <a:pt x="135" y="753"/>
                    <a:pt x="173" y="650"/>
                    <a:pt x="176" y="626"/>
                  </a:cubicBezTo>
                  <a:cubicBezTo>
                    <a:pt x="184" y="582"/>
                    <a:pt x="183" y="562"/>
                    <a:pt x="179" y="532"/>
                  </a:cubicBezTo>
                  <a:cubicBezTo>
                    <a:pt x="180" y="509"/>
                    <a:pt x="188" y="448"/>
                    <a:pt x="190" y="437"/>
                  </a:cubicBezTo>
                  <a:cubicBezTo>
                    <a:pt x="191" y="435"/>
                    <a:pt x="190" y="423"/>
                    <a:pt x="192" y="416"/>
                  </a:cubicBezTo>
                  <a:cubicBezTo>
                    <a:pt x="192" y="412"/>
                    <a:pt x="193" y="404"/>
                    <a:pt x="193" y="394"/>
                  </a:cubicBezTo>
                  <a:cubicBezTo>
                    <a:pt x="193" y="395"/>
                    <a:pt x="193" y="395"/>
                    <a:pt x="193" y="395"/>
                  </a:cubicBezTo>
                  <a:cubicBezTo>
                    <a:pt x="193" y="406"/>
                    <a:pt x="196" y="424"/>
                    <a:pt x="198" y="451"/>
                  </a:cubicBezTo>
                  <a:cubicBezTo>
                    <a:pt x="196" y="474"/>
                    <a:pt x="207" y="516"/>
                    <a:pt x="208" y="537"/>
                  </a:cubicBezTo>
                  <a:cubicBezTo>
                    <a:pt x="205" y="544"/>
                    <a:pt x="215" y="659"/>
                    <a:pt x="215" y="659"/>
                  </a:cubicBezTo>
                  <a:cubicBezTo>
                    <a:pt x="211" y="666"/>
                    <a:pt x="194" y="753"/>
                    <a:pt x="193" y="780"/>
                  </a:cubicBezTo>
                  <a:cubicBezTo>
                    <a:pt x="191" y="793"/>
                    <a:pt x="196" y="811"/>
                    <a:pt x="195" y="841"/>
                  </a:cubicBezTo>
                  <a:cubicBezTo>
                    <a:pt x="193" y="877"/>
                    <a:pt x="164" y="1023"/>
                    <a:pt x="218" y="1208"/>
                  </a:cubicBezTo>
                  <a:cubicBezTo>
                    <a:pt x="221" y="1218"/>
                    <a:pt x="221" y="1255"/>
                    <a:pt x="225" y="1275"/>
                  </a:cubicBezTo>
                  <a:cubicBezTo>
                    <a:pt x="225" y="1280"/>
                    <a:pt x="235" y="1304"/>
                    <a:pt x="235" y="1335"/>
                  </a:cubicBezTo>
                  <a:cubicBezTo>
                    <a:pt x="236" y="1386"/>
                    <a:pt x="231" y="1453"/>
                    <a:pt x="233" y="1489"/>
                  </a:cubicBezTo>
                  <a:cubicBezTo>
                    <a:pt x="235" y="1549"/>
                    <a:pt x="257" y="1604"/>
                    <a:pt x="266" y="1642"/>
                  </a:cubicBezTo>
                  <a:cubicBezTo>
                    <a:pt x="274" y="1681"/>
                    <a:pt x="278" y="1711"/>
                    <a:pt x="276" y="1719"/>
                  </a:cubicBezTo>
                  <a:cubicBezTo>
                    <a:pt x="274" y="1725"/>
                    <a:pt x="273" y="1738"/>
                    <a:pt x="278" y="1749"/>
                  </a:cubicBezTo>
                  <a:cubicBezTo>
                    <a:pt x="278" y="1750"/>
                    <a:pt x="263" y="1788"/>
                    <a:pt x="254" y="1795"/>
                  </a:cubicBezTo>
                  <a:cubicBezTo>
                    <a:pt x="246" y="1802"/>
                    <a:pt x="244" y="1808"/>
                    <a:pt x="238" y="1812"/>
                  </a:cubicBezTo>
                  <a:cubicBezTo>
                    <a:pt x="231" y="1815"/>
                    <a:pt x="228" y="1819"/>
                    <a:pt x="226" y="1827"/>
                  </a:cubicBezTo>
                  <a:cubicBezTo>
                    <a:pt x="224" y="1833"/>
                    <a:pt x="218" y="1841"/>
                    <a:pt x="222" y="1846"/>
                  </a:cubicBezTo>
                  <a:cubicBezTo>
                    <a:pt x="223" y="1846"/>
                    <a:pt x="224" y="1847"/>
                    <a:pt x="224" y="1847"/>
                  </a:cubicBezTo>
                  <a:cubicBezTo>
                    <a:pt x="225" y="1847"/>
                    <a:pt x="225" y="1847"/>
                    <a:pt x="225" y="1847"/>
                  </a:cubicBezTo>
                  <a:cubicBezTo>
                    <a:pt x="224" y="1849"/>
                    <a:pt x="224" y="1851"/>
                    <a:pt x="225" y="1853"/>
                  </a:cubicBezTo>
                  <a:cubicBezTo>
                    <a:pt x="228" y="1858"/>
                    <a:pt x="232" y="1859"/>
                    <a:pt x="238" y="1858"/>
                  </a:cubicBezTo>
                  <a:cubicBezTo>
                    <a:pt x="239" y="1857"/>
                    <a:pt x="239" y="1857"/>
                    <a:pt x="239" y="1857"/>
                  </a:cubicBezTo>
                  <a:cubicBezTo>
                    <a:pt x="239" y="1859"/>
                    <a:pt x="239" y="1861"/>
                    <a:pt x="241" y="1863"/>
                  </a:cubicBezTo>
                  <a:cubicBezTo>
                    <a:pt x="245" y="1869"/>
                    <a:pt x="257" y="1872"/>
                    <a:pt x="262" y="1866"/>
                  </a:cubicBezTo>
                  <a:cubicBezTo>
                    <a:pt x="269" y="1871"/>
                    <a:pt x="283" y="1871"/>
                    <a:pt x="288" y="1864"/>
                  </a:cubicBezTo>
                  <a:cubicBezTo>
                    <a:pt x="291" y="1876"/>
                    <a:pt x="307" y="1874"/>
                    <a:pt x="316" y="1872"/>
                  </a:cubicBezTo>
                  <a:cubicBezTo>
                    <a:pt x="325" y="1870"/>
                    <a:pt x="329" y="1864"/>
                    <a:pt x="334" y="1859"/>
                  </a:cubicBezTo>
                  <a:cubicBezTo>
                    <a:pt x="339" y="1855"/>
                    <a:pt x="343" y="1851"/>
                    <a:pt x="341" y="1840"/>
                  </a:cubicBezTo>
                  <a:cubicBezTo>
                    <a:pt x="340" y="1829"/>
                    <a:pt x="341" y="1829"/>
                    <a:pt x="342" y="1816"/>
                  </a:cubicBezTo>
                  <a:cubicBezTo>
                    <a:pt x="343" y="1808"/>
                    <a:pt x="349" y="1806"/>
                    <a:pt x="350" y="1793"/>
                  </a:cubicBezTo>
                  <a:cubicBezTo>
                    <a:pt x="351" y="1783"/>
                    <a:pt x="344" y="1739"/>
                    <a:pt x="344" y="1733"/>
                  </a:cubicBezTo>
                  <a:cubicBezTo>
                    <a:pt x="346" y="1720"/>
                    <a:pt x="338" y="1709"/>
                    <a:pt x="335" y="1687"/>
                  </a:cubicBezTo>
                  <a:cubicBezTo>
                    <a:pt x="332" y="1664"/>
                    <a:pt x="340" y="1588"/>
                    <a:pt x="340" y="1574"/>
                  </a:cubicBezTo>
                  <a:cubicBezTo>
                    <a:pt x="340" y="1549"/>
                    <a:pt x="352" y="1505"/>
                    <a:pt x="349" y="1452"/>
                  </a:cubicBezTo>
                  <a:cubicBezTo>
                    <a:pt x="347" y="1421"/>
                    <a:pt x="333" y="1327"/>
                    <a:pt x="333" y="1305"/>
                  </a:cubicBezTo>
                  <a:cubicBezTo>
                    <a:pt x="333" y="1301"/>
                    <a:pt x="333" y="1278"/>
                    <a:pt x="334" y="1274"/>
                  </a:cubicBezTo>
                  <a:cubicBezTo>
                    <a:pt x="338" y="1260"/>
                    <a:pt x="356" y="1087"/>
                    <a:pt x="356" y="1085"/>
                  </a:cubicBezTo>
                  <a:cubicBezTo>
                    <a:pt x="358" y="1064"/>
                    <a:pt x="365" y="929"/>
                    <a:pt x="365" y="929"/>
                  </a:cubicBezTo>
                  <a:cubicBezTo>
                    <a:pt x="366" y="929"/>
                    <a:pt x="366" y="929"/>
                    <a:pt x="366" y="929"/>
                  </a:cubicBezTo>
                  <a:cubicBezTo>
                    <a:pt x="366" y="929"/>
                    <a:pt x="374" y="1064"/>
                    <a:pt x="376" y="1085"/>
                  </a:cubicBezTo>
                  <a:cubicBezTo>
                    <a:pt x="376" y="1087"/>
                    <a:pt x="394" y="1260"/>
                    <a:pt x="398" y="1274"/>
                  </a:cubicBezTo>
                  <a:cubicBezTo>
                    <a:pt x="399" y="1278"/>
                    <a:pt x="398" y="1301"/>
                    <a:pt x="398" y="1305"/>
                  </a:cubicBezTo>
                  <a:cubicBezTo>
                    <a:pt x="398" y="1327"/>
                    <a:pt x="385" y="1421"/>
                    <a:pt x="383" y="1452"/>
                  </a:cubicBezTo>
                  <a:cubicBezTo>
                    <a:pt x="379" y="1505"/>
                    <a:pt x="392" y="1549"/>
                    <a:pt x="392" y="1574"/>
                  </a:cubicBezTo>
                  <a:cubicBezTo>
                    <a:pt x="392" y="1588"/>
                    <a:pt x="400" y="1664"/>
                    <a:pt x="397" y="1687"/>
                  </a:cubicBezTo>
                  <a:cubicBezTo>
                    <a:pt x="394" y="1709"/>
                    <a:pt x="386" y="1720"/>
                    <a:pt x="387" y="1733"/>
                  </a:cubicBezTo>
                  <a:cubicBezTo>
                    <a:pt x="388" y="1739"/>
                    <a:pt x="381" y="1783"/>
                    <a:pt x="382" y="1793"/>
                  </a:cubicBezTo>
                  <a:cubicBezTo>
                    <a:pt x="383" y="1806"/>
                    <a:pt x="389" y="1808"/>
                    <a:pt x="389" y="1816"/>
                  </a:cubicBezTo>
                  <a:cubicBezTo>
                    <a:pt x="390" y="1829"/>
                    <a:pt x="392" y="1829"/>
                    <a:pt x="390" y="1840"/>
                  </a:cubicBezTo>
                  <a:cubicBezTo>
                    <a:pt x="389" y="1851"/>
                    <a:pt x="393" y="1855"/>
                    <a:pt x="398" y="1859"/>
                  </a:cubicBezTo>
                  <a:cubicBezTo>
                    <a:pt x="403" y="1864"/>
                    <a:pt x="407" y="1870"/>
                    <a:pt x="416" y="1872"/>
                  </a:cubicBezTo>
                  <a:cubicBezTo>
                    <a:pt x="425" y="1874"/>
                    <a:pt x="440" y="1876"/>
                    <a:pt x="444" y="1864"/>
                  </a:cubicBezTo>
                  <a:cubicBezTo>
                    <a:pt x="449" y="1871"/>
                    <a:pt x="462" y="1871"/>
                    <a:pt x="469" y="1866"/>
                  </a:cubicBezTo>
                  <a:cubicBezTo>
                    <a:pt x="474" y="1872"/>
                    <a:pt x="487" y="1869"/>
                    <a:pt x="491" y="1863"/>
                  </a:cubicBezTo>
                  <a:cubicBezTo>
                    <a:pt x="492" y="1861"/>
                    <a:pt x="493" y="1859"/>
                    <a:pt x="493" y="1857"/>
                  </a:cubicBezTo>
                  <a:cubicBezTo>
                    <a:pt x="494" y="1858"/>
                    <a:pt x="494" y="1858"/>
                    <a:pt x="494" y="1858"/>
                  </a:cubicBezTo>
                  <a:cubicBezTo>
                    <a:pt x="499" y="1859"/>
                    <a:pt x="506" y="1857"/>
                    <a:pt x="507" y="1853"/>
                  </a:cubicBezTo>
                  <a:cubicBezTo>
                    <a:pt x="508" y="1851"/>
                    <a:pt x="508" y="1849"/>
                    <a:pt x="507" y="1847"/>
                  </a:cubicBezTo>
                  <a:cubicBezTo>
                    <a:pt x="507" y="1847"/>
                    <a:pt x="507" y="1847"/>
                    <a:pt x="507" y="1847"/>
                  </a:cubicBezTo>
                  <a:cubicBezTo>
                    <a:pt x="508" y="1847"/>
                    <a:pt x="509" y="1846"/>
                    <a:pt x="510" y="1846"/>
                  </a:cubicBezTo>
                  <a:cubicBezTo>
                    <a:pt x="514" y="1841"/>
                    <a:pt x="508" y="1833"/>
                    <a:pt x="506" y="1827"/>
                  </a:cubicBezTo>
                  <a:cubicBezTo>
                    <a:pt x="503" y="1819"/>
                    <a:pt x="500" y="1815"/>
                    <a:pt x="494" y="1812"/>
                  </a:cubicBezTo>
                  <a:cubicBezTo>
                    <a:pt x="488" y="1808"/>
                    <a:pt x="485" y="1802"/>
                    <a:pt x="478" y="1795"/>
                  </a:cubicBezTo>
                  <a:cubicBezTo>
                    <a:pt x="469" y="1788"/>
                    <a:pt x="453" y="1750"/>
                    <a:pt x="454" y="1749"/>
                  </a:cubicBezTo>
                  <a:cubicBezTo>
                    <a:pt x="459" y="1738"/>
                    <a:pt x="457" y="1725"/>
                    <a:pt x="456" y="1719"/>
                  </a:cubicBezTo>
                  <a:cubicBezTo>
                    <a:pt x="454" y="1711"/>
                    <a:pt x="457" y="1681"/>
                    <a:pt x="466" y="1642"/>
                  </a:cubicBezTo>
                  <a:cubicBezTo>
                    <a:pt x="475" y="1604"/>
                    <a:pt x="497" y="1549"/>
                    <a:pt x="499" y="1489"/>
                  </a:cubicBezTo>
                  <a:cubicBezTo>
                    <a:pt x="501" y="1453"/>
                    <a:pt x="495" y="1386"/>
                    <a:pt x="496" y="1335"/>
                  </a:cubicBezTo>
                  <a:cubicBezTo>
                    <a:pt x="497" y="1304"/>
                    <a:pt x="506" y="1280"/>
                    <a:pt x="507" y="1275"/>
                  </a:cubicBezTo>
                  <a:cubicBezTo>
                    <a:pt x="511" y="1255"/>
                    <a:pt x="511" y="1218"/>
                    <a:pt x="514" y="1208"/>
                  </a:cubicBezTo>
                  <a:cubicBezTo>
                    <a:pt x="567" y="1023"/>
                    <a:pt x="539" y="877"/>
                    <a:pt x="537" y="841"/>
                  </a:cubicBezTo>
                  <a:cubicBezTo>
                    <a:pt x="537" y="841"/>
                    <a:pt x="537" y="841"/>
                    <a:pt x="537" y="841"/>
                  </a:cubicBezTo>
                  <a:cubicBezTo>
                    <a:pt x="536" y="811"/>
                    <a:pt x="541" y="793"/>
                    <a:pt x="539" y="780"/>
                  </a:cubicBezTo>
                  <a:cubicBezTo>
                    <a:pt x="538" y="753"/>
                    <a:pt x="521" y="666"/>
                    <a:pt x="517" y="659"/>
                  </a:cubicBezTo>
                  <a:cubicBezTo>
                    <a:pt x="517" y="659"/>
                    <a:pt x="527" y="544"/>
                    <a:pt x="524" y="537"/>
                  </a:cubicBezTo>
                  <a:cubicBezTo>
                    <a:pt x="525" y="516"/>
                    <a:pt x="535" y="474"/>
                    <a:pt x="534" y="451"/>
                  </a:cubicBezTo>
                  <a:cubicBezTo>
                    <a:pt x="536" y="424"/>
                    <a:pt x="538" y="406"/>
                    <a:pt x="539" y="395"/>
                  </a:cubicBezTo>
                  <a:cubicBezTo>
                    <a:pt x="539" y="394"/>
                    <a:pt x="539" y="394"/>
                    <a:pt x="539" y="394"/>
                  </a:cubicBezTo>
                  <a:cubicBezTo>
                    <a:pt x="539" y="404"/>
                    <a:pt x="540" y="412"/>
                    <a:pt x="540" y="416"/>
                  </a:cubicBezTo>
                  <a:cubicBezTo>
                    <a:pt x="542" y="423"/>
                    <a:pt x="541" y="435"/>
                    <a:pt x="542" y="437"/>
                  </a:cubicBezTo>
                  <a:cubicBezTo>
                    <a:pt x="544" y="448"/>
                    <a:pt x="552" y="509"/>
                    <a:pt x="553" y="532"/>
                  </a:cubicBezTo>
                  <a:cubicBezTo>
                    <a:pt x="549" y="562"/>
                    <a:pt x="548" y="582"/>
                    <a:pt x="556" y="626"/>
                  </a:cubicBezTo>
                  <a:cubicBezTo>
                    <a:pt x="559" y="650"/>
                    <a:pt x="597" y="753"/>
                    <a:pt x="599" y="765"/>
                  </a:cubicBezTo>
                  <a:cubicBezTo>
                    <a:pt x="601" y="776"/>
                    <a:pt x="603" y="789"/>
                    <a:pt x="604" y="791"/>
                  </a:cubicBezTo>
                  <a:cubicBezTo>
                    <a:pt x="606" y="794"/>
                    <a:pt x="597" y="811"/>
                    <a:pt x="600" y="821"/>
                  </a:cubicBezTo>
                  <a:cubicBezTo>
                    <a:pt x="602" y="832"/>
                    <a:pt x="585" y="865"/>
                    <a:pt x="591" y="897"/>
                  </a:cubicBezTo>
                  <a:cubicBezTo>
                    <a:pt x="596" y="928"/>
                    <a:pt x="596" y="933"/>
                    <a:pt x="597" y="939"/>
                  </a:cubicBezTo>
                  <a:cubicBezTo>
                    <a:pt x="598" y="946"/>
                    <a:pt x="601" y="954"/>
                    <a:pt x="603" y="963"/>
                  </a:cubicBezTo>
                  <a:cubicBezTo>
                    <a:pt x="605" y="971"/>
                    <a:pt x="609" y="992"/>
                    <a:pt x="613" y="993"/>
                  </a:cubicBezTo>
                  <a:cubicBezTo>
                    <a:pt x="618" y="993"/>
                    <a:pt x="618" y="991"/>
                    <a:pt x="619" y="989"/>
                  </a:cubicBezTo>
                  <a:cubicBezTo>
                    <a:pt x="619" y="989"/>
                    <a:pt x="620" y="1009"/>
                    <a:pt x="629" y="1008"/>
                  </a:cubicBezTo>
                  <a:cubicBezTo>
                    <a:pt x="635" y="1008"/>
                    <a:pt x="635" y="1002"/>
                    <a:pt x="635" y="1002"/>
                  </a:cubicBezTo>
                  <a:cubicBezTo>
                    <a:pt x="635" y="1002"/>
                    <a:pt x="636" y="1018"/>
                    <a:pt x="644" y="1017"/>
                  </a:cubicBezTo>
                  <a:cubicBezTo>
                    <a:pt x="653" y="1015"/>
                    <a:pt x="652" y="1006"/>
                    <a:pt x="652" y="1006"/>
                  </a:cubicBezTo>
                  <a:cubicBezTo>
                    <a:pt x="658" y="1009"/>
                    <a:pt x="666" y="1009"/>
                    <a:pt x="668" y="998"/>
                  </a:cubicBezTo>
                  <a:cubicBezTo>
                    <a:pt x="670" y="988"/>
                    <a:pt x="675" y="968"/>
                    <a:pt x="674" y="960"/>
                  </a:cubicBezTo>
                  <a:cubicBezTo>
                    <a:pt x="674" y="952"/>
                    <a:pt x="679" y="935"/>
                    <a:pt x="679" y="929"/>
                  </a:cubicBezTo>
                  <a:cubicBezTo>
                    <a:pt x="683" y="909"/>
                    <a:pt x="688" y="902"/>
                    <a:pt x="686" y="896"/>
                  </a:cubicBezTo>
                  <a:cubicBezTo>
                    <a:pt x="692" y="904"/>
                    <a:pt x="697" y="912"/>
                    <a:pt x="700" y="913"/>
                  </a:cubicBezTo>
                  <a:cubicBezTo>
                    <a:pt x="702" y="925"/>
                    <a:pt x="712" y="942"/>
                    <a:pt x="720" y="943"/>
                  </a:cubicBezTo>
                  <a:cubicBezTo>
                    <a:pt x="732" y="943"/>
                    <a:pt x="729" y="935"/>
                    <a:pt x="725" y="925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517" name="Freeform 5">
              <a:extLst>
                <a:ext uri="{FF2B5EF4-FFF2-40B4-BE49-F238E27FC236}">
                  <a16:creationId xmlns:a16="http://schemas.microsoft.com/office/drawing/2014/main" id="{C3F6E93C-BF4A-4625-B7E1-03E27B449B3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9" y="3070"/>
              <a:ext cx="67" cy="80"/>
            </a:xfrm>
            <a:custGeom>
              <a:avLst/>
              <a:gdLst>
                <a:gd name="T0" fmla="*/ 0 w 42"/>
                <a:gd name="T1" fmla="*/ 144 h 50"/>
                <a:gd name="T2" fmla="*/ 155 w 42"/>
                <a:gd name="T3" fmla="*/ 0 h 50"/>
                <a:gd name="T4" fmla="*/ 142 w 42"/>
                <a:gd name="T5" fmla="*/ 115 h 50"/>
                <a:gd name="T6" fmla="*/ 29 w 42"/>
                <a:gd name="T7" fmla="*/ 158 h 5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2" h="50">
                  <a:moveTo>
                    <a:pt x="0" y="35"/>
                  </a:moveTo>
                  <a:cubicBezTo>
                    <a:pt x="17" y="50"/>
                    <a:pt x="34" y="12"/>
                    <a:pt x="38" y="0"/>
                  </a:cubicBezTo>
                  <a:cubicBezTo>
                    <a:pt x="40" y="10"/>
                    <a:pt x="42" y="20"/>
                    <a:pt x="35" y="28"/>
                  </a:cubicBezTo>
                  <a:cubicBezTo>
                    <a:pt x="29" y="36"/>
                    <a:pt x="16" y="39"/>
                    <a:pt x="7" y="39"/>
                  </a:cubicBezTo>
                </a:path>
              </a:pathLst>
            </a:custGeom>
            <a:solidFill>
              <a:srgbClr val="8E4C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518" name="Freeform 6">
              <a:extLst>
                <a:ext uri="{FF2B5EF4-FFF2-40B4-BE49-F238E27FC236}">
                  <a16:creationId xmlns:a16="http://schemas.microsoft.com/office/drawing/2014/main" id="{6FDAB430-565C-4E55-8A43-A98F8966C93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7" y="3065"/>
              <a:ext cx="49" cy="80"/>
            </a:xfrm>
            <a:custGeom>
              <a:avLst/>
              <a:gdLst>
                <a:gd name="T0" fmla="*/ 0 w 31"/>
                <a:gd name="T1" fmla="*/ 163 h 50"/>
                <a:gd name="T2" fmla="*/ 95 w 31"/>
                <a:gd name="T3" fmla="*/ 0 h 50"/>
                <a:gd name="T4" fmla="*/ 13 w 31"/>
                <a:gd name="T5" fmla="*/ 171 h 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50">
                  <a:moveTo>
                    <a:pt x="0" y="40"/>
                  </a:moveTo>
                  <a:cubicBezTo>
                    <a:pt x="18" y="49"/>
                    <a:pt x="24" y="11"/>
                    <a:pt x="24" y="0"/>
                  </a:cubicBezTo>
                  <a:cubicBezTo>
                    <a:pt x="31" y="17"/>
                    <a:pt x="24" y="50"/>
                    <a:pt x="3" y="42"/>
                  </a:cubicBezTo>
                </a:path>
              </a:pathLst>
            </a:custGeom>
            <a:solidFill>
              <a:srgbClr val="8E4C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519" name="Freeform 7">
              <a:extLst>
                <a:ext uri="{FF2B5EF4-FFF2-40B4-BE49-F238E27FC236}">
                  <a16:creationId xmlns:a16="http://schemas.microsoft.com/office/drawing/2014/main" id="{AAE197B1-A24B-4246-8422-EDD75F9DC6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7" y="1112"/>
              <a:ext cx="106" cy="198"/>
            </a:xfrm>
            <a:custGeom>
              <a:avLst/>
              <a:gdLst>
                <a:gd name="T0" fmla="*/ 21 w 66"/>
                <a:gd name="T1" fmla="*/ 46 h 124"/>
                <a:gd name="T2" fmla="*/ 145 w 66"/>
                <a:gd name="T3" fmla="*/ 402 h 124"/>
                <a:gd name="T4" fmla="*/ 273 w 66"/>
                <a:gd name="T5" fmla="*/ 418 h 124"/>
                <a:gd name="T6" fmla="*/ 199 w 66"/>
                <a:gd name="T7" fmla="*/ 396 h 124"/>
                <a:gd name="T8" fmla="*/ 149 w 66"/>
                <a:gd name="T9" fmla="*/ 179 h 124"/>
                <a:gd name="T10" fmla="*/ 111 w 66"/>
                <a:gd name="T11" fmla="*/ 97 h 124"/>
                <a:gd name="T12" fmla="*/ 0 w 66"/>
                <a:gd name="T13" fmla="*/ 0 h 1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6" h="124">
                  <a:moveTo>
                    <a:pt x="5" y="11"/>
                  </a:moveTo>
                  <a:cubicBezTo>
                    <a:pt x="10" y="34"/>
                    <a:pt x="23" y="78"/>
                    <a:pt x="35" y="99"/>
                  </a:cubicBezTo>
                  <a:cubicBezTo>
                    <a:pt x="44" y="116"/>
                    <a:pt x="57" y="124"/>
                    <a:pt x="66" y="103"/>
                  </a:cubicBezTo>
                  <a:cubicBezTo>
                    <a:pt x="60" y="113"/>
                    <a:pt x="52" y="104"/>
                    <a:pt x="48" y="97"/>
                  </a:cubicBezTo>
                  <a:cubicBezTo>
                    <a:pt x="40" y="82"/>
                    <a:pt x="28" y="58"/>
                    <a:pt x="36" y="44"/>
                  </a:cubicBezTo>
                  <a:cubicBezTo>
                    <a:pt x="42" y="31"/>
                    <a:pt x="39" y="32"/>
                    <a:pt x="27" y="24"/>
                  </a:cubicBezTo>
                  <a:cubicBezTo>
                    <a:pt x="20" y="19"/>
                    <a:pt x="5" y="7"/>
                    <a:pt x="0" y="0"/>
                  </a:cubicBezTo>
                </a:path>
              </a:pathLst>
            </a:custGeom>
            <a:solidFill>
              <a:srgbClr val="8E4C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520" name="Freeform 8">
              <a:extLst>
                <a:ext uri="{FF2B5EF4-FFF2-40B4-BE49-F238E27FC236}">
                  <a16:creationId xmlns:a16="http://schemas.microsoft.com/office/drawing/2014/main" id="{6074FFDE-C2D6-42A3-91F0-74A2A5EA5F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8" y="1275"/>
              <a:ext cx="192" cy="44"/>
            </a:xfrm>
            <a:custGeom>
              <a:avLst/>
              <a:gdLst>
                <a:gd name="T0" fmla="*/ 107 w 120"/>
                <a:gd name="T1" fmla="*/ 42 h 28"/>
                <a:gd name="T2" fmla="*/ 312 w 120"/>
                <a:gd name="T3" fmla="*/ 82 h 28"/>
                <a:gd name="T4" fmla="*/ 491 w 120"/>
                <a:gd name="T5" fmla="*/ 77 h 28"/>
                <a:gd name="T6" fmla="*/ 246 w 120"/>
                <a:gd name="T7" fmla="*/ 22 h 28"/>
                <a:gd name="T8" fmla="*/ 0 w 120"/>
                <a:gd name="T9" fmla="*/ 35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0" h="28">
                  <a:moveTo>
                    <a:pt x="26" y="11"/>
                  </a:moveTo>
                  <a:cubicBezTo>
                    <a:pt x="43" y="12"/>
                    <a:pt x="59" y="18"/>
                    <a:pt x="76" y="21"/>
                  </a:cubicBezTo>
                  <a:cubicBezTo>
                    <a:pt x="89" y="23"/>
                    <a:pt x="110" y="28"/>
                    <a:pt x="120" y="20"/>
                  </a:cubicBezTo>
                  <a:cubicBezTo>
                    <a:pt x="101" y="20"/>
                    <a:pt x="79" y="10"/>
                    <a:pt x="60" y="6"/>
                  </a:cubicBezTo>
                  <a:cubicBezTo>
                    <a:pt x="40" y="1"/>
                    <a:pt x="18" y="0"/>
                    <a:pt x="0" y="9"/>
                  </a:cubicBezTo>
                </a:path>
              </a:pathLst>
            </a:custGeom>
            <a:solidFill>
              <a:srgbClr val="8E4C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521" name="Freeform 9">
              <a:extLst>
                <a:ext uri="{FF2B5EF4-FFF2-40B4-BE49-F238E27FC236}">
                  <a16:creationId xmlns:a16="http://schemas.microsoft.com/office/drawing/2014/main" id="{F9817889-6A39-4FF5-B7B2-6F7CCC4345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5" y="1907"/>
              <a:ext cx="60" cy="269"/>
            </a:xfrm>
            <a:custGeom>
              <a:avLst/>
              <a:gdLst>
                <a:gd name="T0" fmla="*/ 128 w 38"/>
                <a:gd name="T1" fmla="*/ 137 h 169"/>
                <a:gd name="T2" fmla="*/ 129 w 38"/>
                <a:gd name="T3" fmla="*/ 307 h 169"/>
                <a:gd name="T4" fmla="*/ 117 w 38"/>
                <a:gd name="T5" fmla="*/ 423 h 169"/>
                <a:gd name="T6" fmla="*/ 98 w 38"/>
                <a:gd name="T7" fmla="*/ 544 h 169"/>
                <a:gd name="T8" fmla="*/ 0 w 38"/>
                <a:gd name="T9" fmla="*/ 681 h 169"/>
                <a:gd name="T10" fmla="*/ 74 w 38"/>
                <a:gd name="T11" fmla="*/ 484 h 169"/>
                <a:gd name="T12" fmla="*/ 22 w 38"/>
                <a:gd name="T13" fmla="*/ 444 h 169"/>
                <a:gd name="T14" fmla="*/ 81 w 38"/>
                <a:gd name="T15" fmla="*/ 363 h 169"/>
                <a:gd name="T16" fmla="*/ 115 w 38"/>
                <a:gd name="T17" fmla="*/ 185 h 169"/>
                <a:gd name="T18" fmla="*/ 134 w 38"/>
                <a:gd name="T19" fmla="*/ 96 h 169"/>
                <a:gd name="T20" fmla="*/ 150 w 38"/>
                <a:gd name="T21" fmla="*/ 0 h 16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8" h="169">
                  <a:moveTo>
                    <a:pt x="32" y="34"/>
                  </a:moveTo>
                  <a:cubicBezTo>
                    <a:pt x="35" y="45"/>
                    <a:pt x="33" y="64"/>
                    <a:pt x="33" y="76"/>
                  </a:cubicBezTo>
                  <a:cubicBezTo>
                    <a:pt x="32" y="85"/>
                    <a:pt x="31" y="95"/>
                    <a:pt x="30" y="105"/>
                  </a:cubicBezTo>
                  <a:cubicBezTo>
                    <a:pt x="28" y="115"/>
                    <a:pt x="27" y="125"/>
                    <a:pt x="25" y="135"/>
                  </a:cubicBezTo>
                  <a:cubicBezTo>
                    <a:pt x="21" y="152"/>
                    <a:pt x="13" y="160"/>
                    <a:pt x="0" y="169"/>
                  </a:cubicBezTo>
                  <a:cubicBezTo>
                    <a:pt x="10" y="163"/>
                    <a:pt x="29" y="132"/>
                    <a:pt x="19" y="120"/>
                  </a:cubicBezTo>
                  <a:cubicBezTo>
                    <a:pt x="15" y="115"/>
                    <a:pt x="6" y="118"/>
                    <a:pt x="6" y="110"/>
                  </a:cubicBezTo>
                  <a:cubicBezTo>
                    <a:pt x="6" y="105"/>
                    <a:pt x="17" y="94"/>
                    <a:pt x="20" y="90"/>
                  </a:cubicBezTo>
                  <a:cubicBezTo>
                    <a:pt x="30" y="75"/>
                    <a:pt x="27" y="63"/>
                    <a:pt x="29" y="46"/>
                  </a:cubicBezTo>
                  <a:cubicBezTo>
                    <a:pt x="30" y="39"/>
                    <a:pt x="33" y="32"/>
                    <a:pt x="34" y="24"/>
                  </a:cubicBezTo>
                  <a:cubicBezTo>
                    <a:pt x="35" y="16"/>
                    <a:pt x="32" y="6"/>
                    <a:pt x="38" y="0"/>
                  </a:cubicBezTo>
                </a:path>
              </a:pathLst>
            </a:custGeom>
            <a:solidFill>
              <a:srgbClr val="8E4C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522" name="Freeform 10">
              <a:extLst>
                <a:ext uri="{FF2B5EF4-FFF2-40B4-BE49-F238E27FC236}">
                  <a16:creationId xmlns:a16="http://schemas.microsoft.com/office/drawing/2014/main" id="{63A58213-3CEF-4AEE-B087-39BBD53A9D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9" y="2457"/>
              <a:ext cx="60" cy="92"/>
            </a:xfrm>
            <a:custGeom>
              <a:avLst/>
              <a:gdLst>
                <a:gd name="T0" fmla="*/ 157 w 37"/>
                <a:gd name="T1" fmla="*/ 0 h 58"/>
                <a:gd name="T2" fmla="*/ 136 w 37"/>
                <a:gd name="T3" fmla="*/ 168 h 58"/>
                <a:gd name="T4" fmla="*/ 0 w 37"/>
                <a:gd name="T5" fmla="*/ 189 h 58"/>
                <a:gd name="T6" fmla="*/ 73 w 37"/>
                <a:gd name="T7" fmla="*/ 176 h 58"/>
                <a:gd name="T8" fmla="*/ 81 w 37"/>
                <a:gd name="T9" fmla="*/ 103 h 58"/>
                <a:gd name="T10" fmla="*/ 143 w 37"/>
                <a:gd name="T11" fmla="*/ 13 h 5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7" h="58">
                  <a:moveTo>
                    <a:pt x="37" y="0"/>
                  </a:moveTo>
                  <a:cubicBezTo>
                    <a:pt x="36" y="12"/>
                    <a:pt x="37" y="30"/>
                    <a:pt x="32" y="42"/>
                  </a:cubicBezTo>
                  <a:cubicBezTo>
                    <a:pt x="24" y="58"/>
                    <a:pt x="12" y="49"/>
                    <a:pt x="0" y="47"/>
                  </a:cubicBezTo>
                  <a:cubicBezTo>
                    <a:pt x="5" y="47"/>
                    <a:pt x="13" y="48"/>
                    <a:pt x="17" y="44"/>
                  </a:cubicBezTo>
                  <a:cubicBezTo>
                    <a:pt x="23" y="37"/>
                    <a:pt x="19" y="33"/>
                    <a:pt x="19" y="26"/>
                  </a:cubicBezTo>
                  <a:cubicBezTo>
                    <a:pt x="20" y="13"/>
                    <a:pt x="29" y="12"/>
                    <a:pt x="33" y="3"/>
                  </a:cubicBezTo>
                </a:path>
              </a:pathLst>
            </a:custGeom>
            <a:solidFill>
              <a:srgbClr val="8E4C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523" name="Freeform 11">
              <a:extLst>
                <a:ext uri="{FF2B5EF4-FFF2-40B4-BE49-F238E27FC236}">
                  <a16:creationId xmlns:a16="http://schemas.microsoft.com/office/drawing/2014/main" id="{BA9C862B-49AF-43F1-8A81-08705296FC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5" y="1297"/>
              <a:ext cx="90" cy="393"/>
            </a:xfrm>
            <a:custGeom>
              <a:avLst/>
              <a:gdLst>
                <a:gd name="T0" fmla="*/ 0 w 56"/>
                <a:gd name="T1" fmla="*/ 0 h 247"/>
                <a:gd name="T2" fmla="*/ 162 w 56"/>
                <a:gd name="T3" fmla="*/ 318 h 247"/>
                <a:gd name="T4" fmla="*/ 191 w 56"/>
                <a:gd name="T5" fmla="*/ 703 h 247"/>
                <a:gd name="T6" fmla="*/ 233 w 56"/>
                <a:gd name="T7" fmla="*/ 994 h 247"/>
                <a:gd name="T8" fmla="*/ 141 w 56"/>
                <a:gd name="T9" fmla="*/ 665 h 247"/>
                <a:gd name="T10" fmla="*/ 0 w 56"/>
                <a:gd name="T11" fmla="*/ 0 h 24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6" h="247">
                  <a:moveTo>
                    <a:pt x="0" y="0"/>
                  </a:moveTo>
                  <a:cubicBezTo>
                    <a:pt x="12" y="5"/>
                    <a:pt x="27" y="23"/>
                    <a:pt x="39" y="79"/>
                  </a:cubicBezTo>
                  <a:cubicBezTo>
                    <a:pt x="50" y="135"/>
                    <a:pt x="47" y="158"/>
                    <a:pt x="46" y="175"/>
                  </a:cubicBezTo>
                  <a:cubicBezTo>
                    <a:pt x="45" y="192"/>
                    <a:pt x="53" y="222"/>
                    <a:pt x="56" y="247"/>
                  </a:cubicBezTo>
                  <a:cubicBezTo>
                    <a:pt x="52" y="218"/>
                    <a:pt x="37" y="188"/>
                    <a:pt x="34" y="165"/>
                  </a:cubicBezTo>
                  <a:cubicBezTo>
                    <a:pt x="32" y="142"/>
                    <a:pt x="28" y="23"/>
                    <a:pt x="0" y="0"/>
                  </a:cubicBezTo>
                </a:path>
              </a:pathLst>
            </a:custGeom>
            <a:solidFill>
              <a:srgbClr val="8E4C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524" name="Freeform 12">
              <a:extLst>
                <a:ext uri="{FF2B5EF4-FFF2-40B4-BE49-F238E27FC236}">
                  <a16:creationId xmlns:a16="http://schemas.microsoft.com/office/drawing/2014/main" id="{F7C16679-B5EF-4212-B04A-3858657237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2" y="1926"/>
              <a:ext cx="29" cy="355"/>
            </a:xfrm>
            <a:custGeom>
              <a:avLst/>
              <a:gdLst>
                <a:gd name="T0" fmla="*/ 13 w 18"/>
                <a:gd name="T1" fmla="*/ 395 h 223"/>
                <a:gd name="T2" fmla="*/ 76 w 18"/>
                <a:gd name="T3" fmla="*/ 899 h 223"/>
                <a:gd name="T4" fmla="*/ 47 w 18"/>
                <a:gd name="T5" fmla="*/ 441 h 223"/>
                <a:gd name="T6" fmla="*/ 5 w 18"/>
                <a:gd name="T7" fmla="*/ 0 h 223"/>
                <a:gd name="T8" fmla="*/ 13 w 18"/>
                <a:gd name="T9" fmla="*/ 395 h 2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223">
                  <a:moveTo>
                    <a:pt x="3" y="98"/>
                  </a:moveTo>
                  <a:cubicBezTo>
                    <a:pt x="4" y="117"/>
                    <a:pt x="12" y="196"/>
                    <a:pt x="18" y="223"/>
                  </a:cubicBezTo>
                  <a:cubicBezTo>
                    <a:pt x="16" y="207"/>
                    <a:pt x="12" y="160"/>
                    <a:pt x="11" y="109"/>
                  </a:cubicBezTo>
                  <a:cubicBezTo>
                    <a:pt x="10" y="58"/>
                    <a:pt x="6" y="23"/>
                    <a:pt x="1" y="0"/>
                  </a:cubicBezTo>
                  <a:cubicBezTo>
                    <a:pt x="0" y="24"/>
                    <a:pt x="2" y="76"/>
                    <a:pt x="3" y="98"/>
                  </a:cubicBezTo>
                </a:path>
              </a:pathLst>
            </a:custGeom>
            <a:solidFill>
              <a:srgbClr val="8E4C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525" name="Freeform 13">
              <a:extLst>
                <a:ext uri="{FF2B5EF4-FFF2-40B4-BE49-F238E27FC236}">
                  <a16:creationId xmlns:a16="http://schemas.microsoft.com/office/drawing/2014/main" id="{36199364-0D9A-4D58-8815-6BE9C4612E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5" y="2425"/>
              <a:ext cx="81" cy="181"/>
            </a:xfrm>
            <a:custGeom>
              <a:avLst/>
              <a:gdLst>
                <a:gd name="T0" fmla="*/ 73 w 51"/>
                <a:gd name="T1" fmla="*/ 33 h 114"/>
                <a:gd name="T2" fmla="*/ 124 w 51"/>
                <a:gd name="T3" fmla="*/ 129 h 114"/>
                <a:gd name="T4" fmla="*/ 184 w 51"/>
                <a:gd name="T5" fmla="*/ 176 h 114"/>
                <a:gd name="T6" fmla="*/ 184 w 51"/>
                <a:gd name="T7" fmla="*/ 278 h 114"/>
                <a:gd name="T8" fmla="*/ 145 w 51"/>
                <a:gd name="T9" fmla="*/ 456 h 114"/>
                <a:gd name="T10" fmla="*/ 168 w 51"/>
                <a:gd name="T11" fmla="*/ 265 h 114"/>
                <a:gd name="T12" fmla="*/ 108 w 51"/>
                <a:gd name="T13" fmla="*/ 205 h 114"/>
                <a:gd name="T14" fmla="*/ 40 w 51"/>
                <a:gd name="T15" fmla="*/ 108 h 114"/>
                <a:gd name="T16" fmla="*/ 40 w 51"/>
                <a:gd name="T17" fmla="*/ 0 h 114"/>
                <a:gd name="T18" fmla="*/ 60 w 51"/>
                <a:gd name="T19" fmla="*/ 21 h 11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1" h="114">
                  <a:moveTo>
                    <a:pt x="18" y="8"/>
                  </a:moveTo>
                  <a:cubicBezTo>
                    <a:pt x="21" y="16"/>
                    <a:pt x="25" y="25"/>
                    <a:pt x="31" y="32"/>
                  </a:cubicBezTo>
                  <a:cubicBezTo>
                    <a:pt x="35" y="37"/>
                    <a:pt x="42" y="39"/>
                    <a:pt x="46" y="44"/>
                  </a:cubicBezTo>
                  <a:cubicBezTo>
                    <a:pt x="51" y="51"/>
                    <a:pt x="48" y="61"/>
                    <a:pt x="46" y="69"/>
                  </a:cubicBezTo>
                  <a:cubicBezTo>
                    <a:pt x="43" y="84"/>
                    <a:pt x="39" y="99"/>
                    <a:pt x="36" y="114"/>
                  </a:cubicBezTo>
                  <a:cubicBezTo>
                    <a:pt x="38" y="102"/>
                    <a:pt x="45" y="78"/>
                    <a:pt x="42" y="66"/>
                  </a:cubicBezTo>
                  <a:cubicBezTo>
                    <a:pt x="39" y="58"/>
                    <a:pt x="33" y="54"/>
                    <a:pt x="27" y="51"/>
                  </a:cubicBezTo>
                  <a:cubicBezTo>
                    <a:pt x="14" y="44"/>
                    <a:pt x="14" y="43"/>
                    <a:pt x="10" y="27"/>
                  </a:cubicBezTo>
                  <a:cubicBezTo>
                    <a:pt x="7" y="16"/>
                    <a:pt x="0" y="7"/>
                    <a:pt x="10" y="0"/>
                  </a:cubicBezTo>
                  <a:cubicBezTo>
                    <a:pt x="12" y="1"/>
                    <a:pt x="15" y="4"/>
                    <a:pt x="15" y="5"/>
                  </a:cubicBezTo>
                </a:path>
              </a:pathLst>
            </a:custGeom>
            <a:solidFill>
              <a:srgbClr val="8E4C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526" name="Freeform 14">
              <a:extLst>
                <a:ext uri="{FF2B5EF4-FFF2-40B4-BE49-F238E27FC236}">
                  <a16:creationId xmlns:a16="http://schemas.microsoft.com/office/drawing/2014/main" id="{3F050DA3-0F6B-4DFB-9CEF-DADD4924BF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0" y="2420"/>
              <a:ext cx="70" cy="81"/>
            </a:xfrm>
            <a:custGeom>
              <a:avLst/>
              <a:gdLst>
                <a:gd name="T0" fmla="*/ 177 w 44"/>
                <a:gd name="T1" fmla="*/ 48 h 51"/>
                <a:gd name="T2" fmla="*/ 64 w 44"/>
                <a:gd name="T3" fmla="*/ 40 h 51"/>
                <a:gd name="T4" fmla="*/ 21 w 44"/>
                <a:gd name="T5" fmla="*/ 205 h 51"/>
                <a:gd name="T6" fmla="*/ 68 w 44"/>
                <a:gd name="T7" fmla="*/ 81 h 51"/>
                <a:gd name="T8" fmla="*/ 170 w 44"/>
                <a:gd name="T9" fmla="*/ 95 h 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" h="51">
                  <a:moveTo>
                    <a:pt x="44" y="12"/>
                  </a:moveTo>
                  <a:cubicBezTo>
                    <a:pt x="37" y="0"/>
                    <a:pt x="26" y="2"/>
                    <a:pt x="16" y="10"/>
                  </a:cubicBezTo>
                  <a:cubicBezTo>
                    <a:pt x="4" y="19"/>
                    <a:pt x="0" y="34"/>
                    <a:pt x="5" y="51"/>
                  </a:cubicBezTo>
                  <a:cubicBezTo>
                    <a:pt x="10" y="40"/>
                    <a:pt x="5" y="27"/>
                    <a:pt x="17" y="20"/>
                  </a:cubicBezTo>
                  <a:cubicBezTo>
                    <a:pt x="26" y="15"/>
                    <a:pt x="35" y="19"/>
                    <a:pt x="42" y="24"/>
                  </a:cubicBezTo>
                </a:path>
              </a:pathLst>
            </a:custGeom>
            <a:solidFill>
              <a:srgbClr val="8E4C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527" name="Freeform 15">
              <a:extLst>
                <a:ext uri="{FF2B5EF4-FFF2-40B4-BE49-F238E27FC236}">
                  <a16:creationId xmlns:a16="http://schemas.microsoft.com/office/drawing/2014/main" id="{D1FA951D-B030-441C-9D07-ED681ADD6F7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1" y="2391"/>
              <a:ext cx="75" cy="166"/>
            </a:xfrm>
            <a:custGeom>
              <a:avLst/>
              <a:gdLst>
                <a:gd name="T0" fmla="*/ 0 w 47"/>
                <a:gd name="T1" fmla="*/ 0 h 104"/>
                <a:gd name="T2" fmla="*/ 110 w 47"/>
                <a:gd name="T3" fmla="*/ 204 h 104"/>
                <a:gd name="T4" fmla="*/ 179 w 47"/>
                <a:gd name="T5" fmla="*/ 423 h 104"/>
                <a:gd name="T6" fmla="*/ 145 w 47"/>
                <a:gd name="T7" fmla="*/ 329 h 104"/>
                <a:gd name="T8" fmla="*/ 89 w 47"/>
                <a:gd name="T9" fmla="*/ 278 h 104"/>
                <a:gd name="T10" fmla="*/ 89 w 47"/>
                <a:gd name="T11" fmla="*/ 196 h 104"/>
                <a:gd name="T12" fmla="*/ 69 w 47"/>
                <a:gd name="T13" fmla="*/ 137 h 104"/>
                <a:gd name="T14" fmla="*/ 8 w 47"/>
                <a:gd name="T15" fmla="*/ 16 h 10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7" h="104">
                  <a:moveTo>
                    <a:pt x="0" y="0"/>
                  </a:moveTo>
                  <a:cubicBezTo>
                    <a:pt x="9" y="16"/>
                    <a:pt x="19" y="32"/>
                    <a:pt x="27" y="50"/>
                  </a:cubicBezTo>
                  <a:cubicBezTo>
                    <a:pt x="33" y="64"/>
                    <a:pt x="47" y="86"/>
                    <a:pt x="44" y="104"/>
                  </a:cubicBezTo>
                  <a:cubicBezTo>
                    <a:pt x="36" y="102"/>
                    <a:pt x="38" y="87"/>
                    <a:pt x="36" y="81"/>
                  </a:cubicBezTo>
                  <a:cubicBezTo>
                    <a:pt x="32" y="72"/>
                    <a:pt x="26" y="74"/>
                    <a:pt x="22" y="68"/>
                  </a:cubicBezTo>
                  <a:cubicBezTo>
                    <a:pt x="19" y="63"/>
                    <a:pt x="23" y="54"/>
                    <a:pt x="22" y="48"/>
                  </a:cubicBezTo>
                  <a:cubicBezTo>
                    <a:pt x="22" y="43"/>
                    <a:pt x="20" y="38"/>
                    <a:pt x="17" y="34"/>
                  </a:cubicBezTo>
                  <a:cubicBezTo>
                    <a:pt x="12" y="24"/>
                    <a:pt x="8" y="12"/>
                    <a:pt x="2" y="4"/>
                  </a:cubicBezTo>
                </a:path>
              </a:pathLst>
            </a:custGeom>
            <a:solidFill>
              <a:srgbClr val="8E4C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528" name="Freeform 16">
              <a:extLst>
                <a:ext uri="{FF2B5EF4-FFF2-40B4-BE49-F238E27FC236}">
                  <a16:creationId xmlns:a16="http://schemas.microsoft.com/office/drawing/2014/main" id="{EC6639A5-7EB6-4106-AF50-7844A415CE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0" y="1907"/>
              <a:ext cx="91" cy="84"/>
            </a:xfrm>
            <a:custGeom>
              <a:avLst/>
              <a:gdLst>
                <a:gd name="T0" fmla="*/ 48 w 57"/>
                <a:gd name="T1" fmla="*/ 35 h 53"/>
                <a:gd name="T2" fmla="*/ 231 w 57"/>
                <a:gd name="T3" fmla="*/ 55 h 53"/>
                <a:gd name="T4" fmla="*/ 129 w 57"/>
                <a:gd name="T5" fmla="*/ 55 h 53"/>
                <a:gd name="T6" fmla="*/ 0 w 57"/>
                <a:gd name="T7" fmla="*/ 25 h 5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7" h="53">
                  <a:moveTo>
                    <a:pt x="12" y="9"/>
                  </a:moveTo>
                  <a:cubicBezTo>
                    <a:pt x="25" y="10"/>
                    <a:pt x="51" y="53"/>
                    <a:pt x="57" y="14"/>
                  </a:cubicBezTo>
                  <a:cubicBezTo>
                    <a:pt x="50" y="27"/>
                    <a:pt x="39" y="19"/>
                    <a:pt x="32" y="14"/>
                  </a:cubicBezTo>
                  <a:cubicBezTo>
                    <a:pt x="23" y="6"/>
                    <a:pt x="11" y="0"/>
                    <a:pt x="0" y="6"/>
                  </a:cubicBezTo>
                </a:path>
              </a:pathLst>
            </a:custGeom>
            <a:solidFill>
              <a:srgbClr val="8E4C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529" name="Freeform 17">
              <a:extLst>
                <a:ext uri="{FF2B5EF4-FFF2-40B4-BE49-F238E27FC236}">
                  <a16:creationId xmlns:a16="http://schemas.microsoft.com/office/drawing/2014/main" id="{BAE39BE7-4916-48F6-9154-30876CD9254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3" y="1910"/>
              <a:ext cx="78" cy="73"/>
            </a:xfrm>
            <a:custGeom>
              <a:avLst/>
              <a:gdLst>
                <a:gd name="T0" fmla="*/ 13 w 49"/>
                <a:gd name="T1" fmla="*/ 89 h 46"/>
                <a:gd name="T2" fmla="*/ 197 w 49"/>
                <a:gd name="T3" fmla="*/ 35 h 46"/>
                <a:gd name="T4" fmla="*/ 0 w 49"/>
                <a:gd name="T5" fmla="*/ 81 h 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9" h="46">
                  <a:moveTo>
                    <a:pt x="3" y="22"/>
                  </a:moveTo>
                  <a:cubicBezTo>
                    <a:pt x="10" y="46"/>
                    <a:pt x="39" y="8"/>
                    <a:pt x="49" y="9"/>
                  </a:cubicBezTo>
                  <a:cubicBezTo>
                    <a:pt x="29" y="0"/>
                    <a:pt x="18" y="27"/>
                    <a:pt x="0" y="20"/>
                  </a:cubicBezTo>
                </a:path>
              </a:pathLst>
            </a:custGeom>
            <a:solidFill>
              <a:srgbClr val="8E4C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530" name="Freeform 18">
              <a:extLst>
                <a:ext uri="{FF2B5EF4-FFF2-40B4-BE49-F238E27FC236}">
                  <a16:creationId xmlns:a16="http://schemas.microsoft.com/office/drawing/2014/main" id="{790E9AA7-1934-484D-B721-D55F6B76F1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9" y="1529"/>
              <a:ext cx="37" cy="389"/>
            </a:xfrm>
            <a:custGeom>
              <a:avLst/>
              <a:gdLst>
                <a:gd name="T0" fmla="*/ 88 w 23"/>
                <a:gd name="T1" fmla="*/ 0 h 244"/>
                <a:gd name="T2" fmla="*/ 88 w 23"/>
                <a:gd name="T3" fmla="*/ 422 h 244"/>
                <a:gd name="T4" fmla="*/ 37 w 23"/>
                <a:gd name="T5" fmla="*/ 867 h 244"/>
                <a:gd name="T6" fmla="*/ 26 w 23"/>
                <a:gd name="T7" fmla="*/ 988 h 244"/>
                <a:gd name="T8" fmla="*/ 29 w 23"/>
                <a:gd name="T9" fmla="*/ 579 h 244"/>
                <a:gd name="T10" fmla="*/ 88 w 23"/>
                <a:gd name="T11" fmla="*/ 0 h 24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" h="244">
                  <a:moveTo>
                    <a:pt x="21" y="0"/>
                  </a:moveTo>
                  <a:cubicBezTo>
                    <a:pt x="23" y="18"/>
                    <a:pt x="23" y="71"/>
                    <a:pt x="21" y="104"/>
                  </a:cubicBezTo>
                  <a:cubicBezTo>
                    <a:pt x="19" y="137"/>
                    <a:pt x="13" y="196"/>
                    <a:pt x="9" y="214"/>
                  </a:cubicBezTo>
                  <a:cubicBezTo>
                    <a:pt x="6" y="232"/>
                    <a:pt x="6" y="244"/>
                    <a:pt x="6" y="244"/>
                  </a:cubicBezTo>
                  <a:cubicBezTo>
                    <a:pt x="0" y="218"/>
                    <a:pt x="6" y="160"/>
                    <a:pt x="7" y="143"/>
                  </a:cubicBezTo>
                  <a:cubicBezTo>
                    <a:pt x="8" y="126"/>
                    <a:pt x="23" y="23"/>
                    <a:pt x="21" y="0"/>
                  </a:cubicBezTo>
                </a:path>
              </a:pathLst>
            </a:custGeom>
            <a:solidFill>
              <a:srgbClr val="8E4C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531" name="Freeform 19">
              <a:extLst>
                <a:ext uri="{FF2B5EF4-FFF2-40B4-BE49-F238E27FC236}">
                  <a16:creationId xmlns:a16="http://schemas.microsoft.com/office/drawing/2014/main" id="{C11760A0-BCF3-4F4B-B945-AB43B1141AC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1" y="1942"/>
              <a:ext cx="87" cy="374"/>
            </a:xfrm>
            <a:custGeom>
              <a:avLst/>
              <a:gdLst>
                <a:gd name="T0" fmla="*/ 202 w 55"/>
                <a:gd name="T1" fmla="*/ 0 h 235"/>
                <a:gd name="T2" fmla="*/ 134 w 55"/>
                <a:gd name="T3" fmla="*/ 497 h 235"/>
                <a:gd name="T4" fmla="*/ 0 w 55"/>
                <a:gd name="T5" fmla="*/ 947 h 235"/>
                <a:gd name="T6" fmla="*/ 87 w 55"/>
                <a:gd name="T7" fmla="*/ 519 h 235"/>
                <a:gd name="T8" fmla="*/ 202 w 55"/>
                <a:gd name="T9" fmla="*/ 0 h 2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5" h="235">
                  <a:moveTo>
                    <a:pt x="51" y="0"/>
                  </a:moveTo>
                  <a:cubicBezTo>
                    <a:pt x="52" y="26"/>
                    <a:pt x="55" y="66"/>
                    <a:pt x="34" y="123"/>
                  </a:cubicBezTo>
                  <a:cubicBezTo>
                    <a:pt x="14" y="180"/>
                    <a:pt x="3" y="219"/>
                    <a:pt x="0" y="235"/>
                  </a:cubicBezTo>
                  <a:cubicBezTo>
                    <a:pt x="2" y="211"/>
                    <a:pt x="13" y="159"/>
                    <a:pt x="22" y="129"/>
                  </a:cubicBezTo>
                  <a:cubicBezTo>
                    <a:pt x="31" y="99"/>
                    <a:pt x="55" y="21"/>
                    <a:pt x="51" y="0"/>
                  </a:cubicBezTo>
                </a:path>
              </a:pathLst>
            </a:custGeom>
            <a:solidFill>
              <a:srgbClr val="8E4C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532" name="Freeform 20">
              <a:extLst>
                <a:ext uri="{FF2B5EF4-FFF2-40B4-BE49-F238E27FC236}">
                  <a16:creationId xmlns:a16="http://schemas.microsoft.com/office/drawing/2014/main" id="{40C93447-9108-4317-8960-8A7998F469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1" y="2450"/>
              <a:ext cx="75" cy="145"/>
            </a:xfrm>
            <a:custGeom>
              <a:avLst/>
              <a:gdLst>
                <a:gd name="T0" fmla="*/ 0 w 47"/>
                <a:gd name="T1" fmla="*/ 116 h 91"/>
                <a:gd name="T2" fmla="*/ 115 w 47"/>
                <a:gd name="T3" fmla="*/ 0 h 91"/>
                <a:gd name="T4" fmla="*/ 104 w 47"/>
                <a:gd name="T5" fmla="*/ 121 h 91"/>
                <a:gd name="T6" fmla="*/ 124 w 47"/>
                <a:gd name="T7" fmla="*/ 163 h 91"/>
                <a:gd name="T8" fmla="*/ 171 w 47"/>
                <a:gd name="T9" fmla="*/ 183 h 91"/>
                <a:gd name="T10" fmla="*/ 136 w 47"/>
                <a:gd name="T11" fmla="*/ 253 h 91"/>
                <a:gd name="T12" fmla="*/ 89 w 47"/>
                <a:gd name="T13" fmla="*/ 300 h 91"/>
                <a:gd name="T14" fmla="*/ 69 w 47"/>
                <a:gd name="T15" fmla="*/ 368 h 91"/>
                <a:gd name="T16" fmla="*/ 16 w 47"/>
                <a:gd name="T17" fmla="*/ 134 h 9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7" h="91">
                  <a:moveTo>
                    <a:pt x="0" y="29"/>
                  </a:moveTo>
                  <a:cubicBezTo>
                    <a:pt x="16" y="27"/>
                    <a:pt x="17" y="9"/>
                    <a:pt x="28" y="0"/>
                  </a:cubicBezTo>
                  <a:cubicBezTo>
                    <a:pt x="32" y="9"/>
                    <a:pt x="23" y="19"/>
                    <a:pt x="26" y="30"/>
                  </a:cubicBezTo>
                  <a:cubicBezTo>
                    <a:pt x="27" y="34"/>
                    <a:pt x="28" y="37"/>
                    <a:pt x="31" y="40"/>
                  </a:cubicBezTo>
                  <a:cubicBezTo>
                    <a:pt x="33" y="43"/>
                    <a:pt x="39" y="42"/>
                    <a:pt x="42" y="45"/>
                  </a:cubicBezTo>
                  <a:cubicBezTo>
                    <a:pt x="47" y="51"/>
                    <a:pt x="37" y="58"/>
                    <a:pt x="33" y="63"/>
                  </a:cubicBezTo>
                  <a:cubicBezTo>
                    <a:pt x="29" y="66"/>
                    <a:pt x="24" y="69"/>
                    <a:pt x="22" y="74"/>
                  </a:cubicBezTo>
                  <a:cubicBezTo>
                    <a:pt x="19" y="80"/>
                    <a:pt x="20" y="86"/>
                    <a:pt x="17" y="91"/>
                  </a:cubicBezTo>
                  <a:cubicBezTo>
                    <a:pt x="12" y="75"/>
                    <a:pt x="4" y="50"/>
                    <a:pt x="4" y="33"/>
                  </a:cubicBezTo>
                </a:path>
              </a:pathLst>
            </a:custGeom>
            <a:solidFill>
              <a:srgbClr val="8E4C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533" name="Freeform 21">
              <a:extLst>
                <a:ext uri="{FF2B5EF4-FFF2-40B4-BE49-F238E27FC236}">
                  <a16:creationId xmlns:a16="http://schemas.microsoft.com/office/drawing/2014/main" id="{316343CF-F698-405F-8B11-9989FDA369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9" y="2339"/>
              <a:ext cx="32" cy="196"/>
            </a:xfrm>
            <a:custGeom>
              <a:avLst/>
              <a:gdLst>
                <a:gd name="T0" fmla="*/ 35 w 20"/>
                <a:gd name="T1" fmla="*/ 89 h 123"/>
                <a:gd name="T2" fmla="*/ 67 w 20"/>
                <a:gd name="T3" fmla="*/ 253 h 123"/>
                <a:gd name="T4" fmla="*/ 48 w 20"/>
                <a:gd name="T5" fmla="*/ 497 h 123"/>
                <a:gd name="T6" fmla="*/ 8 w 20"/>
                <a:gd name="T7" fmla="*/ 206 h 123"/>
                <a:gd name="T8" fmla="*/ 13 w 20"/>
                <a:gd name="T9" fmla="*/ 110 h 123"/>
                <a:gd name="T10" fmla="*/ 16 w 20"/>
                <a:gd name="T11" fmla="*/ 0 h 123"/>
                <a:gd name="T12" fmla="*/ 35 w 20"/>
                <a:gd name="T13" fmla="*/ 64 h 123"/>
                <a:gd name="T14" fmla="*/ 42 w 20"/>
                <a:gd name="T15" fmla="*/ 115 h 12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0" h="123">
                  <a:moveTo>
                    <a:pt x="9" y="22"/>
                  </a:moveTo>
                  <a:cubicBezTo>
                    <a:pt x="8" y="38"/>
                    <a:pt x="13" y="47"/>
                    <a:pt x="16" y="63"/>
                  </a:cubicBezTo>
                  <a:cubicBezTo>
                    <a:pt x="20" y="82"/>
                    <a:pt x="18" y="105"/>
                    <a:pt x="12" y="123"/>
                  </a:cubicBezTo>
                  <a:cubicBezTo>
                    <a:pt x="17" y="98"/>
                    <a:pt x="6" y="75"/>
                    <a:pt x="2" y="51"/>
                  </a:cubicBezTo>
                  <a:cubicBezTo>
                    <a:pt x="0" y="41"/>
                    <a:pt x="2" y="37"/>
                    <a:pt x="3" y="27"/>
                  </a:cubicBezTo>
                  <a:cubicBezTo>
                    <a:pt x="4" y="18"/>
                    <a:pt x="2" y="10"/>
                    <a:pt x="4" y="0"/>
                  </a:cubicBezTo>
                  <a:cubicBezTo>
                    <a:pt x="5" y="6"/>
                    <a:pt x="8" y="11"/>
                    <a:pt x="9" y="16"/>
                  </a:cubicBezTo>
                  <a:cubicBezTo>
                    <a:pt x="10" y="20"/>
                    <a:pt x="9" y="24"/>
                    <a:pt x="10" y="28"/>
                  </a:cubicBezTo>
                </a:path>
              </a:pathLst>
            </a:custGeom>
            <a:solidFill>
              <a:srgbClr val="8E4C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534" name="Freeform 22">
              <a:extLst>
                <a:ext uri="{FF2B5EF4-FFF2-40B4-BE49-F238E27FC236}">
                  <a16:creationId xmlns:a16="http://schemas.microsoft.com/office/drawing/2014/main" id="{989C32BF-1E3C-4389-B558-15171EF686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9" y="2439"/>
              <a:ext cx="65" cy="75"/>
            </a:xfrm>
            <a:custGeom>
              <a:avLst/>
              <a:gdLst>
                <a:gd name="T0" fmla="*/ 40 w 41"/>
                <a:gd name="T1" fmla="*/ 136 h 47"/>
                <a:gd name="T2" fmla="*/ 100 w 41"/>
                <a:gd name="T3" fmla="*/ 104 h 47"/>
                <a:gd name="T4" fmla="*/ 163 w 41"/>
                <a:gd name="T5" fmla="*/ 0 h 47"/>
                <a:gd name="T6" fmla="*/ 0 w 41"/>
                <a:gd name="T7" fmla="*/ 191 h 4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1" h="47">
                  <a:moveTo>
                    <a:pt x="10" y="33"/>
                  </a:moveTo>
                  <a:cubicBezTo>
                    <a:pt x="14" y="28"/>
                    <a:pt x="19" y="29"/>
                    <a:pt x="25" y="26"/>
                  </a:cubicBezTo>
                  <a:cubicBezTo>
                    <a:pt x="35" y="21"/>
                    <a:pt x="37" y="11"/>
                    <a:pt x="41" y="0"/>
                  </a:cubicBezTo>
                  <a:cubicBezTo>
                    <a:pt x="26" y="17"/>
                    <a:pt x="5" y="24"/>
                    <a:pt x="0" y="47"/>
                  </a:cubicBezTo>
                </a:path>
              </a:pathLst>
            </a:custGeom>
            <a:solidFill>
              <a:srgbClr val="8E4C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535" name="Freeform 23">
              <a:extLst>
                <a:ext uri="{FF2B5EF4-FFF2-40B4-BE49-F238E27FC236}">
                  <a16:creationId xmlns:a16="http://schemas.microsoft.com/office/drawing/2014/main" id="{FCD40E61-3E0D-48F7-B6D4-A6E0485F5E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1" y="1287"/>
              <a:ext cx="109" cy="320"/>
            </a:xfrm>
            <a:custGeom>
              <a:avLst/>
              <a:gdLst>
                <a:gd name="T0" fmla="*/ 281 w 68"/>
                <a:gd name="T1" fmla="*/ 0 h 201"/>
                <a:gd name="T2" fmla="*/ 56 w 68"/>
                <a:gd name="T3" fmla="*/ 266 h 201"/>
                <a:gd name="T4" fmla="*/ 5 w 68"/>
                <a:gd name="T5" fmla="*/ 654 h 201"/>
                <a:gd name="T6" fmla="*/ 8 w 68"/>
                <a:gd name="T7" fmla="*/ 810 h 201"/>
                <a:gd name="T8" fmla="*/ 67 w 68"/>
                <a:gd name="T9" fmla="*/ 449 h 201"/>
                <a:gd name="T10" fmla="*/ 281 w 68"/>
                <a:gd name="T11" fmla="*/ 0 h 20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8" h="201">
                  <a:moveTo>
                    <a:pt x="68" y="0"/>
                  </a:moveTo>
                  <a:cubicBezTo>
                    <a:pt x="51" y="0"/>
                    <a:pt x="26" y="22"/>
                    <a:pt x="14" y="66"/>
                  </a:cubicBezTo>
                  <a:cubicBezTo>
                    <a:pt x="3" y="110"/>
                    <a:pt x="2" y="146"/>
                    <a:pt x="1" y="162"/>
                  </a:cubicBezTo>
                  <a:cubicBezTo>
                    <a:pt x="0" y="178"/>
                    <a:pt x="4" y="190"/>
                    <a:pt x="2" y="201"/>
                  </a:cubicBezTo>
                  <a:cubicBezTo>
                    <a:pt x="5" y="185"/>
                    <a:pt x="11" y="130"/>
                    <a:pt x="16" y="111"/>
                  </a:cubicBezTo>
                  <a:cubicBezTo>
                    <a:pt x="21" y="92"/>
                    <a:pt x="30" y="7"/>
                    <a:pt x="68" y="0"/>
                  </a:cubicBezTo>
                </a:path>
              </a:pathLst>
            </a:custGeom>
            <a:solidFill>
              <a:srgbClr val="C17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536" name="Freeform 24">
              <a:extLst>
                <a:ext uri="{FF2B5EF4-FFF2-40B4-BE49-F238E27FC236}">
                  <a16:creationId xmlns:a16="http://schemas.microsoft.com/office/drawing/2014/main" id="{8521BB89-3D5E-46B4-A595-DFF7C2A1BA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2" y="1942"/>
              <a:ext cx="24" cy="325"/>
            </a:xfrm>
            <a:custGeom>
              <a:avLst/>
              <a:gdLst>
                <a:gd name="T0" fmla="*/ 0 w 15"/>
                <a:gd name="T1" fmla="*/ 825 h 204"/>
                <a:gd name="T2" fmla="*/ 26 w 15"/>
                <a:gd name="T3" fmla="*/ 449 h 204"/>
                <a:gd name="T4" fmla="*/ 56 w 15"/>
                <a:gd name="T5" fmla="*/ 0 h 204"/>
                <a:gd name="T6" fmla="*/ 61 w 15"/>
                <a:gd name="T7" fmla="*/ 335 h 204"/>
                <a:gd name="T8" fmla="*/ 0 w 15"/>
                <a:gd name="T9" fmla="*/ 825 h 20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204">
                  <a:moveTo>
                    <a:pt x="0" y="204"/>
                  </a:moveTo>
                  <a:cubicBezTo>
                    <a:pt x="0" y="198"/>
                    <a:pt x="6" y="148"/>
                    <a:pt x="6" y="111"/>
                  </a:cubicBezTo>
                  <a:cubicBezTo>
                    <a:pt x="6" y="70"/>
                    <a:pt x="8" y="29"/>
                    <a:pt x="14" y="0"/>
                  </a:cubicBezTo>
                  <a:cubicBezTo>
                    <a:pt x="11" y="18"/>
                    <a:pt x="14" y="56"/>
                    <a:pt x="15" y="83"/>
                  </a:cubicBezTo>
                  <a:cubicBezTo>
                    <a:pt x="15" y="110"/>
                    <a:pt x="8" y="179"/>
                    <a:pt x="0" y="204"/>
                  </a:cubicBezTo>
                </a:path>
              </a:pathLst>
            </a:custGeom>
            <a:solidFill>
              <a:srgbClr val="C17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537" name="Freeform 25">
              <a:extLst>
                <a:ext uri="{FF2B5EF4-FFF2-40B4-BE49-F238E27FC236}">
                  <a16:creationId xmlns:a16="http://schemas.microsoft.com/office/drawing/2014/main" id="{D81A40A4-54FB-493D-AF18-BD00A082ED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0" y="1778"/>
              <a:ext cx="36" cy="347"/>
            </a:xfrm>
            <a:custGeom>
              <a:avLst/>
              <a:gdLst>
                <a:gd name="T0" fmla="*/ 5 w 23"/>
                <a:gd name="T1" fmla="*/ 0 h 218"/>
                <a:gd name="T2" fmla="*/ 34 w 23"/>
                <a:gd name="T3" fmla="*/ 282 h 218"/>
                <a:gd name="T4" fmla="*/ 49 w 23"/>
                <a:gd name="T5" fmla="*/ 605 h 218"/>
                <a:gd name="T6" fmla="*/ 88 w 23"/>
                <a:gd name="T7" fmla="*/ 879 h 218"/>
                <a:gd name="T8" fmla="*/ 83 w 23"/>
                <a:gd name="T9" fmla="*/ 578 h 218"/>
                <a:gd name="T10" fmla="*/ 69 w 23"/>
                <a:gd name="T11" fmla="*/ 251 h 218"/>
                <a:gd name="T12" fmla="*/ 5 w 23"/>
                <a:gd name="T13" fmla="*/ 0 h 2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218">
                  <a:moveTo>
                    <a:pt x="1" y="0"/>
                  </a:moveTo>
                  <a:cubicBezTo>
                    <a:pt x="4" y="31"/>
                    <a:pt x="4" y="43"/>
                    <a:pt x="9" y="70"/>
                  </a:cubicBezTo>
                  <a:cubicBezTo>
                    <a:pt x="13" y="97"/>
                    <a:pt x="10" y="113"/>
                    <a:pt x="13" y="150"/>
                  </a:cubicBezTo>
                  <a:cubicBezTo>
                    <a:pt x="16" y="187"/>
                    <a:pt x="17" y="205"/>
                    <a:pt x="23" y="218"/>
                  </a:cubicBezTo>
                  <a:cubicBezTo>
                    <a:pt x="21" y="196"/>
                    <a:pt x="21" y="163"/>
                    <a:pt x="22" y="143"/>
                  </a:cubicBezTo>
                  <a:cubicBezTo>
                    <a:pt x="23" y="123"/>
                    <a:pt x="22" y="79"/>
                    <a:pt x="18" y="62"/>
                  </a:cubicBezTo>
                  <a:cubicBezTo>
                    <a:pt x="13" y="45"/>
                    <a:pt x="0" y="7"/>
                    <a:pt x="1" y="0"/>
                  </a:cubicBezTo>
                </a:path>
              </a:pathLst>
            </a:custGeom>
            <a:solidFill>
              <a:srgbClr val="C17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538" name="Freeform 26">
              <a:extLst>
                <a:ext uri="{FF2B5EF4-FFF2-40B4-BE49-F238E27FC236}">
                  <a16:creationId xmlns:a16="http://schemas.microsoft.com/office/drawing/2014/main" id="{09181910-EDA5-4477-B39D-F250DEA8343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6" y="2469"/>
              <a:ext cx="49" cy="483"/>
            </a:xfrm>
            <a:custGeom>
              <a:avLst/>
              <a:gdLst>
                <a:gd name="T0" fmla="*/ 47 w 31"/>
                <a:gd name="T1" fmla="*/ 585 h 303"/>
                <a:gd name="T2" fmla="*/ 122 w 31"/>
                <a:gd name="T3" fmla="*/ 1227 h 303"/>
                <a:gd name="T4" fmla="*/ 27 w 31"/>
                <a:gd name="T5" fmla="*/ 770 h 303"/>
                <a:gd name="T6" fmla="*/ 43 w 31"/>
                <a:gd name="T7" fmla="*/ 0 h 303"/>
                <a:gd name="T8" fmla="*/ 47 w 31"/>
                <a:gd name="T9" fmla="*/ 585 h 30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03">
                  <a:moveTo>
                    <a:pt x="12" y="144"/>
                  </a:moveTo>
                  <a:cubicBezTo>
                    <a:pt x="11" y="179"/>
                    <a:pt x="26" y="282"/>
                    <a:pt x="31" y="303"/>
                  </a:cubicBezTo>
                  <a:cubicBezTo>
                    <a:pt x="23" y="280"/>
                    <a:pt x="14" y="250"/>
                    <a:pt x="7" y="190"/>
                  </a:cubicBezTo>
                  <a:cubicBezTo>
                    <a:pt x="0" y="130"/>
                    <a:pt x="2" y="44"/>
                    <a:pt x="11" y="0"/>
                  </a:cubicBezTo>
                  <a:cubicBezTo>
                    <a:pt x="9" y="35"/>
                    <a:pt x="15" y="116"/>
                    <a:pt x="12" y="144"/>
                  </a:cubicBezTo>
                </a:path>
              </a:pathLst>
            </a:custGeom>
            <a:solidFill>
              <a:srgbClr val="C17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539" name="Freeform 27">
              <a:extLst>
                <a:ext uri="{FF2B5EF4-FFF2-40B4-BE49-F238E27FC236}">
                  <a16:creationId xmlns:a16="http://schemas.microsoft.com/office/drawing/2014/main" id="{151ED5FC-5261-4CD5-BFB9-71C1248325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5" y="2469"/>
              <a:ext cx="49" cy="483"/>
            </a:xfrm>
            <a:custGeom>
              <a:avLst/>
              <a:gdLst>
                <a:gd name="T0" fmla="*/ 74 w 31"/>
                <a:gd name="T1" fmla="*/ 585 h 303"/>
                <a:gd name="T2" fmla="*/ 0 w 31"/>
                <a:gd name="T3" fmla="*/ 1227 h 303"/>
                <a:gd name="T4" fmla="*/ 95 w 31"/>
                <a:gd name="T5" fmla="*/ 770 h 303"/>
                <a:gd name="T6" fmla="*/ 74 w 31"/>
                <a:gd name="T7" fmla="*/ 0 h 303"/>
                <a:gd name="T8" fmla="*/ 74 w 31"/>
                <a:gd name="T9" fmla="*/ 585 h 30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03">
                  <a:moveTo>
                    <a:pt x="19" y="144"/>
                  </a:moveTo>
                  <a:cubicBezTo>
                    <a:pt x="19" y="179"/>
                    <a:pt x="4" y="282"/>
                    <a:pt x="0" y="303"/>
                  </a:cubicBezTo>
                  <a:cubicBezTo>
                    <a:pt x="8" y="280"/>
                    <a:pt x="17" y="250"/>
                    <a:pt x="24" y="190"/>
                  </a:cubicBezTo>
                  <a:cubicBezTo>
                    <a:pt x="31" y="130"/>
                    <a:pt x="28" y="44"/>
                    <a:pt x="19" y="0"/>
                  </a:cubicBezTo>
                  <a:cubicBezTo>
                    <a:pt x="21" y="35"/>
                    <a:pt x="16" y="116"/>
                    <a:pt x="19" y="144"/>
                  </a:cubicBezTo>
                </a:path>
              </a:pathLst>
            </a:custGeom>
            <a:solidFill>
              <a:srgbClr val="8E4C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540" name="Freeform 28">
              <a:extLst>
                <a:ext uri="{FF2B5EF4-FFF2-40B4-BE49-F238E27FC236}">
                  <a16:creationId xmlns:a16="http://schemas.microsoft.com/office/drawing/2014/main" id="{8AA551C8-8279-487C-9DBD-D2FDE63883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1" y="3279"/>
              <a:ext cx="75" cy="446"/>
            </a:xfrm>
            <a:custGeom>
              <a:avLst/>
              <a:gdLst>
                <a:gd name="T0" fmla="*/ 46 w 47"/>
                <a:gd name="T1" fmla="*/ 0 h 280"/>
                <a:gd name="T2" fmla="*/ 54 w 47"/>
                <a:gd name="T3" fmla="*/ 594 h 280"/>
                <a:gd name="T4" fmla="*/ 191 w 47"/>
                <a:gd name="T5" fmla="*/ 1131 h 280"/>
                <a:gd name="T6" fmla="*/ 89 w 47"/>
                <a:gd name="T7" fmla="*/ 573 h 280"/>
                <a:gd name="T8" fmla="*/ 46 w 47"/>
                <a:gd name="T9" fmla="*/ 0 h 2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280">
                  <a:moveTo>
                    <a:pt x="11" y="0"/>
                  </a:moveTo>
                  <a:cubicBezTo>
                    <a:pt x="10" y="34"/>
                    <a:pt x="0" y="81"/>
                    <a:pt x="13" y="147"/>
                  </a:cubicBezTo>
                  <a:cubicBezTo>
                    <a:pt x="25" y="213"/>
                    <a:pt x="42" y="258"/>
                    <a:pt x="47" y="280"/>
                  </a:cubicBezTo>
                  <a:cubicBezTo>
                    <a:pt x="42" y="251"/>
                    <a:pt x="25" y="168"/>
                    <a:pt x="22" y="142"/>
                  </a:cubicBezTo>
                  <a:cubicBezTo>
                    <a:pt x="18" y="116"/>
                    <a:pt x="9" y="37"/>
                    <a:pt x="11" y="0"/>
                  </a:cubicBezTo>
                </a:path>
              </a:pathLst>
            </a:custGeom>
            <a:solidFill>
              <a:srgbClr val="C17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541" name="Freeform 29">
              <a:extLst>
                <a:ext uri="{FF2B5EF4-FFF2-40B4-BE49-F238E27FC236}">
                  <a16:creationId xmlns:a16="http://schemas.microsoft.com/office/drawing/2014/main" id="{FBB8A727-0CE6-4407-AED1-E833CBB337A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0" y="2570"/>
              <a:ext cx="51" cy="588"/>
            </a:xfrm>
            <a:custGeom>
              <a:avLst/>
              <a:gdLst>
                <a:gd name="T0" fmla="*/ 29 w 32"/>
                <a:gd name="T1" fmla="*/ 833 h 369"/>
                <a:gd name="T2" fmla="*/ 13 w 32"/>
                <a:gd name="T3" fmla="*/ 1493 h 369"/>
                <a:gd name="T4" fmla="*/ 56 w 32"/>
                <a:gd name="T5" fmla="*/ 983 h 369"/>
                <a:gd name="T6" fmla="*/ 129 w 32"/>
                <a:gd name="T7" fmla="*/ 0 h 369"/>
                <a:gd name="T8" fmla="*/ 29 w 32"/>
                <a:gd name="T9" fmla="*/ 833 h 36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69">
                  <a:moveTo>
                    <a:pt x="7" y="206"/>
                  </a:moveTo>
                  <a:cubicBezTo>
                    <a:pt x="0" y="256"/>
                    <a:pt x="4" y="336"/>
                    <a:pt x="3" y="369"/>
                  </a:cubicBezTo>
                  <a:cubicBezTo>
                    <a:pt x="1" y="344"/>
                    <a:pt x="5" y="324"/>
                    <a:pt x="14" y="243"/>
                  </a:cubicBezTo>
                  <a:cubicBezTo>
                    <a:pt x="23" y="162"/>
                    <a:pt x="32" y="30"/>
                    <a:pt x="32" y="0"/>
                  </a:cubicBezTo>
                  <a:cubicBezTo>
                    <a:pt x="30" y="14"/>
                    <a:pt x="12" y="144"/>
                    <a:pt x="7" y="206"/>
                  </a:cubicBezTo>
                </a:path>
              </a:pathLst>
            </a:custGeom>
            <a:solidFill>
              <a:srgbClr val="8E4C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542" name="Freeform 30">
              <a:extLst>
                <a:ext uri="{FF2B5EF4-FFF2-40B4-BE49-F238E27FC236}">
                  <a16:creationId xmlns:a16="http://schemas.microsoft.com/office/drawing/2014/main" id="{745E0A63-0F43-4D16-97E4-66EF888A1F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0" y="3221"/>
              <a:ext cx="32" cy="416"/>
            </a:xfrm>
            <a:custGeom>
              <a:avLst/>
              <a:gdLst>
                <a:gd name="T0" fmla="*/ 29 w 20"/>
                <a:gd name="T1" fmla="*/ 0 h 261"/>
                <a:gd name="T2" fmla="*/ 77 w 20"/>
                <a:gd name="T3" fmla="*/ 513 h 261"/>
                <a:gd name="T4" fmla="*/ 29 w 20"/>
                <a:gd name="T5" fmla="*/ 1057 h 261"/>
                <a:gd name="T6" fmla="*/ 42 w 20"/>
                <a:gd name="T7" fmla="*/ 394 h 261"/>
                <a:gd name="T8" fmla="*/ 29 w 20"/>
                <a:gd name="T9" fmla="*/ 0 h 26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261">
                  <a:moveTo>
                    <a:pt x="7" y="0"/>
                  </a:moveTo>
                  <a:cubicBezTo>
                    <a:pt x="11" y="24"/>
                    <a:pt x="20" y="92"/>
                    <a:pt x="19" y="127"/>
                  </a:cubicBezTo>
                  <a:cubicBezTo>
                    <a:pt x="18" y="162"/>
                    <a:pt x="10" y="204"/>
                    <a:pt x="7" y="261"/>
                  </a:cubicBezTo>
                  <a:cubicBezTo>
                    <a:pt x="3" y="235"/>
                    <a:pt x="11" y="127"/>
                    <a:pt x="10" y="97"/>
                  </a:cubicBezTo>
                  <a:cubicBezTo>
                    <a:pt x="9" y="67"/>
                    <a:pt x="0" y="7"/>
                    <a:pt x="7" y="0"/>
                  </a:cubicBezTo>
                </a:path>
              </a:pathLst>
            </a:custGeom>
            <a:solidFill>
              <a:srgbClr val="8E4C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543" name="Freeform 31">
              <a:extLst>
                <a:ext uri="{FF2B5EF4-FFF2-40B4-BE49-F238E27FC236}">
                  <a16:creationId xmlns:a16="http://schemas.microsoft.com/office/drawing/2014/main" id="{CD731009-82F0-455C-B57E-3919A6EDA5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1" y="3795"/>
              <a:ext cx="34" cy="185"/>
            </a:xfrm>
            <a:custGeom>
              <a:avLst/>
              <a:gdLst>
                <a:gd name="T0" fmla="*/ 47 w 21"/>
                <a:gd name="T1" fmla="*/ 46 h 116"/>
                <a:gd name="T2" fmla="*/ 47 w 21"/>
                <a:gd name="T3" fmla="*/ 150 h 116"/>
                <a:gd name="T4" fmla="*/ 73 w 21"/>
                <a:gd name="T5" fmla="*/ 236 h 116"/>
                <a:gd name="T6" fmla="*/ 34 w 21"/>
                <a:gd name="T7" fmla="*/ 470 h 116"/>
                <a:gd name="T8" fmla="*/ 50 w 21"/>
                <a:gd name="T9" fmla="*/ 337 h 116"/>
                <a:gd name="T10" fmla="*/ 50 w 21"/>
                <a:gd name="T11" fmla="*/ 292 h 116"/>
                <a:gd name="T12" fmla="*/ 13 w 21"/>
                <a:gd name="T13" fmla="*/ 266 h 116"/>
                <a:gd name="T14" fmla="*/ 21 w 21"/>
                <a:gd name="T15" fmla="*/ 175 h 116"/>
                <a:gd name="T16" fmla="*/ 39 w 21"/>
                <a:gd name="T17" fmla="*/ 0 h 11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1" h="116">
                  <a:moveTo>
                    <a:pt x="11" y="11"/>
                  </a:moveTo>
                  <a:cubicBezTo>
                    <a:pt x="13" y="20"/>
                    <a:pt x="9" y="28"/>
                    <a:pt x="11" y="37"/>
                  </a:cubicBezTo>
                  <a:cubicBezTo>
                    <a:pt x="12" y="44"/>
                    <a:pt x="16" y="51"/>
                    <a:pt x="17" y="58"/>
                  </a:cubicBezTo>
                  <a:cubicBezTo>
                    <a:pt x="21" y="81"/>
                    <a:pt x="14" y="95"/>
                    <a:pt x="8" y="116"/>
                  </a:cubicBezTo>
                  <a:cubicBezTo>
                    <a:pt x="6" y="105"/>
                    <a:pt x="11" y="93"/>
                    <a:pt x="12" y="83"/>
                  </a:cubicBezTo>
                  <a:cubicBezTo>
                    <a:pt x="12" y="79"/>
                    <a:pt x="14" y="75"/>
                    <a:pt x="12" y="72"/>
                  </a:cubicBezTo>
                  <a:cubicBezTo>
                    <a:pt x="9" y="66"/>
                    <a:pt x="5" y="69"/>
                    <a:pt x="3" y="66"/>
                  </a:cubicBezTo>
                  <a:cubicBezTo>
                    <a:pt x="0" y="61"/>
                    <a:pt x="5" y="49"/>
                    <a:pt x="5" y="43"/>
                  </a:cubicBezTo>
                  <a:cubicBezTo>
                    <a:pt x="7" y="29"/>
                    <a:pt x="9" y="14"/>
                    <a:pt x="9" y="0"/>
                  </a:cubicBezTo>
                </a:path>
              </a:pathLst>
            </a:custGeom>
            <a:solidFill>
              <a:srgbClr val="8E4C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544" name="Freeform 32">
              <a:extLst>
                <a:ext uri="{FF2B5EF4-FFF2-40B4-BE49-F238E27FC236}">
                  <a16:creationId xmlns:a16="http://schemas.microsoft.com/office/drawing/2014/main" id="{87505145-7D6E-4D29-B207-45D6F9F5C0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5" y="3964"/>
              <a:ext cx="69" cy="86"/>
            </a:xfrm>
            <a:custGeom>
              <a:avLst/>
              <a:gdLst>
                <a:gd name="T0" fmla="*/ 34 w 43"/>
                <a:gd name="T1" fmla="*/ 218 h 54"/>
                <a:gd name="T2" fmla="*/ 141 w 43"/>
                <a:gd name="T3" fmla="*/ 158 h 54"/>
                <a:gd name="T4" fmla="*/ 165 w 43"/>
                <a:gd name="T5" fmla="*/ 0 h 54"/>
                <a:gd name="T6" fmla="*/ 95 w 43"/>
                <a:gd name="T7" fmla="*/ 108 h 54"/>
                <a:gd name="T8" fmla="*/ 0 w 43"/>
                <a:gd name="T9" fmla="*/ 202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" h="54">
                  <a:moveTo>
                    <a:pt x="8" y="54"/>
                  </a:moveTo>
                  <a:cubicBezTo>
                    <a:pt x="19" y="53"/>
                    <a:pt x="27" y="49"/>
                    <a:pt x="34" y="39"/>
                  </a:cubicBezTo>
                  <a:cubicBezTo>
                    <a:pt x="43" y="26"/>
                    <a:pt x="40" y="15"/>
                    <a:pt x="40" y="0"/>
                  </a:cubicBezTo>
                  <a:cubicBezTo>
                    <a:pt x="34" y="9"/>
                    <a:pt x="38" y="28"/>
                    <a:pt x="23" y="27"/>
                  </a:cubicBezTo>
                  <a:cubicBezTo>
                    <a:pt x="24" y="43"/>
                    <a:pt x="12" y="47"/>
                    <a:pt x="0" y="50"/>
                  </a:cubicBezTo>
                </a:path>
              </a:pathLst>
            </a:custGeom>
            <a:solidFill>
              <a:srgbClr val="8E4C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545" name="Freeform 33">
              <a:extLst>
                <a:ext uri="{FF2B5EF4-FFF2-40B4-BE49-F238E27FC236}">
                  <a16:creationId xmlns:a16="http://schemas.microsoft.com/office/drawing/2014/main" id="{378EA014-C7BB-4B59-B3AA-CF2CFF2ECE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0" y="3937"/>
              <a:ext cx="59" cy="108"/>
            </a:xfrm>
            <a:custGeom>
              <a:avLst/>
              <a:gdLst>
                <a:gd name="T0" fmla="*/ 0 w 37"/>
                <a:gd name="T1" fmla="*/ 8 h 68"/>
                <a:gd name="T2" fmla="*/ 21 w 37"/>
                <a:gd name="T3" fmla="*/ 121 h 68"/>
                <a:gd name="T4" fmla="*/ 46 w 37"/>
                <a:gd name="T5" fmla="*/ 205 h 68"/>
                <a:gd name="T6" fmla="*/ 85 w 37"/>
                <a:gd name="T7" fmla="*/ 265 h 68"/>
                <a:gd name="T8" fmla="*/ 150 w 37"/>
                <a:gd name="T9" fmla="*/ 253 h 68"/>
                <a:gd name="T10" fmla="*/ 73 w 37"/>
                <a:gd name="T11" fmla="*/ 145 h 68"/>
                <a:gd name="T12" fmla="*/ 46 w 37"/>
                <a:gd name="T13" fmla="*/ 81 h 68"/>
                <a:gd name="T14" fmla="*/ 13 w 37"/>
                <a:gd name="T15" fmla="*/ 0 h 6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7" h="68">
                  <a:moveTo>
                    <a:pt x="0" y="2"/>
                  </a:moveTo>
                  <a:cubicBezTo>
                    <a:pt x="6" y="9"/>
                    <a:pt x="5" y="21"/>
                    <a:pt x="5" y="30"/>
                  </a:cubicBezTo>
                  <a:cubicBezTo>
                    <a:pt x="5" y="40"/>
                    <a:pt x="8" y="42"/>
                    <a:pt x="11" y="51"/>
                  </a:cubicBezTo>
                  <a:cubicBezTo>
                    <a:pt x="14" y="59"/>
                    <a:pt x="12" y="63"/>
                    <a:pt x="21" y="66"/>
                  </a:cubicBezTo>
                  <a:cubicBezTo>
                    <a:pt x="26" y="67"/>
                    <a:pt x="35" y="68"/>
                    <a:pt x="37" y="63"/>
                  </a:cubicBezTo>
                  <a:cubicBezTo>
                    <a:pt x="18" y="65"/>
                    <a:pt x="16" y="52"/>
                    <a:pt x="18" y="36"/>
                  </a:cubicBezTo>
                  <a:cubicBezTo>
                    <a:pt x="13" y="34"/>
                    <a:pt x="13" y="25"/>
                    <a:pt x="11" y="20"/>
                  </a:cubicBezTo>
                  <a:cubicBezTo>
                    <a:pt x="9" y="14"/>
                    <a:pt x="1" y="7"/>
                    <a:pt x="3" y="0"/>
                  </a:cubicBezTo>
                </a:path>
              </a:pathLst>
            </a:custGeom>
            <a:solidFill>
              <a:srgbClr val="C17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546" name="Freeform 34">
              <a:extLst>
                <a:ext uri="{FF2B5EF4-FFF2-40B4-BE49-F238E27FC236}">
                  <a16:creationId xmlns:a16="http://schemas.microsoft.com/office/drawing/2014/main" id="{172A7DE4-28EF-4FD2-A63E-1C6D266181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0" y="3229"/>
              <a:ext cx="26" cy="454"/>
            </a:xfrm>
            <a:custGeom>
              <a:avLst/>
              <a:gdLst>
                <a:gd name="T0" fmla="*/ 63 w 16"/>
                <a:gd name="T1" fmla="*/ 1117 h 285"/>
                <a:gd name="T2" fmla="*/ 18 w 16"/>
                <a:gd name="T3" fmla="*/ 620 h 285"/>
                <a:gd name="T4" fmla="*/ 60 w 16"/>
                <a:gd name="T5" fmla="*/ 0 h 285"/>
                <a:gd name="T6" fmla="*/ 60 w 16"/>
                <a:gd name="T7" fmla="*/ 457 h 285"/>
                <a:gd name="T8" fmla="*/ 63 w 16"/>
                <a:gd name="T9" fmla="*/ 1117 h 28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285">
                  <a:moveTo>
                    <a:pt x="15" y="276"/>
                  </a:moveTo>
                  <a:cubicBezTo>
                    <a:pt x="14" y="285"/>
                    <a:pt x="9" y="209"/>
                    <a:pt x="4" y="153"/>
                  </a:cubicBezTo>
                  <a:cubicBezTo>
                    <a:pt x="0" y="97"/>
                    <a:pt x="6" y="38"/>
                    <a:pt x="14" y="0"/>
                  </a:cubicBezTo>
                  <a:cubicBezTo>
                    <a:pt x="13" y="13"/>
                    <a:pt x="12" y="87"/>
                    <a:pt x="14" y="113"/>
                  </a:cubicBezTo>
                  <a:cubicBezTo>
                    <a:pt x="16" y="139"/>
                    <a:pt x="16" y="267"/>
                    <a:pt x="15" y="276"/>
                  </a:cubicBezTo>
                </a:path>
              </a:pathLst>
            </a:custGeom>
            <a:solidFill>
              <a:srgbClr val="C17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547" name="Freeform 35">
              <a:extLst>
                <a:ext uri="{FF2B5EF4-FFF2-40B4-BE49-F238E27FC236}">
                  <a16:creationId xmlns:a16="http://schemas.microsoft.com/office/drawing/2014/main" id="{FFADB4EF-5E53-477C-9AEE-567693F8F5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0" y="3280"/>
              <a:ext cx="56" cy="406"/>
            </a:xfrm>
            <a:custGeom>
              <a:avLst/>
              <a:gdLst>
                <a:gd name="T0" fmla="*/ 0 w 35"/>
                <a:gd name="T1" fmla="*/ 1029 h 255"/>
                <a:gd name="T2" fmla="*/ 110 w 35"/>
                <a:gd name="T3" fmla="*/ 532 h 255"/>
                <a:gd name="T4" fmla="*/ 115 w 35"/>
                <a:gd name="T5" fmla="*/ 0 h 255"/>
                <a:gd name="T6" fmla="*/ 77 w 35"/>
                <a:gd name="T7" fmla="*/ 525 h 255"/>
                <a:gd name="T8" fmla="*/ 0 w 35"/>
                <a:gd name="T9" fmla="*/ 1029 h 2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255">
                  <a:moveTo>
                    <a:pt x="0" y="255"/>
                  </a:moveTo>
                  <a:cubicBezTo>
                    <a:pt x="3" y="235"/>
                    <a:pt x="18" y="171"/>
                    <a:pt x="27" y="132"/>
                  </a:cubicBezTo>
                  <a:cubicBezTo>
                    <a:pt x="35" y="93"/>
                    <a:pt x="29" y="27"/>
                    <a:pt x="28" y="0"/>
                  </a:cubicBezTo>
                  <a:cubicBezTo>
                    <a:pt x="26" y="27"/>
                    <a:pt x="26" y="102"/>
                    <a:pt x="19" y="130"/>
                  </a:cubicBezTo>
                  <a:cubicBezTo>
                    <a:pt x="13" y="158"/>
                    <a:pt x="3" y="234"/>
                    <a:pt x="0" y="255"/>
                  </a:cubicBezTo>
                </a:path>
              </a:pathLst>
            </a:custGeom>
            <a:solidFill>
              <a:srgbClr val="8E4C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548" name="Freeform 36">
              <a:extLst>
                <a:ext uri="{FF2B5EF4-FFF2-40B4-BE49-F238E27FC236}">
                  <a16:creationId xmlns:a16="http://schemas.microsoft.com/office/drawing/2014/main" id="{92463C09-B772-41E2-960C-ECCA13FF850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6" y="3962"/>
              <a:ext cx="94" cy="84"/>
            </a:xfrm>
            <a:custGeom>
              <a:avLst/>
              <a:gdLst>
                <a:gd name="T0" fmla="*/ 104 w 59"/>
                <a:gd name="T1" fmla="*/ 197 h 53"/>
                <a:gd name="T2" fmla="*/ 158 w 59"/>
                <a:gd name="T3" fmla="*/ 158 h 53"/>
                <a:gd name="T4" fmla="*/ 223 w 59"/>
                <a:gd name="T5" fmla="*/ 128 h 53"/>
                <a:gd name="T6" fmla="*/ 198 w 59"/>
                <a:gd name="T7" fmla="*/ 0 h 53"/>
                <a:gd name="T8" fmla="*/ 155 w 59"/>
                <a:gd name="T9" fmla="*/ 90 h 53"/>
                <a:gd name="T10" fmla="*/ 115 w 59"/>
                <a:gd name="T11" fmla="*/ 90 h 53"/>
                <a:gd name="T12" fmla="*/ 104 w 59"/>
                <a:gd name="T13" fmla="*/ 130 h 53"/>
                <a:gd name="T14" fmla="*/ 35 w 59"/>
                <a:gd name="T15" fmla="*/ 138 h 53"/>
                <a:gd name="T16" fmla="*/ 21 w 59"/>
                <a:gd name="T17" fmla="*/ 184 h 5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9" h="53">
                  <a:moveTo>
                    <a:pt x="26" y="49"/>
                  </a:moveTo>
                  <a:cubicBezTo>
                    <a:pt x="34" y="53"/>
                    <a:pt x="34" y="43"/>
                    <a:pt x="39" y="40"/>
                  </a:cubicBezTo>
                  <a:cubicBezTo>
                    <a:pt x="44" y="37"/>
                    <a:pt x="50" y="40"/>
                    <a:pt x="55" y="32"/>
                  </a:cubicBezTo>
                  <a:cubicBezTo>
                    <a:pt x="59" y="22"/>
                    <a:pt x="54" y="9"/>
                    <a:pt x="49" y="0"/>
                  </a:cubicBezTo>
                  <a:cubicBezTo>
                    <a:pt x="48" y="15"/>
                    <a:pt x="54" y="22"/>
                    <a:pt x="38" y="23"/>
                  </a:cubicBezTo>
                  <a:cubicBezTo>
                    <a:pt x="36" y="23"/>
                    <a:pt x="30" y="22"/>
                    <a:pt x="28" y="23"/>
                  </a:cubicBezTo>
                  <a:cubicBezTo>
                    <a:pt x="24" y="26"/>
                    <a:pt x="28" y="31"/>
                    <a:pt x="26" y="33"/>
                  </a:cubicBezTo>
                  <a:cubicBezTo>
                    <a:pt x="22" y="39"/>
                    <a:pt x="15" y="33"/>
                    <a:pt x="9" y="35"/>
                  </a:cubicBezTo>
                  <a:cubicBezTo>
                    <a:pt x="0" y="37"/>
                    <a:pt x="4" y="47"/>
                    <a:pt x="5" y="46"/>
                  </a:cubicBezTo>
                </a:path>
              </a:pathLst>
            </a:custGeom>
            <a:solidFill>
              <a:srgbClr val="8E4C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549" name="Freeform 37">
              <a:extLst>
                <a:ext uri="{FF2B5EF4-FFF2-40B4-BE49-F238E27FC236}">
                  <a16:creationId xmlns:a16="http://schemas.microsoft.com/office/drawing/2014/main" id="{86EEE7DA-2EDD-4B46-9B41-6BBC490FF7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7" y="2173"/>
              <a:ext cx="37" cy="22"/>
            </a:xfrm>
            <a:custGeom>
              <a:avLst/>
              <a:gdLst>
                <a:gd name="T0" fmla="*/ 29 w 23"/>
                <a:gd name="T1" fmla="*/ 0 h 14"/>
                <a:gd name="T2" fmla="*/ 29 w 23"/>
                <a:gd name="T3" fmla="*/ 47 h 14"/>
                <a:gd name="T4" fmla="*/ 68 w 23"/>
                <a:gd name="T5" fmla="*/ 2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14">
                  <a:moveTo>
                    <a:pt x="7" y="0"/>
                  </a:moveTo>
                  <a:cubicBezTo>
                    <a:pt x="0" y="1"/>
                    <a:pt x="0" y="9"/>
                    <a:pt x="7" y="12"/>
                  </a:cubicBezTo>
                  <a:cubicBezTo>
                    <a:pt x="12" y="14"/>
                    <a:pt x="23" y="6"/>
                    <a:pt x="16" y="5"/>
                  </a:cubicBezTo>
                </a:path>
              </a:pathLst>
            </a:custGeom>
            <a:solidFill>
              <a:srgbClr val="8E4C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550" name="Freeform 38">
              <a:extLst>
                <a:ext uri="{FF2B5EF4-FFF2-40B4-BE49-F238E27FC236}">
                  <a16:creationId xmlns:a16="http://schemas.microsoft.com/office/drawing/2014/main" id="{86CDFA53-9EFE-43C1-8271-31A0CE3E8B4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3" y="2304"/>
              <a:ext cx="99" cy="103"/>
            </a:xfrm>
            <a:custGeom>
              <a:avLst/>
              <a:gdLst>
                <a:gd name="T0" fmla="*/ 0 w 62"/>
                <a:gd name="T1" fmla="*/ 258 h 65"/>
                <a:gd name="T2" fmla="*/ 252 w 62"/>
                <a:gd name="T3" fmla="*/ 0 h 6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2" h="65">
                  <a:moveTo>
                    <a:pt x="0" y="65"/>
                  </a:moveTo>
                  <a:cubicBezTo>
                    <a:pt x="19" y="55"/>
                    <a:pt x="46" y="27"/>
                    <a:pt x="62" y="0"/>
                  </a:cubicBezTo>
                </a:path>
              </a:pathLst>
            </a:custGeom>
            <a:solidFill>
              <a:srgbClr val="8E4C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551" name="Freeform 39">
              <a:extLst>
                <a:ext uri="{FF2B5EF4-FFF2-40B4-BE49-F238E27FC236}">
                  <a16:creationId xmlns:a16="http://schemas.microsoft.com/office/drawing/2014/main" id="{DD8E4645-6D2B-408A-BE49-7672051B16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4" y="2318"/>
              <a:ext cx="91" cy="99"/>
            </a:xfrm>
            <a:custGeom>
              <a:avLst/>
              <a:gdLst>
                <a:gd name="T0" fmla="*/ 0 w 57"/>
                <a:gd name="T1" fmla="*/ 252 h 62"/>
                <a:gd name="T2" fmla="*/ 231 w 57"/>
                <a:gd name="T3" fmla="*/ 0 h 62"/>
                <a:gd name="T4" fmla="*/ 0 w 57"/>
                <a:gd name="T5" fmla="*/ 252 h 6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7" h="62">
                  <a:moveTo>
                    <a:pt x="0" y="62"/>
                  </a:moveTo>
                  <a:cubicBezTo>
                    <a:pt x="17" y="54"/>
                    <a:pt x="51" y="20"/>
                    <a:pt x="57" y="0"/>
                  </a:cubicBezTo>
                  <a:cubicBezTo>
                    <a:pt x="51" y="7"/>
                    <a:pt x="26" y="47"/>
                    <a:pt x="0" y="62"/>
                  </a:cubicBezTo>
                </a:path>
              </a:pathLst>
            </a:custGeom>
            <a:solidFill>
              <a:srgbClr val="C17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552" name="Freeform 40">
              <a:extLst>
                <a:ext uri="{FF2B5EF4-FFF2-40B4-BE49-F238E27FC236}">
                  <a16:creationId xmlns:a16="http://schemas.microsoft.com/office/drawing/2014/main" id="{3AAAD8A8-4C13-491D-BEF4-68349176A18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2" y="2308"/>
              <a:ext cx="98" cy="102"/>
            </a:xfrm>
            <a:custGeom>
              <a:avLst/>
              <a:gdLst>
                <a:gd name="T0" fmla="*/ 245 w 62"/>
                <a:gd name="T1" fmla="*/ 260 h 64"/>
                <a:gd name="T2" fmla="*/ 0 w 62"/>
                <a:gd name="T3" fmla="*/ 0 h 6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2" h="64">
                  <a:moveTo>
                    <a:pt x="62" y="64"/>
                  </a:moveTo>
                  <a:cubicBezTo>
                    <a:pt x="43" y="55"/>
                    <a:pt x="16" y="26"/>
                    <a:pt x="0" y="0"/>
                  </a:cubicBezTo>
                </a:path>
              </a:pathLst>
            </a:custGeom>
            <a:solidFill>
              <a:srgbClr val="8E4C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553" name="Freeform 41">
              <a:extLst>
                <a:ext uri="{FF2B5EF4-FFF2-40B4-BE49-F238E27FC236}">
                  <a16:creationId xmlns:a16="http://schemas.microsoft.com/office/drawing/2014/main" id="{646F79DC-21DE-4E79-832E-438F6C784C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8" y="2321"/>
              <a:ext cx="91" cy="99"/>
            </a:xfrm>
            <a:custGeom>
              <a:avLst/>
              <a:gdLst>
                <a:gd name="T0" fmla="*/ 231 w 57"/>
                <a:gd name="T1" fmla="*/ 252 h 62"/>
                <a:gd name="T2" fmla="*/ 0 w 57"/>
                <a:gd name="T3" fmla="*/ 0 h 62"/>
                <a:gd name="T4" fmla="*/ 231 w 57"/>
                <a:gd name="T5" fmla="*/ 252 h 6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7" h="62">
                  <a:moveTo>
                    <a:pt x="57" y="62"/>
                  </a:moveTo>
                  <a:cubicBezTo>
                    <a:pt x="40" y="55"/>
                    <a:pt x="6" y="21"/>
                    <a:pt x="0" y="0"/>
                  </a:cubicBezTo>
                  <a:cubicBezTo>
                    <a:pt x="6" y="8"/>
                    <a:pt x="31" y="48"/>
                    <a:pt x="57" y="62"/>
                  </a:cubicBezTo>
                </a:path>
              </a:pathLst>
            </a:custGeom>
            <a:solidFill>
              <a:srgbClr val="C17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554" name="Freeform 42">
              <a:extLst>
                <a:ext uri="{FF2B5EF4-FFF2-40B4-BE49-F238E27FC236}">
                  <a16:creationId xmlns:a16="http://schemas.microsoft.com/office/drawing/2014/main" id="{971EEE3F-5721-437E-8C26-942E78ECF4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1" y="1259"/>
              <a:ext cx="57" cy="65"/>
            </a:xfrm>
            <a:custGeom>
              <a:avLst/>
              <a:gdLst>
                <a:gd name="T0" fmla="*/ 130 w 36"/>
                <a:gd name="T1" fmla="*/ 0 h 41"/>
                <a:gd name="T2" fmla="*/ 0 w 36"/>
                <a:gd name="T3" fmla="*/ 149 h 41"/>
                <a:gd name="T4" fmla="*/ 100 w 36"/>
                <a:gd name="T5" fmla="*/ 116 h 41"/>
                <a:gd name="T6" fmla="*/ 136 w 36"/>
                <a:gd name="T7" fmla="*/ 16 h 41"/>
                <a:gd name="T8" fmla="*/ 143 w 36"/>
                <a:gd name="T9" fmla="*/ 8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41">
                  <a:moveTo>
                    <a:pt x="33" y="0"/>
                  </a:moveTo>
                  <a:cubicBezTo>
                    <a:pt x="24" y="14"/>
                    <a:pt x="19" y="39"/>
                    <a:pt x="0" y="37"/>
                  </a:cubicBezTo>
                  <a:cubicBezTo>
                    <a:pt x="12" y="38"/>
                    <a:pt x="17" y="41"/>
                    <a:pt x="25" y="29"/>
                  </a:cubicBezTo>
                  <a:cubicBezTo>
                    <a:pt x="30" y="22"/>
                    <a:pt x="36" y="12"/>
                    <a:pt x="34" y="4"/>
                  </a:cubicBezTo>
                  <a:cubicBezTo>
                    <a:pt x="35" y="3"/>
                    <a:pt x="35" y="2"/>
                    <a:pt x="36" y="2"/>
                  </a:cubicBezTo>
                </a:path>
              </a:pathLst>
            </a:custGeom>
            <a:solidFill>
              <a:srgbClr val="C17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555" name="Freeform 43">
              <a:extLst>
                <a:ext uri="{FF2B5EF4-FFF2-40B4-BE49-F238E27FC236}">
                  <a16:creationId xmlns:a16="http://schemas.microsoft.com/office/drawing/2014/main" id="{6E4F20E5-909E-40EF-A027-0024766C7E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4" y="1302"/>
              <a:ext cx="144" cy="22"/>
            </a:xfrm>
            <a:custGeom>
              <a:avLst/>
              <a:gdLst>
                <a:gd name="T0" fmla="*/ 0 w 90"/>
                <a:gd name="T1" fmla="*/ 0 h 14"/>
                <a:gd name="T2" fmla="*/ 157 w 90"/>
                <a:gd name="T3" fmla="*/ 14 h 14"/>
                <a:gd name="T4" fmla="*/ 368 w 90"/>
                <a:gd name="T5" fmla="*/ 35 h 14"/>
                <a:gd name="T6" fmla="*/ 226 w 90"/>
                <a:gd name="T7" fmla="*/ 47 h 14"/>
                <a:gd name="T8" fmla="*/ 82 w 90"/>
                <a:gd name="T9" fmla="*/ 13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0" h="14">
                  <a:moveTo>
                    <a:pt x="0" y="0"/>
                  </a:moveTo>
                  <a:cubicBezTo>
                    <a:pt x="13" y="0"/>
                    <a:pt x="25" y="2"/>
                    <a:pt x="38" y="4"/>
                  </a:cubicBezTo>
                  <a:cubicBezTo>
                    <a:pt x="55" y="6"/>
                    <a:pt x="74" y="6"/>
                    <a:pt x="90" y="9"/>
                  </a:cubicBezTo>
                  <a:cubicBezTo>
                    <a:pt x="79" y="11"/>
                    <a:pt x="67" y="14"/>
                    <a:pt x="55" y="12"/>
                  </a:cubicBezTo>
                  <a:cubicBezTo>
                    <a:pt x="43" y="9"/>
                    <a:pt x="33" y="2"/>
                    <a:pt x="20" y="3"/>
                  </a:cubicBezTo>
                </a:path>
              </a:pathLst>
            </a:custGeom>
            <a:solidFill>
              <a:srgbClr val="C17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556" name="Freeform 44">
              <a:extLst>
                <a:ext uri="{FF2B5EF4-FFF2-40B4-BE49-F238E27FC236}">
                  <a16:creationId xmlns:a16="http://schemas.microsoft.com/office/drawing/2014/main" id="{E6ECE6A0-B2C3-4AF5-8835-BFAC148D28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1" y="1275"/>
              <a:ext cx="191" cy="44"/>
            </a:xfrm>
            <a:custGeom>
              <a:avLst/>
              <a:gdLst>
                <a:gd name="T0" fmla="*/ 380 w 120"/>
                <a:gd name="T1" fmla="*/ 42 h 28"/>
                <a:gd name="T2" fmla="*/ 183 w 120"/>
                <a:gd name="T3" fmla="*/ 82 h 28"/>
                <a:gd name="T4" fmla="*/ 0 w 120"/>
                <a:gd name="T5" fmla="*/ 77 h 28"/>
                <a:gd name="T6" fmla="*/ 244 w 120"/>
                <a:gd name="T7" fmla="*/ 22 h 28"/>
                <a:gd name="T8" fmla="*/ 484 w 120"/>
                <a:gd name="T9" fmla="*/ 35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0" h="28">
                  <a:moveTo>
                    <a:pt x="94" y="11"/>
                  </a:moveTo>
                  <a:cubicBezTo>
                    <a:pt x="77" y="12"/>
                    <a:pt x="61" y="18"/>
                    <a:pt x="45" y="21"/>
                  </a:cubicBezTo>
                  <a:cubicBezTo>
                    <a:pt x="32" y="23"/>
                    <a:pt x="11" y="28"/>
                    <a:pt x="0" y="20"/>
                  </a:cubicBezTo>
                  <a:cubicBezTo>
                    <a:pt x="19" y="20"/>
                    <a:pt x="42" y="10"/>
                    <a:pt x="60" y="6"/>
                  </a:cubicBezTo>
                  <a:cubicBezTo>
                    <a:pt x="81" y="1"/>
                    <a:pt x="102" y="0"/>
                    <a:pt x="120" y="9"/>
                  </a:cubicBezTo>
                </a:path>
              </a:pathLst>
            </a:custGeom>
            <a:solidFill>
              <a:srgbClr val="8E4C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557" name="Freeform 45">
              <a:extLst>
                <a:ext uri="{FF2B5EF4-FFF2-40B4-BE49-F238E27FC236}">
                  <a16:creationId xmlns:a16="http://schemas.microsoft.com/office/drawing/2014/main" id="{2EC26C3D-59FA-445E-8047-7F9E103230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3" y="1302"/>
              <a:ext cx="145" cy="22"/>
            </a:xfrm>
            <a:custGeom>
              <a:avLst/>
              <a:gdLst>
                <a:gd name="T0" fmla="*/ 368 w 91"/>
                <a:gd name="T1" fmla="*/ 0 h 14"/>
                <a:gd name="T2" fmla="*/ 210 w 91"/>
                <a:gd name="T3" fmla="*/ 14 h 14"/>
                <a:gd name="T4" fmla="*/ 0 w 91"/>
                <a:gd name="T5" fmla="*/ 35 h 14"/>
                <a:gd name="T6" fmla="*/ 142 w 91"/>
                <a:gd name="T7" fmla="*/ 47 h 14"/>
                <a:gd name="T8" fmla="*/ 284 w 91"/>
                <a:gd name="T9" fmla="*/ 13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1" h="14">
                  <a:moveTo>
                    <a:pt x="91" y="0"/>
                  </a:moveTo>
                  <a:cubicBezTo>
                    <a:pt x="77" y="0"/>
                    <a:pt x="65" y="2"/>
                    <a:pt x="52" y="4"/>
                  </a:cubicBezTo>
                  <a:cubicBezTo>
                    <a:pt x="35" y="6"/>
                    <a:pt x="17" y="6"/>
                    <a:pt x="0" y="9"/>
                  </a:cubicBezTo>
                  <a:cubicBezTo>
                    <a:pt x="12" y="11"/>
                    <a:pt x="23" y="14"/>
                    <a:pt x="35" y="12"/>
                  </a:cubicBezTo>
                  <a:cubicBezTo>
                    <a:pt x="47" y="9"/>
                    <a:pt x="58" y="2"/>
                    <a:pt x="70" y="3"/>
                  </a:cubicBezTo>
                </a:path>
              </a:pathLst>
            </a:custGeom>
            <a:solidFill>
              <a:srgbClr val="C17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558" name="Freeform 46">
              <a:extLst>
                <a:ext uri="{FF2B5EF4-FFF2-40B4-BE49-F238E27FC236}">
                  <a16:creationId xmlns:a16="http://schemas.microsoft.com/office/drawing/2014/main" id="{DD29EAC0-AB59-42BA-9A0B-0D181357E3F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3" y="2659"/>
              <a:ext cx="35" cy="347"/>
            </a:xfrm>
            <a:custGeom>
              <a:avLst/>
              <a:gdLst>
                <a:gd name="T0" fmla="*/ 0 w 22"/>
                <a:gd name="T1" fmla="*/ 0 h 218"/>
                <a:gd name="T2" fmla="*/ 81 w 22"/>
                <a:gd name="T3" fmla="*/ 879 h 218"/>
                <a:gd name="T4" fmla="*/ 0 w 22"/>
                <a:gd name="T5" fmla="*/ 0 h 2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218">
                  <a:moveTo>
                    <a:pt x="0" y="0"/>
                  </a:moveTo>
                  <a:cubicBezTo>
                    <a:pt x="0" y="41"/>
                    <a:pt x="10" y="145"/>
                    <a:pt x="20" y="218"/>
                  </a:cubicBezTo>
                  <a:cubicBezTo>
                    <a:pt x="22" y="174"/>
                    <a:pt x="13" y="39"/>
                    <a:pt x="0" y="0"/>
                  </a:cubicBezTo>
                </a:path>
              </a:pathLst>
            </a:custGeom>
            <a:solidFill>
              <a:srgbClr val="C17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559" name="Freeform 47">
              <a:extLst>
                <a:ext uri="{FF2B5EF4-FFF2-40B4-BE49-F238E27FC236}">
                  <a16:creationId xmlns:a16="http://schemas.microsoft.com/office/drawing/2014/main" id="{157F0C2E-09F9-4865-A97A-329FA3EC04E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0" y="2452"/>
              <a:ext cx="59" cy="115"/>
            </a:xfrm>
            <a:custGeom>
              <a:avLst/>
              <a:gdLst>
                <a:gd name="T0" fmla="*/ 97 w 37"/>
                <a:gd name="T1" fmla="*/ 16 h 72"/>
                <a:gd name="T2" fmla="*/ 110 w 37"/>
                <a:gd name="T3" fmla="*/ 107 h 72"/>
                <a:gd name="T4" fmla="*/ 110 w 37"/>
                <a:gd name="T5" fmla="*/ 187 h 72"/>
                <a:gd name="T6" fmla="*/ 77 w 37"/>
                <a:gd name="T7" fmla="*/ 257 h 72"/>
                <a:gd name="T8" fmla="*/ 0 w 37"/>
                <a:gd name="T9" fmla="*/ 286 h 72"/>
                <a:gd name="T10" fmla="*/ 77 w 37"/>
                <a:gd name="T11" fmla="*/ 286 h 72"/>
                <a:gd name="T12" fmla="*/ 142 w 37"/>
                <a:gd name="T13" fmla="*/ 192 h 72"/>
                <a:gd name="T14" fmla="*/ 104 w 37"/>
                <a:gd name="T15" fmla="*/ 0 h 7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7" h="72">
                  <a:moveTo>
                    <a:pt x="24" y="4"/>
                  </a:moveTo>
                  <a:cubicBezTo>
                    <a:pt x="24" y="12"/>
                    <a:pt x="26" y="19"/>
                    <a:pt x="27" y="26"/>
                  </a:cubicBezTo>
                  <a:cubicBezTo>
                    <a:pt x="28" y="33"/>
                    <a:pt x="28" y="39"/>
                    <a:pt x="27" y="46"/>
                  </a:cubicBezTo>
                  <a:cubicBezTo>
                    <a:pt x="26" y="52"/>
                    <a:pt x="24" y="59"/>
                    <a:pt x="19" y="63"/>
                  </a:cubicBezTo>
                  <a:cubicBezTo>
                    <a:pt x="13" y="68"/>
                    <a:pt x="7" y="68"/>
                    <a:pt x="0" y="70"/>
                  </a:cubicBezTo>
                  <a:cubicBezTo>
                    <a:pt x="6" y="72"/>
                    <a:pt x="14" y="71"/>
                    <a:pt x="19" y="70"/>
                  </a:cubicBezTo>
                  <a:cubicBezTo>
                    <a:pt x="27" y="67"/>
                    <a:pt x="34" y="56"/>
                    <a:pt x="35" y="47"/>
                  </a:cubicBezTo>
                  <a:cubicBezTo>
                    <a:pt x="37" y="30"/>
                    <a:pt x="29" y="16"/>
                    <a:pt x="26" y="0"/>
                  </a:cubicBezTo>
                </a:path>
              </a:pathLst>
            </a:custGeom>
            <a:solidFill>
              <a:srgbClr val="8E4C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560" name="Freeform 48">
              <a:extLst>
                <a:ext uri="{FF2B5EF4-FFF2-40B4-BE49-F238E27FC236}">
                  <a16:creationId xmlns:a16="http://schemas.microsoft.com/office/drawing/2014/main" id="{24FDF82E-89A8-4BFC-ACE0-096B15760A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3" y="1558"/>
              <a:ext cx="37" cy="40"/>
            </a:xfrm>
            <a:custGeom>
              <a:avLst/>
              <a:gdLst>
                <a:gd name="T0" fmla="*/ 26 w 23"/>
                <a:gd name="T1" fmla="*/ 13 h 25"/>
                <a:gd name="T2" fmla="*/ 60 w 23"/>
                <a:gd name="T3" fmla="*/ 90 h 25"/>
                <a:gd name="T4" fmla="*/ 90 w 23"/>
                <a:gd name="T5" fmla="*/ 48 h 25"/>
                <a:gd name="T6" fmla="*/ 50 w 23"/>
                <a:gd name="T7" fmla="*/ 0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25">
                  <a:moveTo>
                    <a:pt x="6" y="3"/>
                  </a:moveTo>
                  <a:cubicBezTo>
                    <a:pt x="0" y="11"/>
                    <a:pt x="3" y="25"/>
                    <a:pt x="14" y="22"/>
                  </a:cubicBezTo>
                  <a:cubicBezTo>
                    <a:pt x="18" y="21"/>
                    <a:pt x="21" y="17"/>
                    <a:pt x="22" y="12"/>
                  </a:cubicBezTo>
                  <a:cubicBezTo>
                    <a:pt x="23" y="5"/>
                    <a:pt x="18" y="2"/>
                    <a:pt x="12" y="0"/>
                  </a:cubicBezTo>
                </a:path>
              </a:pathLst>
            </a:custGeom>
            <a:solidFill>
              <a:srgbClr val="8E4C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561" name="Freeform 49">
              <a:extLst>
                <a:ext uri="{FF2B5EF4-FFF2-40B4-BE49-F238E27FC236}">
                  <a16:creationId xmlns:a16="http://schemas.microsoft.com/office/drawing/2014/main" id="{69DBE8D6-0B69-46F4-81C7-026085243A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4" y="1558"/>
              <a:ext cx="52" cy="54"/>
            </a:xfrm>
            <a:custGeom>
              <a:avLst/>
              <a:gdLst>
                <a:gd name="T0" fmla="*/ 61 w 33"/>
                <a:gd name="T1" fmla="*/ 0 h 34"/>
                <a:gd name="T2" fmla="*/ 22 w 33"/>
                <a:gd name="T3" fmla="*/ 81 h 34"/>
                <a:gd name="T4" fmla="*/ 102 w 33"/>
                <a:gd name="T5" fmla="*/ 13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34">
                  <a:moveTo>
                    <a:pt x="16" y="0"/>
                  </a:moveTo>
                  <a:cubicBezTo>
                    <a:pt x="7" y="0"/>
                    <a:pt x="0" y="10"/>
                    <a:pt x="6" y="20"/>
                  </a:cubicBezTo>
                  <a:cubicBezTo>
                    <a:pt x="15" y="34"/>
                    <a:pt x="33" y="17"/>
                    <a:pt x="26" y="3"/>
                  </a:cubicBezTo>
                </a:path>
              </a:pathLst>
            </a:custGeom>
            <a:solidFill>
              <a:srgbClr val="8E4C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562" name="Freeform 50">
              <a:extLst>
                <a:ext uri="{FF2B5EF4-FFF2-40B4-BE49-F238E27FC236}">
                  <a16:creationId xmlns:a16="http://schemas.microsoft.com/office/drawing/2014/main" id="{2CA09E1E-EBA0-48E7-894F-3B0DBB416F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3" y="2122"/>
              <a:ext cx="12" cy="21"/>
            </a:xfrm>
            <a:custGeom>
              <a:avLst/>
              <a:gdLst>
                <a:gd name="T0" fmla="*/ 0 w 8"/>
                <a:gd name="T1" fmla="*/ 0 h 13"/>
                <a:gd name="T2" fmla="*/ 27 w 8"/>
                <a:gd name="T3" fmla="*/ 55 h 13"/>
                <a:gd name="T4" fmla="*/ 8 w 8"/>
                <a:gd name="T5" fmla="*/ 0 h 13"/>
                <a:gd name="T6" fmla="*/ 0 w 8"/>
                <a:gd name="T7" fmla="*/ 0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13">
                  <a:moveTo>
                    <a:pt x="0" y="0"/>
                  </a:moveTo>
                  <a:cubicBezTo>
                    <a:pt x="2" y="4"/>
                    <a:pt x="5" y="10"/>
                    <a:pt x="8" y="13"/>
                  </a:cubicBezTo>
                  <a:cubicBezTo>
                    <a:pt x="5" y="10"/>
                    <a:pt x="3" y="3"/>
                    <a:pt x="2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563" name="Freeform 51">
              <a:extLst>
                <a:ext uri="{FF2B5EF4-FFF2-40B4-BE49-F238E27FC236}">
                  <a16:creationId xmlns:a16="http://schemas.microsoft.com/office/drawing/2014/main" id="{96280690-4362-4DEE-B3BA-7F542182F6E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9" y="1529"/>
              <a:ext cx="5" cy="172"/>
            </a:xfrm>
            <a:custGeom>
              <a:avLst/>
              <a:gdLst>
                <a:gd name="T0" fmla="*/ 0 w 3"/>
                <a:gd name="T1" fmla="*/ 436 h 108"/>
                <a:gd name="T2" fmla="*/ 0 w 3"/>
                <a:gd name="T3" fmla="*/ 432 h 108"/>
                <a:gd name="T4" fmla="*/ 0 w 3"/>
                <a:gd name="T5" fmla="*/ 0 h 10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108">
                  <a:moveTo>
                    <a:pt x="0" y="108"/>
                  </a:moveTo>
                  <a:cubicBezTo>
                    <a:pt x="0" y="107"/>
                    <a:pt x="0" y="107"/>
                    <a:pt x="0" y="107"/>
                  </a:cubicBezTo>
                  <a:cubicBezTo>
                    <a:pt x="2" y="71"/>
                    <a:pt x="3" y="7"/>
                    <a:pt x="0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564" name="Freeform 52">
              <a:extLst>
                <a:ext uri="{FF2B5EF4-FFF2-40B4-BE49-F238E27FC236}">
                  <a16:creationId xmlns:a16="http://schemas.microsoft.com/office/drawing/2014/main" id="{C5C6205F-788E-4686-A08B-BF669BAC3D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2" y="1568"/>
              <a:ext cx="1" cy="4"/>
            </a:xfrm>
            <a:custGeom>
              <a:avLst/>
              <a:gdLst>
                <a:gd name="T0" fmla="*/ 0 w 1"/>
                <a:gd name="T1" fmla="*/ 7 h 3"/>
                <a:gd name="T2" fmla="*/ 1 w 1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cubicBezTo>
                    <a:pt x="0" y="2"/>
                    <a:pt x="0" y="1"/>
                    <a:pt x="1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565" name="Freeform 53">
              <a:extLst>
                <a:ext uri="{FF2B5EF4-FFF2-40B4-BE49-F238E27FC236}">
                  <a16:creationId xmlns:a16="http://schemas.microsoft.com/office/drawing/2014/main" id="{62B6BD52-34E6-4DAF-B441-CB27CCA56A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2" y="1558"/>
              <a:ext cx="33" cy="38"/>
            </a:xfrm>
            <a:custGeom>
              <a:avLst/>
              <a:gdLst>
                <a:gd name="T0" fmla="*/ 39 w 21"/>
                <a:gd name="T1" fmla="*/ 0 h 24"/>
                <a:gd name="T2" fmla="*/ 82 w 21"/>
                <a:gd name="T3" fmla="*/ 48 h 24"/>
                <a:gd name="T4" fmla="*/ 39 w 21"/>
                <a:gd name="T5" fmla="*/ 95 h 24"/>
                <a:gd name="T6" fmla="*/ 0 w 21"/>
                <a:gd name="T7" fmla="*/ 68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24">
                  <a:moveTo>
                    <a:pt x="10" y="0"/>
                  </a:moveTo>
                  <a:cubicBezTo>
                    <a:pt x="16" y="0"/>
                    <a:pt x="21" y="6"/>
                    <a:pt x="21" y="12"/>
                  </a:cubicBezTo>
                  <a:cubicBezTo>
                    <a:pt x="21" y="19"/>
                    <a:pt x="16" y="24"/>
                    <a:pt x="10" y="24"/>
                  </a:cubicBezTo>
                  <a:cubicBezTo>
                    <a:pt x="6" y="24"/>
                    <a:pt x="2" y="22"/>
                    <a:pt x="0" y="17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566" name="Oval 54">
              <a:extLst>
                <a:ext uri="{FF2B5EF4-FFF2-40B4-BE49-F238E27FC236}">
                  <a16:creationId xmlns:a16="http://schemas.microsoft.com/office/drawing/2014/main" id="{2ED80B7B-E03D-4E6B-9790-80F48180D5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83" y="1572"/>
              <a:ext cx="9" cy="12"/>
            </a:xfrm>
            <a:prstGeom prst="ellipse">
              <a:avLst/>
            </a:prstGeom>
            <a:noFill/>
            <a:ln w="635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567" name="Freeform 55">
              <a:extLst>
                <a:ext uri="{FF2B5EF4-FFF2-40B4-BE49-F238E27FC236}">
                  <a16:creationId xmlns:a16="http://schemas.microsoft.com/office/drawing/2014/main" id="{60C91C72-787D-4040-92F6-891BED795E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3" y="1290"/>
              <a:ext cx="155" cy="20"/>
            </a:xfrm>
            <a:custGeom>
              <a:avLst/>
              <a:gdLst>
                <a:gd name="T0" fmla="*/ 0 w 97"/>
                <a:gd name="T1" fmla="*/ 5 h 12"/>
                <a:gd name="T2" fmla="*/ 35 w 97"/>
                <a:gd name="T3" fmla="*/ 8 h 12"/>
                <a:gd name="T4" fmla="*/ 77 w 97"/>
                <a:gd name="T5" fmla="*/ 13 h 12"/>
                <a:gd name="T6" fmla="*/ 217 w 97"/>
                <a:gd name="T7" fmla="*/ 37 h 12"/>
                <a:gd name="T8" fmla="*/ 265 w 97"/>
                <a:gd name="T9" fmla="*/ 47 h 12"/>
                <a:gd name="T10" fmla="*/ 396 w 97"/>
                <a:gd name="T11" fmla="*/ 47 h 12"/>
                <a:gd name="T12" fmla="*/ 265 w 97"/>
                <a:gd name="T13" fmla="*/ 37 h 12"/>
                <a:gd name="T14" fmla="*/ 217 w 97"/>
                <a:gd name="T15" fmla="*/ 28 h 12"/>
                <a:gd name="T16" fmla="*/ 77 w 97"/>
                <a:gd name="T17" fmla="*/ 5 h 12"/>
                <a:gd name="T18" fmla="*/ 35 w 97"/>
                <a:gd name="T19" fmla="*/ 0 h 12"/>
                <a:gd name="T20" fmla="*/ 0 w 97"/>
                <a:gd name="T21" fmla="*/ 5 h 1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7" h="12">
                  <a:moveTo>
                    <a:pt x="0" y="1"/>
                  </a:moveTo>
                  <a:cubicBezTo>
                    <a:pt x="9" y="2"/>
                    <a:pt x="9" y="2"/>
                    <a:pt x="9" y="2"/>
                  </a:cubicBezTo>
                  <a:cubicBezTo>
                    <a:pt x="13" y="3"/>
                    <a:pt x="19" y="3"/>
                    <a:pt x="19" y="3"/>
                  </a:cubicBezTo>
                  <a:cubicBezTo>
                    <a:pt x="30" y="4"/>
                    <a:pt x="43" y="6"/>
                    <a:pt x="53" y="8"/>
                  </a:cubicBezTo>
                  <a:cubicBezTo>
                    <a:pt x="65" y="10"/>
                    <a:pt x="65" y="10"/>
                    <a:pt x="65" y="10"/>
                  </a:cubicBezTo>
                  <a:cubicBezTo>
                    <a:pt x="76" y="12"/>
                    <a:pt x="90" y="11"/>
                    <a:pt x="97" y="10"/>
                  </a:cubicBezTo>
                  <a:cubicBezTo>
                    <a:pt x="90" y="11"/>
                    <a:pt x="76" y="10"/>
                    <a:pt x="65" y="8"/>
                  </a:cubicBezTo>
                  <a:cubicBezTo>
                    <a:pt x="53" y="6"/>
                    <a:pt x="53" y="6"/>
                    <a:pt x="53" y="6"/>
                  </a:cubicBezTo>
                  <a:cubicBezTo>
                    <a:pt x="43" y="4"/>
                    <a:pt x="31" y="2"/>
                    <a:pt x="19" y="1"/>
                  </a:cubicBezTo>
                  <a:cubicBezTo>
                    <a:pt x="19" y="1"/>
                    <a:pt x="13" y="1"/>
                    <a:pt x="9" y="0"/>
                  </a:cubicBezTo>
                  <a:cubicBezTo>
                    <a:pt x="9" y="0"/>
                    <a:pt x="0" y="1"/>
                    <a:pt x="0" y="1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568" name="Freeform 56">
              <a:extLst>
                <a:ext uri="{FF2B5EF4-FFF2-40B4-BE49-F238E27FC236}">
                  <a16:creationId xmlns:a16="http://schemas.microsoft.com/office/drawing/2014/main" id="{F9CA0D6C-1C15-4EBA-8E13-CAE230A46F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0" y="1227"/>
              <a:ext cx="73" cy="79"/>
            </a:xfrm>
            <a:custGeom>
              <a:avLst/>
              <a:gdLst>
                <a:gd name="T0" fmla="*/ 94 w 46"/>
                <a:gd name="T1" fmla="*/ 185 h 50"/>
                <a:gd name="T2" fmla="*/ 81 w 46"/>
                <a:gd name="T3" fmla="*/ 190 h 50"/>
                <a:gd name="T4" fmla="*/ 68 w 46"/>
                <a:gd name="T5" fmla="*/ 185 h 50"/>
                <a:gd name="T6" fmla="*/ 0 w 46"/>
                <a:gd name="T7" fmla="*/ 87 h 50"/>
                <a:gd name="T8" fmla="*/ 68 w 46"/>
                <a:gd name="T9" fmla="*/ 193 h 50"/>
                <a:gd name="T10" fmla="*/ 81 w 46"/>
                <a:gd name="T11" fmla="*/ 198 h 50"/>
                <a:gd name="T12" fmla="*/ 94 w 46"/>
                <a:gd name="T13" fmla="*/ 193 h 50"/>
                <a:gd name="T14" fmla="*/ 184 w 46"/>
                <a:gd name="T15" fmla="*/ 0 h 50"/>
                <a:gd name="T16" fmla="*/ 94 w 46"/>
                <a:gd name="T17" fmla="*/ 185 h 5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6" h="50">
                  <a:moveTo>
                    <a:pt x="23" y="47"/>
                  </a:moveTo>
                  <a:cubicBezTo>
                    <a:pt x="20" y="48"/>
                    <a:pt x="20" y="48"/>
                    <a:pt x="20" y="48"/>
                  </a:cubicBezTo>
                  <a:cubicBezTo>
                    <a:pt x="17" y="47"/>
                    <a:pt x="17" y="47"/>
                    <a:pt x="17" y="47"/>
                  </a:cubicBezTo>
                  <a:cubicBezTo>
                    <a:pt x="13" y="47"/>
                    <a:pt x="6" y="37"/>
                    <a:pt x="0" y="22"/>
                  </a:cubicBezTo>
                  <a:cubicBezTo>
                    <a:pt x="3" y="28"/>
                    <a:pt x="10" y="48"/>
                    <a:pt x="17" y="49"/>
                  </a:cubicBezTo>
                  <a:cubicBezTo>
                    <a:pt x="20" y="50"/>
                    <a:pt x="20" y="50"/>
                    <a:pt x="20" y="50"/>
                  </a:cubicBezTo>
                  <a:cubicBezTo>
                    <a:pt x="23" y="49"/>
                    <a:pt x="23" y="49"/>
                    <a:pt x="23" y="49"/>
                  </a:cubicBezTo>
                  <a:cubicBezTo>
                    <a:pt x="32" y="48"/>
                    <a:pt x="42" y="19"/>
                    <a:pt x="46" y="0"/>
                  </a:cubicBezTo>
                  <a:cubicBezTo>
                    <a:pt x="42" y="20"/>
                    <a:pt x="30" y="46"/>
                    <a:pt x="23" y="47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569" name="Freeform 57">
              <a:extLst>
                <a:ext uri="{FF2B5EF4-FFF2-40B4-BE49-F238E27FC236}">
                  <a16:creationId xmlns:a16="http://schemas.microsoft.com/office/drawing/2014/main" id="{0A89041D-B05D-4F6F-BA03-886E1506D10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3" y="2170"/>
              <a:ext cx="41" cy="17"/>
            </a:xfrm>
            <a:custGeom>
              <a:avLst/>
              <a:gdLst>
                <a:gd name="T0" fmla="*/ 0 w 26"/>
                <a:gd name="T1" fmla="*/ 36 h 11"/>
                <a:gd name="T2" fmla="*/ 52 w 26"/>
                <a:gd name="T3" fmla="*/ 0 h 11"/>
                <a:gd name="T4" fmla="*/ 103 w 26"/>
                <a:gd name="T5" fmla="*/ 4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11">
                  <a:moveTo>
                    <a:pt x="0" y="10"/>
                  </a:moveTo>
                  <a:cubicBezTo>
                    <a:pt x="6" y="2"/>
                    <a:pt x="7" y="0"/>
                    <a:pt x="13" y="0"/>
                  </a:cubicBezTo>
                  <a:cubicBezTo>
                    <a:pt x="18" y="0"/>
                    <a:pt x="20" y="2"/>
                    <a:pt x="26" y="11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570" name="Freeform 58">
              <a:extLst>
                <a:ext uri="{FF2B5EF4-FFF2-40B4-BE49-F238E27FC236}">
                  <a16:creationId xmlns:a16="http://schemas.microsoft.com/office/drawing/2014/main" id="{AF027CDD-017E-41A7-8727-B03ABBA90B3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1" y="2179"/>
              <a:ext cx="25" cy="15"/>
            </a:xfrm>
            <a:custGeom>
              <a:avLst/>
              <a:gdLst>
                <a:gd name="T0" fmla="*/ 0 w 16"/>
                <a:gd name="T1" fmla="*/ 0 h 9"/>
                <a:gd name="T2" fmla="*/ 61 w 16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9">
                  <a:moveTo>
                    <a:pt x="0" y="0"/>
                  </a:moveTo>
                  <a:cubicBezTo>
                    <a:pt x="2" y="9"/>
                    <a:pt x="14" y="9"/>
                    <a:pt x="16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571" name="Freeform 59">
              <a:extLst>
                <a:ext uri="{FF2B5EF4-FFF2-40B4-BE49-F238E27FC236}">
                  <a16:creationId xmlns:a16="http://schemas.microsoft.com/office/drawing/2014/main" id="{18B1479F-9B63-4139-A1F5-7FF34FD56D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2" y="2536"/>
              <a:ext cx="8" cy="137"/>
            </a:xfrm>
            <a:custGeom>
              <a:avLst/>
              <a:gdLst>
                <a:gd name="T0" fmla="*/ 0 w 5"/>
                <a:gd name="T1" fmla="*/ 0 h 86"/>
                <a:gd name="T2" fmla="*/ 5 w 5"/>
                <a:gd name="T3" fmla="*/ 145 h 86"/>
                <a:gd name="T4" fmla="*/ 16 w 5"/>
                <a:gd name="T5" fmla="*/ 347 h 8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86">
                  <a:moveTo>
                    <a:pt x="0" y="0"/>
                  </a:moveTo>
                  <a:cubicBezTo>
                    <a:pt x="0" y="11"/>
                    <a:pt x="2" y="30"/>
                    <a:pt x="1" y="36"/>
                  </a:cubicBezTo>
                  <a:cubicBezTo>
                    <a:pt x="1" y="44"/>
                    <a:pt x="5" y="79"/>
                    <a:pt x="4" y="86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572" name="Freeform 60">
              <a:extLst>
                <a:ext uri="{FF2B5EF4-FFF2-40B4-BE49-F238E27FC236}">
                  <a16:creationId xmlns:a16="http://schemas.microsoft.com/office/drawing/2014/main" id="{8A9EEA05-E2AE-4213-89E4-2861DC45A0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3" y="2544"/>
              <a:ext cx="5" cy="123"/>
            </a:xfrm>
            <a:custGeom>
              <a:avLst/>
              <a:gdLst>
                <a:gd name="T0" fmla="*/ 8 w 3"/>
                <a:gd name="T1" fmla="*/ 0 h 77"/>
                <a:gd name="T2" fmla="*/ 5 w 3"/>
                <a:gd name="T3" fmla="*/ 110 h 77"/>
                <a:gd name="T4" fmla="*/ 8 w 3"/>
                <a:gd name="T5" fmla="*/ 313 h 7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77">
                  <a:moveTo>
                    <a:pt x="2" y="0"/>
                  </a:moveTo>
                  <a:cubicBezTo>
                    <a:pt x="2" y="8"/>
                    <a:pt x="1" y="19"/>
                    <a:pt x="1" y="27"/>
                  </a:cubicBezTo>
                  <a:cubicBezTo>
                    <a:pt x="0" y="38"/>
                    <a:pt x="3" y="72"/>
                    <a:pt x="2" y="77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573" name="Freeform 61">
              <a:extLst>
                <a:ext uri="{FF2B5EF4-FFF2-40B4-BE49-F238E27FC236}">
                  <a16:creationId xmlns:a16="http://schemas.microsoft.com/office/drawing/2014/main" id="{0D722F62-154E-4A8F-8D00-485C5F64D2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3" y="2531"/>
              <a:ext cx="8" cy="118"/>
            </a:xfrm>
            <a:custGeom>
              <a:avLst/>
              <a:gdLst>
                <a:gd name="T0" fmla="*/ 13 w 5"/>
                <a:gd name="T1" fmla="*/ 0 h 74"/>
                <a:gd name="T2" fmla="*/ 13 w 5"/>
                <a:gd name="T3" fmla="*/ 89 h 74"/>
                <a:gd name="T4" fmla="*/ 0 w 5"/>
                <a:gd name="T5" fmla="*/ 300 h 7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74">
                  <a:moveTo>
                    <a:pt x="3" y="0"/>
                  </a:moveTo>
                  <a:cubicBezTo>
                    <a:pt x="4" y="7"/>
                    <a:pt x="5" y="13"/>
                    <a:pt x="3" y="22"/>
                  </a:cubicBezTo>
                  <a:cubicBezTo>
                    <a:pt x="1" y="34"/>
                    <a:pt x="0" y="74"/>
                    <a:pt x="0" y="74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574" name="Freeform 62">
              <a:extLst>
                <a:ext uri="{FF2B5EF4-FFF2-40B4-BE49-F238E27FC236}">
                  <a16:creationId xmlns:a16="http://schemas.microsoft.com/office/drawing/2014/main" id="{97A869C3-EE94-4F3D-A7DE-0010BDCA3E1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5" y="2490"/>
              <a:ext cx="8" cy="10"/>
            </a:xfrm>
            <a:custGeom>
              <a:avLst/>
              <a:gdLst>
                <a:gd name="T0" fmla="*/ 21 w 5"/>
                <a:gd name="T1" fmla="*/ 0 h 6"/>
                <a:gd name="T2" fmla="*/ 0 w 5"/>
                <a:gd name="T3" fmla="*/ 28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6">
                  <a:moveTo>
                    <a:pt x="5" y="0"/>
                  </a:moveTo>
                  <a:cubicBezTo>
                    <a:pt x="3" y="2"/>
                    <a:pt x="2" y="4"/>
                    <a:pt x="0" y="6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575" name="Freeform 63">
              <a:extLst>
                <a:ext uri="{FF2B5EF4-FFF2-40B4-BE49-F238E27FC236}">
                  <a16:creationId xmlns:a16="http://schemas.microsoft.com/office/drawing/2014/main" id="{C1E4B5A2-BECE-4017-9AA9-A173F8CBFA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2" y="4007"/>
              <a:ext cx="35" cy="20"/>
            </a:xfrm>
            <a:custGeom>
              <a:avLst/>
              <a:gdLst>
                <a:gd name="T0" fmla="*/ 0 w 22"/>
                <a:gd name="T1" fmla="*/ 34 h 13"/>
                <a:gd name="T2" fmla="*/ 73 w 22"/>
                <a:gd name="T3" fmla="*/ 40 h 13"/>
                <a:gd name="T4" fmla="*/ 81 w 22"/>
                <a:gd name="T5" fmla="*/ 14 h 13"/>
                <a:gd name="T6" fmla="*/ 21 w 22"/>
                <a:gd name="T7" fmla="*/ 8 h 13"/>
                <a:gd name="T8" fmla="*/ 0 w 22"/>
                <a:gd name="T9" fmla="*/ 34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13">
                  <a:moveTo>
                    <a:pt x="0" y="9"/>
                  </a:moveTo>
                  <a:cubicBezTo>
                    <a:pt x="3" y="6"/>
                    <a:pt x="16" y="8"/>
                    <a:pt x="18" y="11"/>
                  </a:cubicBezTo>
                  <a:cubicBezTo>
                    <a:pt x="20" y="13"/>
                    <a:pt x="22" y="6"/>
                    <a:pt x="20" y="4"/>
                  </a:cubicBezTo>
                  <a:cubicBezTo>
                    <a:pt x="17" y="1"/>
                    <a:pt x="9" y="0"/>
                    <a:pt x="5" y="2"/>
                  </a:cubicBezTo>
                  <a:cubicBezTo>
                    <a:pt x="1" y="3"/>
                    <a:pt x="0" y="9"/>
                    <a:pt x="0" y="9"/>
                  </a:cubicBezTo>
                  <a:close/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576" name="Freeform 64">
              <a:extLst>
                <a:ext uri="{FF2B5EF4-FFF2-40B4-BE49-F238E27FC236}">
                  <a16:creationId xmlns:a16="http://schemas.microsoft.com/office/drawing/2014/main" id="{ED8FDC95-793F-4D9F-8AA5-C2809E129B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7" y="3986"/>
              <a:ext cx="28" cy="59"/>
            </a:xfrm>
            <a:custGeom>
              <a:avLst/>
              <a:gdLst>
                <a:gd name="T0" fmla="*/ 76 w 17"/>
                <a:gd name="T1" fmla="*/ 0 h 37"/>
                <a:gd name="T2" fmla="*/ 20 w 17"/>
                <a:gd name="T3" fmla="*/ 77 h 37"/>
                <a:gd name="T4" fmla="*/ 8 w 17"/>
                <a:gd name="T5" fmla="*/ 150 h 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37">
                  <a:moveTo>
                    <a:pt x="17" y="0"/>
                  </a:moveTo>
                  <a:cubicBezTo>
                    <a:pt x="14" y="7"/>
                    <a:pt x="6" y="11"/>
                    <a:pt x="4" y="19"/>
                  </a:cubicBezTo>
                  <a:cubicBezTo>
                    <a:pt x="2" y="25"/>
                    <a:pt x="0" y="32"/>
                    <a:pt x="2" y="37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577" name="Freeform 65">
              <a:extLst>
                <a:ext uri="{FF2B5EF4-FFF2-40B4-BE49-F238E27FC236}">
                  <a16:creationId xmlns:a16="http://schemas.microsoft.com/office/drawing/2014/main" id="{18614A80-F05E-438C-9416-981EAF9D9D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0" y="3975"/>
              <a:ext cx="31" cy="70"/>
            </a:xfrm>
            <a:custGeom>
              <a:avLst/>
              <a:gdLst>
                <a:gd name="T0" fmla="*/ 74 w 20"/>
                <a:gd name="T1" fmla="*/ 0 h 44"/>
                <a:gd name="T2" fmla="*/ 48 w 20"/>
                <a:gd name="T3" fmla="*/ 46 h 44"/>
                <a:gd name="T4" fmla="*/ 22 w 20"/>
                <a:gd name="T5" fmla="*/ 103 h 44"/>
                <a:gd name="T6" fmla="*/ 22 w 20"/>
                <a:gd name="T7" fmla="*/ 177 h 4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44">
                  <a:moveTo>
                    <a:pt x="20" y="0"/>
                  </a:moveTo>
                  <a:cubicBezTo>
                    <a:pt x="15" y="3"/>
                    <a:pt x="15" y="4"/>
                    <a:pt x="13" y="11"/>
                  </a:cubicBezTo>
                  <a:cubicBezTo>
                    <a:pt x="11" y="18"/>
                    <a:pt x="8" y="22"/>
                    <a:pt x="6" y="26"/>
                  </a:cubicBezTo>
                  <a:cubicBezTo>
                    <a:pt x="4" y="30"/>
                    <a:pt x="0" y="38"/>
                    <a:pt x="6" y="44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578" name="Freeform 66">
              <a:extLst>
                <a:ext uri="{FF2B5EF4-FFF2-40B4-BE49-F238E27FC236}">
                  <a16:creationId xmlns:a16="http://schemas.microsoft.com/office/drawing/2014/main" id="{54FFAF68-67DA-4EA1-8474-3D408AB3440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1" y="3967"/>
              <a:ext cx="38" cy="64"/>
            </a:xfrm>
            <a:custGeom>
              <a:avLst/>
              <a:gdLst>
                <a:gd name="T0" fmla="*/ 95 w 24"/>
                <a:gd name="T1" fmla="*/ 0 h 40"/>
                <a:gd name="T2" fmla="*/ 40 w 24"/>
                <a:gd name="T3" fmla="*/ 67 h 40"/>
                <a:gd name="T4" fmla="*/ 13 w 24"/>
                <a:gd name="T5" fmla="*/ 128 h 40"/>
                <a:gd name="T6" fmla="*/ 5 w 24"/>
                <a:gd name="T7" fmla="*/ 163 h 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40">
                  <a:moveTo>
                    <a:pt x="24" y="0"/>
                  </a:moveTo>
                  <a:cubicBezTo>
                    <a:pt x="19" y="3"/>
                    <a:pt x="12" y="10"/>
                    <a:pt x="10" y="16"/>
                  </a:cubicBezTo>
                  <a:cubicBezTo>
                    <a:pt x="7" y="21"/>
                    <a:pt x="6" y="25"/>
                    <a:pt x="3" y="31"/>
                  </a:cubicBezTo>
                  <a:cubicBezTo>
                    <a:pt x="1" y="34"/>
                    <a:pt x="0" y="37"/>
                    <a:pt x="1" y="4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579" name="Freeform 67">
              <a:extLst>
                <a:ext uri="{FF2B5EF4-FFF2-40B4-BE49-F238E27FC236}">
                  <a16:creationId xmlns:a16="http://schemas.microsoft.com/office/drawing/2014/main" id="{4405C69B-C7CC-4CB2-9FF7-7A53B75E50F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0" y="3959"/>
              <a:ext cx="43" cy="56"/>
            </a:xfrm>
            <a:custGeom>
              <a:avLst/>
              <a:gdLst>
                <a:gd name="T0" fmla="*/ 108 w 27"/>
                <a:gd name="T1" fmla="*/ 0 h 35"/>
                <a:gd name="T2" fmla="*/ 53 w 27"/>
                <a:gd name="T3" fmla="*/ 46 h 35"/>
                <a:gd name="T4" fmla="*/ 5 w 27"/>
                <a:gd name="T5" fmla="*/ 115 h 35"/>
                <a:gd name="T6" fmla="*/ 0 w 27"/>
                <a:gd name="T7" fmla="*/ 144 h 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35">
                  <a:moveTo>
                    <a:pt x="27" y="0"/>
                  </a:moveTo>
                  <a:cubicBezTo>
                    <a:pt x="22" y="3"/>
                    <a:pt x="17" y="7"/>
                    <a:pt x="13" y="11"/>
                  </a:cubicBezTo>
                  <a:cubicBezTo>
                    <a:pt x="10" y="16"/>
                    <a:pt x="3" y="19"/>
                    <a:pt x="1" y="28"/>
                  </a:cubicBezTo>
                  <a:cubicBezTo>
                    <a:pt x="1" y="31"/>
                    <a:pt x="0" y="33"/>
                    <a:pt x="0" y="35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580" name="Freeform 68">
              <a:extLst>
                <a:ext uri="{FF2B5EF4-FFF2-40B4-BE49-F238E27FC236}">
                  <a16:creationId xmlns:a16="http://schemas.microsoft.com/office/drawing/2014/main" id="{D2D52F4C-1EC7-4715-90EC-3A3A8F5052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5" y="4023"/>
              <a:ext cx="24" cy="16"/>
            </a:xfrm>
            <a:custGeom>
              <a:avLst/>
              <a:gdLst>
                <a:gd name="T0" fmla="*/ 5 w 15"/>
                <a:gd name="T1" fmla="*/ 35 h 10"/>
                <a:gd name="T2" fmla="*/ 56 w 15"/>
                <a:gd name="T3" fmla="*/ 35 h 10"/>
                <a:gd name="T4" fmla="*/ 34 w 15"/>
                <a:gd name="T5" fmla="*/ 0 h 10"/>
                <a:gd name="T6" fmla="*/ 5 w 15"/>
                <a:gd name="T7" fmla="*/ 35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0">
                  <a:moveTo>
                    <a:pt x="1" y="9"/>
                  </a:moveTo>
                  <a:cubicBezTo>
                    <a:pt x="6" y="10"/>
                    <a:pt x="12" y="10"/>
                    <a:pt x="14" y="9"/>
                  </a:cubicBezTo>
                  <a:cubicBezTo>
                    <a:pt x="15" y="8"/>
                    <a:pt x="15" y="1"/>
                    <a:pt x="8" y="0"/>
                  </a:cubicBezTo>
                  <a:cubicBezTo>
                    <a:pt x="1" y="0"/>
                    <a:pt x="0" y="8"/>
                    <a:pt x="1" y="9"/>
                  </a:cubicBezTo>
                  <a:close/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581" name="Freeform 69">
              <a:extLst>
                <a:ext uri="{FF2B5EF4-FFF2-40B4-BE49-F238E27FC236}">
                  <a16:creationId xmlns:a16="http://schemas.microsoft.com/office/drawing/2014/main" id="{E46AEE95-19B4-45FA-BD77-789FDF399DF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6" y="4015"/>
              <a:ext cx="22" cy="14"/>
            </a:xfrm>
            <a:custGeom>
              <a:avLst/>
              <a:gdLst>
                <a:gd name="T0" fmla="*/ 5 w 14"/>
                <a:gd name="T1" fmla="*/ 26 h 9"/>
                <a:gd name="T2" fmla="*/ 49 w 14"/>
                <a:gd name="T3" fmla="*/ 30 h 9"/>
                <a:gd name="T4" fmla="*/ 22 w 14"/>
                <a:gd name="T5" fmla="*/ 0 h 9"/>
                <a:gd name="T6" fmla="*/ 5 w 14"/>
                <a:gd name="T7" fmla="*/ 26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9">
                  <a:moveTo>
                    <a:pt x="1" y="7"/>
                  </a:moveTo>
                  <a:cubicBezTo>
                    <a:pt x="5" y="8"/>
                    <a:pt x="12" y="9"/>
                    <a:pt x="13" y="8"/>
                  </a:cubicBezTo>
                  <a:cubicBezTo>
                    <a:pt x="14" y="7"/>
                    <a:pt x="13" y="0"/>
                    <a:pt x="6" y="0"/>
                  </a:cubicBezTo>
                  <a:cubicBezTo>
                    <a:pt x="2" y="0"/>
                    <a:pt x="0" y="6"/>
                    <a:pt x="1" y="7"/>
                  </a:cubicBezTo>
                  <a:close/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582" name="Freeform 70">
              <a:extLst>
                <a:ext uri="{FF2B5EF4-FFF2-40B4-BE49-F238E27FC236}">
                  <a16:creationId xmlns:a16="http://schemas.microsoft.com/office/drawing/2014/main" id="{C65FB31A-761F-4328-BA2E-CE9E7A61D1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2" y="4008"/>
              <a:ext cx="22" cy="13"/>
            </a:xfrm>
            <a:custGeom>
              <a:avLst/>
              <a:gdLst>
                <a:gd name="T0" fmla="*/ 5 w 14"/>
                <a:gd name="T1" fmla="*/ 29 h 8"/>
                <a:gd name="T2" fmla="*/ 49 w 14"/>
                <a:gd name="T3" fmla="*/ 29 h 8"/>
                <a:gd name="T4" fmla="*/ 22 w 14"/>
                <a:gd name="T5" fmla="*/ 0 h 8"/>
                <a:gd name="T6" fmla="*/ 5 w 14"/>
                <a:gd name="T7" fmla="*/ 29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8">
                  <a:moveTo>
                    <a:pt x="1" y="7"/>
                  </a:moveTo>
                  <a:cubicBezTo>
                    <a:pt x="5" y="6"/>
                    <a:pt x="11" y="8"/>
                    <a:pt x="13" y="7"/>
                  </a:cubicBezTo>
                  <a:cubicBezTo>
                    <a:pt x="14" y="6"/>
                    <a:pt x="13" y="0"/>
                    <a:pt x="6" y="0"/>
                  </a:cubicBezTo>
                  <a:cubicBezTo>
                    <a:pt x="2" y="0"/>
                    <a:pt x="0" y="6"/>
                    <a:pt x="1" y="7"/>
                  </a:cubicBezTo>
                  <a:close/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583" name="Freeform 71">
              <a:extLst>
                <a:ext uri="{FF2B5EF4-FFF2-40B4-BE49-F238E27FC236}">
                  <a16:creationId xmlns:a16="http://schemas.microsoft.com/office/drawing/2014/main" id="{670B7BD7-C6C1-48A4-9A9A-E85A522AA3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1" y="4016"/>
              <a:ext cx="6" cy="21"/>
            </a:xfrm>
            <a:custGeom>
              <a:avLst/>
              <a:gdLst>
                <a:gd name="T0" fmla="*/ 0 w 4"/>
                <a:gd name="T1" fmla="*/ 0 h 13"/>
                <a:gd name="T2" fmla="*/ 0 w 4"/>
                <a:gd name="T3" fmla="*/ 55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3">
                  <a:moveTo>
                    <a:pt x="0" y="0"/>
                  </a:moveTo>
                  <a:cubicBezTo>
                    <a:pt x="2" y="5"/>
                    <a:pt x="4" y="7"/>
                    <a:pt x="0" y="13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584" name="Freeform 72">
              <a:extLst>
                <a:ext uri="{FF2B5EF4-FFF2-40B4-BE49-F238E27FC236}">
                  <a16:creationId xmlns:a16="http://schemas.microsoft.com/office/drawing/2014/main" id="{79F99A35-8C2F-42F2-95E6-9AFBE8033E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7" y="3836"/>
              <a:ext cx="3" cy="24"/>
            </a:xfrm>
            <a:custGeom>
              <a:avLst/>
              <a:gdLst>
                <a:gd name="T0" fmla="*/ 8 w 2"/>
                <a:gd name="T1" fmla="*/ 0 h 15"/>
                <a:gd name="T2" fmla="*/ 0 w 2"/>
                <a:gd name="T3" fmla="*/ 61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5">
                  <a:moveTo>
                    <a:pt x="2" y="0"/>
                  </a:moveTo>
                  <a:cubicBezTo>
                    <a:pt x="2" y="3"/>
                    <a:pt x="0" y="15"/>
                    <a:pt x="0" y="15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585" name="Freeform 73">
              <a:extLst>
                <a:ext uri="{FF2B5EF4-FFF2-40B4-BE49-F238E27FC236}">
                  <a16:creationId xmlns:a16="http://schemas.microsoft.com/office/drawing/2014/main" id="{06627F56-5F46-462C-B4EB-3D7AE4A9E8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2" y="4007"/>
              <a:ext cx="36" cy="20"/>
            </a:xfrm>
            <a:custGeom>
              <a:avLst/>
              <a:gdLst>
                <a:gd name="T0" fmla="*/ 88 w 23"/>
                <a:gd name="T1" fmla="*/ 34 h 13"/>
                <a:gd name="T2" fmla="*/ 14 w 23"/>
                <a:gd name="T3" fmla="*/ 40 h 13"/>
                <a:gd name="T4" fmla="*/ 8 w 23"/>
                <a:gd name="T5" fmla="*/ 14 h 13"/>
                <a:gd name="T6" fmla="*/ 69 w 23"/>
                <a:gd name="T7" fmla="*/ 8 h 13"/>
                <a:gd name="T8" fmla="*/ 88 w 23"/>
                <a:gd name="T9" fmla="*/ 34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3">
                  <a:moveTo>
                    <a:pt x="23" y="9"/>
                  </a:moveTo>
                  <a:cubicBezTo>
                    <a:pt x="20" y="6"/>
                    <a:pt x="7" y="8"/>
                    <a:pt x="4" y="11"/>
                  </a:cubicBezTo>
                  <a:cubicBezTo>
                    <a:pt x="2" y="13"/>
                    <a:pt x="0" y="6"/>
                    <a:pt x="2" y="4"/>
                  </a:cubicBezTo>
                  <a:cubicBezTo>
                    <a:pt x="6" y="1"/>
                    <a:pt x="13" y="0"/>
                    <a:pt x="18" y="2"/>
                  </a:cubicBezTo>
                  <a:cubicBezTo>
                    <a:pt x="21" y="3"/>
                    <a:pt x="23" y="9"/>
                    <a:pt x="23" y="9"/>
                  </a:cubicBezTo>
                  <a:close/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586" name="Freeform 74">
              <a:extLst>
                <a:ext uri="{FF2B5EF4-FFF2-40B4-BE49-F238E27FC236}">
                  <a16:creationId xmlns:a16="http://schemas.microsoft.com/office/drawing/2014/main" id="{1F86D0E4-3E99-4F0D-AEB8-5913515ED5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6" y="3986"/>
              <a:ext cx="27" cy="59"/>
            </a:xfrm>
            <a:custGeom>
              <a:avLst/>
              <a:gdLst>
                <a:gd name="T0" fmla="*/ 0 w 17"/>
                <a:gd name="T1" fmla="*/ 0 h 37"/>
                <a:gd name="T2" fmla="*/ 52 w 17"/>
                <a:gd name="T3" fmla="*/ 77 h 37"/>
                <a:gd name="T4" fmla="*/ 56 w 17"/>
                <a:gd name="T5" fmla="*/ 150 h 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37">
                  <a:moveTo>
                    <a:pt x="0" y="0"/>
                  </a:moveTo>
                  <a:cubicBezTo>
                    <a:pt x="2" y="7"/>
                    <a:pt x="10" y="11"/>
                    <a:pt x="13" y="19"/>
                  </a:cubicBezTo>
                  <a:cubicBezTo>
                    <a:pt x="15" y="25"/>
                    <a:pt x="17" y="32"/>
                    <a:pt x="14" y="37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587" name="Freeform 75">
              <a:extLst>
                <a:ext uri="{FF2B5EF4-FFF2-40B4-BE49-F238E27FC236}">
                  <a16:creationId xmlns:a16="http://schemas.microsoft.com/office/drawing/2014/main" id="{8DFD7E1A-664E-45A6-88E3-B2CD494CCD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7" y="3975"/>
              <a:ext cx="33" cy="70"/>
            </a:xfrm>
            <a:custGeom>
              <a:avLst/>
              <a:gdLst>
                <a:gd name="T0" fmla="*/ 0 w 21"/>
                <a:gd name="T1" fmla="*/ 0 h 44"/>
                <a:gd name="T2" fmla="*/ 31 w 21"/>
                <a:gd name="T3" fmla="*/ 46 h 44"/>
                <a:gd name="T4" fmla="*/ 60 w 21"/>
                <a:gd name="T5" fmla="*/ 103 h 44"/>
                <a:gd name="T6" fmla="*/ 55 w 21"/>
                <a:gd name="T7" fmla="*/ 177 h 4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44">
                  <a:moveTo>
                    <a:pt x="0" y="0"/>
                  </a:moveTo>
                  <a:cubicBezTo>
                    <a:pt x="5" y="3"/>
                    <a:pt x="6" y="4"/>
                    <a:pt x="8" y="11"/>
                  </a:cubicBezTo>
                  <a:cubicBezTo>
                    <a:pt x="9" y="18"/>
                    <a:pt x="12" y="22"/>
                    <a:pt x="15" y="26"/>
                  </a:cubicBezTo>
                  <a:cubicBezTo>
                    <a:pt x="17" y="30"/>
                    <a:pt x="21" y="38"/>
                    <a:pt x="14" y="44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588" name="Freeform 76">
              <a:extLst>
                <a:ext uri="{FF2B5EF4-FFF2-40B4-BE49-F238E27FC236}">
                  <a16:creationId xmlns:a16="http://schemas.microsoft.com/office/drawing/2014/main" id="{BADCF78A-D9EC-4458-8B95-08EF4262D2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9" y="3967"/>
              <a:ext cx="39" cy="64"/>
            </a:xfrm>
            <a:custGeom>
              <a:avLst/>
              <a:gdLst>
                <a:gd name="T0" fmla="*/ 0 w 24"/>
                <a:gd name="T1" fmla="*/ 0 h 40"/>
                <a:gd name="T2" fmla="*/ 63 w 24"/>
                <a:gd name="T3" fmla="*/ 67 h 40"/>
                <a:gd name="T4" fmla="*/ 96 w 24"/>
                <a:gd name="T5" fmla="*/ 128 h 40"/>
                <a:gd name="T6" fmla="*/ 102 w 24"/>
                <a:gd name="T7" fmla="*/ 163 h 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40">
                  <a:moveTo>
                    <a:pt x="0" y="0"/>
                  </a:moveTo>
                  <a:cubicBezTo>
                    <a:pt x="5" y="3"/>
                    <a:pt x="13" y="10"/>
                    <a:pt x="15" y="16"/>
                  </a:cubicBezTo>
                  <a:cubicBezTo>
                    <a:pt x="17" y="21"/>
                    <a:pt x="19" y="25"/>
                    <a:pt x="22" y="31"/>
                  </a:cubicBezTo>
                  <a:cubicBezTo>
                    <a:pt x="23" y="34"/>
                    <a:pt x="24" y="37"/>
                    <a:pt x="24" y="4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589" name="Freeform 77">
              <a:extLst>
                <a:ext uri="{FF2B5EF4-FFF2-40B4-BE49-F238E27FC236}">
                  <a16:creationId xmlns:a16="http://schemas.microsoft.com/office/drawing/2014/main" id="{04ED9045-7043-461F-8997-280DCD6527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5" y="3959"/>
              <a:ext cx="45" cy="56"/>
            </a:xfrm>
            <a:custGeom>
              <a:avLst/>
              <a:gdLst>
                <a:gd name="T0" fmla="*/ 0 w 28"/>
                <a:gd name="T1" fmla="*/ 0 h 35"/>
                <a:gd name="T2" fmla="*/ 59 w 28"/>
                <a:gd name="T3" fmla="*/ 46 h 35"/>
                <a:gd name="T4" fmla="*/ 111 w 28"/>
                <a:gd name="T5" fmla="*/ 115 h 35"/>
                <a:gd name="T6" fmla="*/ 116 w 28"/>
                <a:gd name="T7" fmla="*/ 144 h 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35">
                  <a:moveTo>
                    <a:pt x="0" y="0"/>
                  </a:moveTo>
                  <a:cubicBezTo>
                    <a:pt x="6" y="3"/>
                    <a:pt x="11" y="7"/>
                    <a:pt x="14" y="11"/>
                  </a:cubicBezTo>
                  <a:cubicBezTo>
                    <a:pt x="18" y="16"/>
                    <a:pt x="24" y="19"/>
                    <a:pt x="27" y="28"/>
                  </a:cubicBezTo>
                  <a:cubicBezTo>
                    <a:pt x="27" y="31"/>
                    <a:pt x="28" y="33"/>
                    <a:pt x="28" y="35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590" name="Freeform 78">
              <a:extLst>
                <a:ext uri="{FF2B5EF4-FFF2-40B4-BE49-F238E27FC236}">
                  <a16:creationId xmlns:a16="http://schemas.microsoft.com/office/drawing/2014/main" id="{8F8E04B4-9A9E-468F-9D5D-42C2478FB57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9" y="4023"/>
              <a:ext cx="24" cy="16"/>
            </a:xfrm>
            <a:custGeom>
              <a:avLst/>
              <a:gdLst>
                <a:gd name="T0" fmla="*/ 61 w 15"/>
                <a:gd name="T1" fmla="*/ 35 h 10"/>
                <a:gd name="T2" fmla="*/ 8 w 15"/>
                <a:gd name="T3" fmla="*/ 35 h 10"/>
                <a:gd name="T4" fmla="*/ 34 w 15"/>
                <a:gd name="T5" fmla="*/ 0 h 10"/>
                <a:gd name="T6" fmla="*/ 61 w 15"/>
                <a:gd name="T7" fmla="*/ 35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0">
                  <a:moveTo>
                    <a:pt x="15" y="9"/>
                  </a:moveTo>
                  <a:cubicBezTo>
                    <a:pt x="10" y="10"/>
                    <a:pt x="3" y="10"/>
                    <a:pt x="2" y="9"/>
                  </a:cubicBezTo>
                  <a:cubicBezTo>
                    <a:pt x="0" y="8"/>
                    <a:pt x="1" y="1"/>
                    <a:pt x="8" y="0"/>
                  </a:cubicBezTo>
                  <a:cubicBezTo>
                    <a:pt x="14" y="0"/>
                    <a:pt x="15" y="8"/>
                    <a:pt x="15" y="9"/>
                  </a:cubicBezTo>
                  <a:close/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591" name="Freeform 79">
              <a:extLst>
                <a:ext uri="{FF2B5EF4-FFF2-40B4-BE49-F238E27FC236}">
                  <a16:creationId xmlns:a16="http://schemas.microsoft.com/office/drawing/2014/main" id="{1A74EE13-540F-40F8-9102-C8BEDB1EEB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0" y="4015"/>
              <a:ext cx="23" cy="14"/>
            </a:xfrm>
            <a:custGeom>
              <a:avLst/>
              <a:gdLst>
                <a:gd name="T0" fmla="*/ 62 w 14"/>
                <a:gd name="T1" fmla="*/ 26 h 9"/>
                <a:gd name="T2" fmla="*/ 8 w 14"/>
                <a:gd name="T3" fmla="*/ 30 h 9"/>
                <a:gd name="T4" fmla="*/ 41 w 14"/>
                <a:gd name="T5" fmla="*/ 0 h 9"/>
                <a:gd name="T6" fmla="*/ 62 w 14"/>
                <a:gd name="T7" fmla="*/ 26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9">
                  <a:moveTo>
                    <a:pt x="14" y="7"/>
                  </a:moveTo>
                  <a:cubicBezTo>
                    <a:pt x="9" y="8"/>
                    <a:pt x="3" y="9"/>
                    <a:pt x="2" y="8"/>
                  </a:cubicBezTo>
                  <a:cubicBezTo>
                    <a:pt x="0" y="7"/>
                    <a:pt x="2" y="0"/>
                    <a:pt x="9" y="0"/>
                  </a:cubicBezTo>
                  <a:cubicBezTo>
                    <a:pt x="13" y="0"/>
                    <a:pt x="14" y="6"/>
                    <a:pt x="14" y="7"/>
                  </a:cubicBezTo>
                  <a:close/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592" name="Freeform 80">
              <a:extLst>
                <a:ext uri="{FF2B5EF4-FFF2-40B4-BE49-F238E27FC236}">
                  <a16:creationId xmlns:a16="http://schemas.microsoft.com/office/drawing/2014/main" id="{A771702F-31CA-4FD7-B65E-ACAD5B2F1B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6" y="4008"/>
              <a:ext cx="21" cy="13"/>
            </a:xfrm>
            <a:custGeom>
              <a:avLst/>
              <a:gdLst>
                <a:gd name="T0" fmla="*/ 55 w 13"/>
                <a:gd name="T1" fmla="*/ 29 h 8"/>
                <a:gd name="T2" fmla="*/ 5 w 13"/>
                <a:gd name="T3" fmla="*/ 29 h 8"/>
                <a:gd name="T4" fmla="*/ 29 w 13"/>
                <a:gd name="T5" fmla="*/ 0 h 8"/>
                <a:gd name="T6" fmla="*/ 55 w 13"/>
                <a:gd name="T7" fmla="*/ 29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8">
                  <a:moveTo>
                    <a:pt x="13" y="7"/>
                  </a:moveTo>
                  <a:cubicBezTo>
                    <a:pt x="8" y="6"/>
                    <a:pt x="2" y="8"/>
                    <a:pt x="1" y="7"/>
                  </a:cubicBezTo>
                  <a:cubicBezTo>
                    <a:pt x="0" y="6"/>
                    <a:pt x="1" y="0"/>
                    <a:pt x="7" y="0"/>
                  </a:cubicBezTo>
                  <a:cubicBezTo>
                    <a:pt x="11" y="0"/>
                    <a:pt x="13" y="6"/>
                    <a:pt x="13" y="7"/>
                  </a:cubicBezTo>
                  <a:close/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593" name="Freeform 81">
              <a:extLst>
                <a:ext uri="{FF2B5EF4-FFF2-40B4-BE49-F238E27FC236}">
                  <a16:creationId xmlns:a16="http://schemas.microsoft.com/office/drawing/2014/main" id="{8C7F288A-BEE8-4454-BF4E-F7F0E7AE50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1" y="4016"/>
              <a:ext cx="8" cy="21"/>
            </a:xfrm>
            <a:custGeom>
              <a:avLst/>
              <a:gdLst>
                <a:gd name="T0" fmla="*/ 16 w 5"/>
                <a:gd name="T1" fmla="*/ 0 h 13"/>
                <a:gd name="T2" fmla="*/ 21 w 5"/>
                <a:gd name="T3" fmla="*/ 55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3">
                  <a:moveTo>
                    <a:pt x="4" y="0"/>
                  </a:moveTo>
                  <a:cubicBezTo>
                    <a:pt x="2" y="5"/>
                    <a:pt x="0" y="7"/>
                    <a:pt x="5" y="13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594" name="Freeform 82">
              <a:extLst>
                <a:ext uri="{FF2B5EF4-FFF2-40B4-BE49-F238E27FC236}">
                  <a16:creationId xmlns:a16="http://schemas.microsoft.com/office/drawing/2014/main" id="{227318F7-C0B2-4F51-95FF-5D2A6C04BD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0" y="3836"/>
              <a:ext cx="3" cy="24"/>
            </a:xfrm>
            <a:custGeom>
              <a:avLst/>
              <a:gdLst>
                <a:gd name="T0" fmla="*/ 0 w 2"/>
                <a:gd name="T1" fmla="*/ 0 h 15"/>
                <a:gd name="T2" fmla="*/ 8 w 2"/>
                <a:gd name="T3" fmla="*/ 61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5">
                  <a:moveTo>
                    <a:pt x="0" y="0"/>
                  </a:moveTo>
                  <a:cubicBezTo>
                    <a:pt x="0" y="3"/>
                    <a:pt x="2" y="15"/>
                    <a:pt x="2" y="15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595" name="Freeform 83">
              <a:extLst>
                <a:ext uri="{FF2B5EF4-FFF2-40B4-BE49-F238E27FC236}">
                  <a16:creationId xmlns:a16="http://schemas.microsoft.com/office/drawing/2014/main" id="{C8BFD5FB-77E9-4BF4-A7F5-1102945E37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9" y="1924"/>
              <a:ext cx="54" cy="36"/>
            </a:xfrm>
            <a:custGeom>
              <a:avLst/>
              <a:gdLst>
                <a:gd name="T0" fmla="*/ 73 w 34"/>
                <a:gd name="T1" fmla="*/ 47 h 22"/>
                <a:gd name="T2" fmla="*/ 16 w 34"/>
                <a:gd name="T3" fmla="*/ 88 h 22"/>
                <a:gd name="T4" fmla="*/ 0 w 34"/>
                <a:gd name="T5" fmla="*/ 77 h 22"/>
                <a:gd name="T6" fmla="*/ 16 w 34"/>
                <a:gd name="T7" fmla="*/ 92 h 22"/>
                <a:gd name="T8" fmla="*/ 73 w 34"/>
                <a:gd name="T9" fmla="*/ 47 h 22"/>
                <a:gd name="T10" fmla="*/ 137 w 34"/>
                <a:gd name="T11" fmla="*/ 0 h 22"/>
                <a:gd name="T12" fmla="*/ 73 w 34"/>
                <a:gd name="T13" fmla="*/ 47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4" h="22">
                  <a:moveTo>
                    <a:pt x="18" y="11"/>
                  </a:moveTo>
                  <a:cubicBezTo>
                    <a:pt x="12" y="16"/>
                    <a:pt x="7" y="21"/>
                    <a:pt x="4" y="20"/>
                  </a:cubicBezTo>
                  <a:cubicBezTo>
                    <a:pt x="2" y="20"/>
                    <a:pt x="1" y="19"/>
                    <a:pt x="0" y="18"/>
                  </a:cubicBezTo>
                  <a:cubicBezTo>
                    <a:pt x="1" y="20"/>
                    <a:pt x="2" y="21"/>
                    <a:pt x="4" y="21"/>
                  </a:cubicBezTo>
                  <a:cubicBezTo>
                    <a:pt x="8" y="22"/>
                    <a:pt x="13" y="17"/>
                    <a:pt x="18" y="11"/>
                  </a:cubicBezTo>
                  <a:cubicBezTo>
                    <a:pt x="23" y="6"/>
                    <a:pt x="29" y="0"/>
                    <a:pt x="34" y="0"/>
                  </a:cubicBezTo>
                  <a:cubicBezTo>
                    <a:pt x="29" y="0"/>
                    <a:pt x="23" y="5"/>
                    <a:pt x="18" y="11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596" name="Freeform 84">
              <a:extLst>
                <a:ext uri="{FF2B5EF4-FFF2-40B4-BE49-F238E27FC236}">
                  <a16:creationId xmlns:a16="http://schemas.microsoft.com/office/drawing/2014/main" id="{745B1CC8-D374-46D3-B55F-75E0F943504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9" y="1633"/>
              <a:ext cx="180" cy="33"/>
            </a:xfrm>
            <a:custGeom>
              <a:avLst/>
              <a:gdLst>
                <a:gd name="T0" fmla="*/ 0 w 113"/>
                <a:gd name="T1" fmla="*/ 0 h 21"/>
                <a:gd name="T2" fmla="*/ 352 w 113"/>
                <a:gd name="T3" fmla="*/ 39 h 21"/>
                <a:gd name="T4" fmla="*/ 457 w 113"/>
                <a:gd name="T5" fmla="*/ 20 h 21"/>
                <a:gd name="T6" fmla="*/ 352 w 113"/>
                <a:gd name="T7" fmla="*/ 31 h 21"/>
                <a:gd name="T8" fmla="*/ 0 w 113"/>
                <a:gd name="T9" fmla="*/ 0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3" h="21">
                  <a:moveTo>
                    <a:pt x="0" y="0"/>
                  </a:moveTo>
                  <a:cubicBezTo>
                    <a:pt x="22" y="21"/>
                    <a:pt x="56" y="15"/>
                    <a:pt x="87" y="10"/>
                  </a:cubicBezTo>
                  <a:cubicBezTo>
                    <a:pt x="96" y="8"/>
                    <a:pt x="105" y="5"/>
                    <a:pt x="113" y="5"/>
                  </a:cubicBezTo>
                  <a:cubicBezTo>
                    <a:pt x="105" y="5"/>
                    <a:pt x="96" y="6"/>
                    <a:pt x="87" y="8"/>
                  </a:cubicBezTo>
                  <a:cubicBezTo>
                    <a:pt x="56" y="13"/>
                    <a:pt x="21" y="20"/>
                    <a:pt x="0" y="0"/>
                  </a:cubicBezTo>
                </a:path>
              </a:pathLst>
            </a:custGeom>
            <a:solidFill>
              <a:srgbClr val="8E4C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597" name="Freeform 85">
              <a:extLst>
                <a:ext uri="{FF2B5EF4-FFF2-40B4-BE49-F238E27FC236}">
                  <a16:creationId xmlns:a16="http://schemas.microsoft.com/office/drawing/2014/main" id="{DCB36F20-5DB9-41DE-B4CE-C3C7D6F92E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9" y="2291"/>
              <a:ext cx="119" cy="134"/>
            </a:xfrm>
            <a:custGeom>
              <a:avLst/>
              <a:gdLst>
                <a:gd name="T0" fmla="*/ 0 w 75"/>
                <a:gd name="T1" fmla="*/ 0 h 84"/>
                <a:gd name="T2" fmla="*/ 60 w 75"/>
                <a:gd name="T3" fmla="*/ 110 h 84"/>
                <a:gd name="T4" fmla="*/ 83 w 75"/>
                <a:gd name="T5" fmla="*/ 142 h 84"/>
                <a:gd name="T6" fmla="*/ 300 w 75"/>
                <a:gd name="T7" fmla="*/ 341 h 84"/>
                <a:gd name="T8" fmla="*/ 89 w 75"/>
                <a:gd name="T9" fmla="*/ 142 h 84"/>
                <a:gd name="T10" fmla="*/ 63 w 75"/>
                <a:gd name="T11" fmla="*/ 110 h 84"/>
                <a:gd name="T12" fmla="*/ 0 w 75"/>
                <a:gd name="T13" fmla="*/ 0 h 8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5" h="84">
                  <a:moveTo>
                    <a:pt x="0" y="0"/>
                  </a:moveTo>
                  <a:cubicBezTo>
                    <a:pt x="3" y="9"/>
                    <a:pt x="8" y="18"/>
                    <a:pt x="15" y="27"/>
                  </a:cubicBezTo>
                  <a:cubicBezTo>
                    <a:pt x="21" y="35"/>
                    <a:pt x="21" y="35"/>
                    <a:pt x="21" y="35"/>
                  </a:cubicBezTo>
                  <a:cubicBezTo>
                    <a:pt x="30" y="50"/>
                    <a:pt x="64" y="80"/>
                    <a:pt x="75" y="84"/>
                  </a:cubicBezTo>
                  <a:cubicBezTo>
                    <a:pt x="64" y="80"/>
                    <a:pt x="32" y="50"/>
                    <a:pt x="22" y="35"/>
                  </a:cubicBezTo>
                  <a:cubicBezTo>
                    <a:pt x="16" y="27"/>
                    <a:pt x="16" y="27"/>
                    <a:pt x="16" y="27"/>
                  </a:cubicBezTo>
                  <a:cubicBezTo>
                    <a:pt x="10" y="18"/>
                    <a:pt x="3" y="9"/>
                    <a:pt x="0" y="0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598" name="Freeform 86">
              <a:extLst>
                <a:ext uri="{FF2B5EF4-FFF2-40B4-BE49-F238E27FC236}">
                  <a16:creationId xmlns:a16="http://schemas.microsoft.com/office/drawing/2014/main" id="{0CC392B9-293C-41BB-A349-AB26CF2C815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2" y="2286"/>
              <a:ext cx="121" cy="134"/>
            </a:xfrm>
            <a:custGeom>
              <a:avLst/>
              <a:gdLst>
                <a:gd name="T0" fmla="*/ 244 w 76"/>
                <a:gd name="T1" fmla="*/ 110 h 84"/>
                <a:gd name="T2" fmla="*/ 218 w 76"/>
                <a:gd name="T3" fmla="*/ 145 h 84"/>
                <a:gd name="T4" fmla="*/ 0 w 76"/>
                <a:gd name="T5" fmla="*/ 341 h 84"/>
                <a:gd name="T6" fmla="*/ 223 w 76"/>
                <a:gd name="T7" fmla="*/ 145 h 84"/>
                <a:gd name="T8" fmla="*/ 245 w 76"/>
                <a:gd name="T9" fmla="*/ 110 h 84"/>
                <a:gd name="T10" fmla="*/ 307 w 76"/>
                <a:gd name="T11" fmla="*/ 0 h 84"/>
                <a:gd name="T12" fmla="*/ 244 w 76"/>
                <a:gd name="T13" fmla="*/ 110 h 8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6" h="84">
                  <a:moveTo>
                    <a:pt x="60" y="27"/>
                  </a:moveTo>
                  <a:cubicBezTo>
                    <a:pt x="54" y="36"/>
                    <a:pt x="54" y="36"/>
                    <a:pt x="54" y="36"/>
                  </a:cubicBezTo>
                  <a:cubicBezTo>
                    <a:pt x="44" y="50"/>
                    <a:pt x="12" y="80"/>
                    <a:pt x="0" y="84"/>
                  </a:cubicBezTo>
                  <a:cubicBezTo>
                    <a:pt x="12" y="80"/>
                    <a:pt x="45" y="51"/>
                    <a:pt x="55" y="36"/>
                  </a:cubicBezTo>
                  <a:cubicBezTo>
                    <a:pt x="61" y="27"/>
                    <a:pt x="61" y="27"/>
                    <a:pt x="61" y="27"/>
                  </a:cubicBezTo>
                  <a:cubicBezTo>
                    <a:pt x="68" y="19"/>
                    <a:pt x="73" y="10"/>
                    <a:pt x="76" y="0"/>
                  </a:cubicBezTo>
                  <a:cubicBezTo>
                    <a:pt x="73" y="9"/>
                    <a:pt x="66" y="19"/>
                    <a:pt x="60" y="27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599" name="Freeform 87">
              <a:extLst>
                <a:ext uri="{FF2B5EF4-FFF2-40B4-BE49-F238E27FC236}">
                  <a16:creationId xmlns:a16="http://schemas.microsoft.com/office/drawing/2014/main" id="{9D017645-AE61-47FD-AAA2-E2E81E80A9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5" y="2122"/>
              <a:ext cx="12" cy="21"/>
            </a:xfrm>
            <a:custGeom>
              <a:avLst/>
              <a:gdLst>
                <a:gd name="T0" fmla="*/ 0 w 8"/>
                <a:gd name="T1" fmla="*/ 55 h 13"/>
                <a:gd name="T2" fmla="*/ 0 w 8"/>
                <a:gd name="T3" fmla="*/ 55 h 13"/>
                <a:gd name="T4" fmla="*/ 27 w 8"/>
                <a:gd name="T5" fmla="*/ 0 h 13"/>
                <a:gd name="T6" fmla="*/ 21 w 8"/>
                <a:gd name="T7" fmla="*/ 0 h 13"/>
                <a:gd name="T8" fmla="*/ 0 w 8"/>
                <a:gd name="T9" fmla="*/ 55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13">
                  <a:moveTo>
                    <a:pt x="0" y="13"/>
                  </a:moveTo>
                  <a:cubicBezTo>
                    <a:pt x="0" y="13"/>
                    <a:pt x="0" y="13"/>
                    <a:pt x="0" y="13"/>
                  </a:cubicBezTo>
                  <a:cubicBezTo>
                    <a:pt x="3" y="10"/>
                    <a:pt x="6" y="4"/>
                    <a:pt x="8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5" y="3"/>
                    <a:pt x="3" y="10"/>
                    <a:pt x="0" y="13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600" name="Freeform 88">
              <a:extLst>
                <a:ext uri="{FF2B5EF4-FFF2-40B4-BE49-F238E27FC236}">
                  <a16:creationId xmlns:a16="http://schemas.microsoft.com/office/drawing/2014/main" id="{47B61565-6C44-43AC-8EC2-CF8AEE5FE4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6" y="1529"/>
              <a:ext cx="5" cy="172"/>
            </a:xfrm>
            <a:custGeom>
              <a:avLst/>
              <a:gdLst>
                <a:gd name="T0" fmla="*/ 13 w 3"/>
                <a:gd name="T1" fmla="*/ 436 h 108"/>
                <a:gd name="T2" fmla="*/ 13 w 3"/>
                <a:gd name="T3" fmla="*/ 432 h 108"/>
                <a:gd name="T4" fmla="*/ 13 w 3"/>
                <a:gd name="T5" fmla="*/ 0 h 10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108">
                  <a:moveTo>
                    <a:pt x="3" y="108"/>
                  </a:moveTo>
                  <a:cubicBezTo>
                    <a:pt x="3" y="107"/>
                    <a:pt x="3" y="107"/>
                    <a:pt x="3" y="107"/>
                  </a:cubicBezTo>
                  <a:cubicBezTo>
                    <a:pt x="1" y="71"/>
                    <a:pt x="0" y="7"/>
                    <a:pt x="3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601" name="Freeform 89">
              <a:extLst>
                <a:ext uri="{FF2B5EF4-FFF2-40B4-BE49-F238E27FC236}">
                  <a16:creationId xmlns:a16="http://schemas.microsoft.com/office/drawing/2014/main" id="{F4B4972A-C72A-4BB2-B26E-4F7C6DDFDE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7" y="1568"/>
              <a:ext cx="1" cy="4"/>
            </a:xfrm>
            <a:custGeom>
              <a:avLst/>
              <a:gdLst>
                <a:gd name="T0" fmla="*/ 1 w 1"/>
                <a:gd name="T1" fmla="*/ 7 h 3"/>
                <a:gd name="T2" fmla="*/ 0 w 1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">
                  <a:moveTo>
                    <a:pt x="1" y="3"/>
                  </a:moveTo>
                  <a:cubicBezTo>
                    <a:pt x="1" y="2"/>
                    <a:pt x="1" y="1"/>
                    <a:pt x="0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602" name="Freeform 90">
              <a:extLst>
                <a:ext uri="{FF2B5EF4-FFF2-40B4-BE49-F238E27FC236}">
                  <a16:creationId xmlns:a16="http://schemas.microsoft.com/office/drawing/2014/main" id="{66551024-BCC6-4868-AA3B-C17FC90797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5" y="1558"/>
              <a:ext cx="33" cy="38"/>
            </a:xfrm>
            <a:custGeom>
              <a:avLst/>
              <a:gdLst>
                <a:gd name="T0" fmla="*/ 42 w 21"/>
                <a:gd name="T1" fmla="*/ 0 h 24"/>
                <a:gd name="T2" fmla="*/ 0 w 21"/>
                <a:gd name="T3" fmla="*/ 48 h 24"/>
                <a:gd name="T4" fmla="*/ 42 w 21"/>
                <a:gd name="T5" fmla="*/ 95 h 24"/>
                <a:gd name="T6" fmla="*/ 82 w 21"/>
                <a:gd name="T7" fmla="*/ 68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24">
                  <a:moveTo>
                    <a:pt x="11" y="0"/>
                  </a:moveTo>
                  <a:cubicBezTo>
                    <a:pt x="5" y="0"/>
                    <a:pt x="0" y="6"/>
                    <a:pt x="0" y="12"/>
                  </a:cubicBezTo>
                  <a:cubicBezTo>
                    <a:pt x="0" y="19"/>
                    <a:pt x="5" y="24"/>
                    <a:pt x="11" y="24"/>
                  </a:cubicBezTo>
                  <a:cubicBezTo>
                    <a:pt x="15" y="24"/>
                    <a:pt x="19" y="22"/>
                    <a:pt x="21" y="17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603" name="Oval 91">
              <a:extLst>
                <a:ext uri="{FF2B5EF4-FFF2-40B4-BE49-F238E27FC236}">
                  <a16:creationId xmlns:a16="http://schemas.microsoft.com/office/drawing/2014/main" id="{6761F213-0396-4B46-A4AD-1D66D8C813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8" y="1572"/>
              <a:ext cx="9" cy="12"/>
            </a:xfrm>
            <a:prstGeom prst="ellipse">
              <a:avLst/>
            </a:prstGeom>
            <a:noFill/>
            <a:ln w="635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604" name="Freeform 92">
              <a:extLst>
                <a:ext uri="{FF2B5EF4-FFF2-40B4-BE49-F238E27FC236}">
                  <a16:creationId xmlns:a16="http://schemas.microsoft.com/office/drawing/2014/main" id="{C4114364-496F-4A42-9411-EC548A7642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2" y="1290"/>
              <a:ext cx="155" cy="20"/>
            </a:xfrm>
            <a:custGeom>
              <a:avLst/>
              <a:gdLst>
                <a:gd name="T0" fmla="*/ 320 w 97"/>
                <a:gd name="T1" fmla="*/ 5 h 12"/>
                <a:gd name="T2" fmla="*/ 179 w 97"/>
                <a:gd name="T3" fmla="*/ 28 h 12"/>
                <a:gd name="T4" fmla="*/ 129 w 97"/>
                <a:gd name="T5" fmla="*/ 37 h 12"/>
                <a:gd name="T6" fmla="*/ 0 w 97"/>
                <a:gd name="T7" fmla="*/ 47 h 12"/>
                <a:gd name="T8" fmla="*/ 129 w 97"/>
                <a:gd name="T9" fmla="*/ 47 h 12"/>
                <a:gd name="T10" fmla="*/ 179 w 97"/>
                <a:gd name="T11" fmla="*/ 37 h 12"/>
                <a:gd name="T12" fmla="*/ 320 w 97"/>
                <a:gd name="T13" fmla="*/ 13 h 12"/>
                <a:gd name="T14" fmla="*/ 360 w 97"/>
                <a:gd name="T15" fmla="*/ 8 h 12"/>
                <a:gd name="T16" fmla="*/ 396 w 97"/>
                <a:gd name="T17" fmla="*/ 5 h 12"/>
                <a:gd name="T18" fmla="*/ 360 w 97"/>
                <a:gd name="T19" fmla="*/ 0 h 12"/>
                <a:gd name="T20" fmla="*/ 320 w 97"/>
                <a:gd name="T21" fmla="*/ 5 h 1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7" h="12">
                  <a:moveTo>
                    <a:pt x="78" y="1"/>
                  </a:moveTo>
                  <a:cubicBezTo>
                    <a:pt x="66" y="2"/>
                    <a:pt x="54" y="4"/>
                    <a:pt x="44" y="6"/>
                  </a:cubicBezTo>
                  <a:cubicBezTo>
                    <a:pt x="32" y="8"/>
                    <a:pt x="32" y="8"/>
                    <a:pt x="32" y="8"/>
                  </a:cubicBezTo>
                  <a:cubicBezTo>
                    <a:pt x="21" y="10"/>
                    <a:pt x="7" y="11"/>
                    <a:pt x="0" y="10"/>
                  </a:cubicBezTo>
                  <a:cubicBezTo>
                    <a:pt x="7" y="11"/>
                    <a:pt x="21" y="12"/>
                    <a:pt x="32" y="10"/>
                  </a:cubicBezTo>
                  <a:cubicBezTo>
                    <a:pt x="44" y="8"/>
                    <a:pt x="44" y="8"/>
                    <a:pt x="44" y="8"/>
                  </a:cubicBezTo>
                  <a:cubicBezTo>
                    <a:pt x="54" y="6"/>
                    <a:pt x="67" y="4"/>
                    <a:pt x="78" y="3"/>
                  </a:cubicBezTo>
                  <a:cubicBezTo>
                    <a:pt x="83" y="2"/>
                    <a:pt x="88" y="2"/>
                    <a:pt x="88" y="2"/>
                  </a:cubicBezTo>
                  <a:cubicBezTo>
                    <a:pt x="88" y="2"/>
                    <a:pt x="97" y="1"/>
                    <a:pt x="97" y="1"/>
                  </a:cubicBezTo>
                  <a:cubicBezTo>
                    <a:pt x="88" y="0"/>
                    <a:pt x="88" y="0"/>
                    <a:pt x="88" y="0"/>
                  </a:cubicBezTo>
                  <a:cubicBezTo>
                    <a:pt x="88" y="0"/>
                    <a:pt x="82" y="0"/>
                    <a:pt x="78" y="1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605" name="Freeform 93">
              <a:extLst>
                <a:ext uri="{FF2B5EF4-FFF2-40B4-BE49-F238E27FC236}">
                  <a16:creationId xmlns:a16="http://schemas.microsoft.com/office/drawing/2014/main" id="{32D63755-2126-4E80-BEAA-B4DB82DA76B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0" y="2536"/>
              <a:ext cx="8" cy="137"/>
            </a:xfrm>
            <a:custGeom>
              <a:avLst/>
              <a:gdLst>
                <a:gd name="T0" fmla="*/ 5 w 5"/>
                <a:gd name="T1" fmla="*/ 347 h 86"/>
                <a:gd name="T2" fmla="*/ 16 w 5"/>
                <a:gd name="T3" fmla="*/ 145 h 86"/>
                <a:gd name="T4" fmla="*/ 21 w 5"/>
                <a:gd name="T5" fmla="*/ 0 h 8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86">
                  <a:moveTo>
                    <a:pt x="1" y="86"/>
                  </a:moveTo>
                  <a:cubicBezTo>
                    <a:pt x="0" y="79"/>
                    <a:pt x="4" y="44"/>
                    <a:pt x="4" y="36"/>
                  </a:cubicBezTo>
                  <a:cubicBezTo>
                    <a:pt x="3" y="30"/>
                    <a:pt x="5" y="11"/>
                    <a:pt x="5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606" name="Freeform 94">
              <a:extLst>
                <a:ext uri="{FF2B5EF4-FFF2-40B4-BE49-F238E27FC236}">
                  <a16:creationId xmlns:a16="http://schemas.microsoft.com/office/drawing/2014/main" id="{7EF35E89-A92C-4E4C-848B-9C455E2F4D7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3" y="2544"/>
              <a:ext cx="4" cy="123"/>
            </a:xfrm>
            <a:custGeom>
              <a:avLst/>
              <a:gdLst>
                <a:gd name="T0" fmla="*/ 1 w 3"/>
                <a:gd name="T1" fmla="*/ 313 h 77"/>
                <a:gd name="T2" fmla="*/ 5 w 3"/>
                <a:gd name="T3" fmla="*/ 110 h 77"/>
                <a:gd name="T4" fmla="*/ 1 w 3"/>
                <a:gd name="T5" fmla="*/ 0 h 7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77">
                  <a:moveTo>
                    <a:pt x="1" y="77"/>
                  </a:moveTo>
                  <a:cubicBezTo>
                    <a:pt x="0" y="72"/>
                    <a:pt x="3" y="38"/>
                    <a:pt x="2" y="27"/>
                  </a:cubicBezTo>
                  <a:cubicBezTo>
                    <a:pt x="2" y="19"/>
                    <a:pt x="1" y="8"/>
                    <a:pt x="1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607" name="Freeform 95">
              <a:extLst>
                <a:ext uri="{FF2B5EF4-FFF2-40B4-BE49-F238E27FC236}">
                  <a16:creationId xmlns:a16="http://schemas.microsoft.com/office/drawing/2014/main" id="{5BA0B7BB-5F2B-4730-9770-318D2AB750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9" y="2531"/>
              <a:ext cx="8" cy="118"/>
            </a:xfrm>
            <a:custGeom>
              <a:avLst/>
              <a:gdLst>
                <a:gd name="T0" fmla="*/ 21 w 5"/>
                <a:gd name="T1" fmla="*/ 300 h 74"/>
                <a:gd name="T2" fmla="*/ 8 w 5"/>
                <a:gd name="T3" fmla="*/ 89 h 74"/>
                <a:gd name="T4" fmla="*/ 8 w 5"/>
                <a:gd name="T5" fmla="*/ 0 h 7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74">
                  <a:moveTo>
                    <a:pt x="5" y="74"/>
                  </a:moveTo>
                  <a:cubicBezTo>
                    <a:pt x="5" y="74"/>
                    <a:pt x="4" y="34"/>
                    <a:pt x="2" y="22"/>
                  </a:cubicBezTo>
                  <a:cubicBezTo>
                    <a:pt x="0" y="13"/>
                    <a:pt x="1" y="7"/>
                    <a:pt x="2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608" name="Freeform 96">
              <a:extLst>
                <a:ext uri="{FF2B5EF4-FFF2-40B4-BE49-F238E27FC236}">
                  <a16:creationId xmlns:a16="http://schemas.microsoft.com/office/drawing/2014/main" id="{0178A085-7E20-4318-BB5C-3062B92CDDD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3" y="2487"/>
              <a:ext cx="12" cy="13"/>
            </a:xfrm>
            <a:custGeom>
              <a:avLst/>
              <a:gdLst>
                <a:gd name="T0" fmla="*/ 27 w 8"/>
                <a:gd name="T1" fmla="*/ 34 h 8"/>
                <a:gd name="T2" fmla="*/ 0 w 8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8">
                  <a:moveTo>
                    <a:pt x="8" y="8"/>
                  </a:moveTo>
                  <a:cubicBezTo>
                    <a:pt x="5" y="5"/>
                    <a:pt x="2" y="3"/>
                    <a:pt x="0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609" name="Freeform 97">
              <a:extLst>
                <a:ext uri="{FF2B5EF4-FFF2-40B4-BE49-F238E27FC236}">
                  <a16:creationId xmlns:a16="http://schemas.microsoft.com/office/drawing/2014/main" id="{DDCAC6A2-02B9-44F9-8BC5-7342BA718CF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7" y="1924"/>
              <a:ext cx="54" cy="36"/>
            </a:xfrm>
            <a:custGeom>
              <a:avLst/>
              <a:gdLst>
                <a:gd name="T0" fmla="*/ 0 w 34"/>
                <a:gd name="T1" fmla="*/ 0 h 22"/>
                <a:gd name="T2" fmla="*/ 0 w 34"/>
                <a:gd name="T3" fmla="*/ 0 h 22"/>
                <a:gd name="T4" fmla="*/ 64 w 34"/>
                <a:gd name="T5" fmla="*/ 47 h 22"/>
                <a:gd name="T6" fmla="*/ 121 w 34"/>
                <a:gd name="T7" fmla="*/ 92 h 22"/>
                <a:gd name="T8" fmla="*/ 137 w 34"/>
                <a:gd name="T9" fmla="*/ 77 h 22"/>
                <a:gd name="T10" fmla="*/ 121 w 34"/>
                <a:gd name="T11" fmla="*/ 88 h 22"/>
                <a:gd name="T12" fmla="*/ 64 w 34"/>
                <a:gd name="T13" fmla="*/ 47 h 22"/>
                <a:gd name="T14" fmla="*/ 0 w 34"/>
                <a:gd name="T15" fmla="*/ 0 h 2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4" h="22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5" y="0"/>
                    <a:pt x="11" y="6"/>
                    <a:pt x="16" y="11"/>
                  </a:cubicBezTo>
                  <a:cubicBezTo>
                    <a:pt x="21" y="17"/>
                    <a:pt x="26" y="22"/>
                    <a:pt x="30" y="21"/>
                  </a:cubicBezTo>
                  <a:cubicBezTo>
                    <a:pt x="32" y="21"/>
                    <a:pt x="33" y="20"/>
                    <a:pt x="34" y="18"/>
                  </a:cubicBezTo>
                  <a:cubicBezTo>
                    <a:pt x="33" y="19"/>
                    <a:pt x="32" y="20"/>
                    <a:pt x="30" y="20"/>
                  </a:cubicBezTo>
                  <a:cubicBezTo>
                    <a:pt x="27" y="21"/>
                    <a:pt x="22" y="16"/>
                    <a:pt x="16" y="11"/>
                  </a:cubicBezTo>
                  <a:cubicBezTo>
                    <a:pt x="11" y="5"/>
                    <a:pt x="5" y="0"/>
                    <a:pt x="0" y="0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610" name="Freeform 98">
              <a:extLst>
                <a:ext uri="{FF2B5EF4-FFF2-40B4-BE49-F238E27FC236}">
                  <a16:creationId xmlns:a16="http://schemas.microsoft.com/office/drawing/2014/main" id="{AEA7B34E-7097-4718-9020-1320C8A8D2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1" y="1633"/>
              <a:ext cx="180" cy="33"/>
            </a:xfrm>
            <a:custGeom>
              <a:avLst/>
              <a:gdLst>
                <a:gd name="T0" fmla="*/ 104 w 113"/>
                <a:gd name="T1" fmla="*/ 31 h 21"/>
                <a:gd name="T2" fmla="*/ 0 w 113"/>
                <a:gd name="T3" fmla="*/ 20 h 21"/>
                <a:gd name="T4" fmla="*/ 104 w 113"/>
                <a:gd name="T5" fmla="*/ 39 h 21"/>
                <a:gd name="T6" fmla="*/ 457 w 113"/>
                <a:gd name="T7" fmla="*/ 0 h 21"/>
                <a:gd name="T8" fmla="*/ 104 w 113"/>
                <a:gd name="T9" fmla="*/ 31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3" h="21">
                  <a:moveTo>
                    <a:pt x="26" y="8"/>
                  </a:moveTo>
                  <a:cubicBezTo>
                    <a:pt x="17" y="6"/>
                    <a:pt x="8" y="5"/>
                    <a:pt x="0" y="5"/>
                  </a:cubicBezTo>
                  <a:cubicBezTo>
                    <a:pt x="8" y="5"/>
                    <a:pt x="17" y="8"/>
                    <a:pt x="26" y="10"/>
                  </a:cubicBezTo>
                  <a:cubicBezTo>
                    <a:pt x="57" y="15"/>
                    <a:pt x="91" y="21"/>
                    <a:pt x="113" y="0"/>
                  </a:cubicBezTo>
                  <a:cubicBezTo>
                    <a:pt x="92" y="20"/>
                    <a:pt x="57" y="13"/>
                    <a:pt x="26" y="8"/>
                  </a:cubicBezTo>
                </a:path>
              </a:pathLst>
            </a:custGeom>
            <a:solidFill>
              <a:srgbClr val="8E4C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611" name="Freeform 99">
              <a:extLst>
                <a:ext uri="{FF2B5EF4-FFF2-40B4-BE49-F238E27FC236}">
                  <a16:creationId xmlns:a16="http://schemas.microsoft.com/office/drawing/2014/main" id="{61343397-38AB-4C03-BFD2-B25F7E25F6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9" y="2144"/>
              <a:ext cx="40" cy="32"/>
            </a:xfrm>
            <a:custGeom>
              <a:avLst/>
              <a:gdLst>
                <a:gd name="T0" fmla="*/ 0 w 25"/>
                <a:gd name="T1" fmla="*/ 56 h 20"/>
                <a:gd name="T2" fmla="*/ 77 w 25"/>
                <a:gd name="T3" fmla="*/ 82 h 20"/>
                <a:gd name="T4" fmla="*/ 0 w 25"/>
                <a:gd name="T5" fmla="*/ 54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20">
                  <a:moveTo>
                    <a:pt x="0" y="14"/>
                  </a:moveTo>
                  <a:cubicBezTo>
                    <a:pt x="6" y="8"/>
                    <a:pt x="17" y="11"/>
                    <a:pt x="19" y="20"/>
                  </a:cubicBezTo>
                  <a:cubicBezTo>
                    <a:pt x="25" y="13"/>
                    <a:pt x="4" y="0"/>
                    <a:pt x="0" y="13"/>
                  </a:cubicBezTo>
                </a:path>
              </a:pathLst>
            </a:custGeom>
            <a:solidFill>
              <a:srgbClr val="C17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612" name="Freeform 100">
              <a:extLst>
                <a:ext uri="{FF2B5EF4-FFF2-40B4-BE49-F238E27FC236}">
                  <a16:creationId xmlns:a16="http://schemas.microsoft.com/office/drawing/2014/main" id="{EA3B091D-EAAF-4481-9DCD-E0BE54CCB5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3" y="1509"/>
              <a:ext cx="31" cy="40"/>
            </a:xfrm>
            <a:custGeom>
              <a:avLst/>
              <a:gdLst>
                <a:gd name="T0" fmla="*/ 0 w 19"/>
                <a:gd name="T1" fmla="*/ 102 h 25"/>
                <a:gd name="T2" fmla="*/ 0 w 19"/>
                <a:gd name="T3" fmla="*/ 102 h 25"/>
                <a:gd name="T4" fmla="*/ 83 w 19"/>
                <a:gd name="T5" fmla="*/ 5 h 25"/>
                <a:gd name="T6" fmla="*/ 75 w 19"/>
                <a:gd name="T7" fmla="*/ 0 h 25"/>
                <a:gd name="T8" fmla="*/ 0 w 19"/>
                <a:gd name="T9" fmla="*/ 102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25">
                  <a:moveTo>
                    <a:pt x="0" y="25"/>
                  </a:moveTo>
                  <a:cubicBezTo>
                    <a:pt x="0" y="25"/>
                    <a:pt x="0" y="25"/>
                    <a:pt x="0" y="25"/>
                  </a:cubicBezTo>
                  <a:cubicBezTo>
                    <a:pt x="7" y="20"/>
                    <a:pt x="14" y="12"/>
                    <a:pt x="19" y="1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12" y="11"/>
                    <a:pt x="7" y="20"/>
                    <a:pt x="0" y="25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613" name="Freeform 101">
              <a:extLst>
                <a:ext uri="{FF2B5EF4-FFF2-40B4-BE49-F238E27FC236}">
                  <a16:creationId xmlns:a16="http://schemas.microsoft.com/office/drawing/2014/main" id="{0F71E87A-4E87-4D51-AE9E-3FB29013FAF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6" y="1509"/>
              <a:ext cx="31" cy="40"/>
            </a:xfrm>
            <a:custGeom>
              <a:avLst/>
              <a:gdLst>
                <a:gd name="T0" fmla="*/ 0 w 19"/>
                <a:gd name="T1" fmla="*/ 5 h 25"/>
                <a:gd name="T2" fmla="*/ 83 w 19"/>
                <a:gd name="T3" fmla="*/ 102 h 25"/>
                <a:gd name="T4" fmla="*/ 8 w 19"/>
                <a:gd name="T5" fmla="*/ 0 h 25"/>
                <a:gd name="T6" fmla="*/ 0 w 19"/>
                <a:gd name="T7" fmla="*/ 5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25">
                  <a:moveTo>
                    <a:pt x="0" y="1"/>
                  </a:moveTo>
                  <a:cubicBezTo>
                    <a:pt x="5" y="12"/>
                    <a:pt x="12" y="20"/>
                    <a:pt x="19" y="25"/>
                  </a:cubicBezTo>
                  <a:cubicBezTo>
                    <a:pt x="12" y="20"/>
                    <a:pt x="7" y="11"/>
                    <a:pt x="2" y="0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614" name="Freeform 102">
              <a:extLst>
                <a:ext uri="{FF2B5EF4-FFF2-40B4-BE49-F238E27FC236}">
                  <a16:creationId xmlns:a16="http://schemas.microsoft.com/office/drawing/2014/main" id="{27E6A5A8-0427-4F86-A919-18AD2830A25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3" y="2441"/>
              <a:ext cx="139" cy="126"/>
            </a:xfrm>
            <a:custGeom>
              <a:avLst/>
              <a:gdLst>
                <a:gd name="T0" fmla="*/ 48 w 87"/>
                <a:gd name="T1" fmla="*/ 0 h 79"/>
                <a:gd name="T2" fmla="*/ 54 w 87"/>
                <a:gd name="T3" fmla="*/ 81 h 79"/>
                <a:gd name="T4" fmla="*/ 171 w 87"/>
                <a:gd name="T5" fmla="*/ 321 h 79"/>
                <a:gd name="T6" fmla="*/ 299 w 87"/>
                <a:gd name="T7" fmla="*/ 77 h 79"/>
                <a:gd name="T8" fmla="*/ 299 w 87"/>
                <a:gd name="T9" fmla="*/ 33 h 7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7" h="79">
                  <a:moveTo>
                    <a:pt x="12" y="0"/>
                  </a:moveTo>
                  <a:cubicBezTo>
                    <a:pt x="14" y="7"/>
                    <a:pt x="15" y="15"/>
                    <a:pt x="13" y="20"/>
                  </a:cubicBezTo>
                  <a:cubicBezTo>
                    <a:pt x="10" y="28"/>
                    <a:pt x="0" y="79"/>
                    <a:pt x="42" y="79"/>
                  </a:cubicBezTo>
                  <a:cubicBezTo>
                    <a:pt x="87" y="79"/>
                    <a:pt x="74" y="35"/>
                    <a:pt x="73" y="19"/>
                  </a:cubicBezTo>
                  <a:cubicBezTo>
                    <a:pt x="73" y="15"/>
                    <a:pt x="73" y="11"/>
                    <a:pt x="73" y="8"/>
                  </a:cubicBezTo>
                </a:path>
              </a:pathLst>
            </a:custGeom>
            <a:solidFill>
              <a:srgbClr val="A961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615" name="Freeform 103">
              <a:extLst>
                <a:ext uri="{FF2B5EF4-FFF2-40B4-BE49-F238E27FC236}">
                  <a16:creationId xmlns:a16="http://schemas.microsoft.com/office/drawing/2014/main" id="{D79E9DD2-B0C0-4773-B312-83C5CEE0AF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7" y="2487"/>
              <a:ext cx="29" cy="67"/>
            </a:xfrm>
            <a:custGeom>
              <a:avLst/>
              <a:gdLst>
                <a:gd name="T0" fmla="*/ 68 w 18"/>
                <a:gd name="T1" fmla="*/ 41 h 42"/>
                <a:gd name="T2" fmla="*/ 50 w 18"/>
                <a:gd name="T3" fmla="*/ 97 h 42"/>
                <a:gd name="T4" fmla="*/ 60 w 18"/>
                <a:gd name="T5" fmla="*/ 137 h 42"/>
                <a:gd name="T6" fmla="*/ 76 w 18"/>
                <a:gd name="T7" fmla="*/ 171 h 42"/>
                <a:gd name="T8" fmla="*/ 39 w 18"/>
                <a:gd name="T9" fmla="*/ 150 h 42"/>
                <a:gd name="T10" fmla="*/ 5 w 18"/>
                <a:gd name="T11" fmla="*/ 94 h 42"/>
                <a:gd name="T12" fmla="*/ 42 w 18"/>
                <a:gd name="T13" fmla="*/ 69 h 42"/>
                <a:gd name="T14" fmla="*/ 60 w 18"/>
                <a:gd name="T15" fmla="*/ 0 h 4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8" h="42">
                  <a:moveTo>
                    <a:pt x="16" y="10"/>
                  </a:moveTo>
                  <a:cubicBezTo>
                    <a:pt x="17" y="16"/>
                    <a:pt x="13" y="19"/>
                    <a:pt x="12" y="24"/>
                  </a:cubicBezTo>
                  <a:cubicBezTo>
                    <a:pt x="12" y="28"/>
                    <a:pt x="13" y="31"/>
                    <a:pt x="14" y="34"/>
                  </a:cubicBezTo>
                  <a:cubicBezTo>
                    <a:pt x="15" y="37"/>
                    <a:pt x="17" y="40"/>
                    <a:pt x="18" y="42"/>
                  </a:cubicBezTo>
                  <a:cubicBezTo>
                    <a:pt x="14" y="42"/>
                    <a:pt x="11" y="39"/>
                    <a:pt x="9" y="37"/>
                  </a:cubicBezTo>
                  <a:cubicBezTo>
                    <a:pt x="7" y="34"/>
                    <a:pt x="0" y="26"/>
                    <a:pt x="1" y="23"/>
                  </a:cubicBezTo>
                  <a:cubicBezTo>
                    <a:pt x="2" y="20"/>
                    <a:pt x="7" y="20"/>
                    <a:pt x="10" y="17"/>
                  </a:cubicBezTo>
                  <a:cubicBezTo>
                    <a:pt x="13" y="13"/>
                    <a:pt x="16" y="6"/>
                    <a:pt x="14" y="0"/>
                  </a:cubicBezTo>
                </a:path>
              </a:pathLst>
            </a:custGeom>
            <a:solidFill>
              <a:srgbClr val="8E4C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616" name="Freeform 104">
              <a:extLst>
                <a:ext uri="{FF2B5EF4-FFF2-40B4-BE49-F238E27FC236}">
                  <a16:creationId xmlns:a16="http://schemas.microsoft.com/office/drawing/2014/main" id="{DDEBB251-005F-44D5-A28D-516A878A5FB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1" y="2461"/>
              <a:ext cx="25" cy="91"/>
            </a:xfrm>
            <a:custGeom>
              <a:avLst/>
              <a:gdLst>
                <a:gd name="T0" fmla="*/ 48 w 16"/>
                <a:gd name="T1" fmla="*/ 21 h 57"/>
                <a:gd name="T2" fmla="*/ 48 w 16"/>
                <a:gd name="T3" fmla="*/ 166 h 57"/>
                <a:gd name="T4" fmla="*/ 0 w 16"/>
                <a:gd name="T5" fmla="*/ 231 h 57"/>
                <a:gd name="T6" fmla="*/ 27 w 16"/>
                <a:gd name="T7" fmla="*/ 196 h 57"/>
                <a:gd name="T8" fmla="*/ 8 w 16"/>
                <a:gd name="T9" fmla="*/ 142 h 57"/>
                <a:gd name="T10" fmla="*/ 27 w 16"/>
                <a:gd name="T11" fmla="*/ 89 h 57"/>
                <a:gd name="T12" fmla="*/ 42 w 16"/>
                <a:gd name="T13" fmla="*/ 0 h 5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" h="57">
                  <a:moveTo>
                    <a:pt x="13" y="5"/>
                  </a:moveTo>
                  <a:cubicBezTo>
                    <a:pt x="15" y="17"/>
                    <a:pt x="16" y="29"/>
                    <a:pt x="13" y="41"/>
                  </a:cubicBezTo>
                  <a:cubicBezTo>
                    <a:pt x="11" y="51"/>
                    <a:pt x="8" y="54"/>
                    <a:pt x="0" y="57"/>
                  </a:cubicBezTo>
                  <a:cubicBezTo>
                    <a:pt x="3" y="55"/>
                    <a:pt x="7" y="52"/>
                    <a:pt x="7" y="48"/>
                  </a:cubicBezTo>
                  <a:cubicBezTo>
                    <a:pt x="8" y="42"/>
                    <a:pt x="3" y="40"/>
                    <a:pt x="2" y="35"/>
                  </a:cubicBezTo>
                  <a:cubicBezTo>
                    <a:pt x="1" y="30"/>
                    <a:pt x="5" y="26"/>
                    <a:pt x="7" y="22"/>
                  </a:cubicBezTo>
                  <a:cubicBezTo>
                    <a:pt x="10" y="15"/>
                    <a:pt x="11" y="7"/>
                    <a:pt x="11" y="0"/>
                  </a:cubicBezTo>
                </a:path>
              </a:pathLst>
            </a:custGeom>
            <a:solidFill>
              <a:srgbClr val="8E4C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617" name="Freeform 105">
              <a:extLst>
                <a:ext uri="{FF2B5EF4-FFF2-40B4-BE49-F238E27FC236}">
                  <a16:creationId xmlns:a16="http://schemas.microsoft.com/office/drawing/2014/main" id="{5DAD2B53-F4DD-47F8-B7B2-7106478B67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1" y="2444"/>
              <a:ext cx="118" cy="124"/>
            </a:xfrm>
            <a:custGeom>
              <a:avLst/>
              <a:gdLst>
                <a:gd name="T0" fmla="*/ 29 w 74"/>
                <a:gd name="T1" fmla="*/ 0 h 78"/>
                <a:gd name="T2" fmla="*/ 33 w 74"/>
                <a:gd name="T3" fmla="*/ 73 h 78"/>
                <a:gd name="T4" fmla="*/ 35 w 74"/>
                <a:gd name="T5" fmla="*/ 258 h 78"/>
                <a:gd name="T6" fmla="*/ 155 w 74"/>
                <a:gd name="T7" fmla="*/ 313 h 78"/>
                <a:gd name="T8" fmla="*/ 265 w 74"/>
                <a:gd name="T9" fmla="*/ 265 h 78"/>
                <a:gd name="T10" fmla="*/ 279 w 74"/>
                <a:gd name="T11" fmla="*/ 102 h 78"/>
                <a:gd name="T12" fmla="*/ 274 w 74"/>
                <a:gd name="T13" fmla="*/ 73 h 78"/>
                <a:gd name="T14" fmla="*/ 273 w 74"/>
                <a:gd name="T15" fmla="*/ 52 h 78"/>
                <a:gd name="T16" fmla="*/ 273 w 74"/>
                <a:gd name="T17" fmla="*/ 13 h 78"/>
                <a:gd name="T18" fmla="*/ 273 w 74"/>
                <a:gd name="T19" fmla="*/ 52 h 78"/>
                <a:gd name="T20" fmla="*/ 273 w 74"/>
                <a:gd name="T21" fmla="*/ 68 h 78"/>
                <a:gd name="T22" fmla="*/ 274 w 74"/>
                <a:gd name="T23" fmla="*/ 102 h 78"/>
                <a:gd name="T24" fmla="*/ 260 w 74"/>
                <a:gd name="T25" fmla="*/ 265 h 78"/>
                <a:gd name="T26" fmla="*/ 150 w 74"/>
                <a:gd name="T27" fmla="*/ 305 h 78"/>
                <a:gd name="T28" fmla="*/ 41 w 74"/>
                <a:gd name="T29" fmla="*/ 253 h 78"/>
                <a:gd name="T30" fmla="*/ 35 w 74"/>
                <a:gd name="T31" fmla="*/ 73 h 78"/>
                <a:gd name="T32" fmla="*/ 29 w 74"/>
                <a:gd name="T33" fmla="*/ 0 h 7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74" h="78">
                  <a:moveTo>
                    <a:pt x="7" y="0"/>
                  </a:moveTo>
                  <a:cubicBezTo>
                    <a:pt x="11" y="6"/>
                    <a:pt x="10" y="13"/>
                    <a:pt x="8" y="18"/>
                  </a:cubicBezTo>
                  <a:cubicBezTo>
                    <a:pt x="5" y="25"/>
                    <a:pt x="0" y="49"/>
                    <a:pt x="9" y="64"/>
                  </a:cubicBezTo>
                  <a:cubicBezTo>
                    <a:pt x="15" y="73"/>
                    <a:pt x="25" y="78"/>
                    <a:pt x="38" y="78"/>
                  </a:cubicBezTo>
                  <a:cubicBezTo>
                    <a:pt x="51" y="78"/>
                    <a:pt x="59" y="74"/>
                    <a:pt x="65" y="66"/>
                  </a:cubicBezTo>
                  <a:cubicBezTo>
                    <a:pt x="74" y="55"/>
                    <a:pt x="71" y="37"/>
                    <a:pt x="69" y="25"/>
                  </a:cubicBezTo>
                  <a:cubicBezTo>
                    <a:pt x="68" y="18"/>
                    <a:pt x="68" y="18"/>
                    <a:pt x="68" y="18"/>
                  </a:cubicBezTo>
                  <a:cubicBezTo>
                    <a:pt x="68" y="18"/>
                    <a:pt x="67" y="13"/>
                    <a:pt x="67" y="13"/>
                  </a:cubicBezTo>
                  <a:cubicBezTo>
                    <a:pt x="67" y="10"/>
                    <a:pt x="66" y="6"/>
                    <a:pt x="67" y="3"/>
                  </a:cubicBezTo>
                  <a:cubicBezTo>
                    <a:pt x="66" y="6"/>
                    <a:pt x="66" y="9"/>
                    <a:pt x="67" y="13"/>
                  </a:cubicBezTo>
                  <a:cubicBezTo>
                    <a:pt x="67" y="17"/>
                    <a:pt x="67" y="17"/>
                    <a:pt x="67" y="17"/>
                  </a:cubicBezTo>
                  <a:cubicBezTo>
                    <a:pt x="68" y="25"/>
                    <a:pt x="68" y="25"/>
                    <a:pt x="68" y="25"/>
                  </a:cubicBezTo>
                  <a:cubicBezTo>
                    <a:pt x="70" y="36"/>
                    <a:pt x="72" y="55"/>
                    <a:pt x="64" y="66"/>
                  </a:cubicBezTo>
                  <a:cubicBezTo>
                    <a:pt x="58" y="73"/>
                    <a:pt x="49" y="76"/>
                    <a:pt x="37" y="76"/>
                  </a:cubicBezTo>
                  <a:cubicBezTo>
                    <a:pt x="25" y="76"/>
                    <a:pt x="15" y="72"/>
                    <a:pt x="10" y="63"/>
                  </a:cubicBezTo>
                  <a:cubicBezTo>
                    <a:pt x="1" y="47"/>
                    <a:pt x="7" y="22"/>
                    <a:pt x="9" y="18"/>
                  </a:cubicBezTo>
                  <a:cubicBezTo>
                    <a:pt x="11" y="13"/>
                    <a:pt x="12" y="7"/>
                    <a:pt x="7" y="0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618" name="Freeform 106">
              <a:extLst>
                <a:ext uri="{FF2B5EF4-FFF2-40B4-BE49-F238E27FC236}">
                  <a16:creationId xmlns:a16="http://schemas.microsoft.com/office/drawing/2014/main" id="{0F3A29B4-5F86-4FB5-9667-B950B65D33B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8" y="2445"/>
              <a:ext cx="48" cy="114"/>
            </a:xfrm>
            <a:custGeom>
              <a:avLst/>
              <a:gdLst>
                <a:gd name="T0" fmla="*/ 107 w 30"/>
                <a:gd name="T1" fmla="*/ 0 h 71"/>
                <a:gd name="T2" fmla="*/ 115 w 30"/>
                <a:gd name="T3" fmla="*/ 55 h 71"/>
                <a:gd name="T4" fmla="*/ 107 w 30"/>
                <a:gd name="T5" fmla="*/ 191 h 71"/>
                <a:gd name="T6" fmla="*/ 107 w 30"/>
                <a:gd name="T7" fmla="*/ 191 h 71"/>
                <a:gd name="T8" fmla="*/ 107 w 30"/>
                <a:gd name="T9" fmla="*/ 193 h 71"/>
                <a:gd name="T10" fmla="*/ 118 w 30"/>
                <a:gd name="T11" fmla="*/ 233 h 71"/>
                <a:gd name="T12" fmla="*/ 67 w 30"/>
                <a:gd name="T13" fmla="*/ 289 h 71"/>
                <a:gd name="T14" fmla="*/ 61 w 30"/>
                <a:gd name="T15" fmla="*/ 289 h 71"/>
                <a:gd name="T16" fmla="*/ 5 w 30"/>
                <a:gd name="T17" fmla="*/ 233 h 71"/>
                <a:gd name="T18" fmla="*/ 16 w 30"/>
                <a:gd name="T19" fmla="*/ 191 h 71"/>
                <a:gd name="T20" fmla="*/ 16 w 30"/>
                <a:gd name="T21" fmla="*/ 186 h 71"/>
                <a:gd name="T22" fmla="*/ 13 w 30"/>
                <a:gd name="T23" fmla="*/ 55 h 71"/>
                <a:gd name="T24" fmla="*/ 5 w 30"/>
                <a:gd name="T25" fmla="*/ 21 h 71"/>
                <a:gd name="T26" fmla="*/ 8 w 30"/>
                <a:gd name="T27" fmla="*/ 67 h 71"/>
                <a:gd name="T28" fmla="*/ 13 w 30"/>
                <a:gd name="T29" fmla="*/ 191 h 71"/>
                <a:gd name="T30" fmla="*/ 0 w 30"/>
                <a:gd name="T31" fmla="*/ 226 h 71"/>
                <a:gd name="T32" fmla="*/ 0 w 30"/>
                <a:gd name="T33" fmla="*/ 238 h 71"/>
                <a:gd name="T34" fmla="*/ 61 w 30"/>
                <a:gd name="T35" fmla="*/ 294 h 71"/>
                <a:gd name="T36" fmla="*/ 67 w 30"/>
                <a:gd name="T37" fmla="*/ 294 h 71"/>
                <a:gd name="T38" fmla="*/ 118 w 30"/>
                <a:gd name="T39" fmla="*/ 238 h 71"/>
                <a:gd name="T40" fmla="*/ 123 w 30"/>
                <a:gd name="T41" fmla="*/ 226 h 71"/>
                <a:gd name="T42" fmla="*/ 110 w 30"/>
                <a:gd name="T43" fmla="*/ 191 h 71"/>
                <a:gd name="T44" fmla="*/ 118 w 30"/>
                <a:gd name="T45" fmla="*/ 63 h 71"/>
                <a:gd name="T46" fmla="*/ 118 w 30"/>
                <a:gd name="T47" fmla="*/ 55 h 71"/>
                <a:gd name="T48" fmla="*/ 107 w 30"/>
                <a:gd name="T49" fmla="*/ 0 h 71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30" h="71">
                  <a:moveTo>
                    <a:pt x="26" y="0"/>
                  </a:moveTo>
                  <a:cubicBezTo>
                    <a:pt x="28" y="2"/>
                    <a:pt x="28" y="7"/>
                    <a:pt x="28" y="13"/>
                  </a:cubicBezTo>
                  <a:cubicBezTo>
                    <a:pt x="28" y="18"/>
                    <a:pt x="26" y="43"/>
                    <a:pt x="26" y="46"/>
                  </a:cubicBezTo>
                  <a:cubicBezTo>
                    <a:pt x="26" y="46"/>
                    <a:pt x="26" y="46"/>
                    <a:pt x="26" y="46"/>
                  </a:cubicBezTo>
                  <a:cubicBezTo>
                    <a:pt x="26" y="47"/>
                    <a:pt x="26" y="47"/>
                    <a:pt x="26" y="47"/>
                  </a:cubicBezTo>
                  <a:cubicBezTo>
                    <a:pt x="28" y="50"/>
                    <a:pt x="29" y="54"/>
                    <a:pt x="29" y="56"/>
                  </a:cubicBezTo>
                  <a:cubicBezTo>
                    <a:pt x="27" y="61"/>
                    <a:pt x="23" y="69"/>
                    <a:pt x="16" y="70"/>
                  </a:cubicBezTo>
                  <a:cubicBezTo>
                    <a:pt x="15" y="70"/>
                    <a:pt x="15" y="70"/>
                    <a:pt x="15" y="70"/>
                  </a:cubicBezTo>
                  <a:cubicBezTo>
                    <a:pt x="7" y="69"/>
                    <a:pt x="2" y="61"/>
                    <a:pt x="1" y="56"/>
                  </a:cubicBezTo>
                  <a:cubicBezTo>
                    <a:pt x="0" y="54"/>
                    <a:pt x="2" y="50"/>
                    <a:pt x="4" y="46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4" y="42"/>
                    <a:pt x="3" y="18"/>
                    <a:pt x="3" y="13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2" y="16"/>
                    <a:pt x="2" y="16"/>
                    <a:pt x="2" y="16"/>
                  </a:cubicBezTo>
                  <a:cubicBezTo>
                    <a:pt x="2" y="21"/>
                    <a:pt x="2" y="42"/>
                    <a:pt x="3" y="46"/>
                  </a:cubicBezTo>
                  <a:cubicBezTo>
                    <a:pt x="1" y="49"/>
                    <a:pt x="0" y="52"/>
                    <a:pt x="0" y="55"/>
                  </a:cubicBezTo>
                  <a:cubicBezTo>
                    <a:pt x="0" y="56"/>
                    <a:pt x="0" y="56"/>
                    <a:pt x="0" y="57"/>
                  </a:cubicBezTo>
                  <a:cubicBezTo>
                    <a:pt x="1" y="62"/>
                    <a:pt x="6" y="71"/>
                    <a:pt x="15" y="71"/>
                  </a:cubicBezTo>
                  <a:cubicBezTo>
                    <a:pt x="16" y="71"/>
                    <a:pt x="16" y="71"/>
                    <a:pt x="16" y="71"/>
                  </a:cubicBezTo>
                  <a:cubicBezTo>
                    <a:pt x="24" y="71"/>
                    <a:pt x="28" y="62"/>
                    <a:pt x="29" y="57"/>
                  </a:cubicBezTo>
                  <a:cubicBezTo>
                    <a:pt x="29" y="57"/>
                    <a:pt x="30" y="56"/>
                    <a:pt x="30" y="55"/>
                  </a:cubicBezTo>
                  <a:cubicBezTo>
                    <a:pt x="30" y="53"/>
                    <a:pt x="29" y="49"/>
                    <a:pt x="27" y="46"/>
                  </a:cubicBezTo>
                  <a:cubicBezTo>
                    <a:pt x="28" y="42"/>
                    <a:pt x="29" y="19"/>
                    <a:pt x="29" y="15"/>
                  </a:cubicBezTo>
                  <a:cubicBezTo>
                    <a:pt x="29" y="14"/>
                    <a:pt x="29" y="14"/>
                    <a:pt x="29" y="13"/>
                  </a:cubicBezTo>
                  <a:cubicBezTo>
                    <a:pt x="29" y="8"/>
                    <a:pt x="28" y="2"/>
                    <a:pt x="26" y="0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619" name="Freeform 107">
              <a:extLst>
                <a:ext uri="{FF2B5EF4-FFF2-40B4-BE49-F238E27FC236}">
                  <a16:creationId xmlns:a16="http://schemas.microsoft.com/office/drawing/2014/main" id="{4696EAF5-DD79-4995-BC99-CE43E58E63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0" y="2512"/>
              <a:ext cx="11" cy="8"/>
            </a:xfrm>
            <a:custGeom>
              <a:avLst/>
              <a:gdLst>
                <a:gd name="T0" fmla="*/ 0 w 7"/>
                <a:gd name="T1" fmla="*/ 0 h 5"/>
                <a:gd name="T2" fmla="*/ 22 w 7"/>
                <a:gd name="T3" fmla="*/ 21 h 5"/>
                <a:gd name="T4" fmla="*/ 27 w 7"/>
                <a:gd name="T5" fmla="*/ 16 h 5"/>
                <a:gd name="T6" fmla="*/ 0 w 7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1" y="1"/>
                    <a:pt x="5" y="3"/>
                    <a:pt x="6" y="5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5" y="1"/>
                    <a:pt x="0" y="0"/>
                    <a:pt x="0" y="0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620" name="Freeform 108">
              <a:extLst>
                <a:ext uri="{FF2B5EF4-FFF2-40B4-BE49-F238E27FC236}">
                  <a16:creationId xmlns:a16="http://schemas.microsoft.com/office/drawing/2014/main" id="{485BC2BE-F75B-4E99-9F18-F47E3EC680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9" y="1096"/>
              <a:ext cx="104" cy="147"/>
            </a:xfrm>
            <a:custGeom>
              <a:avLst/>
              <a:gdLst>
                <a:gd name="T0" fmla="*/ 0 w 65"/>
                <a:gd name="T1" fmla="*/ 110 h 92"/>
                <a:gd name="T2" fmla="*/ 54 w 65"/>
                <a:gd name="T3" fmla="*/ 48 h 92"/>
                <a:gd name="T4" fmla="*/ 86 w 65"/>
                <a:gd name="T5" fmla="*/ 0 h 92"/>
                <a:gd name="T6" fmla="*/ 69 w 65"/>
                <a:gd name="T7" fmla="*/ 61 h 92"/>
                <a:gd name="T8" fmla="*/ 67 w 65"/>
                <a:gd name="T9" fmla="*/ 118 h 92"/>
                <a:gd name="T10" fmla="*/ 98 w 65"/>
                <a:gd name="T11" fmla="*/ 240 h 92"/>
                <a:gd name="T12" fmla="*/ 163 w 65"/>
                <a:gd name="T13" fmla="*/ 315 h 92"/>
                <a:gd name="T14" fmla="*/ 221 w 65"/>
                <a:gd name="T15" fmla="*/ 342 h 92"/>
                <a:gd name="T16" fmla="*/ 266 w 65"/>
                <a:gd name="T17" fmla="*/ 375 h 92"/>
                <a:gd name="T18" fmla="*/ 218 w 65"/>
                <a:gd name="T19" fmla="*/ 350 h 92"/>
                <a:gd name="T20" fmla="*/ 150 w 65"/>
                <a:gd name="T21" fmla="*/ 320 h 92"/>
                <a:gd name="T22" fmla="*/ 74 w 65"/>
                <a:gd name="T23" fmla="*/ 240 h 92"/>
                <a:gd name="T24" fmla="*/ 48 w 65"/>
                <a:gd name="T25" fmla="*/ 149 h 92"/>
                <a:gd name="T26" fmla="*/ 8 w 65"/>
                <a:gd name="T27" fmla="*/ 107 h 9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65" h="92">
                  <a:moveTo>
                    <a:pt x="0" y="27"/>
                  </a:moveTo>
                  <a:cubicBezTo>
                    <a:pt x="4" y="21"/>
                    <a:pt x="9" y="17"/>
                    <a:pt x="13" y="12"/>
                  </a:cubicBezTo>
                  <a:cubicBezTo>
                    <a:pt x="16" y="8"/>
                    <a:pt x="19" y="2"/>
                    <a:pt x="21" y="0"/>
                  </a:cubicBezTo>
                  <a:cubicBezTo>
                    <a:pt x="20" y="5"/>
                    <a:pt x="18" y="10"/>
                    <a:pt x="17" y="15"/>
                  </a:cubicBezTo>
                  <a:cubicBezTo>
                    <a:pt x="16" y="20"/>
                    <a:pt x="16" y="25"/>
                    <a:pt x="16" y="29"/>
                  </a:cubicBezTo>
                  <a:cubicBezTo>
                    <a:pt x="17" y="39"/>
                    <a:pt x="20" y="50"/>
                    <a:pt x="24" y="59"/>
                  </a:cubicBezTo>
                  <a:cubicBezTo>
                    <a:pt x="28" y="66"/>
                    <a:pt x="33" y="73"/>
                    <a:pt x="40" y="77"/>
                  </a:cubicBezTo>
                  <a:cubicBezTo>
                    <a:pt x="45" y="80"/>
                    <a:pt x="49" y="82"/>
                    <a:pt x="54" y="84"/>
                  </a:cubicBezTo>
                  <a:cubicBezTo>
                    <a:pt x="58" y="87"/>
                    <a:pt x="62" y="90"/>
                    <a:pt x="65" y="92"/>
                  </a:cubicBezTo>
                  <a:cubicBezTo>
                    <a:pt x="62" y="92"/>
                    <a:pt x="57" y="88"/>
                    <a:pt x="53" y="86"/>
                  </a:cubicBezTo>
                  <a:cubicBezTo>
                    <a:pt x="48" y="84"/>
                    <a:pt x="42" y="81"/>
                    <a:pt x="37" y="78"/>
                  </a:cubicBezTo>
                  <a:cubicBezTo>
                    <a:pt x="28" y="73"/>
                    <a:pt x="22" y="68"/>
                    <a:pt x="18" y="59"/>
                  </a:cubicBezTo>
                  <a:cubicBezTo>
                    <a:pt x="14" y="52"/>
                    <a:pt x="13" y="44"/>
                    <a:pt x="12" y="36"/>
                  </a:cubicBezTo>
                  <a:cubicBezTo>
                    <a:pt x="11" y="30"/>
                    <a:pt x="9" y="26"/>
                    <a:pt x="2" y="26"/>
                  </a:cubicBezTo>
                </a:path>
              </a:pathLst>
            </a:custGeom>
            <a:solidFill>
              <a:srgbClr val="8E4C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621" name="Freeform 109">
              <a:extLst>
                <a:ext uri="{FF2B5EF4-FFF2-40B4-BE49-F238E27FC236}">
                  <a16:creationId xmlns:a16="http://schemas.microsoft.com/office/drawing/2014/main" id="{C38A8C9B-A28F-4943-B84C-7B2651F7B4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6" y="1160"/>
              <a:ext cx="116" cy="100"/>
            </a:xfrm>
            <a:custGeom>
              <a:avLst/>
              <a:gdLst>
                <a:gd name="T0" fmla="*/ 286 w 73"/>
                <a:gd name="T1" fmla="*/ 0 h 63"/>
                <a:gd name="T2" fmla="*/ 257 w 73"/>
                <a:gd name="T3" fmla="*/ 95 h 63"/>
                <a:gd name="T4" fmla="*/ 210 w 73"/>
                <a:gd name="T5" fmla="*/ 151 h 63"/>
                <a:gd name="T6" fmla="*/ 129 w 73"/>
                <a:gd name="T7" fmla="*/ 189 h 63"/>
                <a:gd name="T8" fmla="*/ 0 w 73"/>
                <a:gd name="T9" fmla="*/ 252 h 63"/>
                <a:gd name="T10" fmla="*/ 162 w 73"/>
                <a:gd name="T11" fmla="*/ 197 h 63"/>
                <a:gd name="T12" fmla="*/ 265 w 73"/>
                <a:gd name="T13" fmla="*/ 143 h 63"/>
                <a:gd name="T14" fmla="*/ 288 w 73"/>
                <a:gd name="T15" fmla="*/ 52 h 63"/>
                <a:gd name="T16" fmla="*/ 292 w 73"/>
                <a:gd name="T17" fmla="*/ 0 h 6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3" h="63">
                  <a:moveTo>
                    <a:pt x="71" y="0"/>
                  </a:moveTo>
                  <a:cubicBezTo>
                    <a:pt x="72" y="8"/>
                    <a:pt x="68" y="17"/>
                    <a:pt x="64" y="24"/>
                  </a:cubicBezTo>
                  <a:cubicBezTo>
                    <a:pt x="62" y="29"/>
                    <a:pt x="57" y="34"/>
                    <a:pt x="52" y="38"/>
                  </a:cubicBezTo>
                  <a:cubicBezTo>
                    <a:pt x="46" y="42"/>
                    <a:pt x="38" y="45"/>
                    <a:pt x="32" y="47"/>
                  </a:cubicBezTo>
                  <a:cubicBezTo>
                    <a:pt x="21" y="52"/>
                    <a:pt x="9" y="55"/>
                    <a:pt x="0" y="63"/>
                  </a:cubicBezTo>
                  <a:cubicBezTo>
                    <a:pt x="12" y="57"/>
                    <a:pt x="27" y="52"/>
                    <a:pt x="40" y="49"/>
                  </a:cubicBezTo>
                  <a:cubicBezTo>
                    <a:pt x="49" y="46"/>
                    <a:pt x="61" y="44"/>
                    <a:pt x="66" y="36"/>
                  </a:cubicBezTo>
                  <a:cubicBezTo>
                    <a:pt x="71" y="29"/>
                    <a:pt x="72" y="21"/>
                    <a:pt x="72" y="13"/>
                  </a:cubicBezTo>
                  <a:cubicBezTo>
                    <a:pt x="72" y="8"/>
                    <a:pt x="73" y="4"/>
                    <a:pt x="73" y="0"/>
                  </a:cubicBezTo>
                </a:path>
              </a:pathLst>
            </a:custGeom>
            <a:solidFill>
              <a:srgbClr val="C17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622" name="Freeform 110">
              <a:extLst>
                <a:ext uri="{FF2B5EF4-FFF2-40B4-BE49-F238E27FC236}">
                  <a16:creationId xmlns:a16="http://schemas.microsoft.com/office/drawing/2014/main" id="{A5B26F3C-5E02-41D0-88B2-5883C428555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3" y="1558"/>
              <a:ext cx="33" cy="327"/>
            </a:xfrm>
            <a:custGeom>
              <a:avLst/>
              <a:gdLst>
                <a:gd name="T0" fmla="*/ 60 w 21"/>
                <a:gd name="T1" fmla="*/ 0 h 205"/>
                <a:gd name="T2" fmla="*/ 69 w 21"/>
                <a:gd name="T3" fmla="*/ 252 h 205"/>
                <a:gd name="T4" fmla="*/ 69 w 21"/>
                <a:gd name="T5" fmla="*/ 445 h 205"/>
                <a:gd name="T6" fmla="*/ 22 w 21"/>
                <a:gd name="T7" fmla="*/ 833 h 205"/>
                <a:gd name="T8" fmla="*/ 31 w 21"/>
                <a:gd name="T9" fmla="*/ 456 h 205"/>
                <a:gd name="T10" fmla="*/ 0 w 21"/>
                <a:gd name="T11" fmla="*/ 239 h 205"/>
                <a:gd name="T12" fmla="*/ 55 w 21"/>
                <a:gd name="T13" fmla="*/ 26 h 20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" h="205">
                  <a:moveTo>
                    <a:pt x="15" y="0"/>
                  </a:moveTo>
                  <a:cubicBezTo>
                    <a:pt x="21" y="18"/>
                    <a:pt x="17" y="43"/>
                    <a:pt x="18" y="62"/>
                  </a:cubicBezTo>
                  <a:cubicBezTo>
                    <a:pt x="18" y="78"/>
                    <a:pt x="19" y="94"/>
                    <a:pt x="18" y="110"/>
                  </a:cubicBezTo>
                  <a:cubicBezTo>
                    <a:pt x="16" y="142"/>
                    <a:pt x="10" y="174"/>
                    <a:pt x="6" y="205"/>
                  </a:cubicBezTo>
                  <a:cubicBezTo>
                    <a:pt x="6" y="174"/>
                    <a:pt x="8" y="143"/>
                    <a:pt x="8" y="112"/>
                  </a:cubicBezTo>
                  <a:cubicBezTo>
                    <a:pt x="8" y="96"/>
                    <a:pt x="15" y="70"/>
                    <a:pt x="0" y="59"/>
                  </a:cubicBezTo>
                  <a:cubicBezTo>
                    <a:pt x="10" y="46"/>
                    <a:pt x="14" y="22"/>
                    <a:pt x="14" y="6"/>
                  </a:cubicBezTo>
                </a:path>
              </a:pathLst>
            </a:custGeom>
            <a:solidFill>
              <a:srgbClr val="8E4C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623" name="Freeform 111">
              <a:extLst>
                <a:ext uri="{FF2B5EF4-FFF2-40B4-BE49-F238E27FC236}">
                  <a16:creationId xmlns:a16="http://schemas.microsoft.com/office/drawing/2014/main" id="{D02E4F40-089E-4E9C-84E0-DB2156AADA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1" y="1582"/>
              <a:ext cx="56" cy="65"/>
            </a:xfrm>
            <a:custGeom>
              <a:avLst/>
              <a:gdLst>
                <a:gd name="T0" fmla="*/ 0 w 35"/>
                <a:gd name="T1" fmla="*/ 0 h 41"/>
                <a:gd name="T2" fmla="*/ 56 w 35"/>
                <a:gd name="T3" fmla="*/ 116 h 41"/>
                <a:gd name="T4" fmla="*/ 144 w 35"/>
                <a:gd name="T5" fmla="*/ 163 h 41"/>
                <a:gd name="T6" fmla="*/ 48 w 35"/>
                <a:gd name="T7" fmla="*/ 82 h 41"/>
                <a:gd name="T8" fmla="*/ 5 w 35"/>
                <a:gd name="T9" fmla="*/ 16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41">
                  <a:moveTo>
                    <a:pt x="0" y="0"/>
                  </a:moveTo>
                  <a:cubicBezTo>
                    <a:pt x="4" y="10"/>
                    <a:pt x="6" y="21"/>
                    <a:pt x="14" y="29"/>
                  </a:cubicBezTo>
                  <a:cubicBezTo>
                    <a:pt x="19" y="35"/>
                    <a:pt x="28" y="38"/>
                    <a:pt x="35" y="41"/>
                  </a:cubicBezTo>
                  <a:cubicBezTo>
                    <a:pt x="26" y="36"/>
                    <a:pt x="19" y="28"/>
                    <a:pt x="12" y="21"/>
                  </a:cubicBezTo>
                  <a:cubicBezTo>
                    <a:pt x="8" y="16"/>
                    <a:pt x="5" y="9"/>
                    <a:pt x="1" y="4"/>
                  </a:cubicBezTo>
                </a:path>
              </a:pathLst>
            </a:custGeom>
            <a:solidFill>
              <a:srgbClr val="C17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624" name="Freeform 112">
              <a:extLst>
                <a:ext uri="{FF2B5EF4-FFF2-40B4-BE49-F238E27FC236}">
                  <a16:creationId xmlns:a16="http://schemas.microsoft.com/office/drawing/2014/main" id="{4A0E707F-5DCF-40B3-B9FD-6EFF9B9902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1" y="739"/>
              <a:ext cx="444" cy="440"/>
            </a:xfrm>
            <a:custGeom>
              <a:avLst/>
              <a:gdLst>
                <a:gd name="T0" fmla="*/ 982 w 278"/>
                <a:gd name="T1" fmla="*/ 410 h 276"/>
                <a:gd name="T2" fmla="*/ 974 w 278"/>
                <a:gd name="T3" fmla="*/ 410 h 276"/>
                <a:gd name="T4" fmla="*/ 966 w 278"/>
                <a:gd name="T5" fmla="*/ 410 h 276"/>
                <a:gd name="T6" fmla="*/ 936 w 278"/>
                <a:gd name="T7" fmla="*/ 497 h 276"/>
                <a:gd name="T8" fmla="*/ 934 w 278"/>
                <a:gd name="T9" fmla="*/ 523 h 276"/>
                <a:gd name="T10" fmla="*/ 909 w 278"/>
                <a:gd name="T11" fmla="*/ 574 h 276"/>
                <a:gd name="T12" fmla="*/ 909 w 278"/>
                <a:gd name="T13" fmla="*/ 574 h 276"/>
                <a:gd name="T14" fmla="*/ 901 w 278"/>
                <a:gd name="T15" fmla="*/ 587 h 276"/>
                <a:gd name="T16" fmla="*/ 517 w 278"/>
                <a:gd name="T17" fmla="*/ 0 h 276"/>
                <a:gd name="T18" fmla="*/ 179 w 278"/>
                <a:gd name="T19" fmla="*/ 564 h 276"/>
                <a:gd name="T20" fmla="*/ 158 w 278"/>
                <a:gd name="T21" fmla="*/ 475 h 276"/>
                <a:gd name="T22" fmla="*/ 150 w 278"/>
                <a:gd name="T23" fmla="*/ 437 h 276"/>
                <a:gd name="T24" fmla="*/ 145 w 278"/>
                <a:gd name="T25" fmla="*/ 422 h 276"/>
                <a:gd name="T26" fmla="*/ 145 w 278"/>
                <a:gd name="T27" fmla="*/ 422 h 276"/>
                <a:gd name="T28" fmla="*/ 136 w 278"/>
                <a:gd name="T29" fmla="*/ 410 h 276"/>
                <a:gd name="T30" fmla="*/ 110 w 278"/>
                <a:gd name="T31" fmla="*/ 442 h 276"/>
                <a:gd name="T32" fmla="*/ 128 w 278"/>
                <a:gd name="T33" fmla="*/ 523 h 276"/>
                <a:gd name="T34" fmla="*/ 142 w 278"/>
                <a:gd name="T35" fmla="*/ 607 h 276"/>
                <a:gd name="T36" fmla="*/ 158 w 278"/>
                <a:gd name="T37" fmla="*/ 660 h 276"/>
                <a:gd name="T38" fmla="*/ 179 w 278"/>
                <a:gd name="T39" fmla="*/ 705 h 276"/>
                <a:gd name="T40" fmla="*/ 219 w 278"/>
                <a:gd name="T41" fmla="*/ 735 h 276"/>
                <a:gd name="T42" fmla="*/ 265 w 278"/>
                <a:gd name="T43" fmla="*/ 886 h 276"/>
                <a:gd name="T44" fmla="*/ 390 w 278"/>
                <a:gd name="T45" fmla="*/ 1049 h 276"/>
                <a:gd name="T46" fmla="*/ 546 w 278"/>
                <a:gd name="T47" fmla="*/ 1118 h 276"/>
                <a:gd name="T48" fmla="*/ 704 w 278"/>
                <a:gd name="T49" fmla="*/ 1049 h 276"/>
                <a:gd name="T50" fmla="*/ 832 w 278"/>
                <a:gd name="T51" fmla="*/ 886 h 276"/>
                <a:gd name="T52" fmla="*/ 885 w 278"/>
                <a:gd name="T53" fmla="*/ 735 h 276"/>
                <a:gd name="T54" fmla="*/ 922 w 278"/>
                <a:gd name="T55" fmla="*/ 705 h 276"/>
                <a:gd name="T56" fmla="*/ 947 w 278"/>
                <a:gd name="T57" fmla="*/ 660 h 276"/>
                <a:gd name="T58" fmla="*/ 957 w 278"/>
                <a:gd name="T59" fmla="*/ 607 h 276"/>
                <a:gd name="T60" fmla="*/ 974 w 278"/>
                <a:gd name="T61" fmla="*/ 523 h 276"/>
                <a:gd name="T62" fmla="*/ 995 w 278"/>
                <a:gd name="T63" fmla="*/ 442 h 276"/>
                <a:gd name="T64" fmla="*/ 982 w 278"/>
                <a:gd name="T65" fmla="*/ 410 h 27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278" h="276">
                  <a:moveTo>
                    <a:pt x="241" y="101"/>
                  </a:moveTo>
                  <a:cubicBezTo>
                    <a:pt x="240" y="101"/>
                    <a:pt x="240" y="101"/>
                    <a:pt x="239" y="101"/>
                  </a:cubicBezTo>
                  <a:cubicBezTo>
                    <a:pt x="238" y="101"/>
                    <a:pt x="238" y="101"/>
                    <a:pt x="237" y="101"/>
                  </a:cubicBezTo>
                  <a:cubicBezTo>
                    <a:pt x="230" y="123"/>
                    <a:pt x="230" y="123"/>
                    <a:pt x="230" y="123"/>
                  </a:cubicBezTo>
                  <a:cubicBezTo>
                    <a:pt x="229" y="129"/>
                    <a:pt x="229" y="129"/>
                    <a:pt x="229" y="129"/>
                  </a:cubicBezTo>
                  <a:cubicBezTo>
                    <a:pt x="228" y="135"/>
                    <a:pt x="223" y="142"/>
                    <a:pt x="223" y="142"/>
                  </a:cubicBezTo>
                  <a:cubicBezTo>
                    <a:pt x="223" y="142"/>
                    <a:pt x="223" y="142"/>
                    <a:pt x="223" y="142"/>
                  </a:cubicBezTo>
                  <a:cubicBezTo>
                    <a:pt x="221" y="145"/>
                    <a:pt x="221" y="145"/>
                    <a:pt x="221" y="145"/>
                  </a:cubicBezTo>
                  <a:cubicBezTo>
                    <a:pt x="218" y="147"/>
                    <a:pt x="278" y="0"/>
                    <a:pt x="127" y="0"/>
                  </a:cubicBezTo>
                  <a:cubicBezTo>
                    <a:pt x="0" y="0"/>
                    <a:pt x="46" y="143"/>
                    <a:pt x="44" y="139"/>
                  </a:cubicBezTo>
                  <a:cubicBezTo>
                    <a:pt x="42" y="131"/>
                    <a:pt x="39" y="117"/>
                    <a:pt x="39" y="117"/>
                  </a:cubicBezTo>
                  <a:cubicBezTo>
                    <a:pt x="39" y="117"/>
                    <a:pt x="38" y="113"/>
                    <a:pt x="37" y="108"/>
                  </a:cubicBezTo>
                  <a:cubicBezTo>
                    <a:pt x="36" y="107"/>
                    <a:pt x="36" y="106"/>
                    <a:pt x="36" y="104"/>
                  </a:cubicBezTo>
                  <a:cubicBezTo>
                    <a:pt x="36" y="104"/>
                    <a:pt x="36" y="104"/>
                    <a:pt x="36" y="104"/>
                  </a:cubicBezTo>
                  <a:cubicBezTo>
                    <a:pt x="35" y="103"/>
                    <a:pt x="33" y="101"/>
                    <a:pt x="33" y="101"/>
                  </a:cubicBezTo>
                  <a:cubicBezTo>
                    <a:pt x="30" y="99"/>
                    <a:pt x="27" y="103"/>
                    <a:pt x="27" y="109"/>
                  </a:cubicBezTo>
                  <a:cubicBezTo>
                    <a:pt x="27" y="114"/>
                    <a:pt x="31" y="125"/>
                    <a:pt x="31" y="129"/>
                  </a:cubicBezTo>
                  <a:cubicBezTo>
                    <a:pt x="31" y="133"/>
                    <a:pt x="33" y="143"/>
                    <a:pt x="35" y="150"/>
                  </a:cubicBezTo>
                  <a:cubicBezTo>
                    <a:pt x="37" y="157"/>
                    <a:pt x="36" y="160"/>
                    <a:pt x="39" y="163"/>
                  </a:cubicBezTo>
                  <a:cubicBezTo>
                    <a:pt x="41" y="167"/>
                    <a:pt x="42" y="171"/>
                    <a:pt x="44" y="174"/>
                  </a:cubicBezTo>
                  <a:cubicBezTo>
                    <a:pt x="46" y="177"/>
                    <a:pt x="51" y="181"/>
                    <a:pt x="54" y="181"/>
                  </a:cubicBezTo>
                  <a:cubicBezTo>
                    <a:pt x="54" y="190"/>
                    <a:pt x="61" y="211"/>
                    <a:pt x="65" y="219"/>
                  </a:cubicBezTo>
                  <a:cubicBezTo>
                    <a:pt x="69" y="227"/>
                    <a:pt x="84" y="250"/>
                    <a:pt x="96" y="259"/>
                  </a:cubicBezTo>
                  <a:cubicBezTo>
                    <a:pt x="107" y="267"/>
                    <a:pt x="114" y="275"/>
                    <a:pt x="134" y="276"/>
                  </a:cubicBezTo>
                  <a:cubicBezTo>
                    <a:pt x="155" y="275"/>
                    <a:pt x="162" y="267"/>
                    <a:pt x="173" y="259"/>
                  </a:cubicBezTo>
                  <a:cubicBezTo>
                    <a:pt x="185" y="250"/>
                    <a:pt x="200" y="229"/>
                    <a:pt x="204" y="219"/>
                  </a:cubicBezTo>
                  <a:cubicBezTo>
                    <a:pt x="208" y="209"/>
                    <a:pt x="216" y="190"/>
                    <a:pt x="217" y="181"/>
                  </a:cubicBezTo>
                  <a:cubicBezTo>
                    <a:pt x="219" y="181"/>
                    <a:pt x="224" y="177"/>
                    <a:pt x="226" y="174"/>
                  </a:cubicBezTo>
                  <a:cubicBezTo>
                    <a:pt x="228" y="171"/>
                    <a:pt x="229" y="167"/>
                    <a:pt x="232" y="163"/>
                  </a:cubicBezTo>
                  <a:cubicBezTo>
                    <a:pt x="234" y="160"/>
                    <a:pt x="233" y="157"/>
                    <a:pt x="235" y="150"/>
                  </a:cubicBezTo>
                  <a:cubicBezTo>
                    <a:pt x="238" y="143"/>
                    <a:pt x="239" y="133"/>
                    <a:pt x="239" y="129"/>
                  </a:cubicBezTo>
                  <a:cubicBezTo>
                    <a:pt x="239" y="125"/>
                    <a:pt x="244" y="114"/>
                    <a:pt x="244" y="109"/>
                  </a:cubicBezTo>
                  <a:cubicBezTo>
                    <a:pt x="244" y="105"/>
                    <a:pt x="242" y="103"/>
                    <a:pt x="241" y="101"/>
                  </a:cubicBezTo>
                </a:path>
              </a:pathLst>
            </a:custGeom>
            <a:solidFill>
              <a:srgbClr val="A961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625" name="Freeform 113">
              <a:extLst>
                <a:ext uri="{FF2B5EF4-FFF2-40B4-BE49-F238E27FC236}">
                  <a16:creationId xmlns:a16="http://schemas.microsoft.com/office/drawing/2014/main" id="{3359E27B-9088-4FF2-8368-32C861421F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9" y="942"/>
              <a:ext cx="21" cy="43"/>
            </a:xfrm>
            <a:custGeom>
              <a:avLst/>
              <a:gdLst>
                <a:gd name="T0" fmla="*/ 55 w 13"/>
                <a:gd name="T1" fmla="*/ 16 h 27"/>
                <a:gd name="T2" fmla="*/ 47 w 13"/>
                <a:gd name="T3" fmla="*/ 108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27">
                  <a:moveTo>
                    <a:pt x="13" y="4"/>
                  </a:moveTo>
                  <a:cubicBezTo>
                    <a:pt x="0" y="0"/>
                    <a:pt x="8" y="25"/>
                    <a:pt x="11" y="27"/>
                  </a:cubicBezTo>
                </a:path>
              </a:pathLst>
            </a:custGeom>
            <a:solidFill>
              <a:srgbClr val="8E4C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626" name="Freeform 114">
              <a:extLst>
                <a:ext uri="{FF2B5EF4-FFF2-40B4-BE49-F238E27FC236}">
                  <a16:creationId xmlns:a16="http://schemas.microsoft.com/office/drawing/2014/main" id="{6D55775C-CB38-4034-B3FB-75D4403B313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5" y="953"/>
              <a:ext cx="14" cy="33"/>
            </a:xfrm>
            <a:custGeom>
              <a:avLst/>
              <a:gdLst>
                <a:gd name="T0" fmla="*/ 8 w 9"/>
                <a:gd name="T1" fmla="*/ 0 h 21"/>
                <a:gd name="T2" fmla="*/ 0 w 9"/>
                <a:gd name="T3" fmla="*/ 82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1">
                  <a:moveTo>
                    <a:pt x="2" y="0"/>
                  </a:moveTo>
                  <a:cubicBezTo>
                    <a:pt x="9" y="3"/>
                    <a:pt x="5" y="17"/>
                    <a:pt x="0" y="21"/>
                  </a:cubicBezTo>
                </a:path>
              </a:pathLst>
            </a:custGeom>
            <a:solidFill>
              <a:srgbClr val="8E4C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627" name="Freeform 115">
              <a:extLst>
                <a:ext uri="{FF2B5EF4-FFF2-40B4-BE49-F238E27FC236}">
                  <a16:creationId xmlns:a16="http://schemas.microsoft.com/office/drawing/2014/main" id="{8E633408-DFE2-4C21-A072-E629D5EBB7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2" y="1034"/>
              <a:ext cx="86" cy="43"/>
            </a:xfrm>
            <a:custGeom>
              <a:avLst/>
              <a:gdLst>
                <a:gd name="T0" fmla="*/ 205 w 54"/>
                <a:gd name="T1" fmla="*/ 0 h 27"/>
                <a:gd name="T2" fmla="*/ 190 w 54"/>
                <a:gd name="T3" fmla="*/ 68 h 27"/>
                <a:gd name="T4" fmla="*/ 158 w 54"/>
                <a:gd name="T5" fmla="*/ 73 h 27"/>
                <a:gd name="T6" fmla="*/ 116 w 54"/>
                <a:gd name="T7" fmla="*/ 102 h 27"/>
                <a:gd name="T8" fmla="*/ 104 w 54"/>
                <a:gd name="T9" fmla="*/ 102 h 27"/>
                <a:gd name="T10" fmla="*/ 61 w 54"/>
                <a:gd name="T11" fmla="*/ 68 h 27"/>
                <a:gd name="T12" fmla="*/ 29 w 54"/>
                <a:gd name="T13" fmla="*/ 64 h 27"/>
                <a:gd name="T14" fmla="*/ 16 w 54"/>
                <a:gd name="T15" fmla="*/ 5 h 27"/>
                <a:gd name="T16" fmla="*/ 16 w 54"/>
                <a:gd name="T17" fmla="*/ 35 h 27"/>
                <a:gd name="T18" fmla="*/ 48 w 54"/>
                <a:gd name="T19" fmla="*/ 68 h 27"/>
                <a:gd name="T20" fmla="*/ 76 w 54"/>
                <a:gd name="T21" fmla="*/ 76 h 27"/>
                <a:gd name="T22" fmla="*/ 154 w 54"/>
                <a:gd name="T23" fmla="*/ 73 h 27"/>
                <a:gd name="T24" fmla="*/ 170 w 54"/>
                <a:gd name="T25" fmla="*/ 68 h 27"/>
                <a:gd name="T26" fmla="*/ 197 w 54"/>
                <a:gd name="T27" fmla="*/ 48 h 27"/>
                <a:gd name="T28" fmla="*/ 205 w 54"/>
                <a:gd name="T29" fmla="*/ 0 h 27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54" h="27">
                  <a:moveTo>
                    <a:pt x="51" y="0"/>
                  </a:moveTo>
                  <a:cubicBezTo>
                    <a:pt x="54" y="6"/>
                    <a:pt x="51" y="10"/>
                    <a:pt x="47" y="17"/>
                  </a:cubicBezTo>
                  <a:cubicBezTo>
                    <a:pt x="43" y="21"/>
                    <a:pt x="42" y="17"/>
                    <a:pt x="39" y="18"/>
                  </a:cubicBezTo>
                  <a:cubicBezTo>
                    <a:pt x="37" y="18"/>
                    <a:pt x="35" y="23"/>
                    <a:pt x="29" y="25"/>
                  </a:cubicBezTo>
                  <a:cubicBezTo>
                    <a:pt x="27" y="25"/>
                    <a:pt x="27" y="25"/>
                    <a:pt x="26" y="25"/>
                  </a:cubicBezTo>
                  <a:cubicBezTo>
                    <a:pt x="20" y="23"/>
                    <a:pt x="17" y="18"/>
                    <a:pt x="15" y="17"/>
                  </a:cubicBezTo>
                  <a:cubicBezTo>
                    <a:pt x="12" y="16"/>
                    <a:pt x="11" y="20"/>
                    <a:pt x="7" y="16"/>
                  </a:cubicBezTo>
                  <a:cubicBezTo>
                    <a:pt x="4" y="10"/>
                    <a:pt x="0" y="2"/>
                    <a:pt x="4" y="1"/>
                  </a:cubicBezTo>
                  <a:cubicBezTo>
                    <a:pt x="4" y="1"/>
                    <a:pt x="1" y="3"/>
                    <a:pt x="4" y="9"/>
                  </a:cubicBezTo>
                  <a:cubicBezTo>
                    <a:pt x="7" y="16"/>
                    <a:pt x="10" y="18"/>
                    <a:pt x="12" y="17"/>
                  </a:cubicBezTo>
                  <a:cubicBezTo>
                    <a:pt x="15" y="16"/>
                    <a:pt x="16" y="15"/>
                    <a:pt x="19" y="19"/>
                  </a:cubicBezTo>
                  <a:cubicBezTo>
                    <a:pt x="26" y="27"/>
                    <a:pt x="30" y="25"/>
                    <a:pt x="38" y="18"/>
                  </a:cubicBezTo>
                  <a:cubicBezTo>
                    <a:pt x="40" y="16"/>
                    <a:pt x="41" y="17"/>
                    <a:pt x="42" y="17"/>
                  </a:cubicBezTo>
                  <a:cubicBezTo>
                    <a:pt x="43" y="17"/>
                    <a:pt x="47" y="17"/>
                    <a:pt x="49" y="12"/>
                  </a:cubicBezTo>
                  <a:cubicBezTo>
                    <a:pt x="50" y="8"/>
                    <a:pt x="54" y="6"/>
                    <a:pt x="51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628" name="Freeform 116">
              <a:extLst>
                <a:ext uri="{FF2B5EF4-FFF2-40B4-BE49-F238E27FC236}">
                  <a16:creationId xmlns:a16="http://schemas.microsoft.com/office/drawing/2014/main" id="{90ADCF7A-1179-4FE4-8E54-C71A8E4C7A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8" y="905"/>
              <a:ext cx="15" cy="30"/>
            </a:xfrm>
            <a:custGeom>
              <a:avLst/>
              <a:gdLst>
                <a:gd name="T0" fmla="*/ 35 w 10"/>
                <a:gd name="T1" fmla="*/ 74 h 19"/>
                <a:gd name="T2" fmla="*/ 0 w 10"/>
                <a:gd name="T3" fmla="*/ 47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9">
                  <a:moveTo>
                    <a:pt x="10" y="19"/>
                  </a:moveTo>
                  <a:cubicBezTo>
                    <a:pt x="8" y="13"/>
                    <a:pt x="2" y="0"/>
                    <a:pt x="0" y="12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629" name="Freeform 117">
              <a:extLst>
                <a:ext uri="{FF2B5EF4-FFF2-40B4-BE49-F238E27FC236}">
                  <a16:creationId xmlns:a16="http://schemas.microsoft.com/office/drawing/2014/main" id="{72507096-A571-4859-B9F4-9DDF594330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0" y="964"/>
              <a:ext cx="13" cy="33"/>
            </a:xfrm>
            <a:custGeom>
              <a:avLst/>
              <a:gdLst>
                <a:gd name="T0" fmla="*/ 8 w 8"/>
                <a:gd name="T1" fmla="*/ 0 h 21"/>
                <a:gd name="T2" fmla="*/ 8 w 8"/>
                <a:gd name="T3" fmla="*/ 47 h 21"/>
                <a:gd name="T4" fmla="*/ 21 w 8"/>
                <a:gd name="T5" fmla="*/ 82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21">
                  <a:moveTo>
                    <a:pt x="2" y="0"/>
                  </a:moveTo>
                  <a:cubicBezTo>
                    <a:pt x="0" y="3"/>
                    <a:pt x="0" y="6"/>
                    <a:pt x="2" y="12"/>
                  </a:cubicBezTo>
                  <a:cubicBezTo>
                    <a:pt x="3" y="18"/>
                    <a:pt x="8" y="15"/>
                    <a:pt x="5" y="21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630" name="Freeform 118">
              <a:extLst>
                <a:ext uri="{FF2B5EF4-FFF2-40B4-BE49-F238E27FC236}">
                  <a16:creationId xmlns:a16="http://schemas.microsoft.com/office/drawing/2014/main" id="{7CAAD528-518B-4D08-B628-E9DC9B1DB1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1" y="922"/>
              <a:ext cx="8" cy="23"/>
            </a:xfrm>
            <a:custGeom>
              <a:avLst/>
              <a:gdLst>
                <a:gd name="T0" fmla="*/ 16 w 5"/>
                <a:gd name="T1" fmla="*/ 0 h 14"/>
                <a:gd name="T2" fmla="*/ 0 w 5"/>
                <a:gd name="T3" fmla="*/ 62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4">
                  <a:moveTo>
                    <a:pt x="4" y="0"/>
                  </a:moveTo>
                  <a:cubicBezTo>
                    <a:pt x="5" y="3"/>
                    <a:pt x="0" y="8"/>
                    <a:pt x="0" y="14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631" name="Freeform 119">
              <a:extLst>
                <a:ext uri="{FF2B5EF4-FFF2-40B4-BE49-F238E27FC236}">
                  <a16:creationId xmlns:a16="http://schemas.microsoft.com/office/drawing/2014/main" id="{3A222EDE-EC4D-46CD-AC0B-58C0BC8E50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8" y="997"/>
              <a:ext cx="9" cy="32"/>
            </a:xfrm>
            <a:custGeom>
              <a:avLst/>
              <a:gdLst>
                <a:gd name="T0" fmla="*/ 0 w 6"/>
                <a:gd name="T1" fmla="*/ 0 h 20"/>
                <a:gd name="T2" fmla="*/ 21 w 6"/>
                <a:gd name="T3" fmla="*/ 82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0">
                  <a:moveTo>
                    <a:pt x="0" y="0"/>
                  </a:moveTo>
                  <a:cubicBezTo>
                    <a:pt x="2" y="7"/>
                    <a:pt x="2" y="10"/>
                    <a:pt x="6" y="2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632" name="Freeform 120">
              <a:extLst>
                <a:ext uri="{FF2B5EF4-FFF2-40B4-BE49-F238E27FC236}">
                  <a16:creationId xmlns:a16="http://schemas.microsoft.com/office/drawing/2014/main" id="{D04967EF-8372-4759-9DEE-AB7E82A622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0" y="905"/>
              <a:ext cx="16" cy="30"/>
            </a:xfrm>
            <a:custGeom>
              <a:avLst/>
              <a:gdLst>
                <a:gd name="T0" fmla="*/ 0 w 10"/>
                <a:gd name="T1" fmla="*/ 74 h 19"/>
                <a:gd name="T2" fmla="*/ 42 w 10"/>
                <a:gd name="T3" fmla="*/ 47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9">
                  <a:moveTo>
                    <a:pt x="0" y="19"/>
                  </a:moveTo>
                  <a:cubicBezTo>
                    <a:pt x="2" y="13"/>
                    <a:pt x="8" y="0"/>
                    <a:pt x="10" y="12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633" name="Freeform 121">
              <a:extLst>
                <a:ext uri="{FF2B5EF4-FFF2-40B4-BE49-F238E27FC236}">
                  <a16:creationId xmlns:a16="http://schemas.microsoft.com/office/drawing/2014/main" id="{F622BD85-5B1B-4A2C-8D7C-83A7FCCA078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2" y="964"/>
              <a:ext cx="13" cy="33"/>
            </a:xfrm>
            <a:custGeom>
              <a:avLst/>
              <a:gdLst>
                <a:gd name="T0" fmla="*/ 26 w 8"/>
                <a:gd name="T1" fmla="*/ 0 h 21"/>
                <a:gd name="T2" fmla="*/ 26 w 8"/>
                <a:gd name="T3" fmla="*/ 47 h 21"/>
                <a:gd name="T4" fmla="*/ 8 w 8"/>
                <a:gd name="T5" fmla="*/ 82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21">
                  <a:moveTo>
                    <a:pt x="6" y="0"/>
                  </a:moveTo>
                  <a:cubicBezTo>
                    <a:pt x="8" y="3"/>
                    <a:pt x="7" y="6"/>
                    <a:pt x="6" y="12"/>
                  </a:cubicBezTo>
                  <a:cubicBezTo>
                    <a:pt x="4" y="18"/>
                    <a:pt x="0" y="15"/>
                    <a:pt x="2" y="21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634" name="Freeform 122">
              <a:extLst>
                <a:ext uri="{FF2B5EF4-FFF2-40B4-BE49-F238E27FC236}">
                  <a16:creationId xmlns:a16="http://schemas.microsoft.com/office/drawing/2014/main" id="{EB2F5E47-EFB8-466A-9E38-F17DF719AF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5" y="922"/>
              <a:ext cx="9" cy="23"/>
            </a:xfrm>
            <a:custGeom>
              <a:avLst/>
              <a:gdLst>
                <a:gd name="T0" fmla="*/ 5 w 6"/>
                <a:gd name="T1" fmla="*/ 0 h 14"/>
                <a:gd name="T2" fmla="*/ 18 w 6"/>
                <a:gd name="T3" fmla="*/ 62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4">
                  <a:moveTo>
                    <a:pt x="1" y="0"/>
                  </a:moveTo>
                  <a:cubicBezTo>
                    <a:pt x="0" y="3"/>
                    <a:pt x="6" y="8"/>
                    <a:pt x="5" y="14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635" name="Freeform 123">
              <a:extLst>
                <a:ext uri="{FF2B5EF4-FFF2-40B4-BE49-F238E27FC236}">
                  <a16:creationId xmlns:a16="http://schemas.microsoft.com/office/drawing/2014/main" id="{07F880B0-AB7D-4FBF-9E74-1B2870419D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6" y="996"/>
              <a:ext cx="6" cy="35"/>
            </a:xfrm>
            <a:custGeom>
              <a:avLst/>
              <a:gdLst>
                <a:gd name="T0" fmla="*/ 14 w 4"/>
                <a:gd name="T1" fmla="*/ 0 h 22"/>
                <a:gd name="T2" fmla="*/ 0 w 4"/>
                <a:gd name="T3" fmla="*/ 89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2">
                  <a:moveTo>
                    <a:pt x="4" y="0"/>
                  </a:moveTo>
                  <a:cubicBezTo>
                    <a:pt x="3" y="8"/>
                    <a:pt x="4" y="11"/>
                    <a:pt x="0" y="22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636" name="Freeform 124">
              <a:extLst>
                <a:ext uri="{FF2B5EF4-FFF2-40B4-BE49-F238E27FC236}">
                  <a16:creationId xmlns:a16="http://schemas.microsoft.com/office/drawing/2014/main" id="{F387F5EE-F8DF-4843-8AFB-D42AB9FC7C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4" y="897"/>
              <a:ext cx="346" cy="282"/>
            </a:xfrm>
            <a:custGeom>
              <a:avLst/>
              <a:gdLst>
                <a:gd name="T0" fmla="*/ 69 w 217"/>
                <a:gd name="T1" fmla="*/ 158 h 177"/>
                <a:gd name="T2" fmla="*/ 48 w 217"/>
                <a:gd name="T3" fmla="*/ 73 h 177"/>
                <a:gd name="T4" fmla="*/ 41 w 217"/>
                <a:gd name="T5" fmla="*/ 35 h 177"/>
                <a:gd name="T6" fmla="*/ 35 w 217"/>
                <a:gd name="T7" fmla="*/ 21 h 177"/>
                <a:gd name="T8" fmla="*/ 35 w 217"/>
                <a:gd name="T9" fmla="*/ 21 h 177"/>
                <a:gd name="T10" fmla="*/ 26 w 217"/>
                <a:gd name="T11" fmla="*/ 8 h 177"/>
                <a:gd name="T12" fmla="*/ 0 w 217"/>
                <a:gd name="T13" fmla="*/ 35 h 177"/>
                <a:gd name="T14" fmla="*/ 16 w 217"/>
                <a:gd name="T15" fmla="*/ 121 h 177"/>
                <a:gd name="T16" fmla="*/ 33 w 217"/>
                <a:gd name="T17" fmla="*/ 206 h 177"/>
                <a:gd name="T18" fmla="*/ 48 w 217"/>
                <a:gd name="T19" fmla="*/ 260 h 177"/>
                <a:gd name="T20" fmla="*/ 69 w 217"/>
                <a:gd name="T21" fmla="*/ 303 h 177"/>
                <a:gd name="T22" fmla="*/ 110 w 217"/>
                <a:gd name="T23" fmla="*/ 333 h 177"/>
                <a:gd name="T24" fmla="*/ 155 w 217"/>
                <a:gd name="T25" fmla="*/ 484 h 177"/>
                <a:gd name="T26" fmla="*/ 279 w 217"/>
                <a:gd name="T27" fmla="*/ 647 h 177"/>
                <a:gd name="T28" fmla="*/ 437 w 217"/>
                <a:gd name="T29" fmla="*/ 715 h 177"/>
                <a:gd name="T30" fmla="*/ 593 w 217"/>
                <a:gd name="T31" fmla="*/ 647 h 177"/>
                <a:gd name="T32" fmla="*/ 718 w 217"/>
                <a:gd name="T33" fmla="*/ 484 h 177"/>
                <a:gd name="T34" fmla="*/ 770 w 217"/>
                <a:gd name="T35" fmla="*/ 333 h 177"/>
                <a:gd name="T36" fmla="*/ 805 w 217"/>
                <a:gd name="T37" fmla="*/ 303 h 177"/>
                <a:gd name="T38" fmla="*/ 831 w 217"/>
                <a:gd name="T39" fmla="*/ 260 h 177"/>
                <a:gd name="T40" fmla="*/ 843 w 217"/>
                <a:gd name="T41" fmla="*/ 206 h 177"/>
                <a:gd name="T42" fmla="*/ 859 w 217"/>
                <a:gd name="T43" fmla="*/ 121 h 177"/>
                <a:gd name="T44" fmla="*/ 880 w 217"/>
                <a:gd name="T45" fmla="*/ 35 h 177"/>
                <a:gd name="T46" fmla="*/ 867 w 217"/>
                <a:gd name="T47" fmla="*/ 8 h 177"/>
                <a:gd name="T48" fmla="*/ 859 w 217"/>
                <a:gd name="T49" fmla="*/ 5 h 177"/>
                <a:gd name="T50" fmla="*/ 851 w 217"/>
                <a:gd name="T51" fmla="*/ 8 h 177"/>
                <a:gd name="T52" fmla="*/ 824 w 217"/>
                <a:gd name="T53" fmla="*/ 97 h 177"/>
                <a:gd name="T54" fmla="*/ 818 w 217"/>
                <a:gd name="T55" fmla="*/ 121 h 177"/>
                <a:gd name="T56" fmla="*/ 796 w 217"/>
                <a:gd name="T57" fmla="*/ 175 h 177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217" h="177">
                  <a:moveTo>
                    <a:pt x="17" y="39"/>
                  </a:moveTo>
                  <a:cubicBezTo>
                    <a:pt x="15" y="32"/>
                    <a:pt x="12" y="18"/>
                    <a:pt x="12" y="18"/>
                  </a:cubicBezTo>
                  <a:cubicBezTo>
                    <a:pt x="12" y="18"/>
                    <a:pt x="11" y="13"/>
                    <a:pt x="10" y="9"/>
                  </a:cubicBezTo>
                  <a:cubicBezTo>
                    <a:pt x="10" y="8"/>
                    <a:pt x="9" y="6"/>
                    <a:pt x="9" y="5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4"/>
                    <a:pt x="6" y="2"/>
                    <a:pt x="6" y="2"/>
                  </a:cubicBezTo>
                  <a:cubicBezTo>
                    <a:pt x="3" y="0"/>
                    <a:pt x="0" y="4"/>
                    <a:pt x="0" y="9"/>
                  </a:cubicBezTo>
                  <a:cubicBezTo>
                    <a:pt x="0" y="15"/>
                    <a:pt x="4" y="26"/>
                    <a:pt x="4" y="30"/>
                  </a:cubicBezTo>
                  <a:cubicBezTo>
                    <a:pt x="4" y="34"/>
                    <a:pt x="6" y="44"/>
                    <a:pt x="8" y="51"/>
                  </a:cubicBezTo>
                  <a:cubicBezTo>
                    <a:pt x="10" y="57"/>
                    <a:pt x="9" y="60"/>
                    <a:pt x="12" y="64"/>
                  </a:cubicBezTo>
                  <a:cubicBezTo>
                    <a:pt x="14" y="68"/>
                    <a:pt x="15" y="72"/>
                    <a:pt x="17" y="75"/>
                  </a:cubicBezTo>
                  <a:cubicBezTo>
                    <a:pt x="19" y="78"/>
                    <a:pt x="24" y="82"/>
                    <a:pt x="27" y="82"/>
                  </a:cubicBezTo>
                  <a:cubicBezTo>
                    <a:pt x="27" y="91"/>
                    <a:pt x="34" y="111"/>
                    <a:pt x="38" y="120"/>
                  </a:cubicBezTo>
                  <a:cubicBezTo>
                    <a:pt x="42" y="128"/>
                    <a:pt x="57" y="151"/>
                    <a:pt x="69" y="160"/>
                  </a:cubicBezTo>
                  <a:cubicBezTo>
                    <a:pt x="80" y="167"/>
                    <a:pt x="87" y="176"/>
                    <a:pt x="108" y="177"/>
                  </a:cubicBezTo>
                  <a:cubicBezTo>
                    <a:pt x="128" y="176"/>
                    <a:pt x="135" y="167"/>
                    <a:pt x="146" y="160"/>
                  </a:cubicBezTo>
                  <a:cubicBezTo>
                    <a:pt x="158" y="151"/>
                    <a:pt x="173" y="130"/>
                    <a:pt x="177" y="120"/>
                  </a:cubicBezTo>
                  <a:cubicBezTo>
                    <a:pt x="181" y="110"/>
                    <a:pt x="189" y="91"/>
                    <a:pt x="190" y="82"/>
                  </a:cubicBezTo>
                  <a:cubicBezTo>
                    <a:pt x="192" y="82"/>
                    <a:pt x="197" y="78"/>
                    <a:pt x="199" y="75"/>
                  </a:cubicBezTo>
                  <a:cubicBezTo>
                    <a:pt x="202" y="72"/>
                    <a:pt x="202" y="68"/>
                    <a:pt x="205" y="64"/>
                  </a:cubicBezTo>
                  <a:cubicBezTo>
                    <a:pt x="207" y="60"/>
                    <a:pt x="206" y="57"/>
                    <a:pt x="208" y="51"/>
                  </a:cubicBezTo>
                  <a:cubicBezTo>
                    <a:pt x="211" y="44"/>
                    <a:pt x="212" y="34"/>
                    <a:pt x="212" y="30"/>
                  </a:cubicBezTo>
                  <a:cubicBezTo>
                    <a:pt x="212" y="26"/>
                    <a:pt x="217" y="15"/>
                    <a:pt x="217" y="9"/>
                  </a:cubicBezTo>
                  <a:cubicBezTo>
                    <a:pt x="217" y="6"/>
                    <a:pt x="215" y="3"/>
                    <a:pt x="214" y="2"/>
                  </a:cubicBezTo>
                  <a:cubicBezTo>
                    <a:pt x="213" y="2"/>
                    <a:pt x="213" y="2"/>
                    <a:pt x="212" y="1"/>
                  </a:cubicBezTo>
                  <a:cubicBezTo>
                    <a:pt x="212" y="1"/>
                    <a:pt x="211" y="1"/>
                    <a:pt x="210" y="2"/>
                  </a:cubicBezTo>
                  <a:cubicBezTo>
                    <a:pt x="203" y="24"/>
                    <a:pt x="203" y="24"/>
                    <a:pt x="203" y="24"/>
                  </a:cubicBezTo>
                  <a:cubicBezTo>
                    <a:pt x="202" y="30"/>
                    <a:pt x="202" y="30"/>
                    <a:pt x="202" y="30"/>
                  </a:cubicBezTo>
                  <a:cubicBezTo>
                    <a:pt x="201" y="36"/>
                    <a:pt x="196" y="43"/>
                    <a:pt x="196" y="43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637" name="Freeform 125">
              <a:extLst>
                <a:ext uri="{FF2B5EF4-FFF2-40B4-BE49-F238E27FC236}">
                  <a16:creationId xmlns:a16="http://schemas.microsoft.com/office/drawing/2014/main" id="{3F7C17F6-61D7-4220-837D-23D4D93DCB8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9" y="1083"/>
              <a:ext cx="110" cy="45"/>
            </a:xfrm>
            <a:custGeom>
              <a:avLst/>
              <a:gdLst>
                <a:gd name="T0" fmla="*/ 0 w 69"/>
                <a:gd name="T1" fmla="*/ 42 h 28"/>
                <a:gd name="T2" fmla="*/ 56 w 69"/>
                <a:gd name="T3" fmla="*/ 26 h 28"/>
                <a:gd name="T4" fmla="*/ 124 w 69"/>
                <a:gd name="T5" fmla="*/ 13 h 28"/>
                <a:gd name="T6" fmla="*/ 142 w 69"/>
                <a:gd name="T7" fmla="*/ 21 h 28"/>
                <a:gd name="T8" fmla="*/ 163 w 69"/>
                <a:gd name="T9" fmla="*/ 13 h 28"/>
                <a:gd name="T10" fmla="*/ 204 w 69"/>
                <a:gd name="T11" fmla="*/ 13 h 28"/>
                <a:gd name="T12" fmla="*/ 279 w 69"/>
                <a:gd name="T13" fmla="*/ 37 h 28"/>
                <a:gd name="T14" fmla="*/ 244 w 69"/>
                <a:gd name="T15" fmla="*/ 80 h 28"/>
                <a:gd name="T16" fmla="*/ 150 w 69"/>
                <a:gd name="T17" fmla="*/ 111 h 28"/>
                <a:gd name="T18" fmla="*/ 69 w 69"/>
                <a:gd name="T19" fmla="*/ 101 h 28"/>
                <a:gd name="T20" fmla="*/ 0 w 69"/>
                <a:gd name="T21" fmla="*/ 42 h 2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9" h="28">
                  <a:moveTo>
                    <a:pt x="0" y="10"/>
                  </a:moveTo>
                  <a:cubicBezTo>
                    <a:pt x="0" y="10"/>
                    <a:pt x="5" y="13"/>
                    <a:pt x="14" y="6"/>
                  </a:cubicBezTo>
                  <a:cubicBezTo>
                    <a:pt x="19" y="3"/>
                    <a:pt x="26" y="0"/>
                    <a:pt x="31" y="3"/>
                  </a:cubicBezTo>
                  <a:cubicBezTo>
                    <a:pt x="36" y="5"/>
                    <a:pt x="35" y="5"/>
                    <a:pt x="35" y="5"/>
                  </a:cubicBezTo>
                  <a:cubicBezTo>
                    <a:pt x="35" y="5"/>
                    <a:pt x="37" y="3"/>
                    <a:pt x="40" y="3"/>
                  </a:cubicBezTo>
                  <a:cubicBezTo>
                    <a:pt x="44" y="2"/>
                    <a:pt x="47" y="2"/>
                    <a:pt x="50" y="3"/>
                  </a:cubicBezTo>
                  <a:cubicBezTo>
                    <a:pt x="53" y="5"/>
                    <a:pt x="60" y="11"/>
                    <a:pt x="69" y="9"/>
                  </a:cubicBezTo>
                  <a:cubicBezTo>
                    <a:pt x="69" y="9"/>
                    <a:pt x="66" y="14"/>
                    <a:pt x="60" y="19"/>
                  </a:cubicBezTo>
                  <a:cubicBezTo>
                    <a:pt x="53" y="25"/>
                    <a:pt x="43" y="27"/>
                    <a:pt x="37" y="27"/>
                  </a:cubicBezTo>
                  <a:cubicBezTo>
                    <a:pt x="30" y="28"/>
                    <a:pt x="21" y="25"/>
                    <a:pt x="17" y="24"/>
                  </a:cubicBezTo>
                  <a:cubicBezTo>
                    <a:pt x="8" y="19"/>
                    <a:pt x="6" y="13"/>
                    <a:pt x="0" y="10"/>
                  </a:cubicBezTo>
                  <a:close/>
                </a:path>
              </a:pathLst>
            </a:custGeom>
            <a:solidFill>
              <a:srgbClr val="C17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638" name="Freeform 126">
              <a:extLst>
                <a:ext uri="{FF2B5EF4-FFF2-40B4-BE49-F238E27FC236}">
                  <a16:creationId xmlns:a16="http://schemas.microsoft.com/office/drawing/2014/main" id="{829BDFD5-7BC1-4571-ADAE-7AED7B61412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8" y="1077"/>
              <a:ext cx="113" cy="32"/>
            </a:xfrm>
            <a:custGeom>
              <a:avLst/>
              <a:gdLst>
                <a:gd name="T0" fmla="*/ 145 w 71"/>
                <a:gd name="T1" fmla="*/ 35 h 20"/>
                <a:gd name="T2" fmla="*/ 286 w 71"/>
                <a:gd name="T3" fmla="*/ 54 h 20"/>
                <a:gd name="T4" fmla="*/ 253 w 71"/>
                <a:gd name="T5" fmla="*/ 54 h 20"/>
                <a:gd name="T6" fmla="*/ 218 w 71"/>
                <a:gd name="T7" fmla="*/ 34 h 20"/>
                <a:gd name="T8" fmla="*/ 145 w 71"/>
                <a:gd name="T9" fmla="*/ 34 h 20"/>
                <a:gd name="T10" fmla="*/ 145 w 71"/>
                <a:gd name="T11" fmla="*/ 34 h 20"/>
                <a:gd name="T12" fmla="*/ 76 w 71"/>
                <a:gd name="T13" fmla="*/ 34 h 20"/>
                <a:gd name="T14" fmla="*/ 35 w 71"/>
                <a:gd name="T15" fmla="*/ 48 h 20"/>
                <a:gd name="T16" fmla="*/ 0 w 71"/>
                <a:gd name="T17" fmla="*/ 54 h 20"/>
                <a:gd name="T18" fmla="*/ 145 w 71"/>
                <a:gd name="T19" fmla="*/ 35 h 2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1" h="20">
                  <a:moveTo>
                    <a:pt x="36" y="9"/>
                  </a:moveTo>
                  <a:cubicBezTo>
                    <a:pt x="48" y="0"/>
                    <a:pt x="58" y="19"/>
                    <a:pt x="71" y="13"/>
                  </a:cubicBezTo>
                  <a:cubicBezTo>
                    <a:pt x="68" y="13"/>
                    <a:pt x="66" y="14"/>
                    <a:pt x="63" y="13"/>
                  </a:cubicBezTo>
                  <a:cubicBezTo>
                    <a:pt x="60" y="11"/>
                    <a:pt x="57" y="10"/>
                    <a:pt x="54" y="8"/>
                  </a:cubicBezTo>
                  <a:cubicBezTo>
                    <a:pt x="47" y="5"/>
                    <a:pt x="43" y="5"/>
                    <a:pt x="36" y="8"/>
                  </a:cubicBezTo>
                  <a:cubicBezTo>
                    <a:pt x="36" y="8"/>
                    <a:pt x="36" y="8"/>
                    <a:pt x="36" y="8"/>
                  </a:cubicBezTo>
                  <a:cubicBezTo>
                    <a:pt x="30" y="5"/>
                    <a:pt x="26" y="5"/>
                    <a:pt x="19" y="8"/>
                  </a:cubicBezTo>
                  <a:cubicBezTo>
                    <a:pt x="16" y="9"/>
                    <a:pt x="12" y="10"/>
                    <a:pt x="9" y="12"/>
                  </a:cubicBezTo>
                  <a:cubicBezTo>
                    <a:pt x="7" y="14"/>
                    <a:pt x="3" y="14"/>
                    <a:pt x="0" y="13"/>
                  </a:cubicBezTo>
                  <a:cubicBezTo>
                    <a:pt x="10" y="20"/>
                    <a:pt x="24" y="0"/>
                    <a:pt x="36" y="9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639" name="Freeform 127">
              <a:extLst>
                <a:ext uri="{FF2B5EF4-FFF2-40B4-BE49-F238E27FC236}">
                  <a16:creationId xmlns:a16="http://schemas.microsoft.com/office/drawing/2014/main" id="{B091102D-0FEE-4581-9446-F9860A44B8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9" y="1107"/>
              <a:ext cx="91" cy="48"/>
            </a:xfrm>
            <a:custGeom>
              <a:avLst/>
              <a:gdLst>
                <a:gd name="T0" fmla="*/ 0 w 57"/>
                <a:gd name="T1" fmla="*/ 0 h 30"/>
                <a:gd name="T2" fmla="*/ 231 w 57"/>
                <a:gd name="T3" fmla="*/ 5 h 30"/>
                <a:gd name="T4" fmla="*/ 0 w 57"/>
                <a:gd name="T5" fmla="*/ 0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7" h="30">
                  <a:moveTo>
                    <a:pt x="0" y="0"/>
                  </a:moveTo>
                  <a:cubicBezTo>
                    <a:pt x="0" y="0"/>
                    <a:pt x="29" y="26"/>
                    <a:pt x="57" y="1"/>
                  </a:cubicBezTo>
                  <a:cubicBezTo>
                    <a:pt x="57" y="1"/>
                    <a:pt x="32" y="3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640" name="Freeform 128">
              <a:extLst>
                <a:ext uri="{FF2B5EF4-FFF2-40B4-BE49-F238E27FC236}">
                  <a16:creationId xmlns:a16="http://schemas.microsoft.com/office/drawing/2014/main" id="{BECFA981-2D43-400E-82EB-AC3B9B7529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7" y="1101"/>
              <a:ext cx="94" cy="13"/>
            </a:xfrm>
            <a:custGeom>
              <a:avLst/>
              <a:gdLst>
                <a:gd name="T0" fmla="*/ 0 w 59"/>
                <a:gd name="T1" fmla="*/ 0 h 8"/>
                <a:gd name="T2" fmla="*/ 239 w 59"/>
                <a:gd name="T3" fmla="*/ 0 h 8"/>
                <a:gd name="T4" fmla="*/ 0 w 59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9" h="8">
                  <a:moveTo>
                    <a:pt x="0" y="0"/>
                  </a:moveTo>
                  <a:cubicBezTo>
                    <a:pt x="0" y="0"/>
                    <a:pt x="34" y="6"/>
                    <a:pt x="59" y="0"/>
                  </a:cubicBezTo>
                  <a:cubicBezTo>
                    <a:pt x="59" y="0"/>
                    <a:pt x="39" y="8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641" name="Freeform 129">
              <a:extLst>
                <a:ext uri="{FF2B5EF4-FFF2-40B4-BE49-F238E27FC236}">
                  <a16:creationId xmlns:a16="http://schemas.microsoft.com/office/drawing/2014/main" id="{7072280E-36A6-494A-882A-B74198B3659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4" y="1012"/>
              <a:ext cx="113" cy="162"/>
            </a:xfrm>
            <a:custGeom>
              <a:avLst/>
              <a:gdLst>
                <a:gd name="T0" fmla="*/ 286 w 71"/>
                <a:gd name="T1" fmla="*/ 0 h 102"/>
                <a:gd name="T2" fmla="*/ 121 w 71"/>
                <a:gd name="T3" fmla="*/ 335 h 102"/>
                <a:gd name="T4" fmla="*/ 0 w 71"/>
                <a:gd name="T5" fmla="*/ 408 h 102"/>
                <a:gd name="T6" fmla="*/ 164 w 71"/>
                <a:gd name="T7" fmla="*/ 260 h 102"/>
                <a:gd name="T8" fmla="*/ 286 w 71"/>
                <a:gd name="T9" fmla="*/ 0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1" h="102">
                  <a:moveTo>
                    <a:pt x="71" y="0"/>
                  </a:moveTo>
                  <a:cubicBezTo>
                    <a:pt x="71" y="0"/>
                    <a:pt x="68" y="45"/>
                    <a:pt x="30" y="84"/>
                  </a:cubicBezTo>
                  <a:cubicBezTo>
                    <a:pt x="30" y="84"/>
                    <a:pt x="10" y="99"/>
                    <a:pt x="0" y="102"/>
                  </a:cubicBezTo>
                  <a:cubicBezTo>
                    <a:pt x="0" y="102"/>
                    <a:pt x="26" y="87"/>
                    <a:pt x="41" y="65"/>
                  </a:cubicBezTo>
                  <a:cubicBezTo>
                    <a:pt x="56" y="42"/>
                    <a:pt x="69" y="15"/>
                    <a:pt x="71" y="0"/>
                  </a:cubicBezTo>
                  <a:close/>
                </a:path>
              </a:pathLst>
            </a:custGeom>
            <a:solidFill>
              <a:srgbClr val="8E4C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642" name="Freeform 130">
              <a:extLst>
                <a:ext uri="{FF2B5EF4-FFF2-40B4-BE49-F238E27FC236}">
                  <a16:creationId xmlns:a16="http://schemas.microsoft.com/office/drawing/2014/main" id="{955FB56F-E5C7-42F4-9FBA-90AAF49C76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7" y="1016"/>
              <a:ext cx="24" cy="74"/>
            </a:xfrm>
            <a:custGeom>
              <a:avLst/>
              <a:gdLst>
                <a:gd name="T0" fmla="*/ 21 w 15"/>
                <a:gd name="T1" fmla="*/ 34 h 46"/>
                <a:gd name="T2" fmla="*/ 29 w 15"/>
                <a:gd name="T3" fmla="*/ 69 h 46"/>
                <a:gd name="T4" fmla="*/ 35 w 15"/>
                <a:gd name="T5" fmla="*/ 103 h 46"/>
                <a:gd name="T6" fmla="*/ 48 w 15"/>
                <a:gd name="T7" fmla="*/ 156 h 46"/>
                <a:gd name="T8" fmla="*/ 61 w 15"/>
                <a:gd name="T9" fmla="*/ 191 h 46"/>
                <a:gd name="T10" fmla="*/ 29 w 15"/>
                <a:gd name="T11" fmla="*/ 124 h 46"/>
                <a:gd name="T12" fmla="*/ 16 w 15"/>
                <a:gd name="T13" fmla="*/ 97 h 46"/>
                <a:gd name="T14" fmla="*/ 8 w 15"/>
                <a:gd name="T15" fmla="*/ 42 h 46"/>
                <a:gd name="T16" fmla="*/ 8 w 15"/>
                <a:gd name="T17" fmla="*/ 0 h 4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5" h="46">
                  <a:moveTo>
                    <a:pt x="5" y="8"/>
                  </a:moveTo>
                  <a:cubicBezTo>
                    <a:pt x="6" y="11"/>
                    <a:pt x="7" y="14"/>
                    <a:pt x="7" y="17"/>
                  </a:cubicBezTo>
                  <a:cubicBezTo>
                    <a:pt x="8" y="20"/>
                    <a:pt x="8" y="22"/>
                    <a:pt x="9" y="25"/>
                  </a:cubicBezTo>
                  <a:cubicBezTo>
                    <a:pt x="10" y="29"/>
                    <a:pt x="11" y="33"/>
                    <a:pt x="12" y="37"/>
                  </a:cubicBezTo>
                  <a:cubicBezTo>
                    <a:pt x="13" y="40"/>
                    <a:pt x="14" y="43"/>
                    <a:pt x="15" y="46"/>
                  </a:cubicBezTo>
                  <a:cubicBezTo>
                    <a:pt x="10" y="42"/>
                    <a:pt x="8" y="36"/>
                    <a:pt x="7" y="30"/>
                  </a:cubicBezTo>
                  <a:cubicBezTo>
                    <a:pt x="6" y="28"/>
                    <a:pt x="5" y="26"/>
                    <a:pt x="4" y="23"/>
                  </a:cubicBezTo>
                  <a:cubicBezTo>
                    <a:pt x="3" y="19"/>
                    <a:pt x="2" y="15"/>
                    <a:pt x="2" y="10"/>
                  </a:cubicBezTo>
                  <a:cubicBezTo>
                    <a:pt x="1" y="7"/>
                    <a:pt x="0" y="3"/>
                    <a:pt x="2" y="0"/>
                  </a:cubicBezTo>
                </a:path>
              </a:pathLst>
            </a:custGeom>
            <a:solidFill>
              <a:srgbClr val="C17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643" name="Freeform 131">
              <a:extLst>
                <a:ext uri="{FF2B5EF4-FFF2-40B4-BE49-F238E27FC236}">
                  <a16:creationId xmlns:a16="http://schemas.microsoft.com/office/drawing/2014/main" id="{01D9C630-6514-4909-91E0-19B8E09195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2" y="935"/>
              <a:ext cx="8" cy="50"/>
            </a:xfrm>
            <a:custGeom>
              <a:avLst/>
              <a:gdLst>
                <a:gd name="T0" fmla="*/ 8 w 5"/>
                <a:gd name="T1" fmla="*/ 5 h 31"/>
                <a:gd name="T2" fmla="*/ 5 w 5"/>
                <a:gd name="T3" fmla="*/ 60 h 31"/>
                <a:gd name="T4" fmla="*/ 21 w 5"/>
                <a:gd name="T5" fmla="*/ 131 h 31"/>
                <a:gd name="T6" fmla="*/ 13 w 5"/>
                <a:gd name="T7" fmla="*/ 89 h 31"/>
                <a:gd name="T8" fmla="*/ 8 w 5"/>
                <a:gd name="T9" fmla="*/ 55 h 31"/>
                <a:gd name="T10" fmla="*/ 8 w 5"/>
                <a:gd name="T11" fmla="*/ 0 h 3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" h="31">
                  <a:moveTo>
                    <a:pt x="2" y="1"/>
                  </a:moveTo>
                  <a:cubicBezTo>
                    <a:pt x="0" y="4"/>
                    <a:pt x="0" y="10"/>
                    <a:pt x="1" y="14"/>
                  </a:cubicBezTo>
                  <a:cubicBezTo>
                    <a:pt x="1" y="20"/>
                    <a:pt x="3" y="25"/>
                    <a:pt x="5" y="31"/>
                  </a:cubicBezTo>
                  <a:cubicBezTo>
                    <a:pt x="4" y="28"/>
                    <a:pt x="4" y="24"/>
                    <a:pt x="3" y="21"/>
                  </a:cubicBezTo>
                  <a:cubicBezTo>
                    <a:pt x="2" y="18"/>
                    <a:pt x="2" y="16"/>
                    <a:pt x="2" y="13"/>
                  </a:cubicBezTo>
                  <a:cubicBezTo>
                    <a:pt x="1" y="9"/>
                    <a:pt x="1" y="4"/>
                    <a:pt x="2" y="0"/>
                  </a:cubicBezTo>
                </a:path>
              </a:pathLst>
            </a:custGeom>
            <a:solidFill>
              <a:srgbClr val="C17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644" name="Freeform 132">
              <a:extLst>
                <a:ext uri="{FF2B5EF4-FFF2-40B4-BE49-F238E27FC236}">
                  <a16:creationId xmlns:a16="http://schemas.microsoft.com/office/drawing/2014/main" id="{389EF660-1CE1-4ABB-8483-1D0AAC7DA74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5" y="996"/>
              <a:ext cx="18" cy="27"/>
            </a:xfrm>
            <a:custGeom>
              <a:avLst/>
              <a:gdLst>
                <a:gd name="T0" fmla="*/ 0 w 11"/>
                <a:gd name="T1" fmla="*/ 5 h 17"/>
                <a:gd name="T2" fmla="*/ 26 w 11"/>
                <a:gd name="T3" fmla="*/ 48 h 17"/>
                <a:gd name="T4" fmla="*/ 47 w 11"/>
                <a:gd name="T5" fmla="*/ 68 h 17"/>
                <a:gd name="T6" fmla="*/ 29 w 11"/>
                <a:gd name="T7" fmla="*/ 27 h 17"/>
                <a:gd name="T8" fmla="*/ 0 w 11"/>
                <a:gd name="T9" fmla="*/ 0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7">
                  <a:moveTo>
                    <a:pt x="0" y="1"/>
                  </a:moveTo>
                  <a:cubicBezTo>
                    <a:pt x="3" y="4"/>
                    <a:pt x="4" y="9"/>
                    <a:pt x="6" y="12"/>
                  </a:cubicBezTo>
                  <a:cubicBezTo>
                    <a:pt x="7" y="14"/>
                    <a:pt x="9" y="16"/>
                    <a:pt x="11" y="17"/>
                  </a:cubicBezTo>
                  <a:cubicBezTo>
                    <a:pt x="9" y="14"/>
                    <a:pt x="8" y="10"/>
                    <a:pt x="7" y="7"/>
                  </a:cubicBezTo>
                  <a:cubicBezTo>
                    <a:pt x="4" y="6"/>
                    <a:pt x="1" y="2"/>
                    <a:pt x="0" y="0"/>
                  </a:cubicBezTo>
                </a:path>
              </a:pathLst>
            </a:custGeom>
            <a:solidFill>
              <a:srgbClr val="C17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645" name="Freeform 133">
              <a:extLst>
                <a:ext uri="{FF2B5EF4-FFF2-40B4-BE49-F238E27FC236}">
                  <a16:creationId xmlns:a16="http://schemas.microsoft.com/office/drawing/2014/main" id="{B4D1EDF8-E154-4D6D-A4B1-53EA9427D6F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6" y="1012"/>
              <a:ext cx="9" cy="49"/>
            </a:xfrm>
            <a:custGeom>
              <a:avLst/>
              <a:gdLst>
                <a:gd name="T0" fmla="*/ 21 w 6"/>
                <a:gd name="T1" fmla="*/ 122 h 31"/>
                <a:gd name="T2" fmla="*/ 5 w 6"/>
                <a:gd name="T3" fmla="*/ 63 h 31"/>
                <a:gd name="T4" fmla="*/ 21 w 6"/>
                <a:gd name="T5" fmla="*/ 0 h 31"/>
                <a:gd name="T6" fmla="*/ 18 w 6"/>
                <a:gd name="T7" fmla="*/ 117 h 31"/>
                <a:gd name="T8" fmla="*/ 18 w 6"/>
                <a:gd name="T9" fmla="*/ 117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31">
                  <a:moveTo>
                    <a:pt x="6" y="31"/>
                  </a:moveTo>
                  <a:cubicBezTo>
                    <a:pt x="2" y="27"/>
                    <a:pt x="0" y="21"/>
                    <a:pt x="1" y="16"/>
                  </a:cubicBezTo>
                  <a:cubicBezTo>
                    <a:pt x="3" y="10"/>
                    <a:pt x="5" y="5"/>
                    <a:pt x="6" y="0"/>
                  </a:cubicBezTo>
                  <a:cubicBezTo>
                    <a:pt x="6" y="10"/>
                    <a:pt x="1" y="20"/>
                    <a:pt x="5" y="30"/>
                  </a:cubicBezTo>
                  <a:cubicBezTo>
                    <a:pt x="5" y="30"/>
                    <a:pt x="5" y="30"/>
                    <a:pt x="5" y="30"/>
                  </a:cubicBezTo>
                </a:path>
              </a:pathLst>
            </a:custGeom>
            <a:solidFill>
              <a:srgbClr val="C17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646" name="Freeform 134">
              <a:extLst>
                <a:ext uri="{FF2B5EF4-FFF2-40B4-BE49-F238E27FC236}">
                  <a16:creationId xmlns:a16="http://schemas.microsoft.com/office/drawing/2014/main" id="{695A5B55-1B89-4CAE-AC20-4B2309D3AC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9" y="951"/>
              <a:ext cx="21" cy="80"/>
            </a:xfrm>
            <a:custGeom>
              <a:avLst/>
              <a:gdLst>
                <a:gd name="T0" fmla="*/ 0 w 13"/>
                <a:gd name="T1" fmla="*/ 0 h 50"/>
                <a:gd name="T2" fmla="*/ 21 w 13"/>
                <a:gd name="T3" fmla="*/ 205 h 50"/>
                <a:gd name="T4" fmla="*/ 0 w 13"/>
                <a:gd name="T5" fmla="*/ 0 h 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50">
                  <a:moveTo>
                    <a:pt x="0" y="0"/>
                  </a:moveTo>
                  <a:cubicBezTo>
                    <a:pt x="0" y="0"/>
                    <a:pt x="10" y="10"/>
                    <a:pt x="5" y="50"/>
                  </a:cubicBezTo>
                  <a:cubicBezTo>
                    <a:pt x="5" y="50"/>
                    <a:pt x="13" y="1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647" name="Freeform 135">
              <a:extLst>
                <a:ext uri="{FF2B5EF4-FFF2-40B4-BE49-F238E27FC236}">
                  <a16:creationId xmlns:a16="http://schemas.microsoft.com/office/drawing/2014/main" id="{0AE17D25-76DD-4B0A-A1B9-4B2407428B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4" y="739"/>
              <a:ext cx="117" cy="308"/>
            </a:xfrm>
            <a:custGeom>
              <a:avLst/>
              <a:gdLst>
                <a:gd name="T0" fmla="*/ 8 w 73"/>
                <a:gd name="T1" fmla="*/ 5 h 193"/>
                <a:gd name="T2" fmla="*/ 115 w 73"/>
                <a:gd name="T3" fmla="*/ 13 h 193"/>
                <a:gd name="T4" fmla="*/ 223 w 73"/>
                <a:gd name="T5" fmla="*/ 89 h 193"/>
                <a:gd name="T6" fmla="*/ 192 w 73"/>
                <a:gd name="T7" fmla="*/ 69 h 193"/>
                <a:gd name="T8" fmla="*/ 247 w 73"/>
                <a:gd name="T9" fmla="*/ 137 h 193"/>
                <a:gd name="T10" fmla="*/ 288 w 73"/>
                <a:gd name="T11" fmla="*/ 252 h 193"/>
                <a:gd name="T12" fmla="*/ 272 w 73"/>
                <a:gd name="T13" fmla="*/ 236 h 193"/>
                <a:gd name="T14" fmla="*/ 288 w 73"/>
                <a:gd name="T15" fmla="*/ 397 h 193"/>
                <a:gd name="T16" fmla="*/ 272 w 73"/>
                <a:gd name="T17" fmla="*/ 538 h 193"/>
                <a:gd name="T18" fmla="*/ 231 w 73"/>
                <a:gd name="T19" fmla="*/ 654 h 193"/>
                <a:gd name="T20" fmla="*/ 218 w 73"/>
                <a:gd name="T21" fmla="*/ 785 h 193"/>
                <a:gd name="T22" fmla="*/ 205 w 73"/>
                <a:gd name="T23" fmla="*/ 718 h 193"/>
                <a:gd name="T24" fmla="*/ 197 w 73"/>
                <a:gd name="T25" fmla="*/ 739 h 193"/>
                <a:gd name="T26" fmla="*/ 226 w 73"/>
                <a:gd name="T27" fmla="*/ 539 h 193"/>
                <a:gd name="T28" fmla="*/ 255 w 73"/>
                <a:gd name="T29" fmla="*/ 349 h 193"/>
                <a:gd name="T30" fmla="*/ 239 w 73"/>
                <a:gd name="T31" fmla="*/ 388 h 193"/>
                <a:gd name="T32" fmla="*/ 231 w 73"/>
                <a:gd name="T33" fmla="*/ 294 h 193"/>
                <a:gd name="T34" fmla="*/ 183 w 73"/>
                <a:gd name="T35" fmla="*/ 158 h 193"/>
                <a:gd name="T36" fmla="*/ 82 w 73"/>
                <a:gd name="T37" fmla="*/ 81 h 193"/>
                <a:gd name="T38" fmla="*/ 0 w 73"/>
                <a:gd name="T39" fmla="*/ 29 h 193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73" h="193">
                  <a:moveTo>
                    <a:pt x="2" y="1"/>
                  </a:moveTo>
                  <a:cubicBezTo>
                    <a:pt x="11" y="4"/>
                    <a:pt x="20" y="0"/>
                    <a:pt x="28" y="3"/>
                  </a:cubicBezTo>
                  <a:cubicBezTo>
                    <a:pt x="38" y="7"/>
                    <a:pt x="47" y="14"/>
                    <a:pt x="54" y="22"/>
                  </a:cubicBezTo>
                  <a:cubicBezTo>
                    <a:pt x="51" y="21"/>
                    <a:pt x="49" y="19"/>
                    <a:pt x="47" y="17"/>
                  </a:cubicBezTo>
                  <a:cubicBezTo>
                    <a:pt x="51" y="23"/>
                    <a:pt x="56" y="28"/>
                    <a:pt x="60" y="34"/>
                  </a:cubicBezTo>
                  <a:cubicBezTo>
                    <a:pt x="65" y="43"/>
                    <a:pt x="67" y="52"/>
                    <a:pt x="70" y="62"/>
                  </a:cubicBezTo>
                  <a:cubicBezTo>
                    <a:pt x="69" y="60"/>
                    <a:pt x="67" y="59"/>
                    <a:pt x="66" y="58"/>
                  </a:cubicBezTo>
                  <a:cubicBezTo>
                    <a:pt x="73" y="64"/>
                    <a:pt x="71" y="90"/>
                    <a:pt x="70" y="98"/>
                  </a:cubicBezTo>
                  <a:cubicBezTo>
                    <a:pt x="70" y="110"/>
                    <a:pt x="69" y="121"/>
                    <a:pt x="66" y="132"/>
                  </a:cubicBezTo>
                  <a:cubicBezTo>
                    <a:pt x="64" y="142"/>
                    <a:pt x="58" y="151"/>
                    <a:pt x="56" y="161"/>
                  </a:cubicBezTo>
                  <a:cubicBezTo>
                    <a:pt x="53" y="171"/>
                    <a:pt x="53" y="183"/>
                    <a:pt x="53" y="193"/>
                  </a:cubicBezTo>
                  <a:cubicBezTo>
                    <a:pt x="52" y="189"/>
                    <a:pt x="51" y="182"/>
                    <a:pt x="50" y="177"/>
                  </a:cubicBezTo>
                  <a:cubicBezTo>
                    <a:pt x="49" y="179"/>
                    <a:pt x="48" y="181"/>
                    <a:pt x="48" y="182"/>
                  </a:cubicBezTo>
                  <a:cubicBezTo>
                    <a:pt x="41" y="170"/>
                    <a:pt x="52" y="145"/>
                    <a:pt x="55" y="133"/>
                  </a:cubicBezTo>
                  <a:cubicBezTo>
                    <a:pt x="59" y="118"/>
                    <a:pt x="61" y="102"/>
                    <a:pt x="62" y="86"/>
                  </a:cubicBezTo>
                  <a:cubicBezTo>
                    <a:pt x="60" y="89"/>
                    <a:pt x="59" y="92"/>
                    <a:pt x="58" y="95"/>
                  </a:cubicBezTo>
                  <a:cubicBezTo>
                    <a:pt x="55" y="90"/>
                    <a:pt x="57" y="78"/>
                    <a:pt x="56" y="72"/>
                  </a:cubicBezTo>
                  <a:cubicBezTo>
                    <a:pt x="54" y="60"/>
                    <a:pt x="51" y="49"/>
                    <a:pt x="44" y="39"/>
                  </a:cubicBezTo>
                  <a:cubicBezTo>
                    <a:pt x="38" y="30"/>
                    <a:pt x="30" y="24"/>
                    <a:pt x="20" y="20"/>
                  </a:cubicBezTo>
                  <a:cubicBezTo>
                    <a:pt x="12" y="17"/>
                    <a:pt x="8" y="12"/>
                    <a:pt x="0" y="7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648" name="Freeform 136">
              <a:extLst>
                <a:ext uri="{FF2B5EF4-FFF2-40B4-BE49-F238E27FC236}">
                  <a16:creationId xmlns:a16="http://schemas.microsoft.com/office/drawing/2014/main" id="{BFB938E0-5081-45DF-ABD4-FBB7F851EBF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1" y="747"/>
              <a:ext cx="99" cy="220"/>
            </a:xfrm>
            <a:custGeom>
              <a:avLst/>
              <a:gdLst>
                <a:gd name="T0" fmla="*/ 16 w 62"/>
                <a:gd name="T1" fmla="*/ 110 h 138"/>
                <a:gd name="T2" fmla="*/ 123 w 62"/>
                <a:gd name="T3" fmla="*/ 231 h 138"/>
                <a:gd name="T4" fmla="*/ 179 w 62"/>
                <a:gd name="T5" fmla="*/ 384 h 138"/>
                <a:gd name="T6" fmla="*/ 187 w 62"/>
                <a:gd name="T7" fmla="*/ 368 h 138"/>
                <a:gd name="T8" fmla="*/ 200 w 62"/>
                <a:gd name="T9" fmla="*/ 560 h 138"/>
                <a:gd name="T10" fmla="*/ 240 w 62"/>
                <a:gd name="T11" fmla="*/ 445 h 138"/>
                <a:gd name="T12" fmla="*/ 252 w 62"/>
                <a:gd name="T13" fmla="*/ 356 h 138"/>
                <a:gd name="T14" fmla="*/ 217 w 62"/>
                <a:gd name="T15" fmla="*/ 155 h 138"/>
                <a:gd name="T16" fmla="*/ 115 w 62"/>
                <a:gd name="T17" fmla="*/ 33 h 138"/>
                <a:gd name="T18" fmla="*/ 0 w 62"/>
                <a:gd name="T19" fmla="*/ 53 h 13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2" h="138">
                  <a:moveTo>
                    <a:pt x="4" y="27"/>
                  </a:moveTo>
                  <a:cubicBezTo>
                    <a:pt x="1" y="37"/>
                    <a:pt x="24" y="51"/>
                    <a:pt x="30" y="57"/>
                  </a:cubicBezTo>
                  <a:cubicBezTo>
                    <a:pt x="43" y="68"/>
                    <a:pt x="43" y="81"/>
                    <a:pt x="44" y="95"/>
                  </a:cubicBezTo>
                  <a:cubicBezTo>
                    <a:pt x="44" y="94"/>
                    <a:pt x="46" y="92"/>
                    <a:pt x="46" y="91"/>
                  </a:cubicBezTo>
                  <a:cubicBezTo>
                    <a:pt x="49" y="106"/>
                    <a:pt x="52" y="122"/>
                    <a:pt x="49" y="138"/>
                  </a:cubicBezTo>
                  <a:cubicBezTo>
                    <a:pt x="52" y="128"/>
                    <a:pt x="57" y="120"/>
                    <a:pt x="59" y="110"/>
                  </a:cubicBezTo>
                  <a:cubicBezTo>
                    <a:pt x="60" y="102"/>
                    <a:pt x="61" y="95"/>
                    <a:pt x="62" y="88"/>
                  </a:cubicBezTo>
                  <a:cubicBezTo>
                    <a:pt x="62" y="71"/>
                    <a:pt x="59" y="54"/>
                    <a:pt x="53" y="38"/>
                  </a:cubicBezTo>
                  <a:cubicBezTo>
                    <a:pt x="48" y="25"/>
                    <a:pt x="42" y="14"/>
                    <a:pt x="28" y="8"/>
                  </a:cubicBezTo>
                  <a:cubicBezTo>
                    <a:pt x="18" y="3"/>
                    <a:pt x="2" y="0"/>
                    <a:pt x="0" y="13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649" name="Freeform 137">
              <a:extLst>
                <a:ext uri="{FF2B5EF4-FFF2-40B4-BE49-F238E27FC236}">
                  <a16:creationId xmlns:a16="http://schemas.microsoft.com/office/drawing/2014/main" id="{9A622C03-7C41-4A08-8809-503245F5DE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5" y="779"/>
              <a:ext cx="112" cy="188"/>
            </a:xfrm>
            <a:custGeom>
              <a:avLst/>
              <a:gdLst>
                <a:gd name="T0" fmla="*/ 29 w 70"/>
                <a:gd name="T1" fmla="*/ 76 h 118"/>
                <a:gd name="T2" fmla="*/ 94 w 70"/>
                <a:gd name="T3" fmla="*/ 145 h 118"/>
                <a:gd name="T4" fmla="*/ 170 w 70"/>
                <a:gd name="T5" fmla="*/ 198 h 118"/>
                <a:gd name="T6" fmla="*/ 205 w 70"/>
                <a:gd name="T7" fmla="*/ 320 h 118"/>
                <a:gd name="T8" fmla="*/ 213 w 70"/>
                <a:gd name="T9" fmla="*/ 312 h 118"/>
                <a:gd name="T10" fmla="*/ 251 w 70"/>
                <a:gd name="T11" fmla="*/ 478 h 118"/>
                <a:gd name="T12" fmla="*/ 238 w 70"/>
                <a:gd name="T13" fmla="*/ 190 h 118"/>
                <a:gd name="T14" fmla="*/ 98 w 70"/>
                <a:gd name="T15" fmla="*/ 33 h 118"/>
                <a:gd name="T16" fmla="*/ 0 w 70"/>
                <a:gd name="T17" fmla="*/ 40 h 11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0" h="118">
                  <a:moveTo>
                    <a:pt x="7" y="19"/>
                  </a:moveTo>
                  <a:cubicBezTo>
                    <a:pt x="12" y="26"/>
                    <a:pt x="17" y="32"/>
                    <a:pt x="23" y="36"/>
                  </a:cubicBezTo>
                  <a:cubicBezTo>
                    <a:pt x="30" y="40"/>
                    <a:pt x="36" y="43"/>
                    <a:pt x="41" y="49"/>
                  </a:cubicBezTo>
                  <a:cubicBezTo>
                    <a:pt x="49" y="57"/>
                    <a:pt x="50" y="68"/>
                    <a:pt x="50" y="79"/>
                  </a:cubicBezTo>
                  <a:cubicBezTo>
                    <a:pt x="51" y="78"/>
                    <a:pt x="52" y="78"/>
                    <a:pt x="52" y="77"/>
                  </a:cubicBezTo>
                  <a:cubicBezTo>
                    <a:pt x="59" y="87"/>
                    <a:pt x="64" y="106"/>
                    <a:pt x="61" y="118"/>
                  </a:cubicBezTo>
                  <a:cubicBezTo>
                    <a:pt x="70" y="97"/>
                    <a:pt x="65" y="69"/>
                    <a:pt x="58" y="47"/>
                  </a:cubicBezTo>
                  <a:cubicBezTo>
                    <a:pt x="52" y="31"/>
                    <a:pt x="41" y="14"/>
                    <a:pt x="24" y="8"/>
                  </a:cubicBezTo>
                  <a:cubicBezTo>
                    <a:pt x="17" y="5"/>
                    <a:pt x="1" y="0"/>
                    <a:pt x="0" y="10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650" name="Freeform 138">
              <a:extLst>
                <a:ext uri="{FF2B5EF4-FFF2-40B4-BE49-F238E27FC236}">
                  <a16:creationId xmlns:a16="http://schemas.microsoft.com/office/drawing/2014/main" id="{F177F9BC-9BD3-453E-AD4A-B8DB555D47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7" y="781"/>
              <a:ext cx="112" cy="196"/>
            </a:xfrm>
            <a:custGeom>
              <a:avLst/>
              <a:gdLst>
                <a:gd name="T0" fmla="*/ 34 w 70"/>
                <a:gd name="T1" fmla="*/ 94 h 123"/>
                <a:gd name="T2" fmla="*/ 118 w 70"/>
                <a:gd name="T3" fmla="*/ 206 h 123"/>
                <a:gd name="T4" fmla="*/ 179 w 70"/>
                <a:gd name="T5" fmla="*/ 300 h 123"/>
                <a:gd name="T6" fmla="*/ 189 w 70"/>
                <a:gd name="T7" fmla="*/ 253 h 123"/>
                <a:gd name="T8" fmla="*/ 205 w 70"/>
                <a:gd name="T9" fmla="*/ 320 h 123"/>
                <a:gd name="T10" fmla="*/ 246 w 70"/>
                <a:gd name="T11" fmla="*/ 360 h 123"/>
                <a:gd name="T12" fmla="*/ 272 w 70"/>
                <a:gd name="T13" fmla="*/ 497 h 123"/>
                <a:gd name="T14" fmla="*/ 286 w 70"/>
                <a:gd name="T15" fmla="*/ 335 h 123"/>
                <a:gd name="T16" fmla="*/ 234 w 70"/>
                <a:gd name="T17" fmla="*/ 134 h 123"/>
                <a:gd name="T18" fmla="*/ 102 w 70"/>
                <a:gd name="T19" fmla="*/ 21 h 123"/>
                <a:gd name="T20" fmla="*/ 0 w 70"/>
                <a:gd name="T21" fmla="*/ 46 h 12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0" h="123">
                  <a:moveTo>
                    <a:pt x="8" y="23"/>
                  </a:moveTo>
                  <a:cubicBezTo>
                    <a:pt x="5" y="34"/>
                    <a:pt x="21" y="45"/>
                    <a:pt x="29" y="51"/>
                  </a:cubicBezTo>
                  <a:cubicBezTo>
                    <a:pt x="37" y="57"/>
                    <a:pt x="42" y="63"/>
                    <a:pt x="44" y="74"/>
                  </a:cubicBezTo>
                  <a:cubicBezTo>
                    <a:pt x="45" y="70"/>
                    <a:pt x="46" y="67"/>
                    <a:pt x="46" y="63"/>
                  </a:cubicBezTo>
                  <a:cubicBezTo>
                    <a:pt x="48" y="68"/>
                    <a:pt x="48" y="74"/>
                    <a:pt x="50" y="79"/>
                  </a:cubicBezTo>
                  <a:cubicBezTo>
                    <a:pt x="52" y="83"/>
                    <a:pt x="57" y="86"/>
                    <a:pt x="60" y="89"/>
                  </a:cubicBezTo>
                  <a:cubicBezTo>
                    <a:pt x="68" y="98"/>
                    <a:pt x="66" y="111"/>
                    <a:pt x="66" y="123"/>
                  </a:cubicBezTo>
                  <a:cubicBezTo>
                    <a:pt x="66" y="110"/>
                    <a:pt x="70" y="96"/>
                    <a:pt x="70" y="83"/>
                  </a:cubicBezTo>
                  <a:cubicBezTo>
                    <a:pt x="70" y="66"/>
                    <a:pt x="66" y="48"/>
                    <a:pt x="57" y="33"/>
                  </a:cubicBezTo>
                  <a:cubicBezTo>
                    <a:pt x="50" y="21"/>
                    <a:pt x="39" y="10"/>
                    <a:pt x="25" y="5"/>
                  </a:cubicBezTo>
                  <a:cubicBezTo>
                    <a:pt x="13" y="0"/>
                    <a:pt x="9" y="4"/>
                    <a:pt x="0" y="11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651" name="Freeform 139">
              <a:extLst>
                <a:ext uri="{FF2B5EF4-FFF2-40B4-BE49-F238E27FC236}">
                  <a16:creationId xmlns:a16="http://schemas.microsoft.com/office/drawing/2014/main" id="{A86E2897-8F49-4B05-9A7E-4916B8246B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2" y="728"/>
              <a:ext cx="93" cy="27"/>
            </a:xfrm>
            <a:custGeom>
              <a:avLst/>
              <a:gdLst>
                <a:gd name="T0" fmla="*/ 0 w 58"/>
                <a:gd name="T1" fmla="*/ 21 h 17"/>
                <a:gd name="T2" fmla="*/ 69 w 58"/>
                <a:gd name="T3" fmla="*/ 16 h 17"/>
                <a:gd name="T4" fmla="*/ 123 w 58"/>
                <a:gd name="T5" fmla="*/ 0 h 17"/>
                <a:gd name="T6" fmla="*/ 239 w 58"/>
                <a:gd name="T7" fmla="*/ 60 h 17"/>
                <a:gd name="T8" fmla="*/ 77 w 58"/>
                <a:gd name="T9" fmla="*/ 68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8" h="17">
                  <a:moveTo>
                    <a:pt x="0" y="5"/>
                  </a:moveTo>
                  <a:cubicBezTo>
                    <a:pt x="4" y="3"/>
                    <a:pt x="11" y="6"/>
                    <a:pt x="17" y="4"/>
                  </a:cubicBezTo>
                  <a:cubicBezTo>
                    <a:pt x="21" y="2"/>
                    <a:pt x="25" y="0"/>
                    <a:pt x="30" y="0"/>
                  </a:cubicBezTo>
                  <a:cubicBezTo>
                    <a:pt x="40" y="0"/>
                    <a:pt x="53" y="7"/>
                    <a:pt x="58" y="15"/>
                  </a:cubicBezTo>
                  <a:cubicBezTo>
                    <a:pt x="44" y="8"/>
                    <a:pt x="34" y="17"/>
                    <a:pt x="19" y="17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652" name="Freeform 140">
              <a:extLst>
                <a:ext uri="{FF2B5EF4-FFF2-40B4-BE49-F238E27FC236}">
                  <a16:creationId xmlns:a16="http://schemas.microsoft.com/office/drawing/2014/main" id="{0EB06D4A-A723-4A07-ACEC-C60D8F7A8D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7" y="717"/>
              <a:ext cx="59" cy="37"/>
            </a:xfrm>
            <a:custGeom>
              <a:avLst/>
              <a:gdLst>
                <a:gd name="T0" fmla="*/ 150 w 37"/>
                <a:gd name="T1" fmla="*/ 50 h 23"/>
                <a:gd name="T2" fmla="*/ 77 w 37"/>
                <a:gd name="T3" fmla="*/ 21 h 23"/>
                <a:gd name="T4" fmla="*/ 0 w 37"/>
                <a:gd name="T5" fmla="*/ 5 h 23"/>
                <a:gd name="T6" fmla="*/ 53 w 37"/>
                <a:gd name="T7" fmla="*/ 55 h 23"/>
                <a:gd name="T8" fmla="*/ 150 w 37"/>
                <a:gd name="T9" fmla="*/ 88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" h="23">
                  <a:moveTo>
                    <a:pt x="37" y="12"/>
                  </a:moveTo>
                  <a:cubicBezTo>
                    <a:pt x="32" y="12"/>
                    <a:pt x="24" y="6"/>
                    <a:pt x="19" y="5"/>
                  </a:cubicBezTo>
                  <a:cubicBezTo>
                    <a:pt x="13" y="3"/>
                    <a:pt x="6" y="0"/>
                    <a:pt x="0" y="1"/>
                  </a:cubicBezTo>
                  <a:cubicBezTo>
                    <a:pt x="7" y="4"/>
                    <a:pt x="9" y="6"/>
                    <a:pt x="13" y="13"/>
                  </a:cubicBezTo>
                  <a:cubicBezTo>
                    <a:pt x="19" y="23"/>
                    <a:pt x="29" y="19"/>
                    <a:pt x="37" y="21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653" name="Freeform 141">
              <a:extLst>
                <a:ext uri="{FF2B5EF4-FFF2-40B4-BE49-F238E27FC236}">
                  <a16:creationId xmlns:a16="http://schemas.microsoft.com/office/drawing/2014/main" id="{DBB13D8C-C031-492A-A870-63E6F8FBC4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2" y="806"/>
              <a:ext cx="102" cy="96"/>
            </a:xfrm>
            <a:custGeom>
              <a:avLst/>
              <a:gdLst>
                <a:gd name="T0" fmla="*/ 260 w 64"/>
                <a:gd name="T1" fmla="*/ 74 h 60"/>
                <a:gd name="T2" fmla="*/ 0 w 64"/>
                <a:gd name="T3" fmla="*/ 246 h 60"/>
                <a:gd name="T4" fmla="*/ 29 w 64"/>
                <a:gd name="T5" fmla="*/ 205 h 60"/>
                <a:gd name="T6" fmla="*/ 69 w 64"/>
                <a:gd name="T7" fmla="*/ 144 h 60"/>
                <a:gd name="T8" fmla="*/ 253 w 64"/>
                <a:gd name="T9" fmla="*/ 35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4" h="60">
                  <a:moveTo>
                    <a:pt x="64" y="18"/>
                  </a:moveTo>
                  <a:cubicBezTo>
                    <a:pt x="55" y="45"/>
                    <a:pt x="15" y="38"/>
                    <a:pt x="0" y="60"/>
                  </a:cubicBezTo>
                  <a:cubicBezTo>
                    <a:pt x="0" y="56"/>
                    <a:pt x="5" y="52"/>
                    <a:pt x="7" y="50"/>
                  </a:cubicBezTo>
                  <a:cubicBezTo>
                    <a:pt x="12" y="45"/>
                    <a:pt x="14" y="40"/>
                    <a:pt x="17" y="35"/>
                  </a:cubicBezTo>
                  <a:cubicBezTo>
                    <a:pt x="24" y="24"/>
                    <a:pt x="49" y="0"/>
                    <a:pt x="63" y="9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654" name="Freeform 142">
              <a:extLst>
                <a:ext uri="{FF2B5EF4-FFF2-40B4-BE49-F238E27FC236}">
                  <a16:creationId xmlns:a16="http://schemas.microsoft.com/office/drawing/2014/main" id="{FC31E4E6-8106-46F5-A291-151B3A0C45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0" y="830"/>
              <a:ext cx="51" cy="70"/>
            </a:xfrm>
            <a:custGeom>
              <a:avLst/>
              <a:gdLst>
                <a:gd name="T0" fmla="*/ 5 w 32"/>
                <a:gd name="T1" fmla="*/ 48 h 44"/>
                <a:gd name="T2" fmla="*/ 0 w 32"/>
                <a:gd name="T3" fmla="*/ 53 h 44"/>
                <a:gd name="T4" fmla="*/ 84 w 32"/>
                <a:gd name="T5" fmla="*/ 95 h 44"/>
                <a:gd name="T6" fmla="*/ 129 w 32"/>
                <a:gd name="T7" fmla="*/ 177 h 44"/>
                <a:gd name="T8" fmla="*/ 123 w 32"/>
                <a:gd name="T9" fmla="*/ 84 h 44"/>
                <a:gd name="T10" fmla="*/ 13 w 32"/>
                <a:gd name="T11" fmla="*/ 21 h 4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2" h="44">
                  <a:moveTo>
                    <a:pt x="1" y="12"/>
                  </a:moveTo>
                  <a:cubicBezTo>
                    <a:pt x="0" y="12"/>
                    <a:pt x="0" y="13"/>
                    <a:pt x="0" y="13"/>
                  </a:cubicBezTo>
                  <a:cubicBezTo>
                    <a:pt x="7" y="18"/>
                    <a:pt x="15" y="19"/>
                    <a:pt x="21" y="24"/>
                  </a:cubicBezTo>
                  <a:cubicBezTo>
                    <a:pt x="28" y="30"/>
                    <a:pt x="27" y="37"/>
                    <a:pt x="32" y="44"/>
                  </a:cubicBezTo>
                  <a:cubicBezTo>
                    <a:pt x="29" y="37"/>
                    <a:pt x="32" y="28"/>
                    <a:pt x="30" y="21"/>
                  </a:cubicBezTo>
                  <a:cubicBezTo>
                    <a:pt x="25" y="9"/>
                    <a:pt x="16" y="0"/>
                    <a:pt x="3" y="5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655" name="Freeform 143">
              <a:extLst>
                <a:ext uri="{FF2B5EF4-FFF2-40B4-BE49-F238E27FC236}">
                  <a16:creationId xmlns:a16="http://schemas.microsoft.com/office/drawing/2014/main" id="{1F279705-29D5-451A-BF5B-7F071ACB7F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8" y="719"/>
              <a:ext cx="75" cy="30"/>
            </a:xfrm>
            <a:custGeom>
              <a:avLst/>
              <a:gdLst>
                <a:gd name="T0" fmla="*/ 191 w 47"/>
                <a:gd name="T1" fmla="*/ 47 h 19"/>
                <a:gd name="T2" fmla="*/ 102 w 47"/>
                <a:gd name="T3" fmla="*/ 13 h 19"/>
                <a:gd name="T4" fmla="*/ 0 w 47"/>
                <a:gd name="T5" fmla="*/ 0 h 19"/>
                <a:gd name="T6" fmla="*/ 35 w 47"/>
                <a:gd name="T7" fmla="*/ 52 h 19"/>
                <a:gd name="T8" fmla="*/ 137 w 47"/>
                <a:gd name="T9" fmla="*/ 62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19">
                  <a:moveTo>
                    <a:pt x="47" y="12"/>
                  </a:moveTo>
                  <a:cubicBezTo>
                    <a:pt x="39" y="7"/>
                    <a:pt x="34" y="5"/>
                    <a:pt x="25" y="3"/>
                  </a:cubicBezTo>
                  <a:cubicBezTo>
                    <a:pt x="18" y="2"/>
                    <a:pt x="5" y="4"/>
                    <a:pt x="0" y="0"/>
                  </a:cubicBezTo>
                  <a:cubicBezTo>
                    <a:pt x="3" y="4"/>
                    <a:pt x="6" y="9"/>
                    <a:pt x="9" y="13"/>
                  </a:cubicBezTo>
                  <a:cubicBezTo>
                    <a:pt x="14" y="19"/>
                    <a:pt x="27" y="19"/>
                    <a:pt x="34" y="16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656" name="Freeform 144">
              <a:extLst>
                <a:ext uri="{FF2B5EF4-FFF2-40B4-BE49-F238E27FC236}">
                  <a16:creationId xmlns:a16="http://schemas.microsoft.com/office/drawing/2014/main" id="{90B80B8C-82CA-4C7A-81BD-19D4272F29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3" y="942"/>
              <a:ext cx="85" cy="33"/>
            </a:xfrm>
            <a:custGeom>
              <a:avLst/>
              <a:gdLst>
                <a:gd name="T0" fmla="*/ 5 w 53"/>
                <a:gd name="T1" fmla="*/ 60 h 21"/>
                <a:gd name="T2" fmla="*/ 35 w 53"/>
                <a:gd name="T3" fmla="*/ 39 h 21"/>
                <a:gd name="T4" fmla="*/ 128 w 53"/>
                <a:gd name="T5" fmla="*/ 5 h 21"/>
                <a:gd name="T6" fmla="*/ 218 w 53"/>
                <a:gd name="T7" fmla="*/ 42 h 21"/>
                <a:gd name="T8" fmla="*/ 123 w 53"/>
                <a:gd name="T9" fmla="*/ 82 h 21"/>
                <a:gd name="T10" fmla="*/ 56 w 53"/>
                <a:gd name="T11" fmla="*/ 77 h 21"/>
                <a:gd name="T12" fmla="*/ 5 w 53"/>
                <a:gd name="T13" fmla="*/ 60 h 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3" h="21">
                  <a:moveTo>
                    <a:pt x="1" y="15"/>
                  </a:moveTo>
                  <a:cubicBezTo>
                    <a:pt x="2" y="12"/>
                    <a:pt x="7" y="12"/>
                    <a:pt x="9" y="10"/>
                  </a:cubicBezTo>
                  <a:cubicBezTo>
                    <a:pt x="11" y="8"/>
                    <a:pt x="16" y="0"/>
                    <a:pt x="31" y="1"/>
                  </a:cubicBezTo>
                  <a:cubicBezTo>
                    <a:pt x="45" y="3"/>
                    <a:pt x="53" y="9"/>
                    <a:pt x="53" y="11"/>
                  </a:cubicBezTo>
                  <a:cubicBezTo>
                    <a:pt x="52" y="13"/>
                    <a:pt x="35" y="20"/>
                    <a:pt x="30" y="21"/>
                  </a:cubicBezTo>
                  <a:cubicBezTo>
                    <a:pt x="26" y="21"/>
                    <a:pt x="18" y="20"/>
                    <a:pt x="14" y="20"/>
                  </a:cubicBezTo>
                  <a:cubicBezTo>
                    <a:pt x="11" y="20"/>
                    <a:pt x="0" y="18"/>
                    <a:pt x="1" y="15"/>
                  </a:cubicBezTo>
                  <a:close/>
                </a:path>
              </a:pathLst>
            </a:custGeom>
            <a:solidFill>
              <a:srgbClr val="603A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657" name="Freeform 145">
              <a:extLst>
                <a:ext uri="{FF2B5EF4-FFF2-40B4-BE49-F238E27FC236}">
                  <a16:creationId xmlns:a16="http://schemas.microsoft.com/office/drawing/2014/main" id="{956DBB9A-7F0D-4F6F-9754-BE4F49607B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1" y="942"/>
              <a:ext cx="86" cy="33"/>
            </a:xfrm>
            <a:custGeom>
              <a:avLst/>
              <a:gdLst>
                <a:gd name="T0" fmla="*/ 213 w 54"/>
                <a:gd name="T1" fmla="*/ 55 h 21"/>
                <a:gd name="T2" fmla="*/ 183 w 54"/>
                <a:gd name="T3" fmla="*/ 39 h 21"/>
                <a:gd name="T4" fmla="*/ 94 w 54"/>
                <a:gd name="T5" fmla="*/ 5 h 21"/>
                <a:gd name="T6" fmla="*/ 5 w 54"/>
                <a:gd name="T7" fmla="*/ 42 h 21"/>
                <a:gd name="T8" fmla="*/ 97 w 54"/>
                <a:gd name="T9" fmla="*/ 77 h 21"/>
                <a:gd name="T10" fmla="*/ 162 w 54"/>
                <a:gd name="T11" fmla="*/ 77 h 21"/>
                <a:gd name="T12" fmla="*/ 213 w 54"/>
                <a:gd name="T13" fmla="*/ 55 h 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4" h="21">
                  <a:moveTo>
                    <a:pt x="53" y="14"/>
                  </a:moveTo>
                  <a:cubicBezTo>
                    <a:pt x="52" y="12"/>
                    <a:pt x="47" y="12"/>
                    <a:pt x="45" y="10"/>
                  </a:cubicBezTo>
                  <a:cubicBezTo>
                    <a:pt x="43" y="8"/>
                    <a:pt x="38" y="0"/>
                    <a:pt x="23" y="1"/>
                  </a:cubicBezTo>
                  <a:cubicBezTo>
                    <a:pt x="9" y="3"/>
                    <a:pt x="0" y="8"/>
                    <a:pt x="1" y="11"/>
                  </a:cubicBezTo>
                  <a:cubicBezTo>
                    <a:pt x="2" y="13"/>
                    <a:pt x="19" y="20"/>
                    <a:pt x="24" y="20"/>
                  </a:cubicBezTo>
                  <a:cubicBezTo>
                    <a:pt x="28" y="21"/>
                    <a:pt x="36" y="20"/>
                    <a:pt x="40" y="20"/>
                  </a:cubicBezTo>
                  <a:cubicBezTo>
                    <a:pt x="43" y="20"/>
                    <a:pt x="54" y="17"/>
                    <a:pt x="53" y="14"/>
                  </a:cubicBezTo>
                  <a:close/>
                </a:path>
              </a:pathLst>
            </a:custGeom>
            <a:solidFill>
              <a:srgbClr val="603A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658" name="Freeform 146">
              <a:extLst>
                <a:ext uri="{FF2B5EF4-FFF2-40B4-BE49-F238E27FC236}">
                  <a16:creationId xmlns:a16="http://schemas.microsoft.com/office/drawing/2014/main" id="{3E071926-9E4F-4704-8969-4188E874CD9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6" y="946"/>
              <a:ext cx="77" cy="29"/>
            </a:xfrm>
            <a:custGeom>
              <a:avLst/>
              <a:gdLst>
                <a:gd name="T0" fmla="*/ 199 w 48"/>
                <a:gd name="T1" fmla="*/ 29 h 18"/>
                <a:gd name="T2" fmla="*/ 103 w 48"/>
                <a:gd name="T3" fmla="*/ 0 h 18"/>
                <a:gd name="T4" fmla="*/ 21 w 48"/>
                <a:gd name="T5" fmla="*/ 42 h 18"/>
                <a:gd name="T6" fmla="*/ 26 w 48"/>
                <a:gd name="T7" fmla="*/ 63 h 18"/>
                <a:gd name="T8" fmla="*/ 90 w 48"/>
                <a:gd name="T9" fmla="*/ 68 h 18"/>
                <a:gd name="T10" fmla="*/ 199 w 48"/>
                <a:gd name="T11" fmla="*/ 29 h 1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8" h="18">
                  <a:moveTo>
                    <a:pt x="48" y="7"/>
                  </a:moveTo>
                  <a:cubicBezTo>
                    <a:pt x="42" y="4"/>
                    <a:pt x="37" y="1"/>
                    <a:pt x="25" y="0"/>
                  </a:cubicBezTo>
                  <a:cubicBezTo>
                    <a:pt x="12" y="0"/>
                    <a:pt x="8" y="9"/>
                    <a:pt x="5" y="10"/>
                  </a:cubicBezTo>
                  <a:cubicBezTo>
                    <a:pt x="0" y="11"/>
                    <a:pt x="3" y="14"/>
                    <a:pt x="6" y="15"/>
                  </a:cubicBezTo>
                  <a:cubicBezTo>
                    <a:pt x="9" y="16"/>
                    <a:pt x="18" y="15"/>
                    <a:pt x="22" y="16"/>
                  </a:cubicBezTo>
                  <a:cubicBezTo>
                    <a:pt x="26" y="18"/>
                    <a:pt x="40" y="13"/>
                    <a:pt x="48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659" name="Freeform 147">
              <a:extLst>
                <a:ext uri="{FF2B5EF4-FFF2-40B4-BE49-F238E27FC236}">
                  <a16:creationId xmlns:a16="http://schemas.microsoft.com/office/drawing/2014/main" id="{2779EB8F-511B-430E-AC10-71EAABC5CC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2" y="946"/>
              <a:ext cx="30" cy="27"/>
            </a:xfrm>
            <a:custGeom>
              <a:avLst/>
              <a:gdLst>
                <a:gd name="T0" fmla="*/ 35 w 19"/>
                <a:gd name="T1" fmla="*/ 0 h 17"/>
                <a:gd name="T2" fmla="*/ 62 w 19"/>
                <a:gd name="T3" fmla="*/ 5 h 17"/>
                <a:gd name="T4" fmla="*/ 74 w 19"/>
                <a:gd name="T5" fmla="*/ 27 h 17"/>
                <a:gd name="T6" fmla="*/ 55 w 19"/>
                <a:gd name="T7" fmla="*/ 60 h 17"/>
                <a:gd name="T8" fmla="*/ 33 w 19"/>
                <a:gd name="T9" fmla="*/ 68 h 17"/>
                <a:gd name="T10" fmla="*/ 0 w 19"/>
                <a:gd name="T11" fmla="*/ 33 h 17"/>
                <a:gd name="T12" fmla="*/ 14 w 19"/>
                <a:gd name="T13" fmla="*/ 5 h 17"/>
                <a:gd name="T14" fmla="*/ 35 w 19"/>
                <a:gd name="T15" fmla="*/ 0 h 1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9" h="17">
                  <a:moveTo>
                    <a:pt x="9" y="0"/>
                  </a:moveTo>
                  <a:cubicBezTo>
                    <a:pt x="12" y="1"/>
                    <a:pt x="14" y="1"/>
                    <a:pt x="16" y="1"/>
                  </a:cubicBezTo>
                  <a:cubicBezTo>
                    <a:pt x="18" y="3"/>
                    <a:pt x="19" y="5"/>
                    <a:pt x="19" y="7"/>
                  </a:cubicBezTo>
                  <a:cubicBezTo>
                    <a:pt x="19" y="11"/>
                    <a:pt x="17" y="14"/>
                    <a:pt x="14" y="15"/>
                  </a:cubicBezTo>
                  <a:cubicBezTo>
                    <a:pt x="12" y="16"/>
                    <a:pt x="10" y="16"/>
                    <a:pt x="8" y="17"/>
                  </a:cubicBezTo>
                  <a:cubicBezTo>
                    <a:pt x="4" y="16"/>
                    <a:pt x="1" y="13"/>
                    <a:pt x="0" y="8"/>
                  </a:cubicBezTo>
                  <a:cubicBezTo>
                    <a:pt x="0" y="5"/>
                    <a:pt x="2" y="3"/>
                    <a:pt x="4" y="1"/>
                  </a:cubicBezTo>
                  <a:cubicBezTo>
                    <a:pt x="5" y="1"/>
                    <a:pt x="7" y="0"/>
                    <a:pt x="9" y="0"/>
                  </a:cubicBezTo>
                </a:path>
              </a:pathLst>
            </a:custGeom>
            <a:solidFill>
              <a:srgbClr val="2A100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660" name="Freeform 148">
              <a:extLst>
                <a:ext uri="{FF2B5EF4-FFF2-40B4-BE49-F238E27FC236}">
                  <a16:creationId xmlns:a16="http://schemas.microsoft.com/office/drawing/2014/main" id="{0C032E5A-E31F-4A5F-9F1C-CE1D31C6835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0" y="919"/>
              <a:ext cx="78" cy="13"/>
            </a:xfrm>
            <a:custGeom>
              <a:avLst/>
              <a:gdLst>
                <a:gd name="T0" fmla="*/ 197 w 49"/>
                <a:gd name="T1" fmla="*/ 34 h 8"/>
                <a:gd name="T2" fmla="*/ 0 w 49"/>
                <a:gd name="T3" fmla="*/ 29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9" h="8">
                  <a:moveTo>
                    <a:pt x="49" y="8"/>
                  </a:moveTo>
                  <a:cubicBezTo>
                    <a:pt x="30" y="0"/>
                    <a:pt x="12" y="3"/>
                    <a:pt x="0" y="7"/>
                  </a:cubicBezTo>
                </a:path>
              </a:pathLst>
            </a:custGeom>
            <a:noFill/>
            <a:ln w="206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661" name="Freeform 149">
              <a:extLst>
                <a:ext uri="{FF2B5EF4-FFF2-40B4-BE49-F238E27FC236}">
                  <a16:creationId xmlns:a16="http://schemas.microsoft.com/office/drawing/2014/main" id="{A7C4312F-EFE0-4468-B1BB-F078C50FE5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6" y="946"/>
              <a:ext cx="77" cy="29"/>
            </a:xfrm>
            <a:custGeom>
              <a:avLst/>
              <a:gdLst>
                <a:gd name="T0" fmla="*/ 199 w 48"/>
                <a:gd name="T1" fmla="*/ 29 h 18"/>
                <a:gd name="T2" fmla="*/ 103 w 48"/>
                <a:gd name="T3" fmla="*/ 0 h 18"/>
                <a:gd name="T4" fmla="*/ 21 w 48"/>
                <a:gd name="T5" fmla="*/ 42 h 18"/>
                <a:gd name="T6" fmla="*/ 26 w 48"/>
                <a:gd name="T7" fmla="*/ 63 h 18"/>
                <a:gd name="T8" fmla="*/ 90 w 48"/>
                <a:gd name="T9" fmla="*/ 68 h 18"/>
                <a:gd name="T10" fmla="*/ 199 w 48"/>
                <a:gd name="T11" fmla="*/ 29 h 1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8" h="18">
                  <a:moveTo>
                    <a:pt x="48" y="7"/>
                  </a:moveTo>
                  <a:cubicBezTo>
                    <a:pt x="42" y="4"/>
                    <a:pt x="37" y="1"/>
                    <a:pt x="25" y="0"/>
                  </a:cubicBezTo>
                  <a:cubicBezTo>
                    <a:pt x="12" y="0"/>
                    <a:pt x="8" y="9"/>
                    <a:pt x="5" y="10"/>
                  </a:cubicBezTo>
                  <a:cubicBezTo>
                    <a:pt x="0" y="11"/>
                    <a:pt x="3" y="14"/>
                    <a:pt x="6" y="15"/>
                  </a:cubicBezTo>
                  <a:cubicBezTo>
                    <a:pt x="9" y="16"/>
                    <a:pt x="18" y="15"/>
                    <a:pt x="22" y="16"/>
                  </a:cubicBezTo>
                  <a:cubicBezTo>
                    <a:pt x="26" y="18"/>
                    <a:pt x="40" y="13"/>
                    <a:pt x="48" y="7"/>
                  </a:cubicBezTo>
                  <a:close/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662" name="Freeform 150">
              <a:extLst>
                <a:ext uri="{FF2B5EF4-FFF2-40B4-BE49-F238E27FC236}">
                  <a16:creationId xmlns:a16="http://schemas.microsoft.com/office/drawing/2014/main" id="{F8A10695-4EB0-4364-8EF9-D17EB8C034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3" y="956"/>
              <a:ext cx="8" cy="6"/>
            </a:xfrm>
            <a:custGeom>
              <a:avLst/>
              <a:gdLst>
                <a:gd name="T0" fmla="*/ 21 w 5"/>
                <a:gd name="T1" fmla="*/ 8 h 4"/>
                <a:gd name="T2" fmla="*/ 13 w 5"/>
                <a:gd name="T3" fmla="*/ 0 h 4"/>
                <a:gd name="T4" fmla="*/ 0 w 5"/>
                <a:gd name="T5" fmla="*/ 8 h 4"/>
                <a:gd name="T6" fmla="*/ 13 w 5"/>
                <a:gd name="T7" fmla="*/ 14 h 4"/>
                <a:gd name="T8" fmla="*/ 21 w 5"/>
                <a:gd name="T9" fmla="*/ 8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4">
                  <a:moveTo>
                    <a:pt x="5" y="2"/>
                  </a:moveTo>
                  <a:cubicBezTo>
                    <a:pt x="5" y="1"/>
                    <a:pt x="4" y="0"/>
                    <a:pt x="3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3"/>
                    <a:pt x="2" y="4"/>
                    <a:pt x="3" y="4"/>
                  </a:cubicBezTo>
                  <a:cubicBezTo>
                    <a:pt x="4" y="4"/>
                    <a:pt x="5" y="3"/>
                    <a:pt x="5" y="2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663" name="Freeform 151">
              <a:extLst>
                <a:ext uri="{FF2B5EF4-FFF2-40B4-BE49-F238E27FC236}">
                  <a16:creationId xmlns:a16="http://schemas.microsoft.com/office/drawing/2014/main" id="{FCC536D8-4DC8-4479-A9C2-FA445911138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3" y="956"/>
              <a:ext cx="8" cy="6"/>
            </a:xfrm>
            <a:custGeom>
              <a:avLst/>
              <a:gdLst>
                <a:gd name="T0" fmla="*/ 21 w 5"/>
                <a:gd name="T1" fmla="*/ 8 h 4"/>
                <a:gd name="T2" fmla="*/ 13 w 5"/>
                <a:gd name="T3" fmla="*/ 0 h 4"/>
                <a:gd name="T4" fmla="*/ 0 w 5"/>
                <a:gd name="T5" fmla="*/ 8 h 4"/>
                <a:gd name="T6" fmla="*/ 13 w 5"/>
                <a:gd name="T7" fmla="*/ 14 h 4"/>
                <a:gd name="T8" fmla="*/ 21 w 5"/>
                <a:gd name="T9" fmla="*/ 8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4">
                  <a:moveTo>
                    <a:pt x="5" y="2"/>
                  </a:moveTo>
                  <a:cubicBezTo>
                    <a:pt x="5" y="1"/>
                    <a:pt x="4" y="0"/>
                    <a:pt x="3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3"/>
                    <a:pt x="2" y="4"/>
                    <a:pt x="3" y="4"/>
                  </a:cubicBezTo>
                  <a:cubicBezTo>
                    <a:pt x="4" y="4"/>
                    <a:pt x="5" y="3"/>
                    <a:pt x="5" y="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664" name="Freeform 152">
              <a:extLst>
                <a:ext uri="{FF2B5EF4-FFF2-40B4-BE49-F238E27FC236}">
                  <a16:creationId xmlns:a16="http://schemas.microsoft.com/office/drawing/2014/main" id="{9F5E3F23-6C1C-4B7A-A00E-9608958C461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3" y="929"/>
              <a:ext cx="70" cy="25"/>
            </a:xfrm>
            <a:custGeom>
              <a:avLst/>
              <a:gdLst>
                <a:gd name="T0" fmla="*/ 0 w 44"/>
                <a:gd name="T1" fmla="*/ 61 h 16"/>
                <a:gd name="T2" fmla="*/ 177 w 44"/>
                <a:gd name="T3" fmla="*/ 39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4" h="16">
                  <a:moveTo>
                    <a:pt x="0" y="16"/>
                  </a:moveTo>
                  <a:cubicBezTo>
                    <a:pt x="10" y="5"/>
                    <a:pt x="31" y="0"/>
                    <a:pt x="44" y="1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665" name="Freeform 153">
              <a:extLst>
                <a:ext uri="{FF2B5EF4-FFF2-40B4-BE49-F238E27FC236}">
                  <a16:creationId xmlns:a16="http://schemas.microsoft.com/office/drawing/2014/main" id="{ED42DAC2-E120-4445-AA0A-60215CD4D2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8" y="953"/>
              <a:ext cx="8" cy="6"/>
            </a:xfrm>
            <a:custGeom>
              <a:avLst/>
              <a:gdLst>
                <a:gd name="T0" fmla="*/ 0 w 5"/>
                <a:gd name="T1" fmla="*/ 8 h 4"/>
                <a:gd name="T2" fmla="*/ 8 w 5"/>
                <a:gd name="T3" fmla="*/ 0 h 4"/>
                <a:gd name="T4" fmla="*/ 21 w 5"/>
                <a:gd name="T5" fmla="*/ 8 h 4"/>
                <a:gd name="T6" fmla="*/ 13 w 5"/>
                <a:gd name="T7" fmla="*/ 14 h 4"/>
                <a:gd name="T8" fmla="*/ 0 w 5"/>
                <a:gd name="T9" fmla="*/ 8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4">
                  <a:moveTo>
                    <a:pt x="0" y="2"/>
                  </a:moveTo>
                  <a:cubicBezTo>
                    <a:pt x="0" y="1"/>
                    <a:pt x="1" y="0"/>
                    <a:pt x="2" y="0"/>
                  </a:cubicBezTo>
                  <a:cubicBezTo>
                    <a:pt x="4" y="0"/>
                    <a:pt x="5" y="0"/>
                    <a:pt x="5" y="2"/>
                  </a:cubicBezTo>
                  <a:cubicBezTo>
                    <a:pt x="5" y="3"/>
                    <a:pt x="4" y="4"/>
                    <a:pt x="3" y="4"/>
                  </a:cubicBezTo>
                  <a:cubicBezTo>
                    <a:pt x="1" y="4"/>
                    <a:pt x="0" y="3"/>
                    <a:pt x="0" y="2"/>
                  </a:cubicBezTo>
                </a:path>
              </a:pathLst>
            </a:custGeom>
            <a:solidFill>
              <a:srgbClr val="E5AF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666" name="Freeform 154">
              <a:extLst>
                <a:ext uri="{FF2B5EF4-FFF2-40B4-BE49-F238E27FC236}">
                  <a16:creationId xmlns:a16="http://schemas.microsoft.com/office/drawing/2014/main" id="{90669D00-9367-4EF2-A264-C543362EB5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7" y="946"/>
              <a:ext cx="77" cy="29"/>
            </a:xfrm>
            <a:custGeom>
              <a:avLst/>
              <a:gdLst>
                <a:gd name="T0" fmla="*/ 0 w 48"/>
                <a:gd name="T1" fmla="*/ 29 h 18"/>
                <a:gd name="T2" fmla="*/ 95 w 48"/>
                <a:gd name="T3" fmla="*/ 0 h 18"/>
                <a:gd name="T4" fmla="*/ 178 w 48"/>
                <a:gd name="T5" fmla="*/ 42 h 18"/>
                <a:gd name="T6" fmla="*/ 172 w 48"/>
                <a:gd name="T7" fmla="*/ 63 h 18"/>
                <a:gd name="T8" fmla="*/ 107 w 48"/>
                <a:gd name="T9" fmla="*/ 68 h 18"/>
                <a:gd name="T10" fmla="*/ 0 w 48"/>
                <a:gd name="T11" fmla="*/ 29 h 1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8" h="18">
                  <a:moveTo>
                    <a:pt x="0" y="7"/>
                  </a:moveTo>
                  <a:cubicBezTo>
                    <a:pt x="5" y="4"/>
                    <a:pt x="11" y="1"/>
                    <a:pt x="23" y="0"/>
                  </a:cubicBezTo>
                  <a:cubicBezTo>
                    <a:pt x="35" y="0"/>
                    <a:pt x="40" y="9"/>
                    <a:pt x="43" y="10"/>
                  </a:cubicBezTo>
                  <a:cubicBezTo>
                    <a:pt x="48" y="11"/>
                    <a:pt x="45" y="14"/>
                    <a:pt x="42" y="15"/>
                  </a:cubicBezTo>
                  <a:cubicBezTo>
                    <a:pt x="39" y="16"/>
                    <a:pt x="30" y="15"/>
                    <a:pt x="26" y="16"/>
                  </a:cubicBezTo>
                  <a:cubicBezTo>
                    <a:pt x="22" y="18"/>
                    <a:pt x="8" y="13"/>
                    <a:pt x="0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667" name="Freeform 155">
              <a:extLst>
                <a:ext uri="{FF2B5EF4-FFF2-40B4-BE49-F238E27FC236}">
                  <a16:creationId xmlns:a16="http://schemas.microsoft.com/office/drawing/2014/main" id="{796CA0A5-05DC-4CF4-879F-C7D2399698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8" y="946"/>
              <a:ext cx="30" cy="27"/>
            </a:xfrm>
            <a:custGeom>
              <a:avLst/>
              <a:gdLst>
                <a:gd name="T0" fmla="*/ 39 w 19"/>
                <a:gd name="T1" fmla="*/ 0 h 17"/>
                <a:gd name="T2" fmla="*/ 13 w 19"/>
                <a:gd name="T3" fmla="*/ 5 h 17"/>
                <a:gd name="T4" fmla="*/ 0 w 19"/>
                <a:gd name="T5" fmla="*/ 27 h 17"/>
                <a:gd name="T6" fmla="*/ 21 w 19"/>
                <a:gd name="T7" fmla="*/ 60 h 17"/>
                <a:gd name="T8" fmla="*/ 39 w 19"/>
                <a:gd name="T9" fmla="*/ 68 h 17"/>
                <a:gd name="T10" fmla="*/ 69 w 19"/>
                <a:gd name="T11" fmla="*/ 33 h 17"/>
                <a:gd name="T12" fmla="*/ 60 w 19"/>
                <a:gd name="T13" fmla="*/ 5 h 17"/>
                <a:gd name="T14" fmla="*/ 39 w 19"/>
                <a:gd name="T15" fmla="*/ 0 h 1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9" h="17">
                  <a:moveTo>
                    <a:pt x="10" y="0"/>
                  </a:moveTo>
                  <a:cubicBezTo>
                    <a:pt x="7" y="1"/>
                    <a:pt x="5" y="1"/>
                    <a:pt x="3" y="1"/>
                  </a:cubicBezTo>
                  <a:cubicBezTo>
                    <a:pt x="1" y="3"/>
                    <a:pt x="0" y="5"/>
                    <a:pt x="0" y="7"/>
                  </a:cubicBezTo>
                  <a:cubicBezTo>
                    <a:pt x="0" y="11"/>
                    <a:pt x="2" y="14"/>
                    <a:pt x="5" y="15"/>
                  </a:cubicBezTo>
                  <a:cubicBezTo>
                    <a:pt x="7" y="16"/>
                    <a:pt x="9" y="16"/>
                    <a:pt x="10" y="17"/>
                  </a:cubicBezTo>
                  <a:cubicBezTo>
                    <a:pt x="15" y="16"/>
                    <a:pt x="18" y="13"/>
                    <a:pt x="18" y="8"/>
                  </a:cubicBezTo>
                  <a:cubicBezTo>
                    <a:pt x="19" y="5"/>
                    <a:pt x="17" y="3"/>
                    <a:pt x="15" y="1"/>
                  </a:cubicBezTo>
                  <a:cubicBezTo>
                    <a:pt x="13" y="1"/>
                    <a:pt x="12" y="0"/>
                    <a:pt x="10" y="0"/>
                  </a:cubicBezTo>
                </a:path>
              </a:pathLst>
            </a:custGeom>
            <a:solidFill>
              <a:srgbClr val="2A100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668" name="Freeform 156">
              <a:extLst>
                <a:ext uri="{FF2B5EF4-FFF2-40B4-BE49-F238E27FC236}">
                  <a16:creationId xmlns:a16="http://schemas.microsoft.com/office/drawing/2014/main" id="{89EF29CB-FC0C-4CCB-BF8C-682EF2F9BC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9" y="921"/>
              <a:ext cx="81" cy="14"/>
            </a:xfrm>
            <a:custGeom>
              <a:avLst/>
              <a:gdLst>
                <a:gd name="T0" fmla="*/ 0 w 51"/>
                <a:gd name="T1" fmla="*/ 34 h 9"/>
                <a:gd name="T2" fmla="*/ 205 w 51"/>
                <a:gd name="T3" fmla="*/ 22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1" h="9">
                  <a:moveTo>
                    <a:pt x="0" y="9"/>
                  </a:moveTo>
                  <a:cubicBezTo>
                    <a:pt x="20" y="0"/>
                    <a:pt x="39" y="2"/>
                    <a:pt x="51" y="6"/>
                  </a:cubicBezTo>
                </a:path>
              </a:pathLst>
            </a:custGeom>
            <a:noFill/>
            <a:ln w="206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669" name="Freeform 157">
              <a:extLst>
                <a:ext uri="{FF2B5EF4-FFF2-40B4-BE49-F238E27FC236}">
                  <a16:creationId xmlns:a16="http://schemas.microsoft.com/office/drawing/2014/main" id="{34054A88-02AB-4549-A77D-47984B04FF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7" y="946"/>
              <a:ext cx="77" cy="29"/>
            </a:xfrm>
            <a:custGeom>
              <a:avLst/>
              <a:gdLst>
                <a:gd name="T0" fmla="*/ 0 w 48"/>
                <a:gd name="T1" fmla="*/ 29 h 18"/>
                <a:gd name="T2" fmla="*/ 95 w 48"/>
                <a:gd name="T3" fmla="*/ 0 h 18"/>
                <a:gd name="T4" fmla="*/ 178 w 48"/>
                <a:gd name="T5" fmla="*/ 42 h 18"/>
                <a:gd name="T6" fmla="*/ 172 w 48"/>
                <a:gd name="T7" fmla="*/ 63 h 18"/>
                <a:gd name="T8" fmla="*/ 107 w 48"/>
                <a:gd name="T9" fmla="*/ 68 h 18"/>
                <a:gd name="T10" fmla="*/ 0 w 48"/>
                <a:gd name="T11" fmla="*/ 29 h 1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8" h="18">
                  <a:moveTo>
                    <a:pt x="0" y="7"/>
                  </a:moveTo>
                  <a:cubicBezTo>
                    <a:pt x="5" y="4"/>
                    <a:pt x="11" y="1"/>
                    <a:pt x="23" y="0"/>
                  </a:cubicBezTo>
                  <a:cubicBezTo>
                    <a:pt x="35" y="0"/>
                    <a:pt x="40" y="9"/>
                    <a:pt x="43" y="10"/>
                  </a:cubicBezTo>
                  <a:cubicBezTo>
                    <a:pt x="48" y="11"/>
                    <a:pt x="45" y="14"/>
                    <a:pt x="42" y="15"/>
                  </a:cubicBezTo>
                  <a:cubicBezTo>
                    <a:pt x="39" y="16"/>
                    <a:pt x="30" y="15"/>
                    <a:pt x="26" y="16"/>
                  </a:cubicBezTo>
                  <a:cubicBezTo>
                    <a:pt x="22" y="18"/>
                    <a:pt x="8" y="13"/>
                    <a:pt x="0" y="7"/>
                  </a:cubicBezTo>
                  <a:close/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670" name="Freeform 158">
              <a:extLst>
                <a:ext uri="{FF2B5EF4-FFF2-40B4-BE49-F238E27FC236}">
                  <a16:creationId xmlns:a16="http://schemas.microsoft.com/office/drawing/2014/main" id="{1E892AC2-07D1-419D-919E-4505B78C829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9" y="956"/>
              <a:ext cx="8" cy="6"/>
            </a:xfrm>
            <a:custGeom>
              <a:avLst/>
              <a:gdLst>
                <a:gd name="T0" fmla="*/ 0 w 5"/>
                <a:gd name="T1" fmla="*/ 8 h 4"/>
                <a:gd name="T2" fmla="*/ 8 w 5"/>
                <a:gd name="T3" fmla="*/ 0 h 4"/>
                <a:gd name="T4" fmla="*/ 21 w 5"/>
                <a:gd name="T5" fmla="*/ 8 h 4"/>
                <a:gd name="T6" fmla="*/ 8 w 5"/>
                <a:gd name="T7" fmla="*/ 14 h 4"/>
                <a:gd name="T8" fmla="*/ 0 w 5"/>
                <a:gd name="T9" fmla="*/ 8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4">
                  <a:moveTo>
                    <a:pt x="0" y="2"/>
                  </a:moveTo>
                  <a:cubicBezTo>
                    <a:pt x="0" y="1"/>
                    <a:pt x="1" y="0"/>
                    <a:pt x="2" y="0"/>
                  </a:cubicBezTo>
                  <a:cubicBezTo>
                    <a:pt x="4" y="0"/>
                    <a:pt x="5" y="1"/>
                    <a:pt x="5" y="2"/>
                  </a:cubicBezTo>
                  <a:cubicBezTo>
                    <a:pt x="4" y="3"/>
                    <a:pt x="3" y="4"/>
                    <a:pt x="2" y="4"/>
                  </a:cubicBezTo>
                  <a:cubicBezTo>
                    <a:pt x="1" y="4"/>
                    <a:pt x="0" y="3"/>
                    <a:pt x="0" y="2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671" name="Freeform 159">
              <a:extLst>
                <a:ext uri="{FF2B5EF4-FFF2-40B4-BE49-F238E27FC236}">
                  <a16:creationId xmlns:a16="http://schemas.microsoft.com/office/drawing/2014/main" id="{0BC6D996-62A8-44B1-A525-F2A2C3EB29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9" y="956"/>
              <a:ext cx="8" cy="6"/>
            </a:xfrm>
            <a:custGeom>
              <a:avLst/>
              <a:gdLst>
                <a:gd name="T0" fmla="*/ 0 w 5"/>
                <a:gd name="T1" fmla="*/ 8 h 4"/>
                <a:gd name="T2" fmla="*/ 8 w 5"/>
                <a:gd name="T3" fmla="*/ 0 h 4"/>
                <a:gd name="T4" fmla="*/ 21 w 5"/>
                <a:gd name="T5" fmla="*/ 8 h 4"/>
                <a:gd name="T6" fmla="*/ 8 w 5"/>
                <a:gd name="T7" fmla="*/ 14 h 4"/>
                <a:gd name="T8" fmla="*/ 0 w 5"/>
                <a:gd name="T9" fmla="*/ 8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4">
                  <a:moveTo>
                    <a:pt x="0" y="2"/>
                  </a:moveTo>
                  <a:cubicBezTo>
                    <a:pt x="0" y="1"/>
                    <a:pt x="1" y="0"/>
                    <a:pt x="2" y="0"/>
                  </a:cubicBezTo>
                  <a:cubicBezTo>
                    <a:pt x="4" y="0"/>
                    <a:pt x="5" y="1"/>
                    <a:pt x="5" y="2"/>
                  </a:cubicBezTo>
                  <a:cubicBezTo>
                    <a:pt x="4" y="3"/>
                    <a:pt x="3" y="4"/>
                    <a:pt x="2" y="4"/>
                  </a:cubicBezTo>
                  <a:cubicBezTo>
                    <a:pt x="1" y="4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672" name="Freeform 160">
              <a:extLst>
                <a:ext uri="{FF2B5EF4-FFF2-40B4-BE49-F238E27FC236}">
                  <a16:creationId xmlns:a16="http://schemas.microsoft.com/office/drawing/2014/main" id="{C4AA0317-78D0-4645-B041-5F41EEDF0DF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7" y="929"/>
              <a:ext cx="70" cy="25"/>
            </a:xfrm>
            <a:custGeom>
              <a:avLst/>
              <a:gdLst>
                <a:gd name="T0" fmla="*/ 177 w 44"/>
                <a:gd name="T1" fmla="*/ 61 h 16"/>
                <a:gd name="T2" fmla="*/ 0 w 44"/>
                <a:gd name="T3" fmla="*/ 39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4" h="16">
                  <a:moveTo>
                    <a:pt x="44" y="16"/>
                  </a:moveTo>
                  <a:cubicBezTo>
                    <a:pt x="34" y="5"/>
                    <a:pt x="13" y="0"/>
                    <a:pt x="0" y="1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673" name="Freeform 161">
              <a:extLst>
                <a:ext uri="{FF2B5EF4-FFF2-40B4-BE49-F238E27FC236}">
                  <a16:creationId xmlns:a16="http://schemas.microsoft.com/office/drawing/2014/main" id="{5F1215DA-1C94-4C1E-BA3B-D26661ED1B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4" y="953"/>
              <a:ext cx="8" cy="6"/>
            </a:xfrm>
            <a:custGeom>
              <a:avLst/>
              <a:gdLst>
                <a:gd name="T0" fmla="*/ 21 w 5"/>
                <a:gd name="T1" fmla="*/ 8 h 4"/>
                <a:gd name="T2" fmla="*/ 13 w 5"/>
                <a:gd name="T3" fmla="*/ 0 h 4"/>
                <a:gd name="T4" fmla="*/ 0 w 5"/>
                <a:gd name="T5" fmla="*/ 8 h 4"/>
                <a:gd name="T6" fmla="*/ 8 w 5"/>
                <a:gd name="T7" fmla="*/ 14 h 4"/>
                <a:gd name="T8" fmla="*/ 21 w 5"/>
                <a:gd name="T9" fmla="*/ 8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4">
                  <a:moveTo>
                    <a:pt x="5" y="2"/>
                  </a:moveTo>
                  <a:cubicBezTo>
                    <a:pt x="5" y="1"/>
                    <a:pt x="4" y="0"/>
                    <a:pt x="3" y="0"/>
                  </a:cubicBezTo>
                  <a:cubicBezTo>
                    <a:pt x="1" y="0"/>
                    <a:pt x="0" y="0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ubicBezTo>
                    <a:pt x="4" y="4"/>
                    <a:pt x="5" y="3"/>
                    <a:pt x="5" y="2"/>
                  </a:cubicBezTo>
                </a:path>
              </a:pathLst>
            </a:custGeom>
            <a:solidFill>
              <a:srgbClr val="E5AF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674" name="Freeform 162">
              <a:extLst>
                <a:ext uri="{FF2B5EF4-FFF2-40B4-BE49-F238E27FC236}">
                  <a16:creationId xmlns:a16="http://schemas.microsoft.com/office/drawing/2014/main" id="{3A603C69-706A-49D3-AF15-AAF20B11F5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3" y="930"/>
              <a:ext cx="26" cy="94"/>
            </a:xfrm>
            <a:custGeom>
              <a:avLst/>
              <a:gdLst>
                <a:gd name="T0" fmla="*/ 55 w 16"/>
                <a:gd name="T1" fmla="*/ 239 h 59"/>
                <a:gd name="T2" fmla="*/ 68 w 16"/>
                <a:gd name="T3" fmla="*/ 94 h 59"/>
                <a:gd name="T4" fmla="*/ 0 w 16"/>
                <a:gd name="T5" fmla="*/ 0 h 59"/>
                <a:gd name="T6" fmla="*/ 42 w 16"/>
                <a:gd name="T7" fmla="*/ 223 h 5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59">
                  <a:moveTo>
                    <a:pt x="13" y="59"/>
                  </a:moveTo>
                  <a:cubicBezTo>
                    <a:pt x="12" y="52"/>
                    <a:pt x="3" y="22"/>
                    <a:pt x="16" y="23"/>
                  </a:cubicBezTo>
                  <a:cubicBezTo>
                    <a:pt x="7" y="18"/>
                    <a:pt x="5" y="10"/>
                    <a:pt x="0" y="0"/>
                  </a:cubicBezTo>
                  <a:cubicBezTo>
                    <a:pt x="3" y="19"/>
                    <a:pt x="7" y="37"/>
                    <a:pt x="10" y="55"/>
                  </a:cubicBezTo>
                </a:path>
              </a:pathLst>
            </a:custGeom>
            <a:solidFill>
              <a:srgbClr val="C17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675" name="Freeform 163">
              <a:extLst>
                <a:ext uri="{FF2B5EF4-FFF2-40B4-BE49-F238E27FC236}">
                  <a16:creationId xmlns:a16="http://schemas.microsoft.com/office/drawing/2014/main" id="{D3A9E751-ADA0-4836-B8B0-CEAD3E0922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4" y="722"/>
              <a:ext cx="243" cy="339"/>
            </a:xfrm>
            <a:custGeom>
              <a:avLst/>
              <a:gdLst>
                <a:gd name="T0" fmla="*/ 595 w 152"/>
                <a:gd name="T1" fmla="*/ 197 h 213"/>
                <a:gd name="T2" fmla="*/ 564 w 152"/>
                <a:gd name="T3" fmla="*/ 274 h 213"/>
                <a:gd name="T4" fmla="*/ 462 w 152"/>
                <a:gd name="T5" fmla="*/ 363 h 213"/>
                <a:gd name="T6" fmla="*/ 342 w 152"/>
                <a:gd name="T7" fmla="*/ 420 h 213"/>
                <a:gd name="T8" fmla="*/ 270 w 152"/>
                <a:gd name="T9" fmla="*/ 471 h 213"/>
                <a:gd name="T10" fmla="*/ 320 w 152"/>
                <a:gd name="T11" fmla="*/ 415 h 213"/>
                <a:gd name="T12" fmla="*/ 238 w 152"/>
                <a:gd name="T13" fmla="*/ 449 h 213"/>
                <a:gd name="T14" fmla="*/ 163 w 152"/>
                <a:gd name="T15" fmla="*/ 479 h 213"/>
                <a:gd name="T16" fmla="*/ 205 w 152"/>
                <a:gd name="T17" fmla="*/ 423 h 213"/>
                <a:gd name="T18" fmla="*/ 102 w 152"/>
                <a:gd name="T19" fmla="*/ 505 h 213"/>
                <a:gd name="T20" fmla="*/ 90 w 152"/>
                <a:gd name="T21" fmla="*/ 625 h 213"/>
                <a:gd name="T22" fmla="*/ 107 w 152"/>
                <a:gd name="T23" fmla="*/ 737 h 213"/>
                <a:gd name="T24" fmla="*/ 98 w 152"/>
                <a:gd name="T25" fmla="*/ 859 h 213"/>
                <a:gd name="T26" fmla="*/ 102 w 152"/>
                <a:gd name="T27" fmla="*/ 805 h 213"/>
                <a:gd name="T28" fmla="*/ 94 w 152"/>
                <a:gd name="T29" fmla="*/ 823 h 213"/>
                <a:gd name="T30" fmla="*/ 35 w 152"/>
                <a:gd name="T31" fmla="*/ 492 h 213"/>
                <a:gd name="T32" fmla="*/ 149 w 152"/>
                <a:gd name="T33" fmla="*/ 73 h 213"/>
                <a:gd name="T34" fmla="*/ 270 w 152"/>
                <a:gd name="T35" fmla="*/ 35 h 213"/>
                <a:gd name="T36" fmla="*/ 219 w 152"/>
                <a:gd name="T37" fmla="*/ 29 h 213"/>
                <a:gd name="T38" fmla="*/ 363 w 152"/>
                <a:gd name="T39" fmla="*/ 40 h 213"/>
                <a:gd name="T40" fmla="*/ 342 w 152"/>
                <a:gd name="T41" fmla="*/ 21 h 213"/>
                <a:gd name="T42" fmla="*/ 443 w 152"/>
                <a:gd name="T43" fmla="*/ 29 h 213"/>
                <a:gd name="T44" fmla="*/ 547 w 152"/>
                <a:gd name="T45" fmla="*/ 46 h 213"/>
                <a:gd name="T46" fmla="*/ 614 w 152"/>
                <a:gd name="T47" fmla="*/ 94 h 213"/>
                <a:gd name="T48" fmla="*/ 608 w 152"/>
                <a:gd name="T49" fmla="*/ 172 h 213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52" h="213">
                  <a:moveTo>
                    <a:pt x="146" y="49"/>
                  </a:moveTo>
                  <a:cubicBezTo>
                    <a:pt x="143" y="53"/>
                    <a:pt x="141" y="63"/>
                    <a:pt x="138" y="68"/>
                  </a:cubicBezTo>
                  <a:cubicBezTo>
                    <a:pt x="132" y="77"/>
                    <a:pt x="122" y="85"/>
                    <a:pt x="113" y="90"/>
                  </a:cubicBezTo>
                  <a:cubicBezTo>
                    <a:pt x="103" y="94"/>
                    <a:pt x="93" y="98"/>
                    <a:pt x="84" y="104"/>
                  </a:cubicBezTo>
                  <a:cubicBezTo>
                    <a:pt x="78" y="108"/>
                    <a:pt x="72" y="113"/>
                    <a:pt x="66" y="117"/>
                  </a:cubicBezTo>
                  <a:cubicBezTo>
                    <a:pt x="68" y="112"/>
                    <a:pt x="73" y="106"/>
                    <a:pt x="78" y="103"/>
                  </a:cubicBezTo>
                  <a:cubicBezTo>
                    <a:pt x="71" y="105"/>
                    <a:pt x="65" y="109"/>
                    <a:pt x="58" y="111"/>
                  </a:cubicBezTo>
                  <a:cubicBezTo>
                    <a:pt x="52" y="113"/>
                    <a:pt x="44" y="114"/>
                    <a:pt x="40" y="119"/>
                  </a:cubicBezTo>
                  <a:cubicBezTo>
                    <a:pt x="42" y="113"/>
                    <a:pt x="46" y="109"/>
                    <a:pt x="50" y="105"/>
                  </a:cubicBezTo>
                  <a:cubicBezTo>
                    <a:pt x="42" y="110"/>
                    <a:pt x="29" y="117"/>
                    <a:pt x="25" y="125"/>
                  </a:cubicBezTo>
                  <a:cubicBezTo>
                    <a:pt x="21" y="132"/>
                    <a:pt x="21" y="146"/>
                    <a:pt x="22" y="155"/>
                  </a:cubicBezTo>
                  <a:cubicBezTo>
                    <a:pt x="22" y="164"/>
                    <a:pt x="25" y="174"/>
                    <a:pt x="26" y="183"/>
                  </a:cubicBezTo>
                  <a:cubicBezTo>
                    <a:pt x="29" y="194"/>
                    <a:pt x="27" y="202"/>
                    <a:pt x="24" y="213"/>
                  </a:cubicBezTo>
                  <a:cubicBezTo>
                    <a:pt x="25" y="209"/>
                    <a:pt x="25" y="204"/>
                    <a:pt x="25" y="200"/>
                  </a:cubicBezTo>
                  <a:cubicBezTo>
                    <a:pt x="24" y="201"/>
                    <a:pt x="23" y="202"/>
                    <a:pt x="23" y="204"/>
                  </a:cubicBezTo>
                  <a:cubicBezTo>
                    <a:pt x="23" y="177"/>
                    <a:pt x="13" y="149"/>
                    <a:pt x="9" y="122"/>
                  </a:cubicBezTo>
                  <a:cubicBezTo>
                    <a:pt x="4" y="87"/>
                    <a:pt x="0" y="40"/>
                    <a:pt x="36" y="18"/>
                  </a:cubicBezTo>
                  <a:cubicBezTo>
                    <a:pt x="45" y="13"/>
                    <a:pt x="55" y="9"/>
                    <a:pt x="66" y="9"/>
                  </a:cubicBezTo>
                  <a:cubicBezTo>
                    <a:pt x="62" y="7"/>
                    <a:pt x="58" y="8"/>
                    <a:pt x="54" y="7"/>
                  </a:cubicBezTo>
                  <a:cubicBezTo>
                    <a:pt x="63" y="0"/>
                    <a:pt x="79" y="10"/>
                    <a:pt x="89" y="10"/>
                  </a:cubicBezTo>
                  <a:cubicBezTo>
                    <a:pt x="88" y="8"/>
                    <a:pt x="86" y="6"/>
                    <a:pt x="84" y="5"/>
                  </a:cubicBezTo>
                  <a:cubicBezTo>
                    <a:pt x="92" y="2"/>
                    <a:pt x="100" y="6"/>
                    <a:pt x="108" y="7"/>
                  </a:cubicBezTo>
                  <a:cubicBezTo>
                    <a:pt x="117" y="7"/>
                    <a:pt x="126" y="8"/>
                    <a:pt x="134" y="11"/>
                  </a:cubicBezTo>
                  <a:cubicBezTo>
                    <a:pt x="141" y="13"/>
                    <a:pt x="148" y="16"/>
                    <a:pt x="150" y="23"/>
                  </a:cubicBezTo>
                  <a:cubicBezTo>
                    <a:pt x="152" y="27"/>
                    <a:pt x="151" y="41"/>
                    <a:pt x="149" y="43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676" name="Freeform 164">
              <a:extLst>
                <a:ext uri="{FF2B5EF4-FFF2-40B4-BE49-F238E27FC236}">
                  <a16:creationId xmlns:a16="http://schemas.microsoft.com/office/drawing/2014/main" id="{E7AF7033-C182-43D3-8FB7-98D9D3C3F7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1" y="905"/>
              <a:ext cx="21" cy="132"/>
            </a:xfrm>
            <a:custGeom>
              <a:avLst/>
              <a:gdLst>
                <a:gd name="T0" fmla="*/ 29 w 13"/>
                <a:gd name="T1" fmla="*/ 21 h 83"/>
                <a:gd name="T2" fmla="*/ 21 w 13"/>
                <a:gd name="T3" fmla="*/ 60 h 83"/>
                <a:gd name="T4" fmla="*/ 21 w 13"/>
                <a:gd name="T5" fmla="*/ 102 h 83"/>
                <a:gd name="T6" fmla="*/ 47 w 13"/>
                <a:gd name="T7" fmla="*/ 184 h 83"/>
                <a:gd name="T8" fmla="*/ 29 w 13"/>
                <a:gd name="T9" fmla="*/ 162 h 83"/>
                <a:gd name="T10" fmla="*/ 34 w 13"/>
                <a:gd name="T11" fmla="*/ 205 h 83"/>
                <a:gd name="T12" fmla="*/ 50 w 13"/>
                <a:gd name="T13" fmla="*/ 266 h 83"/>
                <a:gd name="T14" fmla="*/ 39 w 13"/>
                <a:gd name="T15" fmla="*/ 232 h 83"/>
                <a:gd name="T16" fmla="*/ 39 w 13"/>
                <a:gd name="T17" fmla="*/ 334 h 83"/>
                <a:gd name="T18" fmla="*/ 5 w 13"/>
                <a:gd name="T19" fmla="*/ 164 h 83"/>
                <a:gd name="T20" fmla="*/ 0 w 13"/>
                <a:gd name="T21" fmla="*/ 89 h 83"/>
                <a:gd name="T22" fmla="*/ 21 w 13"/>
                <a:gd name="T23" fmla="*/ 0 h 8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3" h="83">
                  <a:moveTo>
                    <a:pt x="7" y="5"/>
                  </a:moveTo>
                  <a:cubicBezTo>
                    <a:pt x="8" y="7"/>
                    <a:pt x="5" y="12"/>
                    <a:pt x="5" y="15"/>
                  </a:cubicBezTo>
                  <a:cubicBezTo>
                    <a:pt x="4" y="18"/>
                    <a:pt x="4" y="22"/>
                    <a:pt x="5" y="25"/>
                  </a:cubicBezTo>
                  <a:cubicBezTo>
                    <a:pt x="6" y="32"/>
                    <a:pt x="10" y="39"/>
                    <a:pt x="11" y="46"/>
                  </a:cubicBezTo>
                  <a:cubicBezTo>
                    <a:pt x="10" y="44"/>
                    <a:pt x="9" y="41"/>
                    <a:pt x="7" y="40"/>
                  </a:cubicBezTo>
                  <a:cubicBezTo>
                    <a:pt x="9" y="43"/>
                    <a:pt x="8" y="47"/>
                    <a:pt x="8" y="51"/>
                  </a:cubicBezTo>
                  <a:cubicBezTo>
                    <a:pt x="9" y="56"/>
                    <a:pt x="12" y="61"/>
                    <a:pt x="12" y="66"/>
                  </a:cubicBezTo>
                  <a:cubicBezTo>
                    <a:pt x="11" y="64"/>
                    <a:pt x="10" y="60"/>
                    <a:pt x="9" y="58"/>
                  </a:cubicBezTo>
                  <a:cubicBezTo>
                    <a:pt x="10" y="66"/>
                    <a:pt x="13" y="76"/>
                    <a:pt x="9" y="83"/>
                  </a:cubicBezTo>
                  <a:cubicBezTo>
                    <a:pt x="8" y="69"/>
                    <a:pt x="3" y="55"/>
                    <a:pt x="1" y="41"/>
                  </a:cubicBezTo>
                  <a:cubicBezTo>
                    <a:pt x="0" y="35"/>
                    <a:pt x="0" y="28"/>
                    <a:pt x="0" y="22"/>
                  </a:cubicBezTo>
                  <a:cubicBezTo>
                    <a:pt x="0" y="14"/>
                    <a:pt x="3" y="7"/>
                    <a:pt x="5" y="0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677" name="Freeform 165">
              <a:extLst>
                <a:ext uri="{FF2B5EF4-FFF2-40B4-BE49-F238E27FC236}">
                  <a16:creationId xmlns:a16="http://schemas.microsoft.com/office/drawing/2014/main" id="{C308F7AA-36F9-4C6B-864A-01F3F76C439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9" y="940"/>
              <a:ext cx="32" cy="80"/>
            </a:xfrm>
            <a:custGeom>
              <a:avLst/>
              <a:gdLst>
                <a:gd name="T0" fmla="*/ 0 w 20"/>
                <a:gd name="T1" fmla="*/ 0 h 50"/>
                <a:gd name="T2" fmla="*/ 46 w 20"/>
                <a:gd name="T3" fmla="*/ 42 h 50"/>
                <a:gd name="T4" fmla="*/ 69 w 20"/>
                <a:gd name="T5" fmla="*/ 90 h 50"/>
                <a:gd name="T6" fmla="*/ 67 w 20"/>
                <a:gd name="T7" fmla="*/ 205 h 50"/>
                <a:gd name="T8" fmla="*/ 61 w 20"/>
                <a:gd name="T9" fmla="*/ 123 h 50"/>
                <a:gd name="T10" fmla="*/ 13 w 20"/>
                <a:gd name="T11" fmla="*/ 90 h 50"/>
                <a:gd name="T12" fmla="*/ 29 w 20"/>
                <a:gd name="T13" fmla="*/ 48 h 50"/>
                <a:gd name="T14" fmla="*/ 13 w 20"/>
                <a:gd name="T15" fmla="*/ 29 h 50"/>
                <a:gd name="T16" fmla="*/ 5 w 20"/>
                <a:gd name="T17" fmla="*/ 5 h 5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" h="50">
                  <a:moveTo>
                    <a:pt x="0" y="0"/>
                  </a:moveTo>
                  <a:cubicBezTo>
                    <a:pt x="4" y="1"/>
                    <a:pt x="9" y="7"/>
                    <a:pt x="11" y="10"/>
                  </a:cubicBezTo>
                  <a:cubicBezTo>
                    <a:pt x="14" y="13"/>
                    <a:pt x="15" y="17"/>
                    <a:pt x="17" y="22"/>
                  </a:cubicBezTo>
                  <a:cubicBezTo>
                    <a:pt x="20" y="31"/>
                    <a:pt x="16" y="40"/>
                    <a:pt x="16" y="50"/>
                  </a:cubicBezTo>
                  <a:cubicBezTo>
                    <a:pt x="16" y="43"/>
                    <a:pt x="16" y="36"/>
                    <a:pt x="15" y="30"/>
                  </a:cubicBezTo>
                  <a:cubicBezTo>
                    <a:pt x="14" y="22"/>
                    <a:pt x="9" y="22"/>
                    <a:pt x="3" y="22"/>
                  </a:cubicBezTo>
                  <a:cubicBezTo>
                    <a:pt x="6" y="19"/>
                    <a:pt x="11" y="16"/>
                    <a:pt x="7" y="12"/>
                  </a:cubicBezTo>
                  <a:cubicBezTo>
                    <a:pt x="5" y="10"/>
                    <a:pt x="4" y="10"/>
                    <a:pt x="3" y="7"/>
                  </a:cubicBezTo>
                  <a:cubicBezTo>
                    <a:pt x="2" y="5"/>
                    <a:pt x="1" y="3"/>
                    <a:pt x="1" y="1"/>
                  </a:cubicBezTo>
                </a:path>
              </a:pathLst>
            </a:custGeom>
            <a:solidFill>
              <a:srgbClr val="8E4C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678" name="Freeform 166">
              <a:extLst>
                <a:ext uri="{FF2B5EF4-FFF2-40B4-BE49-F238E27FC236}">
                  <a16:creationId xmlns:a16="http://schemas.microsoft.com/office/drawing/2014/main" id="{16F2B984-73CF-4642-AD0C-ECF2D71F8F5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6" y="943"/>
              <a:ext cx="18" cy="77"/>
            </a:xfrm>
            <a:custGeom>
              <a:avLst/>
              <a:gdLst>
                <a:gd name="T0" fmla="*/ 47 w 11"/>
                <a:gd name="T1" fmla="*/ 0 h 48"/>
                <a:gd name="T2" fmla="*/ 18 w 11"/>
                <a:gd name="T3" fmla="*/ 199 h 48"/>
                <a:gd name="T4" fmla="*/ 47 w 11"/>
                <a:gd name="T5" fmla="*/ 0 h 4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48">
                  <a:moveTo>
                    <a:pt x="11" y="0"/>
                  </a:moveTo>
                  <a:cubicBezTo>
                    <a:pt x="11" y="0"/>
                    <a:pt x="0" y="17"/>
                    <a:pt x="4" y="48"/>
                  </a:cubicBezTo>
                  <a:cubicBezTo>
                    <a:pt x="4" y="48"/>
                    <a:pt x="2" y="20"/>
                    <a:pt x="11" y="0"/>
                  </a:cubicBezTo>
                  <a:close/>
                </a:path>
              </a:pathLst>
            </a:custGeom>
            <a:solidFill>
              <a:srgbClr val="8E4C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679" name="Freeform 167">
              <a:extLst>
                <a:ext uri="{FF2B5EF4-FFF2-40B4-BE49-F238E27FC236}">
                  <a16:creationId xmlns:a16="http://schemas.microsoft.com/office/drawing/2014/main" id="{9AE518FD-B26F-40FF-9D0D-D9D627AAFBF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7" y="1074"/>
              <a:ext cx="6" cy="13"/>
            </a:xfrm>
            <a:custGeom>
              <a:avLst/>
              <a:gdLst>
                <a:gd name="T0" fmla="*/ 14 w 4"/>
                <a:gd name="T1" fmla="*/ 34 h 8"/>
                <a:gd name="T2" fmla="*/ 5 w 4"/>
                <a:gd name="T3" fmla="*/ 0 h 8"/>
                <a:gd name="T4" fmla="*/ 0 w 4"/>
                <a:gd name="T5" fmla="*/ 26 h 8"/>
                <a:gd name="T6" fmla="*/ 14 w 4"/>
                <a:gd name="T7" fmla="*/ 34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8">
                  <a:moveTo>
                    <a:pt x="4" y="8"/>
                  </a:moveTo>
                  <a:cubicBezTo>
                    <a:pt x="1" y="8"/>
                    <a:pt x="2" y="2"/>
                    <a:pt x="1" y="0"/>
                  </a:cubicBezTo>
                  <a:cubicBezTo>
                    <a:pt x="1" y="2"/>
                    <a:pt x="1" y="5"/>
                    <a:pt x="0" y="6"/>
                  </a:cubicBezTo>
                  <a:cubicBezTo>
                    <a:pt x="2" y="7"/>
                    <a:pt x="4" y="7"/>
                    <a:pt x="4" y="8"/>
                  </a:cubicBezTo>
                </a:path>
              </a:pathLst>
            </a:custGeom>
            <a:solidFill>
              <a:srgbClr val="8E4C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680" name="Freeform 168">
              <a:extLst>
                <a:ext uri="{FF2B5EF4-FFF2-40B4-BE49-F238E27FC236}">
                  <a16:creationId xmlns:a16="http://schemas.microsoft.com/office/drawing/2014/main" id="{C0AC4118-2E85-4BAF-9F22-2ED250808C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8" y="1075"/>
              <a:ext cx="5" cy="12"/>
            </a:xfrm>
            <a:custGeom>
              <a:avLst/>
              <a:gdLst>
                <a:gd name="T0" fmla="*/ 0 w 3"/>
                <a:gd name="T1" fmla="*/ 36 h 7"/>
                <a:gd name="T2" fmla="*/ 13 w 3"/>
                <a:gd name="T3" fmla="*/ 29 h 7"/>
                <a:gd name="T4" fmla="*/ 0 w 3"/>
                <a:gd name="T5" fmla="*/ 0 h 7"/>
                <a:gd name="T6" fmla="*/ 0 w 3"/>
                <a:gd name="T7" fmla="*/ 36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7">
                  <a:moveTo>
                    <a:pt x="0" y="7"/>
                  </a:moveTo>
                  <a:cubicBezTo>
                    <a:pt x="1" y="7"/>
                    <a:pt x="2" y="6"/>
                    <a:pt x="3" y="6"/>
                  </a:cubicBezTo>
                  <a:cubicBezTo>
                    <a:pt x="2" y="4"/>
                    <a:pt x="1" y="1"/>
                    <a:pt x="0" y="0"/>
                  </a:cubicBezTo>
                  <a:cubicBezTo>
                    <a:pt x="0" y="2"/>
                    <a:pt x="1" y="5"/>
                    <a:pt x="0" y="7"/>
                  </a:cubicBezTo>
                </a:path>
              </a:pathLst>
            </a:custGeom>
            <a:solidFill>
              <a:srgbClr val="C17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681" name="Freeform 169">
              <a:extLst>
                <a:ext uri="{FF2B5EF4-FFF2-40B4-BE49-F238E27FC236}">
                  <a16:creationId xmlns:a16="http://schemas.microsoft.com/office/drawing/2014/main" id="{0AEFEB37-08E0-4C69-B151-884B08C61FF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7" y="1034"/>
              <a:ext cx="17" cy="27"/>
            </a:xfrm>
            <a:custGeom>
              <a:avLst/>
              <a:gdLst>
                <a:gd name="T0" fmla="*/ 12 w 11"/>
                <a:gd name="T1" fmla="*/ 0 h 17"/>
                <a:gd name="T2" fmla="*/ 12 w 11"/>
                <a:gd name="T3" fmla="*/ 43 h 17"/>
                <a:gd name="T4" fmla="*/ 40 w 11"/>
                <a:gd name="T5" fmla="*/ 56 h 17"/>
                <a:gd name="T6" fmla="*/ 14 w 11"/>
                <a:gd name="T7" fmla="*/ 35 h 17"/>
                <a:gd name="T8" fmla="*/ 12 w 11"/>
                <a:gd name="T9" fmla="*/ 5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7">
                  <a:moveTo>
                    <a:pt x="3" y="0"/>
                  </a:moveTo>
                  <a:cubicBezTo>
                    <a:pt x="0" y="4"/>
                    <a:pt x="1" y="6"/>
                    <a:pt x="3" y="11"/>
                  </a:cubicBezTo>
                  <a:cubicBezTo>
                    <a:pt x="5" y="14"/>
                    <a:pt x="7" y="17"/>
                    <a:pt x="11" y="14"/>
                  </a:cubicBezTo>
                  <a:cubicBezTo>
                    <a:pt x="7" y="14"/>
                    <a:pt x="6" y="13"/>
                    <a:pt x="4" y="9"/>
                  </a:cubicBezTo>
                  <a:cubicBezTo>
                    <a:pt x="2" y="7"/>
                    <a:pt x="1" y="3"/>
                    <a:pt x="3" y="1"/>
                  </a:cubicBezTo>
                </a:path>
              </a:pathLst>
            </a:custGeom>
            <a:solidFill>
              <a:srgbClr val="C17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682" name="Freeform 170">
              <a:extLst>
                <a:ext uri="{FF2B5EF4-FFF2-40B4-BE49-F238E27FC236}">
                  <a16:creationId xmlns:a16="http://schemas.microsoft.com/office/drawing/2014/main" id="{2D211CD5-48B0-4CDD-A410-2179CEEAA1F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0" y="934"/>
              <a:ext cx="47" cy="60"/>
            </a:xfrm>
            <a:custGeom>
              <a:avLst/>
              <a:gdLst>
                <a:gd name="T0" fmla="*/ 61 w 30"/>
                <a:gd name="T1" fmla="*/ 103 h 38"/>
                <a:gd name="T2" fmla="*/ 66 w 30"/>
                <a:gd name="T3" fmla="*/ 82 h 38"/>
                <a:gd name="T4" fmla="*/ 61 w 30"/>
                <a:gd name="T5" fmla="*/ 68 h 38"/>
                <a:gd name="T6" fmla="*/ 47 w 30"/>
                <a:gd name="T7" fmla="*/ 55 h 38"/>
                <a:gd name="T8" fmla="*/ 39 w 30"/>
                <a:gd name="T9" fmla="*/ 33 h 38"/>
                <a:gd name="T10" fmla="*/ 0 w 30"/>
                <a:gd name="T11" fmla="*/ 0 h 38"/>
                <a:gd name="T12" fmla="*/ 20 w 30"/>
                <a:gd name="T13" fmla="*/ 5 h 38"/>
                <a:gd name="T14" fmla="*/ 34 w 30"/>
                <a:gd name="T15" fmla="*/ 8 h 38"/>
                <a:gd name="T16" fmla="*/ 74 w 30"/>
                <a:gd name="T17" fmla="*/ 22 h 38"/>
                <a:gd name="T18" fmla="*/ 116 w 30"/>
                <a:gd name="T19" fmla="*/ 107 h 38"/>
                <a:gd name="T20" fmla="*/ 111 w 30"/>
                <a:gd name="T21" fmla="*/ 150 h 38"/>
                <a:gd name="T22" fmla="*/ 94 w 30"/>
                <a:gd name="T23" fmla="*/ 103 h 38"/>
                <a:gd name="T24" fmla="*/ 66 w 30"/>
                <a:gd name="T25" fmla="*/ 103 h 3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0" h="38">
                  <a:moveTo>
                    <a:pt x="16" y="26"/>
                  </a:moveTo>
                  <a:cubicBezTo>
                    <a:pt x="17" y="25"/>
                    <a:pt x="17" y="23"/>
                    <a:pt x="17" y="21"/>
                  </a:cubicBezTo>
                  <a:cubicBezTo>
                    <a:pt x="18" y="19"/>
                    <a:pt x="16" y="18"/>
                    <a:pt x="16" y="17"/>
                  </a:cubicBezTo>
                  <a:cubicBezTo>
                    <a:pt x="15" y="16"/>
                    <a:pt x="13" y="15"/>
                    <a:pt x="12" y="14"/>
                  </a:cubicBezTo>
                  <a:cubicBezTo>
                    <a:pt x="11" y="12"/>
                    <a:pt x="11" y="10"/>
                    <a:pt x="10" y="8"/>
                  </a:cubicBezTo>
                  <a:cubicBezTo>
                    <a:pt x="7" y="5"/>
                    <a:pt x="3" y="3"/>
                    <a:pt x="0" y="0"/>
                  </a:cubicBezTo>
                  <a:cubicBezTo>
                    <a:pt x="1" y="0"/>
                    <a:pt x="3" y="1"/>
                    <a:pt x="5" y="1"/>
                  </a:cubicBezTo>
                  <a:cubicBezTo>
                    <a:pt x="6" y="2"/>
                    <a:pt x="8" y="2"/>
                    <a:pt x="9" y="2"/>
                  </a:cubicBezTo>
                  <a:cubicBezTo>
                    <a:pt x="13" y="3"/>
                    <a:pt x="16" y="4"/>
                    <a:pt x="19" y="6"/>
                  </a:cubicBezTo>
                  <a:cubicBezTo>
                    <a:pt x="25" y="11"/>
                    <a:pt x="29" y="19"/>
                    <a:pt x="30" y="27"/>
                  </a:cubicBezTo>
                  <a:cubicBezTo>
                    <a:pt x="30" y="31"/>
                    <a:pt x="30" y="35"/>
                    <a:pt x="29" y="38"/>
                  </a:cubicBezTo>
                  <a:cubicBezTo>
                    <a:pt x="28" y="34"/>
                    <a:pt x="28" y="28"/>
                    <a:pt x="24" y="26"/>
                  </a:cubicBezTo>
                  <a:cubicBezTo>
                    <a:pt x="22" y="24"/>
                    <a:pt x="19" y="25"/>
                    <a:pt x="17" y="26"/>
                  </a:cubicBezTo>
                </a:path>
              </a:pathLst>
            </a:custGeom>
            <a:solidFill>
              <a:srgbClr val="8E4C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683" name="Freeform 171">
              <a:extLst>
                <a:ext uri="{FF2B5EF4-FFF2-40B4-BE49-F238E27FC236}">
                  <a16:creationId xmlns:a16="http://schemas.microsoft.com/office/drawing/2014/main" id="{26E61BB3-B2AA-4CF0-9C05-01CC867A1E4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2" y="930"/>
              <a:ext cx="40" cy="23"/>
            </a:xfrm>
            <a:custGeom>
              <a:avLst/>
              <a:gdLst>
                <a:gd name="T0" fmla="*/ 94 w 25"/>
                <a:gd name="T1" fmla="*/ 62 h 14"/>
                <a:gd name="T2" fmla="*/ 74 w 25"/>
                <a:gd name="T3" fmla="*/ 41 h 14"/>
                <a:gd name="T4" fmla="*/ 42 w 25"/>
                <a:gd name="T5" fmla="*/ 20 h 14"/>
                <a:gd name="T6" fmla="*/ 0 w 25"/>
                <a:gd name="T7" fmla="*/ 8 h 14"/>
                <a:gd name="T8" fmla="*/ 48 w 25"/>
                <a:gd name="T9" fmla="*/ 8 h 14"/>
                <a:gd name="T10" fmla="*/ 102 w 25"/>
                <a:gd name="T11" fmla="*/ 43 h 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" h="14">
                  <a:moveTo>
                    <a:pt x="23" y="14"/>
                  </a:moveTo>
                  <a:cubicBezTo>
                    <a:pt x="22" y="13"/>
                    <a:pt x="19" y="11"/>
                    <a:pt x="18" y="9"/>
                  </a:cubicBezTo>
                  <a:cubicBezTo>
                    <a:pt x="15" y="8"/>
                    <a:pt x="13" y="5"/>
                    <a:pt x="10" y="4"/>
                  </a:cubicBezTo>
                  <a:cubicBezTo>
                    <a:pt x="7" y="3"/>
                    <a:pt x="3" y="3"/>
                    <a:pt x="0" y="2"/>
                  </a:cubicBezTo>
                  <a:cubicBezTo>
                    <a:pt x="3" y="0"/>
                    <a:pt x="9" y="1"/>
                    <a:pt x="12" y="2"/>
                  </a:cubicBezTo>
                  <a:cubicBezTo>
                    <a:pt x="16" y="3"/>
                    <a:pt x="21" y="8"/>
                    <a:pt x="25" y="10"/>
                  </a:cubicBezTo>
                </a:path>
              </a:pathLst>
            </a:custGeom>
            <a:solidFill>
              <a:srgbClr val="8E4C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</p:grpSp>
      <p:grpSp>
        <p:nvGrpSpPr>
          <p:cNvPr id="35842" name="adult-female-full-body-illustration">
            <a:extLst>
              <a:ext uri="{FF2B5EF4-FFF2-40B4-BE49-F238E27FC236}">
                <a16:creationId xmlns:a16="http://schemas.microsoft.com/office/drawing/2014/main" id="{F8879722-9EBA-42D6-9B76-0D1A19E94A32}"/>
              </a:ext>
            </a:extLst>
          </p:cNvPr>
          <p:cNvGrpSpPr>
            <a:grpSpLocks/>
          </p:cNvGrpSpPr>
          <p:nvPr/>
        </p:nvGrpSpPr>
        <p:grpSpPr bwMode="auto">
          <a:xfrm>
            <a:off x="4289425" y="1168400"/>
            <a:ext cx="1349375" cy="5276850"/>
            <a:chOff x="432" y="717"/>
            <a:chExt cx="850" cy="3324"/>
          </a:xfrm>
        </p:grpSpPr>
        <p:sp>
          <p:nvSpPr>
            <p:cNvPr id="36355" name="Freeform 173">
              <a:extLst>
                <a:ext uri="{FF2B5EF4-FFF2-40B4-BE49-F238E27FC236}">
                  <a16:creationId xmlns:a16="http://schemas.microsoft.com/office/drawing/2014/main" id="{ABEEB5DC-6320-458C-B580-0AB557AD1CFA}"/>
                </a:ext>
              </a:extLst>
            </p:cNvPr>
            <p:cNvSpPr>
              <a:spLocks/>
            </p:cNvSpPr>
            <p:nvPr/>
          </p:nvSpPr>
          <p:spPr bwMode="auto">
            <a:xfrm>
              <a:off x="989" y="4010"/>
              <a:ext cx="15" cy="15"/>
            </a:xfrm>
            <a:custGeom>
              <a:avLst/>
              <a:gdLst>
                <a:gd name="T0" fmla="*/ 42 w 9"/>
                <a:gd name="T1" fmla="*/ 33 h 9"/>
                <a:gd name="T2" fmla="*/ 0 w 9"/>
                <a:gd name="T3" fmla="*/ 28 h 9"/>
                <a:gd name="T4" fmla="*/ 42 w 9"/>
                <a:gd name="T5" fmla="*/ 33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9">
                  <a:moveTo>
                    <a:pt x="9" y="7"/>
                  </a:moveTo>
                  <a:cubicBezTo>
                    <a:pt x="7" y="9"/>
                    <a:pt x="2" y="9"/>
                    <a:pt x="0" y="6"/>
                  </a:cubicBezTo>
                  <a:cubicBezTo>
                    <a:pt x="1" y="0"/>
                    <a:pt x="9" y="3"/>
                    <a:pt x="9" y="7"/>
                  </a:cubicBezTo>
                  <a:close/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356" name="Freeform 174">
              <a:extLst>
                <a:ext uri="{FF2B5EF4-FFF2-40B4-BE49-F238E27FC236}">
                  <a16:creationId xmlns:a16="http://schemas.microsoft.com/office/drawing/2014/main" id="{12164491-AEE0-48B0-8E72-0BCAA3B2FB5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" y="1046"/>
              <a:ext cx="850" cy="2995"/>
            </a:xfrm>
            <a:custGeom>
              <a:avLst/>
              <a:gdLst>
                <a:gd name="T0" fmla="*/ 2274 w 511"/>
                <a:gd name="T1" fmla="*/ 3157 h 1817"/>
                <a:gd name="T2" fmla="*/ 2177 w 511"/>
                <a:gd name="T3" fmla="*/ 1797 h 1817"/>
                <a:gd name="T4" fmla="*/ 2026 w 511"/>
                <a:gd name="T5" fmla="*/ 567 h 1817"/>
                <a:gd name="T6" fmla="*/ 1722 w 511"/>
                <a:gd name="T7" fmla="*/ 435 h 1817"/>
                <a:gd name="T8" fmla="*/ 1386 w 511"/>
                <a:gd name="T9" fmla="*/ 35 h 1817"/>
                <a:gd name="T10" fmla="*/ 1173 w 511"/>
                <a:gd name="T11" fmla="*/ 185 h 1817"/>
                <a:gd name="T12" fmla="*/ 1123 w 511"/>
                <a:gd name="T13" fmla="*/ 173 h 1817"/>
                <a:gd name="T14" fmla="*/ 810 w 511"/>
                <a:gd name="T15" fmla="*/ 381 h 1817"/>
                <a:gd name="T16" fmla="*/ 506 w 511"/>
                <a:gd name="T17" fmla="*/ 462 h 1817"/>
                <a:gd name="T18" fmla="*/ 180 w 511"/>
                <a:gd name="T19" fmla="*/ 1263 h 1817"/>
                <a:gd name="T20" fmla="*/ 75 w 511"/>
                <a:gd name="T21" fmla="*/ 2817 h 1817"/>
                <a:gd name="T22" fmla="*/ 8 w 511"/>
                <a:gd name="T23" fmla="*/ 3897 h 1817"/>
                <a:gd name="T24" fmla="*/ 103 w 511"/>
                <a:gd name="T25" fmla="*/ 4132 h 1817"/>
                <a:gd name="T26" fmla="*/ 284 w 511"/>
                <a:gd name="T27" fmla="*/ 4170 h 1817"/>
                <a:gd name="T28" fmla="*/ 308 w 511"/>
                <a:gd name="T29" fmla="*/ 4094 h 1817"/>
                <a:gd name="T30" fmla="*/ 263 w 511"/>
                <a:gd name="T31" fmla="*/ 3565 h 1817"/>
                <a:gd name="T32" fmla="*/ 521 w 511"/>
                <a:gd name="T33" fmla="*/ 1706 h 1817"/>
                <a:gd name="T34" fmla="*/ 571 w 511"/>
                <a:gd name="T35" fmla="*/ 2451 h 1817"/>
                <a:gd name="T36" fmla="*/ 451 w 511"/>
                <a:gd name="T37" fmla="*/ 4421 h 1817"/>
                <a:gd name="T38" fmla="*/ 692 w 511"/>
                <a:gd name="T39" fmla="*/ 6681 h 1817"/>
                <a:gd name="T40" fmla="*/ 813 w 511"/>
                <a:gd name="T41" fmla="*/ 7744 h 1817"/>
                <a:gd name="T42" fmla="*/ 742 w 511"/>
                <a:gd name="T43" fmla="*/ 8083 h 1817"/>
                <a:gd name="T44" fmla="*/ 1101 w 511"/>
                <a:gd name="T45" fmla="*/ 8088 h 1817"/>
                <a:gd name="T46" fmla="*/ 1156 w 511"/>
                <a:gd name="T47" fmla="*/ 7673 h 1817"/>
                <a:gd name="T48" fmla="*/ 1076 w 511"/>
                <a:gd name="T49" fmla="*/ 7088 h 1817"/>
                <a:gd name="T50" fmla="*/ 1131 w 511"/>
                <a:gd name="T51" fmla="*/ 5062 h 1817"/>
                <a:gd name="T52" fmla="*/ 1131 w 511"/>
                <a:gd name="T53" fmla="*/ 3600 h 1817"/>
                <a:gd name="T54" fmla="*/ 1223 w 511"/>
                <a:gd name="T55" fmla="*/ 3597 h 1817"/>
                <a:gd name="T56" fmla="*/ 1221 w 511"/>
                <a:gd name="T57" fmla="*/ 5062 h 1817"/>
                <a:gd name="T58" fmla="*/ 1276 w 511"/>
                <a:gd name="T59" fmla="*/ 7088 h 1817"/>
                <a:gd name="T60" fmla="*/ 1193 w 511"/>
                <a:gd name="T61" fmla="*/ 7673 h 1817"/>
                <a:gd name="T62" fmla="*/ 1251 w 511"/>
                <a:gd name="T63" fmla="*/ 8088 h 1817"/>
                <a:gd name="T64" fmla="*/ 1610 w 511"/>
                <a:gd name="T65" fmla="*/ 8083 h 1817"/>
                <a:gd name="T66" fmla="*/ 1534 w 511"/>
                <a:gd name="T67" fmla="*/ 7744 h 1817"/>
                <a:gd name="T68" fmla="*/ 1660 w 511"/>
                <a:gd name="T69" fmla="*/ 6681 h 1817"/>
                <a:gd name="T70" fmla="*/ 1893 w 511"/>
                <a:gd name="T71" fmla="*/ 4464 h 1817"/>
                <a:gd name="T72" fmla="*/ 1768 w 511"/>
                <a:gd name="T73" fmla="*/ 2468 h 1817"/>
                <a:gd name="T74" fmla="*/ 1826 w 511"/>
                <a:gd name="T75" fmla="*/ 1701 h 1817"/>
                <a:gd name="T76" fmla="*/ 2089 w 511"/>
                <a:gd name="T77" fmla="*/ 3565 h 1817"/>
                <a:gd name="T78" fmla="*/ 2044 w 511"/>
                <a:gd name="T79" fmla="*/ 4094 h 1817"/>
                <a:gd name="T80" fmla="*/ 2068 w 511"/>
                <a:gd name="T81" fmla="*/ 4170 h 1817"/>
                <a:gd name="T82" fmla="*/ 2249 w 511"/>
                <a:gd name="T83" fmla="*/ 4132 h 1817"/>
                <a:gd name="T84" fmla="*/ 2344 w 511"/>
                <a:gd name="T85" fmla="*/ 3897 h 1817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511" h="1817">
                  <a:moveTo>
                    <a:pt x="509" y="870"/>
                  </a:moveTo>
                  <a:cubicBezTo>
                    <a:pt x="507" y="866"/>
                    <a:pt x="503" y="834"/>
                    <a:pt x="499" y="815"/>
                  </a:cubicBezTo>
                  <a:cubicBezTo>
                    <a:pt x="496" y="800"/>
                    <a:pt x="492" y="735"/>
                    <a:pt x="494" y="705"/>
                  </a:cubicBezTo>
                  <a:cubicBezTo>
                    <a:pt x="496" y="681"/>
                    <a:pt x="495" y="644"/>
                    <a:pt x="495" y="629"/>
                  </a:cubicBezTo>
                  <a:cubicBezTo>
                    <a:pt x="496" y="539"/>
                    <a:pt x="483" y="494"/>
                    <a:pt x="480" y="477"/>
                  </a:cubicBezTo>
                  <a:cubicBezTo>
                    <a:pt x="477" y="461"/>
                    <a:pt x="473" y="437"/>
                    <a:pt x="473" y="401"/>
                  </a:cubicBezTo>
                  <a:cubicBezTo>
                    <a:pt x="473" y="366"/>
                    <a:pt x="475" y="316"/>
                    <a:pt x="472" y="282"/>
                  </a:cubicBezTo>
                  <a:cubicBezTo>
                    <a:pt x="471" y="262"/>
                    <a:pt x="467" y="232"/>
                    <a:pt x="464" y="205"/>
                  </a:cubicBezTo>
                  <a:cubicBezTo>
                    <a:pt x="460" y="179"/>
                    <a:pt x="450" y="139"/>
                    <a:pt x="440" y="127"/>
                  </a:cubicBezTo>
                  <a:cubicBezTo>
                    <a:pt x="430" y="115"/>
                    <a:pt x="416" y="109"/>
                    <a:pt x="401" y="103"/>
                  </a:cubicBezTo>
                  <a:cubicBezTo>
                    <a:pt x="397" y="102"/>
                    <a:pt x="393" y="99"/>
                    <a:pt x="389" y="98"/>
                  </a:cubicBezTo>
                  <a:cubicBezTo>
                    <a:pt x="383" y="97"/>
                    <a:pt x="379" y="98"/>
                    <a:pt x="374" y="97"/>
                  </a:cubicBezTo>
                  <a:cubicBezTo>
                    <a:pt x="364" y="95"/>
                    <a:pt x="346" y="89"/>
                    <a:pt x="337" y="86"/>
                  </a:cubicBezTo>
                  <a:cubicBezTo>
                    <a:pt x="318" y="79"/>
                    <a:pt x="308" y="77"/>
                    <a:pt x="308" y="0"/>
                  </a:cubicBezTo>
                  <a:cubicBezTo>
                    <a:pt x="306" y="2"/>
                    <a:pt x="304" y="5"/>
                    <a:pt x="301" y="8"/>
                  </a:cubicBezTo>
                  <a:cubicBezTo>
                    <a:pt x="291" y="19"/>
                    <a:pt x="278" y="37"/>
                    <a:pt x="267" y="39"/>
                  </a:cubicBezTo>
                  <a:cubicBezTo>
                    <a:pt x="263" y="40"/>
                    <a:pt x="258" y="41"/>
                    <a:pt x="255" y="41"/>
                  </a:cubicBezTo>
                  <a:cubicBezTo>
                    <a:pt x="255" y="41"/>
                    <a:pt x="255" y="41"/>
                    <a:pt x="255" y="41"/>
                  </a:cubicBezTo>
                  <a:cubicBezTo>
                    <a:pt x="255" y="41"/>
                    <a:pt x="255" y="41"/>
                    <a:pt x="255" y="41"/>
                  </a:cubicBezTo>
                  <a:cubicBezTo>
                    <a:pt x="255" y="41"/>
                    <a:pt x="255" y="41"/>
                    <a:pt x="255" y="41"/>
                  </a:cubicBezTo>
                  <a:cubicBezTo>
                    <a:pt x="252" y="41"/>
                    <a:pt x="248" y="40"/>
                    <a:pt x="244" y="39"/>
                  </a:cubicBezTo>
                  <a:cubicBezTo>
                    <a:pt x="232" y="37"/>
                    <a:pt x="220" y="19"/>
                    <a:pt x="209" y="8"/>
                  </a:cubicBezTo>
                  <a:cubicBezTo>
                    <a:pt x="207" y="5"/>
                    <a:pt x="204" y="2"/>
                    <a:pt x="203" y="0"/>
                  </a:cubicBezTo>
                  <a:cubicBezTo>
                    <a:pt x="203" y="77"/>
                    <a:pt x="195" y="79"/>
                    <a:pt x="176" y="85"/>
                  </a:cubicBezTo>
                  <a:cubicBezTo>
                    <a:pt x="168" y="88"/>
                    <a:pt x="147" y="95"/>
                    <a:pt x="136" y="97"/>
                  </a:cubicBezTo>
                  <a:cubicBezTo>
                    <a:pt x="131" y="98"/>
                    <a:pt x="127" y="97"/>
                    <a:pt x="122" y="98"/>
                  </a:cubicBezTo>
                  <a:cubicBezTo>
                    <a:pt x="118" y="99"/>
                    <a:pt x="113" y="102"/>
                    <a:pt x="110" y="103"/>
                  </a:cubicBezTo>
                  <a:cubicBezTo>
                    <a:pt x="95" y="109"/>
                    <a:pt x="81" y="115"/>
                    <a:pt x="71" y="127"/>
                  </a:cubicBezTo>
                  <a:cubicBezTo>
                    <a:pt x="61" y="139"/>
                    <a:pt x="51" y="179"/>
                    <a:pt x="47" y="205"/>
                  </a:cubicBezTo>
                  <a:cubicBezTo>
                    <a:pt x="43" y="232"/>
                    <a:pt x="40" y="262"/>
                    <a:pt x="39" y="282"/>
                  </a:cubicBezTo>
                  <a:cubicBezTo>
                    <a:pt x="36" y="316"/>
                    <a:pt x="38" y="366"/>
                    <a:pt x="38" y="401"/>
                  </a:cubicBezTo>
                  <a:cubicBezTo>
                    <a:pt x="38" y="437"/>
                    <a:pt x="34" y="461"/>
                    <a:pt x="31" y="477"/>
                  </a:cubicBezTo>
                  <a:cubicBezTo>
                    <a:pt x="28" y="494"/>
                    <a:pt x="15" y="539"/>
                    <a:pt x="16" y="629"/>
                  </a:cubicBezTo>
                  <a:cubicBezTo>
                    <a:pt x="16" y="644"/>
                    <a:pt x="15" y="681"/>
                    <a:pt x="17" y="705"/>
                  </a:cubicBezTo>
                  <a:cubicBezTo>
                    <a:pt x="19" y="735"/>
                    <a:pt x="15" y="800"/>
                    <a:pt x="12" y="815"/>
                  </a:cubicBezTo>
                  <a:cubicBezTo>
                    <a:pt x="7" y="834"/>
                    <a:pt x="4" y="866"/>
                    <a:pt x="2" y="870"/>
                  </a:cubicBezTo>
                  <a:cubicBezTo>
                    <a:pt x="0" y="874"/>
                    <a:pt x="4" y="880"/>
                    <a:pt x="6" y="885"/>
                  </a:cubicBezTo>
                  <a:cubicBezTo>
                    <a:pt x="8" y="890"/>
                    <a:pt x="7" y="894"/>
                    <a:pt x="10" y="901"/>
                  </a:cubicBezTo>
                  <a:cubicBezTo>
                    <a:pt x="12" y="906"/>
                    <a:pt x="19" y="917"/>
                    <a:pt x="22" y="923"/>
                  </a:cubicBezTo>
                  <a:cubicBezTo>
                    <a:pt x="25" y="929"/>
                    <a:pt x="38" y="936"/>
                    <a:pt x="48" y="940"/>
                  </a:cubicBezTo>
                  <a:cubicBezTo>
                    <a:pt x="55" y="943"/>
                    <a:pt x="68" y="951"/>
                    <a:pt x="69" y="948"/>
                  </a:cubicBezTo>
                  <a:cubicBezTo>
                    <a:pt x="72" y="940"/>
                    <a:pt x="67" y="935"/>
                    <a:pt x="62" y="931"/>
                  </a:cubicBezTo>
                  <a:cubicBezTo>
                    <a:pt x="59" y="929"/>
                    <a:pt x="68" y="936"/>
                    <a:pt x="70" y="929"/>
                  </a:cubicBezTo>
                  <a:cubicBezTo>
                    <a:pt x="71" y="927"/>
                    <a:pt x="71" y="926"/>
                    <a:pt x="69" y="922"/>
                  </a:cubicBezTo>
                  <a:cubicBezTo>
                    <a:pt x="71" y="918"/>
                    <a:pt x="70" y="918"/>
                    <a:pt x="67" y="914"/>
                  </a:cubicBezTo>
                  <a:cubicBezTo>
                    <a:pt x="72" y="912"/>
                    <a:pt x="68" y="889"/>
                    <a:pt x="66" y="878"/>
                  </a:cubicBezTo>
                  <a:cubicBezTo>
                    <a:pt x="67" y="870"/>
                    <a:pt x="68" y="843"/>
                    <a:pt x="62" y="825"/>
                  </a:cubicBezTo>
                  <a:cubicBezTo>
                    <a:pt x="59" y="814"/>
                    <a:pt x="57" y="803"/>
                    <a:pt x="57" y="796"/>
                  </a:cubicBezTo>
                  <a:cubicBezTo>
                    <a:pt x="54" y="779"/>
                    <a:pt x="71" y="662"/>
                    <a:pt x="80" y="629"/>
                  </a:cubicBezTo>
                  <a:cubicBezTo>
                    <a:pt x="99" y="560"/>
                    <a:pt x="93" y="499"/>
                    <a:pt x="95" y="487"/>
                  </a:cubicBezTo>
                  <a:cubicBezTo>
                    <a:pt x="97" y="474"/>
                    <a:pt x="110" y="410"/>
                    <a:pt x="113" y="381"/>
                  </a:cubicBezTo>
                  <a:cubicBezTo>
                    <a:pt x="114" y="381"/>
                    <a:pt x="114" y="381"/>
                    <a:pt x="114" y="381"/>
                  </a:cubicBezTo>
                  <a:cubicBezTo>
                    <a:pt x="114" y="393"/>
                    <a:pt x="124" y="442"/>
                    <a:pt x="126" y="484"/>
                  </a:cubicBezTo>
                  <a:cubicBezTo>
                    <a:pt x="127" y="509"/>
                    <a:pt x="140" y="516"/>
                    <a:pt x="124" y="547"/>
                  </a:cubicBezTo>
                  <a:cubicBezTo>
                    <a:pt x="113" y="567"/>
                    <a:pt x="100" y="629"/>
                    <a:pt x="91" y="685"/>
                  </a:cubicBezTo>
                  <a:cubicBezTo>
                    <a:pt x="83" y="729"/>
                    <a:pt x="85" y="764"/>
                    <a:pt x="85" y="852"/>
                  </a:cubicBezTo>
                  <a:cubicBezTo>
                    <a:pt x="85" y="908"/>
                    <a:pt x="91" y="919"/>
                    <a:pt x="98" y="987"/>
                  </a:cubicBezTo>
                  <a:cubicBezTo>
                    <a:pt x="104" y="1044"/>
                    <a:pt x="130" y="1134"/>
                    <a:pt x="136" y="1175"/>
                  </a:cubicBezTo>
                  <a:cubicBezTo>
                    <a:pt x="142" y="1216"/>
                    <a:pt x="145" y="1237"/>
                    <a:pt x="147" y="1264"/>
                  </a:cubicBezTo>
                  <a:cubicBezTo>
                    <a:pt x="148" y="1291"/>
                    <a:pt x="132" y="1418"/>
                    <a:pt x="150" y="1492"/>
                  </a:cubicBezTo>
                  <a:cubicBezTo>
                    <a:pt x="168" y="1565"/>
                    <a:pt x="175" y="1612"/>
                    <a:pt x="179" y="1630"/>
                  </a:cubicBezTo>
                  <a:cubicBezTo>
                    <a:pt x="186" y="1669"/>
                    <a:pt x="180" y="1673"/>
                    <a:pt x="183" y="1693"/>
                  </a:cubicBezTo>
                  <a:cubicBezTo>
                    <a:pt x="186" y="1713"/>
                    <a:pt x="186" y="1710"/>
                    <a:pt x="177" y="1729"/>
                  </a:cubicBezTo>
                  <a:cubicBezTo>
                    <a:pt x="169" y="1742"/>
                    <a:pt x="156" y="1769"/>
                    <a:pt x="152" y="1775"/>
                  </a:cubicBezTo>
                  <a:cubicBezTo>
                    <a:pt x="147" y="1781"/>
                    <a:pt x="150" y="1787"/>
                    <a:pt x="152" y="1791"/>
                  </a:cubicBezTo>
                  <a:cubicBezTo>
                    <a:pt x="149" y="1800"/>
                    <a:pt x="158" y="1805"/>
                    <a:pt x="161" y="1805"/>
                  </a:cubicBezTo>
                  <a:cubicBezTo>
                    <a:pt x="160" y="1816"/>
                    <a:pt x="178" y="1815"/>
                    <a:pt x="182" y="1810"/>
                  </a:cubicBezTo>
                  <a:cubicBezTo>
                    <a:pt x="187" y="1816"/>
                    <a:pt x="201" y="1816"/>
                    <a:pt x="206" y="1809"/>
                  </a:cubicBezTo>
                  <a:cubicBezTo>
                    <a:pt x="215" y="1817"/>
                    <a:pt x="230" y="1817"/>
                    <a:pt x="239" y="1806"/>
                  </a:cubicBezTo>
                  <a:cubicBezTo>
                    <a:pt x="249" y="1795"/>
                    <a:pt x="250" y="1785"/>
                    <a:pt x="249" y="1774"/>
                  </a:cubicBezTo>
                  <a:cubicBezTo>
                    <a:pt x="248" y="1763"/>
                    <a:pt x="250" y="1760"/>
                    <a:pt x="252" y="1746"/>
                  </a:cubicBezTo>
                  <a:cubicBezTo>
                    <a:pt x="254" y="1733"/>
                    <a:pt x="256" y="1723"/>
                    <a:pt x="251" y="1713"/>
                  </a:cubicBezTo>
                  <a:cubicBezTo>
                    <a:pt x="247" y="1704"/>
                    <a:pt x="247" y="1700"/>
                    <a:pt x="247" y="1690"/>
                  </a:cubicBezTo>
                  <a:cubicBezTo>
                    <a:pt x="247" y="1680"/>
                    <a:pt x="250" y="1666"/>
                    <a:pt x="245" y="1654"/>
                  </a:cubicBezTo>
                  <a:cubicBezTo>
                    <a:pt x="239" y="1642"/>
                    <a:pt x="233" y="1614"/>
                    <a:pt x="234" y="1583"/>
                  </a:cubicBezTo>
                  <a:cubicBezTo>
                    <a:pt x="235" y="1552"/>
                    <a:pt x="255" y="1378"/>
                    <a:pt x="247" y="1318"/>
                  </a:cubicBezTo>
                  <a:cubicBezTo>
                    <a:pt x="238" y="1258"/>
                    <a:pt x="241" y="1246"/>
                    <a:pt x="244" y="1226"/>
                  </a:cubicBezTo>
                  <a:cubicBezTo>
                    <a:pt x="246" y="1206"/>
                    <a:pt x="251" y="1173"/>
                    <a:pt x="246" y="1130"/>
                  </a:cubicBezTo>
                  <a:cubicBezTo>
                    <a:pt x="244" y="1113"/>
                    <a:pt x="245" y="1044"/>
                    <a:pt x="245" y="974"/>
                  </a:cubicBezTo>
                  <a:cubicBezTo>
                    <a:pt x="246" y="928"/>
                    <a:pt x="257" y="817"/>
                    <a:pt x="246" y="805"/>
                  </a:cubicBezTo>
                  <a:cubicBezTo>
                    <a:pt x="246" y="804"/>
                    <a:pt x="246" y="804"/>
                    <a:pt x="246" y="804"/>
                  </a:cubicBezTo>
                  <a:cubicBezTo>
                    <a:pt x="249" y="805"/>
                    <a:pt x="252" y="806"/>
                    <a:pt x="255" y="806"/>
                  </a:cubicBezTo>
                  <a:cubicBezTo>
                    <a:pt x="255" y="806"/>
                    <a:pt x="255" y="806"/>
                    <a:pt x="255" y="806"/>
                  </a:cubicBezTo>
                  <a:cubicBezTo>
                    <a:pt x="258" y="806"/>
                    <a:pt x="262" y="805"/>
                    <a:pt x="266" y="803"/>
                  </a:cubicBezTo>
                  <a:cubicBezTo>
                    <a:pt x="265" y="805"/>
                    <a:pt x="265" y="805"/>
                    <a:pt x="265" y="805"/>
                  </a:cubicBezTo>
                  <a:cubicBezTo>
                    <a:pt x="254" y="817"/>
                    <a:pt x="265" y="928"/>
                    <a:pt x="265" y="974"/>
                  </a:cubicBezTo>
                  <a:cubicBezTo>
                    <a:pt x="266" y="1044"/>
                    <a:pt x="266" y="1113"/>
                    <a:pt x="265" y="1130"/>
                  </a:cubicBezTo>
                  <a:cubicBezTo>
                    <a:pt x="260" y="1173"/>
                    <a:pt x="265" y="1206"/>
                    <a:pt x="267" y="1226"/>
                  </a:cubicBezTo>
                  <a:cubicBezTo>
                    <a:pt x="269" y="1246"/>
                    <a:pt x="273" y="1258"/>
                    <a:pt x="264" y="1318"/>
                  </a:cubicBezTo>
                  <a:cubicBezTo>
                    <a:pt x="255" y="1378"/>
                    <a:pt x="276" y="1552"/>
                    <a:pt x="277" y="1583"/>
                  </a:cubicBezTo>
                  <a:cubicBezTo>
                    <a:pt x="278" y="1614"/>
                    <a:pt x="272" y="1642"/>
                    <a:pt x="266" y="1654"/>
                  </a:cubicBezTo>
                  <a:cubicBezTo>
                    <a:pt x="261" y="1666"/>
                    <a:pt x="264" y="1680"/>
                    <a:pt x="264" y="1690"/>
                  </a:cubicBezTo>
                  <a:cubicBezTo>
                    <a:pt x="264" y="1700"/>
                    <a:pt x="264" y="1704"/>
                    <a:pt x="259" y="1713"/>
                  </a:cubicBezTo>
                  <a:cubicBezTo>
                    <a:pt x="255" y="1723"/>
                    <a:pt x="257" y="1733"/>
                    <a:pt x="259" y="1746"/>
                  </a:cubicBezTo>
                  <a:cubicBezTo>
                    <a:pt x="261" y="1760"/>
                    <a:pt x="263" y="1763"/>
                    <a:pt x="262" y="1774"/>
                  </a:cubicBezTo>
                  <a:cubicBezTo>
                    <a:pt x="261" y="1785"/>
                    <a:pt x="262" y="1795"/>
                    <a:pt x="272" y="1806"/>
                  </a:cubicBezTo>
                  <a:cubicBezTo>
                    <a:pt x="281" y="1817"/>
                    <a:pt x="296" y="1817"/>
                    <a:pt x="305" y="1809"/>
                  </a:cubicBezTo>
                  <a:cubicBezTo>
                    <a:pt x="310" y="1816"/>
                    <a:pt x="323" y="1816"/>
                    <a:pt x="329" y="1810"/>
                  </a:cubicBezTo>
                  <a:cubicBezTo>
                    <a:pt x="333" y="1815"/>
                    <a:pt x="351" y="1816"/>
                    <a:pt x="350" y="1805"/>
                  </a:cubicBezTo>
                  <a:cubicBezTo>
                    <a:pt x="353" y="1805"/>
                    <a:pt x="362" y="1800"/>
                    <a:pt x="359" y="1791"/>
                  </a:cubicBezTo>
                  <a:cubicBezTo>
                    <a:pt x="361" y="1787"/>
                    <a:pt x="363" y="1781"/>
                    <a:pt x="359" y="1775"/>
                  </a:cubicBezTo>
                  <a:cubicBezTo>
                    <a:pt x="355" y="1769"/>
                    <a:pt x="341" y="1742"/>
                    <a:pt x="333" y="1729"/>
                  </a:cubicBezTo>
                  <a:cubicBezTo>
                    <a:pt x="324" y="1710"/>
                    <a:pt x="325" y="1713"/>
                    <a:pt x="328" y="1693"/>
                  </a:cubicBezTo>
                  <a:cubicBezTo>
                    <a:pt x="331" y="1673"/>
                    <a:pt x="324" y="1669"/>
                    <a:pt x="332" y="1630"/>
                  </a:cubicBezTo>
                  <a:cubicBezTo>
                    <a:pt x="335" y="1612"/>
                    <a:pt x="343" y="1565"/>
                    <a:pt x="361" y="1492"/>
                  </a:cubicBezTo>
                  <a:cubicBezTo>
                    <a:pt x="378" y="1418"/>
                    <a:pt x="362" y="1291"/>
                    <a:pt x="364" y="1264"/>
                  </a:cubicBezTo>
                  <a:cubicBezTo>
                    <a:pt x="366" y="1237"/>
                    <a:pt x="368" y="1216"/>
                    <a:pt x="375" y="1175"/>
                  </a:cubicBezTo>
                  <a:cubicBezTo>
                    <a:pt x="381" y="1134"/>
                    <a:pt x="404" y="1054"/>
                    <a:pt x="411" y="997"/>
                  </a:cubicBezTo>
                  <a:cubicBezTo>
                    <a:pt x="419" y="932"/>
                    <a:pt x="423" y="911"/>
                    <a:pt x="425" y="854"/>
                  </a:cubicBezTo>
                  <a:cubicBezTo>
                    <a:pt x="428" y="773"/>
                    <a:pt x="427" y="729"/>
                    <a:pt x="420" y="685"/>
                  </a:cubicBezTo>
                  <a:cubicBezTo>
                    <a:pt x="411" y="629"/>
                    <a:pt x="395" y="571"/>
                    <a:pt x="384" y="551"/>
                  </a:cubicBezTo>
                  <a:cubicBezTo>
                    <a:pt x="367" y="518"/>
                    <a:pt x="386" y="488"/>
                    <a:pt x="387" y="463"/>
                  </a:cubicBezTo>
                  <a:cubicBezTo>
                    <a:pt x="387" y="444"/>
                    <a:pt x="395" y="415"/>
                    <a:pt x="397" y="380"/>
                  </a:cubicBezTo>
                  <a:cubicBezTo>
                    <a:pt x="397" y="380"/>
                    <a:pt x="397" y="380"/>
                    <a:pt x="397" y="380"/>
                  </a:cubicBezTo>
                  <a:cubicBezTo>
                    <a:pt x="401" y="409"/>
                    <a:pt x="414" y="474"/>
                    <a:pt x="416" y="487"/>
                  </a:cubicBezTo>
                  <a:cubicBezTo>
                    <a:pt x="418" y="499"/>
                    <a:pt x="412" y="560"/>
                    <a:pt x="431" y="629"/>
                  </a:cubicBezTo>
                  <a:cubicBezTo>
                    <a:pt x="440" y="662"/>
                    <a:pt x="457" y="779"/>
                    <a:pt x="454" y="796"/>
                  </a:cubicBezTo>
                  <a:cubicBezTo>
                    <a:pt x="454" y="803"/>
                    <a:pt x="452" y="814"/>
                    <a:pt x="449" y="825"/>
                  </a:cubicBezTo>
                  <a:cubicBezTo>
                    <a:pt x="443" y="843"/>
                    <a:pt x="444" y="870"/>
                    <a:pt x="444" y="878"/>
                  </a:cubicBezTo>
                  <a:cubicBezTo>
                    <a:pt x="442" y="889"/>
                    <a:pt x="439" y="912"/>
                    <a:pt x="444" y="914"/>
                  </a:cubicBezTo>
                  <a:cubicBezTo>
                    <a:pt x="441" y="918"/>
                    <a:pt x="440" y="918"/>
                    <a:pt x="441" y="922"/>
                  </a:cubicBezTo>
                  <a:cubicBezTo>
                    <a:pt x="440" y="926"/>
                    <a:pt x="440" y="927"/>
                    <a:pt x="441" y="929"/>
                  </a:cubicBezTo>
                  <a:cubicBezTo>
                    <a:pt x="443" y="936"/>
                    <a:pt x="452" y="929"/>
                    <a:pt x="449" y="931"/>
                  </a:cubicBezTo>
                  <a:cubicBezTo>
                    <a:pt x="443" y="935"/>
                    <a:pt x="439" y="940"/>
                    <a:pt x="441" y="948"/>
                  </a:cubicBezTo>
                  <a:cubicBezTo>
                    <a:pt x="443" y="951"/>
                    <a:pt x="456" y="943"/>
                    <a:pt x="463" y="940"/>
                  </a:cubicBezTo>
                  <a:cubicBezTo>
                    <a:pt x="473" y="936"/>
                    <a:pt x="486" y="929"/>
                    <a:pt x="489" y="923"/>
                  </a:cubicBezTo>
                  <a:cubicBezTo>
                    <a:pt x="492" y="917"/>
                    <a:pt x="499" y="906"/>
                    <a:pt x="501" y="901"/>
                  </a:cubicBezTo>
                  <a:cubicBezTo>
                    <a:pt x="504" y="894"/>
                    <a:pt x="503" y="890"/>
                    <a:pt x="505" y="885"/>
                  </a:cubicBezTo>
                  <a:cubicBezTo>
                    <a:pt x="507" y="880"/>
                    <a:pt x="511" y="874"/>
                    <a:pt x="509" y="870"/>
                  </a:cubicBezTo>
                </a:path>
              </a:pathLst>
            </a:custGeom>
            <a:solidFill>
              <a:srgbClr val="A961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357" name="Freeform 175">
              <a:extLst>
                <a:ext uri="{FF2B5EF4-FFF2-40B4-BE49-F238E27FC236}">
                  <a16:creationId xmlns:a16="http://schemas.microsoft.com/office/drawing/2014/main" id="{D4CCC4CE-8945-4C28-AD66-EA6DFD673F0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" y="1046"/>
              <a:ext cx="850" cy="2995"/>
            </a:xfrm>
            <a:custGeom>
              <a:avLst/>
              <a:gdLst>
                <a:gd name="T0" fmla="*/ 2274 w 511"/>
                <a:gd name="T1" fmla="*/ 3157 h 1817"/>
                <a:gd name="T2" fmla="*/ 2177 w 511"/>
                <a:gd name="T3" fmla="*/ 1797 h 1817"/>
                <a:gd name="T4" fmla="*/ 2026 w 511"/>
                <a:gd name="T5" fmla="*/ 567 h 1817"/>
                <a:gd name="T6" fmla="*/ 1722 w 511"/>
                <a:gd name="T7" fmla="*/ 435 h 1817"/>
                <a:gd name="T8" fmla="*/ 1386 w 511"/>
                <a:gd name="T9" fmla="*/ 35 h 1817"/>
                <a:gd name="T10" fmla="*/ 1173 w 511"/>
                <a:gd name="T11" fmla="*/ 185 h 1817"/>
                <a:gd name="T12" fmla="*/ 1123 w 511"/>
                <a:gd name="T13" fmla="*/ 173 h 1817"/>
                <a:gd name="T14" fmla="*/ 810 w 511"/>
                <a:gd name="T15" fmla="*/ 381 h 1817"/>
                <a:gd name="T16" fmla="*/ 506 w 511"/>
                <a:gd name="T17" fmla="*/ 462 h 1817"/>
                <a:gd name="T18" fmla="*/ 180 w 511"/>
                <a:gd name="T19" fmla="*/ 1263 h 1817"/>
                <a:gd name="T20" fmla="*/ 75 w 511"/>
                <a:gd name="T21" fmla="*/ 2817 h 1817"/>
                <a:gd name="T22" fmla="*/ 8 w 511"/>
                <a:gd name="T23" fmla="*/ 3897 h 1817"/>
                <a:gd name="T24" fmla="*/ 103 w 511"/>
                <a:gd name="T25" fmla="*/ 4132 h 1817"/>
                <a:gd name="T26" fmla="*/ 284 w 511"/>
                <a:gd name="T27" fmla="*/ 4170 h 1817"/>
                <a:gd name="T28" fmla="*/ 308 w 511"/>
                <a:gd name="T29" fmla="*/ 4094 h 1817"/>
                <a:gd name="T30" fmla="*/ 263 w 511"/>
                <a:gd name="T31" fmla="*/ 3565 h 1817"/>
                <a:gd name="T32" fmla="*/ 521 w 511"/>
                <a:gd name="T33" fmla="*/ 1706 h 1817"/>
                <a:gd name="T34" fmla="*/ 571 w 511"/>
                <a:gd name="T35" fmla="*/ 2451 h 1817"/>
                <a:gd name="T36" fmla="*/ 451 w 511"/>
                <a:gd name="T37" fmla="*/ 4421 h 1817"/>
                <a:gd name="T38" fmla="*/ 692 w 511"/>
                <a:gd name="T39" fmla="*/ 6681 h 1817"/>
                <a:gd name="T40" fmla="*/ 813 w 511"/>
                <a:gd name="T41" fmla="*/ 7744 h 1817"/>
                <a:gd name="T42" fmla="*/ 742 w 511"/>
                <a:gd name="T43" fmla="*/ 8083 h 1817"/>
                <a:gd name="T44" fmla="*/ 1101 w 511"/>
                <a:gd name="T45" fmla="*/ 8088 h 1817"/>
                <a:gd name="T46" fmla="*/ 1156 w 511"/>
                <a:gd name="T47" fmla="*/ 7673 h 1817"/>
                <a:gd name="T48" fmla="*/ 1076 w 511"/>
                <a:gd name="T49" fmla="*/ 7088 h 1817"/>
                <a:gd name="T50" fmla="*/ 1131 w 511"/>
                <a:gd name="T51" fmla="*/ 5062 h 1817"/>
                <a:gd name="T52" fmla="*/ 1131 w 511"/>
                <a:gd name="T53" fmla="*/ 3600 h 1817"/>
                <a:gd name="T54" fmla="*/ 1223 w 511"/>
                <a:gd name="T55" fmla="*/ 3597 h 1817"/>
                <a:gd name="T56" fmla="*/ 1221 w 511"/>
                <a:gd name="T57" fmla="*/ 5062 h 1817"/>
                <a:gd name="T58" fmla="*/ 1276 w 511"/>
                <a:gd name="T59" fmla="*/ 7088 h 1817"/>
                <a:gd name="T60" fmla="*/ 1193 w 511"/>
                <a:gd name="T61" fmla="*/ 7673 h 1817"/>
                <a:gd name="T62" fmla="*/ 1251 w 511"/>
                <a:gd name="T63" fmla="*/ 8088 h 1817"/>
                <a:gd name="T64" fmla="*/ 1610 w 511"/>
                <a:gd name="T65" fmla="*/ 8083 h 1817"/>
                <a:gd name="T66" fmla="*/ 1534 w 511"/>
                <a:gd name="T67" fmla="*/ 7744 h 1817"/>
                <a:gd name="T68" fmla="*/ 1660 w 511"/>
                <a:gd name="T69" fmla="*/ 6681 h 1817"/>
                <a:gd name="T70" fmla="*/ 1893 w 511"/>
                <a:gd name="T71" fmla="*/ 4464 h 1817"/>
                <a:gd name="T72" fmla="*/ 1768 w 511"/>
                <a:gd name="T73" fmla="*/ 2468 h 1817"/>
                <a:gd name="T74" fmla="*/ 1826 w 511"/>
                <a:gd name="T75" fmla="*/ 1701 h 1817"/>
                <a:gd name="T76" fmla="*/ 2089 w 511"/>
                <a:gd name="T77" fmla="*/ 3565 h 1817"/>
                <a:gd name="T78" fmla="*/ 2044 w 511"/>
                <a:gd name="T79" fmla="*/ 4094 h 1817"/>
                <a:gd name="T80" fmla="*/ 2068 w 511"/>
                <a:gd name="T81" fmla="*/ 4170 h 1817"/>
                <a:gd name="T82" fmla="*/ 2249 w 511"/>
                <a:gd name="T83" fmla="*/ 4132 h 1817"/>
                <a:gd name="T84" fmla="*/ 2344 w 511"/>
                <a:gd name="T85" fmla="*/ 3897 h 1817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511" h="1817">
                  <a:moveTo>
                    <a:pt x="509" y="870"/>
                  </a:moveTo>
                  <a:cubicBezTo>
                    <a:pt x="507" y="866"/>
                    <a:pt x="503" y="834"/>
                    <a:pt x="499" y="815"/>
                  </a:cubicBezTo>
                  <a:cubicBezTo>
                    <a:pt x="496" y="800"/>
                    <a:pt x="492" y="735"/>
                    <a:pt x="494" y="705"/>
                  </a:cubicBezTo>
                  <a:cubicBezTo>
                    <a:pt x="496" y="681"/>
                    <a:pt x="495" y="644"/>
                    <a:pt x="495" y="629"/>
                  </a:cubicBezTo>
                  <a:cubicBezTo>
                    <a:pt x="496" y="539"/>
                    <a:pt x="483" y="494"/>
                    <a:pt x="480" y="477"/>
                  </a:cubicBezTo>
                  <a:cubicBezTo>
                    <a:pt x="477" y="461"/>
                    <a:pt x="473" y="437"/>
                    <a:pt x="473" y="401"/>
                  </a:cubicBezTo>
                  <a:cubicBezTo>
                    <a:pt x="473" y="366"/>
                    <a:pt x="475" y="316"/>
                    <a:pt x="472" y="282"/>
                  </a:cubicBezTo>
                  <a:cubicBezTo>
                    <a:pt x="471" y="262"/>
                    <a:pt x="467" y="232"/>
                    <a:pt x="464" y="205"/>
                  </a:cubicBezTo>
                  <a:cubicBezTo>
                    <a:pt x="460" y="179"/>
                    <a:pt x="450" y="139"/>
                    <a:pt x="440" y="127"/>
                  </a:cubicBezTo>
                  <a:cubicBezTo>
                    <a:pt x="430" y="115"/>
                    <a:pt x="416" y="109"/>
                    <a:pt x="401" y="103"/>
                  </a:cubicBezTo>
                  <a:cubicBezTo>
                    <a:pt x="397" y="102"/>
                    <a:pt x="393" y="99"/>
                    <a:pt x="389" y="98"/>
                  </a:cubicBezTo>
                  <a:cubicBezTo>
                    <a:pt x="383" y="97"/>
                    <a:pt x="379" y="98"/>
                    <a:pt x="374" y="97"/>
                  </a:cubicBezTo>
                  <a:cubicBezTo>
                    <a:pt x="364" y="95"/>
                    <a:pt x="346" y="89"/>
                    <a:pt x="337" y="86"/>
                  </a:cubicBezTo>
                  <a:cubicBezTo>
                    <a:pt x="318" y="79"/>
                    <a:pt x="308" y="77"/>
                    <a:pt x="308" y="0"/>
                  </a:cubicBezTo>
                  <a:cubicBezTo>
                    <a:pt x="306" y="2"/>
                    <a:pt x="304" y="5"/>
                    <a:pt x="301" y="8"/>
                  </a:cubicBezTo>
                  <a:cubicBezTo>
                    <a:pt x="291" y="19"/>
                    <a:pt x="278" y="37"/>
                    <a:pt x="267" y="39"/>
                  </a:cubicBezTo>
                  <a:cubicBezTo>
                    <a:pt x="263" y="40"/>
                    <a:pt x="258" y="41"/>
                    <a:pt x="255" y="41"/>
                  </a:cubicBezTo>
                  <a:cubicBezTo>
                    <a:pt x="255" y="41"/>
                    <a:pt x="255" y="41"/>
                    <a:pt x="255" y="41"/>
                  </a:cubicBezTo>
                  <a:cubicBezTo>
                    <a:pt x="255" y="41"/>
                    <a:pt x="255" y="41"/>
                    <a:pt x="255" y="41"/>
                  </a:cubicBezTo>
                  <a:cubicBezTo>
                    <a:pt x="255" y="41"/>
                    <a:pt x="255" y="41"/>
                    <a:pt x="255" y="41"/>
                  </a:cubicBezTo>
                  <a:cubicBezTo>
                    <a:pt x="252" y="41"/>
                    <a:pt x="248" y="40"/>
                    <a:pt x="244" y="39"/>
                  </a:cubicBezTo>
                  <a:cubicBezTo>
                    <a:pt x="232" y="37"/>
                    <a:pt x="220" y="19"/>
                    <a:pt x="209" y="8"/>
                  </a:cubicBezTo>
                  <a:cubicBezTo>
                    <a:pt x="207" y="5"/>
                    <a:pt x="204" y="2"/>
                    <a:pt x="203" y="0"/>
                  </a:cubicBezTo>
                  <a:cubicBezTo>
                    <a:pt x="203" y="77"/>
                    <a:pt x="195" y="79"/>
                    <a:pt x="176" y="85"/>
                  </a:cubicBezTo>
                  <a:cubicBezTo>
                    <a:pt x="168" y="88"/>
                    <a:pt x="147" y="95"/>
                    <a:pt x="136" y="97"/>
                  </a:cubicBezTo>
                  <a:cubicBezTo>
                    <a:pt x="131" y="98"/>
                    <a:pt x="127" y="97"/>
                    <a:pt x="122" y="98"/>
                  </a:cubicBezTo>
                  <a:cubicBezTo>
                    <a:pt x="118" y="99"/>
                    <a:pt x="113" y="102"/>
                    <a:pt x="110" y="103"/>
                  </a:cubicBezTo>
                  <a:cubicBezTo>
                    <a:pt x="95" y="109"/>
                    <a:pt x="81" y="115"/>
                    <a:pt x="71" y="127"/>
                  </a:cubicBezTo>
                  <a:cubicBezTo>
                    <a:pt x="61" y="139"/>
                    <a:pt x="51" y="179"/>
                    <a:pt x="47" y="205"/>
                  </a:cubicBezTo>
                  <a:cubicBezTo>
                    <a:pt x="43" y="232"/>
                    <a:pt x="40" y="262"/>
                    <a:pt x="39" y="282"/>
                  </a:cubicBezTo>
                  <a:cubicBezTo>
                    <a:pt x="36" y="316"/>
                    <a:pt x="38" y="366"/>
                    <a:pt x="38" y="401"/>
                  </a:cubicBezTo>
                  <a:cubicBezTo>
                    <a:pt x="38" y="437"/>
                    <a:pt x="34" y="461"/>
                    <a:pt x="31" y="477"/>
                  </a:cubicBezTo>
                  <a:cubicBezTo>
                    <a:pt x="28" y="494"/>
                    <a:pt x="15" y="539"/>
                    <a:pt x="16" y="629"/>
                  </a:cubicBezTo>
                  <a:cubicBezTo>
                    <a:pt x="16" y="644"/>
                    <a:pt x="15" y="681"/>
                    <a:pt x="17" y="705"/>
                  </a:cubicBezTo>
                  <a:cubicBezTo>
                    <a:pt x="19" y="735"/>
                    <a:pt x="15" y="800"/>
                    <a:pt x="12" y="815"/>
                  </a:cubicBezTo>
                  <a:cubicBezTo>
                    <a:pt x="7" y="834"/>
                    <a:pt x="4" y="866"/>
                    <a:pt x="2" y="870"/>
                  </a:cubicBezTo>
                  <a:cubicBezTo>
                    <a:pt x="0" y="874"/>
                    <a:pt x="4" y="880"/>
                    <a:pt x="6" y="885"/>
                  </a:cubicBezTo>
                  <a:cubicBezTo>
                    <a:pt x="8" y="890"/>
                    <a:pt x="7" y="894"/>
                    <a:pt x="10" y="901"/>
                  </a:cubicBezTo>
                  <a:cubicBezTo>
                    <a:pt x="12" y="906"/>
                    <a:pt x="19" y="917"/>
                    <a:pt x="22" y="923"/>
                  </a:cubicBezTo>
                  <a:cubicBezTo>
                    <a:pt x="25" y="929"/>
                    <a:pt x="38" y="936"/>
                    <a:pt x="48" y="940"/>
                  </a:cubicBezTo>
                  <a:cubicBezTo>
                    <a:pt x="55" y="943"/>
                    <a:pt x="68" y="951"/>
                    <a:pt x="69" y="948"/>
                  </a:cubicBezTo>
                  <a:cubicBezTo>
                    <a:pt x="72" y="940"/>
                    <a:pt x="67" y="935"/>
                    <a:pt x="62" y="931"/>
                  </a:cubicBezTo>
                  <a:cubicBezTo>
                    <a:pt x="59" y="929"/>
                    <a:pt x="68" y="936"/>
                    <a:pt x="70" y="929"/>
                  </a:cubicBezTo>
                  <a:cubicBezTo>
                    <a:pt x="71" y="927"/>
                    <a:pt x="71" y="926"/>
                    <a:pt x="69" y="922"/>
                  </a:cubicBezTo>
                  <a:cubicBezTo>
                    <a:pt x="71" y="918"/>
                    <a:pt x="70" y="918"/>
                    <a:pt x="67" y="914"/>
                  </a:cubicBezTo>
                  <a:cubicBezTo>
                    <a:pt x="72" y="912"/>
                    <a:pt x="68" y="889"/>
                    <a:pt x="66" y="878"/>
                  </a:cubicBezTo>
                  <a:cubicBezTo>
                    <a:pt x="67" y="870"/>
                    <a:pt x="68" y="843"/>
                    <a:pt x="62" y="825"/>
                  </a:cubicBezTo>
                  <a:cubicBezTo>
                    <a:pt x="59" y="814"/>
                    <a:pt x="57" y="803"/>
                    <a:pt x="57" y="796"/>
                  </a:cubicBezTo>
                  <a:cubicBezTo>
                    <a:pt x="54" y="779"/>
                    <a:pt x="71" y="662"/>
                    <a:pt x="80" y="629"/>
                  </a:cubicBezTo>
                  <a:cubicBezTo>
                    <a:pt x="99" y="560"/>
                    <a:pt x="93" y="499"/>
                    <a:pt x="95" y="487"/>
                  </a:cubicBezTo>
                  <a:cubicBezTo>
                    <a:pt x="97" y="474"/>
                    <a:pt x="110" y="410"/>
                    <a:pt x="113" y="381"/>
                  </a:cubicBezTo>
                  <a:cubicBezTo>
                    <a:pt x="114" y="381"/>
                    <a:pt x="114" y="381"/>
                    <a:pt x="114" y="381"/>
                  </a:cubicBezTo>
                  <a:cubicBezTo>
                    <a:pt x="114" y="393"/>
                    <a:pt x="124" y="442"/>
                    <a:pt x="126" y="484"/>
                  </a:cubicBezTo>
                  <a:cubicBezTo>
                    <a:pt x="127" y="509"/>
                    <a:pt x="140" y="516"/>
                    <a:pt x="124" y="547"/>
                  </a:cubicBezTo>
                  <a:cubicBezTo>
                    <a:pt x="113" y="567"/>
                    <a:pt x="100" y="629"/>
                    <a:pt x="91" y="685"/>
                  </a:cubicBezTo>
                  <a:cubicBezTo>
                    <a:pt x="83" y="729"/>
                    <a:pt x="85" y="764"/>
                    <a:pt x="85" y="852"/>
                  </a:cubicBezTo>
                  <a:cubicBezTo>
                    <a:pt x="85" y="908"/>
                    <a:pt x="91" y="919"/>
                    <a:pt x="98" y="987"/>
                  </a:cubicBezTo>
                  <a:cubicBezTo>
                    <a:pt x="104" y="1044"/>
                    <a:pt x="130" y="1134"/>
                    <a:pt x="136" y="1175"/>
                  </a:cubicBezTo>
                  <a:cubicBezTo>
                    <a:pt x="142" y="1216"/>
                    <a:pt x="145" y="1237"/>
                    <a:pt x="147" y="1264"/>
                  </a:cubicBezTo>
                  <a:cubicBezTo>
                    <a:pt x="148" y="1291"/>
                    <a:pt x="132" y="1418"/>
                    <a:pt x="150" y="1492"/>
                  </a:cubicBezTo>
                  <a:cubicBezTo>
                    <a:pt x="168" y="1565"/>
                    <a:pt x="175" y="1612"/>
                    <a:pt x="179" y="1630"/>
                  </a:cubicBezTo>
                  <a:cubicBezTo>
                    <a:pt x="186" y="1669"/>
                    <a:pt x="180" y="1673"/>
                    <a:pt x="183" y="1693"/>
                  </a:cubicBezTo>
                  <a:cubicBezTo>
                    <a:pt x="186" y="1713"/>
                    <a:pt x="186" y="1710"/>
                    <a:pt x="177" y="1729"/>
                  </a:cubicBezTo>
                  <a:cubicBezTo>
                    <a:pt x="169" y="1742"/>
                    <a:pt x="156" y="1769"/>
                    <a:pt x="152" y="1775"/>
                  </a:cubicBezTo>
                  <a:cubicBezTo>
                    <a:pt x="147" y="1781"/>
                    <a:pt x="150" y="1787"/>
                    <a:pt x="152" y="1791"/>
                  </a:cubicBezTo>
                  <a:cubicBezTo>
                    <a:pt x="149" y="1800"/>
                    <a:pt x="158" y="1805"/>
                    <a:pt x="161" y="1805"/>
                  </a:cubicBezTo>
                  <a:cubicBezTo>
                    <a:pt x="160" y="1816"/>
                    <a:pt x="178" y="1815"/>
                    <a:pt x="182" y="1810"/>
                  </a:cubicBezTo>
                  <a:cubicBezTo>
                    <a:pt x="187" y="1816"/>
                    <a:pt x="201" y="1816"/>
                    <a:pt x="206" y="1809"/>
                  </a:cubicBezTo>
                  <a:cubicBezTo>
                    <a:pt x="215" y="1817"/>
                    <a:pt x="230" y="1817"/>
                    <a:pt x="239" y="1806"/>
                  </a:cubicBezTo>
                  <a:cubicBezTo>
                    <a:pt x="249" y="1795"/>
                    <a:pt x="250" y="1785"/>
                    <a:pt x="249" y="1774"/>
                  </a:cubicBezTo>
                  <a:cubicBezTo>
                    <a:pt x="248" y="1763"/>
                    <a:pt x="250" y="1760"/>
                    <a:pt x="252" y="1746"/>
                  </a:cubicBezTo>
                  <a:cubicBezTo>
                    <a:pt x="254" y="1733"/>
                    <a:pt x="256" y="1723"/>
                    <a:pt x="251" y="1713"/>
                  </a:cubicBezTo>
                  <a:cubicBezTo>
                    <a:pt x="247" y="1704"/>
                    <a:pt x="247" y="1700"/>
                    <a:pt x="247" y="1690"/>
                  </a:cubicBezTo>
                  <a:cubicBezTo>
                    <a:pt x="247" y="1680"/>
                    <a:pt x="250" y="1666"/>
                    <a:pt x="245" y="1654"/>
                  </a:cubicBezTo>
                  <a:cubicBezTo>
                    <a:pt x="239" y="1642"/>
                    <a:pt x="233" y="1614"/>
                    <a:pt x="234" y="1583"/>
                  </a:cubicBezTo>
                  <a:cubicBezTo>
                    <a:pt x="235" y="1552"/>
                    <a:pt x="255" y="1378"/>
                    <a:pt x="247" y="1318"/>
                  </a:cubicBezTo>
                  <a:cubicBezTo>
                    <a:pt x="238" y="1258"/>
                    <a:pt x="241" y="1246"/>
                    <a:pt x="244" y="1226"/>
                  </a:cubicBezTo>
                  <a:cubicBezTo>
                    <a:pt x="246" y="1206"/>
                    <a:pt x="251" y="1173"/>
                    <a:pt x="246" y="1130"/>
                  </a:cubicBezTo>
                  <a:cubicBezTo>
                    <a:pt x="244" y="1113"/>
                    <a:pt x="245" y="1044"/>
                    <a:pt x="245" y="974"/>
                  </a:cubicBezTo>
                  <a:cubicBezTo>
                    <a:pt x="246" y="928"/>
                    <a:pt x="257" y="817"/>
                    <a:pt x="246" y="805"/>
                  </a:cubicBezTo>
                  <a:cubicBezTo>
                    <a:pt x="246" y="804"/>
                    <a:pt x="246" y="804"/>
                    <a:pt x="246" y="804"/>
                  </a:cubicBezTo>
                  <a:cubicBezTo>
                    <a:pt x="249" y="805"/>
                    <a:pt x="252" y="806"/>
                    <a:pt x="255" y="806"/>
                  </a:cubicBezTo>
                  <a:cubicBezTo>
                    <a:pt x="255" y="806"/>
                    <a:pt x="255" y="806"/>
                    <a:pt x="255" y="806"/>
                  </a:cubicBezTo>
                  <a:cubicBezTo>
                    <a:pt x="258" y="806"/>
                    <a:pt x="262" y="805"/>
                    <a:pt x="266" y="803"/>
                  </a:cubicBezTo>
                  <a:cubicBezTo>
                    <a:pt x="265" y="805"/>
                    <a:pt x="265" y="805"/>
                    <a:pt x="265" y="805"/>
                  </a:cubicBezTo>
                  <a:cubicBezTo>
                    <a:pt x="254" y="817"/>
                    <a:pt x="265" y="928"/>
                    <a:pt x="265" y="974"/>
                  </a:cubicBezTo>
                  <a:cubicBezTo>
                    <a:pt x="266" y="1044"/>
                    <a:pt x="266" y="1113"/>
                    <a:pt x="265" y="1130"/>
                  </a:cubicBezTo>
                  <a:cubicBezTo>
                    <a:pt x="260" y="1173"/>
                    <a:pt x="265" y="1206"/>
                    <a:pt x="267" y="1226"/>
                  </a:cubicBezTo>
                  <a:cubicBezTo>
                    <a:pt x="269" y="1246"/>
                    <a:pt x="273" y="1258"/>
                    <a:pt x="264" y="1318"/>
                  </a:cubicBezTo>
                  <a:cubicBezTo>
                    <a:pt x="255" y="1378"/>
                    <a:pt x="276" y="1552"/>
                    <a:pt x="277" y="1583"/>
                  </a:cubicBezTo>
                  <a:cubicBezTo>
                    <a:pt x="278" y="1614"/>
                    <a:pt x="272" y="1642"/>
                    <a:pt x="266" y="1654"/>
                  </a:cubicBezTo>
                  <a:cubicBezTo>
                    <a:pt x="261" y="1666"/>
                    <a:pt x="264" y="1680"/>
                    <a:pt x="264" y="1690"/>
                  </a:cubicBezTo>
                  <a:cubicBezTo>
                    <a:pt x="264" y="1700"/>
                    <a:pt x="264" y="1704"/>
                    <a:pt x="259" y="1713"/>
                  </a:cubicBezTo>
                  <a:cubicBezTo>
                    <a:pt x="255" y="1723"/>
                    <a:pt x="257" y="1733"/>
                    <a:pt x="259" y="1746"/>
                  </a:cubicBezTo>
                  <a:cubicBezTo>
                    <a:pt x="261" y="1760"/>
                    <a:pt x="263" y="1763"/>
                    <a:pt x="262" y="1774"/>
                  </a:cubicBezTo>
                  <a:cubicBezTo>
                    <a:pt x="261" y="1785"/>
                    <a:pt x="262" y="1795"/>
                    <a:pt x="272" y="1806"/>
                  </a:cubicBezTo>
                  <a:cubicBezTo>
                    <a:pt x="281" y="1817"/>
                    <a:pt x="296" y="1817"/>
                    <a:pt x="305" y="1809"/>
                  </a:cubicBezTo>
                  <a:cubicBezTo>
                    <a:pt x="310" y="1816"/>
                    <a:pt x="323" y="1816"/>
                    <a:pt x="329" y="1810"/>
                  </a:cubicBezTo>
                  <a:cubicBezTo>
                    <a:pt x="333" y="1815"/>
                    <a:pt x="351" y="1816"/>
                    <a:pt x="350" y="1805"/>
                  </a:cubicBezTo>
                  <a:cubicBezTo>
                    <a:pt x="353" y="1805"/>
                    <a:pt x="362" y="1800"/>
                    <a:pt x="359" y="1791"/>
                  </a:cubicBezTo>
                  <a:cubicBezTo>
                    <a:pt x="361" y="1787"/>
                    <a:pt x="363" y="1781"/>
                    <a:pt x="359" y="1775"/>
                  </a:cubicBezTo>
                  <a:cubicBezTo>
                    <a:pt x="355" y="1769"/>
                    <a:pt x="341" y="1742"/>
                    <a:pt x="333" y="1729"/>
                  </a:cubicBezTo>
                  <a:cubicBezTo>
                    <a:pt x="324" y="1710"/>
                    <a:pt x="325" y="1713"/>
                    <a:pt x="328" y="1693"/>
                  </a:cubicBezTo>
                  <a:cubicBezTo>
                    <a:pt x="331" y="1673"/>
                    <a:pt x="324" y="1669"/>
                    <a:pt x="332" y="1630"/>
                  </a:cubicBezTo>
                  <a:cubicBezTo>
                    <a:pt x="335" y="1612"/>
                    <a:pt x="343" y="1565"/>
                    <a:pt x="361" y="1492"/>
                  </a:cubicBezTo>
                  <a:cubicBezTo>
                    <a:pt x="378" y="1418"/>
                    <a:pt x="362" y="1291"/>
                    <a:pt x="364" y="1264"/>
                  </a:cubicBezTo>
                  <a:cubicBezTo>
                    <a:pt x="366" y="1237"/>
                    <a:pt x="368" y="1216"/>
                    <a:pt x="375" y="1175"/>
                  </a:cubicBezTo>
                  <a:cubicBezTo>
                    <a:pt x="381" y="1134"/>
                    <a:pt x="404" y="1054"/>
                    <a:pt x="411" y="997"/>
                  </a:cubicBezTo>
                  <a:cubicBezTo>
                    <a:pt x="419" y="932"/>
                    <a:pt x="423" y="911"/>
                    <a:pt x="425" y="854"/>
                  </a:cubicBezTo>
                  <a:cubicBezTo>
                    <a:pt x="428" y="773"/>
                    <a:pt x="427" y="729"/>
                    <a:pt x="420" y="685"/>
                  </a:cubicBezTo>
                  <a:cubicBezTo>
                    <a:pt x="411" y="629"/>
                    <a:pt x="395" y="571"/>
                    <a:pt x="384" y="551"/>
                  </a:cubicBezTo>
                  <a:cubicBezTo>
                    <a:pt x="367" y="518"/>
                    <a:pt x="386" y="488"/>
                    <a:pt x="387" y="463"/>
                  </a:cubicBezTo>
                  <a:cubicBezTo>
                    <a:pt x="387" y="444"/>
                    <a:pt x="395" y="415"/>
                    <a:pt x="397" y="380"/>
                  </a:cubicBezTo>
                  <a:cubicBezTo>
                    <a:pt x="397" y="380"/>
                    <a:pt x="397" y="380"/>
                    <a:pt x="397" y="380"/>
                  </a:cubicBezTo>
                  <a:cubicBezTo>
                    <a:pt x="401" y="409"/>
                    <a:pt x="414" y="474"/>
                    <a:pt x="416" y="487"/>
                  </a:cubicBezTo>
                  <a:cubicBezTo>
                    <a:pt x="418" y="499"/>
                    <a:pt x="412" y="560"/>
                    <a:pt x="431" y="629"/>
                  </a:cubicBezTo>
                  <a:cubicBezTo>
                    <a:pt x="440" y="662"/>
                    <a:pt x="457" y="779"/>
                    <a:pt x="454" y="796"/>
                  </a:cubicBezTo>
                  <a:cubicBezTo>
                    <a:pt x="454" y="803"/>
                    <a:pt x="452" y="814"/>
                    <a:pt x="449" y="825"/>
                  </a:cubicBezTo>
                  <a:cubicBezTo>
                    <a:pt x="443" y="843"/>
                    <a:pt x="444" y="870"/>
                    <a:pt x="444" y="878"/>
                  </a:cubicBezTo>
                  <a:cubicBezTo>
                    <a:pt x="442" y="889"/>
                    <a:pt x="439" y="912"/>
                    <a:pt x="444" y="914"/>
                  </a:cubicBezTo>
                  <a:cubicBezTo>
                    <a:pt x="441" y="918"/>
                    <a:pt x="440" y="918"/>
                    <a:pt x="441" y="922"/>
                  </a:cubicBezTo>
                  <a:cubicBezTo>
                    <a:pt x="440" y="926"/>
                    <a:pt x="440" y="927"/>
                    <a:pt x="441" y="929"/>
                  </a:cubicBezTo>
                  <a:cubicBezTo>
                    <a:pt x="443" y="936"/>
                    <a:pt x="452" y="929"/>
                    <a:pt x="449" y="931"/>
                  </a:cubicBezTo>
                  <a:cubicBezTo>
                    <a:pt x="443" y="935"/>
                    <a:pt x="439" y="940"/>
                    <a:pt x="441" y="948"/>
                  </a:cubicBezTo>
                  <a:cubicBezTo>
                    <a:pt x="443" y="951"/>
                    <a:pt x="456" y="943"/>
                    <a:pt x="463" y="940"/>
                  </a:cubicBezTo>
                  <a:cubicBezTo>
                    <a:pt x="473" y="936"/>
                    <a:pt x="486" y="929"/>
                    <a:pt x="489" y="923"/>
                  </a:cubicBezTo>
                  <a:cubicBezTo>
                    <a:pt x="492" y="917"/>
                    <a:pt x="499" y="906"/>
                    <a:pt x="501" y="901"/>
                  </a:cubicBezTo>
                  <a:cubicBezTo>
                    <a:pt x="504" y="894"/>
                    <a:pt x="503" y="890"/>
                    <a:pt x="505" y="885"/>
                  </a:cubicBezTo>
                  <a:cubicBezTo>
                    <a:pt x="507" y="880"/>
                    <a:pt x="511" y="874"/>
                    <a:pt x="509" y="870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358" name="Freeform 176">
              <a:extLst>
                <a:ext uri="{FF2B5EF4-FFF2-40B4-BE49-F238E27FC236}">
                  <a16:creationId xmlns:a16="http://schemas.microsoft.com/office/drawing/2014/main" id="{47C1AC22-78D3-46F4-B671-8440E5AAE4EC}"/>
                </a:ext>
              </a:extLst>
            </p:cNvPr>
            <p:cNvSpPr>
              <a:spLocks/>
            </p:cNvSpPr>
            <p:nvPr/>
          </p:nvSpPr>
          <p:spPr bwMode="auto">
            <a:xfrm>
              <a:off x="947" y="1597"/>
              <a:ext cx="142" cy="298"/>
            </a:xfrm>
            <a:custGeom>
              <a:avLst/>
              <a:gdLst>
                <a:gd name="T0" fmla="*/ 0 w 85"/>
                <a:gd name="T1" fmla="*/ 5 h 181"/>
                <a:gd name="T2" fmla="*/ 284 w 85"/>
                <a:gd name="T3" fmla="*/ 54 h 181"/>
                <a:gd name="T4" fmla="*/ 378 w 85"/>
                <a:gd name="T5" fmla="*/ 20 h 181"/>
                <a:gd name="T6" fmla="*/ 378 w 85"/>
                <a:gd name="T7" fmla="*/ 130 h 181"/>
                <a:gd name="T8" fmla="*/ 354 w 85"/>
                <a:gd name="T9" fmla="*/ 263 h 181"/>
                <a:gd name="T10" fmla="*/ 346 w 85"/>
                <a:gd name="T11" fmla="*/ 420 h 181"/>
                <a:gd name="T12" fmla="*/ 276 w 85"/>
                <a:gd name="T13" fmla="*/ 808 h 181"/>
                <a:gd name="T14" fmla="*/ 307 w 85"/>
                <a:gd name="T15" fmla="*/ 537 h 181"/>
                <a:gd name="T16" fmla="*/ 257 w 85"/>
                <a:gd name="T17" fmla="*/ 249 h 181"/>
                <a:gd name="T18" fmla="*/ 28 w 85"/>
                <a:gd name="T19" fmla="*/ 41 h 18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5" h="181">
                  <a:moveTo>
                    <a:pt x="0" y="1"/>
                  </a:moveTo>
                  <a:cubicBezTo>
                    <a:pt x="14" y="15"/>
                    <a:pt x="43" y="17"/>
                    <a:pt x="61" y="12"/>
                  </a:cubicBezTo>
                  <a:cubicBezTo>
                    <a:pt x="65" y="11"/>
                    <a:pt x="77" y="0"/>
                    <a:pt x="81" y="4"/>
                  </a:cubicBezTo>
                  <a:cubicBezTo>
                    <a:pt x="85" y="7"/>
                    <a:pt x="82" y="25"/>
                    <a:pt x="81" y="29"/>
                  </a:cubicBezTo>
                  <a:cubicBezTo>
                    <a:pt x="80" y="39"/>
                    <a:pt x="77" y="49"/>
                    <a:pt x="76" y="59"/>
                  </a:cubicBezTo>
                  <a:cubicBezTo>
                    <a:pt x="75" y="71"/>
                    <a:pt x="76" y="81"/>
                    <a:pt x="74" y="94"/>
                  </a:cubicBezTo>
                  <a:cubicBezTo>
                    <a:pt x="70" y="121"/>
                    <a:pt x="75" y="158"/>
                    <a:pt x="59" y="181"/>
                  </a:cubicBezTo>
                  <a:cubicBezTo>
                    <a:pt x="58" y="160"/>
                    <a:pt x="65" y="141"/>
                    <a:pt x="66" y="120"/>
                  </a:cubicBezTo>
                  <a:cubicBezTo>
                    <a:pt x="67" y="98"/>
                    <a:pt x="66" y="76"/>
                    <a:pt x="55" y="56"/>
                  </a:cubicBezTo>
                  <a:cubicBezTo>
                    <a:pt x="43" y="36"/>
                    <a:pt x="13" y="35"/>
                    <a:pt x="6" y="9"/>
                  </a:cubicBezTo>
                </a:path>
              </a:pathLst>
            </a:custGeom>
            <a:solidFill>
              <a:srgbClr val="8E4C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359" name="Freeform 177">
              <a:extLst>
                <a:ext uri="{FF2B5EF4-FFF2-40B4-BE49-F238E27FC236}">
                  <a16:creationId xmlns:a16="http://schemas.microsoft.com/office/drawing/2014/main" id="{B9654F45-F54A-4F06-B4F1-26FEF426A298}"/>
                </a:ext>
              </a:extLst>
            </p:cNvPr>
            <p:cNvSpPr>
              <a:spLocks/>
            </p:cNvSpPr>
            <p:nvPr/>
          </p:nvSpPr>
          <p:spPr bwMode="auto">
            <a:xfrm>
              <a:off x="854" y="1061"/>
              <a:ext cx="85" cy="134"/>
            </a:xfrm>
            <a:custGeom>
              <a:avLst/>
              <a:gdLst>
                <a:gd name="T0" fmla="*/ 8 w 51"/>
                <a:gd name="T1" fmla="*/ 164 h 81"/>
                <a:gd name="T2" fmla="*/ 145 w 51"/>
                <a:gd name="T3" fmla="*/ 99 h 81"/>
                <a:gd name="T4" fmla="*/ 188 w 51"/>
                <a:gd name="T5" fmla="*/ 50 h 81"/>
                <a:gd name="T6" fmla="*/ 208 w 51"/>
                <a:gd name="T7" fmla="*/ 20 h 81"/>
                <a:gd name="T8" fmla="*/ 237 w 51"/>
                <a:gd name="T9" fmla="*/ 0 h 81"/>
                <a:gd name="T10" fmla="*/ 203 w 51"/>
                <a:gd name="T11" fmla="*/ 60 h 81"/>
                <a:gd name="T12" fmla="*/ 158 w 51"/>
                <a:gd name="T13" fmla="*/ 131 h 81"/>
                <a:gd name="T14" fmla="*/ 105 w 51"/>
                <a:gd name="T15" fmla="*/ 250 h 81"/>
                <a:gd name="T16" fmla="*/ 55 w 51"/>
                <a:gd name="T17" fmla="*/ 367 h 81"/>
                <a:gd name="T18" fmla="*/ 70 w 51"/>
                <a:gd name="T19" fmla="*/ 230 h 81"/>
                <a:gd name="T20" fmla="*/ 0 w 51"/>
                <a:gd name="T21" fmla="*/ 179 h 8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1" h="81">
                  <a:moveTo>
                    <a:pt x="2" y="36"/>
                  </a:moveTo>
                  <a:cubicBezTo>
                    <a:pt x="13" y="37"/>
                    <a:pt x="23" y="28"/>
                    <a:pt x="31" y="22"/>
                  </a:cubicBezTo>
                  <a:cubicBezTo>
                    <a:pt x="34" y="19"/>
                    <a:pt x="38" y="15"/>
                    <a:pt x="41" y="11"/>
                  </a:cubicBezTo>
                  <a:cubicBezTo>
                    <a:pt x="42" y="8"/>
                    <a:pt x="43" y="6"/>
                    <a:pt x="45" y="4"/>
                  </a:cubicBezTo>
                  <a:cubicBezTo>
                    <a:pt x="47" y="2"/>
                    <a:pt x="50" y="1"/>
                    <a:pt x="51" y="0"/>
                  </a:cubicBezTo>
                  <a:cubicBezTo>
                    <a:pt x="49" y="4"/>
                    <a:pt x="47" y="9"/>
                    <a:pt x="44" y="13"/>
                  </a:cubicBezTo>
                  <a:cubicBezTo>
                    <a:pt x="41" y="19"/>
                    <a:pt x="37" y="24"/>
                    <a:pt x="34" y="29"/>
                  </a:cubicBezTo>
                  <a:cubicBezTo>
                    <a:pt x="29" y="37"/>
                    <a:pt x="26" y="45"/>
                    <a:pt x="23" y="55"/>
                  </a:cubicBezTo>
                  <a:cubicBezTo>
                    <a:pt x="20" y="64"/>
                    <a:pt x="18" y="73"/>
                    <a:pt x="12" y="81"/>
                  </a:cubicBezTo>
                  <a:cubicBezTo>
                    <a:pt x="12" y="71"/>
                    <a:pt x="21" y="60"/>
                    <a:pt x="15" y="51"/>
                  </a:cubicBezTo>
                  <a:cubicBezTo>
                    <a:pt x="11" y="45"/>
                    <a:pt x="4" y="45"/>
                    <a:pt x="0" y="39"/>
                  </a:cubicBezTo>
                </a:path>
              </a:pathLst>
            </a:custGeom>
            <a:solidFill>
              <a:srgbClr val="8E4C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360" name="Freeform 178">
              <a:extLst>
                <a:ext uri="{FF2B5EF4-FFF2-40B4-BE49-F238E27FC236}">
                  <a16:creationId xmlns:a16="http://schemas.microsoft.com/office/drawing/2014/main" id="{D2FDCD20-E66A-4B5D-A531-3A152D7F99A5}"/>
                </a:ext>
              </a:extLst>
            </p:cNvPr>
            <p:cNvSpPr>
              <a:spLocks/>
            </p:cNvSpPr>
            <p:nvPr/>
          </p:nvSpPr>
          <p:spPr bwMode="auto">
            <a:xfrm>
              <a:off x="914" y="1060"/>
              <a:ext cx="43" cy="112"/>
            </a:xfrm>
            <a:custGeom>
              <a:avLst/>
              <a:gdLst>
                <a:gd name="T0" fmla="*/ 68 w 26"/>
                <a:gd name="T1" fmla="*/ 0 h 68"/>
                <a:gd name="T2" fmla="*/ 63 w 26"/>
                <a:gd name="T3" fmla="*/ 76 h 68"/>
                <a:gd name="T4" fmla="*/ 71 w 26"/>
                <a:gd name="T5" fmla="*/ 152 h 68"/>
                <a:gd name="T6" fmla="*/ 91 w 26"/>
                <a:gd name="T7" fmla="*/ 234 h 68"/>
                <a:gd name="T8" fmla="*/ 117 w 26"/>
                <a:gd name="T9" fmla="*/ 303 h 68"/>
                <a:gd name="T10" fmla="*/ 50 w 26"/>
                <a:gd name="T11" fmla="*/ 152 h 68"/>
                <a:gd name="T12" fmla="*/ 0 w 26"/>
                <a:gd name="T13" fmla="*/ 81 h 6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" h="68">
                  <a:moveTo>
                    <a:pt x="15" y="0"/>
                  </a:moveTo>
                  <a:cubicBezTo>
                    <a:pt x="14" y="4"/>
                    <a:pt x="14" y="12"/>
                    <a:pt x="14" y="17"/>
                  </a:cubicBezTo>
                  <a:cubicBezTo>
                    <a:pt x="14" y="23"/>
                    <a:pt x="15" y="28"/>
                    <a:pt x="16" y="34"/>
                  </a:cubicBezTo>
                  <a:cubicBezTo>
                    <a:pt x="17" y="40"/>
                    <a:pt x="18" y="46"/>
                    <a:pt x="20" y="52"/>
                  </a:cubicBezTo>
                  <a:cubicBezTo>
                    <a:pt x="22" y="58"/>
                    <a:pt x="25" y="63"/>
                    <a:pt x="26" y="68"/>
                  </a:cubicBezTo>
                  <a:cubicBezTo>
                    <a:pt x="17" y="63"/>
                    <a:pt x="13" y="45"/>
                    <a:pt x="11" y="34"/>
                  </a:cubicBezTo>
                  <a:cubicBezTo>
                    <a:pt x="11" y="29"/>
                    <a:pt x="8" y="9"/>
                    <a:pt x="0" y="18"/>
                  </a:cubicBezTo>
                </a:path>
              </a:pathLst>
            </a:custGeom>
            <a:solidFill>
              <a:srgbClr val="8E4C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361" name="Freeform 179">
              <a:extLst>
                <a:ext uri="{FF2B5EF4-FFF2-40B4-BE49-F238E27FC236}">
                  <a16:creationId xmlns:a16="http://schemas.microsoft.com/office/drawing/2014/main" id="{E9C92374-D986-4EAF-8D21-F736DDADF4B2}"/>
                </a:ext>
              </a:extLst>
            </p:cNvPr>
            <p:cNvSpPr>
              <a:spLocks/>
            </p:cNvSpPr>
            <p:nvPr/>
          </p:nvSpPr>
          <p:spPr bwMode="auto">
            <a:xfrm>
              <a:off x="896" y="1213"/>
              <a:ext cx="148" cy="18"/>
            </a:xfrm>
            <a:custGeom>
              <a:avLst/>
              <a:gdLst>
                <a:gd name="T0" fmla="*/ 5 w 89"/>
                <a:gd name="T1" fmla="*/ 34 h 11"/>
                <a:gd name="T2" fmla="*/ 200 w 89"/>
                <a:gd name="T3" fmla="*/ 29 h 11"/>
                <a:gd name="T4" fmla="*/ 409 w 89"/>
                <a:gd name="T5" fmla="*/ 18 h 11"/>
                <a:gd name="T6" fmla="*/ 363 w 89"/>
                <a:gd name="T7" fmla="*/ 8 h 11"/>
                <a:gd name="T8" fmla="*/ 251 w 89"/>
                <a:gd name="T9" fmla="*/ 8 h 11"/>
                <a:gd name="T10" fmla="*/ 111 w 89"/>
                <a:gd name="T11" fmla="*/ 0 h 11"/>
                <a:gd name="T12" fmla="*/ 0 w 89"/>
                <a:gd name="T13" fmla="*/ 47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9" h="11">
                  <a:moveTo>
                    <a:pt x="1" y="8"/>
                  </a:moveTo>
                  <a:cubicBezTo>
                    <a:pt x="15" y="3"/>
                    <a:pt x="30" y="5"/>
                    <a:pt x="43" y="7"/>
                  </a:cubicBezTo>
                  <a:cubicBezTo>
                    <a:pt x="59" y="9"/>
                    <a:pt x="74" y="5"/>
                    <a:pt x="89" y="4"/>
                  </a:cubicBezTo>
                  <a:cubicBezTo>
                    <a:pt x="86" y="1"/>
                    <a:pt x="82" y="2"/>
                    <a:pt x="79" y="2"/>
                  </a:cubicBezTo>
                  <a:cubicBezTo>
                    <a:pt x="71" y="2"/>
                    <a:pt x="63" y="2"/>
                    <a:pt x="55" y="2"/>
                  </a:cubicBezTo>
                  <a:cubicBezTo>
                    <a:pt x="44" y="3"/>
                    <a:pt x="36" y="0"/>
                    <a:pt x="24" y="0"/>
                  </a:cubicBezTo>
                  <a:cubicBezTo>
                    <a:pt x="18" y="0"/>
                    <a:pt x="2" y="2"/>
                    <a:pt x="0" y="11"/>
                  </a:cubicBezTo>
                </a:path>
              </a:pathLst>
            </a:custGeom>
            <a:solidFill>
              <a:srgbClr val="8E4C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362" name="Freeform 180">
              <a:extLst>
                <a:ext uri="{FF2B5EF4-FFF2-40B4-BE49-F238E27FC236}">
                  <a16:creationId xmlns:a16="http://schemas.microsoft.com/office/drawing/2014/main" id="{630E538F-18D3-4255-86A4-3009614CE6CD}"/>
                </a:ext>
              </a:extLst>
            </p:cNvPr>
            <p:cNvSpPr>
              <a:spLocks/>
            </p:cNvSpPr>
            <p:nvPr/>
          </p:nvSpPr>
          <p:spPr bwMode="auto">
            <a:xfrm>
              <a:off x="841" y="1238"/>
              <a:ext cx="30" cy="41"/>
            </a:xfrm>
            <a:custGeom>
              <a:avLst/>
              <a:gdLst>
                <a:gd name="T0" fmla="*/ 0 w 18"/>
                <a:gd name="T1" fmla="*/ 0 h 25"/>
                <a:gd name="T2" fmla="*/ 33 w 18"/>
                <a:gd name="T3" fmla="*/ 92 h 25"/>
                <a:gd name="T4" fmla="*/ 83 w 18"/>
                <a:gd name="T5" fmla="*/ 43 h 25"/>
                <a:gd name="T6" fmla="*/ 55 w 18"/>
                <a:gd name="T7" fmla="*/ 56 h 25"/>
                <a:gd name="T8" fmla="*/ 8 w 18"/>
                <a:gd name="T9" fmla="*/ 5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25">
                  <a:moveTo>
                    <a:pt x="0" y="0"/>
                  </a:moveTo>
                  <a:cubicBezTo>
                    <a:pt x="0" y="5"/>
                    <a:pt x="3" y="17"/>
                    <a:pt x="7" y="21"/>
                  </a:cubicBezTo>
                  <a:cubicBezTo>
                    <a:pt x="11" y="25"/>
                    <a:pt x="17" y="16"/>
                    <a:pt x="18" y="10"/>
                  </a:cubicBezTo>
                  <a:cubicBezTo>
                    <a:pt x="16" y="12"/>
                    <a:pt x="14" y="13"/>
                    <a:pt x="12" y="13"/>
                  </a:cubicBezTo>
                  <a:cubicBezTo>
                    <a:pt x="9" y="13"/>
                    <a:pt x="1" y="4"/>
                    <a:pt x="2" y="1"/>
                  </a:cubicBezTo>
                </a:path>
              </a:pathLst>
            </a:custGeom>
            <a:solidFill>
              <a:srgbClr val="8E4C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363" name="Freeform 181">
              <a:extLst>
                <a:ext uri="{FF2B5EF4-FFF2-40B4-BE49-F238E27FC236}">
                  <a16:creationId xmlns:a16="http://schemas.microsoft.com/office/drawing/2014/main" id="{6C66342D-9BBD-4DB9-BEED-8AA9232B1C43}"/>
                </a:ext>
              </a:extLst>
            </p:cNvPr>
            <p:cNvSpPr>
              <a:spLocks/>
            </p:cNvSpPr>
            <p:nvPr/>
          </p:nvSpPr>
          <p:spPr bwMode="auto">
            <a:xfrm>
              <a:off x="790" y="1079"/>
              <a:ext cx="43" cy="137"/>
            </a:xfrm>
            <a:custGeom>
              <a:avLst/>
              <a:gdLst>
                <a:gd name="T0" fmla="*/ 13 w 26"/>
                <a:gd name="T1" fmla="*/ 68 h 83"/>
                <a:gd name="T2" fmla="*/ 71 w 26"/>
                <a:gd name="T3" fmla="*/ 206 h 83"/>
                <a:gd name="T4" fmla="*/ 117 w 26"/>
                <a:gd name="T5" fmla="*/ 373 h 83"/>
                <a:gd name="T6" fmla="*/ 96 w 26"/>
                <a:gd name="T7" fmla="*/ 238 h 83"/>
                <a:gd name="T8" fmla="*/ 68 w 26"/>
                <a:gd name="T9" fmla="*/ 109 h 83"/>
                <a:gd name="T10" fmla="*/ 46 w 26"/>
                <a:gd name="T11" fmla="*/ 41 h 83"/>
                <a:gd name="T12" fmla="*/ 0 w 26"/>
                <a:gd name="T13" fmla="*/ 0 h 8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" h="83">
                  <a:moveTo>
                    <a:pt x="3" y="15"/>
                  </a:moveTo>
                  <a:cubicBezTo>
                    <a:pt x="7" y="25"/>
                    <a:pt x="11" y="35"/>
                    <a:pt x="16" y="46"/>
                  </a:cubicBezTo>
                  <a:cubicBezTo>
                    <a:pt x="21" y="57"/>
                    <a:pt x="20" y="72"/>
                    <a:pt x="26" y="83"/>
                  </a:cubicBezTo>
                  <a:cubicBezTo>
                    <a:pt x="22" y="74"/>
                    <a:pt x="24" y="62"/>
                    <a:pt x="21" y="53"/>
                  </a:cubicBezTo>
                  <a:cubicBezTo>
                    <a:pt x="19" y="43"/>
                    <a:pt x="13" y="34"/>
                    <a:pt x="15" y="24"/>
                  </a:cubicBezTo>
                  <a:cubicBezTo>
                    <a:pt x="16" y="16"/>
                    <a:pt x="15" y="16"/>
                    <a:pt x="10" y="9"/>
                  </a:cubicBezTo>
                  <a:cubicBezTo>
                    <a:pt x="7" y="6"/>
                    <a:pt x="4" y="3"/>
                    <a:pt x="0" y="0"/>
                  </a:cubicBezTo>
                </a:path>
              </a:pathLst>
            </a:custGeom>
            <a:solidFill>
              <a:srgbClr val="8E4C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364" name="Freeform 182">
              <a:extLst>
                <a:ext uri="{FF2B5EF4-FFF2-40B4-BE49-F238E27FC236}">
                  <a16:creationId xmlns:a16="http://schemas.microsoft.com/office/drawing/2014/main" id="{DB9FE6A1-CA61-45DC-9727-B85C71B44702}"/>
                </a:ext>
              </a:extLst>
            </p:cNvPr>
            <p:cNvSpPr>
              <a:spLocks/>
            </p:cNvSpPr>
            <p:nvPr/>
          </p:nvSpPr>
          <p:spPr bwMode="auto">
            <a:xfrm>
              <a:off x="846" y="2009"/>
              <a:ext cx="17" cy="20"/>
            </a:xfrm>
            <a:custGeom>
              <a:avLst/>
              <a:gdLst>
                <a:gd name="T0" fmla="*/ 0 w 10"/>
                <a:gd name="T1" fmla="*/ 33 h 12"/>
                <a:gd name="T2" fmla="*/ 44 w 10"/>
                <a:gd name="T3" fmla="*/ 37 h 12"/>
                <a:gd name="T4" fmla="*/ 41 w 10"/>
                <a:gd name="T5" fmla="*/ 5 h 12"/>
                <a:gd name="T6" fmla="*/ 9 w 10"/>
                <a:gd name="T7" fmla="*/ 8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2">
                  <a:moveTo>
                    <a:pt x="0" y="7"/>
                  </a:moveTo>
                  <a:cubicBezTo>
                    <a:pt x="2" y="11"/>
                    <a:pt x="8" y="12"/>
                    <a:pt x="9" y="8"/>
                  </a:cubicBezTo>
                  <a:cubicBezTo>
                    <a:pt x="10" y="6"/>
                    <a:pt x="9" y="2"/>
                    <a:pt x="8" y="1"/>
                  </a:cubicBezTo>
                  <a:cubicBezTo>
                    <a:pt x="6" y="0"/>
                    <a:pt x="4" y="0"/>
                    <a:pt x="2" y="2"/>
                  </a:cubicBezTo>
                </a:path>
              </a:pathLst>
            </a:custGeom>
            <a:solidFill>
              <a:srgbClr val="8E4C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365" name="Freeform 183">
              <a:extLst>
                <a:ext uri="{FF2B5EF4-FFF2-40B4-BE49-F238E27FC236}">
                  <a16:creationId xmlns:a16="http://schemas.microsoft.com/office/drawing/2014/main" id="{0C12DC3B-5099-41FA-9225-07E3BC4A241F}"/>
                </a:ext>
              </a:extLst>
            </p:cNvPr>
            <p:cNvSpPr>
              <a:spLocks/>
            </p:cNvSpPr>
            <p:nvPr/>
          </p:nvSpPr>
          <p:spPr bwMode="auto">
            <a:xfrm>
              <a:off x="799" y="2302"/>
              <a:ext cx="124" cy="65"/>
            </a:xfrm>
            <a:custGeom>
              <a:avLst/>
              <a:gdLst>
                <a:gd name="T0" fmla="*/ 8 w 74"/>
                <a:gd name="T1" fmla="*/ 83 h 39"/>
                <a:gd name="T2" fmla="*/ 179 w 74"/>
                <a:gd name="T3" fmla="*/ 180 h 39"/>
                <a:gd name="T4" fmla="*/ 265 w 74"/>
                <a:gd name="T5" fmla="*/ 145 h 39"/>
                <a:gd name="T6" fmla="*/ 349 w 74"/>
                <a:gd name="T7" fmla="*/ 0 h 39"/>
                <a:gd name="T8" fmla="*/ 298 w 74"/>
                <a:gd name="T9" fmla="*/ 55 h 39"/>
                <a:gd name="T10" fmla="*/ 188 w 74"/>
                <a:gd name="T11" fmla="*/ 105 h 39"/>
                <a:gd name="T12" fmla="*/ 79 w 74"/>
                <a:gd name="T13" fmla="*/ 75 h 39"/>
                <a:gd name="T14" fmla="*/ 0 w 74"/>
                <a:gd name="T15" fmla="*/ 42 h 3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4" h="39">
                  <a:moveTo>
                    <a:pt x="2" y="18"/>
                  </a:moveTo>
                  <a:cubicBezTo>
                    <a:pt x="13" y="29"/>
                    <a:pt x="22" y="39"/>
                    <a:pt x="38" y="39"/>
                  </a:cubicBezTo>
                  <a:cubicBezTo>
                    <a:pt x="45" y="38"/>
                    <a:pt x="52" y="36"/>
                    <a:pt x="56" y="31"/>
                  </a:cubicBezTo>
                  <a:cubicBezTo>
                    <a:pt x="63" y="24"/>
                    <a:pt x="73" y="10"/>
                    <a:pt x="74" y="0"/>
                  </a:cubicBezTo>
                  <a:cubicBezTo>
                    <a:pt x="70" y="2"/>
                    <a:pt x="66" y="9"/>
                    <a:pt x="63" y="12"/>
                  </a:cubicBezTo>
                  <a:cubicBezTo>
                    <a:pt x="56" y="19"/>
                    <a:pt x="49" y="23"/>
                    <a:pt x="40" y="23"/>
                  </a:cubicBezTo>
                  <a:cubicBezTo>
                    <a:pt x="31" y="23"/>
                    <a:pt x="25" y="18"/>
                    <a:pt x="17" y="16"/>
                  </a:cubicBezTo>
                  <a:cubicBezTo>
                    <a:pt x="12" y="14"/>
                    <a:pt x="2" y="16"/>
                    <a:pt x="0" y="9"/>
                  </a:cubicBezTo>
                </a:path>
              </a:pathLst>
            </a:custGeom>
            <a:solidFill>
              <a:srgbClr val="8E4C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366" name="Freeform 184">
              <a:extLst>
                <a:ext uri="{FF2B5EF4-FFF2-40B4-BE49-F238E27FC236}">
                  <a16:creationId xmlns:a16="http://schemas.microsoft.com/office/drawing/2014/main" id="{41BC6689-A889-4FB9-A0FC-F0F768E0AD1E}"/>
                </a:ext>
              </a:extLst>
            </p:cNvPr>
            <p:cNvSpPr>
              <a:spLocks/>
            </p:cNvSpPr>
            <p:nvPr/>
          </p:nvSpPr>
          <p:spPr bwMode="auto">
            <a:xfrm>
              <a:off x="801" y="2357"/>
              <a:ext cx="43" cy="709"/>
            </a:xfrm>
            <a:custGeom>
              <a:avLst/>
              <a:gdLst>
                <a:gd name="T0" fmla="*/ 0 w 26"/>
                <a:gd name="T1" fmla="*/ 0 h 430"/>
                <a:gd name="T2" fmla="*/ 117 w 26"/>
                <a:gd name="T3" fmla="*/ 193 h 430"/>
                <a:gd name="T4" fmla="*/ 76 w 26"/>
                <a:gd name="T5" fmla="*/ 946 h 430"/>
                <a:gd name="T6" fmla="*/ 83 w 26"/>
                <a:gd name="T7" fmla="*/ 1499 h 430"/>
                <a:gd name="T8" fmla="*/ 63 w 26"/>
                <a:gd name="T9" fmla="*/ 1927 h 430"/>
                <a:gd name="T10" fmla="*/ 41 w 26"/>
                <a:gd name="T11" fmla="*/ 1484 h 430"/>
                <a:gd name="T12" fmla="*/ 8 w 26"/>
                <a:gd name="T13" fmla="*/ 655 h 430"/>
                <a:gd name="T14" fmla="*/ 8 w 26"/>
                <a:gd name="T15" fmla="*/ 8 h 43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6" h="430">
                  <a:moveTo>
                    <a:pt x="0" y="0"/>
                  </a:moveTo>
                  <a:cubicBezTo>
                    <a:pt x="11" y="11"/>
                    <a:pt x="26" y="18"/>
                    <a:pt x="26" y="43"/>
                  </a:cubicBezTo>
                  <a:cubicBezTo>
                    <a:pt x="26" y="68"/>
                    <a:pt x="17" y="160"/>
                    <a:pt x="17" y="211"/>
                  </a:cubicBezTo>
                  <a:cubicBezTo>
                    <a:pt x="18" y="262"/>
                    <a:pt x="17" y="311"/>
                    <a:pt x="18" y="334"/>
                  </a:cubicBezTo>
                  <a:cubicBezTo>
                    <a:pt x="19" y="357"/>
                    <a:pt x="26" y="383"/>
                    <a:pt x="14" y="430"/>
                  </a:cubicBezTo>
                  <a:cubicBezTo>
                    <a:pt x="17" y="412"/>
                    <a:pt x="17" y="364"/>
                    <a:pt x="9" y="331"/>
                  </a:cubicBezTo>
                  <a:cubicBezTo>
                    <a:pt x="1" y="298"/>
                    <a:pt x="0" y="180"/>
                    <a:pt x="2" y="146"/>
                  </a:cubicBezTo>
                  <a:cubicBezTo>
                    <a:pt x="5" y="112"/>
                    <a:pt x="12" y="16"/>
                    <a:pt x="2" y="2"/>
                  </a:cubicBezTo>
                </a:path>
              </a:pathLst>
            </a:custGeom>
            <a:solidFill>
              <a:srgbClr val="8E4C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367" name="Freeform 185">
              <a:extLst>
                <a:ext uri="{FF2B5EF4-FFF2-40B4-BE49-F238E27FC236}">
                  <a16:creationId xmlns:a16="http://schemas.microsoft.com/office/drawing/2014/main" id="{519479A5-7EFE-4663-B366-06DDD7024382}"/>
                </a:ext>
              </a:extLst>
            </p:cNvPr>
            <p:cNvSpPr>
              <a:spLocks/>
            </p:cNvSpPr>
            <p:nvPr/>
          </p:nvSpPr>
          <p:spPr bwMode="auto">
            <a:xfrm>
              <a:off x="808" y="3201"/>
              <a:ext cx="36" cy="486"/>
            </a:xfrm>
            <a:custGeom>
              <a:avLst/>
              <a:gdLst>
                <a:gd name="T0" fmla="*/ 67 w 22"/>
                <a:gd name="T1" fmla="*/ 0 h 295"/>
                <a:gd name="T2" fmla="*/ 56 w 22"/>
                <a:gd name="T3" fmla="*/ 675 h 295"/>
                <a:gd name="T4" fmla="*/ 18 w 22"/>
                <a:gd name="T5" fmla="*/ 1320 h 295"/>
                <a:gd name="T6" fmla="*/ 67 w 22"/>
                <a:gd name="T7" fmla="*/ 0 h 29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295">
                  <a:moveTo>
                    <a:pt x="15" y="0"/>
                  </a:moveTo>
                  <a:cubicBezTo>
                    <a:pt x="19" y="28"/>
                    <a:pt x="22" y="84"/>
                    <a:pt x="13" y="151"/>
                  </a:cubicBezTo>
                  <a:cubicBezTo>
                    <a:pt x="5" y="218"/>
                    <a:pt x="3" y="270"/>
                    <a:pt x="4" y="295"/>
                  </a:cubicBezTo>
                  <a:cubicBezTo>
                    <a:pt x="0" y="252"/>
                    <a:pt x="13" y="71"/>
                    <a:pt x="15" y="0"/>
                  </a:cubicBezTo>
                </a:path>
              </a:pathLst>
            </a:custGeom>
            <a:solidFill>
              <a:srgbClr val="8E4C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368" name="Freeform 186">
              <a:extLst>
                <a:ext uri="{FF2B5EF4-FFF2-40B4-BE49-F238E27FC236}">
                  <a16:creationId xmlns:a16="http://schemas.microsoft.com/office/drawing/2014/main" id="{D0366750-352F-4068-8F58-490B59FEB338}"/>
                </a:ext>
              </a:extLst>
            </p:cNvPr>
            <p:cNvSpPr>
              <a:spLocks/>
            </p:cNvSpPr>
            <p:nvPr/>
          </p:nvSpPr>
          <p:spPr bwMode="auto">
            <a:xfrm>
              <a:off x="700" y="1228"/>
              <a:ext cx="109" cy="13"/>
            </a:xfrm>
            <a:custGeom>
              <a:avLst/>
              <a:gdLst>
                <a:gd name="T0" fmla="*/ 130 w 66"/>
                <a:gd name="T1" fmla="*/ 29 h 8"/>
                <a:gd name="T2" fmla="*/ 297 w 66"/>
                <a:gd name="T3" fmla="*/ 18 h 8"/>
                <a:gd name="T4" fmla="*/ 185 w 66"/>
                <a:gd name="T5" fmla="*/ 8 h 8"/>
                <a:gd name="T6" fmla="*/ 0 w 66"/>
                <a:gd name="T7" fmla="*/ 8 h 8"/>
                <a:gd name="T8" fmla="*/ 130 w 66"/>
                <a:gd name="T9" fmla="*/ 29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6" h="8">
                  <a:moveTo>
                    <a:pt x="29" y="7"/>
                  </a:moveTo>
                  <a:cubicBezTo>
                    <a:pt x="39" y="6"/>
                    <a:pt x="56" y="2"/>
                    <a:pt x="66" y="4"/>
                  </a:cubicBezTo>
                  <a:cubicBezTo>
                    <a:pt x="61" y="0"/>
                    <a:pt x="52" y="2"/>
                    <a:pt x="41" y="2"/>
                  </a:cubicBezTo>
                  <a:cubicBezTo>
                    <a:pt x="30" y="3"/>
                    <a:pt x="9" y="6"/>
                    <a:pt x="0" y="2"/>
                  </a:cubicBezTo>
                  <a:cubicBezTo>
                    <a:pt x="15" y="8"/>
                    <a:pt x="21" y="6"/>
                    <a:pt x="29" y="7"/>
                  </a:cubicBezTo>
                </a:path>
              </a:pathLst>
            </a:custGeom>
            <a:solidFill>
              <a:srgbClr val="C17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369" name="Freeform 187">
              <a:extLst>
                <a:ext uri="{FF2B5EF4-FFF2-40B4-BE49-F238E27FC236}">
                  <a16:creationId xmlns:a16="http://schemas.microsoft.com/office/drawing/2014/main" id="{02042F2C-C0CB-415C-972C-76A9D1E8C312}"/>
                </a:ext>
              </a:extLst>
            </p:cNvPr>
            <p:cNvSpPr>
              <a:spLocks/>
            </p:cNvSpPr>
            <p:nvPr/>
          </p:nvSpPr>
          <p:spPr bwMode="auto">
            <a:xfrm>
              <a:off x="911" y="1228"/>
              <a:ext cx="110" cy="13"/>
            </a:xfrm>
            <a:custGeom>
              <a:avLst/>
              <a:gdLst>
                <a:gd name="T0" fmla="*/ 172 w 66"/>
                <a:gd name="T1" fmla="*/ 29 h 8"/>
                <a:gd name="T2" fmla="*/ 0 w 66"/>
                <a:gd name="T3" fmla="*/ 18 h 8"/>
                <a:gd name="T4" fmla="*/ 117 w 66"/>
                <a:gd name="T5" fmla="*/ 8 h 8"/>
                <a:gd name="T6" fmla="*/ 305 w 66"/>
                <a:gd name="T7" fmla="*/ 8 h 8"/>
                <a:gd name="T8" fmla="*/ 172 w 66"/>
                <a:gd name="T9" fmla="*/ 29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6" h="8">
                  <a:moveTo>
                    <a:pt x="37" y="7"/>
                  </a:moveTo>
                  <a:cubicBezTo>
                    <a:pt x="27" y="6"/>
                    <a:pt x="10" y="2"/>
                    <a:pt x="0" y="4"/>
                  </a:cubicBezTo>
                  <a:cubicBezTo>
                    <a:pt x="5" y="0"/>
                    <a:pt x="14" y="2"/>
                    <a:pt x="25" y="2"/>
                  </a:cubicBezTo>
                  <a:cubicBezTo>
                    <a:pt x="36" y="3"/>
                    <a:pt x="57" y="6"/>
                    <a:pt x="66" y="2"/>
                  </a:cubicBezTo>
                  <a:cubicBezTo>
                    <a:pt x="51" y="8"/>
                    <a:pt x="45" y="6"/>
                    <a:pt x="37" y="7"/>
                  </a:cubicBezTo>
                </a:path>
              </a:pathLst>
            </a:custGeom>
            <a:solidFill>
              <a:srgbClr val="C17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370" name="Freeform 188">
              <a:extLst>
                <a:ext uri="{FF2B5EF4-FFF2-40B4-BE49-F238E27FC236}">
                  <a16:creationId xmlns:a16="http://schemas.microsoft.com/office/drawing/2014/main" id="{9B6C2041-3949-453C-9028-25A80F48B2E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" y="1223"/>
              <a:ext cx="99" cy="130"/>
            </a:xfrm>
            <a:custGeom>
              <a:avLst/>
              <a:gdLst>
                <a:gd name="T0" fmla="*/ 279 w 59"/>
                <a:gd name="T1" fmla="*/ 0 h 79"/>
                <a:gd name="T2" fmla="*/ 104 w 59"/>
                <a:gd name="T3" fmla="*/ 84 h 79"/>
                <a:gd name="T4" fmla="*/ 0 w 59"/>
                <a:gd name="T5" fmla="*/ 352 h 79"/>
                <a:gd name="T6" fmla="*/ 65 w 59"/>
                <a:gd name="T7" fmla="*/ 201 h 79"/>
                <a:gd name="T8" fmla="*/ 133 w 59"/>
                <a:gd name="T9" fmla="*/ 105 h 79"/>
                <a:gd name="T10" fmla="*/ 195 w 59"/>
                <a:gd name="T11" fmla="*/ 54 h 79"/>
                <a:gd name="T12" fmla="*/ 258 w 59"/>
                <a:gd name="T13" fmla="*/ 5 h 7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9" h="79">
                  <a:moveTo>
                    <a:pt x="59" y="0"/>
                  </a:moveTo>
                  <a:cubicBezTo>
                    <a:pt x="47" y="7"/>
                    <a:pt x="33" y="9"/>
                    <a:pt x="22" y="19"/>
                  </a:cubicBezTo>
                  <a:cubicBezTo>
                    <a:pt x="8" y="31"/>
                    <a:pt x="2" y="59"/>
                    <a:pt x="0" y="79"/>
                  </a:cubicBezTo>
                  <a:cubicBezTo>
                    <a:pt x="5" y="68"/>
                    <a:pt x="8" y="56"/>
                    <a:pt x="14" y="45"/>
                  </a:cubicBezTo>
                  <a:cubicBezTo>
                    <a:pt x="17" y="37"/>
                    <a:pt x="24" y="32"/>
                    <a:pt x="28" y="24"/>
                  </a:cubicBezTo>
                  <a:cubicBezTo>
                    <a:pt x="32" y="17"/>
                    <a:pt x="35" y="17"/>
                    <a:pt x="41" y="12"/>
                  </a:cubicBezTo>
                  <a:cubicBezTo>
                    <a:pt x="46" y="8"/>
                    <a:pt x="48" y="2"/>
                    <a:pt x="55" y="1"/>
                  </a:cubicBezTo>
                </a:path>
              </a:pathLst>
            </a:custGeom>
            <a:solidFill>
              <a:srgbClr val="C17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371" name="Freeform 189">
              <a:extLst>
                <a:ext uri="{FF2B5EF4-FFF2-40B4-BE49-F238E27FC236}">
                  <a16:creationId xmlns:a16="http://schemas.microsoft.com/office/drawing/2014/main" id="{EF22F490-67DE-4ECC-9AB9-2486161231FB}"/>
                </a:ext>
              </a:extLst>
            </p:cNvPr>
            <p:cNvSpPr>
              <a:spLocks/>
            </p:cNvSpPr>
            <p:nvPr/>
          </p:nvSpPr>
          <p:spPr bwMode="auto">
            <a:xfrm>
              <a:off x="884" y="1106"/>
              <a:ext cx="40" cy="107"/>
            </a:xfrm>
            <a:custGeom>
              <a:avLst/>
              <a:gdLst>
                <a:gd name="T0" fmla="*/ 103 w 24"/>
                <a:gd name="T1" fmla="*/ 0 h 65"/>
                <a:gd name="T2" fmla="*/ 42 w 24"/>
                <a:gd name="T3" fmla="*/ 133 h 65"/>
                <a:gd name="T4" fmla="*/ 0 w 24"/>
                <a:gd name="T5" fmla="*/ 290 h 65"/>
                <a:gd name="T6" fmla="*/ 63 w 24"/>
                <a:gd name="T7" fmla="*/ 125 h 65"/>
                <a:gd name="T8" fmla="*/ 112 w 24"/>
                <a:gd name="T9" fmla="*/ 5 h 6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65">
                  <a:moveTo>
                    <a:pt x="22" y="0"/>
                  </a:moveTo>
                  <a:cubicBezTo>
                    <a:pt x="18" y="10"/>
                    <a:pt x="12" y="20"/>
                    <a:pt x="9" y="30"/>
                  </a:cubicBezTo>
                  <a:cubicBezTo>
                    <a:pt x="5" y="42"/>
                    <a:pt x="3" y="53"/>
                    <a:pt x="0" y="65"/>
                  </a:cubicBezTo>
                  <a:cubicBezTo>
                    <a:pt x="4" y="52"/>
                    <a:pt x="9" y="40"/>
                    <a:pt x="14" y="28"/>
                  </a:cubicBezTo>
                  <a:cubicBezTo>
                    <a:pt x="17" y="20"/>
                    <a:pt x="22" y="10"/>
                    <a:pt x="24" y="1"/>
                  </a:cubicBezTo>
                </a:path>
              </a:pathLst>
            </a:custGeom>
            <a:solidFill>
              <a:srgbClr val="C17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372" name="Freeform 190">
              <a:extLst>
                <a:ext uri="{FF2B5EF4-FFF2-40B4-BE49-F238E27FC236}">
                  <a16:creationId xmlns:a16="http://schemas.microsoft.com/office/drawing/2014/main" id="{69DFCC8A-3651-4ABB-903C-216A7150D4F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" y="1861"/>
              <a:ext cx="24" cy="362"/>
            </a:xfrm>
            <a:custGeom>
              <a:avLst/>
              <a:gdLst>
                <a:gd name="T0" fmla="*/ 41 w 14"/>
                <a:gd name="T1" fmla="*/ 385 h 220"/>
                <a:gd name="T2" fmla="*/ 9 w 14"/>
                <a:gd name="T3" fmla="*/ 981 h 220"/>
                <a:gd name="T4" fmla="*/ 5 w 14"/>
                <a:gd name="T5" fmla="*/ 634 h 220"/>
                <a:gd name="T6" fmla="*/ 70 w 14"/>
                <a:gd name="T7" fmla="*/ 0 h 220"/>
                <a:gd name="T8" fmla="*/ 41 w 14"/>
                <a:gd name="T9" fmla="*/ 385 h 2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220">
                  <a:moveTo>
                    <a:pt x="8" y="86"/>
                  </a:moveTo>
                  <a:cubicBezTo>
                    <a:pt x="7" y="102"/>
                    <a:pt x="3" y="192"/>
                    <a:pt x="2" y="220"/>
                  </a:cubicBezTo>
                  <a:cubicBezTo>
                    <a:pt x="2" y="220"/>
                    <a:pt x="0" y="198"/>
                    <a:pt x="1" y="142"/>
                  </a:cubicBezTo>
                  <a:cubicBezTo>
                    <a:pt x="1" y="85"/>
                    <a:pt x="4" y="27"/>
                    <a:pt x="14" y="0"/>
                  </a:cubicBezTo>
                  <a:cubicBezTo>
                    <a:pt x="11" y="11"/>
                    <a:pt x="10" y="62"/>
                    <a:pt x="8" y="86"/>
                  </a:cubicBezTo>
                </a:path>
              </a:pathLst>
            </a:custGeom>
            <a:solidFill>
              <a:srgbClr val="C17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373" name="Freeform 191">
              <a:extLst>
                <a:ext uri="{FF2B5EF4-FFF2-40B4-BE49-F238E27FC236}">
                  <a16:creationId xmlns:a16="http://schemas.microsoft.com/office/drawing/2014/main" id="{0D42BA07-44BF-4610-8A3C-4D560ADC3803}"/>
                </a:ext>
              </a:extLst>
            </p:cNvPr>
            <p:cNvSpPr>
              <a:spLocks/>
            </p:cNvSpPr>
            <p:nvPr/>
          </p:nvSpPr>
          <p:spPr bwMode="auto">
            <a:xfrm>
              <a:off x="525" y="1884"/>
              <a:ext cx="58" cy="386"/>
            </a:xfrm>
            <a:custGeom>
              <a:avLst/>
              <a:gdLst>
                <a:gd name="T0" fmla="*/ 154 w 35"/>
                <a:gd name="T1" fmla="*/ 0 h 234"/>
                <a:gd name="T2" fmla="*/ 104 w 35"/>
                <a:gd name="T3" fmla="*/ 485 h 234"/>
                <a:gd name="T4" fmla="*/ 0 w 35"/>
                <a:gd name="T5" fmla="*/ 1051 h 234"/>
                <a:gd name="T6" fmla="*/ 68 w 35"/>
                <a:gd name="T7" fmla="*/ 520 h 234"/>
                <a:gd name="T8" fmla="*/ 154 w 35"/>
                <a:gd name="T9" fmla="*/ 0 h 2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234">
                  <a:moveTo>
                    <a:pt x="34" y="0"/>
                  </a:moveTo>
                  <a:cubicBezTo>
                    <a:pt x="35" y="18"/>
                    <a:pt x="33" y="69"/>
                    <a:pt x="23" y="108"/>
                  </a:cubicBezTo>
                  <a:cubicBezTo>
                    <a:pt x="12" y="148"/>
                    <a:pt x="4" y="193"/>
                    <a:pt x="0" y="234"/>
                  </a:cubicBezTo>
                  <a:cubicBezTo>
                    <a:pt x="5" y="207"/>
                    <a:pt x="9" y="146"/>
                    <a:pt x="15" y="116"/>
                  </a:cubicBezTo>
                  <a:cubicBezTo>
                    <a:pt x="21" y="86"/>
                    <a:pt x="35" y="10"/>
                    <a:pt x="34" y="0"/>
                  </a:cubicBezTo>
                </a:path>
              </a:pathLst>
            </a:custGeom>
            <a:solidFill>
              <a:srgbClr val="8E4C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374" name="Freeform 192">
              <a:extLst>
                <a:ext uri="{FF2B5EF4-FFF2-40B4-BE49-F238E27FC236}">
                  <a16:creationId xmlns:a16="http://schemas.microsoft.com/office/drawing/2014/main" id="{DD0A632F-B6C6-40BD-88E0-C6FE629464D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5" y="1861"/>
              <a:ext cx="23" cy="362"/>
            </a:xfrm>
            <a:custGeom>
              <a:avLst/>
              <a:gdLst>
                <a:gd name="T0" fmla="*/ 26 w 14"/>
                <a:gd name="T1" fmla="*/ 385 h 220"/>
                <a:gd name="T2" fmla="*/ 54 w 14"/>
                <a:gd name="T3" fmla="*/ 981 h 220"/>
                <a:gd name="T4" fmla="*/ 58 w 14"/>
                <a:gd name="T5" fmla="*/ 634 h 220"/>
                <a:gd name="T6" fmla="*/ 0 w 14"/>
                <a:gd name="T7" fmla="*/ 0 h 220"/>
                <a:gd name="T8" fmla="*/ 26 w 14"/>
                <a:gd name="T9" fmla="*/ 385 h 2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220">
                  <a:moveTo>
                    <a:pt x="6" y="86"/>
                  </a:moveTo>
                  <a:cubicBezTo>
                    <a:pt x="7" y="102"/>
                    <a:pt x="11" y="192"/>
                    <a:pt x="12" y="220"/>
                  </a:cubicBezTo>
                  <a:cubicBezTo>
                    <a:pt x="12" y="220"/>
                    <a:pt x="14" y="198"/>
                    <a:pt x="13" y="142"/>
                  </a:cubicBezTo>
                  <a:cubicBezTo>
                    <a:pt x="13" y="85"/>
                    <a:pt x="10" y="27"/>
                    <a:pt x="0" y="0"/>
                  </a:cubicBezTo>
                  <a:cubicBezTo>
                    <a:pt x="3" y="11"/>
                    <a:pt x="4" y="62"/>
                    <a:pt x="6" y="86"/>
                  </a:cubicBezTo>
                </a:path>
              </a:pathLst>
            </a:custGeom>
            <a:solidFill>
              <a:srgbClr val="8E4C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375" name="Freeform 193">
              <a:extLst>
                <a:ext uri="{FF2B5EF4-FFF2-40B4-BE49-F238E27FC236}">
                  <a16:creationId xmlns:a16="http://schemas.microsoft.com/office/drawing/2014/main" id="{6C12548D-3B67-4B6F-89A4-B18D067BF8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0" y="1884"/>
              <a:ext cx="59" cy="386"/>
            </a:xfrm>
            <a:custGeom>
              <a:avLst/>
              <a:gdLst>
                <a:gd name="T0" fmla="*/ 5 w 35"/>
                <a:gd name="T1" fmla="*/ 0 h 234"/>
                <a:gd name="T2" fmla="*/ 62 w 35"/>
                <a:gd name="T3" fmla="*/ 485 h 234"/>
                <a:gd name="T4" fmla="*/ 167 w 35"/>
                <a:gd name="T5" fmla="*/ 1051 h 234"/>
                <a:gd name="T6" fmla="*/ 96 w 35"/>
                <a:gd name="T7" fmla="*/ 520 h 234"/>
                <a:gd name="T8" fmla="*/ 5 w 35"/>
                <a:gd name="T9" fmla="*/ 0 h 2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234">
                  <a:moveTo>
                    <a:pt x="1" y="0"/>
                  </a:moveTo>
                  <a:cubicBezTo>
                    <a:pt x="0" y="18"/>
                    <a:pt x="2" y="69"/>
                    <a:pt x="13" y="108"/>
                  </a:cubicBezTo>
                  <a:cubicBezTo>
                    <a:pt x="23" y="148"/>
                    <a:pt x="31" y="193"/>
                    <a:pt x="35" y="234"/>
                  </a:cubicBezTo>
                  <a:cubicBezTo>
                    <a:pt x="30" y="207"/>
                    <a:pt x="26" y="146"/>
                    <a:pt x="20" y="116"/>
                  </a:cubicBezTo>
                  <a:cubicBezTo>
                    <a:pt x="14" y="86"/>
                    <a:pt x="0" y="10"/>
                    <a:pt x="1" y="0"/>
                  </a:cubicBezTo>
                </a:path>
              </a:pathLst>
            </a:custGeom>
            <a:solidFill>
              <a:srgbClr val="C17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376" name="Freeform 194">
              <a:extLst>
                <a:ext uri="{FF2B5EF4-FFF2-40B4-BE49-F238E27FC236}">
                  <a16:creationId xmlns:a16="http://schemas.microsoft.com/office/drawing/2014/main" id="{CF3071B0-567D-4021-A00D-318F6101E05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" y="2467"/>
              <a:ext cx="63" cy="109"/>
            </a:xfrm>
            <a:custGeom>
              <a:avLst/>
              <a:gdLst>
                <a:gd name="T0" fmla="*/ 88 w 38"/>
                <a:gd name="T1" fmla="*/ 0 h 66"/>
                <a:gd name="T2" fmla="*/ 133 w 38"/>
                <a:gd name="T3" fmla="*/ 277 h 66"/>
                <a:gd name="T4" fmla="*/ 164 w 38"/>
                <a:gd name="T5" fmla="*/ 263 h 66"/>
                <a:gd name="T6" fmla="*/ 133 w 38"/>
                <a:gd name="T7" fmla="*/ 185 h 66"/>
                <a:gd name="T8" fmla="*/ 118 w 38"/>
                <a:gd name="T9" fmla="*/ 84 h 66"/>
                <a:gd name="T10" fmla="*/ 99 w 38"/>
                <a:gd name="T11" fmla="*/ 0 h 6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8" h="66">
                  <a:moveTo>
                    <a:pt x="19" y="0"/>
                  </a:moveTo>
                  <a:cubicBezTo>
                    <a:pt x="0" y="14"/>
                    <a:pt x="12" y="53"/>
                    <a:pt x="29" y="62"/>
                  </a:cubicBezTo>
                  <a:cubicBezTo>
                    <a:pt x="33" y="64"/>
                    <a:pt x="38" y="66"/>
                    <a:pt x="36" y="58"/>
                  </a:cubicBezTo>
                  <a:cubicBezTo>
                    <a:pt x="35" y="52"/>
                    <a:pt x="30" y="48"/>
                    <a:pt x="29" y="41"/>
                  </a:cubicBezTo>
                  <a:cubicBezTo>
                    <a:pt x="28" y="34"/>
                    <a:pt x="27" y="26"/>
                    <a:pt x="26" y="19"/>
                  </a:cubicBezTo>
                  <a:cubicBezTo>
                    <a:pt x="26" y="13"/>
                    <a:pt x="27" y="5"/>
                    <a:pt x="22" y="0"/>
                  </a:cubicBezTo>
                </a:path>
              </a:pathLst>
            </a:custGeom>
            <a:solidFill>
              <a:srgbClr val="8E4C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377" name="Freeform 195">
              <a:extLst>
                <a:ext uri="{FF2B5EF4-FFF2-40B4-BE49-F238E27FC236}">
                  <a16:creationId xmlns:a16="http://schemas.microsoft.com/office/drawing/2014/main" id="{1322752F-2DB4-47C5-AB05-3B207A30811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0" y="2467"/>
              <a:ext cx="52" cy="107"/>
            </a:xfrm>
            <a:custGeom>
              <a:avLst/>
              <a:gdLst>
                <a:gd name="T0" fmla="*/ 65 w 31"/>
                <a:gd name="T1" fmla="*/ 20 h 65"/>
                <a:gd name="T2" fmla="*/ 42 w 31"/>
                <a:gd name="T3" fmla="*/ 133 h 65"/>
                <a:gd name="T4" fmla="*/ 0 w 31"/>
                <a:gd name="T5" fmla="*/ 234 h 65"/>
                <a:gd name="T6" fmla="*/ 49 w 31"/>
                <a:gd name="T7" fmla="*/ 263 h 65"/>
                <a:gd name="T8" fmla="*/ 126 w 31"/>
                <a:gd name="T9" fmla="*/ 156 h 65"/>
                <a:gd name="T10" fmla="*/ 84 w 31"/>
                <a:gd name="T11" fmla="*/ 0 h 6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1" h="65">
                  <a:moveTo>
                    <a:pt x="14" y="4"/>
                  </a:moveTo>
                  <a:cubicBezTo>
                    <a:pt x="12" y="13"/>
                    <a:pt x="11" y="21"/>
                    <a:pt x="9" y="30"/>
                  </a:cubicBezTo>
                  <a:cubicBezTo>
                    <a:pt x="7" y="38"/>
                    <a:pt x="6" y="48"/>
                    <a:pt x="0" y="52"/>
                  </a:cubicBezTo>
                  <a:cubicBezTo>
                    <a:pt x="4" y="59"/>
                    <a:pt x="2" y="65"/>
                    <a:pt x="10" y="59"/>
                  </a:cubicBezTo>
                  <a:cubicBezTo>
                    <a:pt x="17" y="54"/>
                    <a:pt x="24" y="44"/>
                    <a:pt x="27" y="35"/>
                  </a:cubicBezTo>
                  <a:cubicBezTo>
                    <a:pt x="31" y="21"/>
                    <a:pt x="29" y="10"/>
                    <a:pt x="18" y="0"/>
                  </a:cubicBezTo>
                </a:path>
              </a:pathLst>
            </a:custGeom>
            <a:solidFill>
              <a:srgbClr val="8E4C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378" name="Freeform 196">
              <a:extLst>
                <a:ext uri="{FF2B5EF4-FFF2-40B4-BE49-F238E27FC236}">
                  <a16:creationId xmlns:a16="http://schemas.microsoft.com/office/drawing/2014/main" id="{FB2D41AC-0249-4FC4-BCCE-70B6A059150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4" y="1243"/>
              <a:ext cx="74" cy="435"/>
            </a:xfrm>
            <a:custGeom>
              <a:avLst/>
              <a:gdLst>
                <a:gd name="T0" fmla="*/ 0 w 45"/>
                <a:gd name="T1" fmla="*/ 0 h 264"/>
                <a:gd name="T2" fmla="*/ 133 w 45"/>
                <a:gd name="T3" fmla="*/ 269 h 264"/>
                <a:gd name="T4" fmla="*/ 194 w 45"/>
                <a:gd name="T5" fmla="*/ 746 h 264"/>
                <a:gd name="T6" fmla="*/ 201 w 45"/>
                <a:gd name="T7" fmla="*/ 1181 h 264"/>
                <a:gd name="T8" fmla="*/ 151 w 45"/>
                <a:gd name="T9" fmla="*/ 657 h 264"/>
                <a:gd name="T10" fmla="*/ 0 w 45"/>
                <a:gd name="T11" fmla="*/ 0 h 26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5" h="264">
                  <a:moveTo>
                    <a:pt x="0" y="0"/>
                  </a:moveTo>
                  <a:cubicBezTo>
                    <a:pt x="12" y="8"/>
                    <a:pt x="25" y="27"/>
                    <a:pt x="30" y="60"/>
                  </a:cubicBezTo>
                  <a:cubicBezTo>
                    <a:pt x="36" y="93"/>
                    <a:pt x="42" y="123"/>
                    <a:pt x="44" y="167"/>
                  </a:cubicBezTo>
                  <a:cubicBezTo>
                    <a:pt x="45" y="211"/>
                    <a:pt x="45" y="239"/>
                    <a:pt x="45" y="264"/>
                  </a:cubicBezTo>
                  <a:cubicBezTo>
                    <a:pt x="42" y="242"/>
                    <a:pt x="39" y="172"/>
                    <a:pt x="34" y="147"/>
                  </a:cubicBezTo>
                  <a:cubicBezTo>
                    <a:pt x="28" y="122"/>
                    <a:pt x="25" y="30"/>
                    <a:pt x="0" y="0"/>
                  </a:cubicBezTo>
                </a:path>
              </a:pathLst>
            </a:custGeom>
            <a:solidFill>
              <a:srgbClr val="8E4C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379" name="Freeform 197">
              <a:extLst>
                <a:ext uri="{FF2B5EF4-FFF2-40B4-BE49-F238E27FC236}">
                  <a16:creationId xmlns:a16="http://schemas.microsoft.com/office/drawing/2014/main" id="{579DA6D6-C7F9-4208-93AC-0FCF67319B06}"/>
                </a:ext>
              </a:extLst>
            </p:cNvPr>
            <p:cNvSpPr>
              <a:spLocks/>
            </p:cNvSpPr>
            <p:nvPr/>
          </p:nvSpPr>
          <p:spPr bwMode="auto">
            <a:xfrm>
              <a:off x="703" y="2998"/>
              <a:ext cx="72" cy="82"/>
            </a:xfrm>
            <a:custGeom>
              <a:avLst/>
              <a:gdLst>
                <a:gd name="T0" fmla="*/ 0 w 43"/>
                <a:gd name="T1" fmla="*/ 153 h 50"/>
                <a:gd name="T2" fmla="*/ 183 w 43"/>
                <a:gd name="T3" fmla="*/ 0 h 50"/>
                <a:gd name="T4" fmla="*/ 166 w 43"/>
                <a:gd name="T5" fmla="*/ 130 h 50"/>
                <a:gd name="T6" fmla="*/ 33 w 43"/>
                <a:gd name="T7" fmla="*/ 172 h 5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3" h="50">
                  <a:moveTo>
                    <a:pt x="0" y="35"/>
                  </a:moveTo>
                  <a:cubicBezTo>
                    <a:pt x="18" y="50"/>
                    <a:pt x="35" y="13"/>
                    <a:pt x="39" y="0"/>
                  </a:cubicBezTo>
                  <a:cubicBezTo>
                    <a:pt x="40" y="10"/>
                    <a:pt x="43" y="20"/>
                    <a:pt x="35" y="29"/>
                  </a:cubicBezTo>
                  <a:cubicBezTo>
                    <a:pt x="29" y="36"/>
                    <a:pt x="16" y="40"/>
                    <a:pt x="7" y="39"/>
                  </a:cubicBezTo>
                </a:path>
              </a:pathLst>
            </a:custGeom>
            <a:solidFill>
              <a:srgbClr val="8E4C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380" name="Freeform 198">
              <a:extLst>
                <a:ext uri="{FF2B5EF4-FFF2-40B4-BE49-F238E27FC236}">
                  <a16:creationId xmlns:a16="http://schemas.microsoft.com/office/drawing/2014/main" id="{0A020B81-EFA8-4662-A1AA-F2D2A179076A}"/>
                </a:ext>
              </a:extLst>
            </p:cNvPr>
            <p:cNvSpPr>
              <a:spLocks/>
            </p:cNvSpPr>
            <p:nvPr/>
          </p:nvSpPr>
          <p:spPr bwMode="auto">
            <a:xfrm>
              <a:off x="676" y="3244"/>
              <a:ext cx="59" cy="468"/>
            </a:xfrm>
            <a:custGeom>
              <a:avLst/>
              <a:gdLst>
                <a:gd name="T0" fmla="*/ 29 w 35"/>
                <a:gd name="T1" fmla="*/ 0 h 284"/>
                <a:gd name="T2" fmla="*/ 37 w 35"/>
                <a:gd name="T3" fmla="*/ 676 h 284"/>
                <a:gd name="T4" fmla="*/ 167 w 35"/>
                <a:gd name="T5" fmla="*/ 1271 h 284"/>
                <a:gd name="T6" fmla="*/ 78 w 35"/>
                <a:gd name="T7" fmla="*/ 613 h 284"/>
                <a:gd name="T8" fmla="*/ 29 w 35"/>
                <a:gd name="T9" fmla="*/ 0 h 2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284">
                  <a:moveTo>
                    <a:pt x="6" y="0"/>
                  </a:moveTo>
                  <a:cubicBezTo>
                    <a:pt x="0" y="25"/>
                    <a:pt x="0" y="111"/>
                    <a:pt x="8" y="151"/>
                  </a:cubicBezTo>
                  <a:cubicBezTo>
                    <a:pt x="15" y="191"/>
                    <a:pt x="33" y="267"/>
                    <a:pt x="35" y="284"/>
                  </a:cubicBezTo>
                  <a:cubicBezTo>
                    <a:pt x="32" y="252"/>
                    <a:pt x="20" y="158"/>
                    <a:pt x="16" y="137"/>
                  </a:cubicBezTo>
                  <a:cubicBezTo>
                    <a:pt x="13" y="116"/>
                    <a:pt x="4" y="31"/>
                    <a:pt x="6" y="0"/>
                  </a:cubicBezTo>
                </a:path>
              </a:pathLst>
            </a:custGeom>
            <a:solidFill>
              <a:srgbClr val="C17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381" name="Freeform 199">
              <a:extLst>
                <a:ext uri="{FF2B5EF4-FFF2-40B4-BE49-F238E27FC236}">
                  <a16:creationId xmlns:a16="http://schemas.microsoft.com/office/drawing/2014/main" id="{A84BDB7C-082F-43E6-BC65-D9147D088807}"/>
                </a:ext>
              </a:extLst>
            </p:cNvPr>
            <p:cNvSpPr>
              <a:spLocks/>
            </p:cNvSpPr>
            <p:nvPr/>
          </p:nvSpPr>
          <p:spPr bwMode="auto">
            <a:xfrm>
              <a:off x="879" y="3184"/>
              <a:ext cx="34" cy="529"/>
            </a:xfrm>
            <a:custGeom>
              <a:avLst/>
              <a:gdLst>
                <a:gd name="T0" fmla="*/ 63 w 20"/>
                <a:gd name="T1" fmla="*/ 1437 h 321"/>
                <a:gd name="T2" fmla="*/ 26 w 20"/>
                <a:gd name="T3" fmla="*/ 595 h 321"/>
                <a:gd name="T4" fmla="*/ 44 w 20"/>
                <a:gd name="T5" fmla="*/ 0 h 321"/>
                <a:gd name="T6" fmla="*/ 78 w 20"/>
                <a:gd name="T7" fmla="*/ 621 h 321"/>
                <a:gd name="T8" fmla="*/ 63 w 20"/>
                <a:gd name="T9" fmla="*/ 1437 h 3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321">
                  <a:moveTo>
                    <a:pt x="13" y="321"/>
                  </a:moveTo>
                  <a:cubicBezTo>
                    <a:pt x="18" y="301"/>
                    <a:pt x="10" y="190"/>
                    <a:pt x="5" y="133"/>
                  </a:cubicBezTo>
                  <a:cubicBezTo>
                    <a:pt x="0" y="77"/>
                    <a:pt x="1" y="25"/>
                    <a:pt x="9" y="0"/>
                  </a:cubicBezTo>
                  <a:cubicBezTo>
                    <a:pt x="6" y="20"/>
                    <a:pt x="12" y="87"/>
                    <a:pt x="16" y="139"/>
                  </a:cubicBezTo>
                  <a:cubicBezTo>
                    <a:pt x="20" y="191"/>
                    <a:pt x="19" y="298"/>
                    <a:pt x="13" y="321"/>
                  </a:cubicBezTo>
                </a:path>
              </a:pathLst>
            </a:custGeom>
            <a:solidFill>
              <a:srgbClr val="C17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382" name="Freeform 200">
              <a:extLst>
                <a:ext uri="{FF2B5EF4-FFF2-40B4-BE49-F238E27FC236}">
                  <a16:creationId xmlns:a16="http://schemas.microsoft.com/office/drawing/2014/main" id="{F40B6861-878F-41EA-8A11-E5D1EC931395}"/>
                </a:ext>
              </a:extLst>
            </p:cNvPr>
            <p:cNvSpPr>
              <a:spLocks/>
            </p:cNvSpPr>
            <p:nvPr/>
          </p:nvSpPr>
          <p:spPr bwMode="auto">
            <a:xfrm>
              <a:off x="984" y="3221"/>
              <a:ext cx="57" cy="464"/>
            </a:xfrm>
            <a:custGeom>
              <a:avLst/>
              <a:gdLst>
                <a:gd name="T0" fmla="*/ 124 w 34"/>
                <a:gd name="T1" fmla="*/ 0 h 282"/>
                <a:gd name="T2" fmla="*/ 132 w 34"/>
                <a:gd name="T3" fmla="*/ 676 h 282"/>
                <a:gd name="T4" fmla="*/ 0 w 34"/>
                <a:gd name="T5" fmla="*/ 1255 h 282"/>
                <a:gd name="T6" fmla="*/ 104 w 34"/>
                <a:gd name="T7" fmla="*/ 525 h 282"/>
                <a:gd name="T8" fmla="*/ 124 w 34"/>
                <a:gd name="T9" fmla="*/ 0 h 28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282">
                  <a:moveTo>
                    <a:pt x="26" y="0"/>
                  </a:moveTo>
                  <a:cubicBezTo>
                    <a:pt x="30" y="35"/>
                    <a:pt x="34" y="102"/>
                    <a:pt x="28" y="152"/>
                  </a:cubicBezTo>
                  <a:cubicBezTo>
                    <a:pt x="21" y="202"/>
                    <a:pt x="5" y="258"/>
                    <a:pt x="0" y="282"/>
                  </a:cubicBezTo>
                  <a:cubicBezTo>
                    <a:pt x="2" y="256"/>
                    <a:pt x="21" y="173"/>
                    <a:pt x="22" y="118"/>
                  </a:cubicBezTo>
                  <a:cubicBezTo>
                    <a:pt x="24" y="63"/>
                    <a:pt x="28" y="10"/>
                    <a:pt x="26" y="0"/>
                  </a:cubicBezTo>
                </a:path>
              </a:pathLst>
            </a:custGeom>
            <a:solidFill>
              <a:srgbClr val="8E4C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383" name="Freeform 201">
              <a:extLst>
                <a:ext uri="{FF2B5EF4-FFF2-40B4-BE49-F238E27FC236}">
                  <a16:creationId xmlns:a16="http://schemas.microsoft.com/office/drawing/2014/main" id="{3315EFC5-CE2B-4F17-98E7-584D796E18C0}"/>
                </a:ext>
              </a:extLst>
            </p:cNvPr>
            <p:cNvSpPr>
              <a:spLocks/>
            </p:cNvSpPr>
            <p:nvPr/>
          </p:nvSpPr>
          <p:spPr bwMode="auto">
            <a:xfrm>
              <a:off x="946" y="3769"/>
              <a:ext cx="25" cy="129"/>
            </a:xfrm>
            <a:custGeom>
              <a:avLst/>
              <a:gdLst>
                <a:gd name="T0" fmla="*/ 70 w 15"/>
                <a:gd name="T1" fmla="*/ 0 h 78"/>
                <a:gd name="T2" fmla="*/ 47 w 15"/>
                <a:gd name="T3" fmla="*/ 202 h 78"/>
                <a:gd name="T4" fmla="*/ 55 w 15"/>
                <a:gd name="T5" fmla="*/ 352 h 78"/>
                <a:gd name="T6" fmla="*/ 5 w 15"/>
                <a:gd name="T7" fmla="*/ 235 h 78"/>
                <a:gd name="T8" fmla="*/ 42 w 15"/>
                <a:gd name="T9" fmla="*/ 167 h 78"/>
                <a:gd name="T10" fmla="*/ 70 w 15"/>
                <a:gd name="T11" fmla="*/ 46 h 7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" h="78">
                  <a:moveTo>
                    <a:pt x="15" y="0"/>
                  </a:moveTo>
                  <a:cubicBezTo>
                    <a:pt x="14" y="16"/>
                    <a:pt x="13" y="29"/>
                    <a:pt x="10" y="45"/>
                  </a:cubicBezTo>
                  <a:cubicBezTo>
                    <a:pt x="8" y="57"/>
                    <a:pt x="12" y="65"/>
                    <a:pt x="12" y="78"/>
                  </a:cubicBezTo>
                  <a:cubicBezTo>
                    <a:pt x="9" y="70"/>
                    <a:pt x="0" y="59"/>
                    <a:pt x="1" y="52"/>
                  </a:cubicBezTo>
                  <a:cubicBezTo>
                    <a:pt x="1" y="47"/>
                    <a:pt x="8" y="42"/>
                    <a:pt x="9" y="37"/>
                  </a:cubicBezTo>
                  <a:cubicBezTo>
                    <a:pt x="13" y="28"/>
                    <a:pt x="10" y="18"/>
                    <a:pt x="15" y="10"/>
                  </a:cubicBezTo>
                </a:path>
              </a:pathLst>
            </a:custGeom>
            <a:solidFill>
              <a:srgbClr val="8E4C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384" name="Freeform 202">
              <a:extLst>
                <a:ext uri="{FF2B5EF4-FFF2-40B4-BE49-F238E27FC236}">
                  <a16:creationId xmlns:a16="http://schemas.microsoft.com/office/drawing/2014/main" id="{F5106329-6191-4D51-923C-523DD5DAB215}"/>
                </a:ext>
              </a:extLst>
            </p:cNvPr>
            <p:cNvSpPr>
              <a:spLocks/>
            </p:cNvSpPr>
            <p:nvPr/>
          </p:nvSpPr>
          <p:spPr bwMode="auto">
            <a:xfrm>
              <a:off x="809" y="3707"/>
              <a:ext cx="27" cy="142"/>
            </a:xfrm>
            <a:custGeom>
              <a:avLst/>
              <a:gdLst>
                <a:gd name="T0" fmla="*/ 54 w 16"/>
                <a:gd name="T1" fmla="*/ 160 h 86"/>
                <a:gd name="T2" fmla="*/ 49 w 16"/>
                <a:gd name="T3" fmla="*/ 386 h 86"/>
                <a:gd name="T4" fmla="*/ 24 w 16"/>
                <a:gd name="T5" fmla="*/ 185 h 86"/>
                <a:gd name="T6" fmla="*/ 5 w 16"/>
                <a:gd name="T7" fmla="*/ 76 h 86"/>
                <a:gd name="T8" fmla="*/ 8 w 16"/>
                <a:gd name="T9" fmla="*/ 0 h 86"/>
                <a:gd name="T10" fmla="*/ 57 w 16"/>
                <a:gd name="T11" fmla="*/ 159 h 8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" h="86">
                  <a:moveTo>
                    <a:pt x="11" y="36"/>
                  </a:moveTo>
                  <a:cubicBezTo>
                    <a:pt x="16" y="54"/>
                    <a:pt x="16" y="68"/>
                    <a:pt x="10" y="86"/>
                  </a:cubicBezTo>
                  <a:cubicBezTo>
                    <a:pt x="12" y="72"/>
                    <a:pt x="9" y="54"/>
                    <a:pt x="5" y="41"/>
                  </a:cubicBezTo>
                  <a:cubicBezTo>
                    <a:pt x="1" y="32"/>
                    <a:pt x="0" y="28"/>
                    <a:pt x="1" y="17"/>
                  </a:cubicBezTo>
                  <a:cubicBezTo>
                    <a:pt x="2" y="12"/>
                    <a:pt x="4" y="5"/>
                    <a:pt x="2" y="0"/>
                  </a:cubicBezTo>
                  <a:cubicBezTo>
                    <a:pt x="4" y="12"/>
                    <a:pt x="9" y="24"/>
                    <a:pt x="12" y="35"/>
                  </a:cubicBezTo>
                </a:path>
              </a:pathLst>
            </a:custGeom>
            <a:solidFill>
              <a:srgbClr val="8E4C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385" name="Freeform 203">
              <a:extLst>
                <a:ext uri="{FF2B5EF4-FFF2-40B4-BE49-F238E27FC236}">
                  <a16:creationId xmlns:a16="http://schemas.microsoft.com/office/drawing/2014/main" id="{6169C2F2-D2AE-4A98-8E25-371433AFE9BE}"/>
                </a:ext>
              </a:extLst>
            </p:cNvPr>
            <p:cNvSpPr>
              <a:spLocks/>
            </p:cNvSpPr>
            <p:nvPr/>
          </p:nvSpPr>
          <p:spPr bwMode="auto">
            <a:xfrm>
              <a:off x="967" y="2995"/>
              <a:ext cx="52" cy="82"/>
            </a:xfrm>
            <a:custGeom>
              <a:avLst/>
              <a:gdLst>
                <a:gd name="T0" fmla="*/ 0 w 31"/>
                <a:gd name="T1" fmla="*/ 172 h 50"/>
                <a:gd name="T2" fmla="*/ 112 w 31"/>
                <a:gd name="T3" fmla="*/ 0 h 50"/>
                <a:gd name="T4" fmla="*/ 13 w 31"/>
                <a:gd name="T5" fmla="*/ 180 h 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50">
                  <a:moveTo>
                    <a:pt x="0" y="39"/>
                  </a:moveTo>
                  <a:cubicBezTo>
                    <a:pt x="18" y="48"/>
                    <a:pt x="24" y="11"/>
                    <a:pt x="24" y="0"/>
                  </a:cubicBezTo>
                  <a:cubicBezTo>
                    <a:pt x="31" y="16"/>
                    <a:pt x="24" y="50"/>
                    <a:pt x="3" y="41"/>
                  </a:cubicBezTo>
                </a:path>
              </a:pathLst>
            </a:custGeom>
            <a:solidFill>
              <a:srgbClr val="8E4C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386" name="Freeform 204">
              <a:extLst>
                <a:ext uri="{FF2B5EF4-FFF2-40B4-BE49-F238E27FC236}">
                  <a16:creationId xmlns:a16="http://schemas.microsoft.com/office/drawing/2014/main" id="{3930B1CC-D2C2-4C1B-8CF6-25F504CD6099}"/>
                </a:ext>
              </a:extLst>
            </p:cNvPr>
            <p:cNvSpPr>
              <a:spLocks/>
            </p:cNvSpPr>
            <p:nvPr/>
          </p:nvSpPr>
          <p:spPr bwMode="auto">
            <a:xfrm>
              <a:off x="848" y="2352"/>
              <a:ext cx="70" cy="222"/>
            </a:xfrm>
            <a:custGeom>
              <a:avLst/>
              <a:gdLst>
                <a:gd name="T0" fmla="*/ 112 w 42"/>
                <a:gd name="T1" fmla="*/ 62 h 135"/>
                <a:gd name="T2" fmla="*/ 83 w 42"/>
                <a:gd name="T3" fmla="*/ 600 h 135"/>
                <a:gd name="T4" fmla="*/ 103 w 42"/>
                <a:gd name="T5" fmla="*/ 400 h 135"/>
                <a:gd name="T6" fmla="*/ 105 w 42"/>
                <a:gd name="T7" fmla="*/ 194 h 135"/>
                <a:gd name="T8" fmla="*/ 130 w 42"/>
                <a:gd name="T9" fmla="*/ 97 h 135"/>
                <a:gd name="T10" fmla="*/ 195 w 42"/>
                <a:gd name="T11" fmla="*/ 0 h 135"/>
                <a:gd name="T12" fmla="*/ 103 w 42"/>
                <a:gd name="T13" fmla="*/ 67 h 1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2" h="135">
                  <a:moveTo>
                    <a:pt x="24" y="14"/>
                  </a:moveTo>
                  <a:cubicBezTo>
                    <a:pt x="0" y="26"/>
                    <a:pt x="27" y="104"/>
                    <a:pt x="18" y="135"/>
                  </a:cubicBezTo>
                  <a:cubicBezTo>
                    <a:pt x="17" y="120"/>
                    <a:pt x="21" y="105"/>
                    <a:pt x="22" y="90"/>
                  </a:cubicBezTo>
                  <a:cubicBezTo>
                    <a:pt x="24" y="75"/>
                    <a:pt x="22" y="60"/>
                    <a:pt x="23" y="44"/>
                  </a:cubicBezTo>
                  <a:cubicBezTo>
                    <a:pt x="24" y="36"/>
                    <a:pt x="25" y="30"/>
                    <a:pt x="28" y="22"/>
                  </a:cubicBezTo>
                  <a:cubicBezTo>
                    <a:pt x="31" y="16"/>
                    <a:pt x="37" y="3"/>
                    <a:pt x="42" y="0"/>
                  </a:cubicBezTo>
                  <a:cubicBezTo>
                    <a:pt x="35" y="4"/>
                    <a:pt x="29" y="12"/>
                    <a:pt x="22" y="15"/>
                  </a:cubicBezTo>
                </a:path>
              </a:pathLst>
            </a:custGeom>
            <a:solidFill>
              <a:srgbClr val="C17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387" name="Freeform 205">
              <a:extLst>
                <a:ext uri="{FF2B5EF4-FFF2-40B4-BE49-F238E27FC236}">
                  <a16:creationId xmlns:a16="http://schemas.microsoft.com/office/drawing/2014/main" id="{95ECB700-27B5-4CA1-AA37-5C1CE11E8CF0}"/>
                </a:ext>
              </a:extLst>
            </p:cNvPr>
            <p:cNvSpPr>
              <a:spLocks/>
            </p:cNvSpPr>
            <p:nvPr/>
          </p:nvSpPr>
          <p:spPr bwMode="auto">
            <a:xfrm>
              <a:off x="869" y="2891"/>
              <a:ext cx="29" cy="257"/>
            </a:xfrm>
            <a:custGeom>
              <a:avLst/>
              <a:gdLst>
                <a:gd name="T0" fmla="*/ 41 w 17"/>
                <a:gd name="T1" fmla="*/ 0 h 156"/>
                <a:gd name="T2" fmla="*/ 29 w 17"/>
                <a:gd name="T3" fmla="*/ 351 h 156"/>
                <a:gd name="T4" fmla="*/ 58 w 17"/>
                <a:gd name="T5" fmla="*/ 697 h 156"/>
                <a:gd name="T6" fmla="*/ 65 w 17"/>
                <a:gd name="T7" fmla="*/ 381 h 156"/>
                <a:gd name="T8" fmla="*/ 49 w 17"/>
                <a:gd name="T9" fmla="*/ 96 h 156"/>
                <a:gd name="T10" fmla="*/ 41 w 17"/>
                <a:gd name="T11" fmla="*/ 0 h 15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" h="156">
                  <a:moveTo>
                    <a:pt x="8" y="0"/>
                  </a:moveTo>
                  <a:cubicBezTo>
                    <a:pt x="7" y="23"/>
                    <a:pt x="0" y="49"/>
                    <a:pt x="6" y="78"/>
                  </a:cubicBezTo>
                  <a:cubicBezTo>
                    <a:pt x="13" y="107"/>
                    <a:pt x="16" y="130"/>
                    <a:pt x="12" y="156"/>
                  </a:cubicBezTo>
                  <a:cubicBezTo>
                    <a:pt x="17" y="135"/>
                    <a:pt x="16" y="103"/>
                    <a:pt x="13" y="85"/>
                  </a:cubicBezTo>
                  <a:cubicBezTo>
                    <a:pt x="11" y="68"/>
                    <a:pt x="9" y="35"/>
                    <a:pt x="10" y="21"/>
                  </a:cubicBezTo>
                  <a:cubicBezTo>
                    <a:pt x="11" y="6"/>
                    <a:pt x="8" y="0"/>
                    <a:pt x="8" y="0"/>
                  </a:cubicBezTo>
                </a:path>
              </a:pathLst>
            </a:custGeom>
            <a:solidFill>
              <a:srgbClr val="C17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388" name="Freeform 206">
              <a:extLst>
                <a:ext uri="{FF2B5EF4-FFF2-40B4-BE49-F238E27FC236}">
                  <a16:creationId xmlns:a16="http://schemas.microsoft.com/office/drawing/2014/main" id="{06E77635-D5FB-445B-B894-08792B2BAFF9}"/>
                </a:ext>
              </a:extLst>
            </p:cNvPr>
            <p:cNvSpPr>
              <a:spLocks/>
            </p:cNvSpPr>
            <p:nvPr/>
          </p:nvSpPr>
          <p:spPr bwMode="auto">
            <a:xfrm>
              <a:off x="926" y="3959"/>
              <a:ext cx="105" cy="74"/>
            </a:xfrm>
            <a:custGeom>
              <a:avLst/>
              <a:gdLst>
                <a:gd name="T0" fmla="*/ 47 w 63"/>
                <a:gd name="T1" fmla="*/ 156 h 45"/>
                <a:gd name="T2" fmla="*/ 217 w 63"/>
                <a:gd name="T3" fmla="*/ 160 h 45"/>
                <a:gd name="T4" fmla="*/ 255 w 63"/>
                <a:gd name="T5" fmla="*/ 0 h 45"/>
                <a:gd name="T6" fmla="*/ 242 w 63"/>
                <a:gd name="T7" fmla="*/ 54 h 45"/>
                <a:gd name="T8" fmla="*/ 162 w 63"/>
                <a:gd name="T9" fmla="*/ 95 h 45"/>
                <a:gd name="T10" fmla="*/ 20 w 63"/>
                <a:gd name="T11" fmla="*/ 81 h 45"/>
                <a:gd name="T12" fmla="*/ 28 w 63"/>
                <a:gd name="T13" fmla="*/ 160 h 4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3" h="45">
                  <a:moveTo>
                    <a:pt x="10" y="35"/>
                  </a:moveTo>
                  <a:cubicBezTo>
                    <a:pt x="19" y="45"/>
                    <a:pt x="37" y="42"/>
                    <a:pt x="47" y="36"/>
                  </a:cubicBezTo>
                  <a:cubicBezTo>
                    <a:pt x="63" y="27"/>
                    <a:pt x="60" y="15"/>
                    <a:pt x="55" y="0"/>
                  </a:cubicBezTo>
                  <a:cubicBezTo>
                    <a:pt x="54" y="5"/>
                    <a:pt x="55" y="8"/>
                    <a:pt x="52" y="12"/>
                  </a:cubicBezTo>
                  <a:cubicBezTo>
                    <a:pt x="49" y="16"/>
                    <a:pt x="40" y="20"/>
                    <a:pt x="35" y="21"/>
                  </a:cubicBezTo>
                  <a:cubicBezTo>
                    <a:pt x="25" y="23"/>
                    <a:pt x="14" y="21"/>
                    <a:pt x="4" y="18"/>
                  </a:cubicBezTo>
                  <a:cubicBezTo>
                    <a:pt x="0" y="22"/>
                    <a:pt x="5" y="31"/>
                    <a:pt x="6" y="36"/>
                  </a:cubicBezTo>
                </a:path>
              </a:pathLst>
            </a:custGeom>
            <a:solidFill>
              <a:srgbClr val="8E4C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389" name="Freeform 207">
              <a:extLst>
                <a:ext uri="{FF2B5EF4-FFF2-40B4-BE49-F238E27FC236}">
                  <a16:creationId xmlns:a16="http://schemas.microsoft.com/office/drawing/2014/main" id="{9A2FC49B-0EFC-4596-9B5B-80060AC75727}"/>
                </a:ext>
              </a:extLst>
            </p:cNvPr>
            <p:cNvSpPr>
              <a:spLocks/>
            </p:cNvSpPr>
            <p:nvPr/>
          </p:nvSpPr>
          <p:spPr bwMode="auto">
            <a:xfrm>
              <a:off x="743" y="3858"/>
              <a:ext cx="111" cy="165"/>
            </a:xfrm>
            <a:custGeom>
              <a:avLst/>
              <a:gdLst>
                <a:gd name="T0" fmla="*/ 0 w 67"/>
                <a:gd name="T1" fmla="*/ 449 h 100"/>
                <a:gd name="T2" fmla="*/ 84 w 67"/>
                <a:gd name="T3" fmla="*/ 431 h 100"/>
                <a:gd name="T4" fmla="*/ 154 w 67"/>
                <a:gd name="T5" fmla="*/ 441 h 100"/>
                <a:gd name="T6" fmla="*/ 220 w 67"/>
                <a:gd name="T7" fmla="*/ 414 h 100"/>
                <a:gd name="T8" fmla="*/ 255 w 67"/>
                <a:gd name="T9" fmla="*/ 340 h 100"/>
                <a:gd name="T10" fmla="*/ 277 w 67"/>
                <a:gd name="T11" fmla="*/ 160 h 100"/>
                <a:gd name="T12" fmla="*/ 263 w 67"/>
                <a:gd name="T13" fmla="*/ 0 h 100"/>
                <a:gd name="T14" fmla="*/ 214 w 67"/>
                <a:gd name="T15" fmla="*/ 89 h 100"/>
                <a:gd name="T16" fmla="*/ 220 w 67"/>
                <a:gd name="T17" fmla="*/ 206 h 100"/>
                <a:gd name="T18" fmla="*/ 179 w 67"/>
                <a:gd name="T19" fmla="*/ 305 h 100"/>
                <a:gd name="T20" fmla="*/ 109 w 67"/>
                <a:gd name="T21" fmla="*/ 406 h 10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7" h="100">
                  <a:moveTo>
                    <a:pt x="0" y="100"/>
                  </a:moveTo>
                  <a:cubicBezTo>
                    <a:pt x="7" y="97"/>
                    <a:pt x="12" y="96"/>
                    <a:pt x="19" y="96"/>
                  </a:cubicBezTo>
                  <a:cubicBezTo>
                    <a:pt x="24" y="97"/>
                    <a:pt x="29" y="99"/>
                    <a:pt x="34" y="98"/>
                  </a:cubicBezTo>
                  <a:cubicBezTo>
                    <a:pt x="38" y="98"/>
                    <a:pt x="44" y="95"/>
                    <a:pt x="48" y="92"/>
                  </a:cubicBezTo>
                  <a:cubicBezTo>
                    <a:pt x="54" y="88"/>
                    <a:pt x="54" y="84"/>
                    <a:pt x="56" y="76"/>
                  </a:cubicBezTo>
                  <a:cubicBezTo>
                    <a:pt x="60" y="63"/>
                    <a:pt x="60" y="49"/>
                    <a:pt x="61" y="36"/>
                  </a:cubicBezTo>
                  <a:cubicBezTo>
                    <a:pt x="61" y="25"/>
                    <a:pt x="67" y="8"/>
                    <a:pt x="58" y="0"/>
                  </a:cubicBezTo>
                  <a:cubicBezTo>
                    <a:pt x="54" y="4"/>
                    <a:pt x="48" y="14"/>
                    <a:pt x="47" y="20"/>
                  </a:cubicBezTo>
                  <a:cubicBezTo>
                    <a:pt x="46" y="28"/>
                    <a:pt x="49" y="37"/>
                    <a:pt x="48" y="46"/>
                  </a:cubicBezTo>
                  <a:cubicBezTo>
                    <a:pt x="48" y="55"/>
                    <a:pt x="44" y="62"/>
                    <a:pt x="39" y="68"/>
                  </a:cubicBezTo>
                  <a:cubicBezTo>
                    <a:pt x="35" y="75"/>
                    <a:pt x="32" y="89"/>
                    <a:pt x="24" y="90"/>
                  </a:cubicBezTo>
                </a:path>
              </a:pathLst>
            </a:custGeom>
            <a:solidFill>
              <a:srgbClr val="8E4C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390" name="Freeform 208">
              <a:extLst>
                <a:ext uri="{FF2B5EF4-FFF2-40B4-BE49-F238E27FC236}">
                  <a16:creationId xmlns:a16="http://schemas.microsoft.com/office/drawing/2014/main" id="{D286FDFB-A279-404C-A7C6-602E0E8289EB}"/>
                </a:ext>
              </a:extLst>
            </p:cNvPr>
            <p:cNvSpPr>
              <a:spLocks/>
            </p:cNvSpPr>
            <p:nvPr/>
          </p:nvSpPr>
          <p:spPr bwMode="auto">
            <a:xfrm>
              <a:off x="841" y="2011"/>
              <a:ext cx="30" cy="11"/>
            </a:xfrm>
            <a:custGeom>
              <a:avLst/>
              <a:gdLst>
                <a:gd name="T0" fmla="*/ 0 w 18"/>
                <a:gd name="T1" fmla="*/ 27 h 7"/>
                <a:gd name="T2" fmla="*/ 42 w 18"/>
                <a:gd name="T3" fmla="*/ 0 h 7"/>
                <a:gd name="T4" fmla="*/ 83 w 18"/>
                <a:gd name="T5" fmla="*/ 27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7">
                  <a:moveTo>
                    <a:pt x="0" y="7"/>
                  </a:moveTo>
                  <a:cubicBezTo>
                    <a:pt x="4" y="1"/>
                    <a:pt x="4" y="0"/>
                    <a:pt x="9" y="0"/>
                  </a:cubicBezTo>
                  <a:cubicBezTo>
                    <a:pt x="13" y="0"/>
                    <a:pt x="14" y="1"/>
                    <a:pt x="18" y="7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391" name="Freeform 209">
              <a:extLst>
                <a:ext uri="{FF2B5EF4-FFF2-40B4-BE49-F238E27FC236}">
                  <a16:creationId xmlns:a16="http://schemas.microsoft.com/office/drawing/2014/main" id="{58CDF2C2-EA7A-4FF0-B43B-1A1167900ED7}"/>
                </a:ext>
              </a:extLst>
            </p:cNvPr>
            <p:cNvSpPr>
              <a:spLocks/>
            </p:cNvSpPr>
            <p:nvPr/>
          </p:nvSpPr>
          <p:spPr bwMode="auto">
            <a:xfrm>
              <a:off x="846" y="2017"/>
              <a:ext cx="20" cy="10"/>
            </a:xfrm>
            <a:custGeom>
              <a:avLst/>
              <a:gdLst>
                <a:gd name="T0" fmla="*/ 0 w 12"/>
                <a:gd name="T1" fmla="*/ 0 h 6"/>
                <a:gd name="T2" fmla="*/ 55 w 12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6">
                  <a:moveTo>
                    <a:pt x="0" y="0"/>
                  </a:moveTo>
                  <a:cubicBezTo>
                    <a:pt x="1" y="6"/>
                    <a:pt x="10" y="6"/>
                    <a:pt x="12" y="0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392" name="Freeform 210">
              <a:extLst>
                <a:ext uri="{FF2B5EF4-FFF2-40B4-BE49-F238E27FC236}">
                  <a16:creationId xmlns:a16="http://schemas.microsoft.com/office/drawing/2014/main" id="{AC4B0823-0097-4DD7-A365-A6257FAAA0F9}"/>
                </a:ext>
              </a:extLst>
            </p:cNvPr>
            <p:cNvSpPr>
              <a:spLocks/>
            </p:cNvSpPr>
            <p:nvPr/>
          </p:nvSpPr>
          <p:spPr bwMode="auto">
            <a:xfrm>
              <a:off x="670" y="1218"/>
              <a:ext cx="151" cy="18"/>
            </a:xfrm>
            <a:custGeom>
              <a:avLst/>
              <a:gdLst>
                <a:gd name="T0" fmla="*/ 0 w 91"/>
                <a:gd name="T1" fmla="*/ 0 h 11"/>
                <a:gd name="T2" fmla="*/ 113 w 91"/>
                <a:gd name="T3" fmla="*/ 21 h 11"/>
                <a:gd name="T4" fmla="*/ 237 w 91"/>
                <a:gd name="T5" fmla="*/ 21 h 11"/>
                <a:gd name="T6" fmla="*/ 402 w 91"/>
                <a:gd name="T7" fmla="*/ 34 h 11"/>
                <a:gd name="T8" fmla="*/ 410 w 91"/>
                <a:gd name="T9" fmla="*/ 47 h 11"/>
                <a:gd name="T10" fmla="*/ 410 w 91"/>
                <a:gd name="T11" fmla="*/ 26 h 11"/>
                <a:gd name="T12" fmla="*/ 237 w 91"/>
                <a:gd name="T13" fmla="*/ 13 h 11"/>
                <a:gd name="T14" fmla="*/ 113 w 91"/>
                <a:gd name="T15" fmla="*/ 13 h 11"/>
                <a:gd name="T16" fmla="*/ 0 w 91"/>
                <a:gd name="T17" fmla="*/ 0 h 1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1" h="11">
                  <a:moveTo>
                    <a:pt x="0" y="0"/>
                  </a:moveTo>
                  <a:cubicBezTo>
                    <a:pt x="5" y="0"/>
                    <a:pt x="20" y="3"/>
                    <a:pt x="25" y="5"/>
                  </a:cubicBezTo>
                  <a:cubicBezTo>
                    <a:pt x="29" y="8"/>
                    <a:pt x="40" y="7"/>
                    <a:pt x="52" y="5"/>
                  </a:cubicBezTo>
                  <a:cubicBezTo>
                    <a:pt x="67" y="4"/>
                    <a:pt x="84" y="3"/>
                    <a:pt x="88" y="8"/>
                  </a:cubicBezTo>
                  <a:cubicBezTo>
                    <a:pt x="89" y="9"/>
                    <a:pt x="91" y="10"/>
                    <a:pt x="90" y="11"/>
                  </a:cubicBezTo>
                  <a:cubicBezTo>
                    <a:pt x="91" y="9"/>
                    <a:pt x="91" y="8"/>
                    <a:pt x="90" y="6"/>
                  </a:cubicBezTo>
                  <a:cubicBezTo>
                    <a:pt x="84" y="1"/>
                    <a:pt x="68" y="2"/>
                    <a:pt x="52" y="3"/>
                  </a:cubicBezTo>
                  <a:cubicBezTo>
                    <a:pt x="41" y="5"/>
                    <a:pt x="30" y="6"/>
                    <a:pt x="25" y="3"/>
                  </a:cubicBezTo>
                  <a:cubicBezTo>
                    <a:pt x="20" y="1"/>
                    <a:pt x="6" y="1"/>
                    <a:pt x="0" y="0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393" name="Freeform 211">
              <a:extLst>
                <a:ext uri="{FF2B5EF4-FFF2-40B4-BE49-F238E27FC236}">
                  <a16:creationId xmlns:a16="http://schemas.microsoft.com/office/drawing/2014/main" id="{7CC25317-CC5E-4E8B-B7C6-7ED38D686039}"/>
                </a:ext>
              </a:extLst>
            </p:cNvPr>
            <p:cNvSpPr>
              <a:spLocks/>
            </p:cNvSpPr>
            <p:nvPr/>
          </p:nvSpPr>
          <p:spPr bwMode="auto">
            <a:xfrm>
              <a:off x="843" y="1256"/>
              <a:ext cx="28" cy="18"/>
            </a:xfrm>
            <a:custGeom>
              <a:avLst/>
              <a:gdLst>
                <a:gd name="T0" fmla="*/ 0 w 17"/>
                <a:gd name="T1" fmla="*/ 0 h 11"/>
                <a:gd name="T2" fmla="*/ 35 w 17"/>
                <a:gd name="T3" fmla="*/ 47 h 11"/>
                <a:gd name="T4" fmla="*/ 76 w 17"/>
                <a:gd name="T5" fmla="*/ 5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1">
                  <a:moveTo>
                    <a:pt x="0" y="0"/>
                  </a:moveTo>
                  <a:cubicBezTo>
                    <a:pt x="3" y="7"/>
                    <a:pt x="5" y="11"/>
                    <a:pt x="8" y="11"/>
                  </a:cubicBezTo>
                  <a:cubicBezTo>
                    <a:pt x="10" y="11"/>
                    <a:pt x="14" y="7"/>
                    <a:pt x="17" y="1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394" name="Freeform 212">
              <a:extLst>
                <a:ext uri="{FF2B5EF4-FFF2-40B4-BE49-F238E27FC236}">
                  <a16:creationId xmlns:a16="http://schemas.microsoft.com/office/drawing/2014/main" id="{9DCD2340-C46B-4196-A7E7-50D2075ED1EB}"/>
                </a:ext>
              </a:extLst>
            </p:cNvPr>
            <p:cNvSpPr>
              <a:spLocks/>
            </p:cNvSpPr>
            <p:nvPr/>
          </p:nvSpPr>
          <p:spPr bwMode="auto">
            <a:xfrm>
              <a:off x="766" y="3962"/>
              <a:ext cx="27" cy="66"/>
            </a:xfrm>
            <a:custGeom>
              <a:avLst/>
              <a:gdLst>
                <a:gd name="T0" fmla="*/ 71 w 16"/>
                <a:gd name="T1" fmla="*/ 0 h 40"/>
                <a:gd name="T2" fmla="*/ 54 w 16"/>
                <a:gd name="T3" fmla="*/ 54 h 40"/>
                <a:gd name="T4" fmla="*/ 29 w 16"/>
                <a:gd name="T5" fmla="*/ 180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40">
                  <a:moveTo>
                    <a:pt x="15" y="0"/>
                  </a:moveTo>
                  <a:cubicBezTo>
                    <a:pt x="16" y="4"/>
                    <a:pt x="14" y="9"/>
                    <a:pt x="11" y="12"/>
                  </a:cubicBezTo>
                  <a:cubicBezTo>
                    <a:pt x="7" y="17"/>
                    <a:pt x="0" y="32"/>
                    <a:pt x="6" y="40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395" name="Freeform 213">
              <a:extLst>
                <a:ext uri="{FF2B5EF4-FFF2-40B4-BE49-F238E27FC236}">
                  <a16:creationId xmlns:a16="http://schemas.microsoft.com/office/drawing/2014/main" id="{8D8424C6-6270-47AC-A779-8509F44C426A}"/>
                </a:ext>
              </a:extLst>
            </p:cNvPr>
            <p:cNvSpPr>
              <a:spLocks/>
            </p:cNvSpPr>
            <p:nvPr/>
          </p:nvSpPr>
          <p:spPr bwMode="auto">
            <a:xfrm>
              <a:off x="728" y="3966"/>
              <a:ext cx="37" cy="62"/>
            </a:xfrm>
            <a:custGeom>
              <a:avLst/>
              <a:gdLst>
                <a:gd name="T0" fmla="*/ 104 w 22"/>
                <a:gd name="T1" fmla="*/ 0 h 38"/>
                <a:gd name="T2" fmla="*/ 49 w 22"/>
                <a:gd name="T3" fmla="*/ 62 h 38"/>
                <a:gd name="T4" fmla="*/ 20 w 22"/>
                <a:gd name="T5" fmla="*/ 165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38">
                  <a:moveTo>
                    <a:pt x="22" y="0"/>
                  </a:moveTo>
                  <a:cubicBezTo>
                    <a:pt x="19" y="7"/>
                    <a:pt x="12" y="12"/>
                    <a:pt x="10" y="14"/>
                  </a:cubicBezTo>
                  <a:cubicBezTo>
                    <a:pt x="3" y="22"/>
                    <a:pt x="0" y="31"/>
                    <a:pt x="4" y="38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396" name="Freeform 214">
              <a:extLst>
                <a:ext uri="{FF2B5EF4-FFF2-40B4-BE49-F238E27FC236}">
                  <a16:creationId xmlns:a16="http://schemas.microsoft.com/office/drawing/2014/main" id="{B304CD5E-6579-4F46-8A38-F2EB34A8E794}"/>
                </a:ext>
              </a:extLst>
            </p:cNvPr>
            <p:cNvSpPr>
              <a:spLocks/>
            </p:cNvSpPr>
            <p:nvPr/>
          </p:nvSpPr>
          <p:spPr bwMode="auto">
            <a:xfrm>
              <a:off x="698" y="3961"/>
              <a:ext cx="40" cy="62"/>
            </a:xfrm>
            <a:custGeom>
              <a:avLst/>
              <a:gdLst>
                <a:gd name="T0" fmla="*/ 112 w 24"/>
                <a:gd name="T1" fmla="*/ 0 h 38"/>
                <a:gd name="T2" fmla="*/ 50 w 24"/>
                <a:gd name="T3" fmla="*/ 75 h 38"/>
                <a:gd name="T4" fmla="*/ 5 w 24"/>
                <a:gd name="T5" fmla="*/ 165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38">
                  <a:moveTo>
                    <a:pt x="24" y="0"/>
                  </a:moveTo>
                  <a:cubicBezTo>
                    <a:pt x="19" y="6"/>
                    <a:pt x="15" y="12"/>
                    <a:pt x="11" y="17"/>
                  </a:cubicBezTo>
                  <a:cubicBezTo>
                    <a:pt x="6" y="21"/>
                    <a:pt x="0" y="30"/>
                    <a:pt x="1" y="38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397" name="Freeform 215">
              <a:extLst>
                <a:ext uri="{FF2B5EF4-FFF2-40B4-BE49-F238E27FC236}">
                  <a16:creationId xmlns:a16="http://schemas.microsoft.com/office/drawing/2014/main" id="{E1D4660D-9620-4CFA-AAA1-1601584DDC3F}"/>
                </a:ext>
              </a:extLst>
            </p:cNvPr>
            <p:cNvSpPr>
              <a:spLocks/>
            </p:cNvSpPr>
            <p:nvPr/>
          </p:nvSpPr>
          <p:spPr bwMode="auto">
            <a:xfrm>
              <a:off x="685" y="3954"/>
              <a:ext cx="26" cy="46"/>
            </a:xfrm>
            <a:custGeom>
              <a:avLst/>
              <a:gdLst>
                <a:gd name="T0" fmla="*/ 68 w 16"/>
                <a:gd name="T1" fmla="*/ 0 h 28"/>
                <a:gd name="T2" fmla="*/ 26 w 16"/>
                <a:gd name="T3" fmla="*/ 49 h 28"/>
                <a:gd name="T4" fmla="*/ 0 w 16"/>
                <a:gd name="T5" fmla="*/ 125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28">
                  <a:moveTo>
                    <a:pt x="16" y="0"/>
                  </a:moveTo>
                  <a:cubicBezTo>
                    <a:pt x="13" y="4"/>
                    <a:pt x="9" y="8"/>
                    <a:pt x="6" y="11"/>
                  </a:cubicBezTo>
                  <a:cubicBezTo>
                    <a:pt x="3" y="15"/>
                    <a:pt x="0" y="22"/>
                    <a:pt x="0" y="28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398" name="Freeform 216">
              <a:extLst>
                <a:ext uri="{FF2B5EF4-FFF2-40B4-BE49-F238E27FC236}">
                  <a16:creationId xmlns:a16="http://schemas.microsoft.com/office/drawing/2014/main" id="{F641D25A-74E1-4D7A-9655-20696553EE5E}"/>
                </a:ext>
              </a:extLst>
            </p:cNvPr>
            <p:cNvSpPr>
              <a:spLocks/>
            </p:cNvSpPr>
            <p:nvPr/>
          </p:nvSpPr>
          <p:spPr bwMode="auto">
            <a:xfrm>
              <a:off x="785" y="3990"/>
              <a:ext cx="38" cy="22"/>
            </a:xfrm>
            <a:custGeom>
              <a:avLst/>
              <a:gdLst>
                <a:gd name="T0" fmla="*/ 0 w 23"/>
                <a:gd name="T1" fmla="*/ 63 h 13"/>
                <a:gd name="T2" fmla="*/ 76 w 23"/>
                <a:gd name="T3" fmla="*/ 63 h 13"/>
                <a:gd name="T4" fmla="*/ 55 w 23"/>
                <a:gd name="T5" fmla="*/ 0 h 13"/>
                <a:gd name="T6" fmla="*/ 0 w 23"/>
                <a:gd name="T7" fmla="*/ 63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13">
                  <a:moveTo>
                    <a:pt x="0" y="13"/>
                  </a:moveTo>
                  <a:cubicBezTo>
                    <a:pt x="7" y="11"/>
                    <a:pt x="15" y="11"/>
                    <a:pt x="17" y="13"/>
                  </a:cubicBezTo>
                  <a:cubicBezTo>
                    <a:pt x="23" y="4"/>
                    <a:pt x="16" y="0"/>
                    <a:pt x="12" y="0"/>
                  </a:cubicBezTo>
                  <a:cubicBezTo>
                    <a:pt x="2" y="0"/>
                    <a:pt x="0" y="10"/>
                    <a:pt x="0" y="13"/>
                  </a:cubicBezTo>
                  <a:close/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399" name="Freeform 217">
              <a:extLst>
                <a:ext uri="{FF2B5EF4-FFF2-40B4-BE49-F238E27FC236}">
                  <a16:creationId xmlns:a16="http://schemas.microsoft.com/office/drawing/2014/main" id="{10C090DC-065C-4E2B-AEE5-AC1BBC80C237}"/>
                </a:ext>
              </a:extLst>
            </p:cNvPr>
            <p:cNvSpPr>
              <a:spLocks/>
            </p:cNvSpPr>
            <p:nvPr/>
          </p:nvSpPr>
          <p:spPr bwMode="auto">
            <a:xfrm>
              <a:off x="743" y="4005"/>
              <a:ext cx="20" cy="18"/>
            </a:xfrm>
            <a:custGeom>
              <a:avLst/>
              <a:gdLst>
                <a:gd name="T0" fmla="*/ 0 w 12"/>
                <a:gd name="T1" fmla="*/ 47 h 11"/>
                <a:gd name="T2" fmla="*/ 55 w 12"/>
                <a:gd name="T3" fmla="*/ 43 h 11"/>
                <a:gd name="T4" fmla="*/ 0 w 12"/>
                <a:gd name="T5" fmla="*/ 47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1">
                  <a:moveTo>
                    <a:pt x="0" y="11"/>
                  </a:moveTo>
                  <a:cubicBezTo>
                    <a:pt x="2" y="11"/>
                    <a:pt x="10" y="9"/>
                    <a:pt x="12" y="10"/>
                  </a:cubicBezTo>
                  <a:cubicBezTo>
                    <a:pt x="11" y="1"/>
                    <a:pt x="1" y="0"/>
                    <a:pt x="0" y="11"/>
                  </a:cubicBezTo>
                  <a:close/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400" name="Freeform 218">
              <a:extLst>
                <a:ext uri="{FF2B5EF4-FFF2-40B4-BE49-F238E27FC236}">
                  <a16:creationId xmlns:a16="http://schemas.microsoft.com/office/drawing/2014/main" id="{1A77AA3B-F27F-44C2-A7CB-E9C9C8E23075}"/>
                </a:ext>
              </a:extLst>
            </p:cNvPr>
            <p:cNvSpPr>
              <a:spLocks/>
            </p:cNvSpPr>
            <p:nvPr/>
          </p:nvSpPr>
          <p:spPr bwMode="auto">
            <a:xfrm>
              <a:off x="688" y="3995"/>
              <a:ext cx="12" cy="13"/>
            </a:xfrm>
            <a:custGeom>
              <a:avLst/>
              <a:gdLst>
                <a:gd name="T0" fmla="*/ 0 w 7"/>
                <a:gd name="T1" fmla="*/ 21 h 8"/>
                <a:gd name="T2" fmla="*/ 29 w 7"/>
                <a:gd name="T3" fmla="*/ 29 h 8"/>
                <a:gd name="T4" fmla="*/ 0 w 7"/>
                <a:gd name="T5" fmla="*/ 21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8">
                  <a:moveTo>
                    <a:pt x="0" y="5"/>
                  </a:moveTo>
                  <a:cubicBezTo>
                    <a:pt x="1" y="7"/>
                    <a:pt x="4" y="8"/>
                    <a:pt x="6" y="7"/>
                  </a:cubicBezTo>
                  <a:cubicBezTo>
                    <a:pt x="7" y="0"/>
                    <a:pt x="1" y="1"/>
                    <a:pt x="0" y="5"/>
                  </a:cubicBezTo>
                  <a:close/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401" name="Freeform 219">
              <a:extLst>
                <a:ext uri="{FF2B5EF4-FFF2-40B4-BE49-F238E27FC236}">
                  <a16:creationId xmlns:a16="http://schemas.microsoft.com/office/drawing/2014/main" id="{F5FD7C42-0E14-436B-8618-0514D9EE8B29}"/>
                </a:ext>
              </a:extLst>
            </p:cNvPr>
            <p:cNvSpPr>
              <a:spLocks/>
            </p:cNvSpPr>
            <p:nvPr/>
          </p:nvSpPr>
          <p:spPr bwMode="auto">
            <a:xfrm>
              <a:off x="612" y="1566"/>
              <a:ext cx="10" cy="108"/>
            </a:xfrm>
            <a:custGeom>
              <a:avLst/>
              <a:gdLst>
                <a:gd name="T0" fmla="*/ 0 w 6"/>
                <a:gd name="T1" fmla="*/ 0 h 66"/>
                <a:gd name="T2" fmla="*/ 28 w 6"/>
                <a:gd name="T3" fmla="*/ 290 h 6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66">
                  <a:moveTo>
                    <a:pt x="0" y="0"/>
                  </a:moveTo>
                  <a:cubicBezTo>
                    <a:pt x="0" y="6"/>
                    <a:pt x="5" y="53"/>
                    <a:pt x="6" y="66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402" name="Freeform 220">
              <a:extLst>
                <a:ext uri="{FF2B5EF4-FFF2-40B4-BE49-F238E27FC236}">
                  <a16:creationId xmlns:a16="http://schemas.microsoft.com/office/drawing/2014/main" id="{C8BACA8B-83E2-4CD0-9ACC-F1BC6D2DC690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" y="2522"/>
              <a:ext cx="60" cy="46"/>
            </a:xfrm>
            <a:custGeom>
              <a:avLst/>
              <a:gdLst>
                <a:gd name="T0" fmla="*/ 0 w 36"/>
                <a:gd name="T1" fmla="*/ 0 h 28"/>
                <a:gd name="T2" fmla="*/ 62 w 36"/>
                <a:gd name="T3" fmla="*/ 67 h 28"/>
                <a:gd name="T4" fmla="*/ 133 w 36"/>
                <a:gd name="T5" fmla="*/ 105 h 28"/>
                <a:gd name="T6" fmla="*/ 167 w 36"/>
                <a:gd name="T7" fmla="*/ 125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" h="28">
                  <a:moveTo>
                    <a:pt x="0" y="0"/>
                  </a:moveTo>
                  <a:cubicBezTo>
                    <a:pt x="3" y="2"/>
                    <a:pt x="9" y="12"/>
                    <a:pt x="13" y="15"/>
                  </a:cubicBezTo>
                  <a:cubicBezTo>
                    <a:pt x="18" y="19"/>
                    <a:pt x="24" y="21"/>
                    <a:pt x="29" y="24"/>
                  </a:cubicBezTo>
                  <a:cubicBezTo>
                    <a:pt x="32" y="25"/>
                    <a:pt x="35" y="26"/>
                    <a:pt x="36" y="28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403" name="Freeform 221">
              <a:extLst>
                <a:ext uri="{FF2B5EF4-FFF2-40B4-BE49-F238E27FC236}">
                  <a16:creationId xmlns:a16="http://schemas.microsoft.com/office/drawing/2014/main" id="{67109D68-E654-4610-BAB3-464F71E2F90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" y="2533"/>
              <a:ext cx="46" cy="48"/>
            </a:xfrm>
            <a:custGeom>
              <a:avLst/>
              <a:gdLst>
                <a:gd name="T0" fmla="*/ 125 w 28"/>
                <a:gd name="T1" fmla="*/ 131 h 29"/>
                <a:gd name="T2" fmla="*/ 43 w 28"/>
                <a:gd name="T3" fmla="*/ 76 h 29"/>
                <a:gd name="T4" fmla="*/ 0 w 28"/>
                <a:gd name="T5" fmla="*/ 0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29">
                  <a:moveTo>
                    <a:pt x="28" y="29"/>
                  </a:moveTo>
                  <a:cubicBezTo>
                    <a:pt x="20" y="20"/>
                    <a:pt x="15" y="20"/>
                    <a:pt x="10" y="17"/>
                  </a:cubicBezTo>
                  <a:cubicBezTo>
                    <a:pt x="10" y="15"/>
                    <a:pt x="4" y="5"/>
                    <a:pt x="0" y="0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404" name="Freeform 222">
              <a:extLst>
                <a:ext uri="{FF2B5EF4-FFF2-40B4-BE49-F238E27FC236}">
                  <a16:creationId xmlns:a16="http://schemas.microsoft.com/office/drawing/2014/main" id="{54B6A718-D765-4010-BC2D-B9DED318F73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" y="2467"/>
              <a:ext cx="65" cy="88"/>
            </a:xfrm>
            <a:custGeom>
              <a:avLst/>
              <a:gdLst>
                <a:gd name="T0" fmla="*/ 180 w 39"/>
                <a:gd name="T1" fmla="*/ 237 h 53"/>
                <a:gd name="T2" fmla="*/ 105 w 39"/>
                <a:gd name="T3" fmla="*/ 174 h 53"/>
                <a:gd name="T4" fmla="*/ 88 w 39"/>
                <a:gd name="T5" fmla="*/ 50 h 53"/>
                <a:gd name="T6" fmla="*/ 62 w 39"/>
                <a:gd name="T7" fmla="*/ 0 h 53"/>
                <a:gd name="T8" fmla="*/ 5 w 39"/>
                <a:gd name="T9" fmla="*/ 96 h 53"/>
                <a:gd name="T10" fmla="*/ 22 w 39"/>
                <a:gd name="T11" fmla="*/ 188 h 5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9" h="53">
                  <a:moveTo>
                    <a:pt x="39" y="52"/>
                  </a:moveTo>
                  <a:cubicBezTo>
                    <a:pt x="30" y="53"/>
                    <a:pt x="24" y="44"/>
                    <a:pt x="23" y="38"/>
                  </a:cubicBezTo>
                  <a:cubicBezTo>
                    <a:pt x="21" y="32"/>
                    <a:pt x="20" y="15"/>
                    <a:pt x="19" y="11"/>
                  </a:cubicBezTo>
                  <a:cubicBezTo>
                    <a:pt x="19" y="6"/>
                    <a:pt x="18" y="0"/>
                    <a:pt x="13" y="0"/>
                  </a:cubicBezTo>
                  <a:cubicBezTo>
                    <a:pt x="7" y="5"/>
                    <a:pt x="0" y="14"/>
                    <a:pt x="1" y="21"/>
                  </a:cubicBezTo>
                  <a:cubicBezTo>
                    <a:pt x="1" y="28"/>
                    <a:pt x="5" y="34"/>
                    <a:pt x="5" y="41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405" name="Freeform 223">
              <a:extLst>
                <a:ext uri="{FF2B5EF4-FFF2-40B4-BE49-F238E27FC236}">
                  <a16:creationId xmlns:a16="http://schemas.microsoft.com/office/drawing/2014/main" id="{8D8925D2-4DEE-4F40-94C6-1C8FACB02796}"/>
                </a:ext>
              </a:extLst>
            </p:cNvPr>
            <p:cNvSpPr>
              <a:spLocks/>
            </p:cNvSpPr>
            <p:nvPr/>
          </p:nvSpPr>
          <p:spPr bwMode="auto">
            <a:xfrm>
              <a:off x="527" y="2598"/>
              <a:ext cx="21" cy="9"/>
            </a:xfrm>
            <a:custGeom>
              <a:avLst/>
              <a:gdLst>
                <a:gd name="T0" fmla="*/ 55 w 13"/>
                <a:gd name="T1" fmla="*/ 21 h 6"/>
                <a:gd name="T2" fmla="*/ 0 w 13"/>
                <a:gd name="T3" fmla="*/ 12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6">
                  <a:moveTo>
                    <a:pt x="13" y="6"/>
                  </a:moveTo>
                  <a:cubicBezTo>
                    <a:pt x="8" y="1"/>
                    <a:pt x="2" y="0"/>
                    <a:pt x="0" y="3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406" name="Freeform 224">
              <a:extLst>
                <a:ext uri="{FF2B5EF4-FFF2-40B4-BE49-F238E27FC236}">
                  <a16:creationId xmlns:a16="http://schemas.microsoft.com/office/drawing/2014/main" id="{AF1CF28F-482F-4F0F-845B-8CCE81214554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" y="2558"/>
              <a:ext cx="10" cy="11"/>
            </a:xfrm>
            <a:custGeom>
              <a:avLst/>
              <a:gdLst>
                <a:gd name="T0" fmla="*/ 28 w 6"/>
                <a:gd name="T1" fmla="*/ 8 h 7"/>
                <a:gd name="T2" fmla="*/ 0 w 6"/>
                <a:gd name="T3" fmla="*/ 27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7">
                  <a:moveTo>
                    <a:pt x="6" y="2"/>
                  </a:moveTo>
                  <a:cubicBezTo>
                    <a:pt x="3" y="0"/>
                    <a:pt x="3" y="4"/>
                    <a:pt x="0" y="7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407" name="Freeform 225">
              <a:extLst>
                <a:ext uri="{FF2B5EF4-FFF2-40B4-BE49-F238E27FC236}">
                  <a16:creationId xmlns:a16="http://schemas.microsoft.com/office/drawing/2014/main" id="{6CCDA91B-A142-4D0E-A1B6-95E499B750B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" y="2530"/>
              <a:ext cx="7" cy="3"/>
            </a:xfrm>
            <a:custGeom>
              <a:avLst/>
              <a:gdLst>
                <a:gd name="T0" fmla="*/ 21 w 4"/>
                <a:gd name="T1" fmla="*/ 8 h 2"/>
                <a:gd name="T2" fmla="*/ 0 w 4"/>
                <a:gd name="T3" fmla="*/ 5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">
                  <a:moveTo>
                    <a:pt x="4" y="2"/>
                  </a:moveTo>
                  <a:cubicBezTo>
                    <a:pt x="2" y="0"/>
                    <a:pt x="1" y="0"/>
                    <a:pt x="0" y="1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408" name="Freeform 226">
              <a:extLst>
                <a:ext uri="{FF2B5EF4-FFF2-40B4-BE49-F238E27FC236}">
                  <a16:creationId xmlns:a16="http://schemas.microsoft.com/office/drawing/2014/main" id="{B9B0C49F-9535-498C-AF96-01AB2A215869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" y="2457"/>
              <a:ext cx="5" cy="17"/>
            </a:xfrm>
            <a:custGeom>
              <a:avLst/>
              <a:gdLst>
                <a:gd name="T0" fmla="*/ 13 w 3"/>
                <a:gd name="T1" fmla="*/ 49 h 10"/>
                <a:gd name="T2" fmla="*/ 0 w 3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0">
                  <a:moveTo>
                    <a:pt x="3" y="10"/>
                  </a:moveTo>
                  <a:cubicBezTo>
                    <a:pt x="3" y="5"/>
                    <a:pt x="1" y="3"/>
                    <a:pt x="0" y="0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409" name="Freeform 227">
              <a:extLst>
                <a:ext uri="{FF2B5EF4-FFF2-40B4-BE49-F238E27FC236}">
                  <a16:creationId xmlns:a16="http://schemas.microsoft.com/office/drawing/2014/main" id="{C9E3B955-415E-46FD-BD46-8497F99EEAA2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" y="2464"/>
              <a:ext cx="12" cy="3"/>
            </a:xfrm>
            <a:custGeom>
              <a:avLst/>
              <a:gdLst>
                <a:gd name="T0" fmla="*/ 36 w 7"/>
                <a:gd name="T1" fmla="*/ 8 h 2"/>
                <a:gd name="T2" fmla="*/ 0 w 7"/>
                <a:gd name="T3" fmla="*/ 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">
                  <a:moveTo>
                    <a:pt x="7" y="2"/>
                  </a:moveTo>
                  <a:cubicBezTo>
                    <a:pt x="4" y="0"/>
                    <a:pt x="2" y="1"/>
                    <a:pt x="0" y="2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410" name="Freeform 228">
              <a:extLst>
                <a:ext uri="{FF2B5EF4-FFF2-40B4-BE49-F238E27FC236}">
                  <a16:creationId xmlns:a16="http://schemas.microsoft.com/office/drawing/2014/main" id="{80B905B5-61C9-4EEB-A3DE-76B01D2ECF0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5" y="2492"/>
              <a:ext cx="7" cy="5"/>
            </a:xfrm>
            <a:custGeom>
              <a:avLst/>
              <a:gdLst>
                <a:gd name="T0" fmla="*/ 21 w 4"/>
                <a:gd name="T1" fmla="*/ 13 h 3"/>
                <a:gd name="T2" fmla="*/ 0 w 4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">
                  <a:moveTo>
                    <a:pt x="4" y="3"/>
                  </a:moveTo>
                  <a:cubicBezTo>
                    <a:pt x="3" y="1"/>
                    <a:pt x="2" y="0"/>
                    <a:pt x="0" y="0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411" name="Freeform 229">
              <a:extLst>
                <a:ext uri="{FF2B5EF4-FFF2-40B4-BE49-F238E27FC236}">
                  <a16:creationId xmlns:a16="http://schemas.microsoft.com/office/drawing/2014/main" id="{DF87E0EF-F6C9-40D1-8584-305F34A28F6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" y="2489"/>
              <a:ext cx="33" cy="46"/>
            </a:xfrm>
            <a:custGeom>
              <a:avLst/>
              <a:gdLst>
                <a:gd name="T0" fmla="*/ 89 w 20"/>
                <a:gd name="T1" fmla="*/ 125 h 28"/>
                <a:gd name="T2" fmla="*/ 41 w 20"/>
                <a:gd name="T3" fmla="*/ 95 h 28"/>
                <a:gd name="T4" fmla="*/ 0 w 20"/>
                <a:gd name="T5" fmla="*/ 0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28">
                  <a:moveTo>
                    <a:pt x="20" y="28"/>
                  </a:moveTo>
                  <a:cubicBezTo>
                    <a:pt x="17" y="24"/>
                    <a:pt x="11" y="27"/>
                    <a:pt x="9" y="21"/>
                  </a:cubicBezTo>
                  <a:cubicBezTo>
                    <a:pt x="6" y="14"/>
                    <a:pt x="1" y="9"/>
                    <a:pt x="0" y="0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412" name="Freeform 230">
              <a:extLst>
                <a:ext uri="{FF2B5EF4-FFF2-40B4-BE49-F238E27FC236}">
                  <a16:creationId xmlns:a16="http://schemas.microsoft.com/office/drawing/2014/main" id="{F5C107C0-6A24-47D9-80E3-726DD63820BB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" y="2477"/>
              <a:ext cx="23" cy="41"/>
            </a:xfrm>
            <a:custGeom>
              <a:avLst/>
              <a:gdLst>
                <a:gd name="T0" fmla="*/ 62 w 14"/>
                <a:gd name="T1" fmla="*/ 110 h 25"/>
                <a:gd name="T2" fmla="*/ 35 w 14"/>
                <a:gd name="T3" fmla="*/ 97 h 25"/>
                <a:gd name="T4" fmla="*/ 0 w 14"/>
                <a:gd name="T5" fmla="*/ 0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25">
                  <a:moveTo>
                    <a:pt x="14" y="25"/>
                  </a:moveTo>
                  <a:cubicBezTo>
                    <a:pt x="12" y="21"/>
                    <a:pt x="11" y="23"/>
                    <a:pt x="8" y="22"/>
                  </a:cubicBezTo>
                  <a:cubicBezTo>
                    <a:pt x="5" y="21"/>
                    <a:pt x="1" y="6"/>
                    <a:pt x="0" y="0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413" name="Freeform 231">
              <a:extLst>
                <a:ext uri="{FF2B5EF4-FFF2-40B4-BE49-F238E27FC236}">
                  <a16:creationId xmlns:a16="http://schemas.microsoft.com/office/drawing/2014/main" id="{B56FC3F0-0224-469F-B4BE-4CC768D44622}"/>
                </a:ext>
              </a:extLst>
            </p:cNvPr>
            <p:cNvSpPr>
              <a:spLocks/>
            </p:cNvSpPr>
            <p:nvPr/>
          </p:nvSpPr>
          <p:spPr bwMode="auto">
            <a:xfrm>
              <a:off x="535" y="2528"/>
              <a:ext cx="5" cy="17"/>
            </a:xfrm>
            <a:custGeom>
              <a:avLst/>
              <a:gdLst>
                <a:gd name="T0" fmla="*/ 13 w 3"/>
                <a:gd name="T1" fmla="*/ 0 h 10"/>
                <a:gd name="T2" fmla="*/ 8 w 3"/>
                <a:gd name="T3" fmla="*/ 49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0">
                  <a:moveTo>
                    <a:pt x="3" y="0"/>
                  </a:moveTo>
                  <a:cubicBezTo>
                    <a:pt x="0" y="1"/>
                    <a:pt x="2" y="8"/>
                    <a:pt x="2" y="10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414" name="Freeform 232">
              <a:extLst>
                <a:ext uri="{FF2B5EF4-FFF2-40B4-BE49-F238E27FC236}">
                  <a16:creationId xmlns:a16="http://schemas.microsoft.com/office/drawing/2014/main" id="{247FD1B0-CB87-4C34-A269-4311425E01D1}"/>
                </a:ext>
              </a:extLst>
            </p:cNvPr>
            <p:cNvSpPr>
              <a:spLocks/>
            </p:cNvSpPr>
            <p:nvPr/>
          </p:nvSpPr>
          <p:spPr bwMode="auto">
            <a:xfrm>
              <a:off x="780" y="2306"/>
              <a:ext cx="152" cy="71"/>
            </a:xfrm>
            <a:custGeom>
              <a:avLst/>
              <a:gdLst>
                <a:gd name="T0" fmla="*/ 208 w 92"/>
                <a:gd name="T1" fmla="*/ 185 h 43"/>
                <a:gd name="T2" fmla="*/ 208 w 92"/>
                <a:gd name="T3" fmla="*/ 185 h 43"/>
                <a:gd name="T4" fmla="*/ 0 w 92"/>
                <a:gd name="T5" fmla="*/ 0 h 43"/>
                <a:gd name="T6" fmla="*/ 208 w 92"/>
                <a:gd name="T7" fmla="*/ 193 h 43"/>
                <a:gd name="T8" fmla="*/ 208 w 92"/>
                <a:gd name="T9" fmla="*/ 193 h 43"/>
                <a:gd name="T10" fmla="*/ 415 w 92"/>
                <a:gd name="T11" fmla="*/ 0 h 43"/>
                <a:gd name="T12" fmla="*/ 208 w 92"/>
                <a:gd name="T13" fmla="*/ 185 h 4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2" h="43">
                  <a:moveTo>
                    <a:pt x="46" y="41"/>
                  </a:moveTo>
                  <a:cubicBezTo>
                    <a:pt x="46" y="41"/>
                    <a:pt x="46" y="41"/>
                    <a:pt x="46" y="41"/>
                  </a:cubicBezTo>
                  <a:cubicBezTo>
                    <a:pt x="30" y="41"/>
                    <a:pt x="7" y="19"/>
                    <a:pt x="0" y="0"/>
                  </a:cubicBezTo>
                  <a:cubicBezTo>
                    <a:pt x="7" y="19"/>
                    <a:pt x="29" y="43"/>
                    <a:pt x="46" y="43"/>
                  </a:cubicBezTo>
                  <a:cubicBezTo>
                    <a:pt x="46" y="43"/>
                    <a:pt x="46" y="43"/>
                    <a:pt x="46" y="43"/>
                  </a:cubicBezTo>
                  <a:cubicBezTo>
                    <a:pt x="63" y="43"/>
                    <a:pt x="85" y="19"/>
                    <a:pt x="92" y="0"/>
                  </a:cubicBezTo>
                  <a:cubicBezTo>
                    <a:pt x="85" y="19"/>
                    <a:pt x="62" y="41"/>
                    <a:pt x="46" y="41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415" name="Freeform 233">
              <a:extLst>
                <a:ext uri="{FF2B5EF4-FFF2-40B4-BE49-F238E27FC236}">
                  <a16:creationId xmlns:a16="http://schemas.microsoft.com/office/drawing/2014/main" id="{BBB4EB4A-8F73-4171-AE05-5BC85FF3E23E}"/>
                </a:ext>
              </a:extLst>
            </p:cNvPr>
            <p:cNvSpPr>
              <a:spLocks/>
            </p:cNvSpPr>
            <p:nvPr/>
          </p:nvSpPr>
          <p:spPr bwMode="auto">
            <a:xfrm>
              <a:off x="836" y="3827"/>
              <a:ext cx="7" cy="35"/>
            </a:xfrm>
            <a:custGeom>
              <a:avLst/>
              <a:gdLst>
                <a:gd name="T0" fmla="*/ 21 w 4"/>
                <a:gd name="T1" fmla="*/ 0 h 21"/>
                <a:gd name="T2" fmla="*/ 0 w 4"/>
                <a:gd name="T3" fmla="*/ 97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1">
                  <a:moveTo>
                    <a:pt x="4" y="0"/>
                  </a:moveTo>
                  <a:cubicBezTo>
                    <a:pt x="4" y="8"/>
                    <a:pt x="0" y="21"/>
                    <a:pt x="0" y="21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416" name="Freeform 234">
              <a:extLst>
                <a:ext uri="{FF2B5EF4-FFF2-40B4-BE49-F238E27FC236}">
                  <a16:creationId xmlns:a16="http://schemas.microsoft.com/office/drawing/2014/main" id="{6C84F890-4116-45D2-AE24-72C6C23CCE4F}"/>
                </a:ext>
              </a:extLst>
            </p:cNvPr>
            <p:cNvSpPr>
              <a:spLocks/>
            </p:cNvSpPr>
            <p:nvPr/>
          </p:nvSpPr>
          <p:spPr bwMode="auto">
            <a:xfrm>
              <a:off x="893" y="1218"/>
              <a:ext cx="151" cy="18"/>
            </a:xfrm>
            <a:custGeom>
              <a:avLst/>
              <a:gdLst>
                <a:gd name="T0" fmla="*/ 304 w 91"/>
                <a:gd name="T1" fmla="*/ 13 h 11"/>
                <a:gd name="T2" fmla="*/ 179 w 91"/>
                <a:gd name="T3" fmla="*/ 13 h 11"/>
                <a:gd name="T4" fmla="*/ 5 w 91"/>
                <a:gd name="T5" fmla="*/ 26 h 11"/>
                <a:gd name="T6" fmla="*/ 0 w 91"/>
                <a:gd name="T7" fmla="*/ 47 h 11"/>
                <a:gd name="T8" fmla="*/ 8 w 91"/>
                <a:gd name="T9" fmla="*/ 34 h 11"/>
                <a:gd name="T10" fmla="*/ 179 w 91"/>
                <a:gd name="T11" fmla="*/ 21 h 11"/>
                <a:gd name="T12" fmla="*/ 304 w 91"/>
                <a:gd name="T13" fmla="*/ 21 h 11"/>
                <a:gd name="T14" fmla="*/ 416 w 91"/>
                <a:gd name="T15" fmla="*/ 0 h 11"/>
                <a:gd name="T16" fmla="*/ 304 w 91"/>
                <a:gd name="T17" fmla="*/ 13 h 1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1" h="11">
                  <a:moveTo>
                    <a:pt x="66" y="3"/>
                  </a:moveTo>
                  <a:cubicBezTo>
                    <a:pt x="61" y="6"/>
                    <a:pt x="50" y="5"/>
                    <a:pt x="39" y="3"/>
                  </a:cubicBezTo>
                  <a:cubicBezTo>
                    <a:pt x="23" y="2"/>
                    <a:pt x="6" y="1"/>
                    <a:pt x="1" y="6"/>
                  </a:cubicBezTo>
                  <a:cubicBezTo>
                    <a:pt x="0" y="8"/>
                    <a:pt x="0" y="9"/>
                    <a:pt x="0" y="11"/>
                  </a:cubicBezTo>
                  <a:cubicBezTo>
                    <a:pt x="0" y="10"/>
                    <a:pt x="2" y="9"/>
                    <a:pt x="2" y="8"/>
                  </a:cubicBezTo>
                  <a:cubicBezTo>
                    <a:pt x="7" y="3"/>
                    <a:pt x="24" y="4"/>
                    <a:pt x="39" y="5"/>
                  </a:cubicBezTo>
                  <a:cubicBezTo>
                    <a:pt x="50" y="7"/>
                    <a:pt x="62" y="8"/>
                    <a:pt x="66" y="5"/>
                  </a:cubicBezTo>
                  <a:cubicBezTo>
                    <a:pt x="71" y="3"/>
                    <a:pt x="86" y="0"/>
                    <a:pt x="91" y="0"/>
                  </a:cubicBezTo>
                  <a:cubicBezTo>
                    <a:pt x="85" y="1"/>
                    <a:pt x="70" y="1"/>
                    <a:pt x="66" y="3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417" name="Freeform 235">
              <a:extLst>
                <a:ext uri="{FF2B5EF4-FFF2-40B4-BE49-F238E27FC236}">
                  <a16:creationId xmlns:a16="http://schemas.microsoft.com/office/drawing/2014/main" id="{CC93B05F-B977-4F07-AB49-BBE967B57D8F}"/>
                </a:ext>
              </a:extLst>
            </p:cNvPr>
            <p:cNvSpPr>
              <a:spLocks/>
            </p:cNvSpPr>
            <p:nvPr/>
          </p:nvSpPr>
          <p:spPr bwMode="auto">
            <a:xfrm>
              <a:off x="921" y="3962"/>
              <a:ext cx="25" cy="66"/>
            </a:xfrm>
            <a:custGeom>
              <a:avLst/>
              <a:gdLst>
                <a:gd name="T0" fmla="*/ 5 w 15"/>
                <a:gd name="T1" fmla="*/ 0 h 40"/>
                <a:gd name="T2" fmla="*/ 22 w 15"/>
                <a:gd name="T3" fmla="*/ 54 h 40"/>
                <a:gd name="T4" fmla="*/ 42 w 15"/>
                <a:gd name="T5" fmla="*/ 180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40">
                  <a:moveTo>
                    <a:pt x="1" y="0"/>
                  </a:moveTo>
                  <a:cubicBezTo>
                    <a:pt x="0" y="4"/>
                    <a:pt x="2" y="9"/>
                    <a:pt x="5" y="12"/>
                  </a:cubicBezTo>
                  <a:cubicBezTo>
                    <a:pt x="8" y="17"/>
                    <a:pt x="15" y="32"/>
                    <a:pt x="9" y="40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418" name="Freeform 236">
              <a:extLst>
                <a:ext uri="{FF2B5EF4-FFF2-40B4-BE49-F238E27FC236}">
                  <a16:creationId xmlns:a16="http://schemas.microsoft.com/office/drawing/2014/main" id="{B43E3D55-70E5-463B-8231-146BDCBBA038}"/>
                </a:ext>
              </a:extLst>
            </p:cNvPr>
            <p:cNvSpPr>
              <a:spLocks/>
            </p:cNvSpPr>
            <p:nvPr/>
          </p:nvSpPr>
          <p:spPr bwMode="auto">
            <a:xfrm>
              <a:off x="949" y="3966"/>
              <a:ext cx="35" cy="62"/>
            </a:xfrm>
            <a:custGeom>
              <a:avLst/>
              <a:gdLst>
                <a:gd name="T0" fmla="*/ 0 w 21"/>
                <a:gd name="T1" fmla="*/ 0 h 38"/>
                <a:gd name="T2" fmla="*/ 55 w 21"/>
                <a:gd name="T3" fmla="*/ 62 h 38"/>
                <a:gd name="T4" fmla="*/ 78 w 21"/>
                <a:gd name="T5" fmla="*/ 165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38">
                  <a:moveTo>
                    <a:pt x="0" y="0"/>
                  </a:moveTo>
                  <a:cubicBezTo>
                    <a:pt x="3" y="7"/>
                    <a:pt x="10" y="12"/>
                    <a:pt x="12" y="14"/>
                  </a:cubicBezTo>
                  <a:cubicBezTo>
                    <a:pt x="19" y="22"/>
                    <a:pt x="21" y="31"/>
                    <a:pt x="17" y="38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419" name="Freeform 237">
              <a:extLst>
                <a:ext uri="{FF2B5EF4-FFF2-40B4-BE49-F238E27FC236}">
                  <a16:creationId xmlns:a16="http://schemas.microsoft.com/office/drawing/2014/main" id="{829C458B-8730-45E3-95EA-15DF80802698}"/>
                </a:ext>
              </a:extLst>
            </p:cNvPr>
            <p:cNvSpPr>
              <a:spLocks/>
            </p:cNvSpPr>
            <p:nvPr/>
          </p:nvSpPr>
          <p:spPr bwMode="auto">
            <a:xfrm>
              <a:off x="976" y="3961"/>
              <a:ext cx="40" cy="62"/>
            </a:xfrm>
            <a:custGeom>
              <a:avLst/>
              <a:gdLst>
                <a:gd name="T0" fmla="*/ 0 w 24"/>
                <a:gd name="T1" fmla="*/ 0 h 38"/>
                <a:gd name="T2" fmla="*/ 62 w 24"/>
                <a:gd name="T3" fmla="*/ 62 h 38"/>
                <a:gd name="T4" fmla="*/ 105 w 24"/>
                <a:gd name="T5" fmla="*/ 165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38">
                  <a:moveTo>
                    <a:pt x="0" y="0"/>
                  </a:moveTo>
                  <a:cubicBezTo>
                    <a:pt x="4" y="6"/>
                    <a:pt x="8" y="9"/>
                    <a:pt x="13" y="14"/>
                  </a:cubicBezTo>
                  <a:cubicBezTo>
                    <a:pt x="22" y="23"/>
                    <a:pt x="24" y="30"/>
                    <a:pt x="23" y="38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420" name="Freeform 238">
              <a:extLst>
                <a:ext uri="{FF2B5EF4-FFF2-40B4-BE49-F238E27FC236}">
                  <a16:creationId xmlns:a16="http://schemas.microsoft.com/office/drawing/2014/main" id="{B3BE34AB-1595-4865-BB2C-500F3CBFE9B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2" y="3954"/>
              <a:ext cx="27" cy="46"/>
            </a:xfrm>
            <a:custGeom>
              <a:avLst/>
              <a:gdLst>
                <a:gd name="T0" fmla="*/ 0 w 16"/>
                <a:gd name="T1" fmla="*/ 0 h 28"/>
                <a:gd name="T2" fmla="*/ 49 w 16"/>
                <a:gd name="T3" fmla="*/ 49 h 28"/>
                <a:gd name="T4" fmla="*/ 78 w 16"/>
                <a:gd name="T5" fmla="*/ 125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28">
                  <a:moveTo>
                    <a:pt x="0" y="0"/>
                  </a:moveTo>
                  <a:cubicBezTo>
                    <a:pt x="2" y="4"/>
                    <a:pt x="6" y="8"/>
                    <a:pt x="10" y="11"/>
                  </a:cubicBezTo>
                  <a:cubicBezTo>
                    <a:pt x="13" y="15"/>
                    <a:pt x="16" y="22"/>
                    <a:pt x="16" y="28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421" name="Freeform 239">
              <a:extLst>
                <a:ext uri="{FF2B5EF4-FFF2-40B4-BE49-F238E27FC236}">
                  <a16:creationId xmlns:a16="http://schemas.microsoft.com/office/drawing/2014/main" id="{5AAC80A5-4A55-4438-97D3-1CBB8B4CC52A}"/>
                </a:ext>
              </a:extLst>
            </p:cNvPr>
            <p:cNvSpPr>
              <a:spLocks/>
            </p:cNvSpPr>
            <p:nvPr/>
          </p:nvSpPr>
          <p:spPr bwMode="auto">
            <a:xfrm>
              <a:off x="891" y="3990"/>
              <a:ext cx="38" cy="22"/>
            </a:xfrm>
            <a:custGeom>
              <a:avLst/>
              <a:gdLst>
                <a:gd name="T0" fmla="*/ 104 w 23"/>
                <a:gd name="T1" fmla="*/ 63 h 13"/>
                <a:gd name="T2" fmla="*/ 28 w 23"/>
                <a:gd name="T3" fmla="*/ 63 h 13"/>
                <a:gd name="T4" fmla="*/ 50 w 23"/>
                <a:gd name="T5" fmla="*/ 0 h 13"/>
                <a:gd name="T6" fmla="*/ 104 w 23"/>
                <a:gd name="T7" fmla="*/ 63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13">
                  <a:moveTo>
                    <a:pt x="23" y="13"/>
                  </a:moveTo>
                  <a:cubicBezTo>
                    <a:pt x="16" y="11"/>
                    <a:pt x="8" y="11"/>
                    <a:pt x="6" y="13"/>
                  </a:cubicBezTo>
                  <a:cubicBezTo>
                    <a:pt x="0" y="4"/>
                    <a:pt x="6" y="0"/>
                    <a:pt x="11" y="0"/>
                  </a:cubicBezTo>
                  <a:cubicBezTo>
                    <a:pt x="21" y="0"/>
                    <a:pt x="23" y="10"/>
                    <a:pt x="23" y="13"/>
                  </a:cubicBezTo>
                  <a:close/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422" name="Freeform 240">
              <a:extLst>
                <a:ext uri="{FF2B5EF4-FFF2-40B4-BE49-F238E27FC236}">
                  <a16:creationId xmlns:a16="http://schemas.microsoft.com/office/drawing/2014/main" id="{A97C227C-C9C8-4D78-AF7D-E056320D03B6}"/>
                </a:ext>
              </a:extLst>
            </p:cNvPr>
            <p:cNvSpPr>
              <a:spLocks/>
            </p:cNvSpPr>
            <p:nvPr/>
          </p:nvSpPr>
          <p:spPr bwMode="auto">
            <a:xfrm>
              <a:off x="951" y="4005"/>
              <a:ext cx="20" cy="18"/>
            </a:xfrm>
            <a:custGeom>
              <a:avLst/>
              <a:gdLst>
                <a:gd name="T0" fmla="*/ 55 w 12"/>
                <a:gd name="T1" fmla="*/ 47 h 11"/>
                <a:gd name="T2" fmla="*/ 0 w 12"/>
                <a:gd name="T3" fmla="*/ 43 h 11"/>
                <a:gd name="T4" fmla="*/ 55 w 12"/>
                <a:gd name="T5" fmla="*/ 47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1">
                  <a:moveTo>
                    <a:pt x="12" y="11"/>
                  </a:moveTo>
                  <a:cubicBezTo>
                    <a:pt x="10" y="11"/>
                    <a:pt x="2" y="9"/>
                    <a:pt x="0" y="10"/>
                  </a:cubicBezTo>
                  <a:cubicBezTo>
                    <a:pt x="1" y="1"/>
                    <a:pt x="11" y="0"/>
                    <a:pt x="12" y="11"/>
                  </a:cubicBezTo>
                  <a:close/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423" name="Freeform 241">
              <a:extLst>
                <a:ext uri="{FF2B5EF4-FFF2-40B4-BE49-F238E27FC236}">
                  <a16:creationId xmlns:a16="http://schemas.microsoft.com/office/drawing/2014/main" id="{FC026B02-B42F-45E4-9CDE-A0FD6A62330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" y="3995"/>
              <a:ext cx="14" cy="13"/>
            </a:xfrm>
            <a:custGeom>
              <a:avLst/>
              <a:gdLst>
                <a:gd name="T0" fmla="*/ 44 w 8"/>
                <a:gd name="T1" fmla="*/ 21 h 8"/>
                <a:gd name="T2" fmla="*/ 7 w 8"/>
                <a:gd name="T3" fmla="*/ 29 h 8"/>
                <a:gd name="T4" fmla="*/ 44 w 8"/>
                <a:gd name="T5" fmla="*/ 21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8">
                  <a:moveTo>
                    <a:pt x="8" y="5"/>
                  </a:moveTo>
                  <a:cubicBezTo>
                    <a:pt x="7" y="7"/>
                    <a:pt x="4" y="8"/>
                    <a:pt x="1" y="7"/>
                  </a:cubicBezTo>
                  <a:cubicBezTo>
                    <a:pt x="0" y="0"/>
                    <a:pt x="7" y="1"/>
                    <a:pt x="8" y="5"/>
                  </a:cubicBezTo>
                  <a:close/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424" name="Freeform 242">
              <a:extLst>
                <a:ext uri="{FF2B5EF4-FFF2-40B4-BE49-F238E27FC236}">
                  <a16:creationId xmlns:a16="http://schemas.microsoft.com/office/drawing/2014/main" id="{952C965E-530B-4D96-82F6-A611E6287F9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2" y="1562"/>
              <a:ext cx="7" cy="111"/>
            </a:xfrm>
            <a:custGeom>
              <a:avLst/>
              <a:gdLst>
                <a:gd name="T0" fmla="*/ 21 w 4"/>
                <a:gd name="T1" fmla="*/ 0 h 67"/>
                <a:gd name="T2" fmla="*/ 0 w 4"/>
                <a:gd name="T3" fmla="*/ 305 h 6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67">
                  <a:moveTo>
                    <a:pt x="4" y="0"/>
                  </a:moveTo>
                  <a:cubicBezTo>
                    <a:pt x="4" y="5"/>
                    <a:pt x="1" y="54"/>
                    <a:pt x="0" y="67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425" name="Freeform 243">
              <a:extLst>
                <a:ext uri="{FF2B5EF4-FFF2-40B4-BE49-F238E27FC236}">
                  <a16:creationId xmlns:a16="http://schemas.microsoft.com/office/drawing/2014/main" id="{8F3DC90E-C1D6-4E2D-A0BF-E9107812A2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7" y="2522"/>
              <a:ext cx="60" cy="46"/>
            </a:xfrm>
            <a:custGeom>
              <a:avLst/>
              <a:gdLst>
                <a:gd name="T0" fmla="*/ 0 w 36"/>
                <a:gd name="T1" fmla="*/ 125 h 28"/>
                <a:gd name="T2" fmla="*/ 33 w 36"/>
                <a:gd name="T3" fmla="*/ 105 h 28"/>
                <a:gd name="T4" fmla="*/ 105 w 36"/>
                <a:gd name="T5" fmla="*/ 67 h 28"/>
                <a:gd name="T6" fmla="*/ 167 w 36"/>
                <a:gd name="T7" fmla="*/ 0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" h="28">
                  <a:moveTo>
                    <a:pt x="0" y="28"/>
                  </a:moveTo>
                  <a:cubicBezTo>
                    <a:pt x="1" y="26"/>
                    <a:pt x="4" y="25"/>
                    <a:pt x="7" y="24"/>
                  </a:cubicBezTo>
                  <a:cubicBezTo>
                    <a:pt x="11" y="21"/>
                    <a:pt x="18" y="19"/>
                    <a:pt x="23" y="15"/>
                  </a:cubicBezTo>
                  <a:cubicBezTo>
                    <a:pt x="27" y="12"/>
                    <a:pt x="33" y="2"/>
                    <a:pt x="36" y="0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426" name="Freeform 244">
              <a:extLst>
                <a:ext uri="{FF2B5EF4-FFF2-40B4-BE49-F238E27FC236}">
                  <a16:creationId xmlns:a16="http://schemas.microsoft.com/office/drawing/2014/main" id="{A960303B-F534-45E8-B302-1527ED85D9D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7" y="2533"/>
              <a:ext cx="48" cy="48"/>
            </a:xfrm>
            <a:custGeom>
              <a:avLst/>
              <a:gdLst>
                <a:gd name="T0" fmla="*/ 131 w 29"/>
                <a:gd name="T1" fmla="*/ 0 h 29"/>
                <a:gd name="T2" fmla="*/ 84 w 29"/>
                <a:gd name="T3" fmla="*/ 76 h 29"/>
                <a:gd name="T4" fmla="*/ 0 w 29"/>
                <a:gd name="T5" fmla="*/ 131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29">
                  <a:moveTo>
                    <a:pt x="29" y="0"/>
                  </a:moveTo>
                  <a:cubicBezTo>
                    <a:pt x="25" y="5"/>
                    <a:pt x="19" y="15"/>
                    <a:pt x="19" y="17"/>
                  </a:cubicBezTo>
                  <a:cubicBezTo>
                    <a:pt x="14" y="20"/>
                    <a:pt x="9" y="20"/>
                    <a:pt x="0" y="29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427" name="Freeform 245">
              <a:extLst>
                <a:ext uri="{FF2B5EF4-FFF2-40B4-BE49-F238E27FC236}">
                  <a16:creationId xmlns:a16="http://schemas.microsoft.com/office/drawing/2014/main" id="{D8322795-B67D-47AF-AFD2-E17B565CCCC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9" y="2467"/>
              <a:ext cx="63" cy="88"/>
            </a:xfrm>
            <a:custGeom>
              <a:avLst/>
              <a:gdLst>
                <a:gd name="T0" fmla="*/ 154 w 38"/>
                <a:gd name="T1" fmla="*/ 188 h 53"/>
                <a:gd name="T2" fmla="*/ 172 w 38"/>
                <a:gd name="T3" fmla="*/ 96 h 53"/>
                <a:gd name="T4" fmla="*/ 118 w 38"/>
                <a:gd name="T5" fmla="*/ 0 h 53"/>
                <a:gd name="T6" fmla="*/ 88 w 38"/>
                <a:gd name="T7" fmla="*/ 50 h 53"/>
                <a:gd name="T8" fmla="*/ 75 w 38"/>
                <a:gd name="T9" fmla="*/ 174 h 53"/>
                <a:gd name="T10" fmla="*/ 0 w 38"/>
                <a:gd name="T11" fmla="*/ 237 h 5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8" h="53">
                  <a:moveTo>
                    <a:pt x="34" y="41"/>
                  </a:moveTo>
                  <a:cubicBezTo>
                    <a:pt x="34" y="34"/>
                    <a:pt x="38" y="28"/>
                    <a:pt x="38" y="21"/>
                  </a:cubicBezTo>
                  <a:cubicBezTo>
                    <a:pt x="38" y="14"/>
                    <a:pt x="32" y="5"/>
                    <a:pt x="26" y="0"/>
                  </a:cubicBezTo>
                  <a:cubicBezTo>
                    <a:pt x="20" y="0"/>
                    <a:pt x="20" y="6"/>
                    <a:pt x="19" y="11"/>
                  </a:cubicBezTo>
                  <a:cubicBezTo>
                    <a:pt x="19" y="15"/>
                    <a:pt x="18" y="32"/>
                    <a:pt x="16" y="38"/>
                  </a:cubicBezTo>
                  <a:cubicBezTo>
                    <a:pt x="15" y="44"/>
                    <a:pt x="9" y="53"/>
                    <a:pt x="0" y="52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428" name="Freeform 246">
              <a:extLst>
                <a:ext uri="{FF2B5EF4-FFF2-40B4-BE49-F238E27FC236}">
                  <a16:creationId xmlns:a16="http://schemas.microsoft.com/office/drawing/2014/main" id="{B1EF01CA-DEDB-4EFB-A4E2-7E9A6A30C7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5" y="2598"/>
              <a:ext cx="22" cy="9"/>
            </a:xfrm>
            <a:custGeom>
              <a:avLst/>
              <a:gdLst>
                <a:gd name="T0" fmla="*/ 63 w 13"/>
                <a:gd name="T1" fmla="*/ 12 h 6"/>
                <a:gd name="T2" fmla="*/ 0 w 13"/>
                <a:gd name="T3" fmla="*/ 21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6">
                  <a:moveTo>
                    <a:pt x="13" y="3"/>
                  </a:moveTo>
                  <a:cubicBezTo>
                    <a:pt x="11" y="0"/>
                    <a:pt x="5" y="1"/>
                    <a:pt x="0" y="6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429" name="Freeform 247">
              <a:extLst>
                <a:ext uri="{FF2B5EF4-FFF2-40B4-BE49-F238E27FC236}">
                  <a16:creationId xmlns:a16="http://schemas.microsoft.com/office/drawing/2014/main" id="{0CEE3E7C-5660-4CAA-868F-8AD99BE81A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7" y="2558"/>
              <a:ext cx="10" cy="11"/>
            </a:xfrm>
            <a:custGeom>
              <a:avLst/>
              <a:gdLst>
                <a:gd name="T0" fmla="*/ 28 w 6"/>
                <a:gd name="T1" fmla="*/ 27 h 7"/>
                <a:gd name="T2" fmla="*/ 0 w 6"/>
                <a:gd name="T3" fmla="*/ 8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7">
                  <a:moveTo>
                    <a:pt x="6" y="7"/>
                  </a:moveTo>
                  <a:cubicBezTo>
                    <a:pt x="3" y="4"/>
                    <a:pt x="2" y="0"/>
                    <a:pt x="0" y="2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430" name="Freeform 248">
              <a:extLst>
                <a:ext uri="{FF2B5EF4-FFF2-40B4-BE49-F238E27FC236}">
                  <a16:creationId xmlns:a16="http://schemas.microsoft.com/office/drawing/2014/main" id="{58E77BDA-C939-4751-9987-A27BDAC1EB3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7" y="2530"/>
              <a:ext cx="6" cy="3"/>
            </a:xfrm>
            <a:custGeom>
              <a:avLst/>
              <a:gdLst>
                <a:gd name="T0" fmla="*/ 14 w 4"/>
                <a:gd name="T1" fmla="*/ 5 h 2"/>
                <a:gd name="T2" fmla="*/ 0 w 4"/>
                <a:gd name="T3" fmla="*/ 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">
                  <a:moveTo>
                    <a:pt x="4" y="1"/>
                  </a:moveTo>
                  <a:cubicBezTo>
                    <a:pt x="3" y="0"/>
                    <a:pt x="2" y="0"/>
                    <a:pt x="0" y="2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431" name="Freeform 249">
              <a:extLst>
                <a:ext uri="{FF2B5EF4-FFF2-40B4-BE49-F238E27FC236}">
                  <a16:creationId xmlns:a16="http://schemas.microsoft.com/office/drawing/2014/main" id="{B2FC936B-7854-493A-B9C3-45BF352183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3" y="2457"/>
              <a:ext cx="5" cy="17"/>
            </a:xfrm>
            <a:custGeom>
              <a:avLst/>
              <a:gdLst>
                <a:gd name="T0" fmla="*/ 13 w 3"/>
                <a:gd name="T1" fmla="*/ 0 h 10"/>
                <a:gd name="T2" fmla="*/ 0 w 3"/>
                <a:gd name="T3" fmla="*/ 49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0">
                  <a:moveTo>
                    <a:pt x="3" y="0"/>
                  </a:moveTo>
                  <a:cubicBezTo>
                    <a:pt x="2" y="3"/>
                    <a:pt x="0" y="5"/>
                    <a:pt x="0" y="10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432" name="Freeform 250">
              <a:extLst>
                <a:ext uri="{FF2B5EF4-FFF2-40B4-BE49-F238E27FC236}">
                  <a16:creationId xmlns:a16="http://schemas.microsoft.com/office/drawing/2014/main" id="{4E011760-CA67-4AC4-898A-EBD4680FA0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2" y="2464"/>
              <a:ext cx="10" cy="3"/>
            </a:xfrm>
            <a:custGeom>
              <a:avLst/>
              <a:gdLst>
                <a:gd name="T0" fmla="*/ 28 w 6"/>
                <a:gd name="T1" fmla="*/ 8 h 2"/>
                <a:gd name="T2" fmla="*/ 0 w 6"/>
                <a:gd name="T3" fmla="*/ 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">
                  <a:moveTo>
                    <a:pt x="6" y="2"/>
                  </a:moveTo>
                  <a:cubicBezTo>
                    <a:pt x="4" y="1"/>
                    <a:pt x="3" y="0"/>
                    <a:pt x="0" y="2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433" name="Freeform 251">
              <a:extLst>
                <a:ext uri="{FF2B5EF4-FFF2-40B4-BE49-F238E27FC236}">
                  <a16:creationId xmlns:a16="http://schemas.microsoft.com/office/drawing/2014/main" id="{A80D2C99-7DB8-4918-BB95-3F7007670DE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2" y="2492"/>
              <a:ext cx="7" cy="5"/>
            </a:xfrm>
            <a:custGeom>
              <a:avLst/>
              <a:gdLst>
                <a:gd name="T0" fmla="*/ 21 w 4"/>
                <a:gd name="T1" fmla="*/ 0 h 3"/>
                <a:gd name="T2" fmla="*/ 0 w 4"/>
                <a:gd name="T3" fmla="*/ 13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">
                  <a:moveTo>
                    <a:pt x="4" y="0"/>
                  </a:moveTo>
                  <a:cubicBezTo>
                    <a:pt x="2" y="0"/>
                    <a:pt x="1" y="1"/>
                    <a:pt x="0" y="3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434" name="Freeform 252">
              <a:extLst>
                <a:ext uri="{FF2B5EF4-FFF2-40B4-BE49-F238E27FC236}">
                  <a16:creationId xmlns:a16="http://schemas.microsoft.com/office/drawing/2014/main" id="{45D84839-8952-4A58-95FD-473EA3FEDA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4" y="2489"/>
              <a:ext cx="33" cy="46"/>
            </a:xfrm>
            <a:custGeom>
              <a:avLst/>
              <a:gdLst>
                <a:gd name="T0" fmla="*/ 89 w 20"/>
                <a:gd name="T1" fmla="*/ 0 h 28"/>
                <a:gd name="T2" fmla="*/ 50 w 20"/>
                <a:gd name="T3" fmla="*/ 95 h 28"/>
                <a:gd name="T4" fmla="*/ 0 w 20"/>
                <a:gd name="T5" fmla="*/ 125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28">
                  <a:moveTo>
                    <a:pt x="20" y="0"/>
                  </a:moveTo>
                  <a:cubicBezTo>
                    <a:pt x="19" y="9"/>
                    <a:pt x="14" y="14"/>
                    <a:pt x="11" y="21"/>
                  </a:cubicBezTo>
                  <a:cubicBezTo>
                    <a:pt x="9" y="27"/>
                    <a:pt x="3" y="24"/>
                    <a:pt x="0" y="28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435" name="Freeform 253">
              <a:extLst>
                <a:ext uri="{FF2B5EF4-FFF2-40B4-BE49-F238E27FC236}">
                  <a16:creationId xmlns:a16="http://schemas.microsoft.com/office/drawing/2014/main" id="{84EBCC14-4C69-4510-B732-7769DE91818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7" y="2477"/>
              <a:ext cx="23" cy="41"/>
            </a:xfrm>
            <a:custGeom>
              <a:avLst/>
              <a:gdLst>
                <a:gd name="T0" fmla="*/ 62 w 14"/>
                <a:gd name="T1" fmla="*/ 0 h 25"/>
                <a:gd name="T2" fmla="*/ 26 w 14"/>
                <a:gd name="T3" fmla="*/ 97 h 25"/>
                <a:gd name="T4" fmla="*/ 0 w 14"/>
                <a:gd name="T5" fmla="*/ 110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25">
                  <a:moveTo>
                    <a:pt x="14" y="0"/>
                  </a:moveTo>
                  <a:cubicBezTo>
                    <a:pt x="13" y="6"/>
                    <a:pt x="9" y="21"/>
                    <a:pt x="6" y="22"/>
                  </a:cubicBezTo>
                  <a:cubicBezTo>
                    <a:pt x="3" y="23"/>
                    <a:pt x="1" y="21"/>
                    <a:pt x="0" y="25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436" name="Freeform 254">
              <a:extLst>
                <a:ext uri="{FF2B5EF4-FFF2-40B4-BE49-F238E27FC236}">
                  <a16:creationId xmlns:a16="http://schemas.microsoft.com/office/drawing/2014/main" id="{794CC990-CCCA-438D-80D4-D9A49B8F63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4" y="2528"/>
              <a:ext cx="5" cy="17"/>
            </a:xfrm>
            <a:custGeom>
              <a:avLst/>
              <a:gdLst>
                <a:gd name="T0" fmla="*/ 0 w 3"/>
                <a:gd name="T1" fmla="*/ 0 h 10"/>
                <a:gd name="T2" fmla="*/ 5 w 3"/>
                <a:gd name="T3" fmla="*/ 49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0">
                  <a:moveTo>
                    <a:pt x="0" y="0"/>
                  </a:moveTo>
                  <a:cubicBezTo>
                    <a:pt x="3" y="1"/>
                    <a:pt x="1" y="8"/>
                    <a:pt x="1" y="10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437" name="Freeform 255">
              <a:extLst>
                <a:ext uri="{FF2B5EF4-FFF2-40B4-BE49-F238E27FC236}">
                  <a16:creationId xmlns:a16="http://schemas.microsoft.com/office/drawing/2014/main" id="{765F33A0-6FEE-49F7-9A5C-FF5521836C86}"/>
                </a:ext>
              </a:extLst>
            </p:cNvPr>
            <p:cNvSpPr>
              <a:spLocks/>
            </p:cNvSpPr>
            <p:nvPr/>
          </p:nvSpPr>
          <p:spPr bwMode="auto">
            <a:xfrm>
              <a:off x="871" y="3827"/>
              <a:ext cx="7" cy="35"/>
            </a:xfrm>
            <a:custGeom>
              <a:avLst/>
              <a:gdLst>
                <a:gd name="T0" fmla="*/ 0 w 4"/>
                <a:gd name="T1" fmla="*/ 0 h 21"/>
                <a:gd name="T2" fmla="*/ 21 w 4"/>
                <a:gd name="T3" fmla="*/ 97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1">
                  <a:moveTo>
                    <a:pt x="0" y="0"/>
                  </a:moveTo>
                  <a:cubicBezTo>
                    <a:pt x="0" y="8"/>
                    <a:pt x="4" y="21"/>
                    <a:pt x="4" y="21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438" name="Freeform 256">
              <a:extLst>
                <a:ext uri="{FF2B5EF4-FFF2-40B4-BE49-F238E27FC236}">
                  <a16:creationId xmlns:a16="http://schemas.microsoft.com/office/drawing/2014/main" id="{B718F300-67C6-4F84-B6E6-978FEB2F49FC}"/>
                </a:ext>
              </a:extLst>
            </p:cNvPr>
            <p:cNvSpPr>
              <a:spLocks/>
            </p:cNvSpPr>
            <p:nvPr/>
          </p:nvSpPr>
          <p:spPr bwMode="auto">
            <a:xfrm>
              <a:off x="843" y="1988"/>
              <a:ext cx="41" cy="34"/>
            </a:xfrm>
            <a:custGeom>
              <a:avLst/>
              <a:gdLst>
                <a:gd name="T0" fmla="*/ 0 w 25"/>
                <a:gd name="T1" fmla="*/ 60 h 21"/>
                <a:gd name="T2" fmla="*/ 89 w 25"/>
                <a:gd name="T3" fmla="*/ 89 h 21"/>
                <a:gd name="T4" fmla="*/ 0 w 25"/>
                <a:gd name="T5" fmla="*/ 55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21">
                  <a:moveTo>
                    <a:pt x="0" y="14"/>
                  </a:moveTo>
                  <a:cubicBezTo>
                    <a:pt x="6" y="8"/>
                    <a:pt x="17" y="11"/>
                    <a:pt x="20" y="21"/>
                  </a:cubicBezTo>
                  <a:cubicBezTo>
                    <a:pt x="25" y="13"/>
                    <a:pt x="4" y="0"/>
                    <a:pt x="0" y="13"/>
                  </a:cubicBezTo>
                </a:path>
              </a:pathLst>
            </a:custGeom>
            <a:solidFill>
              <a:srgbClr val="C17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439" name="Freeform 257">
              <a:extLst>
                <a:ext uri="{FF2B5EF4-FFF2-40B4-BE49-F238E27FC236}">
                  <a16:creationId xmlns:a16="http://schemas.microsoft.com/office/drawing/2014/main" id="{7DA4555C-1388-4646-9318-BB050D5D53A1}"/>
                </a:ext>
              </a:extLst>
            </p:cNvPr>
            <p:cNvSpPr>
              <a:spLocks/>
            </p:cNvSpPr>
            <p:nvPr/>
          </p:nvSpPr>
          <p:spPr bwMode="auto">
            <a:xfrm>
              <a:off x="778" y="3964"/>
              <a:ext cx="21" cy="16"/>
            </a:xfrm>
            <a:custGeom>
              <a:avLst/>
              <a:gdLst>
                <a:gd name="T0" fmla="*/ 21 w 13"/>
                <a:gd name="T1" fmla="*/ 5 h 10"/>
                <a:gd name="T2" fmla="*/ 47 w 13"/>
                <a:gd name="T3" fmla="*/ 13 h 10"/>
                <a:gd name="T4" fmla="*/ 16 w 13"/>
                <a:gd name="T5" fmla="*/ 16 h 10"/>
                <a:gd name="T6" fmla="*/ 0 w 13"/>
                <a:gd name="T7" fmla="*/ 29 h 10"/>
                <a:gd name="T8" fmla="*/ 42 w 13"/>
                <a:gd name="T9" fmla="*/ 42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0">
                  <a:moveTo>
                    <a:pt x="5" y="1"/>
                  </a:moveTo>
                  <a:cubicBezTo>
                    <a:pt x="7" y="2"/>
                    <a:pt x="10" y="0"/>
                    <a:pt x="11" y="3"/>
                  </a:cubicBezTo>
                  <a:cubicBezTo>
                    <a:pt x="13" y="9"/>
                    <a:pt x="5" y="4"/>
                    <a:pt x="4" y="4"/>
                  </a:cubicBezTo>
                  <a:cubicBezTo>
                    <a:pt x="3" y="4"/>
                    <a:pt x="0" y="4"/>
                    <a:pt x="0" y="7"/>
                  </a:cubicBezTo>
                  <a:cubicBezTo>
                    <a:pt x="1" y="10"/>
                    <a:pt x="8" y="9"/>
                    <a:pt x="10" y="10"/>
                  </a:cubicBezTo>
                </a:path>
              </a:pathLst>
            </a:custGeom>
            <a:noFill/>
            <a:ln w="7938" cap="flat">
              <a:solidFill>
                <a:srgbClr val="A961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440" name="Freeform 258">
              <a:extLst>
                <a:ext uri="{FF2B5EF4-FFF2-40B4-BE49-F238E27FC236}">
                  <a16:creationId xmlns:a16="http://schemas.microsoft.com/office/drawing/2014/main" id="{91EE52EC-957E-4E71-8CBE-24E43ACAD8C3}"/>
                </a:ext>
              </a:extLst>
            </p:cNvPr>
            <p:cNvSpPr>
              <a:spLocks/>
            </p:cNvSpPr>
            <p:nvPr/>
          </p:nvSpPr>
          <p:spPr bwMode="auto">
            <a:xfrm>
              <a:off x="755" y="3966"/>
              <a:ext cx="13" cy="13"/>
            </a:xfrm>
            <a:custGeom>
              <a:avLst/>
              <a:gdLst>
                <a:gd name="T0" fmla="*/ 34 w 8"/>
                <a:gd name="T1" fmla="*/ 21 h 8"/>
                <a:gd name="T2" fmla="*/ 0 w 8"/>
                <a:gd name="T3" fmla="*/ 5 h 8"/>
                <a:gd name="T4" fmla="*/ 26 w 8"/>
                <a:gd name="T5" fmla="*/ 34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8">
                  <a:moveTo>
                    <a:pt x="8" y="5"/>
                  </a:moveTo>
                  <a:cubicBezTo>
                    <a:pt x="7" y="2"/>
                    <a:pt x="3" y="0"/>
                    <a:pt x="0" y="1"/>
                  </a:cubicBezTo>
                  <a:cubicBezTo>
                    <a:pt x="1" y="4"/>
                    <a:pt x="3" y="7"/>
                    <a:pt x="6" y="8"/>
                  </a:cubicBezTo>
                </a:path>
              </a:pathLst>
            </a:custGeom>
            <a:noFill/>
            <a:ln w="7938" cap="flat">
              <a:solidFill>
                <a:srgbClr val="A961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441" name="Freeform 259">
              <a:extLst>
                <a:ext uri="{FF2B5EF4-FFF2-40B4-BE49-F238E27FC236}">
                  <a16:creationId xmlns:a16="http://schemas.microsoft.com/office/drawing/2014/main" id="{DEEB41F1-0D44-4F2F-924F-F92D3BD98046}"/>
                </a:ext>
              </a:extLst>
            </p:cNvPr>
            <p:cNvSpPr>
              <a:spLocks/>
            </p:cNvSpPr>
            <p:nvPr/>
          </p:nvSpPr>
          <p:spPr bwMode="auto">
            <a:xfrm>
              <a:off x="720" y="3959"/>
              <a:ext cx="21" cy="16"/>
            </a:xfrm>
            <a:custGeom>
              <a:avLst/>
              <a:gdLst>
                <a:gd name="T0" fmla="*/ 55 w 13"/>
                <a:gd name="T1" fmla="*/ 26 h 10"/>
                <a:gd name="T2" fmla="*/ 16 w 13"/>
                <a:gd name="T3" fmla="*/ 8 h 10"/>
                <a:gd name="T4" fmla="*/ 47 w 13"/>
                <a:gd name="T5" fmla="*/ 42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0">
                  <a:moveTo>
                    <a:pt x="13" y="6"/>
                  </a:moveTo>
                  <a:cubicBezTo>
                    <a:pt x="11" y="5"/>
                    <a:pt x="6" y="0"/>
                    <a:pt x="4" y="2"/>
                  </a:cubicBezTo>
                  <a:cubicBezTo>
                    <a:pt x="0" y="6"/>
                    <a:pt x="10" y="10"/>
                    <a:pt x="11" y="10"/>
                  </a:cubicBezTo>
                </a:path>
              </a:pathLst>
            </a:custGeom>
            <a:noFill/>
            <a:ln w="7938" cap="flat">
              <a:solidFill>
                <a:srgbClr val="A961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442" name="Freeform 260">
              <a:extLst>
                <a:ext uri="{FF2B5EF4-FFF2-40B4-BE49-F238E27FC236}">
                  <a16:creationId xmlns:a16="http://schemas.microsoft.com/office/drawing/2014/main" id="{6C44D6F1-451E-40A0-B638-550545ED5160}"/>
                </a:ext>
              </a:extLst>
            </p:cNvPr>
            <p:cNvSpPr>
              <a:spLocks/>
            </p:cNvSpPr>
            <p:nvPr/>
          </p:nvSpPr>
          <p:spPr bwMode="auto">
            <a:xfrm>
              <a:off x="705" y="3954"/>
              <a:ext cx="8" cy="8"/>
            </a:xfrm>
            <a:custGeom>
              <a:avLst/>
              <a:gdLst>
                <a:gd name="T0" fmla="*/ 21 w 5"/>
                <a:gd name="T1" fmla="*/ 21 h 5"/>
                <a:gd name="T2" fmla="*/ 0 w 5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5">
                  <a:moveTo>
                    <a:pt x="5" y="5"/>
                  </a:moveTo>
                  <a:cubicBezTo>
                    <a:pt x="4" y="2"/>
                    <a:pt x="2" y="1"/>
                    <a:pt x="0" y="0"/>
                  </a:cubicBezTo>
                </a:path>
              </a:pathLst>
            </a:custGeom>
            <a:noFill/>
            <a:ln w="7938" cap="flat">
              <a:solidFill>
                <a:srgbClr val="A961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443" name="Freeform 261">
              <a:extLst>
                <a:ext uri="{FF2B5EF4-FFF2-40B4-BE49-F238E27FC236}">
                  <a16:creationId xmlns:a16="http://schemas.microsoft.com/office/drawing/2014/main" id="{41996630-0C06-4FD9-80E5-18E58D1A2785}"/>
                </a:ext>
              </a:extLst>
            </p:cNvPr>
            <p:cNvSpPr>
              <a:spLocks/>
            </p:cNvSpPr>
            <p:nvPr/>
          </p:nvSpPr>
          <p:spPr bwMode="auto">
            <a:xfrm>
              <a:off x="914" y="3962"/>
              <a:ext cx="17" cy="13"/>
            </a:xfrm>
            <a:custGeom>
              <a:avLst/>
              <a:gdLst>
                <a:gd name="T0" fmla="*/ 5 w 10"/>
                <a:gd name="T1" fmla="*/ 8 h 8"/>
                <a:gd name="T2" fmla="*/ 44 w 10"/>
                <a:gd name="T3" fmla="*/ 18 h 8"/>
                <a:gd name="T4" fmla="*/ 0 w 10"/>
                <a:gd name="T5" fmla="*/ 29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8">
                  <a:moveTo>
                    <a:pt x="1" y="2"/>
                  </a:moveTo>
                  <a:cubicBezTo>
                    <a:pt x="3" y="2"/>
                    <a:pt x="10" y="0"/>
                    <a:pt x="9" y="4"/>
                  </a:cubicBezTo>
                  <a:cubicBezTo>
                    <a:pt x="8" y="8"/>
                    <a:pt x="2" y="7"/>
                    <a:pt x="0" y="7"/>
                  </a:cubicBezTo>
                </a:path>
              </a:pathLst>
            </a:custGeom>
            <a:noFill/>
            <a:ln w="7938" cap="flat">
              <a:solidFill>
                <a:srgbClr val="A961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444" name="Freeform 262">
              <a:extLst>
                <a:ext uri="{FF2B5EF4-FFF2-40B4-BE49-F238E27FC236}">
                  <a16:creationId xmlns:a16="http://schemas.microsoft.com/office/drawing/2014/main" id="{16B4B67F-A626-430B-ACDA-E54A007CDE57}"/>
                </a:ext>
              </a:extLst>
            </p:cNvPr>
            <p:cNvSpPr>
              <a:spLocks/>
            </p:cNvSpPr>
            <p:nvPr/>
          </p:nvSpPr>
          <p:spPr bwMode="auto">
            <a:xfrm>
              <a:off x="944" y="3966"/>
              <a:ext cx="18" cy="16"/>
            </a:xfrm>
            <a:custGeom>
              <a:avLst/>
              <a:gdLst>
                <a:gd name="T0" fmla="*/ 0 w 11"/>
                <a:gd name="T1" fmla="*/ 21 h 10"/>
                <a:gd name="T2" fmla="*/ 34 w 11"/>
                <a:gd name="T3" fmla="*/ 13 h 10"/>
                <a:gd name="T4" fmla="*/ 0 w 11"/>
                <a:gd name="T5" fmla="*/ 42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0">
                  <a:moveTo>
                    <a:pt x="0" y="5"/>
                  </a:moveTo>
                  <a:cubicBezTo>
                    <a:pt x="2" y="3"/>
                    <a:pt x="5" y="0"/>
                    <a:pt x="8" y="3"/>
                  </a:cubicBezTo>
                  <a:cubicBezTo>
                    <a:pt x="11" y="7"/>
                    <a:pt x="3" y="9"/>
                    <a:pt x="0" y="10"/>
                  </a:cubicBezTo>
                </a:path>
              </a:pathLst>
            </a:custGeom>
            <a:noFill/>
            <a:ln w="7938" cap="flat">
              <a:solidFill>
                <a:srgbClr val="A961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445" name="Freeform 263">
              <a:extLst>
                <a:ext uri="{FF2B5EF4-FFF2-40B4-BE49-F238E27FC236}">
                  <a16:creationId xmlns:a16="http://schemas.microsoft.com/office/drawing/2014/main" id="{FBC4CABA-269B-49AF-BAD2-26700CA2DB9F}"/>
                </a:ext>
              </a:extLst>
            </p:cNvPr>
            <p:cNvSpPr>
              <a:spLocks/>
            </p:cNvSpPr>
            <p:nvPr/>
          </p:nvSpPr>
          <p:spPr bwMode="auto">
            <a:xfrm>
              <a:off x="972" y="3962"/>
              <a:ext cx="14" cy="7"/>
            </a:xfrm>
            <a:custGeom>
              <a:avLst/>
              <a:gdLst>
                <a:gd name="T0" fmla="*/ 44 w 8"/>
                <a:gd name="T1" fmla="*/ 0 h 4"/>
                <a:gd name="T2" fmla="*/ 0 w 8"/>
                <a:gd name="T3" fmla="*/ 21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4">
                  <a:moveTo>
                    <a:pt x="8" y="0"/>
                  </a:moveTo>
                  <a:cubicBezTo>
                    <a:pt x="5" y="1"/>
                    <a:pt x="2" y="2"/>
                    <a:pt x="0" y="4"/>
                  </a:cubicBezTo>
                </a:path>
              </a:pathLst>
            </a:custGeom>
            <a:noFill/>
            <a:ln w="7938" cap="flat">
              <a:solidFill>
                <a:srgbClr val="A961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446" name="Freeform 264">
              <a:extLst>
                <a:ext uri="{FF2B5EF4-FFF2-40B4-BE49-F238E27FC236}">
                  <a16:creationId xmlns:a16="http://schemas.microsoft.com/office/drawing/2014/main" id="{6C37E0D8-E1F9-4BE2-B9B4-45369A380DAF}"/>
                </a:ext>
              </a:extLst>
            </p:cNvPr>
            <p:cNvSpPr>
              <a:spLocks/>
            </p:cNvSpPr>
            <p:nvPr/>
          </p:nvSpPr>
          <p:spPr bwMode="auto">
            <a:xfrm>
              <a:off x="997" y="3954"/>
              <a:ext cx="12" cy="7"/>
            </a:xfrm>
            <a:custGeom>
              <a:avLst/>
              <a:gdLst>
                <a:gd name="T0" fmla="*/ 36 w 7"/>
                <a:gd name="T1" fmla="*/ 0 h 4"/>
                <a:gd name="T2" fmla="*/ 0 w 7"/>
                <a:gd name="T3" fmla="*/ 21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4">
                  <a:moveTo>
                    <a:pt x="7" y="0"/>
                  </a:moveTo>
                  <a:cubicBezTo>
                    <a:pt x="5" y="1"/>
                    <a:pt x="2" y="2"/>
                    <a:pt x="0" y="4"/>
                  </a:cubicBezTo>
                </a:path>
              </a:pathLst>
            </a:custGeom>
            <a:noFill/>
            <a:ln w="7938" cap="flat">
              <a:solidFill>
                <a:srgbClr val="A961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447" name="Freeform 265">
              <a:extLst>
                <a:ext uri="{FF2B5EF4-FFF2-40B4-BE49-F238E27FC236}">
                  <a16:creationId xmlns:a16="http://schemas.microsoft.com/office/drawing/2014/main" id="{E6A1EA66-3B62-43E5-BB45-CE58BA115AC4}"/>
                </a:ext>
              </a:extLst>
            </p:cNvPr>
            <p:cNvSpPr>
              <a:spLocks/>
            </p:cNvSpPr>
            <p:nvPr/>
          </p:nvSpPr>
          <p:spPr bwMode="auto">
            <a:xfrm>
              <a:off x="992" y="4002"/>
              <a:ext cx="17" cy="16"/>
            </a:xfrm>
            <a:custGeom>
              <a:avLst/>
              <a:gdLst>
                <a:gd name="T0" fmla="*/ 9 w 10"/>
                <a:gd name="T1" fmla="*/ 35 h 10"/>
                <a:gd name="T2" fmla="*/ 5 w 10"/>
                <a:gd name="T3" fmla="*/ 8 h 10"/>
                <a:gd name="T4" fmla="*/ 34 w 10"/>
                <a:gd name="T5" fmla="*/ 5 h 10"/>
                <a:gd name="T6" fmla="*/ 49 w 10"/>
                <a:gd name="T7" fmla="*/ 34 h 10"/>
                <a:gd name="T8" fmla="*/ 15 w 10"/>
                <a:gd name="T9" fmla="*/ 42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0">
                  <a:moveTo>
                    <a:pt x="2" y="9"/>
                  </a:moveTo>
                  <a:cubicBezTo>
                    <a:pt x="0" y="8"/>
                    <a:pt x="1" y="3"/>
                    <a:pt x="1" y="2"/>
                  </a:cubicBezTo>
                  <a:cubicBezTo>
                    <a:pt x="3" y="0"/>
                    <a:pt x="5" y="0"/>
                    <a:pt x="7" y="1"/>
                  </a:cubicBezTo>
                  <a:cubicBezTo>
                    <a:pt x="9" y="2"/>
                    <a:pt x="10" y="6"/>
                    <a:pt x="10" y="8"/>
                  </a:cubicBezTo>
                  <a:cubicBezTo>
                    <a:pt x="8" y="8"/>
                    <a:pt x="5" y="8"/>
                    <a:pt x="3" y="10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448" name="Freeform 266">
              <a:extLst>
                <a:ext uri="{FF2B5EF4-FFF2-40B4-BE49-F238E27FC236}">
                  <a16:creationId xmlns:a16="http://schemas.microsoft.com/office/drawing/2014/main" id="{2A8C76ED-37C5-4466-9B61-0F8942CC3B19}"/>
                </a:ext>
              </a:extLst>
            </p:cNvPr>
            <p:cNvSpPr>
              <a:spLocks/>
            </p:cNvSpPr>
            <p:nvPr/>
          </p:nvSpPr>
          <p:spPr bwMode="auto">
            <a:xfrm>
              <a:off x="706" y="4000"/>
              <a:ext cx="14" cy="18"/>
            </a:xfrm>
            <a:custGeom>
              <a:avLst/>
              <a:gdLst>
                <a:gd name="T0" fmla="*/ 0 w 8"/>
                <a:gd name="T1" fmla="*/ 34 h 11"/>
                <a:gd name="T2" fmla="*/ 33 w 8"/>
                <a:gd name="T3" fmla="*/ 13 h 11"/>
                <a:gd name="T4" fmla="*/ 37 w 8"/>
                <a:gd name="T5" fmla="*/ 29 h 11"/>
                <a:gd name="T6" fmla="*/ 37 w 8"/>
                <a:gd name="T7" fmla="*/ 47 h 11"/>
                <a:gd name="T8" fmla="*/ 0 w 8"/>
                <a:gd name="T9" fmla="*/ 41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11">
                  <a:moveTo>
                    <a:pt x="0" y="8"/>
                  </a:moveTo>
                  <a:cubicBezTo>
                    <a:pt x="0" y="6"/>
                    <a:pt x="3" y="0"/>
                    <a:pt x="6" y="3"/>
                  </a:cubicBezTo>
                  <a:cubicBezTo>
                    <a:pt x="7" y="3"/>
                    <a:pt x="7" y="5"/>
                    <a:pt x="7" y="7"/>
                  </a:cubicBezTo>
                  <a:cubicBezTo>
                    <a:pt x="7" y="8"/>
                    <a:pt x="8" y="10"/>
                    <a:pt x="7" y="11"/>
                  </a:cubicBezTo>
                  <a:cubicBezTo>
                    <a:pt x="5" y="10"/>
                    <a:pt x="2" y="7"/>
                    <a:pt x="0" y="9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449" name="Freeform 267">
              <a:extLst>
                <a:ext uri="{FF2B5EF4-FFF2-40B4-BE49-F238E27FC236}">
                  <a16:creationId xmlns:a16="http://schemas.microsoft.com/office/drawing/2014/main" id="{050AE5C8-CAB6-4CF1-AADC-10D8F9035D7D}"/>
                </a:ext>
              </a:extLst>
            </p:cNvPr>
            <p:cNvSpPr>
              <a:spLocks/>
            </p:cNvSpPr>
            <p:nvPr/>
          </p:nvSpPr>
          <p:spPr bwMode="auto">
            <a:xfrm>
              <a:off x="657" y="1492"/>
              <a:ext cx="49" cy="56"/>
            </a:xfrm>
            <a:custGeom>
              <a:avLst/>
              <a:gdLst>
                <a:gd name="T0" fmla="*/ 0 w 30"/>
                <a:gd name="T1" fmla="*/ 81 h 34"/>
                <a:gd name="T2" fmla="*/ 62 w 30"/>
                <a:gd name="T3" fmla="*/ 0 h 34"/>
                <a:gd name="T4" fmla="*/ 131 w 30"/>
                <a:gd name="T5" fmla="*/ 71 h 34"/>
                <a:gd name="T6" fmla="*/ 69 w 30"/>
                <a:gd name="T7" fmla="*/ 147 h 34"/>
                <a:gd name="T8" fmla="*/ 0 w 30"/>
                <a:gd name="T9" fmla="*/ 81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34">
                  <a:moveTo>
                    <a:pt x="0" y="18"/>
                  </a:moveTo>
                  <a:cubicBezTo>
                    <a:pt x="0" y="9"/>
                    <a:pt x="6" y="1"/>
                    <a:pt x="14" y="0"/>
                  </a:cubicBezTo>
                  <a:cubicBezTo>
                    <a:pt x="22" y="0"/>
                    <a:pt x="29" y="7"/>
                    <a:pt x="30" y="16"/>
                  </a:cubicBezTo>
                  <a:cubicBezTo>
                    <a:pt x="30" y="25"/>
                    <a:pt x="24" y="33"/>
                    <a:pt x="16" y="33"/>
                  </a:cubicBezTo>
                  <a:cubicBezTo>
                    <a:pt x="8" y="34"/>
                    <a:pt x="1" y="27"/>
                    <a:pt x="0" y="18"/>
                  </a:cubicBezTo>
                </a:path>
              </a:pathLst>
            </a:custGeom>
            <a:solidFill>
              <a:srgbClr val="7133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450" name="Freeform 268">
              <a:extLst>
                <a:ext uri="{FF2B5EF4-FFF2-40B4-BE49-F238E27FC236}">
                  <a16:creationId xmlns:a16="http://schemas.microsoft.com/office/drawing/2014/main" id="{7E54DA1B-76BE-4EA8-BD89-D3F7A32F3086}"/>
                </a:ext>
              </a:extLst>
            </p:cNvPr>
            <p:cNvSpPr>
              <a:spLocks/>
            </p:cNvSpPr>
            <p:nvPr/>
          </p:nvSpPr>
          <p:spPr bwMode="auto">
            <a:xfrm>
              <a:off x="583" y="1401"/>
              <a:ext cx="216" cy="211"/>
            </a:xfrm>
            <a:custGeom>
              <a:avLst/>
              <a:gdLst>
                <a:gd name="T0" fmla="*/ 0 w 130"/>
                <a:gd name="T1" fmla="*/ 0 h 128"/>
                <a:gd name="T2" fmla="*/ 28 w 130"/>
                <a:gd name="T3" fmla="*/ 117 h 128"/>
                <a:gd name="T4" fmla="*/ 47 w 130"/>
                <a:gd name="T5" fmla="*/ 158 h 128"/>
                <a:gd name="T6" fmla="*/ 47 w 130"/>
                <a:gd name="T7" fmla="*/ 251 h 128"/>
                <a:gd name="T8" fmla="*/ 50 w 130"/>
                <a:gd name="T9" fmla="*/ 364 h 128"/>
                <a:gd name="T10" fmla="*/ 284 w 130"/>
                <a:gd name="T11" fmla="*/ 574 h 128"/>
                <a:gd name="T12" fmla="*/ 577 w 130"/>
                <a:gd name="T13" fmla="*/ 407 h 128"/>
                <a:gd name="T14" fmla="*/ 596 w 130"/>
                <a:gd name="T15" fmla="*/ 359 h 128"/>
                <a:gd name="T16" fmla="*/ 577 w 130"/>
                <a:gd name="T17" fmla="*/ 402 h 128"/>
                <a:gd name="T18" fmla="*/ 284 w 130"/>
                <a:gd name="T19" fmla="*/ 569 h 128"/>
                <a:gd name="T20" fmla="*/ 55 w 130"/>
                <a:gd name="T21" fmla="*/ 359 h 128"/>
                <a:gd name="T22" fmla="*/ 50 w 130"/>
                <a:gd name="T23" fmla="*/ 251 h 128"/>
                <a:gd name="T24" fmla="*/ 55 w 130"/>
                <a:gd name="T25" fmla="*/ 158 h 128"/>
                <a:gd name="T26" fmla="*/ 37 w 130"/>
                <a:gd name="T27" fmla="*/ 112 h 128"/>
                <a:gd name="T28" fmla="*/ 0 w 130"/>
                <a:gd name="T29" fmla="*/ 0 h 12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30" h="128">
                  <a:moveTo>
                    <a:pt x="0" y="0"/>
                  </a:moveTo>
                  <a:cubicBezTo>
                    <a:pt x="0" y="11"/>
                    <a:pt x="3" y="19"/>
                    <a:pt x="6" y="26"/>
                  </a:cubicBezTo>
                  <a:cubicBezTo>
                    <a:pt x="8" y="29"/>
                    <a:pt x="10" y="32"/>
                    <a:pt x="10" y="35"/>
                  </a:cubicBezTo>
                  <a:cubicBezTo>
                    <a:pt x="12" y="40"/>
                    <a:pt x="11" y="48"/>
                    <a:pt x="10" y="56"/>
                  </a:cubicBezTo>
                  <a:cubicBezTo>
                    <a:pt x="8" y="64"/>
                    <a:pt x="9" y="73"/>
                    <a:pt x="11" y="81"/>
                  </a:cubicBezTo>
                  <a:cubicBezTo>
                    <a:pt x="14" y="109"/>
                    <a:pt x="35" y="128"/>
                    <a:pt x="62" y="128"/>
                  </a:cubicBezTo>
                  <a:cubicBezTo>
                    <a:pt x="107" y="128"/>
                    <a:pt x="118" y="109"/>
                    <a:pt x="126" y="91"/>
                  </a:cubicBezTo>
                  <a:cubicBezTo>
                    <a:pt x="130" y="80"/>
                    <a:pt x="130" y="80"/>
                    <a:pt x="130" y="80"/>
                  </a:cubicBezTo>
                  <a:cubicBezTo>
                    <a:pt x="126" y="90"/>
                    <a:pt x="126" y="90"/>
                    <a:pt x="126" y="90"/>
                  </a:cubicBezTo>
                  <a:cubicBezTo>
                    <a:pt x="118" y="107"/>
                    <a:pt x="107" y="127"/>
                    <a:pt x="62" y="127"/>
                  </a:cubicBezTo>
                  <a:cubicBezTo>
                    <a:pt x="37" y="127"/>
                    <a:pt x="15" y="107"/>
                    <a:pt x="12" y="80"/>
                  </a:cubicBezTo>
                  <a:cubicBezTo>
                    <a:pt x="11" y="73"/>
                    <a:pt x="10" y="64"/>
                    <a:pt x="11" y="56"/>
                  </a:cubicBezTo>
                  <a:cubicBezTo>
                    <a:pt x="13" y="48"/>
                    <a:pt x="14" y="40"/>
                    <a:pt x="12" y="35"/>
                  </a:cubicBezTo>
                  <a:cubicBezTo>
                    <a:pt x="11" y="32"/>
                    <a:pt x="10" y="28"/>
                    <a:pt x="8" y="25"/>
                  </a:cubicBezTo>
                  <a:cubicBezTo>
                    <a:pt x="5" y="18"/>
                    <a:pt x="0" y="10"/>
                    <a:pt x="0" y="0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451" name="Freeform 269">
              <a:extLst>
                <a:ext uri="{FF2B5EF4-FFF2-40B4-BE49-F238E27FC236}">
                  <a16:creationId xmlns:a16="http://schemas.microsoft.com/office/drawing/2014/main" id="{37ED6653-E832-4005-A840-29F548EBFD7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70" y="1508"/>
              <a:ext cx="21" cy="23"/>
            </a:xfrm>
            <a:custGeom>
              <a:avLst/>
              <a:gdLst>
                <a:gd name="T0" fmla="*/ 55 w 13"/>
                <a:gd name="T1" fmla="*/ 21 h 14"/>
                <a:gd name="T2" fmla="*/ 50 w 13"/>
                <a:gd name="T3" fmla="*/ 35 h 14"/>
                <a:gd name="T4" fmla="*/ 42 w 13"/>
                <a:gd name="T5" fmla="*/ 43 h 14"/>
                <a:gd name="T6" fmla="*/ 29 w 13"/>
                <a:gd name="T7" fmla="*/ 54 h 14"/>
                <a:gd name="T8" fmla="*/ 16 w 13"/>
                <a:gd name="T9" fmla="*/ 43 h 14"/>
                <a:gd name="T10" fmla="*/ 13 w 13"/>
                <a:gd name="T11" fmla="*/ 33 h 14"/>
                <a:gd name="T12" fmla="*/ 13 w 13"/>
                <a:gd name="T13" fmla="*/ 33 h 14"/>
                <a:gd name="T14" fmla="*/ 13 w 13"/>
                <a:gd name="T15" fmla="*/ 33 h 14"/>
                <a:gd name="T16" fmla="*/ 13 w 13"/>
                <a:gd name="T17" fmla="*/ 21 h 14"/>
                <a:gd name="T18" fmla="*/ 8 w 13"/>
                <a:gd name="T19" fmla="*/ 21 h 14"/>
                <a:gd name="T20" fmla="*/ 8 w 13"/>
                <a:gd name="T21" fmla="*/ 13 h 14"/>
                <a:gd name="T22" fmla="*/ 0 w 13"/>
                <a:gd name="T23" fmla="*/ 33 h 14"/>
                <a:gd name="T24" fmla="*/ 13 w 13"/>
                <a:gd name="T25" fmla="*/ 54 h 14"/>
                <a:gd name="T26" fmla="*/ 29 w 13"/>
                <a:gd name="T27" fmla="*/ 62 h 14"/>
                <a:gd name="T28" fmla="*/ 50 w 13"/>
                <a:gd name="T29" fmla="*/ 54 h 14"/>
                <a:gd name="T30" fmla="*/ 55 w 13"/>
                <a:gd name="T31" fmla="*/ 26 h 14"/>
                <a:gd name="T32" fmla="*/ 55 w 13"/>
                <a:gd name="T33" fmla="*/ 21 h 14"/>
                <a:gd name="T34" fmla="*/ 26 w 13"/>
                <a:gd name="T35" fmla="*/ 8 h 14"/>
                <a:gd name="T36" fmla="*/ 29 w 13"/>
                <a:gd name="T37" fmla="*/ 8 h 14"/>
                <a:gd name="T38" fmla="*/ 29 w 13"/>
                <a:gd name="T39" fmla="*/ 13 h 14"/>
                <a:gd name="T40" fmla="*/ 29 w 13"/>
                <a:gd name="T41" fmla="*/ 5 h 14"/>
                <a:gd name="T42" fmla="*/ 29 w 13"/>
                <a:gd name="T43" fmla="*/ 0 h 14"/>
                <a:gd name="T44" fmla="*/ 26 w 13"/>
                <a:gd name="T45" fmla="*/ 0 h 14"/>
                <a:gd name="T46" fmla="*/ 26 w 13"/>
                <a:gd name="T47" fmla="*/ 0 h 14"/>
                <a:gd name="T48" fmla="*/ 26 w 13"/>
                <a:gd name="T49" fmla="*/ 8 h 14"/>
                <a:gd name="T50" fmla="*/ 26 w 13"/>
                <a:gd name="T51" fmla="*/ 8 h 14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13" h="14">
                  <a:moveTo>
                    <a:pt x="13" y="5"/>
                  </a:moveTo>
                  <a:cubicBezTo>
                    <a:pt x="12" y="6"/>
                    <a:pt x="12" y="7"/>
                    <a:pt x="12" y="8"/>
                  </a:cubicBezTo>
                  <a:cubicBezTo>
                    <a:pt x="11" y="9"/>
                    <a:pt x="11" y="10"/>
                    <a:pt x="10" y="10"/>
                  </a:cubicBezTo>
                  <a:cubicBezTo>
                    <a:pt x="7" y="12"/>
                    <a:pt x="7" y="12"/>
                    <a:pt x="7" y="12"/>
                  </a:cubicBezTo>
                  <a:cubicBezTo>
                    <a:pt x="7" y="12"/>
                    <a:pt x="4" y="10"/>
                    <a:pt x="4" y="10"/>
                  </a:cubicBezTo>
                  <a:cubicBezTo>
                    <a:pt x="3" y="7"/>
                    <a:pt x="3" y="7"/>
                    <a:pt x="3" y="7"/>
                  </a:cubicBezTo>
                  <a:cubicBezTo>
                    <a:pt x="3" y="7"/>
                    <a:pt x="3" y="7"/>
                    <a:pt x="3" y="7"/>
                  </a:cubicBezTo>
                  <a:cubicBezTo>
                    <a:pt x="3" y="7"/>
                    <a:pt x="3" y="7"/>
                    <a:pt x="3" y="7"/>
                  </a:cubicBezTo>
                  <a:cubicBezTo>
                    <a:pt x="3" y="6"/>
                    <a:pt x="3" y="6"/>
                    <a:pt x="3" y="5"/>
                  </a:cubicBezTo>
                  <a:cubicBezTo>
                    <a:pt x="3" y="5"/>
                    <a:pt x="3" y="5"/>
                    <a:pt x="2" y="5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3" y="12"/>
                    <a:pt x="3" y="12"/>
                    <a:pt x="3" y="12"/>
                  </a:cubicBezTo>
                  <a:cubicBezTo>
                    <a:pt x="7" y="14"/>
                    <a:pt x="7" y="14"/>
                    <a:pt x="7" y="14"/>
                  </a:cubicBezTo>
                  <a:cubicBezTo>
                    <a:pt x="12" y="12"/>
                    <a:pt x="12" y="12"/>
                    <a:pt x="12" y="12"/>
                  </a:cubicBezTo>
                  <a:cubicBezTo>
                    <a:pt x="13" y="6"/>
                    <a:pt x="13" y="6"/>
                    <a:pt x="13" y="6"/>
                  </a:cubicBezTo>
                  <a:lnTo>
                    <a:pt x="13" y="5"/>
                  </a:lnTo>
                  <a:close/>
                  <a:moveTo>
                    <a:pt x="6" y="2"/>
                  </a:moveTo>
                  <a:cubicBezTo>
                    <a:pt x="6" y="2"/>
                    <a:pt x="6" y="2"/>
                    <a:pt x="7" y="2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7" y="2"/>
                    <a:pt x="7" y="1"/>
                    <a:pt x="7" y="1"/>
                  </a:cubicBezTo>
                  <a:cubicBezTo>
                    <a:pt x="7" y="1"/>
                    <a:pt x="7" y="0"/>
                    <a:pt x="7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6" y="1"/>
                    <a:pt x="6" y="1"/>
                    <a:pt x="6" y="2"/>
                  </a:cubicBezTo>
                  <a:cubicBezTo>
                    <a:pt x="6" y="2"/>
                    <a:pt x="6" y="2"/>
                    <a:pt x="6" y="2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452" name="Freeform 270">
              <a:extLst>
                <a:ext uri="{FF2B5EF4-FFF2-40B4-BE49-F238E27FC236}">
                  <a16:creationId xmlns:a16="http://schemas.microsoft.com/office/drawing/2014/main" id="{564BD380-5CB9-4614-BC6D-F3F103A101B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55" y="1492"/>
              <a:ext cx="53" cy="57"/>
            </a:xfrm>
            <a:custGeom>
              <a:avLst/>
              <a:gdLst>
                <a:gd name="T0" fmla="*/ 0 w 32"/>
                <a:gd name="T1" fmla="*/ 88 h 35"/>
                <a:gd name="T2" fmla="*/ 5 w 32"/>
                <a:gd name="T3" fmla="*/ 98 h 35"/>
                <a:gd name="T4" fmla="*/ 13 w 32"/>
                <a:gd name="T5" fmla="*/ 96 h 35"/>
                <a:gd name="T6" fmla="*/ 8 w 32"/>
                <a:gd name="T7" fmla="*/ 81 h 35"/>
                <a:gd name="T8" fmla="*/ 0 w 32"/>
                <a:gd name="T9" fmla="*/ 88 h 35"/>
                <a:gd name="T10" fmla="*/ 68 w 32"/>
                <a:gd name="T11" fmla="*/ 8 h 35"/>
                <a:gd name="T12" fmla="*/ 68 w 32"/>
                <a:gd name="T13" fmla="*/ 0 h 35"/>
                <a:gd name="T14" fmla="*/ 63 w 32"/>
                <a:gd name="T15" fmla="*/ 5 h 35"/>
                <a:gd name="T16" fmla="*/ 63 w 32"/>
                <a:gd name="T17" fmla="*/ 8 h 35"/>
                <a:gd name="T18" fmla="*/ 68 w 32"/>
                <a:gd name="T19" fmla="*/ 8 h 35"/>
                <a:gd name="T20" fmla="*/ 68 w 32"/>
                <a:gd name="T21" fmla="*/ 8 h 35"/>
                <a:gd name="T22" fmla="*/ 137 w 32"/>
                <a:gd name="T23" fmla="*/ 75 h 35"/>
                <a:gd name="T24" fmla="*/ 146 w 32"/>
                <a:gd name="T25" fmla="*/ 64 h 35"/>
                <a:gd name="T26" fmla="*/ 133 w 32"/>
                <a:gd name="T27" fmla="*/ 34 h 35"/>
                <a:gd name="T28" fmla="*/ 133 w 32"/>
                <a:gd name="T29" fmla="*/ 34 h 35"/>
                <a:gd name="T30" fmla="*/ 124 w 32"/>
                <a:gd name="T31" fmla="*/ 39 h 35"/>
                <a:gd name="T32" fmla="*/ 137 w 32"/>
                <a:gd name="T33" fmla="*/ 68 h 35"/>
                <a:gd name="T34" fmla="*/ 137 w 32"/>
                <a:gd name="T35" fmla="*/ 75 h 35"/>
                <a:gd name="T36" fmla="*/ 118 w 32"/>
                <a:gd name="T37" fmla="*/ 117 h 35"/>
                <a:gd name="T38" fmla="*/ 76 w 32"/>
                <a:gd name="T39" fmla="*/ 138 h 35"/>
                <a:gd name="T40" fmla="*/ 28 w 32"/>
                <a:gd name="T41" fmla="*/ 117 h 35"/>
                <a:gd name="T42" fmla="*/ 13 w 32"/>
                <a:gd name="T43" fmla="*/ 122 h 35"/>
                <a:gd name="T44" fmla="*/ 76 w 32"/>
                <a:gd name="T45" fmla="*/ 151 h 35"/>
                <a:gd name="T46" fmla="*/ 126 w 32"/>
                <a:gd name="T47" fmla="*/ 122 h 35"/>
                <a:gd name="T48" fmla="*/ 139 w 32"/>
                <a:gd name="T49" fmla="*/ 90 h 35"/>
                <a:gd name="T50" fmla="*/ 133 w 32"/>
                <a:gd name="T51" fmla="*/ 96 h 35"/>
                <a:gd name="T52" fmla="*/ 118 w 32"/>
                <a:gd name="T53" fmla="*/ 117 h 35"/>
                <a:gd name="T54" fmla="*/ 28 w 32"/>
                <a:gd name="T55" fmla="*/ 29 h 35"/>
                <a:gd name="T56" fmla="*/ 20 w 32"/>
                <a:gd name="T57" fmla="*/ 21 h 35"/>
                <a:gd name="T58" fmla="*/ 8 w 32"/>
                <a:gd name="T59" fmla="*/ 39 h 35"/>
                <a:gd name="T60" fmla="*/ 20 w 32"/>
                <a:gd name="T61" fmla="*/ 47 h 35"/>
                <a:gd name="T62" fmla="*/ 28 w 32"/>
                <a:gd name="T63" fmla="*/ 29 h 35"/>
                <a:gd name="T64" fmla="*/ 0 w 32"/>
                <a:gd name="T65" fmla="*/ 60 h 35"/>
                <a:gd name="T66" fmla="*/ 0 w 32"/>
                <a:gd name="T67" fmla="*/ 60 h 35"/>
                <a:gd name="T68" fmla="*/ 0 w 32"/>
                <a:gd name="T69" fmla="*/ 60 h 35"/>
                <a:gd name="T70" fmla="*/ 0 w 32"/>
                <a:gd name="T71" fmla="*/ 60 h 35"/>
                <a:gd name="T72" fmla="*/ 109 w 32"/>
                <a:gd name="T73" fmla="*/ 21 h 35"/>
                <a:gd name="T74" fmla="*/ 118 w 32"/>
                <a:gd name="T75" fmla="*/ 13 h 35"/>
                <a:gd name="T76" fmla="*/ 91 w 32"/>
                <a:gd name="T77" fmla="*/ 0 h 35"/>
                <a:gd name="T78" fmla="*/ 91 w 32"/>
                <a:gd name="T79" fmla="*/ 8 h 35"/>
                <a:gd name="T80" fmla="*/ 109 w 32"/>
                <a:gd name="T81" fmla="*/ 21 h 35"/>
                <a:gd name="T82" fmla="*/ 41 w 32"/>
                <a:gd name="T83" fmla="*/ 18 h 35"/>
                <a:gd name="T84" fmla="*/ 46 w 32"/>
                <a:gd name="T85" fmla="*/ 5 h 35"/>
                <a:gd name="T86" fmla="*/ 36 w 32"/>
                <a:gd name="T87" fmla="*/ 8 h 35"/>
                <a:gd name="T88" fmla="*/ 41 w 32"/>
                <a:gd name="T89" fmla="*/ 18 h 35"/>
                <a:gd name="T90" fmla="*/ 41 w 32"/>
                <a:gd name="T91" fmla="*/ 18 h 35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32" h="35">
                  <a:moveTo>
                    <a:pt x="0" y="20"/>
                  </a:moveTo>
                  <a:cubicBezTo>
                    <a:pt x="0" y="21"/>
                    <a:pt x="1" y="22"/>
                    <a:pt x="1" y="23"/>
                  </a:cubicBezTo>
                  <a:cubicBezTo>
                    <a:pt x="2" y="23"/>
                    <a:pt x="2" y="23"/>
                    <a:pt x="3" y="22"/>
                  </a:cubicBezTo>
                  <a:cubicBezTo>
                    <a:pt x="3" y="21"/>
                    <a:pt x="2" y="20"/>
                    <a:pt x="2" y="19"/>
                  </a:cubicBezTo>
                  <a:cubicBezTo>
                    <a:pt x="2" y="19"/>
                    <a:pt x="1" y="19"/>
                    <a:pt x="0" y="20"/>
                  </a:cubicBezTo>
                  <a:moveTo>
                    <a:pt x="15" y="2"/>
                  </a:moveTo>
                  <a:cubicBezTo>
                    <a:pt x="15" y="1"/>
                    <a:pt x="15" y="1"/>
                    <a:pt x="15" y="0"/>
                  </a:cubicBezTo>
                  <a:cubicBezTo>
                    <a:pt x="15" y="0"/>
                    <a:pt x="14" y="1"/>
                    <a:pt x="14" y="1"/>
                  </a:cubicBezTo>
                  <a:cubicBezTo>
                    <a:pt x="14" y="1"/>
                    <a:pt x="14" y="1"/>
                    <a:pt x="14" y="2"/>
                  </a:cubicBezTo>
                  <a:cubicBezTo>
                    <a:pt x="14" y="2"/>
                    <a:pt x="15" y="2"/>
                    <a:pt x="15" y="2"/>
                  </a:cubicBezTo>
                  <a:cubicBezTo>
                    <a:pt x="15" y="2"/>
                    <a:pt x="15" y="2"/>
                    <a:pt x="15" y="2"/>
                  </a:cubicBezTo>
                  <a:moveTo>
                    <a:pt x="30" y="17"/>
                  </a:moveTo>
                  <a:cubicBezTo>
                    <a:pt x="30" y="16"/>
                    <a:pt x="31" y="16"/>
                    <a:pt x="32" y="15"/>
                  </a:cubicBezTo>
                  <a:cubicBezTo>
                    <a:pt x="31" y="12"/>
                    <a:pt x="31" y="10"/>
                    <a:pt x="29" y="8"/>
                  </a:cubicBezTo>
                  <a:cubicBezTo>
                    <a:pt x="29" y="8"/>
                    <a:pt x="29" y="8"/>
                    <a:pt x="29" y="8"/>
                  </a:cubicBezTo>
                  <a:cubicBezTo>
                    <a:pt x="28" y="8"/>
                    <a:pt x="28" y="8"/>
                    <a:pt x="27" y="9"/>
                  </a:cubicBezTo>
                  <a:cubicBezTo>
                    <a:pt x="29" y="11"/>
                    <a:pt x="29" y="13"/>
                    <a:pt x="30" y="16"/>
                  </a:cubicBezTo>
                  <a:cubicBezTo>
                    <a:pt x="30" y="16"/>
                    <a:pt x="29" y="16"/>
                    <a:pt x="30" y="17"/>
                  </a:cubicBezTo>
                  <a:moveTo>
                    <a:pt x="26" y="27"/>
                  </a:moveTo>
                  <a:cubicBezTo>
                    <a:pt x="24" y="30"/>
                    <a:pt x="21" y="32"/>
                    <a:pt x="17" y="32"/>
                  </a:cubicBezTo>
                  <a:cubicBezTo>
                    <a:pt x="12" y="32"/>
                    <a:pt x="8" y="30"/>
                    <a:pt x="6" y="27"/>
                  </a:cubicBezTo>
                  <a:cubicBezTo>
                    <a:pt x="5" y="27"/>
                    <a:pt x="4" y="27"/>
                    <a:pt x="3" y="28"/>
                  </a:cubicBezTo>
                  <a:cubicBezTo>
                    <a:pt x="7" y="32"/>
                    <a:pt x="12" y="35"/>
                    <a:pt x="17" y="35"/>
                  </a:cubicBezTo>
                  <a:cubicBezTo>
                    <a:pt x="21" y="34"/>
                    <a:pt x="25" y="32"/>
                    <a:pt x="28" y="28"/>
                  </a:cubicBezTo>
                  <a:cubicBezTo>
                    <a:pt x="30" y="26"/>
                    <a:pt x="31" y="24"/>
                    <a:pt x="31" y="21"/>
                  </a:cubicBezTo>
                  <a:cubicBezTo>
                    <a:pt x="30" y="22"/>
                    <a:pt x="29" y="22"/>
                    <a:pt x="29" y="22"/>
                  </a:cubicBezTo>
                  <a:cubicBezTo>
                    <a:pt x="28" y="24"/>
                    <a:pt x="27" y="25"/>
                    <a:pt x="26" y="27"/>
                  </a:cubicBezTo>
                  <a:moveTo>
                    <a:pt x="6" y="7"/>
                  </a:moveTo>
                  <a:cubicBezTo>
                    <a:pt x="5" y="6"/>
                    <a:pt x="5" y="6"/>
                    <a:pt x="4" y="5"/>
                  </a:cubicBezTo>
                  <a:cubicBezTo>
                    <a:pt x="3" y="6"/>
                    <a:pt x="2" y="7"/>
                    <a:pt x="2" y="9"/>
                  </a:cubicBezTo>
                  <a:cubicBezTo>
                    <a:pt x="2" y="9"/>
                    <a:pt x="3" y="10"/>
                    <a:pt x="4" y="11"/>
                  </a:cubicBezTo>
                  <a:cubicBezTo>
                    <a:pt x="4" y="9"/>
                    <a:pt x="5" y="8"/>
                    <a:pt x="6" y="7"/>
                  </a:cubicBezTo>
                  <a:moveTo>
                    <a:pt x="0" y="14"/>
                  </a:moveTo>
                  <a:cubicBezTo>
                    <a:pt x="0" y="14"/>
                    <a:pt x="0" y="14"/>
                    <a:pt x="0" y="14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0" y="14"/>
                    <a:pt x="0" y="14"/>
                    <a:pt x="0" y="14"/>
                  </a:cubicBezTo>
                  <a:moveTo>
                    <a:pt x="24" y="5"/>
                  </a:moveTo>
                  <a:cubicBezTo>
                    <a:pt x="25" y="4"/>
                    <a:pt x="26" y="4"/>
                    <a:pt x="26" y="3"/>
                  </a:cubicBezTo>
                  <a:cubicBezTo>
                    <a:pt x="24" y="2"/>
                    <a:pt x="22" y="0"/>
                    <a:pt x="20" y="0"/>
                  </a:cubicBezTo>
                  <a:cubicBezTo>
                    <a:pt x="20" y="1"/>
                    <a:pt x="20" y="1"/>
                    <a:pt x="20" y="2"/>
                  </a:cubicBezTo>
                  <a:cubicBezTo>
                    <a:pt x="22" y="3"/>
                    <a:pt x="23" y="4"/>
                    <a:pt x="24" y="5"/>
                  </a:cubicBezTo>
                  <a:moveTo>
                    <a:pt x="9" y="4"/>
                  </a:moveTo>
                  <a:cubicBezTo>
                    <a:pt x="10" y="3"/>
                    <a:pt x="10" y="2"/>
                    <a:pt x="10" y="1"/>
                  </a:cubicBezTo>
                  <a:cubicBezTo>
                    <a:pt x="9" y="1"/>
                    <a:pt x="8" y="1"/>
                    <a:pt x="8" y="2"/>
                  </a:cubicBezTo>
                  <a:cubicBezTo>
                    <a:pt x="8" y="3"/>
                    <a:pt x="9" y="3"/>
                    <a:pt x="9" y="4"/>
                  </a:cubicBezTo>
                  <a:cubicBezTo>
                    <a:pt x="9" y="4"/>
                    <a:pt x="9" y="4"/>
                    <a:pt x="9" y="4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453" name="Freeform 271">
              <a:extLst>
                <a:ext uri="{FF2B5EF4-FFF2-40B4-BE49-F238E27FC236}">
                  <a16:creationId xmlns:a16="http://schemas.microsoft.com/office/drawing/2014/main" id="{66FA63C1-BA0C-40FF-99DE-5357AB430AF0}"/>
                </a:ext>
              </a:extLst>
            </p:cNvPr>
            <p:cNvSpPr>
              <a:spLocks/>
            </p:cNvSpPr>
            <p:nvPr/>
          </p:nvSpPr>
          <p:spPr bwMode="auto">
            <a:xfrm>
              <a:off x="603" y="1445"/>
              <a:ext cx="20" cy="134"/>
            </a:xfrm>
            <a:custGeom>
              <a:avLst/>
              <a:gdLst>
                <a:gd name="T0" fmla="*/ 5 w 12"/>
                <a:gd name="T1" fmla="*/ 8 h 81"/>
                <a:gd name="T2" fmla="*/ 22 w 12"/>
                <a:gd name="T3" fmla="*/ 99 h 81"/>
                <a:gd name="T4" fmla="*/ 8 w 12"/>
                <a:gd name="T5" fmla="*/ 189 h 81"/>
                <a:gd name="T6" fmla="*/ 20 w 12"/>
                <a:gd name="T7" fmla="*/ 271 h 81"/>
                <a:gd name="T8" fmla="*/ 42 w 12"/>
                <a:gd name="T9" fmla="*/ 318 h 81"/>
                <a:gd name="T10" fmla="*/ 55 w 12"/>
                <a:gd name="T11" fmla="*/ 367 h 81"/>
                <a:gd name="T12" fmla="*/ 47 w 12"/>
                <a:gd name="T13" fmla="*/ 306 h 81"/>
                <a:gd name="T14" fmla="*/ 33 w 12"/>
                <a:gd name="T15" fmla="*/ 242 h 81"/>
                <a:gd name="T16" fmla="*/ 42 w 12"/>
                <a:gd name="T17" fmla="*/ 122 h 81"/>
                <a:gd name="T18" fmla="*/ 0 w 12"/>
                <a:gd name="T19" fmla="*/ 0 h 8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" h="81">
                  <a:moveTo>
                    <a:pt x="1" y="2"/>
                  </a:moveTo>
                  <a:cubicBezTo>
                    <a:pt x="3" y="9"/>
                    <a:pt x="5" y="15"/>
                    <a:pt x="5" y="22"/>
                  </a:cubicBezTo>
                  <a:cubicBezTo>
                    <a:pt x="4" y="29"/>
                    <a:pt x="2" y="35"/>
                    <a:pt x="2" y="42"/>
                  </a:cubicBezTo>
                  <a:cubicBezTo>
                    <a:pt x="2" y="48"/>
                    <a:pt x="2" y="54"/>
                    <a:pt x="4" y="60"/>
                  </a:cubicBezTo>
                  <a:cubicBezTo>
                    <a:pt x="5" y="63"/>
                    <a:pt x="8" y="67"/>
                    <a:pt x="9" y="70"/>
                  </a:cubicBezTo>
                  <a:cubicBezTo>
                    <a:pt x="10" y="74"/>
                    <a:pt x="11" y="78"/>
                    <a:pt x="12" y="81"/>
                  </a:cubicBezTo>
                  <a:cubicBezTo>
                    <a:pt x="10" y="77"/>
                    <a:pt x="10" y="73"/>
                    <a:pt x="10" y="68"/>
                  </a:cubicBezTo>
                  <a:cubicBezTo>
                    <a:pt x="9" y="63"/>
                    <a:pt x="7" y="58"/>
                    <a:pt x="7" y="53"/>
                  </a:cubicBezTo>
                  <a:cubicBezTo>
                    <a:pt x="7" y="43"/>
                    <a:pt x="8" y="35"/>
                    <a:pt x="9" y="27"/>
                  </a:cubicBezTo>
                  <a:cubicBezTo>
                    <a:pt x="11" y="14"/>
                    <a:pt x="8" y="7"/>
                    <a:pt x="0" y="0"/>
                  </a:cubicBezTo>
                </a:path>
              </a:pathLst>
            </a:custGeom>
            <a:solidFill>
              <a:srgbClr val="C17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454" name="Freeform 272">
              <a:extLst>
                <a:ext uri="{FF2B5EF4-FFF2-40B4-BE49-F238E27FC236}">
                  <a16:creationId xmlns:a16="http://schemas.microsoft.com/office/drawing/2014/main" id="{8E09A18F-5DC0-4D6E-909A-C2E34B2A7AF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2" y="1492"/>
              <a:ext cx="50" cy="56"/>
            </a:xfrm>
            <a:custGeom>
              <a:avLst/>
              <a:gdLst>
                <a:gd name="T0" fmla="*/ 138 w 30"/>
                <a:gd name="T1" fmla="*/ 81 h 34"/>
                <a:gd name="T2" fmla="*/ 75 w 30"/>
                <a:gd name="T3" fmla="*/ 0 h 34"/>
                <a:gd name="T4" fmla="*/ 0 w 30"/>
                <a:gd name="T5" fmla="*/ 71 h 34"/>
                <a:gd name="T6" fmla="*/ 63 w 30"/>
                <a:gd name="T7" fmla="*/ 147 h 34"/>
                <a:gd name="T8" fmla="*/ 138 w 30"/>
                <a:gd name="T9" fmla="*/ 81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34">
                  <a:moveTo>
                    <a:pt x="30" y="18"/>
                  </a:moveTo>
                  <a:cubicBezTo>
                    <a:pt x="30" y="9"/>
                    <a:pt x="24" y="1"/>
                    <a:pt x="16" y="0"/>
                  </a:cubicBezTo>
                  <a:cubicBezTo>
                    <a:pt x="8" y="0"/>
                    <a:pt x="1" y="7"/>
                    <a:pt x="0" y="16"/>
                  </a:cubicBezTo>
                  <a:cubicBezTo>
                    <a:pt x="0" y="25"/>
                    <a:pt x="6" y="33"/>
                    <a:pt x="14" y="33"/>
                  </a:cubicBezTo>
                  <a:cubicBezTo>
                    <a:pt x="22" y="34"/>
                    <a:pt x="29" y="27"/>
                    <a:pt x="30" y="18"/>
                  </a:cubicBezTo>
                </a:path>
              </a:pathLst>
            </a:custGeom>
            <a:solidFill>
              <a:srgbClr val="7133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455" name="Freeform 273">
              <a:extLst>
                <a:ext uri="{FF2B5EF4-FFF2-40B4-BE49-F238E27FC236}">
                  <a16:creationId xmlns:a16="http://schemas.microsoft.com/office/drawing/2014/main" id="{CCB54AD0-9AA1-4E7C-A5BD-82EAA4C432E9}"/>
                </a:ext>
              </a:extLst>
            </p:cNvPr>
            <p:cNvSpPr>
              <a:spLocks/>
            </p:cNvSpPr>
            <p:nvPr/>
          </p:nvSpPr>
          <p:spPr bwMode="auto">
            <a:xfrm>
              <a:off x="909" y="1401"/>
              <a:ext cx="216" cy="211"/>
            </a:xfrm>
            <a:custGeom>
              <a:avLst/>
              <a:gdLst>
                <a:gd name="T0" fmla="*/ 596 w 130"/>
                <a:gd name="T1" fmla="*/ 0 h 128"/>
                <a:gd name="T2" fmla="*/ 563 w 130"/>
                <a:gd name="T3" fmla="*/ 117 h 128"/>
                <a:gd name="T4" fmla="*/ 547 w 130"/>
                <a:gd name="T5" fmla="*/ 158 h 128"/>
                <a:gd name="T6" fmla="*/ 550 w 130"/>
                <a:gd name="T7" fmla="*/ 251 h 128"/>
                <a:gd name="T8" fmla="*/ 547 w 130"/>
                <a:gd name="T9" fmla="*/ 364 h 128"/>
                <a:gd name="T10" fmla="*/ 312 w 130"/>
                <a:gd name="T11" fmla="*/ 574 h 128"/>
                <a:gd name="T12" fmla="*/ 13 w 130"/>
                <a:gd name="T13" fmla="*/ 407 h 128"/>
                <a:gd name="T14" fmla="*/ 0 w 130"/>
                <a:gd name="T15" fmla="*/ 359 h 128"/>
                <a:gd name="T16" fmla="*/ 20 w 130"/>
                <a:gd name="T17" fmla="*/ 402 h 128"/>
                <a:gd name="T18" fmla="*/ 306 w 130"/>
                <a:gd name="T19" fmla="*/ 569 h 128"/>
                <a:gd name="T20" fmla="*/ 542 w 130"/>
                <a:gd name="T21" fmla="*/ 359 h 128"/>
                <a:gd name="T22" fmla="*/ 547 w 130"/>
                <a:gd name="T23" fmla="*/ 251 h 128"/>
                <a:gd name="T24" fmla="*/ 542 w 130"/>
                <a:gd name="T25" fmla="*/ 158 h 128"/>
                <a:gd name="T26" fmla="*/ 560 w 130"/>
                <a:gd name="T27" fmla="*/ 112 h 128"/>
                <a:gd name="T28" fmla="*/ 596 w 130"/>
                <a:gd name="T29" fmla="*/ 0 h 12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30" h="128">
                  <a:moveTo>
                    <a:pt x="130" y="0"/>
                  </a:moveTo>
                  <a:cubicBezTo>
                    <a:pt x="130" y="11"/>
                    <a:pt x="127" y="19"/>
                    <a:pt x="123" y="26"/>
                  </a:cubicBezTo>
                  <a:cubicBezTo>
                    <a:pt x="122" y="29"/>
                    <a:pt x="120" y="32"/>
                    <a:pt x="119" y="35"/>
                  </a:cubicBezTo>
                  <a:cubicBezTo>
                    <a:pt x="118" y="40"/>
                    <a:pt x="119" y="48"/>
                    <a:pt x="120" y="56"/>
                  </a:cubicBezTo>
                  <a:cubicBezTo>
                    <a:pt x="122" y="64"/>
                    <a:pt x="120" y="73"/>
                    <a:pt x="119" y="81"/>
                  </a:cubicBezTo>
                  <a:cubicBezTo>
                    <a:pt x="116" y="109"/>
                    <a:pt x="94" y="128"/>
                    <a:pt x="68" y="128"/>
                  </a:cubicBezTo>
                  <a:cubicBezTo>
                    <a:pt x="23" y="128"/>
                    <a:pt x="12" y="109"/>
                    <a:pt x="3" y="91"/>
                  </a:cubicBezTo>
                  <a:cubicBezTo>
                    <a:pt x="0" y="80"/>
                    <a:pt x="0" y="80"/>
                    <a:pt x="0" y="80"/>
                  </a:cubicBezTo>
                  <a:cubicBezTo>
                    <a:pt x="4" y="90"/>
                    <a:pt x="4" y="90"/>
                    <a:pt x="4" y="90"/>
                  </a:cubicBezTo>
                  <a:cubicBezTo>
                    <a:pt x="12" y="107"/>
                    <a:pt x="23" y="127"/>
                    <a:pt x="67" y="127"/>
                  </a:cubicBezTo>
                  <a:cubicBezTo>
                    <a:pt x="93" y="127"/>
                    <a:pt x="115" y="107"/>
                    <a:pt x="118" y="80"/>
                  </a:cubicBezTo>
                  <a:cubicBezTo>
                    <a:pt x="119" y="73"/>
                    <a:pt x="120" y="64"/>
                    <a:pt x="119" y="56"/>
                  </a:cubicBezTo>
                  <a:cubicBezTo>
                    <a:pt x="117" y="48"/>
                    <a:pt x="116" y="40"/>
                    <a:pt x="118" y="35"/>
                  </a:cubicBezTo>
                  <a:cubicBezTo>
                    <a:pt x="119" y="32"/>
                    <a:pt x="120" y="28"/>
                    <a:pt x="122" y="25"/>
                  </a:cubicBezTo>
                  <a:cubicBezTo>
                    <a:pt x="125" y="18"/>
                    <a:pt x="130" y="10"/>
                    <a:pt x="130" y="0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456" name="Freeform 274">
              <a:extLst>
                <a:ext uri="{FF2B5EF4-FFF2-40B4-BE49-F238E27FC236}">
                  <a16:creationId xmlns:a16="http://schemas.microsoft.com/office/drawing/2014/main" id="{6EB9776E-3289-4A5A-A6EC-65BDD0325AA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016" y="1508"/>
              <a:ext cx="21" cy="23"/>
            </a:xfrm>
            <a:custGeom>
              <a:avLst/>
              <a:gdLst>
                <a:gd name="T0" fmla="*/ 0 w 13"/>
                <a:gd name="T1" fmla="*/ 26 h 14"/>
                <a:gd name="T2" fmla="*/ 8 w 13"/>
                <a:gd name="T3" fmla="*/ 54 h 14"/>
                <a:gd name="T4" fmla="*/ 26 w 13"/>
                <a:gd name="T5" fmla="*/ 62 h 14"/>
                <a:gd name="T6" fmla="*/ 47 w 13"/>
                <a:gd name="T7" fmla="*/ 54 h 14"/>
                <a:gd name="T8" fmla="*/ 55 w 13"/>
                <a:gd name="T9" fmla="*/ 33 h 14"/>
                <a:gd name="T10" fmla="*/ 50 w 13"/>
                <a:gd name="T11" fmla="*/ 13 h 14"/>
                <a:gd name="T12" fmla="*/ 47 w 13"/>
                <a:gd name="T13" fmla="*/ 21 h 14"/>
                <a:gd name="T14" fmla="*/ 47 w 13"/>
                <a:gd name="T15" fmla="*/ 21 h 14"/>
                <a:gd name="T16" fmla="*/ 47 w 13"/>
                <a:gd name="T17" fmla="*/ 33 h 14"/>
                <a:gd name="T18" fmla="*/ 47 w 13"/>
                <a:gd name="T19" fmla="*/ 33 h 14"/>
                <a:gd name="T20" fmla="*/ 47 w 13"/>
                <a:gd name="T21" fmla="*/ 33 h 14"/>
                <a:gd name="T22" fmla="*/ 42 w 13"/>
                <a:gd name="T23" fmla="*/ 43 h 14"/>
                <a:gd name="T24" fmla="*/ 29 w 13"/>
                <a:gd name="T25" fmla="*/ 54 h 14"/>
                <a:gd name="T26" fmla="*/ 16 w 13"/>
                <a:gd name="T27" fmla="*/ 43 h 14"/>
                <a:gd name="T28" fmla="*/ 8 w 13"/>
                <a:gd name="T29" fmla="*/ 35 h 14"/>
                <a:gd name="T30" fmla="*/ 5 w 13"/>
                <a:gd name="T31" fmla="*/ 21 h 14"/>
                <a:gd name="T32" fmla="*/ 0 w 13"/>
                <a:gd name="T33" fmla="*/ 26 h 14"/>
                <a:gd name="T34" fmla="*/ 34 w 13"/>
                <a:gd name="T35" fmla="*/ 8 h 14"/>
                <a:gd name="T36" fmla="*/ 34 w 13"/>
                <a:gd name="T37" fmla="*/ 8 h 14"/>
                <a:gd name="T38" fmla="*/ 34 w 13"/>
                <a:gd name="T39" fmla="*/ 0 h 14"/>
                <a:gd name="T40" fmla="*/ 29 w 13"/>
                <a:gd name="T41" fmla="*/ 0 h 14"/>
                <a:gd name="T42" fmla="*/ 26 w 13"/>
                <a:gd name="T43" fmla="*/ 0 h 14"/>
                <a:gd name="T44" fmla="*/ 26 w 13"/>
                <a:gd name="T45" fmla="*/ 5 h 14"/>
                <a:gd name="T46" fmla="*/ 26 w 13"/>
                <a:gd name="T47" fmla="*/ 13 h 14"/>
                <a:gd name="T48" fmla="*/ 29 w 13"/>
                <a:gd name="T49" fmla="*/ 8 h 14"/>
                <a:gd name="T50" fmla="*/ 34 w 13"/>
                <a:gd name="T51" fmla="*/ 8 h 14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13" h="14">
                  <a:moveTo>
                    <a:pt x="0" y="6"/>
                  </a:moveTo>
                  <a:cubicBezTo>
                    <a:pt x="2" y="12"/>
                    <a:pt x="2" y="12"/>
                    <a:pt x="2" y="12"/>
                  </a:cubicBezTo>
                  <a:cubicBezTo>
                    <a:pt x="6" y="14"/>
                    <a:pt x="6" y="14"/>
                    <a:pt x="6" y="14"/>
                  </a:cubicBezTo>
                  <a:cubicBezTo>
                    <a:pt x="11" y="12"/>
                    <a:pt x="11" y="12"/>
                    <a:pt x="11" y="12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2" y="3"/>
                    <a:pt x="12" y="3"/>
                    <a:pt x="12" y="3"/>
                  </a:cubicBezTo>
                  <a:cubicBezTo>
                    <a:pt x="11" y="5"/>
                    <a:pt x="11" y="5"/>
                    <a:pt x="11" y="5"/>
                  </a:cubicBezTo>
                  <a:cubicBezTo>
                    <a:pt x="11" y="5"/>
                    <a:pt x="11" y="5"/>
                    <a:pt x="11" y="5"/>
                  </a:cubicBezTo>
                  <a:cubicBezTo>
                    <a:pt x="11" y="6"/>
                    <a:pt x="11" y="6"/>
                    <a:pt x="11" y="7"/>
                  </a:cubicBezTo>
                  <a:cubicBezTo>
                    <a:pt x="11" y="7"/>
                    <a:pt x="11" y="7"/>
                    <a:pt x="11" y="7"/>
                  </a:cubicBezTo>
                  <a:cubicBezTo>
                    <a:pt x="11" y="7"/>
                    <a:pt x="11" y="7"/>
                    <a:pt x="11" y="7"/>
                  </a:cubicBezTo>
                  <a:cubicBezTo>
                    <a:pt x="10" y="10"/>
                    <a:pt x="10" y="10"/>
                    <a:pt x="10" y="10"/>
                  </a:cubicBezTo>
                  <a:cubicBezTo>
                    <a:pt x="10" y="10"/>
                    <a:pt x="7" y="12"/>
                    <a:pt x="7" y="12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3" y="10"/>
                    <a:pt x="2" y="9"/>
                    <a:pt x="2" y="8"/>
                  </a:cubicBezTo>
                  <a:cubicBezTo>
                    <a:pt x="2" y="7"/>
                    <a:pt x="2" y="6"/>
                    <a:pt x="1" y="5"/>
                  </a:cubicBezTo>
                  <a:lnTo>
                    <a:pt x="0" y="6"/>
                  </a:lnTo>
                  <a:close/>
                  <a:moveTo>
                    <a:pt x="8" y="2"/>
                  </a:moveTo>
                  <a:cubicBezTo>
                    <a:pt x="8" y="2"/>
                    <a:pt x="8" y="2"/>
                    <a:pt x="8" y="2"/>
                  </a:cubicBezTo>
                  <a:cubicBezTo>
                    <a:pt x="8" y="1"/>
                    <a:pt x="8" y="1"/>
                    <a:pt x="8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6" y="0"/>
                    <a:pt x="6" y="1"/>
                    <a:pt x="6" y="1"/>
                  </a:cubicBezTo>
                  <a:cubicBezTo>
                    <a:pt x="6" y="1"/>
                    <a:pt x="6" y="2"/>
                    <a:pt x="6" y="3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7" y="2"/>
                    <a:pt x="8" y="2"/>
                    <a:pt x="8" y="2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457" name="Freeform 275">
              <a:extLst>
                <a:ext uri="{FF2B5EF4-FFF2-40B4-BE49-F238E27FC236}">
                  <a16:creationId xmlns:a16="http://schemas.microsoft.com/office/drawing/2014/main" id="{178DB625-996E-4130-9425-FEE4507E3A1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001" y="1492"/>
              <a:ext cx="53" cy="57"/>
            </a:xfrm>
            <a:custGeom>
              <a:avLst/>
              <a:gdLst>
                <a:gd name="T0" fmla="*/ 146 w 32"/>
                <a:gd name="T1" fmla="*/ 88 h 35"/>
                <a:gd name="T2" fmla="*/ 133 w 32"/>
                <a:gd name="T3" fmla="*/ 81 h 35"/>
                <a:gd name="T4" fmla="*/ 133 w 32"/>
                <a:gd name="T5" fmla="*/ 96 h 35"/>
                <a:gd name="T6" fmla="*/ 139 w 32"/>
                <a:gd name="T7" fmla="*/ 98 h 35"/>
                <a:gd name="T8" fmla="*/ 146 w 32"/>
                <a:gd name="T9" fmla="*/ 88 h 35"/>
                <a:gd name="T10" fmla="*/ 76 w 32"/>
                <a:gd name="T11" fmla="*/ 8 h 35"/>
                <a:gd name="T12" fmla="*/ 76 w 32"/>
                <a:gd name="T13" fmla="*/ 8 h 35"/>
                <a:gd name="T14" fmla="*/ 83 w 32"/>
                <a:gd name="T15" fmla="*/ 8 h 35"/>
                <a:gd name="T16" fmla="*/ 76 w 32"/>
                <a:gd name="T17" fmla="*/ 5 h 35"/>
                <a:gd name="T18" fmla="*/ 76 w 32"/>
                <a:gd name="T19" fmla="*/ 0 h 35"/>
                <a:gd name="T20" fmla="*/ 76 w 32"/>
                <a:gd name="T21" fmla="*/ 8 h 35"/>
                <a:gd name="T22" fmla="*/ 8 w 32"/>
                <a:gd name="T23" fmla="*/ 75 h 35"/>
                <a:gd name="T24" fmla="*/ 8 w 32"/>
                <a:gd name="T25" fmla="*/ 68 h 35"/>
                <a:gd name="T26" fmla="*/ 22 w 32"/>
                <a:gd name="T27" fmla="*/ 39 h 35"/>
                <a:gd name="T28" fmla="*/ 13 w 32"/>
                <a:gd name="T29" fmla="*/ 34 h 35"/>
                <a:gd name="T30" fmla="*/ 8 w 32"/>
                <a:gd name="T31" fmla="*/ 34 h 35"/>
                <a:gd name="T32" fmla="*/ 0 w 32"/>
                <a:gd name="T33" fmla="*/ 64 h 35"/>
                <a:gd name="T34" fmla="*/ 8 w 32"/>
                <a:gd name="T35" fmla="*/ 75 h 35"/>
                <a:gd name="T36" fmla="*/ 28 w 32"/>
                <a:gd name="T37" fmla="*/ 117 h 35"/>
                <a:gd name="T38" fmla="*/ 13 w 32"/>
                <a:gd name="T39" fmla="*/ 96 h 35"/>
                <a:gd name="T40" fmla="*/ 5 w 32"/>
                <a:gd name="T41" fmla="*/ 90 h 35"/>
                <a:gd name="T42" fmla="*/ 20 w 32"/>
                <a:gd name="T43" fmla="*/ 122 h 35"/>
                <a:gd name="T44" fmla="*/ 68 w 32"/>
                <a:gd name="T45" fmla="*/ 151 h 35"/>
                <a:gd name="T46" fmla="*/ 126 w 32"/>
                <a:gd name="T47" fmla="*/ 122 h 35"/>
                <a:gd name="T48" fmla="*/ 118 w 32"/>
                <a:gd name="T49" fmla="*/ 117 h 35"/>
                <a:gd name="T50" fmla="*/ 68 w 32"/>
                <a:gd name="T51" fmla="*/ 138 h 35"/>
                <a:gd name="T52" fmla="*/ 28 w 32"/>
                <a:gd name="T53" fmla="*/ 117 h 35"/>
                <a:gd name="T54" fmla="*/ 118 w 32"/>
                <a:gd name="T55" fmla="*/ 29 h 35"/>
                <a:gd name="T56" fmla="*/ 126 w 32"/>
                <a:gd name="T57" fmla="*/ 47 h 35"/>
                <a:gd name="T58" fmla="*/ 137 w 32"/>
                <a:gd name="T59" fmla="*/ 39 h 35"/>
                <a:gd name="T60" fmla="*/ 126 w 32"/>
                <a:gd name="T61" fmla="*/ 21 h 35"/>
                <a:gd name="T62" fmla="*/ 118 w 32"/>
                <a:gd name="T63" fmla="*/ 29 h 35"/>
                <a:gd name="T64" fmla="*/ 146 w 32"/>
                <a:gd name="T65" fmla="*/ 60 h 35"/>
                <a:gd name="T66" fmla="*/ 139 w 32"/>
                <a:gd name="T67" fmla="*/ 60 h 35"/>
                <a:gd name="T68" fmla="*/ 146 w 32"/>
                <a:gd name="T69" fmla="*/ 60 h 35"/>
                <a:gd name="T70" fmla="*/ 146 w 32"/>
                <a:gd name="T71" fmla="*/ 60 h 35"/>
                <a:gd name="T72" fmla="*/ 36 w 32"/>
                <a:gd name="T73" fmla="*/ 21 h 35"/>
                <a:gd name="T74" fmla="*/ 55 w 32"/>
                <a:gd name="T75" fmla="*/ 8 h 35"/>
                <a:gd name="T76" fmla="*/ 55 w 32"/>
                <a:gd name="T77" fmla="*/ 0 h 35"/>
                <a:gd name="T78" fmla="*/ 28 w 32"/>
                <a:gd name="T79" fmla="*/ 13 h 35"/>
                <a:gd name="T80" fmla="*/ 36 w 32"/>
                <a:gd name="T81" fmla="*/ 21 h 35"/>
                <a:gd name="T82" fmla="*/ 99 w 32"/>
                <a:gd name="T83" fmla="*/ 18 h 35"/>
                <a:gd name="T84" fmla="*/ 104 w 32"/>
                <a:gd name="T85" fmla="*/ 18 h 35"/>
                <a:gd name="T86" fmla="*/ 109 w 32"/>
                <a:gd name="T87" fmla="*/ 8 h 35"/>
                <a:gd name="T88" fmla="*/ 99 w 32"/>
                <a:gd name="T89" fmla="*/ 5 h 35"/>
                <a:gd name="T90" fmla="*/ 99 w 32"/>
                <a:gd name="T91" fmla="*/ 18 h 35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32" h="35">
                  <a:moveTo>
                    <a:pt x="32" y="20"/>
                  </a:moveTo>
                  <a:cubicBezTo>
                    <a:pt x="31" y="19"/>
                    <a:pt x="30" y="19"/>
                    <a:pt x="29" y="19"/>
                  </a:cubicBezTo>
                  <a:cubicBezTo>
                    <a:pt x="29" y="20"/>
                    <a:pt x="29" y="21"/>
                    <a:pt x="29" y="22"/>
                  </a:cubicBezTo>
                  <a:cubicBezTo>
                    <a:pt x="29" y="23"/>
                    <a:pt x="30" y="23"/>
                    <a:pt x="31" y="23"/>
                  </a:cubicBezTo>
                  <a:cubicBezTo>
                    <a:pt x="31" y="22"/>
                    <a:pt x="31" y="21"/>
                    <a:pt x="32" y="20"/>
                  </a:cubicBezTo>
                  <a:moveTo>
                    <a:pt x="17" y="2"/>
                  </a:move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7" y="2"/>
                    <a:pt x="18" y="2"/>
                  </a:cubicBezTo>
                  <a:cubicBezTo>
                    <a:pt x="17" y="1"/>
                    <a:pt x="18" y="1"/>
                    <a:pt x="17" y="1"/>
                  </a:cubicBezTo>
                  <a:cubicBezTo>
                    <a:pt x="17" y="1"/>
                    <a:pt x="17" y="0"/>
                    <a:pt x="17" y="0"/>
                  </a:cubicBezTo>
                  <a:cubicBezTo>
                    <a:pt x="17" y="1"/>
                    <a:pt x="17" y="1"/>
                    <a:pt x="17" y="2"/>
                  </a:cubicBezTo>
                  <a:moveTo>
                    <a:pt x="2" y="17"/>
                  </a:moveTo>
                  <a:cubicBezTo>
                    <a:pt x="2" y="16"/>
                    <a:pt x="2" y="16"/>
                    <a:pt x="2" y="16"/>
                  </a:cubicBezTo>
                  <a:cubicBezTo>
                    <a:pt x="2" y="13"/>
                    <a:pt x="3" y="11"/>
                    <a:pt x="5" y="9"/>
                  </a:cubicBezTo>
                  <a:cubicBezTo>
                    <a:pt x="4" y="8"/>
                    <a:pt x="4" y="8"/>
                    <a:pt x="3" y="8"/>
                  </a:cubicBezTo>
                  <a:cubicBezTo>
                    <a:pt x="3" y="8"/>
                    <a:pt x="3" y="8"/>
                    <a:pt x="2" y="8"/>
                  </a:cubicBezTo>
                  <a:cubicBezTo>
                    <a:pt x="1" y="10"/>
                    <a:pt x="0" y="12"/>
                    <a:pt x="0" y="15"/>
                  </a:cubicBezTo>
                  <a:cubicBezTo>
                    <a:pt x="1" y="16"/>
                    <a:pt x="2" y="16"/>
                    <a:pt x="2" y="17"/>
                  </a:cubicBezTo>
                  <a:moveTo>
                    <a:pt x="6" y="27"/>
                  </a:moveTo>
                  <a:cubicBezTo>
                    <a:pt x="4" y="25"/>
                    <a:pt x="4" y="24"/>
                    <a:pt x="3" y="22"/>
                  </a:cubicBezTo>
                  <a:cubicBezTo>
                    <a:pt x="2" y="22"/>
                    <a:pt x="1" y="22"/>
                    <a:pt x="1" y="21"/>
                  </a:cubicBezTo>
                  <a:cubicBezTo>
                    <a:pt x="1" y="24"/>
                    <a:pt x="2" y="26"/>
                    <a:pt x="4" y="28"/>
                  </a:cubicBezTo>
                  <a:cubicBezTo>
                    <a:pt x="7" y="32"/>
                    <a:pt x="11" y="34"/>
                    <a:pt x="15" y="35"/>
                  </a:cubicBezTo>
                  <a:cubicBezTo>
                    <a:pt x="20" y="35"/>
                    <a:pt x="25" y="32"/>
                    <a:pt x="28" y="28"/>
                  </a:cubicBezTo>
                  <a:cubicBezTo>
                    <a:pt x="28" y="27"/>
                    <a:pt x="27" y="27"/>
                    <a:pt x="26" y="27"/>
                  </a:cubicBezTo>
                  <a:cubicBezTo>
                    <a:pt x="23" y="30"/>
                    <a:pt x="19" y="32"/>
                    <a:pt x="15" y="32"/>
                  </a:cubicBezTo>
                  <a:cubicBezTo>
                    <a:pt x="11" y="32"/>
                    <a:pt x="8" y="30"/>
                    <a:pt x="6" y="27"/>
                  </a:cubicBezTo>
                  <a:moveTo>
                    <a:pt x="26" y="7"/>
                  </a:moveTo>
                  <a:cubicBezTo>
                    <a:pt x="27" y="8"/>
                    <a:pt x="28" y="9"/>
                    <a:pt x="28" y="11"/>
                  </a:cubicBezTo>
                  <a:cubicBezTo>
                    <a:pt x="29" y="10"/>
                    <a:pt x="29" y="9"/>
                    <a:pt x="30" y="9"/>
                  </a:cubicBezTo>
                  <a:cubicBezTo>
                    <a:pt x="29" y="7"/>
                    <a:pt x="29" y="6"/>
                    <a:pt x="28" y="5"/>
                  </a:cubicBezTo>
                  <a:cubicBezTo>
                    <a:pt x="27" y="6"/>
                    <a:pt x="27" y="6"/>
                    <a:pt x="26" y="7"/>
                  </a:cubicBezTo>
                  <a:moveTo>
                    <a:pt x="32" y="14"/>
                  </a:moveTo>
                  <a:cubicBezTo>
                    <a:pt x="31" y="14"/>
                    <a:pt x="31" y="14"/>
                    <a:pt x="31" y="14"/>
                  </a:cubicBezTo>
                  <a:cubicBezTo>
                    <a:pt x="31" y="14"/>
                    <a:pt x="32" y="14"/>
                    <a:pt x="32" y="14"/>
                  </a:cubicBezTo>
                  <a:cubicBezTo>
                    <a:pt x="32" y="14"/>
                    <a:pt x="32" y="14"/>
                    <a:pt x="32" y="14"/>
                  </a:cubicBezTo>
                  <a:moveTo>
                    <a:pt x="8" y="5"/>
                  </a:moveTo>
                  <a:cubicBezTo>
                    <a:pt x="9" y="4"/>
                    <a:pt x="10" y="3"/>
                    <a:pt x="12" y="2"/>
                  </a:cubicBezTo>
                  <a:cubicBezTo>
                    <a:pt x="12" y="1"/>
                    <a:pt x="12" y="1"/>
                    <a:pt x="12" y="0"/>
                  </a:cubicBezTo>
                  <a:cubicBezTo>
                    <a:pt x="10" y="0"/>
                    <a:pt x="8" y="2"/>
                    <a:pt x="6" y="3"/>
                  </a:cubicBezTo>
                  <a:cubicBezTo>
                    <a:pt x="6" y="4"/>
                    <a:pt x="7" y="4"/>
                    <a:pt x="8" y="5"/>
                  </a:cubicBezTo>
                  <a:moveTo>
                    <a:pt x="22" y="4"/>
                  </a:moveTo>
                  <a:cubicBezTo>
                    <a:pt x="23" y="4"/>
                    <a:pt x="23" y="4"/>
                    <a:pt x="23" y="4"/>
                  </a:cubicBezTo>
                  <a:cubicBezTo>
                    <a:pt x="23" y="3"/>
                    <a:pt x="24" y="3"/>
                    <a:pt x="24" y="2"/>
                  </a:cubicBezTo>
                  <a:cubicBezTo>
                    <a:pt x="24" y="1"/>
                    <a:pt x="23" y="1"/>
                    <a:pt x="22" y="1"/>
                  </a:cubicBezTo>
                  <a:cubicBezTo>
                    <a:pt x="22" y="2"/>
                    <a:pt x="22" y="3"/>
                    <a:pt x="22" y="4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458" name="Freeform 276">
              <a:extLst>
                <a:ext uri="{FF2B5EF4-FFF2-40B4-BE49-F238E27FC236}">
                  <a16:creationId xmlns:a16="http://schemas.microsoft.com/office/drawing/2014/main" id="{A54AAB38-662E-474A-9621-9A5372884B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4" y="1445"/>
              <a:ext cx="20" cy="134"/>
            </a:xfrm>
            <a:custGeom>
              <a:avLst/>
              <a:gdLst>
                <a:gd name="T0" fmla="*/ 55 w 12"/>
                <a:gd name="T1" fmla="*/ 8 h 81"/>
                <a:gd name="T2" fmla="*/ 37 w 12"/>
                <a:gd name="T3" fmla="*/ 99 h 81"/>
                <a:gd name="T4" fmla="*/ 50 w 12"/>
                <a:gd name="T5" fmla="*/ 189 h 81"/>
                <a:gd name="T6" fmla="*/ 42 w 12"/>
                <a:gd name="T7" fmla="*/ 271 h 81"/>
                <a:gd name="T8" fmla="*/ 20 w 12"/>
                <a:gd name="T9" fmla="*/ 318 h 81"/>
                <a:gd name="T10" fmla="*/ 0 w 12"/>
                <a:gd name="T11" fmla="*/ 367 h 81"/>
                <a:gd name="T12" fmla="*/ 13 w 12"/>
                <a:gd name="T13" fmla="*/ 306 h 81"/>
                <a:gd name="T14" fmla="*/ 28 w 12"/>
                <a:gd name="T15" fmla="*/ 242 h 81"/>
                <a:gd name="T16" fmla="*/ 13 w 12"/>
                <a:gd name="T17" fmla="*/ 122 h 81"/>
                <a:gd name="T18" fmla="*/ 55 w 12"/>
                <a:gd name="T19" fmla="*/ 0 h 8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" h="81">
                  <a:moveTo>
                    <a:pt x="12" y="2"/>
                  </a:moveTo>
                  <a:cubicBezTo>
                    <a:pt x="10" y="9"/>
                    <a:pt x="8" y="15"/>
                    <a:pt x="8" y="22"/>
                  </a:cubicBezTo>
                  <a:cubicBezTo>
                    <a:pt x="9" y="29"/>
                    <a:pt x="10" y="35"/>
                    <a:pt x="11" y="42"/>
                  </a:cubicBezTo>
                  <a:cubicBezTo>
                    <a:pt x="11" y="48"/>
                    <a:pt x="10" y="54"/>
                    <a:pt x="9" y="60"/>
                  </a:cubicBezTo>
                  <a:cubicBezTo>
                    <a:pt x="7" y="63"/>
                    <a:pt x="5" y="67"/>
                    <a:pt x="4" y="70"/>
                  </a:cubicBezTo>
                  <a:cubicBezTo>
                    <a:pt x="3" y="74"/>
                    <a:pt x="2" y="78"/>
                    <a:pt x="0" y="81"/>
                  </a:cubicBezTo>
                  <a:cubicBezTo>
                    <a:pt x="3" y="77"/>
                    <a:pt x="3" y="73"/>
                    <a:pt x="3" y="68"/>
                  </a:cubicBezTo>
                  <a:cubicBezTo>
                    <a:pt x="4" y="63"/>
                    <a:pt x="6" y="58"/>
                    <a:pt x="6" y="53"/>
                  </a:cubicBezTo>
                  <a:cubicBezTo>
                    <a:pt x="6" y="43"/>
                    <a:pt x="5" y="35"/>
                    <a:pt x="3" y="27"/>
                  </a:cubicBezTo>
                  <a:cubicBezTo>
                    <a:pt x="2" y="14"/>
                    <a:pt x="5" y="7"/>
                    <a:pt x="12" y="0"/>
                  </a:cubicBezTo>
                </a:path>
              </a:pathLst>
            </a:custGeom>
            <a:solidFill>
              <a:srgbClr val="C17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459" name="Freeform 277">
              <a:extLst>
                <a:ext uri="{FF2B5EF4-FFF2-40B4-BE49-F238E27FC236}">
                  <a16:creationId xmlns:a16="http://schemas.microsoft.com/office/drawing/2014/main" id="{7997E459-3E18-4302-8ACA-B6D0CCFE4E18}"/>
                </a:ext>
              </a:extLst>
            </p:cNvPr>
            <p:cNvSpPr>
              <a:spLocks/>
            </p:cNvSpPr>
            <p:nvPr/>
          </p:nvSpPr>
          <p:spPr bwMode="auto">
            <a:xfrm>
              <a:off x="590" y="1653"/>
              <a:ext cx="96" cy="562"/>
            </a:xfrm>
            <a:custGeom>
              <a:avLst/>
              <a:gdLst>
                <a:gd name="T0" fmla="*/ 109 w 58"/>
                <a:gd name="T1" fmla="*/ 0 h 341"/>
                <a:gd name="T2" fmla="*/ 154 w 58"/>
                <a:gd name="T3" fmla="*/ 260 h 341"/>
                <a:gd name="T4" fmla="*/ 172 w 58"/>
                <a:gd name="T5" fmla="*/ 511 h 341"/>
                <a:gd name="T6" fmla="*/ 180 w 58"/>
                <a:gd name="T7" fmla="*/ 766 h 341"/>
                <a:gd name="T8" fmla="*/ 76 w 58"/>
                <a:gd name="T9" fmla="*/ 1023 h 341"/>
                <a:gd name="T10" fmla="*/ 0 w 58"/>
                <a:gd name="T11" fmla="*/ 1526 h 341"/>
                <a:gd name="T12" fmla="*/ 63 w 58"/>
                <a:gd name="T13" fmla="*/ 1299 h 341"/>
                <a:gd name="T14" fmla="*/ 113 w 58"/>
                <a:gd name="T15" fmla="*/ 1093 h 341"/>
                <a:gd name="T16" fmla="*/ 167 w 58"/>
                <a:gd name="T17" fmla="*/ 1015 h 341"/>
                <a:gd name="T18" fmla="*/ 192 w 58"/>
                <a:gd name="T19" fmla="*/ 872 h 341"/>
                <a:gd name="T20" fmla="*/ 192 w 58"/>
                <a:gd name="T21" fmla="*/ 269 h 341"/>
                <a:gd name="T22" fmla="*/ 159 w 58"/>
                <a:gd name="T23" fmla="*/ 125 h 341"/>
                <a:gd name="T24" fmla="*/ 104 w 58"/>
                <a:gd name="T25" fmla="*/ 21 h 34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8" h="341">
                  <a:moveTo>
                    <a:pt x="24" y="0"/>
                  </a:moveTo>
                  <a:cubicBezTo>
                    <a:pt x="24" y="19"/>
                    <a:pt x="32" y="38"/>
                    <a:pt x="34" y="58"/>
                  </a:cubicBezTo>
                  <a:cubicBezTo>
                    <a:pt x="36" y="77"/>
                    <a:pt x="35" y="95"/>
                    <a:pt x="38" y="114"/>
                  </a:cubicBezTo>
                  <a:cubicBezTo>
                    <a:pt x="41" y="134"/>
                    <a:pt x="45" y="151"/>
                    <a:pt x="40" y="171"/>
                  </a:cubicBezTo>
                  <a:cubicBezTo>
                    <a:pt x="34" y="192"/>
                    <a:pt x="22" y="208"/>
                    <a:pt x="17" y="229"/>
                  </a:cubicBezTo>
                  <a:cubicBezTo>
                    <a:pt x="8" y="266"/>
                    <a:pt x="8" y="305"/>
                    <a:pt x="0" y="341"/>
                  </a:cubicBezTo>
                  <a:cubicBezTo>
                    <a:pt x="7" y="328"/>
                    <a:pt x="10" y="306"/>
                    <a:pt x="14" y="290"/>
                  </a:cubicBezTo>
                  <a:cubicBezTo>
                    <a:pt x="17" y="277"/>
                    <a:pt x="18" y="254"/>
                    <a:pt x="25" y="244"/>
                  </a:cubicBezTo>
                  <a:cubicBezTo>
                    <a:pt x="31" y="236"/>
                    <a:pt x="36" y="239"/>
                    <a:pt x="37" y="227"/>
                  </a:cubicBezTo>
                  <a:cubicBezTo>
                    <a:pt x="38" y="215"/>
                    <a:pt x="38" y="206"/>
                    <a:pt x="42" y="195"/>
                  </a:cubicBezTo>
                  <a:cubicBezTo>
                    <a:pt x="58" y="151"/>
                    <a:pt x="47" y="105"/>
                    <a:pt x="42" y="60"/>
                  </a:cubicBezTo>
                  <a:cubicBezTo>
                    <a:pt x="40" y="49"/>
                    <a:pt x="38" y="38"/>
                    <a:pt x="35" y="28"/>
                  </a:cubicBezTo>
                  <a:cubicBezTo>
                    <a:pt x="32" y="20"/>
                    <a:pt x="26" y="13"/>
                    <a:pt x="23" y="5"/>
                  </a:cubicBezTo>
                </a:path>
              </a:pathLst>
            </a:custGeom>
            <a:solidFill>
              <a:srgbClr val="C17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460" name="Freeform 278">
              <a:extLst>
                <a:ext uri="{FF2B5EF4-FFF2-40B4-BE49-F238E27FC236}">
                  <a16:creationId xmlns:a16="http://schemas.microsoft.com/office/drawing/2014/main" id="{B9D3FDF8-29C1-42CD-BDC0-D3C2FF745215}"/>
                </a:ext>
              </a:extLst>
            </p:cNvPr>
            <p:cNvSpPr>
              <a:spLocks/>
            </p:cNvSpPr>
            <p:nvPr/>
          </p:nvSpPr>
          <p:spPr bwMode="auto">
            <a:xfrm>
              <a:off x="563" y="2363"/>
              <a:ext cx="75" cy="480"/>
            </a:xfrm>
            <a:custGeom>
              <a:avLst/>
              <a:gdLst>
                <a:gd name="T0" fmla="*/ 62 w 45"/>
                <a:gd name="T1" fmla="*/ 0 h 291"/>
                <a:gd name="T2" fmla="*/ 208 w 45"/>
                <a:gd name="T3" fmla="*/ 1306 h 291"/>
                <a:gd name="T4" fmla="*/ 62 w 45"/>
                <a:gd name="T5" fmla="*/ 0 h 29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5" h="291">
                  <a:moveTo>
                    <a:pt x="13" y="0"/>
                  </a:moveTo>
                  <a:cubicBezTo>
                    <a:pt x="13" y="0"/>
                    <a:pt x="0" y="121"/>
                    <a:pt x="45" y="291"/>
                  </a:cubicBezTo>
                  <a:cubicBezTo>
                    <a:pt x="45" y="291"/>
                    <a:pt x="10" y="33"/>
                    <a:pt x="13" y="0"/>
                  </a:cubicBezTo>
                  <a:close/>
                </a:path>
              </a:pathLst>
            </a:custGeom>
            <a:solidFill>
              <a:srgbClr val="C17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461" name="Freeform 279">
              <a:extLst>
                <a:ext uri="{FF2B5EF4-FFF2-40B4-BE49-F238E27FC236}">
                  <a16:creationId xmlns:a16="http://schemas.microsoft.com/office/drawing/2014/main" id="{36C25460-A0B6-46BE-8E56-A78DAC2390F4}"/>
                </a:ext>
              </a:extLst>
            </p:cNvPr>
            <p:cNvSpPr>
              <a:spLocks/>
            </p:cNvSpPr>
            <p:nvPr/>
          </p:nvSpPr>
          <p:spPr bwMode="auto">
            <a:xfrm>
              <a:off x="628" y="1557"/>
              <a:ext cx="167" cy="101"/>
            </a:xfrm>
            <a:custGeom>
              <a:avLst/>
              <a:gdLst>
                <a:gd name="T0" fmla="*/ 0 w 100"/>
                <a:gd name="T1" fmla="*/ 118 h 61"/>
                <a:gd name="T2" fmla="*/ 234 w 100"/>
                <a:gd name="T3" fmla="*/ 187 h 61"/>
                <a:gd name="T4" fmla="*/ 466 w 100"/>
                <a:gd name="T5" fmla="*/ 0 h 61"/>
                <a:gd name="T6" fmla="*/ 0 w 100"/>
                <a:gd name="T7" fmla="*/ 118 h 6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0" h="61">
                  <a:moveTo>
                    <a:pt x="0" y="26"/>
                  </a:moveTo>
                  <a:cubicBezTo>
                    <a:pt x="0" y="26"/>
                    <a:pt x="15" y="46"/>
                    <a:pt x="50" y="41"/>
                  </a:cubicBezTo>
                  <a:cubicBezTo>
                    <a:pt x="89" y="37"/>
                    <a:pt x="100" y="0"/>
                    <a:pt x="100" y="0"/>
                  </a:cubicBezTo>
                  <a:cubicBezTo>
                    <a:pt x="100" y="0"/>
                    <a:pt x="65" y="61"/>
                    <a:pt x="0" y="26"/>
                  </a:cubicBezTo>
                  <a:close/>
                </a:path>
              </a:pathLst>
            </a:custGeom>
            <a:solidFill>
              <a:srgbClr val="8E4C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462" name="Freeform 280">
              <a:extLst>
                <a:ext uri="{FF2B5EF4-FFF2-40B4-BE49-F238E27FC236}">
                  <a16:creationId xmlns:a16="http://schemas.microsoft.com/office/drawing/2014/main" id="{9E34A1AB-B42A-4F53-A754-626EE495D31C}"/>
                </a:ext>
              </a:extLst>
            </p:cNvPr>
            <p:cNvSpPr>
              <a:spLocks/>
            </p:cNvSpPr>
            <p:nvPr/>
          </p:nvSpPr>
          <p:spPr bwMode="auto">
            <a:xfrm>
              <a:off x="620" y="1600"/>
              <a:ext cx="37" cy="104"/>
            </a:xfrm>
            <a:custGeom>
              <a:avLst/>
              <a:gdLst>
                <a:gd name="T0" fmla="*/ 0 w 22"/>
                <a:gd name="T1" fmla="*/ 0 h 63"/>
                <a:gd name="T2" fmla="*/ 104 w 22"/>
                <a:gd name="T3" fmla="*/ 68 h 63"/>
                <a:gd name="T4" fmla="*/ 54 w 22"/>
                <a:gd name="T5" fmla="*/ 158 h 63"/>
                <a:gd name="T6" fmla="*/ 62 w 22"/>
                <a:gd name="T7" fmla="*/ 284 h 63"/>
                <a:gd name="T8" fmla="*/ 22 w 22"/>
                <a:gd name="T9" fmla="*/ 147 h 63"/>
                <a:gd name="T10" fmla="*/ 5 w 22"/>
                <a:gd name="T11" fmla="*/ 8 h 6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63">
                  <a:moveTo>
                    <a:pt x="0" y="0"/>
                  </a:moveTo>
                  <a:cubicBezTo>
                    <a:pt x="6" y="6"/>
                    <a:pt x="13" y="13"/>
                    <a:pt x="22" y="15"/>
                  </a:cubicBezTo>
                  <a:cubicBezTo>
                    <a:pt x="12" y="16"/>
                    <a:pt x="10" y="27"/>
                    <a:pt x="11" y="35"/>
                  </a:cubicBezTo>
                  <a:cubicBezTo>
                    <a:pt x="11" y="43"/>
                    <a:pt x="11" y="55"/>
                    <a:pt x="13" y="63"/>
                  </a:cubicBezTo>
                  <a:cubicBezTo>
                    <a:pt x="10" y="53"/>
                    <a:pt x="6" y="43"/>
                    <a:pt x="5" y="33"/>
                  </a:cubicBezTo>
                  <a:cubicBezTo>
                    <a:pt x="3" y="23"/>
                    <a:pt x="4" y="11"/>
                    <a:pt x="1" y="2"/>
                  </a:cubicBezTo>
                </a:path>
              </a:pathLst>
            </a:custGeom>
            <a:solidFill>
              <a:srgbClr val="C17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463" name="Freeform 281">
              <a:extLst>
                <a:ext uri="{FF2B5EF4-FFF2-40B4-BE49-F238E27FC236}">
                  <a16:creationId xmlns:a16="http://schemas.microsoft.com/office/drawing/2014/main" id="{9CAB44B8-0E39-47C3-9972-997AF387DA07}"/>
                </a:ext>
              </a:extLst>
            </p:cNvPr>
            <p:cNvSpPr>
              <a:spLocks/>
            </p:cNvSpPr>
            <p:nvPr/>
          </p:nvSpPr>
          <p:spPr bwMode="auto">
            <a:xfrm>
              <a:off x="690" y="878"/>
              <a:ext cx="46" cy="117"/>
            </a:xfrm>
            <a:custGeom>
              <a:avLst/>
              <a:gdLst>
                <a:gd name="T0" fmla="*/ 125 w 28"/>
                <a:gd name="T1" fmla="*/ 318 h 71"/>
                <a:gd name="T2" fmla="*/ 117 w 28"/>
                <a:gd name="T3" fmla="*/ 313 h 71"/>
                <a:gd name="T4" fmla="*/ 84 w 28"/>
                <a:gd name="T5" fmla="*/ 305 h 71"/>
                <a:gd name="T6" fmla="*/ 54 w 28"/>
                <a:gd name="T7" fmla="*/ 234 h 71"/>
                <a:gd name="T8" fmla="*/ 26 w 28"/>
                <a:gd name="T9" fmla="*/ 173 h 71"/>
                <a:gd name="T10" fmla="*/ 5 w 28"/>
                <a:gd name="T11" fmla="*/ 49 h 71"/>
                <a:gd name="T12" fmla="*/ 71 w 28"/>
                <a:gd name="T13" fmla="*/ 33 h 7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" h="71">
                  <a:moveTo>
                    <a:pt x="28" y="71"/>
                  </a:moveTo>
                  <a:cubicBezTo>
                    <a:pt x="26" y="70"/>
                    <a:pt x="26" y="70"/>
                    <a:pt x="26" y="70"/>
                  </a:cubicBezTo>
                  <a:cubicBezTo>
                    <a:pt x="26" y="70"/>
                    <a:pt x="21" y="70"/>
                    <a:pt x="19" y="68"/>
                  </a:cubicBezTo>
                  <a:cubicBezTo>
                    <a:pt x="17" y="66"/>
                    <a:pt x="13" y="57"/>
                    <a:pt x="12" y="52"/>
                  </a:cubicBezTo>
                  <a:cubicBezTo>
                    <a:pt x="10" y="48"/>
                    <a:pt x="8" y="44"/>
                    <a:pt x="6" y="39"/>
                  </a:cubicBezTo>
                  <a:cubicBezTo>
                    <a:pt x="5" y="34"/>
                    <a:pt x="2" y="20"/>
                    <a:pt x="1" y="11"/>
                  </a:cubicBezTo>
                  <a:cubicBezTo>
                    <a:pt x="0" y="3"/>
                    <a:pt x="10" y="0"/>
                    <a:pt x="16" y="7"/>
                  </a:cubicBezTo>
                </a:path>
              </a:pathLst>
            </a:custGeom>
            <a:solidFill>
              <a:srgbClr val="A961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464" name="Freeform 282">
              <a:extLst>
                <a:ext uri="{FF2B5EF4-FFF2-40B4-BE49-F238E27FC236}">
                  <a16:creationId xmlns:a16="http://schemas.microsoft.com/office/drawing/2014/main" id="{76EF52B6-908B-4B8C-894C-75188FD10EB6}"/>
                </a:ext>
              </a:extLst>
            </p:cNvPr>
            <p:cNvSpPr>
              <a:spLocks/>
            </p:cNvSpPr>
            <p:nvPr/>
          </p:nvSpPr>
          <p:spPr bwMode="auto">
            <a:xfrm>
              <a:off x="690" y="878"/>
              <a:ext cx="46" cy="116"/>
            </a:xfrm>
            <a:custGeom>
              <a:avLst/>
              <a:gdLst>
                <a:gd name="T0" fmla="*/ 125 w 28"/>
                <a:gd name="T1" fmla="*/ 318 h 70"/>
                <a:gd name="T2" fmla="*/ 117 w 28"/>
                <a:gd name="T3" fmla="*/ 318 h 70"/>
                <a:gd name="T4" fmla="*/ 84 w 28"/>
                <a:gd name="T5" fmla="*/ 305 h 70"/>
                <a:gd name="T6" fmla="*/ 54 w 28"/>
                <a:gd name="T7" fmla="*/ 237 h 70"/>
                <a:gd name="T8" fmla="*/ 26 w 28"/>
                <a:gd name="T9" fmla="*/ 179 h 70"/>
                <a:gd name="T10" fmla="*/ 5 w 28"/>
                <a:gd name="T11" fmla="*/ 50 h 70"/>
                <a:gd name="T12" fmla="*/ 71 w 28"/>
                <a:gd name="T13" fmla="*/ 28 h 7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" h="70">
                  <a:moveTo>
                    <a:pt x="28" y="70"/>
                  </a:moveTo>
                  <a:cubicBezTo>
                    <a:pt x="26" y="70"/>
                    <a:pt x="26" y="70"/>
                    <a:pt x="26" y="70"/>
                  </a:cubicBezTo>
                  <a:cubicBezTo>
                    <a:pt x="26" y="70"/>
                    <a:pt x="21" y="69"/>
                    <a:pt x="19" y="67"/>
                  </a:cubicBezTo>
                  <a:cubicBezTo>
                    <a:pt x="17" y="65"/>
                    <a:pt x="13" y="56"/>
                    <a:pt x="12" y="52"/>
                  </a:cubicBezTo>
                  <a:cubicBezTo>
                    <a:pt x="10" y="47"/>
                    <a:pt x="8" y="43"/>
                    <a:pt x="6" y="39"/>
                  </a:cubicBezTo>
                  <a:cubicBezTo>
                    <a:pt x="5" y="34"/>
                    <a:pt x="2" y="20"/>
                    <a:pt x="1" y="11"/>
                  </a:cubicBezTo>
                  <a:cubicBezTo>
                    <a:pt x="0" y="2"/>
                    <a:pt x="10" y="0"/>
                    <a:pt x="16" y="6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465" name="Freeform 283">
              <a:extLst>
                <a:ext uri="{FF2B5EF4-FFF2-40B4-BE49-F238E27FC236}">
                  <a16:creationId xmlns:a16="http://schemas.microsoft.com/office/drawing/2014/main" id="{4D61E459-3490-44D4-9CA5-B669F1CC2824}"/>
                </a:ext>
              </a:extLst>
            </p:cNvPr>
            <p:cNvSpPr>
              <a:spLocks/>
            </p:cNvSpPr>
            <p:nvPr/>
          </p:nvSpPr>
          <p:spPr bwMode="auto">
            <a:xfrm>
              <a:off x="705" y="901"/>
              <a:ext cx="18" cy="65"/>
            </a:xfrm>
            <a:custGeom>
              <a:avLst/>
              <a:gdLst>
                <a:gd name="T0" fmla="*/ 26 w 11"/>
                <a:gd name="T1" fmla="*/ 37 h 39"/>
                <a:gd name="T2" fmla="*/ 5 w 11"/>
                <a:gd name="T3" fmla="*/ 13 h 39"/>
                <a:gd name="T4" fmla="*/ 8 w 11"/>
                <a:gd name="T5" fmla="*/ 70 h 39"/>
                <a:gd name="T6" fmla="*/ 47 w 11"/>
                <a:gd name="T7" fmla="*/ 153 h 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39">
                  <a:moveTo>
                    <a:pt x="6" y="8"/>
                  </a:moveTo>
                  <a:cubicBezTo>
                    <a:pt x="6" y="5"/>
                    <a:pt x="4" y="0"/>
                    <a:pt x="1" y="3"/>
                  </a:cubicBezTo>
                  <a:cubicBezTo>
                    <a:pt x="0" y="5"/>
                    <a:pt x="2" y="13"/>
                    <a:pt x="2" y="15"/>
                  </a:cubicBezTo>
                  <a:cubicBezTo>
                    <a:pt x="3" y="18"/>
                    <a:pt x="4" y="39"/>
                    <a:pt x="11" y="33"/>
                  </a:cubicBezTo>
                </a:path>
              </a:pathLst>
            </a:custGeom>
            <a:solidFill>
              <a:srgbClr val="8E4C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466" name="Freeform 284">
              <a:extLst>
                <a:ext uri="{FF2B5EF4-FFF2-40B4-BE49-F238E27FC236}">
                  <a16:creationId xmlns:a16="http://schemas.microsoft.com/office/drawing/2014/main" id="{5096B85C-B5F8-4807-8CDD-3CE2664C4D27}"/>
                </a:ext>
              </a:extLst>
            </p:cNvPr>
            <p:cNvSpPr>
              <a:spLocks/>
            </p:cNvSpPr>
            <p:nvPr/>
          </p:nvSpPr>
          <p:spPr bwMode="auto">
            <a:xfrm>
              <a:off x="695" y="893"/>
              <a:ext cx="20" cy="22"/>
            </a:xfrm>
            <a:custGeom>
              <a:avLst/>
              <a:gdLst>
                <a:gd name="T0" fmla="*/ 55 w 12"/>
                <a:gd name="T1" fmla="*/ 54 h 13"/>
                <a:gd name="T2" fmla="*/ 8 w 12"/>
                <a:gd name="T3" fmla="*/ 5 h 13"/>
                <a:gd name="T4" fmla="*/ 13 w 12"/>
                <a:gd name="T5" fmla="*/ 63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3">
                  <a:moveTo>
                    <a:pt x="12" y="11"/>
                  </a:moveTo>
                  <a:cubicBezTo>
                    <a:pt x="8" y="5"/>
                    <a:pt x="4" y="0"/>
                    <a:pt x="2" y="1"/>
                  </a:cubicBezTo>
                  <a:cubicBezTo>
                    <a:pt x="0" y="2"/>
                    <a:pt x="3" y="10"/>
                    <a:pt x="3" y="13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467" name="Freeform 285">
              <a:extLst>
                <a:ext uri="{FF2B5EF4-FFF2-40B4-BE49-F238E27FC236}">
                  <a16:creationId xmlns:a16="http://schemas.microsoft.com/office/drawing/2014/main" id="{ED7DAE54-F692-4BBF-8554-274059F72EDC}"/>
                </a:ext>
              </a:extLst>
            </p:cNvPr>
            <p:cNvSpPr>
              <a:spLocks/>
            </p:cNvSpPr>
            <p:nvPr/>
          </p:nvSpPr>
          <p:spPr bwMode="auto">
            <a:xfrm>
              <a:off x="700" y="900"/>
              <a:ext cx="13" cy="59"/>
            </a:xfrm>
            <a:custGeom>
              <a:avLst/>
              <a:gdLst>
                <a:gd name="T0" fmla="*/ 13 w 8"/>
                <a:gd name="T1" fmla="*/ 0 h 36"/>
                <a:gd name="T2" fmla="*/ 5 w 8"/>
                <a:gd name="T3" fmla="*/ 62 h 36"/>
                <a:gd name="T4" fmla="*/ 13 w 8"/>
                <a:gd name="T5" fmla="*/ 129 h 36"/>
                <a:gd name="T6" fmla="*/ 34 w 8"/>
                <a:gd name="T7" fmla="*/ 159 h 3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36">
                  <a:moveTo>
                    <a:pt x="3" y="0"/>
                  </a:moveTo>
                  <a:cubicBezTo>
                    <a:pt x="4" y="5"/>
                    <a:pt x="0" y="5"/>
                    <a:pt x="1" y="14"/>
                  </a:cubicBezTo>
                  <a:cubicBezTo>
                    <a:pt x="2" y="23"/>
                    <a:pt x="3" y="26"/>
                    <a:pt x="3" y="29"/>
                  </a:cubicBezTo>
                  <a:cubicBezTo>
                    <a:pt x="4" y="32"/>
                    <a:pt x="6" y="33"/>
                    <a:pt x="8" y="36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468" name="Freeform 286">
              <a:extLst>
                <a:ext uri="{FF2B5EF4-FFF2-40B4-BE49-F238E27FC236}">
                  <a16:creationId xmlns:a16="http://schemas.microsoft.com/office/drawing/2014/main" id="{5A4C967E-75E9-4D27-B024-93053EBC87F4}"/>
                </a:ext>
              </a:extLst>
            </p:cNvPr>
            <p:cNvSpPr>
              <a:spLocks/>
            </p:cNvSpPr>
            <p:nvPr/>
          </p:nvSpPr>
          <p:spPr bwMode="auto">
            <a:xfrm>
              <a:off x="713" y="926"/>
              <a:ext cx="12" cy="30"/>
            </a:xfrm>
            <a:custGeom>
              <a:avLst/>
              <a:gdLst>
                <a:gd name="T0" fmla="*/ 36 w 7"/>
                <a:gd name="T1" fmla="*/ 83 h 18"/>
                <a:gd name="T2" fmla="*/ 5 w 7"/>
                <a:gd name="T3" fmla="*/ 47 h 18"/>
                <a:gd name="T4" fmla="*/ 0 w 7"/>
                <a:gd name="T5" fmla="*/ 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8">
                  <a:moveTo>
                    <a:pt x="7" y="18"/>
                  </a:moveTo>
                  <a:cubicBezTo>
                    <a:pt x="4" y="16"/>
                    <a:pt x="2" y="15"/>
                    <a:pt x="1" y="10"/>
                  </a:cubicBezTo>
                  <a:cubicBezTo>
                    <a:pt x="1" y="6"/>
                    <a:pt x="0" y="1"/>
                    <a:pt x="0" y="0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469" name="Freeform 287">
              <a:extLst>
                <a:ext uri="{FF2B5EF4-FFF2-40B4-BE49-F238E27FC236}">
                  <a16:creationId xmlns:a16="http://schemas.microsoft.com/office/drawing/2014/main" id="{646B31A1-6D36-4C9E-A50E-9B0B69E8E24D}"/>
                </a:ext>
              </a:extLst>
            </p:cNvPr>
            <p:cNvSpPr>
              <a:spLocks/>
            </p:cNvSpPr>
            <p:nvPr/>
          </p:nvSpPr>
          <p:spPr bwMode="auto">
            <a:xfrm>
              <a:off x="971" y="878"/>
              <a:ext cx="46" cy="117"/>
            </a:xfrm>
            <a:custGeom>
              <a:avLst/>
              <a:gdLst>
                <a:gd name="T0" fmla="*/ 0 w 28"/>
                <a:gd name="T1" fmla="*/ 318 h 71"/>
                <a:gd name="T2" fmla="*/ 13 w 28"/>
                <a:gd name="T3" fmla="*/ 313 h 71"/>
                <a:gd name="T4" fmla="*/ 41 w 28"/>
                <a:gd name="T5" fmla="*/ 305 h 71"/>
                <a:gd name="T6" fmla="*/ 71 w 28"/>
                <a:gd name="T7" fmla="*/ 234 h 71"/>
                <a:gd name="T8" fmla="*/ 97 w 28"/>
                <a:gd name="T9" fmla="*/ 173 h 71"/>
                <a:gd name="T10" fmla="*/ 118 w 28"/>
                <a:gd name="T11" fmla="*/ 49 h 71"/>
                <a:gd name="T12" fmla="*/ 58 w 28"/>
                <a:gd name="T13" fmla="*/ 33 h 7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" h="71">
                  <a:moveTo>
                    <a:pt x="0" y="71"/>
                  </a:moveTo>
                  <a:cubicBezTo>
                    <a:pt x="3" y="70"/>
                    <a:pt x="3" y="70"/>
                    <a:pt x="3" y="70"/>
                  </a:cubicBezTo>
                  <a:cubicBezTo>
                    <a:pt x="3" y="70"/>
                    <a:pt x="7" y="70"/>
                    <a:pt x="9" y="68"/>
                  </a:cubicBezTo>
                  <a:cubicBezTo>
                    <a:pt x="11" y="66"/>
                    <a:pt x="15" y="57"/>
                    <a:pt x="16" y="52"/>
                  </a:cubicBezTo>
                  <a:cubicBezTo>
                    <a:pt x="18" y="48"/>
                    <a:pt x="20" y="44"/>
                    <a:pt x="22" y="39"/>
                  </a:cubicBezTo>
                  <a:cubicBezTo>
                    <a:pt x="23" y="34"/>
                    <a:pt x="26" y="20"/>
                    <a:pt x="27" y="11"/>
                  </a:cubicBezTo>
                  <a:cubicBezTo>
                    <a:pt x="28" y="3"/>
                    <a:pt x="18" y="0"/>
                    <a:pt x="13" y="7"/>
                  </a:cubicBezTo>
                </a:path>
              </a:pathLst>
            </a:custGeom>
            <a:solidFill>
              <a:srgbClr val="A961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470" name="Freeform 288">
              <a:extLst>
                <a:ext uri="{FF2B5EF4-FFF2-40B4-BE49-F238E27FC236}">
                  <a16:creationId xmlns:a16="http://schemas.microsoft.com/office/drawing/2014/main" id="{64ADA3F5-9B6B-4063-9237-63049CAEFA49}"/>
                </a:ext>
              </a:extLst>
            </p:cNvPr>
            <p:cNvSpPr>
              <a:spLocks/>
            </p:cNvSpPr>
            <p:nvPr/>
          </p:nvSpPr>
          <p:spPr bwMode="auto">
            <a:xfrm>
              <a:off x="971" y="878"/>
              <a:ext cx="46" cy="116"/>
            </a:xfrm>
            <a:custGeom>
              <a:avLst/>
              <a:gdLst>
                <a:gd name="T0" fmla="*/ 0 w 28"/>
                <a:gd name="T1" fmla="*/ 318 h 70"/>
                <a:gd name="T2" fmla="*/ 13 w 28"/>
                <a:gd name="T3" fmla="*/ 318 h 70"/>
                <a:gd name="T4" fmla="*/ 41 w 28"/>
                <a:gd name="T5" fmla="*/ 305 h 70"/>
                <a:gd name="T6" fmla="*/ 71 w 28"/>
                <a:gd name="T7" fmla="*/ 237 h 70"/>
                <a:gd name="T8" fmla="*/ 97 w 28"/>
                <a:gd name="T9" fmla="*/ 179 h 70"/>
                <a:gd name="T10" fmla="*/ 118 w 28"/>
                <a:gd name="T11" fmla="*/ 50 h 70"/>
                <a:gd name="T12" fmla="*/ 58 w 28"/>
                <a:gd name="T13" fmla="*/ 28 h 7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" h="70">
                  <a:moveTo>
                    <a:pt x="0" y="70"/>
                  </a:moveTo>
                  <a:cubicBezTo>
                    <a:pt x="3" y="70"/>
                    <a:pt x="3" y="70"/>
                    <a:pt x="3" y="70"/>
                  </a:cubicBezTo>
                  <a:cubicBezTo>
                    <a:pt x="3" y="70"/>
                    <a:pt x="7" y="69"/>
                    <a:pt x="9" y="67"/>
                  </a:cubicBezTo>
                  <a:cubicBezTo>
                    <a:pt x="11" y="65"/>
                    <a:pt x="15" y="56"/>
                    <a:pt x="16" y="52"/>
                  </a:cubicBezTo>
                  <a:cubicBezTo>
                    <a:pt x="18" y="47"/>
                    <a:pt x="20" y="43"/>
                    <a:pt x="22" y="39"/>
                  </a:cubicBezTo>
                  <a:cubicBezTo>
                    <a:pt x="23" y="34"/>
                    <a:pt x="26" y="20"/>
                    <a:pt x="27" y="11"/>
                  </a:cubicBezTo>
                  <a:cubicBezTo>
                    <a:pt x="28" y="2"/>
                    <a:pt x="18" y="0"/>
                    <a:pt x="13" y="6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471" name="Freeform 289">
              <a:extLst>
                <a:ext uri="{FF2B5EF4-FFF2-40B4-BE49-F238E27FC236}">
                  <a16:creationId xmlns:a16="http://schemas.microsoft.com/office/drawing/2014/main" id="{C7FB1BDE-1B41-4871-AF84-9C0207AF420B}"/>
                </a:ext>
              </a:extLst>
            </p:cNvPr>
            <p:cNvSpPr>
              <a:spLocks/>
            </p:cNvSpPr>
            <p:nvPr/>
          </p:nvSpPr>
          <p:spPr bwMode="auto">
            <a:xfrm>
              <a:off x="986" y="901"/>
              <a:ext cx="18" cy="65"/>
            </a:xfrm>
            <a:custGeom>
              <a:avLst/>
              <a:gdLst>
                <a:gd name="T0" fmla="*/ 18 w 11"/>
                <a:gd name="T1" fmla="*/ 37 h 39"/>
                <a:gd name="T2" fmla="*/ 41 w 11"/>
                <a:gd name="T3" fmla="*/ 13 h 39"/>
                <a:gd name="T4" fmla="*/ 34 w 11"/>
                <a:gd name="T5" fmla="*/ 70 h 39"/>
                <a:gd name="T6" fmla="*/ 0 w 11"/>
                <a:gd name="T7" fmla="*/ 153 h 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39">
                  <a:moveTo>
                    <a:pt x="4" y="8"/>
                  </a:moveTo>
                  <a:cubicBezTo>
                    <a:pt x="4" y="5"/>
                    <a:pt x="6" y="0"/>
                    <a:pt x="9" y="3"/>
                  </a:cubicBezTo>
                  <a:cubicBezTo>
                    <a:pt x="11" y="5"/>
                    <a:pt x="8" y="13"/>
                    <a:pt x="8" y="15"/>
                  </a:cubicBezTo>
                  <a:cubicBezTo>
                    <a:pt x="7" y="18"/>
                    <a:pt x="7" y="39"/>
                    <a:pt x="0" y="33"/>
                  </a:cubicBezTo>
                </a:path>
              </a:pathLst>
            </a:custGeom>
            <a:solidFill>
              <a:srgbClr val="8E4C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472" name="Freeform 290">
              <a:extLst>
                <a:ext uri="{FF2B5EF4-FFF2-40B4-BE49-F238E27FC236}">
                  <a16:creationId xmlns:a16="http://schemas.microsoft.com/office/drawing/2014/main" id="{2E87B51F-0675-4516-91D6-6CCDCB836798}"/>
                </a:ext>
              </a:extLst>
            </p:cNvPr>
            <p:cNvSpPr>
              <a:spLocks/>
            </p:cNvSpPr>
            <p:nvPr/>
          </p:nvSpPr>
          <p:spPr bwMode="auto">
            <a:xfrm>
              <a:off x="992" y="893"/>
              <a:ext cx="20" cy="22"/>
            </a:xfrm>
            <a:custGeom>
              <a:avLst/>
              <a:gdLst>
                <a:gd name="T0" fmla="*/ 0 w 12"/>
                <a:gd name="T1" fmla="*/ 54 h 13"/>
                <a:gd name="T2" fmla="*/ 47 w 12"/>
                <a:gd name="T3" fmla="*/ 5 h 13"/>
                <a:gd name="T4" fmla="*/ 42 w 12"/>
                <a:gd name="T5" fmla="*/ 63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3">
                  <a:moveTo>
                    <a:pt x="0" y="11"/>
                  </a:moveTo>
                  <a:cubicBezTo>
                    <a:pt x="4" y="5"/>
                    <a:pt x="8" y="0"/>
                    <a:pt x="10" y="1"/>
                  </a:cubicBezTo>
                  <a:cubicBezTo>
                    <a:pt x="12" y="2"/>
                    <a:pt x="9" y="10"/>
                    <a:pt x="9" y="13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473" name="Freeform 291">
              <a:extLst>
                <a:ext uri="{FF2B5EF4-FFF2-40B4-BE49-F238E27FC236}">
                  <a16:creationId xmlns:a16="http://schemas.microsoft.com/office/drawing/2014/main" id="{D4A632AD-54FA-48A8-B7E5-16035E14B885}"/>
                </a:ext>
              </a:extLst>
            </p:cNvPr>
            <p:cNvSpPr>
              <a:spLocks/>
            </p:cNvSpPr>
            <p:nvPr/>
          </p:nvSpPr>
          <p:spPr bwMode="auto">
            <a:xfrm>
              <a:off x="994" y="900"/>
              <a:ext cx="13" cy="59"/>
            </a:xfrm>
            <a:custGeom>
              <a:avLst/>
              <a:gdLst>
                <a:gd name="T0" fmla="*/ 21 w 8"/>
                <a:gd name="T1" fmla="*/ 0 h 36"/>
                <a:gd name="T2" fmla="*/ 29 w 8"/>
                <a:gd name="T3" fmla="*/ 62 h 36"/>
                <a:gd name="T4" fmla="*/ 21 w 8"/>
                <a:gd name="T5" fmla="*/ 129 h 36"/>
                <a:gd name="T6" fmla="*/ 0 w 8"/>
                <a:gd name="T7" fmla="*/ 159 h 3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36">
                  <a:moveTo>
                    <a:pt x="5" y="0"/>
                  </a:moveTo>
                  <a:cubicBezTo>
                    <a:pt x="5" y="5"/>
                    <a:pt x="8" y="5"/>
                    <a:pt x="7" y="14"/>
                  </a:cubicBezTo>
                  <a:cubicBezTo>
                    <a:pt x="7" y="23"/>
                    <a:pt x="5" y="26"/>
                    <a:pt x="5" y="29"/>
                  </a:cubicBezTo>
                  <a:cubicBezTo>
                    <a:pt x="4" y="32"/>
                    <a:pt x="2" y="33"/>
                    <a:pt x="0" y="36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474" name="Freeform 292">
              <a:extLst>
                <a:ext uri="{FF2B5EF4-FFF2-40B4-BE49-F238E27FC236}">
                  <a16:creationId xmlns:a16="http://schemas.microsoft.com/office/drawing/2014/main" id="{0BE802A0-8428-4D5E-B7BE-70C669B81DE7}"/>
                </a:ext>
              </a:extLst>
            </p:cNvPr>
            <p:cNvSpPr>
              <a:spLocks/>
            </p:cNvSpPr>
            <p:nvPr/>
          </p:nvSpPr>
          <p:spPr bwMode="auto">
            <a:xfrm>
              <a:off x="982" y="926"/>
              <a:ext cx="12" cy="30"/>
            </a:xfrm>
            <a:custGeom>
              <a:avLst/>
              <a:gdLst>
                <a:gd name="T0" fmla="*/ 0 w 7"/>
                <a:gd name="T1" fmla="*/ 83 h 18"/>
                <a:gd name="T2" fmla="*/ 29 w 7"/>
                <a:gd name="T3" fmla="*/ 47 h 18"/>
                <a:gd name="T4" fmla="*/ 36 w 7"/>
                <a:gd name="T5" fmla="*/ 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8">
                  <a:moveTo>
                    <a:pt x="0" y="18"/>
                  </a:moveTo>
                  <a:cubicBezTo>
                    <a:pt x="3" y="16"/>
                    <a:pt x="6" y="15"/>
                    <a:pt x="6" y="10"/>
                  </a:cubicBezTo>
                  <a:cubicBezTo>
                    <a:pt x="6" y="6"/>
                    <a:pt x="7" y="1"/>
                    <a:pt x="7" y="0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475" name="Freeform 293">
              <a:extLst>
                <a:ext uri="{FF2B5EF4-FFF2-40B4-BE49-F238E27FC236}">
                  <a16:creationId xmlns:a16="http://schemas.microsoft.com/office/drawing/2014/main" id="{874A8EDB-76B3-48FA-8CF7-EF321E770FA6}"/>
                </a:ext>
              </a:extLst>
            </p:cNvPr>
            <p:cNvSpPr>
              <a:spLocks/>
            </p:cNvSpPr>
            <p:nvPr/>
          </p:nvSpPr>
          <p:spPr bwMode="auto">
            <a:xfrm>
              <a:off x="710" y="725"/>
              <a:ext cx="291" cy="396"/>
            </a:xfrm>
            <a:custGeom>
              <a:avLst/>
              <a:gdLst>
                <a:gd name="T0" fmla="*/ 33 w 175"/>
                <a:gd name="T1" fmla="*/ 642 h 240"/>
                <a:gd name="T2" fmla="*/ 91 w 175"/>
                <a:gd name="T3" fmla="*/ 776 h 240"/>
                <a:gd name="T4" fmla="*/ 193 w 175"/>
                <a:gd name="T5" fmla="*/ 931 h 240"/>
                <a:gd name="T6" fmla="*/ 372 w 175"/>
                <a:gd name="T7" fmla="*/ 1073 h 240"/>
                <a:gd name="T8" fmla="*/ 414 w 175"/>
                <a:gd name="T9" fmla="*/ 1073 h 240"/>
                <a:gd name="T10" fmla="*/ 451 w 175"/>
                <a:gd name="T11" fmla="*/ 1073 h 240"/>
                <a:gd name="T12" fmla="*/ 630 w 175"/>
                <a:gd name="T13" fmla="*/ 934 h 240"/>
                <a:gd name="T14" fmla="*/ 722 w 175"/>
                <a:gd name="T15" fmla="*/ 787 h 240"/>
                <a:gd name="T16" fmla="*/ 772 w 175"/>
                <a:gd name="T17" fmla="*/ 634 h 240"/>
                <a:gd name="T18" fmla="*/ 783 w 175"/>
                <a:gd name="T19" fmla="*/ 444 h 240"/>
                <a:gd name="T20" fmla="*/ 401 w 175"/>
                <a:gd name="T21" fmla="*/ 5 h 240"/>
                <a:gd name="T22" fmla="*/ 20 w 175"/>
                <a:gd name="T23" fmla="*/ 436 h 240"/>
                <a:gd name="T24" fmla="*/ 33 w 175"/>
                <a:gd name="T25" fmla="*/ 642 h 24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75" h="240">
                  <a:moveTo>
                    <a:pt x="7" y="143"/>
                  </a:moveTo>
                  <a:cubicBezTo>
                    <a:pt x="10" y="153"/>
                    <a:pt x="16" y="166"/>
                    <a:pt x="20" y="173"/>
                  </a:cubicBezTo>
                  <a:cubicBezTo>
                    <a:pt x="27" y="183"/>
                    <a:pt x="31" y="195"/>
                    <a:pt x="42" y="207"/>
                  </a:cubicBezTo>
                  <a:cubicBezTo>
                    <a:pt x="52" y="219"/>
                    <a:pt x="68" y="236"/>
                    <a:pt x="81" y="239"/>
                  </a:cubicBezTo>
                  <a:cubicBezTo>
                    <a:pt x="85" y="240"/>
                    <a:pt x="87" y="240"/>
                    <a:pt x="90" y="239"/>
                  </a:cubicBezTo>
                  <a:cubicBezTo>
                    <a:pt x="94" y="239"/>
                    <a:pt x="94" y="239"/>
                    <a:pt x="98" y="239"/>
                  </a:cubicBezTo>
                  <a:cubicBezTo>
                    <a:pt x="111" y="237"/>
                    <a:pt x="126" y="220"/>
                    <a:pt x="137" y="208"/>
                  </a:cubicBezTo>
                  <a:cubicBezTo>
                    <a:pt x="148" y="195"/>
                    <a:pt x="153" y="183"/>
                    <a:pt x="157" y="175"/>
                  </a:cubicBezTo>
                  <a:cubicBezTo>
                    <a:pt x="161" y="166"/>
                    <a:pt x="166" y="151"/>
                    <a:pt x="168" y="141"/>
                  </a:cubicBezTo>
                  <a:cubicBezTo>
                    <a:pt x="168" y="141"/>
                    <a:pt x="175" y="121"/>
                    <a:pt x="170" y="99"/>
                  </a:cubicBezTo>
                  <a:cubicBezTo>
                    <a:pt x="168" y="92"/>
                    <a:pt x="169" y="3"/>
                    <a:pt x="87" y="1"/>
                  </a:cubicBezTo>
                  <a:cubicBezTo>
                    <a:pt x="57" y="0"/>
                    <a:pt x="8" y="18"/>
                    <a:pt x="4" y="97"/>
                  </a:cubicBezTo>
                  <a:cubicBezTo>
                    <a:pt x="4" y="97"/>
                    <a:pt x="0" y="119"/>
                    <a:pt x="7" y="143"/>
                  </a:cubicBezTo>
                  <a:close/>
                </a:path>
              </a:pathLst>
            </a:custGeom>
            <a:solidFill>
              <a:srgbClr val="A961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476" name="Freeform 294">
              <a:extLst>
                <a:ext uri="{FF2B5EF4-FFF2-40B4-BE49-F238E27FC236}">
                  <a16:creationId xmlns:a16="http://schemas.microsoft.com/office/drawing/2014/main" id="{1B4DF066-EA1A-4D96-A4BF-3E8F030F5BF9}"/>
                </a:ext>
              </a:extLst>
            </p:cNvPr>
            <p:cNvSpPr>
              <a:spLocks/>
            </p:cNvSpPr>
            <p:nvPr/>
          </p:nvSpPr>
          <p:spPr bwMode="auto">
            <a:xfrm>
              <a:off x="710" y="725"/>
              <a:ext cx="291" cy="396"/>
            </a:xfrm>
            <a:custGeom>
              <a:avLst/>
              <a:gdLst>
                <a:gd name="T0" fmla="*/ 33 w 175"/>
                <a:gd name="T1" fmla="*/ 642 h 240"/>
                <a:gd name="T2" fmla="*/ 91 w 175"/>
                <a:gd name="T3" fmla="*/ 776 h 240"/>
                <a:gd name="T4" fmla="*/ 193 w 175"/>
                <a:gd name="T5" fmla="*/ 931 h 240"/>
                <a:gd name="T6" fmla="*/ 372 w 175"/>
                <a:gd name="T7" fmla="*/ 1073 h 240"/>
                <a:gd name="T8" fmla="*/ 414 w 175"/>
                <a:gd name="T9" fmla="*/ 1073 h 240"/>
                <a:gd name="T10" fmla="*/ 451 w 175"/>
                <a:gd name="T11" fmla="*/ 1073 h 240"/>
                <a:gd name="T12" fmla="*/ 630 w 175"/>
                <a:gd name="T13" fmla="*/ 934 h 240"/>
                <a:gd name="T14" fmla="*/ 722 w 175"/>
                <a:gd name="T15" fmla="*/ 787 h 240"/>
                <a:gd name="T16" fmla="*/ 772 w 175"/>
                <a:gd name="T17" fmla="*/ 634 h 240"/>
                <a:gd name="T18" fmla="*/ 783 w 175"/>
                <a:gd name="T19" fmla="*/ 444 h 240"/>
                <a:gd name="T20" fmla="*/ 401 w 175"/>
                <a:gd name="T21" fmla="*/ 5 h 240"/>
                <a:gd name="T22" fmla="*/ 20 w 175"/>
                <a:gd name="T23" fmla="*/ 436 h 240"/>
                <a:gd name="T24" fmla="*/ 33 w 175"/>
                <a:gd name="T25" fmla="*/ 642 h 24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75" h="240">
                  <a:moveTo>
                    <a:pt x="7" y="143"/>
                  </a:moveTo>
                  <a:cubicBezTo>
                    <a:pt x="10" y="153"/>
                    <a:pt x="16" y="166"/>
                    <a:pt x="20" y="173"/>
                  </a:cubicBezTo>
                  <a:cubicBezTo>
                    <a:pt x="27" y="183"/>
                    <a:pt x="31" y="195"/>
                    <a:pt x="42" y="207"/>
                  </a:cubicBezTo>
                  <a:cubicBezTo>
                    <a:pt x="52" y="219"/>
                    <a:pt x="68" y="236"/>
                    <a:pt x="81" y="239"/>
                  </a:cubicBezTo>
                  <a:cubicBezTo>
                    <a:pt x="85" y="240"/>
                    <a:pt x="87" y="240"/>
                    <a:pt x="90" y="239"/>
                  </a:cubicBezTo>
                  <a:cubicBezTo>
                    <a:pt x="94" y="239"/>
                    <a:pt x="94" y="239"/>
                    <a:pt x="98" y="239"/>
                  </a:cubicBezTo>
                  <a:cubicBezTo>
                    <a:pt x="111" y="237"/>
                    <a:pt x="126" y="220"/>
                    <a:pt x="137" y="208"/>
                  </a:cubicBezTo>
                  <a:cubicBezTo>
                    <a:pt x="148" y="195"/>
                    <a:pt x="153" y="183"/>
                    <a:pt x="157" y="175"/>
                  </a:cubicBezTo>
                  <a:cubicBezTo>
                    <a:pt x="161" y="166"/>
                    <a:pt x="166" y="151"/>
                    <a:pt x="168" y="141"/>
                  </a:cubicBezTo>
                  <a:cubicBezTo>
                    <a:pt x="168" y="141"/>
                    <a:pt x="175" y="121"/>
                    <a:pt x="170" y="99"/>
                  </a:cubicBezTo>
                  <a:cubicBezTo>
                    <a:pt x="168" y="92"/>
                    <a:pt x="169" y="3"/>
                    <a:pt x="87" y="1"/>
                  </a:cubicBezTo>
                  <a:cubicBezTo>
                    <a:pt x="57" y="0"/>
                    <a:pt x="8" y="18"/>
                    <a:pt x="4" y="97"/>
                  </a:cubicBezTo>
                  <a:cubicBezTo>
                    <a:pt x="4" y="97"/>
                    <a:pt x="0" y="119"/>
                    <a:pt x="7" y="143"/>
                  </a:cubicBezTo>
                  <a:close/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477" name="Freeform 295">
              <a:extLst>
                <a:ext uri="{FF2B5EF4-FFF2-40B4-BE49-F238E27FC236}">
                  <a16:creationId xmlns:a16="http://schemas.microsoft.com/office/drawing/2014/main" id="{AD3F7122-AA26-4C91-BE05-558DD3B3E9AD}"/>
                </a:ext>
              </a:extLst>
            </p:cNvPr>
            <p:cNvSpPr>
              <a:spLocks/>
            </p:cNvSpPr>
            <p:nvPr/>
          </p:nvSpPr>
          <p:spPr bwMode="auto">
            <a:xfrm>
              <a:off x="796" y="1022"/>
              <a:ext cx="122" cy="43"/>
            </a:xfrm>
            <a:custGeom>
              <a:avLst/>
              <a:gdLst>
                <a:gd name="T0" fmla="*/ 0 w 73"/>
                <a:gd name="T1" fmla="*/ 41 h 26"/>
                <a:gd name="T2" fmla="*/ 70 w 73"/>
                <a:gd name="T3" fmla="*/ 22 h 26"/>
                <a:gd name="T4" fmla="*/ 154 w 73"/>
                <a:gd name="T5" fmla="*/ 8 h 26"/>
                <a:gd name="T6" fmla="*/ 174 w 73"/>
                <a:gd name="T7" fmla="*/ 20 h 26"/>
                <a:gd name="T8" fmla="*/ 201 w 73"/>
                <a:gd name="T9" fmla="*/ 8 h 26"/>
                <a:gd name="T10" fmla="*/ 249 w 73"/>
                <a:gd name="T11" fmla="*/ 13 h 26"/>
                <a:gd name="T12" fmla="*/ 341 w 73"/>
                <a:gd name="T13" fmla="*/ 41 h 26"/>
                <a:gd name="T14" fmla="*/ 299 w 73"/>
                <a:gd name="T15" fmla="*/ 83 h 26"/>
                <a:gd name="T16" fmla="*/ 182 w 73"/>
                <a:gd name="T17" fmla="*/ 112 h 26"/>
                <a:gd name="T18" fmla="*/ 84 w 73"/>
                <a:gd name="T19" fmla="*/ 99 h 26"/>
                <a:gd name="T20" fmla="*/ 0 w 73"/>
                <a:gd name="T21" fmla="*/ 41 h 2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3" h="26">
                  <a:moveTo>
                    <a:pt x="0" y="9"/>
                  </a:moveTo>
                  <a:cubicBezTo>
                    <a:pt x="0" y="9"/>
                    <a:pt x="5" y="12"/>
                    <a:pt x="15" y="5"/>
                  </a:cubicBezTo>
                  <a:cubicBezTo>
                    <a:pt x="20" y="2"/>
                    <a:pt x="28" y="0"/>
                    <a:pt x="33" y="2"/>
                  </a:cubicBezTo>
                  <a:cubicBezTo>
                    <a:pt x="38" y="4"/>
                    <a:pt x="37" y="4"/>
                    <a:pt x="37" y="4"/>
                  </a:cubicBezTo>
                  <a:cubicBezTo>
                    <a:pt x="37" y="4"/>
                    <a:pt x="40" y="3"/>
                    <a:pt x="43" y="2"/>
                  </a:cubicBezTo>
                  <a:cubicBezTo>
                    <a:pt x="46" y="1"/>
                    <a:pt x="50" y="2"/>
                    <a:pt x="53" y="3"/>
                  </a:cubicBezTo>
                  <a:cubicBezTo>
                    <a:pt x="56" y="4"/>
                    <a:pt x="64" y="11"/>
                    <a:pt x="73" y="9"/>
                  </a:cubicBezTo>
                  <a:cubicBezTo>
                    <a:pt x="73" y="9"/>
                    <a:pt x="70" y="13"/>
                    <a:pt x="64" y="18"/>
                  </a:cubicBezTo>
                  <a:cubicBezTo>
                    <a:pt x="57" y="23"/>
                    <a:pt x="46" y="25"/>
                    <a:pt x="39" y="25"/>
                  </a:cubicBezTo>
                  <a:cubicBezTo>
                    <a:pt x="32" y="26"/>
                    <a:pt x="22" y="23"/>
                    <a:pt x="18" y="22"/>
                  </a:cubicBezTo>
                  <a:cubicBezTo>
                    <a:pt x="8" y="18"/>
                    <a:pt x="7" y="12"/>
                    <a:pt x="0" y="9"/>
                  </a:cubicBezTo>
                  <a:close/>
                </a:path>
              </a:pathLst>
            </a:custGeom>
            <a:solidFill>
              <a:srgbClr val="C17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478" name="Freeform 296">
              <a:extLst>
                <a:ext uri="{FF2B5EF4-FFF2-40B4-BE49-F238E27FC236}">
                  <a16:creationId xmlns:a16="http://schemas.microsoft.com/office/drawing/2014/main" id="{134BEEB4-8621-4D23-91DB-772DDC37BBD1}"/>
                </a:ext>
              </a:extLst>
            </p:cNvPr>
            <p:cNvSpPr>
              <a:spLocks/>
            </p:cNvSpPr>
            <p:nvPr/>
          </p:nvSpPr>
          <p:spPr bwMode="auto">
            <a:xfrm>
              <a:off x="793" y="1015"/>
              <a:ext cx="128" cy="30"/>
            </a:xfrm>
            <a:custGeom>
              <a:avLst/>
              <a:gdLst>
                <a:gd name="T0" fmla="*/ 180 w 77"/>
                <a:gd name="T1" fmla="*/ 37 h 18"/>
                <a:gd name="T2" fmla="*/ 354 w 77"/>
                <a:gd name="T3" fmla="*/ 55 h 18"/>
                <a:gd name="T4" fmla="*/ 313 w 77"/>
                <a:gd name="T5" fmla="*/ 55 h 18"/>
                <a:gd name="T6" fmla="*/ 266 w 77"/>
                <a:gd name="T7" fmla="*/ 37 h 18"/>
                <a:gd name="T8" fmla="*/ 183 w 77"/>
                <a:gd name="T9" fmla="*/ 33 h 18"/>
                <a:gd name="T10" fmla="*/ 183 w 77"/>
                <a:gd name="T11" fmla="*/ 33 h 18"/>
                <a:gd name="T12" fmla="*/ 96 w 77"/>
                <a:gd name="T13" fmla="*/ 33 h 18"/>
                <a:gd name="T14" fmla="*/ 50 w 77"/>
                <a:gd name="T15" fmla="*/ 50 h 18"/>
                <a:gd name="T16" fmla="*/ 0 w 77"/>
                <a:gd name="T17" fmla="*/ 55 h 18"/>
                <a:gd name="T18" fmla="*/ 180 w 77"/>
                <a:gd name="T19" fmla="*/ 37 h 1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7" h="18">
                  <a:moveTo>
                    <a:pt x="39" y="8"/>
                  </a:moveTo>
                  <a:cubicBezTo>
                    <a:pt x="52" y="0"/>
                    <a:pt x="63" y="18"/>
                    <a:pt x="77" y="12"/>
                  </a:cubicBezTo>
                  <a:cubicBezTo>
                    <a:pt x="74" y="13"/>
                    <a:pt x="71" y="13"/>
                    <a:pt x="68" y="12"/>
                  </a:cubicBezTo>
                  <a:cubicBezTo>
                    <a:pt x="65" y="10"/>
                    <a:pt x="62" y="9"/>
                    <a:pt x="58" y="8"/>
                  </a:cubicBezTo>
                  <a:cubicBezTo>
                    <a:pt x="51" y="5"/>
                    <a:pt x="47" y="5"/>
                    <a:pt x="40" y="7"/>
                  </a:cubicBezTo>
                  <a:cubicBezTo>
                    <a:pt x="40" y="7"/>
                    <a:pt x="40" y="7"/>
                    <a:pt x="40" y="7"/>
                  </a:cubicBezTo>
                  <a:cubicBezTo>
                    <a:pt x="32" y="5"/>
                    <a:pt x="29" y="5"/>
                    <a:pt x="21" y="7"/>
                  </a:cubicBezTo>
                  <a:cubicBezTo>
                    <a:pt x="18" y="9"/>
                    <a:pt x="14" y="10"/>
                    <a:pt x="11" y="11"/>
                  </a:cubicBezTo>
                  <a:cubicBezTo>
                    <a:pt x="8" y="13"/>
                    <a:pt x="4" y="14"/>
                    <a:pt x="0" y="12"/>
                  </a:cubicBezTo>
                  <a:cubicBezTo>
                    <a:pt x="12" y="18"/>
                    <a:pt x="26" y="0"/>
                    <a:pt x="39" y="8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479" name="Freeform 297">
              <a:extLst>
                <a:ext uri="{FF2B5EF4-FFF2-40B4-BE49-F238E27FC236}">
                  <a16:creationId xmlns:a16="http://schemas.microsoft.com/office/drawing/2014/main" id="{0C547FAD-25BF-438F-A58F-61D55F823AE1}"/>
                </a:ext>
              </a:extLst>
            </p:cNvPr>
            <p:cNvSpPr>
              <a:spLocks/>
            </p:cNvSpPr>
            <p:nvPr/>
          </p:nvSpPr>
          <p:spPr bwMode="auto">
            <a:xfrm>
              <a:off x="806" y="1045"/>
              <a:ext cx="102" cy="46"/>
            </a:xfrm>
            <a:custGeom>
              <a:avLst/>
              <a:gdLst>
                <a:gd name="T0" fmla="*/ 0 w 61"/>
                <a:gd name="T1" fmla="*/ 0 h 28"/>
                <a:gd name="T2" fmla="*/ 286 w 61"/>
                <a:gd name="T3" fmla="*/ 5 h 28"/>
                <a:gd name="T4" fmla="*/ 0 w 61"/>
                <a:gd name="T5" fmla="*/ 0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1" h="28">
                  <a:moveTo>
                    <a:pt x="0" y="0"/>
                  </a:moveTo>
                  <a:cubicBezTo>
                    <a:pt x="0" y="0"/>
                    <a:pt x="31" y="24"/>
                    <a:pt x="61" y="1"/>
                  </a:cubicBezTo>
                  <a:cubicBezTo>
                    <a:pt x="61" y="1"/>
                    <a:pt x="35" y="28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480" name="Freeform 298">
              <a:extLst>
                <a:ext uri="{FF2B5EF4-FFF2-40B4-BE49-F238E27FC236}">
                  <a16:creationId xmlns:a16="http://schemas.microsoft.com/office/drawing/2014/main" id="{6D22A029-8B30-4870-827A-D750B3D41D21}"/>
                </a:ext>
              </a:extLst>
            </p:cNvPr>
            <p:cNvSpPr>
              <a:spLocks/>
            </p:cNvSpPr>
            <p:nvPr/>
          </p:nvSpPr>
          <p:spPr bwMode="auto">
            <a:xfrm>
              <a:off x="806" y="1040"/>
              <a:ext cx="103" cy="10"/>
            </a:xfrm>
            <a:custGeom>
              <a:avLst/>
              <a:gdLst>
                <a:gd name="T0" fmla="*/ 0 w 62"/>
                <a:gd name="T1" fmla="*/ 0 h 6"/>
                <a:gd name="T2" fmla="*/ 284 w 62"/>
                <a:gd name="T3" fmla="*/ 0 h 6"/>
                <a:gd name="T4" fmla="*/ 0 w 62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2" h="6">
                  <a:moveTo>
                    <a:pt x="0" y="0"/>
                  </a:moveTo>
                  <a:cubicBezTo>
                    <a:pt x="0" y="0"/>
                    <a:pt x="35" y="5"/>
                    <a:pt x="62" y="0"/>
                  </a:cubicBezTo>
                  <a:cubicBezTo>
                    <a:pt x="62" y="0"/>
                    <a:pt x="41" y="6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481" name="Freeform 299">
              <a:extLst>
                <a:ext uri="{FF2B5EF4-FFF2-40B4-BE49-F238E27FC236}">
                  <a16:creationId xmlns:a16="http://schemas.microsoft.com/office/drawing/2014/main" id="{AC25BE07-180B-49C0-A11F-E8548DE0AFFB}"/>
                </a:ext>
              </a:extLst>
            </p:cNvPr>
            <p:cNvSpPr>
              <a:spLocks/>
            </p:cNvSpPr>
            <p:nvPr/>
          </p:nvSpPr>
          <p:spPr bwMode="auto">
            <a:xfrm>
              <a:off x="730" y="850"/>
              <a:ext cx="94" cy="32"/>
            </a:xfrm>
            <a:custGeom>
              <a:avLst/>
              <a:gdLst>
                <a:gd name="T0" fmla="*/ 0 w 57"/>
                <a:gd name="T1" fmla="*/ 91 h 19"/>
                <a:gd name="T2" fmla="*/ 251 w 57"/>
                <a:gd name="T3" fmla="*/ 71 h 19"/>
                <a:gd name="T4" fmla="*/ 234 w 57"/>
                <a:gd name="T5" fmla="*/ 76 h 19"/>
                <a:gd name="T6" fmla="*/ 0 w 57"/>
                <a:gd name="T7" fmla="*/ 91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7" h="19">
                  <a:moveTo>
                    <a:pt x="0" y="19"/>
                  </a:moveTo>
                  <a:cubicBezTo>
                    <a:pt x="16" y="0"/>
                    <a:pt x="56" y="15"/>
                    <a:pt x="56" y="15"/>
                  </a:cubicBezTo>
                  <a:cubicBezTo>
                    <a:pt x="56" y="15"/>
                    <a:pt x="57" y="18"/>
                    <a:pt x="52" y="16"/>
                  </a:cubicBezTo>
                  <a:cubicBezTo>
                    <a:pt x="48" y="14"/>
                    <a:pt x="17" y="3"/>
                    <a:pt x="0" y="19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482" name="Freeform 300">
              <a:extLst>
                <a:ext uri="{FF2B5EF4-FFF2-40B4-BE49-F238E27FC236}">
                  <a16:creationId xmlns:a16="http://schemas.microsoft.com/office/drawing/2014/main" id="{85B0055D-B4B1-4CA5-9E0D-6B48DAADF1BA}"/>
                </a:ext>
              </a:extLst>
            </p:cNvPr>
            <p:cNvSpPr>
              <a:spLocks/>
            </p:cNvSpPr>
            <p:nvPr/>
          </p:nvSpPr>
          <p:spPr bwMode="auto">
            <a:xfrm>
              <a:off x="735" y="888"/>
              <a:ext cx="96" cy="43"/>
            </a:xfrm>
            <a:custGeom>
              <a:avLst/>
              <a:gdLst>
                <a:gd name="T0" fmla="*/ 0 w 58"/>
                <a:gd name="T1" fmla="*/ 55 h 26"/>
                <a:gd name="T2" fmla="*/ 146 w 58"/>
                <a:gd name="T3" fmla="*/ 22 h 26"/>
                <a:gd name="T4" fmla="*/ 235 w 58"/>
                <a:gd name="T5" fmla="*/ 99 h 26"/>
                <a:gd name="T6" fmla="*/ 154 w 58"/>
                <a:gd name="T7" fmla="*/ 112 h 26"/>
                <a:gd name="T8" fmla="*/ 0 w 58"/>
                <a:gd name="T9" fmla="*/ 55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8" h="26">
                  <a:moveTo>
                    <a:pt x="0" y="12"/>
                  </a:moveTo>
                  <a:cubicBezTo>
                    <a:pt x="0" y="12"/>
                    <a:pt x="15" y="0"/>
                    <a:pt x="32" y="5"/>
                  </a:cubicBezTo>
                  <a:cubicBezTo>
                    <a:pt x="48" y="10"/>
                    <a:pt x="58" y="19"/>
                    <a:pt x="52" y="22"/>
                  </a:cubicBezTo>
                  <a:cubicBezTo>
                    <a:pt x="46" y="25"/>
                    <a:pt x="39" y="23"/>
                    <a:pt x="34" y="25"/>
                  </a:cubicBezTo>
                  <a:cubicBezTo>
                    <a:pt x="29" y="26"/>
                    <a:pt x="4" y="22"/>
                    <a:pt x="0" y="12"/>
                  </a:cubicBezTo>
                  <a:close/>
                </a:path>
              </a:pathLst>
            </a:custGeom>
            <a:solidFill>
              <a:srgbClr val="603A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483" name="Freeform 301">
              <a:extLst>
                <a:ext uri="{FF2B5EF4-FFF2-40B4-BE49-F238E27FC236}">
                  <a16:creationId xmlns:a16="http://schemas.microsoft.com/office/drawing/2014/main" id="{360FAC5D-8CD4-4EF3-A033-10E26EB7DC67}"/>
                </a:ext>
              </a:extLst>
            </p:cNvPr>
            <p:cNvSpPr>
              <a:spLocks/>
            </p:cNvSpPr>
            <p:nvPr/>
          </p:nvSpPr>
          <p:spPr bwMode="auto">
            <a:xfrm>
              <a:off x="741" y="897"/>
              <a:ext cx="82" cy="31"/>
            </a:xfrm>
            <a:custGeom>
              <a:avLst/>
              <a:gdLst>
                <a:gd name="T0" fmla="*/ 0 w 49"/>
                <a:gd name="T1" fmla="*/ 34 h 19"/>
                <a:gd name="T2" fmla="*/ 112 w 49"/>
                <a:gd name="T3" fmla="*/ 8 h 19"/>
                <a:gd name="T4" fmla="*/ 208 w 49"/>
                <a:gd name="T5" fmla="*/ 47 h 19"/>
                <a:gd name="T6" fmla="*/ 201 w 49"/>
                <a:gd name="T7" fmla="*/ 69 h 19"/>
                <a:gd name="T8" fmla="*/ 126 w 49"/>
                <a:gd name="T9" fmla="*/ 75 h 19"/>
                <a:gd name="T10" fmla="*/ 0 w 49"/>
                <a:gd name="T11" fmla="*/ 34 h 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9" h="19">
                  <a:moveTo>
                    <a:pt x="0" y="8"/>
                  </a:moveTo>
                  <a:cubicBezTo>
                    <a:pt x="6" y="5"/>
                    <a:pt x="11" y="0"/>
                    <a:pt x="24" y="2"/>
                  </a:cubicBezTo>
                  <a:cubicBezTo>
                    <a:pt x="36" y="3"/>
                    <a:pt x="41" y="10"/>
                    <a:pt x="44" y="11"/>
                  </a:cubicBezTo>
                  <a:cubicBezTo>
                    <a:pt x="49" y="12"/>
                    <a:pt x="46" y="15"/>
                    <a:pt x="43" y="16"/>
                  </a:cubicBezTo>
                  <a:cubicBezTo>
                    <a:pt x="39" y="17"/>
                    <a:pt x="31" y="16"/>
                    <a:pt x="27" y="17"/>
                  </a:cubicBezTo>
                  <a:cubicBezTo>
                    <a:pt x="22" y="19"/>
                    <a:pt x="9" y="14"/>
                    <a:pt x="0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484" name="Freeform 302">
              <a:extLst>
                <a:ext uri="{FF2B5EF4-FFF2-40B4-BE49-F238E27FC236}">
                  <a16:creationId xmlns:a16="http://schemas.microsoft.com/office/drawing/2014/main" id="{B566F962-1060-4C0E-813A-FF44588BFCA0}"/>
                </a:ext>
              </a:extLst>
            </p:cNvPr>
            <p:cNvSpPr>
              <a:spLocks/>
            </p:cNvSpPr>
            <p:nvPr/>
          </p:nvSpPr>
          <p:spPr bwMode="auto">
            <a:xfrm>
              <a:off x="763" y="898"/>
              <a:ext cx="32" cy="28"/>
            </a:xfrm>
            <a:custGeom>
              <a:avLst/>
              <a:gdLst>
                <a:gd name="T0" fmla="*/ 54 w 19"/>
                <a:gd name="T1" fmla="*/ 5 h 17"/>
                <a:gd name="T2" fmla="*/ 20 w 19"/>
                <a:gd name="T3" fmla="*/ 5 h 17"/>
                <a:gd name="T4" fmla="*/ 5 w 19"/>
                <a:gd name="T5" fmla="*/ 33 h 17"/>
                <a:gd name="T6" fmla="*/ 22 w 19"/>
                <a:gd name="T7" fmla="*/ 71 h 17"/>
                <a:gd name="T8" fmla="*/ 54 w 19"/>
                <a:gd name="T9" fmla="*/ 76 h 17"/>
                <a:gd name="T10" fmla="*/ 91 w 19"/>
                <a:gd name="T11" fmla="*/ 35 h 17"/>
                <a:gd name="T12" fmla="*/ 71 w 19"/>
                <a:gd name="T13" fmla="*/ 5 h 17"/>
                <a:gd name="T14" fmla="*/ 54 w 19"/>
                <a:gd name="T15" fmla="*/ 5 h 1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9" h="17">
                  <a:moveTo>
                    <a:pt x="11" y="1"/>
                  </a:moveTo>
                  <a:cubicBezTo>
                    <a:pt x="5" y="0"/>
                    <a:pt x="5" y="0"/>
                    <a:pt x="4" y="1"/>
                  </a:cubicBezTo>
                  <a:cubicBezTo>
                    <a:pt x="2" y="3"/>
                    <a:pt x="1" y="5"/>
                    <a:pt x="1" y="7"/>
                  </a:cubicBezTo>
                  <a:cubicBezTo>
                    <a:pt x="0" y="11"/>
                    <a:pt x="2" y="14"/>
                    <a:pt x="5" y="16"/>
                  </a:cubicBezTo>
                  <a:cubicBezTo>
                    <a:pt x="8" y="16"/>
                    <a:pt x="9" y="17"/>
                    <a:pt x="11" y="17"/>
                  </a:cubicBezTo>
                  <a:cubicBezTo>
                    <a:pt x="15" y="16"/>
                    <a:pt x="19" y="13"/>
                    <a:pt x="19" y="8"/>
                  </a:cubicBezTo>
                  <a:cubicBezTo>
                    <a:pt x="19" y="5"/>
                    <a:pt x="18" y="3"/>
                    <a:pt x="15" y="1"/>
                  </a:cubicBezTo>
                  <a:cubicBezTo>
                    <a:pt x="14" y="1"/>
                    <a:pt x="13" y="0"/>
                    <a:pt x="11" y="1"/>
                  </a:cubicBezTo>
                </a:path>
              </a:pathLst>
            </a:custGeom>
            <a:solidFill>
              <a:srgbClr val="2A100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485" name="Freeform 303">
              <a:extLst>
                <a:ext uri="{FF2B5EF4-FFF2-40B4-BE49-F238E27FC236}">
                  <a16:creationId xmlns:a16="http://schemas.microsoft.com/office/drawing/2014/main" id="{CA75F897-B83D-45FB-952F-DCFD2EF9CD45}"/>
                </a:ext>
              </a:extLst>
            </p:cNvPr>
            <p:cNvSpPr>
              <a:spLocks/>
            </p:cNvSpPr>
            <p:nvPr/>
          </p:nvSpPr>
          <p:spPr bwMode="auto">
            <a:xfrm>
              <a:off x="741" y="895"/>
              <a:ext cx="82" cy="33"/>
            </a:xfrm>
            <a:custGeom>
              <a:avLst/>
              <a:gdLst>
                <a:gd name="T0" fmla="*/ 0 w 49"/>
                <a:gd name="T1" fmla="*/ 41 h 20"/>
                <a:gd name="T2" fmla="*/ 112 w 49"/>
                <a:gd name="T3" fmla="*/ 13 h 20"/>
                <a:gd name="T4" fmla="*/ 208 w 49"/>
                <a:gd name="T5" fmla="*/ 54 h 20"/>
                <a:gd name="T6" fmla="*/ 201 w 49"/>
                <a:gd name="T7" fmla="*/ 76 h 20"/>
                <a:gd name="T8" fmla="*/ 126 w 49"/>
                <a:gd name="T9" fmla="*/ 83 h 20"/>
                <a:gd name="T10" fmla="*/ 0 w 49"/>
                <a:gd name="T11" fmla="*/ 41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9" h="20">
                  <a:moveTo>
                    <a:pt x="0" y="9"/>
                  </a:moveTo>
                  <a:cubicBezTo>
                    <a:pt x="6" y="6"/>
                    <a:pt x="12" y="0"/>
                    <a:pt x="24" y="3"/>
                  </a:cubicBezTo>
                  <a:cubicBezTo>
                    <a:pt x="36" y="5"/>
                    <a:pt x="41" y="11"/>
                    <a:pt x="44" y="12"/>
                  </a:cubicBezTo>
                  <a:cubicBezTo>
                    <a:pt x="49" y="13"/>
                    <a:pt x="46" y="16"/>
                    <a:pt x="43" y="17"/>
                  </a:cubicBezTo>
                  <a:cubicBezTo>
                    <a:pt x="39" y="18"/>
                    <a:pt x="31" y="17"/>
                    <a:pt x="27" y="18"/>
                  </a:cubicBezTo>
                  <a:cubicBezTo>
                    <a:pt x="22" y="20"/>
                    <a:pt x="9" y="15"/>
                    <a:pt x="0" y="9"/>
                  </a:cubicBezTo>
                  <a:close/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486" name="Oval 304">
              <a:extLst>
                <a:ext uri="{FF2B5EF4-FFF2-40B4-BE49-F238E27FC236}">
                  <a16:creationId xmlns:a16="http://schemas.microsoft.com/office/drawing/2014/main" id="{21462490-0D85-43FB-90EF-639BEB2CB1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6" y="908"/>
              <a:ext cx="7" cy="7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487" name="Oval 305">
              <a:extLst>
                <a:ext uri="{FF2B5EF4-FFF2-40B4-BE49-F238E27FC236}">
                  <a16:creationId xmlns:a16="http://schemas.microsoft.com/office/drawing/2014/main" id="{D794C27B-8130-45F9-9F86-46F0D5139B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6" y="908"/>
              <a:ext cx="7" cy="7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488" name="Freeform 306">
              <a:extLst>
                <a:ext uri="{FF2B5EF4-FFF2-40B4-BE49-F238E27FC236}">
                  <a16:creationId xmlns:a16="http://schemas.microsoft.com/office/drawing/2014/main" id="{01D6B678-B272-4125-AF50-CA9453059C83}"/>
                </a:ext>
              </a:extLst>
            </p:cNvPr>
            <p:cNvSpPr>
              <a:spLocks/>
            </p:cNvSpPr>
            <p:nvPr/>
          </p:nvSpPr>
          <p:spPr bwMode="auto">
            <a:xfrm>
              <a:off x="741" y="878"/>
              <a:ext cx="77" cy="30"/>
            </a:xfrm>
            <a:custGeom>
              <a:avLst/>
              <a:gdLst>
                <a:gd name="T0" fmla="*/ 216 w 46"/>
                <a:gd name="T1" fmla="*/ 83 h 18"/>
                <a:gd name="T2" fmla="*/ 0 w 46"/>
                <a:gd name="T3" fmla="*/ 50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6" h="18">
                  <a:moveTo>
                    <a:pt x="46" y="18"/>
                  </a:moveTo>
                  <a:cubicBezTo>
                    <a:pt x="35" y="8"/>
                    <a:pt x="9" y="0"/>
                    <a:pt x="0" y="11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489" name="Freeform 307">
              <a:extLst>
                <a:ext uri="{FF2B5EF4-FFF2-40B4-BE49-F238E27FC236}">
                  <a16:creationId xmlns:a16="http://schemas.microsoft.com/office/drawing/2014/main" id="{6E93CE3B-6565-400B-B5C9-83C286E166DC}"/>
                </a:ext>
              </a:extLst>
            </p:cNvPr>
            <p:cNvSpPr>
              <a:spLocks/>
            </p:cNvSpPr>
            <p:nvPr/>
          </p:nvSpPr>
          <p:spPr bwMode="auto">
            <a:xfrm>
              <a:off x="771" y="905"/>
              <a:ext cx="7" cy="6"/>
            </a:xfrm>
            <a:custGeom>
              <a:avLst/>
              <a:gdLst>
                <a:gd name="T0" fmla="*/ 21 w 4"/>
                <a:gd name="T1" fmla="*/ 8 h 4"/>
                <a:gd name="T2" fmla="*/ 12 w 4"/>
                <a:gd name="T3" fmla="*/ 0 h 4"/>
                <a:gd name="T4" fmla="*/ 0 w 4"/>
                <a:gd name="T5" fmla="*/ 8 h 4"/>
                <a:gd name="T6" fmla="*/ 12 w 4"/>
                <a:gd name="T7" fmla="*/ 14 h 4"/>
                <a:gd name="T8" fmla="*/ 21 w 4"/>
                <a:gd name="T9" fmla="*/ 8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4" y="2"/>
                  </a:moveTo>
                  <a:cubicBezTo>
                    <a:pt x="4" y="1"/>
                    <a:pt x="3" y="0"/>
                    <a:pt x="2" y="0"/>
                  </a:cubicBezTo>
                  <a:cubicBezTo>
                    <a:pt x="1" y="0"/>
                    <a:pt x="0" y="0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ubicBezTo>
                    <a:pt x="3" y="4"/>
                    <a:pt x="4" y="3"/>
                    <a:pt x="4" y="2"/>
                  </a:cubicBezTo>
                </a:path>
              </a:pathLst>
            </a:custGeom>
            <a:solidFill>
              <a:srgbClr val="E5AF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490" name="Freeform 308">
              <a:extLst>
                <a:ext uri="{FF2B5EF4-FFF2-40B4-BE49-F238E27FC236}">
                  <a16:creationId xmlns:a16="http://schemas.microsoft.com/office/drawing/2014/main" id="{A808E423-5414-4D10-B020-DFC6A5FCD3AB}"/>
                </a:ext>
              </a:extLst>
            </p:cNvPr>
            <p:cNvSpPr>
              <a:spLocks/>
            </p:cNvSpPr>
            <p:nvPr/>
          </p:nvSpPr>
          <p:spPr bwMode="auto">
            <a:xfrm>
              <a:off x="736" y="903"/>
              <a:ext cx="10" cy="3"/>
            </a:xfrm>
            <a:custGeom>
              <a:avLst/>
              <a:gdLst>
                <a:gd name="T0" fmla="*/ 28 w 6"/>
                <a:gd name="T1" fmla="*/ 8 h 2"/>
                <a:gd name="T2" fmla="*/ 0 w 6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">
                  <a:moveTo>
                    <a:pt x="6" y="2"/>
                  </a:moveTo>
                  <a:cubicBezTo>
                    <a:pt x="4" y="2"/>
                    <a:pt x="2" y="1"/>
                    <a:pt x="0" y="0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491" name="Freeform 309">
              <a:extLst>
                <a:ext uri="{FF2B5EF4-FFF2-40B4-BE49-F238E27FC236}">
                  <a16:creationId xmlns:a16="http://schemas.microsoft.com/office/drawing/2014/main" id="{04EBA19E-2270-48B9-8D2F-D6D1377E7946}"/>
                </a:ext>
              </a:extLst>
            </p:cNvPr>
            <p:cNvSpPr>
              <a:spLocks/>
            </p:cNvSpPr>
            <p:nvPr/>
          </p:nvSpPr>
          <p:spPr bwMode="auto">
            <a:xfrm>
              <a:off x="743" y="901"/>
              <a:ext cx="10" cy="2"/>
            </a:xfrm>
            <a:custGeom>
              <a:avLst/>
              <a:gdLst>
                <a:gd name="T0" fmla="*/ 28 w 6"/>
                <a:gd name="T1" fmla="*/ 8 h 1"/>
                <a:gd name="T2" fmla="*/ 0 w 6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">
                  <a:moveTo>
                    <a:pt x="6" y="1"/>
                  </a:moveTo>
                  <a:cubicBezTo>
                    <a:pt x="4" y="1"/>
                    <a:pt x="2" y="0"/>
                    <a:pt x="0" y="0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492" name="Freeform 310">
              <a:extLst>
                <a:ext uri="{FF2B5EF4-FFF2-40B4-BE49-F238E27FC236}">
                  <a16:creationId xmlns:a16="http://schemas.microsoft.com/office/drawing/2014/main" id="{3062F898-C91F-4D0C-AD05-F4C8EDAE6AC4}"/>
                </a:ext>
              </a:extLst>
            </p:cNvPr>
            <p:cNvSpPr>
              <a:spLocks/>
            </p:cNvSpPr>
            <p:nvPr/>
          </p:nvSpPr>
          <p:spPr bwMode="auto">
            <a:xfrm>
              <a:off x="748" y="898"/>
              <a:ext cx="10" cy="3"/>
            </a:xfrm>
            <a:custGeom>
              <a:avLst/>
              <a:gdLst>
                <a:gd name="T0" fmla="*/ 28 w 6"/>
                <a:gd name="T1" fmla="*/ 8 h 2"/>
                <a:gd name="T2" fmla="*/ 0 w 6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">
                  <a:moveTo>
                    <a:pt x="6" y="2"/>
                  </a:moveTo>
                  <a:cubicBezTo>
                    <a:pt x="4" y="1"/>
                    <a:pt x="2" y="0"/>
                    <a:pt x="0" y="0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493" name="Freeform 311">
              <a:extLst>
                <a:ext uri="{FF2B5EF4-FFF2-40B4-BE49-F238E27FC236}">
                  <a16:creationId xmlns:a16="http://schemas.microsoft.com/office/drawing/2014/main" id="{6547426E-2D66-424E-A209-930D38473726}"/>
                </a:ext>
              </a:extLst>
            </p:cNvPr>
            <p:cNvSpPr>
              <a:spLocks/>
            </p:cNvSpPr>
            <p:nvPr/>
          </p:nvSpPr>
          <p:spPr bwMode="auto">
            <a:xfrm>
              <a:off x="888" y="849"/>
              <a:ext cx="94" cy="33"/>
            </a:xfrm>
            <a:custGeom>
              <a:avLst/>
              <a:gdLst>
                <a:gd name="T0" fmla="*/ 256 w 57"/>
                <a:gd name="T1" fmla="*/ 83 h 20"/>
                <a:gd name="T2" fmla="*/ 8 w 57"/>
                <a:gd name="T3" fmla="*/ 71 h 20"/>
                <a:gd name="T4" fmla="*/ 26 w 57"/>
                <a:gd name="T5" fmla="*/ 83 h 20"/>
                <a:gd name="T6" fmla="*/ 256 w 57"/>
                <a:gd name="T7" fmla="*/ 83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7" h="20">
                  <a:moveTo>
                    <a:pt x="57" y="18"/>
                  </a:moveTo>
                  <a:cubicBezTo>
                    <a:pt x="41" y="0"/>
                    <a:pt x="2" y="16"/>
                    <a:pt x="2" y="16"/>
                  </a:cubicBezTo>
                  <a:cubicBezTo>
                    <a:pt x="2" y="16"/>
                    <a:pt x="0" y="20"/>
                    <a:pt x="6" y="18"/>
                  </a:cubicBezTo>
                  <a:cubicBezTo>
                    <a:pt x="11" y="15"/>
                    <a:pt x="43" y="3"/>
                    <a:pt x="57" y="18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494" name="Freeform 312">
              <a:extLst>
                <a:ext uri="{FF2B5EF4-FFF2-40B4-BE49-F238E27FC236}">
                  <a16:creationId xmlns:a16="http://schemas.microsoft.com/office/drawing/2014/main" id="{F7C05DDA-458F-42CB-9CD4-F0673B8F66EF}"/>
                </a:ext>
              </a:extLst>
            </p:cNvPr>
            <p:cNvSpPr>
              <a:spLocks/>
            </p:cNvSpPr>
            <p:nvPr/>
          </p:nvSpPr>
          <p:spPr bwMode="auto">
            <a:xfrm>
              <a:off x="884" y="888"/>
              <a:ext cx="97" cy="43"/>
            </a:xfrm>
            <a:custGeom>
              <a:avLst/>
              <a:gdLst>
                <a:gd name="T0" fmla="*/ 271 w 58"/>
                <a:gd name="T1" fmla="*/ 55 h 26"/>
                <a:gd name="T2" fmla="*/ 120 w 58"/>
                <a:gd name="T3" fmla="*/ 22 h 26"/>
                <a:gd name="T4" fmla="*/ 28 w 58"/>
                <a:gd name="T5" fmla="*/ 99 h 26"/>
                <a:gd name="T6" fmla="*/ 112 w 58"/>
                <a:gd name="T7" fmla="*/ 112 h 26"/>
                <a:gd name="T8" fmla="*/ 271 w 58"/>
                <a:gd name="T9" fmla="*/ 55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8" h="26">
                  <a:moveTo>
                    <a:pt x="58" y="12"/>
                  </a:moveTo>
                  <a:cubicBezTo>
                    <a:pt x="58" y="12"/>
                    <a:pt x="43" y="0"/>
                    <a:pt x="26" y="5"/>
                  </a:cubicBezTo>
                  <a:cubicBezTo>
                    <a:pt x="9" y="10"/>
                    <a:pt x="0" y="19"/>
                    <a:pt x="6" y="22"/>
                  </a:cubicBezTo>
                  <a:cubicBezTo>
                    <a:pt x="12" y="25"/>
                    <a:pt x="19" y="23"/>
                    <a:pt x="24" y="25"/>
                  </a:cubicBezTo>
                  <a:cubicBezTo>
                    <a:pt x="29" y="26"/>
                    <a:pt x="54" y="22"/>
                    <a:pt x="58" y="12"/>
                  </a:cubicBezTo>
                  <a:close/>
                </a:path>
              </a:pathLst>
            </a:custGeom>
            <a:solidFill>
              <a:srgbClr val="603A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495" name="Freeform 313">
              <a:extLst>
                <a:ext uri="{FF2B5EF4-FFF2-40B4-BE49-F238E27FC236}">
                  <a16:creationId xmlns:a16="http://schemas.microsoft.com/office/drawing/2014/main" id="{04CE07DA-6D60-4795-B5AF-5DECDC9ADE8E}"/>
                </a:ext>
              </a:extLst>
            </p:cNvPr>
            <p:cNvSpPr>
              <a:spLocks/>
            </p:cNvSpPr>
            <p:nvPr/>
          </p:nvSpPr>
          <p:spPr bwMode="auto">
            <a:xfrm>
              <a:off x="893" y="897"/>
              <a:ext cx="81" cy="31"/>
            </a:xfrm>
            <a:custGeom>
              <a:avLst/>
              <a:gdLst>
                <a:gd name="T0" fmla="*/ 222 w 49"/>
                <a:gd name="T1" fmla="*/ 34 h 19"/>
                <a:gd name="T2" fmla="*/ 112 w 49"/>
                <a:gd name="T3" fmla="*/ 8 h 19"/>
                <a:gd name="T4" fmla="*/ 21 w 49"/>
                <a:gd name="T5" fmla="*/ 47 h 19"/>
                <a:gd name="T6" fmla="*/ 28 w 49"/>
                <a:gd name="T7" fmla="*/ 69 h 19"/>
                <a:gd name="T8" fmla="*/ 99 w 49"/>
                <a:gd name="T9" fmla="*/ 75 h 19"/>
                <a:gd name="T10" fmla="*/ 222 w 49"/>
                <a:gd name="T11" fmla="*/ 34 h 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9" h="19">
                  <a:moveTo>
                    <a:pt x="49" y="8"/>
                  </a:moveTo>
                  <a:cubicBezTo>
                    <a:pt x="43" y="5"/>
                    <a:pt x="37" y="0"/>
                    <a:pt x="25" y="2"/>
                  </a:cubicBezTo>
                  <a:cubicBezTo>
                    <a:pt x="13" y="3"/>
                    <a:pt x="8" y="10"/>
                    <a:pt x="5" y="11"/>
                  </a:cubicBezTo>
                  <a:cubicBezTo>
                    <a:pt x="0" y="12"/>
                    <a:pt x="3" y="15"/>
                    <a:pt x="6" y="16"/>
                  </a:cubicBezTo>
                  <a:cubicBezTo>
                    <a:pt x="9" y="17"/>
                    <a:pt x="18" y="16"/>
                    <a:pt x="22" y="17"/>
                  </a:cubicBezTo>
                  <a:cubicBezTo>
                    <a:pt x="26" y="19"/>
                    <a:pt x="40" y="14"/>
                    <a:pt x="49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496" name="Freeform 314">
              <a:extLst>
                <a:ext uri="{FF2B5EF4-FFF2-40B4-BE49-F238E27FC236}">
                  <a16:creationId xmlns:a16="http://schemas.microsoft.com/office/drawing/2014/main" id="{F9E79252-3E26-4CED-BFF5-9120501892B0}"/>
                </a:ext>
              </a:extLst>
            </p:cNvPr>
            <p:cNvSpPr>
              <a:spLocks/>
            </p:cNvSpPr>
            <p:nvPr/>
          </p:nvSpPr>
          <p:spPr bwMode="auto">
            <a:xfrm>
              <a:off x="921" y="898"/>
              <a:ext cx="30" cy="28"/>
            </a:xfrm>
            <a:custGeom>
              <a:avLst/>
              <a:gdLst>
                <a:gd name="T0" fmla="*/ 37 w 18"/>
                <a:gd name="T1" fmla="*/ 5 h 17"/>
                <a:gd name="T2" fmla="*/ 70 w 18"/>
                <a:gd name="T3" fmla="*/ 5 h 17"/>
                <a:gd name="T4" fmla="*/ 83 w 18"/>
                <a:gd name="T5" fmla="*/ 33 h 17"/>
                <a:gd name="T6" fmla="*/ 62 w 18"/>
                <a:gd name="T7" fmla="*/ 71 h 17"/>
                <a:gd name="T8" fmla="*/ 37 w 18"/>
                <a:gd name="T9" fmla="*/ 76 h 17"/>
                <a:gd name="T10" fmla="*/ 0 w 18"/>
                <a:gd name="T11" fmla="*/ 35 h 17"/>
                <a:gd name="T12" fmla="*/ 13 w 18"/>
                <a:gd name="T13" fmla="*/ 5 h 17"/>
                <a:gd name="T14" fmla="*/ 37 w 18"/>
                <a:gd name="T15" fmla="*/ 5 h 1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8" h="17">
                  <a:moveTo>
                    <a:pt x="8" y="1"/>
                  </a:moveTo>
                  <a:cubicBezTo>
                    <a:pt x="14" y="0"/>
                    <a:pt x="13" y="0"/>
                    <a:pt x="15" y="1"/>
                  </a:cubicBezTo>
                  <a:cubicBezTo>
                    <a:pt x="17" y="3"/>
                    <a:pt x="18" y="5"/>
                    <a:pt x="18" y="7"/>
                  </a:cubicBezTo>
                  <a:cubicBezTo>
                    <a:pt x="18" y="11"/>
                    <a:pt x="16" y="14"/>
                    <a:pt x="13" y="16"/>
                  </a:cubicBezTo>
                  <a:cubicBezTo>
                    <a:pt x="11" y="16"/>
                    <a:pt x="9" y="17"/>
                    <a:pt x="8" y="17"/>
                  </a:cubicBezTo>
                  <a:cubicBezTo>
                    <a:pt x="3" y="16"/>
                    <a:pt x="0" y="13"/>
                    <a:pt x="0" y="8"/>
                  </a:cubicBezTo>
                  <a:cubicBezTo>
                    <a:pt x="0" y="5"/>
                    <a:pt x="1" y="3"/>
                    <a:pt x="3" y="1"/>
                  </a:cubicBezTo>
                  <a:cubicBezTo>
                    <a:pt x="5" y="1"/>
                    <a:pt x="6" y="0"/>
                    <a:pt x="8" y="1"/>
                  </a:cubicBezTo>
                </a:path>
              </a:pathLst>
            </a:custGeom>
            <a:solidFill>
              <a:srgbClr val="2A100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497" name="Freeform 315">
              <a:extLst>
                <a:ext uri="{FF2B5EF4-FFF2-40B4-BE49-F238E27FC236}">
                  <a16:creationId xmlns:a16="http://schemas.microsoft.com/office/drawing/2014/main" id="{F61AAC23-8927-4873-AFD6-27563DFFDE8B}"/>
                </a:ext>
              </a:extLst>
            </p:cNvPr>
            <p:cNvSpPr>
              <a:spLocks/>
            </p:cNvSpPr>
            <p:nvPr/>
          </p:nvSpPr>
          <p:spPr bwMode="auto">
            <a:xfrm>
              <a:off x="893" y="895"/>
              <a:ext cx="81" cy="33"/>
            </a:xfrm>
            <a:custGeom>
              <a:avLst/>
              <a:gdLst>
                <a:gd name="T0" fmla="*/ 222 w 49"/>
                <a:gd name="T1" fmla="*/ 41 h 20"/>
                <a:gd name="T2" fmla="*/ 112 w 49"/>
                <a:gd name="T3" fmla="*/ 13 h 20"/>
                <a:gd name="T4" fmla="*/ 21 w 49"/>
                <a:gd name="T5" fmla="*/ 54 h 20"/>
                <a:gd name="T6" fmla="*/ 28 w 49"/>
                <a:gd name="T7" fmla="*/ 76 h 20"/>
                <a:gd name="T8" fmla="*/ 99 w 49"/>
                <a:gd name="T9" fmla="*/ 83 h 20"/>
                <a:gd name="T10" fmla="*/ 222 w 49"/>
                <a:gd name="T11" fmla="*/ 41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9" h="20">
                  <a:moveTo>
                    <a:pt x="49" y="9"/>
                  </a:moveTo>
                  <a:cubicBezTo>
                    <a:pt x="43" y="6"/>
                    <a:pt x="37" y="0"/>
                    <a:pt x="25" y="3"/>
                  </a:cubicBezTo>
                  <a:cubicBezTo>
                    <a:pt x="12" y="5"/>
                    <a:pt x="8" y="11"/>
                    <a:pt x="5" y="12"/>
                  </a:cubicBezTo>
                  <a:cubicBezTo>
                    <a:pt x="0" y="13"/>
                    <a:pt x="3" y="16"/>
                    <a:pt x="6" y="17"/>
                  </a:cubicBezTo>
                  <a:cubicBezTo>
                    <a:pt x="9" y="18"/>
                    <a:pt x="18" y="17"/>
                    <a:pt x="22" y="18"/>
                  </a:cubicBezTo>
                  <a:cubicBezTo>
                    <a:pt x="26" y="20"/>
                    <a:pt x="40" y="15"/>
                    <a:pt x="49" y="9"/>
                  </a:cubicBezTo>
                  <a:close/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498" name="Oval 316">
              <a:extLst>
                <a:ext uri="{FF2B5EF4-FFF2-40B4-BE49-F238E27FC236}">
                  <a16:creationId xmlns:a16="http://schemas.microsoft.com/office/drawing/2014/main" id="{E330A03A-7338-411F-A520-3A42A8ABEF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32" y="908"/>
              <a:ext cx="7" cy="7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499" name="Oval 317">
              <a:extLst>
                <a:ext uri="{FF2B5EF4-FFF2-40B4-BE49-F238E27FC236}">
                  <a16:creationId xmlns:a16="http://schemas.microsoft.com/office/drawing/2014/main" id="{7B51C1E2-730E-4DF8-875F-34416A9139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32" y="908"/>
              <a:ext cx="7" cy="7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500" name="Freeform 318">
              <a:extLst>
                <a:ext uri="{FF2B5EF4-FFF2-40B4-BE49-F238E27FC236}">
                  <a16:creationId xmlns:a16="http://schemas.microsoft.com/office/drawing/2014/main" id="{CD1D240C-6E4B-4CF4-8141-2EDAFC5E416B}"/>
                </a:ext>
              </a:extLst>
            </p:cNvPr>
            <p:cNvSpPr>
              <a:spLocks/>
            </p:cNvSpPr>
            <p:nvPr/>
          </p:nvSpPr>
          <p:spPr bwMode="auto">
            <a:xfrm>
              <a:off x="898" y="878"/>
              <a:ext cx="76" cy="30"/>
            </a:xfrm>
            <a:custGeom>
              <a:avLst/>
              <a:gdLst>
                <a:gd name="T0" fmla="*/ 0 w 46"/>
                <a:gd name="T1" fmla="*/ 83 h 18"/>
                <a:gd name="T2" fmla="*/ 208 w 46"/>
                <a:gd name="T3" fmla="*/ 50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6" h="18">
                  <a:moveTo>
                    <a:pt x="0" y="18"/>
                  </a:moveTo>
                  <a:cubicBezTo>
                    <a:pt x="11" y="8"/>
                    <a:pt x="37" y="0"/>
                    <a:pt x="46" y="11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501" name="Freeform 319">
              <a:extLst>
                <a:ext uri="{FF2B5EF4-FFF2-40B4-BE49-F238E27FC236}">
                  <a16:creationId xmlns:a16="http://schemas.microsoft.com/office/drawing/2014/main" id="{A21402EA-1584-44A4-B7BB-4600B311E7D4}"/>
                </a:ext>
              </a:extLst>
            </p:cNvPr>
            <p:cNvSpPr>
              <a:spLocks/>
            </p:cNvSpPr>
            <p:nvPr/>
          </p:nvSpPr>
          <p:spPr bwMode="auto">
            <a:xfrm>
              <a:off x="936" y="905"/>
              <a:ext cx="8" cy="6"/>
            </a:xfrm>
            <a:custGeom>
              <a:avLst/>
              <a:gdLst>
                <a:gd name="T0" fmla="*/ 0 w 5"/>
                <a:gd name="T1" fmla="*/ 8 h 4"/>
                <a:gd name="T2" fmla="*/ 13 w 5"/>
                <a:gd name="T3" fmla="*/ 0 h 4"/>
                <a:gd name="T4" fmla="*/ 21 w 5"/>
                <a:gd name="T5" fmla="*/ 8 h 4"/>
                <a:gd name="T6" fmla="*/ 13 w 5"/>
                <a:gd name="T7" fmla="*/ 14 h 4"/>
                <a:gd name="T8" fmla="*/ 0 w 5"/>
                <a:gd name="T9" fmla="*/ 8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4">
                  <a:moveTo>
                    <a:pt x="0" y="2"/>
                  </a:moveTo>
                  <a:cubicBezTo>
                    <a:pt x="0" y="1"/>
                    <a:pt x="1" y="0"/>
                    <a:pt x="3" y="0"/>
                  </a:cubicBezTo>
                  <a:cubicBezTo>
                    <a:pt x="4" y="0"/>
                    <a:pt x="5" y="0"/>
                    <a:pt x="5" y="2"/>
                  </a:cubicBezTo>
                  <a:cubicBezTo>
                    <a:pt x="5" y="3"/>
                    <a:pt x="4" y="4"/>
                    <a:pt x="3" y="4"/>
                  </a:cubicBezTo>
                  <a:cubicBezTo>
                    <a:pt x="2" y="4"/>
                    <a:pt x="1" y="3"/>
                    <a:pt x="0" y="2"/>
                  </a:cubicBezTo>
                </a:path>
              </a:pathLst>
            </a:custGeom>
            <a:solidFill>
              <a:srgbClr val="E5AF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502" name="Freeform 320">
              <a:extLst>
                <a:ext uri="{FF2B5EF4-FFF2-40B4-BE49-F238E27FC236}">
                  <a16:creationId xmlns:a16="http://schemas.microsoft.com/office/drawing/2014/main" id="{3C0EFF4B-CEA9-470B-98B7-BA583B524619}"/>
                </a:ext>
              </a:extLst>
            </p:cNvPr>
            <p:cNvSpPr>
              <a:spLocks/>
            </p:cNvSpPr>
            <p:nvPr/>
          </p:nvSpPr>
          <p:spPr bwMode="auto">
            <a:xfrm>
              <a:off x="969" y="903"/>
              <a:ext cx="10" cy="3"/>
            </a:xfrm>
            <a:custGeom>
              <a:avLst/>
              <a:gdLst>
                <a:gd name="T0" fmla="*/ 0 w 6"/>
                <a:gd name="T1" fmla="*/ 8 h 2"/>
                <a:gd name="T2" fmla="*/ 28 w 6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">
                  <a:moveTo>
                    <a:pt x="0" y="2"/>
                  </a:moveTo>
                  <a:cubicBezTo>
                    <a:pt x="2" y="2"/>
                    <a:pt x="4" y="1"/>
                    <a:pt x="6" y="0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503" name="Freeform 321">
              <a:extLst>
                <a:ext uri="{FF2B5EF4-FFF2-40B4-BE49-F238E27FC236}">
                  <a16:creationId xmlns:a16="http://schemas.microsoft.com/office/drawing/2014/main" id="{8A001071-6B45-408A-9147-C95537889218}"/>
                </a:ext>
              </a:extLst>
            </p:cNvPr>
            <p:cNvSpPr>
              <a:spLocks/>
            </p:cNvSpPr>
            <p:nvPr/>
          </p:nvSpPr>
          <p:spPr bwMode="auto">
            <a:xfrm>
              <a:off x="962" y="901"/>
              <a:ext cx="10" cy="2"/>
            </a:xfrm>
            <a:custGeom>
              <a:avLst/>
              <a:gdLst>
                <a:gd name="T0" fmla="*/ 0 w 6"/>
                <a:gd name="T1" fmla="*/ 8 h 1"/>
                <a:gd name="T2" fmla="*/ 28 w 6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">
                  <a:moveTo>
                    <a:pt x="0" y="1"/>
                  </a:moveTo>
                  <a:cubicBezTo>
                    <a:pt x="2" y="1"/>
                    <a:pt x="4" y="0"/>
                    <a:pt x="6" y="0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504" name="Freeform 322">
              <a:extLst>
                <a:ext uri="{FF2B5EF4-FFF2-40B4-BE49-F238E27FC236}">
                  <a16:creationId xmlns:a16="http://schemas.microsoft.com/office/drawing/2014/main" id="{5553A5CD-5CC4-410F-9EE1-27A4DC246722}"/>
                </a:ext>
              </a:extLst>
            </p:cNvPr>
            <p:cNvSpPr>
              <a:spLocks/>
            </p:cNvSpPr>
            <p:nvPr/>
          </p:nvSpPr>
          <p:spPr bwMode="auto">
            <a:xfrm>
              <a:off x="957" y="898"/>
              <a:ext cx="10" cy="3"/>
            </a:xfrm>
            <a:custGeom>
              <a:avLst/>
              <a:gdLst>
                <a:gd name="T0" fmla="*/ 0 w 6"/>
                <a:gd name="T1" fmla="*/ 8 h 2"/>
                <a:gd name="T2" fmla="*/ 28 w 6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">
                  <a:moveTo>
                    <a:pt x="0" y="2"/>
                  </a:moveTo>
                  <a:cubicBezTo>
                    <a:pt x="2" y="1"/>
                    <a:pt x="4" y="0"/>
                    <a:pt x="6" y="0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505" name="Freeform 323">
              <a:extLst>
                <a:ext uri="{FF2B5EF4-FFF2-40B4-BE49-F238E27FC236}">
                  <a16:creationId xmlns:a16="http://schemas.microsoft.com/office/drawing/2014/main" id="{18C2E80A-1E1E-43CC-A99B-CFEDB65EE043}"/>
                </a:ext>
              </a:extLst>
            </p:cNvPr>
            <p:cNvSpPr>
              <a:spLocks/>
            </p:cNvSpPr>
            <p:nvPr/>
          </p:nvSpPr>
          <p:spPr bwMode="auto">
            <a:xfrm>
              <a:off x="821" y="979"/>
              <a:ext cx="72" cy="36"/>
            </a:xfrm>
            <a:custGeom>
              <a:avLst/>
              <a:gdLst>
                <a:gd name="T0" fmla="*/ 194 w 43"/>
                <a:gd name="T1" fmla="*/ 0 h 22"/>
                <a:gd name="T2" fmla="*/ 174 w 43"/>
                <a:gd name="T3" fmla="*/ 56 h 22"/>
                <a:gd name="T4" fmla="*/ 146 w 43"/>
                <a:gd name="T5" fmla="*/ 62 h 22"/>
                <a:gd name="T6" fmla="*/ 109 w 43"/>
                <a:gd name="T7" fmla="*/ 88 h 22"/>
                <a:gd name="T8" fmla="*/ 99 w 43"/>
                <a:gd name="T9" fmla="*/ 88 h 22"/>
                <a:gd name="T10" fmla="*/ 55 w 43"/>
                <a:gd name="T11" fmla="*/ 62 h 22"/>
                <a:gd name="T12" fmla="*/ 28 w 43"/>
                <a:gd name="T13" fmla="*/ 56 h 22"/>
                <a:gd name="T14" fmla="*/ 13 w 43"/>
                <a:gd name="T15" fmla="*/ 0 h 22"/>
                <a:gd name="T16" fmla="*/ 20 w 43"/>
                <a:gd name="T17" fmla="*/ 29 h 22"/>
                <a:gd name="T18" fmla="*/ 47 w 43"/>
                <a:gd name="T19" fmla="*/ 56 h 22"/>
                <a:gd name="T20" fmla="*/ 75 w 43"/>
                <a:gd name="T21" fmla="*/ 67 h 22"/>
                <a:gd name="T22" fmla="*/ 141 w 43"/>
                <a:gd name="T23" fmla="*/ 62 h 22"/>
                <a:gd name="T24" fmla="*/ 159 w 43"/>
                <a:gd name="T25" fmla="*/ 62 h 22"/>
                <a:gd name="T26" fmla="*/ 183 w 43"/>
                <a:gd name="T27" fmla="*/ 41 h 22"/>
                <a:gd name="T28" fmla="*/ 194 w 43"/>
                <a:gd name="T29" fmla="*/ 0 h 22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43" h="22">
                  <a:moveTo>
                    <a:pt x="41" y="0"/>
                  </a:moveTo>
                  <a:cubicBezTo>
                    <a:pt x="43" y="4"/>
                    <a:pt x="40" y="8"/>
                    <a:pt x="37" y="13"/>
                  </a:cubicBezTo>
                  <a:cubicBezTo>
                    <a:pt x="35" y="17"/>
                    <a:pt x="34" y="13"/>
                    <a:pt x="31" y="14"/>
                  </a:cubicBezTo>
                  <a:cubicBezTo>
                    <a:pt x="30" y="15"/>
                    <a:pt x="28" y="19"/>
                    <a:pt x="23" y="20"/>
                  </a:cubicBezTo>
                  <a:cubicBezTo>
                    <a:pt x="22" y="20"/>
                    <a:pt x="22" y="20"/>
                    <a:pt x="21" y="20"/>
                  </a:cubicBezTo>
                  <a:cubicBezTo>
                    <a:pt x="16" y="19"/>
                    <a:pt x="14" y="14"/>
                    <a:pt x="12" y="14"/>
                  </a:cubicBezTo>
                  <a:cubicBezTo>
                    <a:pt x="10" y="13"/>
                    <a:pt x="9" y="16"/>
                    <a:pt x="6" y="13"/>
                  </a:cubicBezTo>
                  <a:cubicBezTo>
                    <a:pt x="3" y="7"/>
                    <a:pt x="0" y="1"/>
                    <a:pt x="3" y="0"/>
                  </a:cubicBezTo>
                  <a:cubicBezTo>
                    <a:pt x="3" y="0"/>
                    <a:pt x="1" y="2"/>
                    <a:pt x="4" y="7"/>
                  </a:cubicBezTo>
                  <a:cubicBezTo>
                    <a:pt x="6" y="12"/>
                    <a:pt x="8" y="14"/>
                    <a:pt x="10" y="13"/>
                  </a:cubicBezTo>
                  <a:cubicBezTo>
                    <a:pt x="12" y="13"/>
                    <a:pt x="13" y="12"/>
                    <a:pt x="16" y="15"/>
                  </a:cubicBezTo>
                  <a:cubicBezTo>
                    <a:pt x="21" y="22"/>
                    <a:pt x="24" y="20"/>
                    <a:pt x="30" y="14"/>
                  </a:cubicBezTo>
                  <a:cubicBezTo>
                    <a:pt x="32" y="12"/>
                    <a:pt x="33" y="13"/>
                    <a:pt x="34" y="14"/>
                  </a:cubicBezTo>
                  <a:cubicBezTo>
                    <a:pt x="35" y="14"/>
                    <a:pt x="37" y="14"/>
                    <a:pt x="39" y="9"/>
                  </a:cubicBezTo>
                  <a:cubicBezTo>
                    <a:pt x="40" y="6"/>
                    <a:pt x="43" y="4"/>
                    <a:pt x="41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506" name="Freeform 324">
              <a:extLst>
                <a:ext uri="{FF2B5EF4-FFF2-40B4-BE49-F238E27FC236}">
                  <a16:creationId xmlns:a16="http://schemas.microsoft.com/office/drawing/2014/main" id="{F7754E42-4720-4C14-BE08-386304E86E80}"/>
                </a:ext>
              </a:extLst>
            </p:cNvPr>
            <p:cNvSpPr>
              <a:spLocks/>
            </p:cNvSpPr>
            <p:nvPr/>
          </p:nvSpPr>
          <p:spPr bwMode="auto">
            <a:xfrm>
              <a:off x="711" y="911"/>
              <a:ext cx="115" cy="196"/>
            </a:xfrm>
            <a:custGeom>
              <a:avLst/>
              <a:gdLst>
                <a:gd name="T0" fmla="*/ 42 w 69"/>
                <a:gd name="T1" fmla="*/ 5 h 119"/>
                <a:gd name="T2" fmla="*/ 28 w 69"/>
                <a:gd name="T3" fmla="*/ 81 h 119"/>
                <a:gd name="T4" fmla="*/ 55 w 69"/>
                <a:gd name="T5" fmla="*/ 165 h 119"/>
                <a:gd name="T6" fmla="*/ 105 w 69"/>
                <a:gd name="T7" fmla="*/ 260 h 119"/>
                <a:gd name="T8" fmla="*/ 167 w 69"/>
                <a:gd name="T9" fmla="*/ 277 h 119"/>
                <a:gd name="T10" fmla="*/ 188 w 69"/>
                <a:gd name="T11" fmla="*/ 277 h 119"/>
                <a:gd name="T12" fmla="*/ 147 w 69"/>
                <a:gd name="T13" fmla="*/ 311 h 119"/>
                <a:gd name="T14" fmla="*/ 187 w 69"/>
                <a:gd name="T15" fmla="*/ 374 h 119"/>
                <a:gd name="T16" fmla="*/ 255 w 69"/>
                <a:gd name="T17" fmla="*/ 461 h 119"/>
                <a:gd name="T18" fmla="*/ 320 w 69"/>
                <a:gd name="T19" fmla="*/ 532 h 119"/>
                <a:gd name="T20" fmla="*/ 188 w 69"/>
                <a:gd name="T21" fmla="*/ 412 h 119"/>
                <a:gd name="T22" fmla="*/ 133 w 69"/>
                <a:gd name="T23" fmla="*/ 331 h 119"/>
                <a:gd name="T24" fmla="*/ 97 w 69"/>
                <a:gd name="T25" fmla="*/ 264 h 119"/>
                <a:gd name="T26" fmla="*/ 33 w 69"/>
                <a:gd name="T27" fmla="*/ 138 h 119"/>
                <a:gd name="T28" fmla="*/ 20 w 69"/>
                <a:gd name="T29" fmla="*/ 71 h 119"/>
                <a:gd name="T30" fmla="*/ 37 w 69"/>
                <a:gd name="T31" fmla="*/ 0 h 119"/>
                <a:gd name="T32" fmla="*/ 47 w 69"/>
                <a:gd name="T33" fmla="*/ 5 h 119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9" h="119">
                  <a:moveTo>
                    <a:pt x="9" y="1"/>
                  </a:moveTo>
                  <a:cubicBezTo>
                    <a:pt x="6" y="4"/>
                    <a:pt x="6" y="13"/>
                    <a:pt x="6" y="18"/>
                  </a:cubicBezTo>
                  <a:cubicBezTo>
                    <a:pt x="7" y="25"/>
                    <a:pt x="10" y="30"/>
                    <a:pt x="12" y="37"/>
                  </a:cubicBezTo>
                  <a:cubicBezTo>
                    <a:pt x="15" y="43"/>
                    <a:pt x="18" y="53"/>
                    <a:pt x="23" y="58"/>
                  </a:cubicBezTo>
                  <a:cubicBezTo>
                    <a:pt x="30" y="65"/>
                    <a:pt x="31" y="64"/>
                    <a:pt x="36" y="62"/>
                  </a:cubicBezTo>
                  <a:cubicBezTo>
                    <a:pt x="37" y="62"/>
                    <a:pt x="40" y="62"/>
                    <a:pt x="41" y="62"/>
                  </a:cubicBezTo>
                  <a:cubicBezTo>
                    <a:pt x="37" y="64"/>
                    <a:pt x="33" y="65"/>
                    <a:pt x="32" y="70"/>
                  </a:cubicBezTo>
                  <a:cubicBezTo>
                    <a:pt x="32" y="75"/>
                    <a:pt x="37" y="80"/>
                    <a:pt x="40" y="84"/>
                  </a:cubicBezTo>
                  <a:cubicBezTo>
                    <a:pt x="44" y="91"/>
                    <a:pt x="50" y="96"/>
                    <a:pt x="55" y="103"/>
                  </a:cubicBezTo>
                  <a:cubicBezTo>
                    <a:pt x="60" y="108"/>
                    <a:pt x="64" y="114"/>
                    <a:pt x="69" y="119"/>
                  </a:cubicBezTo>
                  <a:cubicBezTo>
                    <a:pt x="59" y="111"/>
                    <a:pt x="50" y="101"/>
                    <a:pt x="41" y="92"/>
                  </a:cubicBezTo>
                  <a:cubicBezTo>
                    <a:pt x="36" y="86"/>
                    <a:pt x="32" y="81"/>
                    <a:pt x="29" y="74"/>
                  </a:cubicBezTo>
                  <a:cubicBezTo>
                    <a:pt x="26" y="69"/>
                    <a:pt x="23" y="64"/>
                    <a:pt x="21" y="59"/>
                  </a:cubicBezTo>
                  <a:cubicBezTo>
                    <a:pt x="15" y="50"/>
                    <a:pt x="11" y="41"/>
                    <a:pt x="7" y="31"/>
                  </a:cubicBezTo>
                  <a:cubicBezTo>
                    <a:pt x="5" y="27"/>
                    <a:pt x="5" y="21"/>
                    <a:pt x="4" y="16"/>
                  </a:cubicBezTo>
                  <a:cubicBezTo>
                    <a:pt x="4" y="12"/>
                    <a:pt x="0" y="0"/>
                    <a:pt x="8" y="0"/>
                  </a:cubicBezTo>
                  <a:cubicBezTo>
                    <a:pt x="9" y="0"/>
                    <a:pt x="10" y="0"/>
                    <a:pt x="10" y="1"/>
                  </a:cubicBezTo>
                </a:path>
              </a:pathLst>
            </a:custGeom>
            <a:solidFill>
              <a:srgbClr val="C17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507" name="Freeform 325">
              <a:extLst>
                <a:ext uri="{FF2B5EF4-FFF2-40B4-BE49-F238E27FC236}">
                  <a16:creationId xmlns:a16="http://schemas.microsoft.com/office/drawing/2014/main" id="{5B2D05CB-1D5A-4A1C-9F95-4DA730D85706}"/>
                </a:ext>
              </a:extLst>
            </p:cNvPr>
            <p:cNvSpPr>
              <a:spLocks/>
            </p:cNvSpPr>
            <p:nvPr/>
          </p:nvSpPr>
          <p:spPr bwMode="auto">
            <a:xfrm>
              <a:off x="893" y="906"/>
              <a:ext cx="101" cy="201"/>
            </a:xfrm>
            <a:custGeom>
              <a:avLst/>
              <a:gdLst>
                <a:gd name="T0" fmla="*/ 268 w 61"/>
                <a:gd name="T1" fmla="*/ 0 h 122"/>
                <a:gd name="T2" fmla="*/ 209 w 61"/>
                <a:gd name="T3" fmla="*/ 282 h 122"/>
                <a:gd name="T4" fmla="*/ 0 w 61"/>
                <a:gd name="T5" fmla="*/ 545 h 122"/>
                <a:gd name="T6" fmla="*/ 205 w 61"/>
                <a:gd name="T7" fmla="*/ 264 h 122"/>
                <a:gd name="T8" fmla="*/ 243 w 61"/>
                <a:gd name="T9" fmla="*/ 13 h 122"/>
                <a:gd name="T10" fmla="*/ 268 w 61"/>
                <a:gd name="T11" fmla="*/ 0 h 1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1" h="122">
                  <a:moveTo>
                    <a:pt x="59" y="0"/>
                  </a:moveTo>
                  <a:cubicBezTo>
                    <a:pt x="59" y="0"/>
                    <a:pt x="61" y="27"/>
                    <a:pt x="46" y="63"/>
                  </a:cubicBezTo>
                  <a:cubicBezTo>
                    <a:pt x="31" y="99"/>
                    <a:pt x="0" y="122"/>
                    <a:pt x="0" y="122"/>
                  </a:cubicBezTo>
                  <a:cubicBezTo>
                    <a:pt x="0" y="122"/>
                    <a:pt x="34" y="89"/>
                    <a:pt x="45" y="59"/>
                  </a:cubicBezTo>
                  <a:cubicBezTo>
                    <a:pt x="55" y="29"/>
                    <a:pt x="59" y="3"/>
                    <a:pt x="54" y="3"/>
                  </a:cubicBezTo>
                  <a:cubicBezTo>
                    <a:pt x="54" y="3"/>
                    <a:pt x="59" y="4"/>
                    <a:pt x="59" y="0"/>
                  </a:cubicBezTo>
                  <a:close/>
                </a:path>
              </a:pathLst>
            </a:custGeom>
            <a:solidFill>
              <a:srgbClr val="8E4C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508" name="Freeform 326">
              <a:extLst>
                <a:ext uri="{FF2B5EF4-FFF2-40B4-BE49-F238E27FC236}">
                  <a16:creationId xmlns:a16="http://schemas.microsoft.com/office/drawing/2014/main" id="{70F734AA-8933-4155-8377-1CB788E45293}"/>
                </a:ext>
              </a:extLst>
            </p:cNvPr>
            <p:cNvSpPr>
              <a:spLocks/>
            </p:cNvSpPr>
            <p:nvPr/>
          </p:nvSpPr>
          <p:spPr bwMode="auto">
            <a:xfrm>
              <a:off x="776" y="1004"/>
              <a:ext cx="28" cy="23"/>
            </a:xfrm>
            <a:custGeom>
              <a:avLst/>
              <a:gdLst>
                <a:gd name="T0" fmla="*/ 76 w 17"/>
                <a:gd name="T1" fmla="*/ 0 h 14"/>
                <a:gd name="T2" fmla="*/ 20 w 17"/>
                <a:gd name="T3" fmla="*/ 62 h 14"/>
                <a:gd name="T4" fmla="*/ 71 w 17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4">
                  <a:moveTo>
                    <a:pt x="17" y="0"/>
                  </a:moveTo>
                  <a:cubicBezTo>
                    <a:pt x="12" y="5"/>
                    <a:pt x="5" y="6"/>
                    <a:pt x="4" y="14"/>
                  </a:cubicBezTo>
                  <a:cubicBezTo>
                    <a:pt x="0" y="7"/>
                    <a:pt x="13" y="4"/>
                    <a:pt x="16" y="0"/>
                  </a:cubicBezTo>
                </a:path>
              </a:pathLst>
            </a:custGeom>
            <a:solidFill>
              <a:srgbClr val="8E4C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509" name="Freeform 327">
              <a:extLst>
                <a:ext uri="{FF2B5EF4-FFF2-40B4-BE49-F238E27FC236}">
                  <a16:creationId xmlns:a16="http://schemas.microsoft.com/office/drawing/2014/main" id="{BC7B8EED-E958-466B-908B-1770953446CB}"/>
                </a:ext>
              </a:extLst>
            </p:cNvPr>
            <p:cNvSpPr>
              <a:spLocks/>
            </p:cNvSpPr>
            <p:nvPr/>
          </p:nvSpPr>
          <p:spPr bwMode="auto">
            <a:xfrm>
              <a:off x="908" y="1002"/>
              <a:ext cx="23" cy="21"/>
            </a:xfrm>
            <a:custGeom>
              <a:avLst/>
              <a:gdLst>
                <a:gd name="T0" fmla="*/ 0 w 14"/>
                <a:gd name="T1" fmla="*/ 0 h 13"/>
                <a:gd name="T2" fmla="*/ 62 w 14"/>
                <a:gd name="T3" fmla="*/ 55 h 13"/>
                <a:gd name="T4" fmla="*/ 43 w 14"/>
                <a:gd name="T5" fmla="*/ 21 h 13"/>
                <a:gd name="T6" fmla="*/ 5 w 14"/>
                <a:gd name="T7" fmla="*/ 0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3">
                  <a:moveTo>
                    <a:pt x="0" y="0"/>
                  </a:moveTo>
                  <a:cubicBezTo>
                    <a:pt x="5" y="4"/>
                    <a:pt x="14" y="6"/>
                    <a:pt x="14" y="13"/>
                  </a:cubicBezTo>
                  <a:cubicBezTo>
                    <a:pt x="14" y="9"/>
                    <a:pt x="14" y="7"/>
                    <a:pt x="10" y="5"/>
                  </a:cubicBezTo>
                  <a:cubicBezTo>
                    <a:pt x="7" y="3"/>
                    <a:pt x="4" y="2"/>
                    <a:pt x="1" y="0"/>
                  </a:cubicBezTo>
                </a:path>
              </a:pathLst>
            </a:custGeom>
            <a:solidFill>
              <a:srgbClr val="8E4C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510" name="Freeform 328">
              <a:extLst>
                <a:ext uri="{FF2B5EF4-FFF2-40B4-BE49-F238E27FC236}">
                  <a16:creationId xmlns:a16="http://schemas.microsoft.com/office/drawing/2014/main" id="{AE062A0A-7E83-4EC8-BBA5-99CE9B43FAC9}"/>
                </a:ext>
              </a:extLst>
            </p:cNvPr>
            <p:cNvSpPr>
              <a:spLocks/>
            </p:cNvSpPr>
            <p:nvPr/>
          </p:nvSpPr>
          <p:spPr bwMode="auto">
            <a:xfrm>
              <a:off x="676" y="717"/>
              <a:ext cx="178" cy="226"/>
            </a:xfrm>
            <a:custGeom>
              <a:avLst/>
              <a:gdLst>
                <a:gd name="T0" fmla="*/ 492 w 107"/>
                <a:gd name="T1" fmla="*/ 229 h 137"/>
                <a:gd name="T2" fmla="*/ 250 w 107"/>
                <a:gd name="T3" fmla="*/ 368 h 137"/>
                <a:gd name="T4" fmla="*/ 105 w 107"/>
                <a:gd name="T5" fmla="*/ 615 h 137"/>
                <a:gd name="T6" fmla="*/ 424 w 107"/>
                <a:gd name="T7" fmla="*/ 8 h 137"/>
                <a:gd name="T8" fmla="*/ 487 w 107"/>
                <a:gd name="T9" fmla="*/ 21 h 137"/>
                <a:gd name="T10" fmla="*/ 492 w 107"/>
                <a:gd name="T11" fmla="*/ 229 h 13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7" h="137">
                  <a:moveTo>
                    <a:pt x="107" y="51"/>
                  </a:moveTo>
                  <a:cubicBezTo>
                    <a:pt x="107" y="51"/>
                    <a:pt x="78" y="72"/>
                    <a:pt x="54" y="82"/>
                  </a:cubicBezTo>
                  <a:cubicBezTo>
                    <a:pt x="30" y="92"/>
                    <a:pt x="19" y="118"/>
                    <a:pt x="23" y="137"/>
                  </a:cubicBezTo>
                  <a:cubicBezTo>
                    <a:pt x="23" y="137"/>
                    <a:pt x="0" y="18"/>
                    <a:pt x="92" y="2"/>
                  </a:cubicBezTo>
                  <a:cubicBezTo>
                    <a:pt x="103" y="0"/>
                    <a:pt x="106" y="5"/>
                    <a:pt x="106" y="5"/>
                  </a:cubicBezTo>
                  <a:lnTo>
                    <a:pt x="107" y="5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511" name="Freeform 329">
              <a:extLst>
                <a:ext uri="{FF2B5EF4-FFF2-40B4-BE49-F238E27FC236}">
                  <a16:creationId xmlns:a16="http://schemas.microsoft.com/office/drawing/2014/main" id="{D59DA017-35FB-44B5-AD76-42CC5E975C6B}"/>
                </a:ext>
              </a:extLst>
            </p:cNvPr>
            <p:cNvSpPr>
              <a:spLocks/>
            </p:cNvSpPr>
            <p:nvPr/>
          </p:nvSpPr>
          <p:spPr bwMode="auto">
            <a:xfrm>
              <a:off x="853" y="717"/>
              <a:ext cx="176" cy="226"/>
            </a:xfrm>
            <a:custGeom>
              <a:avLst/>
              <a:gdLst>
                <a:gd name="T0" fmla="*/ 8 w 106"/>
                <a:gd name="T1" fmla="*/ 229 h 137"/>
                <a:gd name="T2" fmla="*/ 237 w 106"/>
                <a:gd name="T3" fmla="*/ 368 h 137"/>
                <a:gd name="T4" fmla="*/ 380 w 106"/>
                <a:gd name="T5" fmla="*/ 615 h 137"/>
                <a:gd name="T6" fmla="*/ 70 w 106"/>
                <a:gd name="T7" fmla="*/ 8 h 137"/>
                <a:gd name="T8" fmla="*/ 0 w 106"/>
                <a:gd name="T9" fmla="*/ 21 h 137"/>
                <a:gd name="T10" fmla="*/ 8 w 106"/>
                <a:gd name="T11" fmla="*/ 229 h 13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6" h="137">
                  <a:moveTo>
                    <a:pt x="2" y="51"/>
                  </a:moveTo>
                  <a:cubicBezTo>
                    <a:pt x="2" y="51"/>
                    <a:pt x="28" y="72"/>
                    <a:pt x="52" y="82"/>
                  </a:cubicBezTo>
                  <a:cubicBezTo>
                    <a:pt x="76" y="92"/>
                    <a:pt x="87" y="118"/>
                    <a:pt x="83" y="137"/>
                  </a:cubicBezTo>
                  <a:cubicBezTo>
                    <a:pt x="83" y="137"/>
                    <a:pt x="106" y="18"/>
                    <a:pt x="15" y="2"/>
                  </a:cubicBezTo>
                  <a:cubicBezTo>
                    <a:pt x="3" y="0"/>
                    <a:pt x="0" y="5"/>
                    <a:pt x="0" y="5"/>
                  </a:cubicBezTo>
                  <a:lnTo>
                    <a:pt x="2" y="5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512" name="Freeform 330">
              <a:extLst>
                <a:ext uri="{FF2B5EF4-FFF2-40B4-BE49-F238E27FC236}">
                  <a16:creationId xmlns:a16="http://schemas.microsoft.com/office/drawing/2014/main" id="{818FC91F-EB0B-42E1-876C-C92CA9626AAB}"/>
                </a:ext>
              </a:extLst>
            </p:cNvPr>
            <p:cNvSpPr>
              <a:spLocks/>
            </p:cNvSpPr>
            <p:nvPr/>
          </p:nvSpPr>
          <p:spPr bwMode="auto">
            <a:xfrm>
              <a:off x="971" y="910"/>
              <a:ext cx="28" cy="216"/>
            </a:xfrm>
            <a:custGeom>
              <a:avLst/>
              <a:gdLst>
                <a:gd name="T0" fmla="*/ 63 w 17"/>
                <a:gd name="T1" fmla="*/ 0 h 131"/>
                <a:gd name="T2" fmla="*/ 76 w 17"/>
                <a:gd name="T3" fmla="*/ 58 h 131"/>
                <a:gd name="T4" fmla="*/ 54 w 17"/>
                <a:gd name="T5" fmla="*/ 134 h 131"/>
                <a:gd name="T6" fmla="*/ 54 w 17"/>
                <a:gd name="T7" fmla="*/ 206 h 131"/>
                <a:gd name="T8" fmla="*/ 33 w 17"/>
                <a:gd name="T9" fmla="*/ 275 h 131"/>
                <a:gd name="T10" fmla="*/ 49 w 17"/>
                <a:gd name="T11" fmla="*/ 368 h 131"/>
                <a:gd name="T12" fmla="*/ 26 w 17"/>
                <a:gd name="T13" fmla="*/ 453 h 131"/>
                <a:gd name="T14" fmla="*/ 54 w 17"/>
                <a:gd name="T15" fmla="*/ 511 h 131"/>
                <a:gd name="T16" fmla="*/ 49 w 17"/>
                <a:gd name="T17" fmla="*/ 579 h 131"/>
                <a:gd name="T18" fmla="*/ 49 w 17"/>
                <a:gd name="T19" fmla="*/ 582 h 131"/>
                <a:gd name="T20" fmla="*/ 43 w 17"/>
                <a:gd name="T21" fmla="*/ 531 h 131"/>
                <a:gd name="T22" fmla="*/ 20 w 17"/>
                <a:gd name="T23" fmla="*/ 478 h 131"/>
                <a:gd name="T24" fmla="*/ 13 w 17"/>
                <a:gd name="T25" fmla="*/ 427 h 131"/>
                <a:gd name="T26" fmla="*/ 35 w 17"/>
                <a:gd name="T27" fmla="*/ 373 h 131"/>
                <a:gd name="T28" fmla="*/ 20 w 17"/>
                <a:gd name="T29" fmla="*/ 261 h 131"/>
                <a:gd name="T30" fmla="*/ 41 w 17"/>
                <a:gd name="T31" fmla="*/ 209 h 131"/>
                <a:gd name="T32" fmla="*/ 41 w 17"/>
                <a:gd name="T33" fmla="*/ 160 h 131"/>
                <a:gd name="T34" fmla="*/ 49 w 17"/>
                <a:gd name="T35" fmla="*/ 81 h 131"/>
                <a:gd name="T36" fmla="*/ 49 w 17"/>
                <a:gd name="T37" fmla="*/ 0 h 131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7" h="131">
                  <a:moveTo>
                    <a:pt x="14" y="0"/>
                  </a:moveTo>
                  <a:cubicBezTo>
                    <a:pt x="13" y="4"/>
                    <a:pt x="17" y="9"/>
                    <a:pt x="17" y="13"/>
                  </a:cubicBezTo>
                  <a:cubicBezTo>
                    <a:pt x="17" y="20"/>
                    <a:pt x="13" y="24"/>
                    <a:pt x="12" y="30"/>
                  </a:cubicBezTo>
                  <a:cubicBezTo>
                    <a:pt x="11" y="36"/>
                    <a:pt x="12" y="41"/>
                    <a:pt x="12" y="46"/>
                  </a:cubicBezTo>
                  <a:cubicBezTo>
                    <a:pt x="13" y="53"/>
                    <a:pt x="9" y="55"/>
                    <a:pt x="7" y="61"/>
                  </a:cubicBezTo>
                  <a:cubicBezTo>
                    <a:pt x="3" y="69"/>
                    <a:pt x="10" y="75"/>
                    <a:pt x="11" y="82"/>
                  </a:cubicBezTo>
                  <a:cubicBezTo>
                    <a:pt x="13" y="90"/>
                    <a:pt x="6" y="94"/>
                    <a:pt x="6" y="101"/>
                  </a:cubicBezTo>
                  <a:cubicBezTo>
                    <a:pt x="6" y="106"/>
                    <a:pt x="11" y="109"/>
                    <a:pt x="12" y="114"/>
                  </a:cubicBezTo>
                  <a:cubicBezTo>
                    <a:pt x="13" y="118"/>
                    <a:pt x="12" y="124"/>
                    <a:pt x="11" y="129"/>
                  </a:cubicBezTo>
                  <a:cubicBezTo>
                    <a:pt x="11" y="129"/>
                    <a:pt x="11" y="131"/>
                    <a:pt x="11" y="130"/>
                  </a:cubicBezTo>
                  <a:cubicBezTo>
                    <a:pt x="11" y="126"/>
                    <a:pt x="11" y="122"/>
                    <a:pt x="10" y="118"/>
                  </a:cubicBezTo>
                  <a:cubicBezTo>
                    <a:pt x="9" y="114"/>
                    <a:pt x="6" y="111"/>
                    <a:pt x="4" y="107"/>
                  </a:cubicBezTo>
                  <a:cubicBezTo>
                    <a:pt x="3" y="103"/>
                    <a:pt x="2" y="98"/>
                    <a:pt x="3" y="95"/>
                  </a:cubicBezTo>
                  <a:cubicBezTo>
                    <a:pt x="5" y="90"/>
                    <a:pt x="7" y="88"/>
                    <a:pt x="8" y="83"/>
                  </a:cubicBezTo>
                  <a:cubicBezTo>
                    <a:pt x="8" y="74"/>
                    <a:pt x="0" y="67"/>
                    <a:pt x="4" y="58"/>
                  </a:cubicBezTo>
                  <a:cubicBezTo>
                    <a:pt x="5" y="55"/>
                    <a:pt x="8" y="52"/>
                    <a:pt x="9" y="47"/>
                  </a:cubicBezTo>
                  <a:cubicBezTo>
                    <a:pt x="9" y="44"/>
                    <a:pt x="9" y="40"/>
                    <a:pt x="9" y="36"/>
                  </a:cubicBezTo>
                  <a:cubicBezTo>
                    <a:pt x="9" y="30"/>
                    <a:pt x="10" y="24"/>
                    <a:pt x="11" y="18"/>
                  </a:cubicBezTo>
                  <a:cubicBezTo>
                    <a:pt x="13" y="11"/>
                    <a:pt x="11" y="6"/>
                    <a:pt x="11" y="0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513" name="Freeform 331">
              <a:extLst>
                <a:ext uri="{FF2B5EF4-FFF2-40B4-BE49-F238E27FC236}">
                  <a16:creationId xmlns:a16="http://schemas.microsoft.com/office/drawing/2014/main" id="{2C695E11-660A-4BD1-9812-30F05716D461}"/>
                </a:ext>
              </a:extLst>
            </p:cNvPr>
            <p:cNvSpPr>
              <a:spLocks/>
            </p:cNvSpPr>
            <p:nvPr/>
          </p:nvSpPr>
          <p:spPr bwMode="auto">
            <a:xfrm>
              <a:off x="711" y="913"/>
              <a:ext cx="27" cy="185"/>
            </a:xfrm>
            <a:custGeom>
              <a:avLst/>
              <a:gdLst>
                <a:gd name="T0" fmla="*/ 8 w 16"/>
                <a:gd name="T1" fmla="*/ 5 h 112"/>
                <a:gd name="T2" fmla="*/ 41 w 16"/>
                <a:gd name="T3" fmla="*/ 154 h 112"/>
                <a:gd name="T4" fmla="*/ 29 w 16"/>
                <a:gd name="T5" fmla="*/ 213 h 112"/>
                <a:gd name="T6" fmla="*/ 49 w 16"/>
                <a:gd name="T7" fmla="*/ 276 h 112"/>
                <a:gd name="T8" fmla="*/ 54 w 16"/>
                <a:gd name="T9" fmla="*/ 396 h 112"/>
                <a:gd name="T10" fmla="*/ 69 w 16"/>
                <a:gd name="T11" fmla="*/ 459 h 112"/>
                <a:gd name="T12" fmla="*/ 69 w 16"/>
                <a:gd name="T13" fmla="*/ 505 h 112"/>
                <a:gd name="T14" fmla="*/ 29 w 16"/>
                <a:gd name="T15" fmla="*/ 406 h 112"/>
                <a:gd name="T16" fmla="*/ 42 w 16"/>
                <a:gd name="T17" fmla="*/ 292 h 112"/>
                <a:gd name="T18" fmla="*/ 8 w 16"/>
                <a:gd name="T19" fmla="*/ 235 h 112"/>
                <a:gd name="T20" fmla="*/ 24 w 16"/>
                <a:gd name="T21" fmla="*/ 180 h 112"/>
                <a:gd name="T22" fmla="*/ 8 w 16"/>
                <a:gd name="T23" fmla="*/ 63 h 112"/>
                <a:gd name="T24" fmla="*/ 5 w 16"/>
                <a:gd name="T25" fmla="*/ 0 h 11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6" h="112">
                  <a:moveTo>
                    <a:pt x="2" y="1"/>
                  </a:moveTo>
                  <a:cubicBezTo>
                    <a:pt x="1" y="13"/>
                    <a:pt x="7" y="23"/>
                    <a:pt x="8" y="34"/>
                  </a:cubicBezTo>
                  <a:cubicBezTo>
                    <a:pt x="9" y="39"/>
                    <a:pt x="8" y="42"/>
                    <a:pt x="6" y="47"/>
                  </a:cubicBezTo>
                  <a:cubicBezTo>
                    <a:pt x="4" y="53"/>
                    <a:pt x="7" y="56"/>
                    <a:pt x="10" y="61"/>
                  </a:cubicBezTo>
                  <a:cubicBezTo>
                    <a:pt x="16" y="70"/>
                    <a:pt x="11" y="78"/>
                    <a:pt x="11" y="88"/>
                  </a:cubicBezTo>
                  <a:cubicBezTo>
                    <a:pt x="10" y="93"/>
                    <a:pt x="13" y="97"/>
                    <a:pt x="14" y="102"/>
                  </a:cubicBezTo>
                  <a:cubicBezTo>
                    <a:pt x="15" y="105"/>
                    <a:pt x="14" y="109"/>
                    <a:pt x="14" y="112"/>
                  </a:cubicBezTo>
                  <a:cubicBezTo>
                    <a:pt x="14" y="103"/>
                    <a:pt x="6" y="99"/>
                    <a:pt x="6" y="90"/>
                  </a:cubicBezTo>
                  <a:cubicBezTo>
                    <a:pt x="6" y="81"/>
                    <a:pt x="13" y="74"/>
                    <a:pt x="9" y="65"/>
                  </a:cubicBezTo>
                  <a:cubicBezTo>
                    <a:pt x="7" y="60"/>
                    <a:pt x="2" y="57"/>
                    <a:pt x="2" y="52"/>
                  </a:cubicBezTo>
                  <a:cubicBezTo>
                    <a:pt x="1" y="48"/>
                    <a:pt x="4" y="44"/>
                    <a:pt x="5" y="40"/>
                  </a:cubicBezTo>
                  <a:cubicBezTo>
                    <a:pt x="8" y="31"/>
                    <a:pt x="4" y="23"/>
                    <a:pt x="2" y="14"/>
                  </a:cubicBezTo>
                  <a:cubicBezTo>
                    <a:pt x="1" y="9"/>
                    <a:pt x="0" y="5"/>
                    <a:pt x="1" y="0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514" name="Freeform 332">
              <a:extLst>
                <a:ext uri="{FF2B5EF4-FFF2-40B4-BE49-F238E27FC236}">
                  <a16:creationId xmlns:a16="http://schemas.microsoft.com/office/drawing/2014/main" id="{3FD6A368-8714-4B87-82BB-FCF10F8C0B63}"/>
                </a:ext>
              </a:extLst>
            </p:cNvPr>
            <p:cNvSpPr>
              <a:spLocks/>
            </p:cNvSpPr>
            <p:nvPr/>
          </p:nvSpPr>
          <p:spPr bwMode="auto">
            <a:xfrm>
              <a:off x="903" y="1060"/>
              <a:ext cx="151" cy="784"/>
            </a:xfrm>
            <a:custGeom>
              <a:avLst/>
              <a:gdLst>
                <a:gd name="T0" fmla="*/ 118 w 91"/>
                <a:gd name="T1" fmla="*/ 97 h 476"/>
                <a:gd name="T2" fmla="*/ 222 w 91"/>
                <a:gd name="T3" fmla="*/ 344 h 476"/>
                <a:gd name="T4" fmla="*/ 275 w 91"/>
                <a:gd name="T5" fmla="*/ 527 h 476"/>
                <a:gd name="T6" fmla="*/ 222 w 91"/>
                <a:gd name="T7" fmla="*/ 725 h 476"/>
                <a:gd name="T8" fmla="*/ 168 w 91"/>
                <a:gd name="T9" fmla="*/ 1001 h 476"/>
                <a:gd name="T10" fmla="*/ 126 w 91"/>
                <a:gd name="T11" fmla="*/ 1183 h 476"/>
                <a:gd name="T12" fmla="*/ 76 w 91"/>
                <a:gd name="T13" fmla="*/ 1463 h 476"/>
                <a:gd name="T14" fmla="*/ 124 w 91"/>
                <a:gd name="T15" fmla="*/ 1726 h 476"/>
                <a:gd name="T16" fmla="*/ 166 w 91"/>
                <a:gd name="T17" fmla="*/ 1907 h 476"/>
                <a:gd name="T18" fmla="*/ 196 w 91"/>
                <a:gd name="T19" fmla="*/ 2126 h 476"/>
                <a:gd name="T20" fmla="*/ 242 w 91"/>
                <a:gd name="T21" fmla="*/ 1899 h 476"/>
                <a:gd name="T22" fmla="*/ 196 w 91"/>
                <a:gd name="T23" fmla="*/ 1720 h 476"/>
                <a:gd name="T24" fmla="*/ 188 w 91"/>
                <a:gd name="T25" fmla="*/ 1479 h 476"/>
                <a:gd name="T26" fmla="*/ 201 w 91"/>
                <a:gd name="T27" fmla="*/ 1207 h 476"/>
                <a:gd name="T28" fmla="*/ 251 w 91"/>
                <a:gd name="T29" fmla="*/ 1010 h 476"/>
                <a:gd name="T30" fmla="*/ 305 w 91"/>
                <a:gd name="T31" fmla="*/ 751 h 476"/>
                <a:gd name="T32" fmla="*/ 334 w 91"/>
                <a:gd name="T33" fmla="*/ 532 h 476"/>
                <a:gd name="T34" fmla="*/ 275 w 91"/>
                <a:gd name="T35" fmla="*/ 326 h 476"/>
                <a:gd name="T36" fmla="*/ 192 w 91"/>
                <a:gd name="T37" fmla="*/ 117 h 476"/>
                <a:gd name="T38" fmla="*/ 118 w 91"/>
                <a:gd name="T39" fmla="*/ 0 h 476"/>
                <a:gd name="T40" fmla="*/ 118 w 91"/>
                <a:gd name="T41" fmla="*/ 97 h 47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91" h="476">
                  <a:moveTo>
                    <a:pt x="26" y="22"/>
                  </a:moveTo>
                  <a:cubicBezTo>
                    <a:pt x="26" y="22"/>
                    <a:pt x="22" y="67"/>
                    <a:pt x="49" y="77"/>
                  </a:cubicBezTo>
                  <a:cubicBezTo>
                    <a:pt x="49" y="77"/>
                    <a:pt x="42" y="100"/>
                    <a:pt x="60" y="118"/>
                  </a:cubicBezTo>
                  <a:cubicBezTo>
                    <a:pt x="60" y="118"/>
                    <a:pt x="40" y="138"/>
                    <a:pt x="49" y="162"/>
                  </a:cubicBezTo>
                  <a:cubicBezTo>
                    <a:pt x="49" y="162"/>
                    <a:pt x="17" y="196"/>
                    <a:pt x="37" y="224"/>
                  </a:cubicBezTo>
                  <a:cubicBezTo>
                    <a:pt x="37" y="224"/>
                    <a:pt x="17" y="244"/>
                    <a:pt x="28" y="265"/>
                  </a:cubicBezTo>
                  <a:cubicBezTo>
                    <a:pt x="28" y="265"/>
                    <a:pt x="0" y="300"/>
                    <a:pt x="17" y="327"/>
                  </a:cubicBezTo>
                  <a:cubicBezTo>
                    <a:pt x="17" y="327"/>
                    <a:pt x="3" y="367"/>
                    <a:pt x="27" y="386"/>
                  </a:cubicBezTo>
                  <a:cubicBezTo>
                    <a:pt x="27" y="386"/>
                    <a:pt x="16" y="406"/>
                    <a:pt x="36" y="427"/>
                  </a:cubicBezTo>
                  <a:cubicBezTo>
                    <a:pt x="56" y="448"/>
                    <a:pt x="43" y="476"/>
                    <a:pt x="43" y="476"/>
                  </a:cubicBezTo>
                  <a:cubicBezTo>
                    <a:pt x="43" y="476"/>
                    <a:pt x="63" y="442"/>
                    <a:pt x="53" y="425"/>
                  </a:cubicBezTo>
                  <a:cubicBezTo>
                    <a:pt x="43" y="408"/>
                    <a:pt x="55" y="387"/>
                    <a:pt x="43" y="385"/>
                  </a:cubicBezTo>
                  <a:cubicBezTo>
                    <a:pt x="43" y="385"/>
                    <a:pt x="55" y="340"/>
                    <a:pt x="41" y="331"/>
                  </a:cubicBezTo>
                  <a:cubicBezTo>
                    <a:pt x="41" y="331"/>
                    <a:pt x="69" y="292"/>
                    <a:pt x="44" y="270"/>
                  </a:cubicBezTo>
                  <a:cubicBezTo>
                    <a:pt x="44" y="270"/>
                    <a:pt x="76" y="243"/>
                    <a:pt x="55" y="226"/>
                  </a:cubicBezTo>
                  <a:cubicBezTo>
                    <a:pt x="55" y="226"/>
                    <a:pt x="81" y="210"/>
                    <a:pt x="67" y="168"/>
                  </a:cubicBezTo>
                  <a:cubicBezTo>
                    <a:pt x="67" y="168"/>
                    <a:pt x="91" y="148"/>
                    <a:pt x="73" y="119"/>
                  </a:cubicBezTo>
                  <a:cubicBezTo>
                    <a:pt x="73" y="119"/>
                    <a:pt x="89" y="91"/>
                    <a:pt x="60" y="73"/>
                  </a:cubicBezTo>
                  <a:cubicBezTo>
                    <a:pt x="60" y="73"/>
                    <a:pt x="64" y="50"/>
                    <a:pt x="42" y="26"/>
                  </a:cubicBezTo>
                  <a:cubicBezTo>
                    <a:pt x="38" y="22"/>
                    <a:pt x="39" y="11"/>
                    <a:pt x="26" y="0"/>
                  </a:cubicBezTo>
                  <a:lnTo>
                    <a:pt x="26" y="2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</p:grpSp>
      <p:sp>
        <p:nvSpPr>
          <p:cNvPr id="17412" name="Rectangle 333">
            <a:extLst>
              <a:ext uri="{FF2B5EF4-FFF2-40B4-BE49-F238E27FC236}">
                <a16:creationId xmlns:a16="http://schemas.microsoft.com/office/drawing/2014/main" id="{6FB04308-1928-4A6D-8974-6C78AA3BDFFC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Adult (1)</a:t>
            </a:r>
          </a:p>
        </p:txBody>
      </p:sp>
      <p:sp>
        <p:nvSpPr>
          <p:cNvPr id="35844" name="Freeform 334">
            <a:extLst>
              <a:ext uri="{FF2B5EF4-FFF2-40B4-BE49-F238E27FC236}">
                <a16:creationId xmlns:a16="http://schemas.microsoft.com/office/drawing/2014/main" id="{0731BFE7-515B-4B05-BDEB-40B3DF0EAED0}"/>
              </a:ext>
            </a:extLst>
          </p:cNvPr>
          <p:cNvSpPr>
            <a:spLocks/>
          </p:cNvSpPr>
          <p:nvPr/>
        </p:nvSpPr>
        <p:spPr bwMode="auto">
          <a:xfrm>
            <a:off x="9166225" y="1470025"/>
            <a:ext cx="9525" cy="4763"/>
          </a:xfrm>
          <a:custGeom>
            <a:avLst/>
            <a:gdLst>
              <a:gd name="T0" fmla="*/ 2147483646 w 6"/>
              <a:gd name="T1" fmla="*/ 2147483646 h 3"/>
              <a:gd name="T2" fmla="*/ 0 w 6"/>
              <a:gd name="T3" fmla="*/ 0 h 3"/>
              <a:gd name="T4" fmla="*/ 0 w 6"/>
              <a:gd name="T5" fmla="*/ 2147483646 h 3"/>
              <a:gd name="T6" fmla="*/ 2147483646 w 6"/>
              <a:gd name="T7" fmla="*/ 2147483646 h 3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6" h="3">
                <a:moveTo>
                  <a:pt x="6" y="3"/>
                </a:moveTo>
                <a:lnTo>
                  <a:pt x="0" y="0"/>
                </a:lnTo>
                <a:lnTo>
                  <a:pt x="0" y="3"/>
                </a:lnTo>
                <a:lnTo>
                  <a:pt x="6" y="3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fr-FR"/>
          </a:p>
        </p:txBody>
      </p:sp>
      <p:sp>
        <p:nvSpPr>
          <p:cNvPr id="35845" name="Freeform 335">
            <a:extLst>
              <a:ext uri="{FF2B5EF4-FFF2-40B4-BE49-F238E27FC236}">
                <a16:creationId xmlns:a16="http://schemas.microsoft.com/office/drawing/2014/main" id="{94D33915-C199-4CA8-91A5-1CD5C35B8B1A}"/>
              </a:ext>
            </a:extLst>
          </p:cNvPr>
          <p:cNvSpPr>
            <a:spLocks/>
          </p:cNvSpPr>
          <p:nvPr/>
        </p:nvSpPr>
        <p:spPr bwMode="auto">
          <a:xfrm>
            <a:off x="7397750" y="1460500"/>
            <a:ext cx="12700" cy="4763"/>
          </a:xfrm>
          <a:custGeom>
            <a:avLst/>
            <a:gdLst>
              <a:gd name="T0" fmla="*/ 2147483646 w 8"/>
              <a:gd name="T1" fmla="*/ 0 h 3"/>
              <a:gd name="T2" fmla="*/ 0 w 8"/>
              <a:gd name="T3" fmla="*/ 2147483646 h 3"/>
              <a:gd name="T4" fmla="*/ 0 w 8"/>
              <a:gd name="T5" fmla="*/ 2147483646 h 3"/>
              <a:gd name="T6" fmla="*/ 2147483646 w 8"/>
              <a:gd name="T7" fmla="*/ 0 h 3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8" h="3">
                <a:moveTo>
                  <a:pt x="8" y="0"/>
                </a:moveTo>
                <a:lnTo>
                  <a:pt x="0" y="2"/>
                </a:lnTo>
                <a:lnTo>
                  <a:pt x="0" y="3"/>
                </a:lnTo>
                <a:lnTo>
                  <a:pt x="8" y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fr-FR"/>
          </a:p>
        </p:txBody>
      </p:sp>
      <p:grpSp>
        <p:nvGrpSpPr>
          <p:cNvPr id="35846" name="adult-female-body-front-view">
            <a:extLst>
              <a:ext uri="{FF2B5EF4-FFF2-40B4-BE49-F238E27FC236}">
                <a16:creationId xmlns:a16="http://schemas.microsoft.com/office/drawing/2014/main" id="{1FAF3ED1-A962-4F23-A715-B8BB43F28ED4}"/>
              </a:ext>
            </a:extLst>
          </p:cNvPr>
          <p:cNvGrpSpPr>
            <a:grpSpLocks/>
          </p:cNvGrpSpPr>
          <p:nvPr/>
        </p:nvGrpSpPr>
        <p:grpSpPr bwMode="auto">
          <a:xfrm>
            <a:off x="2308225" y="1163638"/>
            <a:ext cx="1349375" cy="5276850"/>
            <a:chOff x="432" y="717"/>
            <a:chExt cx="850" cy="3324"/>
          </a:xfrm>
        </p:grpSpPr>
        <p:sp>
          <p:nvSpPr>
            <p:cNvPr id="36195" name="Freeform 337">
              <a:extLst>
                <a:ext uri="{FF2B5EF4-FFF2-40B4-BE49-F238E27FC236}">
                  <a16:creationId xmlns:a16="http://schemas.microsoft.com/office/drawing/2014/main" id="{41F3C3F5-985E-40A1-85C9-C9F8EC01007F}"/>
                </a:ext>
              </a:extLst>
            </p:cNvPr>
            <p:cNvSpPr>
              <a:spLocks/>
            </p:cNvSpPr>
            <p:nvPr/>
          </p:nvSpPr>
          <p:spPr bwMode="auto">
            <a:xfrm>
              <a:off x="989" y="4010"/>
              <a:ext cx="15" cy="15"/>
            </a:xfrm>
            <a:custGeom>
              <a:avLst/>
              <a:gdLst>
                <a:gd name="T0" fmla="*/ 42 w 9"/>
                <a:gd name="T1" fmla="*/ 33 h 9"/>
                <a:gd name="T2" fmla="*/ 0 w 9"/>
                <a:gd name="T3" fmla="*/ 28 h 9"/>
                <a:gd name="T4" fmla="*/ 42 w 9"/>
                <a:gd name="T5" fmla="*/ 33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9">
                  <a:moveTo>
                    <a:pt x="9" y="7"/>
                  </a:moveTo>
                  <a:cubicBezTo>
                    <a:pt x="7" y="9"/>
                    <a:pt x="2" y="9"/>
                    <a:pt x="0" y="6"/>
                  </a:cubicBezTo>
                  <a:cubicBezTo>
                    <a:pt x="1" y="0"/>
                    <a:pt x="9" y="3"/>
                    <a:pt x="9" y="7"/>
                  </a:cubicBezTo>
                  <a:close/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196" name="Freeform 338">
              <a:extLst>
                <a:ext uri="{FF2B5EF4-FFF2-40B4-BE49-F238E27FC236}">
                  <a16:creationId xmlns:a16="http://schemas.microsoft.com/office/drawing/2014/main" id="{C3036637-84A1-4A57-80B4-A29962EF04E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" y="1046"/>
              <a:ext cx="850" cy="2995"/>
            </a:xfrm>
            <a:custGeom>
              <a:avLst/>
              <a:gdLst>
                <a:gd name="T0" fmla="*/ 2274 w 511"/>
                <a:gd name="T1" fmla="*/ 3157 h 1817"/>
                <a:gd name="T2" fmla="*/ 2177 w 511"/>
                <a:gd name="T3" fmla="*/ 1797 h 1817"/>
                <a:gd name="T4" fmla="*/ 2026 w 511"/>
                <a:gd name="T5" fmla="*/ 567 h 1817"/>
                <a:gd name="T6" fmla="*/ 1722 w 511"/>
                <a:gd name="T7" fmla="*/ 435 h 1817"/>
                <a:gd name="T8" fmla="*/ 1386 w 511"/>
                <a:gd name="T9" fmla="*/ 35 h 1817"/>
                <a:gd name="T10" fmla="*/ 1173 w 511"/>
                <a:gd name="T11" fmla="*/ 185 h 1817"/>
                <a:gd name="T12" fmla="*/ 1123 w 511"/>
                <a:gd name="T13" fmla="*/ 173 h 1817"/>
                <a:gd name="T14" fmla="*/ 810 w 511"/>
                <a:gd name="T15" fmla="*/ 381 h 1817"/>
                <a:gd name="T16" fmla="*/ 506 w 511"/>
                <a:gd name="T17" fmla="*/ 462 h 1817"/>
                <a:gd name="T18" fmla="*/ 180 w 511"/>
                <a:gd name="T19" fmla="*/ 1263 h 1817"/>
                <a:gd name="T20" fmla="*/ 75 w 511"/>
                <a:gd name="T21" fmla="*/ 2817 h 1817"/>
                <a:gd name="T22" fmla="*/ 8 w 511"/>
                <a:gd name="T23" fmla="*/ 3897 h 1817"/>
                <a:gd name="T24" fmla="*/ 103 w 511"/>
                <a:gd name="T25" fmla="*/ 4132 h 1817"/>
                <a:gd name="T26" fmla="*/ 284 w 511"/>
                <a:gd name="T27" fmla="*/ 4170 h 1817"/>
                <a:gd name="T28" fmla="*/ 308 w 511"/>
                <a:gd name="T29" fmla="*/ 4094 h 1817"/>
                <a:gd name="T30" fmla="*/ 263 w 511"/>
                <a:gd name="T31" fmla="*/ 3565 h 1817"/>
                <a:gd name="T32" fmla="*/ 521 w 511"/>
                <a:gd name="T33" fmla="*/ 1706 h 1817"/>
                <a:gd name="T34" fmla="*/ 571 w 511"/>
                <a:gd name="T35" fmla="*/ 2451 h 1817"/>
                <a:gd name="T36" fmla="*/ 451 w 511"/>
                <a:gd name="T37" fmla="*/ 4421 h 1817"/>
                <a:gd name="T38" fmla="*/ 692 w 511"/>
                <a:gd name="T39" fmla="*/ 6681 h 1817"/>
                <a:gd name="T40" fmla="*/ 813 w 511"/>
                <a:gd name="T41" fmla="*/ 7744 h 1817"/>
                <a:gd name="T42" fmla="*/ 742 w 511"/>
                <a:gd name="T43" fmla="*/ 8083 h 1817"/>
                <a:gd name="T44" fmla="*/ 1101 w 511"/>
                <a:gd name="T45" fmla="*/ 8088 h 1817"/>
                <a:gd name="T46" fmla="*/ 1156 w 511"/>
                <a:gd name="T47" fmla="*/ 7673 h 1817"/>
                <a:gd name="T48" fmla="*/ 1076 w 511"/>
                <a:gd name="T49" fmla="*/ 7088 h 1817"/>
                <a:gd name="T50" fmla="*/ 1131 w 511"/>
                <a:gd name="T51" fmla="*/ 5062 h 1817"/>
                <a:gd name="T52" fmla="*/ 1131 w 511"/>
                <a:gd name="T53" fmla="*/ 3600 h 1817"/>
                <a:gd name="T54" fmla="*/ 1223 w 511"/>
                <a:gd name="T55" fmla="*/ 3597 h 1817"/>
                <a:gd name="T56" fmla="*/ 1221 w 511"/>
                <a:gd name="T57" fmla="*/ 5062 h 1817"/>
                <a:gd name="T58" fmla="*/ 1276 w 511"/>
                <a:gd name="T59" fmla="*/ 7088 h 1817"/>
                <a:gd name="T60" fmla="*/ 1193 w 511"/>
                <a:gd name="T61" fmla="*/ 7673 h 1817"/>
                <a:gd name="T62" fmla="*/ 1251 w 511"/>
                <a:gd name="T63" fmla="*/ 8088 h 1817"/>
                <a:gd name="T64" fmla="*/ 1610 w 511"/>
                <a:gd name="T65" fmla="*/ 8083 h 1817"/>
                <a:gd name="T66" fmla="*/ 1534 w 511"/>
                <a:gd name="T67" fmla="*/ 7744 h 1817"/>
                <a:gd name="T68" fmla="*/ 1660 w 511"/>
                <a:gd name="T69" fmla="*/ 6681 h 1817"/>
                <a:gd name="T70" fmla="*/ 1893 w 511"/>
                <a:gd name="T71" fmla="*/ 4464 h 1817"/>
                <a:gd name="T72" fmla="*/ 1768 w 511"/>
                <a:gd name="T73" fmla="*/ 2468 h 1817"/>
                <a:gd name="T74" fmla="*/ 1826 w 511"/>
                <a:gd name="T75" fmla="*/ 1701 h 1817"/>
                <a:gd name="T76" fmla="*/ 2089 w 511"/>
                <a:gd name="T77" fmla="*/ 3565 h 1817"/>
                <a:gd name="T78" fmla="*/ 2044 w 511"/>
                <a:gd name="T79" fmla="*/ 4094 h 1817"/>
                <a:gd name="T80" fmla="*/ 2068 w 511"/>
                <a:gd name="T81" fmla="*/ 4170 h 1817"/>
                <a:gd name="T82" fmla="*/ 2249 w 511"/>
                <a:gd name="T83" fmla="*/ 4132 h 1817"/>
                <a:gd name="T84" fmla="*/ 2344 w 511"/>
                <a:gd name="T85" fmla="*/ 3897 h 1817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511" h="1817">
                  <a:moveTo>
                    <a:pt x="509" y="870"/>
                  </a:moveTo>
                  <a:cubicBezTo>
                    <a:pt x="507" y="866"/>
                    <a:pt x="503" y="834"/>
                    <a:pt x="499" y="815"/>
                  </a:cubicBezTo>
                  <a:cubicBezTo>
                    <a:pt x="496" y="800"/>
                    <a:pt x="492" y="735"/>
                    <a:pt x="494" y="705"/>
                  </a:cubicBezTo>
                  <a:cubicBezTo>
                    <a:pt x="496" y="681"/>
                    <a:pt x="495" y="644"/>
                    <a:pt x="495" y="629"/>
                  </a:cubicBezTo>
                  <a:cubicBezTo>
                    <a:pt x="496" y="539"/>
                    <a:pt x="483" y="494"/>
                    <a:pt x="480" y="477"/>
                  </a:cubicBezTo>
                  <a:cubicBezTo>
                    <a:pt x="477" y="461"/>
                    <a:pt x="473" y="437"/>
                    <a:pt x="473" y="401"/>
                  </a:cubicBezTo>
                  <a:cubicBezTo>
                    <a:pt x="473" y="366"/>
                    <a:pt x="475" y="316"/>
                    <a:pt x="472" y="282"/>
                  </a:cubicBezTo>
                  <a:cubicBezTo>
                    <a:pt x="471" y="262"/>
                    <a:pt x="467" y="232"/>
                    <a:pt x="464" y="205"/>
                  </a:cubicBezTo>
                  <a:cubicBezTo>
                    <a:pt x="460" y="179"/>
                    <a:pt x="450" y="139"/>
                    <a:pt x="440" y="127"/>
                  </a:cubicBezTo>
                  <a:cubicBezTo>
                    <a:pt x="430" y="115"/>
                    <a:pt x="416" y="109"/>
                    <a:pt x="401" y="103"/>
                  </a:cubicBezTo>
                  <a:cubicBezTo>
                    <a:pt x="397" y="102"/>
                    <a:pt x="393" y="99"/>
                    <a:pt x="389" y="98"/>
                  </a:cubicBezTo>
                  <a:cubicBezTo>
                    <a:pt x="383" y="97"/>
                    <a:pt x="379" y="98"/>
                    <a:pt x="374" y="97"/>
                  </a:cubicBezTo>
                  <a:cubicBezTo>
                    <a:pt x="364" y="95"/>
                    <a:pt x="346" y="89"/>
                    <a:pt x="337" y="86"/>
                  </a:cubicBezTo>
                  <a:cubicBezTo>
                    <a:pt x="318" y="79"/>
                    <a:pt x="308" y="77"/>
                    <a:pt x="308" y="0"/>
                  </a:cubicBezTo>
                  <a:cubicBezTo>
                    <a:pt x="306" y="2"/>
                    <a:pt x="304" y="5"/>
                    <a:pt x="301" y="8"/>
                  </a:cubicBezTo>
                  <a:cubicBezTo>
                    <a:pt x="291" y="19"/>
                    <a:pt x="278" y="37"/>
                    <a:pt x="267" y="39"/>
                  </a:cubicBezTo>
                  <a:cubicBezTo>
                    <a:pt x="263" y="40"/>
                    <a:pt x="258" y="41"/>
                    <a:pt x="255" y="41"/>
                  </a:cubicBezTo>
                  <a:cubicBezTo>
                    <a:pt x="255" y="41"/>
                    <a:pt x="255" y="41"/>
                    <a:pt x="255" y="41"/>
                  </a:cubicBezTo>
                  <a:cubicBezTo>
                    <a:pt x="255" y="41"/>
                    <a:pt x="255" y="41"/>
                    <a:pt x="255" y="41"/>
                  </a:cubicBezTo>
                  <a:cubicBezTo>
                    <a:pt x="255" y="41"/>
                    <a:pt x="255" y="41"/>
                    <a:pt x="255" y="41"/>
                  </a:cubicBezTo>
                  <a:cubicBezTo>
                    <a:pt x="252" y="41"/>
                    <a:pt x="248" y="40"/>
                    <a:pt x="244" y="39"/>
                  </a:cubicBezTo>
                  <a:cubicBezTo>
                    <a:pt x="232" y="37"/>
                    <a:pt x="220" y="19"/>
                    <a:pt x="209" y="8"/>
                  </a:cubicBezTo>
                  <a:cubicBezTo>
                    <a:pt x="207" y="5"/>
                    <a:pt x="204" y="2"/>
                    <a:pt x="203" y="0"/>
                  </a:cubicBezTo>
                  <a:cubicBezTo>
                    <a:pt x="203" y="77"/>
                    <a:pt x="195" y="79"/>
                    <a:pt x="176" y="85"/>
                  </a:cubicBezTo>
                  <a:cubicBezTo>
                    <a:pt x="168" y="88"/>
                    <a:pt x="147" y="95"/>
                    <a:pt x="136" y="97"/>
                  </a:cubicBezTo>
                  <a:cubicBezTo>
                    <a:pt x="131" y="98"/>
                    <a:pt x="127" y="97"/>
                    <a:pt x="122" y="98"/>
                  </a:cubicBezTo>
                  <a:cubicBezTo>
                    <a:pt x="118" y="99"/>
                    <a:pt x="113" y="102"/>
                    <a:pt x="110" y="103"/>
                  </a:cubicBezTo>
                  <a:cubicBezTo>
                    <a:pt x="95" y="109"/>
                    <a:pt x="81" y="115"/>
                    <a:pt x="71" y="127"/>
                  </a:cubicBezTo>
                  <a:cubicBezTo>
                    <a:pt x="61" y="139"/>
                    <a:pt x="51" y="179"/>
                    <a:pt x="47" y="205"/>
                  </a:cubicBezTo>
                  <a:cubicBezTo>
                    <a:pt x="43" y="232"/>
                    <a:pt x="40" y="262"/>
                    <a:pt x="39" y="282"/>
                  </a:cubicBezTo>
                  <a:cubicBezTo>
                    <a:pt x="36" y="316"/>
                    <a:pt x="38" y="366"/>
                    <a:pt x="38" y="401"/>
                  </a:cubicBezTo>
                  <a:cubicBezTo>
                    <a:pt x="38" y="437"/>
                    <a:pt x="34" y="461"/>
                    <a:pt x="31" y="477"/>
                  </a:cubicBezTo>
                  <a:cubicBezTo>
                    <a:pt x="28" y="494"/>
                    <a:pt x="15" y="539"/>
                    <a:pt x="16" y="629"/>
                  </a:cubicBezTo>
                  <a:cubicBezTo>
                    <a:pt x="16" y="644"/>
                    <a:pt x="15" y="681"/>
                    <a:pt x="17" y="705"/>
                  </a:cubicBezTo>
                  <a:cubicBezTo>
                    <a:pt x="19" y="735"/>
                    <a:pt x="15" y="800"/>
                    <a:pt x="12" y="815"/>
                  </a:cubicBezTo>
                  <a:cubicBezTo>
                    <a:pt x="7" y="834"/>
                    <a:pt x="4" y="866"/>
                    <a:pt x="2" y="870"/>
                  </a:cubicBezTo>
                  <a:cubicBezTo>
                    <a:pt x="0" y="874"/>
                    <a:pt x="4" y="880"/>
                    <a:pt x="6" y="885"/>
                  </a:cubicBezTo>
                  <a:cubicBezTo>
                    <a:pt x="8" y="890"/>
                    <a:pt x="7" y="894"/>
                    <a:pt x="10" y="901"/>
                  </a:cubicBezTo>
                  <a:cubicBezTo>
                    <a:pt x="12" y="906"/>
                    <a:pt x="19" y="917"/>
                    <a:pt x="22" y="923"/>
                  </a:cubicBezTo>
                  <a:cubicBezTo>
                    <a:pt x="25" y="929"/>
                    <a:pt x="38" y="936"/>
                    <a:pt x="48" y="940"/>
                  </a:cubicBezTo>
                  <a:cubicBezTo>
                    <a:pt x="55" y="943"/>
                    <a:pt x="68" y="951"/>
                    <a:pt x="69" y="948"/>
                  </a:cubicBezTo>
                  <a:cubicBezTo>
                    <a:pt x="72" y="940"/>
                    <a:pt x="67" y="935"/>
                    <a:pt x="62" y="931"/>
                  </a:cubicBezTo>
                  <a:cubicBezTo>
                    <a:pt x="59" y="929"/>
                    <a:pt x="68" y="936"/>
                    <a:pt x="70" y="929"/>
                  </a:cubicBezTo>
                  <a:cubicBezTo>
                    <a:pt x="71" y="927"/>
                    <a:pt x="71" y="926"/>
                    <a:pt x="69" y="922"/>
                  </a:cubicBezTo>
                  <a:cubicBezTo>
                    <a:pt x="71" y="918"/>
                    <a:pt x="70" y="918"/>
                    <a:pt x="67" y="914"/>
                  </a:cubicBezTo>
                  <a:cubicBezTo>
                    <a:pt x="72" y="912"/>
                    <a:pt x="68" y="889"/>
                    <a:pt x="66" y="878"/>
                  </a:cubicBezTo>
                  <a:cubicBezTo>
                    <a:pt x="67" y="870"/>
                    <a:pt x="68" y="843"/>
                    <a:pt x="62" y="825"/>
                  </a:cubicBezTo>
                  <a:cubicBezTo>
                    <a:pt x="59" y="814"/>
                    <a:pt x="57" y="803"/>
                    <a:pt x="57" y="796"/>
                  </a:cubicBezTo>
                  <a:cubicBezTo>
                    <a:pt x="54" y="779"/>
                    <a:pt x="71" y="662"/>
                    <a:pt x="80" y="629"/>
                  </a:cubicBezTo>
                  <a:cubicBezTo>
                    <a:pt x="99" y="560"/>
                    <a:pt x="93" y="499"/>
                    <a:pt x="95" y="487"/>
                  </a:cubicBezTo>
                  <a:cubicBezTo>
                    <a:pt x="97" y="474"/>
                    <a:pt x="110" y="410"/>
                    <a:pt x="113" y="381"/>
                  </a:cubicBezTo>
                  <a:cubicBezTo>
                    <a:pt x="114" y="381"/>
                    <a:pt x="114" y="381"/>
                    <a:pt x="114" y="381"/>
                  </a:cubicBezTo>
                  <a:cubicBezTo>
                    <a:pt x="114" y="393"/>
                    <a:pt x="124" y="442"/>
                    <a:pt x="126" y="484"/>
                  </a:cubicBezTo>
                  <a:cubicBezTo>
                    <a:pt x="127" y="509"/>
                    <a:pt x="140" y="516"/>
                    <a:pt x="124" y="547"/>
                  </a:cubicBezTo>
                  <a:cubicBezTo>
                    <a:pt x="113" y="567"/>
                    <a:pt x="100" y="629"/>
                    <a:pt x="91" y="685"/>
                  </a:cubicBezTo>
                  <a:cubicBezTo>
                    <a:pt x="83" y="729"/>
                    <a:pt x="85" y="764"/>
                    <a:pt x="85" y="852"/>
                  </a:cubicBezTo>
                  <a:cubicBezTo>
                    <a:pt x="85" y="908"/>
                    <a:pt x="91" y="919"/>
                    <a:pt x="98" y="987"/>
                  </a:cubicBezTo>
                  <a:cubicBezTo>
                    <a:pt x="104" y="1044"/>
                    <a:pt x="130" y="1134"/>
                    <a:pt x="136" y="1175"/>
                  </a:cubicBezTo>
                  <a:cubicBezTo>
                    <a:pt x="142" y="1216"/>
                    <a:pt x="145" y="1237"/>
                    <a:pt x="147" y="1264"/>
                  </a:cubicBezTo>
                  <a:cubicBezTo>
                    <a:pt x="148" y="1291"/>
                    <a:pt x="132" y="1418"/>
                    <a:pt x="150" y="1492"/>
                  </a:cubicBezTo>
                  <a:cubicBezTo>
                    <a:pt x="168" y="1565"/>
                    <a:pt x="175" y="1612"/>
                    <a:pt x="179" y="1630"/>
                  </a:cubicBezTo>
                  <a:cubicBezTo>
                    <a:pt x="186" y="1669"/>
                    <a:pt x="180" y="1673"/>
                    <a:pt x="183" y="1693"/>
                  </a:cubicBezTo>
                  <a:cubicBezTo>
                    <a:pt x="186" y="1713"/>
                    <a:pt x="186" y="1710"/>
                    <a:pt x="177" y="1729"/>
                  </a:cubicBezTo>
                  <a:cubicBezTo>
                    <a:pt x="169" y="1742"/>
                    <a:pt x="156" y="1769"/>
                    <a:pt x="152" y="1775"/>
                  </a:cubicBezTo>
                  <a:cubicBezTo>
                    <a:pt x="147" y="1781"/>
                    <a:pt x="150" y="1787"/>
                    <a:pt x="152" y="1791"/>
                  </a:cubicBezTo>
                  <a:cubicBezTo>
                    <a:pt x="149" y="1800"/>
                    <a:pt x="158" y="1805"/>
                    <a:pt x="161" y="1805"/>
                  </a:cubicBezTo>
                  <a:cubicBezTo>
                    <a:pt x="160" y="1816"/>
                    <a:pt x="178" y="1815"/>
                    <a:pt x="182" y="1810"/>
                  </a:cubicBezTo>
                  <a:cubicBezTo>
                    <a:pt x="187" y="1816"/>
                    <a:pt x="201" y="1816"/>
                    <a:pt x="206" y="1809"/>
                  </a:cubicBezTo>
                  <a:cubicBezTo>
                    <a:pt x="215" y="1817"/>
                    <a:pt x="230" y="1817"/>
                    <a:pt x="239" y="1806"/>
                  </a:cubicBezTo>
                  <a:cubicBezTo>
                    <a:pt x="249" y="1795"/>
                    <a:pt x="250" y="1785"/>
                    <a:pt x="249" y="1774"/>
                  </a:cubicBezTo>
                  <a:cubicBezTo>
                    <a:pt x="248" y="1763"/>
                    <a:pt x="250" y="1760"/>
                    <a:pt x="252" y="1746"/>
                  </a:cubicBezTo>
                  <a:cubicBezTo>
                    <a:pt x="254" y="1733"/>
                    <a:pt x="256" y="1723"/>
                    <a:pt x="251" y="1713"/>
                  </a:cubicBezTo>
                  <a:cubicBezTo>
                    <a:pt x="247" y="1704"/>
                    <a:pt x="247" y="1700"/>
                    <a:pt x="247" y="1690"/>
                  </a:cubicBezTo>
                  <a:cubicBezTo>
                    <a:pt x="247" y="1680"/>
                    <a:pt x="250" y="1666"/>
                    <a:pt x="245" y="1654"/>
                  </a:cubicBezTo>
                  <a:cubicBezTo>
                    <a:pt x="239" y="1642"/>
                    <a:pt x="233" y="1614"/>
                    <a:pt x="234" y="1583"/>
                  </a:cubicBezTo>
                  <a:cubicBezTo>
                    <a:pt x="235" y="1552"/>
                    <a:pt x="255" y="1378"/>
                    <a:pt x="247" y="1318"/>
                  </a:cubicBezTo>
                  <a:cubicBezTo>
                    <a:pt x="238" y="1258"/>
                    <a:pt x="241" y="1246"/>
                    <a:pt x="244" y="1226"/>
                  </a:cubicBezTo>
                  <a:cubicBezTo>
                    <a:pt x="246" y="1206"/>
                    <a:pt x="251" y="1173"/>
                    <a:pt x="246" y="1130"/>
                  </a:cubicBezTo>
                  <a:cubicBezTo>
                    <a:pt x="244" y="1113"/>
                    <a:pt x="245" y="1044"/>
                    <a:pt x="245" y="974"/>
                  </a:cubicBezTo>
                  <a:cubicBezTo>
                    <a:pt x="246" y="928"/>
                    <a:pt x="257" y="817"/>
                    <a:pt x="246" y="805"/>
                  </a:cubicBezTo>
                  <a:cubicBezTo>
                    <a:pt x="246" y="804"/>
                    <a:pt x="246" y="804"/>
                    <a:pt x="246" y="804"/>
                  </a:cubicBezTo>
                  <a:cubicBezTo>
                    <a:pt x="249" y="805"/>
                    <a:pt x="252" y="806"/>
                    <a:pt x="255" y="806"/>
                  </a:cubicBezTo>
                  <a:cubicBezTo>
                    <a:pt x="255" y="806"/>
                    <a:pt x="255" y="806"/>
                    <a:pt x="255" y="806"/>
                  </a:cubicBezTo>
                  <a:cubicBezTo>
                    <a:pt x="258" y="806"/>
                    <a:pt x="262" y="805"/>
                    <a:pt x="266" y="803"/>
                  </a:cubicBezTo>
                  <a:cubicBezTo>
                    <a:pt x="265" y="805"/>
                    <a:pt x="265" y="805"/>
                    <a:pt x="265" y="805"/>
                  </a:cubicBezTo>
                  <a:cubicBezTo>
                    <a:pt x="254" y="817"/>
                    <a:pt x="265" y="928"/>
                    <a:pt x="265" y="974"/>
                  </a:cubicBezTo>
                  <a:cubicBezTo>
                    <a:pt x="266" y="1044"/>
                    <a:pt x="266" y="1113"/>
                    <a:pt x="265" y="1130"/>
                  </a:cubicBezTo>
                  <a:cubicBezTo>
                    <a:pt x="260" y="1173"/>
                    <a:pt x="265" y="1206"/>
                    <a:pt x="267" y="1226"/>
                  </a:cubicBezTo>
                  <a:cubicBezTo>
                    <a:pt x="269" y="1246"/>
                    <a:pt x="273" y="1258"/>
                    <a:pt x="264" y="1318"/>
                  </a:cubicBezTo>
                  <a:cubicBezTo>
                    <a:pt x="255" y="1378"/>
                    <a:pt x="276" y="1552"/>
                    <a:pt x="277" y="1583"/>
                  </a:cubicBezTo>
                  <a:cubicBezTo>
                    <a:pt x="278" y="1614"/>
                    <a:pt x="272" y="1642"/>
                    <a:pt x="266" y="1654"/>
                  </a:cubicBezTo>
                  <a:cubicBezTo>
                    <a:pt x="261" y="1666"/>
                    <a:pt x="264" y="1680"/>
                    <a:pt x="264" y="1690"/>
                  </a:cubicBezTo>
                  <a:cubicBezTo>
                    <a:pt x="264" y="1700"/>
                    <a:pt x="264" y="1704"/>
                    <a:pt x="259" y="1713"/>
                  </a:cubicBezTo>
                  <a:cubicBezTo>
                    <a:pt x="255" y="1723"/>
                    <a:pt x="257" y="1733"/>
                    <a:pt x="259" y="1746"/>
                  </a:cubicBezTo>
                  <a:cubicBezTo>
                    <a:pt x="261" y="1760"/>
                    <a:pt x="263" y="1763"/>
                    <a:pt x="262" y="1774"/>
                  </a:cubicBezTo>
                  <a:cubicBezTo>
                    <a:pt x="261" y="1785"/>
                    <a:pt x="262" y="1795"/>
                    <a:pt x="272" y="1806"/>
                  </a:cubicBezTo>
                  <a:cubicBezTo>
                    <a:pt x="281" y="1817"/>
                    <a:pt x="296" y="1817"/>
                    <a:pt x="305" y="1809"/>
                  </a:cubicBezTo>
                  <a:cubicBezTo>
                    <a:pt x="310" y="1816"/>
                    <a:pt x="323" y="1816"/>
                    <a:pt x="329" y="1810"/>
                  </a:cubicBezTo>
                  <a:cubicBezTo>
                    <a:pt x="333" y="1815"/>
                    <a:pt x="351" y="1816"/>
                    <a:pt x="350" y="1805"/>
                  </a:cubicBezTo>
                  <a:cubicBezTo>
                    <a:pt x="353" y="1805"/>
                    <a:pt x="362" y="1800"/>
                    <a:pt x="359" y="1791"/>
                  </a:cubicBezTo>
                  <a:cubicBezTo>
                    <a:pt x="361" y="1787"/>
                    <a:pt x="363" y="1781"/>
                    <a:pt x="359" y="1775"/>
                  </a:cubicBezTo>
                  <a:cubicBezTo>
                    <a:pt x="355" y="1769"/>
                    <a:pt x="341" y="1742"/>
                    <a:pt x="333" y="1729"/>
                  </a:cubicBezTo>
                  <a:cubicBezTo>
                    <a:pt x="324" y="1710"/>
                    <a:pt x="325" y="1713"/>
                    <a:pt x="328" y="1693"/>
                  </a:cubicBezTo>
                  <a:cubicBezTo>
                    <a:pt x="331" y="1673"/>
                    <a:pt x="324" y="1669"/>
                    <a:pt x="332" y="1630"/>
                  </a:cubicBezTo>
                  <a:cubicBezTo>
                    <a:pt x="335" y="1612"/>
                    <a:pt x="343" y="1565"/>
                    <a:pt x="361" y="1492"/>
                  </a:cubicBezTo>
                  <a:cubicBezTo>
                    <a:pt x="378" y="1418"/>
                    <a:pt x="362" y="1291"/>
                    <a:pt x="364" y="1264"/>
                  </a:cubicBezTo>
                  <a:cubicBezTo>
                    <a:pt x="366" y="1237"/>
                    <a:pt x="368" y="1216"/>
                    <a:pt x="375" y="1175"/>
                  </a:cubicBezTo>
                  <a:cubicBezTo>
                    <a:pt x="381" y="1134"/>
                    <a:pt x="404" y="1054"/>
                    <a:pt x="411" y="997"/>
                  </a:cubicBezTo>
                  <a:cubicBezTo>
                    <a:pt x="419" y="932"/>
                    <a:pt x="423" y="911"/>
                    <a:pt x="425" y="854"/>
                  </a:cubicBezTo>
                  <a:cubicBezTo>
                    <a:pt x="428" y="773"/>
                    <a:pt x="427" y="729"/>
                    <a:pt x="420" y="685"/>
                  </a:cubicBezTo>
                  <a:cubicBezTo>
                    <a:pt x="411" y="629"/>
                    <a:pt x="395" y="571"/>
                    <a:pt x="384" y="551"/>
                  </a:cubicBezTo>
                  <a:cubicBezTo>
                    <a:pt x="367" y="518"/>
                    <a:pt x="386" y="488"/>
                    <a:pt x="387" y="463"/>
                  </a:cubicBezTo>
                  <a:cubicBezTo>
                    <a:pt x="387" y="444"/>
                    <a:pt x="395" y="415"/>
                    <a:pt x="397" y="380"/>
                  </a:cubicBezTo>
                  <a:cubicBezTo>
                    <a:pt x="397" y="380"/>
                    <a:pt x="397" y="380"/>
                    <a:pt x="397" y="380"/>
                  </a:cubicBezTo>
                  <a:cubicBezTo>
                    <a:pt x="401" y="409"/>
                    <a:pt x="414" y="474"/>
                    <a:pt x="416" y="487"/>
                  </a:cubicBezTo>
                  <a:cubicBezTo>
                    <a:pt x="418" y="499"/>
                    <a:pt x="412" y="560"/>
                    <a:pt x="431" y="629"/>
                  </a:cubicBezTo>
                  <a:cubicBezTo>
                    <a:pt x="440" y="662"/>
                    <a:pt x="457" y="779"/>
                    <a:pt x="454" y="796"/>
                  </a:cubicBezTo>
                  <a:cubicBezTo>
                    <a:pt x="454" y="803"/>
                    <a:pt x="452" y="814"/>
                    <a:pt x="449" y="825"/>
                  </a:cubicBezTo>
                  <a:cubicBezTo>
                    <a:pt x="443" y="843"/>
                    <a:pt x="444" y="870"/>
                    <a:pt x="444" y="878"/>
                  </a:cubicBezTo>
                  <a:cubicBezTo>
                    <a:pt x="442" y="889"/>
                    <a:pt x="439" y="912"/>
                    <a:pt x="444" y="914"/>
                  </a:cubicBezTo>
                  <a:cubicBezTo>
                    <a:pt x="441" y="918"/>
                    <a:pt x="440" y="918"/>
                    <a:pt x="441" y="922"/>
                  </a:cubicBezTo>
                  <a:cubicBezTo>
                    <a:pt x="440" y="926"/>
                    <a:pt x="440" y="927"/>
                    <a:pt x="441" y="929"/>
                  </a:cubicBezTo>
                  <a:cubicBezTo>
                    <a:pt x="443" y="936"/>
                    <a:pt x="452" y="929"/>
                    <a:pt x="449" y="931"/>
                  </a:cubicBezTo>
                  <a:cubicBezTo>
                    <a:pt x="443" y="935"/>
                    <a:pt x="439" y="940"/>
                    <a:pt x="441" y="948"/>
                  </a:cubicBezTo>
                  <a:cubicBezTo>
                    <a:pt x="443" y="951"/>
                    <a:pt x="456" y="943"/>
                    <a:pt x="463" y="940"/>
                  </a:cubicBezTo>
                  <a:cubicBezTo>
                    <a:pt x="473" y="936"/>
                    <a:pt x="486" y="929"/>
                    <a:pt x="489" y="923"/>
                  </a:cubicBezTo>
                  <a:cubicBezTo>
                    <a:pt x="492" y="917"/>
                    <a:pt x="499" y="906"/>
                    <a:pt x="501" y="901"/>
                  </a:cubicBezTo>
                  <a:cubicBezTo>
                    <a:pt x="504" y="894"/>
                    <a:pt x="503" y="890"/>
                    <a:pt x="505" y="885"/>
                  </a:cubicBezTo>
                  <a:cubicBezTo>
                    <a:pt x="507" y="880"/>
                    <a:pt x="511" y="874"/>
                    <a:pt x="509" y="870"/>
                  </a:cubicBezTo>
                </a:path>
              </a:pathLst>
            </a:custGeom>
            <a:solidFill>
              <a:srgbClr val="A961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197" name="Freeform 339">
              <a:extLst>
                <a:ext uri="{FF2B5EF4-FFF2-40B4-BE49-F238E27FC236}">
                  <a16:creationId xmlns:a16="http://schemas.microsoft.com/office/drawing/2014/main" id="{58A4335A-3A29-4A04-BA5D-B20EBDEB0F0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" y="1046"/>
              <a:ext cx="850" cy="2995"/>
            </a:xfrm>
            <a:custGeom>
              <a:avLst/>
              <a:gdLst>
                <a:gd name="T0" fmla="*/ 2274 w 511"/>
                <a:gd name="T1" fmla="*/ 3157 h 1817"/>
                <a:gd name="T2" fmla="*/ 2177 w 511"/>
                <a:gd name="T3" fmla="*/ 1797 h 1817"/>
                <a:gd name="T4" fmla="*/ 2026 w 511"/>
                <a:gd name="T5" fmla="*/ 567 h 1817"/>
                <a:gd name="T6" fmla="*/ 1722 w 511"/>
                <a:gd name="T7" fmla="*/ 435 h 1817"/>
                <a:gd name="T8" fmla="*/ 1386 w 511"/>
                <a:gd name="T9" fmla="*/ 35 h 1817"/>
                <a:gd name="T10" fmla="*/ 1173 w 511"/>
                <a:gd name="T11" fmla="*/ 185 h 1817"/>
                <a:gd name="T12" fmla="*/ 1123 w 511"/>
                <a:gd name="T13" fmla="*/ 173 h 1817"/>
                <a:gd name="T14" fmla="*/ 810 w 511"/>
                <a:gd name="T15" fmla="*/ 381 h 1817"/>
                <a:gd name="T16" fmla="*/ 506 w 511"/>
                <a:gd name="T17" fmla="*/ 462 h 1817"/>
                <a:gd name="T18" fmla="*/ 180 w 511"/>
                <a:gd name="T19" fmla="*/ 1263 h 1817"/>
                <a:gd name="T20" fmla="*/ 75 w 511"/>
                <a:gd name="T21" fmla="*/ 2817 h 1817"/>
                <a:gd name="T22" fmla="*/ 8 w 511"/>
                <a:gd name="T23" fmla="*/ 3897 h 1817"/>
                <a:gd name="T24" fmla="*/ 103 w 511"/>
                <a:gd name="T25" fmla="*/ 4132 h 1817"/>
                <a:gd name="T26" fmla="*/ 284 w 511"/>
                <a:gd name="T27" fmla="*/ 4170 h 1817"/>
                <a:gd name="T28" fmla="*/ 308 w 511"/>
                <a:gd name="T29" fmla="*/ 4094 h 1817"/>
                <a:gd name="T30" fmla="*/ 263 w 511"/>
                <a:gd name="T31" fmla="*/ 3565 h 1817"/>
                <a:gd name="T32" fmla="*/ 521 w 511"/>
                <a:gd name="T33" fmla="*/ 1706 h 1817"/>
                <a:gd name="T34" fmla="*/ 571 w 511"/>
                <a:gd name="T35" fmla="*/ 2451 h 1817"/>
                <a:gd name="T36" fmla="*/ 451 w 511"/>
                <a:gd name="T37" fmla="*/ 4421 h 1817"/>
                <a:gd name="T38" fmla="*/ 692 w 511"/>
                <a:gd name="T39" fmla="*/ 6681 h 1817"/>
                <a:gd name="T40" fmla="*/ 813 w 511"/>
                <a:gd name="T41" fmla="*/ 7744 h 1817"/>
                <a:gd name="T42" fmla="*/ 742 w 511"/>
                <a:gd name="T43" fmla="*/ 8083 h 1817"/>
                <a:gd name="T44" fmla="*/ 1101 w 511"/>
                <a:gd name="T45" fmla="*/ 8088 h 1817"/>
                <a:gd name="T46" fmla="*/ 1156 w 511"/>
                <a:gd name="T47" fmla="*/ 7673 h 1817"/>
                <a:gd name="T48" fmla="*/ 1076 w 511"/>
                <a:gd name="T49" fmla="*/ 7088 h 1817"/>
                <a:gd name="T50" fmla="*/ 1131 w 511"/>
                <a:gd name="T51" fmla="*/ 5062 h 1817"/>
                <a:gd name="T52" fmla="*/ 1131 w 511"/>
                <a:gd name="T53" fmla="*/ 3600 h 1817"/>
                <a:gd name="T54" fmla="*/ 1223 w 511"/>
                <a:gd name="T55" fmla="*/ 3597 h 1817"/>
                <a:gd name="T56" fmla="*/ 1221 w 511"/>
                <a:gd name="T57" fmla="*/ 5062 h 1817"/>
                <a:gd name="T58" fmla="*/ 1276 w 511"/>
                <a:gd name="T59" fmla="*/ 7088 h 1817"/>
                <a:gd name="T60" fmla="*/ 1193 w 511"/>
                <a:gd name="T61" fmla="*/ 7673 h 1817"/>
                <a:gd name="T62" fmla="*/ 1251 w 511"/>
                <a:gd name="T63" fmla="*/ 8088 h 1817"/>
                <a:gd name="T64" fmla="*/ 1610 w 511"/>
                <a:gd name="T65" fmla="*/ 8083 h 1817"/>
                <a:gd name="T66" fmla="*/ 1534 w 511"/>
                <a:gd name="T67" fmla="*/ 7744 h 1817"/>
                <a:gd name="T68" fmla="*/ 1660 w 511"/>
                <a:gd name="T69" fmla="*/ 6681 h 1817"/>
                <a:gd name="T70" fmla="*/ 1893 w 511"/>
                <a:gd name="T71" fmla="*/ 4464 h 1817"/>
                <a:gd name="T72" fmla="*/ 1768 w 511"/>
                <a:gd name="T73" fmla="*/ 2468 h 1817"/>
                <a:gd name="T74" fmla="*/ 1826 w 511"/>
                <a:gd name="T75" fmla="*/ 1701 h 1817"/>
                <a:gd name="T76" fmla="*/ 2089 w 511"/>
                <a:gd name="T77" fmla="*/ 3565 h 1817"/>
                <a:gd name="T78" fmla="*/ 2044 w 511"/>
                <a:gd name="T79" fmla="*/ 4094 h 1817"/>
                <a:gd name="T80" fmla="*/ 2068 w 511"/>
                <a:gd name="T81" fmla="*/ 4170 h 1817"/>
                <a:gd name="T82" fmla="*/ 2249 w 511"/>
                <a:gd name="T83" fmla="*/ 4132 h 1817"/>
                <a:gd name="T84" fmla="*/ 2344 w 511"/>
                <a:gd name="T85" fmla="*/ 3897 h 1817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511" h="1817">
                  <a:moveTo>
                    <a:pt x="509" y="870"/>
                  </a:moveTo>
                  <a:cubicBezTo>
                    <a:pt x="507" y="866"/>
                    <a:pt x="503" y="834"/>
                    <a:pt x="499" y="815"/>
                  </a:cubicBezTo>
                  <a:cubicBezTo>
                    <a:pt x="496" y="800"/>
                    <a:pt x="492" y="735"/>
                    <a:pt x="494" y="705"/>
                  </a:cubicBezTo>
                  <a:cubicBezTo>
                    <a:pt x="496" y="681"/>
                    <a:pt x="495" y="644"/>
                    <a:pt x="495" y="629"/>
                  </a:cubicBezTo>
                  <a:cubicBezTo>
                    <a:pt x="496" y="539"/>
                    <a:pt x="483" y="494"/>
                    <a:pt x="480" y="477"/>
                  </a:cubicBezTo>
                  <a:cubicBezTo>
                    <a:pt x="477" y="461"/>
                    <a:pt x="473" y="437"/>
                    <a:pt x="473" y="401"/>
                  </a:cubicBezTo>
                  <a:cubicBezTo>
                    <a:pt x="473" y="366"/>
                    <a:pt x="475" y="316"/>
                    <a:pt x="472" y="282"/>
                  </a:cubicBezTo>
                  <a:cubicBezTo>
                    <a:pt x="471" y="262"/>
                    <a:pt x="467" y="232"/>
                    <a:pt x="464" y="205"/>
                  </a:cubicBezTo>
                  <a:cubicBezTo>
                    <a:pt x="460" y="179"/>
                    <a:pt x="450" y="139"/>
                    <a:pt x="440" y="127"/>
                  </a:cubicBezTo>
                  <a:cubicBezTo>
                    <a:pt x="430" y="115"/>
                    <a:pt x="416" y="109"/>
                    <a:pt x="401" y="103"/>
                  </a:cubicBezTo>
                  <a:cubicBezTo>
                    <a:pt x="397" y="102"/>
                    <a:pt x="393" y="99"/>
                    <a:pt x="389" y="98"/>
                  </a:cubicBezTo>
                  <a:cubicBezTo>
                    <a:pt x="383" y="97"/>
                    <a:pt x="379" y="98"/>
                    <a:pt x="374" y="97"/>
                  </a:cubicBezTo>
                  <a:cubicBezTo>
                    <a:pt x="364" y="95"/>
                    <a:pt x="346" y="89"/>
                    <a:pt x="337" y="86"/>
                  </a:cubicBezTo>
                  <a:cubicBezTo>
                    <a:pt x="318" y="79"/>
                    <a:pt x="308" y="77"/>
                    <a:pt x="308" y="0"/>
                  </a:cubicBezTo>
                  <a:cubicBezTo>
                    <a:pt x="306" y="2"/>
                    <a:pt x="304" y="5"/>
                    <a:pt x="301" y="8"/>
                  </a:cubicBezTo>
                  <a:cubicBezTo>
                    <a:pt x="291" y="19"/>
                    <a:pt x="278" y="37"/>
                    <a:pt x="267" y="39"/>
                  </a:cubicBezTo>
                  <a:cubicBezTo>
                    <a:pt x="263" y="40"/>
                    <a:pt x="258" y="41"/>
                    <a:pt x="255" y="41"/>
                  </a:cubicBezTo>
                  <a:cubicBezTo>
                    <a:pt x="255" y="41"/>
                    <a:pt x="255" y="41"/>
                    <a:pt x="255" y="41"/>
                  </a:cubicBezTo>
                  <a:cubicBezTo>
                    <a:pt x="255" y="41"/>
                    <a:pt x="255" y="41"/>
                    <a:pt x="255" y="41"/>
                  </a:cubicBezTo>
                  <a:cubicBezTo>
                    <a:pt x="255" y="41"/>
                    <a:pt x="255" y="41"/>
                    <a:pt x="255" y="41"/>
                  </a:cubicBezTo>
                  <a:cubicBezTo>
                    <a:pt x="252" y="41"/>
                    <a:pt x="248" y="40"/>
                    <a:pt x="244" y="39"/>
                  </a:cubicBezTo>
                  <a:cubicBezTo>
                    <a:pt x="232" y="37"/>
                    <a:pt x="220" y="19"/>
                    <a:pt x="209" y="8"/>
                  </a:cubicBezTo>
                  <a:cubicBezTo>
                    <a:pt x="207" y="5"/>
                    <a:pt x="204" y="2"/>
                    <a:pt x="203" y="0"/>
                  </a:cubicBezTo>
                  <a:cubicBezTo>
                    <a:pt x="203" y="77"/>
                    <a:pt x="195" y="79"/>
                    <a:pt x="176" y="85"/>
                  </a:cubicBezTo>
                  <a:cubicBezTo>
                    <a:pt x="168" y="88"/>
                    <a:pt x="147" y="95"/>
                    <a:pt x="136" y="97"/>
                  </a:cubicBezTo>
                  <a:cubicBezTo>
                    <a:pt x="131" y="98"/>
                    <a:pt x="127" y="97"/>
                    <a:pt x="122" y="98"/>
                  </a:cubicBezTo>
                  <a:cubicBezTo>
                    <a:pt x="118" y="99"/>
                    <a:pt x="113" y="102"/>
                    <a:pt x="110" y="103"/>
                  </a:cubicBezTo>
                  <a:cubicBezTo>
                    <a:pt x="95" y="109"/>
                    <a:pt x="81" y="115"/>
                    <a:pt x="71" y="127"/>
                  </a:cubicBezTo>
                  <a:cubicBezTo>
                    <a:pt x="61" y="139"/>
                    <a:pt x="51" y="179"/>
                    <a:pt x="47" y="205"/>
                  </a:cubicBezTo>
                  <a:cubicBezTo>
                    <a:pt x="43" y="232"/>
                    <a:pt x="40" y="262"/>
                    <a:pt x="39" y="282"/>
                  </a:cubicBezTo>
                  <a:cubicBezTo>
                    <a:pt x="36" y="316"/>
                    <a:pt x="38" y="366"/>
                    <a:pt x="38" y="401"/>
                  </a:cubicBezTo>
                  <a:cubicBezTo>
                    <a:pt x="38" y="437"/>
                    <a:pt x="34" y="461"/>
                    <a:pt x="31" y="477"/>
                  </a:cubicBezTo>
                  <a:cubicBezTo>
                    <a:pt x="28" y="494"/>
                    <a:pt x="15" y="539"/>
                    <a:pt x="16" y="629"/>
                  </a:cubicBezTo>
                  <a:cubicBezTo>
                    <a:pt x="16" y="644"/>
                    <a:pt x="15" y="681"/>
                    <a:pt x="17" y="705"/>
                  </a:cubicBezTo>
                  <a:cubicBezTo>
                    <a:pt x="19" y="735"/>
                    <a:pt x="15" y="800"/>
                    <a:pt x="12" y="815"/>
                  </a:cubicBezTo>
                  <a:cubicBezTo>
                    <a:pt x="7" y="834"/>
                    <a:pt x="4" y="866"/>
                    <a:pt x="2" y="870"/>
                  </a:cubicBezTo>
                  <a:cubicBezTo>
                    <a:pt x="0" y="874"/>
                    <a:pt x="4" y="880"/>
                    <a:pt x="6" y="885"/>
                  </a:cubicBezTo>
                  <a:cubicBezTo>
                    <a:pt x="8" y="890"/>
                    <a:pt x="7" y="894"/>
                    <a:pt x="10" y="901"/>
                  </a:cubicBezTo>
                  <a:cubicBezTo>
                    <a:pt x="12" y="906"/>
                    <a:pt x="19" y="917"/>
                    <a:pt x="22" y="923"/>
                  </a:cubicBezTo>
                  <a:cubicBezTo>
                    <a:pt x="25" y="929"/>
                    <a:pt x="38" y="936"/>
                    <a:pt x="48" y="940"/>
                  </a:cubicBezTo>
                  <a:cubicBezTo>
                    <a:pt x="55" y="943"/>
                    <a:pt x="68" y="951"/>
                    <a:pt x="69" y="948"/>
                  </a:cubicBezTo>
                  <a:cubicBezTo>
                    <a:pt x="72" y="940"/>
                    <a:pt x="67" y="935"/>
                    <a:pt x="62" y="931"/>
                  </a:cubicBezTo>
                  <a:cubicBezTo>
                    <a:pt x="59" y="929"/>
                    <a:pt x="68" y="936"/>
                    <a:pt x="70" y="929"/>
                  </a:cubicBezTo>
                  <a:cubicBezTo>
                    <a:pt x="71" y="927"/>
                    <a:pt x="71" y="926"/>
                    <a:pt x="69" y="922"/>
                  </a:cubicBezTo>
                  <a:cubicBezTo>
                    <a:pt x="71" y="918"/>
                    <a:pt x="70" y="918"/>
                    <a:pt x="67" y="914"/>
                  </a:cubicBezTo>
                  <a:cubicBezTo>
                    <a:pt x="72" y="912"/>
                    <a:pt x="68" y="889"/>
                    <a:pt x="66" y="878"/>
                  </a:cubicBezTo>
                  <a:cubicBezTo>
                    <a:pt x="67" y="870"/>
                    <a:pt x="68" y="843"/>
                    <a:pt x="62" y="825"/>
                  </a:cubicBezTo>
                  <a:cubicBezTo>
                    <a:pt x="59" y="814"/>
                    <a:pt x="57" y="803"/>
                    <a:pt x="57" y="796"/>
                  </a:cubicBezTo>
                  <a:cubicBezTo>
                    <a:pt x="54" y="779"/>
                    <a:pt x="71" y="662"/>
                    <a:pt x="80" y="629"/>
                  </a:cubicBezTo>
                  <a:cubicBezTo>
                    <a:pt x="99" y="560"/>
                    <a:pt x="93" y="499"/>
                    <a:pt x="95" y="487"/>
                  </a:cubicBezTo>
                  <a:cubicBezTo>
                    <a:pt x="97" y="474"/>
                    <a:pt x="110" y="410"/>
                    <a:pt x="113" y="381"/>
                  </a:cubicBezTo>
                  <a:cubicBezTo>
                    <a:pt x="114" y="381"/>
                    <a:pt x="114" y="381"/>
                    <a:pt x="114" y="381"/>
                  </a:cubicBezTo>
                  <a:cubicBezTo>
                    <a:pt x="114" y="393"/>
                    <a:pt x="124" y="442"/>
                    <a:pt x="126" y="484"/>
                  </a:cubicBezTo>
                  <a:cubicBezTo>
                    <a:pt x="127" y="509"/>
                    <a:pt x="140" y="516"/>
                    <a:pt x="124" y="547"/>
                  </a:cubicBezTo>
                  <a:cubicBezTo>
                    <a:pt x="113" y="567"/>
                    <a:pt x="100" y="629"/>
                    <a:pt x="91" y="685"/>
                  </a:cubicBezTo>
                  <a:cubicBezTo>
                    <a:pt x="83" y="729"/>
                    <a:pt x="85" y="764"/>
                    <a:pt x="85" y="852"/>
                  </a:cubicBezTo>
                  <a:cubicBezTo>
                    <a:pt x="85" y="908"/>
                    <a:pt x="91" y="919"/>
                    <a:pt x="98" y="987"/>
                  </a:cubicBezTo>
                  <a:cubicBezTo>
                    <a:pt x="104" y="1044"/>
                    <a:pt x="130" y="1134"/>
                    <a:pt x="136" y="1175"/>
                  </a:cubicBezTo>
                  <a:cubicBezTo>
                    <a:pt x="142" y="1216"/>
                    <a:pt x="145" y="1237"/>
                    <a:pt x="147" y="1264"/>
                  </a:cubicBezTo>
                  <a:cubicBezTo>
                    <a:pt x="148" y="1291"/>
                    <a:pt x="132" y="1418"/>
                    <a:pt x="150" y="1492"/>
                  </a:cubicBezTo>
                  <a:cubicBezTo>
                    <a:pt x="168" y="1565"/>
                    <a:pt x="175" y="1612"/>
                    <a:pt x="179" y="1630"/>
                  </a:cubicBezTo>
                  <a:cubicBezTo>
                    <a:pt x="186" y="1669"/>
                    <a:pt x="180" y="1673"/>
                    <a:pt x="183" y="1693"/>
                  </a:cubicBezTo>
                  <a:cubicBezTo>
                    <a:pt x="186" y="1713"/>
                    <a:pt x="186" y="1710"/>
                    <a:pt x="177" y="1729"/>
                  </a:cubicBezTo>
                  <a:cubicBezTo>
                    <a:pt x="169" y="1742"/>
                    <a:pt x="156" y="1769"/>
                    <a:pt x="152" y="1775"/>
                  </a:cubicBezTo>
                  <a:cubicBezTo>
                    <a:pt x="147" y="1781"/>
                    <a:pt x="150" y="1787"/>
                    <a:pt x="152" y="1791"/>
                  </a:cubicBezTo>
                  <a:cubicBezTo>
                    <a:pt x="149" y="1800"/>
                    <a:pt x="158" y="1805"/>
                    <a:pt x="161" y="1805"/>
                  </a:cubicBezTo>
                  <a:cubicBezTo>
                    <a:pt x="160" y="1816"/>
                    <a:pt x="178" y="1815"/>
                    <a:pt x="182" y="1810"/>
                  </a:cubicBezTo>
                  <a:cubicBezTo>
                    <a:pt x="187" y="1816"/>
                    <a:pt x="201" y="1816"/>
                    <a:pt x="206" y="1809"/>
                  </a:cubicBezTo>
                  <a:cubicBezTo>
                    <a:pt x="215" y="1817"/>
                    <a:pt x="230" y="1817"/>
                    <a:pt x="239" y="1806"/>
                  </a:cubicBezTo>
                  <a:cubicBezTo>
                    <a:pt x="249" y="1795"/>
                    <a:pt x="250" y="1785"/>
                    <a:pt x="249" y="1774"/>
                  </a:cubicBezTo>
                  <a:cubicBezTo>
                    <a:pt x="248" y="1763"/>
                    <a:pt x="250" y="1760"/>
                    <a:pt x="252" y="1746"/>
                  </a:cubicBezTo>
                  <a:cubicBezTo>
                    <a:pt x="254" y="1733"/>
                    <a:pt x="256" y="1723"/>
                    <a:pt x="251" y="1713"/>
                  </a:cubicBezTo>
                  <a:cubicBezTo>
                    <a:pt x="247" y="1704"/>
                    <a:pt x="247" y="1700"/>
                    <a:pt x="247" y="1690"/>
                  </a:cubicBezTo>
                  <a:cubicBezTo>
                    <a:pt x="247" y="1680"/>
                    <a:pt x="250" y="1666"/>
                    <a:pt x="245" y="1654"/>
                  </a:cubicBezTo>
                  <a:cubicBezTo>
                    <a:pt x="239" y="1642"/>
                    <a:pt x="233" y="1614"/>
                    <a:pt x="234" y="1583"/>
                  </a:cubicBezTo>
                  <a:cubicBezTo>
                    <a:pt x="235" y="1552"/>
                    <a:pt x="255" y="1378"/>
                    <a:pt x="247" y="1318"/>
                  </a:cubicBezTo>
                  <a:cubicBezTo>
                    <a:pt x="238" y="1258"/>
                    <a:pt x="241" y="1246"/>
                    <a:pt x="244" y="1226"/>
                  </a:cubicBezTo>
                  <a:cubicBezTo>
                    <a:pt x="246" y="1206"/>
                    <a:pt x="251" y="1173"/>
                    <a:pt x="246" y="1130"/>
                  </a:cubicBezTo>
                  <a:cubicBezTo>
                    <a:pt x="244" y="1113"/>
                    <a:pt x="245" y="1044"/>
                    <a:pt x="245" y="974"/>
                  </a:cubicBezTo>
                  <a:cubicBezTo>
                    <a:pt x="246" y="928"/>
                    <a:pt x="257" y="817"/>
                    <a:pt x="246" y="805"/>
                  </a:cubicBezTo>
                  <a:cubicBezTo>
                    <a:pt x="246" y="804"/>
                    <a:pt x="246" y="804"/>
                    <a:pt x="246" y="804"/>
                  </a:cubicBezTo>
                  <a:cubicBezTo>
                    <a:pt x="249" y="805"/>
                    <a:pt x="252" y="806"/>
                    <a:pt x="255" y="806"/>
                  </a:cubicBezTo>
                  <a:cubicBezTo>
                    <a:pt x="255" y="806"/>
                    <a:pt x="255" y="806"/>
                    <a:pt x="255" y="806"/>
                  </a:cubicBezTo>
                  <a:cubicBezTo>
                    <a:pt x="258" y="806"/>
                    <a:pt x="262" y="805"/>
                    <a:pt x="266" y="803"/>
                  </a:cubicBezTo>
                  <a:cubicBezTo>
                    <a:pt x="265" y="805"/>
                    <a:pt x="265" y="805"/>
                    <a:pt x="265" y="805"/>
                  </a:cubicBezTo>
                  <a:cubicBezTo>
                    <a:pt x="254" y="817"/>
                    <a:pt x="265" y="928"/>
                    <a:pt x="265" y="974"/>
                  </a:cubicBezTo>
                  <a:cubicBezTo>
                    <a:pt x="266" y="1044"/>
                    <a:pt x="266" y="1113"/>
                    <a:pt x="265" y="1130"/>
                  </a:cubicBezTo>
                  <a:cubicBezTo>
                    <a:pt x="260" y="1173"/>
                    <a:pt x="265" y="1206"/>
                    <a:pt x="267" y="1226"/>
                  </a:cubicBezTo>
                  <a:cubicBezTo>
                    <a:pt x="269" y="1246"/>
                    <a:pt x="273" y="1258"/>
                    <a:pt x="264" y="1318"/>
                  </a:cubicBezTo>
                  <a:cubicBezTo>
                    <a:pt x="255" y="1378"/>
                    <a:pt x="276" y="1552"/>
                    <a:pt x="277" y="1583"/>
                  </a:cubicBezTo>
                  <a:cubicBezTo>
                    <a:pt x="278" y="1614"/>
                    <a:pt x="272" y="1642"/>
                    <a:pt x="266" y="1654"/>
                  </a:cubicBezTo>
                  <a:cubicBezTo>
                    <a:pt x="261" y="1666"/>
                    <a:pt x="264" y="1680"/>
                    <a:pt x="264" y="1690"/>
                  </a:cubicBezTo>
                  <a:cubicBezTo>
                    <a:pt x="264" y="1700"/>
                    <a:pt x="264" y="1704"/>
                    <a:pt x="259" y="1713"/>
                  </a:cubicBezTo>
                  <a:cubicBezTo>
                    <a:pt x="255" y="1723"/>
                    <a:pt x="257" y="1733"/>
                    <a:pt x="259" y="1746"/>
                  </a:cubicBezTo>
                  <a:cubicBezTo>
                    <a:pt x="261" y="1760"/>
                    <a:pt x="263" y="1763"/>
                    <a:pt x="262" y="1774"/>
                  </a:cubicBezTo>
                  <a:cubicBezTo>
                    <a:pt x="261" y="1785"/>
                    <a:pt x="262" y="1795"/>
                    <a:pt x="272" y="1806"/>
                  </a:cubicBezTo>
                  <a:cubicBezTo>
                    <a:pt x="281" y="1817"/>
                    <a:pt x="296" y="1817"/>
                    <a:pt x="305" y="1809"/>
                  </a:cubicBezTo>
                  <a:cubicBezTo>
                    <a:pt x="310" y="1816"/>
                    <a:pt x="323" y="1816"/>
                    <a:pt x="329" y="1810"/>
                  </a:cubicBezTo>
                  <a:cubicBezTo>
                    <a:pt x="333" y="1815"/>
                    <a:pt x="351" y="1816"/>
                    <a:pt x="350" y="1805"/>
                  </a:cubicBezTo>
                  <a:cubicBezTo>
                    <a:pt x="353" y="1805"/>
                    <a:pt x="362" y="1800"/>
                    <a:pt x="359" y="1791"/>
                  </a:cubicBezTo>
                  <a:cubicBezTo>
                    <a:pt x="361" y="1787"/>
                    <a:pt x="363" y="1781"/>
                    <a:pt x="359" y="1775"/>
                  </a:cubicBezTo>
                  <a:cubicBezTo>
                    <a:pt x="355" y="1769"/>
                    <a:pt x="341" y="1742"/>
                    <a:pt x="333" y="1729"/>
                  </a:cubicBezTo>
                  <a:cubicBezTo>
                    <a:pt x="324" y="1710"/>
                    <a:pt x="325" y="1713"/>
                    <a:pt x="328" y="1693"/>
                  </a:cubicBezTo>
                  <a:cubicBezTo>
                    <a:pt x="331" y="1673"/>
                    <a:pt x="324" y="1669"/>
                    <a:pt x="332" y="1630"/>
                  </a:cubicBezTo>
                  <a:cubicBezTo>
                    <a:pt x="335" y="1612"/>
                    <a:pt x="343" y="1565"/>
                    <a:pt x="361" y="1492"/>
                  </a:cubicBezTo>
                  <a:cubicBezTo>
                    <a:pt x="378" y="1418"/>
                    <a:pt x="362" y="1291"/>
                    <a:pt x="364" y="1264"/>
                  </a:cubicBezTo>
                  <a:cubicBezTo>
                    <a:pt x="366" y="1237"/>
                    <a:pt x="368" y="1216"/>
                    <a:pt x="375" y="1175"/>
                  </a:cubicBezTo>
                  <a:cubicBezTo>
                    <a:pt x="381" y="1134"/>
                    <a:pt x="404" y="1054"/>
                    <a:pt x="411" y="997"/>
                  </a:cubicBezTo>
                  <a:cubicBezTo>
                    <a:pt x="419" y="932"/>
                    <a:pt x="423" y="911"/>
                    <a:pt x="425" y="854"/>
                  </a:cubicBezTo>
                  <a:cubicBezTo>
                    <a:pt x="428" y="773"/>
                    <a:pt x="427" y="729"/>
                    <a:pt x="420" y="685"/>
                  </a:cubicBezTo>
                  <a:cubicBezTo>
                    <a:pt x="411" y="629"/>
                    <a:pt x="395" y="571"/>
                    <a:pt x="384" y="551"/>
                  </a:cubicBezTo>
                  <a:cubicBezTo>
                    <a:pt x="367" y="518"/>
                    <a:pt x="386" y="488"/>
                    <a:pt x="387" y="463"/>
                  </a:cubicBezTo>
                  <a:cubicBezTo>
                    <a:pt x="387" y="444"/>
                    <a:pt x="395" y="415"/>
                    <a:pt x="397" y="380"/>
                  </a:cubicBezTo>
                  <a:cubicBezTo>
                    <a:pt x="397" y="380"/>
                    <a:pt x="397" y="380"/>
                    <a:pt x="397" y="380"/>
                  </a:cubicBezTo>
                  <a:cubicBezTo>
                    <a:pt x="401" y="409"/>
                    <a:pt x="414" y="474"/>
                    <a:pt x="416" y="487"/>
                  </a:cubicBezTo>
                  <a:cubicBezTo>
                    <a:pt x="418" y="499"/>
                    <a:pt x="412" y="560"/>
                    <a:pt x="431" y="629"/>
                  </a:cubicBezTo>
                  <a:cubicBezTo>
                    <a:pt x="440" y="662"/>
                    <a:pt x="457" y="779"/>
                    <a:pt x="454" y="796"/>
                  </a:cubicBezTo>
                  <a:cubicBezTo>
                    <a:pt x="454" y="803"/>
                    <a:pt x="452" y="814"/>
                    <a:pt x="449" y="825"/>
                  </a:cubicBezTo>
                  <a:cubicBezTo>
                    <a:pt x="443" y="843"/>
                    <a:pt x="444" y="870"/>
                    <a:pt x="444" y="878"/>
                  </a:cubicBezTo>
                  <a:cubicBezTo>
                    <a:pt x="442" y="889"/>
                    <a:pt x="439" y="912"/>
                    <a:pt x="444" y="914"/>
                  </a:cubicBezTo>
                  <a:cubicBezTo>
                    <a:pt x="441" y="918"/>
                    <a:pt x="440" y="918"/>
                    <a:pt x="441" y="922"/>
                  </a:cubicBezTo>
                  <a:cubicBezTo>
                    <a:pt x="440" y="926"/>
                    <a:pt x="440" y="927"/>
                    <a:pt x="441" y="929"/>
                  </a:cubicBezTo>
                  <a:cubicBezTo>
                    <a:pt x="443" y="936"/>
                    <a:pt x="452" y="929"/>
                    <a:pt x="449" y="931"/>
                  </a:cubicBezTo>
                  <a:cubicBezTo>
                    <a:pt x="443" y="935"/>
                    <a:pt x="439" y="940"/>
                    <a:pt x="441" y="948"/>
                  </a:cubicBezTo>
                  <a:cubicBezTo>
                    <a:pt x="443" y="951"/>
                    <a:pt x="456" y="943"/>
                    <a:pt x="463" y="940"/>
                  </a:cubicBezTo>
                  <a:cubicBezTo>
                    <a:pt x="473" y="936"/>
                    <a:pt x="486" y="929"/>
                    <a:pt x="489" y="923"/>
                  </a:cubicBezTo>
                  <a:cubicBezTo>
                    <a:pt x="492" y="917"/>
                    <a:pt x="499" y="906"/>
                    <a:pt x="501" y="901"/>
                  </a:cubicBezTo>
                  <a:cubicBezTo>
                    <a:pt x="504" y="894"/>
                    <a:pt x="503" y="890"/>
                    <a:pt x="505" y="885"/>
                  </a:cubicBezTo>
                  <a:cubicBezTo>
                    <a:pt x="507" y="880"/>
                    <a:pt x="511" y="874"/>
                    <a:pt x="509" y="870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198" name="Freeform 340">
              <a:extLst>
                <a:ext uri="{FF2B5EF4-FFF2-40B4-BE49-F238E27FC236}">
                  <a16:creationId xmlns:a16="http://schemas.microsoft.com/office/drawing/2014/main" id="{894377AB-F05C-4C70-AFF1-A42ACF1E7799}"/>
                </a:ext>
              </a:extLst>
            </p:cNvPr>
            <p:cNvSpPr>
              <a:spLocks/>
            </p:cNvSpPr>
            <p:nvPr/>
          </p:nvSpPr>
          <p:spPr bwMode="auto">
            <a:xfrm>
              <a:off x="947" y="1597"/>
              <a:ext cx="142" cy="298"/>
            </a:xfrm>
            <a:custGeom>
              <a:avLst/>
              <a:gdLst>
                <a:gd name="T0" fmla="*/ 0 w 85"/>
                <a:gd name="T1" fmla="*/ 5 h 181"/>
                <a:gd name="T2" fmla="*/ 284 w 85"/>
                <a:gd name="T3" fmla="*/ 54 h 181"/>
                <a:gd name="T4" fmla="*/ 378 w 85"/>
                <a:gd name="T5" fmla="*/ 20 h 181"/>
                <a:gd name="T6" fmla="*/ 378 w 85"/>
                <a:gd name="T7" fmla="*/ 130 h 181"/>
                <a:gd name="T8" fmla="*/ 354 w 85"/>
                <a:gd name="T9" fmla="*/ 263 h 181"/>
                <a:gd name="T10" fmla="*/ 346 w 85"/>
                <a:gd name="T11" fmla="*/ 420 h 181"/>
                <a:gd name="T12" fmla="*/ 276 w 85"/>
                <a:gd name="T13" fmla="*/ 808 h 181"/>
                <a:gd name="T14" fmla="*/ 307 w 85"/>
                <a:gd name="T15" fmla="*/ 537 h 181"/>
                <a:gd name="T16" fmla="*/ 257 w 85"/>
                <a:gd name="T17" fmla="*/ 249 h 181"/>
                <a:gd name="T18" fmla="*/ 28 w 85"/>
                <a:gd name="T19" fmla="*/ 41 h 18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5" h="181">
                  <a:moveTo>
                    <a:pt x="0" y="1"/>
                  </a:moveTo>
                  <a:cubicBezTo>
                    <a:pt x="14" y="15"/>
                    <a:pt x="43" y="17"/>
                    <a:pt x="61" y="12"/>
                  </a:cubicBezTo>
                  <a:cubicBezTo>
                    <a:pt x="65" y="11"/>
                    <a:pt x="77" y="0"/>
                    <a:pt x="81" y="4"/>
                  </a:cubicBezTo>
                  <a:cubicBezTo>
                    <a:pt x="85" y="7"/>
                    <a:pt x="82" y="25"/>
                    <a:pt x="81" y="29"/>
                  </a:cubicBezTo>
                  <a:cubicBezTo>
                    <a:pt x="80" y="39"/>
                    <a:pt x="77" y="49"/>
                    <a:pt x="76" y="59"/>
                  </a:cubicBezTo>
                  <a:cubicBezTo>
                    <a:pt x="75" y="71"/>
                    <a:pt x="76" y="81"/>
                    <a:pt x="74" y="94"/>
                  </a:cubicBezTo>
                  <a:cubicBezTo>
                    <a:pt x="70" y="121"/>
                    <a:pt x="75" y="158"/>
                    <a:pt x="59" y="181"/>
                  </a:cubicBezTo>
                  <a:cubicBezTo>
                    <a:pt x="58" y="160"/>
                    <a:pt x="65" y="141"/>
                    <a:pt x="66" y="120"/>
                  </a:cubicBezTo>
                  <a:cubicBezTo>
                    <a:pt x="67" y="98"/>
                    <a:pt x="66" y="76"/>
                    <a:pt x="55" y="56"/>
                  </a:cubicBezTo>
                  <a:cubicBezTo>
                    <a:pt x="43" y="36"/>
                    <a:pt x="13" y="35"/>
                    <a:pt x="6" y="9"/>
                  </a:cubicBezTo>
                </a:path>
              </a:pathLst>
            </a:custGeom>
            <a:solidFill>
              <a:srgbClr val="8E4C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199" name="Freeform 341">
              <a:extLst>
                <a:ext uri="{FF2B5EF4-FFF2-40B4-BE49-F238E27FC236}">
                  <a16:creationId xmlns:a16="http://schemas.microsoft.com/office/drawing/2014/main" id="{C44B68C4-A955-46CC-BDD4-80890D5C6780}"/>
                </a:ext>
              </a:extLst>
            </p:cNvPr>
            <p:cNvSpPr>
              <a:spLocks/>
            </p:cNvSpPr>
            <p:nvPr/>
          </p:nvSpPr>
          <p:spPr bwMode="auto">
            <a:xfrm>
              <a:off x="854" y="1061"/>
              <a:ext cx="85" cy="134"/>
            </a:xfrm>
            <a:custGeom>
              <a:avLst/>
              <a:gdLst>
                <a:gd name="T0" fmla="*/ 8 w 51"/>
                <a:gd name="T1" fmla="*/ 164 h 81"/>
                <a:gd name="T2" fmla="*/ 145 w 51"/>
                <a:gd name="T3" fmla="*/ 99 h 81"/>
                <a:gd name="T4" fmla="*/ 188 w 51"/>
                <a:gd name="T5" fmla="*/ 50 h 81"/>
                <a:gd name="T6" fmla="*/ 208 w 51"/>
                <a:gd name="T7" fmla="*/ 20 h 81"/>
                <a:gd name="T8" fmla="*/ 237 w 51"/>
                <a:gd name="T9" fmla="*/ 0 h 81"/>
                <a:gd name="T10" fmla="*/ 203 w 51"/>
                <a:gd name="T11" fmla="*/ 60 h 81"/>
                <a:gd name="T12" fmla="*/ 158 w 51"/>
                <a:gd name="T13" fmla="*/ 131 h 81"/>
                <a:gd name="T14" fmla="*/ 105 w 51"/>
                <a:gd name="T15" fmla="*/ 250 h 81"/>
                <a:gd name="T16" fmla="*/ 55 w 51"/>
                <a:gd name="T17" fmla="*/ 367 h 81"/>
                <a:gd name="T18" fmla="*/ 70 w 51"/>
                <a:gd name="T19" fmla="*/ 230 h 81"/>
                <a:gd name="T20" fmla="*/ 0 w 51"/>
                <a:gd name="T21" fmla="*/ 179 h 8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1" h="81">
                  <a:moveTo>
                    <a:pt x="2" y="36"/>
                  </a:moveTo>
                  <a:cubicBezTo>
                    <a:pt x="13" y="37"/>
                    <a:pt x="23" y="28"/>
                    <a:pt x="31" y="22"/>
                  </a:cubicBezTo>
                  <a:cubicBezTo>
                    <a:pt x="34" y="19"/>
                    <a:pt x="38" y="15"/>
                    <a:pt x="41" y="11"/>
                  </a:cubicBezTo>
                  <a:cubicBezTo>
                    <a:pt x="42" y="8"/>
                    <a:pt x="43" y="6"/>
                    <a:pt x="45" y="4"/>
                  </a:cubicBezTo>
                  <a:cubicBezTo>
                    <a:pt x="47" y="2"/>
                    <a:pt x="50" y="1"/>
                    <a:pt x="51" y="0"/>
                  </a:cubicBezTo>
                  <a:cubicBezTo>
                    <a:pt x="49" y="4"/>
                    <a:pt x="47" y="9"/>
                    <a:pt x="44" y="13"/>
                  </a:cubicBezTo>
                  <a:cubicBezTo>
                    <a:pt x="41" y="19"/>
                    <a:pt x="37" y="24"/>
                    <a:pt x="34" y="29"/>
                  </a:cubicBezTo>
                  <a:cubicBezTo>
                    <a:pt x="29" y="37"/>
                    <a:pt x="26" y="45"/>
                    <a:pt x="23" y="55"/>
                  </a:cubicBezTo>
                  <a:cubicBezTo>
                    <a:pt x="20" y="64"/>
                    <a:pt x="18" y="73"/>
                    <a:pt x="12" y="81"/>
                  </a:cubicBezTo>
                  <a:cubicBezTo>
                    <a:pt x="12" y="71"/>
                    <a:pt x="21" y="60"/>
                    <a:pt x="15" y="51"/>
                  </a:cubicBezTo>
                  <a:cubicBezTo>
                    <a:pt x="11" y="45"/>
                    <a:pt x="4" y="45"/>
                    <a:pt x="0" y="39"/>
                  </a:cubicBezTo>
                </a:path>
              </a:pathLst>
            </a:custGeom>
            <a:solidFill>
              <a:srgbClr val="8E4C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200" name="Freeform 342">
              <a:extLst>
                <a:ext uri="{FF2B5EF4-FFF2-40B4-BE49-F238E27FC236}">
                  <a16:creationId xmlns:a16="http://schemas.microsoft.com/office/drawing/2014/main" id="{932D94B3-535E-4BB5-9237-09BA587AAB9D}"/>
                </a:ext>
              </a:extLst>
            </p:cNvPr>
            <p:cNvSpPr>
              <a:spLocks/>
            </p:cNvSpPr>
            <p:nvPr/>
          </p:nvSpPr>
          <p:spPr bwMode="auto">
            <a:xfrm>
              <a:off x="914" y="1060"/>
              <a:ext cx="43" cy="112"/>
            </a:xfrm>
            <a:custGeom>
              <a:avLst/>
              <a:gdLst>
                <a:gd name="T0" fmla="*/ 68 w 26"/>
                <a:gd name="T1" fmla="*/ 0 h 68"/>
                <a:gd name="T2" fmla="*/ 63 w 26"/>
                <a:gd name="T3" fmla="*/ 76 h 68"/>
                <a:gd name="T4" fmla="*/ 71 w 26"/>
                <a:gd name="T5" fmla="*/ 152 h 68"/>
                <a:gd name="T6" fmla="*/ 91 w 26"/>
                <a:gd name="T7" fmla="*/ 234 h 68"/>
                <a:gd name="T8" fmla="*/ 117 w 26"/>
                <a:gd name="T9" fmla="*/ 303 h 68"/>
                <a:gd name="T10" fmla="*/ 50 w 26"/>
                <a:gd name="T11" fmla="*/ 152 h 68"/>
                <a:gd name="T12" fmla="*/ 0 w 26"/>
                <a:gd name="T13" fmla="*/ 81 h 6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" h="68">
                  <a:moveTo>
                    <a:pt x="15" y="0"/>
                  </a:moveTo>
                  <a:cubicBezTo>
                    <a:pt x="14" y="4"/>
                    <a:pt x="14" y="12"/>
                    <a:pt x="14" y="17"/>
                  </a:cubicBezTo>
                  <a:cubicBezTo>
                    <a:pt x="14" y="23"/>
                    <a:pt x="15" y="28"/>
                    <a:pt x="16" y="34"/>
                  </a:cubicBezTo>
                  <a:cubicBezTo>
                    <a:pt x="17" y="40"/>
                    <a:pt x="18" y="46"/>
                    <a:pt x="20" y="52"/>
                  </a:cubicBezTo>
                  <a:cubicBezTo>
                    <a:pt x="22" y="58"/>
                    <a:pt x="25" y="63"/>
                    <a:pt x="26" y="68"/>
                  </a:cubicBezTo>
                  <a:cubicBezTo>
                    <a:pt x="17" y="63"/>
                    <a:pt x="13" y="45"/>
                    <a:pt x="11" y="34"/>
                  </a:cubicBezTo>
                  <a:cubicBezTo>
                    <a:pt x="11" y="29"/>
                    <a:pt x="8" y="9"/>
                    <a:pt x="0" y="18"/>
                  </a:cubicBezTo>
                </a:path>
              </a:pathLst>
            </a:custGeom>
            <a:solidFill>
              <a:srgbClr val="8E4C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201" name="Freeform 343">
              <a:extLst>
                <a:ext uri="{FF2B5EF4-FFF2-40B4-BE49-F238E27FC236}">
                  <a16:creationId xmlns:a16="http://schemas.microsoft.com/office/drawing/2014/main" id="{2A4B7CFE-EF4B-493E-A7B9-AA0E5E3F8979}"/>
                </a:ext>
              </a:extLst>
            </p:cNvPr>
            <p:cNvSpPr>
              <a:spLocks/>
            </p:cNvSpPr>
            <p:nvPr/>
          </p:nvSpPr>
          <p:spPr bwMode="auto">
            <a:xfrm>
              <a:off x="896" y="1213"/>
              <a:ext cx="148" cy="18"/>
            </a:xfrm>
            <a:custGeom>
              <a:avLst/>
              <a:gdLst>
                <a:gd name="T0" fmla="*/ 5 w 89"/>
                <a:gd name="T1" fmla="*/ 34 h 11"/>
                <a:gd name="T2" fmla="*/ 200 w 89"/>
                <a:gd name="T3" fmla="*/ 29 h 11"/>
                <a:gd name="T4" fmla="*/ 409 w 89"/>
                <a:gd name="T5" fmla="*/ 18 h 11"/>
                <a:gd name="T6" fmla="*/ 363 w 89"/>
                <a:gd name="T7" fmla="*/ 8 h 11"/>
                <a:gd name="T8" fmla="*/ 251 w 89"/>
                <a:gd name="T9" fmla="*/ 8 h 11"/>
                <a:gd name="T10" fmla="*/ 111 w 89"/>
                <a:gd name="T11" fmla="*/ 0 h 11"/>
                <a:gd name="T12" fmla="*/ 0 w 89"/>
                <a:gd name="T13" fmla="*/ 47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9" h="11">
                  <a:moveTo>
                    <a:pt x="1" y="8"/>
                  </a:moveTo>
                  <a:cubicBezTo>
                    <a:pt x="15" y="3"/>
                    <a:pt x="30" y="5"/>
                    <a:pt x="43" y="7"/>
                  </a:cubicBezTo>
                  <a:cubicBezTo>
                    <a:pt x="59" y="9"/>
                    <a:pt x="74" y="5"/>
                    <a:pt x="89" y="4"/>
                  </a:cubicBezTo>
                  <a:cubicBezTo>
                    <a:pt x="86" y="1"/>
                    <a:pt x="82" y="2"/>
                    <a:pt x="79" y="2"/>
                  </a:cubicBezTo>
                  <a:cubicBezTo>
                    <a:pt x="71" y="2"/>
                    <a:pt x="63" y="2"/>
                    <a:pt x="55" y="2"/>
                  </a:cubicBezTo>
                  <a:cubicBezTo>
                    <a:pt x="44" y="3"/>
                    <a:pt x="36" y="0"/>
                    <a:pt x="24" y="0"/>
                  </a:cubicBezTo>
                  <a:cubicBezTo>
                    <a:pt x="18" y="0"/>
                    <a:pt x="2" y="2"/>
                    <a:pt x="0" y="11"/>
                  </a:cubicBezTo>
                </a:path>
              </a:pathLst>
            </a:custGeom>
            <a:solidFill>
              <a:srgbClr val="8E4C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202" name="Freeform 344">
              <a:extLst>
                <a:ext uri="{FF2B5EF4-FFF2-40B4-BE49-F238E27FC236}">
                  <a16:creationId xmlns:a16="http://schemas.microsoft.com/office/drawing/2014/main" id="{AC699096-9D17-40C4-A7D5-FF22ACC9F653}"/>
                </a:ext>
              </a:extLst>
            </p:cNvPr>
            <p:cNvSpPr>
              <a:spLocks/>
            </p:cNvSpPr>
            <p:nvPr/>
          </p:nvSpPr>
          <p:spPr bwMode="auto">
            <a:xfrm>
              <a:off x="841" y="1238"/>
              <a:ext cx="30" cy="41"/>
            </a:xfrm>
            <a:custGeom>
              <a:avLst/>
              <a:gdLst>
                <a:gd name="T0" fmla="*/ 0 w 18"/>
                <a:gd name="T1" fmla="*/ 0 h 25"/>
                <a:gd name="T2" fmla="*/ 33 w 18"/>
                <a:gd name="T3" fmla="*/ 92 h 25"/>
                <a:gd name="T4" fmla="*/ 83 w 18"/>
                <a:gd name="T5" fmla="*/ 43 h 25"/>
                <a:gd name="T6" fmla="*/ 55 w 18"/>
                <a:gd name="T7" fmla="*/ 56 h 25"/>
                <a:gd name="T8" fmla="*/ 8 w 18"/>
                <a:gd name="T9" fmla="*/ 5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25">
                  <a:moveTo>
                    <a:pt x="0" y="0"/>
                  </a:moveTo>
                  <a:cubicBezTo>
                    <a:pt x="0" y="5"/>
                    <a:pt x="3" y="17"/>
                    <a:pt x="7" y="21"/>
                  </a:cubicBezTo>
                  <a:cubicBezTo>
                    <a:pt x="11" y="25"/>
                    <a:pt x="17" y="16"/>
                    <a:pt x="18" y="10"/>
                  </a:cubicBezTo>
                  <a:cubicBezTo>
                    <a:pt x="16" y="12"/>
                    <a:pt x="14" y="13"/>
                    <a:pt x="12" y="13"/>
                  </a:cubicBezTo>
                  <a:cubicBezTo>
                    <a:pt x="9" y="13"/>
                    <a:pt x="1" y="4"/>
                    <a:pt x="2" y="1"/>
                  </a:cubicBezTo>
                </a:path>
              </a:pathLst>
            </a:custGeom>
            <a:solidFill>
              <a:srgbClr val="8E4C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203" name="Freeform 345">
              <a:extLst>
                <a:ext uri="{FF2B5EF4-FFF2-40B4-BE49-F238E27FC236}">
                  <a16:creationId xmlns:a16="http://schemas.microsoft.com/office/drawing/2014/main" id="{0756B7D6-4C77-40CB-9634-2148E036B35B}"/>
                </a:ext>
              </a:extLst>
            </p:cNvPr>
            <p:cNvSpPr>
              <a:spLocks/>
            </p:cNvSpPr>
            <p:nvPr/>
          </p:nvSpPr>
          <p:spPr bwMode="auto">
            <a:xfrm>
              <a:off x="790" y="1079"/>
              <a:ext cx="43" cy="137"/>
            </a:xfrm>
            <a:custGeom>
              <a:avLst/>
              <a:gdLst>
                <a:gd name="T0" fmla="*/ 13 w 26"/>
                <a:gd name="T1" fmla="*/ 68 h 83"/>
                <a:gd name="T2" fmla="*/ 71 w 26"/>
                <a:gd name="T3" fmla="*/ 206 h 83"/>
                <a:gd name="T4" fmla="*/ 117 w 26"/>
                <a:gd name="T5" fmla="*/ 373 h 83"/>
                <a:gd name="T6" fmla="*/ 96 w 26"/>
                <a:gd name="T7" fmla="*/ 238 h 83"/>
                <a:gd name="T8" fmla="*/ 68 w 26"/>
                <a:gd name="T9" fmla="*/ 109 h 83"/>
                <a:gd name="T10" fmla="*/ 46 w 26"/>
                <a:gd name="T11" fmla="*/ 41 h 83"/>
                <a:gd name="T12" fmla="*/ 0 w 26"/>
                <a:gd name="T13" fmla="*/ 0 h 8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" h="83">
                  <a:moveTo>
                    <a:pt x="3" y="15"/>
                  </a:moveTo>
                  <a:cubicBezTo>
                    <a:pt x="7" y="25"/>
                    <a:pt x="11" y="35"/>
                    <a:pt x="16" y="46"/>
                  </a:cubicBezTo>
                  <a:cubicBezTo>
                    <a:pt x="21" y="57"/>
                    <a:pt x="20" y="72"/>
                    <a:pt x="26" y="83"/>
                  </a:cubicBezTo>
                  <a:cubicBezTo>
                    <a:pt x="22" y="74"/>
                    <a:pt x="24" y="62"/>
                    <a:pt x="21" y="53"/>
                  </a:cubicBezTo>
                  <a:cubicBezTo>
                    <a:pt x="19" y="43"/>
                    <a:pt x="13" y="34"/>
                    <a:pt x="15" y="24"/>
                  </a:cubicBezTo>
                  <a:cubicBezTo>
                    <a:pt x="16" y="16"/>
                    <a:pt x="15" y="16"/>
                    <a:pt x="10" y="9"/>
                  </a:cubicBezTo>
                  <a:cubicBezTo>
                    <a:pt x="7" y="6"/>
                    <a:pt x="4" y="3"/>
                    <a:pt x="0" y="0"/>
                  </a:cubicBezTo>
                </a:path>
              </a:pathLst>
            </a:custGeom>
            <a:solidFill>
              <a:srgbClr val="8E4C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204" name="Freeform 346">
              <a:extLst>
                <a:ext uri="{FF2B5EF4-FFF2-40B4-BE49-F238E27FC236}">
                  <a16:creationId xmlns:a16="http://schemas.microsoft.com/office/drawing/2014/main" id="{88AACC55-DB3A-43E0-B7E1-079A60779DB1}"/>
                </a:ext>
              </a:extLst>
            </p:cNvPr>
            <p:cNvSpPr>
              <a:spLocks/>
            </p:cNvSpPr>
            <p:nvPr/>
          </p:nvSpPr>
          <p:spPr bwMode="auto">
            <a:xfrm>
              <a:off x="846" y="2009"/>
              <a:ext cx="17" cy="20"/>
            </a:xfrm>
            <a:custGeom>
              <a:avLst/>
              <a:gdLst>
                <a:gd name="T0" fmla="*/ 0 w 10"/>
                <a:gd name="T1" fmla="*/ 33 h 12"/>
                <a:gd name="T2" fmla="*/ 44 w 10"/>
                <a:gd name="T3" fmla="*/ 37 h 12"/>
                <a:gd name="T4" fmla="*/ 41 w 10"/>
                <a:gd name="T5" fmla="*/ 5 h 12"/>
                <a:gd name="T6" fmla="*/ 9 w 10"/>
                <a:gd name="T7" fmla="*/ 8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2">
                  <a:moveTo>
                    <a:pt x="0" y="7"/>
                  </a:moveTo>
                  <a:cubicBezTo>
                    <a:pt x="2" y="11"/>
                    <a:pt x="8" y="12"/>
                    <a:pt x="9" y="8"/>
                  </a:cubicBezTo>
                  <a:cubicBezTo>
                    <a:pt x="10" y="6"/>
                    <a:pt x="9" y="2"/>
                    <a:pt x="8" y="1"/>
                  </a:cubicBezTo>
                  <a:cubicBezTo>
                    <a:pt x="6" y="0"/>
                    <a:pt x="4" y="0"/>
                    <a:pt x="2" y="2"/>
                  </a:cubicBezTo>
                </a:path>
              </a:pathLst>
            </a:custGeom>
            <a:solidFill>
              <a:srgbClr val="8E4C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205" name="Freeform 347">
              <a:extLst>
                <a:ext uri="{FF2B5EF4-FFF2-40B4-BE49-F238E27FC236}">
                  <a16:creationId xmlns:a16="http://schemas.microsoft.com/office/drawing/2014/main" id="{19AF87B0-97CA-453F-BD43-58A3B638EB5E}"/>
                </a:ext>
              </a:extLst>
            </p:cNvPr>
            <p:cNvSpPr>
              <a:spLocks/>
            </p:cNvSpPr>
            <p:nvPr/>
          </p:nvSpPr>
          <p:spPr bwMode="auto">
            <a:xfrm>
              <a:off x="799" y="2302"/>
              <a:ext cx="124" cy="65"/>
            </a:xfrm>
            <a:custGeom>
              <a:avLst/>
              <a:gdLst>
                <a:gd name="T0" fmla="*/ 8 w 74"/>
                <a:gd name="T1" fmla="*/ 83 h 39"/>
                <a:gd name="T2" fmla="*/ 179 w 74"/>
                <a:gd name="T3" fmla="*/ 180 h 39"/>
                <a:gd name="T4" fmla="*/ 265 w 74"/>
                <a:gd name="T5" fmla="*/ 145 h 39"/>
                <a:gd name="T6" fmla="*/ 349 w 74"/>
                <a:gd name="T7" fmla="*/ 0 h 39"/>
                <a:gd name="T8" fmla="*/ 298 w 74"/>
                <a:gd name="T9" fmla="*/ 55 h 39"/>
                <a:gd name="T10" fmla="*/ 188 w 74"/>
                <a:gd name="T11" fmla="*/ 105 h 39"/>
                <a:gd name="T12" fmla="*/ 79 w 74"/>
                <a:gd name="T13" fmla="*/ 75 h 39"/>
                <a:gd name="T14" fmla="*/ 0 w 74"/>
                <a:gd name="T15" fmla="*/ 42 h 3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4" h="39">
                  <a:moveTo>
                    <a:pt x="2" y="18"/>
                  </a:moveTo>
                  <a:cubicBezTo>
                    <a:pt x="13" y="29"/>
                    <a:pt x="22" y="39"/>
                    <a:pt x="38" y="39"/>
                  </a:cubicBezTo>
                  <a:cubicBezTo>
                    <a:pt x="45" y="38"/>
                    <a:pt x="52" y="36"/>
                    <a:pt x="56" y="31"/>
                  </a:cubicBezTo>
                  <a:cubicBezTo>
                    <a:pt x="63" y="24"/>
                    <a:pt x="73" y="10"/>
                    <a:pt x="74" y="0"/>
                  </a:cubicBezTo>
                  <a:cubicBezTo>
                    <a:pt x="70" y="2"/>
                    <a:pt x="66" y="9"/>
                    <a:pt x="63" y="12"/>
                  </a:cubicBezTo>
                  <a:cubicBezTo>
                    <a:pt x="56" y="19"/>
                    <a:pt x="49" y="23"/>
                    <a:pt x="40" y="23"/>
                  </a:cubicBezTo>
                  <a:cubicBezTo>
                    <a:pt x="31" y="23"/>
                    <a:pt x="25" y="18"/>
                    <a:pt x="17" y="16"/>
                  </a:cubicBezTo>
                  <a:cubicBezTo>
                    <a:pt x="12" y="14"/>
                    <a:pt x="2" y="16"/>
                    <a:pt x="0" y="9"/>
                  </a:cubicBezTo>
                </a:path>
              </a:pathLst>
            </a:custGeom>
            <a:solidFill>
              <a:srgbClr val="8E4C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206" name="Freeform 348">
              <a:extLst>
                <a:ext uri="{FF2B5EF4-FFF2-40B4-BE49-F238E27FC236}">
                  <a16:creationId xmlns:a16="http://schemas.microsoft.com/office/drawing/2014/main" id="{5875BCB5-C849-4125-B204-97153D252637}"/>
                </a:ext>
              </a:extLst>
            </p:cNvPr>
            <p:cNvSpPr>
              <a:spLocks/>
            </p:cNvSpPr>
            <p:nvPr/>
          </p:nvSpPr>
          <p:spPr bwMode="auto">
            <a:xfrm>
              <a:off x="801" y="2357"/>
              <a:ext cx="43" cy="709"/>
            </a:xfrm>
            <a:custGeom>
              <a:avLst/>
              <a:gdLst>
                <a:gd name="T0" fmla="*/ 0 w 26"/>
                <a:gd name="T1" fmla="*/ 0 h 430"/>
                <a:gd name="T2" fmla="*/ 117 w 26"/>
                <a:gd name="T3" fmla="*/ 193 h 430"/>
                <a:gd name="T4" fmla="*/ 76 w 26"/>
                <a:gd name="T5" fmla="*/ 946 h 430"/>
                <a:gd name="T6" fmla="*/ 83 w 26"/>
                <a:gd name="T7" fmla="*/ 1499 h 430"/>
                <a:gd name="T8" fmla="*/ 63 w 26"/>
                <a:gd name="T9" fmla="*/ 1927 h 430"/>
                <a:gd name="T10" fmla="*/ 41 w 26"/>
                <a:gd name="T11" fmla="*/ 1484 h 430"/>
                <a:gd name="T12" fmla="*/ 8 w 26"/>
                <a:gd name="T13" fmla="*/ 655 h 430"/>
                <a:gd name="T14" fmla="*/ 8 w 26"/>
                <a:gd name="T15" fmla="*/ 8 h 43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6" h="430">
                  <a:moveTo>
                    <a:pt x="0" y="0"/>
                  </a:moveTo>
                  <a:cubicBezTo>
                    <a:pt x="11" y="11"/>
                    <a:pt x="26" y="18"/>
                    <a:pt x="26" y="43"/>
                  </a:cubicBezTo>
                  <a:cubicBezTo>
                    <a:pt x="26" y="68"/>
                    <a:pt x="17" y="160"/>
                    <a:pt x="17" y="211"/>
                  </a:cubicBezTo>
                  <a:cubicBezTo>
                    <a:pt x="18" y="262"/>
                    <a:pt x="17" y="311"/>
                    <a:pt x="18" y="334"/>
                  </a:cubicBezTo>
                  <a:cubicBezTo>
                    <a:pt x="19" y="357"/>
                    <a:pt x="26" y="383"/>
                    <a:pt x="14" y="430"/>
                  </a:cubicBezTo>
                  <a:cubicBezTo>
                    <a:pt x="17" y="412"/>
                    <a:pt x="17" y="364"/>
                    <a:pt x="9" y="331"/>
                  </a:cubicBezTo>
                  <a:cubicBezTo>
                    <a:pt x="1" y="298"/>
                    <a:pt x="0" y="180"/>
                    <a:pt x="2" y="146"/>
                  </a:cubicBezTo>
                  <a:cubicBezTo>
                    <a:pt x="5" y="112"/>
                    <a:pt x="12" y="16"/>
                    <a:pt x="2" y="2"/>
                  </a:cubicBezTo>
                </a:path>
              </a:pathLst>
            </a:custGeom>
            <a:solidFill>
              <a:srgbClr val="8E4C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207" name="Freeform 349">
              <a:extLst>
                <a:ext uri="{FF2B5EF4-FFF2-40B4-BE49-F238E27FC236}">
                  <a16:creationId xmlns:a16="http://schemas.microsoft.com/office/drawing/2014/main" id="{89393478-7CB9-4E90-BD5F-CA8A099A851D}"/>
                </a:ext>
              </a:extLst>
            </p:cNvPr>
            <p:cNvSpPr>
              <a:spLocks/>
            </p:cNvSpPr>
            <p:nvPr/>
          </p:nvSpPr>
          <p:spPr bwMode="auto">
            <a:xfrm>
              <a:off x="808" y="3201"/>
              <a:ext cx="36" cy="486"/>
            </a:xfrm>
            <a:custGeom>
              <a:avLst/>
              <a:gdLst>
                <a:gd name="T0" fmla="*/ 67 w 22"/>
                <a:gd name="T1" fmla="*/ 0 h 295"/>
                <a:gd name="T2" fmla="*/ 56 w 22"/>
                <a:gd name="T3" fmla="*/ 675 h 295"/>
                <a:gd name="T4" fmla="*/ 18 w 22"/>
                <a:gd name="T5" fmla="*/ 1320 h 295"/>
                <a:gd name="T6" fmla="*/ 67 w 22"/>
                <a:gd name="T7" fmla="*/ 0 h 29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295">
                  <a:moveTo>
                    <a:pt x="15" y="0"/>
                  </a:moveTo>
                  <a:cubicBezTo>
                    <a:pt x="19" y="28"/>
                    <a:pt x="22" y="84"/>
                    <a:pt x="13" y="151"/>
                  </a:cubicBezTo>
                  <a:cubicBezTo>
                    <a:pt x="5" y="218"/>
                    <a:pt x="3" y="270"/>
                    <a:pt x="4" y="295"/>
                  </a:cubicBezTo>
                  <a:cubicBezTo>
                    <a:pt x="0" y="252"/>
                    <a:pt x="13" y="71"/>
                    <a:pt x="15" y="0"/>
                  </a:cubicBezTo>
                </a:path>
              </a:pathLst>
            </a:custGeom>
            <a:solidFill>
              <a:srgbClr val="8E4C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208" name="Freeform 350">
              <a:extLst>
                <a:ext uri="{FF2B5EF4-FFF2-40B4-BE49-F238E27FC236}">
                  <a16:creationId xmlns:a16="http://schemas.microsoft.com/office/drawing/2014/main" id="{C9C64DE0-1E06-4671-96C0-2AA11B278BD0}"/>
                </a:ext>
              </a:extLst>
            </p:cNvPr>
            <p:cNvSpPr>
              <a:spLocks/>
            </p:cNvSpPr>
            <p:nvPr/>
          </p:nvSpPr>
          <p:spPr bwMode="auto">
            <a:xfrm>
              <a:off x="700" y="1228"/>
              <a:ext cx="109" cy="13"/>
            </a:xfrm>
            <a:custGeom>
              <a:avLst/>
              <a:gdLst>
                <a:gd name="T0" fmla="*/ 130 w 66"/>
                <a:gd name="T1" fmla="*/ 29 h 8"/>
                <a:gd name="T2" fmla="*/ 297 w 66"/>
                <a:gd name="T3" fmla="*/ 18 h 8"/>
                <a:gd name="T4" fmla="*/ 185 w 66"/>
                <a:gd name="T5" fmla="*/ 8 h 8"/>
                <a:gd name="T6" fmla="*/ 0 w 66"/>
                <a:gd name="T7" fmla="*/ 8 h 8"/>
                <a:gd name="T8" fmla="*/ 130 w 66"/>
                <a:gd name="T9" fmla="*/ 29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6" h="8">
                  <a:moveTo>
                    <a:pt x="29" y="7"/>
                  </a:moveTo>
                  <a:cubicBezTo>
                    <a:pt x="39" y="6"/>
                    <a:pt x="56" y="2"/>
                    <a:pt x="66" y="4"/>
                  </a:cubicBezTo>
                  <a:cubicBezTo>
                    <a:pt x="61" y="0"/>
                    <a:pt x="52" y="2"/>
                    <a:pt x="41" y="2"/>
                  </a:cubicBezTo>
                  <a:cubicBezTo>
                    <a:pt x="30" y="3"/>
                    <a:pt x="9" y="6"/>
                    <a:pt x="0" y="2"/>
                  </a:cubicBezTo>
                  <a:cubicBezTo>
                    <a:pt x="15" y="8"/>
                    <a:pt x="21" y="6"/>
                    <a:pt x="29" y="7"/>
                  </a:cubicBezTo>
                </a:path>
              </a:pathLst>
            </a:custGeom>
            <a:solidFill>
              <a:srgbClr val="C17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209" name="Freeform 351">
              <a:extLst>
                <a:ext uri="{FF2B5EF4-FFF2-40B4-BE49-F238E27FC236}">
                  <a16:creationId xmlns:a16="http://schemas.microsoft.com/office/drawing/2014/main" id="{7927FD88-B1A3-4D8C-8ADB-097DE2D2BEA0}"/>
                </a:ext>
              </a:extLst>
            </p:cNvPr>
            <p:cNvSpPr>
              <a:spLocks/>
            </p:cNvSpPr>
            <p:nvPr/>
          </p:nvSpPr>
          <p:spPr bwMode="auto">
            <a:xfrm>
              <a:off x="911" y="1228"/>
              <a:ext cx="110" cy="13"/>
            </a:xfrm>
            <a:custGeom>
              <a:avLst/>
              <a:gdLst>
                <a:gd name="T0" fmla="*/ 172 w 66"/>
                <a:gd name="T1" fmla="*/ 29 h 8"/>
                <a:gd name="T2" fmla="*/ 0 w 66"/>
                <a:gd name="T3" fmla="*/ 18 h 8"/>
                <a:gd name="T4" fmla="*/ 117 w 66"/>
                <a:gd name="T5" fmla="*/ 8 h 8"/>
                <a:gd name="T6" fmla="*/ 305 w 66"/>
                <a:gd name="T7" fmla="*/ 8 h 8"/>
                <a:gd name="T8" fmla="*/ 172 w 66"/>
                <a:gd name="T9" fmla="*/ 29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6" h="8">
                  <a:moveTo>
                    <a:pt x="37" y="7"/>
                  </a:moveTo>
                  <a:cubicBezTo>
                    <a:pt x="27" y="6"/>
                    <a:pt x="10" y="2"/>
                    <a:pt x="0" y="4"/>
                  </a:cubicBezTo>
                  <a:cubicBezTo>
                    <a:pt x="5" y="0"/>
                    <a:pt x="14" y="2"/>
                    <a:pt x="25" y="2"/>
                  </a:cubicBezTo>
                  <a:cubicBezTo>
                    <a:pt x="36" y="3"/>
                    <a:pt x="57" y="6"/>
                    <a:pt x="66" y="2"/>
                  </a:cubicBezTo>
                  <a:cubicBezTo>
                    <a:pt x="51" y="8"/>
                    <a:pt x="45" y="6"/>
                    <a:pt x="37" y="7"/>
                  </a:cubicBezTo>
                </a:path>
              </a:pathLst>
            </a:custGeom>
            <a:solidFill>
              <a:srgbClr val="C17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210" name="Freeform 352">
              <a:extLst>
                <a:ext uri="{FF2B5EF4-FFF2-40B4-BE49-F238E27FC236}">
                  <a16:creationId xmlns:a16="http://schemas.microsoft.com/office/drawing/2014/main" id="{4AFA9A62-7E83-4980-9847-64AB495DB232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" y="1223"/>
              <a:ext cx="99" cy="130"/>
            </a:xfrm>
            <a:custGeom>
              <a:avLst/>
              <a:gdLst>
                <a:gd name="T0" fmla="*/ 279 w 59"/>
                <a:gd name="T1" fmla="*/ 0 h 79"/>
                <a:gd name="T2" fmla="*/ 104 w 59"/>
                <a:gd name="T3" fmla="*/ 84 h 79"/>
                <a:gd name="T4" fmla="*/ 0 w 59"/>
                <a:gd name="T5" fmla="*/ 352 h 79"/>
                <a:gd name="T6" fmla="*/ 65 w 59"/>
                <a:gd name="T7" fmla="*/ 201 h 79"/>
                <a:gd name="T8" fmla="*/ 133 w 59"/>
                <a:gd name="T9" fmla="*/ 105 h 79"/>
                <a:gd name="T10" fmla="*/ 195 w 59"/>
                <a:gd name="T11" fmla="*/ 54 h 79"/>
                <a:gd name="T12" fmla="*/ 258 w 59"/>
                <a:gd name="T13" fmla="*/ 5 h 7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9" h="79">
                  <a:moveTo>
                    <a:pt x="59" y="0"/>
                  </a:moveTo>
                  <a:cubicBezTo>
                    <a:pt x="47" y="7"/>
                    <a:pt x="33" y="9"/>
                    <a:pt x="22" y="19"/>
                  </a:cubicBezTo>
                  <a:cubicBezTo>
                    <a:pt x="8" y="31"/>
                    <a:pt x="2" y="59"/>
                    <a:pt x="0" y="79"/>
                  </a:cubicBezTo>
                  <a:cubicBezTo>
                    <a:pt x="5" y="68"/>
                    <a:pt x="8" y="56"/>
                    <a:pt x="14" y="45"/>
                  </a:cubicBezTo>
                  <a:cubicBezTo>
                    <a:pt x="17" y="37"/>
                    <a:pt x="24" y="32"/>
                    <a:pt x="28" y="24"/>
                  </a:cubicBezTo>
                  <a:cubicBezTo>
                    <a:pt x="32" y="17"/>
                    <a:pt x="35" y="17"/>
                    <a:pt x="41" y="12"/>
                  </a:cubicBezTo>
                  <a:cubicBezTo>
                    <a:pt x="46" y="8"/>
                    <a:pt x="48" y="2"/>
                    <a:pt x="55" y="1"/>
                  </a:cubicBezTo>
                </a:path>
              </a:pathLst>
            </a:custGeom>
            <a:solidFill>
              <a:srgbClr val="C17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211" name="Freeform 353">
              <a:extLst>
                <a:ext uri="{FF2B5EF4-FFF2-40B4-BE49-F238E27FC236}">
                  <a16:creationId xmlns:a16="http://schemas.microsoft.com/office/drawing/2014/main" id="{618A9F74-7FE0-470B-963C-0B08EAEF33C5}"/>
                </a:ext>
              </a:extLst>
            </p:cNvPr>
            <p:cNvSpPr>
              <a:spLocks/>
            </p:cNvSpPr>
            <p:nvPr/>
          </p:nvSpPr>
          <p:spPr bwMode="auto">
            <a:xfrm>
              <a:off x="884" y="1106"/>
              <a:ext cx="40" cy="107"/>
            </a:xfrm>
            <a:custGeom>
              <a:avLst/>
              <a:gdLst>
                <a:gd name="T0" fmla="*/ 103 w 24"/>
                <a:gd name="T1" fmla="*/ 0 h 65"/>
                <a:gd name="T2" fmla="*/ 42 w 24"/>
                <a:gd name="T3" fmla="*/ 133 h 65"/>
                <a:gd name="T4" fmla="*/ 0 w 24"/>
                <a:gd name="T5" fmla="*/ 290 h 65"/>
                <a:gd name="T6" fmla="*/ 63 w 24"/>
                <a:gd name="T7" fmla="*/ 125 h 65"/>
                <a:gd name="T8" fmla="*/ 112 w 24"/>
                <a:gd name="T9" fmla="*/ 5 h 6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65">
                  <a:moveTo>
                    <a:pt x="22" y="0"/>
                  </a:moveTo>
                  <a:cubicBezTo>
                    <a:pt x="18" y="10"/>
                    <a:pt x="12" y="20"/>
                    <a:pt x="9" y="30"/>
                  </a:cubicBezTo>
                  <a:cubicBezTo>
                    <a:pt x="5" y="42"/>
                    <a:pt x="3" y="53"/>
                    <a:pt x="0" y="65"/>
                  </a:cubicBezTo>
                  <a:cubicBezTo>
                    <a:pt x="4" y="52"/>
                    <a:pt x="9" y="40"/>
                    <a:pt x="14" y="28"/>
                  </a:cubicBezTo>
                  <a:cubicBezTo>
                    <a:pt x="17" y="20"/>
                    <a:pt x="22" y="10"/>
                    <a:pt x="24" y="1"/>
                  </a:cubicBezTo>
                </a:path>
              </a:pathLst>
            </a:custGeom>
            <a:solidFill>
              <a:srgbClr val="C17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212" name="Freeform 354">
              <a:extLst>
                <a:ext uri="{FF2B5EF4-FFF2-40B4-BE49-F238E27FC236}">
                  <a16:creationId xmlns:a16="http://schemas.microsoft.com/office/drawing/2014/main" id="{3DBF61FF-C03C-4C20-AC49-5A17E6EBB11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" y="1861"/>
              <a:ext cx="24" cy="362"/>
            </a:xfrm>
            <a:custGeom>
              <a:avLst/>
              <a:gdLst>
                <a:gd name="T0" fmla="*/ 41 w 14"/>
                <a:gd name="T1" fmla="*/ 385 h 220"/>
                <a:gd name="T2" fmla="*/ 9 w 14"/>
                <a:gd name="T3" fmla="*/ 981 h 220"/>
                <a:gd name="T4" fmla="*/ 5 w 14"/>
                <a:gd name="T5" fmla="*/ 634 h 220"/>
                <a:gd name="T6" fmla="*/ 70 w 14"/>
                <a:gd name="T7" fmla="*/ 0 h 220"/>
                <a:gd name="T8" fmla="*/ 41 w 14"/>
                <a:gd name="T9" fmla="*/ 385 h 2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220">
                  <a:moveTo>
                    <a:pt x="8" y="86"/>
                  </a:moveTo>
                  <a:cubicBezTo>
                    <a:pt x="7" y="102"/>
                    <a:pt x="3" y="192"/>
                    <a:pt x="2" y="220"/>
                  </a:cubicBezTo>
                  <a:cubicBezTo>
                    <a:pt x="2" y="220"/>
                    <a:pt x="0" y="198"/>
                    <a:pt x="1" y="142"/>
                  </a:cubicBezTo>
                  <a:cubicBezTo>
                    <a:pt x="1" y="85"/>
                    <a:pt x="4" y="27"/>
                    <a:pt x="14" y="0"/>
                  </a:cubicBezTo>
                  <a:cubicBezTo>
                    <a:pt x="11" y="11"/>
                    <a:pt x="10" y="62"/>
                    <a:pt x="8" y="86"/>
                  </a:cubicBezTo>
                </a:path>
              </a:pathLst>
            </a:custGeom>
            <a:solidFill>
              <a:srgbClr val="C17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213" name="Freeform 355">
              <a:extLst>
                <a:ext uri="{FF2B5EF4-FFF2-40B4-BE49-F238E27FC236}">
                  <a16:creationId xmlns:a16="http://schemas.microsoft.com/office/drawing/2014/main" id="{E6A5C50C-FC12-44F6-A3A8-2F95A21207A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5" y="1884"/>
              <a:ext cx="58" cy="386"/>
            </a:xfrm>
            <a:custGeom>
              <a:avLst/>
              <a:gdLst>
                <a:gd name="T0" fmla="*/ 154 w 35"/>
                <a:gd name="T1" fmla="*/ 0 h 234"/>
                <a:gd name="T2" fmla="*/ 104 w 35"/>
                <a:gd name="T3" fmla="*/ 485 h 234"/>
                <a:gd name="T4" fmla="*/ 0 w 35"/>
                <a:gd name="T5" fmla="*/ 1051 h 234"/>
                <a:gd name="T6" fmla="*/ 68 w 35"/>
                <a:gd name="T7" fmla="*/ 520 h 234"/>
                <a:gd name="T8" fmla="*/ 154 w 35"/>
                <a:gd name="T9" fmla="*/ 0 h 2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234">
                  <a:moveTo>
                    <a:pt x="34" y="0"/>
                  </a:moveTo>
                  <a:cubicBezTo>
                    <a:pt x="35" y="18"/>
                    <a:pt x="33" y="69"/>
                    <a:pt x="23" y="108"/>
                  </a:cubicBezTo>
                  <a:cubicBezTo>
                    <a:pt x="12" y="148"/>
                    <a:pt x="4" y="193"/>
                    <a:pt x="0" y="234"/>
                  </a:cubicBezTo>
                  <a:cubicBezTo>
                    <a:pt x="5" y="207"/>
                    <a:pt x="9" y="146"/>
                    <a:pt x="15" y="116"/>
                  </a:cubicBezTo>
                  <a:cubicBezTo>
                    <a:pt x="21" y="86"/>
                    <a:pt x="35" y="10"/>
                    <a:pt x="34" y="0"/>
                  </a:cubicBezTo>
                </a:path>
              </a:pathLst>
            </a:custGeom>
            <a:solidFill>
              <a:srgbClr val="8E4C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214" name="Freeform 356">
              <a:extLst>
                <a:ext uri="{FF2B5EF4-FFF2-40B4-BE49-F238E27FC236}">
                  <a16:creationId xmlns:a16="http://schemas.microsoft.com/office/drawing/2014/main" id="{DAC8101E-6E06-4860-BB1F-EF00B59E6C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5" y="1861"/>
              <a:ext cx="23" cy="362"/>
            </a:xfrm>
            <a:custGeom>
              <a:avLst/>
              <a:gdLst>
                <a:gd name="T0" fmla="*/ 26 w 14"/>
                <a:gd name="T1" fmla="*/ 385 h 220"/>
                <a:gd name="T2" fmla="*/ 54 w 14"/>
                <a:gd name="T3" fmla="*/ 981 h 220"/>
                <a:gd name="T4" fmla="*/ 58 w 14"/>
                <a:gd name="T5" fmla="*/ 634 h 220"/>
                <a:gd name="T6" fmla="*/ 0 w 14"/>
                <a:gd name="T7" fmla="*/ 0 h 220"/>
                <a:gd name="T8" fmla="*/ 26 w 14"/>
                <a:gd name="T9" fmla="*/ 385 h 2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220">
                  <a:moveTo>
                    <a:pt x="6" y="86"/>
                  </a:moveTo>
                  <a:cubicBezTo>
                    <a:pt x="7" y="102"/>
                    <a:pt x="11" y="192"/>
                    <a:pt x="12" y="220"/>
                  </a:cubicBezTo>
                  <a:cubicBezTo>
                    <a:pt x="12" y="220"/>
                    <a:pt x="14" y="198"/>
                    <a:pt x="13" y="142"/>
                  </a:cubicBezTo>
                  <a:cubicBezTo>
                    <a:pt x="13" y="85"/>
                    <a:pt x="10" y="27"/>
                    <a:pt x="0" y="0"/>
                  </a:cubicBezTo>
                  <a:cubicBezTo>
                    <a:pt x="3" y="11"/>
                    <a:pt x="4" y="62"/>
                    <a:pt x="6" y="86"/>
                  </a:cubicBezTo>
                </a:path>
              </a:pathLst>
            </a:custGeom>
            <a:solidFill>
              <a:srgbClr val="8E4C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215" name="Freeform 357">
              <a:extLst>
                <a:ext uri="{FF2B5EF4-FFF2-40B4-BE49-F238E27FC236}">
                  <a16:creationId xmlns:a16="http://schemas.microsoft.com/office/drawing/2014/main" id="{7AD6C870-39C1-4797-BA30-FDED40C22C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0" y="1884"/>
              <a:ext cx="59" cy="386"/>
            </a:xfrm>
            <a:custGeom>
              <a:avLst/>
              <a:gdLst>
                <a:gd name="T0" fmla="*/ 5 w 35"/>
                <a:gd name="T1" fmla="*/ 0 h 234"/>
                <a:gd name="T2" fmla="*/ 62 w 35"/>
                <a:gd name="T3" fmla="*/ 485 h 234"/>
                <a:gd name="T4" fmla="*/ 167 w 35"/>
                <a:gd name="T5" fmla="*/ 1051 h 234"/>
                <a:gd name="T6" fmla="*/ 96 w 35"/>
                <a:gd name="T7" fmla="*/ 520 h 234"/>
                <a:gd name="T8" fmla="*/ 5 w 35"/>
                <a:gd name="T9" fmla="*/ 0 h 2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234">
                  <a:moveTo>
                    <a:pt x="1" y="0"/>
                  </a:moveTo>
                  <a:cubicBezTo>
                    <a:pt x="0" y="18"/>
                    <a:pt x="2" y="69"/>
                    <a:pt x="13" y="108"/>
                  </a:cubicBezTo>
                  <a:cubicBezTo>
                    <a:pt x="23" y="148"/>
                    <a:pt x="31" y="193"/>
                    <a:pt x="35" y="234"/>
                  </a:cubicBezTo>
                  <a:cubicBezTo>
                    <a:pt x="30" y="207"/>
                    <a:pt x="26" y="146"/>
                    <a:pt x="20" y="116"/>
                  </a:cubicBezTo>
                  <a:cubicBezTo>
                    <a:pt x="14" y="86"/>
                    <a:pt x="0" y="10"/>
                    <a:pt x="1" y="0"/>
                  </a:cubicBezTo>
                </a:path>
              </a:pathLst>
            </a:custGeom>
            <a:solidFill>
              <a:srgbClr val="C17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216" name="Freeform 358">
              <a:extLst>
                <a:ext uri="{FF2B5EF4-FFF2-40B4-BE49-F238E27FC236}">
                  <a16:creationId xmlns:a16="http://schemas.microsoft.com/office/drawing/2014/main" id="{A3E2384C-E5AE-49B9-895A-A8E511AF230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" y="2467"/>
              <a:ext cx="63" cy="109"/>
            </a:xfrm>
            <a:custGeom>
              <a:avLst/>
              <a:gdLst>
                <a:gd name="T0" fmla="*/ 88 w 38"/>
                <a:gd name="T1" fmla="*/ 0 h 66"/>
                <a:gd name="T2" fmla="*/ 133 w 38"/>
                <a:gd name="T3" fmla="*/ 277 h 66"/>
                <a:gd name="T4" fmla="*/ 164 w 38"/>
                <a:gd name="T5" fmla="*/ 263 h 66"/>
                <a:gd name="T6" fmla="*/ 133 w 38"/>
                <a:gd name="T7" fmla="*/ 185 h 66"/>
                <a:gd name="T8" fmla="*/ 118 w 38"/>
                <a:gd name="T9" fmla="*/ 84 h 66"/>
                <a:gd name="T10" fmla="*/ 99 w 38"/>
                <a:gd name="T11" fmla="*/ 0 h 6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8" h="66">
                  <a:moveTo>
                    <a:pt x="19" y="0"/>
                  </a:moveTo>
                  <a:cubicBezTo>
                    <a:pt x="0" y="14"/>
                    <a:pt x="12" y="53"/>
                    <a:pt x="29" y="62"/>
                  </a:cubicBezTo>
                  <a:cubicBezTo>
                    <a:pt x="33" y="64"/>
                    <a:pt x="38" y="66"/>
                    <a:pt x="36" y="58"/>
                  </a:cubicBezTo>
                  <a:cubicBezTo>
                    <a:pt x="35" y="52"/>
                    <a:pt x="30" y="48"/>
                    <a:pt x="29" y="41"/>
                  </a:cubicBezTo>
                  <a:cubicBezTo>
                    <a:pt x="28" y="34"/>
                    <a:pt x="27" y="26"/>
                    <a:pt x="26" y="19"/>
                  </a:cubicBezTo>
                  <a:cubicBezTo>
                    <a:pt x="26" y="13"/>
                    <a:pt x="27" y="5"/>
                    <a:pt x="22" y="0"/>
                  </a:cubicBezTo>
                </a:path>
              </a:pathLst>
            </a:custGeom>
            <a:solidFill>
              <a:srgbClr val="8E4C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217" name="Freeform 359">
              <a:extLst>
                <a:ext uri="{FF2B5EF4-FFF2-40B4-BE49-F238E27FC236}">
                  <a16:creationId xmlns:a16="http://schemas.microsoft.com/office/drawing/2014/main" id="{EF38421D-9784-4010-90BA-1B4199FBDFD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0" y="2467"/>
              <a:ext cx="52" cy="107"/>
            </a:xfrm>
            <a:custGeom>
              <a:avLst/>
              <a:gdLst>
                <a:gd name="T0" fmla="*/ 65 w 31"/>
                <a:gd name="T1" fmla="*/ 20 h 65"/>
                <a:gd name="T2" fmla="*/ 42 w 31"/>
                <a:gd name="T3" fmla="*/ 133 h 65"/>
                <a:gd name="T4" fmla="*/ 0 w 31"/>
                <a:gd name="T5" fmla="*/ 234 h 65"/>
                <a:gd name="T6" fmla="*/ 49 w 31"/>
                <a:gd name="T7" fmla="*/ 263 h 65"/>
                <a:gd name="T8" fmla="*/ 126 w 31"/>
                <a:gd name="T9" fmla="*/ 156 h 65"/>
                <a:gd name="T10" fmla="*/ 84 w 31"/>
                <a:gd name="T11" fmla="*/ 0 h 6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1" h="65">
                  <a:moveTo>
                    <a:pt x="14" y="4"/>
                  </a:moveTo>
                  <a:cubicBezTo>
                    <a:pt x="12" y="13"/>
                    <a:pt x="11" y="21"/>
                    <a:pt x="9" y="30"/>
                  </a:cubicBezTo>
                  <a:cubicBezTo>
                    <a:pt x="7" y="38"/>
                    <a:pt x="6" y="48"/>
                    <a:pt x="0" y="52"/>
                  </a:cubicBezTo>
                  <a:cubicBezTo>
                    <a:pt x="4" y="59"/>
                    <a:pt x="2" y="65"/>
                    <a:pt x="10" y="59"/>
                  </a:cubicBezTo>
                  <a:cubicBezTo>
                    <a:pt x="17" y="54"/>
                    <a:pt x="24" y="44"/>
                    <a:pt x="27" y="35"/>
                  </a:cubicBezTo>
                  <a:cubicBezTo>
                    <a:pt x="31" y="21"/>
                    <a:pt x="29" y="10"/>
                    <a:pt x="18" y="0"/>
                  </a:cubicBezTo>
                </a:path>
              </a:pathLst>
            </a:custGeom>
            <a:solidFill>
              <a:srgbClr val="8E4C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218" name="Freeform 360">
              <a:extLst>
                <a:ext uri="{FF2B5EF4-FFF2-40B4-BE49-F238E27FC236}">
                  <a16:creationId xmlns:a16="http://schemas.microsoft.com/office/drawing/2014/main" id="{92E47481-DDB2-4CB2-BB6A-069649F36E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4" y="1243"/>
              <a:ext cx="74" cy="435"/>
            </a:xfrm>
            <a:custGeom>
              <a:avLst/>
              <a:gdLst>
                <a:gd name="T0" fmla="*/ 0 w 45"/>
                <a:gd name="T1" fmla="*/ 0 h 264"/>
                <a:gd name="T2" fmla="*/ 133 w 45"/>
                <a:gd name="T3" fmla="*/ 269 h 264"/>
                <a:gd name="T4" fmla="*/ 194 w 45"/>
                <a:gd name="T5" fmla="*/ 746 h 264"/>
                <a:gd name="T6" fmla="*/ 201 w 45"/>
                <a:gd name="T7" fmla="*/ 1181 h 264"/>
                <a:gd name="T8" fmla="*/ 151 w 45"/>
                <a:gd name="T9" fmla="*/ 657 h 264"/>
                <a:gd name="T10" fmla="*/ 0 w 45"/>
                <a:gd name="T11" fmla="*/ 0 h 26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5" h="264">
                  <a:moveTo>
                    <a:pt x="0" y="0"/>
                  </a:moveTo>
                  <a:cubicBezTo>
                    <a:pt x="12" y="8"/>
                    <a:pt x="25" y="27"/>
                    <a:pt x="30" y="60"/>
                  </a:cubicBezTo>
                  <a:cubicBezTo>
                    <a:pt x="36" y="93"/>
                    <a:pt x="42" y="123"/>
                    <a:pt x="44" y="167"/>
                  </a:cubicBezTo>
                  <a:cubicBezTo>
                    <a:pt x="45" y="211"/>
                    <a:pt x="45" y="239"/>
                    <a:pt x="45" y="264"/>
                  </a:cubicBezTo>
                  <a:cubicBezTo>
                    <a:pt x="42" y="242"/>
                    <a:pt x="39" y="172"/>
                    <a:pt x="34" y="147"/>
                  </a:cubicBezTo>
                  <a:cubicBezTo>
                    <a:pt x="28" y="122"/>
                    <a:pt x="25" y="30"/>
                    <a:pt x="0" y="0"/>
                  </a:cubicBezTo>
                </a:path>
              </a:pathLst>
            </a:custGeom>
            <a:solidFill>
              <a:srgbClr val="8E4C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219" name="Freeform 361">
              <a:extLst>
                <a:ext uri="{FF2B5EF4-FFF2-40B4-BE49-F238E27FC236}">
                  <a16:creationId xmlns:a16="http://schemas.microsoft.com/office/drawing/2014/main" id="{3BC98AF3-4597-485A-8706-8F26FF344BFB}"/>
                </a:ext>
              </a:extLst>
            </p:cNvPr>
            <p:cNvSpPr>
              <a:spLocks/>
            </p:cNvSpPr>
            <p:nvPr/>
          </p:nvSpPr>
          <p:spPr bwMode="auto">
            <a:xfrm>
              <a:off x="703" y="2998"/>
              <a:ext cx="72" cy="82"/>
            </a:xfrm>
            <a:custGeom>
              <a:avLst/>
              <a:gdLst>
                <a:gd name="T0" fmla="*/ 0 w 43"/>
                <a:gd name="T1" fmla="*/ 153 h 50"/>
                <a:gd name="T2" fmla="*/ 183 w 43"/>
                <a:gd name="T3" fmla="*/ 0 h 50"/>
                <a:gd name="T4" fmla="*/ 166 w 43"/>
                <a:gd name="T5" fmla="*/ 130 h 50"/>
                <a:gd name="T6" fmla="*/ 33 w 43"/>
                <a:gd name="T7" fmla="*/ 172 h 5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3" h="50">
                  <a:moveTo>
                    <a:pt x="0" y="35"/>
                  </a:moveTo>
                  <a:cubicBezTo>
                    <a:pt x="18" y="50"/>
                    <a:pt x="35" y="13"/>
                    <a:pt x="39" y="0"/>
                  </a:cubicBezTo>
                  <a:cubicBezTo>
                    <a:pt x="40" y="10"/>
                    <a:pt x="43" y="20"/>
                    <a:pt x="35" y="29"/>
                  </a:cubicBezTo>
                  <a:cubicBezTo>
                    <a:pt x="29" y="36"/>
                    <a:pt x="16" y="40"/>
                    <a:pt x="7" y="39"/>
                  </a:cubicBezTo>
                </a:path>
              </a:pathLst>
            </a:custGeom>
            <a:solidFill>
              <a:srgbClr val="8E4C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220" name="Freeform 362">
              <a:extLst>
                <a:ext uri="{FF2B5EF4-FFF2-40B4-BE49-F238E27FC236}">
                  <a16:creationId xmlns:a16="http://schemas.microsoft.com/office/drawing/2014/main" id="{66A5FCBF-0C16-4C99-B7FD-4042A872C3A9}"/>
                </a:ext>
              </a:extLst>
            </p:cNvPr>
            <p:cNvSpPr>
              <a:spLocks/>
            </p:cNvSpPr>
            <p:nvPr/>
          </p:nvSpPr>
          <p:spPr bwMode="auto">
            <a:xfrm>
              <a:off x="676" y="3244"/>
              <a:ext cx="59" cy="468"/>
            </a:xfrm>
            <a:custGeom>
              <a:avLst/>
              <a:gdLst>
                <a:gd name="T0" fmla="*/ 29 w 35"/>
                <a:gd name="T1" fmla="*/ 0 h 284"/>
                <a:gd name="T2" fmla="*/ 37 w 35"/>
                <a:gd name="T3" fmla="*/ 676 h 284"/>
                <a:gd name="T4" fmla="*/ 167 w 35"/>
                <a:gd name="T5" fmla="*/ 1271 h 284"/>
                <a:gd name="T6" fmla="*/ 78 w 35"/>
                <a:gd name="T7" fmla="*/ 613 h 284"/>
                <a:gd name="T8" fmla="*/ 29 w 35"/>
                <a:gd name="T9" fmla="*/ 0 h 2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284">
                  <a:moveTo>
                    <a:pt x="6" y="0"/>
                  </a:moveTo>
                  <a:cubicBezTo>
                    <a:pt x="0" y="25"/>
                    <a:pt x="0" y="111"/>
                    <a:pt x="8" y="151"/>
                  </a:cubicBezTo>
                  <a:cubicBezTo>
                    <a:pt x="15" y="191"/>
                    <a:pt x="33" y="267"/>
                    <a:pt x="35" y="284"/>
                  </a:cubicBezTo>
                  <a:cubicBezTo>
                    <a:pt x="32" y="252"/>
                    <a:pt x="20" y="158"/>
                    <a:pt x="16" y="137"/>
                  </a:cubicBezTo>
                  <a:cubicBezTo>
                    <a:pt x="13" y="116"/>
                    <a:pt x="4" y="31"/>
                    <a:pt x="6" y="0"/>
                  </a:cubicBezTo>
                </a:path>
              </a:pathLst>
            </a:custGeom>
            <a:solidFill>
              <a:srgbClr val="C17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221" name="Freeform 363">
              <a:extLst>
                <a:ext uri="{FF2B5EF4-FFF2-40B4-BE49-F238E27FC236}">
                  <a16:creationId xmlns:a16="http://schemas.microsoft.com/office/drawing/2014/main" id="{7DC07AFE-2595-4140-B6FE-D8E191F48843}"/>
                </a:ext>
              </a:extLst>
            </p:cNvPr>
            <p:cNvSpPr>
              <a:spLocks/>
            </p:cNvSpPr>
            <p:nvPr/>
          </p:nvSpPr>
          <p:spPr bwMode="auto">
            <a:xfrm>
              <a:off x="879" y="3184"/>
              <a:ext cx="34" cy="529"/>
            </a:xfrm>
            <a:custGeom>
              <a:avLst/>
              <a:gdLst>
                <a:gd name="T0" fmla="*/ 63 w 20"/>
                <a:gd name="T1" fmla="*/ 1437 h 321"/>
                <a:gd name="T2" fmla="*/ 26 w 20"/>
                <a:gd name="T3" fmla="*/ 595 h 321"/>
                <a:gd name="T4" fmla="*/ 44 w 20"/>
                <a:gd name="T5" fmla="*/ 0 h 321"/>
                <a:gd name="T6" fmla="*/ 78 w 20"/>
                <a:gd name="T7" fmla="*/ 621 h 321"/>
                <a:gd name="T8" fmla="*/ 63 w 20"/>
                <a:gd name="T9" fmla="*/ 1437 h 3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321">
                  <a:moveTo>
                    <a:pt x="13" y="321"/>
                  </a:moveTo>
                  <a:cubicBezTo>
                    <a:pt x="18" y="301"/>
                    <a:pt x="10" y="190"/>
                    <a:pt x="5" y="133"/>
                  </a:cubicBezTo>
                  <a:cubicBezTo>
                    <a:pt x="0" y="77"/>
                    <a:pt x="1" y="25"/>
                    <a:pt x="9" y="0"/>
                  </a:cubicBezTo>
                  <a:cubicBezTo>
                    <a:pt x="6" y="20"/>
                    <a:pt x="12" y="87"/>
                    <a:pt x="16" y="139"/>
                  </a:cubicBezTo>
                  <a:cubicBezTo>
                    <a:pt x="20" y="191"/>
                    <a:pt x="19" y="298"/>
                    <a:pt x="13" y="321"/>
                  </a:cubicBezTo>
                </a:path>
              </a:pathLst>
            </a:custGeom>
            <a:solidFill>
              <a:srgbClr val="C17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222" name="Freeform 364">
              <a:extLst>
                <a:ext uri="{FF2B5EF4-FFF2-40B4-BE49-F238E27FC236}">
                  <a16:creationId xmlns:a16="http://schemas.microsoft.com/office/drawing/2014/main" id="{F56D8E54-4D8D-41C2-AC48-ABBC34EBFBF2}"/>
                </a:ext>
              </a:extLst>
            </p:cNvPr>
            <p:cNvSpPr>
              <a:spLocks/>
            </p:cNvSpPr>
            <p:nvPr/>
          </p:nvSpPr>
          <p:spPr bwMode="auto">
            <a:xfrm>
              <a:off x="984" y="3221"/>
              <a:ext cx="57" cy="464"/>
            </a:xfrm>
            <a:custGeom>
              <a:avLst/>
              <a:gdLst>
                <a:gd name="T0" fmla="*/ 124 w 34"/>
                <a:gd name="T1" fmla="*/ 0 h 282"/>
                <a:gd name="T2" fmla="*/ 132 w 34"/>
                <a:gd name="T3" fmla="*/ 676 h 282"/>
                <a:gd name="T4" fmla="*/ 0 w 34"/>
                <a:gd name="T5" fmla="*/ 1255 h 282"/>
                <a:gd name="T6" fmla="*/ 104 w 34"/>
                <a:gd name="T7" fmla="*/ 525 h 282"/>
                <a:gd name="T8" fmla="*/ 124 w 34"/>
                <a:gd name="T9" fmla="*/ 0 h 28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282">
                  <a:moveTo>
                    <a:pt x="26" y="0"/>
                  </a:moveTo>
                  <a:cubicBezTo>
                    <a:pt x="30" y="35"/>
                    <a:pt x="34" y="102"/>
                    <a:pt x="28" y="152"/>
                  </a:cubicBezTo>
                  <a:cubicBezTo>
                    <a:pt x="21" y="202"/>
                    <a:pt x="5" y="258"/>
                    <a:pt x="0" y="282"/>
                  </a:cubicBezTo>
                  <a:cubicBezTo>
                    <a:pt x="2" y="256"/>
                    <a:pt x="21" y="173"/>
                    <a:pt x="22" y="118"/>
                  </a:cubicBezTo>
                  <a:cubicBezTo>
                    <a:pt x="24" y="63"/>
                    <a:pt x="28" y="10"/>
                    <a:pt x="26" y="0"/>
                  </a:cubicBezTo>
                </a:path>
              </a:pathLst>
            </a:custGeom>
            <a:solidFill>
              <a:srgbClr val="8E4C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223" name="Freeform 365">
              <a:extLst>
                <a:ext uri="{FF2B5EF4-FFF2-40B4-BE49-F238E27FC236}">
                  <a16:creationId xmlns:a16="http://schemas.microsoft.com/office/drawing/2014/main" id="{239D5A88-FD3A-4562-9974-1043E96ABB65}"/>
                </a:ext>
              </a:extLst>
            </p:cNvPr>
            <p:cNvSpPr>
              <a:spLocks/>
            </p:cNvSpPr>
            <p:nvPr/>
          </p:nvSpPr>
          <p:spPr bwMode="auto">
            <a:xfrm>
              <a:off x="946" y="3769"/>
              <a:ext cx="25" cy="129"/>
            </a:xfrm>
            <a:custGeom>
              <a:avLst/>
              <a:gdLst>
                <a:gd name="T0" fmla="*/ 70 w 15"/>
                <a:gd name="T1" fmla="*/ 0 h 78"/>
                <a:gd name="T2" fmla="*/ 47 w 15"/>
                <a:gd name="T3" fmla="*/ 202 h 78"/>
                <a:gd name="T4" fmla="*/ 55 w 15"/>
                <a:gd name="T5" fmla="*/ 352 h 78"/>
                <a:gd name="T6" fmla="*/ 5 w 15"/>
                <a:gd name="T7" fmla="*/ 235 h 78"/>
                <a:gd name="T8" fmla="*/ 42 w 15"/>
                <a:gd name="T9" fmla="*/ 167 h 78"/>
                <a:gd name="T10" fmla="*/ 70 w 15"/>
                <a:gd name="T11" fmla="*/ 46 h 7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" h="78">
                  <a:moveTo>
                    <a:pt x="15" y="0"/>
                  </a:moveTo>
                  <a:cubicBezTo>
                    <a:pt x="14" y="16"/>
                    <a:pt x="13" y="29"/>
                    <a:pt x="10" y="45"/>
                  </a:cubicBezTo>
                  <a:cubicBezTo>
                    <a:pt x="8" y="57"/>
                    <a:pt x="12" y="65"/>
                    <a:pt x="12" y="78"/>
                  </a:cubicBezTo>
                  <a:cubicBezTo>
                    <a:pt x="9" y="70"/>
                    <a:pt x="0" y="59"/>
                    <a:pt x="1" y="52"/>
                  </a:cubicBezTo>
                  <a:cubicBezTo>
                    <a:pt x="1" y="47"/>
                    <a:pt x="8" y="42"/>
                    <a:pt x="9" y="37"/>
                  </a:cubicBezTo>
                  <a:cubicBezTo>
                    <a:pt x="13" y="28"/>
                    <a:pt x="10" y="18"/>
                    <a:pt x="15" y="10"/>
                  </a:cubicBezTo>
                </a:path>
              </a:pathLst>
            </a:custGeom>
            <a:solidFill>
              <a:srgbClr val="8E4C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224" name="Freeform 366">
              <a:extLst>
                <a:ext uri="{FF2B5EF4-FFF2-40B4-BE49-F238E27FC236}">
                  <a16:creationId xmlns:a16="http://schemas.microsoft.com/office/drawing/2014/main" id="{58CA1B16-AE02-4CCB-B0A3-B845C68221E4}"/>
                </a:ext>
              </a:extLst>
            </p:cNvPr>
            <p:cNvSpPr>
              <a:spLocks/>
            </p:cNvSpPr>
            <p:nvPr/>
          </p:nvSpPr>
          <p:spPr bwMode="auto">
            <a:xfrm>
              <a:off x="809" y="3707"/>
              <a:ext cx="27" cy="142"/>
            </a:xfrm>
            <a:custGeom>
              <a:avLst/>
              <a:gdLst>
                <a:gd name="T0" fmla="*/ 54 w 16"/>
                <a:gd name="T1" fmla="*/ 160 h 86"/>
                <a:gd name="T2" fmla="*/ 49 w 16"/>
                <a:gd name="T3" fmla="*/ 386 h 86"/>
                <a:gd name="T4" fmla="*/ 24 w 16"/>
                <a:gd name="T5" fmla="*/ 185 h 86"/>
                <a:gd name="T6" fmla="*/ 5 w 16"/>
                <a:gd name="T7" fmla="*/ 76 h 86"/>
                <a:gd name="T8" fmla="*/ 8 w 16"/>
                <a:gd name="T9" fmla="*/ 0 h 86"/>
                <a:gd name="T10" fmla="*/ 57 w 16"/>
                <a:gd name="T11" fmla="*/ 159 h 8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" h="86">
                  <a:moveTo>
                    <a:pt x="11" y="36"/>
                  </a:moveTo>
                  <a:cubicBezTo>
                    <a:pt x="16" y="54"/>
                    <a:pt x="16" y="68"/>
                    <a:pt x="10" y="86"/>
                  </a:cubicBezTo>
                  <a:cubicBezTo>
                    <a:pt x="12" y="72"/>
                    <a:pt x="9" y="54"/>
                    <a:pt x="5" y="41"/>
                  </a:cubicBezTo>
                  <a:cubicBezTo>
                    <a:pt x="1" y="32"/>
                    <a:pt x="0" y="28"/>
                    <a:pt x="1" y="17"/>
                  </a:cubicBezTo>
                  <a:cubicBezTo>
                    <a:pt x="2" y="12"/>
                    <a:pt x="4" y="5"/>
                    <a:pt x="2" y="0"/>
                  </a:cubicBezTo>
                  <a:cubicBezTo>
                    <a:pt x="4" y="12"/>
                    <a:pt x="9" y="24"/>
                    <a:pt x="12" y="35"/>
                  </a:cubicBezTo>
                </a:path>
              </a:pathLst>
            </a:custGeom>
            <a:solidFill>
              <a:srgbClr val="8E4C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225" name="Freeform 367">
              <a:extLst>
                <a:ext uri="{FF2B5EF4-FFF2-40B4-BE49-F238E27FC236}">
                  <a16:creationId xmlns:a16="http://schemas.microsoft.com/office/drawing/2014/main" id="{9AF42D9F-AD86-46E7-AFF3-F5AE43CD6884}"/>
                </a:ext>
              </a:extLst>
            </p:cNvPr>
            <p:cNvSpPr>
              <a:spLocks/>
            </p:cNvSpPr>
            <p:nvPr/>
          </p:nvSpPr>
          <p:spPr bwMode="auto">
            <a:xfrm>
              <a:off x="967" y="2995"/>
              <a:ext cx="52" cy="82"/>
            </a:xfrm>
            <a:custGeom>
              <a:avLst/>
              <a:gdLst>
                <a:gd name="T0" fmla="*/ 0 w 31"/>
                <a:gd name="T1" fmla="*/ 172 h 50"/>
                <a:gd name="T2" fmla="*/ 112 w 31"/>
                <a:gd name="T3" fmla="*/ 0 h 50"/>
                <a:gd name="T4" fmla="*/ 13 w 31"/>
                <a:gd name="T5" fmla="*/ 180 h 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50">
                  <a:moveTo>
                    <a:pt x="0" y="39"/>
                  </a:moveTo>
                  <a:cubicBezTo>
                    <a:pt x="18" y="48"/>
                    <a:pt x="24" y="11"/>
                    <a:pt x="24" y="0"/>
                  </a:cubicBezTo>
                  <a:cubicBezTo>
                    <a:pt x="31" y="16"/>
                    <a:pt x="24" y="50"/>
                    <a:pt x="3" y="41"/>
                  </a:cubicBezTo>
                </a:path>
              </a:pathLst>
            </a:custGeom>
            <a:solidFill>
              <a:srgbClr val="8E4C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226" name="Freeform 368">
              <a:extLst>
                <a:ext uri="{FF2B5EF4-FFF2-40B4-BE49-F238E27FC236}">
                  <a16:creationId xmlns:a16="http://schemas.microsoft.com/office/drawing/2014/main" id="{8DB21429-9CFC-4145-8CD3-FC079760D357}"/>
                </a:ext>
              </a:extLst>
            </p:cNvPr>
            <p:cNvSpPr>
              <a:spLocks/>
            </p:cNvSpPr>
            <p:nvPr/>
          </p:nvSpPr>
          <p:spPr bwMode="auto">
            <a:xfrm>
              <a:off x="848" y="2352"/>
              <a:ext cx="70" cy="222"/>
            </a:xfrm>
            <a:custGeom>
              <a:avLst/>
              <a:gdLst>
                <a:gd name="T0" fmla="*/ 112 w 42"/>
                <a:gd name="T1" fmla="*/ 62 h 135"/>
                <a:gd name="T2" fmla="*/ 83 w 42"/>
                <a:gd name="T3" fmla="*/ 600 h 135"/>
                <a:gd name="T4" fmla="*/ 103 w 42"/>
                <a:gd name="T5" fmla="*/ 400 h 135"/>
                <a:gd name="T6" fmla="*/ 105 w 42"/>
                <a:gd name="T7" fmla="*/ 194 h 135"/>
                <a:gd name="T8" fmla="*/ 130 w 42"/>
                <a:gd name="T9" fmla="*/ 97 h 135"/>
                <a:gd name="T10" fmla="*/ 195 w 42"/>
                <a:gd name="T11" fmla="*/ 0 h 135"/>
                <a:gd name="T12" fmla="*/ 103 w 42"/>
                <a:gd name="T13" fmla="*/ 67 h 1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2" h="135">
                  <a:moveTo>
                    <a:pt x="24" y="14"/>
                  </a:moveTo>
                  <a:cubicBezTo>
                    <a:pt x="0" y="26"/>
                    <a:pt x="27" y="104"/>
                    <a:pt x="18" y="135"/>
                  </a:cubicBezTo>
                  <a:cubicBezTo>
                    <a:pt x="17" y="120"/>
                    <a:pt x="21" y="105"/>
                    <a:pt x="22" y="90"/>
                  </a:cubicBezTo>
                  <a:cubicBezTo>
                    <a:pt x="24" y="75"/>
                    <a:pt x="22" y="60"/>
                    <a:pt x="23" y="44"/>
                  </a:cubicBezTo>
                  <a:cubicBezTo>
                    <a:pt x="24" y="36"/>
                    <a:pt x="25" y="30"/>
                    <a:pt x="28" y="22"/>
                  </a:cubicBezTo>
                  <a:cubicBezTo>
                    <a:pt x="31" y="16"/>
                    <a:pt x="37" y="3"/>
                    <a:pt x="42" y="0"/>
                  </a:cubicBezTo>
                  <a:cubicBezTo>
                    <a:pt x="35" y="4"/>
                    <a:pt x="29" y="12"/>
                    <a:pt x="22" y="15"/>
                  </a:cubicBezTo>
                </a:path>
              </a:pathLst>
            </a:custGeom>
            <a:solidFill>
              <a:srgbClr val="C17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227" name="Freeform 369">
              <a:extLst>
                <a:ext uri="{FF2B5EF4-FFF2-40B4-BE49-F238E27FC236}">
                  <a16:creationId xmlns:a16="http://schemas.microsoft.com/office/drawing/2014/main" id="{85287BA4-67BA-4E8D-B4B1-B67F7FE142B7}"/>
                </a:ext>
              </a:extLst>
            </p:cNvPr>
            <p:cNvSpPr>
              <a:spLocks/>
            </p:cNvSpPr>
            <p:nvPr/>
          </p:nvSpPr>
          <p:spPr bwMode="auto">
            <a:xfrm>
              <a:off x="869" y="2891"/>
              <a:ext cx="29" cy="257"/>
            </a:xfrm>
            <a:custGeom>
              <a:avLst/>
              <a:gdLst>
                <a:gd name="T0" fmla="*/ 41 w 17"/>
                <a:gd name="T1" fmla="*/ 0 h 156"/>
                <a:gd name="T2" fmla="*/ 29 w 17"/>
                <a:gd name="T3" fmla="*/ 351 h 156"/>
                <a:gd name="T4" fmla="*/ 58 w 17"/>
                <a:gd name="T5" fmla="*/ 697 h 156"/>
                <a:gd name="T6" fmla="*/ 65 w 17"/>
                <a:gd name="T7" fmla="*/ 381 h 156"/>
                <a:gd name="T8" fmla="*/ 49 w 17"/>
                <a:gd name="T9" fmla="*/ 96 h 156"/>
                <a:gd name="T10" fmla="*/ 41 w 17"/>
                <a:gd name="T11" fmla="*/ 0 h 15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" h="156">
                  <a:moveTo>
                    <a:pt x="8" y="0"/>
                  </a:moveTo>
                  <a:cubicBezTo>
                    <a:pt x="7" y="23"/>
                    <a:pt x="0" y="49"/>
                    <a:pt x="6" y="78"/>
                  </a:cubicBezTo>
                  <a:cubicBezTo>
                    <a:pt x="13" y="107"/>
                    <a:pt x="16" y="130"/>
                    <a:pt x="12" y="156"/>
                  </a:cubicBezTo>
                  <a:cubicBezTo>
                    <a:pt x="17" y="135"/>
                    <a:pt x="16" y="103"/>
                    <a:pt x="13" y="85"/>
                  </a:cubicBezTo>
                  <a:cubicBezTo>
                    <a:pt x="11" y="68"/>
                    <a:pt x="9" y="35"/>
                    <a:pt x="10" y="21"/>
                  </a:cubicBezTo>
                  <a:cubicBezTo>
                    <a:pt x="11" y="6"/>
                    <a:pt x="8" y="0"/>
                    <a:pt x="8" y="0"/>
                  </a:cubicBezTo>
                </a:path>
              </a:pathLst>
            </a:custGeom>
            <a:solidFill>
              <a:srgbClr val="C17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228" name="Freeform 370">
              <a:extLst>
                <a:ext uri="{FF2B5EF4-FFF2-40B4-BE49-F238E27FC236}">
                  <a16:creationId xmlns:a16="http://schemas.microsoft.com/office/drawing/2014/main" id="{8FA5C9CD-780F-419B-8098-100D4606756D}"/>
                </a:ext>
              </a:extLst>
            </p:cNvPr>
            <p:cNvSpPr>
              <a:spLocks/>
            </p:cNvSpPr>
            <p:nvPr/>
          </p:nvSpPr>
          <p:spPr bwMode="auto">
            <a:xfrm>
              <a:off x="926" y="3959"/>
              <a:ext cx="105" cy="74"/>
            </a:xfrm>
            <a:custGeom>
              <a:avLst/>
              <a:gdLst>
                <a:gd name="T0" fmla="*/ 47 w 63"/>
                <a:gd name="T1" fmla="*/ 156 h 45"/>
                <a:gd name="T2" fmla="*/ 217 w 63"/>
                <a:gd name="T3" fmla="*/ 160 h 45"/>
                <a:gd name="T4" fmla="*/ 255 w 63"/>
                <a:gd name="T5" fmla="*/ 0 h 45"/>
                <a:gd name="T6" fmla="*/ 242 w 63"/>
                <a:gd name="T7" fmla="*/ 54 h 45"/>
                <a:gd name="T8" fmla="*/ 162 w 63"/>
                <a:gd name="T9" fmla="*/ 95 h 45"/>
                <a:gd name="T10" fmla="*/ 20 w 63"/>
                <a:gd name="T11" fmla="*/ 81 h 45"/>
                <a:gd name="T12" fmla="*/ 28 w 63"/>
                <a:gd name="T13" fmla="*/ 160 h 4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3" h="45">
                  <a:moveTo>
                    <a:pt x="10" y="35"/>
                  </a:moveTo>
                  <a:cubicBezTo>
                    <a:pt x="19" y="45"/>
                    <a:pt x="37" y="42"/>
                    <a:pt x="47" y="36"/>
                  </a:cubicBezTo>
                  <a:cubicBezTo>
                    <a:pt x="63" y="27"/>
                    <a:pt x="60" y="15"/>
                    <a:pt x="55" y="0"/>
                  </a:cubicBezTo>
                  <a:cubicBezTo>
                    <a:pt x="54" y="5"/>
                    <a:pt x="55" y="8"/>
                    <a:pt x="52" y="12"/>
                  </a:cubicBezTo>
                  <a:cubicBezTo>
                    <a:pt x="49" y="16"/>
                    <a:pt x="40" y="20"/>
                    <a:pt x="35" y="21"/>
                  </a:cubicBezTo>
                  <a:cubicBezTo>
                    <a:pt x="25" y="23"/>
                    <a:pt x="14" y="21"/>
                    <a:pt x="4" y="18"/>
                  </a:cubicBezTo>
                  <a:cubicBezTo>
                    <a:pt x="0" y="22"/>
                    <a:pt x="5" y="31"/>
                    <a:pt x="6" y="36"/>
                  </a:cubicBezTo>
                </a:path>
              </a:pathLst>
            </a:custGeom>
            <a:solidFill>
              <a:srgbClr val="8E4C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229" name="Freeform 371">
              <a:extLst>
                <a:ext uri="{FF2B5EF4-FFF2-40B4-BE49-F238E27FC236}">
                  <a16:creationId xmlns:a16="http://schemas.microsoft.com/office/drawing/2014/main" id="{11CA1BD5-DD5E-4267-A828-AE53CB3CC84E}"/>
                </a:ext>
              </a:extLst>
            </p:cNvPr>
            <p:cNvSpPr>
              <a:spLocks/>
            </p:cNvSpPr>
            <p:nvPr/>
          </p:nvSpPr>
          <p:spPr bwMode="auto">
            <a:xfrm>
              <a:off x="743" y="3858"/>
              <a:ext cx="111" cy="165"/>
            </a:xfrm>
            <a:custGeom>
              <a:avLst/>
              <a:gdLst>
                <a:gd name="T0" fmla="*/ 0 w 67"/>
                <a:gd name="T1" fmla="*/ 449 h 100"/>
                <a:gd name="T2" fmla="*/ 84 w 67"/>
                <a:gd name="T3" fmla="*/ 431 h 100"/>
                <a:gd name="T4" fmla="*/ 154 w 67"/>
                <a:gd name="T5" fmla="*/ 441 h 100"/>
                <a:gd name="T6" fmla="*/ 220 w 67"/>
                <a:gd name="T7" fmla="*/ 414 h 100"/>
                <a:gd name="T8" fmla="*/ 255 w 67"/>
                <a:gd name="T9" fmla="*/ 340 h 100"/>
                <a:gd name="T10" fmla="*/ 277 w 67"/>
                <a:gd name="T11" fmla="*/ 160 h 100"/>
                <a:gd name="T12" fmla="*/ 263 w 67"/>
                <a:gd name="T13" fmla="*/ 0 h 100"/>
                <a:gd name="T14" fmla="*/ 214 w 67"/>
                <a:gd name="T15" fmla="*/ 89 h 100"/>
                <a:gd name="T16" fmla="*/ 220 w 67"/>
                <a:gd name="T17" fmla="*/ 206 h 100"/>
                <a:gd name="T18" fmla="*/ 179 w 67"/>
                <a:gd name="T19" fmla="*/ 305 h 100"/>
                <a:gd name="T20" fmla="*/ 109 w 67"/>
                <a:gd name="T21" fmla="*/ 406 h 10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7" h="100">
                  <a:moveTo>
                    <a:pt x="0" y="100"/>
                  </a:moveTo>
                  <a:cubicBezTo>
                    <a:pt x="7" y="97"/>
                    <a:pt x="12" y="96"/>
                    <a:pt x="19" y="96"/>
                  </a:cubicBezTo>
                  <a:cubicBezTo>
                    <a:pt x="24" y="97"/>
                    <a:pt x="29" y="99"/>
                    <a:pt x="34" y="98"/>
                  </a:cubicBezTo>
                  <a:cubicBezTo>
                    <a:pt x="38" y="98"/>
                    <a:pt x="44" y="95"/>
                    <a:pt x="48" y="92"/>
                  </a:cubicBezTo>
                  <a:cubicBezTo>
                    <a:pt x="54" y="88"/>
                    <a:pt x="54" y="84"/>
                    <a:pt x="56" y="76"/>
                  </a:cubicBezTo>
                  <a:cubicBezTo>
                    <a:pt x="60" y="63"/>
                    <a:pt x="60" y="49"/>
                    <a:pt x="61" y="36"/>
                  </a:cubicBezTo>
                  <a:cubicBezTo>
                    <a:pt x="61" y="25"/>
                    <a:pt x="67" y="8"/>
                    <a:pt x="58" y="0"/>
                  </a:cubicBezTo>
                  <a:cubicBezTo>
                    <a:pt x="54" y="4"/>
                    <a:pt x="48" y="14"/>
                    <a:pt x="47" y="20"/>
                  </a:cubicBezTo>
                  <a:cubicBezTo>
                    <a:pt x="46" y="28"/>
                    <a:pt x="49" y="37"/>
                    <a:pt x="48" y="46"/>
                  </a:cubicBezTo>
                  <a:cubicBezTo>
                    <a:pt x="48" y="55"/>
                    <a:pt x="44" y="62"/>
                    <a:pt x="39" y="68"/>
                  </a:cubicBezTo>
                  <a:cubicBezTo>
                    <a:pt x="35" y="75"/>
                    <a:pt x="32" y="89"/>
                    <a:pt x="24" y="90"/>
                  </a:cubicBezTo>
                </a:path>
              </a:pathLst>
            </a:custGeom>
            <a:solidFill>
              <a:srgbClr val="8E4C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230" name="Freeform 372">
              <a:extLst>
                <a:ext uri="{FF2B5EF4-FFF2-40B4-BE49-F238E27FC236}">
                  <a16:creationId xmlns:a16="http://schemas.microsoft.com/office/drawing/2014/main" id="{1C9B7676-5F91-48F5-B13F-BCB52C3E0A49}"/>
                </a:ext>
              </a:extLst>
            </p:cNvPr>
            <p:cNvSpPr>
              <a:spLocks/>
            </p:cNvSpPr>
            <p:nvPr/>
          </p:nvSpPr>
          <p:spPr bwMode="auto">
            <a:xfrm>
              <a:off x="841" y="2011"/>
              <a:ext cx="30" cy="11"/>
            </a:xfrm>
            <a:custGeom>
              <a:avLst/>
              <a:gdLst>
                <a:gd name="T0" fmla="*/ 0 w 18"/>
                <a:gd name="T1" fmla="*/ 27 h 7"/>
                <a:gd name="T2" fmla="*/ 42 w 18"/>
                <a:gd name="T3" fmla="*/ 0 h 7"/>
                <a:gd name="T4" fmla="*/ 83 w 18"/>
                <a:gd name="T5" fmla="*/ 27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7">
                  <a:moveTo>
                    <a:pt x="0" y="7"/>
                  </a:moveTo>
                  <a:cubicBezTo>
                    <a:pt x="4" y="1"/>
                    <a:pt x="4" y="0"/>
                    <a:pt x="9" y="0"/>
                  </a:cubicBezTo>
                  <a:cubicBezTo>
                    <a:pt x="13" y="0"/>
                    <a:pt x="14" y="1"/>
                    <a:pt x="18" y="7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231" name="Freeform 373">
              <a:extLst>
                <a:ext uri="{FF2B5EF4-FFF2-40B4-BE49-F238E27FC236}">
                  <a16:creationId xmlns:a16="http://schemas.microsoft.com/office/drawing/2014/main" id="{E8C1AE66-6A2C-4E96-9DF0-E848C8C20F3D}"/>
                </a:ext>
              </a:extLst>
            </p:cNvPr>
            <p:cNvSpPr>
              <a:spLocks/>
            </p:cNvSpPr>
            <p:nvPr/>
          </p:nvSpPr>
          <p:spPr bwMode="auto">
            <a:xfrm>
              <a:off x="846" y="2017"/>
              <a:ext cx="20" cy="10"/>
            </a:xfrm>
            <a:custGeom>
              <a:avLst/>
              <a:gdLst>
                <a:gd name="T0" fmla="*/ 0 w 12"/>
                <a:gd name="T1" fmla="*/ 0 h 6"/>
                <a:gd name="T2" fmla="*/ 55 w 12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6">
                  <a:moveTo>
                    <a:pt x="0" y="0"/>
                  </a:moveTo>
                  <a:cubicBezTo>
                    <a:pt x="1" y="6"/>
                    <a:pt x="10" y="6"/>
                    <a:pt x="12" y="0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232" name="Freeform 374">
              <a:extLst>
                <a:ext uri="{FF2B5EF4-FFF2-40B4-BE49-F238E27FC236}">
                  <a16:creationId xmlns:a16="http://schemas.microsoft.com/office/drawing/2014/main" id="{A505825C-F4D9-4B65-B5B8-124F5A7E0ED5}"/>
                </a:ext>
              </a:extLst>
            </p:cNvPr>
            <p:cNvSpPr>
              <a:spLocks/>
            </p:cNvSpPr>
            <p:nvPr/>
          </p:nvSpPr>
          <p:spPr bwMode="auto">
            <a:xfrm>
              <a:off x="670" y="1218"/>
              <a:ext cx="151" cy="18"/>
            </a:xfrm>
            <a:custGeom>
              <a:avLst/>
              <a:gdLst>
                <a:gd name="T0" fmla="*/ 0 w 91"/>
                <a:gd name="T1" fmla="*/ 0 h 11"/>
                <a:gd name="T2" fmla="*/ 113 w 91"/>
                <a:gd name="T3" fmla="*/ 21 h 11"/>
                <a:gd name="T4" fmla="*/ 237 w 91"/>
                <a:gd name="T5" fmla="*/ 21 h 11"/>
                <a:gd name="T6" fmla="*/ 402 w 91"/>
                <a:gd name="T7" fmla="*/ 34 h 11"/>
                <a:gd name="T8" fmla="*/ 410 w 91"/>
                <a:gd name="T9" fmla="*/ 47 h 11"/>
                <a:gd name="T10" fmla="*/ 410 w 91"/>
                <a:gd name="T11" fmla="*/ 26 h 11"/>
                <a:gd name="T12" fmla="*/ 237 w 91"/>
                <a:gd name="T13" fmla="*/ 13 h 11"/>
                <a:gd name="T14" fmla="*/ 113 w 91"/>
                <a:gd name="T15" fmla="*/ 13 h 11"/>
                <a:gd name="T16" fmla="*/ 0 w 91"/>
                <a:gd name="T17" fmla="*/ 0 h 1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1" h="11">
                  <a:moveTo>
                    <a:pt x="0" y="0"/>
                  </a:moveTo>
                  <a:cubicBezTo>
                    <a:pt x="5" y="0"/>
                    <a:pt x="20" y="3"/>
                    <a:pt x="25" y="5"/>
                  </a:cubicBezTo>
                  <a:cubicBezTo>
                    <a:pt x="29" y="8"/>
                    <a:pt x="40" y="7"/>
                    <a:pt x="52" y="5"/>
                  </a:cubicBezTo>
                  <a:cubicBezTo>
                    <a:pt x="67" y="4"/>
                    <a:pt x="84" y="3"/>
                    <a:pt x="88" y="8"/>
                  </a:cubicBezTo>
                  <a:cubicBezTo>
                    <a:pt x="89" y="9"/>
                    <a:pt x="91" y="10"/>
                    <a:pt x="90" y="11"/>
                  </a:cubicBezTo>
                  <a:cubicBezTo>
                    <a:pt x="91" y="9"/>
                    <a:pt x="91" y="8"/>
                    <a:pt x="90" y="6"/>
                  </a:cubicBezTo>
                  <a:cubicBezTo>
                    <a:pt x="84" y="1"/>
                    <a:pt x="68" y="2"/>
                    <a:pt x="52" y="3"/>
                  </a:cubicBezTo>
                  <a:cubicBezTo>
                    <a:pt x="41" y="5"/>
                    <a:pt x="30" y="6"/>
                    <a:pt x="25" y="3"/>
                  </a:cubicBezTo>
                  <a:cubicBezTo>
                    <a:pt x="20" y="1"/>
                    <a:pt x="6" y="1"/>
                    <a:pt x="0" y="0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233" name="Freeform 375">
              <a:extLst>
                <a:ext uri="{FF2B5EF4-FFF2-40B4-BE49-F238E27FC236}">
                  <a16:creationId xmlns:a16="http://schemas.microsoft.com/office/drawing/2014/main" id="{25B9C3F6-9160-4DED-97DF-36F61B9C817E}"/>
                </a:ext>
              </a:extLst>
            </p:cNvPr>
            <p:cNvSpPr>
              <a:spLocks/>
            </p:cNvSpPr>
            <p:nvPr/>
          </p:nvSpPr>
          <p:spPr bwMode="auto">
            <a:xfrm>
              <a:off x="843" y="1256"/>
              <a:ext cx="28" cy="18"/>
            </a:xfrm>
            <a:custGeom>
              <a:avLst/>
              <a:gdLst>
                <a:gd name="T0" fmla="*/ 0 w 17"/>
                <a:gd name="T1" fmla="*/ 0 h 11"/>
                <a:gd name="T2" fmla="*/ 35 w 17"/>
                <a:gd name="T3" fmla="*/ 47 h 11"/>
                <a:gd name="T4" fmla="*/ 76 w 17"/>
                <a:gd name="T5" fmla="*/ 5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1">
                  <a:moveTo>
                    <a:pt x="0" y="0"/>
                  </a:moveTo>
                  <a:cubicBezTo>
                    <a:pt x="3" y="7"/>
                    <a:pt x="5" y="11"/>
                    <a:pt x="8" y="11"/>
                  </a:cubicBezTo>
                  <a:cubicBezTo>
                    <a:pt x="10" y="11"/>
                    <a:pt x="14" y="7"/>
                    <a:pt x="17" y="1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234" name="Freeform 376">
              <a:extLst>
                <a:ext uri="{FF2B5EF4-FFF2-40B4-BE49-F238E27FC236}">
                  <a16:creationId xmlns:a16="http://schemas.microsoft.com/office/drawing/2014/main" id="{AD47060A-0722-4599-8FF9-B5D200787054}"/>
                </a:ext>
              </a:extLst>
            </p:cNvPr>
            <p:cNvSpPr>
              <a:spLocks/>
            </p:cNvSpPr>
            <p:nvPr/>
          </p:nvSpPr>
          <p:spPr bwMode="auto">
            <a:xfrm>
              <a:off x="766" y="3962"/>
              <a:ext cx="27" cy="66"/>
            </a:xfrm>
            <a:custGeom>
              <a:avLst/>
              <a:gdLst>
                <a:gd name="T0" fmla="*/ 71 w 16"/>
                <a:gd name="T1" fmla="*/ 0 h 40"/>
                <a:gd name="T2" fmla="*/ 54 w 16"/>
                <a:gd name="T3" fmla="*/ 54 h 40"/>
                <a:gd name="T4" fmla="*/ 29 w 16"/>
                <a:gd name="T5" fmla="*/ 180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40">
                  <a:moveTo>
                    <a:pt x="15" y="0"/>
                  </a:moveTo>
                  <a:cubicBezTo>
                    <a:pt x="16" y="4"/>
                    <a:pt x="14" y="9"/>
                    <a:pt x="11" y="12"/>
                  </a:cubicBezTo>
                  <a:cubicBezTo>
                    <a:pt x="7" y="17"/>
                    <a:pt x="0" y="32"/>
                    <a:pt x="6" y="40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235" name="Freeform 377">
              <a:extLst>
                <a:ext uri="{FF2B5EF4-FFF2-40B4-BE49-F238E27FC236}">
                  <a16:creationId xmlns:a16="http://schemas.microsoft.com/office/drawing/2014/main" id="{A4AEAD19-9A20-4B5B-BD16-B148F25587D4}"/>
                </a:ext>
              </a:extLst>
            </p:cNvPr>
            <p:cNvSpPr>
              <a:spLocks/>
            </p:cNvSpPr>
            <p:nvPr/>
          </p:nvSpPr>
          <p:spPr bwMode="auto">
            <a:xfrm>
              <a:off x="728" y="3966"/>
              <a:ext cx="37" cy="62"/>
            </a:xfrm>
            <a:custGeom>
              <a:avLst/>
              <a:gdLst>
                <a:gd name="T0" fmla="*/ 104 w 22"/>
                <a:gd name="T1" fmla="*/ 0 h 38"/>
                <a:gd name="T2" fmla="*/ 49 w 22"/>
                <a:gd name="T3" fmla="*/ 62 h 38"/>
                <a:gd name="T4" fmla="*/ 20 w 22"/>
                <a:gd name="T5" fmla="*/ 165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38">
                  <a:moveTo>
                    <a:pt x="22" y="0"/>
                  </a:moveTo>
                  <a:cubicBezTo>
                    <a:pt x="19" y="7"/>
                    <a:pt x="12" y="12"/>
                    <a:pt x="10" y="14"/>
                  </a:cubicBezTo>
                  <a:cubicBezTo>
                    <a:pt x="3" y="22"/>
                    <a:pt x="0" y="31"/>
                    <a:pt x="4" y="38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236" name="Freeform 378">
              <a:extLst>
                <a:ext uri="{FF2B5EF4-FFF2-40B4-BE49-F238E27FC236}">
                  <a16:creationId xmlns:a16="http://schemas.microsoft.com/office/drawing/2014/main" id="{D2E00391-0ED8-4033-8AAB-C4258D7A0A59}"/>
                </a:ext>
              </a:extLst>
            </p:cNvPr>
            <p:cNvSpPr>
              <a:spLocks/>
            </p:cNvSpPr>
            <p:nvPr/>
          </p:nvSpPr>
          <p:spPr bwMode="auto">
            <a:xfrm>
              <a:off x="698" y="3961"/>
              <a:ext cx="40" cy="62"/>
            </a:xfrm>
            <a:custGeom>
              <a:avLst/>
              <a:gdLst>
                <a:gd name="T0" fmla="*/ 112 w 24"/>
                <a:gd name="T1" fmla="*/ 0 h 38"/>
                <a:gd name="T2" fmla="*/ 50 w 24"/>
                <a:gd name="T3" fmla="*/ 75 h 38"/>
                <a:gd name="T4" fmla="*/ 5 w 24"/>
                <a:gd name="T5" fmla="*/ 165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38">
                  <a:moveTo>
                    <a:pt x="24" y="0"/>
                  </a:moveTo>
                  <a:cubicBezTo>
                    <a:pt x="19" y="6"/>
                    <a:pt x="15" y="12"/>
                    <a:pt x="11" y="17"/>
                  </a:cubicBezTo>
                  <a:cubicBezTo>
                    <a:pt x="6" y="21"/>
                    <a:pt x="0" y="30"/>
                    <a:pt x="1" y="38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237" name="Freeform 379">
              <a:extLst>
                <a:ext uri="{FF2B5EF4-FFF2-40B4-BE49-F238E27FC236}">
                  <a16:creationId xmlns:a16="http://schemas.microsoft.com/office/drawing/2014/main" id="{745D2833-7EED-4954-8307-BE08CB1A6E6D}"/>
                </a:ext>
              </a:extLst>
            </p:cNvPr>
            <p:cNvSpPr>
              <a:spLocks/>
            </p:cNvSpPr>
            <p:nvPr/>
          </p:nvSpPr>
          <p:spPr bwMode="auto">
            <a:xfrm>
              <a:off x="685" y="3954"/>
              <a:ext cx="26" cy="46"/>
            </a:xfrm>
            <a:custGeom>
              <a:avLst/>
              <a:gdLst>
                <a:gd name="T0" fmla="*/ 68 w 16"/>
                <a:gd name="T1" fmla="*/ 0 h 28"/>
                <a:gd name="T2" fmla="*/ 26 w 16"/>
                <a:gd name="T3" fmla="*/ 49 h 28"/>
                <a:gd name="T4" fmla="*/ 0 w 16"/>
                <a:gd name="T5" fmla="*/ 125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28">
                  <a:moveTo>
                    <a:pt x="16" y="0"/>
                  </a:moveTo>
                  <a:cubicBezTo>
                    <a:pt x="13" y="4"/>
                    <a:pt x="9" y="8"/>
                    <a:pt x="6" y="11"/>
                  </a:cubicBezTo>
                  <a:cubicBezTo>
                    <a:pt x="3" y="15"/>
                    <a:pt x="0" y="22"/>
                    <a:pt x="0" y="28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238" name="Freeform 380">
              <a:extLst>
                <a:ext uri="{FF2B5EF4-FFF2-40B4-BE49-F238E27FC236}">
                  <a16:creationId xmlns:a16="http://schemas.microsoft.com/office/drawing/2014/main" id="{6DD93CBB-1624-414E-A361-82F31333A251}"/>
                </a:ext>
              </a:extLst>
            </p:cNvPr>
            <p:cNvSpPr>
              <a:spLocks/>
            </p:cNvSpPr>
            <p:nvPr/>
          </p:nvSpPr>
          <p:spPr bwMode="auto">
            <a:xfrm>
              <a:off x="785" y="3990"/>
              <a:ext cx="38" cy="22"/>
            </a:xfrm>
            <a:custGeom>
              <a:avLst/>
              <a:gdLst>
                <a:gd name="T0" fmla="*/ 0 w 23"/>
                <a:gd name="T1" fmla="*/ 63 h 13"/>
                <a:gd name="T2" fmla="*/ 76 w 23"/>
                <a:gd name="T3" fmla="*/ 63 h 13"/>
                <a:gd name="T4" fmla="*/ 55 w 23"/>
                <a:gd name="T5" fmla="*/ 0 h 13"/>
                <a:gd name="T6" fmla="*/ 0 w 23"/>
                <a:gd name="T7" fmla="*/ 63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13">
                  <a:moveTo>
                    <a:pt x="0" y="13"/>
                  </a:moveTo>
                  <a:cubicBezTo>
                    <a:pt x="7" y="11"/>
                    <a:pt x="15" y="11"/>
                    <a:pt x="17" y="13"/>
                  </a:cubicBezTo>
                  <a:cubicBezTo>
                    <a:pt x="23" y="4"/>
                    <a:pt x="16" y="0"/>
                    <a:pt x="12" y="0"/>
                  </a:cubicBezTo>
                  <a:cubicBezTo>
                    <a:pt x="2" y="0"/>
                    <a:pt x="0" y="10"/>
                    <a:pt x="0" y="13"/>
                  </a:cubicBezTo>
                  <a:close/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239" name="Freeform 381">
              <a:extLst>
                <a:ext uri="{FF2B5EF4-FFF2-40B4-BE49-F238E27FC236}">
                  <a16:creationId xmlns:a16="http://schemas.microsoft.com/office/drawing/2014/main" id="{E2916ADF-2553-4FA3-BCC1-AA968A36F035}"/>
                </a:ext>
              </a:extLst>
            </p:cNvPr>
            <p:cNvSpPr>
              <a:spLocks/>
            </p:cNvSpPr>
            <p:nvPr/>
          </p:nvSpPr>
          <p:spPr bwMode="auto">
            <a:xfrm>
              <a:off x="743" y="4005"/>
              <a:ext cx="20" cy="18"/>
            </a:xfrm>
            <a:custGeom>
              <a:avLst/>
              <a:gdLst>
                <a:gd name="T0" fmla="*/ 0 w 12"/>
                <a:gd name="T1" fmla="*/ 47 h 11"/>
                <a:gd name="T2" fmla="*/ 55 w 12"/>
                <a:gd name="T3" fmla="*/ 43 h 11"/>
                <a:gd name="T4" fmla="*/ 0 w 12"/>
                <a:gd name="T5" fmla="*/ 47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1">
                  <a:moveTo>
                    <a:pt x="0" y="11"/>
                  </a:moveTo>
                  <a:cubicBezTo>
                    <a:pt x="2" y="11"/>
                    <a:pt x="10" y="9"/>
                    <a:pt x="12" y="10"/>
                  </a:cubicBezTo>
                  <a:cubicBezTo>
                    <a:pt x="11" y="1"/>
                    <a:pt x="1" y="0"/>
                    <a:pt x="0" y="11"/>
                  </a:cubicBezTo>
                  <a:close/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240" name="Freeform 382">
              <a:extLst>
                <a:ext uri="{FF2B5EF4-FFF2-40B4-BE49-F238E27FC236}">
                  <a16:creationId xmlns:a16="http://schemas.microsoft.com/office/drawing/2014/main" id="{EB565C99-18F2-4EF2-87B5-C037CC6F9C00}"/>
                </a:ext>
              </a:extLst>
            </p:cNvPr>
            <p:cNvSpPr>
              <a:spLocks/>
            </p:cNvSpPr>
            <p:nvPr/>
          </p:nvSpPr>
          <p:spPr bwMode="auto">
            <a:xfrm>
              <a:off x="688" y="3995"/>
              <a:ext cx="12" cy="13"/>
            </a:xfrm>
            <a:custGeom>
              <a:avLst/>
              <a:gdLst>
                <a:gd name="T0" fmla="*/ 0 w 7"/>
                <a:gd name="T1" fmla="*/ 21 h 8"/>
                <a:gd name="T2" fmla="*/ 29 w 7"/>
                <a:gd name="T3" fmla="*/ 29 h 8"/>
                <a:gd name="T4" fmla="*/ 0 w 7"/>
                <a:gd name="T5" fmla="*/ 21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8">
                  <a:moveTo>
                    <a:pt x="0" y="5"/>
                  </a:moveTo>
                  <a:cubicBezTo>
                    <a:pt x="1" y="7"/>
                    <a:pt x="4" y="8"/>
                    <a:pt x="6" y="7"/>
                  </a:cubicBezTo>
                  <a:cubicBezTo>
                    <a:pt x="7" y="0"/>
                    <a:pt x="1" y="1"/>
                    <a:pt x="0" y="5"/>
                  </a:cubicBezTo>
                  <a:close/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241" name="Freeform 383">
              <a:extLst>
                <a:ext uri="{FF2B5EF4-FFF2-40B4-BE49-F238E27FC236}">
                  <a16:creationId xmlns:a16="http://schemas.microsoft.com/office/drawing/2014/main" id="{7CD7C7CD-1016-45FB-9A19-59427BBCC215}"/>
                </a:ext>
              </a:extLst>
            </p:cNvPr>
            <p:cNvSpPr>
              <a:spLocks/>
            </p:cNvSpPr>
            <p:nvPr/>
          </p:nvSpPr>
          <p:spPr bwMode="auto">
            <a:xfrm>
              <a:off x="612" y="1566"/>
              <a:ext cx="10" cy="108"/>
            </a:xfrm>
            <a:custGeom>
              <a:avLst/>
              <a:gdLst>
                <a:gd name="T0" fmla="*/ 0 w 6"/>
                <a:gd name="T1" fmla="*/ 0 h 66"/>
                <a:gd name="T2" fmla="*/ 28 w 6"/>
                <a:gd name="T3" fmla="*/ 290 h 6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66">
                  <a:moveTo>
                    <a:pt x="0" y="0"/>
                  </a:moveTo>
                  <a:cubicBezTo>
                    <a:pt x="0" y="6"/>
                    <a:pt x="5" y="53"/>
                    <a:pt x="6" y="66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242" name="Freeform 384">
              <a:extLst>
                <a:ext uri="{FF2B5EF4-FFF2-40B4-BE49-F238E27FC236}">
                  <a16:creationId xmlns:a16="http://schemas.microsoft.com/office/drawing/2014/main" id="{556895A1-9235-4AD9-80F7-4B5B30BBA2EB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" y="2522"/>
              <a:ext cx="60" cy="46"/>
            </a:xfrm>
            <a:custGeom>
              <a:avLst/>
              <a:gdLst>
                <a:gd name="T0" fmla="*/ 0 w 36"/>
                <a:gd name="T1" fmla="*/ 0 h 28"/>
                <a:gd name="T2" fmla="*/ 62 w 36"/>
                <a:gd name="T3" fmla="*/ 67 h 28"/>
                <a:gd name="T4" fmla="*/ 133 w 36"/>
                <a:gd name="T5" fmla="*/ 105 h 28"/>
                <a:gd name="T6" fmla="*/ 167 w 36"/>
                <a:gd name="T7" fmla="*/ 125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" h="28">
                  <a:moveTo>
                    <a:pt x="0" y="0"/>
                  </a:moveTo>
                  <a:cubicBezTo>
                    <a:pt x="3" y="2"/>
                    <a:pt x="9" y="12"/>
                    <a:pt x="13" y="15"/>
                  </a:cubicBezTo>
                  <a:cubicBezTo>
                    <a:pt x="18" y="19"/>
                    <a:pt x="24" y="21"/>
                    <a:pt x="29" y="24"/>
                  </a:cubicBezTo>
                  <a:cubicBezTo>
                    <a:pt x="32" y="25"/>
                    <a:pt x="35" y="26"/>
                    <a:pt x="36" y="28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243" name="Freeform 385">
              <a:extLst>
                <a:ext uri="{FF2B5EF4-FFF2-40B4-BE49-F238E27FC236}">
                  <a16:creationId xmlns:a16="http://schemas.microsoft.com/office/drawing/2014/main" id="{0D040092-BB9E-40DA-A0E5-BF3E4A8BB75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" y="2533"/>
              <a:ext cx="46" cy="48"/>
            </a:xfrm>
            <a:custGeom>
              <a:avLst/>
              <a:gdLst>
                <a:gd name="T0" fmla="*/ 125 w 28"/>
                <a:gd name="T1" fmla="*/ 131 h 29"/>
                <a:gd name="T2" fmla="*/ 43 w 28"/>
                <a:gd name="T3" fmla="*/ 76 h 29"/>
                <a:gd name="T4" fmla="*/ 0 w 28"/>
                <a:gd name="T5" fmla="*/ 0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29">
                  <a:moveTo>
                    <a:pt x="28" y="29"/>
                  </a:moveTo>
                  <a:cubicBezTo>
                    <a:pt x="20" y="20"/>
                    <a:pt x="15" y="20"/>
                    <a:pt x="10" y="17"/>
                  </a:cubicBezTo>
                  <a:cubicBezTo>
                    <a:pt x="10" y="15"/>
                    <a:pt x="4" y="5"/>
                    <a:pt x="0" y="0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244" name="Freeform 386">
              <a:extLst>
                <a:ext uri="{FF2B5EF4-FFF2-40B4-BE49-F238E27FC236}">
                  <a16:creationId xmlns:a16="http://schemas.microsoft.com/office/drawing/2014/main" id="{945E5567-144D-456F-A2E4-CD4A442F5FFF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" y="2467"/>
              <a:ext cx="65" cy="88"/>
            </a:xfrm>
            <a:custGeom>
              <a:avLst/>
              <a:gdLst>
                <a:gd name="T0" fmla="*/ 180 w 39"/>
                <a:gd name="T1" fmla="*/ 237 h 53"/>
                <a:gd name="T2" fmla="*/ 105 w 39"/>
                <a:gd name="T3" fmla="*/ 174 h 53"/>
                <a:gd name="T4" fmla="*/ 88 w 39"/>
                <a:gd name="T5" fmla="*/ 50 h 53"/>
                <a:gd name="T6" fmla="*/ 62 w 39"/>
                <a:gd name="T7" fmla="*/ 0 h 53"/>
                <a:gd name="T8" fmla="*/ 5 w 39"/>
                <a:gd name="T9" fmla="*/ 96 h 53"/>
                <a:gd name="T10" fmla="*/ 22 w 39"/>
                <a:gd name="T11" fmla="*/ 188 h 5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9" h="53">
                  <a:moveTo>
                    <a:pt x="39" y="52"/>
                  </a:moveTo>
                  <a:cubicBezTo>
                    <a:pt x="30" y="53"/>
                    <a:pt x="24" y="44"/>
                    <a:pt x="23" y="38"/>
                  </a:cubicBezTo>
                  <a:cubicBezTo>
                    <a:pt x="21" y="32"/>
                    <a:pt x="20" y="15"/>
                    <a:pt x="19" y="11"/>
                  </a:cubicBezTo>
                  <a:cubicBezTo>
                    <a:pt x="19" y="6"/>
                    <a:pt x="18" y="0"/>
                    <a:pt x="13" y="0"/>
                  </a:cubicBezTo>
                  <a:cubicBezTo>
                    <a:pt x="7" y="5"/>
                    <a:pt x="0" y="14"/>
                    <a:pt x="1" y="21"/>
                  </a:cubicBezTo>
                  <a:cubicBezTo>
                    <a:pt x="1" y="28"/>
                    <a:pt x="5" y="34"/>
                    <a:pt x="5" y="41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245" name="Freeform 387">
              <a:extLst>
                <a:ext uri="{FF2B5EF4-FFF2-40B4-BE49-F238E27FC236}">
                  <a16:creationId xmlns:a16="http://schemas.microsoft.com/office/drawing/2014/main" id="{42292C5D-117D-41E1-ACF3-6FB5858DC92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7" y="2598"/>
              <a:ext cx="21" cy="9"/>
            </a:xfrm>
            <a:custGeom>
              <a:avLst/>
              <a:gdLst>
                <a:gd name="T0" fmla="*/ 55 w 13"/>
                <a:gd name="T1" fmla="*/ 21 h 6"/>
                <a:gd name="T2" fmla="*/ 0 w 13"/>
                <a:gd name="T3" fmla="*/ 12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6">
                  <a:moveTo>
                    <a:pt x="13" y="6"/>
                  </a:moveTo>
                  <a:cubicBezTo>
                    <a:pt x="8" y="1"/>
                    <a:pt x="2" y="0"/>
                    <a:pt x="0" y="3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246" name="Freeform 388">
              <a:extLst>
                <a:ext uri="{FF2B5EF4-FFF2-40B4-BE49-F238E27FC236}">
                  <a16:creationId xmlns:a16="http://schemas.microsoft.com/office/drawing/2014/main" id="{DCFAC9DD-36E8-428B-ACFA-04BABD8AF682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" y="2558"/>
              <a:ext cx="10" cy="11"/>
            </a:xfrm>
            <a:custGeom>
              <a:avLst/>
              <a:gdLst>
                <a:gd name="T0" fmla="*/ 28 w 6"/>
                <a:gd name="T1" fmla="*/ 8 h 7"/>
                <a:gd name="T2" fmla="*/ 0 w 6"/>
                <a:gd name="T3" fmla="*/ 27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7">
                  <a:moveTo>
                    <a:pt x="6" y="2"/>
                  </a:moveTo>
                  <a:cubicBezTo>
                    <a:pt x="3" y="0"/>
                    <a:pt x="3" y="4"/>
                    <a:pt x="0" y="7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247" name="Freeform 389">
              <a:extLst>
                <a:ext uri="{FF2B5EF4-FFF2-40B4-BE49-F238E27FC236}">
                  <a16:creationId xmlns:a16="http://schemas.microsoft.com/office/drawing/2014/main" id="{3C039E91-900D-4757-ACDC-CD035C4F2851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" y="2530"/>
              <a:ext cx="7" cy="3"/>
            </a:xfrm>
            <a:custGeom>
              <a:avLst/>
              <a:gdLst>
                <a:gd name="T0" fmla="*/ 21 w 4"/>
                <a:gd name="T1" fmla="*/ 8 h 2"/>
                <a:gd name="T2" fmla="*/ 0 w 4"/>
                <a:gd name="T3" fmla="*/ 5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">
                  <a:moveTo>
                    <a:pt x="4" y="2"/>
                  </a:moveTo>
                  <a:cubicBezTo>
                    <a:pt x="2" y="0"/>
                    <a:pt x="1" y="0"/>
                    <a:pt x="0" y="1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248" name="Freeform 390">
              <a:extLst>
                <a:ext uri="{FF2B5EF4-FFF2-40B4-BE49-F238E27FC236}">
                  <a16:creationId xmlns:a16="http://schemas.microsoft.com/office/drawing/2014/main" id="{05A4EAE2-A8C1-4D4B-A43D-AD518B88906B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" y="2457"/>
              <a:ext cx="5" cy="17"/>
            </a:xfrm>
            <a:custGeom>
              <a:avLst/>
              <a:gdLst>
                <a:gd name="T0" fmla="*/ 13 w 3"/>
                <a:gd name="T1" fmla="*/ 49 h 10"/>
                <a:gd name="T2" fmla="*/ 0 w 3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0">
                  <a:moveTo>
                    <a:pt x="3" y="10"/>
                  </a:moveTo>
                  <a:cubicBezTo>
                    <a:pt x="3" y="5"/>
                    <a:pt x="1" y="3"/>
                    <a:pt x="0" y="0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249" name="Freeform 391">
              <a:extLst>
                <a:ext uri="{FF2B5EF4-FFF2-40B4-BE49-F238E27FC236}">
                  <a16:creationId xmlns:a16="http://schemas.microsoft.com/office/drawing/2014/main" id="{B51376C4-FDF2-4A42-9C8E-7F99DC32D39B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" y="2464"/>
              <a:ext cx="12" cy="3"/>
            </a:xfrm>
            <a:custGeom>
              <a:avLst/>
              <a:gdLst>
                <a:gd name="T0" fmla="*/ 36 w 7"/>
                <a:gd name="T1" fmla="*/ 8 h 2"/>
                <a:gd name="T2" fmla="*/ 0 w 7"/>
                <a:gd name="T3" fmla="*/ 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">
                  <a:moveTo>
                    <a:pt x="7" y="2"/>
                  </a:moveTo>
                  <a:cubicBezTo>
                    <a:pt x="4" y="0"/>
                    <a:pt x="2" y="1"/>
                    <a:pt x="0" y="2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250" name="Freeform 392">
              <a:extLst>
                <a:ext uri="{FF2B5EF4-FFF2-40B4-BE49-F238E27FC236}">
                  <a16:creationId xmlns:a16="http://schemas.microsoft.com/office/drawing/2014/main" id="{94A2FFA3-0D01-4DCE-8FF2-61DDA1306E26}"/>
                </a:ext>
              </a:extLst>
            </p:cNvPr>
            <p:cNvSpPr>
              <a:spLocks/>
            </p:cNvSpPr>
            <p:nvPr/>
          </p:nvSpPr>
          <p:spPr bwMode="auto">
            <a:xfrm>
              <a:off x="535" y="2492"/>
              <a:ext cx="7" cy="5"/>
            </a:xfrm>
            <a:custGeom>
              <a:avLst/>
              <a:gdLst>
                <a:gd name="T0" fmla="*/ 21 w 4"/>
                <a:gd name="T1" fmla="*/ 13 h 3"/>
                <a:gd name="T2" fmla="*/ 0 w 4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">
                  <a:moveTo>
                    <a:pt x="4" y="3"/>
                  </a:moveTo>
                  <a:cubicBezTo>
                    <a:pt x="3" y="1"/>
                    <a:pt x="2" y="0"/>
                    <a:pt x="0" y="0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251" name="Freeform 393">
              <a:extLst>
                <a:ext uri="{FF2B5EF4-FFF2-40B4-BE49-F238E27FC236}">
                  <a16:creationId xmlns:a16="http://schemas.microsoft.com/office/drawing/2014/main" id="{A843FF21-C56B-4F07-BC39-73A74ACA1D70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" y="2489"/>
              <a:ext cx="33" cy="46"/>
            </a:xfrm>
            <a:custGeom>
              <a:avLst/>
              <a:gdLst>
                <a:gd name="T0" fmla="*/ 89 w 20"/>
                <a:gd name="T1" fmla="*/ 125 h 28"/>
                <a:gd name="T2" fmla="*/ 41 w 20"/>
                <a:gd name="T3" fmla="*/ 95 h 28"/>
                <a:gd name="T4" fmla="*/ 0 w 20"/>
                <a:gd name="T5" fmla="*/ 0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28">
                  <a:moveTo>
                    <a:pt x="20" y="28"/>
                  </a:moveTo>
                  <a:cubicBezTo>
                    <a:pt x="17" y="24"/>
                    <a:pt x="11" y="27"/>
                    <a:pt x="9" y="21"/>
                  </a:cubicBezTo>
                  <a:cubicBezTo>
                    <a:pt x="6" y="14"/>
                    <a:pt x="1" y="9"/>
                    <a:pt x="0" y="0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252" name="Freeform 394">
              <a:extLst>
                <a:ext uri="{FF2B5EF4-FFF2-40B4-BE49-F238E27FC236}">
                  <a16:creationId xmlns:a16="http://schemas.microsoft.com/office/drawing/2014/main" id="{2A7EB4CF-ACED-4082-9DC9-8AB0D9BF2C08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" y="2477"/>
              <a:ext cx="23" cy="41"/>
            </a:xfrm>
            <a:custGeom>
              <a:avLst/>
              <a:gdLst>
                <a:gd name="T0" fmla="*/ 62 w 14"/>
                <a:gd name="T1" fmla="*/ 110 h 25"/>
                <a:gd name="T2" fmla="*/ 35 w 14"/>
                <a:gd name="T3" fmla="*/ 97 h 25"/>
                <a:gd name="T4" fmla="*/ 0 w 14"/>
                <a:gd name="T5" fmla="*/ 0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25">
                  <a:moveTo>
                    <a:pt x="14" y="25"/>
                  </a:moveTo>
                  <a:cubicBezTo>
                    <a:pt x="12" y="21"/>
                    <a:pt x="11" y="23"/>
                    <a:pt x="8" y="22"/>
                  </a:cubicBezTo>
                  <a:cubicBezTo>
                    <a:pt x="5" y="21"/>
                    <a:pt x="1" y="6"/>
                    <a:pt x="0" y="0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253" name="Freeform 395">
              <a:extLst>
                <a:ext uri="{FF2B5EF4-FFF2-40B4-BE49-F238E27FC236}">
                  <a16:creationId xmlns:a16="http://schemas.microsoft.com/office/drawing/2014/main" id="{47C78AD0-281A-402E-A0D5-C5142FA4412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5" y="2528"/>
              <a:ext cx="5" cy="17"/>
            </a:xfrm>
            <a:custGeom>
              <a:avLst/>
              <a:gdLst>
                <a:gd name="T0" fmla="*/ 13 w 3"/>
                <a:gd name="T1" fmla="*/ 0 h 10"/>
                <a:gd name="T2" fmla="*/ 8 w 3"/>
                <a:gd name="T3" fmla="*/ 49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0">
                  <a:moveTo>
                    <a:pt x="3" y="0"/>
                  </a:moveTo>
                  <a:cubicBezTo>
                    <a:pt x="0" y="1"/>
                    <a:pt x="2" y="8"/>
                    <a:pt x="2" y="10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254" name="Freeform 396">
              <a:extLst>
                <a:ext uri="{FF2B5EF4-FFF2-40B4-BE49-F238E27FC236}">
                  <a16:creationId xmlns:a16="http://schemas.microsoft.com/office/drawing/2014/main" id="{C1E2AE83-3FAD-459E-9431-C246D65FEEC4}"/>
                </a:ext>
              </a:extLst>
            </p:cNvPr>
            <p:cNvSpPr>
              <a:spLocks/>
            </p:cNvSpPr>
            <p:nvPr/>
          </p:nvSpPr>
          <p:spPr bwMode="auto">
            <a:xfrm>
              <a:off x="780" y="2306"/>
              <a:ext cx="152" cy="71"/>
            </a:xfrm>
            <a:custGeom>
              <a:avLst/>
              <a:gdLst>
                <a:gd name="T0" fmla="*/ 208 w 92"/>
                <a:gd name="T1" fmla="*/ 185 h 43"/>
                <a:gd name="T2" fmla="*/ 208 w 92"/>
                <a:gd name="T3" fmla="*/ 185 h 43"/>
                <a:gd name="T4" fmla="*/ 0 w 92"/>
                <a:gd name="T5" fmla="*/ 0 h 43"/>
                <a:gd name="T6" fmla="*/ 208 w 92"/>
                <a:gd name="T7" fmla="*/ 193 h 43"/>
                <a:gd name="T8" fmla="*/ 208 w 92"/>
                <a:gd name="T9" fmla="*/ 193 h 43"/>
                <a:gd name="T10" fmla="*/ 415 w 92"/>
                <a:gd name="T11" fmla="*/ 0 h 43"/>
                <a:gd name="T12" fmla="*/ 208 w 92"/>
                <a:gd name="T13" fmla="*/ 185 h 4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2" h="43">
                  <a:moveTo>
                    <a:pt x="46" y="41"/>
                  </a:moveTo>
                  <a:cubicBezTo>
                    <a:pt x="46" y="41"/>
                    <a:pt x="46" y="41"/>
                    <a:pt x="46" y="41"/>
                  </a:cubicBezTo>
                  <a:cubicBezTo>
                    <a:pt x="30" y="41"/>
                    <a:pt x="7" y="19"/>
                    <a:pt x="0" y="0"/>
                  </a:cubicBezTo>
                  <a:cubicBezTo>
                    <a:pt x="7" y="19"/>
                    <a:pt x="29" y="43"/>
                    <a:pt x="46" y="43"/>
                  </a:cubicBezTo>
                  <a:cubicBezTo>
                    <a:pt x="46" y="43"/>
                    <a:pt x="46" y="43"/>
                    <a:pt x="46" y="43"/>
                  </a:cubicBezTo>
                  <a:cubicBezTo>
                    <a:pt x="63" y="43"/>
                    <a:pt x="85" y="19"/>
                    <a:pt x="92" y="0"/>
                  </a:cubicBezTo>
                  <a:cubicBezTo>
                    <a:pt x="85" y="19"/>
                    <a:pt x="62" y="41"/>
                    <a:pt x="46" y="41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255" name="Freeform 397">
              <a:extLst>
                <a:ext uri="{FF2B5EF4-FFF2-40B4-BE49-F238E27FC236}">
                  <a16:creationId xmlns:a16="http://schemas.microsoft.com/office/drawing/2014/main" id="{18F29352-8EF0-46AA-9364-75AEDF0DB3B8}"/>
                </a:ext>
              </a:extLst>
            </p:cNvPr>
            <p:cNvSpPr>
              <a:spLocks/>
            </p:cNvSpPr>
            <p:nvPr/>
          </p:nvSpPr>
          <p:spPr bwMode="auto">
            <a:xfrm>
              <a:off x="836" y="3827"/>
              <a:ext cx="7" cy="35"/>
            </a:xfrm>
            <a:custGeom>
              <a:avLst/>
              <a:gdLst>
                <a:gd name="T0" fmla="*/ 21 w 4"/>
                <a:gd name="T1" fmla="*/ 0 h 21"/>
                <a:gd name="T2" fmla="*/ 0 w 4"/>
                <a:gd name="T3" fmla="*/ 97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1">
                  <a:moveTo>
                    <a:pt x="4" y="0"/>
                  </a:moveTo>
                  <a:cubicBezTo>
                    <a:pt x="4" y="8"/>
                    <a:pt x="0" y="21"/>
                    <a:pt x="0" y="21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256" name="Freeform 398">
              <a:extLst>
                <a:ext uri="{FF2B5EF4-FFF2-40B4-BE49-F238E27FC236}">
                  <a16:creationId xmlns:a16="http://schemas.microsoft.com/office/drawing/2014/main" id="{13E94CF6-98A6-4AE5-A7B7-A65601D83908}"/>
                </a:ext>
              </a:extLst>
            </p:cNvPr>
            <p:cNvSpPr>
              <a:spLocks/>
            </p:cNvSpPr>
            <p:nvPr/>
          </p:nvSpPr>
          <p:spPr bwMode="auto">
            <a:xfrm>
              <a:off x="893" y="1218"/>
              <a:ext cx="151" cy="18"/>
            </a:xfrm>
            <a:custGeom>
              <a:avLst/>
              <a:gdLst>
                <a:gd name="T0" fmla="*/ 304 w 91"/>
                <a:gd name="T1" fmla="*/ 13 h 11"/>
                <a:gd name="T2" fmla="*/ 179 w 91"/>
                <a:gd name="T3" fmla="*/ 13 h 11"/>
                <a:gd name="T4" fmla="*/ 5 w 91"/>
                <a:gd name="T5" fmla="*/ 26 h 11"/>
                <a:gd name="T6" fmla="*/ 0 w 91"/>
                <a:gd name="T7" fmla="*/ 47 h 11"/>
                <a:gd name="T8" fmla="*/ 8 w 91"/>
                <a:gd name="T9" fmla="*/ 34 h 11"/>
                <a:gd name="T10" fmla="*/ 179 w 91"/>
                <a:gd name="T11" fmla="*/ 21 h 11"/>
                <a:gd name="T12" fmla="*/ 304 w 91"/>
                <a:gd name="T13" fmla="*/ 21 h 11"/>
                <a:gd name="T14" fmla="*/ 416 w 91"/>
                <a:gd name="T15" fmla="*/ 0 h 11"/>
                <a:gd name="T16" fmla="*/ 304 w 91"/>
                <a:gd name="T17" fmla="*/ 13 h 1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1" h="11">
                  <a:moveTo>
                    <a:pt x="66" y="3"/>
                  </a:moveTo>
                  <a:cubicBezTo>
                    <a:pt x="61" y="6"/>
                    <a:pt x="50" y="5"/>
                    <a:pt x="39" y="3"/>
                  </a:cubicBezTo>
                  <a:cubicBezTo>
                    <a:pt x="23" y="2"/>
                    <a:pt x="6" y="1"/>
                    <a:pt x="1" y="6"/>
                  </a:cubicBezTo>
                  <a:cubicBezTo>
                    <a:pt x="0" y="8"/>
                    <a:pt x="0" y="9"/>
                    <a:pt x="0" y="11"/>
                  </a:cubicBezTo>
                  <a:cubicBezTo>
                    <a:pt x="0" y="10"/>
                    <a:pt x="2" y="9"/>
                    <a:pt x="2" y="8"/>
                  </a:cubicBezTo>
                  <a:cubicBezTo>
                    <a:pt x="7" y="3"/>
                    <a:pt x="24" y="4"/>
                    <a:pt x="39" y="5"/>
                  </a:cubicBezTo>
                  <a:cubicBezTo>
                    <a:pt x="50" y="7"/>
                    <a:pt x="62" y="8"/>
                    <a:pt x="66" y="5"/>
                  </a:cubicBezTo>
                  <a:cubicBezTo>
                    <a:pt x="71" y="3"/>
                    <a:pt x="86" y="0"/>
                    <a:pt x="91" y="0"/>
                  </a:cubicBezTo>
                  <a:cubicBezTo>
                    <a:pt x="85" y="1"/>
                    <a:pt x="70" y="1"/>
                    <a:pt x="66" y="3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257" name="Freeform 399">
              <a:extLst>
                <a:ext uri="{FF2B5EF4-FFF2-40B4-BE49-F238E27FC236}">
                  <a16:creationId xmlns:a16="http://schemas.microsoft.com/office/drawing/2014/main" id="{AF97FB2E-6F53-47B0-85FD-45BFF56D925C}"/>
                </a:ext>
              </a:extLst>
            </p:cNvPr>
            <p:cNvSpPr>
              <a:spLocks/>
            </p:cNvSpPr>
            <p:nvPr/>
          </p:nvSpPr>
          <p:spPr bwMode="auto">
            <a:xfrm>
              <a:off x="921" y="3962"/>
              <a:ext cx="25" cy="66"/>
            </a:xfrm>
            <a:custGeom>
              <a:avLst/>
              <a:gdLst>
                <a:gd name="T0" fmla="*/ 5 w 15"/>
                <a:gd name="T1" fmla="*/ 0 h 40"/>
                <a:gd name="T2" fmla="*/ 22 w 15"/>
                <a:gd name="T3" fmla="*/ 54 h 40"/>
                <a:gd name="T4" fmla="*/ 42 w 15"/>
                <a:gd name="T5" fmla="*/ 180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40">
                  <a:moveTo>
                    <a:pt x="1" y="0"/>
                  </a:moveTo>
                  <a:cubicBezTo>
                    <a:pt x="0" y="4"/>
                    <a:pt x="2" y="9"/>
                    <a:pt x="5" y="12"/>
                  </a:cubicBezTo>
                  <a:cubicBezTo>
                    <a:pt x="8" y="17"/>
                    <a:pt x="15" y="32"/>
                    <a:pt x="9" y="40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258" name="Freeform 400">
              <a:extLst>
                <a:ext uri="{FF2B5EF4-FFF2-40B4-BE49-F238E27FC236}">
                  <a16:creationId xmlns:a16="http://schemas.microsoft.com/office/drawing/2014/main" id="{11895E81-963D-40FF-B8A1-DCC68892D3E6}"/>
                </a:ext>
              </a:extLst>
            </p:cNvPr>
            <p:cNvSpPr>
              <a:spLocks/>
            </p:cNvSpPr>
            <p:nvPr/>
          </p:nvSpPr>
          <p:spPr bwMode="auto">
            <a:xfrm>
              <a:off x="949" y="3966"/>
              <a:ext cx="35" cy="62"/>
            </a:xfrm>
            <a:custGeom>
              <a:avLst/>
              <a:gdLst>
                <a:gd name="T0" fmla="*/ 0 w 21"/>
                <a:gd name="T1" fmla="*/ 0 h 38"/>
                <a:gd name="T2" fmla="*/ 55 w 21"/>
                <a:gd name="T3" fmla="*/ 62 h 38"/>
                <a:gd name="T4" fmla="*/ 78 w 21"/>
                <a:gd name="T5" fmla="*/ 165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38">
                  <a:moveTo>
                    <a:pt x="0" y="0"/>
                  </a:moveTo>
                  <a:cubicBezTo>
                    <a:pt x="3" y="7"/>
                    <a:pt x="10" y="12"/>
                    <a:pt x="12" y="14"/>
                  </a:cubicBezTo>
                  <a:cubicBezTo>
                    <a:pt x="19" y="22"/>
                    <a:pt x="21" y="31"/>
                    <a:pt x="17" y="38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259" name="Freeform 401">
              <a:extLst>
                <a:ext uri="{FF2B5EF4-FFF2-40B4-BE49-F238E27FC236}">
                  <a16:creationId xmlns:a16="http://schemas.microsoft.com/office/drawing/2014/main" id="{7B152C56-31EA-4636-AA0D-9D644888548B}"/>
                </a:ext>
              </a:extLst>
            </p:cNvPr>
            <p:cNvSpPr>
              <a:spLocks/>
            </p:cNvSpPr>
            <p:nvPr/>
          </p:nvSpPr>
          <p:spPr bwMode="auto">
            <a:xfrm>
              <a:off x="976" y="3961"/>
              <a:ext cx="40" cy="62"/>
            </a:xfrm>
            <a:custGeom>
              <a:avLst/>
              <a:gdLst>
                <a:gd name="T0" fmla="*/ 0 w 24"/>
                <a:gd name="T1" fmla="*/ 0 h 38"/>
                <a:gd name="T2" fmla="*/ 62 w 24"/>
                <a:gd name="T3" fmla="*/ 62 h 38"/>
                <a:gd name="T4" fmla="*/ 105 w 24"/>
                <a:gd name="T5" fmla="*/ 165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38">
                  <a:moveTo>
                    <a:pt x="0" y="0"/>
                  </a:moveTo>
                  <a:cubicBezTo>
                    <a:pt x="4" y="6"/>
                    <a:pt x="8" y="9"/>
                    <a:pt x="13" y="14"/>
                  </a:cubicBezTo>
                  <a:cubicBezTo>
                    <a:pt x="22" y="23"/>
                    <a:pt x="24" y="30"/>
                    <a:pt x="23" y="38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260" name="Freeform 402">
              <a:extLst>
                <a:ext uri="{FF2B5EF4-FFF2-40B4-BE49-F238E27FC236}">
                  <a16:creationId xmlns:a16="http://schemas.microsoft.com/office/drawing/2014/main" id="{BBAC66B6-6677-4CB0-8548-BE29F52CC2F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2" y="3954"/>
              <a:ext cx="27" cy="46"/>
            </a:xfrm>
            <a:custGeom>
              <a:avLst/>
              <a:gdLst>
                <a:gd name="T0" fmla="*/ 0 w 16"/>
                <a:gd name="T1" fmla="*/ 0 h 28"/>
                <a:gd name="T2" fmla="*/ 49 w 16"/>
                <a:gd name="T3" fmla="*/ 49 h 28"/>
                <a:gd name="T4" fmla="*/ 78 w 16"/>
                <a:gd name="T5" fmla="*/ 125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28">
                  <a:moveTo>
                    <a:pt x="0" y="0"/>
                  </a:moveTo>
                  <a:cubicBezTo>
                    <a:pt x="2" y="4"/>
                    <a:pt x="6" y="8"/>
                    <a:pt x="10" y="11"/>
                  </a:cubicBezTo>
                  <a:cubicBezTo>
                    <a:pt x="13" y="15"/>
                    <a:pt x="16" y="22"/>
                    <a:pt x="16" y="28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261" name="Freeform 403">
              <a:extLst>
                <a:ext uri="{FF2B5EF4-FFF2-40B4-BE49-F238E27FC236}">
                  <a16:creationId xmlns:a16="http://schemas.microsoft.com/office/drawing/2014/main" id="{B6E7D40D-F75E-4EAF-B9A0-4423D31AD290}"/>
                </a:ext>
              </a:extLst>
            </p:cNvPr>
            <p:cNvSpPr>
              <a:spLocks/>
            </p:cNvSpPr>
            <p:nvPr/>
          </p:nvSpPr>
          <p:spPr bwMode="auto">
            <a:xfrm>
              <a:off x="891" y="3990"/>
              <a:ext cx="38" cy="22"/>
            </a:xfrm>
            <a:custGeom>
              <a:avLst/>
              <a:gdLst>
                <a:gd name="T0" fmla="*/ 104 w 23"/>
                <a:gd name="T1" fmla="*/ 63 h 13"/>
                <a:gd name="T2" fmla="*/ 28 w 23"/>
                <a:gd name="T3" fmla="*/ 63 h 13"/>
                <a:gd name="T4" fmla="*/ 50 w 23"/>
                <a:gd name="T5" fmla="*/ 0 h 13"/>
                <a:gd name="T6" fmla="*/ 104 w 23"/>
                <a:gd name="T7" fmla="*/ 63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13">
                  <a:moveTo>
                    <a:pt x="23" y="13"/>
                  </a:moveTo>
                  <a:cubicBezTo>
                    <a:pt x="16" y="11"/>
                    <a:pt x="8" y="11"/>
                    <a:pt x="6" y="13"/>
                  </a:cubicBezTo>
                  <a:cubicBezTo>
                    <a:pt x="0" y="4"/>
                    <a:pt x="6" y="0"/>
                    <a:pt x="11" y="0"/>
                  </a:cubicBezTo>
                  <a:cubicBezTo>
                    <a:pt x="21" y="0"/>
                    <a:pt x="23" y="10"/>
                    <a:pt x="23" y="13"/>
                  </a:cubicBezTo>
                  <a:close/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262" name="Freeform 404">
              <a:extLst>
                <a:ext uri="{FF2B5EF4-FFF2-40B4-BE49-F238E27FC236}">
                  <a16:creationId xmlns:a16="http://schemas.microsoft.com/office/drawing/2014/main" id="{C439A5F3-F92F-4599-9514-2CD8EDD31BC4}"/>
                </a:ext>
              </a:extLst>
            </p:cNvPr>
            <p:cNvSpPr>
              <a:spLocks/>
            </p:cNvSpPr>
            <p:nvPr/>
          </p:nvSpPr>
          <p:spPr bwMode="auto">
            <a:xfrm>
              <a:off x="951" y="4005"/>
              <a:ext cx="20" cy="18"/>
            </a:xfrm>
            <a:custGeom>
              <a:avLst/>
              <a:gdLst>
                <a:gd name="T0" fmla="*/ 55 w 12"/>
                <a:gd name="T1" fmla="*/ 47 h 11"/>
                <a:gd name="T2" fmla="*/ 0 w 12"/>
                <a:gd name="T3" fmla="*/ 43 h 11"/>
                <a:gd name="T4" fmla="*/ 55 w 12"/>
                <a:gd name="T5" fmla="*/ 47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1">
                  <a:moveTo>
                    <a:pt x="12" y="11"/>
                  </a:moveTo>
                  <a:cubicBezTo>
                    <a:pt x="10" y="11"/>
                    <a:pt x="2" y="9"/>
                    <a:pt x="0" y="10"/>
                  </a:cubicBezTo>
                  <a:cubicBezTo>
                    <a:pt x="1" y="1"/>
                    <a:pt x="11" y="0"/>
                    <a:pt x="12" y="11"/>
                  </a:cubicBezTo>
                  <a:close/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263" name="Freeform 405">
              <a:extLst>
                <a:ext uri="{FF2B5EF4-FFF2-40B4-BE49-F238E27FC236}">
                  <a16:creationId xmlns:a16="http://schemas.microsoft.com/office/drawing/2014/main" id="{22C361F1-5F08-4FB6-BF11-37A6A466CE1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" y="3995"/>
              <a:ext cx="14" cy="13"/>
            </a:xfrm>
            <a:custGeom>
              <a:avLst/>
              <a:gdLst>
                <a:gd name="T0" fmla="*/ 44 w 8"/>
                <a:gd name="T1" fmla="*/ 21 h 8"/>
                <a:gd name="T2" fmla="*/ 7 w 8"/>
                <a:gd name="T3" fmla="*/ 29 h 8"/>
                <a:gd name="T4" fmla="*/ 44 w 8"/>
                <a:gd name="T5" fmla="*/ 21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8">
                  <a:moveTo>
                    <a:pt x="8" y="5"/>
                  </a:moveTo>
                  <a:cubicBezTo>
                    <a:pt x="7" y="7"/>
                    <a:pt x="4" y="8"/>
                    <a:pt x="1" y="7"/>
                  </a:cubicBezTo>
                  <a:cubicBezTo>
                    <a:pt x="0" y="0"/>
                    <a:pt x="7" y="1"/>
                    <a:pt x="8" y="5"/>
                  </a:cubicBezTo>
                  <a:close/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264" name="Freeform 406">
              <a:extLst>
                <a:ext uri="{FF2B5EF4-FFF2-40B4-BE49-F238E27FC236}">
                  <a16:creationId xmlns:a16="http://schemas.microsoft.com/office/drawing/2014/main" id="{2DE8156C-B9E3-47E5-9598-2246952EC44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2" y="1562"/>
              <a:ext cx="7" cy="111"/>
            </a:xfrm>
            <a:custGeom>
              <a:avLst/>
              <a:gdLst>
                <a:gd name="T0" fmla="*/ 21 w 4"/>
                <a:gd name="T1" fmla="*/ 0 h 67"/>
                <a:gd name="T2" fmla="*/ 0 w 4"/>
                <a:gd name="T3" fmla="*/ 305 h 6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67">
                  <a:moveTo>
                    <a:pt x="4" y="0"/>
                  </a:moveTo>
                  <a:cubicBezTo>
                    <a:pt x="4" y="5"/>
                    <a:pt x="1" y="54"/>
                    <a:pt x="0" y="67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265" name="Freeform 407">
              <a:extLst>
                <a:ext uri="{FF2B5EF4-FFF2-40B4-BE49-F238E27FC236}">
                  <a16:creationId xmlns:a16="http://schemas.microsoft.com/office/drawing/2014/main" id="{AC6F0F42-BAD7-43F4-B8D4-6603E00FF86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7" y="2522"/>
              <a:ext cx="60" cy="46"/>
            </a:xfrm>
            <a:custGeom>
              <a:avLst/>
              <a:gdLst>
                <a:gd name="T0" fmla="*/ 0 w 36"/>
                <a:gd name="T1" fmla="*/ 125 h 28"/>
                <a:gd name="T2" fmla="*/ 33 w 36"/>
                <a:gd name="T3" fmla="*/ 105 h 28"/>
                <a:gd name="T4" fmla="*/ 105 w 36"/>
                <a:gd name="T5" fmla="*/ 67 h 28"/>
                <a:gd name="T6" fmla="*/ 167 w 36"/>
                <a:gd name="T7" fmla="*/ 0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" h="28">
                  <a:moveTo>
                    <a:pt x="0" y="28"/>
                  </a:moveTo>
                  <a:cubicBezTo>
                    <a:pt x="1" y="26"/>
                    <a:pt x="4" y="25"/>
                    <a:pt x="7" y="24"/>
                  </a:cubicBezTo>
                  <a:cubicBezTo>
                    <a:pt x="11" y="21"/>
                    <a:pt x="18" y="19"/>
                    <a:pt x="23" y="15"/>
                  </a:cubicBezTo>
                  <a:cubicBezTo>
                    <a:pt x="27" y="12"/>
                    <a:pt x="33" y="2"/>
                    <a:pt x="36" y="0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266" name="Freeform 408">
              <a:extLst>
                <a:ext uri="{FF2B5EF4-FFF2-40B4-BE49-F238E27FC236}">
                  <a16:creationId xmlns:a16="http://schemas.microsoft.com/office/drawing/2014/main" id="{661810FE-851A-45F2-8FFF-7C9588FFE62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7" y="2533"/>
              <a:ext cx="48" cy="48"/>
            </a:xfrm>
            <a:custGeom>
              <a:avLst/>
              <a:gdLst>
                <a:gd name="T0" fmla="*/ 131 w 29"/>
                <a:gd name="T1" fmla="*/ 0 h 29"/>
                <a:gd name="T2" fmla="*/ 84 w 29"/>
                <a:gd name="T3" fmla="*/ 76 h 29"/>
                <a:gd name="T4" fmla="*/ 0 w 29"/>
                <a:gd name="T5" fmla="*/ 131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29">
                  <a:moveTo>
                    <a:pt x="29" y="0"/>
                  </a:moveTo>
                  <a:cubicBezTo>
                    <a:pt x="25" y="5"/>
                    <a:pt x="19" y="15"/>
                    <a:pt x="19" y="17"/>
                  </a:cubicBezTo>
                  <a:cubicBezTo>
                    <a:pt x="14" y="20"/>
                    <a:pt x="9" y="20"/>
                    <a:pt x="0" y="29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267" name="Freeform 409">
              <a:extLst>
                <a:ext uri="{FF2B5EF4-FFF2-40B4-BE49-F238E27FC236}">
                  <a16:creationId xmlns:a16="http://schemas.microsoft.com/office/drawing/2014/main" id="{643EDE5E-2046-49C8-B7D1-D723E83272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9" y="2467"/>
              <a:ext cx="63" cy="88"/>
            </a:xfrm>
            <a:custGeom>
              <a:avLst/>
              <a:gdLst>
                <a:gd name="T0" fmla="*/ 154 w 38"/>
                <a:gd name="T1" fmla="*/ 188 h 53"/>
                <a:gd name="T2" fmla="*/ 172 w 38"/>
                <a:gd name="T3" fmla="*/ 96 h 53"/>
                <a:gd name="T4" fmla="*/ 118 w 38"/>
                <a:gd name="T5" fmla="*/ 0 h 53"/>
                <a:gd name="T6" fmla="*/ 88 w 38"/>
                <a:gd name="T7" fmla="*/ 50 h 53"/>
                <a:gd name="T8" fmla="*/ 75 w 38"/>
                <a:gd name="T9" fmla="*/ 174 h 53"/>
                <a:gd name="T10" fmla="*/ 0 w 38"/>
                <a:gd name="T11" fmla="*/ 237 h 5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8" h="53">
                  <a:moveTo>
                    <a:pt x="34" y="41"/>
                  </a:moveTo>
                  <a:cubicBezTo>
                    <a:pt x="34" y="34"/>
                    <a:pt x="38" y="28"/>
                    <a:pt x="38" y="21"/>
                  </a:cubicBezTo>
                  <a:cubicBezTo>
                    <a:pt x="38" y="14"/>
                    <a:pt x="32" y="5"/>
                    <a:pt x="26" y="0"/>
                  </a:cubicBezTo>
                  <a:cubicBezTo>
                    <a:pt x="20" y="0"/>
                    <a:pt x="20" y="6"/>
                    <a:pt x="19" y="11"/>
                  </a:cubicBezTo>
                  <a:cubicBezTo>
                    <a:pt x="19" y="15"/>
                    <a:pt x="18" y="32"/>
                    <a:pt x="16" y="38"/>
                  </a:cubicBezTo>
                  <a:cubicBezTo>
                    <a:pt x="15" y="44"/>
                    <a:pt x="9" y="53"/>
                    <a:pt x="0" y="52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268" name="Freeform 410">
              <a:extLst>
                <a:ext uri="{FF2B5EF4-FFF2-40B4-BE49-F238E27FC236}">
                  <a16:creationId xmlns:a16="http://schemas.microsoft.com/office/drawing/2014/main" id="{B42F1B58-3E14-477F-A9FF-F833F969A11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5" y="2598"/>
              <a:ext cx="22" cy="9"/>
            </a:xfrm>
            <a:custGeom>
              <a:avLst/>
              <a:gdLst>
                <a:gd name="T0" fmla="*/ 63 w 13"/>
                <a:gd name="T1" fmla="*/ 12 h 6"/>
                <a:gd name="T2" fmla="*/ 0 w 13"/>
                <a:gd name="T3" fmla="*/ 21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6">
                  <a:moveTo>
                    <a:pt x="13" y="3"/>
                  </a:moveTo>
                  <a:cubicBezTo>
                    <a:pt x="11" y="0"/>
                    <a:pt x="5" y="1"/>
                    <a:pt x="0" y="6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269" name="Freeform 411">
              <a:extLst>
                <a:ext uri="{FF2B5EF4-FFF2-40B4-BE49-F238E27FC236}">
                  <a16:creationId xmlns:a16="http://schemas.microsoft.com/office/drawing/2014/main" id="{186AFE47-55CC-41FF-8889-D993B2853D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7" y="2558"/>
              <a:ext cx="10" cy="11"/>
            </a:xfrm>
            <a:custGeom>
              <a:avLst/>
              <a:gdLst>
                <a:gd name="T0" fmla="*/ 28 w 6"/>
                <a:gd name="T1" fmla="*/ 27 h 7"/>
                <a:gd name="T2" fmla="*/ 0 w 6"/>
                <a:gd name="T3" fmla="*/ 8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7">
                  <a:moveTo>
                    <a:pt x="6" y="7"/>
                  </a:moveTo>
                  <a:cubicBezTo>
                    <a:pt x="3" y="4"/>
                    <a:pt x="2" y="0"/>
                    <a:pt x="0" y="2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270" name="Freeform 412">
              <a:extLst>
                <a:ext uri="{FF2B5EF4-FFF2-40B4-BE49-F238E27FC236}">
                  <a16:creationId xmlns:a16="http://schemas.microsoft.com/office/drawing/2014/main" id="{26C370ED-D69D-4542-8134-AB52835B608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7" y="2530"/>
              <a:ext cx="6" cy="3"/>
            </a:xfrm>
            <a:custGeom>
              <a:avLst/>
              <a:gdLst>
                <a:gd name="T0" fmla="*/ 14 w 4"/>
                <a:gd name="T1" fmla="*/ 5 h 2"/>
                <a:gd name="T2" fmla="*/ 0 w 4"/>
                <a:gd name="T3" fmla="*/ 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">
                  <a:moveTo>
                    <a:pt x="4" y="1"/>
                  </a:moveTo>
                  <a:cubicBezTo>
                    <a:pt x="3" y="0"/>
                    <a:pt x="2" y="0"/>
                    <a:pt x="0" y="2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271" name="Freeform 413">
              <a:extLst>
                <a:ext uri="{FF2B5EF4-FFF2-40B4-BE49-F238E27FC236}">
                  <a16:creationId xmlns:a16="http://schemas.microsoft.com/office/drawing/2014/main" id="{527B2F5C-8704-4A3A-BEB5-FBB17F1F56D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3" y="2457"/>
              <a:ext cx="5" cy="17"/>
            </a:xfrm>
            <a:custGeom>
              <a:avLst/>
              <a:gdLst>
                <a:gd name="T0" fmla="*/ 13 w 3"/>
                <a:gd name="T1" fmla="*/ 0 h 10"/>
                <a:gd name="T2" fmla="*/ 0 w 3"/>
                <a:gd name="T3" fmla="*/ 49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0">
                  <a:moveTo>
                    <a:pt x="3" y="0"/>
                  </a:moveTo>
                  <a:cubicBezTo>
                    <a:pt x="2" y="3"/>
                    <a:pt x="0" y="5"/>
                    <a:pt x="0" y="10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272" name="Freeform 414">
              <a:extLst>
                <a:ext uri="{FF2B5EF4-FFF2-40B4-BE49-F238E27FC236}">
                  <a16:creationId xmlns:a16="http://schemas.microsoft.com/office/drawing/2014/main" id="{6B2E99BD-42EE-41BE-9ED7-DF3EE187915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2" y="2464"/>
              <a:ext cx="10" cy="3"/>
            </a:xfrm>
            <a:custGeom>
              <a:avLst/>
              <a:gdLst>
                <a:gd name="T0" fmla="*/ 28 w 6"/>
                <a:gd name="T1" fmla="*/ 8 h 2"/>
                <a:gd name="T2" fmla="*/ 0 w 6"/>
                <a:gd name="T3" fmla="*/ 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">
                  <a:moveTo>
                    <a:pt x="6" y="2"/>
                  </a:moveTo>
                  <a:cubicBezTo>
                    <a:pt x="4" y="1"/>
                    <a:pt x="3" y="0"/>
                    <a:pt x="0" y="2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273" name="Freeform 415">
              <a:extLst>
                <a:ext uri="{FF2B5EF4-FFF2-40B4-BE49-F238E27FC236}">
                  <a16:creationId xmlns:a16="http://schemas.microsoft.com/office/drawing/2014/main" id="{66A159F2-71A4-4C50-8714-0A3821C749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2" y="2492"/>
              <a:ext cx="7" cy="5"/>
            </a:xfrm>
            <a:custGeom>
              <a:avLst/>
              <a:gdLst>
                <a:gd name="T0" fmla="*/ 21 w 4"/>
                <a:gd name="T1" fmla="*/ 0 h 3"/>
                <a:gd name="T2" fmla="*/ 0 w 4"/>
                <a:gd name="T3" fmla="*/ 13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">
                  <a:moveTo>
                    <a:pt x="4" y="0"/>
                  </a:moveTo>
                  <a:cubicBezTo>
                    <a:pt x="2" y="0"/>
                    <a:pt x="1" y="1"/>
                    <a:pt x="0" y="3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274" name="Freeform 416">
              <a:extLst>
                <a:ext uri="{FF2B5EF4-FFF2-40B4-BE49-F238E27FC236}">
                  <a16:creationId xmlns:a16="http://schemas.microsoft.com/office/drawing/2014/main" id="{DDCA94F4-BF4C-40B9-B250-C39D8DAC82B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4" y="2489"/>
              <a:ext cx="33" cy="46"/>
            </a:xfrm>
            <a:custGeom>
              <a:avLst/>
              <a:gdLst>
                <a:gd name="T0" fmla="*/ 89 w 20"/>
                <a:gd name="T1" fmla="*/ 0 h 28"/>
                <a:gd name="T2" fmla="*/ 50 w 20"/>
                <a:gd name="T3" fmla="*/ 95 h 28"/>
                <a:gd name="T4" fmla="*/ 0 w 20"/>
                <a:gd name="T5" fmla="*/ 125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28">
                  <a:moveTo>
                    <a:pt x="20" y="0"/>
                  </a:moveTo>
                  <a:cubicBezTo>
                    <a:pt x="19" y="9"/>
                    <a:pt x="14" y="14"/>
                    <a:pt x="11" y="21"/>
                  </a:cubicBezTo>
                  <a:cubicBezTo>
                    <a:pt x="9" y="27"/>
                    <a:pt x="3" y="24"/>
                    <a:pt x="0" y="28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275" name="Freeform 417">
              <a:extLst>
                <a:ext uri="{FF2B5EF4-FFF2-40B4-BE49-F238E27FC236}">
                  <a16:creationId xmlns:a16="http://schemas.microsoft.com/office/drawing/2014/main" id="{ED8B5F38-5883-45FC-9873-E4B79FCE43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7" y="2477"/>
              <a:ext cx="23" cy="41"/>
            </a:xfrm>
            <a:custGeom>
              <a:avLst/>
              <a:gdLst>
                <a:gd name="T0" fmla="*/ 62 w 14"/>
                <a:gd name="T1" fmla="*/ 0 h 25"/>
                <a:gd name="T2" fmla="*/ 26 w 14"/>
                <a:gd name="T3" fmla="*/ 97 h 25"/>
                <a:gd name="T4" fmla="*/ 0 w 14"/>
                <a:gd name="T5" fmla="*/ 110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25">
                  <a:moveTo>
                    <a:pt x="14" y="0"/>
                  </a:moveTo>
                  <a:cubicBezTo>
                    <a:pt x="13" y="6"/>
                    <a:pt x="9" y="21"/>
                    <a:pt x="6" y="22"/>
                  </a:cubicBezTo>
                  <a:cubicBezTo>
                    <a:pt x="3" y="23"/>
                    <a:pt x="1" y="21"/>
                    <a:pt x="0" y="25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276" name="Freeform 418">
              <a:extLst>
                <a:ext uri="{FF2B5EF4-FFF2-40B4-BE49-F238E27FC236}">
                  <a16:creationId xmlns:a16="http://schemas.microsoft.com/office/drawing/2014/main" id="{7BBFAD29-81F5-4072-8A5F-8161D2CD4F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4" y="2528"/>
              <a:ext cx="5" cy="17"/>
            </a:xfrm>
            <a:custGeom>
              <a:avLst/>
              <a:gdLst>
                <a:gd name="T0" fmla="*/ 0 w 3"/>
                <a:gd name="T1" fmla="*/ 0 h 10"/>
                <a:gd name="T2" fmla="*/ 5 w 3"/>
                <a:gd name="T3" fmla="*/ 49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0">
                  <a:moveTo>
                    <a:pt x="0" y="0"/>
                  </a:moveTo>
                  <a:cubicBezTo>
                    <a:pt x="3" y="1"/>
                    <a:pt x="1" y="8"/>
                    <a:pt x="1" y="10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277" name="Freeform 419">
              <a:extLst>
                <a:ext uri="{FF2B5EF4-FFF2-40B4-BE49-F238E27FC236}">
                  <a16:creationId xmlns:a16="http://schemas.microsoft.com/office/drawing/2014/main" id="{AF99DAAE-261E-46A8-9A00-4CAD8FF75FA3}"/>
                </a:ext>
              </a:extLst>
            </p:cNvPr>
            <p:cNvSpPr>
              <a:spLocks/>
            </p:cNvSpPr>
            <p:nvPr/>
          </p:nvSpPr>
          <p:spPr bwMode="auto">
            <a:xfrm>
              <a:off x="871" y="3827"/>
              <a:ext cx="7" cy="35"/>
            </a:xfrm>
            <a:custGeom>
              <a:avLst/>
              <a:gdLst>
                <a:gd name="T0" fmla="*/ 0 w 4"/>
                <a:gd name="T1" fmla="*/ 0 h 21"/>
                <a:gd name="T2" fmla="*/ 21 w 4"/>
                <a:gd name="T3" fmla="*/ 97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1">
                  <a:moveTo>
                    <a:pt x="0" y="0"/>
                  </a:moveTo>
                  <a:cubicBezTo>
                    <a:pt x="0" y="8"/>
                    <a:pt x="4" y="21"/>
                    <a:pt x="4" y="21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278" name="Freeform 420">
              <a:extLst>
                <a:ext uri="{FF2B5EF4-FFF2-40B4-BE49-F238E27FC236}">
                  <a16:creationId xmlns:a16="http://schemas.microsoft.com/office/drawing/2014/main" id="{F000A586-D133-4414-AA1E-E0FB9438C4F4}"/>
                </a:ext>
              </a:extLst>
            </p:cNvPr>
            <p:cNvSpPr>
              <a:spLocks/>
            </p:cNvSpPr>
            <p:nvPr/>
          </p:nvSpPr>
          <p:spPr bwMode="auto">
            <a:xfrm>
              <a:off x="843" y="1988"/>
              <a:ext cx="41" cy="34"/>
            </a:xfrm>
            <a:custGeom>
              <a:avLst/>
              <a:gdLst>
                <a:gd name="T0" fmla="*/ 0 w 25"/>
                <a:gd name="T1" fmla="*/ 60 h 21"/>
                <a:gd name="T2" fmla="*/ 89 w 25"/>
                <a:gd name="T3" fmla="*/ 89 h 21"/>
                <a:gd name="T4" fmla="*/ 0 w 25"/>
                <a:gd name="T5" fmla="*/ 55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21">
                  <a:moveTo>
                    <a:pt x="0" y="14"/>
                  </a:moveTo>
                  <a:cubicBezTo>
                    <a:pt x="6" y="8"/>
                    <a:pt x="17" y="11"/>
                    <a:pt x="20" y="21"/>
                  </a:cubicBezTo>
                  <a:cubicBezTo>
                    <a:pt x="25" y="13"/>
                    <a:pt x="4" y="0"/>
                    <a:pt x="0" y="13"/>
                  </a:cubicBezTo>
                </a:path>
              </a:pathLst>
            </a:custGeom>
            <a:solidFill>
              <a:srgbClr val="C17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279" name="Freeform 421">
              <a:extLst>
                <a:ext uri="{FF2B5EF4-FFF2-40B4-BE49-F238E27FC236}">
                  <a16:creationId xmlns:a16="http://schemas.microsoft.com/office/drawing/2014/main" id="{A12E2FC2-396C-4D7B-8F6F-784CB3944A4F}"/>
                </a:ext>
              </a:extLst>
            </p:cNvPr>
            <p:cNvSpPr>
              <a:spLocks/>
            </p:cNvSpPr>
            <p:nvPr/>
          </p:nvSpPr>
          <p:spPr bwMode="auto">
            <a:xfrm>
              <a:off x="778" y="3964"/>
              <a:ext cx="21" cy="16"/>
            </a:xfrm>
            <a:custGeom>
              <a:avLst/>
              <a:gdLst>
                <a:gd name="T0" fmla="*/ 21 w 13"/>
                <a:gd name="T1" fmla="*/ 5 h 10"/>
                <a:gd name="T2" fmla="*/ 47 w 13"/>
                <a:gd name="T3" fmla="*/ 13 h 10"/>
                <a:gd name="T4" fmla="*/ 16 w 13"/>
                <a:gd name="T5" fmla="*/ 16 h 10"/>
                <a:gd name="T6" fmla="*/ 0 w 13"/>
                <a:gd name="T7" fmla="*/ 29 h 10"/>
                <a:gd name="T8" fmla="*/ 42 w 13"/>
                <a:gd name="T9" fmla="*/ 42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0">
                  <a:moveTo>
                    <a:pt x="5" y="1"/>
                  </a:moveTo>
                  <a:cubicBezTo>
                    <a:pt x="7" y="2"/>
                    <a:pt x="10" y="0"/>
                    <a:pt x="11" y="3"/>
                  </a:cubicBezTo>
                  <a:cubicBezTo>
                    <a:pt x="13" y="9"/>
                    <a:pt x="5" y="4"/>
                    <a:pt x="4" y="4"/>
                  </a:cubicBezTo>
                  <a:cubicBezTo>
                    <a:pt x="3" y="4"/>
                    <a:pt x="0" y="4"/>
                    <a:pt x="0" y="7"/>
                  </a:cubicBezTo>
                  <a:cubicBezTo>
                    <a:pt x="1" y="10"/>
                    <a:pt x="8" y="9"/>
                    <a:pt x="10" y="10"/>
                  </a:cubicBezTo>
                </a:path>
              </a:pathLst>
            </a:custGeom>
            <a:noFill/>
            <a:ln w="7938" cap="flat">
              <a:solidFill>
                <a:srgbClr val="A961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280" name="Freeform 422">
              <a:extLst>
                <a:ext uri="{FF2B5EF4-FFF2-40B4-BE49-F238E27FC236}">
                  <a16:creationId xmlns:a16="http://schemas.microsoft.com/office/drawing/2014/main" id="{2C75F33F-DB42-4D0C-B337-16D582BC5459}"/>
                </a:ext>
              </a:extLst>
            </p:cNvPr>
            <p:cNvSpPr>
              <a:spLocks/>
            </p:cNvSpPr>
            <p:nvPr/>
          </p:nvSpPr>
          <p:spPr bwMode="auto">
            <a:xfrm>
              <a:off x="755" y="3966"/>
              <a:ext cx="13" cy="13"/>
            </a:xfrm>
            <a:custGeom>
              <a:avLst/>
              <a:gdLst>
                <a:gd name="T0" fmla="*/ 34 w 8"/>
                <a:gd name="T1" fmla="*/ 21 h 8"/>
                <a:gd name="T2" fmla="*/ 0 w 8"/>
                <a:gd name="T3" fmla="*/ 5 h 8"/>
                <a:gd name="T4" fmla="*/ 26 w 8"/>
                <a:gd name="T5" fmla="*/ 34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8">
                  <a:moveTo>
                    <a:pt x="8" y="5"/>
                  </a:moveTo>
                  <a:cubicBezTo>
                    <a:pt x="7" y="2"/>
                    <a:pt x="3" y="0"/>
                    <a:pt x="0" y="1"/>
                  </a:cubicBezTo>
                  <a:cubicBezTo>
                    <a:pt x="1" y="4"/>
                    <a:pt x="3" y="7"/>
                    <a:pt x="6" y="8"/>
                  </a:cubicBezTo>
                </a:path>
              </a:pathLst>
            </a:custGeom>
            <a:noFill/>
            <a:ln w="7938" cap="flat">
              <a:solidFill>
                <a:srgbClr val="A961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281" name="Freeform 423">
              <a:extLst>
                <a:ext uri="{FF2B5EF4-FFF2-40B4-BE49-F238E27FC236}">
                  <a16:creationId xmlns:a16="http://schemas.microsoft.com/office/drawing/2014/main" id="{3B4F509A-3A6A-409F-9D77-165DEF865C7A}"/>
                </a:ext>
              </a:extLst>
            </p:cNvPr>
            <p:cNvSpPr>
              <a:spLocks/>
            </p:cNvSpPr>
            <p:nvPr/>
          </p:nvSpPr>
          <p:spPr bwMode="auto">
            <a:xfrm>
              <a:off x="720" y="3959"/>
              <a:ext cx="21" cy="16"/>
            </a:xfrm>
            <a:custGeom>
              <a:avLst/>
              <a:gdLst>
                <a:gd name="T0" fmla="*/ 55 w 13"/>
                <a:gd name="T1" fmla="*/ 26 h 10"/>
                <a:gd name="T2" fmla="*/ 16 w 13"/>
                <a:gd name="T3" fmla="*/ 8 h 10"/>
                <a:gd name="T4" fmla="*/ 47 w 13"/>
                <a:gd name="T5" fmla="*/ 42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0">
                  <a:moveTo>
                    <a:pt x="13" y="6"/>
                  </a:moveTo>
                  <a:cubicBezTo>
                    <a:pt x="11" y="5"/>
                    <a:pt x="6" y="0"/>
                    <a:pt x="4" y="2"/>
                  </a:cubicBezTo>
                  <a:cubicBezTo>
                    <a:pt x="0" y="6"/>
                    <a:pt x="10" y="10"/>
                    <a:pt x="11" y="10"/>
                  </a:cubicBezTo>
                </a:path>
              </a:pathLst>
            </a:custGeom>
            <a:noFill/>
            <a:ln w="7938" cap="flat">
              <a:solidFill>
                <a:srgbClr val="A961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282" name="Freeform 424">
              <a:extLst>
                <a:ext uri="{FF2B5EF4-FFF2-40B4-BE49-F238E27FC236}">
                  <a16:creationId xmlns:a16="http://schemas.microsoft.com/office/drawing/2014/main" id="{6EA4C43E-F6D0-46BE-97F5-F36B08795882}"/>
                </a:ext>
              </a:extLst>
            </p:cNvPr>
            <p:cNvSpPr>
              <a:spLocks/>
            </p:cNvSpPr>
            <p:nvPr/>
          </p:nvSpPr>
          <p:spPr bwMode="auto">
            <a:xfrm>
              <a:off x="705" y="3954"/>
              <a:ext cx="8" cy="8"/>
            </a:xfrm>
            <a:custGeom>
              <a:avLst/>
              <a:gdLst>
                <a:gd name="T0" fmla="*/ 21 w 5"/>
                <a:gd name="T1" fmla="*/ 21 h 5"/>
                <a:gd name="T2" fmla="*/ 0 w 5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5">
                  <a:moveTo>
                    <a:pt x="5" y="5"/>
                  </a:moveTo>
                  <a:cubicBezTo>
                    <a:pt x="4" y="2"/>
                    <a:pt x="2" y="1"/>
                    <a:pt x="0" y="0"/>
                  </a:cubicBezTo>
                </a:path>
              </a:pathLst>
            </a:custGeom>
            <a:noFill/>
            <a:ln w="7938" cap="flat">
              <a:solidFill>
                <a:srgbClr val="A961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283" name="Freeform 425">
              <a:extLst>
                <a:ext uri="{FF2B5EF4-FFF2-40B4-BE49-F238E27FC236}">
                  <a16:creationId xmlns:a16="http://schemas.microsoft.com/office/drawing/2014/main" id="{0F5A402E-0E85-4EEC-97A6-489A5B1085E5}"/>
                </a:ext>
              </a:extLst>
            </p:cNvPr>
            <p:cNvSpPr>
              <a:spLocks/>
            </p:cNvSpPr>
            <p:nvPr/>
          </p:nvSpPr>
          <p:spPr bwMode="auto">
            <a:xfrm>
              <a:off x="914" y="3962"/>
              <a:ext cx="17" cy="13"/>
            </a:xfrm>
            <a:custGeom>
              <a:avLst/>
              <a:gdLst>
                <a:gd name="T0" fmla="*/ 5 w 10"/>
                <a:gd name="T1" fmla="*/ 8 h 8"/>
                <a:gd name="T2" fmla="*/ 44 w 10"/>
                <a:gd name="T3" fmla="*/ 18 h 8"/>
                <a:gd name="T4" fmla="*/ 0 w 10"/>
                <a:gd name="T5" fmla="*/ 29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8">
                  <a:moveTo>
                    <a:pt x="1" y="2"/>
                  </a:moveTo>
                  <a:cubicBezTo>
                    <a:pt x="3" y="2"/>
                    <a:pt x="10" y="0"/>
                    <a:pt x="9" y="4"/>
                  </a:cubicBezTo>
                  <a:cubicBezTo>
                    <a:pt x="8" y="8"/>
                    <a:pt x="2" y="7"/>
                    <a:pt x="0" y="7"/>
                  </a:cubicBezTo>
                </a:path>
              </a:pathLst>
            </a:custGeom>
            <a:noFill/>
            <a:ln w="7938" cap="flat">
              <a:solidFill>
                <a:srgbClr val="A961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284" name="Freeform 426">
              <a:extLst>
                <a:ext uri="{FF2B5EF4-FFF2-40B4-BE49-F238E27FC236}">
                  <a16:creationId xmlns:a16="http://schemas.microsoft.com/office/drawing/2014/main" id="{371DA2E8-27D3-4976-BF54-AAAFDD70BF40}"/>
                </a:ext>
              </a:extLst>
            </p:cNvPr>
            <p:cNvSpPr>
              <a:spLocks/>
            </p:cNvSpPr>
            <p:nvPr/>
          </p:nvSpPr>
          <p:spPr bwMode="auto">
            <a:xfrm>
              <a:off x="944" y="3966"/>
              <a:ext cx="18" cy="16"/>
            </a:xfrm>
            <a:custGeom>
              <a:avLst/>
              <a:gdLst>
                <a:gd name="T0" fmla="*/ 0 w 11"/>
                <a:gd name="T1" fmla="*/ 21 h 10"/>
                <a:gd name="T2" fmla="*/ 34 w 11"/>
                <a:gd name="T3" fmla="*/ 13 h 10"/>
                <a:gd name="T4" fmla="*/ 0 w 11"/>
                <a:gd name="T5" fmla="*/ 42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0">
                  <a:moveTo>
                    <a:pt x="0" y="5"/>
                  </a:moveTo>
                  <a:cubicBezTo>
                    <a:pt x="2" y="3"/>
                    <a:pt x="5" y="0"/>
                    <a:pt x="8" y="3"/>
                  </a:cubicBezTo>
                  <a:cubicBezTo>
                    <a:pt x="11" y="7"/>
                    <a:pt x="3" y="9"/>
                    <a:pt x="0" y="10"/>
                  </a:cubicBezTo>
                </a:path>
              </a:pathLst>
            </a:custGeom>
            <a:noFill/>
            <a:ln w="7938" cap="flat">
              <a:solidFill>
                <a:srgbClr val="A961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285" name="Freeform 427">
              <a:extLst>
                <a:ext uri="{FF2B5EF4-FFF2-40B4-BE49-F238E27FC236}">
                  <a16:creationId xmlns:a16="http://schemas.microsoft.com/office/drawing/2014/main" id="{24754E6E-425A-40EA-9BF6-AB641101EC1E}"/>
                </a:ext>
              </a:extLst>
            </p:cNvPr>
            <p:cNvSpPr>
              <a:spLocks/>
            </p:cNvSpPr>
            <p:nvPr/>
          </p:nvSpPr>
          <p:spPr bwMode="auto">
            <a:xfrm>
              <a:off x="972" y="3962"/>
              <a:ext cx="14" cy="7"/>
            </a:xfrm>
            <a:custGeom>
              <a:avLst/>
              <a:gdLst>
                <a:gd name="T0" fmla="*/ 44 w 8"/>
                <a:gd name="T1" fmla="*/ 0 h 4"/>
                <a:gd name="T2" fmla="*/ 0 w 8"/>
                <a:gd name="T3" fmla="*/ 21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4">
                  <a:moveTo>
                    <a:pt x="8" y="0"/>
                  </a:moveTo>
                  <a:cubicBezTo>
                    <a:pt x="5" y="1"/>
                    <a:pt x="2" y="2"/>
                    <a:pt x="0" y="4"/>
                  </a:cubicBezTo>
                </a:path>
              </a:pathLst>
            </a:custGeom>
            <a:noFill/>
            <a:ln w="7938" cap="flat">
              <a:solidFill>
                <a:srgbClr val="A961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286" name="Freeform 428">
              <a:extLst>
                <a:ext uri="{FF2B5EF4-FFF2-40B4-BE49-F238E27FC236}">
                  <a16:creationId xmlns:a16="http://schemas.microsoft.com/office/drawing/2014/main" id="{8A9979B0-7D91-4CEB-B268-600ADDF6DB40}"/>
                </a:ext>
              </a:extLst>
            </p:cNvPr>
            <p:cNvSpPr>
              <a:spLocks/>
            </p:cNvSpPr>
            <p:nvPr/>
          </p:nvSpPr>
          <p:spPr bwMode="auto">
            <a:xfrm>
              <a:off x="997" y="3954"/>
              <a:ext cx="12" cy="7"/>
            </a:xfrm>
            <a:custGeom>
              <a:avLst/>
              <a:gdLst>
                <a:gd name="T0" fmla="*/ 36 w 7"/>
                <a:gd name="T1" fmla="*/ 0 h 4"/>
                <a:gd name="T2" fmla="*/ 0 w 7"/>
                <a:gd name="T3" fmla="*/ 21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4">
                  <a:moveTo>
                    <a:pt x="7" y="0"/>
                  </a:moveTo>
                  <a:cubicBezTo>
                    <a:pt x="5" y="1"/>
                    <a:pt x="2" y="2"/>
                    <a:pt x="0" y="4"/>
                  </a:cubicBezTo>
                </a:path>
              </a:pathLst>
            </a:custGeom>
            <a:noFill/>
            <a:ln w="7938" cap="flat">
              <a:solidFill>
                <a:srgbClr val="A961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287" name="Freeform 429">
              <a:extLst>
                <a:ext uri="{FF2B5EF4-FFF2-40B4-BE49-F238E27FC236}">
                  <a16:creationId xmlns:a16="http://schemas.microsoft.com/office/drawing/2014/main" id="{549056E3-3336-4739-B1BD-AB71AEE30D29}"/>
                </a:ext>
              </a:extLst>
            </p:cNvPr>
            <p:cNvSpPr>
              <a:spLocks/>
            </p:cNvSpPr>
            <p:nvPr/>
          </p:nvSpPr>
          <p:spPr bwMode="auto">
            <a:xfrm>
              <a:off x="992" y="4002"/>
              <a:ext cx="17" cy="16"/>
            </a:xfrm>
            <a:custGeom>
              <a:avLst/>
              <a:gdLst>
                <a:gd name="T0" fmla="*/ 9 w 10"/>
                <a:gd name="T1" fmla="*/ 35 h 10"/>
                <a:gd name="T2" fmla="*/ 5 w 10"/>
                <a:gd name="T3" fmla="*/ 8 h 10"/>
                <a:gd name="T4" fmla="*/ 34 w 10"/>
                <a:gd name="T5" fmla="*/ 5 h 10"/>
                <a:gd name="T6" fmla="*/ 49 w 10"/>
                <a:gd name="T7" fmla="*/ 34 h 10"/>
                <a:gd name="T8" fmla="*/ 15 w 10"/>
                <a:gd name="T9" fmla="*/ 42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0">
                  <a:moveTo>
                    <a:pt x="2" y="9"/>
                  </a:moveTo>
                  <a:cubicBezTo>
                    <a:pt x="0" y="8"/>
                    <a:pt x="1" y="3"/>
                    <a:pt x="1" y="2"/>
                  </a:cubicBezTo>
                  <a:cubicBezTo>
                    <a:pt x="3" y="0"/>
                    <a:pt x="5" y="0"/>
                    <a:pt x="7" y="1"/>
                  </a:cubicBezTo>
                  <a:cubicBezTo>
                    <a:pt x="9" y="2"/>
                    <a:pt x="10" y="6"/>
                    <a:pt x="10" y="8"/>
                  </a:cubicBezTo>
                  <a:cubicBezTo>
                    <a:pt x="8" y="8"/>
                    <a:pt x="5" y="8"/>
                    <a:pt x="3" y="10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288" name="Freeform 430">
              <a:extLst>
                <a:ext uri="{FF2B5EF4-FFF2-40B4-BE49-F238E27FC236}">
                  <a16:creationId xmlns:a16="http://schemas.microsoft.com/office/drawing/2014/main" id="{6C4F35C5-CA75-4D1A-98FF-EC4EA78933BC}"/>
                </a:ext>
              </a:extLst>
            </p:cNvPr>
            <p:cNvSpPr>
              <a:spLocks/>
            </p:cNvSpPr>
            <p:nvPr/>
          </p:nvSpPr>
          <p:spPr bwMode="auto">
            <a:xfrm>
              <a:off x="706" y="4000"/>
              <a:ext cx="14" cy="18"/>
            </a:xfrm>
            <a:custGeom>
              <a:avLst/>
              <a:gdLst>
                <a:gd name="T0" fmla="*/ 0 w 8"/>
                <a:gd name="T1" fmla="*/ 34 h 11"/>
                <a:gd name="T2" fmla="*/ 33 w 8"/>
                <a:gd name="T3" fmla="*/ 13 h 11"/>
                <a:gd name="T4" fmla="*/ 37 w 8"/>
                <a:gd name="T5" fmla="*/ 29 h 11"/>
                <a:gd name="T6" fmla="*/ 37 w 8"/>
                <a:gd name="T7" fmla="*/ 47 h 11"/>
                <a:gd name="T8" fmla="*/ 0 w 8"/>
                <a:gd name="T9" fmla="*/ 41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11">
                  <a:moveTo>
                    <a:pt x="0" y="8"/>
                  </a:moveTo>
                  <a:cubicBezTo>
                    <a:pt x="0" y="6"/>
                    <a:pt x="3" y="0"/>
                    <a:pt x="6" y="3"/>
                  </a:cubicBezTo>
                  <a:cubicBezTo>
                    <a:pt x="7" y="3"/>
                    <a:pt x="7" y="5"/>
                    <a:pt x="7" y="7"/>
                  </a:cubicBezTo>
                  <a:cubicBezTo>
                    <a:pt x="7" y="8"/>
                    <a:pt x="8" y="10"/>
                    <a:pt x="7" y="11"/>
                  </a:cubicBezTo>
                  <a:cubicBezTo>
                    <a:pt x="5" y="10"/>
                    <a:pt x="2" y="7"/>
                    <a:pt x="0" y="9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289" name="Freeform 431">
              <a:extLst>
                <a:ext uri="{FF2B5EF4-FFF2-40B4-BE49-F238E27FC236}">
                  <a16:creationId xmlns:a16="http://schemas.microsoft.com/office/drawing/2014/main" id="{CACD28C2-7F77-445B-8F6B-6B88C5B7C880}"/>
                </a:ext>
              </a:extLst>
            </p:cNvPr>
            <p:cNvSpPr>
              <a:spLocks/>
            </p:cNvSpPr>
            <p:nvPr/>
          </p:nvSpPr>
          <p:spPr bwMode="auto">
            <a:xfrm>
              <a:off x="657" y="1492"/>
              <a:ext cx="49" cy="56"/>
            </a:xfrm>
            <a:custGeom>
              <a:avLst/>
              <a:gdLst>
                <a:gd name="T0" fmla="*/ 0 w 30"/>
                <a:gd name="T1" fmla="*/ 81 h 34"/>
                <a:gd name="T2" fmla="*/ 62 w 30"/>
                <a:gd name="T3" fmla="*/ 0 h 34"/>
                <a:gd name="T4" fmla="*/ 131 w 30"/>
                <a:gd name="T5" fmla="*/ 71 h 34"/>
                <a:gd name="T6" fmla="*/ 69 w 30"/>
                <a:gd name="T7" fmla="*/ 147 h 34"/>
                <a:gd name="T8" fmla="*/ 0 w 30"/>
                <a:gd name="T9" fmla="*/ 81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34">
                  <a:moveTo>
                    <a:pt x="0" y="18"/>
                  </a:moveTo>
                  <a:cubicBezTo>
                    <a:pt x="0" y="9"/>
                    <a:pt x="6" y="1"/>
                    <a:pt x="14" y="0"/>
                  </a:cubicBezTo>
                  <a:cubicBezTo>
                    <a:pt x="22" y="0"/>
                    <a:pt x="29" y="7"/>
                    <a:pt x="30" y="16"/>
                  </a:cubicBezTo>
                  <a:cubicBezTo>
                    <a:pt x="30" y="25"/>
                    <a:pt x="24" y="33"/>
                    <a:pt x="16" y="33"/>
                  </a:cubicBezTo>
                  <a:cubicBezTo>
                    <a:pt x="8" y="34"/>
                    <a:pt x="1" y="27"/>
                    <a:pt x="0" y="18"/>
                  </a:cubicBezTo>
                </a:path>
              </a:pathLst>
            </a:custGeom>
            <a:solidFill>
              <a:srgbClr val="7133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290" name="Freeform 432">
              <a:extLst>
                <a:ext uri="{FF2B5EF4-FFF2-40B4-BE49-F238E27FC236}">
                  <a16:creationId xmlns:a16="http://schemas.microsoft.com/office/drawing/2014/main" id="{633C95FC-2243-4ACF-89C4-90E0FC11D216}"/>
                </a:ext>
              </a:extLst>
            </p:cNvPr>
            <p:cNvSpPr>
              <a:spLocks/>
            </p:cNvSpPr>
            <p:nvPr/>
          </p:nvSpPr>
          <p:spPr bwMode="auto">
            <a:xfrm>
              <a:off x="583" y="1401"/>
              <a:ext cx="216" cy="211"/>
            </a:xfrm>
            <a:custGeom>
              <a:avLst/>
              <a:gdLst>
                <a:gd name="T0" fmla="*/ 0 w 130"/>
                <a:gd name="T1" fmla="*/ 0 h 128"/>
                <a:gd name="T2" fmla="*/ 28 w 130"/>
                <a:gd name="T3" fmla="*/ 117 h 128"/>
                <a:gd name="T4" fmla="*/ 47 w 130"/>
                <a:gd name="T5" fmla="*/ 158 h 128"/>
                <a:gd name="T6" fmla="*/ 47 w 130"/>
                <a:gd name="T7" fmla="*/ 251 h 128"/>
                <a:gd name="T8" fmla="*/ 50 w 130"/>
                <a:gd name="T9" fmla="*/ 364 h 128"/>
                <a:gd name="T10" fmla="*/ 284 w 130"/>
                <a:gd name="T11" fmla="*/ 574 h 128"/>
                <a:gd name="T12" fmla="*/ 577 w 130"/>
                <a:gd name="T13" fmla="*/ 407 h 128"/>
                <a:gd name="T14" fmla="*/ 596 w 130"/>
                <a:gd name="T15" fmla="*/ 359 h 128"/>
                <a:gd name="T16" fmla="*/ 577 w 130"/>
                <a:gd name="T17" fmla="*/ 402 h 128"/>
                <a:gd name="T18" fmla="*/ 284 w 130"/>
                <a:gd name="T19" fmla="*/ 569 h 128"/>
                <a:gd name="T20" fmla="*/ 55 w 130"/>
                <a:gd name="T21" fmla="*/ 359 h 128"/>
                <a:gd name="T22" fmla="*/ 50 w 130"/>
                <a:gd name="T23" fmla="*/ 251 h 128"/>
                <a:gd name="T24" fmla="*/ 55 w 130"/>
                <a:gd name="T25" fmla="*/ 158 h 128"/>
                <a:gd name="T26" fmla="*/ 37 w 130"/>
                <a:gd name="T27" fmla="*/ 112 h 128"/>
                <a:gd name="T28" fmla="*/ 0 w 130"/>
                <a:gd name="T29" fmla="*/ 0 h 12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30" h="128">
                  <a:moveTo>
                    <a:pt x="0" y="0"/>
                  </a:moveTo>
                  <a:cubicBezTo>
                    <a:pt x="0" y="11"/>
                    <a:pt x="3" y="19"/>
                    <a:pt x="6" y="26"/>
                  </a:cubicBezTo>
                  <a:cubicBezTo>
                    <a:pt x="8" y="29"/>
                    <a:pt x="10" y="32"/>
                    <a:pt x="10" y="35"/>
                  </a:cubicBezTo>
                  <a:cubicBezTo>
                    <a:pt x="12" y="40"/>
                    <a:pt x="11" y="48"/>
                    <a:pt x="10" y="56"/>
                  </a:cubicBezTo>
                  <a:cubicBezTo>
                    <a:pt x="8" y="64"/>
                    <a:pt x="9" y="73"/>
                    <a:pt x="11" y="81"/>
                  </a:cubicBezTo>
                  <a:cubicBezTo>
                    <a:pt x="14" y="109"/>
                    <a:pt x="35" y="128"/>
                    <a:pt x="62" y="128"/>
                  </a:cubicBezTo>
                  <a:cubicBezTo>
                    <a:pt x="107" y="128"/>
                    <a:pt x="118" y="109"/>
                    <a:pt x="126" y="91"/>
                  </a:cubicBezTo>
                  <a:cubicBezTo>
                    <a:pt x="130" y="80"/>
                    <a:pt x="130" y="80"/>
                    <a:pt x="130" y="80"/>
                  </a:cubicBezTo>
                  <a:cubicBezTo>
                    <a:pt x="126" y="90"/>
                    <a:pt x="126" y="90"/>
                    <a:pt x="126" y="90"/>
                  </a:cubicBezTo>
                  <a:cubicBezTo>
                    <a:pt x="118" y="107"/>
                    <a:pt x="107" y="127"/>
                    <a:pt x="62" y="127"/>
                  </a:cubicBezTo>
                  <a:cubicBezTo>
                    <a:pt x="37" y="127"/>
                    <a:pt x="15" y="107"/>
                    <a:pt x="12" y="80"/>
                  </a:cubicBezTo>
                  <a:cubicBezTo>
                    <a:pt x="11" y="73"/>
                    <a:pt x="10" y="64"/>
                    <a:pt x="11" y="56"/>
                  </a:cubicBezTo>
                  <a:cubicBezTo>
                    <a:pt x="13" y="48"/>
                    <a:pt x="14" y="40"/>
                    <a:pt x="12" y="35"/>
                  </a:cubicBezTo>
                  <a:cubicBezTo>
                    <a:pt x="11" y="32"/>
                    <a:pt x="10" y="28"/>
                    <a:pt x="8" y="25"/>
                  </a:cubicBezTo>
                  <a:cubicBezTo>
                    <a:pt x="5" y="18"/>
                    <a:pt x="0" y="10"/>
                    <a:pt x="0" y="0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291" name="Freeform 433">
              <a:extLst>
                <a:ext uri="{FF2B5EF4-FFF2-40B4-BE49-F238E27FC236}">
                  <a16:creationId xmlns:a16="http://schemas.microsoft.com/office/drawing/2014/main" id="{6BCCB8B8-18C8-4893-B505-B55ABB034F0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70" y="1508"/>
              <a:ext cx="21" cy="23"/>
            </a:xfrm>
            <a:custGeom>
              <a:avLst/>
              <a:gdLst>
                <a:gd name="T0" fmla="*/ 55 w 13"/>
                <a:gd name="T1" fmla="*/ 21 h 14"/>
                <a:gd name="T2" fmla="*/ 50 w 13"/>
                <a:gd name="T3" fmla="*/ 35 h 14"/>
                <a:gd name="T4" fmla="*/ 42 w 13"/>
                <a:gd name="T5" fmla="*/ 43 h 14"/>
                <a:gd name="T6" fmla="*/ 29 w 13"/>
                <a:gd name="T7" fmla="*/ 54 h 14"/>
                <a:gd name="T8" fmla="*/ 16 w 13"/>
                <a:gd name="T9" fmla="*/ 43 h 14"/>
                <a:gd name="T10" fmla="*/ 13 w 13"/>
                <a:gd name="T11" fmla="*/ 33 h 14"/>
                <a:gd name="T12" fmla="*/ 13 w 13"/>
                <a:gd name="T13" fmla="*/ 33 h 14"/>
                <a:gd name="T14" fmla="*/ 13 w 13"/>
                <a:gd name="T15" fmla="*/ 33 h 14"/>
                <a:gd name="T16" fmla="*/ 13 w 13"/>
                <a:gd name="T17" fmla="*/ 21 h 14"/>
                <a:gd name="T18" fmla="*/ 8 w 13"/>
                <a:gd name="T19" fmla="*/ 21 h 14"/>
                <a:gd name="T20" fmla="*/ 8 w 13"/>
                <a:gd name="T21" fmla="*/ 13 h 14"/>
                <a:gd name="T22" fmla="*/ 0 w 13"/>
                <a:gd name="T23" fmla="*/ 33 h 14"/>
                <a:gd name="T24" fmla="*/ 13 w 13"/>
                <a:gd name="T25" fmla="*/ 54 h 14"/>
                <a:gd name="T26" fmla="*/ 29 w 13"/>
                <a:gd name="T27" fmla="*/ 62 h 14"/>
                <a:gd name="T28" fmla="*/ 50 w 13"/>
                <a:gd name="T29" fmla="*/ 54 h 14"/>
                <a:gd name="T30" fmla="*/ 55 w 13"/>
                <a:gd name="T31" fmla="*/ 26 h 14"/>
                <a:gd name="T32" fmla="*/ 55 w 13"/>
                <a:gd name="T33" fmla="*/ 21 h 14"/>
                <a:gd name="T34" fmla="*/ 26 w 13"/>
                <a:gd name="T35" fmla="*/ 8 h 14"/>
                <a:gd name="T36" fmla="*/ 29 w 13"/>
                <a:gd name="T37" fmla="*/ 8 h 14"/>
                <a:gd name="T38" fmla="*/ 29 w 13"/>
                <a:gd name="T39" fmla="*/ 13 h 14"/>
                <a:gd name="T40" fmla="*/ 29 w 13"/>
                <a:gd name="T41" fmla="*/ 5 h 14"/>
                <a:gd name="T42" fmla="*/ 29 w 13"/>
                <a:gd name="T43" fmla="*/ 0 h 14"/>
                <a:gd name="T44" fmla="*/ 26 w 13"/>
                <a:gd name="T45" fmla="*/ 0 h 14"/>
                <a:gd name="T46" fmla="*/ 26 w 13"/>
                <a:gd name="T47" fmla="*/ 0 h 14"/>
                <a:gd name="T48" fmla="*/ 26 w 13"/>
                <a:gd name="T49" fmla="*/ 8 h 14"/>
                <a:gd name="T50" fmla="*/ 26 w 13"/>
                <a:gd name="T51" fmla="*/ 8 h 14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13" h="14">
                  <a:moveTo>
                    <a:pt x="13" y="5"/>
                  </a:moveTo>
                  <a:cubicBezTo>
                    <a:pt x="12" y="6"/>
                    <a:pt x="12" y="7"/>
                    <a:pt x="12" y="8"/>
                  </a:cubicBezTo>
                  <a:cubicBezTo>
                    <a:pt x="11" y="9"/>
                    <a:pt x="11" y="10"/>
                    <a:pt x="10" y="10"/>
                  </a:cubicBezTo>
                  <a:cubicBezTo>
                    <a:pt x="7" y="12"/>
                    <a:pt x="7" y="12"/>
                    <a:pt x="7" y="12"/>
                  </a:cubicBezTo>
                  <a:cubicBezTo>
                    <a:pt x="7" y="12"/>
                    <a:pt x="4" y="10"/>
                    <a:pt x="4" y="10"/>
                  </a:cubicBezTo>
                  <a:cubicBezTo>
                    <a:pt x="3" y="7"/>
                    <a:pt x="3" y="7"/>
                    <a:pt x="3" y="7"/>
                  </a:cubicBezTo>
                  <a:cubicBezTo>
                    <a:pt x="3" y="7"/>
                    <a:pt x="3" y="7"/>
                    <a:pt x="3" y="7"/>
                  </a:cubicBezTo>
                  <a:cubicBezTo>
                    <a:pt x="3" y="7"/>
                    <a:pt x="3" y="7"/>
                    <a:pt x="3" y="7"/>
                  </a:cubicBezTo>
                  <a:cubicBezTo>
                    <a:pt x="3" y="6"/>
                    <a:pt x="3" y="6"/>
                    <a:pt x="3" y="5"/>
                  </a:cubicBezTo>
                  <a:cubicBezTo>
                    <a:pt x="3" y="5"/>
                    <a:pt x="3" y="5"/>
                    <a:pt x="2" y="5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3" y="12"/>
                    <a:pt x="3" y="12"/>
                    <a:pt x="3" y="12"/>
                  </a:cubicBezTo>
                  <a:cubicBezTo>
                    <a:pt x="7" y="14"/>
                    <a:pt x="7" y="14"/>
                    <a:pt x="7" y="14"/>
                  </a:cubicBezTo>
                  <a:cubicBezTo>
                    <a:pt x="12" y="12"/>
                    <a:pt x="12" y="12"/>
                    <a:pt x="12" y="12"/>
                  </a:cubicBezTo>
                  <a:cubicBezTo>
                    <a:pt x="13" y="6"/>
                    <a:pt x="13" y="6"/>
                    <a:pt x="13" y="6"/>
                  </a:cubicBezTo>
                  <a:lnTo>
                    <a:pt x="13" y="5"/>
                  </a:lnTo>
                  <a:close/>
                  <a:moveTo>
                    <a:pt x="6" y="2"/>
                  </a:moveTo>
                  <a:cubicBezTo>
                    <a:pt x="6" y="2"/>
                    <a:pt x="6" y="2"/>
                    <a:pt x="7" y="2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7" y="2"/>
                    <a:pt x="7" y="1"/>
                    <a:pt x="7" y="1"/>
                  </a:cubicBezTo>
                  <a:cubicBezTo>
                    <a:pt x="7" y="1"/>
                    <a:pt x="7" y="0"/>
                    <a:pt x="7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6" y="1"/>
                    <a:pt x="6" y="1"/>
                    <a:pt x="6" y="2"/>
                  </a:cubicBezTo>
                  <a:cubicBezTo>
                    <a:pt x="6" y="2"/>
                    <a:pt x="6" y="2"/>
                    <a:pt x="6" y="2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292" name="Freeform 434">
              <a:extLst>
                <a:ext uri="{FF2B5EF4-FFF2-40B4-BE49-F238E27FC236}">
                  <a16:creationId xmlns:a16="http://schemas.microsoft.com/office/drawing/2014/main" id="{55ED0F14-15EB-4EE3-94EE-298474007D7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55" y="1492"/>
              <a:ext cx="53" cy="57"/>
            </a:xfrm>
            <a:custGeom>
              <a:avLst/>
              <a:gdLst>
                <a:gd name="T0" fmla="*/ 0 w 32"/>
                <a:gd name="T1" fmla="*/ 88 h 35"/>
                <a:gd name="T2" fmla="*/ 5 w 32"/>
                <a:gd name="T3" fmla="*/ 98 h 35"/>
                <a:gd name="T4" fmla="*/ 13 w 32"/>
                <a:gd name="T5" fmla="*/ 96 h 35"/>
                <a:gd name="T6" fmla="*/ 8 w 32"/>
                <a:gd name="T7" fmla="*/ 81 h 35"/>
                <a:gd name="T8" fmla="*/ 0 w 32"/>
                <a:gd name="T9" fmla="*/ 88 h 35"/>
                <a:gd name="T10" fmla="*/ 68 w 32"/>
                <a:gd name="T11" fmla="*/ 8 h 35"/>
                <a:gd name="T12" fmla="*/ 68 w 32"/>
                <a:gd name="T13" fmla="*/ 0 h 35"/>
                <a:gd name="T14" fmla="*/ 63 w 32"/>
                <a:gd name="T15" fmla="*/ 5 h 35"/>
                <a:gd name="T16" fmla="*/ 63 w 32"/>
                <a:gd name="T17" fmla="*/ 8 h 35"/>
                <a:gd name="T18" fmla="*/ 68 w 32"/>
                <a:gd name="T19" fmla="*/ 8 h 35"/>
                <a:gd name="T20" fmla="*/ 68 w 32"/>
                <a:gd name="T21" fmla="*/ 8 h 35"/>
                <a:gd name="T22" fmla="*/ 137 w 32"/>
                <a:gd name="T23" fmla="*/ 75 h 35"/>
                <a:gd name="T24" fmla="*/ 146 w 32"/>
                <a:gd name="T25" fmla="*/ 64 h 35"/>
                <a:gd name="T26" fmla="*/ 133 w 32"/>
                <a:gd name="T27" fmla="*/ 34 h 35"/>
                <a:gd name="T28" fmla="*/ 133 w 32"/>
                <a:gd name="T29" fmla="*/ 34 h 35"/>
                <a:gd name="T30" fmla="*/ 124 w 32"/>
                <a:gd name="T31" fmla="*/ 39 h 35"/>
                <a:gd name="T32" fmla="*/ 137 w 32"/>
                <a:gd name="T33" fmla="*/ 68 h 35"/>
                <a:gd name="T34" fmla="*/ 137 w 32"/>
                <a:gd name="T35" fmla="*/ 75 h 35"/>
                <a:gd name="T36" fmla="*/ 118 w 32"/>
                <a:gd name="T37" fmla="*/ 117 h 35"/>
                <a:gd name="T38" fmla="*/ 76 w 32"/>
                <a:gd name="T39" fmla="*/ 138 h 35"/>
                <a:gd name="T40" fmla="*/ 28 w 32"/>
                <a:gd name="T41" fmla="*/ 117 h 35"/>
                <a:gd name="T42" fmla="*/ 13 w 32"/>
                <a:gd name="T43" fmla="*/ 122 h 35"/>
                <a:gd name="T44" fmla="*/ 76 w 32"/>
                <a:gd name="T45" fmla="*/ 151 h 35"/>
                <a:gd name="T46" fmla="*/ 126 w 32"/>
                <a:gd name="T47" fmla="*/ 122 h 35"/>
                <a:gd name="T48" fmla="*/ 139 w 32"/>
                <a:gd name="T49" fmla="*/ 90 h 35"/>
                <a:gd name="T50" fmla="*/ 133 w 32"/>
                <a:gd name="T51" fmla="*/ 96 h 35"/>
                <a:gd name="T52" fmla="*/ 118 w 32"/>
                <a:gd name="T53" fmla="*/ 117 h 35"/>
                <a:gd name="T54" fmla="*/ 28 w 32"/>
                <a:gd name="T55" fmla="*/ 29 h 35"/>
                <a:gd name="T56" fmla="*/ 20 w 32"/>
                <a:gd name="T57" fmla="*/ 21 h 35"/>
                <a:gd name="T58" fmla="*/ 8 w 32"/>
                <a:gd name="T59" fmla="*/ 39 h 35"/>
                <a:gd name="T60" fmla="*/ 20 w 32"/>
                <a:gd name="T61" fmla="*/ 47 h 35"/>
                <a:gd name="T62" fmla="*/ 28 w 32"/>
                <a:gd name="T63" fmla="*/ 29 h 35"/>
                <a:gd name="T64" fmla="*/ 0 w 32"/>
                <a:gd name="T65" fmla="*/ 60 h 35"/>
                <a:gd name="T66" fmla="*/ 0 w 32"/>
                <a:gd name="T67" fmla="*/ 60 h 35"/>
                <a:gd name="T68" fmla="*/ 0 w 32"/>
                <a:gd name="T69" fmla="*/ 60 h 35"/>
                <a:gd name="T70" fmla="*/ 0 w 32"/>
                <a:gd name="T71" fmla="*/ 60 h 35"/>
                <a:gd name="T72" fmla="*/ 109 w 32"/>
                <a:gd name="T73" fmla="*/ 21 h 35"/>
                <a:gd name="T74" fmla="*/ 118 w 32"/>
                <a:gd name="T75" fmla="*/ 13 h 35"/>
                <a:gd name="T76" fmla="*/ 91 w 32"/>
                <a:gd name="T77" fmla="*/ 0 h 35"/>
                <a:gd name="T78" fmla="*/ 91 w 32"/>
                <a:gd name="T79" fmla="*/ 8 h 35"/>
                <a:gd name="T80" fmla="*/ 109 w 32"/>
                <a:gd name="T81" fmla="*/ 21 h 35"/>
                <a:gd name="T82" fmla="*/ 41 w 32"/>
                <a:gd name="T83" fmla="*/ 18 h 35"/>
                <a:gd name="T84" fmla="*/ 46 w 32"/>
                <a:gd name="T85" fmla="*/ 5 h 35"/>
                <a:gd name="T86" fmla="*/ 36 w 32"/>
                <a:gd name="T87" fmla="*/ 8 h 35"/>
                <a:gd name="T88" fmla="*/ 41 w 32"/>
                <a:gd name="T89" fmla="*/ 18 h 35"/>
                <a:gd name="T90" fmla="*/ 41 w 32"/>
                <a:gd name="T91" fmla="*/ 18 h 35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32" h="35">
                  <a:moveTo>
                    <a:pt x="0" y="20"/>
                  </a:moveTo>
                  <a:cubicBezTo>
                    <a:pt x="0" y="21"/>
                    <a:pt x="1" y="22"/>
                    <a:pt x="1" y="23"/>
                  </a:cubicBezTo>
                  <a:cubicBezTo>
                    <a:pt x="2" y="23"/>
                    <a:pt x="2" y="23"/>
                    <a:pt x="3" y="22"/>
                  </a:cubicBezTo>
                  <a:cubicBezTo>
                    <a:pt x="3" y="21"/>
                    <a:pt x="2" y="20"/>
                    <a:pt x="2" y="19"/>
                  </a:cubicBezTo>
                  <a:cubicBezTo>
                    <a:pt x="2" y="19"/>
                    <a:pt x="1" y="19"/>
                    <a:pt x="0" y="20"/>
                  </a:cubicBezTo>
                  <a:moveTo>
                    <a:pt x="15" y="2"/>
                  </a:moveTo>
                  <a:cubicBezTo>
                    <a:pt x="15" y="1"/>
                    <a:pt x="15" y="1"/>
                    <a:pt x="15" y="0"/>
                  </a:cubicBezTo>
                  <a:cubicBezTo>
                    <a:pt x="15" y="0"/>
                    <a:pt x="14" y="1"/>
                    <a:pt x="14" y="1"/>
                  </a:cubicBezTo>
                  <a:cubicBezTo>
                    <a:pt x="14" y="1"/>
                    <a:pt x="14" y="1"/>
                    <a:pt x="14" y="2"/>
                  </a:cubicBezTo>
                  <a:cubicBezTo>
                    <a:pt x="14" y="2"/>
                    <a:pt x="15" y="2"/>
                    <a:pt x="15" y="2"/>
                  </a:cubicBezTo>
                  <a:cubicBezTo>
                    <a:pt x="15" y="2"/>
                    <a:pt x="15" y="2"/>
                    <a:pt x="15" y="2"/>
                  </a:cubicBezTo>
                  <a:moveTo>
                    <a:pt x="30" y="17"/>
                  </a:moveTo>
                  <a:cubicBezTo>
                    <a:pt x="30" y="16"/>
                    <a:pt x="31" y="16"/>
                    <a:pt x="32" y="15"/>
                  </a:cubicBezTo>
                  <a:cubicBezTo>
                    <a:pt x="31" y="12"/>
                    <a:pt x="31" y="10"/>
                    <a:pt x="29" y="8"/>
                  </a:cubicBezTo>
                  <a:cubicBezTo>
                    <a:pt x="29" y="8"/>
                    <a:pt x="29" y="8"/>
                    <a:pt x="29" y="8"/>
                  </a:cubicBezTo>
                  <a:cubicBezTo>
                    <a:pt x="28" y="8"/>
                    <a:pt x="28" y="8"/>
                    <a:pt x="27" y="9"/>
                  </a:cubicBezTo>
                  <a:cubicBezTo>
                    <a:pt x="29" y="11"/>
                    <a:pt x="29" y="13"/>
                    <a:pt x="30" y="16"/>
                  </a:cubicBezTo>
                  <a:cubicBezTo>
                    <a:pt x="30" y="16"/>
                    <a:pt x="29" y="16"/>
                    <a:pt x="30" y="17"/>
                  </a:cubicBezTo>
                  <a:moveTo>
                    <a:pt x="26" y="27"/>
                  </a:moveTo>
                  <a:cubicBezTo>
                    <a:pt x="24" y="30"/>
                    <a:pt x="21" y="32"/>
                    <a:pt x="17" y="32"/>
                  </a:cubicBezTo>
                  <a:cubicBezTo>
                    <a:pt x="12" y="32"/>
                    <a:pt x="8" y="30"/>
                    <a:pt x="6" y="27"/>
                  </a:cubicBezTo>
                  <a:cubicBezTo>
                    <a:pt x="5" y="27"/>
                    <a:pt x="4" y="27"/>
                    <a:pt x="3" y="28"/>
                  </a:cubicBezTo>
                  <a:cubicBezTo>
                    <a:pt x="7" y="32"/>
                    <a:pt x="12" y="35"/>
                    <a:pt x="17" y="35"/>
                  </a:cubicBezTo>
                  <a:cubicBezTo>
                    <a:pt x="21" y="34"/>
                    <a:pt x="25" y="32"/>
                    <a:pt x="28" y="28"/>
                  </a:cubicBezTo>
                  <a:cubicBezTo>
                    <a:pt x="30" y="26"/>
                    <a:pt x="31" y="24"/>
                    <a:pt x="31" y="21"/>
                  </a:cubicBezTo>
                  <a:cubicBezTo>
                    <a:pt x="30" y="22"/>
                    <a:pt x="29" y="22"/>
                    <a:pt x="29" y="22"/>
                  </a:cubicBezTo>
                  <a:cubicBezTo>
                    <a:pt x="28" y="24"/>
                    <a:pt x="27" y="25"/>
                    <a:pt x="26" y="27"/>
                  </a:cubicBezTo>
                  <a:moveTo>
                    <a:pt x="6" y="7"/>
                  </a:moveTo>
                  <a:cubicBezTo>
                    <a:pt x="5" y="6"/>
                    <a:pt x="5" y="6"/>
                    <a:pt x="4" y="5"/>
                  </a:cubicBezTo>
                  <a:cubicBezTo>
                    <a:pt x="3" y="6"/>
                    <a:pt x="2" y="7"/>
                    <a:pt x="2" y="9"/>
                  </a:cubicBezTo>
                  <a:cubicBezTo>
                    <a:pt x="2" y="9"/>
                    <a:pt x="3" y="10"/>
                    <a:pt x="4" y="11"/>
                  </a:cubicBezTo>
                  <a:cubicBezTo>
                    <a:pt x="4" y="9"/>
                    <a:pt x="5" y="8"/>
                    <a:pt x="6" y="7"/>
                  </a:cubicBezTo>
                  <a:moveTo>
                    <a:pt x="0" y="14"/>
                  </a:moveTo>
                  <a:cubicBezTo>
                    <a:pt x="0" y="14"/>
                    <a:pt x="0" y="14"/>
                    <a:pt x="0" y="14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0" y="14"/>
                    <a:pt x="0" y="14"/>
                    <a:pt x="0" y="14"/>
                  </a:cubicBezTo>
                  <a:moveTo>
                    <a:pt x="24" y="5"/>
                  </a:moveTo>
                  <a:cubicBezTo>
                    <a:pt x="25" y="4"/>
                    <a:pt x="26" y="4"/>
                    <a:pt x="26" y="3"/>
                  </a:cubicBezTo>
                  <a:cubicBezTo>
                    <a:pt x="24" y="2"/>
                    <a:pt x="22" y="0"/>
                    <a:pt x="20" y="0"/>
                  </a:cubicBezTo>
                  <a:cubicBezTo>
                    <a:pt x="20" y="1"/>
                    <a:pt x="20" y="1"/>
                    <a:pt x="20" y="2"/>
                  </a:cubicBezTo>
                  <a:cubicBezTo>
                    <a:pt x="22" y="3"/>
                    <a:pt x="23" y="4"/>
                    <a:pt x="24" y="5"/>
                  </a:cubicBezTo>
                  <a:moveTo>
                    <a:pt x="9" y="4"/>
                  </a:moveTo>
                  <a:cubicBezTo>
                    <a:pt x="10" y="3"/>
                    <a:pt x="10" y="2"/>
                    <a:pt x="10" y="1"/>
                  </a:cubicBezTo>
                  <a:cubicBezTo>
                    <a:pt x="9" y="1"/>
                    <a:pt x="8" y="1"/>
                    <a:pt x="8" y="2"/>
                  </a:cubicBezTo>
                  <a:cubicBezTo>
                    <a:pt x="8" y="3"/>
                    <a:pt x="9" y="3"/>
                    <a:pt x="9" y="4"/>
                  </a:cubicBezTo>
                  <a:cubicBezTo>
                    <a:pt x="9" y="4"/>
                    <a:pt x="9" y="4"/>
                    <a:pt x="9" y="4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293" name="Freeform 435">
              <a:extLst>
                <a:ext uri="{FF2B5EF4-FFF2-40B4-BE49-F238E27FC236}">
                  <a16:creationId xmlns:a16="http://schemas.microsoft.com/office/drawing/2014/main" id="{36F8B2EE-929F-4B01-B6AD-4531D277A63D}"/>
                </a:ext>
              </a:extLst>
            </p:cNvPr>
            <p:cNvSpPr>
              <a:spLocks/>
            </p:cNvSpPr>
            <p:nvPr/>
          </p:nvSpPr>
          <p:spPr bwMode="auto">
            <a:xfrm>
              <a:off x="603" y="1445"/>
              <a:ext cx="20" cy="134"/>
            </a:xfrm>
            <a:custGeom>
              <a:avLst/>
              <a:gdLst>
                <a:gd name="T0" fmla="*/ 5 w 12"/>
                <a:gd name="T1" fmla="*/ 8 h 81"/>
                <a:gd name="T2" fmla="*/ 22 w 12"/>
                <a:gd name="T3" fmla="*/ 99 h 81"/>
                <a:gd name="T4" fmla="*/ 8 w 12"/>
                <a:gd name="T5" fmla="*/ 189 h 81"/>
                <a:gd name="T6" fmla="*/ 20 w 12"/>
                <a:gd name="T7" fmla="*/ 271 h 81"/>
                <a:gd name="T8" fmla="*/ 42 w 12"/>
                <a:gd name="T9" fmla="*/ 318 h 81"/>
                <a:gd name="T10" fmla="*/ 55 w 12"/>
                <a:gd name="T11" fmla="*/ 367 h 81"/>
                <a:gd name="T12" fmla="*/ 47 w 12"/>
                <a:gd name="T13" fmla="*/ 306 h 81"/>
                <a:gd name="T14" fmla="*/ 33 w 12"/>
                <a:gd name="T15" fmla="*/ 242 h 81"/>
                <a:gd name="T16" fmla="*/ 42 w 12"/>
                <a:gd name="T17" fmla="*/ 122 h 81"/>
                <a:gd name="T18" fmla="*/ 0 w 12"/>
                <a:gd name="T19" fmla="*/ 0 h 8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" h="81">
                  <a:moveTo>
                    <a:pt x="1" y="2"/>
                  </a:moveTo>
                  <a:cubicBezTo>
                    <a:pt x="3" y="9"/>
                    <a:pt x="5" y="15"/>
                    <a:pt x="5" y="22"/>
                  </a:cubicBezTo>
                  <a:cubicBezTo>
                    <a:pt x="4" y="29"/>
                    <a:pt x="2" y="35"/>
                    <a:pt x="2" y="42"/>
                  </a:cubicBezTo>
                  <a:cubicBezTo>
                    <a:pt x="2" y="48"/>
                    <a:pt x="2" y="54"/>
                    <a:pt x="4" y="60"/>
                  </a:cubicBezTo>
                  <a:cubicBezTo>
                    <a:pt x="5" y="63"/>
                    <a:pt x="8" y="67"/>
                    <a:pt x="9" y="70"/>
                  </a:cubicBezTo>
                  <a:cubicBezTo>
                    <a:pt x="10" y="74"/>
                    <a:pt x="11" y="78"/>
                    <a:pt x="12" y="81"/>
                  </a:cubicBezTo>
                  <a:cubicBezTo>
                    <a:pt x="10" y="77"/>
                    <a:pt x="10" y="73"/>
                    <a:pt x="10" y="68"/>
                  </a:cubicBezTo>
                  <a:cubicBezTo>
                    <a:pt x="9" y="63"/>
                    <a:pt x="7" y="58"/>
                    <a:pt x="7" y="53"/>
                  </a:cubicBezTo>
                  <a:cubicBezTo>
                    <a:pt x="7" y="43"/>
                    <a:pt x="8" y="35"/>
                    <a:pt x="9" y="27"/>
                  </a:cubicBezTo>
                  <a:cubicBezTo>
                    <a:pt x="11" y="14"/>
                    <a:pt x="8" y="7"/>
                    <a:pt x="0" y="0"/>
                  </a:cubicBezTo>
                </a:path>
              </a:pathLst>
            </a:custGeom>
            <a:solidFill>
              <a:srgbClr val="C17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294" name="Freeform 436">
              <a:extLst>
                <a:ext uri="{FF2B5EF4-FFF2-40B4-BE49-F238E27FC236}">
                  <a16:creationId xmlns:a16="http://schemas.microsoft.com/office/drawing/2014/main" id="{FA0B0EED-694C-4895-9205-146D87C18D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2" y="1492"/>
              <a:ext cx="50" cy="56"/>
            </a:xfrm>
            <a:custGeom>
              <a:avLst/>
              <a:gdLst>
                <a:gd name="T0" fmla="*/ 138 w 30"/>
                <a:gd name="T1" fmla="*/ 81 h 34"/>
                <a:gd name="T2" fmla="*/ 75 w 30"/>
                <a:gd name="T3" fmla="*/ 0 h 34"/>
                <a:gd name="T4" fmla="*/ 0 w 30"/>
                <a:gd name="T5" fmla="*/ 71 h 34"/>
                <a:gd name="T6" fmla="*/ 63 w 30"/>
                <a:gd name="T7" fmla="*/ 147 h 34"/>
                <a:gd name="T8" fmla="*/ 138 w 30"/>
                <a:gd name="T9" fmla="*/ 81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34">
                  <a:moveTo>
                    <a:pt x="30" y="18"/>
                  </a:moveTo>
                  <a:cubicBezTo>
                    <a:pt x="30" y="9"/>
                    <a:pt x="24" y="1"/>
                    <a:pt x="16" y="0"/>
                  </a:cubicBezTo>
                  <a:cubicBezTo>
                    <a:pt x="8" y="0"/>
                    <a:pt x="1" y="7"/>
                    <a:pt x="0" y="16"/>
                  </a:cubicBezTo>
                  <a:cubicBezTo>
                    <a:pt x="0" y="25"/>
                    <a:pt x="6" y="33"/>
                    <a:pt x="14" y="33"/>
                  </a:cubicBezTo>
                  <a:cubicBezTo>
                    <a:pt x="22" y="34"/>
                    <a:pt x="29" y="27"/>
                    <a:pt x="30" y="18"/>
                  </a:cubicBezTo>
                </a:path>
              </a:pathLst>
            </a:custGeom>
            <a:solidFill>
              <a:srgbClr val="7133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295" name="Freeform 437">
              <a:extLst>
                <a:ext uri="{FF2B5EF4-FFF2-40B4-BE49-F238E27FC236}">
                  <a16:creationId xmlns:a16="http://schemas.microsoft.com/office/drawing/2014/main" id="{22446A60-0C40-403B-9AF7-8BD0C888676A}"/>
                </a:ext>
              </a:extLst>
            </p:cNvPr>
            <p:cNvSpPr>
              <a:spLocks/>
            </p:cNvSpPr>
            <p:nvPr/>
          </p:nvSpPr>
          <p:spPr bwMode="auto">
            <a:xfrm>
              <a:off x="909" y="1401"/>
              <a:ext cx="216" cy="211"/>
            </a:xfrm>
            <a:custGeom>
              <a:avLst/>
              <a:gdLst>
                <a:gd name="T0" fmla="*/ 596 w 130"/>
                <a:gd name="T1" fmla="*/ 0 h 128"/>
                <a:gd name="T2" fmla="*/ 563 w 130"/>
                <a:gd name="T3" fmla="*/ 117 h 128"/>
                <a:gd name="T4" fmla="*/ 547 w 130"/>
                <a:gd name="T5" fmla="*/ 158 h 128"/>
                <a:gd name="T6" fmla="*/ 550 w 130"/>
                <a:gd name="T7" fmla="*/ 251 h 128"/>
                <a:gd name="T8" fmla="*/ 547 w 130"/>
                <a:gd name="T9" fmla="*/ 364 h 128"/>
                <a:gd name="T10" fmla="*/ 312 w 130"/>
                <a:gd name="T11" fmla="*/ 574 h 128"/>
                <a:gd name="T12" fmla="*/ 13 w 130"/>
                <a:gd name="T13" fmla="*/ 407 h 128"/>
                <a:gd name="T14" fmla="*/ 0 w 130"/>
                <a:gd name="T15" fmla="*/ 359 h 128"/>
                <a:gd name="T16" fmla="*/ 20 w 130"/>
                <a:gd name="T17" fmla="*/ 402 h 128"/>
                <a:gd name="T18" fmla="*/ 306 w 130"/>
                <a:gd name="T19" fmla="*/ 569 h 128"/>
                <a:gd name="T20" fmla="*/ 542 w 130"/>
                <a:gd name="T21" fmla="*/ 359 h 128"/>
                <a:gd name="T22" fmla="*/ 547 w 130"/>
                <a:gd name="T23" fmla="*/ 251 h 128"/>
                <a:gd name="T24" fmla="*/ 542 w 130"/>
                <a:gd name="T25" fmla="*/ 158 h 128"/>
                <a:gd name="T26" fmla="*/ 560 w 130"/>
                <a:gd name="T27" fmla="*/ 112 h 128"/>
                <a:gd name="T28" fmla="*/ 596 w 130"/>
                <a:gd name="T29" fmla="*/ 0 h 12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30" h="128">
                  <a:moveTo>
                    <a:pt x="130" y="0"/>
                  </a:moveTo>
                  <a:cubicBezTo>
                    <a:pt x="130" y="11"/>
                    <a:pt x="127" y="19"/>
                    <a:pt x="123" y="26"/>
                  </a:cubicBezTo>
                  <a:cubicBezTo>
                    <a:pt x="122" y="29"/>
                    <a:pt x="120" y="32"/>
                    <a:pt x="119" y="35"/>
                  </a:cubicBezTo>
                  <a:cubicBezTo>
                    <a:pt x="118" y="40"/>
                    <a:pt x="119" y="48"/>
                    <a:pt x="120" y="56"/>
                  </a:cubicBezTo>
                  <a:cubicBezTo>
                    <a:pt x="122" y="64"/>
                    <a:pt x="120" y="73"/>
                    <a:pt x="119" y="81"/>
                  </a:cubicBezTo>
                  <a:cubicBezTo>
                    <a:pt x="116" y="109"/>
                    <a:pt x="94" y="128"/>
                    <a:pt x="68" y="128"/>
                  </a:cubicBezTo>
                  <a:cubicBezTo>
                    <a:pt x="23" y="128"/>
                    <a:pt x="12" y="109"/>
                    <a:pt x="3" y="91"/>
                  </a:cubicBezTo>
                  <a:cubicBezTo>
                    <a:pt x="0" y="80"/>
                    <a:pt x="0" y="80"/>
                    <a:pt x="0" y="80"/>
                  </a:cubicBezTo>
                  <a:cubicBezTo>
                    <a:pt x="4" y="90"/>
                    <a:pt x="4" y="90"/>
                    <a:pt x="4" y="90"/>
                  </a:cubicBezTo>
                  <a:cubicBezTo>
                    <a:pt x="12" y="107"/>
                    <a:pt x="23" y="127"/>
                    <a:pt x="67" y="127"/>
                  </a:cubicBezTo>
                  <a:cubicBezTo>
                    <a:pt x="93" y="127"/>
                    <a:pt x="115" y="107"/>
                    <a:pt x="118" y="80"/>
                  </a:cubicBezTo>
                  <a:cubicBezTo>
                    <a:pt x="119" y="73"/>
                    <a:pt x="120" y="64"/>
                    <a:pt x="119" y="56"/>
                  </a:cubicBezTo>
                  <a:cubicBezTo>
                    <a:pt x="117" y="48"/>
                    <a:pt x="116" y="40"/>
                    <a:pt x="118" y="35"/>
                  </a:cubicBezTo>
                  <a:cubicBezTo>
                    <a:pt x="119" y="32"/>
                    <a:pt x="120" y="28"/>
                    <a:pt x="122" y="25"/>
                  </a:cubicBezTo>
                  <a:cubicBezTo>
                    <a:pt x="125" y="18"/>
                    <a:pt x="130" y="10"/>
                    <a:pt x="130" y="0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296" name="Freeform 438">
              <a:extLst>
                <a:ext uri="{FF2B5EF4-FFF2-40B4-BE49-F238E27FC236}">
                  <a16:creationId xmlns:a16="http://schemas.microsoft.com/office/drawing/2014/main" id="{1BC4D3E3-31B8-4CE8-8109-6F8929AAB02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016" y="1508"/>
              <a:ext cx="21" cy="23"/>
            </a:xfrm>
            <a:custGeom>
              <a:avLst/>
              <a:gdLst>
                <a:gd name="T0" fmla="*/ 0 w 13"/>
                <a:gd name="T1" fmla="*/ 26 h 14"/>
                <a:gd name="T2" fmla="*/ 8 w 13"/>
                <a:gd name="T3" fmla="*/ 54 h 14"/>
                <a:gd name="T4" fmla="*/ 26 w 13"/>
                <a:gd name="T5" fmla="*/ 62 h 14"/>
                <a:gd name="T6" fmla="*/ 47 w 13"/>
                <a:gd name="T7" fmla="*/ 54 h 14"/>
                <a:gd name="T8" fmla="*/ 55 w 13"/>
                <a:gd name="T9" fmla="*/ 33 h 14"/>
                <a:gd name="T10" fmla="*/ 50 w 13"/>
                <a:gd name="T11" fmla="*/ 13 h 14"/>
                <a:gd name="T12" fmla="*/ 47 w 13"/>
                <a:gd name="T13" fmla="*/ 21 h 14"/>
                <a:gd name="T14" fmla="*/ 47 w 13"/>
                <a:gd name="T15" fmla="*/ 21 h 14"/>
                <a:gd name="T16" fmla="*/ 47 w 13"/>
                <a:gd name="T17" fmla="*/ 33 h 14"/>
                <a:gd name="T18" fmla="*/ 47 w 13"/>
                <a:gd name="T19" fmla="*/ 33 h 14"/>
                <a:gd name="T20" fmla="*/ 47 w 13"/>
                <a:gd name="T21" fmla="*/ 33 h 14"/>
                <a:gd name="T22" fmla="*/ 42 w 13"/>
                <a:gd name="T23" fmla="*/ 43 h 14"/>
                <a:gd name="T24" fmla="*/ 29 w 13"/>
                <a:gd name="T25" fmla="*/ 54 h 14"/>
                <a:gd name="T26" fmla="*/ 16 w 13"/>
                <a:gd name="T27" fmla="*/ 43 h 14"/>
                <a:gd name="T28" fmla="*/ 8 w 13"/>
                <a:gd name="T29" fmla="*/ 35 h 14"/>
                <a:gd name="T30" fmla="*/ 5 w 13"/>
                <a:gd name="T31" fmla="*/ 21 h 14"/>
                <a:gd name="T32" fmla="*/ 0 w 13"/>
                <a:gd name="T33" fmla="*/ 26 h 14"/>
                <a:gd name="T34" fmla="*/ 34 w 13"/>
                <a:gd name="T35" fmla="*/ 8 h 14"/>
                <a:gd name="T36" fmla="*/ 34 w 13"/>
                <a:gd name="T37" fmla="*/ 8 h 14"/>
                <a:gd name="T38" fmla="*/ 34 w 13"/>
                <a:gd name="T39" fmla="*/ 0 h 14"/>
                <a:gd name="T40" fmla="*/ 29 w 13"/>
                <a:gd name="T41" fmla="*/ 0 h 14"/>
                <a:gd name="T42" fmla="*/ 26 w 13"/>
                <a:gd name="T43" fmla="*/ 0 h 14"/>
                <a:gd name="T44" fmla="*/ 26 w 13"/>
                <a:gd name="T45" fmla="*/ 5 h 14"/>
                <a:gd name="T46" fmla="*/ 26 w 13"/>
                <a:gd name="T47" fmla="*/ 13 h 14"/>
                <a:gd name="T48" fmla="*/ 29 w 13"/>
                <a:gd name="T49" fmla="*/ 8 h 14"/>
                <a:gd name="T50" fmla="*/ 34 w 13"/>
                <a:gd name="T51" fmla="*/ 8 h 14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13" h="14">
                  <a:moveTo>
                    <a:pt x="0" y="6"/>
                  </a:moveTo>
                  <a:cubicBezTo>
                    <a:pt x="2" y="12"/>
                    <a:pt x="2" y="12"/>
                    <a:pt x="2" y="12"/>
                  </a:cubicBezTo>
                  <a:cubicBezTo>
                    <a:pt x="6" y="14"/>
                    <a:pt x="6" y="14"/>
                    <a:pt x="6" y="14"/>
                  </a:cubicBezTo>
                  <a:cubicBezTo>
                    <a:pt x="11" y="12"/>
                    <a:pt x="11" y="12"/>
                    <a:pt x="11" y="12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2" y="3"/>
                    <a:pt x="12" y="3"/>
                    <a:pt x="12" y="3"/>
                  </a:cubicBezTo>
                  <a:cubicBezTo>
                    <a:pt x="11" y="5"/>
                    <a:pt x="11" y="5"/>
                    <a:pt x="11" y="5"/>
                  </a:cubicBezTo>
                  <a:cubicBezTo>
                    <a:pt x="11" y="5"/>
                    <a:pt x="11" y="5"/>
                    <a:pt x="11" y="5"/>
                  </a:cubicBezTo>
                  <a:cubicBezTo>
                    <a:pt x="11" y="6"/>
                    <a:pt x="11" y="6"/>
                    <a:pt x="11" y="7"/>
                  </a:cubicBezTo>
                  <a:cubicBezTo>
                    <a:pt x="11" y="7"/>
                    <a:pt x="11" y="7"/>
                    <a:pt x="11" y="7"/>
                  </a:cubicBezTo>
                  <a:cubicBezTo>
                    <a:pt x="11" y="7"/>
                    <a:pt x="11" y="7"/>
                    <a:pt x="11" y="7"/>
                  </a:cubicBezTo>
                  <a:cubicBezTo>
                    <a:pt x="10" y="10"/>
                    <a:pt x="10" y="10"/>
                    <a:pt x="10" y="10"/>
                  </a:cubicBezTo>
                  <a:cubicBezTo>
                    <a:pt x="10" y="10"/>
                    <a:pt x="7" y="12"/>
                    <a:pt x="7" y="12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3" y="10"/>
                    <a:pt x="2" y="9"/>
                    <a:pt x="2" y="8"/>
                  </a:cubicBezTo>
                  <a:cubicBezTo>
                    <a:pt x="2" y="7"/>
                    <a:pt x="2" y="6"/>
                    <a:pt x="1" y="5"/>
                  </a:cubicBezTo>
                  <a:lnTo>
                    <a:pt x="0" y="6"/>
                  </a:lnTo>
                  <a:close/>
                  <a:moveTo>
                    <a:pt x="8" y="2"/>
                  </a:moveTo>
                  <a:cubicBezTo>
                    <a:pt x="8" y="2"/>
                    <a:pt x="8" y="2"/>
                    <a:pt x="8" y="2"/>
                  </a:cubicBezTo>
                  <a:cubicBezTo>
                    <a:pt x="8" y="1"/>
                    <a:pt x="8" y="1"/>
                    <a:pt x="8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6" y="0"/>
                    <a:pt x="6" y="1"/>
                    <a:pt x="6" y="1"/>
                  </a:cubicBezTo>
                  <a:cubicBezTo>
                    <a:pt x="6" y="1"/>
                    <a:pt x="6" y="2"/>
                    <a:pt x="6" y="3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7" y="2"/>
                    <a:pt x="8" y="2"/>
                    <a:pt x="8" y="2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297" name="Freeform 439">
              <a:extLst>
                <a:ext uri="{FF2B5EF4-FFF2-40B4-BE49-F238E27FC236}">
                  <a16:creationId xmlns:a16="http://schemas.microsoft.com/office/drawing/2014/main" id="{D1A93EE3-3390-4081-ACAC-47C045E779A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001" y="1492"/>
              <a:ext cx="53" cy="57"/>
            </a:xfrm>
            <a:custGeom>
              <a:avLst/>
              <a:gdLst>
                <a:gd name="T0" fmla="*/ 146 w 32"/>
                <a:gd name="T1" fmla="*/ 88 h 35"/>
                <a:gd name="T2" fmla="*/ 133 w 32"/>
                <a:gd name="T3" fmla="*/ 81 h 35"/>
                <a:gd name="T4" fmla="*/ 133 w 32"/>
                <a:gd name="T5" fmla="*/ 96 h 35"/>
                <a:gd name="T6" fmla="*/ 139 w 32"/>
                <a:gd name="T7" fmla="*/ 98 h 35"/>
                <a:gd name="T8" fmla="*/ 146 w 32"/>
                <a:gd name="T9" fmla="*/ 88 h 35"/>
                <a:gd name="T10" fmla="*/ 76 w 32"/>
                <a:gd name="T11" fmla="*/ 8 h 35"/>
                <a:gd name="T12" fmla="*/ 76 w 32"/>
                <a:gd name="T13" fmla="*/ 8 h 35"/>
                <a:gd name="T14" fmla="*/ 83 w 32"/>
                <a:gd name="T15" fmla="*/ 8 h 35"/>
                <a:gd name="T16" fmla="*/ 76 w 32"/>
                <a:gd name="T17" fmla="*/ 5 h 35"/>
                <a:gd name="T18" fmla="*/ 76 w 32"/>
                <a:gd name="T19" fmla="*/ 0 h 35"/>
                <a:gd name="T20" fmla="*/ 76 w 32"/>
                <a:gd name="T21" fmla="*/ 8 h 35"/>
                <a:gd name="T22" fmla="*/ 8 w 32"/>
                <a:gd name="T23" fmla="*/ 75 h 35"/>
                <a:gd name="T24" fmla="*/ 8 w 32"/>
                <a:gd name="T25" fmla="*/ 68 h 35"/>
                <a:gd name="T26" fmla="*/ 22 w 32"/>
                <a:gd name="T27" fmla="*/ 39 h 35"/>
                <a:gd name="T28" fmla="*/ 13 w 32"/>
                <a:gd name="T29" fmla="*/ 34 h 35"/>
                <a:gd name="T30" fmla="*/ 8 w 32"/>
                <a:gd name="T31" fmla="*/ 34 h 35"/>
                <a:gd name="T32" fmla="*/ 0 w 32"/>
                <a:gd name="T33" fmla="*/ 64 h 35"/>
                <a:gd name="T34" fmla="*/ 8 w 32"/>
                <a:gd name="T35" fmla="*/ 75 h 35"/>
                <a:gd name="T36" fmla="*/ 28 w 32"/>
                <a:gd name="T37" fmla="*/ 117 h 35"/>
                <a:gd name="T38" fmla="*/ 13 w 32"/>
                <a:gd name="T39" fmla="*/ 96 h 35"/>
                <a:gd name="T40" fmla="*/ 5 w 32"/>
                <a:gd name="T41" fmla="*/ 90 h 35"/>
                <a:gd name="T42" fmla="*/ 20 w 32"/>
                <a:gd name="T43" fmla="*/ 122 h 35"/>
                <a:gd name="T44" fmla="*/ 68 w 32"/>
                <a:gd name="T45" fmla="*/ 151 h 35"/>
                <a:gd name="T46" fmla="*/ 126 w 32"/>
                <a:gd name="T47" fmla="*/ 122 h 35"/>
                <a:gd name="T48" fmla="*/ 118 w 32"/>
                <a:gd name="T49" fmla="*/ 117 h 35"/>
                <a:gd name="T50" fmla="*/ 68 w 32"/>
                <a:gd name="T51" fmla="*/ 138 h 35"/>
                <a:gd name="T52" fmla="*/ 28 w 32"/>
                <a:gd name="T53" fmla="*/ 117 h 35"/>
                <a:gd name="T54" fmla="*/ 118 w 32"/>
                <a:gd name="T55" fmla="*/ 29 h 35"/>
                <a:gd name="T56" fmla="*/ 126 w 32"/>
                <a:gd name="T57" fmla="*/ 47 h 35"/>
                <a:gd name="T58" fmla="*/ 137 w 32"/>
                <a:gd name="T59" fmla="*/ 39 h 35"/>
                <a:gd name="T60" fmla="*/ 126 w 32"/>
                <a:gd name="T61" fmla="*/ 21 h 35"/>
                <a:gd name="T62" fmla="*/ 118 w 32"/>
                <a:gd name="T63" fmla="*/ 29 h 35"/>
                <a:gd name="T64" fmla="*/ 146 w 32"/>
                <a:gd name="T65" fmla="*/ 60 h 35"/>
                <a:gd name="T66" fmla="*/ 139 w 32"/>
                <a:gd name="T67" fmla="*/ 60 h 35"/>
                <a:gd name="T68" fmla="*/ 146 w 32"/>
                <a:gd name="T69" fmla="*/ 60 h 35"/>
                <a:gd name="T70" fmla="*/ 146 w 32"/>
                <a:gd name="T71" fmla="*/ 60 h 35"/>
                <a:gd name="T72" fmla="*/ 36 w 32"/>
                <a:gd name="T73" fmla="*/ 21 h 35"/>
                <a:gd name="T74" fmla="*/ 55 w 32"/>
                <a:gd name="T75" fmla="*/ 8 h 35"/>
                <a:gd name="T76" fmla="*/ 55 w 32"/>
                <a:gd name="T77" fmla="*/ 0 h 35"/>
                <a:gd name="T78" fmla="*/ 28 w 32"/>
                <a:gd name="T79" fmla="*/ 13 h 35"/>
                <a:gd name="T80" fmla="*/ 36 w 32"/>
                <a:gd name="T81" fmla="*/ 21 h 35"/>
                <a:gd name="T82" fmla="*/ 99 w 32"/>
                <a:gd name="T83" fmla="*/ 18 h 35"/>
                <a:gd name="T84" fmla="*/ 104 w 32"/>
                <a:gd name="T85" fmla="*/ 18 h 35"/>
                <a:gd name="T86" fmla="*/ 109 w 32"/>
                <a:gd name="T87" fmla="*/ 8 h 35"/>
                <a:gd name="T88" fmla="*/ 99 w 32"/>
                <a:gd name="T89" fmla="*/ 5 h 35"/>
                <a:gd name="T90" fmla="*/ 99 w 32"/>
                <a:gd name="T91" fmla="*/ 18 h 35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32" h="35">
                  <a:moveTo>
                    <a:pt x="32" y="20"/>
                  </a:moveTo>
                  <a:cubicBezTo>
                    <a:pt x="31" y="19"/>
                    <a:pt x="30" y="19"/>
                    <a:pt x="29" y="19"/>
                  </a:cubicBezTo>
                  <a:cubicBezTo>
                    <a:pt x="29" y="20"/>
                    <a:pt x="29" y="21"/>
                    <a:pt x="29" y="22"/>
                  </a:cubicBezTo>
                  <a:cubicBezTo>
                    <a:pt x="29" y="23"/>
                    <a:pt x="30" y="23"/>
                    <a:pt x="31" y="23"/>
                  </a:cubicBezTo>
                  <a:cubicBezTo>
                    <a:pt x="31" y="22"/>
                    <a:pt x="31" y="21"/>
                    <a:pt x="32" y="20"/>
                  </a:cubicBezTo>
                  <a:moveTo>
                    <a:pt x="17" y="2"/>
                  </a:move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7" y="2"/>
                    <a:pt x="18" y="2"/>
                  </a:cubicBezTo>
                  <a:cubicBezTo>
                    <a:pt x="17" y="1"/>
                    <a:pt x="18" y="1"/>
                    <a:pt x="17" y="1"/>
                  </a:cubicBezTo>
                  <a:cubicBezTo>
                    <a:pt x="17" y="1"/>
                    <a:pt x="17" y="0"/>
                    <a:pt x="17" y="0"/>
                  </a:cubicBezTo>
                  <a:cubicBezTo>
                    <a:pt x="17" y="1"/>
                    <a:pt x="17" y="1"/>
                    <a:pt x="17" y="2"/>
                  </a:cubicBezTo>
                  <a:moveTo>
                    <a:pt x="2" y="17"/>
                  </a:moveTo>
                  <a:cubicBezTo>
                    <a:pt x="2" y="16"/>
                    <a:pt x="2" y="16"/>
                    <a:pt x="2" y="16"/>
                  </a:cubicBezTo>
                  <a:cubicBezTo>
                    <a:pt x="2" y="13"/>
                    <a:pt x="3" y="11"/>
                    <a:pt x="5" y="9"/>
                  </a:cubicBezTo>
                  <a:cubicBezTo>
                    <a:pt x="4" y="8"/>
                    <a:pt x="4" y="8"/>
                    <a:pt x="3" y="8"/>
                  </a:cubicBezTo>
                  <a:cubicBezTo>
                    <a:pt x="3" y="8"/>
                    <a:pt x="3" y="8"/>
                    <a:pt x="2" y="8"/>
                  </a:cubicBezTo>
                  <a:cubicBezTo>
                    <a:pt x="1" y="10"/>
                    <a:pt x="0" y="12"/>
                    <a:pt x="0" y="15"/>
                  </a:cubicBezTo>
                  <a:cubicBezTo>
                    <a:pt x="1" y="16"/>
                    <a:pt x="2" y="16"/>
                    <a:pt x="2" y="17"/>
                  </a:cubicBezTo>
                  <a:moveTo>
                    <a:pt x="6" y="27"/>
                  </a:moveTo>
                  <a:cubicBezTo>
                    <a:pt x="4" y="25"/>
                    <a:pt x="4" y="24"/>
                    <a:pt x="3" y="22"/>
                  </a:cubicBezTo>
                  <a:cubicBezTo>
                    <a:pt x="2" y="22"/>
                    <a:pt x="1" y="22"/>
                    <a:pt x="1" y="21"/>
                  </a:cubicBezTo>
                  <a:cubicBezTo>
                    <a:pt x="1" y="24"/>
                    <a:pt x="2" y="26"/>
                    <a:pt x="4" y="28"/>
                  </a:cubicBezTo>
                  <a:cubicBezTo>
                    <a:pt x="7" y="32"/>
                    <a:pt x="11" y="34"/>
                    <a:pt x="15" y="35"/>
                  </a:cubicBezTo>
                  <a:cubicBezTo>
                    <a:pt x="20" y="35"/>
                    <a:pt x="25" y="32"/>
                    <a:pt x="28" y="28"/>
                  </a:cubicBezTo>
                  <a:cubicBezTo>
                    <a:pt x="28" y="27"/>
                    <a:pt x="27" y="27"/>
                    <a:pt x="26" y="27"/>
                  </a:cubicBezTo>
                  <a:cubicBezTo>
                    <a:pt x="23" y="30"/>
                    <a:pt x="19" y="32"/>
                    <a:pt x="15" y="32"/>
                  </a:cubicBezTo>
                  <a:cubicBezTo>
                    <a:pt x="11" y="32"/>
                    <a:pt x="8" y="30"/>
                    <a:pt x="6" y="27"/>
                  </a:cubicBezTo>
                  <a:moveTo>
                    <a:pt x="26" y="7"/>
                  </a:moveTo>
                  <a:cubicBezTo>
                    <a:pt x="27" y="8"/>
                    <a:pt x="28" y="9"/>
                    <a:pt x="28" y="11"/>
                  </a:cubicBezTo>
                  <a:cubicBezTo>
                    <a:pt x="29" y="10"/>
                    <a:pt x="29" y="9"/>
                    <a:pt x="30" y="9"/>
                  </a:cubicBezTo>
                  <a:cubicBezTo>
                    <a:pt x="29" y="7"/>
                    <a:pt x="29" y="6"/>
                    <a:pt x="28" y="5"/>
                  </a:cubicBezTo>
                  <a:cubicBezTo>
                    <a:pt x="27" y="6"/>
                    <a:pt x="27" y="6"/>
                    <a:pt x="26" y="7"/>
                  </a:cubicBezTo>
                  <a:moveTo>
                    <a:pt x="32" y="14"/>
                  </a:moveTo>
                  <a:cubicBezTo>
                    <a:pt x="31" y="14"/>
                    <a:pt x="31" y="14"/>
                    <a:pt x="31" y="14"/>
                  </a:cubicBezTo>
                  <a:cubicBezTo>
                    <a:pt x="31" y="14"/>
                    <a:pt x="32" y="14"/>
                    <a:pt x="32" y="14"/>
                  </a:cubicBezTo>
                  <a:cubicBezTo>
                    <a:pt x="32" y="14"/>
                    <a:pt x="32" y="14"/>
                    <a:pt x="32" y="14"/>
                  </a:cubicBezTo>
                  <a:moveTo>
                    <a:pt x="8" y="5"/>
                  </a:moveTo>
                  <a:cubicBezTo>
                    <a:pt x="9" y="4"/>
                    <a:pt x="10" y="3"/>
                    <a:pt x="12" y="2"/>
                  </a:cubicBezTo>
                  <a:cubicBezTo>
                    <a:pt x="12" y="1"/>
                    <a:pt x="12" y="1"/>
                    <a:pt x="12" y="0"/>
                  </a:cubicBezTo>
                  <a:cubicBezTo>
                    <a:pt x="10" y="0"/>
                    <a:pt x="8" y="2"/>
                    <a:pt x="6" y="3"/>
                  </a:cubicBezTo>
                  <a:cubicBezTo>
                    <a:pt x="6" y="4"/>
                    <a:pt x="7" y="4"/>
                    <a:pt x="8" y="5"/>
                  </a:cubicBezTo>
                  <a:moveTo>
                    <a:pt x="22" y="4"/>
                  </a:moveTo>
                  <a:cubicBezTo>
                    <a:pt x="23" y="4"/>
                    <a:pt x="23" y="4"/>
                    <a:pt x="23" y="4"/>
                  </a:cubicBezTo>
                  <a:cubicBezTo>
                    <a:pt x="23" y="3"/>
                    <a:pt x="24" y="3"/>
                    <a:pt x="24" y="2"/>
                  </a:cubicBezTo>
                  <a:cubicBezTo>
                    <a:pt x="24" y="1"/>
                    <a:pt x="23" y="1"/>
                    <a:pt x="22" y="1"/>
                  </a:cubicBezTo>
                  <a:cubicBezTo>
                    <a:pt x="22" y="2"/>
                    <a:pt x="22" y="3"/>
                    <a:pt x="22" y="4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298" name="Freeform 440">
              <a:extLst>
                <a:ext uri="{FF2B5EF4-FFF2-40B4-BE49-F238E27FC236}">
                  <a16:creationId xmlns:a16="http://schemas.microsoft.com/office/drawing/2014/main" id="{6F8C35EB-B193-4228-AB64-03674D9248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4" y="1445"/>
              <a:ext cx="20" cy="134"/>
            </a:xfrm>
            <a:custGeom>
              <a:avLst/>
              <a:gdLst>
                <a:gd name="T0" fmla="*/ 55 w 12"/>
                <a:gd name="T1" fmla="*/ 8 h 81"/>
                <a:gd name="T2" fmla="*/ 37 w 12"/>
                <a:gd name="T3" fmla="*/ 99 h 81"/>
                <a:gd name="T4" fmla="*/ 50 w 12"/>
                <a:gd name="T5" fmla="*/ 189 h 81"/>
                <a:gd name="T6" fmla="*/ 42 w 12"/>
                <a:gd name="T7" fmla="*/ 271 h 81"/>
                <a:gd name="T8" fmla="*/ 20 w 12"/>
                <a:gd name="T9" fmla="*/ 318 h 81"/>
                <a:gd name="T10" fmla="*/ 0 w 12"/>
                <a:gd name="T11" fmla="*/ 367 h 81"/>
                <a:gd name="T12" fmla="*/ 13 w 12"/>
                <a:gd name="T13" fmla="*/ 306 h 81"/>
                <a:gd name="T14" fmla="*/ 28 w 12"/>
                <a:gd name="T15" fmla="*/ 242 h 81"/>
                <a:gd name="T16" fmla="*/ 13 w 12"/>
                <a:gd name="T17" fmla="*/ 122 h 81"/>
                <a:gd name="T18" fmla="*/ 55 w 12"/>
                <a:gd name="T19" fmla="*/ 0 h 8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" h="81">
                  <a:moveTo>
                    <a:pt x="12" y="2"/>
                  </a:moveTo>
                  <a:cubicBezTo>
                    <a:pt x="10" y="9"/>
                    <a:pt x="8" y="15"/>
                    <a:pt x="8" y="22"/>
                  </a:cubicBezTo>
                  <a:cubicBezTo>
                    <a:pt x="9" y="29"/>
                    <a:pt x="10" y="35"/>
                    <a:pt x="11" y="42"/>
                  </a:cubicBezTo>
                  <a:cubicBezTo>
                    <a:pt x="11" y="48"/>
                    <a:pt x="10" y="54"/>
                    <a:pt x="9" y="60"/>
                  </a:cubicBezTo>
                  <a:cubicBezTo>
                    <a:pt x="7" y="63"/>
                    <a:pt x="5" y="67"/>
                    <a:pt x="4" y="70"/>
                  </a:cubicBezTo>
                  <a:cubicBezTo>
                    <a:pt x="3" y="74"/>
                    <a:pt x="2" y="78"/>
                    <a:pt x="0" y="81"/>
                  </a:cubicBezTo>
                  <a:cubicBezTo>
                    <a:pt x="3" y="77"/>
                    <a:pt x="3" y="73"/>
                    <a:pt x="3" y="68"/>
                  </a:cubicBezTo>
                  <a:cubicBezTo>
                    <a:pt x="4" y="63"/>
                    <a:pt x="6" y="58"/>
                    <a:pt x="6" y="53"/>
                  </a:cubicBezTo>
                  <a:cubicBezTo>
                    <a:pt x="6" y="43"/>
                    <a:pt x="5" y="35"/>
                    <a:pt x="3" y="27"/>
                  </a:cubicBezTo>
                  <a:cubicBezTo>
                    <a:pt x="2" y="14"/>
                    <a:pt x="5" y="7"/>
                    <a:pt x="12" y="0"/>
                  </a:cubicBezTo>
                </a:path>
              </a:pathLst>
            </a:custGeom>
            <a:solidFill>
              <a:srgbClr val="C17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299" name="Freeform 441">
              <a:extLst>
                <a:ext uri="{FF2B5EF4-FFF2-40B4-BE49-F238E27FC236}">
                  <a16:creationId xmlns:a16="http://schemas.microsoft.com/office/drawing/2014/main" id="{85622926-2765-4F0E-A90B-A61E13C60B5D}"/>
                </a:ext>
              </a:extLst>
            </p:cNvPr>
            <p:cNvSpPr>
              <a:spLocks/>
            </p:cNvSpPr>
            <p:nvPr/>
          </p:nvSpPr>
          <p:spPr bwMode="auto">
            <a:xfrm>
              <a:off x="590" y="1653"/>
              <a:ext cx="96" cy="562"/>
            </a:xfrm>
            <a:custGeom>
              <a:avLst/>
              <a:gdLst>
                <a:gd name="T0" fmla="*/ 109 w 58"/>
                <a:gd name="T1" fmla="*/ 0 h 341"/>
                <a:gd name="T2" fmla="*/ 154 w 58"/>
                <a:gd name="T3" fmla="*/ 260 h 341"/>
                <a:gd name="T4" fmla="*/ 172 w 58"/>
                <a:gd name="T5" fmla="*/ 511 h 341"/>
                <a:gd name="T6" fmla="*/ 180 w 58"/>
                <a:gd name="T7" fmla="*/ 766 h 341"/>
                <a:gd name="T8" fmla="*/ 76 w 58"/>
                <a:gd name="T9" fmla="*/ 1023 h 341"/>
                <a:gd name="T10" fmla="*/ 0 w 58"/>
                <a:gd name="T11" fmla="*/ 1526 h 341"/>
                <a:gd name="T12" fmla="*/ 63 w 58"/>
                <a:gd name="T13" fmla="*/ 1299 h 341"/>
                <a:gd name="T14" fmla="*/ 113 w 58"/>
                <a:gd name="T15" fmla="*/ 1093 h 341"/>
                <a:gd name="T16" fmla="*/ 167 w 58"/>
                <a:gd name="T17" fmla="*/ 1015 h 341"/>
                <a:gd name="T18" fmla="*/ 192 w 58"/>
                <a:gd name="T19" fmla="*/ 872 h 341"/>
                <a:gd name="T20" fmla="*/ 192 w 58"/>
                <a:gd name="T21" fmla="*/ 269 h 341"/>
                <a:gd name="T22" fmla="*/ 159 w 58"/>
                <a:gd name="T23" fmla="*/ 125 h 341"/>
                <a:gd name="T24" fmla="*/ 104 w 58"/>
                <a:gd name="T25" fmla="*/ 21 h 34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8" h="341">
                  <a:moveTo>
                    <a:pt x="24" y="0"/>
                  </a:moveTo>
                  <a:cubicBezTo>
                    <a:pt x="24" y="19"/>
                    <a:pt x="32" y="38"/>
                    <a:pt x="34" y="58"/>
                  </a:cubicBezTo>
                  <a:cubicBezTo>
                    <a:pt x="36" y="77"/>
                    <a:pt x="35" y="95"/>
                    <a:pt x="38" y="114"/>
                  </a:cubicBezTo>
                  <a:cubicBezTo>
                    <a:pt x="41" y="134"/>
                    <a:pt x="45" y="151"/>
                    <a:pt x="40" y="171"/>
                  </a:cubicBezTo>
                  <a:cubicBezTo>
                    <a:pt x="34" y="192"/>
                    <a:pt x="22" y="208"/>
                    <a:pt x="17" y="229"/>
                  </a:cubicBezTo>
                  <a:cubicBezTo>
                    <a:pt x="8" y="266"/>
                    <a:pt x="8" y="305"/>
                    <a:pt x="0" y="341"/>
                  </a:cubicBezTo>
                  <a:cubicBezTo>
                    <a:pt x="7" y="328"/>
                    <a:pt x="10" y="306"/>
                    <a:pt x="14" y="290"/>
                  </a:cubicBezTo>
                  <a:cubicBezTo>
                    <a:pt x="17" y="277"/>
                    <a:pt x="18" y="254"/>
                    <a:pt x="25" y="244"/>
                  </a:cubicBezTo>
                  <a:cubicBezTo>
                    <a:pt x="31" y="236"/>
                    <a:pt x="36" y="239"/>
                    <a:pt x="37" y="227"/>
                  </a:cubicBezTo>
                  <a:cubicBezTo>
                    <a:pt x="38" y="215"/>
                    <a:pt x="38" y="206"/>
                    <a:pt x="42" y="195"/>
                  </a:cubicBezTo>
                  <a:cubicBezTo>
                    <a:pt x="58" y="151"/>
                    <a:pt x="47" y="105"/>
                    <a:pt x="42" y="60"/>
                  </a:cubicBezTo>
                  <a:cubicBezTo>
                    <a:pt x="40" y="49"/>
                    <a:pt x="38" y="38"/>
                    <a:pt x="35" y="28"/>
                  </a:cubicBezTo>
                  <a:cubicBezTo>
                    <a:pt x="32" y="20"/>
                    <a:pt x="26" y="13"/>
                    <a:pt x="23" y="5"/>
                  </a:cubicBezTo>
                </a:path>
              </a:pathLst>
            </a:custGeom>
            <a:solidFill>
              <a:srgbClr val="C17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300" name="Freeform 442">
              <a:extLst>
                <a:ext uri="{FF2B5EF4-FFF2-40B4-BE49-F238E27FC236}">
                  <a16:creationId xmlns:a16="http://schemas.microsoft.com/office/drawing/2014/main" id="{BB192695-229F-414B-BC07-FDF832A2EB1B}"/>
                </a:ext>
              </a:extLst>
            </p:cNvPr>
            <p:cNvSpPr>
              <a:spLocks/>
            </p:cNvSpPr>
            <p:nvPr/>
          </p:nvSpPr>
          <p:spPr bwMode="auto">
            <a:xfrm>
              <a:off x="563" y="2363"/>
              <a:ext cx="75" cy="480"/>
            </a:xfrm>
            <a:custGeom>
              <a:avLst/>
              <a:gdLst>
                <a:gd name="T0" fmla="*/ 62 w 45"/>
                <a:gd name="T1" fmla="*/ 0 h 291"/>
                <a:gd name="T2" fmla="*/ 208 w 45"/>
                <a:gd name="T3" fmla="*/ 1306 h 291"/>
                <a:gd name="T4" fmla="*/ 62 w 45"/>
                <a:gd name="T5" fmla="*/ 0 h 29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5" h="291">
                  <a:moveTo>
                    <a:pt x="13" y="0"/>
                  </a:moveTo>
                  <a:cubicBezTo>
                    <a:pt x="13" y="0"/>
                    <a:pt x="0" y="121"/>
                    <a:pt x="45" y="291"/>
                  </a:cubicBezTo>
                  <a:cubicBezTo>
                    <a:pt x="45" y="291"/>
                    <a:pt x="10" y="33"/>
                    <a:pt x="13" y="0"/>
                  </a:cubicBezTo>
                  <a:close/>
                </a:path>
              </a:pathLst>
            </a:custGeom>
            <a:solidFill>
              <a:srgbClr val="C17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301" name="Freeform 443">
              <a:extLst>
                <a:ext uri="{FF2B5EF4-FFF2-40B4-BE49-F238E27FC236}">
                  <a16:creationId xmlns:a16="http://schemas.microsoft.com/office/drawing/2014/main" id="{47B0C394-01FF-4036-95F0-B06CEBCBF22E}"/>
                </a:ext>
              </a:extLst>
            </p:cNvPr>
            <p:cNvSpPr>
              <a:spLocks/>
            </p:cNvSpPr>
            <p:nvPr/>
          </p:nvSpPr>
          <p:spPr bwMode="auto">
            <a:xfrm>
              <a:off x="628" y="1557"/>
              <a:ext cx="167" cy="101"/>
            </a:xfrm>
            <a:custGeom>
              <a:avLst/>
              <a:gdLst>
                <a:gd name="T0" fmla="*/ 0 w 100"/>
                <a:gd name="T1" fmla="*/ 118 h 61"/>
                <a:gd name="T2" fmla="*/ 234 w 100"/>
                <a:gd name="T3" fmla="*/ 187 h 61"/>
                <a:gd name="T4" fmla="*/ 466 w 100"/>
                <a:gd name="T5" fmla="*/ 0 h 61"/>
                <a:gd name="T6" fmla="*/ 0 w 100"/>
                <a:gd name="T7" fmla="*/ 118 h 6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0" h="61">
                  <a:moveTo>
                    <a:pt x="0" y="26"/>
                  </a:moveTo>
                  <a:cubicBezTo>
                    <a:pt x="0" y="26"/>
                    <a:pt x="15" y="46"/>
                    <a:pt x="50" y="41"/>
                  </a:cubicBezTo>
                  <a:cubicBezTo>
                    <a:pt x="89" y="37"/>
                    <a:pt x="100" y="0"/>
                    <a:pt x="100" y="0"/>
                  </a:cubicBezTo>
                  <a:cubicBezTo>
                    <a:pt x="100" y="0"/>
                    <a:pt x="65" y="61"/>
                    <a:pt x="0" y="26"/>
                  </a:cubicBezTo>
                  <a:close/>
                </a:path>
              </a:pathLst>
            </a:custGeom>
            <a:solidFill>
              <a:srgbClr val="8E4C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302" name="Freeform 444">
              <a:extLst>
                <a:ext uri="{FF2B5EF4-FFF2-40B4-BE49-F238E27FC236}">
                  <a16:creationId xmlns:a16="http://schemas.microsoft.com/office/drawing/2014/main" id="{923B39DA-A92B-4532-B671-4A7677530B3C}"/>
                </a:ext>
              </a:extLst>
            </p:cNvPr>
            <p:cNvSpPr>
              <a:spLocks/>
            </p:cNvSpPr>
            <p:nvPr/>
          </p:nvSpPr>
          <p:spPr bwMode="auto">
            <a:xfrm>
              <a:off x="620" y="1600"/>
              <a:ext cx="37" cy="104"/>
            </a:xfrm>
            <a:custGeom>
              <a:avLst/>
              <a:gdLst>
                <a:gd name="T0" fmla="*/ 0 w 22"/>
                <a:gd name="T1" fmla="*/ 0 h 63"/>
                <a:gd name="T2" fmla="*/ 104 w 22"/>
                <a:gd name="T3" fmla="*/ 68 h 63"/>
                <a:gd name="T4" fmla="*/ 54 w 22"/>
                <a:gd name="T5" fmla="*/ 158 h 63"/>
                <a:gd name="T6" fmla="*/ 62 w 22"/>
                <a:gd name="T7" fmla="*/ 284 h 63"/>
                <a:gd name="T8" fmla="*/ 22 w 22"/>
                <a:gd name="T9" fmla="*/ 147 h 63"/>
                <a:gd name="T10" fmla="*/ 5 w 22"/>
                <a:gd name="T11" fmla="*/ 8 h 6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63">
                  <a:moveTo>
                    <a:pt x="0" y="0"/>
                  </a:moveTo>
                  <a:cubicBezTo>
                    <a:pt x="6" y="6"/>
                    <a:pt x="13" y="13"/>
                    <a:pt x="22" y="15"/>
                  </a:cubicBezTo>
                  <a:cubicBezTo>
                    <a:pt x="12" y="16"/>
                    <a:pt x="10" y="27"/>
                    <a:pt x="11" y="35"/>
                  </a:cubicBezTo>
                  <a:cubicBezTo>
                    <a:pt x="11" y="43"/>
                    <a:pt x="11" y="55"/>
                    <a:pt x="13" y="63"/>
                  </a:cubicBezTo>
                  <a:cubicBezTo>
                    <a:pt x="10" y="53"/>
                    <a:pt x="6" y="43"/>
                    <a:pt x="5" y="33"/>
                  </a:cubicBezTo>
                  <a:cubicBezTo>
                    <a:pt x="3" y="23"/>
                    <a:pt x="4" y="11"/>
                    <a:pt x="1" y="2"/>
                  </a:cubicBezTo>
                </a:path>
              </a:pathLst>
            </a:custGeom>
            <a:solidFill>
              <a:srgbClr val="C17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303" name="Freeform 445">
              <a:extLst>
                <a:ext uri="{FF2B5EF4-FFF2-40B4-BE49-F238E27FC236}">
                  <a16:creationId xmlns:a16="http://schemas.microsoft.com/office/drawing/2014/main" id="{C7EF9ECE-449C-42CC-B397-D66BE160C422}"/>
                </a:ext>
              </a:extLst>
            </p:cNvPr>
            <p:cNvSpPr>
              <a:spLocks/>
            </p:cNvSpPr>
            <p:nvPr/>
          </p:nvSpPr>
          <p:spPr bwMode="auto">
            <a:xfrm>
              <a:off x="690" y="878"/>
              <a:ext cx="46" cy="117"/>
            </a:xfrm>
            <a:custGeom>
              <a:avLst/>
              <a:gdLst>
                <a:gd name="T0" fmla="*/ 125 w 28"/>
                <a:gd name="T1" fmla="*/ 318 h 71"/>
                <a:gd name="T2" fmla="*/ 117 w 28"/>
                <a:gd name="T3" fmla="*/ 313 h 71"/>
                <a:gd name="T4" fmla="*/ 84 w 28"/>
                <a:gd name="T5" fmla="*/ 305 h 71"/>
                <a:gd name="T6" fmla="*/ 54 w 28"/>
                <a:gd name="T7" fmla="*/ 234 h 71"/>
                <a:gd name="T8" fmla="*/ 26 w 28"/>
                <a:gd name="T9" fmla="*/ 173 h 71"/>
                <a:gd name="T10" fmla="*/ 5 w 28"/>
                <a:gd name="T11" fmla="*/ 49 h 71"/>
                <a:gd name="T12" fmla="*/ 71 w 28"/>
                <a:gd name="T13" fmla="*/ 33 h 7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" h="71">
                  <a:moveTo>
                    <a:pt x="28" y="71"/>
                  </a:moveTo>
                  <a:cubicBezTo>
                    <a:pt x="26" y="70"/>
                    <a:pt x="26" y="70"/>
                    <a:pt x="26" y="70"/>
                  </a:cubicBezTo>
                  <a:cubicBezTo>
                    <a:pt x="26" y="70"/>
                    <a:pt x="21" y="70"/>
                    <a:pt x="19" y="68"/>
                  </a:cubicBezTo>
                  <a:cubicBezTo>
                    <a:pt x="17" y="66"/>
                    <a:pt x="13" y="57"/>
                    <a:pt x="12" y="52"/>
                  </a:cubicBezTo>
                  <a:cubicBezTo>
                    <a:pt x="10" y="48"/>
                    <a:pt x="8" y="44"/>
                    <a:pt x="6" y="39"/>
                  </a:cubicBezTo>
                  <a:cubicBezTo>
                    <a:pt x="5" y="34"/>
                    <a:pt x="2" y="20"/>
                    <a:pt x="1" y="11"/>
                  </a:cubicBezTo>
                  <a:cubicBezTo>
                    <a:pt x="0" y="3"/>
                    <a:pt x="10" y="0"/>
                    <a:pt x="16" y="7"/>
                  </a:cubicBezTo>
                </a:path>
              </a:pathLst>
            </a:custGeom>
            <a:solidFill>
              <a:srgbClr val="A961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304" name="Freeform 446">
              <a:extLst>
                <a:ext uri="{FF2B5EF4-FFF2-40B4-BE49-F238E27FC236}">
                  <a16:creationId xmlns:a16="http://schemas.microsoft.com/office/drawing/2014/main" id="{6578ADDE-60A3-4E86-A16C-0C72AFA44F97}"/>
                </a:ext>
              </a:extLst>
            </p:cNvPr>
            <p:cNvSpPr>
              <a:spLocks/>
            </p:cNvSpPr>
            <p:nvPr/>
          </p:nvSpPr>
          <p:spPr bwMode="auto">
            <a:xfrm>
              <a:off x="690" y="878"/>
              <a:ext cx="46" cy="116"/>
            </a:xfrm>
            <a:custGeom>
              <a:avLst/>
              <a:gdLst>
                <a:gd name="T0" fmla="*/ 125 w 28"/>
                <a:gd name="T1" fmla="*/ 318 h 70"/>
                <a:gd name="T2" fmla="*/ 117 w 28"/>
                <a:gd name="T3" fmla="*/ 318 h 70"/>
                <a:gd name="T4" fmla="*/ 84 w 28"/>
                <a:gd name="T5" fmla="*/ 305 h 70"/>
                <a:gd name="T6" fmla="*/ 54 w 28"/>
                <a:gd name="T7" fmla="*/ 237 h 70"/>
                <a:gd name="T8" fmla="*/ 26 w 28"/>
                <a:gd name="T9" fmla="*/ 179 h 70"/>
                <a:gd name="T10" fmla="*/ 5 w 28"/>
                <a:gd name="T11" fmla="*/ 50 h 70"/>
                <a:gd name="T12" fmla="*/ 71 w 28"/>
                <a:gd name="T13" fmla="*/ 28 h 7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" h="70">
                  <a:moveTo>
                    <a:pt x="28" y="70"/>
                  </a:moveTo>
                  <a:cubicBezTo>
                    <a:pt x="26" y="70"/>
                    <a:pt x="26" y="70"/>
                    <a:pt x="26" y="70"/>
                  </a:cubicBezTo>
                  <a:cubicBezTo>
                    <a:pt x="26" y="70"/>
                    <a:pt x="21" y="69"/>
                    <a:pt x="19" y="67"/>
                  </a:cubicBezTo>
                  <a:cubicBezTo>
                    <a:pt x="17" y="65"/>
                    <a:pt x="13" y="56"/>
                    <a:pt x="12" y="52"/>
                  </a:cubicBezTo>
                  <a:cubicBezTo>
                    <a:pt x="10" y="47"/>
                    <a:pt x="8" y="43"/>
                    <a:pt x="6" y="39"/>
                  </a:cubicBezTo>
                  <a:cubicBezTo>
                    <a:pt x="5" y="34"/>
                    <a:pt x="2" y="20"/>
                    <a:pt x="1" y="11"/>
                  </a:cubicBezTo>
                  <a:cubicBezTo>
                    <a:pt x="0" y="2"/>
                    <a:pt x="10" y="0"/>
                    <a:pt x="16" y="6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305" name="Freeform 447">
              <a:extLst>
                <a:ext uri="{FF2B5EF4-FFF2-40B4-BE49-F238E27FC236}">
                  <a16:creationId xmlns:a16="http://schemas.microsoft.com/office/drawing/2014/main" id="{C7760768-1BFC-4EEF-9557-25E23122FEBE}"/>
                </a:ext>
              </a:extLst>
            </p:cNvPr>
            <p:cNvSpPr>
              <a:spLocks/>
            </p:cNvSpPr>
            <p:nvPr/>
          </p:nvSpPr>
          <p:spPr bwMode="auto">
            <a:xfrm>
              <a:off x="705" y="901"/>
              <a:ext cx="18" cy="65"/>
            </a:xfrm>
            <a:custGeom>
              <a:avLst/>
              <a:gdLst>
                <a:gd name="T0" fmla="*/ 26 w 11"/>
                <a:gd name="T1" fmla="*/ 37 h 39"/>
                <a:gd name="T2" fmla="*/ 5 w 11"/>
                <a:gd name="T3" fmla="*/ 13 h 39"/>
                <a:gd name="T4" fmla="*/ 8 w 11"/>
                <a:gd name="T5" fmla="*/ 70 h 39"/>
                <a:gd name="T6" fmla="*/ 47 w 11"/>
                <a:gd name="T7" fmla="*/ 153 h 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39">
                  <a:moveTo>
                    <a:pt x="6" y="8"/>
                  </a:moveTo>
                  <a:cubicBezTo>
                    <a:pt x="6" y="5"/>
                    <a:pt x="4" y="0"/>
                    <a:pt x="1" y="3"/>
                  </a:cubicBezTo>
                  <a:cubicBezTo>
                    <a:pt x="0" y="5"/>
                    <a:pt x="2" y="13"/>
                    <a:pt x="2" y="15"/>
                  </a:cubicBezTo>
                  <a:cubicBezTo>
                    <a:pt x="3" y="18"/>
                    <a:pt x="4" y="39"/>
                    <a:pt x="11" y="33"/>
                  </a:cubicBezTo>
                </a:path>
              </a:pathLst>
            </a:custGeom>
            <a:solidFill>
              <a:srgbClr val="8E4C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306" name="Freeform 448">
              <a:extLst>
                <a:ext uri="{FF2B5EF4-FFF2-40B4-BE49-F238E27FC236}">
                  <a16:creationId xmlns:a16="http://schemas.microsoft.com/office/drawing/2014/main" id="{94CD9DC2-925E-4F39-AF2A-58958DFA361B}"/>
                </a:ext>
              </a:extLst>
            </p:cNvPr>
            <p:cNvSpPr>
              <a:spLocks/>
            </p:cNvSpPr>
            <p:nvPr/>
          </p:nvSpPr>
          <p:spPr bwMode="auto">
            <a:xfrm>
              <a:off x="695" y="893"/>
              <a:ext cx="20" cy="22"/>
            </a:xfrm>
            <a:custGeom>
              <a:avLst/>
              <a:gdLst>
                <a:gd name="T0" fmla="*/ 55 w 12"/>
                <a:gd name="T1" fmla="*/ 54 h 13"/>
                <a:gd name="T2" fmla="*/ 8 w 12"/>
                <a:gd name="T3" fmla="*/ 5 h 13"/>
                <a:gd name="T4" fmla="*/ 13 w 12"/>
                <a:gd name="T5" fmla="*/ 63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3">
                  <a:moveTo>
                    <a:pt x="12" y="11"/>
                  </a:moveTo>
                  <a:cubicBezTo>
                    <a:pt x="8" y="5"/>
                    <a:pt x="4" y="0"/>
                    <a:pt x="2" y="1"/>
                  </a:cubicBezTo>
                  <a:cubicBezTo>
                    <a:pt x="0" y="2"/>
                    <a:pt x="3" y="10"/>
                    <a:pt x="3" y="13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307" name="Freeform 449">
              <a:extLst>
                <a:ext uri="{FF2B5EF4-FFF2-40B4-BE49-F238E27FC236}">
                  <a16:creationId xmlns:a16="http://schemas.microsoft.com/office/drawing/2014/main" id="{03994A15-B17B-474B-88AD-A209B894F42B}"/>
                </a:ext>
              </a:extLst>
            </p:cNvPr>
            <p:cNvSpPr>
              <a:spLocks/>
            </p:cNvSpPr>
            <p:nvPr/>
          </p:nvSpPr>
          <p:spPr bwMode="auto">
            <a:xfrm>
              <a:off x="700" y="900"/>
              <a:ext cx="13" cy="59"/>
            </a:xfrm>
            <a:custGeom>
              <a:avLst/>
              <a:gdLst>
                <a:gd name="T0" fmla="*/ 13 w 8"/>
                <a:gd name="T1" fmla="*/ 0 h 36"/>
                <a:gd name="T2" fmla="*/ 5 w 8"/>
                <a:gd name="T3" fmla="*/ 62 h 36"/>
                <a:gd name="T4" fmla="*/ 13 w 8"/>
                <a:gd name="T5" fmla="*/ 129 h 36"/>
                <a:gd name="T6" fmla="*/ 34 w 8"/>
                <a:gd name="T7" fmla="*/ 159 h 3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36">
                  <a:moveTo>
                    <a:pt x="3" y="0"/>
                  </a:moveTo>
                  <a:cubicBezTo>
                    <a:pt x="4" y="5"/>
                    <a:pt x="0" y="5"/>
                    <a:pt x="1" y="14"/>
                  </a:cubicBezTo>
                  <a:cubicBezTo>
                    <a:pt x="2" y="23"/>
                    <a:pt x="3" y="26"/>
                    <a:pt x="3" y="29"/>
                  </a:cubicBezTo>
                  <a:cubicBezTo>
                    <a:pt x="4" y="32"/>
                    <a:pt x="6" y="33"/>
                    <a:pt x="8" y="36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308" name="Freeform 450">
              <a:extLst>
                <a:ext uri="{FF2B5EF4-FFF2-40B4-BE49-F238E27FC236}">
                  <a16:creationId xmlns:a16="http://schemas.microsoft.com/office/drawing/2014/main" id="{F9213640-B21B-4A75-B9C3-167EC29419B0}"/>
                </a:ext>
              </a:extLst>
            </p:cNvPr>
            <p:cNvSpPr>
              <a:spLocks/>
            </p:cNvSpPr>
            <p:nvPr/>
          </p:nvSpPr>
          <p:spPr bwMode="auto">
            <a:xfrm>
              <a:off x="713" y="926"/>
              <a:ext cx="12" cy="30"/>
            </a:xfrm>
            <a:custGeom>
              <a:avLst/>
              <a:gdLst>
                <a:gd name="T0" fmla="*/ 36 w 7"/>
                <a:gd name="T1" fmla="*/ 83 h 18"/>
                <a:gd name="T2" fmla="*/ 5 w 7"/>
                <a:gd name="T3" fmla="*/ 47 h 18"/>
                <a:gd name="T4" fmla="*/ 0 w 7"/>
                <a:gd name="T5" fmla="*/ 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8">
                  <a:moveTo>
                    <a:pt x="7" y="18"/>
                  </a:moveTo>
                  <a:cubicBezTo>
                    <a:pt x="4" y="16"/>
                    <a:pt x="2" y="15"/>
                    <a:pt x="1" y="10"/>
                  </a:cubicBezTo>
                  <a:cubicBezTo>
                    <a:pt x="1" y="6"/>
                    <a:pt x="0" y="1"/>
                    <a:pt x="0" y="0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309" name="Freeform 451">
              <a:extLst>
                <a:ext uri="{FF2B5EF4-FFF2-40B4-BE49-F238E27FC236}">
                  <a16:creationId xmlns:a16="http://schemas.microsoft.com/office/drawing/2014/main" id="{2FAFAFE0-D072-41E5-A9FD-A89288BEC737}"/>
                </a:ext>
              </a:extLst>
            </p:cNvPr>
            <p:cNvSpPr>
              <a:spLocks/>
            </p:cNvSpPr>
            <p:nvPr/>
          </p:nvSpPr>
          <p:spPr bwMode="auto">
            <a:xfrm>
              <a:off x="971" y="878"/>
              <a:ext cx="46" cy="117"/>
            </a:xfrm>
            <a:custGeom>
              <a:avLst/>
              <a:gdLst>
                <a:gd name="T0" fmla="*/ 0 w 28"/>
                <a:gd name="T1" fmla="*/ 318 h 71"/>
                <a:gd name="T2" fmla="*/ 13 w 28"/>
                <a:gd name="T3" fmla="*/ 313 h 71"/>
                <a:gd name="T4" fmla="*/ 41 w 28"/>
                <a:gd name="T5" fmla="*/ 305 h 71"/>
                <a:gd name="T6" fmla="*/ 71 w 28"/>
                <a:gd name="T7" fmla="*/ 234 h 71"/>
                <a:gd name="T8" fmla="*/ 97 w 28"/>
                <a:gd name="T9" fmla="*/ 173 h 71"/>
                <a:gd name="T10" fmla="*/ 118 w 28"/>
                <a:gd name="T11" fmla="*/ 49 h 71"/>
                <a:gd name="T12" fmla="*/ 58 w 28"/>
                <a:gd name="T13" fmla="*/ 33 h 7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" h="71">
                  <a:moveTo>
                    <a:pt x="0" y="71"/>
                  </a:moveTo>
                  <a:cubicBezTo>
                    <a:pt x="3" y="70"/>
                    <a:pt x="3" y="70"/>
                    <a:pt x="3" y="70"/>
                  </a:cubicBezTo>
                  <a:cubicBezTo>
                    <a:pt x="3" y="70"/>
                    <a:pt x="7" y="70"/>
                    <a:pt x="9" y="68"/>
                  </a:cubicBezTo>
                  <a:cubicBezTo>
                    <a:pt x="11" y="66"/>
                    <a:pt x="15" y="57"/>
                    <a:pt x="16" y="52"/>
                  </a:cubicBezTo>
                  <a:cubicBezTo>
                    <a:pt x="18" y="48"/>
                    <a:pt x="20" y="44"/>
                    <a:pt x="22" y="39"/>
                  </a:cubicBezTo>
                  <a:cubicBezTo>
                    <a:pt x="23" y="34"/>
                    <a:pt x="26" y="20"/>
                    <a:pt x="27" y="11"/>
                  </a:cubicBezTo>
                  <a:cubicBezTo>
                    <a:pt x="28" y="3"/>
                    <a:pt x="18" y="0"/>
                    <a:pt x="13" y="7"/>
                  </a:cubicBezTo>
                </a:path>
              </a:pathLst>
            </a:custGeom>
            <a:solidFill>
              <a:srgbClr val="A961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310" name="Freeform 452">
              <a:extLst>
                <a:ext uri="{FF2B5EF4-FFF2-40B4-BE49-F238E27FC236}">
                  <a16:creationId xmlns:a16="http://schemas.microsoft.com/office/drawing/2014/main" id="{D3814CEB-250C-4885-AFD7-C3F154838137}"/>
                </a:ext>
              </a:extLst>
            </p:cNvPr>
            <p:cNvSpPr>
              <a:spLocks/>
            </p:cNvSpPr>
            <p:nvPr/>
          </p:nvSpPr>
          <p:spPr bwMode="auto">
            <a:xfrm>
              <a:off x="971" y="878"/>
              <a:ext cx="46" cy="116"/>
            </a:xfrm>
            <a:custGeom>
              <a:avLst/>
              <a:gdLst>
                <a:gd name="T0" fmla="*/ 0 w 28"/>
                <a:gd name="T1" fmla="*/ 318 h 70"/>
                <a:gd name="T2" fmla="*/ 13 w 28"/>
                <a:gd name="T3" fmla="*/ 318 h 70"/>
                <a:gd name="T4" fmla="*/ 41 w 28"/>
                <a:gd name="T5" fmla="*/ 305 h 70"/>
                <a:gd name="T6" fmla="*/ 71 w 28"/>
                <a:gd name="T7" fmla="*/ 237 h 70"/>
                <a:gd name="T8" fmla="*/ 97 w 28"/>
                <a:gd name="T9" fmla="*/ 179 h 70"/>
                <a:gd name="T10" fmla="*/ 118 w 28"/>
                <a:gd name="T11" fmla="*/ 50 h 70"/>
                <a:gd name="T12" fmla="*/ 58 w 28"/>
                <a:gd name="T13" fmla="*/ 28 h 7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" h="70">
                  <a:moveTo>
                    <a:pt x="0" y="70"/>
                  </a:moveTo>
                  <a:cubicBezTo>
                    <a:pt x="3" y="70"/>
                    <a:pt x="3" y="70"/>
                    <a:pt x="3" y="70"/>
                  </a:cubicBezTo>
                  <a:cubicBezTo>
                    <a:pt x="3" y="70"/>
                    <a:pt x="7" y="69"/>
                    <a:pt x="9" y="67"/>
                  </a:cubicBezTo>
                  <a:cubicBezTo>
                    <a:pt x="11" y="65"/>
                    <a:pt x="15" y="56"/>
                    <a:pt x="16" y="52"/>
                  </a:cubicBezTo>
                  <a:cubicBezTo>
                    <a:pt x="18" y="47"/>
                    <a:pt x="20" y="43"/>
                    <a:pt x="22" y="39"/>
                  </a:cubicBezTo>
                  <a:cubicBezTo>
                    <a:pt x="23" y="34"/>
                    <a:pt x="26" y="20"/>
                    <a:pt x="27" y="11"/>
                  </a:cubicBezTo>
                  <a:cubicBezTo>
                    <a:pt x="28" y="2"/>
                    <a:pt x="18" y="0"/>
                    <a:pt x="13" y="6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311" name="Freeform 453">
              <a:extLst>
                <a:ext uri="{FF2B5EF4-FFF2-40B4-BE49-F238E27FC236}">
                  <a16:creationId xmlns:a16="http://schemas.microsoft.com/office/drawing/2014/main" id="{1A82A486-8166-4D42-910F-B113CD2D2347}"/>
                </a:ext>
              </a:extLst>
            </p:cNvPr>
            <p:cNvSpPr>
              <a:spLocks/>
            </p:cNvSpPr>
            <p:nvPr/>
          </p:nvSpPr>
          <p:spPr bwMode="auto">
            <a:xfrm>
              <a:off x="986" y="901"/>
              <a:ext cx="18" cy="65"/>
            </a:xfrm>
            <a:custGeom>
              <a:avLst/>
              <a:gdLst>
                <a:gd name="T0" fmla="*/ 18 w 11"/>
                <a:gd name="T1" fmla="*/ 37 h 39"/>
                <a:gd name="T2" fmla="*/ 41 w 11"/>
                <a:gd name="T3" fmla="*/ 13 h 39"/>
                <a:gd name="T4" fmla="*/ 34 w 11"/>
                <a:gd name="T5" fmla="*/ 70 h 39"/>
                <a:gd name="T6" fmla="*/ 0 w 11"/>
                <a:gd name="T7" fmla="*/ 153 h 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39">
                  <a:moveTo>
                    <a:pt x="4" y="8"/>
                  </a:moveTo>
                  <a:cubicBezTo>
                    <a:pt x="4" y="5"/>
                    <a:pt x="6" y="0"/>
                    <a:pt x="9" y="3"/>
                  </a:cubicBezTo>
                  <a:cubicBezTo>
                    <a:pt x="11" y="5"/>
                    <a:pt x="8" y="13"/>
                    <a:pt x="8" y="15"/>
                  </a:cubicBezTo>
                  <a:cubicBezTo>
                    <a:pt x="7" y="18"/>
                    <a:pt x="7" y="39"/>
                    <a:pt x="0" y="33"/>
                  </a:cubicBezTo>
                </a:path>
              </a:pathLst>
            </a:custGeom>
            <a:solidFill>
              <a:srgbClr val="8E4C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312" name="Freeform 454">
              <a:extLst>
                <a:ext uri="{FF2B5EF4-FFF2-40B4-BE49-F238E27FC236}">
                  <a16:creationId xmlns:a16="http://schemas.microsoft.com/office/drawing/2014/main" id="{5ED7BD62-62B8-4CA0-A476-300E26881C83}"/>
                </a:ext>
              </a:extLst>
            </p:cNvPr>
            <p:cNvSpPr>
              <a:spLocks/>
            </p:cNvSpPr>
            <p:nvPr/>
          </p:nvSpPr>
          <p:spPr bwMode="auto">
            <a:xfrm>
              <a:off x="992" y="893"/>
              <a:ext cx="20" cy="22"/>
            </a:xfrm>
            <a:custGeom>
              <a:avLst/>
              <a:gdLst>
                <a:gd name="T0" fmla="*/ 0 w 12"/>
                <a:gd name="T1" fmla="*/ 54 h 13"/>
                <a:gd name="T2" fmla="*/ 47 w 12"/>
                <a:gd name="T3" fmla="*/ 5 h 13"/>
                <a:gd name="T4" fmla="*/ 42 w 12"/>
                <a:gd name="T5" fmla="*/ 63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3">
                  <a:moveTo>
                    <a:pt x="0" y="11"/>
                  </a:moveTo>
                  <a:cubicBezTo>
                    <a:pt x="4" y="5"/>
                    <a:pt x="8" y="0"/>
                    <a:pt x="10" y="1"/>
                  </a:cubicBezTo>
                  <a:cubicBezTo>
                    <a:pt x="12" y="2"/>
                    <a:pt x="9" y="10"/>
                    <a:pt x="9" y="13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313" name="Freeform 455">
              <a:extLst>
                <a:ext uri="{FF2B5EF4-FFF2-40B4-BE49-F238E27FC236}">
                  <a16:creationId xmlns:a16="http://schemas.microsoft.com/office/drawing/2014/main" id="{2BAD9C5B-EA1A-4820-9663-A4447BF12728}"/>
                </a:ext>
              </a:extLst>
            </p:cNvPr>
            <p:cNvSpPr>
              <a:spLocks/>
            </p:cNvSpPr>
            <p:nvPr/>
          </p:nvSpPr>
          <p:spPr bwMode="auto">
            <a:xfrm>
              <a:off x="994" y="900"/>
              <a:ext cx="13" cy="59"/>
            </a:xfrm>
            <a:custGeom>
              <a:avLst/>
              <a:gdLst>
                <a:gd name="T0" fmla="*/ 21 w 8"/>
                <a:gd name="T1" fmla="*/ 0 h 36"/>
                <a:gd name="T2" fmla="*/ 29 w 8"/>
                <a:gd name="T3" fmla="*/ 62 h 36"/>
                <a:gd name="T4" fmla="*/ 21 w 8"/>
                <a:gd name="T5" fmla="*/ 129 h 36"/>
                <a:gd name="T6" fmla="*/ 0 w 8"/>
                <a:gd name="T7" fmla="*/ 159 h 3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36">
                  <a:moveTo>
                    <a:pt x="5" y="0"/>
                  </a:moveTo>
                  <a:cubicBezTo>
                    <a:pt x="5" y="5"/>
                    <a:pt x="8" y="5"/>
                    <a:pt x="7" y="14"/>
                  </a:cubicBezTo>
                  <a:cubicBezTo>
                    <a:pt x="7" y="23"/>
                    <a:pt x="5" y="26"/>
                    <a:pt x="5" y="29"/>
                  </a:cubicBezTo>
                  <a:cubicBezTo>
                    <a:pt x="4" y="32"/>
                    <a:pt x="2" y="33"/>
                    <a:pt x="0" y="36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314" name="Freeform 456">
              <a:extLst>
                <a:ext uri="{FF2B5EF4-FFF2-40B4-BE49-F238E27FC236}">
                  <a16:creationId xmlns:a16="http://schemas.microsoft.com/office/drawing/2014/main" id="{E5B3DEAB-1B64-4683-A7C9-446B9136A5F3}"/>
                </a:ext>
              </a:extLst>
            </p:cNvPr>
            <p:cNvSpPr>
              <a:spLocks/>
            </p:cNvSpPr>
            <p:nvPr/>
          </p:nvSpPr>
          <p:spPr bwMode="auto">
            <a:xfrm>
              <a:off x="982" y="926"/>
              <a:ext cx="12" cy="30"/>
            </a:xfrm>
            <a:custGeom>
              <a:avLst/>
              <a:gdLst>
                <a:gd name="T0" fmla="*/ 0 w 7"/>
                <a:gd name="T1" fmla="*/ 83 h 18"/>
                <a:gd name="T2" fmla="*/ 29 w 7"/>
                <a:gd name="T3" fmla="*/ 47 h 18"/>
                <a:gd name="T4" fmla="*/ 36 w 7"/>
                <a:gd name="T5" fmla="*/ 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8">
                  <a:moveTo>
                    <a:pt x="0" y="18"/>
                  </a:moveTo>
                  <a:cubicBezTo>
                    <a:pt x="3" y="16"/>
                    <a:pt x="6" y="15"/>
                    <a:pt x="6" y="10"/>
                  </a:cubicBezTo>
                  <a:cubicBezTo>
                    <a:pt x="6" y="6"/>
                    <a:pt x="7" y="1"/>
                    <a:pt x="7" y="0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315" name="Freeform 457">
              <a:extLst>
                <a:ext uri="{FF2B5EF4-FFF2-40B4-BE49-F238E27FC236}">
                  <a16:creationId xmlns:a16="http://schemas.microsoft.com/office/drawing/2014/main" id="{2459E1A1-1BC4-4393-8199-1C030781A824}"/>
                </a:ext>
              </a:extLst>
            </p:cNvPr>
            <p:cNvSpPr>
              <a:spLocks/>
            </p:cNvSpPr>
            <p:nvPr/>
          </p:nvSpPr>
          <p:spPr bwMode="auto">
            <a:xfrm>
              <a:off x="710" y="725"/>
              <a:ext cx="291" cy="396"/>
            </a:xfrm>
            <a:custGeom>
              <a:avLst/>
              <a:gdLst>
                <a:gd name="T0" fmla="*/ 33 w 175"/>
                <a:gd name="T1" fmla="*/ 642 h 240"/>
                <a:gd name="T2" fmla="*/ 91 w 175"/>
                <a:gd name="T3" fmla="*/ 776 h 240"/>
                <a:gd name="T4" fmla="*/ 193 w 175"/>
                <a:gd name="T5" fmla="*/ 931 h 240"/>
                <a:gd name="T6" fmla="*/ 372 w 175"/>
                <a:gd name="T7" fmla="*/ 1073 h 240"/>
                <a:gd name="T8" fmla="*/ 414 w 175"/>
                <a:gd name="T9" fmla="*/ 1073 h 240"/>
                <a:gd name="T10" fmla="*/ 451 w 175"/>
                <a:gd name="T11" fmla="*/ 1073 h 240"/>
                <a:gd name="T12" fmla="*/ 630 w 175"/>
                <a:gd name="T13" fmla="*/ 934 h 240"/>
                <a:gd name="T14" fmla="*/ 722 w 175"/>
                <a:gd name="T15" fmla="*/ 787 h 240"/>
                <a:gd name="T16" fmla="*/ 772 w 175"/>
                <a:gd name="T17" fmla="*/ 634 h 240"/>
                <a:gd name="T18" fmla="*/ 783 w 175"/>
                <a:gd name="T19" fmla="*/ 444 h 240"/>
                <a:gd name="T20" fmla="*/ 401 w 175"/>
                <a:gd name="T21" fmla="*/ 5 h 240"/>
                <a:gd name="T22" fmla="*/ 20 w 175"/>
                <a:gd name="T23" fmla="*/ 436 h 240"/>
                <a:gd name="T24" fmla="*/ 33 w 175"/>
                <a:gd name="T25" fmla="*/ 642 h 24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75" h="240">
                  <a:moveTo>
                    <a:pt x="7" y="143"/>
                  </a:moveTo>
                  <a:cubicBezTo>
                    <a:pt x="10" y="153"/>
                    <a:pt x="16" y="166"/>
                    <a:pt x="20" y="173"/>
                  </a:cubicBezTo>
                  <a:cubicBezTo>
                    <a:pt x="27" y="183"/>
                    <a:pt x="31" y="195"/>
                    <a:pt x="42" y="207"/>
                  </a:cubicBezTo>
                  <a:cubicBezTo>
                    <a:pt x="52" y="219"/>
                    <a:pt x="68" y="236"/>
                    <a:pt x="81" y="239"/>
                  </a:cubicBezTo>
                  <a:cubicBezTo>
                    <a:pt x="85" y="240"/>
                    <a:pt x="87" y="240"/>
                    <a:pt x="90" y="239"/>
                  </a:cubicBezTo>
                  <a:cubicBezTo>
                    <a:pt x="94" y="239"/>
                    <a:pt x="94" y="239"/>
                    <a:pt x="98" y="239"/>
                  </a:cubicBezTo>
                  <a:cubicBezTo>
                    <a:pt x="111" y="237"/>
                    <a:pt x="126" y="220"/>
                    <a:pt x="137" y="208"/>
                  </a:cubicBezTo>
                  <a:cubicBezTo>
                    <a:pt x="148" y="195"/>
                    <a:pt x="153" y="183"/>
                    <a:pt x="157" y="175"/>
                  </a:cubicBezTo>
                  <a:cubicBezTo>
                    <a:pt x="161" y="166"/>
                    <a:pt x="166" y="151"/>
                    <a:pt x="168" y="141"/>
                  </a:cubicBezTo>
                  <a:cubicBezTo>
                    <a:pt x="168" y="141"/>
                    <a:pt x="175" y="121"/>
                    <a:pt x="170" y="99"/>
                  </a:cubicBezTo>
                  <a:cubicBezTo>
                    <a:pt x="168" y="92"/>
                    <a:pt x="169" y="3"/>
                    <a:pt x="87" y="1"/>
                  </a:cubicBezTo>
                  <a:cubicBezTo>
                    <a:pt x="57" y="0"/>
                    <a:pt x="8" y="18"/>
                    <a:pt x="4" y="97"/>
                  </a:cubicBezTo>
                  <a:cubicBezTo>
                    <a:pt x="4" y="97"/>
                    <a:pt x="0" y="119"/>
                    <a:pt x="7" y="143"/>
                  </a:cubicBezTo>
                  <a:close/>
                </a:path>
              </a:pathLst>
            </a:custGeom>
            <a:solidFill>
              <a:srgbClr val="A961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316" name="Freeform 458">
              <a:extLst>
                <a:ext uri="{FF2B5EF4-FFF2-40B4-BE49-F238E27FC236}">
                  <a16:creationId xmlns:a16="http://schemas.microsoft.com/office/drawing/2014/main" id="{5C85B401-40B8-428F-B9B7-ECE8930470CD}"/>
                </a:ext>
              </a:extLst>
            </p:cNvPr>
            <p:cNvSpPr>
              <a:spLocks/>
            </p:cNvSpPr>
            <p:nvPr/>
          </p:nvSpPr>
          <p:spPr bwMode="auto">
            <a:xfrm>
              <a:off x="710" y="725"/>
              <a:ext cx="291" cy="396"/>
            </a:xfrm>
            <a:custGeom>
              <a:avLst/>
              <a:gdLst>
                <a:gd name="T0" fmla="*/ 33 w 175"/>
                <a:gd name="T1" fmla="*/ 642 h 240"/>
                <a:gd name="T2" fmla="*/ 91 w 175"/>
                <a:gd name="T3" fmla="*/ 776 h 240"/>
                <a:gd name="T4" fmla="*/ 193 w 175"/>
                <a:gd name="T5" fmla="*/ 931 h 240"/>
                <a:gd name="T6" fmla="*/ 372 w 175"/>
                <a:gd name="T7" fmla="*/ 1073 h 240"/>
                <a:gd name="T8" fmla="*/ 414 w 175"/>
                <a:gd name="T9" fmla="*/ 1073 h 240"/>
                <a:gd name="T10" fmla="*/ 451 w 175"/>
                <a:gd name="T11" fmla="*/ 1073 h 240"/>
                <a:gd name="T12" fmla="*/ 630 w 175"/>
                <a:gd name="T13" fmla="*/ 934 h 240"/>
                <a:gd name="T14" fmla="*/ 722 w 175"/>
                <a:gd name="T15" fmla="*/ 787 h 240"/>
                <a:gd name="T16" fmla="*/ 772 w 175"/>
                <a:gd name="T17" fmla="*/ 634 h 240"/>
                <a:gd name="T18" fmla="*/ 783 w 175"/>
                <a:gd name="T19" fmla="*/ 444 h 240"/>
                <a:gd name="T20" fmla="*/ 401 w 175"/>
                <a:gd name="T21" fmla="*/ 5 h 240"/>
                <a:gd name="T22" fmla="*/ 20 w 175"/>
                <a:gd name="T23" fmla="*/ 436 h 240"/>
                <a:gd name="T24" fmla="*/ 33 w 175"/>
                <a:gd name="T25" fmla="*/ 642 h 24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75" h="240">
                  <a:moveTo>
                    <a:pt x="7" y="143"/>
                  </a:moveTo>
                  <a:cubicBezTo>
                    <a:pt x="10" y="153"/>
                    <a:pt x="16" y="166"/>
                    <a:pt x="20" y="173"/>
                  </a:cubicBezTo>
                  <a:cubicBezTo>
                    <a:pt x="27" y="183"/>
                    <a:pt x="31" y="195"/>
                    <a:pt x="42" y="207"/>
                  </a:cubicBezTo>
                  <a:cubicBezTo>
                    <a:pt x="52" y="219"/>
                    <a:pt x="68" y="236"/>
                    <a:pt x="81" y="239"/>
                  </a:cubicBezTo>
                  <a:cubicBezTo>
                    <a:pt x="85" y="240"/>
                    <a:pt x="87" y="240"/>
                    <a:pt x="90" y="239"/>
                  </a:cubicBezTo>
                  <a:cubicBezTo>
                    <a:pt x="94" y="239"/>
                    <a:pt x="94" y="239"/>
                    <a:pt x="98" y="239"/>
                  </a:cubicBezTo>
                  <a:cubicBezTo>
                    <a:pt x="111" y="237"/>
                    <a:pt x="126" y="220"/>
                    <a:pt x="137" y="208"/>
                  </a:cubicBezTo>
                  <a:cubicBezTo>
                    <a:pt x="148" y="195"/>
                    <a:pt x="153" y="183"/>
                    <a:pt x="157" y="175"/>
                  </a:cubicBezTo>
                  <a:cubicBezTo>
                    <a:pt x="161" y="166"/>
                    <a:pt x="166" y="151"/>
                    <a:pt x="168" y="141"/>
                  </a:cubicBezTo>
                  <a:cubicBezTo>
                    <a:pt x="168" y="141"/>
                    <a:pt x="175" y="121"/>
                    <a:pt x="170" y="99"/>
                  </a:cubicBezTo>
                  <a:cubicBezTo>
                    <a:pt x="168" y="92"/>
                    <a:pt x="169" y="3"/>
                    <a:pt x="87" y="1"/>
                  </a:cubicBezTo>
                  <a:cubicBezTo>
                    <a:pt x="57" y="0"/>
                    <a:pt x="8" y="18"/>
                    <a:pt x="4" y="97"/>
                  </a:cubicBezTo>
                  <a:cubicBezTo>
                    <a:pt x="4" y="97"/>
                    <a:pt x="0" y="119"/>
                    <a:pt x="7" y="143"/>
                  </a:cubicBezTo>
                  <a:close/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317" name="Freeform 459">
              <a:extLst>
                <a:ext uri="{FF2B5EF4-FFF2-40B4-BE49-F238E27FC236}">
                  <a16:creationId xmlns:a16="http://schemas.microsoft.com/office/drawing/2014/main" id="{639431DB-50CA-4725-91AB-C9E9D5FF548D}"/>
                </a:ext>
              </a:extLst>
            </p:cNvPr>
            <p:cNvSpPr>
              <a:spLocks/>
            </p:cNvSpPr>
            <p:nvPr/>
          </p:nvSpPr>
          <p:spPr bwMode="auto">
            <a:xfrm>
              <a:off x="796" y="1022"/>
              <a:ext cx="122" cy="43"/>
            </a:xfrm>
            <a:custGeom>
              <a:avLst/>
              <a:gdLst>
                <a:gd name="T0" fmla="*/ 0 w 73"/>
                <a:gd name="T1" fmla="*/ 41 h 26"/>
                <a:gd name="T2" fmla="*/ 70 w 73"/>
                <a:gd name="T3" fmla="*/ 22 h 26"/>
                <a:gd name="T4" fmla="*/ 154 w 73"/>
                <a:gd name="T5" fmla="*/ 8 h 26"/>
                <a:gd name="T6" fmla="*/ 174 w 73"/>
                <a:gd name="T7" fmla="*/ 20 h 26"/>
                <a:gd name="T8" fmla="*/ 201 w 73"/>
                <a:gd name="T9" fmla="*/ 8 h 26"/>
                <a:gd name="T10" fmla="*/ 249 w 73"/>
                <a:gd name="T11" fmla="*/ 13 h 26"/>
                <a:gd name="T12" fmla="*/ 341 w 73"/>
                <a:gd name="T13" fmla="*/ 41 h 26"/>
                <a:gd name="T14" fmla="*/ 299 w 73"/>
                <a:gd name="T15" fmla="*/ 83 h 26"/>
                <a:gd name="T16" fmla="*/ 182 w 73"/>
                <a:gd name="T17" fmla="*/ 112 h 26"/>
                <a:gd name="T18" fmla="*/ 84 w 73"/>
                <a:gd name="T19" fmla="*/ 99 h 26"/>
                <a:gd name="T20" fmla="*/ 0 w 73"/>
                <a:gd name="T21" fmla="*/ 41 h 2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3" h="26">
                  <a:moveTo>
                    <a:pt x="0" y="9"/>
                  </a:moveTo>
                  <a:cubicBezTo>
                    <a:pt x="0" y="9"/>
                    <a:pt x="5" y="12"/>
                    <a:pt x="15" y="5"/>
                  </a:cubicBezTo>
                  <a:cubicBezTo>
                    <a:pt x="20" y="2"/>
                    <a:pt x="28" y="0"/>
                    <a:pt x="33" y="2"/>
                  </a:cubicBezTo>
                  <a:cubicBezTo>
                    <a:pt x="38" y="4"/>
                    <a:pt x="37" y="4"/>
                    <a:pt x="37" y="4"/>
                  </a:cubicBezTo>
                  <a:cubicBezTo>
                    <a:pt x="37" y="4"/>
                    <a:pt x="40" y="3"/>
                    <a:pt x="43" y="2"/>
                  </a:cubicBezTo>
                  <a:cubicBezTo>
                    <a:pt x="46" y="1"/>
                    <a:pt x="50" y="2"/>
                    <a:pt x="53" y="3"/>
                  </a:cubicBezTo>
                  <a:cubicBezTo>
                    <a:pt x="56" y="4"/>
                    <a:pt x="64" y="11"/>
                    <a:pt x="73" y="9"/>
                  </a:cubicBezTo>
                  <a:cubicBezTo>
                    <a:pt x="73" y="9"/>
                    <a:pt x="70" y="13"/>
                    <a:pt x="64" y="18"/>
                  </a:cubicBezTo>
                  <a:cubicBezTo>
                    <a:pt x="57" y="23"/>
                    <a:pt x="46" y="25"/>
                    <a:pt x="39" y="25"/>
                  </a:cubicBezTo>
                  <a:cubicBezTo>
                    <a:pt x="32" y="26"/>
                    <a:pt x="22" y="23"/>
                    <a:pt x="18" y="22"/>
                  </a:cubicBezTo>
                  <a:cubicBezTo>
                    <a:pt x="8" y="18"/>
                    <a:pt x="7" y="12"/>
                    <a:pt x="0" y="9"/>
                  </a:cubicBezTo>
                  <a:close/>
                </a:path>
              </a:pathLst>
            </a:custGeom>
            <a:solidFill>
              <a:srgbClr val="C17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318" name="Freeform 460">
              <a:extLst>
                <a:ext uri="{FF2B5EF4-FFF2-40B4-BE49-F238E27FC236}">
                  <a16:creationId xmlns:a16="http://schemas.microsoft.com/office/drawing/2014/main" id="{40FCBB2B-AF43-4CBF-905B-91E6F3A8D2B5}"/>
                </a:ext>
              </a:extLst>
            </p:cNvPr>
            <p:cNvSpPr>
              <a:spLocks/>
            </p:cNvSpPr>
            <p:nvPr/>
          </p:nvSpPr>
          <p:spPr bwMode="auto">
            <a:xfrm>
              <a:off x="793" y="1015"/>
              <a:ext cx="128" cy="30"/>
            </a:xfrm>
            <a:custGeom>
              <a:avLst/>
              <a:gdLst>
                <a:gd name="T0" fmla="*/ 180 w 77"/>
                <a:gd name="T1" fmla="*/ 37 h 18"/>
                <a:gd name="T2" fmla="*/ 354 w 77"/>
                <a:gd name="T3" fmla="*/ 55 h 18"/>
                <a:gd name="T4" fmla="*/ 313 w 77"/>
                <a:gd name="T5" fmla="*/ 55 h 18"/>
                <a:gd name="T6" fmla="*/ 266 w 77"/>
                <a:gd name="T7" fmla="*/ 37 h 18"/>
                <a:gd name="T8" fmla="*/ 183 w 77"/>
                <a:gd name="T9" fmla="*/ 33 h 18"/>
                <a:gd name="T10" fmla="*/ 183 w 77"/>
                <a:gd name="T11" fmla="*/ 33 h 18"/>
                <a:gd name="T12" fmla="*/ 96 w 77"/>
                <a:gd name="T13" fmla="*/ 33 h 18"/>
                <a:gd name="T14" fmla="*/ 50 w 77"/>
                <a:gd name="T15" fmla="*/ 50 h 18"/>
                <a:gd name="T16" fmla="*/ 0 w 77"/>
                <a:gd name="T17" fmla="*/ 55 h 18"/>
                <a:gd name="T18" fmla="*/ 180 w 77"/>
                <a:gd name="T19" fmla="*/ 37 h 1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7" h="18">
                  <a:moveTo>
                    <a:pt x="39" y="8"/>
                  </a:moveTo>
                  <a:cubicBezTo>
                    <a:pt x="52" y="0"/>
                    <a:pt x="63" y="18"/>
                    <a:pt x="77" y="12"/>
                  </a:cubicBezTo>
                  <a:cubicBezTo>
                    <a:pt x="74" y="13"/>
                    <a:pt x="71" y="13"/>
                    <a:pt x="68" y="12"/>
                  </a:cubicBezTo>
                  <a:cubicBezTo>
                    <a:pt x="65" y="10"/>
                    <a:pt x="62" y="9"/>
                    <a:pt x="58" y="8"/>
                  </a:cubicBezTo>
                  <a:cubicBezTo>
                    <a:pt x="51" y="5"/>
                    <a:pt x="47" y="5"/>
                    <a:pt x="40" y="7"/>
                  </a:cubicBezTo>
                  <a:cubicBezTo>
                    <a:pt x="40" y="7"/>
                    <a:pt x="40" y="7"/>
                    <a:pt x="40" y="7"/>
                  </a:cubicBezTo>
                  <a:cubicBezTo>
                    <a:pt x="32" y="5"/>
                    <a:pt x="29" y="5"/>
                    <a:pt x="21" y="7"/>
                  </a:cubicBezTo>
                  <a:cubicBezTo>
                    <a:pt x="18" y="9"/>
                    <a:pt x="14" y="10"/>
                    <a:pt x="11" y="11"/>
                  </a:cubicBezTo>
                  <a:cubicBezTo>
                    <a:pt x="8" y="13"/>
                    <a:pt x="4" y="14"/>
                    <a:pt x="0" y="12"/>
                  </a:cubicBezTo>
                  <a:cubicBezTo>
                    <a:pt x="12" y="18"/>
                    <a:pt x="26" y="0"/>
                    <a:pt x="39" y="8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319" name="Freeform 461">
              <a:extLst>
                <a:ext uri="{FF2B5EF4-FFF2-40B4-BE49-F238E27FC236}">
                  <a16:creationId xmlns:a16="http://schemas.microsoft.com/office/drawing/2014/main" id="{DB808D05-CFA2-4C88-BB51-2E3E37AFC147}"/>
                </a:ext>
              </a:extLst>
            </p:cNvPr>
            <p:cNvSpPr>
              <a:spLocks/>
            </p:cNvSpPr>
            <p:nvPr/>
          </p:nvSpPr>
          <p:spPr bwMode="auto">
            <a:xfrm>
              <a:off x="806" y="1045"/>
              <a:ext cx="102" cy="46"/>
            </a:xfrm>
            <a:custGeom>
              <a:avLst/>
              <a:gdLst>
                <a:gd name="T0" fmla="*/ 0 w 61"/>
                <a:gd name="T1" fmla="*/ 0 h 28"/>
                <a:gd name="T2" fmla="*/ 286 w 61"/>
                <a:gd name="T3" fmla="*/ 5 h 28"/>
                <a:gd name="T4" fmla="*/ 0 w 61"/>
                <a:gd name="T5" fmla="*/ 0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1" h="28">
                  <a:moveTo>
                    <a:pt x="0" y="0"/>
                  </a:moveTo>
                  <a:cubicBezTo>
                    <a:pt x="0" y="0"/>
                    <a:pt x="31" y="24"/>
                    <a:pt x="61" y="1"/>
                  </a:cubicBezTo>
                  <a:cubicBezTo>
                    <a:pt x="61" y="1"/>
                    <a:pt x="35" y="28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320" name="Freeform 462">
              <a:extLst>
                <a:ext uri="{FF2B5EF4-FFF2-40B4-BE49-F238E27FC236}">
                  <a16:creationId xmlns:a16="http://schemas.microsoft.com/office/drawing/2014/main" id="{3F124DBA-6EC1-4365-BA7F-05D0ACDDC6AC}"/>
                </a:ext>
              </a:extLst>
            </p:cNvPr>
            <p:cNvSpPr>
              <a:spLocks/>
            </p:cNvSpPr>
            <p:nvPr/>
          </p:nvSpPr>
          <p:spPr bwMode="auto">
            <a:xfrm>
              <a:off x="806" y="1040"/>
              <a:ext cx="103" cy="10"/>
            </a:xfrm>
            <a:custGeom>
              <a:avLst/>
              <a:gdLst>
                <a:gd name="T0" fmla="*/ 0 w 62"/>
                <a:gd name="T1" fmla="*/ 0 h 6"/>
                <a:gd name="T2" fmla="*/ 284 w 62"/>
                <a:gd name="T3" fmla="*/ 0 h 6"/>
                <a:gd name="T4" fmla="*/ 0 w 62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2" h="6">
                  <a:moveTo>
                    <a:pt x="0" y="0"/>
                  </a:moveTo>
                  <a:cubicBezTo>
                    <a:pt x="0" y="0"/>
                    <a:pt x="35" y="5"/>
                    <a:pt x="62" y="0"/>
                  </a:cubicBezTo>
                  <a:cubicBezTo>
                    <a:pt x="62" y="0"/>
                    <a:pt x="41" y="6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321" name="Freeform 463">
              <a:extLst>
                <a:ext uri="{FF2B5EF4-FFF2-40B4-BE49-F238E27FC236}">
                  <a16:creationId xmlns:a16="http://schemas.microsoft.com/office/drawing/2014/main" id="{5987EF90-75D5-44F8-9B6B-73F7CDEF4CFE}"/>
                </a:ext>
              </a:extLst>
            </p:cNvPr>
            <p:cNvSpPr>
              <a:spLocks/>
            </p:cNvSpPr>
            <p:nvPr/>
          </p:nvSpPr>
          <p:spPr bwMode="auto">
            <a:xfrm>
              <a:off x="730" y="850"/>
              <a:ext cx="94" cy="32"/>
            </a:xfrm>
            <a:custGeom>
              <a:avLst/>
              <a:gdLst>
                <a:gd name="T0" fmla="*/ 0 w 57"/>
                <a:gd name="T1" fmla="*/ 91 h 19"/>
                <a:gd name="T2" fmla="*/ 251 w 57"/>
                <a:gd name="T3" fmla="*/ 71 h 19"/>
                <a:gd name="T4" fmla="*/ 234 w 57"/>
                <a:gd name="T5" fmla="*/ 76 h 19"/>
                <a:gd name="T6" fmla="*/ 0 w 57"/>
                <a:gd name="T7" fmla="*/ 91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7" h="19">
                  <a:moveTo>
                    <a:pt x="0" y="19"/>
                  </a:moveTo>
                  <a:cubicBezTo>
                    <a:pt x="16" y="0"/>
                    <a:pt x="56" y="15"/>
                    <a:pt x="56" y="15"/>
                  </a:cubicBezTo>
                  <a:cubicBezTo>
                    <a:pt x="56" y="15"/>
                    <a:pt x="57" y="18"/>
                    <a:pt x="52" y="16"/>
                  </a:cubicBezTo>
                  <a:cubicBezTo>
                    <a:pt x="48" y="14"/>
                    <a:pt x="17" y="3"/>
                    <a:pt x="0" y="19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322" name="Freeform 464">
              <a:extLst>
                <a:ext uri="{FF2B5EF4-FFF2-40B4-BE49-F238E27FC236}">
                  <a16:creationId xmlns:a16="http://schemas.microsoft.com/office/drawing/2014/main" id="{B2CEBA33-6A62-4F27-B046-38DC034117EC}"/>
                </a:ext>
              </a:extLst>
            </p:cNvPr>
            <p:cNvSpPr>
              <a:spLocks/>
            </p:cNvSpPr>
            <p:nvPr/>
          </p:nvSpPr>
          <p:spPr bwMode="auto">
            <a:xfrm>
              <a:off x="735" y="888"/>
              <a:ext cx="96" cy="43"/>
            </a:xfrm>
            <a:custGeom>
              <a:avLst/>
              <a:gdLst>
                <a:gd name="T0" fmla="*/ 0 w 58"/>
                <a:gd name="T1" fmla="*/ 55 h 26"/>
                <a:gd name="T2" fmla="*/ 146 w 58"/>
                <a:gd name="T3" fmla="*/ 22 h 26"/>
                <a:gd name="T4" fmla="*/ 235 w 58"/>
                <a:gd name="T5" fmla="*/ 99 h 26"/>
                <a:gd name="T6" fmla="*/ 154 w 58"/>
                <a:gd name="T7" fmla="*/ 112 h 26"/>
                <a:gd name="T8" fmla="*/ 0 w 58"/>
                <a:gd name="T9" fmla="*/ 55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8" h="26">
                  <a:moveTo>
                    <a:pt x="0" y="12"/>
                  </a:moveTo>
                  <a:cubicBezTo>
                    <a:pt x="0" y="12"/>
                    <a:pt x="15" y="0"/>
                    <a:pt x="32" y="5"/>
                  </a:cubicBezTo>
                  <a:cubicBezTo>
                    <a:pt x="48" y="10"/>
                    <a:pt x="58" y="19"/>
                    <a:pt x="52" y="22"/>
                  </a:cubicBezTo>
                  <a:cubicBezTo>
                    <a:pt x="46" y="25"/>
                    <a:pt x="39" y="23"/>
                    <a:pt x="34" y="25"/>
                  </a:cubicBezTo>
                  <a:cubicBezTo>
                    <a:pt x="29" y="26"/>
                    <a:pt x="4" y="22"/>
                    <a:pt x="0" y="12"/>
                  </a:cubicBezTo>
                  <a:close/>
                </a:path>
              </a:pathLst>
            </a:custGeom>
            <a:solidFill>
              <a:srgbClr val="603A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323" name="Freeform 465">
              <a:extLst>
                <a:ext uri="{FF2B5EF4-FFF2-40B4-BE49-F238E27FC236}">
                  <a16:creationId xmlns:a16="http://schemas.microsoft.com/office/drawing/2014/main" id="{6E8E1479-C76F-42A0-B72F-31449B2B5EA2}"/>
                </a:ext>
              </a:extLst>
            </p:cNvPr>
            <p:cNvSpPr>
              <a:spLocks/>
            </p:cNvSpPr>
            <p:nvPr/>
          </p:nvSpPr>
          <p:spPr bwMode="auto">
            <a:xfrm>
              <a:off x="741" y="897"/>
              <a:ext cx="82" cy="31"/>
            </a:xfrm>
            <a:custGeom>
              <a:avLst/>
              <a:gdLst>
                <a:gd name="T0" fmla="*/ 0 w 49"/>
                <a:gd name="T1" fmla="*/ 34 h 19"/>
                <a:gd name="T2" fmla="*/ 112 w 49"/>
                <a:gd name="T3" fmla="*/ 8 h 19"/>
                <a:gd name="T4" fmla="*/ 208 w 49"/>
                <a:gd name="T5" fmla="*/ 47 h 19"/>
                <a:gd name="T6" fmla="*/ 201 w 49"/>
                <a:gd name="T7" fmla="*/ 69 h 19"/>
                <a:gd name="T8" fmla="*/ 126 w 49"/>
                <a:gd name="T9" fmla="*/ 75 h 19"/>
                <a:gd name="T10" fmla="*/ 0 w 49"/>
                <a:gd name="T11" fmla="*/ 34 h 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9" h="19">
                  <a:moveTo>
                    <a:pt x="0" y="8"/>
                  </a:moveTo>
                  <a:cubicBezTo>
                    <a:pt x="6" y="5"/>
                    <a:pt x="11" y="0"/>
                    <a:pt x="24" y="2"/>
                  </a:cubicBezTo>
                  <a:cubicBezTo>
                    <a:pt x="36" y="3"/>
                    <a:pt x="41" y="10"/>
                    <a:pt x="44" y="11"/>
                  </a:cubicBezTo>
                  <a:cubicBezTo>
                    <a:pt x="49" y="12"/>
                    <a:pt x="46" y="15"/>
                    <a:pt x="43" y="16"/>
                  </a:cubicBezTo>
                  <a:cubicBezTo>
                    <a:pt x="39" y="17"/>
                    <a:pt x="31" y="16"/>
                    <a:pt x="27" y="17"/>
                  </a:cubicBezTo>
                  <a:cubicBezTo>
                    <a:pt x="22" y="19"/>
                    <a:pt x="9" y="14"/>
                    <a:pt x="0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324" name="Freeform 466">
              <a:extLst>
                <a:ext uri="{FF2B5EF4-FFF2-40B4-BE49-F238E27FC236}">
                  <a16:creationId xmlns:a16="http://schemas.microsoft.com/office/drawing/2014/main" id="{BCDDEFA1-F757-4076-AE6E-DC09CD3D5033}"/>
                </a:ext>
              </a:extLst>
            </p:cNvPr>
            <p:cNvSpPr>
              <a:spLocks/>
            </p:cNvSpPr>
            <p:nvPr/>
          </p:nvSpPr>
          <p:spPr bwMode="auto">
            <a:xfrm>
              <a:off x="763" y="898"/>
              <a:ext cx="32" cy="28"/>
            </a:xfrm>
            <a:custGeom>
              <a:avLst/>
              <a:gdLst>
                <a:gd name="T0" fmla="*/ 54 w 19"/>
                <a:gd name="T1" fmla="*/ 5 h 17"/>
                <a:gd name="T2" fmla="*/ 20 w 19"/>
                <a:gd name="T3" fmla="*/ 5 h 17"/>
                <a:gd name="T4" fmla="*/ 5 w 19"/>
                <a:gd name="T5" fmla="*/ 33 h 17"/>
                <a:gd name="T6" fmla="*/ 22 w 19"/>
                <a:gd name="T7" fmla="*/ 71 h 17"/>
                <a:gd name="T8" fmla="*/ 54 w 19"/>
                <a:gd name="T9" fmla="*/ 76 h 17"/>
                <a:gd name="T10" fmla="*/ 91 w 19"/>
                <a:gd name="T11" fmla="*/ 35 h 17"/>
                <a:gd name="T12" fmla="*/ 71 w 19"/>
                <a:gd name="T13" fmla="*/ 5 h 17"/>
                <a:gd name="T14" fmla="*/ 54 w 19"/>
                <a:gd name="T15" fmla="*/ 5 h 1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9" h="17">
                  <a:moveTo>
                    <a:pt x="11" y="1"/>
                  </a:moveTo>
                  <a:cubicBezTo>
                    <a:pt x="5" y="0"/>
                    <a:pt x="5" y="0"/>
                    <a:pt x="4" y="1"/>
                  </a:cubicBezTo>
                  <a:cubicBezTo>
                    <a:pt x="2" y="3"/>
                    <a:pt x="1" y="5"/>
                    <a:pt x="1" y="7"/>
                  </a:cubicBezTo>
                  <a:cubicBezTo>
                    <a:pt x="0" y="11"/>
                    <a:pt x="2" y="14"/>
                    <a:pt x="5" y="16"/>
                  </a:cubicBezTo>
                  <a:cubicBezTo>
                    <a:pt x="8" y="16"/>
                    <a:pt x="9" y="17"/>
                    <a:pt x="11" y="17"/>
                  </a:cubicBezTo>
                  <a:cubicBezTo>
                    <a:pt x="15" y="16"/>
                    <a:pt x="19" y="13"/>
                    <a:pt x="19" y="8"/>
                  </a:cubicBezTo>
                  <a:cubicBezTo>
                    <a:pt x="19" y="5"/>
                    <a:pt x="18" y="3"/>
                    <a:pt x="15" y="1"/>
                  </a:cubicBezTo>
                  <a:cubicBezTo>
                    <a:pt x="14" y="1"/>
                    <a:pt x="13" y="0"/>
                    <a:pt x="11" y="1"/>
                  </a:cubicBezTo>
                </a:path>
              </a:pathLst>
            </a:custGeom>
            <a:solidFill>
              <a:srgbClr val="2A100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325" name="Freeform 467">
              <a:extLst>
                <a:ext uri="{FF2B5EF4-FFF2-40B4-BE49-F238E27FC236}">
                  <a16:creationId xmlns:a16="http://schemas.microsoft.com/office/drawing/2014/main" id="{4C4B18EC-9B12-4F96-9F04-F1C6B4213D61}"/>
                </a:ext>
              </a:extLst>
            </p:cNvPr>
            <p:cNvSpPr>
              <a:spLocks/>
            </p:cNvSpPr>
            <p:nvPr/>
          </p:nvSpPr>
          <p:spPr bwMode="auto">
            <a:xfrm>
              <a:off x="741" y="895"/>
              <a:ext cx="82" cy="33"/>
            </a:xfrm>
            <a:custGeom>
              <a:avLst/>
              <a:gdLst>
                <a:gd name="T0" fmla="*/ 0 w 49"/>
                <a:gd name="T1" fmla="*/ 41 h 20"/>
                <a:gd name="T2" fmla="*/ 112 w 49"/>
                <a:gd name="T3" fmla="*/ 13 h 20"/>
                <a:gd name="T4" fmla="*/ 208 w 49"/>
                <a:gd name="T5" fmla="*/ 54 h 20"/>
                <a:gd name="T6" fmla="*/ 201 w 49"/>
                <a:gd name="T7" fmla="*/ 76 h 20"/>
                <a:gd name="T8" fmla="*/ 126 w 49"/>
                <a:gd name="T9" fmla="*/ 83 h 20"/>
                <a:gd name="T10" fmla="*/ 0 w 49"/>
                <a:gd name="T11" fmla="*/ 41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9" h="20">
                  <a:moveTo>
                    <a:pt x="0" y="9"/>
                  </a:moveTo>
                  <a:cubicBezTo>
                    <a:pt x="6" y="6"/>
                    <a:pt x="12" y="0"/>
                    <a:pt x="24" y="3"/>
                  </a:cubicBezTo>
                  <a:cubicBezTo>
                    <a:pt x="36" y="5"/>
                    <a:pt x="41" y="11"/>
                    <a:pt x="44" y="12"/>
                  </a:cubicBezTo>
                  <a:cubicBezTo>
                    <a:pt x="49" y="13"/>
                    <a:pt x="46" y="16"/>
                    <a:pt x="43" y="17"/>
                  </a:cubicBezTo>
                  <a:cubicBezTo>
                    <a:pt x="39" y="18"/>
                    <a:pt x="31" y="17"/>
                    <a:pt x="27" y="18"/>
                  </a:cubicBezTo>
                  <a:cubicBezTo>
                    <a:pt x="22" y="20"/>
                    <a:pt x="9" y="15"/>
                    <a:pt x="0" y="9"/>
                  </a:cubicBezTo>
                  <a:close/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326" name="Oval 468">
              <a:extLst>
                <a:ext uri="{FF2B5EF4-FFF2-40B4-BE49-F238E27FC236}">
                  <a16:creationId xmlns:a16="http://schemas.microsoft.com/office/drawing/2014/main" id="{EFD2ED3E-96CF-4B08-8BC4-8008185CFE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6" y="908"/>
              <a:ext cx="7" cy="7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327" name="Oval 469">
              <a:extLst>
                <a:ext uri="{FF2B5EF4-FFF2-40B4-BE49-F238E27FC236}">
                  <a16:creationId xmlns:a16="http://schemas.microsoft.com/office/drawing/2014/main" id="{8462A466-ACE5-41C0-93E9-6917624AE5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6" y="908"/>
              <a:ext cx="7" cy="7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328" name="Freeform 470">
              <a:extLst>
                <a:ext uri="{FF2B5EF4-FFF2-40B4-BE49-F238E27FC236}">
                  <a16:creationId xmlns:a16="http://schemas.microsoft.com/office/drawing/2014/main" id="{2D01EC51-5D8F-4201-BCD4-883C0B2AF457}"/>
                </a:ext>
              </a:extLst>
            </p:cNvPr>
            <p:cNvSpPr>
              <a:spLocks/>
            </p:cNvSpPr>
            <p:nvPr/>
          </p:nvSpPr>
          <p:spPr bwMode="auto">
            <a:xfrm>
              <a:off x="741" y="878"/>
              <a:ext cx="77" cy="30"/>
            </a:xfrm>
            <a:custGeom>
              <a:avLst/>
              <a:gdLst>
                <a:gd name="T0" fmla="*/ 216 w 46"/>
                <a:gd name="T1" fmla="*/ 83 h 18"/>
                <a:gd name="T2" fmla="*/ 0 w 46"/>
                <a:gd name="T3" fmla="*/ 50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6" h="18">
                  <a:moveTo>
                    <a:pt x="46" y="18"/>
                  </a:moveTo>
                  <a:cubicBezTo>
                    <a:pt x="35" y="8"/>
                    <a:pt x="9" y="0"/>
                    <a:pt x="0" y="11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329" name="Freeform 471">
              <a:extLst>
                <a:ext uri="{FF2B5EF4-FFF2-40B4-BE49-F238E27FC236}">
                  <a16:creationId xmlns:a16="http://schemas.microsoft.com/office/drawing/2014/main" id="{AB9848D4-B552-45F8-932C-6DACFFA49283}"/>
                </a:ext>
              </a:extLst>
            </p:cNvPr>
            <p:cNvSpPr>
              <a:spLocks/>
            </p:cNvSpPr>
            <p:nvPr/>
          </p:nvSpPr>
          <p:spPr bwMode="auto">
            <a:xfrm>
              <a:off x="771" y="905"/>
              <a:ext cx="7" cy="6"/>
            </a:xfrm>
            <a:custGeom>
              <a:avLst/>
              <a:gdLst>
                <a:gd name="T0" fmla="*/ 21 w 4"/>
                <a:gd name="T1" fmla="*/ 8 h 4"/>
                <a:gd name="T2" fmla="*/ 12 w 4"/>
                <a:gd name="T3" fmla="*/ 0 h 4"/>
                <a:gd name="T4" fmla="*/ 0 w 4"/>
                <a:gd name="T5" fmla="*/ 8 h 4"/>
                <a:gd name="T6" fmla="*/ 12 w 4"/>
                <a:gd name="T7" fmla="*/ 14 h 4"/>
                <a:gd name="T8" fmla="*/ 21 w 4"/>
                <a:gd name="T9" fmla="*/ 8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4" y="2"/>
                  </a:moveTo>
                  <a:cubicBezTo>
                    <a:pt x="4" y="1"/>
                    <a:pt x="3" y="0"/>
                    <a:pt x="2" y="0"/>
                  </a:cubicBezTo>
                  <a:cubicBezTo>
                    <a:pt x="1" y="0"/>
                    <a:pt x="0" y="0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ubicBezTo>
                    <a:pt x="3" y="4"/>
                    <a:pt x="4" y="3"/>
                    <a:pt x="4" y="2"/>
                  </a:cubicBezTo>
                </a:path>
              </a:pathLst>
            </a:custGeom>
            <a:solidFill>
              <a:srgbClr val="E5AF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330" name="Freeform 472">
              <a:extLst>
                <a:ext uri="{FF2B5EF4-FFF2-40B4-BE49-F238E27FC236}">
                  <a16:creationId xmlns:a16="http://schemas.microsoft.com/office/drawing/2014/main" id="{5A6FE23C-19ED-43AC-AB73-574AA843FDEF}"/>
                </a:ext>
              </a:extLst>
            </p:cNvPr>
            <p:cNvSpPr>
              <a:spLocks/>
            </p:cNvSpPr>
            <p:nvPr/>
          </p:nvSpPr>
          <p:spPr bwMode="auto">
            <a:xfrm>
              <a:off x="736" y="903"/>
              <a:ext cx="10" cy="3"/>
            </a:xfrm>
            <a:custGeom>
              <a:avLst/>
              <a:gdLst>
                <a:gd name="T0" fmla="*/ 28 w 6"/>
                <a:gd name="T1" fmla="*/ 8 h 2"/>
                <a:gd name="T2" fmla="*/ 0 w 6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">
                  <a:moveTo>
                    <a:pt x="6" y="2"/>
                  </a:moveTo>
                  <a:cubicBezTo>
                    <a:pt x="4" y="2"/>
                    <a:pt x="2" y="1"/>
                    <a:pt x="0" y="0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331" name="Freeform 473">
              <a:extLst>
                <a:ext uri="{FF2B5EF4-FFF2-40B4-BE49-F238E27FC236}">
                  <a16:creationId xmlns:a16="http://schemas.microsoft.com/office/drawing/2014/main" id="{C608ACC6-CC6E-4B73-A781-199685512C58}"/>
                </a:ext>
              </a:extLst>
            </p:cNvPr>
            <p:cNvSpPr>
              <a:spLocks/>
            </p:cNvSpPr>
            <p:nvPr/>
          </p:nvSpPr>
          <p:spPr bwMode="auto">
            <a:xfrm>
              <a:off x="743" y="901"/>
              <a:ext cx="10" cy="2"/>
            </a:xfrm>
            <a:custGeom>
              <a:avLst/>
              <a:gdLst>
                <a:gd name="T0" fmla="*/ 28 w 6"/>
                <a:gd name="T1" fmla="*/ 8 h 1"/>
                <a:gd name="T2" fmla="*/ 0 w 6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">
                  <a:moveTo>
                    <a:pt x="6" y="1"/>
                  </a:moveTo>
                  <a:cubicBezTo>
                    <a:pt x="4" y="1"/>
                    <a:pt x="2" y="0"/>
                    <a:pt x="0" y="0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332" name="Freeform 474">
              <a:extLst>
                <a:ext uri="{FF2B5EF4-FFF2-40B4-BE49-F238E27FC236}">
                  <a16:creationId xmlns:a16="http://schemas.microsoft.com/office/drawing/2014/main" id="{ADA20854-3347-4581-B209-FD04D27D9473}"/>
                </a:ext>
              </a:extLst>
            </p:cNvPr>
            <p:cNvSpPr>
              <a:spLocks/>
            </p:cNvSpPr>
            <p:nvPr/>
          </p:nvSpPr>
          <p:spPr bwMode="auto">
            <a:xfrm>
              <a:off x="748" y="898"/>
              <a:ext cx="10" cy="3"/>
            </a:xfrm>
            <a:custGeom>
              <a:avLst/>
              <a:gdLst>
                <a:gd name="T0" fmla="*/ 28 w 6"/>
                <a:gd name="T1" fmla="*/ 8 h 2"/>
                <a:gd name="T2" fmla="*/ 0 w 6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">
                  <a:moveTo>
                    <a:pt x="6" y="2"/>
                  </a:moveTo>
                  <a:cubicBezTo>
                    <a:pt x="4" y="1"/>
                    <a:pt x="2" y="0"/>
                    <a:pt x="0" y="0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333" name="Freeform 475">
              <a:extLst>
                <a:ext uri="{FF2B5EF4-FFF2-40B4-BE49-F238E27FC236}">
                  <a16:creationId xmlns:a16="http://schemas.microsoft.com/office/drawing/2014/main" id="{31AE0639-2D13-41D9-A66B-BD485D2C021B}"/>
                </a:ext>
              </a:extLst>
            </p:cNvPr>
            <p:cNvSpPr>
              <a:spLocks/>
            </p:cNvSpPr>
            <p:nvPr/>
          </p:nvSpPr>
          <p:spPr bwMode="auto">
            <a:xfrm>
              <a:off x="888" y="849"/>
              <a:ext cx="94" cy="33"/>
            </a:xfrm>
            <a:custGeom>
              <a:avLst/>
              <a:gdLst>
                <a:gd name="T0" fmla="*/ 256 w 57"/>
                <a:gd name="T1" fmla="*/ 83 h 20"/>
                <a:gd name="T2" fmla="*/ 8 w 57"/>
                <a:gd name="T3" fmla="*/ 71 h 20"/>
                <a:gd name="T4" fmla="*/ 26 w 57"/>
                <a:gd name="T5" fmla="*/ 83 h 20"/>
                <a:gd name="T6" fmla="*/ 256 w 57"/>
                <a:gd name="T7" fmla="*/ 83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7" h="20">
                  <a:moveTo>
                    <a:pt x="57" y="18"/>
                  </a:moveTo>
                  <a:cubicBezTo>
                    <a:pt x="41" y="0"/>
                    <a:pt x="2" y="16"/>
                    <a:pt x="2" y="16"/>
                  </a:cubicBezTo>
                  <a:cubicBezTo>
                    <a:pt x="2" y="16"/>
                    <a:pt x="0" y="20"/>
                    <a:pt x="6" y="18"/>
                  </a:cubicBezTo>
                  <a:cubicBezTo>
                    <a:pt x="11" y="15"/>
                    <a:pt x="43" y="3"/>
                    <a:pt x="57" y="18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334" name="Freeform 476">
              <a:extLst>
                <a:ext uri="{FF2B5EF4-FFF2-40B4-BE49-F238E27FC236}">
                  <a16:creationId xmlns:a16="http://schemas.microsoft.com/office/drawing/2014/main" id="{E36D66E7-C821-4F2E-A7EC-918C2B577AE9}"/>
                </a:ext>
              </a:extLst>
            </p:cNvPr>
            <p:cNvSpPr>
              <a:spLocks/>
            </p:cNvSpPr>
            <p:nvPr/>
          </p:nvSpPr>
          <p:spPr bwMode="auto">
            <a:xfrm>
              <a:off x="884" y="888"/>
              <a:ext cx="97" cy="43"/>
            </a:xfrm>
            <a:custGeom>
              <a:avLst/>
              <a:gdLst>
                <a:gd name="T0" fmla="*/ 271 w 58"/>
                <a:gd name="T1" fmla="*/ 55 h 26"/>
                <a:gd name="T2" fmla="*/ 120 w 58"/>
                <a:gd name="T3" fmla="*/ 22 h 26"/>
                <a:gd name="T4" fmla="*/ 28 w 58"/>
                <a:gd name="T5" fmla="*/ 99 h 26"/>
                <a:gd name="T6" fmla="*/ 112 w 58"/>
                <a:gd name="T7" fmla="*/ 112 h 26"/>
                <a:gd name="T8" fmla="*/ 271 w 58"/>
                <a:gd name="T9" fmla="*/ 55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8" h="26">
                  <a:moveTo>
                    <a:pt x="58" y="12"/>
                  </a:moveTo>
                  <a:cubicBezTo>
                    <a:pt x="58" y="12"/>
                    <a:pt x="43" y="0"/>
                    <a:pt x="26" y="5"/>
                  </a:cubicBezTo>
                  <a:cubicBezTo>
                    <a:pt x="9" y="10"/>
                    <a:pt x="0" y="19"/>
                    <a:pt x="6" y="22"/>
                  </a:cubicBezTo>
                  <a:cubicBezTo>
                    <a:pt x="12" y="25"/>
                    <a:pt x="19" y="23"/>
                    <a:pt x="24" y="25"/>
                  </a:cubicBezTo>
                  <a:cubicBezTo>
                    <a:pt x="29" y="26"/>
                    <a:pt x="54" y="22"/>
                    <a:pt x="58" y="12"/>
                  </a:cubicBezTo>
                  <a:close/>
                </a:path>
              </a:pathLst>
            </a:custGeom>
            <a:solidFill>
              <a:srgbClr val="603A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335" name="Freeform 477">
              <a:extLst>
                <a:ext uri="{FF2B5EF4-FFF2-40B4-BE49-F238E27FC236}">
                  <a16:creationId xmlns:a16="http://schemas.microsoft.com/office/drawing/2014/main" id="{B02B0922-0DC3-463A-ADF7-9E70E8E6125D}"/>
                </a:ext>
              </a:extLst>
            </p:cNvPr>
            <p:cNvSpPr>
              <a:spLocks/>
            </p:cNvSpPr>
            <p:nvPr/>
          </p:nvSpPr>
          <p:spPr bwMode="auto">
            <a:xfrm>
              <a:off x="893" y="897"/>
              <a:ext cx="81" cy="31"/>
            </a:xfrm>
            <a:custGeom>
              <a:avLst/>
              <a:gdLst>
                <a:gd name="T0" fmla="*/ 222 w 49"/>
                <a:gd name="T1" fmla="*/ 34 h 19"/>
                <a:gd name="T2" fmla="*/ 112 w 49"/>
                <a:gd name="T3" fmla="*/ 8 h 19"/>
                <a:gd name="T4" fmla="*/ 21 w 49"/>
                <a:gd name="T5" fmla="*/ 47 h 19"/>
                <a:gd name="T6" fmla="*/ 28 w 49"/>
                <a:gd name="T7" fmla="*/ 69 h 19"/>
                <a:gd name="T8" fmla="*/ 99 w 49"/>
                <a:gd name="T9" fmla="*/ 75 h 19"/>
                <a:gd name="T10" fmla="*/ 222 w 49"/>
                <a:gd name="T11" fmla="*/ 34 h 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9" h="19">
                  <a:moveTo>
                    <a:pt x="49" y="8"/>
                  </a:moveTo>
                  <a:cubicBezTo>
                    <a:pt x="43" y="5"/>
                    <a:pt x="37" y="0"/>
                    <a:pt x="25" y="2"/>
                  </a:cubicBezTo>
                  <a:cubicBezTo>
                    <a:pt x="13" y="3"/>
                    <a:pt x="8" y="10"/>
                    <a:pt x="5" y="11"/>
                  </a:cubicBezTo>
                  <a:cubicBezTo>
                    <a:pt x="0" y="12"/>
                    <a:pt x="3" y="15"/>
                    <a:pt x="6" y="16"/>
                  </a:cubicBezTo>
                  <a:cubicBezTo>
                    <a:pt x="9" y="17"/>
                    <a:pt x="18" y="16"/>
                    <a:pt x="22" y="17"/>
                  </a:cubicBezTo>
                  <a:cubicBezTo>
                    <a:pt x="26" y="19"/>
                    <a:pt x="40" y="14"/>
                    <a:pt x="49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336" name="Freeform 478">
              <a:extLst>
                <a:ext uri="{FF2B5EF4-FFF2-40B4-BE49-F238E27FC236}">
                  <a16:creationId xmlns:a16="http://schemas.microsoft.com/office/drawing/2014/main" id="{41EEC9B6-3C7A-468C-9916-C0836EDA2A93}"/>
                </a:ext>
              </a:extLst>
            </p:cNvPr>
            <p:cNvSpPr>
              <a:spLocks/>
            </p:cNvSpPr>
            <p:nvPr/>
          </p:nvSpPr>
          <p:spPr bwMode="auto">
            <a:xfrm>
              <a:off x="921" y="898"/>
              <a:ext cx="30" cy="28"/>
            </a:xfrm>
            <a:custGeom>
              <a:avLst/>
              <a:gdLst>
                <a:gd name="T0" fmla="*/ 37 w 18"/>
                <a:gd name="T1" fmla="*/ 5 h 17"/>
                <a:gd name="T2" fmla="*/ 70 w 18"/>
                <a:gd name="T3" fmla="*/ 5 h 17"/>
                <a:gd name="T4" fmla="*/ 83 w 18"/>
                <a:gd name="T5" fmla="*/ 33 h 17"/>
                <a:gd name="T6" fmla="*/ 62 w 18"/>
                <a:gd name="T7" fmla="*/ 71 h 17"/>
                <a:gd name="T8" fmla="*/ 37 w 18"/>
                <a:gd name="T9" fmla="*/ 76 h 17"/>
                <a:gd name="T10" fmla="*/ 0 w 18"/>
                <a:gd name="T11" fmla="*/ 35 h 17"/>
                <a:gd name="T12" fmla="*/ 13 w 18"/>
                <a:gd name="T13" fmla="*/ 5 h 17"/>
                <a:gd name="T14" fmla="*/ 37 w 18"/>
                <a:gd name="T15" fmla="*/ 5 h 1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8" h="17">
                  <a:moveTo>
                    <a:pt x="8" y="1"/>
                  </a:moveTo>
                  <a:cubicBezTo>
                    <a:pt x="14" y="0"/>
                    <a:pt x="13" y="0"/>
                    <a:pt x="15" y="1"/>
                  </a:cubicBezTo>
                  <a:cubicBezTo>
                    <a:pt x="17" y="3"/>
                    <a:pt x="18" y="5"/>
                    <a:pt x="18" y="7"/>
                  </a:cubicBezTo>
                  <a:cubicBezTo>
                    <a:pt x="18" y="11"/>
                    <a:pt x="16" y="14"/>
                    <a:pt x="13" y="16"/>
                  </a:cubicBezTo>
                  <a:cubicBezTo>
                    <a:pt x="11" y="16"/>
                    <a:pt x="9" y="17"/>
                    <a:pt x="8" y="17"/>
                  </a:cubicBezTo>
                  <a:cubicBezTo>
                    <a:pt x="3" y="16"/>
                    <a:pt x="0" y="13"/>
                    <a:pt x="0" y="8"/>
                  </a:cubicBezTo>
                  <a:cubicBezTo>
                    <a:pt x="0" y="5"/>
                    <a:pt x="1" y="3"/>
                    <a:pt x="3" y="1"/>
                  </a:cubicBezTo>
                  <a:cubicBezTo>
                    <a:pt x="5" y="1"/>
                    <a:pt x="6" y="0"/>
                    <a:pt x="8" y="1"/>
                  </a:cubicBezTo>
                </a:path>
              </a:pathLst>
            </a:custGeom>
            <a:solidFill>
              <a:srgbClr val="2A100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337" name="Freeform 479">
              <a:extLst>
                <a:ext uri="{FF2B5EF4-FFF2-40B4-BE49-F238E27FC236}">
                  <a16:creationId xmlns:a16="http://schemas.microsoft.com/office/drawing/2014/main" id="{EC0C6E2B-C95B-4E75-B124-92D9300538F0}"/>
                </a:ext>
              </a:extLst>
            </p:cNvPr>
            <p:cNvSpPr>
              <a:spLocks/>
            </p:cNvSpPr>
            <p:nvPr/>
          </p:nvSpPr>
          <p:spPr bwMode="auto">
            <a:xfrm>
              <a:off x="893" y="895"/>
              <a:ext cx="81" cy="33"/>
            </a:xfrm>
            <a:custGeom>
              <a:avLst/>
              <a:gdLst>
                <a:gd name="T0" fmla="*/ 222 w 49"/>
                <a:gd name="T1" fmla="*/ 41 h 20"/>
                <a:gd name="T2" fmla="*/ 112 w 49"/>
                <a:gd name="T3" fmla="*/ 13 h 20"/>
                <a:gd name="T4" fmla="*/ 21 w 49"/>
                <a:gd name="T5" fmla="*/ 54 h 20"/>
                <a:gd name="T6" fmla="*/ 28 w 49"/>
                <a:gd name="T7" fmla="*/ 76 h 20"/>
                <a:gd name="T8" fmla="*/ 99 w 49"/>
                <a:gd name="T9" fmla="*/ 83 h 20"/>
                <a:gd name="T10" fmla="*/ 222 w 49"/>
                <a:gd name="T11" fmla="*/ 41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9" h="20">
                  <a:moveTo>
                    <a:pt x="49" y="9"/>
                  </a:moveTo>
                  <a:cubicBezTo>
                    <a:pt x="43" y="6"/>
                    <a:pt x="37" y="0"/>
                    <a:pt x="25" y="3"/>
                  </a:cubicBezTo>
                  <a:cubicBezTo>
                    <a:pt x="12" y="5"/>
                    <a:pt x="8" y="11"/>
                    <a:pt x="5" y="12"/>
                  </a:cubicBezTo>
                  <a:cubicBezTo>
                    <a:pt x="0" y="13"/>
                    <a:pt x="3" y="16"/>
                    <a:pt x="6" y="17"/>
                  </a:cubicBezTo>
                  <a:cubicBezTo>
                    <a:pt x="9" y="18"/>
                    <a:pt x="18" y="17"/>
                    <a:pt x="22" y="18"/>
                  </a:cubicBezTo>
                  <a:cubicBezTo>
                    <a:pt x="26" y="20"/>
                    <a:pt x="40" y="15"/>
                    <a:pt x="49" y="9"/>
                  </a:cubicBezTo>
                  <a:close/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338" name="Oval 480">
              <a:extLst>
                <a:ext uri="{FF2B5EF4-FFF2-40B4-BE49-F238E27FC236}">
                  <a16:creationId xmlns:a16="http://schemas.microsoft.com/office/drawing/2014/main" id="{D7327911-A97D-4FAD-B88B-B1E559B05C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32" y="908"/>
              <a:ext cx="7" cy="7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339" name="Oval 481">
              <a:extLst>
                <a:ext uri="{FF2B5EF4-FFF2-40B4-BE49-F238E27FC236}">
                  <a16:creationId xmlns:a16="http://schemas.microsoft.com/office/drawing/2014/main" id="{CBA27B47-C330-4E8A-B88B-A87391AD9D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32" y="908"/>
              <a:ext cx="7" cy="7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340" name="Freeform 482">
              <a:extLst>
                <a:ext uri="{FF2B5EF4-FFF2-40B4-BE49-F238E27FC236}">
                  <a16:creationId xmlns:a16="http://schemas.microsoft.com/office/drawing/2014/main" id="{1DCE7478-3155-49AE-94A4-6073F507DFFE}"/>
                </a:ext>
              </a:extLst>
            </p:cNvPr>
            <p:cNvSpPr>
              <a:spLocks/>
            </p:cNvSpPr>
            <p:nvPr/>
          </p:nvSpPr>
          <p:spPr bwMode="auto">
            <a:xfrm>
              <a:off x="898" y="878"/>
              <a:ext cx="76" cy="30"/>
            </a:xfrm>
            <a:custGeom>
              <a:avLst/>
              <a:gdLst>
                <a:gd name="T0" fmla="*/ 0 w 46"/>
                <a:gd name="T1" fmla="*/ 83 h 18"/>
                <a:gd name="T2" fmla="*/ 208 w 46"/>
                <a:gd name="T3" fmla="*/ 50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6" h="18">
                  <a:moveTo>
                    <a:pt x="0" y="18"/>
                  </a:moveTo>
                  <a:cubicBezTo>
                    <a:pt x="11" y="8"/>
                    <a:pt x="37" y="0"/>
                    <a:pt x="46" y="11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341" name="Freeform 483">
              <a:extLst>
                <a:ext uri="{FF2B5EF4-FFF2-40B4-BE49-F238E27FC236}">
                  <a16:creationId xmlns:a16="http://schemas.microsoft.com/office/drawing/2014/main" id="{AFCA5714-4B41-488E-B50C-44A3A7AF5E03}"/>
                </a:ext>
              </a:extLst>
            </p:cNvPr>
            <p:cNvSpPr>
              <a:spLocks/>
            </p:cNvSpPr>
            <p:nvPr/>
          </p:nvSpPr>
          <p:spPr bwMode="auto">
            <a:xfrm>
              <a:off x="936" y="905"/>
              <a:ext cx="8" cy="6"/>
            </a:xfrm>
            <a:custGeom>
              <a:avLst/>
              <a:gdLst>
                <a:gd name="T0" fmla="*/ 0 w 5"/>
                <a:gd name="T1" fmla="*/ 8 h 4"/>
                <a:gd name="T2" fmla="*/ 13 w 5"/>
                <a:gd name="T3" fmla="*/ 0 h 4"/>
                <a:gd name="T4" fmla="*/ 21 w 5"/>
                <a:gd name="T5" fmla="*/ 8 h 4"/>
                <a:gd name="T6" fmla="*/ 13 w 5"/>
                <a:gd name="T7" fmla="*/ 14 h 4"/>
                <a:gd name="T8" fmla="*/ 0 w 5"/>
                <a:gd name="T9" fmla="*/ 8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4">
                  <a:moveTo>
                    <a:pt x="0" y="2"/>
                  </a:moveTo>
                  <a:cubicBezTo>
                    <a:pt x="0" y="1"/>
                    <a:pt x="1" y="0"/>
                    <a:pt x="3" y="0"/>
                  </a:cubicBezTo>
                  <a:cubicBezTo>
                    <a:pt x="4" y="0"/>
                    <a:pt x="5" y="0"/>
                    <a:pt x="5" y="2"/>
                  </a:cubicBezTo>
                  <a:cubicBezTo>
                    <a:pt x="5" y="3"/>
                    <a:pt x="4" y="4"/>
                    <a:pt x="3" y="4"/>
                  </a:cubicBezTo>
                  <a:cubicBezTo>
                    <a:pt x="2" y="4"/>
                    <a:pt x="1" y="3"/>
                    <a:pt x="0" y="2"/>
                  </a:cubicBezTo>
                </a:path>
              </a:pathLst>
            </a:custGeom>
            <a:solidFill>
              <a:srgbClr val="E5AF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342" name="Freeform 484">
              <a:extLst>
                <a:ext uri="{FF2B5EF4-FFF2-40B4-BE49-F238E27FC236}">
                  <a16:creationId xmlns:a16="http://schemas.microsoft.com/office/drawing/2014/main" id="{92BB1B40-8EB5-4251-9023-443658D19E8D}"/>
                </a:ext>
              </a:extLst>
            </p:cNvPr>
            <p:cNvSpPr>
              <a:spLocks/>
            </p:cNvSpPr>
            <p:nvPr/>
          </p:nvSpPr>
          <p:spPr bwMode="auto">
            <a:xfrm>
              <a:off x="969" y="903"/>
              <a:ext cx="10" cy="3"/>
            </a:xfrm>
            <a:custGeom>
              <a:avLst/>
              <a:gdLst>
                <a:gd name="T0" fmla="*/ 0 w 6"/>
                <a:gd name="T1" fmla="*/ 8 h 2"/>
                <a:gd name="T2" fmla="*/ 28 w 6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">
                  <a:moveTo>
                    <a:pt x="0" y="2"/>
                  </a:moveTo>
                  <a:cubicBezTo>
                    <a:pt x="2" y="2"/>
                    <a:pt x="4" y="1"/>
                    <a:pt x="6" y="0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343" name="Freeform 485">
              <a:extLst>
                <a:ext uri="{FF2B5EF4-FFF2-40B4-BE49-F238E27FC236}">
                  <a16:creationId xmlns:a16="http://schemas.microsoft.com/office/drawing/2014/main" id="{43D7B554-3A73-4009-A798-06BA2D5C790A}"/>
                </a:ext>
              </a:extLst>
            </p:cNvPr>
            <p:cNvSpPr>
              <a:spLocks/>
            </p:cNvSpPr>
            <p:nvPr/>
          </p:nvSpPr>
          <p:spPr bwMode="auto">
            <a:xfrm>
              <a:off x="962" y="901"/>
              <a:ext cx="10" cy="2"/>
            </a:xfrm>
            <a:custGeom>
              <a:avLst/>
              <a:gdLst>
                <a:gd name="T0" fmla="*/ 0 w 6"/>
                <a:gd name="T1" fmla="*/ 8 h 1"/>
                <a:gd name="T2" fmla="*/ 28 w 6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">
                  <a:moveTo>
                    <a:pt x="0" y="1"/>
                  </a:moveTo>
                  <a:cubicBezTo>
                    <a:pt x="2" y="1"/>
                    <a:pt x="4" y="0"/>
                    <a:pt x="6" y="0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344" name="Freeform 486">
              <a:extLst>
                <a:ext uri="{FF2B5EF4-FFF2-40B4-BE49-F238E27FC236}">
                  <a16:creationId xmlns:a16="http://schemas.microsoft.com/office/drawing/2014/main" id="{E0C3B0A4-FF5E-4F5C-AC72-960381447746}"/>
                </a:ext>
              </a:extLst>
            </p:cNvPr>
            <p:cNvSpPr>
              <a:spLocks/>
            </p:cNvSpPr>
            <p:nvPr/>
          </p:nvSpPr>
          <p:spPr bwMode="auto">
            <a:xfrm>
              <a:off x="957" y="898"/>
              <a:ext cx="10" cy="3"/>
            </a:xfrm>
            <a:custGeom>
              <a:avLst/>
              <a:gdLst>
                <a:gd name="T0" fmla="*/ 0 w 6"/>
                <a:gd name="T1" fmla="*/ 8 h 2"/>
                <a:gd name="T2" fmla="*/ 28 w 6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">
                  <a:moveTo>
                    <a:pt x="0" y="2"/>
                  </a:moveTo>
                  <a:cubicBezTo>
                    <a:pt x="2" y="1"/>
                    <a:pt x="4" y="0"/>
                    <a:pt x="6" y="0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345" name="Freeform 487">
              <a:extLst>
                <a:ext uri="{FF2B5EF4-FFF2-40B4-BE49-F238E27FC236}">
                  <a16:creationId xmlns:a16="http://schemas.microsoft.com/office/drawing/2014/main" id="{14776334-B00D-4AF5-8758-BF5A64DA26AB}"/>
                </a:ext>
              </a:extLst>
            </p:cNvPr>
            <p:cNvSpPr>
              <a:spLocks/>
            </p:cNvSpPr>
            <p:nvPr/>
          </p:nvSpPr>
          <p:spPr bwMode="auto">
            <a:xfrm>
              <a:off x="821" y="979"/>
              <a:ext cx="72" cy="36"/>
            </a:xfrm>
            <a:custGeom>
              <a:avLst/>
              <a:gdLst>
                <a:gd name="T0" fmla="*/ 194 w 43"/>
                <a:gd name="T1" fmla="*/ 0 h 22"/>
                <a:gd name="T2" fmla="*/ 174 w 43"/>
                <a:gd name="T3" fmla="*/ 56 h 22"/>
                <a:gd name="T4" fmla="*/ 146 w 43"/>
                <a:gd name="T5" fmla="*/ 62 h 22"/>
                <a:gd name="T6" fmla="*/ 109 w 43"/>
                <a:gd name="T7" fmla="*/ 88 h 22"/>
                <a:gd name="T8" fmla="*/ 99 w 43"/>
                <a:gd name="T9" fmla="*/ 88 h 22"/>
                <a:gd name="T10" fmla="*/ 55 w 43"/>
                <a:gd name="T11" fmla="*/ 62 h 22"/>
                <a:gd name="T12" fmla="*/ 28 w 43"/>
                <a:gd name="T13" fmla="*/ 56 h 22"/>
                <a:gd name="T14" fmla="*/ 13 w 43"/>
                <a:gd name="T15" fmla="*/ 0 h 22"/>
                <a:gd name="T16" fmla="*/ 20 w 43"/>
                <a:gd name="T17" fmla="*/ 29 h 22"/>
                <a:gd name="T18" fmla="*/ 47 w 43"/>
                <a:gd name="T19" fmla="*/ 56 h 22"/>
                <a:gd name="T20" fmla="*/ 75 w 43"/>
                <a:gd name="T21" fmla="*/ 67 h 22"/>
                <a:gd name="T22" fmla="*/ 141 w 43"/>
                <a:gd name="T23" fmla="*/ 62 h 22"/>
                <a:gd name="T24" fmla="*/ 159 w 43"/>
                <a:gd name="T25" fmla="*/ 62 h 22"/>
                <a:gd name="T26" fmla="*/ 183 w 43"/>
                <a:gd name="T27" fmla="*/ 41 h 22"/>
                <a:gd name="T28" fmla="*/ 194 w 43"/>
                <a:gd name="T29" fmla="*/ 0 h 22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43" h="22">
                  <a:moveTo>
                    <a:pt x="41" y="0"/>
                  </a:moveTo>
                  <a:cubicBezTo>
                    <a:pt x="43" y="4"/>
                    <a:pt x="40" y="8"/>
                    <a:pt x="37" y="13"/>
                  </a:cubicBezTo>
                  <a:cubicBezTo>
                    <a:pt x="35" y="17"/>
                    <a:pt x="34" y="13"/>
                    <a:pt x="31" y="14"/>
                  </a:cubicBezTo>
                  <a:cubicBezTo>
                    <a:pt x="30" y="15"/>
                    <a:pt x="28" y="19"/>
                    <a:pt x="23" y="20"/>
                  </a:cubicBezTo>
                  <a:cubicBezTo>
                    <a:pt x="22" y="20"/>
                    <a:pt x="22" y="20"/>
                    <a:pt x="21" y="20"/>
                  </a:cubicBezTo>
                  <a:cubicBezTo>
                    <a:pt x="16" y="19"/>
                    <a:pt x="14" y="14"/>
                    <a:pt x="12" y="14"/>
                  </a:cubicBezTo>
                  <a:cubicBezTo>
                    <a:pt x="10" y="13"/>
                    <a:pt x="9" y="16"/>
                    <a:pt x="6" y="13"/>
                  </a:cubicBezTo>
                  <a:cubicBezTo>
                    <a:pt x="3" y="7"/>
                    <a:pt x="0" y="1"/>
                    <a:pt x="3" y="0"/>
                  </a:cubicBezTo>
                  <a:cubicBezTo>
                    <a:pt x="3" y="0"/>
                    <a:pt x="1" y="2"/>
                    <a:pt x="4" y="7"/>
                  </a:cubicBezTo>
                  <a:cubicBezTo>
                    <a:pt x="6" y="12"/>
                    <a:pt x="8" y="14"/>
                    <a:pt x="10" y="13"/>
                  </a:cubicBezTo>
                  <a:cubicBezTo>
                    <a:pt x="12" y="13"/>
                    <a:pt x="13" y="12"/>
                    <a:pt x="16" y="15"/>
                  </a:cubicBezTo>
                  <a:cubicBezTo>
                    <a:pt x="21" y="22"/>
                    <a:pt x="24" y="20"/>
                    <a:pt x="30" y="14"/>
                  </a:cubicBezTo>
                  <a:cubicBezTo>
                    <a:pt x="32" y="12"/>
                    <a:pt x="33" y="13"/>
                    <a:pt x="34" y="14"/>
                  </a:cubicBezTo>
                  <a:cubicBezTo>
                    <a:pt x="35" y="14"/>
                    <a:pt x="37" y="14"/>
                    <a:pt x="39" y="9"/>
                  </a:cubicBezTo>
                  <a:cubicBezTo>
                    <a:pt x="40" y="6"/>
                    <a:pt x="43" y="4"/>
                    <a:pt x="41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346" name="Freeform 488">
              <a:extLst>
                <a:ext uri="{FF2B5EF4-FFF2-40B4-BE49-F238E27FC236}">
                  <a16:creationId xmlns:a16="http://schemas.microsoft.com/office/drawing/2014/main" id="{6AB56367-F0A3-4EBE-8173-8814442BAD51}"/>
                </a:ext>
              </a:extLst>
            </p:cNvPr>
            <p:cNvSpPr>
              <a:spLocks/>
            </p:cNvSpPr>
            <p:nvPr/>
          </p:nvSpPr>
          <p:spPr bwMode="auto">
            <a:xfrm>
              <a:off x="711" y="911"/>
              <a:ext cx="115" cy="196"/>
            </a:xfrm>
            <a:custGeom>
              <a:avLst/>
              <a:gdLst>
                <a:gd name="T0" fmla="*/ 42 w 69"/>
                <a:gd name="T1" fmla="*/ 5 h 119"/>
                <a:gd name="T2" fmla="*/ 28 w 69"/>
                <a:gd name="T3" fmla="*/ 81 h 119"/>
                <a:gd name="T4" fmla="*/ 55 w 69"/>
                <a:gd name="T5" fmla="*/ 165 h 119"/>
                <a:gd name="T6" fmla="*/ 105 w 69"/>
                <a:gd name="T7" fmla="*/ 260 h 119"/>
                <a:gd name="T8" fmla="*/ 167 w 69"/>
                <a:gd name="T9" fmla="*/ 277 h 119"/>
                <a:gd name="T10" fmla="*/ 188 w 69"/>
                <a:gd name="T11" fmla="*/ 277 h 119"/>
                <a:gd name="T12" fmla="*/ 147 w 69"/>
                <a:gd name="T13" fmla="*/ 311 h 119"/>
                <a:gd name="T14" fmla="*/ 187 w 69"/>
                <a:gd name="T15" fmla="*/ 374 h 119"/>
                <a:gd name="T16" fmla="*/ 255 w 69"/>
                <a:gd name="T17" fmla="*/ 461 h 119"/>
                <a:gd name="T18" fmla="*/ 320 w 69"/>
                <a:gd name="T19" fmla="*/ 532 h 119"/>
                <a:gd name="T20" fmla="*/ 188 w 69"/>
                <a:gd name="T21" fmla="*/ 412 h 119"/>
                <a:gd name="T22" fmla="*/ 133 w 69"/>
                <a:gd name="T23" fmla="*/ 331 h 119"/>
                <a:gd name="T24" fmla="*/ 97 w 69"/>
                <a:gd name="T25" fmla="*/ 264 h 119"/>
                <a:gd name="T26" fmla="*/ 33 w 69"/>
                <a:gd name="T27" fmla="*/ 138 h 119"/>
                <a:gd name="T28" fmla="*/ 20 w 69"/>
                <a:gd name="T29" fmla="*/ 71 h 119"/>
                <a:gd name="T30" fmla="*/ 37 w 69"/>
                <a:gd name="T31" fmla="*/ 0 h 119"/>
                <a:gd name="T32" fmla="*/ 47 w 69"/>
                <a:gd name="T33" fmla="*/ 5 h 119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9" h="119">
                  <a:moveTo>
                    <a:pt x="9" y="1"/>
                  </a:moveTo>
                  <a:cubicBezTo>
                    <a:pt x="6" y="4"/>
                    <a:pt x="6" y="13"/>
                    <a:pt x="6" y="18"/>
                  </a:cubicBezTo>
                  <a:cubicBezTo>
                    <a:pt x="7" y="25"/>
                    <a:pt x="10" y="30"/>
                    <a:pt x="12" y="37"/>
                  </a:cubicBezTo>
                  <a:cubicBezTo>
                    <a:pt x="15" y="43"/>
                    <a:pt x="18" y="53"/>
                    <a:pt x="23" y="58"/>
                  </a:cubicBezTo>
                  <a:cubicBezTo>
                    <a:pt x="30" y="65"/>
                    <a:pt x="31" y="64"/>
                    <a:pt x="36" y="62"/>
                  </a:cubicBezTo>
                  <a:cubicBezTo>
                    <a:pt x="37" y="62"/>
                    <a:pt x="40" y="62"/>
                    <a:pt x="41" y="62"/>
                  </a:cubicBezTo>
                  <a:cubicBezTo>
                    <a:pt x="37" y="64"/>
                    <a:pt x="33" y="65"/>
                    <a:pt x="32" y="70"/>
                  </a:cubicBezTo>
                  <a:cubicBezTo>
                    <a:pt x="32" y="75"/>
                    <a:pt x="37" y="80"/>
                    <a:pt x="40" y="84"/>
                  </a:cubicBezTo>
                  <a:cubicBezTo>
                    <a:pt x="44" y="91"/>
                    <a:pt x="50" y="96"/>
                    <a:pt x="55" y="103"/>
                  </a:cubicBezTo>
                  <a:cubicBezTo>
                    <a:pt x="60" y="108"/>
                    <a:pt x="64" y="114"/>
                    <a:pt x="69" y="119"/>
                  </a:cubicBezTo>
                  <a:cubicBezTo>
                    <a:pt x="59" y="111"/>
                    <a:pt x="50" y="101"/>
                    <a:pt x="41" y="92"/>
                  </a:cubicBezTo>
                  <a:cubicBezTo>
                    <a:pt x="36" y="86"/>
                    <a:pt x="32" y="81"/>
                    <a:pt x="29" y="74"/>
                  </a:cubicBezTo>
                  <a:cubicBezTo>
                    <a:pt x="26" y="69"/>
                    <a:pt x="23" y="64"/>
                    <a:pt x="21" y="59"/>
                  </a:cubicBezTo>
                  <a:cubicBezTo>
                    <a:pt x="15" y="50"/>
                    <a:pt x="11" y="41"/>
                    <a:pt x="7" y="31"/>
                  </a:cubicBezTo>
                  <a:cubicBezTo>
                    <a:pt x="5" y="27"/>
                    <a:pt x="5" y="21"/>
                    <a:pt x="4" y="16"/>
                  </a:cubicBezTo>
                  <a:cubicBezTo>
                    <a:pt x="4" y="12"/>
                    <a:pt x="0" y="0"/>
                    <a:pt x="8" y="0"/>
                  </a:cubicBezTo>
                  <a:cubicBezTo>
                    <a:pt x="9" y="0"/>
                    <a:pt x="10" y="0"/>
                    <a:pt x="10" y="1"/>
                  </a:cubicBezTo>
                </a:path>
              </a:pathLst>
            </a:custGeom>
            <a:solidFill>
              <a:srgbClr val="C17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347" name="Freeform 489">
              <a:extLst>
                <a:ext uri="{FF2B5EF4-FFF2-40B4-BE49-F238E27FC236}">
                  <a16:creationId xmlns:a16="http://schemas.microsoft.com/office/drawing/2014/main" id="{AD0995CC-2F8C-436E-BC75-1A8FDF02202A}"/>
                </a:ext>
              </a:extLst>
            </p:cNvPr>
            <p:cNvSpPr>
              <a:spLocks/>
            </p:cNvSpPr>
            <p:nvPr/>
          </p:nvSpPr>
          <p:spPr bwMode="auto">
            <a:xfrm>
              <a:off x="893" y="906"/>
              <a:ext cx="101" cy="201"/>
            </a:xfrm>
            <a:custGeom>
              <a:avLst/>
              <a:gdLst>
                <a:gd name="T0" fmla="*/ 268 w 61"/>
                <a:gd name="T1" fmla="*/ 0 h 122"/>
                <a:gd name="T2" fmla="*/ 209 w 61"/>
                <a:gd name="T3" fmla="*/ 282 h 122"/>
                <a:gd name="T4" fmla="*/ 0 w 61"/>
                <a:gd name="T5" fmla="*/ 545 h 122"/>
                <a:gd name="T6" fmla="*/ 205 w 61"/>
                <a:gd name="T7" fmla="*/ 264 h 122"/>
                <a:gd name="T8" fmla="*/ 243 w 61"/>
                <a:gd name="T9" fmla="*/ 13 h 122"/>
                <a:gd name="T10" fmla="*/ 268 w 61"/>
                <a:gd name="T11" fmla="*/ 0 h 1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1" h="122">
                  <a:moveTo>
                    <a:pt x="59" y="0"/>
                  </a:moveTo>
                  <a:cubicBezTo>
                    <a:pt x="59" y="0"/>
                    <a:pt x="61" y="27"/>
                    <a:pt x="46" y="63"/>
                  </a:cubicBezTo>
                  <a:cubicBezTo>
                    <a:pt x="31" y="99"/>
                    <a:pt x="0" y="122"/>
                    <a:pt x="0" y="122"/>
                  </a:cubicBezTo>
                  <a:cubicBezTo>
                    <a:pt x="0" y="122"/>
                    <a:pt x="34" y="89"/>
                    <a:pt x="45" y="59"/>
                  </a:cubicBezTo>
                  <a:cubicBezTo>
                    <a:pt x="55" y="29"/>
                    <a:pt x="59" y="3"/>
                    <a:pt x="54" y="3"/>
                  </a:cubicBezTo>
                  <a:cubicBezTo>
                    <a:pt x="54" y="3"/>
                    <a:pt x="59" y="4"/>
                    <a:pt x="59" y="0"/>
                  </a:cubicBezTo>
                  <a:close/>
                </a:path>
              </a:pathLst>
            </a:custGeom>
            <a:solidFill>
              <a:srgbClr val="8E4C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348" name="Freeform 490">
              <a:extLst>
                <a:ext uri="{FF2B5EF4-FFF2-40B4-BE49-F238E27FC236}">
                  <a16:creationId xmlns:a16="http://schemas.microsoft.com/office/drawing/2014/main" id="{6A545D03-3E0B-47AA-B4FE-5B7512338AD9}"/>
                </a:ext>
              </a:extLst>
            </p:cNvPr>
            <p:cNvSpPr>
              <a:spLocks/>
            </p:cNvSpPr>
            <p:nvPr/>
          </p:nvSpPr>
          <p:spPr bwMode="auto">
            <a:xfrm>
              <a:off x="776" y="1004"/>
              <a:ext cx="28" cy="23"/>
            </a:xfrm>
            <a:custGeom>
              <a:avLst/>
              <a:gdLst>
                <a:gd name="T0" fmla="*/ 76 w 17"/>
                <a:gd name="T1" fmla="*/ 0 h 14"/>
                <a:gd name="T2" fmla="*/ 20 w 17"/>
                <a:gd name="T3" fmla="*/ 62 h 14"/>
                <a:gd name="T4" fmla="*/ 71 w 17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4">
                  <a:moveTo>
                    <a:pt x="17" y="0"/>
                  </a:moveTo>
                  <a:cubicBezTo>
                    <a:pt x="12" y="5"/>
                    <a:pt x="5" y="6"/>
                    <a:pt x="4" y="14"/>
                  </a:cubicBezTo>
                  <a:cubicBezTo>
                    <a:pt x="0" y="7"/>
                    <a:pt x="13" y="4"/>
                    <a:pt x="16" y="0"/>
                  </a:cubicBezTo>
                </a:path>
              </a:pathLst>
            </a:custGeom>
            <a:solidFill>
              <a:srgbClr val="8E4C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349" name="Freeform 491">
              <a:extLst>
                <a:ext uri="{FF2B5EF4-FFF2-40B4-BE49-F238E27FC236}">
                  <a16:creationId xmlns:a16="http://schemas.microsoft.com/office/drawing/2014/main" id="{3777F46B-BC10-4F3D-9AB0-7A4B6FA547A1}"/>
                </a:ext>
              </a:extLst>
            </p:cNvPr>
            <p:cNvSpPr>
              <a:spLocks/>
            </p:cNvSpPr>
            <p:nvPr/>
          </p:nvSpPr>
          <p:spPr bwMode="auto">
            <a:xfrm>
              <a:off x="908" y="1002"/>
              <a:ext cx="23" cy="21"/>
            </a:xfrm>
            <a:custGeom>
              <a:avLst/>
              <a:gdLst>
                <a:gd name="T0" fmla="*/ 0 w 14"/>
                <a:gd name="T1" fmla="*/ 0 h 13"/>
                <a:gd name="T2" fmla="*/ 62 w 14"/>
                <a:gd name="T3" fmla="*/ 55 h 13"/>
                <a:gd name="T4" fmla="*/ 43 w 14"/>
                <a:gd name="T5" fmla="*/ 21 h 13"/>
                <a:gd name="T6" fmla="*/ 5 w 14"/>
                <a:gd name="T7" fmla="*/ 0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3">
                  <a:moveTo>
                    <a:pt x="0" y="0"/>
                  </a:moveTo>
                  <a:cubicBezTo>
                    <a:pt x="5" y="4"/>
                    <a:pt x="14" y="6"/>
                    <a:pt x="14" y="13"/>
                  </a:cubicBezTo>
                  <a:cubicBezTo>
                    <a:pt x="14" y="9"/>
                    <a:pt x="14" y="7"/>
                    <a:pt x="10" y="5"/>
                  </a:cubicBezTo>
                  <a:cubicBezTo>
                    <a:pt x="7" y="3"/>
                    <a:pt x="4" y="2"/>
                    <a:pt x="1" y="0"/>
                  </a:cubicBezTo>
                </a:path>
              </a:pathLst>
            </a:custGeom>
            <a:solidFill>
              <a:srgbClr val="8E4C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350" name="Freeform 492">
              <a:extLst>
                <a:ext uri="{FF2B5EF4-FFF2-40B4-BE49-F238E27FC236}">
                  <a16:creationId xmlns:a16="http://schemas.microsoft.com/office/drawing/2014/main" id="{A510AEAC-B545-4381-A7C9-6F0F83EB51D6}"/>
                </a:ext>
              </a:extLst>
            </p:cNvPr>
            <p:cNvSpPr>
              <a:spLocks/>
            </p:cNvSpPr>
            <p:nvPr/>
          </p:nvSpPr>
          <p:spPr bwMode="auto">
            <a:xfrm>
              <a:off x="676" y="717"/>
              <a:ext cx="178" cy="226"/>
            </a:xfrm>
            <a:custGeom>
              <a:avLst/>
              <a:gdLst>
                <a:gd name="T0" fmla="*/ 492 w 107"/>
                <a:gd name="T1" fmla="*/ 229 h 137"/>
                <a:gd name="T2" fmla="*/ 250 w 107"/>
                <a:gd name="T3" fmla="*/ 368 h 137"/>
                <a:gd name="T4" fmla="*/ 105 w 107"/>
                <a:gd name="T5" fmla="*/ 615 h 137"/>
                <a:gd name="T6" fmla="*/ 424 w 107"/>
                <a:gd name="T7" fmla="*/ 8 h 137"/>
                <a:gd name="T8" fmla="*/ 487 w 107"/>
                <a:gd name="T9" fmla="*/ 21 h 137"/>
                <a:gd name="T10" fmla="*/ 492 w 107"/>
                <a:gd name="T11" fmla="*/ 229 h 13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7" h="137">
                  <a:moveTo>
                    <a:pt x="107" y="51"/>
                  </a:moveTo>
                  <a:cubicBezTo>
                    <a:pt x="107" y="51"/>
                    <a:pt x="78" y="72"/>
                    <a:pt x="54" y="82"/>
                  </a:cubicBezTo>
                  <a:cubicBezTo>
                    <a:pt x="30" y="92"/>
                    <a:pt x="19" y="118"/>
                    <a:pt x="23" y="137"/>
                  </a:cubicBezTo>
                  <a:cubicBezTo>
                    <a:pt x="23" y="137"/>
                    <a:pt x="0" y="18"/>
                    <a:pt x="92" y="2"/>
                  </a:cubicBezTo>
                  <a:cubicBezTo>
                    <a:pt x="103" y="0"/>
                    <a:pt x="106" y="5"/>
                    <a:pt x="106" y="5"/>
                  </a:cubicBezTo>
                  <a:lnTo>
                    <a:pt x="107" y="5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351" name="Freeform 493">
              <a:extLst>
                <a:ext uri="{FF2B5EF4-FFF2-40B4-BE49-F238E27FC236}">
                  <a16:creationId xmlns:a16="http://schemas.microsoft.com/office/drawing/2014/main" id="{86BA26D1-8316-4006-AA84-1178A2845997}"/>
                </a:ext>
              </a:extLst>
            </p:cNvPr>
            <p:cNvSpPr>
              <a:spLocks/>
            </p:cNvSpPr>
            <p:nvPr/>
          </p:nvSpPr>
          <p:spPr bwMode="auto">
            <a:xfrm>
              <a:off x="853" y="717"/>
              <a:ext cx="176" cy="226"/>
            </a:xfrm>
            <a:custGeom>
              <a:avLst/>
              <a:gdLst>
                <a:gd name="T0" fmla="*/ 8 w 106"/>
                <a:gd name="T1" fmla="*/ 229 h 137"/>
                <a:gd name="T2" fmla="*/ 237 w 106"/>
                <a:gd name="T3" fmla="*/ 368 h 137"/>
                <a:gd name="T4" fmla="*/ 380 w 106"/>
                <a:gd name="T5" fmla="*/ 615 h 137"/>
                <a:gd name="T6" fmla="*/ 70 w 106"/>
                <a:gd name="T7" fmla="*/ 8 h 137"/>
                <a:gd name="T8" fmla="*/ 0 w 106"/>
                <a:gd name="T9" fmla="*/ 21 h 137"/>
                <a:gd name="T10" fmla="*/ 8 w 106"/>
                <a:gd name="T11" fmla="*/ 229 h 13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6" h="137">
                  <a:moveTo>
                    <a:pt x="2" y="51"/>
                  </a:moveTo>
                  <a:cubicBezTo>
                    <a:pt x="2" y="51"/>
                    <a:pt x="28" y="72"/>
                    <a:pt x="52" y="82"/>
                  </a:cubicBezTo>
                  <a:cubicBezTo>
                    <a:pt x="76" y="92"/>
                    <a:pt x="87" y="118"/>
                    <a:pt x="83" y="137"/>
                  </a:cubicBezTo>
                  <a:cubicBezTo>
                    <a:pt x="83" y="137"/>
                    <a:pt x="106" y="18"/>
                    <a:pt x="15" y="2"/>
                  </a:cubicBezTo>
                  <a:cubicBezTo>
                    <a:pt x="3" y="0"/>
                    <a:pt x="0" y="5"/>
                    <a:pt x="0" y="5"/>
                  </a:cubicBezTo>
                  <a:lnTo>
                    <a:pt x="2" y="5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352" name="Freeform 494">
              <a:extLst>
                <a:ext uri="{FF2B5EF4-FFF2-40B4-BE49-F238E27FC236}">
                  <a16:creationId xmlns:a16="http://schemas.microsoft.com/office/drawing/2014/main" id="{FF7D90E1-1B00-4E67-85ED-E13C351C2E17}"/>
                </a:ext>
              </a:extLst>
            </p:cNvPr>
            <p:cNvSpPr>
              <a:spLocks/>
            </p:cNvSpPr>
            <p:nvPr/>
          </p:nvSpPr>
          <p:spPr bwMode="auto">
            <a:xfrm>
              <a:off x="971" y="910"/>
              <a:ext cx="28" cy="216"/>
            </a:xfrm>
            <a:custGeom>
              <a:avLst/>
              <a:gdLst>
                <a:gd name="T0" fmla="*/ 63 w 17"/>
                <a:gd name="T1" fmla="*/ 0 h 131"/>
                <a:gd name="T2" fmla="*/ 76 w 17"/>
                <a:gd name="T3" fmla="*/ 58 h 131"/>
                <a:gd name="T4" fmla="*/ 54 w 17"/>
                <a:gd name="T5" fmla="*/ 134 h 131"/>
                <a:gd name="T6" fmla="*/ 54 w 17"/>
                <a:gd name="T7" fmla="*/ 206 h 131"/>
                <a:gd name="T8" fmla="*/ 33 w 17"/>
                <a:gd name="T9" fmla="*/ 275 h 131"/>
                <a:gd name="T10" fmla="*/ 49 w 17"/>
                <a:gd name="T11" fmla="*/ 368 h 131"/>
                <a:gd name="T12" fmla="*/ 26 w 17"/>
                <a:gd name="T13" fmla="*/ 453 h 131"/>
                <a:gd name="T14" fmla="*/ 54 w 17"/>
                <a:gd name="T15" fmla="*/ 511 h 131"/>
                <a:gd name="T16" fmla="*/ 49 w 17"/>
                <a:gd name="T17" fmla="*/ 579 h 131"/>
                <a:gd name="T18" fmla="*/ 49 w 17"/>
                <a:gd name="T19" fmla="*/ 582 h 131"/>
                <a:gd name="T20" fmla="*/ 43 w 17"/>
                <a:gd name="T21" fmla="*/ 531 h 131"/>
                <a:gd name="T22" fmla="*/ 20 w 17"/>
                <a:gd name="T23" fmla="*/ 478 h 131"/>
                <a:gd name="T24" fmla="*/ 13 w 17"/>
                <a:gd name="T25" fmla="*/ 427 h 131"/>
                <a:gd name="T26" fmla="*/ 35 w 17"/>
                <a:gd name="T27" fmla="*/ 373 h 131"/>
                <a:gd name="T28" fmla="*/ 20 w 17"/>
                <a:gd name="T29" fmla="*/ 261 h 131"/>
                <a:gd name="T30" fmla="*/ 41 w 17"/>
                <a:gd name="T31" fmla="*/ 209 h 131"/>
                <a:gd name="T32" fmla="*/ 41 w 17"/>
                <a:gd name="T33" fmla="*/ 160 h 131"/>
                <a:gd name="T34" fmla="*/ 49 w 17"/>
                <a:gd name="T35" fmla="*/ 81 h 131"/>
                <a:gd name="T36" fmla="*/ 49 w 17"/>
                <a:gd name="T37" fmla="*/ 0 h 131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7" h="131">
                  <a:moveTo>
                    <a:pt x="14" y="0"/>
                  </a:moveTo>
                  <a:cubicBezTo>
                    <a:pt x="13" y="4"/>
                    <a:pt x="17" y="9"/>
                    <a:pt x="17" y="13"/>
                  </a:cubicBezTo>
                  <a:cubicBezTo>
                    <a:pt x="17" y="20"/>
                    <a:pt x="13" y="24"/>
                    <a:pt x="12" y="30"/>
                  </a:cubicBezTo>
                  <a:cubicBezTo>
                    <a:pt x="11" y="36"/>
                    <a:pt x="12" y="41"/>
                    <a:pt x="12" y="46"/>
                  </a:cubicBezTo>
                  <a:cubicBezTo>
                    <a:pt x="13" y="53"/>
                    <a:pt x="9" y="55"/>
                    <a:pt x="7" y="61"/>
                  </a:cubicBezTo>
                  <a:cubicBezTo>
                    <a:pt x="3" y="69"/>
                    <a:pt x="10" y="75"/>
                    <a:pt x="11" y="82"/>
                  </a:cubicBezTo>
                  <a:cubicBezTo>
                    <a:pt x="13" y="90"/>
                    <a:pt x="6" y="94"/>
                    <a:pt x="6" y="101"/>
                  </a:cubicBezTo>
                  <a:cubicBezTo>
                    <a:pt x="6" y="106"/>
                    <a:pt x="11" y="109"/>
                    <a:pt x="12" y="114"/>
                  </a:cubicBezTo>
                  <a:cubicBezTo>
                    <a:pt x="13" y="118"/>
                    <a:pt x="12" y="124"/>
                    <a:pt x="11" y="129"/>
                  </a:cubicBezTo>
                  <a:cubicBezTo>
                    <a:pt x="11" y="129"/>
                    <a:pt x="11" y="131"/>
                    <a:pt x="11" y="130"/>
                  </a:cubicBezTo>
                  <a:cubicBezTo>
                    <a:pt x="11" y="126"/>
                    <a:pt x="11" y="122"/>
                    <a:pt x="10" y="118"/>
                  </a:cubicBezTo>
                  <a:cubicBezTo>
                    <a:pt x="9" y="114"/>
                    <a:pt x="6" y="111"/>
                    <a:pt x="4" y="107"/>
                  </a:cubicBezTo>
                  <a:cubicBezTo>
                    <a:pt x="3" y="103"/>
                    <a:pt x="2" y="98"/>
                    <a:pt x="3" y="95"/>
                  </a:cubicBezTo>
                  <a:cubicBezTo>
                    <a:pt x="5" y="90"/>
                    <a:pt x="7" y="88"/>
                    <a:pt x="8" y="83"/>
                  </a:cubicBezTo>
                  <a:cubicBezTo>
                    <a:pt x="8" y="74"/>
                    <a:pt x="0" y="67"/>
                    <a:pt x="4" y="58"/>
                  </a:cubicBezTo>
                  <a:cubicBezTo>
                    <a:pt x="5" y="55"/>
                    <a:pt x="8" y="52"/>
                    <a:pt x="9" y="47"/>
                  </a:cubicBezTo>
                  <a:cubicBezTo>
                    <a:pt x="9" y="44"/>
                    <a:pt x="9" y="40"/>
                    <a:pt x="9" y="36"/>
                  </a:cubicBezTo>
                  <a:cubicBezTo>
                    <a:pt x="9" y="30"/>
                    <a:pt x="10" y="24"/>
                    <a:pt x="11" y="18"/>
                  </a:cubicBezTo>
                  <a:cubicBezTo>
                    <a:pt x="13" y="11"/>
                    <a:pt x="11" y="6"/>
                    <a:pt x="11" y="0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353" name="Freeform 495">
              <a:extLst>
                <a:ext uri="{FF2B5EF4-FFF2-40B4-BE49-F238E27FC236}">
                  <a16:creationId xmlns:a16="http://schemas.microsoft.com/office/drawing/2014/main" id="{9DEDDCFC-0CA2-4B92-964A-7ED0758E4B30}"/>
                </a:ext>
              </a:extLst>
            </p:cNvPr>
            <p:cNvSpPr>
              <a:spLocks/>
            </p:cNvSpPr>
            <p:nvPr/>
          </p:nvSpPr>
          <p:spPr bwMode="auto">
            <a:xfrm>
              <a:off x="711" y="913"/>
              <a:ext cx="27" cy="185"/>
            </a:xfrm>
            <a:custGeom>
              <a:avLst/>
              <a:gdLst>
                <a:gd name="T0" fmla="*/ 8 w 16"/>
                <a:gd name="T1" fmla="*/ 5 h 112"/>
                <a:gd name="T2" fmla="*/ 41 w 16"/>
                <a:gd name="T3" fmla="*/ 154 h 112"/>
                <a:gd name="T4" fmla="*/ 29 w 16"/>
                <a:gd name="T5" fmla="*/ 213 h 112"/>
                <a:gd name="T6" fmla="*/ 49 w 16"/>
                <a:gd name="T7" fmla="*/ 276 h 112"/>
                <a:gd name="T8" fmla="*/ 54 w 16"/>
                <a:gd name="T9" fmla="*/ 396 h 112"/>
                <a:gd name="T10" fmla="*/ 69 w 16"/>
                <a:gd name="T11" fmla="*/ 459 h 112"/>
                <a:gd name="T12" fmla="*/ 69 w 16"/>
                <a:gd name="T13" fmla="*/ 505 h 112"/>
                <a:gd name="T14" fmla="*/ 29 w 16"/>
                <a:gd name="T15" fmla="*/ 406 h 112"/>
                <a:gd name="T16" fmla="*/ 42 w 16"/>
                <a:gd name="T17" fmla="*/ 292 h 112"/>
                <a:gd name="T18" fmla="*/ 8 w 16"/>
                <a:gd name="T19" fmla="*/ 235 h 112"/>
                <a:gd name="T20" fmla="*/ 24 w 16"/>
                <a:gd name="T21" fmla="*/ 180 h 112"/>
                <a:gd name="T22" fmla="*/ 8 w 16"/>
                <a:gd name="T23" fmla="*/ 63 h 112"/>
                <a:gd name="T24" fmla="*/ 5 w 16"/>
                <a:gd name="T25" fmla="*/ 0 h 11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6" h="112">
                  <a:moveTo>
                    <a:pt x="2" y="1"/>
                  </a:moveTo>
                  <a:cubicBezTo>
                    <a:pt x="1" y="13"/>
                    <a:pt x="7" y="23"/>
                    <a:pt x="8" y="34"/>
                  </a:cubicBezTo>
                  <a:cubicBezTo>
                    <a:pt x="9" y="39"/>
                    <a:pt x="8" y="42"/>
                    <a:pt x="6" y="47"/>
                  </a:cubicBezTo>
                  <a:cubicBezTo>
                    <a:pt x="4" y="53"/>
                    <a:pt x="7" y="56"/>
                    <a:pt x="10" y="61"/>
                  </a:cubicBezTo>
                  <a:cubicBezTo>
                    <a:pt x="16" y="70"/>
                    <a:pt x="11" y="78"/>
                    <a:pt x="11" y="88"/>
                  </a:cubicBezTo>
                  <a:cubicBezTo>
                    <a:pt x="10" y="93"/>
                    <a:pt x="13" y="97"/>
                    <a:pt x="14" y="102"/>
                  </a:cubicBezTo>
                  <a:cubicBezTo>
                    <a:pt x="15" y="105"/>
                    <a:pt x="14" y="109"/>
                    <a:pt x="14" y="112"/>
                  </a:cubicBezTo>
                  <a:cubicBezTo>
                    <a:pt x="14" y="103"/>
                    <a:pt x="6" y="99"/>
                    <a:pt x="6" y="90"/>
                  </a:cubicBezTo>
                  <a:cubicBezTo>
                    <a:pt x="6" y="81"/>
                    <a:pt x="13" y="74"/>
                    <a:pt x="9" y="65"/>
                  </a:cubicBezTo>
                  <a:cubicBezTo>
                    <a:pt x="7" y="60"/>
                    <a:pt x="2" y="57"/>
                    <a:pt x="2" y="52"/>
                  </a:cubicBezTo>
                  <a:cubicBezTo>
                    <a:pt x="1" y="48"/>
                    <a:pt x="4" y="44"/>
                    <a:pt x="5" y="40"/>
                  </a:cubicBezTo>
                  <a:cubicBezTo>
                    <a:pt x="8" y="31"/>
                    <a:pt x="4" y="23"/>
                    <a:pt x="2" y="14"/>
                  </a:cubicBezTo>
                  <a:cubicBezTo>
                    <a:pt x="1" y="9"/>
                    <a:pt x="0" y="5"/>
                    <a:pt x="1" y="0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354" name="Freeform 496">
              <a:extLst>
                <a:ext uri="{FF2B5EF4-FFF2-40B4-BE49-F238E27FC236}">
                  <a16:creationId xmlns:a16="http://schemas.microsoft.com/office/drawing/2014/main" id="{0BFFCCDB-CB71-437C-896E-6FE195707384}"/>
                </a:ext>
              </a:extLst>
            </p:cNvPr>
            <p:cNvSpPr>
              <a:spLocks/>
            </p:cNvSpPr>
            <p:nvPr/>
          </p:nvSpPr>
          <p:spPr bwMode="auto">
            <a:xfrm>
              <a:off x="903" y="1060"/>
              <a:ext cx="151" cy="784"/>
            </a:xfrm>
            <a:custGeom>
              <a:avLst/>
              <a:gdLst>
                <a:gd name="T0" fmla="*/ 118 w 91"/>
                <a:gd name="T1" fmla="*/ 97 h 476"/>
                <a:gd name="T2" fmla="*/ 222 w 91"/>
                <a:gd name="T3" fmla="*/ 344 h 476"/>
                <a:gd name="T4" fmla="*/ 275 w 91"/>
                <a:gd name="T5" fmla="*/ 527 h 476"/>
                <a:gd name="T6" fmla="*/ 222 w 91"/>
                <a:gd name="T7" fmla="*/ 725 h 476"/>
                <a:gd name="T8" fmla="*/ 168 w 91"/>
                <a:gd name="T9" fmla="*/ 1001 h 476"/>
                <a:gd name="T10" fmla="*/ 126 w 91"/>
                <a:gd name="T11" fmla="*/ 1183 h 476"/>
                <a:gd name="T12" fmla="*/ 76 w 91"/>
                <a:gd name="T13" fmla="*/ 1463 h 476"/>
                <a:gd name="T14" fmla="*/ 124 w 91"/>
                <a:gd name="T15" fmla="*/ 1726 h 476"/>
                <a:gd name="T16" fmla="*/ 166 w 91"/>
                <a:gd name="T17" fmla="*/ 1907 h 476"/>
                <a:gd name="T18" fmla="*/ 196 w 91"/>
                <a:gd name="T19" fmla="*/ 2126 h 476"/>
                <a:gd name="T20" fmla="*/ 242 w 91"/>
                <a:gd name="T21" fmla="*/ 1899 h 476"/>
                <a:gd name="T22" fmla="*/ 196 w 91"/>
                <a:gd name="T23" fmla="*/ 1720 h 476"/>
                <a:gd name="T24" fmla="*/ 188 w 91"/>
                <a:gd name="T25" fmla="*/ 1479 h 476"/>
                <a:gd name="T26" fmla="*/ 201 w 91"/>
                <a:gd name="T27" fmla="*/ 1207 h 476"/>
                <a:gd name="T28" fmla="*/ 251 w 91"/>
                <a:gd name="T29" fmla="*/ 1010 h 476"/>
                <a:gd name="T30" fmla="*/ 305 w 91"/>
                <a:gd name="T31" fmla="*/ 751 h 476"/>
                <a:gd name="T32" fmla="*/ 334 w 91"/>
                <a:gd name="T33" fmla="*/ 532 h 476"/>
                <a:gd name="T34" fmla="*/ 275 w 91"/>
                <a:gd name="T35" fmla="*/ 326 h 476"/>
                <a:gd name="T36" fmla="*/ 192 w 91"/>
                <a:gd name="T37" fmla="*/ 117 h 476"/>
                <a:gd name="T38" fmla="*/ 118 w 91"/>
                <a:gd name="T39" fmla="*/ 0 h 476"/>
                <a:gd name="T40" fmla="*/ 118 w 91"/>
                <a:gd name="T41" fmla="*/ 97 h 47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91" h="476">
                  <a:moveTo>
                    <a:pt x="26" y="22"/>
                  </a:moveTo>
                  <a:cubicBezTo>
                    <a:pt x="26" y="22"/>
                    <a:pt x="22" y="67"/>
                    <a:pt x="49" y="77"/>
                  </a:cubicBezTo>
                  <a:cubicBezTo>
                    <a:pt x="49" y="77"/>
                    <a:pt x="42" y="100"/>
                    <a:pt x="60" y="118"/>
                  </a:cubicBezTo>
                  <a:cubicBezTo>
                    <a:pt x="60" y="118"/>
                    <a:pt x="40" y="138"/>
                    <a:pt x="49" y="162"/>
                  </a:cubicBezTo>
                  <a:cubicBezTo>
                    <a:pt x="49" y="162"/>
                    <a:pt x="17" y="196"/>
                    <a:pt x="37" y="224"/>
                  </a:cubicBezTo>
                  <a:cubicBezTo>
                    <a:pt x="37" y="224"/>
                    <a:pt x="17" y="244"/>
                    <a:pt x="28" y="265"/>
                  </a:cubicBezTo>
                  <a:cubicBezTo>
                    <a:pt x="28" y="265"/>
                    <a:pt x="0" y="300"/>
                    <a:pt x="17" y="327"/>
                  </a:cubicBezTo>
                  <a:cubicBezTo>
                    <a:pt x="17" y="327"/>
                    <a:pt x="3" y="367"/>
                    <a:pt x="27" y="386"/>
                  </a:cubicBezTo>
                  <a:cubicBezTo>
                    <a:pt x="27" y="386"/>
                    <a:pt x="16" y="406"/>
                    <a:pt x="36" y="427"/>
                  </a:cubicBezTo>
                  <a:cubicBezTo>
                    <a:pt x="56" y="448"/>
                    <a:pt x="43" y="476"/>
                    <a:pt x="43" y="476"/>
                  </a:cubicBezTo>
                  <a:cubicBezTo>
                    <a:pt x="43" y="476"/>
                    <a:pt x="63" y="442"/>
                    <a:pt x="53" y="425"/>
                  </a:cubicBezTo>
                  <a:cubicBezTo>
                    <a:pt x="43" y="408"/>
                    <a:pt x="55" y="387"/>
                    <a:pt x="43" y="385"/>
                  </a:cubicBezTo>
                  <a:cubicBezTo>
                    <a:pt x="43" y="385"/>
                    <a:pt x="55" y="340"/>
                    <a:pt x="41" y="331"/>
                  </a:cubicBezTo>
                  <a:cubicBezTo>
                    <a:pt x="41" y="331"/>
                    <a:pt x="69" y="292"/>
                    <a:pt x="44" y="270"/>
                  </a:cubicBezTo>
                  <a:cubicBezTo>
                    <a:pt x="44" y="270"/>
                    <a:pt x="76" y="243"/>
                    <a:pt x="55" y="226"/>
                  </a:cubicBezTo>
                  <a:cubicBezTo>
                    <a:pt x="55" y="226"/>
                    <a:pt x="81" y="210"/>
                    <a:pt x="67" y="168"/>
                  </a:cubicBezTo>
                  <a:cubicBezTo>
                    <a:pt x="67" y="168"/>
                    <a:pt x="91" y="148"/>
                    <a:pt x="73" y="119"/>
                  </a:cubicBezTo>
                  <a:cubicBezTo>
                    <a:pt x="73" y="119"/>
                    <a:pt x="89" y="91"/>
                    <a:pt x="60" y="73"/>
                  </a:cubicBezTo>
                  <a:cubicBezTo>
                    <a:pt x="60" y="73"/>
                    <a:pt x="64" y="50"/>
                    <a:pt x="42" y="26"/>
                  </a:cubicBezTo>
                  <a:cubicBezTo>
                    <a:pt x="38" y="22"/>
                    <a:pt x="39" y="11"/>
                    <a:pt x="26" y="0"/>
                  </a:cubicBezTo>
                  <a:lnTo>
                    <a:pt x="26" y="2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</p:grpSp>
      <p:grpSp>
        <p:nvGrpSpPr>
          <p:cNvPr id="35847" name="Adult-Male-Standing-Full-Body">
            <a:extLst>
              <a:ext uri="{FF2B5EF4-FFF2-40B4-BE49-F238E27FC236}">
                <a16:creationId xmlns:a16="http://schemas.microsoft.com/office/drawing/2014/main" id="{3FAAA1FB-E929-48F7-A75C-204FC81B067D}"/>
              </a:ext>
            </a:extLst>
          </p:cNvPr>
          <p:cNvGrpSpPr>
            <a:grpSpLocks/>
          </p:cNvGrpSpPr>
          <p:nvPr/>
        </p:nvGrpSpPr>
        <p:grpSpPr bwMode="auto">
          <a:xfrm>
            <a:off x="6240463" y="1163638"/>
            <a:ext cx="1854200" cy="5308600"/>
            <a:chOff x="2971" y="717"/>
            <a:chExt cx="1168" cy="3344"/>
          </a:xfrm>
        </p:grpSpPr>
        <p:sp>
          <p:nvSpPr>
            <p:cNvPr id="36026" name="Freeform 498">
              <a:extLst>
                <a:ext uri="{FF2B5EF4-FFF2-40B4-BE49-F238E27FC236}">
                  <a16:creationId xmlns:a16="http://schemas.microsoft.com/office/drawing/2014/main" id="{D3ED2765-A6FD-4355-8B10-2F36DD669F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1" y="1072"/>
              <a:ext cx="1168" cy="2989"/>
            </a:xfrm>
            <a:custGeom>
              <a:avLst/>
              <a:gdLst>
                <a:gd name="T0" fmla="*/ 2859 w 732"/>
                <a:gd name="T1" fmla="*/ 3478 h 1876"/>
                <a:gd name="T2" fmla="*/ 2689 w 732"/>
                <a:gd name="T3" fmla="*/ 3026 h 1876"/>
                <a:gd name="T4" fmla="*/ 2591 w 732"/>
                <a:gd name="T5" fmla="*/ 1861 h 1876"/>
                <a:gd name="T6" fmla="*/ 2279 w 732"/>
                <a:gd name="T7" fmla="*/ 526 h 1876"/>
                <a:gd name="T8" fmla="*/ 1718 w 732"/>
                <a:gd name="T9" fmla="*/ 0 h 1876"/>
                <a:gd name="T10" fmla="*/ 1344 w 732"/>
                <a:gd name="T11" fmla="*/ 158 h 1876"/>
                <a:gd name="T12" fmla="*/ 878 w 732"/>
                <a:gd name="T13" fmla="*/ 478 h 1876"/>
                <a:gd name="T14" fmla="*/ 448 w 732"/>
                <a:gd name="T15" fmla="*/ 1270 h 1876"/>
                <a:gd name="T16" fmla="*/ 295 w 732"/>
                <a:gd name="T17" fmla="*/ 2815 h 1876"/>
                <a:gd name="T18" fmla="*/ 257 w 732"/>
                <a:gd name="T19" fmla="*/ 3273 h 1876"/>
                <a:gd name="T20" fmla="*/ 29 w 732"/>
                <a:gd name="T21" fmla="*/ 3743 h 1876"/>
                <a:gd name="T22" fmla="*/ 185 w 732"/>
                <a:gd name="T23" fmla="*/ 3625 h 1876"/>
                <a:gd name="T24" fmla="*/ 260 w 732"/>
                <a:gd name="T25" fmla="*/ 4036 h 1876"/>
                <a:gd name="T26" fmla="*/ 394 w 732"/>
                <a:gd name="T27" fmla="*/ 4052 h 1876"/>
                <a:gd name="T28" fmla="*/ 483 w 732"/>
                <a:gd name="T29" fmla="*/ 4017 h 1876"/>
                <a:gd name="T30" fmla="*/ 573 w 732"/>
                <a:gd name="T31" fmla="*/ 3628 h 1876"/>
                <a:gd name="T32" fmla="*/ 539 w 732"/>
                <a:gd name="T33" fmla="*/ 3094 h 1876"/>
                <a:gd name="T34" fmla="*/ 771 w 732"/>
                <a:gd name="T35" fmla="*/ 1767 h 1876"/>
                <a:gd name="T36" fmla="*/ 783 w 732"/>
                <a:gd name="T37" fmla="*/ 1596 h 1876"/>
                <a:gd name="T38" fmla="*/ 873 w 732"/>
                <a:gd name="T39" fmla="*/ 2666 h 1876"/>
                <a:gd name="T40" fmla="*/ 886 w 732"/>
                <a:gd name="T41" fmla="*/ 4887 h 1876"/>
                <a:gd name="T42" fmla="*/ 948 w 732"/>
                <a:gd name="T43" fmla="*/ 6021 h 1876"/>
                <a:gd name="T44" fmla="*/ 1130 w 732"/>
                <a:gd name="T45" fmla="*/ 7074 h 1876"/>
                <a:gd name="T46" fmla="*/ 919 w 732"/>
                <a:gd name="T47" fmla="*/ 7390 h 1876"/>
                <a:gd name="T48" fmla="*/ 914 w 732"/>
                <a:gd name="T49" fmla="*/ 7471 h 1876"/>
                <a:gd name="T50" fmla="*/ 970 w 732"/>
                <a:gd name="T51" fmla="*/ 7512 h 1876"/>
                <a:gd name="T52" fmla="*/ 1171 w 732"/>
                <a:gd name="T53" fmla="*/ 7539 h 1876"/>
                <a:gd name="T54" fmla="*/ 1385 w 732"/>
                <a:gd name="T55" fmla="*/ 7444 h 1876"/>
                <a:gd name="T56" fmla="*/ 1398 w 732"/>
                <a:gd name="T57" fmla="*/ 7009 h 1876"/>
                <a:gd name="T58" fmla="*/ 1419 w 732"/>
                <a:gd name="T59" fmla="*/ 5871 h 1876"/>
                <a:gd name="T60" fmla="*/ 1446 w 732"/>
                <a:gd name="T61" fmla="*/ 4389 h 1876"/>
                <a:gd name="T62" fmla="*/ 1527 w 732"/>
                <a:gd name="T63" fmla="*/ 4389 h 1876"/>
                <a:gd name="T64" fmla="*/ 1556 w 732"/>
                <a:gd name="T65" fmla="*/ 5871 h 1876"/>
                <a:gd name="T66" fmla="*/ 1573 w 732"/>
                <a:gd name="T67" fmla="*/ 7009 h 1876"/>
                <a:gd name="T68" fmla="*/ 1583 w 732"/>
                <a:gd name="T69" fmla="*/ 7444 h 1876"/>
                <a:gd name="T70" fmla="*/ 1803 w 732"/>
                <a:gd name="T71" fmla="*/ 7539 h 1876"/>
                <a:gd name="T72" fmla="*/ 2004 w 732"/>
                <a:gd name="T73" fmla="*/ 7512 h 1876"/>
                <a:gd name="T74" fmla="*/ 2060 w 732"/>
                <a:gd name="T75" fmla="*/ 7471 h 1876"/>
                <a:gd name="T76" fmla="*/ 2055 w 732"/>
                <a:gd name="T77" fmla="*/ 7390 h 1876"/>
                <a:gd name="T78" fmla="*/ 1843 w 732"/>
                <a:gd name="T79" fmla="*/ 7074 h 1876"/>
                <a:gd name="T80" fmla="*/ 2026 w 732"/>
                <a:gd name="T81" fmla="*/ 6021 h 1876"/>
                <a:gd name="T82" fmla="*/ 2087 w 732"/>
                <a:gd name="T83" fmla="*/ 4887 h 1876"/>
                <a:gd name="T84" fmla="*/ 2189 w 732"/>
                <a:gd name="T85" fmla="*/ 3155 h 1876"/>
                <a:gd name="T86" fmla="*/ 2168 w 732"/>
                <a:gd name="T87" fmla="*/ 1826 h 1876"/>
                <a:gd name="T88" fmla="*/ 2194 w 732"/>
                <a:gd name="T89" fmla="*/ 1683 h 1876"/>
                <a:gd name="T90" fmla="*/ 2258 w 732"/>
                <a:gd name="T91" fmla="*/ 2532 h 1876"/>
                <a:gd name="T92" fmla="*/ 2437 w 732"/>
                <a:gd name="T93" fmla="*/ 3320 h 1876"/>
                <a:gd name="T94" fmla="*/ 2449 w 732"/>
                <a:gd name="T95" fmla="*/ 3894 h 1876"/>
                <a:gd name="T96" fmla="*/ 2556 w 732"/>
                <a:gd name="T97" fmla="*/ 4077 h 1876"/>
                <a:gd name="T98" fmla="*/ 2647 w 732"/>
                <a:gd name="T99" fmla="*/ 4069 h 1876"/>
                <a:gd name="T100" fmla="*/ 2757 w 732"/>
                <a:gd name="T101" fmla="*/ 3757 h 1876"/>
                <a:gd name="T102" fmla="*/ 2925 w 732"/>
                <a:gd name="T103" fmla="*/ 3813 h 187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0" t="0" r="r" b="b"/>
              <a:pathLst>
                <a:path w="732" h="1876">
                  <a:moveTo>
                    <a:pt x="725" y="925"/>
                  </a:moveTo>
                  <a:cubicBezTo>
                    <a:pt x="722" y="915"/>
                    <a:pt x="721" y="903"/>
                    <a:pt x="718" y="899"/>
                  </a:cubicBezTo>
                  <a:cubicBezTo>
                    <a:pt x="715" y="894"/>
                    <a:pt x="710" y="869"/>
                    <a:pt x="704" y="860"/>
                  </a:cubicBezTo>
                  <a:cubicBezTo>
                    <a:pt x="698" y="852"/>
                    <a:pt x="676" y="815"/>
                    <a:pt x="670" y="809"/>
                  </a:cubicBezTo>
                  <a:cubicBezTo>
                    <a:pt x="668" y="805"/>
                    <a:pt x="669" y="791"/>
                    <a:pt x="667" y="780"/>
                  </a:cubicBezTo>
                  <a:cubicBezTo>
                    <a:pt x="664" y="770"/>
                    <a:pt x="665" y="760"/>
                    <a:pt x="662" y="748"/>
                  </a:cubicBezTo>
                  <a:cubicBezTo>
                    <a:pt x="660" y="736"/>
                    <a:pt x="659" y="712"/>
                    <a:pt x="659" y="696"/>
                  </a:cubicBezTo>
                  <a:cubicBezTo>
                    <a:pt x="658" y="669"/>
                    <a:pt x="658" y="560"/>
                    <a:pt x="643" y="521"/>
                  </a:cubicBezTo>
                  <a:cubicBezTo>
                    <a:pt x="640" y="508"/>
                    <a:pt x="638" y="488"/>
                    <a:pt x="638" y="460"/>
                  </a:cubicBezTo>
                  <a:cubicBezTo>
                    <a:pt x="637" y="382"/>
                    <a:pt x="621" y="338"/>
                    <a:pt x="622" y="314"/>
                  </a:cubicBezTo>
                  <a:cubicBezTo>
                    <a:pt x="627" y="279"/>
                    <a:pt x="620" y="242"/>
                    <a:pt x="614" y="212"/>
                  </a:cubicBezTo>
                  <a:cubicBezTo>
                    <a:pt x="601" y="149"/>
                    <a:pt x="574" y="133"/>
                    <a:pt x="561" y="130"/>
                  </a:cubicBezTo>
                  <a:cubicBezTo>
                    <a:pt x="549" y="126"/>
                    <a:pt x="530" y="123"/>
                    <a:pt x="518" y="119"/>
                  </a:cubicBezTo>
                  <a:cubicBezTo>
                    <a:pt x="502" y="114"/>
                    <a:pt x="460" y="98"/>
                    <a:pt x="448" y="92"/>
                  </a:cubicBezTo>
                  <a:cubicBezTo>
                    <a:pt x="414" y="79"/>
                    <a:pt x="423" y="12"/>
                    <a:pt x="423" y="0"/>
                  </a:cubicBezTo>
                  <a:cubicBezTo>
                    <a:pt x="419" y="10"/>
                    <a:pt x="411" y="30"/>
                    <a:pt x="400" y="39"/>
                  </a:cubicBezTo>
                  <a:cubicBezTo>
                    <a:pt x="390" y="47"/>
                    <a:pt x="384" y="55"/>
                    <a:pt x="366" y="56"/>
                  </a:cubicBezTo>
                  <a:cubicBezTo>
                    <a:pt x="347" y="55"/>
                    <a:pt x="341" y="47"/>
                    <a:pt x="331" y="39"/>
                  </a:cubicBezTo>
                  <a:cubicBezTo>
                    <a:pt x="321" y="31"/>
                    <a:pt x="314" y="11"/>
                    <a:pt x="309" y="1"/>
                  </a:cubicBezTo>
                  <a:cubicBezTo>
                    <a:pt x="309" y="17"/>
                    <a:pt x="315" y="87"/>
                    <a:pt x="284" y="94"/>
                  </a:cubicBezTo>
                  <a:cubicBezTo>
                    <a:pt x="271" y="97"/>
                    <a:pt x="225" y="115"/>
                    <a:pt x="216" y="118"/>
                  </a:cubicBezTo>
                  <a:cubicBezTo>
                    <a:pt x="204" y="122"/>
                    <a:pt x="183" y="126"/>
                    <a:pt x="170" y="130"/>
                  </a:cubicBezTo>
                  <a:cubicBezTo>
                    <a:pt x="158" y="133"/>
                    <a:pt x="131" y="149"/>
                    <a:pt x="118" y="212"/>
                  </a:cubicBezTo>
                  <a:cubicBezTo>
                    <a:pt x="112" y="242"/>
                    <a:pt x="105" y="279"/>
                    <a:pt x="110" y="314"/>
                  </a:cubicBezTo>
                  <a:cubicBezTo>
                    <a:pt x="111" y="338"/>
                    <a:pt x="95" y="382"/>
                    <a:pt x="94" y="460"/>
                  </a:cubicBezTo>
                  <a:cubicBezTo>
                    <a:pt x="94" y="488"/>
                    <a:pt x="92" y="508"/>
                    <a:pt x="89" y="521"/>
                  </a:cubicBezTo>
                  <a:cubicBezTo>
                    <a:pt x="74" y="560"/>
                    <a:pt x="74" y="669"/>
                    <a:pt x="73" y="696"/>
                  </a:cubicBezTo>
                  <a:cubicBezTo>
                    <a:pt x="73" y="712"/>
                    <a:pt x="72" y="736"/>
                    <a:pt x="70" y="748"/>
                  </a:cubicBezTo>
                  <a:cubicBezTo>
                    <a:pt x="67" y="760"/>
                    <a:pt x="69" y="770"/>
                    <a:pt x="66" y="780"/>
                  </a:cubicBezTo>
                  <a:cubicBezTo>
                    <a:pt x="64" y="791"/>
                    <a:pt x="65" y="805"/>
                    <a:pt x="63" y="809"/>
                  </a:cubicBezTo>
                  <a:cubicBezTo>
                    <a:pt x="58" y="815"/>
                    <a:pt x="35" y="852"/>
                    <a:pt x="29" y="860"/>
                  </a:cubicBezTo>
                  <a:cubicBezTo>
                    <a:pt x="24" y="869"/>
                    <a:pt x="17" y="894"/>
                    <a:pt x="14" y="899"/>
                  </a:cubicBezTo>
                  <a:cubicBezTo>
                    <a:pt x="11" y="903"/>
                    <a:pt x="10" y="915"/>
                    <a:pt x="7" y="925"/>
                  </a:cubicBezTo>
                  <a:cubicBezTo>
                    <a:pt x="3" y="935"/>
                    <a:pt x="0" y="943"/>
                    <a:pt x="12" y="943"/>
                  </a:cubicBezTo>
                  <a:cubicBezTo>
                    <a:pt x="20" y="942"/>
                    <a:pt x="30" y="925"/>
                    <a:pt x="32" y="913"/>
                  </a:cubicBezTo>
                  <a:cubicBezTo>
                    <a:pt x="35" y="912"/>
                    <a:pt x="40" y="904"/>
                    <a:pt x="46" y="896"/>
                  </a:cubicBezTo>
                  <a:cubicBezTo>
                    <a:pt x="44" y="902"/>
                    <a:pt x="49" y="909"/>
                    <a:pt x="53" y="929"/>
                  </a:cubicBezTo>
                  <a:cubicBezTo>
                    <a:pt x="53" y="935"/>
                    <a:pt x="58" y="952"/>
                    <a:pt x="58" y="960"/>
                  </a:cubicBezTo>
                  <a:cubicBezTo>
                    <a:pt x="57" y="968"/>
                    <a:pt x="62" y="988"/>
                    <a:pt x="64" y="998"/>
                  </a:cubicBezTo>
                  <a:cubicBezTo>
                    <a:pt x="66" y="1009"/>
                    <a:pt x="74" y="1009"/>
                    <a:pt x="80" y="1006"/>
                  </a:cubicBezTo>
                  <a:cubicBezTo>
                    <a:pt x="80" y="1006"/>
                    <a:pt x="79" y="1015"/>
                    <a:pt x="88" y="1017"/>
                  </a:cubicBezTo>
                  <a:cubicBezTo>
                    <a:pt x="96" y="1018"/>
                    <a:pt x="97" y="1002"/>
                    <a:pt x="97" y="1002"/>
                  </a:cubicBezTo>
                  <a:cubicBezTo>
                    <a:pt x="97" y="1002"/>
                    <a:pt x="97" y="1008"/>
                    <a:pt x="103" y="1008"/>
                  </a:cubicBezTo>
                  <a:cubicBezTo>
                    <a:pt x="112" y="1009"/>
                    <a:pt x="113" y="989"/>
                    <a:pt x="113" y="989"/>
                  </a:cubicBezTo>
                  <a:cubicBezTo>
                    <a:pt x="114" y="991"/>
                    <a:pt x="114" y="993"/>
                    <a:pt x="119" y="993"/>
                  </a:cubicBezTo>
                  <a:cubicBezTo>
                    <a:pt x="123" y="992"/>
                    <a:pt x="127" y="971"/>
                    <a:pt x="129" y="963"/>
                  </a:cubicBezTo>
                  <a:cubicBezTo>
                    <a:pt x="131" y="954"/>
                    <a:pt x="134" y="946"/>
                    <a:pt x="135" y="939"/>
                  </a:cubicBezTo>
                  <a:cubicBezTo>
                    <a:pt x="136" y="933"/>
                    <a:pt x="136" y="928"/>
                    <a:pt x="141" y="897"/>
                  </a:cubicBezTo>
                  <a:cubicBezTo>
                    <a:pt x="147" y="865"/>
                    <a:pt x="130" y="832"/>
                    <a:pt x="132" y="821"/>
                  </a:cubicBezTo>
                  <a:cubicBezTo>
                    <a:pt x="135" y="811"/>
                    <a:pt x="126" y="794"/>
                    <a:pt x="128" y="791"/>
                  </a:cubicBezTo>
                  <a:cubicBezTo>
                    <a:pt x="129" y="789"/>
                    <a:pt x="131" y="776"/>
                    <a:pt x="133" y="765"/>
                  </a:cubicBezTo>
                  <a:cubicBezTo>
                    <a:pt x="135" y="753"/>
                    <a:pt x="173" y="650"/>
                    <a:pt x="176" y="626"/>
                  </a:cubicBezTo>
                  <a:cubicBezTo>
                    <a:pt x="184" y="582"/>
                    <a:pt x="183" y="562"/>
                    <a:pt x="179" y="532"/>
                  </a:cubicBezTo>
                  <a:cubicBezTo>
                    <a:pt x="180" y="509"/>
                    <a:pt x="188" y="448"/>
                    <a:pt x="190" y="437"/>
                  </a:cubicBezTo>
                  <a:cubicBezTo>
                    <a:pt x="191" y="435"/>
                    <a:pt x="190" y="423"/>
                    <a:pt x="192" y="416"/>
                  </a:cubicBezTo>
                  <a:cubicBezTo>
                    <a:pt x="192" y="412"/>
                    <a:pt x="193" y="404"/>
                    <a:pt x="193" y="394"/>
                  </a:cubicBezTo>
                  <a:cubicBezTo>
                    <a:pt x="193" y="395"/>
                    <a:pt x="193" y="395"/>
                    <a:pt x="193" y="395"/>
                  </a:cubicBezTo>
                  <a:cubicBezTo>
                    <a:pt x="193" y="406"/>
                    <a:pt x="196" y="424"/>
                    <a:pt x="198" y="451"/>
                  </a:cubicBezTo>
                  <a:cubicBezTo>
                    <a:pt x="196" y="474"/>
                    <a:pt x="207" y="516"/>
                    <a:pt x="208" y="537"/>
                  </a:cubicBezTo>
                  <a:cubicBezTo>
                    <a:pt x="205" y="544"/>
                    <a:pt x="215" y="659"/>
                    <a:pt x="215" y="659"/>
                  </a:cubicBezTo>
                  <a:cubicBezTo>
                    <a:pt x="211" y="666"/>
                    <a:pt x="194" y="753"/>
                    <a:pt x="193" y="780"/>
                  </a:cubicBezTo>
                  <a:cubicBezTo>
                    <a:pt x="191" y="793"/>
                    <a:pt x="196" y="811"/>
                    <a:pt x="195" y="841"/>
                  </a:cubicBezTo>
                  <a:cubicBezTo>
                    <a:pt x="193" y="877"/>
                    <a:pt x="164" y="1023"/>
                    <a:pt x="218" y="1208"/>
                  </a:cubicBezTo>
                  <a:cubicBezTo>
                    <a:pt x="221" y="1218"/>
                    <a:pt x="221" y="1255"/>
                    <a:pt x="225" y="1275"/>
                  </a:cubicBezTo>
                  <a:cubicBezTo>
                    <a:pt x="225" y="1280"/>
                    <a:pt x="235" y="1304"/>
                    <a:pt x="235" y="1335"/>
                  </a:cubicBezTo>
                  <a:cubicBezTo>
                    <a:pt x="236" y="1386"/>
                    <a:pt x="231" y="1453"/>
                    <a:pt x="233" y="1489"/>
                  </a:cubicBezTo>
                  <a:cubicBezTo>
                    <a:pt x="235" y="1549"/>
                    <a:pt x="257" y="1604"/>
                    <a:pt x="266" y="1642"/>
                  </a:cubicBezTo>
                  <a:cubicBezTo>
                    <a:pt x="274" y="1681"/>
                    <a:pt x="278" y="1711"/>
                    <a:pt x="276" y="1719"/>
                  </a:cubicBezTo>
                  <a:cubicBezTo>
                    <a:pt x="274" y="1725"/>
                    <a:pt x="273" y="1738"/>
                    <a:pt x="278" y="1749"/>
                  </a:cubicBezTo>
                  <a:cubicBezTo>
                    <a:pt x="278" y="1750"/>
                    <a:pt x="263" y="1788"/>
                    <a:pt x="254" y="1795"/>
                  </a:cubicBezTo>
                  <a:cubicBezTo>
                    <a:pt x="246" y="1802"/>
                    <a:pt x="244" y="1808"/>
                    <a:pt x="238" y="1812"/>
                  </a:cubicBezTo>
                  <a:cubicBezTo>
                    <a:pt x="231" y="1815"/>
                    <a:pt x="228" y="1819"/>
                    <a:pt x="226" y="1827"/>
                  </a:cubicBezTo>
                  <a:cubicBezTo>
                    <a:pt x="224" y="1833"/>
                    <a:pt x="218" y="1841"/>
                    <a:pt x="222" y="1846"/>
                  </a:cubicBezTo>
                  <a:cubicBezTo>
                    <a:pt x="223" y="1846"/>
                    <a:pt x="224" y="1847"/>
                    <a:pt x="224" y="1847"/>
                  </a:cubicBezTo>
                  <a:cubicBezTo>
                    <a:pt x="225" y="1847"/>
                    <a:pt x="225" y="1847"/>
                    <a:pt x="225" y="1847"/>
                  </a:cubicBezTo>
                  <a:cubicBezTo>
                    <a:pt x="224" y="1849"/>
                    <a:pt x="224" y="1851"/>
                    <a:pt x="225" y="1853"/>
                  </a:cubicBezTo>
                  <a:cubicBezTo>
                    <a:pt x="228" y="1858"/>
                    <a:pt x="232" y="1859"/>
                    <a:pt x="238" y="1858"/>
                  </a:cubicBezTo>
                  <a:cubicBezTo>
                    <a:pt x="239" y="1857"/>
                    <a:pt x="239" y="1857"/>
                    <a:pt x="239" y="1857"/>
                  </a:cubicBezTo>
                  <a:cubicBezTo>
                    <a:pt x="239" y="1859"/>
                    <a:pt x="239" y="1861"/>
                    <a:pt x="241" y="1863"/>
                  </a:cubicBezTo>
                  <a:cubicBezTo>
                    <a:pt x="245" y="1869"/>
                    <a:pt x="257" y="1872"/>
                    <a:pt x="262" y="1866"/>
                  </a:cubicBezTo>
                  <a:cubicBezTo>
                    <a:pt x="269" y="1871"/>
                    <a:pt x="283" y="1871"/>
                    <a:pt x="288" y="1864"/>
                  </a:cubicBezTo>
                  <a:cubicBezTo>
                    <a:pt x="291" y="1876"/>
                    <a:pt x="307" y="1874"/>
                    <a:pt x="316" y="1872"/>
                  </a:cubicBezTo>
                  <a:cubicBezTo>
                    <a:pt x="325" y="1870"/>
                    <a:pt x="329" y="1864"/>
                    <a:pt x="334" y="1859"/>
                  </a:cubicBezTo>
                  <a:cubicBezTo>
                    <a:pt x="339" y="1855"/>
                    <a:pt x="343" y="1851"/>
                    <a:pt x="341" y="1840"/>
                  </a:cubicBezTo>
                  <a:cubicBezTo>
                    <a:pt x="340" y="1829"/>
                    <a:pt x="341" y="1829"/>
                    <a:pt x="342" y="1816"/>
                  </a:cubicBezTo>
                  <a:cubicBezTo>
                    <a:pt x="343" y="1808"/>
                    <a:pt x="349" y="1806"/>
                    <a:pt x="350" y="1793"/>
                  </a:cubicBezTo>
                  <a:cubicBezTo>
                    <a:pt x="351" y="1783"/>
                    <a:pt x="344" y="1739"/>
                    <a:pt x="344" y="1733"/>
                  </a:cubicBezTo>
                  <a:cubicBezTo>
                    <a:pt x="346" y="1720"/>
                    <a:pt x="338" y="1709"/>
                    <a:pt x="335" y="1687"/>
                  </a:cubicBezTo>
                  <a:cubicBezTo>
                    <a:pt x="332" y="1664"/>
                    <a:pt x="340" y="1588"/>
                    <a:pt x="340" y="1574"/>
                  </a:cubicBezTo>
                  <a:cubicBezTo>
                    <a:pt x="340" y="1549"/>
                    <a:pt x="352" y="1505"/>
                    <a:pt x="349" y="1452"/>
                  </a:cubicBezTo>
                  <a:cubicBezTo>
                    <a:pt x="347" y="1421"/>
                    <a:pt x="333" y="1327"/>
                    <a:pt x="333" y="1305"/>
                  </a:cubicBezTo>
                  <a:cubicBezTo>
                    <a:pt x="333" y="1301"/>
                    <a:pt x="333" y="1278"/>
                    <a:pt x="334" y="1274"/>
                  </a:cubicBezTo>
                  <a:cubicBezTo>
                    <a:pt x="338" y="1260"/>
                    <a:pt x="356" y="1087"/>
                    <a:pt x="356" y="1085"/>
                  </a:cubicBezTo>
                  <a:cubicBezTo>
                    <a:pt x="358" y="1064"/>
                    <a:pt x="365" y="929"/>
                    <a:pt x="365" y="929"/>
                  </a:cubicBezTo>
                  <a:cubicBezTo>
                    <a:pt x="366" y="929"/>
                    <a:pt x="366" y="929"/>
                    <a:pt x="366" y="929"/>
                  </a:cubicBezTo>
                  <a:cubicBezTo>
                    <a:pt x="366" y="929"/>
                    <a:pt x="374" y="1064"/>
                    <a:pt x="376" y="1085"/>
                  </a:cubicBezTo>
                  <a:cubicBezTo>
                    <a:pt x="376" y="1087"/>
                    <a:pt x="394" y="1260"/>
                    <a:pt x="398" y="1274"/>
                  </a:cubicBezTo>
                  <a:cubicBezTo>
                    <a:pt x="399" y="1278"/>
                    <a:pt x="398" y="1301"/>
                    <a:pt x="398" y="1305"/>
                  </a:cubicBezTo>
                  <a:cubicBezTo>
                    <a:pt x="398" y="1327"/>
                    <a:pt x="385" y="1421"/>
                    <a:pt x="383" y="1452"/>
                  </a:cubicBezTo>
                  <a:cubicBezTo>
                    <a:pt x="379" y="1505"/>
                    <a:pt x="392" y="1549"/>
                    <a:pt x="392" y="1574"/>
                  </a:cubicBezTo>
                  <a:cubicBezTo>
                    <a:pt x="392" y="1588"/>
                    <a:pt x="400" y="1664"/>
                    <a:pt x="397" y="1687"/>
                  </a:cubicBezTo>
                  <a:cubicBezTo>
                    <a:pt x="394" y="1709"/>
                    <a:pt x="386" y="1720"/>
                    <a:pt x="387" y="1733"/>
                  </a:cubicBezTo>
                  <a:cubicBezTo>
                    <a:pt x="388" y="1739"/>
                    <a:pt x="381" y="1783"/>
                    <a:pt x="382" y="1793"/>
                  </a:cubicBezTo>
                  <a:cubicBezTo>
                    <a:pt x="383" y="1806"/>
                    <a:pt x="389" y="1808"/>
                    <a:pt x="389" y="1816"/>
                  </a:cubicBezTo>
                  <a:cubicBezTo>
                    <a:pt x="390" y="1829"/>
                    <a:pt x="392" y="1829"/>
                    <a:pt x="390" y="1840"/>
                  </a:cubicBezTo>
                  <a:cubicBezTo>
                    <a:pt x="389" y="1851"/>
                    <a:pt x="393" y="1855"/>
                    <a:pt x="398" y="1859"/>
                  </a:cubicBezTo>
                  <a:cubicBezTo>
                    <a:pt x="403" y="1864"/>
                    <a:pt x="407" y="1870"/>
                    <a:pt x="416" y="1872"/>
                  </a:cubicBezTo>
                  <a:cubicBezTo>
                    <a:pt x="425" y="1874"/>
                    <a:pt x="440" y="1876"/>
                    <a:pt x="444" y="1864"/>
                  </a:cubicBezTo>
                  <a:cubicBezTo>
                    <a:pt x="449" y="1871"/>
                    <a:pt x="462" y="1871"/>
                    <a:pt x="469" y="1866"/>
                  </a:cubicBezTo>
                  <a:cubicBezTo>
                    <a:pt x="474" y="1872"/>
                    <a:pt x="487" y="1869"/>
                    <a:pt x="491" y="1863"/>
                  </a:cubicBezTo>
                  <a:cubicBezTo>
                    <a:pt x="492" y="1861"/>
                    <a:pt x="493" y="1859"/>
                    <a:pt x="493" y="1857"/>
                  </a:cubicBezTo>
                  <a:cubicBezTo>
                    <a:pt x="494" y="1858"/>
                    <a:pt x="494" y="1858"/>
                    <a:pt x="494" y="1858"/>
                  </a:cubicBezTo>
                  <a:cubicBezTo>
                    <a:pt x="499" y="1859"/>
                    <a:pt x="506" y="1857"/>
                    <a:pt x="507" y="1853"/>
                  </a:cubicBezTo>
                  <a:cubicBezTo>
                    <a:pt x="508" y="1851"/>
                    <a:pt x="508" y="1849"/>
                    <a:pt x="507" y="1847"/>
                  </a:cubicBezTo>
                  <a:cubicBezTo>
                    <a:pt x="507" y="1847"/>
                    <a:pt x="507" y="1847"/>
                    <a:pt x="507" y="1847"/>
                  </a:cubicBezTo>
                  <a:cubicBezTo>
                    <a:pt x="508" y="1847"/>
                    <a:pt x="509" y="1846"/>
                    <a:pt x="510" y="1846"/>
                  </a:cubicBezTo>
                  <a:cubicBezTo>
                    <a:pt x="514" y="1841"/>
                    <a:pt x="508" y="1833"/>
                    <a:pt x="506" y="1827"/>
                  </a:cubicBezTo>
                  <a:cubicBezTo>
                    <a:pt x="503" y="1819"/>
                    <a:pt x="500" y="1815"/>
                    <a:pt x="494" y="1812"/>
                  </a:cubicBezTo>
                  <a:cubicBezTo>
                    <a:pt x="488" y="1808"/>
                    <a:pt x="485" y="1802"/>
                    <a:pt x="478" y="1795"/>
                  </a:cubicBezTo>
                  <a:cubicBezTo>
                    <a:pt x="469" y="1788"/>
                    <a:pt x="453" y="1750"/>
                    <a:pt x="454" y="1749"/>
                  </a:cubicBezTo>
                  <a:cubicBezTo>
                    <a:pt x="459" y="1738"/>
                    <a:pt x="457" y="1725"/>
                    <a:pt x="456" y="1719"/>
                  </a:cubicBezTo>
                  <a:cubicBezTo>
                    <a:pt x="454" y="1711"/>
                    <a:pt x="457" y="1681"/>
                    <a:pt x="466" y="1642"/>
                  </a:cubicBezTo>
                  <a:cubicBezTo>
                    <a:pt x="475" y="1604"/>
                    <a:pt x="497" y="1549"/>
                    <a:pt x="499" y="1489"/>
                  </a:cubicBezTo>
                  <a:cubicBezTo>
                    <a:pt x="501" y="1453"/>
                    <a:pt x="495" y="1386"/>
                    <a:pt x="496" y="1335"/>
                  </a:cubicBezTo>
                  <a:cubicBezTo>
                    <a:pt x="497" y="1304"/>
                    <a:pt x="506" y="1280"/>
                    <a:pt x="507" y="1275"/>
                  </a:cubicBezTo>
                  <a:cubicBezTo>
                    <a:pt x="511" y="1255"/>
                    <a:pt x="511" y="1218"/>
                    <a:pt x="514" y="1208"/>
                  </a:cubicBezTo>
                  <a:cubicBezTo>
                    <a:pt x="567" y="1023"/>
                    <a:pt x="539" y="877"/>
                    <a:pt x="537" y="841"/>
                  </a:cubicBezTo>
                  <a:cubicBezTo>
                    <a:pt x="537" y="841"/>
                    <a:pt x="537" y="841"/>
                    <a:pt x="537" y="841"/>
                  </a:cubicBezTo>
                  <a:cubicBezTo>
                    <a:pt x="536" y="811"/>
                    <a:pt x="541" y="793"/>
                    <a:pt x="539" y="780"/>
                  </a:cubicBezTo>
                  <a:cubicBezTo>
                    <a:pt x="538" y="753"/>
                    <a:pt x="521" y="666"/>
                    <a:pt x="517" y="659"/>
                  </a:cubicBezTo>
                  <a:cubicBezTo>
                    <a:pt x="517" y="659"/>
                    <a:pt x="527" y="544"/>
                    <a:pt x="524" y="537"/>
                  </a:cubicBezTo>
                  <a:cubicBezTo>
                    <a:pt x="525" y="516"/>
                    <a:pt x="535" y="474"/>
                    <a:pt x="534" y="451"/>
                  </a:cubicBezTo>
                  <a:cubicBezTo>
                    <a:pt x="536" y="424"/>
                    <a:pt x="538" y="406"/>
                    <a:pt x="539" y="395"/>
                  </a:cubicBezTo>
                  <a:cubicBezTo>
                    <a:pt x="539" y="394"/>
                    <a:pt x="539" y="394"/>
                    <a:pt x="539" y="394"/>
                  </a:cubicBezTo>
                  <a:cubicBezTo>
                    <a:pt x="539" y="404"/>
                    <a:pt x="540" y="412"/>
                    <a:pt x="540" y="416"/>
                  </a:cubicBezTo>
                  <a:cubicBezTo>
                    <a:pt x="542" y="423"/>
                    <a:pt x="541" y="435"/>
                    <a:pt x="542" y="437"/>
                  </a:cubicBezTo>
                  <a:cubicBezTo>
                    <a:pt x="544" y="448"/>
                    <a:pt x="552" y="509"/>
                    <a:pt x="553" y="532"/>
                  </a:cubicBezTo>
                  <a:cubicBezTo>
                    <a:pt x="549" y="562"/>
                    <a:pt x="548" y="582"/>
                    <a:pt x="556" y="626"/>
                  </a:cubicBezTo>
                  <a:cubicBezTo>
                    <a:pt x="559" y="650"/>
                    <a:pt x="597" y="753"/>
                    <a:pt x="599" y="765"/>
                  </a:cubicBezTo>
                  <a:cubicBezTo>
                    <a:pt x="601" y="776"/>
                    <a:pt x="603" y="789"/>
                    <a:pt x="604" y="791"/>
                  </a:cubicBezTo>
                  <a:cubicBezTo>
                    <a:pt x="606" y="794"/>
                    <a:pt x="597" y="811"/>
                    <a:pt x="600" y="821"/>
                  </a:cubicBezTo>
                  <a:cubicBezTo>
                    <a:pt x="602" y="832"/>
                    <a:pt x="585" y="865"/>
                    <a:pt x="591" y="897"/>
                  </a:cubicBezTo>
                  <a:cubicBezTo>
                    <a:pt x="596" y="928"/>
                    <a:pt x="596" y="933"/>
                    <a:pt x="597" y="939"/>
                  </a:cubicBezTo>
                  <a:cubicBezTo>
                    <a:pt x="598" y="946"/>
                    <a:pt x="601" y="954"/>
                    <a:pt x="603" y="963"/>
                  </a:cubicBezTo>
                  <a:cubicBezTo>
                    <a:pt x="605" y="971"/>
                    <a:pt x="609" y="992"/>
                    <a:pt x="613" y="993"/>
                  </a:cubicBezTo>
                  <a:cubicBezTo>
                    <a:pt x="618" y="993"/>
                    <a:pt x="618" y="991"/>
                    <a:pt x="619" y="989"/>
                  </a:cubicBezTo>
                  <a:cubicBezTo>
                    <a:pt x="619" y="989"/>
                    <a:pt x="620" y="1009"/>
                    <a:pt x="629" y="1008"/>
                  </a:cubicBezTo>
                  <a:cubicBezTo>
                    <a:pt x="635" y="1008"/>
                    <a:pt x="635" y="1002"/>
                    <a:pt x="635" y="1002"/>
                  </a:cubicBezTo>
                  <a:cubicBezTo>
                    <a:pt x="635" y="1002"/>
                    <a:pt x="636" y="1018"/>
                    <a:pt x="644" y="1017"/>
                  </a:cubicBezTo>
                  <a:cubicBezTo>
                    <a:pt x="653" y="1015"/>
                    <a:pt x="652" y="1006"/>
                    <a:pt x="652" y="1006"/>
                  </a:cubicBezTo>
                  <a:cubicBezTo>
                    <a:pt x="658" y="1009"/>
                    <a:pt x="666" y="1009"/>
                    <a:pt x="668" y="998"/>
                  </a:cubicBezTo>
                  <a:cubicBezTo>
                    <a:pt x="670" y="988"/>
                    <a:pt x="675" y="968"/>
                    <a:pt x="674" y="960"/>
                  </a:cubicBezTo>
                  <a:cubicBezTo>
                    <a:pt x="674" y="952"/>
                    <a:pt x="679" y="935"/>
                    <a:pt x="679" y="929"/>
                  </a:cubicBezTo>
                  <a:cubicBezTo>
                    <a:pt x="683" y="909"/>
                    <a:pt x="688" y="902"/>
                    <a:pt x="686" y="896"/>
                  </a:cubicBezTo>
                  <a:cubicBezTo>
                    <a:pt x="692" y="904"/>
                    <a:pt x="697" y="912"/>
                    <a:pt x="700" y="913"/>
                  </a:cubicBezTo>
                  <a:cubicBezTo>
                    <a:pt x="702" y="925"/>
                    <a:pt x="712" y="942"/>
                    <a:pt x="720" y="943"/>
                  </a:cubicBezTo>
                  <a:cubicBezTo>
                    <a:pt x="732" y="943"/>
                    <a:pt x="729" y="935"/>
                    <a:pt x="725" y="925"/>
                  </a:cubicBezTo>
                </a:path>
              </a:pathLst>
            </a:custGeom>
            <a:solidFill>
              <a:srgbClr val="A961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027" name="Freeform 499">
              <a:extLst>
                <a:ext uri="{FF2B5EF4-FFF2-40B4-BE49-F238E27FC236}">
                  <a16:creationId xmlns:a16="http://schemas.microsoft.com/office/drawing/2014/main" id="{52F1E97E-FE03-433B-BFF3-1A468A3A9EA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1" y="1072"/>
              <a:ext cx="1168" cy="2989"/>
            </a:xfrm>
            <a:custGeom>
              <a:avLst/>
              <a:gdLst>
                <a:gd name="T0" fmla="*/ 2859 w 732"/>
                <a:gd name="T1" fmla="*/ 3478 h 1876"/>
                <a:gd name="T2" fmla="*/ 2689 w 732"/>
                <a:gd name="T3" fmla="*/ 3026 h 1876"/>
                <a:gd name="T4" fmla="*/ 2591 w 732"/>
                <a:gd name="T5" fmla="*/ 1861 h 1876"/>
                <a:gd name="T6" fmla="*/ 2279 w 732"/>
                <a:gd name="T7" fmla="*/ 526 h 1876"/>
                <a:gd name="T8" fmla="*/ 1718 w 732"/>
                <a:gd name="T9" fmla="*/ 0 h 1876"/>
                <a:gd name="T10" fmla="*/ 1344 w 732"/>
                <a:gd name="T11" fmla="*/ 158 h 1876"/>
                <a:gd name="T12" fmla="*/ 878 w 732"/>
                <a:gd name="T13" fmla="*/ 478 h 1876"/>
                <a:gd name="T14" fmla="*/ 448 w 732"/>
                <a:gd name="T15" fmla="*/ 1270 h 1876"/>
                <a:gd name="T16" fmla="*/ 295 w 732"/>
                <a:gd name="T17" fmla="*/ 2815 h 1876"/>
                <a:gd name="T18" fmla="*/ 257 w 732"/>
                <a:gd name="T19" fmla="*/ 3273 h 1876"/>
                <a:gd name="T20" fmla="*/ 29 w 732"/>
                <a:gd name="T21" fmla="*/ 3743 h 1876"/>
                <a:gd name="T22" fmla="*/ 185 w 732"/>
                <a:gd name="T23" fmla="*/ 3625 h 1876"/>
                <a:gd name="T24" fmla="*/ 260 w 732"/>
                <a:gd name="T25" fmla="*/ 4036 h 1876"/>
                <a:gd name="T26" fmla="*/ 394 w 732"/>
                <a:gd name="T27" fmla="*/ 4052 h 1876"/>
                <a:gd name="T28" fmla="*/ 483 w 732"/>
                <a:gd name="T29" fmla="*/ 4017 h 1876"/>
                <a:gd name="T30" fmla="*/ 573 w 732"/>
                <a:gd name="T31" fmla="*/ 3628 h 1876"/>
                <a:gd name="T32" fmla="*/ 539 w 732"/>
                <a:gd name="T33" fmla="*/ 3094 h 1876"/>
                <a:gd name="T34" fmla="*/ 771 w 732"/>
                <a:gd name="T35" fmla="*/ 1767 h 1876"/>
                <a:gd name="T36" fmla="*/ 783 w 732"/>
                <a:gd name="T37" fmla="*/ 1596 h 1876"/>
                <a:gd name="T38" fmla="*/ 873 w 732"/>
                <a:gd name="T39" fmla="*/ 2666 h 1876"/>
                <a:gd name="T40" fmla="*/ 886 w 732"/>
                <a:gd name="T41" fmla="*/ 4887 h 1876"/>
                <a:gd name="T42" fmla="*/ 948 w 732"/>
                <a:gd name="T43" fmla="*/ 6021 h 1876"/>
                <a:gd name="T44" fmla="*/ 1130 w 732"/>
                <a:gd name="T45" fmla="*/ 7074 h 1876"/>
                <a:gd name="T46" fmla="*/ 919 w 732"/>
                <a:gd name="T47" fmla="*/ 7390 h 1876"/>
                <a:gd name="T48" fmla="*/ 914 w 732"/>
                <a:gd name="T49" fmla="*/ 7471 h 1876"/>
                <a:gd name="T50" fmla="*/ 970 w 732"/>
                <a:gd name="T51" fmla="*/ 7512 h 1876"/>
                <a:gd name="T52" fmla="*/ 1171 w 732"/>
                <a:gd name="T53" fmla="*/ 7539 h 1876"/>
                <a:gd name="T54" fmla="*/ 1385 w 732"/>
                <a:gd name="T55" fmla="*/ 7444 h 1876"/>
                <a:gd name="T56" fmla="*/ 1398 w 732"/>
                <a:gd name="T57" fmla="*/ 7009 h 1876"/>
                <a:gd name="T58" fmla="*/ 1419 w 732"/>
                <a:gd name="T59" fmla="*/ 5871 h 1876"/>
                <a:gd name="T60" fmla="*/ 1446 w 732"/>
                <a:gd name="T61" fmla="*/ 4389 h 1876"/>
                <a:gd name="T62" fmla="*/ 1527 w 732"/>
                <a:gd name="T63" fmla="*/ 4389 h 1876"/>
                <a:gd name="T64" fmla="*/ 1556 w 732"/>
                <a:gd name="T65" fmla="*/ 5871 h 1876"/>
                <a:gd name="T66" fmla="*/ 1573 w 732"/>
                <a:gd name="T67" fmla="*/ 7009 h 1876"/>
                <a:gd name="T68" fmla="*/ 1583 w 732"/>
                <a:gd name="T69" fmla="*/ 7444 h 1876"/>
                <a:gd name="T70" fmla="*/ 1803 w 732"/>
                <a:gd name="T71" fmla="*/ 7539 h 1876"/>
                <a:gd name="T72" fmla="*/ 2004 w 732"/>
                <a:gd name="T73" fmla="*/ 7512 h 1876"/>
                <a:gd name="T74" fmla="*/ 2060 w 732"/>
                <a:gd name="T75" fmla="*/ 7471 h 1876"/>
                <a:gd name="T76" fmla="*/ 2055 w 732"/>
                <a:gd name="T77" fmla="*/ 7390 h 1876"/>
                <a:gd name="T78" fmla="*/ 1843 w 732"/>
                <a:gd name="T79" fmla="*/ 7074 h 1876"/>
                <a:gd name="T80" fmla="*/ 2026 w 732"/>
                <a:gd name="T81" fmla="*/ 6021 h 1876"/>
                <a:gd name="T82" fmla="*/ 2087 w 732"/>
                <a:gd name="T83" fmla="*/ 4887 h 1876"/>
                <a:gd name="T84" fmla="*/ 2189 w 732"/>
                <a:gd name="T85" fmla="*/ 3155 h 1876"/>
                <a:gd name="T86" fmla="*/ 2168 w 732"/>
                <a:gd name="T87" fmla="*/ 1826 h 1876"/>
                <a:gd name="T88" fmla="*/ 2194 w 732"/>
                <a:gd name="T89" fmla="*/ 1683 h 1876"/>
                <a:gd name="T90" fmla="*/ 2258 w 732"/>
                <a:gd name="T91" fmla="*/ 2532 h 1876"/>
                <a:gd name="T92" fmla="*/ 2437 w 732"/>
                <a:gd name="T93" fmla="*/ 3320 h 1876"/>
                <a:gd name="T94" fmla="*/ 2449 w 732"/>
                <a:gd name="T95" fmla="*/ 3894 h 1876"/>
                <a:gd name="T96" fmla="*/ 2556 w 732"/>
                <a:gd name="T97" fmla="*/ 4077 h 1876"/>
                <a:gd name="T98" fmla="*/ 2647 w 732"/>
                <a:gd name="T99" fmla="*/ 4069 h 1876"/>
                <a:gd name="T100" fmla="*/ 2757 w 732"/>
                <a:gd name="T101" fmla="*/ 3757 h 1876"/>
                <a:gd name="T102" fmla="*/ 2925 w 732"/>
                <a:gd name="T103" fmla="*/ 3813 h 187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0" t="0" r="r" b="b"/>
              <a:pathLst>
                <a:path w="732" h="1876">
                  <a:moveTo>
                    <a:pt x="725" y="925"/>
                  </a:moveTo>
                  <a:cubicBezTo>
                    <a:pt x="722" y="915"/>
                    <a:pt x="721" y="903"/>
                    <a:pt x="718" y="899"/>
                  </a:cubicBezTo>
                  <a:cubicBezTo>
                    <a:pt x="715" y="894"/>
                    <a:pt x="710" y="869"/>
                    <a:pt x="704" y="860"/>
                  </a:cubicBezTo>
                  <a:cubicBezTo>
                    <a:pt x="698" y="852"/>
                    <a:pt x="676" y="815"/>
                    <a:pt x="670" y="809"/>
                  </a:cubicBezTo>
                  <a:cubicBezTo>
                    <a:pt x="668" y="805"/>
                    <a:pt x="669" y="791"/>
                    <a:pt x="667" y="780"/>
                  </a:cubicBezTo>
                  <a:cubicBezTo>
                    <a:pt x="664" y="770"/>
                    <a:pt x="665" y="760"/>
                    <a:pt x="662" y="748"/>
                  </a:cubicBezTo>
                  <a:cubicBezTo>
                    <a:pt x="660" y="736"/>
                    <a:pt x="659" y="712"/>
                    <a:pt x="659" y="696"/>
                  </a:cubicBezTo>
                  <a:cubicBezTo>
                    <a:pt x="658" y="669"/>
                    <a:pt x="658" y="560"/>
                    <a:pt x="643" y="521"/>
                  </a:cubicBezTo>
                  <a:cubicBezTo>
                    <a:pt x="640" y="508"/>
                    <a:pt x="638" y="488"/>
                    <a:pt x="638" y="460"/>
                  </a:cubicBezTo>
                  <a:cubicBezTo>
                    <a:pt x="637" y="382"/>
                    <a:pt x="621" y="338"/>
                    <a:pt x="622" y="314"/>
                  </a:cubicBezTo>
                  <a:cubicBezTo>
                    <a:pt x="627" y="279"/>
                    <a:pt x="620" y="242"/>
                    <a:pt x="614" y="212"/>
                  </a:cubicBezTo>
                  <a:cubicBezTo>
                    <a:pt x="601" y="149"/>
                    <a:pt x="574" y="133"/>
                    <a:pt x="561" y="130"/>
                  </a:cubicBezTo>
                  <a:cubicBezTo>
                    <a:pt x="549" y="126"/>
                    <a:pt x="530" y="123"/>
                    <a:pt x="518" y="119"/>
                  </a:cubicBezTo>
                  <a:cubicBezTo>
                    <a:pt x="502" y="114"/>
                    <a:pt x="460" y="98"/>
                    <a:pt x="448" y="92"/>
                  </a:cubicBezTo>
                  <a:cubicBezTo>
                    <a:pt x="414" y="79"/>
                    <a:pt x="423" y="12"/>
                    <a:pt x="423" y="0"/>
                  </a:cubicBezTo>
                  <a:cubicBezTo>
                    <a:pt x="419" y="10"/>
                    <a:pt x="411" y="30"/>
                    <a:pt x="400" y="39"/>
                  </a:cubicBezTo>
                  <a:cubicBezTo>
                    <a:pt x="390" y="47"/>
                    <a:pt x="384" y="55"/>
                    <a:pt x="366" y="56"/>
                  </a:cubicBezTo>
                  <a:cubicBezTo>
                    <a:pt x="347" y="55"/>
                    <a:pt x="341" y="47"/>
                    <a:pt x="331" y="39"/>
                  </a:cubicBezTo>
                  <a:cubicBezTo>
                    <a:pt x="321" y="31"/>
                    <a:pt x="314" y="11"/>
                    <a:pt x="309" y="1"/>
                  </a:cubicBezTo>
                  <a:cubicBezTo>
                    <a:pt x="309" y="17"/>
                    <a:pt x="315" y="87"/>
                    <a:pt x="284" y="94"/>
                  </a:cubicBezTo>
                  <a:cubicBezTo>
                    <a:pt x="271" y="97"/>
                    <a:pt x="225" y="115"/>
                    <a:pt x="216" y="118"/>
                  </a:cubicBezTo>
                  <a:cubicBezTo>
                    <a:pt x="204" y="122"/>
                    <a:pt x="183" y="126"/>
                    <a:pt x="170" y="130"/>
                  </a:cubicBezTo>
                  <a:cubicBezTo>
                    <a:pt x="158" y="133"/>
                    <a:pt x="131" y="149"/>
                    <a:pt x="118" y="212"/>
                  </a:cubicBezTo>
                  <a:cubicBezTo>
                    <a:pt x="112" y="242"/>
                    <a:pt x="105" y="279"/>
                    <a:pt x="110" y="314"/>
                  </a:cubicBezTo>
                  <a:cubicBezTo>
                    <a:pt x="111" y="338"/>
                    <a:pt x="95" y="382"/>
                    <a:pt x="94" y="460"/>
                  </a:cubicBezTo>
                  <a:cubicBezTo>
                    <a:pt x="94" y="488"/>
                    <a:pt x="92" y="508"/>
                    <a:pt x="89" y="521"/>
                  </a:cubicBezTo>
                  <a:cubicBezTo>
                    <a:pt x="74" y="560"/>
                    <a:pt x="74" y="669"/>
                    <a:pt x="73" y="696"/>
                  </a:cubicBezTo>
                  <a:cubicBezTo>
                    <a:pt x="73" y="712"/>
                    <a:pt x="72" y="736"/>
                    <a:pt x="70" y="748"/>
                  </a:cubicBezTo>
                  <a:cubicBezTo>
                    <a:pt x="67" y="760"/>
                    <a:pt x="69" y="770"/>
                    <a:pt x="66" y="780"/>
                  </a:cubicBezTo>
                  <a:cubicBezTo>
                    <a:pt x="64" y="791"/>
                    <a:pt x="65" y="805"/>
                    <a:pt x="63" y="809"/>
                  </a:cubicBezTo>
                  <a:cubicBezTo>
                    <a:pt x="58" y="815"/>
                    <a:pt x="35" y="852"/>
                    <a:pt x="29" y="860"/>
                  </a:cubicBezTo>
                  <a:cubicBezTo>
                    <a:pt x="24" y="869"/>
                    <a:pt x="17" y="894"/>
                    <a:pt x="14" y="899"/>
                  </a:cubicBezTo>
                  <a:cubicBezTo>
                    <a:pt x="11" y="903"/>
                    <a:pt x="10" y="915"/>
                    <a:pt x="7" y="925"/>
                  </a:cubicBezTo>
                  <a:cubicBezTo>
                    <a:pt x="3" y="935"/>
                    <a:pt x="0" y="943"/>
                    <a:pt x="12" y="943"/>
                  </a:cubicBezTo>
                  <a:cubicBezTo>
                    <a:pt x="20" y="942"/>
                    <a:pt x="30" y="925"/>
                    <a:pt x="32" y="913"/>
                  </a:cubicBezTo>
                  <a:cubicBezTo>
                    <a:pt x="35" y="912"/>
                    <a:pt x="40" y="904"/>
                    <a:pt x="46" y="896"/>
                  </a:cubicBezTo>
                  <a:cubicBezTo>
                    <a:pt x="44" y="902"/>
                    <a:pt x="49" y="909"/>
                    <a:pt x="53" y="929"/>
                  </a:cubicBezTo>
                  <a:cubicBezTo>
                    <a:pt x="53" y="935"/>
                    <a:pt x="58" y="952"/>
                    <a:pt x="58" y="960"/>
                  </a:cubicBezTo>
                  <a:cubicBezTo>
                    <a:pt x="57" y="968"/>
                    <a:pt x="62" y="988"/>
                    <a:pt x="64" y="998"/>
                  </a:cubicBezTo>
                  <a:cubicBezTo>
                    <a:pt x="66" y="1009"/>
                    <a:pt x="74" y="1009"/>
                    <a:pt x="80" y="1006"/>
                  </a:cubicBezTo>
                  <a:cubicBezTo>
                    <a:pt x="80" y="1006"/>
                    <a:pt x="79" y="1015"/>
                    <a:pt x="88" y="1017"/>
                  </a:cubicBezTo>
                  <a:cubicBezTo>
                    <a:pt x="96" y="1018"/>
                    <a:pt x="97" y="1002"/>
                    <a:pt x="97" y="1002"/>
                  </a:cubicBezTo>
                  <a:cubicBezTo>
                    <a:pt x="97" y="1002"/>
                    <a:pt x="97" y="1008"/>
                    <a:pt x="103" y="1008"/>
                  </a:cubicBezTo>
                  <a:cubicBezTo>
                    <a:pt x="112" y="1009"/>
                    <a:pt x="113" y="989"/>
                    <a:pt x="113" y="989"/>
                  </a:cubicBezTo>
                  <a:cubicBezTo>
                    <a:pt x="114" y="991"/>
                    <a:pt x="114" y="993"/>
                    <a:pt x="119" y="993"/>
                  </a:cubicBezTo>
                  <a:cubicBezTo>
                    <a:pt x="123" y="992"/>
                    <a:pt x="127" y="971"/>
                    <a:pt x="129" y="963"/>
                  </a:cubicBezTo>
                  <a:cubicBezTo>
                    <a:pt x="131" y="954"/>
                    <a:pt x="134" y="946"/>
                    <a:pt x="135" y="939"/>
                  </a:cubicBezTo>
                  <a:cubicBezTo>
                    <a:pt x="136" y="933"/>
                    <a:pt x="136" y="928"/>
                    <a:pt x="141" y="897"/>
                  </a:cubicBezTo>
                  <a:cubicBezTo>
                    <a:pt x="147" y="865"/>
                    <a:pt x="130" y="832"/>
                    <a:pt x="132" y="821"/>
                  </a:cubicBezTo>
                  <a:cubicBezTo>
                    <a:pt x="135" y="811"/>
                    <a:pt x="126" y="794"/>
                    <a:pt x="128" y="791"/>
                  </a:cubicBezTo>
                  <a:cubicBezTo>
                    <a:pt x="129" y="789"/>
                    <a:pt x="131" y="776"/>
                    <a:pt x="133" y="765"/>
                  </a:cubicBezTo>
                  <a:cubicBezTo>
                    <a:pt x="135" y="753"/>
                    <a:pt x="173" y="650"/>
                    <a:pt x="176" y="626"/>
                  </a:cubicBezTo>
                  <a:cubicBezTo>
                    <a:pt x="184" y="582"/>
                    <a:pt x="183" y="562"/>
                    <a:pt x="179" y="532"/>
                  </a:cubicBezTo>
                  <a:cubicBezTo>
                    <a:pt x="180" y="509"/>
                    <a:pt x="188" y="448"/>
                    <a:pt x="190" y="437"/>
                  </a:cubicBezTo>
                  <a:cubicBezTo>
                    <a:pt x="191" y="435"/>
                    <a:pt x="190" y="423"/>
                    <a:pt x="192" y="416"/>
                  </a:cubicBezTo>
                  <a:cubicBezTo>
                    <a:pt x="192" y="412"/>
                    <a:pt x="193" y="404"/>
                    <a:pt x="193" y="394"/>
                  </a:cubicBezTo>
                  <a:cubicBezTo>
                    <a:pt x="193" y="395"/>
                    <a:pt x="193" y="395"/>
                    <a:pt x="193" y="395"/>
                  </a:cubicBezTo>
                  <a:cubicBezTo>
                    <a:pt x="193" y="406"/>
                    <a:pt x="196" y="424"/>
                    <a:pt x="198" y="451"/>
                  </a:cubicBezTo>
                  <a:cubicBezTo>
                    <a:pt x="196" y="474"/>
                    <a:pt x="207" y="516"/>
                    <a:pt x="208" y="537"/>
                  </a:cubicBezTo>
                  <a:cubicBezTo>
                    <a:pt x="205" y="544"/>
                    <a:pt x="215" y="659"/>
                    <a:pt x="215" y="659"/>
                  </a:cubicBezTo>
                  <a:cubicBezTo>
                    <a:pt x="211" y="666"/>
                    <a:pt x="194" y="753"/>
                    <a:pt x="193" y="780"/>
                  </a:cubicBezTo>
                  <a:cubicBezTo>
                    <a:pt x="191" y="793"/>
                    <a:pt x="196" y="811"/>
                    <a:pt x="195" y="841"/>
                  </a:cubicBezTo>
                  <a:cubicBezTo>
                    <a:pt x="193" y="877"/>
                    <a:pt x="164" y="1023"/>
                    <a:pt x="218" y="1208"/>
                  </a:cubicBezTo>
                  <a:cubicBezTo>
                    <a:pt x="221" y="1218"/>
                    <a:pt x="221" y="1255"/>
                    <a:pt x="225" y="1275"/>
                  </a:cubicBezTo>
                  <a:cubicBezTo>
                    <a:pt x="225" y="1280"/>
                    <a:pt x="235" y="1304"/>
                    <a:pt x="235" y="1335"/>
                  </a:cubicBezTo>
                  <a:cubicBezTo>
                    <a:pt x="236" y="1386"/>
                    <a:pt x="231" y="1453"/>
                    <a:pt x="233" y="1489"/>
                  </a:cubicBezTo>
                  <a:cubicBezTo>
                    <a:pt x="235" y="1549"/>
                    <a:pt x="257" y="1604"/>
                    <a:pt x="266" y="1642"/>
                  </a:cubicBezTo>
                  <a:cubicBezTo>
                    <a:pt x="274" y="1681"/>
                    <a:pt x="278" y="1711"/>
                    <a:pt x="276" y="1719"/>
                  </a:cubicBezTo>
                  <a:cubicBezTo>
                    <a:pt x="274" y="1725"/>
                    <a:pt x="273" y="1738"/>
                    <a:pt x="278" y="1749"/>
                  </a:cubicBezTo>
                  <a:cubicBezTo>
                    <a:pt x="278" y="1750"/>
                    <a:pt x="263" y="1788"/>
                    <a:pt x="254" y="1795"/>
                  </a:cubicBezTo>
                  <a:cubicBezTo>
                    <a:pt x="246" y="1802"/>
                    <a:pt x="244" y="1808"/>
                    <a:pt x="238" y="1812"/>
                  </a:cubicBezTo>
                  <a:cubicBezTo>
                    <a:pt x="231" y="1815"/>
                    <a:pt x="228" y="1819"/>
                    <a:pt x="226" y="1827"/>
                  </a:cubicBezTo>
                  <a:cubicBezTo>
                    <a:pt x="224" y="1833"/>
                    <a:pt x="218" y="1841"/>
                    <a:pt x="222" y="1846"/>
                  </a:cubicBezTo>
                  <a:cubicBezTo>
                    <a:pt x="223" y="1846"/>
                    <a:pt x="224" y="1847"/>
                    <a:pt x="224" y="1847"/>
                  </a:cubicBezTo>
                  <a:cubicBezTo>
                    <a:pt x="225" y="1847"/>
                    <a:pt x="225" y="1847"/>
                    <a:pt x="225" y="1847"/>
                  </a:cubicBezTo>
                  <a:cubicBezTo>
                    <a:pt x="224" y="1849"/>
                    <a:pt x="224" y="1851"/>
                    <a:pt x="225" y="1853"/>
                  </a:cubicBezTo>
                  <a:cubicBezTo>
                    <a:pt x="228" y="1858"/>
                    <a:pt x="232" y="1859"/>
                    <a:pt x="238" y="1858"/>
                  </a:cubicBezTo>
                  <a:cubicBezTo>
                    <a:pt x="239" y="1857"/>
                    <a:pt x="239" y="1857"/>
                    <a:pt x="239" y="1857"/>
                  </a:cubicBezTo>
                  <a:cubicBezTo>
                    <a:pt x="239" y="1859"/>
                    <a:pt x="239" y="1861"/>
                    <a:pt x="241" y="1863"/>
                  </a:cubicBezTo>
                  <a:cubicBezTo>
                    <a:pt x="245" y="1869"/>
                    <a:pt x="257" y="1872"/>
                    <a:pt x="262" y="1866"/>
                  </a:cubicBezTo>
                  <a:cubicBezTo>
                    <a:pt x="269" y="1871"/>
                    <a:pt x="283" y="1871"/>
                    <a:pt x="288" y="1864"/>
                  </a:cubicBezTo>
                  <a:cubicBezTo>
                    <a:pt x="291" y="1876"/>
                    <a:pt x="307" y="1874"/>
                    <a:pt x="316" y="1872"/>
                  </a:cubicBezTo>
                  <a:cubicBezTo>
                    <a:pt x="325" y="1870"/>
                    <a:pt x="329" y="1864"/>
                    <a:pt x="334" y="1859"/>
                  </a:cubicBezTo>
                  <a:cubicBezTo>
                    <a:pt x="339" y="1855"/>
                    <a:pt x="343" y="1851"/>
                    <a:pt x="341" y="1840"/>
                  </a:cubicBezTo>
                  <a:cubicBezTo>
                    <a:pt x="340" y="1829"/>
                    <a:pt x="341" y="1829"/>
                    <a:pt x="342" y="1816"/>
                  </a:cubicBezTo>
                  <a:cubicBezTo>
                    <a:pt x="343" y="1808"/>
                    <a:pt x="349" y="1806"/>
                    <a:pt x="350" y="1793"/>
                  </a:cubicBezTo>
                  <a:cubicBezTo>
                    <a:pt x="351" y="1783"/>
                    <a:pt x="344" y="1739"/>
                    <a:pt x="344" y="1733"/>
                  </a:cubicBezTo>
                  <a:cubicBezTo>
                    <a:pt x="346" y="1720"/>
                    <a:pt x="338" y="1709"/>
                    <a:pt x="335" y="1687"/>
                  </a:cubicBezTo>
                  <a:cubicBezTo>
                    <a:pt x="332" y="1664"/>
                    <a:pt x="340" y="1588"/>
                    <a:pt x="340" y="1574"/>
                  </a:cubicBezTo>
                  <a:cubicBezTo>
                    <a:pt x="340" y="1549"/>
                    <a:pt x="352" y="1505"/>
                    <a:pt x="349" y="1452"/>
                  </a:cubicBezTo>
                  <a:cubicBezTo>
                    <a:pt x="347" y="1421"/>
                    <a:pt x="333" y="1327"/>
                    <a:pt x="333" y="1305"/>
                  </a:cubicBezTo>
                  <a:cubicBezTo>
                    <a:pt x="333" y="1301"/>
                    <a:pt x="333" y="1278"/>
                    <a:pt x="334" y="1274"/>
                  </a:cubicBezTo>
                  <a:cubicBezTo>
                    <a:pt x="338" y="1260"/>
                    <a:pt x="356" y="1087"/>
                    <a:pt x="356" y="1085"/>
                  </a:cubicBezTo>
                  <a:cubicBezTo>
                    <a:pt x="358" y="1064"/>
                    <a:pt x="365" y="929"/>
                    <a:pt x="365" y="929"/>
                  </a:cubicBezTo>
                  <a:cubicBezTo>
                    <a:pt x="366" y="929"/>
                    <a:pt x="366" y="929"/>
                    <a:pt x="366" y="929"/>
                  </a:cubicBezTo>
                  <a:cubicBezTo>
                    <a:pt x="366" y="929"/>
                    <a:pt x="374" y="1064"/>
                    <a:pt x="376" y="1085"/>
                  </a:cubicBezTo>
                  <a:cubicBezTo>
                    <a:pt x="376" y="1087"/>
                    <a:pt x="394" y="1260"/>
                    <a:pt x="398" y="1274"/>
                  </a:cubicBezTo>
                  <a:cubicBezTo>
                    <a:pt x="399" y="1278"/>
                    <a:pt x="398" y="1301"/>
                    <a:pt x="398" y="1305"/>
                  </a:cubicBezTo>
                  <a:cubicBezTo>
                    <a:pt x="398" y="1327"/>
                    <a:pt x="385" y="1421"/>
                    <a:pt x="383" y="1452"/>
                  </a:cubicBezTo>
                  <a:cubicBezTo>
                    <a:pt x="379" y="1505"/>
                    <a:pt x="392" y="1549"/>
                    <a:pt x="392" y="1574"/>
                  </a:cubicBezTo>
                  <a:cubicBezTo>
                    <a:pt x="392" y="1588"/>
                    <a:pt x="400" y="1664"/>
                    <a:pt x="397" y="1687"/>
                  </a:cubicBezTo>
                  <a:cubicBezTo>
                    <a:pt x="394" y="1709"/>
                    <a:pt x="386" y="1720"/>
                    <a:pt x="387" y="1733"/>
                  </a:cubicBezTo>
                  <a:cubicBezTo>
                    <a:pt x="388" y="1739"/>
                    <a:pt x="381" y="1783"/>
                    <a:pt x="382" y="1793"/>
                  </a:cubicBezTo>
                  <a:cubicBezTo>
                    <a:pt x="383" y="1806"/>
                    <a:pt x="389" y="1808"/>
                    <a:pt x="389" y="1816"/>
                  </a:cubicBezTo>
                  <a:cubicBezTo>
                    <a:pt x="390" y="1829"/>
                    <a:pt x="392" y="1829"/>
                    <a:pt x="390" y="1840"/>
                  </a:cubicBezTo>
                  <a:cubicBezTo>
                    <a:pt x="389" y="1851"/>
                    <a:pt x="393" y="1855"/>
                    <a:pt x="398" y="1859"/>
                  </a:cubicBezTo>
                  <a:cubicBezTo>
                    <a:pt x="403" y="1864"/>
                    <a:pt x="407" y="1870"/>
                    <a:pt x="416" y="1872"/>
                  </a:cubicBezTo>
                  <a:cubicBezTo>
                    <a:pt x="425" y="1874"/>
                    <a:pt x="440" y="1876"/>
                    <a:pt x="444" y="1864"/>
                  </a:cubicBezTo>
                  <a:cubicBezTo>
                    <a:pt x="449" y="1871"/>
                    <a:pt x="462" y="1871"/>
                    <a:pt x="469" y="1866"/>
                  </a:cubicBezTo>
                  <a:cubicBezTo>
                    <a:pt x="474" y="1872"/>
                    <a:pt x="487" y="1869"/>
                    <a:pt x="491" y="1863"/>
                  </a:cubicBezTo>
                  <a:cubicBezTo>
                    <a:pt x="492" y="1861"/>
                    <a:pt x="493" y="1859"/>
                    <a:pt x="493" y="1857"/>
                  </a:cubicBezTo>
                  <a:cubicBezTo>
                    <a:pt x="494" y="1858"/>
                    <a:pt x="494" y="1858"/>
                    <a:pt x="494" y="1858"/>
                  </a:cubicBezTo>
                  <a:cubicBezTo>
                    <a:pt x="499" y="1859"/>
                    <a:pt x="506" y="1857"/>
                    <a:pt x="507" y="1853"/>
                  </a:cubicBezTo>
                  <a:cubicBezTo>
                    <a:pt x="508" y="1851"/>
                    <a:pt x="508" y="1849"/>
                    <a:pt x="507" y="1847"/>
                  </a:cubicBezTo>
                  <a:cubicBezTo>
                    <a:pt x="507" y="1847"/>
                    <a:pt x="507" y="1847"/>
                    <a:pt x="507" y="1847"/>
                  </a:cubicBezTo>
                  <a:cubicBezTo>
                    <a:pt x="508" y="1847"/>
                    <a:pt x="509" y="1846"/>
                    <a:pt x="510" y="1846"/>
                  </a:cubicBezTo>
                  <a:cubicBezTo>
                    <a:pt x="514" y="1841"/>
                    <a:pt x="508" y="1833"/>
                    <a:pt x="506" y="1827"/>
                  </a:cubicBezTo>
                  <a:cubicBezTo>
                    <a:pt x="503" y="1819"/>
                    <a:pt x="500" y="1815"/>
                    <a:pt x="494" y="1812"/>
                  </a:cubicBezTo>
                  <a:cubicBezTo>
                    <a:pt x="488" y="1808"/>
                    <a:pt x="485" y="1802"/>
                    <a:pt x="478" y="1795"/>
                  </a:cubicBezTo>
                  <a:cubicBezTo>
                    <a:pt x="469" y="1788"/>
                    <a:pt x="453" y="1750"/>
                    <a:pt x="454" y="1749"/>
                  </a:cubicBezTo>
                  <a:cubicBezTo>
                    <a:pt x="459" y="1738"/>
                    <a:pt x="457" y="1725"/>
                    <a:pt x="456" y="1719"/>
                  </a:cubicBezTo>
                  <a:cubicBezTo>
                    <a:pt x="454" y="1711"/>
                    <a:pt x="457" y="1681"/>
                    <a:pt x="466" y="1642"/>
                  </a:cubicBezTo>
                  <a:cubicBezTo>
                    <a:pt x="475" y="1604"/>
                    <a:pt x="497" y="1549"/>
                    <a:pt x="499" y="1489"/>
                  </a:cubicBezTo>
                  <a:cubicBezTo>
                    <a:pt x="501" y="1453"/>
                    <a:pt x="495" y="1386"/>
                    <a:pt x="496" y="1335"/>
                  </a:cubicBezTo>
                  <a:cubicBezTo>
                    <a:pt x="497" y="1304"/>
                    <a:pt x="506" y="1280"/>
                    <a:pt x="507" y="1275"/>
                  </a:cubicBezTo>
                  <a:cubicBezTo>
                    <a:pt x="511" y="1255"/>
                    <a:pt x="511" y="1218"/>
                    <a:pt x="514" y="1208"/>
                  </a:cubicBezTo>
                  <a:cubicBezTo>
                    <a:pt x="567" y="1023"/>
                    <a:pt x="539" y="877"/>
                    <a:pt x="537" y="841"/>
                  </a:cubicBezTo>
                  <a:cubicBezTo>
                    <a:pt x="537" y="841"/>
                    <a:pt x="537" y="841"/>
                    <a:pt x="537" y="841"/>
                  </a:cubicBezTo>
                  <a:cubicBezTo>
                    <a:pt x="536" y="811"/>
                    <a:pt x="541" y="793"/>
                    <a:pt x="539" y="780"/>
                  </a:cubicBezTo>
                  <a:cubicBezTo>
                    <a:pt x="538" y="753"/>
                    <a:pt x="521" y="666"/>
                    <a:pt x="517" y="659"/>
                  </a:cubicBezTo>
                  <a:cubicBezTo>
                    <a:pt x="517" y="659"/>
                    <a:pt x="527" y="544"/>
                    <a:pt x="524" y="537"/>
                  </a:cubicBezTo>
                  <a:cubicBezTo>
                    <a:pt x="525" y="516"/>
                    <a:pt x="535" y="474"/>
                    <a:pt x="534" y="451"/>
                  </a:cubicBezTo>
                  <a:cubicBezTo>
                    <a:pt x="536" y="424"/>
                    <a:pt x="538" y="406"/>
                    <a:pt x="539" y="395"/>
                  </a:cubicBezTo>
                  <a:cubicBezTo>
                    <a:pt x="539" y="394"/>
                    <a:pt x="539" y="394"/>
                    <a:pt x="539" y="394"/>
                  </a:cubicBezTo>
                  <a:cubicBezTo>
                    <a:pt x="539" y="404"/>
                    <a:pt x="540" y="412"/>
                    <a:pt x="540" y="416"/>
                  </a:cubicBezTo>
                  <a:cubicBezTo>
                    <a:pt x="542" y="423"/>
                    <a:pt x="541" y="435"/>
                    <a:pt x="542" y="437"/>
                  </a:cubicBezTo>
                  <a:cubicBezTo>
                    <a:pt x="544" y="448"/>
                    <a:pt x="552" y="509"/>
                    <a:pt x="553" y="532"/>
                  </a:cubicBezTo>
                  <a:cubicBezTo>
                    <a:pt x="549" y="562"/>
                    <a:pt x="548" y="582"/>
                    <a:pt x="556" y="626"/>
                  </a:cubicBezTo>
                  <a:cubicBezTo>
                    <a:pt x="559" y="650"/>
                    <a:pt x="597" y="753"/>
                    <a:pt x="599" y="765"/>
                  </a:cubicBezTo>
                  <a:cubicBezTo>
                    <a:pt x="601" y="776"/>
                    <a:pt x="603" y="789"/>
                    <a:pt x="604" y="791"/>
                  </a:cubicBezTo>
                  <a:cubicBezTo>
                    <a:pt x="606" y="794"/>
                    <a:pt x="597" y="811"/>
                    <a:pt x="600" y="821"/>
                  </a:cubicBezTo>
                  <a:cubicBezTo>
                    <a:pt x="602" y="832"/>
                    <a:pt x="585" y="865"/>
                    <a:pt x="591" y="897"/>
                  </a:cubicBezTo>
                  <a:cubicBezTo>
                    <a:pt x="596" y="928"/>
                    <a:pt x="596" y="933"/>
                    <a:pt x="597" y="939"/>
                  </a:cubicBezTo>
                  <a:cubicBezTo>
                    <a:pt x="598" y="946"/>
                    <a:pt x="601" y="954"/>
                    <a:pt x="603" y="963"/>
                  </a:cubicBezTo>
                  <a:cubicBezTo>
                    <a:pt x="605" y="971"/>
                    <a:pt x="609" y="992"/>
                    <a:pt x="613" y="993"/>
                  </a:cubicBezTo>
                  <a:cubicBezTo>
                    <a:pt x="618" y="993"/>
                    <a:pt x="618" y="991"/>
                    <a:pt x="619" y="989"/>
                  </a:cubicBezTo>
                  <a:cubicBezTo>
                    <a:pt x="619" y="989"/>
                    <a:pt x="620" y="1009"/>
                    <a:pt x="629" y="1008"/>
                  </a:cubicBezTo>
                  <a:cubicBezTo>
                    <a:pt x="635" y="1008"/>
                    <a:pt x="635" y="1002"/>
                    <a:pt x="635" y="1002"/>
                  </a:cubicBezTo>
                  <a:cubicBezTo>
                    <a:pt x="635" y="1002"/>
                    <a:pt x="636" y="1018"/>
                    <a:pt x="644" y="1017"/>
                  </a:cubicBezTo>
                  <a:cubicBezTo>
                    <a:pt x="653" y="1015"/>
                    <a:pt x="652" y="1006"/>
                    <a:pt x="652" y="1006"/>
                  </a:cubicBezTo>
                  <a:cubicBezTo>
                    <a:pt x="658" y="1009"/>
                    <a:pt x="666" y="1009"/>
                    <a:pt x="668" y="998"/>
                  </a:cubicBezTo>
                  <a:cubicBezTo>
                    <a:pt x="670" y="988"/>
                    <a:pt x="675" y="968"/>
                    <a:pt x="674" y="960"/>
                  </a:cubicBezTo>
                  <a:cubicBezTo>
                    <a:pt x="674" y="952"/>
                    <a:pt x="679" y="935"/>
                    <a:pt x="679" y="929"/>
                  </a:cubicBezTo>
                  <a:cubicBezTo>
                    <a:pt x="683" y="909"/>
                    <a:pt x="688" y="902"/>
                    <a:pt x="686" y="896"/>
                  </a:cubicBezTo>
                  <a:cubicBezTo>
                    <a:pt x="692" y="904"/>
                    <a:pt x="697" y="912"/>
                    <a:pt x="700" y="913"/>
                  </a:cubicBezTo>
                  <a:cubicBezTo>
                    <a:pt x="702" y="925"/>
                    <a:pt x="712" y="942"/>
                    <a:pt x="720" y="943"/>
                  </a:cubicBezTo>
                  <a:cubicBezTo>
                    <a:pt x="732" y="943"/>
                    <a:pt x="729" y="935"/>
                    <a:pt x="725" y="925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028" name="Freeform 500">
              <a:extLst>
                <a:ext uri="{FF2B5EF4-FFF2-40B4-BE49-F238E27FC236}">
                  <a16:creationId xmlns:a16="http://schemas.microsoft.com/office/drawing/2014/main" id="{337301CF-8F82-4A99-81FC-A0590BB721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9" y="3070"/>
              <a:ext cx="67" cy="80"/>
            </a:xfrm>
            <a:custGeom>
              <a:avLst/>
              <a:gdLst>
                <a:gd name="T0" fmla="*/ 0 w 42"/>
                <a:gd name="T1" fmla="*/ 144 h 50"/>
                <a:gd name="T2" fmla="*/ 155 w 42"/>
                <a:gd name="T3" fmla="*/ 0 h 50"/>
                <a:gd name="T4" fmla="*/ 142 w 42"/>
                <a:gd name="T5" fmla="*/ 115 h 50"/>
                <a:gd name="T6" fmla="*/ 29 w 42"/>
                <a:gd name="T7" fmla="*/ 158 h 5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2" h="50">
                  <a:moveTo>
                    <a:pt x="0" y="35"/>
                  </a:moveTo>
                  <a:cubicBezTo>
                    <a:pt x="17" y="50"/>
                    <a:pt x="34" y="12"/>
                    <a:pt x="38" y="0"/>
                  </a:cubicBezTo>
                  <a:cubicBezTo>
                    <a:pt x="40" y="10"/>
                    <a:pt x="42" y="20"/>
                    <a:pt x="35" y="28"/>
                  </a:cubicBezTo>
                  <a:cubicBezTo>
                    <a:pt x="29" y="36"/>
                    <a:pt x="16" y="39"/>
                    <a:pt x="7" y="39"/>
                  </a:cubicBezTo>
                </a:path>
              </a:pathLst>
            </a:custGeom>
            <a:solidFill>
              <a:srgbClr val="8E4C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029" name="Freeform 501">
              <a:extLst>
                <a:ext uri="{FF2B5EF4-FFF2-40B4-BE49-F238E27FC236}">
                  <a16:creationId xmlns:a16="http://schemas.microsoft.com/office/drawing/2014/main" id="{FBF9F456-CF81-4F73-BF01-DC23C2B91AC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7" y="3065"/>
              <a:ext cx="49" cy="80"/>
            </a:xfrm>
            <a:custGeom>
              <a:avLst/>
              <a:gdLst>
                <a:gd name="T0" fmla="*/ 0 w 31"/>
                <a:gd name="T1" fmla="*/ 163 h 50"/>
                <a:gd name="T2" fmla="*/ 95 w 31"/>
                <a:gd name="T3" fmla="*/ 0 h 50"/>
                <a:gd name="T4" fmla="*/ 13 w 31"/>
                <a:gd name="T5" fmla="*/ 171 h 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50">
                  <a:moveTo>
                    <a:pt x="0" y="40"/>
                  </a:moveTo>
                  <a:cubicBezTo>
                    <a:pt x="18" y="49"/>
                    <a:pt x="24" y="11"/>
                    <a:pt x="24" y="0"/>
                  </a:cubicBezTo>
                  <a:cubicBezTo>
                    <a:pt x="31" y="17"/>
                    <a:pt x="24" y="50"/>
                    <a:pt x="3" y="42"/>
                  </a:cubicBezTo>
                </a:path>
              </a:pathLst>
            </a:custGeom>
            <a:solidFill>
              <a:srgbClr val="8E4C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030" name="Freeform 502">
              <a:extLst>
                <a:ext uri="{FF2B5EF4-FFF2-40B4-BE49-F238E27FC236}">
                  <a16:creationId xmlns:a16="http://schemas.microsoft.com/office/drawing/2014/main" id="{A636D909-B0A6-4C00-9A61-C4F6A310EC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7" y="1112"/>
              <a:ext cx="106" cy="198"/>
            </a:xfrm>
            <a:custGeom>
              <a:avLst/>
              <a:gdLst>
                <a:gd name="T0" fmla="*/ 21 w 66"/>
                <a:gd name="T1" fmla="*/ 46 h 124"/>
                <a:gd name="T2" fmla="*/ 145 w 66"/>
                <a:gd name="T3" fmla="*/ 402 h 124"/>
                <a:gd name="T4" fmla="*/ 273 w 66"/>
                <a:gd name="T5" fmla="*/ 418 h 124"/>
                <a:gd name="T6" fmla="*/ 199 w 66"/>
                <a:gd name="T7" fmla="*/ 396 h 124"/>
                <a:gd name="T8" fmla="*/ 149 w 66"/>
                <a:gd name="T9" fmla="*/ 179 h 124"/>
                <a:gd name="T10" fmla="*/ 111 w 66"/>
                <a:gd name="T11" fmla="*/ 97 h 124"/>
                <a:gd name="T12" fmla="*/ 0 w 66"/>
                <a:gd name="T13" fmla="*/ 0 h 1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6" h="124">
                  <a:moveTo>
                    <a:pt x="5" y="11"/>
                  </a:moveTo>
                  <a:cubicBezTo>
                    <a:pt x="10" y="34"/>
                    <a:pt x="23" y="78"/>
                    <a:pt x="35" y="99"/>
                  </a:cubicBezTo>
                  <a:cubicBezTo>
                    <a:pt x="44" y="116"/>
                    <a:pt x="57" y="124"/>
                    <a:pt x="66" y="103"/>
                  </a:cubicBezTo>
                  <a:cubicBezTo>
                    <a:pt x="60" y="113"/>
                    <a:pt x="52" y="104"/>
                    <a:pt x="48" y="97"/>
                  </a:cubicBezTo>
                  <a:cubicBezTo>
                    <a:pt x="40" y="82"/>
                    <a:pt x="28" y="58"/>
                    <a:pt x="36" y="44"/>
                  </a:cubicBezTo>
                  <a:cubicBezTo>
                    <a:pt x="42" y="31"/>
                    <a:pt x="39" y="32"/>
                    <a:pt x="27" y="24"/>
                  </a:cubicBezTo>
                  <a:cubicBezTo>
                    <a:pt x="20" y="19"/>
                    <a:pt x="5" y="7"/>
                    <a:pt x="0" y="0"/>
                  </a:cubicBezTo>
                </a:path>
              </a:pathLst>
            </a:custGeom>
            <a:solidFill>
              <a:srgbClr val="8E4C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031" name="Freeform 503">
              <a:extLst>
                <a:ext uri="{FF2B5EF4-FFF2-40B4-BE49-F238E27FC236}">
                  <a16:creationId xmlns:a16="http://schemas.microsoft.com/office/drawing/2014/main" id="{ADDCC5EE-3EF4-47D4-B030-4C55E6C36D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8" y="1275"/>
              <a:ext cx="192" cy="44"/>
            </a:xfrm>
            <a:custGeom>
              <a:avLst/>
              <a:gdLst>
                <a:gd name="T0" fmla="*/ 107 w 120"/>
                <a:gd name="T1" fmla="*/ 42 h 28"/>
                <a:gd name="T2" fmla="*/ 312 w 120"/>
                <a:gd name="T3" fmla="*/ 82 h 28"/>
                <a:gd name="T4" fmla="*/ 491 w 120"/>
                <a:gd name="T5" fmla="*/ 77 h 28"/>
                <a:gd name="T6" fmla="*/ 246 w 120"/>
                <a:gd name="T7" fmla="*/ 22 h 28"/>
                <a:gd name="T8" fmla="*/ 0 w 120"/>
                <a:gd name="T9" fmla="*/ 35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0" h="28">
                  <a:moveTo>
                    <a:pt x="26" y="11"/>
                  </a:moveTo>
                  <a:cubicBezTo>
                    <a:pt x="43" y="12"/>
                    <a:pt x="59" y="18"/>
                    <a:pt x="76" y="21"/>
                  </a:cubicBezTo>
                  <a:cubicBezTo>
                    <a:pt x="89" y="23"/>
                    <a:pt x="110" y="28"/>
                    <a:pt x="120" y="20"/>
                  </a:cubicBezTo>
                  <a:cubicBezTo>
                    <a:pt x="101" y="20"/>
                    <a:pt x="79" y="10"/>
                    <a:pt x="60" y="6"/>
                  </a:cubicBezTo>
                  <a:cubicBezTo>
                    <a:pt x="40" y="1"/>
                    <a:pt x="18" y="0"/>
                    <a:pt x="0" y="9"/>
                  </a:cubicBezTo>
                </a:path>
              </a:pathLst>
            </a:custGeom>
            <a:solidFill>
              <a:srgbClr val="8E4C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032" name="Freeform 504">
              <a:extLst>
                <a:ext uri="{FF2B5EF4-FFF2-40B4-BE49-F238E27FC236}">
                  <a16:creationId xmlns:a16="http://schemas.microsoft.com/office/drawing/2014/main" id="{FD81ECD5-B630-484D-BCE0-7B410F3577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5" y="1907"/>
              <a:ext cx="60" cy="269"/>
            </a:xfrm>
            <a:custGeom>
              <a:avLst/>
              <a:gdLst>
                <a:gd name="T0" fmla="*/ 128 w 38"/>
                <a:gd name="T1" fmla="*/ 137 h 169"/>
                <a:gd name="T2" fmla="*/ 129 w 38"/>
                <a:gd name="T3" fmla="*/ 307 h 169"/>
                <a:gd name="T4" fmla="*/ 117 w 38"/>
                <a:gd name="T5" fmla="*/ 423 h 169"/>
                <a:gd name="T6" fmla="*/ 98 w 38"/>
                <a:gd name="T7" fmla="*/ 544 h 169"/>
                <a:gd name="T8" fmla="*/ 0 w 38"/>
                <a:gd name="T9" fmla="*/ 681 h 169"/>
                <a:gd name="T10" fmla="*/ 74 w 38"/>
                <a:gd name="T11" fmla="*/ 484 h 169"/>
                <a:gd name="T12" fmla="*/ 22 w 38"/>
                <a:gd name="T13" fmla="*/ 444 h 169"/>
                <a:gd name="T14" fmla="*/ 81 w 38"/>
                <a:gd name="T15" fmla="*/ 363 h 169"/>
                <a:gd name="T16" fmla="*/ 115 w 38"/>
                <a:gd name="T17" fmla="*/ 185 h 169"/>
                <a:gd name="T18" fmla="*/ 134 w 38"/>
                <a:gd name="T19" fmla="*/ 96 h 169"/>
                <a:gd name="T20" fmla="*/ 150 w 38"/>
                <a:gd name="T21" fmla="*/ 0 h 16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8" h="169">
                  <a:moveTo>
                    <a:pt x="32" y="34"/>
                  </a:moveTo>
                  <a:cubicBezTo>
                    <a:pt x="35" y="45"/>
                    <a:pt x="33" y="64"/>
                    <a:pt x="33" y="76"/>
                  </a:cubicBezTo>
                  <a:cubicBezTo>
                    <a:pt x="32" y="85"/>
                    <a:pt x="31" y="95"/>
                    <a:pt x="30" y="105"/>
                  </a:cubicBezTo>
                  <a:cubicBezTo>
                    <a:pt x="28" y="115"/>
                    <a:pt x="27" y="125"/>
                    <a:pt x="25" y="135"/>
                  </a:cubicBezTo>
                  <a:cubicBezTo>
                    <a:pt x="21" y="152"/>
                    <a:pt x="13" y="160"/>
                    <a:pt x="0" y="169"/>
                  </a:cubicBezTo>
                  <a:cubicBezTo>
                    <a:pt x="10" y="163"/>
                    <a:pt x="29" y="132"/>
                    <a:pt x="19" y="120"/>
                  </a:cubicBezTo>
                  <a:cubicBezTo>
                    <a:pt x="15" y="115"/>
                    <a:pt x="6" y="118"/>
                    <a:pt x="6" y="110"/>
                  </a:cubicBezTo>
                  <a:cubicBezTo>
                    <a:pt x="6" y="105"/>
                    <a:pt x="17" y="94"/>
                    <a:pt x="20" y="90"/>
                  </a:cubicBezTo>
                  <a:cubicBezTo>
                    <a:pt x="30" y="75"/>
                    <a:pt x="27" y="63"/>
                    <a:pt x="29" y="46"/>
                  </a:cubicBezTo>
                  <a:cubicBezTo>
                    <a:pt x="30" y="39"/>
                    <a:pt x="33" y="32"/>
                    <a:pt x="34" y="24"/>
                  </a:cubicBezTo>
                  <a:cubicBezTo>
                    <a:pt x="35" y="16"/>
                    <a:pt x="32" y="6"/>
                    <a:pt x="38" y="0"/>
                  </a:cubicBezTo>
                </a:path>
              </a:pathLst>
            </a:custGeom>
            <a:solidFill>
              <a:srgbClr val="8E4C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033" name="Freeform 505">
              <a:extLst>
                <a:ext uri="{FF2B5EF4-FFF2-40B4-BE49-F238E27FC236}">
                  <a16:creationId xmlns:a16="http://schemas.microsoft.com/office/drawing/2014/main" id="{E7FEE328-C96F-41A9-AB85-DAC9A998AD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9" y="2457"/>
              <a:ext cx="60" cy="92"/>
            </a:xfrm>
            <a:custGeom>
              <a:avLst/>
              <a:gdLst>
                <a:gd name="T0" fmla="*/ 157 w 37"/>
                <a:gd name="T1" fmla="*/ 0 h 58"/>
                <a:gd name="T2" fmla="*/ 136 w 37"/>
                <a:gd name="T3" fmla="*/ 168 h 58"/>
                <a:gd name="T4" fmla="*/ 0 w 37"/>
                <a:gd name="T5" fmla="*/ 189 h 58"/>
                <a:gd name="T6" fmla="*/ 73 w 37"/>
                <a:gd name="T7" fmla="*/ 176 h 58"/>
                <a:gd name="T8" fmla="*/ 81 w 37"/>
                <a:gd name="T9" fmla="*/ 103 h 58"/>
                <a:gd name="T10" fmla="*/ 143 w 37"/>
                <a:gd name="T11" fmla="*/ 13 h 5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7" h="58">
                  <a:moveTo>
                    <a:pt x="37" y="0"/>
                  </a:moveTo>
                  <a:cubicBezTo>
                    <a:pt x="36" y="12"/>
                    <a:pt x="37" y="30"/>
                    <a:pt x="32" y="42"/>
                  </a:cubicBezTo>
                  <a:cubicBezTo>
                    <a:pt x="24" y="58"/>
                    <a:pt x="12" y="49"/>
                    <a:pt x="0" y="47"/>
                  </a:cubicBezTo>
                  <a:cubicBezTo>
                    <a:pt x="5" y="47"/>
                    <a:pt x="13" y="48"/>
                    <a:pt x="17" y="44"/>
                  </a:cubicBezTo>
                  <a:cubicBezTo>
                    <a:pt x="23" y="37"/>
                    <a:pt x="19" y="33"/>
                    <a:pt x="19" y="26"/>
                  </a:cubicBezTo>
                  <a:cubicBezTo>
                    <a:pt x="20" y="13"/>
                    <a:pt x="29" y="12"/>
                    <a:pt x="33" y="3"/>
                  </a:cubicBezTo>
                </a:path>
              </a:pathLst>
            </a:custGeom>
            <a:solidFill>
              <a:srgbClr val="8E4C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034" name="Freeform 506">
              <a:extLst>
                <a:ext uri="{FF2B5EF4-FFF2-40B4-BE49-F238E27FC236}">
                  <a16:creationId xmlns:a16="http://schemas.microsoft.com/office/drawing/2014/main" id="{860A12E5-F4F0-4C75-8237-5136D383EF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5" y="1297"/>
              <a:ext cx="90" cy="393"/>
            </a:xfrm>
            <a:custGeom>
              <a:avLst/>
              <a:gdLst>
                <a:gd name="T0" fmla="*/ 0 w 56"/>
                <a:gd name="T1" fmla="*/ 0 h 247"/>
                <a:gd name="T2" fmla="*/ 162 w 56"/>
                <a:gd name="T3" fmla="*/ 318 h 247"/>
                <a:gd name="T4" fmla="*/ 191 w 56"/>
                <a:gd name="T5" fmla="*/ 703 h 247"/>
                <a:gd name="T6" fmla="*/ 233 w 56"/>
                <a:gd name="T7" fmla="*/ 994 h 247"/>
                <a:gd name="T8" fmla="*/ 141 w 56"/>
                <a:gd name="T9" fmla="*/ 665 h 247"/>
                <a:gd name="T10" fmla="*/ 0 w 56"/>
                <a:gd name="T11" fmla="*/ 0 h 24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6" h="247">
                  <a:moveTo>
                    <a:pt x="0" y="0"/>
                  </a:moveTo>
                  <a:cubicBezTo>
                    <a:pt x="12" y="5"/>
                    <a:pt x="27" y="23"/>
                    <a:pt x="39" y="79"/>
                  </a:cubicBezTo>
                  <a:cubicBezTo>
                    <a:pt x="50" y="135"/>
                    <a:pt x="47" y="158"/>
                    <a:pt x="46" y="175"/>
                  </a:cubicBezTo>
                  <a:cubicBezTo>
                    <a:pt x="45" y="192"/>
                    <a:pt x="53" y="222"/>
                    <a:pt x="56" y="247"/>
                  </a:cubicBezTo>
                  <a:cubicBezTo>
                    <a:pt x="52" y="218"/>
                    <a:pt x="37" y="188"/>
                    <a:pt x="34" y="165"/>
                  </a:cubicBezTo>
                  <a:cubicBezTo>
                    <a:pt x="32" y="142"/>
                    <a:pt x="28" y="23"/>
                    <a:pt x="0" y="0"/>
                  </a:cubicBezTo>
                </a:path>
              </a:pathLst>
            </a:custGeom>
            <a:solidFill>
              <a:srgbClr val="8E4C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035" name="Freeform 507">
              <a:extLst>
                <a:ext uri="{FF2B5EF4-FFF2-40B4-BE49-F238E27FC236}">
                  <a16:creationId xmlns:a16="http://schemas.microsoft.com/office/drawing/2014/main" id="{1D28066D-052A-4EF4-94B4-04A293A082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2" y="1926"/>
              <a:ext cx="29" cy="355"/>
            </a:xfrm>
            <a:custGeom>
              <a:avLst/>
              <a:gdLst>
                <a:gd name="T0" fmla="*/ 13 w 18"/>
                <a:gd name="T1" fmla="*/ 395 h 223"/>
                <a:gd name="T2" fmla="*/ 76 w 18"/>
                <a:gd name="T3" fmla="*/ 899 h 223"/>
                <a:gd name="T4" fmla="*/ 47 w 18"/>
                <a:gd name="T5" fmla="*/ 441 h 223"/>
                <a:gd name="T6" fmla="*/ 5 w 18"/>
                <a:gd name="T7" fmla="*/ 0 h 223"/>
                <a:gd name="T8" fmla="*/ 13 w 18"/>
                <a:gd name="T9" fmla="*/ 395 h 2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223">
                  <a:moveTo>
                    <a:pt x="3" y="98"/>
                  </a:moveTo>
                  <a:cubicBezTo>
                    <a:pt x="4" y="117"/>
                    <a:pt x="12" y="196"/>
                    <a:pt x="18" y="223"/>
                  </a:cubicBezTo>
                  <a:cubicBezTo>
                    <a:pt x="16" y="207"/>
                    <a:pt x="12" y="160"/>
                    <a:pt x="11" y="109"/>
                  </a:cubicBezTo>
                  <a:cubicBezTo>
                    <a:pt x="10" y="58"/>
                    <a:pt x="6" y="23"/>
                    <a:pt x="1" y="0"/>
                  </a:cubicBezTo>
                  <a:cubicBezTo>
                    <a:pt x="0" y="24"/>
                    <a:pt x="2" y="76"/>
                    <a:pt x="3" y="98"/>
                  </a:cubicBezTo>
                </a:path>
              </a:pathLst>
            </a:custGeom>
            <a:solidFill>
              <a:srgbClr val="8E4C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036" name="Freeform 508">
              <a:extLst>
                <a:ext uri="{FF2B5EF4-FFF2-40B4-BE49-F238E27FC236}">
                  <a16:creationId xmlns:a16="http://schemas.microsoft.com/office/drawing/2014/main" id="{ED3F2011-C66D-4AA1-B058-E9B9277086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5" y="2425"/>
              <a:ext cx="81" cy="181"/>
            </a:xfrm>
            <a:custGeom>
              <a:avLst/>
              <a:gdLst>
                <a:gd name="T0" fmla="*/ 73 w 51"/>
                <a:gd name="T1" fmla="*/ 33 h 114"/>
                <a:gd name="T2" fmla="*/ 124 w 51"/>
                <a:gd name="T3" fmla="*/ 129 h 114"/>
                <a:gd name="T4" fmla="*/ 184 w 51"/>
                <a:gd name="T5" fmla="*/ 176 h 114"/>
                <a:gd name="T6" fmla="*/ 184 w 51"/>
                <a:gd name="T7" fmla="*/ 278 h 114"/>
                <a:gd name="T8" fmla="*/ 145 w 51"/>
                <a:gd name="T9" fmla="*/ 456 h 114"/>
                <a:gd name="T10" fmla="*/ 168 w 51"/>
                <a:gd name="T11" fmla="*/ 265 h 114"/>
                <a:gd name="T12" fmla="*/ 108 w 51"/>
                <a:gd name="T13" fmla="*/ 205 h 114"/>
                <a:gd name="T14" fmla="*/ 40 w 51"/>
                <a:gd name="T15" fmla="*/ 108 h 114"/>
                <a:gd name="T16" fmla="*/ 40 w 51"/>
                <a:gd name="T17" fmla="*/ 0 h 114"/>
                <a:gd name="T18" fmla="*/ 60 w 51"/>
                <a:gd name="T19" fmla="*/ 21 h 11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1" h="114">
                  <a:moveTo>
                    <a:pt x="18" y="8"/>
                  </a:moveTo>
                  <a:cubicBezTo>
                    <a:pt x="21" y="16"/>
                    <a:pt x="25" y="25"/>
                    <a:pt x="31" y="32"/>
                  </a:cubicBezTo>
                  <a:cubicBezTo>
                    <a:pt x="35" y="37"/>
                    <a:pt x="42" y="39"/>
                    <a:pt x="46" y="44"/>
                  </a:cubicBezTo>
                  <a:cubicBezTo>
                    <a:pt x="51" y="51"/>
                    <a:pt x="48" y="61"/>
                    <a:pt x="46" y="69"/>
                  </a:cubicBezTo>
                  <a:cubicBezTo>
                    <a:pt x="43" y="84"/>
                    <a:pt x="39" y="99"/>
                    <a:pt x="36" y="114"/>
                  </a:cubicBezTo>
                  <a:cubicBezTo>
                    <a:pt x="38" y="102"/>
                    <a:pt x="45" y="78"/>
                    <a:pt x="42" y="66"/>
                  </a:cubicBezTo>
                  <a:cubicBezTo>
                    <a:pt x="39" y="58"/>
                    <a:pt x="33" y="54"/>
                    <a:pt x="27" y="51"/>
                  </a:cubicBezTo>
                  <a:cubicBezTo>
                    <a:pt x="14" y="44"/>
                    <a:pt x="14" y="43"/>
                    <a:pt x="10" y="27"/>
                  </a:cubicBezTo>
                  <a:cubicBezTo>
                    <a:pt x="7" y="16"/>
                    <a:pt x="0" y="7"/>
                    <a:pt x="10" y="0"/>
                  </a:cubicBezTo>
                  <a:cubicBezTo>
                    <a:pt x="12" y="1"/>
                    <a:pt x="15" y="4"/>
                    <a:pt x="15" y="5"/>
                  </a:cubicBezTo>
                </a:path>
              </a:pathLst>
            </a:custGeom>
            <a:solidFill>
              <a:srgbClr val="8E4C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037" name="Freeform 509">
              <a:extLst>
                <a:ext uri="{FF2B5EF4-FFF2-40B4-BE49-F238E27FC236}">
                  <a16:creationId xmlns:a16="http://schemas.microsoft.com/office/drawing/2014/main" id="{1FCC423C-3A28-49DD-8238-3F9F6387A6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0" y="2420"/>
              <a:ext cx="70" cy="81"/>
            </a:xfrm>
            <a:custGeom>
              <a:avLst/>
              <a:gdLst>
                <a:gd name="T0" fmla="*/ 177 w 44"/>
                <a:gd name="T1" fmla="*/ 48 h 51"/>
                <a:gd name="T2" fmla="*/ 64 w 44"/>
                <a:gd name="T3" fmla="*/ 40 h 51"/>
                <a:gd name="T4" fmla="*/ 21 w 44"/>
                <a:gd name="T5" fmla="*/ 205 h 51"/>
                <a:gd name="T6" fmla="*/ 68 w 44"/>
                <a:gd name="T7" fmla="*/ 81 h 51"/>
                <a:gd name="T8" fmla="*/ 170 w 44"/>
                <a:gd name="T9" fmla="*/ 95 h 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" h="51">
                  <a:moveTo>
                    <a:pt x="44" y="12"/>
                  </a:moveTo>
                  <a:cubicBezTo>
                    <a:pt x="37" y="0"/>
                    <a:pt x="26" y="2"/>
                    <a:pt x="16" y="10"/>
                  </a:cubicBezTo>
                  <a:cubicBezTo>
                    <a:pt x="4" y="19"/>
                    <a:pt x="0" y="34"/>
                    <a:pt x="5" y="51"/>
                  </a:cubicBezTo>
                  <a:cubicBezTo>
                    <a:pt x="10" y="40"/>
                    <a:pt x="5" y="27"/>
                    <a:pt x="17" y="20"/>
                  </a:cubicBezTo>
                  <a:cubicBezTo>
                    <a:pt x="26" y="15"/>
                    <a:pt x="35" y="19"/>
                    <a:pt x="42" y="24"/>
                  </a:cubicBezTo>
                </a:path>
              </a:pathLst>
            </a:custGeom>
            <a:solidFill>
              <a:srgbClr val="8E4C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038" name="Freeform 510">
              <a:extLst>
                <a:ext uri="{FF2B5EF4-FFF2-40B4-BE49-F238E27FC236}">
                  <a16:creationId xmlns:a16="http://schemas.microsoft.com/office/drawing/2014/main" id="{639D3A25-997D-4B1C-B1B7-DAE43BB7AB0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1" y="2391"/>
              <a:ext cx="75" cy="166"/>
            </a:xfrm>
            <a:custGeom>
              <a:avLst/>
              <a:gdLst>
                <a:gd name="T0" fmla="*/ 0 w 47"/>
                <a:gd name="T1" fmla="*/ 0 h 104"/>
                <a:gd name="T2" fmla="*/ 110 w 47"/>
                <a:gd name="T3" fmla="*/ 204 h 104"/>
                <a:gd name="T4" fmla="*/ 179 w 47"/>
                <a:gd name="T5" fmla="*/ 423 h 104"/>
                <a:gd name="T6" fmla="*/ 145 w 47"/>
                <a:gd name="T7" fmla="*/ 329 h 104"/>
                <a:gd name="T8" fmla="*/ 89 w 47"/>
                <a:gd name="T9" fmla="*/ 278 h 104"/>
                <a:gd name="T10" fmla="*/ 89 w 47"/>
                <a:gd name="T11" fmla="*/ 196 h 104"/>
                <a:gd name="T12" fmla="*/ 69 w 47"/>
                <a:gd name="T13" fmla="*/ 137 h 104"/>
                <a:gd name="T14" fmla="*/ 8 w 47"/>
                <a:gd name="T15" fmla="*/ 16 h 10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7" h="104">
                  <a:moveTo>
                    <a:pt x="0" y="0"/>
                  </a:moveTo>
                  <a:cubicBezTo>
                    <a:pt x="9" y="16"/>
                    <a:pt x="19" y="32"/>
                    <a:pt x="27" y="50"/>
                  </a:cubicBezTo>
                  <a:cubicBezTo>
                    <a:pt x="33" y="64"/>
                    <a:pt x="47" y="86"/>
                    <a:pt x="44" y="104"/>
                  </a:cubicBezTo>
                  <a:cubicBezTo>
                    <a:pt x="36" y="102"/>
                    <a:pt x="38" y="87"/>
                    <a:pt x="36" y="81"/>
                  </a:cubicBezTo>
                  <a:cubicBezTo>
                    <a:pt x="32" y="72"/>
                    <a:pt x="26" y="74"/>
                    <a:pt x="22" y="68"/>
                  </a:cubicBezTo>
                  <a:cubicBezTo>
                    <a:pt x="19" y="63"/>
                    <a:pt x="23" y="54"/>
                    <a:pt x="22" y="48"/>
                  </a:cubicBezTo>
                  <a:cubicBezTo>
                    <a:pt x="22" y="43"/>
                    <a:pt x="20" y="38"/>
                    <a:pt x="17" y="34"/>
                  </a:cubicBezTo>
                  <a:cubicBezTo>
                    <a:pt x="12" y="24"/>
                    <a:pt x="8" y="12"/>
                    <a:pt x="2" y="4"/>
                  </a:cubicBezTo>
                </a:path>
              </a:pathLst>
            </a:custGeom>
            <a:solidFill>
              <a:srgbClr val="8E4C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039" name="Freeform 511">
              <a:extLst>
                <a:ext uri="{FF2B5EF4-FFF2-40B4-BE49-F238E27FC236}">
                  <a16:creationId xmlns:a16="http://schemas.microsoft.com/office/drawing/2014/main" id="{DE4C46C9-3A9D-4128-A69A-6A2BE02635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0" y="1907"/>
              <a:ext cx="91" cy="84"/>
            </a:xfrm>
            <a:custGeom>
              <a:avLst/>
              <a:gdLst>
                <a:gd name="T0" fmla="*/ 48 w 57"/>
                <a:gd name="T1" fmla="*/ 35 h 53"/>
                <a:gd name="T2" fmla="*/ 231 w 57"/>
                <a:gd name="T3" fmla="*/ 55 h 53"/>
                <a:gd name="T4" fmla="*/ 129 w 57"/>
                <a:gd name="T5" fmla="*/ 55 h 53"/>
                <a:gd name="T6" fmla="*/ 0 w 57"/>
                <a:gd name="T7" fmla="*/ 25 h 5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7" h="53">
                  <a:moveTo>
                    <a:pt x="12" y="9"/>
                  </a:moveTo>
                  <a:cubicBezTo>
                    <a:pt x="25" y="10"/>
                    <a:pt x="51" y="53"/>
                    <a:pt x="57" y="14"/>
                  </a:cubicBezTo>
                  <a:cubicBezTo>
                    <a:pt x="50" y="27"/>
                    <a:pt x="39" y="19"/>
                    <a:pt x="32" y="14"/>
                  </a:cubicBezTo>
                  <a:cubicBezTo>
                    <a:pt x="23" y="6"/>
                    <a:pt x="11" y="0"/>
                    <a:pt x="0" y="6"/>
                  </a:cubicBezTo>
                </a:path>
              </a:pathLst>
            </a:custGeom>
            <a:solidFill>
              <a:srgbClr val="8E4C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040" name="Freeform 512">
              <a:extLst>
                <a:ext uri="{FF2B5EF4-FFF2-40B4-BE49-F238E27FC236}">
                  <a16:creationId xmlns:a16="http://schemas.microsoft.com/office/drawing/2014/main" id="{1CE7FEF8-33C5-4505-A15D-F794A3321D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3" y="1910"/>
              <a:ext cx="78" cy="73"/>
            </a:xfrm>
            <a:custGeom>
              <a:avLst/>
              <a:gdLst>
                <a:gd name="T0" fmla="*/ 13 w 49"/>
                <a:gd name="T1" fmla="*/ 89 h 46"/>
                <a:gd name="T2" fmla="*/ 197 w 49"/>
                <a:gd name="T3" fmla="*/ 35 h 46"/>
                <a:gd name="T4" fmla="*/ 0 w 49"/>
                <a:gd name="T5" fmla="*/ 81 h 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9" h="46">
                  <a:moveTo>
                    <a:pt x="3" y="22"/>
                  </a:moveTo>
                  <a:cubicBezTo>
                    <a:pt x="10" y="46"/>
                    <a:pt x="39" y="8"/>
                    <a:pt x="49" y="9"/>
                  </a:cubicBezTo>
                  <a:cubicBezTo>
                    <a:pt x="29" y="0"/>
                    <a:pt x="18" y="27"/>
                    <a:pt x="0" y="20"/>
                  </a:cubicBezTo>
                </a:path>
              </a:pathLst>
            </a:custGeom>
            <a:solidFill>
              <a:srgbClr val="8E4C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041" name="Freeform 513">
              <a:extLst>
                <a:ext uri="{FF2B5EF4-FFF2-40B4-BE49-F238E27FC236}">
                  <a16:creationId xmlns:a16="http://schemas.microsoft.com/office/drawing/2014/main" id="{57CCB4E1-BE04-4023-B560-A86F73F841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9" y="1529"/>
              <a:ext cx="37" cy="389"/>
            </a:xfrm>
            <a:custGeom>
              <a:avLst/>
              <a:gdLst>
                <a:gd name="T0" fmla="*/ 88 w 23"/>
                <a:gd name="T1" fmla="*/ 0 h 244"/>
                <a:gd name="T2" fmla="*/ 88 w 23"/>
                <a:gd name="T3" fmla="*/ 422 h 244"/>
                <a:gd name="T4" fmla="*/ 37 w 23"/>
                <a:gd name="T5" fmla="*/ 867 h 244"/>
                <a:gd name="T6" fmla="*/ 26 w 23"/>
                <a:gd name="T7" fmla="*/ 988 h 244"/>
                <a:gd name="T8" fmla="*/ 29 w 23"/>
                <a:gd name="T9" fmla="*/ 579 h 244"/>
                <a:gd name="T10" fmla="*/ 88 w 23"/>
                <a:gd name="T11" fmla="*/ 0 h 24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" h="244">
                  <a:moveTo>
                    <a:pt x="21" y="0"/>
                  </a:moveTo>
                  <a:cubicBezTo>
                    <a:pt x="23" y="18"/>
                    <a:pt x="23" y="71"/>
                    <a:pt x="21" y="104"/>
                  </a:cubicBezTo>
                  <a:cubicBezTo>
                    <a:pt x="19" y="137"/>
                    <a:pt x="13" y="196"/>
                    <a:pt x="9" y="214"/>
                  </a:cubicBezTo>
                  <a:cubicBezTo>
                    <a:pt x="6" y="232"/>
                    <a:pt x="6" y="244"/>
                    <a:pt x="6" y="244"/>
                  </a:cubicBezTo>
                  <a:cubicBezTo>
                    <a:pt x="0" y="218"/>
                    <a:pt x="6" y="160"/>
                    <a:pt x="7" y="143"/>
                  </a:cubicBezTo>
                  <a:cubicBezTo>
                    <a:pt x="8" y="126"/>
                    <a:pt x="23" y="23"/>
                    <a:pt x="21" y="0"/>
                  </a:cubicBezTo>
                </a:path>
              </a:pathLst>
            </a:custGeom>
            <a:solidFill>
              <a:srgbClr val="8E4C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042" name="Freeform 514">
              <a:extLst>
                <a:ext uri="{FF2B5EF4-FFF2-40B4-BE49-F238E27FC236}">
                  <a16:creationId xmlns:a16="http://schemas.microsoft.com/office/drawing/2014/main" id="{E40A2F65-B1A2-4E4D-ADB8-6102FBA637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1" y="1942"/>
              <a:ext cx="87" cy="374"/>
            </a:xfrm>
            <a:custGeom>
              <a:avLst/>
              <a:gdLst>
                <a:gd name="T0" fmla="*/ 202 w 55"/>
                <a:gd name="T1" fmla="*/ 0 h 235"/>
                <a:gd name="T2" fmla="*/ 134 w 55"/>
                <a:gd name="T3" fmla="*/ 497 h 235"/>
                <a:gd name="T4" fmla="*/ 0 w 55"/>
                <a:gd name="T5" fmla="*/ 947 h 235"/>
                <a:gd name="T6" fmla="*/ 87 w 55"/>
                <a:gd name="T7" fmla="*/ 519 h 235"/>
                <a:gd name="T8" fmla="*/ 202 w 55"/>
                <a:gd name="T9" fmla="*/ 0 h 2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5" h="235">
                  <a:moveTo>
                    <a:pt x="51" y="0"/>
                  </a:moveTo>
                  <a:cubicBezTo>
                    <a:pt x="52" y="26"/>
                    <a:pt x="55" y="66"/>
                    <a:pt x="34" y="123"/>
                  </a:cubicBezTo>
                  <a:cubicBezTo>
                    <a:pt x="14" y="180"/>
                    <a:pt x="3" y="219"/>
                    <a:pt x="0" y="235"/>
                  </a:cubicBezTo>
                  <a:cubicBezTo>
                    <a:pt x="2" y="211"/>
                    <a:pt x="13" y="159"/>
                    <a:pt x="22" y="129"/>
                  </a:cubicBezTo>
                  <a:cubicBezTo>
                    <a:pt x="31" y="99"/>
                    <a:pt x="55" y="21"/>
                    <a:pt x="51" y="0"/>
                  </a:cubicBezTo>
                </a:path>
              </a:pathLst>
            </a:custGeom>
            <a:solidFill>
              <a:srgbClr val="8E4C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043" name="Freeform 515">
              <a:extLst>
                <a:ext uri="{FF2B5EF4-FFF2-40B4-BE49-F238E27FC236}">
                  <a16:creationId xmlns:a16="http://schemas.microsoft.com/office/drawing/2014/main" id="{0EDE5DE4-5297-4AD9-B923-FF85333586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1" y="2450"/>
              <a:ext cx="75" cy="145"/>
            </a:xfrm>
            <a:custGeom>
              <a:avLst/>
              <a:gdLst>
                <a:gd name="T0" fmla="*/ 0 w 47"/>
                <a:gd name="T1" fmla="*/ 116 h 91"/>
                <a:gd name="T2" fmla="*/ 115 w 47"/>
                <a:gd name="T3" fmla="*/ 0 h 91"/>
                <a:gd name="T4" fmla="*/ 104 w 47"/>
                <a:gd name="T5" fmla="*/ 121 h 91"/>
                <a:gd name="T6" fmla="*/ 124 w 47"/>
                <a:gd name="T7" fmla="*/ 163 h 91"/>
                <a:gd name="T8" fmla="*/ 171 w 47"/>
                <a:gd name="T9" fmla="*/ 183 h 91"/>
                <a:gd name="T10" fmla="*/ 136 w 47"/>
                <a:gd name="T11" fmla="*/ 253 h 91"/>
                <a:gd name="T12" fmla="*/ 89 w 47"/>
                <a:gd name="T13" fmla="*/ 300 h 91"/>
                <a:gd name="T14" fmla="*/ 69 w 47"/>
                <a:gd name="T15" fmla="*/ 368 h 91"/>
                <a:gd name="T16" fmla="*/ 16 w 47"/>
                <a:gd name="T17" fmla="*/ 134 h 9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7" h="91">
                  <a:moveTo>
                    <a:pt x="0" y="29"/>
                  </a:moveTo>
                  <a:cubicBezTo>
                    <a:pt x="16" y="27"/>
                    <a:pt x="17" y="9"/>
                    <a:pt x="28" y="0"/>
                  </a:cubicBezTo>
                  <a:cubicBezTo>
                    <a:pt x="32" y="9"/>
                    <a:pt x="23" y="19"/>
                    <a:pt x="26" y="30"/>
                  </a:cubicBezTo>
                  <a:cubicBezTo>
                    <a:pt x="27" y="34"/>
                    <a:pt x="28" y="37"/>
                    <a:pt x="31" y="40"/>
                  </a:cubicBezTo>
                  <a:cubicBezTo>
                    <a:pt x="33" y="43"/>
                    <a:pt x="39" y="42"/>
                    <a:pt x="42" y="45"/>
                  </a:cubicBezTo>
                  <a:cubicBezTo>
                    <a:pt x="47" y="51"/>
                    <a:pt x="37" y="58"/>
                    <a:pt x="33" y="63"/>
                  </a:cubicBezTo>
                  <a:cubicBezTo>
                    <a:pt x="29" y="66"/>
                    <a:pt x="24" y="69"/>
                    <a:pt x="22" y="74"/>
                  </a:cubicBezTo>
                  <a:cubicBezTo>
                    <a:pt x="19" y="80"/>
                    <a:pt x="20" y="86"/>
                    <a:pt x="17" y="91"/>
                  </a:cubicBezTo>
                  <a:cubicBezTo>
                    <a:pt x="12" y="75"/>
                    <a:pt x="4" y="50"/>
                    <a:pt x="4" y="33"/>
                  </a:cubicBezTo>
                </a:path>
              </a:pathLst>
            </a:custGeom>
            <a:solidFill>
              <a:srgbClr val="8E4C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044" name="Freeform 516">
              <a:extLst>
                <a:ext uri="{FF2B5EF4-FFF2-40B4-BE49-F238E27FC236}">
                  <a16:creationId xmlns:a16="http://schemas.microsoft.com/office/drawing/2014/main" id="{76A011FD-3994-495A-BDCD-E18BFB0362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9" y="2339"/>
              <a:ext cx="32" cy="196"/>
            </a:xfrm>
            <a:custGeom>
              <a:avLst/>
              <a:gdLst>
                <a:gd name="T0" fmla="*/ 35 w 20"/>
                <a:gd name="T1" fmla="*/ 89 h 123"/>
                <a:gd name="T2" fmla="*/ 67 w 20"/>
                <a:gd name="T3" fmla="*/ 253 h 123"/>
                <a:gd name="T4" fmla="*/ 48 w 20"/>
                <a:gd name="T5" fmla="*/ 497 h 123"/>
                <a:gd name="T6" fmla="*/ 8 w 20"/>
                <a:gd name="T7" fmla="*/ 206 h 123"/>
                <a:gd name="T8" fmla="*/ 13 w 20"/>
                <a:gd name="T9" fmla="*/ 110 h 123"/>
                <a:gd name="T10" fmla="*/ 16 w 20"/>
                <a:gd name="T11" fmla="*/ 0 h 123"/>
                <a:gd name="T12" fmla="*/ 35 w 20"/>
                <a:gd name="T13" fmla="*/ 64 h 123"/>
                <a:gd name="T14" fmla="*/ 42 w 20"/>
                <a:gd name="T15" fmla="*/ 115 h 12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0" h="123">
                  <a:moveTo>
                    <a:pt x="9" y="22"/>
                  </a:moveTo>
                  <a:cubicBezTo>
                    <a:pt x="8" y="38"/>
                    <a:pt x="13" y="47"/>
                    <a:pt x="16" y="63"/>
                  </a:cubicBezTo>
                  <a:cubicBezTo>
                    <a:pt x="20" y="82"/>
                    <a:pt x="18" y="105"/>
                    <a:pt x="12" y="123"/>
                  </a:cubicBezTo>
                  <a:cubicBezTo>
                    <a:pt x="17" y="98"/>
                    <a:pt x="6" y="75"/>
                    <a:pt x="2" y="51"/>
                  </a:cubicBezTo>
                  <a:cubicBezTo>
                    <a:pt x="0" y="41"/>
                    <a:pt x="2" y="37"/>
                    <a:pt x="3" y="27"/>
                  </a:cubicBezTo>
                  <a:cubicBezTo>
                    <a:pt x="4" y="18"/>
                    <a:pt x="2" y="10"/>
                    <a:pt x="4" y="0"/>
                  </a:cubicBezTo>
                  <a:cubicBezTo>
                    <a:pt x="5" y="6"/>
                    <a:pt x="8" y="11"/>
                    <a:pt x="9" y="16"/>
                  </a:cubicBezTo>
                  <a:cubicBezTo>
                    <a:pt x="10" y="20"/>
                    <a:pt x="9" y="24"/>
                    <a:pt x="10" y="28"/>
                  </a:cubicBezTo>
                </a:path>
              </a:pathLst>
            </a:custGeom>
            <a:solidFill>
              <a:srgbClr val="8E4C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045" name="Freeform 517">
              <a:extLst>
                <a:ext uri="{FF2B5EF4-FFF2-40B4-BE49-F238E27FC236}">
                  <a16:creationId xmlns:a16="http://schemas.microsoft.com/office/drawing/2014/main" id="{1596D50D-90BD-4A15-8B07-8BDBFB9635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9" y="2439"/>
              <a:ext cx="65" cy="75"/>
            </a:xfrm>
            <a:custGeom>
              <a:avLst/>
              <a:gdLst>
                <a:gd name="T0" fmla="*/ 40 w 41"/>
                <a:gd name="T1" fmla="*/ 136 h 47"/>
                <a:gd name="T2" fmla="*/ 100 w 41"/>
                <a:gd name="T3" fmla="*/ 104 h 47"/>
                <a:gd name="T4" fmla="*/ 163 w 41"/>
                <a:gd name="T5" fmla="*/ 0 h 47"/>
                <a:gd name="T6" fmla="*/ 0 w 41"/>
                <a:gd name="T7" fmla="*/ 191 h 4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1" h="47">
                  <a:moveTo>
                    <a:pt x="10" y="33"/>
                  </a:moveTo>
                  <a:cubicBezTo>
                    <a:pt x="14" y="28"/>
                    <a:pt x="19" y="29"/>
                    <a:pt x="25" y="26"/>
                  </a:cubicBezTo>
                  <a:cubicBezTo>
                    <a:pt x="35" y="21"/>
                    <a:pt x="37" y="11"/>
                    <a:pt x="41" y="0"/>
                  </a:cubicBezTo>
                  <a:cubicBezTo>
                    <a:pt x="26" y="17"/>
                    <a:pt x="5" y="24"/>
                    <a:pt x="0" y="47"/>
                  </a:cubicBezTo>
                </a:path>
              </a:pathLst>
            </a:custGeom>
            <a:solidFill>
              <a:srgbClr val="8E4C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046" name="Freeform 518">
              <a:extLst>
                <a:ext uri="{FF2B5EF4-FFF2-40B4-BE49-F238E27FC236}">
                  <a16:creationId xmlns:a16="http://schemas.microsoft.com/office/drawing/2014/main" id="{555387BD-D519-4840-A955-E3997B95E0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1" y="1287"/>
              <a:ext cx="109" cy="320"/>
            </a:xfrm>
            <a:custGeom>
              <a:avLst/>
              <a:gdLst>
                <a:gd name="T0" fmla="*/ 281 w 68"/>
                <a:gd name="T1" fmla="*/ 0 h 201"/>
                <a:gd name="T2" fmla="*/ 56 w 68"/>
                <a:gd name="T3" fmla="*/ 266 h 201"/>
                <a:gd name="T4" fmla="*/ 5 w 68"/>
                <a:gd name="T5" fmla="*/ 654 h 201"/>
                <a:gd name="T6" fmla="*/ 8 w 68"/>
                <a:gd name="T7" fmla="*/ 810 h 201"/>
                <a:gd name="T8" fmla="*/ 67 w 68"/>
                <a:gd name="T9" fmla="*/ 449 h 201"/>
                <a:gd name="T10" fmla="*/ 281 w 68"/>
                <a:gd name="T11" fmla="*/ 0 h 20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8" h="201">
                  <a:moveTo>
                    <a:pt x="68" y="0"/>
                  </a:moveTo>
                  <a:cubicBezTo>
                    <a:pt x="51" y="0"/>
                    <a:pt x="26" y="22"/>
                    <a:pt x="14" y="66"/>
                  </a:cubicBezTo>
                  <a:cubicBezTo>
                    <a:pt x="3" y="110"/>
                    <a:pt x="2" y="146"/>
                    <a:pt x="1" y="162"/>
                  </a:cubicBezTo>
                  <a:cubicBezTo>
                    <a:pt x="0" y="178"/>
                    <a:pt x="4" y="190"/>
                    <a:pt x="2" y="201"/>
                  </a:cubicBezTo>
                  <a:cubicBezTo>
                    <a:pt x="5" y="185"/>
                    <a:pt x="11" y="130"/>
                    <a:pt x="16" y="111"/>
                  </a:cubicBezTo>
                  <a:cubicBezTo>
                    <a:pt x="21" y="92"/>
                    <a:pt x="30" y="7"/>
                    <a:pt x="68" y="0"/>
                  </a:cubicBezTo>
                </a:path>
              </a:pathLst>
            </a:custGeom>
            <a:solidFill>
              <a:srgbClr val="C17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047" name="Freeform 519">
              <a:extLst>
                <a:ext uri="{FF2B5EF4-FFF2-40B4-BE49-F238E27FC236}">
                  <a16:creationId xmlns:a16="http://schemas.microsoft.com/office/drawing/2014/main" id="{F9AF25EB-B15F-4CD5-97D2-8BF8A84476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2" y="1942"/>
              <a:ext cx="24" cy="325"/>
            </a:xfrm>
            <a:custGeom>
              <a:avLst/>
              <a:gdLst>
                <a:gd name="T0" fmla="*/ 0 w 15"/>
                <a:gd name="T1" fmla="*/ 825 h 204"/>
                <a:gd name="T2" fmla="*/ 26 w 15"/>
                <a:gd name="T3" fmla="*/ 449 h 204"/>
                <a:gd name="T4" fmla="*/ 56 w 15"/>
                <a:gd name="T5" fmla="*/ 0 h 204"/>
                <a:gd name="T6" fmla="*/ 61 w 15"/>
                <a:gd name="T7" fmla="*/ 335 h 204"/>
                <a:gd name="T8" fmla="*/ 0 w 15"/>
                <a:gd name="T9" fmla="*/ 825 h 20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204">
                  <a:moveTo>
                    <a:pt x="0" y="204"/>
                  </a:moveTo>
                  <a:cubicBezTo>
                    <a:pt x="0" y="198"/>
                    <a:pt x="6" y="148"/>
                    <a:pt x="6" y="111"/>
                  </a:cubicBezTo>
                  <a:cubicBezTo>
                    <a:pt x="6" y="70"/>
                    <a:pt x="8" y="29"/>
                    <a:pt x="14" y="0"/>
                  </a:cubicBezTo>
                  <a:cubicBezTo>
                    <a:pt x="11" y="18"/>
                    <a:pt x="14" y="56"/>
                    <a:pt x="15" y="83"/>
                  </a:cubicBezTo>
                  <a:cubicBezTo>
                    <a:pt x="15" y="110"/>
                    <a:pt x="8" y="179"/>
                    <a:pt x="0" y="204"/>
                  </a:cubicBezTo>
                </a:path>
              </a:pathLst>
            </a:custGeom>
            <a:solidFill>
              <a:srgbClr val="C17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048" name="Freeform 520">
              <a:extLst>
                <a:ext uri="{FF2B5EF4-FFF2-40B4-BE49-F238E27FC236}">
                  <a16:creationId xmlns:a16="http://schemas.microsoft.com/office/drawing/2014/main" id="{DDFB27F4-C88F-43C6-BE89-29F12C169A8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0" y="1778"/>
              <a:ext cx="36" cy="347"/>
            </a:xfrm>
            <a:custGeom>
              <a:avLst/>
              <a:gdLst>
                <a:gd name="T0" fmla="*/ 5 w 23"/>
                <a:gd name="T1" fmla="*/ 0 h 218"/>
                <a:gd name="T2" fmla="*/ 34 w 23"/>
                <a:gd name="T3" fmla="*/ 282 h 218"/>
                <a:gd name="T4" fmla="*/ 49 w 23"/>
                <a:gd name="T5" fmla="*/ 605 h 218"/>
                <a:gd name="T6" fmla="*/ 88 w 23"/>
                <a:gd name="T7" fmla="*/ 879 h 218"/>
                <a:gd name="T8" fmla="*/ 83 w 23"/>
                <a:gd name="T9" fmla="*/ 578 h 218"/>
                <a:gd name="T10" fmla="*/ 69 w 23"/>
                <a:gd name="T11" fmla="*/ 251 h 218"/>
                <a:gd name="T12" fmla="*/ 5 w 23"/>
                <a:gd name="T13" fmla="*/ 0 h 2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218">
                  <a:moveTo>
                    <a:pt x="1" y="0"/>
                  </a:moveTo>
                  <a:cubicBezTo>
                    <a:pt x="4" y="31"/>
                    <a:pt x="4" y="43"/>
                    <a:pt x="9" y="70"/>
                  </a:cubicBezTo>
                  <a:cubicBezTo>
                    <a:pt x="13" y="97"/>
                    <a:pt x="10" y="113"/>
                    <a:pt x="13" y="150"/>
                  </a:cubicBezTo>
                  <a:cubicBezTo>
                    <a:pt x="16" y="187"/>
                    <a:pt x="17" y="205"/>
                    <a:pt x="23" y="218"/>
                  </a:cubicBezTo>
                  <a:cubicBezTo>
                    <a:pt x="21" y="196"/>
                    <a:pt x="21" y="163"/>
                    <a:pt x="22" y="143"/>
                  </a:cubicBezTo>
                  <a:cubicBezTo>
                    <a:pt x="23" y="123"/>
                    <a:pt x="22" y="79"/>
                    <a:pt x="18" y="62"/>
                  </a:cubicBezTo>
                  <a:cubicBezTo>
                    <a:pt x="13" y="45"/>
                    <a:pt x="0" y="7"/>
                    <a:pt x="1" y="0"/>
                  </a:cubicBezTo>
                </a:path>
              </a:pathLst>
            </a:custGeom>
            <a:solidFill>
              <a:srgbClr val="C17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049" name="Freeform 521">
              <a:extLst>
                <a:ext uri="{FF2B5EF4-FFF2-40B4-BE49-F238E27FC236}">
                  <a16:creationId xmlns:a16="http://schemas.microsoft.com/office/drawing/2014/main" id="{54470256-4045-4596-ABD3-66D119B046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6" y="2469"/>
              <a:ext cx="49" cy="483"/>
            </a:xfrm>
            <a:custGeom>
              <a:avLst/>
              <a:gdLst>
                <a:gd name="T0" fmla="*/ 47 w 31"/>
                <a:gd name="T1" fmla="*/ 585 h 303"/>
                <a:gd name="T2" fmla="*/ 122 w 31"/>
                <a:gd name="T3" fmla="*/ 1227 h 303"/>
                <a:gd name="T4" fmla="*/ 27 w 31"/>
                <a:gd name="T5" fmla="*/ 770 h 303"/>
                <a:gd name="T6" fmla="*/ 43 w 31"/>
                <a:gd name="T7" fmla="*/ 0 h 303"/>
                <a:gd name="T8" fmla="*/ 47 w 31"/>
                <a:gd name="T9" fmla="*/ 585 h 30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03">
                  <a:moveTo>
                    <a:pt x="12" y="144"/>
                  </a:moveTo>
                  <a:cubicBezTo>
                    <a:pt x="11" y="179"/>
                    <a:pt x="26" y="282"/>
                    <a:pt x="31" y="303"/>
                  </a:cubicBezTo>
                  <a:cubicBezTo>
                    <a:pt x="23" y="280"/>
                    <a:pt x="14" y="250"/>
                    <a:pt x="7" y="190"/>
                  </a:cubicBezTo>
                  <a:cubicBezTo>
                    <a:pt x="0" y="130"/>
                    <a:pt x="2" y="44"/>
                    <a:pt x="11" y="0"/>
                  </a:cubicBezTo>
                  <a:cubicBezTo>
                    <a:pt x="9" y="35"/>
                    <a:pt x="15" y="116"/>
                    <a:pt x="12" y="144"/>
                  </a:cubicBezTo>
                </a:path>
              </a:pathLst>
            </a:custGeom>
            <a:solidFill>
              <a:srgbClr val="C17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050" name="Freeform 522">
              <a:extLst>
                <a:ext uri="{FF2B5EF4-FFF2-40B4-BE49-F238E27FC236}">
                  <a16:creationId xmlns:a16="http://schemas.microsoft.com/office/drawing/2014/main" id="{4580A3CB-41FA-41C0-86BF-07688E8FE2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5" y="2469"/>
              <a:ext cx="49" cy="483"/>
            </a:xfrm>
            <a:custGeom>
              <a:avLst/>
              <a:gdLst>
                <a:gd name="T0" fmla="*/ 74 w 31"/>
                <a:gd name="T1" fmla="*/ 585 h 303"/>
                <a:gd name="T2" fmla="*/ 0 w 31"/>
                <a:gd name="T3" fmla="*/ 1227 h 303"/>
                <a:gd name="T4" fmla="*/ 95 w 31"/>
                <a:gd name="T5" fmla="*/ 770 h 303"/>
                <a:gd name="T6" fmla="*/ 74 w 31"/>
                <a:gd name="T7" fmla="*/ 0 h 303"/>
                <a:gd name="T8" fmla="*/ 74 w 31"/>
                <a:gd name="T9" fmla="*/ 585 h 30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03">
                  <a:moveTo>
                    <a:pt x="19" y="144"/>
                  </a:moveTo>
                  <a:cubicBezTo>
                    <a:pt x="19" y="179"/>
                    <a:pt x="4" y="282"/>
                    <a:pt x="0" y="303"/>
                  </a:cubicBezTo>
                  <a:cubicBezTo>
                    <a:pt x="8" y="280"/>
                    <a:pt x="17" y="250"/>
                    <a:pt x="24" y="190"/>
                  </a:cubicBezTo>
                  <a:cubicBezTo>
                    <a:pt x="31" y="130"/>
                    <a:pt x="28" y="44"/>
                    <a:pt x="19" y="0"/>
                  </a:cubicBezTo>
                  <a:cubicBezTo>
                    <a:pt x="21" y="35"/>
                    <a:pt x="16" y="116"/>
                    <a:pt x="19" y="144"/>
                  </a:cubicBezTo>
                </a:path>
              </a:pathLst>
            </a:custGeom>
            <a:solidFill>
              <a:srgbClr val="8E4C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051" name="Freeform 523">
              <a:extLst>
                <a:ext uri="{FF2B5EF4-FFF2-40B4-BE49-F238E27FC236}">
                  <a16:creationId xmlns:a16="http://schemas.microsoft.com/office/drawing/2014/main" id="{EA26642C-7683-4B34-B71F-8D38A6EFD1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1" y="3279"/>
              <a:ext cx="75" cy="446"/>
            </a:xfrm>
            <a:custGeom>
              <a:avLst/>
              <a:gdLst>
                <a:gd name="T0" fmla="*/ 46 w 47"/>
                <a:gd name="T1" fmla="*/ 0 h 280"/>
                <a:gd name="T2" fmla="*/ 54 w 47"/>
                <a:gd name="T3" fmla="*/ 594 h 280"/>
                <a:gd name="T4" fmla="*/ 191 w 47"/>
                <a:gd name="T5" fmla="*/ 1131 h 280"/>
                <a:gd name="T6" fmla="*/ 89 w 47"/>
                <a:gd name="T7" fmla="*/ 573 h 280"/>
                <a:gd name="T8" fmla="*/ 46 w 47"/>
                <a:gd name="T9" fmla="*/ 0 h 2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280">
                  <a:moveTo>
                    <a:pt x="11" y="0"/>
                  </a:moveTo>
                  <a:cubicBezTo>
                    <a:pt x="10" y="34"/>
                    <a:pt x="0" y="81"/>
                    <a:pt x="13" y="147"/>
                  </a:cubicBezTo>
                  <a:cubicBezTo>
                    <a:pt x="25" y="213"/>
                    <a:pt x="42" y="258"/>
                    <a:pt x="47" y="280"/>
                  </a:cubicBezTo>
                  <a:cubicBezTo>
                    <a:pt x="42" y="251"/>
                    <a:pt x="25" y="168"/>
                    <a:pt x="22" y="142"/>
                  </a:cubicBezTo>
                  <a:cubicBezTo>
                    <a:pt x="18" y="116"/>
                    <a:pt x="9" y="37"/>
                    <a:pt x="11" y="0"/>
                  </a:cubicBezTo>
                </a:path>
              </a:pathLst>
            </a:custGeom>
            <a:solidFill>
              <a:srgbClr val="C17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052" name="Freeform 524">
              <a:extLst>
                <a:ext uri="{FF2B5EF4-FFF2-40B4-BE49-F238E27FC236}">
                  <a16:creationId xmlns:a16="http://schemas.microsoft.com/office/drawing/2014/main" id="{368259C6-FCBF-43FF-ACD5-D8A7032E843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0" y="2570"/>
              <a:ext cx="51" cy="588"/>
            </a:xfrm>
            <a:custGeom>
              <a:avLst/>
              <a:gdLst>
                <a:gd name="T0" fmla="*/ 29 w 32"/>
                <a:gd name="T1" fmla="*/ 833 h 369"/>
                <a:gd name="T2" fmla="*/ 13 w 32"/>
                <a:gd name="T3" fmla="*/ 1493 h 369"/>
                <a:gd name="T4" fmla="*/ 56 w 32"/>
                <a:gd name="T5" fmla="*/ 983 h 369"/>
                <a:gd name="T6" fmla="*/ 129 w 32"/>
                <a:gd name="T7" fmla="*/ 0 h 369"/>
                <a:gd name="T8" fmla="*/ 29 w 32"/>
                <a:gd name="T9" fmla="*/ 833 h 36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69">
                  <a:moveTo>
                    <a:pt x="7" y="206"/>
                  </a:moveTo>
                  <a:cubicBezTo>
                    <a:pt x="0" y="256"/>
                    <a:pt x="4" y="336"/>
                    <a:pt x="3" y="369"/>
                  </a:cubicBezTo>
                  <a:cubicBezTo>
                    <a:pt x="1" y="344"/>
                    <a:pt x="5" y="324"/>
                    <a:pt x="14" y="243"/>
                  </a:cubicBezTo>
                  <a:cubicBezTo>
                    <a:pt x="23" y="162"/>
                    <a:pt x="32" y="30"/>
                    <a:pt x="32" y="0"/>
                  </a:cubicBezTo>
                  <a:cubicBezTo>
                    <a:pt x="30" y="14"/>
                    <a:pt x="12" y="144"/>
                    <a:pt x="7" y="206"/>
                  </a:cubicBezTo>
                </a:path>
              </a:pathLst>
            </a:custGeom>
            <a:solidFill>
              <a:srgbClr val="8E4C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053" name="Freeform 525">
              <a:extLst>
                <a:ext uri="{FF2B5EF4-FFF2-40B4-BE49-F238E27FC236}">
                  <a16:creationId xmlns:a16="http://schemas.microsoft.com/office/drawing/2014/main" id="{BC70A638-CDA3-4E7B-BFAD-20FA574D75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0" y="3221"/>
              <a:ext cx="32" cy="416"/>
            </a:xfrm>
            <a:custGeom>
              <a:avLst/>
              <a:gdLst>
                <a:gd name="T0" fmla="*/ 29 w 20"/>
                <a:gd name="T1" fmla="*/ 0 h 261"/>
                <a:gd name="T2" fmla="*/ 77 w 20"/>
                <a:gd name="T3" fmla="*/ 513 h 261"/>
                <a:gd name="T4" fmla="*/ 29 w 20"/>
                <a:gd name="T5" fmla="*/ 1057 h 261"/>
                <a:gd name="T6" fmla="*/ 42 w 20"/>
                <a:gd name="T7" fmla="*/ 394 h 261"/>
                <a:gd name="T8" fmla="*/ 29 w 20"/>
                <a:gd name="T9" fmla="*/ 0 h 26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261">
                  <a:moveTo>
                    <a:pt x="7" y="0"/>
                  </a:moveTo>
                  <a:cubicBezTo>
                    <a:pt x="11" y="24"/>
                    <a:pt x="20" y="92"/>
                    <a:pt x="19" y="127"/>
                  </a:cubicBezTo>
                  <a:cubicBezTo>
                    <a:pt x="18" y="162"/>
                    <a:pt x="10" y="204"/>
                    <a:pt x="7" y="261"/>
                  </a:cubicBezTo>
                  <a:cubicBezTo>
                    <a:pt x="3" y="235"/>
                    <a:pt x="11" y="127"/>
                    <a:pt x="10" y="97"/>
                  </a:cubicBezTo>
                  <a:cubicBezTo>
                    <a:pt x="9" y="67"/>
                    <a:pt x="0" y="7"/>
                    <a:pt x="7" y="0"/>
                  </a:cubicBezTo>
                </a:path>
              </a:pathLst>
            </a:custGeom>
            <a:solidFill>
              <a:srgbClr val="8E4C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054" name="Freeform 526">
              <a:extLst>
                <a:ext uri="{FF2B5EF4-FFF2-40B4-BE49-F238E27FC236}">
                  <a16:creationId xmlns:a16="http://schemas.microsoft.com/office/drawing/2014/main" id="{7E4D27A6-29C6-4DF6-9E03-E134FA7C851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1" y="3795"/>
              <a:ext cx="34" cy="185"/>
            </a:xfrm>
            <a:custGeom>
              <a:avLst/>
              <a:gdLst>
                <a:gd name="T0" fmla="*/ 47 w 21"/>
                <a:gd name="T1" fmla="*/ 46 h 116"/>
                <a:gd name="T2" fmla="*/ 47 w 21"/>
                <a:gd name="T3" fmla="*/ 150 h 116"/>
                <a:gd name="T4" fmla="*/ 73 w 21"/>
                <a:gd name="T5" fmla="*/ 236 h 116"/>
                <a:gd name="T6" fmla="*/ 34 w 21"/>
                <a:gd name="T7" fmla="*/ 470 h 116"/>
                <a:gd name="T8" fmla="*/ 50 w 21"/>
                <a:gd name="T9" fmla="*/ 337 h 116"/>
                <a:gd name="T10" fmla="*/ 50 w 21"/>
                <a:gd name="T11" fmla="*/ 292 h 116"/>
                <a:gd name="T12" fmla="*/ 13 w 21"/>
                <a:gd name="T13" fmla="*/ 266 h 116"/>
                <a:gd name="T14" fmla="*/ 21 w 21"/>
                <a:gd name="T15" fmla="*/ 175 h 116"/>
                <a:gd name="T16" fmla="*/ 39 w 21"/>
                <a:gd name="T17" fmla="*/ 0 h 11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1" h="116">
                  <a:moveTo>
                    <a:pt x="11" y="11"/>
                  </a:moveTo>
                  <a:cubicBezTo>
                    <a:pt x="13" y="20"/>
                    <a:pt x="9" y="28"/>
                    <a:pt x="11" y="37"/>
                  </a:cubicBezTo>
                  <a:cubicBezTo>
                    <a:pt x="12" y="44"/>
                    <a:pt x="16" y="51"/>
                    <a:pt x="17" y="58"/>
                  </a:cubicBezTo>
                  <a:cubicBezTo>
                    <a:pt x="21" y="81"/>
                    <a:pt x="14" y="95"/>
                    <a:pt x="8" y="116"/>
                  </a:cubicBezTo>
                  <a:cubicBezTo>
                    <a:pt x="6" y="105"/>
                    <a:pt x="11" y="93"/>
                    <a:pt x="12" y="83"/>
                  </a:cubicBezTo>
                  <a:cubicBezTo>
                    <a:pt x="12" y="79"/>
                    <a:pt x="14" y="75"/>
                    <a:pt x="12" y="72"/>
                  </a:cubicBezTo>
                  <a:cubicBezTo>
                    <a:pt x="9" y="66"/>
                    <a:pt x="5" y="69"/>
                    <a:pt x="3" y="66"/>
                  </a:cubicBezTo>
                  <a:cubicBezTo>
                    <a:pt x="0" y="61"/>
                    <a:pt x="5" y="49"/>
                    <a:pt x="5" y="43"/>
                  </a:cubicBezTo>
                  <a:cubicBezTo>
                    <a:pt x="7" y="29"/>
                    <a:pt x="9" y="14"/>
                    <a:pt x="9" y="0"/>
                  </a:cubicBezTo>
                </a:path>
              </a:pathLst>
            </a:custGeom>
            <a:solidFill>
              <a:srgbClr val="8E4C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055" name="Freeform 527">
              <a:extLst>
                <a:ext uri="{FF2B5EF4-FFF2-40B4-BE49-F238E27FC236}">
                  <a16:creationId xmlns:a16="http://schemas.microsoft.com/office/drawing/2014/main" id="{A0086033-4E15-4EA8-9DEA-D575A40398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5" y="3964"/>
              <a:ext cx="69" cy="86"/>
            </a:xfrm>
            <a:custGeom>
              <a:avLst/>
              <a:gdLst>
                <a:gd name="T0" fmla="*/ 34 w 43"/>
                <a:gd name="T1" fmla="*/ 218 h 54"/>
                <a:gd name="T2" fmla="*/ 141 w 43"/>
                <a:gd name="T3" fmla="*/ 158 h 54"/>
                <a:gd name="T4" fmla="*/ 165 w 43"/>
                <a:gd name="T5" fmla="*/ 0 h 54"/>
                <a:gd name="T6" fmla="*/ 95 w 43"/>
                <a:gd name="T7" fmla="*/ 108 h 54"/>
                <a:gd name="T8" fmla="*/ 0 w 43"/>
                <a:gd name="T9" fmla="*/ 202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" h="54">
                  <a:moveTo>
                    <a:pt x="8" y="54"/>
                  </a:moveTo>
                  <a:cubicBezTo>
                    <a:pt x="19" y="53"/>
                    <a:pt x="27" y="49"/>
                    <a:pt x="34" y="39"/>
                  </a:cubicBezTo>
                  <a:cubicBezTo>
                    <a:pt x="43" y="26"/>
                    <a:pt x="40" y="15"/>
                    <a:pt x="40" y="0"/>
                  </a:cubicBezTo>
                  <a:cubicBezTo>
                    <a:pt x="34" y="9"/>
                    <a:pt x="38" y="28"/>
                    <a:pt x="23" y="27"/>
                  </a:cubicBezTo>
                  <a:cubicBezTo>
                    <a:pt x="24" y="43"/>
                    <a:pt x="12" y="47"/>
                    <a:pt x="0" y="50"/>
                  </a:cubicBezTo>
                </a:path>
              </a:pathLst>
            </a:custGeom>
            <a:solidFill>
              <a:srgbClr val="8E4C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056" name="Freeform 528">
              <a:extLst>
                <a:ext uri="{FF2B5EF4-FFF2-40B4-BE49-F238E27FC236}">
                  <a16:creationId xmlns:a16="http://schemas.microsoft.com/office/drawing/2014/main" id="{134734FB-291B-4AF3-A684-C3E13C11A5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0" y="3937"/>
              <a:ext cx="59" cy="108"/>
            </a:xfrm>
            <a:custGeom>
              <a:avLst/>
              <a:gdLst>
                <a:gd name="T0" fmla="*/ 0 w 37"/>
                <a:gd name="T1" fmla="*/ 8 h 68"/>
                <a:gd name="T2" fmla="*/ 21 w 37"/>
                <a:gd name="T3" fmla="*/ 121 h 68"/>
                <a:gd name="T4" fmla="*/ 46 w 37"/>
                <a:gd name="T5" fmla="*/ 205 h 68"/>
                <a:gd name="T6" fmla="*/ 85 w 37"/>
                <a:gd name="T7" fmla="*/ 265 h 68"/>
                <a:gd name="T8" fmla="*/ 150 w 37"/>
                <a:gd name="T9" fmla="*/ 253 h 68"/>
                <a:gd name="T10" fmla="*/ 73 w 37"/>
                <a:gd name="T11" fmla="*/ 145 h 68"/>
                <a:gd name="T12" fmla="*/ 46 w 37"/>
                <a:gd name="T13" fmla="*/ 81 h 68"/>
                <a:gd name="T14" fmla="*/ 13 w 37"/>
                <a:gd name="T15" fmla="*/ 0 h 6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7" h="68">
                  <a:moveTo>
                    <a:pt x="0" y="2"/>
                  </a:moveTo>
                  <a:cubicBezTo>
                    <a:pt x="6" y="9"/>
                    <a:pt x="5" y="21"/>
                    <a:pt x="5" y="30"/>
                  </a:cubicBezTo>
                  <a:cubicBezTo>
                    <a:pt x="5" y="40"/>
                    <a:pt x="8" y="42"/>
                    <a:pt x="11" y="51"/>
                  </a:cubicBezTo>
                  <a:cubicBezTo>
                    <a:pt x="14" y="59"/>
                    <a:pt x="12" y="63"/>
                    <a:pt x="21" y="66"/>
                  </a:cubicBezTo>
                  <a:cubicBezTo>
                    <a:pt x="26" y="67"/>
                    <a:pt x="35" y="68"/>
                    <a:pt x="37" y="63"/>
                  </a:cubicBezTo>
                  <a:cubicBezTo>
                    <a:pt x="18" y="65"/>
                    <a:pt x="16" y="52"/>
                    <a:pt x="18" y="36"/>
                  </a:cubicBezTo>
                  <a:cubicBezTo>
                    <a:pt x="13" y="34"/>
                    <a:pt x="13" y="25"/>
                    <a:pt x="11" y="20"/>
                  </a:cubicBezTo>
                  <a:cubicBezTo>
                    <a:pt x="9" y="14"/>
                    <a:pt x="1" y="7"/>
                    <a:pt x="3" y="0"/>
                  </a:cubicBezTo>
                </a:path>
              </a:pathLst>
            </a:custGeom>
            <a:solidFill>
              <a:srgbClr val="C17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057" name="Freeform 529">
              <a:extLst>
                <a:ext uri="{FF2B5EF4-FFF2-40B4-BE49-F238E27FC236}">
                  <a16:creationId xmlns:a16="http://schemas.microsoft.com/office/drawing/2014/main" id="{C562EEF6-61C3-4FC0-895B-A32FF64D93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0" y="3229"/>
              <a:ext cx="26" cy="454"/>
            </a:xfrm>
            <a:custGeom>
              <a:avLst/>
              <a:gdLst>
                <a:gd name="T0" fmla="*/ 63 w 16"/>
                <a:gd name="T1" fmla="*/ 1117 h 285"/>
                <a:gd name="T2" fmla="*/ 18 w 16"/>
                <a:gd name="T3" fmla="*/ 620 h 285"/>
                <a:gd name="T4" fmla="*/ 60 w 16"/>
                <a:gd name="T5" fmla="*/ 0 h 285"/>
                <a:gd name="T6" fmla="*/ 60 w 16"/>
                <a:gd name="T7" fmla="*/ 457 h 285"/>
                <a:gd name="T8" fmla="*/ 63 w 16"/>
                <a:gd name="T9" fmla="*/ 1117 h 28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285">
                  <a:moveTo>
                    <a:pt x="15" y="276"/>
                  </a:moveTo>
                  <a:cubicBezTo>
                    <a:pt x="14" y="285"/>
                    <a:pt x="9" y="209"/>
                    <a:pt x="4" y="153"/>
                  </a:cubicBezTo>
                  <a:cubicBezTo>
                    <a:pt x="0" y="97"/>
                    <a:pt x="6" y="38"/>
                    <a:pt x="14" y="0"/>
                  </a:cubicBezTo>
                  <a:cubicBezTo>
                    <a:pt x="13" y="13"/>
                    <a:pt x="12" y="87"/>
                    <a:pt x="14" y="113"/>
                  </a:cubicBezTo>
                  <a:cubicBezTo>
                    <a:pt x="16" y="139"/>
                    <a:pt x="16" y="267"/>
                    <a:pt x="15" y="276"/>
                  </a:cubicBezTo>
                </a:path>
              </a:pathLst>
            </a:custGeom>
            <a:solidFill>
              <a:srgbClr val="C17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058" name="Freeform 530">
              <a:extLst>
                <a:ext uri="{FF2B5EF4-FFF2-40B4-BE49-F238E27FC236}">
                  <a16:creationId xmlns:a16="http://schemas.microsoft.com/office/drawing/2014/main" id="{E3418AB5-B086-4CED-8E22-88C7587AFF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0" y="3280"/>
              <a:ext cx="56" cy="406"/>
            </a:xfrm>
            <a:custGeom>
              <a:avLst/>
              <a:gdLst>
                <a:gd name="T0" fmla="*/ 0 w 35"/>
                <a:gd name="T1" fmla="*/ 1029 h 255"/>
                <a:gd name="T2" fmla="*/ 110 w 35"/>
                <a:gd name="T3" fmla="*/ 532 h 255"/>
                <a:gd name="T4" fmla="*/ 115 w 35"/>
                <a:gd name="T5" fmla="*/ 0 h 255"/>
                <a:gd name="T6" fmla="*/ 77 w 35"/>
                <a:gd name="T7" fmla="*/ 525 h 255"/>
                <a:gd name="T8" fmla="*/ 0 w 35"/>
                <a:gd name="T9" fmla="*/ 1029 h 2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255">
                  <a:moveTo>
                    <a:pt x="0" y="255"/>
                  </a:moveTo>
                  <a:cubicBezTo>
                    <a:pt x="3" y="235"/>
                    <a:pt x="18" y="171"/>
                    <a:pt x="27" y="132"/>
                  </a:cubicBezTo>
                  <a:cubicBezTo>
                    <a:pt x="35" y="93"/>
                    <a:pt x="29" y="27"/>
                    <a:pt x="28" y="0"/>
                  </a:cubicBezTo>
                  <a:cubicBezTo>
                    <a:pt x="26" y="27"/>
                    <a:pt x="26" y="102"/>
                    <a:pt x="19" y="130"/>
                  </a:cubicBezTo>
                  <a:cubicBezTo>
                    <a:pt x="13" y="158"/>
                    <a:pt x="3" y="234"/>
                    <a:pt x="0" y="255"/>
                  </a:cubicBezTo>
                </a:path>
              </a:pathLst>
            </a:custGeom>
            <a:solidFill>
              <a:srgbClr val="8E4C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059" name="Freeform 531">
              <a:extLst>
                <a:ext uri="{FF2B5EF4-FFF2-40B4-BE49-F238E27FC236}">
                  <a16:creationId xmlns:a16="http://schemas.microsoft.com/office/drawing/2014/main" id="{FB349556-DE0C-491B-BCE3-D271E3F280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6" y="3962"/>
              <a:ext cx="94" cy="84"/>
            </a:xfrm>
            <a:custGeom>
              <a:avLst/>
              <a:gdLst>
                <a:gd name="T0" fmla="*/ 104 w 59"/>
                <a:gd name="T1" fmla="*/ 197 h 53"/>
                <a:gd name="T2" fmla="*/ 158 w 59"/>
                <a:gd name="T3" fmla="*/ 158 h 53"/>
                <a:gd name="T4" fmla="*/ 223 w 59"/>
                <a:gd name="T5" fmla="*/ 128 h 53"/>
                <a:gd name="T6" fmla="*/ 198 w 59"/>
                <a:gd name="T7" fmla="*/ 0 h 53"/>
                <a:gd name="T8" fmla="*/ 155 w 59"/>
                <a:gd name="T9" fmla="*/ 90 h 53"/>
                <a:gd name="T10" fmla="*/ 115 w 59"/>
                <a:gd name="T11" fmla="*/ 90 h 53"/>
                <a:gd name="T12" fmla="*/ 104 w 59"/>
                <a:gd name="T13" fmla="*/ 130 h 53"/>
                <a:gd name="T14" fmla="*/ 35 w 59"/>
                <a:gd name="T15" fmla="*/ 138 h 53"/>
                <a:gd name="T16" fmla="*/ 21 w 59"/>
                <a:gd name="T17" fmla="*/ 184 h 5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9" h="53">
                  <a:moveTo>
                    <a:pt x="26" y="49"/>
                  </a:moveTo>
                  <a:cubicBezTo>
                    <a:pt x="34" y="53"/>
                    <a:pt x="34" y="43"/>
                    <a:pt x="39" y="40"/>
                  </a:cubicBezTo>
                  <a:cubicBezTo>
                    <a:pt x="44" y="37"/>
                    <a:pt x="50" y="40"/>
                    <a:pt x="55" y="32"/>
                  </a:cubicBezTo>
                  <a:cubicBezTo>
                    <a:pt x="59" y="22"/>
                    <a:pt x="54" y="9"/>
                    <a:pt x="49" y="0"/>
                  </a:cubicBezTo>
                  <a:cubicBezTo>
                    <a:pt x="48" y="15"/>
                    <a:pt x="54" y="22"/>
                    <a:pt x="38" y="23"/>
                  </a:cubicBezTo>
                  <a:cubicBezTo>
                    <a:pt x="36" y="23"/>
                    <a:pt x="30" y="22"/>
                    <a:pt x="28" y="23"/>
                  </a:cubicBezTo>
                  <a:cubicBezTo>
                    <a:pt x="24" y="26"/>
                    <a:pt x="28" y="31"/>
                    <a:pt x="26" y="33"/>
                  </a:cubicBezTo>
                  <a:cubicBezTo>
                    <a:pt x="22" y="39"/>
                    <a:pt x="15" y="33"/>
                    <a:pt x="9" y="35"/>
                  </a:cubicBezTo>
                  <a:cubicBezTo>
                    <a:pt x="0" y="37"/>
                    <a:pt x="4" y="47"/>
                    <a:pt x="5" y="46"/>
                  </a:cubicBezTo>
                </a:path>
              </a:pathLst>
            </a:custGeom>
            <a:solidFill>
              <a:srgbClr val="8E4C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060" name="Freeform 532">
              <a:extLst>
                <a:ext uri="{FF2B5EF4-FFF2-40B4-BE49-F238E27FC236}">
                  <a16:creationId xmlns:a16="http://schemas.microsoft.com/office/drawing/2014/main" id="{FD7E7A8E-5005-47E4-9CBE-7878458D11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7" y="2173"/>
              <a:ext cx="37" cy="22"/>
            </a:xfrm>
            <a:custGeom>
              <a:avLst/>
              <a:gdLst>
                <a:gd name="T0" fmla="*/ 29 w 23"/>
                <a:gd name="T1" fmla="*/ 0 h 14"/>
                <a:gd name="T2" fmla="*/ 29 w 23"/>
                <a:gd name="T3" fmla="*/ 47 h 14"/>
                <a:gd name="T4" fmla="*/ 68 w 23"/>
                <a:gd name="T5" fmla="*/ 2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14">
                  <a:moveTo>
                    <a:pt x="7" y="0"/>
                  </a:moveTo>
                  <a:cubicBezTo>
                    <a:pt x="0" y="1"/>
                    <a:pt x="0" y="9"/>
                    <a:pt x="7" y="12"/>
                  </a:cubicBezTo>
                  <a:cubicBezTo>
                    <a:pt x="12" y="14"/>
                    <a:pt x="23" y="6"/>
                    <a:pt x="16" y="5"/>
                  </a:cubicBezTo>
                </a:path>
              </a:pathLst>
            </a:custGeom>
            <a:solidFill>
              <a:srgbClr val="8E4C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061" name="Freeform 533">
              <a:extLst>
                <a:ext uri="{FF2B5EF4-FFF2-40B4-BE49-F238E27FC236}">
                  <a16:creationId xmlns:a16="http://schemas.microsoft.com/office/drawing/2014/main" id="{77F9C2FB-41AC-4896-A752-705B37F5B14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3" y="2304"/>
              <a:ext cx="99" cy="103"/>
            </a:xfrm>
            <a:custGeom>
              <a:avLst/>
              <a:gdLst>
                <a:gd name="T0" fmla="*/ 0 w 62"/>
                <a:gd name="T1" fmla="*/ 258 h 65"/>
                <a:gd name="T2" fmla="*/ 252 w 62"/>
                <a:gd name="T3" fmla="*/ 0 h 6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2" h="65">
                  <a:moveTo>
                    <a:pt x="0" y="65"/>
                  </a:moveTo>
                  <a:cubicBezTo>
                    <a:pt x="19" y="55"/>
                    <a:pt x="46" y="27"/>
                    <a:pt x="62" y="0"/>
                  </a:cubicBezTo>
                </a:path>
              </a:pathLst>
            </a:custGeom>
            <a:solidFill>
              <a:srgbClr val="8E4C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062" name="Freeform 534">
              <a:extLst>
                <a:ext uri="{FF2B5EF4-FFF2-40B4-BE49-F238E27FC236}">
                  <a16:creationId xmlns:a16="http://schemas.microsoft.com/office/drawing/2014/main" id="{831B64D9-272A-45AF-AFCE-F05E7FF449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4" y="2318"/>
              <a:ext cx="91" cy="99"/>
            </a:xfrm>
            <a:custGeom>
              <a:avLst/>
              <a:gdLst>
                <a:gd name="T0" fmla="*/ 0 w 57"/>
                <a:gd name="T1" fmla="*/ 252 h 62"/>
                <a:gd name="T2" fmla="*/ 231 w 57"/>
                <a:gd name="T3" fmla="*/ 0 h 62"/>
                <a:gd name="T4" fmla="*/ 0 w 57"/>
                <a:gd name="T5" fmla="*/ 252 h 6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7" h="62">
                  <a:moveTo>
                    <a:pt x="0" y="62"/>
                  </a:moveTo>
                  <a:cubicBezTo>
                    <a:pt x="17" y="54"/>
                    <a:pt x="51" y="20"/>
                    <a:pt x="57" y="0"/>
                  </a:cubicBezTo>
                  <a:cubicBezTo>
                    <a:pt x="51" y="7"/>
                    <a:pt x="26" y="47"/>
                    <a:pt x="0" y="62"/>
                  </a:cubicBezTo>
                </a:path>
              </a:pathLst>
            </a:custGeom>
            <a:solidFill>
              <a:srgbClr val="C17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063" name="Freeform 535">
              <a:extLst>
                <a:ext uri="{FF2B5EF4-FFF2-40B4-BE49-F238E27FC236}">
                  <a16:creationId xmlns:a16="http://schemas.microsoft.com/office/drawing/2014/main" id="{A4B5CE8B-2697-4415-89E1-04C68899D1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2" y="2308"/>
              <a:ext cx="98" cy="102"/>
            </a:xfrm>
            <a:custGeom>
              <a:avLst/>
              <a:gdLst>
                <a:gd name="T0" fmla="*/ 245 w 62"/>
                <a:gd name="T1" fmla="*/ 260 h 64"/>
                <a:gd name="T2" fmla="*/ 0 w 62"/>
                <a:gd name="T3" fmla="*/ 0 h 6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2" h="64">
                  <a:moveTo>
                    <a:pt x="62" y="64"/>
                  </a:moveTo>
                  <a:cubicBezTo>
                    <a:pt x="43" y="55"/>
                    <a:pt x="16" y="26"/>
                    <a:pt x="0" y="0"/>
                  </a:cubicBezTo>
                </a:path>
              </a:pathLst>
            </a:custGeom>
            <a:solidFill>
              <a:srgbClr val="8E4C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064" name="Freeform 536">
              <a:extLst>
                <a:ext uri="{FF2B5EF4-FFF2-40B4-BE49-F238E27FC236}">
                  <a16:creationId xmlns:a16="http://schemas.microsoft.com/office/drawing/2014/main" id="{2DA13EA1-8B18-4C5E-A4D0-ECDC2AA7C5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8" y="2321"/>
              <a:ext cx="91" cy="99"/>
            </a:xfrm>
            <a:custGeom>
              <a:avLst/>
              <a:gdLst>
                <a:gd name="T0" fmla="*/ 231 w 57"/>
                <a:gd name="T1" fmla="*/ 252 h 62"/>
                <a:gd name="T2" fmla="*/ 0 w 57"/>
                <a:gd name="T3" fmla="*/ 0 h 62"/>
                <a:gd name="T4" fmla="*/ 231 w 57"/>
                <a:gd name="T5" fmla="*/ 252 h 6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7" h="62">
                  <a:moveTo>
                    <a:pt x="57" y="62"/>
                  </a:moveTo>
                  <a:cubicBezTo>
                    <a:pt x="40" y="55"/>
                    <a:pt x="6" y="21"/>
                    <a:pt x="0" y="0"/>
                  </a:cubicBezTo>
                  <a:cubicBezTo>
                    <a:pt x="6" y="8"/>
                    <a:pt x="31" y="48"/>
                    <a:pt x="57" y="62"/>
                  </a:cubicBezTo>
                </a:path>
              </a:pathLst>
            </a:custGeom>
            <a:solidFill>
              <a:srgbClr val="C17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065" name="Freeform 537">
              <a:extLst>
                <a:ext uri="{FF2B5EF4-FFF2-40B4-BE49-F238E27FC236}">
                  <a16:creationId xmlns:a16="http://schemas.microsoft.com/office/drawing/2014/main" id="{42810917-E291-4139-A6A5-1B0A629CFF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1" y="1259"/>
              <a:ext cx="57" cy="65"/>
            </a:xfrm>
            <a:custGeom>
              <a:avLst/>
              <a:gdLst>
                <a:gd name="T0" fmla="*/ 130 w 36"/>
                <a:gd name="T1" fmla="*/ 0 h 41"/>
                <a:gd name="T2" fmla="*/ 0 w 36"/>
                <a:gd name="T3" fmla="*/ 149 h 41"/>
                <a:gd name="T4" fmla="*/ 100 w 36"/>
                <a:gd name="T5" fmla="*/ 116 h 41"/>
                <a:gd name="T6" fmla="*/ 136 w 36"/>
                <a:gd name="T7" fmla="*/ 16 h 41"/>
                <a:gd name="T8" fmla="*/ 143 w 36"/>
                <a:gd name="T9" fmla="*/ 8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41">
                  <a:moveTo>
                    <a:pt x="33" y="0"/>
                  </a:moveTo>
                  <a:cubicBezTo>
                    <a:pt x="24" y="14"/>
                    <a:pt x="19" y="39"/>
                    <a:pt x="0" y="37"/>
                  </a:cubicBezTo>
                  <a:cubicBezTo>
                    <a:pt x="12" y="38"/>
                    <a:pt x="17" y="41"/>
                    <a:pt x="25" y="29"/>
                  </a:cubicBezTo>
                  <a:cubicBezTo>
                    <a:pt x="30" y="22"/>
                    <a:pt x="36" y="12"/>
                    <a:pt x="34" y="4"/>
                  </a:cubicBezTo>
                  <a:cubicBezTo>
                    <a:pt x="35" y="3"/>
                    <a:pt x="35" y="2"/>
                    <a:pt x="36" y="2"/>
                  </a:cubicBezTo>
                </a:path>
              </a:pathLst>
            </a:custGeom>
            <a:solidFill>
              <a:srgbClr val="C17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066" name="Freeform 538">
              <a:extLst>
                <a:ext uri="{FF2B5EF4-FFF2-40B4-BE49-F238E27FC236}">
                  <a16:creationId xmlns:a16="http://schemas.microsoft.com/office/drawing/2014/main" id="{4E196140-E08F-4CA1-9091-8404DC85CC3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4" y="1302"/>
              <a:ext cx="144" cy="22"/>
            </a:xfrm>
            <a:custGeom>
              <a:avLst/>
              <a:gdLst>
                <a:gd name="T0" fmla="*/ 0 w 90"/>
                <a:gd name="T1" fmla="*/ 0 h 14"/>
                <a:gd name="T2" fmla="*/ 157 w 90"/>
                <a:gd name="T3" fmla="*/ 14 h 14"/>
                <a:gd name="T4" fmla="*/ 368 w 90"/>
                <a:gd name="T5" fmla="*/ 35 h 14"/>
                <a:gd name="T6" fmla="*/ 226 w 90"/>
                <a:gd name="T7" fmla="*/ 47 h 14"/>
                <a:gd name="T8" fmla="*/ 82 w 90"/>
                <a:gd name="T9" fmla="*/ 13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0" h="14">
                  <a:moveTo>
                    <a:pt x="0" y="0"/>
                  </a:moveTo>
                  <a:cubicBezTo>
                    <a:pt x="13" y="0"/>
                    <a:pt x="25" y="2"/>
                    <a:pt x="38" y="4"/>
                  </a:cubicBezTo>
                  <a:cubicBezTo>
                    <a:pt x="55" y="6"/>
                    <a:pt x="74" y="6"/>
                    <a:pt x="90" y="9"/>
                  </a:cubicBezTo>
                  <a:cubicBezTo>
                    <a:pt x="79" y="11"/>
                    <a:pt x="67" y="14"/>
                    <a:pt x="55" y="12"/>
                  </a:cubicBezTo>
                  <a:cubicBezTo>
                    <a:pt x="43" y="9"/>
                    <a:pt x="33" y="2"/>
                    <a:pt x="20" y="3"/>
                  </a:cubicBezTo>
                </a:path>
              </a:pathLst>
            </a:custGeom>
            <a:solidFill>
              <a:srgbClr val="C17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067" name="Freeform 539">
              <a:extLst>
                <a:ext uri="{FF2B5EF4-FFF2-40B4-BE49-F238E27FC236}">
                  <a16:creationId xmlns:a16="http://schemas.microsoft.com/office/drawing/2014/main" id="{0638E61C-6C71-4E56-99D0-B3156E7367E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1" y="1275"/>
              <a:ext cx="191" cy="44"/>
            </a:xfrm>
            <a:custGeom>
              <a:avLst/>
              <a:gdLst>
                <a:gd name="T0" fmla="*/ 380 w 120"/>
                <a:gd name="T1" fmla="*/ 42 h 28"/>
                <a:gd name="T2" fmla="*/ 183 w 120"/>
                <a:gd name="T3" fmla="*/ 82 h 28"/>
                <a:gd name="T4" fmla="*/ 0 w 120"/>
                <a:gd name="T5" fmla="*/ 77 h 28"/>
                <a:gd name="T6" fmla="*/ 244 w 120"/>
                <a:gd name="T7" fmla="*/ 22 h 28"/>
                <a:gd name="T8" fmla="*/ 484 w 120"/>
                <a:gd name="T9" fmla="*/ 35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0" h="28">
                  <a:moveTo>
                    <a:pt x="94" y="11"/>
                  </a:moveTo>
                  <a:cubicBezTo>
                    <a:pt x="77" y="12"/>
                    <a:pt x="61" y="18"/>
                    <a:pt x="45" y="21"/>
                  </a:cubicBezTo>
                  <a:cubicBezTo>
                    <a:pt x="32" y="23"/>
                    <a:pt x="11" y="28"/>
                    <a:pt x="0" y="20"/>
                  </a:cubicBezTo>
                  <a:cubicBezTo>
                    <a:pt x="19" y="20"/>
                    <a:pt x="42" y="10"/>
                    <a:pt x="60" y="6"/>
                  </a:cubicBezTo>
                  <a:cubicBezTo>
                    <a:pt x="81" y="1"/>
                    <a:pt x="102" y="0"/>
                    <a:pt x="120" y="9"/>
                  </a:cubicBezTo>
                </a:path>
              </a:pathLst>
            </a:custGeom>
            <a:solidFill>
              <a:srgbClr val="8E4C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068" name="Freeform 540">
              <a:extLst>
                <a:ext uri="{FF2B5EF4-FFF2-40B4-BE49-F238E27FC236}">
                  <a16:creationId xmlns:a16="http://schemas.microsoft.com/office/drawing/2014/main" id="{2757E5B6-02C2-4DBB-8039-CB33C71B6A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3" y="1302"/>
              <a:ext cx="145" cy="22"/>
            </a:xfrm>
            <a:custGeom>
              <a:avLst/>
              <a:gdLst>
                <a:gd name="T0" fmla="*/ 368 w 91"/>
                <a:gd name="T1" fmla="*/ 0 h 14"/>
                <a:gd name="T2" fmla="*/ 210 w 91"/>
                <a:gd name="T3" fmla="*/ 14 h 14"/>
                <a:gd name="T4" fmla="*/ 0 w 91"/>
                <a:gd name="T5" fmla="*/ 35 h 14"/>
                <a:gd name="T6" fmla="*/ 142 w 91"/>
                <a:gd name="T7" fmla="*/ 47 h 14"/>
                <a:gd name="T8" fmla="*/ 284 w 91"/>
                <a:gd name="T9" fmla="*/ 13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1" h="14">
                  <a:moveTo>
                    <a:pt x="91" y="0"/>
                  </a:moveTo>
                  <a:cubicBezTo>
                    <a:pt x="77" y="0"/>
                    <a:pt x="65" y="2"/>
                    <a:pt x="52" y="4"/>
                  </a:cubicBezTo>
                  <a:cubicBezTo>
                    <a:pt x="35" y="6"/>
                    <a:pt x="17" y="6"/>
                    <a:pt x="0" y="9"/>
                  </a:cubicBezTo>
                  <a:cubicBezTo>
                    <a:pt x="12" y="11"/>
                    <a:pt x="23" y="14"/>
                    <a:pt x="35" y="12"/>
                  </a:cubicBezTo>
                  <a:cubicBezTo>
                    <a:pt x="47" y="9"/>
                    <a:pt x="58" y="2"/>
                    <a:pt x="70" y="3"/>
                  </a:cubicBezTo>
                </a:path>
              </a:pathLst>
            </a:custGeom>
            <a:solidFill>
              <a:srgbClr val="C17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069" name="Freeform 541">
              <a:extLst>
                <a:ext uri="{FF2B5EF4-FFF2-40B4-BE49-F238E27FC236}">
                  <a16:creationId xmlns:a16="http://schemas.microsoft.com/office/drawing/2014/main" id="{21518368-807B-4E17-A192-3A8E80E4E78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3" y="2659"/>
              <a:ext cx="35" cy="347"/>
            </a:xfrm>
            <a:custGeom>
              <a:avLst/>
              <a:gdLst>
                <a:gd name="T0" fmla="*/ 0 w 22"/>
                <a:gd name="T1" fmla="*/ 0 h 218"/>
                <a:gd name="T2" fmla="*/ 81 w 22"/>
                <a:gd name="T3" fmla="*/ 879 h 218"/>
                <a:gd name="T4" fmla="*/ 0 w 22"/>
                <a:gd name="T5" fmla="*/ 0 h 2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218">
                  <a:moveTo>
                    <a:pt x="0" y="0"/>
                  </a:moveTo>
                  <a:cubicBezTo>
                    <a:pt x="0" y="41"/>
                    <a:pt x="10" y="145"/>
                    <a:pt x="20" y="218"/>
                  </a:cubicBezTo>
                  <a:cubicBezTo>
                    <a:pt x="22" y="174"/>
                    <a:pt x="13" y="39"/>
                    <a:pt x="0" y="0"/>
                  </a:cubicBezTo>
                </a:path>
              </a:pathLst>
            </a:custGeom>
            <a:solidFill>
              <a:srgbClr val="C17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070" name="Freeform 542">
              <a:extLst>
                <a:ext uri="{FF2B5EF4-FFF2-40B4-BE49-F238E27FC236}">
                  <a16:creationId xmlns:a16="http://schemas.microsoft.com/office/drawing/2014/main" id="{22C2EE6F-FAD1-497B-8D34-7AA0684489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0" y="2452"/>
              <a:ext cx="59" cy="115"/>
            </a:xfrm>
            <a:custGeom>
              <a:avLst/>
              <a:gdLst>
                <a:gd name="T0" fmla="*/ 97 w 37"/>
                <a:gd name="T1" fmla="*/ 16 h 72"/>
                <a:gd name="T2" fmla="*/ 110 w 37"/>
                <a:gd name="T3" fmla="*/ 107 h 72"/>
                <a:gd name="T4" fmla="*/ 110 w 37"/>
                <a:gd name="T5" fmla="*/ 187 h 72"/>
                <a:gd name="T6" fmla="*/ 77 w 37"/>
                <a:gd name="T7" fmla="*/ 257 h 72"/>
                <a:gd name="T8" fmla="*/ 0 w 37"/>
                <a:gd name="T9" fmla="*/ 286 h 72"/>
                <a:gd name="T10" fmla="*/ 77 w 37"/>
                <a:gd name="T11" fmla="*/ 286 h 72"/>
                <a:gd name="T12" fmla="*/ 142 w 37"/>
                <a:gd name="T13" fmla="*/ 192 h 72"/>
                <a:gd name="T14" fmla="*/ 104 w 37"/>
                <a:gd name="T15" fmla="*/ 0 h 7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7" h="72">
                  <a:moveTo>
                    <a:pt x="24" y="4"/>
                  </a:moveTo>
                  <a:cubicBezTo>
                    <a:pt x="24" y="12"/>
                    <a:pt x="26" y="19"/>
                    <a:pt x="27" y="26"/>
                  </a:cubicBezTo>
                  <a:cubicBezTo>
                    <a:pt x="28" y="33"/>
                    <a:pt x="28" y="39"/>
                    <a:pt x="27" y="46"/>
                  </a:cubicBezTo>
                  <a:cubicBezTo>
                    <a:pt x="26" y="52"/>
                    <a:pt x="24" y="59"/>
                    <a:pt x="19" y="63"/>
                  </a:cubicBezTo>
                  <a:cubicBezTo>
                    <a:pt x="13" y="68"/>
                    <a:pt x="7" y="68"/>
                    <a:pt x="0" y="70"/>
                  </a:cubicBezTo>
                  <a:cubicBezTo>
                    <a:pt x="6" y="72"/>
                    <a:pt x="14" y="71"/>
                    <a:pt x="19" y="70"/>
                  </a:cubicBezTo>
                  <a:cubicBezTo>
                    <a:pt x="27" y="67"/>
                    <a:pt x="34" y="56"/>
                    <a:pt x="35" y="47"/>
                  </a:cubicBezTo>
                  <a:cubicBezTo>
                    <a:pt x="37" y="30"/>
                    <a:pt x="29" y="16"/>
                    <a:pt x="26" y="0"/>
                  </a:cubicBezTo>
                </a:path>
              </a:pathLst>
            </a:custGeom>
            <a:solidFill>
              <a:srgbClr val="8E4C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071" name="Freeform 543">
              <a:extLst>
                <a:ext uri="{FF2B5EF4-FFF2-40B4-BE49-F238E27FC236}">
                  <a16:creationId xmlns:a16="http://schemas.microsoft.com/office/drawing/2014/main" id="{40CA3FB5-702B-48BD-9B8E-2D2A48DA8F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3" y="1558"/>
              <a:ext cx="37" cy="40"/>
            </a:xfrm>
            <a:custGeom>
              <a:avLst/>
              <a:gdLst>
                <a:gd name="T0" fmla="*/ 26 w 23"/>
                <a:gd name="T1" fmla="*/ 13 h 25"/>
                <a:gd name="T2" fmla="*/ 60 w 23"/>
                <a:gd name="T3" fmla="*/ 90 h 25"/>
                <a:gd name="T4" fmla="*/ 90 w 23"/>
                <a:gd name="T5" fmla="*/ 48 h 25"/>
                <a:gd name="T6" fmla="*/ 50 w 23"/>
                <a:gd name="T7" fmla="*/ 0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25">
                  <a:moveTo>
                    <a:pt x="6" y="3"/>
                  </a:moveTo>
                  <a:cubicBezTo>
                    <a:pt x="0" y="11"/>
                    <a:pt x="3" y="25"/>
                    <a:pt x="14" y="22"/>
                  </a:cubicBezTo>
                  <a:cubicBezTo>
                    <a:pt x="18" y="21"/>
                    <a:pt x="21" y="17"/>
                    <a:pt x="22" y="12"/>
                  </a:cubicBezTo>
                  <a:cubicBezTo>
                    <a:pt x="23" y="5"/>
                    <a:pt x="18" y="2"/>
                    <a:pt x="12" y="0"/>
                  </a:cubicBezTo>
                </a:path>
              </a:pathLst>
            </a:custGeom>
            <a:solidFill>
              <a:srgbClr val="8E4C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072" name="Freeform 544">
              <a:extLst>
                <a:ext uri="{FF2B5EF4-FFF2-40B4-BE49-F238E27FC236}">
                  <a16:creationId xmlns:a16="http://schemas.microsoft.com/office/drawing/2014/main" id="{A31ECA5D-6FEE-421B-A8B5-8F54C760DE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4" y="1558"/>
              <a:ext cx="52" cy="54"/>
            </a:xfrm>
            <a:custGeom>
              <a:avLst/>
              <a:gdLst>
                <a:gd name="T0" fmla="*/ 61 w 33"/>
                <a:gd name="T1" fmla="*/ 0 h 34"/>
                <a:gd name="T2" fmla="*/ 22 w 33"/>
                <a:gd name="T3" fmla="*/ 81 h 34"/>
                <a:gd name="T4" fmla="*/ 102 w 33"/>
                <a:gd name="T5" fmla="*/ 13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34">
                  <a:moveTo>
                    <a:pt x="16" y="0"/>
                  </a:moveTo>
                  <a:cubicBezTo>
                    <a:pt x="7" y="0"/>
                    <a:pt x="0" y="10"/>
                    <a:pt x="6" y="20"/>
                  </a:cubicBezTo>
                  <a:cubicBezTo>
                    <a:pt x="15" y="34"/>
                    <a:pt x="33" y="17"/>
                    <a:pt x="26" y="3"/>
                  </a:cubicBezTo>
                </a:path>
              </a:pathLst>
            </a:custGeom>
            <a:solidFill>
              <a:srgbClr val="8E4C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073" name="Freeform 545">
              <a:extLst>
                <a:ext uri="{FF2B5EF4-FFF2-40B4-BE49-F238E27FC236}">
                  <a16:creationId xmlns:a16="http://schemas.microsoft.com/office/drawing/2014/main" id="{7D887A29-01EB-47AD-B27A-1B5A80B2F4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3" y="2122"/>
              <a:ext cx="12" cy="21"/>
            </a:xfrm>
            <a:custGeom>
              <a:avLst/>
              <a:gdLst>
                <a:gd name="T0" fmla="*/ 0 w 8"/>
                <a:gd name="T1" fmla="*/ 0 h 13"/>
                <a:gd name="T2" fmla="*/ 27 w 8"/>
                <a:gd name="T3" fmla="*/ 55 h 13"/>
                <a:gd name="T4" fmla="*/ 8 w 8"/>
                <a:gd name="T5" fmla="*/ 0 h 13"/>
                <a:gd name="T6" fmla="*/ 0 w 8"/>
                <a:gd name="T7" fmla="*/ 0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13">
                  <a:moveTo>
                    <a:pt x="0" y="0"/>
                  </a:moveTo>
                  <a:cubicBezTo>
                    <a:pt x="2" y="4"/>
                    <a:pt x="5" y="10"/>
                    <a:pt x="8" y="13"/>
                  </a:cubicBezTo>
                  <a:cubicBezTo>
                    <a:pt x="5" y="10"/>
                    <a:pt x="3" y="3"/>
                    <a:pt x="2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074" name="Freeform 546">
              <a:extLst>
                <a:ext uri="{FF2B5EF4-FFF2-40B4-BE49-F238E27FC236}">
                  <a16:creationId xmlns:a16="http://schemas.microsoft.com/office/drawing/2014/main" id="{93B6754D-FC20-4A7F-90C8-376E8E0B175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9" y="1529"/>
              <a:ext cx="5" cy="172"/>
            </a:xfrm>
            <a:custGeom>
              <a:avLst/>
              <a:gdLst>
                <a:gd name="T0" fmla="*/ 0 w 3"/>
                <a:gd name="T1" fmla="*/ 436 h 108"/>
                <a:gd name="T2" fmla="*/ 0 w 3"/>
                <a:gd name="T3" fmla="*/ 432 h 108"/>
                <a:gd name="T4" fmla="*/ 0 w 3"/>
                <a:gd name="T5" fmla="*/ 0 h 10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108">
                  <a:moveTo>
                    <a:pt x="0" y="108"/>
                  </a:moveTo>
                  <a:cubicBezTo>
                    <a:pt x="0" y="107"/>
                    <a:pt x="0" y="107"/>
                    <a:pt x="0" y="107"/>
                  </a:cubicBezTo>
                  <a:cubicBezTo>
                    <a:pt x="2" y="71"/>
                    <a:pt x="3" y="7"/>
                    <a:pt x="0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075" name="Freeform 547">
              <a:extLst>
                <a:ext uri="{FF2B5EF4-FFF2-40B4-BE49-F238E27FC236}">
                  <a16:creationId xmlns:a16="http://schemas.microsoft.com/office/drawing/2014/main" id="{4EF234E7-30E8-4710-AAA4-6AC43815BB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2" y="1568"/>
              <a:ext cx="1" cy="4"/>
            </a:xfrm>
            <a:custGeom>
              <a:avLst/>
              <a:gdLst>
                <a:gd name="T0" fmla="*/ 0 w 1"/>
                <a:gd name="T1" fmla="*/ 7 h 3"/>
                <a:gd name="T2" fmla="*/ 1 w 1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cubicBezTo>
                    <a:pt x="0" y="2"/>
                    <a:pt x="0" y="1"/>
                    <a:pt x="1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076" name="Freeform 548">
              <a:extLst>
                <a:ext uri="{FF2B5EF4-FFF2-40B4-BE49-F238E27FC236}">
                  <a16:creationId xmlns:a16="http://schemas.microsoft.com/office/drawing/2014/main" id="{84700C15-1005-4C66-98D6-5617793684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2" y="1558"/>
              <a:ext cx="33" cy="38"/>
            </a:xfrm>
            <a:custGeom>
              <a:avLst/>
              <a:gdLst>
                <a:gd name="T0" fmla="*/ 39 w 21"/>
                <a:gd name="T1" fmla="*/ 0 h 24"/>
                <a:gd name="T2" fmla="*/ 82 w 21"/>
                <a:gd name="T3" fmla="*/ 48 h 24"/>
                <a:gd name="T4" fmla="*/ 39 w 21"/>
                <a:gd name="T5" fmla="*/ 95 h 24"/>
                <a:gd name="T6" fmla="*/ 0 w 21"/>
                <a:gd name="T7" fmla="*/ 68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24">
                  <a:moveTo>
                    <a:pt x="10" y="0"/>
                  </a:moveTo>
                  <a:cubicBezTo>
                    <a:pt x="16" y="0"/>
                    <a:pt x="21" y="6"/>
                    <a:pt x="21" y="12"/>
                  </a:cubicBezTo>
                  <a:cubicBezTo>
                    <a:pt x="21" y="19"/>
                    <a:pt x="16" y="24"/>
                    <a:pt x="10" y="24"/>
                  </a:cubicBezTo>
                  <a:cubicBezTo>
                    <a:pt x="6" y="24"/>
                    <a:pt x="2" y="22"/>
                    <a:pt x="0" y="17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077" name="Oval 549">
              <a:extLst>
                <a:ext uri="{FF2B5EF4-FFF2-40B4-BE49-F238E27FC236}">
                  <a16:creationId xmlns:a16="http://schemas.microsoft.com/office/drawing/2014/main" id="{C7D9DC63-4070-4873-9D26-FE5A7252BE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83" y="1572"/>
              <a:ext cx="9" cy="12"/>
            </a:xfrm>
            <a:prstGeom prst="ellipse">
              <a:avLst/>
            </a:prstGeom>
            <a:noFill/>
            <a:ln w="635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078" name="Freeform 550">
              <a:extLst>
                <a:ext uri="{FF2B5EF4-FFF2-40B4-BE49-F238E27FC236}">
                  <a16:creationId xmlns:a16="http://schemas.microsoft.com/office/drawing/2014/main" id="{EE76E21B-88DC-4793-BFE6-A16D15549C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3" y="1290"/>
              <a:ext cx="155" cy="20"/>
            </a:xfrm>
            <a:custGeom>
              <a:avLst/>
              <a:gdLst>
                <a:gd name="T0" fmla="*/ 0 w 97"/>
                <a:gd name="T1" fmla="*/ 5 h 12"/>
                <a:gd name="T2" fmla="*/ 35 w 97"/>
                <a:gd name="T3" fmla="*/ 8 h 12"/>
                <a:gd name="T4" fmla="*/ 77 w 97"/>
                <a:gd name="T5" fmla="*/ 13 h 12"/>
                <a:gd name="T6" fmla="*/ 217 w 97"/>
                <a:gd name="T7" fmla="*/ 37 h 12"/>
                <a:gd name="T8" fmla="*/ 265 w 97"/>
                <a:gd name="T9" fmla="*/ 47 h 12"/>
                <a:gd name="T10" fmla="*/ 396 w 97"/>
                <a:gd name="T11" fmla="*/ 47 h 12"/>
                <a:gd name="T12" fmla="*/ 265 w 97"/>
                <a:gd name="T13" fmla="*/ 37 h 12"/>
                <a:gd name="T14" fmla="*/ 217 w 97"/>
                <a:gd name="T15" fmla="*/ 28 h 12"/>
                <a:gd name="T16" fmla="*/ 77 w 97"/>
                <a:gd name="T17" fmla="*/ 5 h 12"/>
                <a:gd name="T18" fmla="*/ 35 w 97"/>
                <a:gd name="T19" fmla="*/ 0 h 12"/>
                <a:gd name="T20" fmla="*/ 0 w 97"/>
                <a:gd name="T21" fmla="*/ 5 h 1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7" h="12">
                  <a:moveTo>
                    <a:pt x="0" y="1"/>
                  </a:moveTo>
                  <a:cubicBezTo>
                    <a:pt x="9" y="2"/>
                    <a:pt x="9" y="2"/>
                    <a:pt x="9" y="2"/>
                  </a:cubicBezTo>
                  <a:cubicBezTo>
                    <a:pt x="13" y="3"/>
                    <a:pt x="19" y="3"/>
                    <a:pt x="19" y="3"/>
                  </a:cubicBezTo>
                  <a:cubicBezTo>
                    <a:pt x="30" y="4"/>
                    <a:pt x="43" y="6"/>
                    <a:pt x="53" y="8"/>
                  </a:cubicBezTo>
                  <a:cubicBezTo>
                    <a:pt x="65" y="10"/>
                    <a:pt x="65" y="10"/>
                    <a:pt x="65" y="10"/>
                  </a:cubicBezTo>
                  <a:cubicBezTo>
                    <a:pt x="76" y="12"/>
                    <a:pt x="90" y="11"/>
                    <a:pt x="97" y="10"/>
                  </a:cubicBezTo>
                  <a:cubicBezTo>
                    <a:pt x="90" y="11"/>
                    <a:pt x="76" y="10"/>
                    <a:pt x="65" y="8"/>
                  </a:cubicBezTo>
                  <a:cubicBezTo>
                    <a:pt x="53" y="6"/>
                    <a:pt x="53" y="6"/>
                    <a:pt x="53" y="6"/>
                  </a:cubicBezTo>
                  <a:cubicBezTo>
                    <a:pt x="43" y="4"/>
                    <a:pt x="31" y="2"/>
                    <a:pt x="19" y="1"/>
                  </a:cubicBezTo>
                  <a:cubicBezTo>
                    <a:pt x="19" y="1"/>
                    <a:pt x="13" y="1"/>
                    <a:pt x="9" y="0"/>
                  </a:cubicBezTo>
                  <a:cubicBezTo>
                    <a:pt x="9" y="0"/>
                    <a:pt x="0" y="1"/>
                    <a:pt x="0" y="1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079" name="Freeform 551">
              <a:extLst>
                <a:ext uri="{FF2B5EF4-FFF2-40B4-BE49-F238E27FC236}">
                  <a16:creationId xmlns:a16="http://schemas.microsoft.com/office/drawing/2014/main" id="{66563B04-1D9A-4AD6-8456-B01C435FED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0" y="1227"/>
              <a:ext cx="73" cy="79"/>
            </a:xfrm>
            <a:custGeom>
              <a:avLst/>
              <a:gdLst>
                <a:gd name="T0" fmla="*/ 94 w 46"/>
                <a:gd name="T1" fmla="*/ 185 h 50"/>
                <a:gd name="T2" fmla="*/ 81 w 46"/>
                <a:gd name="T3" fmla="*/ 190 h 50"/>
                <a:gd name="T4" fmla="*/ 68 w 46"/>
                <a:gd name="T5" fmla="*/ 185 h 50"/>
                <a:gd name="T6" fmla="*/ 0 w 46"/>
                <a:gd name="T7" fmla="*/ 87 h 50"/>
                <a:gd name="T8" fmla="*/ 68 w 46"/>
                <a:gd name="T9" fmla="*/ 193 h 50"/>
                <a:gd name="T10" fmla="*/ 81 w 46"/>
                <a:gd name="T11" fmla="*/ 198 h 50"/>
                <a:gd name="T12" fmla="*/ 94 w 46"/>
                <a:gd name="T13" fmla="*/ 193 h 50"/>
                <a:gd name="T14" fmla="*/ 184 w 46"/>
                <a:gd name="T15" fmla="*/ 0 h 50"/>
                <a:gd name="T16" fmla="*/ 94 w 46"/>
                <a:gd name="T17" fmla="*/ 185 h 5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6" h="50">
                  <a:moveTo>
                    <a:pt x="23" y="47"/>
                  </a:moveTo>
                  <a:cubicBezTo>
                    <a:pt x="20" y="48"/>
                    <a:pt x="20" y="48"/>
                    <a:pt x="20" y="48"/>
                  </a:cubicBezTo>
                  <a:cubicBezTo>
                    <a:pt x="17" y="47"/>
                    <a:pt x="17" y="47"/>
                    <a:pt x="17" y="47"/>
                  </a:cubicBezTo>
                  <a:cubicBezTo>
                    <a:pt x="13" y="47"/>
                    <a:pt x="6" y="37"/>
                    <a:pt x="0" y="22"/>
                  </a:cubicBezTo>
                  <a:cubicBezTo>
                    <a:pt x="3" y="28"/>
                    <a:pt x="10" y="48"/>
                    <a:pt x="17" y="49"/>
                  </a:cubicBezTo>
                  <a:cubicBezTo>
                    <a:pt x="20" y="50"/>
                    <a:pt x="20" y="50"/>
                    <a:pt x="20" y="50"/>
                  </a:cubicBezTo>
                  <a:cubicBezTo>
                    <a:pt x="23" y="49"/>
                    <a:pt x="23" y="49"/>
                    <a:pt x="23" y="49"/>
                  </a:cubicBezTo>
                  <a:cubicBezTo>
                    <a:pt x="32" y="48"/>
                    <a:pt x="42" y="19"/>
                    <a:pt x="46" y="0"/>
                  </a:cubicBezTo>
                  <a:cubicBezTo>
                    <a:pt x="42" y="20"/>
                    <a:pt x="30" y="46"/>
                    <a:pt x="23" y="47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080" name="Freeform 552">
              <a:extLst>
                <a:ext uri="{FF2B5EF4-FFF2-40B4-BE49-F238E27FC236}">
                  <a16:creationId xmlns:a16="http://schemas.microsoft.com/office/drawing/2014/main" id="{CE1834C6-1D6C-4E15-BCD2-241C6E7324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3" y="2170"/>
              <a:ext cx="41" cy="17"/>
            </a:xfrm>
            <a:custGeom>
              <a:avLst/>
              <a:gdLst>
                <a:gd name="T0" fmla="*/ 0 w 26"/>
                <a:gd name="T1" fmla="*/ 36 h 11"/>
                <a:gd name="T2" fmla="*/ 52 w 26"/>
                <a:gd name="T3" fmla="*/ 0 h 11"/>
                <a:gd name="T4" fmla="*/ 103 w 26"/>
                <a:gd name="T5" fmla="*/ 4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11">
                  <a:moveTo>
                    <a:pt x="0" y="10"/>
                  </a:moveTo>
                  <a:cubicBezTo>
                    <a:pt x="6" y="2"/>
                    <a:pt x="7" y="0"/>
                    <a:pt x="13" y="0"/>
                  </a:cubicBezTo>
                  <a:cubicBezTo>
                    <a:pt x="18" y="0"/>
                    <a:pt x="20" y="2"/>
                    <a:pt x="26" y="11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081" name="Freeform 553">
              <a:extLst>
                <a:ext uri="{FF2B5EF4-FFF2-40B4-BE49-F238E27FC236}">
                  <a16:creationId xmlns:a16="http://schemas.microsoft.com/office/drawing/2014/main" id="{1F9CAA31-39EA-491C-BE70-C8C2A5F97A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1" y="2179"/>
              <a:ext cx="25" cy="15"/>
            </a:xfrm>
            <a:custGeom>
              <a:avLst/>
              <a:gdLst>
                <a:gd name="T0" fmla="*/ 0 w 16"/>
                <a:gd name="T1" fmla="*/ 0 h 9"/>
                <a:gd name="T2" fmla="*/ 61 w 16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9">
                  <a:moveTo>
                    <a:pt x="0" y="0"/>
                  </a:moveTo>
                  <a:cubicBezTo>
                    <a:pt x="2" y="9"/>
                    <a:pt x="14" y="9"/>
                    <a:pt x="16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082" name="Freeform 554">
              <a:extLst>
                <a:ext uri="{FF2B5EF4-FFF2-40B4-BE49-F238E27FC236}">
                  <a16:creationId xmlns:a16="http://schemas.microsoft.com/office/drawing/2014/main" id="{F8909414-6ACA-4DFE-AA54-83CFB9DFDC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2" y="2536"/>
              <a:ext cx="8" cy="137"/>
            </a:xfrm>
            <a:custGeom>
              <a:avLst/>
              <a:gdLst>
                <a:gd name="T0" fmla="*/ 0 w 5"/>
                <a:gd name="T1" fmla="*/ 0 h 86"/>
                <a:gd name="T2" fmla="*/ 5 w 5"/>
                <a:gd name="T3" fmla="*/ 145 h 86"/>
                <a:gd name="T4" fmla="*/ 16 w 5"/>
                <a:gd name="T5" fmla="*/ 347 h 8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86">
                  <a:moveTo>
                    <a:pt x="0" y="0"/>
                  </a:moveTo>
                  <a:cubicBezTo>
                    <a:pt x="0" y="11"/>
                    <a:pt x="2" y="30"/>
                    <a:pt x="1" y="36"/>
                  </a:cubicBezTo>
                  <a:cubicBezTo>
                    <a:pt x="1" y="44"/>
                    <a:pt x="5" y="79"/>
                    <a:pt x="4" y="86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083" name="Freeform 555">
              <a:extLst>
                <a:ext uri="{FF2B5EF4-FFF2-40B4-BE49-F238E27FC236}">
                  <a16:creationId xmlns:a16="http://schemas.microsoft.com/office/drawing/2014/main" id="{72FEA551-CDAE-4A64-81CF-AFD6A58B630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3" y="2544"/>
              <a:ext cx="5" cy="123"/>
            </a:xfrm>
            <a:custGeom>
              <a:avLst/>
              <a:gdLst>
                <a:gd name="T0" fmla="*/ 8 w 3"/>
                <a:gd name="T1" fmla="*/ 0 h 77"/>
                <a:gd name="T2" fmla="*/ 5 w 3"/>
                <a:gd name="T3" fmla="*/ 110 h 77"/>
                <a:gd name="T4" fmla="*/ 8 w 3"/>
                <a:gd name="T5" fmla="*/ 313 h 7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77">
                  <a:moveTo>
                    <a:pt x="2" y="0"/>
                  </a:moveTo>
                  <a:cubicBezTo>
                    <a:pt x="2" y="8"/>
                    <a:pt x="1" y="19"/>
                    <a:pt x="1" y="27"/>
                  </a:cubicBezTo>
                  <a:cubicBezTo>
                    <a:pt x="0" y="38"/>
                    <a:pt x="3" y="72"/>
                    <a:pt x="2" y="77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084" name="Freeform 556">
              <a:extLst>
                <a:ext uri="{FF2B5EF4-FFF2-40B4-BE49-F238E27FC236}">
                  <a16:creationId xmlns:a16="http://schemas.microsoft.com/office/drawing/2014/main" id="{A4547635-24C6-475C-B0F5-2B6D1A5ACF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3" y="2531"/>
              <a:ext cx="8" cy="118"/>
            </a:xfrm>
            <a:custGeom>
              <a:avLst/>
              <a:gdLst>
                <a:gd name="T0" fmla="*/ 13 w 5"/>
                <a:gd name="T1" fmla="*/ 0 h 74"/>
                <a:gd name="T2" fmla="*/ 13 w 5"/>
                <a:gd name="T3" fmla="*/ 89 h 74"/>
                <a:gd name="T4" fmla="*/ 0 w 5"/>
                <a:gd name="T5" fmla="*/ 300 h 7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74">
                  <a:moveTo>
                    <a:pt x="3" y="0"/>
                  </a:moveTo>
                  <a:cubicBezTo>
                    <a:pt x="4" y="7"/>
                    <a:pt x="5" y="13"/>
                    <a:pt x="3" y="22"/>
                  </a:cubicBezTo>
                  <a:cubicBezTo>
                    <a:pt x="1" y="34"/>
                    <a:pt x="0" y="74"/>
                    <a:pt x="0" y="74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085" name="Freeform 557">
              <a:extLst>
                <a:ext uri="{FF2B5EF4-FFF2-40B4-BE49-F238E27FC236}">
                  <a16:creationId xmlns:a16="http://schemas.microsoft.com/office/drawing/2014/main" id="{C3E910E2-A3B0-4B7A-A3CB-3E2BFD34771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5" y="2490"/>
              <a:ext cx="8" cy="10"/>
            </a:xfrm>
            <a:custGeom>
              <a:avLst/>
              <a:gdLst>
                <a:gd name="T0" fmla="*/ 21 w 5"/>
                <a:gd name="T1" fmla="*/ 0 h 6"/>
                <a:gd name="T2" fmla="*/ 0 w 5"/>
                <a:gd name="T3" fmla="*/ 28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6">
                  <a:moveTo>
                    <a:pt x="5" y="0"/>
                  </a:moveTo>
                  <a:cubicBezTo>
                    <a:pt x="3" y="2"/>
                    <a:pt x="2" y="4"/>
                    <a:pt x="0" y="6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086" name="Freeform 558">
              <a:extLst>
                <a:ext uri="{FF2B5EF4-FFF2-40B4-BE49-F238E27FC236}">
                  <a16:creationId xmlns:a16="http://schemas.microsoft.com/office/drawing/2014/main" id="{F94B55F4-0D7E-453E-9741-BD441DDAFF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2" y="4007"/>
              <a:ext cx="35" cy="20"/>
            </a:xfrm>
            <a:custGeom>
              <a:avLst/>
              <a:gdLst>
                <a:gd name="T0" fmla="*/ 0 w 22"/>
                <a:gd name="T1" fmla="*/ 34 h 13"/>
                <a:gd name="T2" fmla="*/ 73 w 22"/>
                <a:gd name="T3" fmla="*/ 40 h 13"/>
                <a:gd name="T4" fmla="*/ 81 w 22"/>
                <a:gd name="T5" fmla="*/ 14 h 13"/>
                <a:gd name="T6" fmla="*/ 21 w 22"/>
                <a:gd name="T7" fmla="*/ 8 h 13"/>
                <a:gd name="T8" fmla="*/ 0 w 22"/>
                <a:gd name="T9" fmla="*/ 34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13">
                  <a:moveTo>
                    <a:pt x="0" y="9"/>
                  </a:moveTo>
                  <a:cubicBezTo>
                    <a:pt x="3" y="6"/>
                    <a:pt x="16" y="8"/>
                    <a:pt x="18" y="11"/>
                  </a:cubicBezTo>
                  <a:cubicBezTo>
                    <a:pt x="20" y="13"/>
                    <a:pt x="22" y="6"/>
                    <a:pt x="20" y="4"/>
                  </a:cubicBezTo>
                  <a:cubicBezTo>
                    <a:pt x="17" y="1"/>
                    <a:pt x="9" y="0"/>
                    <a:pt x="5" y="2"/>
                  </a:cubicBezTo>
                  <a:cubicBezTo>
                    <a:pt x="1" y="3"/>
                    <a:pt x="0" y="9"/>
                    <a:pt x="0" y="9"/>
                  </a:cubicBezTo>
                  <a:close/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087" name="Freeform 559">
              <a:extLst>
                <a:ext uri="{FF2B5EF4-FFF2-40B4-BE49-F238E27FC236}">
                  <a16:creationId xmlns:a16="http://schemas.microsoft.com/office/drawing/2014/main" id="{67648238-7B2C-42ED-98C9-DFBD5C0050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7" y="3986"/>
              <a:ext cx="28" cy="59"/>
            </a:xfrm>
            <a:custGeom>
              <a:avLst/>
              <a:gdLst>
                <a:gd name="T0" fmla="*/ 76 w 17"/>
                <a:gd name="T1" fmla="*/ 0 h 37"/>
                <a:gd name="T2" fmla="*/ 20 w 17"/>
                <a:gd name="T3" fmla="*/ 77 h 37"/>
                <a:gd name="T4" fmla="*/ 8 w 17"/>
                <a:gd name="T5" fmla="*/ 150 h 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37">
                  <a:moveTo>
                    <a:pt x="17" y="0"/>
                  </a:moveTo>
                  <a:cubicBezTo>
                    <a:pt x="14" y="7"/>
                    <a:pt x="6" y="11"/>
                    <a:pt x="4" y="19"/>
                  </a:cubicBezTo>
                  <a:cubicBezTo>
                    <a:pt x="2" y="25"/>
                    <a:pt x="0" y="32"/>
                    <a:pt x="2" y="37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088" name="Freeform 560">
              <a:extLst>
                <a:ext uri="{FF2B5EF4-FFF2-40B4-BE49-F238E27FC236}">
                  <a16:creationId xmlns:a16="http://schemas.microsoft.com/office/drawing/2014/main" id="{8C1860AB-69A1-4D8F-97FE-5AB48248DCF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0" y="3975"/>
              <a:ext cx="31" cy="70"/>
            </a:xfrm>
            <a:custGeom>
              <a:avLst/>
              <a:gdLst>
                <a:gd name="T0" fmla="*/ 74 w 20"/>
                <a:gd name="T1" fmla="*/ 0 h 44"/>
                <a:gd name="T2" fmla="*/ 48 w 20"/>
                <a:gd name="T3" fmla="*/ 46 h 44"/>
                <a:gd name="T4" fmla="*/ 22 w 20"/>
                <a:gd name="T5" fmla="*/ 103 h 44"/>
                <a:gd name="T6" fmla="*/ 22 w 20"/>
                <a:gd name="T7" fmla="*/ 177 h 4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44">
                  <a:moveTo>
                    <a:pt x="20" y="0"/>
                  </a:moveTo>
                  <a:cubicBezTo>
                    <a:pt x="15" y="3"/>
                    <a:pt x="15" y="4"/>
                    <a:pt x="13" y="11"/>
                  </a:cubicBezTo>
                  <a:cubicBezTo>
                    <a:pt x="11" y="18"/>
                    <a:pt x="8" y="22"/>
                    <a:pt x="6" y="26"/>
                  </a:cubicBezTo>
                  <a:cubicBezTo>
                    <a:pt x="4" y="30"/>
                    <a:pt x="0" y="38"/>
                    <a:pt x="6" y="44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089" name="Freeform 561">
              <a:extLst>
                <a:ext uri="{FF2B5EF4-FFF2-40B4-BE49-F238E27FC236}">
                  <a16:creationId xmlns:a16="http://schemas.microsoft.com/office/drawing/2014/main" id="{0D6641BE-1D5A-43E6-83E9-34B0F14497B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1" y="3967"/>
              <a:ext cx="38" cy="64"/>
            </a:xfrm>
            <a:custGeom>
              <a:avLst/>
              <a:gdLst>
                <a:gd name="T0" fmla="*/ 95 w 24"/>
                <a:gd name="T1" fmla="*/ 0 h 40"/>
                <a:gd name="T2" fmla="*/ 40 w 24"/>
                <a:gd name="T3" fmla="*/ 67 h 40"/>
                <a:gd name="T4" fmla="*/ 13 w 24"/>
                <a:gd name="T5" fmla="*/ 128 h 40"/>
                <a:gd name="T6" fmla="*/ 5 w 24"/>
                <a:gd name="T7" fmla="*/ 163 h 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40">
                  <a:moveTo>
                    <a:pt x="24" y="0"/>
                  </a:moveTo>
                  <a:cubicBezTo>
                    <a:pt x="19" y="3"/>
                    <a:pt x="12" y="10"/>
                    <a:pt x="10" y="16"/>
                  </a:cubicBezTo>
                  <a:cubicBezTo>
                    <a:pt x="7" y="21"/>
                    <a:pt x="6" y="25"/>
                    <a:pt x="3" y="31"/>
                  </a:cubicBezTo>
                  <a:cubicBezTo>
                    <a:pt x="1" y="34"/>
                    <a:pt x="0" y="37"/>
                    <a:pt x="1" y="4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090" name="Freeform 562">
              <a:extLst>
                <a:ext uri="{FF2B5EF4-FFF2-40B4-BE49-F238E27FC236}">
                  <a16:creationId xmlns:a16="http://schemas.microsoft.com/office/drawing/2014/main" id="{5D1E9142-D05F-48A4-837E-97C56B97A03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0" y="3959"/>
              <a:ext cx="43" cy="56"/>
            </a:xfrm>
            <a:custGeom>
              <a:avLst/>
              <a:gdLst>
                <a:gd name="T0" fmla="*/ 108 w 27"/>
                <a:gd name="T1" fmla="*/ 0 h 35"/>
                <a:gd name="T2" fmla="*/ 53 w 27"/>
                <a:gd name="T3" fmla="*/ 46 h 35"/>
                <a:gd name="T4" fmla="*/ 5 w 27"/>
                <a:gd name="T5" fmla="*/ 115 h 35"/>
                <a:gd name="T6" fmla="*/ 0 w 27"/>
                <a:gd name="T7" fmla="*/ 144 h 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35">
                  <a:moveTo>
                    <a:pt x="27" y="0"/>
                  </a:moveTo>
                  <a:cubicBezTo>
                    <a:pt x="22" y="3"/>
                    <a:pt x="17" y="7"/>
                    <a:pt x="13" y="11"/>
                  </a:cubicBezTo>
                  <a:cubicBezTo>
                    <a:pt x="10" y="16"/>
                    <a:pt x="3" y="19"/>
                    <a:pt x="1" y="28"/>
                  </a:cubicBezTo>
                  <a:cubicBezTo>
                    <a:pt x="1" y="31"/>
                    <a:pt x="0" y="33"/>
                    <a:pt x="0" y="35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091" name="Freeform 563">
              <a:extLst>
                <a:ext uri="{FF2B5EF4-FFF2-40B4-BE49-F238E27FC236}">
                  <a16:creationId xmlns:a16="http://schemas.microsoft.com/office/drawing/2014/main" id="{AD5BF88B-BE57-450B-8FE3-E27035AF264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5" y="4023"/>
              <a:ext cx="24" cy="16"/>
            </a:xfrm>
            <a:custGeom>
              <a:avLst/>
              <a:gdLst>
                <a:gd name="T0" fmla="*/ 5 w 15"/>
                <a:gd name="T1" fmla="*/ 35 h 10"/>
                <a:gd name="T2" fmla="*/ 56 w 15"/>
                <a:gd name="T3" fmla="*/ 35 h 10"/>
                <a:gd name="T4" fmla="*/ 34 w 15"/>
                <a:gd name="T5" fmla="*/ 0 h 10"/>
                <a:gd name="T6" fmla="*/ 5 w 15"/>
                <a:gd name="T7" fmla="*/ 35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0">
                  <a:moveTo>
                    <a:pt x="1" y="9"/>
                  </a:moveTo>
                  <a:cubicBezTo>
                    <a:pt x="6" y="10"/>
                    <a:pt x="12" y="10"/>
                    <a:pt x="14" y="9"/>
                  </a:cubicBezTo>
                  <a:cubicBezTo>
                    <a:pt x="15" y="8"/>
                    <a:pt x="15" y="1"/>
                    <a:pt x="8" y="0"/>
                  </a:cubicBezTo>
                  <a:cubicBezTo>
                    <a:pt x="1" y="0"/>
                    <a:pt x="0" y="8"/>
                    <a:pt x="1" y="9"/>
                  </a:cubicBezTo>
                  <a:close/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092" name="Freeform 564">
              <a:extLst>
                <a:ext uri="{FF2B5EF4-FFF2-40B4-BE49-F238E27FC236}">
                  <a16:creationId xmlns:a16="http://schemas.microsoft.com/office/drawing/2014/main" id="{A03381DB-6100-4460-B9D0-E47D893A68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6" y="4015"/>
              <a:ext cx="22" cy="14"/>
            </a:xfrm>
            <a:custGeom>
              <a:avLst/>
              <a:gdLst>
                <a:gd name="T0" fmla="*/ 5 w 14"/>
                <a:gd name="T1" fmla="*/ 26 h 9"/>
                <a:gd name="T2" fmla="*/ 49 w 14"/>
                <a:gd name="T3" fmla="*/ 30 h 9"/>
                <a:gd name="T4" fmla="*/ 22 w 14"/>
                <a:gd name="T5" fmla="*/ 0 h 9"/>
                <a:gd name="T6" fmla="*/ 5 w 14"/>
                <a:gd name="T7" fmla="*/ 26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9">
                  <a:moveTo>
                    <a:pt x="1" y="7"/>
                  </a:moveTo>
                  <a:cubicBezTo>
                    <a:pt x="5" y="8"/>
                    <a:pt x="12" y="9"/>
                    <a:pt x="13" y="8"/>
                  </a:cubicBezTo>
                  <a:cubicBezTo>
                    <a:pt x="14" y="7"/>
                    <a:pt x="13" y="0"/>
                    <a:pt x="6" y="0"/>
                  </a:cubicBezTo>
                  <a:cubicBezTo>
                    <a:pt x="2" y="0"/>
                    <a:pt x="0" y="6"/>
                    <a:pt x="1" y="7"/>
                  </a:cubicBezTo>
                  <a:close/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093" name="Freeform 565">
              <a:extLst>
                <a:ext uri="{FF2B5EF4-FFF2-40B4-BE49-F238E27FC236}">
                  <a16:creationId xmlns:a16="http://schemas.microsoft.com/office/drawing/2014/main" id="{D2C65620-23DD-4572-BB45-8C37428884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2" y="4008"/>
              <a:ext cx="22" cy="13"/>
            </a:xfrm>
            <a:custGeom>
              <a:avLst/>
              <a:gdLst>
                <a:gd name="T0" fmla="*/ 5 w 14"/>
                <a:gd name="T1" fmla="*/ 29 h 8"/>
                <a:gd name="T2" fmla="*/ 49 w 14"/>
                <a:gd name="T3" fmla="*/ 29 h 8"/>
                <a:gd name="T4" fmla="*/ 22 w 14"/>
                <a:gd name="T5" fmla="*/ 0 h 8"/>
                <a:gd name="T6" fmla="*/ 5 w 14"/>
                <a:gd name="T7" fmla="*/ 29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8">
                  <a:moveTo>
                    <a:pt x="1" y="7"/>
                  </a:moveTo>
                  <a:cubicBezTo>
                    <a:pt x="5" y="6"/>
                    <a:pt x="11" y="8"/>
                    <a:pt x="13" y="7"/>
                  </a:cubicBezTo>
                  <a:cubicBezTo>
                    <a:pt x="14" y="6"/>
                    <a:pt x="13" y="0"/>
                    <a:pt x="6" y="0"/>
                  </a:cubicBezTo>
                  <a:cubicBezTo>
                    <a:pt x="2" y="0"/>
                    <a:pt x="0" y="6"/>
                    <a:pt x="1" y="7"/>
                  </a:cubicBezTo>
                  <a:close/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094" name="Freeform 566">
              <a:extLst>
                <a:ext uri="{FF2B5EF4-FFF2-40B4-BE49-F238E27FC236}">
                  <a16:creationId xmlns:a16="http://schemas.microsoft.com/office/drawing/2014/main" id="{8EF66F02-6772-43DE-8BBF-394BEB4EE7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1" y="4016"/>
              <a:ext cx="6" cy="21"/>
            </a:xfrm>
            <a:custGeom>
              <a:avLst/>
              <a:gdLst>
                <a:gd name="T0" fmla="*/ 0 w 4"/>
                <a:gd name="T1" fmla="*/ 0 h 13"/>
                <a:gd name="T2" fmla="*/ 0 w 4"/>
                <a:gd name="T3" fmla="*/ 55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3">
                  <a:moveTo>
                    <a:pt x="0" y="0"/>
                  </a:moveTo>
                  <a:cubicBezTo>
                    <a:pt x="2" y="5"/>
                    <a:pt x="4" y="7"/>
                    <a:pt x="0" y="13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095" name="Freeform 567">
              <a:extLst>
                <a:ext uri="{FF2B5EF4-FFF2-40B4-BE49-F238E27FC236}">
                  <a16:creationId xmlns:a16="http://schemas.microsoft.com/office/drawing/2014/main" id="{438F8FE8-07D3-4CD6-8ABA-3AD3E0D381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7" y="3836"/>
              <a:ext cx="3" cy="24"/>
            </a:xfrm>
            <a:custGeom>
              <a:avLst/>
              <a:gdLst>
                <a:gd name="T0" fmla="*/ 8 w 2"/>
                <a:gd name="T1" fmla="*/ 0 h 15"/>
                <a:gd name="T2" fmla="*/ 0 w 2"/>
                <a:gd name="T3" fmla="*/ 61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5">
                  <a:moveTo>
                    <a:pt x="2" y="0"/>
                  </a:moveTo>
                  <a:cubicBezTo>
                    <a:pt x="2" y="3"/>
                    <a:pt x="0" y="15"/>
                    <a:pt x="0" y="15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096" name="Freeform 568">
              <a:extLst>
                <a:ext uri="{FF2B5EF4-FFF2-40B4-BE49-F238E27FC236}">
                  <a16:creationId xmlns:a16="http://schemas.microsoft.com/office/drawing/2014/main" id="{91AB19C6-0367-412C-8F82-0E8DE2E526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2" y="4007"/>
              <a:ext cx="36" cy="20"/>
            </a:xfrm>
            <a:custGeom>
              <a:avLst/>
              <a:gdLst>
                <a:gd name="T0" fmla="*/ 88 w 23"/>
                <a:gd name="T1" fmla="*/ 34 h 13"/>
                <a:gd name="T2" fmla="*/ 14 w 23"/>
                <a:gd name="T3" fmla="*/ 40 h 13"/>
                <a:gd name="T4" fmla="*/ 8 w 23"/>
                <a:gd name="T5" fmla="*/ 14 h 13"/>
                <a:gd name="T6" fmla="*/ 69 w 23"/>
                <a:gd name="T7" fmla="*/ 8 h 13"/>
                <a:gd name="T8" fmla="*/ 88 w 23"/>
                <a:gd name="T9" fmla="*/ 34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3">
                  <a:moveTo>
                    <a:pt x="23" y="9"/>
                  </a:moveTo>
                  <a:cubicBezTo>
                    <a:pt x="20" y="6"/>
                    <a:pt x="7" y="8"/>
                    <a:pt x="4" y="11"/>
                  </a:cubicBezTo>
                  <a:cubicBezTo>
                    <a:pt x="2" y="13"/>
                    <a:pt x="0" y="6"/>
                    <a:pt x="2" y="4"/>
                  </a:cubicBezTo>
                  <a:cubicBezTo>
                    <a:pt x="6" y="1"/>
                    <a:pt x="13" y="0"/>
                    <a:pt x="18" y="2"/>
                  </a:cubicBezTo>
                  <a:cubicBezTo>
                    <a:pt x="21" y="3"/>
                    <a:pt x="23" y="9"/>
                    <a:pt x="23" y="9"/>
                  </a:cubicBezTo>
                  <a:close/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097" name="Freeform 569">
              <a:extLst>
                <a:ext uri="{FF2B5EF4-FFF2-40B4-BE49-F238E27FC236}">
                  <a16:creationId xmlns:a16="http://schemas.microsoft.com/office/drawing/2014/main" id="{95EBBFD3-BAA2-4091-8FAB-8ABD1F48AF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6" y="3986"/>
              <a:ext cx="27" cy="59"/>
            </a:xfrm>
            <a:custGeom>
              <a:avLst/>
              <a:gdLst>
                <a:gd name="T0" fmla="*/ 0 w 17"/>
                <a:gd name="T1" fmla="*/ 0 h 37"/>
                <a:gd name="T2" fmla="*/ 52 w 17"/>
                <a:gd name="T3" fmla="*/ 77 h 37"/>
                <a:gd name="T4" fmla="*/ 56 w 17"/>
                <a:gd name="T5" fmla="*/ 150 h 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37">
                  <a:moveTo>
                    <a:pt x="0" y="0"/>
                  </a:moveTo>
                  <a:cubicBezTo>
                    <a:pt x="2" y="7"/>
                    <a:pt x="10" y="11"/>
                    <a:pt x="13" y="19"/>
                  </a:cubicBezTo>
                  <a:cubicBezTo>
                    <a:pt x="15" y="25"/>
                    <a:pt x="17" y="32"/>
                    <a:pt x="14" y="37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098" name="Freeform 570">
              <a:extLst>
                <a:ext uri="{FF2B5EF4-FFF2-40B4-BE49-F238E27FC236}">
                  <a16:creationId xmlns:a16="http://schemas.microsoft.com/office/drawing/2014/main" id="{B066B711-6CE0-476C-AAEC-959C13875B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7" y="3975"/>
              <a:ext cx="33" cy="70"/>
            </a:xfrm>
            <a:custGeom>
              <a:avLst/>
              <a:gdLst>
                <a:gd name="T0" fmla="*/ 0 w 21"/>
                <a:gd name="T1" fmla="*/ 0 h 44"/>
                <a:gd name="T2" fmla="*/ 31 w 21"/>
                <a:gd name="T3" fmla="*/ 46 h 44"/>
                <a:gd name="T4" fmla="*/ 60 w 21"/>
                <a:gd name="T5" fmla="*/ 103 h 44"/>
                <a:gd name="T6" fmla="*/ 55 w 21"/>
                <a:gd name="T7" fmla="*/ 177 h 4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44">
                  <a:moveTo>
                    <a:pt x="0" y="0"/>
                  </a:moveTo>
                  <a:cubicBezTo>
                    <a:pt x="5" y="3"/>
                    <a:pt x="6" y="4"/>
                    <a:pt x="8" y="11"/>
                  </a:cubicBezTo>
                  <a:cubicBezTo>
                    <a:pt x="9" y="18"/>
                    <a:pt x="12" y="22"/>
                    <a:pt x="15" y="26"/>
                  </a:cubicBezTo>
                  <a:cubicBezTo>
                    <a:pt x="17" y="30"/>
                    <a:pt x="21" y="38"/>
                    <a:pt x="14" y="44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099" name="Freeform 571">
              <a:extLst>
                <a:ext uri="{FF2B5EF4-FFF2-40B4-BE49-F238E27FC236}">
                  <a16:creationId xmlns:a16="http://schemas.microsoft.com/office/drawing/2014/main" id="{23EB0FA7-0532-41F4-A720-51F6980942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9" y="3967"/>
              <a:ext cx="39" cy="64"/>
            </a:xfrm>
            <a:custGeom>
              <a:avLst/>
              <a:gdLst>
                <a:gd name="T0" fmla="*/ 0 w 24"/>
                <a:gd name="T1" fmla="*/ 0 h 40"/>
                <a:gd name="T2" fmla="*/ 63 w 24"/>
                <a:gd name="T3" fmla="*/ 67 h 40"/>
                <a:gd name="T4" fmla="*/ 96 w 24"/>
                <a:gd name="T5" fmla="*/ 128 h 40"/>
                <a:gd name="T6" fmla="*/ 102 w 24"/>
                <a:gd name="T7" fmla="*/ 163 h 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40">
                  <a:moveTo>
                    <a:pt x="0" y="0"/>
                  </a:moveTo>
                  <a:cubicBezTo>
                    <a:pt x="5" y="3"/>
                    <a:pt x="13" y="10"/>
                    <a:pt x="15" y="16"/>
                  </a:cubicBezTo>
                  <a:cubicBezTo>
                    <a:pt x="17" y="21"/>
                    <a:pt x="19" y="25"/>
                    <a:pt x="22" y="31"/>
                  </a:cubicBezTo>
                  <a:cubicBezTo>
                    <a:pt x="23" y="34"/>
                    <a:pt x="24" y="37"/>
                    <a:pt x="24" y="4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100" name="Freeform 572">
              <a:extLst>
                <a:ext uri="{FF2B5EF4-FFF2-40B4-BE49-F238E27FC236}">
                  <a16:creationId xmlns:a16="http://schemas.microsoft.com/office/drawing/2014/main" id="{85182E18-237C-44B1-9FE1-8078477D9E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5" y="3959"/>
              <a:ext cx="45" cy="56"/>
            </a:xfrm>
            <a:custGeom>
              <a:avLst/>
              <a:gdLst>
                <a:gd name="T0" fmla="*/ 0 w 28"/>
                <a:gd name="T1" fmla="*/ 0 h 35"/>
                <a:gd name="T2" fmla="*/ 59 w 28"/>
                <a:gd name="T3" fmla="*/ 46 h 35"/>
                <a:gd name="T4" fmla="*/ 111 w 28"/>
                <a:gd name="T5" fmla="*/ 115 h 35"/>
                <a:gd name="T6" fmla="*/ 116 w 28"/>
                <a:gd name="T7" fmla="*/ 144 h 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35">
                  <a:moveTo>
                    <a:pt x="0" y="0"/>
                  </a:moveTo>
                  <a:cubicBezTo>
                    <a:pt x="6" y="3"/>
                    <a:pt x="11" y="7"/>
                    <a:pt x="14" y="11"/>
                  </a:cubicBezTo>
                  <a:cubicBezTo>
                    <a:pt x="18" y="16"/>
                    <a:pt x="24" y="19"/>
                    <a:pt x="27" y="28"/>
                  </a:cubicBezTo>
                  <a:cubicBezTo>
                    <a:pt x="27" y="31"/>
                    <a:pt x="28" y="33"/>
                    <a:pt x="28" y="35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101" name="Freeform 573">
              <a:extLst>
                <a:ext uri="{FF2B5EF4-FFF2-40B4-BE49-F238E27FC236}">
                  <a16:creationId xmlns:a16="http://schemas.microsoft.com/office/drawing/2014/main" id="{146E9132-A79A-4150-B297-EB904522528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9" y="4023"/>
              <a:ext cx="24" cy="16"/>
            </a:xfrm>
            <a:custGeom>
              <a:avLst/>
              <a:gdLst>
                <a:gd name="T0" fmla="*/ 61 w 15"/>
                <a:gd name="T1" fmla="*/ 35 h 10"/>
                <a:gd name="T2" fmla="*/ 8 w 15"/>
                <a:gd name="T3" fmla="*/ 35 h 10"/>
                <a:gd name="T4" fmla="*/ 34 w 15"/>
                <a:gd name="T5" fmla="*/ 0 h 10"/>
                <a:gd name="T6" fmla="*/ 61 w 15"/>
                <a:gd name="T7" fmla="*/ 35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0">
                  <a:moveTo>
                    <a:pt x="15" y="9"/>
                  </a:moveTo>
                  <a:cubicBezTo>
                    <a:pt x="10" y="10"/>
                    <a:pt x="3" y="10"/>
                    <a:pt x="2" y="9"/>
                  </a:cubicBezTo>
                  <a:cubicBezTo>
                    <a:pt x="0" y="8"/>
                    <a:pt x="1" y="1"/>
                    <a:pt x="8" y="0"/>
                  </a:cubicBezTo>
                  <a:cubicBezTo>
                    <a:pt x="14" y="0"/>
                    <a:pt x="15" y="8"/>
                    <a:pt x="15" y="9"/>
                  </a:cubicBezTo>
                  <a:close/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102" name="Freeform 574">
              <a:extLst>
                <a:ext uri="{FF2B5EF4-FFF2-40B4-BE49-F238E27FC236}">
                  <a16:creationId xmlns:a16="http://schemas.microsoft.com/office/drawing/2014/main" id="{ECAC4857-4B18-4697-A3C8-565F8507DE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0" y="4015"/>
              <a:ext cx="23" cy="14"/>
            </a:xfrm>
            <a:custGeom>
              <a:avLst/>
              <a:gdLst>
                <a:gd name="T0" fmla="*/ 62 w 14"/>
                <a:gd name="T1" fmla="*/ 26 h 9"/>
                <a:gd name="T2" fmla="*/ 8 w 14"/>
                <a:gd name="T3" fmla="*/ 30 h 9"/>
                <a:gd name="T4" fmla="*/ 41 w 14"/>
                <a:gd name="T5" fmla="*/ 0 h 9"/>
                <a:gd name="T6" fmla="*/ 62 w 14"/>
                <a:gd name="T7" fmla="*/ 26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9">
                  <a:moveTo>
                    <a:pt x="14" y="7"/>
                  </a:moveTo>
                  <a:cubicBezTo>
                    <a:pt x="9" y="8"/>
                    <a:pt x="3" y="9"/>
                    <a:pt x="2" y="8"/>
                  </a:cubicBezTo>
                  <a:cubicBezTo>
                    <a:pt x="0" y="7"/>
                    <a:pt x="2" y="0"/>
                    <a:pt x="9" y="0"/>
                  </a:cubicBezTo>
                  <a:cubicBezTo>
                    <a:pt x="13" y="0"/>
                    <a:pt x="14" y="6"/>
                    <a:pt x="14" y="7"/>
                  </a:cubicBezTo>
                  <a:close/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103" name="Freeform 575">
              <a:extLst>
                <a:ext uri="{FF2B5EF4-FFF2-40B4-BE49-F238E27FC236}">
                  <a16:creationId xmlns:a16="http://schemas.microsoft.com/office/drawing/2014/main" id="{6EA86619-59E2-4EA4-9F27-20A2520BAF4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6" y="4008"/>
              <a:ext cx="21" cy="13"/>
            </a:xfrm>
            <a:custGeom>
              <a:avLst/>
              <a:gdLst>
                <a:gd name="T0" fmla="*/ 55 w 13"/>
                <a:gd name="T1" fmla="*/ 29 h 8"/>
                <a:gd name="T2" fmla="*/ 5 w 13"/>
                <a:gd name="T3" fmla="*/ 29 h 8"/>
                <a:gd name="T4" fmla="*/ 29 w 13"/>
                <a:gd name="T5" fmla="*/ 0 h 8"/>
                <a:gd name="T6" fmla="*/ 55 w 13"/>
                <a:gd name="T7" fmla="*/ 29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8">
                  <a:moveTo>
                    <a:pt x="13" y="7"/>
                  </a:moveTo>
                  <a:cubicBezTo>
                    <a:pt x="8" y="6"/>
                    <a:pt x="2" y="8"/>
                    <a:pt x="1" y="7"/>
                  </a:cubicBezTo>
                  <a:cubicBezTo>
                    <a:pt x="0" y="6"/>
                    <a:pt x="1" y="0"/>
                    <a:pt x="7" y="0"/>
                  </a:cubicBezTo>
                  <a:cubicBezTo>
                    <a:pt x="11" y="0"/>
                    <a:pt x="13" y="6"/>
                    <a:pt x="13" y="7"/>
                  </a:cubicBezTo>
                  <a:close/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104" name="Freeform 576">
              <a:extLst>
                <a:ext uri="{FF2B5EF4-FFF2-40B4-BE49-F238E27FC236}">
                  <a16:creationId xmlns:a16="http://schemas.microsoft.com/office/drawing/2014/main" id="{D244631A-0C69-408A-AD07-AF08CE8E7C1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1" y="4016"/>
              <a:ext cx="8" cy="21"/>
            </a:xfrm>
            <a:custGeom>
              <a:avLst/>
              <a:gdLst>
                <a:gd name="T0" fmla="*/ 16 w 5"/>
                <a:gd name="T1" fmla="*/ 0 h 13"/>
                <a:gd name="T2" fmla="*/ 21 w 5"/>
                <a:gd name="T3" fmla="*/ 55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3">
                  <a:moveTo>
                    <a:pt x="4" y="0"/>
                  </a:moveTo>
                  <a:cubicBezTo>
                    <a:pt x="2" y="5"/>
                    <a:pt x="0" y="7"/>
                    <a:pt x="5" y="13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105" name="Freeform 577">
              <a:extLst>
                <a:ext uri="{FF2B5EF4-FFF2-40B4-BE49-F238E27FC236}">
                  <a16:creationId xmlns:a16="http://schemas.microsoft.com/office/drawing/2014/main" id="{5AB08466-6E68-459F-AC7D-B9B127F4488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0" y="3836"/>
              <a:ext cx="3" cy="24"/>
            </a:xfrm>
            <a:custGeom>
              <a:avLst/>
              <a:gdLst>
                <a:gd name="T0" fmla="*/ 0 w 2"/>
                <a:gd name="T1" fmla="*/ 0 h 15"/>
                <a:gd name="T2" fmla="*/ 8 w 2"/>
                <a:gd name="T3" fmla="*/ 61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5">
                  <a:moveTo>
                    <a:pt x="0" y="0"/>
                  </a:moveTo>
                  <a:cubicBezTo>
                    <a:pt x="0" y="3"/>
                    <a:pt x="2" y="15"/>
                    <a:pt x="2" y="15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106" name="Freeform 578">
              <a:extLst>
                <a:ext uri="{FF2B5EF4-FFF2-40B4-BE49-F238E27FC236}">
                  <a16:creationId xmlns:a16="http://schemas.microsoft.com/office/drawing/2014/main" id="{C760007C-3CBA-45FF-82B3-EFD986F278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9" y="1924"/>
              <a:ext cx="54" cy="36"/>
            </a:xfrm>
            <a:custGeom>
              <a:avLst/>
              <a:gdLst>
                <a:gd name="T0" fmla="*/ 73 w 34"/>
                <a:gd name="T1" fmla="*/ 47 h 22"/>
                <a:gd name="T2" fmla="*/ 16 w 34"/>
                <a:gd name="T3" fmla="*/ 88 h 22"/>
                <a:gd name="T4" fmla="*/ 0 w 34"/>
                <a:gd name="T5" fmla="*/ 77 h 22"/>
                <a:gd name="T6" fmla="*/ 16 w 34"/>
                <a:gd name="T7" fmla="*/ 92 h 22"/>
                <a:gd name="T8" fmla="*/ 73 w 34"/>
                <a:gd name="T9" fmla="*/ 47 h 22"/>
                <a:gd name="T10" fmla="*/ 137 w 34"/>
                <a:gd name="T11" fmla="*/ 0 h 22"/>
                <a:gd name="T12" fmla="*/ 73 w 34"/>
                <a:gd name="T13" fmla="*/ 47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4" h="22">
                  <a:moveTo>
                    <a:pt x="18" y="11"/>
                  </a:moveTo>
                  <a:cubicBezTo>
                    <a:pt x="12" y="16"/>
                    <a:pt x="7" y="21"/>
                    <a:pt x="4" y="20"/>
                  </a:cubicBezTo>
                  <a:cubicBezTo>
                    <a:pt x="2" y="20"/>
                    <a:pt x="1" y="19"/>
                    <a:pt x="0" y="18"/>
                  </a:cubicBezTo>
                  <a:cubicBezTo>
                    <a:pt x="1" y="20"/>
                    <a:pt x="2" y="21"/>
                    <a:pt x="4" y="21"/>
                  </a:cubicBezTo>
                  <a:cubicBezTo>
                    <a:pt x="8" y="22"/>
                    <a:pt x="13" y="17"/>
                    <a:pt x="18" y="11"/>
                  </a:cubicBezTo>
                  <a:cubicBezTo>
                    <a:pt x="23" y="6"/>
                    <a:pt x="29" y="0"/>
                    <a:pt x="34" y="0"/>
                  </a:cubicBezTo>
                  <a:cubicBezTo>
                    <a:pt x="29" y="0"/>
                    <a:pt x="23" y="5"/>
                    <a:pt x="18" y="11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107" name="Freeform 579">
              <a:extLst>
                <a:ext uri="{FF2B5EF4-FFF2-40B4-BE49-F238E27FC236}">
                  <a16:creationId xmlns:a16="http://schemas.microsoft.com/office/drawing/2014/main" id="{AF579D4B-E6E2-4F19-9953-912179ECBB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9" y="1633"/>
              <a:ext cx="180" cy="33"/>
            </a:xfrm>
            <a:custGeom>
              <a:avLst/>
              <a:gdLst>
                <a:gd name="T0" fmla="*/ 0 w 113"/>
                <a:gd name="T1" fmla="*/ 0 h 21"/>
                <a:gd name="T2" fmla="*/ 352 w 113"/>
                <a:gd name="T3" fmla="*/ 39 h 21"/>
                <a:gd name="T4" fmla="*/ 457 w 113"/>
                <a:gd name="T5" fmla="*/ 20 h 21"/>
                <a:gd name="T6" fmla="*/ 352 w 113"/>
                <a:gd name="T7" fmla="*/ 31 h 21"/>
                <a:gd name="T8" fmla="*/ 0 w 113"/>
                <a:gd name="T9" fmla="*/ 0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3" h="21">
                  <a:moveTo>
                    <a:pt x="0" y="0"/>
                  </a:moveTo>
                  <a:cubicBezTo>
                    <a:pt x="22" y="21"/>
                    <a:pt x="56" y="15"/>
                    <a:pt x="87" y="10"/>
                  </a:cubicBezTo>
                  <a:cubicBezTo>
                    <a:pt x="96" y="8"/>
                    <a:pt x="105" y="5"/>
                    <a:pt x="113" y="5"/>
                  </a:cubicBezTo>
                  <a:cubicBezTo>
                    <a:pt x="105" y="5"/>
                    <a:pt x="96" y="6"/>
                    <a:pt x="87" y="8"/>
                  </a:cubicBezTo>
                  <a:cubicBezTo>
                    <a:pt x="56" y="13"/>
                    <a:pt x="21" y="20"/>
                    <a:pt x="0" y="0"/>
                  </a:cubicBezTo>
                </a:path>
              </a:pathLst>
            </a:custGeom>
            <a:solidFill>
              <a:srgbClr val="8E4C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108" name="Freeform 580">
              <a:extLst>
                <a:ext uri="{FF2B5EF4-FFF2-40B4-BE49-F238E27FC236}">
                  <a16:creationId xmlns:a16="http://schemas.microsoft.com/office/drawing/2014/main" id="{4C6B46CB-59A0-43EA-BD16-A2EEB52BE7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9" y="2291"/>
              <a:ext cx="119" cy="134"/>
            </a:xfrm>
            <a:custGeom>
              <a:avLst/>
              <a:gdLst>
                <a:gd name="T0" fmla="*/ 0 w 75"/>
                <a:gd name="T1" fmla="*/ 0 h 84"/>
                <a:gd name="T2" fmla="*/ 60 w 75"/>
                <a:gd name="T3" fmla="*/ 110 h 84"/>
                <a:gd name="T4" fmla="*/ 83 w 75"/>
                <a:gd name="T5" fmla="*/ 142 h 84"/>
                <a:gd name="T6" fmla="*/ 300 w 75"/>
                <a:gd name="T7" fmla="*/ 341 h 84"/>
                <a:gd name="T8" fmla="*/ 89 w 75"/>
                <a:gd name="T9" fmla="*/ 142 h 84"/>
                <a:gd name="T10" fmla="*/ 63 w 75"/>
                <a:gd name="T11" fmla="*/ 110 h 84"/>
                <a:gd name="T12" fmla="*/ 0 w 75"/>
                <a:gd name="T13" fmla="*/ 0 h 8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5" h="84">
                  <a:moveTo>
                    <a:pt x="0" y="0"/>
                  </a:moveTo>
                  <a:cubicBezTo>
                    <a:pt x="3" y="9"/>
                    <a:pt x="8" y="18"/>
                    <a:pt x="15" y="27"/>
                  </a:cubicBezTo>
                  <a:cubicBezTo>
                    <a:pt x="21" y="35"/>
                    <a:pt x="21" y="35"/>
                    <a:pt x="21" y="35"/>
                  </a:cubicBezTo>
                  <a:cubicBezTo>
                    <a:pt x="30" y="50"/>
                    <a:pt x="64" y="80"/>
                    <a:pt x="75" y="84"/>
                  </a:cubicBezTo>
                  <a:cubicBezTo>
                    <a:pt x="64" y="80"/>
                    <a:pt x="32" y="50"/>
                    <a:pt x="22" y="35"/>
                  </a:cubicBezTo>
                  <a:cubicBezTo>
                    <a:pt x="16" y="27"/>
                    <a:pt x="16" y="27"/>
                    <a:pt x="16" y="27"/>
                  </a:cubicBezTo>
                  <a:cubicBezTo>
                    <a:pt x="10" y="18"/>
                    <a:pt x="3" y="9"/>
                    <a:pt x="0" y="0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109" name="Freeform 581">
              <a:extLst>
                <a:ext uri="{FF2B5EF4-FFF2-40B4-BE49-F238E27FC236}">
                  <a16:creationId xmlns:a16="http://schemas.microsoft.com/office/drawing/2014/main" id="{A391C113-B8F4-4AF2-B402-DFEF491A02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2" y="2286"/>
              <a:ext cx="121" cy="134"/>
            </a:xfrm>
            <a:custGeom>
              <a:avLst/>
              <a:gdLst>
                <a:gd name="T0" fmla="*/ 244 w 76"/>
                <a:gd name="T1" fmla="*/ 110 h 84"/>
                <a:gd name="T2" fmla="*/ 218 w 76"/>
                <a:gd name="T3" fmla="*/ 145 h 84"/>
                <a:gd name="T4" fmla="*/ 0 w 76"/>
                <a:gd name="T5" fmla="*/ 341 h 84"/>
                <a:gd name="T6" fmla="*/ 223 w 76"/>
                <a:gd name="T7" fmla="*/ 145 h 84"/>
                <a:gd name="T8" fmla="*/ 245 w 76"/>
                <a:gd name="T9" fmla="*/ 110 h 84"/>
                <a:gd name="T10" fmla="*/ 307 w 76"/>
                <a:gd name="T11" fmla="*/ 0 h 84"/>
                <a:gd name="T12" fmla="*/ 244 w 76"/>
                <a:gd name="T13" fmla="*/ 110 h 8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6" h="84">
                  <a:moveTo>
                    <a:pt x="60" y="27"/>
                  </a:moveTo>
                  <a:cubicBezTo>
                    <a:pt x="54" y="36"/>
                    <a:pt x="54" y="36"/>
                    <a:pt x="54" y="36"/>
                  </a:cubicBezTo>
                  <a:cubicBezTo>
                    <a:pt x="44" y="50"/>
                    <a:pt x="12" y="80"/>
                    <a:pt x="0" y="84"/>
                  </a:cubicBezTo>
                  <a:cubicBezTo>
                    <a:pt x="12" y="80"/>
                    <a:pt x="45" y="51"/>
                    <a:pt x="55" y="36"/>
                  </a:cubicBezTo>
                  <a:cubicBezTo>
                    <a:pt x="61" y="27"/>
                    <a:pt x="61" y="27"/>
                    <a:pt x="61" y="27"/>
                  </a:cubicBezTo>
                  <a:cubicBezTo>
                    <a:pt x="68" y="19"/>
                    <a:pt x="73" y="10"/>
                    <a:pt x="76" y="0"/>
                  </a:cubicBezTo>
                  <a:cubicBezTo>
                    <a:pt x="73" y="9"/>
                    <a:pt x="66" y="19"/>
                    <a:pt x="60" y="27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110" name="Freeform 582">
              <a:extLst>
                <a:ext uri="{FF2B5EF4-FFF2-40B4-BE49-F238E27FC236}">
                  <a16:creationId xmlns:a16="http://schemas.microsoft.com/office/drawing/2014/main" id="{F56699D8-2247-4943-8B53-C1494FCD2B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5" y="2122"/>
              <a:ext cx="12" cy="21"/>
            </a:xfrm>
            <a:custGeom>
              <a:avLst/>
              <a:gdLst>
                <a:gd name="T0" fmla="*/ 0 w 8"/>
                <a:gd name="T1" fmla="*/ 55 h 13"/>
                <a:gd name="T2" fmla="*/ 0 w 8"/>
                <a:gd name="T3" fmla="*/ 55 h 13"/>
                <a:gd name="T4" fmla="*/ 27 w 8"/>
                <a:gd name="T5" fmla="*/ 0 h 13"/>
                <a:gd name="T6" fmla="*/ 21 w 8"/>
                <a:gd name="T7" fmla="*/ 0 h 13"/>
                <a:gd name="T8" fmla="*/ 0 w 8"/>
                <a:gd name="T9" fmla="*/ 55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13">
                  <a:moveTo>
                    <a:pt x="0" y="13"/>
                  </a:moveTo>
                  <a:cubicBezTo>
                    <a:pt x="0" y="13"/>
                    <a:pt x="0" y="13"/>
                    <a:pt x="0" y="13"/>
                  </a:cubicBezTo>
                  <a:cubicBezTo>
                    <a:pt x="3" y="10"/>
                    <a:pt x="6" y="4"/>
                    <a:pt x="8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5" y="3"/>
                    <a:pt x="3" y="10"/>
                    <a:pt x="0" y="13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111" name="Freeform 583">
              <a:extLst>
                <a:ext uri="{FF2B5EF4-FFF2-40B4-BE49-F238E27FC236}">
                  <a16:creationId xmlns:a16="http://schemas.microsoft.com/office/drawing/2014/main" id="{4EB55707-FBAA-4198-A08D-31381FD42C6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6" y="1529"/>
              <a:ext cx="5" cy="172"/>
            </a:xfrm>
            <a:custGeom>
              <a:avLst/>
              <a:gdLst>
                <a:gd name="T0" fmla="*/ 13 w 3"/>
                <a:gd name="T1" fmla="*/ 436 h 108"/>
                <a:gd name="T2" fmla="*/ 13 w 3"/>
                <a:gd name="T3" fmla="*/ 432 h 108"/>
                <a:gd name="T4" fmla="*/ 13 w 3"/>
                <a:gd name="T5" fmla="*/ 0 h 10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108">
                  <a:moveTo>
                    <a:pt x="3" y="108"/>
                  </a:moveTo>
                  <a:cubicBezTo>
                    <a:pt x="3" y="107"/>
                    <a:pt x="3" y="107"/>
                    <a:pt x="3" y="107"/>
                  </a:cubicBezTo>
                  <a:cubicBezTo>
                    <a:pt x="1" y="71"/>
                    <a:pt x="0" y="7"/>
                    <a:pt x="3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112" name="Freeform 584">
              <a:extLst>
                <a:ext uri="{FF2B5EF4-FFF2-40B4-BE49-F238E27FC236}">
                  <a16:creationId xmlns:a16="http://schemas.microsoft.com/office/drawing/2014/main" id="{949D3FAC-064C-4F9B-BD79-E8BAF5411DF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7" y="1568"/>
              <a:ext cx="1" cy="4"/>
            </a:xfrm>
            <a:custGeom>
              <a:avLst/>
              <a:gdLst>
                <a:gd name="T0" fmla="*/ 1 w 1"/>
                <a:gd name="T1" fmla="*/ 7 h 3"/>
                <a:gd name="T2" fmla="*/ 0 w 1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">
                  <a:moveTo>
                    <a:pt x="1" y="3"/>
                  </a:moveTo>
                  <a:cubicBezTo>
                    <a:pt x="1" y="2"/>
                    <a:pt x="1" y="1"/>
                    <a:pt x="0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113" name="Freeform 585">
              <a:extLst>
                <a:ext uri="{FF2B5EF4-FFF2-40B4-BE49-F238E27FC236}">
                  <a16:creationId xmlns:a16="http://schemas.microsoft.com/office/drawing/2014/main" id="{B7CE3D43-0C42-43DF-B8D6-F2A76658EA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5" y="1558"/>
              <a:ext cx="33" cy="38"/>
            </a:xfrm>
            <a:custGeom>
              <a:avLst/>
              <a:gdLst>
                <a:gd name="T0" fmla="*/ 42 w 21"/>
                <a:gd name="T1" fmla="*/ 0 h 24"/>
                <a:gd name="T2" fmla="*/ 0 w 21"/>
                <a:gd name="T3" fmla="*/ 48 h 24"/>
                <a:gd name="T4" fmla="*/ 42 w 21"/>
                <a:gd name="T5" fmla="*/ 95 h 24"/>
                <a:gd name="T6" fmla="*/ 82 w 21"/>
                <a:gd name="T7" fmla="*/ 68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24">
                  <a:moveTo>
                    <a:pt x="11" y="0"/>
                  </a:moveTo>
                  <a:cubicBezTo>
                    <a:pt x="5" y="0"/>
                    <a:pt x="0" y="6"/>
                    <a:pt x="0" y="12"/>
                  </a:cubicBezTo>
                  <a:cubicBezTo>
                    <a:pt x="0" y="19"/>
                    <a:pt x="5" y="24"/>
                    <a:pt x="11" y="24"/>
                  </a:cubicBezTo>
                  <a:cubicBezTo>
                    <a:pt x="15" y="24"/>
                    <a:pt x="19" y="22"/>
                    <a:pt x="21" y="17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114" name="Oval 586">
              <a:extLst>
                <a:ext uri="{FF2B5EF4-FFF2-40B4-BE49-F238E27FC236}">
                  <a16:creationId xmlns:a16="http://schemas.microsoft.com/office/drawing/2014/main" id="{C6971DA7-E6B6-4E69-B5FA-60CEFE16F0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8" y="1572"/>
              <a:ext cx="9" cy="12"/>
            </a:xfrm>
            <a:prstGeom prst="ellipse">
              <a:avLst/>
            </a:prstGeom>
            <a:noFill/>
            <a:ln w="635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115" name="Freeform 587">
              <a:extLst>
                <a:ext uri="{FF2B5EF4-FFF2-40B4-BE49-F238E27FC236}">
                  <a16:creationId xmlns:a16="http://schemas.microsoft.com/office/drawing/2014/main" id="{9C47FB55-FD3B-4EF8-954A-6445685628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2" y="1290"/>
              <a:ext cx="155" cy="20"/>
            </a:xfrm>
            <a:custGeom>
              <a:avLst/>
              <a:gdLst>
                <a:gd name="T0" fmla="*/ 320 w 97"/>
                <a:gd name="T1" fmla="*/ 5 h 12"/>
                <a:gd name="T2" fmla="*/ 179 w 97"/>
                <a:gd name="T3" fmla="*/ 28 h 12"/>
                <a:gd name="T4" fmla="*/ 129 w 97"/>
                <a:gd name="T5" fmla="*/ 37 h 12"/>
                <a:gd name="T6" fmla="*/ 0 w 97"/>
                <a:gd name="T7" fmla="*/ 47 h 12"/>
                <a:gd name="T8" fmla="*/ 129 w 97"/>
                <a:gd name="T9" fmla="*/ 47 h 12"/>
                <a:gd name="T10" fmla="*/ 179 w 97"/>
                <a:gd name="T11" fmla="*/ 37 h 12"/>
                <a:gd name="T12" fmla="*/ 320 w 97"/>
                <a:gd name="T13" fmla="*/ 13 h 12"/>
                <a:gd name="T14" fmla="*/ 360 w 97"/>
                <a:gd name="T15" fmla="*/ 8 h 12"/>
                <a:gd name="T16" fmla="*/ 396 w 97"/>
                <a:gd name="T17" fmla="*/ 5 h 12"/>
                <a:gd name="T18" fmla="*/ 360 w 97"/>
                <a:gd name="T19" fmla="*/ 0 h 12"/>
                <a:gd name="T20" fmla="*/ 320 w 97"/>
                <a:gd name="T21" fmla="*/ 5 h 1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7" h="12">
                  <a:moveTo>
                    <a:pt x="78" y="1"/>
                  </a:moveTo>
                  <a:cubicBezTo>
                    <a:pt x="66" y="2"/>
                    <a:pt x="54" y="4"/>
                    <a:pt x="44" y="6"/>
                  </a:cubicBezTo>
                  <a:cubicBezTo>
                    <a:pt x="32" y="8"/>
                    <a:pt x="32" y="8"/>
                    <a:pt x="32" y="8"/>
                  </a:cubicBezTo>
                  <a:cubicBezTo>
                    <a:pt x="21" y="10"/>
                    <a:pt x="7" y="11"/>
                    <a:pt x="0" y="10"/>
                  </a:cubicBezTo>
                  <a:cubicBezTo>
                    <a:pt x="7" y="11"/>
                    <a:pt x="21" y="12"/>
                    <a:pt x="32" y="10"/>
                  </a:cubicBezTo>
                  <a:cubicBezTo>
                    <a:pt x="44" y="8"/>
                    <a:pt x="44" y="8"/>
                    <a:pt x="44" y="8"/>
                  </a:cubicBezTo>
                  <a:cubicBezTo>
                    <a:pt x="54" y="6"/>
                    <a:pt x="67" y="4"/>
                    <a:pt x="78" y="3"/>
                  </a:cubicBezTo>
                  <a:cubicBezTo>
                    <a:pt x="83" y="2"/>
                    <a:pt x="88" y="2"/>
                    <a:pt x="88" y="2"/>
                  </a:cubicBezTo>
                  <a:cubicBezTo>
                    <a:pt x="88" y="2"/>
                    <a:pt x="97" y="1"/>
                    <a:pt x="97" y="1"/>
                  </a:cubicBezTo>
                  <a:cubicBezTo>
                    <a:pt x="88" y="0"/>
                    <a:pt x="88" y="0"/>
                    <a:pt x="88" y="0"/>
                  </a:cubicBezTo>
                  <a:cubicBezTo>
                    <a:pt x="88" y="0"/>
                    <a:pt x="82" y="0"/>
                    <a:pt x="78" y="1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116" name="Freeform 588">
              <a:extLst>
                <a:ext uri="{FF2B5EF4-FFF2-40B4-BE49-F238E27FC236}">
                  <a16:creationId xmlns:a16="http://schemas.microsoft.com/office/drawing/2014/main" id="{7635B265-CFB0-4281-9115-13C4F96E0AA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0" y="2536"/>
              <a:ext cx="8" cy="137"/>
            </a:xfrm>
            <a:custGeom>
              <a:avLst/>
              <a:gdLst>
                <a:gd name="T0" fmla="*/ 5 w 5"/>
                <a:gd name="T1" fmla="*/ 347 h 86"/>
                <a:gd name="T2" fmla="*/ 16 w 5"/>
                <a:gd name="T3" fmla="*/ 145 h 86"/>
                <a:gd name="T4" fmla="*/ 21 w 5"/>
                <a:gd name="T5" fmla="*/ 0 h 8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86">
                  <a:moveTo>
                    <a:pt x="1" y="86"/>
                  </a:moveTo>
                  <a:cubicBezTo>
                    <a:pt x="0" y="79"/>
                    <a:pt x="4" y="44"/>
                    <a:pt x="4" y="36"/>
                  </a:cubicBezTo>
                  <a:cubicBezTo>
                    <a:pt x="3" y="30"/>
                    <a:pt x="5" y="11"/>
                    <a:pt x="5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117" name="Freeform 589">
              <a:extLst>
                <a:ext uri="{FF2B5EF4-FFF2-40B4-BE49-F238E27FC236}">
                  <a16:creationId xmlns:a16="http://schemas.microsoft.com/office/drawing/2014/main" id="{D8234F8C-351B-4044-AA79-1DABBCACC4D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3" y="2544"/>
              <a:ext cx="4" cy="123"/>
            </a:xfrm>
            <a:custGeom>
              <a:avLst/>
              <a:gdLst>
                <a:gd name="T0" fmla="*/ 1 w 3"/>
                <a:gd name="T1" fmla="*/ 313 h 77"/>
                <a:gd name="T2" fmla="*/ 5 w 3"/>
                <a:gd name="T3" fmla="*/ 110 h 77"/>
                <a:gd name="T4" fmla="*/ 1 w 3"/>
                <a:gd name="T5" fmla="*/ 0 h 7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77">
                  <a:moveTo>
                    <a:pt x="1" y="77"/>
                  </a:moveTo>
                  <a:cubicBezTo>
                    <a:pt x="0" y="72"/>
                    <a:pt x="3" y="38"/>
                    <a:pt x="2" y="27"/>
                  </a:cubicBezTo>
                  <a:cubicBezTo>
                    <a:pt x="2" y="19"/>
                    <a:pt x="1" y="8"/>
                    <a:pt x="1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118" name="Freeform 590">
              <a:extLst>
                <a:ext uri="{FF2B5EF4-FFF2-40B4-BE49-F238E27FC236}">
                  <a16:creationId xmlns:a16="http://schemas.microsoft.com/office/drawing/2014/main" id="{984DAF74-440F-424E-8889-A0D48828B78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9" y="2531"/>
              <a:ext cx="8" cy="118"/>
            </a:xfrm>
            <a:custGeom>
              <a:avLst/>
              <a:gdLst>
                <a:gd name="T0" fmla="*/ 21 w 5"/>
                <a:gd name="T1" fmla="*/ 300 h 74"/>
                <a:gd name="T2" fmla="*/ 8 w 5"/>
                <a:gd name="T3" fmla="*/ 89 h 74"/>
                <a:gd name="T4" fmla="*/ 8 w 5"/>
                <a:gd name="T5" fmla="*/ 0 h 7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74">
                  <a:moveTo>
                    <a:pt x="5" y="74"/>
                  </a:moveTo>
                  <a:cubicBezTo>
                    <a:pt x="5" y="74"/>
                    <a:pt x="4" y="34"/>
                    <a:pt x="2" y="22"/>
                  </a:cubicBezTo>
                  <a:cubicBezTo>
                    <a:pt x="0" y="13"/>
                    <a:pt x="1" y="7"/>
                    <a:pt x="2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119" name="Freeform 591">
              <a:extLst>
                <a:ext uri="{FF2B5EF4-FFF2-40B4-BE49-F238E27FC236}">
                  <a16:creationId xmlns:a16="http://schemas.microsoft.com/office/drawing/2014/main" id="{A1EB99E3-A8C2-4AD8-B861-53B25AE3FFE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3" y="2487"/>
              <a:ext cx="12" cy="13"/>
            </a:xfrm>
            <a:custGeom>
              <a:avLst/>
              <a:gdLst>
                <a:gd name="T0" fmla="*/ 27 w 8"/>
                <a:gd name="T1" fmla="*/ 34 h 8"/>
                <a:gd name="T2" fmla="*/ 0 w 8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8">
                  <a:moveTo>
                    <a:pt x="8" y="8"/>
                  </a:moveTo>
                  <a:cubicBezTo>
                    <a:pt x="5" y="5"/>
                    <a:pt x="2" y="3"/>
                    <a:pt x="0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120" name="Freeform 592">
              <a:extLst>
                <a:ext uri="{FF2B5EF4-FFF2-40B4-BE49-F238E27FC236}">
                  <a16:creationId xmlns:a16="http://schemas.microsoft.com/office/drawing/2014/main" id="{D63815BF-788B-48D5-ACE7-EC97C77FAD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7" y="1924"/>
              <a:ext cx="54" cy="36"/>
            </a:xfrm>
            <a:custGeom>
              <a:avLst/>
              <a:gdLst>
                <a:gd name="T0" fmla="*/ 0 w 34"/>
                <a:gd name="T1" fmla="*/ 0 h 22"/>
                <a:gd name="T2" fmla="*/ 0 w 34"/>
                <a:gd name="T3" fmla="*/ 0 h 22"/>
                <a:gd name="T4" fmla="*/ 64 w 34"/>
                <a:gd name="T5" fmla="*/ 47 h 22"/>
                <a:gd name="T6" fmla="*/ 121 w 34"/>
                <a:gd name="T7" fmla="*/ 92 h 22"/>
                <a:gd name="T8" fmla="*/ 137 w 34"/>
                <a:gd name="T9" fmla="*/ 77 h 22"/>
                <a:gd name="T10" fmla="*/ 121 w 34"/>
                <a:gd name="T11" fmla="*/ 88 h 22"/>
                <a:gd name="T12" fmla="*/ 64 w 34"/>
                <a:gd name="T13" fmla="*/ 47 h 22"/>
                <a:gd name="T14" fmla="*/ 0 w 34"/>
                <a:gd name="T15" fmla="*/ 0 h 2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4" h="22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5" y="0"/>
                    <a:pt x="11" y="6"/>
                    <a:pt x="16" y="11"/>
                  </a:cubicBezTo>
                  <a:cubicBezTo>
                    <a:pt x="21" y="17"/>
                    <a:pt x="26" y="22"/>
                    <a:pt x="30" y="21"/>
                  </a:cubicBezTo>
                  <a:cubicBezTo>
                    <a:pt x="32" y="21"/>
                    <a:pt x="33" y="20"/>
                    <a:pt x="34" y="18"/>
                  </a:cubicBezTo>
                  <a:cubicBezTo>
                    <a:pt x="33" y="19"/>
                    <a:pt x="32" y="20"/>
                    <a:pt x="30" y="20"/>
                  </a:cubicBezTo>
                  <a:cubicBezTo>
                    <a:pt x="27" y="21"/>
                    <a:pt x="22" y="16"/>
                    <a:pt x="16" y="11"/>
                  </a:cubicBezTo>
                  <a:cubicBezTo>
                    <a:pt x="11" y="5"/>
                    <a:pt x="5" y="0"/>
                    <a:pt x="0" y="0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121" name="Freeform 593">
              <a:extLst>
                <a:ext uri="{FF2B5EF4-FFF2-40B4-BE49-F238E27FC236}">
                  <a16:creationId xmlns:a16="http://schemas.microsoft.com/office/drawing/2014/main" id="{6ED8C240-A8A3-42D4-93F8-D2302F9281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1" y="1633"/>
              <a:ext cx="180" cy="33"/>
            </a:xfrm>
            <a:custGeom>
              <a:avLst/>
              <a:gdLst>
                <a:gd name="T0" fmla="*/ 104 w 113"/>
                <a:gd name="T1" fmla="*/ 31 h 21"/>
                <a:gd name="T2" fmla="*/ 0 w 113"/>
                <a:gd name="T3" fmla="*/ 20 h 21"/>
                <a:gd name="T4" fmla="*/ 104 w 113"/>
                <a:gd name="T5" fmla="*/ 39 h 21"/>
                <a:gd name="T6" fmla="*/ 457 w 113"/>
                <a:gd name="T7" fmla="*/ 0 h 21"/>
                <a:gd name="T8" fmla="*/ 104 w 113"/>
                <a:gd name="T9" fmla="*/ 31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3" h="21">
                  <a:moveTo>
                    <a:pt x="26" y="8"/>
                  </a:moveTo>
                  <a:cubicBezTo>
                    <a:pt x="17" y="6"/>
                    <a:pt x="8" y="5"/>
                    <a:pt x="0" y="5"/>
                  </a:cubicBezTo>
                  <a:cubicBezTo>
                    <a:pt x="8" y="5"/>
                    <a:pt x="17" y="8"/>
                    <a:pt x="26" y="10"/>
                  </a:cubicBezTo>
                  <a:cubicBezTo>
                    <a:pt x="57" y="15"/>
                    <a:pt x="91" y="21"/>
                    <a:pt x="113" y="0"/>
                  </a:cubicBezTo>
                  <a:cubicBezTo>
                    <a:pt x="92" y="20"/>
                    <a:pt x="57" y="13"/>
                    <a:pt x="26" y="8"/>
                  </a:cubicBezTo>
                </a:path>
              </a:pathLst>
            </a:custGeom>
            <a:solidFill>
              <a:srgbClr val="8E4C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122" name="Freeform 594">
              <a:extLst>
                <a:ext uri="{FF2B5EF4-FFF2-40B4-BE49-F238E27FC236}">
                  <a16:creationId xmlns:a16="http://schemas.microsoft.com/office/drawing/2014/main" id="{F689FA2C-D319-4B83-8592-0AE3B81656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9" y="2144"/>
              <a:ext cx="40" cy="32"/>
            </a:xfrm>
            <a:custGeom>
              <a:avLst/>
              <a:gdLst>
                <a:gd name="T0" fmla="*/ 0 w 25"/>
                <a:gd name="T1" fmla="*/ 56 h 20"/>
                <a:gd name="T2" fmla="*/ 77 w 25"/>
                <a:gd name="T3" fmla="*/ 82 h 20"/>
                <a:gd name="T4" fmla="*/ 0 w 25"/>
                <a:gd name="T5" fmla="*/ 54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20">
                  <a:moveTo>
                    <a:pt x="0" y="14"/>
                  </a:moveTo>
                  <a:cubicBezTo>
                    <a:pt x="6" y="8"/>
                    <a:pt x="17" y="11"/>
                    <a:pt x="19" y="20"/>
                  </a:cubicBezTo>
                  <a:cubicBezTo>
                    <a:pt x="25" y="13"/>
                    <a:pt x="4" y="0"/>
                    <a:pt x="0" y="13"/>
                  </a:cubicBezTo>
                </a:path>
              </a:pathLst>
            </a:custGeom>
            <a:solidFill>
              <a:srgbClr val="C17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123" name="Freeform 595">
              <a:extLst>
                <a:ext uri="{FF2B5EF4-FFF2-40B4-BE49-F238E27FC236}">
                  <a16:creationId xmlns:a16="http://schemas.microsoft.com/office/drawing/2014/main" id="{922C816F-0C5C-4754-B866-A6D1669C9F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3" y="1509"/>
              <a:ext cx="31" cy="40"/>
            </a:xfrm>
            <a:custGeom>
              <a:avLst/>
              <a:gdLst>
                <a:gd name="T0" fmla="*/ 0 w 19"/>
                <a:gd name="T1" fmla="*/ 102 h 25"/>
                <a:gd name="T2" fmla="*/ 0 w 19"/>
                <a:gd name="T3" fmla="*/ 102 h 25"/>
                <a:gd name="T4" fmla="*/ 83 w 19"/>
                <a:gd name="T5" fmla="*/ 5 h 25"/>
                <a:gd name="T6" fmla="*/ 75 w 19"/>
                <a:gd name="T7" fmla="*/ 0 h 25"/>
                <a:gd name="T8" fmla="*/ 0 w 19"/>
                <a:gd name="T9" fmla="*/ 102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25">
                  <a:moveTo>
                    <a:pt x="0" y="25"/>
                  </a:moveTo>
                  <a:cubicBezTo>
                    <a:pt x="0" y="25"/>
                    <a:pt x="0" y="25"/>
                    <a:pt x="0" y="25"/>
                  </a:cubicBezTo>
                  <a:cubicBezTo>
                    <a:pt x="7" y="20"/>
                    <a:pt x="14" y="12"/>
                    <a:pt x="19" y="1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12" y="11"/>
                    <a:pt x="7" y="20"/>
                    <a:pt x="0" y="25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124" name="Freeform 596">
              <a:extLst>
                <a:ext uri="{FF2B5EF4-FFF2-40B4-BE49-F238E27FC236}">
                  <a16:creationId xmlns:a16="http://schemas.microsoft.com/office/drawing/2014/main" id="{BB63B92D-EF53-465A-9D55-802D0DEBE1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6" y="1509"/>
              <a:ext cx="31" cy="40"/>
            </a:xfrm>
            <a:custGeom>
              <a:avLst/>
              <a:gdLst>
                <a:gd name="T0" fmla="*/ 0 w 19"/>
                <a:gd name="T1" fmla="*/ 5 h 25"/>
                <a:gd name="T2" fmla="*/ 83 w 19"/>
                <a:gd name="T3" fmla="*/ 102 h 25"/>
                <a:gd name="T4" fmla="*/ 8 w 19"/>
                <a:gd name="T5" fmla="*/ 0 h 25"/>
                <a:gd name="T6" fmla="*/ 0 w 19"/>
                <a:gd name="T7" fmla="*/ 5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25">
                  <a:moveTo>
                    <a:pt x="0" y="1"/>
                  </a:moveTo>
                  <a:cubicBezTo>
                    <a:pt x="5" y="12"/>
                    <a:pt x="12" y="20"/>
                    <a:pt x="19" y="25"/>
                  </a:cubicBezTo>
                  <a:cubicBezTo>
                    <a:pt x="12" y="20"/>
                    <a:pt x="7" y="11"/>
                    <a:pt x="2" y="0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125" name="Freeform 597">
              <a:extLst>
                <a:ext uri="{FF2B5EF4-FFF2-40B4-BE49-F238E27FC236}">
                  <a16:creationId xmlns:a16="http://schemas.microsoft.com/office/drawing/2014/main" id="{C7EB3231-3262-4B88-AEC3-43873601809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3" y="2441"/>
              <a:ext cx="139" cy="126"/>
            </a:xfrm>
            <a:custGeom>
              <a:avLst/>
              <a:gdLst>
                <a:gd name="T0" fmla="*/ 48 w 87"/>
                <a:gd name="T1" fmla="*/ 0 h 79"/>
                <a:gd name="T2" fmla="*/ 54 w 87"/>
                <a:gd name="T3" fmla="*/ 81 h 79"/>
                <a:gd name="T4" fmla="*/ 171 w 87"/>
                <a:gd name="T5" fmla="*/ 321 h 79"/>
                <a:gd name="T6" fmla="*/ 299 w 87"/>
                <a:gd name="T7" fmla="*/ 77 h 79"/>
                <a:gd name="T8" fmla="*/ 299 w 87"/>
                <a:gd name="T9" fmla="*/ 33 h 7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7" h="79">
                  <a:moveTo>
                    <a:pt x="12" y="0"/>
                  </a:moveTo>
                  <a:cubicBezTo>
                    <a:pt x="14" y="7"/>
                    <a:pt x="15" y="15"/>
                    <a:pt x="13" y="20"/>
                  </a:cubicBezTo>
                  <a:cubicBezTo>
                    <a:pt x="10" y="28"/>
                    <a:pt x="0" y="79"/>
                    <a:pt x="42" y="79"/>
                  </a:cubicBezTo>
                  <a:cubicBezTo>
                    <a:pt x="87" y="79"/>
                    <a:pt x="74" y="35"/>
                    <a:pt x="73" y="19"/>
                  </a:cubicBezTo>
                  <a:cubicBezTo>
                    <a:pt x="73" y="15"/>
                    <a:pt x="73" y="11"/>
                    <a:pt x="73" y="8"/>
                  </a:cubicBezTo>
                </a:path>
              </a:pathLst>
            </a:custGeom>
            <a:solidFill>
              <a:srgbClr val="A961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126" name="Freeform 598">
              <a:extLst>
                <a:ext uri="{FF2B5EF4-FFF2-40B4-BE49-F238E27FC236}">
                  <a16:creationId xmlns:a16="http://schemas.microsoft.com/office/drawing/2014/main" id="{B4345FB6-4936-454D-B8FC-520EB34142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7" y="2487"/>
              <a:ext cx="29" cy="67"/>
            </a:xfrm>
            <a:custGeom>
              <a:avLst/>
              <a:gdLst>
                <a:gd name="T0" fmla="*/ 68 w 18"/>
                <a:gd name="T1" fmla="*/ 41 h 42"/>
                <a:gd name="T2" fmla="*/ 50 w 18"/>
                <a:gd name="T3" fmla="*/ 97 h 42"/>
                <a:gd name="T4" fmla="*/ 60 w 18"/>
                <a:gd name="T5" fmla="*/ 137 h 42"/>
                <a:gd name="T6" fmla="*/ 76 w 18"/>
                <a:gd name="T7" fmla="*/ 171 h 42"/>
                <a:gd name="T8" fmla="*/ 39 w 18"/>
                <a:gd name="T9" fmla="*/ 150 h 42"/>
                <a:gd name="T10" fmla="*/ 5 w 18"/>
                <a:gd name="T11" fmla="*/ 94 h 42"/>
                <a:gd name="T12" fmla="*/ 42 w 18"/>
                <a:gd name="T13" fmla="*/ 69 h 42"/>
                <a:gd name="T14" fmla="*/ 60 w 18"/>
                <a:gd name="T15" fmla="*/ 0 h 4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8" h="42">
                  <a:moveTo>
                    <a:pt x="16" y="10"/>
                  </a:moveTo>
                  <a:cubicBezTo>
                    <a:pt x="17" y="16"/>
                    <a:pt x="13" y="19"/>
                    <a:pt x="12" y="24"/>
                  </a:cubicBezTo>
                  <a:cubicBezTo>
                    <a:pt x="12" y="28"/>
                    <a:pt x="13" y="31"/>
                    <a:pt x="14" y="34"/>
                  </a:cubicBezTo>
                  <a:cubicBezTo>
                    <a:pt x="15" y="37"/>
                    <a:pt x="17" y="40"/>
                    <a:pt x="18" y="42"/>
                  </a:cubicBezTo>
                  <a:cubicBezTo>
                    <a:pt x="14" y="42"/>
                    <a:pt x="11" y="39"/>
                    <a:pt x="9" y="37"/>
                  </a:cubicBezTo>
                  <a:cubicBezTo>
                    <a:pt x="7" y="34"/>
                    <a:pt x="0" y="26"/>
                    <a:pt x="1" y="23"/>
                  </a:cubicBezTo>
                  <a:cubicBezTo>
                    <a:pt x="2" y="20"/>
                    <a:pt x="7" y="20"/>
                    <a:pt x="10" y="17"/>
                  </a:cubicBezTo>
                  <a:cubicBezTo>
                    <a:pt x="13" y="13"/>
                    <a:pt x="16" y="6"/>
                    <a:pt x="14" y="0"/>
                  </a:cubicBezTo>
                </a:path>
              </a:pathLst>
            </a:custGeom>
            <a:solidFill>
              <a:srgbClr val="8E4C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127" name="Freeform 599">
              <a:extLst>
                <a:ext uri="{FF2B5EF4-FFF2-40B4-BE49-F238E27FC236}">
                  <a16:creationId xmlns:a16="http://schemas.microsoft.com/office/drawing/2014/main" id="{8BDDA414-BAEB-4ED6-BC8E-E99C1E2FC0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1" y="2461"/>
              <a:ext cx="25" cy="91"/>
            </a:xfrm>
            <a:custGeom>
              <a:avLst/>
              <a:gdLst>
                <a:gd name="T0" fmla="*/ 48 w 16"/>
                <a:gd name="T1" fmla="*/ 21 h 57"/>
                <a:gd name="T2" fmla="*/ 48 w 16"/>
                <a:gd name="T3" fmla="*/ 166 h 57"/>
                <a:gd name="T4" fmla="*/ 0 w 16"/>
                <a:gd name="T5" fmla="*/ 231 h 57"/>
                <a:gd name="T6" fmla="*/ 27 w 16"/>
                <a:gd name="T7" fmla="*/ 196 h 57"/>
                <a:gd name="T8" fmla="*/ 8 w 16"/>
                <a:gd name="T9" fmla="*/ 142 h 57"/>
                <a:gd name="T10" fmla="*/ 27 w 16"/>
                <a:gd name="T11" fmla="*/ 89 h 57"/>
                <a:gd name="T12" fmla="*/ 42 w 16"/>
                <a:gd name="T13" fmla="*/ 0 h 5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" h="57">
                  <a:moveTo>
                    <a:pt x="13" y="5"/>
                  </a:moveTo>
                  <a:cubicBezTo>
                    <a:pt x="15" y="17"/>
                    <a:pt x="16" y="29"/>
                    <a:pt x="13" y="41"/>
                  </a:cubicBezTo>
                  <a:cubicBezTo>
                    <a:pt x="11" y="51"/>
                    <a:pt x="8" y="54"/>
                    <a:pt x="0" y="57"/>
                  </a:cubicBezTo>
                  <a:cubicBezTo>
                    <a:pt x="3" y="55"/>
                    <a:pt x="7" y="52"/>
                    <a:pt x="7" y="48"/>
                  </a:cubicBezTo>
                  <a:cubicBezTo>
                    <a:pt x="8" y="42"/>
                    <a:pt x="3" y="40"/>
                    <a:pt x="2" y="35"/>
                  </a:cubicBezTo>
                  <a:cubicBezTo>
                    <a:pt x="1" y="30"/>
                    <a:pt x="5" y="26"/>
                    <a:pt x="7" y="22"/>
                  </a:cubicBezTo>
                  <a:cubicBezTo>
                    <a:pt x="10" y="15"/>
                    <a:pt x="11" y="7"/>
                    <a:pt x="11" y="0"/>
                  </a:cubicBezTo>
                </a:path>
              </a:pathLst>
            </a:custGeom>
            <a:solidFill>
              <a:srgbClr val="8E4C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128" name="Freeform 600">
              <a:extLst>
                <a:ext uri="{FF2B5EF4-FFF2-40B4-BE49-F238E27FC236}">
                  <a16:creationId xmlns:a16="http://schemas.microsoft.com/office/drawing/2014/main" id="{1C1AD54F-7308-4C21-B6F8-9A859A79B7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1" y="2444"/>
              <a:ext cx="118" cy="124"/>
            </a:xfrm>
            <a:custGeom>
              <a:avLst/>
              <a:gdLst>
                <a:gd name="T0" fmla="*/ 29 w 74"/>
                <a:gd name="T1" fmla="*/ 0 h 78"/>
                <a:gd name="T2" fmla="*/ 33 w 74"/>
                <a:gd name="T3" fmla="*/ 73 h 78"/>
                <a:gd name="T4" fmla="*/ 35 w 74"/>
                <a:gd name="T5" fmla="*/ 258 h 78"/>
                <a:gd name="T6" fmla="*/ 155 w 74"/>
                <a:gd name="T7" fmla="*/ 313 h 78"/>
                <a:gd name="T8" fmla="*/ 265 w 74"/>
                <a:gd name="T9" fmla="*/ 265 h 78"/>
                <a:gd name="T10" fmla="*/ 279 w 74"/>
                <a:gd name="T11" fmla="*/ 102 h 78"/>
                <a:gd name="T12" fmla="*/ 274 w 74"/>
                <a:gd name="T13" fmla="*/ 73 h 78"/>
                <a:gd name="T14" fmla="*/ 273 w 74"/>
                <a:gd name="T15" fmla="*/ 52 h 78"/>
                <a:gd name="T16" fmla="*/ 273 w 74"/>
                <a:gd name="T17" fmla="*/ 13 h 78"/>
                <a:gd name="T18" fmla="*/ 273 w 74"/>
                <a:gd name="T19" fmla="*/ 52 h 78"/>
                <a:gd name="T20" fmla="*/ 273 w 74"/>
                <a:gd name="T21" fmla="*/ 68 h 78"/>
                <a:gd name="T22" fmla="*/ 274 w 74"/>
                <a:gd name="T23" fmla="*/ 102 h 78"/>
                <a:gd name="T24" fmla="*/ 260 w 74"/>
                <a:gd name="T25" fmla="*/ 265 h 78"/>
                <a:gd name="T26" fmla="*/ 150 w 74"/>
                <a:gd name="T27" fmla="*/ 305 h 78"/>
                <a:gd name="T28" fmla="*/ 41 w 74"/>
                <a:gd name="T29" fmla="*/ 253 h 78"/>
                <a:gd name="T30" fmla="*/ 35 w 74"/>
                <a:gd name="T31" fmla="*/ 73 h 78"/>
                <a:gd name="T32" fmla="*/ 29 w 74"/>
                <a:gd name="T33" fmla="*/ 0 h 7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74" h="78">
                  <a:moveTo>
                    <a:pt x="7" y="0"/>
                  </a:moveTo>
                  <a:cubicBezTo>
                    <a:pt x="11" y="6"/>
                    <a:pt x="10" y="13"/>
                    <a:pt x="8" y="18"/>
                  </a:cubicBezTo>
                  <a:cubicBezTo>
                    <a:pt x="5" y="25"/>
                    <a:pt x="0" y="49"/>
                    <a:pt x="9" y="64"/>
                  </a:cubicBezTo>
                  <a:cubicBezTo>
                    <a:pt x="15" y="73"/>
                    <a:pt x="25" y="78"/>
                    <a:pt x="38" y="78"/>
                  </a:cubicBezTo>
                  <a:cubicBezTo>
                    <a:pt x="51" y="78"/>
                    <a:pt x="59" y="74"/>
                    <a:pt x="65" y="66"/>
                  </a:cubicBezTo>
                  <a:cubicBezTo>
                    <a:pt x="74" y="55"/>
                    <a:pt x="71" y="37"/>
                    <a:pt x="69" y="25"/>
                  </a:cubicBezTo>
                  <a:cubicBezTo>
                    <a:pt x="68" y="18"/>
                    <a:pt x="68" y="18"/>
                    <a:pt x="68" y="18"/>
                  </a:cubicBezTo>
                  <a:cubicBezTo>
                    <a:pt x="68" y="18"/>
                    <a:pt x="67" y="13"/>
                    <a:pt x="67" y="13"/>
                  </a:cubicBezTo>
                  <a:cubicBezTo>
                    <a:pt x="67" y="10"/>
                    <a:pt x="66" y="6"/>
                    <a:pt x="67" y="3"/>
                  </a:cubicBezTo>
                  <a:cubicBezTo>
                    <a:pt x="66" y="6"/>
                    <a:pt x="66" y="9"/>
                    <a:pt x="67" y="13"/>
                  </a:cubicBezTo>
                  <a:cubicBezTo>
                    <a:pt x="67" y="17"/>
                    <a:pt x="67" y="17"/>
                    <a:pt x="67" y="17"/>
                  </a:cubicBezTo>
                  <a:cubicBezTo>
                    <a:pt x="68" y="25"/>
                    <a:pt x="68" y="25"/>
                    <a:pt x="68" y="25"/>
                  </a:cubicBezTo>
                  <a:cubicBezTo>
                    <a:pt x="70" y="36"/>
                    <a:pt x="72" y="55"/>
                    <a:pt x="64" y="66"/>
                  </a:cubicBezTo>
                  <a:cubicBezTo>
                    <a:pt x="58" y="73"/>
                    <a:pt x="49" y="76"/>
                    <a:pt x="37" y="76"/>
                  </a:cubicBezTo>
                  <a:cubicBezTo>
                    <a:pt x="25" y="76"/>
                    <a:pt x="15" y="72"/>
                    <a:pt x="10" y="63"/>
                  </a:cubicBezTo>
                  <a:cubicBezTo>
                    <a:pt x="1" y="47"/>
                    <a:pt x="7" y="22"/>
                    <a:pt x="9" y="18"/>
                  </a:cubicBezTo>
                  <a:cubicBezTo>
                    <a:pt x="11" y="13"/>
                    <a:pt x="12" y="7"/>
                    <a:pt x="7" y="0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129" name="Freeform 601">
              <a:extLst>
                <a:ext uri="{FF2B5EF4-FFF2-40B4-BE49-F238E27FC236}">
                  <a16:creationId xmlns:a16="http://schemas.microsoft.com/office/drawing/2014/main" id="{D24C9689-096F-4913-B6A1-4E47770258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8" y="2445"/>
              <a:ext cx="48" cy="114"/>
            </a:xfrm>
            <a:custGeom>
              <a:avLst/>
              <a:gdLst>
                <a:gd name="T0" fmla="*/ 107 w 30"/>
                <a:gd name="T1" fmla="*/ 0 h 71"/>
                <a:gd name="T2" fmla="*/ 115 w 30"/>
                <a:gd name="T3" fmla="*/ 55 h 71"/>
                <a:gd name="T4" fmla="*/ 107 w 30"/>
                <a:gd name="T5" fmla="*/ 191 h 71"/>
                <a:gd name="T6" fmla="*/ 107 w 30"/>
                <a:gd name="T7" fmla="*/ 191 h 71"/>
                <a:gd name="T8" fmla="*/ 107 w 30"/>
                <a:gd name="T9" fmla="*/ 193 h 71"/>
                <a:gd name="T10" fmla="*/ 118 w 30"/>
                <a:gd name="T11" fmla="*/ 233 h 71"/>
                <a:gd name="T12" fmla="*/ 67 w 30"/>
                <a:gd name="T13" fmla="*/ 289 h 71"/>
                <a:gd name="T14" fmla="*/ 61 w 30"/>
                <a:gd name="T15" fmla="*/ 289 h 71"/>
                <a:gd name="T16" fmla="*/ 5 w 30"/>
                <a:gd name="T17" fmla="*/ 233 h 71"/>
                <a:gd name="T18" fmla="*/ 16 w 30"/>
                <a:gd name="T19" fmla="*/ 191 h 71"/>
                <a:gd name="T20" fmla="*/ 16 w 30"/>
                <a:gd name="T21" fmla="*/ 186 h 71"/>
                <a:gd name="T22" fmla="*/ 13 w 30"/>
                <a:gd name="T23" fmla="*/ 55 h 71"/>
                <a:gd name="T24" fmla="*/ 5 w 30"/>
                <a:gd name="T25" fmla="*/ 21 h 71"/>
                <a:gd name="T26" fmla="*/ 8 w 30"/>
                <a:gd name="T27" fmla="*/ 67 h 71"/>
                <a:gd name="T28" fmla="*/ 13 w 30"/>
                <a:gd name="T29" fmla="*/ 191 h 71"/>
                <a:gd name="T30" fmla="*/ 0 w 30"/>
                <a:gd name="T31" fmla="*/ 226 h 71"/>
                <a:gd name="T32" fmla="*/ 0 w 30"/>
                <a:gd name="T33" fmla="*/ 238 h 71"/>
                <a:gd name="T34" fmla="*/ 61 w 30"/>
                <a:gd name="T35" fmla="*/ 294 h 71"/>
                <a:gd name="T36" fmla="*/ 67 w 30"/>
                <a:gd name="T37" fmla="*/ 294 h 71"/>
                <a:gd name="T38" fmla="*/ 118 w 30"/>
                <a:gd name="T39" fmla="*/ 238 h 71"/>
                <a:gd name="T40" fmla="*/ 123 w 30"/>
                <a:gd name="T41" fmla="*/ 226 h 71"/>
                <a:gd name="T42" fmla="*/ 110 w 30"/>
                <a:gd name="T43" fmla="*/ 191 h 71"/>
                <a:gd name="T44" fmla="*/ 118 w 30"/>
                <a:gd name="T45" fmla="*/ 63 h 71"/>
                <a:gd name="T46" fmla="*/ 118 w 30"/>
                <a:gd name="T47" fmla="*/ 55 h 71"/>
                <a:gd name="T48" fmla="*/ 107 w 30"/>
                <a:gd name="T49" fmla="*/ 0 h 71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30" h="71">
                  <a:moveTo>
                    <a:pt x="26" y="0"/>
                  </a:moveTo>
                  <a:cubicBezTo>
                    <a:pt x="28" y="2"/>
                    <a:pt x="28" y="7"/>
                    <a:pt x="28" y="13"/>
                  </a:cubicBezTo>
                  <a:cubicBezTo>
                    <a:pt x="28" y="18"/>
                    <a:pt x="26" y="43"/>
                    <a:pt x="26" y="46"/>
                  </a:cubicBezTo>
                  <a:cubicBezTo>
                    <a:pt x="26" y="46"/>
                    <a:pt x="26" y="46"/>
                    <a:pt x="26" y="46"/>
                  </a:cubicBezTo>
                  <a:cubicBezTo>
                    <a:pt x="26" y="47"/>
                    <a:pt x="26" y="47"/>
                    <a:pt x="26" y="47"/>
                  </a:cubicBezTo>
                  <a:cubicBezTo>
                    <a:pt x="28" y="50"/>
                    <a:pt x="29" y="54"/>
                    <a:pt x="29" y="56"/>
                  </a:cubicBezTo>
                  <a:cubicBezTo>
                    <a:pt x="27" y="61"/>
                    <a:pt x="23" y="69"/>
                    <a:pt x="16" y="70"/>
                  </a:cubicBezTo>
                  <a:cubicBezTo>
                    <a:pt x="15" y="70"/>
                    <a:pt x="15" y="70"/>
                    <a:pt x="15" y="70"/>
                  </a:cubicBezTo>
                  <a:cubicBezTo>
                    <a:pt x="7" y="69"/>
                    <a:pt x="2" y="61"/>
                    <a:pt x="1" y="56"/>
                  </a:cubicBezTo>
                  <a:cubicBezTo>
                    <a:pt x="0" y="54"/>
                    <a:pt x="2" y="50"/>
                    <a:pt x="4" y="46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4" y="42"/>
                    <a:pt x="3" y="18"/>
                    <a:pt x="3" y="13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2" y="16"/>
                    <a:pt x="2" y="16"/>
                    <a:pt x="2" y="16"/>
                  </a:cubicBezTo>
                  <a:cubicBezTo>
                    <a:pt x="2" y="21"/>
                    <a:pt x="2" y="42"/>
                    <a:pt x="3" y="46"/>
                  </a:cubicBezTo>
                  <a:cubicBezTo>
                    <a:pt x="1" y="49"/>
                    <a:pt x="0" y="52"/>
                    <a:pt x="0" y="55"/>
                  </a:cubicBezTo>
                  <a:cubicBezTo>
                    <a:pt x="0" y="56"/>
                    <a:pt x="0" y="56"/>
                    <a:pt x="0" y="57"/>
                  </a:cubicBezTo>
                  <a:cubicBezTo>
                    <a:pt x="1" y="62"/>
                    <a:pt x="6" y="71"/>
                    <a:pt x="15" y="71"/>
                  </a:cubicBezTo>
                  <a:cubicBezTo>
                    <a:pt x="16" y="71"/>
                    <a:pt x="16" y="71"/>
                    <a:pt x="16" y="71"/>
                  </a:cubicBezTo>
                  <a:cubicBezTo>
                    <a:pt x="24" y="71"/>
                    <a:pt x="28" y="62"/>
                    <a:pt x="29" y="57"/>
                  </a:cubicBezTo>
                  <a:cubicBezTo>
                    <a:pt x="29" y="57"/>
                    <a:pt x="30" y="56"/>
                    <a:pt x="30" y="55"/>
                  </a:cubicBezTo>
                  <a:cubicBezTo>
                    <a:pt x="30" y="53"/>
                    <a:pt x="29" y="49"/>
                    <a:pt x="27" y="46"/>
                  </a:cubicBezTo>
                  <a:cubicBezTo>
                    <a:pt x="28" y="42"/>
                    <a:pt x="29" y="19"/>
                    <a:pt x="29" y="15"/>
                  </a:cubicBezTo>
                  <a:cubicBezTo>
                    <a:pt x="29" y="14"/>
                    <a:pt x="29" y="14"/>
                    <a:pt x="29" y="13"/>
                  </a:cubicBezTo>
                  <a:cubicBezTo>
                    <a:pt x="29" y="8"/>
                    <a:pt x="28" y="2"/>
                    <a:pt x="26" y="0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130" name="Freeform 602">
              <a:extLst>
                <a:ext uri="{FF2B5EF4-FFF2-40B4-BE49-F238E27FC236}">
                  <a16:creationId xmlns:a16="http://schemas.microsoft.com/office/drawing/2014/main" id="{D6F45CD9-1FF6-4AC7-803B-058E3B2ACC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0" y="2512"/>
              <a:ext cx="11" cy="8"/>
            </a:xfrm>
            <a:custGeom>
              <a:avLst/>
              <a:gdLst>
                <a:gd name="T0" fmla="*/ 0 w 7"/>
                <a:gd name="T1" fmla="*/ 0 h 5"/>
                <a:gd name="T2" fmla="*/ 22 w 7"/>
                <a:gd name="T3" fmla="*/ 21 h 5"/>
                <a:gd name="T4" fmla="*/ 27 w 7"/>
                <a:gd name="T5" fmla="*/ 16 h 5"/>
                <a:gd name="T6" fmla="*/ 0 w 7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1" y="1"/>
                    <a:pt x="5" y="3"/>
                    <a:pt x="6" y="5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5" y="1"/>
                    <a:pt x="0" y="0"/>
                    <a:pt x="0" y="0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131" name="Freeform 603">
              <a:extLst>
                <a:ext uri="{FF2B5EF4-FFF2-40B4-BE49-F238E27FC236}">
                  <a16:creationId xmlns:a16="http://schemas.microsoft.com/office/drawing/2014/main" id="{159FABC1-5A50-403B-8B97-78F9F02FA4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9" y="1096"/>
              <a:ext cx="104" cy="147"/>
            </a:xfrm>
            <a:custGeom>
              <a:avLst/>
              <a:gdLst>
                <a:gd name="T0" fmla="*/ 0 w 65"/>
                <a:gd name="T1" fmla="*/ 110 h 92"/>
                <a:gd name="T2" fmla="*/ 54 w 65"/>
                <a:gd name="T3" fmla="*/ 48 h 92"/>
                <a:gd name="T4" fmla="*/ 86 w 65"/>
                <a:gd name="T5" fmla="*/ 0 h 92"/>
                <a:gd name="T6" fmla="*/ 69 w 65"/>
                <a:gd name="T7" fmla="*/ 61 h 92"/>
                <a:gd name="T8" fmla="*/ 67 w 65"/>
                <a:gd name="T9" fmla="*/ 118 h 92"/>
                <a:gd name="T10" fmla="*/ 98 w 65"/>
                <a:gd name="T11" fmla="*/ 240 h 92"/>
                <a:gd name="T12" fmla="*/ 163 w 65"/>
                <a:gd name="T13" fmla="*/ 315 h 92"/>
                <a:gd name="T14" fmla="*/ 221 w 65"/>
                <a:gd name="T15" fmla="*/ 342 h 92"/>
                <a:gd name="T16" fmla="*/ 266 w 65"/>
                <a:gd name="T17" fmla="*/ 375 h 92"/>
                <a:gd name="T18" fmla="*/ 218 w 65"/>
                <a:gd name="T19" fmla="*/ 350 h 92"/>
                <a:gd name="T20" fmla="*/ 150 w 65"/>
                <a:gd name="T21" fmla="*/ 320 h 92"/>
                <a:gd name="T22" fmla="*/ 74 w 65"/>
                <a:gd name="T23" fmla="*/ 240 h 92"/>
                <a:gd name="T24" fmla="*/ 48 w 65"/>
                <a:gd name="T25" fmla="*/ 149 h 92"/>
                <a:gd name="T26" fmla="*/ 8 w 65"/>
                <a:gd name="T27" fmla="*/ 107 h 9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65" h="92">
                  <a:moveTo>
                    <a:pt x="0" y="27"/>
                  </a:moveTo>
                  <a:cubicBezTo>
                    <a:pt x="4" y="21"/>
                    <a:pt x="9" y="17"/>
                    <a:pt x="13" y="12"/>
                  </a:cubicBezTo>
                  <a:cubicBezTo>
                    <a:pt x="16" y="8"/>
                    <a:pt x="19" y="2"/>
                    <a:pt x="21" y="0"/>
                  </a:cubicBezTo>
                  <a:cubicBezTo>
                    <a:pt x="20" y="5"/>
                    <a:pt x="18" y="10"/>
                    <a:pt x="17" y="15"/>
                  </a:cubicBezTo>
                  <a:cubicBezTo>
                    <a:pt x="16" y="20"/>
                    <a:pt x="16" y="25"/>
                    <a:pt x="16" y="29"/>
                  </a:cubicBezTo>
                  <a:cubicBezTo>
                    <a:pt x="17" y="39"/>
                    <a:pt x="20" y="50"/>
                    <a:pt x="24" y="59"/>
                  </a:cubicBezTo>
                  <a:cubicBezTo>
                    <a:pt x="28" y="66"/>
                    <a:pt x="33" y="73"/>
                    <a:pt x="40" y="77"/>
                  </a:cubicBezTo>
                  <a:cubicBezTo>
                    <a:pt x="45" y="80"/>
                    <a:pt x="49" y="82"/>
                    <a:pt x="54" y="84"/>
                  </a:cubicBezTo>
                  <a:cubicBezTo>
                    <a:pt x="58" y="87"/>
                    <a:pt x="62" y="90"/>
                    <a:pt x="65" y="92"/>
                  </a:cubicBezTo>
                  <a:cubicBezTo>
                    <a:pt x="62" y="92"/>
                    <a:pt x="57" y="88"/>
                    <a:pt x="53" y="86"/>
                  </a:cubicBezTo>
                  <a:cubicBezTo>
                    <a:pt x="48" y="84"/>
                    <a:pt x="42" y="81"/>
                    <a:pt x="37" y="78"/>
                  </a:cubicBezTo>
                  <a:cubicBezTo>
                    <a:pt x="28" y="73"/>
                    <a:pt x="22" y="68"/>
                    <a:pt x="18" y="59"/>
                  </a:cubicBezTo>
                  <a:cubicBezTo>
                    <a:pt x="14" y="52"/>
                    <a:pt x="13" y="44"/>
                    <a:pt x="12" y="36"/>
                  </a:cubicBezTo>
                  <a:cubicBezTo>
                    <a:pt x="11" y="30"/>
                    <a:pt x="9" y="26"/>
                    <a:pt x="2" y="26"/>
                  </a:cubicBezTo>
                </a:path>
              </a:pathLst>
            </a:custGeom>
            <a:solidFill>
              <a:srgbClr val="8E4C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132" name="Freeform 604">
              <a:extLst>
                <a:ext uri="{FF2B5EF4-FFF2-40B4-BE49-F238E27FC236}">
                  <a16:creationId xmlns:a16="http://schemas.microsoft.com/office/drawing/2014/main" id="{76F68DD6-3843-4744-9F37-7A1EB0C8494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6" y="1160"/>
              <a:ext cx="116" cy="100"/>
            </a:xfrm>
            <a:custGeom>
              <a:avLst/>
              <a:gdLst>
                <a:gd name="T0" fmla="*/ 286 w 73"/>
                <a:gd name="T1" fmla="*/ 0 h 63"/>
                <a:gd name="T2" fmla="*/ 257 w 73"/>
                <a:gd name="T3" fmla="*/ 95 h 63"/>
                <a:gd name="T4" fmla="*/ 210 w 73"/>
                <a:gd name="T5" fmla="*/ 151 h 63"/>
                <a:gd name="T6" fmla="*/ 129 w 73"/>
                <a:gd name="T7" fmla="*/ 189 h 63"/>
                <a:gd name="T8" fmla="*/ 0 w 73"/>
                <a:gd name="T9" fmla="*/ 252 h 63"/>
                <a:gd name="T10" fmla="*/ 162 w 73"/>
                <a:gd name="T11" fmla="*/ 197 h 63"/>
                <a:gd name="T12" fmla="*/ 265 w 73"/>
                <a:gd name="T13" fmla="*/ 143 h 63"/>
                <a:gd name="T14" fmla="*/ 288 w 73"/>
                <a:gd name="T15" fmla="*/ 52 h 63"/>
                <a:gd name="T16" fmla="*/ 292 w 73"/>
                <a:gd name="T17" fmla="*/ 0 h 6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3" h="63">
                  <a:moveTo>
                    <a:pt x="71" y="0"/>
                  </a:moveTo>
                  <a:cubicBezTo>
                    <a:pt x="72" y="8"/>
                    <a:pt x="68" y="17"/>
                    <a:pt x="64" y="24"/>
                  </a:cubicBezTo>
                  <a:cubicBezTo>
                    <a:pt x="62" y="29"/>
                    <a:pt x="57" y="34"/>
                    <a:pt x="52" y="38"/>
                  </a:cubicBezTo>
                  <a:cubicBezTo>
                    <a:pt x="46" y="42"/>
                    <a:pt x="38" y="45"/>
                    <a:pt x="32" y="47"/>
                  </a:cubicBezTo>
                  <a:cubicBezTo>
                    <a:pt x="21" y="52"/>
                    <a:pt x="9" y="55"/>
                    <a:pt x="0" y="63"/>
                  </a:cubicBezTo>
                  <a:cubicBezTo>
                    <a:pt x="12" y="57"/>
                    <a:pt x="27" y="52"/>
                    <a:pt x="40" y="49"/>
                  </a:cubicBezTo>
                  <a:cubicBezTo>
                    <a:pt x="49" y="46"/>
                    <a:pt x="61" y="44"/>
                    <a:pt x="66" y="36"/>
                  </a:cubicBezTo>
                  <a:cubicBezTo>
                    <a:pt x="71" y="29"/>
                    <a:pt x="72" y="21"/>
                    <a:pt x="72" y="13"/>
                  </a:cubicBezTo>
                  <a:cubicBezTo>
                    <a:pt x="72" y="8"/>
                    <a:pt x="73" y="4"/>
                    <a:pt x="73" y="0"/>
                  </a:cubicBezTo>
                </a:path>
              </a:pathLst>
            </a:custGeom>
            <a:solidFill>
              <a:srgbClr val="C17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133" name="Freeform 605">
              <a:extLst>
                <a:ext uri="{FF2B5EF4-FFF2-40B4-BE49-F238E27FC236}">
                  <a16:creationId xmlns:a16="http://schemas.microsoft.com/office/drawing/2014/main" id="{C02694D2-702E-4E1F-BF24-1E35605C4F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3" y="1558"/>
              <a:ext cx="33" cy="327"/>
            </a:xfrm>
            <a:custGeom>
              <a:avLst/>
              <a:gdLst>
                <a:gd name="T0" fmla="*/ 60 w 21"/>
                <a:gd name="T1" fmla="*/ 0 h 205"/>
                <a:gd name="T2" fmla="*/ 69 w 21"/>
                <a:gd name="T3" fmla="*/ 252 h 205"/>
                <a:gd name="T4" fmla="*/ 69 w 21"/>
                <a:gd name="T5" fmla="*/ 445 h 205"/>
                <a:gd name="T6" fmla="*/ 22 w 21"/>
                <a:gd name="T7" fmla="*/ 833 h 205"/>
                <a:gd name="T8" fmla="*/ 31 w 21"/>
                <a:gd name="T9" fmla="*/ 456 h 205"/>
                <a:gd name="T10" fmla="*/ 0 w 21"/>
                <a:gd name="T11" fmla="*/ 239 h 205"/>
                <a:gd name="T12" fmla="*/ 55 w 21"/>
                <a:gd name="T13" fmla="*/ 26 h 20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" h="205">
                  <a:moveTo>
                    <a:pt x="15" y="0"/>
                  </a:moveTo>
                  <a:cubicBezTo>
                    <a:pt x="21" y="18"/>
                    <a:pt x="17" y="43"/>
                    <a:pt x="18" y="62"/>
                  </a:cubicBezTo>
                  <a:cubicBezTo>
                    <a:pt x="18" y="78"/>
                    <a:pt x="19" y="94"/>
                    <a:pt x="18" y="110"/>
                  </a:cubicBezTo>
                  <a:cubicBezTo>
                    <a:pt x="16" y="142"/>
                    <a:pt x="10" y="174"/>
                    <a:pt x="6" y="205"/>
                  </a:cubicBezTo>
                  <a:cubicBezTo>
                    <a:pt x="6" y="174"/>
                    <a:pt x="8" y="143"/>
                    <a:pt x="8" y="112"/>
                  </a:cubicBezTo>
                  <a:cubicBezTo>
                    <a:pt x="8" y="96"/>
                    <a:pt x="15" y="70"/>
                    <a:pt x="0" y="59"/>
                  </a:cubicBezTo>
                  <a:cubicBezTo>
                    <a:pt x="10" y="46"/>
                    <a:pt x="14" y="22"/>
                    <a:pt x="14" y="6"/>
                  </a:cubicBezTo>
                </a:path>
              </a:pathLst>
            </a:custGeom>
            <a:solidFill>
              <a:srgbClr val="8E4C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134" name="Freeform 606">
              <a:extLst>
                <a:ext uri="{FF2B5EF4-FFF2-40B4-BE49-F238E27FC236}">
                  <a16:creationId xmlns:a16="http://schemas.microsoft.com/office/drawing/2014/main" id="{3BCF3C68-DD67-49A9-A719-FBA54F44840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1" y="1582"/>
              <a:ext cx="56" cy="65"/>
            </a:xfrm>
            <a:custGeom>
              <a:avLst/>
              <a:gdLst>
                <a:gd name="T0" fmla="*/ 0 w 35"/>
                <a:gd name="T1" fmla="*/ 0 h 41"/>
                <a:gd name="T2" fmla="*/ 56 w 35"/>
                <a:gd name="T3" fmla="*/ 116 h 41"/>
                <a:gd name="T4" fmla="*/ 144 w 35"/>
                <a:gd name="T5" fmla="*/ 163 h 41"/>
                <a:gd name="T6" fmla="*/ 48 w 35"/>
                <a:gd name="T7" fmla="*/ 82 h 41"/>
                <a:gd name="T8" fmla="*/ 5 w 35"/>
                <a:gd name="T9" fmla="*/ 16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41">
                  <a:moveTo>
                    <a:pt x="0" y="0"/>
                  </a:moveTo>
                  <a:cubicBezTo>
                    <a:pt x="4" y="10"/>
                    <a:pt x="6" y="21"/>
                    <a:pt x="14" y="29"/>
                  </a:cubicBezTo>
                  <a:cubicBezTo>
                    <a:pt x="19" y="35"/>
                    <a:pt x="28" y="38"/>
                    <a:pt x="35" y="41"/>
                  </a:cubicBezTo>
                  <a:cubicBezTo>
                    <a:pt x="26" y="36"/>
                    <a:pt x="19" y="28"/>
                    <a:pt x="12" y="21"/>
                  </a:cubicBezTo>
                  <a:cubicBezTo>
                    <a:pt x="8" y="16"/>
                    <a:pt x="5" y="9"/>
                    <a:pt x="1" y="4"/>
                  </a:cubicBezTo>
                </a:path>
              </a:pathLst>
            </a:custGeom>
            <a:solidFill>
              <a:srgbClr val="C17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135" name="Freeform 607">
              <a:extLst>
                <a:ext uri="{FF2B5EF4-FFF2-40B4-BE49-F238E27FC236}">
                  <a16:creationId xmlns:a16="http://schemas.microsoft.com/office/drawing/2014/main" id="{5AFA2A9F-DAD9-436C-BABA-1BCC6EE144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1" y="739"/>
              <a:ext cx="444" cy="440"/>
            </a:xfrm>
            <a:custGeom>
              <a:avLst/>
              <a:gdLst>
                <a:gd name="T0" fmla="*/ 982 w 278"/>
                <a:gd name="T1" fmla="*/ 410 h 276"/>
                <a:gd name="T2" fmla="*/ 974 w 278"/>
                <a:gd name="T3" fmla="*/ 410 h 276"/>
                <a:gd name="T4" fmla="*/ 966 w 278"/>
                <a:gd name="T5" fmla="*/ 410 h 276"/>
                <a:gd name="T6" fmla="*/ 936 w 278"/>
                <a:gd name="T7" fmla="*/ 497 h 276"/>
                <a:gd name="T8" fmla="*/ 934 w 278"/>
                <a:gd name="T9" fmla="*/ 523 h 276"/>
                <a:gd name="T10" fmla="*/ 909 w 278"/>
                <a:gd name="T11" fmla="*/ 574 h 276"/>
                <a:gd name="T12" fmla="*/ 909 w 278"/>
                <a:gd name="T13" fmla="*/ 574 h 276"/>
                <a:gd name="T14" fmla="*/ 901 w 278"/>
                <a:gd name="T15" fmla="*/ 587 h 276"/>
                <a:gd name="T16" fmla="*/ 517 w 278"/>
                <a:gd name="T17" fmla="*/ 0 h 276"/>
                <a:gd name="T18" fmla="*/ 179 w 278"/>
                <a:gd name="T19" fmla="*/ 564 h 276"/>
                <a:gd name="T20" fmla="*/ 158 w 278"/>
                <a:gd name="T21" fmla="*/ 475 h 276"/>
                <a:gd name="T22" fmla="*/ 150 w 278"/>
                <a:gd name="T23" fmla="*/ 437 h 276"/>
                <a:gd name="T24" fmla="*/ 145 w 278"/>
                <a:gd name="T25" fmla="*/ 422 h 276"/>
                <a:gd name="T26" fmla="*/ 145 w 278"/>
                <a:gd name="T27" fmla="*/ 422 h 276"/>
                <a:gd name="T28" fmla="*/ 136 w 278"/>
                <a:gd name="T29" fmla="*/ 410 h 276"/>
                <a:gd name="T30" fmla="*/ 110 w 278"/>
                <a:gd name="T31" fmla="*/ 442 h 276"/>
                <a:gd name="T32" fmla="*/ 128 w 278"/>
                <a:gd name="T33" fmla="*/ 523 h 276"/>
                <a:gd name="T34" fmla="*/ 142 w 278"/>
                <a:gd name="T35" fmla="*/ 607 h 276"/>
                <a:gd name="T36" fmla="*/ 158 w 278"/>
                <a:gd name="T37" fmla="*/ 660 h 276"/>
                <a:gd name="T38" fmla="*/ 179 w 278"/>
                <a:gd name="T39" fmla="*/ 705 h 276"/>
                <a:gd name="T40" fmla="*/ 219 w 278"/>
                <a:gd name="T41" fmla="*/ 735 h 276"/>
                <a:gd name="T42" fmla="*/ 265 w 278"/>
                <a:gd name="T43" fmla="*/ 886 h 276"/>
                <a:gd name="T44" fmla="*/ 390 w 278"/>
                <a:gd name="T45" fmla="*/ 1049 h 276"/>
                <a:gd name="T46" fmla="*/ 546 w 278"/>
                <a:gd name="T47" fmla="*/ 1118 h 276"/>
                <a:gd name="T48" fmla="*/ 704 w 278"/>
                <a:gd name="T49" fmla="*/ 1049 h 276"/>
                <a:gd name="T50" fmla="*/ 832 w 278"/>
                <a:gd name="T51" fmla="*/ 886 h 276"/>
                <a:gd name="T52" fmla="*/ 885 w 278"/>
                <a:gd name="T53" fmla="*/ 735 h 276"/>
                <a:gd name="T54" fmla="*/ 922 w 278"/>
                <a:gd name="T55" fmla="*/ 705 h 276"/>
                <a:gd name="T56" fmla="*/ 947 w 278"/>
                <a:gd name="T57" fmla="*/ 660 h 276"/>
                <a:gd name="T58" fmla="*/ 957 w 278"/>
                <a:gd name="T59" fmla="*/ 607 h 276"/>
                <a:gd name="T60" fmla="*/ 974 w 278"/>
                <a:gd name="T61" fmla="*/ 523 h 276"/>
                <a:gd name="T62" fmla="*/ 995 w 278"/>
                <a:gd name="T63" fmla="*/ 442 h 276"/>
                <a:gd name="T64" fmla="*/ 982 w 278"/>
                <a:gd name="T65" fmla="*/ 410 h 27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278" h="276">
                  <a:moveTo>
                    <a:pt x="241" y="101"/>
                  </a:moveTo>
                  <a:cubicBezTo>
                    <a:pt x="240" y="101"/>
                    <a:pt x="240" y="101"/>
                    <a:pt x="239" y="101"/>
                  </a:cubicBezTo>
                  <a:cubicBezTo>
                    <a:pt x="238" y="101"/>
                    <a:pt x="238" y="101"/>
                    <a:pt x="237" y="101"/>
                  </a:cubicBezTo>
                  <a:cubicBezTo>
                    <a:pt x="230" y="123"/>
                    <a:pt x="230" y="123"/>
                    <a:pt x="230" y="123"/>
                  </a:cubicBezTo>
                  <a:cubicBezTo>
                    <a:pt x="229" y="129"/>
                    <a:pt x="229" y="129"/>
                    <a:pt x="229" y="129"/>
                  </a:cubicBezTo>
                  <a:cubicBezTo>
                    <a:pt x="228" y="135"/>
                    <a:pt x="223" y="142"/>
                    <a:pt x="223" y="142"/>
                  </a:cubicBezTo>
                  <a:cubicBezTo>
                    <a:pt x="223" y="142"/>
                    <a:pt x="223" y="142"/>
                    <a:pt x="223" y="142"/>
                  </a:cubicBezTo>
                  <a:cubicBezTo>
                    <a:pt x="221" y="145"/>
                    <a:pt x="221" y="145"/>
                    <a:pt x="221" y="145"/>
                  </a:cubicBezTo>
                  <a:cubicBezTo>
                    <a:pt x="218" y="147"/>
                    <a:pt x="278" y="0"/>
                    <a:pt x="127" y="0"/>
                  </a:cubicBezTo>
                  <a:cubicBezTo>
                    <a:pt x="0" y="0"/>
                    <a:pt x="46" y="143"/>
                    <a:pt x="44" y="139"/>
                  </a:cubicBezTo>
                  <a:cubicBezTo>
                    <a:pt x="42" y="131"/>
                    <a:pt x="39" y="117"/>
                    <a:pt x="39" y="117"/>
                  </a:cubicBezTo>
                  <a:cubicBezTo>
                    <a:pt x="39" y="117"/>
                    <a:pt x="38" y="113"/>
                    <a:pt x="37" y="108"/>
                  </a:cubicBezTo>
                  <a:cubicBezTo>
                    <a:pt x="36" y="107"/>
                    <a:pt x="36" y="106"/>
                    <a:pt x="36" y="104"/>
                  </a:cubicBezTo>
                  <a:cubicBezTo>
                    <a:pt x="36" y="104"/>
                    <a:pt x="36" y="104"/>
                    <a:pt x="36" y="104"/>
                  </a:cubicBezTo>
                  <a:cubicBezTo>
                    <a:pt x="35" y="103"/>
                    <a:pt x="33" y="101"/>
                    <a:pt x="33" y="101"/>
                  </a:cubicBezTo>
                  <a:cubicBezTo>
                    <a:pt x="30" y="99"/>
                    <a:pt x="27" y="103"/>
                    <a:pt x="27" y="109"/>
                  </a:cubicBezTo>
                  <a:cubicBezTo>
                    <a:pt x="27" y="114"/>
                    <a:pt x="31" y="125"/>
                    <a:pt x="31" y="129"/>
                  </a:cubicBezTo>
                  <a:cubicBezTo>
                    <a:pt x="31" y="133"/>
                    <a:pt x="33" y="143"/>
                    <a:pt x="35" y="150"/>
                  </a:cubicBezTo>
                  <a:cubicBezTo>
                    <a:pt x="37" y="157"/>
                    <a:pt x="36" y="160"/>
                    <a:pt x="39" y="163"/>
                  </a:cubicBezTo>
                  <a:cubicBezTo>
                    <a:pt x="41" y="167"/>
                    <a:pt x="42" y="171"/>
                    <a:pt x="44" y="174"/>
                  </a:cubicBezTo>
                  <a:cubicBezTo>
                    <a:pt x="46" y="177"/>
                    <a:pt x="51" y="181"/>
                    <a:pt x="54" y="181"/>
                  </a:cubicBezTo>
                  <a:cubicBezTo>
                    <a:pt x="54" y="190"/>
                    <a:pt x="61" y="211"/>
                    <a:pt x="65" y="219"/>
                  </a:cubicBezTo>
                  <a:cubicBezTo>
                    <a:pt x="69" y="227"/>
                    <a:pt x="84" y="250"/>
                    <a:pt x="96" y="259"/>
                  </a:cubicBezTo>
                  <a:cubicBezTo>
                    <a:pt x="107" y="267"/>
                    <a:pt x="114" y="275"/>
                    <a:pt x="134" y="276"/>
                  </a:cubicBezTo>
                  <a:cubicBezTo>
                    <a:pt x="155" y="275"/>
                    <a:pt x="162" y="267"/>
                    <a:pt x="173" y="259"/>
                  </a:cubicBezTo>
                  <a:cubicBezTo>
                    <a:pt x="185" y="250"/>
                    <a:pt x="200" y="229"/>
                    <a:pt x="204" y="219"/>
                  </a:cubicBezTo>
                  <a:cubicBezTo>
                    <a:pt x="208" y="209"/>
                    <a:pt x="216" y="190"/>
                    <a:pt x="217" y="181"/>
                  </a:cubicBezTo>
                  <a:cubicBezTo>
                    <a:pt x="219" y="181"/>
                    <a:pt x="224" y="177"/>
                    <a:pt x="226" y="174"/>
                  </a:cubicBezTo>
                  <a:cubicBezTo>
                    <a:pt x="228" y="171"/>
                    <a:pt x="229" y="167"/>
                    <a:pt x="232" y="163"/>
                  </a:cubicBezTo>
                  <a:cubicBezTo>
                    <a:pt x="234" y="160"/>
                    <a:pt x="233" y="157"/>
                    <a:pt x="235" y="150"/>
                  </a:cubicBezTo>
                  <a:cubicBezTo>
                    <a:pt x="238" y="143"/>
                    <a:pt x="239" y="133"/>
                    <a:pt x="239" y="129"/>
                  </a:cubicBezTo>
                  <a:cubicBezTo>
                    <a:pt x="239" y="125"/>
                    <a:pt x="244" y="114"/>
                    <a:pt x="244" y="109"/>
                  </a:cubicBezTo>
                  <a:cubicBezTo>
                    <a:pt x="244" y="105"/>
                    <a:pt x="242" y="103"/>
                    <a:pt x="241" y="101"/>
                  </a:cubicBezTo>
                </a:path>
              </a:pathLst>
            </a:custGeom>
            <a:solidFill>
              <a:srgbClr val="A961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136" name="Freeform 608">
              <a:extLst>
                <a:ext uri="{FF2B5EF4-FFF2-40B4-BE49-F238E27FC236}">
                  <a16:creationId xmlns:a16="http://schemas.microsoft.com/office/drawing/2014/main" id="{2C532950-FFA2-4575-9558-224A7A6F1E8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9" y="942"/>
              <a:ext cx="21" cy="43"/>
            </a:xfrm>
            <a:custGeom>
              <a:avLst/>
              <a:gdLst>
                <a:gd name="T0" fmla="*/ 55 w 13"/>
                <a:gd name="T1" fmla="*/ 16 h 27"/>
                <a:gd name="T2" fmla="*/ 47 w 13"/>
                <a:gd name="T3" fmla="*/ 108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27">
                  <a:moveTo>
                    <a:pt x="13" y="4"/>
                  </a:moveTo>
                  <a:cubicBezTo>
                    <a:pt x="0" y="0"/>
                    <a:pt x="8" y="25"/>
                    <a:pt x="11" y="27"/>
                  </a:cubicBezTo>
                </a:path>
              </a:pathLst>
            </a:custGeom>
            <a:solidFill>
              <a:srgbClr val="8E4C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137" name="Freeform 609">
              <a:extLst>
                <a:ext uri="{FF2B5EF4-FFF2-40B4-BE49-F238E27FC236}">
                  <a16:creationId xmlns:a16="http://schemas.microsoft.com/office/drawing/2014/main" id="{6E196891-1D7A-45EB-AD74-CF95345F7F3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5" y="953"/>
              <a:ext cx="14" cy="33"/>
            </a:xfrm>
            <a:custGeom>
              <a:avLst/>
              <a:gdLst>
                <a:gd name="T0" fmla="*/ 8 w 9"/>
                <a:gd name="T1" fmla="*/ 0 h 21"/>
                <a:gd name="T2" fmla="*/ 0 w 9"/>
                <a:gd name="T3" fmla="*/ 82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1">
                  <a:moveTo>
                    <a:pt x="2" y="0"/>
                  </a:moveTo>
                  <a:cubicBezTo>
                    <a:pt x="9" y="3"/>
                    <a:pt x="5" y="17"/>
                    <a:pt x="0" y="21"/>
                  </a:cubicBezTo>
                </a:path>
              </a:pathLst>
            </a:custGeom>
            <a:solidFill>
              <a:srgbClr val="8E4C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138" name="Freeform 610">
              <a:extLst>
                <a:ext uri="{FF2B5EF4-FFF2-40B4-BE49-F238E27FC236}">
                  <a16:creationId xmlns:a16="http://schemas.microsoft.com/office/drawing/2014/main" id="{5C8305D6-BABF-4755-991D-628B8DFA74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2" y="1034"/>
              <a:ext cx="86" cy="43"/>
            </a:xfrm>
            <a:custGeom>
              <a:avLst/>
              <a:gdLst>
                <a:gd name="T0" fmla="*/ 205 w 54"/>
                <a:gd name="T1" fmla="*/ 0 h 27"/>
                <a:gd name="T2" fmla="*/ 190 w 54"/>
                <a:gd name="T3" fmla="*/ 68 h 27"/>
                <a:gd name="T4" fmla="*/ 158 w 54"/>
                <a:gd name="T5" fmla="*/ 73 h 27"/>
                <a:gd name="T6" fmla="*/ 116 w 54"/>
                <a:gd name="T7" fmla="*/ 102 h 27"/>
                <a:gd name="T8" fmla="*/ 104 w 54"/>
                <a:gd name="T9" fmla="*/ 102 h 27"/>
                <a:gd name="T10" fmla="*/ 61 w 54"/>
                <a:gd name="T11" fmla="*/ 68 h 27"/>
                <a:gd name="T12" fmla="*/ 29 w 54"/>
                <a:gd name="T13" fmla="*/ 64 h 27"/>
                <a:gd name="T14" fmla="*/ 16 w 54"/>
                <a:gd name="T15" fmla="*/ 5 h 27"/>
                <a:gd name="T16" fmla="*/ 16 w 54"/>
                <a:gd name="T17" fmla="*/ 35 h 27"/>
                <a:gd name="T18" fmla="*/ 48 w 54"/>
                <a:gd name="T19" fmla="*/ 68 h 27"/>
                <a:gd name="T20" fmla="*/ 76 w 54"/>
                <a:gd name="T21" fmla="*/ 76 h 27"/>
                <a:gd name="T22" fmla="*/ 154 w 54"/>
                <a:gd name="T23" fmla="*/ 73 h 27"/>
                <a:gd name="T24" fmla="*/ 170 w 54"/>
                <a:gd name="T25" fmla="*/ 68 h 27"/>
                <a:gd name="T26" fmla="*/ 197 w 54"/>
                <a:gd name="T27" fmla="*/ 48 h 27"/>
                <a:gd name="T28" fmla="*/ 205 w 54"/>
                <a:gd name="T29" fmla="*/ 0 h 27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54" h="27">
                  <a:moveTo>
                    <a:pt x="51" y="0"/>
                  </a:moveTo>
                  <a:cubicBezTo>
                    <a:pt x="54" y="6"/>
                    <a:pt x="51" y="10"/>
                    <a:pt x="47" y="17"/>
                  </a:cubicBezTo>
                  <a:cubicBezTo>
                    <a:pt x="43" y="21"/>
                    <a:pt x="42" y="17"/>
                    <a:pt x="39" y="18"/>
                  </a:cubicBezTo>
                  <a:cubicBezTo>
                    <a:pt x="37" y="18"/>
                    <a:pt x="35" y="23"/>
                    <a:pt x="29" y="25"/>
                  </a:cubicBezTo>
                  <a:cubicBezTo>
                    <a:pt x="27" y="25"/>
                    <a:pt x="27" y="25"/>
                    <a:pt x="26" y="25"/>
                  </a:cubicBezTo>
                  <a:cubicBezTo>
                    <a:pt x="20" y="23"/>
                    <a:pt x="17" y="18"/>
                    <a:pt x="15" y="17"/>
                  </a:cubicBezTo>
                  <a:cubicBezTo>
                    <a:pt x="12" y="16"/>
                    <a:pt x="11" y="20"/>
                    <a:pt x="7" y="16"/>
                  </a:cubicBezTo>
                  <a:cubicBezTo>
                    <a:pt x="4" y="10"/>
                    <a:pt x="0" y="2"/>
                    <a:pt x="4" y="1"/>
                  </a:cubicBezTo>
                  <a:cubicBezTo>
                    <a:pt x="4" y="1"/>
                    <a:pt x="1" y="3"/>
                    <a:pt x="4" y="9"/>
                  </a:cubicBezTo>
                  <a:cubicBezTo>
                    <a:pt x="7" y="16"/>
                    <a:pt x="10" y="18"/>
                    <a:pt x="12" y="17"/>
                  </a:cubicBezTo>
                  <a:cubicBezTo>
                    <a:pt x="15" y="16"/>
                    <a:pt x="16" y="15"/>
                    <a:pt x="19" y="19"/>
                  </a:cubicBezTo>
                  <a:cubicBezTo>
                    <a:pt x="26" y="27"/>
                    <a:pt x="30" y="25"/>
                    <a:pt x="38" y="18"/>
                  </a:cubicBezTo>
                  <a:cubicBezTo>
                    <a:pt x="40" y="16"/>
                    <a:pt x="41" y="17"/>
                    <a:pt x="42" y="17"/>
                  </a:cubicBezTo>
                  <a:cubicBezTo>
                    <a:pt x="43" y="17"/>
                    <a:pt x="47" y="17"/>
                    <a:pt x="49" y="12"/>
                  </a:cubicBezTo>
                  <a:cubicBezTo>
                    <a:pt x="50" y="8"/>
                    <a:pt x="54" y="6"/>
                    <a:pt x="51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139" name="Freeform 611">
              <a:extLst>
                <a:ext uri="{FF2B5EF4-FFF2-40B4-BE49-F238E27FC236}">
                  <a16:creationId xmlns:a16="http://schemas.microsoft.com/office/drawing/2014/main" id="{8A8EE078-427B-4904-AAA1-109993F8ED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8" y="905"/>
              <a:ext cx="15" cy="30"/>
            </a:xfrm>
            <a:custGeom>
              <a:avLst/>
              <a:gdLst>
                <a:gd name="T0" fmla="*/ 35 w 10"/>
                <a:gd name="T1" fmla="*/ 74 h 19"/>
                <a:gd name="T2" fmla="*/ 0 w 10"/>
                <a:gd name="T3" fmla="*/ 47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9">
                  <a:moveTo>
                    <a:pt x="10" y="19"/>
                  </a:moveTo>
                  <a:cubicBezTo>
                    <a:pt x="8" y="13"/>
                    <a:pt x="2" y="0"/>
                    <a:pt x="0" y="12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140" name="Freeform 612">
              <a:extLst>
                <a:ext uri="{FF2B5EF4-FFF2-40B4-BE49-F238E27FC236}">
                  <a16:creationId xmlns:a16="http://schemas.microsoft.com/office/drawing/2014/main" id="{2A1D6272-7B4F-401D-91E2-552DEDB3C68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0" y="964"/>
              <a:ext cx="13" cy="33"/>
            </a:xfrm>
            <a:custGeom>
              <a:avLst/>
              <a:gdLst>
                <a:gd name="T0" fmla="*/ 8 w 8"/>
                <a:gd name="T1" fmla="*/ 0 h 21"/>
                <a:gd name="T2" fmla="*/ 8 w 8"/>
                <a:gd name="T3" fmla="*/ 47 h 21"/>
                <a:gd name="T4" fmla="*/ 21 w 8"/>
                <a:gd name="T5" fmla="*/ 82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21">
                  <a:moveTo>
                    <a:pt x="2" y="0"/>
                  </a:moveTo>
                  <a:cubicBezTo>
                    <a:pt x="0" y="3"/>
                    <a:pt x="0" y="6"/>
                    <a:pt x="2" y="12"/>
                  </a:cubicBezTo>
                  <a:cubicBezTo>
                    <a:pt x="3" y="18"/>
                    <a:pt x="8" y="15"/>
                    <a:pt x="5" y="21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141" name="Freeform 613">
              <a:extLst>
                <a:ext uri="{FF2B5EF4-FFF2-40B4-BE49-F238E27FC236}">
                  <a16:creationId xmlns:a16="http://schemas.microsoft.com/office/drawing/2014/main" id="{CBC2A450-127E-479E-B35D-2408D5C9B8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1" y="922"/>
              <a:ext cx="8" cy="23"/>
            </a:xfrm>
            <a:custGeom>
              <a:avLst/>
              <a:gdLst>
                <a:gd name="T0" fmla="*/ 16 w 5"/>
                <a:gd name="T1" fmla="*/ 0 h 14"/>
                <a:gd name="T2" fmla="*/ 0 w 5"/>
                <a:gd name="T3" fmla="*/ 62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4">
                  <a:moveTo>
                    <a:pt x="4" y="0"/>
                  </a:moveTo>
                  <a:cubicBezTo>
                    <a:pt x="5" y="3"/>
                    <a:pt x="0" y="8"/>
                    <a:pt x="0" y="14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142" name="Freeform 614">
              <a:extLst>
                <a:ext uri="{FF2B5EF4-FFF2-40B4-BE49-F238E27FC236}">
                  <a16:creationId xmlns:a16="http://schemas.microsoft.com/office/drawing/2014/main" id="{1BC6CDFD-B0A3-4371-A928-FD05E79E4B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8" y="997"/>
              <a:ext cx="9" cy="32"/>
            </a:xfrm>
            <a:custGeom>
              <a:avLst/>
              <a:gdLst>
                <a:gd name="T0" fmla="*/ 0 w 6"/>
                <a:gd name="T1" fmla="*/ 0 h 20"/>
                <a:gd name="T2" fmla="*/ 21 w 6"/>
                <a:gd name="T3" fmla="*/ 82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0">
                  <a:moveTo>
                    <a:pt x="0" y="0"/>
                  </a:moveTo>
                  <a:cubicBezTo>
                    <a:pt x="2" y="7"/>
                    <a:pt x="2" y="10"/>
                    <a:pt x="6" y="2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143" name="Freeform 615">
              <a:extLst>
                <a:ext uri="{FF2B5EF4-FFF2-40B4-BE49-F238E27FC236}">
                  <a16:creationId xmlns:a16="http://schemas.microsoft.com/office/drawing/2014/main" id="{09204EE3-0CEB-44E0-B2B9-B7B2A9DB10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0" y="905"/>
              <a:ext cx="16" cy="30"/>
            </a:xfrm>
            <a:custGeom>
              <a:avLst/>
              <a:gdLst>
                <a:gd name="T0" fmla="*/ 0 w 10"/>
                <a:gd name="T1" fmla="*/ 74 h 19"/>
                <a:gd name="T2" fmla="*/ 42 w 10"/>
                <a:gd name="T3" fmla="*/ 47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9">
                  <a:moveTo>
                    <a:pt x="0" y="19"/>
                  </a:moveTo>
                  <a:cubicBezTo>
                    <a:pt x="2" y="13"/>
                    <a:pt x="8" y="0"/>
                    <a:pt x="10" y="12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144" name="Freeform 616">
              <a:extLst>
                <a:ext uri="{FF2B5EF4-FFF2-40B4-BE49-F238E27FC236}">
                  <a16:creationId xmlns:a16="http://schemas.microsoft.com/office/drawing/2014/main" id="{234E222E-E532-4CBB-B1A7-A18E5BD399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2" y="964"/>
              <a:ext cx="13" cy="33"/>
            </a:xfrm>
            <a:custGeom>
              <a:avLst/>
              <a:gdLst>
                <a:gd name="T0" fmla="*/ 26 w 8"/>
                <a:gd name="T1" fmla="*/ 0 h 21"/>
                <a:gd name="T2" fmla="*/ 26 w 8"/>
                <a:gd name="T3" fmla="*/ 47 h 21"/>
                <a:gd name="T4" fmla="*/ 8 w 8"/>
                <a:gd name="T5" fmla="*/ 82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21">
                  <a:moveTo>
                    <a:pt x="6" y="0"/>
                  </a:moveTo>
                  <a:cubicBezTo>
                    <a:pt x="8" y="3"/>
                    <a:pt x="7" y="6"/>
                    <a:pt x="6" y="12"/>
                  </a:cubicBezTo>
                  <a:cubicBezTo>
                    <a:pt x="4" y="18"/>
                    <a:pt x="0" y="15"/>
                    <a:pt x="2" y="21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145" name="Freeform 617">
              <a:extLst>
                <a:ext uri="{FF2B5EF4-FFF2-40B4-BE49-F238E27FC236}">
                  <a16:creationId xmlns:a16="http://schemas.microsoft.com/office/drawing/2014/main" id="{E731E6B0-81CD-4D86-8618-B527B5F0D5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5" y="922"/>
              <a:ext cx="9" cy="23"/>
            </a:xfrm>
            <a:custGeom>
              <a:avLst/>
              <a:gdLst>
                <a:gd name="T0" fmla="*/ 5 w 6"/>
                <a:gd name="T1" fmla="*/ 0 h 14"/>
                <a:gd name="T2" fmla="*/ 18 w 6"/>
                <a:gd name="T3" fmla="*/ 62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4">
                  <a:moveTo>
                    <a:pt x="1" y="0"/>
                  </a:moveTo>
                  <a:cubicBezTo>
                    <a:pt x="0" y="3"/>
                    <a:pt x="6" y="8"/>
                    <a:pt x="5" y="14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146" name="Freeform 618">
              <a:extLst>
                <a:ext uri="{FF2B5EF4-FFF2-40B4-BE49-F238E27FC236}">
                  <a16:creationId xmlns:a16="http://schemas.microsoft.com/office/drawing/2014/main" id="{509768D6-493C-4F00-80B6-25FB762F83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6" y="996"/>
              <a:ext cx="6" cy="35"/>
            </a:xfrm>
            <a:custGeom>
              <a:avLst/>
              <a:gdLst>
                <a:gd name="T0" fmla="*/ 14 w 4"/>
                <a:gd name="T1" fmla="*/ 0 h 22"/>
                <a:gd name="T2" fmla="*/ 0 w 4"/>
                <a:gd name="T3" fmla="*/ 89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2">
                  <a:moveTo>
                    <a:pt x="4" y="0"/>
                  </a:moveTo>
                  <a:cubicBezTo>
                    <a:pt x="3" y="8"/>
                    <a:pt x="4" y="11"/>
                    <a:pt x="0" y="22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147" name="Freeform 619">
              <a:extLst>
                <a:ext uri="{FF2B5EF4-FFF2-40B4-BE49-F238E27FC236}">
                  <a16:creationId xmlns:a16="http://schemas.microsoft.com/office/drawing/2014/main" id="{7597A723-BA9F-4EAF-97AF-931A5AC7E6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4" y="897"/>
              <a:ext cx="346" cy="282"/>
            </a:xfrm>
            <a:custGeom>
              <a:avLst/>
              <a:gdLst>
                <a:gd name="T0" fmla="*/ 69 w 217"/>
                <a:gd name="T1" fmla="*/ 158 h 177"/>
                <a:gd name="T2" fmla="*/ 48 w 217"/>
                <a:gd name="T3" fmla="*/ 73 h 177"/>
                <a:gd name="T4" fmla="*/ 41 w 217"/>
                <a:gd name="T5" fmla="*/ 35 h 177"/>
                <a:gd name="T6" fmla="*/ 35 w 217"/>
                <a:gd name="T7" fmla="*/ 21 h 177"/>
                <a:gd name="T8" fmla="*/ 35 w 217"/>
                <a:gd name="T9" fmla="*/ 21 h 177"/>
                <a:gd name="T10" fmla="*/ 26 w 217"/>
                <a:gd name="T11" fmla="*/ 8 h 177"/>
                <a:gd name="T12" fmla="*/ 0 w 217"/>
                <a:gd name="T13" fmla="*/ 35 h 177"/>
                <a:gd name="T14" fmla="*/ 16 w 217"/>
                <a:gd name="T15" fmla="*/ 121 h 177"/>
                <a:gd name="T16" fmla="*/ 33 w 217"/>
                <a:gd name="T17" fmla="*/ 206 h 177"/>
                <a:gd name="T18" fmla="*/ 48 w 217"/>
                <a:gd name="T19" fmla="*/ 260 h 177"/>
                <a:gd name="T20" fmla="*/ 69 w 217"/>
                <a:gd name="T21" fmla="*/ 303 h 177"/>
                <a:gd name="T22" fmla="*/ 110 w 217"/>
                <a:gd name="T23" fmla="*/ 333 h 177"/>
                <a:gd name="T24" fmla="*/ 155 w 217"/>
                <a:gd name="T25" fmla="*/ 484 h 177"/>
                <a:gd name="T26" fmla="*/ 279 w 217"/>
                <a:gd name="T27" fmla="*/ 647 h 177"/>
                <a:gd name="T28" fmla="*/ 437 w 217"/>
                <a:gd name="T29" fmla="*/ 715 h 177"/>
                <a:gd name="T30" fmla="*/ 593 w 217"/>
                <a:gd name="T31" fmla="*/ 647 h 177"/>
                <a:gd name="T32" fmla="*/ 718 w 217"/>
                <a:gd name="T33" fmla="*/ 484 h 177"/>
                <a:gd name="T34" fmla="*/ 770 w 217"/>
                <a:gd name="T35" fmla="*/ 333 h 177"/>
                <a:gd name="T36" fmla="*/ 805 w 217"/>
                <a:gd name="T37" fmla="*/ 303 h 177"/>
                <a:gd name="T38" fmla="*/ 831 w 217"/>
                <a:gd name="T39" fmla="*/ 260 h 177"/>
                <a:gd name="T40" fmla="*/ 843 w 217"/>
                <a:gd name="T41" fmla="*/ 206 h 177"/>
                <a:gd name="T42" fmla="*/ 859 w 217"/>
                <a:gd name="T43" fmla="*/ 121 h 177"/>
                <a:gd name="T44" fmla="*/ 880 w 217"/>
                <a:gd name="T45" fmla="*/ 35 h 177"/>
                <a:gd name="T46" fmla="*/ 867 w 217"/>
                <a:gd name="T47" fmla="*/ 8 h 177"/>
                <a:gd name="T48" fmla="*/ 859 w 217"/>
                <a:gd name="T49" fmla="*/ 5 h 177"/>
                <a:gd name="T50" fmla="*/ 851 w 217"/>
                <a:gd name="T51" fmla="*/ 8 h 177"/>
                <a:gd name="T52" fmla="*/ 824 w 217"/>
                <a:gd name="T53" fmla="*/ 97 h 177"/>
                <a:gd name="T54" fmla="*/ 818 w 217"/>
                <a:gd name="T55" fmla="*/ 121 h 177"/>
                <a:gd name="T56" fmla="*/ 796 w 217"/>
                <a:gd name="T57" fmla="*/ 175 h 177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217" h="177">
                  <a:moveTo>
                    <a:pt x="17" y="39"/>
                  </a:moveTo>
                  <a:cubicBezTo>
                    <a:pt x="15" y="32"/>
                    <a:pt x="12" y="18"/>
                    <a:pt x="12" y="18"/>
                  </a:cubicBezTo>
                  <a:cubicBezTo>
                    <a:pt x="12" y="18"/>
                    <a:pt x="11" y="13"/>
                    <a:pt x="10" y="9"/>
                  </a:cubicBezTo>
                  <a:cubicBezTo>
                    <a:pt x="10" y="8"/>
                    <a:pt x="9" y="6"/>
                    <a:pt x="9" y="5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4"/>
                    <a:pt x="6" y="2"/>
                    <a:pt x="6" y="2"/>
                  </a:cubicBezTo>
                  <a:cubicBezTo>
                    <a:pt x="3" y="0"/>
                    <a:pt x="0" y="4"/>
                    <a:pt x="0" y="9"/>
                  </a:cubicBezTo>
                  <a:cubicBezTo>
                    <a:pt x="0" y="15"/>
                    <a:pt x="4" y="26"/>
                    <a:pt x="4" y="30"/>
                  </a:cubicBezTo>
                  <a:cubicBezTo>
                    <a:pt x="4" y="34"/>
                    <a:pt x="6" y="44"/>
                    <a:pt x="8" y="51"/>
                  </a:cubicBezTo>
                  <a:cubicBezTo>
                    <a:pt x="10" y="57"/>
                    <a:pt x="9" y="60"/>
                    <a:pt x="12" y="64"/>
                  </a:cubicBezTo>
                  <a:cubicBezTo>
                    <a:pt x="14" y="68"/>
                    <a:pt x="15" y="72"/>
                    <a:pt x="17" y="75"/>
                  </a:cubicBezTo>
                  <a:cubicBezTo>
                    <a:pt x="19" y="78"/>
                    <a:pt x="24" y="82"/>
                    <a:pt x="27" y="82"/>
                  </a:cubicBezTo>
                  <a:cubicBezTo>
                    <a:pt x="27" y="91"/>
                    <a:pt x="34" y="111"/>
                    <a:pt x="38" y="120"/>
                  </a:cubicBezTo>
                  <a:cubicBezTo>
                    <a:pt x="42" y="128"/>
                    <a:pt x="57" y="151"/>
                    <a:pt x="69" y="160"/>
                  </a:cubicBezTo>
                  <a:cubicBezTo>
                    <a:pt x="80" y="167"/>
                    <a:pt x="87" y="176"/>
                    <a:pt x="108" y="177"/>
                  </a:cubicBezTo>
                  <a:cubicBezTo>
                    <a:pt x="128" y="176"/>
                    <a:pt x="135" y="167"/>
                    <a:pt x="146" y="160"/>
                  </a:cubicBezTo>
                  <a:cubicBezTo>
                    <a:pt x="158" y="151"/>
                    <a:pt x="173" y="130"/>
                    <a:pt x="177" y="120"/>
                  </a:cubicBezTo>
                  <a:cubicBezTo>
                    <a:pt x="181" y="110"/>
                    <a:pt x="189" y="91"/>
                    <a:pt x="190" y="82"/>
                  </a:cubicBezTo>
                  <a:cubicBezTo>
                    <a:pt x="192" y="82"/>
                    <a:pt x="197" y="78"/>
                    <a:pt x="199" y="75"/>
                  </a:cubicBezTo>
                  <a:cubicBezTo>
                    <a:pt x="202" y="72"/>
                    <a:pt x="202" y="68"/>
                    <a:pt x="205" y="64"/>
                  </a:cubicBezTo>
                  <a:cubicBezTo>
                    <a:pt x="207" y="60"/>
                    <a:pt x="206" y="57"/>
                    <a:pt x="208" y="51"/>
                  </a:cubicBezTo>
                  <a:cubicBezTo>
                    <a:pt x="211" y="44"/>
                    <a:pt x="212" y="34"/>
                    <a:pt x="212" y="30"/>
                  </a:cubicBezTo>
                  <a:cubicBezTo>
                    <a:pt x="212" y="26"/>
                    <a:pt x="217" y="15"/>
                    <a:pt x="217" y="9"/>
                  </a:cubicBezTo>
                  <a:cubicBezTo>
                    <a:pt x="217" y="6"/>
                    <a:pt x="215" y="3"/>
                    <a:pt x="214" y="2"/>
                  </a:cubicBezTo>
                  <a:cubicBezTo>
                    <a:pt x="213" y="2"/>
                    <a:pt x="213" y="2"/>
                    <a:pt x="212" y="1"/>
                  </a:cubicBezTo>
                  <a:cubicBezTo>
                    <a:pt x="212" y="1"/>
                    <a:pt x="211" y="1"/>
                    <a:pt x="210" y="2"/>
                  </a:cubicBezTo>
                  <a:cubicBezTo>
                    <a:pt x="203" y="24"/>
                    <a:pt x="203" y="24"/>
                    <a:pt x="203" y="24"/>
                  </a:cubicBezTo>
                  <a:cubicBezTo>
                    <a:pt x="202" y="30"/>
                    <a:pt x="202" y="30"/>
                    <a:pt x="202" y="30"/>
                  </a:cubicBezTo>
                  <a:cubicBezTo>
                    <a:pt x="201" y="36"/>
                    <a:pt x="196" y="43"/>
                    <a:pt x="196" y="43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148" name="Freeform 620">
              <a:extLst>
                <a:ext uri="{FF2B5EF4-FFF2-40B4-BE49-F238E27FC236}">
                  <a16:creationId xmlns:a16="http://schemas.microsoft.com/office/drawing/2014/main" id="{546420BB-EF0D-45A4-BE0F-EB7AC13F66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9" y="1083"/>
              <a:ext cx="110" cy="45"/>
            </a:xfrm>
            <a:custGeom>
              <a:avLst/>
              <a:gdLst>
                <a:gd name="T0" fmla="*/ 0 w 69"/>
                <a:gd name="T1" fmla="*/ 42 h 28"/>
                <a:gd name="T2" fmla="*/ 56 w 69"/>
                <a:gd name="T3" fmla="*/ 26 h 28"/>
                <a:gd name="T4" fmla="*/ 124 w 69"/>
                <a:gd name="T5" fmla="*/ 13 h 28"/>
                <a:gd name="T6" fmla="*/ 142 w 69"/>
                <a:gd name="T7" fmla="*/ 21 h 28"/>
                <a:gd name="T8" fmla="*/ 163 w 69"/>
                <a:gd name="T9" fmla="*/ 13 h 28"/>
                <a:gd name="T10" fmla="*/ 204 w 69"/>
                <a:gd name="T11" fmla="*/ 13 h 28"/>
                <a:gd name="T12" fmla="*/ 279 w 69"/>
                <a:gd name="T13" fmla="*/ 37 h 28"/>
                <a:gd name="T14" fmla="*/ 244 w 69"/>
                <a:gd name="T15" fmla="*/ 80 h 28"/>
                <a:gd name="T16" fmla="*/ 150 w 69"/>
                <a:gd name="T17" fmla="*/ 111 h 28"/>
                <a:gd name="T18" fmla="*/ 69 w 69"/>
                <a:gd name="T19" fmla="*/ 101 h 28"/>
                <a:gd name="T20" fmla="*/ 0 w 69"/>
                <a:gd name="T21" fmla="*/ 42 h 2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9" h="28">
                  <a:moveTo>
                    <a:pt x="0" y="10"/>
                  </a:moveTo>
                  <a:cubicBezTo>
                    <a:pt x="0" y="10"/>
                    <a:pt x="5" y="13"/>
                    <a:pt x="14" y="6"/>
                  </a:cubicBezTo>
                  <a:cubicBezTo>
                    <a:pt x="19" y="3"/>
                    <a:pt x="26" y="0"/>
                    <a:pt x="31" y="3"/>
                  </a:cubicBezTo>
                  <a:cubicBezTo>
                    <a:pt x="36" y="5"/>
                    <a:pt x="35" y="5"/>
                    <a:pt x="35" y="5"/>
                  </a:cubicBezTo>
                  <a:cubicBezTo>
                    <a:pt x="35" y="5"/>
                    <a:pt x="37" y="3"/>
                    <a:pt x="40" y="3"/>
                  </a:cubicBezTo>
                  <a:cubicBezTo>
                    <a:pt x="44" y="2"/>
                    <a:pt x="47" y="2"/>
                    <a:pt x="50" y="3"/>
                  </a:cubicBezTo>
                  <a:cubicBezTo>
                    <a:pt x="53" y="5"/>
                    <a:pt x="60" y="11"/>
                    <a:pt x="69" y="9"/>
                  </a:cubicBezTo>
                  <a:cubicBezTo>
                    <a:pt x="69" y="9"/>
                    <a:pt x="66" y="14"/>
                    <a:pt x="60" y="19"/>
                  </a:cubicBezTo>
                  <a:cubicBezTo>
                    <a:pt x="53" y="25"/>
                    <a:pt x="43" y="27"/>
                    <a:pt x="37" y="27"/>
                  </a:cubicBezTo>
                  <a:cubicBezTo>
                    <a:pt x="30" y="28"/>
                    <a:pt x="21" y="25"/>
                    <a:pt x="17" y="24"/>
                  </a:cubicBezTo>
                  <a:cubicBezTo>
                    <a:pt x="8" y="19"/>
                    <a:pt x="6" y="13"/>
                    <a:pt x="0" y="10"/>
                  </a:cubicBezTo>
                  <a:close/>
                </a:path>
              </a:pathLst>
            </a:custGeom>
            <a:solidFill>
              <a:srgbClr val="C17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149" name="Freeform 621">
              <a:extLst>
                <a:ext uri="{FF2B5EF4-FFF2-40B4-BE49-F238E27FC236}">
                  <a16:creationId xmlns:a16="http://schemas.microsoft.com/office/drawing/2014/main" id="{081A3AA1-892E-455C-8F45-F210A42A95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8" y="1077"/>
              <a:ext cx="113" cy="32"/>
            </a:xfrm>
            <a:custGeom>
              <a:avLst/>
              <a:gdLst>
                <a:gd name="T0" fmla="*/ 145 w 71"/>
                <a:gd name="T1" fmla="*/ 35 h 20"/>
                <a:gd name="T2" fmla="*/ 286 w 71"/>
                <a:gd name="T3" fmla="*/ 54 h 20"/>
                <a:gd name="T4" fmla="*/ 253 w 71"/>
                <a:gd name="T5" fmla="*/ 54 h 20"/>
                <a:gd name="T6" fmla="*/ 218 w 71"/>
                <a:gd name="T7" fmla="*/ 34 h 20"/>
                <a:gd name="T8" fmla="*/ 145 w 71"/>
                <a:gd name="T9" fmla="*/ 34 h 20"/>
                <a:gd name="T10" fmla="*/ 145 w 71"/>
                <a:gd name="T11" fmla="*/ 34 h 20"/>
                <a:gd name="T12" fmla="*/ 76 w 71"/>
                <a:gd name="T13" fmla="*/ 34 h 20"/>
                <a:gd name="T14" fmla="*/ 35 w 71"/>
                <a:gd name="T15" fmla="*/ 48 h 20"/>
                <a:gd name="T16" fmla="*/ 0 w 71"/>
                <a:gd name="T17" fmla="*/ 54 h 20"/>
                <a:gd name="T18" fmla="*/ 145 w 71"/>
                <a:gd name="T19" fmla="*/ 35 h 2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1" h="20">
                  <a:moveTo>
                    <a:pt x="36" y="9"/>
                  </a:moveTo>
                  <a:cubicBezTo>
                    <a:pt x="48" y="0"/>
                    <a:pt x="58" y="19"/>
                    <a:pt x="71" y="13"/>
                  </a:cubicBezTo>
                  <a:cubicBezTo>
                    <a:pt x="68" y="13"/>
                    <a:pt x="66" y="14"/>
                    <a:pt x="63" y="13"/>
                  </a:cubicBezTo>
                  <a:cubicBezTo>
                    <a:pt x="60" y="11"/>
                    <a:pt x="57" y="10"/>
                    <a:pt x="54" y="8"/>
                  </a:cubicBezTo>
                  <a:cubicBezTo>
                    <a:pt x="47" y="5"/>
                    <a:pt x="43" y="5"/>
                    <a:pt x="36" y="8"/>
                  </a:cubicBezTo>
                  <a:cubicBezTo>
                    <a:pt x="36" y="8"/>
                    <a:pt x="36" y="8"/>
                    <a:pt x="36" y="8"/>
                  </a:cubicBezTo>
                  <a:cubicBezTo>
                    <a:pt x="30" y="5"/>
                    <a:pt x="26" y="5"/>
                    <a:pt x="19" y="8"/>
                  </a:cubicBezTo>
                  <a:cubicBezTo>
                    <a:pt x="16" y="9"/>
                    <a:pt x="12" y="10"/>
                    <a:pt x="9" y="12"/>
                  </a:cubicBezTo>
                  <a:cubicBezTo>
                    <a:pt x="7" y="14"/>
                    <a:pt x="3" y="14"/>
                    <a:pt x="0" y="13"/>
                  </a:cubicBezTo>
                  <a:cubicBezTo>
                    <a:pt x="10" y="20"/>
                    <a:pt x="24" y="0"/>
                    <a:pt x="36" y="9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150" name="Freeform 622">
              <a:extLst>
                <a:ext uri="{FF2B5EF4-FFF2-40B4-BE49-F238E27FC236}">
                  <a16:creationId xmlns:a16="http://schemas.microsoft.com/office/drawing/2014/main" id="{053BEA2D-8584-41F4-B6DB-19100B4CC1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9" y="1107"/>
              <a:ext cx="91" cy="48"/>
            </a:xfrm>
            <a:custGeom>
              <a:avLst/>
              <a:gdLst>
                <a:gd name="T0" fmla="*/ 0 w 57"/>
                <a:gd name="T1" fmla="*/ 0 h 30"/>
                <a:gd name="T2" fmla="*/ 231 w 57"/>
                <a:gd name="T3" fmla="*/ 5 h 30"/>
                <a:gd name="T4" fmla="*/ 0 w 57"/>
                <a:gd name="T5" fmla="*/ 0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7" h="30">
                  <a:moveTo>
                    <a:pt x="0" y="0"/>
                  </a:moveTo>
                  <a:cubicBezTo>
                    <a:pt x="0" y="0"/>
                    <a:pt x="29" y="26"/>
                    <a:pt x="57" y="1"/>
                  </a:cubicBezTo>
                  <a:cubicBezTo>
                    <a:pt x="57" y="1"/>
                    <a:pt x="32" y="3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151" name="Freeform 623">
              <a:extLst>
                <a:ext uri="{FF2B5EF4-FFF2-40B4-BE49-F238E27FC236}">
                  <a16:creationId xmlns:a16="http://schemas.microsoft.com/office/drawing/2014/main" id="{C5CBABCB-140E-4FE8-AF26-652B4182F53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7" y="1101"/>
              <a:ext cx="94" cy="13"/>
            </a:xfrm>
            <a:custGeom>
              <a:avLst/>
              <a:gdLst>
                <a:gd name="T0" fmla="*/ 0 w 59"/>
                <a:gd name="T1" fmla="*/ 0 h 8"/>
                <a:gd name="T2" fmla="*/ 239 w 59"/>
                <a:gd name="T3" fmla="*/ 0 h 8"/>
                <a:gd name="T4" fmla="*/ 0 w 59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9" h="8">
                  <a:moveTo>
                    <a:pt x="0" y="0"/>
                  </a:moveTo>
                  <a:cubicBezTo>
                    <a:pt x="0" y="0"/>
                    <a:pt x="34" y="6"/>
                    <a:pt x="59" y="0"/>
                  </a:cubicBezTo>
                  <a:cubicBezTo>
                    <a:pt x="59" y="0"/>
                    <a:pt x="39" y="8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152" name="Freeform 624">
              <a:extLst>
                <a:ext uri="{FF2B5EF4-FFF2-40B4-BE49-F238E27FC236}">
                  <a16:creationId xmlns:a16="http://schemas.microsoft.com/office/drawing/2014/main" id="{BBEC3B2F-F14E-498B-9B6E-CF3C3CE83B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4" y="1012"/>
              <a:ext cx="113" cy="162"/>
            </a:xfrm>
            <a:custGeom>
              <a:avLst/>
              <a:gdLst>
                <a:gd name="T0" fmla="*/ 286 w 71"/>
                <a:gd name="T1" fmla="*/ 0 h 102"/>
                <a:gd name="T2" fmla="*/ 121 w 71"/>
                <a:gd name="T3" fmla="*/ 335 h 102"/>
                <a:gd name="T4" fmla="*/ 0 w 71"/>
                <a:gd name="T5" fmla="*/ 408 h 102"/>
                <a:gd name="T6" fmla="*/ 164 w 71"/>
                <a:gd name="T7" fmla="*/ 260 h 102"/>
                <a:gd name="T8" fmla="*/ 286 w 71"/>
                <a:gd name="T9" fmla="*/ 0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1" h="102">
                  <a:moveTo>
                    <a:pt x="71" y="0"/>
                  </a:moveTo>
                  <a:cubicBezTo>
                    <a:pt x="71" y="0"/>
                    <a:pt x="68" y="45"/>
                    <a:pt x="30" y="84"/>
                  </a:cubicBezTo>
                  <a:cubicBezTo>
                    <a:pt x="30" y="84"/>
                    <a:pt x="10" y="99"/>
                    <a:pt x="0" y="102"/>
                  </a:cubicBezTo>
                  <a:cubicBezTo>
                    <a:pt x="0" y="102"/>
                    <a:pt x="26" y="87"/>
                    <a:pt x="41" y="65"/>
                  </a:cubicBezTo>
                  <a:cubicBezTo>
                    <a:pt x="56" y="42"/>
                    <a:pt x="69" y="15"/>
                    <a:pt x="71" y="0"/>
                  </a:cubicBezTo>
                  <a:close/>
                </a:path>
              </a:pathLst>
            </a:custGeom>
            <a:solidFill>
              <a:srgbClr val="8E4C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153" name="Freeform 625">
              <a:extLst>
                <a:ext uri="{FF2B5EF4-FFF2-40B4-BE49-F238E27FC236}">
                  <a16:creationId xmlns:a16="http://schemas.microsoft.com/office/drawing/2014/main" id="{D82F00A7-32A3-45F9-A53C-1D8492625F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7" y="1016"/>
              <a:ext cx="24" cy="74"/>
            </a:xfrm>
            <a:custGeom>
              <a:avLst/>
              <a:gdLst>
                <a:gd name="T0" fmla="*/ 21 w 15"/>
                <a:gd name="T1" fmla="*/ 34 h 46"/>
                <a:gd name="T2" fmla="*/ 29 w 15"/>
                <a:gd name="T3" fmla="*/ 69 h 46"/>
                <a:gd name="T4" fmla="*/ 35 w 15"/>
                <a:gd name="T5" fmla="*/ 103 h 46"/>
                <a:gd name="T6" fmla="*/ 48 w 15"/>
                <a:gd name="T7" fmla="*/ 156 h 46"/>
                <a:gd name="T8" fmla="*/ 61 w 15"/>
                <a:gd name="T9" fmla="*/ 191 h 46"/>
                <a:gd name="T10" fmla="*/ 29 w 15"/>
                <a:gd name="T11" fmla="*/ 124 h 46"/>
                <a:gd name="T12" fmla="*/ 16 w 15"/>
                <a:gd name="T13" fmla="*/ 97 h 46"/>
                <a:gd name="T14" fmla="*/ 8 w 15"/>
                <a:gd name="T15" fmla="*/ 42 h 46"/>
                <a:gd name="T16" fmla="*/ 8 w 15"/>
                <a:gd name="T17" fmla="*/ 0 h 4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5" h="46">
                  <a:moveTo>
                    <a:pt x="5" y="8"/>
                  </a:moveTo>
                  <a:cubicBezTo>
                    <a:pt x="6" y="11"/>
                    <a:pt x="7" y="14"/>
                    <a:pt x="7" y="17"/>
                  </a:cubicBezTo>
                  <a:cubicBezTo>
                    <a:pt x="8" y="20"/>
                    <a:pt x="8" y="22"/>
                    <a:pt x="9" y="25"/>
                  </a:cubicBezTo>
                  <a:cubicBezTo>
                    <a:pt x="10" y="29"/>
                    <a:pt x="11" y="33"/>
                    <a:pt x="12" y="37"/>
                  </a:cubicBezTo>
                  <a:cubicBezTo>
                    <a:pt x="13" y="40"/>
                    <a:pt x="14" y="43"/>
                    <a:pt x="15" y="46"/>
                  </a:cubicBezTo>
                  <a:cubicBezTo>
                    <a:pt x="10" y="42"/>
                    <a:pt x="8" y="36"/>
                    <a:pt x="7" y="30"/>
                  </a:cubicBezTo>
                  <a:cubicBezTo>
                    <a:pt x="6" y="28"/>
                    <a:pt x="5" y="26"/>
                    <a:pt x="4" y="23"/>
                  </a:cubicBezTo>
                  <a:cubicBezTo>
                    <a:pt x="3" y="19"/>
                    <a:pt x="2" y="15"/>
                    <a:pt x="2" y="10"/>
                  </a:cubicBezTo>
                  <a:cubicBezTo>
                    <a:pt x="1" y="7"/>
                    <a:pt x="0" y="3"/>
                    <a:pt x="2" y="0"/>
                  </a:cubicBezTo>
                </a:path>
              </a:pathLst>
            </a:custGeom>
            <a:solidFill>
              <a:srgbClr val="C17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154" name="Freeform 626">
              <a:extLst>
                <a:ext uri="{FF2B5EF4-FFF2-40B4-BE49-F238E27FC236}">
                  <a16:creationId xmlns:a16="http://schemas.microsoft.com/office/drawing/2014/main" id="{6637806F-3F9D-4AED-AA44-26E24B84E47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2" y="935"/>
              <a:ext cx="8" cy="50"/>
            </a:xfrm>
            <a:custGeom>
              <a:avLst/>
              <a:gdLst>
                <a:gd name="T0" fmla="*/ 8 w 5"/>
                <a:gd name="T1" fmla="*/ 5 h 31"/>
                <a:gd name="T2" fmla="*/ 5 w 5"/>
                <a:gd name="T3" fmla="*/ 60 h 31"/>
                <a:gd name="T4" fmla="*/ 21 w 5"/>
                <a:gd name="T5" fmla="*/ 131 h 31"/>
                <a:gd name="T6" fmla="*/ 13 w 5"/>
                <a:gd name="T7" fmla="*/ 89 h 31"/>
                <a:gd name="T8" fmla="*/ 8 w 5"/>
                <a:gd name="T9" fmla="*/ 55 h 31"/>
                <a:gd name="T10" fmla="*/ 8 w 5"/>
                <a:gd name="T11" fmla="*/ 0 h 3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" h="31">
                  <a:moveTo>
                    <a:pt x="2" y="1"/>
                  </a:moveTo>
                  <a:cubicBezTo>
                    <a:pt x="0" y="4"/>
                    <a:pt x="0" y="10"/>
                    <a:pt x="1" y="14"/>
                  </a:cubicBezTo>
                  <a:cubicBezTo>
                    <a:pt x="1" y="20"/>
                    <a:pt x="3" y="25"/>
                    <a:pt x="5" y="31"/>
                  </a:cubicBezTo>
                  <a:cubicBezTo>
                    <a:pt x="4" y="28"/>
                    <a:pt x="4" y="24"/>
                    <a:pt x="3" y="21"/>
                  </a:cubicBezTo>
                  <a:cubicBezTo>
                    <a:pt x="2" y="18"/>
                    <a:pt x="2" y="16"/>
                    <a:pt x="2" y="13"/>
                  </a:cubicBezTo>
                  <a:cubicBezTo>
                    <a:pt x="1" y="9"/>
                    <a:pt x="1" y="4"/>
                    <a:pt x="2" y="0"/>
                  </a:cubicBezTo>
                </a:path>
              </a:pathLst>
            </a:custGeom>
            <a:solidFill>
              <a:srgbClr val="C17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155" name="Freeform 627">
              <a:extLst>
                <a:ext uri="{FF2B5EF4-FFF2-40B4-BE49-F238E27FC236}">
                  <a16:creationId xmlns:a16="http://schemas.microsoft.com/office/drawing/2014/main" id="{8F8B87C7-5815-4386-BBE1-516C2B754A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5" y="996"/>
              <a:ext cx="18" cy="27"/>
            </a:xfrm>
            <a:custGeom>
              <a:avLst/>
              <a:gdLst>
                <a:gd name="T0" fmla="*/ 0 w 11"/>
                <a:gd name="T1" fmla="*/ 5 h 17"/>
                <a:gd name="T2" fmla="*/ 26 w 11"/>
                <a:gd name="T3" fmla="*/ 48 h 17"/>
                <a:gd name="T4" fmla="*/ 47 w 11"/>
                <a:gd name="T5" fmla="*/ 68 h 17"/>
                <a:gd name="T6" fmla="*/ 29 w 11"/>
                <a:gd name="T7" fmla="*/ 27 h 17"/>
                <a:gd name="T8" fmla="*/ 0 w 11"/>
                <a:gd name="T9" fmla="*/ 0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7">
                  <a:moveTo>
                    <a:pt x="0" y="1"/>
                  </a:moveTo>
                  <a:cubicBezTo>
                    <a:pt x="3" y="4"/>
                    <a:pt x="4" y="9"/>
                    <a:pt x="6" y="12"/>
                  </a:cubicBezTo>
                  <a:cubicBezTo>
                    <a:pt x="7" y="14"/>
                    <a:pt x="9" y="16"/>
                    <a:pt x="11" y="17"/>
                  </a:cubicBezTo>
                  <a:cubicBezTo>
                    <a:pt x="9" y="14"/>
                    <a:pt x="8" y="10"/>
                    <a:pt x="7" y="7"/>
                  </a:cubicBezTo>
                  <a:cubicBezTo>
                    <a:pt x="4" y="6"/>
                    <a:pt x="1" y="2"/>
                    <a:pt x="0" y="0"/>
                  </a:cubicBezTo>
                </a:path>
              </a:pathLst>
            </a:custGeom>
            <a:solidFill>
              <a:srgbClr val="C17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156" name="Freeform 628">
              <a:extLst>
                <a:ext uri="{FF2B5EF4-FFF2-40B4-BE49-F238E27FC236}">
                  <a16:creationId xmlns:a16="http://schemas.microsoft.com/office/drawing/2014/main" id="{066AEA9F-17A2-46C0-B561-BCC96020E92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6" y="1012"/>
              <a:ext cx="9" cy="49"/>
            </a:xfrm>
            <a:custGeom>
              <a:avLst/>
              <a:gdLst>
                <a:gd name="T0" fmla="*/ 21 w 6"/>
                <a:gd name="T1" fmla="*/ 122 h 31"/>
                <a:gd name="T2" fmla="*/ 5 w 6"/>
                <a:gd name="T3" fmla="*/ 63 h 31"/>
                <a:gd name="T4" fmla="*/ 21 w 6"/>
                <a:gd name="T5" fmla="*/ 0 h 31"/>
                <a:gd name="T6" fmla="*/ 18 w 6"/>
                <a:gd name="T7" fmla="*/ 117 h 31"/>
                <a:gd name="T8" fmla="*/ 18 w 6"/>
                <a:gd name="T9" fmla="*/ 117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31">
                  <a:moveTo>
                    <a:pt x="6" y="31"/>
                  </a:moveTo>
                  <a:cubicBezTo>
                    <a:pt x="2" y="27"/>
                    <a:pt x="0" y="21"/>
                    <a:pt x="1" y="16"/>
                  </a:cubicBezTo>
                  <a:cubicBezTo>
                    <a:pt x="3" y="10"/>
                    <a:pt x="5" y="5"/>
                    <a:pt x="6" y="0"/>
                  </a:cubicBezTo>
                  <a:cubicBezTo>
                    <a:pt x="6" y="10"/>
                    <a:pt x="1" y="20"/>
                    <a:pt x="5" y="30"/>
                  </a:cubicBezTo>
                  <a:cubicBezTo>
                    <a:pt x="5" y="30"/>
                    <a:pt x="5" y="30"/>
                    <a:pt x="5" y="30"/>
                  </a:cubicBezTo>
                </a:path>
              </a:pathLst>
            </a:custGeom>
            <a:solidFill>
              <a:srgbClr val="C17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157" name="Freeform 629">
              <a:extLst>
                <a:ext uri="{FF2B5EF4-FFF2-40B4-BE49-F238E27FC236}">
                  <a16:creationId xmlns:a16="http://schemas.microsoft.com/office/drawing/2014/main" id="{B642DC16-714B-40D6-B77C-B428CFC165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9" y="951"/>
              <a:ext cx="21" cy="80"/>
            </a:xfrm>
            <a:custGeom>
              <a:avLst/>
              <a:gdLst>
                <a:gd name="T0" fmla="*/ 0 w 13"/>
                <a:gd name="T1" fmla="*/ 0 h 50"/>
                <a:gd name="T2" fmla="*/ 21 w 13"/>
                <a:gd name="T3" fmla="*/ 205 h 50"/>
                <a:gd name="T4" fmla="*/ 0 w 13"/>
                <a:gd name="T5" fmla="*/ 0 h 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50">
                  <a:moveTo>
                    <a:pt x="0" y="0"/>
                  </a:moveTo>
                  <a:cubicBezTo>
                    <a:pt x="0" y="0"/>
                    <a:pt x="10" y="10"/>
                    <a:pt x="5" y="50"/>
                  </a:cubicBezTo>
                  <a:cubicBezTo>
                    <a:pt x="5" y="50"/>
                    <a:pt x="13" y="1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158" name="Freeform 630">
              <a:extLst>
                <a:ext uri="{FF2B5EF4-FFF2-40B4-BE49-F238E27FC236}">
                  <a16:creationId xmlns:a16="http://schemas.microsoft.com/office/drawing/2014/main" id="{5A6FA9F2-8A18-4C5E-8961-0C92874DEC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4" y="739"/>
              <a:ext cx="117" cy="308"/>
            </a:xfrm>
            <a:custGeom>
              <a:avLst/>
              <a:gdLst>
                <a:gd name="T0" fmla="*/ 8 w 73"/>
                <a:gd name="T1" fmla="*/ 5 h 193"/>
                <a:gd name="T2" fmla="*/ 115 w 73"/>
                <a:gd name="T3" fmla="*/ 13 h 193"/>
                <a:gd name="T4" fmla="*/ 223 w 73"/>
                <a:gd name="T5" fmla="*/ 89 h 193"/>
                <a:gd name="T6" fmla="*/ 192 w 73"/>
                <a:gd name="T7" fmla="*/ 69 h 193"/>
                <a:gd name="T8" fmla="*/ 247 w 73"/>
                <a:gd name="T9" fmla="*/ 137 h 193"/>
                <a:gd name="T10" fmla="*/ 288 w 73"/>
                <a:gd name="T11" fmla="*/ 252 h 193"/>
                <a:gd name="T12" fmla="*/ 272 w 73"/>
                <a:gd name="T13" fmla="*/ 236 h 193"/>
                <a:gd name="T14" fmla="*/ 288 w 73"/>
                <a:gd name="T15" fmla="*/ 397 h 193"/>
                <a:gd name="T16" fmla="*/ 272 w 73"/>
                <a:gd name="T17" fmla="*/ 538 h 193"/>
                <a:gd name="T18" fmla="*/ 231 w 73"/>
                <a:gd name="T19" fmla="*/ 654 h 193"/>
                <a:gd name="T20" fmla="*/ 218 w 73"/>
                <a:gd name="T21" fmla="*/ 785 h 193"/>
                <a:gd name="T22" fmla="*/ 205 w 73"/>
                <a:gd name="T23" fmla="*/ 718 h 193"/>
                <a:gd name="T24" fmla="*/ 197 w 73"/>
                <a:gd name="T25" fmla="*/ 739 h 193"/>
                <a:gd name="T26" fmla="*/ 226 w 73"/>
                <a:gd name="T27" fmla="*/ 539 h 193"/>
                <a:gd name="T28" fmla="*/ 255 w 73"/>
                <a:gd name="T29" fmla="*/ 349 h 193"/>
                <a:gd name="T30" fmla="*/ 239 w 73"/>
                <a:gd name="T31" fmla="*/ 388 h 193"/>
                <a:gd name="T32" fmla="*/ 231 w 73"/>
                <a:gd name="T33" fmla="*/ 294 h 193"/>
                <a:gd name="T34" fmla="*/ 183 w 73"/>
                <a:gd name="T35" fmla="*/ 158 h 193"/>
                <a:gd name="T36" fmla="*/ 82 w 73"/>
                <a:gd name="T37" fmla="*/ 81 h 193"/>
                <a:gd name="T38" fmla="*/ 0 w 73"/>
                <a:gd name="T39" fmla="*/ 29 h 193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73" h="193">
                  <a:moveTo>
                    <a:pt x="2" y="1"/>
                  </a:moveTo>
                  <a:cubicBezTo>
                    <a:pt x="11" y="4"/>
                    <a:pt x="20" y="0"/>
                    <a:pt x="28" y="3"/>
                  </a:cubicBezTo>
                  <a:cubicBezTo>
                    <a:pt x="38" y="7"/>
                    <a:pt x="47" y="14"/>
                    <a:pt x="54" y="22"/>
                  </a:cubicBezTo>
                  <a:cubicBezTo>
                    <a:pt x="51" y="21"/>
                    <a:pt x="49" y="19"/>
                    <a:pt x="47" y="17"/>
                  </a:cubicBezTo>
                  <a:cubicBezTo>
                    <a:pt x="51" y="23"/>
                    <a:pt x="56" y="28"/>
                    <a:pt x="60" y="34"/>
                  </a:cubicBezTo>
                  <a:cubicBezTo>
                    <a:pt x="65" y="43"/>
                    <a:pt x="67" y="52"/>
                    <a:pt x="70" y="62"/>
                  </a:cubicBezTo>
                  <a:cubicBezTo>
                    <a:pt x="69" y="60"/>
                    <a:pt x="67" y="59"/>
                    <a:pt x="66" y="58"/>
                  </a:cubicBezTo>
                  <a:cubicBezTo>
                    <a:pt x="73" y="64"/>
                    <a:pt x="71" y="90"/>
                    <a:pt x="70" y="98"/>
                  </a:cubicBezTo>
                  <a:cubicBezTo>
                    <a:pt x="70" y="110"/>
                    <a:pt x="69" y="121"/>
                    <a:pt x="66" y="132"/>
                  </a:cubicBezTo>
                  <a:cubicBezTo>
                    <a:pt x="64" y="142"/>
                    <a:pt x="58" y="151"/>
                    <a:pt x="56" y="161"/>
                  </a:cubicBezTo>
                  <a:cubicBezTo>
                    <a:pt x="53" y="171"/>
                    <a:pt x="53" y="183"/>
                    <a:pt x="53" y="193"/>
                  </a:cubicBezTo>
                  <a:cubicBezTo>
                    <a:pt x="52" y="189"/>
                    <a:pt x="51" y="182"/>
                    <a:pt x="50" y="177"/>
                  </a:cubicBezTo>
                  <a:cubicBezTo>
                    <a:pt x="49" y="179"/>
                    <a:pt x="48" y="181"/>
                    <a:pt x="48" y="182"/>
                  </a:cubicBezTo>
                  <a:cubicBezTo>
                    <a:pt x="41" y="170"/>
                    <a:pt x="52" y="145"/>
                    <a:pt x="55" y="133"/>
                  </a:cubicBezTo>
                  <a:cubicBezTo>
                    <a:pt x="59" y="118"/>
                    <a:pt x="61" y="102"/>
                    <a:pt x="62" y="86"/>
                  </a:cubicBezTo>
                  <a:cubicBezTo>
                    <a:pt x="60" y="89"/>
                    <a:pt x="59" y="92"/>
                    <a:pt x="58" y="95"/>
                  </a:cubicBezTo>
                  <a:cubicBezTo>
                    <a:pt x="55" y="90"/>
                    <a:pt x="57" y="78"/>
                    <a:pt x="56" y="72"/>
                  </a:cubicBezTo>
                  <a:cubicBezTo>
                    <a:pt x="54" y="60"/>
                    <a:pt x="51" y="49"/>
                    <a:pt x="44" y="39"/>
                  </a:cubicBezTo>
                  <a:cubicBezTo>
                    <a:pt x="38" y="30"/>
                    <a:pt x="30" y="24"/>
                    <a:pt x="20" y="20"/>
                  </a:cubicBezTo>
                  <a:cubicBezTo>
                    <a:pt x="12" y="17"/>
                    <a:pt x="8" y="12"/>
                    <a:pt x="0" y="7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159" name="Freeform 631">
              <a:extLst>
                <a:ext uri="{FF2B5EF4-FFF2-40B4-BE49-F238E27FC236}">
                  <a16:creationId xmlns:a16="http://schemas.microsoft.com/office/drawing/2014/main" id="{0854222C-417A-4BA4-A167-53EEF9CFC3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1" y="747"/>
              <a:ext cx="99" cy="220"/>
            </a:xfrm>
            <a:custGeom>
              <a:avLst/>
              <a:gdLst>
                <a:gd name="T0" fmla="*/ 16 w 62"/>
                <a:gd name="T1" fmla="*/ 110 h 138"/>
                <a:gd name="T2" fmla="*/ 123 w 62"/>
                <a:gd name="T3" fmla="*/ 231 h 138"/>
                <a:gd name="T4" fmla="*/ 179 w 62"/>
                <a:gd name="T5" fmla="*/ 384 h 138"/>
                <a:gd name="T6" fmla="*/ 187 w 62"/>
                <a:gd name="T7" fmla="*/ 368 h 138"/>
                <a:gd name="T8" fmla="*/ 200 w 62"/>
                <a:gd name="T9" fmla="*/ 560 h 138"/>
                <a:gd name="T10" fmla="*/ 240 w 62"/>
                <a:gd name="T11" fmla="*/ 445 h 138"/>
                <a:gd name="T12" fmla="*/ 252 w 62"/>
                <a:gd name="T13" fmla="*/ 356 h 138"/>
                <a:gd name="T14" fmla="*/ 217 w 62"/>
                <a:gd name="T15" fmla="*/ 155 h 138"/>
                <a:gd name="T16" fmla="*/ 115 w 62"/>
                <a:gd name="T17" fmla="*/ 33 h 138"/>
                <a:gd name="T18" fmla="*/ 0 w 62"/>
                <a:gd name="T19" fmla="*/ 53 h 13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2" h="138">
                  <a:moveTo>
                    <a:pt x="4" y="27"/>
                  </a:moveTo>
                  <a:cubicBezTo>
                    <a:pt x="1" y="37"/>
                    <a:pt x="24" y="51"/>
                    <a:pt x="30" y="57"/>
                  </a:cubicBezTo>
                  <a:cubicBezTo>
                    <a:pt x="43" y="68"/>
                    <a:pt x="43" y="81"/>
                    <a:pt x="44" y="95"/>
                  </a:cubicBezTo>
                  <a:cubicBezTo>
                    <a:pt x="44" y="94"/>
                    <a:pt x="46" y="92"/>
                    <a:pt x="46" y="91"/>
                  </a:cubicBezTo>
                  <a:cubicBezTo>
                    <a:pt x="49" y="106"/>
                    <a:pt x="52" y="122"/>
                    <a:pt x="49" y="138"/>
                  </a:cubicBezTo>
                  <a:cubicBezTo>
                    <a:pt x="52" y="128"/>
                    <a:pt x="57" y="120"/>
                    <a:pt x="59" y="110"/>
                  </a:cubicBezTo>
                  <a:cubicBezTo>
                    <a:pt x="60" y="102"/>
                    <a:pt x="61" y="95"/>
                    <a:pt x="62" y="88"/>
                  </a:cubicBezTo>
                  <a:cubicBezTo>
                    <a:pt x="62" y="71"/>
                    <a:pt x="59" y="54"/>
                    <a:pt x="53" y="38"/>
                  </a:cubicBezTo>
                  <a:cubicBezTo>
                    <a:pt x="48" y="25"/>
                    <a:pt x="42" y="14"/>
                    <a:pt x="28" y="8"/>
                  </a:cubicBezTo>
                  <a:cubicBezTo>
                    <a:pt x="18" y="3"/>
                    <a:pt x="2" y="0"/>
                    <a:pt x="0" y="13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160" name="Freeform 632">
              <a:extLst>
                <a:ext uri="{FF2B5EF4-FFF2-40B4-BE49-F238E27FC236}">
                  <a16:creationId xmlns:a16="http://schemas.microsoft.com/office/drawing/2014/main" id="{B64CDA58-DD6A-43E7-8EB5-8F649121362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5" y="779"/>
              <a:ext cx="112" cy="188"/>
            </a:xfrm>
            <a:custGeom>
              <a:avLst/>
              <a:gdLst>
                <a:gd name="T0" fmla="*/ 29 w 70"/>
                <a:gd name="T1" fmla="*/ 76 h 118"/>
                <a:gd name="T2" fmla="*/ 94 w 70"/>
                <a:gd name="T3" fmla="*/ 145 h 118"/>
                <a:gd name="T4" fmla="*/ 170 w 70"/>
                <a:gd name="T5" fmla="*/ 198 h 118"/>
                <a:gd name="T6" fmla="*/ 205 w 70"/>
                <a:gd name="T7" fmla="*/ 320 h 118"/>
                <a:gd name="T8" fmla="*/ 213 w 70"/>
                <a:gd name="T9" fmla="*/ 312 h 118"/>
                <a:gd name="T10" fmla="*/ 251 w 70"/>
                <a:gd name="T11" fmla="*/ 478 h 118"/>
                <a:gd name="T12" fmla="*/ 238 w 70"/>
                <a:gd name="T13" fmla="*/ 190 h 118"/>
                <a:gd name="T14" fmla="*/ 98 w 70"/>
                <a:gd name="T15" fmla="*/ 33 h 118"/>
                <a:gd name="T16" fmla="*/ 0 w 70"/>
                <a:gd name="T17" fmla="*/ 40 h 11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0" h="118">
                  <a:moveTo>
                    <a:pt x="7" y="19"/>
                  </a:moveTo>
                  <a:cubicBezTo>
                    <a:pt x="12" y="26"/>
                    <a:pt x="17" y="32"/>
                    <a:pt x="23" y="36"/>
                  </a:cubicBezTo>
                  <a:cubicBezTo>
                    <a:pt x="30" y="40"/>
                    <a:pt x="36" y="43"/>
                    <a:pt x="41" y="49"/>
                  </a:cubicBezTo>
                  <a:cubicBezTo>
                    <a:pt x="49" y="57"/>
                    <a:pt x="50" y="68"/>
                    <a:pt x="50" y="79"/>
                  </a:cubicBezTo>
                  <a:cubicBezTo>
                    <a:pt x="51" y="78"/>
                    <a:pt x="52" y="78"/>
                    <a:pt x="52" y="77"/>
                  </a:cubicBezTo>
                  <a:cubicBezTo>
                    <a:pt x="59" y="87"/>
                    <a:pt x="64" y="106"/>
                    <a:pt x="61" y="118"/>
                  </a:cubicBezTo>
                  <a:cubicBezTo>
                    <a:pt x="70" y="97"/>
                    <a:pt x="65" y="69"/>
                    <a:pt x="58" y="47"/>
                  </a:cubicBezTo>
                  <a:cubicBezTo>
                    <a:pt x="52" y="31"/>
                    <a:pt x="41" y="14"/>
                    <a:pt x="24" y="8"/>
                  </a:cubicBezTo>
                  <a:cubicBezTo>
                    <a:pt x="17" y="5"/>
                    <a:pt x="1" y="0"/>
                    <a:pt x="0" y="10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161" name="Freeform 633">
              <a:extLst>
                <a:ext uri="{FF2B5EF4-FFF2-40B4-BE49-F238E27FC236}">
                  <a16:creationId xmlns:a16="http://schemas.microsoft.com/office/drawing/2014/main" id="{ED51F92B-7F67-4D5F-A6F6-351C9920ED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7" y="781"/>
              <a:ext cx="112" cy="196"/>
            </a:xfrm>
            <a:custGeom>
              <a:avLst/>
              <a:gdLst>
                <a:gd name="T0" fmla="*/ 34 w 70"/>
                <a:gd name="T1" fmla="*/ 94 h 123"/>
                <a:gd name="T2" fmla="*/ 118 w 70"/>
                <a:gd name="T3" fmla="*/ 206 h 123"/>
                <a:gd name="T4" fmla="*/ 179 w 70"/>
                <a:gd name="T5" fmla="*/ 300 h 123"/>
                <a:gd name="T6" fmla="*/ 189 w 70"/>
                <a:gd name="T7" fmla="*/ 253 h 123"/>
                <a:gd name="T8" fmla="*/ 205 w 70"/>
                <a:gd name="T9" fmla="*/ 320 h 123"/>
                <a:gd name="T10" fmla="*/ 246 w 70"/>
                <a:gd name="T11" fmla="*/ 360 h 123"/>
                <a:gd name="T12" fmla="*/ 272 w 70"/>
                <a:gd name="T13" fmla="*/ 497 h 123"/>
                <a:gd name="T14" fmla="*/ 286 w 70"/>
                <a:gd name="T15" fmla="*/ 335 h 123"/>
                <a:gd name="T16" fmla="*/ 234 w 70"/>
                <a:gd name="T17" fmla="*/ 134 h 123"/>
                <a:gd name="T18" fmla="*/ 102 w 70"/>
                <a:gd name="T19" fmla="*/ 21 h 123"/>
                <a:gd name="T20" fmla="*/ 0 w 70"/>
                <a:gd name="T21" fmla="*/ 46 h 12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0" h="123">
                  <a:moveTo>
                    <a:pt x="8" y="23"/>
                  </a:moveTo>
                  <a:cubicBezTo>
                    <a:pt x="5" y="34"/>
                    <a:pt x="21" y="45"/>
                    <a:pt x="29" y="51"/>
                  </a:cubicBezTo>
                  <a:cubicBezTo>
                    <a:pt x="37" y="57"/>
                    <a:pt x="42" y="63"/>
                    <a:pt x="44" y="74"/>
                  </a:cubicBezTo>
                  <a:cubicBezTo>
                    <a:pt x="45" y="70"/>
                    <a:pt x="46" y="67"/>
                    <a:pt x="46" y="63"/>
                  </a:cubicBezTo>
                  <a:cubicBezTo>
                    <a:pt x="48" y="68"/>
                    <a:pt x="48" y="74"/>
                    <a:pt x="50" y="79"/>
                  </a:cubicBezTo>
                  <a:cubicBezTo>
                    <a:pt x="52" y="83"/>
                    <a:pt x="57" y="86"/>
                    <a:pt x="60" y="89"/>
                  </a:cubicBezTo>
                  <a:cubicBezTo>
                    <a:pt x="68" y="98"/>
                    <a:pt x="66" y="111"/>
                    <a:pt x="66" y="123"/>
                  </a:cubicBezTo>
                  <a:cubicBezTo>
                    <a:pt x="66" y="110"/>
                    <a:pt x="70" y="96"/>
                    <a:pt x="70" y="83"/>
                  </a:cubicBezTo>
                  <a:cubicBezTo>
                    <a:pt x="70" y="66"/>
                    <a:pt x="66" y="48"/>
                    <a:pt x="57" y="33"/>
                  </a:cubicBezTo>
                  <a:cubicBezTo>
                    <a:pt x="50" y="21"/>
                    <a:pt x="39" y="10"/>
                    <a:pt x="25" y="5"/>
                  </a:cubicBezTo>
                  <a:cubicBezTo>
                    <a:pt x="13" y="0"/>
                    <a:pt x="9" y="4"/>
                    <a:pt x="0" y="11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162" name="Freeform 634">
              <a:extLst>
                <a:ext uri="{FF2B5EF4-FFF2-40B4-BE49-F238E27FC236}">
                  <a16:creationId xmlns:a16="http://schemas.microsoft.com/office/drawing/2014/main" id="{E96159BA-6222-45A7-A20E-66F422668C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2" y="728"/>
              <a:ext cx="93" cy="27"/>
            </a:xfrm>
            <a:custGeom>
              <a:avLst/>
              <a:gdLst>
                <a:gd name="T0" fmla="*/ 0 w 58"/>
                <a:gd name="T1" fmla="*/ 21 h 17"/>
                <a:gd name="T2" fmla="*/ 69 w 58"/>
                <a:gd name="T3" fmla="*/ 16 h 17"/>
                <a:gd name="T4" fmla="*/ 123 w 58"/>
                <a:gd name="T5" fmla="*/ 0 h 17"/>
                <a:gd name="T6" fmla="*/ 239 w 58"/>
                <a:gd name="T7" fmla="*/ 60 h 17"/>
                <a:gd name="T8" fmla="*/ 77 w 58"/>
                <a:gd name="T9" fmla="*/ 68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8" h="17">
                  <a:moveTo>
                    <a:pt x="0" y="5"/>
                  </a:moveTo>
                  <a:cubicBezTo>
                    <a:pt x="4" y="3"/>
                    <a:pt x="11" y="6"/>
                    <a:pt x="17" y="4"/>
                  </a:cubicBezTo>
                  <a:cubicBezTo>
                    <a:pt x="21" y="2"/>
                    <a:pt x="25" y="0"/>
                    <a:pt x="30" y="0"/>
                  </a:cubicBezTo>
                  <a:cubicBezTo>
                    <a:pt x="40" y="0"/>
                    <a:pt x="53" y="7"/>
                    <a:pt x="58" y="15"/>
                  </a:cubicBezTo>
                  <a:cubicBezTo>
                    <a:pt x="44" y="8"/>
                    <a:pt x="34" y="17"/>
                    <a:pt x="19" y="17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163" name="Freeform 635">
              <a:extLst>
                <a:ext uri="{FF2B5EF4-FFF2-40B4-BE49-F238E27FC236}">
                  <a16:creationId xmlns:a16="http://schemas.microsoft.com/office/drawing/2014/main" id="{360DCB3F-AD7C-429D-8D5C-0A54FB50AA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7" y="717"/>
              <a:ext cx="59" cy="37"/>
            </a:xfrm>
            <a:custGeom>
              <a:avLst/>
              <a:gdLst>
                <a:gd name="T0" fmla="*/ 150 w 37"/>
                <a:gd name="T1" fmla="*/ 50 h 23"/>
                <a:gd name="T2" fmla="*/ 77 w 37"/>
                <a:gd name="T3" fmla="*/ 21 h 23"/>
                <a:gd name="T4" fmla="*/ 0 w 37"/>
                <a:gd name="T5" fmla="*/ 5 h 23"/>
                <a:gd name="T6" fmla="*/ 53 w 37"/>
                <a:gd name="T7" fmla="*/ 55 h 23"/>
                <a:gd name="T8" fmla="*/ 150 w 37"/>
                <a:gd name="T9" fmla="*/ 88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" h="23">
                  <a:moveTo>
                    <a:pt x="37" y="12"/>
                  </a:moveTo>
                  <a:cubicBezTo>
                    <a:pt x="32" y="12"/>
                    <a:pt x="24" y="6"/>
                    <a:pt x="19" y="5"/>
                  </a:cubicBezTo>
                  <a:cubicBezTo>
                    <a:pt x="13" y="3"/>
                    <a:pt x="6" y="0"/>
                    <a:pt x="0" y="1"/>
                  </a:cubicBezTo>
                  <a:cubicBezTo>
                    <a:pt x="7" y="4"/>
                    <a:pt x="9" y="6"/>
                    <a:pt x="13" y="13"/>
                  </a:cubicBezTo>
                  <a:cubicBezTo>
                    <a:pt x="19" y="23"/>
                    <a:pt x="29" y="19"/>
                    <a:pt x="37" y="21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164" name="Freeform 636">
              <a:extLst>
                <a:ext uri="{FF2B5EF4-FFF2-40B4-BE49-F238E27FC236}">
                  <a16:creationId xmlns:a16="http://schemas.microsoft.com/office/drawing/2014/main" id="{B1A7ADBA-96CD-4543-ACD5-8E1D4C21FC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2" y="806"/>
              <a:ext cx="102" cy="96"/>
            </a:xfrm>
            <a:custGeom>
              <a:avLst/>
              <a:gdLst>
                <a:gd name="T0" fmla="*/ 260 w 64"/>
                <a:gd name="T1" fmla="*/ 74 h 60"/>
                <a:gd name="T2" fmla="*/ 0 w 64"/>
                <a:gd name="T3" fmla="*/ 246 h 60"/>
                <a:gd name="T4" fmla="*/ 29 w 64"/>
                <a:gd name="T5" fmla="*/ 205 h 60"/>
                <a:gd name="T6" fmla="*/ 69 w 64"/>
                <a:gd name="T7" fmla="*/ 144 h 60"/>
                <a:gd name="T8" fmla="*/ 253 w 64"/>
                <a:gd name="T9" fmla="*/ 35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4" h="60">
                  <a:moveTo>
                    <a:pt x="64" y="18"/>
                  </a:moveTo>
                  <a:cubicBezTo>
                    <a:pt x="55" y="45"/>
                    <a:pt x="15" y="38"/>
                    <a:pt x="0" y="60"/>
                  </a:cubicBezTo>
                  <a:cubicBezTo>
                    <a:pt x="0" y="56"/>
                    <a:pt x="5" y="52"/>
                    <a:pt x="7" y="50"/>
                  </a:cubicBezTo>
                  <a:cubicBezTo>
                    <a:pt x="12" y="45"/>
                    <a:pt x="14" y="40"/>
                    <a:pt x="17" y="35"/>
                  </a:cubicBezTo>
                  <a:cubicBezTo>
                    <a:pt x="24" y="24"/>
                    <a:pt x="49" y="0"/>
                    <a:pt x="63" y="9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165" name="Freeform 637">
              <a:extLst>
                <a:ext uri="{FF2B5EF4-FFF2-40B4-BE49-F238E27FC236}">
                  <a16:creationId xmlns:a16="http://schemas.microsoft.com/office/drawing/2014/main" id="{F0B4B389-70B3-48FD-8E66-7C45DC1138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0" y="830"/>
              <a:ext cx="51" cy="70"/>
            </a:xfrm>
            <a:custGeom>
              <a:avLst/>
              <a:gdLst>
                <a:gd name="T0" fmla="*/ 5 w 32"/>
                <a:gd name="T1" fmla="*/ 48 h 44"/>
                <a:gd name="T2" fmla="*/ 0 w 32"/>
                <a:gd name="T3" fmla="*/ 53 h 44"/>
                <a:gd name="T4" fmla="*/ 84 w 32"/>
                <a:gd name="T5" fmla="*/ 95 h 44"/>
                <a:gd name="T6" fmla="*/ 129 w 32"/>
                <a:gd name="T7" fmla="*/ 177 h 44"/>
                <a:gd name="T8" fmla="*/ 123 w 32"/>
                <a:gd name="T9" fmla="*/ 84 h 44"/>
                <a:gd name="T10" fmla="*/ 13 w 32"/>
                <a:gd name="T11" fmla="*/ 21 h 4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2" h="44">
                  <a:moveTo>
                    <a:pt x="1" y="12"/>
                  </a:moveTo>
                  <a:cubicBezTo>
                    <a:pt x="0" y="12"/>
                    <a:pt x="0" y="13"/>
                    <a:pt x="0" y="13"/>
                  </a:cubicBezTo>
                  <a:cubicBezTo>
                    <a:pt x="7" y="18"/>
                    <a:pt x="15" y="19"/>
                    <a:pt x="21" y="24"/>
                  </a:cubicBezTo>
                  <a:cubicBezTo>
                    <a:pt x="28" y="30"/>
                    <a:pt x="27" y="37"/>
                    <a:pt x="32" y="44"/>
                  </a:cubicBezTo>
                  <a:cubicBezTo>
                    <a:pt x="29" y="37"/>
                    <a:pt x="32" y="28"/>
                    <a:pt x="30" y="21"/>
                  </a:cubicBezTo>
                  <a:cubicBezTo>
                    <a:pt x="25" y="9"/>
                    <a:pt x="16" y="0"/>
                    <a:pt x="3" y="5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166" name="Freeform 638">
              <a:extLst>
                <a:ext uri="{FF2B5EF4-FFF2-40B4-BE49-F238E27FC236}">
                  <a16:creationId xmlns:a16="http://schemas.microsoft.com/office/drawing/2014/main" id="{26DD4593-82C8-474E-AEC0-3172FABA14F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8" y="719"/>
              <a:ext cx="75" cy="30"/>
            </a:xfrm>
            <a:custGeom>
              <a:avLst/>
              <a:gdLst>
                <a:gd name="T0" fmla="*/ 191 w 47"/>
                <a:gd name="T1" fmla="*/ 47 h 19"/>
                <a:gd name="T2" fmla="*/ 102 w 47"/>
                <a:gd name="T3" fmla="*/ 13 h 19"/>
                <a:gd name="T4" fmla="*/ 0 w 47"/>
                <a:gd name="T5" fmla="*/ 0 h 19"/>
                <a:gd name="T6" fmla="*/ 35 w 47"/>
                <a:gd name="T7" fmla="*/ 52 h 19"/>
                <a:gd name="T8" fmla="*/ 137 w 47"/>
                <a:gd name="T9" fmla="*/ 62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19">
                  <a:moveTo>
                    <a:pt x="47" y="12"/>
                  </a:moveTo>
                  <a:cubicBezTo>
                    <a:pt x="39" y="7"/>
                    <a:pt x="34" y="5"/>
                    <a:pt x="25" y="3"/>
                  </a:cubicBezTo>
                  <a:cubicBezTo>
                    <a:pt x="18" y="2"/>
                    <a:pt x="5" y="4"/>
                    <a:pt x="0" y="0"/>
                  </a:cubicBezTo>
                  <a:cubicBezTo>
                    <a:pt x="3" y="4"/>
                    <a:pt x="6" y="9"/>
                    <a:pt x="9" y="13"/>
                  </a:cubicBezTo>
                  <a:cubicBezTo>
                    <a:pt x="14" y="19"/>
                    <a:pt x="27" y="19"/>
                    <a:pt x="34" y="16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167" name="Freeform 639">
              <a:extLst>
                <a:ext uri="{FF2B5EF4-FFF2-40B4-BE49-F238E27FC236}">
                  <a16:creationId xmlns:a16="http://schemas.microsoft.com/office/drawing/2014/main" id="{C6BD7823-32AA-4F7A-A617-31ACDF2788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3" y="942"/>
              <a:ext cx="85" cy="33"/>
            </a:xfrm>
            <a:custGeom>
              <a:avLst/>
              <a:gdLst>
                <a:gd name="T0" fmla="*/ 5 w 53"/>
                <a:gd name="T1" fmla="*/ 60 h 21"/>
                <a:gd name="T2" fmla="*/ 35 w 53"/>
                <a:gd name="T3" fmla="*/ 39 h 21"/>
                <a:gd name="T4" fmla="*/ 128 w 53"/>
                <a:gd name="T5" fmla="*/ 5 h 21"/>
                <a:gd name="T6" fmla="*/ 218 w 53"/>
                <a:gd name="T7" fmla="*/ 42 h 21"/>
                <a:gd name="T8" fmla="*/ 123 w 53"/>
                <a:gd name="T9" fmla="*/ 82 h 21"/>
                <a:gd name="T10" fmla="*/ 56 w 53"/>
                <a:gd name="T11" fmla="*/ 77 h 21"/>
                <a:gd name="T12" fmla="*/ 5 w 53"/>
                <a:gd name="T13" fmla="*/ 60 h 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3" h="21">
                  <a:moveTo>
                    <a:pt x="1" y="15"/>
                  </a:moveTo>
                  <a:cubicBezTo>
                    <a:pt x="2" y="12"/>
                    <a:pt x="7" y="12"/>
                    <a:pt x="9" y="10"/>
                  </a:cubicBezTo>
                  <a:cubicBezTo>
                    <a:pt x="11" y="8"/>
                    <a:pt x="16" y="0"/>
                    <a:pt x="31" y="1"/>
                  </a:cubicBezTo>
                  <a:cubicBezTo>
                    <a:pt x="45" y="3"/>
                    <a:pt x="53" y="9"/>
                    <a:pt x="53" y="11"/>
                  </a:cubicBezTo>
                  <a:cubicBezTo>
                    <a:pt x="52" y="13"/>
                    <a:pt x="35" y="20"/>
                    <a:pt x="30" y="21"/>
                  </a:cubicBezTo>
                  <a:cubicBezTo>
                    <a:pt x="26" y="21"/>
                    <a:pt x="18" y="20"/>
                    <a:pt x="14" y="20"/>
                  </a:cubicBezTo>
                  <a:cubicBezTo>
                    <a:pt x="11" y="20"/>
                    <a:pt x="0" y="18"/>
                    <a:pt x="1" y="15"/>
                  </a:cubicBezTo>
                  <a:close/>
                </a:path>
              </a:pathLst>
            </a:custGeom>
            <a:solidFill>
              <a:srgbClr val="603A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168" name="Freeform 640">
              <a:extLst>
                <a:ext uri="{FF2B5EF4-FFF2-40B4-BE49-F238E27FC236}">
                  <a16:creationId xmlns:a16="http://schemas.microsoft.com/office/drawing/2014/main" id="{4A7BB72E-1A49-4068-8E2E-74EF0AD13B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1" y="942"/>
              <a:ext cx="86" cy="33"/>
            </a:xfrm>
            <a:custGeom>
              <a:avLst/>
              <a:gdLst>
                <a:gd name="T0" fmla="*/ 213 w 54"/>
                <a:gd name="T1" fmla="*/ 55 h 21"/>
                <a:gd name="T2" fmla="*/ 183 w 54"/>
                <a:gd name="T3" fmla="*/ 39 h 21"/>
                <a:gd name="T4" fmla="*/ 94 w 54"/>
                <a:gd name="T5" fmla="*/ 5 h 21"/>
                <a:gd name="T6" fmla="*/ 5 w 54"/>
                <a:gd name="T7" fmla="*/ 42 h 21"/>
                <a:gd name="T8" fmla="*/ 97 w 54"/>
                <a:gd name="T9" fmla="*/ 77 h 21"/>
                <a:gd name="T10" fmla="*/ 162 w 54"/>
                <a:gd name="T11" fmla="*/ 77 h 21"/>
                <a:gd name="T12" fmla="*/ 213 w 54"/>
                <a:gd name="T13" fmla="*/ 55 h 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4" h="21">
                  <a:moveTo>
                    <a:pt x="53" y="14"/>
                  </a:moveTo>
                  <a:cubicBezTo>
                    <a:pt x="52" y="12"/>
                    <a:pt x="47" y="12"/>
                    <a:pt x="45" y="10"/>
                  </a:cubicBezTo>
                  <a:cubicBezTo>
                    <a:pt x="43" y="8"/>
                    <a:pt x="38" y="0"/>
                    <a:pt x="23" y="1"/>
                  </a:cubicBezTo>
                  <a:cubicBezTo>
                    <a:pt x="9" y="3"/>
                    <a:pt x="0" y="8"/>
                    <a:pt x="1" y="11"/>
                  </a:cubicBezTo>
                  <a:cubicBezTo>
                    <a:pt x="2" y="13"/>
                    <a:pt x="19" y="20"/>
                    <a:pt x="24" y="20"/>
                  </a:cubicBezTo>
                  <a:cubicBezTo>
                    <a:pt x="28" y="21"/>
                    <a:pt x="36" y="20"/>
                    <a:pt x="40" y="20"/>
                  </a:cubicBezTo>
                  <a:cubicBezTo>
                    <a:pt x="43" y="20"/>
                    <a:pt x="54" y="17"/>
                    <a:pt x="53" y="14"/>
                  </a:cubicBezTo>
                  <a:close/>
                </a:path>
              </a:pathLst>
            </a:custGeom>
            <a:solidFill>
              <a:srgbClr val="603A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169" name="Freeform 641">
              <a:extLst>
                <a:ext uri="{FF2B5EF4-FFF2-40B4-BE49-F238E27FC236}">
                  <a16:creationId xmlns:a16="http://schemas.microsoft.com/office/drawing/2014/main" id="{884918E4-DAF9-48E6-8461-54AAF5C0A6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6" y="946"/>
              <a:ext cx="77" cy="29"/>
            </a:xfrm>
            <a:custGeom>
              <a:avLst/>
              <a:gdLst>
                <a:gd name="T0" fmla="*/ 199 w 48"/>
                <a:gd name="T1" fmla="*/ 29 h 18"/>
                <a:gd name="T2" fmla="*/ 103 w 48"/>
                <a:gd name="T3" fmla="*/ 0 h 18"/>
                <a:gd name="T4" fmla="*/ 21 w 48"/>
                <a:gd name="T5" fmla="*/ 42 h 18"/>
                <a:gd name="T6" fmla="*/ 26 w 48"/>
                <a:gd name="T7" fmla="*/ 63 h 18"/>
                <a:gd name="T8" fmla="*/ 90 w 48"/>
                <a:gd name="T9" fmla="*/ 68 h 18"/>
                <a:gd name="T10" fmla="*/ 199 w 48"/>
                <a:gd name="T11" fmla="*/ 29 h 1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8" h="18">
                  <a:moveTo>
                    <a:pt x="48" y="7"/>
                  </a:moveTo>
                  <a:cubicBezTo>
                    <a:pt x="42" y="4"/>
                    <a:pt x="37" y="1"/>
                    <a:pt x="25" y="0"/>
                  </a:cubicBezTo>
                  <a:cubicBezTo>
                    <a:pt x="12" y="0"/>
                    <a:pt x="8" y="9"/>
                    <a:pt x="5" y="10"/>
                  </a:cubicBezTo>
                  <a:cubicBezTo>
                    <a:pt x="0" y="11"/>
                    <a:pt x="3" y="14"/>
                    <a:pt x="6" y="15"/>
                  </a:cubicBezTo>
                  <a:cubicBezTo>
                    <a:pt x="9" y="16"/>
                    <a:pt x="18" y="15"/>
                    <a:pt x="22" y="16"/>
                  </a:cubicBezTo>
                  <a:cubicBezTo>
                    <a:pt x="26" y="18"/>
                    <a:pt x="40" y="13"/>
                    <a:pt x="48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170" name="Freeform 642">
              <a:extLst>
                <a:ext uri="{FF2B5EF4-FFF2-40B4-BE49-F238E27FC236}">
                  <a16:creationId xmlns:a16="http://schemas.microsoft.com/office/drawing/2014/main" id="{A2774A27-B92B-458D-9118-40E8B72488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2" y="946"/>
              <a:ext cx="30" cy="27"/>
            </a:xfrm>
            <a:custGeom>
              <a:avLst/>
              <a:gdLst>
                <a:gd name="T0" fmla="*/ 35 w 19"/>
                <a:gd name="T1" fmla="*/ 0 h 17"/>
                <a:gd name="T2" fmla="*/ 62 w 19"/>
                <a:gd name="T3" fmla="*/ 5 h 17"/>
                <a:gd name="T4" fmla="*/ 74 w 19"/>
                <a:gd name="T5" fmla="*/ 27 h 17"/>
                <a:gd name="T6" fmla="*/ 55 w 19"/>
                <a:gd name="T7" fmla="*/ 60 h 17"/>
                <a:gd name="T8" fmla="*/ 33 w 19"/>
                <a:gd name="T9" fmla="*/ 68 h 17"/>
                <a:gd name="T10" fmla="*/ 0 w 19"/>
                <a:gd name="T11" fmla="*/ 33 h 17"/>
                <a:gd name="T12" fmla="*/ 14 w 19"/>
                <a:gd name="T13" fmla="*/ 5 h 17"/>
                <a:gd name="T14" fmla="*/ 35 w 19"/>
                <a:gd name="T15" fmla="*/ 0 h 1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9" h="17">
                  <a:moveTo>
                    <a:pt x="9" y="0"/>
                  </a:moveTo>
                  <a:cubicBezTo>
                    <a:pt x="12" y="1"/>
                    <a:pt x="14" y="1"/>
                    <a:pt x="16" y="1"/>
                  </a:cubicBezTo>
                  <a:cubicBezTo>
                    <a:pt x="18" y="3"/>
                    <a:pt x="19" y="5"/>
                    <a:pt x="19" y="7"/>
                  </a:cubicBezTo>
                  <a:cubicBezTo>
                    <a:pt x="19" y="11"/>
                    <a:pt x="17" y="14"/>
                    <a:pt x="14" y="15"/>
                  </a:cubicBezTo>
                  <a:cubicBezTo>
                    <a:pt x="12" y="16"/>
                    <a:pt x="10" y="16"/>
                    <a:pt x="8" y="17"/>
                  </a:cubicBezTo>
                  <a:cubicBezTo>
                    <a:pt x="4" y="16"/>
                    <a:pt x="1" y="13"/>
                    <a:pt x="0" y="8"/>
                  </a:cubicBezTo>
                  <a:cubicBezTo>
                    <a:pt x="0" y="5"/>
                    <a:pt x="2" y="3"/>
                    <a:pt x="4" y="1"/>
                  </a:cubicBezTo>
                  <a:cubicBezTo>
                    <a:pt x="5" y="1"/>
                    <a:pt x="7" y="0"/>
                    <a:pt x="9" y="0"/>
                  </a:cubicBezTo>
                </a:path>
              </a:pathLst>
            </a:custGeom>
            <a:solidFill>
              <a:srgbClr val="2A100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171" name="Freeform 643">
              <a:extLst>
                <a:ext uri="{FF2B5EF4-FFF2-40B4-BE49-F238E27FC236}">
                  <a16:creationId xmlns:a16="http://schemas.microsoft.com/office/drawing/2014/main" id="{DF013410-06FC-454A-81F6-99B5B4C2227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0" y="919"/>
              <a:ext cx="78" cy="13"/>
            </a:xfrm>
            <a:custGeom>
              <a:avLst/>
              <a:gdLst>
                <a:gd name="T0" fmla="*/ 197 w 49"/>
                <a:gd name="T1" fmla="*/ 34 h 8"/>
                <a:gd name="T2" fmla="*/ 0 w 49"/>
                <a:gd name="T3" fmla="*/ 29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9" h="8">
                  <a:moveTo>
                    <a:pt x="49" y="8"/>
                  </a:moveTo>
                  <a:cubicBezTo>
                    <a:pt x="30" y="0"/>
                    <a:pt x="12" y="3"/>
                    <a:pt x="0" y="7"/>
                  </a:cubicBezTo>
                </a:path>
              </a:pathLst>
            </a:custGeom>
            <a:noFill/>
            <a:ln w="206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172" name="Freeform 644">
              <a:extLst>
                <a:ext uri="{FF2B5EF4-FFF2-40B4-BE49-F238E27FC236}">
                  <a16:creationId xmlns:a16="http://schemas.microsoft.com/office/drawing/2014/main" id="{B4288109-C932-4305-A252-3B6AFAB4E6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6" y="946"/>
              <a:ext cx="77" cy="29"/>
            </a:xfrm>
            <a:custGeom>
              <a:avLst/>
              <a:gdLst>
                <a:gd name="T0" fmla="*/ 199 w 48"/>
                <a:gd name="T1" fmla="*/ 29 h 18"/>
                <a:gd name="T2" fmla="*/ 103 w 48"/>
                <a:gd name="T3" fmla="*/ 0 h 18"/>
                <a:gd name="T4" fmla="*/ 21 w 48"/>
                <a:gd name="T5" fmla="*/ 42 h 18"/>
                <a:gd name="T6" fmla="*/ 26 w 48"/>
                <a:gd name="T7" fmla="*/ 63 h 18"/>
                <a:gd name="T8" fmla="*/ 90 w 48"/>
                <a:gd name="T9" fmla="*/ 68 h 18"/>
                <a:gd name="T10" fmla="*/ 199 w 48"/>
                <a:gd name="T11" fmla="*/ 29 h 1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8" h="18">
                  <a:moveTo>
                    <a:pt x="48" y="7"/>
                  </a:moveTo>
                  <a:cubicBezTo>
                    <a:pt x="42" y="4"/>
                    <a:pt x="37" y="1"/>
                    <a:pt x="25" y="0"/>
                  </a:cubicBezTo>
                  <a:cubicBezTo>
                    <a:pt x="12" y="0"/>
                    <a:pt x="8" y="9"/>
                    <a:pt x="5" y="10"/>
                  </a:cubicBezTo>
                  <a:cubicBezTo>
                    <a:pt x="0" y="11"/>
                    <a:pt x="3" y="14"/>
                    <a:pt x="6" y="15"/>
                  </a:cubicBezTo>
                  <a:cubicBezTo>
                    <a:pt x="9" y="16"/>
                    <a:pt x="18" y="15"/>
                    <a:pt x="22" y="16"/>
                  </a:cubicBezTo>
                  <a:cubicBezTo>
                    <a:pt x="26" y="18"/>
                    <a:pt x="40" y="13"/>
                    <a:pt x="48" y="7"/>
                  </a:cubicBezTo>
                  <a:close/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173" name="Freeform 645">
              <a:extLst>
                <a:ext uri="{FF2B5EF4-FFF2-40B4-BE49-F238E27FC236}">
                  <a16:creationId xmlns:a16="http://schemas.microsoft.com/office/drawing/2014/main" id="{7B98B096-120F-4055-A7C1-FFC8799312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3" y="956"/>
              <a:ext cx="8" cy="6"/>
            </a:xfrm>
            <a:custGeom>
              <a:avLst/>
              <a:gdLst>
                <a:gd name="T0" fmla="*/ 21 w 5"/>
                <a:gd name="T1" fmla="*/ 8 h 4"/>
                <a:gd name="T2" fmla="*/ 13 w 5"/>
                <a:gd name="T3" fmla="*/ 0 h 4"/>
                <a:gd name="T4" fmla="*/ 0 w 5"/>
                <a:gd name="T5" fmla="*/ 8 h 4"/>
                <a:gd name="T6" fmla="*/ 13 w 5"/>
                <a:gd name="T7" fmla="*/ 14 h 4"/>
                <a:gd name="T8" fmla="*/ 21 w 5"/>
                <a:gd name="T9" fmla="*/ 8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4">
                  <a:moveTo>
                    <a:pt x="5" y="2"/>
                  </a:moveTo>
                  <a:cubicBezTo>
                    <a:pt x="5" y="1"/>
                    <a:pt x="4" y="0"/>
                    <a:pt x="3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3"/>
                    <a:pt x="2" y="4"/>
                    <a:pt x="3" y="4"/>
                  </a:cubicBezTo>
                  <a:cubicBezTo>
                    <a:pt x="4" y="4"/>
                    <a:pt x="5" y="3"/>
                    <a:pt x="5" y="2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174" name="Freeform 646">
              <a:extLst>
                <a:ext uri="{FF2B5EF4-FFF2-40B4-BE49-F238E27FC236}">
                  <a16:creationId xmlns:a16="http://schemas.microsoft.com/office/drawing/2014/main" id="{4FC66E52-93A7-4B11-8CD6-63B15F0328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3" y="956"/>
              <a:ext cx="8" cy="6"/>
            </a:xfrm>
            <a:custGeom>
              <a:avLst/>
              <a:gdLst>
                <a:gd name="T0" fmla="*/ 21 w 5"/>
                <a:gd name="T1" fmla="*/ 8 h 4"/>
                <a:gd name="T2" fmla="*/ 13 w 5"/>
                <a:gd name="T3" fmla="*/ 0 h 4"/>
                <a:gd name="T4" fmla="*/ 0 w 5"/>
                <a:gd name="T5" fmla="*/ 8 h 4"/>
                <a:gd name="T6" fmla="*/ 13 w 5"/>
                <a:gd name="T7" fmla="*/ 14 h 4"/>
                <a:gd name="T8" fmla="*/ 21 w 5"/>
                <a:gd name="T9" fmla="*/ 8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4">
                  <a:moveTo>
                    <a:pt x="5" y="2"/>
                  </a:moveTo>
                  <a:cubicBezTo>
                    <a:pt x="5" y="1"/>
                    <a:pt x="4" y="0"/>
                    <a:pt x="3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3"/>
                    <a:pt x="2" y="4"/>
                    <a:pt x="3" y="4"/>
                  </a:cubicBezTo>
                  <a:cubicBezTo>
                    <a:pt x="4" y="4"/>
                    <a:pt x="5" y="3"/>
                    <a:pt x="5" y="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175" name="Freeform 647">
              <a:extLst>
                <a:ext uri="{FF2B5EF4-FFF2-40B4-BE49-F238E27FC236}">
                  <a16:creationId xmlns:a16="http://schemas.microsoft.com/office/drawing/2014/main" id="{F15C9EB9-46EB-48B1-8B4E-91B267A2D7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3" y="929"/>
              <a:ext cx="70" cy="25"/>
            </a:xfrm>
            <a:custGeom>
              <a:avLst/>
              <a:gdLst>
                <a:gd name="T0" fmla="*/ 0 w 44"/>
                <a:gd name="T1" fmla="*/ 61 h 16"/>
                <a:gd name="T2" fmla="*/ 177 w 44"/>
                <a:gd name="T3" fmla="*/ 39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4" h="16">
                  <a:moveTo>
                    <a:pt x="0" y="16"/>
                  </a:moveTo>
                  <a:cubicBezTo>
                    <a:pt x="10" y="5"/>
                    <a:pt x="31" y="0"/>
                    <a:pt x="44" y="1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176" name="Freeform 648">
              <a:extLst>
                <a:ext uri="{FF2B5EF4-FFF2-40B4-BE49-F238E27FC236}">
                  <a16:creationId xmlns:a16="http://schemas.microsoft.com/office/drawing/2014/main" id="{75A2C2A6-972F-48F8-9421-2F59F510A0F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8" y="953"/>
              <a:ext cx="8" cy="6"/>
            </a:xfrm>
            <a:custGeom>
              <a:avLst/>
              <a:gdLst>
                <a:gd name="T0" fmla="*/ 0 w 5"/>
                <a:gd name="T1" fmla="*/ 8 h 4"/>
                <a:gd name="T2" fmla="*/ 8 w 5"/>
                <a:gd name="T3" fmla="*/ 0 h 4"/>
                <a:gd name="T4" fmla="*/ 21 w 5"/>
                <a:gd name="T5" fmla="*/ 8 h 4"/>
                <a:gd name="T6" fmla="*/ 13 w 5"/>
                <a:gd name="T7" fmla="*/ 14 h 4"/>
                <a:gd name="T8" fmla="*/ 0 w 5"/>
                <a:gd name="T9" fmla="*/ 8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4">
                  <a:moveTo>
                    <a:pt x="0" y="2"/>
                  </a:moveTo>
                  <a:cubicBezTo>
                    <a:pt x="0" y="1"/>
                    <a:pt x="1" y="0"/>
                    <a:pt x="2" y="0"/>
                  </a:cubicBezTo>
                  <a:cubicBezTo>
                    <a:pt x="4" y="0"/>
                    <a:pt x="5" y="0"/>
                    <a:pt x="5" y="2"/>
                  </a:cubicBezTo>
                  <a:cubicBezTo>
                    <a:pt x="5" y="3"/>
                    <a:pt x="4" y="4"/>
                    <a:pt x="3" y="4"/>
                  </a:cubicBezTo>
                  <a:cubicBezTo>
                    <a:pt x="1" y="4"/>
                    <a:pt x="0" y="3"/>
                    <a:pt x="0" y="2"/>
                  </a:cubicBezTo>
                </a:path>
              </a:pathLst>
            </a:custGeom>
            <a:solidFill>
              <a:srgbClr val="E5AF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177" name="Freeform 649">
              <a:extLst>
                <a:ext uri="{FF2B5EF4-FFF2-40B4-BE49-F238E27FC236}">
                  <a16:creationId xmlns:a16="http://schemas.microsoft.com/office/drawing/2014/main" id="{8038C211-C61D-4500-A0FC-6CEABAC2BEF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7" y="946"/>
              <a:ext cx="77" cy="29"/>
            </a:xfrm>
            <a:custGeom>
              <a:avLst/>
              <a:gdLst>
                <a:gd name="T0" fmla="*/ 0 w 48"/>
                <a:gd name="T1" fmla="*/ 29 h 18"/>
                <a:gd name="T2" fmla="*/ 95 w 48"/>
                <a:gd name="T3" fmla="*/ 0 h 18"/>
                <a:gd name="T4" fmla="*/ 178 w 48"/>
                <a:gd name="T5" fmla="*/ 42 h 18"/>
                <a:gd name="T6" fmla="*/ 172 w 48"/>
                <a:gd name="T7" fmla="*/ 63 h 18"/>
                <a:gd name="T8" fmla="*/ 107 w 48"/>
                <a:gd name="T9" fmla="*/ 68 h 18"/>
                <a:gd name="T10" fmla="*/ 0 w 48"/>
                <a:gd name="T11" fmla="*/ 29 h 1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8" h="18">
                  <a:moveTo>
                    <a:pt x="0" y="7"/>
                  </a:moveTo>
                  <a:cubicBezTo>
                    <a:pt x="5" y="4"/>
                    <a:pt x="11" y="1"/>
                    <a:pt x="23" y="0"/>
                  </a:cubicBezTo>
                  <a:cubicBezTo>
                    <a:pt x="35" y="0"/>
                    <a:pt x="40" y="9"/>
                    <a:pt x="43" y="10"/>
                  </a:cubicBezTo>
                  <a:cubicBezTo>
                    <a:pt x="48" y="11"/>
                    <a:pt x="45" y="14"/>
                    <a:pt x="42" y="15"/>
                  </a:cubicBezTo>
                  <a:cubicBezTo>
                    <a:pt x="39" y="16"/>
                    <a:pt x="30" y="15"/>
                    <a:pt x="26" y="16"/>
                  </a:cubicBezTo>
                  <a:cubicBezTo>
                    <a:pt x="22" y="18"/>
                    <a:pt x="8" y="13"/>
                    <a:pt x="0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178" name="Freeform 650">
              <a:extLst>
                <a:ext uri="{FF2B5EF4-FFF2-40B4-BE49-F238E27FC236}">
                  <a16:creationId xmlns:a16="http://schemas.microsoft.com/office/drawing/2014/main" id="{274196FE-3985-4447-841A-D0B2EEA195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8" y="946"/>
              <a:ext cx="30" cy="27"/>
            </a:xfrm>
            <a:custGeom>
              <a:avLst/>
              <a:gdLst>
                <a:gd name="T0" fmla="*/ 39 w 19"/>
                <a:gd name="T1" fmla="*/ 0 h 17"/>
                <a:gd name="T2" fmla="*/ 13 w 19"/>
                <a:gd name="T3" fmla="*/ 5 h 17"/>
                <a:gd name="T4" fmla="*/ 0 w 19"/>
                <a:gd name="T5" fmla="*/ 27 h 17"/>
                <a:gd name="T6" fmla="*/ 21 w 19"/>
                <a:gd name="T7" fmla="*/ 60 h 17"/>
                <a:gd name="T8" fmla="*/ 39 w 19"/>
                <a:gd name="T9" fmla="*/ 68 h 17"/>
                <a:gd name="T10" fmla="*/ 69 w 19"/>
                <a:gd name="T11" fmla="*/ 33 h 17"/>
                <a:gd name="T12" fmla="*/ 60 w 19"/>
                <a:gd name="T13" fmla="*/ 5 h 17"/>
                <a:gd name="T14" fmla="*/ 39 w 19"/>
                <a:gd name="T15" fmla="*/ 0 h 1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9" h="17">
                  <a:moveTo>
                    <a:pt x="10" y="0"/>
                  </a:moveTo>
                  <a:cubicBezTo>
                    <a:pt x="7" y="1"/>
                    <a:pt x="5" y="1"/>
                    <a:pt x="3" y="1"/>
                  </a:cubicBezTo>
                  <a:cubicBezTo>
                    <a:pt x="1" y="3"/>
                    <a:pt x="0" y="5"/>
                    <a:pt x="0" y="7"/>
                  </a:cubicBezTo>
                  <a:cubicBezTo>
                    <a:pt x="0" y="11"/>
                    <a:pt x="2" y="14"/>
                    <a:pt x="5" y="15"/>
                  </a:cubicBezTo>
                  <a:cubicBezTo>
                    <a:pt x="7" y="16"/>
                    <a:pt x="9" y="16"/>
                    <a:pt x="10" y="17"/>
                  </a:cubicBezTo>
                  <a:cubicBezTo>
                    <a:pt x="15" y="16"/>
                    <a:pt x="18" y="13"/>
                    <a:pt x="18" y="8"/>
                  </a:cubicBezTo>
                  <a:cubicBezTo>
                    <a:pt x="19" y="5"/>
                    <a:pt x="17" y="3"/>
                    <a:pt x="15" y="1"/>
                  </a:cubicBezTo>
                  <a:cubicBezTo>
                    <a:pt x="13" y="1"/>
                    <a:pt x="12" y="0"/>
                    <a:pt x="10" y="0"/>
                  </a:cubicBezTo>
                </a:path>
              </a:pathLst>
            </a:custGeom>
            <a:solidFill>
              <a:srgbClr val="2A100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179" name="Freeform 651">
              <a:extLst>
                <a:ext uri="{FF2B5EF4-FFF2-40B4-BE49-F238E27FC236}">
                  <a16:creationId xmlns:a16="http://schemas.microsoft.com/office/drawing/2014/main" id="{6D773A94-AB0C-4E13-BE21-3D93E8B970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9" y="921"/>
              <a:ext cx="81" cy="14"/>
            </a:xfrm>
            <a:custGeom>
              <a:avLst/>
              <a:gdLst>
                <a:gd name="T0" fmla="*/ 0 w 51"/>
                <a:gd name="T1" fmla="*/ 34 h 9"/>
                <a:gd name="T2" fmla="*/ 205 w 51"/>
                <a:gd name="T3" fmla="*/ 22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1" h="9">
                  <a:moveTo>
                    <a:pt x="0" y="9"/>
                  </a:moveTo>
                  <a:cubicBezTo>
                    <a:pt x="20" y="0"/>
                    <a:pt x="39" y="2"/>
                    <a:pt x="51" y="6"/>
                  </a:cubicBezTo>
                </a:path>
              </a:pathLst>
            </a:custGeom>
            <a:noFill/>
            <a:ln w="206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180" name="Freeform 652">
              <a:extLst>
                <a:ext uri="{FF2B5EF4-FFF2-40B4-BE49-F238E27FC236}">
                  <a16:creationId xmlns:a16="http://schemas.microsoft.com/office/drawing/2014/main" id="{7C484B33-3844-4AA8-A028-F9F2B67A3EF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7" y="946"/>
              <a:ext cx="77" cy="29"/>
            </a:xfrm>
            <a:custGeom>
              <a:avLst/>
              <a:gdLst>
                <a:gd name="T0" fmla="*/ 0 w 48"/>
                <a:gd name="T1" fmla="*/ 29 h 18"/>
                <a:gd name="T2" fmla="*/ 95 w 48"/>
                <a:gd name="T3" fmla="*/ 0 h 18"/>
                <a:gd name="T4" fmla="*/ 178 w 48"/>
                <a:gd name="T5" fmla="*/ 42 h 18"/>
                <a:gd name="T6" fmla="*/ 172 w 48"/>
                <a:gd name="T7" fmla="*/ 63 h 18"/>
                <a:gd name="T8" fmla="*/ 107 w 48"/>
                <a:gd name="T9" fmla="*/ 68 h 18"/>
                <a:gd name="T10" fmla="*/ 0 w 48"/>
                <a:gd name="T11" fmla="*/ 29 h 1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8" h="18">
                  <a:moveTo>
                    <a:pt x="0" y="7"/>
                  </a:moveTo>
                  <a:cubicBezTo>
                    <a:pt x="5" y="4"/>
                    <a:pt x="11" y="1"/>
                    <a:pt x="23" y="0"/>
                  </a:cubicBezTo>
                  <a:cubicBezTo>
                    <a:pt x="35" y="0"/>
                    <a:pt x="40" y="9"/>
                    <a:pt x="43" y="10"/>
                  </a:cubicBezTo>
                  <a:cubicBezTo>
                    <a:pt x="48" y="11"/>
                    <a:pt x="45" y="14"/>
                    <a:pt x="42" y="15"/>
                  </a:cubicBezTo>
                  <a:cubicBezTo>
                    <a:pt x="39" y="16"/>
                    <a:pt x="30" y="15"/>
                    <a:pt x="26" y="16"/>
                  </a:cubicBezTo>
                  <a:cubicBezTo>
                    <a:pt x="22" y="18"/>
                    <a:pt x="8" y="13"/>
                    <a:pt x="0" y="7"/>
                  </a:cubicBezTo>
                  <a:close/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181" name="Freeform 653">
              <a:extLst>
                <a:ext uri="{FF2B5EF4-FFF2-40B4-BE49-F238E27FC236}">
                  <a16:creationId xmlns:a16="http://schemas.microsoft.com/office/drawing/2014/main" id="{CF6CB158-D5AC-4DF5-845E-51CB1CEFF5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9" y="956"/>
              <a:ext cx="8" cy="6"/>
            </a:xfrm>
            <a:custGeom>
              <a:avLst/>
              <a:gdLst>
                <a:gd name="T0" fmla="*/ 0 w 5"/>
                <a:gd name="T1" fmla="*/ 8 h 4"/>
                <a:gd name="T2" fmla="*/ 8 w 5"/>
                <a:gd name="T3" fmla="*/ 0 h 4"/>
                <a:gd name="T4" fmla="*/ 21 w 5"/>
                <a:gd name="T5" fmla="*/ 8 h 4"/>
                <a:gd name="T6" fmla="*/ 8 w 5"/>
                <a:gd name="T7" fmla="*/ 14 h 4"/>
                <a:gd name="T8" fmla="*/ 0 w 5"/>
                <a:gd name="T9" fmla="*/ 8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4">
                  <a:moveTo>
                    <a:pt x="0" y="2"/>
                  </a:moveTo>
                  <a:cubicBezTo>
                    <a:pt x="0" y="1"/>
                    <a:pt x="1" y="0"/>
                    <a:pt x="2" y="0"/>
                  </a:cubicBezTo>
                  <a:cubicBezTo>
                    <a:pt x="4" y="0"/>
                    <a:pt x="5" y="1"/>
                    <a:pt x="5" y="2"/>
                  </a:cubicBezTo>
                  <a:cubicBezTo>
                    <a:pt x="4" y="3"/>
                    <a:pt x="3" y="4"/>
                    <a:pt x="2" y="4"/>
                  </a:cubicBezTo>
                  <a:cubicBezTo>
                    <a:pt x="1" y="4"/>
                    <a:pt x="0" y="3"/>
                    <a:pt x="0" y="2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182" name="Freeform 654">
              <a:extLst>
                <a:ext uri="{FF2B5EF4-FFF2-40B4-BE49-F238E27FC236}">
                  <a16:creationId xmlns:a16="http://schemas.microsoft.com/office/drawing/2014/main" id="{F0F488C2-0BA7-4A18-94AD-04C2BE8D99F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9" y="956"/>
              <a:ext cx="8" cy="6"/>
            </a:xfrm>
            <a:custGeom>
              <a:avLst/>
              <a:gdLst>
                <a:gd name="T0" fmla="*/ 0 w 5"/>
                <a:gd name="T1" fmla="*/ 8 h 4"/>
                <a:gd name="T2" fmla="*/ 8 w 5"/>
                <a:gd name="T3" fmla="*/ 0 h 4"/>
                <a:gd name="T4" fmla="*/ 21 w 5"/>
                <a:gd name="T5" fmla="*/ 8 h 4"/>
                <a:gd name="T6" fmla="*/ 8 w 5"/>
                <a:gd name="T7" fmla="*/ 14 h 4"/>
                <a:gd name="T8" fmla="*/ 0 w 5"/>
                <a:gd name="T9" fmla="*/ 8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4">
                  <a:moveTo>
                    <a:pt x="0" y="2"/>
                  </a:moveTo>
                  <a:cubicBezTo>
                    <a:pt x="0" y="1"/>
                    <a:pt x="1" y="0"/>
                    <a:pt x="2" y="0"/>
                  </a:cubicBezTo>
                  <a:cubicBezTo>
                    <a:pt x="4" y="0"/>
                    <a:pt x="5" y="1"/>
                    <a:pt x="5" y="2"/>
                  </a:cubicBezTo>
                  <a:cubicBezTo>
                    <a:pt x="4" y="3"/>
                    <a:pt x="3" y="4"/>
                    <a:pt x="2" y="4"/>
                  </a:cubicBezTo>
                  <a:cubicBezTo>
                    <a:pt x="1" y="4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183" name="Freeform 655">
              <a:extLst>
                <a:ext uri="{FF2B5EF4-FFF2-40B4-BE49-F238E27FC236}">
                  <a16:creationId xmlns:a16="http://schemas.microsoft.com/office/drawing/2014/main" id="{035D79E1-E626-4EB3-825C-81497DD855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7" y="929"/>
              <a:ext cx="70" cy="25"/>
            </a:xfrm>
            <a:custGeom>
              <a:avLst/>
              <a:gdLst>
                <a:gd name="T0" fmla="*/ 177 w 44"/>
                <a:gd name="T1" fmla="*/ 61 h 16"/>
                <a:gd name="T2" fmla="*/ 0 w 44"/>
                <a:gd name="T3" fmla="*/ 39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4" h="16">
                  <a:moveTo>
                    <a:pt x="44" y="16"/>
                  </a:moveTo>
                  <a:cubicBezTo>
                    <a:pt x="34" y="5"/>
                    <a:pt x="13" y="0"/>
                    <a:pt x="0" y="1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184" name="Freeform 656">
              <a:extLst>
                <a:ext uri="{FF2B5EF4-FFF2-40B4-BE49-F238E27FC236}">
                  <a16:creationId xmlns:a16="http://schemas.microsoft.com/office/drawing/2014/main" id="{118F8C6E-CD0C-49DC-A80C-C4C3301EB0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4" y="953"/>
              <a:ext cx="8" cy="6"/>
            </a:xfrm>
            <a:custGeom>
              <a:avLst/>
              <a:gdLst>
                <a:gd name="T0" fmla="*/ 21 w 5"/>
                <a:gd name="T1" fmla="*/ 8 h 4"/>
                <a:gd name="T2" fmla="*/ 13 w 5"/>
                <a:gd name="T3" fmla="*/ 0 h 4"/>
                <a:gd name="T4" fmla="*/ 0 w 5"/>
                <a:gd name="T5" fmla="*/ 8 h 4"/>
                <a:gd name="T6" fmla="*/ 8 w 5"/>
                <a:gd name="T7" fmla="*/ 14 h 4"/>
                <a:gd name="T8" fmla="*/ 21 w 5"/>
                <a:gd name="T9" fmla="*/ 8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4">
                  <a:moveTo>
                    <a:pt x="5" y="2"/>
                  </a:moveTo>
                  <a:cubicBezTo>
                    <a:pt x="5" y="1"/>
                    <a:pt x="4" y="0"/>
                    <a:pt x="3" y="0"/>
                  </a:cubicBezTo>
                  <a:cubicBezTo>
                    <a:pt x="1" y="0"/>
                    <a:pt x="0" y="0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ubicBezTo>
                    <a:pt x="4" y="4"/>
                    <a:pt x="5" y="3"/>
                    <a:pt x="5" y="2"/>
                  </a:cubicBezTo>
                </a:path>
              </a:pathLst>
            </a:custGeom>
            <a:solidFill>
              <a:srgbClr val="E5AF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185" name="Freeform 657">
              <a:extLst>
                <a:ext uri="{FF2B5EF4-FFF2-40B4-BE49-F238E27FC236}">
                  <a16:creationId xmlns:a16="http://schemas.microsoft.com/office/drawing/2014/main" id="{EBB5AE3D-19BE-456D-882D-6280C9764E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3" y="930"/>
              <a:ext cx="26" cy="94"/>
            </a:xfrm>
            <a:custGeom>
              <a:avLst/>
              <a:gdLst>
                <a:gd name="T0" fmla="*/ 55 w 16"/>
                <a:gd name="T1" fmla="*/ 239 h 59"/>
                <a:gd name="T2" fmla="*/ 68 w 16"/>
                <a:gd name="T3" fmla="*/ 94 h 59"/>
                <a:gd name="T4" fmla="*/ 0 w 16"/>
                <a:gd name="T5" fmla="*/ 0 h 59"/>
                <a:gd name="T6" fmla="*/ 42 w 16"/>
                <a:gd name="T7" fmla="*/ 223 h 5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59">
                  <a:moveTo>
                    <a:pt x="13" y="59"/>
                  </a:moveTo>
                  <a:cubicBezTo>
                    <a:pt x="12" y="52"/>
                    <a:pt x="3" y="22"/>
                    <a:pt x="16" y="23"/>
                  </a:cubicBezTo>
                  <a:cubicBezTo>
                    <a:pt x="7" y="18"/>
                    <a:pt x="5" y="10"/>
                    <a:pt x="0" y="0"/>
                  </a:cubicBezTo>
                  <a:cubicBezTo>
                    <a:pt x="3" y="19"/>
                    <a:pt x="7" y="37"/>
                    <a:pt x="10" y="55"/>
                  </a:cubicBezTo>
                </a:path>
              </a:pathLst>
            </a:custGeom>
            <a:solidFill>
              <a:srgbClr val="C17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186" name="Freeform 658">
              <a:extLst>
                <a:ext uri="{FF2B5EF4-FFF2-40B4-BE49-F238E27FC236}">
                  <a16:creationId xmlns:a16="http://schemas.microsoft.com/office/drawing/2014/main" id="{13A2C3B1-1037-4672-BDF5-BBB0686C76B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4" y="722"/>
              <a:ext cx="243" cy="339"/>
            </a:xfrm>
            <a:custGeom>
              <a:avLst/>
              <a:gdLst>
                <a:gd name="T0" fmla="*/ 595 w 152"/>
                <a:gd name="T1" fmla="*/ 197 h 213"/>
                <a:gd name="T2" fmla="*/ 564 w 152"/>
                <a:gd name="T3" fmla="*/ 274 h 213"/>
                <a:gd name="T4" fmla="*/ 462 w 152"/>
                <a:gd name="T5" fmla="*/ 363 h 213"/>
                <a:gd name="T6" fmla="*/ 342 w 152"/>
                <a:gd name="T7" fmla="*/ 420 h 213"/>
                <a:gd name="T8" fmla="*/ 270 w 152"/>
                <a:gd name="T9" fmla="*/ 471 h 213"/>
                <a:gd name="T10" fmla="*/ 320 w 152"/>
                <a:gd name="T11" fmla="*/ 415 h 213"/>
                <a:gd name="T12" fmla="*/ 238 w 152"/>
                <a:gd name="T13" fmla="*/ 449 h 213"/>
                <a:gd name="T14" fmla="*/ 163 w 152"/>
                <a:gd name="T15" fmla="*/ 479 h 213"/>
                <a:gd name="T16" fmla="*/ 205 w 152"/>
                <a:gd name="T17" fmla="*/ 423 h 213"/>
                <a:gd name="T18" fmla="*/ 102 w 152"/>
                <a:gd name="T19" fmla="*/ 505 h 213"/>
                <a:gd name="T20" fmla="*/ 90 w 152"/>
                <a:gd name="T21" fmla="*/ 625 h 213"/>
                <a:gd name="T22" fmla="*/ 107 w 152"/>
                <a:gd name="T23" fmla="*/ 737 h 213"/>
                <a:gd name="T24" fmla="*/ 98 w 152"/>
                <a:gd name="T25" fmla="*/ 859 h 213"/>
                <a:gd name="T26" fmla="*/ 102 w 152"/>
                <a:gd name="T27" fmla="*/ 805 h 213"/>
                <a:gd name="T28" fmla="*/ 94 w 152"/>
                <a:gd name="T29" fmla="*/ 823 h 213"/>
                <a:gd name="T30" fmla="*/ 35 w 152"/>
                <a:gd name="T31" fmla="*/ 492 h 213"/>
                <a:gd name="T32" fmla="*/ 149 w 152"/>
                <a:gd name="T33" fmla="*/ 73 h 213"/>
                <a:gd name="T34" fmla="*/ 270 w 152"/>
                <a:gd name="T35" fmla="*/ 35 h 213"/>
                <a:gd name="T36" fmla="*/ 219 w 152"/>
                <a:gd name="T37" fmla="*/ 29 h 213"/>
                <a:gd name="T38" fmla="*/ 363 w 152"/>
                <a:gd name="T39" fmla="*/ 40 h 213"/>
                <a:gd name="T40" fmla="*/ 342 w 152"/>
                <a:gd name="T41" fmla="*/ 21 h 213"/>
                <a:gd name="T42" fmla="*/ 443 w 152"/>
                <a:gd name="T43" fmla="*/ 29 h 213"/>
                <a:gd name="T44" fmla="*/ 547 w 152"/>
                <a:gd name="T45" fmla="*/ 46 h 213"/>
                <a:gd name="T46" fmla="*/ 614 w 152"/>
                <a:gd name="T47" fmla="*/ 94 h 213"/>
                <a:gd name="T48" fmla="*/ 608 w 152"/>
                <a:gd name="T49" fmla="*/ 172 h 213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52" h="213">
                  <a:moveTo>
                    <a:pt x="146" y="49"/>
                  </a:moveTo>
                  <a:cubicBezTo>
                    <a:pt x="143" y="53"/>
                    <a:pt x="141" y="63"/>
                    <a:pt x="138" y="68"/>
                  </a:cubicBezTo>
                  <a:cubicBezTo>
                    <a:pt x="132" y="77"/>
                    <a:pt x="122" y="85"/>
                    <a:pt x="113" y="90"/>
                  </a:cubicBezTo>
                  <a:cubicBezTo>
                    <a:pt x="103" y="94"/>
                    <a:pt x="93" y="98"/>
                    <a:pt x="84" y="104"/>
                  </a:cubicBezTo>
                  <a:cubicBezTo>
                    <a:pt x="78" y="108"/>
                    <a:pt x="72" y="113"/>
                    <a:pt x="66" y="117"/>
                  </a:cubicBezTo>
                  <a:cubicBezTo>
                    <a:pt x="68" y="112"/>
                    <a:pt x="73" y="106"/>
                    <a:pt x="78" y="103"/>
                  </a:cubicBezTo>
                  <a:cubicBezTo>
                    <a:pt x="71" y="105"/>
                    <a:pt x="65" y="109"/>
                    <a:pt x="58" y="111"/>
                  </a:cubicBezTo>
                  <a:cubicBezTo>
                    <a:pt x="52" y="113"/>
                    <a:pt x="44" y="114"/>
                    <a:pt x="40" y="119"/>
                  </a:cubicBezTo>
                  <a:cubicBezTo>
                    <a:pt x="42" y="113"/>
                    <a:pt x="46" y="109"/>
                    <a:pt x="50" y="105"/>
                  </a:cubicBezTo>
                  <a:cubicBezTo>
                    <a:pt x="42" y="110"/>
                    <a:pt x="29" y="117"/>
                    <a:pt x="25" y="125"/>
                  </a:cubicBezTo>
                  <a:cubicBezTo>
                    <a:pt x="21" y="132"/>
                    <a:pt x="21" y="146"/>
                    <a:pt x="22" y="155"/>
                  </a:cubicBezTo>
                  <a:cubicBezTo>
                    <a:pt x="22" y="164"/>
                    <a:pt x="25" y="174"/>
                    <a:pt x="26" y="183"/>
                  </a:cubicBezTo>
                  <a:cubicBezTo>
                    <a:pt x="29" y="194"/>
                    <a:pt x="27" y="202"/>
                    <a:pt x="24" y="213"/>
                  </a:cubicBezTo>
                  <a:cubicBezTo>
                    <a:pt x="25" y="209"/>
                    <a:pt x="25" y="204"/>
                    <a:pt x="25" y="200"/>
                  </a:cubicBezTo>
                  <a:cubicBezTo>
                    <a:pt x="24" y="201"/>
                    <a:pt x="23" y="202"/>
                    <a:pt x="23" y="204"/>
                  </a:cubicBezTo>
                  <a:cubicBezTo>
                    <a:pt x="23" y="177"/>
                    <a:pt x="13" y="149"/>
                    <a:pt x="9" y="122"/>
                  </a:cubicBezTo>
                  <a:cubicBezTo>
                    <a:pt x="4" y="87"/>
                    <a:pt x="0" y="40"/>
                    <a:pt x="36" y="18"/>
                  </a:cubicBezTo>
                  <a:cubicBezTo>
                    <a:pt x="45" y="13"/>
                    <a:pt x="55" y="9"/>
                    <a:pt x="66" y="9"/>
                  </a:cubicBezTo>
                  <a:cubicBezTo>
                    <a:pt x="62" y="7"/>
                    <a:pt x="58" y="8"/>
                    <a:pt x="54" y="7"/>
                  </a:cubicBezTo>
                  <a:cubicBezTo>
                    <a:pt x="63" y="0"/>
                    <a:pt x="79" y="10"/>
                    <a:pt x="89" y="10"/>
                  </a:cubicBezTo>
                  <a:cubicBezTo>
                    <a:pt x="88" y="8"/>
                    <a:pt x="86" y="6"/>
                    <a:pt x="84" y="5"/>
                  </a:cubicBezTo>
                  <a:cubicBezTo>
                    <a:pt x="92" y="2"/>
                    <a:pt x="100" y="6"/>
                    <a:pt x="108" y="7"/>
                  </a:cubicBezTo>
                  <a:cubicBezTo>
                    <a:pt x="117" y="7"/>
                    <a:pt x="126" y="8"/>
                    <a:pt x="134" y="11"/>
                  </a:cubicBezTo>
                  <a:cubicBezTo>
                    <a:pt x="141" y="13"/>
                    <a:pt x="148" y="16"/>
                    <a:pt x="150" y="23"/>
                  </a:cubicBezTo>
                  <a:cubicBezTo>
                    <a:pt x="152" y="27"/>
                    <a:pt x="151" y="41"/>
                    <a:pt x="149" y="43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187" name="Freeform 659">
              <a:extLst>
                <a:ext uri="{FF2B5EF4-FFF2-40B4-BE49-F238E27FC236}">
                  <a16:creationId xmlns:a16="http://schemas.microsoft.com/office/drawing/2014/main" id="{1CCEC3CE-4ADD-45FE-A623-50AFCB57A7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1" y="905"/>
              <a:ext cx="21" cy="132"/>
            </a:xfrm>
            <a:custGeom>
              <a:avLst/>
              <a:gdLst>
                <a:gd name="T0" fmla="*/ 29 w 13"/>
                <a:gd name="T1" fmla="*/ 21 h 83"/>
                <a:gd name="T2" fmla="*/ 21 w 13"/>
                <a:gd name="T3" fmla="*/ 60 h 83"/>
                <a:gd name="T4" fmla="*/ 21 w 13"/>
                <a:gd name="T5" fmla="*/ 102 h 83"/>
                <a:gd name="T6" fmla="*/ 47 w 13"/>
                <a:gd name="T7" fmla="*/ 184 h 83"/>
                <a:gd name="T8" fmla="*/ 29 w 13"/>
                <a:gd name="T9" fmla="*/ 162 h 83"/>
                <a:gd name="T10" fmla="*/ 34 w 13"/>
                <a:gd name="T11" fmla="*/ 205 h 83"/>
                <a:gd name="T12" fmla="*/ 50 w 13"/>
                <a:gd name="T13" fmla="*/ 266 h 83"/>
                <a:gd name="T14" fmla="*/ 39 w 13"/>
                <a:gd name="T15" fmla="*/ 232 h 83"/>
                <a:gd name="T16" fmla="*/ 39 w 13"/>
                <a:gd name="T17" fmla="*/ 334 h 83"/>
                <a:gd name="T18" fmla="*/ 5 w 13"/>
                <a:gd name="T19" fmla="*/ 164 h 83"/>
                <a:gd name="T20" fmla="*/ 0 w 13"/>
                <a:gd name="T21" fmla="*/ 89 h 83"/>
                <a:gd name="T22" fmla="*/ 21 w 13"/>
                <a:gd name="T23" fmla="*/ 0 h 8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3" h="83">
                  <a:moveTo>
                    <a:pt x="7" y="5"/>
                  </a:moveTo>
                  <a:cubicBezTo>
                    <a:pt x="8" y="7"/>
                    <a:pt x="5" y="12"/>
                    <a:pt x="5" y="15"/>
                  </a:cubicBezTo>
                  <a:cubicBezTo>
                    <a:pt x="4" y="18"/>
                    <a:pt x="4" y="22"/>
                    <a:pt x="5" y="25"/>
                  </a:cubicBezTo>
                  <a:cubicBezTo>
                    <a:pt x="6" y="32"/>
                    <a:pt x="10" y="39"/>
                    <a:pt x="11" y="46"/>
                  </a:cubicBezTo>
                  <a:cubicBezTo>
                    <a:pt x="10" y="44"/>
                    <a:pt x="9" y="41"/>
                    <a:pt x="7" y="40"/>
                  </a:cubicBezTo>
                  <a:cubicBezTo>
                    <a:pt x="9" y="43"/>
                    <a:pt x="8" y="47"/>
                    <a:pt x="8" y="51"/>
                  </a:cubicBezTo>
                  <a:cubicBezTo>
                    <a:pt x="9" y="56"/>
                    <a:pt x="12" y="61"/>
                    <a:pt x="12" y="66"/>
                  </a:cubicBezTo>
                  <a:cubicBezTo>
                    <a:pt x="11" y="64"/>
                    <a:pt x="10" y="60"/>
                    <a:pt x="9" y="58"/>
                  </a:cubicBezTo>
                  <a:cubicBezTo>
                    <a:pt x="10" y="66"/>
                    <a:pt x="13" y="76"/>
                    <a:pt x="9" y="83"/>
                  </a:cubicBezTo>
                  <a:cubicBezTo>
                    <a:pt x="8" y="69"/>
                    <a:pt x="3" y="55"/>
                    <a:pt x="1" y="41"/>
                  </a:cubicBezTo>
                  <a:cubicBezTo>
                    <a:pt x="0" y="35"/>
                    <a:pt x="0" y="28"/>
                    <a:pt x="0" y="22"/>
                  </a:cubicBezTo>
                  <a:cubicBezTo>
                    <a:pt x="0" y="14"/>
                    <a:pt x="3" y="7"/>
                    <a:pt x="5" y="0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188" name="Freeform 660">
              <a:extLst>
                <a:ext uri="{FF2B5EF4-FFF2-40B4-BE49-F238E27FC236}">
                  <a16:creationId xmlns:a16="http://schemas.microsoft.com/office/drawing/2014/main" id="{54C85535-12D4-4F08-955D-76724650C3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9" y="940"/>
              <a:ext cx="32" cy="80"/>
            </a:xfrm>
            <a:custGeom>
              <a:avLst/>
              <a:gdLst>
                <a:gd name="T0" fmla="*/ 0 w 20"/>
                <a:gd name="T1" fmla="*/ 0 h 50"/>
                <a:gd name="T2" fmla="*/ 46 w 20"/>
                <a:gd name="T3" fmla="*/ 42 h 50"/>
                <a:gd name="T4" fmla="*/ 69 w 20"/>
                <a:gd name="T5" fmla="*/ 90 h 50"/>
                <a:gd name="T6" fmla="*/ 67 w 20"/>
                <a:gd name="T7" fmla="*/ 205 h 50"/>
                <a:gd name="T8" fmla="*/ 61 w 20"/>
                <a:gd name="T9" fmla="*/ 123 h 50"/>
                <a:gd name="T10" fmla="*/ 13 w 20"/>
                <a:gd name="T11" fmla="*/ 90 h 50"/>
                <a:gd name="T12" fmla="*/ 29 w 20"/>
                <a:gd name="T13" fmla="*/ 48 h 50"/>
                <a:gd name="T14" fmla="*/ 13 w 20"/>
                <a:gd name="T15" fmla="*/ 29 h 50"/>
                <a:gd name="T16" fmla="*/ 5 w 20"/>
                <a:gd name="T17" fmla="*/ 5 h 5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" h="50">
                  <a:moveTo>
                    <a:pt x="0" y="0"/>
                  </a:moveTo>
                  <a:cubicBezTo>
                    <a:pt x="4" y="1"/>
                    <a:pt x="9" y="7"/>
                    <a:pt x="11" y="10"/>
                  </a:cubicBezTo>
                  <a:cubicBezTo>
                    <a:pt x="14" y="13"/>
                    <a:pt x="15" y="17"/>
                    <a:pt x="17" y="22"/>
                  </a:cubicBezTo>
                  <a:cubicBezTo>
                    <a:pt x="20" y="31"/>
                    <a:pt x="16" y="40"/>
                    <a:pt x="16" y="50"/>
                  </a:cubicBezTo>
                  <a:cubicBezTo>
                    <a:pt x="16" y="43"/>
                    <a:pt x="16" y="36"/>
                    <a:pt x="15" y="30"/>
                  </a:cubicBezTo>
                  <a:cubicBezTo>
                    <a:pt x="14" y="22"/>
                    <a:pt x="9" y="22"/>
                    <a:pt x="3" y="22"/>
                  </a:cubicBezTo>
                  <a:cubicBezTo>
                    <a:pt x="6" y="19"/>
                    <a:pt x="11" y="16"/>
                    <a:pt x="7" y="12"/>
                  </a:cubicBezTo>
                  <a:cubicBezTo>
                    <a:pt x="5" y="10"/>
                    <a:pt x="4" y="10"/>
                    <a:pt x="3" y="7"/>
                  </a:cubicBezTo>
                  <a:cubicBezTo>
                    <a:pt x="2" y="5"/>
                    <a:pt x="1" y="3"/>
                    <a:pt x="1" y="1"/>
                  </a:cubicBezTo>
                </a:path>
              </a:pathLst>
            </a:custGeom>
            <a:solidFill>
              <a:srgbClr val="8E4C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189" name="Freeform 661">
              <a:extLst>
                <a:ext uri="{FF2B5EF4-FFF2-40B4-BE49-F238E27FC236}">
                  <a16:creationId xmlns:a16="http://schemas.microsoft.com/office/drawing/2014/main" id="{19F94518-AAE4-48C7-98A4-4EE5041562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6" y="943"/>
              <a:ext cx="18" cy="77"/>
            </a:xfrm>
            <a:custGeom>
              <a:avLst/>
              <a:gdLst>
                <a:gd name="T0" fmla="*/ 47 w 11"/>
                <a:gd name="T1" fmla="*/ 0 h 48"/>
                <a:gd name="T2" fmla="*/ 18 w 11"/>
                <a:gd name="T3" fmla="*/ 199 h 48"/>
                <a:gd name="T4" fmla="*/ 47 w 11"/>
                <a:gd name="T5" fmla="*/ 0 h 4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48">
                  <a:moveTo>
                    <a:pt x="11" y="0"/>
                  </a:moveTo>
                  <a:cubicBezTo>
                    <a:pt x="11" y="0"/>
                    <a:pt x="0" y="17"/>
                    <a:pt x="4" y="48"/>
                  </a:cubicBezTo>
                  <a:cubicBezTo>
                    <a:pt x="4" y="48"/>
                    <a:pt x="2" y="20"/>
                    <a:pt x="11" y="0"/>
                  </a:cubicBezTo>
                  <a:close/>
                </a:path>
              </a:pathLst>
            </a:custGeom>
            <a:solidFill>
              <a:srgbClr val="8E4C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190" name="Freeform 662">
              <a:extLst>
                <a:ext uri="{FF2B5EF4-FFF2-40B4-BE49-F238E27FC236}">
                  <a16:creationId xmlns:a16="http://schemas.microsoft.com/office/drawing/2014/main" id="{C38BE822-3960-469A-9E00-25EE72E752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7" y="1074"/>
              <a:ext cx="6" cy="13"/>
            </a:xfrm>
            <a:custGeom>
              <a:avLst/>
              <a:gdLst>
                <a:gd name="T0" fmla="*/ 14 w 4"/>
                <a:gd name="T1" fmla="*/ 34 h 8"/>
                <a:gd name="T2" fmla="*/ 5 w 4"/>
                <a:gd name="T3" fmla="*/ 0 h 8"/>
                <a:gd name="T4" fmla="*/ 0 w 4"/>
                <a:gd name="T5" fmla="*/ 26 h 8"/>
                <a:gd name="T6" fmla="*/ 14 w 4"/>
                <a:gd name="T7" fmla="*/ 34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8">
                  <a:moveTo>
                    <a:pt x="4" y="8"/>
                  </a:moveTo>
                  <a:cubicBezTo>
                    <a:pt x="1" y="8"/>
                    <a:pt x="2" y="2"/>
                    <a:pt x="1" y="0"/>
                  </a:cubicBezTo>
                  <a:cubicBezTo>
                    <a:pt x="1" y="2"/>
                    <a:pt x="1" y="5"/>
                    <a:pt x="0" y="6"/>
                  </a:cubicBezTo>
                  <a:cubicBezTo>
                    <a:pt x="2" y="7"/>
                    <a:pt x="4" y="7"/>
                    <a:pt x="4" y="8"/>
                  </a:cubicBezTo>
                </a:path>
              </a:pathLst>
            </a:custGeom>
            <a:solidFill>
              <a:srgbClr val="8E4C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191" name="Freeform 663">
              <a:extLst>
                <a:ext uri="{FF2B5EF4-FFF2-40B4-BE49-F238E27FC236}">
                  <a16:creationId xmlns:a16="http://schemas.microsoft.com/office/drawing/2014/main" id="{9FE06554-2DF4-4B01-BD79-47E2252341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8" y="1075"/>
              <a:ext cx="5" cy="12"/>
            </a:xfrm>
            <a:custGeom>
              <a:avLst/>
              <a:gdLst>
                <a:gd name="T0" fmla="*/ 0 w 3"/>
                <a:gd name="T1" fmla="*/ 36 h 7"/>
                <a:gd name="T2" fmla="*/ 13 w 3"/>
                <a:gd name="T3" fmla="*/ 29 h 7"/>
                <a:gd name="T4" fmla="*/ 0 w 3"/>
                <a:gd name="T5" fmla="*/ 0 h 7"/>
                <a:gd name="T6" fmla="*/ 0 w 3"/>
                <a:gd name="T7" fmla="*/ 36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7">
                  <a:moveTo>
                    <a:pt x="0" y="7"/>
                  </a:moveTo>
                  <a:cubicBezTo>
                    <a:pt x="1" y="7"/>
                    <a:pt x="2" y="6"/>
                    <a:pt x="3" y="6"/>
                  </a:cubicBezTo>
                  <a:cubicBezTo>
                    <a:pt x="2" y="4"/>
                    <a:pt x="1" y="1"/>
                    <a:pt x="0" y="0"/>
                  </a:cubicBezTo>
                  <a:cubicBezTo>
                    <a:pt x="0" y="2"/>
                    <a:pt x="1" y="5"/>
                    <a:pt x="0" y="7"/>
                  </a:cubicBezTo>
                </a:path>
              </a:pathLst>
            </a:custGeom>
            <a:solidFill>
              <a:srgbClr val="C17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192" name="Freeform 664">
              <a:extLst>
                <a:ext uri="{FF2B5EF4-FFF2-40B4-BE49-F238E27FC236}">
                  <a16:creationId xmlns:a16="http://schemas.microsoft.com/office/drawing/2014/main" id="{5311A51B-B89A-4808-9C2D-1D18CE5A20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7" y="1034"/>
              <a:ext cx="17" cy="27"/>
            </a:xfrm>
            <a:custGeom>
              <a:avLst/>
              <a:gdLst>
                <a:gd name="T0" fmla="*/ 12 w 11"/>
                <a:gd name="T1" fmla="*/ 0 h 17"/>
                <a:gd name="T2" fmla="*/ 12 w 11"/>
                <a:gd name="T3" fmla="*/ 43 h 17"/>
                <a:gd name="T4" fmla="*/ 40 w 11"/>
                <a:gd name="T5" fmla="*/ 56 h 17"/>
                <a:gd name="T6" fmla="*/ 14 w 11"/>
                <a:gd name="T7" fmla="*/ 35 h 17"/>
                <a:gd name="T8" fmla="*/ 12 w 11"/>
                <a:gd name="T9" fmla="*/ 5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7">
                  <a:moveTo>
                    <a:pt x="3" y="0"/>
                  </a:moveTo>
                  <a:cubicBezTo>
                    <a:pt x="0" y="4"/>
                    <a:pt x="1" y="6"/>
                    <a:pt x="3" y="11"/>
                  </a:cubicBezTo>
                  <a:cubicBezTo>
                    <a:pt x="5" y="14"/>
                    <a:pt x="7" y="17"/>
                    <a:pt x="11" y="14"/>
                  </a:cubicBezTo>
                  <a:cubicBezTo>
                    <a:pt x="7" y="14"/>
                    <a:pt x="6" y="13"/>
                    <a:pt x="4" y="9"/>
                  </a:cubicBezTo>
                  <a:cubicBezTo>
                    <a:pt x="2" y="7"/>
                    <a:pt x="1" y="3"/>
                    <a:pt x="3" y="1"/>
                  </a:cubicBezTo>
                </a:path>
              </a:pathLst>
            </a:custGeom>
            <a:solidFill>
              <a:srgbClr val="C17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193" name="Freeform 665">
              <a:extLst>
                <a:ext uri="{FF2B5EF4-FFF2-40B4-BE49-F238E27FC236}">
                  <a16:creationId xmlns:a16="http://schemas.microsoft.com/office/drawing/2014/main" id="{6B35943B-D6E5-45B6-8983-9C64CE16F9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0" y="934"/>
              <a:ext cx="47" cy="60"/>
            </a:xfrm>
            <a:custGeom>
              <a:avLst/>
              <a:gdLst>
                <a:gd name="T0" fmla="*/ 61 w 30"/>
                <a:gd name="T1" fmla="*/ 103 h 38"/>
                <a:gd name="T2" fmla="*/ 66 w 30"/>
                <a:gd name="T3" fmla="*/ 82 h 38"/>
                <a:gd name="T4" fmla="*/ 61 w 30"/>
                <a:gd name="T5" fmla="*/ 68 h 38"/>
                <a:gd name="T6" fmla="*/ 47 w 30"/>
                <a:gd name="T7" fmla="*/ 55 h 38"/>
                <a:gd name="T8" fmla="*/ 39 w 30"/>
                <a:gd name="T9" fmla="*/ 33 h 38"/>
                <a:gd name="T10" fmla="*/ 0 w 30"/>
                <a:gd name="T11" fmla="*/ 0 h 38"/>
                <a:gd name="T12" fmla="*/ 20 w 30"/>
                <a:gd name="T13" fmla="*/ 5 h 38"/>
                <a:gd name="T14" fmla="*/ 34 w 30"/>
                <a:gd name="T15" fmla="*/ 8 h 38"/>
                <a:gd name="T16" fmla="*/ 74 w 30"/>
                <a:gd name="T17" fmla="*/ 22 h 38"/>
                <a:gd name="T18" fmla="*/ 116 w 30"/>
                <a:gd name="T19" fmla="*/ 107 h 38"/>
                <a:gd name="T20" fmla="*/ 111 w 30"/>
                <a:gd name="T21" fmla="*/ 150 h 38"/>
                <a:gd name="T22" fmla="*/ 94 w 30"/>
                <a:gd name="T23" fmla="*/ 103 h 38"/>
                <a:gd name="T24" fmla="*/ 66 w 30"/>
                <a:gd name="T25" fmla="*/ 103 h 3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0" h="38">
                  <a:moveTo>
                    <a:pt x="16" y="26"/>
                  </a:moveTo>
                  <a:cubicBezTo>
                    <a:pt x="17" y="25"/>
                    <a:pt x="17" y="23"/>
                    <a:pt x="17" y="21"/>
                  </a:cubicBezTo>
                  <a:cubicBezTo>
                    <a:pt x="18" y="19"/>
                    <a:pt x="16" y="18"/>
                    <a:pt x="16" y="17"/>
                  </a:cubicBezTo>
                  <a:cubicBezTo>
                    <a:pt x="15" y="16"/>
                    <a:pt x="13" y="15"/>
                    <a:pt x="12" y="14"/>
                  </a:cubicBezTo>
                  <a:cubicBezTo>
                    <a:pt x="11" y="12"/>
                    <a:pt x="11" y="10"/>
                    <a:pt x="10" y="8"/>
                  </a:cubicBezTo>
                  <a:cubicBezTo>
                    <a:pt x="7" y="5"/>
                    <a:pt x="3" y="3"/>
                    <a:pt x="0" y="0"/>
                  </a:cubicBezTo>
                  <a:cubicBezTo>
                    <a:pt x="1" y="0"/>
                    <a:pt x="3" y="1"/>
                    <a:pt x="5" y="1"/>
                  </a:cubicBezTo>
                  <a:cubicBezTo>
                    <a:pt x="6" y="2"/>
                    <a:pt x="8" y="2"/>
                    <a:pt x="9" y="2"/>
                  </a:cubicBezTo>
                  <a:cubicBezTo>
                    <a:pt x="13" y="3"/>
                    <a:pt x="16" y="4"/>
                    <a:pt x="19" y="6"/>
                  </a:cubicBezTo>
                  <a:cubicBezTo>
                    <a:pt x="25" y="11"/>
                    <a:pt x="29" y="19"/>
                    <a:pt x="30" y="27"/>
                  </a:cubicBezTo>
                  <a:cubicBezTo>
                    <a:pt x="30" y="31"/>
                    <a:pt x="30" y="35"/>
                    <a:pt x="29" y="38"/>
                  </a:cubicBezTo>
                  <a:cubicBezTo>
                    <a:pt x="28" y="34"/>
                    <a:pt x="28" y="28"/>
                    <a:pt x="24" y="26"/>
                  </a:cubicBezTo>
                  <a:cubicBezTo>
                    <a:pt x="22" y="24"/>
                    <a:pt x="19" y="25"/>
                    <a:pt x="17" y="26"/>
                  </a:cubicBezTo>
                </a:path>
              </a:pathLst>
            </a:custGeom>
            <a:solidFill>
              <a:srgbClr val="8E4C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194" name="Freeform 666">
              <a:extLst>
                <a:ext uri="{FF2B5EF4-FFF2-40B4-BE49-F238E27FC236}">
                  <a16:creationId xmlns:a16="http://schemas.microsoft.com/office/drawing/2014/main" id="{A33DBFEF-1CC8-446D-8BC8-858D36C1ED0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2" y="930"/>
              <a:ext cx="40" cy="23"/>
            </a:xfrm>
            <a:custGeom>
              <a:avLst/>
              <a:gdLst>
                <a:gd name="T0" fmla="*/ 94 w 25"/>
                <a:gd name="T1" fmla="*/ 62 h 14"/>
                <a:gd name="T2" fmla="*/ 74 w 25"/>
                <a:gd name="T3" fmla="*/ 41 h 14"/>
                <a:gd name="T4" fmla="*/ 42 w 25"/>
                <a:gd name="T5" fmla="*/ 20 h 14"/>
                <a:gd name="T6" fmla="*/ 0 w 25"/>
                <a:gd name="T7" fmla="*/ 8 h 14"/>
                <a:gd name="T8" fmla="*/ 48 w 25"/>
                <a:gd name="T9" fmla="*/ 8 h 14"/>
                <a:gd name="T10" fmla="*/ 102 w 25"/>
                <a:gd name="T11" fmla="*/ 43 h 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" h="14">
                  <a:moveTo>
                    <a:pt x="23" y="14"/>
                  </a:moveTo>
                  <a:cubicBezTo>
                    <a:pt x="22" y="13"/>
                    <a:pt x="19" y="11"/>
                    <a:pt x="18" y="9"/>
                  </a:cubicBezTo>
                  <a:cubicBezTo>
                    <a:pt x="15" y="8"/>
                    <a:pt x="13" y="5"/>
                    <a:pt x="10" y="4"/>
                  </a:cubicBezTo>
                  <a:cubicBezTo>
                    <a:pt x="7" y="3"/>
                    <a:pt x="3" y="3"/>
                    <a:pt x="0" y="2"/>
                  </a:cubicBezTo>
                  <a:cubicBezTo>
                    <a:pt x="3" y="0"/>
                    <a:pt x="9" y="1"/>
                    <a:pt x="12" y="2"/>
                  </a:cubicBezTo>
                  <a:cubicBezTo>
                    <a:pt x="16" y="3"/>
                    <a:pt x="21" y="8"/>
                    <a:pt x="25" y="10"/>
                  </a:cubicBezTo>
                </a:path>
              </a:pathLst>
            </a:custGeom>
            <a:solidFill>
              <a:srgbClr val="8E4C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</p:grpSp>
      <p:grpSp>
        <p:nvGrpSpPr>
          <p:cNvPr id="35848" name="Group 667">
            <a:extLst>
              <a:ext uri="{FF2B5EF4-FFF2-40B4-BE49-F238E27FC236}">
                <a16:creationId xmlns:a16="http://schemas.microsoft.com/office/drawing/2014/main" id="{60A50CC0-413D-4692-86CE-C8793BD42D32}"/>
              </a:ext>
            </a:extLst>
          </p:cNvPr>
          <p:cNvGrpSpPr>
            <a:grpSpLocks/>
          </p:cNvGrpSpPr>
          <p:nvPr/>
        </p:nvGrpSpPr>
        <p:grpSpPr bwMode="auto">
          <a:xfrm>
            <a:off x="4648200" y="6111875"/>
            <a:ext cx="628650" cy="412750"/>
            <a:chOff x="1774" y="3551"/>
            <a:chExt cx="434" cy="285"/>
          </a:xfrm>
        </p:grpSpPr>
        <p:sp>
          <p:nvSpPr>
            <p:cNvPr id="36007" name="Freeform 668">
              <a:extLst>
                <a:ext uri="{FF2B5EF4-FFF2-40B4-BE49-F238E27FC236}">
                  <a16:creationId xmlns:a16="http://schemas.microsoft.com/office/drawing/2014/main" id="{EB24ADC7-263A-4ABD-AEDE-76EB6DFF853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9" y="3687"/>
              <a:ext cx="30" cy="79"/>
            </a:xfrm>
            <a:custGeom>
              <a:avLst/>
              <a:gdLst>
                <a:gd name="T0" fmla="*/ 99 w 16"/>
                <a:gd name="T1" fmla="*/ 0 h 40"/>
                <a:gd name="T2" fmla="*/ 73 w 16"/>
                <a:gd name="T3" fmla="*/ 93 h 40"/>
                <a:gd name="T4" fmla="*/ 39 w 16"/>
                <a:gd name="T5" fmla="*/ 308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40">
                  <a:moveTo>
                    <a:pt x="15" y="0"/>
                  </a:moveTo>
                  <a:cubicBezTo>
                    <a:pt x="16" y="4"/>
                    <a:pt x="14" y="9"/>
                    <a:pt x="11" y="12"/>
                  </a:cubicBezTo>
                  <a:cubicBezTo>
                    <a:pt x="7" y="17"/>
                    <a:pt x="0" y="32"/>
                    <a:pt x="6" y="4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008" name="Freeform 669">
              <a:extLst>
                <a:ext uri="{FF2B5EF4-FFF2-40B4-BE49-F238E27FC236}">
                  <a16:creationId xmlns:a16="http://schemas.microsoft.com/office/drawing/2014/main" id="{CB584348-41DD-4984-975B-CBBADFE353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4" y="3551"/>
              <a:ext cx="219" cy="241"/>
            </a:xfrm>
            <a:custGeom>
              <a:avLst/>
              <a:gdLst>
                <a:gd name="T0" fmla="*/ 290 w 118"/>
                <a:gd name="T1" fmla="*/ 117 h 122"/>
                <a:gd name="T2" fmla="*/ 238 w 118"/>
                <a:gd name="T3" fmla="*/ 387 h 122"/>
                <a:gd name="T4" fmla="*/ 544 w 118"/>
                <a:gd name="T5" fmla="*/ 441 h 122"/>
                <a:gd name="T6" fmla="*/ 696 w 118"/>
                <a:gd name="T7" fmla="*/ 0 h 122"/>
                <a:gd name="T8" fmla="*/ 741 w 118"/>
                <a:gd name="T9" fmla="*/ 292 h 122"/>
                <a:gd name="T10" fmla="*/ 703 w 118"/>
                <a:gd name="T11" fmla="*/ 757 h 122"/>
                <a:gd name="T12" fmla="*/ 382 w 118"/>
                <a:gd name="T13" fmla="*/ 932 h 122"/>
                <a:gd name="T14" fmla="*/ 76 w 118"/>
                <a:gd name="T15" fmla="*/ 555 h 122"/>
                <a:gd name="T16" fmla="*/ 290 w 118"/>
                <a:gd name="T17" fmla="*/ 117 h 12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8" h="122">
                  <a:moveTo>
                    <a:pt x="45" y="15"/>
                  </a:moveTo>
                  <a:cubicBezTo>
                    <a:pt x="37" y="50"/>
                    <a:pt x="37" y="50"/>
                    <a:pt x="37" y="50"/>
                  </a:cubicBezTo>
                  <a:cubicBezTo>
                    <a:pt x="37" y="50"/>
                    <a:pt x="71" y="47"/>
                    <a:pt x="85" y="57"/>
                  </a:cubicBezTo>
                  <a:cubicBezTo>
                    <a:pt x="85" y="57"/>
                    <a:pt x="109" y="21"/>
                    <a:pt x="109" y="0"/>
                  </a:cubicBezTo>
                  <a:cubicBezTo>
                    <a:pt x="109" y="0"/>
                    <a:pt x="118" y="14"/>
                    <a:pt x="116" y="38"/>
                  </a:cubicBezTo>
                  <a:cubicBezTo>
                    <a:pt x="110" y="98"/>
                    <a:pt x="110" y="98"/>
                    <a:pt x="110" y="98"/>
                  </a:cubicBezTo>
                  <a:cubicBezTo>
                    <a:pt x="110" y="98"/>
                    <a:pt x="106" y="120"/>
                    <a:pt x="60" y="121"/>
                  </a:cubicBezTo>
                  <a:cubicBezTo>
                    <a:pt x="14" y="122"/>
                    <a:pt x="0" y="90"/>
                    <a:pt x="12" y="72"/>
                  </a:cubicBezTo>
                  <a:cubicBezTo>
                    <a:pt x="25" y="54"/>
                    <a:pt x="45" y="15"/>
                    <a:pt x="45" y="15"/>
                  </a:cubicBezTo>
                  <a:close/>
                </a:path>
              </a:pathLst>
            </a:custGeom>
            <a:solidFill>
              <a:srgbClr val="A05E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009" name="Freeform 670">
              <a:extLst>
                <a:ext uri="{FF2B5EF4-FFF2-40B4-BE49-F238E27FC236}">
                  <a16:creationId xmlns:a16="http://schemas.microsoft.com/office/drawing/2014/main" id="{3C921A7C-A105-483F-8B64-A03E9E8EAD4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4" y="3551"/>
              <a:ext cx="219" cy="241"/>
            </a:xfrm>
            <a:custGeom>
              <a:avLst/>
              <a:gdLst>
                <a:gd name="T0" fmla="*/ 290 w 118"/>
                <a:gd name="T1" fmla="*/ 117 h 122"/>
                <a:gd name="T2" fmla="*/ 238 w 118"/>
                <a:gd name="T3" fmla="*/ 387 h 122"/>
                <a:gd name="T4" fmla="*/ 544 w 118"/>
                <a:gd name="T5" fmla="*/ 441 h 122"/>
                <a:gd name="T6" fmla="*/ 696 w 118"/>
                <a:gd name="T7" fmla="*/ 0 h 122"/>
                <a:gd name="T8" fmla="*/ 741 w 118"/>
                <a:gd name="T9" fmla="*/ 292 h 122"/>
                <a:gd name="T10" fmla="*/ 703 w 118"/>
                <a:gd name="T11" fmla="*/ 757 h 122"/>
                <a:gd name="T12" fmla="*/ 382 w 118"/>
                <a:gd name="T13" fmla="*/ 932 h 122"/>
                <a:gd name="T14" fmla="*/ 76 w 118"/>
                <a:gd name="T15" fmla="*/ 555 h 122"/>
                <a:gd name="T16" fmla="*/ 290 w 118"/>
                <a:gd name="T17" fmla="*/ 117 h 12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8" h="122">
                  <a:moveTo>
                    <a:pt x="45" y="15"/>
                  </a:moveTo>
                  <a:cubicBezTo>
                    <a:pt x="37" y="50"/>
                    <a:pt x="37" y="50"/>
                    <a:pt x="37" y="50"/>
                  </a:cubicBezTo>
                  <a:cubicBezTo>
                    <a:pt x="37" y="50"/>
                    <a:pt x="71" y="47"/>
                    <a:pt x="85" y="57"/>
                  </a:cubicBezTo>
                  <a:cubicBezTo>
                    <a:pt x="85" y="57"/>
                    <a:pt x="109" y="21"/>
                    <a:pt x="109" y="0"/>
                  </a:cubicBezTo>
                  <a:cubicBezTo>
                    <a:pt x="109" y="0"/>
                    <a:pt x="118" y="14"/>
                    <a:pt x="116" y="38"/>
                  </a:cubicBezTo>
                  <a:cubicBezTo>
                    <a:pt x="110" y="98"/>
                    <a:pt x="110" y="98"/>
                    <a:pt x="110" y="98"/>
                  </a:cubicBezTo>
                  <a:cubicBezTo>
                    <a:pt x="110" y="98"/>
                    <a:pt x="106" y="120"/>
                    <a:pt x="60" y="121"/>
                  </a:cubicBezTo>
                  <a:cubicBezTo>
                    <a:pt x="14" y="122"/>
                    <a:pt x="0" y="90"/>
                    <a:pt x="12" y="72"/>
                  </a:cubicBezTo>
                  <a:cubicBezTo>
                    <a:pt x="25" y="54"/>
                    <a:pt x="45" y="15"/>
                    <a:pt x="45" y="15"/>
                  </a:cubicBez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010" name="Freeform 671">
              <a:extLst>
                <a:ext uri="{FF2B5EF4-FFF2-40B4-BE49-F238E27FC236}">
                  <a16:creationId xmlns:a16="http://schemas.microsoft.com/office/drawing/2014/main" id="{06E19FA5-87BA-4F40-971C-D1D6D76C8D7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9" y="3583"/>
              <a:ext cx="120" cy="69"/>
            </a:xfrm>
            <a:custGeom>
              <a:avLst/>
              <a:gdLst>
                <a:gd name="T0" fmla="*/ 0 w 65"/>
                <a:gd name="T1" fmla="*/ 191 h 35"/>
                <a:gd name="T2" fmla="*/ 371 w 65"/>
                <a:gd name="T3" fmla="*/ 268 h 35"/>
                <a:gd name="T4" fmla="*/ 410 w 65"/>
                <a:gd name="T5" fmla="*/ 183 h 35"/>
                <a:gd name="T6" fmla="*/ 24 w 65"/>
                <a:gd name="T7" fmla="*/ 124 h 35"/>
                <a:gd name="T8" fmla="*/ 0 w 65"/>
                <a:gd name="T9" fmla="*/ 191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5" h="35">
                  <a:moveTo>
                    <a:pt x="0" y="25"/>
                  </a:moveTo>
                  <a:cubicBezTo>
                    <a:pt x="0" y="25"/>
                    <a:pt x="35" y="11"/>
                    <a:pt x="59" y="35"/>
                  </a:cubicBezTo>
                  <a:cubicBezTo>
                    <a:pt x="65" y="24"/>
                    <a:pt x="65" y="24"/>
                    <a:pt x="65" y="24"/>
                  </a:cubicBezTo>
                  <a:cubicBezTo>
                    <a:pt x="65" y="24"/>
                    <a:pt x="34" y="0"/>
                    <a:pt x="4" y="16"/>
                  </a:cubicBezTo>
                  <a:lnTo>
                    <a:pt x="0" y="25"/>
                  </a:lnTo>
                  <a:close/>
                </a:path>
              </a:pathLst>
            </a:custGeom>
            <a:solidFill>
              <a:srgbClr val="A05E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011" name="Freeform 672">
              <a:extLst>
                <a:ext uri="{FF2B5EF4-FFF2-40B4-BE49-F238E27FC236}">
                  <a16:creationId xmlns:a16="http://schemas.microsoft.com/office/drawing/2014/main" id="{C65B410D-A10C-49F1-A2CE-A26CB67E0DF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9" y="3583"/>
              <a:ext cx="120" cy="69"/>
            </a:xfrm>
            <a:custGeom>
              <a:avLst/>
              <a:gdLst>
                <a:gd name="T0" fmla="*/ 0 w 65"/>
                <a:gd name="T1" fmla="*/ 191 h 35"/>
                <a:gd name="T2" fmla="*/ 371 w 65"/>
                <a:gd name="T3" fmla="*/ 268 h 35"/>
                <a:gd name="T4" fmla="*/ 410 w 65"/>
                <a:gd name="T5" fmla="*/ 183 h 35"/>
                <a:gd name="T6" fmla="*/ 24 w 65"/>
                <a:gd name="T7" fmla="*/ 124 h 35"/>
                <a:gd name="T8" fmla="*/ 0 w 65"/>
                <a:gd name="T9" fmla="*/ 191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5" h="35">
                  <a:moveTo>
                    <a:pt x="0" y="25"/>
                  </a:moveTo>
                  <a:cubicBezTo>
                    <a:pt x="0" y="25"/>
                    <a:pt x="35" y="11"/>
                    <a:pt x="59" y="35"/>
                  </a:cubicBezTo>
                  <a:cubicBezTo>
                    <a:pt x="65" y="24"/>
                    <a:pt x="65" y="24"/>
                    <a:pt x="65" y="24"/>
                  </a:cubicBezTo>
                  <a:cubicBezTo>
                    <a:pt x="65" y="24"/>
                    <a:pt x="34" y="0"/>
                    <a:pt x="4" y="16"/>
                  </a:cubicBezTo>
                  <a:lnTo>
                    <a:pt x="0" y="25"/>
                  </a:lnTo>
                  <a:close/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012" name="Freeform 673">
              <a:extLst>
                <a:ext uri="{FF2B5EF4-FFF2-40B4-BE49-F238E27FC236}">
                  <a16:creationId xmlns:a16="http://schemas.microsoft.com/office/drawing/2014/main" id="{829BBA96-3C7E-41B6-A00E-BE5A3AB4FB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4" y="3593"/>
              <a:ext cx="104" cy="55"/>
            </a:xfrm>
            <a:custGeom>
              <a:avLst/>
              <a:gdLst>
                <a:gd name="T0" fmla="*/ 0 w 56"/>
                <a:gd name="T1" fmla="*/ 128 h 28"/>
                <a:gd name="T2" fmla="*/ 358 w 56"/>
                <a:gd name="T3" fmla="*/ 212 h 28"/>
                <a:gd name="T4" fmla="*/ 0 w 56"/>
                <a:gd name="T5" fmla="*/ 128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6" h="28">
                  <a:moveTo>
                    <a:pt x="0" y="17"/>
                  </a:moveTo>
                  <a:cubicBezTo>
                    <a:pt x="0" y="17"/>
                    <a:pt x="34" y="5"/>
                    <a:pt x="56" y="28"/>
                  </a:cubicBezTo>
                  <a:cubicBezTo>
                    <a:pt x="56" y="28"/>
                    <a:pt x="38" y="0"/>
                    <a:pt x="0" y="17"/>
                  </a:cubicBezTo>
                  <a:close/>
                </a:path>
              </a:pathLst>
            </a:custGeom>
            <a:solidFill>
              <a:srgbClr val="B984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013" name="Freeform 674">
              <a:extLst>
                <a:ext uri="{FF2B5EF4-FFF2-40B4-BE49-F238E27FC236}">
                  <a16:creationId xmlns:a16="http://schemas.microsoft.com/office/drawing/2014/main" id="{3F395AAE-4729-4E96-9120-8D57FD4FD3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6" y="3743"/>
              <a:ext cx="176" cy="93"/>
            </a:xfrm>
            <a:custGeom>
              <a:avLst/>
              <a:gdLst>
                <a:gd name="T0" fmla="*/ 0 w 95"/>
                <a:gd name="T1" fmla="*/ 0 h 47"/>
                <a:gd name="T2" fmla="*/ 604 w 95"/>
                <a:gd name="T3" fmla="*/ 8 h 47"/>
                <a:gd name="T4" fmla="*/ 0 w 95"/>
                <a:gd name="T5" fmla="*/ 0 h 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5" h="47">
                  <a:moveTo>
                    <a:pt x="0" y="0"/>
                  </a:moveTo>
                  <a:cubicBezTo>
                    <a:pt x="0" y="0"/>
                    <a:pt x="47" y="38"/>
                    <a:pt x="95" y="1"/>
                  </a:cubicBezTo>
                  <a:cubicBezTo>
                    <a:pt x="95" y="1"/>
                    <a:pt x="52" y="47"/>
                    <a:pt x="0" y="0"/>
                  </a:cubicBezTo>
                  <a:close/>
                </a:path>
              </a:pathLst>
            </a:custGeom>
            <a:solidFill>
              <a:srgbClr val="8F4B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014" name="Freeform 675">
              <a:extLst>
                <a:ext uri="{FF2B5EF4-FFF2-40B4-BE49-F238E27FC236}">
                  <a16:creationId xmlns:a16="http://schemas.microsoft.com/office/drawing/2014/main" id="{F2EB0E7A-15EB-4D6D-840F-A11656D41B1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1" y="3733"/>
              <a:ext cx="146" cy="71"/>
            </a:xfrm>
            <a:custGeom>
              <a:avLst/>
              <a:gdLst>
                <a:gd name="T0" fmla="*/ 0 w 79"/>
                <a:gd name="T1" fmla="*/ 0 h 36"/>
                <a:gd name="T2" fmla="*/ 499 w 79"/>
                <a:gd name="T3" fmla="*/ 124 h 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9" h="36">
                  <a:moveTo>
                    <a:pt x="0" y="0"/>
                  </a:moveTo>
                  <a:cubicBezTo>
                    <a:pt x="0" y="0"/>
                    <a:pt x="29" y="36"/>
                    <a:pt x="79" y="16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015" name="Freeform 676">
              <a:extLst>
                <a:ext uri="{FF2B5EF4-FFF2-40B4-BE49-F238E27FC236}">
                  <a16:creationId xmlns:a16="http://schemas.microsoft.com/office/drawing/2014/main" id="{45112DEE-BC00-4E8B-869A-644A5F7AA35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3" y="3569"/>
              <a:ext cx="92" cy="190"/>
            </a:xfrm>
            <a:custGeom>
              <a:avLst/>
              <a:gdLst>
                <a:gd name="T0" fmla="*/ 287 w 50"/>
                <a:gd name="T1" fmla="*/ 0 h 96"/>
                <a:gd name="T2" fmla="*/ 305 w 50"/>
                <a:gd name="T3" fmla="*/ 63 h 96"/>
                <a:gd name="T4" fmla="*/ 305 w 50"/>
                <a:gd name="T5" fmla="*/ 148 h 96"/>
                <a:gd name="T6" fmla="*/ 305 w 50"/>
                <a:gd name="T7" fmla="*/ 255 h 96"/>
                <a:gd name="T8" fmla="*/ 274 w 50"/>
                <a:gd name="T9" fmla="*/ 513 h 96"/>
                <a:gd name="T10" fmla="*/ 250 w 50"/>
                <a:gd name="T11" fmla="*/ 673 h 96"/>
                <a:gd name="T12" fmla="*/ 206 w 50"/>
                <a:gd name="T13" fmla="*/ 681 h 96"/>
                <a:gd name="T14" fmla="*/ 156 w 50"/>
                <a:gd name="T15" fmla="*/ 705 h 96"/>
                <a:gd name="T16" fmla="*/ 96 w 50"/>
                <a:gd name="T17" fmla="*/ 728 h 96"/>
                <a:gd name="T18" fmla="*/ 52 w 50"/>
                <a:gd name="T19" fmla="*/ 744 h 96"/>
                <a:gd name="T20" fmla="*/ 0 w 50"/>
                <a:gd name="T21" fmla="*/ 736 h 96"/>
                <a:gd name="T22" fmla="*/ 37 w 50"/>
                <a:gd name="T23" fmla="*/ 713 h 96"/>
                <a:gd name="T24" fmla="*/ 98 w 50"/>
                <a:gd name="T25" fmla="*/ 651 h 96"/>
                <a:gd name="T26" fmla="*/ 142 w 50"/>
                <a:gd name="T27" fmla="*/ 572 h 96"/>
                <a:gd name="T28" fmla="*/ 156 w 50"/>
                <a:gd name="T29" fmla="*/ 505 h 96"/>
                <a:gd name="T30" fmla="*/ 156 w 50"/>
                <a:gd name="T31" fmla="*/ 435 h 96"/>
                <a:gd name="T32" fmla="*/ 156 w 50"/>
                <a:gd name="T33" fmla="*/ 388 h 96"/>
                <a:gd name="T34" fmla="*/ 177 w 50"/>
                <a:gd name="T35" fmla="*/ 333 h 96"/>
                <a:gd name="T36" fmla="*/ 243 w 50"/>
                <a:gd name="T37" fmla="*/ 224 h 96"/>
                <a:gd name="T38" fmla="*/ 274 w 50"/>
                <a:gd name="T39" fmla="*/ 117 h 96"/>
                <a:gd name="T40" fmla="*/ 291 w 50"/>
                <a:gd name="T41" fmla="*/ 8 h 9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50" h="96">
                  <a:moveTo>
                    <a:pt x="46" y="0"/>
                  </a:moveTo>
                  <a:cubicBezTo>
                    <a:pt x="47" y="3"/>
                    <a:pt x="48" y="5"/>
                    <a:pt x="49" y="8"/>
                  </a:cubicBezTo>
                  <a:cubicBezTo>
                    <a:pt x="50" y="12"/>
                    <a:pt x="49" y="15"/>
                    <a:pt x="49" y="19"/>
                  </a:cubicBezTo>
                  <a:cubicBezTo>
                    <a:pt x="50" y="23"/>
                    <a:pt x="49" y="29"/>
                    <a:pt x="49" y="33"/>
                  </a:cubicBezTo>
                  <a:cubicBezTo>
                    <a:pt x="47" y="44"/>
                    <a:pt x="44" y="54"/>
                    <a:pt x="44" y="66"/>
                  </a:cubicBezTo>
                  <a:cubicBezTo>
                    <a:pt x="44" y="72"/>
                    <a:pt x="45" y="83"/>
                    <a:pt x="40" y="87"/>
                  </a:cubicBezTo>
                  <a:cubicBezTo>
                    <a:pt x="37" y="88"/>
                    <a:pt x="35" y="88"/>
                    <a:pt x="33" y="88"/>
                  </a:cubicBezTo>
                  <a:cubicBezTo>
                    <a:pt x="30" y="89"/>
                    <a:pt x="28" y="90"/>
                    <a:pt x="25" y="91"/>
                  </a:cubicBezTo>
                  <a:cubicBezTo>
                    <a:pt x="22" y="91"/>
                    <a:pt x="19" y="93"/>
                    <a:pt x="15" y="94"/>
                  </a:cubicBezTo>
                  <a:cubicBezTo>
                    <a:pt x="13" y="95"/>
                    <a:pt x="11" y="96"/>
                    <a:pt x="8" y="96"/>
                  </a:cubicBezTo>
                  <a:cubicBezTo>
                    <a:pt x="5" y="96"/>
                    <a:pt x="3" y="95"/>
                    <a:pt x="0" y="95"/>
                  </a:cubicBezTo>
                  <a:cubicBezTo>
                    <a:pt x="1" y="94"/>
                    <a:pt x="4" y="93"/>
                    <a:pt x="6" y="92"/>
                  </a:cubicBezTo>
                  <a:cubicBezTo>
                    <a:pt x="10" y="90"/>
                    <a:pt x="13" y="87"/>
                    <a:pt x="16" y="84"/>
                  </a:cubicBezTo>
                  <a:cubicBezTo>
                    <a:pt x="19" y="81"/>
                    <a:pt x="22" y="78"/>
                    <a:pt x="23" y="74"/>
                  </a:cubicBezTo>
                  <a:cubicBezTo>
                    <a:pt x="24" y="71"/>
                    <a:pt x="24" y="68"/>
                    <a:pt x="25" y="65"/>
                  </a:cubicBezTo>
                  <a:cubicBezTo>
                    <a:pt x="25" y="62"/>
                    <a:pt x="25" y="59"/>
                    <a:pt x="25" y="56"/>
                  </a:cubicBezTo>
                  <a:cubicBezTo>
                    <a:pt x="25" y="53"/>
                    <a:pt x="24" y="52"/>
                    <a:pt x="25" y="50"/>
                  </a:cubicBezTo>
                  <a:cubicBezTo>
                    <a:pt x="26" y="48"/>
                    <a:pt x="27" y="44"/>
                    <a:pt x="28" y="43"/>
                  </a:cubicBezTo>
                  <a:cubicBezTo>
                    <a:pt x="31" y="51"/>
                    <a:pt x="38" y="32"/>
                    <a:pt x="39" y="29"/>
                  </a:cubicBezTo>
                  <a:cubicBezTo>
                    <a:pt x="37" y="26"/>
                    <a:pt x="43" y="19"/>
                    <a:pt x="44" y="15"/>
                  </a:cubicBezTo>
                  <a:cubicBezTo>
                    <a:pt x="45" y="11"/>
                    <a:pt x="46" y="5"/>
                    <a:pt x="47" y="1"/>
                  </a:cubicBezTo>
                </a:path>
              </a:pathLst>
            </a:custGeom>
            <a:solidFill>
              <a:srgbClr val="8F4B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016" name="Freeform 677">
              <a:extLst>
                <a:ext uri="{FF2B5EF4-FFF2-40B4-BE49-F238E27FC236}">
                  <a16:creationId xmlns:a16="http://schemas.microsoft.com/office/drawing/2014/main" id="{21D97F81-FA32-461C-A5B4-0B3EF3E8DBE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9" y="3630"/>
              <a:ext cx="48" cy="131"/>
            </a:xfrm>
            <a:custGeom>
              <a:avLst/>
              <a:gdLst>
                <a:gd name="T0" fmla="*/ 150 w 26"/>
                <a:gd name="T1" fmla="*/ 24 h 66"/>
                <a:gd name="T2" fmla="*/ 20 w 26"/>
                <a:gd name="T3" fmla="*/ 288 h 66"/>
                <a:gd name="T4" fmla="*/ 57 w 26"/>
                <a:gd name="T5" fmla="*/ 429 h 66"/>
                <a:gd name="T6" fmla="*/ 105 w 26"/>
                <a:gd name="T7" fmla="*/ 476 h 66"/>
                <a:gd name="T8" fmla="*/ 164 w 26"/>
                <a:gd name="T9" fmla="*/ 516 h 66"/>
                <a:gd name="T10" fmla="*/ 126 w 26"/>
                <a:gd name="T11" fmla="*/ 476 h 66"/>
                <a:gd name="T12" fmla="*/ 76 w 26"/>
                <a:gd name="T13" fmla="*/ 437 h 66"/>
                <a:gd name="T14" fmla="*/ 81 w 26"/>
                <a:gd name="T15" fmla="*/ 304 h 66"/>
                <a:gd name="T16" fmla="*/ 140 w 26"/>
                <a:gd name="T17" fmla="*/ 133 h 66"/>
                <a:gd name="T18" fmla="*/ 157 w 26"/>
                <a:gd name="T19" fmla="*/ 0 h 6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6" h="66">
                  <a:moveTo>
                    <a:pt x="24" y="3"/>
                  </a:moveTo>
                  <a:cubicBezTo>
                    <a:pt x="19" y="15"/>
                    <a:pt x="10" y="25"/>
                    <a:pt x="3" y="37"/>
                  </a:cubicBezTo>
                  <a:cubicBezTo>
                    <a:pt x="0" y="44"/>
                    <a:pt x="4" y="51"/>
                    <a:pt x="9" y="55"/>
                  </a:cubicBezTo>
                  <a:cubicBezTo>
                    <a:pt x="11" y="58"/>
                    <a:pt x="14" y="59"/>
                    <a:pt x="17" y="61"/>
                  </a:cubicBezTo>
                  <a:cubicBezTo>
                    <a:pt x="20" y="62"/>
                    <a:pt x="24" y="63"/>
                    <a:pt x="26" y="66"/>
                  </a:cubicBezTo>
                  <a:cubicBezTo>
                    <a:pt x="24" y="65"/>
                    <a:pt x="22" y="63"/>
                    <a:pt x="20" y="61"/>
                  </a:cubicBezTo>
                  <a:cubicBezTo>
                    <a:pt x="18" y="59"/>
                    <a:pt x="15" y="58"/>
                    <a:pt x="12" y="56"/>
                  </a:cubicBezTo>
                  <a:cubicBezTo>
                    <a:pt x="8" y="51"/>
                    <a:pt x="10" y="44"/>
                    <a:pt x="13" y="39"/>
                  </a:cubicBezTo>
                  <a:cubicBezTo>
                    <a:pt x="17" y="32"/>
                    <a:pt x="19" y="25"/>
                    <a:pt x="22" y="17"/>
                  </a:cubicBezTo>
                  <a:cubicBezTo>
                    <a:pt x="24" y="12"/>
                    <a:pt x="26" y="6"/>
                    <a:pt x="25" y="0"/>
                  </a:cubicBezTo>
                </a:path>
              </a:pathLst>
            </a:custGeom>
            <a:solidFill>
              <a:srgbClr val="B984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017" name="Freeform 678">
              <a:extLst>
                <a:ext uri="{FF2B5EF4-FFF2-40B4-BE49-F238E27FC236}">
                  <a16:creationId xmlns:a16="http://schemas.microsoft.com/office/drawing/2014/main" id="{8667649F-9EDD-42B9-81C0-2B7D9F9F84B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7" y="3551"/>
              <a:ext cx="221" cy="241"/>
            </a:xfrm>
            <a:custGeom>
              <a:avLst/>
              <a:gdLst>
                <a:gd name="T0" fmla="*/ 470 w 119"/>
                <a:gd name="T1" fmla="*/ 117 h 122"/>
                <a:gd name="T2" fmla="*/ 518 w 119"/>
                <a:gd name="T3" fmla="*/ 387 h 122"/>
                <a:gd name="T4" fmla="*/ 210 w 119"/>
                <a:gd name="T5" fmla="*/ 441 h 122"/>
                <a:gd name="T6" fmla="*/ 59 w 119"/>
                <a:gd name="T7" fmla="*/ 0 h 122"/>
                <a:gd name="T8" fmla="*/ 13 w 119"/>
                <a:gd name="T9" fmla="*/ 292 h 122"/>
                <a:gd name="T10" fmla="*/ 52 w 119"/>
                <a:gd name="T11" fmla="*/ 757 h 122"/>
                <a:gd name="T12" fmla="*/ 373 w 119"/>
                <a:gd name="T13" fmla="*/ 932 h 122"/>
                <a:gd name="T14" fmla="*/ 680 w 119"/>
                <a:gd name="T15" fmla="*/ 555 h 122"/>
                <a:gd name="T16" fmla="*/ 470 w 119"/>
                <a:gd name="T17" fmla="*/ 117 h 12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9" h="122">
                  <a:moveTo>
                    <a:pt x="73" y="15"/>
                  </a:moveTo>
                  <a:cubicBezTo>
                    <a:pt x="81" y="50"/>
                    <a:pt x="81" y="50"/>
                    <a:pt x="81" y="50"/>
                  </a:cubicBezTo>
                  <a:cubicBezTo>
                    <a:pt x="81" y="50"/>
                    <a:pt x="48" y="47"/>
                    <a:pt x="33" y="57"/>
                  </a:cubicBezTo>
                  <a:cubicBezTo>
                    <a:pt x="33" y="57"/>
                    <a:pt x="9" y="21"/>
                    <a:pt x="9" y="0"/>
                  </a:cubicBezTo>
                  <a:cubicBezTo>
                    <a:pt x="9" y="0"/>
                    <a:pt x="0" y="14"/>
                    <a:pt x="2" y="38"/>
                  </a:cubicBezTo>
                  <a:cubicBezTo>
                    <a:pt x="8" y="98"/>
                    <a:pt x="8" y="98"/>
                    <a:pt x="8" y="98"/>
                  </a:cubicBezTo>
                  <a:cubicBezTo>
                    <a:pt x="8" y="98"/>
                    <a:pt x="12" y="120"/>
                    <a:pt x="58" y="121"/>
                  </a:cubicBezTo>
                  <a:cubicBezTo>
                    <a:pt x="104" y="122"/>
                    <a:pt x="119" y="90"/>
                    <a:pt x="106" y="72"/>
                  </a:cubicBezTo>
                  <a:cubicBezTo>
                    <a:pt x="93" y="54"/>
                    <a:pt x="73" y="15"/>
                    <a:pt x="73" y="15"/>
                  </a:cubicBezTo>
                  <a:close/>
                </a:path>
              </a:pathLst>
            </a:custGeom>
            <a:solidFill>
              <a:srgbClr val="A05E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018" name="Freeform 679">
              <a:extLst>
                <a:ext uri="{FF2B5EF4-FFF2-40B4-BE49-F238E27FC236}">
                  <a16:creationId xmlns:a16="http://schemas.microsoft.com/office/drawing/2014/main" id="{EB4FDE63-ACC7-4D48-A474-EC97032928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7" y="3551"/>
              <a:ext cx="221" cy="241"/>
            </a:xfrm>
            <a:custGeom>
              <a:avLst/>
              <a:gdLst>
                <a:gd name="T0" fmla="*/ 470 w 119"/>
                <a:gd name="T1" fmla="*/ 117 h 122"/>
                <a:gd name="T2" fmla="*/ 518 w 119"/>
                <a:gd name="T3" fmla="*/ 387 h 122"/>
                <a:gd name="T4" fmla="*/ 210 w 119"/>
                <a:gd name="T5" fmla="*/ 441 h 122"/>
                <a:gd name="T6" fmla="*/ 59 w 119"/>
                <a:gd name="T7" fmla="*/ 0 h 122"/>
                <a:gd name="T8" fmla="*/ 13 w 119"/>
                <a:gd name="T9" fmla="*/ 292 h 122"/>
                <a:gd name="T10" fmla="*/ 52 w 119"/>
                <a:gd name="T11" fmla="*/ 757 h 122"/>
                <a:gd name="T12" fmla="*/ 373 w 119"/>
                <a:gd name="T13" fmla="*/ 932 h 122"/>
                <a:gd name="T14" fmla="*/ 680 w 119"/>
                <a:gd name="T15" fmla="*/ 555 h 122"/>
                <a:gd name="T16" fmla="*/ 470 w 119"/>
                <a:gd name="T17" fmla="*/ 117 h 12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9" h="122">
                  <a:moveTo>
                    <a:pt x="73" y="15"/>
                  </a:moveTo>
                  <a:cubicBezTo>
                    <a:pt x="81" y="50"/>
                    <a:pt x="81" y="50"/>
                    <a:pt x="81" y="50"/>
                  </a:cubicBezTo>
                  <a:cubicBezTo>
                    <a:pt x="81" y="50"/>
                    <a:pt x="48" y="47"/>
                    <a:pt x="33" y="57"/>
                  </a:cubicBezTo>
                  <a:cubicBezTo>
                    <a:pt x="33" y="57"/>
                    <a:pt x="9" y="21"/>
                    <a:pt x="9" y="0"/>
                  </a:cubicBezTo>
                  <a:cubicBezTo>
                    <a:pt x="9" y="0"/>
                    <a:pt x="0" y="14"/>
                    <a:pt x="2" y="38"/>
                  </a:cubicBezTo>
                  <a:cubicBezTo>
                    <a:pt x="8" y="98"/>
                    <a:pt x="8" y="98"/>
                    <a:pt x="8" y="98"/>
                  </a:cubicBezTo>
                  <a:cubicBezTo>
                    <a:pt x="8" y="98"/>
                    <a:pt x="12" y="120"/>
                    <a:pt x="58" y="121"/>
                  </a:cubicBezTo>
                  <a:cubicBezTo>
                    <a:pt x="104" y="122"/>
                    <a:pt x="119" y="90"/>
                    <a:pt x="106" y="72"/>
                  </a:cubicBezTo>
                  <a:cubicBezTo>
                    <a:pt x="93" y="54"/>
                    <a:pt x="73" y="15"/>
                    <a:pt x="73" y="15"/>
                  </a:cubicBez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019" name="Freeform 680">
              <a:extLst>
                <a:ext uri="{FF2B5EF4-FFF2-40B4-BE49-F238E27FC236}">
                  <a16:creationId xmlns:a16="http://schemas.microsoft.com/office/drawing/2014/main" id="{E77F1CC6-E4A6-450C-B2B6-8FABBCC498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2" y="3583"/>
              <a:ext cx="119" cy="69"/>
            </a:xfrm>
            <a:custGeom>
              <a:avLst/>
              <a:gdLst>
                <a:gd name="T0" fmla="*/ 411 w 64"/>
                <a:gd name="T1" fmla="*/ 191 h 35"/>
                <a:gd name="T2" fmla="*/ 32 w 64"/>
                <a:gd name="T3" fmla="*/ 268 h 35"/>
                <a:gd name="T4" fmla="*/ 0 w 64"/>
                <a:gd name="T5" fmla="*/ 183 h 35"/>
                <a:gd name="T6" fmla="*/ 387 w 64"/>
                <a:gd name="T7" fmla="*/ 124 h 35"/>
                <a:gd name="T8" fmla="*/ 411 w 64"/>
                <a:gd name="T9" fmla="*/ 191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4" h="35">
                  <a:moveTo>
                    <a:pt x="64" y="25"/>
                  </a:moveTo>
                  <a:cubicBezTo>
                    <a:pt x="64" y="25"/>
                    <a:pt x="29" y="11"/>
                    <a:pt x="5" y="35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0" y="24"/>
                    <a:pt x="30" y="0"/>
                    <a:pt x="60" y="16"/>
                  </a:cubicBezTo>
                  <a:lnTo>
                    <a:pt x="64" y="25"/>
                  </a:lnTo>
                  <a:close/>
                </a:path>
              </a:pathLst>
            </a:custGeom>
            <a:solidFill>
              <a:srgbClr val="A05E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020" name="Freeform 681">
              <a:extLst>
                <a:ext uri="{FF2B5EF4-FFF2-40B4-BE49-F238E27FC236}">
                  <a16:creationId xmlns:a16="http://schemas.microsoft.com/office/drawing/2014/main" id="{53213BA7-002E-496F-9924-0A6DE7EFAE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2" y="3583"/>
              <a:ext cx="119" cy="69"/>
            </a:xfrm>
            <a:custGeom>
              <a:avLst/>
              <a:gdLst>
                <a:gd name="T0" fmla="*/ 411 w 64"/>
                <a:gd name="T1" fmla="*/ 191 h 35"/>
                <a:gd name="T2" fmla="*/ 32 w 64"/>
                <a:gd name="T3" fmla="*/ 268 h 35"/>
                <a:gd name="T4" fmla="*/ 0 w 64"/>
                <a:gd name="T5" fmla="*/ 183 h 35"/>
                <a:gd name="T6" fmla="*/ 387 w 64"/>
                <a:gd name="T7" fmla="*/ 124 h 35"/>
                <a:gd name="T8" fmla="*/ 411 w 64"/>
                <a:gd name="T9" fmla="*/ 191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4" h="35">
                  <a:moveTo>
                    <a:pt x="64" y="25"/>
                  </a:moveTo>
                  <a:cubicBezTo>
                    <a:pt x="64" y="25"/>
                    <a:pt x="29" y="11"/>
                    <a:pt x="5" y="35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0" y="24"/>
                    <a:pt x="30" y="0"/>
                    <a:pt x="60" y="16"/>
                  </a:cubicBezTo>
                  <a:lnTo>
                    <a:pt x="64" y="25"/>
                  </a:lnTo>
                  <a:close/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021" name="Freeform 682">
              <a:extLst>
                <a:ext uri="{FF2B5EF4-FFF2-40B4-BE49-F238E27FC236}">
                  <a16:creationId xmlns:a16="http://schemas.microsoft.com/office/drawing/2014/main" id="{DE5F52EA-6833-4EB7-827D-1ACEA9BF7CF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2" y="3593"/>
              <a:ext cx="104" cy="55"/>
            </a:xfrm>
            <a:custGeom>
              <a:avLst/>
              <a:gdLst>
                <a:gd name="T0" fmla="*/ 358 w 56"/>
                <a:gd name="T1" fmla="*/ 128 h 28"/>
                <a:gd name="T2" fmla="*/ 0 w 56"/>
                <a:gd name="T3" fmla="*/ 212 h 28"/>
                <a:gd name="T4" fmla="*/ 358 w 56"/>
                <a:gd name="T5" fmla="*/ 128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6" h="28">
                  <a:moveTo>
                    <a:pt x="56" y="17"/>
                  </a:moveTo>
                  <a:cubicBezTo>
                    <a:pt x="56" y="17"/>
                    <a:pt x="22" y="5"/>
                    <a:pt x="0" y="28"/>
                  </a:cubicBezTo>
                  <a:cubicBezTo>
                    <a:pt x="0" y="28"/>
                    <a:pt x="18" y="0"/>
                    <a:pt x="56" y="17"/>
                  </a:cubicBezTo>
                  <a:close/>
                </a:path>
              </a:pathLst>
            </a:custGeom>
            <a:solidFill>
              <a:srgbClr val="B984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022" name="Freeform 683">
              <a:extLst>
                <a:ext uri="{FF2B5EF4-FFF2-40B4-BE49-F238E27FC236}">
                  <a16:creationId xmlns:a16="http://schemas.microsoft.com/office/drawing/2014/main" id="{3E8D9964-BFA9-4A8E-A244-16E000DE8A1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9" y="3743"/>
              <a:ext cx="175" cy="93"/>
            </a:xfrm>
            <a:custGeom>
              <a:avLst/>
              <a:gdLst>
                <a:gd name="T0" fmla="*/ 607 w 94"/>
                <a:gd name="T1" fmla="*/ 0 h 47"/>
                <a:gd name="T2" fmla="*/ 0 w 94"/>
                <a:gd name="T3" fmla="*/ 8 h 47"/>
                <a:gd name="T4" fmla="*/ 607 w 94"/>
                <a:gd name="T5" fmla="*/ 0 h 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4" h="47">
                  <a:moveTo>
                    <a:pt x="94" y="0"/>
                  </a:moveTo>
                  <a:cubicBezTo>
                    <a:pt x="94" y="0"/>
                    <a:pt x="47" y="38"/>
                    <a:pt x="0" y="1"/>
                  </a:cubicBezTo>
                  <a:cubicBezTo>
                    <a:pt x="0" y="1"/>
                    <a:pt x="42" y="47"/>
                    <a:pt x="94" y="0"/>
                  </a:cubicBezTo>
                  <a:close/>
                </a:path>
              </a:pathLst>
            </a:custGeom>
            <a:solidFill>
              <a:srgbClr val="8F4B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023" name="Freeform 684">
              <a:extLst>
                <a:ext uri="{FF2B5EF4-FFF2-40B4-BE49-F238E27FC236}">
                  <a16:creationId xmlns:a16="http://schemas.microsoft.com/office/drawing/2014/main" id="{C7667184-2709-4BEE-BBAF-6317EFEAFC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3" y="3733"/>
              <a:ext cx="146" cy="71"/>
            </a:xfrm>
            <a:custGeom>
              <a:avLst/>
              <a:gdLst>
                <a:gd name="T0" fmla="*/ 499 w 79"/>
                <a:gd name="T1" fmla="*/ 0 h 36"/>
                <a:gd name="T2" fmla="*/ 0 w 79"/>
                <a:gd name="T3" fmla="*/ 124 h 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9" h="36">
                  <a:moveTo>
                    <a:pt x="79" y="0"/>
                  </a:moveTo>
                  <a:cubicBezTo>
                    <a:pt x="79" y="0"/>
                    <a:pt x="50" y="36"/>
                    <a:pt x="0" y="16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024" name="Freeform 685">
              <a:extLst>
                <a:ext uri="{FF2B5EF4-FFF2-40B4-BE49-F238E27FC236}">
                  <a16:creationId xmlns:a16="http://schemas.microsoft.com/office/drawing/2014/main" id="{A0426DCE-2E60-48FC-8BD6-77F829C5328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7" y="3569"/>
              <a:ext cx="90" cy="190"/>
            </a:xfrm>
            <a:custGeom>
              <a:avLst/>
              <a:gdLst>
                <a:gd name="T0" fmla="*/ 20 w 49"/>
                <a:gd name="T1" fmla="*/ 0 h 96"/>
                <a:gd name="T2" fmla="*/ 0 w 49"/>
                <a:gd name="T3" fmla="*/ 63 h 96"/>
                <a:gd name="T4" fmla="*/ 0 w 49"/>
                <a:gd name="T5" fmla="*/ 148 h 96"/>
                <a:gd name="T6" fmla="*/ 7 w 49"/>
                <a:gd name="T7" fmla="*/ 255 h 96"/>
                <a:gd name="T8" fmla="*/ 31 w 49"/>
                <a:gd name="T9" fmla="*/ 513 h 96"/>
                <a:gd name="T10" fmla="*/ 61 w 49"/>
                <a:gd name="T11" fmla="*/ 673 h 96"/>
                <a:gd name="T12" fmla="*/ 97 w 49"/>
                <a:gd name="T13" fmla="*/ 681 h 96"/>
                <a:gd name="T14" fmla="*/ 149 w 49"/>
                <a:gd name="T15" fmla="*/ 705 h 96"/>
                <a:gd name="T16" fmla="*/ 209 w 49"/>
                <a:gd name="T17" fmla="*/ 728 h 96"/>
                <a:gd name="T18" fmla="*/ 253 w 49"/>
                <a:gd name="T19" fmla="*/ 744 h 96"/>
                <a:gd name="T20" fmla="*/ 303 w 49"/>
                <a:gd name="T21" fmla="*/ 736 h 96"/>
                <a:gd name="T22" fmla="*/ 266 w 49"/>
                <a:gd name="T23" fmla="*/ 713 h 96"/>
                <a:gd name="T24" fmla="*/ 206 w 49"/>
                <a:gd name="T25" fmla="*/ 651 h 96"/>
                <a:gd name="T26" fmla="*/ 162 w 49"/>
                <a:gd name="T27" fmla="*/ 572 h 96"/>
                <a:gd name="T28" fmla="*/ 149 w 49"/>
                <a:gd name="T29" fmla="*/ 505 h 96"/>
                <a:gd name="T30" fmla="*/ 149 w 49"/>
                <a:gd name="T31" fmla="*/ 435 h 96"/>
                <a:gd name="T32" fmla="*/ 149 w 49"/>
                <a:gd name="T33" fmla="*/ 388 h 96"/>
                <a:gd name="T34" fmla="*/ 132 w 49"/>
                <a:gd name="T35" fmla="*/ 333 h 96"/>
                <a:gd name="T36" fmla="*/ 61 w 49"/>
                <a:gd name="T37" fmla="*/ 224 h 96"/>
                <a:gd name="T38" fmla="*/ 31 w 49"/>
                <a:gd name="T39" fmla="*/ 117 h 96"/>
                <a:gd name="T40" fmla="*/ 13 w 49"/>
                <a:gd name="T41" fmla="*/ 8 h 9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49" h="96">
                  <a:moveTo>
                    <a:pt x="3" y="0"/>
                  </a:moveTo>
                  <a:cubicBezTo>
                    <a:pt x="2" y="3"/>
                    <a:pt x="1" y="5"/>
                    <a:pt x="0" y="8"/>
                  </a:cubicBezTo>
                  <a:cubicBezTo>
                    <a:pt x="0" y="12"/>
                    <a:pt x="0" y="15"/>
                    <a:pt x="0" y="19"/>
                  </a:cubicBezTo>
                  <a:cubicBezTo>
                    <a:pt x="0" y="23"/>
                    <a:pt x="0" y="29"/>
                    <a:pt x="1" y="33"/>
                  </a:cubicBezTo>
                  <a:cubicBezTo>
                    <a:pt x="3" y="44"/>
                    <a:pt x="5" y="54"/>
                    <a:pt x="5" y="66"/>
                  </a:cubicBezTo>
                  <a:cubicBezTo>
                    <a:pt x="6" y="72"/>
                    <a:pt x="4" y="83"/>
                    <a:pt x="10" y="87"/>
                  </a:cubicBezTo>
                  <a:cubicBezTo>
                    <a:pt x="12" y="88"/>
                    <a:pt x="14" y="88"/>
                    <a:pt x="16" y="88"/>
                  </a:cubicBezTo>
                  <a:cubicBezTo>
                    <a:pt x="19" y="89"/>
                    <a:pt x="21" y="90"/>
                    <a:pt x="24" y="91"/>
                  </a:cubicBezTo>
                  <a:cubicBezTo>
                    <a:pt x="27" y="91"/>
                    <a:pt x="31" y="93"/>
                    <a:pt x="34" y="94"/>
                  </a:cubicBezTo>
                  <a:cubicBezTo>
                    <a:pt x="36" y="95"/>
                    <a:pt x="39" y="96"/>
                    <a:pt x="41" y="96"/>
                  </a:cubicBezTo>
                  <a:cubicBezTo>
                    <a:pt x="44" y="96"/>
                    <a:pt x="47" y="95"/>
                    <a:pt x="49" y="95"/>
                  </a:cubicBezTo>
                  <a:cubicBezTo>
                    <a:pt x="48" y="94"/>
                    <a:pt x="45" y="93"/>
                    <a:pt x="43" y="92"/>
                  </a:cubicBezTo>
                  <a:cubicBezTo>
                    <a:pt x="40" y="90"/>
                    <a:pt x="36" y="87"/>
                    <a:pt x="33" y="84"/>
                  </a:cubicBezTo>
                  <a:cubicBezTo>
                    <a:pt x="30" y="81"/>
                    <a:pt x="28" y="78"/>
                    <a:pt x="26" y="74"/>
                  </a:cubicBezTo>
                  <a:cubicBezTo>
                    <a:pt x="25" y="71"/>
                    <a:pt x="25" y="68"/>
                    <a:pt x="24" y="65"/>
                  </a:cubicBezTo>
                  <a:cubicBezTo>
                    <a:pt x="24" y="62"/>
                    <a:pt x="24" y="59"/>
                    <a:pt x="24" y="56"/>
                  </a:cubicBezTo>
                  <a:cubicBezTo>
                    <a:pt x="24" y="53"/>
                    <a:pt x="25" y="52"/>
                    <a:pt x="24" y="50"/>
                  </a:cubicBezTo>
                  <a:cubicBezTo>
                    <a:pt x="23" y="48"/>
                    <a:pt x="22" y="44"/>
                    <a:pt x="21" y="43"/>
                  </a:cubicBezTo>
                  <a:cubicBezTo>
                    <a:pt x="19" y="51"/>
                    <a:pt x="11" y="32"/>
                    <a:pt x="10" y="29"/>
                  </a:cubicBezTo>
                  <a:cubicBezTo>
                    <a:pt x="13" y="26"/>
                    <a:pt x="7" y="19"/>
                    <a:pt x="5" y="15"/>
                  </a:cubicBezTo>
                  <a:cubicBezTo>
                    <a:pt x="4" y="11"/>
                    <a:pt x="3" y="5"/>
                    <a:pt x="2" y="1"/>
                  </a:cubicBezTo>
                </a:path>
              </a:pathLst>
            </a:custGeom>
            <a:solidFill>
              <a:srgbClr val="8F4B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025" name="Freeform 686">
              <a:extLst>
                <a:ext uri="{FF2B5EF4-FFF2-40B4-BE49-F238E27FC236}">
                  <a16:creationId xmlns:a16="http://schemas.microsoft.com/office/drawing/2014/main" id="{333D89C5-4CB7-4C55-AE60-1242407AB8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3" y="3630"/>
              <a:ext cx="48" cy="131"/>
            </a:xfrm>
            <a:custGeom>
              <a:avLst/>
              <a:gdLst>
                <a:gd name="T0" fmla="*/ 13 w 26"/>
                <a:gd name="T1" fmla="*/ 24 h 66"/>
                <a:gd name="T2" fmla="*/ 144 w 26"/>
                <a:gd name="T3" fmla="*/ 288 h 66"/>
                <a:gd name="T4" fmla="*/ 105 w 26"/>
                <a:gd name="T5" fmla="*/ 429 h 66"/>
                <a:gd name="T6" fmla="*/ 57 w 26"/>
                <a:gd name="T7" fmla="*/ 476 h 66"/>
                <a:gd name="T8" fmla="*/ 0 w 26"/>
                <a:gd name="T9" fmla="*/ 516 h 66"/>
                <a:gd name="T10" fmla="*/ 37 w 26"/>
                <a:gd name="T11" fmla="*/ 476 h 66"/>
                <a:gd name="T12" fmla="*/ 89 w 26"/>
                <a:gd name="T13" fmla="*/ 437 h 66"/>
                <a:gd name="T14" fmla="*/ 81 w 26"/>
                <a:gd name="T15" fmla="*/ 304 h 66"/>
                <a:gd name="T16" fmla="*/ 24 w 26"/>
                <a:gd name="T17" fmla="*/ 133 h 66"/>
                <a:gd name="T18" fmla="*/ 7 w 26"/>
                <a:gd name="T19" fmla="*/ 0 h 6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6" h="66">
                  <a:moveTo>
                    <a:pt x="2" y="3"/>
                  </a:moveTo>
                  <a:cubicBezTo>
                    <a:pt x="7" y="15"/>
                    <a:pt x="16" y="25"/>
                    <a:pt x="23" y="37"/>
                  </a:cubicBezTo>
                  <a:cubicBezTo>
                    <a:pt x="26" y="44"/>
                    <a:pt x="22" y="51"/>
                    <a:pt x="17" y="55"/>
                  </a:cubicBezTo>
                  <a:cubicBezTo>
                    <a:pt x="15" y="58"/>
                    <a:pt x="12" y="59"/>
                    <a:pt x="9" y="61"/>
                  </a:cubicBezTo>
                  <a:cubicBezTo>
                    <a:pt x="6" y="62"/>
                    <a:pt x="2" y="63"/>
                    <a:pt x="0" y="66"/>
                  </a:cubicBezTo>
                  <a:cubicBezTo>
                    <a:pt x="2" y="65"/>
                    <a:pt x="4" y="63"/>
                    <a:pt x="6" y="61"/>
                  </a:cubicBezTo>
                  <a:cubicBezTo>
                    <a:pt x="9" y="59"/>
                    <a:pt x="12" y="58"/>
                    <a:pt x="14" y="56"/>
                  </a:cubicBezTo>
                  <a:cubicBezTo>
                    <a:pt x="18" y="51"/>
                    <a:pt x="16" y="44"/>
                    <a:pt x="13" y="39"/>
                  </a:cubicBezTo>
                  <a:cubicBezTo>
                    <a:pt x="10" y="32"/>
                    <a:pt x="7" y="25"/>
                    <a:pt x="4" y="17"/>
                  </a:cubicBezTo>
                  <a:cubicBezTo>
                    <a:pt x="3" y="12"/>
                    <a:pt x="0" y="6"/>
                    <a:pt x="1" y="0"/>
                  </a:cubicBezTo>
                </a:path>
              </a:pathLst>
            </a:custGeom>
            <a:solidFill>
              <a:srgbClr val="B984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</p:grpSp>
      <p:grpSp>
        <p:nvGrpSpPr>
          <p:cNvPr id="35849" name="Purple-sleeveless-dress-illustration">
            <a:extLst>
              <a:ext uri="{FF2B5EF4-FFF2-40B4-BE49-F238E27FC236}">
                <a16:creationId xmlns:a16="http://schemas.microsoft.com/office/drawing/2014/main" id="{6B4832DD-1DE1-45A0-BB13-6416F2AD0CA2}"/>
              </a:ext>
            </a:extLst>
          </p:cNvPr>
          <p:cNvGrpSpPr>
            <a:grpSpLocks/>
          </p:cNvGrpSpPr>
          <p:nvPr/>
        </p:nvGrpSpPr>
        <p:grpSpPr bwMode="auto">
          <a:xfrm>
            <a:off x="4381500" y="1911350"/>
            <a:ext cx="1150938" cy="3219450"/>
            <a:chOff x="1682" y="1208"/>
            <a:chExt cx="786" cy="2198"/>
          </a:xfrm>
        </p:grpSpPr>
        <p:sp>
          <p:nvSpPr>
            <p:cNvPr id="35996" name="Freeform 688">
              <a:extLst>
                <a:ext uri="{FF2B5EF4-FFF2-40B4-BE49-F238E27FC236}">
                  <a16:creationId xmlns:a16="http://schemas.microsoft.com/office/drawing/2014/main" id="{C05E408A-0E18-44F0-8261-C953D1AFC7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2" y="1208"/>
              <a:ext cx="784" cy="2198"/>
            </a:xfrm>
            <a:custGeom>
              <a:avLst/>
              <a:gdLst>
                <a:gd name="T0" fmla="*/ 1336 w 423"/>
                <a:gd name="T1" fmla="*/ 8588 h 1112"/>
                <a:gd name="T2" fmla="*/ 0 w 423"/>
                <a:gd name="T3" fmla="*/ 8217 h 1112"/>
                <a:gd name="T4" fmla="*/ 458 w 423"/>
                <a:gd name="T5" fmla="*/ 3536 h 1112"/>
                <a:gd name="T6" fmla="*/ 426 w 423"/>
                <a:gd name="T7" fmla="*/ 2040 h 1112"/>
                <a:gd name="T8" fmla="*/ 382 w 423"/>
                <a:gd name="T9" fmla="*/ 1297 h 1112"/>
                <a:gd name="T10" fmla="*/ 625 w 423"/>
                <a:gd name="T11" fmla="*/ 0 h 1112"/>
                <a:gd name="T12" fmla="*/ 1329 w 423"/>
                <a:gd name="T13" fmla="*/ 277 h 1112"/>
                <a:gd name="T14" fmla="*/ 1364 w 423"/>
                <a:gd name="T15" fmla="*/ 277 h 1112"/>
                <a:gd name="T16" fmla="*/ 2068 w 423"/>
                <a:gd name="T17" fmla="*/ 0 h 1112"/>
                <a:gd name="T18" fmla="*/ 2319 w 423"/>
                <a:gd name="T19" fmla="*/ 1297 h 1112"/>
                <a:gd name="T20" fmla="*/ 2274 w 423"/>
                <a:gd name="T21" fmla="*/ 2040 h 1112"/>
                <a:gd name="T22" fmla="*/ 2237 w 423"/>
                <a:gd name="T23" fmla="*/ 3536 h 1112"/>
                <a:gd name="T24" fmla="*/ 2693 w 423"/>
                <a:gd name="T25" fmla="*/ 8217 h 1112"/>
                <a:gd name="T26" fmla="*/ 1357 w 423"/>
                <a:gd name="T27" fmla="*/ 8588 h 1112"/>
                <a:gd name="T28" fmla="*/ 1336 w 423"/>
                <a:gd name="T29" fmla="*/ 8588 h 1112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423" h="1112">
                  <a:moveTo>
                    <a:pt x="210" y="1112"/>
                  </a:moveTo>
                  <a:cubicBezTo>
                    <a:pt x="65" y="1112"/>
                    <a:pt x="0" y="1064"/>
                    <a:pt x="0" y="1064"/>
                  </a:cubicBezTo>
                  <a:cubicBezTo>
                    <a:pt x="0" y="760"/>
                    <a:pt x="58" y="505"/>
                    <a:pt x="72" y="458"/>
                  </a:cubicBezTo>
                  <a:cubicBezTo>
                    <a:pt x="86" y="411"/>
                    <a:pt x="67" y="264"/>
                    <a:pt x="67" y="264"/>
                  </a:cubicBezTo>
                  <a:cubicBezTo>
                    <a:pt x="44" y="204"/>
                    <a:pt x="60" y="168"/>
                    <a:pt x="60" y="168"/>
                  </a:cubicBezTo>
                  <a:cubicBezTo>
                    <a:pt x="99" y="112"/>
                    <a:pt x="98" y="0"/>
                    <a:pt x="98" y="0"/>
                  </a:cubicBezTo>
                  <a:cubicBezTo>
                    <a:pt x="138" y="27"/>
                    <a:pt x="176" y="36"/>
                    <a:pt x="209" y="36"/>
                  </a:cubicBezTo>
                  <a:cubicBezTo>
                    <a:pt x="214" y="36"/>
                    <a:pt x="214" y="36"/>
                    <a:pt x="214" y="36"/>
                  </a:cubicBezTo>
                  <a:cubicBezTo>
                    <a:pt x="247" y="36"/>
                    <a:pt x="286" y="27"/>
                    <a:pt x="325" y="0"/>
                  </a:cubicBezTo>
                  <a:cubicBezTo>
                    <a:pt x="325" y="0"/>
                    <a:pt x="324" y="112"/>
                    <a:pt x="364" y="168"/>
                  </a:cubicBezTo>
                  <a:cubicBezTo>
                    <a:pt x="364" y="168"/>
                    <a:pt x="379" y="204"/>
                    <a:pt x="357" y="264"/>
                  </a:cubicBezTo>
                  <a:cubicBezTo>
                    <a:pt x="357" y="264"/>
                    <a:pt x="337" y="411"/>
                    <a:pt x="351" y="458"/>
                  </a:cubicBezTo>
                  <a:cubicBezTo>
                    <a:pt x="365" y="505"/>
                    <a:pt x="423" y="760"/>
                    <a:pt x="423" y="1064"/>
                  </a:cubicBezTo>
                  <a:cubicBezTo>
                    <a:pt x="423" y="1064"/>
                    <a:pt x="358" y="1112"/>
                    <a:pt x="213" y="1112"/>
                  </a:cubicBezTo>
                  <a:lnTo>
                    <a:pt x="210" y="1112"/>
                  </a:lnTo>
                  <a:close/>
                </a:path>
              </a:pathLst>
            </a:custGeom>
            <a:solidFill>
              <a:srgbClr val="A05E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997" name="Freeform 689">
              <a:extLst>
                <a:ext uri="{FF2B5EF4-FFF2-40B4-BE49-F238E27FC236}">
                  <a16:creationId xmlns:a16="http://schemas.microsoft.com/office/drawing/2014/main" id="{8105F382-B631-4227-A50D-561E3CBC12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2" y="1208"/>
              <a:ext cx="784" cy="2198"/>
            </a:xfrm>
            <a:custGeom>
              <a:avLst/>
              <a:gdLst>
                <a:gd name="T0" fmla="*/ 1336 w 423"/>
                <a:gd name="T1" fmla="*/ 8588 h 1112"/>
                <a:gd name="T2" fmla="*/ 0 w 423"/>
                <a:gd name="T3" fmla="*/ 8217 h 1112"/>
                <a:gd name="T4" fmla="*/ 458 w 423"/>
                <a:gd name="T5" fmla="*/ 3536 h 1112"/>
                <a:gd name="T6" fmla="*/ 426 w 423"/>
                <a:gd name="T7" fmla="*/ 2040 h 1112"/>
                <a:gd name="T8" fmla="*/ 382 w 423"/>
                <a:gd name="T9" fmla="*/ 1297 h 1112"/>
                <a:gd name="T10" fmla="*/ 625 w 423"/>
                <a:gd name="T11" fmla="*/ 0 h 1112"/>
                <a:gd name="T12" fmla="*/ 1329 w 423"/>
                <a:gd name="T13" fmla="*/ 277 h 1112"/>
                <a:gd name="T14" fmla="*/ 1364 w 423"/>
                <a:gd name="T15" fmla="*/ 277 h 1112"/>
                <a:gd name="T16" fmla="*/ 2068 w 423"/>
                <a:gd name="T17" fmla="*/ 0 h 1112"/>
                <a:gd name="T18" fmla="*/ 2319 w 423"/>
                <a:gd name="T19" fmla="*/ 1297 h 1112"/>
                <a:gd name="T20" fmla="*/ 2274 w 423"/>
                <a:gd name="T21" fmla="*/ 2040 h 1112"/>
                <a:gd name="T22" fmla="*/ 2237 w 423"/>
                <a:gd name="T23" fmla="*/ 3536 h 1112"/>
                <a:gd name="T24" fmla="*/ 2693 w 423"/>
                <a:gd name="T25" fmla="*/ 8217 h 1112"/>
                <a:gd name="T26" fmla="*/ 1357 w 423"/>
                <a:gd name="T27" fmla="*/ 8588 h 1112"/>
                <a:gd name="T28" fmla="*/ 1336 w 423"/>
                <a:gd name="T29" fmla="*/ 8588 h 1112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423" h="1112">
                  <a:moveTo>
                    <a:pt x="210" y="1112"/>
                  </a:moveTo>
                  <a:cubicBezTo>
                    <a:pt x="65" y="1112"/>
                    <a:pt x="0" y="1064"/>
                    <a:pt x="0" y="1064"/>
                  </a:cubicBezTo>
                  <a:cubicBezTo>
                    <a:pt x="0" y="760"/>
                    <a:pt x="58" y="505"/>
                    <a:pt x="72" y="458"/>
                  </a:cubicBezTo>
                  <a:cubicBezTo>
                    <a:pt x="86" y="411"/>
                    <a:pt x="67" y="264"/>
                    <a:pt x="67" y="264"/>
                  </a:cubicBezTo>
                  <a:cubicBezTo>
                    <a:pt x="44" y="204"/>
                    <a:pt x="60" y="168"/>
                    <a:pt x="60" y="168"/>
                  </a:cubicBezTo>
                  <a:cubicBezTo>
                    <a:pt x="99" y="112"/>
                    <a:pt x="98" y="0"/>
                    <a:pt x="98" y="0"/>
                  </a:cubicBezTo>
                  <a:cubicBezTo>
                    <a:pt x="138" y="27"/>
                    <a:pt x="176" y="36"/>
                    <a:pt x="209" y="36"/>
                  </a:cubicBezTo>
                  <a:cubicBezTo>
                    <a:pt x="214" y="36"/>
                    <a:pt x="214" y="36"/>
                    <a:pt x="214" y="36"/>
                  </a:cubicBezTo>
                  <a:cubicBezTo>
                    <a:pt x="247" y="36"/>
                    <a:pt x="286" y="27"/>
                    <a:pt x="325" y="0"/>
                  </a:cubicBezTo>
                  <a:cubicBezTo>
                    <a:pt x="325" y="0"/>
                    <a:pt x="324" y="112"/>
                    <a:pt x="364" y="168"/>
                  </a:cubicBezTo>
                  <a:cubicBezTo>
                    <a:pt x="364" y="168"/>
                    <a:pt x="379" y="204"/>
                    <a:pt x="357" y="264"/>
                  </a:cubicBezTo>
                  <a:cubicBezTo>
                    <a:pt x="357" y="264"/>
                    <a:pt x="337" y="411"/>
                    <a:pt x="351" y="458"/>
                  </a:cubicBezTo>
                  <a:cubicBezTo>
                    <a:pt x="365" y="505"/>
                    <a:pt x="423" y="760"/>
                    <a:pt x="423" y="1064"/>
                  </a:cubicBezTo>
                  <a:cubicBezTo>
                    <a:pt x="423" y="1064"/>
                    <a:pt x="358" y="1112"/>
                    <a:pt x="213" y="1112"/>
                  </a:cubicBezTo>
                  <a:lnTo>
                    <a:pt x="210" y="1112"/>
                  </a:ln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998" name="Freeform 690">
              <a:extLst>
                <a:ext uri="{FF2B5EF4-FFF2-40B4-BE49-F238E27FC236}">
                  <a16:creationId xmlns:a16="http://schemas.microsoft.com/office/drawing/2014/main" id="{F8405923-FC1B-42B9-B98E-1B284ECCEB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1" y="1681"/>
              <a:ext cx="263" cy="79"/>
            </a:xfrm>
            <a:custGeom>
              <a:avLst/>
              <a:gdLst>
                <a:gd name="T0" fmla="*/ 0 w 142"/>
                <a:gd name="T1" fmla="*/ 207 h 40"/>
                <a:gd name="T2" fmla="*/ 274 w 142"/>
                <a:gd name="T3" fmla="*/ 245 h 40"/>
                <a:gd name="T4" fmla="*/ 522 w 142"/>
                <a:gd name="T5" fmla="*/ 160 h 40"/>
                <a:gd name="T6" fmla="*/ 902 w 142"/>
                <a:gd name="T7" fmla="*/ 85 h 40"/>
                <a:gd name="T8" fmla="*/ 407 w 142"/>
                <a:gd name="T9" fmla="*/ 269 h 40"/>
                <a:gd name="T10" fmla="*/ 13 w 142"/>
                <a:gd name="T11" fmla="*/ 231 h 4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2" h="40">
                  <a:moveTo>
                    <a:pt x="0" y="27"/>
                  </a:moveTo>
                  <a:cubicBezTo>
                    <a:pt x="14" y="31"/>
                    <a:pt x="28" y="32"/>
                    <a:pt x="43" y="32"/>
                  </a:cubicBezTo>
                  <a:cubicBezTo>
                    <a:pt x="56" y="32"/>
                    <a:pt x="70" y="26"/>
                    <a:pt x="82" y="21"/>
                  </a:cubicBezTo>
                  <a:cubicBezTo>
                    <a:pt x="101" y="13"/>
                    <a:pt x="122" y="0"/>
                    <a:pt x="142" y="11"/>
                  </a:cubicBezTo>
                  <a:cubicBezTo>
                    <a:pt x="114" y="10"/>
                    <a:pt x="91" y="29"/>
                    <a:pt x="64" y="35"/>
                  </a:cubicBezTo>
                  <a:cubicBezTo>
                    <a:pt x="46" y="39"/>
                    <a:pt x="18" y="40"/>
                    <a:pt x="2" y="30"/>
                  </a:cubicBezTo>
                </a:path>
              </a:pathLst>
            </a:custGeom>
            <a:solidFill>
              <a:srgbClr val="8F4B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999" name="Freeform 691">
              <a:extLst>
                <a:ext uri="{FF2B5EF4-FFF2-40B4-BE49-F238E27FC236}">
                  <a16:creationId xmlns:a16="http://schemas.microsoft.com/office/drawing/2014/main" id="{28D6362B-6FEF-4E3E-B78A-F6C881ACB7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2" y="1726"/>
              <a:ext cx="135" cy="41"/>
            </a:xfrm>
            <a:custGeom>
              <a:avLst/>
              <a:gdLst>
                <a:gd name="T0" fmla="*/ 20 w 73"/>
                <a:gd name="T1" fmla="*/ 16 h 21"/>
                <a:gd name="T2" fmla="*/ 126 w 73"/>
                <a:gd name="T3" fmla="*/ 39 h 21"/>
                <a:gd name="T4" fmla="*/ 253 w 73"/>
                <a:gd name="T5" fmla="*/ 88 h 21"/>
                <a:gd name="T6" fmla="*/ 462 w 73"/>
                <a:gd name="T7" fmla="*/ 125 h 21"/>
                <a:gd name="T8" fmla="*/ 222 w 73"/>
                <a:gd name="T9" fmla="*/ 111 h 21"/>
                <a:gd name="T10" fmla="*/ 0 w 73"/>
                <a:gd name="T11" fmla="*/ 8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3" h="21">
                  <a:moveTo>
                    <a:pt x="3" y="2"/>
                  </a:moveTo>
                  <a:cubicBezTo>
                    <a:pt x="2" y="0"/>
                    <a:pt x="17" y="3"/>
                    <a:pt x="20" y="5"/>
                  </a:cubicBezTo>
                  <a:cubicBezTo>
                    <a:pt x="28" y="9"/>
                    <a:pt x="32" y="11"/>
                    <a:pt x="40" y="12"/>
                  </a:cubicBezTo>
                  <a:cubicBezTo>
                    <a:pt x="49" y="14"/>
                    <a:pt x="64" y="21"/>
                    <a:pt x="73" y="17"/>
                  </a:cubicBezTo>
                  <a:cubicBezTo>
                    <a:pt x="61" y="21"/>
                    <a:pt x="47" y="20"/>
                    <a:pt x="35" y="15"/>
                  </a:cubicBezTo>
                  <a:cubicBezTo>
                    <a:pt x="25" y="11"/>
                    <a:pt x="7" y="8"/>
                    <a:pt x="0" y="1"/>
                  </a:cubicBezTo>
                </a:path>
              </a:pathLst>
            </a:custGeom>
            <a:solidFill>
              <a:srgbClr val="8F4B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000" name="Freeform 692">
              <a:extLst>
                <a:ext uri="{FF2B5EF4-FFF2-40B4-BE49-F238E27FC236}">
                  <a16:creationId xmlns:a16="http://schemas.microsoft.com/office/drawing/2014/main" id="{B648C0B3-6698-4F01-9C4C-2BDA89DBF15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9" y="1775"/>
              <a:ext cx="219" cy="1605"/>
            </a:xfrm>
            <a:custGeom>
              <a:avLst/>
              <a:gdLst>
                <a:gd name="T0" fmla="*/ 275 w 118"/>
                <a:gd name="T1" fmla="*/ 0 h 812"/>
                <a:gd name="T2" fmla="*/ 249 w 118"/>
                <a:gd name="T3" fmla="*/ 1251 h 812"/>
                <a:gd name="T4" fmla="*/ 729 w 118"/>
                <a:gd name="T5" fmla="*/ 5961 h 812"/>
                <a:gd name="T6" fmla="*/ 7 w 118"/>
                <a:gd name="T7" fmla="*/ 6270 h 812"/>
                <a:gd name="T8" fmla="*/ 599 w 118"/>
                <a:gd name="T9" fmla="*/ 5321 h 812"/>
                <a:gd name="T10" fmla="*/ 204 w 118"/>
                <a:gd name="T11" fmla="*/ 1597 h 812"/>
                <a:gd name="T12" fmla="*/ 275 w 118"/>
                <a:gd name="T13" fmla="*/ 0 h 8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8" h="812">
                  <a:moveTo>
                    <a:pt x="43" y="0"/>
                  </a:moveTo>
                  <a:cubicBezTo>
                    <a:pt x="43" y="0"/>
                    <a:pt x="28" y="128"/>
                    <a:pt x="39" y="162"/>
                  </a:cubicBezTo>
                  <a:cubicBezTo>
                    <a:pt x="50" y="196"/>
                    <a:pt x="118" y="491"/>
                    <a:pt x="114" y="772"/>
                  </a:cubicBezTo>
                  <a:cubicBezTo>
                    <a:pt x="114" y="772"/>
                    <a:pt x="86" y="797"/>
                    <a:pt x="1" y="812"/>
                  </a:cubicBezTo>
                  <a:cubicBezTo>
                    <a:pt x="1" y="812"/>
                    <a:pt x="98" y="789"/>
                    <a:pt x="94" y="689"/>
                  </a:cubicBezTo>
                  <a:cubicBezTo>
                    <a:pt x="90" y="589"/>
                    <a:pt x="64" y="288"/>
                    <a:pt x="32" y="207"/>
                  </a:cubicBezTo>
                  <a:cubicBezTo>
                    <a:pt x="0" y="127"/>
                    <a:pt x="43" y="0"/>
                    <a:pt x="43" y="0"/>
                  </a:cubicBezTo>
                  <a:close/>
                </a:path>
              </a:pathLst>
            </a:custGeom>
            <a:solidFill>
              <a:srgbClr val="8F4B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001" name="Freeform 693">
              <a:extLst>
                <a:ext uri="{FF2B5EF4-FFF2-40B4-BE49-F238E27FC236}">
                  <a16:creationId xmlns:a16="http://schemas.microsoft.com/office/drawing/2014/main" id="{CFDA40CC-76F9-49E8-9DBA-492037F1C0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6" y="1222"/>
              <a:ext cx="108" cy="470"/>
            </a:xfrm>
            <a:custGeom>
              <a:avLst/>
              <a:gdLst>
                <a:gd name="T0" fmla="*/ 45 w 58"/>
                <a:gd name="T1" fmla="*/ 0 h 238"/>
                <a:gd name="T2" fmla="*/ 298 w 58"/>
                <a:gd name="T3" fmla="*/ 1256 h 238"/>
                <a:gd name="T4" fmla="*/ 290 w 58"/>
                <a:gd name="T5" fmla="*/ 1833 h 238"/>
                <a:gd name="T6" fmla="*/ 212 w 58"/>
                <a:gd name="T7" fmla="*/ 1248 h 238"/>
                <a:gd name="T8" fmla="*/ 45 w 58"/>
                <a:gd name="T9" fmla="*/ 0 h 2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8" h="238">
                  <a:moveTo>
                    <a:pt x="7" y="0"/>
                  </a:moveTo>
                  <a:cubicBezTo>
                    <a:pt x="7" y="0"/>
                    <a:pt x="9" y="121"/>
                    <a:pt x="46" y="163"/>
                  </a:cubicBezTo>
                  <a:cubicBezTo>
                    <a:pt x="46" y="163"/>
                    <a:pt x="58" y="200"/>
                    <a:pt x="45" y="238"/>
                  </a:cubicBezTo>
                  <a:cubicBezTo>
                    <a:pt x="45" y="238"/>
                    <a:pt x="54" y="181"/>
                    <a:pt x="33" y="162"/>
                  </a:cubicBezTo>
                  <a:cubicBezTo>
                    <a:pt x="12" y="144"/>
                    <a:pt x="0" y="22"/>
                    <a:pt x="7" y="0"/>
                  </a:cubicBezTo>
                  <a:close/>
                </a:path>
              </a:pathLst>
            </a:custGeom>
            <a:solidFill>
              <a:srgbClr val="8F4B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002" name="Freeform 694">
              <a:extLst>
                <a:ext uri="{FF2B5EF4-FFF2-40B4-BE49-F238E27FC236}">
                  <a16:creationId xmlns:a16="http://schemas.microsoft.com/office/drawing/2014/main" id="{E654813E-6951-4C31-BAF0-E1350D5D0E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7" y="1380"/>
              <a:ext cx="97" cy="354"/>
            </a:xfrm>
            <a:custGeom>
              <a:avLst/>
              <a:gdLst>
                <a:gd name="T0" fmla="*/ 313 w 52"/>
                <a:gd name="T1" fmla="*/ 0 h 179"/>
                <a:gd name="T2" fmla="*/ 104 w 52"/>
                <a:gd name="T3" fmla="*/ 649 h 179"/>
                <a:gd name="T4" fmla="*/ 278 w 52"/>
                <a:gd name="T5" fmla="*/ 1384 h 179"/>
                <a:gd name="T6" fmla="*/ 181 w 52"/>
                <a:gd name="T7" fmla="*/ 672 h 179"/>
                <a:gd name="T8" fmla="*/ 313 w 52"/>
                <a:gd name="T9" fmla="*/ 0 h 17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" h="179">
                  <a:moveTo>
                    <a:pt x="48" y="0"/>
                  </a:moveTo>
                  <a:cubicBezTo>
                    <a:pt x="48" y="0"/>
                    <a:pt x="34" y="61"/>
                    <a:pt x="16" y="84"/>
                  </a:cubicBezTo>
                  <a:cubicBezTo>
                    <a:pt x="16" y="84"/>
                    <a:pt x="0" y="170"/>
                    <a:pt x="43" y="179"/>
                  </a:cubicBezTo>
                  <a:cubicBezTo>
                    <a:pt x="43" y="179"/>
                    <a:pt x="3" y="137"/>
                    <a:pt x="28" y="87"/>
                  </a:cubicBezTo>
                  <a:cubicBezTo>
                    <a:pt x="52" y="37"/>
                    <a:pt x="48" y="0"/>
                    <a:pt x="48" y="0"/>
                  </a:cubicBezTo>
                  <a:close/>
                </a:path>
              </a:pathLst>
            </a:custGeom>
            <a:solidFill>
              <a:srgbClr val="B984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003" name="Freeform 695">
              <a:extLst>
                <a:ext uri="{FF2B5EF4-FFF2-40B4-BE49-F238E27FC236}">
                  <a16:creationId xmlns:a16="http://schemas.microsoft.com/office/drawing/2014/main" id="{846A91A1-4BFC-4D01-9F9A-A967DA32B38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5" y="1222"/>
              <a:ext cx="330" cy="174"/>
            </a:xfrm>
            <a:custGeom>
              <a:avLst/>
              <a:gdLst>
                <a:gd name="T0" fmla="*/ 0 w 178"/>
                <a:gd name="T1" fmla="*/ 0 h 88"/>
                <a:gd name="T2" fmla="*/ 1135 w 178"/>
                <a:gd name="T3" fmla="*/ 176 h 88"/>
                <a:gd name="T4" fmla="*/ 0 w 178"/>
                <a:gd name="T5" fmla="*/ 0 h 8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8" h="88">
                  <a:moveTo>
                    <a:pt x="0" y="0"/>
                  </a:moveTo>
                  <a:cubicBezTo>
                    <a:pt x="0" y="0"/>
                    <a:pt x="87" y="63"/>
                    <a:pt x="178" y="23"/>
                  </a:cubicBezTo>
                  <a:cubicBezTo>
                    <a:pt x="178" y="23"/>
                    <a:pt x="90" y="88"/>
                    <a:pt x="0" y="0"/>
                  </a:cubicBezTo>
                  <a:close/>
                </a:path>
              </a:pathLst>
            </a:custGeom>
            <a:solidFill>
              <a:srgbClr val="B984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004" name="Freeform 696">
              <a:extLst>
                <a:ext uri="{FF2B5EF4-FFF2-40B4-BE49-F238E27FC236}">
                  <a16:creationId xmlns:a16="http://schemas.microsoft.com/office/drawing/2014/main" id="{9F63F3D6-1EC9-4A30-B763-4950B56D34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2" y="2036"/>
              <a:ext cx="293" cy="1352"/>
            </a:xfrm>
            <a:custGeom>
              <a:avLst/>
              <a:gdLst>
                <a:gd name="T0" fmla="*/ 547 w 158"/>
                <a:gd name="T1" fmla="*/ 0 h 684"/>
                <a:gd name="T2" fmla="*/ 454 w 158"/>
                <a:gd name="T3" fmla="*/ 500 h 684"/>
                <a:gd name="T4" fmla="*/ 32 w 158"/>
                <a:gd name="T5" fmla="*/ 4949 h 684"/>
                <a:gd name="T6" fmla="*/ 1007 w 158"/>
                <a:gd name="T7" fmla="*/ 5281 h 684"/>
                <a:gd name="T8" fmla="*/ 113 w 158"/>
                <a:gd name="T9" fmla="*/ 4572 h 684"/>
                <a:gd name="T10" fmla="*/ 478 w 158"/>
                <a:gd name="T11" fmla="*/ 680 h 684"/>
                <a:gd name="T12" fmla="*/ 547 w 158"/>
                <a:gd name="T13" fmla="*/ 0 h 68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8" h="684">
                  <a:moveTo>
                    <a:pt x="86" y="0"/>
                  </a:moveTo>
                  <a:cubicBezTo>
                    <a:pt x="86" y="0"/>
                    <a:pt x="82" y="36"/>
                    <a:pt x="71" y="65"/>
                  </a:cubicBezTo>
                  <a:cubicBezTo>
                    <a:pt x="59" y="95"/>
                    <a:pt x="0" y="412"/>
                    <a:pt x="5" y="641"/>
                  </a:cubicBezTo>
                  <a:cubicBezTo>
                    <a:pt x="5" y="641"/>
                    <a:pt x="72" y="680"/>
                    <a:pt x="158" y="684"/>
                  </a:cubicBezTo>
                  <a:cubicBezTo>
                    <a:pt x="158" y="684"/>
                    <a:pt x="18" y="660"/>
                    <a:pt x="18" y="592"/>
                  </a:cubicBezTo>
                  <a:cubicBezTo>
                    <a:pt x="18" y="524"/>
                    <a:pt x="24" y="242"/>
                    <a:pt x="75" y="88"/>
                  </a:cubicBezTo>
                  <a:cubicBezTo>
                    <a:pt x="87" y="53"/>
                    <a:pt x="86" y="0"/>
                    <a:pt x="86" y="0"/>
                  </a:cubicBezTo>
                  <a:close/>
                </a:path>
              </a:pathLst>
            </a:custGeom>
            <a:solidFill>
              <a:srgbClr val="B984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005" name="Freeform 697">
              <a:extLst>
                <a:ext uri="{FF2B5EF4-FFF2-40B4-BE49-F238E27FC236}">
                  <a16:creationId xmlns:a16="http://schemas.microsoft.com/office/drawing/2014/main" id="{03A47CFA-FDD5-4A26-AAA4-54CB2D460E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2" y="2131"/>
              <a:ext cx="167" cy="554"/>
            </a:xfrm>
            <a:custGeom>
              <a:avLst/>
              <a:gdLst>
                <a:gd name="T0" fmla="*/ 109 w 90"/>
                <a:gd name="T1" fmla="*/ 0 h 280"/>
                <a:gd name="T2" fmla="*/ 230 w 90"/>
                <a:gd name="T3" fmla="*/ 1179 h 280"/>
                <a:gd name="T4" fmla="*/ 575 w 90"/>
                <a:gd name="T5" fmla="*/ 2169 h 280"/>
                <a:gd name="T6" fmla="*/ 366 w 90"/>
                <a:gd name="T7" fmla="*/ 1696 h 280"/>
                <a:gd name="T8" fmla="*/ 225 w 90"/>
                <a:gd name="T9" fmla="*/ 1332 h 280"/>
                <a:gd name="T10" fmla="*/ 121 w 90"/>
                <a:gd name="T11" fmla="*/ 837 h 280"/>
                <a:gd name="T12" fmla="*/ 96 w 90"/>
                <a:gd name="T13" fmla="*/ 451 h 280"/>
                <a:gd name="T14" fmla="*/ 89 w 90"/>
                <a:gd name="T15" fmla="*/ 845 h 280"/>
                <a:gd name="T16" fmla="*/ 128 w 90"/>
                <a:gd name="T17" fmla="*/ 1300 h 280"/>
                <a:gd name="T18" fmla="*/ 37 w 90"/>
                <a:gd name="T19" fmla="*/ 641 h 280"/>
                <a:gd name="T20" fmla="*/ 13 w 90"/>
                <a:gd name="T21" fmla="*/ 443 h 280"/>
                <a:gd name="T22" fmla="*/ 89 w 90"/>
                <a:gd name="T23" fmla="*/ 101 h 28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90" h="280">
                  <a:moveTo>
                    <a:pt x="17" y="0"/>
                  </a:moveTo>
                  <a:cubicBezTo>
                    <a:pt x="16" y="49"/>
                    <a:pt x="24" y="106"/>
                    <a:pt x="36" y="152"/>
                  </a:cubicBezTo>
                  <a:cubicBezTo>
                    <a:pt x="49" y="198"/>
                    <a:pt x="77" y="234"/>
                    <a:pt x="90" y="280"/>
                  </a:cubicBezTo>
                  <a:cubicBezTo>
                    <a:pt x="74" y="270"/>
                    <a:pt x="66" y="236"/>
                    <a:pt x="57" y="219"/>
                  </a:cubicBezTo>
                  <a:cubicBezTo>
                    <a:pt x="49" y="203"/>
                    <a:pt x="41" y="188"/>
                    <a:pt x="35" y="172"/>
                  </a:cubicBezTo>
                  <a:cubicBezTo>
                    <a:pt x="27" y="152"/>
                    <a:pt x="21" y="129"/>
                    <a:pt x="19" y="108"/>
                  </a:cubicBezTo>
                  <a:cubicBezTo>
                    <a:pt x="16" y="91"/>
                    <a:pt x="18" y="74"/>
                    <a:pt x="15" y="58"/>
                  </a:cubicBezTo>
                  <a:cubicBezTo>
                    <a:pt x="19" y="75"/>
                    <a:pt x="14" y="92"/>
                    <a:pt x="14" y="109"/>
                  </a:cubicBezTo>
                  <a:cubicBezTo>
                    <a:pt x="14" y="129"/>
                    <a:pt x="17" y="149"/>
                    <a:pt x="20" y="168"/>
                  </a:cubicBezTo>
                  <a:cubicBezTo>
                    <a:pt x="8" y="141"/>
                    <a:pt x="14" y="109"/>
                    <a:pt x="6" y="83"/>
                  </a:cubicBezTo>
                  <a:cubicBezTo>
                    <a:pt x="2" y="71"/>
                    <a:pt x="0" y="70"/>
                    <a:pt x="2" y="57"/>
                  </a:cubicBezTo>
                  <a:cubicBezTo>
                    <a:pt x="4" y="43"/>
                    <a:pt x="10" y="28"/>
                    <a:pt x="14" y="13"/>
                  </a:cubicBezTo>
                </a:path>
              </a:pathLst>
            </a:custGeom>
            <a:solidFill>
              <a:srgbClr val="B984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006" name="Freeform 698">
              <a:extLst>
                <a:ext uri="{FF2B5EF4-FFF2-40B4-BE49-F238E27FC236}">
                  <a16:creationId xmlns:a16="http://schemas.microsoft.com/office/drawing/2014/main" id="{FAED6919-5E9F-4A08-B268-A3B7A62C0C1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7" y="1631"/>
              <a:ext cx="154" cy="79"/>
            </a:xfrm>
            <a:custGeom>
              <a:avLst/>
              <a:gdLst>
                <a:gd name="T0" fmla="*/ 0 w 83"/>
                <a:gd name="T1" fmla="*/ 269 h 40"/>
                <a:gd name="T2" fmla="*/ 254 w 83"/>
                <a:gd name="T3" fmla="*/ 148 h 40"/>
                <a:gd name="T4" fmla="*/ 531 w 83"/>
                <a:gd name="T5" fmla="*/ 308 h 40"/>
                <a:gd name="T6" fmla="*/ 0 w 83"/>
                <a:gd name="T7" fmla="*/ 261 h 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3" h="40">
                  <a:moveTo>
                    <a:pt x="0" y="35"/>
                  </a:moveTo>
                  <a:cubicBezTo>
                    <a:pt x="14" y="31"/>
                    <a:pt x="24" y="17"/>
                    <a:pt x="40" y="19"/>
                  </a:cubicBezTo>
                  <a:cubicBezTo>
                    <a:pt x="57" y="21"/>
                    <a:pt x="70" y="29"/>
                    <a:pt x="83" y="40"/>
                  </a:cubicBezTo>
                  <a:cubicBezTo>
                    <a:pt x="56" y="16"/>
                    <a:pt x="25" y="0"/>
                    <a:pt x="0" y="34"/>
                  </a:cubicBezTo>
                </a:path>
              </a:pathLst>
            </a:custGeom>
            <a:solidFill>
              <a:srgbClr val="B984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</p:grpSp>
      <p:grpSp>
        <p:nvGrpSpPr>
          <p:cNvPr id="35850" name="Group 699">
            <a:extLst>
              <a:ext uri="{FF2B5EF4-FFF2-40B4-BE49-F238E27FC236}">
                <a16:creationId xmlns:a16="http://schemas.microsoft.com/office/drawing/2014/main" id="{EBE45D7E-E4B3-448A-A172-5D262497B8C7}"/>
              </a:ext>
            </a:extLst>
          </p:cNvPr>
          <p:cNvGrpSpPr>
            <a:grpSpLocks/>
          </p:cNvGrpSpPr>
          <p:nvPr/>
        </p:nvGrpSpPr>
        <p:grpSpPr bwMode="auto">
          <a:xfrm>
            <a:off x="8772525" y="6102350"/>
            <a:ext cx="863600" cy="382588"/>
            <a:chOff x="4777" y="3796"/>
            <a:chExt cx="544" cy="241"/>
          </a:xfrm>
        </p:grpSpPr>
        <p:sp>
          <p:nvSpPr>
            <p:cNvPr id="35968" name="Freeform 700">
              <a:extLst>
                <a:ext uri="{FF2B5EF4-FFF2-40B4-BE49-F238E27FC236}">
                  <a16:creationId xmlns:a16="http://schemas.microsoft.com/office/drawing/2014/main" id="{6D00F6EF-E01A-4E7E-BB50-043AE1A31A6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0" y="3801"/>
              <a:ext cx="93" cy="38"/>
            </a:xfrm>
            <a:custGeom>
              <a:avLst/>
              <a:gdLst>
                <a:gd name="T0" fmla="*/ 14 w 61"/>
                <a:gd name="T1" fmla="*/ 58 h 23"/>
                <a:gd name="T2" fmla="*/ 27 w 61"/>
                <a:gd name="T3" fmla="*/ 8 h 23"/>
                <a:gd name="T4" fmla="*/ 61 w 61"/>
                <a:gd name="T5" fmla="*/ 28 h 23"/>
                <a:gd name="T6" fmla="*/ 123 w 61"/>
                <a:gd name="T7" fmla="*/ 28 h 23"/>
                <a:gd name="T8" fmla="*/ 203 w 61"/>
                <a:gd name="T9" fmla="*/ 35 h 23"/>
                <a:gd name="T10" fmla="*/ 195 w 61"/>
                <a:gd name="T11" fmla="*/ 104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1" h="23">
                  <a:moveTo>
                    <a:pt x="4" y="13"/>
                  </a:moveTo>
                  <a:cubicBezTo>
                    <a:pt x="0" y="9"/>
                    <a:pt x="1" y="0"/>
                    <a:pt x="8" y="2"/>
                  </a:cubicBezTo>
                  <a:cubicBezTo>
                    <a:pt x="11" y="3"/>
                    <a:pt x="14" y="5"/>
                    <a:pt x="17" y="6"/>
                  </a:cubicBezTo>
                  <a:cubicBezTo>
                    <a:pt x="23" y="7"/>
                    <a:pt x="29" y="6"/>
                    <a:pt x="35" y="6"/>
                  </a:cubicBezTo>
                  <a:cubicBezTo>
                    <a:pt x="41" y="6"/>
                    <a:pt x="52" y="4"/>
                    <a:pt x="57" y="8"/>
                  </a:cubicBezTo>
                  <a:cubicBezTo>
                    <a:pt x="61" y="11"/>
                    <a:pt x="57" y="19"/>
                    <a:pt x="55" y="23"/>
                  </a:cubicBezTo>
                </a:path>
              </a:pathLst>
            </a:custGeom>
            <a:solidFill>
              <a:srgbClr val="BF88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969" name="Freeform 701">
              <a:extLst>
                <a:ext uri="{FF2B5EF4-FFF2-40B4-BE49-F238E27FC236}">
                  <a16:creationId xmlns:a16="http://schemas.microsoft.com/office/drawing/2014/main" id="{AE36D1FE-656C-4B80-92DD-B840F5B6EE0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7" y="3809"/>
              <a:ext cx="259" cy="228"/>
            </a:xfrm>
            <a:custGeom>
              <a:avLst/>
              <a:gdLst>
                <a:gd name="T0" fmla="*/ 283 w 170"/>
                <a:gd name="T1" fmla="*/ 8 h 140"/>
                <a:gd name="T2" fmla="*/ 567 w 170"/>
                <a:gd name="T3" fmla="*/ 0 h 140"/>
                <a:gd name="T4" fmla="*/ 590 w 170"/>
                <a:gd name="T5" fmla="*/ 246 h 140"/>
                <a:gd name="T6" fmla="*/ 573 w 170"/>
                <a:gd name="T7" fmla="*/ 446 h 140"/>
                <a:gd name="T8" fmla="*/ 235 w 170"/>
                <a:gd name="T9" fmla="*/ 596 h 140"/>
                <a:gd name="T10" fmla="*/ 56 w 170"/>
                <a:gd name="T11" fmla="*/ 363 h 140"/>
                <a:gd name="T12" fmla="*/ 283 w 170"/>
                <a:gd name="T13" fmla="*/ 8 h 1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0" h="140">
                  <a:moveTo>
                    <a:pt x="80" y="2"/>
                  </a:moveTo>
                  <a:cubicBezTo>
                    <a:pt x="80" y="2"/>
                    <a:pt x="138" y="21"/>
                    <a:pt x="160" y="0"/>
                  </a:cubicBezTo>
                  <a:cubicBezTo>
                    <a:pt x="160" y="0"/>
                    <a:pt x="170" y="32"/>
                    <a:pt x="167" y="57"/>
                  </a:cubicBezTo>
                  <a:cubicBezTo>
                    <a:pt x="167" y="57"/>
                    <a:pt x="161" y="76"/>
                    <a:pt x="162" y="103"/>
                  </a:cubicBezTo>
                  <a:cubicBezTo>
                    <a:pt x="163" y="130"/>
                    <a:pt x="111" y="140"/>
                    <a:pt x="66" y="138"/>
                  </a:cubicBezTo>
                  <a:cubicBezTo>
                    <a:pt x="21" y="136"/>
                    <a:pt x="0" y="109"/>
                    <a:pt x="16" y="84"/>
                  </a:cubicBezTo>
                  <a:cubicBezTo>
                    <a:pt x="32" y="58"/>
                    <a:pt x="80" y="2"/>
                    <a:pt x="80" y="2"/>
                  </a:cubicBezTo>
                  <a:close/>
                </a:path>
              </a:pathLst>
            </a:custGeom>
            <a:solidFill>
              <a:srgbClr val="DB9D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970" name="Freeform 702">
              <a:extLst>
                <a:ext uri="{FF2B5EF4-FFF2-40B4-BE49-F238E27FC236}">
                  <a16:creationId xmlns:a16="http://schemas.microsoft.com/office/drawing/2014/main" id="{3E82046A-CFCB-4903-A3AD-D235B540DFF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7" y="3809"/>
              <a:ext cx="259" cy="228"/>
            </a:xfrm>
            <a:custGeom>
              <a:avLst/>
              <a:gdLst>
                <a:gd name="T0" fmla="*/ 283 w 170"/>
                <a:gd name="T1" fmla="*/ 8 h 140"/>
                <a:gd name="T2" fmla="*/ 567 w 170"/>
                <a:gd name="T3" fmla="*/ 0 h 140"/>
                <a:gd name="T4" fmla="*/ 590 w 170"/>
                <a:gd name="T5" fmla="*/ 246 h 140"/>
                <a:gd name="T6" fmla="*/ 573 w 170"/>
                <a:gd name="T7" fmla="*/ 446 h 140"/>
                <a:gd name="T8" fmla="*/ 235 w 170"/>
                <a:gd name="T9" fmla="*/ 596 h 140"/>
                <a:gd name="T10" fmla="*/ 56 w 170"/>
                <a:gd name="T11" fmla="*/ 363 h 140"/>
                <a:gd name="T12" fmla="*/ 283 w 170"/>
                <a:gd name="T13" fmla="*/ 8 h 1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0" h="140">
                  <a:moveTo>
                    <a:pt x="80" y="2"/>
                  </a:moveTo>
                  <a:cubicBezTo>
                    <a:pt x="80" y="2"/>
                    <a:pt x="138" y="21"/>
                    <a:pt x="160" y="0"/>
                  </a:cubicBezTo>
                  <a:cubicBezTo>
                    <a:pt x="160" y="0"/>
                    <a:pt x="170" y="32"/>
                    <a:pt x="167" y="57"/>
                  </a:cubicBezTo>
                  <a:cubicBezTo>
                    <a:pt x="167" y="57"/>
                    <a:pt x="161" y="76"/>
                    <a:pt x="162" y="103"/>
                  </a:cubicBezTo>
                  <a:cubicBezTo>
                    <a:pt x="163" y="130"/>
                    <a:pt x="111" y="140"/>
                    <a:pt x="66" y="138"/>
                  </a:cubicBezTo>
                  <a:cubicBezTo>
                    <a:pt x="21" y="136"/>
                    <a:pt x="0" y="109"/>
                    <a:pt x="16" y="84"/>
                  </a:cubicBezTo>
                  <a:cubicBezTo>
                    <a:pt x="32" y="58"/>
                    <a:pt x="80" y="2"/>
                    <a:pt x="80" y="2"/>
                  </a:cubicBezTo>
                  <a:close/>
                </a:path>
              </a:pathLst>
            </a:custGeom>
            <a:noFill/>
            <a:ln w="158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971" name="Freeform 703">
              <a:extLst>
                <a:ext uri="{FF2B5EF4-FFF2-40B4-BE49-F238E27FC236}">
                  <a16:creationId xmlns:a16="http://schemas.microsoft.com/office/drawing/2014/main" id="{2F90C62B-2A0E-4E66-8069-F4794DFC931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3" y="3889"/>
              <a:ext cx="238" cy="146"/>
            </a:xfrm>
            <a:custGeom>
              <a:avLst/>
              <a:gdLst>
                <a:gd name="T0" fmla="*/ 554 w 156"/>
                <a:gd name="T1" fmla="*/ 0 h 90"/>
                <a:gd name="T2" fmla="*/ 554 w 156"/>
                <a:gd name="T3" fmla="*/ 34 h 90"/>
                <a:gd name="T4" fmla="*/ 536 w 156"/>
                <a:gd name="T5" fmla="*/ 232 h 90"/>
                <a:gd name="T6" fmla="*/ 195 w 156"/>
                <a:gd name="T7" fmla="*/ 376 h 90"/>
                <a:gd name="T8" fmla="*/ 0 w 156"/>
                <a:gd name="T9" fmla="*/ 227 h 90"/>
                <a:gd name="T10" fmla="*/ 124 w 156"/>
                <a:gd name="T11" fmla="*/ 342 h 90"/>
                <a:gd name="T12" fmla="*/ 384 w 156"/>
                <a:gd name="T13" fmla="*/ 329 h 90"/>
                <a:gd name="T14" fmla="*/ 519 w 156"/>
                <a:gd name="T15" fmla="*/ 208 h 90"/>
                <a:gd name="T16" fmla="*/ 554 w 156"/>
                <a:gd name="T17" fmla="*/ 0 h 9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56" h="90">
                  <a:moveTo>
                    <a:pt x="156" y="0"/>
                  </a:moveTo>
                  <a:cubicBezTo>
                    <a:pt x="156" y="2"/>
                    <a:pt x="156" y="5"/>
                    <a:pt x="156" y="8"/>
                  </a:cubicBezTo>
                  <a:cubicBezTo>
                    <a:pt x="156" y="8"/>
                    <a:pt x="150" y="26"/>
                    <a:pt x="151" y="54"/>
                  </a:cubicBezTo>
                  <a:cubicBezTo>
                    <a:pt x="152" y="81"/>
                    <a:pt x="100" y="90"/>
                    <a:pt x="55" y="88"/>
                  </a:cubicBezTo>
                  <a:cubicBezTo>
                    <a:pt x="21" y="87"/>
                    <a:pt x="1" y="71"/>
                    <a:pt x="0" y="53"/>
                  </a:cubicBezTo>
                  <a:cubicBezTo>
                    <a:pt x="0" y="53"/>
                    <a:pt x="7" y="75"/>
                    <a:pt x="35" y="80"/>
                  </a:cubicBezTo>
                  <a:cubicBezTo>
                    <a:pt x="63" y="86"/>
                    <a:pt x="93" y="80"/>
                    <a:pt x="108" y="77"/>
                  </a:cubicBezTo>
                  <a:cubicBezTo>
                    <a:pt x="123" y="73"/>
                    <a:pt x="146" y="65"/>
                    <a:pt x="146" y="49"/>
                  </a:cubicBezTo>
                  <a:cubicBezTo>
                    <a:pt x="147" y="33"/>
                    <a:pt x="156" y="0"/>
                    <a:pt x="156" y="0"/>
                  </a:cubicBezTo>
                  <a:close/>
                </a:path>
              </a:pathLst>
            </a:custGeom>
            <a:solidFill>
              <a:srgbClr val="A5A5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972" name="Freeform 704">
              <a:extLst>
                <a:ext uri="{FF2B5EF4-FFF2-40B4-BE49-F238E27FC236}">
                  <a16:creationId xmlns:a16="http://schemas.microsoft.com/office/drawing/2014/main" id="{E0B6163B-9CF8-40B9-86AC-FB41D726180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3" y="3889"/>
              <a:ext cx="238" cy="146"/>
            </a:xfrm>
            <a:custGeom>
              <a:avLst/>
              <a:gdLst>
                <a:gd name="T0" fmla="*/ 554 w 156"/>
                <a:gd name="T1" fmla="*/ 0 h 90"/>
                <a:gd name="T2" fmla="*/ 554 w 156"/>
                <a:gd name="T3" fmla="*/ 34 h 90"/>
                <a:gd name="T4" fmla="*/ 536 w 156"/>
                <a:gd name="T5" fmla="*/ 232 h 90"/>
                <a:gd name="T6" fmla="*/ 195 w 156"/>
                <a:gd name="T7" fmla="*/ 376 h 90"/>
                <a:gd name="T8" fmla="*/ 0 w 156"/>
                <a:gd name="T9" fmla="*/ 227 h 90"/>
                <a:gd name="T10" fmla="*/ 124 w 156"/>
                <a:gd name="T11" fmla="*/ 342 h 90"/>
                <a:gd name="T12" fmla="*/ 384 w 156"/>
                <a:gd name="T13" fmla="*/ 329 h 90"/>
                <a:gd name="T14" fmla="*/ 519 w 156"/>
                <a:gd name="T15" fmla="*/ 208 h 90"/>
                <a:gd name="T16" fmla="*/ 554 w 156"/>
                <a:gd name="T17" fmla="*/ 0 h 9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56" h="90">
                  <a:moveTo>
                    <a:pt x="156" y="0"/>
                  </a:moveTo>
                  <a:cubicBezTo>
                    <a:pt x="156" y="2"/>
                    <a:pt x="156" y="5"/>
                    <a:pt x="156" y="8"/>
                  </a:cubicBezTo>
                  <a:cubicBezTo>
                    <a:pt x="156" y="8"/>
                    <a:pt x="150" y="26"/>
                    <a:pt x="151" y="54"/>
                  </a:cubicBezTo>
                  <a:cubicBezTo>
                    <a:pt x="152" y="81"/>
                    <a:pt x="100" y="90"/>
                    <a:pt x="55" y="88"/>
                  </a:cubicBezTo>
                  <a:cubicBezTo>
                    <a:pt x="21" y="87"/>
                    <a:pt x="1" y="71"/>
                    <a:pt x="0" y="53"/>
                  </a:cubicBezTo>
                  <a:cubicBezTo>
                    <a:pt x="0" y="53"/>
                    <a:pt x="7" y="75"/>
                    <a:pt x="35" y="80"/>
                  </a:cubicBezTo>
                  <a:cubicBezTo>
                    <a:pt x="63" y="86"/>
                    <a:pt x="93" y="80"/>
                    <a:pt x="108" y="77"/>
                  </a:cubicBezTo>
                  <a:cubicBezTo>
                    <a:pt x="123" y="73"/>
                    <a:pt x="146" y="65"/>
                    <a:pt x="146" y="49"/>
                  </a:cubicBezTo>
                  <a:cubicBezTo>
                    <a:pt x="147" y="33"/>
                    <a:pt x="156" y="0"/>
                    <a:pt x="156" y="0"/>
                  </a:cubicBezTo>
                  <a:close/>
                </a:path>
              </a:pathLst>
            </a:custGeom>
            <a:noFill/>
            <a:ln w="158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973" name="Freeform 705">
              <a:extLst>
                <a:ext uri="{FF2B5EF4-FFF2-40B4-BE49-F238E27FC236}">
                  <a16:creationId xmlns:a16="http://schemas.microsoft.com/office/drawing/2014/main" id="{93F20F12-20C5-4A1E-96B3-95EA760EE0C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2" y="3801"/>
              <a:ext cx="88" cy="23"/>
            </a:xfrm>
            <a:custGeom>
              <a:avLst/>
              <a:gdLst>
                <a:gd name="T0" fmla="*/ 5 w 58"/>
                <a:gd name="T1" fmla="*/ 41 h 14"/>
                <a:gd name="T2" fmla="*/ 26 w 58"/>
                <a:gd name="T3" fmla="*/ 8 h 14"/>
                <a:gd name="T4" fmla="*/ 55 w 58"/>
                <a:gd name="T5" fmla="*/ 26 h 14"/>
                <a:gd name="T6" fmla="*/ 120 w 58"/>
                <a:gd name="T7" fmla="*/ 26 h 14"/>
                <a:gd name="T8" fmla="*/ 196 w 58"/>
                <a:gd name="T9" fmla="*/ 35 h 14"/>
                <a:gd name="T10" fmla="*/ 197 w 58"/>
                <a:gd name="T11" fmla="*/ 62 h 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8" h="14">
                  <a:moveTo>
                    <a:pt x="1" y="9"/>
                  </a:moveTo>
                  <a:cubicBezTo>
                    <a:pt x="0" y="5"/>
                    <a:pt x="1" y="0"/>
                    <a:pt x="7" y="2"/>
                  </a:cubicBezTo>
                  <a:cubicBezTo>
                    <a:pt x="10" y="3"/>
                    <a:pt x="13" y="5"/>
                    <a:pt x="16" y="6"/>
                  </a:cubicBezTo>
                  <a:cubicBezTo>
                    <a:pt x="22" y="7"/>
                    <a:pt x="28" y="6"/>
                    <a:pt x="34" y="6"/>
                  </a:cubicBezTo>
                  <a:cubicBezTo>
                    <a:pt x="40" y="6"/>
                    <a:pt x="51" y="4"/>
                    <a:pt x="56" y="8"/>
                  </a:cubicBezTo>
                  <a:cubicBezTo>
                    <a:pt x="57" y="9"/>
                    <a:pt x="58" y="12"/>
                    <a:pt x="57" y="14"/>
                  </a:cubicBezTo>
                </a:path>
              </a:pathLst>
            </a:custGeom>
            <a:noFill/>
            <a:ln w="158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974" name="Freeform 706">
              <a:extLst>
                <a:ext uri="{FF2B5EF4-FFF2-40B4-BE49-F238E27FC236}">
                  <a16:creationId xmlns:a16="http://schemas.microsoft.com/office/drawing/2014/main" id="{4D6E1A05-1163-4474-8B57-F099759F56B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2" y="3844"/>
              <a:ext cx="131" cy="76"/>
            </a:xfrm>
            <a:custGeom>
              <a:avLst/>
              <a:gdLst>
                <a:gd name="T0" fmla="*/ 0 w 86"/>
                <a:gd name="T1" fmla="*/ 149 h 47"/>
                <a:gd name="T2" fmla="*/ 292 w 86"/>
                <a:gd name="T3" fmla="*/ 199 h 47"/>
                <a:gd name="T4" fmla="*/ 305 w 86"/>
                <a:gd name="T5" fmla="*/ 115 h 47"/>
                <a:gd name="T6" fmla="*/ 46 w 86"/>
                <a:gd name="T7" fmla="*/ 81 h 47"/>
                <a:gd name="T8" fmla="*/ 0 w 86"/>
                <a:gd name="T9" fmla="*/ 149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6" h="47">
                  <a:moveTo>
                    <a:pt x="0" y="35"/>
                  </a:moveTo>
                  <a:cubicBezTo>
                    <a:pt x="0" y="35"/>
                    <a:pt x="53" y="10"/>
                    <a:pt x="83" y="47"/>
                  </a:cubicBezTo>
                  <a:cubicBezTo>
                    <a:pt x="86" y="27"/>
                    <a:pt x="86" y="27"/>
                    <a:pt x="86" y="27"/>
                  </a:cubicBezTo>
                  <a:cubicBezTo>
                    <a:pt x="86" y="27"/>
                    <a:pt x="57" y="0"/>
                    <a:pt x="13" y="19"/>
                  </a:cubicBezTo>
                  <a:lnTo>
                    <a:pt x="0" y="35"/>
                  </a:lnTo>
                  <a:close/>
                </a:path>
              </a:pathLst>
            </a:custGeom>
            <a:noFill/>
            <a:ln w="158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975" name="Freeform 707">
              <a:extLst>
                <a:ext uri="{FF2B5EF4-FFF2-40B4-BE49-F238E27FC236}">
                  <a16:creationId xmlns:a16="http://schemas.microsoft.com/office/drawing/2014/main" id="{1C600728-396C-401B-B807-BDD96744E60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0" y="3811"/>
              <a:ext cx="103" cy="52"/>
            </a:xfrm>
            <a:custGeom>
              <a:avLst/>
              <a:gdLst>
                <a:gd name="T0" fmla="*/ 0 w 68"/>
                <a:gd name="T1" fmla="*/ 102 h 32"/>
                <a:gd name="T2" fmla="*/ 224 w 68"/>
                <a:gd name="T3" fmla="*/ 138 h 32"/>
                <a:gd name="T4" fmla="*/ 236 w 68"/>
                <a:gd name="T5" fmla="*/ 68 h 32"/>
                <a:gd name="T6" fmla="*/ 41 w 68"/>
                <a:gd name="T7" fmla="*/ 42 h 32"/>
                <a:gd name="T8" fmla="*/ 0 w 68"/>
                <a:gd name="T9" fmla="*/ 102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8" h="32">
                  <a:moveTo>
                    <a:pt x="0" y="24"/>
                  </a:moveTo>
                  <a:cubicBezTo>
                    <a:pt x="0" y="24"/>
                    <a:pt x="37" y="8"/>
                    <a:pt x="65" y="32"/>
                  </a:cubicBezTo>
                  <a:cubicBezTo>
                    <a:pt x="68" y="16"/>
                    <a:pt x="68" y="16"/>
                    <a:pt x="68" y="16"/>
                  </a:cubicBezTo>
                  <a:cubicBezTo>
                    <a:pt x="68" y="16"/>
                    <a:pt x="38" y="0"/>
                    <a:pt x="12" y="10"/>
                  </a:cubicBezTo>
                  <a:lnTo>
                    <a:pt x="0" y="24"/>
                  </a:lnTo>
                  <a:close/>
                </a:path>
              </a:pathLst>
            </a:custGeom>
            <a:noFill/>
            <a:ln w="158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976" name="Freeform 708">
              <a:extLst>
                <a:ext uri="{FF2B5EF4-FFF2-40B4-BE49-F238E27FC236}">
                  <a16:creationId xmlns:a16="http://schemas.microsoft.com/office/drawing/2014/main" id="{2E2F5C33-A807-4124-B640-7824F23F2D40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8" y="3863"/>
              <a:ext cx="120" cy="57"/>
            </a:xfrm>
            <a:custGeom>
              <a:avLst/>
              <a:gdLst>
                <a:gd name="T0" fmla="*/ 276 w 79"/>
                <a:gd name="T1" fmla="*/ 151 h 35"/>
                <a:gd name="T2" fmla="*/ 272 w 79"/>
                <a:gd name="T3" fmla="*/ 125 h 35"/>
                <a:gd name="T4" fmla="*/ 0 w 79"/>
                <a:gd name="T5" fmla="*/ 81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9" h="35">
                  <a:moveTo>
                    <a:pt x="79" y="35"/>
                  </a:moveTo>
                  <a:cubicBezTo>
                    <a:pt x="78" y="29"/>
                    <a:pt x="78" y="29"/>
                    <a:pt x="78" y="29"/>
                  </a:cubicBezTo>
                  <a:cubicBezTo>
                    <a:pt x="78" y="29"/>
                    <a:pt x="48" y="0"/>
                    <a:pt x="0" y="19"/>
                  </a:cubicBezTo>
                </a:path>
              </a:pathLst>
            </a:custGeom>
            <a:noFill/>
            <a:ln w="158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977" name="Line 709">
              <a:extLst>
                <a:ext uri="{FF2B5EF4-FFF2-40B4-BE49-F238E27FC236}">
                  <a16:creationId xmlns:a16="http://schemas.microsoft.com/office/drawing/2014/main" id="{1F3E8025-ED06-4FA4-962D-5E891D12D4B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957" y="3887"/>
              <a:ext cx="6" cy="23"/>
            </a:xfrm>
            <a:prstGeom prst="line">
              <a:avLst/>
            </a:prstGeom>
            <a:noFill/>
            <a:ln w="1588" cap="rnd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978" name="Freeform 710">
              <a:extLst>
                <a:ext uri="{FF2B5EF4-FFF2-40B4-BE49-F238E27FC236}">
                  <a16:creationId xmlns:a16="http://schemas.microsoft.com/office/drawing/2014/main" id="{19102805-5542-4926-B038-BE151AD01917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6" y="3824"/>
              <a:ext cx="93" cy="37"/>
            </a:xfrm>
            <a:custGeom>
              <a:avLst/>
              <a:gdLst>
                <a:gd name="T0" fmla="*/ 216 w 61"/>
                <a:gd name="T1" fmla="*/ 97 h 23"/>
                <a:gd name="T2" fmla="*/ 212 w 61"/>
                <a:gd name="T3" fmla="*/ 76 h 23"/>
                <a:gd name="T4" fmla="*/ 0 w 61"/>
                <a:gd name="T5" fmla="*/ 47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1" h="23">
                  <a:moveTo>
                    <a:pt x="61" y="23"/>
                  </a:moveTo>
                  <a:cubicBezTo>
                    <a:pt x="60" y="18"/>
                    <a:pt x="60" y="18"/>
                    <a:pt x="60" y="18"/>
                  </a:cubicBezTo>
                  <a:cubicBezTo>
                    <a:pt x="60" y="18"/>
                    <a:pt x="39" y="0"/>
                    <a:pt x="0" y="11"/>
                  </a:cubicBezTo>
                </a:path>
              </a:pathLst>
            </a:custGeom>
            <a:noFill/>
            <a:ln w="158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979" name="Line 711">
              <a:extLst>
                <a:ext uri="{FF2B5EF4-FFF2-40B4-BE49-F238E27FC236}">
                  <a16:creationId xmlns:a16="http://schemas.microsoft.com/office/drawing/2014/main" id="{CD13A275-00FD-43DE-9005-3C10D0D807B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967" y="3837"/>
              <a:ext cx="6" cy="16"/>
            </a:xfrm>
            <a:prstGeom prst="line">
              <a:avLst/>
            </a:prstGeom>
            <a:noFill/>
            <a:ln w="1588" cap="rnd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980" name="Freeform 712">
              <a:extLst>
                <a:ext uri="{FF2B5EF4-FFF2-40B4-BE49-F238E27FC236}">
                  <a16:creationId xmlns:a16="http://schemas.microsoft.com/office/drawing/2014/main" id="{E8C8FF7A-0336-4DDB-820E-A678DCEB579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7" y="3913"/>
              <a:ext cx="182" cy="82"/>
            </a:xfrm>
            <a:custGeom>
              <a:avLst/>
              <a:gdLst>
                <a:gd name="T0" fmla="*/ 0 w 120"/>
                <a:gd name="T1" fmla="*/ 151 h 50"/>
                <a:gd name="T2" fmla="*/ 191 w 120"/>
                <a:gd name="T3" fmla="*/ 75 h 50"/>
                <a:gd name="T4" fmla="*/ 419 w 120"/>
                <a:gd name="T5" fmla="*/ 220 h 50"/>
                <a:gd name="T6" fmla="*/ 191 w 120"/>
                <a:gd name="T7" fmla="*/ 8 h 50"/>
                <a:gd name="T8" fmla="*/ 0 w 120"/>
                <a:gd name="T9" fmla="*/ 151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0" h="50">
                  <a:moveTo>
                    <a:pt x="0" y="34"/>
                  </a:moveTo>
                  <a:cubicBezTo>
                    <a:pt x="0" y="34"/>
                    <a:pt x="14" y="15"/>
                    <a:pt x="55" y="17"/>
                  </a:cubicBezTo>
                  <a:cubicBezTo>
                    <a:pt x="96" y="18"/>
                    <a:pt x="120" y="50"/>
                    <a:pt x="120" y="50"/>
                  </a:cubicBezTo>
                  <a:cubicBezTo>
                    <a:pt x="120" y="50"/>
                    <a:pt x="117" y="5"/>
                    <a:pt x="55" y="2"/>
                  </a:cubicBezTo>
                  <a:cubicBezTo>
                    <a:pt x="9" y="0"/>
                    <a:pt x="0" y="34"/>
                    <a:pt x="0" y="34"/>
                  </a:cubicBezTo>
                  <a:close/>
                </a:path>
              </a:pathLst>
            </a:custGeom>
            <a:solidFill>
              <a:srgbClr val="E5AF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981" name="Line 713">
              <a:extLst>
                <a:ext uri="{FF2B5EF4-FFF2-40B4-BE49-F238E27FC236}">
                  <a16:creationId xmlns:a16="http://schemas.microsoft.com/office/drawing/2014/main" id="{6EECEEFB-D3E3-485B-A827-BDBC0CDD207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854" y="3972"/>
              <a:ext cx="1" cy="1"/>
            </a:xfrm>
            <a:prstGeom prst="line">
              <a:avLst/>
            </a:prstGeom>
            <a:noFill/>
            <a:ln w="1588" cap="rnd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982" name="Freeform 714">
              <a:extLst>
                <a:ext uri="{FF2B5EF4-FFF2-40B4-BE49-F238E27FC236}">
                  <a16:creationId xmlns:a16="http://schemas.microsoft.com/office/drawing/2014/main" id="{C7D03BFD-A3B3-45FB-B3B8-2EF0DBA5B976}"/>
                </a:ext>
              </a:extLst>
            </p:cNvPr>
            <p:cNvSpPr>
              <a:spLocks/>
            </p:cNvSpPr>
            <p:nvPr/>
          </p:nvSpPr>
          <p:spPr bwMode="auto">
            <a:xfrm>
              <a:off x="5104" y="3796"/>
              <a:ext cx="92" cy="39"/>
            </a:xfrm>
            <a:custGeom>
              <a:avLst/>
              <a:gdLst>
                <a:gd name="T0" fmla="*/ 202 w 60"/>
                <a:gd name="T1" fmla="*/ 55 h 24"/>
                <a:gd name="T2" fmla="*/ 190 w 60"/>
                <a:gd name="T3" fmla="*/ 8 h 24"/>
                <a:gd name="T4" fmla="*/ 155 w 60"/>
                <a:gd name="T5" fmla="*/ 26 h 24"/>
                <a:gd name="T6" fmla="*/ 94 w 60"/>
                <a:gd name="T7" fmla="*/ 29 h 24"/>
                <a:gd name="T8" fmla="*/ 14 w 60"/>
                <a:gd name="T9" fmla="*/ 34 h 24"/>
                <a:gd name="T10" fmla="*/ 18 w 60"/>
                <a:gd name="T11" fmla="*/ 102 h 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0" h="24">
                  <a:moveTo>
                    <a:pt x="56" y="13"/>
                  </a:moveTo>
                  <a:cubicBezTo>
                    <a:pt x="60" y="9"/>
                    <a:pt x="60" y="0"/>
                    <a:pt x="53" y="2"/>
                  </a:cubicBezTo>
                  <a:cubicBezTo>
                    <a:pt x="50" y="4"/>
                    <a:pt x="47" y="6"/>
                    <a:pt x="43" y="6"/>
                  </a:cubicBezTo>
                  <a:cubicBezTo>
                    <a:pt x="38" y="7"/>
                    <a:pt x="31" y="6"/>
                    <a:pt x="26" y="7"/>
                  </a:cubicBezTo>
                  <a:cubicBezTo>
                    <a:pt x="20" y="7"/>
                    <a:pt x="9" y="5"/>
                    <a:pt x="4" y="8"/>
                  </a:cubicBezTo>
                  <a:cubicBezTo>
                    <a:pt x="0" y="12"/>
                    <a:pt x="3" y="19"/>
                    <a:pt x="5" y="24"/>
                  </a:cubicBezTo>
                </a:path>
              </a:pathLst>
            </a:custGeom>
            <a:solidFill>
              <a:srgbClr val="BF88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983" name="Freeform 715">
              <a:extLst>
                <a:ext uri="{FF2B5EF4-FFF2-40B4-BE49-F238E27FC236}">
                  <a16:creationId xmlns:a16="http://schemas.microsoft.com/office/drawing/2014/main" id="{3F7B42B0-C3AA-4F1A-BB51-1D0F1E02280C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2" y="3806"/>
              <a:ext cx="259" cy="226"/>
            </a:xfrm>
            <a:custGeom>
              <a:avLst/>
              <a:gdLst>
                <a:gd name="T0" fmla="*/ 315 w 170"/>
                <a:gd name="T1" fmla="*/ 8 h 139"/>
                <a:gd name="T2" fmla="*/ 35 w 170"/>
                <a:gd name="T3" fmla="*/ 0 h 139"/>
                <a:gd name="T4" fmla="*/ 12 w 170"/>
                <a:gd name="T5" fmla="*/ 246 h 139"/>
                <a:gd name="T6" fmla="*/ 27 w 170"/>
                <a:gd name="T7" fmla="*/ 439 h 139"/>
                <a:gd name="T8" fmla="*/ 367 w 170"/>
                <a:gd name="T9" fmla="*/ 590 h 139"/>
                <a:gd name="T10" fmla="*/ 541 w 170"/>
                <a:gd name="T11" fmla="*/ 356 h 139"/>
                <a:gd name="T12" fmla="*/ 315 w 170"/>
                <a:gd name="T13" fmla="*/ 8 h 13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0" h="139">
                  <a:moveTo>
                    <a:pt x="89" y="2"/>
                  </a:moveTo>
                  <a:cubicBezTo>
                    <a:pt x="89" y="2"/>
                    <a:pt x="31" y="20"/>
                    <a:pt x="10" y="0"/>
                  </a:cubicBezTo>
                  <a:cubicBezTo>
                    <a:pt x="10" y="0"/>
                    <a:pt x="0" y="31"/>
                    <a:pt x="3" y="57"/>
                  </a:cubicBezTo>
                  <a:cubicBezTo>
                    <a:pt x="3" y="57"/>
                    <a:pt x="9" y="75"/>
                    <a:pt x="8" y="102"/>
                  </a:cubicBezTo>
                  <a:cubicBezTo>
                    <a:pt x="7" y="130"/>
                    <a:pt x="59" y="139"/>
                    <a:pt x="104" y="137"/>
                  </a:cubicBezTo>
                  <a:cubicBezTo>
                    <a:pt x="148" y="135"/>
                    <a:pt x="170" y="109"/>
                    <a:pt x="153" y="83"/>
                  </a:cubicBezTo>
                  <a:cubicBezTo>
                    <a:pt x="137" y="58"/>
                    <a:pt x="89" y="2"/>
                    <a:pt x="89" y="2"/>
                  </a:cubicBezTo>
                  <a:close/>
                </a:path>
              </a:pathLst>
            </a:custGeom>
            <a:solidFill>
              <a:srgbClr val="DB9D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984" name="Freeform 716">
              <a:extLst>
                <a:ext uri="{FF2B5EF4-FFF2-40B4-BE49-F238E27FC236}">
                  <a16:creationId xmlns:a16="http://schemas.microsoft.com/office/drawing/2014/main" id="{3F52582C-ECBA-4AC6-ABED-4E6F79D37CE2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2" y="3806"/>
              <a:ext cx="259" cy="226"/>
            </a:xfrm>
            <a:custGeom>
              <a:avLst/>
              <a:gdLst>
                <a:gd name="T0" fmla="*/ 315 w 170"/>
                <a:gd name="T1" fmla="*/ 8 h 139"/>
                <a:gd name="T2" fmla="*/ 35 w 170"/>
                <a:gd name="T3" fmla="*/ 0 h 139"/>
                <a:gd name="T4" fmla="*/ 12 w 170"/>
                <a:gd name="T5" fmla="*/ 246 h 139"/>
                <a:gd name="T6" fmla="*/ 27 w 170"/>
                <a:gd name="T7" fmla="*/ 439 h 139"/>
                <a:gd name="T8" fmla="*/ 367 w 170"/>
                <a:gd name="T9" fmla="*/ 590 h 139"/>
                <a:gd name="T10" fmla="*/ 541 w 170"/>
                <a:gd name="T11" fmla="*/ 356 h 139"/>
                <a:gd name="T12" fmla="*/ 315 w 170"/>
                <a:gd name="T13" fmla="*/ 8 h 13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0" h="139">
                  <a:moveTo>
                    <a:pt x="89" y="2"/>
                  </a:moveTo>
                  <a:cubicBezTo>
                    <a:pt x="89" y="2"/>
                    <a:pt x="31" y="20"/>
                    <a:pt x="10" y="0"/>
                  </a:cubicBezTo>
                  <a:cubicBezTo>
                    <a:pt x="10" y="0"/>
                    <a:pt x="0" y="31"/>
                    <a:pt x="3" y="57"/>
                  </a:cubicBezTo>
                  <a:cubicBezTo>
                    <a:pt x="3" y="57"/>
                    <a:pt x="9" y="75"/>
                    <a:pt x="8" y="102"/>
                  </a:cubicBezTo>
                  <a:cubicBezTo>
                    <a:pt x="7" y="130"/>
                    <a:pt x="59" y="139"/>
                    <a:pt x="104" y="137"/>
                  </a:cubicBezTo>
                  <a:cubicBezTo>
                    <a:pt x="148" y="135"/>
                    <a:pt x="170" y="109"/>
                    <a:pt x="153" y="83"/>
                  </a:cubicBezTo>
                  <a:cubicBezTo>
                    <a:pt x="137" y="58"/>
                    <a:pt x="89" y="2"/>
                    <a:pt x="89" y="2"/>
                  </a:cubicBezTo>
                  <a:close/>
                </a:path>
              </a:pathLst>
            </a:custGeom>
            <a:noFill/>
            <a:ln w="158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985" name="Freeform 717">
              <a:extLst>
                <a:ext uri="{FF2B5EF4-FFF2-40B4-BE49-F238E27FC236}">
                  <a16:creationId xmlns:a16="http://schemas.microsoft.com/office/drawing/2014/main" id="{587E7BD6-2C27-4ED4-A1CD-B3E290047C48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5" y="3884"/>
              <a:ext cx="239" cy="148"/>
            </a:xfrm>
            <a:custGeom>
              <a:avLst/>
              <a:gdLst>
                <a:gd name="T0" fmla="*/ 0 w 157"/>
                <a:gd name="T1" fmla="*/ 0 h 91"/>
                <a:gd name="T2" fmla="*/ 5 w 157"/>
                <a:gd name="T3" fmla="*/ 34 h 91"/>
                <a:gd name="T4" fmla="*/ 21 w 157"/>
                <a:gd name="T5" fmla="*/ 233 h 91"/>
                <a:gd name="T6" fmla="*/ 359 w 157"/>
                <a:gd name="T7" fmla="*/ 384 h 91"/>
                <a:gd name="T8" fmla="*/ 554 w 157"/>
                <a:gd name="T9" fmla="*/ 233 h 91"/>
                <a:gd name="T10" fmla="*/ 431 w 157"/>
                <a:gd name="T11" fmla="*/ 350 h 91"/>
                <a:gd name="T12" fmla="*/ 169 w 157"/>
                <a:gd name="T13" fmla="*/ 330 h 91"/>
                <a:gd name="T14" fmla="*/ 35 w 157"/>
                <a:gd name="T15" fmla="*/ 215 h 91"/>
                <a:gd name="T16" fmla="*/ 0 w 157"/>
                <a:gd name="T17" fmla="*/ 0 h 9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57" h="91">
                  <a:moveTo>
                    <a:pt x="0" y="0"/>
                  </a:moveTo>
                  <a:cubicBezTo>
                    <a:pt x="1" y="3"/>
                    <a:pt x="1" y="6"/>
                    <a:pt x="1" y="8"/>
                  </a:cubicBezTo>
                  <a:cubicBezTo>
                    <a:pt x="1" y="8"/>
                    <a:pt x="7" y="27"/>
                    <a:pt x="6" y="54"/>
                  </a:cubicBezTo>
                  <a:cubicBezTo>
                    <a:pt x="5" y="81"/>
                    <a:pt x="57" y="91"/>
                    <a:pt x="102" y="89"/>
                  </a:cubicBezTo>
                  <a:cubicBezTo>
                    <a:pt x="135" y="87"/>
                    <a:pt x="156" y="72"/>
                    <a:pt x="157" y="54"/>
                  </a:cubicBezTo>
                  <a:cubicBezTo>
                    <a:pt x="157" y="54"/>
                    <a:pt x="150" y="75"/>
                    <a:pt x="122" y="81"/>
                  </a:cubicBezTo>
                  <a:cubicBezTo>
                    <a:pt x="94" y="87"/>
                    <a:pt x="63" y="80"/>
                    <a:pt x="48" y="77"/>
                  </a:cubicBezTo>
                  <a:cubicBezTo>
                    <a:pt x="33" y="74"/>
                    <a:pt x="11" y="66"/>
                    <a:pt x="10" y="50"/>
                  </a:cubicBezTo>
                  <a:cubicBezTo>
                    <a:pt x="10" y="33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A5A5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986" name="Freeform 718">
              <a:extLst>
                <a:ext uri="{FF2B5EF4-FFF2-40B4-BE49-F238E27FC236}">
                  <a16:creationId xmlns:a16="http://schemas.microsoft.com/office/drawing/2014/main" id="{C34C2F05-CD8F-4D20-A8CD-EDA753C857DD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5" y="3884"/>
              <a:ext cx="239" cy="148"/>
            </a:xfrm>
            <a:custGeom>
              <a:avLst/>
              <a:gdLst>
                <a:gd name="T0" fmla="*/ 0 w 157"/>
                <a:gd name="T1" fmla="*/ 0 h 91"/>
                <a:gd name="T2" fmla="*/ 5 w 157"/>
                <a:gd name="T3" fmla="*/ 34 h 91"/>
                <a:gd name="T4" fmla="*/ 21 w 157"/>
                <a:gd name="T5" fmla="*/ 233 h 91"/>
                <a:gd name="T6" fmla="*/ 359 w 157"/>
                <a:gd name="T7" fmla="*/ 384 h 91"/>
                <a:gd name="T8" fmla="*/ 554 w 157"/>
                <a:gd name="T9" fmla="*/ 233 h 91"/>
                <a:gd name="T10" fmla="*/ 431 w 157"/>
                <a:gd name="T11" fmla="*/ 350 h 91"/>
                <a:gd name="T12" fmla="*/ 169 w 157"/>
                <a:gd name="T13" fmla="*/ 330 h 91"/>
                <a:gd name="T14" fmla="*/ 35 w 157"/>
                <a:gd name="T15" fmla="*/ 215 h 91"/>
                <a:gd name="T16" fmla="*/ 0 w 157"/>
                <a:gd name="T17" fmla="*/ 0 h 9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57" h="91">
                  <a:moveTo>
                    <a:pt x="0" y="0"/>
                  </a:moveTo>
                  <a:cubicBezTo>
                    <a:pt x="1" y="3"/>
                    <a:pt x="1" y="6"/>
                    <a:pt x="1" y="8"/>
                  </a:cubicBezTo>
                  <a:cubicBezTo>
                    <a:pt x="1" y="8"/>
                    <a:pt x="7" y="27"/>
                    <a:pt x="6" y="54"/>
                  </a:cubicBezTo>
                  <a:cubicBezTo>
                    <a:pt x="5" y="81"/>
                    <a:pt x="57" y="91"/>
                    <a:pt x="102" y="89"/>
                  </a:cubicBezTo>
                  <a:cubicBezTo>
                    <a:pt x="135" y="87"/>
                    <a:pt x="156" y="72"/>
                    <a:pt x="157" y="54"/>
                  </a:cubicBezTo>
                  <a:cubicBezTo>
                    <a:pt x="157" y="54"/>
                    <a:pt x="150" y="75"/>
                    <a:pt x="122" y="81"/>
                  </a:cubicBezTo>
                  <a:cubicBezTo>
                    <a:pt x="94" y="87"/>
                    <a:pt x="63" y="80"/>
                    <a:pt x="48" y="77"/>
                  </a:cubicBezTo>
                  <a:cubicBezTo>
                    <a:pt x="33" y="74"/>
                    <a:pt x="11" y="66"/>
                    <a:pt x="10" y="50"/>
                  </a:cubicBezTo>
                  <a:cubicBezTo>
                    <a:pt x="10" y="33"/>
                    <a:pt x="0" y="0"/>
                    <a:pt x="0" y="0"/>
                  </a:cubicBezTo>
                  <a:close/>
                </a:path>
              </a:pathLst>
            </a:custGeom>
            <a:noFill/>
            <a:ln w="158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987" name="Freeform 719">
              <a:extLst>
                <a:ext uri="{FF2B5EF4-FFF2-40B4-BE49-F238E27FC236}">
                  <a16:creationId xmlns:a16="http://schemas.microsoft.com/office/drawing/2014/main" id="{DF90B27B-A982-436F-AD72-D0BCE912BA55}"/>
                </a:ext>
              </a:extLst>
            </p:cNvPr>
            <p:cNvSpPr>
              <a:spLocks/>
            </p:cNvSpPr>
            <p:nvPr/>
          </p:nvSpPr>
          <p:spPr bwMode="auto">
            <a:xfrm>
              <a:off x="5107" y="3798"/>
              <a:ext cx="89" cy="23"/>
            </a:xfrm>
            <a:custGeom>
              <a:avLst/>
              <a:gdLst>
                <a:gd name="T0" fmla="*/ 206 w 58"/>
                <a:gd name="T1" fmla="*/ 35 h 14"/>
                <a:gd name="T2" fmla="*/ 184 w 58"/>
                <a:gd name="T3" fmla="*/ 5 h 14"/>
                <a:gd name="T4" fmla="*/ 149 w 58"/>
                <a:gd name="T5" fmla="*/ 21 h 14"/>
                <a:gd name="T6" fmla="*/ 87 w 58"/>
                <a:gd name="T7" fmla="*/ 26 h 14"/>
                <a:gd name="T8" fmla="*/ 8 w 58"/>
                <a:gd name="T9" fmla="*/ 33 h 14"/>
                <a:gd name="T10" fmla="*/ 0 w 58"/>
                <a:gd name="T11" fmla="*/ 62 h 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8" h="14">
                  <a:moveTo>
                    <a:pt x="57" y="8"/>
                  </a:moveTo>
                  <a:cubicBezTo>
                    <a:pt x="58" y="4"/>
                    <a:pt x="56" y="0"/>
                    <a:pt x="51" y="1"/>
                  </a:cubicBezTo>
                  <a:cubicBezTo>
                    <a:pt x="48" y="3"/>
                    <a:pt x="45" y="5"/>
                    <a:pt x="41" y="5"/>
                  </a:cubicBezTo>
                  <a:cubicBezTo>
                    <a:pt x="36" y="6"/>
                    <a:pt x="29" y="5"/>
                    <a:pt x="24" y="6"/>
                  </a:cubicBezTo>
                  <a:cubicBezTo>
                    <a:pt x="18" y="6"/>
                    <a:pt x="7" y="4"/>
                    <a:pt x="2" y="7"/>
                  </a:cubicBezTo>
                  <a:cubicBezTo>
                    <a:pt x="0" y="9"/>
                    <a:pt x="0" y="11"/>
                    <a:pt x="0" y="14"/>
                  </a:cubicBezTo>
                </a:path>
              </a:pathLst>
            </a:custGeom>
            <a:noFill/>
            <a:ln w="158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988" name="Freeform 720">
              <a:extLst>
                <a:ext uri="{FF2B5EF4-FFF2-40B4-BE49-F238E27FC236}">
                  <a16:creationId xmlns:a16="http://schemas.microsoft.com/office/drawing/2014/main" id="{6D510E5A-611A-416E-8D67-BA5F2DC5DC02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3" y="3840"/>
              <a:ext cx="133" cy="77"/>
            </a:xfrm>
            <a:custGeom>
              <a:avLst/>
              <a:gdLst>
                <a:gd name="T0" fmla="*/ 310 w 87"/>
                <a:gd name="T1" fmla="*/ 152 h 47"/>
                <a:gd name="T2" fmla="*/ 14 w 87"/>
                <a:gd name="T3" fmla="*/ 206 h 47"/>
                <a:gd name="T4" fmla="*/ 0 w 87"/>
                <a:gd name="T5" fmla="*/ 118 h 47"/>
                <a:gd name="T6" fmla="*/ 264 w 87"/>
                <a:gd name="T7" fmla="*/ 79 h 47"/>
                <a:gd name="T8" fmla="*/ 310 w 87"/>
                <a:gd name="T9" fmla="*/ 152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7" h="47">
                  <a:moveTo>
                    <a:pt x="87" y="35"/>
                  </a:moveTo>
                  <a:cubicBezTo>
                    <a:pt x="87" y="35"/>
                    <a:pt x="34" y="10"/>
                    <a:pt x="4" y="47"/>
                  </a:cubicBezTo>
                  <a:cubicBezTo>
                    <a:pt x="0" y="27"/>
                    <a:pt x="0" y="27"/>
                    <a:pt x="0" y="27"/>
                  </a:cubicBezTo>
                  <a:cubicBezTo>
                    <a:pt x="0" y="27"/>
                    <a:pt x="29" y="0"/>
                    <a:pt x="74" y="18"/>
                  </a:cubicBezTo>
                  <a:lnTo>
                    <a:pt x="87" y="35"/>
                  </a:lnTo>
                  <a:close/>
                </a:path>
              </a:pathLst>
            </a:custGeom>
            <a:noFill/>
            <a:ln w="158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989" name="Freeform 721">
              <a:extLst>
                <a:ext uri="{FF2B5EF4-FFF2-40B4-BE49-F238E27FC236}">
                  <a16:creationId xmlns:a16="http://schemas.microsoft.com/office/drawing/2014/main" id="{D4F0B81E-5E82-4419-9208-C1C24438EF97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4" y="3806"/>
              <a:ext cx="102" cy="52"/>
            </a:xfrm>
            <a:custGeom>
              <a:avLst/>
              <a:gdLst>
                <a:gd name="T0" fmla="*/ 236 w 67"/>
                <a:gd name="T1" fmla="*/ 102 h 32"/>
                <a:gd name="T2" fmla="*/ 12 w 67"/>
                <a:gd name="T3" fmla="*/ 138 h 32"/>
                <a:gd name="T4" fmla="*/ 0 w 67"/>
                <a:gd name="T5" fmla="*/ 75 h 32"/>
                <a:gd name="T6" fmla="*/ 196 w 67"/>
                <a:gd name="T7" fmla="*/ 42 h 32"/>
                <a:gd name="T8" fmla="*/ 236 w 67"/>
                <a:gd name="T9" fmla="*/ 102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32">
                  <a:moveTo>
                    <a:pt x="67" y="24"/>
                  </a:moveTo>
                  <a:cubicBezTo>
                    <a:pt x="67" y="24"/>
                    <a:pt x="31" y="8"/>
                    <a:pt x="3" y="32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0" y="17"/>
                    <a:pt x="30" y="0"/>
                    <a:pt x="56" y="10"/>
                  </a:cubicBezTo>
                  <a:lnTo>
                    <a:pt x="67" y="24"/>
                  </a:lnTo>
                  <a:close/>
                </a:path>
              </a:pathLst>
            </a:custGeom>
            <a:noFill/>
            <a:ln w="158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990" name="Freeform 722">
              <a:extLst>
                <a:ext uri="{FF2B5EF4-FFF2-40B4-BE49-F238E27FC236}">
                  <a16:creationId xmlns:a16="http://schemas.microsoft.com/office/drawing/2014/main" id="{13BA9C20-11E3-414D-BFA3-94F3C9039F8D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9" y="3858"/>
              <a:ext cx="121" cy="59"/>
            </a:xfrm>
            <a:custGeom>
              <a:avLst/>
              <a:gdLst>
                <a:gd name="T0" fmla="*/ 0 w 79"/>
                <a:gd name="T1" fmla="*/ 159 h 36"/>
                <a:gd name="T2" fmla="*/ 5 w 79"/>
                <a:gd name="T3" fmla="*/ 129 h 36"/>
                <a:gd name="T4" fmla="*/ 283 w 79"/>
                <a:gd name="T5" fmla="*/ 84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9" h="36">
                  <a:moveTo>
                    <a:pt x="0" y="36"/>
                  </a:moveTo>
                  <a:cubicBezTo>
                    <a:pt x="1" y="29"/>
                    <a:pt x="1" y="29"/>
                    <a:pt x="1" y="29"/>
                  </a:cubicBezTo>
                  <a:cubicBezTo>
                    <a:pt x="1" y="29"/>
                    <a:pt x="31" y="0"/>
                    <a:pt x="79" y="19"/>
                  </a:cubicBezTo>
                </a:path>
              </a:pathLst>
            </a:custGeom>
            <a:noFill/>
            <a:ln w="158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991" name="Line 723">
              <a:extLst>
                <a:ext uri="{FF2B5EF4-FFF2-40B4-BE49-F238E27FC236}">
                  <a16:creationId xmlns:a16="http://schemas.microsoft.com/office/drawing/2014/main" id="{1142BE21-D65A-4E57-9062-8628B00BE3B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5133" y="3884"/>
              <a:ext cx="8" cy="21"/>
            </a:xfrm>
            <a:prstGeom prst="line">
              <a:avLst/>
            </a:prstGeom>
            <a:noFill/>
            <a:ln w="1588" cap="rnd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992" name="Freeform 724">
              <a:extLst>
                <a:ext uri="{FF2B5EF4-FFF2-40B4-BE49-F238E27FC236}">
                  <a16:creationId xmlns:a16="http://schemas.microsoft.com/office/drawing/2014/main" id="{DB5B78E2-4EA9-40AF-88E1-0295201E15C8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9" y="3821"/>
              <a:ext cx="93" cy="37"/>
            </a:xfrm>
            <a:custGeom>
              <a:avLst/>
              <a:gdLst>
                <a:gd name="T0" fmla="*/ 0 w 61"/>
                <a:gd name="T1" fmla="*/ 97 h 23"/>
                <a:gd name="T2" fmla="*/ 5 w 61"/>
                <a:gd name="T3" fmla="*/ 76 h 23"/>
                <a:gd name="T4" fmla="*/ 216 w 61"/>
                <a:gd name="T5" fmla="*/ 47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1" h="23">
                  <a:moveTo>
                    <a:pt x="0" y="23"/>
                  </a:moveTo>
                  <a:cubicBezTo>
                    <a:pt x="1" y="18"/>
                    <a:pt x="1" y="18"/>
                    <a:pt x="1" y="18"/>
                  </a:cubicBezTo>
                  <a:cubicBezTo>
                    <a:pt x="1" y="18"/>
                    <a:pt x="21" y="0"/>
                    <a:pt x="61" y="11"/>
                  </a:cubicBezTo>
                </a:path>
              </a:pathLst>
            </a:custGeom>
            <a:noFill/>
            <a:ln w="158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993" name="Line 725">
              <a:extLst>
                <a:ext uri="{FF2B5EF4-FFF2-40B4-BE49-F238E27FC236}">
                  <a16:creationId xmlns:a16="http://schemas.microsoft.com/office/drawing/2014/main" id="{A34C91C7-23F0-435D-AF6D-F7BBA1FE3D8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5124" y="3834"/>
              <a:ext cx="6" cy="16"/>
            </a:xfrm>
            <a:prstGeom prst="line">
              <a:avLst/>
            </a:prstGeom>
            <a:noFill/>
            <a:ln w="1588" cap="rnd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994" name="Freeform 726">
              <a:extLst>
                <a:ext uri="{FF2B5EF4-FFF2-40B4-BE49-F238E27FC236}">
                  <a16:creationId xmlns:a16="http://schemas.microsoft.com/office/drawing/2014/main" id="{881A9AEF-977B-4C9E-90B7-ADA48DF3C62C}"/>
                </a:ext>
              </a:extLst>
            </p:cNvPr>
            <p:cNvSpPr>
              <a:spLocks/>
            </p:cNvSpPr>
            <p:nvPr/>
          </p:nvSpPr>
          <p:spPr bwMode="auto">
            <a:xfrm>
              <a:off x="5118" y="3910"/>
              <a:ext cx="183" cy="81"/>
            </a:xfrm>
            <a:custGeom>
              <a:avLst/>
              <a:gdLst>
                <a:gd name="T0" fmla="*/ 425 w 120"/>
                <a:gd name="T1" fmla="*/ 144 h 50"/>
                <a:gd name="T2" fmla="*/ 227 w 120"/>
                <a:gd name="T3" fmla="*/ 68 h 50"/>
                <a:gd name="T4" fmla="*/ 0 w 120"/>
                <a:gd name="T5" fmla="*/ 212 h 50"/>
                <a:gd name="T6" fmla="*/ 230 w 120"/>
                <a:gd name="T7" fmla="*/ 8 h 50"/>
                <a:gd name="T8" fmla="*/ 425 w 120"/>
                <a:gd name="T9" fmla="*/ 144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0" h="50">
                  <a:moveTo>
                    <a:pt x="120" y="34"/>
                  </a:moveTo>
                  <a:cubicBezTo>
                    <a:pt x="120" y="34"/>
                    <a:pt x="105" y="14"/>
                    <a:pt x="64" y="16"/>
                  </a:cubicBezTo>
                  <a:cubicBezTo>
                    <a:pt x="23" y="18"/>
                    <a:pt x="0" y="50"/>
                    <a:pt x="0" y="50"/>
                  </a:cubicBezTo>
                  <a:cubicBezTo>
                    <a:pt x="0" y="50"/>
                    <a:pt x="3" y="5"/>
                    <a:pt x="65" y="2"/>
                  </a:cubicBezTo>
                  <a:cubicBezTo>
                    <a:pt x="110" y="0"/>
                    <a:pt x="120" y="34"/>
                    <a:pt x="120" y="34"/>
                  </a:cubicBezTo>
                  <a:close/>
                </a:path>
              </a:pathLst>
            </a:custGeom>
            <a:solidFill>
              <a:srgbClr val="E5AF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995" name="Line 727">
              <a:extLst>
                <a:ext uri="{FF2B5EF4-FFF2-40B4-BE49-F238E27FC236}">
                  <a16:creationId xmlns:a16="http://schemas.microsoft.com/office/drawing/2014/main" id="{25DC7D16-372D-4A12-A0E7-69B3C0409B7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241" y="3967"/>
              <a:ext cx="1" cy="1"/>
            </a:xfrm>
            <a:prstGeom prst="line">
              <a:avLst/>
            </a:prstGeom>
            <a:noFill/>
            <a:ln w="1588" cap="rnd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</p:grpSp>
      <p:grpSp>
        <p:nvGrpSpPr>
          <p:cNvPr id="35851" name="pair-of-light-blue-pants">
            <a:extLst>
              <a:ext uri="{FF2B5EF4-FFF2-40B4-BE49-F238E27FC236}">
                <a16:creationId xmlns:a16="http://schemas.microsoft.com/office/drawing/2014/main" id="{0352D8E8-48E3-45BA-AF9E-CDF3761749E2}"/>
              </a:ext>
            </a:extLst>
          </p:cNvPr>
          <p:cNvGrpSpPr>
            <a:grpSpLocks/>
          </p:cNvGrpSpPr>
          <p:nvPr/>
        </p:nvGrpSpPr>
        <p:grpSpPr bwMode="auto">
          <a:xfrm>
            <a:off x="8696325" y="3168650"/>
            <a:ext cx="1055688" cy="3171825"/>
            <a:chOff x="4652" y="1982"/>
            <a:chExt cx="617" cy="1854"/>
          </a:xfrm>
        </p:grpSpPr>
        <p:sp>
          <p:nvSpPr>
            <p:cNvPr id="35887" name="Freeform 729">
              <a:extLst>
                <a:ext uri="{FF2B5EF4-FFF2-40B4-BE49-F238E27FC236}">
                  <a16:creationId xmlns:a16="http://schemas.microsoft.com/office/drawing/2014/main" id="{AEAA5EE5-D915-4F32-B1DD-96C92B3C6D2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3" y="1982"/>
              <a:ext cx="616" cy="1854"/>
            </a:xfrm>
            <a:custGeom>
              <a:avLst/>
              <a:gdLst>
                <a:gd name="T0" fmla="*/ 1278 w 403"/>
                <a:gd name="T1" fmla="*/ 0 h 1139"/>
                <a:gd name="T2" fmla="*/ 708 w 403"/>
                <a:gd name="T3" fmla="*/ 177 h 1139"/>
                <a:gd name="T4" fmla="*/ 121 w 403"/>
                <a:gd name="T5" fmla="*/ 29 h 1139"/>
                <a:gd name="T6" fmla="*/ 101 w 403"/>
                <a:gd name="T7" fmla="*/ 168 h 1139"/>
                <a:gd name="T8" fmla="*/ 115 w 403"/>
                <a:gd name="T9" fmla="*/ 2097 h 1139"/>
                <a:gd name="T10" fmla="*/ 124 w 403"/>
                <a:gd name="T11" fmla="*/ 2424 h 1139"/>
                <a:gd name="T12" fmla="*/ 171 w 403"/>
                <a:gd name="T13" fmla="*/ 2850 h 1139"/>
                <a:gd name="T14" fmla="*/ 164 w 403"/>
                <a:gd name="T15" fmla="*/ 3381 h 1139"/>
                <a:gd name="T16" fmla="*/ 164 w 403"/>
                <a:gd name="T17" fmla="*/ 4287 h 1139"/>
                <a:gd name="T18" fmla="*/ 136 w 403"/>
                <a:gd name="T19" fmla="*/ 4745 h 1139"/>
                <a:gd name="T20" fmla="*/ 703 w 403"/>
                <a:gd name="T21" fmla="*/ 4753 h 1139"/>
                <a:gd name="T22" fmla="*/ 668 w 403"/>
                <a:gd name="T23" fmla="*/ 4554 h 1139"/>
                <a:gd name="T24" fmla="*/ 689 w 403"/>
                <a:gd name="T25" fmla="*/ 3675 h 1139"/>
                <a:gd name="T26" fmla="*/ 657 w 403"/>
                <a:gd name="T27" fmla="*/ 2761 h 1139"/>
                <a:gd name="T28" fmla="*/ 708 w 403"/>
                <a:gd name="T29" fmla="*/ 1401 h 1139"/>
                <a:gd name="T30" fmla="*/ 725 w 403"/>
                <a:gd name="T31" fmla="*/ 2440 h 1139"/>
                <a:gd name="T32" fmla="*/ 738 w 403"/>
                <a:gd name="T33" fmla="*/ 2980 h 1139"/>
                <a:gd name="T34" fmla="*/ 725 w 403"/>
                <a:gd name="T35" fmla="*/ 3605 h 1139"/>
                <a:gd name="T36" fmla="*/ 711 w 403"/>
                <a:gd name="T37" fmla="*/ 4149 h 1139"/>
                <a:gd name="T38" fmla="*/ 657 w 403"/>
                <a:gd name="T39" fmla="*/ 4698 h 1139"/>
                <a:gd name="T40" fmla="*/ 1246 w 403"/>
                <a:gd name="T41" fmla="*/ 4672 h 1139"/>
                <a:gd name="T42" fmla="*/ 1203 w 403"/>
                <a:gd name="T43" fmla="*/ 4454 h 1139"/>
                <a:gd name="T44" fmla="*/ 1221 w 403"/>
                <a:gd name="T45" fmla="*/ 3618 h 1139"/>
                <a:gd name="T46" fmla="*/ 1238 w 403"/>
                <a:gd name="T47" fmla="*/ 2753 h 1139"/>
                <a:gd name="T48" fmla="*/ 1269 w 403"/>
                <a:gd name="T49" fmla="*/ 2419 h 1139"/>
                <a:gd name="T50" fmla="*/ 1304 w 403"/>
                <a:gd name="T51" fmla="*/ 2040 h 1139"/>
                <a:gd name="T52" fmla="*/ 1304 w 403"/>
                <a:gd name="T53" fmla="*/ 160 h 1139"/>
                <a:gd name="T54" fmla="*/ 1278 w 403"/>
                <a:gd name="T55" fmla="*/ 0 h 1139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403" h="1139">
                  <a:moveTo>
                    <a:pt x="358" y="0"/>
                  </a:moveTo>
                  <a:cubicBezTo>
                    <a:pt x="358" y="0"/>
                    <a:pt x="282" y="36"/>
                    <a:pt x="198" y="41"/>
                  </a:cubicBezTo>
                  <a:cubicBezTo>
                    <a:pt x="115" y="46"/>
                    <a:pt x="34" y="7"/>
                    <a:pt x="34" y="7"/>
                  </a:cubicBezTo>
                  <a:cubicBezTo>
                    <a:pt x="28" y="39"/>
                    <a:pt x="28" y="39"/>
                    <a:pt x="28" y="39"/>
                  </a:cubicBezTo>
                  <a:cubicBezTo>
                    <a:pt x="28" y="39"/>
                    <a:pt x="0" y="328"/>
                    <a:pt x="32" y="486"/>
                  </a:cubicBezTo>
                  <a:cubicBezTo>
                    <a:pt x="38" y="518"/>
                    <a:pt x="28" y="541"/>
                    <a:pt x="35" y="562"/>
                  </a:cubicBezTo>
                  <a:cubicBezTo>
                    <a:pt x="42" y="584"/>
                    <a:pt x="44" y="643"/>
                    <a:pt x="48" y="661"/>
                  </a:cubicBezTo>
                  <a:cubicBezTo>
                    <a:pt x="53" y="678"/>
                    <a:pt x="43" y="746"/>
                    <a:pt x="46" y="784"/>
                  </a:cubicBezTo>
                  <a:cubicBezTo>
                    <a:pt x="50" y="821"/>
                    <a:pt x="45" y="956"/>
                    <a:pt x="46" y="994"/>
                  </a:cubicBezTo>
                  <a:cubicBezTo>
                    <a:pt x="47" y="1033"/>
                    <a:pt x="32" y="1085"/>
                    <a:pt x="38" y="1100"/>
                  </a:cubicBezTo>
                  <a:cubicBezTo>
                    <a:pt x="44" y="1114"/>
                    <a:pt x="148" y="1129"/>
                    <a:pt x="197" y="1102"/>
                  </a:cubicBezTo>
                  <a:cubicBezTo>
                    <a:pt x="197" y="1102"/>
                    <a:pt x="192" y="1070"/>
                    <a:pt x="187" y="1056"/>
                  </a:cubicBezTo>
                  <a:cubicBezTo>
                    <a:pt x="183" y="1041"/>
                    <a:pt x="202" y="904"/>
                    <a:pt x="193" y="852"/>
                  </a:cubicBezTo>
                  <a:cubicBezTo>
                    <a:pt x="184" y="800"/>
                    <a:pt x="188" y="673"/>
                    <a:pt x="184" y="640"/>
                  </a:cubicBezTo>
                  <a:cubicBezTo>
                    <a:pt x="179" y="606"/>
                    <a:pt x="202" y="365"/>
                    <a:pt x="198" y="325"/>
                  </a:cubicBezTo>
                  <a:cubicBezTo>
                    <a:pt x="198" y="325"/>
                    <a:pt x="196" y="536"/>
                    <a:pt x="203" y="566"/>
                  </a:cubicBezTo>
                  <a:cubicBezTo>
                    <a:pt x="211" y="597"/>
                    <a:pt x="208" y="651"/>
                    <a:pt x="207" y="691"/>
                  </a:cubicBezTo>
                  <a:cubicBezTo>
                    <a:pt x="206" y="731"/>
                    <a:pt x="197" y="793"/>
                    <a:pt x="203" y="836"/>
                  </a:cubicBezTo>
                  <a:cubicBezTo>
                    <a:pt x="210" y="879"/>
                    <a:pt x="199" y="927"/>
                    <a:pt x="199" y="962"/>
                  </a:cubicBezTo>
                  <a:cubicBezTo>
                    <a:pt x="199" y="998"/>
                    <a:pt x="184" y="1069"/>
                    <a:pt x="184" y="1089"/>
                  </a:cubicBezTo>
                  <a:cubicBezTo>
                    <a:pt x="184" y="1109"/>
                    <a:pt x="296" y="1139"/>
                    <a:pt x="349" y="1083"/>
                  </a:cubicBezTo>
                  <a:cubicBezTo>
                    <a:pt x="349" y="1083"/>
                    <a:pt x="346" y="1051"/>
                    <a:pt x="337" y="1033"/>
                  </a:cubicBezTo>
                  <a:cubicBezTo>
                    <a:pt x="328" y="1014"/>
                    <a:pt x="348" y="886"/>
                    <a:pt x="342" y="839"/>
                  </a:cubicBezTo>
                  <a:cubicBezTo>
                    <a:pt x="337" y="800"/>
                    <a:pt x="347" y="664"/>
                    <a:pt x="347" y="638"/>
                  </a:cubicBezTo>
                  <a:cubicBezTo>
                    <a:pt x="347" y="612"/>
                    <a:pt x="355" y="586"/>
                    <a:pt x="355" y="561"/>
                  </a:cubicBezTo>
                  <a:cubicBezTo>
                    <a:pt x="355" y="535"/>
                    <a:pt x="367" y="494"/>
                    <a:pt x="365" y="473"/>
                  </a:cubicBezTo>
                  <a:cubicBezTo>
                    <a:pt x="362" y="427"/>
                    <a:pt x="403" y="320"/>
                    <a:pt x="365" y="37"/>
                  </a:cubicBezTo>
                  <a:lnTo>
                    <a:pt x="358" y="0"/>
                  </a:lnTo>
                  <a:close/>
                </a:path>
              </a:pathLst>
            </a:custGeom>
            <a:solidFill>
              <a:srgbClr val="D7EE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888" name="Freeform 730">
              <a:extLst>
                <a:ext uri="{FF2B5EF4-FFF2-40B4-BE49-F238E27FC236}">
                  <a16:creationId xmlns:a16="http://schemas.microsoft.com/office/drawing/2014/main" id="{FF733200-A374-4136-A28C-67B31A73656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1" y="2049"/>
              <a:ext cx="363" cy="102"/>
            </a:xfrm>
            <a:custGeom>
              <a:avLst/>
              <a:gdLst>
                <a:gd name="T0" fmla="*/ 5 w 238"/>
                <a:gd name="T1" fmla="*/ 0 h 63"/>
                <a:gd name="T2" fmla="*/ 845 w 238"/>
                <a:gd name="T3" fmla="*/ 89 h 63"/>
                <a:gd name="T4" fmla="*/ 0 w 238"/>
                <a:gd name="T5" fmla="*/ 21 h 63"/>
                <a:gd name="T6" fmla="*/ 5 w 238"/>
                <a:gd name="T7" fmla="*/ 0 h 6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8" h="63">
                  <a:moveTo>
                    <a:pt x="1" y="0"/>
                  </a:moveTo>
                  <a:cubicBezTo>
                    <a:pt x="1" y="0"/>
                    <a:pt x="101" y="60"/>
                    <a:pt x="238" y="21"/>
                  </a:cubicBezTo>
                  <a:cubicBezTo>
                    <a:pt x="238" y="21"/>
                    <a:pt x="137" y="63"/>
                    <a:pt x="0" y="5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BBDF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889" name="Freeform 731">
              <a:extLst>
                <a:ext uri="{FF2B5EF4-FFF2-40B4-BE49-F238E27FC236}">
                  <a16:creationId xmlns:a16="http://schemas.microsoft.com/office/drawing/2014/main" id="{128D345F-752A-43AA-9BDE-B0ACFA87CDD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0" y="2046"/>
              <a:ext cx="35" cy="267"/>
            </a:xfrm>
            <a:custGeom>
              <a:avLst/>
              <a:gdLst>
                <a:gd name="T0" fmla="*/ 70 w 23"/>
                <a:gd name="T1" fmla="*/ 0 h 164"/>
                <a:gd name="T2" fmla="*/ 81 w 23"/>
                <a:gd name="T3" fmla="*/ 147 h 164"/>
                <a:gd name="T4" fmla="*/ 32 w 23"/>
                <a:gd name="T5" fmla="*/ 246 h 164"/>
                <a:gd name="T6" fmla="*/ 40 w 23"/>
                <a:gd name="T7" fmla="*/ 446 h 164"/>
                <a:gd name="T8" fmla="*/ 0 w 23"/>
                <a:gd name="T9" fmla="*/ 708 h 16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64">
                  <a:moveTo>
                    <a:pt x="20" y="0"/>
                  </a:moveTo>
                  <a:cubicBezTo>
                    <a:pt x="19" y="10"/>
                    <a:pt x="21" y="25"/>
                    <a:pt x="23" y="34"/>
                  </a:cubicBezTo>
                  <a:cubicBezTo>
                    <a:pt x="12" y="36"/>
                    <a:pt x="8" y="43"/>
                    <a:pt x="9" y="57"/>
                  </a:cubicBezTo>
                  <a:cubicBezTo>
                    <a:pt x="10" y="72"/>
                    <a:pt x="10" y="88"/>
                    <a:pt x="11" y="103"/>
                  </a:cubicBezTo>
                  <a:cubicBezTo>
                    <a:pt x="12" y="121"/>
                    <a:pt x="12" y="152"/>
                    <a:pt x="0" y="164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890" name="Freeform 732">
              <a:extLst>
                <a:ext uri="{FF2B5EF4-FFF2-40B4-BE49-F238E27FC236}">
                  <a16:creationId xmlns:a16="http://schemas.microsoft.com/office/drawing/2014/main" id="{EEE1440F-D021-4FB5-A5B4-AD10B01FF27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7" y="2322"/>
              <a:ext cx="8" cy="131"/>
            </a:xfrm>
            <a:custGeom>
              <a:avLst/>
              <a:gdLst>
                <a:gd name="T0" fmla="*/ 5 w 5"/>
                <a:gd name="T1" fmla="*/ 13 h 80"/>
                <a:gd name="T2" fmla="*/ 0 w 5"/>
                <a:gd name="T3" fmla="*/ 8 h 80"/>
                <a:gd name="T4" fmla="*/ 5 w 5"/>
                <a:gd name="T5" fmla="*/ 352 h 8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80">
                  <a:moveTo>
                    <a:pt x="1" y="3"/>
                  </a:moveTo>
                  <a:cubicBezTo>
                    <a:pt x="1" y="2"/>
                    <a:pt x="1" y="0"/>
                    <a:pt x="0" y="2"/>
                  </a:cubicBezTo>
                  <a:cubicBezTo>
                    <a:pt x="5" y="26"/>
                    <a:pt x="1" y="55"/>
                    <a:pt x="1" y="8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891" name="Freeform 733">
              <a:extLst>
                <a:ext uri="{FF2B5EF4-FFF2-40B4-BE49-F238E27FC236}">
                  <a16:creationId xmlns:a16="http://schemas.microsoft.com/office/drawing/2014/main" id="{97647C69-5AA7-4A90-AFC6-FA3302F5EBBF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6" y="2474"/>
              <a:ext cx="1" cy="18"/>
            </a:xfrm>
            <a:custGeom>
              <a:avLst/>
              <a:gdLst>
                <a:gd name="T0" fmla="*/ 1 w 1"/>
                <a:gd name="T1" fmla="*/ 0 h 11"/>
                <a:gd name="T2" fmla="*/ 0 w 1"/>
                <a:gd name="T3" fmla="*/ 47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1">
                  <a:moveTo>
                    <a:pt x="1" y="0"/>
                  </a:moveTo>
                  <a:cubicBezTo>
                    <a:pt x="1" y="1"/>
                    <a:pt x="1" y="8"/>
                    <a:pt x="0" y="11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892" name="Oval 734">
              <a:extLst>
                <a:ext uri="{FF2B5EF4-FFF2-40B4-BE49-F238E27FC236}">
                  <a16:creationId xmlns:a16="http://schemas.microsoft.com/office/drawing/2014/main" id="{C534FB1E-B3A4-4748-BBF3-BF4640F8A1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51" y="2062"/>
              <a:ext cx="27" cy="29"/>
            </a:xfrm>
            <a:prstGeom prst="ellipse">
              <a:avLst/>
            </a:prstGeom>
            <a:noFill/>
            <a:ln w="4763" cap="rnd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893" name="Freeform 735">
              <a:extLst>
                <a:ext uri="{FF2B5EF4-FFF2-40B4-BE49-F238E27FC236}">
                  <a16:creationId xmlns:a16="http://schemas.microsoft.com/office/drawing/2014/main" id="{501931A7-46AD-4753-9A03-000529A26143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9" y="2033"/>
              <a:ext cx="20" cy="60"/>
            </a:xfrm>
            <a:custGeom>
              <a:avLst/>
              <a:gdLst>
                <a:gd name="T0" fmla="*/ 5 w 13"/>
                <a:gd name="T1" fmla="*/ 13 h 37"/>
                <a:gd name="T2" fmla="*/ 12 w 13"/>
                <a:gd name="T3" fmla="*/ 42 h 37"/>
                <a:gd name="T4" fmla="*/ 22 w 13"/>
                <a:gd name="T5" fmla="*/ 94 h 37"/>
                <a:gd name="T6" fmla="*/ 34 w 13"/>
                <a:gd name="T7" fmla="*/ 157 h 37"/>
                <a:gd name="T8" fmla="*/ 48 w 13"/>
                <a:gd name="T9" fmla="*/ 131 h 37"/>
                <a:gd name="T10" fmla="*/ 43 w 13"/>
                <a:gd name="T11" fmla="*/ 55 h 37"/>
                <a:gd name="T12" fmla="*/ 34 w 13"/>
                <a:gd name="T13" fmla="*/ 5 h 37"/>
                <a:gd name="T14" fmla="*/ 0 w 13"/>
                <a:gd name="T15" fmla="*/ 13 h 3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3" h="37">
                  <a:moveTo>
                    <a:pt x="1" y="3"/>
                  </a:moveTo>
                  <a:cubicBezTo>
                    <a:pt x="1" y="4"/>
                    <a:pt x="3" y="9"/>
                    <a:pt x="3" y="10"/>
                  </a:cubicBezTo>
                  <a:cubicBezTo>
                    <a:pt x="5" y="14"/>
                    <a:pt x="5" y="18"/>
                    <a:pt x="6" y="22"/>
                  </a:cubicBezTo>
                  <a:cubicBezTo>
                    <a:pt x="7" y="27"/>
                    <a:pt x="9" y="32"/>
                    <a:pt x="9" y="37"/>
                  </a:cubicBezTo>
                  <a:cubicBezTo>
                    <a:pt x="13" y="36"/>
                    <a:pt x="13" y="36"/>
                    <a:pt x="13" y="31"/>
                  </a:cubicBezTo>
                  <a:cubicBezTo>
                    <a:pt x="13" y="25"/>
                    <a:pt x="13" y="19"/>
                    <a:pt x="12" y="13"/>
                  </a:cubicBezTo>
                  <a:cubicBezTo>
                    <a:pt x="11" y="11"/>
                    <a:pt x="11" y="2"/>
                    <a:pt x="9" y="1"/>
                  </a:cubicBezTo>
                  <a:cubicBezTo>
                    <a:pt x="7" y="0"/>
                    <a:pt x="2" y="3"/>
                    <a:pt x="0" y="3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894" name="Freeform 736">
              <a:extLst>
                <a:ext uri="{FF2B5EF4-FFF2-40B4-BE49-F238E27FC236}">
                  <a16:creationId xmlns:a16="http://schemas.microsoft.com/office/drawing/2014/main" id="{6EBEDEE2-1CC0-46F9-926E-BAD8DED16D6F}"/>
                </a:ext>
              </a:extLst>
            </p:cNvPr>
            <p:cNvSpPr>
              <a:spLocks/>
            </p:cNvSpPr>
            <p:nvPr/>
          </p:nvSpPr>
          <p:spPr bwMode="auto">
            <a:xfrm>
              <a:off x="5110" y="2015"/>
              <a:ext cx="29" cy="62"/>
            </a:xfrm>
            <a:custGeom>
              <a:avLst/>
              <a:gdLst>
                <a:gd name="T0" fmla="*/ 0 w 19"/>
                <a:gd name="T1" fmla="*/ 13 h 38"/>
                <a:gd name="T2" fmla="*/ 26 w 19"/>
                <a:gd name="T3" fmla="*/ 104 h 38"/>
                <a:gd name="T4" fmla="*/ 40 w 19"/>
                <a:gd name="T5" fmla="*/ 165 h 38"/>
                <a:gd name="T6" fmla="*/ 63 w 19"/>
                <a:gd name="T7" fmla="*/ 144 h 38"/>
                <a:gd name="T8" fmla="*/ 56 w 19"/>
                <a:gd name="T9" fmla="*/ 96 h 38"/>
                <a:gd name="T10" fmla="*/ 35 w 19"/>
                <a:gd name="T11" fmla="*/ 0 h 38"/>
                <a:gd name="T12" fmla="*/ 8 w 19"/>
                <a:gd name="T13" fmla="*/ 13 h 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" h="38">
                  <a:moveTo>
                    <a:pt x="0" y="3"/>
                  </a:moveTo>
                  <a:cubicBezTo>
                    <a:pt x="2" y="11"/>
                    <a:pt x="5" y="17"/>
                    <a:pt x="7" y="24"/>
                  </a:cubicBezTo>
                  <a:cubicBezTo>
                    <a:pt x="8" y="28"/>
                    <a:pt x="9" y="35"/>
                    <a:pt x="11" y="38"/>
                  </a:cubicBezTo>
                  <a:cubicBezTo>
                    <a:pt x="13" y="36"/>
                    <a:pt x="17" y="35"/>
                    <a:pt x="18" y="33"/>
                  </a:cubicBezTo>
                  <a:cubicBezTo>
                    <a:pt x="19" y="31"/>
                    <a:pt x="17" y="25"/>
                    <a:pt x="16" y="22"/>
                  </a:cubicBezTo>
                  <a:cubicBezTo>
                    <a:pt x="14" y="14"/>
                    <a:pt x="13" y="7"/>
                    <a:pt x="10" y="0"/>
                  </a:cubicBezTo>
                  <a:cubicBezTo>
                    <a:pt x="7" y="1"/>
                    <a:pt x="4" y="1"/>
                    <a:pt x="2" y="3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895" name="Freeform 737">
              <a:extLst>
                <a:ext uri="{FF2B5EF4-FFF2-40B4-BE49-F238E27FC236}">
                  <a16:creationId xmlns:a16="http://schemas.microsoft.com/office/drawing/2014/main" id="{A79315CA-F737-48F9-9183-02FC5B9DEE4B}"/>
                </a:ext>
              </a:extLst>
            </p:cNvPr>
            <p:cNvSpPr>
              <a:spLocks/>
            </p:cNvSpPr>
            <p:nvPr/>
          </p:nvSpPr>
          <p:spPr bwMode="auto">
            <a:xfrm>
              <a:off x="5172" y="1992"/>
              <a:ext cx="28" cy="65"/>
            </a:xfrm>
            <a:custGeom>
              <a:avLst/>
              <a:gdLst>
                <a:gd name="T0" fmla="*/ 5 w 18"/>
                <a:gd name="T1" fmla="*/ 18 h 40"/>
                <a:gd name="T2" fmla="*/ 12 w 18"/>
                <a:gd name="T3" fmla="*/ 47 h 40"/>
                <a:gd name="T4" fmla="*/ 26 w 18"/>
                <a:gd name="T5" fmla="*/ 117 h 40"/>
                <a:gd name="T6" fmla="*/ 34 w 18"/>
                <a:gd name="T7" fmla="*/ 172 h 40"/>
                <a:gd name="T8" fmla="*/ 68 w 18"/>
                <a:gd name="T9" fmla="*/ 145 h 40"/>
                <a:gd name="T10" fmla="*/ 56 w 18"/>
                <a:gd name="T11" fmla="*/ 98 h 40"/>
                <a:gd name="T12" fmla="*/ 48 w 18"/>
                <a:gd name="T13" fmla="*/ 54 h 40"/>
                <a:gd name="T14" fmla="*/ 30 w 18"/>
                <a:gd name="T15" fmla="*/ 0 h 40"/>
                <a:gd name="T16" fmla="*/ 5 w 18"/>
                <a:gd name="T17" fmla="*/ 13 h 4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" h="40">
                  <a:moveTo>
                    <a:pt x="1" y="4"/>
                  </a:moveTo>
                  <a:cubicBezTo>
                    <a:pt x="0" y="4"/>
                    <a:pt x="2" y="10"/>
                    <a:pt x="3" y="11"/>
                  </a:cubicBezTo>
                  <a:cubicBezTo>
                    <a:pt x="4" y="16"/>
                    <a:pt x="6" y="21"/>
                    <a:pt x="7" y="27"/>
                  </a:cubicBezTo>
                  <a:cubicBezTo>
                    <a:pt x="8" y="31"/>
                    <a:pt x="8" y="36"/>
                    <a:pt x="9" y="40"/>
                  </a:cubicBezTo>
                  <a:cubicBezTo>
                    <a:pt x="12" y="39"/>
                    <a:pt x="17" y="38"/>
                    <a:pt x="18" y="34"/>
                  </a:cubicBezTo>
                  <a:cubicBezTo>
                    <a:pt x="18" y="31"/>
                    <a:pt x="16" y="27"/>
                    <a:pt x="15" y="23"/>
                  </a:cubicBezTo>
                  <a:cubicBezTo>
                    <a:pt x="15" y="20"/>
                    <a:pt x="14" y="16"/>
                    <a:pt x="13" y="12"/>
                  </a:cubicBezTo>
                  <a:cubicBezTo>
                    <a:pt x="12" y="10"/>
                    <a:pt x="11" y="2"/>
                    <a:pt x="8" y="0"/>
                  </a:cubicBezTo>
                  <a:cubicBezTo>
                    <a:pt x="7" y="0"/>
                    <a:pt x="2" y="2"/>
                    <a:pt x="1" y="3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896" name="Freeform 738">
              <a:extLst>
                <a:ext uri="{FF2B5EF4-FFF2-40B4-BE49-F238E27FC236}">
                  <a16:creationId xmlns:a16="http://schemas.microsoft.com/office/drawing/2014/main" id="{612D8689-A397-4BC6-91A9-18E719F4C3C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0" y="2026"/>
              <a:ext cx="23" cy="75"/>
            </a:xfrm>
            <a:custGeom>
              <a:avLst/>
              <a:gdLst>
                <a:gd name="T0" fmla="*/ 26 w 15"/>
                <a:gd name="T1" fmla="*/ 0 h 46"/>
                <a:gd name="T2" fmla="*/ 5 w 15"/>
                <a:gd name="T3" fmla="*/ 152 h 46"/>
                <a:gd name="T4" fmla="*/ 8 w 15"/>
                <a:gd name="T5" fmla="*/ 194 h 46"/>
                <a:gd name="T6" fmla="*/ 35 w 15"/>
                <a:gd name="T7" fmla="*/ 194 h 46"/>
                <a:gd name="T8" fmla="*/ 54 w 15"/>
                <a:gd name="T9" fmla="*/ 8 h 46"/>
                <a:gd name="T10" fmla="*/ 28 w 15"/>
                <a:gd name="T11" fmla="*/ 5 h 4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" h="46">
                  <a:moveTo>
                    <a:pt x="7" y="0"/>
                  </a:moveTo>
                  <a:cubicBezTo>
                    <a:pt x="4" y="11"/>
                    <a:pt x="2" y="23"/>
                    <a:pt x="1" y="35"/>
                  </a:cubicBezTo>
                  <a:cubicBezTo>
                    <a:pt x="1" y="38"/>
                    <a:pt x="0" y="43"/>
                    <a:pt x="2" y="45"/>
                  </a:cubicBezTo>
                  <a:cubicBezTo>
                    <a:pt x="3" y="46"/>
                    <a:pt x="8" y="45"/>
                    <a:pt x="10" y="45"/>
                  </a:cubicBezTo>
                  <a:cubicBezTo>
                    <a:pt x="11" y="30"/>
                    <a:pt x="12" y="16"/>
                    <a:pt x="15" y="2"/>
                  </a:cubicBezTo>
                  <a:cubicBezTo>
                    <a:pt x="13" y="1"/>
                    <a:pt x="10" y="2"/>
                    <a:pt x="8" y="1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897" name="Freeform 739">
              <a:extLst>
                <a:ext uri="{FF2B5EF4-FFF2-40B4-BE49-F238E27FC236}">
                  <a16:creationId xmlns:a16="http://schemas.microsoft.com/office/drawing/2014/main" id="{3581B60F-7427-4D4A-8919-46D31AE5E9E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9" y="2000"/>
              <a:ext cx="24" cy="80"/>
            </a:xfrm>
            <a:custGeom>
              <a:avLst/>
              <a:gdLst>
                <a:gd name="T0" fmla="*/ 54 w 16"/>
                <a:gd name="T1" fmla="*/ 18 h 49"/>
                <a:gd name="T2" fmla="*/ 45 w 16"/>
                <a:gd name="T3" fmla="*/ 56 h 49"/>
                <a:gd name="T4" fmla="*/ 35 w 16"/>
                <a:gd name="T5" fmla="*/ 126 h 49"/>
                <a:gd name="T6" fmla="*/ 27 w 16"/>
                <a:gd name="T7" fmla="*/ 214 h 49"/>
                <a:gd name="T8" fmla="*/ 5 w 16"/>
                <a:gd name="T9" fmla="*/ 178 h 49"/>
                <a:gd name="T10" fmla="*/ 14 w 16"/>
                <a:gd name="T11" fmla="*/ 91 h 49"/>
                <a:gd name="T12" fmla="*/ 27 w 16"/>
                <a:gd name="T13" fmla="*/ 13 h 49"/>
                <a:gd name="T14" fmla="*/ 54 w 16"/>
                <a:gd name="T15" fmla="*/ 13 h 4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" h="49">
                  <a:moveTo>
                    <a:pt x="16" y="4"/>
                  </a:moveTo>
                  <a:cubicBezTo>
                    <a:pt x="16" y="7"/>
                    <a:pt x="14" y="10"/>
                    <a:pt x="13" y="13"/>
                  </a:cubicBezTo>
                  <a:cubicBezTo>
                    <a:pt x="12" y="18"/>
                    <a:pt x="11" y="23"/>
                    <a:pt x="10" y="29"/>
                  </a:cubicBezTo>
                  <a:cubicBezTo>
                    <a:pt x="9" y="35"/>
                    <a:pt x="8" y="42"/>
                    <a:pt x="8" y="49"/>
                  </a:cubicBezTo>
                  <a:cubicBezTo>
                    <a:pt x="7" y="46"/>
                    <a:pt x="2" y="44"/>
                    <a:pt x="1" y="41"/>
                  </a:cubicBezTo>
                  <a:cubicBezTo>
                    <a:pt x="0" y="37"/>
                    <a:pt x="4" y="26"/>
                    <a:pt x="4" y="21"/>
                  </a:cubicBezTo>
                  <a:cubicBezTo>
                    <a:pt x="5" y="17"/>
                    <a:pt x="6" y="7"/>
                    <a:pt x="8" y="3"/>
                  </a:cubicBezTo>
                  <a:cubicBezTo>
                    <a:pt x="10" y="0"/>
                    <a:pt x="13" y="2"/>
                    <a:pt x="16" y="3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898" name="Freeform 740">
              <a:extLst>
                <a:ext uri="{FF2B5EF4-FFF2-40B4-BE49-F238E27FC236}">
                  <a16:creationId xmlns:a16="http://schemas.microsoft.com/office/drawing/2014/main" id="{BDA0F52A-ACA7-467E-8167-4DBD10EAB2DF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6" y="2047"/>
              <a:ext cx="22" cy="70"/>
            </a:xfrm>
            <a:custGeom>
              <a:avLst/>
              <a:gdLst>
                <a:gd name="T0" fmla="*/ 55 w 14"/>
                <a:gd name="T1" fmla="*/ 5 h 43"/>
                <a:gd name="T2" fmla="*/ 49 w 14"/>
                <a:gd name="T3" fmla="*/ 122 h 43"/>
                <a:gd name="T4" fmla="*/ 49 w 14"/>
                <a:gd name="T5" fmla="*/ 186 h 43"/>
                <a:gd name="T6" fmla="*/ 5 w 14"/>
                <a:gd name="T7" fmla="*/ 177 h 43"/>
                <a:gd name="T8" fmla="*/ 13 w 14"/>
                <a:gd name="T9" fmla="*/ 68 h 43"/>
                <a:gd name="T10" fmla="*/ 20 w 14"/>
                <a:gd name="T11" fmla="*/ 0 h 43"/>
                <a:gd name="T12" fmla="*/ 49 w 14"/>
                <a:gd name="T13" fmla="*/ 5 h 4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" h="43">
                  <a:moveTo>
                    <a:pt x="14" y="1"/>
                  </a:moveTo>
                  <a:cubicBezTo>
                    <a:pt x="14" y="10"/>
                    <a:pt x="13" y="19"/>
                    <a:pt x="13" y="28"/>
                  </a:cubicBezTo>
                  <a:cubicBezTo>
                    <a:pt x="13" y="33"/>
                    <a:pt x="13" y="38"/>
                    <a:pt x="13" y="43"/>
                  </a:cubicBezTo>
                  <a:cubicBezTo>
                    <a:pt x="9" y="41"/>
                    <a:pt x="5" y="42"/>
                    <a:pt x="1" y="41"/>
                  </a:cubicBezTo>
                  <a:cubicBezTo>
                    <a:pt x="0" y="33"/>
                    <a:pt x="2" y="24"/>
                    <a:pt x="3" y="16"/>
                  </a:cubicBezTo>
                  <a:cubicBezTo>
                    <a:pt x="3" y="11"/>
                    <a:pt x="6" y="5"/>
                    <a:pt x="5" y="0"/>
                  </a:cubicBezTo>
                  <a:cubicBezTo>
                    <a:pt x="8" y="1"/>
                    <a:pt x="11" y="0"/>
                    <a:pt x="13" y="1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899" name="Freeform 741">
              <a:extLst>
                <a:ext uri="{FF2B5EF4-FFF2-40B4-BE49-F238E27FC236}">
                  <a16:creationId xmlns:a16="http://schemas.microsoft.com/office/drawing/2014/main" id="{BDDAE560-0305-41C7-AA16-8EE0F85BC82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2" y="1982"/>
              <a:ext cx="615" cy="1854"/>
            </a:xfrm>
            <a:custGeom>
              <a:avLst/>
              <a:gdLst>
                <a:gd name="T0" fmla="*/ 668 w 403"/>
                <a:gd name="T1" fmla="*/ 4554 h 1139"/>
                <a:gd name="T2" fmla="*/ 668 w 403"/>
                <a:gd name="T3" fmla="*/ 4550 h 1139"/>
                <a:gd name="T4" fmla="*/ 690 w 403"/>
                <a:gd name="T5" fmla="*/ 3669 h 1139"/>
                <a:gd name="T6" fmla="*/ 656 w 403"/>
                <a:gd name="T7" fmla="*/ 2756 h 1139"/>
                <a:gd name="T8" fmla="*/ 704 w 403"/>
                <a:gd name="T9" fmla="*/ 1401 h 1139"/>
                <a:gd name="T10" fmla="*/ 725 w 403"/>
                <a:gd name="T11" fmla="*/ 2440 h 1139"/>
                <a:gd name="T12" fmla="*/ 739 w 403"/>
                <a:gd name="T13" fmla="*/ 2980 h 1139"/>
                <a:gd name="T14" fmla="*/ 725 w 403"/>
                <a:gd name="T15" fmla="*/ 3605 h 1139"/>
                <a:gd name="T16" fmla="*/ 708 w 403"/>
                <a:gd name="T17" fmla="*/ 4149 h 1139"/>
                <a:gd name="T18" fmla="*/ 655 w 403"/>
                <a:gd name="T19" fmla="*/ 4698 h 1139"/>
                <a:gd name="T20" fmla="*/ 1244 w 403"/>
                <a:gd name="T21" fmla="*/ 4672 h 1139"/>
                <a:gd name="T22" fmla="*/ 1201 w 403"/>
                <a:gd name="T23" fmla="*/ 4454 h 1139"/>
                <a:gd name="T24" fmla="*/ 1216 w 403"/>
                <a:gd name="T25" fmla="*/ 3618 h 1139"/>
                <a:gd name="T26" fmla="*/ 1235 w 403"/>
                <a:gd name="T27" fmla="*/ 2753 h 1139"/>
                <a:gd name="T28" fmla="*/ 1265 w 403"/>
                <a:gd name="T29" fmla="*/ 2419 h 1139"/>
                <a:gd name="T30" fmla="*/ 1302 w 403"/>
                <a:gd name="T31" fmla="*/ 2040 h 1139"/>
                <a:gd name="T32" fmla="*/ 1302 w 403"/>
                <a:gd name="T33" fmla="*/ 160 h 1139"/>
                <a:gd name="T34" fmla="*/ 1276 w 403"/>
                <a:gd name="T35" fmla="*/ 0 h 1139"/>
                <a:gd name="T36" fmla="*/ 708 w 403"/>
                <a:gd name="T37" fmla="*/ 177 h 1139"/>
                <a:gd name="T38" fmla="*/ 121 w 403"/>
                <a:gd name="T39" fmla="*/ 29 h 1139"/>
                <a:gd name="T40" fmla="*/ 102 w 403"/>
                <a:gd name="T41" fmla="*/ 168 h 1139"/>
                <a:gd name="T42" fmla="*/ 114 w 403"/>
                <a:gd name="T43" fmla="*/ 2097 h 1139"/>
                <a:gd name="T44" fmla="*/ 124 w 403"/>
                <a:gd name="T45" fmla="*/ 2424 h 1139"/>
                <a:gd name="T46" fmla="*/ 174 w 403"/>
                <a:gd name="T47" fmla="*/ 2850 h 1139"/>
                <a:gd name="T48" fmla="*/ 168 w 403"/>
                <a:gd name="T49" fmla="*/ 3378 h 1139"/>
                <a:gd name="T50" fmla="*/ 168 w 403"/>
                <a:gd name="T51" fmla="*/ 4287 h 1139"/>
                <a:gd name="T52" fmla="*/ 140 w 403"/>
                <a:gd name="T53" fmla="*/ 4740 h 1139"/>
                <a:gd name="T54" fmla="*/ 700 w 403"/>
                <a:gd name="T55" fmla="*/ 4753 h 1139"/>
                <a:gd name="T56" fmla="*/ 700 w 403"/>
                <a:gd name="T57" fmla="*/ 4748 h 1139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403" h="1139">
                  <a:moveTo>
                    <a:pt x="188" y="1056"/>
                  </a:moveTo>
                  <a:cubicBezTo>
                    <a:pt x="188" y="1056"/>
                    <a:pt x="188" y="1056"/>
                    <a:pt x="188" y="1055"/>
                  </a:cubicBezTo>
                  <a:cubicBezTo>
                    <a:pt x="183" y="1041"/>
                    <a:pt x="203" y="903"/>
                    <a:pt x="194" y="851"/>
                  </a:cubicBezTo>
                  <a:cubicBezTo>
                    <a:pt x="185" y="799"/>
                    <a:pt x="189" y="673"/>
                    <a:pt x="185" y="639"/>
                  </a:cubicBezTo>
                  <a:cubicBezTo>
                    <a:pt x="180" y="606"/>
                    <a:pt x="203" y="365"/>
                    <a:pt x="198" y="325"/>
                  </a:cubicBezTo>
                  <a:cubicBezTo>
                    <a:pt x="198" y="325"/>
                    <a:pt x="197" y="536"/>
                    <a:pt x="204" y="566"/>
                  </a:cubicBezTo>
                  <a:cubicBezTo>
                    <a:pt x="212" y="596"/>
                    <a:pt x="209" y="651"/>
                    <a:pt x="208" y="691"/>
                  </a:cubicBezTo>
                  <a:cubicBezTo>
                    <a:pt x="207" y="731"/>
                    <a:pt x="198" y="793"/>
                    <a:pt x="204" y="836"/>
                  </a:cubicBezTo>
                  <a:cubicBezTo>
                    <a:pt x="210" y="879"/>
                    <a:pt x="199" y="927"/>
                    <a:pt x="199" y="962"/>
                  </a:cubicBezTo>
                  <a:cubicBezTo>
                    <a:pt x="199" y="998"/>
                    <a:pt x="184" y="1069"/>
                    <a:pt x="184" y="1089"/>
                  </a:cubicBezTo>
                  <a:cubicBezTo>
                    <a:pt x="184" y="1109"/>
                    <a:pt x="297" y="1139"/>
                    <a:pt x="350" y="1083"/>
                  </a:cubicBezTo>
                  <a:cubicBezTo>
                    <a:pt x="350" y="1083"/>
                    <a:pt x="346" y="1051"/>
                    <a:pt x="338" y="1033"/>
                  </a:cubicBezTo>
                  <a:cubicBezTo>
                    <a:pt x="329" y="1014"/>
                    <a:pt x="349" y="886"/>
                    <a:pt x="342" y="839"/>
                  </a:cubicBezTo>
                  <a:cubicBezTo>
                    <a:pt x="337" y="800"/>
                    <a:pt x="347" y="664"/>
                    <a:pt x="347" y="638"/>
                  </a:cubicBezTo>
                  <a:cubicBezTo>
                    <a:pt x="347" y="612"/>
                    <a:pt x="356" y="586"/>
                    <a:pt x="356" y="561"/>
                  </a:cubicBezTo>
                  <a:cubicBezTo>
                    <a:pt x="356" y="535"/>
                    <a:pt x="368" y="494"/>
                    <a:pt x="366" y="473"/>
                  </a:cubicBezTo>
                  <a:cubicBezTo>
                    <a:pt x="362" y="427"/>
                    <a:pt x="403" y="320"/>
                    <a:pt x="366" y="37"/>
                  </a:cubicBezTo>
                  <a:cubicBezTo>
                    <a:pt x="359" y="0"/>
                    <a:pt x="359" y="0"/>
                    <a:pt x="359" y="0"/>
                  </a:cubicBezTo>
                  <a:cubicBezTo>
                    <a:pt x="359" y="0"/>
                    <a:pt x="283" y="36"/>
                    <a:pt x="199" y="41"/>
                  </a:cubicBezTo>
                  <a:cubicBezTo>
                    <a:pt x="116" y="46"/>
                    <a:pt x="34" y="7"/>
                    <a:pt x="34" y="7"/>
                  </a:cubicBezTo>
                  <a:cubicBezTo>
                    <a:pt x="29" y="39"/>
                    <a:pt x="29" y="39"/>
                    <a:pt x="29" y="39"/>
                  </a:cubicBezTo>
                  <a:cubicBezTo>
                    <a:pt x="29" y="39"/>
                    <a:pt x="0" y="328"/>
                    <a:pt x="32" y="486"/>
                  </a:cubicBezTo>
                  <a:cubicBezTo>
                    <a:pt x="39" y="518"/>
                    <a:pt x="28" y="541"/>
                    <a:pt x="35" y="562"/>
                  </a:cubicBezTo>
                  <a:cubicBezTo>
                    <a:pt x="42" y="583"/>
                    <a:pt x="45" y="643"/>
                    <a:pt x="49" y="661"/>
                  </a:cubicBezTo>
                  <a:cubicBezTo>
                    <a:pt x="54" y="678"/>
                    <a:pt x="43" y="746"/>
                    <a:pt x="47" y="783"/>
                  </a:cubicBezTo>
                  <a:cubicBezTo>
                    <a:pt x="50" y="821"/>
                    <a:pt x="46" y="955"/>
                    <a:pt x="47" y="994"/>
                  </a:cubicBezTo>
                  <a:cubicBezTo>
                    <a:pt x="48" y="1033"/>
                    <a:pt x="33" y="1085"/>
                    <a:pt x="39" y="1099"/>
                  </a:cubicBezTo>
                  <a:cubicBezTo>
                    <a:pt x="45" y="1114"/>
                    <a:pt x="149" y="1129"/>
                    <a:pt x="197" y="1102"/>
                  </a:cubicBezTo>
                  <a:cubicBezTo>
                    <a:pt x="197" y="1102"/>
                    <a:pt x="197" y="1102"/>
                    <a:pt x="197" y="1101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900" name="Freeform 742">
              <a:extLst>
                <a:ext uri="{FF2B5EF4-FFF2-40B4-BE49-F238E27FC236}">
                  <a16:creationId xmlns:a16="http://schemas.microsoft.com/office/drawing/2014/main" id="{FBFFC154-D81C-4DDA-B901-7305DE1E631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7" y="2099"/>
              <a:ext cx="113" cy="140"/>
            </a:xfrm>
            <a:custGeom>
              <a:avLst/>
              <a:gdLst>
                <a:gd name="T0" fmla="*/ 224 w 74"/>
                <a:gd name="T1" fmla="*/ 5 h 86"/>
                <a:gd name="T2" fmla="*/ 221 w 74"/>
                <a:gd name="T3" fmla="*/ 0 h 86"/>
                <a:gd name="T4" fmla="*/ 264 w 74"/>
                <a:gd name="T5" fmla="*/ 8 h 86"/>
                <a:gd name="T6" fmla="*/ 221 w 74"/>
                <a:gd name="T7" fmla="*/ 125 h 86"/>
                <a:gd name="T8" fmla="*/ 133 w 74"/>
                <a:gd name="T9" fmla="*/ 283 h 86"/>
                <a:gd name="T10" fmla="*/ 0 w 74"/>
                <a:gd name="T11" fmla="*/ 371 h 8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4" h="86">
                  <a:moveTo>
                    <a:pt x="63" y="1"/>
                  </a:moveTo>
                  <a:cubicBezTo>
                    <a:pt x="63" y="1"/>
                    <a:pt x="63" y="1"/>
                    <a:pt x="62" y="0"/>
                  </a:cubicBezTo>
                  <a:cubicBezTo>
                    <a:pt x="66" y="1"/>
                    <a:pt x="70" y="4"/>
                    <a:pt x="74" y="2"/>
                  </a:cubicBezTo>
                  <a:cubicBezTo>
                    <a:pt x="71" y="11"/>
                    <a:pt x="66" y="21"/>
                    <a:pt x="62" y="29"/>
                  </a:cubicBezTo>
                  <a:cubicBezTo>
                    <a:pt x="55" y="42"/>
                    <a:pt x="48" y="56"/>
                    <a:pt x="37" y="66"/>
                  </a:cubicBezTo>
                  <a:cubicBezTo>
                    <a:pt x="26" y="76"/>
                    <a:pt x="12" y="80"/>
                    <a:pt x="0" y="86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901" name="Freeform 743">
              <a:extLst>
                <a:ext uri="{FF2B5EF4-FFF2-40B4-BE49-F238E27FC236}">
                  <a16:creationId xmlns:a16="http://schemas.microsoft.com/office/drawing/2014/main" id="{64B876FD-7253-4041-AD99-0329265B11BE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3" y="2091"/>
              <a:ext cx="148" cy="98"/>
            </a:xfrm>
            <a:custGeom>
              <a:avLst/>
              <a:gdLst>
                <a:gd name="T0" fmla="*/ 27 w 97"/>
                <a:gd name="T1" fmla="*/ 0 h 60"/>
                <a:gd name="T2" fmla="*/ 0 w 97"/>
                <a:gd name="T3" fmla="*/ 13 h 60"/>
                <a:gd name="T4" fmla="*/ 63 w 97"/>
                <a:gd name="T5" fmla="*/ 126 h 60"/>
                <a:gd name="T6" fmla="*/ 189 w 97"/>
                <a:gd name="T7" fmla="*/ 227 h 60"/>
                <a:gd name="T8" fmla="*/ 345 w 97"/>
                <a:gd name="T9" fmla="*/ 261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7" h="60">
                  <a:moveTo>
                    <a:pt x="8" y="0"/>
                  </a:moveTo>
                  <a:cubicBezTo>
                    <a:pt x="5" y="0"/>
                    <a:pt x="2" y="2"/>
                    <a:pt x="0" y="3"/>
                  </a:cubicBezTo>
                  <a:cubicBezTo>
                    <a:pt x="0" y="12"/>
                    <a:pt x="13" y="24"/>
                    <a:pt x="18" y="29"/>
                  </a:cubicBezTo>
                  <a:cubicBezTo>
                    <a:pt x="29" y="38"/>
                    <a:pt x="41" y="46"/>
                    <a:pt x="53" y="52"/>
                  </a:cubicBezTo>
                  <a:cubicBezTo>
                    <a:pt x="68" y="58"/>
                    <a:pt x="81" y="60"/>
                    <a:pt x="97" y="6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902" name="Freeform 744">
              <a:extLst>
                <a:ext uri="{FF2B5EF4-FFF2-40B4-BE49-F238E27FC236}">
                  <a16:creationId xmlns:a16="http://schemas.microsoft.com/office/drawing/2014/main" id="{A0C81BBF-8F15-4107-B71F-5A9C87749421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2" y="2096"/>
              <a:ext cx="126" cy="93"/>
            </a:xfrm>
            <a:custGeom>
              <a:avLst/>
              <a:gdLst>
                <a:gd name="T0" fmla="*/ 0 w 82"/>
                <a:gd name="T1" fmla="*/ 62 h 57"/>
                <a:gd name="T2" fmla="*/ 28 w 82"/>
                <a:gd name="T3" fmla="*/ 64 h 57"/>
                <a:gd name="T4" fmla="*/ 74 w 82"/>
                <a:gd name="T5" fmla="*/ 62 h 57"/>
                <a:gd name="T6" fmla="*/ 154 w 82"/>
                <a:gd name="T7" fmla="*/ 47 h 57"/>
                <a:gd name="T8" fmla="*/ 269 w 82"/>
                <a:gd name="T9" fmla="*/ 0 h 57"/>
                <a:gd name="T10" fmla="*/ 286 w 82"/>
                <a:gd name="T11" fmla="*/ 147 h 57"/>
                <a:gd name="T12" fmla="*/ 298 w 82"/>
                <a:gd name="T13" fmla="*/ 248 h 5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2" h="57">
                  <a:moveTo>
                    <a:pt x="0" y="14"/>
                  </a:moveTo>
                  <a:cubicBezTo>
                    <a:pt x="2" y="13"/>
                    <a:pt x="5" y="15"/>
                    <a:pt x="8" y="15"/>
                  </a:cubicBezTo>
                  <a:cubicBezTo>
                    <a:pt x="12" y="15"/>
                    <a:pt x="16" y="14"/>
                    <a:pt x="20" y="14"/>
                  </a:cubicBezTo>
                  <a:cubicBezTo>
                    <a:pt x="27" y="13"/>
                    <a:pt x="35" y="12"/>
                    <a:pt x="42" y="11"/>
                  </a:cubicBezTo>
                  <a:cubicBezTo>
                    <a:pt x="54" y="9"/>
                    <a:pt x="64" y="5"/>
                    <a:pt x="74" y="0"/>
                  </a:cubicBezTo>
                  <a:cubicBezTo>
                    <a:pt x="76" y="11"/>
                    <a:pt x="78" y="23"/>
                    <a:pt x="79" y="34"/>
                  </a:cubicBezTo>
                  <a:cubicBezTo>
                    <a:pt x="79" y="42"/>
                    <a:pt x="82" y="50"/>
                    <a:pt x="82" y="57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903" name="Freeform 745">
              <a:extLst>
                <a:ext uri="{FF2B5EF4-FFF2-40B4-BE49-F238E27FC236}">
                  <a16:creationId xmlns:a16="http://schemas.microsoft.com/office/drawing/2014/main" id="{9E94A960-B5E9-414E-835D-E73D4B1C120B}"/>
                </a:ext>
              </a:extLst>
            </p:cNvPr>
            <p:cNvSpPr>
              <a:spLocks/>
            </p:cNvSpPr>
            <p:nvPr/>
          </p:nvSpPr>
          <p:spPr bwMode="auto">
            <a:xfrm>
              <a:off x="5175" y="2112"/>
              <a:ext cx="19" cy="20"/>
            </a:xfrm>
            <a:custGeom>
              <a:avLst/>
              <a:gdLst>
                <a:gd name="T0" fmla="*/ 25 w 12"/>
                <a:gd name="T1" fmla="*/ 5 h 12"/>
                <a:gd name="T2" fmla="*/ 21 w 12"/>
                <a:gd name="T3" fmla="*/ 50 h 12"/>
                <a:gd name="T4" fmla="*/ 25 w 12"/>
                <a:gd name="T5" fmla="*/ 13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2">
                  <a:moveTo>
                    <a:pt x="6" y="1"/>
                  </a:moveTo>
                  <a:cubicBezTo>
                    <a:pt x="1" y="1"/>
                    <a:pt x="0" y="11"/>
                    <a:pt x="5" y="11"/>
                  </a:cubicBezTo>
                  <a:cubicBezTo>
                    <a:pt x="11" y="12"/>
                    <a:pt x="12" y="0"/>
                    <a:pt x="6" y="3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904" name="Freeform 746">
              <a:extLst>
                <a:ext uri="{FF2B5EF4-FFF2-40B4-BE49-F238E27FC236}">
                  <a16:creationId xmlns:a16="http://schemas.microsoft.com/office/drawing/2014/main" id="{49F33D0C-7818-4CAF-8B63-4F0C29463368}"/>
                </a:ext>
              </a:extLst>
            </p:cNvPr>
            <p:cNvSpPr>
              <a:spLocks/>
            </p:cNvSpPr>
            <p:nvPr/>
          </p:nvSpPr>
          <p:spPr bwMode="auto">
            <a:xfrm>
              <a:off x="5107" y="2138"/>
              <a:ext cx="9" cy="2"/>
            </a:xfrm>
            <a:custGeom>
              <a:avLst/>
              <a:gdLst>
                <a:gd name="T0" fmla="*/ 0 w 6"/>
                <a:gd name="T1" fmla="*/ 0 h 1"/>
                <a:gd name="T2" fmla="*/ 21 w 6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">
                  <a:moveTo>
                    <a:pt x="0" y="0"/>
                  </a:moveTo>
                  <a:cubicBezTo>
                    <a:pt x="2" y="1"/>
                    <a:pt x="4" y="1"/>
                    <a:pt x="6" y="1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905" name="Freeform 747">
              <a:extLst>
                <a:ext uri="{FF2B5EF4-FFF2-40B4-BE49-F238E27FC236}">
                  <a16:creationId xmlns:a16="http://schemas.microsoft.com/office/drawing/2014/main" id="{8C562377-9805-4EBB-8A8A-820A786B13ED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7" y="2137"/>
              <a:ext cx="9" cy="1"/>
            </a:xfrm>
            <a:custGeom>
              <a:avLst/>
              <a:gdLst>
                <a:gd name="T0" fmla="*/ 0 w 6"/>
                <a:gd name="T1" fmla="*/ 1 h 1"/>
                <a:gd name="T2" fmla="*/ 21 w 6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">
                  <a:moveTo>
                    <a:pt x="0" y="1"/>
                  </a:moveTo>
                  <a:cubicBezTo>
                    <a:pt x="2" y="1"/>
                    <a:pt x="4" y="0"/>
                    <a:pt x="6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906" name="Freeform 748">
              <a:extLst>
                <a:ext uri="{FF2B5EF4-FFF2-40B4-BE49-F238E27FC236}">
                  <a16:creationId xmlns:a16="http://schemas.microsoft.com/office/drawing/2014/main" id="{236C87FA-E383-4543-8E52-23E30C0D620F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8" y="2134"/>
              <a:ext cx="8" cy="1"/>
            </a:xfrm>
            <a:custGeom>
              <a:avLst/>
              <a:gdLst>
                <a:gd name="T0" fmla="*/ 0 w 5"/>
                <a:gd name="T1" fmla="*/ 1 h 1"/>
                <a:gd name="T2" fmla="*/ 21 w 5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">
                  <a:moveTo>
                    <a:pt x="0" y="1"/>
                  </a:moveTo>
                  <a:cubicBezTo>
                    <a:pt x="1" y="1"/>
                    <a:pt x="4" y="1"/>
                    <a:pt x="5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907" name="Freeform 749">
              <a:extLst>
                <a:ext uri="{FF2B5EF4-FFF2-40B4-BE49-F238E27FC236}">
                  <a16:creationId xmlns:a16="http://schemas.microsoft.com/office/drawing/2014/main" id="{1850C835-96CB-4979-A50B-B6C888823784}"/>
                </a:ext>
              </a:extLst>
            </p:cNvPr>
            <p:cNvSpPr>
              <a:spLocks/>
            </p:cNvSpPr>
            <p:nvPr/>
          </p:nvSpPr>
          <p:spPr bwMode="auto">
            <a:xfrm>
              <a:off x="5166" y="2129"/>
              <a:ext cx="5" cy="1"/>
            </a:xfrm>
            <a:custGeom>
              <a:avLst/>
              <a:gdLst>
                <a:gd name="T0" fmla="*/ 0 w 3"/>
                <a:gd name="T1" fmla="*/ 1 h 1"/>
                <a:gd name="T2" fmla="*/ 13 w 3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">
                  <a:moveTo>
                    <a:pt x="0" y="1"/>
                  </a:moveTo>
                  <a:cubicBezTo>
                    <a:pt x="0" y="1"/>
                    <a:pt x="2" y="1"/>
                    <a:pt x="3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908" name="Freeform 750">
              <a:extLst>
                <a:ext uri="{FF2B5EF4-FFF2-40B4-BE49-F238E27FC236}">
                  <a16:creationId xmlns:a16="http://schemas.microsoft.com/office/drawing/2014/main" id="{7EA17385-BD46-42D7-866F-619AC670991C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4" y="2135"/>
              <a:ext cx="69" cy="178"/>
            </a:xfrm>
            <a:custGeom>
              <a:avLst/>
              <a:gdLst>
                <a:gd name="T0" fmla="*/ 163 w 45"/>
                <a:gd name="T1" fmla="*/ 475 h 109"/>
                <a:gd name="T2" fmla="*/ 32 w 45"/>
                <a:gd name="T3" fmla="*/ 0 h 109"/>
                <a:gd name="T4" fmla="*/ 149 w 45"/>
                <a:gd name="T5" fmla="*/ 467 h 10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5" h="109">
                  <a:moveTo>
                    <a:pt x="45" y="109"/>
                  </a:moveTo>
                  <a:cubicBezTo>
                    <a:pt x="19" y="86"/>
                    <a:pt x="10" y="34"/>
                    <a:pt x="9" y="0"/>
                  </a:cubicBezTo>
                  <a:cubicBezTo>
                    <a:pt x="0" y="32"/>
                    <a:pt x="6" y="101"/>
                    <a:pt x="41" y="107"/>
                  </a:cubicBezTo>
                </a:path>
              </a:pathLst>
            </a:custGeom>
            <a:solidFill>
              <a:srgbClr val="BBDF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909" name="Freeform 751">
              <a:extLst>
                <a:ext uri="{FF2B5EF4-FFF2-40B4-BE49-F238E27FC236}">
                  <a16:creationId xmlns:a16="http://schemas.microsoft.com/office/drawing/2014/main" id="{C6309706-2E73-4220-AAAF-B51E00A5794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5" y="2164"/>
              <a:ext cx="92" cy="98"/>
            </a:xfrm>
            <a:custGeom>
              <a:avLst/>
              <a:gdLst>
                <a:gd name="T0" fmla="*/ 0 w 60"/>
                <a:gd name="T1" fmla="*/ 214 h 60"/>
                <a:gd name="T2" fmla="*/ 61 w 60"/>
                <a:gd name="T3" fmla="*/ 186 h 60"/>
                <a:gd name="T4" fmla="*/ 123 w 60"/>
                <a:gd name="T5" fmla="*/ 144 h 60"/>
                <a:gd name="T6" fmla="*/ 216 w 60"/>
                <a:gd name="T7" fmla="*/ 0 h 60"/>
                <a:gd name="T8" fmla="*/ 176 w 60"/>
                <a:gd name="T9" fmla="*/ 109 h 60"/>
                <a:gd name="T10" fmla="*/ 113 w 60"/>
                <a:gd name="T11" fmla="*/ 178 h 60"/>
                <a:gd name="T12" fmla="*/ 43 w 60"/>
                <a:gd name="T13" fmla="*/ 222 h 60"/>
                <a:gd name="T14" fmla="*/ 5 w 60"/>
                <a:gd name="T15" fmla="*/ 232 h 6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0" h="60">
                  <a:moveTo>
                    <a:pt x="0" y="49"/>
                  </a:moveTo>
                  <a:cubicBezTo>
                    <a:pt x="5" y="52"/>
                    <a:pt x="13" y="45"/>
                    <a:pt x="17" y="43"/>
                  </a:cubicBezTo>
                  <a:cubicBezTo>
                    <a:pt x="23" y="40"/>
                    <a:pt x="29" y="37"/>
                    <a:pt x="34" y="33"/>
                  </a:cubicBezTo>
                  <a:cubicBezTo>
                    <a:pt x="45" y="23"/>
                    <a:pt x="53" y="14"/>
                    <a:pt x="60" y="0"/>
                  </a:cubicBezTo>
                  <a:cubicBezTo>
                    <a:pt x="60" y="7"/>
                    <a:pt x="53" y="20"/>
                    <a:pt x="49" y="25"/>
                  </a:cubicBezTo>
                  <a:cubicBezTo>
                    <a:pt x="44" y="32"/>
                    <a:pt x="37" y="37"/>
                    <a:pt x="31" y="41"/>
                  </a:cubicBezTo>
                  <a:cubicBezTo>
                    <a:pt x="25" y="45"/>
                    <a:pt x="19" y="48"/>
                    <a:pt x="12" y="51"/>
                  </a:cubicBezTo>
                  <a:cubicBezTo>
                    <a:pt x="9" y="53"/>
                    <a:pt x="1" y="60"/>
                    <a:pt x="1" y="53"/>
                  </a:cubicBezTo>
                </a:path>
              </a:pathLst>
            </a:custGeom>
            <a:solidFill>
              <a:srgbClr val="BBDF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910" name="Freeform 752">
              <a:extLst>
                <a:ext uri="{FF2B5EF4-FFF2-40B4-BE49-F238E27FC236}">
                  <a16:creationId xmlns:a16="http://schemas.microsoft.com/office/drawing/2014/main" id="{2923D1C5-7DAD-41B9-8C8C-C7C281C390E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3" y="2034"/>
              <a:ext cx="15" cy="62"/>
            </a:xfrm>
            <a:custGeom>
              <a:avLst/>
              <a:gdLst>
                <a:gd name="T0" fmla="*/ 21 w 10"/>
                <a:gd name="T1" fmla="*/ 0 h 38"/>
                <a:gd name="T2" fmla="*/ 5 w 10"/>
                <a:gd name="T3" fmla="*/ 165 h 38"/>
                <a:gd name="T4" fmla="*/ 18 w 10"/>
                <a:gd name="T5" fmla="*/ 75 h 38"/>
                <a:gd name="T6" fmla="*/ 26 w 10"/>
                <a:gd name="T7" fmla="*/ 0 h 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38">
                  <a:moveTo>
                    <a:pt x="6" y="0"/>
                  </a:moveTo>
                  <a:cubicBezTo>
                    <a:pt x="9" y="12"/>
                    <a:pt x="0" y="26"/>
                    <a:pt x="1" y="38"/>
                  </a:cubicBezTo>
                  <a:cubicBezTo>
                    <a:pt x="4" y="36"/>
                    <a:pt x="4" y="22"/>
                    <a:pt x="5" y="17"/>
                  </a:cubicBezTo>
                  <a:cubicBezTo>
                    <a:pt x="6" y="13"/>
                    <a:pt x="10" y="4"/>
                    <a:pt x="7" y="0"/>
                  </a:cubicBezTo>
                </a:path>
              </a:pathLst>
            </a:custGeom>
            <a:solidFill>
              <a:srgbClr val="BBDF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911" name="Freeform 753">
              <a:extLst>
                <a:ext uri="{FF2B5EF4-FFF2-40B4-BE49-F238E27FC236}">
                  <a16:creationId xmlns:a16="http://schemas.microsoft.com/office/drawing/2014/main" id="{45B6087D-0EE0-409D-A6D5-1B8999BA960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1" y="2008"/>
              <a:ext cx="16" cy="60"/>
            </a:xfrm>
            <a:custGeom>
              <a:avLst/>
              <a:gdLst>
                <a:gd name="T0" fmla="*/ 28 w 11"/>
                <a:gd name="T1" fmla="*/ 5 h 37"/>
                <a:gd name="T2" fmla="*/ 13 w 11"/>
                <a:gd name="T3" fmla="*/ 94 h 37"/>
                <a:gd name="T4" fmla="*/ 9 w 11"/>
                <a:gd name="T5" fmla="*/ 157 h 37"/>
                <a:gd name="T6" fmla="*/ 22 w 11"/>
                <a:gd name="T7" fmla="*/ 73 h 37"/>
                <a:gd name="T8" fmla="*/ 28 w 11"/>
                <a:gd name="T9" fmla="*/ 0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37">
                  <a:moveTo>
                    <a:pt x="9" y="1"/>
                  </a:moveTo>
                  <a:cubicBezTo>
                    <a:pt x="6" y="5"/>
                    <a:pt x="5" y="16"/>
                    <a:pt x="4" y="22"/>
                  </a:cubicBezTo>
                  <a:cubicBezTo>
                    <a:pt x="4" y="25"/>
                    <a:pt x="0" y="34"/>
                    <a:pt x="3" y="37"/>
                  </a:cubicBezTo>
                  <a:cubicBezTo>
                    <a:pt x="6" y="32"/>
                    <a:pt x="6" y="23"/>
                    <a:pt x="7" y="17"/>
                  </a:cubicBezTo>
                  <a:cubicBezTo>
                    <a:pt x="8" y="12"/>
                    <a:pt x="11" y="4"/>
                    <a:pt x="9" y="0"/>
                  </a:cubicBezTo>
                </a:path>
              </a:pathLst>
            </a:custGeom>
            <a:solidFill>
              <a:srgbClr val="BBDF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912" name="Freeform 754">
              <a:extLst>
                <a:ext uri="{FF2B5EF4-FFF2-40B4-BE49-F238E27FC236}">
                  <a16:creationId xmlns:a16="http://schemas.microsoft.com/office/drawing/2014/main" id="{8342CC9D-3D41-41A9-880E-6E369D2DB9A1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9" y="2052"/>
              <a:ext cx="13" cy="59"/>
            </a:xfrm>
            <a:custGeom>
              <a:avLst/>
              <a:gdLst>
                <a:gd name="T0" fmla="*/ 26 w 8"/>
                <a:gd name="T1" fmla="*/ 5 h 36"/>
                <a:gd name="T2" fmla="*/ 5 w 8"/>
                <a:gd name="T3" fmla="*/ 152 h 36"/>
                <a:gd name="T4" fmla="*/ 26 w 8"/>
                <a:gd name="T5" fmla="*/ 75 h 36"/>
                <a:gd name="T6" fmla="*/ 34 w 8"/>
                <a:gd name="T7" fmla="*/ 0 h 3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36">
                  <a:moveTo>
                    <a:pt x="6" y="1"/>
                  </a:moveTo>
                  <a:cubicBezTo>
                    <a:pt x="3" y="11"/>
                    <a:pt x="0" y="24"/>
                    <a:pt x="1" y="35"/>
                  </a:cubicBezTo>
                  <a:cubicBezTo>
                    <a:pt x="6" y="36"/>
                    <a:pt x="5" y="21"/>
                    <a:pt x="6" y="17"/>
                  </a:cubicBezTo>
                  <a:cubicBezTo>
                    <a:pt x="6" y="11"/>
                    <a:pt x="8" y="5"/>
                    <a:pt x="8" y="0"/>
                  </a:cubicBezTo>
                </a:path>
              </a:pathLst>
            </a:custGeom>
            <a:solidFill>
              <a:srgbClr val="BBDF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913" name="Freeform 755">
              <a:extLst>
                <a:ext uri="{FF2B5EF4-FFF2-40B4-BE49-F238E27FC236}">
                  <a16:creationId xmlns:a16="http://schemas.microsoft.com/office/drawing/2014/main" id="{60336C7C-5EA0-459E-AC27-A9A4FC146A59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6" y="2064"/>
              <a:ext cx="10" cy="29"/>
            </a:xfrm>
            <a:custGeom>
              <a:avLst/>
              <a:gdLst>
                <a:gd name="T0" fmla="*/ 20 w 7"/>
                <a:gd name="T1" fmla="*/ 8 h 18"/>
                <a:gd name="T2" fmla="*/ 0 w 7"/>
                <a:gd name="T3" fmla="*/ 34 h 18"/>
                <a:gd name="T4" fmla="*/ 20 w 7"/>
                <a:gd name="T5" fmla="*/ 50 h 18"/>
                <a:gd name="T6" fmla="*/ 19 w 7"/>
                <a:gd name="T7" fmla="*/ 5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18">
                  <a:moveTo>
                    <a:pt x="7" y="2"/>
                  </a:moveTo>
                  <a:cubicBezTo>
                    <a:pt x="3" y="0"/>
                    <a:pt x="0" y="3"/>
                    <a:pt x="0" y="8"/>
                  </a:cubicBezTo>
                  <a:cubicBezTo>
                    <a:pt x="0" y="12"/>
                    <a:pt x="4" y="18"/>
                    <a:pt x="7" y="12"/>
                  </a:cubicBezTo>
                  <a:cubicBezTo>
                    <a:pt x="0" y="12"/>
                    <a:pt x="4" y="3"/>
                    <a:pt x="6" y="1"/>
                  </a:cubicBezTo>
                </a:path>
              </a:pathLst>
            </a:custGeom>
            <a:solidFill>
              <a:srgbClr val="BBDF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914" name="Freeform 756">
              <a:extLst>
                <a:ext uri="{FF2B5EF4-FFF2-40B4-BE49-F238E27FC236}">
                  <a16:creationId xmlns:a16="http://schemas.microsoft.com/office/drawing/2014/main" id="{92B71CB1-C8A3-46D9-B726-40D3A1C3B591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3" y="2038"/>
              <a:ext cx="13" cy="47"/>
            </a:xfrm>
            <a:custGeom>
              <a:avLst/>
              <a:gdLst>
                <a:gd name="T0" fmla="*/ 0 w 8"/>
                <a:gd name="T1" fmla="*/ 8 h 29"/>
                <a:gd name="T2" fmla="*/ 34 w 8"/>
                <a:gd name="T3" fmla="*/ 123 h 29"/>
                <a:gd name="T4" fmla="*/ 5 w 8"/>
                <a:gd name="T5" fmla="*/ 8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29">
                  <a:moveTo>
                    <a:pt x="0" y="2"/>
                  </a:moveTo>
                  <a:cubicBezTo>
                    <a:pt x="5" y="10"/>
                    <a:pt x="5" y="21"/>
                    <a:pt x="8" y="29"/>
                  </a:cubicBezTo>
                  <a:cubicBezTo>
                    <a:pt x="7" y="25"/>
                    <a:pt x="5" y="0"/>
                    <a:pt x="1" y="2"/>
                  </a:cubicBezTo>
                </a:path>
              </a:pathLst>
            </a:custGeom>
            <a:solidFill>
              <a:srgbClr val="BBDF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915" name="Freeform 757">
              <a:extLst>
                <a:ext uri="{FF2B5EF4-FFF2-40B4-BE49-F238E27FC236}">
                  <a16:creationId xmlns:a16="http://schemas.microsoft.com/office/drawing/2014/main" id="{F99D3941-FCC5-49E1-91C2-D44B1AF2B13B}"/>
                </a:ext>
              </a:extLst>
            </p:cNvPr>
            <p:cNvSpPr>
              <a:spLocks/>
            </p:cNvSpPr>
            <p:nvPr/>
          </p:nvSpPr>
          <p:spPr bwMode="auto">
            <a:xfrm>
              <a:off x="5114" y="2016"/>
              <a:ext cx="22" cy="56"/>
            </a:xfrm>
            <a:custGeom>
              <a:avLst/>
              <a:gdLst>
                <a:gd name="T0" fmla="*/ 0 w 14"/>
                <a:gd name="T1" fmla="*/ 21 h 34"/>
                <a:gd name="T2" fmla="*/ 22 w 14"/>
                <a:gd name="T3" fmla="*/ 96 h 34"/>
                <a:gd name="T4" fmla="*/ 35 w 14"/>
                <a:gd name="T5" fmla="*/ 152 h 34"/>
                <a:gd name="T6" fmla="*/ 31 w 14"/>
                <a:gd name="T7" fmla="*/ 76 h 34"/>
                <a:gd name="T8" fmla="*/ 0 w 14"/>
                <a:gd name="T9" fmla="*/ 21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34">
                  <a:moveTo>
                    <a:pt x="0" y="5"/>
                  </a:moveTo>
                  <a:cubicBezTo>
                    <a:pt x="2" y="10"/>
                    <a:pt x="4" y="16"/>
                    <a:pt x="6" y="21"/>
                  </a:cubicBezTo>
                  <a:cubicBezTo>
                    <a:pt x="7" y="25"/>
                    <a:pt x="7" y="31"/>
                    <a:pt x="9" y="34"/>
                  </a:cubicBezTo>
                  <a:cubicBezTo>
                    <a:pt x="14" y="30"/>
                    <a:pt x="10" y="22"/>
                    <a:pt x="8" y="17"/>
                  </a:cubicBezTo>
                  <a:cubicBezTo>
                    <a:pt x="7" y="13"/>
                    <a:pt x="5" y="0"/>
                    <a:pt x="0" y="5"/>
                  </a:cubicBezTo>
                </a:path>
              </a:pathLst>
            </a:custGeom>
            <a:solidFill>
              <a:srgbClr val="BBDF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916" name="Freeform 758">
              <a:extLst>
                <a:ext uri="{FF2B5EF4-FFF2-40B4-BE49-F238E27FC236}">
                  <a16:creationId xmlns:a16="http://schemas.microsoft.com/office/drawing/2014/main" id="{2DD1E37F-23A7-4CC1-8A21-BD156508EEB7}"/>
                </a:ext>
              </a:extLst>
            </p:cNvPr>
            <p:cNvSpPr>
              <a:spLocks/>
            </p:cNvSpPr>
            <p:nvPr/>
          </p:nvSpPr>
          <p:spPr bwMode="auto">
            <a:xfrm>
              <a:off x="5177" y="1997"/>
              <a:ext cx="18" cy="55"/>
            </a:xfrm>
            <a:custGeom>
              <a:avLst/>
              <a:gdLst>
                <a:gd name="T0" fmla="*/ 0 w 12"/>
                <a:gd name="T1" fmla="*/ 8 h 34"/>
                <a:gd name="T2" fmla="*/ 32 w 12"/>
                <a:gd name="T3" fmla="*/ 144 h 34"/>
                <a:gd name="T4" fmla="*/ 39 w 12"/>
                <a:gd name="T5" fmla="*/ 136 h 34"/>
                <a:gd name="T6" fmla="*/ 0 w 12"/>
                <a:gd name="T7" fmla="*/ 13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34">
                  <a:moveTo>
                    <a:pt x="0" y="2"/>
                  </a:moveTo>
                  <a:cubicBezTo>
                    <a:pt x="1" y="12"/>
                    <a:pt x="5" y="25"/>
                    <a:pt x="9" y="34"/>
                  </a:cubicBezTo>
                  <a:cubicBezTo>
                    <a:pt x="9" y="34"/>
                    <a:pt x="11" y="33"/>
                    <a:pt x="11" y="32"/>
                  </a:cubicBezTo>
                  <a:cubicBezTo>
                    <a:pt x="12" y="27"/>
                    <a:pt x="4" y="0"/>
                    <a:pt x="0" y="3"/>
                  </a:cubicBezTo>
                </a:path>
              </a:pathLst>
            </a:custGeom>
            <a:solidFill>
              <a:srgbClr val="BBDF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917" name="Freeform 759">
              <a:extLst>
                <a:ext uri="{FF2B5EF4-FFF2-40B4-BE49-F238E27FC236}">
                  <a16:creationId xmlns:a16="http://schemas.microsoft.com/office/drawing/2014/main" id="{79C131E0-9F64-4A8D-A3CD-89E989DB8F5F}"/>
                </a:ext>
              </a:extLst>
            </p:cNvPr>
            <p:cNvSpPr>
              <a:spLocks/>
            </p:cNvSpPr>
            <p:nvPr/>
          </p:nvSpPr>
          <p:spPr bwMode="auto">
            <a:xfrm>
              <a:off x="5090" y="2101"/>
              <a:ext cx="105" cy="28"/>
            </a:xfrm>
            <a:custGeom>
              <a:avLst/>
              <a:gdLst>
                <a:gd name="T0" fmla="*/ 5 w 69"/>
                <a:gd name="T1" fmla="*/ 63 h 17"/>
                <a:gd name="T2" fmla="*/ 5 w 69"/>
                <a:gd name="T3" fmla="*/ 63 h 17"/>
                <a:gd name="T4" fmla="*/ 26 w 69"/>
                <a:gd name="T5" fmla="*/ 63 h 17"/>
                <a:gd name="T6" fmla="*/ 53 w 69"/>
                <a:gd name="T7" fmla="*/ 58 h 17"/>
                <a:gd name="T8" fmla="*/ 99 w 69"/>
                <a:gd name="T9" fmla="*/ 49 h 17"/>
                <a:gd name="T10" fmla="*/ 190 w 69"/>
                <a:gd name="T11" fmla="*/ 21 h 17"/>
                <a:gd name="T12" fmla="*/ 222 w 69"/>
                <a:gd name="T13" fmla="*/ 5 h 17"/>
                <a:gd name="T14" fmla="*/ 236 w 69"/>
                <a:gd name="T15" fmla="*/ 0 h 17"/>
                <a:gd name="T16" fmla="*/ 236 w 69"/>
                <a:gd name="T17" fmla="*/ 20 h 17"/>
                <a:gd name="T18" fmla="*/ 208 w 69"/>
                <a:gd name="T19" fmla="*/ 33 h 17"/>
                <a:gd name="T20" fmla="*/ 169 w 69"/>
                <a:gd name="T21" fmla="*/ 49 h 17"/>
                <a:gd name="T22" fmla="*/ 137 w 69"/>
                <a:gd name="T23" fmla="*/ 63 h 17"/>
                <a:gd name="T24" fmla="*/ 110 w 69"/>
                <a:gd name="T25" fmla="*/ 68 h 17"/>
                <a:gd name="T26" fmla="*/ 49 w 69"/>
                <a:gd name="T27" fmla="*/ 76 h 17"/>
                <a:gd name="T28" fmla="*/ 18 w 69"/>
                <a:gd name="T29" fmla="*/ 76 h 17"/>
                <a:gd name="T30" fmla="*/ 5 w 69"/>
                <a:gd name="T31" fmla="*/ 63 h 17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69" h="17">
                  <a:moveTo>
                    <a:pt x="1" y="14"/>
                  </a:moveTo>
                  <a:cubicBezTo>
                    <a:pt x="1" y="14"/>
                    <a:pt x="0" y="13"/>
                    <a:pt x="1" y="14"/>
                  </a:cubicBezTo>
                  <a:cubicBezTo>
                    <a:pt x="3" y="14"/>
                    <a:pt x="5" y="14"/>
                    <a:pt x="7" y="14"/>
                  </a:cubicBezTo>
                  <a:cubicBezTo>
                    <a:pt x="10" y="14"/>
                    <a:pt x="12" y="13"/>
                    <a:pt x="15" y="13"/>
                  </a:cubicBezTo>
                  <a:cubicBezTo>
                    <a:pt x="20" y="13"/>
                    <a:pt x="24" y="12"/>
                    <a:pt x="28" y="11"/>
                  </a:cubicBezTo>
                  <a:cubicBezTo>
                    <a:pt x="37" y="9"/>
                    <a:pt x="45" y="7"/>
                    <a:pt x="54" y="5"/>
                  </a:cubicBezTo>
                  <a:cubicBezTo>
                    <a:pt x="57" y="4"/>
                    <a:pt x="60" y="2"/>
                    <a:pt x="63" y="1"/>
                  </a:cubicBezTo>
                  <a:cubicBezTo>
                    <a:pt x="64" y="1"/>
                    <a:pt x="66" y="0"/>
                    <a:pt x="67" y="0"/>
                  </a:cubicBezTo>
                  <a:cubicBezTo>
                    <a:pt x="69" y="0"/>
                    <a:pt x="69" y="2"/>
                    <a:pt x="67" y="4"/>
                  </a:cubicBezTo>
                  <a:cubicBezTo>
                    <a:pt x="66" y="6"/>
                    <a:pt x="62" y="6"/>
                    <a:pt x="59" y="7"/>
                  </a:cubicBezTo>
                  <a:cubicBezTo>
                    <a:pt x="56" y="9"/>
                    <a:pt x="52" y="11"/>
                    <a:pt x="48" y="11"/>
                  </a:cubicBezTo>
                  <a:cubicBezTo>
                    <a:pt x="45" y="12"/>
                    <a:pt x="42" y="13"/>
                    <a:pt x="39" y="14"/>
                  </a:cubicBezTo>
                  <a:cubicBezTo>
                    <a:pt x="36" y="14"/>
                    <a:pt x="33" y="14"/>
                    <a:pt x="31" y="15"/>
                  </a:cubicBezTo>
                  <a:cubicBezTo>
                    <a:pt x="25" y="16"/>
                    <a:pt x="19" y="17"/>
                    <a:pt x="14" y="17"/>
                  </a:cubicBezTo>
                  <a:cubicBezTo>
                    <a:pt x="11" y="17"/>
                    <a:pt x="8" y="17"/>
                    <a:pt x="5" y="17"/>
                  </a:cubicBezTo>
                  <a:cubicBezTo>
                    <a:pt x="3" y="16"/>
                    <a:pt x="2" y="15"/>
                    <a:pt x="1" y="14"/>
                  </a:cubicBezTo>
                </a:path>
              </a:pathLst>
            </a:custGeom>
            <a:solidFill>
              <a:srgbClr val="BBDF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918" name="Freeform 760">
              <a:extLst>
                <a:ext uri="{FF2B5EF4-FFF2-40B4-BE49-F238E27FC236}">
                  <a16:creationId xmlns:a16="http://schemas.microsoft.com/office/drawing/2014/main" id="{4FDE451E-2BCF-4054-B6A7-C8F890EF8DC1}"/>
                </a:ext>
              </a:extLst>
            </p:cNvPr>
            <p:cNvSpPr>
              <a:spLocks/>
            </p:cNvSpPr>
            <p:nvPr/>
          </p:nvSpPr>
          <p:spPr bwMode="auto">
            <a:xfrm>
              <a:off x="5180" y="2117"/>
              <a:ext cx="6" cy="12"/>
            </a:xfrm>
            <a:custGeom>
              <a:avLst/>
              <a:gdLst>
                <a:gd name="T0" fmla="*/ 12 w 4"/>
                <a:gd name="T1" fmla="*/ 5 h 7"/>
                <a:gd name="T2" fmla="*/ 5 w 4"/>
                <a:gd name="T3" fmla="*/ 29 h 7"/>
                <a:gd name="T4" fmla="*/ 12 w 4"/>
                <a:gd name="T5" fmla="*/ 9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7">
                  <a:moveTo>
                    <a:pt x="3" y="1"/>
                  </a:moveTo>
                  <a:cubicBezTo>
                    <a:pt x="1" y="0"/>
                    <a:pt x="0" y="4"/>
                    <a:pt x="1" y="6"/>
                  </a:cubicBezTo>
                  <a:cubicBezTo>
                    <a:pt x="3" y="7"/>
                    <a:pt x="4" y="3"/>
                    <a:pt x="3" y="2"/>
                  </a:cubicBezTo>
                </a:path>
              </a:pathLst>
            </a:custGeom>
            <a:solidFill>
              <a:srgbClr val="BBDF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919" name="Freeform 761">
              <a:extLst>
                <a:ext uri="{FF2B5EF4-FFF2-40B4-BE49-F238E27FC236}">
                  <a16:creationId xmlns:a16="http://schemas.microsoft.com/office/drawing/2014/main" id="{83FC2922-DF34-4B99-A924-B9AA8357ED08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4" y="2098"/>
              <a:ext cx="76" cy="80"/>
            </a:xfrm>
            <a:custGeom>
              <a:avLst/>
              <a:gdLst>
                <a:gd name="T0" fmla="*/ 8 w 50"/>
                <a:gd name="T1" fmla="*/ 0 h 49"/>
                <a:gd name="T2" fmla="*/ 40 w 50"/>
                <a:gd name="T3" fmla="*/ 69 h 49"/>
                <a:gd name="T4" fmla="*/ 81 w 50"/>
                <a:gd name="T5" fmla="*/ 126 h 49"/>
                <a:gd name="T6" fmla="*/ 128 w 50"/>
                <a:gd name="T7" fmla="*/ 170 h 49"/>
                <a:gd name="T8" fmla="*/ 155 w 50"/>
                <a:gd name="T9" fmla="*/ 194 h 49"/>
                <a:gd name="T10" fmla="*/ 176 w 50"/>
                <a:gd name="T11" fmla="*/ 207 h 49"/>
                <a:gd name="T12" fmla="*/ 102 w 50"/>
                <a:gd name="T13" fmla="*/ 170 h 49"/>
                <a:gd name="T14" fmla="*/ 46 w 50"/>
                <a:gd name="T15" fmla="*/ 101 h 49"/>
                <a:gd name="T16" fmla="*/ 18 w 50"/>
                <a:gd name="T17" fmla="*/ 47 h 49"/>
                <a:gd name="T18" fmla="*/ 0 w 50"/>
                <a:gd name="T19" fmla="*/ 5 h 49"/>
                <a:gd name="T20" fmla="*/ 12 w 50"/>
                <a:gd name="T21" fmla="*/ 5 h 4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0" h="49">
                  <a:moveTo>
                    <a:pt x="2" y="0"/>
                  </a:moveTo>
                  <a:cubicBezTo>
                    <a:pt x="6" y="5"/>
                    <a:pt x="8" y="11"/>
                    <a:pt x="11" y="16"/>
                  </a:cubicBezTo>
                  <a:cubicBezTo>
                    <a:pt x="15" y="21"/>
                    <a:pt x="19" y="25"/>
                    <a:pt x="23" y="29"/>
                  </a:cubicBezTo>
                  <a:cubicBezTo>
                    <a:pt x="27" y="33"/>
                    <a:pt x="31" y="37"/>
                    <a:pt x="36" y="39"/>
                  </a:cubicBezTo>
                  <a:cubicBezTo>
                    <a:pt x="39" y="41"/>
                    <a:pt x="41" y="43"/>
                    <a:pt x="44" y="45"/>
                  </a:cubicBezTo>
                  <a:cubicBezTo>
                    <a:pt x="46" y="46"/>
                    <a:pt x="49" y="47"/>
                    <a:pt x="50" y="48"/>
                  </a:cubicBezTo>
                  <a:cubicBezTo>
                    <a:pt x="42" y="49"/>
                    <a:pt x="35" y="43"/>
                    <a:pt x="29" y="39"/>
                  </a:cubicBezTo>
                  <a:cubicBezTo>
                    <a:pt x="23" y="35"/>
                    <a:pt x="17" y="29"/>
                    <a:pt x="13" y="23"/>
                  </a:cubicBezTo>
                  <a:cubicBezTo>
                    <a:pt x="10" y="19"/>
                    <a:pt x="7" y="15"/>
                    <a:pt x="5" y="11"/>
                  </a:cubicBezTo>
                  <a:cubicBezTo>
                    <a:pt x="3" y="8"/>
                    <a:pt x="0" y="5"/>
                    <a:pt x="0" y="1"/>
                  </a:cubicBezTo>
                  <a:cubicBezTo>
                    <a:pt x="1" y="1"/>
                    <a:pt x="2" y="1"/>
                    <a:pt x="3" y="1"/>
                  </a:cubicBezTo>
                </a:path>
              </a:pathLst>
            </a:custGeom>
            <a:solidFill>
              <a:srgbClr val="BBDF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920" name="Freeform 762">
              <a:extLst>
                <a:ext uri="{FF2B5EF4-FFF2-40B4-BE49-F238E27FC236}">
                  <a16:creationId xmlns:a16="http://schemas.microsoft.com/office/drawing/2014/main" id="{2E77234D-FA9D-44BB-81A1-8B4DF3963E63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5" y="2106"/>
              <a:ext cx="12" cy="104"/>
            </a:xfrm>
            <a:custGeom>
              <a:avLst/>
              <a:gdLst>
                <a:gd name="T0" fmla="*/ 26 w 8"/>
                <a:gd name="T1" fmla="*/ 8 h 64"/>
                <a:gd name="T2" fmla="*/ 12 w 8"/>
                <a:gd name="T3" fmla="*/ 60 h 64"/>
                <a:gd name="T4" fmla="*/ 12 w 8"/>
                <a:gd name="T5" fmla="*/ 138 h 64"/>
                <a:gd name="T6" fmla="*/ 18 w 8"/>
                <a:gd name="T7" fmla="*/ 211 h 64"/>
                <a:gd name="T8" fmla="*/ 18 w 8"/>
                <a:gd name="T9" fmla="*/ 275 h 64"/>
                <a:gd name="T10" fmla="*/ 12 w 8"/>
                <a:gd name="T11" fmla="*/ 180 h 64"/>
                <a:gd name="T12" fmla="*/ 5 w 8"/>
                <a:gd name="T13" fmla="*/ 88 h 64"/>
                <a:gd name="T14" fmla="*/ 27 w 8"/>
                <a:gd name="T15" fmla="*/ 0 h 6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" h="64">
                  <a:moveTo>
                    <a:pt x="7" y="2"/>
                  </a:moveTo>
                  <a:cubicBezTo>
                    <a:pt x="4" y="3"/>
                    <a:pt x="4" y="10"/>
                    <a:pt x="3" y="14"/>
                  </a:cubicBezTo>
                  <a:cubicBezTo>
                    <a:pt x="3" y="20"/>
                    <a:pt x="3" y="26"/>
                    <a:pt x="3" y="32"/>
                  </a:cubicBezTo>
                  <a:cubicBezTo>
                    <a:pt x="4" y="38"/>
                    <a:pt x="5" y="43"/>
                    <a:pt x="5" y="49"/>
                  </a:cubicBezTo>
                  <a:cubicBezTo>
                    <a:pt x="6" y="53"/>
                    <a:pt x="7" y="60"/>
                    <a:pt x="5" y="64"/>
                  </a:cubicBezTo>
                  <a:cubicBezTo>
                    <a:pt x="4" y="57"/>
                    <a:pt x="3" y="49"/>
                    <a:pt x="3" y="42"/>
                  </a:cubicBezTo>
                  <a:cubicBezTo>
                    <a:pt x="2" y="34"/>
                    <a:pt x="0" y="27"/>
                    <a:pt x="1" y="20"/>
                  </a:cubicBezTo>
                  <a:cubicBezTo>
                    <a:pt x="1" y="13"/>
                    <a:pt x="3" y="3"/>
                    <a:pt x="8" y="0"/>
                  </a:cubicBezTo>
                </a:path>
              </a:pathLst>
            </a:custGeom>
            <a:solidFill>
              <a:srgbClr val="BBDF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921" name="Freeform 763">
              <a:extLst>
                <a:ext uri="{FF2B5EF4-FFF2-40B4-BE49-F238E27FC236}">
                  <a16:creationId xmlns:a16="http://schemas.microsoft.com/office/drawing/2014/main" id="{3883AAAE-9F49-4A69-AC6F-125F6C5C89E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3" y="2879"/>
              <a:ext cx="157" cy="125"/>
            </a:xfrm>
            <a:custGeom>
              <a:avLst/>
              <a:gdLst>
                <a:gd name="T0" fmla="*/ 0 w 103"/>
                <a:gd name="T1" fmla="*/ 0 h 77"/>
                <a:gd name="T2" fmla="*/ 169 w 103"/>
                <a:gd name="T3" fmla="*/ 234 h 77"/>
                <a:gd name="T4" fmla="*/ 364 w 103"/>
                <a:gd name="T5" fmla="*/ 330 h 77"/>
                <a:gd name="T6" fmla="*/ 0 w 103"/>
                <a:gd name="T7" fmla="*/ 21 h 7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3" h="77">
                  <a:moveTo>
                    <a:pt x="0" y="0"/>
                  </a:moveTo>
                  <a:cubicBezTo>
                    <a:pt x="6" y="22"/>
                    <a:pt x="31" y="45"/>
                    <a:pt x="48" y="55"/>
                  </a:cubicBezTo>
                  <a:cubicBezTo>
                    <a:pt x="65" y="66"/>
                    <a:pt x="86" y="65"/>
                    <a:pt x="103" y="77"/>
                  </a:cubicBezTo>
                  <a:cubicBezTo>
                    <a:pt x="56" y="72"/>
                    <a:pt x="11" y="65"/>
                    <a:pt x="0" y="5"/>
                  </a:cubicBezTo>
                </a:path>
              </a:pathLst>
            </a:custGeom>
            <a:solidFill>
              <a:srgbClr val="BBDF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922" name="Freeform 764">
              <a:extLst>
                <a:ext uri="{FF2B5EF4-FFF2-40B4-BE49-F238E27FC236}">
                  <a16:creationId xmlns:a16="http://schemas.microsoft.com/office/drawing/2014/main" id="{016CE4AD-4576-4263-A42E-70A765B5396F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4" y="3053"/>
              <a:ext cx="100" cy="104"/>
            </a:xfrm>
            <a:custGeom>
              <a:avLst/>
              <a:gdLst>
                <a:gd name="T0" fmla="*/ 5 w 65"/>
                <a:gd name="T1" fmla="*/ 172 h 64"/>
                <a:gd name="T2" fmla="*/ 229 w 65"/>
                <a:gd name="T3" fmla="*/ 0 h 64"/>
                <a:gd name="T4" fmla="*/ 0 w 65"/>
                <a:gd name="T5" fmla="*/ 198 h 6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5" h="64">
                  <a:moveTo>
                    <a:pt x="1" y="40"/>
                  </a:moveTo>
                  <a:cubicBezTo>
                    <a:pt x="23" y="50"/>
                    <a:pt x="51" y="20"/>
                    <a:pt x="63" y="0"/>
                  </a:cubicBezTo>
                  <a:cubicBezTo>
                    <a:pt x="65" y="27"/>
                    <a:pt x="19" y="64"/>
                    <a:pt x="0" y="46"/>
                  </a:cubicBezTo>
                </a:path>
              </a:pathLst>
            </a:custGeom>
            <a:solidFill>
              <a:srgbClr val="BBDF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923" name="Freeform 765">
              <a:extLst>
                <a:ext uri="{FF2B5EF4-FFF2-40B4-BE49-F238E27FC236}">
                  <a16:creationId xmlns:a16="http://schemas.microsoft.com/office/drawing/2014/main" id="{F0FF9E73-9D0F-4E26-AF68-EA485C433AF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4" y="2907"/>
              <a:ext cx="119" cy="169"/>
            </a:xfrm>
            <a:custGeom>
              <a:avLst/>
              <a:gdLst>
                <a:gd name="T0" fmla="*/ 0 w 78"/>
                <a:gd name="T1" fmla="*/ 0 h 104"/>
                <a:gd name="T2" fmla="*/ 156 w 78"/>
                <a:gd name="T3" fmla="*/ 185 h 104"/>
                <a:gd name="T4" fmla="*/ 278 w 78"/>
                <a:gd name="T5" fmla="*/ 447 h 104"/>
                <a:gd name="T6" fmla="*/ 114 w 78"/>
                <a:gd name="T7" fmla="*/ 202 h 104"/>
                <a:gd name="T8" fmla="*/ 5 w 78"/>
                <a:gd name="T9" fmla="*/ 0 h 10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8" h="104">
                  <a:moveTo>
                    <a:pt x="0" y="0"/>
                  </a:moveTo>
                  <a:cubicBezTo>
                    <a:pt x="9" y="19"/>
                    <a:pt x="30" y="30"/>
                    <a:pt x="44" y="43"/>
                  </a:cubicBezTo>
                  <a:cubicBezTo>
                    <a:pt x="63" y="61"/>
                    <a:pt x="66" y="82"/>
                    <a:pt x="78" y="104"/>
                  </a:cubicBezTo>
                  <a:cubicBezTo>
                    <a:pt x="61" y="90"/>
                    <a:pt x="47" y="65"/>
                    <a:pt x="32" y="47"/>
                  </a:cubicBezTo>
                  <a:cubicBezTo>
                    <a:pt x="20" y="32"/>
                    <a:pt x="13" y="15"/>
                    <a:pt x="1" y="0"/>
                  </a:cubicBezTo>
                </a:path>
              </a:pathLst>
            </a:custGeom>
            <a:solidFill>
              <a:srgbClr val="BBDF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924" name="Freeform 766">
              <a:extLst>
                <a:ext uri="{FF2B5EF4-FFF2-40B4-BE49-F238E27FC236}">
                  <a16:creationId xmlns:a16="http://schemas.microsoft.com/office/drawing/2014/main" id="{6A754111-861C-44D5-910D-66F29B03DB8A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8" y="2929"/>
              <a:ext cx="86" cy="59"/>
            </a:xfrm>
            <a:custGeom>
              <a:avLst/>
              <a:gdLst>
                <a:gd name="T0" fmla="*/ 0 w 56"/>
                <a:gd name="T1" fmla="*/ 0 h 36"/>
                <a:gd name="T2" fmla="*/ 203 w 56"/>
                <a:gd name="T3" fmla="*/ 159 h 36"/>
                <a:gd name="T4" fmla="*/ 18 w 56"/>
                <a:gd name="T5" fmla="*/ 26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6" h="36">
                  <a:moveTo>
                    <a:pt x="0" y="0"/>
                  </a:moveTo>
                  <a:cubicBezTo>
                    <a:pt x="13" y="15"/>
                    <a:pt x="37" y="36"/>
                    <a:pt x="56" y="36"/>
                  </a:cubicBezTo>
                  <a:cubicBezTo>
                    <a:pt x="40" y="25"/>
                    <a:pt x="20" y="14"/>
                    <a:pt x="5" y="6"/>
                  </a:cubicBezTo>
                </a:path>
              </a:pathLst>
            </a:custGeom>
            <a:solidFill>
              <a:srgbClr val="BBDF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925" name="Freeform 767">
              <a:extLst>
                <a:ext uri="{FF2B5EF4-FFF2-40B4-BE49-F238E27FC236}">
                  <a16:creationId xmlns:a16="http://schemas.microsoft.com/office/drawing/2014/main" id="{778AE097-1346-4124-8F8D-38C21F55409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8" y="2311"/>
              <a:ext cx="69" cy="537"/>
            </a:xfrm>
            <a:custGeom>
              <a:avLst/>
              <a:gdLst>
                <a:gd name="T0" fmla="*/ 21 w 45"/>
                <a:gd name="T1" fmla="*/ 13 h 330"/>
                <a:gd name="T2" fmla="*/ 115 w 45"/>
                <a:gd name="T3" fmla="*/ 55 h 330"/>
                <a:gd name="T4" fmla="*/ 158 w 45"/>
                <a:gd name="T5" fmla="*/ 159 h 330"/>
                <a:gd name="T6" fmla="*/ 136 w 45"/>
                <a:gd name="T7" fmla="*/ 501 h 330"/>
                <a:gd name="T8" fmla="*/ 109 w 45"/>
                <a:gd name="T9" fmla="*/ 1198 h 330"/>
                <a:gd name="T10" fmla="*/ 101 w 45"/>
                <a:gd name="T11" fmla="*/ 1422 h 330"/>
                <a:gd name="T12" fmla="*/ 87 w 45"/>
                <a:gd name="T13" fmla="*/ 1177 h 330"/>
                <a:gd name="T14" fmla="*/ 97 w 45"/>
                <a:gd name="T15" fmla="*/ 866 h 330"/>
                <a:gd name="T16" fmla="*/ 80 w 45"/>
                <a:gd name="T17" fmla="*/ 654 h 330"/>
                <a:gd name="T18" fmla="*/ 89 w 45"/>
                <a:gd name="T19" fmla="*/ 508 h 330"/>
                <a:gd name="T20" fmla="*/ 58 w 45"/>
                <a:gd name="T21" fmla="*/ 371 h 330"/>
                <a:gd name="T22" fmla="*/ 48 w 45"/>
                <a:gd name="T23" fmla="*/ 220 h 330"/>
                <a:gd name="T24" fmla="*/ 26 w 45"/>
                <a:gd name="T25" fmla="*/ 172 h 330"/>
                <a:gd name="T26" fmla="*/ 28 w 45"/>
                <a:gd name="T27" fmla="*/ 109 h 330"/>
                <a:gd name="T28" fmla="*/ 0 w 45"/>
                <a:gd name="T29" fmla="*/ 13 h 33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45" h="330">
                  <a:moveTo>
                    <a:pt x="6" y="3"/>
                  </a:moveTo>
                  <a:cubicBezTo>
                    <a:pt x="10" y="0"/>
                    <a:pt x="27" y="9"/>
                    <a:pt x="32" y="13"/>
                  </a:cubicBezTo>
                  <a:cubicBezTo>
                    <a:pt x="42" y="20"/>
                    <a:pt x="43" y="24"/>
                    <a:pt x="44" y="37"/>
                  </a:cubicBezTo>
                  <a:cubicBezTo>
                    <a:pt x="45" y="63"/>
                    <a:pt x="41" y="91"/>
                    <a:pt x="38" y="116"/>
                  </a:cubicBezTo>
                  <a:cubicBezTo>
                    <a:pt x="32" y="170"/>
                    <a:pt x="36" y="225"/>
                    <a:pt x="30" y="278"/>
                  </a:cubicBezTo>
                  <a:cubicBezTo>
                    <a:pt x="28" y="295"/>
                    <a:pt x="27" y="315"/>
                    <a:pt x="28" y="330"/>
                  </a:cubicBezTo>
                  <a:cubicBezTo>
                    <a:pt x="21" y="312"/>
                    <a:pt x="23" y="291"/>
                    <a:pt x="24" y="273"/>
                  </a:cubicBezTo>
                  <a:cubicBezTo>
                    <a:pt x="25" y="249"/>
                    <a:pt x="26" y="225"/>
                    <a:pt x="27" y="201"/>
                  </a:cubicBezTo>
                  <a:cubicBezTo>
                    <a:pt x="28" y="184"/>
                    <a:pt x="23" y="169"/>
                    <a:pt x="22" y="152"/>
                  </a:cubicBezTo>
                  <a:cubicBezTo>
                    <a:pt x="21" y="139"/>
                    <a:pt x="28" y="131"/>
                    <a:pt x="25" y="118"/>
                  </a:cubicBezTo>
                  <a:cubicBezTo>
                    <a:pt x="23" y="107"/>
                    <a:pt x="17" y="98"/>
                    <a:pt x="16" y="86"/>
                  </a:cubicBezTo>
                  <a:cubicBezTo>
                    <a:pt x="15" y="73"/>
                    <a:pt x="17" y="62"/>
                    <a:pt x="13" y="51"/>
                  </a:cubicBezTo>
                  <a:cubicBezTo>
                    <a:pt x="12" y="46"/>
                    <a:pt x="8" y="44"/>
                    <a:pt x="7" y="40"/>
                  </a:cubicBezTo>
                  <a:cubicBezTo>
                    <a:pt x="7" y="37"/>
                    <a:pt x="9" y="30"/>
                    <a:pt x="8" y="25"/>
                  </a:cubicBezTo>
                  <a:cubicBezTo>
                    <a:pt x="6" y="18"/>
                    <a:pt x="0" y="12"/>
                    <a:pt x="0" y="3"/>
                  </a:cubicBezTo>
                </a:path>
              </a:pathLst>
            </a:custGeom>
            <a:solidFill>
              <a:srgbClr val="E6F4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926" name="Freeform 768">
              <a:extLst>
                <a:ext uri="{FF2B5EF4-FFF2-40B4-BE49-F238E27FC236}">
                  <a16:creationId xmlns:a16="http://schemas.microsoft.com/office/drawing/2014/main" id="{BB797CE6-66F8-4F6C-89C8-7641B7062F6B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9" y="2096"/>
              <a:ext cx="77" cy="230"/>
            </a:xfrm>
            <a:custGeom>
              <a:avLst/>
              <a:gdLst>
                <a:gd name="T0" fmla="*/ 54 w 50"/>
                <a:gd name="T1" fmla="*/ 39 h 141"/>
                <a:gd name="T2" fmla="*/ 35 w 50"/>
                <a:gd name="T3" fmla="*/ 321 h 141"/>
                <a:gd name="T4" fmla="*/ 34 w 50"/>
                <a:gd name="T5" fmla="*/ 465 h 141"/>
                <a:gd name="T6" fmla="*/ 14 w 50"/>
                <a:gd name="T7" fmla="*/ 612 h 141"/>
                <a:gd name="T8" fmla="*/ 114 w 50"/>
                <a:gd name="T9" fmla="*/ 212 h 141"/>
                <a:gd name="T10" fmla="*/ 163 w 50"/>
                <a:gd name="T11" fmla="*/ 26 h 141"/>
                <a:gd name="T12" fmla="*/ 60 w 50"/>
                <a:gd name="T13" fmla="*/ 55 h 14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0" h="141">
                  <a:moveTo>
                    <a:pt x="15" y="9"/>
                  </a:moveTo>
                  <a:cubicBezTo>
                    <a:pt x="1" y="14"/>
                    <a:pt x="10" y="61"/>
                    <a:pt x="10" y="74"/>
                  </a:cubicBezTo>
                  <a:cubicBezTo>
                    <a:pt x="11" y="85"/>
                    <a:pt x="12" y="96"/>
                    <a:pt x="9" y="107"/>
                  </a:cubicBezTo>
                  <a:cubicBezTo>
                    <a:pt x="7" y="118"/>
                    <a:pt x="0" y="130"/>
                    <a:pt x="4" y="141"/>
                  </a:cubicBezTo>
                  <a:cubicBezTo>
                    <a:pt x="10" y="107"/>
                    <a:pt x="16" y="78"/>
                    <a:pt x="31" y="49"/>
                  </a:cubicBezTo>
                  <a:cubicBezTo>
                    <a:pt x="34" y="42"/>
                    <a:pt x="50" y="13"/>
                    <a:pt x="45" y="6"/>
                  </a:cubicBezTo>
                  <a:cubicBezTo>
                    <a:pt x="40" y="0"/>
                    <a:pt x="21" y="10"/>
                    <a:pt x="16" y="13"/>
                  </a:cubicBezTo>
                </a:path>
              </a:pathLst>
            </a:custGeom>
            <a:solidFill>
              <a:srgbClr val="E6F4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927" name="Freeform 769">
              <a:extLst>
                <a:ext uri="{FF2B5EF4-FFF2-40B4-BE49-F238E27FC236}">
                  <a16:creationId xmlns:a16="http://schemas.microsoft.com/office/drawing/2014/main" id="{44A33B93-B1AF-4EB2-A27E-899FAEC15925}"/>
                </a:ext>
              </a:extLst>
            </p:cNvPr>
            <p:cNvSpPr>
              <a:spLocks/>
            </p:cNvSpPr>
            <p:nvPr/>
          </p:nvSpPr>
          <p:spPr bwMode="auto">
            <a:xfrm>
              <a:off x="5117" y="2145"/>
              <a:ext cx="84" cy="39"/>
            </a:xfrm>
            <a:custGeom>
              <a:avLst/>
              <a:gdLst>
                <a:gd name="T0" fmla="*/ 0 w 55"/>
                <a:gd name="T1" fmla="*/ 0 h 24"/>
                <a:gd name="T2" fmla="*/ 53 w 55"/>
                <a:gd name="T3" fmla="*/ 42 h 24"/>
                <a:gd name="T4" fmla="*/ 102 w 55"/>
                <a:gd name="T5" fmla="*/ 68 h 24"/>
                <a:gd name="T6" fmla="*/ 195 w 55"/>
                <a:gd name="T7" fmla="*/ 102 h 24"/>
                <a:gd name="T8" fmla="*/ 176 w 55"/>
                <a:gd name="T9" fmla="*/ 34 h 24"/>
                <a:gd name="T10" fmla="*/ 115 w 55"/>
                <a:gd name="T11" fmla="*/ 8 h 24"/>
                <a:gd name="T12" fmla="*/ 41 w 55"/>
                <a:gd name="T13" fmla="*/ 8 h 24"/>
                <a:gd name="T14" fmla="*/ 5 w 55"/>
                <a:gd name="T15" fmla="*/ 5 h 2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5" h="24">
                  <a:moveTo>
                    <a:pt x="0" y="0"/>
                  </a:moveTo>
                  <a:cubicBezTo>
                    <a:pt x="5" y="2"/>
                    <a:pt x="10" y="7"/>
                    <a:pt x="15" y="10"/>
                  </a:cubicBezTo>
                  <a:cubicBezTo>
                    <a:pt x="19" y="12"/>
                    <a:pt x="24" y="14"/>
                    <a:pt x="29" y="16"/>
                  </a:cubicBezTo>
                  <a:cubicBezTo>
                    <a:pt x="37" y="20"/>
                    <a:pt x="46" y="24"/>
                    <a:pt x="55" y="24"/>
                  </a:cubicBezTo>
                  <a:cubicBezTo>
                    <a:pt x="53" y="19"/>
                    <a:pt x="52" y="12"/>
                    <a:pt x="49" y="8"/>
                  </a:cubicBezTo>
                  <a:cubicBezTo>
                    <a:pt x="46" y="3"/>
                    <a:pt x="38" y="2"/>
                    <a:pt x="32" y="2"/>
                  </a:cubicBezTo>
                  <a:cubicBezTo>
                    <a:pt x="26" y="2"/>
                    <a:pt x="19" y="1"/>
                    <a:pt x="12" y="2"/>
                  </a:cubicBezTo>
                  <a:cubicBezTo>
                    <a:pt x="8" y="2"/>
                    <a:pt x="5" y="2"/>
                    <a:pt x="1" y="1"/>
                  </a:cubicBezTo>
                </a:path>
              </a:pathLst>
            </a:custGeom>
            <a:solidFill>
              <a:srgbClr val="E6F4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928" name="Freeform 770">
              <a:extLst>
                <a:ext uri="{FF2B5EF4-FFF2-40B4-BE49-F238E27FC236}">
                  <a16:creationId xmlns:a16="http://schemas.microsoft.com/office/drawing/2014/main" id="{8C7CA838-EE70-4110-84A8-0B2C86826BD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7" y="2117"/>
              <a:ext cx="99" cy="116"/>
            </a:xfrm>
            <a:custGeom>
              <a:avLst/>
              <a:gdLst>
                <a:gd name="T0" fmla="*/ 5 w 65"/>
                <a:gd name="T1" fmla="*/ 310 h 71"/>
                <a:gd name="T2" fmla="*/ 49 w 65"/>
                <a:gd name="T3" fmla="*/ 283 h 71"/>
                <a:gd name="T4" fmla="*/ 94 w 65"/>
                <a:gd name="T5" fmla="*/ 248 h 71"/>
                <a:gd name="T6" fmla="*/ 151 w 65"/>
                <a:gd name="T7" fmla="*/ 178 h 71"/>
                <a:gd name="T8" fmla="*/ 203 w 65"/>
                <a:gd name="T9" fmla="*/ 83 h 71"/>
                <a:gd name="T10" fmla="*/ 225 w 65"/>
                <a:gd name="T11" fmla="*/ 0 h 71"/>
                <a:gd name="T12" fmla="*/ 190 w 65"/>
                <a:gd name="T13" fmla="*/ 42 h 71"/>
                <a:gd name="T14" fmla="*/ 137 w 65"/>
                <a:gd name="T15" fmla="*/ 101 h 71"/>
                <a:gd name="T16" fmla="*/ 81 w 65"/>
                <a:gd name="T17" fmla="*/ 165 h 71"/>
                <a:gd name="T18" fmla="*/ 40 w 65"/>
                <a:gd name="T19" fmla="*/ 201 h 71"/>
                <a:gd name="T20" fmla="*/ 0 w 65"/>
                <a:gd name="T21" fmla="*/ 310 h 7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5" h="71">
                  <a:moveTo>
                    <a:pt x="1" y="71"/>
                  </a:moveTo>
                  <a:cubicBezTo>
                    <a:pt x="5" y="70"/>
                    <a:pt x="10" y="67"/>
                    <a:pt x="14" y="65"/>
                  </a:cubicBezTo>
                  <a:cubicBezTo>
                    <a:pt x="18" y="62"/>
                    <a:pt x="23" y="60"/>
                    <a:pt x="27" y="57"/>
                  </a:cubicBezTo>
                  <a:cubicBezTo>
                    <a:pt x="33" y="52"/>
                    <a:pt x="37" y="46"/>
                    <a:pt x="43" y="41"/>
                  </a:cubicBezTo>
                  <a:cubicBezTo>
                    <a:pt x="49" y="35"/>
                    <a:pt x="53" y="27"/>
                    <a:pt x="57" y="19"/>
                  </a:cubicBezTo>
                  <a:cubicBezTo>
                    <a:pt x="59" y="14"/>
                    <a:pt x="65" y="6"/>
                    <a:pt x="64" y="0"/>
                  </a:cubicBezTo>
                  <a:cubicBezTo>
                    <a:pt x="61" y="0"/>
                    <a:pt x="56" y="7"/>
                    <a:pt x="54" y="10"/>
                  </a:cubicBezTo>
                  <a:cubicBezTo>
                    <a:pt x="48" y="14"/>
                    <a:pt x="43" y="18"/>
                    <a:pt x="39" y="23"/>
                  </a:cubicBezTo>
                  <a:cubicBezTo>
                    <a:pt x="33" y="28"/>
                    <a:pt x="28" y="33"/>
                    <a:pt x="23" y="38"/>
                  </a:cubicBezTo>
                  <a:cubicBezTo>
                    <a:pt x="19" y="41"/>
                    <a:pt x="15" y="43"/>
                    <a:pt x="11" y="46"/>
                  </a:cubicBezTo>
                  <a:cubicBezTo>
                    <a:pt x="5" y="52"/>
                    <a:pt x="1" y="62"/>
                    <a:pt x="0" y="71"/>
                  </a:cubicBezTo>
                </a:path>
              </a:pathLst>
            </a:custGeom>
            <a:solidFill>
              <a:srgbClr val="E6F4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929" name="Freeform 771">
              <a:extLst>
                <a:ext uri="{FF2B5EF4-FFF2-40B4-BE49-F238E27FC236}">
                  <a16:creationId xmlns:a16="http://schemas.microsoft.com/office/drawing/2014/main" id="{B491779A-AE4F-41E8-81D0-772A9F6D108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4" y="2010"/>
              <a:ext cx="14" cy="71"/>
            </a:xfrm>
            <a:custGeom>
              <a:avLst/>
              <a:gdLst>
                <a:gd name="T0" fmla="*/ 26 w 9"/>
                <a:gd name="T1" fmla="*/ 0 h 44"/>
                <a:gd name="T2" fmla="*/ 14 w 9"/>
                <a:gd name="T3" fmla="*/ 63 h 44"/>
                <a:gd name="T4" fmla="*/ 8 w 9"/>
                <a:gd name="T5" fmla="*/ 118 h 44"/>
                <a:gd name="T6" fmla="*/ 8 w 9"/>
                <a:gd name="T7" fmla="*/ 186 h 44"/>
                <a:gd name="T8" fmla="*/ 26 w 9"/>
                <a:gd name="T9" fmla="*/ 63 h 44"/>
                <a:gd name="T10" fmla="*/ 30 w 9"/>
                <a:gd name="T11" fmla="*/ 5 h 4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" h="44">
                  <a:moveTo>
                    <a:pt x="7" y="0"/>
                  </a:moveTo>
                  <a:cubicBezTo>
                    <a:pt x="5" y="4"/>
                    <a:pt x="5" y="10"/>
                    <a:pt x="4" y="15"/>
                  </a:cubicBezTo>
                  <a:cubicBezTo>
                    <a:pt x="3" y="19"/>
                    <a:pt x="2" y="23"/>
                    <a:pt x="2" y="28"/>
                  </a:cubicBezTo>
                  <a:cubicBezTo>
                    <a:pt x="2" y="31"/>
                    <a:pt x="0" y="43"/>
                    <a:pt x="2" y="44"/>
                  </a:cubicBezTo>
                  <a:cubicBezTo>
                    <a:pt x="2" y="34"/>
                    <a:pt x="6" y="25"/>
                    <a:pt x="7" y="15"/>
                  </a:cubicBezTo>
                  <a:cubicBezTo>
                    <a:pt x="8" y="11"/>
                    <a:pt x="9" y="5"/>
                    <a:pt x="8" y="1"/>
                  </a:cubicBezTo>
                </a:path>
              </a:pathLst>
            </a:custGeom>
            <a:solidFill>
              <a:srgbClr val="E6F4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930" name="Freeform 772">
              <a:extLst>
                <a:ext uri="{FF2B5EF4-FFF2-40B4-BE49-F238E27FC236}">
                  <a16:creationId xmlns:a16="http://schemas.microsoft.com/office/drawing/2014/main" id="{8F757946-AE53-4638-83DC-7566306AAFE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4" y="2031"/>
              <a:ext cx="15" cy="68"/>
            </a:xfrm>
            <a:custGeom>
              <a:avLst/>
              <a:gdLst>
                <a:gd name="T0" fmla="*/ 27 w 10"/>
                <a:gd name="T1" fmla="*/ 0 h 42"/>
                <a:gd name="T2" fmla="*/ 14 w 10"/>
                <a:gd name="T3" fmla="*/ 173 h 42"/>
                <a:gd name="T4" fmla="*/ 27 w 10"/>
                <a:gd name="T5" fmla="*/ 68 h 42"/>
                <a:gd name="T6" fmla="*/ 27 w 10"/>
                <a:gd name="T7" fmla="*/ 5 h 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42">
                  <a:moveTo>
                    <a:pt x="8" y="0"/>
                  </a:moveTo>
                  <a:cubicBezTo>
                    <a:pt x="7" y="1"/>
                    <a:pt x="0" y="41"/>
                    <a:pt x="4" y="41"/>
                  </a:cubicBezTo>
                  <a:cubicBezTo>
                    <a:pt x="5" y="42"/>
                    <a:pt x="7" y="18"/>
                    <a:pt x="8" y="16"/>
                  </a:cubicBezTo>
                  <a:cubicBezTo>
                    <a:pt x="8" y="12"/>
                    <a:pt x="10" y="4"/>
                    <a:pt x="8" y="1"/>
                  </a:cubicBezTo>
                </a:path>
              </a:pathLst>
            </a:custGeom>
            <a:solidFill>
              <a:srgbClr val="E6F4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931" name="Freeform 773">
              <a:extLst>
                <a:ext uri="{FF2B5EF4-FFF2-40B4-BE49-F238E27FC236}">
                  <a16:creationId xmlns:a16="http://schemas.microsoft.com/office/drawing/2014/main" id="{E868FA39-ABB6-432F-8864-9EA7EA3A54A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9" y="2052"/>
              <a:ext cx="5" cy="69"/>
            </a:xfrm>
            <a:custGeom>
              <a:avLst/>
              <a:gdLst>
                <a:gd name="T0" fmla="*/ 5 w 3"/>
                <a:gd name="T1" fmla="*/ 0 h 42"/>
                <a:gd name="T2" fmla="*/ 5 w 3"/>
                <a:gd name="T3" fmla="*/ 67 h 42"/>
                <a:gd name="T4" fmla="*/ 0 w 3"/>
                <a:gd name="T5" fmla="*/ 130 h 42"/>
                <a:gd name="T6" fmla="*/ 0 w 3"/>
                <a:gd name="T7" fmla="*/ 164 h 42"/>
                <a:gd name="T8" fmla="*/ 8 w 3"/>
                <a:gd name="T9" fmla="*/ 177 h 42"/>
                <a:gd name="T10" fmla="*/ 13 w 3"/>
                <a:gd name="T11" fmla="*/ 133 h 42"/>
                <a:gd name="T12" fmla="*/ 13 w 3"/>
                <a:gd name="T13" fmla="*/ 71 h 42"/>
                <a:gd name="T14" fmla="*/ 13 w 3"/>
                <a:gd name="T15" fmla="*/ 33 h 42"/>
                <a:gd name="T16" fmla="*/ 8 w 3"/>
                <a:gd name="T17" fmla="*/ 8 h 4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" h="42">
                  <a:moveTo>
                    <a:pt x="1" y="0"/>
                  </a:moveTo>
                  <a:cubicBezTo>
                    <a:pt x="0" y="5"/>
                    <a:pt x="1" y="10"/>
                    <a:pt x="1" y="15"/>
                  </a:cubicBezTo>
                  <a:cubicBezTo>
                    <a:pt x="1" y="20"/>
                    <a:pt x="1" y="24"/>
                    <a:pt x="0" y="29"/>
                  </a:cubicBezTo>
                  <a:cubicBezTo>
                    <a:pt x="0" y="32"/>
                    <a:pt x="0" y="34"/>
                    <a:pt x="0" y="37"/>
                  </a:cubicBezTo>
                  <a:cubicBezTo>
                    <a:pt x="0" y="38"/>
                    <a:pt x="0" y="42"/>
                    <a:pt x="2" y="40"/>
                  </a:cubicBezTo>
                  <a:cubicBezTo>
                    <a:pt x="3" y="38"/>
                    <a:pt x="3" y="32"/>
                    <a:pt x="3" y="30"/>
                  </a:cubicBezTo>
                  <a:cubicBezTo>
                    <a:pt x="3" y="25"/>
                    <a:pt x="3" y="21"/>
                    <a:pt x="3" y="16"/>
                  </a:cubicBezTo>
                  <a:cubicBezTo>
                    <a:pt x="3" y="13"/>
                    <a:pt x="3" y="10"/>
                    <a:pt x="3" y="7"/>
                  </a:cubicBezTo>
                  <a:cubicBezTo>
                    <a:pt x="3" y="5"/>
                    <a:pt x="2" y="4"/>
                    <a:pt x="2" y="2"/>
                  </a:cubicBezTo>
                </a:path>
              </a:pathLst>
            </a:custGeom>
            <a:solidFill>
              <a:srgbClr val="E6F4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932" name="Freeform 774">
              <a:extLst>
                <a:ext uri="{FF2B5EF4-FFF2-40B4-BE49-F238E27FC236}">
                  <a16:creationId xmlns:a16="http://schemas.microsoft.com/office/drawing/2014/main" id="{5EF3D53B-E16E-48D7-B214-8CE85BAA958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1" y="2060"/>
              <a:ext cx="15" cy="38"/>
            </a:xfrm>
            <a:custGeom>
              <a:avLst/>
              <a:gdLst>
                <a:gd name="T0" fmla="*/ 8 w 10"/>
                <a:gd name="T1" fmla="*/ 0 h 23"/>
                <a:gd name="T2" fmla="*/ 18 w 10"/>
                <a:gd name="T3" fmla="*/ 20 h 23"/>
                <a:gd name="T4" fmla="*/ 26 w 10"/>
                <a:gd name="T5" fmla="*/ 46 h 23"/>
                <a:gd name="T6" fmla="*/ 18 w 10"/>
                <a:gd name="T7" fmla="*/ 76 h 23"/>
                <a:gd name="T8" fmla="*/ 0 w 10"/>
                <a:gd name="T9" fmla="*/ 97 h 23"/>
                <a:gd name="T10" fmla="*/ 32 w 10"/>
                <a:gd name="T11" fmla="*/ 50 h 23"/>
                <a:gd name="T12" fmla="*/ 26 w 10"/>
                <a:gd name="T13" fmla="*/ 20 h 23"/>
                <a:gd name="T14" fmla="*/ 5 w 10"/>
                <a:gd name="T15" fmla="*/ 5 h 2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" h="23">
                  <a:moveTo>
                    <a:pt x="2" y="0"/>
                  </a:moveTo>
                  <a:cubicBezTo>
                    <a:pt x="2" y="1"/>
                    <a:pt x="4" y="3"/>
                    <a:pt x="5" y="4"/>
                  </a:cubicBezTo>
                  <a:cubicBezTo>
                    <a:pt x="7" y="6"/>
                    <a:pt x="7" y="8"/>
                    <a:pt x="7" y="10"/>
                  </a:cubicBezTo>
                  <a:cubicBezTo>
                    <a:pt x="7" y="13"/>
                    <a:pt x="6" y="15"/>
                    <a:pt x="5" y="17"/>
                  </a:cubicBezTo>
                  <a:cubicBezTo>
                    <a:pt x="3" y="19"/>
                    <a:pt x="0" y="20"/>
                    <a:pt x="0" y="22"/>
                  </a:cubicBezTo>
                  <a:cubicBezTo>
                    <a:pt x="5" y="23"/>
                    <a:pt x="10" y="17"/>
                    <a:pt x="9" y="11"/>
                  </a:cubicBezTo>
                  <a:cubicBezTo>
                    <a:pt x="9" y="8"/>
                    <a:pt x="8" y="5"/>
                    <a:pt x="7" y="4"/>
                  </a:cubicBezTo>
                  <a:cubicBezTo>
                    <a:pt x="5" y="2"/>
                    <a:pt x="3" y="2"/>
                    <a:pt x="1" y="1"/>
                  </a:cubicBezTo>
                </a:path>
              </a:pathLst>
            </a:custGeom>
            <a:solidFill>
              <a:srgbClr val="E6F4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933" name="Freeform 775">
              <a:extLst>
                <a:ext uri="{FF2B5EF4-FFF2-40B4-BE49-F238E27FC236}">
                  <a16:creationId xmlns:a16="http://schemas.microsoft.com/office/drawing/2014/main" id="{8190A345-C094-40FF-8048-FAE29D30B4F0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6" y="2041"/>
              <a:ext cx="13" cy="57"/>
            </a:xfrm>
            <a:custGeom>
              <a:avLst/>
              <a:gdLst>
                <a:gd name="T0" fmla="*/ 0 w 9"/>
                <a:gd name="T1" fmla="*/ 0 h 35"/>
                <a:gd name="T2" fmla="*/ 20 w 9"/>
                <a:gd name="T3" fmla="*/ 81 h 35"/>
                <a:gd name="T4" fmla="*/ 27 w 9"/>
                <a:gd name="T5" fmla="*/ 151 h 35"/>
                <a:gd name="T6" fmla="*/ 9 w 9"/>
                <a:gd name="T7" fmla="*/ 75 h 35"/>
                <a:gd name="T8" fmla="*/ 0 w 9"/>
                <a:gd name="T9" fmla="*/ 8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35">
                  <a:moveTo>
                    <a:pt x="0" y="0"/>
                  </a:moveTo>
                  <a:cubicBezTo>
                    <a:pt x="4" y="5"/>
                    <a:pt x="5" y="13"/>
                    <a:pt x="7" y="19"/>
                  </a:cubicBezTo>
                  <a:cubicBezTo>
                    <a:pt x="8" y="24"/>
                    <a:pt x="9" y="30"/>
                    <a:pt x="9" y="35"/>
                  </a:cubicBezTo>
                  <a:cubicBezTo>
                    <a:pt x="6" y="30"/>
                    <a:pt x="5" y="23"/>
                    <a:pt x="3" y="17"/>
                  </a:cubicBezTo>
                  <a:cubicBezTo>
                    <a:pt x="2" y="13"/>
                    <a:pt x="2" y="6"/>
                    <a:pt x="0" y="2"/>
                  </a:cubicBezTo>
                </a:path>
              </a:pathLst>
            </a:custGeom>
            <a:solidFill>
              <a:srgbClr val="E6F4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934" name="Freeform 776">
              <a:extLst>
                <a:ext uri="{FF2B5EF4-FFF2-40B4-BE49-F238E27FC236}">
                  <a16:creationId xmlns:a16="http://schemas.microsoft.com/office/drawing/2014/main" id="{6206FDD9-DEF9-4F5E-BC28-A8FBDF8582C1}"/>
                </a:ext>
              </a:extLst>
            </p:cNvPr>
            <p:cNvSpPr>
              <a:spLocks/>
            </p:cNvSpPr>
            <p:nvPr/>
          </p:nvSpPr>
          <p:spPr bwMode="auto">
            <a:xfrm>
              <a:off x="5107" y="2023"/>
              <a:ext cx="15" cy="62"/>
            </a:xfrm>
            <a:custGeom>
              <a:avLst/>
              <a:gdLst>
                <a:gd name="T0" fmla="*/ 0 w 10"/>
                <a:gd name="T1" fmla="*/ 0 h 38"/>
                <a:gd name="T2" fmla="*/ 12 w 10"/>
                <a:gd name="T3" fmla="*/ 26 h 38"/>
                <a:gd name="T4" fmla="*/ 26 w 10"/>
                <a:gd name="T5" fmla="*/ 90 h 38"/>
                <a:gd name="T6" fmla="*/ 35 w 10"/>
                <a:gd name="T7" fmla="*/ 165 h 38"/>
                <a:gd name="T8" fmla="*/ 12 w 10"/>
                <a:gd name="T9" fmla="*/ 62 h 38"/>
                <a:gd name="T10" fmla="*/ 5 w 10"/>
                <a:gd name="T11" fmla="*/ 26 h 38"/>
                <a:gd name="T12" fmla="*/ 0 w 10"/>
                <a:gd name="T13" fmla="*/ 5 h 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" h="38">
                  <a:moveTo>
                    <a:pt x="0" y="0"/>
                  </a:moveTo>
                  <a:cubicBezTo>
                    <a:pt x="1" y="1"/>
                    <a:pt x="2" y="4"/>
                    <a:pt x="3" y="6"/>
                  </a:cubicBezTo>
                  <a:cubicBezTo>
                    <a:pt x="5" y="11"/>
                    <a:pt x="6" y="16"/>
                    <a:pt x="7" y="21"/>
                  </a:cubicBezTo>
                  <a:cubicBezTo>
                    <a:pt x="8" y="26"/>
                    <a:pt x="10" y="32"/>
                    <a:pt x="10" y="38"/>
                  </a:cubicBezTo>
                  <a:cubicBezTo>
                    <a:pt x="6" y="30"/>
                    <a:pt x="5" y="22"/>
                    <a:pt x="3" y="14"/>
                  </a:cubicBezTo>
                  <a:cubicBezTo>
                    <a:pt x="2" y="11"/>
                    <a:pt x="1" y="9"/>
                    <a:pt x="1" y="6"/>
                  </a:cubicBezTo>
                  <a:cubicBezTo>
                    <a:pt x="0" y="5"/>
                    <a:pt x="0" y="3"/>
                    <a:pt x="0" y="1"/>
                  </a:cubicBezTo>
                </a:path>
              </a:pathLst>
            </a:custGeom>
            <a:solidFill>
              <a:srgbClr val="E6F4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935" name="Freeform 777">
              <a:extLst>
                <a:ext uri="{FF2B5EF4-FFF2-40B4-BE49-F238E27FC236}">
                  <a16:creationId xmlns:a16="http://schemas.microsoft.com/office/drawing/2014/main" id="{FB91FC8B-DCE3-40C7-8CE6-86DAF3647598}"/>
                </a:ext>
              </a:extLst>
            </p:cNvPr>
            <p:cNvSpPr>
              <a:spLocks/>
            </p:cNvSpPr>
            <p:nvPr/>
          </p:nvSpPr>
          <p:spPr bwMode="auto">
            <a:xfrm>
              <a:off x="5169" y="2000"/>
              <a:ext cx="14" cy="60"/>
            </a:xfrm>
            <a:custGeom>
              <a:avLst/>
              <a:gdLst>
                <a:gd name="T0" fmla="*/ 5 w 9"/>
                <a:gd name="T1" fmla="*/ 0 h 37"/>
                <a:gd name="T2" fmla="*/ 26 w 9"/>
                <a:gd name="T3" fmla="*/ 102 h 37"/>
                <a:gd name="T4" fmla="*/ 34 w 9"/>
                <a:gd name="T5" fmla="*/ 143 h 37"/>
                <a:gd name="T6" fmla="*/ 34 w 9"/>
                <a:gd name="T7" fmla="*/ 157 h 37"/>
                <a:gd name="T8" fmla="*/ 12 w 9"/>
                <a:gd name="T9" fmla="*/ 81 h 37"/>
                <a:gd name="T10" fmla="*/ 8 w 9"/>
                <a:gd name="T11" fmla="*/ 39 h 37"/>
                <a:gd name="T12" fmla="*/ 0 w 9"/>
                <a:gd name="T13" fmla="*/ 8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" h="37">
                  <a:moveTo>
                    <a:pt x="1" y="0"/>
                  </a:moveTo>
                  <a:cubicBezTo>
                    <a:pt x="4" y="8"/>
                    <a:pt x="5" y="16"/>
                    <a:pt x="7" y="24"/>
                  </a:cubicBezTo>
                  <a:cubicBezTo>
                    <a:pt x="8" y="27"/>
                    <a:pt x="8" y="30"/>
                    <a:pt x="9" y="33"/>
                  </a:cubicBezTo>
                  <a:cubicBezTo>
                    <a:pt x="9" y="34"/>
                    <a:pt x="9" y="36"/>
                    <a:pt x="9" y="37"/>
                  </a:cubicBezTo>
                  <a:cubicBezTo>
                    <a:pt x="6" y="31"/>
                    <a:pt x="5" y="25"/>
                    <a:pt x="3" y="19"/>
                  </a:cubicBezTo>
                  <a:cubicBezTo>
                    <a:pt x="2" y="15"/>
                    <a:pt x="2" y="12"/>
                    <a:pt x="2" y="9"/>
                  </a:cubicBezTo>
                  <a:cubicBezTo>
                    <a:pt x="1" y="7"/>
                    <a:pt x="0" y="4"/>
                    <a:pt x="0" y="2"/>
                  </a:cubicBezTo>
                </a:path>
              </a:pathLst>
            </a:custGeom>
            <a:solidFill>
              <a:srgbClr val="E6F4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936" name="Freeform 778">
              <a:extLst>
                <a:ext uri="{FF2B5EF4-FFF2-40B4-BE49-F238E27FC236}">
                  <a16:creationId xmlns:a16="http://schemas.microsoft.com/office/drawing/2014/main" id="{FEA1B609-9BB5-4BEB-8A99-C39908FC1DE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00" y="2099"/>
              <a:ext cx="14" cy="87"/>
            </a:xfrm>
            <a:custGeom>
              <a:avLst/>
              <a:gdLst>
                <a:gd name="T0" fmla="*/ 0 w 9"/>
                <a:gd name="T1" fmla="*/ 0 h 53"/>
                <a:gd name="T2" fmla="*/ 19 w 9"/>
                <a:gd name="T3" fmla="*/ 154 h 53"/>
                <a:gd name="T4" fmla="*/ 26 w 9"/>
                <a:gd name="T5" fmla="*/ 207 h 53"/>
                <a:gd name="T6" fmla="*/ 26 w 9"/>
                <a:gd name="T7" fmla="*/ 235 h 53"/>
                <a:gd name="T8" fmla="*/ 34 w 9"/>
                <a:gd name="T9" fmla="*/ 230 h 53"/>
                <a:gd name="T10" fmla="*/ 26 w 9"/>
                <a:gd name="T11" fmla="*/ 143 h 53"/>
                <a:gd name="T12" fmla="*/ 19 w 9"/>
                <a:gd name="T13" fmla="*/ 62 h 53"/>
                <a:gd name="T14" fmla="*/ 0 w 9"/>
                <a:gd name="T15" fmla="*/ 0 h 5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" h="53">
                  <a:moveTo>
                    <a:pt x="0" y="0"/>
                  </a:moveTo>
                  <a:cubicBezTo>
                    <a:pt x="2" y="12"/>
                    <a:pt x="2" y="24"/>
                    <a:pt x="5" y="35"/>
                  </a:cubicBezTo>
                  <a:cubicBezTo>
                    <a:pt x="6" y="39"/>
                    <a:pt x="6" y="43"/>
                    <a:pt x="7" y="47"/>
                  </a:cubicBezTo>
                  <a:cubicBezTo>
                    <a:pt x="7" y="49"/>
                    <a:pt x="7" y="51"/>
                    <a:pt x="7" y="53"/>
                  </a:cubicBezTo>
                  <a:cubicBezTo>
                    <a:pt x="8" y="52"/>
                    <a:pt x="9" y="52"/>
                    <a:pt x="9" y="52"/>
                  </a:cubicBezTo>
                  <a:cubicBezTo>
                    <a:pt x="9" y="45"/>
                    <a:pt x="7" y="39"/>
                    <a:pt x="7" y="32"/>
                  </a:cubicBezTo>
                  <a:cubicBezTo>
                    <a:pt x="7" y="26"/>
                    <a:pt x="6" y="20"/>
                    <a:pt x="5" y="14"/>
                  </a:cubicBezTo>
                  <a:cubicBezTo>
                    <a:pt x="4" y="9"/>
                    <a:pt x="2" y="3"/>
                    <a:pt x="0" y="0"/>
                  </a:cubicBezTo>
                </a:path>
              </a:pathLst>
            </a:custGeom>
            <a:solidFill>
              <a:srgbClr val="E6F4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937" name="Freeform 779">
              <a:extLst>
                <a:ext uri="{FF2B5EF4-FFF2-40B4-BE49-F238E27FC236}">
                  <a16:creationId xmlns:a16="http://schemas.microsoft.com/office/drawing/2014/main" id="{6ECAB687-4BC6-4B58-9E40-AB37E547C47B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3" y="2937"/>
              <a:ext cx="125" cy="839"/>
            </a:xfrm>
            <a:custGeom>
              <a:avLst/>
              <a:gdLst>
                <a:gd name="T0" fmla="*/ 53 w 82"/>
                <a:gd name="T1" fmla="*/ 55 h 515"/>
                <a:gd name="T2" fmla="*/ 46 w 82"/>
                <a:gd name="T3" fmla="*/ 42 h 515"/>
                <a:gd name="T4" fmla="*/ 53 w 82"/>
                <a:gd name="T5" fmla="*/ 412 h 515"/>
                <a:gd name="T6" fmla="*/ 40 w 82"/>
                <a:gd name="T7" fmla="*/ 714 h 515"/>
                <a:gd name="T8" fmla="*/ 46 w 82"/>
                <a:gd name="T9" fmla="*/ 974 h 515"/>
                <a:gd name="T10" fmla="*/ 75 w 82"/>
                <a:gd name="T11" fmla="*/ 1237 h 515"/>
                <a:gd name="T12" fmla="*/ 14 w 82"/>
                <a:gd name="T13" fmla="*/ 1864 h 515"/>
                <a:gd name="T14" fmla="*/ 8 w 82"/>
                <a:gd name="T15" fmla="*/ 2089 h 515"/>
                <a:gd name="T16" fmla="*/ 61 w 82"/>
                <a:gd name="T17" fmla="*/ 2198 h 515"/>
                <a:gd name="T18" fmla="*/ 169 w 82"/>
                <a:gd name="T19" fmla="*/ 2227 h 515"/>
                <a:gd name="T20" fmla="*/ 291 w 82"/>
                <a:gd name="T21" fmla="*/ 2193 h 515"/>
                <a:gd name="T22" fmla="*/ 155 w 82"/>
                <a:gd name="T23" fmla="*/ 2089 h 515"/>
                <a:gd name="T24" fmla="*/ 142 w 82"/>
                <a:gd name="T25" fmla="*/ 1898 h 515"/>
                <a:gd name="T26" fmla="*/ 114 w 82"/>
                <a:gd name="T27" fmla="*/ 1815 h 515"/>
                <a:gd name="T28" fmla="*/ 114 w 82"/>
                <a:gd name="T29" fmla="*/ 1704 h 515"/>
                <a:gd name="T30" fmla="*/ 120 w 82"/>
                <a:gd name="T31" fmla="*/ 1401 h 515"/>
                <a:gd name="T32" fmla="*/ 130 w 82"/>
                <a:gd name="T33" fmla="*/ 1072 h 515"/>
                <a:gd name="T34" fmla="*/ 88 w 82"/>
                <a:gd name="T35" fmla="*/ 818 h 515"/>
                <a:gd name="T36" fmla="*/ 107 w 82"/>
                <a:gd name="T37" fmla="*/ 604 h 515"/>
                <a:gd name="T38" fmla="*/ 110 w 82"/>
                <a:gd name="T39" fmla="*/ 350 h 515"/>
                <a:gd name="T40" fmla="*/ 137 w 82"/>
                <a:gd name="T41" fmla="*/ 178 h 515"/>
                <a:gd name="T42" fmla="*/ 53 w 82"/>
                <a:gd name="T43" fmla="*/ 0 h 515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82" h="515">
                  <a:moveTo>
                    <a:pt x="15" y="13"/>
                  </a:moveTo>
                  <a:cubicBezTo>
                    <a:pt x="15" y="12"/>
                    <a:pt x="14" y="10"/>
                    <a:pt x="13" y="10"/>
                  </a:cubicBezTo>
                  <a:cubicBezTo>
                    <a:pt x="19" y="35"/>
                    <a:pt x="16" y="68"/>
                    <a:pt x="15" y="95"/>
                  </a:cubicBezTo>
                  <a:cubicBezTo>
                    <a:pt x="14" y="118"/>
                    <a:pt x="13" y="142"/>
                    <a:pt x="11" y="165"/>
                  </a:cubicBezTo>
                  <a:cubicBezTo>
                    <a:pt x="10" y="186"/>
                    <a:pt x="7" y="204"/>
                    <a:pt x="13" y="225"/>
                  </a:cubicBezTo>
                  <a:cubicBezTo>
                    <a:pt x="17" y="244"/>
                    <a:pt x="21" y="266"/>
                    <a:pt x="21" y="286"/>
                  </a:cubicBezTo>
                  <a:cubicBezTo>
                    <a:pt x="19" y="334"/>
                    <a:pt x="8" y="383"/>
                    <a:pt x="4" y="431"/>
                  </a:cubicBezTo>
                  <a:cubicBezTo>
                    <a:pt x="2" y="448"/>
                    <a:pt x="4" y="466"/>
                    <a:pt x="2" y="483"/>
                  </a:cubicBezTo>
                  <a:cubicBezTo>
                    <a:pt x="0" y="504"/>
                    <a:pt x="1" y="503"/>
                    <a:pt x="17" y="508"/>
                  </a:cubicBezTo>
                  <a:cubicBezTo>
                    <a:pt x="27" y="511"/>
                    <a:pt x="37" y="515"/>
                    <a:pt x="48" y="515"/>
                  </a:cubicBezTo>
                  <a:cubicBezTo>
                    <a:pt x="61" y="515"/>
                    <a:pt x="70" y="509"/>
                    <a:pt x="82" y="507"/>
                  </a:cubicBezTo>
                  <a:cubicBezTo>
                    <a:pt x="70" y="498"/>
                    <a:pt x="55" y="496"/>
                    <a:pt x="44" y="483"/>
                  </a:cubicBezTo>
                  <a:cubicBezTo>
                    <a:pt x="27" y="465"/>
                    <a:pt x="41" y="461"/>
                    <a:pt x="40" y="439"/>
                  </a:cubicBezTo>
                  <a:cubicBezTo>
                    <a:pt x="40" y="431"/>
                    <a:pt x="34" y="426"/>
                    <a:pt x="32" y="420"/>
                  </a:cubicBezTo>
                  <a:cubicBezTo>
                    <a:pt x="29" y="409"/>
                    <a:pt x="31" y="404"/>
                    <a:pt x="32" y="394"/>
                  </a:cubicBezTo>
                  <a:cubicBezTo>
                    <a:pt x="34" y="370"/>
                    <a:pt x="32" y="347"/>
                    <a:pt x="34" y="324"/>
                  </a:cubicBezTo>
                  <a:cubicBezTo>
                    <a:pt x="36" y="299"/>
                    <a:pt x="40" y="273"/>
                    <a:pt x="37" y="248"/>
                  </a:cubicBezTo>
                  <a:cubicBezTo>
                    <a:pt x="35" y="227"/>
                    <a:pt x="27" y="209"/>
                    <a:pt x="25" y="189"/>
                  </a:cubicBezTo>
                  <a:cubicBezTo>
                    <a:pt x="23" y="172"/>
                    <a:pt x="28" y="156"/>
                    <a:pt x="30" y="140"/>
                  </a:cubicBezTo>
                  <a:cubicBezTo>
                    <a:pt x="31" y="122"/>
                    <a:pt x="25" y="98"/>
                    <a:pt x="31" y="81"/>
                  </a:cubicBezTo>
                  <a:cubicBezTo>
                    <a:pt x="37" y="64"/>
                    <a:pt x="48" y="62"/>
                    <a:pt x="39" y="41"/>
                  </a:cubicBezTo>
                  <a:cubicBezTo>
                    <a:pt x="33" y="27"/>
                    <a:pt x="25" y="10"/>
                    <a:pt x="15" y="0"/>
                  </a:cubicBezTo>
                </a:path>
              </a:pathLst>
            </a:custGeom>
            <a:solidFill>
              <a:srgbClr val="E6F4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938" name="Freeform 780">
              <a:extLst>
                <a:ext uri="{FF2B5EF4-FFF2-40B4-BE49-F238E27FC236}">
                  <a16:creationId xmlns:a16="http://schemas.microsoft.com/office/drawing/2014/main" id="{9404EA49-112C-4F6E-9DD0-67D3DE0C582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5" y="3548"/>
              <a:ext cx="58" cy="237"/>
            </a:xfrm>
            <a:custGeom>
              <a:avLst/>
              <a:gdLst>
                <a:gd name="T0" fmla="*/ 136 w 38"/>
                <a:gd name="T1" fmla="*/ 0 h 146"/>
                <a:gd name="T2" fmla="*/ 110 w 38"/>
                <a:gd name="T3" fmla="*/ 255 h 146"/>
                <a:gd name="T4" fmla="*/ 110 w 38"/>
                <a:gd name="T5" fmla="*/ 359 h 146"/>
                <a:gd name="T6" fmla="*/ 114 w 38"/>
                <a:gd name="T7" fmla="*/ 419 h 146"/>
                <a:gd name="T8" fmla="*/ 101 w 38"/>
                <a:gd name="T9" fmla="*/ 542 h 146"/>
                <a:gd name="T10" fmla="*/ 110 w 38"/>
                <a:gd name="T11" fmla="*/ 596 h 146"/>
                <a:gd name="T12" fmla="*/ 79 w 38"/>
                <a:gd name="T13" fmla="*/ 617 h 146"/>
                <a:gd name="T14" fmla="*/ 41 w 38"/>
                <a:gd name="T15" fmla="*/ 625 h 146"/>
                <a:gd name="T16" fmla="*/ 0 w 38"/>
                <a:gd name="T17" fmla="*/ 618 h 146"/>
                <a:gd name="T18" fmla="*/ 49 w 38"/>
                <a:gd name="T19" fmla="*/ 549 h 146"/>
                <a:gd name="T20" fmla="*/ 72 w 38"/>
                <a:gd name="T21" fmla="*/ 427 h 146"/>
                <a:gd name="T22" fmla="*/ 101 w 38"/>
                <a:gd name="T23" fmla="*/ 213 h 146"/>
                <a:gd name="T24" fmla="*/ 128 w 38"/>
                <a:gd name="T25" fmla="*/ 0 h 14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8" h="146">
                  <a:moveTo>
                    <a:pt x="38" y="0"/>
                  </a:moveTo>
                  <a:cubicBezTo>
                    <a:pt x="38" y="20"/>
                    <a:pt x="32" y="40"/>
                    <a:pt x="31" y="60"/>
                  </a:cubicBezTo>
                  <a:cubicBezTo>
                    <a:pt x="31" y="68"/>
                    <a:pt x="31" y="76"/>
                    <a:pt x="31" y="84"/>
                  </a:cubicBezTo>
                  <a:cubicBezTo>
                    <a:pt x="31" y="89"/>
                    <a:pt x="32" y="93"/>
                    <a:pt x="32" y="98"/>
                  </a:cubicBezTo>
                  <a:cubicBezTo>
                    <a:pt x="31" y="108"/>
                    <a:pt x="27" y="116"/>
                    <a:pt x="28" y="127"/>
                  </a:cubicBezTo>
                  <a:cubicBezTo>
                    <a:pt x="28" y="131"/>
                    <a:pt x="32" y="135"/>
                    <a:pt x="31" y="139"/>
                  </a:cubicBezTo>
                  <a:cubicBezTo>
                    <a:pt x="30" y="143"/>
                    <a:pt x="25" y="143"/>
                    <a:pt x="22" y="144"/>
                  </a:cubicBezTo>
                  <a:cubicBezTo>
                    <a:pt x="18" y="146"/>
                    <a:pt x="16" y="146"/>
                    <a:pt x="12" y="146"/>
                  </a:cubicBezTo>
                  <a:cubicBezTo>
                    <a:pt x="8" y="146"/>
                    <a:pt x="4" y="145"/>
                    <a:pt x="0" y="145"/>
                  </a:cubicBezTo>
                  <a:cubicBezTo>
                    <a:pt x="5" y="140"/>
                    <a:pt x="10" y="134"/>
                    <a:pt x="14" y="128"/>
                  </a:cubicBezTo>
                  <a:cubicBezTo>
                    <a:pt x="19" y="121"/>
                    <a:pt x="19" y="109"/>
                    <a:pt x="20" y="100"/>
                  </a:cubicBezTo>
                  <a:cubicBezTo>
                    <a:pt x="21" y="83"/>
                    <a:pt x="26" y="67"/>
                    <a:pt x="28" y="50"/>
                  </a:cubicBezTo>
                  <a:cubicBezTo>
                    <a:pt x="29" y="33"/>
                    <a:pt x="37" y="17"/>
                    <a:pt x="36" y="0"/>
                  </a:cubicBezTo>
                </a:path>
              </a:pathLst>
            </a:custGeom>
            <a:solidFill>
              <a:srgbClr val="E6F4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939" name="Freeform 781">
              <a:extLst>
                <a:ext uri="{FF2B5EF4-FFF2-40B4-BE49-F238E27FC236}">
                  <a16:creationId xmlns:a16="http://schemas.microsoft.com/office/drawing/2014/main" id="{6A0A11B5-A904-4DDA-8DDE-29CA274011B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6" y="2929"/>
              <a:ext cx="160" cy="129"/>
            </a:xfrm>
            <a:custGeom>
              <a:avLst/>
              <a:gdLst>
                <a:gd name="T0" fmla="*/ 0 w 105"/>
                <a:gd name="T1" fmla="*/ 0 h 79"/>
                <a:gd name="T2" fmla="*/ 88 w 105"/>
                <a:gd name="T3" fmla="*/ 122 h 79"/>
                <a:gd name="T4" fmla="*/ 177 w 105"/>
                <a:gd name="T5" fmla="*/ 193 h 79"/>
                <a:gd name="T6" fmla="*/ 364 w 105"/>
                <a:gd name="T7" fmla="*/ 227 h 79"/>
                <a:gd name="T8" fmla="*/ 241 w 105"/>
                <a:gd name="T9" fmla="*/ 325 h 79"/>
                <a:gd name="T10" fmla="*/ 75 w 105"/>
                <a:gd name="T11" fmla="*/ 291 h 79"/>
                <a:gd name="T12" fmla="*/ 0 w 105"/>
                <a:gd name="T13" fmla="*/ 21 h 7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5" h="79">
                  <a:moveTo>
                    <a:pt x="0" y="0"/>
                  </a:moveTo>
                  <a:cubicBezTo>
                    <a:pt x="10" y="4"/>
                    <a:pt x="16" y="21"/>
                    <a:pt x="25" y="28"/>
                  </a:cubicBezTo>
                  <a:cubicBezTo>
                    <a:pt x="32" y="34"/>
                    <a:pt x="42" y="41"/>
                    <a:pt x="50" y="44"/>
                  </a:cubicBezTo>
                  <a:cubicBezTo>
                    <a:pt x="67" y="51"/>
                    <a:pt x="86" y="46"/>
                    <a:pt x="103" y="52"/>
                  </a:cubicBezTo>
                  <a:cubicBezTo>
                    <a:pt x="105" y="67"/>
                    <a:pt x="76" y="74"/>
                    <a:pt x="68" y="75"/>
                  </a:cubicBezTo>
                  <a:cubicBezTo>
                    <a:pt x="52" y="77"/>
                    <a:pt x="34" y="79"/>
                    <a:pt x="21" y="67"/>
                  </a:cubicBezTo>
                  <a:cubicBezTo>
                    <a:pt x="5" y="51"/>
                    <a:pt x="5" y="26"/>
                    <a:pt x="0" y="5"/>
                  </a:cubicBezTo>
                </a:path>
              </a:pathLst>
            </a:custGeom>
            <a:solidFill>
              <a:srgbClr val="E6F4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940" name="Freeform 782">
              <a:extLst>
                <a:ext uri="{FF2B5EF4-FFF2-40B4-BE49-F238E27FC236}">
                  <a16:creationId xmlns:a16="http://schemas.microsoft.com/office/drawing/2014/main" id="{04189C87-1843-4FEE-91A3-FE24FB828BA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1" y="3115"/>
              <a:ext cx="104" cy="47"/>
            </a:xfrm>
            <a:custGeom>
              <a:avLst/>
              <a:gdLst>
                <a:gd name="T0" fmla="*/ 0 w 68"/>
                <a:gd name="T1" fmla="*/ 16 h 29"/>
                <a:gd name="T2" fmla="*/ 142 w 68"/>
                <a:gd name="T3" fmla="*/ 55 h 29"/>
                <a:gd name="T4" fmla="*/ 243 w 68"/>
                <a:gd name="T5" fmla="*/ 5 h 29"/>
                <a:gd name="T6" fmla="*/ 102 w 68"/>
                <a:gd name="T7" fmla="*/ 118 h 29"/>
                <a:gd name="T8" fmla="*/ 28 w 68"/>
                <a:gd name="T9" fmla="*/ 102 h 29"/>
                <a:gd name="T10" fmla="*/ 0 w 68"/>
                <a:gd name="T11" fmla="*/ 55 h 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8" h="29">
                  <a:moveTo>
                    <a:pt x="0" y="4"/>
                  </a:moveTo>
                  <a:cubicBezTo>
                    <a:pt x="8" y="9"/>
                    <a:pt x="29" y="17"/>
                    <a:pt x="40" y="13"/>
                  </a:cubicBezTo>
                  <a:cubicBezTo>
                    <a:pt x="50" y="10"/>
                    <a:pt x="58" y="0"/>
                    <a:pt x="68" y="1"/>
                  </a:cubicBezTo>
                  <a:cubicBezTo>
                    <a:pt x="66" y="17"/>
                    <a:pt x="42" y="26"/>
                    <a:pt x="29" y="28"/>
                  </a:cubicBezTo>
                  <a:cubicBezTo>
                    <a:pt x="23" y="29"/>
                    <a:pt x="14" y="28"/>
                    <a:pt x="8" y="24"/>
                  </a:cubicBezTo>
                  <a:cubicBezTo>
                    <a:pt x="5" y="22"/>
                    <a:pt x="0" y="13"/>
                    <a:pt x="0" y="13"/>
                  </a:cubicBezTo>
                </a:path>
              </a:pathLst>
            </a:custGeom>
            <a:solidFill>
              <a:srgbClr val="E6F4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941" name="Freeform 783">
              <a:extLst>
                <a:ext uri="{FF2B5EF4-FFF2-40B4-BE49-F238E27FC236}">
                  <a16:creationId xmlns:a16="http://schemas.microsoft.com/office/drawing/2014/main" id="{D288C44C-6ECB-4CCF-A85A-DF2E1FECCC1F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3" y="2986"/>
              <a:ext cx="103" cy="111"/>
            </a:xfrm>
            <a:custGeom>
              <a:avLst/>
              <a:gdLst>
                <a:gd name="T0" fmla="*/ 8 w 67"/>
                <a:gd name="T1" fmla="*/ 0 h 68"/>
                <a:gd name="T2" fmla="*/ 115 w 67"/>
                <a:gd name="T3" fmla="*/ 199 h 68"/>
                <a:gd name="T4" fmla="*/ 243 w 67"/>
                <a:gd name="T5" fmla="*/ 287 h 68"/>
                <a:gd name="T6" fmla="*/ 100 w 67"/>
                <a:gd name="T7" fmla="*/ 122 h 68"/>
                <a:gd name="T8" fmla="*/ 54 w 67"/>
                <a:gd name="T9" fmla="*/ 47 h 68"/>
                <a:gd name="T10" fmla="*/ 0 w 67"/>
                <a:gd name="T11" fmla="*/ 18 h 6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7" h="68">
                  <a:moveTo>
                    <a:pt x="2" y="0"/>
                  </a:moveTo>
                  <a:cubicBezTo>
                    <a:pt x="16" y="11"/>
                    <a:pt x="21" y="31"/>
                    <a:pt x="32" y="46"/>
                  </a:cubicBezTo>
                  <a:cubicBezTo>
                    <a:pt x="39" y="55"/>
                    <a:pt x="56" y="68"/>
                    <a:pt x="67" y="66"/>
                  </a:cubicBezTo>
                  <a:cubicBezTo>
                    <a:pt x="53" y="60"/>
                    <a:pt x="37" y="41"/>
                    <a:pt x="27" y="28"/>
                  </a:cubicBezTo>
                  <a:cubicBezTo>
                    <a:pt x="23" y="23"/>
                    <a:pt x="20" y="15"/>
                    <a:pt x="15" y="11"/>
                  </a:cubicBezTo>
                  <a:cubicBezTo>
                    <a:pt x="11" y="7"/>
                    <a:pt x="4" y="6"/>
                    <a:pt x="0" y="4"/>
                  </a:cubicBezTo>
                </a:path>
              </a:pathLst>
            </a:custGeom>
            <a:solidFill>
              <a:srgbClr val="E6F4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942" name="Freeform 784">
              <a:extLst>
                <a:ext uri="{FF2B5EF4-FFF2-40B4-BE49-F238E27FC236}">
                  <a16:creationId xmlns:a16="http://schemas.microsoft.com/office/drawing/2014/main" id="{FE520619-343F-43A7-AA7B-BEA8EF5FA39F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7" y="2890"/>
              <a:ext cx="54" cy="82"/>
            </a:xfrm>
            <a:custGeom>
              <a:avLst/>
              <a:gdLst>
                <a:gd name="T0" fmla="*/ 123 w 35"/>
                <a:gd name="T1" fmla="*/ 0 h 50"/>
                <a:gd name="T2" fmla="*/ 110 w 35"/>
                <a:gd name="T3" fmla="*/ 49 h 50"/>
                <a:gd name="T4" fmla="*/ 69 w 35"/>
                <a:gd name="T5" fmla="*/ 123 h 50"/>
                <a:gd name="T6" fmla="*/ 29 w 35"/>
                <a:gd name="T7" fmla="*/ 177 h 50"/>
                <a:gd name="T8" fmla="*/ 0 w 35"/>
                <a:gd name="T9" fmla="*/ 207 h 50"/>
                <a:gd name="T10" fmla="*/ 69 w 35"/>
                <a:gd name="T11" fmla="*/ 159 h 50"/>
                <a:gd name="T12" fmla="*/ 114 w 35"/>
                <a:gd name="T13" fmla="*/ 102 h 50"/>
                <a:gd name="T14" fmla="*/ 128 w 35"/>
                <a:gd name="T15" fmla="*/ 0 h 5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5" h="50">
                  <a:moveTo>
                    <a:pt x="34" y="0"/>
                  </a:moveTo>
                  <a:cubicBezTo>
                    <a:pt x="32" y="2"/>
                    <a:pt x="31" y="8"/>
                    <a:pt x="30" y="11"/>
                  </a:cubicBezTo>
                  <a:cubicBezTo>
                    <a:pt x="27" y="17"/>
                    <a:pt x="23" y="22"/>
                    <a:pt x="19" y="28"/>
                  </a:cubicBezTo>
                  <a:cubicBezTo>
                    <a:pt x="15" y="32"/>
                    <a:pt x="12" y="36"/>
                    <a:pt x="8" y="40"/>
                  </a:cubicBezTo>
                  <a:cubicBezTo>
                    <a:pt x="5" y="42"/>
                    <a:pt x="2" y="44"/>
                    <a:pt x="0" y="47"/>
                  </a:cubicBezTo>
                  <a:cubicBezTo>
                    <a:pt x="6" y="50"/>
                    <a:pt x="15" y="39"/>
                    <a:pt x="19" y="36"/>
                  </a:cubicBezTo>
                  <a:cubicBezTo>
                    <a:pt x="24" y="32"/>
                    <a:pt x="28" y="28"/>
                    <a:pt x="31" y="23"/>
                  </a:cubicBezTo>
                  <a:cubicBezTo>
                    <a:pt x="35" y="16"/>
                    <a:pt x="33" y="8"/>
                    <a:pt x="35" y="0"/>
                  </a:cubicBezTo>
                </a:path>
              </a:pathLst>
            </a:custGeom>
            <a:solidFill>
              <a:srgbClr val="E6F4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943" name="Freeform 785">
              <a:extLst>
                <a:ext uri="{FF2B5EF4-FFF2-40B4-BE49-F238E27FC236}">
                  <a16:creationId xmlns:a16="http://schemas.microsoft.com/office/drawing/2014/main" id="{26AB070A-6623-4CF7-9D54-54AF6DD310DE}"/>
                </a:ext>
              </a:extLst>
            </p:cNvPr>
            <p:cNvSpPr>
              <a:spLocks/>
            </p:cNvSpPr>
            <p:nvPr/>
          </p:nvSpPr>
          <p:spPr bwMode="auto">
            <a:xfrm>
              <a:off x="5111" y="2200"/>
              <a:ext cx="116" cy="157"/>
            </a:xfrm>
            <a:custGeom>
              <a:avLst/>
              <a:gdLst>
                <a:gd name="T0" fmla="*/ 229 w 76"/>
                <a:gd name="T1" fmla="*/ 92 h 96"/>
                <a:gd name="T2" fmla="*/ 182 w 76"/>
                <a:gd name="T3" fmla="*/ 83 h 96"/>
                <a:gd name="T4" fmla="*/ 110 w 76"/>
                <a:gd name="T5" fmla="*/ 62 h 96"/>
                <a:gd name="T6" fmla="*/ 0 w 76"/>
                <a:gd name="T7" fmla="*/ 0 h 96"/>
                <a:gd name="T8" fmla="*/ 174 w 76"/>
                <a:gd name="T9" fmla="*/ 172 h 96"/>
                <a:gd name="T10" fmla="*/ 224 w 76"/>
                <a:gd name="T11" fmla="*/ 298 h 96"/>
                <a:gd name="T12" fmla="*/ 258 w 76"/>
                <a:gd name="T13" fmla="*/ 420 h 96"/>
                <a:gd name="T14" fmla="*/ 229 w 76"/>
                <a:gd name="T15" fmla="*/ 83 h 9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6" h="96">
                  <a:moveTo>
                    <a:pt x="64" y="21"/>
                  </a:moveTo>
                  <a:cubicBezTo>
                    <a:pt x="60" y="19"/>
                    <a:pt x="55" y="20"/>
                    <a:pt x="51" y="19"/>
                  </a:cubicBezTo>
                  <a:cubicBezTo>
                    <a:pt x="44" y="18"/>
                    <a:pt x="37" y="16"/>
                    <a:pt x="31" y="14"/>
                  </a:cubicBezTo>
                  <a:cubicBezTo>
                    <a:pt x="20" y="10"/>
                    <a:pt x="11" y="1"/>
                    <a:pt x="0" y="0"/>
                  </a:cubicBezTo>
                  <a:cubicBezTo>
                    <a:pt x="7" y="21"/>
                    <a:pt x="35" y="25"/>
                    <a:pt x="49" y="39"/>
                  </a:cubicBezTo>
                  <a:cubicBezTo>
                    <a:pt x="56" y="47"/>
                    <a:pt x="61" y="58"/>
                    <a:pt x="63" y="68"/>
                  </a:cubicBezTo>
                  <a:cubicBezTo>
                    <a:pt x="65" y="75"/>
                    <a:pt x="67" y="94"/>
                    <a:pt x="73" y="96"/>
                  </a:cubicBezTo>
                  <a:cubicBezTo>
                    <a:pt x="74" y="89"/>
                    <a:pt x="76" y="18"/>
                    <a:pt x="64" y="19"/>
                  </a:cubicBezTo>
                </a:path>
              </a:pathLst>
            </a:custGeom>
            <a:solidFill>
              <a:srgbClr val="E6F4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944" name="Freeform 786">
              <a:extLst>
                <a:ext uri="{FF2B5EF4-FFF2-40B4-BE49-F238E27FC236}">
                  <a16:creationId xmlns:a16="http://schemas.microsoft.com/office/drawing/2014/main" id="{7FF260B6-352B-4767-80C5-58AEC96B097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8" y="2238"/>
              <a:ext cx="77" cy="231"/>
            </a:xfrm>
            <a:custGeom>
              <a:avLst/>
              <a:gdLst>
                <a:gd name="T0" fmla="*/ 157 w 50"/>
                <a:gd name="T1" fmla="*/ 0 h 142"/>
                <a:gd name="T2" fmla="*/ 26 w 50"/>
                <a:gd name="T3" fmla="*/ 181 h 142"/>
                <a:gd name="T4" fmla="*/ 43 w 50"/>
                <a:gd name="T5" fmla="*/ 612 h 142"/>
                <a:gd name="T6" fmla="*/ 102 w 50"/>
                <a:gd name="T7" fmla="*/ 241 h 142"/>
                <a:gd name="T8" fmla="*/ 154 w 50"/>
                <a:gd name="T9" fmla="*/ 34 h 1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142">
                  <a:moveTo>
                    <a:pt x="43" y="0"/>
                  </a:moveTo>
                  <a:cubicBezTo>
                    <a:pt x="33" y="16"/>
                    <a:pt x="13" y="19"/>
                    <a:pt x="7" y="42"/>
                  </a:cubicBezTo>
                  <a:cubicBezTo>
                    <a:pt x="0" y="67"/>
                    <a:pt x="2" y="118"/>
                    <a:pt x="12" y="142"/>
                  </a:cubicBezTo>
                  <a:cubicBezTo>
                    <a:pt x="18" y="114"/>
                    <a:pt x="17" y="83"/>
                    <a:pt x="28" y="56"/>
                  </a:cubicBezTo>
                  <a:cubicBezTo>
                    <a:pt x="32" y="46"/>
                    <a:pt x="50" y="18"/>
                    <a:pt x="42" y="8"/>
                  </a:cubicBezTo>
                </a:path>
              </a:pathLst>
            </a:custGeom>
            <a:solidFill>
              <a:srgbClr val="E6F4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945" name="Freeform 787">
              <a:extLst>
                <a:ext uri="{FF2B5EF4-FFF2-40B4-BE49-F238E27FC236}">
                  <a16:creationId xmlns:a16="http://schemas.microsoft.com/office/drawing/2014/main" id="{1A277215-B1F8-4B3B-A9C2-BF8F4BE95A4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0" y="2161"/>
              <a:ext cx="132" cy="775"/>
            </a:xfrm>
            <a:custGeom>
              <a:avLst/>
              <a:gdLst>
                <a:gd name="T0" fmla="*/ 175 w 86"/>
                <a:gd name="T1" fmla="*/ 117 h 476"/>
                <a:gd name="T2" fmla="*/ 69 w 86"/>
                <a:gd name="T3" fmla="*/ 448 h 476"/>
                <a:gd name="T4" fmla="*/ 26 w 86"/>
                <a:gd name="T5" fmla="*/ 599 h 476"/>
                <a:gd name="T6" fmla="*/ 8 w 86"/>
                <a:gd name="T7" fmla="*/ 824 h 476"/>
                <a:gd name="T8" fmla="*/ 18 w 86"/>
                <a:gd name="T9" fmla="*/ 1286 h 476"/>
                <a:gd name="T10" fmla="*/ 43 w 86"/>
                <a:gd name="T11" fmla="*/ 1679 h 476"/>
                <a:gd name="T12" fmla="*/ 163 w 86"/>
                <a:gd name="T13" fmla="*/ 1942 h 476"/>
                <a:gd name="T14" fmla="*/ 299 w 86"/>
                <a:gd name="T15" fmla="*/ 1736 h 476"/>
                <a:gd name="T16" fmla="*/ 299 w 86"/>
                <a:gd name="T17" fmla="*/ 1195 h 476"/>
                <a:gd name="T18" fmla="*/ 299 w 86"/>
                <a:gd name="T19" fmla="*/ 726 h 476"/>
                <a:gd name="T20" fmla="*/ 290 w 86"/>
                <a:gd name="T21" fmla="*/ 448 h 476"/>
                <a:gd name="T22" fmla="*/ 290 w 86"/>
                <a:gd name="T23" fmla="*/ 199 h 476"/>
                <a:gd name="T24" fmla="*/ 167 w 86"/>
                <a:gd name="T25" fmla="*/ 122 h 47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86" h="476">
                  <a:moveTo>
                    <a:pt x="48" y="27"/>
                  </a:moveTo>
                  <a:cubicBezTo>
                    <a:pt x="30" y="46"/>
                    <a:pt x="25" y="77"/>
                    <a:pt x="19" y="104"/>
                  </a:cubicBezTo>
                  <a:cubicBezTo>
                    <a:pt x="17" y="116"/>
                    <a:pt x="11" y="127"/>
                    <a:pt x="7" y="139"/>
                  </a:cubicBezTo>
                  <a:cubicBezTo>
                    <a:pt x="1" y="155"/>
                    <a:pt x="2" y="174"/>
                    <a:pt x="2" y="191"/>
                  </a:cubicBezTo>
                  <a:cubicBezTo>
                    <a:pt x="0" y="226"/>
                    <a:pt x="5" y="262"/>
                    <a:pt x="5" y="298"/>
                  </a:cubicBezTo>
                  <a:cubicBezTo>
                    <a:pt x="5" y="327"/>
                    <a:pt x="7" y="360"/>
                    <a:pt x="12" y="389"/>
                  </a:cubicBezTo>
                  <a:cubicBezTo>
                    <a:pt x="16" y="410"/>
                    <a:pt x="29" y="437"/>
                    <a:pt x="45" y="450"/>
                  </a:cubicBezTo>
                  <a:cubicBezTo>
                    <a:pt x="75" y="476"/>
                    <a:pt x="81" y="430"/>
                    <a:pt x="83" y="402"/>
                  </a:cubicBezTo>
                  <a:cubicBezTo>
                    <a:pt x="86" y="360"/>
                    <a:pt x="80" y="318"/>
                    <a:pt x="83" y="277"/>
                  </a:cubicBezTo>
                  <a:cubicBezTo>
                    <a:pt x="86" y="240"/>
                    <a:pt x="84" y="204"/>
                    <a:pt x="83" y="168"/>
                  </a:cubicBezTo>
                  <a:cubicBezTo>
                    <a:pt x="83" y="146"/>
                    <a:pt x="81" y="125"/>
                    <a:pt x="80" y="104"/>
                  </a:cubicBezTo>
                  <a:cubicBezTo>
                    <a:pt x="79" y="86"/>
                    <a:pt x="83" y="63"/>
                    <a:pt x="80" y="46"/>
                  </a:cubicBezTo>
                  <a:cubicBezTo>
                    <a:pt x="76" y="31"/>
                    <a:pt x="54" y="0"/>
                    <a:pt x="46" y="28"/>
                  </a:cubicBezTo>
                </a:path>
              </a:pathLst>
            </a:custGeom>
            <a:solidFill>
              <a:srgbClr val="E6F4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946" name="Freeform 788">
              <a:extLst>
                <a:ext uri="{FF2B5EF4-FFF2-40B4-BE49-F238E27FC236}">
                  <a16:creationId xmlns:a16="http://schemas.microsoft.com/office/drawing/2014/main" id="{06D4FBE8-9281-4B39-B2BC-13F3E8B9687A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5" y="2169"/>
              <a:ext cx="156" cy="734"/>
            </a:xfrm>
            <a:custGeom>
              <a:avLst/>
              <a:gdLst>
                <a:gd name="T0" fmla="*/ 150 w 102"/>
                <a:gd name="T1" fmla="*/ 132 h 451"/>
                <a:gd name="T2" fmla="*/ 66 w 102"/>
                <a:gd name="T3" fmla="*/ 249 h 451"/>
                <a:gd name="T4" fmla="*/ 40 w 102"/>
                <a:gd name="T5" fmla="*/ 736 h 451"/>
                <a:gd name="T6" fmla="*/ 5 w 102"/>
                <a:gd name="T7" fmla="*/ 1216 h 451"/>
                <a:gd name="T8" fmla="*/ 49 w 102"/>
                <a:gd name="T9" fmla="*/ 1650 h 451"/>
                <a:gd name="T10" fmla="*/ 211 w 102"/>
                <a:gd name="T11" fmla="*/ 1896 h 451"/>
                <a:gd name="T12" fmla="*/ 275 w 102"/>
                <a:gd name="T13" fmla="*/ 1676 h 451"/>
                <a:gd name="T14" fmla="*/ 297 w 102"/>
                <a:gd name="T15" fmla="*/ 1388 h 451"/>
                <a:gd name="T16" fmla="*/ 310 w 102"/>
                <a:gd name="T17" fmla="*/ 439 h 451"/>
                <a:gd name="T18" fmla="*/ 248 w 102"/>
                <a:gd name="T19" fmla="*/ 199 h 451"/>
                <a:gd name="T20" fmla="*/ 147 w 102"/>
                <a:gd name="T21" fmla="*/ 130 h 45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02" h="451">
                  <a:moveTo>
                    <a:pt x="42" y="31"/>
                  </a:moveTo>
                  <a:cubicBezTo>
                    <a:pt x="33" y="0"/>
                    <a:pt x="19" y="48"/>
                    <a:pt x="18" y="58"/>
                  </a:cubicBezTo>
                  <a:cubicBezTo>
                    <a:pt x="13" y="95"/>
                    <a:pt x="12" y="133"/>
                    <a:pt x="11" y="171"/>
                  </a:cubicBezTo>
                  <a:cubicBezTo>
                    <a:pt x="11" y="208"/>
                    <a:pt x="2" y="245"/>
                    <a:pt x="1" y="282"/>
                  </a:cubicBezTo>
                  <a:cubicBezTo>
                    <a:pt x="0" y="317"/>
                    <a:pt x="3" y="350"/>
                    <a:pt x="14" y="383"/>
                  </a:cubicBezTo>
                  <a:cubicBezTo>
                    <a:pt x="19" y="398"/>
                    <a:pt x="37" y="451"/>
                    <a:pt x="59" y="440"/>
                  </a:cubicBezTo>
                  <a:cubicBezTo>
                    <a:pt x="69" y="434"/>
                    <a:pt x="75" y="401"/>
                    <a:pt x="77" y="389"/>
                  </a:cubicBezTo>
                  <a:cubicBezTo>
                    <a:pt x="81" y="367"/>
                    <a:pt x="82" y="345"/>
                    <a:pt x="83" y="322"/>
                  </a:cubicBezTo>
                  <a:cubicBezTo>
                    <a:pt x="85" y="248"/>
                    <a:pt x="102" y="174"/>
                    <a:pt x="87" y="102"/>
                  </a:cubicBezTo>
                  <a:cubicBezTo>
                    <a:pt x="84" y="84"/>
                    <a:pt x="79" y="59"/>
                    <a:pt x="69" y="46"/>
                  </a:cubicBezTo>
                  <a:cubicBezTo>
                    <a:pt x="62" y="36"/>
                    <a:pt x="50" y="35"/>
                    <a:pt x="41" y="30"/>
                  </a:cubicBezTo>
                </a:path>
              </a:pathLst>
            </a:custGeom>
            <a:solidFill>
              <a:srgbClr val="E6F4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947" name="Freeform 789">
              <a:extLst>
                <a:ext uri="{FF2B5EF4-FFF2-40B4-BE49-F238E27FC236}">
                  <a16:creationId xmlns:a16="http://schemas.microsoft.com/office/drawing/2014/main" id="{71384768-EA38-4869-8D29-AEE196D8CD4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8" y="3156"/>
              <a:ext cx="114" cy="432"/>
            </a:xfrm>
            <a:custGeom>
              <a:avLst/>
              <a:gdLst>
                <a:gd name="T0" fmla="*/ 21 w 75"/>
                <a:gd name="T1" fmla="*/ 0 h 266"/>
                <a:gd name="T2" fmla="*/ 263 w 75"/>
                <a:gd name="T3" fmla="*/ 97 h 266"/>
                <a:gd name="T4" fmla="*/ 195 w 75"/>
                <a:gd name="T5" fmla="*/ 240 h 266"/>
                <a:gd name="T6" fmla="*/ 204 w 75"/>
                <a:gd name="T7" fmla="*/ 438 h 266"/>
                <a:gd name="T8" fmla="*/ 210 w 75"/>
                <a:gd name="T9" fmla="*/ 802 h 266"/>
                <a:gd name="T10" fmla="*/ 222 w 75"/>
                <a:gd name="T11" fmla="*/ 1140 h 266"/>
                <a:gd name="T12" fmla="*/ 155 w 75"/>
                <a:gd name="T13" fmla="*/ 732 h 266"/>
                <a:gd name="T14" fmla="*/ 102 w 75"/>
                <a:gd name="T15" fmla="*/ 417 h 266"/>
                <a:gd name="T16" fmla="*/ 0 w 75"/>
                <a:gd name="T17" fmla="*/ 39 h 26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5" h="266">
                  <a:moveTo>
                    <a:pt x="6" y="0"/>
                  </a:moveTo>
                  <a:cubicBezTo>
                    <a:pt x="28" y="15"/>
                    <a:pt x="48" y="26"/>
                    <a:pt x="75" y="23"/>
                  </a:cubicBezTo>
                  <a:cubicBezTo>
                    <a:pt x="66" y="21"/>
                    <a:pt x="55" y="48"/>
                    <a:pt x="55" y="56"/>
                  </a:cubicBezTo>
                  <a:cubicBezTo>
                    <a:pt x="53" y="71"/>
                    <a:pt x="58" y="88"/>
                    <a:pt x="58" y="102"/>
                  </a:cubicBezTo>
                  <a:cubicBezTo>
                    <a:pt x="60" y="131"/>
                    <a:pt x="60" y="159"/>
                    <a:pt x="60" y="187"/>
                  </a:cubicBezTo>
                  <a:cubicBezTo>
                    <a:pt x="60" y="213"/>
                    <a:pt x="65" y="241"/>
                    <a:pt x="63" y="266"/>
                  </a:cubicBezTo>
                  <a:cubicBezTo>
                    <a:pt x="47" y="242"/>
                    <a:pt x="48" y="199"/>
                    <a:pt x="44" y="171"/>
                  </a:cubicBezTo>
                  <a:cubicBezTo>
                    <a:pt x="39" y="146"/>
                    <a:pt x="38" y="120"/>
                    <a:pt x="29" y="97"/>
                  </a:cubicBezTo>
                  <a:cubicBezTo>
                    <a:pt x="19" y="68"/>
                    <a:pt x="3" y="39"/>
                    <a:pt x="0" y="9"/>
                  </a:cubicBezTo>
                </a:path>
              </a:pathLst>
            </a:custGeom>
            <a:solidFill>
              <a:srgbClr val="E6F4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948" name="Freeform 790">
              <a:extLst>
                <a:ext uri="{FF2B5EF4-FFF2-40B4-BE49-F238E27FC236}">
                  <a16:creationId xmlns:a16="http://schemas.microsoft.com/office/drawing/2014/main" id="{1E2C237F-E440-4AD6-9139-5859EDF10B9B}"/>
                </a:ext>
              </a:extLst>
            </p:cNvPr>
            <p:cNvSpPr>
              <a:spLocks/>
            </p:cNvSpPr>
            <p:nvPr/>
          </p:nvSpPr>
          <p:spPr bwMode="auto">
            <a:xfrm>
              <a:off x="5032" y="3103"/>
              <a:ext cx="102" cy="376"/>
            </a:xfrm>
            <a:custGeom>
              <a:avLst/>
              <a:gdLst>
                <a:gd name="T0" fmla="*/ 12 w 67"/>
                <a:gd name="T1" fmla="*/ 0 h 231"/>
                <a:gd name="T2" fmla="*/ 236 w 67"/>
                <a:gd name="T3" fmla="*/ 117 h 231"/>
                <a:gd name="T4" fmla="*/ 218 w 67"/>
                <a:gd name="T5" fmla="*/ 238 h 231"/>
                <a:gd name="T6" fmla="*/ 196 w 67"/>
                <a:gd name="T7" fmla="*/ 474 h 231"/>
                <a:gd name="T8" fmla="*/ 160 w 67"/>
                <a:gd name="T9" fmla="*/ 996 h 231"/>
                <a:gd name="T10" fmla="*/ 128 w 67"/>
                <a:gd name="T11" fmla="*/ 646 h 231"/>
                <a:gd name="T12" fmla="*/ 81 w 67"/>
                <a:gd name="T13" fmla="*/ 371 h 231"/>
                <a:gd name="T14" fmla="*/ 0 w 67"/>
                <a:gd name="T15" fmla="*/ 26 h 23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7" h="231">
                  <a:moveTo>
                    <a:pt x="3" y="0"/>
                  </a:moveTo>
                  <a:cubicBezTo>
                    <a:pt x="15" y="16"/>
                    <a:pt x="49" y="40"/>
                    <a:pt x="67" y="27"/>
                  </a:cubicBezTo>
                  <a:cubicBezTo>
                    <a:pt x="67" y="37"/>
                    <a:pt x="64" y="45"/>
                    <a:pt x="62" y="55"/>
                  </a:cubicBezTo>
                  <a:cubicBezTo>
                    <a:pt x="58" y="73"/>
                    <a:pt x="58" y="92"/>
                    <a:pt x="56" y="110"/>
                  </a:cubicBezTo>
                  <a:cubicBezTo>
                    <a:pt x="51" y="149"/>
                    <a:pt x="45" y="191"/>
                    <a:pt x="45" y="231"/>
                  </a:cubicBezTo>
                  <a:cubicBezTo>
                    <a:pt x="35" y="206"/>
                    <a:pt x="42" y="177"/>
                    <a:pt x="36" y="150"/>
                  </a:cubicBezTo>
                  <a:cubicBezTo>
                    <a:pt x="31" y="129"/>
                    <a:pt x="28" y="107"/>
                    <a:pt x="23" y="86"/>
                  </a:cubicBezTo>
                  <a:cubicBezTo>
                    <a:pt x="15" y="58"/>
                    <a:pt x="1" y="36"/>
                    <a:pt x="0" y="6"/>
                  </a:cubicBezTo>
                </a:path>
              </a:pathLst>
            </a:custGeom>
            <a:solidFill>
              <a:srgbClr val="E6F4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949" name="Freeform 791">
              <a:extLst>
                <a:ext uri="{FF2B5EF4-FFF2-40B4-BE49-F238E27FC236}">
                  <a16:creationId xmlns:a16="http://schemas.microsoft.com/office/drawing/2014/main" id="{A297AF31-E6FE-407D-9779-003F7E2E65A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1" y="3741"/>
              <a:ext cx="168" cy="49"/>
            </a:xfrm>
            <a:custGeom>
              <a:avLst/>
              <a:gdLst>
                <a:gd name="T0" fmla="*/ 40 w 110"/>
                <a:gd name="T1" fmla="*/ 0 h 30"/>
                <a:gd name="T2" fmla="*/ 209 w 110"/>
                <a:gd name="T3" fmla="*/ 123 h 30"/>
                <a:gd name="T4" fmla="*/ 313 w 110"/>
                <a:gd name="T5" fmla="*/ 123 h 30"/>
                <a:gd name="T6" fmla="*/ 393 w 110"/>
                <a:gd name="T7" fmla="*/ 113 h 30"/>
                <a:gd name="T8" fmla="*/ 150 w 110"/>
                <a:gd name="T9" fmla="*/ 75 h 30"/>
                <a:gd name="T10" fmla="*/ 47 w 110"/>
                <a:gd name="T11" fmla="*/ 8 h 3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0" h="30">
                  <a:moveTo>
                    <a:pt x="11" y="0"/>
                  </a:moveTo>
                  <a:cubicBezTo>
                    <a:pt x="0" y="24"/>
                    <a:pt x="47" y="28"/>
                    <a:pt x="59" y="28"/>
                  </a:cubicBezTo>
                  <a:cubicBezTo>
                    <a:pt x="69" y="29"/>
                    <a:pt x="79" y="28"/>
                    <a:pt x="88" y="28"/>
                  </a:cubicBezTo>
                  <a:cubicBezTo>
                    <a:pt x="95" y="27"/>
                    <a:pt x="105" y="30"/>
                    <a:pt x="110" y="26"/>
                  </a:cubicBezTo>
                  <a:cubicBezTo>
                    <a:pt x="88" y="27"/>
                    <a:pt x="64" y="23"/>
                    <a:pt x="42" y="17"/>
                  </a:cubicBezTo>
                  <a:cubicBezTo>
                    <a:pt x="32" y="15"/>
                    <a:pt x="17" y="13"/>
                    <a:pt x="13" y="2"/>
                  </a:cubicBezTo>
                </a:path>
              </a:pathLst>
            </a:custGeom>
            <a:solidFill>
              <a:srgbClr val="E6F4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950" name="Freeform 792">
              <a:extLst>
                <a:ext uri="{FF2B5EF4-FFF2-40B4-BE49-F238E27FC236}">
                  <a16:creationId xmlns:a16="http://schemas.microsoft.com/office/drawing/2014/main" id="{464A9097-E4D4-46A1-A221-1AC038DE877E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1" y="3728"/>
              <a:ext cx="141" cy="66"/>
            </a:xfrm>
            <a:custGeom>
              <a:avLst/>
              <a:gdLst>
                <a:gd name="T0" fmla="*/ 0 w 92"/>
                <a:gd name="T1" fmla="*/ 144 h 40"/>
                <a:gd name="T2" fmla="*/ 208 w 92"/>
                <a:gd name="T3" fmla="*/ 125 h 40"/>
                <a:gd name="T4" fmla="*/ 317 w 92"/>
                <a:gd name="T5" fmla="*/ 13 h 40"/>
                <a:gd name="T6" fmla="*/ 259 w 92"/>
                <a:gd name="T7" fmla="*/ 50 h 40"/>
                <a:gd name="T8" fmla="*/ 129 w 92"/>
                <a:gd name="T9" fmla="*/ 130 h 40"/>
                <a:gd name="T10" fmla="*/ 66 w 92"/>
                <a:gd name="T11" fmla="*/ 144 h 40"/>
                <a:gd name="T12" fmla="*/ 14 w 92"/>
                <a:gd name="T13" fmla="*/ 144 h 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2" h="40">
                  <a:moveTo>
                    <a:pt x="0" y="32"/>
                  </a:moveTo>
                  <a:cubicBezTo>
                    <a:pt x="19" y="40"/>
                    <a:pt x="40" y="36"/>
                    <a:pt x="58" y="28"/>
                  </a:cubicBezTo>
                  <a:cubicBezTo>
                    <a:pt x="65" y="24"/>
                    <a:pt x="92" y="15"/>
                    <a:pt x="88" y="3"/>
                  </a:cubicBezTo>
                  <a:cubicBezTo>
                    <a:pt x="84" y="0"/>
                    <a:pt x="76" y="8"/>
                    <a:pt x="72" y="11"/>
                  </a:cubicBezTo>
                  <a:cubicBezTo>
                    <a:pt x="60" y="18"/>
                    <a:pt x="48" y="25"/>
                    <a:pt x="36" y="29"/>
                  </a:cubicBezTo>
                  <a:cubicBezTo>
                    <a:pt x="30" y="31"/>
                    <a:pt x="24" y="32"/>
                    <a:pt x="18" y="32"/>
                  </a:cubicBezTo>
                  <a:cubicBezTo>
                    <a:pt x="14" y="32"/>
                    <a:pt x="6" y="29"/>
                    <a:pt x="4" y="32"/>
                  </a:cubicBezTo>
                </a:path>
              </a:pathLst>
            </a:custGeom>
            <a:solidFill>
              <a:srgbClr val="E6F4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951" name="Freeform 793">
              <a:extLst>
                <a:ext uri="{FF2B5EF4-FFF2-40B4-BE49-F238E27FC236}">
                  <a16:creationId xmlns:a16="http://schemas.microsoft.com/office/drawing/2014/main" id="{90DC1B9A-88A4-407A-AB9E-2263A84319D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0" y="2247"/>
              <a:ext cx="17" cy="7"/>
            </a:xfrm>
            <a:custGeom>
              <a:avLst/>
              <a:gdLst>
                <a:gd name="T0" fmla="*/ 0 w 11"/>
                <a:gd name="T1" fmla="*/ 21 h 4"/>
                <a:gd name="T2" fmla="*/ 40 w 11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4">
                  <a:moveTo>
                    <a:pt x="0" y="4"/>
                  </a:moveTo>
                  <a:cubicBezTo>
                    <a:pt x="4" y="3"/>
                    <a:pt x="8" y="2"/>
                    <a:pt x="11" y="0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952" name="Freeform 794">
              <a:extLst>
                <a:ext uri="{FF2B5EF4-FFF2-40B4-BE49-F238E27FC236}">
                  <a16:creationId xmlns:a16="http://schemas.microsoft.com/office/drawing/2014/main" id="{1AF29026-A809-4789-AA2C-52EDF5EF73C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9" y="2231"/>
              <a:ext cx="18" cy="10"/>
            </a:xfrm>
            <a:custGeom>
              <a:avLst/>
              <a:gdLst>
                <a:gd name="T0" fmla="*/ 0 w 12"/>
                <a:gd name="T1" fmla="*/ 28 h 6"/>
                <a:gd name="T2" fmla="*/ 41 w 12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6">
                  <a:moveTo>
                    <a:pt x="0" y="6"/>
                  </a:moveTo>
                  <a:cubicBezTo>
                    <a:pt x="4" y="5"/>
                    <a:pt x="8" y="1"/>
                    <a:pt x="12" y="0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953" name="Freeform 795">
              <a:extLst>
                <a:ext uri="{FF2B5EF4-FFF2-40B4-BE49-F238E27FC236}">
                  <a16:creationId xmlns:a16="http://schemas.microsoft.com/office/drawing/2014/main" id="{2DEB032B-1F0B-48F9-A164-811114D8962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9" y="2205"/>
              <a:ext cx="11" cy="16"/>
            </a:xfrm>
            <a:custGeom>
              <a:avLst/>
              <a:gdLst>
                <a:gd name="T0" fmla="*/ 0 w 7"/>
                <a:gd name="T1" fmla="*/ 42 h 10"/>
                <a:gd name="T2" fmla="*/ 27 w 7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0">
                  <a:moveTo>
                    <a:pt x="0" y="10"/>
                  </a:moveTo>
                  <a:cubicBezTo>
                    <a:pt x="2" y="7"/>
                    <a:pt x="5" y="4"/>
                    <a:pt x="7" y="0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954" name="Freeform 796">
              <a:extLst>
                <a:ext uri="{FF2B5EF4-FFF2-40B4-BE49-F238E27FC236}">
                  <a16:creationId xmlns:a16="http://schemas.microsoft.com/office/drawing/2014/main" id="{68806C3B-A5C6-4A27-86E6-10587ABD701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8" y="2182"/>
              <a:ext cx="9" cy="13"/>
            </a:xfrm>
            <a:custGeom>
              <a:avLst/>
              <a:gdLst>
                <a:gd name="T0" fmla="*/ 0 w 6"/>
                <a:gd name="T1" fmla="*/ 34 h 8"/>
                <a:gd name="T2" fmla="*/ 21 w 6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8">
                  <a:moveTo>
                    <a:pt x="0" y="8"/>
                  </a:moveTo>
                  <a:cubicBezTo>
                    <a:pt x="2" y="5"/>
                    <a:pt x="4" y="2"/>
                    <a:pt x="6" y="0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955" name="Freeform 797">
              <a:extLst>
                <a:ext uri="{FF2B5EF4-FFF2-40B4-BE49-F238E27FC236}">
                  <a16:creationId xmlns:a16="http://schemas.microsoft.com/office/drawing/2014/main" id="{30E15179-1A1E-4025-8C30-27B5B0B817E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5" y="2150"/>
              <a:ext cx="6" cy="16"/>
            </a:xfrm>
            <a:custGeom>
              <a:avLst/>
              <a:gdLst>
                <a:gd name="T0" fmla="*/ 0 w 4"/>
                <a:gd name="T1" fmla="*/ 42 h 10"/>
                <a:gd name="T2" fmla="*/ 14 w 4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0">
                  <a:moveTo>
                    <a:pt x="0" y="10"/>
                  </a:moveTo>
                  <a:cubicBezTo>
                    <a:pt x="2" y="7"/>
                    <a:pt x="3" y="3"/>
                    <a:pt x="4" y="0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956" name="Freeform 798">
              <a:extLst>
                <a:ext uri="{FF2B5EF4-FFF2-40B4-BE49-F238E27FC236}">
                  <a16:creationId xmlns:a16="http://schemas.microsoft.com/office/drawing/2014/main" id="{B11CE976-C43F-4872-8027-CB04DAAAFBE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7" y="2117"/>
              <a:ext cx="4" cy="20"/>
            </a:xfrm>
            <a:custGeom>
              <a:avLst/>
              <a:gdLst>
                <a:gd name="T0" fmla="*/ 0 w 3"/>
                <a:gd name="T1" fmla="*/ 55 h 12"/>
                <a:gd name="T2" fmla="*/ 7 w 3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2">
                  <a:moveTo>
                    <a:pt x="0" y="12"/>
                  </a:moveTo>
                  <a:cubicBezTo>
                    <a:pt x="1" y="8"/>
                    <a:pt x="2" y="3"/>
                    <a:pt x="3" y="0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957" name="Freeform 799">
              <a:extLst>
                <a:ext uri="{FF2B5EF4-FFF2-40B4-BE49-F238E27FC236}">
                  <a16:creationId xmlns:a16="http://schemas.microsoft.com/office/drawing/2014/main" id="{D6929E25-DFED-44E6-87A9-7183E5220852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4" y="2099"/>
              <a:ext cx="20" cy="31"/>
            </a:xfrm>
            <a:custGeom>
              <a:avLst/>
              <a:gdLst>
                <a:gd name="T0" fmla="*/ 0 w 13"/>
                <a:gd name="T1" fmla="*/ 0 h 19"/>
                <a:gd name="T2" fmla="*/ 48 w 13"/>
                <a:gd name="T3" fmla="*/ 83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9">
                  <a:moveTo>
                    <a:pt x="0" y="0"/>
                  </a:moveTo>
                  <a:cubicBezTo>
                    <a:pt x="4" y="7"/>
                    <a:pt x="9" y="13"/>
                    <a:pt x="13" y="19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958" name="Freeform 800">
              <a:extLst>
                <a:ext uri="{FF2B5EF4-FFF2-40B4-BE49-F238E27FC236}">
                  <a16:creationId xmlns:a16="http://schemas.microsoft.com/office/drawing/2014/main" id="{BB03F2D9-128E-4236-A871-7E012E13B3C9}"/>
                </a:ext>
              </a:extLst>
            </p:cNvPr>
            <p:cNvSpPr>
              <a:spLocks/>
            </p:cNvSpPr>
            <p:nvPr/>
          </p:nvSpPr>
          <p:spPr bwMode="auto">
            <a:xfrm>
              <a:off x="5092" y="2142"/>
              <a:ext cx="18" cy="14"/>
            </a:xfrm>
            <a:custGeom>
              <a:avLst/>
              <a:gdLst>
                <a:gd name="T0" fmla="*/ 0 w 12"/>
                <a:gd name="T1" fmla="*/ 0 h 9"/>
                <a:gd name="T2" fmla="*/ 41 w 12"/>
                <a:gd name="T3" fmla="*/ 34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9">
                  <a:moveTo>
                    <a:pt x="0" y="0"/>
                  </a:moveTo>
                  <a:cubicBezTo>
                    <a:pt x="3" y="3"/>
                    <a:pt x="8" y="7"/>
                    <a:pt x="12" y="9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959" name="Freeform 801">
              <a:extLst>
                <a:ext uri="{FF2B5EF4-FFF2-40B4-BE49-F238E27FC236}">
                  <a16:creationId xmlns:a16="http://schemas.microsoft.com/office/drawing/2014/main" id="{C6F59D83-3CBC-4ABE-94B4-A608F3CFDD68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4" y="2169"/>
              <a:ext cx="16" cy="10"/>
            </a:xfrm>
            <a:custGeom>
              <a:avLst/>
              <a:gdLst>
                <a:gd name="T0" fmla="*/ 0 w 11"/>
                <a:gd name="T1" fmla="*/ 0 h 6"/>
                <a:gd name="T2" fmla="*/ 33 w 11"/>
                <a:gd name="T3" fmla="*/ 28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6">
                  <a:moveTo>
                    <a:pt x="0" y="0"/>
                  </a:moveTo>
                  <a:cubicBezTo>
                    <a:pt x="3" y="3"/>
                    <a:pt x="7" y="5"/>
                    <a:pt x="11" y="6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960" name="Freeform 802">
              <a:extLst>
                <a:ext uri="{FF2B5EF4-FFF2-40B4-BE49-F238E27FC236}">
                  <a16:creationId xmlns:a16="http://schemas.microsoft.com/office/drawing/2014/main" id="{0DACD379-D598-4258-959F-E94D3D807585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7" y="2186"/>
              <a:ext cx="14" cy="3"/>
            </a:xfrm>
            <a:custGeom>
              <a:avLst/>
              <a:gdLst>
                <a:gd name="T0" fmla="*/ 0 w 9"/>
                <a:gd name="T1" fmla="*/ 0 h 2"/>
                <a:gd name="T2" fmla="*/ 34 w 9"/>
                <a:gd name="T3" fmla="*/ 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">
                  <a:moveTo>
                    <a:pt x="0" y="0"/>
                  </a:moveTo>
                  <a:cubicBezTo>
                    <a:pt x="3" y="0"/>
                    <a:pt x="6" y="1"/>
                    <a:pt x="9" y="2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961" name="Freeform 803">
              <a:extLst>
                <a:ext uri="{FF2B5EF4-FFF2-40B4-BE49-F238E27FC236}">
                  <a16:creationId xmlns:a16="http://schemas.microsoft.com/office/drawing/2014/main" id="{D57A98F9-F906-4163-A91F-EBF692AC6070}"/>
                </a:ext>
              </a:extLst>
            </p:cNvPr>
            <p:cNvSpPr>
              <a:spLocks/>
            </p:cNvSpPr>
            <p:nvPr/>
          </p:nvSpPr>
          <p:spPr bwMode="auto">
            <a:xfrm>
              <a:off x="5189" y="2194"/>
              <a:ext cx="19" cy="1"/>
            </a:xfrm>
            <a:custGeom>
              <a:avLst/>
              <a:gdLst>
                <a:gd name="T0" fmla="*/ 0 w 12"/>
                <a:gd name="T1" fmla="*/ 0 h 1"/>
                <a:gd name="T2" fmla="*/ 48 w 12"/>
                <a:gd name="T3" fmla="*/ 1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">
                  <a:moveTo>
                    <a:pt x="0" y="0"/>
                  </a:moveTo>
                  <a:cubicBezTo>
                    <a:pt x="4" y="0"/>
                    <a:pt x="9" y="1"/>
                    <a:pt x="12" y="1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962" name="Freeform 804">
              <a:extLst>
                <a:ext uri="{FF2B5EF4-FFF2-40B4-BE49-F238E27FC236}">
                  <a16:creationId xmlns:a16="http://schemas.microsoft.com/office/drawing/2014/main" id="{08FD964F-4946-4C4E-9D41-9D7B7644F93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5" y="2112"/>
              <a:ext cx="3" cy="20"/>
            </a:xfrm>
            <a:custGeom>
              <a:avLst/>
              <a:gdLst>
                <a:gd name="T0" fmla="*/ 8 w 2"/>
                <a:gd name="T1" fmla="*/ 0 h 12"/>
                <a:gd name="T2" fmla="*/ 0 w 2"/>
                <a:gd name="T3" fmla="*/ 55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2">
                  <a:moveTo>
                    <a:pt x="2" y="0"/>
                  </a:moveTo>
                  <a:cubicBezTo>
                    <a:pt x="1" y="4"/>
                    <a:pt x="0" y="8"/>
                    <a:pt x="0" y="12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963" name="Freeform 805">
              <a:extLst>
                <a:ext uri="{FF2B5EF4-FFF2-40B4-BE49-F238E27FC236}">
                  <a16:creationId xmlns:a16="http://schemas.microsoft.com/office/drawing/2014/main" id="{6DC9EAF2-D250-4463-8952-C0136D65FC8F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5" y="2145"/>
              <a:ext cx="1" cy="16"/>
            </a:xfrm>
            <a:custGeom>
              <a:avLst/>
              <a:gdLst>
                <a:gd name="T0" fmla="*/ 0 w 1"/>
                <a:gd name="T1" fmla="*/ 0 h 10"/>
                <a:gd name="T2" fmla="*/ 0 w 1"/>
                <a:gd name="T3" fmla="*/ 42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0">
                  <a:moveTo>
                    <a:pt x="0" y="0"/>
                  </a:moveTo>
                  <a:cubicBezTo>
                    <a:pt x="0" y="3"/>
                    <a:pt x="0" y="6"/>
                    <a:pt x="0" y="10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964" name="Freeform 806">
              <a:extLst>
                <a:ext uri="{FF2B5EF4-FFF2-40B4-BE49-F238E27FC236}">
                  <a16:creationId xmlns:a16="http://schemas.microsoft.com/office/drawing/2014/main" id="{77C66E15-E304-4809-9D2A-6CF22B439C7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6" y="2179"/>
              <a:ext cx="2" cy="15"/>
            </a:xfrm>
            <a:custGeom>
              <a:avLst/>
              <a:gdLst>
                <a:gd name="T0" fmla="*/ 0 w 1"/>
                <a:gd name="T1" fmla="*/ 0 h 9"/>
                <a:gd name="T2" fmla="*/ 8 w 1"/>
                <a:gd name="T3" fmla="*/ 42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9">
                  <a:moveTo>
                    <a:pt x="0" y="0"/>
                  </a:moveTo>
                  <a:cubicBezTo>
                    <a:pt x="0" y="3"/>
                    <a:pt x="1" y="6"/>
                    <a:pt x="1" y="9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965" name="Freeform 807">
              <a:extLst>
                <a:ext uri="{FF2B5EF4-FFF2-40B4-BE49-F238E27FC236}">
                  <a16:creationId xmlns:a16="http://schemas.microsoft.com/office/drawing/2014/main" id="{F5ACB8F7-45FC-4435-AD77-E1C22395F685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9" y="2213"/>
              <a:ext cx="2" cy="15"/>
            </a:xfrm>
            <a:custGeom>
              <a:avLst/>
              <a:gdLst>
                <a:gd name="T0" fmla="*/ 0 w 1"/>
                <a:gd name="T1" fmla="*/ 0 h 9"/>
                <a:gd name="T2" fmla="*/ 8 w 1"/>
                <a:gd name="T3" fmla="*/ 42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9">
                  <a:moveTo>
                    <a:pt x="0" y="0"/>
                  </a:moveTo>
                  <a:cubicBezTo>
                    <a:pt x="1" y="3"/>
                    <a:pt x="1" y="6"/>
                    <a:pt x="1" y="9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966" name="Freeform 808">
              <a:extLst>
                <a:ext uri="{FF2B5EF4-FFF2-40B4-BE49-F238E27FC236}">
                  <a16:creationId xmlns:a16="http://schemas.microsoft.com/office/drawing/2014/main" id="{096DBFDB-F7D4-478F-A6D6-705DED5C0B6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9" y="2249"/>
              <a:ext cx="2" cy="16"/>
            </a:xfrm>
            <a:custGeom>
              <a:avLst/>
              <a:gdLst>
                <a:gd name="T0" fmla="*/ 8 w 1"/>
                <a:gd name="T1" fmla="*/ 0 h 10"/>
                <a:gd name="T2" fmla="*/ 0 w 1"/>
                <a:gd name="T3" fmla="*/ 42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0">
                  <a:moveTo>
                    <a:pt x="1" y="0"/>
                  </a:moveTo>
                  <a:cubicBezTo>
                    <a:pt x="0" y="3"/>
                    <a:pt x="1" y="7"/>
                    <a:pt x="0" y="10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967" name="Freeform 809">
              <a:extLst>
                <a:ext uri="{FF2B5EF4-FFF2-40B4-BE49-F238E27FC236}">
                  <a16:creationId xmlns:a16="http://schemas.microsoft.com/office/drawing/2014/main" id="{1A513EEE-4300-4D46-8CEC-7F1D7BBDBC38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7" y="2293"/>
              <a:ext cx="6" cy="13"/>
            </a:xfrm>
            <a:custGeom>
              <a:avLst/>
              <a:gdLst>
                <a:gd name="T0" fmla="*/ 14 w 4"/>
                <a:gd name="T1" fmla="*/ 0 h 8"/>
                <a:gd name="T2" fmla="*/ 0 w 4"/>
                <a:gd name="T3" fmla="*/ 3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8">
                  <a:moveTo>
                    <a:pt x="4" y="0"/>
                  </a:moveTo>
                  <a:cubicBezTo>
                    <a:pt x="2" y="2"/>
                    <a:pt x="2" y="6"/>
                    <a:pt x="0" y="8"/>
                  </a:cubicBezTo>
                </a:path>
              </a:pathLst>
            </a:custGeom>
            <a:noFill/>
            <a:ln w="15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</p:grpSp>
      <p:grpSp>
        <p:nvGrpSpPr>
          <p:cNvPr id="35852" name="Green-short-sleeve-t-shirt">
            <a:extLst>
              <a:ext uri="{FF2B5EF4-FFF2-40B4-BE49-F238E27FC236}">
                <a16:creationId xmlns:a16="http://schemas.microsoft.com/office/drawing/2014/main" id="{7B226179-5B09-4D7B-8709-81BABCA2278B}"/>
              </a:ext>
            </a:extLst>
          </p:cNvPr>
          <p:cNvGrpSpPr>
            <a:grpSpLocks/>
          </p:cNvGrpSpPr>
          <p:nvPr/>
        </p:nvGrpSpPr>
        <p:grpSpPr bwMode="auto">
          <a:xfrm>
            <a:off x="8493125" y="1939925"/>
            <a:ext cx="1441450" cy="2020888"/>
            <a:chOff x="4672" y="1395"/>
            <a:chExt cx="848" cy="1189"/>
          </a:xfrm>
        </p:grpSpPr>
        <p:sp>
          <p:nvSpPr>
            <p:cNvPr id="35853" name="Freeform 811">
              <a:extLst>
                <a:ext uri="{FF2B5EF4-FFF2-40B4-BE49-F238E27FC236}">
                  <a16:creationId xmlns:a16="http://schemas.microsoft.com/office/drawing/2014/main" id="{E360C850-DCBC-420E-BF7B-F8A98E93B15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2" y="1395"/>
              <a:ext cx="848" cy="1189"/>
            </a:xfrm>
            <a:custGeom>
              <a:avLst/>
              <a:gdLst>
                <a:gd name="T0" fmla="*/ 737 w 556"/>
                <a:gd name="T1" fmla="*/ 0 h 730"/>
                <a:gd name="T2" fmla="*/ 982 w 556"/>
                <a:gd name="T3" fmla="*/ 173 h 730"/>
                <a:gd name="T4" fmla="*/ 1241 w 556"/>
                <a:gd name="T5" fmla="*/ 8 h 730"/>
                <a:gd name="T6" fmla="*/ 1768 w 556"/>
                <a:gd name="T7" fmla="*/ 228 h 730"/>
                <a:gd name="T8" fmla="*/ 1972 w 556"/>
                <a:gd name="T9" fmla="*/ 1340 h 730"/>
                <a:gd name="T10" fmla="*/ 1661 w 556"/>
                <a:gd name="T11" fmla="*/ 1389 h 730"/>
                <a:gd name="T12" fmla="*/ 1653 w 556"/>
                <a:gd name="T13" fmla="*/ 2865 h 730"/>
                <a:gd name="T14" fmla="*/ 345 w 556"/>
                <a:gd name="T15" fmla="*/ 2834 h 730"/>
                <a:gd name="T16" fmla="*/ 340 w 556"/>
                <a:gd name="T17" fmla="*/ 1438 h 730"/>
                <a:gd name="T18" fmla="*/ 0 w 556"/>
                <a:gd name="T19" fmla="*/ 1354 h 730"/>
                <a:gd name="T20" fmla="*/ 227 w 556"/>
                <a:gd name="T21" fmla="*/ 220 h 730"/>
                <a:gd name="T22" fmla="*/ 737 w 556"/>
                <a:gd name="T23" fmla="*/ 0 h 73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56" h="730">
                  <a:moveTo>
                    <a:pt x="208" y="0"/>
                  </a:moveTo>
                  <a:cubicBezTo>
                    <a:pt x="208" y="0"/>
                    <a:pt x="233" y="40"/>
                    <a:pt x="277" y="40"/>
                  </a:cubicBezTo>
                  <a:cubicBezTo>
                    <a:pt x="321" y="40"/>
                    <a:pt x="350" y="2"/>
                    <a:pt x="350" y="2"/>
                  </a:cubicBezTo>
                  <a:cubicBezTo>
                    <a:pt x="350" y="2"/>
                    <a:pt x="486" y="43"/>
                    <a:pt x="498" y="53"/>
                  </a:cubicBezTo>
                  <a:cubicBezTo>
                    <a:pt x="510" y="63"/>
                    <a:pt x="547" y="158"/>
                    <a:pt x="556" y="310"/>
                  </a:cubicBezTo>
                  <a:cubicBezTo>
                    <a:pt x="556" y="310"/>
                    <a:pt x="522" y="327"/>
                    <a:pt x="468" y="322"/>
                  </a:cubicBezTo>
                  <a:cubicBezTo>
                    <a:pt x="468" y="322"/>
                    <a:pt x="462" y="615"/>
                    <a:pt x="466" y="663"/>
                  </a:cubicBezTo>
                  <a:cubicBezTo>
                    <a:pt x="466" y="663"/>
                    <a:pt x="276" y="730"/>
                    <a:pt x="97" y="656"/>
                  </a:cubicBezTo>
                  <a:cubicBezTo>
                    <a:pt x="97" y="656"/>
                    <a:pt x="100" y="567"/>
                    <a:pt x="96" y="333"/>
                  </a:cubicBezTo>
                  <a:cubicBezTo>
                    <a:pt x="96" y="333"/>
                    <a:pt x="35" y="340"/>
                    <a:pt x="0" y="313"/>
                  </a:cubicBezTo>
                  <a:cubicBezTo>
                    <a:pt x="0" y="313"/>
                    <a:pt x="18" y="100"/>
                    <a:pt x="64" y="51"/>
                  </a:cubicBezTo>
                  <a:cubicBezTo>
                    <a:pt x="64" y="51"/>
                    <a:pt x="156" y="21"/>
                    <a:pt x="208" y="0"/>
                  </a:cubicBezTo>
                  <a:close/>
                </a:path>
              </a:pathLst>
            </a:custGeom>
            <a:solidFill>
              <a:srgbClr val="AAD1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854" name="Freeform 812">
              <a:extLst>
                <a:ext uri="{FF2B5EF4-FFF2-40B4-BE49-F238E27FC236}">
                  <a16:creationId xmlns:a16="http://schemas.microsoft.com/office/drawing/2014/main" id="{3407A1B4-7691-4E7B-9688-71D6112DE30E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8" y="1893"/>
              <a:ext cx="249" cy="197"/>
            </a:xfrm>
            <a:custGeom>
              <a:avLst/>
              <a:gdLst>
                <a:gd name="T0" fmla="*/ 0 w 163"/>
                <a:gd name="T1" fmla="*/ 0 h 121"/>
                <a:gd name="T2" fmla="*/ 121 w 163"/>
                <a:gd name="T3" fmla="*/ 215 h 121"/>
                <a:gd name="T4" fmla="*/ 270 w 163"/>
                <a:gd name="T5" fmla="*/ 345 h 121"/>
                <a:gd name="T6" fmla="*/ 438 w 163"/>
                <a:gd name="T7" fmla="*/ 461 h 121"/>
                <a:gd name="T8" fmla="*/ 580 w 163"/>
                <a:gd name="T9" fmla="*/ 523 h 121"/>
                <a:gd name="T10" fmla="*/ 8 w 163"/>
                <a:gd name="T11" fmla="*/ 29 h 1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3" h="121">
                  <a:moveTo>
                    <a:pt x="0" y="0"/>
                  </a:moveTo>
                  <a:cubicBezTo>
                    <a:pt x="11" y="17"/>
                    <a:pt x="20" y="34"/>
                    <a:pt x="34" y="50"/>
                  </a:cubicBezTo>
                  <a:cubicBezTo>
                    <a:pt x="46" y="63"/>
                    <a:pt x="61" y="71"/>
                    <a:pt x="76" y="80"/>
                  </a:cubicBezTo>
                  <a:cubicBezTo>
                    <a:pt x="92" y="89"/>
                    <a:pt x="107" y="99"/>
                    <a:pt x="123" y="107"/>
                  </a:cubicBezTo>
                  <a:cubicBezTo>
                    <a:pt x="136" y="112"/>
                    <a:pt x="152" y="112"/>
                    <a:pt x="163" y="121"/>
                  </a:cubicBezTo>
                  <a:cubicBezTo>
                    <a:pt x="105" y="91"/>
                    <a:pt x="40" y="66"/>
                    <a:pt x="2" y="7"/>
                  </a:cubicBezTo>
                </a:path>
              </a:pathLst>
            </a:custGeom>
            <a:solidFill>
              <a:srgbClr val="89C2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855" name="Freeform 813">
              <a:extLst>
                <a:ext uri="{FF2B5EF4-FFF2-40B4-BE49-F238E27FC236}">
                  <a16:creationId xmlns:a16="http://schemas.microsoft.com/office/drawing/2014/main" id="{404BBFFD-9DA1-479E-B6CE-BC1F4BB5F96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1" y="2017"/>
              <a:ext cx="157" cy="117"/>
            </a:xfrm>
            <a:custGeom>
              <a:avLst/>
              <a:gdLst>
                <a:gd name="T0" fmla="*/ 0 w 103"/>
                <a:gd name="T1" fmla="*/ 0 h 72"/>
                <a:gd name="T2" fmla="*/ 209 w 103"/>
                <a:gd name="T3" fmla="*/ 156 h 72"/>
                <a:gd name="T4" fmla="*/ 364 w 103"/>
                <a:gd name="T5" fmla="*/ 309 h 72"/>
                <a:gd name="T6" fmla="*/ 163 w 103"/>
                <a:gd name="T7" fmla="*/ 166 h 72"/>
                <a:gd name="T8" fmla="*/ 0 w 103"/>
                <a:gd name="T9" fmla="*/ 8 h 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3" h="72">
                  <a:moveTo>
                    <a:pt x="0" y="0"/>
                  </a:moveTo>
                  <a:cubicBezTo>
                    <a:pt x="20" y="7"/>
                    <a:pt x="41" y="25"/>
                    <a:pt x="59" y="36"/>
                  </a:cubicBezTo>
                  <a:cubicBezTo>
                    <a:pt x="75" y="46"/>
                    <a:pt x="87" y="65"/>
                    <a:pt x="103" y="72"/>
                  </a:cubicBezTo>
                  <a:cubicBezTo>
                    <a:pt x="82" y="65"/>
                    <a:pt x="64" y="52"/>
                    <a:pt x="46" y="39"/>
                  </a:cubicBezTo>
                  <a:cubicBezTo>
                    <a:pt x="30" y="28"/>
                    <a:pt x="11" y="18"/>
                    <a:pt x="0" y="2"/>
                  </a:cubicBezTo>
                </a:path>
              </a:pathLst>
            </a:custGeom>
            <a:solidFill>
              <a:srgbClr val="89C2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856" name="Freeform 814">
              <a:extLst>
                <a:ext uri="{FF2B5EF4-FFF2-40B4-BE49-F238E27FC236}">
                  <a16:creationId xmlns:a16="http://schemas.microsoft.com/office/drawing/2014/main" id="{87CAD91B-E089-405B-A465-F5A48083E356}"/>
                </a:ext>
              </a:extLst>
            </p:cNvPr>
            <p:cNvSpPr>
              <a:spLocks/>
            </p:cNvSpPr>
            <p:nvPr/>
          </p:nvSpPr>
          <p:spPr bwMode="auto">
            <a:xfrm>
              <a:off x="5340" y="1613"/>
              <a:ext cx="27" cy="209"/>
            </a:xfrm>
            <a:custGeom>
              <a:avLst/>
              <a:gdLst>
                <a:gd name="T0" fmla="*/ 0 w 18"/>
                <a:gd name="T1" fmla="*/ 0 h 128"/>
                <a:gd name="T2" fmla="*/ 59 w 18"/>
                <a:gd name="T3" fmla="*/ 235 h 128"/>
                <a:gd name="T4" fmla="*/ 54 w 18"/>
                <a:gd name="T5" fmla="*/ 557 h 128"/>
                <a:gd name="T6" fmla="*/ 45 w 18"/>
                <a:gd name="T7" fmla="*/ 243 h 128"/>
                <a:gd name="T8" fmla="*/ 5 w 18"/>
                <a:gd name="T9" fmla="*/ 29 h 1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28">
                  <a:moveTo>
                    <a:pt x="0" y="0"/>
                  </a:moveTo>
                  <a:cubicBezTo>
                    <a:pt x="6" y="19"/>
                    <a:pt x="16" y="30"/>
                    <a:pt x="17" y="54"/>
                  </a:cubicBezTo>
                  <a:cubicBezTo>
                    <a:pt x="18" y="78"/>
                    <a:pt x="17" y="103"/>
                    <a:pt x="16" y="128"/>
                  </a:cubicBezTo>
                  <a:cubicBezTo>
                    <a:pt x="6" y="107"/>
                    <a:pt x="14" y="78"/>
                    <a:pt x="13" y="56"/>
                  </a:cubicBezTo>
                  <a:cubicBezTo>
                    <a:pt x="13" y="38"/>
                    <a:pt x="9" y="22"/>
                    <a:pt x="1" y="7"/>
                  </a:cubicBezTo>
                </a:path>
              </a:pathLst>
            </a:custGeom>
            <a:solidFill>
              <a:srgbClr val="89C2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857" name="Freeform 815">
              <a:extLst>
                <a:ext uri="{FF2B5EF4-FFF2-40B4-BE49-F238E27FC236}">
                  <a16:creationId xmlns:a16="http://schemas.microsoft.com/office/drawing/2014/main" id="{52ED1A6D-4A80-4369-A070-4EF255AC2ADF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0" y="1897"/>
              <a:ext cx="150" cy="127"/>
            </a:xfrm>
            <a:custGeom>
              <a:avLst/>
              <a:gdLst>
                <a:gd name="T0" fmla="*/ 0 w 98"/>
                <a:gd name="T1" fmla="*/ 0 h 78"/>
                <a:gd name="T2" fmla="*/ 141 w 98"/>
                <a:gd name="T3" fmla="*/ 199 h 78"/>
                <a:gd name="T4" fmla="*/ 352 w 98"/>
                <a:gd name="T5" fmla="*/ 337 h 78"/>
                <a:gd name="T6" fmla="*/ 225 w 98"/>
                <a:gd name="T7" fmla="*/ 249 h 78"/>
                <a:gd name="T8" fmla="*/ 133 w 98"/>
                <a:gd name="T9" fmla="*/ 177 h 78"/>
                <a:gd name="T10" fmla="*/ 8 w 98"/>
                <a:gd name="T11" fmla="*/ 13 h 7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8" h="78">
                  <a:moveTo>
                    <a:pt x="0" y="0"/>
                  </a:moveTo>
                  <a:cubicBezTo>
                    <a:pt x="11" y="17"/>
                    <a:pt x="25" y="33"/>
                    <a:pt x="39" y="46"/>
                  </a:cubicBezTo>
                  <a:cubicBezTo>
                    <a:pt x="57" y="61"/>
                    <a:pt x="79" y="66"/>
                    <a:pt x="98" y="78"/>
                  </a:cubicBezTo>
                  <a:cubicBezTo>
                    <a:pt x="86" y="78"/>
                    <a:pt x="73" y="64"/>
                    <a:pt x="63" y="58"/>
                  </a:cubicBezTo>
                  <a:cubicBezTo>
                    <a:pt x="54" y="53"/>
                    <a:pt x="45" y="48"/>
                    <a:pt x="37" y="41"/>
                  </a:cubicBezTo>
                  <a:cubicBezTo>
                    <a:pt x="26" y="32"/>
                    <a:pt x="8" y="18"/>
                    <a:pt x="2" y="3"/>
                  </a:cubicBezTo>
                </a:path>
              </a:pathLst>
            </a:custGeom>
            <a:solidFill>
              <a:srgbClr val="D2E7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858" name="Freeform 816">
              <a:extLst>
                <a:ext uri="{FF2B5EF4-FFF2-40B4-BE49-F238E27FC236}">
                  <a16:creationId xmlns:a16="http://schemas.microsoft.com/office/drawing/2014/main" id="{D5BABDA3-2E0F-4EBF-A431-F1E87566651A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2" y="1404"/>
              <a:ext cx="17" cy="13"/>
            </a:xfrm>
            <a:custGeom>
              <a:avLst/>
              <a:gdLst>
                <a:gd name="T0" fmla="*/ 36 w 11"/>
                <a:gd name="T1" fmla="*/ 0 h 8"/>
                <a:gd name="T2" fmla="*/ 19 w 11"/>
                <a:gd name="T3" fmla="*/ 13 h 8"/>
                <a:gd name="T4" fmla="*/ 0 w 11"/>
                <a:gd name="T5" fmla="*/ 26 h 8"/>
                <a:gd name="T6" fmla="*/ 19 w 11"/>
                <a:gd name="T7" fmla="*/ 26 h 8"/>
                <a:gd name="T8" fmla="*/ 40 w 11"/>
                <a:gd name="T9" fmla="*/ 5 h 8"/>
                <a:gd name="T10" fmla="*/ 36 w 11"/>
                <a:gd name="T11" fmla="*/ 0 h 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" h="8">
                  <a:moveTo>
                    <a:pt x="10" y="0"/>
                  </a:moveTo>
                  <a:cubicBezTo>
                    <a:pt x="8" y="1"/>
                    <a:pt x="7" y="2"/>
                    <a:pt x="5" y="3"/>
                  </a:cubicBezTo>
                  <a:cubicBezTo>
                    <a:pt x="4" y="4"/>
                    <a:pt x="1" y="5"/>
                    <a:pt x="0" y="6"/>
                  </a:cubicBezTo>
                  <a:cubicBezTo>
                    <a:pt x="3" y="7"/>
                    <a:pt x="2" y="8"/>
                    <a:pt x="5" y="6"/>
                  </a:cubicBezTo>
                  <a:cubicBezTo>
                    <a:pt x="7" y="5"/>
                    <a:pt x="9" y="3"/>
                    <a:pt x="11" y="1"/>
                  </a:cubicBezTo>
                  <a:cubicBezTo>
                    <a:pt x="10" y="1"/>
                    <a:pt x="10" y="0"/>
                    <a:pt x="10" y="0"/>
                  </a:cubicBezTo>
                </a:path>
              </a:pathLst>
            </a:custGeom>
            <a:solidFill>
              <a:srgbClr val="D2E7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859" name="Freeform 817">
              <a:extLst>
                <a:ext uri="{FF2B5EF4-FFF2-40B4-BE49-F238E27FC236}">
                  <a16:creationId xmlns:a16="http://schemas.microsoft.com/office/drawing/2014/main" id="{CE45488A-16D4-4C8D-9B4D-4F431EC4A90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0" y="1412"/>
              <a:ext cx="14" cy="14"/>
            </a:xfrm>
            <a:custGeom>
              <a:avLst/>
              <a:gdLst>
                <a:gd name="T0" fmla="*/ 34 w 9"/>
                <a:gd name="T1" fmla="*/ 5 h 9"/>
                <a:gd name="T2" fmla="*/ 0 w 9"/>
                <a:gd name="T3" fmla="*/ 26 h 9"/>
                <a:gd name="T4" fmla="*/ 19 w 9"/>
                <a:gd name="T5" fmla="*/ 30 h 9"/>
                <a:gd name="T6" fmla="*/ 30 w 9"/>
                <a:gd name="T7" fmla="*/ 5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9">
                  <a:moveTo>
                    <a:pt x="9" y="1"/>
                  </a:moveTo>
                  <a:cubicBezTo>
                    <a:pt x="6" y="0"/>
                    <a:pt x="1" y="6"/>
                    <a:pt x="0" y="7"/>
                  </a:cubicBezTo>
                  <a:cubicBezTo>
                    <a:pt x="1" y="9"/>
                    <a:pt x="3" y="9"/>
                    <a:pt x="5" y="8"/>
                  </a:cubicBezTo>
                  <a:cubicBezTo>
                    <a:pt x="6" y="6"/>
                    <a:pt x="9" y="3"/>
                    <a:pt x="8" y="1"/>
                  </a:cubicBezTo>
                </a:path>
              </a:pathLst>
            </a:custGeom>
            <a:solidFill>
              <a:srgbClr val="D2E7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860" name="Freeform 818">
              <a:extLst>
                <a:ext uri="{FF2B5EF4-FFF2-40B4-BE49-F238E27FC236}">
                  <a16:creationId xmlns:a16="http://schemas.microsoft.com/office/drawing/2014/main" id="{70C548E3-67F8-4A69-88CF-4C8938E67389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9" y="1423"/>
              <a:ext cx="16" cy="15"/>
            </a:xfrm>
            <a:custGeom>
              <a:avLst/>
              <a:gdLst>
                <a:gd name="T0" fmla="*/ 35 w 10"/>
                <a:gd name="T1" fmla="*/ 0 h 9"/>
                <a:gd name="T2" fmla="*/ 0 w 10"/>
                <a:gd name="T3" fmla="*/ 33 h 9"/>
                <a:gd name="T4" fmla="*/ 16 w 10"/>
                <a:gd name="T5" fmla="*/ 42 h 9"/>
                <a:gd name="T6" fmla="*/ 34 w 10"/>
                <a:gd name="T7" fmla="*/ 0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9">
                  <a:moveTo>
                    <a:pt x="9" y="0"/>
                  </a:moveTo>
                  <a:cubicBezTo>
                    <a:pt x="6" y="2"/>
                    <a:pt x="1" y="4"/>
                    <a:pt x="0" y="7"/>
                  </a:cubicBezTo>
                  <a:cubicBezTo>
                    <a:pt x="2" y="8"/>
                    <a:pt x="3" y="9"/>
                    <a:pt x="4" y="9"/>
                  </a:cubicBezTo>
                  <a:cubicBezTo>
                    <a:pt x="4" y="6"/>
                    <a:pt x="10" y="3"/>
                    <a:pt x="8" y="0"/>
                  </a:cubicBezTo>
                </a:path>
              </a:pathLst>
            </a:custGeom>
            <a:solidFill>
              <a:srgbClr val="D2E7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861" name="Freeform 819">
              <a:extLst>
                <a:ext uri="{FF2B5EF4-FFF2-40B4-BE49-F238E27FC236}">
                  <a16:creationId xmlns:a16="http://schemas.microsoft.com/office/drawing/2014/main" id="{2922A120-C1E8-4103-AAB5-2FE2CF84B498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8" y="1433"/>
              <a:ext cx="19" cy="16"/>
            </a:xfrm>
            <a:custGeom>
              <a:avLst/>
              <a:gdLst>
                <a:gd name="T0" fmla="*/ 27 w 12"/>
                <a:gd name="T1" fmla="*/ 0 h 10"/>
                <a:gd name="T2" fmla="*/ 0 w 12"/>
                <a:gd name="T3" fmla="*/ 34 h 10"/>
                <a:gd name="T4" fmla="*/ 16 w 12"/>
                <a:gd name="T5" fmla="*/ 42 h 10"/>
                <a:gd name="T6" fmla="*/ 27 w 12"/>
                <a:gd name="T7" fmla="*/ 0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0">
                  <a:moveTo>
                    <a:pt x="7" y="0"/>
                  </a:moveTo>
                  <a:cubicBezTo>
                    <a:pt x="5" y="0"/>
                    <a:pt x="2" y="5"/>
                    <a:pt x="0" y="8"/>
                  </a:cubicBezTo>
                  <a:cubicBezTo>
                    <a:pt x="1" y="9"/>
                    <a:pt x="2" y="10"/>
                    <a:pt x="4" y="10"/>
                  </a:cubicBezTo>
                  <a:cubicBezTo>
                    <a:pt x="4" y="9"/>
                    <a:pt x="12" y="1"/>
                    <a:pt x="7" y="0"/>
                  </a:cubicBezTo>
                </a:path>
              </a:pathLst>
            </a:custGeom>
            <a:solidFill>
              <a:srgbClr val="D2E7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862" name="Freeform 820">
              <a:extLst>
                <a:ext uri="{FF2B5EF4-FFF2-40B4-BE49-F238E27FC236}">
                  <a16:creationId xmlns:a16="http://schemas.microsoft.com/office/drawing/2014/main" id="{B5DF1BC1-9338-484E-BBAC-D319466EBD2C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9" y="1443"/>
              <a:ext cx="17" cy="21"/>
            </a:xfrm>
            <a:custGeom>
              <a:avLst/>
              <a:gdLst>
                <a:gd name="T0" fmla="*/ 29 w 11"/>
                <a:gd name="T1" fmla="*/ 0 h 13"/>
                <a:gd name="T2" fmla="*/ 0 w 11"/>
                <a:gd name="T3" fmla="*/ 42 h 13"/>
                <a:gd name="T4" fmla="*/ 19 w 11"/>
                <a:gd name="T5" fmla="*/ 50 h 13"/>
                <a:gd name="T6" fmla="*/ 29 w 11"/>
                <a:gd name="T7" fmla="*/ 34 h 13"/>
                <a:gd name="T8" fmla="*/ 26 w 11"/>
                <a:gd name="T9" fmla="*/ 5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3">
                  <a:moveTo>
                    <a:pt x="8" y="0"/>
                  </a:moveTo>
                  <a:cubicBezTo>
                    <a:pt x="6" y="3"/>
                    <a:pt x="3" y="7"/>
                    <a:pt x="0" y="10"/>
                  </a:cubicBezTo>
                  <a:cubicBezTo>
                    <a:pt x="1" y="11"/>
                    <a:pt x="4" y="13"/>
                    <a:pt x="5" y="12"/>
                  </a:cubicBezTo>
                  <a:cubicBezTo>
                    <a:pt x="6" y="12"/>
                    <a:pt x="7" y="9"/>
                    <a:pt x="8" y="8"/>
                  </a:cubicBezTo>
                  <a:cubicBezTo>
                    <a:pt x="10" y="4"/>
                    <a:pt x="11" y="4"/>
                    <a:pt x="7" y="1"/>
                  </a:cubicBezTo>
                </a:path>
              </a:pathLst>
            </a:custGeom>
            <a:solidFill>
              <a:srgbClr val="D2E7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863" name="Freeform 821">
              <a:extLst>
                <a:ext uri="{FF2B5EF4-FFF2-40B4-BE49-F238E27FC236}">
                  <a16:creationId xmlns:a16="http://schemas.microsoft.com/office/drawing/2014/main" id="{2DD34440-3D3E-420F-9790-E47C6DE68D29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6" y="1454"/>
              <a:ext cx="15" cy="19"/>
            </a:xfrm>
            <a:custGeom>
              <a:avLst/>
              <a:gdLst>
                <a:gd name="T0" fmla="*/ 18 w 10"/>
                <a:gd name="T1" fmla="*/ 0 h 12"/>
                <a:gd name="T2" fmla="*/ 0 w 10"/>
                <a:gd name="T3" fmla="*/ 48 h 12"/>
                <a:gd name="T4" fmla="*/ 18 w 10"/>
                <a:gd name="T5" fmla="*/ 43 h 12"/>
                <a:gd name="T6" fmla="*/ 21 w 10"/>
                <a:gd name="T7" fmla="*/ 5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2">
                  <a:moveTo>
                    <a:pt x="5" y="0"/>
                  </a:moveTo>
                  <a:cubicBezTo>
                    <a:pt x="4" y="0"/>
                    <a:pt x="0" y="9"/>
                    <a:pt x="0" y="12"/>
                  </a:cubicBezTo>
                  <a:cubicBezTo>
                    <a:pt x="1" y="12"/>
                    <a:pt x="3" y="12"/>
                    <a:pt x="5" y="11"/>
                  </a:cubicBezTo>
                  <a:cubicBezTo>
                    <a:pt x="5" y="8"/>
                    <a:pt x="10" y="2"/>
                    <a:pt x="6" y="1"/>
                  </a:cubicBezTo>
                </a:path>
              </a:pathLst>
            </a:custGeom>
            <a:solidFill>
              <a:srgbClr val="D2E7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864" name="Freeform 822">
              <a:extLst>
                <a:ext uri="{FF2B5EF4-FFF2-40B4-BE49-F238E27FC236}">
                  <a16:creationId xmlns:a16="http://schemas.microsoft.com/office/drawing/2014/main" id="{17674D46-BBF7-4744-9B7E-B4EFDA0ED8B9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0" y="1460"/>
              <a:ext cx="12" cy="20"/>
            </a:xfrm>
            <a:custGeom>
              <a:avLst/>
              <a:gdLst>
                <a:gd name="T0" fmla="*/ 14 w 8"/>
                <a:gd name="T1" fmla="*/ 0 h 12"/>
                <a:gd name="T2" fmla="*/ 0 w 8"/>
                <a:gd name="T3" fmla="*/ 55 h 12"/>
                <a:gd name="T4" fmla="*/ 21 w 8"/>
                <a:gd name="T5" fmla="*/ 33 h 12"/>
                <a:gd name="T6" fmla="*/ 14 w 8"/>
                <a:gd name="T7" fmla="*/ 8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12">
                  <a:moveTo>
                    <a:pt x="4" y="0"/>
                  </a:moveTo>
                  <a:cubicBezTo>
                    <a:pt x="2" y="3"/>
                    <a:pt x="0" y="8"/>
                    <a:pt x="0" y="12"/>
                  </a:cubicBezTo>
                  <a:cubicBezTo>
                    <a:pt x="4" y="12"/>
                    <a:pt x="5" y="11"/>
                    <a:pt x="6" y="7"/>
                  </a:cubicBezTo>
                  <a:cubicBezTo>
                    <a:pt x="6" y="4"/>
                    <a:pt x="8" y="2"/>
                    <a:pt x="4" y="2"/>
                  </a:cubicBezTo>
                </a:path>
              </a:pathLst>
            </a:custGeom>
            <a:solidFill>
              <a:srgbClr val="D2E7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865" name="Freeform 823">
              <a:extLst>
                <a:ext uri="{FF2B5EF4-FFF2-40B4-BE49-F238E27FC236}">
                  <a16:creationId xmlns:a16="http://schemas.microsoft.com/office/drawing/2014/main" id="{E25E6105-2755-4E64-83BE-12A2B35FCF3D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2" y="1465"/>
              <a:ext cx="12" cy="26"/>
            </a:xfrm>
            <a:custGeom>
              <a:avLst/>
              <a:gdLst>
                <a:gd name="T0" fmla="*/ 14 w 8"/>
                <a:gd name="T1" fmla="*/ 0 h 16"/>
                <a:gd name="T2" fmla="*/ 14 w 8"/>
                <a:gd name="T3" fmla="*/ 0 h 16"/>
                <a:gd name="T4" fmla="*/ 0 w 8"/>
                <a:gd name="T5" fmla="*/ 60 h 16"/>
                <a:gd name="T6" fmla="*/ 18 w 8"/>
                <a:gd name="T7" fmla="*/ 68 h 16"/>
                <a:gd name="T8" fmla="*/ 27 w 8"/>
                <a:gd name="T9" fmla="*/ 18 h 16"/>
                <a:gd name="T10" fmla="*/ 12 w 8"/>
                <a:gd name="T11" fmla="*/ 0 h 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" h="16">
                  <a:moveTo>
                    <a:pt x="4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3" y="4"/>
                    <a:pt x="0" y="10"/>
                    <a:pt x="0" y="14"/>
                  </a:cubicBezTo>
                  <a:cubicBezTo>
                    <a:pt x="2" y="14"/>
                    <a:pt x="3" y="16"/>
                    <a:pt x="5" y="16"/>
                  </a:cubicBezTo>
                  <a:cubicBezTo>
                    <a:pt x="6" y="12"/>
                    <a:pt x="8" y="8"/>
                    <a:pt x="8" y="4"/>
                  </a:cubicBezTo>
                  <a:cubicBezTo>
                    <a:pt x="8" y="0"/>
                    <a:pt x="5" y="2"/>
                    <a:pt x="3" y="0"/>
                  </a:cubicBezTo>
                </a:path>
              </a:pathLst>
            </a:custGeom>
            <a:solidFill>
              <a:srgbClr val="D2E7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866" name="Freeform 824">
              <a:extLst>
                <a:ext uri="{FF2B5EF4-FFF2-40B4-BE49-F238E27FC236}">
                  <a16:creationId xmlns:a16="http://schemas.microsoft.com/office/drawing/2014/main" id="{074BAE32-A73C-4391-8C01-EE58025C6A7C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3" y="1469"/>
              <a:ext cx="14" cy="24"/>
            </a:xfrm>
            <a:custGeom>
              <a:avLst/>
              <a:gdLst>
                <a:gd name="T0" fmla="*/ 12 w 9"/>
                <a:gd name="T1" fmla="*/ 5 h 15"/>
                <a:gd name="T2" fmla="*/ 0 w 9"/>
                <a:gd name="T3" fmla="*/ 54 h 15"/>
                <a:gd name="T4" fmla="*/ 19 w 9"/>
                <a:gd name="T5" fmla="*/ 61 h 15"/>
                <a:gd name="T6" fmla="*/ 12 w 9"/>
                <a:gd name="T7" fmla="*/ 8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5">
                  <a:moveTo>
                    <a:pt x="3" y="1"/>
                  </a:moveTo>
                  <a:cubicBezTo>
                    <a:pt x="3" y="5"/>
                    <a:pt x="1" y="9"/>
                    <a:pt x="0" y="13"/>
                  </a:cubicBezTo>
                  <a:cubicBezTo>
                    <a:pt x="2" y="14"/>
                    <a:pt x="3" y="15"/>
                    <a:pt x="5" y="15"/>
                  </a:cubicBezTo>
                  <a:cubicBezTo>
                    <a:pt x="5" y="12"/>
                    <a:pt x="9" y="0"/>
                    <a:pt x="3" y="2"/>
                  </a:cubicBezTo>
                </a:path>
              </a:pathLst>
            </a:custGeom>
            <a:solidFill>
              <a:srgbClr val="D2E7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867" name="Freeform 825">
              <a:extLst>
                <a:ext uri="{FF2B5EF4-FFF2-40B4-BE49-F238E27FC236}">
                  <a16:creationId xmlns:a16="http://schemas.microsoft.com/office/drawing/2014/main" id="{F9BC9A97-A396-42F2-8A72-3144B8457730}"/>
                </a:ext>
              </a:extLst>
            </p:cNvPr>
            <p:cNvSpPr>
              <a:spLocks/>
            </p:cNvSpPr>
            <p:nvPr/>
          </p:nvSpPr>
          <p:spPr bwMode="auto">
            <a:xfrm>
              <a:off x="5091" y="1472"/>
              <a:ext cx="13" cy="24"/>
            </a:xfrm>
            <a:custGeom>
              <a:avLst/>
              <a:gdLst>
                <a:gd name="T0" fmla="*/ 5 w 8"/>
                <a:gd name="T1" fmla="*/ 5 h 15"/>
                <a:gd name="T2" fmla="*/ 0 w 8"/>
                <a:gd name="T3" fmla="*/ 56 h 15"/>
                <a:gd name="T4" fmla="*/ 26 w 8"/>
                <a:gd name="T5" fmla="*/ 54 h 15"/>
                <a:gd name="T6" fmla="*/ 26 w 8"/>
                <a:gd name="T7" fmla="*/ 26 h 15"/>
                <a:gd name="T8" fmla="*/ 26 w 8"/>
                <a:gd name="T9" fmla="*/ 5 h 15"/>
                <a:gd name="T10" fmla="*/ 5 w 8"/>
                <a:gd name="T11" fmla="*/ 8 h 1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" h="15">
                  <a:moveTo>
                    <a:pt x="1" y="1"/>
                  </a:moveTo>
                  <a:cubicBezTo>
                    <a:pt x="1" y="6"/>
                    <a:pt x="0" y="10"/>
                    <a:pt x="0" y="14"/>
                  </a:cubicBezTo>
                  <a:cubicBezTo>
                    <a:pt x="2" y="15"/>
                    <a:pt x="5" y="14"/>
                    <a:pt x="6" y="13"/>
                  </a:cubicBezTo>
                  <a:cubicBezTo>
                    <a:pt x="8" y="11"/>
                    <a:pt x="6" y="9"/>
                    <a:pt x="6" y="6"/>
                  </a:cubicBezTo>
                  <a:cubicBezTo>
                    <a:pt x="6" y="5"/>
                    <a:pt x="7" y="2"/>
                    <a:pt x="6" y="1"/>
                  </a:cubicBezTo>
                  <a:cubicBezTo>
                    <a:pt x="5" y="0"/>
                    <a:pt x="2" y="2"/>
                    <a:pt x="1" y="2"/>
                  </a:cubicBezTo>
                </a:path>
              </a:pathLst>
            </a:custGeom>
            <a:solidFill>
              <a:srgbClr val="D2E7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868" name="Freeform 826">
              <a:extLst>
                <a:ext uri="{FF2B5EF4-FFF2-40B4-BE49-F238E27FC236}">
                  <a16:creationId xmlns:a16="http://schemas.microsoft.com/office/drawing/2014/main" id="{3804E230-BB1F-4951-B148-324FA4AA3284}"/>
                </a:ext>
              </a:extLst>
            </p:cNvPr>
            <p:cNvSpPr>
              <a:spLocks/>
            </p:cNvSpPr>
            <p:nvPr/>
          </p:nvSpPr>
          <p:spPr bwMode="auto">
            <a:xfrm>
              <a:off x="5111" y="1472"/>
              <a:ext cx="8" cy="21"/>
            </a:xfrm>
            <a:custGeom>
              <a:avLst/>
              <a:gdLst>
                <a:gd name="T0" fmla="*/ 0 w 5"/>
                <a:gd name="T1" fmla="*/ 8 h 13"/>
                <a:gd name="T2" fmla="*/ 0 w 5"/>
                <a:gd name="T3" fmla="*/ 5 h 13"/>
                <a:gd name="T4" fmla="*/ 0 w 5"/>
                <a:gd name="T5" fmla="*/ 55 h 13"/>
                <a:gd name="T6" fmla="*/ 21 w 5"/>
                <a:gd name="T7" fmla="*/ 42 h 13"/>
                <a:gd name="T8" fmla="*/ 16 w 5"/>
                <a:gd name="T9" fmla="*/ 8 h 13"/>
                <a:gd name="T10" fmla="*/ 5 w 5"/>
                <a:gd name="T11" fmla="*/ 5 h 1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" h="13">
                  <a:moveTo>
                    <a:pt x="0" y="2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1" y="5"/>
                    <a:pt x="1" y="9"/>
                    <a:pt x="0" y="13"/>
                  </a:cubicBezTo>
                  <a:cubicBezTo>
                    <a:pt x="2" y="13"/>
                    <a:pt x="4" y="12"/>
                    <a:pt x="5" y="10"/>
                  </a:cubicBezTo>
                  <a:cubicBezTo>
                    <a:pt x="4" y="8"/>
                    <a:pt x="4" y="5"/>
                    <a:pt x="4" y="2"/>
                  </a:cubicBezTo>
                  <a:cubicBezTo>
                    <a:pt x="3" y="0"/>
                    <a:pt x="3" y="0"/>
                    <a:pt x="1" y="1"/>
                  </a:cubicBezTo>
                </a:path>
              </a:pathLst>
            </a:custGeom>
            <a:solidFill>
              <a:srgbClr val="D2E7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869" name="Freeform 827">
              <a:extLst>
                <a:ext uri="{FF2B5EF4-FFF2-40B4-BE49-F238E27FC236}">
                  <a16:creationId xmlns:a16="http://schemas.microsoft.com/office/drawing/2014/main" id="{B704A0AD-C24E-45D3-BC48-261B0361CBE9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0" y="1459"/>
              <a:ext cx="14" cy="21"/>
            </a:xfrm>
            <a:custGeom>
              <a:avLst/>
              <a:gdLst>
                <a:gd name="T0" fmla="*/ 0 w 9"/>
                <a:gd name="T1" fmla="*/ 13 h 13"/>
                <a:gd name="T2" fmla="*/ 14 w 9"/>
                <a:gd name="T3" fmla="*/ 55 h 13"/>
                <a:gd name="T4" fmla="*/ 34 w 9"/>
                <a:gd name="T5" fmla="*/ 39 h 13"/>
                <a:gd name="T6" fmla="*/ 14 w 9"/>
                <a:gd name="T7" fmla="*/ 8 h 13"/>
                <a:gd name="T8" fmla="*/ 0 w 9"/>
                <a:gd name="T9" fmla="*/ 13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13">
                  <a:moveTo>
                    <a:pt x="0" y="3"/>
                  </a:moveTo>
                  <a:cubicBezTo>
                    <a:pt x="0" y="6"/>
                    <a:pt x="2" y="11"/>
                    <a:pt x="4" y="13"/>
                  </a:cubicBezTo>
                  <a:cubicBezTo>
                    <a:pt x="5" y="12"/>
                    <a:pt x="7" y="10"/>
                    <a:pt x="9" y="9"/>
                  </a:cubicBezTo>
                  <a:cubicBezTo>
                    <a:pt x="7" y="7"/>
                    <a:pt x="6" y="4"/>
                    <a:pt x="4" y="2"/>
                  </a:cubicBezTo>
                  <a:cubicBezTo>
                    <a:pt x="2" y="0"/>
                    <a:pt x="2" y="2"/>
                    <a:pt x="0" y="3"/>
                  </a:cubicBezTo>
                </a:path>
              </a:pathLst>
            </a:custGeom>
            <a:solidFill>
              <a:srgbClr val="D2E7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870" name="Freeform 828">
              <a:extLst>
                <a:ext uri="{FF2B5EF4-FFF2-40B4-BE49-F238E27FC236}">
                  <a16:creationId xmlns:a16="http://schemas.microsoft.com/office/drawing/2014/main" id="{C07673D5-2B66-4C6F-AEE1-0007EC1043D1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9" y="1454"/>
              <a:ext cx="9" cy="15"/>
            </a:xfrm>
            <a:custGeom>
              <a:avLst/>
              <a:gdLst>
                <a:gd name="T0" fmla="*/ 0 w 6"/>
                <a:gd name="T1" fmla="*/ 5 h 9"/>
                <a:gd name="T2" fmla="*/ 14 w 6"/>
                <a:gd name="T3" fmla="*/ 42 h 9"/>
                <a:gd name="T4" fmla="*/ 21 w 6"/>
                <a:gd name="T5" fmla="*/ 22 h 9"/>
                <a:gd name="T6" fmla="*/ 5 w 6"/>
                <a:gd name="T7" fmla="*/ 0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9">
                  <a:moveTo>
                    <a:pt x="0" y="1"/>
                  </a:moveTo>
                  <a:cubicBezTo>
                    <a:pt x="2" y="3"/>
                    <a:pt x="3" y="6"/>
                    <a:pt x="4" y="9"/>
                  </a:cubicBezTo>
                  <a:cubicBezTo>
                    <a:pt x="4" y="8"/>
                    <a:pt x="5" y="6"/>
                    <a:pt x="6" y="5"/>
                  </a:cubicBezTo>
                  <a:cubicBezTo>
                    <a:pt x="3" y="4"/>
                    <a:pt x="2" y="2"/>
                    <a:pt x="1" y="0"/>
                  </a:cubicBezTo>
                </a:path>
              </a:pathLst>
            </a:custGeom>
            <a:solidFill>
              <a:srgbClr val="D2E7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871" name="Freeform 829">
              <a:extLst>
                <a:ext uri="{FF2B5EF4-FFF2-40B4-BE49-F238E27FC236}">
                  <a16:creationId xmlns:a16="http://schemas.microsoft.com/office/drawing/2014/main" id="{979149EE-A9C7-4B14-856C-7A178651030A}"/>
                </a:ext>
              </a:extLst>
            </p:cNvPr>
            <p:cNvSpPr>
              <a:spLocks/>
            </p:cNvSpPr>
            <p:nvPr/>
          </p:nvSpPr>
          <p:spPr bwMode="auto">
            <a:xfrm>
              <a:off x="5177" y="1438"/>
              <a:ext cx="12" cy="14"/>
            </a:xfrm>
            <a:custGeom>
              <a:avLst/>
              <a:gdLst>
                <a:gd name="T0" fmla="*/ 0 w 8"/>
                <a:gd name="T1" fmla="*/ 5 h 9"/>
                <a:gd name="T2" fmla="*/ 18 w 8"/>
                <a:gd name="T3" fmla="*/ 34 h 9"/>
                <a:gd name="T4" fmla="*/ 27 w 8"/>
                <a:gd name="T5" fmla="*/ 22 h 9"/>
                <a:gd name="T6" fmla="*/ 5 w 8"/>
                <a:gd name="T7" fmla="*/ 0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9">
                  <a:moveTo>
                    <a:pt x="0" y="1"/>
                  </a:moveTo>
                  <a:cubicBezTo>
                    <a:pt x="2" y="3"/>
                    <a:pt x="3" y="8"/>
                    <a:pt x="5" y="9"/>
                  </a:cubicBezTo>
                  <a:cubicBezTo>
                    <a:pt x="6" y="8"/>
                    <a:pt x="7" y="7"/>
                    <a:pt x="8" y="6"/>
                  </a:cubicBezTo>
                  <a:cubicBezTo>
                    <a:pt x="5" y="6"/>
                    <a:pt x="3" y="3"/>
                    <a:pt x="1" y="0"/>
                  </a:cubicBezTo>
                </a:path>
              </a:pathLst>
            </a:custGeom>
            <a:solidFill>
              <a:srgbClr val="D2E7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872" name="Freeform 830">
              <a:extLst>
                <a:ext uri="{FF2B5EF4-FFF2-40B4-BE49-F238E27FC236}">
                  <a16:creationId xmlns:a16="http://schemas.microsoft.com/office/drawing/2014/main" id="{83922879-0D77-4F27-8D78-1FA8EE0E3F6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03" y="1408"/>
              <a:ext cx="21" cy="17"/>
            </a:xfrm>
            <a:custGeom>
              <a:avLst/>
              <a:gdLst>
                <a:gd name="T0" fmla="*/ 12 w 14"/>
                <a:gd name="T1" fmla="*/ 0 h 10"/>
                <a:gd name="T2" fmla="*/ 26 w 14"/>
                <a:gd name="T3" fmla="*/ 9 h 10"/>
                <a:gd name="T4" fmla="*/ 48 w 14"/>
                <a:gd name="T5" fmla="*/ 26 h 10"/>
                <a:gd name="T6" fmla="*/ 27 w 14"/>
                <a:gd name="T7" fmla="*/ 49 h 10"/>
                <a:gd name="T8" fmla="*/ 0 w 14"/>
                <a:gd name="T9" fmla="*/ 9 h 10"/>
                <a:gd name="T10" fmla="*/ 8 w 14"/>
                <a:gd name="T11" fmla="*/ 0 h 1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" h="10">
                  <a:moveTo>
                    <a:pt x="3" y="0"/>
                  </a:moveTo>
                  <a:cubicBezTo>
                    <a:pt x="3" y="0"/>
                    <a:pt x="6" y="2"/>
                    <a:pt x="7" y="2"/>
                  </a:cubicBezTo>
                  <a:cubicBezTo>
                    <a:pt x="9" y="3"/>
                    <a:pt x="12" y="3"/>
                    <a:pt x="14" y="5"/>
                  </a:cubicBezTo>
                  <a:cubicBezTo>
                    <a:pt x="12" y="6"/>
                    <a:pt x="10" y="9"/>
                    <a:pt x="8" y="10"/>
                  </a:cubicBezTo>
                  <a:cubicBezTo>
                    <a:pt x="7" y="6"/>
                    <a:pt x="3" y="4"/>
                    <a:pt x="0" y="2"/>
                  </a:cubicBezTo>
                  <a:cubicBezTo>
                    <a:pt x="1" y="2"/>
                    <a:pt x="2" y="1"/>
                    <a:pt x="2" y="0"/>
                  </a:cubicBezTo>
                </a:path>
              </a:pathLst>
            </a:custGeom>
            <a:solidFill>
              <a:srgbClr val="D2E7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873" name="Freeform 831">
              <a:extLst>
                <a:ext uri="{FF2B5EF4-FFF2-40B4-BE49-F238E27FC236}">
                  <a16:creationId xmlns:a16="http://schemas.microsoft.com/office/drawing/2014/main" id="{D7A0F69B-C363-43C4-BC0D-E33A84C452F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2" y="1395"/>
              <a:ext cx="848" cy="1189"/>
            </a:xfrm>
            <a:custGeom>
              <a:avLst/>
              <a:gdLst>
                <a:gd name="T0" fmla="*/ 737 w 556"/>
                <a:gd name="T1" fmla="*/ 0 h 730"/>
                <a:gd name="T2" fmla="*/ 982 w 556"/>
                <a:gd name="T3" fmla="*/ 173 h 730"/>
                <a:gd name="T4" fmla="*/ 1241 w 556"/>
                <a:gd name="T5" fmla="*/ 8 h 730"/>
                <a:gd name="T6" fmla="*/ 1768 w 556"/>
                <a:gd name="T7" fmla="*/ 228 h 730"/>
                <a:gd name="T8" fmla="*/ 1972 w 556"/>
                <a:gd name="T9" fmla="*/ 1340 h 730"/>
                <a:gd name="T10" fmla="*/ 1661 w 556"/>
                <a:gd name="T11" fmla="*/ 1389 h 730"/>
                <a:gd name="T12" fmla="*/ 1653 w 556"/>
                <a:gd name="T13" fmla="*/ 2865 h 730"/>
                <a:gd name="T14" fmla="*/ 345 w 556"/>
                <a:gd name="T15" fmla="*/ 2834 h 730"/>
                <a:gd name="T16" fmla="*/ 340 w 556"/>
                <a:gd name="T17" fmla="*/ 1438 h 730"/>
                <a:gd name="T18" fmla="*/ 0 w 556"/>
                <a:gd name="T19" fmla="*/ 1354 h 730"/>
                <a:gd name="T20" fmla="*/ 227 w 556"/>
                <a:gd name="T21" fmla="*/ 220 h 730"/>
                <a:gd name="T22" fmla="*/ 737 w 556"/>
                <a:gd name="T23" fmla="*/ 0 h 73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56" h="730">
                  <a:moveTo>
                    <a:pt x="208" y="0"/>
                  </a:moveTo>
                  <a:cubicBezTo>
                    <a:pt x="208" y="0"/>
                    <a:pt x="233" y="40"/>
                    <a:pt x="277" y="40"/>
                  </a:cubicBezTo>
                  <a:cubicBezTo>
                    <a:pt x="321" y="40"/>
                    <a:pt x="350" y="2"/>
                    <a:pt x="350" y="2"/>
                  </a:cubicBezTo>
                  <a:cubicBezTo>
                    <a:pt x="350" y="2"/>
                    <a:pt x="486" y="43"/>
                    <a:pt x="498" y="53"/>
                  </a:cubicBezTo>
                  <a:cubicBezTo>
                    <a:pt x="510" y="63"/>
                    <a:pt x="547" y="158"/>
                    <a:pt x="556" y="310"/>
                  </a:cubicBezTo>
                  <a:cubicBezTo>
                    <a:pt x="556" y="310"/>
                    <a:pt x="522" y="327"/>
                    <a:pt x="468" y="322"/>
                  </a:cubicBezTo>
                  <a:cubicBezTo>
                    <a:pt x="468" y="322"/>
                    <a:pt x="462" y="622"/>
                    <a:pt x="466" y="663"/>
                  </a:cubicBezTo>
                  <a:cubicBezTo>
                    <a:pt x="466" y="663"/>
                    <a:pt x="276" y="730"/>
                    <a:pt x="97" y="656"/>
                  </a:cubicBezTo>
                  <a:cubicBezTo>
                    <a:pt x="97" y="656"/>
                    <a:pt x="100" y="567"/>
                    <a:pt x="96" y="333"/>
                  </a:cubicBezTo>
                  <a:cubicBezTo>
                    <a:pt x="96" y="333"/>
                    <a:pt x="35" y="340"/>
                    <a:pt x="0" y="313"/>
                  </a:cubicBezTo>
                  <a:cubicBezTo>
                    <a:pt x="0" y="313"/>
                    <a:pt x="18" y="100"/>
                    <a:pt x="64" y="51"/>
                  </a:cubicBezTo>
                  <a:cubicBezTo>
                    <a:pt x="64" y="51"/>
                    <a:pt x="156" y="21"/>
                    <a:pt x="208" y="0"/>
                  </a:cubicBezTo>
                  <a:close/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874" name="Freeform 832">
              <a:extLst>
                <a:ext uri="{FF2B5EF4-FFF2-40B4-BE49-F238E27FC236}">
                  <a16:creationId xmlns:a16="http://schemas.microsoft.com/office/drawing/2014/main" id="{AC78F57C-F04B-4EF0-8FCD-834E96612CB8}"/>
                </a:ext>
              </a:extLst>
            </p:cNvPr>
            <p:cNvSpPr>
              <a:spLocks/>
            </p:cNvSpPr>
            <p:nvPr/>
          </p:nvSpPr>
          <p:spPr bwMode="auto">
            <a:xfrm>
              <a:off x="5207" y="1415"/>
              <a:ext cx="23" cy="32"/>
            </a:xfrm>
            <a:custGeom>
              <a:avLst/>
              <a:gdLst>
                <a:gd name="T0" fmla="*/ 0 w 15"/>
                <a:gd name="T1" fmla="*/ 82 h 20"/>
                <a:gd name="T2" fmla="*/ 54 w 15"/>
                <a:gd name="T3" fmla="*/ 0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20">
                  <a:moveTo>
                    <a:pt x="0" y="20"/>
                  </a:moveTo>
                  <a:cubicBezTo>
                    <a:pt x="10" y="9"/>
                    <a:pt x="15" y="0"/>
                    <a:pt x="15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875" name="Freeform 833">
              <a:extLst>
                <a:ext uri="{FF2B5EF4-FFF2-40B4-BE49-F238E27FC236}">
                  <a16:creationId xmlns:a16="http://schemas.microsoft.com/office/drawing/2014/main" id="{973F8F42-DEF7-46F5-BE46-FE94B7BB790C}"/>
                </a:ext>
              </a:extLst>
            </p:cNvPr>
            <p:cNvSpPr>
              <a:spLocks/>
            </p:cNvSpPr>
            <p:nvPr/>
          </p:nvSpPr>
          <p:spPr bwMode="auto">
            <a:xfrm>
              <a:off x="5188" y="1452"/>
              <a:ext cx="16" cy="15"/>
            </a:xfrm>
            <a:custGeom>
              <a:avLst/>
              <a:gdLst>
                <a:gd name="T0" fmla="*/ 0 w 11"/>
                <a:gd name="T1" fmla="*/ 42 h 9"/>
                <a:gd name="T2" fmla="*/ 33 w 11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9">
                  <a:moveTo>
                    <a:pt x="0" y="9"/>
                  </a:moveTo>
                  <a:cubicBezTo>
                    <a:pt x="4" y="6"/>
                    <a:pt x="8" y="3"/>
                    <a:pt x="11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876" name="Freeform 834">
              <a:extLst>
                <a:ext uri="{FF2B5EF4-FFF2-40B4-BE49-F238E27FC236}">
                  <a16:creationId xmlns:a16="http://schemas.microsoft.com/office/drawing/2014/main" id="{72D2589F-4393-4C1E-97BB-045B3202F4D1}"/>
                </a:ext>
              </a:extLst>
            </p:cNvPr>
            <p:cNvSpPr>
              <a:spLocks/>
            </p:cNvSpPr>
            <p:nvPr/>
          </p:nvSpPr>
          <p:spPr bwMode="auto">
            <a:xfrm>
              <a:off x="5162" y="1472"/>
              <a:ext cx="19" cy="13"/>
            </a:xfrm>
            <a:custGeom>
              <a:avLst/>
              <a:gdLst>
                <a:gd name="T0" fmla="*/ 0 w 13"/>
                <a:gd name="T1" fmla="*/ 34 h 8"/>
                <a:gd name="T2" fmla="*/ 41 w 13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8">
                  <a:moveTo>
                    <a:pt x="0" y="8"/>
                  </a:moveTo>
                  <a:cubicBezTo>
                    <a:pt x="5" y="6"/>
                    <a:pt x="9" y="3"/>
                    <a:pt x="13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877" name="Freeform 835">
              <a:extLst>
                <a:ext uri="{FF2B5EF4-FFF2-40B4-BE49-F238E27FC236}">
                  <a16:creationId xmlns:a16="http://schemas.microsoft.com/office/drawing/2014/main" id="{9299112A-8E88-455F-A001-B4FB26937043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8" y="1410"/>
              <a:ext cx="175" cy="94"/>
            </a:xfrm>
            <a:custGeom>
              <a:avLst/>
              <a:gdLst>
                <a:gd name="T0" fmla="*/ 0 w 115"/>
                <a:gd name="T1" fmla="*/ 0 h 58"/>
                <a:gd name="T2" fmla="*/ 303 w 115"/>
                <a:gd name="T3" fmla="*/ 238 h 58"/>
                <a:gd name="T4" fmla="*/ 405 w 115"/>
                <a:gd name="T5" fmla="*/ 219 h 5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5" h="58">
                  <a:moveTo>
                    <a:pt x="0" y="0"/>
                  </a:moveTo>
                  <a:cubicBezTo>
                    <a:pt x="0" y="0"/>
                    <a:pt x="23" y="58"/>
                    <a:pt x="86" y="56"/>
                  </a:cubicBezTo>
                  <a:cubicBezTo>
                    <a:pt x="97" y="55"/>
                    <a:pt x="107" y="54"/>
                    <a:pt x="115" y="51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878" name="Freeform 836">
              <a:extLst>
                <a:ext uri="{FF2B5EF4-FFF2-40B4-BE49-F238E27FC236}">
                  <a16:creationId xmlns:a16="http://schemas.microsoft.com/office/drawing/2014/main" id="{662F0C0B-02A4-4244-870F-22D054742AAC}"/>
                </a:ext>
              </a:extLst>
            </p:cNvPr>
            <p:cNvSpPr>
              <a:spLocks/>
            </p:cNvSpPr>
            <p:nvPr/>
          </p:nvSpPr>
          <p:spPr bwMode="auto">
            <a:xfrm>
              <a:off x="5369" y="1729"/>
              <a:ext cx="18" cy="194"/>
            </a:xfrm>
            <a:custGeom>
              <a:avLst/>
              <a:gdLst>
                <a:gd name="T0" fmla="*/ 39 w 12"/>
                <a:gd name="T1" fmla="*/ 515 h 119"/>
                <a:gd name="T2" fmla="*/ 14 w 12"/>
                <a:gd name="T3" fmla="*/ 212 h 119"/>
                <a:gd name="T4" fmla="*/ 5 w 12"/>
                <a:gd name="T5" fmla="*/ 96 h 119"/>
                <a:gd name="T6" fmla="*/ 0 w 12"/>
                <a:gd name="T7" fmla="*/ 0 h 1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19">
                  <a:moveTo>
                    <a:pt x="11" y="119"/>
                  </a:moveTo>
                  <a:cubicBezTo>
                    <a:pt x="12" y="95"/>
                    <a:pt x="6" y="72"/>
                    <a:pt x="4" y="49"/>
                  </a:cubicBezTo>
                  <a:cubicBezTo>
                    <a:pt x="3" y="40"/>
                    <a:pt x="2" y="31"/>
                    <a:pt x="1" y="22"/>
                  </a:cubicBezTo>
                  <a:cubicBezTo>
                    <a:pt x="1" y="16"/>
                    <a:pt x="2" y="7"/>
                    <a:pt x="0" y="0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879" name="Freeform 837">
              <a:extLst>
                <a:ext uri="{FF2B5EF4-FFF2-40B4-BE49-F238E27FC236}">
                  <a16:creationId xmlns:a16="http://schemas.microsoft.com/office/drawing/2014/main" id="{39A8BF14-B729-4599-884A-77FCE6E670B5}"/>
                </a:ext>
              </a:extLst>
            </p:cNvPr>
            <p:cNvSpPr>
              <a:spLocks/>
            </p:cNvSpPr>
            <p:nvPr/>
          </p:nvSpPr>
          <p:spPr bwMode="auto">
            <a:xfrm>
              <a:off x="5372" y="1701"/>
              <a:ext cx="29" cy="88"/>
            </a:xfrm>
            <a:custGeom>
              <a:avLst/>
              <a:gdLst>
                <a:gd name="T0" fmla="*/ 0 w 19"/>
                <a:gd name="T1" fmla="*/ 233 h 54"/>
                <a:gd name="T2" fmla="*/ 32 w 19"/>
                <a:gd name="T3" fmla="*/ 125 h 54"/>
                <a:gd name="T4" fmla="*/ 67 w 19"/>
                <a:gd name="T5" fmla="*/ 0 h 5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54">
                  <a:moveTo>
                    <a:pt x="0" y="54"/>
                  </a:moveTo>
                  <a:cubicBezTo>
                    <a:pt x="1" y="44"/>
                    <a:pt x="3" y="38"/>
                    <a:pt x="9" y="29"/>
                  </a:cubicBezTo>
                  <a:cubicBezTo>
                    <a:pt x="15" y="19"/>
                    <a:pt x="16" y="11"/>
                    <a:pt x="19" y="0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880" name="Freeform 838">
              <a:extLst>
                <a:ext uri="{FF2B5EF4-FFF2-40B4-BE49-F238E27FC236}">
                  <a16:creationId xmlns:a16="http://schemas.microsoft.com/office/drawing/2014/main" id="{F0928238-C8E4-486E-8224-91102CF889DD}"/>
                </a:ext>
              </a:extLst>
            </p:cNvPr>
            <p:cNvSpPr>
              <a:spLocks/>
            </p:cNvSpPr>
            <p:nvPr/>
          </p:nvSpPr>
          <p:spPr bwMode="auto">
            <a:xfrm>
              <a:off x="5378" y="1714"/>
              <a:ext cx="38" cy="199"/>
            </a:xfrm>
            <a:custGeom>
              <a:avLst/>
              <a:gdLst>
                <a:gd name="T0" fmla="*/ 62 w 25"/>
                <a:gd name="T1" fmla="*/ 0 h 122"/>
                <a:gd name="T2" fmla="*/ 12 w 25"/>
                <a:gd name="T3" fmla="*/ 122 h 122"/>
                <a:gd name="T4" fmla="*/ 5 w 25"/>
                <a:gd name="T5" fmla="*/ 248 h 122"/>
                <a:gd name="T6" fmla="*/ 26 w 25"/>
                <a:gd name="T7" fmla="*/ 393 h 122"/>
                <a:gd name="T8" fmla="*/ 32 w 25"/>
                <a:gd name="T9" fmla="*/ 522 h 122"/>
                <a:gd name="T10" fmla="*/ 88 w 25"/>
                <a:gd name="T11" fmla="*/ 530 h 122"/>
                <a:gd name="T12" fmla="*/ 49 w 25"/>
                <a:gd name="T13" fmla="*/ 261 h 122"/>
                <a:gd name="T14" fmla="*/ 67 w 25"/>
                <a:gd name="T15" fmla="*/ 13 h 12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5" h="122">
                  <a:moveTo>
                    <a:pt x="18" y="0"/>
                  </a:moveTo>
                  <a:cubicBezTo>
                    <a:pt x="14" y="10"/>
                    <a:pt x="7" y="19"/>
                    <a:pt x="3" y="28"/>
                  </a:cubicBezTo>
                  <a:cubicBezTo>
                    <a:pt x="0" y="37"/>
                    <a:pt x="1" y="47"/>
                    <a:pt x="1" y="57"/>
                  </a:cubicBezTo>
                  <a:cubicBezTo>
                    <a:pt x="2" y="68"/>
                    <a:pt x="6" y="79"/>
                    <a:pt x="7" y="91"/>
                  </a:cubicBezTo>
                  <a:cubicBezTo>
                    <a:pt x="9" y="100"/>
                    <a:pt x="12" y="111"/>
                    <a:pt x="9" y="120"/>
                  </a:cubicBezTo>
                  <a:cubicBezTo>
                    <a:pt x="14" y="121"/>
                    <a:pt x="20" y="121"/>
                    <a:pt x="25" y="122"/>
                  </a:cubicBezTo>
                  <a:cubicBezTo>
                    <a:pt x="10" y="112"/>
                    <a:pt x="13" y="76"/>
                    <a:pt x="14" y="60"/>
                  </a:cubicBezTo>
                  <a:cubicBezTo>
                    <a:pt x="16" y="42"/>
                    <a:pt x="19" y="21"/>
                    <a:pt x="19" y="3"/>
                  </a:cubicBezTo>
                </a:path>
              </a:pathLst>
            </a:custGeom>
            <a:solidFill>
              <a:srgbClr val="89C2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881" name="Freeform 839">
              <a:extLst>
                <a:ext uri="{FF2B5EF4-FFF2-40B4-BE49-F238E27FC236}">
                  <a16:creationId xmlns:a16="http://schemas.microsoft.com/office/drawing/2014/main" id="{AE4665B1-9492-490B-86F4-75180A6EEC8C}"/>
                </a:ext>
              </a:extLst>
            </p:cNvPr>
            <p:cNvSpPr>
              <a:spLocks/>
            </p:cNvSpPr>
            <p:nvPr/>
          </p:nvSpPr>
          <p:spPr bwMode="auto">
            <a:xfrm>
              <a:off x="5372" y="1679"/>
              <a:ext cx="26" cy="68"/>
            </a:xfrm>
            <a:custGeom>
              <a:avLst/>
              <a:gdLst>
                <a:gd name="T0" fmla="*/ 0 w 17"/>
                <a:gd name="T1" fmla="*/ 0 h 42"/>
                <a:gd name="T2" fmla="*/ 12 w 17"/>
                <a:gd name="T3" fmla="*/ 94 h 42"/>
                <a:gd name="T4" fmla="*/ 12 w 17"/>
                <a:gd name="T5" fmla="*/ 178 h 42"/>
                <a:gd name="T6" fmla="*/ 61 w 17"/>
                <a:gd name="T7" fmla="*/ 26 h 42"/>
                <a:gd name="T8" fmla="*/ 26 w 17"/>
                <a:gd name="T9" fmla="*/ 94 h 42"/>
                <a:gd name="T10" fmla="*/ 0 w 17"/>
                <a:gd name="T11" fmla="*/ 5 h 4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" h="42">
                  <a:moveTo>
                    <a:pt x="0" y="0"/>
                  </a:moveTo>
                  <a:cubicBezTo>
                    <a:pt x="0" y="8"/>
                    <a:pt x="3" y="15"/>
                    <a:pt x="3" y="22"/>
                  </a:cubicBezTo>
                  <a:cubicBezTo>
                    <a:pt x="3" y="29"/>
                    <a:pt x="3" y="36"/>
                    <a:pt x="3" y="42"/>
                  </a:cubicBezTo>
                  <a:cubicBezTo>
                    <a:pt x="10" y="39"/>
                    <a:pt x="17" y="13"/>
                    <a:pt x="17" y="6"/>
                  </a:cubicBezTo>
                  <a:cubicBezTo>
                    <a:pt x="12" y="11"/>
                    <a:pt x="10" y="16"/>
                    <a:pt x="7" y="22"/>
                  </a:cubicBezTo>
                  <a:cubicBezTo>
                    <a:pt x="5" y="15"/>
                    <a:pt x="4" y="7"/>
                    <a:pt x="0" y="1"/>
                  </a:cubicBezTo>
                </a:path>
              </a:pathLst>
            </a:custGeom>
            <a:solidFill>
              <a:srgbClr val="D2E7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882" name="Freeform 840">
              <a:extLst>
                <a:ext uri="{FF2B5EF4-FFF2-40B4-BE49-F238E27FC236}">
                  <a16:creationId xmlns:a16="http://schemas.microsoft.com/office/drawing/2014/main" id="{4F89E90A-8140-4186-9993-5C02F0491990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4" y="1771"/>
              <a:ext cx="4" cy="166"/>
            </a:xfrm>
            <a:custGeom>
              <a:avLst/>
              <a:gdLst>
                <a:gd name="T0" fmla="*/ 7 w 3"/>
                <a:gd name="T1" fmla="*/ 439 h 102"/>
                <a:gd name="T2" fmla="*/ 7 w 3"/>
                <a:gd name="T3" fmla="*/ 0 h 10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02">
                  <a:moveTo>
                    <a:pt x="3" y="102"/>
                  </a:moveTo>
                  <a:cubicBezTo>
                    <a:pt x="3" y="102"/>
                    <a:pt x="0" y="29"/>
                    <a:pt x="3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883" name="Freeform 841">
              <a:extLst>
                <a:ext uri="{FF2B5EF4-FFF2-40B4-BE49-F238E27FC236}">
                  <a16:creationId xmlns:a16="http://schemas.microsoft.com/office/drawing/2014/main" id="{E5CE7E94-65C0-47A1-98D6-A72D585E784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3" y="1781"/>
              <a:ext cx="22" cy="46"/>
            </a:xfrm>
            <a:custGeom>
              <a:avLst/>
              <a:gdLst>
                <a:gd name="T0" fmla="*/ 47 w 15"/>
                <a:gd name="T1" fmla="*/ 125 h 28"/>
                <a:gd name="T2" fmla="*/ 0 w 15"/>
                <a:gd name="T3" fmla="*/ 0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28">
                  <a:moveTo>
                    <a:pt x="15" y="28"/>
                  </a:moveTo>
                  <a:cubicBezTo>
                    <a:pt x="15" y="28"/>
                    <a:pt x="11" y="8"/>
                    <a:pt x="0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884" name="Freeform 842">
              <a:extLst>
                <a:ext uri="{FF2B5EF4-FFF2-40B4-BE49-F238E27FC236}">
                  <a16:creationId xmlns:a16="http://schemas.microsoft.com/office/drawing/2014/main" id="{7B8BF31C-45E9-4B1D-876A-5315E60E6C0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3" y="1719"/>
              <a:ext cx="35" cy="83"/>
            </a:xfrm>
            <a:custGeom>
              <a:avLst/>
              <a:gdLst>
                <a:gd name="T0" fmla="*/ 5 w 23"/>
                <a:gd name="T1" fmla="*/ 122 h 51"/>
                <a:gd name="T2" fmla="*/ 70 w 23"/>
                <a:gd name="T3" fmla="*/ 220 h 51"/>
                <a:gd name="T4" fmla="*/ 70 w 23"/>
                <a:gd name="T5" fmla="*/ 103 h 51"/>
                <a:gd name="T6" fmla="*/ 70 w 23"/>
                <a:gd name="T7" fmla="*/ 0 h 51"/>
                <a:gd name="T8" fmla="*/ 61 w 23"/>
                <a:gd name="T9" fmla="*/ 75 h 51"/>
                <a:gd name="T10" fmla="*/ 56 w 23"/>
                <a:gd name="T11" fmla="*/ 151 h 51"/>
                <a:gd name="T12" fmla="*/ 0 w 23"/>
                <a:gd name="T13" fmla="*/ 96 h 5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51">
                  <a:moveTo>
                    <a:pt x="1" y="28"/>
                  </a:moveTo>
                  <a:cubicBezTo>
                    <a:pt x="9" y="33"/>
                    <a:pt x="15" y="43"/>
                    <a:pt x="20" y="51"/>
                  </a:cubicBezTo>
                  <a:cubicBezTo>
                    <a:pt x="21" y="42"/>
                    <a:pt x="20" y="33"/>
                    <a:pt x="20" y="24"/>
                  </a:cubicBezTo>
                  <a:cubicBezTo>
                    <a:pt x="20" y="16"/>
                    <a:pt x="23" y="6"/>
                    <a:pt x="20" y="0"/>
                  </a:cubicBezTo>
                  <a:cubicBezTo>
                    <a:pt x="20" y="5"/>
                    <a:pt x="18" y="11"/>
                    <a:pt x="17" y="17"/>
                  </a:cubicBezTo>
                  <a:cubicBezTo>
                    <a:pt x="17" y="23"/>
                    <a:pt x="18" y="29"/>
                    <a:pt x="16" y="35"/>
                  </a:cubicBezTo>
                  <a:cubicBezTo>
                    <a:pt x="13" y="30"/>
                    <a:pt x="6" y="21"/>
                    <a:pt x="0" y="22"/>
                  </a:cubicBezTo>
                </a:path>
              </a:pathLst>
            </a:custGeom>
            <a:solidFill>
              <a:srgbClr val="D2E7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885" name="Freeform 843">
              <a:extLst>
                <a:ext uri="{FF2B5EF4-FFF2-40B4-BE49-F238E27FC236}">
                  <a16:creationId xmlns:a16="http://schemas.microsoft.com/office/drawing/2014/main" id="{6393BBC7-B23C-4C73-B9AD-F81B4BD02FB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4" y="1783"/>
              <a:ext cx="38" cy="148"/>
            </a:xfrm>
            <a:custGeom>
              <a:avLst/>
              <a:gdLst>
                <a:gd name="T0" fmla="*/ 12 w 25"/>
                <a:gd name="T1" fmla="*/ 13 h 91"/>
                <a:gd name="T2" fmla="*/ 70 w 25"/>
                <a:gd name="T3" fmla="*/ 194 h 91"/>
                <a:gd name="T4" fmla="*/ 76 w 25"/>
                <a:gd name="T5" fmla="*/ 301 h 91"/>
                <a:gd name="T6" fmla="*/ 84 w 25"/>
                <a:gd name="T7" fmla="*/ 392 h 91"/>
                <a:gd name="T8" fmla="*/ 0 w 25"/>
                <a:gd name="T9" fmla="*/ 364 h 91"/>
                <a:gd name="T10" fmla="*/ 41 w 25"/>
                <a:gd name="T11" fmla="*/ 166 h 91"/>
                <a:gd name="T12" fmla="*/ 26 w 25"/>
                <a:gd name="T13" fmla="*/ 55 h 91"/>
                <a:gd name="T14" fmla="*/ 5 w 25"/>
                <a:gd name="T15" fmla="*/ 0 h 9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5" h="91">
                  <a:moveTo>
                    <a:pt x="3" y="3"/>
                  </a:moveTo>
                  <a:cubicBezTo>
                    <a:pt x="18" y="7"/>
                    <a:pt x="19" y="31"/>
                    <a:pt x="20" y="45"/>
                  </a:cubicBezTo>
                  <a:cubicBezTo>
                    <a:pt x="20" y="53"/>
                    <a:pt x="21" y="62"/>
                    <a:pt x="22" y="70"/>
                  </a:cubicBezTo>
                  <a:cubicBezTo>
                    <a:pt x="23" y="76"/>
                    <a:pt x="25" y="85"/>
                    <a:pt x="24" y="91"/>
                  </a:cubicBezTo>
                  <a:cubicBezTo>
                    <a:pt x="17" y="87"/>
                    <a:pt x="8" y="84"/>
                    <a:pt x="0" y="85"/>
                  </a:cubicBezTo>
                  <a:cubicBezTo>
                    <a:pt x="12" y="74"/>
                    <a:pt x="14" y="55"/>
                    <a:pt x="12" y="39"/>
                  </a:cubicBezTo>
                  <a:cubicBezTo>
                    <a:pt x="12" y="30"/>
                    <a:pt x="11" y="20"/>
                    <a:pt x="7" y="13"/>
                  </a:cubicBezTo>
                  <a:cubicBezTo>
                    <a:pt x="4" y="9"/>
                    <a:pt x="2" y="5"/>
                    <a:pt x="1" y="0"/>
                  </a:cubicBezTo>
                </a:path>
              </a:pathLst>
            </a:custGeom>
            <a:solidFill>
              <a:srgbClr val="89C2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5886" name="Freeform 844">
              <a:extLst>
                <a:ext uri="{FF2B5EF4-FFF2-40B4-BE49-F238E27FC236}">
                  <a16:creationId xmlns:a16="http://schemas.microsoft.com/office/drawing/2014/main" id="{FAC7718A-0DA7-4B9F-84D8-17D3BBA8F64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3" y="1714"/>
              <a:ext cx="17" cy="160"/>
            </a:xfrm>
            <a:custGeom>
              <a:avLst/>
              <a:gdLst>
                <a:gd name="T0" fmla="*/ 19 w 11"/>
                <a:gd name="T1" fmla="*/ 8 h 98"/>
                <a:gd name="T2" fmla="*/ 14 w 11"/>
                <a:gd name="T3" fmla="*/ 101 h 98"/>
                <a:gd name="T4" fmla="*/ 8 w 11"/>
                <a:gd name="T5" fmla="*/ 207 h 98"/>
                <a:gd name="T6" fmla="*/ 0 w 11"/>
                <a:gd name="T7" fmla="*/ 426 h 98"/>
                <a:gd name="T8" fmla="*/ 12 w 11"/>
                <a:gd name="T9" fmla="*/ 291 h 98"/>
                <a:gd name="T10" fmla="*/ 34 w 11"/>
                <a:gd name="T11" fmla="*/ 157 h 98"/>
                <a:gd name="T12" fmla="*/ 22 w 11"/>
                <a:gd name="T13" fmla="*/ 0 h 9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" h="98">
                  <a:moveTo>
                    <a:pt x="5" y="2"/>
                  </a:moveTo>
                  <a:cubicBezTo>
                    <a:pt x="7" y="7"/>
                    <a:pt x="4" y="17"/>
                    <a:pt x="4" y="23"/>
                  </a:cubicBezTo>
                  <a:cubicBezTo>
                    <a:pt x="3" y="31"/>
                    <a:pt x="3" y="40"/>
                    <a:pt x="2" y="48"/>
                  </a:cubicBezTo>
                  <a:cubicBezTo>
                    <a:pt x="0" y="64"/>
                    <a:pt x="0" y="81"/>
                    <a:pt x="0" y="98"/>
                  </a:cubicBezTo>
                  <a:cubicBezTo>
                    <a:pt x="1" y="87"/>
                    <a:pt x="1" y="77"/>
                    <a:pt x="3" y="67"/>
                  </a:cubicBezTo>
                  <a:cubicBezTo>
                    <a:pt x="5" y="56"/>
                    <a:pt x="8" y="46"/>
                    <a:pt x="9" y="36"/>
                  </a:cubicBezTo>
                  <a:cubicBezTo>
                    <a:pt x="10" y="24"/>
                    <a:pt x="11" y="10"/>
                    <a:pt x="6" y="0"/>
                  </a:cubicBezTo>
                </a:path>
              </a:pathLst>
            </a:custGeom>
            <a:solidFill>
              <a:srgbClr val="89C2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</p:grpSp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6865" name="Adult-male-dark-skin-front">
            <a:extLst>
              <a:ext uri="{FF2B5EF4-FFF2-40B4-BE49-F238E27FC236}">
                <a16:creationId xmlns:a16="http://schemas.microsoft.com/office/drawing/2014/main" id="{C586A627-A2CD-43A6-8609-480498DB3ABB}"/>
              </a:ext>
            </a:extLst>
          </p:cNvPr>
          <p:cNvGrpSpPr>
            <a:grpSpLocks/>
          </p:cNvGrpSpPr>
          <p:nvPr/>
        </p:nvGrpSpPr>
        <p:grpSpPr bwMode="auto">
          <a:xfrm>
            <a:off x="8107363" y="1162050"/>
            <a:ext cx="2062162" cy="5330825"/>
            <a:chOff x="2925" y="672"/>
            <a:chExt cx="1318" cy="3406"/>
          </a:xfrm>
        </p:grpSpPr>
        <p:sp>
          <p:nvSpPr>
            <p:cNvPr id="37516" name="Freeform 3">
              <a:extLst>
                <a:ext uri="{FF2B5EF4-FFF2-40B4-BE49-F238E27FC236}">
                  <a16:creationId xmlns:a16="http://schemas.microsoft.com/office/drawing/2014/main" id="{467C0518-9503-450B-B6B5-C3F18F8311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3" y="720"/>
              <a:ext cx="369" cy="432"/>
            </a:xfrm>
            <a:custGeom>
              <a:avLst/>
              <a:gdLst>
                <a:gd name="T0" fmla="*/ 917 w 229"/>
                <a:gd name="T1" fmla="*/ 390 h 268"/>
                <a:gd name="T2" fmla="*/ 909 w 229"/>
                <a:gd name="T3" fmla="*/ 385 h 268"/>
                <a:gd name="T4" fmla="*/ 899 w 229"/>
                <a:gd name="T5" fmla="*/ 390 h 268"/>
                <a:gd name="T6" fmla="*/ 870 w 229"/>
                <a:gd name="T7" fmla="*/ 480 h 268"/>
                <a:gd name="T8" fmla="*/ 862 w 229"/>
                <a:gd name="T9" fmla="*/ 506 h 268"/>
                <a:gd name="T10" fmla="*/ 841 w 229"/>
                <a:gd name="T11" fmla="*/ 561 h 268"/>
                <a:gd name="T12" fmla="*/ 841 w 229"/>
                <a:gd name="T13" fmla="*/ 556 h 268"/>
                <a:gd name="T14" fmla="*/ 833 w 229"/>
                <a:gd name="T15" fmla="*/ 574 h 268"/>
                <a:gd name="T16" fmla="*/ 445 w 229"/>
                <a:gd name="T17" fmla="*/ 8 h 268"/>
                <a:gd name="T18" fmla="*/ 90 w 229"/>
                <a:gd name="T19" fmla="*/ 546 h 268"/>
                <a:gd name="T20" fmla="*/ 71 w 229"/>
                <a:gd name="T21" fmla="*/ 458 h 268"/>
                <a:gd name="T22" fmla="*/ 63 w 229"/>
                <a:gd name="T23" fmla="*/ 419 h 268"/>
                <a:gd name="T24" fmla="*/ 60 w 229"/>
                <a:gd name="T25" fmla="*/ 403 h 268"/>
                <a:gd name="T26" fmla="*/ 60 w 229"/>
                <a:gd name="T27" fmla="*/ 403 h 268"/>
                <a:gd name="T28" fmla="*/ 47 w 229"/>
                <a:gd name="T29" fmla="*/ 390 h 268"/>
                <a:gd name="T30" fmla="*/ 16 w 229"/>
                <a:gd name="T31" fmla="*/ 419 h 268"/>
                <a:gd name="T32" fmla="*/ 39 w 229"/>
                <a:gd name="T33" fmla="*/ 506 h 268"/>
                <a:gd name="T34" fmla="*/ 55 w 229"/>
                <a:gd name="T35" fmla="*/ 595 h 268"/>
                <a:gd name="T36" fmla="*/ 68 w 229"/>
                <a:gd name="T37" fmla="*/ 650 h 268"/>
                <a:gd name="T38" fmla="*/ 90 w 229"/>
                <a:gd name="T39" fmla="*/ 696 h 268"/>
                <a:gd name="T40" fmla="*/ 131 w 229"/>
                <a:gd name="T41" fmla="*/ 725 h 268"/>
                <a:gd name="T42" fmla="*/ 164 w 229"/>
                <a:gd name="T43" fmla="*/ 883 h 268"/>
                <a:gd name="T44" fmla="*/ 309 w 229"/>
                <a:gd name="T45" fmla="*/ 1053 h 268"/>
                <a:gd name="T46" fmla="*/ 467 w 229"/>
                <a:gd name="T47" fmla="*/ 1122 h 268"/>
                <a:gd name="T48" fmla="*/ 632 w 229"/>
                <a:gd name="T49" fmla="*/ 1053 h 268"/>
                <a:gd name="T50" fmla="*/ 778 w 229"/>
                <a:gd name="T51" fmla="*/ 883 h 268"/>
                <a:gd name="T52" fmla="*/ 812 w 229"/>
                <a:gd name="T53" fmla="*/ 725 h 268"/>
                <a:gd name="T54" fmla="*/ 854 w 229"/>
                <a:gd name="T55" fmla="*/ 696 h 268"/>
                <a:gd name="T56" fmla="*/ 875 w 229"/>
                <a:gd name="T57" fmla="*/ 650 h 268"/>
                <a:gd name="T58" fmla="*/ 891 w 229"/>
                <a:gd name="T59" fmla="*/ 595 h 268"/>
                <a:gd name="T60" fmla="*/ 909 w 229"/>
                <a:gd name="T61" fmla="*/ 506 h 268"/>
                <a:gd name="T62" fmla="*/ 925 w 229"/>
                <a:gd name="T63" fmla="*/ 419 h 268"/>
                <a:gd name="T64" fmla="*/ 917 w 229"/>
                <a:gd name="T65" fmla="*/ 390 h 268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229" h="268">
                  <a:moveTo>
                    <a:pt x="219" y="93"/>
                  </a:moveTo>
                  <a:cubicBezTo>
                    <a:pt x="218" y="93"/>
                    <a:pt x="218" y="93"/>
                    <a:pt x="217" y="92"/>
                  </a:cubicBezTo>
                  <a:cubicBezTo>
                    <a:pt x="216" y="92"/>
                    <a:pt x="216" y="92"/>
                    <a:pt x="215" y="93"/>
                  </a:cubicBezTo>
                  <a:cubicBezTo>
                    <a:pt x="208" y="115"/>
                    <a:pt x="208" y="115"/>
                    <a:pt x="208" y="115"/>
                  </a:cubicBezTo>
                  <a:cubicBezTo>
                    <a:pt x="206" y="121"/>
                    <a:pt x="206" y="121"/>
                    <a:pt x="206" y="121"/>
                  </a:cubicBezTo>
                  <a:cubicBezTo>
                    <a:pt x="205" y="127"/>
                    <a:pt x="201" y="134"/>
                    <a:pt x="201" y="134"/>
                  </a:cubicBezTo>
                  <a:cubicBezTo>
                    <a:pt x="201" y="133"/>
                    <a:pt x="201" y="133"/>
                    <a:pt x="201" y="133"/>
                  </a:cubicBezTo>
                  <a:cubicBezTo>
                    <a:pt x="199" y="137"/>
                    <a:pt x="199" y="137"/>
                    <a:pt x="199" y="137"/>
                  </a:cubicBezTo>
                  <a:cubicBezTo>
                    <a:pt x="196" y="138"/>
                    <a:pt x="229" y="0"/>
                    <a:pt x="106" y="2"/>
                  </a:cubicBezTo>
                  <a:cubicBezTo>
                    <a:pt x="0" y="3"/>
                    <a:pt x="23" y="135"/>
                    <a:pt x="22" y="130"/>
                  </a:cubicBezTo>
                  <a:cubicBezTo>
                    <a:pt x="20" y="123"/>
                    <a:pt x="17" y="109"/>
                    <a:pt x="17" y="109"/>
                  </a:cubicBezTo>
                  <a:cubicBezTo>
                    <a:pt x="17" y="109"/>
                    <a:pt x="16" y="104"/>
                    <a:pt x="15" y="100"/>
                  </a:cubicBezTo>
                  <a:cubicBezTo>
                    <a:pt x="14" y="99"/>
                    <a:pt x="14" y="97"/>
                    <a:pt x="14" y="96"/>
                  </a:cubicBezTo>
                  <a:cubicBezTo>
                    <a:pt x="14" y="96"/>
                    <a:pt x="14" y="96"/>
                    <a:pt x="14" y="96"/>
                  </a:cubicBezTo>
                  <a:cubicBezTo>
                    <a:pt x="13" y="95"/>
                    <a:pt x="11" y="93"/>
                    <a:pt x="11" y="93"/>
                  </a:cubicBezTo>
                  <a:cubicBezTo>
                    <a:pt x="8" y="91"/>
                    <a:pt x="4" y="95"/>
                    <a:pt x="4" y="100"/>
                  </a:cubicBezTo>
                  <a:cubicBezTo>
                    <a:pt x="4" y="106"/>
                    <a:pt x="9" y="117"/>
                    <a:pt x="9" y="121"/>
                  </a:cubicBezTo>
                  <a:cubicBezTo>
                    <a:pt x="9" y="125"/>
                    <a:pt x="10" y="135"/>
                    <a:pt x="13" y="142"/>
                  </a:cubicBezTo>
                  <a:cubicBezTo>
                    <a:pt x="15" y="148"/>
                    <a:pt x="14" y="151"/>
                    <a:pt x="16" y="155"/>
                  </a:cubicBezTo>
                  <a:cubicBezTo>
                    <a:pt x="19" y="159"/>
                    <a:pt x="20" y="163"/>
                    <a:pt x="22" y="166"/>
                  </a:cubicBezTo>
                  <a:cubicBezTo>
                    <a:pt x="24" y="169"/>
                    <a:pt x="29" y="173"/>
                    <a:pt x="31" y="173"/>
                  </a:cubicBezTo>
                  <a:cubicBezTo>
                    <a:pt x="32" y="182"/>
                    <a:pt x="34" y="203"/>
                    <a:pt x="39" y="211"/>
                  </a:cubicBezTo>
                  <a:cubicBezTo>
                    <a:pt x="43" y="219"/>
                    <a:pt x="61" y="242"/>
                    <a:pt x="74" y="251"/>
                  </a:cubicBezTo>
                  <a:cubicBezTo>
                    <a:pt x="85" y="258"/>
                    <a:pt x="92" y="267"/>
                    <a:pt x="112" y="268"/>
                  </a:cubicBezTo>
                  <a:cubicBezTo>
                    <a:pt x="133" y="267"/>
                    <a:pt x="140" y="258"/>
                    <a:pt x="151" y="251"/>
                  </a:cubicBezTo>
                  <a:cubicBezTo>
                    <a:pt x="163" y="242"/>
                    <a:pt x="182" y="221"/>
                    <a:pt x="186" y="211"/>
                  </a:cubicBezTo>
                  <a:cubicBezTo>
                    <a:pt x="190" y="201"/>
                    <a:pt x="194" y="182"/>
                    <a:pt x="194" y="173"/>
                  </a:cubicBezTo>
                  <a:cubicBezTo>
                    <a:pt x="197" y="173"/>
                    <a:pt x="202" y="169"/>
                    <a:pt x="204" y="166"/>
                  </a:cubicBezTo>
                  <a:cubicBezTo>
                    <a:pt x="206" y="163"/>
                    <a:pt x="207" y="159"/>
                    <a:pt x="209" y="155"/>
                  </a:cubicBezTo>
                  <a:cubicBezTo>
                    <a:pt x="212" y="151"/>
                    <a:pt x="211" y="148"/>
                    <a:pt x="213" y="142"/>
                  </a:cubicBezTo>
                  <a:cubicBezTo>
                    <a:pt x="215" y="135"/>
                    <a:pt x="217" y="125"/>
                    <a:pt x="217" y="121"/>
                  </a:cubicBezTo>
                  <a:cubicBezTo>
                    <a:pt x="217" y="117"/>
                    <a:pt x="221" y="106"/>
                    <a:pt x="221" y="100"/>
                  </a:cubicBezTo>
                  <a:cubicBezTo>
                    <a:pt x="221" y="97"/>
                    <a:pt x="220" y="94"/>
                    <a:pt x="219" y="93"/>
                  </a:cubicBezTo>
                </a:path>
              </a:pathLst>
            </a:custGeom>
            <a:solidFill>
              <a:srgbClr val="75332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517" name="Freeform 4">
              <a:extLst>
                <a:ext uri="{FF2B5EF4-FFF2-40B4-BE49-F238E27FC236}">
                  <a16:creationId xmlns:a16="http://schemas.microsoft.com/office/drawing/2014/main" id="{1CA73E80-2704-4C5E-970E-A1E3E26FD6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9" y="873"/>
              <a:ext cx="95" cy="87"/>
            </a:xfrm>
            <a:custGeom>
              <a:avLst/>
              <a:gdLst>
                <a:gd name="T0" fmla="*/ 26 w 59"/>
                <a:gd name="T1" fmla="*/ 63 h 54"/>
                <a:gd name="T2" fmla="*/ 230 w 59"/>
                <a:gd name="T3" fmla="*/ 76 h 54"/>
                <a:gd name="T4" fmla="*/ 196 w 59"/>
                <a:gd name="T5" fmla="*/ 226 h 54"/>
                <a:gd name="T6" fmla="*/ 196 w 59"/>
                <a:gd name="T7" fmla="*/ 143 h 54"/>
                <a:gd name="T8" fmla="*/ 135 w 59"/>
                <a:gd name="T9" fmla="*/ 156 h 54"/>
                <a:gd name="T10" fmla="*/ 0 w 59"/>
                <a:gd name="T11" fmla="*/ 90 h 5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9" h="54">
                  <a:moveTo>
                    <a:pt x="6" y="15"/>
                  </a:moveTo>
                  <a:cubicBezTo>
                    <a:pt x="19" y="7"/>
                    <a:pt x="48" y="0"/>
                    <a:pt x="55" y="18"/>
                  </a:cubicBezTo>
                  <a:cubicBezTo>
                    <a:pt x="59" y="28"/>
                    <a:pt x="57" y="48"/>
                    <a:pt x="47" y="54"/>
                  </a:cubicBezTo>
                  <a:cubicBezTo>
                    <a:pt x="47" y="49"/>
                    <a:pt x="52" y="37"/>
                    <a:pt x="47" y="34"/>
                  </a:cubicBezTo>
                  <a:cubicBezTo>
                    <a:pt x="45" y="32"/>
                    <a:pt x="35" y="37"/>
                    <a:pt x="32" y="37"/>
                  </a:cubicBezTo>
                  <a:cubicBezTo>
                    <a:pt x="21" y="36"/>
                    <a:pt x="9" y="28"/>
                    <a:pt x="0" y="22"/>
                  </a:cubicBezTo>
                </a:path>
              </a:pathLst>
            </a:custGeom>
            <a:solidFill>
              <a:srgbClr val="6B2D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518" name="Freeform 5">
              <a:extLst>
                <a:ext uri="{FF2B5EF4-FFF2-40B4-BE49-F238E27FC236}">
                  <a16:creationId xmlns:a16="http://schemas.microsoft.com/office/drawing/2014/main" id="{90B378BC-C727-46C2-963A-02264831B4C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5" y="1060"/>
              <a:ext cx="1318" cy="3018"/>
            </a:xfrm>
            <a:custGeom>
              <a:avLst/>
              <a:gdLst>
                <a:gd name="T0" fmla="*/ 3285 w 819"/>
                <a:gd name="T1" fmla="*/ 3584 h 1876"/>
                <a:gd name="T2" fmla="*/ 3087 w 819"/>
                <a:gd name="T3" fmla="*/ 3113 h 1876"/>
                <a:gd name="T4" fmla="*/ 2976 w 819"/>
                <a:gd name="T5" fmla="*/ 1914 h 1876"/>
                <a:gd name="T6" fmla="*/ 2622 w 819"/>
                <a:gd name="T7" fmla="*/ 541 h 1876"/>
                <a:gd name="T8" fmla="*/ 2010 w 819"/>
                <a:gd name="T9" fmla="*/ 0 h 1876"/>
                <a:gd name="T10" fmla="*/ 1547 w 819"/>
                <a:gd name="T11" fmla="*/ 162 h 1876"/>
                <a:gd name="T12" fmla="*/ 986 w 819"/>
                <a:gd name="T13" fmla="*/ 479 h 1876"/>
                <a:gd name="T14" fmla="*/ 507 w 819"/>
                <a:gd name="T15" fmla="*/ 1306 h 1876"/>
                <a:gd name="T16" fmla="*/ 341 w 819"/>
                <a:gd name="T17" fmla="*/ 2899 h 1876"/>
                <a:gd name="T18" fmla="*/ 293 w 819"/>
                <a:gd name="T19" fmla="*/ 3367 h 1876"/>
                <a:gd name="T20" fmla="*/ 29 w 819"/>
                <a:gd name="T21" fmla="*/ 3851 h 1876"/>
                <a:gd name="T22" fmla="*/ 212 w 819"/>
                <a:gd name="T23" fmla="*/ 3729 h 1876"/>
                <a:gd name="T24" fmla="*/ 294 w 819"/>
                <a:gd name="T25" fmla="*/ 4157 h 1876"/>
                <a:gd name="T26" fmla="*/ 451 w 819"/>
                <a:gd name="T27" fmla="*/ 4171 h 1876"/>
                <a:gd name="T28" fmla="*/ 549 w 819"/>
                <a:gd name="T29" fmla="*/ 4133 h 1876"/>
                <a:gd name="T30" fmla="*/ 658 w 819"/>
                <a:gd name="T31" fmla="*/ 3734 h 1876"/>
                <a:gd name="T32" fmla="*/ 621 w 819"/>
                <a:gd name="T33" fmla="*/ 3185 h 1876"/>
                <a:gd name="T34" fmla="*/ 883 w 819"/>
                <a:gd name="T35" fmla="*/ 1819 h 1876"/>
                <a:gd name="T36" fmla="*/ 901 w 819"/>
                <a:gd name="T37" fmla="*/ 1644 h 1876"/>
                <a:gd name="T38" fmla="*/ 1004 w 819"/>
                <a:gd name="T39" fmla="*/ 2743 h 1876"/>
                <a:gd name="T40" fmla="*/ 1017 w 819"/>
                <a:gd name="T41" fmla="*/ 5029 h 1876"/>
                <a:gd name="T42" fmla="*/ 1083 w 819"/>
                <a:gd name="T43" fmla="*/ 6198 h 1876"/>
                <a:gd name="T44" fmla="*/ 1295 w 819"/>
                <a:gd name="T45" fmla="*/ 7283 h 1876"/>
                <a:gd name="T46" fmla="*/ 1054 w 819"/>
                <a:gd name="T47" fmla="*/ 7606 h 1876"/>
                <a:gd name="T48" fmla="*/ 1046 w 819"/>
                <a:gd name="T49" fmla="*/ 7690 h 1876"/>
                <a:gd name="T50" fmla="*/ 1114 w 819"/>
                <a:gd name="T51" fmla="*/ 7730 h 1876"/>
                <a:gd name="T52" fmla="*/ 1342 w 819"/>
                <a:gd name="T53" fmla="*/ 7762 h 1876"/>
                <a:gd name="T54" fmla="*/ 1593 w 819"/>
                <a:gd name="T55" fmla="*/ 7661 h 1876"/>
                <a:gd name="T56" fmla="*/ 1606 w 819"/>
                <a:gd name="T57" fmla="*/ 7215 h 1876"/>
                <a:gd name="T58" fmla="*/ 1627 w 819"/>
                <a:gd name="T59" fmla="*/ 6046 h 1876"/>
                <a:gd name="T60" fmla="*/ 1658 w 819"/>
                <a:gd name="T61" fmla="*/ 4516 h 1876"/>
                <a:gd name="T62" fmla="*/ 1756 w 819"/>
                <a:gd name="T63" fmla="*/ 4516 h 1876"/>
                <a:gd name="T64" fmla="*/ 1785 w 819"/>
                <a:gd name="T65" fmla="*/ 6046 h 1876"/>
                <a:gd name="T66" fmla="*/ 1807 w 819"/>
                <a:gd name="T67" fmla="*/ 7215 h 1876"/>
                <a:gd name="T68" fmla="*/ 1820 w 819"/>
                <a:gd name="T69" fmla="*/ 7661 h 1876"/>
                <a:gd name="T70" fmla="*/ 2071 w 819"/>
                <a:gd name="T71" fmla="*/ 7762 h 1876"/>
                <a:gd name="T72" fmla="*/ 2300 w 819"/>
                <a:gd name="T73" fmla="*/ 7730 h 1876"/>
                <a:gd name="T74" fmla="*/ 2367 w 819"/>
                <a:gd name="T75" fmla="*/ 7690 h 1876"/>
                <a:gd name="T76" fmla="*/ 2359 w 819"/>
                <a:gd name="T77" fmla="*/ 7606 h 1876"/>
                <a:gd name="T78" fmla="*/ 2118 w 819"/>
                <a:gd name="T79" fmla="*/ 7283 h 1876"/>
                <a:gd name="T80" fmla="*/ 2330 w 819"/>
                <a:gd name="T81" fmla="*/ 6198 h 1876"/>
                <a:gd name="T82" fmla="*/ 2396 w 819"/>
                <a:gd name="T83" fmla="*/ 5029 h 1876"/>
                <a:gd name="T84" fmla="*/ 2512 w 819"/>
                <a:gd name="T85" fmla="*/ 3248 h 1876"/>
                <a:gd name="T86" fmla="*/ 2491 w 819"/>
                <a:gd name="T87" fmla="*/ 1879 h 1876"/>
                <a:gd name="T88" fmla="*/ 2522 w 819"/>
                <a:gd name="T89" fmla="*/ 1731 h 1876"/>
                <a:gd name="T90" fmla="*/ 2593 w 819"/>
                <a:gd name="T91" fmla="*/ 2606 h 1876"/>
                <a:gd name="T92" fmla="*/ 2797 w 819"/>
                <a:gd name="T93" fmla="*/ 3419 h 1876"/>
                <a:gd name="T94" fmla="*/ 2813 w 819"/>
                <a:gd name="T95" fmla="*/ 4009 h 1876"/>
                <a:gd name="T96" fmla="*/ 2934 w 819"/>
                <a:gd name="T97" fmla="*/ 4197 h 1876"/>
                <a:gd name="T98" fmla="*/ 3043 w 819"/>
                <a:gd name="T99" fmla="*/ 4188 h 1876"/>
                <a:gd name="T100" fmla="*/ 3167 w 819"/>
                <a:gd name="T101" fmla="*/ 3869 h 1876"/>
                <a:gd name="T102" fmla="*/ 3363 w 819"/>
                <a:gd name="T103" fmla="*/ 3925 h 187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0" t="0" r="r" b="b"/>
              <a:pathLst>
                <a:path w="819" h="1876">
                  <a:moveTo>
                    <a:pt x="812" y="925"/>
                  </a:moveTo>
                  <a:cubicBezTo>
                    <a:pt x="809" y="915"/>
                    <a:pt x="808" y="903"/>
                    <a:pt x="804" y="899"/>
                  </a:cubicBezTo>
                  <a:cubicBezTo>
                    <a:pt x="801" y="894"/>
                    <a:pt x="795" y="869"/>
                    <a:pt x="788" y="861"/>
                  </a:cubicBezTo>
                  <a:cubicBezTo>
                    <a:pt x="782" y="852"/>
                    <a:pt x="756" y="815"/>
                    <a:pt x="750" y="809"/>
                  </a:cubicBezTo>
                  <a:cubicBezTo>
                    <a:pt x="748" y="805"/>
                    <a:pt x="750" y="791"/>
                    <a:pt x="747" y="780"/>
                  </a:cubicBezTo>
                  <a:cubicBezTo>
                    <a:pt x="743" y="770"/>
                    <a:pt x="744" y="760"/>
                    <a:pt x="741" y="748"/>
                  </a:cubicBezTo>
                  <a:cubicBezTo>
                    <a:pt x="739" y="736"/>
                    <a:pt x="738" y="712"/>
                    <a:pt x="738" y="696"/>
                  </a:cubicBezTo>
                  <a:cubicBezTo>
                    <a:pt x="737" y="669"/>
                    <a:pt x="737" y="560"/>
                    <a:pt x="720" y="521"/>
                  </a:cubicBezTo>
                  <a:cubicBezTo>
                    <a:pt x="717" y="508"/>
                    <a:pt x="714" y="488"/>
                    <a:pt x="714" y="460"/>
                  </a:cubicBezTo>
                  <a:cubicBezTo>
                    <a:pt x="713" y="382"/>
                    <a:pt x="695" y="338"/>
                    <a:pt x="697" y="314"/>
                  </a:cubicBezTo>
                  <a:cubicBezTo>
                    <a:pt x="702" y="279"/>
                    <a:pt x="694" y="242"/>
                    <a:pt x="688" y="212"/>
                  </a:cubicBezTo>
                  <a:cubicBezTo>
                    <a:pt x="673" y="149"/>
                    <a:pt x="643" y="133"/>
                    <a:pt x="629" y="130"/>
                  </a:cubicBezTo>
                  <a:cubicBezTo>
                    <a:pt x="614" y="126"/>
                    <a:pt x="592" y="125"/>
                    <a:pt x="582" y="115"/>
                  </a:cubicBezTo>
                  <a:cubicBezTo>
                    <a:pt x="576" y="109"/>
                    <a:pt x="527" y="87"/>
                    <a:pt x="512" y="85"/>
                  </a:cubicBezTo>
                  <a:cubicBezTo>
                    <a:pt x="476" y="78"/>
                    <a:pt x="482" y="12"/>
                    <a:pt x="482" y="0"/>
                  </a:cubicBezTo>
                  <a:cubicBezTo>
                    <a:pt x="478" y="10"/>
                    <a:pt x="460" y="30"/>
                    <a:pt x="448" y="39"/>
                  </a:cubicBezTo>
                  <a:cubicBezTo>
                    <a:pt x="437" y="47"/>
                    <a:pt x="430" y="55"/>
                    <a:pt x="409" y="56"/>
                  </a:cubicBezTo>
                  <a:cubicBezTo>
                    <a:pt x="389" y="55"/>
                    <a:pt x="382" y="47"/>
                    <a:pt x="371" y="39"/>
                  </a:cubicBezTo>
                  <a:cubicBezTo>
                    <a:pt x="359" y="31"/>
                    <a:pt x="343" y="11"/>
                    <a:pt x="337" y="1"/>
                  </a:cubicBezTo>
                  <a:cubicBezTo>
                    <a:pt x="337" y="17"/>
                    <a:pt x="342" y="78"/>
                    <a:pt x="307" y="85"/>
                  </a:cubicBezTo>
                  <a:cubicBezTo>
                    <a:pt x="292" y="87"/>
                    <a:pt x="244" y="109"/>
                    <a:pt x="237" y="115"/>
                  </a:cubicBezTo>
                  <a:cubicBezTo>
                    <a:pt x="227" y="125"/>
                    <a:pt x="205" y="126"/>
                    <a:pt x="191" y="130"/>
                  </a:cubicBezTo>
                  <a:cubicBezTo>
                    <a:pt x="176" y="133"/>
                    <a:pt x="146" y="149"/>
                    <a:pt x="132" y="212"/>
                  </a:cubicBezTo>
                  <a:cubicBezTo>
                    <a:pt x="125" y="242"/>
                    <a:pt x="118" y="279"/>
                    <a:pt x="122" y="314"/>
                  </a:cubicBezTo>
                  <a:cubicBezTo>
                    <a:pt x="124" y="338"/>
                    <a:pt x="106" y="382"/>
                    <a:pt x="105" y="460"/>
                  </a:cubicBezTo>
                  <a:cubicBezTo>
                    <a:pt x="105" y="488"/>
                    <a:pt x="102" y="508"/>
                    <a:pt x="99" y="521"/>
                  </a:cubicBezTo>
                  <a:cubicBezTo>
                    <a:pt x="83" y="560"/>
                    <a:pt x="83" y="669"/>
                    <a:pt x="82" y="696"/>
                  </a:cubicBezTo>
                  <a:cubicBezTo>
                    <a:pt x="81" y="712"/>
                    <a:pt x="81" y="736"/>
                    <a:pt x="78" y="748"/>
                  </a:cubicBezTo>
                  <a:cubicBezTo>
                    <a:pt x="75" y="760"/>
                    <a:pt x="77" y="770"/>
                    <a:pt x="74" y="780"/>
                  </a:cubicBezTo>
                  <a:cubicBezTo>
                    <a:pt x="71" y="791"/>
                    <a:pt x="73" y="805"/>
                    <a:pt x="70" y="809"/>
                  </a:cubicBezTo>
                  <a:cubicBezTo>
                    <a:pt x="64" y="815"/>
                    <a:pt x="39" y="852"/>
                    <a:pt x="32" y="861"/>
                  </a:cubicBezTo>
                  <a:cubicBezTo>
                    <a:pt x="26" y="869"/>
                    <a:pt x="19" y="894"/>
                    <a:pt x="15" y="899"/>
                  </a:cubicBezTo>
                  <a:cubicBezTo>
                    <a:pt x="12" y="903"/>
                    <a:pt x="11" y="915"/>
                    <a:pt x="7" y="925"/>
                  </a:cubicBezTo>
                  <a:cubicBezTo>
                    <a:pt x="3" y="935"/>
                    <a:pt x="0" y="943"/>
                    <a:pt x="13" y="943"/>
                  </a:cubicBezTo>
                  <a:cubicBezTo>
                    <a:pt x="22" y="942"/>
                    <a:pt x="34" y="925"/>
                    <a:pt x="35" y="913"/>
                  </a:cubicBezTo>
                  <a:cubicBezTo>
                    <a:pt x="39" y="912"/>
                    <a:pt x="45" y="904"/>
                    <a:pt x="51" y="896"/>
                  </a:cubicBezTo>
                  <a:cubicBezTo>
                    <a:pt x="49" y="902"/>
                    <a:pt x="54" y="909"/>
                    <a:pt x="59" y="929"/>
                  </a:cubicBezTo>
                  <a:cubicBezTo>
                    <a:pt x="59" y="935"/>
                    <a:pt x="65" y="952"/>
                    <a:pt x="64" y="960"/>
                  </a:cubicBezTo>
                  <a:cubicBezTo>
                    <a:pt x="64" y="968"/>
                    <a:pt x="69" y="988"/>
                    <a:pt x="71" y="998"/>
                  </a:cubicBezTo>
                  <a:cubicBezTo>
                    <a:pt x="73" y="1009"/>
                    <a:pt x="83" y="1009"/>
                    <a:pt x="89" y="1006"/>
                  </a:cubicBezTo>
                  <a:cubicBezTo>
                    <a:pt x="89" y="1006"/>
                    <a:pt x="89" y="1015"/>
                    <a:pt x="98" y="1017"/>
                  </a:cubicBezTo>
                  <a:cubicBezTo>
                    <a:pt x="107" y="1018"/>
                    <a:pt x="108" y="1002"/>
                    <a:pt x="108" y="1002"/>
                  </a:cubicBezTo>
                  <a:cubicBezTo>
                    <a:pt x="108" y="1002"/>
                    <a:pt x="108" y="1008"/>
                    <a:pt x="115" y="1008"/>
                  </a:cubicBezTo>
                  <a:cubicBezTo>
                    <a:pt x="125" y="1009"/>
                    <a:pt x="127" y="989"/>
                    <a:pt x="127" y="989"/>
                  </a:cubicBezTo>
                  <a:cubicBezTo>
                    <a:pt x="127" y="991"/>
                    <a:pt x="127" y="993"/>
                    <a:pt x="132" y="993"/>
                  </a:cubicBezTo>
                  <a:cubicBezTo>
                    <a:pt x="138" y="992"/>
                    <a:pt x="142" y="971"/>
                    <a:pt x="144" y="963"/>
                  </a:cubicBezTo>
                  <a:cubicBezTo>
                    <a:pt x="146" y="954"/>
                    <a:pt x="150" y="946"/>
                    <a:pt x="151" y="939"/>
                  </a:cubicBezTo>
                  <a:cubicBezTo>
                    <a:pt x="151" y="933"/>
                    <a:pt x="152" y="929"/>
                    <a:pt x="158" y="897"/>
                  </a:cubicBezTo>
                  <a:cubicBezTo>
                    <a:pt x="164" y="865"/>
                    <a:pt x="145" y="832"/>
                    <a:pt x="148" y="821"/>
                  </a:cubicBezTo>
                  <a:cubicBezTo>
                    <a:pt x="151" y="811"/>
                    <a:pt x="141" y="794"/>
                    <a:pt x="142" y="791"/>
                  </a:cubicBezTo>
                  <a:cubicBezTo>
                    <a:pt x="144" y="789"/>
                    <a:pt x="147" y="776"/>
                    <a:pt x="149" y="765"/>
                  </a:cubicBezTo>
                  <a:cubicBezTo>
                    <a:pt x="151" y="753"/>
                    <a:pt x="193" y="650"/>
                    <a:pt x="197" y="626"/>
                  </a:cubicBezTo>
                  <a:cubicBezTo>
                    <a:pt x="206" y="582"/>
                    <a:pt x="205" y="562"/>
                    <a:pt x="201" y="532"/>
                  </a:cubicBezTo>
                  <a:cubicBezTo>
                    <a:pt x="201" y="509"/>
                    <a:pt x="210" y="448"/>
                    <a:pt x="212" y="437"/>
                  </a:cubicBezTo>
                  <a:cubicBezTo>
                    <a:pt x="213" y="435"/>
                    <a:pt x="213" y="423"/>
                    <a:pt x="214" y="416"/>
                  </a:cubicBezTo>
                  <a:cubicBezTo>
                    <a:pt x="215" y="412"/>
                    <a:pt x="215" y="404"/>
                    <a:pt x="216" y="394"/>
                  </a:cubicBezTo>
                  <a:cubicBezTo>
                    <a:pt x="216" y="395"/>
                    <a:pt x="216" y="395"/>
                    <a:pt x="216" y="395"/>
                  </a:cubicBezTo>
                  <a:cubicBezTo>
                    <a:pt x="216" y="406"/>
                    <a:pt x="219" y="424"/>
                    <a:pt x="221" y="451"/>
                  </a:cubicBezTo>
                  <a:cubicBezTo>
                    <a:pt x="220" y="474"/>
                    <a:pt x="231" y="516"/>
                    <a:pt x="232" y="537"/>
                  </a:cubicBezTo>
                  <a:cubicBezTo>
                    <a:pt x="230" y="544"/>
                    <a:pt x="241" y="659"/>
                    <a:pt x="241" y="659"/>
                  </a:cubicBezTo>
                  <a:cubicBezTo>
                    <a:pt x="236" y="666"/>
                    <a:pt x="217" y="753"/>
                    <a:pt x="216" y="780"/>
                  </a:cubicBezTo>
                  <a:cubicBezTo>
                    <a:pt x="214" y="793"/>
                    <a:pt x="219" y="811"/>
                    <a:pt x="218" y="841"/>
                  </a:cubicBezTo>
                  <a:cubicBezTo>
                    <a:pt x="216" y="877"/>
                    <a:pt x="184" y="1023"/>
                    <a:pt x="244" y="1208"/>
                  </a:cubicBezTo>
                  <a:cubicBezTo>
                    <a:pt x="247" y="1218"/>
                    <a:pt x="247" y="1255"/>
                    <a:pt x="251" y="1275"/>
                  </a:cubicBezTo>
                  <a:cubicBezTo>
                    <a:pt x="252" y="1280"/>
                    <a:pt x="262" y="1304"/>
                    <a:pt x="263" y="1335"/>
                  </a:cubicBezTo>
                  <a:cubicBezTo>
                    <a:pt x="264" y="1386"/>
                    <a:pt x="259" y="1453"/>
                    <a:pt x="260" y="1489"/>
                  </a:cubicBezTo>
                  <a:cubicBezTo>
                    <a:pt x="263" y="1549"/>
                    <a:pt x="288" y="1604"/>
                    <a:pt x="297" y="1642"/>
                  </a:cubicBezTo>
                  <a:cubicBezTo>
                    <a:pt x="307" y="1681"/>
                    <a:pt x="311" y="1711"/>
                    <a:pt x="309" y="1719"/>
                  </a:cubicBezTo>
                  <a:cubicBezTo>
                    <a:pt x="307" y="1725"/>
                    <a:pt x="305" y="1738"/>
                    <a:pt x="311" y="1749"/>
                  </a:cubicBezTo>
                  <a:cubicBezTo>
                    <a:pt x="311" y="1750"/>
                    <a:pt x="294" y="1788"/>
                    <a:pt x="284" y="1795"/>
                  </a:cubicBezTo>
                  <a:cubicBezTo>
                    <a:pt x="275" y="1802"/>
                    <a:pt x="273" y="1808"/>
                    <a:pt x="266" y="1812"/>
                  </a:cubicBezTo>
                  <a:cubicBezTo>
                    <a:pt x="259" y="1815"/>
                    <a:pt x="255" y="1819"/>
                    <a:pt x="253" y="1827"/>
                  </a:cubicBezTo>
                  <a:cubicBezTo>
                    <a:pt x="250" y="1833"/>
                    <a:pt x="243" y="1841"/>
                    <a:pt x="248" y="1846"/>
                  </a:cubicBezTo>
                  <a:cubicBezTo>
                    <a:pt x="249" y="1846"/>
                    <a:pt x="250" y="1847"/>
                    <a:pt x="251" y="1847"/>
                  </a:cubicBezTo>
                  <a:cubicBezTo>
                    <a:pt x="251" y="1847"/>
                    <a:pt x="251" y="1847"/>
                    <a:pt x="251" y="1847"/>
                  </a:cubicBezTo>
                  <a:cubicBezTo>
                    <a:pt x="251" y="1849"/>
                    <a:pt x="251" y="1851"/>
                    <a:pt x="252" y="1853"/>
                  </a:cubicBezTo>
                  <a:cubicBezTo>
                    <a:pt x="255" y="1858"/>
                    <a:pt x="260" y="1859"/>
                    <a:pt x="266" y="1858"/>
                  </a:cubicBezTo>
                  <a:cubicBezTo>
                    <a:pt x="267" y="1857"/>
                    <a:pt x="267" y="1857"/>
                    <a:pt x="267" y="1857"/>
                  </a:cubicBezTo>
                  <a:cubicBezTo>
                    <a:pt x="267" y="1859"/>
                    <a:pt x="268" y="1861"/>
                    <a:pt x="269" y="1863"/>
                  </a:cubicBezTo>
                  <a:cubicBezTo>
                    <a:pt x="274" y="1869"/>
                    <a:pt x="288" y="1872"/>
                    <a:pt x="294" y="1866"/>
                  </a:cubicBezTo>
                  <a:cubicBezTo>
                    <a:pt x="301" y="1871"/>
                    <a:pt x="316" y="1871"/>
                    <a:pt x="322" y="1864"/>
                  </a:cubicBezTo>
                  <a:cubicBezTo>
                    <a:pt x="326" y="1876"/>
                    <a:pt x="343" y="1874"/>
                    <a:pt x="353" y="1872"/>
                  </a:cubicBezTo>
                  <a:cubicBezTo>
                    <a:pt x="364" y="1870"/>
                    <a:pt x="368" y="1864"/>
                    <a:pt x="374" y="1859"/>
                  </a:cubicBezTo>
                  <a:cubicBezTo>
                    <a:pt x="380" y="1855"/>
                    <a:pt x="384" y="1851"/>
                    <a:pt x="382" y="1840"/>
                  </a:cubicBezTo>
                  <a:cubicBezTo>
                    <a:pt x="381" y="1829"/>
                    <a:pt x="382" y="1829"/>
                    <a:pt x="383" y="1816"/>
                  </a:cubicBezTo>
                  <a:cubicBezTo>
                    <a:pt x="384" y="1808"/>
                    <a:pt x="391" y="1806"/>
                    <a:pt x="392" y="1793"/>
                  </a:cubicBezTo>
                  <a:cubicBezTo>
                    <a:pt x="393" y="1783"/>
                    <a:pt x="384" y="1739"/>
                    <a:pt x="385" y="1733"/>
                  </a:cubicBezTo>
                  <a:cubicBezTo>
                    <a:pt x="387" y="1720"/>
                    <a:pt x="378" y="1709"/>
                    <a:pt x="375" y="1687"/>
                  </a:cubicBezTo>
                  <a:cubicBezTo>
                    <a:pt x="372" y="1664"/>
                    <a:pt x="380" y="1588"/>
                    <a:pt x="380" y="1574"/>
                  </a:cubicBezTo>
                  <a:cubicBezTo>
                    <a:pt x="380" y="1549"/>
                    <a:pt x="394" y="1505"/>
                    <a:pt x="390" y="1452"/>
                  </a:cubicBezTo>
                  <a:cubicBezTo>
                    <a:pt x="388" y="1421"/>
                    <a:pt x="373" y="1327"/>
                    <a:pt x="373" y="1305"/>
                  </a:cubicBezTo>
                  <a:cubicBezTo>
                    <a:pt x="373" y="1301"/>
                    <a:pt x="372" y="1278"/>
                    <a:pt x="374" y="1274"/>
                  </a:cubicBezTo>
                  <a:cubicBezTo>
                    <a:pt x="378" y="1260"/>
                    <a:pt x="398" y="1087"/>
                    <a:pt x="398" y="1085"/>
                  </a:cubicBezTo>
                  <a:cubicBezTo>
                    <a:pt x="400" y="1064"/>
                    <a:pt x="409" y="929"/>
                    <a:pt x="409" y="929"/>
                  </a:cubicBezTo>
                  <a:cubicBezTo>
                    <a:pt x="410" y="929"/>
                    <a:pt x="410" y="929"/>
                    <a:pt x="410" y="929"/>
                  </a:cubicBezTo>
                  <a:cubicBezTo>
                    <a:pt x="410" y="929"/>
                    <a:pt x="419" y="1064"/>
                    <a:pt x="421" y="1085"/>
                  </a:cubicBezTo>
                  <a:cubicBezTo>
                    <a:pt x="421" y="1087"/>
                    <a:pt x="441" y="1260"/>
                    <a:pt x="445" y="1274"/>
                  </a:cubicBezTo>
                  <a:cubicBezTo>
                    <a:pt x="447" y="1278"/>
                    <a:pt x="446" y="1301"/>
                    <a:pt x="446" y="1305"/>
                  </a:cubicBezTo>
                  <a:cubicBezTo>
                    <a:pt x="446" y="1327"/>
                    <a:pt x="431" y="1421"/>
                    <a:pt x="428" y="1452"/>
                  </a:cubicBezTo>
                  <a:cubicBezTo>
                    <a:pt x="425" y="1505"/>
                    <a:pt x="439" y="1549"/>
                    <a:pt x="439" y="1574"/>
                  </a:cubicBezTo>
                  <a:cubicBezTo>
                    <a:pt x="439" y="1588"/>
                    <a:pt x="447" y="1664"/>
                    <a:pt x="444" y="1687"/>
                  </a:cubicBezTo>
                  <a:cubicBezTo>
                    <a:pt x="441" y="1709"/>
                    <a:pt x="432" y="1720"/>
                    <a:pt x="434" y="1733"/>
                  </a:cubicBezTo>
                  <a:cubicBezTo>
                    <a:pt x="434" y="1739"/>
                    <a:pt x="426" y="1783"/>
                    <a:pt x="427" y="1793"/>
                  </a:cubicBezTo>
                  <a:cubicBezTo>
                    <a:pt x="428" y="1806"/>
                    <a:pt x="435" y="1808"/>
                    <a:pt x="436" y="1816"/>
                  </a:cubicBezTo>
                  <a:cubicBezTo>
                    <a:pt x="437" y="1829"/>
                    <a:pt x="438" y="1829"/>
                    <a:pt x="437" y="1840"/>
                  </a:cubicBezTo>
                  <a:cubicBezTo>
                    <a:pt x="435" y="1851"/>
                    <a:pt x="439" y="1855"/>
                    <a:pt x="445" y="1859"/>
                  </a:cubicBezTo>
                  <a:cubicBezTo>
                    <a:pt x="451" y="1864"/>
                    <a:pt x="455" y="1870"/>
                    <a:pt x="466" y="1872"/>
                  </a:cubicBezTo>
                  <a:cubicBezTo>
                    <a:pt x="476" y="1874"/>
                    <a:pt x="493" y="1876"/>
                    <a:pt x="497" y="1864"/>
                  </a:cubicBezTo>
                  <a:cubicBezTo>
                    <a:pt x="503" y="1871"/>
                    <a:pt x="518" y="1871"/>
                    <a:pt x="525" y="1866"/>
                  </a:cubicBezTo>
                  <a:cubicBezTo>
                    <a:pt x="531" y="1872"/>
                    <a:pt x="545" y="1869"/>
                    <a:pt x="550" y="1863"/>
                  </a:cubicBezTo>
                  <a:cubicBezTo>
                    <a:pt x="551" y="1861"/>
                    <a:pt x="552" y="1859"/>
                    <a:pt x="552" y="1857"/>
                  </a:cubicBezTo>
                  <a:cubicBezTo>
                    <a:pt x="553" y="1858"/>
                    <a:pt x="553" y="1858"/>
                    <a:pt x="553" y="1858"/>
                  </a:cubicBezTo>
                  <a:cubicBezTo>
                    <a:pt x="559" y="1859"/>
                    <a:pt x="566" y="1857"/>
                    <a:pt x="567" y="1853"/>
                  </a:cubicBezTo>
                  <a:cubicBezTo>
                    <a:pt x="568" y="1851"/>
                    <a:pt x="568" y="1849"/>
                    <a:pt x="568" y="1847"/>
                  </a:cubicBezTo>
                  <a:cubicBezTo>
                    <a:pt x="568" y="1847"/>
                    <a:pt x="568" y="1847"/>
                    <a:pt x="568" y="1847"/>
                  </a:cubicBezTo>
                  <a:cubicBezTo>
                    <a:pt x="569" y="1847"/>
                    <a:pt x="570" y="1846"/>
                    <a:pt x="571" y="1846"/>
                  </a:cubicBezTo>
                  <a:cubicBezTo>
                    <a:pt x="576" y="1841"/>
                    <a:pt x="569" y="1833"/>
                    <a:pt x="566" y="1827"/>
                  </a:cubicBezTo>
                  <a:cubicBezTo>
                    <a:pt x="564" y="1819"/>
                    <a:pt x="560" y="1815"/>
                    <a:pt x="553" y="1812"/>
                  </a:cubicBezTo>
                  <a:cubicBezTo>
                    <a:pt x="546" y="1808"/>
                    <a:pt x="543" y="1802"/>
                    <a:pt x="535" y="1795"/>
                  </a:cubicBezTo>
                  <a:cubicBezTo>
                    <a:pt x="525" y="1788"/>
                    <a:pt x="508" y="1750"/>
                    <a:pt x="508" y="1749"/>
                  </a:cubicBezTo>
                  <a:cubicBezTo>
                    <a:pt x="514" y="1738"/>
                    <a:pt x="512" y="1725"/>
                    <a:pt x="510" y="1719"/>
                  </a:cubicBezTo>
                  <a:cubicBezTo>
                    <a:pt x="508" y="1711"/>
                    <a:pt x="512" y="1681"/>
                    <a:pt x="522" y="1642"/>
                  </a:cubicBezTo>
                  <a:cubicBezTo>
                    <a:pt x="531" y="1604"/>
                    <a:pt x="556" y="1549"/>
                    <a:pt x="559" y="1489"/>
                  </a:cubicBezTo>
                  <a:cubicBezTo>
                    <a:pt x="560" y="1453"/>
                    <a:pt x="555" y="1386"/>
                    <a:pt x="556" y="1335"/>
                  </a:cubicBezTo>
                  <a:cubicBezTo>
                    <a:pt x="557" y="1304"/>
                    <a:pt x="567" y="1280"/>
                    <a:pt x="568" y="1275"/>
                  </a:cubicBezTo>
                  <a:cubicBezTo>
                    <a:pt x="572" y="1255"/>
                    <a:pt x="572" y="1218"/>
                    <a:pt x="575" y="1208"/>
                  </a:cubicBezTo>
                  <a:cubicBezTo>
                    <a:pt x="635" y="1023"/>
                    <a:pt x="603" y="877"/>
                    <a:pt x="601" y="841"/>
                  </a:cubicBezTo>
                  <a:cubicBezTo>
                    <a:pt x="602" y="841"/>
                    <a:pt x="602" y="841"/>
                    <a:pt x="602" y="841"/>
                  </a:cubicBezTo>
                  <a:cubicBezTo>
                    <a:pt x="600" y="811"/>
                    <a:pt x="605" y="793"/>
                    <a:pt x="603" y="780"/>
                  </a:cubicBezTo>
                  <a:cubicBezTo>
                    <a:pt x="602" y="753"/>
                    <a:pt x="583" y="666"/>
                    <a:pt x="579" y="659"/>
                  </a:cubicBezTo>
                  <a:cubicBezTo>
                    <a:pt x="579" y="659"/>
                    <a:pt x="590" y="544"/>
                    <a:pt x="587" y="537"/>
                  </a:cubicBezTo>
                  <a:cubicBezTo>
                    <a:pt x="588" y="516"/>
                    <a:pt x="600" y="474"/>
                    <a:pt x="598" y="451"/>
                  </a:cubicBezTo>
                  <a:cubicBezTo>
                    <a:pt x="600" y="424"/>
                    <a:pt x="603" y="406"/>
                    <a:pt x="603" y="395"/>
                  </a:cubicBezTo>
                  <a:cubicBezTo>
                    <a:pt x="603" y="394"/>
                    <a:pt x="603" y="394"/>
                    <a:pt x="603" y="394"/>
                  </a:cubicBezTo>
                  <a:cubicBezTo>
                    <a:pt x="604" y="404"/>
                    <a:pt x="604" y="412"/>
                    <a:pt x="605" y="416"/>
                  </a:cubicBezTo>
                  <a:cubicBezTo>
                    <a:pt x="606" y="423"/>
                    <a:pt x="606" y="435"/>
                    <a:pt x="607" y="437"/>
                  </a:cubicBezTo>
                  <a:cubicBezTo>
                    <a:pt x="609" y="448"/>
                    <a:pt x="618" y="509"/>
                    <a:pt x="619" y="532"/>
                  </a:cubicBezTo>
                  <a:cubicBezTo>
                    <a:pt x="614" y="562"/>
                    <a:pt x="614" y="582"/>
                    <a:pt x="622" y="626"/>
                  </a:cubicBezTo>
                  <a:cubicBezTo>
                    <a:pt x="626" y="650"/>
                    <a:pt x="668" y="753"/>
                    <a:pt x="670" y="765"/>
                  </a:cubicBezTo>
                  <a:cubicBezTo>
                    <a:pt x="672" y="776"/>
                    <a:pt x="675" y="789"/>
                    <a:pt x="677" y="791"/>
                  </a:cubicBezTo>
                  <a:cubicBezTo>
                    <a:pt x="678" y="794"/>
                    <a:pt x="668" y="811"/>
                    <a:pt x="671" y="821"/>
                  </a:cubicBezTo>
                  <a:cubicBezTo>
                    <a:pt x="674" y="832"/>
                    <a:pt x="655" y="865"/>
                    <a:pt x="661" y="897"/>
                  </a:cubicBezTo>
                  <a:cubicBezTo>
                    <a:pt x="667" y="929"/>
                    <a:pt x="668" y="933"/>
                    <a:pt x="669" y="939"/>
                  </a:cubicBezTo>
                  <a:cubicBezTo>
                    <a:pt x="669" y="946"/>
                    <a:pt x="673" y="954"/>
                    <a:pt x="675" y="963"/>
                  </a:cubicBezTo>
                  <a:cubicBezTo>
                    <a:pt x="678" y="971"/>
                    <a:pt x="682" y="992"/>
                    <a:pt x="687" y="993"/>
                  </a:cubicBezTo>
                  <a:cubicBezTo>
                    <a:pt x="692" y="993"/>
                    <a:pt x="692" y="991"/>
                    <a:pt x="693" y="989"/>
                  </a:cubicBezTo>
                  <a:cubicBezTo>
                    <a:pt x="693" y="989"/>
                    <a:pt x="694" y="1009"/>
                    <a:pt x="704" y="1008"/>
                  </a:cubicBezTo>
                  <a:cubicBezTo>
                    <a:pt x="711" y="1008"/>
                    <a:pt x="711" y="1002"/>
                    <a:pt x="711" y="1002"/>
                  </a:cubicBezTo>
                  <a:cubicBezTo>
                    <a:pt x="711" y="1002"/>
                    <a:pt x="712" y="1018"/>
                    <a:pt x="722" y="1017"/>
                  </a:cubicBezTo>
                  <a:cubicBezTo>
                    <a:pt x="731" y="1015"/>
                    <a:pt x="730" y="1006"/>
                    <a:pt x="730" y="1006"/>
                  </a:cubicBezTo>
                  <a:cubicBezTo>
                    <a:pt x="737" y="1009"/>
                    <a:pt x="746" y="1009"/>
                    <a:pt x="748" y="998"/>
                  </a:cubicBezTo>
                  <a:cubicBezTo>
                    <a:pt x="750" y="988"/>
                    <a:pt x="756" y="968"/>
                    <a:pt x="755" y="960"/>
                  </a:cubicBezTo>
                  <a:cubicBezTo>
                    <a:pt x="754" y="952"/>
                    <a:pt x="760" y="935"/>
                    <a:pt x="760" y="929"/>
                  </a:cubicBezTo>
                  <a:cubicBezTo>
                    <a:pt x="765" y="909"/>
                    <a:pt x="770" y="902"/>
                    <a:pt x="768" y="896"/>
                  </a:cubicBezTo>
                  <a:cubicBezTo>
                    <a:pt x="775" y="904"/>
                    <a:pt x="781" y="912"/>
                    <a:pt x="784" y="913"/>
                  </a:cubicBezTo>
                  <a:cubicBezTo>
                    <a:pt x="786" y="925"/>
                    <a:pt x="797" y="942"/>
                    <a:pt x="807" y="943"/>
                  </a:cubicBezTo>
                  <a:cubicBezTo>
                    <a:pt x="819" y="943"/>
                    <a:pt x="816" y="935"/>
                    <a:pt x="812" y="925"/>
                  </a:cubicBezTo>
                </a:path>
              </a:pathLst>
            </a:custGeom>
            <a:solidFill>
              <a:srgbClr val="75332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519" name="Freeform 6">
              <a:extLst>
                <a:ext uri="{FF2B5EF4-FFF2-40B4-BE49-F238E27FC236}">
                  <a16:creationId xmlns:a16="http://schemas.microsoft.com/office/drawing/2014/main" id="{DFE142A4-4573-4BF0-A11C-22D4A277FC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5" y="897"/>
              <a:ext cx="66" cy="26"/>
            </a:xfrm>
            <a:custGeom>
              <a:avLst/>
              <a:gdLst>
                <a:gd name="T0" fmla="*/ 0 w 41"/>
                <a:gd name="T1" fmla="*/ 34 h 16"/>
                <a:gd name="T2" fmla="*/ 76 w 41"/>
                <a:gd name="T3" fmla="*/ 5 h 16"/>
                <a:gd name="T4" fmla="*/ 150 w 41"/>
                <a:gd name="T5" fmla="*/ 34 h 16"/>
                <a:gd name="T6" fmla="*/ 145 w 41"/>
                <a:gd name="T7" fmla="*/ 55 h 16"/>
                <a:gd name="T8" fmla="*/ 89 w 41"/>
                <a:gd name="T9" fmla="*/ 63 h 16"/>
                <a:gd name="T10" fmla="*/ 0 w 41"/>
                <a:gd name="T11" fmla="*/ 34 h 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1" h="16">
                  <a:moveTo>
                    <a:pt x="0" y="8"/>
                  </a:moveTo>
                  <a:cubicBezTo>
                    <a:pt x="5" y="5"/>
                    <a:pt x="7" y="1"/>
                    <a:pt x="18" y="1"/>
                  </a:cubicBezTo>
                  <a:cubicBezTo>
                    <a:pt x="29" y="0"/>
                    <a:pt x="34" y="7"/>
                    <a:pt x="36" y="8"/>
                  </a:cubicBezTo>
                  <a:cubicBezTo>
                    <a:pt x="41" y="9"/>
                    <a:pt x="38" y="12"/>
                    <a:pt x="35" y="13"/>
                  </a:cubicBezTo>
                  <a:cubicBezTo>
                    <a:pt x="33" y="13"/>
                    <a:pt x="25" y="13"/>
                    <a:pt x="21" y="15"/>
                  </a:cubicBezTo>
                  <a:cubicBezTo>
                    <a:pt x="18" y="16"/>
                    <a:pt x="8" y="13"/>
                    <a:pt x="0" y="8"/>
                  </a:cubicBezTo>
                </a:path>
              </a:pathLst>
            </a:custGeom>
            <a:solidFill>
              <a:srgbClr val="FCE1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520" name="Freeform 7">
              <a:extLst>
                <a:ext uri="{FF2B5EF4-FFF2-40B4-BE49-F238E27FC236}">
                  <a16:creationId xmlns:a16="http://schemas.microsoft.com/office/drawing/2014/main" id="{3ADBEE5B-7358-47B4-8F2B-1BAF81704A0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0" y="897"/>
              <a:ext cx="27" cy="25"/>
            </a:xfrm>
            <a:custGeom>
              <a:avLst/>
              <a:gdLst>
                <a:gd name="T0" fmla="*/ 35 w 17"/>
                <a:gd name="T1" fmla="*/ 5 h 15"/>
                <a:gd name="T2" fmla="*/ 13 w 17"/>
                <a:gd name="T3" fmla="*/ 8 h 15"/>
                <a:gd name="T4" fmla="*/ 0 w 17"/>
                <a:gd name="T5" fmla="*/ 33 h 15"/>
                <a:gd name="T6" fmla="*/ 21 w 17"/>
                <a:gd name="T7" fmla="*/ 63 h 15"/>
                <a:gd name="T8" fmla="*/ 40 w 17"/>
                <a:gd name="T9" fmla="*/ 70 h 15"/>
                <a:gd name="T10" fmla="*/ 68 w 17"/>
                <a:gd name="T11" fmla="*/ 33 h 15"/>
                <a:gd name="T12" fmla="*/ 52 w 17"/>
                <a:gd name="T13" fmla="*/ 5 h 15"/>
                <a:gd name="T14" fmla="*/ 35 w 17"/>
                <a:gd name="T15" fmla="*/ 5 h 1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7" h="15">
                  <a:moveTo>
                    <a:pt x="9" y="1"/>
                  </a:moveTo>
                  <a:cubicBezTo>
                    <a:pt x="7" y="1"/>
                    <a:pt x="4" y="1"/>
                    <a:pt x="3" y="2"/>
                  </a:cubicBezTo>
                  <a:cubicBezTo>
                    <a:pt x="1" y="3"/>
                    <a:pt x="0" y="5"/>
                    <a:pt x="0" y="7"/>
                  </a:cubicBezTo>
                  <a:cubicBezTo>
                    <a:pt x="0" y="10"/>
                    <a:pt x="2" y="13"/>
                    <a:pt x="5" y="14"/>
                  </a:cubicBezTo>
                  <a:cubicBezTo>
                    <a:pt x="7" y="15"/>
                    <a:pt x="9" y="15"/>
                    <a:pt x="10" y="15"/>
                  </a:cubicBezTo>
                  <a:cubicBezTo>
                    <a:pt x="14" y="14"/>
                    <a:pt x="17" y="11"/>
                    <a:pt x="17" y="7"/>
                  </a:cubicBezTo>
                  <a:cubicBezTo>
                    <a:pt x="17" y="4"/>
                    <a:pt x="15" y="2"/>
                    <a:pt x="13" y="1"/>
                  </a:cubicBezTo>
                  <a:cubicBezTo>
                    <a:pt x="12" y="1"/>
                    <a:pt x="11" y="0"/>
                    <a:pt x="9" y="1"/>
                  </a:cubicBezTo>
                </a:path>
              </a:pathLst>
            </a:custGeom>
            <a:solidFill>
              <a:srgbClr val="2A100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521" name="Freeform 8">
              <a:extLst>
                <a:ext uri="{FF2B5EF4-FFF2-40B4-BE49-F238E27FC236}">
                  <a16:creationId xmlns:a16="http://schemas.microsoft.com/office/drawing/2014/main" id="{0A247C33-CAD2-4014-9694-69A5BF75D0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9" y="897"/>
              <a:ext cx="64" cy="26"/>
            </a:xfrm>
            <a:custGeom>
              <a:avLst/>
              <a:gdLst>
                <a:gd name="T0" fmla="*/ 163 w 40"/>
                <a:gd name="T1" fmla="*/ 34 h 16"/>
                <a:gd name="T2" fmla="*/ 90 w 40"/>
                <a:gd name="T3" fmla="*/ 5 h 16"/>
                <a:gd name="T4" fmla="*/ 16 w 40"/>
                <a:gd name="T5" fmla="*/ 34 h 16"/>
                <a:gd name="T6" fmla="*/ 21 w 40"/>
                <a:gd name="T7" fmla="*/ 55 h 16"/>
                <a:gd name="T8" fmla="*/ 77 w 40"/>
                <a:gd name="T9" fmla="*/ 63 h 16"/>
                <a:gd name="T10" fmla="*/ 163 w 40"/>
                <a:gd name="T11" fmla="*/ 34 h 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0" h="16">
                  <a:moveTo>
                    <a:pt x="40" y="8"/>
                  </a:moveTo>
                  <a:cubicBezTo>
                    <a:pt x="35" y="5"/>
                    <a:pt x="33" y="1"/>
                    <a:pt x="22" y="1"/>
                  </a:cubicBezTo>
                  <a:cubicBezTo>
                    <a:pt x="11" y="0"/>
                    <a:pt x="7" y="7"/>
                    <a:pt x="4" y="8"/>
                  </a:cubicBezTo>
                  <a:cubicBezTo>
                    <a:pt x="0" y="9"/>
                    <a:pt x="2" y="12"/>
                    <a:pt x="5" y="13"/>
                  </a:cubicBezTo>
                  <a:cubicBezTo>
                    <a:pt x="8" y="13"/>
                    <a:pt x="16" y="13"/>
                    <a:pt x="19" y="15"/>
                  </a:cubicBezTo>
                  <a:cubicBezTo>
                    <a:pt x="23" y="16"/>
                    <a:pt x="33" y="13"/>
                    <a:pt x="40" y="8"/>
                  </a:cubicBezTo>
                </a:path>
              </a:pathLst>
            </a:custGeom>
            <a:solidFill>
              <a:srgbClr val="FCE1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522" name="Freeform 9">
              <a:extLst>
                <a:ext uri="{FF2B5EF4-FFF2-40B4-BE49-F238E27FC236}">
                  <a16:creationId xmlns:a16="http://schemas.microsoft.com/office/drawing/2014/main" id="{98C80130-0FA5-447A-B07D-707A6FA2C5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3" y="897"/>
              <a:ext cx="26" cy="25"/>
            </a:xfrm>
            <a:custGeom>
              <a:avLst/>
              <a:gdLst>
                <a:gd name="T0" fmla="*/ 29 w 16"/>
                <a:gd name="T1" fmla="*/ 5 h 15"/>
                <a:gd name="T2" fmla="*/ 60 w 16"/>
                <a:gd name="T3" fmla="*/ 8 h 15"/>
                <a:gd name="T4" fmla="*/ 68 w 16"/>
                <a:gd name="T5" fmla="*/ 33 h 15"/>
                <a:gd name="T6" fmla="*/ 47 w 16"/>
                <a:gd name="T7" fmla="*/ 63 h 15"/>
                <a:gd name="T8" fmla="*/ 26 w 16"/>
                <a:gd name="T9" fmla="*/ 70 h 15"/>
                <a:gd name="T10" fmla="*/ 0 w 16"/>
                <a:gd name="T11" fmla="*/ 33 h 15"/>
                <a:gd name="T12" fmla="*/ 13 w 16"/>
                <a:gd name="T13" fmla="*/ 5 h 15"/>
                <a:gd name="T14" fmla="*/ 29 w 16"/>
                <a:gd name="T15" fmla="*/ 5 h 1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" h="15">
                  <a:moveTo>
                    <a:pt x="7" y="1"/>
                  </a:moveTo>
                  <a:cubicBezTo>
                    <a:pt x="10" y="1"/>
                    <a:pt x="12" y="1"/>
                    <a:pt x="14" y="2"/>
                  </a:cubicBezTo>
                  <a:cubicBezTo>
                    <a:pt x="15" y="3"/>
                    <a:pt x="16" y="5"/>
                    <a:pt x="16" y="7"/>
                  </a:cubicBezTo>
                  <a:cubicBezTo>
                    <a:pt x="16" y="10"/>
                    <a:pt x="14" y="13"/>
                    <a:pt x="11" y="14"/>
                  </a:cubicBezTo>
                  <a:cubicBezTo>
                    <a:pt x="10" y="15"/>
                    <a:pt x="8" y="15"/>
                    <a:pt x="6" y="15"/>
                  </a:cubicBezTo>
                  <a:cubicBezTo>
                    <a:pt x="3" y="14"/>
                    <a:pt x="0" y="11"/>
                    <a:pt x="0" y="7"/>
                  </a:cubicBezTo>
                  <a:cubicBezTo>
                    <a:pt x="0" y="4"/>
                    <a:pt x="1" y="2"/>
                    <a:pt x="3" y="1"/>
                  </a:cubicBezTo>
                  <a:cubicBezTo>
                    <a:pt x="4" y="1"/>
                    <a:pt x="6" y="0"/>
                    <a:pt x="7" y="1"/>
                  </a:cubicBezTo>
                </a:path>
              </a:pathLst>
            </a:custGeom>
            <a:solidFill>
              <a:srgbClr val="2A100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523" name="Freeform 10">
              <a:extLst>
                <a:ext uri="{FF2B5EF4-FFF2-40B4-BE49-F238E27FC236}">
                  <a16:creationId xmlns:a16="http://schemas.microsoft.com/office/drawing/2014/main" id="{AE73FAAC-3226-4AD4-9938-C6829E87B1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8" y="3077"/>
              <a:ext cx="75" cy="81"/>
            </a:xfrm>
            <a:custGeom>
              <a:avLst/>
              <a:gdLst>
                <a:gd name="T0" fmla="*/ 0 w 47"/>
                <a:gd name="T1" fmla="*/ 149 h 50"/>
                <a:gd name="T2" fmla="*/ 176 w 47"/>
                <a:gd name="T3" fmla="*/ 0 h 50"/>
                <a:gd name="T4" fmla="*/ 158 w 47"/>
                <a:gd name="T5" fmla="*/ 118 h 50"/>
                <a:gd name="T6" fmla="*/ 29 w 47"/>
                <a:gd name="T7" fmla="*/ 165 h 5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7" h="50">
                  <a:moveTo>
                    <a:pt x="0" y="35"/>
                  </a:moveTo>
                  <a:cubicBezTo>
                    <a:pt x="19" y="50"/>
                    <a:pt x="38" y="12"/>
                    <a:pt x="43" y="0"/>
                  </a:cubicBezTo>
                  <a:cubicBezTo>
                    <a:pt x="44" y="10"/>
                    <a:pt x="47" y="20"/>
                    <a:pt x="39" y="28"/>
                  </a:cubicBezTo>
                  <a:cubicBezTo>
                    <a:pt x="32" y="36"/>
                    <a:pt x="18" y="39"/>
                    <a:pt x="7" y="39"/>
                  </a:cubicBezTo>
                </a:path>
              </a:pathLst>
            </a:custGeom>
            <a:solidFill>
              <a:srgbClr val="6B2D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524" name="Freeform 11">
              <a:extLst>
                <a:ext uri="{FF2B5EF4-FFF2-40B4-BE49-F238E27FC236}">
                  <a16:creationId xmlns:a16="http://schemas.microsoft.com/office/drawing/2014/main" id="{2682686B-7A26-419A-95C8-87C13D332B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4" y="3073"/>
              <a:ext cx="57" cy="80"/>
            </a:xfrm>
            <a:custGeom>
              <a:avLst/>
              <a:gdLst>
                <a:gd name="T0" fmla="*/ 0 w 35"/>
                <a:gd name="T1" fmla="*/ 163 h 50"/>
                <a:gd name="T2" fmla="*/ 117 w 35"/>
                <a:gd name="T3" fmla="*/ 0 h 50"/>
                <a:gd name="T4" fmla="*/ 18 w 35"/>
                <a:gd name="T5" fmla="*/ 171 h 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50">
                  <a:moveTo>
                    <a:pt x="0" y="40"/>
                  </a:moveTo>
                  <a:cubicBezTo>
                    <a:pt x="20" y="49"/>
                    <a:pt x="28" y="11"/>
                    <a:pt x="27" y="0"/>
                  </a:cubicBezTo>
                  <a:cubicBezTo>
                    <a:pt x="35" y="17"/>
                    <a:pt x="27" y="50"/>
                    <a:pt x="4" y="42"/>
                  </a:cubicBezTo>
                </a:path>
              </a:pathLst>
            </a:custGeom>
            <a:solidFill>
              <a:srgbClr val="6B2D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525" name="Freeform 12">
              <a:extLst>
                <a:ext uri="{FF2B5EF4-FFF2-40B4-BE49-F238E27FC236}">
                  <a16:creationId xmlns:a16="http://schemas.microsoft.com/office/drawing/2014/main" id="{184FBC60-E184-4467-AFD4-D815F542B1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7" y="902"/>
              <a:ext cx="133" cy="242"/>
            </a:xfrm>
            <a:custGeom>
              <a:avLst/>
              <a:gdLst>
                <a:gd name="T0" fmla="*/ 149 w 83"/>
                <a:gd name="T1" fmla="*/ 90 h 150"/>
                <a:gd name="T2" fmla="*/ 320 w 83"/>
                <a:gd name="T3" fmla="*/ 115 h 150"/>
                <a:gd name="T4" fmla="*/ 312 w 83"/>
                <a:gd name="T5" fmla="*/ 344 h 150"/>
                <a:gd name="T6" fmla="*/ 191 w 83"/>
                <a:gd name="T7" fmla="*/ 526 h 150"/>
                <a:gd name="T8" fmla="*/ 0 w 83"/>
                <a:gd name="T9" fmla="*/ 582 h 150"/>
                <a:gd name="T10" fmla="*/ 95 w 83"/>
                <a:gd name="T11" fmla="*/ 549 h 150"/>
                <a:gd name="T12" fmla="*/ 95 w 83"/>
                <a:gd name="T13" fmla="*/ 526 h 150"/>
                <a:gd name="T14" fmla="*/ 184 w 83"/>
                <a:gd name="T15" fmla="*/ 440 h 150"/>
                <a:gd name="T16" fmla="*/ 244 w 83"/>
                <a:gd name="T17" fmla="*/ 315 h 150"/>
                <a:gd name="T18" fmla="*/ 184 w 83"/>
                <a:gd name="T19" fmla="*/ 145 h 150"/>
                <a:gd name="T20" fmla="*/ 74 w 83"/>
                <a:gd name="T21" fmla="*/ 81 h 1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3" h="150">
                  <a:moveTo>
                    <a:pt x="36" y="22"/>
                  </a:moveTo>
                  <a:cubicBezTo>
                    <a:pt x="53" y="26"/>
                    <a:pt x="71" y="0"/>
                    <a:pt x="78" y="27"/>
                  </a:cubicBezTo>
                  <a:cubicBezTo>
                    <a:pt x="83" y="44"/>
                    <a:pt x="82" y="65"/>
                    <a:pt x="76" y="82"/>
                  </a:cubicBezTo>
                  <a:cubicBezTo>
                    <a:pt x="70" y="98"/>
                    <a:pt x="59" y="113"/>
                    <a:pt x="46" y="125"/>
                  </a:cubicBezTo>
                  <a:cubicBezTo>
                    <a:pt x="36" y="133"/>
                    <a:pt x="11" y="150"/>
                    <a:pt x="0" y="139"/>
                  </a:cubicBezTo>
                  <a:cubicBezTo>
                    <a:pt x="6" y="136"/>
                    <a:pt x="19" y="137"/>
                    <a:pt x="23" y="131"/>
                  </a:cubicBezTo>
                  <a:cubicBezTo>
                    <a:pt x="27" y="127"/>
                    <a:pt x="31" y="126"/>
                    <a:pt x="23" y="125"/>
                  </a:cubicBezTo>
                  <a:cubicBezTo>
                    <a:pt x="28" y="118"/>
                    <a:pt x="39" y="112"/>
                    <a:pt x="45" y="105"/>
                  </a:cubicBezTo>
                  <a:cubicBezTo>
                    <a:pt x="52" y="96"/>
                    <a:pt x="54" y="86"/>
                    <a:pt x="59" y="75"/>
                  </a:cubicBezTo>
                  <a:cubicBezTo>
                    <a:pt x="67" y="56"/>
                    <a:pt x="67" y="42"/>
                    <a:pt x="45" y="35"/>
                  </a:cubicBezTo>
                  <a:cubicBezTo>
                    <a:pt x="39" y="32"/>
                    <a:pt x="17" y="26"/>
                    <a:pt x="18" y="19"/>
                  </a:cubicBezTo>
                </a:path>
              </a:pathLst>
            </a:custGeom>
            <a:solidFill>
              <a:srgbClr val="6B2D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526" name="Freeform 13">
              <a:extLst>
                <a:ext uri="{FF2B5EF4-FFF2-40B4-BE49-F238E27FC236}">
                  <a16:creationId xmlns:a16="http://schemas.microsoft.com/office/drawing/2014/main" id="{D94CEDB5-3757-4BA2-A413-B8F0DF02CE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5" y="1020"/>
              <a:ext cx="15" cy="17"/>
            </a:xfrm>
            <a:custGeom>
              <a:avLst/>
              <a:gdLst>
                <a:gd name="T0" fmla="*/ 8 w 9"/>
                <a:gd name="T1" fmla="*/ 0 h 11"/>
                <a:gd name="T2" fmla="*/ 0 w 9"/>
                <a:gd name="T3" fmla="*/ 36 h 11"/>
                <a:gd name="T4" fmla="*/ 42 w 9"/>
                <a:gd name="T5" fmla="*/ 36 h 11"/>
                <a:gd name="T6" fmla="*/ 33 w 9"/>
                <a:gd name="T7" fmla="*/ 0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1">
                  <a:moveTo>
                    <a:pt x="2" y="0"/>
                  </a:moveTo>
                  <a:cubicBezTo>
                    <a:pt x="4" y="3"/>
                    <a:pt x="3" y="7"/>
                    <a:pt x="0" y="10"/>
                  </a:cubicBezTo>
                  <a:cubicBezTo>
                    <a:pt x="3" y="11"/>
                    <a:pt x="6" y="11"/>
                    <a:pt x="9" y="10"/>
                  </a:cubicBezTo>
                  <a:cubicBezTo>
                    <a:pt x="9" y="6"/>
                    <a:pt x="7" y="2"/>
                    <a:pt x="7" y="0"/>
                  </a:cubicBezTo>
                </a:path>
              </a:pathLst>
            </a:custGeom>
            <a:solidFill>
              <a:srgbClr val="6B2D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527" name="Freeform 14">
              <a:extLst>
                <a:ext uri="{FF2B5EF4-FFF2-40B4-BE49-F238E27FC236}">
                  <a16:creationId xmlns:a16="http://schemas.microsoft.com/office/drawing/2014/main" id="{0DA3C470-4DC8-4925-A047-0B65200742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6" y="910"/>
              <a:ext cx="21" cy="45"/>
            </a:xfrm>
            <a:custGeom>
              <a:avLst/>
              <a:gdLst>
                <a:gd name="T0" fmla="*/ 55 w 13"/>
                <a:gd name="T1" fmla="*/ 21 h 28"/>
                <a:gd name="T2" fmla="*/ 47 w 13"/>
                <a:gd name="T3" fmla="*/ 116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28">
                  <a:moveTo>
                    <a:pt x="13" y="5"/>
                  </a:moveTo>
                  <a:cubicBezTo>
                    <a:pt x="0" y="0"/>
                    <a:pt x="7" y="26"/>
                    <a:pt x="11" y="28"/>
                  </a:cubicBezTo>
                </a:path>
              </a:pathLst>
            </a:custGeom>
            <a:solidFill>
              <a:srgbClr val="6B2D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528" name="Freeform 15">
              <a:extLst>
                <a:ext uri="{FF2B5EF4-FFF2-40B4-BE49-F238E27FC236}">
                  <a16:creationId xmlns:a16="http://schemas.microsoft.com/office/drawing/2014/main" id="{BC020833-B672-4293-B7E5-0BAA038403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5" y="923"/>
              <a:ext cx="14" cy="34"/>
            </a:xfrm>
            <a:custGeom>
              <a:avLst/>
              <a:gdLst>
                <a:gd name="T0" fmla="*/ 8 w 9"/>
                <a:gd name="T1" fmla="*/ 0 h 21"/>
                <a:gd name="T2" fmla="*/ 0 w 9"/>
                <a:gd name="T3" fmla="*/ 89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1">
                  <a:moveTo>
                    <a:pt x="2" y="0"/>
                  </a:moveTo>
                  <a:cubicBezTo>
                    <a:pt x="9" y="3"/>
                    <a:pt x="4" y="17"/>
                    <a:pt x="0" y="21"/>
                  </a:cubicBezTo>
                </a:path>
              </a:pathLst>
            </a:custGeom>
            <a:solidFill>
              <a:srgbClr val="6B2D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529" name="Freeform 16">
              <a:extLst>
                <a:ext uri="{FF2B5EF4-FFF2-40B4-BE49-F238E27FC236}">
                  <a16:creationId xmlns:a16="http://schemas.microsoft.com/office/drawing/2014/main" id="{940E59E7-F6F3-49C6-9CBD-F80A4052E5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5" y="1100"/>
              <a:ext cx="119" cy="200"/>
            </a:xfrm>
            <a:custGeom>
              <a:avLst/>
              <a:gdLst>
                <a:gd name="T0" fmla="*/ 26 w 74"/>
                <a:gd name="T1" fmla="*/ 47 h 124"/>
                <a:gd name="T2" fmla="*/ 162 w 74"/>
                <a:gd name="T3" fmla="*/ 416 h 124"/>
                <a:gd name="T4" fmla="*/ 307 w 74"/>
                <a:gd name="T5" fmla="*/ 432 h 124"/>
                <a:gd name="T6" fmla="*/ 225 w 74"/>
                <a:gd name="T7" fmla="*/ 406 h 124"/>
                <a:gd name="T8" fmla="*/ 166 w 74"/>
                <a:gd name="T9" fmla="*/ 185 h 124"/>
                <a:gd name="T10" fmla="*/ 124 w 74"/>
                <a:gd name="T11" fmla="*/ 102 h 124"/>
                <a:gd name="T12" fmla="*/ 0 w 74"/>
                <a:gd name="T13" fmla="*/ 0 h 1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4" h="124">
                  <a:moveTo>
                    <a:pt x="6" y="11"/>
                  </a:moveTo>
                  <a:cubicBezTo>
                    <a:pt x="11" y="34"/>
                    <a:pt x="26" y="78"/>
                    <a:pt x="39" y="99"/>
                  </a:cubicBezTo>
                  <a:cubicBezTo>
                    <a:pt x="50" y="116"/>
                    <a:pt x="63" y="124"/>
                    <a:pt x="74" y="103"/>
                  </a:cubicBezTo>
                  <a:cubicBezTo>
                    <a:pt x="68" y="113"/>
                    <a:pt x="58" y="104"/>
                    <a:pt x="54" y="97"/>
                  </a:cubicBezTo>
                  <a:cubicBezTo>
                    <a:pt x="45" y="82"/>
                    <a:pt x="31" y="58"/>
                    <a:pt x="40" y="44"/>
                  </a:cubicBezTo>
                  <a:cubicBezTo>
                    <a:pt x="48" y="31"/>
                    <a:pt x="44" y="32"/>
                    <a:pt x="30" y="24"/>
                  </a:cubicBezTo>
                  <a:cubicBezTo>
                    <a:pt x="22" y="19"/>
                    <a:pt x="5" y="7"/>
                    <a:pt x="0" y="0"/>
                  </a:cubicBezTo>
                </a:path>
              </a:pathLst>
            </a:custGeom>
            <a:solidFill>
              <a:srgbClr val="6B2D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530" name="Freeform 17">
              <a:extLst>
                <a:ext uri="{FF2B5EF4-FFF2-40B4-BE49-F238E27FC236}">
                  <a16:creationId xmlns:a16="http://schemas.microsoft.com/office/drawing/2014/main" id="{4D94013C-1164-4B8B-B623-D934B85B3F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8" y="1100"/>
              <a:ext cx="140" cy="116"/>
            </a:xfrm>
            <a:custGeom>
              <a:avLst/>
              <a:gdLst>
                <a:gd name="T0" fmla="*/ 13 w 87"/>
                <a:gd name="T1" fmla="*/ 103 h 72"/>
                <a:gd name="T2" fmla="*/ 132 w 87"/>
                <a:gd name="T3" fmla="*/ 0 h 72"/>
                <a:gd name="T4" fmla="*/ 171 w 87"/>
                <a:gd name="T5" fmla="*/ 200 h 72"/>
                <a:gd name="T6" fmla="*/ 362 w 87"/>
                <a:gd name="T7" fmla="*/ 301 h 72"/>
                <a:gd name="T8" fmla="*/ 143 w 87"/>
                <a:gd name="T9" fmla="*/ 247 h 72"/>
                <a:gd name="T10" fmla="*/ 82 w 87"/>
                <a:gd name="T11" fmla="*/ 150 h 72"/>
                <a:gd name="T12" fmla="*/ 0 w 87"/>
                <a:gd name="T13" fmla="*/ 124 h 7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7" h="72">
                  <a:moveTo>
                    <a:pt x="3" y="25"/>
                  </a:moveTo>
                  <a:cubicBezTo>
                    <a:pt x="16" y="22"/>
                    <a:pt x="21" y="2"/>
                    <a:pt x="32" y="0"/>
                  </a:cubicBezTo>
                  <a:cubicBezTo>
                    <a:pt x="34" y="17"/>
                    <a:pt x="29" y="32"/>
                    <a:pt x="41" y="48"/>
                  </a:cubicBezTo>
                  <a:cubicBezTo>
                    <a:pt x="53" y="63"/>
                    <a:pt x="71" y="63"/>
                    <a:pt x="87" y="72"/>
                  </a:cubicBezTo>
                  <a:cubicBezTo>
                    <a:pt x="72" y="71"/>
                    <a:pt x="44" y="71"/>
                    <a:pt x="34" y="59"/>
                  </a:cubicBezTo>
                  <a:cubicBezTo>
                    <a:pt x="28" y="52"/>
                    <a:pt x="29" y="41"/>
                    <a:pt x="20" y="36"/>
                  </a:cubicBezTo>
                  <a:cubicBezTo>
                    <a:pt x="14" y="32"/>
                    <a:pt x="5" y="34"/>
                    <a:pt x="0" y="30"/>
                  </a:cubicBezTo>
                </a:path>
              </a:pathLst>
            </a:custGeom>
            <a:solidFill>
              <a:srgbClr val="6B2D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531" name="Freeform 18">
              <a:extLst>
                <a:ext uri="{FF2B5EF4-FFF2-40B4-BE49-F238E27FC236}">
                  <a16:creationId xmlns:a16="http://schemas.microsoft.com/office/drawing/2014/main" id="{0D7F4267-CD8E-460C-A0B6-0EBFF8DBCC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9" y="1264"/>
              <a:ext cx="216" cy="45"/>
            </a:xfrm>
            <a:custGeom>
              <a:avLst/>
              <a:gdLst>
                <a:gd name="T0" fmla="*/ 123 w 134"/>
                <a:gd name="T1" fmla="*/ 47 h 28"/>
                <a:gd name="T2" fmla="*/ 351 w 134"/>
                <a:gd name="T3" fmla="*/ 88 h 28"/>
                <a:gd name="T4" fmla="*/ 561 w 134"/>
                <a:gd name="T5" fmla="*/ 82 h 28"/>
                <a:gd name="T6" fmla="*/ 280 w 134"/>
                <a:gd name="T7" fmla="*/ 26 h 28"/>
                <a:gd name="T8" fmla="*/ 0 w 134"/>
                <a:gd name="T9" fmla="*/ 37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" h="28">
                  <a:moveTo>
                    <a:pt x="29" y="11"/>
                  </a:moveTo>
                  <a:cubicBezTo>
                    <a:pt x="48" y="12"/>
                    <a:pt x="66" y="18"/>
                    <a:pt x="84" y="21"/>
                  </a:cubicBezTo>
                  <a:cubicBezTo>
                    <a:pt x="99" y="23"/>
                    <a:pt x="122" y="28"/>
                    <a:pt x="134" y="20"/>
                  </a:cubicBezTo>
                  <a:cubicBezTo>
                    <a:pt x="113" y="20"/>
                    <a:pt x="88" y="10"/>
                    <a:pt x="67" y="6"/>
                  </a:cubicBezTo>
                  <a:cubicBezTo>
                    <a:pt x="44" y="1"/>
                    <a:pt x="20" y="0"/>
                    <a:pt x="0" y="9"/>
                  </a:cubicBezTo>
                </a:path>
              </a:pathLst>
            </a:custGeom>
            <a:solidFill>
              <a:srgbClr val="6B2D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532" name="Freeform 19">
              <a:extLst>
                <a:ext uri="{FF2B5EF4-FFF2-40B4-BE49-F238E27FC236}">
                  <a16:creationId xmlns:a16="http://schemas.microsoft.com/office/drawing/2014/main" id="{EF4D3F00-B453-4F59-AD9A-E155E4A636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7" y="1539"/>
              <a:ext cx="129" cy="340"/>
            </a:xfrm>
            <a:custGeom>
              <a:avLst/>
              <a:gdLst>
                <a:gd name="T0" fmla="*/ 314 w 80"/>
                <a:gd name="T1" fmla="*/ 8 h 211"/>
                <a:gd name="T2" fmla="*/ 319 w 80"/>
                <a:gd name="T3" fmla="*/ 437 h 211"/>
                <a:gd name="T4" fmla="*/ 293 w 80"/>
                <a:gd name="T5" fmla="*/ 632 h 211"/>
                <a:gd name="T6" fmla="*/ 276 w 80"/>
                <a:gd name="T7" fmla="*/ 740 h 211"/>
                <a:gd name="T8" fmla="*/ 245 w 80"/>
                <a:gd name="T9" fmla="*/ 883 h 211"/>
                <a:gd name="T10" fmla="*/ 260 w 80"/>
                <a:gd name="T11" fmla="*/ 698 h 211"/>
                <a:gd name="T12" fmla="*/ 255 w 80"/>
                <a:gd name="T13" fmla="*/ 451 h 211"/>
                <a:gd name="T14" fmla="*/ 137 w 80"/>
                <a:gd name="T15" fmla="*/ 403 h 211"/>
                <a:gd name="T16" fmla="*/ 0 w 80"/>
                <a:gd name="T17" fmla="*/ 356 h 211"/>
                <a:gd name="T18" fmla="*/ 105 w 80"/>
                <a:gd name="T19" fmla="*/ 340 h 211"/>
                <a:gd name="T20" fmla="*/ 221 w 80"/>
                <a:gd name="T21" fmla="*/ 267 h 211"/>
                <a:gd name="T22" fmla="*/ 90 w 80"/>
                <a:gd name="T23" fmla="*/ 197 h 211"/>
                <a:gd name="T24" fmla="*/ 205 w 80"/>
                <a:gd name="T25" fmla="*/ 34 h 211"/>
                <a:gd name="T26" fmla="*/ 302 w 80"/>
                <a:gd name="T27" fmla="*/ 0 h 21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80" h="211">
                  <a:moveTo>
                    <a:pt x="75" y="2"/>
                  </a:moveTo>
                  <a:cubicBezTo>
                    <a:pt x="65" y="34"/>
                    <a:pt x="80" y="71"/>
                    <a:pt x="76" y="104"/>
                  </a:cubicBezTo>
                  <a:cubicBezTo>
                    <a:pt x="74" y="120"/>
                    <a:pt x="72" y="135"/>
                    <a:pt x="70" y="151"/>
                  </a:cubicBezTo>
                  <a:cubicBezTo>
                    <a:pt x="69" y="160"/>
                    <a:pt x="66" y="168"/>
                    <a:pt x="66" y="177"/>
                  </a:cubicBezTo>
                  <a:cubicBezTo>
                    <a:pt x="66" y="188"/>
                    <a:pt x="65" y="202"/>
                    <a:pt x="58" y="211"/>
                  </a:cubicBezTo>
                  <a:cubicBezTo>
                    <a:pt x="65" y="197"/>
                    <a:pt x="62" y="181"/>
                    <a:pt x="62" y="167"/>
                  </a:cubicBezTo>
                  <a:cubicBezTo>
                    <a:pt x="63" y="148"/>
                    <a:pt x="70" y="125"/>
                    <a:pt x="61" y="108"/>
                  </a:cubicBezTo>
                  <a:cubicBezTo>
                    <a:pt x="56" y="97"/>
                    <a:pt x="44" y="99"/>
                    <a:pt x="33" y="96"/>
                  </a:cubicBezTo>
                  <a:cubicBezTo>
                    <a:pt x="22" y="93"/>
                    <a:pt x="11" y="88"/>
                    <a:pt x="0" y="85"/>
                  </a:cubicBezTo>
                  <a:cubicBezTo>
                    <a:pt x="7" y="81"/>
                    <a:pt x="17" y="83"/>
                    <a:pt x="25" y="81"/>
                  </a:cubicBezTo>
                  <a:cubicBezTo>
                    <a:pt x="36" y="78"/>
                    <a:pt x="47" y="73"/>
                    <a:pt x="53" y="64"/>
                  </a:cubicBezTo>
                  <a:cubicBezTo>
                    <a:pt x="72" y="37"/>
                    <a:pt x="38" y="40"/>
                    <a:pt x="22" y="47"/>
                  </a:cubicBezTo>
                  <a:cubicBezTo>
                    <a:pt x="31" y="35"/>
                    <a:pt x="35" y="14"/>
                    <a:pt x="49" y="8"/>
                  </a:cubicBezTo>
                  <a:cubicBezTo>
                    <a:pt x="56" y="5"/>
                    <a:pt x="70" y="8"/>
                    <a:pt x="72" y="0"/>
                  </a:cubicBezTo>
                </a:path>
              </a:pathLst>
            </a:custGeom>
            <a:solidFill>
              <a:srgbClr val="6B2D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533" name="Freeform 20">
              <a:extLst>
                <a:ext uri="{FF2B5EF4-FFF2-40B4-BE49-F238E27FC236}">
                  <a16:creationId xmlns:a16="http://schemas.microsoft.com/office/drawing/2014/main" id="{618522C7-6413-4490-AFE4-9F4D2E2667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9" y="1903"/>
              <a:ext cx="69" cy="272"/>
            </a:xfrm>
            <a:custGeom>
              <a:avLst/>
              <a:gdLst>
                <a:gd name="T0" fmla="*/ 149 w 43"/>
                <a:gd name="T1" fmla="*/ 143 h 169"/>
                <a:gd name="T2" fmla="*/ 152 w 43"/>
                <a:gd name="T3" fmla="*/ 315 h 169"/>
                <a:gd name="T4" fmla="*/ 136 w 43"/>
                <a:gd name="T5" fmla="*/ 438 h 169"/>
                <a:gd name="T6" fmla="*/ 116 w 43"/>
                <a:gd name="T7" fmla="*/ 562 h 169"/>
                <a:gd name="T8" fmla="*/ 0 w 43"/>
                <a:gd name="T9" fmla="*/ 705 h 169"/>
                <a:gd name="T10" fmla="*/ 88 w 43"/>
                <a:gd name="T11" fmla="*/ 501 h 169"/>
                <a:gd name="T12" fmla="*/ 29 w 43"/>
                <a:gd name="T13" fmla="*/ 459 h 169"/>
                <a:gd name="T14" fmla="*/ 90 w 43"/>
                <a:gd name="T15" fmla="*/ 375 h 169"/>
                <a:gd name="T16" fmla="*/ 136 w 43"/>
                <a:gd name="T17" fmla="*/ 192 h 169"/>
                <a:gd name="T18" fmla="*/ 157 w 43"/>
                <a:gd name="T19" fmla="*/ 101 h 169"/>
                <a:gd name="T20" fmla="*/ 178 w 43"/>
                <a:gd name="T21" fmla="*/ 0 h 16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3" h="169">
                  <a:moveTo>
                    <a:pt x="36" y="34"/>
                  </a:moveTo>
                  <a:cubicBezTo>
                    <a:pt x="39" y="45"/>
                    <a:pt x="37" y="64"/>
                    <a:pt x="37" y="76"/>
                  </a:cubicBezTo>
                  <a:cubicBezTo>
                    <a:pt x="36" y="85"/>
                    <a:pt x="35" y="95"/>
                    <a:pt x="33" y="105"/>
                  </a:cubicBezTo>
                  <a:cubicBezTo>
                    <a:pt x="31" y="115"/>
                    <a:pt x="30" y="125"/>
                    <a:pt x="28" y="135"/>
                  </a:cubicBezTo>
                  <a:cubicBezTo>
                    <a:pt x="24" y="152"/>
                    <a:pt x="14" y="160"/>
                    <a:pt x="0" y="169"/>
                  </a:cubicBezTo>
                  <a:cubicBezTo>
                    <a:pt x="11" y="163"/>
                    <a:pt x="33" y="132"/>
                    <a:pt x="21" y="120"/>
                  </a:cubicBezTo>
                  <a:cubicBezTo>
                    <a:pt x="17" y="116"/>
                    <a:pt x="7" y="118"/>
                    <a:pt x="7" y="110"/>
                  </a:cubicBezTo>
                  <a:cubicBezTo>
                    <a:pt x="7" y="105"/>
                    <a:pt x="19" y="94"/>
                    <a:pt x="22" y="90"/>
                  </a:cubicBezTo>
                  <a:cubicBezTo>
                    <a:pt x="33" y="75"/>
                    <a:pt x="30" y="63"/>
                    <a:pt x="33" y="46"/>
                  </a:cubicBezTo>
                  <a:cubicBezTo>
                    <a:pt x="34" y="39"/>
                    <a:pt x="37" y="32"/>
                    <a:pt x="38" y="24"/>
                  </a:cubicBezTo>
                  <a:cubicBezTo>
                    <a:pt x="39" y="16"/>
                    <a:pt x="35" y="6"/>
                    <a:pt x="43" y="0"/>
                  </a:cubicBezTo>
                </a:path>
              </a:pathLst>
            </a:custGeom>
            <a:solidFill>
              <a:srgbClr val="6B2D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534" name="Freeform 21">
              <a:extLst>
                <a:ext uri="{FF2B5EF4-FFF2-40B4-BE49-F238E27FC236}">
                  <a16:creationId xmlns:a16="http://schemas.microsoft.com/office/drawing/2014/main" id="{2730B8F8-868E-4F72-83C6-E72070AD99F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4" y="2458"/>
              <a:ext cx="68" cy="93"/>
            </a:xfrm>
            <a:custGeom>
              <a:avLst/>
              <a:gdLst>
                <a:gd name="T0" fmla="*/ 178 w 42"/>
                <a:gd name="T1" fmla="*/ 0 h 58"/>
                <a:gd name="T2" fmla="*/ 152 w 42"/>
                <a:gd name="T3" fmla="*/ 172 h 58"/>
                <a:gd name="T4" fmla="*/ 0 w 42"/>
                <a:gd name="T5" fmla="*/ 192 h 58"/>
                <a:gd name="T6" fmla="*/ 84 w 42"/>
                <a:gd name="T7" fmla="*/ 183 h 58"/>
                <a:gd name="T8" fmla="*/ 94 w 42"/>
                <a:gd name="T9" fmla="*/ 107 h 58"/>
                <a:gd name="T10" fmla="*/ 162 w 42"/>
                <a:gd name="T11" fmla="*/ 13 h 5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2" h="58">
                  <a:moveTo>
                    <a:pt x="42" y="0"/>
                  </a:moveTo>
                  <a:cubicBezTo>
                    <a:pt x="41" y="12"/>
                    <a:pt x="42" y="30"/>
                    <a:pt x="36" y="42"/>
                  </a:cubicBezTo>
                  <a:cubicBezTo>
                    <a:pt x="28" y="58"/>
                    <a:pt x="15" y="49"/>
                    <a:pt x="0" y="47"/>
                  </a:cubicBezTo>
                  <a:cubicBezTo>
                    <a:pt x="6" y="47"/>
                    <a:pt x="15" y="48"/>
                    <a:pt x="20" y="44"/>
                  </a:cubicBezTo>
                  <a:cubicBezTo>
                    <a:pt x="27" y="37"/>
                    <a:pt x="22" y="33"/>
                    <a:pt x="22" y="26"/>
                  </a:cubicBezTo>
                  <a:cubicBezTo>
                    <a:pt x="23" y="13"/>
                    <a:pt x="34" y="12"/>
                    <a:pt x="38" y="3"/>
                  </a:cubicBezTo>
                </a:path>
              </a:pathLst>
            </a:custGeom>
            <a:solidFill>
              <a:srgbClr val="6B2D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535" name="Freeform 22">
              <a:extLst>
                <a:ext uri="{FF2B5EF4-FFF2-40B4-BE49-F238E27FC236}">
                  <a16:creationId xmlns:a16="http://schemas.microsoft.com/office/drawing/2014/main" id="{CAF9B843-4593-4732-BCDB-D6C3A855C7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4" y="1575"/>
              <a:ext cx="174" cy="72"/>
            </a:xfrm>
            <a:custGeom>
              <a:avLst/>
              <a:gdLst>
                <a:gd name="T0" fmla="*/ 21 w 108"/>
                <a:gd name="T1" fmla="*/ 157 h 45"/>
                <a:gd name="T2" fmla="*/ 272 w 108"/>
                <a:gd name="T3" fmla="*/ 150 h 45"/>
                <a:gd name="T4" fmla="*/ 351 w 108"/>
                <a:gd name="T5" fmla="*/ 21 h 45"/>
                <a:gd name="T6" fmla="*/ 247 w 108"/>
                <a:gd name="T7" fmla="*/ 77 h 45"/>
                <a:gd name="T8" fmla="*/ 0 w 108"/>
                <a:gd name="T9" fmla="*/ 149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8" h="45">
                  <a:moveTo>
                    <a:pt x="5" y="38"/>
                  </a:moveTo>
                  <a:cubicBezTo>
                    <a:pt x="23" y="43"/>
                    <a:pt x="47" y="41"/>
                    <a:pt x="65" y="37"/>
                  </a:cubicBezTo>
                  <a:cubicBezTo>
                    <a:pt x="77" y="34"/>
                    <a:pt x="108" y="15"/>
                    <a:pt x="84" y="5"/>
                  </a:cubicBezTo>
                  <a:cubicBezTo>
                    <a:pt x="72" y="0"/>
                    <a:pt x="67" y="11"/>
                    <a:pt x="59" y="19"/>
                  </a:cubicBezTo>
                  <a:cubicBezTo>
                    <a:pt x="49" y="28"/>
                    <a:pt x="13" y="45"/>
                    <a:pt x="0" y="36"/>
                  </a:cubicBezTo>
                </a:path>
              </a:pathLst>
            </a:custGeom>
            <a:solidFill>
              <a:srgbClr val="6B2D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536" name="Freeform 23">
              <a:extLst>
                <a:ext uri="{FF2B5EF4-FFF2-40B4-BE49-F238E27FC236}">
                  <a16:creationId xmlns:a16="http://schemas.microsoft.com/office/drawing/2014/main" id="{46FFC0DB-20DC-4751-9CFA-126C997CBC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7" y="1285"/>
              <a:ext cx="102" cy="398"/>
            </a:xfrm>
            <a:custGeom>
              <a:avLst/>
              <a:gdLst>
                <a:gd name="T0" fmla="*/ 0 w 63"/>
                <a:gd name="T1" fmla="*/ 0 h 247"/>
                <a:gd name="T2" fmla="*/ 186 w 63"/>
                <a:gd name="T3" fmla="*/ 330 h 247"/>
                <a:gd name="T4" fmla="*/ 220 w 63"/>
                <a:gd name="T5" fmla="*/ 732 h 247"/>
                <a:gd name="T6" fmla="*/ 267 w 63"/>
                <a:gd name="T7" fmla="*/ 1033 h 247"/>
                <a:gd name="T8" fmla="*/ 165 w 63"/>
                <a:gd name="T9" fmla="*/ 691 h 247"/>
                <a:gd name="T10" fmla="*/ 0 w 63"/>
                <a:gd name="T11" fmla="*/ 0 h 24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3" h="247">
                  <a:moveTo>
                    <a:pt x="0" y="0"/>
                  </a:moveTo>
                  <a:cubicBezTo>
                    <a:pt x="14" y="5"/>
                    <a:pt x="31" y="23"/>
                    <a:pt x="44" y="79"/>
                  </a:cubicBezTo>
                  <a:cubicBezTo>
                    <a:pt x="57" y="135"/>
                    <a:pt x="53" y="158"/>
                    <a:pt x="52" y="175"/>
                  </a:cubicBezTo>
                  <a:cubicBezTo>
                    <a:pt x="51" y="192"/>
                    <a:pt x="60" y="222"/>
                    <a:pt x="63" y="247"/>
                  </a:cubicBezTo>
                  <a:cubicBezTo>
                    <a:pt x="59" y="218"/>
                    <a:pt x="42" y="188"/>
                    <a:pt x="39" y="165"/>
                  </a:cubicBezTo>
                  <a:cubicBezTo>
                    <a:pt x="36" y="142"/>
                    <a:pt x="32" y="23"/>
                    <a:pt x="0" y="0"/>
                  </a:cubicBezTo>
                </a:path>
              </a:pathLst>
            </a:custGeom>
            <a:solidFill>
              <a:srgbClr val="6B2D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537" name="Freeform 24">
              <a:extLst>
                <a:ext uri="{FF2B5EF4-FFF2-40B4-BE49-F238E27FC236}">
                  <a16:creationId xmlns:a16="http://schemas.microsoft.com/office/drawing/2014/main" id="{F1D0CCCB-232A-44CA-9F5C-22EF45F4A1C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9" y="1922"/>
              <a:ext cx="32" cy="359"/>
            </a:xfrm>
            <a:custGeom>
              <a:avLst/>
              <a:gdLst>
                <a:gd name="T0" fmla="*/ 13 w 20"/>
                <a:gd name="T1" fmla="*/ 409 h 223"/>
                <a:gd name="T2" fmla="*/ 82 w 20"/>
                <a:gd name="T3" fmla="*/ 931 h 223"/>
                <a:gd name="T4" fmla="*/ 48 w 20"/>
                <a:gd name="T5" fmla="*/ 454 h 223"/>
                <a:gd name="T6" fmla="*/ 5 w 20"/>
                <a:gd name="T7" fmla="*/ 0 h 223"/>
                <a:gd name="T8" fmla="*/ 13 w 20"/>
                <a:gd name="T9" fmla="*/ 409 h 2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223">
                  <a:moveTo>
                    <a:pt x="3" y="98"/>
                  </a:moveTo>
                  <a:cubicBezTo>
                    <a:pt x="4" y="117"/>
                    <a:pt x="13" y="196"/>
                    <a:pt x="20" y="223"/>
                  </a:cubicBezTo>
                  <a:cubicBezTo>
                    <a:pt x="18" y="207"/>
                    <a:pt x="13" y="160"/>
                    <a:pt x="12" y="109"/>
                  </a:cubicBezTo>
                  <a:cubicBezTo>
                    <a:pt x="11" y="58"/>
                    <a:pt x="6" y="23"/>
                    <a:pt x="1" y="0"/>
                  </a:cubicBezTo>
                  <a:cubicBezTo>
                    <a:pt x="0" y="24"/>
                    <a:pt x="2" y="76"/>
                    <a:pt x="3" y="98"/>
                  </a:cubicBezTo>
                </a:path>
              </a:pathLst>
            </a:custGeom>
            <a:solidFill>
              <a:srgbClr val="6B2D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538" name="Freeform 25">
              <a:extLst>
                <a:ext uri="{FF2B5EF4-FFF2-40B4-BE49-F238E27FC236}">
                  <a16:creationId xmlns:a16="http://schemas.microsoft.com/office/drawing/2014/main" id="{5BC594CA-87BE-4980-B124-BD4ACFAFB02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8" y="2426"/>
              <a:ext cx="94" cy="183"/>
            </a:xfrm>
            <a:custGeom>
              <a:avLst/>
              <a:gdLst>
                <a:gd name="T0" fmla="*/ 84 w 58"/>
                <a:gd name="T1" fmla="*/ 34 h 114"/>
                <a:gd name="T2" fmla="*/ 149 w 58"/>
                <a:gd name="T3" fmla="*/ 132 h 114"/>
                <a:gd name="T4" fmla="*/ 220 w 58"/>
                <a:gd name="T5" fmla="*/ 183 h 114"/>
                <a:gd name="T6" fmla="*/ 220 w 58"/>
                <a:gd name="T7" fmla="*/ 286 h 114"/>
                <a:gd name="T8" fmla="*/ 170 w 58"/>
                <a:gd name="T9" fmla="*/ 472 h 114"/>
                <a:gd name="T10" fmla="*/ 199 w 58"/>
                <a:gd name="T11" fmla="*/ 273 h 114"/>
                <a:gd name="T12" fmla="*/ 128 w 58"/>
                <a:gd name="T13" fmla="*/ 212 h 114"/>
                <a:gd name="T14" fmla="*/ 47 w 58"/>
                <a:gd name="T15" fmla="*/ 111 h 114"/>
                <a:gd name="T16" fmla="*/ 50 w 58"/>
                <a:gd name="T17" fmla="*/ 0 h 114"/>
                <a:gd name="T18" fmla="*/ 73 w 58"/>
                <a:gd name="T19" fmla="*/ 21 h 11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8" h="114">
                  <a:moveTo>
                    <a:pt x="20" y="8"/>
                  </a:moveTo>
                  <a:cubicBezTo>
                    <a:pt x="24" y="16"/>
                    <a:pt x="29" y="25"/>
                    <a:pt x="35" y="32"/>
                  </a:cubicBezTo>
                  <a:cubicBezTo>
                    <a:pt x="40" y="37"/>
                    <a:pt x="47" y="39"/>
                    <a:pt x="52" y="44"/>
                  </a:cubicBezTo>
                  <a:cubicBezTo>
                    <a:pt x="58" y="51"/>
                    <a:pt x="54" y="61"/>
                    <a:pt x="52" y="69"/>
                  </a:cubicBezTo>
                  <a:cubicBezTo>
                    <a:pt x="48" y="84"/>
                    <a:pt x="44" y="99"/>
                    <a:pt x="40" y="114"/>
                  </a:cubicBezTo>
                  <a:cubicBezTo>
                    <a:pt x="43" y="102"/>
                    <a:pt x="51" y="78"/>
                    <a:pt x="47" y="66"/>
                  </a:cubicBezTo>
                  <a:cubicBezTo>
                    <a:pt x="44" y="58"/>
                    <a:pt x="37" y="54"/>
                    <a:pt x="30" y="51"/>
                  </a:cubicBezTo>
                  <a:cubicBezTo>
                    <a:pt x="16" y="44"/>
                    <a:pt x="16" y="43"/>
                    <a:pt x="11" y="27"/>
                  </a:cubicBezTo>
                  <a:cubicBezTo>
                    <a:pt x="8" y="16"/>
                    <a:pt x="0" y="7"/>
                    <a:pt x="12" y="0"/>
                  </a:cubicBezTo>
                  <a:cubicBezTo>
                    <a:pt x="14" y="1"/>
                    <a:pt x="17" y="4"/>
                    <a:pt x="17" y="5"/>
                  </a:cubicBezTo>
                </a:path>
              </a:pathLst>
            </a:custGeom>
            <a:solidFill>
              <a:srgbClr val="6B2D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539" name="Freeform 26">
              <a:extLst>
                <a:ext uri="{FF2B5EF4-FFF2-40B4-BE49-F238E27FC236}">
                  <a16:creationId xmlns:a16="http://schemas.microsoft.com/office/drawing/2014/main" id="{A66B48D0-EDFD-4280-8E44-0088712AD19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8" y="2421"/>
              <a:ext cx="79" cy="82"/>
            </a:xfrm>
            <a:custGeom>
              <a:avLst/>
              <a:gdLst>
                <a:gd name="T0" fmla="*/ 205 w 49"/>
                <a:gd name="T1" fmla="*/ 50 h 51"/>
                <a:gd name="T2" fmla="*/ 76 w 49"/>
                <a:gd name="T3" fmla="*/ 42 h 51"/>
                <a:gd name="T4" fmla="*/ 21 w 49"/>
                <a:gd name="T5" fmla="*/ 212 h 51"/>
                <a:gd name="T6" fmla="*/ 81 w 49"/>
                <a:gd name="T7" fmla="*/ 82 h 51"/>
                <a:gd name="T8" fmla="*/ 198 w 49"/>
                <a:gd name="T9" fmla="*/ 101 h 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51">
                  <a:moveTo>
                    <a:pt x="49" y="12"/>
                  </a:moveTo>
                  <a:cubicBezTo>
                    <a:pt x="41" y="0"/>
                    <a:pt x="29" y="2"/>
                    <a:pt x="18" y="10"/>
                  </a:cubicBezTo>
                  <a:cubicBezTo>
                    <a:pt x="5" y="19"/>
                    <a:pt x="0" y="34"/>
                    <a:pt x="5" y="51"/>
                  </a:cubicBezTo>
                  <a:cubicBezTo>
                    <a:pt x="11" y="40"/>
                    <a:pt x="6" y="27"/>
                    <a:pt x="19" y="20"/>
                  </a:cubicBezTo>
                  <a:cubicBezTo>
                    <a:pt x="29" y="15"/>
                    <a:pt x="39" y="19"/>
                    <a:pt x="47" y="24"/>
                  </a:cubicBezTo>
                </a:path>
              </a:pathLst>
            </a:custGeom>
            <a:solidFill>
              <a:srgbClr val="6B2D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540" name="Freeform 27">
              <a:extLst>
                <a:ext uri="{FF2B5EF4-FFF2-40B4-BE49-F238E27FC236}">
                  <a16:creationId xmlns:a16="http://schemas.microsoft.com/office/drawing/2014/main" id="{A5647A57-63AD-48B2-B8E6-9EB56563288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5" y="2392"/>
              <a:ext cx="84" cy="167"/>
            </a:xfrm>
            <a:custGeom>
              <a:avLst/>
              <a:gdLst>
                <a:gd name="T0" fmla="*/ 0 w 52"/>
                <a:gd name="T1" fmla="*/ 0 h 104"/>
                <a:gd name="T2" fmla="*/ 126 w 52"/>
                <a:gd name="T3" fmla="*/ 206 h 104"/>
                <a:gd name="T4" fmla="*/ 207 w 52"/>
                <a:gd name="T5" fmla="*/ 430 h 104"/>
                <a:gd name="T6" fmla="*/ 170 w 52"/>
                <a:gd name="T7" fmla="*/ 336 h 104"/>
                <a:gd name="T8" fmla="*/ 105 w 52"/>
                <a:gd name="T9" fmla="*/ 281 h 104"/>
                <a:gd name="T10" fmla="*/ 105 w 52"/>
                <a:gd name="T11" fmla="*/ 199 h 104"/>
                <a:gd name="T12" fmla="*/ 81 w 52"/>
                <a:gd name="T13" fmla="*/ 141 h 104"/>
                <a:gd name="T14" fmla="*/ 8 w 52"/>
                <a:gd name="T15" fmla="*/ 16 h 10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2" h="104">
                  <a:moveTo>
                    <a:pt x="0" y="0"/>
                  </a:moveTo>
                  <a:cubicBezTo>
                    <a:pt x="10" y="16"/>
                    <a:pt x="21" y="32"/>
                    <a:pt x="30" y="50"/>
                  </a:cubicBezTo>
                  <a:cubicBezTo>
                    <a:pt x="38" y="64"/>
                    <a:pt x="52" y="86"/>
                    <a:pt x="49" y="104"/>
                  </a:cubicBezTo>
                  <a:cubicBezTo>
                    <a:pt x="41" y="102"/>
                    <a:pt x="43" y="87"/>
                    <a:pt x="40" y="81"/>
                  </a:cubicBezTo>
                  <a:cubicBezTo>
                    <a:pt x="36" y="72"/>
                    <a:pt x="29" y="74"/>
                    <a:pt x="25" y="68"/>
                  </a:cubicBezTo>
                  <a:cubicBezTo>
                    <a:pt x="22" y="63"/>
                    <a:pt x="26" y="54"/>
                    <a:pt x="25" y="48"/>
                  </a:cubicBezTo>
                  <a:cubicBezTo>
                    <a:pt x="24" y="43"/>
                    <a:pt x="22" y="38"/>
                    <a:pt x="19" y="34"/>
                  </a:cubicBezTo>
                  <a:cubicBezTo>
                    <a:pt x="13" y="24"/>
                    <a:pt x="9" y="12"/>
                    <a:pt x="2" y="4"/>
                  </a:cubicBezTo>
                </a:path>
              </a:pathLst>
            </a:custGeom>
            <a:solidFill>
              <a:srgbClr val="6B2D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541" name="Freeform 28">
              <a:extLst>
                <a:ext uri="{FF2B5EF4-FFF2-40B4-BE49-F238E27FC236}">
                  <a16:creationId xmlns:a16="http://schemas.microsoft.com/office/drawing/2014/main" id="{A469B77F-60E0-4E8D-8D6B-5BEEF2A923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9" y="1903"/>
              <a:ext cx="102" cy="85"/>
            </a:xfrm>
            <a:custGeom>
              <a:avLst/>
              <a:gdLst>
                <a:gd name="T0" fmla="*/ 55 w 63"/>
                <a:gd name="T1" fmla="*/ 35 h 53"/>
                <a:gd name="T2" fmla="*/ 267 w 63"/>
                <a:gd name="T3" fmla="*/ 56 h 53"/>
                <a:gd name="T4" fmla="*/ 152 w 63"/>
                <a:gd name="T5" fmla="*/ 56 h 53"/>
                <a:gd name="T6" fmla="*/ 0 w 63"/>
                <a:gd name="T7" fmla="*/ 26 h 5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3" h="53">
                  <a:moveTo>
                    <a:pt x="13" y="9"/>
                  </a:moveTo>
                  <a:cubicBezTo>
                    <a:pt x="28" y="10"/>
                    <a:pt x="57" y="53"/>
                    <a:pt x="63" y="14"/>
                  </a:cubicBezTo>
                  <a:cubicBezTo>
                    <a:pt x="56" y="27"/>
                    <a:pt x="44" y="19"/>
                    <a:pt x="36" y="14"/>
                  </a:cubicBezTo>
                  <a:cubicBezTo>
                    <a:pt x="25" y="6"/>
                    <a:pt x="12" y="0"/>
                    <a:pt x="0" y="6"/>
                  </a:cubicBezTo>
                </a:path>
              </a:pathLst>
            </a:custGeom>
            <a:solidFill>
              <a:srgbClr val="6B2D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542" name="Freeform 29">
              <a:extLst>
                <a:ext uri="{FF2B5EF4-FFF2-40B4-BE49-F238E27FC236}">
                  <a16:creationId xmlns:a16="http://schemas.microsoft.com/office/drawing/2014/main" id="{EE7A2781-3037-44DE-8F5F-4D8889BC3C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1" y="1906"/>
              <a:ext cx="88" cy="74"/>
            </a:xfrm>
            <a:custGeom>
              <a:avLst/>
              <a:gdLst>
                <a:gd name="T0" fmla="*/ 13 w 55"/>
                <a:gd name="T1" fmla="*/ 90 h 46"/>
                <a:gd name="T2" fmla="*/ 226 w 55"/>
                <a:gd name="T3" fmla="*/ 37 h 46"/>
                <a:gd name="T4" fmla="*/ 0 w 55"/>
                <a:gd name="T5" fmla="*/ 82 h 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5" h="46">
                  <a:moveTo>
                    <a:pt x="3" y="22"/>
                  </a:moveTo>
                  <a:cubicBezTo>
                    <a:pt x="11" y="46"/>
                    <a:pt x="43" y="8"/>
                    <a:pt x="55" y="9"/>
                  </a:cubicBezTo>
                  <a:cubicBezTo>
                    <a:pt x="32" y="0"/>
                    <a:pt x="20" y="27"/>
                    <a:pt x="0" y="20"/>
                  </a:cubicBezTo>
                </a:path>
              </a:pathLst>
            </a:custGeom>
            <a:solidFill>
              <a:srgbClr val="6B2D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543" name="Freeform 30">
              <a:extLst>
                <a:ext uri="{FF2B5EF4-FFF2-40B4-BE49-F238E27FC236}">
                  <a16:creationId xmlns:a16="http://schemas.microsoft.com/office/drawing/2014/main" id="{CE8E2FEF-3655-4EF3-B81B-11730BBDFF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7" y="1522"/>
              <a:ext cx="42" cy="392"/>
            </a:xfrm>
            <a:custGeom>
              <a:avLst/>
              <a:gdLst>
                <a:gd name="T0" fmla="*/ 97 w 26"/>
                <a:gd name="T1" fmla="*/ 0 h 244"/>
                <a:gd name="T2" fmla="*/ 97 w 26"/>
                <a:gd name="T3" fmla="*/ 431 h 244"/>
                <a:gd name="T4" fmla="*/ 42 w 26"/>
                <a:gd name="T5" fmla="*/ 888 h 244"/>
                <a:gd name="T6" fmla="*/ 26 w 26"/>
                <a:gd name="T7" fmla="*/ 1012 h 244"/>
                <a:gd name="T8" fmla="*/ 34 w 26"/>
                <a:gd name="T9" fmla="*/ 594 h 244"/>
                <a:gd name="T10" fmla="*/ 97 w 26"/>
                <a:gd name="T11" fmla="*/ 0 h 24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6" h="244">
                  <a:moveTo>
                    <a:pt x="23" y="0"/>
                  </a:moveTo>
                  <a:cubicBezTo>
                    <a:pt x="25" y="18"/>
                    <a:pt x="25" y="71"/>
                    <a:pt x="23" y="104"/>
                  </a:cubicBezTo>
                  <a:cubicBezTo>
                    <a:pt x="21" y="137"/>
                    <a:pt x="14" y="196"/>
                    <a:pt x="10" y="214"/>
                  </a:cubicBezTo>
                  <a:cubicBezTo>
                    <a:pt x="6" y="232"/>
                    <a:pt x="6" y="244"/>
                    <a:pt x="6" y="244"/>
                  </a:cubicBezTo>
                  <a:cubicBezTo>
                    <a:pt x="0" y="218"/>
                    <a:pt x="7" y="160"/>
                    <a:pt x="8" y="143"/>
                  </a:cubicBezTo>
                  <a:cubicBezTo>
                    <a:pt x="9" y="126"/>
                    <a:pt x="26" y="23"/>
                    <a:pt x="23" y="0"/>
                  </a:cubicBezTo>
                </a:path>
              </a:pathLst>
            </a:custGeom>
            <a:solidFill>
              <a:srgbClr val="6B2D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544" name="Freeform 31">
              <a:extLst>
                <a:ext uri="{FF2B5EF4-FFF2-40B4-BE49-F238E27FC236}">
                  <a16:creationId xmlns:a16="http://schemas.microsoft.com/office/drawing/2014/main" id="{8992EE7C-50C1-40E0-806A-30877A2E73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0" y="1938"/>
              <a:ext cx="98" cy="378"/>
            </a:xfrm>
            <a:custGeom>
              <a:avLst/>
              <a:gdLst>
                <a:gd name="T0" fmla="*/ 238 w 61"/>
                <a:gd name="T1" fmla="*/ 0 h 235"/>
                <a:gd name="T2" fmla="*/ 157 w 61"/>
                <a:gd name="T3" fmla="*/ 512 h 235"/>
                <a:gd name="T4" fmla="*/ 0 w 61"/>
                <a:gd name="T5" fmla="*/ 978 h 235"/>
                <a:gd name="T6" fmla="*/ 101 w 61"/>
                <a:gd name="T7" fmla="*/ 536 h 235"/>
                <a:gd name="T8" fmla="*/ 238 w 61"/>
                <a:gd name="T9" fmla="*/ 0 h 2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1" h="235">
                  <a:moveTo>
                    <a:pt x="57" y="0"/>
                  </a:moveTo>
                  <a:cubicBezTo>
                    <a:pt x="58" y="26"/>
                    <a:pt x="61" y="66"/>
                    <a:pt x="38" y="123"/>
                  </a:cubicBezTo>
                  <a:cubicBezTo>
                    <a:pt x="15" y="180"/>
                    <a:pt x="3" y="219"/>
                    <a:pt x="0" y="235"/>
                  </a:cubicBezTo>
                  <a:cubicBezTo>
                    <a:pt x="2" y="211"/>
                    <a:pt x="14" y="159"/>
                    <a:pt x="24" y="129"/>
                  </a:cubicBezTo>
                  <a:cubicBezTo>
                    <a:pt x="34" y="99"/>
                    <a:pt x="61" y="21"/>
                    <a:pt x="57" y="0"/>
                  </a:cubicBezTo>
                </a:path>
              </a:pathLst>
            </a:custGeom>
            <a:solidFill>
              <a:srgbClr val="6B2D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545" name="Freeform 32">
              <a:extLst>
                <a:ext uri="{FF2B5EF4-FFF2-40B4-BE49-F238E27FC236}">
                  <a16:creationId xmlns:a16="http://schemas.microsoft.com/office/drawing/2014/main" id="{A4787BF4-7F23-49B3-9CCB-BCE2ED4692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3" y="2452"/>
              <a:ext cx="86" cy="146"/>
            </a:xfrm>
            <a:custGeom>
              <a:avLst/>
              <a:gdLst>
                <a:gd name="T0" fmla="*/ 0 w 53"/>
                <a:gd name="T1" fmla="*/ 120 h 91"/>
                <a:gd name="T2" fmla="*/ 136 w 53"/>
                <a:gd name="T3" fmla="*/ 0 h 91"/>
                <a:gd name="T4" fmla="*/ 123 w 53"/>
                <a:gd name="T5" fmla="*/ 124 h 91"/>
                <a:gd name="T6" fmla="*/ 149 w 53"/>
                <a:gd name="T7" fmla="*/ 165 h 91"/>
                <a:gd name="T8" fmla="*/ 200 w 53"/>
                <a:gd name="T9" fmla="*/ 186 h 91"/>
                <a:gd name="T10" fmla="*/ 157 w 53"/>
                <a:gd name="T11" fmla="*/ 260 h 91"/>
                <a:gd name="T12" fmla="*/ 109 w 53"/>
                <a:gd name="T13" fmla="*/ 306 h 91"/>
                <a:gd name="T14" fmla="*/ 84 w 53"/>
                <a:gd name="T15" fmla="*/ 375 h 91"/>
                <a:gd name="T16" fmla="*/ 21 w 53"/>
                <a:gd name="T17" fmla="*/ 136 h 9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3" h="91">
                  <a:moveTo>
                    <a:pt x="0" y="29"/>
                  </a:moveTo>
                  <a:cubicBezTo>
                    <a:pt x="18" y="27"/>
                    <a:pt x="20" y="9"/>
                    <a:pt x="32" y="0"/>
                  </a:cubicBezTo>
                  <a:cubicBezTo>
                    <a:pt x="37" y="9"/>
                    <a:pt x="26" y="19"/>
                    <a:pt x="29" y="30"/>
                  </a:cubicBezTo>
                  <a:cubicBezTo>
                    <a:pt x="30" y="34"/>
                    <a:pt x="32" y="37"/>
                    <a:pt x="35" y="40"/>
                  </a:cubicBezTo>
                  <a:cubicBezTo>
                    <a:pt x="38" y="43"/>
                    <a:pt x="45" y="42"/>
                    <a:pt x="47" y="45"/>
                  </a:cubicBezTo>
                  <a:cubicBezTo>
                    <a:pt x="53" y="51"/>
                    <a:pt x="42" y="58"/>
                    <a:pt x="37" y="63"/>
                  </a:cubicBezTo>
                  <a:cubicBezTo>
                    <a:pt x="33" y="67"/>
                    <a:pt x="28" y="69"/>
                    <a:pt x="25" y="74"/>
                  </a:cubicBezTo>
                  <a:cubicBezTo>
                    <a:pt x="22" y="80"/>
                    <a:pt x="23" y="86"/>
                    <a:pt x="20" y="91"/>
                  </a:cubicBezTo>
                  <a:cubicBezTo>
                    <a:pt x="14" y="75"/>
                    <a:pt x="5" y="50"/>
                    <a:pt x="5" y="33"/>
                  </a:cubicBezTo>
                </a:path>
              </a:pathLst>
            </a:custGeom>
            <a:solidFill>
              <a:srgbClr val="6B2D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546" name="Freeform 33">
              <a:extLst>
                <a:ext uri="{FF2B5EF4-FFF2-40B4-BE49-F238E27FC236}">
                  <a16:creationId xmlns:a16="http://schemas.microsoft.com/office/drawing/2014/main" id="{9FB8E201-2F28-4AAD-9EA6-454DC1E8283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7" y="2339"/>
              <a:ext cx="36" cy="198"/>
            </a:xfrm>
            <a:custGeom>
              <a:avLst/>
              <a:gdLst>
                <a:gd name="T0" fmla="*/ 43 w 22"/>
                <a:gd name="T1" fmla="*/ 90 h 123"/>
                <a:gd name="T2" fmla="*/ 77 w 22"/>
                <a:gd name="T3" fmla="*/ 262 h 123"/>
                <a:gd name="T4" fmla="*/ 56 w 22"/>
                <a:gd name="T5" fmla="*/ 514 h 123"/>
                <a:gd name="T6" fmla="*/ 8 w 22"/>
                <a:gd name="T7" fmla="*/ 212 h 123"/>
                <a:gd name="T8" fmla="*/ 13 w 22"/>
                <a:gd name="T9" fmla="*/ 111 h 123"/>
                <a:gd name="T10" fmla="*/ 18 w 22"/>
                <a:gd name="T11" fmla="*/ 0 h 123"/>
                <a:gd name="T12" fmla="*/ 43 w 22"/>
                <a:gd name="T13" fmla="*/ 68 h 123"/>
                <a:gd name="T14" fmla="*/ 47 w 22"/>
                <a:gd name="T15" fmla="*/ 116 h 12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2" h="123">
                  <a:moveTo>
                    <a:pt x="10" y="22"/>
                  </a:moveTo>
                  <a:cubicBezTo>
                    <a:pt x="9" y="38"/>
                    <a:pt x="15" y="47"/>
                    <a:pt x="18" y="63"/>
                  </a:cubicBezTo>
                  <a:cubicBezTo>
                    <a:pt x="22" y="82"/>
                    <a:pt x="20" y="105"/>
                    <a:pt x="13" y="123"/>
                  </a:cubicBezTo>
                  <a:cubicBezTo>
                    <a:pt x="19" y="98"/>
                    <a:pt x="7" y="75"/>
                    <a:pt x="2" y="51"/>
                  </a:cubicBezTo>
                  <a:cubicBezTo>
                    <a:pt x="0" y="41"/>
                    <a:pt x="2" y="37"/>
                    <a:pt x="3" y="27"/>
                  </a:cubicBezTo>
                  <a:cubicBezTo>
                    <a:pt x="4" y="18"/>
                    <a:pt x="2" y="10"/>
                    <a:pt x="4" y="0"/>
                  </a:cubicBezTo>
                  <a:cubicBezTo>
                    <a:pt x="5" y="6"/>
                    <a:pt x="9" y="11"/>
                    <a:pt x="10" y="16"/>
                  </a:cubicBezTo>
                  <a:cubicBezTo>
                    <a:pt x="11" y="20"/>
                    <a:pt x="10" y="24"/>
                    <a:pt x="11" y="28"/>
                  </a:cubicBezTo>
                </a:path>
              </a:pathLst>
            </a:custGeom>
            <a:solidFill>
              <a:srgbClr val="6B2D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547" name="Freeform 34">
              <a:extLst>
                <a:ext uri="{FF2B5EF4-FFF2-40B4-BE49-F238E27FC236}">
                  <a16:creationId xmlns:a16="http://schemas.microsoft.com/office/drawing/2014/main" id="{E3FFDBC7-4E17-4399-833A-C0D06CB588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8" y="2440"/>
              <a:ext cx="74" cy="76"/>
            </a:xfrm>
            <a:custGeom>
              <a:avLst/>
              <a:gdLst>
                <a:gd name="T0" fmla="*/ 47 w 46"/>
                <a:gd name="T1" fmla="*/ 139 h 47"/>
                <a:gd name="T2" fmla="*/ 116 w 46"/>
                <a:gd name="T3" fmla="*/ 110 h 47"/>
                <a:gd name="T4" fmla="*/ 191 w 46"/>
                <a:gd name="T5" fmla="*/ 0 h 47"/>
                <a:gd name="T6" fmla="*/ 0 w 46"/>
                <a:gd name="T7" fmla="*/ 199 h 4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6" h="47">
                  <a:moveTo>
                    <a:pt x="11" y="33"/>
                  </a:moveTo>
                  <a:cubicBezTo>
                    <a:pt x="16" y="28"/>
                    <a:pt x="22" y="29"/>
                    <a:pt x="28" y="26"/>
                  </a:cubicBezTo>
                  <a:cubicBezTo>
                    <a:pt x="39" y="21"/>
                    <a:pt x="41" y="11"/>
                    <a:pt x="46" y="0"/>
                  </a:cubicBezTo>
                  <a:cubicBezTo>
                    <a:pt x="30" y="17"/>
                    <a:pt x="6" y="24"/>
                    <a:pt x="0" y="47"/>
                  </a:cubicBezTo>
                </a:path>
              </a:pathLst>
            </a:custGeom>
            <a:solidFill>
              <a:srgbClr val="6B2D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548" name="Freeform 35">
              <a:extLst>
                <a:ext uri="{FF2B5EF4-FFF2-40B4-BE49-F238E27FC236}">
                  <a16:creationId xmlns:a16="http://schemas.microsoft.com/office/drawing/2014/main" id="{A9E91BC9-14BE-438A-A0B7-72BC8CAB4B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8" y="1277"/>
              <a:ext cx="122" cy="323"/>
            </a:xfrm>
            <a:custGeom>
              <a:avLst/>
              <a:gdLst>
                <a:gd name="T0" fmla="*/ 315 w 76"/>
                <a:gd name="T1" fmla="*/ 0 h 201"/>
                <a:gd name="T2" fmla="*/ 67 w 76"/>
                <a:gd name="T3" fmla="*/ 273 h 201"/>
                <a:gd name="T4" fmla="*/ 5 w 76"/>
                <a:gd name="T5" fmla="*/ 672 h 201"/>
                <a:gd name="T6" fmla="*/ 8 w 76"/>
                <a:gd name="T7" fmla="*/ 834 h 201"/>
                <a:gd name="T8" fmla="*/ 75 w 76"/>
                <a:gd name="T9" fmla="*/ 460 h 201"/>
                <a:gd name="T10" fmla="*/ 315 w 76"/>
                <a:gd name="T11" fmla="*/ 0 h 20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6" h="201">
                  <a:moveTo>
                    <a:pt x="76" y="0"/>
                  </a:moveTo>
                  <a:cubicBezTo>
                    <a:pt x="57" y="0"/>
                    <a:pt x="29" y="22"/>
                    <a:pt x="16" y="66"/>
                  </a:cubicBezTo>
                  <a:cubicBezTo>
                    <a:pt x="3" y="110"/>
                    <a:pt x="2" y="146"/>
                    <a:pt x="1" y="162"/>
                  </a:cubicBezTo>
                  <a:cubicBezTo>
                    <a:pt x="0" y="178"/>
                    <a:pt x="5" y="190"/>
                    <a:pt x="2" y="201"/>
                  </a:cubicBezTo>
                  <a:cubicBezTo>
                    <a:pt x="6" y="185"/>
                    <a:pt x="12" y="130"/>
                    <a:pt x="18" y="111"/>
                  </a:cubicBezTo>
                  <a:cubicBezTo>
                    <a:pt x="24" y="92"/>
                    <a:pt x="34" y="7"/>
                    <a:pt x="76" y="0"/>
                  </a:cubicBezTo>
                </a:path>
              </a:pathLst>
            </a:custGeom>
            <a:solidFill>
              <a:srgbClr val="7E39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549" name="Freeform 36">
              <a:extLst>
                <a:ext uri="{FF2B5EF4-FFF2-40B4-BE49-F238E27FC236}">
                  <a16:creationId xmlns:a16="http://schemas.microsoft.com/office/drawing/2014/main" id="{367495E9-876B-4E47-856F-F3E91B858BA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2" y="1938"/>
              <a:ext cx="27" cy="329"/>
            </a:xfrm>
            <a:custGeom>
              <a:avLst/>
              <a:gdLst>
                <a:gd name="T0" fmla="*/ 0 w 17"/>
                <a:gd name="T1" fmla="*/ 856 h 204"/>
                <a:gd name="T2" fmla="*/ 25 w 17"/>
                <a:gd name="T3" fmla="*/ 466 h 204"/>
                <a:gd name="T4" fmla="*/ 60 w 17"/>
                <a:gd name="T5" fmla="*/ 0 h 204"/>
                <a:gd name="T6" fmla="*/ 64 w 17"/>
                <a:gd name="T7" fmla="*/ 348 h 204"/>
                <a:gd name="T8" fmla="*/ 0 w 17"/>
                <a:gd name="T9" fmla="*/ 856 h 20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204">
                  <a:moveTo>
                    <a:pt x="0" y="204"/>
                  </a:moveTo>
                  <a:cubicBezTo>
                    <a:pt x="0" y="198"/>
                    <a:pt x="6" y="148"/>
                    <a:pt x="6" y="111"/>
                  </a:cubicBezTo>
                  <a:cubicBezTo>
                    <a:pt x="6" y="70"/>
                    <a:pt x="9" y="29"/>
                    <a:pt x="15" y="0"/>
                  </a:cubicBezTo>
                  <a:cubicBezTo>
                    <a:pt x="12" y="18"/>
                    <a:pt x="15" y="56"/>
                    <a:pt x="16" y="83"/>
                  </a:cubicBezTo>
                  <a:cubicBezTo>
                    <a:pt x="17" y="110"/>
                    <a:pt x="9" y="179"/>
                    <a:pt x="0" y="204"/>
                  </a:cubicBezTo>
                </a:path>
              </a:pathLst>
            </a:custGeom>
            <a:solidFill>
              <a:srgbClr val="7E39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550" name="Freeform 37">
              <a:extLst>
                <a:ext uri="{FF2B5EF4-FFF2-40B4-BE49-F238E27FC236}">
                  <a16:creationId xmlns:a16="http://schemas.microsoft.com/office/drawing/2014/main" id="{76EE3A59-A381-4762-9D30-23DD250ECA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5" y="1773"/>
              <a:ext cx="42" cy="350"/>
            </a:xfrm>
            <a:custGeom>
              <a:avLst/>
              <a:gdLst>
                <a:gd name="T0" fmla="*/ 5 w 26"/>
                <a:gd name="T1" fmla="*/ 0 h 218"/>
                <a:gd name="T2" fmla="*/ 42 w 26"/>
                <a:gd name="T3" fmla="*/ 289 h 218"/>
                <a:gd name="T4" fmla="*/ 63 w 26"/>
                <a:gd name="T5" fmla="*/ 621 h 218"/>
                <a:gd name="T6" fmla="*/ 110 w 26"/>
                <a:gd name="T7" fmla="*/ 902 h 218"/>
                <a:gd name="T8" fmla="*/ 105 w 26"/>
                <a:gd name="T9" fmla="*/ 592 h 218"/>
                <a:gd name="T10" fmla="*/ 84 w 26"/>
                <a:gd name="T11" fmla="*/ 258 h 218"/>
                <a:gd name="T12" fmla="*/ 5 w 26"/>
                <a:gd name="T13" fmla="*/ 0 h 2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" h="218">
                  <a:moveTo>
                    <a:pt x="1" y="0"/>
                  </a:moveTo>
                  <a:cubicBezTo>
                    <a:pt x="5" y="31"/>
                    <a:pt x="5" y="43"/>
                    <a:pt x="10" y="70"/>
                  </a:cubicBezTo>
                  <a:cubicBezTo>
                    <a:pt x="15" y="97"/>
                    <a:pt x="12" y="113"/>
                    <a:pt x="15" y="150"/>
                  </a:cubicBezTo>
                  <a:cubicBezTo>
                    <a:pt x="18" y="187"/>
                    <a:pt x="19" y="205"/>
                    <a:pt x="26" y="218"/>
                  </a:cubicBezTo>
                  <a:cubicBezTo>
                    <a:pt x="24" y="196"/>
                    <a:pt x="24" y="163"/>
                    <a:pt x="25" y="143"/>
                  </a:cubicBezTo>
                  <a:cubicBezTo>
                    <a:pt x="26" y="123"/>
                    <a:pt x="25" y="79"/>
                    <a:pt x="20" y="62"/>
                  </a:cubicBezTo>
                  <a:cubicBezTo>
                    <a:pt x="15" y="45"/>
                    <a:pt x="0" y="7"/>
                    <a:pt x="1" y="0"/>
                  </a:cubicBezTo>
                </a:path>
              </a:pathLst>
            </a:custGeom>
            <a:solidFill>
              <a:srgbClr val="7E39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551" name="Freeform 38">
              <a:extLst>
                <a:ext uri="{FF2B5EF4-FFF2-40B4-BE49-F238E27FC236}">
                  <a16:creationId xmlns:a16="http://schemas.microsoft.com/office/drawing/2014/main" id="{ADDC8258-FE32-4B9A-AAC9-05DEDE6CAC8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8" y="2471"/>
              <a:ext cx="56" cy="487"/>
            </a:xfrm>
            <a:custGeom>
              <a:avLst/>
              <a:gdLst>
                <a:gd name="T0" fmla="*/ 56 w 35"/>
                <a:gd name="T1" fmla="*/ 596 h 303"/>
                <a:gd name="T2" fmla="*/ 144 w 35"/>
                <a:gd name="T3" fmla="*/ 1258 h 303"/>
                <a:gd name="T4" fmla="*/ 34 w 35"/>
                <a:gd name="T5" fmla="*/ 788 h 303"/>
                <a:gd name="T6" fmla="*/ 54 w 35"/>
                <a:gd name="T7" fmla="*/ 0 h 303"/>
                <a:gd name="T8" fmla="*/ 56 w 35"/>
                <a:gd name="T9" fmla="*/ 596 h 30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303">
                  <a:moveTo>
                    <a:pt x="14" y="144"/>
                  </a:moveTo>
                  <a:cubicBezTo>
                    <a:pt x="13" y="179"/>
                    <a:pt x="30" y="282"/>
                    <a:pt x="35" y="303"/>
                  </a:cubicBezTo>
                  <a:cubicBezTo>
                    <a:pt x="26" y="280"/>
                    <a:pt x="16" y="250"/>
                    <a:pt x="8" y="190"/>
                  </a:cubicBezTo>
                  <a:cubicBezTo>
                    <a:pt x="0" y="130"/>
                    <a:pt x="3" y="44"/>
                    <a:pt x="13" y="0"/>
                  </a:cubicBezTo>
                  <a:cubicBezTo>
                    <a:pt x="11" y="35"/>
                    <a:pt x="17" y="116"/>
                    <a:pt x="14" y="144"/>
                  </a:cubicBezTo>
                </a:path>
              </a:pathLst>
            </a:custGeom>
            <a:solidFill>
              <a:srgbClr val="7E39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552" name="Freeform 39">
              <a:extLst>
                <a:ext uri="{FF2B5EF4-FFF2-40B4-BE49-F238E27FC236}">
                  <a16:creationId xmlns:a16="http://schemas.microsoft.com/office/drawing/2014/main" id="{95B0E92C-EFCA-47B3-B07B-AA09EFF26B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4" y="2471"/>
              <a:ext cx="56" cy="487"/>
            </a:xfrm>
            <a:custGeom>
              <a:avLst/>
              <a:gdLst>
                <a:gd name="T0" fmla="*/ 86 w 35"/>
                <a:gd name="T1" fmla="*/ 596 h 303"/>
                <a:gd name="T2" fmla="*/ 0 w 35"/>
                <a:gd name="T3" fmla="*/ 1258 h 303"/>
                <a:gd name="T4" fmla="*/ 110 w 35"/>
                <a:gd name="T5" fmla="*/ 788 h 303"/>
                <a:gd name="T6" fmla="*/ 90 w 35"/>
                <a:gd name="T7" fmla="*/ 0 h 303"/>
                <a:gd name="T8" fmla="*/ 86 w 35"/>
                <a:gd name="T9" fmla="*/ 596 h 30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303">
                  <a:moveTo>
                    <a:pt x="21" y="144"/>
                  </a:moveTo>
                  <a:cubicBezTo>
                    <a:pt x="22" y="179"/>
                    <a:pt x="5" y="282"/>
                    <a:pt x="0" y="303"/>
                  </a:cubicBezTo>
                  <a:cubicBezTo>
                    <a:pt x="9" y="280"/>
                    <a:pt x="19" y="250"/>
                    <a:pt x="27" y="190"/>
                  </a:cubicBezTo>
                  <a:cubicBezTo>
                    <a:pt x="35" y="130"/>
                    <a:pt x="32" y="44"/>
                    <a:pt x="22" y="0"/>
                  </a:cubicBezTo>
                  <a:cubicBezTo>
                    <a:pt x="24" y="35"/>
                    <a:pt x="18" y="116"/>
                    <a:pt x="21" y="144"/>
                  </a:cubicBezTo>
                </a:path>
              </a:pathLst>
            </a:custGeom>
            <a:solidFill>
              <a:srgbClr val="6B2D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553" name="Freeform 40">
              <a:extLst>
                <a:ext uri="{FF2B5EF4-FFF2-40B4-BE49-F238E27FC236}">
                  <a16:creationId xmlns:a16="http://schemas.microsoft.com/office/drawing/2014/main" id="{927DD5E1-C6CB-4EBB-8ED8-6377E23B40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3" y="3288"/>
              <a:ext cx="84" cy="451"/>
            </a:xfrm>
            <a:custGeom>
              <a:avLst/>
              <a:gdLst>
                <a:gd name="T0" fmla="*/ 50 w 52"/>
                <a:gd name="T1" fmla="*/ 0 h 280"/>
                <a:gd name="T2" fmla="*/ 60 w 52"/>
                <a:gd name="T3" fmla="*/ 615 h 280"/>
                <a:gd name="T4" fmla="*/ 220 w 52"/>
                <a:gd name="T5" fmla="*/ 1169 h 280"/>
                <a:gd name="T6" fmla="*/ 102 w 52"/>
                <a:gd name="T7" fmla="*/ 594 h 280"/>
                <a:gd name="T8" fmla="*/ 50 w 52"/>
                <a:gd name="T9" fmla="*/ 0 h 2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" h="280">
                  <a:moveTo>
                    <a:pt x="12" y="0"/>
                  </a:moveTo>
                  <a:cubicBezTo>
                    <a:pt x="11" y="34"/>
                    <a:pt x="0" y="81"/>
                    <a:pt x="14" y="147"/>
                  </a:cubicBezTo>
                  <a:cubicBezTo>
                    <a:pt x="28" y="213"/>
                    <a:pt x="47" y="258"/>
                    <a:pt x="52" y="280"/>
                  </a:cubicBezTo>
                  <a:cubicBezTo>
                    <a:pt x="46" y="251"/>
                    <a:pt x="28" y="168"/>
                    <a:pt x="24" y="142"/>
                  </a:cubicBezTo>
                  <a:cubicBezTo>
                    <a:pt x="20" y="116"/>
                    <a:pt x="10" y="37"/>
                    <a:pt x="12" y="0"/>
                  </a:cubicBezTo>
                </a:path>
              </a:pathLst>
            </a:custGeom>
            <a:solidFill>
              <a:srgbClr val="7E39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554" name="Freeform 41">
              <a:extLst>
                <a:ext uri="{FF2B5EF4-FFF2-40B4-BE49-F238E27FC236}">
                  <a16:creationId xmlns:a16="http://schemas.microsoft.com/office/drawing/2014/main" id="{15DFE08B-D8F4-4ADC-BE94-357BA08B59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1" y="2572"/>
              <a:ext cx="58" cy="594"/>
            </a:xfrm>
            <a:custGeom>
              <a:avLst/>
              <a:gdLst>
                <a:gd name="T0" fmla="*/ 34 w 36"/>
                <a:gd name="T1" fmla="*/ 860 h 369"/>
                <a:gd name="T2" fmla="*/ 13 w 36"/>
                <a:gd name="T3" fmla="*/ 1539 h 369"/>
                <a:gd name="T4" fmla="*/ 63 w 36"/>
                <a:gd name="T5" fmla="*/ 1013 h 369"/>
                <a:gd name="T6" fmla="*/ 150 w 36"/>
                <a:gd name="T7" fmla="*/ 0 h 369"/>
                <a:gd name="T8" fmla="*/ 34 w 36"/>
                <a:gd name="T9" fmla="*/ 860 h 36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369">
                  <a:moveTo>
                    <a:pt x="8" y="206"/>
                  </a:moveTo>
                  <a:cubicBezTo>
                    <a:pt x="0" y="256"/>
                    <a:pt x="4" y="336"/>
                    <a:pt x="3" y="369"/>
                  </a:cubicBezTo>
                  <a:cubicBezTo>
                    <a:pt x="1" y="344"/>
                    <a:pt x="5" y="324"/>
                    <a:pt x="15" y="243"/>
                  </a:cubicBezTo>
                  <a:cubicBezTo>
                    <a:pt x="25" y="162"/>
                    <a:pt x="36" y="30"/>
                    <a:pt x="36" y="0"/>
                  </a:cubicBezTo>
                  <a:cubicBezTo>
                    <a:pt x="33" y="14"/>
                    <a:pt x="13" y="144"/>
                    <a:pt x="8" y="206"/>
                  </a:cubicBezTo>
                </a:path>
              </a:pathLst>
            </a:custGeom>
            <a:solidFill>
              <a:srgbClr val="6B2D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555" name="Freeform 42">
              <a:extLst>
                <a:ext uri="{FF2B5EF4-FFF2-40B4-BE49-F238E27FC236}">
                  <a16:creationId xmlns:a16="http://schemas.microsoft.com/office/drawing/2014/main" id="{5B8E8652-00AA-44E8-B5D6-437045AE5A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1" y="3230"/>
              <a:ext cx="35" cy="420"/>
            </a:xfrm>
            <a:custGeom>
              <a:avLst/>
              <a:gdLst>
                <a:gd name="T0" fmla="*/ 29 w 22"/>
                <a:gd name="T1" fmla="*/ 0 h 261"/>
                <a:gd name="T2" fmla="*/ 84 w 22"/>
                <a:gd name="T3" fmla="*/ 528 h 261"/>
                <a:gd name="T4" fmla="*/ 33 w 22"/>
                <a:gd name="T5" fmla="*/ 1088 h 261"/>
                <a:gd name="T6" fmla="*/ 46 w 22"/>
                <a:gd name="T7" fmla="*/ 404 h 261"/>
                <a:gd name="T8" fmla="*/ 29 w 22"/>
                <a:gd name="T9" fmla="*/ 0 h 26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61">
                  <a:moveTo>
                    <a:pt x="7" y="0"/>
                  </a:moveTo>
                  <a:cubicBezTo>
                    <a:pt x="12" y="24"/>
                    <a:pt x="22" y="92"/>
                    <a:pt x="21" y="127"/>
                  </a:cubicBezTo>
                  <a:cubicBezTo>
                    <a:pt x="20" y="162"/>
                    <a:pt x="11" y="204"/>
                    <a:pt x="8" y="261"/>
                  </a:cubicBezTo>
                  <a:cubicBezTo>
                    <a:pt x="3" y="235"/>
                    <a:pt x="12" y="127"/>
                    <a:pt x="11" y="97"/>
                  </a:cubicBezTo>
                  <a:cubicBezTo>
                    <a:pt x="10" y="67"/>
                    <a:pt x="0" y="7"/>
                    <a:pt x="7" y="0"/>
                  </a:cubicBezTo>
                </a:path>
              </a:pathLst>
            </a:custGeom>
            <a:solidFill>
              <a:srgbClr val="6B2D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556" name="Freeform 43">
              <a:extLst>
                <a:ext uri="{FF2B5EF4-FFF2-40B4-BE49-F238E27FC236}">
                  <a16:creationId xmlns:a16="http://schemas.microsoft.com/office/drawing/2014/main" id="{2A1FBD93-823B-4DE4-8C3A-C37DFDBC9B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1" y="3810"/>
              <a:ext cx="40" cy="186"/>
            </a:xfrm>
            <a:custGeom>
              <a:avLst/>
              <a:gdLst>
                <a:gd name="T0" fmla="*/ 54 w 25"/>
                <a:gd name="T1" fmla="*/ 47 h 116"/>
                <a:gd name="T2" fmla="*/ 54 w 25"/>
                <a:gd name="T3" fmla="*/ 152 h 116"/>
                <a:gd name="T4" fmla="*/ 82 w 25"/>
                <a:gd name="T5" fmla="*/ 239 h 116"/>
                <a:gd name="T6" fmla="*/ 35 w 25"/>
                <a:gd name="T7" fmla="*/ 478 h 116"/>
                <a:gd name="T8" fmla="*/ 56 w 25"/>
                <a:gd name="T9" fmla="*/ 342 h 116"/>
                <a:gd name="T10" fmla="*/ 56 w 25"/>
                <a:gd name="T11" fmla="*/ 295 h 116"/>
                <a:gd name="T12" fmla="*/ 16 w 25"/>
                <a:gd name="T13" fmla="*/ 273 h 116"/>
                <a:gd name="T14" fmla="*/ 29 w 25"/>
                <a:gd name="T15" fmla="*/ 178 h 116"/>
                <a:gd name="T16" fmla="*/ 46 w 25"/>
                <a:gd name="T17" fmla="*/ 0 h 11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5" h="116">
                  <a:moveTo>
                    <a:pt x="13" y="11"/>
                  </a:moveTo>
                  <a:cubicBezTo>
                    <a:pt x="16" y="20"/>
                    <a:pt x="11" y="28"/>
                    <a:pt x="13" y="37"/>
                  </a:cubicBezTo>
                  <a:cubicBezTo>
                    <a:pt x="14" y="44"/>
                    <a:pt x="18" y="51"/>
                    <a:pt x="20" y="58"/>
                  </a:cubicBezTo>
                  <a:cubicBezTo>
                    <a:pt x="25" y="81"/>
                    <a:pt x="17" y="95"/>
                    <a:pt x="9" y="116"/>
                  </a:cubicBezTo>
                  <a:cubicBezTo>
                    <a:pt x="8" y="105"/>
                    <a:pt x="13" y="93"/>
                    <a:pt x="14" y="83"/>
                  </a:cubicBezTo>
                  <a:cubicBezTo>
                    <a:pt x="14" y="79"/>
                    <a:pt x="16" y="75"/>
                    <a:pt x="14" y="72"/>
                  </a:cubicBezTo>
                  <a:cubicBezTo>
                    <a:pt x="11" y="66"/>
                    <a:pt x="6" y="69"/>
                    <a:pt x="4" y="66"/>
                  </a:cubicBezTo>
                  <a:cubicBezTo>
                    <a:pt x="0" y="61"/>
                    <a:pt x="6" y="49"/>
                    <a:pt x="7" y="43"/>
                  </a:cubicBezTo>
                  <a:cubicBezTo>
                    <a:pt x="9" y="29"/>
                    <a:pt x="11" y="14"/>
                    <a:pt x="11" y="0"/>
                  </a:cubicBezTo>
                </a:path>
              </a:pathLst>
            </a:custGeom>
            <a:solidFill>
              <a:srgbClr val="6B2D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557" name="Freeform 44">
              <a:extLst>
                <a:ext uri="{FF2B5EF4-FFF2-40B4-BE49-F238E27FC236}">
                  <a16:creationId xmlns:a16="http://schemas.microsoft.com/office/drawing/2014/main" id="{0CFC9B62-879A-4CF2-950F-7716972AA2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9" y="3980"/>
              <a:ext cx="78" cy="87"/>
            </a:xfrm>
            <a:custGeom>
              <a:avLst/>
              <a:gdLst>
                <a:gd name="T0" fmla="*/ 39 w 48"/>
                <a:gd name="T1" fmla="*/ 226 h 54"/>
                <a:gd name="T2" fmla="*/ 164 w 48"/>
                <a:gd name="T3" fmla="*/ 164 h 54"/>
                <a:gd name="T4" fmla="*/ 193 w 48"/>
                <a:gd name="T5" fmla="*/ 0 h 54"/>
                <a:gd name="T6" fmla="*/ 111 w 48"/>
                <a:gd name="T7" fmla="*/ 114 h 54"/>
                <a:gd name="T8" fmla="*/ 0 w 48"/>
                <a:gd name="T9" fmla="*/ 211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54">
                  <a:moveTo>
                    <a:pt x="9" y="54"/>
                  </a:moveTo>
                  <a:cubicBezTo>
                    <a:pt x="22" y="53"/>
                    <a:pt x="30" y="49"/>
                    <a:pt x="38" y="39"/>
                  </a:cubicBezTo>
                  <a:cubicBezTo>
                    <a:pt x="48" y="26"/>
                    <a:pt x="45" y="15"/>
                    <a:pt x="45" y="0"/>
                  </a:cubicBezTo>
                  <a:cubicBezTo>
                    <a:pt x="38" y="9"/>
                    <a:pt x="43" y="28"/>
                    <a:pt x="26" y="27"/>
                  </a:cubicBezTo>
                  <a:cubicBezTo>
                    <a:pt x="28" y="43"/>
                    <a:pt x="14" y="47"/>
                    <a:pt x="0" y="50"/>
                  </a:cubicBezTo>
                </a:path>
              </a:pathLst>
            </a:custGeom>
            <a:solidFill>
              <a:srgbClr val="6B2D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558" name="Freeform 45">
              <a:extLst>
                <a:ext uri="{FF2B5EF4-FFF2-40B4-BE49-F238E27FC236}">
                  <a16:creationId xmlns:a16="http://schemas.microsoft.com/office/drawing/2014/main" id="{15DF0D0F-C729-4F5D-9285-2A71B41C72B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5" y="3953"/>
              <a:ext cx="67" cy="109"/>
            </a:xfrm>
            <a:custGeom>
              <a:avLst/>
              <a:gdLst>
                <a:gd name="T0" fmla="*/ 0 w 42"/>
                <a:gd name="T1" fmla="*/ 8 h 68"/>
                <a:gd name="T2" fmla="*/ 26 w 42"/>
                <a:gd name="T3" fmla="*/ 123 h 68"/>
                <a:gd name="T4" fmla="*/ 48 w 42"/>
                <a:gd name="T5" fmla="*/ 210 h 68"/>
                <a:gd name="T6" fmla="*/ 97 w 42"/>
                <a:gd name="T7" fmla="*/ 273 h 68"/>
                <a:gd name="T8" fmla="*/ 171 w 42"/>
                <a:gd name="T9" fmla="*/ 260 h 68"/>
                <a:gd name="T10" fmla="*/ 81 w 42"/>
                <a:gd name="T11" fmla="*/ 149 h 68"/>
                <a:gd name="T12" fmla="*/ 48 w 42"/>
                <a:gd name="T13" fmla="*/ 82 h 68"/>
                <a:gd name="T14" fmla="*/ 13 w 42"/>
                <a:gd name="T15" fmla="*/ 0 h 6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2" h="68">
                  <a:moveTo>
                    <a:pt x="0" y="2"/>
                  </a:moveTo>
                  <a:cubicBezTo>
                    <a:pt x="7" y="9"/>
                    <a:pt x="6" y="21"/>
                    <a:pt x="6" y="30"/>
                  </a:cubicBezTo>
                  <a:cubicBezTo>
                    <a:pt x="6" y="40"/>
                    <a:pt x="9" y="42"/>
                    <a:pt x="12" y="51"/>
                  </a:cubicBezTo>
                  <a:cubicBezTo>
                    <a:pt x="15" y="59"/>
                    <a:pt x="13" y="63"/>
                    <a:pt x="24" y="66"/>
                  </a:cubicBezTo>
                  <a:cubicBezTo>
                    <a:pt x="29" y="67"/>
                    <a:pt x="39" y="68"/>
                    <a:pt x="42" y="63"/>
                  </a:cubicBezTo>
                  <a:cubicBezTo>
                    <a:pt x="21" y="65"/>
                    <a:pt x="18" y="52"/>
                    <a:pt x="20" y="36"/>
                  </a:cubicBezTo>
                  <a:cubicBezTo>
                    <a:pt x="14" y="34"/>
                    <a:pt x="14" y="25"/>
                    <a:pt x="12" y="20"/>
                  </a:cubicBezTo>
                  <a:cubicBezTo>
                    <a:pt x="10" y="14"/>
                    <a:pt x="2" y="7"/>
                    <a:pt x="3" y="0"/>
                  </a:cubicBezTo>
                </a:path>
              </a:pathLst>
            </a:custGeom>
            <a:solidFill>
              <a:srgbClr val="7E39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559" name="Freeform 46">
              <a:extLst>
                <a:ext uri="{FF2B5EF4-FFF2-40B4-BE49-F238E27FC236}">
                  <a16:creationId xmlns:a16="http://schemas.microsoft.com/office/drawing/2014/main" id="{E034BDB5-751E-4331-9E94-03E0F76DDA6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4" y="3238"/>
              <a:ext cx="29" cy="459"/>
            </a:xfrm>
            <a:custGeom>
              <a:avLst/>
              <a:gdLst>
                <a:gd name="T0" fmla="*/ 71 w 18"/>
                <a:gd name="T1" fmla="*/ 1155 h 285"/>
                <a:gd name="T2" fmla="*/ 21 w 18"/>
                <a:gd name="T3" fmla="*/ 638 h 285"/>
                <a:gd name="T4" fmla="*/ 68 w 18"/>
                <a:gd name="T5" fmla="*/ 0 h 285"/>
                <a:gd name="T6" fmla="*/ 68 w 18"/>
                <a:gd name="T7" fmla="*/ 472 h 285"/>
                <a:gd name="T8" fmla="*/ 71 w 18"/>
                <a:gd name="T9" fmla="*/ 1155 h 28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285">
                  <a:moveTo>
                    <a:pt x="17" y="276"/>
                  </a:moveTo>
                  <a:cubicBezTo>
                    <a:pt x="16" y="285"/>
                    <a:pt x="10" y="209"/>
                    <a:pt x="5" y="153"/>
                  </a:cubicBezTo>
                  <a:cubicBezTo>
                    <a:pt x="0" y="97"/>
                    <a:pt x="7" y="38"/>
                    <a:pt x="16" y="0"/>
                  </a:cubicBezTo>
                  <a:cubicBezTo>
                    <a:pt x="15" y="13"/>
                    <a:pt x="14" y="87"/>
                    <a:pt x="16" y="113"/>
                  </a:cubicBezTo>
                  <a:cubicBezTo>
                    <a:pt x="18" y="139"/>
                    <a:pt x="18" y="267"/>
                    <a:pt x="17" y="276"/>
                  </a:cubicBezTo>
                </a:path>
              </a:pathLst>
            </a:custGeom>
            <a:solidFill>
              <a:srgbClr val="7E39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560" name="Freeform 47">
              <a:extLst>
                <a:ext uri="{FF2B5EF4-FFF2-40B4-BE49-F238E27FC236}">
                  <a16:creationId xmlns:a16="http://schemas.microsoft.com/office/drawing/2014/main" id="{714C5AEA-7EEE-4788-B96A-C55AE7970F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9" y="3290"/>
              <a:ext cx="64" cy="410"/>
            </a:xfrm>
            <a:custGeom>
              <a:avLst/>
              <a:gdLst>
                <a:gd name="T0" fmla="*/ 0 w 40"/>
                <a:gd name="T1" fmla="*/ 1060 h 255"/>
                <a:gd name="T2" fmla="*/ 123 w 40"/>
                <a:gd name="T3" fmla="*/ 548 h 255"/>
                <a:gd name="T4" fmla="*/ 131 w 40"/>
                <a:gd name="T5" fmla="*/ 0 h 255"/>
                <a:gd name="T6" fmla="*/ 90 w 40"/>
                <a:gd name="T7" fmla="*/ 540 h 255"/>
                <a:gd name="T8" fmla="*/ 0 w 40"/>
                <a:gd name="T9" fmla="*/ 1060 h 2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255">
                  <a:moveTo>
                    <a:pt x="0" y="255"/>
                  </a:moveTo>
                  <a:cubicBezTo>
                    <a:pt x="4" y="235"/>
                    <a:pt x="20" y="171"/>
                    <a:pt x="30" y="132"/>
                  </a:cubicBezTo>
                  <a:cubicBezTo>
                    <a:pt x="40" y="93"/>
                    <a:pt x="33" y="27"/>
                    <a:pt x="32" y="0"/>
                  </a:cubicBezTo>
                  <a:cubicBezTo>
                    <a:pt x="29" y="27"/>
                    <a:pt x="29" y="102"/>
                    <a:pt x="22" y="130"/>
                  </a:cubicBezTo>
                  <a:cubicBezTo>
                    <a:pt x="15" y="158"/>
                    <a:pt x="4" y="234"/>
                    <a:pt x="0" y="255"/>
                  </a:cubicBezTo>
                </a:path>
              </a:pathLst>
            </a:custGeom>
            <a:solidFill>
              <a:srgbClr val="6B2D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561" name="Freeform 48">
              <a:extLst>
                <a:ext uri="{FF2B5EF4-FFF2-40B4-BE49-F238E27FC236}">
                  <a16:creationId xmlns:a16="http://schemas.microsoft.com/office/drawing/2014/main" id="{1A68593C-3263-462A-B671-BF9D2DC3BA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3" y="3978"/>
              <a:ext cx="106" cy="86"/>
            </a:xfrm>
            <a:custGeom>
              <a:avLst/>
              <a:gdLst>
                <a:gd name="T0" fmla="*/ 120 w 66"/>
                <a:gd name="T1" fmla="*/ 211 h 53"/>
                <a:gd name="T2" fmla="*/ 178 w 66"/>
                <a:gd name="T3" fmla="*/ 170 h 53"/>
                <a:gd name="T4" fmla="*/ 252 w 66"/>
                <a:gd name="T5" fmla="*/ 136 h 53"/>
                <a:gd name="T6" fmla="*/ 225 w 66"/>
                <a:gd name="T7" fmla="*/ 0 h 53"/>
                <a:gd name="T8" fmla="*/ 173 w 66"/>
                <a:gd name="T9" fmla="*/ 97 h 53"/>
                <a:gd name="T10" fmla="*/ 128 w 66"/>
                <a:gd name="T11" fmla="*/ 97 h 53"/>
                <a:gd name="T12" fmla="*/ 120 w 66"/>
                <a:gd name="T13" fmla="*/ 143 h 53"/>
                <a:gd name="T14" fmla="*/ 35 w 66"/>
                <a:gd name="T15" fmla="*/ 149 h 53"/>
                <a:gd name="T16" fmla="*/ 21 w 66"/>
                <a:gd name="T17" fmla="*/ 198 h 5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6" h="53">
                  <a:moveTo>
                    <a:pt x="29" y="49"/>
                  </a:moveTo>
                  <a:cubicBezTo>
                    <a:pt x="37" y="53"/>
                    <a:pt x="38" y="43"/>
                    <a:pt x="43" y="40"/>
                  </a:cubicBezTo>
                  <a:cubicBezTo>
                    <a:pt x="48" y="37"/>
                    <a:pt x="56" y="40"/>
                    <a:pt x="61" y="32"/>
                  </a:cubicBezTo>
                  <a:cubicBezTo>
                    <a:pt x="66" y="22"/>
                    <a:pt x="60" y="9"/>
                    <a:pt x="54" y="0"/>
                  </a:cubicBezTo>
                  <a:cubicBezTo>
                    <a:pt x="53" y="15"/>
                    <a:pt x="60" y="22"/>
                    <a:pt x="42" y="23"/>
                  </a:cubicBezTo>
                  <a:cubicBezTo>
                    <a:pt x="40" y="23"/>
                    <a:pt x="33" y="22"/>
                    <a:pt x="31" y="23"/>
                  </a:cubicBezTo>
                  <a:cubicBezTo>
                    <a:pt x="27" y="26"/>
                    <a:pt x="31" y="31"/>
                    <a:pt x="29" y="33"/>
                  </a:cubicBezTo>
                  <a:cubicBezTo>
                    <a:pt x="24" y="39"/>
                    <a:pt x="16" y="33"/>
                    <a:pt x="9" y="35"/>
                  </a:cubicBezTo>
                  <a:cubicBezTo>
                    <a:pt x="0" y="37"/>
                    <a:pt x="4" y="47"/>
                    <a:pt x="5" y="46"/>
                  </a:cubicBezTo>
                </a:path>
              </a:pathLst>
            </a:custGeom>
            <a:solidFill>
              <a:srgbClr val="6B2D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562" name="Freeform 49">
              <a:extLst>
                <a:ext uri="{FF2B5EF4-FFF2-40B4-BE49-F238E27FC236}">
                  <a16:creationId xmlns:a16="http://schemas.microsoft.com/office/drawing/2014/main" id="{28226EBE-A82D-44CC-9E5A-07024D6A33E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4" y="2172"/>
              <a:ext cx="42" cy="22"/>
            </a:xfrm>
            <a:custGeom>
              <a:avLst/>
              <a:gdLst>
                <a:gd name="T0" fmla="*/ 39 w 26"/>
                <a:gd name="T1" fmla="*/ 0 h 14"/>
                <a:gd name="T2" fmla="*/ 34 w 26"/>
                <a:gd name="T3" fmla="*/ 47 h 14"/>
                <a:gd name="T4" fmla="*/ 76 w 26"/>
                <a:gd name="T5" fmla="*/ 2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14">
                  <a:moveTo>
                    <a:pt x="9" y="0"/>
                  </a:moveTo>
                  <a:cubicBezTo>
                    <a:pt x="0" y="1"/>
                    <a:pt x="1" y="9"/>
                    <a:pt x="8" y="12"/>
                  </a:cubicBezTo>
                  <a:cubicBezTo>
                    <a:pt x="14" y="14"/>
                    <a:pt x="26" y="6"/>
                    <a:pt x="18" y="5"/>
                  </a:cubicBezTo>
                </a:path>
              </a:pathLst>
            </a:custGeom>
            <a:solidFill>
              <a:srgbClr val="6B2D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563" name="Freeform 50">
              <a:extLst>
                <a:ext uri="{FF2B5EF4-FFF2-40B4-BE49-F238E27FC236}">
                  <a16:creationId xmlns:a16="http://schemas.microsoft.com/office/drawing/2014/main" id="{D2BF3197-30BC-4B0E-93DF-C94A2A6760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3" y="2304"/>
              <a:ext cx="112" cy="104"/>
            </a:xfrm>
            <a:custGeom>
              <a:avLst/>
              <a:gdLst>
                <a:gd name="T0" fmla="*/ 0 w 69"/>
                <a:gd name="T1" fmla="*/ 266 h 65"/>
                <a:gd name="T2" fmla="*/ 295 w 69"/>
                <a:gd name="T3" fmla="*/ 0 h 6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9" h="65">
                  <a:moveTo>
                    <a:pt x="0" y="65"/>
                  </a:moveTo>
                  <a:cubicBezTo>
                    <a:pt x="21" y="56"/>
                    <a:pt x="51" y="27"/>
                    <a:pt x="69" y="0"/>
                  </a:cubicBezTo>
                </a:path>
              </a:pathLst>
            </a:custGeom>
            <a:solidFill>
              <a:srgbClr val="6B2D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564" name="Freeform 51">
              <a:extLst>
                <a:ext uri="{FF2B5EF4-FFF2-40B4-BE49-F238E27FC236}">
                  <a16:creationId xmlns:a16="http://schemas.microsoft.com/office/drawing/2014/main" id="{BB85A948-1F32-4A0D-B66A-84DD630B34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5" y="2318"/>
              <a:ext cx="103" cy="100"/>
            </a:xfrm>
            <a:custGeom>
              <a:avLst/>
              <a:gdLst>
                <a:gd name="T0" fmla="*/ 0 w 64"/>
                <a:gd name="T1" fmla="*/ 260 h 62"/>
                <a:gd name="T2" fmla="*/ 267 w 64"/>
                <a:gd name="T3" fmla="*/ 0 h 62"/>
                <a:gd name="T4" fmla="*/ 0 w 64"/>
                <a:gd name="T5" fmla="*/ 260 h 6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4" h="62">
                  <a:moveTo>
                    <a:pt x="0" y="62"/>
                  </a:moveTo>
                  <a:cubicBezTo>
                    <a:pt x="20" y="55"/>
                    <a:pt x="57" y="21"/>
                    <a:pt x="64" y="0"/>
                  </a:cubicBezTo>
                  <a:cubicBezTo>
                    <a:pt x="58" y="7"/>
                    <a:pt x="29" y="47"/>
                    <a:pt x="0" y="62"/>
                  </a:cubicBezTo>
                </a:path>
              </a:pathLst>
            </a:custGeom>
            <a:solidFill>
              <a:srgbClr val="7E39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565" name="Freeform 52">
              <a:extLst>
                <a:ext uri="{FF2B5EF4-FFF2-40B4-BE49-F238E27FC236}">
                  <a16:creationId xmlns:a16="http://schemas.microsoft.com/office/drawing/2014/main" id="{E37BDA48-B917-432B-915A-5CE993472E2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6" y="2308"/>
              <a:ext cx="112" cy="103"/>
            </a:xfrm>
            <a:custGeom>
              <a:avLst/>
              <a:gdLst>
                <a:gd name="T0" fmla="*/ 286 w 70"/>
                <a:gd name="T1" fmla="*/ 267 h 64"/>
                <a:gd name="T2" fmla="*/ 0 w 70"/>
                <a:gd name="T3" fmla="*/ 0 h 6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0" h="64">
                  <a:moveTo>
                    <a:pt x="70" y="64"/>
                  </a:moveTo>
                  <a:cubicBezTo>
                    <a:pt x="49" y="55"/>
                    <a:pt x="18" y="26"/>
                    <a:pt x="0" y="0"/>
                  </a:cubicBezTo>
                </a:path>
              </a:pathLst>
            </a:custGeom>
            <a:solidFill>
              <a:srgbClr val="6B2D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566" name="Freeform 53">
              <a:extLst>
                <a:ext uri="{FF2B5EF4-FFF2-40B4-BE49-F238E27FC236}">
                  <a16:creationId xmlns:a16="http://schemas.microsoft.com/office/drawing/2014/main" id="{0EBA36F1-AD95-43E7-85EB-00934218AD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4" y="2321"/>
              <a:ext cx="101" cy="100"/>
            </a:xfrm>
            <a:custGeom>
              <a:avLst/>
              <a:gdLst>
                <a:gd name="T0" fmla="*/ 260 w 63"/>
                <a:gd name="T1" fmla="*/ 260 h 62"/>
                <a:gd name="T2" fmla="*/ 0 w 63"/>
                <a:gd name="T3" fmla="*/ 0 h 62"/>
                <a:gd name="T4" fmla="*/ 260 w 63"/>
                <a:gd name="T5" fmla="*/ 260 h 6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3" h="62">
                  <a:moveTo>
                    <a:pt x="63" y="62"/>
                  </a:moveTo>
                  <a:cubicBezTo>
                    <a:pt x="44" y="55"/>
                    <a:pt x="7" y="21"/>
                    <a:pt x="0" y="0"/>
                  </a:cubicBezTo>
                  <a:cubicBezTo>
                    <a:pt x="6" y="8"/>
                    <a:pt x="35" y="48"/>
                    <a:pt x="63" y="62"/>
                  </a:cubicBezTo>
                </a:path>
              </a:pathLst>
            </a:custGeom>
            <a:solidFill>
              <a:srgbClr val="7E39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567" name="Freeform 54">
              <a:extLst>
                <a:ext uri="{FF2B5EF4-FFF2-40B4-BE49-F238E27FC236}">
                  <a16:creationId xmlns:a16="http://schemas.microsoft.com/office/drawing/2014/main" id="{97EDC9FC-E5E0-475B-A674-D7A6C2274A9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3" y="957"/>
              <a:ext cx="22" cy="48"/>
            </a:xfrm>
            <a:custGeom>
              <a:avLst/>
              <a:gdLst>
                <a:gd name="T0" fmla="*/ 27 w 14"/>
                <a:gd name="T1" fmla="*/ 0 h 30"/>
                <a:gd name="T2" fmla="*/ 5 w 14"/>
                <a:gd name="T3" fmla="*/ 110 h 30"/>
                <a:gd name="T4" fmla="*/ 35 w 14"/>
                <a:gd name="T5" fmla="*/ 123 h 30"/>
                <a:gd name="T6" fmla="*/ 39 w 14"/>
                <a:gd name="T7" fmla="*/ 8 h 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30">
                  <a:moveTo>
                    <a:pt x="7" y="0"/>
                  </a:moveTo>
                  <a:cubicBezTo>
                    <a:pt x="8" y="10"/>
                    <a:pt x="1" y="18"/>
                    <a:pt x="1" y="27"/>
                  </a:cubicBezTo>
                  <a:cubicBezTo>
                    <a:pt x="3" y="28"/>
                    <a:pt x="7" y="30"/>
                    <a:pt x="9" y="30"/>
                  </a:cubicBezTo>
                  <a:cubicBezTo>
                    <a:pt x="0" y="24"/>
                    <a:pt x="14" y="11"/>
                    <a:pt x="10" y="2"/>
                  </a:cubicBezTo>
                </a:path>
              </a:pathLst>
            </a:custGeom>
            <a:solidFill>
              <a:srgbClr val="7E39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568" name="Freeform 55">
              <a:extLst>
                <a:ext uri="{FF2B5EF4-FFF2-40B4-BE49-F238E27FC236}">
                  <a16:creationId xmlns:a16="http://schemas.microsoft.com/office/drawing/2014/main" id="{309EEECA-4CA9-49FE-BBE2-6924A570368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7" y="1248"/>
              <a:ext cx="66" cy="66"/>
            </a:xfrm>
            <a:custGeom>
              <a:avLst/>
              <a:gdLst>
                <a:gd name="T0" fmla="*/ 156 w 41"/>
                <a:gd name="T1" fmla="*/ 0 h 41"/>
                <a:gd name="T2" fmla="*/ 0 w 41"/>
                <a:gd name="T3" fmla="*/ 156 h 41"/>
                <a:gd name="T4" fmla="*/ 122 w 41"/>
                <a:gd name="T5" fmla="*/ 122 h 41"/>
                <a:gd name="T6" fmla="*/ 158 w 41"/>
                <a:gd name="T7" fmla="*/ 16 h 41"/>
                <a:gd name="T8" fmla="*/ 171 w 41"/>
                <a:gd name="T9" fmla="*/ 8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" h="41">
                  <a:moveTo>
                    <a:pt x="37" y="0"/>
                  </a:moveTo>
                  <a:cubicBezTo>
                    <a:pt x="27" y="14"/>
                    <a:pt x="22" y="39"/>
                    <a:pt x="0" y="37"/>
                  </a:cubicBezTo>
                  <a:cubicBezTo>
                    <a:pt x="14" y="38"/>
                    <a:pt x="19" y="41"/>
                    <a:pt x="29" y="29"/>
                  </a:cubicBezTo>
                  <a:cubicBezTo>
                    <a:pt x="34" y="22"/>
                    <a:pt x="41" y="12"/>
                    <a:pt x="38" y="4"/>
                  </a:cubicBezTo>
                  <a:cubicBezTo>
                    <a:pt x="39" y="3"/>
                    <a:pt x="40" y="2"/>
                    <a:pt x="41" y="2"/>
                  </a:cubicBezTo>
                </a:path>
              </a:pathLst>
            </a:custGeom>
            <a:solidFill>
              <a:srgbClr val="7E39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569" name="Freeform 56">
              <a:extLst>
                <a:ext uri="{FF2B5EF4-FFF2-40B4-BE49-F238E27FC236}">
                  <a16:creationId xmlns:a16="http://schemas.microsoft.com/office/drawing/2014/main" id="{63AC53F3-8AE9-4414-A1BE-54EAC871F03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6" y="1292"/>
              <a:ext cx="165" cy="22"/>
            </a:xfrm>
            <a:custGeom>
              <a:avLst/>
              <a:gdLst>
                <a:gd name="T0" fmla="*/ 0 w 102"/>
                <a:gd name="T1" fmla="*/ 0 h 14"/>
                <a:gd name="T2" fmla="*/ 183 w 102"/>
                <a:gd name="T3" fmla="*/ 14 h 14"/>
                <a:gd name="T4" fmla="*/ 432 w 102"/>
                <a:gd name="T5" fmla="*/ 35 h 14"/>
                <a:gd name="T6" fmla="*/ 262 w 102"/>
                <a:gd name="T7" fmla="*/ 47 h 14"/>
                <a:gd name="T8" fmla="*/ 97 w 102"/>
                <a:gd name="T9" fmla="*/ 13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2" h="14">
                  <a:moveTo>
                    <a:pt x="0" y="0"/>
                  </a:moveTo>
                  <a:cubicBezTo>
                    <a:pt x="15" y="0"/>
                    <a:pt x="29" y="2"/>
                    <a:pt x="43" y="4"/>
                  </a:cubicBezTo>
                  <a:cubicBezTo>
                    <a:pt x="63" y="6"/>
                    <a:pt x="83" y="6"/>
                    <a:pt x="102" y="9"/>
                  </a:cubicBezTo>
                  <a:cubicBezTo>
                    <a:pt x="89" y="11"/>
                    <a:pt x="76" y="14"/>
                    <a:pt x="62" y="12"/>
                  </a:cubicBezTo>
                  <a:cubicBezTo>
                    <a:pt x="49" y="9"/>
                    <a:pt x="37" y="2"/>
                    <a:pt x="23" y="3"/>
                  </a:cubicBezTo>
                </a:path>
              </a:pathLst>
            </a:custGeom>
            <a:solidFill>
              <a:srgbClr val="7E39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570" name="Freeform 57">
              <a:extLst>
                <a:ext uri="{FF2B5EF4-FFF2-40B4-BE49-F238E27FC236}">
                  <a16:creationId xmlns:a16="http://schemas.microsoft.com/office/drawing/2014/main" id="{4E7513D2-EED2-4806-ACDF-FF97B0EBD8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8" y="1264"/>
              <a:ext cx="215" cy="45"/>
            </a:xfrm>
            <a:custGeom>
              <a:avLst/>
              <a:gdLst>
                <a:gd name="T0" fmla="*/ 433 w 134"/>
                <a:gd name="T1" fmla="*/ 47 h 28"/>
                <a:gd name="T2" fmla="*/ 205 w 134"/>
                <a:gd name="T3" fmla="*/ 88 h 28"/>
                <a:gd name="T4" fmla="*/ 0 w 134"/>
                <a:gd name="T5" fmla="*/ 82 h 28"/>
                <a:gd name="T6" fmla="*/ 278 w 134"/>
                <a:gd name="T7" fmla="*/ 26 h 28"/>
                <a:gd name="T8" fmla="*/ 554 w 134"/>
                <a:gd name="T9" fmla="*/ 37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" h="28">
                  <a:moveTo>
                    <a:pt x="105" y="11"/>
                  </a:moveTo>
                  <a:cubicBezTo>
                    <a:pt x="86" y="12"/>
                    <a:pt x="68" y="18"/>
                    <a:pt x="50" y="21"/>
                  </a:cubicBezTo>
                  <a:cubicBezTo>
                    <a:pt x="35" y="23"/>
                    <a:pt x="12" y="28"/>
                    <a:pt x="0" y="20"/>
                  </a:cubicBezTo>
                  <a:cubicBezTo>
                    <a:pt x="21" y="20"/>
                    <a:pt x="46" y="10"/>
                    <a:pt x="67" y="6"/>
                  </a:cubicBezTo>
                  <a:cubicBezTo>
                    <a:pt x="90" y="1"/>
                    <a:pt x="115" y="0"/>
                    <a:pt x="134" y="9"/>
                  </a:cubicBezTo>
                </a:path>
              </a:pathLst>
            </a:custGeom>
            <a:solidFill>
              <a:srgbClr val="6B2D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571" name="Freeform 58">
              <a:extLst>
                <a:ext uri="{FF2B5EF4-FFF2-40B4-BE49-F238E27FC236}">
                  <a16:creationId xmlns:a16="http://schemas.microsoft.com/office/drawing/2014/main" id="{9BE6873B-43BE-419B-905A-1259E2C163F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2" y="1292"/>
              <a:ext cx="164" cy="22"/>
            </a:xfrm>
            <a:custGeom>
              <a:avLst/>
              <a:gdLst>
                <a:gd name="T0" fmla="*/ 424 w 102"/>
                <a:gd name="T1" fmla="*/ 0 h 14"/>
                <a:gd name="T2" fmla="*/ 246 w 102"/>
                <a:gd name="T3" fmla="*/ 14 h 14"/>
                <a:gd name="T4" fmla="*/ 0 w 102"/>
                <a:gd name="T5" fmla="*/ 35 h 14"/>
                <a:gd name="T6" fmla="*/ 166 w 102"/>
                <a:gd name="T7" fmla="*/ 47 h 14"/>
                <a:gd name="T8" fmla="*/ 328 w 102"/>
                <a:gd name="T9" fmla="*/ 13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2" h="14">
                  <a:moveTo>
                    <a:pt x="102" y="0"/>
                  </a:moveTo>
                  <a:cubicBezTo>
                    <a:pt x="87" y="0"/>
                    <a:pt x="74" y="2"/>
                    <a:pt x="59" y="4"/>
                  </a:cubicBezTo>
                  <a:cubicBezTo>
                    <a:pt x="40" y="6"/>
                    <a:pt x="19" y="6"/>
                    <a:pt x="0" y="9"/>
                  </a:cubicBezTo>
                  <a:cubicBezTo>
                    <a:pt x="14" y="11"/>
                    <a:pt x="27" y="14"/>
                    <a:pt x="40" y="12"/>
                  </a:cubicBezTo>
                  <a:cubicBezTo>
                    <a:pt x="53" y="9"/>
                    <a:pt x="65" y="2"/>
                    <a:pt x="79" y="3"/>
                  </a:cubicBezTo>
                </a:path>
              </a:pathLst>
            </a:custGeom>
            <a:solidFill>
              <a:srgbClr val="7E39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572" name="Freeform 59">
              <a:extLst>
                <a:ext uri="{FF2B5EF4-FFF2-40B4-BE49-F238E27FC236}">
                  <a16:creationId xmlns:a16="http://schemas.microsoft.com/office/drawing/2014/main" id="{9655A13C-1B10-48F1-91E9-873283867D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9" y="1554"/>
              <a:ext cx="133" cy="88"/>
            </a:xfrm>
            <a:custGeom>
              <a:avLst/>
              <a:gdLst>
                <a:gd name="T0" fmla="*/ 8 w 83"/>
                <a:gd name="T1" fmla="*/ 29 h 55"/>
                <a:gd name="T2" fmla="*/ 119 w 83"/>
                <a:gd name="T3" fmla="*/ 189 h 55"/>
                <a:gd name="T4" fmla="*/ 341 w 83"/>
                <a:gd name="T5" fmla="*/ 213 h 55"/>
                <a:gd name="T6" fmla="*/ 34 w 83"/>
                <a:gd name="T7" fmla="*/ 0 h 5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3" h="55">
                  <a:moveTo>
                    <a:pt x="2" y="7"/>
                  </a:moveTo>
                  <a:cubicBezTo>
                    <a:pt x="0" y="21"/>
                    <a:pt x="17" y="40"/>
                    <a:pt x="29" y="46"/>
                  </a:cubicBezTo>
                  <a:cubicBezTo>
                    <a:pt x="48" y="55"/>
                    <a:pt x="63" y="50"/>
                    <a:pt x="83" y="52"/>
                  </a:cubicBezTo>
                  <a:cubicBezTo>
                    <a:pt x="61" y="53"/>
                    <a:pt x="1" y="26"/>
                    <a:pt x="8" y="0"/>
                  </a:cubicBezTo>
                </a:path>
              </a:pathLst>
            </a:custGeom>
            <a:solidFill>
              <a:srgbClr val="7E39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573" name="Freeform 60">
              <a:extLst>
                <a:ext uri="{FF2B5EF4-FFF2-40B4-BE49-F238E27FC236}">
                  <a16:creationId xmlns:a16="http://schemas.microsoft.com/office/drawing/2014/main" id="{C41281C8-C13A-4150-B090-B7975E51E7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7" y="1126"/>
              <a:ext cx="102" cy="93"/>
            </a:xfrm>
            <a:custGeom>
              <a:avLst/>
              <a:gdLst>
                <a:gd name="T0" fmla="*/ 262 w 63"/>
                <a:gd name="T1" fmla="*/ 0 h 58"/>
                <a:gd name="T2" fmla="*/ 183 w 63"/>
                <a:gd name="T3" fmla="*/ 191 h 58"/>
                <a:gd name="T4" fmla="*/ 110 w 63"/>
                <a:gd name="T5" fmla="*/ 204 h 58"/>
                <a:gd name="T6" fmla="*/ 0 w 63"/>
                <a:gd name="T7" fmla="*/ 239 h 58"/>
                <a:gd name="T8" fmla="*/ 217 w 63"/>
                <a:gd name="T9" fmla="*/ 204 h 58"/>
                <a:gd name="T10" fmla="*/ 267 w 63"/>
                <a:gd name="T11" fmla="*/ 42 h 5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3" h="58">
                  <a:moveTo>
                    <a:pt x="62" y="0"/>
                  </a:moveTo>
                  <a:cubicBezTo>
                    <a:pt x="59" y="14"/>
                    <a:pt x="56" y="36"/>
                    <a:pt x="43" y="46"/>
                  </a:cubicBezTo>
                  <a:cubicBezTo>
                    <a:pt x="38" y="49"/>
                    <a:pt x="32" y="48"/>
                    <a:pt x="26" y="49"/>
                  </a:cubicBezTo>
                  <a:cubicBezTo>
                    <a:pt x="17" y="51"/>
                    <a:pt x="8" y="54"/>
                    <a:pt x="0" y="58"/>
                  </a:cubicBezTo>
                  <a:cubicBezTo>
                    <a:pt x="14" y="55"/>
                    <a:pt x="38" y="57"/>
                    <a:pt x="51" y="49"/>
                  </a:cubicBezTo>
                  <a:cubicBezTo>
                    <a:pt x="63" y="42"/>
                    <a:pt x="61" y="22"/>
                    <a:pt x="63" y="10"/>
                  </a:cubicBezTo>
                </a:path>
              </a:pathLst>
            </a:custGeom>
            <a:solidFill>
              <a:srgbClr val="7E39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574" name="Freeform 61">
              <a:extLst>
                <a:ext uri="{FF2B5EF4-FFF2-40B4-BE49-F238E27FC236}">
                  <a16:creationId xmlns:a16="http://schemas.microsoft.com/office/drawing/2014/main" id="{92E4F634-EAC6-4D7E-ADEC-C50D7BB3A8B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4" y="2662"/>
              <a:ext cx="39" cy="351"/>
            </a:xfrm>
            <a:custGeom>
              <a:avLst/>
              <a:gdLst>
                <a:gd name="T0" fmla="*/ 0 w 24"/>
                <a:gd name="T1" fmla="*/ 0 h 218"/>
                <a:gd name="T2" fmla="*/ 96 w 24"/>
                <a:gd name="T3" fmla="*/ 910 h 218"/>
                <a:gd name="T4" fmla="*/ 0 w 24"/>
                <a:gd name="T5" fmla="*/ 0 h 2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218">
                  <a:moveTo>
                    <a:pt x="0" y="0"/>
                  </a:moveTo>
                  <a:cubicBezTo>
                    <a:pt x="0" y="41"/>
                    <a:pt x="11" y="145"/>
                    <a:pt x="22" y="218"/>
                  </a:cubicBezTo>
                  <a:cubicBezTo>
                    <a:pt x="24" y="174"/>
                    <a:pt x="14" y="39"/>
                    <a:pt x="0" y="0"/>
                  </a:cubicBezTo>
                </a:path>
              </a:pathLst>
            </a:custGeom>
            <a:solidFill>
              <a:srgbClr val="7E39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575" name="Freeform 62">
              <a:extLst>
                <a:ext uri="{FF2B5EF4-FFF2-40B4-BE49-F238E27FC236}">
                  <a16:creationId xmlns:a16="http://schemas.microsoft.com/office/drawing/2014/main" id="{FE00E838-FB34-46CD-B018-B98BF027910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0" y="2455"/>
              <a:ext cx="66" cy="114"/>
            </a:xfrm>
            <a:custGeom>
              <a:avLst/>
              <a:gdLst>
                <a:gd name="T0" fmla="*/ 111 w 41"/>
                <a:gd name="T1" fmla="*/ 13 h 71"/>
                <a:gd name="T2" fmla="*/ 124 w 41"/>
                <a:gd name="T3" fmla="*/ 103 h 71"/>
                <a:gd name="T4" fmla="*/ 124 w 41"/>
                <a:gd name="T5" fmla="*/ 186 h 71"/>
                <a:gd name="T6" fmla="*/ 89 w 41"/>
                <a:gd name="T7" fmla="*/ 259 h 71"/>
                <a:gd name="T8" fmla="*/ 0 w 41"/>
                <a:gd name="T9" fmla="*/ 286 h 71"/>
                <a:gd name="T10" fmla="*/ 89 w 41"/>
                <a:gd name="T11" fmla="*/ 286 h 71"/>
                <a:gd name="T12" fmla="*/ 163 w 41"/>
                <a:gd name="T13" fmla="*/ 191 h 71"/>
                <a:gd name="T14" fmla="*/ 122 w 41"/>
                <a:gd name="T15" fmla="*/ 0 h 7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1" h="71">
                  <a:moveTo>
                    <a:pt x="27" y="3"/>
                  </a:moveTo>
                  <a:cubicBezTo>
                    <a:pt x="27" y="11"/>
                    <a:pt x="29" y="18"/>
                    <a:pt x="30" y="25"/>
                  </a:cubicBezTo>
                  <a:cubicBezTo>
                    <a:pt x="31" y="32"/>
                    <a:pt x="31" y="38"/>
                    <a:pt x="30" y="45"/>
                  </a:cubicBezTo>
                  <a:cubicBezTo>
                    <a:pt x="29" y="51"/>
                    <a:pt x="27" y="58"/>
                    <a:pt x="21" y="62"/>
                  </a:cubicBezTo>
                  <a:cubicBezTo>
                    <a:pt x="14" y="67"/>
                    <a:pt x="8" y="67"/>
                    <a:pt x="0" y="69"/>
                  </a:cubicBezTo>
                  <a:cubicBezTo>
                    <a:pt x="6" y="71"/>
                    <a:pt x="15" y="70"/>
                    <a:pt x="21" y="69"/>
                  </a:cubicBezTo>
                  <a:cubicBezTo>
                    <a:pt x="31" y="66"/>
                    <a:pt x="38" y="55"/>
                    <a:pt x="39" y="46"/>
                  </a:cubicBezTo>
                  <a:cubicBezTo>
                    <a:pt x="41" y="29"/>
                    <a:pt x="32" y="15"/>
                    <a:pt x="29" y="0"/>
                  </a:cubicBezTo>
                </a:path>
              </a:pathLst>
            </a:custGeom>
            <a:solidFill>
              <a:srgbClr val="6B2D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576" name="Freeform 63">
              <a:extLst>
                <a:ext uri="{FF2B5EF4-FFF2-40B4-BE49-F238E27FC236}">
                  <a16:creationId xmlns:a16="http://schemas.microsoft.com/office/drawing/2014/main" id="{75F62D5D-818D-4F69-A306-2E06E08EC5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1" y="1551"/>
              <a:ext cx="42" cy="40"/>
            </a:xfrm>
            <a:custGeom>
              <a:avLst/>
              <a:gdLst>
                <a:gd name="T0" fmla="*/ 34 w 26"/>
                <a:gd name="T1" fmla="*/ 13 h 25"/>
                <a:gd name="T2" fmla="*/ 68 w 26"/>
                <a:gd name="T3" fmla="*/ 90 h 25"/>
                <a:gd name="T4" fmla="*/ 105 w 26"/>
                <a:gd name="T5" fmla="*/ 48 h 25"/>
                <a:gd name="T6" fmla="*/ 63 w 26"/>
                <a:gd name="T7" fmla="*/ 0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25">
                  <a:moveTo>
                    <a:pt x="8" y="3"/>
                  </a:moveTo>
                  <a:cubicBezTo>
                    <a:pt x="0" y="11"/>
                    <a:pt x="4" y="25"/>
                    <a:pt x="16" y="22"/>
                  </a:cubicBezTo>
                  <a:cubicBezTo>
                    <a:pt x="21" y="21"/>
                    <a:pt x="24" y="17"/>
                    <a:pt x="25" y="12"/>
                  </a:cubicBezTo>
                  <a:cubicBezTo>
                    <a:pt x="26" y="5"/>
                    <a:pt x="21" y="2"/>
                    <a:pt x="15" y="0"/>
                  </a:cubicBezTo>
                </a:path>
              </a:pathLst>
            </a:custGeom>
            <a:solidFill>
              <a:srgbClr val="6B2D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577" name="Freeform 64">
              <a:extLst>
                <a:ext uri="{FF2B5EF4-FFF2-40B4-BE49-F238E27FC236}">
                  <a16:creationId xmlns:a16="http://schemas.microsoft.com/office/drawing/2014/main" id="{B1CEC07B-F985-46CF-98C9-32FD322B1A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8" y="1551"/>
              <a:ext cx="61" cy="54"/>
            </a:xfrm>
            <a:custGeom>
              <a:avLst/>
              <a:gdLst>
                <a:gd name="T0" fmla="*/ 75 w 38"/>
                <a:gd name="T1" fmla="*/ 0 h 34"/>
                <a:gd name="T2" fmla="*/ 29 w 38"/>
                <a:gd name="T3" fmla="*/ 81 h 34"/>
                <a:gd name="T4" fmla="*/ 120 w 38"/>
                <a:gd name="T5" fmla="*/ 13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34">
                  <a:moveTo>
                    <a:pt x="18" y="0"/>
                  </a:moveTo>
                  <a:cubicBezTo>
                    <a:pt x="8" y="0"/>
                    <a:pt x="0" y="10"/>
                    <a:pt x="7" y="20"/>
                  </a:cubicBezTo>
                  <a:cubicBezTo>
                    <a:pt x="17" y="34"/>
                    <a:pt x="38" y="17"/>
                    <a:pt x="29" y="3"/>
                  </a:cubicBezTo>
                </a:path>
              </a:pathLst>
            </a:custGeom>
            <a:solidFill>
              <a:srgbClr val="6B2D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578" name="Freeform 65">
              <a:extLst>
                <a:ext uri="{FF2B5EF4-FFF2-40B4-BE49-F238E27FC236}">
                  <a16:creationId xmlns:a16="http://schemas.microsoft.com/office/drawing/2014/main" id="{44E59F3A-C8FF-4A30-860E-38F5B1EB1A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1" y="2120"/>
              <a:ext cx="13" cy="21"/>
            </a:xfrm>
            <a:custGeom>
              <a:avLst/>
              <a:gdLst>
                <a:gd name="T0" fmla="*/ 0 w 8"/>
                <a:gd name="T1" fmla="*/ 0 h 13"/>
                <a:gd name="T2" fmla="*/ 34 w 8"/>
                <a:gd name="T3" fmla="*/ 55 h 13"/>
                <a:gd name="T4" fmla="*/ 5 w 8"/>
                <a:gd name="T5" fmla="*/ 0 h 13"/>
                <a:gd name="T6" fmla="*/ 0 w 8"/>
                <a:gd name="T7" fmla="*/ 0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13">
                  <a:moveTo>
                    <a:pt x="0" y="0"/>
                  </a:moveTo>
                  <a:cubicBezTo>
                    <a:pt x="1" y="4"/>
                    <a:pt x="5" y="10"/>
                    <a:pt x="8" y="13"/>
                  </a:cubicBezTo>
                  <a:cubicBezTo>
                    <a:pt x="5" y="10"/>
                    <a:pt x="3" y="3"/>
                    <a:pt x="1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579" name="Freeform 66">
              <a:extLst>
                <a:ext uri="{FF2B5EF4-FFF2-40B4-BE49-F238E27FC236}">
                  <a16:creationId xmlns:a16="http://schemas.microsoft.com/office/drawing/2014/main" id="{F1C89E02-902D-4494-A91A-A1E3AA85D0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3" y="1522"/>
              <a:ext cx="4" cy="173"/>
            </a:xfrm>
            <a:custGeom>
              <a:avLst/>
              <a:gdLst>
                <a:gd name="T0" fmla="*/ 0 w 3"/>
                <a:gd name="T1" fmla="*/ 444 h 108"/>
                <a:gd name="T2" fmla="*/ 0 w 3"/>
                <a:gd name="T3" fmla="*/ 439 h 108"/>
                <a:gd name="T4" fmla="*/ 0 w 3"/>
                <a:gd name="T5" fmla="*/ 0 h 10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108">
                  <a:moveTo>
                    <a:pt x="0" y="108"/>
                  </a:moveTo>
                  <a:cubicBezTo>
                    <a:pt x="0" y="107"/>
                    <a:pt x="0" y="107"/>
                    <a:pt x="0" y="107"/>
                  </a:cubicBezTo>
                  <a:cubicBezTo>
                    <a:pt x="2" y="71"/>
                    <a:pt x="3" y="7"/>
                    <a:pt x="0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580" name="Freeform 67">
              <a:extLst>
                <a:ext uri="{FF2B5EF4-FFF2-40B4-BE49-F238E27FC236}">
                  <a16:creationId xmlns:a16="http://schemas.microsoft.com/office/drawing/2014/main" id="{2C11E2BE-D062-46BD-8539-F7014517AAD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6" y="1560"/>
              <a:ext cx="3" cy="5"/>
            </a:xfrm>
            <a:custGeom>
              <a:avLst/>
              <a:gdLst>
                <a:gd name="T0" fmla="*/ 0 w 2"/>
                <a:gd name="T1" fmla="*/ 13 h 3"/>
                <a:gd name="T2" fmla="*/ 8 w 2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3">
                  <a:moveTo>
                    <a:pt x="0" y="3"/>
                  </a:moveTo>
                  <a:cubicBezTo>
                    <a:pt x="1" y="2"/>
                    <a:pt x="1" y="1"/>
                    <a:pt x="2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581" name="Freeform 68">
              <a:extLst>
                <a:ext uri="{FF2B5EF4-FFF2-40B4-BE49-F238E27FC236}">
                  <a16:creationId xmlns:a16="http://schemas.microsoft.com/office/drawing/2014/main" id="{5179F4FC-D678-4E02-8B78-FCE4A54FD9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7" y="1551"/>
              <a:ext cx="37" cy="38"/>
            </a:xfrm>
            <a:custGeom>
              <a:avLst/>
              <a:gdLst>
                <a:gd name="T0" fmla="*/ 47 w 23"/>
                <a:gd name="T1" fmla="*/ 0 h 24"/>
                <a:gd name="T2" fmla="*/ 97 w 23"/>
                <a:gd name="T3" fmla="*/ 48 h 24"/>
                <a:gd name="T4" fmla="*/ 47 w 23"/>
                <a:gd name="T5" fmla="*/ 95 h 24"/>
                <a:gd name="T6" fmla="*/ 0 w 23"/>
                <a:gd name="T7" fmla="*/ 68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24">
                  <a:moveTo>
                    <a:pt x="11" y="0"/>
                  </a:moveTo>
                  <a:cubicBezTo>
                    <a:pt x="18" y="0"/>
                    <a:pt x="23" y="6"/>
                    <a:pt x="23" y="12"/>
                  </a:cubicBezTo>
                  <a:cubicBezTo>
                    <a:pt x="23" y="19"/>
                    <a:pt x="18" y="24"/>
                    <a:pt x="11" y="24"/>
                  </a:cubicBezTo>
                  <a:cubicBezTo>
                    <a:pt x="6" y="24"/>
                    <a:pt x="2" y="22"/>
                    <a:pt x="0" y="17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582" name="Oval 69">
              <a:extLst>
                <a:ext uri="{FF2B5EF4-FFF2-40B4-BE49-F238E27FC236}">
                  <a16:creationId xmlns:a16="http://schemas.microsoft.com/office/drawing/2014/main" id="{1330B01D-1511-472F-A771-FD51EDA627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90" y="1565"/>
              <a:ext cx="10" cy="11"/>
            </a:xfrm>
            <a:prstGeom prst="ellipse">
              <a:avLst/>
            </a:prstGeom>
            <a:noFill/>
            <a:ln w="635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583" name="Freeform 70">
              <a:extLst>
                <a:ext uri="{FF2B5EF4-FFF2-40B4-BE49-F238E27FC236}">
                  <a16:creationId xmlns:a16="http://schemas.microsoft.com/office/drawing/2014/main" id="{1308EFF6-647D-4F62-AB53-7D26133E49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3" y="1280"/>
              <a:ext cx="178" cy="20"/>
            </a:xfrm>
            <a:custGeom>
              <a:avLst/>
              <a:gdLst>
                <a:gd name="T0" fmla="*/ 0 w 110"/>
                <a:gd name="T1" fmla="*/ 5 h 12"/>
                <a:gd name="T2" fmla="*/ 47 w 110"/>
                <a:gd name="T3" fmla="*/ 8 h 12"/>
                <a:gd name="T4" fmla="*/ 94 w 110"/>
                <a:gd name="T5" fmla="*/ 13 h 12"/>
                <a:gd name="T6" fmla="*/ 254 w 110"/>
                <a:gd name="T7" fmla="*/ 37 h 12"/>
                <a:gd name="T8" fmla="*/ 314 w 110"/>
                <a:gd name="T9" fmla="*/ 47 h 12"/>
                <a:gd name="T10" fmla="*/ 466 w 110"/>
                <a:gd name="T11" fmla="*/ 47 h 12"/>
                <a:gd name="T12" fmla="*/ 314 w 110"/>
                <a:gd name="T13" fmla="*/ 37 h 12"/>
                <a:gd name="T14" fmla="*/ 254 w 110"/>
                <a:gd name="T15" fmla="*/ 28 h 12"/>
                <a:gd name="T16" fmla="*/ 94 w 110"/>
                <a:gd name="T17" fmla="*/ 5 h 12"/>
                <a:gd name="T18" fmla="*/ 47 w 110"/>
                <a:gd name="T19" fmla="*/ 0 h 12"/>
                <a:gd name="T20" fmla="*/ 0 w 110"/>
                <a:gd name="T21" fmla="*/ 5 h 1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10" h="12">
                  <a:moveTo>
                    <a:pt x="0" y="1"/>
                  </a:moveTo>
                  <a:cubicBezTo>
                    <a:pt x="11" y="2"/>
                    <a:pt x="11" y="2"/>
                    <a:pt x="11" y="2"/>
                  </a:cubicBezTo>
                  <a:cubicBezTo>
                    <a:pt x="16" y="3"/>
                    <a:pt x="21" y="3"/>
                    <a:pt x="22" y="3"/>
                  </a:cubicBezTo>
                  <a:cubicBezTo>
                    <a:pt x="35" y="4"/>
                    <a:pt x="49" y="6"/>
                    <a:pt x="60" y="8"/>
                  </a:cubicBezTo>
                  <a:cubicBezTo>
                    <a:pt x="74" y="10"/>
                    <a:pt x="74" y="10"/>
                    <a:pt x="74" y="10"/>
                  </a:cubicBezTo>
                  <a:cubicBezTo>
                    <a:pt x="86" y="12"/>
                    <a:pt x="101" y="11"/>
                    <a:pt x="110" y="10"/>
                  </a:cubicBezTo>
                  <a:cubicBezTo>
                    <a:pt x="101" y="11"/>
                    <a:pt x="86" y="10"/>
                    <a:pt x="74" y="8"/>
                  </a:cubicBezTo>
                  <a:cubicBezTo>
                    <a:pt x="60" y="6"/>
                    <a:pt x="60" y="6"/>
                    <a:pt x="60" y="6"/>
                  </a:cubicBezTo>
                  <a:cubicBezTo>
                    <a:pt x="49" y="4"/>
                    <a:pt x="35" y="2"/>
                    <a:pt x="22" y="1"/>
                  </a:cubicBezTo>
                  <a:cubicBezTo>
                    <a:pt x="21" y="1"/>
                    <a:pt x="16" y="1"/>
                    <a:pt x="11" y="0"/>
                  </a:cubicBezTo>
                  <a:cubicBezTo>
                    <a:pt x="11" y="0"/>
                    <a:pt x="0" y="1"/>
                    <a:pt x="0" y="1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584" name="Freeform 71">
              <a:extLst>
                <a:ext uri="{FF2B5EF4-FFF2-40B4-BE49-F238E27FC236}">
                  <a16:creationId xmlns:a16="http://schemas.microsoft.com/office/drawing/2014/main" id="{2018D752-FFE2-4A67-9B41-201B7DBA3A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5" y="1216"/>
              <a:ext cx="82" cy="80"/>
            </a:xfrm>
            <a:custGeom>
              <a:avLst/>
              <a:gdLst>
                <a:gd name="T0" fmla="*/ 103 w 51"/>
                <a:gd name="T1" fmla="*/ 192 h 50"/>
                <a:gd name="T2" fmla="*/ 90 w 51"/>
                <a:gd name="T3" fmla="*/ 197 h 50"/>
                <a:gd name="T4" fmla="*/ 80 w 51"/>
                <a:gd name="T5" fmla="*/ 192 h 50"/>
                <a:gd name="T6" fmla="*/ 0 w 51"/>
                <a:gd name="T7" fmla="*/ 90 h 50"/>
                <a:gd name="T8" fmla="*/ 80 w 51"/>
                <a:gd name="T9" fmla="*/ 200 h 50"/>
                <a:gd name="T10" fmla="*/ 90 w 51"/>
                <a:gd name="T11" fmla="*/ 205 h 50"/>
                <a:gd name="T12" fmla="*/ 103 w 51"/>
                <a:gd name="T13" fmla="*/ 200 h 50"/>
                <a:gd name="T14" fmla="*/ 212 w 51"/>
                <a:gd name="T15" fmla="*/ 0 h 50"/>
                <a:gd name="T16" fmla="*/ 103 w 51"/>
                <a:gd name="T17" fmla="*/ 192 h 5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1" h="50">
                  <a:moveTo>
                    <a:pt x="25" y="47"/>
                  </a:moveTo>
                  <a:cubicBezTo>
                    <a:pt x="22" y="48"/>
                    <a:pt x="22" y="48"/>
                    <a:pt x="22" y="48"/>
                  </a:cubicBezTo>
                  <a:cubicBezTo>
                    <a:pt x="19" y="47"/>
                    <a:pt x="19" y="47"/>
                    <a:pt x="19" y="47"/>
                  </a:cubicBezTo>
                  <a:cubicBezTo>
                    <a:pt x="15" y="47"/>
                    <a:pt x="7" y="37"/>
                    <a:pt x="0" y="22"/>
                  </a:cubicBezTo>
                  <a:cubicBezTo>
                    <a:pt x="3" y="28"/>
                    <a:pt x="11" y="48"/>
                    <a:pt x="19" y="49"/>
                  </a:cubicBezTo>
                  <a:cubicBezTo>
                    <a:pt x="22" y="50"/>
                    <a:pt x="22" y="50"/>
                    <a:pt x="22" y="50"/>
                  </a:cubicBezTo>
                  <a:cubicBezTo>
                    <a:pt x="25" y="49"/>
                    <a:pt x="25" y="49"/>
                    <a:pt x="25" y="49"/>
                  </a:cubicBezTo>
                  <a:cubicBezTo>
                    <a:pt x="36" y="48"/>
                    <a:pt x="47" y="19"/>
                    <a:pt x="51" y="0"/>
                  </a:cubicBezTo>
                  <a:cubicBezTo>
                    <a:pt x="47" y="20"/>
                    <a:pt x="34" y="46"/>
                    <a:pt x="25" y="47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585" name="Freeform 72">
              <a:extLst>
                <a:ext uri="{FF2B5EF4-FFF2-40B4-BE49-F238E27FC236}">
                  <a16:creationId xmlns:a16="http://schemas.microsoft.com/office/drawing/2014/main" id="{91D34190-BB4E-47E5-AA88-6ED2E82D49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9" y="2168"/>
              <a:ext cx="47" cy="18"/>
            </a:xfrm>
            <a:custGeom>
              <a:avLst/>
              <a:gdLst>
                <a:gd name="T0" fmla="*/ 0 w 29"/>
                <a:gd name="T1" fmla="*/ 43 h 11"/>
                <a:gd name="T2" fmla="*/ 60 w 29"/>
                <a:gd name="T3" fmla="*/ 0 h 11"/>
                <a:gd name="T4" fmla="*/ 123 w 29"/>
                <a:gd name="T5" fmla="*/ 47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11">
                  <a:moveTo>
                    <a:pt x="0" y="10"/>
                  </a:moveTo>
                  <a:cubicBezTo>
                    <a:pt x="7" y="2"/>
                    <a:pt x="8" y="0"/>
                    <a:pt x="14" y="0"/>
                  </a:cubicBezTo>
                  <a:cubicBezTo>
                    <a:pt x="21" y="0"/>
                    <a:pt x="22" y="2"/>
                    <a:pt x="29" y="11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586" name="Freeform 73">
              <a:extLst>
                <a:ext uri="{FF2B5EF4-FFF2-40B4-BE49-F238E27FC236}">
                  <a16:creationId xmlns:a16="http://schemas.microsoft.com/office/drawing/2014/main" id="{98D89757-B8F0-4ED0-A0ED-7D76DEA6E4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7" y="2178"/>
              <a:ext cx="31" cy="15"/>
            </a:xfrm>
            <a:custGeom>
              <a:avLst/>
              <a:gdLst>
                <a:gd name="T0" fmla="*/ 0 w 19"/>
                <a:gd name="T1" fmla="*/ 0 h 9"/>
                <a:gd name="T2" fmla="*/ 83 w 19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9">
                  <a:moveTo>
                    <a:pt x="0" y="0"/>
                  </a:moveTo>
                  <a:cubicBezTo>
                    <a:pt x="2" y="9"/>
                    <a:pt x="16" y="9"/>
                    <a:pt x="19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587" name="Freeform 74">
              <a:extLst>
                <a:ext uri="{FF2B5EF4-FFF2-40B4-BE49-F238E27FC236}">
                  <a16:creationId xmlns:a16="http://schemas.microsoft.com/office/drawing/2014/main" id="{E4FD02AF-0C90-48FD-93B8-C546A30D66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3" y="971"/>
              <a:ext cx="100" cy="49"/>
            </a:xfrm>
            <a:custGeom>
              <a:avLst/>
              <a:gdLst>
                <a:gd name="T0" fmla="*/ 211 w 62"/>
                <a:gd name="T1" fmla="*/ 8 h 30"/>
                <a:gd name="T2" fmla="*/ 239 w 62"/>
                <a:gd name="T3" fmla="*/ 91 h 30"/>
                <a:gd name="T4" fmla="*/ 198 w 62"/>
                <a:gd name="T5" fmla="*/ 96 h 30"/>
                <a:gd name="T6" fmla="*/ 137 w 62"/>
                <a:gd name="T7" fmla="*/ 126 h 30"/>
                <a:gd name="T8" fmla="*/ 118 w 62"/>
                <a:gd name="T9" fmla="*/ 126 h 30"/>
                <a:gd name="T10" fmla="*/ 63 w 62"/>
                <a:gd name="T11" fmla="*/ 91 h 30"/>
                <a:gd name="T12" fmla="*/ 21 w 62"/>
                <a:gd name="T13" fmla="*/ 88 h 30"/>
                <a:gd name="T14" fmla="*/ 50 w 62"/>
                <a:gd name="T15" fmla="*/ 5 h 30"/>
                <a:gd name="T16" fmla="*/ 16 w 62"/>
                <a:gd name="T17" fmla="*/ 47 h 30"/>
                <a:gd name="T18" fmla="*/ 47 w 62"/>
                <a:gd name="T19" fmla="*/ 91 h 30"/>
                <a:gd name="T20" fmla="*/ 84 w 62"/>
                <a:gd name="T21" fmla="*/ 105 h 30"/>
                <a:gd name="T22" fmla="*/ 190 w 62"/>
                <a:gd name="T23" fmla="*/ 96 h 30"/>
                <a:gd name="T24" fmla="*/ 213 w 62"/>
                <a:gd name="T25" fmla="*/ 91 h 30"/>
                <a:gd name="T26" fmla="*/ 239 w 62"/>
                <a:gd name="T27" fmla="*/ 69 h 30"/>
                <a:gd name="T28" fmla="*/ 211 w 62"/>
                <a:gd name="T29" fmla="*/ 8 h 3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62" h="30">
                  <a:moveTo>
                    <a:pt x="50" y="2"/>
                  </a:moveTo>
                  <a:cubicBezTo>
                    <a:pt x="55" y="1"/>
                    <a:pt x="62" y="13"/>
                    <a:pt x="57" y="21"/>
                  </a:cubicBezTo>
                  <a:cubicBezTo>
                    <a:pt x="52" y="26"/>
                    <a:pt x="50" y="21"/>
                    <a:pt x="47" y="22"/>
                  </a:cubicBezTo>
                  <a:cubicBezTo>
                    <a:pt x="44" y="23"/>
                    <a:pt x="40" y="27"/>
                    <a:pt x="33" y="29"/>
                  </a:cubicBezTo>
                  <a:cubicBezTo>
                    <a:pt x="30" y="29"/>
                    <a:pt x="30" y="29"/>
                    <a:pt x="28" y="29"/>
                  </a:cubicBezTo>
                  <a:cubicBezTo>
                    <a:pt x="20" y="27"/>
                    <a:pt x="18" y="22"/>
                    <a:pt x="15" y="21"/>
                  </a:cubicBezTo>
                  <a:cubicBezTo>
                    <a:pt x="11" y="20"/>
                    <a:pt x="9" y="25"/>
                    <a:pt x="5" y="20"/>
                  </a:cubicBezTo>
                  <a:cubicBezTo>
                    <a:pt x="0" y="12"/>
                    <a:pt x="7" y="0"/>
                    <a:pt x="12" y="1"/>
                  </a:cubicBezTo>
                  <a:cubicBezTo>
                    <a:pt x="12" y="1"/>
                    <a:pt x="6" y="3"/>
                    <a:pt x="4" y="11"/>
                  </a:cubicBezTo>
                  <a:cubicBezTo>
                    <a:pt x="3" y="20"/>
                    <a:pt x="7" y="22"/>
                    <a:pt x="11" y="21"/>
                  </a:cubicBezTo>
                  <a:cubicBezTo>
                    <a:pt x="14" y="20"/>
                    <a:pt x="15" y="19"/>
                    <a:pt x="20" y="24"/>
                  </a:cubicBezTo>
                  <a:cubicBezTo>
                    <a:pt x="25" y="29"/>
                    <a:pt x="33" y="30"/>
                    <a:pt x="45" y="22"/>
                  </a:cubicBezTo>
                  <a:cubicBezTo>
                    <a:pt x="48" y="20"/>
                    <a:pt x="49" y="21"/>
                    <a:pt x="51" y="21"/>
                  </a:cubicBezTo>
                  <a:cubicBezTo>
                    <a:pt x="52" y="22"/>
                    <a:pt x="56" y="23"/>
                    <a:pt x="57" y="16"/>
                  </a:cubicBezTo>
                  <a:cubicBezTo>
                    <a:pt x="58" y="9"/>
                    <a:pt x="53" y="3"/>
                    <a:pt x="50" y="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588" name="Freeform 75">
              <a:extLst>
                <a:ext uri="{FF2B5EF4-FFF2-40B4-BE49-F238E27FC236}">
                  <a16:creationId xmlns:a16="http://schemas.microsoft.com/office/drawing/2014/main" id="{AA78564E-43C3-4442-8C19-67F34F4765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0" y="873"/>
              <a:ext cx="66" cy="13"/>
            </a:xfrm>
            <a:custGeom>
              <a:avLst/>
              <a:gdLst>
                <a:gd name="T0" fmla="*/ 0 w 41"/>
                <a:gd name="T1" fmla="*/ 34 h 8"/>
                <a:gd name="T2" fmla="*/ 171 w 41"/>
                <a:gd name="T3" fmla="*/ 21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1" h="8">
                  <a:moveTo>
                    <a:pt x="0" y="8"/>
                  </a:moveTo>
                  <a:cubicBezTo>
                    <a:pt x="17" y="0"/>
                    <a:pt x="30" y="2"/>
                    <a:pt x="41" y="5"/>
                  </a:cubicBez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589" name="Freeform 76">
              <a:extLst>
                <a:ext uri="{FF2B5EF4-FFF2-40B4-BE49-F238E27FC236}">
                  <a16:creationId xmlns:a16="http://schemas.microsoft.com/office/drawing/2014/main" id="{F83F1F7D-F3B4-4848-9445-AE8210E195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0" y="873"/>
              <a:ext cx="65" cy="13"/>
            </a:xfrm>
            <a:custGeom>
              <a:avLst/>
              <a:gdLst>
                <a:gd name="T0" fmla="*/ 172 w 40"/>
                <a:gd name="T1" fmla="*/ 34 h 8"/>
                <a:gd name="T2" fmla="*/ 0 w 40"/>
                <a:gd name="T3" fmla="*/ 21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0" h="8">
                  <a:moveTo>
                    <a:pt x="40" y="8"/>
                  </a:moveTo>
                  <a:cubicBezTo>
                    <a:pt x="23" y="0"/>
                    <a:pt x="11" y="2"/>
                    <a:pt x="0" y="5"/>
                  </a:cubicBez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590" name="Freeform 77">
              <a:extLst>
                <a:ext uri="{FF2B5EF4-FFF2-40B4-BE49-F238E27FC236}">
                  <a16:creationId xmlns:a16="http://schemas.microsoft.com/office/drawing/2014/main" id="{0C578D06-CB52-4EF0-A779-C911B690968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5" y="897"/>
              <a:ext cx="66" cy="26"/>
            </a:xfrm>
            <a:custGeom>
              <a:avLst/>
              <a:gdLst>
                <a:gd name="T0" fmla="*/ 0 w 41"/>
                <a:gd name="T1" fmla="*/ 34 h 16"/>
                <a:gd name="T2" fmla="*/ 76 w 41"/>
                <a:gd name="T3" fmla="*/ 5 h 16"/>
                <a:gd name="T4" fmla="*/ 150 w 41"/>
                <a:gd name="T5" fmla="*/ 34 h 16"/>
                <a:gd name="T6" fmla="*/ 145 w 41"/>
                <a:gd name="T7" fmla="*/ 55 h 16"/>
                <a:gd name="T8" fmla="*/ 89 w 41"/>
                <a:gd name="T9" fmla="*/ 63 h 16"/>
                <a:gd name="T10" fmla="*/ 0 w 41"/>
                <a:gd name="T11" fmla="*/ 34 h 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1" h="16">
                  <a:moveTo>
                    <a:pt x="0" y="8"/>
                  </a:moveTo>
                  <a:cubicBezTo>
                    <a:pt x="5" y="5"/>
                    <a:pt x="7" y="1"/>
                    <a:pt x="18" y="1"/>
                  </a:cubicBezTo>
                  <a:cubicBezTo>
                    <a:pt x="29" y="0"/>
                    <a:pt x="34" y="7"/>
                    <a:pt x="36" y="8"/>
                  </a:cubicBezTo>
                  <a:cubicBezTo>
                    <a:pt x="41" y="9"/>
                    <a:pt x="38" y="12"/>
                    <a:pt x="35" y="13"/>
                  </a:cubicBezTo>
                  <a:cubicBezTo>
                    <a:pt x="33" y="13"/>
                    <a:pt x="25" y="13"/>
                    <a:pt x="21" y="15"/>
                  </a:cubicBezTo>
                  <a:cubicBezTo>
                    <a:pt x="18" y="16"/>
                    <a:pt x="8" y="13"/>
                    <a:pt x="0" y="8"/>
                  </a:cubicBezTo>
                  <a:close/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591" name="Freeform 78">
              <a:extLst>
                <a:ext uri="{FF2B5EF4-FFF2-40B4-BE49-F238E27FC236}">
                  <a16:creationId xmlns:a16="http://schemas.microsoft.com/office/drawing/2014/main" id="{8AD50808-8457-428A-B02B-BECE5F1141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4" y="875"/>
              <a:ext cx="16" cy="30"/>
            </a:xfrm>
            <a:custGeom>
              <a:avLst/>
              <a:gdLst>
                <a:gd name="T0" fmla="*/ 42 w 10"/>
                <a:gd name="T1" fmla="*/ 74 h 19"/>
                <a:gd name="T2" fmla="*/ 0 w 10"/>
                <a:gd name="T3" fmla="*/ 47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9">
                  <a:moveTo>
                    <a:pt x="10" y="19"/>
                  </a:moveTo>
                  <a:cubicBezTo>
                    <a:pt x="8" y="12"/>
                    <a:pt x="2" y="0"/>
                    <a:pt x="0" y="12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592" name="Freeform 79">
              <a:extLst>
                <a:ext uri="{FF2B5EF4-FFF2-40B4-BE49-F238E27FC236}">
                  <a16:creationId xmlns:a16="http://schemas.microsoft.com/office/drawing/2014/main" id="{162E4098-FA34-4E49-9F10-2B48954066C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5" y="934"/>
              <a:ext cx="13" cy="34"/>
            </a:xfrm>
            <a:custGeom>
              <a:avLst/>
              <a:gdLst>
                <a:gd name="T0" fmla="*/ 8 w 8"/>
                <a:gd name="T1" fmla="*/ 0 h 21"/>
                <a:gd name="T2" fmla="*/ 8 w 8"/>
                <a:gd name="T3" fmla="*/ 47 h 21"/>
                <a:gd name="T4" fmla="*/ 26 w 8"/>
                <a:gd name="T5" fmla="*/ 89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21">
                  <a:moveTo>
                    <a:pt x="2" y="0"/>
                  </a:moveTo>
                  <a:cubicBezTo>
                    <a:pt x="0" y="2"/>
                    <a:pt x="1" y="5"/>
                    <a:pt x="2" y="11"/>
                  </a:cubicBezTo>
                  <a:cubicBezTo>
                    <a:pt x="4" y="17"/>
                    <a:pt x="8" y="14"/>
                    <a:pt x="6" y="21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593" name="Freeform 80">
              <a:extLst>
                <a:ext uri="{FF2B5EF4-FFF2-40B4-BE49-F238E27FC236}">
                  <a16:creationId xmlns:a16="http://schemas.microsoft.com/office/drawing/2014/main" id="{10620CDC-7B99-4DF4-B1F3-4A4CC6BA86E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7" y="893"/>
              <a:ext cx="9" cy="20"/>
            </a:xfrm>
            <a:custGeom>
              <a:avLst/>
              <a:gdLst>
                <a:gd name="T0" fmla="*/ 23 w 5"/>
                <a:gd name="T1" fmla="*/ 0 h 13"/>
                <a:gd name="T2" fmla="*/ 0 w 5"/>
                <a:gd name="T3" fmla="*/ 48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3">
                  <a:moveTo>
                    <a:pt x="4" y="0"/>
                  </a:moveTo>
                  <a:cubicBezTo>
                    <a:pt x="5" y="2"/>
                    <a:pt x="0" y="7"/>
                    <a:pt x="0" y="13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594" name="Freeform 81">
              <a:extLst>
                <a:ext uri="{FF2B5EF4-FFF2-40B4-BE49-F238E27FC236}">
                  <a16:creationId xmlns:a16="http://schemas.microsoft.com/office/drawing/2014/main" id="{ED3A205F-8A78-4058-9340-49BF36D812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5" y="968"/>
              <a:ext cx="9" cy="32"/>
            </a:xfrm>
            <a:custGeom>
              <a:avLst/>
              <a:gdLst>
                <a:gd name="T0" fmla="*/ 0 w 6"/>
                <a:gd name="T1" fmla="*/ 0 h 20"/>
                <a:gd name="T2" fmla="*/ 21 w 6"/>
                <a:gd name="T3" fmla="*/ 82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0">
                  <a:moveTo>
                    <a:pt x="0" y="0"/>
                  </a:moveTo>
                  <a:cubicBezTo>
                    <a:pt x="1" y="6"/>
                    <a:pt x="2" y="10"/>
                    <a:pt x="6" y="2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595" name="Oval 82">
              <a:extLst>
                <a:ext uri="{FF2B5EF4-FFF2-40B4-BE49-F238E27FC236}">
                  <a16:creationId xmlns:a16="http://schemas.microsoft.com/office/drawing/2014/main" id="{10C5DBA0-1484-430F-9857-88D332D58B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11" y="905"/>
              <a:ext cx="6" cy="7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596" name="Oval 83">
              <a:extLst>
                <a:ext uri="{FF2B5EF4-FFF2-40B4-BE49-F238E27FC236}">
                  <a16:creationId xmlns:a16="http://schemas.microsoft.com/office/drawing/2014/main" id="{03D685F8-8153-4A44-B761-7524188E57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11" y="905"/>
              <a:ext cx="6" cy="7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597" name="Freeform 84">
              <a:extLst>
                <a:ext uri="{FF2B5EF4-FFF2-40B4-BE49-F238E27FC236}">
                  <a16:creationId xmlns:a16="http://schemas.microsoft.com/office/drawing/2014/main" id="{168A0F35-8CDD-4421-8CD8-A75EF5A847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7" y="897"/>
              <a:ext cx="66" cy="26"/>
            </a:xfrm>
            <a:custGeom>
              <a:avLst/>
              <a:gdLst>
                <a:gd name="T0" fmla="*/ 171 w 41"/>
                <a:gd name="T1" fmla="*/ 34 h 16"/>
                <a:gd name="T2" fmla="*/ 97 w 41"/>
                <a:gd name="T3" fmla="*/ 5 h 16"/>
                <a:gd name="T4" fmla="*/ 21 w 41"/>
                <a:gd name="T5" fmla="*/ 34 h 16"/>
                <a:gd name="T6" fmla="*/ 21 w 41"/>
                <a:gd name="T7" fmla="*/ 55 h 16"/>
                <a:gd name="T8" fmla="*/ 84 w 41"/>
                <a:gd name="T9" fmla="*/ 63 h 16"/>
                <a:gd name="T10" fmla="*/ 171 w 41"/>
                <a:gd name="T11" fmla="*/ 34 h 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1" h="16">
                  <a:moveTo>
                    <a:pt x="41" y="8"/>
                  </a:moveTo>
                  <a:cubicBezTo>
                    <a:pt x="36" y="5"/>
                    <a:pt x="34" y="1"/>
                    <a:pt x="23" y="1"/>
                  </a:cubicBezTo>
                  <a:cubicBezTo>
                    <a:pt x="12" y="0"/>
                    <a:pt x="7" y="7"/>
                    <a:pt x="5" y="8"/>
                  </a:cubicBezTo>
                  <a:cubicBezTo>
                    <a:pt x="0" y="9"/>
                    <a:pt x="3" y="12"/>
                    <a:pt x="5" y="13"/>
                  </a:cubicBezTo>
                  <a:cubicBezTo>
                    <a:pt x="8" y="13"/>
                    <a:pt x="16" y="13"/>
                    <a:pt x="20" y="15"/>
                  </a:cubicBezTo>
                  <a:cubicBezTo>
                    <a:pt x="23" y="16"/>
                    <a:pt x="33" y="13"/>
                    <a:pt x="41" y="8"/>
                  </a:cubicBezTo>
                  <a:close/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598" name="Freeform 85">
              <a:extLst>
                <a:ext uri="{FF2B5EF4-FFF2-40B4-BE49-F238E27FC236}">
                  <a16:creationId xmlns:a16="http://schemas.microsoft.com/office/drawing/2014/main" id="{140267A3-FC46-45C5-8B43-18B4587148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9" y="875"/>
              <a:ext cx="17" cy="30"/>
            </a:xfrm>
            <a:custGeom>
              <a:avLst/>
              <a:gdLst>
                <a:gd name="T0" fmla="*/ 0 w 10"/>
                <a:gd name="T1" fmla="*/ 74 h 19"/>
                <a:gd name="T2" fmla="*/ 49 w 10"/>
                <a:gd name="T3" fmla="*/ 47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9">
                  <a:moveTo>
                    <a:pt x="0" y="19"/>
                  </a:moveTo>
                  <a:cubicBezTo>
                    <a:pt x="2" y="12"/>
                    <a:pt x="8" y="0"/>
                    <a:pt x="10" y="12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599" name="Freeform 86">
              <a:extLst>
                <a:ext uri="{FF2B5EF4-FFF2-40B4-BE49-F238E27FC236}">
                  <a16:creationId xmlns:a16="http://schemas.microsoft.com/office/drawing/2014/main" id="{D191EFCB-048B-4F07-AE83-25463E48A4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2" y="934"/>
              <a:ext cx="11" cy="34"/>
            </a:xfrm>
            <a:custGeom>
              <a:avLst/>
              <a:gdLst>
                <a:gd name="T0" fmla="*/ 20 w 7"/>
                <a:gd name="T1" fmla="*/ 0 h 21"/>
                <a:gd name="T2" fmla="*/ 20 w 7"/>
                <a:gd name="T3" fmla="*/ 47 h 21"/>
                <a:gd name="T4" fmla="*/ 8 w 7"/>
                <a:gd name="T5" fmla="*/ 89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21">
                  <a:moveTo>
                    <a:pt x="5" y="0"/>
                  </a:moveTo>
                  <a:cubicBezTo>
                    <a:pt x="7" y="2"/>
                    <a:pt x="7" y="5"/>
                    <a:pt x="5" y="11"/>
                  </a:cubicBezTo>
                  <a:cubicBezTo>
                    <a:pt x="4" y="17"/>
                    <a:pt x="0" y="14"/>
                    <a:pt x="2" y="21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600" name="Freeform 87">
              <a:extLst>
                <a:ext uri="{FF2B5EF4-FFF2-40B4-BE49-F238E27FC236}">
                  <a16:creationId xmlns:a16="http://schemas.microsoft.com/office/drawing/2014/main" id="{D851DB2C-144D-4458-903F-2FF4AFF4985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4" y="893"/>
              <a:ext cx="8" cy="20"/>
            </a:xfrm>
            <a:custGeom>
              <a:avLst/>
              <a:gdLst>
                <a:gd name="T0" fmla="*/ 5 w 5"/>
                <a:gd name="T1" fmla="*/ 0 h 13"/>
                <a:gd name="T2" fmla="*/ 21 w 5"/>
                <a:gd name="T3" fmla="*/ 48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3">
                  <a:moveTo>
                    <a:pt x="1" y="0"/>
                  </a:moveTo>
                  <a:cubicBezTo>
                    <a:pt x="0" y="2"/>
                    <a:pt x="5" y="7"/>
                    <a:pt x="5" y="13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601" name="Freeform 88">
              <a:extLst>
                <a:ext uri="{FF2B5EF4-FFF2-40B4-BE49-F238E27FC236}">
                  <a16:creationId xmlns:a16="http://schemas.microsoft.com/office/drawing/2014/main" id="{16074C19-D743-46D4-B0FF-477C4BBFB1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5" y="965"/>
              <a:ext cx="7" cy="37"/>
            </a:xfrm>
            <a:custGeom>
              <a:avLst/>
              <a:gdLst>
                <a:gd name="T0" fmla="*/ 21 w 4"/>
                <a:gd name="T1" fmla="*/ 0 h 23"/>
                <a:gd name="T2" fmla="*/ 0 w 4"/>
                <a:gd name="T3" fmla="*/ 97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3">
                  <a:moveTo>
                    <a:pt x="4" y="0"/>
                  </a:moveTo>
                  <a:cubicBezTo>
                    <a:pt x="2" y="8"/>
                    <a:pt x="4" y="11"/>
                    <a:pt x="0" y="23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602" name="Oval 89">
              <a:extLst>
                <a:ext uri="{FF2B5EF4-FFF2-40B4-BE49-F238E27FC236}">
                  <a16:creationId xmlns:a16="http://schemas.microsoft.com/office/drawing/2014/main" id="{096F60A8-1A05-428A-9880-5F5A6CB708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51" y="905"/>
              <a:ext cx="6" cy="7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603" name="Oval 90">
              <a:extLst>
                <a:ext uri="{FF2B5EF4-FFF2-40B4-BE49-F238E27FC236}">
                  <a16:creationId xmlns:a16="http://schemas.microsoft.com/office/drawing/2014/main" id="{CFFE8E5A-7199-43D3-8D6A-98674B1DBD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51" y="905"/>
              <a:ext cx="6" cy="7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604" name="Freeform 91">
              <a:extLst>
                <a:ext uri="{FF2B5EF4-FFF2-40B4-BE49-F238E27FC236}">
                  <a16:creationId xmlns:a16="http://schemas.microsoft.com/office/drawing/2014/main" id="{E06872C6-CAA5-428F-A8DD-59001B529F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2" y="2538"/>
              <a:ext cx="9" cy="139"/>
            </a:xfrm>
            <a:custGeom>
              <a:avLst/>
              <a:gdLst>
                <a:gd name="T0" fmla="*/ 0 w 6"/>
                <a:gd name="T1" fmla="*/ 0 h 86"/>
                <a:gd name="T2" fmla="*/ 5 w 6"/>
                <a:gd name="T3" fmla="*/ 152 h 86"/>
                <a:gd name="T4" fmla="*/ 14 w 6"/>
                <a:gd name="T5" fmla="*/ 364 h 8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86">
                  <a:moveTo>
                    <a:pt x="0" y="0"/>
                  </a:moveTo>
                  <a:cubicBezTo>
                    <a:pt x="0" y="11"/>
                    <a:pt x="1" y="30"/>
                    <a:pt x="1" y="36"/>
                  </a:cubicBezTo>
                  <a:cubicBezTo>
                    <a:pt x="1" y="44"/>
                    <a:pt x="6" y="79"/>
                    <a:pt x="4" y="86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605" name="Freeform 92">
              <a:extLst>
                <a:ext uri="{FF2B5EF4-FFF2-40B4-BE49-F238E27FC236}">
                  <a16:creationId xmlns:a16="http://schemas.microsoft.com/office/drawing/2014/main" id="{83469599-1678-4409-B66D-F5CB61FB17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5" y="2547"/>
              <a:ext cx="5" cy="123"/>
            </a:xfrm>
            <a:custGeom>
              <a:avLst/>
              <a:gdLst>
                <a:gd name="T0" fmla="*/ 13 w 3"/>
                <a:gd name="T1" fmla="*/ 0 h 77"/>
                <a:gd name="T2" fmla="*/ 5 w 3"/>
                <a:gd name="T3" fmla="*/ 110 h 77"/>
                <a:gd name="T4" fmla="*/ 13 w 3"/>
                <a:gd name="T5" fmla="*/ 313 h 7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77">
                  <a:moveTo>
                    <a:pt x="3" y="0"/>
                  </a:moveTo>
                  <a:cubicBezTo>
                    <a:pt x="2" y="8"/>
                    <a:pt x="1" y="19"/>
                    <a:pt x="1" y="27"/>
                  </a:cubicBezTo>
                  <a:cubicBezTo>
                    <a:pt x="0" y="38"/>
                    <a:pt x="3" y="72"/>
                    <a:pt x="3" y="77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606" name="Freeform 93">
              <a:extLst>
                <a:ext uri="{FF2B5EF4-FFF2-40B4-BE49-F238E27FC236}">
                  <a16:creationId xmlns:a16="http://schemas.microsoft.com/office/drawing/2014/main" id="{3DE913B1-7D20-4B18-92C9-57E275F375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9" y="2534"/>
              <a:ext cx="10" cy="119"/>
            </a:xfrm>
            <a:custGeom>
              <a:avLst/>
              <a:gdLst>
                <a:gd name="T0" fmla="*/ 20 w 6"/>
                <a:gd name="T1" fmla="*/ 0 h 74"/>
                <a:gd name="T2" fmla="*/ 20 w 6"/>
                <a:gd name="T3" fmla="*/ 90 h 74"/>
                <a:gd name="T4" fmla="*/ 0 w 6"/>
                <a:gd name="T5" fmla="*/ 307 h 7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74">
                  <a:moveTo>
                    <a:pt x="4" y="0"/>
                  </a:moveTo>
                  <a:cubicBezTo>
                    <a:pt x="5" y="7"/>
                    <a:pt x="6" y="13"/>
                    <a:pt x="4" y="22"/>
                  </a:cubicBezTo>
                  <a:cubicBezTo>
                    <a:pt x="1" y="34"/>
                    <a:pt x="0" y="74"/>
                    <a:pt x="0" y="74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607" name="Freeform 94">
              <a:extLst>
                <a:ext uri="{FF2B5EF4-FFF2-40B4-BE49-F238E27FC236}">
                  <a16:creationId xmlns:a16="http://schemas.microsoft.com/office/drawing/2014/main" id="{00368817-1D64-4FD5-B504-F5FA38CF4F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7" y="2492"/>
              <a:ext cx="10" cy="9"/>
            </a:xfrm>
            <a:custGeom>
              <a:avLst/>
              <a:gdLst>
                <a:gd name="T0" fmla="*/ 28 w 6"/>
                <a:gd name="T1" fmla="*/ 0 h 6"/>
                <a:gd name="T2" fmla="*/ 0 w 6"/>
                <a:gd name="T3" fmla="*/ 21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6">
                  <a:moveTo>
                    <a:pt x="6" y="0"/>
                  </a:moveTo>
                  <a:cubicBezTo>
                    <a:pt x="4" y="2"/>
                    <a:pt x="2" y="4"/>
                    <a:pt x="0" y="6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608" name="Freeform 95">
              <a:extLst>
                <a:ext uri="{FF2B5EF4-FFF2-40B4-BE49-F238E27FC236}">
                  <a16:creationId xmlns:a16="http://schemas.microsoft.com/office/drawing/2014/main" id="{F12B6C39-7944-4A1C-A2C2-96A312CD5B5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6" y="4024"/>
              <a:ext cx="40" cy="20"/>
            </a:xfrm>
            <a:custGeom>
              <a:avLst/>
              <a:gdLst>
                <a:gd name="T0" fmla="*/ 0 w 25"/>
                <a:gd name="T1" fmla="*/ 34 h 13"/>
                <a:gd name="T2" fmla="*/ 82 w 25"/>
                <a:gd name="T3" fmla="*/ 40 h 13"/>
                <a:gd name="T4" fmla="*/ 94 w 25"/>
                <a:gd name="T5" fmla="*/ 14 h 13"/>
                <a:gd name="T6" fmla="*/ 26 w 25"/>
                <a:gd name="T7" fmla="*/ 8 h 13"/>
                <a:gd name="T8" fmla="*/ 0 w 25"/>
                <a:gd name="T9" fmla="*/ 34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13">
                  <a:moveTo>
                    <a:pt x="0" y="9"/>
                  </a:moveTo>
                  <a:cubicBezTo>
                    <a:pt x="4" y="6"/>
                    <a:pt x="18" y="8"/>
                    <a:pt x="20" y="11"/>
                  </a:cubicBezTo>
                  <a:cubicBezTo>
                    <a:pt x="23" y="13"/>
                    <a:pt x="25" y="6"/>
                    <a:pt x="23" y="4"/>
                  </a:cubicBezTo>
                  <a:cubicBezTo>
                    <a:pt x="19" y="1"/>
                    <a:pt x="10" y="0"/>
                    <a:pt x="6" y="2"/>
                  </a:cubicBezTo>
                  <a:cubicBezTo>
                    <a:pt x="1" y="3"/>
                    <a:pt x="0" y="9"/>
                    <a:pt x="0" y="9"/>
                  </a:cubicBezTo>
                  <a:close/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609" name="Freeform 96">
              <a:extLst>
                <a:ext uri="{FF2B5EF4-FFF2-40B4-BE49-F238E27FC236}">
                  <a16:creationId xmlns:a16="http://schemas.microsoft.com/office/drawing/2014/main" id="{AB82F641-636F-4181-B7F2-3271E8CD3A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0" y="4003"/>
              <a:ext cx="31" cy="59"/>
            </a:xfrm>
            <a:custGeom>
              <a:avLst/>
              <a:gdLst>
                <a:gd name="T0" fmla="*/ 83 w 19"/>
                <a:gd name="T1" fmla="*/ 0 h 37"/>
                <a:gd name="T2" fmla="*/ 18 w 19"/>
                <a:gd name="T3" fmla="*/ 77 h 37"/>
                <a:gd name="T4" fmla="*/ 8 w 19"/>
                <a:gd name="T5" fmla="*/ 150 h 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37">
                  <a:moveTo>
                    <a:pt x="19" y="0"/>
                  </a:moveTo>
                  <a:cubicBezTo>
                    <a:pt x="16" y="7"/>
                    <a:pt x="7" y="11"/>
                    <a:pt x="4" y="19"/>
                  </a:cubicBezTo>
                  <a:cubicBezTo>
                    <a:pt x="2" y="25"/>
                    <a:pt x="0" y="32"/>
                    <a:pt x="2" y="37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610" name="Freeform 97">
              <a:extLst>
                <a:ext uri="{FF2B5EF4-FFF2-40B4-BE49-F238E27FC236}">
                  <a16:creationId xmlns:a16="http://schemas.microsoft.com/office/drawing/2014/main" id="{B3C1CED8-EC23-43A8-BA24-D7FD670963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7" y="3991"/>
              <a:ext cx="35" cy="71"/>
            </a:xfrm>
            <a:custGeom>
              <a:avLst/>
              <a:gdLst>
                <a:gd name="T0" fmla="*/ 89 w 22"/>
                <a:gd name="T1" fmla="*/ 0 h 44"/>
                <a:gd name="T2" fmla="*/ 56 w 22"/>
                <a:gd name="T3" fmla="*/ 47 h 44"/>
                <a:gd name="T4" fmla="*/ 25 w 22"/>
                <a:gd name="T5" fmla="*/ 110 h 44"/>
                <a:gd name="T6" fmla="*/ 29 w 22"/>
                <a:gd name="T7" fmla="*/ 186 h 4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44">
                  <a:moveTo>
                    <a:pt x="22" y="0"/>
                  </a:moveTo>
                  <a:cubicBezTo>
                    <a:pt x="17" y="3"/>
                    <a:pt x="16" y="4"/>
                    <a:pt x="14" y="11"/>
                  </a:cubicBezTo>
                  <a:cubicBezTo>
                    <a:pt x="12" y="18"/>
                    <a:pt x="9" y="22"/>
                    <a:pt x="6" y="26"/>
                  </a:cubicBezTo>
                  <a:cubicBezTo>
                    <a:pt x="4" y="30"/>
                    <a:pt x="0" y="38"/>
                    <a:pt x="7" y="44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611" name="Freeform 98">
              <a:extLst>
                <a:ext uri="{FF2B5EF4-FFF2-40B4-BE49-F238E27FC236}">
                  <a16:creationId xmlns:a16="http://schemas.microsoft.com/office/drawing/2014/main" id="{468658B1-C0DD-4234-A2C0-6667FABCC6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5" y="3983"/>
              <a:ext cx="43" cy="65"/>
            </a:xfrm>
            <a:custGeom>
              <a:avLst/>
              <a:gdLst>
                <a:gd name="T0" fmla="*/ 108 w 27"/>
                <a:gd name="T1" fmla="*/ 0 h 40"/>
                <a:gd name="T2" fmla="*/ 40 w 27"/>
                <a:gd name="T3" fmla="*/ 68 h 40"/>
                <a:gd name="T4" fmla="*/ 13 w 27"/>
                <a:gd name="T5" fmla="*/ 132 h 40"/>
                <a:gd name="T6" fmla="*/ 0 w 27"/>
                <a:gd name="T7" fmla="*/ 172 h 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40">
                  <a:moveTo>
                    <a:pt x="27" y="0"/>
                  </a:moveTo>
                  <a:cubicBezTo>
                    <a:pt x="21" y="3"/>
                    <a:pt x="13" y="10"/>
                    <a:pt x="10" y="16"/>
                  </a:cubicBezTo>
                  <a:cubicBezTo>
                    <a:pt x="7" y="21"/>
                    <a:pt x="6" y="25"/>
                    <a:pt x="3" y="31"/>
                  </a:cubicBezTo>
                  <a:cubicBezTo>
                    <a:pt x="1" y="34"/>
                    <a:pt x="0" y="37"/>
                    <a:pt x="0" y="4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612" name="Freeform 99">
              <a:extLst>
                <a:ext uri="{FF2B5EF4-FFF2-40B4-BE49-F238E27FC236}">
                  <a16:creationId xmlns:a16="http://schemas.microsoft.com/office/drawing/2014/main" id="{24F5E952-F333-4C8F-AEE0-4AC89DAE3D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9" y="3975"/>
              <a:ext cx="50" cy="57"/>
            </a:xfrm>
            <a:custGeom>
              <a:avLst/>
              <a:gdLst>
                <a:gd name="T0" fmla="*/ 131 w 31"/>
                <a:gd name="T1" fmla="*/ 0 h 35"/>
                <a:gd name="T2" fmla="*/ 68 w 31"/>
                <a:gd name="T3" fmla="*/ 47 h 35"/>
                <a:gd name="T4" fmla="*/ 8 w 31"/>
                <a:gd name="T5" fmla="*/ 122 h 35"/>
                <a:gd name="T6" fmla="*/ 0 w 31"/>
                <a:gd name="T7" fmla="*/ 151 h 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35">
                  <a:moveTo>
                    <a:pt x="31" y="0"/>
                  </a:moveTo>
                  <a:cubicBezTo>
                    <a:pt x="25" y="3"/>
                    <a:pt x="20" y="7"/>
                    <a:pt x="16" y="11"/>
                  </a:cubicBezTo>
                  <a:cubicBezTo>
                    <a:pt x="12" y="16"/>
                    <a:pt x="4" y="19"/>
                    <a:pt x="2" y="28"/>
                  </a:cubicBezTo>
                  <a:cubicBezTo>
                    <a:pt x="1" y="31"/>
                    <a:pt x="1" y="33"/>
                    <a:pt x="0" y="35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613" name="Freeform 100">
              <a:extLst>
                <a:ext uri="{FF2B5EF4-FFF2-40B4-BE49-F238E27FC236}">
                  <a16:creationId xmlns:a16="http://schemas.microsoft.com/office/drawing/2014/main" id="{44B8CC0C-EA7F-4B2C-A581-CD2368C4AB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5" y="4040"/>
              <a:ext cx="27" cy="16"/>
            </a:xfrm>
            <a:custGeom>
              <a:avLst/>
              <a:gdLst>
                <a:gd name="T0" fmla="*/ 5 w 17"/>
                <a:gd name="T1" fmla="*/ 35 h 10"/>
                <a:gd name="T2" fmla="*/ 60 w 17"/>
                <a:gd name="T3" fmla="*/ 35 h 10"/>
                <a:gd name="T4" fmla="*/ 35 w 17"/>
                <a:gd name="T5" fmla="*/ 0 h 10"/>
                <a:gd name="T6" fmla="*/ 5 w 17"/>
                <a:gd name="T7" fmla="*/ 35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10">
                  <a:moveTo>
                    <a:pt x="1" y="9"/>
                  </a:moveTo>
                  <a:cubicBezTo>
                    <a:pt x="6" y="10"/>
                    <a:pt x="14" y="10"/>
                    <a:pt x="15" y="9"/>
                  </a:cubicBezTo>
                  <a:cubicBezTo>
                    <a:pt x="17" y="8"/>
                    <a:pt x="16" y="1"/>
                    <a:pt x="9" y="0"/>
                  </a:cubicBezTo>
                  <a:cubicBezTo>
                    <a:pt x="1" y="0"/>
                    <a:pt x="0" y="8"/>
                    <a:pt x="1" y="9"/>
                  </a:cubicBezTo>
                  <a:close/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614" name="Freeform 101">
              <a:extLst>
                <a:ext uri="{FF2B5EF4-FFF2-40B4-BE49-F238E27FC236}">
                  <a16:creationId xmlns:a16="http://schemas.microsoft.com/office/drawing/2014/main" id="{0BD21FB9-D922-4D80-81AE-837A5BA4CB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9" y="4032"/>
              <a:ext cx="26" cy="14"/>
            </a:xfrm>
            <a:custGeom>
              <a:avLst/>
              <a:gdLst>
                <a:gd name="T0" fmla="*/ 5 w 16"/>
                <a:gd name="T1" fmla="*/ 26 h 9"/>
                <a:gd name="T2" fmla="*/ 60 w 16"/>
                <a:gd name="T3" fmla="*/ 30 h 9"/>
                <a:gd name="T4" fmla="*/ 26 w 16"/>
                <a:gd name="T5" fmla="*/ 0 h 9"/>
                <a:gd name="T6" fmla="*/ 5 w 16"/>
                <a:gd name="T7" fmla="*/ 26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9">
                  <a:moveTo>
                    <a:pt x="1" y="7"/>
                  </a:moveTo>
                  <a:cubicBezTo>
                    <a:pt x="5" y="8"/>
                    <a:pt x="13" y="9"/>
                    <a:pt x="14" y="8"/>
                  </a:cubicBezTo>
                  <a:cubicBezTo>
                    <a:pt x="16" y="7"/>
                    <a:pt x="14" y="0"/>
                    <a:pt x="6" y="0"/>
                  </a:cubicBezTo>
                  <a:cubicBezTo>
                    <a:pt x="2" y="0"/>
                    <a:pt x="0" y="6"/>
                    <a:pt x="1" y="7"/>
                  </a:cubicBezTo>
                  <a:close/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615" name="Freeform 102">
              <a:extLst>
                <a:ext uri="{FF2B5EF4-FFF2-40B4-BE49-F238E27FC236}">
                  <a16:creationId xmlns:a16="http://schemas.microsoft.com/office/drawing/2014/main" id="{39455FBE-3D1A-4C5E-8AE1-FD6F14823C8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2" y="4025"/>
              <a:ext cx="26" cy="13"/>
            </a:xfrm>
            <a:custGeom>
              <a:avLst/>
              <a:gdLst>
                <a:gd name="T0" fmla="*/ 5 w 16"/>
                <a:gd name="T1" fmla="*/ 29 h 8"/>
                <a:gd name="T2" fmla="*/ 60 w 16"/>
                <a:gd name="T3" fmla="*/ 29 h 8"/>
                <a:gd name="T4" fmla="*/ 29 w 16"/>
                <a:gd name="T5" fmla="*/ 0 h 8"/>
                <a:gd name="T6" fmla="*/ 5 w 16"/>
                <a:gd name="T7" fmla="*/ 29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8">
                  <a:moveTo>
                    <a:pt x="1" y="7"/>
                  </a:moveTo>
                  <a:cubicBezTo>
                    <a:pt x="6" y="6"/>
                    <a:pt x="12" y="8"/>
                    <a:pt x="14" y="7"/>
                  </a:cubicBezTo>
                  <a:cubicBezTo>
                    <a:pt x="16" y="6"/>
                    <a:pt x="14" y="0"/>
                    <a:pt x="7" y="0"/>
                  </a:cubicBezTo>
                  <a:cubicBezTo>
                    <a:pt x="2" y="0"/>
                    <a:pt x="0" y="6"/>
                    <a:pt x="1" y="7"/>
                  </a:cubicBezTo>
                  <a:close/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616" name="Freeform 103">
              <a:extLst>
                <a:ext uri="{FF2B5EF4-FFF2-40B4-BE49-F238E27FC236}">
                  <a16:creationId xmlns:a16="http://schemas.microsoft.com/office/drawing/2014/main" id="{8A8EF34E-724B-445C-900E-268DBD3554E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2" y="4033"/>
              <a:ext cx="10" cy="21"/>
            </a:xfrm>
            <a:custGeom>
              <a:avLst/>
              <a:gdLst>
                <a:gd name="T0" fmla="*/ 5 w 6"/>
                <a:gd name="T1" fmla="*/ 0 h 13"/>
                <a:gd name="T2" fmla="*/ 0 w 6"/>
                <a:gd name="T3" fmla="*/ 55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3">
                  <a:moveTo>
                    <a:pt x="1" y="0"/>
                  </a:moveTo>
                  <a:cubicBezTo>
                    <a:pt x="3" y="5"/>
                    <a:pt x="6" y="7"/>
                    <a:pt x="0" y="13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617" name="Freeform 104">
              <a:extLst>
                <a:ext uri="{FF2B5EF4-FFF2-40B4-BE49-F238E27FC236}">
                  <a16:creationId xmlns:a16="http://schemas.microsoft.com/office/drawing/2014/main" id="{B0EA28E7-768E-45EA-9697-6EC6447D60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0" y="3851"/>
              <a:ext cx="5" cy="25"/>
            </a:xfrm>
            <a:custGeom>
              <a:avLst/>
              <a:gdLst>
                <a:gd name="T0" fmla="*/ 13 w 3"/>
                <a:gd name="T1" fmla="*/ 0 h 15"/>
                <a:gd name="T2" fmla="*/ 0 w 3"/>
                <a:gd name="T3" fmla="*/ 7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5">
                  <a:moveTo>
                    <a:pt x="3" y="0"/>
                  </a:moveTo>
                  <a:cubicBezTo>
                    <a:pt x="3" y="3"/>
                    <a:pt x="0" y="15"/>
                    <a:pt x="0" y="15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618" name="Freeform 105">
              <a:extLst>
                <a:ext uri="{FF2B5EF4-FFF2-40B4-BE49-F238E27FC236}">
                  <a16:creationId xmlns:a16="http://schemas.microsoft.com/office/drawing/2014/main" id="{78C396F4-0A2A-4C0C-A8B5-817E3479EC6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2" y="4024"/>
              <a:ext cx="40" cy="20"/>
            </a:xfrm>
            <a:custGeom>
              <a:avLst/>
              <a:gdLst>
                <a:gd name="T0" fmla="*/ 102 w 25"/>
                <a:gd name="T1" fmla="*/ 34 h 13"/>
                <a:gd name="T2" fmla="*/ 16 w 25"/>
                <a:gd name="T3" fmla="*/ 40 h 13"/>
                <a:gd name="T4" fmla="*/ 8 w 25"/>
                <a:gd name="T5" fmla="*/ 14 h 13"/>
                <a:gd name="T6" fmla="*/ 77 w 25"/>
                <a:gd name="T7" fmla="*/ 8 h 13"/>
                <a:gd name="T8" fmla="*/ 102 w 25"/>
                <a:gd name="T9" fmla="*/ 34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13">
                  <a:moveTo>
                    <a:pt x="25" y="9"/>
                  </a:moveTo>
                  <a:cubicBezTo>
                    <a:pt x="21" y="6"/>
                    <a:pt x="7" y="8"/>
                    <a:pt x="4" y="11"/>
                  </a:cubicBezTo>
                  <a:cubicBezTo>
                    <a:pt x="2" y="13"/>
                    <a:pt x="0" y="6"/>
                    <a:pt x="2" y="4"/>
                  </a:cubicBezTo>
                  <a:cubicBezTo>
                    <a:pt x="6" y="1"/>
                    <a:pt x="14" y="0"/>
                    <a:pt x="19" y="2"/>
                  </a:cubicBezTo>
                  <a:cubicBezTo>
                    <a:pt x="23" y="3"/>
                    <a:pt x="25" y="9"/>
                    <a:pt x="25" y="9"/>
                  </a:cubicBezTo>
                  <a:close/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619" name="Freeform 106">
              <a:extLst>
                <a:ext uri="{FF2B5EF4-FFF2-40B4-BE49-F238E27FC236}">
                  <a16:creationId xmlns:a16="http://schemas.microsoft.com/office/drawing/2014/main" id="{573E3A64-ADC6-4E42-95AC-27A25B3CCA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8" y="4003"/>
              <a:ext cx="30" cy="59"/>
            </a:xfrm>
            <a:custGeom>
              <a:avLst/>
              <a:gdLst>
                <a:gd name="T0" fmla="*/ 0 w 19"/>
                <a:gd name="T1" fmla="*/ 0 h 37"/>
                <a:gd name="T2" fmla="*/ 60 w 19"/>
                <a:gd name="T3" fmla="*/ 77 h 37"/>
                <a:gd name="T4" fmla="*/ 62 w 19"/>
                <a:gd name="T5" fmla="*/ 150 h 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37">
                  <a:moveTo>
                    <a:pt x="0" y="0"/>
                  </a:moveTo>
                  <a:cubicBezTo>
                    <a:pt x="3" y="7"/>
                    <a:pt x="12" y="11"/>
                    <a:pt x="15" y="19"/>
                  </a:cubicBezTo>
                  <a:cubicBezTo>
                    <a:pt x="17" y="25"/>
                    <a:pt x="19" y="32"/>
                    <a:pt x="16" y="37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620" name="Freeform 107">
              <a:extLst>
                <a:ext uri="{FF2B5EF4-FFF2-40B4-BE49-F238E27FC236}">
                  <a16:creationId xmlns:a16="http://schemas.microsoft.com/office/drawing/2014/main" id="{A077B11A-9BD5-491B-8490-4CFB9E1F44E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6" y="3991"/>
              <a:ext cx="35" cy="71"/>
            </a:xfrm>
            <a:custGeom>
              <a:avLst/>
              <a:gdLst>
                <a:gd name="T0" fmla="*/ 0 w 22"/>
                <a:gd name="T1" fmla="*/ 0 h 44"/>
                <a:gd name="T2" fmla="*/ 33 w 22"/>
                <a:gd name="T3" fmla="*/ 47 h 44"/>
                <a:gd name="T4" fmla="*/ 64 w 22"/>
                <a:gd name="T5" fmla="*/ 110 h 44"/>
                <a:gd name="T6" fmla="*/ 60 w 22"/>
                <a:gd name="T7" fmla="*/ 186 h 4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44">
                  <a:moveTo>
                    <a:pt x="0" y="0"/>
                  </a:moveTo>
                  <a:cubicBezTo>
                    <a:pt x="5" y="3"/>
                    <a:pt x="6" y="4"/>
                    <a:pt x="8" y="11"/>
                  </a:cubicBezTo>
                  <a:cubicBezTo>
                    <a:pt x="10" y="18"/>
                    <a:pt x="13" y="22"/>
                    <a:pt x="16" y="26"/>
                  </a:cubicBezTo>
                  <a:cubicBezTo>
                    <a:pt x="18" y="30"/>
                    <a:pt x="22" y="38"/>
                    <a:pt x="15" y="44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621" name="Freeform 108">
              <a:extLst>
                <a:ext uri="{FF2B5EF4-FFF2-40B4-BE49-F238E27FC236}">
                  <a16:creationId xmlns:a16="http://schemas.microsoft.com/office/drawing/2014/main" id="{19E88B34-7CB9-4A0E-99E4-8743E186E3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0" y="3983"/>
              <a:ext cx="44" cy="65"/>
            </a:xfrm>
            <a:custGeom>
              <a:avLst/>
              <a:gdLst>
                <a:gd name="T0" fmla="*/ 0 w 27"/>
                <a:gd name="T1" fmla="*/ 0 h 40"/>
                <a:gd name="T2" fmla="*/ 75 w 27"/>
                <a:gd name="T3" fmla="*/ 68 h 40"/>
                <a:gd name="T4" fmla="*/ 104 w 27"/>
                <a:gd name="T5" fmla="*/ 132 h 40"/>
                <a:gd name="T6" fmla="*/ 117 w 27"/>
                <a:gd name="T7" fmla="*/ 172 h 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40">
                  <a:moveTo>
                    <a:pt x="0" y="0"/>
                  </a:moveTo>
                  <a:cubicBezTo>
                    <a:pt x="6" y="3"/>
                    <a:pt x="14" y="10"/>
                    <a:pt x="17" y="16"/>
                  </a:cubicBezTo>
                  <a:cubicBezTo>
                    <a:pt x="19" y="21"/>
                    <a:pt x="21" y="25"/>
                    <a:pt x="24" y="31"/>
                  </a:cubicBezTo>
                  <a:cubicBezTo>
                    <a:pt x="26" y="34"/>
                    <a:pt x="27" y="37"/>
                    <a:pt x="27" y="4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622" name="Freeform 109">
              <a:extLst>
                <a:ext uri="{FF2B5EF4-FFF2-40B4-BE49-F238E27FC236}">
                  <a16:creationId xmlns:a16="http://schemas.microsoft.com/office/drawing/2014/main" id="{38C19117-3297-4DB0-BAD8-BC6516862D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9" y="3975"/>
              <a:ext cx="50" cy="57"/>
            </a:xfrm>
            <a:custGeom>
              <a:avLst/>
              <a:gdLst>
                <a:gd name="T0" fmla="*/ 0 w 31"/>
                <a:gd name="T1" fmla="*/ 0 h 35"/>
                <a:gd name="T2" fmla="*/ 63 w 31"/>
                <a:gd name="T3" fmla="*/ 47 h 35"/>
                <a:gd name="T4" fmla="*/ 123 w 31"/>
                <a:gd name="T5" fmla="*/ 122 h 35"/>
                <a:gd name="T6" fmla="*/ 131 w 31"/>
                <a:gd name="T7" fmla="*/ 151 h 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35">
                  <a:moveTo>
                    <a:pt x="0" y="0"/>
                  </a:moveTo>
                  <a:cubicBezTo>
                    <a:pt x="6" y="3"/>
                    <a:pt x="11" y="7"/>
                    <a:pt x="15" y="11"/>
                  </a:cubicBezTo>
                  <a:cubicBezTo>
                    <a:pt x="19" y="16"/>
                    <a:pt x="27" y="19"/>
                    <a:pt x="29" y="28"/>
                  </a:cubicBezTo>
                  <a:cubicBezTo>
                    <a:pt x="30" y="31"/>
                    <a:pt x="30" y="33"/>
                    <a:pt x="31" y="35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623" name="Freeform 110">
              <a:extLst>
                <a:ext uri="{FF2B5EF4-FFF2-40B4-BE49-F238E27FC236}">
                  <a16:creationId xmlns:a16="http://schemas.microsoft.com/office/drawing/2014/main" id="{AB9AEEB8-3DBD-4661-AD8B-E354EFE6B2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6" y="4040"/>
              <a:ext cx="28" cy="16"/>
            </a:xfrm>
            <a:custGeom>
              <a:avLst/>
              <a:gdLst>
                <a:gd name="T0" fmla="*/ 71 w 17"/>
                <a:gd name="T1" fmla="*/ 35 h 10"/>
                <a:gd name="T2" fmla="*/ 8 w 17"/>
                <a:gd name="T3" fmla="*/ 35 h 10"/>
                <a:gd name="T4" fmla="*/ 35 w 17"/>
                <a:gd name="T5" fmla="*/ 0 h 10"/>
                <a:gd name="T6" fmla="*/ 71 w 17"/>
                <a:gd name="T7" fmla="*/ 35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10">
                  <a:moveTo>
                    <a:pt x="16" y="9"/>
                  </a:moveTo>
                  <a:cubicBezTo>
                    <a:pt x="11" y="10"/>
                    <a:pt x="3" y="10"/>
                    <a:pt x="2" y="9"/>
                  </a:cubicBezTo>
                  <a:cubicBezTo>
                    <a:pt x="0" y="8"/>
                    <a:pt x="1" y="1"/>
                    <a:pt x="8" y="0"/>
                  </a:cubicBezTo>
                  <a:cubicBezTo>
                    <a:pt x="16" y="0"/>
                    <a:pt x="17" y="8"/>
                    <a:pt x="16" y="9"/>
                  </a:cubicBezTo>
                  <a:close/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624" name="Freeform 111">
              <a:extLst>
                <a:ext uri="{FF2B5EF4-FFF2-40B4-BE49-F238E27FC236}">
                  <a16:creationId xmlns:a16="http://schemas.microsoft.com/office/drawing/2014/main" id="{EE512626-0898-450D-B290-A3FD6A92CC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3" y="4032"/>
              <a:ext cx="26" cy="14"/>
            </a:xfrm>
            <a:custGeom>
              <a:avLst/>
              <a:gdLst>
                <a:gd name="T0" fmla="*/ 63 w 16"/>
                <a:gd name="T1" fmla="*/ 26 h 9"/>
                <a:gd name="T2" fmla="*/ 8 w 16"/>
                <a:gd name="T3" fmla="*/ 30 h 9"/>
                <a:gd name="T4" fmla="*/ 39 w 16"/>
                <a:gd name="T5" fmla="*/ 0 h 9"/>
                <a:gd name="T6" fmla="*/ 63 w 16"/>
                <a:gd name="T7" fmla="*/ 26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9">
                  <a:moveTo>
                    <a:pt x="15" y="7"/>
                  </a:moveTo>
                  <a:cubicBezTo>
                    <a:pt x="10" y="8"/>
                    <a:pt x="3" y="9"/>
                    <a:pt x="2" y="8"/>
                  </a:cubicBezTo>
                  <a:cubicBezTo>
                    <a:pt x="0" y="7"/>
                    <a:pt x="2" y="0"/>
                    <a:pt x="9" y="0"/>
                  </a:cubicBezTo>
                  <a:cubicBezTo>
                    <a:pt x="14" y="0"/>
                    <a:pt x="16" y="6"/>
                    <a:pt x="15" y="7"/>
                  </a:cubicBezTo>
                  <a:close/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625" name="Freeform 112">
              <a:extLst>
                <a:ext uri="{FF2B5EF4-FFF2-40B4-BE49-F238E27FC236}">
                  <a16:creationId xmlns:a16="http://schemas.microsoft.com/office/drawing/2014/main" id="{C6EC26BC-F82C-4A5F-AA4B-020C19B2218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0" y="4025"/>
              <a:ext cx="26" cy="13"/>
            </a:xfrm>
            <a:custGeom>
              <a:avLst/>
              <a:gdLst>
                <a:gd name="T0" fmla="*/ 63 w 16"/>
                <a:gd name="T1" fmla="*/ 29 h 8"/>
                <a:gd name="T2" fmla="*/ 8 w 16"/>
                <a:gd name="T3" fmla="*/ 29 h 8"/>
                <a:gd name="T4" fmla="*/ 39 w 16"/>
                <a:gd name="T5" fmla="*/ 0 h 8"/>
                <a:gd name="T6" fmla="*/ 63 w 16"/>
                <a:gd name="T7" fmla="*/ 29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8">
                  <a:moveTo>
                    <a:pt x="15" y="7"/>
                  </a:moveTo>
                  <a:cubicBezTo>
                    <a:pt x="10" y="6"/>
                    <a:pt x="4" y="8"/>
                    <a:pt x="2" y="7"/>
                  </a:cubicBezTo>
                  <a:cubicBezTo>
                    <a:pt x="0" y="6"/>
                    <a:pt x="2" y="0"/>
                    <a:pt x="9" y="0"/>
                  </a:cubicBezTo>
                  <a:cubicBezTo>
                    <a:pt x="14" y="0"/>
                    <a:pt x="16" y="6"/>
                    <a:pt x="15" y="7"/>
                  </a:cubicBezTo>
                  <a:close/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626" name="Freeform 113">
              <a:extLst>
                <a:ext uri="{FF2B5EF4-FFF2-40B4-BE49-F238E27FC236}">
                  <a16:creationId xmlns:a16="http://schemas.microsoft.com/office/drawing/2014/main" id="{4A51F0F4-2F8E-483B-B23D-A6F2DDF9C19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6" y="4033"/>
              <a:ext cx="8" cy="21"/>
            </a:xfrm>
            <a:custGeom>
              <a:avLst/>
              <a:gdLst>
                <a:gd name="T0" fmla="*/ 21 w 5"/>
                <a:gd name="T1" fmla="*/ 0 h 13"/>
                <a:gd name="T2" fmla="*/ 21 w 5"/>
                <a:gd name="T3" fmla="*/ 55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3">
                  <a:moveTo>
                    <a:pt x="5" y="0"/>
                  </a:moveTo>
                  <a:cubicBezTo>
                    <a:pt x="3" y="5"/>
                    <a:pt x="0" y="7"/>
                    <a:pt x="5" y="13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627" name="Freeform 114">
              <a:extLst>
                <a:ext uri="{FF2B5EF4-FFF2-40B4-BE49-F238E27FC236}">
                  <a16:creationId xmlns:a16="http://schemas.microsoft.com/office/drawing/2014/main" id="{B84AEB71-5BD9-4F88-AA28-4B5C99E1ED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4" y="3851"/>
              <a:ext cx="4" cy="25"/>
            </a:xfrm>
            <a:custGeom>
              <a:avLst/>
              <a:gdLst>
                <a:gd name="T0" fmla="*/ 0 w 3"/>
                <a:gd name="T1" fmla="*/ 0 h 15"/>
                <a:gd name="T2" fmla="*/ 7 w 3"/>
                <a:gd name="T3" fmla="*/ 7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5">
                  <a:moveTo>
                    <a:pt x="0" y="0"/>
                  </a:moveTo>
                  <a:cubicBezTo>
                    <a:pt x="0" y="3"/>
                    <a:pt x="3" y="15"/>
                    <a:pt x="3" y="15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628" name="Freeform 115">
              <a:extLst>
                <a:ext uri="{FF2B5EF4-FFF2-40B4-BE49-F238E27FC236}">
                  <a16:creationId xmlns:a16="http://schemas.microsoft.com/office/drawing/2014/main" id="{8DAC3DF6-AEB4-4D11-846F-D4A299F9E7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8" y="1921"/>
              <a:ext cx="61" cy="35"/>
            </a:xfrm>
            <a:custGeom>
              <a:avLst/>
              <a:gdLst>
                <a:gd name="T0" fmla="*/ 82 w 38"/>
                <a:gd name="T1" fmla="*/ 46 h 22"/>
                <a:gd name="T2" fmla="*/ 16 w 38"/>
                <a:gd name="T3" fmla="*/ 81 h 22"/>
                <a:gd name="T4" fmla="*/ 0 w 38"/>
                <a:gd name="T5" fmla="*/ 73 h 22"/>
                <a:gd name="T6" fmla="*/ 16 w 38"/>
                <a:gd name="T7" fmla="*/ 84 h 22"/>
                <a:gd name="T8" fmla="*/ 88 w 38"/>
                <a:gd name="T9" fmla="*/ 46 h 22"/>
                <a:gd name="T10" fmla="*/ 157 w 38"/>
                <a:gd name="T11" fmla="*/ 0 h 22"/>
                <a:gd name="T12" fmla="*/ 82 w 38"/>
                <a:gd name="T13" fmla="*/ 46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8" h="22">
                  <a:moveTo>
                    <a:pt x="20" y="11"/>
                  </a:moveTo>
                  <a:cubicBezTo>
                    <a:pt x="14" y="16"/>
                    <a:pt x="9" y="21"/>
                    <a:pt x="4" y="20"/>
                  </a:cubicBezTo>
                  <a:cubicBezTo>
                    <a:pt x="3" y="20"/>
                    <a:pt x="1" y="20"/>
                    <a:pt x="0" y="18"/>
                  </a:cubicBezTo>
                  <a:cubicBezTo>
                    <a:pt x="1" y="20"/>
                    <a:pt x="2" y="21"/>
                    <a:pt x="4" y="21"/>
                  </a:cubicBezTo>
                  <a:cubicBezTo>
                    <a:pt x="9" y="22"/>
                    <a:pt x="15" y="17"/>
                    <a:pt x="21" y="11"/>
                  </a:cubicBezTo>
                  <a:cubicBezTo>
                    <a:pt x="26" y="6"/>
                    <a:pt x="33" y="0"/>
                    <a:pt x="38" y="0"/>
                  </a:cubicBezTo>
                  <a:cubicBezTo>
                    <a:pt x="32" y="0"/>
                    <a:pt x="26" y="5"/>
                    <a:pt x="20" y="11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629" name="Freeform 116">
              <a:extLst>
                <a:ext uri="{FF2B5EF4-FFF2-40B4-BE49-F238E27FC236}">
                  <a16:creationId xmlns:a16="http://schemas.microsoft.com/office/drawing/2014/main" id="{A23C4216-199B-4F02-84B9-107BA5FFCA0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6" y="1626"/>
              <a:ext cx="205" cy="34"/>
            </a:xfrm>
            <a:custGeom>
              <a:avLst/>
              <a:gdLst>
                <a:gd name="T0" fmla="*/ 0 w 127"/>
                <a:gd name="T1" fmla="*/ 0 h 21"/>
                <a:gd name="T2" fmla="*/ 412 w 127"/>
                <a:gd name="T3" fmla="*/ 42 h 21"/>
                <a:gd name="T4" fmla="*/ 534 w 127"/>
                <a:gd name="T5" fmla="*/ 21 h 21"/>
                <a:gd name="T6" fmla="*/ 412 w 127"/>
                <a:gd name="T7" fmla="*/ 34 h 21"/>
                <a:gd name="T8" fmla="*/ 0 w 127"/>
                <a:gd name="T9" fmla="*/ 0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7" h="21">
                  <a:moveTo>
                    <a:pt x="0" y="0"/>
                  </a:moveTo>
                  <a:cubicBezTo>
                    <a:pt x="25" y="21"/>
                    <a:pt x="64" y="15"/>
                    <a:pt x="98" y="10"/>
                  </a:cubicBezTo>
                  <a:cubicBezTo>
                    <a:pt x="109" y="8"/>
                    <a:pt x="119" y="5"/>
                    <a:pt x="127" y="5"/>
                  </a:cubicBezTo>
                  <a:cubicBezTo>
                    <a:pt x="119" y="5"/>
                    <a:pt x="108" y="6"/>
                    <a:pt x="98" y="8"/>
                  </a:cubicBezTo>
                  <a:cubicBezTo>
                    <a:pt x="64" y="13"/>
                    <a:pt x="24" y="20"/>
                    <a:pt x="0" y="0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630" name="Freeform 117">
              <a:extLst>
                <a:ext uri="{FF2B5EF4-FFF2-40B4-BE49-F238E27FC236}">
                  <a16:creationId xmlns:a16="http://schemas.microsoft.com/office/drawing/2014/main" id="{2E6BEF08-202C-412A-B862-8C2618EAE2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3" y="2291"/>
              <a:ext cx="135" cy="135"/>
            </a:xfrm>
            <a:custGeom>
              <a:avLst/>
              <a:gdLst>
                <a:gd name="T0" fmla="*/ 0 w 84"/>
                <a:gd name="T1" fmla="*/ 0 h 84"/>
                <a:gd name="T2" fmla="*/ 68 w 84"/>
                <a:gd name="T3" fmla="*/ 111 h 84"/>
                <a:gd name="T4" fmla="*/ 95 w 84"/>
                <a:gd name="T5" fmla="*/ 145 h 84"/>
                <a:gd name="T6" fmla="*/ 349 w 84"/>
                <a:gd name="T7" fmla="*/ 349 h 84"/>
                <a:gd name="T8" fmla="*/ 101 w 84"/>
                <a:gd name="T9" fmla="*/ 145 h 84"/>
                <a:gd name="T10" fmla="*/ 76 w 84"/>
                <a:gd name="T11" fmla="*/ 111 h 84"/>
                <a:gd name="T12" fmla="*/ 0 w 84"/>
                <a:gd name="T13" fmla="*/ 0 h 8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4" h="84">
                  <a:moveTo>
                    <a:pt x="0" y="0"/>
                  </a:moveTo>
                  <a:cubicBezTo>
                    <a:pt x="3" y="9"/>
                    <a:pt x="9" y="18"/>
                    <a:pt x="16" y="27"/>
                  </a:cubicBezTo>
                  <a:cubicBezTo>
                    <a:pt x="23" y="35"/>
                    <a:pt x="23" y="35"/>
                    <a:pt x="23" y="35"/>
                  </a:cubicBezTo>
                  <a:cubicBezTo>
                    <a:pt x="34" y="50"/>
                    <a:pt x="71" y="80"/>
                    <a:pt x="84" y="84"/>
                  </a:cubicBezTo>
                  <a:cubicBezTo>
                    <a:pt x="72" y="80"/>
                    <a:pt x="35" y="50"/>
                    <a:pt x="24" y="35"/>
                  </a:cubicBezTo>
                  <a:cubicBezTo>
                    <a:pt x="18" y="27"/>
                    <a:pt x="18" y="27"/>
                    <a:pt x="18" y="27"/>
                  </a:cubicBezTo>
                  <a:cubicBezTo>
                    <a:pt x="11" y="18"/>
                    <a:pt x="3" y="9"/>
                    <a:pt x="0" y="0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631" name="Freeform 118">
              <a:extLst>
                <a:ext uri="{FF2B5EF4-FFF2-40B4-BE49-F238E27FC236}">
                  <a16:creationId xmlns:a16="http://schemas.microsoft.com/office/drawing/2014/main" id="{5A2163A3-4AFB-44EA-A965-6376859D3F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1" y="2286"/>
              <a:ext cx="136" cy="135"/>
            </a:xfrm>
            <a:custGeom>
              <a:avLst/>
              <a:gdLst>
                <a:gd name="T0" fmla="*/ 274 w 85"/>
                <a:gd name="T1" fmla="*/ 111 h 84"/>
                <a:gd name="T2" fmla="*/ 246 w 85"/>
                <a:gd name="T3" fmla="*/ 149 h 84"/>
                <a:gd name="T4" fmla="*/ 0 w 85"/>
                <a:gd name="T5" fmla="*/ 349 h 84"/>
                <a:gd name="T6" fmla="*/ 253 w 85"/>
                <a:gd name="T7" fmla="*/ 149 h 84"/>
                <a:gd name="T8" fmla="*/ 282 w 85"/>
                <a:gd name="T9" fmla="*/ 111 h 84"/>
                <a:gd name="T10" fmla="*/ 349 w 85"/>
                <a:gd name="T11" fmla="*/ 0 h 84"/>
                <a:gd name="T12" fmla="*/ 274 w 85"/>
                <a:gd name="T13" fmla="*/ 111 h 8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5" h="84">
                  <a:moveTo>
                    <a:pt x="67" y="27"/>
                  </a:moveTo>
                  <a:cubicBezTo>
                    <a:pt x="60" y="36"/>
                    <a:pt x="60" y="36"/>
                    <a:pt x="60" y="36"/>
                  </a:cubicBezTo>
                  <a:cubicBezTo>
                    <a:pt x="49" y="50"/>
                    <a:pt x="13" y="80"/>
                    <a:pt x="0" y="84"/>
                  </a:cubicBezTo>
                  <a:cubicBezTo>
                    <a:pt x="13" y="80"/>
                    <a:pt x="51" y="51"/>
                    <a:pt x="62" y="36"/>
                  </a:cubicBezTo>
                  <a:cubicBezTo>
                    <a:pt x="69" y="27"/>
                    <a:pt x="69" y="27"/>
                    <a:pt x="69" y="27"/>
                  </a:cubicBezTo>
                  <a:cubicBezTo>
                    <a:pt x="76" y="19"/>
                    <a:pt x="82" y="10"/>
                    <a:pt x="85" y="0"/>
                  </a:cubicBezTo>
                  <a:cubicBezTo>
                    <a:pt x="82" y="9"/>
                    <a:pt x="74" y="19"/>
                    <a:pt x="67" y="27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632" name="Freeform 119">
              <a:extLst>
                <a:ext uri="{FF2B5EF4-FFF2-40B4-BE49-F238E27FC236}">
                  <a16:creationId xmlns:a16="http://schemas.microsoft.com/office/drawing/2014/main" id="{1A908EA3-FF62-4611-AE98-B5EC3402F33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4" y="2120"/>
              <a:ext cx="15" cy="21"/>
            </a:xfrm>
            <a:custGeom>
              <a:avLst/>
              <a:gdLst>
                <a:gd name="T0" fmla="*/ 0 w 9"/>
                <a:gd name="T1" fmla="*/ 55 h 13"/>
                <a:gd name="T2" fmla="*/ 0 w 9"/>
                <a:gd name="T3" fmla="*/ 55 h 13"/>
                <a:gd name="T4" fmla="*/ 42 w 9"/>
                <a:gd name="T5" fmla="*/ 0 h 13"/>
                <a:gd name="T6" fmla="*/ 33 w 9"/>
                <a:gd name="T7" fmla="*/ 0 h 13"/>
                <a:gd name="T8" fmla="*/ 0 w 9"/>
                <a:gd name="T9" fmla="*/ 55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13">
                  <a:moveTo>
                    <a:pt x="0" y="13"/>
                  </a:moveTo>
                  <a:cubicBezTo>
                    <a:pt x="0" y="13"/>
                    <a:pt x="0" y="13"/>
                    <a:pt x="0" y="13"/>
                  </a:cubicBezTo>
                  <a:cubicBezTo>
                    <a:pt x="4" y="10"/>
                    <a:pt x="7" y="4"/>
                    <a:pt x="9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5" y="3"/>
                    <a:pt x="3" y="10"/>
                    <a:pt x="0" y="13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633" name="Freeform 120">
              <a:extLst>
                <a:ext uri="{FF2B5EF4-FFF2-40B4-BE49-F238E27FC236}">
                  <a16:creationId xmlns:a16="http://schemas.microsoft.com/office/drawing/2014/main" id="{80B7E3CE-1BB9-42F9-B233-E298FAE03F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1" y="1522"/>
              <a:ext cx="6" cy="173"/>
            </a:xfrm>
            <a:custGeom>
              <a:avLst/>
              <a:gdLst>
                <a:gd name="T0" fmla="*/ 12 w 4"/>
                <a:gd name="T1" fmla="*/ 444 h 108"/>
                <a:gd name="T2" fmla="*/ 12 w 4"/>
                <a:gd name="T3" fmla="*/ 439 h 108"/>
                <a:gd name="T4" fmla="*/ 14 w 4"/>
                <a:gd name="T5" fmla="*/ 0 h 10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108">
                  <a:moveTo>
                    <a:pt x="3" y="108"/>
                  </a:moveTo>
                  <a:cubicBezTo>
                    <a:pt x="3" y="107"/>
                    <a:pt x="3" y="107"/>
                    <a:pt x="3" y="107"/>
                  </a:cubicBezTo>
                  <a:cubicBezTo>
                    <a:pt x="1" y="71"/>
                    <a:pt x="0" y="7"/>
                    <a:pt x="4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634" name="Freeform 121">
              <a:extLst>
                <a:ext uri="{FF2B5EF4-FFF2-40B4-BE49-F238E27FC236}">
                  <a16:creationId xmlns:a16="http://schemas.microsoft.com/office/drawing/2014/main" id="{ABBA4D79-0382-4579-8EFB-E9E856B2C5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1" y="1560"/>
              <a:ext cx="2" cy="5"/>
            </a:xfrm>
            <a:custGeom>
              <a:avLst/>
              <a:gdLst>
                <a:gd name="T0" fmla="*/ 8 w 1"/>
                <a:gd name="T1" fmla="*/ 13 h 3"/>
                <a:gd name="T2" fmla="*/ 0 w 1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">
                  <a:moveTo>
                    <a:pt x="1" y="3"/>
                  </a:moveTo>
                  <a:cubicBezTo>
                    <a:pt x="1" y="2"/>
                    <a:pt x="0" y="1"/>
                    <a:pt x="0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635" name="Freeform 122">
              <a:extLst>
                <a:ext uri="{FF2B5EF4-FFF2-40B4-BE49-F238E27FC236}">
                  <a16:creationId xmlns:a16="http://schemas.microsoft.com/office/drawing/2014/main" id="{B9E3162F-04B9-455C-BBCD-96EAE0116EE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4" y="1551"/>
              <a:ext cx="37" cy="38"/>
            </a:xfrm>
            <a:custGeom>
              <a:avLst/>
              <a:gdLst>
                <a:gd name="T0" fmla="*/ 50 w 23"/>
                <a:gd name="T1" fmla="*/ 0 h 24"/>
                <a:gd name="T2" fmla="*/ 0 w 23"/>
                <a:gd name="T3" fmla="*/ 48 h 24"/>
                <a:gd name="T4" fmla="*/ 50 w 23"/>
                <a:gd name="T5" fmla="*/ 95 h 24"/>
                <a:gd name="T6" fmla="*/ 97 w 23"/>
                <a:gd name="T7" fmla="*/ 68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24">
                  <a:moveTo>
                    <a:pt x="12" y="0"/>
                  </a:moveTo>
                  <a:cubicBezTo>
                    <a:pt x="5" y="0"/>
                    <a:pt x="0" y="6"/>
                    <a:pt x="0" y="12"/>
                  </a:cubicBezTo>
                  <a:cubicBezTo>
                    <a:pt x="0" y="19"/>
                    <a:pt x="5" y="24"/>
                    <a:pt x="12" y="24"/>
                  </a:cubicBezTo>
                  <a:cubicBezTo>
                    <a:pt x="17" y="24"/>
                    <a:pt x="21" y="22"/>
                    <a:pt x="23" y="17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636" name="Oval 123">
              <a:extLst>
                <a:ext uri="{FF2B5EF4-FFF2-40B4-BE49-F238E27FC236}">
                  <a16:creationId xmlns:a16="http://schemas.microsoft.com/office/drawing/2014/main" id="{C431A6EA-8DDE-457D-B2A2-B73B0967AD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68" y="1565"/>
              <a:ext cx="12" cy="11"/>
            </a:xfrm>
            <a:prstGeom prst="ellipse">
              <a:avLst/>
            </a:prstGeom>
            <a:noFill/>
            <a:ln w="635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637" name="Freeform 124">
              <a:extLst>
                <a:ext uri="{FF2B5EF4-FFF2-40B4-BE49-F238E27FC236}">
                  <a16:creationId xmlns:a16="http://schemas.microsoft.com/office/drawing/2014/main" id="{E47A708B-319C-4DB1-AD18-D1B2EDC136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9" y="1280"/>
              <a:ext cx="176" cy="20"/>
            </a:xfrm>
            <a:custGeom>
              <a:avLst/>
              <a:gdLst>
                <a:gd name="T0" fmla="*/ 370 w 109"/>
                <a:gd name="T1" fmla="*/ 5 h 12"/>
                <a:gd name="T2" fmla="*/ 207 w 109"/>
                <a:gd name="T3" fmla="*/ 28 h 12"/>
                <a:gd name="T4" fmla="*/ 149 w 109"/>
                <a:gd name="T5" fmla="*/ 37 h 12"/>
                <a:gd name="T6" fmla="*/ 0 w 109"/>
                <a:gd name="T7" fmla="*/ 47 h 12"/>
                <a:gd name="T8" fmla="*/ 152 w 109"/>
                <a:gd name="T9" fmla="*/ 47 h 12"/>
                <a:gd name="T10" fmla="*/ 207 w 109"/>
                <a:gd name="T11" fmla="*/ 37 h 12"/>
                <a:gd name="T12" fmla="*/ 370 w 109"/>
                <a:gd name="T13" fmla="*/ 13 h 12"/>
                <a:gd name="T14" fmla="*/ 417 w 109"/>
                <a:gd name="T15" fmla="*/ 8 h 12"/>
                <a:gd name="T16" fmla="*/ 459 w 109"/>
                <a:gd name="T17" fmla="*/ 5 h 12"/>
                <a:gd name="T18" fmla="*/ 417 w 109"/>
                <a:gd name="T19" fmla="*/ 0 h 12"/>
                <a:gd name="T20" fmla="*/ 370 w 109"/>
                <a:gd name="T21" fmla="*/ 5 h 1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09" h="12">
                  <a:moveTo>
                    <a:pt x="88" y="1"/>
                  </a:moveTo>
                  <a:cubicBezTo>
                    <a:pt x="74" y="2"/>
                    <a:pt x="60" y="4"/>
                    <a:pt x="49" y="6"/>
                  </a:cubicBezTo>
                  <a:cubicBezTo>
                    <a:pt x="35" y="8"/>
                    <a:pt x="35" y="8"/>
                    <a:pt x="35" y="8"/>
                  </a:cubicBezTo>
                  <a:cubicBezTo>
                    <a:pt x="23" y="10"/>
                    <a:pt x="8" y="11"/>
                    <a:pt x="0" y="10"/>
                  </a:cubicBezTo>
                  <a:cubicBezTo>
                    <a:pt x="8" y="11"/>
                    <a:pt x="24" y="12"/>
                    <a:pt x="36" y="10"/>
                  </a:cubicBezTo>
                  <a:cubicBezTo>
                    <a:pt x="49" y="8"/>
                    <a:pt x="49" y="8"/>
                    <a:pt x="49" y="8"/>
                  </a:cubicBezTo>
                  <a:cubicBezTo>
                    <a:pt x="60" y="6"/>
                    <a:pt x="75" y="4"/>
                    <a:pt x="88" y="3"/>
                  </a:cubicBezTo>
                  <a:cubicBezTo>
                    <a:pt x="92" y="2"/>
                    <a:pt x="98" y="2"/>
                    <a:pt x="99" y="2"/>
                  </a:cubicBezTo>
                  <a:cubicBezTo>
                    <a:pt x="99" y="2"/>
                    <a:pt x="109" y="1"/>
                    <a:pt x="109" y="1"/>
                  </a:cubicBezTo>
                  <a:cubicBezTo>
                    <a:pt x="99" y="0"/>
                    <a:pt x="99" y="0"/>
                    <a:pt x="99" y="0"/>
                  </a:cubicBezTo>
                  <a:cubicBezTo>
                    <a:pt x="98" y="0"/>
                    <a:pt x="92" y="0"/>
                    <a:pt x="88" y="1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638" name="Freeform 125">
              <a:extLst>
                <a:ext uri="{FF2B5EF4-FFF2-40B4-BE49-F238E27FC236}">
                  <a16:creationId xmlns:a16="http://schemas.microsoft.com/office/drawing/2014/main" id="{98B652F0-23D4-40FE-924D-C24ECEF2C0F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9" y="2538"/>
              <a:ext cx="8" cy="139"/>
            </a:xfrm>
            <a:custGeom>
              <a:avLst/>
              <a:gdLst>
                <a:gd name="T0" fmla="*/ 5 w 5"/>
                <a:gd name="T1" fmla="*/ 364 h 86"/>
                <a:gd name="T2" fmla="*/ 16 w 5"/>
                <a:gd name="T3" fmla="*/ 152 h 86"/>
                <a:gd name="T4" fmla="*/ 21 w 5"/>
                <a:gd name="T5" fmla="*/ 0 h 8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86">
                  <a:moveTo>
                    <a:pt x="1" y="86"/>
                  </a:moveTo>
                  <a:cubicBezTo>
                    <a:pt x="0" y="79"/>
                    <a:pt x="4" y="44"/>
                    <a:pt x="4" y="36"/>
                  </a:cubicBezTo>
                  <a:cubicBezTo>
                    <a:pt x="4" y="30"/>
                    <a:pt x="5" y="11"/>
                    <a:pt x="5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639" name="Freeform 126">
              <a:extLst>
                <a:ext uri="{FF2B5EF4-FFF2-40B4-BE49-F238E27FC236}">
                  <a16:creationId xmlns:a16="http://schemas.microsoft.com/office/drawing/2014/main" id="{F7EBA161-2FCE-4F4D-A081-C4F4001F64D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8" y="2547"/>
              <a:ext cx="5" cy="123"/>
            </a:xfrm>
            <a:custGeom>
              <a:avLst/>
              <a:gdLst>
                <a:gd name="T0" fmla="*/ 5 w 3"/>
                <a:gd name="T1" fmla="*/ 313 h 77"/>
                <a:gd name="T2" fmla="*/ 13 w 3"/>
                <a:gd name="T3" fmla="*/ 110 h 77"/>
                <a:gd name="T4" fmla="*/ 5 w 3"/>
                <a:gd name="T5" fmla="*/ 0 h 7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77">
                  <a:moveTo>
                    <a:pt x="1" y="77"/>
                  </a:moveTo>
                  <a:cubicBezTo>
                    <a:pt x="0" y="72"/>
                    <a:pt x="3" y="38"/>
                    <a:pt x="3" y="27"/>
                  </a:cubicBezTo>
                  <a:cubicBezTo>
                    <a:pt x="2" y="19"/>
                    <a:pt x="1" y="8"/>
                    <a:pt x="1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640" name="Freeform 127">
              <a:extLst>
                <a:ext uri="{FF2B5EF4-FFF2-40B4-BE49-F238E27FC236}">
                  <a16:creationId xmlns:a16="http://schemas.microsoft.com/office/drawing/2014/main" id="{15D33457-A523-487A-AEF1-EC496D3FC87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1" y="2534"/>
              <a:ext cx="8" cy="119"/>
            </a:xfrm>
            <a:custGeom>
              <a:avLst/>
              <a:gdLst>
                <a:gd name="T0" fmla="*/ 21 w 5"/>
                <a:gd name="T1" fmla="*/ 307 h 74"/>
                <a:gd name="T2" fmla="*/ 8 w 5"/>
                <a:gd name="T3" fmla="*/ 90 h 74"/>
                <a:gd name="T4" fmla="*/ 5 w 5"/>
                <a:gd name="T5" fmla="*/ 0 h 7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74">
                  <a:moveTo>
                    <a:pt x="5" y="74"/>
                  </a:moveTo>
                  <a:cubicBezTo>
                    <a:pt x="5" y="74"/>
                    <a:pt x="4" y="34"/>
                    <a:pt x="2" y="22"/>
                  </a:cubicBezTo>
                  <a:cubicBezTo>
                    <a:pt x="0" y="13"/>
                    <a:pt x="0" y="7"/>
                    <a:pt x="1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641" name="Freeform 128">
              <a:extLst>
                <a:ext uri="{FF2B5EF4-FFF2-40B4-BE49-F238E27FC236}">
                  <a16:creationId xmlns:a16="http://schemas.microsoft.com/office/drawing/2014/main" id="{BE4C93EB-1C6A-4CFA-99A1-DE84479D4C8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7" y="2489"/>
              <a:ext cx="14" cy="12"/>
            </a:xfrm>
            <a:custGeom>
              <a:avLst/>
              <a:gdLst>
                <a:gd name="T0" fmla="*/ 34 w 9"/>
                <a:gd name="T1" fmla="*/ 27 h 8"/>
                <a:gd name="T2" fmla="*/ 0 w 9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8">
                  <a:moveTo>
                    <a:pt x="9" y="8"/>
                  </a:moveTo>
                  <a:cubicBezTo>
                    <a:pt x="6" y="5"/>
                    <a:pt x="3" y="3"/>
                    <a:pt x="0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642" name="Freeform 129">
              <a:extLst>
                <a:ext uri="{FF2B5EF4-FFF2-40B4-BE49-F238E27FC236}">
                  <a16:creationId xmlns:a16="http://schemas.microsoft.com/office/drawing/2014/main" id="{5EF3750B-5770-407E-9ABE-E28A944264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9" y="1921"/>
              <a:ext cx="61" cy="35"/>
            </a:xfrm>
            <a:custGeom>
              <a:avLst/>
              <a:gdLst>
                <a:gd name="T0" fmla="*/ 0 w 38"/>
                <a:gd name="T1" fmla="*/ 0 h 22"/>
                <a:gd name="T2" fmla="*/ 0 w 38"/>
                <a:gd name="T3" fmla="*/ 0 h 22"/>
                <a:gd name="T4" fmla="*/ 75 w 38"/>
                <a:gd name="T5" fmla="*/ 46 h 22"/>
                <a:gd name="T6" fmla="*/ 141 w 38"/>
                <a:gd name="T7" fmla="*/ 84 h 22"/>
                <a:gd name="T8" fmla="*/ 157 w 38"/>
                <a:gd name="T9" fmla="*/ 73 h 22"/>
                <a:gd name="T10" fmla="*/ 141 w 38"/>
                <a:gd name="T11" fmla="*/ 81 h 22"/>
                <a:gd name="T12" fmla="*/ 75 w 38"/>
                <a:gd name="T13" fmla="*/ 46 h 22"/>
                <a:gd name="T14" fmla="*/ 0 w 38"/>
                <a:gd name="T15" fmla="*/ 0 h 2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8" h="22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6" y="0"/>
                    <a:pt x="12" y="6"/>
                    <a:pt x="18" y="11"/>
                  </a:cubicBezTo>
                  <a:cubicBezTo>
                    <a:pt x="24" y="17"/>
                    <a:pt x="29" y="22"/>
                    <a:pt x="34" y="21"/>
                  </a:cubicBezTo>
                  <a:cubicBezTo>
                    <a:pt x="36" y="21"/>
                    <a:pt x="37" y="20"/>
                    <a:pt x="38" y="18"/>
                  </a:cubicBezTo>
                  <a:cubicBezTo>
                    <a:pt x="37" y="20"/>
                    <a:pt x="35" y="20"/>
                    <a:pt x="34" y="20"/>
                  </a:cubicBezTo>
                  <a:cubicBezTo>
                    <a:pt x="30" y="21"/>
                    <a:pt x="24" y="16"/>
                    <a:pt x="18" y="11"/>
                  </a:cubicBezTo>
                  <a:cubicBezTo>
                    <a:pt x="12" y="5"/>
                    <a:pt x="6" y="0"/>
                    <a:pt x="0" y="0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643" name="Freeform 130">
              <a:extLst>
                <a:ext uri="{FF2B5EF4-FFF2-40B4-BE49-F238E27FC236}">
                  <a16:creationId xmlns:a16="http://schemas.microsoft.com/office/drawing/2014/main" id="{E91C7452-8CFB-480F-A77A-E0D3BE09DE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8" y="1626"/>
              <a:ext cx="204" cy="34"/>
            </a:xfrm>
            <a:custGeom>
              <a:avLst/>
              <a:gdLst>
                <a:gd name="T0" fmla="*/ 124 w 127"/>
                <a:gd name="T1" fmla="*/ 34 h 21"/>
                <a:gd name="T2" fmla="*/ 0 w 127"/>
                <a:gd name="T3" fmla="*/ 21 h 21"/>
                <a:gd name="T4" fmla="*/ 120 w 127"/>
                <a:gd name="T5" fmla="*/ 42 h 21"/>
                <a:gd name="T6" fmla="*/ 527 w 127"/>
                <a:gd name="T7" fmla="*/ 0 h 21"/>
                <a:gd name="T8" fmla="*/ 124 w 127"/>
                <a:gd name="T9" fmla="*/ 34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7" h="21">
                  <a:moveTo>
                    <a:pt x="30" y="8"/>
                  </a:moveTo>
                  <a:cubicBezTo>
                    <a:pt x="19" y="6"/>
                    <a:pt x="9" y="5"/>
                    <a:pt x="0" y="5"/>
                  </a:cubicBezTo>
                  <a:cubicBezTo>
                    <a:pt x="9" y="5"/>
                    <a:pt x="19" y="8"/>
                    <a:pt x="29" y="10"/>
                  </a:cubicBezTo>
                  <a:cubicBezTo>
                    <a:pt x="64" y="15"/>
                    <a:pt x="102" y="21"/>
                    <a:pt x="127" y="0"/>
                  </a:cubicBezTo>
                  <a:cubicBezTo>
                    <a:pt x="103" y="20"/>
                    <a:pt x="64" y="13"/>
                    <a:pt x="30" y="8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644" name="Freeform 131">
              <a:extLst>
                <a:ext uri="{FF2B5EF4-FFF2-40B4-BE49-F238E27FC236}">
                  <a16:creationId xmlns:a16="http://schemas.microsoft.com/office/drawing/2014/main" id="{C84A4049-3513-4F5B-A15F-8E79E75052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3" y="886"/>
              <a:ext cx="62" cy="18"/>
            </a:xfrm>
            <a:custGeom>
              <a:avLst/>
              <a:gdLst>
                <a:gd name="T0" fmla="*/ 165 w 38"/>
                <a:gd name="T1" fmla="*/ 47 h 11"/>
                <a:gd name="T2" fmla="*/ 0 w 38"/>
                <a:gd name="T3" fmla="*/ 43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8" h="11">
                  <a:moveTo>
                    <a:pt x="38" y="11"/>
                  </a:moveTo>
                  <a:cubicBezTo>
                    <a:pt x="28" y="2"/>
                    <a:pt x="11" y="0"/>
                    <a:pt x="0" y="1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645" name="Freeform 132">
              <a:extLst>
                <a:ext uri="{FF2B5EF4-FFF2-40B4-BE49-F238E27FC236}">
                  <a16:creationId xmlns:a16="http://schemas.microsoft.com/office/drawing/2014/main" id="{98D492EF-B111-4FB5-8575-FCFB7D46A15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2" y="886"/>
              <a:ext cx="61" cy="18"/>
            </a:xfrm>
            <a:custGeom>
              <a:avLst/>
              <a:gdLst>
                <a:gd name="T0" fmla="*/ 0 w 38"/>
                <a:gd name="T1" fmla="*/ 47 h 11"/>
                <a:gd name="T2" fmla="*/ 157 w 38"/>
                <a:gd name="T3" fmla="*/ 43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8" h="11">
                  <a:moveTo>
                    <a:pt x="0" y="11"/>
                  </a:moveTo>
                  <a:cubicBezTo>
                    <a:pt x="10" y="2"/>
                    <a:pt x="27" y="0"/>
                    <a:pt x="38" y="1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646" name="Freeform 133">
              <a:extLst>
                <a:ext uri="{FF2B5EF4-FFF2-40B4-BE49-F238E27FC236}">
                  <a16:creationId xmlns:a16="http://schemas.microsoft.com/office/drawing/2014/main" id="{5C1082F4-A54B-4C00-BCC6-D330A4A984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9" y="865"/>
              <a:ext cx="350" cy="285"/>
            </a:xfrm>
            <a:custGeom>
              <a:avLst/>
              <a:gdLst>
                <a:gd name="T0" fmla="*/ 76 w 217"/>
                <a:gd name="T1" fmla="*/ 166 h 177"/>
                <a:gd name="T2" fmla="*/ 55 w 217"/>
                <a:gd name="T3" fmla="*/ 76 h 177"/>
                <a:gd name="T4" fmla="*/ 47 w 217"/>
                <a:gd name="T5" fmla="*/ 42 h 177"/>
                <a:gd name="T6" fmla="*/ 42 w 217"/>
                <a:gd name="T7" fmla="*/ 26 h 177"/>
                <a:gd name="T8" fmla="*/ 42 w 217"/>
                <a:gd name="T9" fmla="*/ 21 h 177"/>
                <a:gd name="T10" fmla="*/ 29 w 217"/>
                <a:gd name="T11" fmla="*/ 8 h 177"/>
                <a:gd name="T12" fmla="*/ 0 w 217"/>
                <a:gd name="T13" fmla="*/ 42 h 177"/>
                <a:gd name="T14" fmla="*/ 21 w 217"/>
                <a:gd name="T15" fmla="*/ 124 h 177"/>
                <a:gd name="T16" fmla="*/ 39 w 217"/>
                <a:gd name="T17" fmla="*/ 213 h 177"/>
                <a:gd name="T18" fmla="*/ 50 w 217"/>
                <a:gd name="T19" fmla="*/ 272 h 177"/>
                <a:gd name="T20" fmla="*/ 76 w 217"/>
                <a:gd name="T21" fmla="*/ 314 h 177"/>
                <a:gd name="T22" fmla="*/ 115 w 217"/>
                <a:gd name="T23" fmla="*/ 343 h 177"/>
                <a:gd name="T24" fmla="*/ 145 w 217"/>
                <a:gd name="T25" fmla="*/ 501 h 177"/>
                <a:gd name="T26" fmla="*/ 294 w 217"/>
                <a:gd name="T27" fmla="*/ 668 h 177"/>
                <a:gd name="T28" fmla="*/ 453 w 217"/>
                <a:gd name="T29" fmla="*/ 739 h 177"/>
                <a:gd name="T30" fmla="*/ 616 w 217"/>
                <a:gd name="T31" fmla="*/ 668 h 177"/>
                <a:gd name="T32" fmla="*/ 765 w 217"/>
                <a:gd name="T33" fmla="*/ 501 h 177"/>
                <a:gd name="T34" fmla="*/ 797 w 217"/>
                <a:gd name="T35" fmla="*/ 343 h 177"/>
                <a:gd name="T36" fmla="*/ 840 w 217"/>
                <a:gd name="T37" fmla="*/ 314 h 177"/>
                <a:gd name="T38" fmla="*/ 861 w 217"/>
                <a:gd name="T39" fmla="*/ 272 h 177"/>
                <a:gd name="T40" fmla="*/ 877 w 217"/>
                <a:gd name="T41" fmla="*/ 213 h 177"/>
                <a:gd name="T42" fmla="*/ 895 w 217"/>
                <a:gd name="T43" fmla="*/ 124 h 177"/>
                <a:gd name="T44" fmla="*/ 911 w 217"/>
                <a:gd name="T45" fmla="*/ 42 h 177"/>
                <a:gd name="T46" fmla="*/ 903 w 217"/>
                <a:gd name="T47" fmla="*/ 8 h 177"/>
                <a:gd name="T48" fmla="*/ 895 w 217"/>
                <a:gd name="T49" fmla="*/ 8 h 177"/>
                <a:gd name="T50" fmla="*/ 884 w 217"/>
                <a:gd name="T51" fmla="*/ 8 h 177"/>
                <a:gd name="T52" fmla="*/ 856 w 217"/>
                <a:gd name="T53" fmla="*/ 101 h 177"/>
                <a:gd name="T54" fmla="*/ 848 w 217"/>
                <a:gd name="T55" fmla="*/ 124 h 177"/>
                <a:gd name="T56" fmla="*/ 827 w 217"/>
                <a:gd name="T57" fmla="*/ 179 h 177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217" h="177">
                  <a:moveTo>
                    <a:pt x="18" y="40"/>
                  </a:moveTo>
                  <a:cubicBezTo>
                    <a:pt x="16" y="32"/>
                    <a:pt x="13" y="18"/>
                    <a:pt x="13" y="18"/>
                  </a:cubicBezTo>
                  <a:cubicBezTo>
                    <a:pt x="13" y="18"/>
                    <a:pt x="12" y="14"/>
                    <a:pt x="11" y="10"/>
                  </a:cubicBezTo>
                  <a:cubicBezTo>
                    <a:pt x="10" y="8"/>
                    <a:pt x="10" y="7"/>
                    <a:pt x="10" y="6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9" y="4"/>
                    <a:pt x="7" y="2"/>
                    <a:pt x="7" y="2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15"/>
                    <a:pt x="5" y="26"/>
                    <a:pt x="5" y="30"/>
                  </a:cubicBezTo>
                  <a:cubicBezTo>
                    <a:pt x="5" y="34"/>
                    <a:pt x="6" y="45"/>
                    <a:pt x="9" y="51"/>
                  </a:cubicBezTo>
                  <a:cubicBezTo>
                    <a:pt x="11" y="58"/>
                    <a:pt x="10" y="61"/>
                    <a:pt x="12" y="65"/>
                  </a:cubicBezTo>
                  <a:cubicBezTo>
                    <a:pt x="15" y="69"/>
                    <a:pt x="16" y="72"/>
                    <a:pt x="18" y="75"/>
                  </a:cubicBezTo>
                  <a:cubicBezTo>
                    <a:pt x="20" y="78"/>
                    <a:pt x="25" y="82"/>
                    <a:pt x="27" y="82"/>
                  </a:cubicBezTo>
                  <a:cubicBezTo>
                    <a:pt x="28" y="92"/>
                    <a:pt x="30" y="112"/>
                    <a:pt x="35" y="120"/>
                  </a:cubicBezTo>
                  <a:cubicBezTo>
                    <a:pt x="39" y="129"/>
                    <a:pt x="57" y="151"/>
                    <a:pt x="70" y="160"/>
                  </a:cubicBezTo>
                  <a:cubicBezTo>
                    <a:pt x="81" y="168"/>
                    <a:pt x="88" y="176"/>
                    <a:pt x="108" y="177"/>
                  </a:cubicBezTo>
                  <a:cubicBezTo>
                    <a:pt x="129" y="176"/>
                    <a:pt x="136" y="168"/>
                    <a:pt x="147" y="160"/>
                  </a:cubicBezTo>
                  <a:cubicBezTo>
                    <a:pt x="159" y="151"/>
                    <a:pt x="178" y="130"/>
                    <a:pt x="182" y="120"/>
                  </a:cubicBezTo>
                  <a:cubicBezTo>
                    <a:pt x="186" y="110"/>
                    <a:pt x="190" y="92"/>
                    <a:pt x="190" y="82"/>
                  </a:cubicBezTo>
                  <a:cubicBezTo>
                    <a:pt x="193" y="82"/>
                    <a:pt x="198" y="78"/>
                    <a:pt x="200" y="75"/>
                  </a:cubicBezTo>
                  <a:cubicBezTo>
                    <a:pt x="202" y="72"/>
                    <a:pt x="203" y="69"/>
                    <a:pt x="205" y="65"/>
                  </a:cubicBezTo>
                  <a:cubicBezTo>
                    <a:pt x="208" y="61"/>
                    <a:pt x="207" y="58"/>
                    <a:pt x="209" y="51"/>
                  </a:cubicBezTo>
                  <a:cubicBezTo>
                    <a:pt x="211" y="45"/>
                    <a:pt x="213" y="34"/>
                    <a:pt x="213" y="30"/>
                  </a:cubicBezTo>
                  <a:cubicBezTo>
                    <a:pt x="213" y="26"/>
                    <a:pt x="217" y="15"/>
                    <a:pt x="217" y="10"/>
                  </a:cubicBezTo>
                  <a:cubicBezTo>
                    <a:pt x="217" y="6"/>
                    <a:pt x="216" y="4"/>
                    <a:pt x="215" y="2"/>
                  </a:cubicBezTo>
                  <a:cubicBezTo>
                    <a:pt x="214" y="2"/>
                    <a:pt x="214" y="2"/>
                    <a:pt x="213" y="2"/>
                  </a:cubicBezTo>
                  <a:cubicBezTo>
                    <a:pt x="212" y="2"/>
                    <a:pt x="212" y="2"/>
                    <a:pt x="211" y="2"/>
                  </a:cubicBezTo>
                  <a:cubicBezTo>
                    <a:pt x="204" y="24"/>
                    <a:pt x="204" y="24"/>
                    <a:pt x="204" y="24"/>
                  </a:cubicBezTo>
                  <a:cubicBezTo>
                    <a:pt x="202" y="30"/>
                    <a:pt x="202" y="30"/>
                    <a:pt x="202" y="30"/>
                  </a:cubicBezTo>
                  <a:cubicBezTo>
                    <a:pt x="201" y="36"/>
                    <a:pt x="197" y="43"/>
                    <a:pt x="197" y="43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647" name="Freeform 134">
              <a:extLst>
                <a:ext uri="{FF2B5EF4-FFF2-40B4-BE49-F238E27FC236}">
                  <a16:creationId xmlns:a16="http://schemas.microsoft.com/office/drawing/2014/main" id="{4EAC9189-86A9-4607-9CDB-8CDD27295A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5" y="1060"/>
              <a:ext cx="1318" cy="3018"/>
            </a:xfrm>
            <a:custGeom>
              <a:avLst/>
              <a:gdLst>
                <a:gd name="T0" fmla="*/ 986 w 819"/>
                <a:gd name="T1" fmla="*/ 479 h 1876"/>
                <a:gd name="T2" fmla="*/ 507 w 819"/>
                <a:gd name="T3" fmla="*/ 1306 h 1876"/>
                <a:gd name="T4" fmla="*/ 341 w 819"/>
                <a:gd name="T5" fmla="*/ 2899 h 1876"/>
                <a:gd name="T6" fmla="*/ 293 w 819"/>
                <a:gd name="T7" fmla="*/ 3367 h 1876"/>
                <a:gd name="T8" fmla="*/ 29 w 819"/>
                <a:gd name="T9" fmla="*/ 3851 h 1876"/>
                <a:gd name="T10" fmla="*/ 212 w 819"/>
                <a:gd name="T11" fmla="*/ 3729 h 1876"/>
                <a:gd name="T12" fmla="*/ 294 w 819"/>
                <a:gd name="T13" fmla="*/ 4157 h 1876"/>
                <a:gd name="T14" fmla="*/ 451 w 819"/>
                <a:gd name="T15" fmla="*/ 4171 h 1876"/>
                <a:gd name="T16" fmla="*/ 549 w 819"/>
                <a:gd name="T17" fmla="*/ 4133 h 1876"/>
                <a:gd name="T18" fmla="*/ 658 w 819"/>
                <a:gd name="T19" fmla="*/ 3734 h 1876"/>
                <a:gd name="T20" fmla="*/ 621 w 819"/>
                <a:gd name="T21" fmla="*/ 3185 h 1876"/>
                <a:gd name="T22" fmla="*/ 883 w 819"/>
                <a:gd name="T23" fmla="*/ 1819 h 1876"/>
                <a:gd name="T24" fmla="*/ 901 w 819"/>
                <a:gd name="T25" fmla="*/ 1644 h 1876"/>
                <a:gd name="T26" fmla="*/ 1004 w 819"/>
                <a:gd name="T27" fmla="*/ 2743 h 1876"/>
                <a:gd name="T28" fmla="*/ 1017 w 819"/>
                <a:gd name="T29" fmla="*/ 5029 h 1876"/>
                <a:gd name="T30" fmla="*/ 1083 w 819"/>
                <a:gd name="T31" fmla="*/ 6198 h 1876"/>
                <a:gd name="T32" fmla="*/ 1295 w 819"/>
                <a:gd name="T33" fmla="*/ 7283 h 1876"/>
                <a:gd name="T34" fmla="*/ 1054 w 819"/>
                <a:gd name="T35" fmla="*/ 7606 h 1876"/>
                <a:gd name="T36" fmla="*/ 1046 w 819"/>
                <a:gd name="T37" fmla="*/ 7690 h 1876"/>
                <a:gd name="T38" fmla="*/ 1114 w 819"/>
                <a:gd name="T39" fmla="*/ 7730 h 1876"/>
                <a:gd name="T40" fmla="*/ 1342 w 819"/>
                <a:gd name="T41" fmla="*/ 7762 h 1876"/>
                <a:gd name="T42" fmla="*/ 1593 w 819"/>
                <a:gd name="T43" fmla="*/ 7661 h 1876"/>
                <a:gd name="T44" fmla="*/ 1606 w 819"/>
                <a:gd name="T45" fmla="*/ 7215 h 1876"/>
                <a:gd name="T46" fmla="*/ 1627 w 819"/>
                <a:gd name="T47" fmla="*/ 6046 h 1876"/>
                <a:gd name="T48" fmla="*/ 1658 w 819"/>
                <a:gd name="T49" fmla="*/ 4516 h 1876"/>
                <a:gd name="T50" fmla="*/ 1756 w 819"/>
                <a:gd name="T51" fmla="*/ 4516 h 1876"/>
                <a:gd name="T52" fmla="*/ 1785 w 819"/>
                <a:gd name="T53" fmla="*/ 6046 h 1876"/>
                <a:gd name="T54" fmla="*/ 1807 w 819"/>
                <a:gd name="T55" fmla="*/ 7215 h 1876"/>
                <a:gd name="T56" fmla="*/ 1820 w 819"/>
                <a:gd name="T57" fmla="*/ 7661 h 1876"/>
                <a:gd name="T58" fmla="*/ 2071 w 819"/>
                <a:gd name="T59" fmla="*/ 7762 h 1876"/>
                <a:gd name="T60" fmla="*/ 2300 w 819"/>
                <a:gd name="T61" fmla="*/ 7730 h 1876"/>
                <a:gd name="T62" fmla="*/ 2367 w 819"/>
                <a:gd name="T63" fmla="*/ 7690 h 1876"/>
                <a:gd name="T64" fmla="*/ 2359 w 819"/>
                <a:gd name="T65" fmla="*/ 7606 h 1876"/>
                <a:gd name="T66" fmla="*/ 2118 w 819"/>
                <a:gd name="T67" fmla="*/ 7283 h 1876"/>
                <a:gd name="T68" fmla="*/ 2330 w 819"/>
                <a:gd name="T69" fmla="*/ 6198 h 1876"/>
                <a:gd name="T70" fmla="*/ 2396 w 819"/>
                <a:gd name="T71" fmla="*/ 5029 h 1876"/>
                <a:gd name="T72" fmla="*/ 2512 w 819"/>
                <a:gd name="T73" fmla="*/ 3248 h 1876"/>
                <a:gd name="T74" fmla="*/ 2491 w 819"/>
                <a:gd name="T75" fmla="*/ 1879 h 1876"/>
                <a:gd name="T76" fmla="*/ 2522 w 819"/>
                <a:gd name="T77" fmla="*/ 1731 h 1876"/>
                <a:gd name="T78" fmla="*/ 2593 w 819"/>
                <a:gd name="T79" fmla="*/ 2606 h 1876"/>
                <a:gd name="T80" fmla="*/ 2797 w 819"/>
                <a:gd name="T81" fmla="*/ 3419 h 1876"/>
                <a:gd name="T82" fmla="*/ 2813 w 819"/>
                <a:gd name="T83" fmla="*/ 4009 h 1876"/>
                <a:gd name="T84" fmla="*/ 2934 w 819"/>
                <a:gd name="T85" fmla="*/ 4197 h 1876"/>
                <a:gd name="T86" fmla="*/ 3043 w 819"/>
                <a:gd name="T87" fmla="*/ 4188 h 1876"/>
                <a:gd name="T88" fmla="*/ 3167 w 819"/>
                <a:gd name="T89" fmla="*/ 3869 h 1876"/>
                <a:gd name="T90" fmla="*/ 3363 w 819"/>
                <a:gd name="T91" fmla="*/ 3925 h 1876"/>
                <a:gd name="T92" fmla="*/ 3285 w 819"/>
                <a:gd name="T93" fmla="*/ 3584 h 1876"/>
                <a:gd name="T94" fmla="*/ 3087 w 819"/>
                <a:gd name="T95" fmla="*/ 3113 h 1876"/>
                <a:gd name="T96" fmla="*/ 2976 w 819"/>
                <a:gd name="T97" fmla="*/ 1914 h 1876"/>
                <a:gd name="T98" fmla="*/ 2622 w 819"/>
                <a:gd name="T99" fmla="*/ 541 h 1876"/>
                <a:gd name="T100" fmla="*/ 2010 w 819"/>
                <a:gd name="T101" fmla="*/ 0 h 187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819" h="1876">
                  <a:moveTo>
                    <a:pt x="337" y="1"/>
                  </a:moveTo>
                  <a:cubicBezTo>
                    <a:pt x="337" y="17"/>
                    <a:pt x="342" y="78"/>
                    <a:pt x="307" y="85"/>
                  </a:cubicBezTo>
                  <a:cubicBezTo>
                    <a:pt x="292" y="87"/>
                    <a:pt x="244" y="109"/>
                    <a:pt x="237" y="115"/>
                  </a:cubicBezTo>
                  <a:cubicBezTo>
                    <a:pt x="227" y="125"/>
                    <a:pt x="205" y="126"/>
                    <a:pt x="191" y="130"/>
                  </a:cubicBezTo>
                  <a:cubicBezTo>
                    <a:pt x="176" y="133"/>
                    <a:pt x="146" y="149"/>
                    <a:pt x="132" y="212"/>
                  </a:cubicBezTo>
                  <a:cubicBezTo>
                    <a:pt x="125" y="242"/>
                    <a:pt x="118" y="279"/>
                    <a:pt x="122" y="314"/>
                  </a:cubicBezTo>
                  <a:cubicBezTo>
                    <a:pt x="124" y="338"/>
                    <a:pt x="106" y="382"/>
                    <a:pt x="105" y="460"/>
                  </a:cubicBezTo>
                  <a:cubicBezTo>
                    <a:pt x="105" y="488"/>
                    <a:pt x="102" y="508"/>
                    <a:pt x="99" y="521"/>
                  </a:cubicBezTo>
                  <a:cubicBezTo>
                    <a:pt x="83" y="560"/>
                    <a:pt x="83" y="669"/>
                    <a:pt x="82" y="696"/>
                  </a:cubicBezTo>
                  <a:cubicBezTo>
                    <a:pt x="81" y="712"/>
                    <a:pt x="81" y="736"/>
                    <a:pt x="78" y="748"/>
                  </a:cubicBezTo>
                  <a:cubicBezTo>
                    <a:pt x="75" y="760"/>
                    <a:pt x="77" y="770"/>
                    <a:pt x="74" y="780"/>
                  </a:cubicBezTo>
                  <a:cubicBezTo>
                    <a:pt x="71" y="791"/>
                    <a:pt x="73" y="805"/>
                    <a:pt x="70" y="809"/>
                  </a:cubicBezTo>
                  <a:cubicBezTo>
                    <a:pt x="64" y="815"/>
                    <a:pt x="39" y="852"/>
                    <a:pt x="32" y="861"/>
                  </a:cubicBezTo>
                  <a:cubicBezTo>
                    <a:pt x="26" y="869"/>
                    <a:pt x="19" y="894"/>
                    <a:pt x="15" y="899"/>
                  </a:cubicBezTo>
                  <a:cubicBezTo>
                    <a:pt x="12" y="903"/>
                    <a:pt x="11" y="915"/>
                    <a:pt x="7" y="925"/>
                  </a:cubicBezTo>
                  <a:cubicBezTo>
                    <a:pt x="3" y="935"/>
                    <a:pt x="0" y="943"/>
                    <a:pt x="13" y="943"/>
                  </a:cubicBezTo>
                  <a:cubicBezTo>
                    <a:pt x="22" y="942"/>
                    <a:pt x="34" y="925"/>
                    <a:pt x="35" y="913"/>
                  </a:cubicBezTo>
                  <a:cubicBezTo>
                    <a:pt x="39" y="912"/>
                    <a:pt x="45" y="904"/>
                    <a:pt x="51" y="896"/>
                  </a:cubicBezTo>
                  <a:cubicBezTo>
                    <a:pt x="49" y="902"/>
                    <a:pt x="54" y="909"/>
                    <a:pt x="59" y="929"/>
                  </a:cubicBezTo>
                  <a:cubicBezTo>
                    <a:pt x="59" y="935"/>
                    <a:pt x="65" y="952"/>
                    <a:pt x="64" y="960"/>
                  </a:cubicBezTo>
                  <a:cubicBezTo>
                    <a:pt x="64" y="968"/>
                    <a:pt x="69" y="988"/>
                    <a:pt x="71" y="998"/>
                  </a:cubicBezTo>
                  <a:cubicBezTo>
                    <a:pt x="73" y="1009"/>
                    <a:pt x="83" y="1009"/>
                    <a:pt x="89" y="1006"/>
                  </a:cubicBezTo>
                  <a:cubicBezTo>
                    <a:pt x="89" y="1006"/>
                    <a:pt x="89" y="1015"/>
                    <a:pt x="98" y="1017"/>
                  </a:cubicBezTo>
                  <a:cubicBezTo>
                    <a:pt x="107" y="1018"/>
                    <a:pt x="108" y="1002"/>
                    <a:pt x="108" y="1002"/>
                  </a:cubicBezTo>
                  <a:cubicBezTo>
                    <a:pt x="108" y="1002"/>
                    <a:pt x="108" y="1008"/>
                    <a:pt x="115" y="1008"/>
                  </a:cubicBezTo>
                  <a:cubicBezTo>
                    <a:pt x="125" y="1009"/>
                    <a:pt x="127" y="989"/>
                    <a:pt x="127" y="989"/>
                  </a:cubicBezTo>
                  <a:cubicBezTo>
                    <a:pt x="127" y="991"/>
                    <a:pt x="127" y="993"/>
                    <a:pt x="132" y="993"/>
                  </a:cubicBezTo>
                  <a:cubicBezTo>
                    <a:pt x="138" y="992"/>
                    <a:pt x="142" y="971"/>
                    <a:pt x="144" y="963"/>
                  </a:cubicBezTo>
                  <a:cubicBezTo>
                    <a:pt x="146" y="954"/>
                    <a:pt x="150" y="946"/>
                    <a:pt x="151" y="939"/>
                  </a:cubicBezTo>
                  <a:cubicBezTo>
                    <a:pt x="151" y="933"/>
                    <a:pt x="152" y="929"/>
                    <a:pt x="158" y="897"/>
                  </a:cubicBezTo>
                  <a:cubicBezTo>
                    <a:pt x="164" y="865"/>
                    <a:pt x="145" y="832"/>
                    <a:pt x="148" y="821"/>
                  </a:cubicBezTo>
                  <a:cubicBezTo>
                    <a:pt x="151" y="811"/>
                    <a:pt x="141" y="794"/>
                    <a:pt x="142" y="791"/>
                  </a:cubicBezTo>
                  <a:cubicBezTo>
                    <a:pt x="144" y="789"/>
                    <a:pt x="147" y="776"/>
                    <a:pt x="149" y="765"/>
                  </a:cubicBezTo>
                  <a:cubicBezTo>
                    <a:pt x="151" y="753"/>
                    <a:pt x="193" y="650"/>
                    <a:pt x="197" y="626"/>
                  </a:cubicBezTo>
                  <a:cubicBezTo>
                    <a:pt x="206" y="582"/>
                    <a:pt x="205" y="562"/>
                    <a:pt x="201" y="532"/>
                  </a:cubicBezTo>
                  <a:cubicBezTo>
                    <a:pt x="201" y="509"/>
                    <a:pt x="210" y="448"/>
                    <a:pt x="212" y="437"/>
                  </a:cubicBezTo>
                  <a:cubicBezTo>
                    <a:pt x="213" y="435"/>
                    <a:pt x="213" y="423"/>
                    <a:pt x="214" y="416"/>
                  </a:cubicBezTo>
                  <a:cubicBezTo>
                    <a:pt x="215" y="412"/>
                    <a:pt x="215" y="404"/>
                    <a:pt x="216" y="394"/>
                  </a:cubicBezTo>
                  <a:cubicBezTo>
                    <a:pt x="216" y="395"/>
                    <a:pt x="216" y="395"/>
                    <a:pt x="216" y="395"/>
                  </a:cubicBezTo>
                  <a:cubicBezTo>
                    <a:pt x="216" y="406"/>
                    <a:pt x="219" y="424"/>
                    <a:pt x="221" y="451"/>
                  </a:cubicBezTo>
                  <a:cubicBezTo>
                    <a:pt x="220" y="474"/>
                    <a:pt x="231" y="516"/>
                    <a:pt x="232" y="537"/>
                  </a:cubicBezTo>
                  <a:cubicBezTo>
                    <a:pt x="230" y="544"/>
                    <a:pt x="241" y="659"/>
                    <a:pt x="241" y="659"/>
                  </a:cubicBezTo>
                  <a:cubicBezTo>
                    <a:pt x="236" y="666"/>
                    <a:pt x="217" y="753"/>
                    <a:pt x="216" y="780"/>
                  </a:cubicBezTo>
                  <a:cubicBezTo>
                    <a:pt x="214" y="793"/>
                    <a:pt x="219" y="811"/>
                    <a:pt x="218" y="841"/>
                  </a:cubicBezTo>
                  <a:cubicBezTo>
                    <a:pt x="216" y="877"/>
                    <a:pt x="184" y="1023"/>
                    <a:pt x="244" y="1208"/>
                  </a:cubicBezTo>
                  <a:cubicBezTo>
                    <a:pt x="247" y="1218"/>
                    <a:pt x="247" y="1255"/>
                    <a:pt x="251" y="1275"/>
                  </a:cubicBezTo>
                  <a:cubicBezTo>
                    <a:pt x="252" y="1280"/>
                    <a:pt x="262" y="1304"/>
                    <a:pt x="263" y="1335"/>
                  </a:cubicBezTo>
                  <a:cubicBezTo>
                    <a:pt x="264" y="1386"/>
                    <a:pt x="259" y="1453"/>
                    <a:pt x="260" y="1489"/>
                  </a:cubicBezTo>
                  <a:cubicBezTo>
                    <a:pt x="263" y="1549"/>
                    <a:pt x="288" y="1604"/>
                    <a:pt x="297" y="1642"/>
                  </a:cubicBezTo>
                  <a:cubicBezTo>
                    <a:pt x="307" y="1681"/>
                    <a:pt x="311" y="1711"/>
                    <a:pt x="309" y="1719"/>
                  </a:cubicBezTo>
                  <a:cubicBezTo>
                    <a:pt x="307" y="1725"/>
                    <a:pt x="305" y="1738"/>
                    <a:pt x="311" y="1749"/>
                  </a:cubicBezTo>
                  <a:cubicBezTo>
                    <a:pt x="311" y="1750"/>
                    <a:pt x="294" y="1788"/>
                    <a:pt x="284" y="1795"/>
                  </a:cubicBezTo>
                  <a:cubicBezTo>
                    <a:pt x="275" y="1802"/>
                    <a:pt x="273" y="1808"/>
                    <a:pt x="266" y="1812"/>
                  </a:cubicBezTo>
                  <a:cubicBezTo>
                    <a:pt x="259" y="1815"/>
                    <a:pt x="255" y="1819"/>
                    <a:pt x="253" y="1827"/>
                  </a:cubicBezTo>
                  <a:cubicBezTo>
                    <a:pt x="250" y="1833"/>
                    <a:pt x="243" y="1841"/>
                    <a:pt x="248" y="1846"/>
                  </a:cubicBezTo>
                  <a:cubicBezTo>
                    <a:pt x="249" y="1846"/>
                    <a:pt x="250" y="1847"/>
                    <a:pt x="251" y="1847"/>
                  </a:cubicBezTo>
                  <a:cubicBezTo>
                    <a:pt x="251" y="1847"/>
                    <a:pt x="251" y="1847"/>
                    <a:pt x="251" y="1847"/>
                  </a:cubicBezTo>
                  <a:cubicBezTo>
                    <a:pt x="251" y="1849"/>
                    <a:pt x="251" y="1851"/>
                    <a:pt x="252" y="1853"/>
                  </a:cubicBezTo>
                  <a:cubicBezTo>
                    <a:pt x="255" y="1858"/>
                    <a:pt x="260" y="1859"/>
                    <a:pt x="266" y="1858"/>
                  </a:cubicBezTo>
                  <a:cubicBezTo>
                    <a:pt x="267" y="1857"/>
                    <a:pt x="267" y="1857"/>
                    <a:pt x="267" y="1857"/>
                  </a:cubicBezTo>
                  <a:cubicBezTo>
                    <a:pt x="267" y="1859"/>
                    <a:pt x="268" y="1861"/>
                    <a:pt x="269" y="1863"/>
                  </a:cubicBezTo>
                  <a:cubicBezTo>
                    <a:pt x="274" y="1869"/>
                    <a:pt x="288" y="1872"/>
                    <a:pt x="294" y="1866"/>
                  </a:cubicBezTo>
                  <a:cubicBezTo>
                    <a:pt x="301" y="1871"/>
                    <a:pt x="316" y="1871"/>
                    <a:pt x="322" y="1864"/>
                  </a:cubicBezTo>
                  <a:cubicBezTo>
                    <a:pt x="326" y="1876"/>
                    <a:pt x="343" y="1874"/>
                    <a:pt x="353" y="1872"/>
                  </a:cubicBezTo>
                  <a:cubicBezTo>
                    <a:pt x="364" y="1870"/>
                    <a:pt x="368" y="1864"/>
                    <a:pt x="374" y="1859"/>
                  </a:cubicBezTo>
                  <a:cubicBezTo>
                    <a:pt x="380" y="1855"/>
                    <a:pt x="384" y="1851"/>
                    <a:pt x="382" y="1840"/>
                  </a:cubicBezTo>
                  <a:cubicBezTo>
                    <a:pt x="381" y="1829"/>
                    <a:pt x="382" y="1829"/>
                    <a:pt x="383" y="1816"/>
                  </a:cubicBezTo>
                  <a:cubicBezTo>
                    <a:pt x="384" y="1808"/>
                    <a:pt x="391" y="1806"/>
                    <a:pt x="392" y="1793"/>
                  </a:cubicBezTo>
                  <a:cubicBezTo>
                    <a:pt x="393" y="1783"/>
                    <a:pt x="384" y="1739"/>
                    <a:pt x="385" y="1733"/>
                  </a:cubicBezTo>
                  <a:cubicBezTo>
                    <a:pt x="387" y="1720"/>
                    <a:pt x="378" y="1709"/>
                    <a:pt x="375" y="1687"/>
                  </a:cubicBezTo>
                  <a:cubicBezTo>
                    <a:pt x="372" y="1664"/>
                    <a:pt x="380" y="1588"/>
                    <a:pt x="380" y="1574"/>
                  </a:cubicBezTo>
                  <a:cubicBezTo>
                    <a:pt x="380" y="1549"/>
                    <a:pt x="394" y="1505"/>
                    <a:pt x="390" y="1452"/>
                  </a:cubicBezTo>
                  <a:cubicBezTo>
                    <a:pt x="388" y="1421"/>
                    <a:pt x="373" y="1327"/>
                    <a:pt x="373" y="1305"/>
                  </a:cubicBezTo>
                  <a:cubicBezTo>
                    <a:pt x="373" y="1301"/>
                    <a:pt x="372" y="1278"/>
                    <a:pt x="374" y="1274"/>
                  </a:cubicBezTo>
                  <a:cubicBezTo>
                    <a:pt x="378" y="1260"/>
                    <a:pt x="398" y="1087"/>
                    <a:pt x="398" y="1085"/>
                  </a:cubicBezTo>
                  <a:cubicBezTo>
                    <a:pt x="400" y="1064"/>
                    <a:pt x="409" y="929"/>
                    <a:pt x="409" y="929"/>
                  </a:cubicBezTo>
                  <a:cubicBezTo>
                    <a:pt x="410" y="929"/>
                    <a:pt x="410" y="929"/>
                    <a:pt x="410" y="929"/>
                  </a:cubicBezTo>
                  <a:cubicBezTo>
                    <a:pt x="410" y="929"/>
                    <a:pt x="419" y="1064"/>
                    <a:pt x="421" y="1085"/>
                  </a:cubicBezTo>
                  <a:cubicBezTo>
                    <a:pt x="421" y="1087"/>
                    <a:pt x="441" y="1260"/>
                    <a:pt x="445" y="1274"/>
                  </a:cubicBezTo>
                  <a:cubicBezTo>
                    <a:pt x="447" y="1278"/>
                    <a:pt x="446" y="1301"/>
                    <a:pt x="446" y="1305"/>
                  </a:cubicBezTo>
                  <a:cubicBezTo>
                    <a:pt x="446" y="1327"/>
                    <a:pt x="431" y="1421"/>
                    <a:pt x="428" y="1452"/>
                  </a:cubicBezTo>
                  <a:cubicBezTo>
                    <a:pt x="425" y="1505"/>
                    <a:pt x="439" y="1549"/>
                    <a:pt x="439" y="1574"/>
                  </a:cubicBezTo>
                  <a:cubicBezTo>
                    <a:pt x="439" y="1588"/>
                    <a:pt x="447" y="1664"/>
                    <a:pt x="444" y="1687"/>
                  </a:cubicBezTo>
                  <a:cubicBezTo>
                    <a:pt x="441" y="1709"/>
                    <a:pt x="432" y="1720"/>
                    <a:pt x="434" y="1733"/>
                  </a:cubicBezTo>
                  <a:cubicBezTo>
                    <a:pt x="434" y="1739"/>
                    <a:pt x="426" y="1783"/>
                    <a:pt x="427" y="1793"/>
                  </a:cubicBezTo>
                  <a:cubicBezTo>
                    <a:pt x="428" y="1806"/>
                    <a:pt x="435" y="1808"/>
                    <a:pt x="436" y="1816"/>
                  </a:cubicBezTo>
                  <a:cubicBezTo>
                    <a:pt x="437" y="1829"/>
                    <a:pt x="438" y="1829"/>
                    <a:pt x="437" y="1840"/>
                  </a:cubicBezTo>
                  <a:cubicBezTo>
                    <a:pt x="435" y="1851"/>
                    <a:pt x="439" y="1855"/>
                    <a:pt x="445" y="1859"/>
                  </a:cubicBezTo>
                  <a:cubicBezTo>
                    <a:pt x="451" y="1864"/>
                    <a:pt x="455" y="1870"/>
                    <a:pt x="466" y="1872"/>
                  </a:cubicBezTo>
                  <a:cubicBezTo>
                    <a:pt x="476" y="1874"/>
                    <a:pt x="493" y="1876"/>
                    <a:pt x="497" y="1864"/>
                  </a:cubicBezTo>
                  <a:cubicBezTo>
                    <a:pt x="503" y="1871"/>
                    <a:pt x="518" y="1871"/>
                    <a:pt x="525" y="1866"/>
                  </a:cubicBezTo>
                  <a:cubicBezTo>
                    <a:pt x="531" y="1872"/>
                    <a:pt x="545" y="1869"/>
                    <a:pt x="550" y="1863"/>
                  </a:cubicBezTo>
                  <a:cubicBezTo>
                    <a:pt x="551" y="1861"/>
                    <a:pt x="552" y="1859"/>
                    <a:pt x="552" y="1857"/>
                  </a:cubicBezTo>
                  <a:cubicBezTo>
                    <a:pt x="553" y="1858"/>
                    <a:pt x="553" y="1858"/>
                    <a:pt x="553" y="1858"/>
                  </a:cubicBezTo>
                  <a:cubicBezTo>
                    <a:pt x="559" y="1859"/>
                    <a:pt x="566" y="1857"/>
                    <a:pt x="567" y="1853"/>
                  </a:cubicBezTo>
                  <a:cubicBezTo>
                    <a:pt x="568" y="1851"/>
                    <a:pt x="568" y="1849"/>
                    <a:pt x="568" y="1847"/>
                  </a:cubicBezTo>
                  <a:cubicBezTo>
                    <a:pt x="568" y="1847"/>
                    <a:pt x="568" y="1847"/>
                    <a:pt x="568" y="1847"/>
                  </a:cubicBezTo>
                  <a:cubicBezTo>
                    <a:pt x="569" y="1847"/>
                    <a:pt x="570" y="1846"/>
                    <a:pt x="571" y="1846"/>
                  </a:cubicBezTo>
                  <a:cubicBezTo>
                    <a:pt x="576" y="1841"/>
                    <a:pt x="569" y="1833"/>
                    <a:pt x="566" y="1827"/>
                  </a:cubicBezTo>
                  <a:cubicBezTo>
                    <a:pt x="564" y="1819"/>
                    <a:pt x="560" y="1815"/>
                    <a:pt x="553" y="1812"/>
                  </a:cubicBezTo>
                  <a:cubicBezTo>
                    <a:pt x="546" y="1808"/>
                    <a:pt x="543" y="1802"/>
                    <a:pt x="535" y="1795"/>
                  </a:cubicBezTo>
                  <a:cubicBezTo>
                    <a:pt x="525" y="1788"/>
                    <a:pt x="508" y="1750"/>
                    <a:pt x="508" y="1749"/>
                  </a:cubicBezTo>
                  <a:cubicBezTo>
                    <a:pt x="514" y="1738"/>
                    <a:pt x="512" y="1725"/>
                    <a:pt x="510" y="1719"/>
                  </a:cubicBezTo>
                  <a:cubicBezTo>
                    <a:pt x="508" y="1711"/>
                    <a:pt x="512" y="1681"/>
                    <a:pt x="522" y="1642"/>
                  </a:cubicBezTo>
                  <a:cubicBezTo>
                    <a:pt x="531" y="1604"/>
                    <a:pt x="556" y="1549"/>
                    <a:pt x="559" y="1489"/>
                  </a:cubicBezTo>
                  <a:cubicBezTo>
                    <a:pt x="560" y="1453"/>
                    <a:pt x="555" y="1386"/>
                    <a:pt x="556" y="1335"/>
                  </a:cubicBezTo>
                  <a:cubicBezTo>
                    <a:pt x="557" y="1304"/>
                    <a:pt x="567" y="1280"/>
                    <a:pt x="568" y="1275"/>
                  </a:cubicBezTo>
                  <a:cubicBezTo>
                    <a:pt x="572" y="1255"/>
                    <a:pt x="572" y="1218"/>
                    <a:pt x="575" y="1208"/>
                  </a:cubicBezTo>
                  <a:cubicBezTo>
                    <a:pt x="635" y="1023"/>
                    <a:pt x="603" y="877"/>
                    <a:pt x="601" y="841"/>
                  </a:cubicBezTo>
                  <a:cubicBezTo>
                    <a:pt x="602" y="841"/>
                    <a:pt x="602" y="841"/>
                    <a:pt x="602" y="841"/>
                  </a:cubicBezTo>
                  <a:cubicBezTo>
                    <a:pt x="600" y="811"/>
                    <a:pt x="605" y="793"/>
                    <a:pt x="603" y="780"/>
                  </a:cubicBezTo>
                  <a:cubicBezTo>
                    <a:pt x="602" y="753"/>
                    <a:pt x="583" y="666"/>
                    <a:pt x="579" y="659"/>
                  </a:cubicBezTo>
                  <a:cubicBezTo>
                    <a:pt x="579" y="659"/>
                    <a:pt x="590" y="544"/>
                    <a:pt x="587" y="537"/>
                  </a:cubicBezTo>
                  <a:cubicBezTo>
                    <a:pt x="588" y="516"/>
                    <a:pt x="600" y="474"/>
                    <a:pt x="598" y="451"/>
                  </a:cubicBezTo>
                  <a:cubicBezTo>
                    <a:pt x="600" y="424"/>
                    <a:pt x="603" y="406"/>
                    <a:pt x="603" y="395"/>
                  </a:cubicBezTo>
                  <a:cubicBezTo>
                    <a:pt x="603" y="394"/>
                    <a:pt x="603" y="394"/>
                    <a:pt x="603" y="394"/>
                  </a:cubicBezTo>
                  <a:cubicBezTo>
                    <a:pt x="604" y="404"/>
                    <a:pt x="604" y="412"/>
                    <a:pt x="605" y="416"/>
                  </a:cubicBezTo>
                  <a:cubicBezTo>
                    <a:pt x="606" y="423"/>
                    <a:pt x="606" y="435"/>
                    <a:pt x="607" y="437"/>
                  </a:cubicBezTo>
                  <a:cubicBezTo>
                    <a:pt x="609" y="448"/>
                    <a:pt x="618" y="509"/>
                    <a:pt x="619" y="532"/>
                  </a:cubicBezTo>
                  <a:cubicBezTo>
                    <a:pt x="614" y="562"/>
                    <a:pt x="614" y="582"/>
                    <a:pt x="622" y="626"/>
                  </a:cubicBezTo>
                  <a:cubicBezTo>
                    <a:pt x="626" y="650"/>
                    <a:pt x="668" y="753"/>
                    <a:pt x="670" y="765"/>
                  </a:cubicBezTo>
                  <a:cubicBezTo>
                    <a:pt x="672" y="776"/>
                    <a:pt x="675" y="789"/>
                    <a:pt x="677" y="791"/>
                  </a:cubicBezTo>
                  <a:cubicBezTo>
                    <a:pt x="678" y="794"/>
                    <a:pt x="668" y="811"/>
                    <a:pt x="671" y="821"/>
                  </a:cubicBezTo>
                  <a:cubicBezTo>
                    <a:pt x="674" y="832"/>
                    <a:pt x="655" y="865"/>
                    <a:pt x="661" y="897"/>
                  </a:cubicBezTo>
                  <a:cubicBezTo>
                    <a:pt x="667" y="929"/>
                    <a:pt x="668" y="933"/>
                    <a:pt x="669" y="939"/>
                  </a:cubicBezTo>
                  <a:cubicBezTo>
                    <a:pt x="669" y="946"/>
                    <a:pt x="673" y="954"/>
                    <a:pt x="675" y="963"/>
                  </a:cubicBezTo>
                  <a:cubicBezTo>
                    <a:pt x="678" y="971"/>
                    <a:pt x="682" y="992"/>
                    <a:pt x="687" y="993"/>
                  </a:cubicBezTo>
                  <a:cubicBezTo>
                    <a:pt x="692" y="993"/>
                    <a:pt x="692" y="991"/>
                    <a:pt x="693" y="989"/>
                  </a:cubicBezTo>
                  <a:cubicBezTo>
                    <a:pt x="693" y="989"/>
                    <a:pt x="694" y="1009"/>
                    <a:pt x="704" y="1008"/>
                  </a:cubicBezTo>
                  <a:cubicBezTo>
                    <a:pt x="711" y="1008"/>
                    <a:pt x="711" y="1002"/>
                    <a:pt x="711" y="1002"/>
                  </a:cubicBezTo>
                  <a:cubicBezTo>
                    <a:pt x="711" y="1002"/>
                    <a:pt x="712" y="1018"/>
                    <a:pt x="722" y="1017"/>
                  </a:cubicBezTo>
                  <a:cubicBezTo>
                    <a:pt x="731" y="1015"/>
                    <a:pt x="730" y="1006"/>
                    <a:pt x="730" y="1006"/>
                  </a:cubicBezTo>
                  <a:cubicBezTo>
                    <a:pt x="737" y="1009"/>
                    <a:pt x="746" y="1009"/>
                    <a:pt x="748" y="998"/>
                  </a:cubicBezTo>
                  <a:cubicBezTo>
                    <a:pt x="750" y="988"/>
                    <a:pt x="756" y="968"/>
                    <a:pt x="755" y="960"/>
                  </a:cubicBezTo>
                  <a:cubicBezTo>
                    <a:pt x="754" y="952"/>
                    <a:pt x="760" y="935"/>
                    <a:pt x="760" y="929"/>
                  </a:cubicBezTo>
                  <a:cubicBezTo>
                    <a:pt x="765" y="909"/>
                    <a:pt x="770" y="902"/>
                    <a:pt x="768" y="896"/>
                  </a:cubicBezTo>
                  <a:cubicBezTo>
                    <a:pt x="775" y="904"/>
                    <a:pt x="781" y="912"/>
                    <a:pt x="784" y="913"/>
                  </a:cubicBezTo>
                  <a:cubicBezTo>
                    <a:pt x="786" y="925"/>
                    <a:pt x="797" y="942"/>
                    <a:pt x="807" y="943"/>
                  </a:cubicBezTo>
                  <a:cubicBezTo>
                    <a:pt x="819" y="943"/>
                    <a:pt x="816" y="935"/>
                    <a:pt x="812" y="925"/>
                  </a:cubicBezTo>
                  <a:cubicBezTo>
                    <a:pt x="809" y="915"/>
                    <a:pt x="808" y="903"/>
                    <a:pt x="804" y="899"/>
                  </a:cubicBezTo>
                  <a:cubicBezTo>
                    <a:pt x="801" y="894"/>
                    <a:pt x="795" y="869"/>
                    <a:pt x="788" y="861"/>
                  </a:cubicBezTo>
                  <a:cubicBezTo>
                    <a:pt x="782" y="852"/>
                    <a:pt x="756" y="815"/>
                    <a:pt x="750" y="809"/>
                  </a:cubicBezTo>
                  <a:cubicBezTo>
                    <a:pt x="748" y="805"/>
                    <a:pt x="750" y="791"/>
                    <a:pt x="747" y="780"/>
                  </a:cubicBezTo>
                  <a:cubicBezTo>
                    <a:pt x="743" y="770"/>
                    <a:pt x="744" y="760"/>
                    <a:pt x="741" y="748"/>
                  </a:cubicBezTo>
                  <a:cubicBezTo>
                    <a:pt x="739" y="736"/>
                    <a:pt x="738" y="712"/>
                    <a:pt x="738" y="696"/>
                  </a:cubicBezTo>
                  <a:cubicBezTo>
                    <a:pt x="737" y="669"/>
                    <a:pt x="737" y="560"/>
                    <a:pt x="720" y="521"/>
                  </a:cubicBezTo>
                  <a:cubicBezTo>
                    <a:pt x="717" y="508"/>
                    <a:pt x="714" y="488"/>
                    <a:pt x="714" y="460"/>
                  </a:cubicBezTo>
                  <a:cubicBezTo>
                    <a:pt x="713" y="382"/>
                    <a:pt x="695" y="338"/>
                    <a:pt x="697" y="314"/>
                  </a:cubicBezTo>
                  <a:cubicBezTo>
                    <a:pt x="702" y="279"/>
                    <a:pt x="694" y="242"/>
                    <a:pt x="688" y="212"/>
                  </a:cubicBezTo>
                  <a:cubicBezTo>
                    <a:pt x="673" y="149"/>
                    <a:pt x="643" y="133"/>
                    <a:pt x="629" y="130"/>
                  </a:cubicBezTo>
                  <a:cubicBezTo>
                    <a:pt x="614" y="126"/>
                    <a:pt x="592" y="125"/>
                    <a:pt x="582" y="115"/>
                  </a:cubicBezTo>
                  <a:cubicBezTo>
                    <a:pt x="576" y="109"/>
                    <a:pt x="527" y="87"/>
                    <a:pt x="512" y="85"/>
                  </a:cubicBezTo>
                  <a:cubicBezTo>
                    <a:pt x="476" y="78"/>
                    <a:pt x="482" y="12"/>
                    <a:pt x="482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648" name="Oval 135">
              <a:extLst>
                <a:ext uri="{FF2B5EF4-FFF2-40B4-BE49-F238E27FC236}">
                  <a16:creationId xmlns:a16="http://schemas.microsoft.com/office/drawing/2014/main" id="{F348CE36-1FE1-43F9-AF93-EFD70350D4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8" y="902"/>
              <a:ext cx="6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649" name="Oval 136">
              <a:extLst>
                <a:ext uri="{FF2B5EF4-FFF2-40B4-BE49-F238E27FC236}">
                  <a16:creationId xmlns:a16="http://schemas.microsoft.com/office/drawing/2014/main" id="{B6C8BB53-4F97-469B-ADE0-DC5ADEE34A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06" y="902"/>
              <a:ext cx="6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650" name="Freeform 137">
              <a:extLst>
                <a:ext uri="{FF2B5EF4-FFF2-40B4-BE49-F238E27FC236}">
                  <a16:creationId xmlns:a16="http://schemas.microsoft.com/office/drawing/2014/main" id="{7B36DD01-E555-4E95-90B0-8180CE66E4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6" y="2143"/>
              <a:ext cx="45" cy="32"/>
            </a:xfrm>
            <a:custGeom>
              <a:avLst/>
              <a:gdLst>
                <a:gd name="T0" fmla="*/ 0 w 28"/>
                <a:gd name="T1" fmla="*/ 56 h 20"/>
                <a:gd name="T2" fmla="*/ 90 w 28"/>
                <a:gd name="T3" fmla="*/ 82 h 20"/>
                <a:gd name="T4" fmla="*/ 5 w 28"/>
                <a:gd name="T5" fmla="*/ 54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20">
                  <a:moveTo>
                    <a:pt x="0" y="14"/>
                  </a:moveTo>
                  <a:cubicBezTo>
                    <a:pt x="7" y="8"/>
                    <a:pt x="19" y="11"/>
                    <a:pt x="22" y="20"/>
                  </a:cubicBezTo>
                  <a:cubicBezTo>
                    <a:pt x="28" y="13"/>
                    <a:pt x="5" y="0"/>
                    <a:pt x="1" y="13"/>
                  </a:cubicBezTo>
                </a:path>
              </a:pathLst>
            </a:custGeom>
            <a:solidFill>
              <a:srgbClr val="7E39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651" name="Freeform 138">
              <a:extLst>
                <a:ext uri="{FF2B5EF4-FFF2-40B4-BE49-F238E27FC236}">
                  <a16:creationId xmlns:a16="http://schemas.microsoft.com/office/drawing/2014/main" id="{3FF7E859-A9B1-4F56-AB64-45E8BFD3E9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6" y="1501"/>
              <a:ext cx="34" cy="40"/>
            </a:xfrm>
            <a:custGeom>
              <a:avLst/>
              <a:gdLst>
                <a:gd name="T0" fmla="*/ 0 w 21"/>
                <a:gd name="T1" fmla="*/ 102 h 25"/>
                <a:gd name="T2" fmla="*/ 0 w 21"/>
                <a:gd name="T3" fmla="*/ 102 h 25"/>
                <a:gd name="T4" fmla="*/ 89 w 21"/>
                <a:gd name="T5" fmla="*/ 5 h 25"/>
                <a:gd name="T6" fmla="*/ 81 w 21"/>
                <a:gd name="T7" fmla="*/ 0 h 25"/>
                <a:gd name="T8" fmla="*/ 0 w 21"/>
                <a:gd name="T9" fmla="*/ 102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25">
                  <a:moveTo>
                    <a:pt x="0" y="25"/>
                  </a:moveTo>
                  <a:cubicBezTo>
                    <a:pt x="0" y="25"/>
                    <a:pt x="0" y="25"/>
                    <a:pt x="0" y="25"/>
                  </a:cubicBezTo>
                  <a:cubicBezTo>
                    <a:pt x="8" y="20"/>
                    <a:pt x="15" y="12"/>
                    <a:pt x="21" y="1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4" y="11"/>
                    <a:pt x="8" y="20"/>
                    <a:pt x="0" y="25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652" name="Freeform 139">
              <a:extLst>
                <a:ext uri="{FF2B5EF4-FFF2-40B4-BE49-F238E27FC236}">
                  <a16:creationId xmlns:a16="http://schemas.microsoft.com/office/drawing/2014/main" id="{0EDA1B33-3796-4AE8-A71D-C8374101DE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8" y="1501"/>
              <a:ext cx="35" cy="40"/>
            </a:xfrm>
            <a:custGeom>
              <a:avLst/>
              <a:gdLst>
                <a:gd name="T0" fmla="*/ 0 w 22"/>
                <a:gd name="T1" fmla="*/ 5 h 25"/>
                <a:gd name="T2" fmla="*/ 89 w 22"/>
                <a:gd name="T3" fmla="*/ 102 h 25"/>
                <a:gd name="T4" fmla="*/ 8 w 22"/>
                <a:gd name="T5" fmla="*/ 0 h 25"/>
                <a:gd name="T6" fmla="*/ 0 w 22"/>
                <a:gd name="T7" fmla="*/ 5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25">
                  <a:moveTo>
                    <a:pt x="0" y="1"/>
                  </a:moveTo>
                  <a:cubicBezTo>
                    <a:pt x="6" y="12"/>
                    <a:pt x="13" y="20"/>
                    <a:pt x="22" y="25"/>
                  </a:cubicBezTo>
                  <a:cubicBezTo>
                    <a:pt x="14" y="20"/>
                    <a:pt x="7" y="11"/>
                    <a:pt x="2" y="0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653" name="Freeform 140">
              <a:extLst>
                <a:ext uri="{FF2B5EF4-FFF2-40B4-BE49-F238E27FC236}">
                  <a16:creationId xmlns:a16="http://schemas.microsoft.com/office/drawing/2014/main" id="{EA14BF7B-B3A4-4C27-AC25-7A826CEA90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3" y="2442"/>
              <a:ext cx="156" cy="127"/>
            </a:xfrm>
            <a:custGeom>
              <a:avLst/>
              <a:gdLst>
                <a:gd name="T0" fmla="*/ 55 w 97"/>
                <a:gd name="T1" fmla="*/ 0 h 79"/>
                <a:gd name="T2" fmla="*/ 63 w 97"/>
                <a:gd name="T3" fmla="*/ 82 h 79"/>
                <a:gd name="T4" fmla="*/ 196 w 97"/>
                <a:gd name="T5" fmla="*/ 328 h 79"/>
                <a:gd name="T6" fmla="*/ 341 w 97"/>
                <a:gd name="T7" fmla="*/ 80 h 79"/>
                <a:gd name="T8" fmla="*/ 341 w 97"/>
                <a:gd name="T9" fmla="*/ 34 h 7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7" h="79">
                  <a:moveTo>
                    <a:pt x="13" y="0"/>
                  </a:moveTo>
                  <a:cubicBezTo>
                    <a:pt x="16" y="7"/>
                    <a:pt x="17" y="15"/>
                    <a:pt x="15" y="20"/>
                  </a:cubicBezTo>
                  <a:cubicBezTo>
                    <a:pt x="11" y="28"/>
                    <a:pt x="0" y="79"/>
                    <a:pt x="47" y="79"/>
                  </a:cubicBezTo>
                  <a:cubicBezTo>
                    <a:pt x="97" y="79"/>
                    <a:pt x="84" y="35"/>
                    <a:pt x="82" y="19"/>
                  </a:cubicBezTo>
                  <a:cubicBezTo>
                    <a:pt x="82" y="15"/>
                    <a:pt x="82" y="11"/>
                    <a:pt x="82" y="8"/>
                  </a:cubicBezTo>
                </a:path>
              </a:pathLst>
            </a:custGeom>
            <a:solidFill>
              <a:srgbClr val="75332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654" name="Freeform 141">
              <a:extLst>
                <a:ext uri="{FF2B5EF4-FFF2-40B4-BE49-F238E27FC236}">
                  <a16:creationId xmlns:a16="http://schemas.microsoft.com/office/drawing/2014/main" id="{BF946EF2-FDCF-49A2-BFF5-009273CA37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0" y="2490"/>
              <a:ext cx="32" cy="66"/>
            </a:xfrm>
            <a:custGeom>
              <a:avLst/>
              <a:gdLst>
                <a:gd name="T0" fmla="*/ 74 w 20"/>
                <a:gd name="T1" fmla="*/ 42 h 41"/>
                <a:gd name="T2" fmla="*/ 56 w 20"/>
                <a:gd name="T3" fmla="*/ 101 h 41"/>
                <a:gd name="T4" fmla="*/ 61 w 20"/>
                <a:gd name="T5" fmla="*/ 137 h 41"/>
                <a:gd name="T6" fmla="*/ 82 w 20"/>
                <a:gd name="T7" fmla="*/ 171 h 41"/>
                <a:gd name="T8" fmla="*/ 42 w 20"/>
                <a:gd name="T9" fmla="*/ 150 h 41"/>
                <a:gd name="T10" fmla="*/ 8 w 20"/>
                <a:gd name="T11" fmla="*/ 90 h 41"/>
                <a:gd name="T12" fmla="*/ 46 w 20"/>
                <a:gd name="T13" fmla="*/ 68 h 41"/>
                <a:gd name="T14" fmla="*/ 67 w 20"/>
                <a:gd name="T15" fmla="*/ 0 h 4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0" h="41">
                  <a:moveTo>
                    <a:pt x="18" y="10"/>
                  </a:moveTo>
                  <a:cubicBezTo>
                    <a:pt x="19" y="15"/>
                    <a:pt x="15" y="18"/>
                    <a:pt x="14" y="24"/>
                  </a:cubicBezTo>
                  <a:cubicBezTo>
                    <a:pt x="13" y="27"/>
                    <a:pt x="14" y="30"/>
                    <a:pt x="15" y="33"/>
                  </a:cubicBezTo>
                  <a:cubicBezTo>
                    <a:pt x="17" y="36"/>
                    <a:pt x="19" y="39"/>
                    <a:pt x="20" y="41"/>
                  </a:cubicBezTo>
                  <a:cubicBezTo>
                    <a:pt x="16" y="41"/>
                    <a:pt x="12" y="39"/>
                    <a:pt x="10" y="36"/>
                  </a:cubicBezTo>
                  <a:cubicBezTo>
                    <a:pt x="8" y="33"/>
                    <a:pt x="0" y="25"/>
                    <a:pt x="2" y="22"/>
                  </a:cubicBezTo>
                  <a:cubicBezTo>
                    <a:pt x="3" y="19"/>
                    <a:pt x="8" y="19"/>
                    <a:pt x="11" y="16"/>
                  </a:cubicBezTo>
                  <a:cubicBezTo>
                    <a:pt x="15" y="12"/>
                    <a:pt x="18" y="5"/>
                    <a:pt x="16" y="0"/>
                  </a:cubicBezTo>
                </a:path>
              </a:pathLst>
            </a:custGeom>
            <a:solidFill>
              <a:srgbClr val="6B2D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655" name="Freeform 142">
              <a:extLst>
                <a:ext uri="{FF2B5EF4-FFF2-40B4-BE49-F238E27FC236}">
                  <a16:creationId xmlns:a16="http://schemas.microsoft.com/office/drawing/2014/main" id="{52D93184-6661-4968-BA0F-3B126A0DFE8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3" y="2464"/>
              <a:ext cx="29" cy="91"/>
            </a:xfrm>
            <a:custGeom>
              <a:avLst/>
              <a:gdLst>
                <a:gd name="T0" fmla="*/ 63 w 18"/>
                <a:gd name="T1" fmla="*/ 18 h 56"/>
                <a:gd name="T2" fmla="*/ 63 w 18"/>
                <a:gd name="T3" fmla="*/ 172 h 56"/>
                <a:gd name="T4" fmla="*/ 0 w 18"/>
                <a:gd name="T5" fmla="*/ 241 h 56"/>
                <a:gd name="T6" fmla="*/ 34 w 18"/>
                <a:gd name="T7" fmla="*/ 202 h 56"/>
                <a:gd name="T8" fmla="*/ 8 w 18"/>
                <a:gd name="T9" fmla="*/ 145 h 56"/>
                <a:gd name="T10" fmla="*/ 34 w 18"/>
                <a:gd name="T11" fmla="*/ 89 h 56"/>
                <a:gd name="T12" fmla="*/ 55 w 18"/>
                <a:gd name="T13" fmla="*/ 0 h 5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" h="56">
                  <a:moveTo>
                    <a:pt x="15" y="4"/>
                  </a:moveTo>
                  <a:cubicBezTo>
                    <a:pt x="16" y="16"/>
                    <a:pt x="18" y="28"/>
                    <a:pt x="15" y="40"/>
                  </a:cubicBezTo>
                  <a:cubicBezTo>
                    <a:pt x="12" y="50"/>
                    <a:pt x="9" y="53"/>
                    <a:pt x="0" y="56"/>
                  </a:cubicBezTo>
                  <a:cubicBezTo>
                    <a:pt x="4" y="54"/>
                    <a:pt x="7" y="51"/>
                    <a:pt x="8" y="47"/>
                  </a:cubicBezTo>
                  <a:cubicBezTo>
                    <a:pt x="8" y="41"/>
                    <a:pt x="3" y="39"/>
                    <a:pt x="2" y="34"/>
                  </a:cubicBezTo>
                  <a:cubicBezTo>
                    <a:pt x="1" y="29"/>
                    <a:pt x="6" y="25"/>
                    <a:pt x="8" y="21"/>
                  </a:cubicBezTo>
                  <a:cubicBezTo>
                    <a:pt x="11" y="14"/>
                    <a:pt x="12" y="6"/>
                    <a:pt x="13" y="0"/>
                  </a:cubicBezTo>
                </a:path>
              </a:pathLst>
            </a:custGeom>
            <a:solidFill>
              <a:srgbClr val="6B2D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656" name="Freeform 143">
              <a:extLst>
                <a:ext uri="{FF2B5EF4-FFF2-40B4-BE49-F238E27FC236}">
                  <a16:creationId xmlns:a16="http://schemas.microsoft.com/office/drawing/2014/main" id="{79CCFA3D-EBC6-4D09-B290-E14F221167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2" y="2445"/>
              <a:ext cx="134" cy="126"/>
            </a:xfrm>
            <a:custGeom>
              <a:avLst/>
              <a:gdLst>
                <a:gd name="T0" fmla="*/ 34 w 83"/>
                <a:gd name="T1" fmla="*/ 0 h 78"/>
                <a:gd name="T2" fmla="*/ 39 w 83"/>
                <a:gd name="T3" fmla="*/ 76 h 78"/>
                <a:gd name="T4" fmla="*/ 42 w 83"/>
                <a:gd name="T5" fmla="*/ 268 h 78"/>
                <a:gd name="T6" fmla="*/ 178 w 83"/>
                <a:gd name="T7" fmla="*/ 330 h 78"/>
                <a:gd name="T8" fmla="*/ 308 w 83"/>
                <a:gd name="T9" fmla="*/ 279 h 78"/>
                <a:gd name="T10" fmla="*/ 323 w 83"/>
                <a:gd name="T11" fmla="*/ 105 h 78"/>
                <a:gd name="T12" fmla="*/ 321 w 83"/>
                <a:gd name="T13" fmla="*/ 76 h 78"/>
                <a:gd name="T14" fmla="*/ 315 w 83"/>
                <a:gd name="T15" fmla="*/ 55 h 78"/>
                <a:gd name="T16" fmla="*/ 315 w 83"/>
                <a:gd name="T17" fmla="*/ 16 h 78"/>
                <a:gd name="T18" fmla="*/ 310 w 83"/>
                <a:gd name="T19" fmla="*/ 55 h 78"/>
                <a:gd name="T20" fmla="*/ 315 w 83"/>
                <a:gd name="T21" fmla="*/ 71 h 78"/>
                <a:gd name="T22" fmla="*/ 321 w 83"/>
                <a:gd name="T23" fmla="*/ 105 h 78"/>
                <a:gd name="T24" fmla="*/ 300 w 83"/>
                <a:gd name="T25" fmla="*/ 279 h 78"/>
                <a:gd name="T26" fmla="*/ 173 w 83"/>
                <a:gd name="T27" fmla="*/ 321 h 78"/>
                <a:gd name="T28" fmla="*/ 47 w 83"/>
                <a:gd name="T29" fmla="*/ 267 h 78"/>
                <a:gd name="T30" fmla="*/ 42 w 83"/>
                <a:gd name="T31" fmla="*/ 76 h 78"/>
                <a:gd name="T32" fmla="*/ 34 w 83"/>
                <a:gd name="T33" fmla="*/ 0 h 7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83" h="78">
                  <a:moveTo>
                    <a:pt x="8" y="0"/>
                  </a:moveTo>
                  <a:cubicBezTo>
                    <a:pt x="12" y="6"/>
                    <a:pt x="11" y="13"/>
                    <a:pt x="9" y="18"/>
                  </a:cubicBezTo>
                  <a:cubicBezTo>
                    <a:pt x="6" y="25"/>
                    <a:pt x="0" y="49"/>
                    <a:pt x="10" y="64"/>
                  </a:cubicBezTo>
                  <a:cubicBezTo>
                    <a:pt x="17" y="73"/>
                    <a:pt x="28" y="78"/>
                    <a:pt x="42" y="78"/>
                  </a:cubicBezTo>
                  <a:cubicBezTo>
                    <a:pt x="56" y="78"/>
                    <a:pt x="66" y="74"/>
                    <a:pt x="73" y="66"/>
                  </a:cubicBezTo>
                  <a:cubicBezTo>
                    <a:pt x="83" y="55"/>
                    <a:pt x="79" y="37"/>
                    <a:pt x="77" y="25"/>
                  </a:cubicBezTo>
                  <a:cubicBezTo>
                    <a:pt x="76" y="18"/>
                    <a:pt x="76" y="18"/>
                    <a:pt x="76" y="18"/>
                  </a:cubicBezTo>
                  <a:cubicBezTo>
                    <a:pt x="76" y="18"/>
                    <a:pt x="75" y="13"/>
                    <a:pt x="75" y="13"/>
                  </a:cubicBezTo>
                  <a:cubicBezTo>
                    <a:pt x="75" y="10"/>
                    <a:pt x="74" y="6"/>
                    <a:pt x="75" y="4"/>
                  </a:cubicBezTo>
                  <a:cubicBezTo>
                    <a:pt x="74" y="6"/>
                    <a:pt x="74" y="9"/>
                    <a:pt x="74" y="13"/>
                  </a:cubicBezTo>
                  <a:cubicBezTo>
                    <a:pt x="75" y="17"/>
                    <a:pt x="75" y="17"/>
                    <a:pt x="75" y="17"/>
                  </a:cubicBezTo>
                  <a:cubicBezTo>
                    <a:pt x="76" y="25"/>
                    <a:pt x="76" y="25"/>
                    <a:pt x="76" y="25"/>
                  </a:cubicBezTo>
                  <a:cubicBezTo>
                    <a:pt x="78" y="36"/>
                    <a:pt x="81" y="55"/>
                    <a:pt x="71" y="66"/>
                  </a:cubicBezTo>
                  <a:cubicBezTo>
                    <a:pt x="65" y="73"/>
                    <a:pt x="55" y="76"/>
                    <a:pt x="41" y="76"/>
                  </a:cubicBezTo>
                  <a:cubicBezTo>
                    <a:pt x="28" y="76"/>
                    <a:pt x="17" y="72"/>
                    <a:pt x="11" y="63"/>
                  </a:cubicBezTo>
                  <a:cubicBezTo>
                    <a:pt x="1" y="47"/>
                    <a:pt x="8" y="22"/>
                    <a:pt x="10" y="18"/>
                  </a:cubicBezTo>
                  <a:cubicBezTo>
                    <a:pt x="12" y="13"/>
                    <a:pt x="13" y="7"/>
                    <a:pt x="8" y="0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657" name="Freeform 144">
              <a:extLst>
                <a:ext uri="{FF2B5EF4-FFF2-40B4-BE49-F238E27FC236}">
                  <a16:creationId xmlns:a16="http://schemas.microsoft.com/office/drawing/2014/main" id="{AD5262B1-99D3-40DF-8722-EB8CB663CF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3" y="2447"/>
              <a:ext cx="54" cy="114"/>
            </a:xfrm>
            <a:custGeom>
              <a:avLst/>
              <a:gdLst>
                <a:gd name="T0" fmla="*/ 121 w 34"/>
                <a:gd name="T1" fmla="*/ 0 h 71"/>
                <a:gd name="T2" fmla="*/ 129 w 34"/>
                <a:gd name="T3" fmla="*/ 55 h 71"/>
                <a:gd name="T4" fmla="*/ 121 w 34"/>
                <a:gd name="T5" fmla="*/ 191 h 71"/>
                <a:gd name="T6" fmla="*/ 116 w 34"/>
                <a:gd name="T7" fmla="*/ 191 h 71"/>
                <a:gd name="T8" fmla="*/ 121 w 34"/>
                <a:gd name="T9" fmla="*/ 193 h 71"/>
                <a:gd name="T10" fmla="*/ 132 w 34"/>
                <a:gd name="T11" fmla="*/ 233 h 71"/>
                <a:gd name="T12" fmla="*/ 73 w 34"/>
                <a:gd name="T13" fmla="*/ 289 h 71"/>
                <a:gd name="T14" fmla="*/ 68 w 34"/>
                <a:gd name="T15" fmla="*/ 289 h 71"/>
                <a:gd name="T16" fmla="*/ 8 w 34"/>
                <a:gd name="T17" fmla="*/ 233 h 71"/>
                <a:gd name="T18" fmla="*/ 21 w 34"/>
                <a:gd name="T19" fmla="*/ 191 h 71"/>
                <a:gd name="T20" fmla="*/ 21 w 34"/>
                <a:gd name="T21" fmla="*/ 186 h 71"/>
                <a:gd name="T22" fmla="*/ 13 w 34"/>
                <a:gd name="T23" fmla="*/ 55 h 71"/>
                <a:gd name="T24" fmla="*/ 8 w 34"/>
                <a:gd name="T25" fmla="*/ 21 h 71"/>
                <a:gd name="T26" fmla="*/ 13 w 34"/>
                <a:gd name="T27" fmla="*/ 67 h 71"/>
                <a:gd name="T28" fmla="*/ 16 w 34"/>
                <a:gd name="T29" fmla="*/ 191 h 71"/>
                <a:gd name="T30" fmla="*/ 0 w 34"/>
                <a:gd name="T31" fmla="*/ 226 h 71"/>
                <a:gd name="T32" fmla="*/ 5 w 34"/>
                <a:gd name="T33" fmla="*/ 238 h 71"/>
                <a:gd name="T34" fmla="*/ 68 w 34"/>
                <a:gd name="T35" fmla="*/ 294 h 71"/>
                <a:gd name="T36" fmla="*/ 73 w 34"/>
                <a:gd name="T37" fmla="*/ 294 h 71"/>
                <a:gd name="T38" fmla="*/ 132 w 34"/>
                <a:gd name="T39" fmla="*/ 238 h 71"/>
                <a:gd name="T40" fmla="*/ 137 w 34"/>
                <a:gd name="T41" fmla="*/ 226 h 71"/>
                <a:gd name="T42" fmla="*/ 124 w 34"/>
                <a:gd name="T43" fmla="*/ 191 h 71"/>
                <a:gd name="T44" fmla="*/ 132 w 34"/>
                <a:gd name="T45" fmla="*/ 63 h 71"/>
                <a:gd name="T46" fmla="*/ 132 w 34"/>
                <a:gd name="T47" fmla="*/ 55 h 71"/>
                <a:gd name="T48" fmla="*/ 121 w 34"/>
                <a:gd name="T49" fmla="*/ 0 h 71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34" h="71">
                  <a:moveTo>
                    <a:pt x="30" y="0"/>
                  </a:moveTo>
                  <a:cubicBezTo>
                    <a:pt x="32" y="2"/>
                    <a:pt x="32" y="7"/>
                    <a:pt x="32" y="13"/>
                  </a:cubicBezTo>
                  <a:cubicBezTo>
                    <a:pt x="32" y="18"/>
                    <a:pt x="30" y="43"/>
                    <a:pt x="30" y="46"/>
                  </a:cubicBezTo>
                  <a:cubicBezTo>
                    <a:pt x="29" y="46"/>
                    <a:pt x="29" y="46"/>
                    <a:pt x="29" y="46"/>
                  </a:cubicBezTo>
                  <a:cubicBezTo>
                    <a:pt x="30" y="47"/>
                    <a:pt x="30" y="47"/>
                    <a:pt x="30" y="47"/>
                  </a:cubicBezTo>
                  <a:cubicBezTo>
                    <a:pt x="32" y="50"/>
                    <a:pt x="33" y="54"/>
                    <a:pt x="33" y="56"/>
                  </a:cubicBezTo>
                  <a:cubicBezTo>
                    <a:pt x="31" y="61"/>
                    <a:pt x="27" y="69"/>
                    <a:pt x="18" y="70"/>
                  </a:cubicBezTo>
                  <a:cubicBezTo>
                    <a:pt x="17" y="70"/>
                    <a:pt x="17" y="70"/>
                    <a:pt x="17" y="70"/>
                  </a:cubicBezTo>
                  <a:cubicBezTo>
                    <a:pt x="9" y="69"/>
                    <a:pt x="3" y="61"/>
                    <a:pt x="2" y="56"/>
                  </a:cubicBezTo>
                  <a:cubicBezTo>
                    <a:pt x="1" y="54"/>
                    <a:pt x="3" y="50"/>
                    <a:pt x="5" y="46"/>
                  </a:cubicBezTo>
                  <a:cubicBezTo>
                    <a:pt x="5" y="45"/>
                    <a:pt x="5" y="45"/>
                    <a:pt x="5" y="45"/>
                  </a:cubicBezTo>
                  <a:cubicBezTo>
                    <a:pt x="5" y="42"/>
                    <a:pt x="4" y="18"/>
                    <a:pt x="3" y="13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3" y="16"/>
                    <a:pt x="3" y="16"/>
                    <a:pt x="3" y="16"/>
                  </a:cubicBezTo>
                  <a:cubicBezTo>
                    <a:pt x="3" y="21"/>
                    <a:pt x="3" y="42"/>
                    <a:pt x="4" y="46"/>
                  </a:cubicBezTo>
                  <a:cubicBezTo>
                    <a:pt x="2" y="49"/>
                    <a:pt x="0" y="52"/>
                    <a:pt x="0" y="55"/>
                  </a:cubicBezTo>
                  <a:cubicBezTo>
                    <a:pt x="0" y="56"/>
                    <a:pt x="0" y="56"/>
                    <a:pt x="1" y="57"/>
                  </a:cubicBezTo>
                  <a:cubicBezTo>
                    <a:pt x="2" y="62"/>
                    <a:pt x="7" y="71"/>
                    <a:pt x="17" y="71"/>
                  </a:cubicBezTo>
                  <a:cubicBezTo>
                    <a:pt x="18" y="71"/>
                    <a:pt x="18" y="71"/>
                    <a:pt x="18" y="71"/>
                  </a:cubicBezTo>
                  <a:cubicBezTo>
                    <a:pt x="28" y="71"/>
                    <a:pt x="32" y="62"/>
                    <a:pt x="33" y="57"/>
                  </a:cubicBezTo>
                  <a:cubicBezTo>
                    <a:pt x="34" y="57"/>
                    <a:pt x="34" y="56"/>
                    <a:pt x="34" y="55"/>
                  </a:cubicBezTo>
                  <a:cubicBezTo>
                    <a:pt x="34" y="53"/>
                    <a:pt x="33" y="49"/>
                    <a:pt x="31" y="46"/>
                  </a:cubicBezTo>
                  <a:cubicBezTo>
                    <a:pt x="32" y="42"/>
                    <a:pt x="33" y="19"/>
                    <a:pt x="33" y="15"/>
                  </a:cubicBezTo>
                  <a:cubicBezTo>
                    <a:pt x="33" y="14"/>
                    <a:pt x="33" y="14"/>
                    <a:pt x="33" y="13"/>
                  </a:cubicBezTo>
                  <a:cubicBezTo>
                    <a:pt x="33" y="8"/>
                    <a:pt x="32" y="2"/>
                    <a:pt x="30" y="0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658" name="Freeform 145">
              <a:extLst>
                <a:ext uri="{FF2B5EF4-FFF2-40B4-BE49-F238E27FC236}">
                  <a16:creationId xmlns:a16="http://schemas.microsoft.com/office/drawing/2014/main" id="{01E52D48-049E-4EFD-AC44-6F3D91348D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0" y="2514"/>
              <a:ext cx="13" cy="8"/>
            </a:xfrm>
            <a:custGeom>
              <a:avLst/>
              <a:gdLst>
                <a:gd name="T0" fmla="*/ 0 w 8"/>
                <a:gd name="T1" fmla="*/ 0 h 5"/>
                <a:gd name="T2" fmla="*/ 29 w 8"/>
                <a:gd name="T3" fmla="*/ 21 h 5"/>
                <a:gd name="T4" fmla="*/ 34 w 8"/>
                <a:gd name="T5" fmla="*/ 16 h 5"/>
                <a:gd name="T6" fmla="*/ 0 w 8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1" y="1"/>
                    <a:pt x="5" y="3"/>
                    <a:pt x="7" y="5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6" y="1"/>
                    <a:pt x="0" y="0"/>
                    <a:pt x="0" y="0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659" name="Freeform 146">
              <a:extLst>
                <a:ext uri="{FF2B5EF4-FFF2-40B4-BE49-F238E27FC236}">
                  <a16:creationId xmlns:a16="http://schemas.microsoft.com/office/drawing/2014/main" id="{527462AA-1CFA-4B22-B705-994A6259F4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7" y="672"/>
              <a:ext cx="343" cy="282"/>
            </a:xfrm>
            <a:custGeom>
              <a:avLst/>
              <a:gdLst>
                <a:gd name="T0" fmla="*/ 259 w 213"/>
                <a:gd name="T1" fmla="*/ 171 h 175"/>
                <a:gd name="T2" fmla="*/ 322 w 213"/>
                <a:gd name="T3" fmla="*/ 197 h 175"/>
                <a:gd name="T4" fmla="*/ 383 w 213"/>
                <a:gd name="T5" fmla="*/ 221 h 175"/>
                <a:gd name="T6" fmla="*/ 456 w 213"/>
                <a:gd name="T7" fmla="*/ 213 h 175"/>
                <a:gd name="T8" fmla="*/ 522 w 213"/>
                <a:gd name="T9" fmla="*/ 200 h 175"/>
                <a:gd name="T10" fmla="*/ 543 w 213"/>
                <a:gd name="T11" fmla="*/ 192 h 175"/>
                <a:gd name="T12" fmla="*/ 589 w 213"/>
                <a:gd name="T13" fmla="*/ 179 h 175"/>
                <a:gd name="T14" fmla="*/ 655 w 213"/>
                <a:gd name="T15" fmla="*/ 200 h 175"/>
                <a:gd name="T16" fmla="*/ 705 w 213"/>
                <a:gd name="T17" fmla="*/ 247 h 175"/>
                <a:gd name="T18" fmla="*/ 731 w 213"/>
                <a:gd name="T19" fmla="*/ 297 h 175"/>
                <a:gd name="T20" fmla="*/ 744 w 213"/>
                <a:gd name="T21" fmla="*/ 335 h 175"/>
                <a:gd name="T22" fmla="*/ 765 w 213"/>
                <a:gd name="T23" fmla="*/ 369 h 175"/>
                <a:gd name="T24" fmla="*/ 786 w 213"/>
                <a:gd name="T25" fmla="*/ 417 h 175"/>
                <a:gd name="T26" fmla="*/ 789 w 213"/>
                <a:gd name="T27" fmla="*/ 467 h 175"/>
                <a:gd name="T28" fmla="*/ 789 w 213"/>
                <a:gd name="T29" fmla="*/ 527 h 175"/>
                <a:gd name="T30" fmla="*/ 789 w 213"/>
                <a:gd name="T31" fmla="*/ 566 h 175"/>
                <a:gd name="T32" fmla="*/ 786 w 213"/>
                <a:gd name="T33" fmla="*/ 672 h 175"/>
                <a:gd name="T34" fmla="*/ 841 w 213"/>
                <a:gd name="T35" fmla="*/ 595 h 175"/>
                <a:gd name="T36" fmla="*/ 862 w 213"/>
                <a:gd name="T37" fmla="*/ 501 h 175"/>
                <a:gd name="T38" fmla="*/ 868 w 213"/>
                <a:gd name="T39" fmla="*/ 390 h 175"/>
                <a:gd name="T40" fmla="*/ 868 w 213"/>
                <a:gd name="T41" fmla="*/ 327 h 175"/>
                <a:gd name="T42" fmla="*/ 849 w 213"/>
                <a:gd name="T43" fmla="*/ 276 h 175"/>
                <a:gd name="T44" fmla="*/ 821 w 213"/>
                <a:gd name="T45" fmla="*/ 218 h 175"/>
                <a:gd name="T46" fmla="*/ 773 w 213"/>
                <a:gd name="T47" fmla="*/ 124 h 175"/>
                <a:gd name="T48" fmla="*/ 718 w 213"/>
                <a:gd name="T49" fmla="*/ 76 h 175"/>
                <a:gd name="T50" fmla="*/ 672 w 213"/>
                <a:gd name="T51" fmla="*/ 63 h 175"/>
                <a:gd name="T52" fmla="*/ 602 w 213"/>
                <a:gd name="T53" fmla="*/ 42 h 175"/>
                <a:gd name="T54" fmla="*/ 493 w 213"/>
                <a:gd name="T55" fmla="*/ 16 h 175"/>
                <a:gd name="T56" fmla="*/ 477 w 213"/>
                <a:gd name="T57" fmla="*/ 26 h 175"/>
                <a:gd name="T58" fmla="*/ 422 w 213"/>
                <a:gd name="T59" fmla="*/ 0 h 175"/>
                <a:gd name="T60" fmla="*/ 327 w 213"/>
                <a:gd name="T61" fmla="*/ 26 h 175"/>
                <a:gd name="T62" fmla="*/ 187 w 213"/>
                <a:gd name="T63" fmla="*/ 60 h 175"/>
                <a:gd name="T64" fmla="*/ 101 w 213"/>
                <a:gd name="T65" fmla="*/ 110 h 175"/>
                <a:gd name="T66" fmla="*/ 81 w 213"/>
                <a:gd name="T67" fmla="*/ 145 h 175"/>
                <a:gd name="T68" fmla="*/ 50 w 213"/>
                <a:gd name="T69" fmla="*/ 197 h 175"/>
                <a:gd name="T70" fmla="*/ 34 w 213"/>
                <a:gd name="T71" fmla="*/ 238 h 175"/>
                <a:gd name="T72" fmla="*/ 8 w 213"/>
                <a:gd name="T73" fmla="*/ 285 h 175"/>
                <a:gd name="T74" fmla="*/ 5 w 213"/>
                <a:gd name="T75" fmla="*/ 382 h 175"/>
                <a:gd name="T76" fmla="*/ 26 w 213"/>
                <a:gd name="T77" fmla="*/ 446 h 175"/>
                <a:gd name="T78" fmla="*/ 29 w 213"/>
                <a:gd name="T79" fmla="*/ 519 h 175"/>
                <a:gd name="T80" fmla="*/ 26 w 213"/>
                <a:gd name="T81" fmla="*/ 556 h 175"/>
                <a:gd name="T82" fmla="*/ 37 w 213"/>
                <a:gd name="T83" fmla="*/ 587 h 175"/>
                <a:gd name="T84" fmla="*/ 37 w 213"/>
                <a:gd name="T85" fmla="*/ 616 h 175"/>
                <a:gd name="T86" fmla="*/ 68 w 213"/>
                <a:gd name="T87" fmla="*/ 666 h 175"/>
                <a:gd name="T88" fmla="*/ 68 w 213"/>
                <a:gd name="T89" fmla="*/ 553 h 175"/>
                <a:gd name="T90" fmla="*/ 69 w 213"/>
                <a:gd name="T91" fmla="*/ 501 h 175"/>
                <a:gd name="T92" fmla="*/ 101 w 213"/>
                <a:gd name="T93" fmla="*/ 451 h 175"/>
                <a:gd name="T94" fmla="*/ 110 w 213"/>
                <a:gd name="T95" fmla="*/ 361 h 175"/>
                <a:gd name="T96" fmla="*/ 130 w 213"/>
                <a:gd name="T97" fmla="*/ 293 h 175"/>
                <a:gd name="T98" fmla="*/ 200 w 213"/>
                <a:gd name="T99" fmla="*/ 197 h 175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213" h="175">
                  <a:moveTo>
                    <a:pt x="55" y="44"/>
                  </a:moveTo>
                  <a:cubicBezTo>
                    <a:pt x="57" y="43"/>
                    <a:pt x="59" y="41"/>
                    <a:pt x="62" y="41"/>
                  </a:cubicBezTo>
                  <a:cubicBezTo>
                    <a:pt x="63" y="44"/>
                    <a:pt x="68" y="44"/>
                    <a:pt x="71" y="43"/>
                  </a:cubicBezTo>
                  <a:cubicBezTo>
                    <a:pt x="73" y="47"/>
                    <a:pt x="75" y="45"/>
                    <a:pt x="77" y="47"/>
                  </a:cubicBezTo>
                  <a:cubicBezTo>
                    <a:pt x="80" y="49"/>
                    <a:pt x="80" y="53"/>
                    <a:pt x="84" y="51"/>
                  </a:cubicBezTo>
                  <a:cubicBezTo>
                    <a:pt x="87" y="58"/>
                    <a:pt x="88" y="53"/>
                    <a:pt x="92" y="53"/>
                  </a:cubicBezTo>
                  <a:cubicBezTo>
                    <a:pt x="95" y="54"/>
                    <a:pt x="98" y="59"/>
                    <a:pt x="101" y="54"/>
                  </a:cubicBezTo>
                  <a:cubicBezTo>
                    <a:pt x="103" y="58"/>
                    <a:pt x="107" y="54"/>
                    <a:pt x="109" y="51"/>
                  </a:cubicBezTo>
                  <a:cubicBezTo>
                    <a:pt x="111" y="55"/>
                    <a:pt x="116" y="52"/>
                    <a:pt x="118" y="49"/>
                  </a:cubicBezTo>
                  <a:cubicBezTo>
                    <a:pt x="121" y="51"/>
                    <a:pt x="122" y="49"/>
                    <a:pt x="125" y="48"/>
                  </a:cubicBezTo>
                  <a:cubicBezTo>
                    <a:pt x="126" y="48"/>
                    <a:pt x="126" y="46"/>
                    <a:pt x="127" y="45"/>
                  </a:cubicBezTo>
                  <a:cubicBezTo>
                    <a:pt x="128" y="45"/>
                    <a:pt x="129" y="46"/>
                    <a:pt x="130" y="46"/>
                  </a:cubicBezTo>
                  <a:cubicBezTo>
                    <a:pt x="132" y="44"/>
                    <a:pt x="132" y="44"/>
                    <a:pt x="135" y="43"/>
                  </a:cubicBezTo>
                  <a:cubicBezTo>
                    <a:pt x="138" y="43"/>
                    <a:pt x="138" y="46"/>
                    <a:pt x="141" y="43"/>
                  </a:cubicBezTo>
                  <a:cubicBezTo>
                    <a:pt x="143" y="46"/>
                    <a:pt x="148" y="45"/>
                    <a:pt x="151" y="44"/>
                  </a:cubicBezTo>
                  <a:cubicBezTo>
                    <a:pt x="151" y="48"/>
                    <a:pt x="153" y="49"/>
                    <a:pt x="157" y="48"/>
                  </a:cubicBezTo>
                  <a:cubicBezTo>
                    <a:pt x="157" y="51"/>
                    <a:pt x="160" y="54"/>
                    <a:pt x="163" y="54"/>
                  </a:cubicBezTo>
                  <a:cubicBezTo>
                    <a:pt x="162" y="58"/>
                    <a:pt x="166" y="57"/>
                    <a:pt x="169" y="59"/>
                  </a:cubicBezTo>
                  <a:cubicBezTo>
                    <a:pt x="171" y="61"/>
                    <a:pt x="173" y="64"/>
                    <a:pt x="174" y="66"/>
                  </a:cubicBezTo>
                  <a:cubicBezTo>
                    <a:pt x="174" y="66"/>
                    <a:pt x="175" y="71"/>
                    <a:pt x="175" y="71"/>
                  </a:cubicBezTo>
                  <a:cubicBezTo>
                    <a:pt x="176" y="72"/>
                    <a:pt x="178" y="74"/>
                    <a:pt x="178" y="75"/>
                  </a:cubicBezTo>
                  <a:cubicBezTo>
                    <a:pt x="179" y="79"/>
                    <a:pt x="176" y="76"/>
                    <a:pt x="178" y="80"/>
                  </a:cubicBezTo>
                  <a:cubicBezTo>
                    <a:pt x="179" y="81"/>
                    <a:pt x="181" y="82"/>
                    <a:pt x="182" y="84"/>
                  </a:cubicBezTo>
                  <a:cubicBezTo>
                    <a:pt x="183" y="84"/>
                    <a:pt x="183" y="88"/>
                    <a:pt x="183" y="88"/>
                  </a:cubicBezTo>
                  <a:cubicBezTo>
                    <a:pt x="183" y="90"/>
                    <a:pt x="185" y="92"/>
                    <a:pt x="185" y="93"/>
                  </a:cubicBezTo>
                  <a:cubicBezTo>
                    <a:pt x="186" y="95"/>
                    <a:pt x="188" y="98"/>
                    <a:pt x="188" y="100"/>
                  </a:cubicBezTo>
                  <a:cubicBezTo>
                    <a:pt x="188" y="102"/>
                    <a:pt x="187" y="105"/>
                    <a:pt x="187" y="107"/>
                  </a:cubicBezTo>
                  <a:cubicBezTo>
                    <a:pt x="187" y="108"/>
                    <a:pt x="188" y="111"/>
                    <a:pt x="189" y="112"/>
                  </a:cubicBezTo>
                  <a:cubicBezTo>
                    <a:pt x="190" y="115"/>
                    <a:pt x="189" y="116"/>
                    <a:pt x="191" y="119"/>
                  </a:cubicBezTo>
                  <a:cubicBezTo>
                    <a:pt x="188" y="122"/>
                    <a:pt x="189" y="123"/>
                    <a:pt x="189" y="126"/>
                  </a:cubicBezTo>
                  <a:cubicBezTo>
                    <a:pt x="189" y="127"/>
                    <a:pt x="188" y="129"/>
                    <a:pt x="188" y="130"/>
                  </a:cubicBezTo>
                  <a:cubicBezTo>
                    <a:pt x="188" y="132"/>
                    <a:pt x="189" y="134"/>
                    <a:pt x="189" y="135"/>
                  </a:cubicBezTo>
                  <a:cubicBezTo>
                    <a:pt x="188" y="140"/>
                    <a:pt x="189" y="143"/>
                    <a:pt x="189" y="148"/>
                  </a:cubicBezTo>
                  <a:cubicBezTo>
                    <a:pt x="190" y="152"/>
                    <a:pt x="188" y="156"/>
                    <a:pt x="188" y="161"/>
                  </a:cubicBezTo>
                  <a:cubicBezTo>
                    <a:pt x="189" y="175"/>
                    <a:pt x="198" y="163"/>
                    <a:pt x="195" y="157"/>
                  </a:cubicBezTo>
                  <a:cubicBezTo>
                    <a:pt x="201" y="154"/>
                    <a:pt x="198" y="146"/>
                    <a:pt x="201" y="142"/>
                  </a:cubicBezTo>
                  <a:cubicBezTo>
                    <a:pt x="202" y="142"/>
                    <a:pt x="202" y="139"/>
                    <a:pt x="203" y="139"/>
                  </a:cubicBezTo>
                  <a:cubicBezTo>
                    <a:pt x="205" y="132"/>
                    <a:pt x="204" y="125"/>
                    <a:pt x="206" y="120"/>
                  </a:cubicBezTo>
                  <a:cubicBezTo>
                    <a:pt x="200" y="120"/>
                    <a:pt x="208" y="109"/>
                    <a:pt x="209" y="106"/>
                  </a:cubicBezTo>
                  <a:cubicBezTo>
                    <a:pt x="207" y="105"/>
                    <a:pt x="207" y="95"/>
                    <a:pt x="208" y="93"/>
                  </a:cubicBezTo>
                  <a:cubicBezTo>
                    <a:pt x="209" y="90"/>
                    <a:pt x="213" y="88"/>
                    <a:pt x="212" y="84"/>
                  </a:cubicBezTo>
                  <a:cubicBezTo>
                    <a:pt x="211" y="80"/>
                    <a:pt x="209" y="81"/>
                    <a:pt x="208" y="78"/>
                  </a:cubicBezTo>
                  <a:cubicBezTo>
                    <a:pt x="206" y="74"/>
                    <a:pt x="208" y="71"/>
                    <a:pt x="206" y="68"/>
                  </a:cubicBezTo>
                  <a:cubicBezTo>
                    <a:pt x="206" y="68"/>
                    <a:pt x="204" y="67"/>
                    <a:pt x="203" y="66"/>
                  </a:cubicBezTo>
                  <a:cubicBezTo>
                    <a:pt x="202" y="64"/>
                    <a:pt x="203" y="61"/>
                    <a:pt x="202" y="59"/>
                  </a:cubicBezTo>
                  <a:cubicBezTo>
                    <a:pt x="200" y="56"/>
                    <a:pt x="199" y="55"/>
                    <a:pt x="197" y="52"/>
                  </a:cubicBezTo>
                  <a:cubicBezTo>
                    <a:pt x="195" y="49"/>
                    <a:pt x="197" y="45"/>
                    <a:pt x="193" y="45"/>
                  </a:cubicBezTo>
                  <a:cubicBezTo>
                    <a:pt x="193" y="38"/>
                    <a:pt x="189" y="35"/>
                    <a:pt x="185" y="30"/>
                  </a:cubicBezTo>
                  <a:cubicBezTo>
                    <a:pt x="182" y="26"/>
                    <a:pt x="180" y="26"/>
                    <a:pt x="178" y="24"/>
                  </a:cubicBezTo>
                  <a:cubicBezTo>
                    <a:pt x="175" y="23"/>
                    <a:pt x="174" y="19"/>
                    <a:pt x="172" y="18"/>
                  </a:cubicBezTo>
                  <a:cubicBezTo>
                    <a:pt x="171" y="18"/>
                    <a:pt x="171" y="18"/>
                    <a:pt x="170" y="19"/>
                  </a:cubicBezTo>
                  <a:cubicBezTo>
                    <a:pt x="167" y="14"/>
                    <a:pt x="164" y="16"/>
                    <a:pt x="161" y="15"/>
                  </a:cubicBezTo>
                  <a:cubicBezTo>
                    <a:pt x="158" y="14"/>
                    <a:pt x="155" y="11"/>
                    <a:pt x="152" y="13"/>
                  </a:cubicBezTo>
                  <a:cubicBezTo>
                    <a:pt x="149" y="12"/>
                    <a:pt x="146" y="11"/>
                    <a:pt x="144" y="10"/>
                  </a:cubicBezTo>
                  <a:cubicBezTo>
                    <a:pt x="141" y="9"/>
                    <a:pt x="139" y="6"/>
                    <a:pt x="135" y="5"/>
                  </a:cubicBezTo>
                  <a:cubicBezTo>
                    <a:pt x="132" y="4"/>
                    <a:pt x="120" y="1"/>
                    <a:pt x="118" y="4"/>
                  </a:cubicBezTo>
                  <a:cubicBezTo>
                    <a:pt x="117" y="4"/>
                    <a:pt x="115" y="5"/>
                    <a:pt x="114" y="5"/>
                  </a:cubicBezTo>
                  <a:cubicBezTo>
                    <a:pt x="114" y="5"/>
                    <a:pt x="114" y="6"/>
                    <a:pt x="114" y="6"/>
                  </a:cubicBezTo>
                  <a:cubicBezTo>
                    <a:pt x="111" y="4"/>
                    <a:pt x="109" y="3"/>
                    <a:pt x="105" y="2"/>
                  </a:cubicBezTo>
                  <a:cubicBezTo>
                    <a:pt x="103" y="1"/>
                    <a:pt x="103" y="0"/>
                    <a:pt x="101" y="0"/>
                  </a:cubicBezTo>
                  <a:cubicBezTo>
                    <a:pt x="99" y="0"/>
                    <a:pt x="98" y="2"/>
                    <a:pt x="97" y="2"/>
                  </a:cubicBezTo>
                  <a:cubicBezTo>
                    <a:pt x="93" y="3"/>
                    <a:pt x="77" y="1"/>
                    <a:pt x="78" y="6"/>
                  </a:cubicBezTo>
                  <a:cubicBezTo>
                    <a:pt x="74" y="6"/>
                    <a:pt x="58" y="6"/>
                    <a:pt x="56" y="10"/>
                  </a:cubicBezTo>
                  <a:cubicBezTo>
                    <a:pt x="53" y="10"/>
                    <a:pt x="45" y="10"/>
                    <a:pt x="45" y="14"/>
                  </a:cubicBezTo>
                  <a:cubicBezTo>
                    <a:pt x="41" y="14"/>
                    <a:pt x="36" y="17"/>
                    <a:pt x="35" y="21"/>
                  </a:cubicBezTo>
                  <a:cubicBezTo>
                    <a:pt x="31" y="21"/>
                    <a:pt x="26" y="23"/>
                    <a:pt x="24" y="26"/>
                  </a:cubicBezTo>
                  <a:cubicBezTo>
                    <a:pt x="24" y="26"/>
                    <a:pt x="24" y="26"/>
                    <a:pt x="25" y="26"/>
                  </a:cubicBezTo>
                  <a:cubicBezTo>
                    <a:pt x="20" y="29"/>
                    <a:pt x="21" y="32"/>
                    <a:pt x="19" y="35"/>
                  </a:cubicBezTo>
                  <a:cubicBezTo>
                    <a:pt x="17" y="38"/>
                    <a:pt x="13" y="38"/>
                    <a:pt x="12" y="41"/>
                  </a:cubicBezTo>
                  <a:cubicBezTo>
                    <a:pt x="11" y="43"/>
                    <a:pt x="13" y="46"/>
                    <a:pt x="12" y="47"/>
                  </a:cubicBezTo>
                  <a:cubicBezTo>
                    <a:pt x="11" y="49"/>
                    <a:pt x="8" y="50"/>
                    <a:pt x="7" y="52"/>
                  </a:cubicBezTo>
                  <a:cubicBezTo>
                    <a:pt x="7" y="54"/>
                    <a:pt x="8" y="56"/>
                    <a:pt x="8" y="57"/>
                  </a:cubicBezTo>
                  <a:cubicBezTo>
                    <a:pt x="7" y="59"/>
                    <a:pt x="5" y="60"/>
                    <a:pt x="3" y="61"/>
                  </a:cubicBezTo>
                  <a:cubicBezTo>
                    <a:pt x="0" y="65"/>
                    <a:pt x="2" y="63"/>
                    <a:pt x="2" y="68"/>
                  </a:cubicBezTo>
                  <a:cubicBezTo>
                    <a:pt x="3" y="72"/>
                    <a:pt x="0" y="76"/>
                    <a:pt x="0" y="80"/>
                  </a:cubicBezTo>
                  <a:cubicBezTo>
                    <a:pt x="0" y="83"/>
                    <a:pt x="0" y="89"/>
                    <a:pt x="1" y="91"/>
                  </a:cubicBezTo>
                  <a:cubicBezTo>
                    <a:pt x="2" y="95"/>
                    <a:pt x="4" y="99"/>
                    <a:pt x="5" y="103"/>
                  </a:cubicBezTo>
                  <a:cubicBezTo>
                    <a:pt x="5" y="103"/>
                    <a:pt x="6" y="107"/>
                    <a:pt x="6" y="107"/>
                  </a:cubicBezTo>
                  <a:cubicBezTo>
                    <a:pt x="6" y="109"/>
                    <a:pt x="3" y="111"/>
                    <a:pt x="6" y="113"/>
                  </a:cubicBezTo>
                  <a:cubicBezTo>
                    <a:pt x="3" y="116"/>
                    <a:pt x="8" y="120"/>
                    <a:pt x="7" y="124"/>
                  </a:cubicBezTo>
                  <a:cubicBezTo>
                    <a:pt x="7" y="126"/>
                    <a:pt x="5" y="128"/>
                    <a:pt x="5" y="130"/>
                  </a:cubicBezTo>
                  <a:cubicBezTo>
                    <a:pt x="5" y="131"/>
                    <a:pt x="6" y="131"/>
                    <a:pt x="6" y="133"/>
                  </a:cubicBezTo>
                  <a:cubicBezTo>
                    <a:pt x="6" y="134"/>
                    <a:pt x="6" y="134"/>
                    <a:pt x="7" y="136"/>
                  </a:cubicBezTo>
                  <a:cubicBezTo>
                    <a:pt x="7" y="138"/>
                    <a:pt x="8" y="138"/>
                    <a:pt x="9" y="140"/>
                  </a:cubicBezTo>
                  <a:cubicBezTo>
                    <a:pt x="9" y="142"/>
                    <a:pt x="7" y="143"/>
                    <a:pt x="8" y="144"/>
                  </a:cubicBezTo>
                  <a:cubicBezTo>
                    <a:pt x="8" y="146"/>
                    <a:pt x="9" y="146"/>
                    <a:pt x="9" y="147"/>
                  </a:cubicBezTo>
                  <a:cubicBezTo>
                    <a:pt x="10" y="151"/>
                    <a:pt x="13" y="154"/>
                    <a:pt x="13" y="158"/>
                  </a:cubicBezTo>
                  <a:cubicBezTo>
                    <a:pt x="13" y="158"/>
                    <a:pt x="16" y="159"/>
                    <a:pt x="16" y="159"/>
                  </a:cubicBezTo>
                  <a:cubicBezTo>
                    <a:pt x="15" y="154"/>
                    <a:pt x="18" y="148"/>
                    <a:pt x="16" y="145"/>
                  </a:cubicBezTo>
                  <a:cubicBezTo>
                    <a:pt x="19" y="143"/>
                    <a:pt x="19" y="134"/>
                    <a:pt x="16" y="132"/>
                  </a:cubicBezTo>
                  <a:cubicBezTo>
                    <a:pt x="16" y="132"/>
                    <a:pt x="16" y="130"/>
                    <a:pt x="16" y="130"/>
                  </a:cubicBezTo>
                  <a:cubicBezTo>
                    <a:pt x="19" y="127"/>
                    <a:pt x="16" y="124"/>
                    <a:pt x="17" y="120"/>
                  </a:cubicBezTo>
                  <a:cubicBezTo>
                    <a:pt x="17" y="118"/>
                    <a:pt x="17" y="115"/>
                    <a:pt x="20" y="113"/>
                  </a:cubicBezTo>
                  <a:cubicBezTo>
                    <a:pt x="21" y="111"/>
                    <a:pt x="23" y="110"/>
                    <a:pt x="24" y="108"/>
                  </a:cubicBezTo>
                  <a:cubicBezTo>
                    <a:pt x="27" y="104"/>
                    <a:pt x="23" y="101"/>
                    <a:pt x="23" y="97"/>
                  </a:cubicBezTo>
                  <a:cubicBezTo>
                    <a:pt x="25" y="92"/>
                    <a:pt x="29" y="93"/>
                    <a:pt x="26" y="86"/>
                  </a:cubicBezTo>
                  <a:cubicBezTo>
                    <a:pt x="31" y="86"/>
                    <a:pt x="31" y="79"/>
                    <a:pt x="29" y="77"/>
                  </a:cubicBezTo>
                  <a:cubicBezTo>
                    <a:pt x="31" y="75"/>
                    <a:pt x="31" y="73"/>
                    <a:pt x="31" y="70"/>
                  </a:cubicBezTo>
                  <a:cubicBezTo>
                    <a:pt x="34" y="70"/>
                    <a:pt x="40" y="59"/>
                    <a:pt x="40" y="56"/>
                  </a:cubicBezTo>
                  <a:cubicBezTo>
                    <a:pt x="46" y="59"/>
                    <a:pt x="46" y="50"/>
                    <a:pt x="48" y="47"/>
                  </a:cubicBezTo>
                  <a:cubicBezTo>
                    <a:pt x="51" y="47"/>
                    <a:pt x="54" y="46"/>
                    <a:pt x="56" y="44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660" name="Freeform 147">
              <a:extLst>
                <a:ext uri="{FF2B5EF4-FFF2-40B4-BE49-F238E27FC236}">
                  <a16:creationId xmlns:a16="http://schemas.microsoft.com/office/drawing/2014/main" id="{E4A77ED1-7792-4C60-A6FC-89D512F672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5" y="894"/>
              <a:ext cx="17" cy="47"/>
            </a:xfrm>
            <a:custGeom>
              <a:avLst/>
              <a:gdLst>
                <a:gd name="T0" fmla="*/ 40 w 11"/>
                <a:gd name="T1" fmla="*/ 0 h 29"/>
                <a:gd name="T2" fmla="*/ 19 w 11"/>
                <a:gd name="T3" fmla="*/ 123 h 29"/>
                <a:gd name="T4" fmla="*/ 40 w 11"/>
                <a:gd name="T5" fmla="*/ 0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29">
                  <a:moveTo>
                    <a:pt x="11" y="0"/>
                  </a:moveTo>
                  <a:cubicBezTo>
                    <a:pt x="11" y="0"/>
                    <a:pt x="2" y="14"/>
                    <a:pt x="5" y="29"/>
                  </a:cubicBezTo>
                  <a:cubicBezTo>
                    <a:pt x="5" y="29"/>
                    <a:pt x="0" y="13"/>
                    <a:pt x="11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661" name="Freeform 148">
              <a:extLst>
                <a:ext uri="{FF2B5EF4-FFF2-40B4-BE49-F238E27FC236}">
                  <a16:creationId xmlns:a16="http://schemas.microsoft.com/office/drawing/2014/main" id="{440CE29D-56A1-4EC7-A129-5D7759F790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4" y="1036"/>
              <a:ext cx="120" cy="61"/>
            </a:xfrm>
            <a:custGeom>
              <a:avLst/>
              <a:gdLst>
                <a:gd name="T0" fmla="*/ 0 w 75"/>
                <a:gd name="T1" fmla="*/ 63 h 38"/>
                <a:gd name="T2" fmla="*/ 61 w 75"/>
                <a:gd name="T3" fmla="*/ 26 h 38"/>
                <a:gd name="T4" fmla="*/ 138 w 75"/>
                <a:gd name="T5" fmla="*/ 13 h 38"/>
                <a:gd name="T6" fmla="*/ 157 w 75"/>
                <a:gd name="T7" fmla="*/ 21 h 38"/>
                <a:gd name="T8" fmla="*/ 171 w 75"/>
                <a:gd name="T9" fmla="*/ 8 h 38"/>
                <a:gd name="T10" fmla="*/ 226 w 75"/>
                <a:gd name="T11" fmla="*/ 8 h 38"/>
                <a:gd name="T12" fmla="*/ 307 w 75"/>
                <a:gd name="T13" fmla="*/ 63 h 38"/>
                <a:gd name="T14" fmla="*/ 259 w 75"/>
                <a:gd name="T15" fmla="*/ 108 h 38"/>
                <a:gd name="T16" fmla="*/ 158 w 75"/>
                <a:gd name="T17" fmla="*/ 153 h 38"/>
                <a:gd name="T18" fmla="*/ 77 w 75"/>
                <a:gd name="T19" fmla="*/ 132 h 38"/>
                <a:gd name="T20" fmla="*/ 0 w 75"/>
                <a:gd name="T21" fmla="*/ 63 h 3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5" h="38">
                  <a:moveTo>
                    <a:pt x="0" y="15"/>
                  </a:moveTo>
                  <a:cubicBezTo>
                    <a:pt x="0" y="15"/>
                    <a:pt x="10" y="9"/>
                    <a:pt x="15" y="6"/>
                  </a:cubicBezTo>
                  <a:cubicBezTo>
                    <a:pt x="20" y="2"/>
                    <a:pt x="29" y="0"/>
                    <a:pt x="34" y="3"/>
                  </a:cubicBezTo>
                  <a:cubicBezTo>
                    <a:pt x="39" y="6"/>
                    <a:pt x="38" y="5"/>
                    <a:pt x="38" y="5"/>
                  </a:cubicBezTo>
                  <a:cubicBezTo>
                    <a:pt x="38" y="5"/>
                    <a:pt x="39" y="4"/>
                    <a:pt x="42" y="2"/>
                  </a:cubicBezTo>
                  <a:cubicBezTo>
                    <a:pt x="45" y="1"/>
                    <a:pt x="52" y="1"/>
                    <a:pt x="55" y="2"/>
                  </a:cubicBezTo>
                  <a:cubicBezTo>
                    <a:pt x="58" y="4"/>
                    <a:pt x="71" y="13"/>
                    <a:pt x="75" y="15"/>
                  </a:cubicBezTo>
                  <a:cubicBezTo>
                    <a:pt x="75" y="15"/>
                    <a:pt x="69" y="19"/>
                    <a:pt x="63" y="26"/>
                  </a:cubicBezTo>
                  <a:cubicBezTo>
                    <a:pt x="57" y="34"/>
                    <a:pt x="46" y="36"/>
                    <a:pt x="39" y="37"/>
                  </a:cubicBezTo>
                  <a:cubicBezTo>
                    <a:pt x="33" y="38"/>
                    <a:pt x="23" y="34"/>
                    <a:pt x="19" y="32"/>
                  </a:cubicBezTo>
                  <a:cubicBezTo>
                    <a:pt x="9" y="26"/>
                    <a:pt x="3" y="16"/>
                    <a:pt x="0" y="15"/>
                  </a:cubicBezTo>
                  <a:close/>
                </a:path>
              </a:pathLst>
            </a:custGeom>
            <a:solidFill>
              <a:srgbClr val="9842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662" name="Freeform 149">
              <a:extLst>
                <a:ext uri="{FF2B5EF4-FFF2-40B4-BE49-F238E27FC236}">
                  <a16:creationId xmlns:a16="http://schemas.microsoft.com/office/drawing/2014/main" id="{88DE2BB0-799B-4F29-966B-B867770BD6E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4" y="1028"/>
              <a:ext cx="120" cy="32"/>
            </a:xfrm>
            <a:custGeom>
              <a:avLst/>
              <a:gdLst>
                <a:gd name="T0" fmla="*/ 157 w 75"/>
                <a:gd name="T1" fmla="*/ 48 h 20"/>
                <a:gd name="T2" fmla="*/ 307 w 75"/>
                <a:gd name="T3" fmla="*/ 82 h 20"/>
                <a:gd name="T4" fmla="*/ 272 w 75"/>
                <a:gd name="T5" fmla="*/ 56 h 20"/>
                <a:gd name="T6" fmla="*/ 234 w 75"/>
                <a:gd name="T7" fmla="*/ 34 h 20"/>
                <a:gd name="T8" fmla="*/ 157 w 75"/>
                <a:gd name="T9" fmla="*/ 34 h 20"/>
                <a:gd name="T10" fmla="*/ 157 w 75"/>
                <a:gd name="T11" fmla="*/ 34 h 20"/>
                <a:gd name="T12" fmla="*/ 77 w 75"/>
                <a:gd name="T13" fmla="*/ 34 h 20"/>
                <a:gd name="T14" fmla="*/ 35 w 75"/>
                <a:gd name="T15" fmla="*/ 56 h 20"/>
                <a:gd name="T16" fmla="*/ 0 w 75"/>
                <a:gd name="T17" fmla="*/ 82 h 20"/>
                <a:gd name="T18" fmla="*/ 157 w 75"/>
                <a:gd name="T19" fmla="*/ 48 h 2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5" h="20">
                  <a:moveTo>
                    <a:pt x="38" y="12"/>
                  </a:moveTo>
                  <a:cubicBezTo>
                    <a:pt x="50" y="0"/>
                    <a:pt x="63" y="17"/>
                    <a:pt x="75" y="20"/>
                  </a:cubicBezTo>
                  <a:cubicBezTo>
                    <a:pt x="72" y="18"/>
                    <a:pt x="69" y="16"/>
                    <a:pt x="66" y="14"/>
                  </a:cubicBezTo>
                  <a:cubicBezTo>
                    <a:pt x="63" y="11"/>
                    <a:pt x="60" y="10"/>
                    <a:pt x="57" y="8"/>
                  </a:cubicBezTo>
                  <a:cubicBezTo>
                    <a:pt x="50" y="4"/>
                    <a:pt x="45" y="5"/>
                    <a:pt x="38" y="8"/>
                  </a:cubicBezTo>
                  <a:cubicBezTo>
                    <a:pt x="38" y="8"/>
                    <a:pt x="38" y="8"/>
                    <a:pt x="38" y="8"/>
                  </a:cubicBezTo>
                  <a:cubicBezTo>
                    <a:pt x="31" y="5"/>
                    <a:pt x="26" y="4"/>
                    <a:pt x="19" y="8"/>
                  </a:cubicBezTo>
                  <a:cubicBezTo>
                    <a:pt x="16" y="10"/>
                    <a:pt x="12" y="11"/>
                    <a:pt x="9" y="14"/>
                  </a:cubicBezTo>
                  <a:cubicBezTo>
                    <a:pt x="6" y="16"/>
                    <a:pt x="3" y="18"/>
                    <a:pt x="0" y="20"/>
                  </a:cubicBezTo>
                  <a:cubicBezTo>
                    <a:pt x="12" y="17"/>
                    <a:pt x="25" y="0"/>
                    <a:pt x="38" y="1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663" name="Freeform 150">
              <a:extLst>
                <a:ext uri="{FF2B5EF4-FFF2-40B4-BE49-F238E27FC236}">
                  <a16:creationId xmlns:a16="http://schemas.microsoft.com/office/drawing/2014/main" id="{6494018F-6FE2-4A25-882C-B13490FA16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3" y="1070"/>
              <a:ext cx="99" cy="62"/>
            </a:xfrm>
            <a:custGeom>
              <a:avLst/>
              <a:gdLst>
                <a:gd name="T0" fmla="*/ 0 w 61"/>
                <a:gd name="T1" fmla="*/ 0 h 39"/>
                <a:gd name="T2" fmla="*/ 261 w 61"/>
                <a:gd name="T3" fmla="*/ 0 h 39"/>
                <a:gd name="T4" fmla="*/ 0 w 61"/>
                <a:gd name="T5" fmla="*/ 0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1" h="39">
                  <a:moveTo>
                    <a:pt x="0" y="0"/>
                  </a:moveTo>
                  <a:cubicBezTo>
                    <a:pt x="0" y="0"/>
                    <a:pt x="32" y="33"/>
                    <a:pt x="61" y="0"/>
                  </a:cubicBezTo>
                  <a:cubicBezTo>
                    <a:pt x="61" y="0"/>
                    <a:pt x="37" y="39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664" name="Freeform 151">
              <a:extLst>
                <a:ext uri="{FF2B5EF4-FFF2-40B4-BE49-F238E27FC236}">
                  <a16:creationId xmlns:a16="http://schemas.microsoft.com/office/drawing/2014/main" id="{EF91897F-614A-48AE-A832-55322D9B6F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5" y="1061"/>
              <a:ext cx="98" cy="15"/>
            </a:xfrm>
            <a:custGeom>
              <a:avLst/>
              <a:gdLst>
                <a:gd name="T0" fmla="*/ 0 w 61"/>
                <a:gd name="T1" fmla="*/ 0 h 9"/>
                <a:gd name="T2" fmla="*/ 252 w 61"/>
                <a:gd name="T3" fmla="*/ 0 h 9"/>
                <a:gd name="T4" fmla="*/ 0 w 61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1" h="9">
                  <a:moveTo>
                    <a:pt x="0" y="0"/>
                  </a:moveTo>
                  <a:cubicBezTo>
                    <a:pt x="0" y="0"/>
                    <a:pt x="34" y="7"/>
                    <a:pt x="61" y="0"/>
                  </a:cubicBezTo>
                  <a:cubicBezTo>
                    <a:pt x="61" y="0"/>
                    <a:pt x="39" y="9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665" name="Freeform 152">
              <a:extLst>
                <a:ext uri="{FF2B5EF4-FFF2-40B4-BE49-F238E27FC236}">
                  <a16:creationId xmlns:a16="http://schemas.microsoft.com/office/drawing/2014/main" id="{AF838EC6-FE2B-4788-9F3A-FF6F1B4684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3" y="915"/>
              <a:ext cx="76" cy="187"/>
            </a:xfrm>
            <a:custGeom>
              <a:avLst/>
              <a:gdLst>
                <a:gd name="T0" fmla="*/ 29 w 47"/>
                <a:gd name="T1" fmla="*/ 5 h 116"/>
                <a:gd name="T2" fmla="*/ 5 w 47"/>
                <a:gd name="T3" fmla="*/ 81 h 116"/>
                <a:gd name="T4" fmla="*/ 21 w 47"/>
                <a:gd name="T5" fmla="*/ 131 h 116"/>
                <a:gd name="T6" fmla="*/ 29 w 47"/>
                <a:gd name="T7" fmla="*/ 177 h 116"/>
                <a:gd name="T8" fmla="*/ 47 w 47"/>
                <a:gd name="T9" fmla="*/ 276 h 116"/>
                <a:gd name="T10" fmla="*/ 81 w 47"/>
                <a:gd name="T11" fmla="*/ 382 h 116"/>
                <a:gd name="T12" fmla="*/ 199 w 47"/>
                <a:gd name="T13" fmla="*/ 485 h 116"/>
                <a:gd name="T14" fmla="*/ 144 w 47"/>
                <a:gd name="T15" fmla="*/ 416 h 116"/>
                <a:gd name="T16" fmla="*/ 131 w 47"/>
                <a:gd name="T17" fmla="*/ 356 h 116"/>
                <a:gd name="T18" fmla="*/ 160 w 47"/>
                <a:gd name="T19" fmla="*/ 239 h 116"/>
                <a:gd name="T20" fmla="*/ 55 w 47"/>
                <a:gd name="T21" fmla="*/ 123 h 116"/>
                <a:gd name="T22" fmla="*/ 68 w 47"/>
                <a:gd name="T23" fmla="*/ 8 h 116"/>
                <a:gd name="T24" fmla="*/ 26 w 47"/>
                <a:gd name="T25" fmla="*/ 0 h 11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7" h="116">
                  <a:moveTo>
                    <a:pt x="7" y="1"/>
                  </a:moveTo>
                  <a:cubicBezTo>
                    <a:pt x="1" y="3"/>
                    <a:pt x="0" y="14"/>
                    <a:pt x="1" y="19"/>
                  </a:cubicBezTo>
                  <a:cubicBezTo>
                    <a:pt x="2" y="23"/>
                    <a:pt x="4" y="27"/>
                    <a:pt x="5" y="31"/>
                  </a:cubicBezTo>
                  <a:cubicBezTo>
                    <a:pt x="6" y="34"/>
                    <a:pt x="7" y="38"/>
                    <a:pt x="7" y="42"/>
                  </a:cubicBezTo>
                  <a:cubicBezTo>
                    <a:pt x="9" y="50"/>
                    <a:pt x="11" y="58"/>
                    <a:pt x="11" y="66"/>
                  </a:cubicBezTo>
                  <a:cubicBezTo>
                    <a:pt x="12" y="75"/>
                    <a:pt x="15" y="84"/>
                    <a:pt x="19" y="91"/>
                  </a:cubicBezTo>
                  <a:cubicBezTo>
                    <a:pt x="26" y="102"/>
                    <a:pt x="37" y="109"/>
                    <a:pt x="47" y="116"/>
                  </a:cubicBezTo>
                  <a:cubicBezTo>
                    <a:pt x="43" y="110"/>
                    <a:pt x="37" y="106"/>
                    <a:pt x="34" y="99"/>
                  </a:cubicBezTo>
                  <a:cubicBezTo>
                    <a:pt x="32" y="95"/>
                    <a:pt x="31" y="90"/>
                    <a:pt x="31" y="85"/>
                  </a:cubicBezTo>
                  <a:cubicBezTo>
                    <a:pt x="31" y="75"/>
                    <a:pt x="28" y="65"/>
                    <a:pt x="38" y="57"/>
                  </a:cubicBezTo>
                  <a:cubicBezTo>
                    <a:pt x="25" y="52"/>
                    <a:pt x="15" y="43"/>
                    <a:pt x="13" y="29"/>
                  </a:cubicBezTo>
                  <a:cubicBezTo>
                    <a:pt x="12" y="21"/>
                    <a:pt x="9" y="9"/>
                    <a:pt x="16" y="2"/>
                  </a:cubicBezTo>
                  <a:cubicBezTo>
                    <a:pt x="12" y="2"/>
                    <a:pt x="9" y="1"/>
                    <a:pt x="6" y="0"/>
                  </a:cubicBezTo>
                </a:path>
              </a:pathLst>
            </a:custGeom>
            <a:solidFill>
              <a:srgbClr val="7E39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666" name="Freeform 153">
              <a:extLst>
                <a:ext uri="{FF2B5EF4-FFF2-40B4-BE49-F238E27FC236}">
                  <a16:creationId xmlns:a16="http://schemas.microsoft.com/office/drawing/2014/main" id="{299C3C8B-100A-4E21-AF04-7743252369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5" y="812"/>
              <a:ext cx="24" cy="132"/>
            </a:xfrm>
            <a:custGeom>
              <a:avLst/>
              <a:gdLst>
                <a:gd name="T0" fmla="*/ 46 w 15"/>
                <a:gd name="T1" fmla="*/ 293 h 82"/>
                <a:gd name="T2" fmla="*/ 56 w 15"/>
                <a:gd name="T3" fmla="*/ 262 h 82"/>
                <a:gd name="T4" fmla="*/ 48 w 15"/>
                <a:gd name="T5" fmla="*/ 238 h 82"/>
                <a:gd name="T6" fmla="*/ 48 w 15"/>
                <a:gd name="T7" fmla="*/ 175 h 82"/>
                <a:gd name="T8" fmla="*/ 48 w 15"/>
                <a:gd name="T9" fmla="*/ 135 h 82"/>
                <a:gd name="T10" fmla="*/ 61 w 15"/>
                <a:gd name="T11" fmla="*/ 89 h 82"/>
                <a:gd name="T12" fmla="*/ 56 w 15"/>
                <a:gd name="T13" fmla="*/ 37 h 82"/>
                <a:gd name="T14" fmla="*/ 56 w 15"/>
                <a:gd name="T15" fmla="*/ 0 h 82"/>
                <a:gd name="T16" fmla="*/ 42 w 15"/>
                <a:gd name="T17" fmla="*/ 69 h 82"/>
                <a:gd name="T18" fmla="*/ 8 w 15"/>
                <a:gd name="T19" fmla="*/ 135 h 82"/>
                <a:gd name="T20" fmla="*/ 8 w 15"/>
                <a:gd name="T21" fmla="*/ 150 h 82"/>
                <a:gd name="T22" fmla="*/ 8 w 15"/>
                <a:gd name="T23" fmla="*/ 171 h 82"/>
                <a:gd name="T24" fmla="*/ 13 w 15"/>
                <a:gd name="T25" fmla="*/ 204 h 82"/>
                <a:gd name="T26" fmla="*/ 8 w 15"/>
                <a:gd name="T27" fmla="*/ 241 h 82"/>
                <a:gd name="T28" fmla="*/ 5 w 15"/>
                <a:gd name="T29" fmla="*/ 280 h 82"/>
                <a:gd name="T30" fmla="*/ 8 w 15"/>
                <a:gd name="T31" fmla="*/ 341 h 8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5" h="82">
                  <a:moveTo>
                    <a:pt x="11" y="70"/>
                  </a:moveTo>
                  <a:cubicBezTo>
                    <a:pt x="12" y="68"/>
                    <a:pt x="14" y="66"/>
                    <a:pt x="14" y="63"/>
                  </a:cubicBezTo>
                  <a:cubicBezTo>
                    <a:pt x="14" y="61"/>
                    <a:pt x="13" y="59"/>
                    <a:pt x="12" y="57"/>
                  </a:cubicBezTo>
                  <a:cubicBezTo>
                    <a:pt x="10" y="52"/>
                    <a:pt x="11" y="47"/>
                    <a:pt x="12" y="42"/>
                  </a:cubicBezTo>
                  <a:cubicBezTo>
                    <a:pt x="12" y="39"/>
                    <a:pt x="11" y="35"/>
                    <a:pt x="12" y="32"/>
                  </a:cubicBezTo>
                  <a:cubicBezTo>
                    <a:pt x="12" y="28"/>
                    <a:pt x="14" y="24"/>
                    <a:pt x="15" y="21"/>
                  </a:cubicBezTo>
                  <a:cubicBezTo>
                    <a:pt x="15" y="17"/>
                    <a:pt x="14" y="13"/>
                    <a:pt x="14" y="9"/>
                  </a:cubicBezTo>
                  <a:cubicBezTo>
                    <a:pt x="14" y="6"/>
                    <a:pt x="15" y="3"/>
                    <a:pt x="14" y="0"/>
                  </a:cubicBezTo>
                  <a:cubicBezTo>
                    <a:pt x="10" y="6"/>
                    <a:pt x="9" y="10"/>
                    <a:pt x="10" y="17"/>
                  </a:cubicBezTo>
                  <a:cubicBezTo>
                    <a:pt x="10" y="25"/>
                    <a:pt x="4" y="25"/>
                    <a:pt x="2" y="32"/>
                  </a:cubicBezTo>
                  <a:cubicBezTo>
                    <a:pt x="2" y="33"/>
                    <a:pt x="2" y="35"/>
                    <a:pt x="2" y="36"/>
                  </a:cubicBezTo>
                  <a:cubicBezTo>
                    <a:pt x="2" y="38"/>
                    <a:pt x="2" y="39"/>
                    <a:pt x="2" y="41"/>
                  </a:cubicBezTo>
                  <a:cubicBezTo>
                    <a:pt x="1" y="44"/>
                    <a:pt x="3" y="46"/>
                    <a:pt x="3" y="49"/>
                  </a:cubicBezTo>
                  <a:cubicBezTo>
                    <a:pt x="4" y="52"/>
                    <a:pt x="3" y="55"/>
                    <a:pt x="2" y="58"/>
                  </a:cubicBezTo>
                  <a:cubicBezTo>
                    <a:pt x="1" y="61"/>
                    <a:pt x="1" y="64"/>
                    <a:pt x="1" y="67"/>
                  </a:cubicBezTo>
                  <a:cubicBezTo>
                    <a:pt x="1" y="72"/>
                    <a:pt x="0" y="78"/>
                    <a:pt x="2" y="82"/>
                  </a:cubicBezTo>
                </a:path>
              </a:pathLst>
            </a:custGeom>
            <a:solidFill>
              <a:srgbClr val="7E39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667" name="Freeform 154">
              <a:extLst>
                <a:ext uri="{FF2B5EF4-FFF2-40B4-BE49-F238E27FC236}">
                  <a16:creationId xmlns:a16="http://schemas.microsoft.com/office/drawing/2014/main" id="{4F4081D4-6458-44A8-BF85-E8F13DE8DF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5" y="804"/>
              <a:ext cx="45" cy="203"/>
            </a:xfrm>
            <a:custGeom>
              <a:avLst/>
              <a:gdLst>
                <a:gd name="T0" fmla="*/ 0 w 28"/>
                <a:gd name="T1" fmla="*/ 322 h 126"/>
                <a:gd name="T2" fmla="*/ 55 w 28"/>
                <a:gd name="T3" fmla="*/ 255 h 126"/>
                <a:gd name="T4" fmla="*/ 55 w 28"/>
                <a:gd name="T5" fmla="*/ 213 h 126"/>
                <a:gd name="T6" fmla="*/ 47 w 28"/>
                <a:gd name="T7" fmla="*/ 177 h 126"/>
                <a:gd name="T8" fmla="*/ 55 w 28"/>
                <a:gd name="T9" fmla="*/ 89 h 126"/>
                <a:gd name="T10" fmla="*/ 47 w 28"/>
                <a:gd name="T11" fmla="*/ 0 h 126"/>
                <a:gd name="T12" fmla="*/ 76 w 28"/>
                <a:gd name="T13" fmla="*/ 42 h 126"/>
                <a:gd name="T14" fmla="*/ 82 w 28"/>
                <a:gd name="T15" fmla="*/ 90 h 126"/>
                <a:gd name="T16" fmla="*/ 95 w 28"/>
                <a:gd name="T17" fmla="*/ 118 h 126"/>
                <a:gd name="T18" fmla="*/ 101 w 28"/>
                <a:gd name="T19" fmla="*/ 145 h 126"/>
                <a:gd name="T20" fmla="*/ 103 w 28"/>
                <a:gd name="T21" fmla="*/ 177 h 126"/>
                <a:gd name="T22" fmla="*/ 101 w 28"/>
                <a:gd name="T23" fmla="*/ 205 h 126"/>
                <a:gd name="T24" fmla="*/ 109 w 28"/>
                <a:gd name="T25" fmla="*/ 226 h 126"/>
                <a:gd name="T26" fmla="*/ 103 w 28"/>
                <a:gd name="T27" fmla="*/ 255 h 126"/>
                <a:gd name="T28" fmla="*/ 116 w 28"/>
                <a:gd name="T29" fmla="*/ 276 h 126"/>
                <a:gd name="T30" fmla="*/ 109 w 28"/>
                <a:gd name="T31" fmla="*/ 296 h 126"/>
                <a:gd name="T32" fmla="*/ 103 w 28"/>
                <a:gd name="T33" fmla="*/ 335 h 126"/>
                <a:gd name="T34" fmla="*/ 109 w 28"/>
                <a:gd name="T35" fmla="*/ 351 h 126"/>
                <a:gd name="T36" fmla="*/ 111 w 28"/>
                <a:gd name="T37" fmla="*/ 369 h 126"/>
                <a:gd name="T38" fmla="*/ 90 w 28"/>
                <a:gd name="T39" fmla="*/ 438 h 126"/>
                <a:gd name="T40" fmla="*/ 63 w 28"/>
                <a:gd name="T41" fmla="*/ 527 h 126"/>
                <a:gd name="T42" fmla="*/ 34 w 28"/>
                <a:gd name="T43" fmla="*/ 377 h 12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28" h="126">
                  <a:moveTo>
                    <a:pt x="0" y="77"/>
                  </a:moveTo>
                  <a:cubicBezTo>
                    <a:pt x="6" y="77"/>
                    <a:pt x="12" y="66"/>
                    <a:pt x="13" y="61"/>
                  </a:cubicBezTo>
                  <a:cubicBezTo>
                    <a:pt x="14" y="58"/>
                    <a:pt x="14" y="54"/>
                    <a:pt x="13" y="51"/>
                  </a:cubicBezTo>
                  <a:cubicBezTo>
                    <a:pt x="12" y="48"/>
                    <a:pt x="10" y="45"/>
                    <a:pt x="11" y="42"/>
                  </a:cubicBezTo>
                  <a:cubicBezTo>
                    <a:pt x="11" y="35"/>
                    <a:pt x="13" y="28"/>
                    <a:pt x="13" y="21"/>
                  </a:cubicBezTo>
                  <a:cubicBezTo>
                    <a:pt x="14" y="14"/>
                    <a:pt x="12" y="7"/>
                    <a:pt x="11" y="0"/>
                  </a:cubicBezTo>
                  <a:cubicBezTo>
                    <a:pt x="13" y="3"/>
                    <a:pt x="16" y="6"/>
                    <a:pt x="18" y="10"/>
                  </a:cubicBezTo>
                  <a:cubicBezTo>
                    <a:pt x="21" y="14"/>
                    <a:pt x="19" y="17"/>
                    <a:pt x="20" y="22"/>
                  </a:cubicBezTo>
                  <a:cubicBezTo>
                    <a:pt x="20" y="24"/>
                    <a:pt x="22" y="26"/>
                    <a:pt x="23" y="28"/>
                  </a:cubicBezTo>
                  <a:cubicBezTo>
                    <a:pt x="24" y="30"/>
                    <a:pt x="23" y="33"/>
                    <a:pt x="24" y="35"/>
                  </a:cubicBezTo>
                  <a:cubicBezTo>
                    <a:pt x="24" y="37"/>
                    <a:pt x="26" y="39"/>
                    <a:pt x="25" y="42"/>
                  </a:cubicBezTo>
                  <a:cubicBezTo>
                    <a:pt x="25" y="44"/>
                    <a:pt x="24" y="46"/>
                    <a:pt x="24" y="49"/>
                  </a:cubicBezTo>
                  <a:cubicBezTo>
                    <a:pt x="24" y="51"/>
                    <a:pt x="25" y="52"/>
                    <a:pt x="26" y="54"/>
                  </a:cubicBezTo>
                  <a:cubicBezTo>
                    <a:pt x="27" y="57"/>
                    <a:pt x="25" y="59"/>
                    <a:pt x="25" y="61"/>
                  </a:cubicBezTo>
                  <a:cubicBezTo>
                    <a:pt x="26" y="63"/>
                    <a:pt x="27" y="64"/>
                    <a:pt x="28" y="66"/>
                  </a:cubicBezTo>
                  <a:cubicBezTo>
                    <a:pt x="28" y="67"/>
                    <a:pt x="26" y="70"/>
                    <a:pt x="26" y="71"/>
                  </a:cubicBezTo>
                  <a:cubicBezTo>
                    <a:pt x="24" y="75"/>
                    <a:pt x="24" y="76"/>
                    <a:pt x="25" y="80"/>
                  </a:cubicBezTo>
                  <a:cubicBezTo>
                    <a:pt x="26" y="82"/>
                    <a:pt x="26" y="82"/>
                    <a:pt x="26" y="84"/>
                  </a:cubicBezTo>
                  <a:cubicBezTo>
                    <a:pt x="26" y="86"/>
                    <a:pt x="26" y="87"/>
                    <a:pt x="27" y="88"/>
                  </a:cubicBezTo>
                  <a:cubicBezTo>
                    <a:pt x="28" y="94"/>
                    <a:pt x="23" y="99"/>
                    <a:pt x="22" y="105"/>
                  </a:cubicBezTo>
                  <a:cubicBezTo>
                    <a:pt x="21" y="112"/>
                    <a:pt x="19" y="119"/>
                    <a:pt x="15" y="126"/>
                  </a:cubicBezTo>
                  <a:cubicBezTo>
                    <a:pt x="14" y="113"/>
                    <a:pt x="14" y="102"/>
                    <a:pt x="8" y="90"/>
                  </a:cubicBezTo>
                </a:path>
              </a:pathLst>
            </a:custGeom>
            <a:solidFill>
              <a:srgbClr val="6B2D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668" name="Freeform 155">
              <a:extLst>
                <a:ext uri="{FF2B5EF4-FFF2-40B4-BE49-F238E27FC236}">
                  <a16:creationId xmlns:a16="http://schemas.microsoft.com/office/drawing/2014/main" id="{8A415305-DC21-44C9-8B06-0BDDD501044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7" y="743"/>
              <a:ext cx="82" cy="32"/>
            </a:xfrm>
            <a:custGeom>
              <a:avLst/>
              <a:gdLst>
                <a:gd name="T0" fmla="*/ 0 w 51"/>
                <a:gd name="T1" fmla="*/ 5 h 20"/>
                <a:gd name="T2" fmla="*/ 26 w 51"/>
                <a:gd name="T3" fmla="*/ 8 h 20"/>
                <a:gd name="T4" fmla="*/ 50 w 51"/>
                <a:gd name="T5" fmla="*/ 34 h 20"/>
                <a:gd name="T6" fmla="*/ 69 w 51"/>
                <a:gd name="T7" fmla="*/ 48 h 20"/>
                <a:gd name="T8" fmla="*/ 82 w 51"/>
                <a:gd name="T9" fmla="*/ 48 h 20"/>
                <a:gd name="T10" fmla="*/ 95 w 51"/>
                <a:gd name="T11" fmla="*/ 56 h 20"/>
                <a:gd name="T12" fmla="*/ 124 w 51"/>
                <a:gd name="T13" fmla="*/ 67 h 20"/>
                <a:gd name="T14" fmla="*/ 158 w 51"/>
                <a:gd name="T15" fmla="*/ 56 h 20"/>
                <a:gd name="T16" fmla="*/ 212 w 51"/>
                <a:gd name="T17" fmla="*/ 54 h 20"/>
                <a:gd name="T18" fmla="*/ 153 w 51"/>
                <a:gd name="T19" fmla="*/ 82 h 20"/>
                <a:gd name="T20" fmla="*/ 76 w 51"/>
                <a:gd name="T21" fmla="*/ 69 h 20"/>
                <a:gd name="T22" fmla="*/ 29 w 51"/>
                <a:gd name="T23" fmla="*/ 35 h 20"/>
                <a:gd name="T24" fmla="*/ 16 w 51"/>
                <a:gd name="T25" fmla="*/ 13 h 20"/>
                <a:gd name="T26" fmla="*/ 0 w 51"/>
                <a:gd name="T27" fmla="*/ 0 h 2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51" h="20">
                  <a:moveTo>
                    <a:pt x="0" y="1"/>
                  </a:moveTo>
                  <a:cubicBezTo>
                    <a:pt x="2" y="2"/>
                    <a:pt x="5" y="1"/>
                    <a:pt x="6" y="2"/>
                  </a:cubicBezTo>
                  <a:cubicBezTo>
                    <a:pt x="9" y="3"/>
                    <a:pt x="10" y="7"/>
                    <a:pt x="12" y="8"/>
                  </a:cubicBezTo>
                  <a:cubicBezTo>
                    <a:pt x="13" y="9"/>
                    <a:pt x="15" y="12"/>
                    <a:pt x="17" y="12"/>
                  </a:cubicBezTo>
                  <a:cubicBezTo>
                    <a:pt x="17" y="12"/>
                    <a:pt x="19" y="12"/>
                    <a:pt x="20" y="12"/>
                  </a:cubicBezTo>
                  <a:cubicBezTo>
                    <a:pt x="21" y="12"/>
                    <a:pt x="22" y="13"/>
                    <a:pt x="23" y="14"/>
                  </a:cubicBezTo>
                  <a:cubicBezTo>
                    <a:pt x="26" y="14"/>
                    <a:pt x="28" y="16"/>
                    <a:pt x="30" y="16"/>
                  </a:cubicBezTo>
                  <a:cubicBezTo>
                    <a:pt x="33" y="16"/>
                    <a:pt x="35" y="14"/>
                    <a:pt x="38" y="14"/>
                  </a:cubicBezTo>
                  <a:cubicBezTo>
                    <a:pt x="42" y="14"/>
                    <a:pt x="47" y="15"/>
                    <a:pt x="51" y="13"/>
                  </a:cubicBezTo>
                  <a:cubicBezTo>
                    <a:pt x="50" y="17"/>
                    <a:pt x="42" y="20"/>
                    <a:pt x="37" y="20"/>
                  </a:cubicBezTo>
                  <a:cubicBezTo>
                    <a:pt x="30" y="20"/>
                    <a:pt x="25" y="19"/>
                    <a:pt x="18" y="17"/>
                  </a:cubicBezTo>
                  <a:cubicBezTo>
                    <a:pt x="14" y="15"/>
                    <a:pt x="9" y="13"/>
                    <a:pt x="7" y="9"/>
                  </a:cubicBezTo>
                  <a:cubicBezTo>
                    <a:pt x="6" y="7"/>
                    <a:pt x="5" y="5"/>
                    <a:pt x="4" y="3"/>
                  </a:cubicBezTo>
                  <a:cubicBezTo>
                    <a:pt x="3" y="2"/>
                    <a:pt x="1" y="1"/>
                    <a:pt x="0" y="0"/>
                  </a:cubicBezTo>
                </a:path>
              </a:pathLst>
            </a:custGeom>
            <a:solidFill>
              <a:srgbClr val="7E39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</p:grpSp>
      <p:grpSp>
        <p:nvGrpSpPr>
          <p:cNvPr id="36866" name="adult-female-standing-front-view">
            <a:extLst>
              <a:ext uri="{FF2B5EF4-FFF2-40B4-BE49-F238E27FC236}">
                <a16:creationId xmlns:a16="http://schemas.microsoft.com/office/drawing/2014/main" id="{41DA2412-4E5E-49F1-875D-9E7C7DAA3BBB}"/>
              </a:ext>
            </a:extLst>
          </p:cNvPr>
          <p:cNvGrpSpPr>
            <a:grpSpLocks/>
          </p:cNvGrpSpPr>
          <p:nvPr/>
        </p:nvGrpSpPr>
        <p:grpSpPr bwMode="auto">
          <a:xfrm>
            <a:off x="4114800" y="1162050"/>
            <a:ext cx="1470025" cy="5265738"/>
            <a:chOff x="480" y="720"/>
            <a:chExt cx="926" cy="3317"/>
          </a:xfrm>
        </p:grpSpPr>
        <p:sp>
          <p:nvSpPr>
            <p:cNvPr id="37359" name="Freeform 157">
              <a:extLst>
                <a:ext uri="{FF2B5EF4-FFF2-40B4-BE49-F238E27FC236}">
                  <a16:creationId xmlns:a16="http://schemas.microsoft.com/office/drawing/2014/main" id="{E47CB99D-3421-4D67-996C-C589C8AE4455}"/>
                </a:ext>
              </a:extLst>
            </p:cNvPr>
            <p:cNvSpPr>
              <a:spLocks/>
            </p:cNvSpPr>
            <p:nvPr/>
          </p:nvSpPr>
          <p:spPr bwMode="auto">
            <a:xfrm>
              <a:off x="697" y="720"/>
              <a:ext cx="480" cy="401"/>
            </a:xfrm>
            <a:custGeom>
              <a:avLst/>
              <a:gdLst>
                <a:gd name="T0" fmla="*/ 478 w 296"/>
                <a:gd name="T1" fmla="*/ 50 h 249"/>
                <a:gd name="T2" fmla="*/ 379 w 296"/>
                <a:gd name="T3" fmla="*/ 37 h 249"/>
                <a:gd name="T4" fmla="*/ 350 w 296"/>
                <a:gd name="T5" fmla="*/ 63 h 249"/>
                <a:gd name="T6" fmla="*/ 204 w 296"/>
                <a:gd name="T7" fmla="*/ 171 h 249"/>
                <a:gd name="T8" fmla="*/ 102 w 296"/>
                <a:gd name="T9" fmla="*/ 251 h 249"/>
                <a:gd name="T10" fmla="*/ 110 w 296"/>
                <a:gd name="T11" fmla="*/ 306 h 249"/>
                <a:gd name="T12" fmla="*/ 39 w 296"/>
                <a:gd name="T13" fmla="*/ 425 h 249"/>
                <a:gd name="T14" fmla="*/ 55 w 296"/>
                <a:gd name="T15" fmla="*/ 493 h 249"/>
                <a:gd name="T16" fmla="*/ 39 w 296"/>
                <a:gd name="T17" fmla="*/ 602 h 249"/>
                <a:gd name="T18" fmla="*/ 76 w 296"/>
                <a:gd name="T19" fmla="*/ 643 h 249"/>
                <a:gd name="T20" fmla="*/ 128 w 296"/>
                <a:gd name="T21" fmla="*/ 747 h 249"/>
                <a:gd name="T22" fmla="*/ 136 w 296"/>
                <a:gd name="T23" fmla="*/ 820 h 249"/>
                <a:gd name="T24" fmla="*/ 174 w 296"/>
                <a:gd name="T25" fmla="*/ 868 h 249"/>
                <a:gd name="T26" fmla="*/ 240 w 296"/>
                <a:gd name="T27" fmla="*/ 905 h 249"/>
                <a:gd name="T28" fmla="*/ 289 w 296"/>
                <a:gd name="T29" fmla="*/ 965 h 249"/>
                <a:gd name="T30" fmla="*/ 365 w 296"/>
                <a:gd name="T31" fmla="*/ 969 h 249"/>
                <a:gd name="T32" fmla="*/ 508 w 296"/>
                <a:gd name="T33" fmla="*/ 1003 h 249"/>
                <a:gd name="T34" fmla="*/ 694 w 296"/>
                <a:gd name="T35" fmla="*/ 1024 h 249"/>
                <a:gd name="T36" fmla="*/ 824 w 296"/>
                <a:gd name="T37" fmla="*/ 1015 h 249"/>
                <a:gd name="T38" fmla="*/ 939 w 296"/>
                <a:gd name="T39" fmla="*/ 965 h 249"/>
                <a:gd name="T40" fmla="*/ 1020 w 296"/>
                <a:gd name="T41" fmla="*/ 936 h 249"/>
                <a:gd name="T42" fmla="*/ 1112 w 296"/>
                <a:gd name="T43" fmla="*/ 855 h 249"/>
                <a:gd name="T44" fmla="*/ 1172 w 296"/>
                <a:gd name="T45" fmla="*/ 808 h 249"/>
                <a:gd name="T46" fmla="*/ 1181 w 296"/>
                <a:gd name="T47" fmla="*/ 765 h 249"/>
                <a:gd name="T48" fmla="*/ 1236 w 296"/>
                <a:gd name="T49" fmla="*/ 638 h 249"/>
                <a:gd name="T50" fmla="*/ 1249 w 296"/>
                <a:gd name="T51" fmla="*/ 519 h 249"/>
                <a:gd name="T52" fmla="*/ 1241 w 296"/>
                <a:gd name="T53" fmla="*/ 446 h 249"/>
                <a:gd name="T54" fmla="*/ 1249 w 296"/>
                <a:gd name="T55" fmla="*/ 343 h 249"/>
                <a:gd name="T56" fmla="*/ 1202 w 296"/>
                <a:gd name="T57" fmla="*/ 301 h 249"/>
                <a:gd name="T58" fmla="*/ 1121 w 296"/>
                <a:gd name="T59" fmla="*/ 238 h 249"/>
                <a:gd name="T60" fmla="*/ 1088 w 296"/>
                <a:gd name="T61" fmla="*/ 187 h 249"/>
                <a:gd name="T62" fmla="*/ 1062 w 296"/>
                <a:gd name="T63" fmla="*/ 130 h 249"/>
                <a:gd name="T64" fmla="*/ 955 w 296"/>
                <a:gd name="T65" fmla="*/ 110 h 249"/>
                <a:gd name="T66" fmla="*/ 850 w 296"/>
                <a:gd name="T67" fmla="*/ 60 h 249"/>
                <a:gd name="T68" fmla="*/ 804 w 296"/>
                <a:gd name="T69" fmla="*/ 26 h 249"/>
                <a:gd name="T70" fmla="*/ 748 w 296"/>
                <a:gd name="T71" fmla="*/ 13 h 249"/>
                <a:gd name="T72" fmla="*/ 712 w 296"/>
                <a:gd name="T73" fmla="*/ 13 h 249"/>
                <a:gd name="T74" fmla="*/ 665 w 296"/>
                <a:gd name="T75" fmla="*/ 29 h 249"/>
                <a:gd name="T76" fmla="*/ 581 w 296"/>
                <a:gd name="T77" fmla="*/ 29 h 249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296" h="249">
                  <a:moveTo>
                    <a:pt x="138" y="8"/>
                  </a:moveTo>
                  <a:cubicBezTo>
                    <a:pt x="133" y="4"/>
                    <a:pt x="109" y="1"/>
                    <a:pt x="112" y="12"/>
                  </a:cubicBezTo>
                  <a:cubicBezTo>
                    <a:pt x="110" y="9"/>
                    <a:pt x="102" y="9"/>
                    <a:pt x="102" y="14"/>
                  </a:cubicBezTo>
                  <a:cubicBezTo>
                    <a:pt x="98" y="11"/>
                    <a:pt x="94" y="7"/>
                    <a:pt x="89" y="9"/>
                  </a:cubicBezTo>
                  <a:cubicBezTo>
                    <a:pt x="89" y="10"/>
                    <a:pt x="89" y="10"/>
                    <a:pt x="89" y="11"/>
                  </a:cubicBezTo>
                  <a:cubicBezTo>
                    <a:pt x="86" y="11"/>
                    <a:pt x="79" y="10"/>
                    <a:pt x="82" y="15"/>
                  </a:cubicBezTo>
                  <a:cubicBezTo>
                    <a:pt x="75" y="13"/>
                    <a:pt x="54" y="25"/>
                    <a:pt x="64" y="32"/>
                  </a:cubicBezTo>
                  <a:cubicBezTo>
                    <a:pt x="57" y="30"/>
                    <a:pt x="49" y="34"/>
                    <a:pt x="48" y="41"/>
                  </a:cubicBezTo>
                  <a:cubicBezTo>
                    <a:pt x="43" y="41"/>
                    <a:pt x="31" y="46"/>
                    <a:pt x="37" y="52"/>
                  </a:cubicBezTo>
                  <a:cubicBezTo>
                    <a:pt x="33" y="51"/>
                    <a:pt x="23" y="55"/>
                    <a:pt x="24" y="60"/>
                  </a:cubicBezTo>
                  <a:cubicBezTo>
                    <a:pt x="24" y="63"/>
                    <a:pt x="29" y="63"/>
                    <a:pt x="30" y="65"/>
                  </a:cubicBezTo>
                  <a:cubicBezTo>
                    <a:pt x="27" y="67"/>
                    <a:pt x="22" y="69"/>
                    <a:pt x="26" y="73"/>
                  </a:cubicBezTo>
                  <a:cubicBezTo>
                    <a:pt x="21" y="75"/>
                    <a:pt x="14" y="83"/>
                    <a:pt x="19" y="87"/>
                  </a:cubicBezTo>
                  <a:cubicBezTo>
                    <a:pt x="12" y="88"/>
                    <a:pt x="0" y="98"/>
                    <a:pt x="9" y="102"/>
                  </a:cubicBezTo>
                  <a:cubicBezTo>
                    <a:pt x="8" y="105"/>
                    <a:pt x="4" y="109"/>
                    <a:pt x="6" y="113"/>
                  </a:cubicBezTo>
                  <a:cubicBezTo>
                    <a:pt x="7" y="116"/>
                    <a:pt x="12" y="114"/>
                    <a:pt x="13" y="118"/>
                  </a:cubicBezTo>
                  <a:cubicBezTo>
                    <a:pt x="15" y="125"/>
                    <a:pt x="4" y="128"/>
                    <a:pt x="13" y="133"/>
                  </a:cubicBezTo>
                  <a:cubicBezTo>
                    <a:pt x="11" y="136"/>
                    <a:pt x="8" y="140"/>
                    <a:pt x="9" y="144"/>
                  </a:cubicBezTo>
                  <a:cubicBezTo>
                    <a:pt x="10" y="143"/>
                    <a:pt x="11" y="144"/>
                    <a:pt x="13" y="144"/>
                  </a:cubicBezTo>
                  <a:cubicBezTo>
                    <a:pt x="13" y="148"/>
                    <a:pt x="11" y="155"/>
                    <a:pt x="18" y="154"/>
                  </a:cubicBezTo>
                  <a:cubicBezTo>
                    <a:pt x="13" y="160"/>
                    <a:pt x="17" y="166"/>
                    <a:pt x="24" y="162"/>
                  </a:cubicBezTo>
                  <a:cubicBezTo>
                    <a:pt x="25" y="173"/>
                    <a:pt x="16" y="178"/>
                    <a:pt x="30" y="179"/>
                  </a:cubicBezTo>
                  <a:cubicBezTo>
                    <a:pt x="30" y="186"/>
                    <a:pt x="31" y="191"/>
                    <a:pt x="39" y="189"/>
                  </a:cubicBezTo>
                  <a:cubicBezTo>
                    <a:pt x="36" y="191"/>
                    <a:pt x="33" y="193"/>
                    <a:pt x="32" y="196"/>
                  </a:cubicBezTo>
                  <a:cubicBezTo>
                    <a:pt x="34" y="198"/>
                    <a:pt x="38" y="199"/>
                    <a:pt x="41" y="198"/>
                  </a:cubicBezTo>
                  <a:cubicBezTo>
                    <a:pt x="41" y="201"/>
                    <a:pt x="42" y="205"/>
                    <a:pt x="41" y="208"/>
                  </a:cubicBezTo>
                  <a:cubicBezTo>
                    <a:pt x="48" y="207"/>
                    <a:pt x="46" y="207"/>
                    <a:pt x="49" y="213"/>
                  </a:cubicBezTo>
                  <a:cubicBezTo>
                    <a:pt x="50" y="216"/>
                    <a:pt x="51" y="219"/>
                    <a:pt x="56" y="217"/>
                  </a:cubicBezTo>
                  <a:cubicBezTo>
                    <a:pt x="58" y="226"/>
                    <a:pt x="58" y="229"/>
                    <a:pt x="66" y="223"/>
                  </a:cubicBezTo>
                  <a:cubicBezTo>
                    <a:pt x="67" y="225"/>
                    <a:pt x="67" y="230"/>
                    <a:pt x="68" y="231"/>
                  </a:cubicBezTo>
                  <a:cubicBezTo>
                    <a:pt x="70" y="232"/>
                    <a:pt x="74" y="229"/>
                    <a:pt x="77" y="229"/>
                  </a:cubicBezTo>
                  <a:cubicBezTo>
                    <a:pt x="79" y="229"/>
                    <a:pt x="83" y="231"/>
                    <a:pt x="86" y="232"/>
                  </a:cubicBezTo>
                  <a:cubicBezTo>
                    <a:pt x="91" y="233"/>
                    <a:pt x="96" y="233"/>
                    <a:pt x="101" y="233"/>
                  </a:cubicBezTo>
                  <a:cubicBezTo>
                    <a:pt x="108" y="234"/>
                    <a:pt x="113" y="236"/>
                    <a:pt x="119" y="240"/>
                  </a:cubicBezTo>
                  <a:cubicBezTo>
                    <a:pt x="126" y="244"/>
                    <a:pt x="130" y="244"/>
                    <a:pt x="139" y="244"/>
                  </a:cubicBezTo>
                  <a:cubicBezTo>
                    <a:pt x="146" y="244"/>
                    <a:pt x="156" y="244"/>
                    <a:pt x="163" y="245"/>
                  </a:cubicBezTo>
                  <a:cubicBezTo>
                    <a:pt x="167" y="246"/>
                    <a:pt x="172" y="249"/>
                    <a:pt x="176" y="249"/>
                  </a:cubicBezTo>
                  <a:cubicBezTo>
                    <a:pt x="182" y="249"/>
                    <a:pt x="188" y="246"/>
                    <a:pt x="193" y="243"/>
                  </a:cubicBezTo>
                  <a:cubicBezTo>
                    <a:pt x="198" y="240"/>
                    <a:pt x="203" y="233"/>
                    <a:pt x="208" y="231"/>
                  </a:cubicBezTo>
                  <a:cubicBezTo>
                    <a:pt x="211" y="231"/>
                    <a:pt x="218" y="230"/>
                    <a:pt x="220" y="231"/>
                  </a:cubicBezTo>
                  <a:cubicBezTo>
                    <a:pt x="225" y="232"/>
                    <a:pt x="227" y="235"/>
                    <a:pt x="230" y="227"/>
                  </a:cubicBezTo>
                  <a:cubicBezTo>
                    <a:pt x="234" y="229"/>
                    <a:pt x="236" y="227"/>
                    <a:pt x="239" y="224"/>
                  </a:cubicBezTo>
                  <a:cubicBezTo>
                    <a:pt x="245" y="229"/>
                    <a:pt x="254" y="215"/>
                    <a:pt x="253" y="210"/>
                  </a:cubicBezTo>
                  <a:cubicBezTo>
                    <a:pt x="257" y="214"/>
                    <a:pt x="258" y="207"/>
                    <a:pt x="261" y="205"/>
                  </a:cubicBezTo>
                  <a:cubicBezTo>
                    <a:pt x="265" y="202"/>
                    <a:pt x="268" y="203"/>
                    <a:pt x="271" y="199"/>
                  </a:cubicBezTo>
                  <a:cubicBezTo>
                    <a:pt x="272" y="198"/>
                    <a:pt x="274" y="195"/>
                    <a:pt x="275" y="194"/>
                  </a:cubicBezTo>
                  <a:cubicBezTo>
                    <a:pt x="276" y="193"/>
                    <a:pt x="278" y="193"/>
                    <a:pt x="279" y="191"/>
                  </a:cubicBezTo>
                  <a:cubicBezTo>
                    <a:pt x="281" y="188"/>
                    <a:pt x="281" y="184"/>
                    <a:pt x="277" y="183"/>
                  </a:cubicBezTo>
                  <a:cubicBezTo>
                    <a:pt x="283" y="174"/>
                    <a:pt x="286" y="163"/>
                    <a:pt x="290" y="152"/>
                  </a:cubicBezTo>
                  <a:cubicBezTo>
                    <a:pt x="290" y="152"/>
                    <a:pt x="290" y="153"/>
                    <a:pt x="290" y="153"/>
                  </a:cubicBezTo>
                  <a:cubicBezTo>
                    <a:pt x="294" y="149"/>
                    <a:pt x="296" y="142"/>
                    <a:pt x="291" y="137"/>
                  </a:cubicBezTo>
                  <a:cubicBezTo>
                    <a:pt x="294" y="132"/>
                    <a:pt x="294" y="129"/>
                    <a:pt x="293" y="124"/>
                  </a:cubicBezTo>
                  <a:cubicBezTo>
                    <a:pt x="293" y="119"/>
                    <a:pt x="293" y="113"/>
                    <a:pt x="293" y="107"/>
                  </a:cubicBezTo>
                  <a:cubicBezTo>
                    <a:pt x="292" y="107"/>
                    <a:pt x="292" y="107"/>
                    <a:pt x="291" y="107"/>
                  </a:cubicBezTo>
                  <a:cubicBezTo>
                    <a:pt x="291" y="103"/>
                    <a:pt x="293" y="98"/>
                    <a:pt x="293" y="93"/>
                  </a:cubicBezTo>
                  <a:cubicBezTo>
                    <a:pt x="293" y="91"/>
                    <a:pt x="293" y="85"/>
                    <a:pt x="293" y="82"/>
                  </a:cubicBezTo>
                  <a:cubicBezTo>
                    <a:pt x="290" y="81"/>
                    <a:pt x="291" y="80"/>
                    <a:pt x="289" y="78"/>
                  </a:cubicBezTo>
                  <a:cubicBezTo>
                    <a:pt x="286" y="74"/>
                    <a:pt x="286" y="74"/>
                    <a:pt x="282" y="72"/>
                  </a:cubicBezTo>
                  <a:cubicBezTo>
                    <a:pt x="275" y="68"/>
                    <a:pt x="275" y="62"/>
                    <a:pt x="269" y="59"/>
                  </a:cubicBezTo>
                  <a:cubicBezTo>
                    <a:pt x="266" y="57"/>
                    <a:pt x="266" y="60"/>
                    <a:pt x="263" y="57"/>
                  </a:cubicBezTo>
                  <a:cubicBezTo>
                    <a:pt x="261" y="54"/>
                    <a:pt x="263" y="49"/>
                    <a:pt x="260" y="46"/>
                  </a:cubicBezTo>
                  <a:cubicBezTo>
                    <a:pt x="259" y="45"/>
                    <a:pt x="257" y="47"/>
                    <a:pt x="255" y="45"/>
                  </a:cubicBezTo>
                  <a:cubicBezTo>
                    <a:pt x="254" y="43"/>
                    <a:pt x="253" y="37"/>
                    <a:pt x="252" y="34"/>
                  </a:cubicBezTo>
                  <a:cubicBezTo>
                    <a:pt x="249" y="34"/>
                    <a:pt x="251" y="33"/>
                    <a:pt x="249" y="31"/>
                  </a:cubicBezTo>
                  <a:cubicBezTo>
                    <a:pt x="244" y="25"/>
                    <a:pt x="248" y="26"/>
                    <a:pt x="241" y="27"/>
                  </a:cubicBezTo>
                  <a:cubicBezTo>
                    <a:pt x="235" y="28"/>
                    <a:pt x="228" y="22"/>
                    <a:pt x="224" y="26"/>
                  </a:cubicBezTo>
                  <a:cubicBezTo>
                    <a:pt x="223" y="19"/>
                    <a:pt x="214" y="22"/>
                    <a:pt x="211" y="20"/>
                  </a:cubicBezTo>
                  <a:cubicBezTo>
                    <a:pt x="208" y="17"/>
                    <a:pt x="204" y="9"/>
                    <a:pt x="199" y="14"/>
                  </a:cubicBezTo>
                  <a:cubicBezTo>
                    <a:pt x="198" y="9"/>
                    <a:pt x="197" y="7"/>
                    <a:pt x="193" y="5"/>
                  </a:cubicBezTo>
                  <a:cubicBezTo>
                    <a:pt x="193" y="5"/>
                    <a:pt x="190" y="6"/>
                    <a:pt x="189" y="6"/>
                  </a:cubicBezTo>
                  <a:cubicBezTo>
                    <a:pt x="187" y="5"/>
                    <a:pt x="187" y="3"/>
                    <a:pt x="185" y="2"/>
                  </a:cubicBezTo>
                  <a:cubicBezTo>
                    <a:pt x="181" y="1"/>
                    <a:pt x="177" y="3"/>
                    <a:pt x="175" y="3"/>
                  </a:cubicBezTo>
                  <a:cubicBezTo>
                    <a:pt x="174" y="3"/>
                    <a:pt x="173" y="0"/>
                    <a:pt x="171" y="0"/>
                  </a:cubicBezTo>
                  <a:cubicBezTo>
                    <a:pt x="169" y="0"/>
                    <a:pt x="169" y="3"/>
                    <a:pt x="167" y="3"/>
                  </a:cubicBezTo>
                  <a:cubicBezTo>
                    <a:pt x="165" y="4"/>
                    <a:pt x="163" y="3"/>
                    <a:pt x="160" y="4"/>
                  </a:cubicBezTo>
                  <a:cubicBezTo>
                    <a:pt x="158" y="4"/>
                    <a:pt x="158" y="6"/>
                    <a:pt x="156" y="7"/>
                  </a:cubicBezTo>
                  <a:cubicBezTo>
                    <a:pt x="154" y="7"/>
                    <a:pt x="153" y="5"/>
                    <a:pt x="152" y="5"/>
                  </a:cubicBezTo>
                  <a:cubicBezTo>
                    <a:pt x="147" y="5"/>
                    <a:pt x="140" y="5"/>
                    <a:pt x="136" y="7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360" name="Freeform 158">
              <a:extLst>
                <a:ext uri="{FF2B5EF4-FFF2-40B4-BE49-F238E27FC236}">
                  <a16:creationId xmlns:a16="http://schemas.microsoft.com/office/drawing/2014/main" id="{772F7639-AF3F-4079-AA26-69637FCB5820}"/>
                </a:ext>
              </a:extLst>
            </p:cNvPr>
            <p:cNvSpPr>
              <a:spLocks/>
            </p:cNvSpPr>
            <p:nvPr/>
          </p:nvSpPr>
          <p:spPr bwMode="auto">
            <a:xfrm>
              <a:off x="785" y="968"/>
              <a:ext cx="37" cy="87"/>
            </a:xfrm>
            <a:custGeom>
              <a:avLst/>
              <a:gdLst>
                <a:gd name="T0" fmla="*/ 97 w 23"/>
                <a:gd name="T1" fmla="*/ 226 h 54"/>
                <a:gd name="T2" fmla="*/ 88 w 23"/>
                <a:gd name="T3" fmla="*/ 226 h 54"/>
                <a:gd name="T4" fmla="*/ 63 w 23"/>
                <a:gd name="T5" fmla="*/ 213 h 54"/>
                <a:gd name="T6" fmla="*/ 34 w 23"/>
                <a:gd name="T7" fmla="*/ 164 h 54"/>
                <a:gd name="T8" fmla="*/ 16 w 23"/>
                <a:gd name="T9" fmla="*/ 122 h 54"/>
                <a:gd name="T10" fmla="*/ 0 w 23"/>
                <a:gd name="T11" fmla="*/ 34 h 54"/>
                <a:gd name="T12" fmla="*/ 60 w 23"/>
                <a:gd name="T13" fmla="*/ 21 h 5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54">
                  <a:moveTo>
                    <a:pt x="23" y="54"/>
                  </a:moveTo>
                  <a:cubicBezTo>
                    <a:pt x="21" y="54"/>
                    <a:pt x="21" y="54"/>
                    <a:pt x="21" y="54"/>
                  </a:cubicBezTo>
                  <a:cubicBezTo>
                    <a:pt x="21" y="54"/>
                    <a:pt x="17" y="53"/>
                    <a:pt x="15" y="51"/>
                  </a:cubicBezTo>
                  <a:cubicBezTo>
                    <a:pt x="13" y="50"/>
                    <a:pt x="10" y="43"/>
                    <a:pt x="8" y="39"/>
                  </a:cubicBezTo>
                  <a:cubicBezTo>
                    <a:pt x="7" y="36"/>
                    <a:pt x="5" y="33"/>
                    <a:pt x="4" y="29"/>
                  </a:cubicBezTo>
                  <a:cubicBezTo>
                    <a:pt x="3" y="25"/>
                    <a:pt x="1" y="15"/>
                    <a:pt x="0" y="8"/>
                  </a:cubicBezTo>
                  <a:cubicBezTo>
                    <a:pt x="0" y="1"/>
                    <a:pt x="9" y="0"/>
                    <a:pt x="14" y="5"/>
                  </a:cubicBezTo>
                </a:path>
              </a:pathLst>
            </a:custGeom>
            <a:solidFill>
              <a:srgbClr val="75332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361" name="Freeform 159">
              <a:extLst>
                <a:ext uri="{FF2B5EF4-FFF2-40B4-BE49-F238E27FC236}">
                  <a16:creationId xmlns:a16="http://schemas.microsoft.com/office/drawing/2014/main" id="{664E844C-26A9-487A-8D80-01F1380BE6EA}"/>
                </a:ext>
              </a:extLst>
            </p:cNvPr>
            <p:cNvSpPr>
              <a:spLocks/>
            </p:cNvSpPr>
            <p:nvPr/>
          </p:nvSpPr>
          <p:spPr bwMode="auto">
            <a:xfrm>
              <a:off x="785" y="966"/>
              <a:ext cx="37" cy="89"/>
            </a:xfrm>
            <a:custGeom>
              <a:avLst/>
              <a:gdLst>
                <a:gd name="T0" fmla="*/ 97 w 23"/>
                <a:gd name="T1" fmla="*/ 233 h 55"/>
                <a:gd name="T2" fmla="*/ 88 w 23"/>
                <a:gd name="T3" fmla="*/ 228 h 55"/>
                <a:gd name="T4" fmla="*/ 63 w 23"/>
                <a:gd name="T5" fmla="*/ 220 h 55"/>
                <a:gd name="T6" fmla="*/ 37 w 23"/>
                <a:gd name="T7" fmla="*/ 170 h 55"/>
                <a:gd name="T8" fmla="*/ 16 w 23"/>
                <a:gd name="T9" fmla="*/ 128 h 55"/>
                <a:gd name="T10" fmla="*/ 0 w 23"/>
                <a:gd name="T11" fmla="*/ 39 h 55"/>
                <a:gd name="T12" fmla="*/ 60 w 23"/>
                <a:gd name="T13" fmla="*/ 26 h 5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55">
                  <a:moveTo>
                    <a:pt x="23" y="55"/>
                  </a:moveTo>
                  <a:cubicBezTo>
                    <a:pt x="21" y="54"/>
                    <a:pt x="21" y="54"/>
                    <a:pt x="21" y="54"/>
                  </a:cubicBezTo>
                  <a:cubicBezTo>
                    <a:pt x="21" y="54"/>
                    <a:pt x="17" y="54"/>
                    <a:pt x="15" y="52"/>
                  </a:cubicBezTo>
                  <a:cubicBezTo>
                    <a:pt x="13" y="51"/>
                    <a:pt x="10" y="44"/>
                    <a:pt x="9" y="40"/>
                  </a:cubicBezTo>
                  <a:cubicBezTo>
                    <a:pt x="7" y="37"/>
                    <a:pt x="5" y="33"/>
                    <a:pt x="4" y="30"/>
                  </a:cubicBezTo>
                  <a:cubicBezTo>
                    <a:pt x="3" y="26"/>
                    <a:pt x="1" y="15"/>
                    <a:pt x="0" y="9"/>
                  </a:cubicBezTo>
                  <a:cubicBezTo>
                    <a:pt x="0" y="2"/>
                    <a:pt x="9" y="0"/>
                    <a:pt x="14" y="6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362" name="Freeform 160">
              <a:extLst>
                <a:ext uri="{FF2B5EF4-FFF2-40B4-BE49-F238E27FC236}">
                  <a16:creationId xmlns:a16="http://schemas.microsoft.com/office/drawing/2014/main" id="{85F6BA29-5FB3-4AC9-8226-C8A4F0E9D498}"/>
                </a:ext>
              </a:extLst>
            </p:cNvPr>
            <p:cNvSpPr>
              <a:spLocks/>
            </p:cNvSpPr>
            <p:nvPr/>
          </p:nvSpPr>
          <p:spPr bwMode="auto">
            <a:xfrm>
              <a:off x="796" y="986"/>
              <a:ext cx="15" cy="46"/>
            </a:xfrm>
            <a:custGeom>
              <a:avLst/>
              <a:gdLst>
                <a:gd name="T0" fmla="*/ 28 w 9"/>
                <a:gd name="T1" fmla="*/ 21 h 29"/>
                <a:gd name="T2" fmla="*/ 5 w 9"/>
                <a:gd name="T3" fmla="*/ 8 h 29"/>
                <a:gd name="T4" fmla="*/ 8 w 9"/>
                <a:gd name="T5" fmla="*/ 40 h 29"/>
                <a:gd name="T6" fmla="*/ 42 w 9"/>
                <a:gd name="T7" fmla="*/ 100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29">
                  <a:moveTo>
                    <a:pt x="6" y="5"/>
                  </a:moveTo>
                  <a:cubicBezTo>
                    <a:pt x="6" y="3"/>
                    <a:pt x="4" y="0"/>
                    <a:pt x="1" y="2"/>
                  </a:cubicBezTo>
                  <a:cubicBezTo>
                    <a:pt x="0" y="3"/>
                    <a:pt x="2" y="9"/>
                    <a:pt x="2" y="10"/>
                  </a:cubicBezTo>
                  <a:cubicBezTo>
                    <a:pt x="2" y="13"/>
                    <a:pt x="2" y="29"/>
                    <a:pt x="9" y="25"/>
                  </a:cubicBezTo>
                </a:path>
              </a:pathLst>
            </a:custGeom>
            <a:solidFill>
              <a:srgbClr val="6B2D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363" name="Freeform 161">
              <a:extLst>
                <a:ext uri="{FF2B5EF4-FFF2-40B4-BE49-F238E27FC236}">
                  <a16:creationId xmlns:a16="http://schemas.microsoft.com/office/drawing/2014/main" id="{82F8BD21-A287-4EEB-9BC9-32277A761C65}"/>
                </a:ext>
              </a:extLst>
            </p:cNvPr>
            <p:cNvSpPr>
              <a:spLocks/>
            </p:cNvSpPr>
            <p:nvPr/>
          </p:nvSpPr>
          <p:spPr bwMode="auto">
            <a:xfrm>
              <a:off x="788" y="978"/>
              <a:ext cx="18" cy="16"/>
            </a:xfrm>
            <a:custGeom>
              <a:avLst/>
              <a:gdLst>
                <a:gd name="T0" fmla="*/ 47 w 11"/>
                <a:gd name="T1" fmla="*/ 35 h 10"/>
                <a:gd name="T2" fmla="*/ 8 w 11"/>
                <a:gd name="T3" fmla="*/ 5 h 10"/>
                <a:gd name="T4" fmla="*/ 13 w 11"/>
                <a:gd name="T5" fmla="*/ 42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0">
                  <a:moveTo>
                    <a:pt x="11" y="9"/>
                  </a:moveTo>
                  <a:cubicBezTo>
                    <a:pt x="7" y="4"/>
                    <a:pt x="4" y="0"/>
                    <a:pt x="2" y="1"/>
                  </a:cubicBezTo>
                  <a:cubicBezTo>
                    <a:pt x="0" y="2"/>
                    <a:pt x="2" y="8"/>
                    <a:pt x="3" y="1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364" name="Freeform 162">
              <a:extLst>
                <a:ext uri="{FF2B5EF4-FFF2-40B4-BE49-F238E27FC236}">
                  <a16:creationId xmlns:a16="http://schemas.microsoft.com/office/drawing/2014/main" id="{82AF307F-55A2-47E4-8CF9-9D049C46DD9E}"/>
                </a:ext>
              </a:extLst>
            </p:cNvPr>
            <p:cNvSpPr>
              <a:spLocks/>
            </p:cNvSpPr>
            <p:nvPr/>
          </p:nvSpPr>
          <p:spPr bwMode="auto">
            <a:xfrm>
              <a:off x="791" y="982"/>
              <a:ext cx="12" cy="46"/>
            </a:xfrm>
            <a:custGeom>
              <a:avLst/>
              <a:gdLst>
                <a:gd name="T0" fmla="*/ 15 w 7"/>
                <a:gd name="T1" fmla="*/ 0 h 28"/>
                <a:gd name="T2" fmla="*/ 5 w 7"/>
                <a:gd name="T3" fmla="*/ 49 h 28"/>
                <a:gd name="T4" fmla="*/ 15 w 7"/>
                <a:gd name="T5" fmla="*/ 102 h 28"/>
                <a:gd name="T6" fmla="*/ 36 w 7"/>
                <a:gd name="T7" fmla="*/ 125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28">
                  <a:moveTo>
                    <a:pt x="3" y="0"/>
                  </a:moveTo>
                  <a:cubicBezTo>
                    <a:pt x="4" y="4"/>
                    <a:pt x="0" y="4"/>
                    <a:pt x="1" y="11"/>
                  </a:cubicBezTo>
                  <a:cubicBezTo>
                    <a:pt x="1" y="18"/>
                    <a:pt x="2" y="20"/>
                    <a:pt x="3" y="23"/>
                  </a:cubicBezTo>
                  <a:cubicBezTo>
                    <a:pt x="3" y="25"/>
                    <a:pt x="5" y="25"/>
                    <a:pt x="7" y="28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365" name="Freeform 163">
              <a:extLst>
                <a:ext uri="{FF2B5EF4-FFF2-40B4-BE49-F238E27FC236}">
                  <a16:creationId xmlns:a16="http://schemas.microsoft.com/office/drawing/2014/main" id="{BBA79C4E-911B-48FD-972F-CB7B30E1BE84}"/>
                </a:ext>
              </a:extLst>
            </p:cNvPr>
            <p:cNvSpPr>
              <a:spLocks/>
            </p:cNvSpPr>
            <p:nvPr/>
          </p:nvSpPr>
          <p:spPr bwMode="auto">
            <a:xfrm>
              <a:off x="803" y="1003"/>
              <a:ext cx="9" cy="23"/>
            </a:xfrm>
            <a:custGeom>
              <a:avLst/>
              <a:gdLst>
                <a:gd name="T0" fmla="*/ 21 w 6"/>
                <a:gd name="T1" fmla="*/ 62 h 14"/>
                <a:gd name="T2" fmla="*/ 5 w 6"/>
                <a:gd name="T3" fmla="*/ 35 h 14"/>
                <a:gd name="T4" fmla="*/ 5 w 6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14">
                  <a:moveTo>
                    <a:pt x="6" y="14"/>
                  </a:moveTo>
                  <a:cubicBezTo>
                    <a:pt x="4" y="12"/>
                    <a:pt x="1" y="11"/>
                    <a:pt x="1" y="8"/>
                  </a:cubicBezTo>
                  <a:cubicBezTo>
                    <a:pt x="1" y="4"/>
                    <a:pt x="0" y="0"/>
                    <a:pt x="1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366" name="Freeform 164">
              <a:extLst>
                <a:ext uri="{FF2B5EF4-FFF2-40B4-BE49-F238E27FC236}">
                  <a16:creationId xmlns:a16="http://schemas.microsoft.com/office/drawing/2014/main" id="{267BE306-1286-4276-8296-96A006B702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4" y="968"/>
              <a:ext cx="37" cy="87"/>
            </a:xfrm>
            <a:custGeom>
              <a:avLst/>
              <a:gdLst>
                <a:gd name="T0" fmla="*/ 0 w 23"/>
                <a:gd name="T1" fmla="*/ 226 h 54"/>
                <a:gd name="T2" fmla="*/ 8 w 23"/>
                <a:gd name="T3" fmla="*/ 226 h 54"/>
                <a:gd name="T4" fmla="*/ 34 w 23"/>
                <a:gd name="T5" fmla="*/ 213 h 54"/>
                <a:gd name="T6" fmla="*/ 60 w 23"/>
                <a:gd name="T7" fmla="*/ 164 h 54"/>
                <a:gd name="T8" fmla="*/ 80 w 23"/>
                <a:gd name="T9" fmla="*/ 122 h 54"/>
                <a:gd name="T10" fmla="*/ 97 w 23"/>
                <a:gd name="T11" fmla="*/ 34 h 54"/>
                <a:gd name="T12" fmla="*/ 37 w 23"/>
                <a:gd name="T13" fmla="*/ 21 h 5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54">
                  <a:moveTo>
                    <a:pt x="0" y="54"/>
                  </a:moveTo>
                  <a:cubicBezTo>
                    <a:pt x="2" y="54"/>
                    <a:pt x="2" y="54"/>
                    <a:pt x="2" y="54"/>
                  </a:cubicBezTo>
                  <a:cubicBezTo>
                    <a:pt x="2" y="54"/>
                    <a:pt x="6" y="53"/>
                    <a:pt x="8" y="51"/>
                  </a:cubicBezTo>
                  <a:cubicBezTo>
                    <a:pt x="10" y="50"/>
                    <a:pt x="13" y="43"/>
                    <a:pt x="14" y="39"/>
                  </a:cubicBezTo>
                  <a:cubicBezTo>
                    <a:pt x="16" y="36"/>
                    <a:pt x="18" y="33"/>
                    <a:pt x="19" y="29"/>
                  </a:cubicBezTo>
                  <a:cubicBezTo>
                    <a:pt x="20" y="25"/>
                    <a:pt x="22" y="15"/>
                    <a:pt x="23" y="8"/>
                  </a:cubicBezTo>
                  <a:cubicBezTo>
                    <a:pt x="23" y="1"/>
                    <a:pt x="14" y="0"/>
                    <a:pt x="9" y="5"/>
                  </a:cubicBezTo>
                </a:path>
              </a:pathLst>
            </a:custGeom>
            <a:solidFill>
              <a:srgbClr val="75332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367" name="Freeform 165">
              <a:extLst>
                <a:ext uri="{FF2B5EF4-FFF2-40B4-BE49-F238E27FC236}">
                  <a16:creationId xmlns:a16="http://schemas.microsoft.com/office/drawing/2014/main" id="{955FCDCE-CB8D-4348-B0A6-E92F4408C2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4" y="966"/>
              <a:ext cx="37" cy="89"/>
            </a:xfrm>
            <a:custGeom>
              <a:avLst/>
              <a:gdLst>
                <a:gd name="T0" fmla="*/ 0 w 23"/>
                <a:gd name="T1" fmla="*/ 233 h 55"/>
                <a:gd name="T2" fmla="*/ 8 w 23"/>
                <a:gd name="T3" fmla="*/ 228 h 55"/>
                <a:gd name="T4" fmla="*/ 34 w 23"/>
                <a:gd name="T5" fmla="*/ 220 h 55"/>
                <a:gd name="T6" fmla="*/ 60 w 23"/>
                <a:gd name="T7" fmla="*/ 170 h 55"/>
                <a:gd name="T8" fmla="*/ 80 w 23"/>
                <a:gd name="T9" fmla="*/ 128 h 55"/>
                <a:gd name="T10" fmla="*/ 97 w 23"/>
                <a:gd name="T11" fmla="*/ 39 h 55"/>
                <a:gd name="T12" fmla="*/ 37 w 23"/>
                <a:gd name="T13" fmla="*/ 26 h 5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55">
                  <a:moveTo>
                    <a:pt x="0" y="55"/>
                  </a:moveTo>
                  <a:cubicBezTo>
                    <a:pt x="2" y="54"/>
                    <a:pt x="2" y="54"/>
                    <a:pt x="2" y="54"/>
                  </a:cubicBezTo>
                  <a:cubicBezTo>
                    <a:pt x="2" y="54"/>
                    <a:pt x="6" y="54"/>
                    <a:pt x="8" y="52"/>
                  </a:cubicBezTo>
                  <a:cubicBezTo>
                    <a:pt x="10" y="51"/>
                    <a:pt x="13" y="44"/>
                    <a:pt x="14" y="40"/>
                  </a:cubicBezTo>
                  <a:cubicBezTo>
                    <a:pt x="16" y="37"/>
                    <a:pt x="18" y="33"/>
                    <a:pt x="19" y="30"/>
                  </a:cubicBezTo>
                  <a:cubicBezTo>
                    <a:pt x="20" y="26"/>
                    <a:pt x="22" y="15"/>
                    <a:pt x="23" y="9"/>
                  </a:cubicBezTo>
                  <a:cubicBezTo>
                    <a:pt x="23" y="2"/>
                    <a:pt x="14" y="0"/>
                    <a:pt x="9" y="6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368" name="Freeform 166">
              <a:extLst>
                <a:ext uri="{FF2B5EF4-FFF2-40B4-BE49-F238E27FC236}">
                  <a16:creationId xmlns:a16="http://schemas.microsoft.com/office/drawing/2014/main" id="{4801AEAE-89AE-44C8-BB25-14DD1033D3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5" y="986"/>
              <a:ext cx="15" cy="46"/>
            </a:xfrm>
            <a:custGeom>
              <a:avLst/>
              <a:gdLst>
                <a:gd name="T0" fmla="*/ 13 w 9"/>
                <a:gd name="T1" fmla="*/ 21 h 29"/>
                <a:gd name="T2" fmla="*/ 37 w 9"/>
                <a:gd name="T3" fmla="*/ 8 h 29"/>
                <a:gd name="T4" fmla="*/ 33 w 9"/>
                <a:gd name="T5" fmla="*/ 40 h 29"/>
                <a:gd name="T6" fmla="*/ 0 w 9"/>
                <a:gd name="T7" fmla="*/ 100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29">
                  <a:moveTo>
                    <a:pt x="3" y="5"/>
                  </a:moveTo>
                  <a:cubicBezTo>
                    <a:pt x="3" y="3"/>
                    <a:pt x="5" y="0"/>
                    <a:pt x="8" y="2"/>
                  </a:cubicBezTo>
                  <a:cubicBezTo>
                    <a:pt x="9" y="3"/>
                    <a:pt x="7" y="9"/>
                    <a:pt x="7" y="10"/>
                  </a:cubicBezTo>
                  <a:cubicBezTo>
                    <a:pt x="7" y="13"/>
                    <a:pt x="7" y="29"/>
                    <a:pt x="0" y="25"/>
                  </a:cubicBezTo>
                </a:path>
              </a:pathLst>
            </a:custGeom>
            <a:solidFill>
              <a:srgbClr val="6B2D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369" name="Freeform 167">
              <a:extLst>
                <a:ext uri="{FF2B5EF4-FFF2-40B4-BE49-F238E27FC236}">
                  <a16:creationId xmlns:a16="http://schemas.microsoft.com/office/drawing/2014/main" id="{0DC21B11-1B78-482F-AE7E-F16641BB8CB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0" y="978"/>
              <a:ext cx="18" cy="16"/>
            </a:xfrm>
            <a:custGeom>
              <a:avLst/>
              <a:gdLst>
                <a:gd name="T0" fmla="*/ 0 w 11"/>
                <a:gd name="T1" fmla="*/ 35 h 10"/>
                <a:gd name="T2" fmla="*/ 41 w 11"/>
                <a:gd name="T3" fmla="*/ 5 h 10"/>
                <a:gd name="T4" fmla="*/ 34 w 11"/>
                <a:gd name="T5" fmla="*/ 42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0">
                  <a:moveTo>
                    <a:pt x="0" y="9"/>
                  </a:moveTo>
                  <a:cubicBezTo>
                    <a:pt x="3" y="4"/>
                    <a:pt x="7" y="0"/>
                    <a:pt x="9" y="1"/>
                  </a:cubicBezTo>
                  <a:cubicBezTo>
                    <a:pt x="11" y="2"/>
                    <a:pt x="9" y="8"/>
                    <a:pt x="8" y="1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370" name="Freeform 168">
              <a:extLst>
                <a:ext uri="{FF2B5EF4-FFF2-40B4-BE49-F238E27FC236}">
                  <a16:creationId xmlns:a16="http://schemas.microsoft.com/office/drawing/2014/main" id="{9CB6F8A7-0821-498C-AB39-0B2B3C94FAD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3" y="982"/>
              <a:ext cx="10" cy="46"/>
            </a:xfrm>
            <a:custGeom>
              <a:avLst/>
              <a:gdLst>
                <a:gd name="T0" fmla="*/ 20 w 6"/>
                <a:gd name="T1" fmla="*/ 0 h 28"/>
                <a:gd name="T2" fmla="*/ 28 w 6"/>
                <a:gd name="T3" fmla="*/ 49 h 28"/>
                <a:gd name="T4" fmla="*/ 20 w 6"/>
                <a:gd name="T5" fmla="*/ 102 h 28"/>
                <a:gd name="T6" fmla="*/ 0 w 6"/>
                <a:gd name="T7" fmla="*/ 125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28">
                  <a:moveTo>
                    <a:pt x="4" y="0"/>
                  </a:moveTo>
                  <a:cubicBezTo>
                    <a:pt x="3" y="4"/>
                    <a:pt x="6" y="4"/>
                    <a:pt x="6" y="11"/>
                  </a:cubicBezTo>
                  <a:cubicBezTo>
                    <a:pt x="6" y="18"/>
                    <a:pt x="5" y="20"/>
                    <a:pt x="4" y="23"/>
                  </a:cubicBezTo>
                  <a:cubicBezTo>
                    <a:pt x="4" y="25"/>
                    <a:pt x="2" y="25"/>
                    <a:pt x="0" y="28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371" name="Freeform 169">
              <a:extLst>
                <a:ext uri="{FF2B5EF4-FFF2-40B4-BE49-F238E27FC236}">
                  <a16:creationId xmlns:a16="http://schemas.microsoft.com/office/drawing/2014/main" id="{EDED2FBD-0FB2-4F6F-9D85-EBBD2B1E7AF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2" y="1003"/>
              <a:ext cx="9" cy="23"/>
            </a:xfrm>
            <a:custGeom>
              <a:avLst/>
              <a:gdLst>
                <a:gd name="T0" fmla="*/ 0 w 6"/>
                <a:gd name="T1" fmla="*/ 62 h 14"/>
                <a:gd name="T2" fmla="*/ 21 w 6"/>
                <a:gd name="T3" fmla="*/ 35 h 14"/>
                <a:gd name="T4" fmla="*/ 21 w 6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14">
                  <a:moveTo>
                    <a:pt x="0" y="14"/>
                  </a:moveTo>
                  <a:cubicBezTo>
                    <a:pt x="3" y="12"/>
                    <a:pt x="6" y="11"/>
                    <a:pt x="6" y="8"/>
                  </a:cubicBezTo>
                  <a:cubicBezTo>
                    <a:pt x="6" y="4"/>
                    <a:pt x="6" y="0"/>
                    <a:pt x="6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372" name="Freeform 170">
              <a:extLst>
                <a:ext uri="{FF2B5EF4-FFF2-40B4-BE49-F238E27FC236}">
                  <a16:creationId xmlns:a16="http://schemas.microsoft.com/office/drawing/2014/main" id="{F099A284-3801-4314-A93D-07ABC4E56B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6" y="4006"/>
              <a:ext cx="18" cy="15"/>
            </a:xfrm>
            <a:custGeom>
              <a:avLst/>
              <a:gdLst>
                <a:gd name="T0" fmla="*/ 47 w 11"/>
                <a:gd name="T1" fmla="*/ 33 h 9"/>
                <a:gd name="T2" fmla="*/ 0 w 11"/>
                <a:gd name="T3" fmla="*/ 33 h 9"/>
                <a:gd name="T4" fmla="*/ 47 w 11"/>
                <a:gd name="T5" fmla="*/ 33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9">
                  <a:moveTo>
                    <a:pt x="11" y="7"/>
                  </a:moveTo>
                  <a:cubicBezTo>
                    <a:pt x="9" y="9"/>
                    <a:pt x="3" y="9"/>
                    <a:pt x="0" y="7"/>
                  </a:cubicBezTo>
                  <a:cubicBezTo>
                    <a:pt x="2" y="0"/>
                    <a:pt x="11" y="3"/>
                    <a:pt x="11" y="7"/>
                  </a:cubicBezTo>
                  <a:close/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373" name="Freeform 171">
              <a:extLst>
                <a:ext uri="{FF2B5EF4-FFF2-40B4-BE49-F238E27FC236}">
                  <a16:creationId xmlns:a16="http://schemas.microsoft.com/office/drawing/2014/main" id="{CC823BD3-7603-4137-887B-2134989DF8E0}"/>
                </a:ext>
              </a:extLst>
            </p:cNvPr>
            <p:cNvSpPr>
              <a:spLocks/>
            </p:cNvSpPr>
            <p:nvPr/>
          </p:nvSpPr>
          <p:spPr bwMode="auto">
            <a:xfrm>
              <a:off x="795" y="799"/>
              <a:ext cx="293" cy="380"/>
            </a:xfrm>
            <a:custGeom>
              <a:avLst/>
              <a:gdLst>
                <a:gd name="T0" fmla="*/ 29 w 181"/>
                <a:gd name="T1" fmla="*/ 581 h 236"/>
                <a:gd name="T2" fmla="*/ 94 w 181"/>
                <a:gd name="T3" fmla="*/ 731 h 236"/>
                <a:gd name="T4" fmla="*/ 170 w 181"/>
                <a:gd name="T5" fmla="*/ 849 h 236"/>
                <a:gd name="T6" fmla="*/ 335 w 181"/>
                <a:gd name="T7" fmla="*/ 977 h 236"/>
                <a:gd name="T8" fmla="*/ 385 w 181"/>
                <a:gd name="T9" fmla="*/ 985 h 236"/>
                <a:gd name="T10" fmla="*/ 440 w 181"/>
                <a:gd name="T11" fmla="*/ 977 h 236"/>
                <a:gd name="T12" fmla="*/ 605 w 181"/>
                <a:gd name="T13" fmla="*/ 849 h 236"/>
                <a:gd name="T14" fmla="*/ 678 w 181"/>
                <a:gd name="T15" fmla="*/ 731 h 236"/>
                <a:gd name="T16" fmla="*/ 746 w 181"/>
                <a:gd name="T17" fmla="*/ 575 h 236"/>
                <a:gd name="T18" fmla="*/ 719 w 181"/>
                <a:gd name="T19" fmla="*/ 422 h 236"/>
                <a:gd name="T20" fmla="*/ 385 w 181"/>
                <a:gd name="T21" fmla="*/ 5 h 236"/>
                <a:gd name="T22" fmla="*/ 55 w 181"/>
                <a:gd name="T23" fmla="*/ 412 h 236"/>
                <a:gd name="T24" fmla="*/ 29 w 181"/>
                <a:gd name="T25" fmla="*/ 581 h 2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81" h="236">
                  <a:moveTo>
                    <a:pt x="7" y="139"/>
                  </a:moveTo>
                  <a:cubicBezTo>
                    <a:pt x="10" y="149"/>
                    <a:pt x="20" y="167"/>
                    <a:pt x="22" y="175"/>
                  </a:cubicBezTo>
                  <a:cubicBezTo>
                    <a:pt x="25" y="183"/>
                    <a:pt x="28" y="192"/>
                    <a:pt x="40" y="203"/>
                  </a:cubicBezTo>
                  <a:cubicBezTo>
                    <a:pt x="52" y="214"/>
                    <a:pt x="66" y="232"/>
                    <a:pt x="79" y="234"/>
                  </a:cubicBezTo>
                  <a:cubicBezTo>
                    <a:pt x="83" y="235"/>
                    <a:pt x="88" y="236"/>
                    <a:pt x="91" y="236"/>
                  </a:cubicBezTo>
                  <a:cubicBezTo>
                    <a:pt x="95" y="236"/>
                    <a:pt x="100" y="235"/>
                    <a:pt x="104" y="234"/>
                  </a:cubicBezTo>
                  <a:cubicBezTo>
                    <a:pt x="117" y="232"/>
                    <a:pt x="131" y="214"/>
                    <a:pt x="143" y="203"/>
                  </a:cubicBezTo>
                  <a:cubicBezTo>
                    <a:pt x="155" y="192"/>
                    <a:pt x="158" y="183"/>
                    <a:pt x="160" y="175"/>
                  </a:cubicBezTo>
                  <a:cubicBezTo>
                    <a:pt x="163" y="167"/>
                    <a:pt x="173" y="148"/>
                    <a:pt x="176" y="138"/>
                  </a:cubicBezTo>
                  <a:cubicBezTo>
                    <a:pt x="176" y="138"/>
                    <a:pt x="180" y="115"/>
                    <a:pt x="169" y="101"/>
                  </a:cubicBezTo>
                  <a:cubicBezTo>
                    <a:pt x="164" y="95"/>
                    <a:pt x="181" y="2"/>
                    <a:pt x="91" y="1"/>
                  </a:cubicBezTo>
                  <a:cubicBezTo>
                    <a:pt x="61" y="0"/>
                    <a:pt x="4" y="17"/>
                    <a:pt x="13" y="99"/>
                  </a:cubicBezTo>
                  <a:cubicBezTo>
                    <a:pt x="13" y="99"/>
                    <a:pt x="0" y="115"/>
                    <a:pt x="7" y="139"/>
                  </a:cubicBezTo>
                  <a:close/>
                </a:path>
              </a:pathLst>
            </a:custGeom>
            <a:solidFill>
              <a:srgbClr val="75332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374" name="Freeform 172">
              <a:extLst>
                <a:ext uri="{FF2B5EF4-FFF2-40B4-BE49-F238E27FC236}">
                  <a16:creationId xmlns:a16="http://schemas.microsoft.com/office/drawing/2014/main" id="{4F5B7A9B-3150-48EE-BC56-D9184B3E896D}"/>
                </a:ext>
              </a:extLst>
            </p:cNvPr>
            <p:cNvSpPr>
              <a:spLocks/>
            </p:cNvSpPr>
            <p:nvPr/>
          </p:nvSpPr>
          <p:spPr bwMode="auto">
            <a:xfrm>
              <a:off x="795" y="799"/>
              <a:ext cx="293" cy="380"/>
            </a:xfrm>
            <a:custGeom>
              <a:avLst/>
              <a:gdLst>
                <a:gd name="T0" fmla="*/ 29 w 181"/>
                <a:gd name="T1" fmla="*/ 581 h 236"/>
                <a:gd name="T2" fmla="*/ 94 w 181"/>
                <a:gd name="T3" fmla="*/ 731 h 236"/>
                <a:gd name="T4" fmla="*/ 170 w 181"/>
                <a:gd name="T5" fmla="*/ 849 h 236"/>
                <a:gd name="T6" fmla="*/ 335 w 181"/>
                <a:gd name="T7" fmla="*/ 977 h 236"/>
                <a:gd name="T8" fmla="*/ 385 w 181"/>
                <a:gd name="T9" fmla="*/ 985 h 236"/>
                <a:gd name="T10" fmla="*/ 440 w 181"/>
                <a:gd name="T11" fmla="*/ 977 h 236"/>
                <a:gd name="T12" fmla="*/ 605 w 181"/>
                <a:gd name="T13" fmla="*/ 849 h 236"/>
                <a:gd name="T14" fmla="*/ 678 w 181"/>
                <a:gd name="T15" fmla="*/ 731 h 236"/>
                <a:gd name="T16" fmla="*/ 746 w 181"/>
                <a:gd name="T17" fmla="*/ 575 h 236"/>
                <a:gd name="T18" fmla="*/ 719 w 181"/>
                <a:gd name="T19" fmla="*/ 422 h 236"/>
                <a:gd name="T20" fmla="*/ 385 w 181"/>
                <a:gd name="T21" fmla="*/ 5 h 236"/>
                <a:gd name="T22" fmla="*/ 55 w 181"/>
                <a:gd name="T23" fmla="*/ 412 h 236"/>
                <a:gd name="T24" fmla="*/ 29 w 181"/>
                <a:gd name="T25" fmla="*/ 581 h 2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81" h="236">
                  <a:moveTo>
                    <a:pt x="7" y="139"/>
                  </a:moveTo>
                  <a:cubicBezTo>
                    <a:pt x="10" y="149"/>
                    <a:pt x="20" y="167"/>
                    <a:pt x="22" y="175"/>
                  </a:cubicBezTo>
                  <a:cubicBezTo>
                    <a:pt x="25" y="183"/>
                    <a:pt x="28" y="192"/>
                    <a:pt x="40" y="203"/>
                  </a:cubicBezTo>
                  <a:cubicBezTo>
                    <a:pt x="52" y="214"/>
                    <a:pt x="66" y="232"/>
                    <a:pt x="79" y="234"/>
                  </a:cubicBezTo>
                  <a:cubicBezTo>
                    <a:pt x="83" y="235"/>
                    <a:pt x="88" y="236"/>
                    <a:pt x="91" y="236"/>
                  </a:cubicBezTo>
                  <a:cubicBezTo>
                    <a:pt x="95" y="236"/>
                    <a:pt x="100" y="235"/>
                    <a:pt x="104" y="234"/>
                  </a:cubicBezTo>
                  <a:cubicBezTo>
                    <a:pt x="117" y="232"/>
                    <a:pt x="131" y="214"/>
                    <a:pt x="143" y="203"/>
                  </a:cubicBezTo>
                  <a:cubicBezTo>
                    <a:pt x="155" y="192"/>
                    <a:pt x="158" y="183"/>
                    <a:pt x="160" y="175"/>
                  </a:cubicBezTo>
                  <a:cubicBezTo>
                    <a:pt x="163" y="167"/>
                    <a:pt x="173" y="148"/>
                    <a:pt x="176" y="138"/>
                  </a:cubicBezTo>
                  <a:cubicBezTo>
                    <a:pt x="176" y="138"/>
                    <a:pt x="180" y="115"/>
                    <a:pt x="169" y="101"/>
                  </a:cubicBezTo>
                  <a:cubicBezTo>
                    <a:pt x="164" y="95"/>
                    <a:pt x="181" y="2"/>
                    <a:pt x="91" y="1"/>
                  </a:cubicBezTo>
                  <a:cubicBezTo>
                    <a:pt x="61" y="0"/>
                    <a:pt x="4" y="17"/>
                    <a:pt x="13" y="99"/>
                  </a:cubicBezTo>
                  <a:cubicBezTo>
                    <a:pt x="13" y="99"/>
                    <a:pt x="0" y="115"/>
                    <a:pt x="7" y="139"/>
                  </a:cubicBezTo>
                  <a:close/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375" name="Freeform 173">
              <a:extLst>
                <a:ext uri="{FF2B5EF4-FFF2-40B4-BE49-F238E27FC236}">
                  <a16:creationId xmlns:a16="http://schemas.microsoft.com/office/drawing/2014/main" id="{80816CDD-A5F1-45C9-B3E6-EA1738257417}"/>
                </a:ext>
              </a:extLst>
            </p:cNvPr>
            <p:cNvSpPr>
              <a:spLocks/>
            </p:cNvSpPr>
            <p:nvPr/>
          </p:nvSpPr>
          <p:spPr bwMode="auto">
            <a:xfrm>
              <a:off x="845" y="955"/>
              <a:ext cx="60" cy="26"/>
            </a:xfrm>
            <a:custGeom>
              <a:avLst/>
              <a:gdLst>
                <a:gd name="T0" fmla="*/ 157 w 37"/>
                <a:gd name="T1" fmla="*/ 42 h 16"/>
                <a:gd name="T2" fmla="*/ 143 w 37"/>
                <a:gd name="T3" fmla="*/ 54 h 16"/>
                <a:gd name="T4" fmla="*/ 68 w 37"/>
                <a:gd name="T5" fmla="*/ 68 h 16"/>
                <a:gd name="T6" fmla="*/ 0 w 37"/>
                <a:gd name="T7" fmla="*/ 34 h 16"/>
                <a:gd name="T8" fmla="*/ 76 w 37"/>
                <a:gd name="T9" fmla="*/ 0 h 16"/>
                <a:gd name="T10" fmla="*/ 144 w 37"/>
                <a:gd name="T11" fmla="*/ 34 h 16"/>
                <a:gd name="T12" fmla="*/ 157 w 37"/>
                <a:gd name="T13" fmla="*/ 42 h 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7" h="16">
                  <a:moveTo>
                    <a:pt x="37" y="10"/>
                  </a:moveTo>
                  <a:cubicBezTo>
                    <a:pt x="37" y="12"/>
                    <a:pt x="35" y="12"/>
                    <a:pt x="33" y="12"/>
                  </a:cubicBezTo>
                  <a:cubicBezTo>
                    <a:pt x="31" y="12"/>
                    <a:pt x="24" y="16"/>
                    <a:pt x="16" y="16"/>
                  </a:cubicBezTo>
                  <a:cubicBezTo>
                    <a:pt x="7" y="16"/>
                    <a:pt x="1" y="8"/>
                    <a:pt x="0" y="8"/>
                  </a:cubicBezTo>
                  <a:cubicBezTo>
                    <a:pt x="1" y="6"/>
                    <a:pt x="7" y="0"/>
                    <a:pt x="18" y="0"/>
                  </a:cubicBezTo>
                  <a:cubicBezTo>
                    <a:pt x="27" y="0"/>
                    <a:pt x="30" y="5"/>
                    <a:pt x="34" y="8"/>
                  </a:cubicBezTo>
                  <a:cubicBezTo>
                    <a:pt x="36" y="8"/>
                    <a:pt x="37" y="9"/>
                    <a:pt x="37" y="10"/>
                  </a:cubicBezTo>
                </a:path>
              </a:pathLst>
            </a:custGeom>
            <a:solidFill>
              <a:srgbClr val="FCE1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376" name="Freeform 174">
              <a:extLst>
                <a:ext uri="{FF2B5EF4-FFF2-40B4-BE49-F238E27FC236}">
                  <a16:creationId xmlns:a16="http://schemas.microsoft.com/office/drawing/2014/main" id="{42AC89AD-49A7-451D-BA10-94CDCC0F01DD}"/>
                </a:ext>
              </a:extLst>
            </p:cNvPr>
            <p:cNvSpPr>
              <a:spLocks/>
            </p:cNvSpPr>
            <p:nvPr/>
          </p:nvSpPr>
          <p:spPr bwMode="auto">
            <a:xfrm>
              <a:off x="981" y="955"/>
              <a:ext cx="60" cy="26"/>
            </a:xfrm>
            <a:custGeom>
              <a:avLst/>
              <a:gdLst>
                <a:gd name="T0" fmla="*/ 0 w 37"/>
                <a:gd name="T1" fmla="*/ 42 h 16"/>
                <a:gd name="T2" fmla="*/ 16 w 37"/>
                <a:gd name="T3" fmla="*/ 54 h 16"/>
                <a:gd name="T4" fmla="*/ 89 w 37"/>
                <a:gd name="T5" fmla="*/ 68 h 16"/>
                <a:gd name="T6" fmla="*/ 157 w 37"/>
                <a:gd name="T7" fmla="*/ 34 h 16"/>
                <a:gd name="T8" fmla="*/ 81 w 37"/>
                <a:gd name="T9" fmla="*/ 0 h 16"/>
                <a:gd name="T10" fmla="*/ 13 w 37"/>
                <a:gd name="T11" fmla="*/ 34 h 16"/>
                <a:gd name="T12" fmla="*/ 0 w 37"/>
                <a:gd name="T13" fmla="*/ 42 h 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7" h="16">
                  <a:moveTo>
                    <a:pt x="0" y="10"/>
                  </a:moveTo>
                  <a:cubicBezTo>
                    <a:pt x="0" y="12"/>
                    <a:pt x="2" y="12"/>
                    <a:pt x="4" y="12"/>
                  </a:cubicBezTo>
                  <a:cubicBezTo>
                    <a:pt x="6" y="12"/>
                    <a:pt x="12" y="16"/>
                    <a:pt x="21" y="16"/>
                  </a:cubicBezTo>
                  <a:cubicBezTo>
                    <a:pt x="30" y="16"/>
                    <a:pt x="36" y="8"/>
                    <a:pt x="37" y="8"/>
                  </a:cubicBezTo>
                  <a:cubicBezTo>
                    <a:pt x="35" y="6"/>
                    <a:pt x="30" y="0"/>
                    <a:pt x="19" y="0"/>
                  </a:cubicBezTo>
                  <a:cubicBezTo>
                    <a:pt x="10" y="0"/>
                    <a:pt x="7" y="5"/>
                    <a:pt x="3" y="8"/>
                  </a:cubicBezTo>
                  <a:cubicBezTo>
                    <a:pt x="1" y="8"/>
                    <a:pt x="0" y="9"/>
                    <a:pt x="0" y="10"/>
                  </a:cubicBezTo>
                </a:path>
              </a:pathLst>
            </a:custGeom>
            <a:solidFill>
              <a:srgbClr val="FCE1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377" name="Freeform 175">
              <a:extLst>
                <a:ext uri="{FF2B5EF4-FFF2-40B4-BE49-F238E27FC236}">
                  <a16:creationId xmlns:a16="http://schemas.microsoft.com/office/drawing/2014/main" id="{AF17F009-CC71-440E-8AB8-E66DEB8F9690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" y="1113"/>
              <a:ext cx="926" cy="2924"/>
            </a:xfrm>
            <a:custGeom>
              <a:avLst/>
              <a:gdLst>
                <a:gd name="T0" fmla="*/ 2360 w 571"/>
                <a:gd name="T1" fmla="*/ 2938 h 1817"/>
                <a:gd name="T2" fmla="*/ 2256 w 571"/>
                <a:gd name="T3" fmla="*/ 1670 h 1817"/>
                <a:gd name="T4" fmla="*/ 2094 w 571"/>
                <a:gd name="T5" fmla="*/ 528 h 1817"/>
                <a:gd name="T6" fmla="*/ 1786 w 571"/>
                <a:gd name="T7" fmla="*/ 388 h 1817"/>
                <a:gd name="T8" fmla="*/ 1438 w 571"/>
                <a:gd name="T9" fmla="*/ 34 h 1817"/>
                <a:gd name="T10" fmla="*/ 1215 w 571"/>
                <a:gd name="T11" fmla="*/ 171 h 1817"/>
                <a:gd name="T12" fmla="*/ 1164 w 571"/>
                <a:gd name="T13" fmla="*/ 163 h 1817"/>
                <a:gd name="T14" fmla="*/ 783 w 571"/>
                <a:gd name="T15" fmla="*/ 357 h 1817"/>
                <a:gd name="T16" fmla="*/ 524 w 571"/>
                <a:gd name="T17" fmla="*/ 412 h 1817"/>
                <a:gd name="T18" fmla="*/ 185 w 571"/>
                <a:gd name="T19" fmla="*/ 1176 h 1817"/>
                <a:gd name="T20" fmla="*/ 73 w 571"/>
                <a:gd name="T21" fmla="*/ 2621 h 1817"/>
                <a:gd name="T22" fmla="*/ 8 w 571"/>
                <a:gd name="T23" fmla="*/ 3626 h 1817"/>
                <a:gd name="T24" fmla="*/ 102 w 571"/>
                <a:gd name="T25" fmla="*/ 3846 h 1817"/>
                <a:gd name="T26" fmla="*/ 295 w 571"/>
                <a:gd name="T27" fmla="*/ 3880 h 1817"/>
                <a:gd name="T28" fmla="*/ 321 w 571"/>
                <a:gd name="T29" fmla="*/ 3809 h 1817"/>
                <a:gd name="T30" fmla="*/ 274 w 571"/>
                <a:gd name="T31" fmla="*/ 3317 h 1817"/>
                <a:gd name="T32" fmla="*/ 542 w 571"/>
                <a:gd name="T33" fmla="*/ 1587 h 1817"/>
                <a:gd name="T34" fmla="*/ 589 w 571"/>
                <a:gd name="T35" fmla="*/ 2279 h 1817"/>
                <a:gd name="T36" fmla="*/ 465 w 571"/>
                <a:gd name="T37" fmla="*/ 4112 h 1817"/>
                <a:gd name="T38" fmla="*/ 715 w 571"/>
                <a:gd name="T39" fmla="*/ 6218 h 1817"/>
                <a:gd name="T40" fmla="*/ 845 w 571"/>
                <a:gd name="T41" fmla="*/ 7205 h 1817"/>
                <a:gd name="T42" fmla="*/ 769 w 571"/>
                <a:gd name="T43" fmla="*/ 7523 h 1817"/>
                <a:gd name="T44" fmla="*/ 1138 w 571"/>
                <a:gd name="T45" fmla="*/ 7525 h 1817"/>
                <a:gd name="T46" fmla="*/ 1200 w 571"/>
                <a:gd name="T47" fmla="*/ 7140 h 1817"/>
                <a:gd name="T48" fmla="*/ 1112 w 571"/>
                <a:gd name="T49" fmla="*/ 6596 h 1817"/>
                <a:gd name="T50" fmla="*/ 1173 w 571"/>
                <a:gd name="T51" fmla="*/ 4709 h 1817"/>
                <a:gd name="T52" fmla="*/ 1173 w 571"/>
                <a:gd name="T53" fmla="*/ 3350 h 1817"/>
                <a:gd name="T54" fmla="*/ 1268 w 571"/>
                <a:gd name="T55" fmla="*/ 3346 h 1817"/>
                <a:gd name="T56" fmla="*/ 1262 w 571"/>
                <a:gd name="T57" fmla="*/ 4709 h 1817"/>
                <a:gd name="T58" fmla="*/ 1317 w 571"/>
                <a:gd name="T59" fmla="*/ 6596 h 1817"/>
                <a:gd name="T60" fmla="*/ 1236 w 571"/>
                <a:gd name="T61" fmla="*/ 7140 h 1817"/>
                <a:gd name="T62" fmla="*/ 1297 w 571"/>
                <a:gd name="T63" fmla="*/ 7525 h 1817"/>
                <a:gd name="T64" fmla="*/ 1667 w 571"/>
                <a:gd name="T65" fmla="*/ 7523 h 1817"/>
                <a:gd name="T66" fmla="*/ 1591 w 571"/>
                <a:gd name="T67" fmla="*/ 7205 h 1817"/>
                <a:gd name="T68" fmla="*/ 1721 w 571"/>
                <a:gd name="T69" fmla="*/ 6218 h 1817"/>
                <a:gd name="T70" fmla="*/ 1957 w 571"/>
                <a:gd name="T71" fmla="*/ 4153 h 1817"/>
                <a:gd name="T72" fmla="*/ 1833 w 571"/>
                <a:gd name="T73" fmla="*/ 2296 h 1817"/>
                <a:gd name="T74" fmla="*/ 1894 w 571"/>
                <a:gd name="T75" fmla="*/ 1585 h 1817"/>
                <a:gd name="T76" fmla="*/ 2162 w 571"/>
                <a:gd name="T77" fmla="*/ 3317 h 1817"/>
                <a:gd name="T78" fmla="*/ 2115 w 571"/>
                <a:gd name="T79" fmla="*/ 3809 h 1817"/>
                <a:gd name="T80" fmla="*/ 2141 w 571"/>
                <a:gd name="T81" fmla="*/ 3880 h 1817"/>
                <a:gd name="T82" fmla="*/ 2332 w 571"/>
                <a:gd name="T83" fmla="*/ 3846 h 1817"/>
                <a:gd name="T84" fmla="*/ 2428 w 571"/>
                <a:gd name="T85" fmla="*/ 3626 h 1817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571" h="1817">
                  <a:moveTo>
                    <a:pt x="569" y="870"/>
                  </a:moveTo>
                  <a:cubicBezTo>
                    <a:pt x="567" y="866"/>
                    <a:pt x="563" y="834"/>
                    <a:pt x="558" y="815"/>
                  </a:cubicBezTo>
                  <a:cubicBezTo>
                    <a:pt x="554" y="800"/>
                    <a:pt x="550" y="735"/>
                    <a:pt x="553" y="705"/>
                  </a:cubicBezTo>
                  <a:cubicBezTo>
                    <a:pt x="554" y="681"/>
                    <a:pt x="553" y="644"/>
                    <a:pt x="554" y="629"/>
                  </a:cubicBezTo>
                  <a:cubicBezTo>
                    <a:pt x="554" y="539"/>
                    <a:pt x="540" y="494"/>
                    <a:pt x="537" y="477"/>
                  </a:cubicBezTo>
                  <a:cubicBezTo>
                    <a:pt x="533" y="461"/>
                    <a:pt x="529" y="437"/>
                    <a:pt x="529" y="401"/>
                  </a:cubicBezTo>
                  <a:cubicBezTo>
                    <a:pt x="529" y="366"/>
                    <a:pt x="531" y="316"/>
                    <a:pt x="528" y="282"/>
                  </a:cubicBezTo>
                  <a:cubicBezTo>
                    <a:pt x="526" y="262"/>
                    <a:pt x="523" y="232"/>
                    <a:pt x="518" y="205"/>
                  </a:cubicBezTo>
                  <a:cubicBezTo>
                    <a:pt x="514" y="179"/>
                    <a:pt x="503" y="139"/>
                    <a:pt x="491" y="127"/>
                  </a:cubicBezTo>
                  <a:cubicBezTo>
                    <a:pt x="480" y="115"/>
                    <a:pt x="465" y="105"/>
                    <a:pt x="448" y="99"/>
                  </a:cubicBezTo>
                  <a:cubicBezTo>
                    <a:pt x="444" y="98"/>
                    <a:pt x="439" y="95"/>
                    <a:pt x="435" y="94"/>
                  </a:cubicBezTo>
                  <a:cubicBezTo>
                    <a:pt x="429" y="93"/>
                    <a:pt x="424" y="94"/>
                    <a:pt x="419" y="93"/>
                  </a:cubicBezTo>
                  <a:cubicBezTo>
                    <a:pt x="406" y="91"/>
                    <a:pt x="396" y="89"/>
                    <a:pt x="387" y="86"/>
                  </a:cubicBezTo>
                  <a:cubicBezTo>
                    <a:pt x="365" y="79"/>
                    <a:pt x="345" y="77"/>
                    <a:pt x="345" y="0"/>
                  </a:cubicBezTo>
                  <a:cubicBezTo>
                    <a:pt x="343" y="2"/>
                    <a:pt x="340" y="5"/>
                    <a:pt x="337" y="8"/>
                  </a:cubicBezTo>
                  <a:cubicBezTo>
                    <a:pt x="325" y="19"/>
                    <a:pt x="311" y="37"/>
                    <a:pt x="298" y="39"/>
                  </a:cubicBezTo>
                  <a:cubicBezTo>
                    <a:pt x="294" y="40"/>
                    <a:pt x="289" y="41"/>
                    <a:pt x="285" y="41"/>
                  </a:cubicBezTo>
                  <a:cubicBezTo>
                    <a:pt x="285" y="41"/>
                    <a:pt x="285" y="41"/>
                    <a:pt x="285" y="41"/>
                  </a:cubicBezTo>
                  <a:cubicBezTo>
                    <a:pt x="285" y="41"/>
                    <a:pt x="285" y="41"/>
                    <a:pt x="285" y="41"/>
                  </a:cubicBezTo>
                  <a:cubicBezTo>
                    <a:pt x="285" y="41"/>
                    <a:pt x="285" y="41"/>
                    <a:pt x="285" y="41"/>
                  </a:cubicBezTo>
                  <a:cubicBezTo>
                    <a:pt x="282" y="41"/>
                    <a:pt x="277" y="40"/>
                    <a:pt x="273" y="39"/>
                  </a:cubicBezTo>
                  <a:cubicBezTo>
                    <a:pt x="260" y="37"/>
                    <a:pt x="246" y="19"/>
                    <a:pt x="234" y="8"/>
                  </a:cubicBezTo>
                  <a:cubicBezTo>
                    <a:pt x="231" y="5"/>
                    <a:pt x="228" y="3"/>
                    <a:pt x="226" y="0"/>
                  </a:cubicBezTo>
                  <a:cubicBezTo>
                    <a:pt x="226" y="77"/>
                    <a:pt x="206" y="79"/>
                    <a:pt x="184" y="86"/>
                  </a:cubicBezTo>
                  <a:cubicBezTo>
                    <a:pt x="175" y="89"/>
                    <a:pt x="164" y="91"/>
                    <a:pt x="152" y="93"/>
                  </a:cubicBezTo>
                  <a:cubicBezTo>
                    <a:pt x="147" y="94"/>
                    <a:pt x="142" y="93"/>
                    <a:pt x="136" y="94"/>
                  </a:cubicBezTo>
                  <a:cubicBezTo>
                    <a:pt x="132" y="95"/>
                    <a:pt x="127" y="98"/>
                    <a:pt x="123" y="99"/>
                  </a:cubicBezTo>
                  <a:cubicBezTo>
                    <a:pt x="106" y="105"/>
                    <a:pt x="91" y="115"/>
                    <a:pt x="79" y="127"/>
                  </a:cubicBezTo>
                  <a:cubicBezTo>
                    <a:pt x="68" y="139"/>
                    <a:pt x="56" y="179"/>
                    <a:pt x="53" y="205"/>
                  </a:cubicBezTo>
                  <a:cubicBezTo>
                    <a:pt x="48" y="232"/>
                    <a:pt x="45" y="262"/>
                    <a:pt x="43" y="282"/>
                  </a:cubicBezTo>
                  <a:cubicBezTo>
                    <a:pt x="40" y="316"/>
                    <a:pt x="42" y="366"/>
                    <a:pt x="42" y="401"/>
                  </a:cubicBezTo>
                  <a:cubicBezTo>
                    <a:pt x="42" y="437"/>
                    <a:pt x="38" y="461"/>
                    <a:pt x="34" y="477"/>
                  </a:cubicBezTo>
                  <a:cubicBezTo>
                    <a:pt x="31" y="494"/>
                    <a:pt x="16" y="539"/>
                    <a:pt x="17" y="629"/>
                  </a:cubicBezTo>
                  <a:cubicBezTo>
                    <a:pt x="18" y="644"/>
                    <a:pt x="17" y="681"/>
                    <a:pt x="18" y="705"/>
                  </a:cubicBezTo>
                  <a:cubicBezTo>
                    <a:pt x="21" y="735"/>
                    <a:pt x="17" y="800"/>
                    <a:pt x="13" y="815"/>
                  </a:cubicBezTo>
                  <a:cubicBezTo>
                    <a:pt x="8" y="834"/>
                    <a:pt x="4" y="866"/>
                    <a:pt x="2" y="870"/>
                  </a:cubicBezTo>
                  <a:cubicBezTo>
                    <a:pt x="0" y="874"/>
                    <a:pt x="4" y="880"/>
                    <a:pt x="6" y="885"/>
                  </a:cubicBezTo>
                  <a:cubicBezTo>
                    <a:pt x="9" y="890"/>
                    <a:pt x="8" y="894"/>
                    <a:pt x="11" y="901"/>
                  </a:cubicBezTo>
                  <a:cubicBezTo>
                    <a:pt x="13" y="906"/>
                    <a:pt x="21" y="917"/>
                    <a:pt x="24" y="923"/>
                  </a:cubicBezTo>
                  <a:cubicBezTo>
                    <a:pt x="28" y="929"/>
                    <a:pt x="42" y="936"/>
                    <a:pt x="54" y="940"/>
                  </a:cubicBezTo>
                  <a:cubicBezTo>
                    <a:pt x="61" y="943"/>
                    <a:pt x="76" y="951"/>
                    <a:pt x="77" y="948"/>
                  </a:cubicBezTo>
                  <a:cubicBezTo>
                    <a:pt x="80" y="940"/>
                    <a:pt x="75" y="935"/>
                    <a:pt x="69" y="931"/>
                  </a:cubicBezTo>
                  <a:cubicBezTo>
                    <a:pt x="66" y="929"/>
                    <a:pt x="76" y="936"/>
                    <a:pt x="78" y="929"/>
                  </a:cubicBezTo>
                  <a:cubicBezTo>
                    <a:pt x="79" y="927"/>
                    <a:pt x="79" y="926"/>
                    <a:pt x="77" y="922"/>
                  </a:cubicBezTo>
                  <a:cubicBezTo>
                    <a:pt x="79" y="918"/>
                    <a:pt x="78" y="918"/>
                    <a:pt x="75" y="914"/>
                  </a:cubicBezTo>
                  <a:cubicBezTo>
                    <a:pt x="80" y="912"/>
                    <a:pt x="76" y="889"/>
                    <a:pt x="74" y="878"/>
                  </a:cubicBezTo>
                  <a:cubicBezTo>
                    <a:pt x="75" y="870"/>
                    <a:pt x="75" y="843"/>
                    <a:pt x="69" y="825"/>
                  </a:cubicBezTo>
                  <a:cubicBezTo>
                    <a:pt x="65" y="814"/>
                    <a:pt x="63" y="803"/>
                    <a:pt x="64" y="796"/>
                  </a:cubicBezTo>
                  <a:cubicBezTo>
                    <a:pt x="60" y="780"/>
                    <a:pt x="79" y="662"/>
                    <a:pt x="90" y="629"/>
                  </a:cubicBezTo>
                  <a:cubicBezTo>
                    <a:pt x="110" y="560"/>
                    <a:pt x="104" y="499"/>
                    <a:pt x="106" y="487"/>
                  </a:cubicBezTo>
                  <a:cubicBezTo>
                    <a:pt x="108" y="474"/>
                    <a:pt x="122" y="410"/>
                    <a:pt x="127" y="381"/>
                  </a:cubicBezTo>
                  <a:cubicBezTo>
                    <a:pt x="127" y="381"/>
                    <a:pt x="127" y="381"/>
                    <a:pt x="127" y="381"/>
                  </a:cubicBezTo>
                  <a:cubicBezTo>
                    <a:pt x="128" y="393"/>
                    <a:pt x="138" y="442"/>
                    <a:pt x="141" y="484"/>
                  </a:cubicBezTo>
                  <a:cubicBezTo>
                    <a:pt x="142" y="509"/>
                    <a:pt x="157" y="516"/>
                    <a:pt x="138" y="547"/>
                  </a:cubicBezTo>
                  <a:cubicBezTo>
                    <a:pt x="126" y="567"/>
                    <a:pt x="112" y="629"/>
                    <a:pt x="102" y="685"/>
                  </a:cubicBezTo>
                  <a:cubicBezTo>
                    <a:pt x="93" y="729"/>
                    <a:pt x="95" y="764"/>
                    <a:pt x="95" y="852"/>
                  </a:cubicBezTo>
                  <a:cubicBezTo>
                    <a:pt x="95" y="908"/>
                    <a:pt x="101" y="919"/>
                    <a:pt x="109" y="987"/>
                  </a:cubicBezTo>
                  <a:cubicBezTo>
                    <a:pt x="116" y="1044"/>
                    <a:pt x="145" y="1134"/>
                    <a:pt x="152" y="1175"/>
                  </a:cubicBezTo>
                  <a:cubicBezTo>
                    <a:pt x="159" y="1216"/>
                    <a:pt x="162" y="1237"/>
                    <a:pt x="164" y="1264"/>
                  </a:cubicBezTo>
                  <a:cubicBezTo>
                    <a:pt x="166" y="1291"/>
                    <a:pt x="148" y="1418"/>
                    <a:pt x="168" y="1492"/>
                  </a:cubicBezTo>
                  <a:cubicBezTo>
                    <a:pt x="187" y="1565"/>
                    <a:pt x="196" y="1612"/>
                    <a:pt x="200" y="1630"/>
                  </a:cubicBezTo>
                  <a:cubicBezTo>
                    <a:pt x="208" y="1669"/>
                    <a:pt x="201" y="1673"/>
                    <a:pt x="204" y="1693"/>
                  </a:cubicBezTo>
                  <a:cubicBezTo>
                    <a:pt x="208" y="1713"/>
                    <a:pt x="208" y="1710"/>
                    <a:pt x="198" y="1729"/>
                  </a:cubicBezTo>
                  <a:cubicBezTo>
                    <a:pt x="189" y="1742"/>
                    <a:pt x="174" y="1769"/>
                    <a:pt x="170" y="1775"/>
                  </a:cubicBezTo>
                  <a:cubicBezTo>
                    <a:pt x="165" y="1781"/>
                    <a:pt x="167" y="1787"/>
                    <a:pt x="170" y="1791"/>
                  </a:cubicBezTo>
                  <a:cubicBezTo>
                    <a:pt x="166" y="1800"/>
                    <a:pt x="177" y="1805"/>
                    <a:pt x="180" y="1805"/>
                  </a:cubicBezTo>
                  <a:cubicBezTo>
                    <a:pt x="179" y="1816"/>
                    <a:pt x="199" y="1815"/>
                    <a:pt x="204" y="1810"/>
                  </a:cubicBezTo>
                  <a:cubicBezTo>
                    <a:pt x="209" y="1816"/>
                    <a:pt x="224" y="1816"/>
                    <a:pt x="230" y="1809"/>
                  </a:cubicBezTo>
                  <a:cubicBezTo>
                    <a:pt x="240" y="1817"/>
                    <a:pt x="257" y="1817"/>
                    <a:pt x="267" y="1806"/>
                  </a:cubicBezTo>
                  <a:cubicBezTo>
                    <a:pt x="278" y="1795"/>
                    <a:pt x="279" y="1785"/>
                    <a:pt x="278" y="1774"/>
                  </a:cubicBezTo>
                  <a:cubicBezTo>
                    <a:pt x="277" y="1763"/>
                    <a:pt x="279" y="1760"/>
                    <a:pt x="282" y="1746"/>
                  </a:cubicBezTo>
                  <a:cubicBezTo>
                    <a:pt x="284" y="1733"/>
                    <a:pt x="286" y="1723"/>
                    <a:pt x="281" y="1713"/>
                  </a:cubicBezTo>
                  <a:cubicBezTo>
                    <a:pt x="276" y="1704"/>
                    <a:pt x="276" y="1700"/>
                    <a:pt x="276" y="1690"/>
                  </a:cubicBezTo>
                  <a:cubicBezTo>
                    <a:pt x="276" y="1680"/>
                    <a:pt x="279" y="1666"/>
                    <a:pt x="273" y="1654"/>
                  </a:cubicBezTo>
                  <a:cubicBezTo>
                    <a:pt x="267" y="1642"/>
                    <a:pt x="260" y="1614"/>
                    <a:pt x="261" y="1583"/>
                  </a:cubicBezTo>
                  <a:cubicBezTo>
                    <a:pt x="263" y="1552"/>
                    <a:pt x="285" y="1378"/>
                    <a:pt x="276" y="1318"/>
                  </a:cubicBezTo>
                  <a:cubicBezTo>
                    <a:pt x="266" y="1258"/>
                    <a:pt x="270" y="1246"/>
                    <a:pt x="272" y="1226"/>
                  </a:cubicBezTo>
                  <a:cubicBezTo>
                    <a:pt x="275" y="1206"/>
                    <a:pt x="281" y="1173"/>
                    <a:pt x="275" y="1130"/>
                  </a:cubicBezTo>
                  <a:cubicBezTo>
                    <a:pt x="273" y="1113"/>
                    <a:pt x="274" y="1044"/>
                    <a:pt x="274" y="974"/>
                  </a:cubicBezTo>
                  <a:cubicBezTo>
                    <a:pt x="275" y="928"/>
                    <a:pt x="287" y="817"/>
                    <a:pt x="275" y="805"/>
                  </a:cubicBezTo>
                  <a:cubicBezTo>
                    <a:pt x="275" y="804"/>
                    <a:pt x="275" y="804"/>
                    <a:pt x="275" y="804"/>
                  </a:cubicBezTo>
                  <a:cubicBezTo>
                    <a:pt x="278" y="805"/>
                    <a:pt x="282" y="806"/>
                    <a:pt x="284" y="806"/>
                  </a:cubicBezTo>
                  <a:cubicBezTo>
                    <a:pt x="285" y="806"/>
                    <a:pt x="285" y="806"/>
                    <a:pt x="285" y="806"/>
                  </a:cubicBezTo>
                  <a:cubicBezTo>
                    <a:pt x="289" y="806"/>
                    <a:pt x="293" y="805"/>
                    <a:pt x="297" y="803"/>
                  </a:cubicBezTo>
                  <a:cubicBezTo>
                    <a:pt x="296" y="805"/>
                    <a:pt x="296" y="805"/>
                    <a:pt x="296" y="805"/>
                  </a:cubicBezTo>
                  <a:cubicBezTo>
                    <a:pt x="284" y="817"/>
                    <a:pt x="296" y="928"/>
                    <a:pt x="297" y="974"/>
                  </a:cubicBezTo>
                  <a:cubicBezTo>
                    <a:pt x="297" y="1044"/>
                    <a:pt x="298" y="1113"/>
                    <a:pt x="296" y="1130"/>
                  </a:cubicBezTo>
                  <a:cubicBezTo>
                    <a:pt x="290" y="1173"/>
                    <a:pt x="296" y="1206"/>
                    <a:pt x="299" y="1226"/>
                  </a:cubicBezTo>
                  <a:cubicBezTo>
                    <a:pt x="301" y="1246"/>
                    <a:pt x="305" y="1258"/>
                    <a:pt x="295" y="1318"/>
                  </a:cubicBezTo>
                  <a:cubicBezTo>
                    <a:pt x="286" y="1378"/>
                    <a:pt x="308" y="1552"/>
                    <a:pt x="309" y="1583"/>
                  </a:cubicBezTo>
                  <a:cubicBezTo>
                    <a:pt x="311" y="1614"/>
                    <a:pt x="304" y="1642"/>
                    <a:pt x="298" y="1654"/>
                  </a:cubicBezTo>
                  <a:cubicBezTo>
                    <a:pt x="292" y="1666"/>
                    <a:pt x="295" y="1680"/>
                    <a:pt x="295" y="1690"/>
                  </a:cubicBezTo>
                  <a:cubicBezTo>
                    <a:pt x="295" y="1700"/>
                    <a:pt x="295" y="1704"/>
                    <a:pt x="290" y="1713"/>
                  </a:cubicBezTo>
                  <a:cubicBezTo>
                    <a:pt x="285" y="1723"/>
                    <a:pt x="287" y="1733"/>
                    <a:pt x="289" y="1746"/>
                  </a:cubicBezTo>
                  <a:cubicBezTo>
                    <a:pt x="292" y="1760"/>
                    <a:pt x="294" y="1763"/>
                    <a:pt x="293" y="1774"/>
                  </a:cubicBezTo>
                  <a:cubicBezTo>
                    <a:pt x="292" y="1785"/>
                    <a:pt x="293" y="1795"/>
                    <a:pt x="304" y="1806"/>
                  </a:cubicBezTo>
                  <a:cubicBezTo>
                    <a:pt x="314" y="1817"/>
                    <a:pt x="331" y="1817"/>
                    <a:pt x="341" y="1809"/>
                  </a:cubicBezTo>
                  <a:cubicBezTo>
                    <a:pt x="347" y="1816"/>
                    <a:pt x="362" y="1816"/>
                    <a:pt x="367" y="1810"/>
                  </a:cubicBezTo>
                  <a:cubicBezTo>
                    <a:pt x="372" y="1815"/>
                    <a:pt x="392" y="1816"/>
                    <a:pt x="391" y="1805"/>
                  </a:cubicBezTo>
                  <a:cubicBezTo>
                    <a:pt x="394" y="1805"/>
                    <a:pt x="405" y="1800"/>
                    <a:pt x="401" y="1791"/>
                  </a:cubicBezTo>
                  <a:cubicBezTo>
                    <a:pt x="404" y="1787"/>
                    <a:pt x="406" y="1781"/>
                    <a:pt x="401" y="1775"/>
                  </a:cubicBezTo>
                  <a:cubicBezTo>
                    <a:pt x="397" y="1769"/>
                    <a:pt x="382" y="1742"/>
                    <a:pt x="373" y="1729"/>
                  </a:cubicBezTo>
                  <a:cubicBezTo>
                    <a:pt x="363" y="1710"/>
                    <a:pt x="363" y="1713"/>
                    <a:pt x="367" y="1693"/>
                  </a:cubicBezTo>
                  <a:cubicBezTo>
                    <a:pt x="370" y="1673"/>
                    <a:pt x="363" y="1669"/>
                    <a:pt x="371" y="1630"/>
                  </a:cubicBezTo>
                  <a:cubicBezTo>
                    <a:pt x="375" y="1612"/>
                    <a:pt x="384" y="1565"/>
                    <a:pt x="403" y="1492"/>
                  </a:cubicBezTo>
                  <a:cubicBezTo>
                    <a:pt x="423" y="1418"/>
                    <a:pt x="405" y="1291"/>
                    <a:pt x="407" y="1264"/>
                  </a:cubicBezTo>
                  <a:cubicBezTo>
                    <a:pt x="409" y="1237"/>
                    <a:pt x="412" y="1216"/>
                    <a:pt x="419" y="1175"/>
                  </a:cubicBezTo>
                  <a:cubicBezTo>
                    <a:pt x="426" y="1134"/>
                    <a:pt x="452" y="1054"/>
                    <a:pt x="459" y="997"/>
                  </a:cubicBezTo>
                  <a:cubicBezTo>
                    <a:pt x="468" y="932"/>
                    <a:pt x="473" y="911"/>
                    <a:pt x="475" y="854"/>
                  </a:cubicBezTo>
                  <a:cubicBezTo>
                    <a:pt x="478" y="773"/>
                    <a:pt x="478" y="729"/>
                    <a:pt x="469" y="685"/>
                  </a:cubicBezTo>
                  <a:cubicBezTo>
                    <a:pt x="459" y="629"/>
                    <a:pt x="442" y="571"/>
                    <a:pt x="430" y="551"/>
                  </a:cubicBezTo>
                  <a:cubicBezTo>
                    <a:pt x="410" y="518"/>
                    <a:pt x="431" y="488"/>
                    <a:pt x="432" y="463"/>
                  </a:cubicBezTo>
                  <a:cubicBezTo>
                    <a:pt x="433" y="444"/>
                    <a:pt x="442" y="415"/>
                    <a:pt x="444" y="380"/>
                  </a:cubicBezTo>
                  <a:cubicBezTo>
                    <a:pt x="444" y="380"/>
                    <a:pt x="444" y="380"/>
                    <a:pt x="444" y="380"/>
                  </a:cubicBezTo>
                  <a:cubicBezTo>
                    <a:pt x="448" y="409"/>
                    <a:pt x="463" y="474"/>
                    <a:pt x="465" y="487"/>
                  </a:cubicBezTo>
                  <a:cubicBezTo>
                    <a:pt x="467" y="499"/>
                    <a:pt x="461" y="560"/>
                    <a:pt x="481" y="629"/>
                  </a:cubicBezTo>
                  <a:cubicBezTo>
                    <a:pt x="492" y="662"/>
                    <a:pt x="511" y="780"/>
                    <a:pt x="507" y="796"/>
                  </a:cubicBezTo>
                  <a:cubicBezTo>
                    <a:pt x="508" y="803"/>
                    <a:pt x="506" y="814"/>
                    <a:pt x="502" y="825"/>
                  </a:cubicBezTo>
                  <a:cubicBezTo>
                    <a:pt x="496" y="843"/>
                    <a:pt x="496" y="870"/>
                    <a:pt x="497" y="878"/>
                  </a:cubicBezTo>
                  <a:cubicBezTo>
                    <a:pt x="495" y="889"/>
                    <a:pt x="491" y="912"/>
                    <a:pt x="496" y="914"/>
                  </a:cubicBezTo>
                  <a:cubicBezTo>
                    <a:pt x="493" y="918"/>
                    <a:pt x="492" y="918"/>
                    <a:pt x="494" y="922"/>
                  </a:cubicBezTo>
                  <a:cubicBezTo>
                    <a:pt x="492" y="926"/>
                    <a:pt x="492" y="927"/>
                    <a:pt x="493" y="929"/>
                  </a:cubicBezTo>
                  <a:cubicBezTo>
                    <a:pt x="495" y="936"/>
                    <a:pt x="505" y="929"/>
                    <a:pt x="502" y="931"/>
                  </a:cubicBezTo>
                  <a:cubicBezTo>
                    <a:pt x="496" y="935"/>
                    <a:pt x="491" y="940"/>
                    <a:pt x="493" y="948"/>
                  </a:cubicBezTo>
                  <a:cubicBezTo>
                    <a:pt x="495" y="951"/>
                    <a:pt x="510" y="943"/>
                    <a:pt x="517" y="940"/>
                  </a:cubicBezTo>
                  <a:cubicBezTo>
                    <a:pt x="529" y="936"/>
                    <a:pt x="543" y="929"/>
                    <a:pt x="547" y="923"/>
                  </a:cubicBezTo>
                  <a:cubicBezTo>
                    <a:pt x="550" y="917"/>
                    <a:pt x="558" y="906"/>
                    <a:pt x="560" y="901"/>
                  </a:cubicBezTo>
                  <a:cubicBezTo>
                    <a:pt x="563" y="894"/>
                    <a:pt x="562" y="890"/>
                    <a:pt x="565" y="885"/>
                  </a:cubicBezTo>
                  <a:cubicBezTo>
                    <a:pt x="567" y="880"/>
                    <a:pt x="571" y="874"/>
                    <a:pt x="569" y="870"/>
                  </a:cubicBezTo>
                </a:path>
              </a:pathLst>
            </a:custGeom>
            <a:solidFill>
              <a:srgbClr val="75332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378" name="Freeform 176">
              <a:extLst>
                <a:ext uri="{FF2B5EF4-FFF2-40B4-BE49-F238E27FC236}">
                  <a16:creationId xmlns:a16="http://schemas.microsoft.com/office/drawing/2014/main" id="{4D3DFF4F-6977-457E-93DB-3220D0AC22B0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" y="1113"/>
              <a:ext cx="926" cy="2924"/>
            </a:xfrm>
            <a:custGeom>
              <a:avLst/>
              <a:gdLst>
                <a:gd name="T0" fmla="*/ 2360 w 571"/>
                <a:gd name="T1" fmla="*/ 2938 h 1817"/>
                <a:gd name="T2" fmla="*/ 2256 w 571"/>
                <a:gd name="T3" fmla="*/ 1670 h 1817"/>
                <a:gd name="T4" fmla="*/ 2094 w 571"/>
                <a:gd name="T5" fmla="*/ 528 h 1817"/>
                <a:gd name="T6" fmla="*/ 1786 w 571"/>
                <a:gd name="T7" fmla="*/ 388 h 1817"/>
                <a:gd name="T8" fmla="*/ 1438 w 571"/>
                <a:gd name="T9" fmla="*/ 34 h 1817"/>
                <a:gd name="T10" fmla="*/ 1215 w 571"/>
                <a:gd name="T11" fmla="*/ 171 h 1817"/>
                <a:gd name="T12" fmla="*/ 1164 w 571"/>
                <a:gd name="T13" fmla="*/ 163 h 1817"/>
                <a:gd name="T14" fmla="*/ 783 w 571"/>
                <a:gd name="T15" fmla="*/ 357 h 1817"/>
                <a:gd name="T16" fmla="*/ 524 w 571"/>
                <a:gd name="T17" fmla="*/ 412 h 1817"/>
                <a:gd name="T18" fmla="*/ 185 w 571"/>
                <a:gd name="T19" fmla="*/ 1176 h 1817"/>
                <a:gd name="T20" fmla="*/ 73 w 571"/>
                <a:gd name="T21" fmla="*/ 2621 h 1817"/>
                <a:gd name="T22" fmla="*/ 8 w 571"/>
                <a:gd name="T23" fmla="*/ 3626 h 1817"/>
                <a:gd name="T24" fmla="*/ 102 w 571"/>
                <a:gd name="T25" fmla="*/ 3846 h 1817"/>
                <a:gd name="T26" fmla="*/ 295 w 571"/>
                <a:gd name="T27" fmla="*/ 3880 h 1817"/>
                <a:gd name="T28" fmla="*/ 321 w 571"/>
                <a:gd name="T29" fmla="*/ 3809 h 1817"/>
                <a:gd name="T30" fmla="*/ 274 w 571"/>
                <a:gd name="T31" fmla="*/ 3317 h 1817"/>
                <a:gd name="T32" fmla="*/ 542 w 571"/>
                <a:gd name="T33" fmla="*/ 1587 h 1817"/>
                <a:gd name="T34" fmla="*/ 589 w 571"/>
                <a:gd name="T35" fmla="*/ 2279 h 1817"/>
                <a:gd name="T36" fmla="*/ 465 w 571"/>
                <a:gd name="T37" fmla="*/ 4112 h 1817"/>
                <a:gd name="T38" fmla="*/ 715 w 571"/>
                <a:gd name="T39" fmla="*/ 6218 h 1817"/>
                <a:gd name="T40" fmla="*/ 845 w 571"/>
                <a:gd name="T41" fmla="*/ 7205 h 1817"/>
                <a:gd name="T42" fmla="*/ 769 w 571"/>
                <a:gd name="T43" fmla="*/ 7523 h 1817"/>
                <a:gd name="T44" fmla="*/ 1138 w 571"/>
                <a:gd name="T45" fmla="*/ 7525 h 1817"/>
                <a:gd name="T46" fmla="*/ 1200 w 571"/>
                <a:gd name="T47" fmla="*/ 7140 h 1817"/>
                <a:gd name="T48" fmla="*/ 1112 w 571"/>
                <a:gd name="T49" fmla="*/ 6596 h 1817"/>
                <a:gd name="T50" fmla="*/ 1173 w 571"/>
                <a:gd name="T51" fmla="*/ 4709 h 1817"/>
                <a:gd name="T52" fmla="*/ 1173 w 571"/>
                <a:gd name="T53" fmla="*/ 3350 h 1817"/>
                <a:gd name="T54" fmla="*/ 1268 w 571"/>
                <a:gd name="T55" fmla="*/ 3346 h 1817"/>
                <a:gd name="T56" fmla="*/ 1262 w 571"/>
                <a:gd name="T57" fmla="*/ 4709 h 1817"/>
                <a:gd name="T58" fmla="*/ 1317 w 571"/>
                <a:gd name="T59" fmla="*/ 6596 h 1817"/>
                <a:gd name="T60" fmla="*/ 1236 w 571"/>
                <a:gd name="T61" fmla="*/ 7140 h 1817"/>
                <a:gd name="T62" fmla="*/ 1297 w 571"/>
                <a:gd name="T63" fmla="*/ 7525 h 1817"/>
                <a:gd name="T64" fmla="*/ 1667 w 571"/>
                <a:gd name="T65" fmla="*/ 7523 h 1817"/>
                <a:gd name="T66" fmla="*/ 1591 w 571"/>
                <a:gd name="T67" fmla="*/ 7205 h 1817"/>
                <a:gd name="T68" fmla="*/ 1721 w 571"/>
                <a:gd name="T69" fmla="*/ 6218 h 1817"/>
                <a:gd name="T70" fmla="*/ 1957 w 571"/>
                <a:gd name="T71" fmla="*/ 4153 h 1817"/>
                <a:gd name="T72" fmla="*/ 1833 w 571"/>
                <a:gd name="T73" fmla="*/ 2296 h 1817"/>
                <a:gd name="T74" fmla="*/ 1894 w 571"/>
                <a:gd name="T75" fmla="*/ 1585 h 1817"/>
                <a:gd name="T76" fmla="*/ 2162 w 571"/>
                <a:gd name="T77" fmla="*/ 3317 h 1817"/>
                <a:gd name="T78" fmla="*/ 2115 w 571"/>
                <a:gd name="T79" fmla="*/ 3809 h 1817"/>
                <a:gd name="T80" fmla="*/ 2141 w 571"/>
                <a:gd name="T81" fmla="*/ 3880 h 1817"/>
                <a:gd name="T82" fmla="*/ 2332 w 571"/>
                <a:gd name="T83" fmla="*/ 3846 h 1817"/>
                <a:gd name="T84" fmla="*/ 2428 w 571"/>
                <a:gd name="T85" fmla="*/ 3626 h 1817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571" h="1817">
                  <a:moveTo>
                    <a:pt x="569" y="870"/>
                  </a:moveTo>
                  <a:cubicBezTo>
                    <a:pt x="567" y="866"/>
                    <a:pt x="563" y="834"/>
                    <a:pt x="558" y="815"/>
                  </a:cubicBezTo>
                  <a:cubicBezTo>
                    <a:pt x="554" y="800"/>
                    <a:pt x="550" y="735"/>
                    <a:pt x="553" y="705"/>
                  </a:cubicBezTo>
                  <a:cubicBezTo>
                    <a:pt x="554" y="681"/>
                    <a:pt x="553" y="644"/>
                    <a:pt x="554" y="629"/>
                  </a:cubicBezTo>
                  <a:cubicBezTo>
                    <a:pt x="554" y="539"/>
                    <a:pt x="540" y="494"/>
                    <a:pt x="537" y="477"/>
                  </a:cubicBezTo>
                  <a:cubicBezTo>
                    <a:pt x="533" y="461"/>
                    <a:pt x="529" y="437"/>
                    <a:pt x="529" y="401"/>
                  </a:cubicBezTo>
                  <a:cubicBezTo>
                    <a:pt x="529" y="366"/>
                    <a:pt x="531" y="316"/>
                    <a:pt x="528" y="282"/>
                  </a:cubicBezTo>
                  <a:cubicBezTo>
                    <a:pt x="526" y="262"/>
                    <a:pt x="523" y="232"/>
                    <a:pt x="518" y="205"/>
                  </a:cubicBezTo>
                  <a:cubicBezTo>
                    <a:pt x="514" y="179"/>
                    <a:pt x="503" y="139"/>
                    <a:pt x="491" y="127"/>
                  </a:cubicBezTo>
                  <a:cubicBezTo>
                    <a:pt x="480" y="115"/>
                    <a:pt x="465" y="105"/>
                    <a:pt x="448" y="99"/>
                  </a:cubicBezTo>
                  <a:cubicBezTo>
                    <a:pt x="444" y="98"/>
                    <a:pt x="439" y="95"/>
                    <a:pt x="435" y="94"/>
                  </a:cubicBezTo>
                  <a:cubicBezTo>
                    <a:pt x="429" y="93"/>
                    <a:pt x="424" y="94"/>
                    <a:pt x="419" y="93"/>
                  </a:cubicBezTo>
                  <a:cubicBezTo>
                    <a:pt x="406" y="91"/>
                    <a:pt x="396" y="89"/>
                    <a:pt x="387" y="86"/>
                  </a:cubicBezTo>
                  <a:cubicBezTo>
                    <a:pt x="365" y="79"/>
                    <a:pt x="345" y="77"/>
                    <a:pt x="345" y="0"/>
                  </a:cubicBezTo>
                  <a:cubicBezTo>
                    <a:pt x="343" y="2"/>
                    <a:pt x="340" y="5"/>
                    <a:pt x="337" y="8"/>
                  </a:cubicBezTo>
                  <a:cubicBezTo>
                    <a:pt x="325" y="19"/>
                    <a:pt x="311" y="37"/>
                    <a:pt x="298" y="39"/>
                  </a:cubicBezTo>
                  <a:cubicBezTo>
                    <a:pt x="294" y="40"/>
                    <a:pt x="289" y="41"/>
                    <a:pt x="285" y="41"/>
                  </a:cubicBezTo>
                  <a:cubicBezTo>
                    <a:pt x="285" y="41"/>
                    <a:pt x="285" y="41"/>
                    <a:pt x="285" y="41"/>
                  </a:cubicBezTo>
                  <a:cubicBezTo>
                    <a:pt x="285" y="41"/>
                    <a:pt x="285" y="41"/>
                    <a:pt x="285" y="41"/>
                  </a:cubicBezTo>
                  <a:cubicBezTo>
                    <a:pt x="285" y="41"/>
                    <a:pt x="285" y="41"/>
                    <a:pt x="285" y="41"/>
                  </a:cubicBezTo>
                  <a:cubicBezTo>
                    <a:pt x="282" y="41"/>
                    <a:pt x="277" y="40"/>
                    <a:pt x="273" y="39"/>
                  </a:cubicBezTo>
                  <a:cubicBezTo>
                    <a:pt x="260" y="37"/>
                    <a:pt x="246" y="19"/>
                    <a:pt x="234" y="8"/>
                  </a:cubicBezTo>
                  <a:cubicBezTo>
                    <a:pt x="231" y="5"/>
                    <a:pt x="228" y="3"/>
                    <a:pt x="226" y="0"/>
                  </a:cubicBezTo>
                  <a:cubicBezTo>
                    <a:pt x="226" y="77"/>
                    <a:pt x="206" y="79"/>
                    <a:pt x="184" y="86"/>
                  </a:cubicBezTo>
                  <a:cubicBezTo>
                    <a:pt x="175" y="89"/>
                    <a:pt x="164" y="91"/>
                    <a:pt x="152" y="93"/>
                  </a:cubicBezTo>
                  <a:cubicBezTo>
                    <a:pt x="147" y="94"/>
                    <a:pt x="142" y="93"/>
                    <a:pt x="136" y="94"/>
                  </a:cubicBezTo>
                  <a:cubicBezTo>
                    <a:pt x="132" y="95"/>
                    <a:pt x="127" y="98"/>
                    <a:pt x="123" y="99"/>
                  </a:cubicBezTo>
                  <a:cubicBezTo>
                    <a:pt x="106" y="105"/>
                    <a:pt x="91" y="115"/>
                    <a:pt x="79" y="127"/>
                  </a:cubicBezTo>
                  <a:cubicBezTo>
                    <a:pt x="68" y="139"/>
                    <a:pt x="56" y="179"/>
                    <a:pt x="53" y="205"/>
                  </a:cubicBezTo>
                  <a:cubicBezTo>
                    <a:pt x="48" y="232"/>
                    <a:pt x="45" y="262"/>
                    <a:pt x="43" y="282"/>
                  </a:cubicBezTo>
                  <a:cubicBezTo>
                    <a:pt x="40" y="316"/>
                    <a:pt x="42" y="366"/>
                    <a:pt x="42" y="401"/>
                  </a:cubicBezTo>
                  <a:cubicBezTo>
                    <a:pt x="42" y="437"/>
                    <a:pt x="38" y="461"/>
                    <a:pt x="34" y="477"/>
                  </a:cubicBezTo>
                  <a:cubicBezTo>
                    <a:pt x="31" y="494"/>
                    <a:pt x="16" y="539"/>
                    <a:pt x="17" y="629"/>
                  </a:cubicBezTo>
                  <a:cubicBezTo>
                    <a:pt x="18" y="644"/>
                    <a:pt x="17" y="681"/>
                    <a:pt x="18" y="705"/>
                  </a:cubicBezTo>
                  <a:cubicBezTo>
                    <a:pt x="21" y="735"/>
                    <a:pt x="17" y="800"/>
                    <a:pt x="13" y="815"/>
                  </a:cubicBezTo>
                  <a:cubicBezTo>
                    <a:pt x="8" y="834"/>
                    <a:pt x="4" y="866"/>
                    <a:pt x="2" y="870"/>
                  </a:cubicBezTo>
                  <a:cubicBezTo>
                    <a:pt x="0" y="874"/>
                    <a:pt x="4" y="880"/>
                    <a:pt x="6" y="885"/>
                  </a:cubicBezTo>
                  <a:cubicBezTo>
                    <a:pt x="9" y="890"/>
                    <a:pt x="8" y="894"/>
                    <a:pt x="11" y="901"/>
                  </a:cubicBezTo>
                  <a:cubicBezTo>
                    <a:pt x="13" y="906"/>
                    <a:pt x="21" y="917"/>
                    <a:pt x="24" y="923"/>
                  </a:cubicBezTo>
                  <a:cubicBezTo>
                    <a:pt x="28" y="929"/>
                    <a:pt x="42" y="936"/>
                    <a:pt x="54" y="940"/>
                  </a:cubicBezTo>
                  <a:cubicBezTo>
                    <a:pt x="61" y="943"/>
                    <a:pt x="76" y="951"/>
                    <a:pt x="77" y="948"/>
                  </a:cubicBezTo>
                  <a:cubicBezTo>
                    <a:pt x="80" y="940"/>
                    <a:pt x="75" y="935"/>
                    <a:pt x="69" y="931"/>
                  </a:cubicBezTo>
                  <a:cubicBezTo>
                    <a:pt x="66" y="929"/>
                    <a:pt x="76" y="936"/>
                    <a:pt x="78" y="929"/>
                  </a:cubicBezTo>
                  <a:cubicBezTo>
                    <a:pt x="79" y="927"/>
                    <a:pt x="79" y="926"/>
                    <a:pt x="77" y="922"/>
                  </a:cubicBezTo>
                  <a:cubicBezTo>
                    <a:pt x="79" y="918"/>
                    <a:pt x="78" y="918"/>
                    <a:pt x="75" y="914"/>
                  </a:cubicBezTo>
                  <a:cubicBezTo>
                    <a:pt x="80" y="912"/>
                    <a:pt x="76" y="889"/>
                    <a:pt x="74" y="878"/>
                  </a:cubicBezTo>
                  <a:cubicBezTo>
                    <a:pt x="75" y="870"/>
                    <a:pt x="75" y="843"/>
                    <a:pt x="69" y="825"/>
                  </a:cubicBezTo>
                  <a:cubicBezTo>
                    <a:pt x="65" y="814"/>
                    <a:pt x="63" y="803"/>
                    <a:pt x="64" y="796"/>
                  </a:cubicBezTo>
                  <a:cubicBezTo>
                    <a:pt x="60" y="780"/>
                    <a:pt x="79" y="662"/>
                    <a:pt x="90" y="629"/>
                  </a:cubicBezTo>
                  <a:cubicBezTo>
                    <a:pt x="110" y="560"/>
                    <a:pt x="104" y="499"/>
                    <a:pt x="106" y="487"/>
                  </a:cubicBezTo>
                  <a:cubicBezTo>
                    <a:pt x="108" y="474"/>
                    <a:pt x="122" y="410"/>
                    <a:pt x="127" y="381"/>
                  </a:cubicBezTo>
                  <a:cubicBezTo>
                    <a:pt x="127" y="381"/>
                    <a:pt x="127" y="381"/>
                    <a:pt x="127" y="381"/>
                  </a:cubicBezTo>
                  <a:cubicBezTo>
                    <a:pt x="128" y="393"/>
                    <a:pt x="138" y="442"/>
                    <a:pt x="141" y="484"/>
                  </a:cubicBezTo>
                  <a:cubicBezTo>
                    <a:pt x="142" y="509"/>
                    <a:pt x="157" y="516"/>
                    <a:pt x="138" y="547"/>
                  </a:cubicBezTo>
                  <a:cubicBezTo>
                    <a:pt x="126" y="567"/>
                    <a:pt x="112" y="629"/>
                    <a:pt x="102" y="685"/>
                  </a:cubicBezTo>
                  <a:cubicBezTo>
                    <a:pt x="93" y="729"/>
                    <a:pt x="95" y="764"/>
                    <a:pt x="95" y="852"/>
                  </a:cubicBezTo>
                  <a:cubicBezTo>
                    <a:pt x="95" y="908"/>
                    <a:pt x="101" y="919"/>
                    <a:pt x="109" y="987"/>
                  </a:cubicBezTo>
                  <a:cubicBezTo>
                    <a:pt x="116" y="1044"/>
                    <a:pt x="145" y="1134"/>
                    <a:pt x="152" y="1175"/>
                  </a:cubicBezTo>
                  <a:cubicBezTo>
                    <a:pt x="159" y="1216"/>
                    <a:pt x="162" y="1237"/>
                    <a:pt x="164" y="1264"/>
                  </a:cubicBezTo>
                  <a:cubicBezTo>
                    <a:pt x="166" y="1291"/>
                    <a:pt x="148" y="1418"/>
                    <a:pt x="168" y="1492"/>
                  </a:cubicBezTo>
                  <a:cubicBezTo>
                    <a:pt x="187" y="1565"/>
                    <a:pt x="196" y="1612"/>
                    <a:pt x="200" y="1630"/>
                  </a:cubicBezTo>
                  <a:cubicBezTo>
                    <a:pt x="208" y="1669"/>
                    <a:pt x="201" y="1673"/>
                    <a:pt x="204" y="1693"/>
                  </a:cubicBezTo>
                  <a:cubicBezTo>
                    <a:pt x="208" y="1713"/>
                    <a:pt x="208" y="1710"/>
                    <a:pt x="198" y="1729"/>
                  </a:cubicBezTo>
                  <a:cubicBezTo>
                    <a:pt x="189" y="1742"/>
                    <a:pt x="174" y="1769"/>
                    <a:pt x="170" y="1775"/>
                  </a:cubicBezTo>
                  <a:cubicBezTo>
                    <a:pt x="165" y="1781"/>
                    <a:pt x="167" y="1787"/>
                    <a:pt x="170" y="1791"/>
                  </a:cubicBezTo>
                  <a:cubicBezTo>
                    <a:pt x="166" y="1800"/>
                    <a:pt x="177" y="1805"/>
                    <a:pt x="180" y="1805"/>
                  </a:cubicBezTo>
                  <a:cubicBezTo>
                    <a:pt x="179" y="1816"/>
                    <a:pt x="199" y="1815"/>
                    <a:pt x="204" y="1810"/>
                  </a:cubicBezTo>
                  <a:cubicBezTo>
                    <a:pt x="209" y="1816"/>
                    <a:pt x="224" y="1816"/>
                    <a:pt x="230" y="1809"/>
                  </a:cubicBezTo>
                  <a:cubicBezTo>
                    <a:pt x="240" y="1817"/>
                    <a:pt x="257" y="1817"/>
                    <a:pt x="267" y="1806"/>
                  </a:cubicBezTo>
                  <a:cubicBezTo>
                    <a:pt x="278" y="1795"/>
                    <a:pt x="279" y="1785"/>
                    <a:pt x="278" y="1774"/>
                  </a:cubicBezTo>
                  <a:cubicBezTo>
                    <a:pt x="277" y="1763"/>
                    <a:pt x="279" y="1760"/>
                    <a:pt x="282" y="1746"/>
                  </a:cubicBezTo>
                  <a:cubicBezTo>
                    <a:pt x="284" y="1733"/>
                    <a:pt x="286" y="1723"/>
                    <a:pt x="281" y="1713"/>
                  </a:cubicBezTo>
                  <a:cubicBezTo>
                    <a:pt x="276" y="1704"/>
                    <a:pt x="276" y="1700"/>
                    <a:pt x="276" y="1690"/>
                  </a:cubicBezTo>
                  <a:cubicBezTo>
                    <a:pt x="276" y="1680"/>
                    <a:pt x="279" y="1666"/>
                    <a:pt x="273" y="1654"/>
                  </a:cubicBezTo>
                  <a:cubicBezTo>
                    <a:pt x="267" y="1642"/>
                    <a:pt x="260" y="1614"/>
                    <a:pt x="261" y="1583"/>
                  </a:cubicBezTo>
                  <a:cubicBezTo>
                    <a:pt x="263" y="1552"/>
                    <a:pt x="285" y="1378"/>
                    <a:pt x="276" y="1318"/>
                  </a:cubicBezTo>
                  <a:cubicBezTo>
                    <a:pt x="266" y="1258"/>
                    <a:pt x="270" y="1246"/>
                    <a:pt x="272" y="1226"/>
                  </a:cubicBezTo>
                  <a:cubicBezTo>
                    <a:pt x="275" y="1206"/>
                    <a:pt x="281" y="1173"/>
                    <a:pt x="275" y="1130"/>
                  </a:cubicBezTo>
                  <a:cubicBezTo>
                    <a:pt x="273" y="1113"/>
                    <a:pt x="274" y="1044"/>
                    <a:pt x="274" y="974"/>
                  </a:cubicBezTo>
                  <a:cubicBezTo>
                    <a:pt x="275" y="928"/>
                    <a:pt x="287" y="817"/>
                    <a:pt x="275" y="805"/>
                  </a:cubicBezTo>
                  <a:cubicBezTo>
                    <a:pt x="275" y="804"/>
                    <a:pt x="275" y="804"/>
                    <a:pt x="275" y="804"/>
                  </a:cubicBezTo>
                  <a:cubicBezTo>
                    <a:pt x="278" y="805"/>
                    <a:pt x="282" y="806"/>
                    <a:pt x="284" y="806"/>
                  </a:cubicBezTo>
                  <a:cubicBezTo>
                    <a:pt x="285" y="806"/>
                    <a:pt x="285" y="806"/>
                    <a:pt x="285" y="806"/>
                  </a:cubicBezTo>
                  <a:cubicBezTo>
                    <a:pt x="289" y="806"/>
                    <a:pt x="293" y="805"/>
                    <a:pt x="297" y="803"/>
                  </a:cubicBezTo>
                  <a:cubicBezTo>
                    <a:pt x="296" y="805"/>
                    <a:pt x="296" y="805"/>
                    <a:pt x="296" y="805"/>
                  </a:cubicBezTo>
                  <a:cubicBezTo>
                    <a:pt x="284" y="817"/>
                    <a:pt x="296" y="928"/>
                    <a:pt x="297" y="974"/>
                  </a:cubicBezTo>
                  <a:cubicBezTo>
                    <a:pt x="297" y="1044"/>
                    <a:pt x="298" y="1113"/>
                    <a:pt x="296" y="1130"/>
                  </a:cubicBezTo>
                  <a:cubicBezTo>
                    <a:pt x="290" y="1173"/>
                    <a:pt x="296" y="1206"/>
                    <a:pt x="299" y="1226"/>
                  </a:cubicBezTo>
                  <a:cubicBezTo>
                    <a:pt x="301" y="1246"/>
                    <a:pt x="305" y="1258"/>
                    <a:pt x="295" y="1318"/>
                  </a:cubicBezTo>
                  <a:cubicBezTo>
                    <a:pt x="286" y="1378"/>
                    <a:pt x="308" y="1552"/>
                    <a:pt x="309" y="1583"/>
                  </a:cubicBezTo>
                  <a:cubicBezTo>
                    <a:pt x="311" y="1614"/>
                    <a:pt x="304" y="1642"/>
                    <a:pt x="298" y="1654"/>
                  </a:cubicBezTo>
                  <a:cubicBezTo>
                    <a:pt x="292" y="1666"/>
                    <a:pt x="295" y="1680"/>
                    <a:pt x="295" y="1690"/>
                  </a:cubicBezTo>
                  <a:cubicBezTo>
                    <a:pt x="295" y="1700"/>
                    <a:pt x="295" y="1704"/>
                    <a:pt x="290" y="1713"/>
                  </a:cubicBezTo>
                  <a:cubicBezTo>
                    <a:pt x="285" y="1723"/>
                    <a:pt x="287" y="1733"/>
                    <a:pt x="289" y="1746"/>
                  </a:cubicBezTo>
                  <a:cubicBezTo>
                    <a:pt x="292" y="1760"/>
                    <a:pt x="294" y="1763"/>
                    <a:pt x="293" y="1774"/>
                  </a:cubicBezTo>
                  <a:cubicBezTo>
                    <a:pt x="292" y="1785"/>
                    <a:pt x="293" y="1795"/>
                    <a:pt x="304" y="1806"/>
                  </a:cubicBezTo>
                  <a:cubicBezTo>
                    <a:pt x="314" y="1817"/>
                    <a:pt x="331" y="1817"/>
                    <a:pt x="341" y="1809"/>
                  </a:cubicBezTo>
                  <a:cubicBezTo>
                    <a:pt x="347" y="1816"/>
                    <a:pt x="362" y="1816"/>
                    <a:pt x="367" y="1810"/>
                  </a:cubicBezTo>
                  <a:cubicBezTo>
                    <a:pt x="372" y="1815"/>
                    <a:pt x="392" y="1816"/>
                    <a:pt x="391" y="1805"/>
                  </a:cubicBezTo>
                  <a:cubicBezTo>
                    <a:pt x="394" y="1805"/>
                    <a:pt x="405" y="1800"/>
                    <a:pt x="401" y="1791"/>
                  </a:cubicBezTo>
                  <a:cubicBezTo>
                    <a:pt x="404" y="1787"/>
                    <a:pt x="406" y="1781"/>
                    <a:pt x="401" y="1775"/>
                  </a:cubicBezTo>
                  <a:cubicBezTo>
                    <a:pt x="397" y="1769"/>
                    <a:pt x="382" y="1742"/>
                    <a:pt x="373" y="1729"/>
                  </a:cubicBezTo>
                  <a:cubicBezTo>
                    <a:pt x="363" y="1710"/>
                    <a:pt x="363" y="1713"/>
                    <a:pt x="367" y="1693"/>
                  </a:cubicBezTo>
                  <a:cubicBezTo>
                    <a:pt x="370" y="1673"/>
                    <a:pt x="363" y="1669"/>
                    <a:pt x="371" y="1630"/>
                  </a:cubicBezTo>
                  <a:cubicBezTo>
                    <a:pt x="375" y="1612"/>
                    <a:pt x="384" y="1565"/>
                    <a:pt x="403" y="1492"/>
                  </a:cubicBezTo>
                  <a:cubicBezTo>
                    <a:pt x="423" y="1418"/>
                    <a:pt x="405" y="1291"/>
                    <a:pt x="407" y="1264"/>
                  </a:cubicBezTo>
                  <a:cubicBezTo>
                    <a:pt x="409" y="1237"/>
                    <a:pt x="412" y="1216"/>
                    <a:pt x="419" y="1175"/>
                  </a:cubicBezTo>
                  <a:cubicBezTo>
                    <a:pt x="426" y="1134"/>
                    <a:pt x="452" y="1054"/>
                    <a:pt x="459" y="997"/>
                  </a:cubicBezTo>
                  <a:cubicBezTo>
                    <a:pt x="468" y="932"/>
                    <a:pt x="473" y="911"/>
                    <a:pt x="475" y="854"/>
                  </a:cubicBezTo>
                  <a:cubicBezTo>
                    <a:pt x="478" y="773"/>
                    <a:pt x="478" y="729"/>
                    <a:pt x="469" y="685"/>
                  </a:cubicBezTo>
                  <a:cubicBezTo>
                    <a:pt x="459" y="629"/>
                    <a:pt x="442" y="571"/>
                    <a:pt x="430" y="551"/>
                  </a:cubicBezTo>
                  <a:cubicBezTo>
                    <a:pt x="410" y="518"/>
                    <a:pt x="431" y="488"/>
                    <a:pt x="432" y="463"/>
                  </a:cubicBezTo>
                  <a:cubicBezTo>
                    <a:pt x="433" y="444"/>
                    <a:pt x="442" y="415"/>
                    <a:pt x="444" y="380"/>
                  </a:cubicBezTo>
                  <a:cubicBezTo>
                    <a:pt x="444" y="380"/>
                    <a:pt x="444" y="380"/>
                    <a:pt x="444" y="380"/>
                  </a:cubicBezTo>
                  <a:cubicBezTo>
                    <a:pt x="448" y="409"/>
                    <a:pt x="463" y="474"/>
                    <a:pt x="465" y="487"/>
                  </a:cubicBezTo>
                  <a:cubicBezTo>
                    <a:pt x="467" y="499"/>
                    <a:pt x="461" y="560"/>
                    <a:pt x="481" y="629"/>
                  </a:cubicBezTo>
                  <a:cubicBezTo>
                    <a:pt x="492" y="662"/>
                    <a:pt x="511" y="780"/>
                    <a:pt x="507" y="796"/>
                  </a:cubicBezTo>
                  <a:cubicBezTo>
                    <a:pt x="508" y="803"/>
                    <a:pt x="506" y="814"/>
                    <a:pt x="502" y="825"/>
                  </a:cubicBezTo>
                  <a:cubicBezTo>
                    <a:pt x="496" y="843"/>
                    <a:pt x="496" y="870"/>
                    <a:pt x="497" y="878"/>
                  </a:cubicBezTo>
                  <a:cubicBezTo>
                    <a:pt x="495" y="889"/>
                    <a:pt x="491" y="912"/>
                    <a:pt x="496" y="914"/>
                  </a:cubicBezTo>
                  <a:cubicBezTo>
                    <a:pt x="493" y="918"/>
                    <a:pt x="492" y="918"/>
                    <a:pt x="494" y="922"/>
                  </a:cubicBezTo>
                  <a:cubicBezTo>
                    <a:pt x="492" y="926"/>
                    <a:pt x="492" y="927"/>
                    <a:pt x="493" y="929"/>
                  </a:cubicBezTo>
                  <a:cubicBezTo>
                    <a:pt x="495" y="936"/>
                    <a:pt x="505" y="929"/>
                    <a:pt x="502" y="931"/>
                  </a:cubicBezTo>
                  <a:cubicBezTo>
                    <a:pt x="496" y="935"/>
                    <a:pt x="491" y="940"/>
                    <a:pt x="493" y="948"/>
                  </a:cubicBezTo>
                  <a:cubicBezTo>
                    <a:pt x="495" y="951"/>
                    <a:pt x="510" y="943"/>
                    <a:pt x="517" y="940"/>
                  </a:cubicBezTo>
                  <a:cubicBezTo>
                    <a:pt x="529" y="936"/>
                    <a:pt x="543" y="929"/>
                    <a:pt x="547" y="923"/>
                  </a:cubicBezTo>
                  <a:cubicBezTo>
                    <a:pt x="550" y="917"/>
                    <a:pt x="558" y="906"/>
                    <a:pt x="560" y="901"/>
                  </a:cubicBezTo>
                  <a:cubicBezTo>
                    <a:pt x="563" y="894"/>
                    <a:pt x="562" y="890"/>
                    <a:pt x="565" y="885"/>
                  </a:cubicBezTo>
                  <a:cubicBezTo>
                    <a:pt x="567" y="880"/>
                    <a:pt x="571" y="874"/>
                    <a:pt x="569" y="87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379" name="Oval 177">
              <a:extLst>
                <a:ext uri="{FF2B5EF4-FFF2-40B4-BE49-F238E27FC236}">
                  <a16:creationId xmlns:a16="http://schemas.microsoft.com/office/drawing/2014/main" id="{29F639FD-A063-4200-83BF-A2404D3170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61" y="955"/>
              <a:ext cx="26" cy="24"/>
            </a:xfrm>
            <a:prstGeom prst="ellipse">
              <a:avLst/>
            </a:prstGeom>
            <a:solidFill>
              <a:srgbClr val="2A100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380" name="Oval 178">
              <a:extLst>
                <a:ext uri="{FF2B5EF4-FFF2-40B4-BE49-F238E27FC236}">
                  <a16:creationId xmlns:a16="http://schemas.microsoft.com/office/drawing/2014/main" id="{5D032ED6-DDE0-4033-92E9-2A6F492317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9" y="955"/>
              <a:ext cx="26" cy="24"/>
            </a:xfrm>
            <a:prstGeom prst="ellipse">
              <a:avLst/>
            </a:prstGeom>
            <a:solidFill>
              <a:srgbClr val="2A100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381" name="Freeform 179">
              <a:extLst>
                <a:ext uri="{FF2B5EF4-FFF2-40B4-BE49-F238E27FC236}">
                  <a16:creationId xmlns:a16="http://schemas.microsoft.com/office/drawing/2014/main" id="{7EA2B3D2-9FFB-4F0E-A1F7-02ACC6C28F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1" y="1710"/>
              <a:ext cx="154" cy="291"/>
            </a:xfrm>
            <a:custGeom>
              <a:avLst/>
              <a:gdLst>
                <a:gd name="T0" fmla="*/ 0 w 95"/>
                <a:gd name="T1" fmla="*/ 5 h 181"/>
                <a:gd name="T2" fmla="*/ 289 w 95"/>
                <a:gd name="T3" fmla="*/ 50 h 181"/>
                <a:gd name="T4" fmla="*/ 389 w 95"/>
                <a:gd name="T5" fmla="*/ 16 h 181"/>
                <a:gd name="T6" fmla="*/ 389 w 95"/>
                <a:gd name="T7" fmla="*/ 122 h 181"/>
                <a:gd name="T8" fmla="*/ 363 w 95"/>
                <a:gd name="T9" fmla="*/ 246 h 181"/>
                <a:gd name="T10" fmla="*/ 355 w 95"/>
                <a:gd name="T11" fmla="*/ 391 h 181"/>
                <a:gd name="T12" fmla="*/ 280 w 95"/>
                <a:gd name="T13" fmla="*/ 752 h 181"/>
                <a:gd name="T14" fmla="*/ 316 w 95"/>
                <a:gd name="T15" fmla="*/ 498 h 181"/>
                <a:gd name="T16" fmla="*/ 259 w 95"/>
                <a:gd name="T17" fmla="*/ 233 h 181"/>
                <a:gd name="T18" fmla="*/ 29 w 95"/>
                <a:gd name="T19" fmla="*/ 37 h 18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95" h="181">
                  <a:moveTo>
                    <a:pt x="0" y="1"/>
                  </a:moveTo>
                  <a:cubicBezTo>
                    <a:pt x="16" y="15"/>
                    <a:pt x="48" y="17"/>
                    <a:pt x="68" y="12"/>
                  </a:cubicBezTo>
                  <a:cubicBezTo>
                    <a:pt x="73" y="11"/>
                    <a:pt x="86" y="0"/>
                    <a:pt x="91" y="4"/>
                  </a:cubicBezTo>
                  <a:cubicBezTo>
                    <a:pt x="95" y="7"/>
                    <a:pt x="91" y="25"/>
                    <a:pt x="91" y="29"/>
                  </a:cubicBezTo>
                  <a:cubicBezTo>
                    <a:pt x="90" y="39"/>
                    <a:pt x="86" y="49"/>
                    <a:pt x="85" y="59"/>
                  </a:cubicBezTo>
                  <a:cubicBezTo>
                    <a:pt x="84" y="71"/>
                    <a:pt x="85" y="81"/>
                    <a:pt x="83" y="94"/>
                  </a:cubicBezTo>
                  <a:cubicBezTo>
                    <a:pt x="79" y="121"/>
                    <a:pt x="84" y="158"/>
                    <a:pt x="66" y="181"/>
                  </a:cubicBezTo>
                  <a:cubicBezTo>
                    <a:pt x="65" y="160"/>
                    <a:pt x="73" y="141"/>
                    <a:pt x="74" y="120"/>
                  </a:cubicBezTo>
                  <a:cubicBezTo>
                    <a:pt x="75" y="98"/>
                    <a:pt x="73" y="76"/>
                    <a:pt x="61" y="56"/>
                  </a:cubicBezTo>
                  <a:cubicBezTo>
                    <a:pt x="48" y="36"/>
                    <a:pt x="14" y="35"/>
                    <a:pt x="7" y="9"/>
                  </a:cubicBezTo>
                </a:path>
              </a:pathLst>
            </a:custGeom>
            <a:solidFill>
              <a:srgbClr val="6B2D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382" name="Freeform 180">
              <a:extLst>
                <a:ext uri="{FF2B5EF4-FFF2-40B4-BE49-F238E27FC236}">
                  <a16:creationId xmlns:a16="http://schemas.microsoft.com/office/drawing/2014/main" id="{DE9F4A8B-932B-4D95-A565-8B1A845B3517}"/>
                </a:ext>
              </a:extLst>
            </p:cNvPr>
            <p:cNvSpPr>
              <a:spLocks/>
            </p:cNvSpPr>
            <p:nvPr/>
          </p:nvSpPr>
          <p:spPr bwMode="auto">
            <a:xfrm>
              <a:off x="840" y="939"/>
              <a:ext cx="78" cy="63"/>
            </a:xfrm>
            <a:custGeom>
              <a:avLst/>
              <a:gdLst>
                <a:gd name="T0" fmla="*/ 26 w 48"/>
                <a:gd name="T1" fmla="*/ 29 h 39"/>
                <a:gd name="T2" fmla="*/ 88 w 48"/>
                <a:gd name="T3" fmla="*/ 5 h 39"/>
                <a:gd name="T4" fmla="*/ 172 w 48"/>
                <a:gd name="T5" fmla="*/ 16 h 39"/>
                <a:gd name="T6" fmla="*/ 198 w 48"/>
                <a:gd name="T7" fmla="*/ 89 h 39"/>
                <a:gd name="T8" fmla="*/ 122 w 48"/>
                <a:gd name="T9" fmla="*/ 139 h 39"/>
                <a:gd name="T10" fmla="*/ 54 w 48"/>
                <a:gd name="T11" fmla="*/ 160 h 39"/>
                <a:gd name="T12" fmla="*/ 8 w 48"/>
                <a:gd name="T13" fmla="*/ 123 h 39"/>
                <a:gd name="T14" fmla="*/ 54 w 48"/>
                <a:gd name="T15" fmla="*/ 105 h 39"/>
                <a:gd name="T16" fmla="*/ 138 w 48"/>
                <a:gd name="T17" fmla="*/ 105 h 39"/>
                <a:gd name="T18" fmla="*/ 164 w 48"/>
                <a:gd name="T19" fmla="*/ 81 h 39"/>
                <a:gd name="T20" fmla="*/ 96 w 48"/>
                <a:gd name="T21" fmla="*/ 29 h 3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8" h="39">
                  <a:moveTo>
                    <a:pt x="6" y="7"/>
                  </a:moveTo>
                  <a:cubicBezTo>
                    <a:pt x="10" y="1"/>
                    <a:pt x="13" y="1"/>
                    <a:pt x="20" y="1"/>
                  </a:cubicBezTo>
                  <a:cubicBezTo>
                    <a:pt x="27" y="1"/>
                    <a:pt x="34" y="0"/>
                    <a:pt x="40" y="4"/>
                  </a:cubicBezTo>
                  <a:cubicBezTo>
                    <a:pt x="46" y="7"/>
                    <a:pt x="48" y="15"/>
                    <a:pt x="46" y="21"/>
                  </a:cubicBezTo>
                  <a:cubicBezTo>
                    <a:pt x="44" y="26"/>
                    <a:pt x="33" y="30"/>
                    <a:pt x="28" y="33"/>
                  </a:cubicBezTo>
                  <a:cubicBezTo>
                    <a:pt x="24" y="35"/>
                    <a:pt x="17" y="39"/>
                    <a:pt x="12" y="38"/>
                  </a:cubicBezTo>
                  <a:cubicBezTo>
                    <a:pt x="9" y="38"/>
                    <a:pt x="3" y="32"/>
                    <a:pt x="2" y="29"/>
                  </a:cubicBezTo>
                  <a:cubicBezTo>
                    <a:pt x="0" y="22"/>
                    <a:pt x="8" y="25"/>
                    <a:pt x="12" y="25"/>
                  </a:cubicBezTo>
                  <a:cubicBezTo>
                    <a:pt x="18" y="26"/>
                    <a:pt x="26" y="27"/>
                    <a:pt x="32" y="25"/>
                  </a:cubicBezTo>
                  <a:cubicBezTo>
                    <a:pt x="38" y="24"/>
                    <a:pt x="40" y="23"/>
                    <a:pt x="38" y="19"/>
                  </a:cubicBezTo>
                  <a:cubicBezTo>
                    <a:pt x="35" y="13"/>
                    <a:pt x="29" y="7"/>
                    <a:pt x="22" y="7"/>
                  </a:cubicBezTo>
                </a:path>
              </a:pathLst>
            </a:custGeom>
            <a:solidFill>
              <a:srgbClr val="6B2D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383" name="Freeform 181">
              <a:extLst>
                <a:ext uri="{FF2B5EF4-FFF2-40B4-BE49-F238E27FC236}">
                  <a16:creationId xmlns:a16="http://schemas.microsoft.com/office/drawing/2014/main" id="{178F7931-606B-4514-8D0E-23E15EBB9F73}"/>
                </a:ext>
              </a:extLst>
            </p:cNvPr>
            <p:cNvSpPr>
              <a:spLocks/>
            </p:cNvSpPr>
            <p:nvPr/>
          </p:nvSpPr>
          <p:spPr bwMode="auto">
            <a:xfrm>
              <a:off x="963" y="941"/>
              <a:ext cx="67" cy="62"/>
            </a:xfrm>
            <a:custGeom>
              <a:avLst/>
              <a:gdLst>
                <a:gd name="T0" fmla="*/ 152 w 41"/>
                <a:gd name="T1" fmla="*/ 25 h 39"/>
                <a:gd name="T2" fmla="*/ 113 w 41"/>
                <a:gd name="T3" fmla="*/ 0 h 39"/>
                <a:gd name="T4" fmla="*/ 41 w 41"/>
                <a:gd name="T5" fmla="*/ 25 h 39"/>
                <a:gd name="T6" fmla="*/ 8 w 41"/>
                <a:gd name="T7" fmla="*/ 103 h 39"/>
                <a:gd name="T8" fmla="*/ 26 w 41"/>
                <a:gd name="T9" fmla="*/ 137 h 39"/>
                <a:gd name="T10" fmla="*/ 96 w 41"/>
                <a:gd name="T11" fmla="*/ 151 h 39"/>
                <a:gd name="T12" fmla="*/ 126 w 41"/>
                <a:gd name="T13" fmla="*/ 137 h 39"/>
                <a:gd name="T14" fmla="*/ 131 w 41"/>
                <a:gd name="T15" fmla="*/ 114 h 39"/>
                <a:gd name="T16" fmla="*/ 69 w 41"/>
                <a:gd name="T17" fmla="*/ 89 h 39"/>
                <a:gd name="T18" fmla="*/ 56 w 41"/>
                <a:gd name="T19" fmla="*/ 52 h 39"/>
                <a:gd name="T20" fmla="*/ 88 w 41"/>
                <a:gd name="T21" fmla="*/ 35 h 39"/>
                <a:gd name="T22" fmla="*/ 136 w 41"/>
                <a:gd name="T23" fmla="*/ 25 h 3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1" h="39">
                  <a:moveTo>
                    <a:pt x="35" y="6"/>
                  </a:moveTo>
                  <a:cubicBezTo>
                    <a:pt x="41" y="4"/>
                    <a:pt x="28" y="0"/>
                    <a:pt x="26" y="0"/>
                  </a:cubicBezTo>
                  <a:cubicBezTo>
                    <a:pt x="20" y="1"/>
                    <a:pt x="13" y="2"/>
                    <a:pt x="9" y="6"/>
                  </a:cubicBezTo>
                  <a:cubicBezTo>
                    <a:pt x="2" y="10"/>
                    <a:pt x="0" y="18"/>
                    <a:pt x="2" y="26"/>
                  </a:cubicBezTo>
                  <a:cubicBezTo>
                    <a:pt x="2" y="29"/>
                    <a:pt x="3" y="32"/>
                    <a:pt x="6" y="34"/>
                  </a:cubicBezTo>
                  <a:cubicBezTo>
                    <a:pt x="9" y="36"/>
                    <a:pt x="18" y="38"/>
                    <a:pt x="22" y="38"/>
                  </a:cubicBezTo>
                  <a:cubicBezTo>
                    <a:pt x="26" y="39"/>
                    <a:pt x="27" y="39"/>
                    <a:pt x="29" y="34"/>
                  </a:cubicBezTo>
                  <a:cubicBezTo>
                    <a:pt x="30" y="33"/>
                    <a:pt x="31" y="29"/>
                    <a:pt x="30" y="28"/>
                  </a:cubicBezTo>
                  <a:cubicBezTo>
                    <a:pt x="28" y="26"/>
                    <a:pt x="19" y="24"/>
                    <a:pt x="16" y="22"/>
                  </a:cubicBezTo>
                  <a:cubicBezTo>
                    <a:pt x="11" y="19"/>
                    <a:pt x="8" y="18"/>
                    <a:pt x="13" y="13"/>
                  </a:cubicBezTo>
                  <a:cubicBezTo>
                    <a:pt x="15" y="12"/>
                    <a:pt x="18" y="10"/>
                    <a:pt x="20" y="9"/>
                  </a:cubicBezTo>
                  <a:cubicBezTo>
                    <a:pt x="23" y="7"/>
                    <a:pt x="29" y="8"/>
                    <a:pt x="31" y="6"/>
                  </a:cubicBezTo>
                </a:path>
              </a:pathLst>
            </a:custGeom>
            <a:solidFill>
              <a:srgbClr val="6B2D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384" name="Freeform 182">
              <a:extLst>
                <a:ext uri="{FF2B5EF4-FFF2-40B4-BE49-F238E27FC236}">
                  <a16:creationId xmlns:a16="http://schemas.microsoft.com/office/drawing/2014/main" id="{8ECCFC04-1A88-4418-828E-D6278561EB8E}"/>
                </a:ext>
              </a:extLst>
            </p:cNvPr>
            <p:cNvSpPr>
              <a:spLocks/>
            </p:cNvSpPr>
            <p:nvPr/>
          </p:nvSpPr>
          <p:spPr bwMode="auto">
            <a:xfrm>
              <a:off x="940" y="1127"/>
              <a:ext cx="93" cy="131"/>
            </a:xfrm>
            <a:custGeom>
              <a:avLst/>
              <a:gdLst>
                <a:gd name="T0" fmla="*/ 13 w 57"/>
                <a:gd name="T1" fmla="*/ 152 h 81"/>
                <a:gd name="T2" fmla="*/ 147 w 57"/>
                <a:gd name="T3" fmla="*/ 94 h 81"/>
                <a:gd name="T4" fmla="*/ 194 w 57"/>
                <a:gd name="T5" fmla="*/ 47 h 81"/>
                <a:gd name="T6" fmla="*/ 220 w 57"/>
                <a:gd name="T7" fmla="*/ 16 h 81"/>
                <a:gd name="T8" fmla="*/ 248 w 57"/>
                <a:gd name="T9" fmla="*/ 0 h 81"/>
                <a:gd name="T10" fmla="*/ 219 w 57"/>
                <a:gd name="T11" fmla="*/ 55 h 81"/>
                <a:gd name="T12" fmla="*/ 165 w 57"/>
                <a:gd name="T13" fmla="*/ 123 h 81"/>
                <a:gd name="T14" fmla="*/ 113 w 57"/>
                <a:gd name="T15" fmla="*/ 233 h 81"/>
                <a:gd name="T16" fmla="*/ 55 w 57"/>
                <a:gd name="T17" fmla="*/ 343 h 81"/>
                <a:gd name="T18" fmla="*/ 69 w 57"/>
                <a:gd name="T19" fmla="*/ 215 h 81"/>
                <a:gd name="T20" fmla="*/ 0 w 57"/>
                <a:gd name="T21" fmla="*/ 165 h 8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7" h="81">
                  <a:moveTo>
                    <a:pt x="3" y="36"/>
                  </a:moveTo>
                  <a:cubicBezTo>
                    <a:pt x="15" y="37"/>
                    <a:pt x="25" y="29"/>
                    <a:pt x="34" y="22"/>
                  </a:cubicBezTo>
                  <a:cubicBezTo>
                    <a:pt x="38" y="19"/>
                    <a:pt x="42" y="15"/>
                    <a:pt x="45" y="11"/>
                  </a:cubicBezTo>
                  <a:cubicBezTo>
                    <a:pt x="47" y="8"/>
                    <a:pt x="48" y="6"/>
                    <a:pt x="51" y="4"/>
                  </a:cubicBezTo>
                  <a:cubicBezTo>
                    <a:pt x="52" y="2"/>
                    <a:pt x="55" y="1"/>
                    <a:pt x="57" y="0"/>
                  </a:cubicBezTo>
                  <a:cubicBezTo>
                    <a:pt x="55" y="4"/>
                    <a:pt x="52" y="9"/>
                    <a:pt x="50" y="13"/>
                  </a:cubicBezTo>
                  <a:cubicBezTo>
                    <a:pt x="46" y="19"/>
                    <a:pt x="41" y="24"/>
                    <a:pt x="38" y="29"/>
                  </a:cubicBezTo>
                  <a:cubicBezTo>
                    <a:pt x="33" y="37"/>
                    <a:pt x="29" y="45"/>
                    <a:pt x="26" y="55"/>
                  </a:cubicBezTo>
                  <a:cubicBezTo>
                    <a:pt x="23" y="64"/>
                    <a:pt x="20" y="74"/>
                    <a:pt x="13" y="81"/>
                  </a:cubicBezTo>
                  <a:cubicBezTo>
                    <a:pt x="14" y="71"/>
                    <a:pt x="23" y="60"/>
                    <a:pt x="16" y="51"/>
                  </a:cubicBezTo>
                  <a:cubicBezTo>
                    <a:pt x="12" y="45"/>
                    <a:pt x="4" y="45"/>
                    <a:pt x="0" y="39"/>
                  </a:cubicBezTo>
                </a:path>
              </a:pathLst>
            </a:custGeom>
            <a:solidFill>
              <a:srgbClr val="6B2D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385" name="Freeform 183">
              <a:extLst>
                <a:ext uri="{FF2B5EF4-FFF2-40B4-BE49-F238E27FC236}">
                  <a16:creationId xmlns:a16="http://schemas.microsoft.com/office/drawing/2014/main" id="{B1215957-372A-43B3-8F45-062074E6438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5" y="1126"/>
              <a:ext cx="47" cy="109"/>
            </a:xfrm>
            <a:custGeom>
              <a:avLst/>
              <a:gdLst>
                <a:gd name="T0" fmla="*/ 73 w 29"/>
                <a:gd name="T1" fmla="*/ 0 h 68"/>
                <a:gd name="T2" fmla="*/ 68 w 29"/>
                <a:gd name="T3" fmla="*/ 69 h 68"/>
                <a:gd name="T4" fmla="*/ 76 w 29"/>
                <a:gd name="T5" fmla="*/ 141 h 68"/>
                <a:gd name="T6" fmla="*/ 97 w 29"/>
                <a:gd name="T7" fmla="*/ 213 h 68"/>
                <a:gd name="T8" fmla="*/ 123 w 29"/>
                <a:gd name="T9" fmla="*/ 281 h 68"/>
                <a:gd name="T10" fmla="*/ 55 w 29"/>
                <a:gd name="T11" fmla="*/ 141 h 68"/>
                <a:gd name="T12" fmla="*/ 0 w 29"/>
                <a:gd name="T13" fmla="*/ 74 h 6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" h="68">
                  <a:moveTo>
                    <a:pt x="17" y="0"/>
                  </a:moveTo>
                  <a:cubicBezTo>
                    <a:pt x="15" y="4"/>
                    <a:pt x="16" y="12"/>
                    <a:pt x="16" y="17"/>
                  </a:cubicBezTo>
                  <a:cubicBezTo>
                    <a:pt x="16" y="23"/>
                    <a:pt x="17" y="28"/>
                    <a:pt x="18" y="34"/>
                  </a:cubicBezTo>
                  <a:cubicBezTo>
                    <a:pt x="19" y="40"/>
                    <a:pt x="21" y="46"/>
                    <a:pt x="23" y="52"/>
                  </a:cubicBezTo>
                  <a:cubicBezTo>
                    <a:pt x="24" y="58"/>
                    <a:pt x="28" y="63"/>
                    <a:pt x="29" y="68"/>
                  </a:cubicBezTo>
                  <a:cubicBezTo>
                    <a:pt x="19" y="63"/>
                    <a:pt x="15" y="45"/>
                    <a:pt x="13" y="34"/>
                  </a:cubicBezTo>
                  <a:cubicBezTo>
                    <a:pt x="12" y="29"/>
                    <a:pt x="9" y="9"/>
                    <a:pt x="0" y="18"/>
                  </a:cubicBezTo>
                </a:path>
              </a:pathLst>
            </a:custGeom>
            <a:solidFill>
              <a:srgbClr val="6B2D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386" name="Freeform 184">
              <a:extLst>
                <a:ext uri="{FF2B5EF4-FFF2-40B4-BE49-F238E27FC236}">
                  <a16:creationId xmlns:a16="http://schemas.microsoft.com/office/drawing/2014/main" id="{1F400862-A53C-47AF-9D50-454E771951F7}"/>
                </a:ext>
              </a:extLst>
            </p:cNvPr>
            <p:cNvSpPr>
              <a:spLocks/>
            </p:cNvSpPr>
            <p:nvPr/>
          </p:nvSpPr>
          <p:spPr bwMode="auto">
            <a:xfrm>
              <a:off x="986" y="1275"/>
              <a:ext cx="162" cy="18"/>
            </a:xfrm>
            <a:custGeom>
              <a:avLst/>
              <a:gdLst>
                <a:gd name="T0" fmla="*/ 5 w 100"/>
                <a:gd name="T1" fmla="*/ 34 h 11"/>
                <a:gd name="T2" fmla="*/ 204 w 100"/>
                <a:gd name="T3" fmla="*/ 29 h 11"/>
                <a:gd name="T4" fmla="*/ 424 w 100"/>
                <a:gd name="T5" fmla="*/ 18 h 11"/>
                <a:gd name="T6" fmla="*/ 376 w 100"/>
                <a:gd name="T7" fmla="*/ 8 h 11"/>
                <a:gd name="T8" fmla="*/ 262 w 100"/>
                <a:gd name="T9" fmla="*/ 8 h 11"/>
                <a:gd name="T10" fmla="*/ 115 w 100"/>
                <a:gd name="T11" fmla="*/ 0 h 11"/>
                <a:gd name="T12" fmla="*/ 0 w 100"/>
                <a:gd name="T13" fmla="*/ 47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0" h="11">
                  <a:moveTo>
                    <a:pt x="1" y="8"/>
                  </a:moveTo>
                  <a:cubicBezTo>
                    <a:pt x="16" y="3"/>
                    <a:pt x="33" y="5"/>
                    <a:pt x="48" y="7"/>
                  </a:cubicBezTo>
                  <a:cubicBezTo>
                    <a:pt x="66" y="9"/>
                    <a:pt x="82" y="5"/>
                    <a:pt x="100" y="4"/>
                  </a:cubicBezTo>
                  <a:cubicBezTo>
                    <a:pt x="96" y="1"/>
                    <a:pt x="92" y="2"/>
                    <a:pt x="88" y="2"/>
                  </a:cubicBezTo>
                  <a:cubicBezTo>
                    <a:pt x="79" y="2"/>
                    <a:pt x="70" y="2"/>
                    <a:pt x="62" y="2"/>
                  </a:cubicBezTo>
                  <a:cubicBezTo>
                    <a:pt x="49" y="3"/>
                    <a:pt x="40" y="0"/>
                    <a:pt x="27" y="0"/>
                  </a:cubicBezTo>
                  <a:cubicBezTo>
                    <a:pt x="19" y="0"/>
                    <a:pt x="2" y="2"/>
                    <a:pt x="0" y="11"/>
                  </a:cubicBezTo>
                </a:path>
              </a:pathLst>
            </a:custGeom>
            <a:solidFill>
              <a:srgbClr val="6B2D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387" name="Freeform 185">
              <a:extLst>
                <a:ext uri="{FF2B5EF4-FFF2-40B4-BE49-F238E27FC236}">
                  <a16:creationId xmlns:a16="http://schemas.microsoft.com/office/drawing/2014/main" id="{8CFEE7AB-8C27-47EB-81D5-E93E92C6D77B}"/>
                </a:ext>
              </a:extLst>
            </p:cNvPr>
            <p:cNvSpPr>
              <a:spLocks/>
            </p:cNvSpPr>
            <p:nvPr/>
          </p:nvSpPr>
          <p:spPr bwMode="auto">
            <a:xfrm>
              <a:off x="926" y="1299"/>
              <a:ext cx="32" cy="41"/>
            </a:xfrm>
            <a:custGeom>
              <a:avLst/>
              <a:gdLst>
                <a:gd name="T0" fmla="*/ 0 w 20"/>
                <a:gd name="T1" fmla="*/ 0 h 25"/>
                <a:gd name="T2" fmla="*/ 34 w 20"/>
                <a:gd name="T3" fmla="*/ 92 h 25"/>
                <a:gd name="T4" fmla="*/ 82 w 20"/>
                <a:gd name="T5" fmla="*/ 43 h 25"/>
                <a:gd name="T6" fmla="*/ 56 w 20"/>
                <a:gd name="T7" fmla="*/ 56 h 25"/>
                <a:gd name="T8" fmla="*/ 8 w 20"/>
                <a:gd name="T9" fmla="*/ 5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25">
                  <a:moveTo>
                    <a:pt x="0" y="0"/>
                  </a:moveTo>
                  <a:cubicBezTo>
                    <a:pt x="0" y="5"/>
                    <a:pt x="4" y="17"/>
                    <a:pt x="8" y="21"/>
                  </a:cubicBezTo>
                  <a:cubicBezTo>
                    <a:pt x="12" y="25"/>
                    <a:pt x="19" y="16"/>
                    <a:pt x="20" y="10"/>
                  </a:cubicBezTo>
                  <a:cubicBezTo>
                    <a:pt x="18" y="12"/>
                    <a:pt x="16" y="13"/>
                    <a:pt x="14" y="13"/>
                  </a:cubicBezTo>
                  <a:cubicBezTo>
                    <a:pt x="10" y="13"/>
                    <a:pt x="2" y="4"/>
                    <a:pt x="2" y="1"/>
                  </a:cubicBezTo>
                </a:path>
              </a:pathLst>
            </a:custGeom>
            <a:solidFill>
              <a:srgbClr val="6B2D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388" name="Freeform 186">
              <a:extLst>
                <a:ext uri="{FF2B5EF4-FFF2-40B4-BE49-F238E27FC236}">
                  <a16:creationId xmlns:a16="http://schemas.microsoft.com/office/drawing/2014/main" id="{9DF2C9AE-DE78-4BC9-8DE7-81D716C9003E}"/>
                </a:ext>
              </a:extLst>
            </p:cNvPr>
            <p:cNvSpPr>
              <a:spLocks/>
            </p:cNvSpPr>
            <p:nvPr/>
          </p:nvSpPr>
          <p:spPr bwMode="auto">
            <a:xfrm>
              <a:off x="871" y="1145"/>
              <a:ext cx="45" cy="134"/>
            </a:xfrm>
            <a:custGeom>
              <a:avLst/>
              <a:gdLst>
                <a:gd name="T0" fmla="*/ 13 w 28"/>
                <a:gd name="T1" fmla="*/ 63 h 83"/>
                <a:gd name="T2" fmla="*/ 69 w 28"/>
                <a:gd name="T3" fmla="*/ 192 h 83"/>
                <a:gd name="T4" fmla="*/ 116 w 28"/>
                <a:gd name="T5" fmla="*/ 349 h 83"/>
                <a:gd name="T6" fmla="*/ 95 w 28"/>
                <a:gd name="T7" fmla="*/ 224 h 83"/>
                <a:gd name="T8" fmla="*/ 68 w 28"/>
                <a:gd name="T9" fmla="*/ 102 h 83"/>
                <a:gd name="T10" fmla="*/ 42 w 28"/>
                <a:gd name="T11" fmla="*/ 39 h 83"/>
                <a:gd name="T12" fmla="*/ 0 w 28"/>
                <a:gd name="T13" fmla="*/ 0 h 8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" h="83">
                  <a:moveTo>
                    <a:pt x="3" y="15"/>
                  </a:moveTo>
                  <a:cubicBezTo>
                    <a:pt x="7" y="25"/>
                    <a:pt x="12" y="35"/>
                    <a:pt x="17" y="46"/>
                  </a:cubicBezTo>
                  <a:cubicBezTo>
                    <a:pt x="22" y="57"/>
                    <a:pt x="22" y="72"/>
                    <a:pt x="28" y="83"/>
                  </a:cubicBezTo>
                  <a:cubicBezTo>
                    <a:pt x="23" y="74"/>
                    <a:pt x="26" y="62"/>
                    <a:pt x="23" y="53"/>
                  </a:cubicBezTo>
                  <a:cubicBezTo>
                    <a:pt x="21" y="43"/>
                    <a:pt x="14" y="34"/>
                    <a:pt x="16" y="24"/>
                  </a:cubicBezTo>
                  <a:cubicBezTo>
                    <a:pt x="17" y="16"/>
                    <a:pt x="16" y="16"/>
                    <a:pt x="10" y="9"/>
                  </a:cubicBezTo>
                  <a:cubicBezTo>
                    <a:pt x="7" y="6"/>
                    <a:pt x="4" y="3"/>
                    <a:pt x="0" y="0"/>
                  </a:cubicBezTo>
                </a:path>
              </a:pathLst>
            </a:custGeom>
            <a:solidFill>
              <a:srgbClr val="6B2D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389" name="Freeform 187">
              <a:extLst>
                <a:ext uri="{FF2B5EF4-FFF2-40B4-BE49-F238E27FC236}">
                  <a16:creationId xmlns:a16="http://schemas.microsoft.com/office/drawing/2014/main" id="{214D7CDB-2FF5-42DA-BBD9-B3D4C9338843}"/>
                </a:ext>
              </a:extLst>
            </p:cNvPr>
            <p:cNvSpPr>
              <a:spLocks/>
            </p:cNvSpPr>
            <p:nvPr/>
          </p:nvSpPr>
          <p:spPr bwMode="auto">
            <a:xfrm>
              <a:off x="910" y="955"/>
              <a:ext cx="16" cy="53"/>
            </a:xfrm>
            <a:custGeom>
              <a:avLst/>
              <a:gdLst>
                <a:gd name="T0" fmla="*/ 8 w 10"/>
                <a:gd name="T1" fmla="*/ 0 h 33"/>
                <a:gd name="T2" fmla="*/ 35 w 10"/>
                <a:gd name="T3" fmla="*/ 26 h 33"/>
                <a:gd name="T4" fmla="*/ 42 w 10"/>
                <a:gd name="T5" fmla="*/ 63 h 33"/>
                <a:gd name="T6" fmla="*/ 16 w 10"/>
                <a:gd name="T7" fmla="*/ 137 h 33"/>
                <a:gd name="T8" fmla="*/ 16 w 10"/>
                <a:gd name="T9" fmla="*/ 69 h 33"/>
                <a:gd name="T10" fmla="*/ 5 w 10"/>
                <a:gd name="T11" fmla="*/ 42 h 3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" h="33">
                  <a:moveTo>
                    <a:pt x="2" y="0"/>
                  </a:moveTo>
                  <a:cubicBezTo>
                    <a:pt x="3" y="3"/>
                    <a:pt x="7" y="3"/>
                    <a:pt x="9" y="6"/>
                  </a:cubicBezTo>
                  <a:cubicBezTo>
                    <a:pt x="10" y="8"/>
                    <a:pt x="10" y="12"/>
                    <a:pt x="10" y="15"/>
                  </a:cubicBezTo>
                  <a:cubicBezTo>
                    <a:pt x="10" y="20"/>
                    <a:pt x="8" y="29"/>
                    <a:pt x="4" y="33"/>
                  </a:cubicBezTo>
                  <a:cubicBezTo>
                    <a:pt x="5" y="29"/>
                    <a:pt x="6" y="21"/>
                    <a:pt x="4" y="17"/>
                  </a:cubicBezTo>
                  <a:cubicBezTo>
                    <a:pt x="3" y="14"/>
                    <a:pt x="0" y="14"/>
                    <a:pt x="1" y="10"/>
                  </a:cubicBezTo>
                </a:path>
              </a:pathLst>
            </a:custGeom>
            <a:solidFill>
              <a:srgbClr val="6B2D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390" name="Freeform 188">
              <a:extLst>
                <a:ext uri="{FF2B5EF4-FFF2-40B4-BE49-F238E27FC236}">
                  <a16:creationId xmlns:a16="http://schemas.microsoft.com/office/drawing/2014/main" id="{34B56CD5-B206-4B20-98E0-D38E246CCE44}"/>
                </a:ext>
              </a:extLst>
            </p:cNvPr>
            <p:cNvSpPr>
              <a:spLocks/>
            </p:cNvSpPr>
            <p:nvPr/>
          </p:nvSpPr>
          <p:spPr bwMode="auto">
            <a:xfrm>
              <a:off x="642" y="1517"/>
              <a:ext cx="36" cy="286"/>
            </a:xfrm>
            <a:custGeom>
              <a:avLst/>
              <a:gdLst>
                <a:gd name="T0" fmla="*/ 34 w 22"/>
                <a:gd name="T1" fmla="*/ 21 h 178"/>
                <a:gd name="T2" fmla="*/ 54 w 22"/>
                <a:gd name="T3" fmla="*/ 56 h 178"/>
                <a:gd name="T4" fmla="*/ 54 w 22"/>
                <a:gd name="T5" fmla="*/ 111 h 178"/>
                <a:gd name="T6" fmla="*/ 41 w 22"/>
                <a:gd name="T7" fmla="*/ 220 h 178"/>
                <a:gd name="T8" fmla="*/ 77 w 22"/>
                <a:gd name="T9" fmla="*/ 384 h 178"/>
                <a:gd name="T10" fmla="*/ 97 w 22"/>
                <a:gd name="T11" fmla="*/ 535 h 178"/>
                <a:gd name="T12" fmla="*/ 83 w 22"/>
                <a:gd name="T13" fmla="*/ 614 h 178"/>
                <a:gd name="T14" fmla="*/ 54 w 22"/>
                <a:gd name="T15" fmla="*/ 739 h 178"/>
                <a:gd name="T16" fmla="*/ 67 w 22"/>
                <a:gd name="T17" fmla="*/ 548 h 178"/>
                <a:gd name="T18" fmla="*/ 43 w 22"/>
                <a:gd name="T19" fmla="*/ 485 h 178"/>
                <a:gd name="T20" fmla="*/ 8 w 22"/>
                <a:gd name="T21" fmla="*/ 374 h 178"/>
                <a:gd name="T22" fmla="*/ 5 w 22"/>
                <a:gd name="T23" fmla="*/ 246 h 178"/>
                <a:gd name="T24" fmla="*/ 21 w 22"/>
                <a:gd name="T25" fmla="*/ 124 h 178"/>
                <a:gd name="T26" fmla="*/ 13 w 22"/>
                <a:gd name="T27" fmla="*/ 0 h 178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2" h="178">
                  <a:moveTo>
                    <a:pt x="8" y="5"/>
                  </a:moveTo>
                  <a:cubicBezTo>
                    <a:pt x="9" y="8"/>
                    <a:pt x="11" y="10"/>
                    <a:pt x="12" y="14"/>
                  </a:cubicBezTo>
                  <a:cubicBezTo>
                    <a:pt x="13" y="18"/>
                    <a:pt x="13" y="23"/>
                    <a:pt x="12" y="27"/>
                  </a:cubicBezTo>
                  <a:cubicBezTo>
                    <a:pt x="11" y="36"/>
                    <a:pt x="9" y="44"/>
                    <a:pt x="9" y="53"/>
                  </a:cubicBezTo>
                  <a:cubicBezTo>
                    <a:pt x="9" y="67"/>
                    <a:pt x="14" y="79"/>
                    <a:pt x="18" y="93"/>
                  </a:cubicBezTo>
                  <a:cubicBezTo>
                    <a:pt x="21" y="104"/>
                    <a:pt x="22" y="117"/>
                    <a:pt x="22" y="129"/>
                  </a:cubicBezTo>
                  <a:cubicBezTo>
                    <a:pt x="22" y="136"/>
                    <a:pt x="20" y="142"/>
                    <a:pt x="19" y="148"/>
                  </a:cubicBezTo>
                  <a:cubicBezTo>
                    <a:pt x="17" y="157"/>
                    <a:pt x="17" y="169"/>
                    <a:pt x="12" y="178"/>
                  </a:cubicBezTo>
                  <a:cubicBezTo>
                    <a:pt x="17" y="164"/>
                    <a:pt x="15" y="147"/>
                    <a:pt x="15" y="132"/>
                  </a:cubicBezTo>
                  <a:cubicBezTo>
                    <a:pt x="15" y="126"/>
                    <a:pt x="13" y="123"/>
                    <a:pt x="10" y="117"/>
                  </a:cubicBezTo>
                  <a:cubicBezTo>
                    <a:pt x="6" y="109"/>
                    <a:pt x="4" y="99"/>
                    <a:pt x="2" y="90"/>
                  </a:cubicBezTo>
                  <a:cubicBezTo>
                    <a:pt x="1" y="79"/>
                    <a:pt x="0" y="69"/>
                    <a:pt x="1" y="59"/>
                  </a:cubicBezTo>
                  <a:cubicBezTo>
                    <a:pt x="2" y="49"/>
                    <a:pt x="5" y="40"/>
                    <a:pt x="5" y="30"/>
                  </a:cubicBezTo>
                  <a:cubicBezTo>
                    <a:pt x="6" y="20"/>
                    <a:pt x="2" y="10"/>
                    <a:pt x="3" y="0"/>
                  </a:cubicBezTo>
                </a:path>
              </a:pathLst>
            </a:custGeom>
            <a:solidFill>
              <a:srgbClr val="6B2D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391" name="Freeform 189">
              <a:extLst>
                <a:ext uri="{FF2B5EF4-FFF2-40B4-BE49-F238E27FC236}">
                  <a16:creationId xmlns:a16="http://schemas.microsoft.com/office/drawing/2014/main" id="{B3F9449D-F2F7-4016-A807-E27491C44973}"/>
                </a:ext>
              </a:extLst>
            </p:cNvPr>
            <p:cNvSpPr>
              <a:spLocks/>
            </p:cNvSpPr>
            <p:nvPr/>
          </p:nvSpPr>
          <p:spPr bwMode="auto">
            <a:xfrm>
              <a:off x="932" y="2053"/>
              <a:ext cx="16" cy="19"/>
            </a:xfrm>
            <a:custGeom>
              <a:avLst/>
              <a:gdLst>
                <a:gd name="T0" fmla="*/ 0 w 10"/>
                <a:gd name="T1" fmla="*/ 27 h 12"/>
                <a:gd name="T2" fmla="*/ 42 w 10"/>
                <a:gd name="T3" fmla="*/ 33 h 12"/>
                <a:gd name="T4" fmla="*/ 34 w 10"/>
                <a:gd name="T5" fmla="*/ 5 h 12"/>
                <a:gd name="T6" fmla="*/ 5 w 10"/>
                <a:gd name="T7" fmla="*/ 8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2">
                  <a:moveTo>
                    <a:pt x="0" y="7"/>
                  </a:moveTo>
                  <a:cubicBezTo>
                    <a:pt x="2" y="11"/>
                    <a:pt x="8" y="12"/>
                    <a:pt x="10" y="8"/>
                  </a:cubicBezTo>
                  <a:cubicBezTo>
                    <a:pt x="10" y="7"/>
                    <a:pt x="9" y="2"/>
                    <a:pt x="8" y="1"/>
                  </a:cubicBezTo>
                  <a:cubicBezTo>
                    <a:pt x="6" y="0"/>
                    <a:pt x="4" y="0"/>
                    <a:pt x="1" y="2"/>
                  </a:cubicBezTo>
                </a:path>
              </a:pathLst>
            </a:custGeom>
            <a:solidFill>
              <a:srgbClr val="6B2D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392" name="Freeform 190">
              <a:extLst>
                <a:ext uri="{FF2B5EF4-FFF2-40B4-BE49-F238E27FC236}">
                  <a16:creationId xmlns:a16="http://schemas.microsoft.com/office/drawing/2014/main" id="{168228D9-97B2-4492-996D-E6E3ADEC040D}"/>
                </a:ext>
              </a:extLst>
            </p:cNvPr>
            <p:cNvSpPr>
              <a:spLocks/>
            </p:cNvSpPr>
            <p:nvPr/>
          </p:nvSpPr>
          <p:spPr bwMode="auto">
            <a:xfrm>
              <a:off x="880" y="2339"/>
              <a:ext cx="135" cy="63"/>
            </a:xfrm>
            <a:custGeom>
              <a:avLst/>
              <a:gdLst>
                <a:gd name="T0" fmla="*/ 8 w 83"/>
                <a:gd name="T1" fmla="*/ 76 h 39"/>
                <a:gd name="T2" fmla="*/ 185 w 83"/>
                <a:gd name="T3" fmla="*/ 165 h 39"/>
                <a:gd name="T4" fmla="*/ 270 w 83"/>
                <a:gd name="T5" fmla="*/ 131 h 39"/>
                <a:gd name="T6" fmla="*/ 358 w 83"/>
                <a:gd name="T7" fmla="*/ 0 h 39"/>
                <a:gd name="T8" fmla="*/ 301 w 83"/>
                <a:gd name="T9" fmla="*/ 50 h 39"/>
                <a:gd name="T10" fmla="*/ 194 w 83"/>
                <a:gd name="T11" fmla="*/ 97 h 39"/>
                <a:gd name="T12" fmla="*/ 81 w 83"/>
                <a:gd name="T13" fmla="*/ 68 h 39"/>
                <a:gd name="T14" fmla="*/ 0 w 83"/>
                <a:gd name="T15" fmla="*/ 39 h 3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3" h="39">
                  <a:moveTo>
                    <a:pt x="2" y="18"/>
                  </a:moveTo>
                  <a:cubicBezTo>
                    <a:pt x="14" y="29"/>
                    <a:pt x="25" y="39"/>
                    <a:pt x="43" y="39"/>
                  </a:cubicBezTo>
                  <a:cubicBezTo>
                    <a:pt x="50" y="38"/>
                    <a:pt x="58" y="36"/>
                    <a:pt x="63" y="31"/>
                  </a:cubicBezTo>
                  <a:cubicBezTo>
                    <a:pt x="70" y="24"/>
                    <a:pt x="81" y="10"/>
                    <a:pt x="83" y="0"/>
                  </a:cubicBezTo>
                  <a:cubicBezTo>
                    <a:pt x="78" y="2"/>
                    <a:pt x="74" y="9"/>
                    <a:pt x="70" y="12"/>
                  </a:cubicBezTo>
                  <a:cubicBezTo>
                    <a:pt x="63" y="19"/>
                    <a:pt x="54" y="23"/>
                    <a:pt x="45" y="23"/>
                  </a:cubicBezTo>
                  <a:cubicBezTo>
                    <a:pt x="35" y="23"/>
                    <a:pt x="28" y="18"/>
                    <a:pt x="19" y="16"/>
                  </a:cubicBezTo>
                  <a:cubicBezTo>
                    <a:pt x="14" y="14"/>
                    <a:pt x="2" y="16"/>
                    <a:pt x="0" y="9"/>
                  </a:cubicBezTo>
                </a:path>
              </a:pathLst>
            </a:custGeom>
            <a:solidFill>
              <a:srgbClr val="6B2D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393" name="Freeform 191">
              <a:extLst>
                <a:ext uri="{FF2B5EF4-FFF2-40B4-BE49-F238E27FC236}">
                  <a16:creationId xmlns:a16="http://schemas.microsoft.com/office/drawing/2014/main" id="{028CE413-ED23-4546-8961-310A57831603}"/>
                </a:ext>
              </a:extLst>
            </p:cNvPr>
            <p:cNvSpPr>
              <a:spLocks/>
            </p:cNvSpPr>
            <p:nvPr/>
          </p:nvSpPr>
          <p:spPr bwMode="auto">
            <a:xfrm>
              <a:off x="882" y="2392"/>
              <a:ext cx="47" cy="692"/>
            </a:xfrm>
            <a:custGeom>
              <a:avLst/>
              <a:gdLst>
                <a:gd name="T0" fmla="*/ 0 w 29"/>
                <a:gd name="T1" fmla="*/ 0 h 430"/>
                <a:gd name="T2" fmla="*/ 123 w 29"/>
                <a:gd name="T3" fmla="*/ 179 h 430"/>
                <a:gd name="T4" fmla="*/ 84 w 29"/>
                <a:gd name="T5" fmla="*/ 880 h 430"/>
                <a:gd name="T6" fmla="*/ 89 w 29"/>
                <a:gd name="T7" fmla="*/ 1394 h 430"/>
                <a:gd name="T8" fmla="*/ 68 w 29"/>
                <a:gd name="T9" fmla="*/ 1793 h 430"/>
                <a:gd name="T10" fmla="*/ 47 w 29"/>
                <a:gd name="T11" fmla="*/ 1381 h 430"/>
                <a:gd name="T12" fmla="*/ 13 w 29"/>
                <a:gd name="T13" fmla="*/ 608 h 430"/>
                <a:gd name="T14" fmla="*/ 8 w 29"/>
                <a:gd name="T15" fmla="*/ 8 h 43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9" h="430">
                  <a:moveTo>
                    <a:pt x="0" y="0"/>
                  </a:moveTo>
                  <a:cubicBezTo>
                    <a:pt x="13" y="11"/>
                    <a:pt x="29" y="18"/>
                    <a:pt x="29" y="43"/>
                  </a:cubicBezTo>
                  <a:cubicBezTo>
                    <a:pt x="29" y="68"/>
                    <a:pt x="19" y="160"/>
                    <a:pt x="20" y="211"/>
                  </a:cubicBezTo>
                  <a:cubicBezTo>
                    <a:pt x="21" y="262"/>
                    <a:pt x="20" y="311"/>
                    <a:pt x="21" y="334"/>
                  </a:cubicBezTo>
                  <a:cubicBezTo>
                    <a:pt x="22" y="357"/>
                    <a:pt x="29" y="383"/>
                    <a:pt x="16" y="430"/>
                  </a:cubicBezTo>
                  <a:cubicBezTo>
                    <a:pt x="20" y="412"/>
                    <a:pt x="20" y="364"/>
                    <a:pt x="11" y="331"/>
                  </a:cubicBezTo>
                  <a:cubicBezTo>
                    <a:pt x="2" y="298"/>
                    <a:pt x="0" y="180"/>
                    <a:pt x="3" y="146"/>
                  </a:cubicBezTo>
                  <a:cubicBezTo>
                    <a:pt x="6" y="112"/>
                    <a:pt x="13" y="16"/>
                    <a:pt x="2" y="2"/>
                  </a:cubicBezTo>
                </a:path>
              </a:pathLst>
            </a:custGeom>
            <a:solidFill>
              <a:srgbClr val="6B2D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394" name="Freeform 192">
              <a:extLst>
                <a:ext uri="{FF2B5EF4-FFF2-40B4-BE49-F238E27FC236}">
                  <a16:creationId xmlns:a16="http://schemas.microsoft.com/office/drawing/2014/main" id="{2E0D81F5-8758-4E10-B2B7-37970D16D531}"/>
                </a:ext>
              </a:extLst>
            </p:cNvPr>
            <p:cNvSpPr>
              <a:spLocks/>
            </p:cNvSpPr>
            <p:nvPr/>
          </p:nvSpPr>
          <p:spPr bwMode="auto">
            <a:xfrm>
              <a:off x="890" y="3216"/>
              <a:ext cx="39" cy="475"/>
            </a:xfrm>
            <a:custGeom>
              <a:avLst/>
              <a:gdLst>
                <a:gd name="T0" fmla="*/ 75 w 24"/>
                <a:gd name="T1" fmla="*/ 0 h 295"/>
                <a:gd name="T2" fmla="*/ 63 w 24"/>
                <a:gd name="T3" fmla="*/ 630 h 295"/>
                <a:gd name="T4" fmla="*/ 18 w 24"/>
                <a:gd name="T5" fmla="*/ 1232 h 295"/>
                <a:gd name="T6" fmla="*/ 75 w 24"/>
                <a:gd name="T7" fmla="*/ 0 h 29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295">
                  <a:moveTo>
                    <a:pt x="17" y="0"/>
                  </a:moveTo>
                  <a:cubicBezTo>
                    <a:pt x="21" y="28"/>
                    <a:pt x="24" y="84"/>
                    <a:pt x="15" y="151"/>
                  </a:cubicBezTo>
                  <a:cubicBezTo>
                    <a:pt x="6" y="218"/>
                    <a:pt x="3" y="270"/>
                    <a:pt x="4" y="295"/>
                  </a:cubicBezTo>
                  <a:cubicBezTo>
                    <a:pt x="0" y="252"/>
                    <a:pt x="14" y="71"/>
                    <a:pt x="17" y="0"/>
                  </a:cubicBezTo>
                </a:path>
              </a:pathLst>
            </a:custGeom>
            <a:solidFill>
              <a:srgbClr val="6B2D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395" name="Freeform 193">
              <a:extLst>
                <a:ext uri="{FF2B5EF4-FFF2-40B4-BE49-F238E27FC236}">
                  <a16:creationId xmlns:a16="http://schemas.microsoft.com/office/drawing/2014/main" id="{7C2AE610-7AB6-4E25-AA30-4837CA77B47D}"/>
                </a:ext>
              </a:extLst>
            </p:cNvPr>
            <p:cNvSpPr>
              <a:spLocks/>
            </p:cNvSpPr>
            <p:nvPr/>
          </p:nvSpPr>
          <p:spPr bwMode="auto">
            <a:xfrm>
              <a:off x="772" y="1290"/>
              <a:ext cx="120" cy="13"/>
            </a:xfrm>
            <a:custGeom>
              <a:avLst/>
              <a:gdLst>
                <a:gd name="T0" fmla="*/ 136 w 74"/>
                <a:gd name="T1" fmla="*/ 29 h 8"/>
                <a:gd name="T2" fmla="*/ 316 w 74"/>
                <a:gd name="T3" fmla="*/ 18 h 8"/>
                <a:gd name="T4" fmla="*/ 198 w 74"/>
                <a:gd name="T5" fmla="*/ 8 h 8"/>
                <a:gd name="T6" fmla="*/ 0 w 74"/>
                <a:gd name="T7" fmla="*/ 8 h 8"/>
                <a:gd name="T8" fmla="*/ 136 w 74"/>
                <a:gd name="T9" fmla="*/ 29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4" h="8">
                  <a:moveTo>
                    <a:pt x="32" y="7"/>
                  </a:moveTo>
                  <a:cubicBezTo>
                    <a:pt x="44" y="6"/>
                    <a:pt x="62" y="2"/>
                    <a:pt x="74" y="4"/>
                  </a:cubicBezTo>
                  <a:cubicBezTo>
                    <a:pt x="68" y="0"/>
                    <a:pt x="58" y="2"/>
                    <a:pt x="46" y="2"/>
                  </a:cubicBezTo>
                  <a:cubicBezTo>
                    <a:pt x="33" y="3"/>
                    <a:pt x="10" y="6"/>
                    <a:pt x="0" y="2"/>
                  </a:cubicBezTo>
                  <a:cubicBezTo>
                    <a:pt x="16" y="8"/>
                    <a:pt x="24" y="6"/>
                    <a:pt x="32" y="7"/>
                  </a:cubicBezTo>
                </a:path>
              </a:pathLst>
            </a:custGeom>
            <a:solidFill>
              <a:srgbClr val="7E39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396" name="Freeform 194">
              <a:extLst>
                <a:ext uri="{FF2B5EF4-FFF2-40B4-BE49-F238E27FC236}">
                  <a16:creationId xmlns:a16="http://schemas.microsoft.com/office/drawing/2014/main" id="{779E9FB9-F00B-4F57-A1D0-37B03662B7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2" y="1290"/>
              <a:ext cx="120" cy="13"/>
            </a:xfrm>
            <a:custGeom>
              <a:avLst/>
              <a:gdLst>
                <a:gd name="T0" fmla="*/ 174 w 74"/>
                <a:gd name="T1" fmla="*/ 29 h 8"/>
                <a:gd name="T2" fmla="*/ 0 w 74"/>
                <a:gd name="T3" fmla="*/ 18 h 8"/>
                <a:gd name="T4" fmla="*/ 118 w 74"/>
                <a:gd name="T5" fmla="*/ 8 h 8"/>
                <a:gd name="T6" fmla="*/ 316 w 74"/>
                <a:gd name="T7" fmla="*/ 8 h 8"/>
                <a:gd name="T8" fmla="*/ 174 w 74"/>
                <a:gd name="T9" fmla="*/ 29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4" h="8">
                  <a:moveTo>
                    <a:pt x="41" y="7"/>
                  </a:moveTo>
                  <a:cubicBezTo>
                    <a:pt x="30" y="6"/>
                    <a:pt x="11" y="2"/>
                    <a:pt x="0" y="4"/>
                  </a:cubicBezTo>
                  <a:cubicBezTo>
                    <a:pt x="6" y="0"/>
                    <a:pt x="15" y="2"/>
                    <a:pt x="28" y="2"/>
                  </a:cubicBezTo>
                  <a:cubicBezTo>
                    <a:pt x="40" y="3"/>
                    <a:pt x="64" y="6"/>
                    <a:pt x="74" y="2"/>
                  </a:cubicBezTo>
                  <a:cubicBezTo>
                    <a:pt x="57" y="8"/>
                    <a:pt x="50" y="6"/>
                    <a:pt x="41" y="7"/>
                  </a:cubicBezTo>
                </a:path>
              </a:pathLst>
            </a:custGeom>
            <a:solidFill>
              <a:srgbClr val="7E39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397" name="Freeform 195">
              <a:extLst>
                <a:ext uri="{FF2B5EF4-FFF2-40B4-BE49-F238E27FC236}">
                  <a16:creationId xmlns:a16="http://schemas.microsoft.com/office/drawing/2014/main" id="{954E0C91-443C-4967-B5DE-2AB79549A5D6}"/>
                </a:ext>
              </a:extLst>
            </p:cNvPr>
            <p:cNvSpPr>
              <a:spLocks/>
            </p:cNvSpPr>
            <p:nvPr/>
          </p:nvSpPr>
          <p:spPr bwMode="auto">
            <a:xfrm>
              <a:off x="584" y="1279"/>
              <a:ext cx="108" cy="133"/>
            </a:xfrm>
            <a:custGeom>
              <a:avLst/>
              <a:gdLst>
                <a:gd name="T0" fmla="*/ 280 w 67"/>
                <a:gd name="T1" fmla="*/ 0 h 83"/>
                <a:gd name="T2" fmla="*/ 110 w 67"/>
                <a:gd name="T3" fmla="*/ 95 h 83"/>
                <a:gd name="T4" fmla="*/ 0 w 67"/>
                <a:gd name="T5" fmla="*/ 341 h 83"/>
                <a:gd name="T6" fmla="*/ 68 w 67"/>
                <a:gd name="T7" fmla="*/ 204 h 83"/>
                <a:gd name="T8" fmla="*/ 135 w 67"/>
                <a:gd name="T9" fmla="*/ 115 h 83"/>
                <a:gd name="T10" fmla="*/ 198 w 67"/>
                <a:gd name="T11" fmla="*/ 67 h 83"/>
                <a:gd name="T12" fmla="*/ 260 w 67"/>
                <a:gd name="T13" fmla="*/ 21 h 8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7" h="83">
                  <a:moveTo>
                    <a:pt x="67" y="0"/>
                  </a:moveTo>
                  <a:cubicBezTo>
                    <a:pt x="53" y="7"/>
                    <a:pt x="38" y="13"/>
                    <a:pt x="26" y="23"/>
                  </a:cubicBezTo>
                  <a:cubicBezTo>
                    <a:pt x="9" y="35"/>
                    <a:pt x="3" y="63"/>
                    <a:pt x="0" y="83"/>
                  </a:cubicBezTo>
                  <a:cubicBezTo>
                    <a:pt x="6" y="72"/>
                    <a:pt x="10" y="60"/>
                    <a:pt x="16" y="49"/>
                  </a:cubicBezTo>
                  <a:cubicBezTo>
                    <a:pt x="20" y="41"/>
                    <a:pt x="27" y="36"/>
                    <a:pt x="32" y="28"/>
                  </a:cubicBezTo>
                  <a:cubicBezTo>
                    <a:pt x="36" y="21"/>
                    <a:pt x="40" y="21"/>
                    <a:pt x="47" y="16"/>
                  </a:cubicBezTo>
                  <a:cubicBezTo>
                    <a:pt x="52" y="12"/>
                    <a:pt x="55" y="7"/>
                    <a:pt x="62" y="5"/>
                  </a:cubicBezTo>
                </a:path>
              </a:pathLst>
            </a:custGeom>
            <a:solidFill>
              <a:srgbClr val="7E39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398" name="Freeform 196">
              <a:extLst>
                <a:ext uri="{FF2B5EF4-FFF2-40B4-BE49-F238E27FC236}">
                  <a16:creationId xmlns:a16="http://schemas.microsoft.com/office/drawing/2014/main" id="{9A9EE829-F3A4-4DFF-91DD-7FBB887C60EE}"/>
                </a:ext>
              </a:extLst>
            </p:cNvPr>
            <p:cNvSpPr>
              <a:spLocks/>
            </p:cNvSpPr>
            <p:nvPr/>
          </p:nvSpPr>
          <p:spPr bwMode="auto">
            <a:xfrm>
              <a:off x="973" y="1171"/>
              <a:ext cx="42" cy="104"/>
            </a:xfrm>
            <a:custGeom>
              <a:avLst/>
              <a:gdLst>
                <a:gd name="T0" fmla="*/ 105 w 26"/>
                <a:gd name="T1" fmla="*/ 0 h 65"/>
                <a:gd name="T2" fmla="*/ 42 w 26"/>
                <a:gd name="T3" fmla="*/ 123 h 65"/>
                <a:gd name="T4" fmla="*/ 0 w 26"/>
                <a:gd name="T5" fmla="*/ 266 h 65"/>
                <a:gd name="T6" fmla="*/ 63 w 26"/>
                <a:gd name="T7" fmla="*/ 115 h 65"/>
                <a:gd name="T8" fmla="*/ 110 w 26"/>
                <a:gd name="T9" fmla="*/ 5 h 6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65">
                  <a:moveTo>
                    <a:pt x="25" y="0"/>
                  </a:moveTo>
                  <a:cubicBezTo>
                    <a:pt x="20" y="10"/>
                    <a:pt x="14" y="20"/>
                    <a:pt x="10" y="30"/>
                  </a:cubicBezTo>
                  <a:cubicBezTo>
                    <a:pt x="6" y="42"/>
                    <a:pt x="3" y="53"/>
                    <a:pt x="0" y="65"/>
                  </a:cubicBezTo>
                  <a:cubicBezTo>
                    <a:pt x="4" y="52"/>
                    <a:pt x="10" y="40"/>
                    <a:pt x="15" y="28"/>
                  </a:cubicBezTo>
                  <a:cubicBezTo>
                    <a:pt x="19" y="20"/>
                    <a:pt x="25" y="10"/>
                    <a:pt x="26" y="1"/>
                  </a:cubicBezTo>
                </a:path>
              </a:pathLst>
            </a:custGeom>
            <a:solidFill>
              <a:srgbClr val="7E39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399" name="Freeform 197">
              <a:extLst>
                <a:ext uri="{FF2B5EF4-FFF2-40B4-BE49-F238E27FC236}">
                  <a16:creationId xmlns:a16="http://schemas.microsoft.com/office/drawing/2014/main" id="{271D66C6-302C-439B-888F-C1F2F1B953C7}"/>
                </a:ext>
              </a:extLst>
            </p:cNvPr>
            <p:cNvSpPr>
              <a:spLocks/>
            </p:cNvSpPr>
            <p:nvPr/>
          </p:nvSpPr>
          <p:spPr bwMode="auto">
            <a:xfrm>
              <a:off x="516" y="1908"/>
              <a:ext cx="26" cy="354"/>
            </a:xfrm>
            <a:custGeom>
              <a:avLst/>
              <a:gdLst>
                <a:gd name="T0" fmla="*/ 39 w 16"/>
                <a:gd name="T1" fmla="*/ 357 h 220"/>
                <a:gd name="T2" fmla="*/ 8 w 16"/>
                <a:gd name="T3" fmla="*/ 917 h 220"/>
                <a:gd name="T4" fmla="*/ 5 w 16"/>
                <a:gd name="T5" fmla="*/ 591 h 220"/>
                <a:gd name="T6" fmla="*/ 68 w 16"/>
                <a:gd name="T7" fmla="*/ 0 h 220"/>
                <a:gd name="T8" fmla="*/ 39 w 16"/>
                <a:gd name="T9" fmla="*/ 357 h 2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220">
                  <a:moveTo>
                    <a:pt x="9" y="86"/>
                  </a:moveTo>
                  <a:cubicBezTo>
                    <a:pt x="8" y="102"/>
                    <a:pt x="4" y="192"/>
                    <a:pt x="2" y="220"/>
                  </a:cubicBezTo>
                  <a:cubicBezTo>
                    <a:pt x="2" y="220"/>
                    <a:pt x="0" y="198"/>
                    <a:pt x="1" y="142"/>
                  </a:cubicBezTo>
                  <a:cubicBezTo>
                    <a:pt x="2" y="85"/>
                    <a:pt x="5" y="27"/>
                    <a:pt x="16" y="0"/>
                  </a:cubicBezTo>
                  <a:cubicBezTo>
                    <a:pt x="12" y="11"/>
                    <a:pt x="11" y="62"/>
                    <a:pt x="9" y="86"/>
                  </a:cubicBezTo>
                </a:path>
              </a:pathLst>
            </a:custGeom>
            <a:solidFill>
              <a:srgbClr val="7E39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400" name="Freeform 198">
              <a:extLst>
                <a:ext uri="{FF2B5EF4-FFF2-40B4-BE49-F238E27FC236}">
                  <a16:creationId xmlns:a16="http://schemas.microsoft.com/office/drawing/2014/main" id="{3C2B21B0-B964-4C71-A89E-4371B8F98B5A}"/>
                </a:ext>
              </a:extLst>
            </p:cNvPr>
            <p:cNvSpPr>
              <a:spLocks/>
            </p:cNvSpPr>
            <p:nvPr/>
          </p:nvSpPr>
          <p:spPr bwMode="auto">
            <a:xfrm>
              <a:off x="581" y="1930"/>
              <a:ext cx="64" cy="377"/>
            </a:xfrm>
            <a:custGeom>
              <a:avLst/>
              <a:gdLst>
                <a:gd name="T0" fmla="*/ 157 w 40"/>
                <a:gd name="T1" fmla="*/ 0 h 234"/>
                <a:gd name="T2" fmla="*/ 107 w 40"/>
                <a:gd name="T3" fmla="*/ 451 h 234"/>
                <a:gd name="T4" fmla="*/ 0 w 40"/>
                <a:gd name="T5" fmla="*/ 978 h 234"/>
                <a:gd name="T6" fmla="*/ 69 w 40"/>
                <a:gd name="T7" fmla="*/ 485 h 234"/>
                <a:gd name="T8" fmla="*/ 157 w 40"/>
                <a:gd name="T9" fmla="*/ 0 h 2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234">
                  <a:moveTo>
                    <a:pt x="38" y="0"/>
                  </a:moveTo>
                  <a:cubicBezTo>
                    <a:pt x="40" y="18"/>
                    <a:pt x="37" y="69"/>
                    <a:pt x="26" y="108"/>
                  </a:cubicBezTo>
                  <a:cubicBezTo>
                    <a:pt x="14" y="148"/>
                    <a:pt x="5" y="193"/>
                    <a:pt x="0" y="234"/>
                  </a:cubicBezTo>
                  <a:cubicBezTo>
                    <a:pt x="6" y="207"/>
                    <a:pt x="10" y="146"/>
                    <a:pt x="17" y="116"/>
                  </a:cubicBezTo>
                  <a:cubicBezTo>
                    <a:pt x="24" y="86"/>
                    <a:pt x="40" y="10"/>
                    <a:pt x="38" y="0"/>
                  </a:cubicBezTo>
                </a:path>
              </a:pathLst>
            </a:custGeom>
            <a:solidFill>
              <a:srgbClr val="6B2D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401" name="Freeform 199">
              <a:extLst>
                <a:ext uri="{FF2B5EF4-FFF2-40B4-BE49-F238E27FC236}">
                  <a16:creationId xmlns:a16="http://schemas.microsoft.com/office/drawing/2014/main" id="{EB7C3E5C-D3FD-4025-A816-4A38F1C3057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4" y="1908"/>
              <a:ext cx="26" cy="354"/>
            </a:xfrm>
            <a:custGeom>
              <a:avLst/>
              <a:gdLst>
                <a:gd name="T0" fmla="*/ 29 w 16"/>
                <a:gd name="T1" fmla="*/ 357 h 220"/>
                <a:gd name="T2" fmla="*/ 60 w 16"/>
                <a:gd name="T3" fmla="*/ 917 h 220"/>
                <a:gd name="T4" fmla="*/ 63 w 16"/>
                <a:gd name="T5" fmla="*/ 591 h 220"/>
                <a:gd name="T6" fmla="*/ 0 w 16"/>
                <a:gd name="T7" fmla="*/ 0 h 220"/>
                <a:gd name="T8" fmla="*/ 29 w 16"/>
                <a:gd name="T9" fmla="*/ 357 h 2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220">
                  <a:moveTo>
                    <a:pt x="7" y="86"/>
                  </a:moveTo>
                  <a:cubicBezTo>
                    <a:pt x="9" y="102"/>
                    <a:pt x="13" y="192"/>
                    <a:pt x="14" y="220"/>
                  </a:cubicBezTo>
                  <a:cubicBezTo>
                    <a:pt x="14" y="220"/>
                    <a:pt x="16" y="198"/>
                    <a:pt x="15" y="142"/>
                  </a:cubicBezTo>
                  <a:cubicBezTo>
                    <a:pt x="15" y="85"/>
                    <a:pt x="11" y="27"/>
                    <a:pt x="0" y="0"/>
                  </a:cubicBezTo>
                  <a:cubicBezTo>
                    <a:pt x="4" y="11"/>
                    <a:pt x="5" y="62"/>
                    <a:pt x="7" y="86"/>
                  </a:cubicBezTo>
                </a:path>
              </a:pathLst>
            </a:custGeom>
            <a:solidFill>
              <a:srgbClr val="6B2D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402" name="Freeform 200">
              <a:extLst>
                <a:ext uri="{FF2B5EF4-FFF2-40B4-BE49-F238E27FC236}">
                  <a16:creationId xmlns:a16="http://schemas.microsoft.com/office/drawing/2014/main" id="{13E0EC78-A9A6-4E79-A59D-EDB45D804B7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2" y="1930"/>
              <a:ext cx="63" cy="377"/>
            </a:xfrm>
            <a:custGeom>
              <a:avLst/>
              <a:gdLst>
                <a:gd name="T0" fmla="*/ 5 w 39"/>
                <a:gd name="T1" fmla="*/ 0 h 234"/>
                <a:gd name="T2" fmla="*/ 60 w 39"/>
                <a:gd name="T3" fmla="*/ 451 h 234"/>
                <a:gd name="T4" fmla="*/ 165 w 39"/>
                <a:gd name="T5" fmla="*/ 978 h 234"/>
                <a:gd name="T6" fmla="*/ 94 w 39"/>
                <a:gd name="T7" fmla="*/ 485 h 234"/>
                <a:gd name="T8" fmla="*/ 5 w 39"/>
                <a:gd name="T9" fmla="*/ 0 h 2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234">
                  <a:moveTo>
                    <a:pt x="1" y="0"/>
                  </a:moveTo>
                  <a:cubicBezTo>
                    <a:pt x="0" y="18"/>
                    <a:pt x="2" y="69"/>
                    <a:pt x="14" y="108"/>
                  </a:cubicBezTo>
                  <a:cubicBezTo>
                    <a:pt x="25" y="148"/>
                    <a:pt x="34" y="193"/>
                    <a:pt x="39" y="234"/>
                  </a:cubicBezTo>
                  <a:cubicBezTo>
                    <a:pt x="33" y="207"/>
                    <a:pt x="29" y="146"/>
                    <a:pt x="22" y="116"/>
                  </a:cubicBezTo>
                  <a:cubicBezTo>
                    <a:pt x="16" y="86"/>
                    <a:pt x="0" y="10"/>
                    <a:pt x="1" y="0"/>
                  </a:cubicBezTo>
                </a:path>
              </a:pathLst>
            </a:custGeom>
            <a:solidFill>
              <a:srgbClr val="7E39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403" name="Freeform 201">
              <a:extLst>
                <a:ext uri="{FF2B5EF4-FFF2-40B4-BE49-F238E27FC236}">
                  <a16:creationId xmlns:a16="http://schemas.microsoft.com/office/drawing/2014/main" id="{FA6983ED-9760-4A86-B680-494BF26AC03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1" y="2500"/>
              <a:ext cx="69" cy="106"/>
            </a:xfrm>
            <a:custGeom>
              <a:avLst/>
              <a:gdLst>
                <a:gd name="T0" fmla="*/ 90 w 43"/>
                <a:gd name="T1" fmla="*/ 0 h 66"/>
                <a:gd name="T2" fmla="*/ 136 w 43"/>
                <a:gd name="T3" fmla="*/ 259 h 66"/>
                <a:gd name="T4" fmla="*/ 170 w 43"/>
                <a:gd name="T5" fmla="*/ 239 h 66"/>
                <a:gd name="T6" fmla="*/ 136 w 43"/>
                <a:gd name="T7" fmla="*/ 170 h 66"/>
                <a:gd name="T8" fmla="*/ 124 w 43"/>
                <a:gd name="T9" fmla="*/ 80 h 66"/>
                <a:gd name="T10" fmla="*/ 103 w 43"/>
                <a:gd name="T11" fmla="*/ 0 h 6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3" h="66">
                  <a:moveTo>
                    <a:pt x="22" y="0"/>
                  </a:moveTo>
                  <a:cubicBezTo>
                    <a:pt x="0" y="14"/>
                    <a:pt x="14" y="53"/>
                    <a:pt x="33" y="62"/>
                  </a:cubicBezTo>
                  <a:cubicBezTo>
                    <a:pt x="38" y="64"/>
                    <a:pt x="43" y="66"/>
                    <a:pt x="41" y="58"/>
                  </a:cubicBezTo>
                  <a:cubicBezTo>
                    <a:pt x="40" y="52"/>
                    <a:pt x="34" y="48"/>
                    <a:pt x="33" y="41"/>
                  </a:cubicBezTo>
                  <a:cubicBezTo>
                    <a:pt x="32" y="34"/>
                    <a:pt x="31" y="26"/>
                    <a:pt x="30" y="19"/>
                  </a:cubicBezTo>
                  <a:cubicBezTo>
                    <a:pt x="30" y="13"/>
                    <a:pt x="30" y="5"/>
                    <a:pt x="25" y="0"/>
                  </a:cubicBezTo>
                </a:path>
              </a:pathLst>
            </a:custGeom>
            <a:solidFill>
              <a:srgbClr val="6B2D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404" name="Freeform 202">
              <a:extLst>
                <a:ext uri="{FF2B5EF4-FFF2-40B4-BE49-F238E27FC236}">
                  <a16:creationId xmlns:a16="http://schemas.microsoft.com/office/drawing/2014/main" id="{F55F9BEA-DB0E-4B14-A753-07F77710D85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5" y="2500"/>
              <a:ext cx="57" cy="105"/>
            </a:xfrm>
            <a:custGeom>
              <a:avLst/>
              <a:gdLst>
                <a:gd name="T0" fmla="*/ 68 w 35"/>
                <a:gd name="T1" fmla="*/ 16 h 65"/>
                <a:gd name="T2" fmla="*/ 42 w 35"/>
                <a:gd name="T3" fmla="*/ 126 h 65"/>
                <a:gd name="T4" fmla="*/ 0 w 35"/>
                <a:gd name="T5" fmla="*/ 220 h 65"/>
                <a:gd name="T6" fmla="*/ 47 w 35"/>
                <a:gd name="T7" fmla="*/ 247 h 65"/>
                <a:gd name="T8" fmla="*/ 130 w 35"/>
                <a:gd name="T9" fmla="*/ 152 h 65"/>
                <a:gd name="T10" fmla="*/ 88 w 35"/>
                <a:gd name="T11" fmla="*/ 0 h 6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5" h="65">
                  <a:moveTo>
                    <a:pt x="16" y="4"/>
                  </a:moveTo>
                  <a:cubicBezTo>
                    <a:pt x="14" y="13"/>
                    <a:pt x="12" y="21"/>
                    <a:pt x="10" y="30"/>
                  </a:cubicBezTo>
                  <a:cubicBezTo>
                    <a:pt x="8" y="38"/>
                    <a:pt x="7" y="48"/>
                    <a:pt x="0" y="52"/>
                  </a:cubicBezTo>
                  <a:cubicBezTo>
                    <a:pt x="5" y="59"/>
                    <a:pt x="2" y="65"/>
                    <a:pt x="11" y="59"/>
                  </a:cubicBezTo>
                  <a:cubicBezTo>
                    <a:pt x="20" y="54"/>
                    <a:pt x="27" y="44"/>
                    <a:pt x="30" y="36"/>
                  </a:cubicBezTo>
                  <a:cubicBezTo>
                    <a:pt x="35" y="21"/>
                    <a:pt x="32" y="10"/>
                    <a:pt x="20" y="0"/>
                  </a:cubicBezTo>
                </a:path>
              </a:pathLst>
            </a:custGeom>
            <a:solidFill>
              <a:srgbClr val="6B2D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405" name="Freeform 203">
              <a:extLst>
                <a:ext uri="{FF2B5EF4-FFF2-40B4-BE49-F238E27FC236}">
                  <a16:creationId xmlns:a16="http://schemas.microsoft.com/office/drawing/2014/main" id="{033396BA-A692-4739-8D37-4294CEE67E9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5" y="1304"/>
              <a:ext cx="83" cy="425"/>
            </a:xfrm>
            <a:custGeom>
              <a:avLst/>
              <a:gdLst>
                <a:gd name="T0" fmla="*/ 0 w 51"/>
                <a:gd name="T1" fmla="*/ 0 h 264"/>
                <a:gd name="T2" fmla="*/ 146 w 51"/>
                <a:gd name="T3" fmla="*/ 251 h 264"/>
                <a:gd name="T4" fmla="*/ 212 w 51"/>
                <a:gd name="T5" fmla="*/ 697 h 264"/>
                <a:gd name="T6" fmla="*/ 220 w 51"/>
                <a:gd name="T7" fmla="*/ 1101 h 264"/>
                <a:gd name="T8" fmla="*/ 164 w 51"/>
                <a:gd name="T9" fmla="*/ 615 h 264"/>
                <a:gd name="T10" fmla="*/ 0 w 51"/>
                <a:gd name="T11" fmla="*/ 0 h 26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1" h="264">
                  <a:moveTo>
                    <a:pt x="0" y="0"/>
                  </a:moveTo>
                  <a:cubicBezTo>
                    <a:pt x="14" y="8"/>
                    <a:pt x="28" y="27"/>
                    <a:pt x="34" y="60"/>
                  </a:cubicBezTo>
                  <a:cubicBezTo>
                    <a:pt x="40" y="93"/>
                    <a:pt x="47" y="123"/>
                    <a:pt x="49" y="167"/>
                  </a:cubicBezTo>
                  <a:cubicBezTo>
                    <a:pt x="51" y="211"/>
                    <a:pt x="50" y="239"/>
                    <a:pt x="51" y="264"/>
                  </a:cubicBezTo>
                  <a:cubicBezTo>
                    <a:pt x="47" y="242"/>
                    <a:pt x="44" y="172"/>
                    <a:pt x="38" y="147"/>
                  </a:cubicBezTo>
                  <a:cubicBezTo>
                    <a:pt x="32" y="122"/>
                    <a:pt x="28" y="30"/>
                    <a:pt x="0" y="0"/>
                  </a:cubicBezTo>
                </a:path>
              </a:pathLst>
            </a:custGeom>
            <a:solidFill>
              <a:srgbClr val="6B2D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406" name="Freeform 204">
              <a:extLst>
                <a:ext uri="{FF2B5EF4-FFF2-40B4-BE49-F238E27FC236}">
                  <a16:creationId xmlns:a16="http://schemas.microsoft.com/office/drawing/2014/main" id="{0D553CB2-C75A-4FB6-B212-2BD168F23920}"/>
                </a:ext>
              </a:extLst>
            </p:cNvPr>
            <p:cNvSpPr>
              <a:spLocks/>
            </p:cNvSpPr>
            <p:nvPr/>
          </p:nvSpPr>
          <p:spPr bwMode="auto">
            <a:xfrm>
              <a:off x="775" y="3018"/>
              <a:ext cx="78" cy="81"/>
            </a:xfrm>
            <a:custGeom>
              <a:avLst/>
              <a:gdLst>
                <a:gd name="T0" fmla="*/ 0 w 48"/>
                <a:gd name="T1" fmla="*/ 149 h 50"/>
                <a:gd name="T2" fmla="*/ 190 w 48"/>
                <a:gd name="T3" fmla="*/ 0 h 50"/>
                <a:gd name="T4" fmla="*/ 172 w 48"/>
                <a:gd name="T5" fmla="*/ 123 h 50"/>
                <a:gd name="T6" fmla="*/ 34 w 48"/>
                <a:gd name="T7" fmla="*/ 165 h 5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8" h="50">
                  <a:moveTo>
                    <a:pt x="0" y="35"/>
                  </a:moveTo>
                  <a:cubicBezTo>
                    <a:pt x="20" y="50"/>
                    <a:pt x="39" y="13"/>
                    <a:pt x="44" y="0"/>
                  </a:cubicBezTo>
                  <a:cubicBezTo>
                    <a:pt x="45" y="10"/>
                    <a:pt x="48" y="20"/>
                    <a:pt x="40" y="29"/>
                  </a:cubicBezTo>
                  <a:cubicBezTo>
                    <a:pt x="33" y="36"/>
                    <a:pt x="18" y="40"/>
                    <a:pt x="8" y="39"/>
                  </a:cubicBezTo>
                </a:path>
              </a:pathLst>
            </a:custGeom>
            <a:solidFill>
              <a:srgbClr val="6B2D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407" name="Freeform 205">
              <a:extLst>
                <a:ext uri="{FF2B5EF4-FFF2-40B4-BE49-F238E27FC236}">
                  <a16:creationId xmlns:a16="http://schemas.microsoft.com/office/drawing/2014/main" id="{20781A3D-76F9-4E68-BF1D-9337FB9262C9}"/>
                </a:ext>
              </a:extLst>
            </p:cNvPr>
            <p:cNvSpPr>
              <a:spLocks/>
            </p:cNvSpPr>
            <p:nvPr/>
          </p:nvSpPr>
          <p:spPr bwMode="auto">
            <a:xfrm>
              <a:off x="746" y="3258"/>
              <a:ext cx="63" cy="457"/>
            </a:xfrm>
            <a:custGeom>
              <a:avLst/>
              <a:gdLst>
                <a:gd name="T0" fmla="*/ 29 w 39"/>
                <a:gd name="T1" fmla="*/ 0 h 284"/>
                <a:gd name="T2" fmla="*/ 39 w 39"/>
                <a:gd name="T3" fmla="*/ 629 h 284"/>
                <a:gd name="T4" fmla="*/ 165 w 39"/>
                <a:gd name="T5" fmla="*/ 1183 h 284"/>
                <a:gd name="T6" fmla="*/ 76 w 39"/>
                <a:gd name="T7" fmla="*/ 570 h 284"/>
                <a:gd name="T8" fmla="*/ 29 w 39"/>
                <a:gd name="T9" fmla="*/ 0 h 2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284">
                  <a:moveTo>
                    <a:pt x="7" y="0"/>
                  </a:moveTo>
                  <a:cubicBezTo>
                    <a:pt x="0" y="26"/>
                    <a:pt x="0" y="111"/>
                    <a:pt x="9" y="151"/>
                  </a:cubicBezTo>
                  <a:cubicBezTo>
                    <a:pt x="17" y="191"/>
                    <a:pt x="37" y="267"/>
                    <a:pt x="39" y="284"/>
                  </a:cubicBezTo>
                  <a:cubicBezTo>
                    <a:pt x="36" y="252"/>
                    <a:pt x="22" y="158"/>
                    <a:pt x="18" y="137"/>
                  </a:cubicBezTo>
                  <a:cubicBezTo>
                    <a:pt x="15" y="116"/>
                    <a:pt x="5" y="31"/>
                    <a:pt x="7" y="0"/>
                  </a:cubicBezTo>
                </a:path>
              </a:pathLst>
            </a:custGeom>
            <a:solidFill>
              <a:srgbClr val="7E39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408" name="Freeform 206">
              <a:extLst>
                <a:ext uri="{FF2B5EF4-FFF2-40B4-BE49-F238E27FC236}">
                  <a16:creationId xmlns:a16="http://schemas.microsoft.com/office/drawing/2014/main" id="{6E9CBF9B-7DC5-4B15-96CE-0B91143A6AD6}"/>
                </a:ext>
              </a:extLst>
            </p:cNvPr>
            <p:cNvSpPr>
              <a:spLocks/>
            </p:cNvSpPr>
            <p:nvPr/>
          </p:nvSpPr>
          <p:spPr bwMode="auto">
            <a:xfrm>
              <a:off x="966" y="3200"/>
              <a:ext cx="38" cy="517"/>
            </a:xfrm>
            <a:custGeom>
              <a:avLst/>
              <a:gdLst>
                <a:gd name="T0" fmla="*/ 71 w 23"/>
                <a:gd name="T1" fmla="*/ 1342 h 321"/>
                <a:gd name="T2" fmla="*/ 28 w 23"/>
                <a:gd name="T3" fmla="*/ 556 h 321"/>
                <a:gd name="T4" fmla="*/ 50 w 23"/>
                <a:gd name="T5" fmla="*/ 0 h 321"/>
                <a:gd name="T6" fmla="*/ 84 w 23"/>
                <a:gd name="T7" fmla="*/ 581 h 321"/>
                <a:gd name="T8" fmla="*/ 71 w 23"/>
                <a:gd name="T9" fmla="*/ 1342 h 3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321">
                  <a:moveTo>
                    <a:pt x="16" y="321"/>
                  </a:moveTo>
                  <a:cubicBezTo>
                    <a:pt x="20" y="301"/>
                    <a:pt x="12" y="190"/>
                    <a:pt x="6" y="133"/>
                  </a:cubicBezTo>
                  <a:cubicBezTo>
                    <a:pt x="0" y="77"/>
                    <a:pt x="2" y="25"/>
                    <a:pt x="11" y="0"/>
                  </a:cubicBezTo>
                  <a:cubicBezTo>
                    <a:pt x="7" y="20"/>
                    <a:pt x="14" y="87"/>
                    <a:pt x="19" y="139"/>
                  </a:cubicBezTo>
                  <a:cubicBezTo>
                    <a:pt x="23" y="191"/>
                    <a:pt x="22" y="298"/>
                    <a:pt x="16" y="321"/>
                  </a:cubicBezTo>
                </a:path>
              </a:pathLst>
            </a:custGeom>
            <a:solidFill>
              <a:srgbClr val="7E39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409" name="Freeform 207">
              <a:extLst>
                <a:ext uri="{FF2B5EF4-FFF2-40B4-BE49-F238E27FC236}">
                  <a16:creationId xmlns:a16="http://schemas.microsoft.com/office/drawing/2014/main" id="{FD19070E-4878-45B5-A65F-D44161D100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1" y="3235"/>
              <a:ext cx="64" cy="454"/>
            </a:xfrm>
            <a:custGeom>
              <a:avLst/>
              <a:gdLst>
                <a:gd name="T0" fmla="*/ 130 w 39"/>
                <a:gd name="T1" fmla="*/ 0 h 282"/>
                <a:gd name="T2" fmla="*/ 138 w 39"/>
                <a:gd name="T3" fmla="*/ 634 h 282"/>
                <a:gd name="T4" fmla="*/ 0 w 39"/>
                <a:gd name="T5" fmla="*/ 1177 h 282"/>
                <a:gd name="T6" fmla="*/ 110 w 39"/>
                <a:gd name="T7" fmla="*/ 493 h 282"/>
                <a:gd name="T8" fmla="*/ 130 w 39"/>
                <a:gd name="T9" fmla="*/ 0 h 28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282">
                  <a:moveTo>
                    <a:pt x="29" y="0"/>
                  </a:moveTo>
                  <a:cubicBezTo>
                    <a:pt x="34" y="35"/>
                    <a:pt x="39" y="102"/>
                    <a:pt x="31" y="152"/>
                  </a:cubicBezTo>
                  <a:cubicBezTo>
                    <a:pt x="23" y="202"/>
                    <a:pt x="6" y="258"/>
                    <a:pt x="0" y="282"/>
                  </a:cubicBezTo>
                  <a:cubicBezTo>
                    <a:pt x="2" y="256"/>
                    <a:pt x="23" y="173"/>
                    <a:pt x="25" y="118"/>
                  </a:cubicBezTo>
                  <a:cubicBezTo>
                    <a:pt x="27" y="63"/>
                    <a:pt x="32" y="10"/>
                    <a:pt x="29" y="0"/>
                  </a:cubicBezTo>
                </a:path>
              </a:pathLst>
            </a:custGeom>
            <a:solidFill>
              <a:srgbClr val="6B2D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410" name="Freeform 208">
              <a:extLst>
                <a:ext uri="{FF2B5EF4-FFF2-40B4-BE49-F238E27FC236}">
                  <a16:creationId xmlns:a16="http://schemas.microsoft.com/office/drawing/2014/main" id="{3BD7A16A-B955-4613-94F4-69F1C81034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9" y="3771"/>
              <a:ext cx="29" cy="126"/>
            </a:xfrm>
            <a:custGeom>
              <a:avLst/>
              <a:gdLst>
                <a:gd name="T0" fmla="*/ 71 w 18"/>
                <a:gd name="T1" fmla="*/ 0 h 78"/>
                <a:gd name="T2" fmla="*/ 50 w 18"/>
                <a:gd name="T3" fmla="*/ 191 h 78"/>
                <a:gd name="T4" fmla="*/ 60 w 18"/>
                <a:gd name="T5" fmla="*/ 330 h 78"/>
                <a:gd name="T6" fmla="*/ 5 w 18"/>
                <a:gd name="T7" fmla="*/ 220 h 78"/>
                <a:gd name="T8" fmla="*/ 47 w 18"/>
                <a:gd name="T9" fmla="*/ 157 h 78"/>
                <a:gd name="T10" fmla="*/ 76 w 18"/>
                <a:gd name="T11" fmla="*/ 42 h 7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" h="78">
                  <a:moveTo>
                    <a:pt x="17" y="0"/>
                  </a:moveTo>
                  <a:cubicBezTo>
                    <a:pt x="16" y="16"/>
                    <a:pt x="15" y="29"/>
                    <a:pt x="12" y="45"/>
                  </a:cubicBezTo>
                  <a:cubicBezTo>
                    <a:pt x="9" y="57"/>
                    <a:pt x="14" y="65"/>
                    <a:pt x="14" y="78"/>
                  </a:cubicBezTo>
                  <a:cubicBezTo>
                    <a:pt x="11" y="70"/>
                    <a:pt x="0" y="59"/>
                    <a:pt x="1" y="52"/>
                  </a:cubicBezTo>
                  <a:cubicBezTo>
                    <a:pt x="2" y="47"/>
                    <a:pt x="9" y="42"/>
                    <a:pt x="11" y="37"/>
                  </a:cubicBezTo>
                  <a:cubicBezTo>
                    <a:pt x="15" y="28"/>
                    <a:pt x="12" y="18"/>
                    <a:pt x="18" y="10"/>
                  </a:cubicBezTo>
                </a:path>
              </a:pathLst>
            </a:custGeom>
            <a:solidFill>
              <a:srgbClr val="6B2D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411" name="Freeform 209">
              <a:extLst>
                <a:ext uri="{FF2B5EF4-FFF2-40B4-BE49-F238E27FC236}">
                  <a16:creationId xmlns:a16="http://schemas.microsoft.com/office/drawing/2014/main" id="{04E8109A-813B-4940-BD71-37E3A05A635F}"/>
                </a:ext>
              </a:extLst>
            </p:cNvPr>
            <p:cNvSpPr>
              <a:spLocks/>
            </p:cNvSpPr>
            <p:nvPr/>
          </p:nvSpPr>
          <p:spPr bwMode="auto">
            <a:xfrm>
              <a:off x="892" y="3710"/>
              <a:ext cx="27" cy="139"/>
            </a:xfrm>
            <a:custGeom>
              <a:avLst/>
              <a:gdLst>
                <a:gd name="T0" fmla="*/ 48 w 17"/>
                <a:gd name="T1" fmla="*/ 152 h 86"/>
                <a:gd name="T2" fmla="*/ 43 w 17"/>
                <a:gd name="T3" fmla="*/ 364 h 86"/>
                <a:gd name="T4" fmla="*/ 21 w 17"/>
                <a:gd name="T5" fmla="*/ 173 h 86"/>
                <a:gd name="T6" fmla="*/ 5 w 17"/>
                <a:gd name="T7" fmla="*/ 71 h 86"/>
                <a:gd name="T8" fmla="*/ 8 w 17"/>
                <a:gd name="T9" fmla="*/ 0 h 86"/>
                <a:gd name="T10" fmla="*/ 52 w 17"/>
                <a:gd name="T11" fmla="*/ 149 h 8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" h="86">
                  <a:moveTo>
                    <a:pt x="12" y="36"/>
                  </a:moveTo>
                  <a:cubicBezTo>
                    <a:pt x="17" y="54"/>
                    <a:pt x="17" y="68"/>
                    <a:pt x="11" y="86"/>
                  </a:cubicBezTo>
                  <a:cubicBezTo>
                    <a:pt x="13" y="72"/>
                    <a:pt x="10" y="54"/>
                    <a:pt x="5" y="41"/>
                  </a:cubicBezTo>
                  <a:cubicBezTo>
                    <a:pt x="1" y="32"/>
                    <a:pt x="0" y="28"/>
                    <a:pt x="1" y="17"/>
                  </a:cubicBezTo>
                  <a:cubicBezTo>
                    <a:pt x="2" y="12"/>
                    <a:pt x="4" y="5"/>
                    <a:pt x="2" y="0"/>
                  </a:cubicBezTo>
                  <a:cubicBezTo>
                    <a:pt x="4" y="12"/>
                    <a:pt x="9" y="24"/>
                    <a:pt x="13" y="35"/>
                  </a:cubicBezTo>
                </a:path>
              </a:pathLst>
            </a:custGeom>
            <a:solidFill>
              <a:srgbClr val="6B2D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412" name="Freeform 210">
              <a:extLst>
                <a:ext uri="{FF2B5EF4-FFF2-40B4-BE49-F238E27FC236}">
                  <a16:creationId xmlns:a16="http://schemas.microsoft.com/office/drawing/2014/main" id="{CBCDA83F-ACD2-4F57-9AB5-AD64D940B84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4" y="3015"/>
              <a:ext cx="55" cy="80"/>
            </a:xfrm>
            <a:custGeom>
              <a:avLst/>
              <a:gdLst>
                <a:gd name="T0" fmla="*/ 0 w 34"/>
                <a:gd name="T1" fmla="*/ 158 h 50"/>
                <a:gd name="T2" fmla="*/ 115 w 34"/>
                <a:gd name="T3" fmla="*/ 0 h 50"/>
                <a:gd name="T4" fmla="*/ 16 w 34"/>
                <a:gd name="T5" fmla="*/ 170 h 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50">
                  <a:moveTo>
                    <a:pt x="0" y="39"/>
                  </a:moveTo>
                  <a:cubicBezTo>
                    <a:pt x="20" y="48"/>
                    <a:pt x="27" y="11"/>
                    <a:pt x="27" y="0"/>
                  </a:cubicBezTo>
                  <a:cubicBezTo>
                    <a:pt x="34" y="16"/>
                    <a:pt x="27" y="50"/>
                    <a:pt x="4" y="41"/>
                  </a:cubicBezTo>
                </a:path>
              </a:pathLst>
            </a:custGeom>
            <a:solidFill>
              <a:srgbClr val="6B2D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413" name="Freeform 211">
              <a:extLst>
                <a:ext uri="{FF2B5EF4-FFF2-40B4-BE49-F238E27FC236}">
                  <a16:creationId xmlns:a16="http://schemas.microsoft.com/office/drawing/2014/main" id="{C0220282-70A3-487D-A6D9-9063EEF702DE}"/>
                </a:ext>
              </a:extLst>
            </p:cNvPr>
            <p:cNvSpPr>
              <a:spLocks/>
            </p:cNvSpPr>
            <p:nvPr/>
          </p:nvSpPr>
          <p:spPr bwMode="auto">
            <a:xfrm>
              <a:off x="934" y="2389"/>
              <a:ext cx="76" cy="216"/>
            </a:xfrm>
            <a:custGeom>
              <a:avLst/>
              <a:gdLst>
                <a:gd name="T0" fmla="*/ 110 w 47"/>
                <a:gd name="T1" fmla="*/ 55 h 134"/>
                <a:gd name="T2" fmla="*/ 84 w 47"/>
                <a:gd name="T3" fmla="*/ 561 h 134"/>
                <a:gd name="T4" fmla="*/ 102 w 47"/>
                <a:gd name="T5" fmla="*/ 372 h 134"/>
                <a:gd name="T6" fmla="*/ 105 w 47"/>
                <a:gd name="T7" fmla="*/ 179 h 134"/>
                <a:gd name="T8" fmla="*/ 131 w 47"/>
                <a:gd name="T9" fmla="*/ 89 h 134"/>
                <a:gd name="T10" fmla="*/ 199 w 47"/>
                <a:gd name="T11" fmla="*/ 0 h 134"/>
                <a:gd name="T12" fmla="*/ 102 w 47"/>
                <a:gd name="T13" fmla="*/ 60 h 13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7" h="134">
                  <a:moveTo>
                    <a:pt x="26" y="13"/>
                  </a:moveTo>
                  <a:cubicBezTo>
                    <a:pt x="0" y="25"/>
                    <a:pt x="30" y="103"/>
                    <a:pt x="20" y="134"/>
                  </a:cubicBezTo>
                  <a:cubicBezTo>
                    <a:pt x="19" y="119"/>
                    <a:pt x="23" y="104"/>
                    <a:pt x="24" y="89"/>
                  </a:cubicBezTo>
                  <a:cubicBezTo>
                    <a:pt x="26" y="74"/>
                    <a:pt x="24" y="59"/>
                    <a:pt x="25" y="43"/>
                  </a:cubicBezTo>
                  <a:cubicBezTo>
                    <a:pt x="26" y="35"/>
                    <a:pt x="27" y="29"/>
                    <a:pt x="31" y="21"/>
                  </a:cubicBezTo>
                  <a:cubicBezTo>
                    <a:pt x="34" y="15"/>
                    <a:pt x="40" y="2"/>
                    <a:pt x="47" y="0"/>
                  </a:cubicBezTo>
                  <a:cubicBezTo>
                    <a:pt x="38" y="3"/>
                    <a:pt x="32" y="11"/>
                    <a:pt x="24" y="14"/>
                  </a:cubicBezTo>
                </a:path>
              </a:pathLst>
            </a:custGeom>
            <a:solidFill>
              <a:srgbClr val="7E39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414" name="Freeform 212">
              <a:extLst>
                <a:ext uri="{FF2B5EF4-FFF2-40B4-BE49-F238E27FC236}">
                  <a16:creationId xmlns:a16="http://schemas.microsoft.com/office/drawing/2014/main" id="{CBFF2490-EAE6-469C-8323-988097612B3C}"/>
                </a:ext>
              </a:extLst>
            </p:cNvPr>
            <p:cNvSpPr>
              <a:spLocks/>
            </p:cNvSpPr>
            <p:nvPr/>
          </p:nvSpPr>
          <p:spPr bwMode="auto">
            <a:xfrm>
              <a:off x="957" y="2914"/>
              <a:ext cx="30" cy="251"/>
            </a:xfrm>
            <a:custGeom>
              <a:avLst/>
              <a:gdLst>
                <a:gd name="T0" fmla="*/ 35 w 19"/>
                <a:gd name="T1" fmla="*/ 0 h 156"/>
                <a:gd name="T2" fmla="*/ 27 w 19"/>
                <a:gd name="T3" fmla="*/ 327 h 156"/>
                <a:gd name="T4" fmla="*/ 55 w 19"/>
                <a:gd name="T5" fmla="*/ 650 h 156"/>
                <a:gd name="T6" fmla="*/ 60 w 19"/>
                <a:gd name="T7" fmla="*/ 354 h 156"/>
                <a:gd name="T8" fmla="*/ 43 w 19"/>
                <a:gd name="T9" fmla="*/ 88 h 156"/>
                <a:gd name="T10" fmla="*/ 35 w 19"/>
                <a:gd name="T11" fmla="*/ 0 h 15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" h="156">
                  <a:moveTo>
                    <a:pt x="9" y="0"/>
                  </a:moveTo>
                  <a:cubicBezTo>
                    <a:pt x="8" y="23"/>
                    <a:pt x="0" y="49"/>
                    <a:pt x="7" y="78"/>
                  </a:cubicBezTo>
                  <a:cubicBezTo>
                    <a:pt x="14" y="107"/>
                    <a:pt x="18" y="130"/>
                    <a:pt x="14" y="156"/>
                  </a:cubicBezTo>
                  <a:cubicBezTo>
                    <a:pt x="19" y="135"/>
                    <a:pt x="18" y="103"/>
                    <a:pt x="15" y="85"/>
                  </a:cubicBezTo>
                  <a:cubicBezTo>
                    <a:pt x="12" y="68"/>
                    <a:pt x="10" y="35"/>
                    <a:pt x="11" y="21"/>
                  </a:cubicBezTo>
                  <a:cubicBezTo>
                    <a:pt x="12" y="6"/>
                    <a:pt x="9" y="0"/>
                    <a:pt x="9" y="0"/>
                  </a:cubicBezTo>
                </a:path>
              </a:pathLst>
            </a:custGeom>
            <a:solidFill>
              <a:srgbClr val="7E39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415" name="Freeform 213">
              <a:extLst>
                <a:ext uri="{FF2B5EF4-FFF2-40B4-BE49-F238E27FC236}">
                  <a16:creationId xmlns:a16="http://schemas.microsoft.com/office/drawing/2014/main" id="{6B1F95F4-60B6-45FB-A918-829C5E3DF86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8" y="3956"/>
              <a:ext cx="115" cy="73"/>
            </a:xfrm>
            <a:custGeom>
              <a:avLst/>
              <a:gdLst>
                <a:gd name="T0" fmla="*/ 47 w 71"/>
                <a:gd name="T1" fmla="*/ 149 h 45"/>
                <a:gd name="T2" fmla="*/ 225 w 71"/>
                <a:gd name="T3" fmla="*/ 152 h 45"/>
                <a:gd name="T4" fmla="*/ 259 w 71"/>
                <a:gd name="T5" fmla="*/ 0 h 45"/>
                <a:gd name="T6" fmla="*/ 246 w 71"/>
                <a:gd name="T7" fmla="*/ 50 h 45"/>
                <a:gd name="T8" fmla="*/ 170 w 71"/>
                <a:gd name="T9" fmla="*/ 89 h 45"/>
                <a:gd name="T10" fmla="*/ 16 w 71"/>
                <a:gd name="T11" fmla="*/ 76 h 45"/>
                <a:gd name="T12" fmla="*/ 26 w 71"/>
                <a:gd name="T13" fmla="*/ 152 h 4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1" h="45">
                  <a:moveTo>
                    <a:pt x="11" y="35"/>
                  </a:moveTo>
                  <a:cubicBezTo>
                    <a:pt x="21" y="45"/>
                    <a:pt x="41" y="42"/>
                    <a:pt x="53" y="36"/>
                  </a:cubicBezTo>
                  <a:cubicBezTo>
                    <a:pt x="71" y="27"/>
                    <a:pt x="68" y="16"/>
                    <a:pt x="61" y="0"/>
                  </a:cubicBezTo>
                  <a:cubicBezTo>
                    <a:pt x="61" y="5"/>
                    <a:pt x="62" y="8"/>
                    <a:pt x="58" y="12"/>
                  </a:cubicBezTo>
                  <a:cubicBezTo>
                    <a:pt x="54" y="16"/>
                    <a:pt x="45" y="20"/>
                    <a:pt x="40" y="21"/>
                  </a:cubicBezTo>
                  <a:cubicBezTo>
                    <a:pt x="28" y="23"/>
                    <a:pt x="15" y="21"/>
                    <a:pt x="4" y="18"/>
                  </a:cubicBezTo>
                  <a:cubicBezTo>
                    <a:pt x="0" y="22"/>
                    <a:pt x="6" y="31"/>
                    <a:pt x="6" y="36"/>
                  </a:cubicBezTo>
                </a:path>
              </a:pathLst>
            </a:custGeom>
            <a:solidFill>
              <a:srgbClr val="6B2D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416" name="Freeform 214">
              <a:extLst>
                <a:ext uri="{FF2B5EF4-FFF2-40B4-BE49-F238E27FC236}">
                  <a16:creationId xmlns:a16="http://schemas.microsoft.com/office/drawing/2014/main" id="{4D4BF0C2-87C2-4CFB-8A08-12B26B77070F}"/>
                </a:ext>
              </a:extLst>
            </p:cNvPr>
            <p:cNvSpPr>
              <a:spLocks/>
            </p:cNvSpPr>
            <p:nvPr/>
          </p:nvSpPr>
          <p:spPr bwMode="auto">
            <a:xfrm>
              <a:off x="819" y="3858"/>
              <a:ext cx="121" cy="161"/>
            </a:xfrm>
            <a:custGeom>
              <a:avLst/>
              <a:gdLst>
                <a:gd name="T0" fmla="*/ 0 w 75"/>
                <a:gd name="T1" fmla="*/ 417 h 100"/>
                <a:gd name="T2" fmla="*/ 89 w 75"/>
                <a:gd name="T3" fmla="*/ 403 h 100"/>
                <a:gd name="T4" fmla="*/ 158 w 75"/>
                <a:gd name="T5" fmla="*/ 409 h 100"/>
                <a:gd name="T6" fmla="*/ 226 w 75"/>
                <a:gd name="T7" fmla="*/ 383 h 100"/>
                <a:gd name="T8" fmla="*/ 266 w 75"/>
                <a:gd name="T9" fmla="*/ 316 h 100"/>
                <a:gd name="T10" fmla="*/ 286 w 75"/>
                <a:gd name="T11" fmla="*/ 150 h 100"/>
                <a:gd name="T12" fmla="*/ 268 w 75"/>
                <a:gd name="T13" fmla="*/ 0 h 100"/>
                <a:gd name="T14" fmla="*/ 224 w 75"/>
                <a:gd name="T15" fmla="*/ 84 h 100"/>
                <a:gd name="T16" fmla="*/ 226 w 75"/>
                <a:gd name="T17" fmla="*/ 192 h 100"/>
                <a:gd name="T18" fmla="*/ 186 w 75"/>
                <a:gd name="T19" fmla="*/ 288 h 100"/>
                <a:gd name="T20" fmla="*/ 115 w 75"/>
                <a:gd name="T21" fmla="*/ 375 h 10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5" h="100">
                  <a:moveTo>
                    <a:pt x="0" y="100"/>
                  </a:moveTo>
                  <a:cubicBezTo>
                    <a:pt x="7" y="97"/>
                    <a:pt x="14" y="96"/>
                    <a:pt x="21" y="96"/>
                  </a:cubicBezTo>
                  <a:cubicBezTo>
                    <a:pt x="27" y="97"/>
                    <a:pt x="32" y="99"/>
                    <a:pt x="38" y="98"/>
                  </a:cubicBezTo>
                  <a:cubicBezTo>
                    <a:pt x="43" y="98"/>
                    <a:pt x="50" y="95"/>
                    <a:pt x="54" y="92"/>
                  </a:cubicBezTo>
                  <a:cubicBezTo>
                    <a:pt x="61" y="89"/>
                    <a:pt x="61" y="84"/>
                    <a:pt x="63" y="76"/>
                  </a:cubicBezTo>
                  <a:cubicBezTo>
                    <a:pt x="67" y="63"/>
                    <a:pt x="67" y="50"/>
                    <a:pt x="68" y="36"/>
                  </a:cubicBezTo>
                  <a:cubicBezTo>
                    <a:pt x="69" y="25"/>
                    <a:pt x="75" y="8"/>
                    <a:pt x="64" y="0"/>
                  </a:cubicBezTo>
                  <a:cubicBezTo>
                    <a:pt x="60" y="4"/>
                    <a:pt x="54" y="14"/>
                    <a:pt x="53" y="20"/>
                  </a:cubicBezTo>
                  <a:cubicBezTo>
                    <a:pt x="51" y="28"/>
                    <a:pt x="55" y="38"/>
                    <a:pt x="54" y="46"/>
                  </a:cubicBezTo>
                  <a:cubicBezTo>
                    <a:pt x="53" y="55"/>
                    <a:pt x="49" y="62"/>
                    <a:pt x="44" y="69"/>
                  </a:cubicBezTo>
                  <a:cubicBezTo>
                    <a:pt x="39" y="75"/>
                    <a:pt x="36" y="89"/>
                    <a:pt x="27" y="90"/>
                  </a:cubicBezTo>
                </a:path>
              </a:pathLst>
            </a:custGeom>
            <a:solidFill>
              <a:srgbClr val="6B2D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417" name="Freeform 215">
              <a:extLst>
                <a:ext uri="{FF2B5EF4-FFF2-40B4-BE49-F238E27FC236}">
                  <a16:creationId xmlns:a16="http://schemas.microsoft.com/office/drawing/2014/main" id="{413400FA-1614-4B19-9A1C-50FD4894D7B6}"/>
                </a:ext>
              </a:extLst>
            </p:cNvPr>
            <p:cNvSpPr>
              <a:spLocks/>
            </p:cNvSpPr>
            <p:nvPr/>
          </p:nvSpPr>
          <p:spPr bwMode="auto">
            <a:xfrm>
              <a:off x="731" y="1634"/>
              <a:ext cx="60" cy="61"/>
            </a:xfrm>
            <a:custGeom>
              <a:avLst/>
              <a:gdLst>
                <a:gd name="T0" fmla="*/ 0 w 37"/>
                <a:gd name="T1" fmla="*/ 82 h 38"/>
                <a:gd name="T2" fmla="*/ 73 w 37"/>
                <a:gd name="T3" fmla="*/ 5 h 38"/>
                <a:gd name="T4" fmla="*/ 152 w 37"/>
                <a:gd name="T5" fmla="*/ 75 h 38"/>
                <a:gd name="T6" fmla="*/ 84 w 37"/>
                <a:gd name="T7" fmla="*/ 153 h 38"/>
                <a:gd name="T8" fmla="*/ 0 w 37"/>
                <a:gd name="T9" fmla="*/ 82 h 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" h="38">
                  <a:moveTo>
                    <a:pt x="0" y="20"/>
                  </a:moveTo>
                  <a:cubicBezTo>
                    <a:pt x="0" y="10"/>
                    <a:pt x="7" y="2"/>
                    <a:pt x="17" y="1"/>
                  </a:cubicBezTo>
                  <a:cubicBezTo>
                    <a:pt x="27" y="0"/>
                    <a:pt x="36" y="8"/>
                    <a:pt x="36" y="18"/>
                  </a:cubicBezTo>
                  <a:cubicBezTo>
                    <a:pt x="37" y="28"/>
                    <a:pt x="30" y="36"/>
                    <a:pt x="20" y="37"/>
                  </a:cubicBezTo>
                  <a:cubicBezTo>
                    <a:pt x="10" y="38"/>
                    <a:pt x="1" y="30"/>
                    <a:pt x="0" y="20"/>
                  </a:cubicBezTo>
                </a:path>
              </a:pathLst>
            </a:custGeom>
            <a:solidFill>
              <a:srgbClr val="60201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418" name="Freeform 216">
              <a:extLst>
                <a:ext uri="{FF2B5EF4-FFF2-40B4-BE49-F238E27FC236}">
                  <a16:creationId xmlns:a16="http://schemas.microsoft.com/office/drawing/2014/main" id="{106C3908-A319-4B22-9390-665DD352B475}"/>
                </a:ext>
              </a:extLst>
            </p:cNvPr>
            <p:cNvSpPr>
              <a:spLocks/>
            </p:cNvSpPr>
            <p:nvPr/>
          </p:nvSpPr>
          <p:spPr bwMode="auto">
            <a:xfrm>
              <a:off x="926" y="2054"/>
              <a:ext cx="32" cy="12"/>
            </a:xfrm>
            <a:custGeom>
              <a:avLst/>
              <a:gdLst>
                <a:gd name="T0" fmla="*/ 0 w 20"/>
                <a:gd name="T1" fmla="*/ 36 h 7"/>
                <a:gd name="T2" fmla="*/ 42 w 20"/>
                <a:gd name="T3" fmla="*/ 0 h 7"/>
                <a:gd name="T4" fmla="*/ 82 w 20"/>
                <a:gd name="T5" fmla="*/ 36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7">
                  <a:moveTo>
                    <a:pt x="0" y="7"/>
                  </a:moveTo>
                  <a:cubicBezTo>
                    <a:pt x="4" y="1"/>
                    <a:pt x="5" y="0"/>
                    <a:pt x="10" y="0"/>
                  </a:cubicBezTo>
                  <a:cubicBezTo>
                    <a:pt x="14" y="0"/>
                    <a:pt x="15" y="1"/>
                    <a:pt x="20" y="7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419" name="Freeform 217">
              <a:extLst>
                <a:ext uri="{FF2B5EF4-FFF2-40B4-BE49-F238E27FC236}">
                  <a16:creationId xmlns:a16="http://schemas.microsoft.com/office/drawing/2014/main" id="{AB15EA0E-14F3-44C2-9892-A4513E04F51F}"/>
                </a:ext>
              </a:extLst>
            </p:cNvPr>
            <p:cNvSpPr>
              <a:spLocks/>
            </p:cNvSpPr>
            <p:nvPr/>
          </p:nvSpPr>
          <p:spPr bwMode="auto">
            <a:xfrm>
              <a:off x="931" y="2061"/>
              <a:ext cx="22" cy="9"/>
            </a:xfrm>
            <a:custGeom>
              <a:avLst/>
              <a:gdLst>
                <a:gd name="T0" fmla="*/ 0 w 14"/>
                <a:gd name="T1" fmla="*/ 0 h 6"/>
                <a:gd name="T2" fmla="*/ 55 w 14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6">
                  <a:moveTo>
                    <a:pt x="0" y="0"/>
                  </a:moveTo>
                  <a:cubicBezTo>
                    <a:pt x="2" y="6"/>
                    <a:pt x="11" y="6"/>
                    <a:pt x="14" y="0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420" name="Freeform 218">
              <a:extLst>
                <a:ext uri="{FF2B5EF4-FFF2-40B4-BE49-F238E27FC236}">
                  <a16:creationId xmlns:a16="http://schemas.microsoft.com/office/drawing/2014/main" id="{DFB6139D-F4B8-4166-BAFB-0D866650C502}"/>
                </a:ext>
              </a:extLst>
            </p:cNvPr>
            <p:cNvSpPr>
              <a:spLocks/>
            </p:cNvSpPr>
            <p:nvPr/>
          </p:nvSpPr>
          <p:spPr bwMode="auto">
            <a:xfrm>
              <a:off x="739" y="1280"/>
              <a:ext cx="164" cy="18"/>
            </a:xfrm>
            <a:custGeom>
              <a:avLst/>
              <a:gdLst>
                <a:gd name="T0" fmla="*/ 0 w 101"/>
                <a:gd name="T1" fmla="*/ 0 h 11"/>
                <a:gd name="T2" fmla="*/ 115 w 101"/>
                <a:gd name="T3" fmla="*/ 21 h 11"/>
                <a:gd name="T4" fmla="*/ 248 w 101"/>
                <a:gd name="T5" fmla="*/ 21 h 11"/>
                <a:gd name="T6" fmla="*/ 424 w 101"/>
                <a:gd name="T7" fmla="*/ 34 h 11"/>
                <a:gd name="T8" fmla="*/ 432 w 101"/>
                <a:gd name="T9" fmla="*/ 47 h 11"/>
                <a:gd name="T10" fmla="*/ 427 w 101"/>
                <a:gd name="T11" fmla="*/ 26 h 11"/>
                <a:gd name="T12" fmla="*/ 248 w 101"/>
                <a:gd name="T13" fmla="*/ 13 h 11"/>
                <a:gd name="T14" fmla="*/ 119 w 101"/>
                <a:gd name="T15" fmla="*/ 13 h 11"/>
                <a:gd name="T16" fmla="*/ 0 w 101"/>
                <a:gd name="T17" fmla="*/ 0 h 1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1" h="11">
                  <a:moveTo>
                    <a:pt x="0" y="0"/>
                  </a:moveTo>
                  <a:cubicBezTo>
                    <a:pt x="5" y="0"/>
                    <a:pt x="22" y="3"/>
                    <a:pt x="27" y="5"/>
                  </a:cubicBezTo>
                  <a:cubicBezTo>
                    <a:pt x="33" y="8"/>
                    <a:pt x="45" y="7"/>
                    <a:pt x="58" y="5"/>
                  </a:cubicBezTo>
                  <a:cubicBezTo>
                    <a:pt x="75" y="4"/>
                    <a:pt x="93" y="3"/>
                    <a:pt x="99" y="8"/>
                  </a:cubicBezTo>
                  <a:cubicBezTo>
                    <a:pt x="100" y="9"/>
                    <a:pt x="101" y="10"/>
                    <a:pt x="101" y="11"/>
                  </a:cubicBezTo>
                  <a:cubicBezTo>
                    <a:pt x="101" y="9"/>
                    <a:pt x="101" y="8"/>
                    <a:pt x="100" y="6"/>
                  </a:cubicBezTo>
                  <a:cubicBezTo>
                    <a:pt x="94" y="1"/>
                    <a:pt x="76" y="2"/>
                    <a:pt x="58" y="3"/>
                  </a:cubicBezTo>
                  <a:cubicBezTo>
                    <a:pt x="45" y="5"/>
                    <a:pt x="33" y="6"/>
                    <a:pt x="28" y="3"/>
                  </a:cubicBezTo>
                  <a:cubicBezTo>
                    <a:pt x="23" y="1"/>
                    <a:pt x="6" y="1"/>
                    <a:pt x="0" y="0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421" name="Freeform 219">
              <a:extLst>
                <a:ext uri="{FF2B5EF4-FFF2-40B4-BE49-F238E27FC236}">
                  <a16:creationId xmlns:a16="http://schemas.microsoft.com/office/drawing/2014/main" id="{2E36A274-7096-4414-91B4-75D3FC2B1EC4}"/>
                </a:ext>
              </a:extLst>
            </p:cNvPr>
            <p:cNvSpPr>
              <a:spLocks/>
            </p:cNvSpPr>
            <p:nvPr/>
          </p:nvSpPr>
          <p:spPr bwMode="auto">
            <a:xfrm>
              <a:off x="927" y="1317"/>
              <a:ext cx="33" cy="18"/>
            </a:xfrm>
            <a:custGeom>
              <a:avLst/>
              <a:gdLst>
                <a:gd name="T0" fmla="*/ 0 w 20"/>
                <a:gd name="T1" fmla="*/ 0 h 11"/>
                <a:gd name="T2" fmla="*/ 41 w 20"/>
                <a:gd name="T3" fmla="*/ 47 h 11"/>
                <a:gd name="T4" fmla="*/ 89 w 20"/>
                <a:gd name="T5" fmla="*/ 5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11">
                  <a:moveTo>
                    <a:pt x="0" y="0"/>
                  </a:moveTo>
                  <a:cubicBezTo>
                    <a:pt x="3" y="7"/>
                    <a:pt x="6" y="11"/>
                    <a:pt x="9" y="11"/>
                  </a:cubicBezTo>
                  <a:cubicBezTo>
                    <a:pt x="12" y="11"/>
                    <a:pt x="15" y="7"/>
                    <a:pt x="20" y="1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422" name="Freeform 220">
              <a:extLst>
                <a:ext uri="{FF2B5EF4-FFF2-40B4-BE49-F238E27FC236}">
                  <a16:creationId xmlns:a16="http://schemas.microsoft.com/office/drawing/2014/main" id="{EDAA2CE1-93D2-4EC3-941A-5C2A9DB313CC}"/>
                </a:ext>
              </a:extLst>
            </p:cNvPr>
            <p:cNvSpPr>
              <a:spLocks/>
            </p:cNvSpPr>
            <p:nvPr/>
          </p:nvSpPr>
          <p:spPr bwMode="auto">
            <a:xfrm>
              <a:off x="645" y="1478"/>
              <a:ext cx="258" cy="254"/>
            </a:xfrm>
            <a:custGeom>
              <a:avLst/>
              <a:gdLst>
                <a:gd name="T0" fmla="*/ 0 w 159"/>
                <a:gd name="T1" fmla="*/ 0 h 158"/>
                <a:gd name="T2" fmla="*/ 29 w 159"/>
                <a:gd name="T3" fmla="*/ 116 h 158"/>
                <a:gd name="T4" fmla="*/ 50 w 159"/>
                <a:gd name="T5" fmla="*/ 158 h 158"/>
                <a:gd name="T6" fmla="*/ 47 w 159"/>
                <a:gd name="T7" fmla="*/ 254 h 158"/>
                <a:gd name="T8" fmla="*/ 50 w 159"/>
                <a:gd name="T9" fmla="*/ 370 h 158"/>
                <a:gd name="T10" fmla="*/ 316 w 159"/>
                <a:gd name="T11" fmla="*/ 656 h 158"/>
                <a:gd name="T12" fmla="*/ 659 w 159"/>
                <a:gd name="T13" fmla="*/ 416 h 158"/>
                <a:gd name="T14" fmla="*/ 680 w 159"/>
                <a:gd name="T15" fmla="*/ 362 h 158"/>
                <a:gd name="T16" fmla="*/ 652 w 159"/>
                <a:gd name="T17" fmla="*/ 412 h 158"/>
                <a:gd name="T18" fmla="*/ 316 w 159"/>
                <a:gd name="T19" fmla="*/ 643 h 158"/>
                <a:gd name="T20" fmla="*/ 60 w 159"/>
                <a:gd name="T21" fmla="*/ 365 h 158"/>
                <a:gd name="T22" fmla="*/ 55 w 159"/>
                <a:gd name="T23" fmla="*/ 254 h 158"/>
                <a:gd name="T24" fmla="*/ 60 w 159"/>
                <a:gd name="T25" fmla="*/ 158 h 158"/>
                <a:gd name="T26" fmla="*/ 39 w 159"/>
                <a:gd name="T27" fmla="*/ 111 h 158"/>
                <a:gd name="T28" fmla="*/ 0 w 159"/>
                <a:gd name="T29" fmla="*/ 0 h 15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59" h="158">
                  <a:moveTo>
                    <a:pt x="0" y="0"/>
                  </a:moveTo>
                  <a:cubicBezTo>
                    <a:pt x="0" y="11"/>
                    <a:pt x="4" y="21"/>
                    <a:pt x="7" y="28"/>
                  </a:cubicBezTo>
                  <a:cubicBezTo>
                    <a:pt x="10" y="32"/>
                    <a:pt x="11" y="35"/>
                    <a:pt x="12" y="38"/>
                  </a:cubicBezTo>
                  <a:cubicBezTo>
                    <a:pt x="15" y="44"/>
                    <a:pt x="13" y="52"/>
                    <a:pt x="11" y="61"/>
                  </a:cubicBezTo>
                  <a:cubicBezTo>
                    <a:pt x="10" y="70"/>
                    <a:pt x="11" y="80"/>
                    <a:pt x="12" y="89"/>
                  </a:cubicBezTo>
                  <a:cubicBezTo>
                    <a:pt x="16" y="119"/>
                    <a:pt x="42" y="158"/>
                    <a:pt x="74" y="158"/>
                  </a:cubicBezTo>
                  <a:cubicBezTo>
                    <a:pt x="129" y="158"/>
                    <a:pt x="144" y="119"/>
                    <a:pt x="154" y="100"/>
                  </a:cubicBezTo>
                  <a:cubicBezTo>
                    <a:pt x="159" y="87"/>
                    <a:pt x="159" y="87"/>
                    <a:pt x="159" y="87"/>
                  </a:cubicBezTo>
                  <a:cubicBezTo>
                    <a:pt x="153" y="99"/>
                    <a:pt x="153" y="99"/>
                    <a:pt x="153" y="99"/>
                  </a:cubicBezTo>
                  <a:cubicBezTo>
                    <a:pt x="143" y="117"/>
                    <a:pt x="128" y="155"/>
                    <a:pt x="74" y="155"/>
                  </a:cubicBezTo>
                  <a:cubicBezTo>
                    <a:pt x="43" y="155"/>
                    <a:pt x="18" y="117"/>
                    <a:pt x="14" y="88"/>
                  </a:cubicBezTo>
                  <a:cubicBezTo>
                    <a:pt x="13" y="80"/>
                    <a:pt x="12" y="70"/>
                    <a:pt x="13" y="61"/>
                  </a:cubicBezTo>
                  <a:cubicBezTo>
                    <a:pt x="15" y="52"/>
                    <a:pt x="17" y="44"/>
                    <a:pt x="14" y="38"/>
                  </a:cubicBezTo>
                  <a:cubicBezTo>
                    <a:pt x="13" y="35"/>
                    <a:pt x="11" y="31"/>
                    <a:pt x="9" y="27"/>
                  </a:cubicBezTo>
                  <a:cubicBezTo>
                    <a:pt x="5" y="19"/>
                    <a:pt x="0" y="11"/>
                    <a:pt x="0" y="0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423" name="Freeform 221">
              <a:extLst>
                <a:ext uri="{FF2B5EF4-FFF2-40B4-BE49-F238E27FC236}">
                  <a16:creationId xmlns:a16="http://schemas.microsoft.com/office/drawing/2014/main" id="{8B557016-2635-4F55-AD12-C7F623473303}"/>
                </a:ext>
              </a:extLst>
            </p:cNvPr>
            <p:cNvSpPr>
              <a:spLocks/>
            </p:cNvSpPr>
            <p:nvPr/>
          </p:nvSpPr>
          <p:spPr bwMode="auto">
            <a:xfrm>
              <a:off x="845" y="3960"/>
              <a:ext cx="27" cy="64"/>
            </a:xfrm>
            <a:custGeom>
              <a:avLst/>
              <a:gdLst>
                <a:gd name="T0" fmla="*/ 64 w 17"/>
                <a:gd name="T1" fmla="*/ 0 h 40"/>
                <a:gd name="T2" fmla="*/ 48 w 17"/>
                <a:gd name="T3" fmla="*/ 54 h 40"/>
                <a:gd name="T4" fmla="*/ 27 w 17"/>
                <a:gd name="T5" fmla="*/ 163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40">
                  <a:moveTo>
                    <a:pt x="16" y="0"/>
                  </a:moveTo>
                  <a:cubicBezTo>
                    <a:pt x="17" y="4"/>
                    <a:pt x="15" y="9"/>
                    <a:pt x="12" y="13"/>
                  </a:cubicBezTo>
                  <a:cubicBezTo>
                    <a:pt x="8" y="17"/>
                    <a:pt x="0" y="32"/>
                    <a:pt x="7" y="4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424" name="Freeform 222">
              <a:extLst>
                <a:ext uri="{FF2B5EF4-FFF2-40B4-BE49-F238E27FC236}">
                  <a16:creationId xmlns:a16="http://schemas.microsoft.com/office/drawing/2014/main" id="{236D16D8-53C3-4E62-98A7-8DB9CFCCEDAD}"/>
                </a:ext>
              </a:extLst>
            </p:cNvPr>
            <p:cNvSpPr>
              <a:spLocks/>
            </p:cNvSpPr>
            <p:nvPr/>
          </p:nvSpPr>
          <p:spPr bwMode="auto">
            <a:xfrm>
              <a:off x="803" y="3963"/>
              <a:ext cx="40" cy="61"/>
            </a:xfrm>
            <a:custGeom>
              <a:avLst/>
              <a:gdLst>
                <a:gd name="T0" fmla="*/ 102 w 25"/>
                <a:gd name="T1" fmla="*/ 0 h 38"/>
                <a:gd name="T2" fmla="*/ 46 w 25"/>
                <a:gd name="T3" fmla="*/ 56 h 38"/>
                <a:gd name="T4" fmla="*/ 21 w 25"/>
                <a:gd name="T5" fmla="*/ 157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38">
                  <a:moveTo>
                    <a:pt x="25" y="0"/>
                  </a:moveTo>
                  <a:cubicBezTo>
                    <a:pt x="21" y="7"/>
                    <a:pt x="13" y="12"/>
                    <a:pt x="11" y="14"/>
                  </a:cubicBezTo>
                  <a:cubicBezTo>
                    <a:pt x="3" y="22"/>
                    <a:pt x="0" y="31"/>
                    <a:pt x="5" y="38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425" name="Freeform 223">
              <a:extLst>
                <a:ext uri="{FF2B5EF4-FFF2-40B4-BE49-F238E27FC236}">
                  <a16:creationId xmlns:a16="http://schemas.microsoft.com/office/drawing/2014/main" id="{D296FB50-DCC1-4DCC-891D-339191EC1E95}"/>
                </a:ext>
              </a:extLst>
            </p:cNvPr>
            <p:cNvSpPr>
              <a:spLocks/>
            </p:cNvSpPr>
            <p:nvPr/>
          </p:nvSpPr>
          <p:spPr bwMode="auto">
            <a:xfrm>
              <a:off x="770" y="3960"/>
              <a:ext cx="42" cy="61"/>
            </a:xfrm>
            <a:custGeom>
              <a:avLst/>
              <a:gdLst>
                <a:gd name="T0" fmla="*/ 110 w 26"/>
                <a:gd name="T1" fmla="*/ 0 h 38"/>
                <a:gd name="T2" fmla="*/ 50 w 26"/>
                <a:gd name="T3" fmla="*/ 67 h 38"/>
                <a:gd name="T4" fmla="*/ 5 w 26"/>
                <a:gd name="T5" fmla="*/ 157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38">
                  <a:moveTo>
                    <a:pt x="26" y="0"/>
                  </a:moveTo>
                  <a:cubicBezTo>
                    <a:pt x="21" y="5"/>
                    <a:pt x="16" y="11"/>
                    <a:pt x="12" y="16"/>
                  </a:cubicBezTo>
                  <a:cubicBezTo>
                    <a:pt x="7" y="20"/>
                    <a:pt x="0" y="29"/>
                    <a:pt x="1" y="38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426" name="Freeform 224">
              <a:extLst>
                <a:ext uri="{FF2B5EF4-FFF2-40B4-BE49-F238E27FC236}">
                  <a16:creationId xmlns:a16="http://schemas.microsoft.com/office/drawing/2014/main" id="{F4F8C3D4-6DDD-4F75-862F-70E8FF91F6CB}"/>
                </a:ext>
              </a:extLst>
            </p:cNvPr>
            <p:cNvSpPr>
              <a:spLocks/>
            </p:cNvSpPr>
            <p:nvPr/>
          </p:nvSpPr>
          <p:spPr bwMode="auto">
            <a:xfrm>
              <a:off x="754" y="3952"/>
              <a:ext cx="31" cy="45"/>
            </a:xfrm>
            <a:custGeom>
              <a:avLst/>
              <a:gdLst>
                <a:gd name="T0" fmla="*/ 83 w 19"/>
                <a:gd name="T1" fmla="*/ 0 h 28"/>
                <a:gd name="T2" fmla="*/ 34 w 19"/>
                <a:gd name="T3" fmla="*/ 47 h 28"/>
                <a:gd name="T4" fmla="*/ 5 w 19"/>
                <a:gd name="T5" fmla="*/ 116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28">
                  <a:moveTo>
                    <a:pt x="19" y="0"/>
                  </a:moveTo>
                  <a:cubicBezTo>
                    <a:pt x="16" y="4"/>
                    <a:pt x="11" y="8"/>
                    <a:pt x="8" y="11"/>
                  </a:cubicBezTo>
                  <a:cubicBezTo>
                    <a:pt x="4" y="15"/>
                    <a:pt x="0" y="22"/>
                    <a:pt x="1" y="28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427" name="Freeform 225">
              <a:extLst>
                <a:ext uri="{FF2B5EF4-FFF2-40B4-BE49-F238E27FC236}">
                  <a16:creationId xmlns:a16="http://schemas.microsoft.com/office/drawing/2014/main" id="{E67ED46B-9E2C-4323-8F4F-6C9FA813557E}"/>
                </a:ext>
              </a:extLst>
            </p:cNvPr>
            <p:cNvSpPr>
              <a:spLocks/>
            </p:cNvSpPr>
            <p:nvPr/>
          </p:nvSpPr>
          <p:spPr bwMode="auto">
            <a:xfrm>
              <a:off x="863" y="3987"/>
              <a:ext cx="42" cy="21"/>
            </a:xfrm>
            <a:custGeom>
              <a:avLst/>
              <a:gdLst>
                <a:gd name="T0" fmla="*/ 0 w 26"/>
                <a:gd name="T1" fmla="*/ 55 h 13"/>
                <a:gd name="T2" fmla="*/ 84 w 26"/>
                <a:gd name="T3" fmla="*/ 55 h 13"/>
                <a:gd name="T4" fmla="*/ 60 w 26"/>
                <a:gd name="T5" fmla="*/ 0 h 13"/>
                <a:gd name="T6" fmla="*/ 0 w 26"/>
                <a:gd name="T7" fmla="*/ 55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13">
                  <a:moveTo>
                    <a:pt x="0" y="13"/>
                  </a:moveTo>
                  <a:cubicBezTo>
                    <a:pt x="9" y="11"/>
                    <a:pt x="18" y="12"/>
                    <a:pt x="20" y="13"/>
                  </a:cubicBezTo>
                  <a:cubicBezTo>
                    <a:pt x="26" y="4"/>
                    <a:pt x="19" y="0"/>
                    <a:pt x="14" y="0"/>
                  </a:cubicBezTo>
                  <a:cubicBezTo>
                    <a:pt x="3" y="0"/>
                    <a:pt x="0" y="10"/>
                    <a:pt x="0" y="13"/>
                  </a:cubicBezTo>
                  <a:close/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428" name="Freeform 226">
              <a:extLst>
                <a:ext uri="{FF2B5EF4-FFF2-40B4-BE49-F238E27FC236}">
                  <a16:creationId xmlns:a16="http://schemas.microsoft.com/office/drawing/2014/main" id="{03DDAB2B-05FB-4A6C-BDAD-36734CB44CBE}"/>
                </a:ext>
              </a:extLst>
            </p:cNvPr>
            <p:cNvSpPr>
              <a:spLocks/>
            </p:cNvSpPr>
            <p:nvPr/>
          </p:nvSpPr>
          <p:spPr bwMode="auto">
            <a:xfrm>
              <a:off x="819" y="4001"/>
              <a:ext cx="21" cy="18"/>
            </a:xfrm>
            <a:custGeom>
              <a:avLst/>
              <a:gdLst>
                <a:gd name="T0" fmla="*/ 0 w 13"/>
                <a:gd name="T1" fmla="*/ 47 h 11"/>
                <a:gd name="T2" fmla="*/ 55 w 13"/>
                <a:gd name="T3" fmla="*/ 43 h 11"/>
                <a:gd name="T4" fmla="*/ 0 w 13"/>
                <a:gd name="T5" fmla="*/ 47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1">
                  <a:moveTo>
                    <a:pt x="0" y="11"/>
                  </a:moveTo>
                  <a:cubicBezTo>
                    <a:pt x="3" y="11"/>
                    <a:pt x="11" y="9"/>
                    <a:pt x="13" y="10"/>
                  </a:cubicBezTo>
                  <a:cubicBezTo>
                    <a:pt x="12" y="1"/>
                    <a:pt x="1" y="0"/>
                    <a:pt x="0" y="11"/>
                  </a:cubicBezTo>
                  <a:close/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429" name="Freeform 227">
              <a:extLst>
                <a:ext uri="{FF2B5EF4-FFF2-40B4-BE49-F238E27FC236}">
                  <a16:creationId xmlns:a16="http://schemas.microsoft.com/office/drawing/2014/main" id="{4626997F-F4DF-4ECC-ACD5-32D5C1D408BA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" y="3992"/>
              <a:ext cx="13" cy="13"/>
            </a:xfrm>
            <a:custGeom>
              <a:avLst/>
              <a:gdLst>
                <a:gd name="T0" fmla="*/ 0 w 8"/>
                <a:gd name="T1" fmla="*/ 21 h 8"/>
                <a:gd name="T2" fmla="*/ 29 w 8"/>
                <a:gd name="T3" fmla="*/ 29 h 8"/>
                <a:gd name="T4" fmla="*/ 0 w 8"/>
                <a:gd name="T5" fmla="*/ 21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8">
                  <a:moveTo>
                    <a:pt x="0" y="5"/>
                  </a:moveTo>
                  <a:cubicBezTo>
                    <a:pt x="1" y="7"/>
                    <a:pt x="4" y="8"/>
                    <a:pt x="7" y="7"/>
                  </a:cubicBezTo>
                  <a:cubicBezTo>
                    <a:pt x="8" y="0"/>
                    <a:pt x="1" y="1"/>
                    <a:pt x="0" y="5"/>
                  </a:cubicBezTo>
                  <a:close/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430" name="Freeform 228">
              <a:extLst>
                <a:ext uri="{FF2B5EF4-FFF2-40B4-BE49-F238E27FC236}">
                  <a16:creationId xmlns:a16="http://schemas.microsoft.com/office/drawing/2014/main" id="{685154D9-3E3A-473E-850A-CF01CFF9C40F}"/>
                </a:ext>
              </a:extLst>
            </p:cNvPr>
            <p:cNvSpPr>
              <a:spLocks/>
            </p:cNvSpPr>
            <p:nvPr/>
          </p:nvSpPr>
          <p:spPr bwMode="auto">
            <a:xfrm>
              <a:off x="683" y="1666"/>
              <a:ext cx="3" cy="60"/>
            </a:xfrm>
            <a:custGeom>
              <a:avLst/>
              <a:gdLst>
                <a:gd name="T0" fmla="*/ 0 w 2"/>
                <a:gd name="T1" fmla="*/ 0 h 37"/>
                <a:gd name="T2" fmla="*/ 8 w 2"/>
                <a:gd name="T3" fmla="*/ 157 h 3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37">
                  <a:moveTo>
                    <a:pt x="0" y="0"/>
                  </a:moveTo>
                  <a:cubicBezTo>
                    <a:pt x="0" y="6"/>
                    <a:pt x="1" y="24"/>
                    <a:pt x="2" y="37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431" name="Freeform 229">
              <a:extLst>
                <a:ext uri="{FF2B5EF4-FFF2-40B4-BE49-F238E27FC236}">
                  <a16:creationId xmlns:a16="http://schemas.microsoft.com/office/drawing/2014/main" id="{A5850DFC-F561-41E6-A179-BCB121A31A2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47" y="1652"/>
              <a:ext cx="26" cy="26"/>
            </a:xfrm>
            <a:custGeom>
              <a:avLst/>
              <a:gdLst>
                <a:gd name="T0" fmla="*/ 68 w 16"/>
                <a:gd name="T1" fmla="*/ 26 h 16"/>
                <a:gd name="T2" fmla="*/ 60 w 16"/>
                <a:gd name="T3" fmla="*/ 42 h 16"/>
                <a:gd name="T4" fmla="*/ 54 w 16"/>
                <a:gd name="T5" fmla="*/ 54 h 16"/>
                <a:gd name="T6" fmla="*/ 39 w 16"/>
                <a:gd name="T7" fmla="*/ 55 h 16"/>
                <a:gd name="T8" fmla="*/ 21 w 16"/>
                <a:gd name="T9" fmla="*/ 54 h 16"/>
                <a:gd name="T10" fmla="*/ 13 w 16"/>
                <a:gd name="T11" fmla="*/ 34 h 16"/>
                <a:gd name="T12" fmla="*/ 13 w 16"/>
                <a:gd name="T13" fmla="*/ 34 h 16"/>
                <a:gd name="T14" fmla="*/ 13 w 16"/>
                <a:gd name="T15" fmla="*/ 34 h 16"/>
                <a:gd name="T16" fmla="*/ 18 w 16"/>
                <a:gd name="T17" fmla="*/ 26 h 16"/>
                <a:gd name="T18" fmla="*/ 13 w 16"/>
                <a:gd name="T19" fmla="*/ 21 h 16"/>
                <a:gd name="T20" fmla="*/ 8 w 16"/>
                <a:gd name="T21" fmla="*/ 18 h 16"/>
                <a:gd name="T22" fmla="*/ 0 w 16"/>
                <a:gd name="T23" fmla="*/ 39 h 16"/>
                <a:gd name="T24" fmla="*/ 13 w 16"/>
                <a:gd name="T25" fmla="*/ 60 h 16"/>
                <a:gd name="T26" fmla="*/ 39 w 16"/>
                <a:gd name="T27" fmla="*/ 68 h 16"/>
                <a:gd name="T28" fmla="*/ 60 w 16"/>
                <a:gd name="T29" fmla="*/ 55 h 16"/>
                <a:gd name="T30" fmla="*/ 68 w 16"/>
                <a:gd name="T31" fmla="*/ 29 h 16"/>
                <a:gd name="T32" fmla="*/ 68 w 16"/>
                <a:gd name="T33" fmla="*/ 26 h 16"/>
                <a:gd name="T34" fmla="*/ 29 w 16"/>
                <a:gd name="T35" fmla="*/ 13 h 16"/>
                <a:gd name="T36" fmla="*/ 34 w 16"/>
                <a:gd name="T37" fmla="*/ 13 h 16"/>
                <a:gd name="T38" fmla="*/ 39 w 16"/>
                <a:gd name="T39" fmla="*/ 13 h 16"/>
                <a:gd name="T40" fmla="*/ 39 w 16"/>
                <a:gd name="T41" fmla="*/ 5 h 16"/>
                <a:gd name="T42" fmla="*/ 39 w 16"/>
                <a:gd name="T43" fmla="*/ 5 h 16"/>
                <a:gd name="T44" fmla="*/ 34 w 16"/>
                <a:gd name="T45" fmla="*/ 0 h 16"/>
                <a:gd name="T46" fmla="*/ 29 w 16"/>
                <a:gd name="T47" fmla="*/ 5 h 16"/>
                <a:gd name="T48" fmla="*/ 29 w 16"/>
                <a:gd name="T49" fmla="*/ 8 h 16"/>
                <a:gd name="T50" fmla="*/ 29 w 16"/>
                <a:gd name="T51" fmla="*/ 13 h 1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16" h="16">
                  <a:moveTo>
                    <a:pt x="16" y="6"/>
                  </a:moveTo>
                  <a:cubicBezTo>
                    <a:pt x="15" y="7"/>
                    <a:pt x="14" y="9"/>
                    <a:pt x="14" y="10"/>
                  </a:cubicBezTo>
                  <a:cubicBezTo>
                    <a:pt x="14" y="11"/>
                    <a:pt x="13" y="11"/>
                    <a:pt x="12" y="12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5" y="12"/>
                    <a:pt x="5" y="12"/>
                  </a:cubicBezTo>
                  <a:cubicBezTo>
                    <a:pt x="3" y="8"/>
                    <a:pt x="3" y="8"/>
                    <a:pt x="3" y="8"/>
                  </a:cubicBezTo>
                  <a:cubicBezTo>
                    <a:pt x="3" y="8"/>
                    <a:pt x="3" y="8"/>
                    <a:pt x="3" y="8"/>
                  </a:cubicBezTo>
                  <a:cubicBezTo>
                    <a:pt x="3" y="8"/>
                    <a:pt x="3" y="8"/>
                    <a:pt x="3" y="8"/>
                  </a:cubicBezTo>
                  <a:cubicBezTo>
                    <a:pt x="3" y="7"/>
                    <a:pt x="3" y="6"/>
                    <a:pt x="4" y="6"/>
                  </a:cubicBezTo>
                  <a:cubicBezTo>
                    <a:pt x="3" y="6"/>
                    <a:pt x="3" y="6"/>
                    <a:pt x="3" y="5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3" y="14"/>
                    <a:pt x="3" y="14"/>
                    <a:pt x="3" y="14"/>
                  </a:cubicBezTo>
                  <a:cubicBezTo>
                    <a:pt x="9" y="16"/>
                    <a:pt x="9" y="16"/>
                    <a:pt x="9" y="16"/>
                  </a:cubicBezTo>
                  <a:cubicBezTo>
                    <a:pt x="14" y="13"/>
                    <a:pt x="14" y="13"/>
                    <a:pt x="14" y="13"/>
                  </a:cubicBezTo>
                  <a:cubicBezTo>
                    <a:pt x="16" y="7"/>
                    <a:pt x="16" y="7"/>
                    <a:pt x="16" y="7"/>
                  </a:cubicBezTo>
                  <a:lnTo>
                    <a:pt x="16" y="6"/>
                  </a:lnTo>
                  <a:close/>
                  <a:moveTo>
                    <a:pt x="7" y="3"/>
                  </a:moveTo>
                  <a:cubicBezTo>
                    <a:pt x="8" y="3"/>
                    <a:pt x="8" y="3"/>
                    <a:pt x="8" y="3"/>
                  </a:cubicBezTo>
                  <a:cubicBezTo>
                    <a:pt x="9" y="3"/>
                    <a:pt x="9" y="3"/>
                    <a:pt x="9" y="3"/>
                  </a:cubicBezTo>
                  <a:cubicBezTo>
                    <a:pt x="9" y="3"/>
                    <a:pt x="9" y="2"/>
                    <a:pt x="9" y="1"/>
                  </a:cubicBezTo>
                  <a:cubicBezTo>
                    <a:pt x="9" y="1"/>
                    <a:pt x="9" y="1"/>
                    <a:pt x="9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7" y="1"/>
                    <a:pt x="7" y="1"/>
                    <a:pt x="7" y="1"/>
                  </a:cubicBezTo>
                  <a:cubicBezTo>
                    <a:pt x="7" y="1"/>
                    <a:pt x="7" y="2"/>
                    <a:pt x="7" y="2"/>
                  </a:cubicBezTo>
                  <a:cubicBezTo>
                    <a:pt x="7" y="3"/>
                    <a:pt x="7" y="3"/>
                    <a:pt x="7" y="3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432" name="Freeform 230">
              <a:extLst>
                <a:ext uri="{FF2B5EF4-FFF2-40B4-BE49-F238E27FC236}">
                  <a16:creationId xmlns:a16="http://schemas.microsoft.com/office/drawing/2014/main" id="{095DA2BB-247E-4266-9D10-F0FCE571D5B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30" y="1634"/>
              <a:ext cx="63" cy="63"/>
            </a:xfrm>
            <a:custGeom>
              <a:avLst/>
              <a:gdLst>
                <a:gd name="T0" fmla="*/ 0 w 39"/>
                <a:gd name="T1" fmla="*/ 94 h 39"/>
                <a:gd name="T2" fmla="*/ 5 w 39"/>
                <a:gd name="T3" fmla="*/ 110 h 39"/>
                <a:gd name="T4" fmla="*/ 16 w 39"/>
                <a:gd name="T5" fmla="*/ 105 h 39"/>
                <a:gd name="T6" fmla="*/ 13 w 39"/>
                <a:gd name="T7" fmla="*/ 89 h 39"/>
                <a:gd name="T8" fmla="*/ 0 w 39"/>
                <a:gd name="T9" fmla="*/ 94 h 39"/>
                <a:gd name="T10" fmla="*/ 76 w 39"/>
                <a:gd name="T11" fmla="*/ 8 h 39"/>
                <a:gd name="T12" fmla="*/ 76 w 39"/>
                <a:gd name="T13" fmla="*/ 5 h 39"/>
                <a:gd name="T14" fmla="*/ 76 w 39"/>
                <a:gd name="T15" fmla="*/ 5 h 39"/>
                <a:gd name="T16" fmla="*/ 71 w 39"/>
                <a:gd name="T17" fmla="*/ 8 h 39"/>
                <a:gd name="T18" fmla="*/ 76 w 39"/>
                <a:gd name="T19" fmla="*/ 8 h 39"/>
                <a:gd name="T20" fmla="*/ 76 w 39"/>
                <a:gd name="T21" fmla="*/ 8 h 39"/>
                <a:gd name="T22" fmla="*/ 152 w 39"/>
                <a:gd name="T23" fmla="*/ 81 h 39"/>
                <a:gd name="T24" fmla="*/ 165 w 39"/>
                <a:gd name="T25" fmla="*/ 71 h 39"/>
                <a:gd name="T26" fmla="*/ 152 w 39"/>
                <a:gd name="T27" fmla="*/ 39 h 39"/>
                <a:gd name="T28" fmla="*/ 149 w 39"/>
                <a:gd name="T29" fmla="*/ 39 h 39"/>
                <a:gd name="T30" fmla="*/ 139 w 39"/>
                <a:gd name="T31" fmla="*/ 42 h 39"/>
                <a:gd name="T32" fmla="*/ 152 w 39"/>
                <a:gd name="T33" fmla="*/ 76 h 39"/>
                <a:gd name="T34" fmla="*/ 152 w 39"/>
                <a:gd name="T35" fmla="*/ 81 h 39"/>
                <a:gd name="T36" fmla="*/ 136 w 39"/>
                <a:gd name="T37" fmla="*/ 126 h 39"/>
                <a:gd name="T38" fmla="*/ 89 w 39"/>
                <a:gd name="T39" fmla="*/ 152 h 39"/>
                <a:gd name="T40" fmla="*/ 29 w 39"/>
                <a:gd name="T41" fmla="*/ 126 h 39"/>
                <a:gd name="T42" fmla="*/ 16 w 39"/>
                <a:gd name="T43" fmla="*/ 131 h 39"/>
                <a:gd name="T44" fmla="*/ 89 w 39"/>
                <a:gd name="T45" fmla="*/ 160 h 39"/>
                <a:gd name="T46" fmla="*/ 144 w 39"/>
                <a:gd name="T47" fmla="*/ 136 h 39"/>
                <a:gd name="T48" fmla="*/ 160 w 39"/>
                <a:gd name="T49" fmla="*/ 102 h 39"/>
                <a:gd name="T50" fmla="*/ 149 w 39"/>
                <a:gd name="T51" fmla="*/ 105 h 39"/>
                <a:gd name="T52" fmla="*/ 136 w 39"/>
                <a:gd name="T53" fmla="*/ 126 h 39"/>
                <a:gd name="T54" fmla="*/ 29 w 39"/>
                <a:gd name="T55" fmla="*/ 34 h 39"/>
                <a:gd name="T56" fmla="*/ 21 w 39"/>
                <a:gd name="T57" fmla="*/ 26 h 39"/>
                <a:gd name="T58" fmla="*/ 8 w 39"/>
                <a:gd name="T59" fmla="*/ 42 h 39"/>
                <a:gd name="T60" fmla="*/ 16 w 39"/>
                <a:gd name="T61" fmla="*/ 50 h 39"/>
                <a:gd name="T62" fmla="*/ 29 w 39"/>
                <a:gd name="T63" fmla="*/ 34 h 39"/>
                <a:gd name="T64" fmla="*/ 0 w 39"/>
                <a:gd name="T65" fmla="*/ 68 h 39"/>
                <a:gd name="T66" fmla="*/ 0 w 39"/>
                <a:gd name="T67" fmla="*/ 68 h 39"/>
                <a:gd name="T68" fmla="*/ 0 w 39"/>
                <a:gd name="T69" fmla="*/ 68 h 39"/>
                <a:gd name="T70" fmla="*/ 0 w 39"/>
                <a:gd name="T71" fmla="*/ 68 h 39"/>
                <a:gd name="T72" fmla="*/ 123 w 39"/>
                <a:gd name="T73" fmla="*/ 26 h 39"/>
                <a:gd name="T74" fmla="*/ 136 w 39"/>
                <a:gd name="T75" fmla="*/ 16 h 39"/>
                <a:gd name="T76" fmla="*/ 102 w 39"/>
                <a:gd name="T77" fmla="*/ 0 h 39"/>
                <a:gd name="T78" fmla="*/ 105 w 39"/>
                <a:gd name="T79" fmla="*/ 13 h 39"/>
                <a:gd name="T80" fmla="*/ 123 w 39"/>
                <a:gd name="T81" fmla="*/ 26 h 39"/>
                <a:gd name="T82" fmla="*/ 47 w 39"/>
                <a:gd name="T83" fmla="*/ 16 h 39"/>
                <a:gd name="T84" fmla="*/ 50 w 39"/>
                <a:gd name="T85" fmla="*/ 5 h 39"/>
                <a:gd name="T86" fmla="*/ 39 w 39"/>
                <a:gd name="T87" fmla="*/ 13 h 39"/>
                <a:gd name="T88" fmla="*/ 47 w 39"/>
                <a:gd name="T89" fmla="*/ 21 h 39"/>
                <a:gd name="T90" fmla="*/ 47 w 39"/>
                <a:gd name="T91" fmla="*/ 16 h 39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39" h="39">
                  <a:moveTo>
                    <a:pt x="0" y="22"/>
                  </a:moveTo>
                  <a:cubicBezTo>
                    <a:pt x="0" y="23"/>
                    <a:pt x="1" y="25"/>
                    <a:pt x="1" y="26"/>
                  </a:cubicBezTo>
                  <a:cubicBezTo>
                    <a:pt x="2" y="26"/>
                    <a:pt x="3" y="25"/>
                    <a:pt x="4" y="25"/>
                  </a:cubicBezTo>
                  <a:cubicBezTo>
                    <a:pt x="3" y="24"/>
                    <a:pt x="3" y="22"/>
                    <a:pt x="3" y="21"/>
                  </a:cubicBezTo>
                  <a:cubicBezTo>
                    <a:pt x="2" y="21"/>
                    <a:pt x="1" y="22"/>
                    <a:pt x="0" y="22"/>
                  </a:cubicBezTo>
                  <a:moveTo>
                    <a:pt x="18" y="2"/>
                  </a:moveTo>
                  <a:cubicBezTo>
                    <a:pt x="18" y="2"/>
                    <a:pt x="18" y="1"/>
                    <a:pt x="18" y="1"/>
                  </a:cubicBezTo>
                  <a:cubicBezTo>
                    <a:pt x="18" y="1"/>
                    <a:pt x="18" y="1"/>
                    <a:pt x="18" y="1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8" y="2"/>
                    <a:pt x="18" y="2"/>
                    <a:pt x="18" y="2"/>
                  </a:cubicBezTo>
                  <a:cubicBezTo>
                    <a:pt x="18" y="2"/>
                    <a:pt x="18" y="2"/>
                    <a:pt x="18" y="2"/>
                  </a:cubicBezTo>
                  <a:moveTo>
                    <a:pt x="36" y="19"/>
                  </a:moveTo>
                  <a:cubicBezTo>
                    <a:pt x="37" y="18"/>
                    <a:pt x="38" y="18"/>
                    <a:pt x="39" y="17"/>
                  </a:cubicBezTo>
                  <a:cubicBezTo>
                    <a:pt x="38" y="14"/>
                    <a:pt x="37" y="11"/>
                    <a:pt x="36" y="9"/>
                  </a:cubicBezTo>
                  <a:cubicBezTo>
                    <a:pt x="36" y="9"/>
                    <a:pt x="35" y="9"/>
                    <a:pt x="35" y="9"/>
                  </a:cubicBezTo>
                  <a:cubicBezTo>
                    <a:pt x="34" y="9"/>
                    <a:pt x="34" y="10"/>
                    <a:pt x="33" y="10"/>
                  </a:cubicBezTo>
                  <a:cubicBezTo>
                    <a:pt x="35" y="12"/>
                    <a:pt x="36" y="15"/>
                    <a:pt x="36" y="18"/>
                  </a:cubicBezTo>
                  <a:cubicBezTo>
                    <a:pt x="36" y="18"/>
                    <a:pt x="36" y="18"/>
                    <a:pt x="36" y="19"/>
                  </a:cubicBezTo>
                  <a:moveTo>
                    <a:pt x="32" y="30"/>
                  </a:moveTo>
                  <a:cubicBezTo>
                    <a:pt x="29" y="33"/>
                    <a:pt x="25" y="35"/>
                    <a:pt x="21" y="36"/>
                  </a:cubicBezTo>
                  <a:cubicBezTo>
                    <a:pt x="15" y="36"/>
                    <a:pt x="10" y="34"/>
                    <a:pt x="7" y="30"/>
                  </a:cubicBezTo>
                  <a:cubicBezTo>
                    <a:pt x="6" y="30"/>
                    <a:pt x="5" y="31"/>
                    <a:pt x="4" y="31"/>
                  </a:cubicBezTo>
                  <a:cubicBezTo>
                    <a:pt x="8" y="36"/>
                    <a:pt x="14" y="39"/>
                    <a:pt x="21" y="38"/>
                  </a:cubicBezTo>
                  <a:cubicBezTo>
                    <a:pt x="26" y="38"/>
                    <a:pt x="31" y="36"/>
                    <a:pt x="34" y="32"/>
                  </a:cubicBezTo>
                  <a:cubicBezTo>
                    <a:pt x="36" y="29"/>
                    <a:pt x="37" y="27"/>
                    <a:pt x="38" y="24"/>
                  </a:cubicBezTo>
                  <a:cubicBezTo>
                    <a:pt x="37" y="24"/>
                    <a:pt x="36" y="25"/>
                    <a:pt x="35" y="25"/>
                  </a:cubicBezTo>
                  <a:cubicBezTo>
                    <a:pt x="34" y="27"/>
                    <a:pt x="33" y="28"/>
                    <a:pt x="32" y="30"/>
                  </a:cubicBezTo>
                  <a:moveTo>
                    <a:pt x="7" y="8"/>
                  </a:moveTo>
                  <a:cubicBezTo>
                    <a:pt x="6" y="7"/>
                    <a:pt x="6" y="7"/>
                    <a:pt x="5" y="6"/>
                  </a:cubicBezTo>
                  <a:cubicBezTo>
                    <a:pt x="4" y="7"/>
                    <a:pt x="3" y="9"/>
                    <a:pt x="2" y="10"/>
                  </a:cubicBezTo>
                  <a:cubicBezTo>
                    <a:pt x="3" y="11"/>
                    <a:pt x="3" y="11"/>
                    <a:pt x="4" y="12"/>
                  </a:cubicBezTo>
                  <a:cubicBezTo>
                    <a:pt x="5" y="11"/>
                    <a:pt x="6" y="9"/>
                    <a:pt x="7" y="8"/>
                  </a:cubicBezTo>
                  <a:moveTo>
                    <a:pt x="0" y="16"/>
                  </a:moveTo>
                  <a:cubicBezTo>
                    <a:pt x="0" y="16"/>
                    <a:pt x="0" y="16"/>
                    <a:pt x="0" y="16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0" y="16"/>
                    <a:pt x="0" y="16"/>
                    <a:pt x="0" y="16"/>
                  </a:cubicBezTo>
                  <a:moveTo>
                    <a:pt x="29" y="6"/>
                  </a:moveTo>
                  <a:cubicBezTo>
                    <a:pt x="30" y="5"/>
                    <a:pt x="31" y="5"/>
                    <a:pt x="32" y="4"/>
                  </a:cubicBezTo>
                  <a:cubicBezTo>
                    <a:pt x="30" y="2"/>
                    <a:pt x="27" y="1"/>
                    <a:pt x="24" y="0"/>
                  </a:cubicBezTo>
                  <a:cubicBezTo>
                    <a:pt x="24" y="1"/>
                    <a:pt x="24" y="2"/>
                    <a:pt x="25" y="3"/>
                  </a:cubicBezTo>
                  <a:cubicBezTo>
                    <a:pt x="26" y="4"/>
                    <a:pt x="28" y="5"/>
                    <a:pt x="29" y="6"/>
                  </a:cubicBezTo>
                  <a:moveTo>
                    <a:pt x="11" y="4"/>
                  </a:moveTo>
                  <a:cubicBezTo>
                    <a:pt x="11" y="3"/>
                    <a:pt x="12" y="2"/>
                    <a:pt x="12" y="1"/>
                  </a:cubicBezTo>
                  <a:cubicBezTo>
                    <a:pt x="11" y="2"/>
                    <a:pt x="10" y="2"/>
                    <a:pt x="9" y="3"/>
                  </a:cubicBezTo>
                  <a:cubicBezTo>
                    <a:pt x="10" y="3"/>
                    <a:pt x="10" y="4"/>
                    <a:pt x="11" y="5"/>
                  </a:cubicBezTo>
                  <a:cubicBezTo>
                    <a:pt x="11" y="4"/>
                    <a:pt x="11" y="4"/>
                    <a:pt x="11" y="4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433" name="Freeform 231">
              <a:extLst>
                <a:ext uri="{FF2B5EF4-FFF2-40B4-BE49-F238E27FC236}">
                  <a16:creationId xmlns:a16="http://schemas.microsoft.com/office/drawing/2014/main" id="{1C78B33A-17B7-4472-BEE9-33296D9005B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8" y="2553"/>
              <a:ext cx="67" cy="45"/>
            </a:xfrm>
            <a:custGeom>
              <a:avLst/>
              <a:gdLst>
                <a:gd name="T0" fmla="*/ 0 w 41"/>
                <a:gd name="T1" fmla="*/ 0 h 28"/>
                <a:gd name="T2" fmla="*/ 67 w 41"/>
                <a:gd name="T3" fmla="*/ 63 h 28"/>
                <a:gd name="T4" fmla="*/ 144 w 41"/>
                <a:gd name="T5" fmla="*/ 101 h 28"/>
                <a:gd name="T6" fmla="*/ 178 w 41"/>
                <a:gd name="T7" fmla="*/ 116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1" h="28">
                  <a:moveTo>
                    <a:pt x="0" y="0"/>
                  </a:moveTo>
                  <a:cubicBezTo>
                    <a:pt x="4" y="2"/>
                    <a:pt x="10" y="12"/>
                    <a:pt x="15" y="15"/>
                  </a:cubicBezTo>
                  <a:cubicBezTo>
                    <a:pt x="21" y="19"/>
                    <a:pt x="28" y="21"/>
                    <a:pt x="33" y="24"/>
                  </a:cubicBezTo>
                  <a:cubicBezTo>
                    <a:pt x="36" y="25"/>
                    <a:pt x="39" y="26"/>
                    <a:pt x="41" y="28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434" name="Freeform 232">
              <a:extLst>
                <a:ext uri="{FF2B5EF4-FFF2-40B4-BE49-F238E27FC236}">
                  <a16:creationId xmlns:a16="http://schemas.microsoft.com/office/drawing/2014/main" id="{267CC0DB-7163-4A9C-ADF1-3981357FC4E1}"/>
                </a:ext>
              </a:extLst>
            </p:cNvPr>
            <p:cNvSpPr>
              <a:spLocks/>
            </p:cNvSpPr>
            <p:nvPr/>
          </p:nvSpPr>
          <p:spPr bwMode="auto">
            <a:xfrm>
              <a:off x="540" y="2564"/>
              <a:ext cx="54" cy="47"/>
            </a:xfrm>
            <a:custGeom>
              <a:avLst/>
              <a:gdLst>
                <a:gd name="T0" fmla="*/ 144 w 33"/>
                <a:gd name="T1" fmla="*/ 123 h 29"/>
                <a:gd name="T2" fmla="*/ 54 w 33"/>
                <a:gd name="T3" fmla="*/ 73 h 29"/>
                <a:gd name="T4" fmla="*/ 0 w 33"/>
                <a:gd name="T5" fmla="*/ 0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29">
                  <a:moveTo>
                    <a:pt x="33" y="29"/>
                  </a:moveTo>
                  <a:cubicBezTo>
                    <a:pt x="23" y="20"/>
                    <a:pt x="18" y="20"/>
                    <a:pt x="12" y="17"/>
                  </a:cubicBezTo>
                  <a:cubicBezTo>
                    <a:pt x="12" y="15"/>
                    <a:pt x="5" y="5"/>
                    <a:pt x="0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435" name="Freeform 233">
              <a:extLst>
                <a:ext uri="{FF2B5EF4-FFF2-40B4-BE49-F238E27FC236}">
                  <a16:creationId xmlns:a16="http://schemas.microsoft.com/office/drawing/2014/main" id="{4749441D-276F-4C28-86B0-EB6E0418DA15}"/>
                </a:ext>
              </a:extLst>
            </p:cNvPr>
            <p:cNvSpPr>
              <a:spLocks/>
            </p:cNvSpPr>
            <p:nvPr/>
          </p:nvSpPr>
          <p:spPr bwMode="auto">
            <a:xfrm>
              <a:off x="534" y="2500"/>
              <a:ext cx="69" cy="85"/>
            </a:xfrm>
            <a:custGeom>
              <a:avLst/>
              <a:gdLst>
                <a:gd name="T0" fmla="*/ 178 w 43"/>
                <a:gd name="T1" fmla="*/ 213 h 53"/>
                <a:gd name="T2" fmla="*/ 103 w 43"/>
                <a:gd name="T3" fmla="*/ 157 h 53"/>
                <a:gd name="T4" fmla="*/ 88 w 43"/>
                <a:gd name="T5" fmla="*/ 47 h 53"/>
                <a:gd name="T6" fmla="*/ 56 w 43"/>
                <a:gd name="T7" fmla="*/ 0 h 53"/>
                <a:gd name="T8" fmla="*/ 0 w 43"/>
                <a:gd name="T9" fmla="*/ 88 h 53"/>
                <a:gd name="T10" fmla="*/ 21 w 43"/>
                <a:gd name="T11" fmla="*/ 170 h 5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3" h="53">
                  <a:moveTo>
                    <a:pt x="43" y="52"/>
                  </a:moveTo>
                  <a:cubicBezTo>
                    <a:pt x="33" y="53"/>
                    <a:pt x="26" y="44"/>
                    <a:pt x="25" y="38"/>
                  </a:cubicBezTo>
                  <a:cubicBezTo>
                    <a:pt x="23" y="32"/>
                    <a:pt x="21" y="15"/>
                    <a:pt x="21" y="11"/>
                  </a:cubicBezTo>
                  <a:cubicBezTo>
                    <a:pt x="20" y="6"/>
                    <a:pt x="20" y="0"/>
                    <a:pt x="14" y="0"/>
                  </a:cubicBezTo>
                  <a:cubicBezTo>
                    <a:pt x="7" y="5"/>
                    <a:pt x="0" y="14"/>
                    <a:pt x="0" y="21"/>
                  </a:cubicBezTo>
                  <a:cubicBezTo>
                    <a:pt x="0" y="28"/>
                    <a:pt x="5" y="34"/>
                    <a:pt x="5" y="41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436" name="Freeform 234">
              <a:extLst>
                <a:ext uri="{FF2B5EF4-FFF2-40B4-BE49-F238E27FC236}">
                  <a16:creationId xmlns:a16="http://schemas.microsoft.com/office/drawing/2014/main" id="{9712680A-022B-4AD5-8B2F-8D2CD92196B2}"/>
                </a:ext>
              </a:extLst>
            </p:cNvPr>
            <p:cNvSpPr>
              <a:spLocks/>
            </p:cNvSpPr>
            <p:nvPr/>
          </p:nvSpPr>
          <p:spPr bwMode="auto">
            <a:xfrm>
              <a:off x="584" y="2627"/>
              <a:ext cx="22" cy="10"/>
            </a:xfrm>
            <a:custGeom>
              <a:avLst/>
              <a:gdLst>
                <a:gd name="T0" fmla="*/ 55 w 14"/>
                <a:gd name="T1" fmla="*/ 28 h 6"/>
                <a:gd name="T2" fmla="*/ 0 w 14"/>
                <a:gd name="T3" fmla="*/ 13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6">
                  <a:moveTo>
                    <a:pt x="14" y="6"/>
                  </a:moveTo>
                  <a:cubicBezTo>
                    <a:pt x="9" y="1"/>
                    <a:pt x="2" y="0"/>
                    <a:pt x="0" y="3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437" name="Freeform 235">
              <a:extLst>
                <a:ext uri="{FF2B5EF4-FFF2-40B4-BE49-F238E27FC236}">
                  <a16:creationId xmlns:a16="http://schemas.microsoft.com/office/drawing/2014/main" id="{36D74788-47EF-4FAA-BD05-045DAC802FF1}"/>
                </a:ext>
              </a:extLst>
            </p:cNvPr>
            <p:cNvSpPr>
              <a:spLocks/>
            </p:cNvSpPr>
            <p:nvPr/>
          </p:nvSpPr>
          <p:spPr bwMode="auto">
            <a:xfrm>
              <a:off x="551" y="2589"/>
              <a:ext cx="10" cy="11"/>
            </a:xfrm>
            <a:custGeom>
              <a:avLst/>
              <a:gdLst>
                <a:gd name="T0" fmla="*/ 28 w 6"/>
                <a:gd name="T1" fmla="*/ 8 h 7"/>
                <a:gd name="T2" fmla="*/ 0 w 6"/>
                <a:gd name="T3" fmla="*/ 27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7">
                  <a:moveTo>
                    <a:pt x="6" y="2"/>
                  </a:moveTo>
                  <a:cubicBezTo>
                    <a:pt x="3" y="0"/>
                    <a:pt x="2" y="4"/>
                    <a:pt x="0" y="7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438" name="Freeform 236">
              <a:extLst>
                <a:ext uri="{FF2B5EF4-FFF2-40B4-BE49-F238E27FC236}">
                  <a16:creationId xmlns:a16="http://schemas.microsoft.com/office/drawing/2014/main" id="{401D5183-9BA4-414B-BD14-66D21EE37367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" y="2561"/>
              <a:ext cx="8" cy="3"/>
            </a:xfrm>
            <a:custGeom>
              <a:avLst/>
              <a:gdLst>
                <a:gd name="T0" fmla="*/ 21 w 5"/>
                <a:gd name="T1" fmla="*/ 8 h 2"/>
                <a:gd name="T2" fmla="*/ 0 w 5"/>
                <a:gd name="T3" fmla="*/ 5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">
                  <a:moveTo>
                    <a:pt x="5" y="2"/>
                  </a:moveTo>
                  <a:cubicBezTo>
                    <a:pt x="3" y="0"/>
                    <a:pt x="1" y="0"/>
                    <a:pt x="0" y="1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439" name="Freeform 237">
              <a:extLst>
                <a:ext uri="{FF2B5EF4-FFF2-40B4-BE49-F238E27FC236}">
                  <a16:creationId xmlns:a16="http://schemas.microsoft.com/office/drawing/2014/main" id="{3F8083C6-1147-4A6E-965C-295A3E7105FC}"/>
                </a:ext>
              </a:extLst>
            </p:cNvPr>
            <p:cNvSpPr>
              <a:spLocks/>
            </p:cNvSpPr>
            <p:nvPr/>
          </p:nvSpPr>
          <p:spPr bwMode="auto">
            <a:xfrm>
              <a:off x="559" y="2490"/>
              <a:ext cx="7" cy="16"/>
            </a:xfrm>
            <a:custGeom>
              <a:avLst/>
              <a:gdLst>
                <a:gd name="T0" fmla="*/ 21 w 4"/>
                <a:gd name="T1" fmla="*/ 42 h 10"/>
                <a:gd name="T2" fmla="*/ 0 w 4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0">
                  <a:moveTo>
                    <a:pt x="4" y="10"/>
                  </a:moveTo>
                  <a:cubicBezTo>
                    <a:pt x="3" y="5"/>
                    <a:pt x="1" y="3"/>
                    <a:pt x="0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440" name="Freeform 238">
              <a:extLst>
                <a:ext uri="{FF2B5EF4-FFF2-40B4-BE49-F238E27FC236}">
                  <a16:creationId xmlns:a16="http://schemas.microsoft.com/office/drawing/2014/main" id="{EF47FA2B-969D-46DB-97A2-467826588D18}"/>
                </a:ext>
              </a:extLst>
            </p:cNvPr>
            <p:cNvSpPr>
              <a:spLocks/>
            </p:cNvSpPr>
            <p:nvPr/>
          </p:nvSpPr>
          <p:spPr bwMode="auto">
            <a:xfrm>
              <a:off x="543" y="2497"/>
              <a:ext cx="13" cy="3"/>
            </a:xfrm>
            <a:custGeom>
              <a:avLst/>
              <a:gdLst>
                <a:gd name="T0" fmla="*/ 34 w 8"/>
                <a:gd name="T1" fmla="*/ 8 h 2"/>
                <a:gd name="T2" fmla="*/ 0 w 8"/>
                <a:gd name="T3" fmla="*/ 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">
                  <a:moveTo>
                    <a:pt x="8" y="2"/>
                  </a:moveTo>
                  <a:cubicBezTo>
                    <a:pt x="4" y="0"/>
                    <a:pt x="3" y="1"/>
                    <a:pt x="0" y="2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441" name="Freeform 239">
              <a:extLst>
                <a:ext uri="{FF2B5EF4-FFF2-40B4-BE49-F238E27FC236}">
                  <a16:creationId xmlns:a16="http://schemas.microsoft.com/office/drawing/2014/main" id="{A00A827D-0432-4209-B800-EED6F2384CB4}"/>
                </a:ext>
              </a:extLst>
            </p:cNvPr>
            <p:cNvSpPr>
              <a:spLocks/>
            </p:cNvSpPr>
            <p:nvPr/>
          </p:nvSpPr>
          <p:spPr bwMode="auto">
            <a:xfrm>
              <a:off x="592" y="2524"/>
              <a:ext cx="8" cy="5"/>
            </a:xfrm>
            <a:custGeom>
              <a:avLst/>
              <a:gdLst>
                <a:gd name="T0" fmla="*/ 21 w 5"/>
                <a:gd name="T1" fmla="*/ 13 h 3"/>
                <a:gd name="T2" fmla="*/ 0 w 5"/>
                <a:gd name="T3" fmla="*/ 5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">
                  <a:moveTo>
                    <a:pt x="5" y="3"/>
                  </a:moveTo>
                  <a:cubicBezTo>
                    <a:pt x="4" y="1"/>
                    <a:pt x="2" y="0"/>
                    <a:pt x="0" y="1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442" name="Freeform 240">
              <a:extLst>
                <a:ext uri="{FF2B5EF4-FFF2-40B4-BE49-F238E27FC236}">
                  <a16:creationId xmlns:a16="http://schemas.microsoft.com/office/drawing/2014/main" id="{3A0F09E9-DAA0-4A78-858F-82666631489B}"/>
                </a:ext>
              </a:extLst>
            </p:cNvPr>
            <p:cNvSpPr>
              <a:spLocks/>
            </p:cNvSpPr>
            <p:nvPr/>
          </p:nvSpPr>
          <p:spPr bwMode="auto">
            <a:xfrm>
              <a:off x="540" y="2521"/>
              <a:ext cx="36" cy="45"/>
            </a:xfrm>
            <a:custGeom>
              <a:avLst/>
              <a:gdLst>
                <a:gd name="T0" fmla="*/ 97 w 22"/>
                <a:gd name="T1" fmla="*/ 116 h 28"/>
                <a:gd name="T2" fmla="*/ 41 w 22"/>
                <a:gd name="T3" fmla="*/ 88 h 28"/>
                <a:gd name="T4" fmla="*/ 0 w 22"/>
                <a:gd name="T5" fmla="*/ 0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28">
                  <a:moveTo>
                    <a:pt x="22" y="28"/>
                  </a:moveTo>
                  <a:cubicBezTo>
                    <a:pt x="19" y="24"/>
                    <a:pt x="12" y="27"/>
                    <a:pt x="9" y="21"/>
                  </a:cubicBezTo>
                  <a:cubicBezTo>
                    <a:pt x="6" y="14"/>
                    <a:pt x="1" y="9"/>
                    <a:pt x="0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443" name="Freeform 241">
              <a:extLst>
                <a:ext uri="{FF2B5EF4-FFF2-40B4-BE49-F238E27FC236}">
                  <a16:creationId xmlns:a16="http://schemas.microsoft.com/office/drawing/2014/main" id="{ABFA7F03-39F0-41C3-9896-663A8188916A}"/>
                </a:ext>
              </a:extLst>
            </p:cNvPr>
            <p:cNvSpPr>
              <a:spLocks/>
            </p:cNvSpPr>
            <p:nvPr/>
          </p:nvSpPr>
          <p:spPr bwMode="auto">
            <a:xfrm>
              <a:off x="547" y="2510"/>
              <a:ext cx="24" cy="40"/>
            </a:xfrm>
            <a:custGeom>
              <a:avLst/>
              <a:gdLst>
                <a:gd name="T0" fmla="*/ 61 w 15"/>
                <a:gd name="T1" fmla="*/ 102 h 25"/>
                <a:gd name="T2" fmla="*/ 35 w 15"/>
                <a:gd name="T3" fmla="*/ 90 h 25"/>
                <a:gd name="T4" fmla="*/ 0 w 15"/>
                <a:gd name="T5" fmla="*/ 0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25">
                  <a:moveTo>
                    <a:pt x="15" y="25"/>
                  </a:moveTo>
                  <a:cubicBezTo>
                    <a:pt x="14" y="21"/>
                    <a:pt x="12" y="23"/>
                    <a:pt x="9" y="22"/>
                  </a:cubicBezTo>
                  <a:cubicBezTo>
                    <a:pt x="6" y="21"/>
                    <a:pt x="1" y="6"/>
                    <a:pt x="0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444" name="Freeform 242">
              <a:extLst>
                <a:ext uri="{FF2B5EF4-FFF2-40B4-BE49-F238E27FC236}">
                  <a16:creationId xmlns:a16="http://schemas.microsoft.com/office/drawing/2014/main" id="{518E3033-EBF1-452C-9C1F-61558A3B53A2}"/>
                </a:ext>
              </a:extLst>
            </p:cNvPr>
            <p:cNvSpPr>
              <a:spLocks/>
            </p:cNvSpPr>
            <p:nvPr/>
          </p:nvSpPr>
          <p:spPr bwMode="auto">
            <a:xfrm>
              <a:off x="592" y="2560"/>
              <a:ext cx="5" cy="16"/>
            </a:xfrm>
            <a:custGeom>
              <a:avLst/>
              <a:gdLst>
                <a:gd name="T0" fmla="*/ 13 w 3"/>
                <a:gd name="T1" fmla="*/ 0 h 10"/>
                <a:gd name="T2" fmla="*/ 8 w 3"/>
                <a:gd name="T3" fmla="*/ 42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0">
                  <a:moveTo>
                    <a:pt x="3" y="0"/>
                  </a:moveTo>
                  <a:cubicBezTo>
                    <a:pt x="0" y="1"/>
                    <a:pt x="2" y="8"/>
                    <a:pt x="2" y="1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445" name="Oval 243">
              <a:extLst>
                <a:ext uri="{FF2B5EF4-FFF2-40B4-BE49-F238E27FC236}">
                  <a16:creationId xmlns:a16="http://schemas.microsoft.com/office/drawing/2014/main" id="{6367E337-7CAC-4AF0-930F-755DDD2FAB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61" y="955"/>
              <a:ext cx="26" cy="24"/>
            </a:xfrm>
            <a:prstGeom prst="ellipse">
              <a:avLst/>
            </a:prstGeom>
            <a:noFill/>
            <a:ln w="3175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446" name="Oval 244">
              <a:extLst>
                <a:ext uri="{FF2B5EF4-FFF2-40B4-BE49-F238E27FC236}">
                  <a16:creationId xmlns:a16="http://schemas.microsoft.com/office/drawing/2014/main" id="{E5F59632-9886-452A-992D-51B31B36C1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69" y="963"/>
              <a:ext cx="8" cy="8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447" name="Freeform 245">
              <a:extLst>
                <a:ext uri="{FF2B5EF4-FFF2-40B4-BE49-F238E27FC236}">
                  <a16:creationId xmlns:a16="http://schemas.microsoft.com/office/drawing/2014/main" id="{C6226E83-D714-4B92-B7C2-A165F8666A95}"/>
                </a:ext>
              </a:extLst>
            </p:cNvPr>
            <p:cNvSpPr>
              <a:spLocks/>
            </p:cNvSpPr>
            <p:nvPr/>
          </p:nvSpPr>
          <p:spPr bwMode="auto">
            <a:xfrm>
              <a:off x="845" y="955"/>
              <a:ext cx="60" cy="26"/>
            </a:xfrm>
            <a:custGeom>
              <a:avLst/>
              <a:gdLst>
                <a:gd name="T0" fmla="*/ 157 w 37"/>
                <a:gd name="T1" fmla="*/ 42 h 16"/>
                <a:gd name="T2" fmla="*/ 143 w 37"/>
                <a:gd name="T3" fmla="*/ 54 h 16"/>
                <a:gd name="T4" fmla="*/ 68 w 37"/>
                <a:gd name="T5" fmla="*/ 68 h 16"/>
                <a:gd name="T6" fmla="*/ 0 w 37"/>
                <a:gd name="T7" fmla="*/ 34 h 16"/>
                <a:gd name="T8" fmla="*/ 76 w 37"/>
                <a:gd name="T9" fmla="*/ 0 h 16"/>
                <a:gd name="T10" fmla="*/ 144 w 37"/>
                <a:gd name="T11" fmla="*/ 34 h 16"/>
                <a:gd name="T12" fmla="*/ 157 w 37"/>
                <a:gd name="T13" fmla="*/ 42 h 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7" h="16">
                  <a:moveTo>
                    <a:pt x="37" y="10"/>
                  </a:moveTo>
                  <a:cubicBezTo>
                    <a:pt x="37" y="12"/>
                    <a:pt x="35" y="12"/>
                    <a:pt x="33" y="12"/>
                  </a:cubicBezTo>
                  <a:cubicBezTo>
                    <a:pt x="31" y="12"/>
                    <a:pt x="24" y="16"/>
                    <a:pt x="16" y="16"/>
                  </a:cubicBezTo>
                  <a:cubicBezTo>
                    <a:pt x="7" y="16"/>
                    <a:pt x="1" y="8"/>
                    <a:pt x="0" y="8"/>
                  </a:cubicBezTo>
                  <a:cubicBezTo>
                    <a:pt x="1" y="6"/>
                    <a:pt x="7" y="0"/>
                    <a:pt x="18" y="0"/>
                  </a:cubicBezTo>
                  <a:cubicBezTo>
                    <a:pt x="27" y="0"/>
                    <a:pt x="30" y="5"/>
                    <a:pt x="34" y="8"/>
                  </a:cubicBezTo>
                  <a:cubicBezTo>
                    <a:pt x="36" y="8"/>
                    <a:pt x="37" y="9"/>
                    <a:pt x="37" y="10"/>
                  </a:cubicBezTo>
                  <a:close/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448" name="Freeform 246">
              <a:extLst>
                <a:ext uri="{FF2B5EF4-FFF2-40B4-BE49-F238E27FC236}">
                  <a16:creationId xmlns:a16="http://schemas.microsoft.com/office/drawing/2014/main" id="{BAE4041F-B198-47E9-89E6-667C7F1A88F6}"/>
                </a:ext>
              </a:extLst>
            </p:cNvPr>
            <p:cNvSpPr>
              <a:spLocks/>
            </p:cNvSpPr>
            <p:nvPr/>
          </p:nvSpPr>
          <p:spPr bwMode="auto">
            <a:xfrm>
              <a:off x="843" y="939"/>
              <a:ext cx="60" cy="18"/>
            </a:xfrm>
            <a:custGeom>
              <a:avLst/>
              <a:gdLst>
                <a:gd name="T0" fmla="*/ 157 w 37"/>
                <a:gd name="T1" fmla="*/ 47 h 11"/>
                <a:gd name="T2" fmla="*/ 0 w 37"/>
                <a:gd name="T3" fmla="*/ 43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7" h="11">
                  <a:moveTo>
                    <a:pt x="37" y="11"/>
                  </a:moveTo>
                  <a:cubicBezTo>
                    <a:pt x="28" y="2"/>
                    <a:pt x="11" y="0"/>
                    <a:pt x="0" y="1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449" name="Freeform 247">
              <a:extLst>
                <a:ext uri="{FF2B5EF4-FFF2-40B4-BE49-F238E27FC236}">
                  <a16:creationId xmlns:a16="http://schemas.microsoft.com/office/drawing/2014/main" id="{21F5B0E3-B8C0-4327-A456-F142DE30A28C}"/>
                </a:ext>
              </a:extLst>
            </p:cNvPr>
            <p:cNvSpPr>
              <a:spLocks/>
            </p:cNvSpPr>
            <p:nvPr/>
          </p:nvSpPr>
          <p:spPr bwMode="auto">
            <a:xfrm>
              <a:off x="827" y="908"/>
              <a:ext cx="76" cy="25"/>
            </a:xfrm>
            <a:custGeom>
              <a:avLst/>
              <a:gdLst>
                <a:gd name="T0" fmla="*/ 199 w 47"/>
                <a:gd name="T1" fmla="*/ 37 h 15"/>
                <a:gd name="T2" fmla="*/ 0 w 47"/>
                <a:gd name="T3" fmla="*/ 7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7" h="15">
                  <a:moveTo>
                    <a:pt x="47" y="8"/>
                  </a:moveTo>
                  <a:cubicBezTo>
                    <a:pt x="38" y="4"/>
                    <a:pt x="10" y="0"/>
                    <a:pt x="0" y="15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450" name="Freeform 248">
              <a:extLst>
                <a:ext uri="{FF2B5EF4-FFF2-40B4-BE49-F238E27FC236}">
                  <a16:creationId xmlns:a16="http://schemas.microsoft.com/office/drawing/2014/main" id="{0DF2C12C-07A9-4769-AFBC-85E72148BAF5}"/>
                </a:ext>
              </a:extLst>
            </p:cNvPr>
            <p:cNvSpPr>
              <a:spLocks/>
            </p:cNvSpPr>
            <p:nvPr/>
          </p:nvSpPr>
          <p:spPr bwMode="auto">
            <a:xfrm>
              <a:off x="974" y="908"/>
              <a:ext cx="75" cy="25"/>
            </a:xfrm>
            <a:custGeom>
              <a:avLst/>
              <a:gdLst>
                <a:gd name="T0" fmla="*/ 0 w 46"/>
                <a:gd name="T1" fmla="*/ 37 h 15"/>
                <a:gd name="T2" fmla="*/ 199 w 46"/>
                <a:gd name="T3" fmla="*/ 7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6" h="15">
                  <a:moveTo>
                    <a:pt x="0" y="8"/>
                  </a:moveTo>
                  <a:cubicBezTo>
                    <a:pt x="9" y="4"/>
                    <a:pt x="36" y="0"/>
                    <a:pt x="46" y="15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451" name="Oval 249">
              <a:extLst>
                <a:ext uri="{FF2B5EF4-FFF2-40B4-BE49-F238E27FC236}">
                  <a16:creationId xmlns:a16="http://schemas.microsoft.com/office/drawing/2014/main" id="{1E1CBCBB-2C90-4C3F-97B4-17FC9D5DB5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9" y="955"/>
              <a:ext cx="26" cy="24"/>
            </a:xfrm>
            <a:prstGeom prst="ellipse">
              <a:avLst/>
            </a:prstGeom>
            <a:noFill/>
            <a:ln w="3175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452" name="Oval 250">
              <a:extLst>
                <a:ext uri="{FF2B5EF4-FFF2-40B4-BE49-F238E27FC236}">
                  <a16:creationId xmlns:a16="http://schemas.microsoft.com/office/drawing/2014/main" id="{0ABBDDE3-C69C-4881-8222-9A2FA44544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08" y="963"/>
              <a:ext cx="7" cy="8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453" name="Freeform 251">
              <a:extLst>
                <a:ext uri="{FF2B5EF4-FFF2-40B4-BE49-F238E27FC236}">
                  <a16:creationId xmlns:a16="http://schemas.microsoft.com/office/drawing/2014/main" id="{31DBCF06-6D1F-4330-9DC5-06F48F0E0FAA}"/>
                </a:ext>
              </a:extLst>
            </p:cNvPr>
            <p:cNvSpPr>
              <a:spLocks/>
            </p:cNvSpPr>
            <p:nvPr/>
          </p:nvSpPr>
          <p:spPr bwMode="auto">
            <a:xfrm>
              <a:off x="981" y="955"/>
              <a:ext cx="60" cy="26"/>
            </a:xfrm>
            <a:custGeom>
              <a:avLst/>
              <a:gdLst>
                <a:gd name="T0" fmla="*/ 0 w 37"/>
                <a:gd name="T1" fmla="*/ 42 h 16"/>
                <a:gd name="T2" fmla="*/ 16 w 37"/>
                <a:gd name="T3" fmla="*/ 54 h 16"/>
                <a:gd name="T4" fmla="*/ 89 w 37"/>
                <a:gd name="T5" fmla="*/ 68 h 16"/>
                <a:gd name="T6" fmla="*/ 157 w 37"/>
                <a:gd name="T7" fmla="*/ 34 h 16"/>
                <a:gd name="T8" fmla="*/ 81 w 37"/>
                <a:gd name="T9" fmla="*/ 0 h 16"/>
                <a:gd name="T10" fmla="*/ 13 w 37"/>
                <a:gd name="T11" fmla="*/ 34 h 16"/>
                <a:gd name="T12" fmla="*/ 0 w 37"/>
                <a:gd name="T13" fmla="*/ 42 h 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7" h="16">
                  <a:moveTo>
                    <a:pt x="0" y="10"/>
                  </a:moveTo>
                  <a:cubicBezTo>
                    <a:pt x="0" y="12"/>
                    <a:pt x="2" y="12"/>
                    <a:pt x="4" y="12"/>
                  </a:cubicBezTo>
                  <a:cubicBezTo>
                    <a:pt x="6" y="12"/>
                    <a:pt x="12" y="16"/>
                    <a:pt x="21" y="16"/>
                  </a:cubicBezTo>
                  <a:cubicBezTo>
                    <a:pt x="30" y="16"/>
                    <a:pt x="36" y="8"/>
                    <a:pt x="37" y="8"/>
                  </a:cubicBezTo>
                  <a:cubicBezTo>
                    <a:pt x="35" y="6"/>
                    <a:pt x="30" y="0"/>
                    <a:pt x="19" y="0"/>
                  </a:cubicBezTo>
                  <a:cubicBezTo>
                    <a:pt x="10" y="0"/>
                    <a:pt x="7" y="5"/>
                    <a:pt x="3" y="8"/>
                  </a:cubicBezTo>
                  <a:cubicBezTo>
                    <a:pt x="1" y="8"/>
                    <a:pt x="0" y="9"/>
                    <a:pt x="0" y="10"/>
                  </a:cubicBezTo>
                  <a:close/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454" name="Freeform 252">
              <a:extLst>
                <a:ext uri="{FF2B5EF4-FFF2-40B4-BE49-F238E27FC236}">
                  <a16:creationId xmlns:a16="http://schemas.microsoft.com/office/drawing/2014/main" id="{BFC49BFD-FFFC-42D2-9A68-F20F8AA29A60}"/>
                </a:ext>
              </a:extLst>
            </p:cNvPr>
            <p:cNvSpPr>
              <a:spLocks/>
            </p:cNvSpPr>
            <p:nvPr/>
          </p:nvSpPr>
          <p:spPr bwMode="auto">
            <a:xfrm>
              <a:off x="983" y="939"/>
              <a:ext cx="60" cy="18"/>
            </a:xfrm>
            <a:custGeom>
              <a:avLst/>
              <a:gdLst>
                <a:gd name="T0" fmla="*/ 0 w 37"/>
                <a:gd name="T1" fmla="*/ 47 h 11"/>
                <a:gd name="T2" fmla="*/ 157 w 37"/>
                <a:gd name="T3" fmla="*/ 43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7" h="11">
                  <a:moveTo>
                    <a:pt x="0" y="11"/>
                  </a:moveTo>
                  <a:cubicBezTo>
                    <a:pt x="9" y="2"/>
                    <a:pt x="26" y="0"/>
                    <a:pt x="37" y="1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455" name="Freeform 253">
              <a:extLst>
                <a:ext uri="{FF2B5EF4-FFF2-40B4-BE49-F238E27FC236}">
                  <a16:creationId xmlns:a16="http://schemas.microsoft.com/office/drawing/2014/main" id="{35620166-C965-410E-B350-B14FB7A7AF11}"/>
                </a:ext>
              </a:extLst>
            </p:cNvPr>
            <p:cNvSpPr>
              <a:spLocks/>
            </p:cNvSpPr>
            <p:nvPr/>
          </p:nvSpPr>
          <p:spPr bwMode="auto">
            <a:xfrm>
              <a:off x="958" y="960"/>
              <a:ext cx="12" cy="34"/>
            </a:xfrm>
            <a:custGeom>
              <a:avLst/>
              <a:gdLst>
                <a:gd name="T0" fmla="*/ 29 w 7"/>
                <a:gd name="T1" fmla="*/ 8 h 21"/>
                <a:gd name="T2" fmla="*/ 21 w 7"/>
                <a:gd name="T3" fmla="*/ 89 h 21"/>
                <a:gd name="T4" fmla="*/ 26 w 7"/>
                <a:gd name="T5" fmla="*/ 5 h 21"/>
                <a:gd name="T6" fmla="*/ 29 w 7"/>
                <a:gd name="T7" fmla="*/ 8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21">
                  <a:moveTo>
                    <a:pt x="6" y="2"/>
                  </a:moveTo>
                  <a:cubicBezTo>
                    <a:pt x="3" y="7"/>
                    <a:pt x="1" y="11"/>
                    <a:pt x="4" y="21"/>
                  </a:cubicBezTo>
                  <a:cubicBezTo>
                    <a:pt x="0" y="9"/>
                    <a:pt x="0" y="6"/>
                    <a:pt x="5" y="1"/>
                  </a:cubicBezTo>
                  <a:cubicBezTo>
                    <a:pt x="5" y="0"/>
                    <a:pt x="7" y="1"/>
                    <a:pt x="6" y="2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456" name="Freeform 254">
              <a:extLst>
                <a:ext uri="{FF2B5EF4-FFF2-40B4-BE49-F238E27FC236}">
                  <a16:creationId xmlns:a16="http://schemas.microsoft.com/office/drawing/2014/main" id="{F5773D37-D6CA-45AB-9E3A-F36642EA1CA5}"/>
                </a:ext>
              </a:extLst>
            </p:cNvPr>
            <p:cNvSpPr>
              <a:spLocks/>
            </p:cNvSpPr>
            <p:nvPr/>
          </p:nvSpPr>
          <p:spPr bwMode="auto">
            <a:xfrm>
              <a:off x="858" y="2342"/>
              <a:ext cx="167" cy="69"/>
            </a:xfrm>
            <a:custGeom>
              <a:avLst/>
              <a:gdLst>
                <a:gd name="T0" fmla="*/ 221 w 103"/>
                <a:gd name="T1" fmla="*/ 170 h 43"/>
                <a:gd name="T2" fmla="*/ 219 w 103"/>
                <a:gd name="T3" fmla="*/ 170 h 43"/>
                <a:gd name="T4" fmla="*/ 0 w 103"/>
                <a:gd name="T5" fmla="*/ 0 h 43"/>
                <a:gd name="T6" fmla="*/ 219 w 103"/>
                <a:gd name="T7" fmla="*/ 178 h 43"/>
                <a:gd name="T8" fmla="*/ 221 w 103"/>
                <a:gd name="T9" fmla="*/ 178 h 43"/>
                <a:gd name="T10" fmla="*/ 439 w 103"/>
                <a:gd name="T11" fmla="*/ 0 h 43"/>
                <a:gd name="T12" fmla="*/ 221 w 103"/>
                <a:gd name="T13" fmla="*/ 170 h 4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3" h="43">
                  <a:moveTo>
                    <a:pt x="52" y="41"/>
                  </a:moveTo>
                  <a:cubicBezTo>
                    <a:pt x="51" y="41"/>
                    <a:pt x="51" y="41"/>
                    <a:pt x="51" y="41"/>
                  </a:cubicBezTo>
                  <a:cubicBezTo>
                    <a:pt x="34" y="41"/>
                    <a:pt x="8" y="19"/>
                    <a:pt x="0" y="0"/>
                  </a:cubicBezTo>
                  <a:cubicBezTo>
                    <a:pt x="8" y="19"/>
                    <a:pt x="33" y="43"/>
                    <a:pt x="51" y="43"/>
                  </a:cubicBezTo>
                  <a:cubicBezTo>
                    <a:pt x="52" y="43"/>
                    <a:pt x="52" y="43"/>
                    <a:pt x="52" y="43"/>
                  </a:cubicBezTo>
                  <a:cubicBezTo>
                    <a:pt x="71" y="43"/>
                    <a:pt x="95" y="19"/>
                    <a:pt x="103" y="0"/>
                  </a:cubicBezTo>
                  <a:cubicBezTo>
                    <a:pt x="96" y="19"/>
                    <a:pt x="70" y="41"/>
                    <a:pt x="52" y="41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457" name="Freeform 255">
              <a:extLst>
                <a:ext uri="{FF2B5EF4-FFF2-40B4-BE49-F238E27FC236}">
                  <a16:creationId xmlns:a16="http://schemas.microsoft.com/office/drawing/2014/main" id="{BFC58371-4103-4236-B95B-4968DE401D03}"/>
                </a:ext>
              </a:extLst>
            </p:cNvPr>
            <p:cNvSpPr>
              <a:spLocks/>
            </p:cNvSpPr>
            <p:nvPr/>
          </p:nvSpPr>
          <p:spPr bwMode="auto">
            <a:xfrm>
              <a:off x="921" y="3828"/>
              <a:ext cx="6" cy="33"/>
            </a:xfrm>
            <a:custGeom>
              <a:avLst/>
              <a:gdLst>
                <a:gd name="T0" fmla="*/ 14 w 4"/>
                <a:gd name="T1" fmla="*/ 0 h 21"/>
                <a:gd name="T2" fmla="*/ 0 w 4"/>
                <a:gd name="T3" fmla="*/ 82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1">
                  <a:moveTo>
                    <a:pt x="4" y="0"/>
                  </a:moveTo>
                  <a:cubicBezTo>
                    <a:pt x="4" y="8"/>
                    <a:pt x="0" y="21"/>
                    <a:pt x="0" y="21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458" name="Freeform 256">
              <a:extLst>
                <a:ext uri="{FF2B5EF4-FFF2-40B4-BE49-F238E27FC236}">
                  <a16:creationId xmlns:a16="http://schemas.microsoft.com/office/drawing/2014/main" id="{EABE7500-6425-4F1B-8BE4-773825333DD3}"/>
                </a:ext>
              </a:extLst>
            </p:cNvPr>
            <p:cNvSpPr>
              <a:spLocks/>
            </p:cNvSpPr>
            <p:nvPr/>
          </p:nvSpPr>
          <p:spPr bwMode="auto">
            <a:xfrm>
              <a:off x="983" y="1280"/>
              <a:ext cx="163" cy="18"/>
            </a:xfrm>
            <a:custGeom>
              <a:avLst/>
              <a:gdLst>
                <a:gd name="T0" fmla="*/ 307 w 101"/>
                <a:gd name="T1" fmla="*/ 13 h 11"/>
                <a:gd name="T2" fmla="*/ 179 w 101"/>
                <a:gd name="T3" fmla="*/ 13 h 11"/>
                <a:gd name="T4" fmla="*/ 5 w 101"/>
                <a:gd name="T5" fmla="*/ 26 h 11"/>
                <a:gd name="T6" fmla="*/ 0 w 101"/>
                <a:gd name="T7" fmla="*/ 47 h 11"/>
                <a:gd name="T8" fmla="*/ 8 w 101"/>
                <a:gd name="T9" fmla="*/ 34 h 11"/>
                <a:gd name="T10" fmla="*/ 179 w 101"/>
                <a:gd name="T11" fmla="*/ 21 h 11"/>
                <a:gd name="T12" fmla="*/ 310 w 101"/>
                <a:gd name="T13" fmla="*/ 21 h 11"/>
                <a:gd name="T14" fmla="*/ 424 w 101"/>
                <a:gd name="T15" fmla="*/ 0 h 11"/>
                <a:gd name="T16" fmla="*/ 307 w 101"/>
                <a:gd name="T17" fmla="*/ 13 h 1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1" h="11">
                  <a:moveTo>
                    <a:pt x="73" y="3"/>
                  </a:moveTo>
                  <a:cubicBezTo>
                    <a:pt x="68" y="6"/>
                    <a:pt x="56" y="5"/>
                    <a:pt x="43" y="3"/>
                  </a:cubicBezTo>
                  <a:cubicBezTo>
                    <a:pt x="25" y="2"/>
                    <a:pt x="7" y="1"/>
                    <a:pt x="1" y="6"/>
                  </a:cubicBezTo>
                  <a:cubicBezTo>
                    <a:pt x="0" y="8"/>
                    <a:pt x="0" y="9"/>
                    <a:pt x="0" y="11"/>
                  </a:cubicBezTo>
                  <a:cubicBezTo>
                    <a:pt x="0" y="10"/>
                    <a:pt x="1" y="9"/>
                    <a:pt x="2" y="8"/>
                  </a:cubicBezTo>
                  <a:cubicBezTo>
                    <a:pt x="8" y="3"/>
                    <a:pt x="26" y="4"/>
                    <a:pt x="43" y="5"/>
                  </a:cubicBezTo>
                  <a:cubicBezTo>
                    <a:pt x="56" y="7"/>
                    <a:pt x="68" y="8"/>
                    <a:pt x="74" y="5"/>
                  </a:cubicBezTo>
                  <a:cubicBezTo>
                    <a:pt x="79" y="3"/>
                    <a:pt x="96" y="0"/>
                    <a:pt x="101" y="0"/>
                  </a:cubicBezTo>
                  <a:cubicBezTo>
                    <a:pt x="95" y="1"/>
                    <a:pt x="78" y="1"/>
                    <a:pt x="73" y="3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459" name="Freeform 257">
              <a:extLst>
                <a:ext uri="{FF2B5EF4-FFF2-40B4-BE49-F238E27FC236}">
                  <a16:creationId xmlns:a16="http://schemas.microsoft.com/office/drawing/2014/main" id="{63BCBD24-6A81-4C4F-BEE0-3AE8713B374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3" y="3960"/>
              <a:ext cx="28" cy="64"/>
            </a:xfrm>
            <a:custGeom>
              <a:avLst/>
              <a:gdLst>
                <a:gd name="T0" fmla="*/ 5 w 17"/>
                <a:gd name="T1" fmla="*/ 0 h 40"/>
                <a:gd name="T2" fmla="*/ 21 w 17"/>
                <a:gd name="T3" fmla="*/ 54 h 40"/>
                <a:gd name="T4" fmla="*/ 43 w 17"/>
                <a:gd name="T5" fmla="*/ 163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40">
                  <a:moveTo>
                    <a:pt x="1" y="0"/>
                  </a:moveTo>
                  <a:cubicBezTo>
                    <a:pt x="0" y="4"/>
                    <a:pt x="2" y="9"/>
                    <a:pt x="5" y="13"/>
                  </a:cubicBezTo>
                  <a:cubicBezTo>
                    <a:pt x="9" y="17"/>
                    <a:pt x="17" y="32"/>
                    <a:pt x="10" y="4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460" name="Freeform 258">
              <a:extLst>
                <a:ext uri="{FF2B5EF4-FFF2-40B4-BE49-F238E27FC236}">
                  <a16:creationId xmlns:a16="http://schemas.microsoft.com/office/drawing/2014/main" id="{EC4CC204-E087-43F2-B656-08A66462F2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3" y="3963"/>
              <a:ext cx="40" cy="61"/>
            </a:xfrm>
            <a:custGeom>
              <a:avLst/>
              <a:gdLst>
                <a:gd name="T0" fmla="*/ 0 w 25"/>
                <a:gd name="T1" fmla="*/ 0 h 38"/>
                <a:gd name="T2" fmla="*/ 56 w 25"/>
                <a:gd name="T3" fmla="*/ 56 h 38"/>
                <a:gd name="T4" fmla="*/ 82 w 25"/>
                <a:gd name="T5" fmla="*/ 157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38">
                  <a:moveTo>
                    <a:pt x="0" y="0"/>
                  </a:moveTo>
                  <a:cubicBezTo>
                    <a:pt x="4" y="7"/>
                    <a:pt x="12" y="12"/>
                    <a:pt x="14" y="14"/>
                  </a:cubicBezTo>
                  <a:cubicBezTo>
                    <a:pt x="22" y="22"/>
                    <a:pt x="25" y="31"/>
                    <a:pt x="20" y="38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461" name="Freeform 259">
              <a:extLst>
                <a:ext uri="{FF2B5EF4-FFF2-40B4-BE49-F238E27FC236}">
                  <a16:creationId xmlns:a16="http://schemas.microsoft.com/office/drawing/2014/main" id="{DB3BCF2E-3CC8-45F0-8CA4-11C3D065F0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3" y="3960"/>
              <a:ext cx="42" cy="61"/>
            </a:xfrm>
            <a:custGeom>
              <a:avLst/>
              <a:gdLst>
                <a:gd name="T0" fmla="*/ 0 w 26"/>
                <a:gd name="T1" fmla="*/ 0 h 38"/>
                <a:gd name="T2" fmla="*/ 60 w 26"/>
                <a:gd name="T3" fmla="*/ 55 h 38"/>
                <a:gd name="T4" fmla="*/ 105 w 26"/>
                <a:gd name="T5" fmla="*/ 157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38">
                  <a:moveTo>
                    <a:pt x="0" y="0"/>
                  </a:moveTo>
                  <a:cubicBezTo>
                    <a:pt x="4" y="5"/>
                    <a:pt x="8" y="8"/>
                    <a:pt x="14" y="13"/>
                  </a:cubicBezTo>
                  <a:cubicBezTo>
                    <a:pt x="24" y="22"/>
                    <a:pt x="26" y="29"/>
                    <a:pt x="25" y="38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462" name="Freeform 260">
              <a:extLst>
                <a:ext uri="{FF2B5EF4-FFF2-40B4-BE49-F238E27FC236}">
                  <a16:creationId xmlns:a16="http://schemas.microsoft.com/office/drawing/2014/main" id="{637850B4-935F-4E4E-BE1D-08E5FDEFDAD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1" y="3952"/>
              <a:ext cx="31" cy="45"/>
            </a:xfrm>
            <a:custGeom>
              <a:avLst/>
              <a:gdLst>
                <a:gd name="T0" fmla="*/ 0 w 19"/>
                <a:gd name="T1" fmla="*/ 0 h 28"/>
                <a:gd name="T2" fmla="*/ 47 w 19"/>
                <a:gd name="T3" fmla="*/ 47 h 28"/>
                <a:gd name="T4" fmla="*/ 77 w 19"/>
                <a:gd name="T5" fmla="*/ 116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28">
                  <a:moveTo>
                    <a:pt x="0" y="0"/>
                  </a:moveTo>
                  <a:cubicBezTo>
                    <a:pt x="3" y="4"/>
                    <a:pt x="8" y="8"/>
                    <a:pt x="11" y="11"/>
                  </a:cubicBezTo>
                  <a:cubicBezTo>
                    <a:pt x="15" y="15"/>
                    <a:pt x="19" y="22"/>
                    <a:pt x="18" y="28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463" name="Freeform 261">
              <a:extLst>
                <a:ext uri="{FF2B5EF4-FFF2-40B4-BE49-F238E27FC236}">
                  <a16:creationId xmlns:a16="http://schemas.microsoft.com/office/drawing/2014/main" id="{70FFFEFF-A344-4ECD-BD64-DF33E713D81A}"/>
                </a:ext>
              </a:extLst>
            </p:cNvPr>
            <p:cNvSpPr>
              <a:spLocks/>
            </p:cNvSpPr>
            <p:nvPr/>
          </p:nvSpPr>
          <p:spPr bwMode="auto">
            <a:xfrm>
              <a:off x="981" y="3987"/>
              <a:ext cx="42" cy="21"/>
            </a:xfrm>
            <a:custGeom>
              <a:avLst/>
              <a:gdLst>
                <a:gd name="T0" fmla="*/ 110 w 26"/>
                <a:gd name="T1" fmla="*/ 55 h 13"/>
                <a:gd name="T2" fmla="*/ 26 w 26"/>
                <a:gd name="T3" fmla="*/ 55 h 13"/>
                <a:gd name="T4" fmla="*/ 50 w 26"/>
                <a:gd name="T5" fmla="*/ 0 h 13"/>
                <a:gd name="T6" fmla="*/ 110 w 26"/>
                <a:gd name="T7" fmla="*/ 55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13">
                  <a:moveTo>
                    <a:pt x="26" y="13"/>
                  </a:moveTo>
                  <a:cubicBezTo>
                    <a:pt x="17" y="11"/>
                    <a:pt x="8" y="12"/>
                    <a:pt x="6" y="13"/>
                  </a:cubicBezTo>
                  <a:cubicBezTo>
                    <a:pt x="0" y="4"/>
                    <a:pt x="7" y="0"/>
                    <a:pt x="12" y="0"/>
                  </a:cubicBezTo>
                  <a:cubicBezTo>
                    <a:pt x="23" y="0"/>
                    <a:pt x="26" y="10"/>
                    <a:pt x="26" y="13"/>
                  </a:cubicBezTo>
                  <a:close/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464" name="Freeform 262">
              <a:extLst>
                <a:ext uri="{FF2B5EF4-FFF2-40B4-BE49-F238E27FC236}">
                  <a16:creationId xmlns:a16="http://schemas.microsoft.com/office/drawing/2014/main" id="{B1D519A9-268B-45C5-A090-DBE35DB0366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6" y="4001"/>
              <a:ext cx="21" cy="18"/>
            </a:xfrm>
            <a:custGeom>
              <a:avLst/>
              <a:gdLst>
                <a:gd name="T0" fmla="*/ 55 w 13"/>
                <a:gd name="T1" fmla="*/ 47 h 11"/>
                <a:gd name="T2" fmla="*/ 0 w 13"/>
                <a:gd name="T3" fmla="*/ 43 h 11"/>
                <a:gd name="T4" fmla="*/ 55 w 13"/>
                <a:gd name="T5" fmla="*/ 47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1">
                  <a:moveTo>
                    <a:pt x="13" y="11"/>
                  </a:moveTo>
                  <a:cubicBezTo>
                    <a:pt x="10" y="11"/>
                    <a:pt x="2" y="9"/>
                    <a:pt x="0" y="10"/>
                  </a:cubicBezTo>
                  <a:cubicBezTo>
                    <a:pt x="1" y="1"/>
                    <a:pt x="12" y="0"/>
                    <a:pt x="13" y="11"/>
                  </a:cubicBezTo>
                  <a:close/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465" name="Freeform 263">
              <a:extLst>
                <a:ext uri="{FF2B5EF4-FFF2-40B4-BE49-F238E27FC236}">
                  <a16:creationId xmlns:a16="http://schemas.microsoft.com/office/drawing/2014/main" id="{2CFCD252-EA0D-4AE2-8670-7A7C6D29127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4" y="3992"/>
              <a:ext cx="13" cy="13"/>
            </a:xfrm>
            <a:custGeom>
              <a:avLst/>
              <a:gdLst>
                <a:gd name="T0" fmla="*/ 34 w 8"/>
                <a:gd name="T1" fmla="*/ 21 h 8"/>
                <a:gd name="T2" fmla="*/ 5 w 8"/>
                <a:gd name="T3" fmla="*/ 29 h 8"/>
                <a:gd name="T4" fmla="*/ 34 w 8"/>
                <a:gd name="T5" fmla="*/ 21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8">
                  <a:moveTo>
                    <a:pt x="8" y="5"/>
                  </a:moveTo>
                  <a:cubicBezTo>
                    <a:pt x="7" y="7"/>
                    <a:pt x="4" y="8"/>
                    <a:pt x="1" y="7"/>
                  </a:cubicBezTo>
                  <a:cubicBezTo>
                    <a:pt x="0" y="0"/>
                    <a:pt x="7" y="1"/>
                    <a:pt x="8" y="5"/>
                  </a:cubicBezTo>
                  <a:close/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466" name="Freeform 264">
              <a:extLst>
                <a:ext uri="{FF2B5EF4-FFF2-40B4-BE49-F238E27FC236}">
                  <a16:creationId xmlns:a16="http://schemas.microsoft.com/office/drawing/2014/main" id="{E7984874-AA32-4B0A-93F2-0F6B8F8D7A9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0" y="1679"/>
              <a:ext cx="3" cy="45"/>
            </a:xfrm>
            <a:custGeom>
              <a:avLst/>
              <a:gdLst>
                <a:gd name="T0" fmla="*/ 8 w 2"/>
                <a:gd name="T1" fmla="*/ 0 h 28"/>
                <a:gd name="T2" fmla="*/ 0 w 2"/>
                <a:gd name="T3" fmla="*/ 116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8">
                  <a:moveTo>
                    <a:pt x="2" y="0"/>
                  </a:moveTo>
                  <a:cubicBezTo>
                    <a:pt x="2" y="5"/>
                    <a:pt x="1" y="15"/>
                    <a:pt x="0" y="28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467" name="Freeform 265">
              <a:extLst>
                <a:ext uri="{FF2B5EF4-FFF2-40B4-BE49-F238E27FC236}">
                  <a16:creationId xmlns:a16="http://schemas.microsoft.com/office/drawing/2014/main" id="{40805267-254D-4873-A121-38F27DA7C2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1" y="2553"/>
              <a:ext cx="66" cy="45"/>
            </a:xfrm>
            <a:custGeom>
              <a:avLst/>
              <a:gdLst>
                <a:gd name="T0" fmla="*/ 0 w 41"/>
                <a:gd name="T1" fmla="*/ 116 h 28"/>
                <a:gd name="T2" fmla="*/ 34 w 41"/>
                <a:gd name="T3" fmla="*/ 101 h 28"/>
                <a:gd name="T4" fmla="*/ 109 w 41"/>
                <a:gd name="T5" fmla="*/ 63 h 28"/>
                <a:gd name="T6" fmla="*/ 171 w 41"/>
                <a:gd name="T7" fmla="*/ 0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1" h="28">
                  <a:moveTo>
                    <a:pt x="0" y="28"/>
                  </a:moveTo>
                  <a:cubicBezTo>
                    <a:pt x="2" y="26"/>
                    <a:pt x="5" y="25"/>
                    <a:pt x="8" y="24"/>
                  </a:cubicBezTo>
                  <a:cubicBezTo>
                    <a:pt x="13" y="21"/>
                    <a:pt x="20" y="19"/>
                    <a:pt x="26" y="15"/>
                  </a:cubicBezTo>
                  <a:cubicBezTo>
                    <a:pt x="31" y="12"/>
                    <a:pt x="37" y="2"/>
                    <a:pt x="41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468" name="Freeform 266">
              <a:extLst>
                <a:ext uri="{FF2B5EF4-FFF2-40B4-BE49-F238E27FC236}">
                  <a16:creationId xmlns:a16="http://schemas.microsoft.com/office/drawing/2014/main" id="{195B7535-E23D-41E6-869C-09CE11D2FD1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2" y="2564"/>
              <a:ext cx="54" cy="47"/>
            </a:xfrm>
            <a:custGeom>
              <a:avLst/>
              <a:gdLst>
                <a:gd name="T0" fmla="*/ 144 w 33"/>
                <a:gd name="T1" fmla="*/ 0 h 29"/>
                <a:gd name="T2" fmla="*/ 92 w 33"/>
                <a:gd name="T3" fmla="*/ 73 h 29"/>
                <a:gd name="T4" fmla="*/ 0 w 33"/>
                <a:gd name="T5" fmla="*/ 123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29">
                  <a:moveTo>
                    <a:pt x="33" y="0"/>
                  </a:moveTo>
                  <a:cubicBezTo>
                    <a:pt x="28" y="5"/>
                    <a:pt x="21" y="15"/>
                    <a:pt x="21" y="17"/>
                  </a:cubicBezTo>
                  <a:cubicBezTo>
                    <a:pt x="15" y="20"/>
                    <a:pt x="10" y="20"/>
                    <a:pt x="0" y="29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469" name="Freeform 267">
              <a:extLst>
                <a:ext uri="{FF2B5EF4-FFF2-40B4-BE49-F238E27FC236}">
                  <a16:creationId xmlns:a16="http://schemas.microsoft.com/office/drawing/2014/main" id="{59E12339-0FD3-4D42-8A87-37761671FE7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2" y="2500"/>
              <a:ext cx="70" cy="85"/>
            </a:xfrm>
            <a:custGeom>
              <a:avLst/>
              <a:gdLst>
                <a:gd name="T0" fmla="*/ 164 w 43"/>
                <a:gd name="T1" fmla="*/ 170 h 53"/>
                <a:gd name="T2" fmla="*/ 186 w 43"/>
                <a:gd name="T3" fmla="*/ 88 h 53"/>
                <a:gd name="T4" fmla="*/ 125 w 43"/>
                <a:gd name="T5" fmla="*/ 0 h 53"/>
                <a:gd name="T6" fmla="*/ 96 w 43"/>
                <a:gd name="T7" fmla="*/ 47 h 53"/>
                <a:gd name="T8" fmla="*/ 77 w 43"/>
                <a:gd name="T9" fmla="*/ 157 h 53"/>
                <a:gd name="T10" fmla="*/ 0 w 43"/>
                <a:gd name="T11" fmla="*/ 213 h 5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3" h="53">
                  <a:moveTo>
                    <a:pt x="38" y="41"/>
                  </a:moveTo>
                  <a:cubicBezTo>
                    <a:pt x="38" y="34"/>
                    <a:pt x="43" y="28"/>
                    <a:pt x="43" y="21"/>
                  </a:cubicBezTo>
                  <a:cubicBezTo>
                    <a:pt x="43" y="14"/>
                    <a:pt x="36" y="5"/>
                    <a:pt x="29" y="0"/>
                  </a:cubicBezTo>
                  <a:cubicBezTo>
                    <a:pt x="23" y="0"/>
                    <a:pt x="23" y="6"/>
                    <a:pt x="22" y="11"/>
                  </a:cubicBezTo>
                  <a:cubicBezTo>
                    <a:pt x="22" y="15"/>
                    <a:pt x="20" y="32"/>
                    <a:pt x="18" y="38"/>
                  </a:cubicBezTo>
                  <a:cubicBezTo>
                    <a:pt x="17" y="44"/>
                    <a:pt x="10" y="53"/>
                    <a:pt x="0" y="52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470" name="Freeform 268">
              <a:extLst>
                <a:ext uri="{FF2B5EF4-FFF2-40B4-BE49-F238E27FC236}">
                  <a16:creationId xmlns:a16="http://schemas.microsoft.com/office/drawing/2014/main" id="{9B2CC34F-9BF1-4732-9BAA-5028E1C171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9" y="2627"/>
              <a:ext cx="23" cy="10"/>
            </a:xfrm>
            <a:custGeom>
              <a:avLst/>
              <a:gdLst>
                <a:gd name="T0" fmla="*/ 62 w 14"/>
                <a:gd name="T1" fmla="*/ 13 h 6"/>
                <a:gd name="T2" fmla="*/ 0 w 14"/>
                <a:gd name="T3" fmla="*/ 28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6">
                  <a:moveTo>
                    <a:pt x="14" y="3"/>
                  </a:moveTo>
                  <a:cubicBezTo>
                    <a:pt x="12" y="0"/>
                    <a:pt x="5" y="1"/>
                    <a:pt x="0" y="6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471" name="Freeform 269">
              <a:extLst>
                <a:ext uri="{FF2B5EF4-FFF2-40B4-BE49-F238E27FC236}">
                  <a16:creationId xmlns:a16="http://schemas.microsoft.com/office/drawing/2014/main" id="{EC32118F-E1E6-4A9A-8C4F-E2B412242D9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5" y="2589"/>
              <a:ext cx="9" cy="11"/>
            </a:xfrm>
            <a:custGeom>
              <a:avLst/>
              <a:gdLst>
                <a:gd name="T0" fmla="*/ 21 w 6"/>
                <a:gd name="T1" fmla="*/ 27 h 7"/>
                <a:gd name="T2" fmla="*/ 0 w 6"/>
                <a:gd name="T3" fmla="*/ 8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7">
                  <a:moveTo>
                    <a:pt x="6" y="7"/>
                  </a:moveTo>
                  <a:cubicBezTo>
                    <a:pt x="4" y="4"/>
                    <a:pt x="3" y="0"/>
                    <a:pt x="0" y="2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472" name="Freeform 270">
              <a:extLst>
                <a:ext uri="{FF2B5EF4-FFF2-40B4-BE49-F238E27FC236}">
                  <a16:creationId xmlns:a16="http://schemas.microsoft.com/office/drawing/2014/main" id="{93D8F8F8-D68D-498B-9EE7-8E1EE687FD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6" y="2561"/>
              <a:ext cx="8" cy="3"/>
            </a:xfrm>
            <a:custGeom>
              <a:avLst/>
              <a:gdLst>
                <a:gd name="T0" fmla="*/ 21 w 5"/>
                <a:gd name="T1" fmla="*/ 5 h 2"/>
                <a:gd name="T2" fmla="*/ 0 w 5"/>
                <a:gd name="T3" fmla="*/ 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">
                  <a:moveTo>
                    <a:pt x="5" y="1"/>
                  </a:moveTo>
                  <a:cubicBezTo>
                    <a:pt x="4" y="0"/>
                    <a:pt x="2" y="0"/>
                    <a:pt x="0" y="2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473" name="Freeform 271">
              <a:extLst>
                <a:ext uri="{FF2B5EF4-FFF2-40B4-BE49-F238E27FC236}">
                  <a16:creationId xmlns:a16="http://schemas.microsoft.com/office/drawing/2014/main" id="{A3F5FDB0-8778-4C6D-9527-17DD798952C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0" y="2490"/>
              <a:ext cx="6" cy="16"/>
            </a:xfrm>
            <a:custGeom>
              <a:avLst/>
              <a:gdLst>
                <a:gd name="T0" fmla="*/ 14 w 4"/>
                <a:gd name="T1" fmla="*/ 0 h 10"/>
                <a:gd name="T2" fmla="*/ 0 w 4"/>
                <a:gd name="T3" fmla="*/ 42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0">
                  <a:moveTo>
                    <a:pt x="4" y="0"/>
                  </a:moveTo>
                  <a:cubicBezTo>
                    <a:pt x="3" y="3"/>
                    <a:pt x="1" y="5"/>
                    <a:pt x="0" y="1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474" name="Freeform 272">
              <a:extLst>
                <a:ext uri="{FF2B5EF4-FFF2-40B4-BE49-F238E27FC236}">
                  <a16:creationId xmlns:a16="http://schemas.microsoft.com/office/drawing/2014/main" id="{E6F13896-0579-4318-B220-34F204B83F0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9" y="2497"/>
              <a:ext cx="13" cy="3"/>
            </a:xfrm>
            <a:custGeom>
              <a:avLst/>
              <a:gdLst>
                <a:gd name="T0" fmla="*/ 34 w 8"/>
                <a:gd name="T1" fmla="*/ 8 h 2"/>
                <a:gd name="T2" fmla="*/ 0 w 8"/>
                <a:gd name="T3" fmla="*/ 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">
                  <a:moveTo>
                    <a:pt x="8" y="2"/>
                  </a:moveTo>
                  <a:cubicBezTo>
                    <a:pt x="5" y="1"/>
                    <a:pt x="4" y="0"/>
                    <a:pt x="0" y="2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475" name="Freeform 273">
              <a:extLst>
                <a:ext uri="{FF2B5EF4-FFF2-40B4-BE49-F238E27FC236}">
                  <a16:creationId xmlns:a16="http://schemas.microsoft.com/office/drawing/2014/main" id="{F00EAB9D-F8B8-4B01-A0B8-B7877347D8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6" y="2524"/>
              <a:ext cx="8" cy="5"/>
            </a:xfrm>
            <a:custGeom>
              <a:avLst/>
              <a:gdLst>
                <a:gd name="T0" fmla="*/ 21 w 5"/>
                <a:gd name="T1" fmla="*/ 5 h 3"/>
                <a:gd name="T2" fmla="*/ 0 w 5"/>
                <a:gd name="T3" fmla="*/ 13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">
                  <a:moveTo>
                    <a:pt x="5" y="1"/>
                  </a:moveTo>
                  <a:cubicBezTo>
                    <a:pt x="3" y="0"/>
                    <a:pt x="1" y="1"/>
                    <a:pt x="0" y="3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476" name="Freeform 274">
              <a:extLst>
                <a:ext uri="{FF2B5EF4-FFF2-40B4-BE49-F238E27FC236}">
                  <a16:creationId xmlns:a16="http://schemas.microsoft.com/office/drawing/2014/main" id="{13156898-CB32-4C0E-8058-F6D79D2E37D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0" y="2521"/>
              <a:ext cx="36" cy="45"/>
            </a:xfrm>
            <a:custGeom>
              <a:avLst/>
              <a:gdLst>
                <a:gd name="T0" fmla="*/ 97 w 22"/>
                <a:gd name="T1" fmla="*/ 0 h 28"/>
                <a:gd name="T2" fmla="*/ 56 w 22"/>
                <a:gd name="T3" fmla="*/ 88 h 28"/>
                <a:gd name="T4" fmla="*/ 0 w 22"/>
                <a:gd name="T5" fmla="*/ 116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28">
                  <a:moveTo>
                    <a:pt x="22" y="0"/>
                  </a:moveTo>
                  <a:cubicBezTo>
                    <a:pt x="21" y="9"/>
                    <a:pt x="15" y="14"/>
                    <a:pt x="13" y="21"/>
                  </a:cubicBezTo>
                  <a:cubicBezTo>
                    <a:pt x="10" y="27"/>
                    <a:pt x="3" y="24"/>
                    <a:pt x="0" y="28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477" name="Freeform 275">
              <a:extLst>
                <a:ext uri="{FF2B5EF4-FFF2-40B4-BE49-F238E27FC236}">
                  <a16:creationId xmlns:a16="http://schemas.microsoft.com/office/drawing/2014/main" id="{9005CE90-C7B6-4B2B-B653-AFE4CF16C6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5" y="2510"/>
              <a:ext cx="24" cy="40"/>
            </a:xfrm>
            <a:custGeom>
              <a:avLst/>
              <a:gdLst>
                <a:gd name="T0" fmla="*/ 61 w 15"/>
                <a:gd name="T1" fmla="*/ 0 h 25"/>
                <a:gd name="T2" fmla="*/ 26 w 15"/>
                <a:gd name="T3" fmla="*/ 90 h 25"/>
                <a:gd name="T4" fmla="*/ 0 w 15"/>
                <a:gd name="T5" fmla="*/ 102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25">
                  <a:moveTo>
                    <a:pt x="15" y="0"/>
                  </a:moveTo>
                  <a:cubicBezTo>
                    <a:pt x="14" y="6"/>
                    <a:pt x="9" y="21"/>
                    <a:pt x="6" y="22"/>
                  </a:cubicBezTo>
                  <a:cubicBezTo>
                    <a:pt x="3" y="23"/>
                    <a:pt x="1" y="21"/>
                    <a:pt x="0" y="25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478" name="Freeform 276">
              <a:extLst>
                <a:ext uri="{FF2B5EF4-FFF2-40B4-BE49-F238E27FC236}">
                  <a16:creationId xmlns:a16="http://schemas.microsoft.com/office/drawing/2014/main" id="{A349ED87-92E6-4E05-BC33-F8977F394D1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9" y="2560"/>
              <a:ext cx="5" cy="16"/>
            </a:xfrm>
            <a:custGeom>
              <a:avLst/>
              <a:gdLst>
                <a:gd name="T0" fmla="*/ 0 w 3"/>
                <a:gd name="T1" fmla="*/ 0 h 10"/>
                <a:gd name="T2" fmla="*/ 5 w 3"/>
                <a:gd name="T3" fmla="*/ 42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0">
                  <a:moveTo>
                    <a:pt x="0" y="0"/>
                  </a:moveTo>
                  <a:cubicBezTo>
                    <a:pt x="3" y="1"/>
                    <a:pt x="1" y="8"/>
                    <a:pt x="1" y="1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479" name="Freeform 277">
              <a:extLst>
                <a:ext uri="{FF2B5EF4-FFF2-40B4-BE49-F238E27FC236}">
                  <a16:creationId xmlns:a16="http://schemas.microsoft.com/office/drawing/2014/main" id="{EDE1C381-C107-4BB0-9437-0479CD8090E7}"/>
                </a:ext>
              </a:extLst>
            </p:cNvPr>
            <p:cNvSpPr>
              <a:spLocks/>
            </p:cNvSpPr>
            <p:nvPr/>
          </p:nvSpPr>
          <p:spPr bwMode="auto">
            <a:xfrm>
              <a:off x="958" y="3828"/>
              <a:ext cx="7" cy="33"/>
            </a:xfrm>
            <a:custGeom>
              <a:avLst/>
              <a:gdLst>
                <a:gd name="T0" fmla="*/ 0 w 4"/>
                <a:gd name="T1" fmla="*/ 0 h 21"/>
                <a:gd name="T2" fmla="*/ 21 w 4"/>
                <a:gd name="T3" fmla="*/ 82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1">
                  <a:moveTo>
                    <a:pt x="0" y="0"/>
                  </a:moveTo>
                  <a:cubicBezTo>
                    <a:pt x="0" y="8"/>
                    <a:pt x="4" y="21"/>
                    <a:pt x="4" y="21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480" name="Oval 278">
              <a:extLst>
                <a:ext uri="{FF2B5EF4-FFF2-40B4-BE49-F238E27FC236}">
                  <a16:creationId xmlns:a16="http://schemas.microsoft.com/office/drawing/2014/main" id="{F09DC75F-7506-48B9-9A62-9D857B33A0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67" y="962"/>
              <a:ext cx="7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481" name="Oval 279">
              <a:extLst>
                <a:ext uri="{FF2B5EF4-FFF2-40B4-BE49-F238E27FC236}">
                  <a16:creationId xmlns:a16="http://schemas.microsoft.com/office/drawing/2014/main" id="{F8D760CC-A5A4-456F-9529-0A7D589AAD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05" y="962"/>
              <a:ext cx="7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482" name="Freeform 280">
              <a:extLst>
                <a:ext uri="{FF2B5EF4-FFF2-40B4-BE49-F238E27FC236}">
                  <a16:creationId xmlns:a16="http://schemas.microsoft.com/office/drawing/2014/main" id="{C7E8E205-00D7-4663-9858-2B33BE5858FB}"/>
                </a:ext>
              </a:extLst>
            </p:cNvPr>
            <p:cNvSpPr>
              <a:spLocks/>
            </p:cNvSpPr>
            <p:nvPr/>
          </p:nvSpPr>
          <p:spPr bwMode="auto">
            <a:xfrm>
              <a:off x="927" y="2032"/>
              <a:ext cx="46" cy="34"/>
            </a:xfrm>
            <a:custGeom>
              <a:avLst/>
              <a:gdLst>
                <a:gd name="T0" fmla="*/ 0 w 28"/>
                <a:gd name="T1" fmla="*/ 60 h 21"/>
                <a:gd name="T2" fmla="*/ 97 w 28"/>
                <a:gd name="T3" fmla="*/ 89 h 21"/>
                <a:gd name="T4" fmla="*/ 0 w 28"/>
                <a:gd name="T5" fmla="*/ 55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21">
                  <a:moveTo>
                    <a:pt x="0" y="14"/>
                  </a:moveTo>
                  <a:cubicBezTo>
                    <a:pt x="6" y="8"/>
                    <a:pt x="19" y="11"/>
                    <a:pt x="22" y="21"/>
                  </a:cubicBezTo>
                  <a:cubicBezTo>
                    <a:pt x="28" y="14"/>
                    <a:pt x="5" y="0"/>
                    <a:pt x="0" y="13"/>
                  </a:cubicBezTo>
                </a:path>
              </a:pathLst>
            </a:custGeom>
            <a:solidFill>
              <a:srgbClr val="7E39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483" name="Freeform 281">
              <a:extLst>
                <a:ext uri="{FF2B5EF4-FFF2-40B4-BE49-F238E27FC236}">
                  <a16:creationId xmlns:a16="http://schemas.microsoft.com/office/drawing/2014/main" id="{16B347EC-95B3-4101-86A7-FCDFC0005001}"/>
                </a:ext>
              </a:extLst>
            </p:cNvPr>
            <p:cNvSpPr>
              <a:spLocks/>
            </p:cNvSpPr>
            <p:nvPr/>
          </p:nvSpPr>
          <p:spPr bwMode="auto">
            <a:xfrm>
              <a:off x="856" y="3961"/>
              <a:ext cx="24" cy="16"/>
            </a:xfrm>
            <a:custGeom>
              <a:avLst/>
              <a:gdLst>
                <a:gd name="T0" fmla="*/ 26 w 15"/>
                <a:gd name="T1" fmla="*/ 5 h 10"/>
                <a:gd name="T2" fmla="*/ 54 w 15"/>
                <a:gd name="T3" fmla="*/ 13 h 10"/>
                <a:gd name="T4" fmla="*/ 21 w 15"/>
                <a:gd name="T5" fmla="*/ 16 h 10"/>
                <a:gd name="T6" fmla="*/ 0 w 15"/>
                <a:gd name="T7" fmla="*/ 29 h 10"/>
                <a:gd name="T8" fmla="*/ 46 w 15"/>
                <a:gd name="T9" fmla="*/ 42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0">
                  <a:moveTo>
                    <a:pt x="6" y="1"/>
                  </a:moveTo>
                  <a:cubicBezTo>
                    <a:pt x="8" y="2"/>
                    <a:pt x="12" y="0"/>
                    <a:pt x="13" y="3"/>
                  </a:cubicBezTo>
                  <a:cubicBezTo>
                    <a:pt x="15" y="9"/>
                    <a:pt x="6" y="4"/>
                    <a:pt x="5" y="4"/>
                  </a:cubicBezTo>
                  <a:cubicBezTo>
                    <a:pt x="3" y="4"/>
                    <a:pt x="0" y="4"/>
                    <a:pt x="0" y="7"/>
                  </a:cubicBezTo>
                  <a:cubicBezTo>
                    <a:pt x="1" y="10"/>
                    <a:pt x="9" y="9"/>
                    <a:pt x="11" y="10"/>
                  </a:cubicBezTo>
                </a:path>
              </a:pathLst>
            </a:custGeom>
            <a:noFill/>
            <a:ln w="4763" cap="flat">
              <a:solidFill>
                <a:srgbClr val="7533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484" name="Freeform 282">
              <a:extLst>
                <a:ext uri="{FF2B5EF4-FFF2-40B4-BE49-F238E27FC236}">
                  <a16:creationId xmlns:a16="http://schemas.microsoft.com/office/drawing/2014/main" id="{FA297A84-9B2C-466A-827F-46F2B53162F7}"/>
                </a:ext>
              </a:extLst>
            </p:cNvPr>
            <p:cNvSpPr>
              <a:spLocks/>
            </p:cNvSpPr>
            <p:nvPr/>
          </p:nvSpPr>
          <p:spPr bwMode="auto">
            <a:xfrm>
              <a:off x="832" y="3963"/>
              <a:ext cx="14" cy="13"/>
            </a:xfrm>
            <a:custGeom>
              <a:avLst/>
              <a:gdLst>
                <a:gd name="T0" fmla="*/ 34 w 9"/>
                <a:gd name="T1" fmla="*/ 21 h 8"/>
                <a:gd name="T2" fmla="*/ 0 w 9"/>
                <a:gd name="T3" fmla="*/ 5 h 8"/>
                <a:gd name="T4" fmla="*/ 22 w 9"/>
                <a:gd name="T5" fmla="*/ 34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8">
                  <a:moveTo>
                    <a:pt x="9" y="5"/>
                  </a:moveTo>
                  <a:cubicBezTo>
                    <a:pt x="8" y="2"/>
                    <a:pt x="3" y="0"/>
                    <a:pt x="0" y="1"/>
                  </a:cubicBezTo>
                  <a:cubicBezTo>
                    <a:pt x="1" y="4"/>
                    <a:pt x="3" y="7"/>
                    <a:pt x="6" y="8"/>
                  </a:cubicBezTo>
                </a:path>
              </a:pathLst>
            </a:custGeom>
            <a:noFill/>
            <a:ln w="4763" cap="flat">
              <a:solidFill>
                <a:srgbClr val="7533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485" name="Freeform 283">
              <a:extLst>
                <a:ext uri="{FF2B5EF4-FFF2-40B4-BE49-F238E27FC236}">
                  <a16:creationId xmlns:a16="http://schemas.microsoft.com/office/drawing/2014/main" id="{0F1DB174-2A16-4DF7-A196-FB3B6614FEF7}"/>
                </a:ext>
              </a:extLst>
            </p:cNvPr>
            <p:cNvSpPr>
              <a:spLocks/>
            </p:cNvSpPr>
            <p:nvPr/>
          </p:nvSpPr>
          <p:spPr bwMode="auto">
            <a:xfrm>
              <a:off x="795" y="3956"/>
              <a:ext cx="22" cy="17"/>
            </a:xfrm>
            <a:custGeom>
              <a:avLst/>
              <a:gdLst>
                <a:gd name="T0" fmla="*/ 55 w 14"/>
                <a:gd name="T1" fmla="*/ 29 h 10"/>
                <a:gd name="T2" fmla="*/ 14 w 14"/>
                <a:gd name="T3" fmla="*/ 9 h 10"/>
                <a:gd name="T4" fmla="*/ 47 w 14"/>
                <a:gd name="T5" fmla="*/ 49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0">
                  <a:moveTo>
                    <a:pt x="14" y="6"/>
                  </a:moveTo>
                  <a:cubicBezTo>
                    <a:pt x="12" y="5"/>
                    <a:pt x="7" y="0"/>
                    <a:pt x="4" y="2"/>
                  </a:cubicBezTo>
                  <a:cubicBezTo>
                    <a:pt x="0" y="6"/>
                    <a:pt x="10" y="10"/>
                    <a:pt x="12" y="10"/>
                  </a:cubicBezTo>
                </a:path>
              </a:pathLst>
            </a:custGeom>
            <a:noFill/>
            <a:ln w="4763" cap="flat">
              <a:solidFill>
                <a:srgbClr val="7533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486" name="Freeform 284">
              <a:extLst>
                <a:ext uri="{FF2B5EF4-FFF2-40B4-BE49-F238E27FC236}">
                  <a16:creationId xmlns:a16="http://schemas.microsoft.com/office/drawing/2014/main" id="{7D4CA4F7-0FD3-4148-9E9B-C1B498512CFD}"/>
                </a:ext>
              </a:extLst>
            </p:cNvPr>
            <p:cNvSpPr>
              <a:spLocks/>
            </p:cNvSpPr>
            <p:nvPr/>
          </p:nvSpPr>
          <p:spPr bwMode="auto">
            <a:xfrm>
              <a:off x="777" y="3952"/>
              <a:ext cx="9" cy="8"/>
            </a:xfrm>
            <a:custGeom>
              <a:avLst/>
              <a:gdLst>
                <a:gd name="T0" fmla="*/ 21 w 6"/>
                <a:gd name="T1" fmla="*/ 21 h 5"/>
                <a:gd name="T2" fmla="*/ 0 w 6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5">
                  <a:moveTo>
                    <a:pt x="6" y="5"/>
                  </a:moveTo>
                  <a:cubicBezTo>
                    <a:pt x="5" y="2"/>
                    <a:pt x="2" y="1"/>
                    <a:pt x="0" y="0"/>
                  </a:cubicBezTo>
                </a:path>
              </a:pathLst>
            </a:custGeom>
            <a:noFill/>
            <a:ln w="4763" cap="flat">
              <a:solidFill>
                <a:srgbClr val="7533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487" name="Freeform 285">
              <a:extLst>
                <a:ext uri="{FF2B5EF4-FFF2-40B4-BE49-F238E27FC236}">
                  <a16:creationId xmlns:a16="http://schemas.microsoft.com/office/drawing/2014/main" id="{78C6F3FF-B868-4C0B-A435-8D942E3464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5" y="3960"/>
              <a:ext cx="18" cy="13"/>
            </a:xfrm>
            <a:custGeom>
              <a:avLst/>
              <a:gdLst>
                <a:gd name="T0" fmla="*/ 8 w 11"/>
                <a:gd name="T1" fmla="*/ 13 h 8"/>
                <a:gd name="T2" fmla="*/ 43 w 11"/>
                <a:gd name="T3" fmla="*/ 18 h 8"/>
                <a:gd name="T4" fmla="*/ 0 w 11"/>
                <a:gd name="T5" fmla="*/ 29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8">
                  <a:moveTo>
                    <a:pt x="2" y="3"/>
                  </a:moveTo>
                  <a:cubicBezTo>
                    <a:pt x="3" y="2"/>
                    <a:pt x="11" y="0"/>
                    <a:pt x="10" y="4"/>
                  </a:cubicBezTo>
                  <a:cubicBezTo>
                    <a:pt x="10" y="8"/>
                    <a:pt x="3" y="7"/>
                    <a:pt x="0" y="7"/>
                  </a:cubicBezTo>
                </a:path>
              </a:pathLst>
            </a:custGeom>
            <a:noFill/>
            <a:ln w="4763" cap="flat">
              <a:solidFill>
                <a:srgbClr val="7533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488" name="Freeform 286">
              <a:extLst>
                <a:ext uri="{FF2B5EF4-FFF2-40B4-BE49-F238E27FC236}">
                  <a16:creationId xmlns:a16="http://schemas.microsoft.com/office/drawing/2014/main" id="{D4349608-DDAA-4165-AB5F-4AE17C59002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8" y="3963"/>
              <a:ext cx="21" cy="16"/>
            </a:xfrm>
            <a:custGeom>
              <a:avLst/>
              <a:gdLst>
                <a:gd name="T0" fmla="*/ 0 w 13"/>
                <a:gd name="T1" fmla="*/ 21 h 10"/>
                <a:gd name="T2" fmla="*/ 39 w 13"/>
                <a:gd name="T3" fmla="*/ 13 h 10"/>
                <a:gd name="T4" fmla="*/ 5 w 13"/>
                <a:gd name="T5" fmla="*/ 42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0">
                  <a:moveTo>
                    <a:pt x="0" y="5"/>
                  </a:moveTo>
                  <a:cubicBezTo>
                    <a:pt x="3" y="3"/>
                    <a:pt x="6" y="0"/>
                    <a:pt x="9" y="3"/>
                  </a:cubicBezTo>
                  <a:cubicBezTo>
                    <a:pt x="13" y="7"/>
                    <a:pt x="4" y="9"/>
                    <a:pt x="1" y="10"/>
                  </a:cubicBezTo>
                </a:path>
              </a:pathLst>
            </a:custGeom>
            <a:noFill/>
            <a:ln w="4763" cap="flat">
              <a:solidFill>
                <a:srgbClr val="7533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489" name="Freeform 287">
              <a:extLst>
                <a:ext uri="{FF2B5EF4-FFF2-40B4-BE49-F238E27FC236}">
                  <a16:creationId xmlns:a16="http://schemas.microsoft.com/office/drawing/2014/main" id="{AAEAA583-313C-4BEA-82A3-0C52D4899BD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0" y="3960"/>
              <a:ext cx="13" cy="6"/>
            </a:xfrm>
            <a:custGeom>
              <a:avLst/>
              <a:gdLst>
                <a:gd name="T0" fmla="*/ 34 w 8"/>
                <a:gd name="T1" fmla="*/ 0 h 4"/>
                <a:gd name="T2" fmla="*/ 0 w 8"/>
                <a:gd name="T3" fmla="*/ 14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4">
                  <a:moveTo>
                    <a:pt x="8" y="0"/>
                  </a:moveTo>
                  <a:cubicBezTo>
                    <a:pt x="5" y="1"/>
                    <a:pt x="2" y="2"/>
                    <a:pt x="0" y="4"/>
                  </a:cubicBezTo>
                </a:path>
              </a:pathLst>
            </a:custGeom>
            <a:noFill/>
            <a:ln w="4763" cap="flat">
              <a:solidFill>
                <a:srgbClr val="7533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490" name="Freeform 288">
              <a:extLst>
                <a:ext uri="{FF2B5EF4-FFF2-40B4-BE49-F238E27FC236}">
                  <a16:creationId xmlns:a16="http://schemas.microsoft.com/office/drawing/2014/main" id="{1BAF15AC-CA82-4F8F-8D88-692D0E1D84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6" y="3952"/>
              <a:ext cx="13" cy="6"/>
            </a:xfrm>
            <a:custGeom>
              <a:avLst/>
              <a:gdLst>
                <a:gd name="T0" fmla="*/ 34 w 8"/>
                <a:gd name="T1" fmla="*/ 0 h 4"/>
                <a:gd name="T2" fmla="*/ 0 w 8"/>
                <a:gd name="T3" fmla="*/ 14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4">
                  <a:moveTo>
                    <a:pt x="8" y="0"/>
                  </a:moveTo>
                  <a:cubicBezTo>
                    <a:pt x="6" y="1"/>
                    <a:pt x="2" y="2"/>
                    <a:pt x="0" y="4"/>
                  </a:cubicBezTo>
                </a:path>
              </a:pathLst>
            </a:custGeom>
            <a:noFill/>
            <a:ln w="4763" cap="flat">
              <a:solidFill>
                <a:srgbClr val="7533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491" name="Freeform 289">
              <a:extLst>
                <a:ext uri="{FF2B5EF4-FFF2-40B4-BE49-F238E27FC236}">
                  <a16:creationId xmlns:a16="http://schemas.microsoft.com/office/drawing/2014/main" id="{A4447446-17BD-40B6-9B24-148F99587919}"/>
                </a:ext>
              </a:extLst>
            </p:cNvPr>
            <p:cNvSpPr>
              <a:spLocks/>
            </p:cNvSpPr>
            <p:nvPr/>
          </p:nvSpPr>
          <p:spPr bwMode="auto">
            <a:xfrm>
              <a:off x="897" y="1018"/>
              <a:ext cx="89" cy="45"/>
            </a:xfrm>
            <a:custGeom>
              <a:avLst/>
              <a:gdLst>
                <a:gd name="T0" fmla="*/ 186 w 55"/>
                <a:gd name="T1" fmla="*/ 0 h 28"/>
                <a:gd name="T2" fmla="*/ 212 w 55"/>
                <a:gd name="T3" fmla="*/ 80 h 28"/>
                <a:gd name="T4" fmla="*/ 178 w 55"/>
                <a:gd name="T5" fmla="*/ 82 h 28"/>
                <a:gd name="T6" fmla="*/ 128 w 55"/>
                <a:gd name="T7" fmla="*/ 111 h 28"/>
                <a:gd name="T8" fmla="*/ 105 w 55"/>
                <a:gd name="T9" fmla="*/ 111 h 28"/>
                <a:gd name="T10" fmla="*/ 60 w 55"/>
                <a:gd name="T11" fmla="*/ 82 h 28"/>
                <a:gd name="T12" fmla="*/ 21 w 55"/>
                <a:gd name="T13" fmla="*/ 80 h 28"/>
                <a:gd name="T14" fmla="*/ 50 w 55"/>
                <a:gd name="T15" fmla="*/ 0 h 28"/>
                <a:gd name="T16" fmla="*/ 26 w 55"/>
                <a:gd name="T17" fmla="*/ 42 h 28"/>
                <a:gd name="T18" fmla="*/ 47 w 55"/>
                <a:gd name="T19" fmla="*/ 80 h 28"/>
                <a:gd name="T20" fmla="*/ 81 w 55"/>
                <a:gd name="T21" fmla="*/ 90 h 28"/>
                <a:gd name="T22" fmla="*/ 170 w 55"/>
                <a:gd name="T23" fmla="*/ 82 h 28"/>
                <a:gd name="T24" fmla="*/ 191 w 55"/>
                <a:gd name="T25" fmla="*/ 82 h 28"/>
                <a:gd name="T26" fmla="*/ 217 w 55"/>
                <a:gd name="T27" fmla="*/ 63 h 28"/>
                <a:gd name="T28" fmla="*/ 186 w 55"/>
                <a:gd name="T29" fmla="*/ 0 h 2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55" h="28">
                  <a:moveTo>
                    <a:pt x="44" y="0"/>
                  </a:moveTo>
                  <a:cubicBezTo>
                    <a:pt x="47" y="5"/>
                    <a:pt x="55" y="12"/>
                    <a:pt x="50" y="19"/>
                  </a:cubicBezTo>
                  <a:cubicBezTo>
                    <a:pt x="47" y="24"/>
                    <a:pt x="45" y="19"/>
                    <a:pt x="42" y="20"/>
                  </a:cubicBezTo>
                  <a:cubicBezTo>
                    <a:pt x="39" y="21"/>
                    <a:pt x="36" y="25"/>
                    <a:pt x="30" y="27"/>
                  </a:cubicBezTo>
                  <a:cubicBezTo>
                    <a:pt x="27" y="27"/>
                    <a:pt x="27" y="27"/>
                    <a:pt x="25" y="27"/>
                  </a:cubicBezTo>
                  <a:cubicBezTo>
                    <a:pt x="19" y="25"/>
                    <a:pt x="16" y="21"/>
                    <a:pt x="14" y="20"/>
                  </a:cubicBezTo>
                  <a:cubicBezTo>
                    <a:pt x="11" y="19"/>
                    <a:pt x="8" y="23"/>
                    <a:pt x="5" y="19"/>
                  </a:cubicBezTo>
                  <a:cubicBezTo>
                    <a:pt x="0" y="11"/>
                    <a:pt x="10" y="5"/>
                    <a:pt x="12" y="0"/>
                  </a:cubicBezTo>
                  <a:cubicBezTo>
                    <a:pt x="12" y="0"/>
                    <a:pt x="10" y="4"/>
                    <a:pt x="6" y="10"/>
                  </a:cubicBezTo>
                  <a:cubicBezTo>
                    <a:pt x="2" y="18"/>
                    <a:pt x="8" y="21"/>
                    <a:pt x="11" y="19"/>
                  </a:cubicBezTo>
                  <a:cubicBezTo>
                    <a:pt x="14" y="18"/>
                    <a:pt x="14" y="18"/>
                    <a:pt x="19" y="22"/>
                  </a:cubicBezTo>
                  <a:cubicBezTo>
                    <a:pt x="23" y="27"/>
                    <a:pt x="30" y="28"/>
                    <a:pt x="40" y="20"/>
                  </a:cubicBezTo>
                  <a:cubicBezTo>
                    <a:pt x="43" y="18"/>
                    <a:pt x="44" y="19"/>
                    <a:pt x="45" y="20"/>
                  </a:cubicBezTo>
                  <a:cubicBezTo>
                    <a:pt x="47" y="20"/>
                    <a:pt x="50" y="21"/>
                    <a:pt x="51" y="15"/>
                  </a:cubicBezTo>
                  <a:cubicBezTo>
                    <a:pt x="52" y="8"/>
                    <a:pt x="46" y="7"/>
                    <a:pt x="4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492" name="Freeform 290">
              <a:extLst>
                <a:ext uri="{FF2B5EF4-FFF2-40B4-BE49-F238E27FC236}">
                  <a16:creationId xmlns:a16="http://schemas.microsoft.com/office/drawing/2014/main" id="{B71AC6DE-7661-4818-BDE2-57B93E3EAB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" y="3998"/>
              <a:ext cx="18" cy="16"/>
            </a:xfrm>
            <a:custGeom>
              <a:avLst/>
              <a:gdLst>
                <a:gd name="T0" fmla="*/ 8 w 11"/>
                <a:gd name="T1" fmla="*/ 35 h 10"/>
                <a:gd name="T2" fmla="*/ 5 w 11"/>
                <a:gd name="T3" fmla="*/ 8 h 10"/>
                <a:gd name="T4" fmla="*/ 29 w 11"/>
                <a:gd name="T5" fmla="*/ 5 h 10"/>
                <a:gd name="T6" fmla="*/ 47 w 11"/>
                <a:gd name="T7" fmla="*/ 34 h 10"/>
                <a:gd name="T8" fmla="*/ 13 w 11"/>
                <a:gd name="T9" fmla="*/ 42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0">
                  <a:moveTo>
                    <a:pt x="2" y="9"/>
                  </a:moveTo>
                  <a:cubicBezTo>
                    <a:pt x="0" y="8"/>
                    <a:pt x="0" y="3"/>
                    <a:pt x="1" y="2"/>
                  </a:cubicBezTo>
                  <a:cubicBezTo>
                    <a:pt x="3" y="0"/>
                    <a:pt x="5" y="0"/>
                    <a:pt x="7" y="1"/>
                  </a:cubicBezTo>
                  <a:cubicBezTo>
                    <a:pt x="9" y="2"/>
                    <a:pt x="11" y="6"/>
                    <a:pt x="11" y="8"/>
                  </a:cubicBezTo>
                  <a:cubicBezTo>
                    <a:pt x="8" y="8"/>
                    <a:pt x="6" y="8"/>
                    <a:pt x="3" y="1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493" name="Freeform 291">
              <a:extLst>
                <a:ext uri="{FF2B5EF4-FFF2-40B4-BE49-F238E27FC236}">
                  <a16:creationId xmlns:a16="http://schemas.microsoft.com/office/drawing/2014/main" id="{8B5E94BC-1AC4-4DEF-8879-7B418F838C50}"/>
                </a:ext>
              </a:extLst>
            </p:cNvPr>
            <p:cNvSpPr>
              <a:spLocks/>
            </p:cNvSpPr>
            <p:nvPr/>
          </p:nvSpPr>
          <p:spPr bwMode="auto">
            <a:xfrm>
              <a:off x="778" y="3997"/>
              <a:ext cx="15" cy="17"/>
            </a:xfrm>
            <a:custGeom>
              <a:avLst/>
              <a:gdLst>
                <a:gd name="T0" fmla="*/ 0 w 9"/>
                <a:gd name="T1" fmla="*/ 29 h 11"/>
                <a:gd name="T2" fmla="*/ 33 w 9"/>
                <a:gd name="T3" fmla="*/ 12 h 11"/>
                <a:gd name="T4" fmla="*/ 42 w 9"/>
                <a:gd name="T5" fmla="*/ 26 h 11"/>
                <a:gd name="T6" fmla="*/ 42 w 9"/>
                <a:gd name="T7" fmla="*/ 40 h 11"/>
                <a:gd name="T8" fmla="*/ 0 w 9"/>
                <a:gd name="T9" fmla="*/ 34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11">
                  <a:moveTo>
                    <a:pt x="0" y="8"/>
                  </a:moveTo>
                  <a:cubicBezTo>
                    <a:pt x="0" y="6"/>
                    <a:pt x="4" y="0"/>
                    <a:pt x="7" y="3"/>
                  </a:cubicBezTo>
                  <a:cubicBezTo>
                    <a:pt x="8" y="3"/>
                    <a:pt x="9" y="5"/>
                    <a:pt x="9" y="7"/>
                  </a:cubicBezTo>
                  <a:cubicBezTo>
                    <a:pt x="9" y="8"/>
                    <a:pt x="9" y="10"/>
                    <a:pt x="9" y="11"/>
                  </a:cubicBezTo>
                  <a:cubicBezTo>
                    <a:pt x="6" y="10"/>
                    <a:pt x="3" y="7"/>
                    <a:pt x="0" y="9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494" name="Freeform 292">
              <a:extLst>
                <a:ext uri="{FF2B5EF4-FFF2-40B4-BE49-F238E27FC236}">
                  <a16:creationId xmlns:a16="http://schemas.microsoft.com/office/drawing/2014/main" id="{BCF9A736-8B34-43EC-A342-4F5BE470F59C}"/>
                </a:ext>
              </a:extLst>
            </p:cNvPr>
            <p:cNvSpPr>
              <a:spLocks/>
            </p:cNvSpPr>
            <p:nvPr/>
          </p:nvSpPr>
          <p:spPr bwMode="auto">
            <a:xfrm>
              <a:off x="893" y="1077"/>
              <a:ext cx="96" cy="62"/>
            </a:xfrm>
            <a:custGeom>
              <a:avLst/>
              <a:gdLst>
                <a:gd name="T0" fmla="*/ 0 w 59"/>
                <a:gd name="T1" fmla="*/ 64 h 38"/>
                <a:gd name="T2" fmla="*/ 54 w 59"/>
                <a:gd name="T3" fmla="*/ 26 h 38"/>
                <a:gd name="T4" fmla="*/ 117 w 59"/>
                <a:gd name="T5" fmla="*/ 13 h 38"/>
                <a:gd name="T6" fmla="*/ 130 w 59"/>
                <a:gd name="T7" fmla="*/ 21 h 38"/>
                <a:gd name="T8" fmla="*/ 143 w 59"/>
                <a:gd name="T9" fmla="*/ 8 h 38"/>
                <a:gd name="T10" fmla="*/ 185 w 59"/>
                <a:gd name="T11" fmla="*/ 8 h 38"/>
                <a:gd name="T12" fmla="*/ 254 w 59"/>
                <a:gd name="T13" fmla="*/ 64 h 38"/>
                <a:gd name="T14" fmla="*/ 215 w 59"/>
                <a:gd name="T15" fmla="*/ 113 h 38"/>
                <a:gd name="T16" fmla="*/ 132 w 59"/>
                <a:gd name="T17" fmla="*/ 160 h 38"/>
                <a:gd name="T18" fmla="*/ 63 w 59"/>
                <a:gd name="T19" fmla="*/ 139 h 38"/>
                <a:gd name="T20" fmla="*/ 0 w 59"/>
                <a:gd name="T21" fmla="*/ 64 h 3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9" h="38">
                  <a:moveTo>
                    <a:pt x="0" y="15"/>
                  </a:moveTo>
                  <a:cubicBezTo>
                    <a:pt x="0" y="15"/>
                    <a:pt x="8" y="9"/>
                    <a:pt x="12" y="6"/>
                  </a:cubicBezTo>
                  <a:cubicBezTo>
                    <a:pt x="16" y="2"/>
                    <a:pt x="23" y="0"/>
                    <a:pt x="27" y="3"/>
                  </a:cubicBezTo>
                  <a:cubicBezTo>
                    <a:pt x="31" y="6"/>
                    <a:pt x="30" y="5"/>
                    <a:pt x="30" y="5"/>
                  </a:cubicBezTo>
                  <a:cubicBezTo>
                    <a:pt x="30" y="5"/>
                    <a:pt x="30" y="3"/>
                    <a:pt x="33" y="2"/>
                  </a:cubicBezTo>
                  <a:cubicBezTo>
                    <a:pt x="36" y="1"/>
                    <a:pt x="41" y="1"/>
                    <a:pt x="43" y="2"/>
                  </a:cubicBezTo>
                  <a:cubicBezTo>
                    <a:pt x="45" y="4"/>
                    <a:pt x="56" y="13"/>
                    <a:pt x="59" y="15"/>
                  </a:cubicBezTo>
                  <a:cubicBezTo>
                    <a:pt x="59" y="15"/>
                    <a:pt x="55" y="19"/>
                    <a:pt x="50" y="26"/>
                  </a:cubicBezTo>
                  <a:cubicBezTo>
                    <a:pt x="45" y="34"/>
                    <a:pt x="36" y="36"/>
                    <a:pt x="31" y="37"/>
                  </a:cubicBezTo>
                  <a:cubicBezTo>
                    <a:pt x="26" y="38"/>
                    <a:pt x="18" y="34"/>
                    <a:pt x="15" y="32"/>
                  </a:cubicBezTo>
                  <a:cubicBezTo>
                    <a:pt x="7" y="26"/>
                    <a:pt x="2" y="16"/>
                    <a:pt x="0" y="15"/>
                  </a:cubicBezTo>
                  <a:close/>
                </a:path>
              </a:pathLst>
            </a:custGeom>
            <a:solidFill>
              <a:srgbClr val="A437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495" name="Freeform 293">
              <a:extLst>
                <a:ext uri="{FF2B5EF4-FFF2-40B4-BE49-F238E27FC236}">
                  <a16:creationId xmlns:a16="http://schemas.microsoft.com/office/drawing/2014/main" id="{D45BB31A-1201-417A-AE86-1B05421AB6B0}"/>
                </a:ext>
              </a:extLst>
            </p:cNvPr>
            <p:cNvSpPr>
              <a:spLocks/>
            </p:cNvSpPr>
            <p:nvPr/>
          </p:nvSpPr>
          <p:spPr bwMode="auto">
            <a:xfrm>
              <a:off x="893" y="1069"/>
              <a:ext cx="96" cy="33"/>
            </a:xfrm>
            <a:custGeom>
              <a:avLst/>
              <a:gdLst>
                <a:gd name="T0" fmla="*/ 124 w 59"/>
                <a:gd name="T1" fmla="*/ 54 h 20"/>
                <a:gd name="T2" fmla="*/ 254 w 59"/>
                <a:gd name="T3" fmla="*/ 89 h 20"/>
                <a:gd name="T4" fmla="*/ 225 w 59"/>
                <a:gd name="T5" fmla="*/ 58 h 20"/>
                <a:gd name="T6" fmla="*/ 194 w 59"/>
                <a:gd name="T7" fmla="*/ 35 h 20"/>
                <a:gd name="T8" fmla="*/ 124 w 59"/>
                <a:gd name="T9" fmla="*/ 35 h 20"/>
                <a:gd name="T10" fmla="*/ 124 w 59"/>
                <a:gd name="T11" fmla="*/ 35 h 20"/>
                <a:gd name="T12" fmla="*/ 63 w 59"/>
                <a:gd name="T13" fmla="*/ 35 h 20"/>
                <a:gd name="T14" fmla="*/ 29 w 59"/>
                <a:gd name="T15" fmla="*/ 58 h 20"/>
                <a:gd name="T16" fmla="*/ 0 w 59"/>
                <a:gd name="T17" fmla="*/ 89 h 20"/>
                <a:gd name="T18" fmla="*/ 124 w 59"/>
                <a:gd name="T19" fmla="*/ 54 h 2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9" h="20">
                  <a:moveTo>
                    <a:pt x="29" y="12"/>
                  </a:moveTo>
                  <a:cubicBezTo>
                    <a:pt x="40" y="0"/>
                    <a:pt x="50" y="17"/>
                    <a:pt x="59" y="20"/>
                  </a:cubicBezTo>
                  <a:cubicBezTo>
                    <a:pt x="57" y="17"/>
                    <a:pt x="54" y="16"/>
                    <a:pt x="52" y="13"/>
                  </a:cubicBezTo>
                  <a:cubicBezTo>
                    <a:pt x="50" y="11"/>
                    <a:pt x="47" y="10"/>
                    <a:pt x="45" y="8"/>
                  </a:cubicBezTo>
                  <a:cubicBezTo>
                    <a:pt x="39" y="4"/>
                    <a:pt x="35" y="4"/>
                    <a:pt x="29" y="8"/>
                  </a:cubicBezTo>
                  <a:cubicBezTo>
                    <a:pt x="29" y="8"/>
                    <a:pt x="29" y="8"/>
                    <a:pt x="29" y="8"/>
                  </a:cubicBezTo>
                  <a:cubicBezTo>
                    <a:pt x="24" y="4"/>
                    <a:pt x="21" y="4"/>
                    <a:pt x="15" y="8"/>
                  </a:cubicBezTo>
                  <a:cubicBezTo>
                    <a:pt x="12" y="10"/>
                    <a:pt x="9" y="11"/>
                    <a:pt x="7" y="13"/>
                  </a:cubicBezTo>
                  <a:cubicBezTo>
                    <a:pt x="5" y="16"/>
                    <a:pt x="2" y="17"/>
                    <a:pt x="0" y="20"/>
                  </a:cubicBezTo>
                  <a:cubicBezTo>
                    <a:pt x="9" y="17"/>
                    <a:pt x="19" y="0"/>
                    <a:pt x="29" y="1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496" name="Freeform 294">
              <a:extLst>
                <a:ext uri="{FF2B5EF4-FFF2-40B4-BE49-F238E27FC236}">
                  <a16:creationId xmlns:a16="http://schemas.microsoft.com/office/drawing/2014/main" id="{392D2149-5D75-4B24-A2BE-F0BA628C48EF}"/>
                </a:ext>
              </a:extLst>
            </p:cNvPr>
            <p:cNvSpPr>
              <a:spLocks/>
            </p:cNvSpPr>
            <p:nvPr/>
          </p:nvSpPr>
          <p:spPr bwMode="auto">
            <a:xfrm>
              <a:off x="900" y="1111"/>
              <a:ext cx="79" cy="63"/>
            </a:xfrm>
            <a:custGeom>
              <a:avLst/>
              <a:gdLst>
                <a:gd name="T0" fmla="*/ 0 w 49"/>
                <a:gd name="T1" fmla="*/ 0 h 39"/>
                <a:gd name="T2" fmla="*/ 205 w 49"/>
                <a:gd name="T3" fmla="*/ 0 h 39"/>
                <a:gd name="T4" fmla="*/ 0 w 49"/>
                <a:gd name="T5" fmla="*/ 0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9" h="39">
                  <a:moveTo>
                    <a:pt x="0" y="0"/>
                  </a:moveTo>
                  <a:cubicBezTo>
                    <a:pt x="0" y="0"/>
                    <a:pt x="26" y="33"/>
                    <a:pt x="49" y="0"/>
                  </a:cubicBezTo>
                  <a:cubicBezTo>
                    <a:pt x="49" y="0"/>
                    <a:pt x="29" y="39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497" name="Freeform 295">
              <a:extLst>
                <a:ext uri="{FF2B5EF4-FFF2-40B4-BE49-F238E27FC236}">
                  <a16:creationId xmlns:a16="http://schemas.microsoft.com/office/drawing/2014/main" id="{F45B89C8-53E9-41C5-B8CB-1D3759BC9A8F}"/>
                </a:ext>
              </a:extLst>
            </p:cNvPr>
            <p:cNvSpPr>
              <a:spLocks/>
            </p:cNvSpPr>
            <p:nvPr/>
          </p:nvSpPr>
          <p:spPr bwMode="auto">
            <a:xfrm>
              <a:off x="901" y="1103"/>
              <a:ext cx="78" cy="15"/>
            </a:xfrm>
            <a:custGeom>
              <a:avLst/>
              <a:gdLst>
                <a:gd name="T0" fmla="*/ 0 w 48"/>
                <a:gd name="T1" fmla="*/ 0 h 9"/>
                <a:gd name="T2" fmla="*/ 206 w 48"/>
                <a:gd name="T3" fmla="*/ 0 h 9"/>
                <a:gd name="T4" fmla="*/ 0 w 48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9">
                  <a:moveTo>
                    <a:pt x="0" y="0"/>
                  </a:moveTo>
                  <a:cubicBezTo>
                    <a:pt x="0" y="0"/>
                    <a:pt x="27" y="7"/>
                    <a:pt x="48" y="0"/>
                  </a:cubicBezTo>
                  <a:cubicBezTo>
                    <a:pt x="48" y="0"/>
                    <a:pt x="32" y="9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498" name="Freeform 296">
              <a:extLst>
                <a:ext uri="{FF2B5EF4-FFF2-40B4-BE49-F238E27FC236}">
                  <a16:creationId xmlns:a16="http://schemas.microsoft.com/office/drawing/2014/main" id="{4986E9EC-EB7D-42C8-B688-E5C71B18BB3F}"/>
                </a:ext>
              </a:extLst>
            </p:cNvPr>
            <p:cNvSpPr>
              <a:spLocks/>
            </p:cNvSpPr>
            <p:nvPr/>
          </p:nvSpPr>
          <p:spPr bwMode="auto">
            <a:xfrm>
              <a:off x="807" y="781"/>
              <a:ext cx="182" cy="106"/>
            </a:xfrm>
            <a:custGeom>
              <a:avLst/>
              <a:gdLst>
                <a:gd name="T0" fmla="*/ 481 w 112"/>
                <a:gd name="T1" fmla="*/ 50 h 66"/>
                <a:gd name="T2" fmla="*/ 452 w 112"/>
                <a:gd name="T3" fmla="*/ 47 h 66"/>
                <a:gd name="T4" fmla="*/ 431 w 112"/>
                <a:gd name="T5" fmla="*/ 55 h 66"/>
                <a:gd name="T6" fmla="*/ 406 w 112"/>
                <a:gd name="T7" fmla="*/ 50 h 66"/>
                <a:gd name="T8" fmla="*/ 377 w 112"/>
                <a:gd name="T9" fmla="*/ 56 h 66"/>
                <a:gd name="T10" fmla="*/ 349 w 112"/>
                <a:gd name="T11" fmla="*/ 67 h 66"/>
                <a:gd name="T12" fmla="*/ 322 w 112"/>
                <a:gd name="T13" fmla="*/ 67 h 66"/>
                <a:gd name="T14" fmla="*/ 304 w 112"/>
                <a:gd name="T15" fmla="*/ 69 h 66"/>
                <a:gd name="T16" fmla="*/ 283 w 112"/>
                <a:gd name="T17" fmla="*/ 69 h 66"/>
                <a:gd name="T18" fmla="*/ 254 w 112"/>
                <a:gd name="T19" fmla="*/ 75 h 66"/>
                <a:gd name="T20" fmla="*/ 232 w 112"/>
                <a:gd name="T21" fmla="*/ 82 h 66"/>
                <a:gd name="T22" fmla="*/ 198 w 112"/>
                <a:gd name="T23" fmla="*/ 95 h 66"/>
                <a:gd name="T24" fmla="*/ 164 w 112"/>
                <a:gd name="T25" fmla="*/ 116 h 66"/>
                <a:gd name="T26" fmla="*/ 124 w 112"/>
                <a:gd name="T27" fmla="*/ 132 h 66"/>
                <a:gd name="T28" fmla="*/ 109 w 112"/>
                <a:gd name="T29" fmla="*/ 141 h 66"/>
                <a:gd name="T30" fmla="*/ 109 w 112"/>
                <a:gd name="T31" fmla="*/ 153 h 66"/>
                <a:gd name="T32" fmla="*/ 89 w 112"/>
                <a:gd name="T33" fmla="*/ 165 h 66"/>
                <a:gd name="T34" fmla="*/ 89 w 112"/>
                <a:gd name="T35" fmla="*/ 173 h 66"/>
                <a:gd name="T36" fmla="*/ 63 w 112"/>
                <a:gd name="T37" fmla="*/ 199 h 66"/>
                <a:gd name="T38" fmla="*/ 54 w 112"/>
                <a:gd name="T39" fmla="*/ 226 h 66"/>
                <a:gd name="T40" fmla="*/ 29 w 112"/>
                <a:gd name="T41" fmla="*/ 273 h 66"/>
                <a:gd name="T42" fmla="*/ 26 w 112"/>
                <a:gd name="T43" fmla="*/ 183 h 66"/>
                <a:gd name="T44" fmla="*/ 138 w 112"/>
                <a:gd name="T45" fmla="*/ 56 h 66"/>
                <a:gd name="T46" fmla="*/ 328 w 112"/>
                <a:gd name="T47" fmla="*/ 8 h 66"/>
                <a:gd name="T48" fmla="*/ 418 w 112"/>
                <a:gd name="T49" fmla="*/ 21 h 6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12" h="66">
                  <a:moveTo>
                    <a:pt x="112" y="12"/>
                  </a:moveTo>
                  <a:cubicBezTo>
                    <a:pt x="109" y="13"/>
                    <a:pt x="107" y="11"/>
                    <a:pt x="105" y="11"/>
                  </a:cubicBezTo>
                  <a:cubicBezTo>
                    <a:pt x="103" y="11"/>
                    <a:pt x="102" y="13"/>
                    <a:pt x="100" y="13"/>
                  </a:cubicBezTo>
                  <a:cubicBezTo>
                    <a:pt x="99" y="13"/>
                    <a:pt x="97" y="12"/>
                    <a:pt x="95" y="12"/>
                  </a:cubicBezTo>
                  <a:cubicBezTo>
                    <a:pt x="93" y="12"/>
                    <a:pt x="90" y="13"/>
                    <a:pt x="88" y="14"/>
                  </a:cubicBezTo>
                  <a:cubicBezTo>
                    <a:pt x="88" y="18"/>
                    <a:pt x="84" y="18"/>
                    <a:pt x="81" y="16"/>
                  </a:cubicBezTo>
                  <a:cubicBezTo>
                    <a:pt x="78" y="18"/>
                    <a:pt x="78" y="17"/>
                    <a:pt x="75" y="16"/>
                  </a:cubicBezTo>
                  <a:cubicBezTo>
                    <a:pt x="74" y="16"/>
                    <a:pt x="72" y="17"/>
                    <a:pt x="71" y="17"/>
                  </a:cubicBezTo>
                  <a:cubicBezTo>
                    <a:pt x="69" y="19"/>
                    <a:pt x="67" y="19"/>
                    <a:pt x="66" y="17"/>
                  </a:cubicBezTo>
                  <a:cubicBezTo>
                    <a:pt x="65" y="19"/>
                    <a:pt x="61" y="19"/>
                    <a:pt x="59" y="18"/>
                  </a:cubicBezTo>
                  <a:cubicBezTo>
                    <a:pt x="58" y="20"/>
                    <a:pt x="56" y="22"/>
                    <a:pt x="54" y="20"/>
                  </a:cubicBezTo>
                  <a:cubicBezTo>
                    <a:pt x="51" y="23"/>
                    <a:pt x="49" y="22"/>
                    <a:pt x="46" y="23"/>
                  </a:cubicBezTo>
                  <a:cubicBezTo>
                    <a:pt x="43" y="24"/>
                    <a:pt x="40" y="26"/>
                    <a:pt x="38" y="28"/>
                  </a:cubicBezTo>
                  <a:cubicBezTo>
                    <a:pt x="35" y="29"/>
                    <a:pt x="32" y="31"/>
                    <a:pt x="29" y="32"/>
                  </a:cubicBezTo>
                  <a:cubicBezTo>
                    <a:pt x="28" y="33"/>
                    <a:pt x="27" y="33"/>
                    <a:pt x="25" y="34"/>
                  </a:cubicBezTo>
                  <a:cubicBezTo>
                    <a:pt x="25" y="35"/>
                    <a:pt x="25" y="37"/>
                    <a:pt x="25" y="37"/>
                  </a:cubicBezTo>
                  <a:cubicBezTo>
                    <a:pt x="24" y="38"/>
                    <a:pt x="22" y="39"/>
                    <a:pt x="21" y="40"/>
                  </a:cubicBezTo>
                  <a:cubicBezTo>
                    <a:pt x="20" y="41"/>
                    <a:pt x="21" y="42"/>
                    <a:pt x="21" y="42"/>
                  </a:cubicBezTo>
                  <a:cubicBezTo>
                    <a:pt x="19" y="45"/>
                    <a:pt x="16" y="46"/>
                    <a:pt x="15" y="48"/>
                  </a:cubicBezTo>
                  <a:cubicBezTo>
                    <a:pt x="14" y="50"/>
                    <a:pt x="14" y="53"/>
                    <a:pt x="12" y="55"/>
                  </a:cubicBezTo>
                  <a:cubicBezTo>
                    <a:pt x="11" y="59"/>
                    <a:pt x="9" y="63"/>
                    <a:pt x="7" y="66"/>
                  </a:cubicBezTo>
                  <a:cubicBezTo>
                    <a:pt x="0" y="64"/>
                    <a:pt x="4" y="49"/>
                    <a:pt x="6" y="44"/>
                  </a:cubicBezTo>
                  <a:cubicBezTo>
                    <a:pt x="11" y="31"/>
                    <a:pt x="19" y="22"/>
                    <a:pt x="32" y="14"/>
                  </a:cubicBezTo>
                  <a:cubicBezTo>
                    <a:pt x="44" y="6"/>
                    <a:pt x="61" y="0"/>
                    <a:pt x="76" y="2"/>
                  </a:cubicBezTo>
                  <a:cubicBezTo>
                    <a:pt x="83" y="4"/>
                    <a:pt x="91" y="2"/>
                    <a:pt x="97" y="5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499" name="Freeform 297">
              <a:extLst>
                <a:ext uri="{FF2B5EF4-FFF2-40B4-BE49-F238E27FC236}">
                  <a16:creationId xmlns:a16="http://schemas.microsoft.com/office/drawing/2014/main" id="{AC03ABB8-95ED-4B62-ADEA-BA11D5B86112}"/>
                </a:ext>
              </a:extLst>
            </p:cNvPr>
            <p:cNvSpPr>
              <a:spLocks/>
            </p:cNvSpPr>
            <p:nvPr/>
          </p:nvSpPr>
          <p:spPr bwMode="auto">
            <a:xfrm>
              <a:off x="961" y="789"/>
              <a:ext cx="119" cy="115"/>
            </a:xfrm>
            <a:custGeom>
              <a:avLst/>
              <a:gdLst>
                <a:gd name="T0" fmla="*/ 0 w 73"/>
                <a:gd name="T1" fmla="*/ 16 h 71"/>
                <a:gd name="T2" fmla="*/ 39 w 73"/>
                <a:gd name="T3" fmla="*/ 47 h 71"/>
                <a:gd name="T4" fmla="*/ 68 w 73"/>
                <a:gd name="T5" fmla="*/ 42 h 71"/>
                <a:gd name="T6" fmla="*/ 77 w 73"/>
                <a:gd name="T7" fmla="*/ 60 h 71"/>
                <a:gd name="T8" fmla="*/ 109 w 73"/>
                <a:gd name="T9" fmla="*/ 68 h 71"/>
                <a:gd name="T10" fmla="*/ 130 w 73"/>
                <a:gd name="T11" fmla="*/ 76 h 71"/>
                <a:gd name="T12" fmla="*/ 147 w 73"/>
                <a:gd name="T13" fmla="*/ 89 h 71"/>
                <a:gd name="T14" fmla="*/ 143 w 73"/>
                <a:gd name="T15" fmla="*/ 97 h 71"/>
                <a:gd name="T16" fmla="*/ 160 w 73"/>
                <a:gd name="T17" fmla="*/ 102 h 71"/>
                <a:gd name="T18" fmla="*/ 181 w 73"/>
                <a:gd name="T19" fmla="*/ 118 h 71"/>
                <a:gd name="T20" fmla="*/ 194 w 73"/>
                <a:gd name="T21" fmla="*/ 139 h 71"/>
                <a:gd name="T22" fmla="*/ 191 w 73"/>
                <a:gd name="T23" fmla="*/ 149 h 71"/>
                <a:gd name="T24" fmla="*/ 207 w 73"/>
                <a:gd name="T25" fmla="*/ 149 h 71"/>
                <a:gd name="T26" fmla="*/ 218 w 73"/>
                <a:gd name="T27" fmla="*/ 165 h 71"/>
                <a:gd name="T28" fmla="*/ 218 w 73"/>
                <a:gd name="T29" fmla="*/ 186 h 71"/>
                <a:gd name="T30" fmla="*/ 227 w 73"/>
                <a:gd name="T31" fmla="*/ 199 h 71"/>
                <a:gd name="T32" fmla="*/ 233 w 73"/>
                <a:gd name="T33" fmla="*/ 212 h 71"/>
                <a:gd name="T34" fmla="*/ 248 w 73"/>
                <a:gd name="T35" fmla="*/ 254 h 71"/>
                <a:gd name="T36" fmla="*/ 269 w 73"/>
                <a:gd name="T37" fmla="*/ 272 h 71"/>
                <a:gd name="T38" fmla="*/ 290 w 73"/>
                <a:gd name="T39" fmla="*/ 301 h 71"/>
                <a:gd name="T40" fmla="*/ 240 w 73"/>
                <a:gd name="T41" fmla="*/ 94 h 71"/>
                <a:gd name="T42" fmla="*/ 152 w 73"/>
                <a:gd name="T43" fmla="*/ 26 h 71"/>
                <a:gd name="T44" fmla="*/ 117 w 73"/>
                <a:gd name="T45" fmla="*/ 5 h 71"/>
                <a:gd name="T46" fmla="*/ 88 w 73"/>
                <a:gd name="T47" fmla="*/ 0 h 71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73" h="71">
                  <a:moveTo>
                    <a:pt x="0" y="4"/>
                  </a:moveTo>
                  <a:cubicBezTo>
                    <a:pt x="2" y="8"/>
                    <a:pt x="5" y="11"/>
                    <a:pt x="9" y="11"/>
                  </a:cubicBezTo>
                  <a:cubicBezTo>
                    <a:pt x="11" y="11"/>
                    <a:pt x="14" y="10"/>
                    <a:pt x="16" y="10"/>
                  </a:cubicBezTo>
                  <a:cubicBezTo>
                    <a:pt x="17" y="11"/>
                    <a:pt x="17" y="13"/>
                    <a:pt x="18" y="14"/>
                  </a:cubicBezTo>
                  <a:cubicBezTo>
                    <a:pt x="20" y="16"/>
                    <a:pt x="23" y="16"/>
                    <a:pt x="25" y="16"/>
                  </a:cubicBezTo>
                  <a:cubicBezTo>
                    <a:pt x="27" y="17"/>
                    <a:pt x="27" y="20"/>
                    <a:pt x="30" y="18"/>
                  </a:cubicBezTo>
                  <a:cubicBezTo>
                    <a:pt x="30" y="20"/>
                    <a:pt x="32" y="22"/>
                    <a:pt x="34" y="21"/>
                  </a:cubicBezTo>
                  <a:cubicBezTo>
                    <a:pt x="34" y="22"/>
                    <a:pt x="34" y="23"/>
                    <a:pt x="33" y="23"/>
                  </a:cubicBezTo>
                  <a:cubicBezTo>
                    <a:pt x="34" y="23"/>
                    <a:pt x="36" y="24"/>
                    <a:pt x="37" y="24"/>
                  </a:cubicBezTo>
                  <a:cubicBezTo>
                    <a:pt x="36" y="27"/>
                    <a:pt x="39" y="28"/>
                    <a:pt x="42" y="28"/>
                  </a:cubicBezTo>
                  <a:cubicBezTo>
                    <a:pt x="40" y="31"/>
                    <a:pt x="43" y="32"/>
                    <a:pt x="45" y="33"/>
                  </a:cubicBezTo>
                  <a:cubicBezTo>
                    <a:pt x="45" y="33"/>
                    <a:pt x="45" y="35"/>
                    <a:pt x="44" y="35"/>
                  </a:cubicBezTo>
                  <a:cubicBezTo>
                    <a:pt x="45" y="35"/>
                    <a:pt x="47" y="36"/>
                    <a:pt x="48" y="35"/>
                  </a:cubicBezTo>
                  <a:cubicBezTo>
                    <a:pt x="48" y="37"/>
                    <a:pt x="49" y="37"/>
                    <a:pt x="50" y="39"/>
                  </a:cubicBezTo>
                  <a:cubicBezTo>
                    <a:pt x="51" y="41"/>
                    <a:pt x="50" y="42"/>
                    <a:pt x="50" y="44"/>
                  </a:cubicBezTo>
                  <a:cubicBezTo>
                    <a:pt x="50" y="43"/>
                    <a:pt x="52" y="47"/>
                    <a:pt x="52" y="47"/>
                  </a:cubicBezTo>
                  <a:cubicBezTo>
                    <a:pt x="53" y="48"/>
                    <a:pt x="54" y="49"/>
                    <a:pt x="54" y="50"/>
                  </a:cubicBezTo>
                  <a:cubicBezTo>
                    <a:pt x="56" y="53"/>
                    <a:pt x="55" y="57"/>
                    <a:pt x="57" y="60"/>
                  </a:cubicBezTo>
                  <a:cubicBezTo>
                    <a:pt x="57" y="61"/>
                    <a:pt x="61" y="63"/>
                    <a:pt x="62" y="64"/>
                  </a:cubicBezTo>
                  <a:cubicBezTo>
                    <a:pt x="64" y="66"/>
                    <a:pt x="65" y="71"/>
                    <a:pt x="67" y="71"/>
                  </a:cubicBezTo>
                  <a:cubicBezTo>
                    <a:pt x="73" y="54"/>
                    <a:pt x="65" y="36"/>
                    <a:pt x="55" y="22"/>
                  </a:cubicBezTo>
                  <a:cubicBezTo>
                    <a:pt x="50" y="15"/>
                    <a:pt x="43" y="11"/>
                    <a:pt x="35" y="6"/>
                  </a:cubicBezTo>
                  <a:cubicBezTo>
                    <a:pt x="32" y="5"/>
                    <a:pt x="30" y="2"/>
                    <a:pt x="27" y="1"/>
                  </a:cubicBezTo>
                  <a:cubicBezTo>
                    <a:pt x="24" y="1"/>
                    <a:pt x="22" y="1"/>
                    <a:pt x="20" y="0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500" name="Freeform 298">
              <a:extLst>
                <a:ext uri="{FF2B5EF4-FFF2-40B4-BE49-F238E27FC236}">
                  <a16:creationId xmlns:a16="http://schemas.microsoft.com/office/drawing/2014/main" id="{D1576B6A-9371-4970-ACEA-CB3298B973D0}"/>
                </a:ext>
              </a:extLst>
            </p:cNvPr>
            <p:cNvSpPr>
              <a:spLocks/>
            </p:cNvSpPr>
            <p:nvPr/>
          </p:nvSpPr>
          <p:spPr bwMode="auto">
            <a:xfrm>
              <a:off x="804" y="933"/>
              <a:ext cx="62" cy="186"/>
            </a:xfrm>
            <a:custGeom>
              <a:avLst/>
              <a:gdLst>
                <a:gd name="T0" fmla="*/ 39 w 38"/>
                <a:gd name="T1" fmla="*/ 13 h 116"/>
                <a:gd name="T2" fmla="*/ 29 w 38"/>
                <a:gd name="T3" fmla="*/ 82 h 116"/>
                <a:gd name="T4" fmla="*/ 5 w 38"/>
                <a:gd name="T5" fmla="*/ 152 h 116"/>
                <a:gd name="T6" fmla="*/ 55 w 38"/>
                <a:gd name="T7" fmla="*/ 321 h 116"/>
                <a:gd name="T8" fmla="*/ 96 w 38"/>
                <a:gd name="T9" fmla="*/ 425 h 116"/>
                <a:gd name="T10" fmla="*/ 165 w 38"/>
                <a:gd name="T11" fmla="*/ 478 h 116"/>
                <a:gd name="T12" fmla="*/ 131 w 38"/>
                <a:gd name="T13" fmla="*/ 425 h 116"/>
                <a:gd name="T14" fmla="*/ 109 w 38"/>
                <a:gd name="T15" fmla="*/ 383 h 116"/>
                <a:gd name="T16" fmla="*/ 126 w 38"/>
                <a:gd name="T17" fmla="*/ 350 h 116"/>
                <a:gd name="T18" fmla="*/ 88 w 38"/>
                <a:gd name="T19" fmla="*/ 281 h 116"/>
                <a:gd name="T20" fmla="*/ 34 w 38"/>
                <a:gd name="T21" fmla="*/ 204 h 116"/>
                <a:gd name="T22" fmla="*/ 34 w 38"/>
                <a:gd name="T23" fmla="*/ 120 h 116"/>
                <a:gd name="T24" fmla="*/ 42 w 38"/>
                <a:gd name="T25" fmla="*/ 56 h 116"/>
                <a:gd name="T26" fmla="*/ 34 w 38"/>
                <a:gd name="T27" fmla="*/ 0 h 11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38" h="116">
                  <a:moveTo>
                    <a:pt x="9" y="3"/>
                  </a:moveTo>
                  <a:cubicBezTo>
                    <a:pt x="7" y="7"/>
                    <a:pt x="10" y="15"/>
                    <a:pt x="7" y="20"/>
                  </a:cubicBezTo>
                  <a:cubicBezTo>
                    <a:pt x="4" y="26"/>
                    <a:pt x="2" y="31"/>
                    <a:pt x="1" y="37"/>
                  </a:cubicBezTo>
                  <a:cubicBezTo>
                    <a:pt x="0" y="53"/>
                    <a:pt x="7" y="64"/>
                    <a:pt x="13" y="78"/>
                  </a:cubicBezTo>
                  <a:cubicBezTo>
                    <a:pt x="17" y="86"/>
                    <a:pt x="18" y="95"/>
                    <a:pt x="22" y="103"/>
                  </a:cubicBezTo>
                  <a:cubicBezTo>
                    <a:pt x="25" y="109"/>
                    <a:pt x="34" y="111"/>
                    <a:pt x="38" y="116"/>
                  </a:cubicBezTo>
                  <a:cubicBezTo>
                    <a:pt x="35" y="113"/>
                    <a:pt x="32" y="108"/>
                    <a:pt x="30" y="103"/>
                  </a:cubicBezTo>
                  <a:cubicBezTo>
                    <a:pt x="28" y="100"/>
                    <a:pt x="25" y="96"/>
                    <a:pt x="25" y="93"/>
                  </a:cubicBezTo>
                  <a:cubicBezTo>
                    <a:pt x="25" y="89"/>
                    <a:pt x="28" y="88"/>
                    <a:pt x="29" y="85"/>
                  </a:cubicBezTo>
                  <a:cubicBezTo>
                    <a:pt x="30" y="80"/>
                    <a:pt x="23" y="72"/>
                    <a:pt x="20" y="68"/>
                  </a:cubicBezTo>
                  <a:cubicBezTo>
                    <a:pt x="15" y="62"/>
                    <a:pt x="10" y="57"/>
                    <a:pt x="8" y="49"/>
                  </a:cubicBezTo>
                  <a:cubicBezTo>
                    <a:pt x="6" y="43"/>
                    <a:pt x="6" y="35"/>
                    <a:pt x="8" y="29"/>
                  </a:cubicBezTo>
                  <a:cubicBezTo>
                    <a:pt x="9" y="24"/>
                    <a:pt x="11" y="20"/>
                    <a:pt x="10" y="14"/>
                  </a:cubicBezTo>
                  <a:cubicBezTo>
                    <a:pt x="9" y="10"/>
                    <a:pt x="8" y="5"/>
                    <a:pt x="8" y="0"/>
                  </a:cubicBezTo>
                </a:path>
              </a:pathLst>
            </a:custGeom>
            <a:solidFill>
              <a:srgbClr val="7E39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501" name="Freeform 299">
              <a:extLst>
                <a:ext uri="{FF2B5EF4-FFF2-40B4-BE49-F238E27FC236}">
                  <a16:creationId xmlns:a16="http://schemas.microsoft.com/office/drawing/2014/main" id="{ECF333E3-D6C6-4279-A4E3-A84225305C1A}"/>
                </a:ext>
              </a:extLst>
            </p:cNvPr>
            <p:cNvSpPr>
              <a:spLocks/>
            </p:cNvSpPr>
            <p:nvPr/>
          </p:nvSpPr>
          <p:spPr bwMode="auto">
            <a:xfrm>
              <a:off x="901" y="1137"/>
              <a:ext cx="31" cy="24"/>
            </a:xfrm>
            <a:custGeom>
              <a:avLst/>
              <a:gdLst>
                <a:gd name="T0" fmla="*/ 83 w 19"/>
                <a:gd name="T1" fmla="*/ 16 h 15"/>
                <a:gd name="T2" fmla="*/ 29 w 19"/>
                <a:gd name="T3" fmla="*/ 61 h 15"/>
                <a:gd name="T4" fmla="*/ 83 w 19"/>
                <a:gd name="T5" fmla="*/ 21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5">
                  <a:moveTo>
                    <a:pt x="19" y="4"/>
                  </a:moveTo>
                  <a:cubicBezTo>
                    <a:pt x="12" y="0"/>
                    <a:pt x="0" y="12"/>
                    <a:pt x="7" y="15"/>
                  </a:cubicBezTo>
                  <a:cubicBezTo>
                    <a:pt x="9" y="11"/>
                    <a:pt x="14" y="5"/>
                    <a:pt x="19" y="5"/>
                  </a:cubicBezTo>
                </a:path>
              </a:pathLst>
            </a:custGeom>
            <a:solidFill>
              <a:srgbClr val="7E39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502" name="Freeform 300">
              <a:extLst>
                <a:ext uri="{FF2B5EF4-FFF2-40B4-BE49-F238E27FC236}">
                  <a16:creationId xmlns:a16="http://schemas.microsoft.com/office/drawing/2014/main" id="{BFEF2F6C-2C2D-45AF-A2AE-B732B38A4B8D}"/>
                </a:ext>
              </a:extLst>
            </p:cNvPr>
            <p:cNvSpPr>
              <a:spLocks/>
            </p:cNvSpPr>
            <p:nvPr/>
          </p:nvSpPr>
          <p:spPr bwMode="auto">
            <a:xfrm>
              <a:off x="816" y="834"/>
              <a:ext cx="42" cy="142"/>
            </a:xfrm>
            <a:custGeom>
              <a:avLst/>
              <a:gdLst>
                <a:gd name="T0" fmla="*/ 110 w 26"/>
                <a:gd name="T1" fmla="*/ 0 h 88"/>
                <a:gd name="T2" fmla="*/ 94 w 26"/>
                <a:gd name="T3" fmla="*/ 5 h 88"/>
                <a:gd name="T4" fmla="*/ 89 w 26"/>
                <a:gd name="T5" fmla="*/ 16 h 88"/>
                <a:gd name="T6" fmla="*/ 71 w 26"/>
                <a:gd name="T7" fmla="*/ 39 h 88"/>
                <a:gd name="T8" fmla="*/ 60 w 26"/>
                <a:gd name="T9" fmla="*/ 55 h 88"/>
                <a:gd name="T10" fmla="*/ 42 w 26"/>
                <a:gd name="T11" fmla="*/ 84 h 88"/>
                <a:gd name="T12" fmla="*/ 13 w 26"/>
                <a:gd name="T13" fmla="*/ 178 h 88"/>
                <a:gd name="T14" fmla="*/ 5 w 26"/>
                <a:gd name="T15" fmla="*/ 310 h 88"/>
                <a:gd name="T16" fmla="*/ 8 w 26"/>
                <a:gd name="T17" fmla="*/ 340 h 88"/>
                <a:gd name="T18" fmla="*/ 8 w 26"/>
                <a:gd name="T19" fmla="*/ 336 h 88"/>
                <a:gd name="T20" fmla="*/ 5 w 26"/>
                <a:gd name="T21" fmla="*/ 353 h 88"/>
                <a:gd name="T22" fmla="*/ 5 w 26"/>
                <a:gd name="T23" fmla="*/ 370 h 88"/>
                <a:gd name="T24" fmla="*/ 13 w 26"/>
                <a:gd name="T25" fmla="*/ 344 h 88"/>
                <a:gd name="T26" fmla="*/ 34 w 26"/>
                <a:gd name="T27" fmla="*/ 323 h 88"/>
                <a:gd name="T28" fmla="*/ 26 w 26"/>
                <a:gd name="T29" fmla="*/ 294 h 88"/>
                <a:gd name="T30" fmla="*/ 13 w 26"/>
                <a:gd name="T31" fmla="*/ 247 h 88"/>
                <a:gd name="T32" fmla="*/ 47 w 26"/>
                <a:gd name="T33" fmla="*/ 110 h 88"/>
                <a:gd name="T34" fmla="*/ 63 w 26"/>
                <a:gd name="T35" fmla="*/ 55 h 88"/>
                <a:gd name="T36" fmla="*/ 94 w 26"/>
                <a:gd name="T37" fmla="*/ 21 h 88"/>
                <a:gd name="T38" fmla="*/ 110 w 26"/>
                <a:gd name="T39" fmla="*/ 0 h 88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26" h="88">
                  <a:moveTo>
                    <a:pt x="26" y="0"/>
                  </a:moveTo>
                  <a:cubicBezTo>
                    <a:pt x="24" y="0"/>
                    <a:pt x="23" y="1"/>
                    <a:pt x="22" y="1"/>
                  </a:cubicBezTo>
                  <a:cubicBezTo>
                    <a:pt x="21" y="2"/>
                    <a:pt x="21" y="3"/>
                    <a:pt x="21" y="4"/>
                  </a:cubicBezTo>
                  <a:cubicBezTo>
                    <a:pt x="20" y="5"/>
                    <a:pt x="17" y="7"/>
                    <a:pt x="17" y="9"/>
                  </a:cubicBezTo>
                  <a:cubicBezTo>
                    <a:pt x="19" y="9"/>
                    <a:pt x="15" y="12"/>
                    <a:pt x="14" y="13"/>
                  </a:cubicBezTo>
                  <a:cubicBezTo>
                    <a:pt x="11" y="15"/>
                    <a:pt x="10" y="17"/>
                    <a:pt x="10" y="20"/>
                  </a:cubicBezTo>
                  <a:cubicBezTo>
                    <a:pt x="8" y="28"/>
                    <a:pt x="4" y="35"/>
                    <a:pt x="3" y="42"/>
                  </a:cubicBezTo>
                  <a:cubicBezTo>
                    <a:pt x="0" y="52"/>
                    <a:pt x="0" y="63"/>
                    <a:pt x="1" y="74"/>
                  </a:cubicBezTo>
                  <a:cubicBezTo>
                    <a:pt x="1" y="76"/>
                    <a:pt x="0" y="79"/>
                    <a:pt x="2" y="81"/>
                  </a:cubicBezTo>
                  <a:cubicBezTo>
                    <a:pt x="2" y="81"/>
                    <a:pt x="2" y="80"/>
                    <a:pt x="2" y="80"/>
                  </a:cubicBezTo>
                  <a:cubicBezTo>
                    <a:pt x="3" y="81"/>
                    <a:pt x="2" y="83"/>
                    <a:pt x="1" y="84"/>
                  </a:cubicBezTo>
                  <a:cubicBezTo>
                    <a:pt x="1" y="85"/>
                    <a:pt x="1" y="87"/>
                    <a:pt x="1" y="88"/>
                  </a:cubicBezTo>
                  <a:cubicBezTo>
                    <a:pt x="1" y="86"/>
                    <a:pt x="2" y="84"/>
                    <a:pt x="3" y="82"/>
                  </a:cubicBezTo>
                  <a:cubicBezTo>
                    <a:pt x="4" y="81"/>
                    <a:pt x="7" y="79"/>
                    <a:pt x="8" y="77"/>
                  </a:cubicBezTo>
                  <a:cubicBezTo>
                    <a:pt x="9" y="75"/>
                    <a:pt x="7" y="72"/>
                    <a:pt x="6" y="70"/>
                  </a:cubicBezTo>
                  <a:cubicBezTo>
                    <a:pt x="4" y="66"/>
                    <a:pt x="3" y="63"/>
                    <a:pt x="3" y="59"/>
                  </a:cubicBezTo>
                  <a:cubicBezTo>
                    <a:pt x="4" y="47"/>
                    <a:pt x="9" y="37"/>
                    <a:pt x="11" y="26"/>
                  </a:cubicBezTo>
                  <a:cubicBezTo>
                    <a:pt x="12" y="21"/>
                    <a:pt x="12" y="17"/>
                    <a:pt x="15" y="13"/>
                  </a:cubicBezTo>
                  <a:cubicBezTo>
                    <a:pt x="17" y="11"/>
                    <a:pt x="20" y="8"/>
                    <a:pt x="22" y="5"/>
                  </a:cubicBezTo>
                  <a:cubicBezTo>
                    <a:pt x="23" y="3"/>
                    <a:pt x="24" y="1"/>
                    <a:pt x="26" y="0"/>
                  </a:cubicBezTo>
                </a:path>
              </a:pathLst>
            </a:custGeom>
            <a:solidFill>
              <a:srgbClr val="7E39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503" name="Freeform 301">
              <a:extLst>
                <a:ext uri="{FF2B5EF4-FFF2-40B4-BE49-F238E27FC236}">
                  <a16:creationId xmlns:a16="http://schemas.microsoft.com/office/drawing/2014/main" id="{D395ED13-AE93-4970-8B62-5DADC9548AB3}"/>
                </a:ext>
              </a:extLst>
            </p:cNvPr>
            <p:cNvSpPr>
              <a:spLocks/>
            </p:cNvSpPr>
            <p:nvPr/>
          </p:nvSpPr>
          <p:spPr bwMode="auto">
            <a:xfrm>
              <a:off x="918" y="1011"/>
              <a:ext cx="16" cy="44"/>
            </a:xfrm>
            <a:custGeom>
              <a:avLst/>
              <a:gdLst>
                <a:gd name="T0" fmla="*/ 13 w 10"/>
                <a:gd name="T1" fmla="*/ 0 h 27"/>
                <a:gd name="T2" fmla="*/ 0 w 10"/>
                <a:gd name="T3" fmla="*/ 29 h 27"/>
                <a:gd name="T4" fmla="*/ 0 w 10"/>
                <a:gd name="T5" fmla="*/ 64 h 27"/>
                <a:gd name="T6" fmla="*/ 35 w 10"/>
                <a:gd name="T7" fmla="*/ 117 h 27"/>
                <a:gd name="T8" fmla="*/ 29 w 10"/>
                <a:gd name="T9" fmla="*/ 88 h 27"/>
                <a:gd name="T10" fmla="*/ 13 w 10"/>
                <a:gd name="T11" fmla="*/ 54 h 27"/>
                <a:gd name="T12" fmla="*/ 13 w 10"/>
                <a:gd name="T13" fmla="*/ 5 h 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" h="27">
                  <a:moveTo>
                    <a:pt x="3" y="0"/>
                  </a:moveTo>
                  <a:cubicBezTo>
                    <a:pt x="2" y="3"/>
                    <a:pt x="0" y="4"/>
                    <a:pt x="0" y="7"/>
                  </a:cubicBezTo>
                  <a:cubicBezTo>
                    <a:pt x="0" y="10"/>
                    <a:pt x="0" y="13"/>
                    <a:pt x="0" y="15"/>
                  </a:cubicBezTo>
                  <a:cubicBezTo>
                    <a:pt x="2" y="19"/>
                    <a:pt x="5" y="24"/>
                    <a:pt x="9" y="27"/>
                  </a:cubicBezTo>
                  <a:cubicBezTo>
                    <a:pt x="10" y="25"/>
                    <a:pt x="8" y="22"/>
                    <a:pt x="7" y="20"/>
                  </a:cubicBezTo>
                  <a:cubicBezTo>
                    <a:pt x="6" y="17"/>
                    <a:pt x="4" y="15"/>
                    <a:pt x="3" y="12"/>
                  </a:cubicBezTo>
                  <a:cubicBezTo>
                    <a:pt x="1" y="8"/>
                    <a:pt x="2" y="5"/>
                    <a:pt x="3" y="1"/>
                  </a:cubicBezTo>
                </a:path>
              </a:pathLst>
            </a:custGeom>
            <a:solidFill>
              <a:srgbClr val="7E39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504" name="Freeform 302">
              <a:extLst>
                <a:ext uri="{FF2B5EF4-FFF2-40B4-BE49-F238E27FC236}">
                  <a16:creationId xmlns:a16="http://schemas.microsoft.com/office/drawing/2014/main" id="{76E29C67-6989-4278-B004-D77E6612C902}"/>
                </a:ext>
              </a:extLst>
            </p:cNvPr>
            <p:cNvSpPr>
              <a:spLocks/>
            </p:cNvSpPr>
            <p:nvPr/>
          </p:nvSpPr>
          <p:spPr bwMode="auto">
            <a:xfrm>
              <a:off x="997" y="926"/>
              <a:ext cx="80" cy="200"/>
            </a:xfrm>
            <a:custGeom>
              <a:avLst/>
              <a:gdLst>
                <a:gd name="T0" fmla="*/ 8 w 49"/>
                <a:gd name="T1" fmla="*/ 192 h 124"/>
                <a:gd name="T2" fmla="*/ 64 w 49"/>
                <a:gd name="T3" fmla="*/ 198 h 124"/>
                <a:gd name="T4" fmla="*/ 122 w 49"/>
                <a:gd name="T5" fmla="*/ 205 h 124"/>
                <a:gd name="T6" fmla="*/ 139 w 49"/>
                <a:gd name="T7" fmla="*/ 294 h 124"/>
                <a:gd name="T8" fmla="*/ 118 w 49"/>
                <a:gd name="T9" fmla="*/ 344 h 124"/>
                <a:gd name="T10" fmla="*/ 96 w 49"/>
                <a:gd name="T11" fmla="*/ 385 h 124"/>
                <a:gd name="T12" fmla="*/ 83 w 49"/>
                <a:gd name="T13" fmla="*/ 479 h 124"/>
                <a:gd name="T14" fmla="*/ 56 w 49"/>
                <a:gd name="T15" fmla="*/ 521 h 124"/>
                <a:gd name="T16" fmla="*/ 96 w 49"/>
                <a:gd name="T17" fmla="*/ 487 h 124"/>
                <a:gd name="T18" fmla="*/ 122 w 49"/>
                <a:gd name="T19" fmla="*/ 450 h 124"/>
                <a:gd name="T20" fmla="*/ 157 w 49"/>
                <a:gd name="T21" fmla="*/ 352 h 124"/>
                <a:gd name="T22" fmla="*/ 207 w 49"/>
                <a:gd name="T23" fmla="*/ 177 h 124"/>
                <a:gd name="T24" fmla="*/ 184 w 49"/>
                <a:gd name="T25" fmla="*/ 90 h 124"/>
                <a:gd name="T26" fmla="*/ 165 w 49"/>
                <a:gd name="T27" fmla="*/ 0 h 124"/>
                <a:gd name="T28" fmla="*/ 157 w 49"/>
                <a:gd name="T29" fmla="*/ 26 h 124"/>
                <a:gd name="T30" fmla="*/ 144 w 49"/>
                <a:gd name="T31" fmla="*/ 55 h 124"/>
                <a:gd name="T32" fmla="*/ 139 w 49"/>
                <a:gd name="T33" fmla="*/ 89 h 124"/>
                <a:gd name="T34" fmla="*/ 144 w 49"/>
                <a:gd name="T35" fmla="*/ 123 h 124"/>
                <a:gd name="T36" fmla="*/ 77 w 49"/>
                <a:gd name="T37" fmla="*/ 152 h 124"/>
                <a:gd name="T38" fmla="*/ 42 w 49"/>
                <a:gd name="T39" fmla="*/ 152 h 124"/>
                <a:gd name="T40" fmla="*/ 5 w 49"/>
                <a:gd name="T41" fmla="*/ 152 h 124"/>
                <a:gd name="T42" fmla="*/ 0 w 49"/>
                <a:gd name="T43" fmla="*/ 171 h 124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49" h="124">
                  <a:moveTo>
                    <a:pt x="2" y="46"/>
                  </a:moveTo>
                  <a:cubicBezTo>
                    <a:pt x="6" y="47"/>
                    <a:pt x="10" y="47"/>
                    <a:pt x="15" y="47"/>
                  </a:cubicBezTo>
                  <a:cubicBezTo>
                    <a:pt x="19" y="47"/>
                    <a:pt x="25" y="46"/>
                    <a:pt x="28" y="49"/>
                  </a:cubicBezTo>
                  <a:cubicBezTo>
                    <a:pt x="34" y="53"/>
                    <a:pt x="34" y="64"/>
                    <a:pt x="32" y="70"/>
                  </a:cubicBezTo>
                  <a:cubicBezTo>
                    <a:pt x="31" y="75"/>
                    <a:pt x="30" y="79"/>
                    <a:pt x="27" y="82"/>
                  </a:cubicBezTo>
                  <a:cubicBezTo>
                    <a:pt x="25" y="85"/>
                    <a:pt x="23" y="88"/>
                    <a:pt x="22" y="92"/>
                  </a:cubicBezTo>
                  <a:cubicBezTo>
                    <a:pt x="21" y="100"/>
                    <a:pt x="22" y="107"/>
                    <a:pt x="19" y="114"/>
                  </a:cubicBezTo>
                  <a:cubicBezTo>
                    <a:pt x="18" y="118"/>
                    <a:pt x="16" y="121"/>
                    <a:pt x="13" y="124"/>
                  </a:cubicBezTo>
                  <a:cubicBezTo>
                    <a:pt x="16" y="123"/>
                    <a:pt x="19" y="118"/>
                    <a:pt x="22" y="116"/>
                  </a:cubicBezTo>
                  <a:cubicBezTo>
                    <a:pt x="24" y="113"/>
                    <a:pt x="26" y="110"/>
                    <a:pt x="28" y="107"/>
                  </a:cubicBezTo>
                  <a:cubicBezTo>
                    <a:pt x="32" y="100"/>
                    <a:pt x="34" y="92"/>
                    <a:pt x="36" y="84"/>
                  </a:cubicBezTo>
                  <a:cubicBezTo>
                    <a:pt x="41" y="69"/>
                    <a:pt x="49" y="57"/>
                    <a:pt x="48" y="42"/>
                  </a:cubicBezTo>
                  <a:cubicBezTo>
                    <a:pt x="48" y="34"/>
                    <a:pt x="45" y="29"/>
                    <a:pt x="42" y="22"/>
                  </a:cubicBezTo>
                  <a:cubicBezTo>
                    <a:pt x="40" y="15"/>
                    <a:pt x="43" y="5"/>
                    <a:pt x="38" y="0"/>
                  </a:cubicBezTo>
                  <a:cubicBezTo>
                    <a:pt x="40" y="2"/>
                    <a:pt x="38" y="4"/>
                    <a:pt x="36" y="6"/>
                  </a:cubicBezTo>
                  <a:cubicBezTo>
                    <a:pt x="33" y="9"/>
                    <a:pt x="33" y="9"/>
                    <a:pt x="33" y="13"/>
                  </a:cubicBezTo>
                  <a:cubicBezTo>
                    <a:pt x="32" y="16"/>
                    <a:pt x="32" y="18"/>
                    <a:pt x="32" y="21"/>
                  </a:cubicBezTo>
                  <a:cubicBezTo>
                    <a:pt x="33" y="23"/>
                    <a:pt x="34" y="26"/>
                    <a:pt x="33" y="29"/>
                  </a:cubicBezTo>
                  <a:cubicBezTo>
                    <a:pt x="31" y="35"/>
                    <a:pt x="23" y="35"/>
                    <a:pt x="18" y="36"/>
                  </a:cubicBezTo>
                  <a:cubicBezTo>
                    <a:pt x="15" y="36"/>
                    <a:pt x="12" y="36"/>
                    <a:pt x="10" y="36"/>
                  </a:cubicBezTo>
                  <a:cubicBezTo>
                    <a:pt x="8" y="35"/>
                    <a:pt x="3" y="34"/>
                    <a:pt x="1" y="36"/>
                  </a:cubicBezTo>
                  <a:cubicBezTo>
                    <a:pt x="0" y="37"/>
                    <a:pt x="0" y="40"/>
                    <a:pt x="0" y="41"/>
                  </a:cubicBezTo>
                </a:path>
              </a:pathLst>
            </a:custGeom>
            <a:solidFill>
              <a:srgbClr val="6B2D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505" name="Freeform 303">
              <a:extLst>
                <a:ext uri="{FF2B5EF4-FFF2-40B4-BE49-F238E27FC236}">
                  <a16:creationId xmlns:a16="http://schemas.microsoft.com/office/drawing/2014/main" id="{46DA4CDB-27F2-4E67-9B40-3337D6C3C04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3" y="838"/>
              <a:ext cx="39" cy="107"/>
            </a:xfrm>
            <a:custGeom>
              <a:avLst/>
              <a:gdLst>
                <a:gd name="T0" fmla="*/ 88 w 24"/>
                <a:gd name="T1" fmla="*/ 257 h 67"/>
                <a:gd name="T2" fmla="*/ 81 w 24"/>
                <a:gd name="T3" fmla="*/ 252 h 67"/>
                <a:gd name="T4" fmla="*/ 68 w 24"/>
                <a:gd name="T5" fmla="*/ 206 h 67"/>
                <a:gd name="T6" fmla="*/ 42 w 24"/>
                <a:gd name="T7" fmla="*/ 192 h 67"/>
                <a:gd name="T8" fmla="*/ 34 w 24"/>
                <a:gd name="T9" fmla="*/ 171 h 67"/>
                <a:gd name="T10" fmla="*/ 0 w 24"/>
                <a:gd name="T11" fmla="*/ 0 h 67"/>
                <a:gd name="T12" fmla="*/ 21 w 24"/>
                <a:gd name="T13" fmla="*/ 16 h 67"/>
                <a:gd name="T14" fmla="*/ 26 w 24"/>
                <a:gd name="T15" fmla="*/ 34 h 67"/>
                <a:gd name="T16" fmla="*/ 39 w 24"/>
                <a:gd name="T17" fmla="*/ 42 h 67"/>
                <a:gd name="T18" fmla="*/ 42 w 24"/>
                <a:gd name="T19" fmla="*/ 69 h 67"/>
                <a:gd name="T20" fmla="*/ 55 w 24"/>
                <a:gd name="T21" fmla="*/ 81 h 67"/>
                <a:gd name="T22" fmla="*/ 60 w 24"/>
                <a:gd name="T23" fmla="*/ 97 h 67"/>
                <a:gd name="T24" fmla="*/ 75 w 24"/>
                <a:gd name="T25" fmla="*/ 129 h 67"/>
                <a:gd name="T26" fmla="*/ 96 w 24"/>
                <a:gd name="T27" fmla="*/ 158 h 67"/>
                <a:gd name="T28" fmla="*/ 102 w 24"/>
                <a:gd name="T29" fmla="*/ 240 h 67"/>
                <a:gd name="T30" fmla="*/ 102 w 24"/>
                <a:gd name="T31" fmla="*/ 273 h 67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4" h="67">
                  <a:moveTo>
                    <a:pt x="20" y="63"/>
                  </a:moveTo>
                  <a:cubicBezTo>
                    <a:pt x="19" y="63"/>
                    <a:pt x="19" y="63"/>
                    <a:pt x="19" y="62"/>
                  </a:cubicBezTo>
                  <a:cubicBezTo>
                    <a:pt x="22" y="57"/>
                    <a:pt x="20" y="53"/>
                    <a:pt x="16" y="51"/>
                  </a:cubicBezTo>
                  <a:cubicBezTo>
                    <a:pt x="14" y="49"/>
                    <a:pt x="12" y="48"/>
                    <a:pt x="10" y="47"/>
                  </a:cubicBezTo>
                  <a:cubicBezTo>
                    <a:pt x="8" y="46"/>
                    <a:pt x="8" y="45"/>
                    <a:pt x="8" y="42"/>
                  </a:cubicBezTo>
                  <a:cubicBezTo>
                    <a:pt x="8" y="28"/>
                    <a:pt x="7" y="12"/>
                    <a:pt x="0" y="0"/>
                  </a:cubicBezTo>
                  <a:cubicBezTo>
                    <a:pt x="2" y="0"/>
                    <a:pt x="4" y="3"/>
                    <a:pt x="5" y="4"/>
                  </a:cubicBezTo>
                  <a:cubicBezTo>
                    <a:pt x="6" y="5"/>
                    <a:pt x="6" y="7"/>
                    <a:pt x="6" y="8"/>
                  </a:cubicBezTo>
                  <a:cubicBezTo>
                    <a:pt x="7" y="9"/>
                    <a:pt x="8" y="9"/>
                    <a:pt x="9" y="10"/>
                  </a:cubicBezTo>
                  <a:cubicBezTo>
                    <a:pt x="11" y="12"/>
                    <a:pt x="9" y="15"/>
                    <a:pt x="10" y="17"/>
                  </a:cubicBezTo>
                  <a:cubicBezTo>
                    <a:pt x="11" y="18"/>
                    <a:pt x="12" y="19"/>
                    <a:pt x="13" y="20"/>
                  </a:cubicBezTo>
                  <a:cubicBezTo>
                    <a:pt x="13" y="21"/>
                    <a:pt x="13" y="23"/>
                    <a:pt x="14" y="24"/>
                  </a:cubicBezTo>
                  <a:cubicBezTo>
                    <a:pt x="14" y="27"/>
                    <a:pt x="15" y="30"/>
                    <a:pt x="17" y="32"/>
                  </a:cubicBezTo>
                  <a:cubicBezTo>
                    <a:pt x="19" y="34"/>
                    <a:pt x="21" y="35"/>
                    <a:pt x="22" y="39"/>
                  </a:cubicBezTo>
                  <a:cubicBezTo>
                    <a:pt x="24" y="45"/>
                    <a:pt x="24" y="53"/>
                    <a:pt x="24" y="59"/>
                  </a:cubicBezTo>
                  <a:cubicBezTo>
                    <a:pt x="24" y="62"/>
                    <a:pt x="24" y="64"/>
                    <a:pt x="24" y="67"/>
                  </a:cubicBezTo>
                </a:path>
              </a:pathLst>
            </a:custGeom>
            <a:solidFill>
              <a:srgbClr val="6B2D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506" name="Freeform 304">
              <a:extLst>
                <a:ext uri="{FF2B5EF4-FFF2-40B4-BE49-F238E27FC236}">
                  <a16:creationId xmlns:a16="http://schemas.microsoft.com/office/drawing/2014/main" id="{D26F6ABA-3778-4A94-AE29-EEA23DE74800}"/>
                </a:ext>
              </a:extLst>
            </p:cNvPr>
            <p:cNvSpPr>
              <a:spLocks/>
            </p:cNvSpPr>
            <p:nvPr/>
          </p:nvSpPr>
          <p:spPr bwMode="auto">
            <a:xfrm>
              <a:off x="702" y="1618"/>
              <a:ext cx="196" cy="126"/>
            </a:xfrm>
            <a:custGeom>
              <a:avLst/>
              <a:gdLst>
                <a:gd name="T0" fmla="*/ 0 w 121"/>
                <a:gd name="T1" fmla="*/ 165 h 78"/>
                <a:gd name="T2" fmla="*/ 262 w 121"/>
                <a:gd name="T3" fmla="*/ 268 h 78"/>
                <a:gd name="T4" fmla="*/ 513 w 121"/>
                <a:gd name="T5" fmla="*/ 0 h 78"/>
                <a:gd name="T6" fmla="*/ 228 w 121"/>
                <a:gd name="T7" fmla="*/ 228 h 78"/>
                <a:gd name="T8" fmla="*/ 0 w 121"/>
                <a:gd name="T9" fmla="*/ 165 h 7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1" h="78">
                  <a:moveTo>
                    <a:pt x="0" y="39"/>
                  </a:moveTo>
                  <a:cubicBezTo>
                    <a:pt x="0" y="39"/>
                    <a:pt x="16" y="78"/>
                    <a:pt x="62" y="64"/>
                  </a:cubicBezTo>
                  <a:cubicBezTo>
                    <a:pt x="108" y="49"/>
                    <a:pt x="121" y="0"/>
                    <a:pt x="121" y="0"/>
                  </a:cubicBezTo>
                  <a:cubicBezTo>
                    <a:pt x="121" y="0"/>
                    <a:pt x="96" y="44"/>
                    <a:pt x="54" y="54"/>
                  </a:cubicBezTo>
                  <a:cubicBezTo>
                    <a:pt x="13" y="63"/>
                    <a:pt x="0" y="39"/>
                    <a:pt x="0" y="39"/>
                  </a:cubicBezTo>
                  <a:close/>
                </a:path>
              </a:pathLst>
            </a:custGeom>
            <a:solidFill>
              <a:srgbClr val="6B2D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507" name="Freeform 305">
              <a:extLst>
                <a:ext uri="{FF2B5EF4-FFF2-40B4-BE49-F238E27FC236}">
                  <a16:creationId xmlns:a16="http://schemas.microsoft.com/office/drawing/2014/main" id="{D85DE1FC-7567-4AA8-A4ED-8D5745424886}"/>
                </a:ext>
              </a:extLst>
            </p:cNvPr>
            <p:cNvSpPr>
              <a:spLocks/>
            </p:cNvSpPr>
            <p:nvPr/>
          </p:nvSpPr>
          <p:spPr bwMode="auto">
            <a:xfrm>
              <a:off x="670" y="1526"/>
              <a:ext cx="24" cy="142"/>
            </a:xfrm>
            <a:custGeom>
              <a:avLst/>
              <a:gdLst>
                <a:gd name="T0" fmla="*/ 5 w 15"/>
                <a:gd name="T1" fmla="*/ 8 h 88"/>
                <a:gd name="T2" fmla="*/ 21 w 15"/>
                <a:gd name="T3" fmla="*/ 102 h 88"/>
                <a:gd name="T4" fmla="*/ 8 w 15"/>
                <a:gd name="T5" fmla="*/ 190 h 88"/>
                <a:gd name="T6" fmla="*/ 16 w 15"/>
                <a:gd name="T7" fmla="*/ 273 h 88"/>
                <a:gd name="T8" fmla="*/ 42 w 15"/>
                <a:gd name="T9" fmla="*/ 320 h 88"/>
                <a:gd name="T10" fmla="*/ 61 w 15"/>
                <a:gd name="T11" fmla="*/ 370 h 88"/>
                <a:gd name="T12" fmla="*/ 46 w 15"/>
                <a:gd name="T13" fmla="*/ 310 h 88"/>
                <a:gd name="T14" fmla="*/ 34 w 15"/>
                <a:gd name="T15" fmla="*/ 239 h 88"/>
                <a:gd name="T16" fmla="*/ 46 w 15"/>
                <a:gd name="T17" fmla="*/ 123 h 88"/>
                <a:gd name="T18" fmla="*/ 0 w 15"/>
                <a:gd name="T19" fmla="*/ 0 h 8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5" h="88">
                  <a:moveTo>
                    <a:pt x="1" y="2"/>
                  </a:moveTo>
                  <a:cubicBezTo>
                    <a:pt x="2" y="10"/>
                    <a:pt x="6" y="15"/>
                    <a:pt x="5" y="24"/>
                  </a:cubicBezTo>
                  <a:cubicBezTo>
                    <a:pt x="4" y="31"/>
                    <a:pt x="2" y="38"/>
                    <a:pt x="2" y="45"/>
                  </a:cubicBezTo>
                  <a:cubicBezTo>
                    <a:pt x="1" y="52"/>
                    <a:pt x="2" y="59"/>
                    <a:pt x="4" y="65"/>
                  </a:cubicBezTo>
                  <a:cubicBezTo>
                    <a:pt x="6" y="69"/>
                    <a:pt x="8" y="72"/>
                    <a:pt x="10" y="76"/>
                  </a:cubicBezTo>
                  <a:cubicBezTo>
                    <a:pt x="12" y="80"/>
                    <a:pt x="12" y="85"/>
                    <a:pt x="15" y="88"/>
                  </a:cubicBezTo>
                  <a:cubicBezTo>
                    <a:pt x="12" y="84"/>
                    <a:pt x="12" y="79"/>
                    <a:pt x="11" y="74"/>
                  </a:cubicBezTo>
                  <a:cubicBezTo>
                    <a:pt x="10" y="69"/>
                    <a:pt x="8" y="63"/>
                    <a:pt x="8" y="57"/>
                  </a:cubicBezTo>
                  <a:cubicBezTo>
                    <a:pt x="7" y="47"/>
                    <a:pt x="9" y="38"/>
                    <a:pt x="11" y="29"/>
                  </a:cubicBezTo>
                  <a:cubicBezTo>
                    <a:pt x="13" y="15"/>
                    <a:pt x="9" y="8"/>
                    <a:pt x="0" y="0"/>
                  </a:cubicBezTo>
                </a:path>
              </a:pathLst>
            </a:custGeom>
            <a:solidFill>
              <a:srgbClr val="7E39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508" name="Freeform 306">
              <a:extLst>
                <a:ext uri="{FF2B5EF4-FFF2-40B4-BE49-F238E27FC236}">
                  <a16:creationId xmlns:a16="http://schemas.microsoft.com/office/drawing/2014/main" id="{C9A0E36F-FC40-4813-B3D4-87C215CFB5D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8" y="1634"/>
              <a:ext cx="61" cy="61"/>
            </a:xfrm>
            <a:custGeom>
              <a:avLst/>
              <a:gdLst>
                <a:gd name="T0" fmla="*/ 153 w 38"/>
                <a:gd name="T1" fmla="*/ 82 h 38"/>
                <a:gd name="T2" fmla="*/ 82 w 38"/>
                <a:gd name="T3" fmla="*/ 5 h 38"/>
                <a:gd name="T4" fmla="*/ 5 w 38"/>
                <a:gd name="T5" fmla="*/ 75 h 38"/>
                <a:gd name="T6" fmla="*/ 75 w 38"/>
                <a:gd name="T7" fmla="*/ 153 h 38"/>
                <a:gd name="T8" fmla="*/ 153 w 38"/>
                <a:gd name="T9" fmla="*/ 82 h 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38">
                  <a:moveTo>
                    <a:pt x="37" y="20"/>
                  </a:moveTo>
                  <a:cubicBezTo>
                    <a:pt x="38" y="10"/>
                    <a:pt x="30" y="2"/>
                    <a:pt x="20" y="1"/>
                  </a:cubicBezTo>
                  <a:cubicBezTo>
                    <a:pt x="10" y="0"/>
                    <a:pt x="2" y="8"/>
                    <a:pt x="1" y="18"/>
                  </a:cubicBezTo>
                  <a:cubicBezTo>
                    <a:pt x="0" y="28"/>
                    <a:pt x="8" y="36"/>
                    <a:pt x="18" y="37"/>
                  </a:cubicBezTo>
                  <a:cubicBezTo>
                    <a:pt x="28" y="38"/>
                    <a:pt x="36" y="30"/>
                    <a:pt x="37" y="20"/>
                  </a:cubicBezTo>
                </a:path>
              </a:pathLst>
            </a:custGeom>
            <a:solidFill>
              <a:srgbClr val="60201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509" name="Freeform 307">
              <a:extLst>
                <a:ext uri="{FF2B5EF4-FFF2-40B4-BE49-F238E27FC236}">
                  <a16:creationId xmlns:a16="http://schemas.microsoft.com/office/drawing/2014/main" id="{620E37E5-EFBB-488F-A6FA-C4FF2C0144D0}"/>
                </a:ext>
              </a:extLst>
            </p:cNvPr>
            <p:cNvSpPr>
              <a:spLocks/>
            </p:cNvSpPr>
            <p:nvPr/>
          </p:nvSpPr>
          <p:spPr bwMode="auto">
            <a:xfrm>
              <a:off x="986" y="1478"/>
              <a:ext cx="259" cy="254"/>
            </a:xfrm>
            <a:custGeom>
              <a:avLst/>
              <a:gdLst>
                <a:gd name="T0" fmla="*/ 678 w 160"/>
                <a:gd name="T1" fmla="*/ 0 h 158"/>
                <a:gd name="T2" fmla="*/ 644 w 160"/>
                <a:gd name="T3" fmla="*/ 116 h 158"/>
                <a:gd name="T4" fmla="*/ 623 w 160"/>
                <a:gd name="T5" fmla="*/ 158 h 158"/>
                <a:gd name="T6" fmla="*/ 630 w 160"/>
                <a:gd name="T7" fmla="*/ 254 h 158"/>
                <a:gd name="T8" fmla="*/ 623 w 160"/>
                <a:gd name="T9" fmla="*/ 370 h 158"/>
                <a:gd name="T10" fmla="*/ 361 w 160"/>
                <a:gd name="T11" fmla="*/ 656 h 158"/>
                <a:gd name="T12" fmla="*/ 21 w 160"/>
                <a:gd name="T13" fmla="*/ 416 h 158"/>
                <a:gd name="T14" fmla="*/ 0 w 160"/>
                <a:gd name="T15" fmla="*/ 362 h 158"/>
                <a:gd name="T16" fmla="*/ 26 w 160"/>
                <a:gd name="T17" fmla="*/ 412 h 158"/>
                <a:gd name="T18" fmla="*/ 361 w 160"/>
                <a:gd name="T19" fmla="*/ 643 h 158"/>
                <a:gd name="T20" fmla="*/ 615 w 160"/>
                <a:gd name="T21" fmla="*/ 365 h 158"/>
                <a:gd name="T22" fmla="*/ 618 w 160"/>
                <a:gd name="T23" fmla="*/ 254 h 158"/>
                <a:gd name="T24" fmla="*/ 615 w 160"/>
                <a:gd name="T25" fmla="*/ 158 h 158"/>
                <a:gd name="T26" fmla="*/ 636 w 160"/>
                <a:gd name="T27" fmla="*/ 111 h 158"/>
                <a:gd name="T28" fmla="*/ 678 w 160"/>
                <a:gd name="T29" fmla="*/ 0 h 15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60" h="158">
                  <a:moveTo>
                    <a:pt x="160" y="0"/>
                  </a:moveTo>
                  <a:cubicBezTo>
                    <a:pt x="160" y="11"/>
                    <a:pt x="156" y="21"/>
                    <a:pt x="152" y="28"/>
                  </a:cubicBezTo>
                  <a:cubicBezTo>
                    <a:pt x="150" y="32"/>
                    <a:pt x="148" y="35"/>
                    <a:pt x="147" y="38"/>
                  </a:cubicBezTo>
                  <a:cubicBezTo>
                    <a:pt x="145" y="44"/>
                    <a:pt x="146" y="52"/>
                    <a:pt x="148" y="61"/>
                  </a:cubicBezTo>
                  <a:cubicBezTo>
                    <a:pt x="150" y="70"/>
                    <a:pt x="148" y="80"/>
                    <a:pt x="147" y="89"/>
                  </a:cubicBezTo>
                  <a:cubicBezTo>
                    <a:pt x="143" y="119"/>
                    <a:pt x="117" y="158"/>
                    <a:pt x="85" y="158"/>
                  </a:cubicBezTo>
                  <a:cubicBezTo>
                    <a:pt x="30" y="158"/>
                    <a:pt x="15" y="119"/>
                    <a:pt x="5" y="100"/>
                  </a:cubicBezTo>
                  <a:cubicBezTo>
                    <a:pt x="0" y="87"/>
                    <a:pt x="0" y="87"/>
                    <a:pt x="0" y="87"/>
                  </a:cubicBezTo>
                  <a:cubicBezTo>
                    <a:pt x="6" y="99"/>
                    <a:pt x="6" y="99"/>
                    <a:pt x="6" y="99"/>
                  </a:cubicBezTo>
                  <a:cubicBezTo>
                    <a:pt x="16" y="117"/>
                    <a:pt x="31" y="155"/>
                    <a:pt x="85" y="155"/>
                  </a:cubicBezTo>
                  <a:cubicBezTo>
                    <a:pt x="116" y="155"/>
                    <a:pt x="141" y="117"/>
                    <a:pt x="145" y="88"/>
                  </a:cubicBezTo>
                  <a:cubicBezTo>
                    <a:pt x="146" y="80"/>
                    <a:pt x="148" y="70"/>
                    <a:pt x="146" y="61"/>
                  </a:cubicBezTo>
                  <a:cubicBezTo>
                    <a:pt x="144" y="52"/>
                    <a:pt x="143" y="44"/>
                    <a:pt x="145" y="38"/>
                  </a:cubicBezTo>
                  <a:cubicBezTo>
                    <a:pt x="146" y="35"/>
                    <a:pt x="148" y="31"/>
                    <a:pt x="150" y="27"/>
                  </a:cubicBezTo>
                  <a:cubicBezTo>
                    <a:pt x="154" y="19"/>
                    <a:pt x="160" y="11"/>
                    <a:pt x="160" y="0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510" name="Freeform 308">
              <a:extLst>
                <a:ext uri="{FF2B5EF4-FFF2-40B4-BE49-F238E27FC236}">
                  <a16:creationId xmlns:a16="http://schemas.microsoft.com/office/drawing/2014/main" id="{AFBACBA5-19C8-4337-A527-96C0D48D0B5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15" y="1652"/>
              <a:ext cx="26" cy="26"/>
            </a:xfrm>
            <a:custGeom>
              <a:avLst/>
              <a:gdLst>
                <a:gd name="T0" fmla="*/ 0 w 16"/>
                <a:gd name="T1" fmla="*/ 29 h 16"/>
                <a:gd name="T2" fmla="*/ 8 w 16"/>
                <a:gd name="T3" fmla="*/ 55 h 16"/>
                <a:gd name="T4" fmla="*/ 29 w 16"/>
                <a:gd name="T5" fmla="*/ 68 h 16"/>
                <a:gd name="T6" fmla="*/ 55 w 16"/>
                <a:gd name="T7" fmla="*/ 60 h 16"/>
                <a:gd name="T8" fmla="*/ 68 w 16"/>
                <a:gd name="T9" fmla="*/ 39 h 16"/>
                <a:gd name="T10" fmla="*/ 60 w 16"/>
                <a:gd name="T11" fmla="*/ 18 h 16"/>
                <a:gd name="T12" fmla="*/ 55 w 16"/>
                <a:gd name="T13" fmla="*/ 21 h 16"/>
                <a:gd name="T14" fmla="*/ 55 w 16"/>
                <a:gd name="T15" fmla="*/ 26 h 16"/>
                <a:gd name="T16" fmla="*/ 55 w 16"/>
                <a:gd name="T17" fmla="*/ 34 h 16"/>
                <a:gd name="T18" fmla="*/ 55 w 16"/>
                <a:gd name="T19" fmla="*/ 34 h 16"/>
                <a:gd name="T20" fmla="*/ 55 w 16"/>
                <a:gd name="T21" fmla="*/ 34 h 16"/>
                <a:gd name="T22" fmla="*/ 47 w 16"/>
                <a:gd name="T23" fmla="*/ 54 h 16"/>
                <a:gd name="T24" fmla="*/ 34 w 16"/>
                <a:gd name="T25" fmla="*/ 55 h 16"/>
                <a:gd name="T26" fmla="*/ 18 w 16"/>
                <a:gd name="T27" fmla="*/ 54 h 16"/>
                <a:gd name="T28" fmla="*/ 8 w 16"/>
                <a:gd name="T29" fmla="*/ 42 h 16"/>
                <a:gd name="T30" fmla="*/ 5 w 16"/>
                <a:gd name="T31" fmla="*/ 26 h 16"/>
                <a:gd name="T32" fmla="*/ 0 w 16"/>
                <a:gd name="T33" fmla="*/ 29 h 16"/>
                <a:gd name="T34" fmla="*/ 39 w 16"/>
                <a:gd name="T35" fmla="*/ 13 h 16"/>
                <a:gd name="T36" fmla="*/ 39 w 16"/>
                <a:gd name="T37" fmla="*/ 8 h 16"/>
                <a:gd name="T38" fmla="*/ 39 w 16"/>
                <a:gd name="T39" fmla="*/ 5 h 16"/>
                <a:gd name="T40" fmla="*/ 34 w 16"/>
                <a:gd name="T41" fmla="*/ 0 h 16"/>
                <a:gd name="T42" fmla="*/ 29 w 16"/>
                <a:gd name="T43" fmla="*/ 5 h 16"/>
                <a:gd name="T44" fmla="*/ 29 w 16"/>
                <a:gd name="T45" fmla="*/ 5 h 16"/>
                <a:gd name="T46" fmla="*/ 29 w 16"/>
                <a:gd name="T47" fmla="*/ 13 h 16"/>
                <a:gd name="T48" fmla="*/ 34 w 16"/>
                <a:gd name="T49" fmla="*/ 13 h 16"/>
                <a:gd name="T50" fmla="*/ 39 w 16"/>
                <a:gd name="T51" fmla="*/ 13 h 1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16" h="16">
                  <a:moveTo>
                    <a:pt x="0" y="7"/>
                  </a:moveTo>
                  <a:cubicBezTo>
                    <a:pt x="2" y="13"/>
                    <a:pt x="2" y="13"/>
                    <a:pt x="2" y="13"/>
                  </a:cubicBezTo>
                  <a:cubicBezTo>
                    <a:pt x="7" y="16"/>
                    <a:pt x="7" y="16"/>
                    <a:pt x="7" y="16"/>
                  </a:cubicBezTo>
                  <a:cubicBezTo>
                    <a:pt x="13" y="14"/>
                    <a:pt x="13" y="14"/>
                    <a:pt x="13" y="14"/>
                  </a:cubicBezTo>
                  <a:cubicBezTo>
                    <a:pt x="16" y="9"/>
                    <a:pt x="16" y="9"/>
                    <a:pt x="16" y="9"/>
                  </a:cubicBezTo>
                  <a:cubicBezTo>
                    <a:pt x="14" y="4"/>
                    <a:pt x="14" y="4"/>
                    <a:pt x="14" y="4"/>
                  </a:cubicBezTo>
                  <a:cubicBezTo>
                    <a:pt x="13" y="5"/>
                    <a:pt x="13" y="5"/>
                    <a:pt x="13" y="5"/>
                  </a:cubicBezTo>
                  <a:cubicBezTo>
                    <a:pt x="13" y="6"/>
                    <a:pt x="13" y="6"/>
                    <a:pt x="13" y="6"/>
                  </a:cubicBezTo>
                  <a:cubicBezTo>
                    <a:pt x="13" y="6"/>
                    <a:pt x="13" y="7"/>
                    <a:pt x="13" y="8"/>
                  </a:cubicBezTo>
                  <a:cubicBezTo>
                    <a:pt x="13" y="8"/>
                    <a:pt x="13" y="8"/>
                    <a:pt x="13" y="8"/>
                  </a:cubicBezTo>
                  <a:cubicBezTo>
                    <a:pt x="13" y="8"/>
                    <a:pt x="13" y="8"/>
                    <a:pt x="13" y="8"/>
                  </a:cubicBezTo>
                  <a:cubicBezTo>
                    <a:pt x="11" y="12"/>
                    <a:pt x="11" y="12"/>
                    <a:pt x="11" y="12"/>
                  </a:cubicBezTo>
                  <a:cubicBezTo>
                    <a:pt x="11" y="12"/>
                    <a:pt x="8" y="13"/>
                    <a:pt x="8" y="13"/>
                  </a:cubicBezTo>
                  <a:cubicBezTo>
                    <a:pt x="4" y="12"/>
                    <a:pt x="4" y="12"/>
                    <a:pt x="4" y="12"/>
                  </a:cubicBezTo>
                  <a:cubicBezTo>
                    <a:pt x="3" y="11"/>
                    <a:pt x="2" y="11"/>
                    <a:pt x="2" y="10"/>
                  </a:cubicBezTo>
                  <a:cubicBezTo>
                    <a:pt x="2" y="9"/>
                    <a:pt x="1" y="7"/>
                    <a:pt x="1" y="6"/>
                  </a:cubicBezTo>
                  <a:lnTo>
                    <a:pt x="0" y="7"/>
                  </a:lnTo>
                  <a:close/>
                  <a:moveTo>
                    <a:pt x="9" y="3"/>
                  </a:moveTo>
                  <a:cubicBezTo>
                    <a:pt x="9" y="3"/>
                    <a:pt x="9" y="3"/>
                    <a:pt x="9" y="2"/>
                  </a:cubicBezTo>
                  <a:cubicBezTo>
                    <a:pt x="9" y="2"/>
                    <a:pt x="9" y="1"/>
                    <a:pt x="9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7" y="1"/>
                    <a:pt x="7" y="1"/>
                    <a:pt x="7" y="1"/>
                  </a:cubicBezTo>
                  <a:cubicBezTo>
                    <a:pt x="7" y="1"/>
                    <a:pt x="7" y="1"/>
                    <a:pt x="7" y="1"/>
                  </a:cubicBezTo>
                  <a:cubicBezTo>
                    <a:pt x="7" y="2"/>
                    <a:pt x="7" y="3"/>
                    <a:pt x="7" y="3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8" y="3"/>
                    <a:pt x="9" y="3"/>
                    <a:pt x="9" y="3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511" name="Freeform 309">
              <a:extLst>
                <a:ext uri="{FF2B5EF4-FFF2-40B4-BE49-F238E27FC236}">
                  <a16:creationId xmlns:a16="http://schemas.microsoft.com/office/drawing/2014/main" id="{43A6E4B0-E2F3-4238-9709-C25E09871DE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098" y="1634"/>
              <a:ext cx="61" cy="63"/>
            </a:xfrm>
            <a:custGeom>
              <a:avLst/>
              <a:gdLst>
                <a:gd name="T0" fmla="*/ 157 w 38"/>
                <a:gd name="T1" fmla="*/ 94 h 39"/>
                <a:gd name="T2" fmla="*/ 144 w 38"/>
                <a:gd name="T3" fmla="*/ 89 h 39"/>
                <a:gd name="T4" fmla="*/ 141 w 38"/>
                <a:gd name="T5" fmla="*/ 105 h 39"/>
                <a:gd name="T6" fmla="*/ 153 w 38"/>
                <a:gd name="T7" fmla="*/ 110 h 39"/>
                <a:gd name="T8" fmla="*/ 157 w 38"/>
                <a:gd name="T9" fmla="*/ 94 h 39"/>
                <a:gd name="T10" fmla="*/ 82 w 38"/>
                <a:gd name="T11" fmla="*/ 8 h 39"/>
                <a:gd name="T12" fmla="*/ 82 w 38"/>
                <a:gd name="T13" fmla="*/ 8 h 39"/>
                <a:gd name="T14" fmla="*/ 88 w 38"/>
                <a:gd name="T15" fmla="*/ 8 h 39"/>
                <a:gd name="T16" fmla="*/ 88 w 38"/>
                <a:gd name="T17" fmla="*/ 5 h 39"/>
                <a:gd name="T18" fmla="*/ 82 w 38"/>
                <a:gd name="T19" fmla="*/ 5 h 39"/>
                <a:gd name="T20" fmla="*/ 82 w 38"/>
                <a:gd name="T21" fmla="*/ 8 h 39"/>
                <a:gd name="T22" fmla="*/ 8 w 38"/>
                <a:gd name="T23" fmla="*/ 81 h 39"/>
                <a:gd name="T24" fmla="*/ 8 w 38"/>
                <a:gd name="T25" fmla="*/ 76 h 39"/>
                <a:gd name="T26" fmla="*/ 21 w 38"/>
                <a:gd name="T27" fmla="*/ 42 h 39"/>
                <a:gd name="T28" fmla="*/ 13 w 38"/>
                <a:gd name="T29" fmla="*/ 39 h 39"/>
                <a:gd name="T30" fmla="*/ 8 w 38"/>
                <a:gd name="T31" fmla="*/ 39 h 39"/>
                <a:gd name="T32" fmla="*/ 0 w 38"/>
                <a:gd name="T33" fmla="*/ 71 h 39"/>
                <a:gd name="T34" fmla="*/ 8 w 38"/>
                <a:gd name="T35" fmla="*/ 81 h 39"/>
                <a:gd name="T36" fmla="*/ 26 w 38"/>
                <a:gd name="T37" fmla="*/ 126 h 39"/>
                <a:gd name="T38" fmla="*/ 13 w 38"/>
                <a:gd name="T39" fmla="*/ 105 h 39"/>
                <a:gd name="T40" fmla="*/ 0 w 38"/>
                <a:gd name="T41" fmla="*/ 102 h 39"/>
                <a:gd name="T42" fmla="*/ 16 w 38"/>
                <a:gd name="T43" fmla="*/ 136 h 39"/>
                <a:gd name="T44" fmla="*/ 69 w 38"/>
                <a:gd name="T45" fmla="*/ 160 h 39"/>
                <a:gd name="T46" fmla="*/ 141 w 38"/>
                <a:gd name="T47" fmla="*/ 131 h 39"/>
                <a:gd name="T48" fmla="*/ 132 w 38"/>
                <a:gd name="T49" fmla="*/ 126 h 39"/>
                <a:gd name="T50" fmla="*/ 75 w 38"/>
                <a:gd name="T51" fmla="*/ 152 h 39"/>
                <a:gd name="T52" fmla="*/ 26 w 38"/>
                <a:gd name="T53" fmla="*/ 126 h 39"/>
                <a:gd name="T54" fmla="*/ 128 w 38"/>
                <a:gd name="T55" fmla="*/ 34 h 39"/>
                <a:gd name="T56" fmla="*/ 141 w 38"/>
                <a:gd name="T57" fmla="*/ 50 h 39"/>
                <a:gd name="T58" fmla="*/ 149 w 38"/>
                <a:gd name="T59" fmla="*/ 42 h 39"/>
                <a:gd name="T60" fmla="*/ 136 w 38"/>
                <a:gd name="T61" fmla="*/ 26 h 39"/>
                <a:gd name="T62" fmla="*/ 128 w 38"/>
                <a:gd name="T63" fmla="*/ 34 h 39"/>
                <a:gd name="T64" fmla="*/ 157 w 38"/>
                <a:gd name="T65" fmla="*/ 68 h 39"/>
                <a:gd name="T66" fmla="*/ 157 w 38"/>
                <a:gd name="T67" fmla="*/ 68 h 39"/>
                <a:gd name="T68" fmla="*/ 157 w 38"/>
                <a:gd name="T69" fmla="*/ 68 h 39"/>
                <a:gd name="T70" fmla="*/ 157 w 38"/>
                <a:gd name="T71" fmla="*/ 68 h 39"/>
                <a:gd name="T72" fmla="*/ 35 w 38"/>
                <a:gd name="T73" fmla="*/ 26 h 39"/>
                <a:gd name="T74" fmla="*/ 56 w 38"/>
                <a:gd name="T75" fmla="*/ 13 h 39"/>
                <a:gd name="T76" fmla="*/ 56 w 38"/>
                <a:gd name="T77" fmla="*/ 0 h 39"/>
                <a:gd name="T78" fmla="*/ 26 w 38"/>
                <a:gd name="T79" fmla="*/ 16 h 39"/>
                <a:gd name="T80" fmla="*/ 35 w 38"/>
                <a:gd name="T81" fmla="*/ 26 h 39"/>
                <a:gd name="T82" fmla="*/ 111 w 38"/>
                <a:gd name="T83" fmla="*/ 16 h 39"/>
                <a:gd name="T84" fmla="*/ 111 w 38"/>
                <a:gd name="T85" fmla="*/ 21 h 39"/>
                <a:gd name="T86" fmla="*/ 120 w 38"/>
                <a:gd name="T87" fmla="*/ 13 h 39"/>
                <a:gd name="T88" fmla="*/ 108 w 38"/>
                <a:gd name="T89" fmla="*/ 5 h 39"/>
                <a:gd name="T90" fmla="*/ 111 w 38"/>
                <a:gd name="T91" fmla="*/ 16 h 39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38" h="39">
                  <a:moveTo>
                    <a:pt x="38" y="22"/>
                  </a:moveTo>
                  <a:cubicBezTo>
                    <a:pt x="37" y="22"/>
                    <a:pt x="36" y="21"/>
                    <a:pt x="35" y="21"/>
                  </a:cubicBezTo>
                  <a:cubicBezTo>
                    <a:pt x="35" y="22"/>
                    <a:pt x="35" y="24"/>
                    <a:pt x="34" y="25"/>
                  </a:cubicBezTo>
                  <a:cubicBezTo>
                    <a:pt x="35" y="25"/>
                    <a:pt x="36" y="26"/>
                    <a:pt x="37" y="26"/>
                  </a:cubicBezTo>
                  <a:cubicBezTo>
                    <a:pt x="37" y="25"/>
                    <a:pt x="38" y="23"/>
                    <a:pt x="38" y="22"/>
                  </a:cubicBezTo>
                  <a:moveTo>
                    <a:pt x="20" y="2"/>
                  </a:moveTo>
                  <a:cubicBezTo>
                    <a:pt x="20" y="2"/>
                    <a:pt x="20" y="2"/>
                    <a:pt x="20" y="2"/>
                  </a:cubicBezTo>
                  <a:cubicBezTo>
                    <a:pt x="20" y="2"/>
                    <a:pt x="21" y="2"/>
                    <a:pt x="21" y="2"/>
                  </a:cubicBezTo>
                  <a:cubicBezTo>
                    <a:pt x="21" y="2"/>
                    <a:pt x="21" y="2"/>
                    <a:pt x="21" y="1"/>
                  </a:cubicBezTo>
                  <a:cubicBezTo>
                    <a:pt x="21" y="1"/>
                    <a:pt x="20" y="1"/>
                    <a:pt x="20" y="1"/>
                  </a:cubicBezTo>
                  <a:cubicBezTo>
                    <a:pt x="20" y="1"/>
                    <a:pt x="20" y="2"/>
                    <a:pt x="20" y="2"/>
                  </a:cubicBezTo>
                  <a:moveTo>
                    <a:pt x="2" y="19"/>
                  </a:moveTo>
                  <a:cubicBezTo>
                    <a:pt x="2" y="18"/>
                    <a:pt x="2" y="18"/>
                    <a:pt x="2" y="18"/>
                  </a:cubicBezTo>
                  <a:cubicBezTo>
                    <a:pt x="2" y="15"/>
                    <a:pt x="3" y="12"/>
                    <a:pt x="5" y="10"/>
                  </a:cubicBezTo>
                  <a:cubicBezTo>
                    <a:pt x="4" y="10"/>
                    <a:pt x="4" y="9"/>
                    <a:pt x="3" y="9"/>
                  </a:cubicBezTo>
                  <a:cubicBezTo>
                    <a:pt x="3" y="9"/>
                    <a:pt x="3" y="9"/>
                    <a:pt x="2" y="9"/>
                  </a:cubicBezTo>
                  <a:cubicBezTo>
                    <a:pt x="1" y="11"/>
                    <a:pt x="0" y="14"/>
                    <a:pt x="0" y="17"/>
                  </a:cubicBezTo>
                  <a:cubicBezTo>
                    <a:pt x="0" y="18"/>
                    <a:pt x="1" y="18"/>
                    <a:pt x="2" y="19"/>
                  </a:cubicBezTo>
                  <a:moveTo>
                    <a:pt x="6" y="30"/>
                  </a:moveTo>
                  <a:cubicBezTo>
                    <a:pt x="5" y="28"/>
                    <a:pt x="4" y="27"/>
                    <a:pt x="3" y="25"/>
                  </a:cubicBezTo>
                  <a:cubicBezTo>
                    <a:pt x="2" y="25"/>
                    <a:pt x="1" y="24"/>
                    <a:pt x="0" y="24"/>
                  </a:cubicBezTo>
                  <a:cubicBezTo>
                    <a:pt x="1" y="27"/>
                    <a:pt x="2" y="29"/>
                    <a:pt x="4" y="32"/>
                  </a:cubicBezTo>
                  <a:cubicBezTo>
                    <a:pt x="8" y="36"/>
                    <a:pt x="12" y="38"/>
                    <a:pt x="17" y="38"/>
                  </a:cubicBezTo>
                  <a:cubicBezTo>
                    <a:pt x="24" y="39"/>
                    <a:pt x="30" y="36"/>
                    <a:pt x="34" y="31"/>
                  </a:cubicBezTo>
                  <a:cubicBezTo>
                    <a:pt x="33" y="31"/>
                    <a:pt x="32" y="30"/>
                    <a:pt x="32" y="30"/>
                  </a:cubicBezTo>
                  <a:cubicBezTo>
                    <a:pt x="28" y="34"/>
                    <a:pt x="23" y="36"/>
                    <a:pt x="18" y="36"/>
                  </a:cubicBezTo>
                  <a:cubicBezTo>
                    <a:pt x="13" y="35"/>
                    <a:pt x="9" y="33"/>
                    <a:pt x="6" y="30"/>
                  </a:cubicBezTo>
                  <a:moveTo>
                    <a:pt x="31" y="8"/>
                  </a:moveTo>
                  <a:cubicBezTo>
                    <a:pt x="32" y="9"/>
                    <a:pt x="33" y="11"/>
                    <a:pt x="34" y="12"/>
                  </a:cubicBezTo>
                  <a:cubicBezTo>
                    <a:pt x="35" y="11"/>
                    <a:pt x="35" y="11"/>
                    <a:pt x="36" y="10"/>
                  </a:cubicBezTo>
                  <a:cubicBezTo>
                    <a:pt x="35" y="9"/>
                    <a:pt x="34" y="7"/>
                    <a:pt x="33" y="6"/>
                  </a:cubicBezTo>
                  <a:cubicBezTo>
                    <a:pt x="33" y="7"/>
                    <a:pt x="32" y="7"/>
                    <a:pt x="31" y="8"/>
                  </a:cubicBezTo>
                  <a:moveTo>
                    <a:pt x="38" y="16"/>
                  </a:moveTo>
                  <a:cubicBezTo>
                    <a:pt x="38" y="16"/>
                    <a:pt x="38" y="16"/>
                    <a:pt x="38" y="16"/>
                  </a:cubicBezTo>
                  <a:cubicBezTo>
                    <a:pt x="38" y="16"/>
                    <a:pt x="38" y="16"/>
                    <a:pt x="38" y="16"/>
                  </a:cubicBezTo>
                  <a:cubicBezTo>
                    <a:pt x="38" y="16"/>
                    <a:pt x="38" y="16"/>
                    <a:pt x="38" y="16"/>
                  </a:cubicBezTo>
                  <a:moveTo>
                    <a:pt x="9" y="6"/>
                  </a:moveTo>
                  <a:cubicBezTo>
                    <a:pt x="10" y="5"/>
                    <a:pt x="12" y="4"/>
                    <a:pt x="14" y="3"/>
                  </a:cubicBezTo>
                  <a:cubicBezTo>
                    <a:pt x="14" y="2"/>
                    <a:pt x="14" y="1"/>
                    <a:pt x="14" y="0"/>
                  </a:cubicBezTo>
                  <a:cubicBezTo>
                    <a:pt x="11" y="1"/>
                    <a:pt x="9" y="2"/>
                    <a:pt x="6" y="4"/>
                  </a:cubicBezTo>
                  <a:cubicBezTo>
                    <a:pt x="7" y="5"/>
                    <a:pt x="8" y="5"/>
                    <a:pt x="9" y="6"/>
                  </a:cubicBezTo>
                  <a:moveTo>
                    <a:pt x="27" y="4"/>
                  </a:moveTo>
                  <a:cubicBezTo>
                    <a:pt x="27" y="4"/>
                    <a:pt x="27" y="4"/>
                    <a:pt x="27" y="5"/>
                  </a:cubicBezTo>
                  <a:cubicBezTo>
                    <a:pt x="28" y="4"/>
                    <a:pt x="29" y="3"/>
                    <a:pt x="29" y="3"/>
                  </a:cubicBezTo>
                  <a:cubicBezTo>
                    <a:pt x="28" y="2"/>
                    <a:pt x="27" y="2"/>
                    <a:pt x="26" y="1"/>
                  </a:cubicBezTo>
                  <a:cubicBezTo>
                    <a:pt x="27" y="2"/>
                    <a:pt x="27" y="3"/>
                    <a:pt x="27" y="4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512" name="Freeform 310">
              <a:extLst>
                <a:ext uri="{FF2B5EF4-FFF2-40B4-BE49-F238E27FC236}">
                  <a16:creationId xmlns:a16="http://schemas.microsoft.com/office/drawing/2014/main" id="{315BCB0B-464A-4422-B6EB-5BE3D5FD1A87}"/>
                </a:ext>
              </a:extLst>
            </p:cNvPr>
            <p:cNvSpPr>
              <a:spLocks/>
            </p:cNvSpPr>
            <p:nvPr/>
          </p:nvSpPr>
          <p:spPr bwMode="auto">
            <a:xfrm>
              <a:off x="992" y="1618"/>
              <a:ext cx="195" cy="126"/>
            </a:xfrm>
            <a:custGeom>
              <a:avLst/>
              <a:gdLst>
                <a:gd name="T0" fmla="*/ 515 w 120"/>
                <a:gd name="T1" fmla="*/ 165 h 78"/>
                <a:gd name="T2" fmla="*/ 249 w 120"/>
                <a:gd name="T3" fmla="*/ 268 h 78"/>
                <a:gd name="T4" fmla="*/ 0 w 120"/>
                <a:gd name="T5" fmla="*/ 0 h 78"/>
                <a:gd name="T6" fmla="*/ 283 w 120"/>
                <a:gd name="T7" fmla="*/ 228 h 78"/>
                <a:gd name="T8" fmla="*/ 515 w 120"/>
                <a:gd name="T9" fmla="*/ 165 h 7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0" h="78">
                  <a:moveTo>
                    <a:pt x="120" y="39"/>
                  </a:moveTo>
                  <a:cubicBezTo>
                    <a:pt x="120" y="39"/>
                    <a:pt x="104" y="78"/>
                    <a:pt x="58" y="64"/>
                  </a:cubicBezTo>
                  <a:cubicBezTo>
                    <a:pt x="12" y="49"/>
                    <a:pt x="0" y="0"/>
                    <a:pt x="0" y="0"/>
                  </a:cubicBezTo>
                  <a:cubicBezTo>
                    <a:pt x="0" y="0"/>
                    <a:pt x="24" y="44"/>
                    <a:pt x="66" y="54"/>
                  </a:cubicBezTo>
                  <a:cubicBezTo>
                    <a:pt x="107" y="63"/>
                    <a:pt x="120" y="39"/>
                    <a:pt x="120" y="39"/>
                  </a:cubicBezTo>
                  <a:close/>
                </a:path>
              </a:pathLst>
            </a:custGeom>
            <a:solidFill>
              <a:srgbClr val="6B2D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513" name="Freeform 311">
              <a:extLst>
                <a:ext uri="{FF2B5EF4-FFF2-40B4-BE49-F238E27FC236}">
                  <a16:creationId xmlns:a16="http://schemas.microsoft.com/office/drawing/2014/main" id="{989AE0C2-F7EA-44CC-A791-DD8EC09BC6D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6" y="1526"/>
              <a:ext cx="23" cy="142"/>
            </a:xfrm>
            <a:custGeom>
              <a:avLst/>
              <a:gdLst>
                <a:gd name="T0" fmla="*/ 58 w 14"/>
                <a:gd name="T1" fmla="*/ 8 h 88"/>
                <a:gd name="T2" fmla="*/ 41 w 14"/>
                <a:gd name="T3" fmla="*/ 102 h 88"/>
                <a:gd name="T4" fmla="*/ 54 w 14"/>
                <a:gd name="T5" fmla="*/ 190 h 88"/>
                <a:gd name="T6" fmla="*/ 43 w 14"/>
                <a:gd name="T7" fmla="*/ 273 h 88"/>
                <a:gd name="T8" fmla="*/ 20 w 14"/>
                <a:gd name="T9" fmla="*/ 320 h 88"/>
                <a:gd name="T10" fmla="*/ 0 w 14"/>
                <a:gd name="T11" fmla="*/ 370 h 88"/>
                <a:gd name="T12" fmla="*/ 13 w 14"/>
                <a:gd name="T13" fmla="*/ 310 h 88"/>
                <a:gd name="T14" fmla="*/ 26 w 14"/>
                <a:gd name="T15" fmla="*/ 239 h 88"/>
                <a:gd name="T16" fmla="*/ 13 w 14"/>
                <a:gd name="T17" fmla="*/ 123 h 88"/>
                <a:gd name="T18" fmla="*/ 62 w 14"/>
                <a:gd name="T19" fmla="*/ 0 h 8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4" h="88">
                  <a:moveTo>
                    <a:pt x="13" y="2"/>
                  </a:moveTo>
                  <a:cubicBezTo>
                    <a:pt x="12" y="10"/>
                    <a:pt x="9" y="15"/>
                    <a:pt x="9" y="24"/>
                  </a:cubicBezTo>
                  <a:cubicBezTo>
                    <a:pt x="10" y="31"/>
                    <a:pt x="12" y="38"/>
                    <a:pt x="12" y="45"/>
                  </a:cubicBezTo>
                  <a:cubicBezTo>
                    <a:pt x="13" y="52"/>
                    <a:pt x="12" y="59"/>
                    <a:pt x="10" y="65"/>
                  </a:cubicBezTo>
                  <a:cubicBezTo>
                    <a:pt x="8" y="69"/>
                    <a:pt x="6" y="72"/>
                    <a:pt x="4" y="76"/>
                  </a:cubicBezTo>
                  <a:cubicBezTo>
                    <a:pt x="3" y="80"/>
                    <a:pt x="2" y="85"/>
                    <a:pt x="0" y="88"/>
                  </a:cubicBezTo>
                  <a:cubicBezTo>
                    <a:pt x="2" y="84"/>
                    <a:pt x="2" y="79"/>
                    <a:pt x="3" y="74"/>
                  </a:cubicBezTo>
                  <a:cubicBezTo>
                    <a:pt x="4" y="69"/>
                    <a:pt x="6" y="63"/>
                    <a:pt x="6" y="57"/>
                  </a:cubicBezTo>
                  <a:cubicBezTo>
                    <a:pt x="7" y="47"/>
                    <a:pt x="5" y="38"/>
                    <a:pt x="3" y="29"/>
                  </a:cubicBezTo>
                  <a:cubicBezTo>
                    <a:pt x="1" y="15"/>
                    <a:pt x="5" y="8"/>
                    <a:pt x="14" y="0"/>
                  </a:cubicBezTo>
                </a:path>
              </a:pathLst>
            </a:custGeom>
            <a:solidFill>
              <a:srgbClr val="7E39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514" name="Freeform 312">
              <a:extLst>
                <a:ext uri="{FF2B5EF4-FFF2-40B4-BE49-F238E27FC236}">
                  <a16:creationId xmlns:a16="http://schemas.microsoft.com/office/drawing/2014/main" id="{0F3FE5D4-4884-4B8B-A35B-E29EDE4F7D96}"/>
                </a:ext>
              </a:extLst>
            </p:cNvPr>
            <p:cNvSpPr>
              <a:spLocks/>
            </p:cNvSpPr>
            <p:nvPr/>
          </p:nvSpPr>
          <p:spPr bwMode="auto">
            <a:xfrm>
              <a:off x="652" y="1705"/>
              <a:ext cx="105" cy="549"/>
            </a:xfrm>
            <a:custGeom>
              <a:avLst/>
              <a:gdLst>
                <a:gd name="T0" fmla="*/ 115 w 65"/>
                <a:gd name="T1" fmla="*/ 0 h 341"/>
                <a:gd name="T2" fmla="*/ 160 w 65"/>
                <a:gd name="T3" fmla="*/ 241 h 341"/>
                <a:gd name="T4" fmla="*/ 178 w 65"/>
                <a:gd name="T5" fmla="*/ 477 h 341"/>
                <a:gd name="T6" fmla="*/ 186 w 65"/>
                <a:gd name="T7" fmla="*/ 713 h 341"/>
                <a:gd name="T8" fmla="*/ 81 w 65"/>
                <a:gd name="T9" fmla="*/ 956 h 341"/>
                <a:gd name="T10" fmla="*/ 0 w 65"/>
                <a:gd name="T11" fmla="*/ 1423 h 341"/>
                <a:gd name="T12" fmla="*/ 68 w 65"/>
                <a:gd name="T13" fmla="*/ 1211 h 341"/>
                <a:gd name="T14" fmla="*/ 118 w 65"/>
                <a:gd name="T15" fmla="*/ 1019 h 341"/>
                <a:gd name="T16" fmla="*/ 173 w 65"/>
                <a:gd name="T17" fmla="*/ 947 h 341"/>
                <a:gd name="T18" fmla="*/ 199 w 65"/>
                <a:gd name="T19" fmla="*/ 815 h 341"/>
                <a:gd name="T20" fmla="*/ 199 w 65"/>
                <a:gd name="T21" fmla="*/ 251 h 341"/>
                <a:gd name="T22" fmla="*/ 165 w 65"/>
                <a:gd name="T23" fmla="*/ 116 h 341"/>
                <a:gd name="T24" fmla="*/ 110 w 65"/>
                <a:gd name="T25" fmla="*/ 21 h 34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5" h="341">
                  <a:moveTo>
                    <a:pt x="27" y="0"/>
                  </a:moveTo>
                  <a:cubicBezTo>
                    <a:pt x="27" y="19"/>
                    <a:pt x="36" y="38"/>
                    <a:pt x="38" y="58"/>
                  </a:cubicBezTo>
                  <a:cubicBezTo>
                    <a:pt x="40" y="77"/>
                    <a:pt x="40" y="95"/>
                    <a:pt x="42" y="114"/>
                  </a:cubicBezTo>
                  <a:cubicBezTo>
                    <a:pt x="45" y="134"/>
                    <a:pt x="50" y="151"/>
                    <a:pt x="44" y="171"/>
                  </a:cubicBezTo>
                  <a:cubicBezTo>
                    <a:pt x="38" y="192"/>
                    <a:pt x="25" y="208"/>
                    <a:pt x="19" y="229"/>
                  </a:cubicBezTo>
                  <a:cubicBezTo>
                    <a:pt x="9" y="266"/>
                    <a:pt x="9" y="305"/>
                    <a:pt x="0" y="341"/>
                  </a:cubicBezTo>
                  <a:cubicBezTo>
                    <a:pt x="8" y="328"/>
                    <a:pt x="11" y="306"/>
                    <a:pt x="16" y="290"/>
                  </a:cubicBezTo>
                  <a:cubicBezTo>
                    <a:pt x="19" y="277"/>
                    <a:pt x="20" y="254"/>
                    <a:pt x="28" y="244"/>
                  </a:cubicBezTo>
                  <a:cubicBezTo>
                    <a:pt x="35" y="236"/>
                    <a:pt x="40" y="239"/>
                    <a:pt x="41" y="227"/>
                  </a:cubicBezTo>
                  <a:cubicBezTo>
                    <a:pt x="43" y="215"/>
                    <a:pt x="42" y="206"/>
                    <a:pt x="47" y="195"/>
                  </a:cubicBezTo>
                  <a:cubicBezTo>
                    <a:pt x="65" y="151"/>
                    <a:pt x="53" y="105"/>
                    <a:pt x="47" y="60"/>
                  </a:cubicBezTo>
                  <a:cubicBezTo>
                    <a:pt x="45" y="49"/>
                    <a:pt x="43" y="38"/>
                    <a:pt x="39" y="28"/>
                  </a:cubicBezTo>
                  <a:cubicBezTo>
                    <a:pt x="35" y="20"/>
                    <a:pt x="29" y="13"/>
                    <a:pt x="26" y="5"/>
                  </a:cubicBezTo>
                </a:path>
              </a:pathLst>
            </a:custGeom>
            <a:solidFill>
              <a:srgbClr val="7E39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515" name="Freeform 313">
              <a:extLst>
                <a:ext uri="{FF2B5EF4-FFF2-40B4-BE49-F238E27FC236}">
                  <a16:creationId xmlns:a16="http://schemas.microsoft.com/office/drawing/2014/main" id="{7ACEB085-3350-476A-89C4-DAA78A92BA71}"/>
                </a:ext>
              </a:extLst>
            </p:cNvPr>
            <p:cNvSpPr>
              <a:spLocks/>
            </p:cNvSpPr>
            <p:nvPr/>
          </p:nvSpPr>
          <p:spPr bwMode="auto">
            <a:xfrm>
              <a:off x="623" y="2399"/>
              <a:ext cx="81" cy="468"/>
            </a:xfrm>
            <a:custGeom>
              <a:avLst/>
              <a:gdLst>
                <a:gd name="T0" fmla="*/ 60 w 50"/>
                <a:gd name="T1" fmla="*/ 0 h 291"/>
                <a:gd name="T2" fmla="*/ 212 w 50"/>
                <a:gd name="T3" fmla="*/ 1211 h 291"/>
                <a:gd name="T4" fmla="*/ 60 w 50"/>
                <a:gd name="T5" fmla="*/ 0 h 29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0" h="291">
                  <a:moveTo>
                    <a:pt x="14" y="0"/>
                  </a:moveTo>
                  <a:cubicBezTo>
                    <a:pt x="14" y="0"/>
                    <a:pt x="0" y="121"/>
                    <a:pt x="50" y="291"/>
                  </a:cubicBezTo>
                  <a:cubicBezTo>
                    <a:pt x="50" y="291"/>
                    <a:pt x="11" y="33"/>
                    <a:pt x="14" y="0"/>
                  </a:cubicBezTo>
                  <a:close/>
                </a:path>
              </a:pathLst>
            </a:custGeom>
            <a:solidFill>
              <a:srgbClr val="7E39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</p:grpSp>
      <p:sp>
        <p:nvSpPr>
          <p:cNvPr id="18436" name="Rectangle 314">
            <a:extLst>
              <a:ext uri="{FF2B5EF4-FFF2-40B4-BE49-F238E27FC236}">
                <a16:creationId xmlns:a16="http://schemas.microsoft.com/office/drawing/2014/main" id="{6B6060E9-27F9-45F3-9F7E-09C9613ABDAE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Adult (2)</a:t>
            </a:r>
          </a:p>
        </p:txBody>
      </p:sp>
      <p:sp>
        <p:nvSpPr>
          <p:cNvPr id="36868" name="Freeform 315">
            <a:extLst>
              <a:ext uri="{FF2B5EF4-FFF2-40B4-BE49-F238E27FC236}">
                <a16:creationId xmlns:a16="http://schemas.microsoft.com/office/drawing/2014/main" id="{75D16E36-0B8B-4C3A-A892-708F27C7C8AB}"/>
              </a:ext>
            </a:extLst>
          </p:cNvPr>
          <p:cNvSpPr>
            <a:spLocks/>
          </p:cNvSpPr>
          <p:nvPr/>
        </p:nvSpPr>
        <p:spPr bwMode="auto">
          <a:xfrm>
            <a:off x="9166225" y="1463675"/>
            <a:ext cx="9525" cy="4763"/>
          </a:xfrm>
          <a:custGeom>
            <a:avLst/>
            <a:gdLst>
              <a:gd name="T0" fmla="*/ 2147483646 w 6"/>
              <a:gd name="T1" fmla="*/ 2147483646 h 3"/>
              <a:gd name="T2" fmla="*/ 0 w 6"/>
              <a:gd name="T3" fmla="*/ 0 h 3"/>
              <a:gd name="T4" fmla="*/ 0 w 6"/>
              <a:gd name="T5" fmla="*/ 2147483646 h 3"/>
              <a:gd name="T6" fmla="*/ 2147483646 w 6"/>
              <a:gd name="T7" fmla="*/ 2147483646 h 3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6" h="3">
                <a:moveTo>
                  <a:pt x="6" y="3"/>
                </a:moveTo>
                <a:lnTo>
                  <a:pt x="0" y="0"/>
                </a:lnTo>
                <a:lnTo>
                  <a:pt x="0" y="3"/>
                </a:lnTo>
                <a:lnTo>
                  <a:pt x="6" y="3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fr-FR"/>
          </a:p>
        </p:txBody>
      </p:sp>
      <p:sp>
        <p:nvSpPr>
          <p:cNvPr id="36869" name="Freeform 316">
            <a:extLst>
              <a:ext uri="{FF2B5EF4-FFF2-40B4-BE49-F238E27FC236}">
                <a16:creationId xmlns:a16="http://schemas.microsoft.com/office/drawing/2014/main" id="{37B97F5C-B806-43B4-B160-1BDB67DB14DA}"/>
              </a:ext>
            </a:extLst>
          </p:cNvPr>
          <p:cNvSpPr>
            <a:spLocks/>
          </p:cNvSpPr>
          <p:nvPr/>
        </p:nvSpPr>
        <p:spPr bwMode="auto">
          <a:xfrm>
            <a:off x="7397750" y="1454150"/>
            <a:ext cx="12700" cy="4763"/>
          </a:xfrm>
          <a:custGeom>
            <a:avLst/>
            <a:gdLst>
              <a:gd name="T0" fmla="*/ 2147483646 w 8"/>
              <a:gd name="T1" fmla="*/ 0 h 3"/>
              <a:gd name="T2" fmla="*/ 0 w 8"/>
              <a:gd name="T3" fmla="*/ 2147483646 h 3"/>
              <a:gd name="T4" fmla="*/ 0 w 8"/>
              <a:gd name="T5" fmla="*/ 2147483646 h 3"/>
              <a:gd name="T6" fmla="*/ 2147483646 w 8"/>
              <a:gd name="T7" fmla="*/ 0 h 3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8" h="3">
                <a:moveTo>
                  <a:pt x="8" y="0"/>
                </a:moveTo>
                <a:lnTo>
                  <a:pt x="0" y="2"/>
                </a:lnTo>
                <a:lnTo>
                  <a:pt x="0" y="3"/>
                </a:lnTo>
                <a:lnTo>
                  <a:pt x="8" y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fr-FR"/>
          </a:p>
        </p:txBody>
      </p:sp>
      <p:grpSp>
        <p:nvGrpSpPr>
          <p:cNvPr id="36870" name="dark-skin-adult-female-body">
            <a:extLst>
              <a:ext uri="{FF2B5EF4-FFF2-40B4-BE49-F238E27FC236}">
                <a16:creationId xmlns:a16="http://schemas.microsoft.com/office/drawing/2014/main" id="{3BB8FE11-2E48-46BB-8CFA-5319E76B097A}"/>
              </a:ext>
            </a:extLst>
          </p:cNvPr>
          <p:cNvGrpSpPr>
            <a:grpSpLocks/>
          </p:cNvGrpSpPr>
          <p:nvPr/>
        </p:nvGrpSpPr>
        <p:grpSpPr bwMode="auto">
          <a:xfrm>
            <a:off x="2286000" y="1162050"/>
            <a:ext cx="1470025" cy="5265738"/>
            <a:chOff x="480" y="720"/>
            <a:chExt cx="926" cy="3317"/>
          </a:xfrm>
        </p:grpSpPr>
        <p:sp>
          <p:nvSpPr>
            <p:cNvPr id="37202" name="Freeform 318">
              <a:extLst>
                <a:ext uri="{FF2B5EF4-FFF2-40B4-BE49-F238E27FC236}">
                  <a16:creationId xmlns:a16="http://schemas.microsoft.com/office/drawing/2014/main" id="{171DDFD9-917C-4674-AE5D-DCB57985714A}"/>
                </a:ext>
              </a:extLst>
            </p:cNvPr>
            <p:cNvSpPr>
              <a:spLocks/>
            </p:cNvSpPr>
            <p:nvPr/>
          </p:nvSpPr>
          <p:spPr bwMode="auto">
            <a:xfrm>
              <a:off x="697" y="720"/>
              <a:ext cx="480" cy="401"/>
            </a:xfrm>
            <a:custGeom>
              <a:avLst/>
              <a:gdLst>
                <a:gd name="T0" fmla="*/ 478 w 296"/>
                <a:gd name="T1" fmla="*/ 50 h 249"/>
                <a:gd name="T2" fmla="*/ 379 w 296"/>
                <a:gd name="T3" fmla="*/ 37 h 249"/>
                <a:gd name="T4" fmla="*/ 350 w 296"/>
                <a:gd name="T5" fmla="*/ 63 h 249"/>
                <a:gd name="T6" fmla="*/ 204 w 296"/>
                <a:gd name="T7" fmla="*/ 171 h 249"/>
                <a:gd name="T8" fmla="*/ 102 w 296"/>
                <a:gd name="T9" fmla="*/ 251 h 249"/>
                <a:gd name="T10" fmla="*/ 110 w 296"/>
                <a:gd name="T11" fmla="*/ 306 h 249"/>
                <a:gd name="T12" fmla="*/ 39 w 296"/>
                <a:gd name="T13" fmla="*/ 425 h 249"/>
                <a:gd name="T14" fmla="*/ 55 w 296"/>
                <a:gd name="T15" fmla="*/ 493 h 249"/>
                <a:gd name="T16" fmla="*/ 39 w 296"/>
                <a:gd name="T17" fmla="*/ 602 h 249"/>
                <a:gd name="T18" fmla="*/ 76 w 296"/>
                <a:gd name="T19" fmla="*/ 643 h 249"/>
                <a:gd name="T20" fmla="*/ 128 w 296"/>
                <a:gd name="T21" fmla="*/ 747 h 249"/>
                <a:gd name="T22" fmla="*/ 136 w 296"/>
                <a:gd name="T23" fmla="*/ 820 h 249"/>
                <a:gd name="T24" fmla="*/ 174 w 296"/>
                <a:gd name="T25" fmla="*/ 868 h 249"/>
                <a:gd name="T26" fmla="*/ 240 w 296"/>
                <a:gd name="T27" fmla="*/ 905 h 249"/>
                <a:gd name="T28" fmla="*/ 289 w 296"/>
                <a:gd name="T29" fmla="*/ 965 h 249"/>
                <a:gd name="T30" fmla="*/ 365 w 296"/>
                <a:gd name="T31" fmla="*/ 969 h 249"/>
                <a:gd name="T32" fmla="*/ 508 w 296"/>
                <a:gd name="T33" fmla="*/ 1003 h 249"/>
                <a:gd name="T34" fmla="*/ 694 w 296"/>
                <a:gd name="T35" fmla="*/ 1024 h 249"/>
                <a:gd name="T36" fmla="*/ 824 w 296"/>
                <a:gd name="T37" fmla="*/ 1015 h 249"/>
                <a:gd name="T38" fmla="*/ 939 w 296"/>
                <a:gd name="T39" fmla="*/ 965 h 249"/>
                <a:gd name="T40" fmla="*/ 1020 w 296"/>
                <a:gd name="T41" fmla="*/ 936 h 249"/>
                <a:gd name="T42" fmla="*/ 1112 w 296"/>
                <a:gd name="T43" fmla="*/ 855 h 249"/>
                <a:gd name="T44" fmla="*/ 1172 w 296"/>
                <a:gd name="T45" fmla="*/ 808 h 249"/>
                <a:gd name="T46" fmla="*/ 1181 w 296"/>
                <a:gd name="T47" fmla="*/ 765 h 249"/>
                <a:gd name="T48" fmla="*/ 1236 w 296"/>
                <a:gd name="T49" fmla="*/ 638 h 249"/>
                <a:gd name="T50" fmla="*/ 1249 w 296"/>
                <a:gd name="T51" fmla="*/ 519 h 249"/>
                <a:gd name="T52" fmla="*/ 1241 w 296"/>
                <a:gd name="T53" fmla="*/ 446 h 249"/>
                <a:gd name="T54" fmla="*/ 1249 w 296"/>
                <a:gd name="T55" fmla="*/ 343 h 249"/>
                <a:gd name="T56" fmla="*/ 1202 w 296"/>
                <a:gd name="T57" fmla="*/ 301 h 249"/>
                <a:gd name="T58" fmla="*/ 1121 w 296"/>
                <a:gd name="T59" fmla="*/ 238 h 249"/>
                <a:gd name="T60" fmla="*/ 1088 w 296"/>
                <a:gd name="T61" fmla="*/ 187 h 249"/>
                <a:gd name="T62" fmla="*/ 1062 w 296"/>
                <a:gd name="T63" fmla="*/ 130 h 249"/>
                <a:gd name="T64" fmla="*/ 955 w 296"/>
                <a:gd name="T65" fmla="*/ 110 h 249"/>
                <a:gd name="T66" fmla="*/ 850 w 296"/>
                <a:gd name="T67" fmla="*/ 60 h 249"/>
                <a:gd name="T68" fmla="*/ 804 w 296"/>
                <a:gd name="T69" fmla="*/ 26 h 249"/>
                <a:gd name="T70" fmla="*/ 748 w 296"/>
                <a:gd name="T71" fmla="*/ 13 h 249"/>
                <a:gd name="T72" fmla="*/ 712 w 296"/>
                <a:gd name="T73" fmla="*/ 13 h 249"/>
                <a:gd name="T74" fmla="*/ 665 w 296"/>
                <a:gd name="T75" fmla="*/ 29 h 249"/>
                <a:gd name="T76" fmla="*/ 581 w 296"/>
                <a:gd name="T77" fmla="*/ 29 h 249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296" h="249">
                  <a:moveTo>
                    <a:pt x="138" y="8"/>
                  </a:moveTo>
                  <a:cubicBezTo>
                    <a:pt x="133" y="4"/>
                    <a:pt x="109" y="1"/>
                    <a:pt x="112" y="12"/>
                  </a:cubicBezTo>
                  <a:cubicBezTo>
                    <a:pt x="110" y="9"/>
                    <a:pt x="102" y="9"/>
                    <a:pt x="102" y="14"/>
                  </a:cubicBezTo>
                  <a:cubicBezTo>
                    <a:pt x="98" y="11"/>
                    <a:pt x="94" y="7"/>
                    <a:pt x="89" y="9"/>
                  </a:cubicBezTo>
                  <a:cubicBezTo>
                    <a:pt x="89" y="10"/>
                    <a:pt x="89" y="10"/>
                    <a:pt x="89" y="11"/>
                  </a:cubicBezTo>
                  <a:cubicBezTo>
                    <a:pt x="86" y="11"/>
                    <a:pt x="79" y="10"/>
                    <a:pt x="82" y="15"/>
                  </a:cubicBezTo>
                  <a:cubicBezTo>
                    <a:pt x="75" y="13"/>
                    <a:pt x="54" y="25"/>
                    <a:pt x="64" y="32"/>
                  </a:cubicBezTo>
                  <a:cubicBezTo>
                    <a:pt x="57" y="30"/>
                    <a:pt x="49" y="34"/>
                    <a:pt x="48" y="41"/>
                  </a:cubicBezTo>
                  <a:cubicBezTo>
                    <a:pt x="43" y="41"/>
                    <a:pt x="31" y="46"/>
                    <a:pt x="37" y="52"/>
                  </a:cubicBezTo>
                  <a:cubicBezTo>
                    <a:pt x="33" y="51"/>
                    <a:pt x="23" y="55"/>
                    <a:pt x="24" y="60"/>
                  </a:cubicBezTo>
                  <a:cubicBezTo>
                    <a:pt x="24" y="63"/>
                    <a:pt x="29" y="63"/>
                    <a:pt x="30" y="65"/>
                  </a:cubicBezTo>
                  <a:cubicBezTo>
                    <a:pt x="27" y="67"/>
                    <a:pt x="22" y="69"/>
                    <a:pt x="26" y="73"/>
                  </a:cubicBezTo>
                  <a:cubicBezTo>
                    <a:pt x="21" y="75"/>
                    <a:pt x="14" y="83"/>
                    <a:pt x="19" y="87"/>
                  </a:cubicBezTo>
                  <a:cubicBezTo>
                    <a:pt x="12" y="88"/>
                    <a:pt x="0" y="98"/>
                    <a:pt x="9" y="102"/>
                  </a:cubicBezTo>
                  <a:cubicBezTo>
                    <a:pt x="8" y="105"/>
                    <a:pt x="4" y="109"/>
                    <a:pt x="6" y="113"/>
                  </a:cubicBezTo>
                  <a:cubicBezTo>
                    <a:pt x="7" y="116"/>
                    <a:pt x="12" y="114"/>
                    <a:pt x="13" y="118"/>
                  </a:cubicBezTo>
                  <a:cubicBezTo>
                    <a:pt x="15" y="125"/>
                    <a:pt x="4" y="128"/>
                    <a:pt x="13" y="133"/>
                  </a:cubicBezTo>
                  <a:cubicBezTo>
                    <a:pt x="11" y="136"/>
                    <a:pt x="8" y="140"/>
                    <a:pt x="9" y="144"/>
                  </a:cubicBezTo>
                  <a:cubicBezTo>
                    <a:pt x="10" y="143"/>
                    <a:pt x="11" y="144"/>
                    <a:pt x="13" y="144"/>
                  </a:cubicBezTo>
                  <a:cubicBezTo>
                    <a:pt x="13" y="148"/>
                    <a:pt x="11" y="155"/>
                    <a:pt x="18" y="154"/>
                  </a:cubicBezTo>
                  <a:cubicBezTo>
                    <a:pt x="13" y="160"/>
                    <a:pt x="17" y="166"/>
                    <a:pt x="24" y="162"/>
                  </a:cubicBezTo>
                  <a:cubicBezTo>
                    <a:pt x="25" y="173"/>
                    <a:pt x="16" y="178"/>
                    <a:pt x="30" y="179"/>
                  </a:cubicBezTo>
                  <a:cubicBezTo>
                    <a:pt x="30" y="186"/>
                    <a:pt x="31" y="191"/>
                    <a:pt x="39" y="189"/>
                  </a:cubicBezTo>
                  <a:cubicBezTo>
                    <a:pt x="36" y="191"/>
                    <a:pt x="33" y="193"/>
                    <a:pt x="32" y="196"/>
                  </a:cubicBezTo>
                  <a:cubicBezTo>
                    <a:pt x="34" y="198"/>
                    <a:pt x="38" y="199"/>
                    <a:pt x="41" y="198"/>
                  </a:cubicBezTo>
                  <a:cubicBezTo>
                    <a:pt x="41" y="201"/>
                    <a:pt x="42" y="205"/>
                    <a:pt x="41" y="208"/>
                  </a:cubicBezTo>
                  <a:cubicBezTo>
                    <a:pt x="48" y="207"/>
                    <a:pt x="46" y="207"/>
                    <a:pt x="49" y="213"/>
                  </a:cubicBezTo>
                  <a:cubicBezTo>
                    <a:pt x="50" y="216"/>
                    <a:pt x="51" y="219"/>
                    <a:pt x="56" y="217"/>
                  </a:cubicBezTo>
                  <a:cubicBezTo>
                    <a:pt x="58" y="226"/>
                    <a:pt x="58" y="229"/>
                    <a:pt x="66" y="223"/>
                  </a:cubicBezTo>
                  <a:cubicBezTo>
                    <a:pt x="67" y="225"/>
                    <a:pt x="67" y="230"/>
                    <a:pt x="68" y="231"/>
                  </a:cubicBezTo>
                  <a:cubicBezTo>
                    <a:pt x="70" y="232"/>
                    <a:pt x="74" y="229"/>
                    <a:pt x="77" y="229"/>
                  </a:cubicBezTo>
                  <a:cubicBezTo>
                    <a:pt x="79" y="229"/>
                    <a:pt x="83" y="231"/>
                    <a:pt x="86" y="232"/>
                  </a:cubicBezTo>
                  <a:cubicBezTo>
                    <a:pt x="91" y="233"/>
                    <a:pt x="96" y="233"/>
                    <a:pt x="101" y="233"/>
                  </a:cubicBezTo>
                  <a:cubicBezTo>
                    <a:pt x="108" y="234"/>
                    <a:pt x="113" y="236"/>
                    <a:pt x="119" y="240"/>
                  </a:cubicBezTo>
                  <a:cubicBezTo>
                    <a:pt x="126" y="244"/>
                    <a:pt x="130" y="244"/>
                    <a:pt x="139" y="244"/>
                  </a:cubicBezTo>
                  <a:cubicBezTo>
                    <a:pt x="146" y="244"/>
                    <a:pt x="156" y="244"/>
                    <a:pt x="163" y="245"/>
                  </a:cubicBezTo>
                  <a:cubicBezTo>
                    <a:pt x="167" y="246"/>
                    <a:pt x="172" y="249"/>
                    <a:pt x="176" y="249"/>
                  </a:cubicBezTo>
                  <a:cubicBezTo>
                    <a:pt x="182" y="249"/>
                    <a:pt x="188" y="246"/>
                    <a:pt x="193" y="243"/>
                  </a:cubicBezTo>
                  <a:cubicBezTo>
                    <a:pt x="198" y="240"/>
                    <a:pt x="203" y="233"/>
                    <a:pt x="208" y="231"/>
                  </a:cubicBezTo>
                  <a:cubicBezTo>
                    <a:pt x="211" y="231"/>
                    <a:pt x="218" y="230"/>
                    <a:pt x="220" y="231"/>
                  </a:cubicBezTo>
                  <a:cubicBezTo>
                    <a:pt x="225" y="232"/>
                    <a:pt x="227" y="235"/>
                    <a:pt x="230" y="227"/>
                  </a:cubicBezTo>
                  <a:cubicBezTo>
                    <a:pt x="234" y="229"/>
                    <a:pt x="236" y="227"/>
                    <a:pt x="239" y="224"/>
                  </a:cubicBezTo>
                  <a:cubicBezTo>
                    <a:pt x="245" y="229"/>
                    <a:pt x="254" y="215"/>
                    <a:pt x="253" y="210"/>
                  </a:cubicBezTo>
                  <a:cubicBezTo>
                    <a:pt x="257" y="214"/>
                    <a:pt x="258" y="207"/>
                    <a:pt x="261" y="205"/>
                  </a:cubicBezTo>
                  <a:cubicBezTo>
                    <a:pt x="265" y="202"/>
                    <a:pt x="268" y="203"/>
                    <a:pt x="271" y="199"/>
                  </a:cubicBezTo>
                  <a:cubicBezTo>
                    <a:pt x="272" y="198"/>
                    <a:pt x="274" y="195"/>
                    <a:pt x="275" y="194"/>
                  </a:cubicBezTo>
                  <a:cubicBezTo>
                    <a:pt x="276" y="193"/>
                    <a:pt x="278" y="193"/>
                    <a:pt x="279" y="191"/>
                  </a:cubicBezTo>
                  <a:cubicBezTo>
                    <a:pt x="281" y="188"/>
                    <a:pt x="281" y="184"/>
                    <a:pt x="277" y="183"/>
                  </a:cubicBezTo>
                  <a:cubicBezTo>
                    <a:pt x="283" y="174"/>
                    <a:pt x="286" y="163"/>
                    <a:pt x="290" y="152"/>
                  </a:cubicBezTo>
                  <a:cubicBezTo>
                    <a:pt x="290" y="152"/>
                    <a:pt x="290" y="153"/>
                    <a:pt x="290" y="153"/>
                  </a:cubicBezTo>
                  <a:cubicBezTo>
                    <a:pt x="294" y="149"/>
                    <a:pt x="296" y="142"/>
                    <a:pt x="291" y="137"/>
                  </a:cubicBezTo>
                  <a:cubicBezTo>
                    <a:pt x="294" y="132"/>
                    <a:pt x="294" y="129"/>
                    <a:pt x="293" y="124"/>
                  </a:cubicBezTo>
                  <a:cubicBezTo>
                    <a:pt x="293" y="119"/>
                    <a:pt x="293" y="113"/>
                    <a:pt x="293" y="107"/>
                  </a:cubicBezTo>
                  <a:cubicBezTo>
                    <a:pt x="292" y="107"/>
                    <a:pt x="292" y="107"/>
                    <a:pt x="291" y="107"/>
                  </a:cubicBezTo>
                  <a:cubicBezTo>
                    <a:pt x="291" y="103"/>
                    <a:pt x="293" y="98"/>
                    <a:pt x="293" y="93"/>
                  </a:cubicBezTo>
                  <a:cubicBezTo>
                    <a:pt x="293" y="91"/>
                    <a:pt x="293" y="85"/>
                    <a:pt x="293" y="82"/>
                  </a:cubicBezTo>
                  <a:cubicBezTo>
                    <a:pt x="290" y="81"/>
                    <a:pt x="291" y="80"/>
                    <a:pt x="289" y="78"/>
                  </a:cubicBezTo>
                  <a:cubicBezTo>
                    <a:pt x="286" y="74"/>
                    <a:pt x="286" y="74"/>
                    <a:pt x="282" y="72"/>
                  </a:cubicBezTo>
                  <a:cubicBezTo>
                    <a:pt x="275" y="68"/>
                    <a:pt x="275" y="62"/>
                    <a:pt x="269" y="59"/>
                  </a:cubicBezTo>
                  <a:cubicBezTo>
                    <a:pt x="266" y="57"/>
                    <a:pt x="266" y="60"/>
                    <a:pt x="263" y="57"/>
                  </a:cubicBezTo>
                  <a:cubicBezTo>
                    <a:pt x="261" y="54"/>
                    <a:pt x="263" y="49"/>
                    <a:pt x="260" y="46"/>
                  </a:cubicBezTo>
                  <a:cubicBezTo>
                    <a:pt x="259" y="45"/>
                    <a:pt x="257" y="47"/>
                    <a:pt x="255" y="45"/>
                  </a:cubicBezTo>
                  <a:cubicBezTo>
                    <a:pt x="254" y="43"/>
                    <a:pt x="253" y="37"/>
                    <a:pt x="252" y="34"/>
                  </a:cubicBezTo>
                  <a:cubicBezTo>
                    <a:pt x="249" y="34"/>
                    <a:pt x="251" y="33"/>
                    <a:pt x="249" y="31"/>
                  </a:cubicBezTo>
                  <a:cubicBezTo>
                    <a:pt x="244" y="25"/>
                    <a:pt x="248" y="26"/>
                    <a:pt x="241" y="27"/>
                  </a:cubicBezTo>
                  <a:cubicBezTo>
                    <a:pt x="235" y="28"/>
                    <a:pt x="228" y="22"/>
                    <a:pt x="224" y="26"/>
                  </a:cubicBezTo>
                  <a:cubicBezTo>
                    <a:pt x="223" y="19"/>
                    <a:pt x="214" y="22"/>
                    <a:pt x="211" y="20"/>
                  </a:cubicBezTo>
                  <a:cubicBezTo>
                    <a:pt x="208" y="17"/>
                    <a:pt x="204" y="9"/>
                    <a:pt x="199" y="14"/>
                  </a:cubicBezTo>
                  <a:cubicBezTo>
                    <a:pt x="198" y="9"/>
                    <a:pt x="197" y="7"/>
                    <a:pt x="193" y="5"/>
                  </a:cubicBezTo>
                  <a:cubicBezTo>
                    <a:pt x="193" y="5"/>
                    <a:pt x="190" y="6"/>
                    <a:pt x="189" y="6"/>
                  </a:cubicBezTo>
                  <a:cubicBezTo>
                    <a:pt x="187" y="5"/>
                    <a:pt x="187" y="3"/>
                    <a:pt x="185" y="2"/>
                  </a:cubicBezTo>
                  <a:cubicBezTo>
                    <a:pt x="181" y="1"/>
                    <a:pt x="177" y="3"/>
                    <a:pt x="175" y="3"/>
                  </a:cubicBezTo>
                  <a:cubicBezTo>
                    <a:pt x="174" y="3"/>
                    <a:pt x="173" y="0"/>
                    <a:pt x="171" y="0"/>
                  </a:cubicBezTo>
                  <a:cubicBezTo>
                    <a:pt x="169" y="0"/>
                    <a:pt x="169" y="3"/>
                    <a:pt x="167" y="3"/>
                  </a:cubicBezTo>
                  <a:cubicBezTo>
                    <a:pt x="165" y="4"/>
                    <a:pt x="163" y="3"/>
                    <a:pt x="160" y="4"/>
                  </a:cubicBezTo>
                  <a:cubicBezTo>
                    <a:pt x="158" y="4"/>
                    <a:pt x="158" y="6"/>
                    <a:pt x="156" y="7"/>
                  </a:cubicBezTo>
                  <a:cubicBezTo>
                    <a:pt x="154" y="7"/>
                    <a:pt x="153" y="5"/>
                    <a:pt x="152" y="5"/>
                  </a:cubicBezTo>
                  <a:cubicBezTo>
                    <a:pt x="147" y="5"/>
                    <a:pt x="140" y="5"/>
                    <a:pt x="136" y="7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203" name="Freeform 319">
              <a:extLst>
                <a:ext uri="{FF2B5EF4-FFF2-40B4-BE49-F238E27FC236}">
                  <a16:creationId xmlns:a16="http://schemas.microsoft.com/office/drawing/2014/main" id="{ECABDB47-9872-4D60-9CBF-0BE59D3530C3}"/>
                </a:ext>
              </a:extLst>
            </p:cNvPr>
            <p:cNvSpPr>
              <a:spLocks/>
            </p:cNvSpPr>
            <p:nvPr/>
          </p:nvSpPr>
          <p:spPr bwMode="auto">
            <a:xfrm>
              <a:off x="785" y="968"/>
              <a:ext cx="37" cy="87"/>
            </a:xfrm>
            <a:custGeom>
              <a:avLst/>
              <a:gdLst>
                <a:gd name="T0" fmla="*/ 97 w 23"/>
                <a:gd name="T1" fmla="*/ 226 h 54"/>
                <a:gd name="T2" fmla="*/ 88 w 23"/>
                <a:gd name="T3" fmla="*/ 226 h 54"/>
                <a:gd name="T4" fmla="*/ 63 w 23"/>
                <a:gd name="T5" fmla="*/ 213 h 54"/>
                <a:gd name="T6" fmla="*/ 34 w 23"/>
                <a:gd name="T7" fmla="*/ 164 h 54"/>
                <a:gd name="T8" fmla="*/ 16 w 23"/>
                <a:gd name="T9" fmla="*/ 122 h 54"/>
                <a:gd name="T10" fmla="*/ 0 w 23"/>
                <a:gd name="T11" fmla="*/ 34 h 54"/>
                <a:gd name="T12" fmla="*/ 60 w 23"/>
                <a:gd name="T13" fmla="*/ 21 h 5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54">
                  <a:moveTo>
                    <a:pt x="23" y="54"/>
                  </a:moveTo>
                  <a:cubicBezTo>
                    <a:pt x="21" y="54"/>
                    <a:pt x="21" y="54"/>
                    <a:pt x="21" y="54"/>
                  </a:cubicBezTo>
                  <a:cubicBezTo>
                    <a:pt x="21" y="54"/>
                    <a:pt x="17" y="53"/>
                    <a:pt x="15" y="51"/>
                  </a:cubicBezTo>
                  <a:cubicBezTo>
                    <a:pt x="13" y="50"/>
                    <a:pt x="10" y="43"/>
                    <a:pt x="8" y="39"/>
                  </a:cubicBezTo>
                  <a:cubicBezTo>
                    <a:pt x="7" y="36"/>
                    <a:pt x="5" y="33"/>
                    <a:pt x="4" y="29"/>
                  </a:cubicBezTo>
                  <a:cubicBezTo>
                    <a:pt x="3" y="25"/>
                    <a:pt x="1" y="15"/>
                    <a:pt x="0" y="8"/>
                  </a:cubicBezTo>
                  <a:cubicBezTo>
                    <a:pt x="0" y="1"/>
                    <a:pt x="9" y="0"/>
                    <a:pt x="14" y="5"/>
                  </a:cubicBezTo>
                </a:path>
              </a:pathLst>
            </a:custGeom>
            <a:solidFill>
              <a:srgbClr val="75332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204" name="Freeform 320">
              <a:extLst>
                <a:ext uri="{FF2B5EF4-FFF2-40B4-BE49-F238E27FC236}">
                  <a16:creationId xmlns:a16="http://schemas.microsoft.com/office/drawing/2014/main" id="{3A43E509-315F-4AE4-9199-A4F1D0E1488D}"/>
                </a:ext>
              </a:extLst>
            </p:cNvPr>
            <p:cNvSpPr>
              <a:spLocks/>
            </p:cNvSpPr>
            <p:nvPr/>
          </p:nvSpPr>
          <p:spPr bwMode="auto">
            <a:xfrm>
              <a:off x="785" y="966"/>
              <a:ext cx="37" cy="89"/>
            </a:xfrm>
            <a:custGeom>
              <a:avLst/>
              <a:gdLst>
                <a:gd name="T0" fmla="*/ 97 w 23"/>
                <a:gd name="T1" fmla="*/ 233 h 55"/>
                <a:gd name="T2" fmla="*/ 88 w 23"/>
                <a:gd name="T3" fmla="*/ 228 h 55"/>
                <a:gd name="T4" fmla="*/ 63 w 23"/>
                <a:gd name="T5" fmla="*/ 220 h 55"/>
                <a:gd name="T6" fmla="*/ 37 w 23"/>
                <a:gd name="T7" fmla="*/ 170 h 55"/>
                <a:gd name="T8" fmla="*/ 16 w 23"/>
                <a:gd name="T9" fmla="*/ 128 h 55"/>
                <a:gd name="T10" fmla="*/ 0 w 23"/>
                <a:gd name="T11" fmla="*/ 39 h 55"/>
                <a:gd name="T12" fmla="*/ 60 w 23"/>
                <a:gd name="T13" fmla="*/ 26 h 5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55">
                  <a:moveTo>
                    <a:pt x="23" y="55"/>
                  </a:moveTo>
                  <a:cubicBezTo>
                    <a:pt x="21" y="54"/>
                    <a:pt x="21" y="54"/>
                    <a:pt x="21" y="54"/>
                  </a:cubicBezTo>
                  <a:cubicBezTo>
                    <a:pt x="21" y="54"/>
                    <a:pt x="17" y="54"/>
                    <a:pt x="15" y="52"/>
                  </a:cubicBezTo>
                  <a:cubicBezTo>
                    <a:pt x="13" y="51"/>
                    <a:pt x="10" y="44"/>
                    <a:pt x="9" y="40"/>
                  </a:cubicBezTo>
                  <a:cubicBezTo>
                    <a:pt x="7" y="37"/>
                    <a:pt x="5" y="33"/>
                    <a:pt x="4" y="30"/>
                  </a:cubicBezTo>
                  <a:cubicBezTo>
                    <a:pt x="3" y="26"/>
                    <a:pt x="1" y="15"/>
                    <a:pt x="0" y="9"/>
                  </a:cubicBezTo>
                  <a:cubicBezTo>
                    <a:pt x="0" y="2"/>
                    <a:pt x="9" y="0"/>
                    <a:pt x="14" y="6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205" name="Freeform 321">
              <a:extLst>
                <a:ext uri="{FF2B5EF4-FFF2-40B4-BE49-F238E27FC236}">
                  <a16:creationId xmlns:a16="http://schemas.microsoft.com/office/drawing/2014/main" id="{2FDE929A-7B5C-4ED6-9EE4-ECAAB7B2431C}"/>
                </a:ext>
              </a:extLst>
            </p:cNvPr>
            <p:cNvSpPr>
              <a:spLocks/>
            </p:cNvSpPr>
            <p:nvPr/>
          </p:nvSpPr>
          <p:spPr bwMode="auto">
            <a:xfrm>
              <a:off x="796" y="986"/>
              <a:ext cx="15" cy="46"/>
            </a:xfrm>
            <a:custGeom>
              <a:avLst/>
              <a:gdLst>
                <a:gd name="T0" fmla="*/ 28 w 9"/>
                <a:gd name="T1" fmla="*/ 21 h 29"/>
                <a:gd name="T2" fmla="*/ 5 w 9"/>
                <a:gd name="T3" fmla="*/ 8 h 29"/>
                <a:gd name="T4" fmla="*/ 8 w 9"/>
                <a:gd name="T5" fmla="*/ 40 h 29"/>
                <a:gd name="T6" fmla="*/ 42 w 9"/>
                <a:gd name="T7" fmla="*/ 100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29">
                  <a:moveTo>
                    <a:pt x="6" y="5"/>
                  </a:moveTo>
                  <a:cubicBezTo>
                    <a:pt x="6" y="3"/>
                    <a:pt x="4" y="0"/>
                    <a:pt x="1" y="2"/>
                  </a:cubicBezTo>
                  <a:cubicBezTo>
                    <a:pt x="0" y="3"/>
                    <a:pt x="2" y="9"/>
                    <a:pt x="2" y="10"/>
                  </a:cubicBezTo>
                  <a:cubicBezTo>
                    <a:pt x="2" y="13"/>
                    <a:pt x="2" y="29"/>
                    <a:pt x="9" y="25"/>
                  </a:cubicBezTo>
                </a:path>
              </a:pathLst>
            </a:custGeom>
            <a:solidFill>
              <a:srgbClr val="6B2D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206" name="Freeform 322">
              <a:extLst>
                <a:ext uri="{FF2B5EF4-FFF2-40B4-BE49-F238E27FC236}">
                  <a16:creationId xmlns:a16="http://schemas.microsoft.com/office/drawing/2014/main" id="{36A9F4B4-55D8-42F7-96E5-6264ACBE9184}"/>
                </a:ext>
              </a:extLst>
            </p:cNvPr>
            <p:cNvSpPr>
              <a:spLocks/>
            </p:cNvSpPr>
            <p:nvPr/>
          </p:nvSpPr>
          <p:spPr bwMode="auto">
            <a:xfrm>
              <a:off x="788" y="978"/>
              <a:ext cx="18" cy="16"/>
            </a:xfrm>
            <a:custGeom>
              <a:avLst/>
              <a:gdLst>
                <a:gd name="T0" fmla="*/ 47 w 11"/>
                <a:gd name="T1" fmla="*/ 35 h 10"/>
                <a:gd name="T2" fmla="*/ 8 w 11"/>
                <a:gd name="T3" fmla="*/ 5 h 10"/>
                <a:gd name="T4" fmla="*/ 13 w 11"/>
                <a:gd name="T5" fmla="*/ 42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0">
                  <a:moveTo>
                    <a:pt x="11" y="9"/>
                  </a:moveTo>
                  <a:cubicBezTo>
                    <a:pt x="7" y="4"/>
                    <a:pt x="4" y="0"/>
                    <a:pt x="2" y="1"/>
                  </a:cubicBezTo>
                  <a:cubicBezTo>
                    <a:pt x="0" y="2"/>
                    <a:pt x="2" y="8"/>
                    <a:pt x="3" y="1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207" name="Freeform 323">
              <a:extLst>
                <a:ext uri="{FF2B5EF4-FFF2-40B4-BE49-F238E27FC236}">
                  <a16:creationId xmlns:a16="http://schemas.microsoft.com/office/drawing/2014/main" id="{DCDD025B-F8CF-4BF7-B073-83D2B7CBE3C9}"/>
                </a:ext>
              </a:extLst>
            </p:cNvPr>
            <p:cNvSpPr>
              <a:spLocks/>
            </p:cNvSpPr>
            <p:nvPr/>
          </p:nvSpPr>
          <p:spPr bwMode="auto">
            <a:xfrm>
              <a:off x="791" y="982"/>
              <a:ext cx="12" cy="46"/>
            </a:xfrm>
            <a:custGeom>
              <a:avLst/>
              <a:gdLst>
                <a:gd name="T0" fmla="*/ 15 w 7"/>
                <a:gd name="T1" fmla="*/ 0 h 28"/>
                <a:gd name="T2" fmla="*/ 5 w 7"/>
                <a:gd name="T3" fmla="*/ 49 h 28"/>
                <a:gd name="T4" fmla="*/ 15 w 7"/>
                <a:gd name="T5" fmla="*/ 102 h 28"/>
                <a:gd name="T6" fmla="*/ 36 w 7"/>
                <a:gd name="T7" fmla="*/ 125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28">
                  <a:moveTo>
                    <a:pt x="3" y="0"/>
                  </a:moveTo>
                  <a:cubicBezTo>
                    <a:pt x="4" y="4"/>
                    <a:pt x="0" y="4"/>
                    <a:pt x="1" y="11"/>
                  </a:cubicBezTo>
                  <a:cubicBezTo>
                    <a:pt x="1" y="18"/>
                    <a:pt x="2" y="20"/>
                    <a:pt x="3" y="23"/>
                  </a:cubicBezTo>
                  <a:cubicBezTo>
                    <a:pt x="3" y="25"/>
                    <a:pt x="5" y="25"/>
                    <a:pt x="7" y="28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208" name="Freeform 324">
              <a:extLst>
                <a:ext uri="{FF2B5EF4-FFF2-40B4-BE49-F238E27FC236}">
                  <a16:creationId xmlns:a16="http://schemas.microsoft.com/office/drawing/2014/main" id="{6870EB5F-AE8E-4460-AC11-2909BDCB7389}"/>
                </a:ext>
              </a:extLst>
            </p:cNvPr>
            <p:cNvSpPr>
              <a:spLocks/>
            </p:cNvSpPr>
            <p:nvPr/>
          </p:nvSpPr>
          <p:spPr bwMode="auto">
            <a:xfrm>
              <a:off x="803" y="1003"/>
              <a:ext cx="9" cy="23"/>
            </a:xfrm>
            <a:custGeom>
              <a:avLst/>
              <a:gdLst>
                <a:gd name="T0" fmla="*/ 21 w 6"/>
                <a:gd name="T1" fmla="*/ 62 h 14"/>
                <a:gd name="T2" fmla="*/ 5 w 6"/>
                <a:gd name="T3" fmla="*/ 35 h 14"/>
                <a:gd name="T4" fmla="*/ 5 w 6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14">
                  <a:moveTo>
                    <a:pt x="6" y="14"/>
                  </a:moveTo>
                  <a:cubicBezTo>
                    <a:pt x="4" y="12"/>
                    <a:pt x="1" y="11"/>
                    <a:pt x="1" y="8"/>
                  </a:cubicBezTo>
                  <a:cubicBezTo>
                    <a:pt x="1" y="4"/>
                    <a:pt x="0" y="0"/>
                    <a:pt x="1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209" name="Freeform 325">
              <a:extLst>
                <a:ext uri="{FF2B5EF4-FFF2-40B4-BE49-F238E27FC236}">
                  <a16:creationId xmlns:a16="http://schemas.microsoft.com/office/drawing/2014/main" id="{2DC95B6E-D67A-4700-829B-D58F11B63C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4" y="968"/>
              <a:ext cx="37" cy="87"/>
            </a:xfrm>
            <a:custGeom>
              <a:avLst/>
              <a:gdLst>
                <a:gd name="T0" fmla="*/ 0 w 23"/>
                <a:gd name="T1" fmla="*/ 226 h 54"/>
                <a:gd name="T2" fmla="*/ 8 w 23"/>
                <a:gd name="T3" fmla="*/ 226 h 54"/>
                <a:gd name="T4" fmla="*/ 34 w 23"/>
                <a:gd name="T5" fmla="*/ 213 h 54"/>
                <a:gd name="T6" fmla="*/ 60 w 23"/>
                <a:gd name="T7" fmla="*/ 164 h 54"/>
                <a:gd name="T8" fmla="*/ 80 w 23"/>
                <a:gd name="T9" fmla="*/ 122 h 54"/>
                <a:gd name="T10" fmla="*/ 97 w 23"/>
                <a:gd name="T11" fmla="*/ 34 h 54"/>
                <a:gd name="T12" fmla="*/ 37 w 23"/>
                <a:gd name="T13" fmla="*/ 21 h 5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54">
                  <a:moveTo>
                    <a:pt x="0" y="54"/>
                  </a:moveTo>
                  <a:cubicBezTo>
                    <a:pt x="2" y="54"/>
                    <a:pt x="2" y="54"/>
                    <a:pt x="2" y="54"/>
                  </a:cubicBezTo>
                  <a:cubicBezTo>
                    <a:pt x="2" y="54"/>
                    <a:pt x="6" y="53"/>
                    <a:pt x="8" y="51"/>
                  </a:cubicBezTo>
                  <a:cubicBezTo>
                    <a:pt x="10" y="50"/>
                    <a:pt x="13" y="43"/>
                    <a:pt x="14" y="39"/>
                  </a:cubicBezTo>
                  <a:cubicBezTo>
                    <a:pt x="16" y="36"/>
                    <a:pt x="18" y="33"/>
                    <a:pt x="19" y="29"/>
                  </a:cubicBezTo>
                  <a:cubicBezTo>
                    <a:pt x="20" y="25"/>
                    <a:pt x="22" y="15"/>
                    <a:pt x="23" y="8"/>
                  </a:cubicBezTo>
                  <a:cubicBezTo>
                    <a:pt x="23" y="1"/>
                    <a:pt x="14" y="0"/>
                    <a:pt x="9" y="5"/>
                  </a:cubicBezTo>
                </a:path>
              </a:pathLst>
            </a:custGeom>
            <a:solidFill>
              <a:srgbClr val="75332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210" name="Freeform 326">
              <a:extLst>
                <a:ext uri="{FF2B5EF4-FFF2-40B4-BE49-F238E27FC236}">
                  <a16:creationId xmlns:a16="http://schemas.microsoft.com/office/drawing/2014/main" id="{0A2EAC7F-010D-4148-AA16-1BFEE0CEDC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4" y="966"/>
              <a:ext cx="37" cy="89"/>
            </a:xfrm>
            <a:custGeom>
              <a:avLst/>
              <a:gdLst>
                <a:gd name="T0" fmla="*/ 0 w 23"/>
                <a:gd name="T1" fmla="*/ 233 h 55"/>
                <a:gd name="T2" fmla="*/ 8 w 23"/>
                <a:gd name="T3" fmla="*/ 228 h 55"/>
                <a:gd name="T4" fmla="*/ 34 w 23"/>
                <a:gd name="T5" fmla="*/ 220 h 55"/>
                <a:gd name="T6" fmla="*/ 60 w 23"/>
                <a:gd name="T7" fmla="*/ 170 h 55"/>
                <a:gd name="T8" fmla="*/ 80 w 23"/>
                <a:gd name="T9" fmla="*/ 128 h 55"/>
                <a:gd name="T10" fmla="*/ 97 w 23"/>
                <a:gd name="T11" fmla="*/ 39 h 55"/>
                <a:gd name="T12" fmla="*/ 37 w 23"/>
                <a:gd name="T13" fmla="*/ 26 h 5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55">
                  <a:moveTo>
                    <a:pt x="0" y="55"/>
                  </a:moveTo>
                  <a:cubicBezTo>
                    <a:pt x="2" y="54"/>
                    <a:pt x="2" y="54"/>
                    <a:pt x="2" y="54"/>
                  </a:cubicBezTo>
                  <a:cubicBezTo>
                    <a:pt x="2" y="54"/>
                    <a:pt x="6" y="54"/>
                    <a:pt x="8" y="52"/>
                  </a:cubicBezTo>
                  <a:cubicBezTo>
                    <a:pt x="10" y="51"/>
                    <a:pt x="13" y="44"/>
                    <a:pt x="14" y="40"/>
                  </a:cubicBezTo>
                  <a:cubicBezTo>
                    <a:pt x="16" y="37"/>
                    <a:pt x="18" y="33"/>
                    <a:pt x="19" y="30"/>
                  </a:cubicBezTo>
                  <a:cubicBezTo>
                    <a:pt x="20" y="26"/>
                    <a:pt x="22" y="15"/>
                    <a:pt x="23" y="9"/>
                  </a:cubicBezTo>
                  <a:cubicBezTo>
                    <a:pt x="23" y="2"/>
                    <a:pt x="14" y="0"/>
                    <a:pt x="9" y="6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211" name="Freeform 327">
              <a:extLst>
                <a:ext uri="{FF2B5EF4-FFF2-40B4-BE49-F238E27FC236}">
                  <a16:creationId xmlns:a16="http://schemas.microsoft.com/office/drawing/2014/main" id="{BE5F0EBA-1A61-4B98-94B8-6B1B0513C42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5" y="986"/>
              <a:ext cx="15" cy="46"/>
            </a:xfrm>
            <a:custGeom>
              <a:avLst/>
              <a:gdLst>
                <a:gd name="T0" fmla="*/ 13 w 9"/>
                <a:gd name="T1" fmla="*/ 21 h 29"/>
                <a:gd name="T2" fmla="*/ 37 w 9"/>
                <a:gd name="T3" fmla="*/ 8 h 29"/>
                <a:gd name="T4" fmla="*/ 33 w 9"/>
                <a:gd name="T5" fmla="*/ 40 h 29"/>
                <a:gd name="T6" fmla="*/ 0 w 9"/>
                <a:gd name="T7" fmla="*/ 100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29">
                  <a:moveTo>
                    <a:pt x="3" y="5"/>
                  </a:moveTo>
                  <a:cubicBezTo>
                    <a:pt x="3" y="3"/>
                    <a:pt x="5" y="0"/>
                    <a:pt x="8" y="2"/>
                  </a:cubicBezTo>
                  <a:cubicBezTo>
                    <a:pt x="9" y="3"/>
                    <a:pt x="7" y="9"/>
                    <a:pt x="7" y="10"/>
                  </a:cubicBezTo>
                  <a:cubicBezTo>
                    <a:pt x="7" y="13"/>
                    <a:pt x="7" y="29"/>
                    <a:pt x="0" y="25"/>
                  </a:cubicBezTo>
                </a:path>
              </a:pathLst>
            </a:custGeom>
            <a:solidFill>
              <a:srgbClr val="6B2D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212" name="Freeform 328">
              <a:extLst>
                <a:ext uri="{FF2B5EF4-FFF2-40B4-BE49-F238E27FC236}">
                  <a16:creationId xmlns:a16="http://schemas.microsoft.com/office/drawing/2014/main" id="{CB67B30D-9EB6-4716-B8B7-2E6CB6985E0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0" y="978"/>
              <a:ext cx="18" cy="16"/>
            </a:xfrm>
            <a:custGeom>
              <a:avLst/>
              <a:gdLst>
                <a:gd name="T0" fmla="*/ 0 w 11"/>
                <a:gd name="T1" fmla="*/ 35 h 10"/>
                <a:gd name="T2" fmla="*/ 41 w 11"/>
                <a:gd name="T3" fmla="*/ 5 h 10"/>
                <a:gd name="T4" fmla="*/ 34 w 11"/>
                <a:gd name="T5" fmla="*/ 42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0">
                  <a:moveTo>
                    <a:pt x="0" y="9"/>
                  </a:moveTo>
                  <a:cubicBezTo>
                    <a:pt x="3" y="4"/>
                    <a:pt x="7" y="0"/>
                    <a:pt x="9" y="1"/>
                  </a:cubicBezTo>
                  <a:cubicBezTo>
                    <a:pt x="11" y="2"/>
                    <a:pt x="9" y="8"/>
                    <a:pt x="8" y="1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213" name="Freeform 329">
              <a:extLst>
                <a:ext uri="{FF2B5EF4-FFF2-40B4-BE49-F238E27FC236}">
                  <a16:creationId xmlns:a16="http://schemas.microsoft.com/office/drawing/2014/main" id="{D5754065-48AA-43B8-AE7C-D93F88B853F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3" y="982"/>
              <a:ext cx="10" cy="46"/>
            </a:xfrm>
            <a:custGeom>
              <a:avLst/>
              <a:gdLst>
                <a:gd name="T0" fmla="*/ 20 w 6"/>
                <a:gd name="T1" fmla="*/ 0 h 28"/>
                <a:gd name="T2" fmla="*/ 28 w 6"/>
                <a:gd name="T3" fmla="*/ 49 h 28"/>
                <a:gd name="T4" fmla="*/ 20 w 6"/>
                <a:gd name="T5" fmla="*/ 102 h 28"/>
                <a:gd name="T6" fmla="*/ 0 w 6"/>
                <a:gd name="T7" fmla="*/ 125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28">
                  <a:moveTo>
                    <a:pt x="4" y="0"/>
                  </a:moveTo>
                  <a:cubicBezTo>
                    <a:pt x="3" y="4"/>
                    <a:pt x="6" y="4"/>
                    <a:pt x="6" y="11"/>
                  </a:cubicBezTo>
                  <a:cubicBezTo>
                    <a:pt x="6" y="18"/>
                    <a:pt x="5" y="20"/>
                    <a:pt x="4" y="23"/>
                  </a:cubicBezTo>
                  <a:cubicBezTo>
                    <a:pt x="4" y="25"/>
                    <a:pt x="2" y="25"/>
                    <a:pt x="0" y="28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214" name="Freeform 330">
              <a:extLst>
                <a:ext uri="{FF2B5EF4-FFF2-40B4-BE49-F238E27FC236}">
                  <a16:creationId xmlns:a16="http://schemas.microsoft.com/office/drawing/2014/main" id="{FA36C18A-5845-4C1F-950D-ED092A94C6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2" y="1003"/>
              <a:ext cx="9" cy="23"/>
            </a:xfrm>
            <a:custGeom>
              <a:avLst/>
              <a:gdLst>
                <a:gd name="T0" fmla="*/ 0 w 6"/>
                <a:gd name="T1" fmla="*/ 62 h 14"/>
                <a:gd name="T2" fmla="*/ 21 w 6"/>
                <a:gd name="T3" fmla="*/ 35 h 14"/>
                <a:gd name="T4" fmla="*/ 21 w 6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14">
                  <a:moveTo>
                    <a:pt x="0" y="14"/>
                  </a:moveTo>
                  <a:cubicBezTo>
                    <a:pt x="3" y="12"/>
                    <a:pt x="6" y="11"/>
                    <a:pt x="6" y="8"/>
                  </a:cubicBezTo>
                  <a:cubicBezTo>
                    <a:pt x="6" y="4"/>
                    <a:pt x="6" y="0"/>
                    <a:pt x="6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215" name="Freeform 331">
              <a:extLst>
                <a:ext uri="{FF2B5EF4-FFF2-40B4-BE49-F238E27FC236}">
                  <a16:creationId xmlns:a16="http://schemas.microsoft.com/office/drawing/2014/main" id="{547D6ECB-2D2D-4787-8955-487057621AB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6" y="4006"/>
              <a:ext cx="18" cy="15"/>
            </a:xfrm>
            <a:custGeom>
              <a:avLst/>
              <a:gdLst>
                <a:gd name="T0" fmla="*/ 47 w 11"/>
                <a:gd name="T1" fmla="*/ 33 h 9"/>
                <a:gd name="T2" fmla="*/ 0 w 11"/>
                <a:gd name="T3" fmla="*/ 33 h 9"/>
                <a:gd name="T4" fmla="*/ 47 w 11"/>
                <a:gd name="T5" fmla="*/ 33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9">
                  <a:moveTo>
                    <a:pt x="11" y="7"/>
                  </a:moveTo>
                  <a:cubicBezTo>
                    <a:pt x="9" y="9"/>
                    <a:pt x="3" y="9"/>
                    <a:pt x="0" y="7"/>
                  </a:cubicBezTo>
                  <a:cubicBezTo>
                    <a:pt x="2" y="0"/>
                    <a:pt x="11" y="3"/>
                    <a:pt x="11" y="7"/>
                  </a:cubicBezTo>
                  <a:close/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216" name="Freeform 332">
              <a:extLst>
                <a:ext uri="{FF2B5EF4-FFF2-40B4-BE49-F238E27FC236}">
                  <a16:creationId xmlns:a16="http://schemas.microsoft.com/office/drawing/2014/main" id="{3CA5DE9C-58AD-432D-92A4-38853D111103}"/>
                </a:ext>
              </a:extLst>
            </p:cNvPr>
            <p:cNvSpPr>
              <a:spLocks/>
            </p:cNvSpPr>
            <p:nvPr/>
          </p:nvSpPr>
          <p:spPr bwMode="auto">
            <a:xfrm>
              <a:off x="795" y="799"/>
              <a:ext cx="293" cy="380"/>
            </a:xfrm>
            <a:custGeom>
              <a:avLst/>
              <a:gdLst>
                <a:gd name="T0" fmla="*/ 29 w 181"/>
                <a:gd name="T1" fmla="*/ 581 h 236"/>
                <a:gd name="T2" fmla="*/ 94 w 181"/>
                <a:gd name="T3" fmla="*/ 731 h 236"/>
                <a:gd name="T4" fmla="*/ 170 w 181"/>
                <a:gd name="T5" fmla="*/ 849 h 236"/>
                <a:gd name="T6" fmla="*/ 335 w 181"/>
                <a:gd name="T7" fmla="*/ 977 h 236"/>
                <a:gd name="T8" fmla="*/ 385 w 181"/>
                <a:gd name="T9" fmla="*/ 985 h 236"/>
                <a:gd name="T10" fmla="*/ 440 w 181"/>
                <a:gd name="T11" fmla="*/ 977 h 236"/>
                <a:gd name="T12" fmla="*/ 605 w 181"/>
                <a:gd name="T13" fmla="*/ 849 h 236"/>
                <a:gd name="T14" fmla="*/ 678 w 181"/>
                <a:gd name="T15" fmla="*/ 731 h 236"/>
                <a:gd name="T16" fmla="*/ 746 w 181"/>
                <a:gd name="T17" fmla="*/ 575 h 236"/>
                <a:gd name="T18" fmla="*/ 719 w 181"/>
                <a:gd name="T19" fmla="*/ 422 h 236"/>
                <a:gd name="T20" fmla="*/ 385 w 181"/>
                <a:gd name="T21" fmla="*/ 5 h 236"/>
                <a:gd name="T22" fmla="*/ 55 w 181"/>
                <a:gd name="T23" fmla="*/ 412 h 236"/>
                <a:gd name="T24" fmla="*/ 29 w 181"/>
                <a:gd name="T25" fmla="*/ 581 h 2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81" h="236">
                  <a:moveTo>
                    <a:pt x="7" y="139"/>
                  </a:moveTo>
                  <a:cubicBezTo>
                    <a:pt x="10" y="149"/>
                    <a:pt x="20" y="167"/>
                    <a:pt x="22" y="175"/>
                  </a:cubicBezTo>
                  <a:cubicBezTo>
                    <a:pt x="25" y="183"/>
                    <a:pt x="28" y="192"/>
                    <a:pt x="40" y="203"/>
                  </a:cubicBezTo>
                  <a:cubicBezTo>
                    <a:pt x="52" y="214"/>
                    <a:pt x="66" y="232"/>
                    <a:pt x="79" y="234"/>
                  </a:cubicBezTo>
                  <a:cubicBezTo>
                    <a:pt x="83" y="235"/>
                    <a:pt x="88" y="236"/>
                    <a:pt x="91" y="236"/>
                  </a:cubicBezTo>
                  <a:cubicBezTo>
                    <a:pt x="95" y="236"/>
                    <a:pt x="100" y="235"/>
                    <a:pt x="104" y="234"/>
                  </a:cubicBezTo>
                  <a:cubicBezTo>
                    <a:pt x="117" y="232"/>
                    <a:pt x="131" y="214"/>
                    <a:pt x="143" y="203"/>
                  </a:cubicBezTo>
                  <a:cubicBezTo>
                    <a:pt x="155" y="192"/>
                    <a:pt x="158" y="183"/>
                    <a:pt x="160" y="175"/>
                  </a:cubicBezTo>
                  <a:cubicBezTo>
                    <a:pt x="163" y="167"/>
                    <a:pt x="173" y="148"/>
                    <a:pt x="176" y="138"/>
                  </a:cubicBezTo>
                  <a:cubicBezTo>
                    <a:pt x="176" y="138"/>
                    <a:pt x="180" y="115"/>
                    <a:pt x="169" y="101"/>
                  </a:cubicBezTo>
                  <a:cubicBezTo>
                    <a:pt x="164" y="95"/>
                    <a:pt x="181" y="2"/>
                    <a:pt x="91" y="1"/>
                  </a:cubicBezTo>
                  <a:cubicBezTo>
                    <a:pt x="61" y="0"/>
                    <a:pt x="4" y="17"/>
                    <a:pt x="13" y="99"/>
                  </a:cubicBezTo>
                  <a:cubicBezTo>
                    <a:pt x="13" y="99"/>
                    <a:pt x="0" y="115"/>
                    <a:pt x="7" y="139"/>
                  </a:cubicBezTo>
                  <a:close/>
                </a:path>
              </a:pathLst>
            </a:custGeom>
            <a:solidFill>
              <a:srgbClr val="75332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217" name="Freeform 333">
              <a:extLst>
                <a:ext uri="{FF2B5EF4-FFF2-40B4-BE49-F238E27FC236}">
                  <a16:creationId xmlns:a16="http://schemas.microsoft.com/office/drawing/2014/main" id="{DA4A4498-B579-426E-8CDD-917C4F6AA3CA}"/>
                </a:ext>
              </a:extLst>
            </p:cNvPr>
            <p:cNvSpPr>
              <a:spLocks/>
            </p:cNvSpPr>
            <p:nvPr/>
          </p:nvSpPr>
          <p:spPr bwMode="auto">
            <a:xfrm>
              <a:off x="795" y="799"/>
              <a:ext cx="293" cy="380"/>
            </a:xfrm>
            <a:custGeom>
              <a:avLst/>
              <a:gdLst>
                <a:gd name="T0" fmla="*/ 29 w 181"/>
                <a:gd name="T1" fmla="*/ 581 h 236"/>
                <a:gd name="T2" fmla="*/ 94 w 181"/>
                <a:gd name="T3" fmla="*/ 731 h 236"/>
                <a:gd name="T4" fmla="*/ 170 w 181"/>
                <a:gd name="T5" fmla="*/ 849 h 236"/>
                <a:gd name="T6" fmla="*/ 335 w 181"/>
                <a:gd name="T7" fmla="*/ 977 h 236"/>
                <a:gd name="T8" fmla="*/ 385 w 181"/>
                <a:gd name="T9" fmla="*/ 985 h 236"/>
                <a:gd name="T10" fmla="*/ 440 w 181"/>
                <a:gd name="T11" fmla="*/ 977 h 236"/>
                <a:gd name="T12" fmla="*/ 605 w 181"/>
                <a:gd name="T13" fmla="*/ 849 h 236"/>
                <a:gd name="T14" fmla="*/ 678 w 181"/>
                <a:gd name="T15" fmla="*/ 731 h 236"/>
                <a:gd name="T16" fmla="*/ 746 w 181"/>
                <a:gd name="T17" fmla="*/ 575 h 236"/>
                <a:gd name="T18" fmla="*/ 719 w 181"/>
                <a:gd name="T19" fmla="*/ 422 h 236"/>
                <a:gd name="T20" fmla="*/ 385 w 181"/>
                <a:gd name="T21" fmla="*/ 5 h 236"/>
                <a:gd name="T22" fmla="*/ 55 w 181"/>
                <a:gd name="T23" fmla="*/ 412 h 236"/>
                <a:gd name="T24" fmla="*/ 29 w 181"/>
                <a:gd name="T25" fmla="*/ 581 h 2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81" h="236">
                  <a:moveTo>
                    <a:pt x="7" y="139"/>
                  </a:moveTo>
                  <a:cubicBezTo>
                    <a:pt x="10" y="149"/>
                    <a:pt x="20" y="167"/>
                    <a:pt x="22" y="175"/>
                  </a:cubicBezTo>
                  <a:cubicBezTo>
                    <a:pt x="25" y="183"/>
                    <a:pt x="28" y="192"/>
                    <a:pt x="40" y="203"/>
                  </a:cubicBezTo>
                  <a:cubicBezTo>
                    <a:pt x="52" y="214"/>
                    <a:pt x="66" y="232"/>
                    <a:pt x="79" y="234"/>
                  </a:cubicBezTo>
                  <a:cubicBezTo>
                    <a:pt x="83" y="235"/>
                    <a:pt x="88" y="236"/>
                    <a:pt x="91" y="236"/>
                  </a:cubicBezTo>
                  <a:cubicBezTo>
                    <a:pt x="95" y="236"/>
                    <a:pt x="100" y="235"/>
                    <a:pt x="104" y="234"/>
                  </a:cubicBezTo>
                  <a:cubicBezTo>
                    <a:pt x="117" y="232"/>
                    <a:pt x="131" y="214"/>
                    <a:pt x="143" y="203"/>
                  </a:cubicBezTo>
                  <a:cubicBezTo>
                    <a:pt x="155" y="192"/>
                    <a:pt x="158" y="183"/>
                    <a:pt x="160" y="175"/>
                  </a:cubicBezTo>
                  <a:cubicBezTo>
                    <a:pt x="163" y="167"/>
                    <a:pt x="173" y="148"/>
                    <a:pt x="176" y="138"/>
                  </a:cubicBezTo>
                  <a:cubicBezTo>
                    <a:pt x="176" y="138"/>
                    <a:pt x="180" y="115"/>
                    <a:pt x="169" y="101"/>
                  </a:cubicBezTo>
                  <a:cubicBezTo>
                    <a:pt x="164" y="95"/>
                    <a:pt x="181" y="2"/>
                    <a:pt x="91" y="1"/>
                  </a:cubicBezTo>
                  <a:cubicBezTo>
                    <a:pt x="61" y="0"/>
                    <a:pt x="4" y="17"/>
                    <a:pt x="13" y="99"/>
                  </a:cubicBezTo>
                  <a:cubicBezTo>
                    <a:pt x="13" y="99"/>
                    <a:pt x="0" y="115"/>
                    <a:pt x="7" y="139"/>
                  </a:cubicBezTo>
                  <a:close/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218" name="Freeform 334">
              <a:extLst>
                <a:ext uri="{FF2B5EF4-FFF2-40B4-BE49-F238E27FC236}">
                  <a16:creationId xmlns:a16="http://schemas.microsoft.com/office/drawing/2014/main" id="{F0B45723-ECFE-4843-B3F5-B01131246AAF}"/>
                </a:ext>
              </a:extLst>
            </p:cNvPr>
            <p:cNvSpPr>
              <a:spLocks/>
            </p:cNvSpPr>
            <p:nvPr/>
          </p:nvSpPr>
          <p:spPr bwMode="auto">
            <a:xfrm>
              <a:off x="845" y="955"/>
              <a:ext cx="60" cy="26"/>
            </a:xfrm>
            <a:custGeom>
              <a:avLst/>
              <a:gdLst>
                <a:gd name="T0" fmla="*/ 157 w 37"/>
                <a:gd name="T1" fmla="*/ 42 h 16"/>
                <a:gd name="T2" fmla="*/ 143 w 37"/>
                <a:gd name="T3" fmla="*/ 54 h 16"/>
                <a:gd name="T4" fmla="*/ 68 w 37"/>
                <a:gd name="T5" fmla="*/ 68 h 16"/>
                <a:gd name="T6" fmla="*/ 0 w 37"/>
                <a:gd name="T7" fmla="*/ 34 h 16"/>
                <a:gd name="T8" fmla="*/ 76 w 37"/>
                <a:gd name="T9" fmla="*/ 0 h 16"/>
                <a:gd name="T10" fmla="*/ 144 w 37"/>
                <a:gd name="T11" fmla="*/ 34 h 16"/>
                <a:gd name="T12" fmla="*/ 157 w 37"/>
                <a:gd name="T13" fmla="*/ 42 h 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7" h="16">
                  <a:moveTo>
                    <a:pt x="37" y="10"/>
                  </a:moveTo>
                  <a:cubicBezTo>
                    <a:pt x="37" y="12"/>
                    <a:pt x="35" y="12"/>
                    <a:pt x="33" y="12"/>
                  </a:cubicBezTo>
                  <a:cubicBezTo>
                    <a:pt x="31" y="12"/>
                    <a:pt x="24" y="16"/>
                    <a:pt x="16" y="16"/>
                  </a:cubicBezTo>
                  <a:cubicBezTo>
                    <a:pt x="7" y="16"/>
                    <a:pt x="1" y="8"/>
                    <a:pt x="0" y="8"/>
                  </a:cubicBezTo>
                  <a:cubicBezTo>
                    <a:pt x="1" y="6"/>
                    <a:pt x="7" y="0"/>
                    <a:pt x="18" y="0"/>
                  </a:cubicBezTo>
                  <a:cubicBezTo>
                    <a:pt x="27" y="0"/>
                    <a:pt x="30" y="5"/>
                    <a:pt x="34" y="8"/>
                  </a:cubicBezTo>
                  <a:cubicBezTo>
                    <a:pt x="36" y="8"/>
                    <a:pt x="37" y="9"/>
                    <a:pt x="37" y="10"/>
                  </a:cubicBezTo>
                </a:path>
              </a:pathLst>
            </a:custGeom>
            <a:solidFill>
              <a:srgbClr val="FCE1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219" name="Freeform 335">
              <a:extLst>
                <a:ext uri="{FF2B5EF4-FFF2-40B4-BE49-F238E27FC236}">
                  <a16:creationId xmlns:a16="http://schemas.microsoft.com/office/drawing/2014/main" id="{BDB5F263-68C7-4912-BB99-F820BF13E24C}"/>
                </a:ext>
              </a:extLst>
            </p:cNvPr>
            <p:cNvSpPr>
              <a:spLocks/>
            </p:cNvSpPr>
            <p:nvPr/>
          </p:nvSpPr>
          <p:spPr bwMode="auto">
            <a:xfrm>
              <a:off x="981" y="955"/>
              <a:ext cx="60" cy="26"/>
            </a:xfrm>
            <a:custGeom>
              <a:avLst/>
              <a:gdLst>
                <a:gd name="T0" fmla="*/ 0 w 37"/>
                <a:gd name="T1" fmla="*/ 42 h 16"/>
                <a:gd name="T2" fmla="*/ 16 w 37"/>
                <a:gd name="T3" fmla="*/ 54 h 16"/>
                <a:gd name="T4" fmla="*/ 89 w 37"/>
                <a:gd name="T5" fmla="*/ 68 h 16"/>
                <a:gd name="T6" fmla="*/ 157 w 37"/>
                <a:gd name="T7" fmla="*/ 34 h 16"/>
                <a:gd name="T8" fmla="*/ 81 w 37"/>
                <a:gd name="T9" fmla="*/ 0 h 16"/>
                <a:gd name="T10" fmla="*/ 13 w 37"/>
                <a:gd name="T11" fmla="*/ 34 h 16"/>
                <a:gd name="T12" fmla="*/ 0 w 37"/>
                <a:gd name="T13" fmla="*/ 42 h 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7" h="16">
                  <a:moveTo>
                    <a:pt x="0" y="10"/>
                  </a:moveTo>
                  <a:cubicBezTo>
                    <a:pt x="0" y="12"/>
                    <a:pt x="2" y="12"/>
                    <a:pt x="4" y="12"/>
                  </a:cubicBezTo>
                  <a:cubicBezTo>
                    <a:pt x="6" y="12"/>
                    <a:pt x="12" y="16"/>
                    <a:pt x="21" y="16"/>
                  </a:cubicBezTo>
                  <a:cubicBezTo>
                    <a:pt x="30" y="16"/>
                    <a:pt x="36" y="8"/>
                    <a:pt x="37" y="8"/>
                  </a:cubicBezTo>
                  <a:cubicBezTo>
                    <a:pt x="35" y="6"/>
                    <a:pt x="30" y="0"/>
                    <a:pt x="19" y="0"/>
                  </a:cubicBezTo>
                  <a:cubicBezTo>
                    <a:pt x="10" y="0"/>
                    <a:pt x="7" y="5"/>
                    <a:pt x="3" y="8"/>
                  </a:cubicBezTo>
                  <a:cubicBezTo>
                    <a:pt x="1" y="8"/>
                    <a:pt x="0" y="9"/>
                    <a:pt x="0" y="10"/>
                  </a:cubicBezTo>
                </a:path>
              </a:pathLst>
            </a:custGeom>
            <a:solidFill>
              <a:srgbClr val="FCE1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220" name="Freeform 336">
              <a:extLst>
                <a:ext uri="{FF2B5EF4-FFF2-40B4-BE49-F238E27FC236}">
                  <a16:creationId xmlns:a16="http://schemas.microsoft.com/office/drawing/2014/main" id="{BD478140-5FC2-45E7-978B-F21B32AB5300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" y="1113"/>
              <a:ext cx="926" cy="2924"/>
            </a:xfrm>
            <a:custGeom>
              <a:avLst/>
              <a:gdLst>
                <a:gd name="T0" fmla="*/ 2360 w 571"/>
                <a:gd name="T1" fmla="*/ 2938 h 1817"/>
                <a:gd name="T2" fmla="*/ 2256 w 571"/>
                <a:gd name="T3" fmla="*/ 1670 h 1817"/>
                <a:gd name="T4" fmla="*/ 2094 w 571"/>
                <a:gd name="T5" fmla="*/ 528 h 1817"/>
                <a:gd name="T6" fmla="*/ 1786 w 571"/>
                <a:gd name="T7" fmla="*/ 388 h 1817"/>
                <a:gd name="T8" fmla="*/ 1438 w 571"/>
                <a:gd name="T9" fmla="*/ 34 h 1817"/>
                <a:gd name="T10" fmla="*/ 1215 w 571"/>
                <a:gd name="T11" fmla="*/ 171 h 1817"/>
                <a:gd name="T12" fmla="*/ 1164 w 571"/>
                <a:gd name="T13" fmla="*/ 163 h 1817"/>
                <a:gd name="T14" fmla="*/ 783 w 571"/>
                <a:gd name="T15" fmla="*/ 357 h 1817"/>
                <a:gd name="T16" fmla="*/ 524 w 571"/>
                <a:gd name="T17" fmla="*/ 412 h 1817"/>
                <a:gd name="T18" fmla="*/ 185 w 571"/>
                <a:gd name="T19" fmla="*/ 1176 h 1817"/>
                <a:gd name="T20" fmla="*/ 73 w 571"/>
                <a:gd name="T21" fmla="*/ 2621 h 1817"/>
                <a:gd name="T22" fmla="*/ 8 w 571"/>
                <a:gd name="T23" fmla="*/ 3626 h 1817"/>
                <a:gd name="T24" fmla="*/ 102 w 571"/>
                <a:gd name="T25" fmla="*/ 3846 h 1817"/>
                <a:gd name="T26" fmla="*/ 295 w 571"/>
                <a:gd name="T27" fmla="*/ 3880 h 1817"/>
                <a:gd name="T28" fmla="*/ 321 w 571"/>
                <a:gd name="T29" fmla="*/ 3809 h 1817"/>
                <a:gd name="T30" fmla="*/ 274 w 571"/>
                <a:gd name="T31" fmla="*/ 3317 h 1817"/>
                <a:gd name="T32" fmla="*/ 542 w 571"/>
                <a:gd name="T33" fmla="*/ 1587 h 1817"/>
                <a:gd name="T34" fmla="*/ 589 w 571"/>
                <a:gd name="T35" fmla="*/ 2279 h 1817"/>
                <a:gd name="T36" fmla="*/ 465 w 571"/>
                <a:gd name="T37" fmla="*/ 4112 h 1817"/>
                <a:gd name="T38" fmla="*/ 715 w 571"/>
                <a:gd name="T39" fmla="*/ 6218 h 1817"/>
                <a:gd name="T40" fmla="*/ 845 w 571"/>
                <a:gd name="T41" fmla="*/ 7205 h 1817"/>
                <a:gd name="T42" fmla="*/ 769 w 571"/>
                <a:gd name="T43" fmla="*/ 7523 h 1817"/>
                <a:gd name="T44" fmla="*/ 1138 w 571"/>
                <a:gd name="T45" fmla="*/ 7525 h 1817"/>
                <a:gd name="T46" fmla="*/ 1200 w 571"/>
                <a:gd name="T47" fmla="*/ 7140 h 1817"/>
                <a:gd name="T48" fmla="*/ 1112 w 571"/>
                <a:gd name="T49" fmla="*/ 6596 h 1817"/>
                <a:gd name="T50" fmla="*/ 1173 w 571"/>
                <a:gd name="T51" fmla="*/ 4709 h 1817"/>
                <a:gd name="T52" fmla="*/ 1173 w 571"/>
                <a:gd name="T53" fmla="*/ 3350 h 1817"/>
                <a:gd name="T54" fmla="*/ 1268 w 571"/>
                <a:gd name="T55" fmla="*/ 3346 h 1817"/>
                <a:gd name="T56" fmla="*/ 1262 w 571"/>
                <a:gd name="T57" fmla="*/ 4709 h 1817"/>
                <a:gd name="T58" fmla="*/ 1317 w 571"/>
                <a:gd name="T59" fmla="*/ 6596 h 1817"/>
                <a:gd name="T60" fmla="*/ 1236 w 571"/>
                <a:gd name="T61" fmla="*/ 7140 h 1817"/>
                <a:gd name="T62" fmla="*/ 1297 w 571"/>
                <a:gd name="T63" fmla="*/ 7525 h 1817"/>
                <a:gd name="T64" fmla="*/ 1667 w 571"/>
                <a:gd name="T65" fmla="*/ 7523 h 1817"/>
                <a:gd name="T66" fmla="*/ 1591 w 571"/>
                <a:gd name="T67" fmla="*/ 7205 h 1817"/>
                <a:gd name="T68" fmla="*/ 1721 w 571"/>
                <a:gd name="T69" fmla="*/ 6218 h 1817"/>
                <a:gd name="T70" fmla="*/ 1957 w 571"/>
                <a:gd name="T71" fmla="*/ 4153 h 1817"/>
                <a:gd name="T72" fmla="*/ 1833 w 571"/>
                <a:gd name="T73" fmla="*/ 2296 h 1817"/>
                <a:gd name="T74" fmla="*/ 1894 w 571"/>
                <a:gd name="T75" fmla="*/ 1585 h 1817"/>
                <a:gd name="T76" fmla="*/ 2162 w 571"/>
                <a:gd name="T77" fmla="*/ 3317 h 1817"/>
                <a:gd name="T78" fmla="*/ 2115 w 571"/>
                <a:gd name="T79" fmla="*/ 3809 h 1817"/>
                <a:gd name="T80" fmla="*/ 2141 w 571"/>
                <a:gd name="T81" fmla="*/ 3880 h 1817"/>
                <a:gd name="T82" fmla="*/ 2332 w 571"/>
                <a:gd name="T83" fmla="*/ 3846 h 1817"/>
                <a:gd name="T84" fmla="*/ 2428 w 571"/>
                <a:gd name="T85" fmla="*/ 3626 h 1817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571" h="1817">
                  <a:moveTo>
                    <a:pt x="569" y="870"/>
                  </a:moveTo>
                  <a:cubicBezTo>
                    <a:pt x="567" y="866"/>
                    <a:pt x="563" y="834"/>
                    <a:pt x="558" y="815"/>
                  </a:cubicBezTo>
                  <a:cubicBezTo>
                    <a:pt x="554" y="800"/>
                    <a:pt x="550" y="735"/>
                    <a:pt x="553" y="705"/>
                  </a:cubicBezTo>
                  <a:cubicBezTo>
                    <a:pt x="554" y="681"/>
                    <a:pt x="553" y="644"/>
                    <a:pt x="554" y="629"/>
                  </a:cubicBezTo>
                  <a:cubicBezTo>
                    <a:pt x="554" y="539"/>
                    <a:pt x="540" y="494"/>
                    <a:pt x="537" y="477"/>
                  </a:cubicBezTo>
                  <a:cubicBezTo>
                    <a:pt x="533" y="461"/>
                    <a:pt x="529" y="437"/>
                    <a:pt x="529" y="401"/>
                  </a:cubicBezTo>
                  <a:cubicBezTo>
                    <a:pt x="529" y="366"/>
                    <a:pt x="531" y="316"/>
                    <a:pt x="528" y="282"/>
                  </a:cubicBezTo>
                  <a:cubicBezTo>
                    <a:pt x="526" y="262"/>
                    <a:pt x="523" y="232"/>
                    <a:pt x="518" y="205"/>
                  </a:cubicBezTo>
                  <a:cubicBezTo>
                    <a:pt x="514" y="179"/>
                    <a:pt x="503" y="139"/>
                    <a:pt x="491" y="127"/>
                  </a:cubicBezTo>
                  <a:cubicBezTo>
                    <a:pt x="480" y="115"/>
                    <a:pt x="465" y="105"/>
                    <a:pt x="448" y="99"/>
                  </a:cubicBezTo>
                  <a:cubicBezTo>
                    <a:pt x="444" y="98"/>
                    <a:pt x="439" y="95"/>
                    <a:pt x="435" y="94"/>
                  </a:cubicBezTo>
                  <a:cubicBezTo>
                    <a:pt x="429" y="93"/>
                    <a:pt x="424" y="94"/>
                    <a:pt x="419" y="93"/>
                  </a:cubicBezTo>
                  <a:cubicBezTo>
                    <a:pt x="406" y="91"/>
                    <a:pt x="396" y="89"/>
                    <a:pt x="387" y="86"/>
                  </a:cubicBezTo>
                  <a:cubicBezTo>
                    <a:pt x="365" y="79"/>
                    <a:pt x="345" y="77"/>
                    <a:pt x="345" y="0"/>
                  </a:cubicBezTo>
                  <a:cubicBezTo>
                    <a:pt x="343" y="2"/>
                    <a:pt x="340" y="5"/>
                    <a:pt x="337" y="8"/>
                  </a:cubicBezTo>
                  <a:cubicBezTo>
                    <a:pt x="325" y="19"/>
                    <a:pt x="311" y="37"/>
                    <a:pt x="298" y="39"/>
                  </a:cubicBezTo>
                  <a:cubicBezTo>
                    <a:pt x="294" y="40"/>
                    <a:pt x="289" y="41"/>
                    <a:pt x="285" y="41"/>
                  </a:cubicBezTo>
                  <a:cubicBezTo>
                    <a:pt x="285" y="41"/>
                    <a:pt x="285" y="41"/>
                    <a:pt x="285" y="41"/>
                  </a:cubicBezTo>
                  <a:cubicBezTo>
                    <a:pt x="285" y="41"/>
                    <a:pt x="285" y="41"/>
                    <a:pt x="285" y="41"/>
                  </a:cubicBezTo>
                  <a:cubicBezTo>
                    <a:pt x="285" y="41"/>
                    <a:pt x="285" y="41"/>
                    <a:pt x="285" y="41"/>
                  </a:cubicBezTo>
                  <a:cubicBezTo>
                    <a:pt x="282" y="41"/>
                    <a:pt x="277" y="40"/>
                    <a:pt x="273" y="39"/>
                  </a:cubicBezTo>
                  <a:cubicBezTo>
                    <a:pt x="260" y="37"/>
                    <a:pt x="246" y="19"/>
                    <a:pt x="234" y="8"/>
                  </a:cubicBezTo>
                  <a:cubicBezTo>
                    <a:pt x="231" y="5"/>
                    <a:pt x="228" y="3"/>
                    <a:pt x="226" y="0"/>
                  </a:cubicBezTo>
                  <a:cubicBezTo>
                    <a:pt x="226" y="77"/>
                    <a:pt x="206" y="79"/>
                    <a:pt x="184" y="86"/>
                  </a:cubicBezTo>
                  <a:cubicBezTo>
                    <a:pt x="175" y="89"/>
                    <a:pt x="164" y="91"/>
                    <a:pt x="152" y="93"/>
                  </a:cubicBezTo>
                  <a:cubicBezTo>
                    <a:pt x="147" y="94"/>
                    <a:pt x="142" y="93"/>
                    <a:pt x="136" y="94"/>
                  </a:cubicBezTo>
                  <a:cubicBezTo>
                    <a:pt x="132" y="95"/>
                    <a:pt x="127" y="98"/>
                    <a:pt x="123" y="99"/>
                  </a:cubicBezTo>
                  <a:cubicBezTo>
                    <a:pt x="106" y="105"/>
                    <a:pt x="91" y="115"/>
                    <a:pt x="79" y="127"/>
                  </a:cubicBezTo>
                  <a:cubicBezTo>
                    <a:pt x="68" y="139"/>
                    <a:pt x="56" y="179"/>
                    <a:pt x="53" y="205"/>
                  </a:cubicBezTo>
                  <a:cubicBezTo>
                    <a:pt x="48" y="232"/>
                    <a:pt x="45" y="262"/>
                    <a:pt x="43" y="282"/>
                  </a:cubicBezTo>
                  <a:cubicBezTo>
                    <a:pt x="40" y="316"/>
                    <a:pt x="42" y="366"/>
                    <a:pt x="42" y="401"/>
                  </a:cubicBezTo>
                  <a:cubicBezTo>
                    <a:pt x="42" y="437"/>
                    <a:pt x="38" y="461"/>
                    <a:pt x="34" y="477"/>
                  </a:cubicBezTo>
                  <a:cubicBezTo>
                    <a:pt x="31" y="494"/>
                    <a:pt x="16" y="539"/>
                    <a:pt x="17" y="629"/>
                  </a:cubicBezTo>
                  <a:cubicBezTo>
                    <a:pt x="18" y="644"/>
                    <a:pt x="17" y="681"/>
                    <a:pt x="18" y="705"/>
                  </a:cubicBezTo>
                  <a:cubicBezTo>
                    <a:pt x="21" y="735"/>
                    <a:pt x="17" y="800"/>
                    <a:pt x="13" y="815"/>
                  </a:cubicBezTo>
                  <a:cubicBezTo>
                    <a:pt x="8" y="834"/>
                    <a:pt x="4" y="866"/>
                    <a:pt x="2" y="870"/>
                  </a:cubicBezTo>
                  <a:cubicBezTo>
                    <a:pt x="0" y="874"/>
                    <a:pt x="4" y="880"/>
                    <a:pt x="6" y="885"/>
                  </a:cubicBezTo>
                  <a:cubicBezTo>
                    <a:pt x="9" y="890"/>
                    <a:pt x="8" y="894"/>
                    <a:pt x="11" y="901"/>
                  </a:cubicBezTo>
                  <a:cubicBezTo>
                    <a:pt x="13" y="906"/>
                    <a:pt x="21" y="917"/>
                    <a:pt x="24" y="923"/>
                  </a:cubicBezTo>
                  <a:cubicBezTo>
                    <a:pt x="28" y="929"/>
                    <a:pt x="42" y="936"/>
                    <a:pt x="54" y="940"/>
                  </a:cubicBezTo>
                  <a:cubicBezTo>
                    <a:pt x="61" y="943"/>
                    <a:pt x="76" y="951"/>
                    <a:pt x="77" y="948"/>
                  </a:cubicBezTo>
                  <a:cubicBezTo>
                    <a:pt x="80" y="940"/>
                    <a:pt x="75" y="935"/>
                    <a:pt x="69" y="931"/>
                  </a:cubicBezTo>
                  <a:cubicBezTo>
                    <a:pt x="66" y="929"/>
                    <a:pt x="76" y="936"/>
                    <a:pt x="78" y="929"/>
                  </a:cubicBezTo>
                  <a:cubicBezTo>
                    <a:pt x="79" y="927"/>
                    <a:pt x="79" y="926"/>
                    <a:pt x="77" y="922"/>
                  </a:cubicBezTo>
                  <a:cubicBezTo>
                    <a:pt x="79" y="918"/>
                    <a:pt x="78" y="918"/>
                    <a:pt x="75" y="914"/>
                  </a:cubicBezTo>
                  <a:cubicBezTo>
                    <a:pt x="80" y="912"/>
                    <a:pt x="76" y="889"/>
                    <a:pt x="74" y="878"/>
                  </a:cubicBezTo>
                  <a:cubicBezTo>
                    <a:pt x="75" y="870"/>
                    <a:pt x="75" y="843"/>
                    <a:pt x="69" y="825"/>
                  </a:cubicBezTo>
                  <a:cubicBezTo>
                    <a:pt x="65" y="814"/>
                    <a:pt x="63" y="803"/>
                    <a:pt x="64" y="796"/>
                  </a:cubicBezTo>
                  <a:cubicBezTo>
                    <a:pt x="60" y="780"/>
                    <a:pt x="79" y="662"/>
                    <a:pt x="90" y="629"/>
                  </a:cubicBezTo>
                  <a:cubicBezTo>
                    <a:pt x="110" y="560"/>
                    <a:pt x="104" y="499"/>
                    <a:pt x="106" y="487"/>
                  </a:cubicBezTo>
                  <a:cubicBezTo>
                    <a:pt x="108" y="474"/>
                    <a:pt x="122" y="410"/>
                    <a:pt x="127" y="381"/>
                  </a:cubicBezTo>
                  <a:cubicBezTo>
                    <a:pt x="127" y="381"/>
                    <a:pt x="127" y="381"/>
                    <a:pt x="127" y="381"/>
                  </a:cubicBezTo>
                  <a:cubicBezTo>
                    <a:pt x="128" y="393"/>
                    <a:pt x="138" y="442"/>
                    <a:pt x="141" y="484"/>
                  </a:cubicBezTo>
                  <a:cubicBezTo>
                    <a:pt x="142" y="509"/>
                    <a:pt x="157" y="516"/>
                    <a:pt x="138" y="547"/>
                  </a:cubicBezTo>
                  <a:cubicBezTo>
                    <a:pt x="126" y="567"/>
                    <a:pt x="112" y="629"/>
                    <a:pt x="102" y="685"/>
                  </a:cubicBezTo>
                  <a:cubicBezTo>
                    <a:pt x="93" y="729"/>
                    <a:pt x="95" y="764"/>
                    <a:pt x="95" y="852"/>
                  </a:cubicBezTo>
                  <a:cubicBezTo>
                    <a:pt x="95" y="908"/>
                    <a:pt x="101" y="919"/>
                    <a:pt x="109" y="987"/>
                  </a:cubicBezTo>
                  <a:cubicBezTo>
                    <a:pt x="116" y="1044"/>
                    <a:pt x="145" y="1134"/>
                    <a:pt x="152" y="1175"/>
                  </a:cubicBezTo>
                  <a:cubicBezTo>
                    <a:pt x="159" y="1216"/>
                    <a:pt x="162" y="1237"/>
                    <a:pt x="164" y="1264"/>
                  </a:cubicBezTo>
                  <a:cubicBezTo>
                    <a:pt x="166" y="1291"/>
                    <a:pt x="148" y="1418"/>
                    <a:pt x="168" y="1492"/>
                  </a:cubicBezTo>
                  <a:cubicBezTo>
                    <a:pt x="187" y="1565"/>
                    <a:pt x="196" y="1612"/>
                    <a:pt x="200" y="1630"/>
                  </a:cubicBezTo>
                  <a:cubicBezTo>
                    <a:pt x="208" y="1669"/>
                    <a:pt x="201" y="1673"/>
                    <a:pt x="204" y="1693"/>
                  </a:cubicBezTo>
                  <a:cubicBezTo>
                    <a:pt x="208" y="1713"/>
                    <a:pt x="208" y="1710"/>
                    <a:pt x="198" y="1729"/>
                  </a:cubicBezTo>
                  <a:cubicBezTo>
                    <a:pt x="189" y="1742"/>
                    <a:pt x="174" y="1769"/>
                    <a:pt x="170" y="1775"/>
                  </a:cubicBezTo>
                  <a:cubicBezTo>
                    <a:pt x="165" y="1781"/>
                    <a:pt x="167" y="1787"/>
                    <a:pt x="170" y="1791"/>
                  </a:cubicBezTo>
                  <a:cubicBezTo>
                    <a:pt x="166" y="1800"/>
                    <a:pt x="177" y="1805"/>
                    <a:pt x="180" y="1805"/>
                  </a:cubicBezTo>
                  <a:cubicBezTo>
                    <a:pt x="179" y="1816"/>
                    <a:pt x="199" y="1815"/>
                    <a:pt x="204" y="1810"/>
                  </a:cubicBezTo>
                  <a:cubicBezTo>
                    <a:pt x="209" y="1816"/>
                    <a:pt x="224" y="1816"/>
                    <a:pt x="230" y="1809"/>
                  </a:cubicBezTo>
                  <a:cubicBezTo>
                    <a:pt x="240" y="1817"/>
                    <a:pt x="257" y="1817"/>
                    <a:pt x="267" y="1806"/>
                  </a:cubicBezTo>
                  <a:cubicBezTo>
                    <a:pt x="278" y="1795"/>
                    <a:pt x="279" y="1785"/>
                    <a:pt x="278" y="1774"/>
                  </a:cubicBezTo>
                  <a:cubicBezTo>
                    <a:pt x="277" y="1763"/>
                    <a:pt x="279" y="1760"/>
                    <a:pt x="282" y="1746"/>
                  </a:cubicBezTo>
                  <a:cubicBezTo>
                    <a:pt x="284" y="1733"/>
                    <a:pt x="286" y="1723"/>
                    <a:pt x="281" y="1713"/>
                  </a:cubicBezTo>
                  <a:cubicBezTo>
                    <a:pt x="276" y="1704"/>
                    <a:pt x="276" y="1700"/>
                    <a:pt x="276" y="1690"/>
                  </a:cubicBezTo>
                  <a:cubicBezTo>
                    <a:pt x="276" y="1680"/>
                    <a:pt x="279" y="1666"/>
                    <a:pt x="273" y="1654"/>
                  </a:cubicBezTo>
                  <a:cubicBezTo>
                    <a:pt x="267" y="1642"/>
                    <a:pt x="260" y="1614"/>
                    <a:pt x="261" y="1583"/>
                  </a:cubicBezTo>
                  <a:cubicBezTo>
                    <a:pt x="263" y="1552"/>
                    <a:pt x="285" y="1378"/>
                    <a:pt x="276" y="1318"/>
                  </a:cubicBezTo>
                  <a:cubicBezTo>
                    <a:pt x="266" y="1258"/>
                    <a:pt x="270" y="1246"/>
                    <a:pt x="272" y="1226"/>
                  </a:cubicBezTo>
                  <a:cubicBezTo>
                    <a:pt x="275" y="1206"/>
                    <a:pt x="281" y="1173"/>
                    <a:pt x="275" y="1130"/>
                  </a:cubicBezTo>
                  <a:cubicBezTo>
                    <a:pt x="273" y="1113"/>
                    <a:pt x="274" y="1044"/>
                    <a:pt x="274" y="974"/>
                  </a:cubicBezTo>
                  <a:cubicBezTo>
                    <a:pt x="275" y="928"/>
                    <a:pt x="287" y="817"/>
                    <a:pt x="275" y="805"/>
                  </a:cubicBezTo>
                  <a:cubicBezTo>
                    <a:pt x="275" y="804"/>
                    <a:pt x="275" y="804"/>
                    <a:pt x="275" y="804"/>
                  </a:cubicBezTo>
                  <a:cubicBezTo>
                    <a:pt x="278" y="805"/>
                    <a:pt x="282" y="806"/>
                    <a:pt x="284" y="806"/>
                  </a:cubicBezTo>
                  <a:cubicBezTo>
                    <a:pt x="285" y="806"/>
                    <a:pt x="285" y="806"/>
                    <a:pt x="285" y="806"/>
                  </a:cubicBezTo>
                  <a:cubicBezTo>
                    <a:pt x="289" y="806"/>
                    <a:pt x="293" y="805"/>
                    <a:pt x="297" y="803"/>
                  </a:cubicBezTo>
                  <a:cubicBezTo>
                    <a:pt x="296" y="805"/>
                    <a:pt x="296" y="805"/>
                    <a:pt x="296" y="805"/>
                  </a:cubicBezTo>
                  <a:cubicBezTo>
                    <a:pt x="284" y="817"/>
                    <a:pt x="296" y="928"/>
                    <a:pt x="297" y="974"/>
                  </a:cubicBezTo>
                  <a:cubicBezTo>
                    <a:pt x="297" y="1044"/>
                    <a:pt x="298" y="1113"/>
                    <a:pt x="296" y="1130"/>
                  </a:cubicBezTo>
                  <a:cubicBezTo>
                    <a:pt x="290" y="1173"/>
                    <a:pt x="296" y="1206"/>
                    <a:pt x="299" y="1226"/>
                  </a:cubicBezTo>
                  <a:cubicBezTo>
                    <a:pt x="301" y="1246"/>
                    <a:pt x="305" y="1258"/>
                    <a:pt x="295" y="1318"/>
                  </a:cubicBezTo>
                  <a:cubicBezTo>
                    <a:pt x="286" y="1378"/>
                    <a:pt x="308" y="1552"/>
                    <a:pt x="309" y="1583"/>
                  </a:cubicBezTo>
                  <a:cubicBezTo>
                    <a:pt x="311" y="1614"/>
                    <a:pt x="304" y="1642"/>
                    <a:pt x="298" y="1654"/>
                  </a:cubicBezTo>
                  <a:cubicBezTo>
                    <a:pt x="292" y="1666"/>
                    <a:pt x="295" y="1680"/>
                    <a:pt x="295" y="1690"/>
                  </a:cubicBezTo>
                  <a:cubicBezTo>
                    <a:pt x="295" y="1700"/>
                    <a:pt x="295" y="1704"/>
                    <a:pt x="290" y="1713"/>
                  </a:cubicBezTo>
                  <a:cubicBezTo>
                    <a:pt x="285" y="1723"/>
                    <a:pt x="287" y="1733"/>
                    <a:pt x="289" y="1746"/>
                  </a:cubicBezTo>
                  <a:cubicBezTo>
                    <a:pt x="292" y="1760"/>
                    <a:pt x="294" y="1763"/>
                    <a:pt x="293" y="1774"/>
                  </a:cubicBezTo>
                  <a:cubicBezTo>
                    <a:pt x="292" y="1785"/>
                    <a:pt x="293" y="1795"/>
                    <a:pt x="304" y="1806"/>
                  </a:cubicBezTo>
                  <a:cubicBezTo>
                    <a:pt x="314" y="1817"/>
                    <a:pt x="331" y="1817"/>
                    <a:pt x="341" y="1809"/>
                  </a:cubicBezTo>
                  <a:cubicBezTo>
                    <a:pt x="347" y="1816"/>
                    <a:pt x="362" y="1816"/>
                    <a:pt x="367" y="1810"/>
                  </a:cubicBezTo>
                  <a:cubicBezTo>
                    <a:pt x="372" y="1815"/>
                    <a:pt x="392" y="1816"/>
                    <a:pt x="391" y="1805"/>
                  </a:cubicBezTo>
                  <a:cubicBezTo>
                    <a:pt x="394" y="1805"/>
                    <a:pt x="405" y="1800"/>
                    <a:pt x="401" y="1791"/>
                  </a:cubicBezTo>
                  <a:cubicBezTo>
                    <a:pt x="404" y="1787"/>
                    <a:pt x="406" y="1781"/>
                    <a:pt x="401" y="1775"/>
                  </a:cubicBezTo>
                  <a:cubicBezTo>
                    <a:pt x="397" y="1769"/>
                    <a:pt x="382" y="1742"/>
                    <a:pt x="373" y="1729"/>
                  </a:cubicBezTo>
                  <a:cubicBezTo>
                    <a:pt x="363" y="1710"/>
                    <a:pt x="363" y="1713"/>
                    <a:pt x="367" y="1693"/>
                  </a:cubicBezTo>
                  <a:cubicBezTo>
                    <a:pt x="370" y="1673"/>
                    <a:pt x="363" y="1669"/>
                    <a:pt x="371" y="1630"/>
                  </a:cubicBezTo>
                  <a:cubicBezTo>
                    <a:pt x="375" y="1612"/>
                    <a:pt x="384" y="1565"/>
                    <a:pt x="403" y="1492"/>
                  </a:cubicBezTo>
                  <a:cubicBezTo>
                    <a:pt x="423" y="1418"/>
                    <a:pt x="405" y="1291"/>
                    <a:pt x="407" y="1264"/>
                  </a:cubicBezTo>
                  <a:cubicBezTo>
                    <a:pt x="409" y="1237"/>
                    <a:pt x="412" y="1216"/>
                    <a:pt x="419" y="1175"/>
                  </a:cubicBezTo>
                  <a:cubicBezTo>
                    <a:pt x="426" y="1134"/>
                    <a:pt x="452" y="1054"/>
                    <a:pt x="459" y="997"/>
                  </a:cubicBezTo>
                  <a:cubicBezTo>
                    <a:pt x="468" y="932"/>
                    <a:pt x="473" y="911"/>
                    <a:pt x="475" y="854"/>
                  </a:cubicBezTo>
                  <a:cubicBezTo>
                    <a:pt x="478" y="773"/>
                    <a:pt x="478" y="729"/>
                    <a:pt x="469" y="685"/>
                  </a:cubicBezTo>
                  <a:cubicBezTo>
                    <a:pt x="459" y="629"/>
                    <a:pt x="442" y="571"/>
                    <a:pt x="430" y="551"/>
                  </a:cubicBezTo>
                  <a:cubicBezTo>
                    <a:pt x="410" y="518"/>
                    <a:pt x="431" y="488"/>
                    <a:pt x="432" y="463"/>
                  </a:cubicBezTo>
                  <a:cubicBezTo>
                    <a:pt x="433" y="444"/>
                    <a:pt x="442" y="415"/>
                    <a:pt x="444" y="380"/>
                  </a:cubicBezTo>
                  <a:cubicBezTo>
                    <a:pt x="444" y="380"/>
                    <a:pt x="444" y="380"/>
                    <a:pt x="444" y="380"/>
                  </a:cubicBezTo>
                  <a:cubicBezTo>
                    <a:pt x="448" y="409"/>
                    <a:pt x="463" y="474"/>
                    <a:pt x="465" y="487"/>
                  </a:cubicBezTo>
                  <a:cubicBezTo>
                    <a:pt x="467" y="499"/>
                    <a:pt x="461" y="560"/>
                    <a:pt x="481" y="629"/>
                  </a:cubicBezTo>
                  <a:cubicBezTo>
                    <a:pt x="492" y="662"/>
                    <a:pt x="511" y="780"/>
                    <a:pt x="507" y="796"/>
                  </a:cubicBezTo>
                  <a:cubicBezTo>
                    <a:pt x="508" y="803"/>
                    <a:pt x="506" y="814"/>
                    <a:pt x="502" y="825"/>
                  </a:cubicBezTo>
                  <a:cubicBezTo>
                    <a:pt x="496" y="843"/>
                    <a:pt x="496" y="870"/>
                    <a:pt x="497" y="878"/>
                  </a:cubicBezTo>
                  <a:cubicBezTo>
                    <a:pt x="495" y="889"/>
                    <a:pt x="491" y="912"/>
                    <a:pt x="496" y="914"/>
                  </a:cubicBezTo>
                  <a:cubicBezTo>
                    <a:pt x="493" y="918"/>
                    <a:pt x="492" y="918"/>
                    <a:pt x="494" y="922"/>
                  </a:cubicBezTo>
                  <a:cubicBezTo>
                    <a:pt x="492" y="926"/>
                    <a:pt x="492" y="927"/>
                    <a:pt x="493" y="929"/>
                  </a:cubicBezTo>
                  <a:cubicBezTo>
                    <a:pt x="495" y="936"/>
                    <a:pt x="505" y="929"/>
                    <a:pt x="502" y="931"/>
                  </a:cubicBezTo>
                  <a:cubicBezTo>
                    <a:pt x="496" y="935"/>
                    <a:pt x="491" y="940"/>
                    <a:pt x="493" y="948"/>
                  </a:cubicBezTo>
                  <a:cubicBezTo>
                    <a:pt x="495" y="951"/>
                    <a:pt x="510" y="943"/>
                    <a:pt x="517" y="940"/>
                  </a:cubicBezTo>
                  <a:cubicBezTo>
                    <a:pt x="529" y="936"/>
                    <a:pt x="543" y="929"/>
                    <a:pt x="547" y="923"/>
                  </a:cubicBezTo>
                  <a:cubicBezTo>
                    <a:pt x="550" y="917"/>
                    <a:pt x="558" y="906"/>
                    <a:pt x="560" y="901"/>
                  </a:cubicBezTo>
                  <a:cubicBezTo>
                    <a:pt x="563" y="894"/>
                    <a:pt x="562" y="890"/>
                    <a:pt x="565" y="885"/>
                  </a:cubicBezTo>
                  <a:cubicBezTo>
                    <a:pt x="567" y="880"/>
                    <a:pt x="571" y="874"/>
                    <a:pt x="569" y="870"/>
                  </a:cubicBezTo>
                </a:path>
              </a:pathLst>
            </a:custGeom>
            <a:solidFill>
              <a:srgbClr val="75332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221" name="Freeform 337">
              <a:extLst>
                <a:ext uri="{FF2B5EF4-FFF2-40B4-BE49-F238E27FC236}">
                  <a16:creationId xmlns:a16="http://schemas.microsoft.com/office/drawing/2014/main" id="{AF130FE9-02F7-4819-A522-DADF71C5714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" y="1113"/>
              <a:ext cx="926" cy="2924"/>
            </a:xfrm>
            <a:custGeom>
              <a:avLst/>
              <a:gdLst>
                <a:gd name="T0" fmla="*/ 2360 w 571"/>
                <a:gd name="T1" fmla="*/ 2938 h 1817"/>
                <a:gd name="T2" fmla="*/ 2256 w 571"/>
                <a:gd name="T3" fmla="*/ 1670 h 1817"/>
                <a:gd name="T4" fmla="*/ 2094 w 571"/>
                <a:gd name="T5" fmla="*/ 528 h 1817"/>
                <a:gd name="T6" fmla="*/ 1786 w 571"/>
                <a:gd name="T7" fmla="*/ 388 h 1817"/>
                <a:gd name="T8" fmla="*/ 1438 w 571"/>
                <a:gd name="T9" fmla="*/ 34 h 1817"/>
                <a:gd name="T10" fmla="*/ 1215 w 571"/>
                <a:gd name="T11" fmla="*/ 171 h 1817"/>
                <a:gd name="T12" fmla="*/ 1164 w 571"/>
                <a:gd name="T13" fmla="*/ 163 h 1817"/>
                <a:gd name="T14" fmla="*/ 783 w 571"/>
                <a:gd name="T15" fmla="*/ 357 h 1817"/>
                <a:gd name="T16" fmla="*/ 524 w 571"/>
                <a:gd name="T17" fmla="*/ 412 h 1817"/>
                <a:gd name="T18" fmla="*/ 185 w 571"/>
                <a:gd name="T19" fmla="*/ 1176 h 1817"/>
                <a:gd name="T20" fmla="*/ 73 w 571"/>
                <a:gd name="T21" fmla="*/ 2621 h 1817"/>
                <a:gd name="T22" fmla="*/ 8 w 571"/>
                <a:gd name="T23" fmla="*/ 3626 h 1817"/>
                <a:gd name="T24" fmla="*/ 102 w 571"/>
                <a:gd name="T25" fmla="*/ 3846 h 1817"/>
                <a:gd name="T26" fmla="*/ 295 w 571"/>
                <a:gd name="T27" fmla="*/ 3880 h 1817"/>
                <a:gd name="T28" fmla="*/ 321 w 571"/>
                <a:gd name="T29" fmla="*/ 3809 h 1817"/>
                <a:gd name="T30" fmla="*/ 274 w 571"/>
                <a:gd name="T31" fmla="*/ 3317 h 1817"/>
                <a:gd name="T32" fmla="*/ 542 w 571"/>
                <a:gd name="T33" fmla="*/ 1587 h 1817"/>
                <a:gd name="T34" fmla="*/ 589 w 571"/>
                <a:gd name="T35" fmla="*/ 2279 h 1817"/>
                <a:gd name="T36" fmla="*/ 465 w 571"/>
                <a:gd name="T37" fmla="*/ 4112 h 1817"/>
                <a:gd name="T38" fmla="*/ 715 w 571"/>
                <a:gd name="T39" fmla="*/ 6218 h 1817"/>
                <a:gd name="T40" fmla="*/ 845 w 571"/>
                <a:gd name="T41" fmla="*/ 7205 h 1817"/>
                <a:gd name="T42" fmla="*/ 769 w 571"/>
                <a:gd name="T43" fmla="*/ 7523 h 1817"/>
                <a:gd name="T44" fmla="*/ 1138 w 571"/>
                <a:gd name="T45" fmla="*/ 7525 h 1817"/>
                <a:gd name="T46" fmla="*/ 1200 w 571"/>
                <a:gd name="T47" fmla="*/ 7140 h 1817"/>
                <a:gd name="T48" fmla="*/ 1112 w 571"/>
                <a:gd name="T49" fmla="*/ 6596 h 1817"/>
                <a:gd name="T50" fmla="*/ 1173 w 571"/>
                <a:gd name="T51" fmla="*/ 4709 h 1817"/>
                <a:gd name="T52" fmla="*/ 1173 w 571"/>
                <a:gd name="T53" fmla="*/ 3350 h 1817"/>
                <a:gd name="T54" fmla="*/ 1268 w 571"/>
                <a:gd name="T55" fmla="*/ 3346 h 1817"/>
                <a:gd name="T56" fmla="*/ 1262 w 571"/>
                <a:gd name="T57" fmla="*/ 4709 h 1817"/>
                <a:gd name="T58" fmla="*/ 1317 w 571"/>
                <a:gd name="T59" fmla="*/ 6596 h 1817"/>
                <a:gd name="T60" fmla="*/ 1236 w 571"/>
                <a:gd name="T61" fmla="*/ 7140 h 1817"/>
                <a:gd name="T62" fmla="*/ 1297 w 571"/>
                <a:gd name="T63" fmla="*/ 7525 h 1817"/>
                <a:gd name="T64" fmla="*/ 1667 w 571"/>
                <a:gd name="T65" fmla="*/ 7523 h 1817"/>
                <a:gd name="T66" fmla="*/ 1591 w 571"/>
                <a:gd name="T67" fmla="*/ 7205 h 1817"/>
                <a:gd name="T68" fmla="*/ 1721 w 571"/>
                <a:gd name="T69" fmla="*/ 6218 h 1817"/>
                <a:gd name="T70" fmla="*/ 1957 w 571"/>
                <a:gd name="T71" fmla="*/ 4153 h 1817"/>
                <a:gd name="T72" fmla="*/ 1833 w 571"/>
                <a:gd name="T73" fmla="*/ 2296 h 1817"/>
                <a:gd name="T74" fmla="*/ 1894 w 571"/>
                <a:gd name="T75" fmla="*/ 1585 h 1817"/>
                <a:gd name="T76" fmla="*/ 2162 w 571"/>
                <a:gd name="T77" fmla="*/ 3317 h 1817"/>
                <a:gd name="T78" fmla="*/ 2115 w 571"/>
                <a:gd name="T79" fmla="*/ 3809 h 1817"/>
                <a:gd name="T80" fmla="*/ 2141 w 571"/>
                <a:gd name="T81" fmla="*/ 3880 h 1817"/>
                <a:gd name="T82" fmla="*/ 2332 w 571"/>
                <a:gd name="T83" fmla="*/ 3846 h 1817"/>
                <a:gd name="T84" fmla="*/ 2428 w 571"/>
                <a:gd name="T85" fmla="*/ 3626 h 1817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571" h="1817">
                  <a:moveTo>
                    <a:pt x="569" y="870"/>
                  </a:moveTo>
                  <a:cubicBezTo>
                    <a:pt x="567" y="866"/>
                    <a:pt x="563" y="834"/>
                    <a:pt x="558" y="815"/>
                  </a:cubicBezTo>
                  <a:cubicBezTo>
                    <a:pt x="554" y="800"/>
                    <a:pt x="550" y="735"/>
                    <a:pt x="553" y="705"/>
                  </a:cubicBezTo>
                  <a:cubicBezTo>
                    <a:pt x="554" y="681"/>
                    <a:pt x="553" y="644"/>
                    <a:pt x="554" y="629"/>
                  </a:cubicBezTo>
                  <a:cubicBezTo>
                    <a:pt x="554" y="539"/>
                    <a:pt x="540" y="494"/>
                    <a:pt x="537" y="477"/>
                  </a:cubicBezTo>
                  <a:cubicBezTo>
                    <a:pt x="533" y="461"/>
                    <a:pt x="529" y="437"/>
                    <a:pt x="529" y="401"/>
                  </a:cubicBezTo>
                  <a:cubicBezTo>
                    <a:pt x="529" y="366"/>
                    <a:pt x="531" y="316"/>
                    <a:pt x="528" y="282"/>
                  </a:cubicBezTo>
                  <a:cubicBezTo>
                    <a:pt x="526" y="262"/>
                    <a:pt x="523" y="232"/>
                    <a:pt x="518" y="205"/>
                  </a:cubicBezTo>
                  <a:cubicBezTo>
                    <a:pt x="514" y="179"/>
                    <a:pt x="503" y="139"/>
                    <a:pt x="491" y="127"/>
                  </a:cubicBezTo>
                  <a:cubicBezTo>
                    <a:pt x="480" y="115"/>
                    <a:pt x="465" y="105"/>
                    <a:pt x="448" y="99"/>
                  </a:cubicBezTo>
                  <a:cubicBezTo>
                    <a:pt x="444" y="98"/>
                    <a:pt x="439" y="95"/>
                    <a:pt x="435" y="94"/>
                  </a:cubicBezTo>
                  <a:cubicBezTo>
                    <a:pt x="429" y="93"/>
                    <a:pt x="424" y="94"/>
                    <a:pt x="419" y="93"/>
                  </a:cubicBezTo>
                  <a:cubicBezTo>
                    <a:pt x="406" y="91"/>
                    <a:pt x="396" y="89"/>
                    <a:pt x="387" y="86"/>
                  </a:cubicBezTo>
                  <a:cubicBezTo>
                    <a:pt x="365" y="79"/>
                    <a:pt x="345" y="77"/>
                    <a:pt x="345" y="0"/>
                  </a:cubicBezTo>
                  <a:cubicBezTo>
                    <a:pt x="343" y="2"/>
                    <a:pt x="340" y="5"/>
                    <a:pt x="337" y="8"/>
                  </a:cubicBezTo>
                  <a:cubicBezTo>
                    <a:pt x="325" y="19"/>
                    <a:pt x="311" y="37"/>
                    <a:pt x="298" y="39"/>
                  </a:cubicBezTo>
                  <a:cubicBezTo>
                    <a:pt x="294" y="40"/>
                    <a:pt x="289" y="41"/>
                    <a:pt x="285" y="41"/>
                  </a:cubicBezTo>
                  <a:cubicBezTo>
                    <a:pt x="285" y="41"/>
                    <a:pt x="285" y="41"/>
                    <a:pt x="285" y="41"/>
                  </a:cubicBezTo>
                  <a:cubicBezTo>
                    <a:pt x="285" y="41"/>
                    <a:pt x="285" y="41"/>
                    <a:pt x="285" y="41"/>
                  </a:cubicBezTo>
                  <a:cubicBezTo>
                    <a:pt x="285" y="41"/>
                    <a:pt x="285" y="41"/>
                    <a:pt x="285" y="41"/>
                  </a:cubicBezTo>
                  <a:cubicBezTo>
                    <a:pt x="282" y="41"/>
                    <a:pt x="277" y="40"/>
                    <a:pt x="273" y="39"/>
                  </a:cubicBezTo>
                  <a:cubicBezTo>
                    <a:pt x="260" y="37"/>
                    <a:pt x="246" y="19"/>
                    <a:pt x="234" y="8"/>
                  </a:cubicBezTo>
                  <a:cubicBezTo>
                    <a:pt x="231" y="5"/>
                    <a:pt x="228" y="3"/>
                    <a:pt x="226" y="0"/>
                  </a:cubicBezTo>
                  <a:cubicBezTo>
                    <a:pt x="226" y="77"/>
                    <a:pt x="206" y="79"/>
                    <a:pt x="184" y="86"/>
                  </a:cubicBezTo>
                  <a:cubicBezTo>
                    <a:pt x="175" y="89"/>
                    <a:pt x="164" y="91"/>
                    <a:pt x="152" y="93"/>
                  </a:cubicBezTo>
                  <a:cubicBezTo>
                    <a:pt x="147" y="94"/>
                    <a:pt x="142" y="93"/>
                    <a:pt x="136" y="94"/>
                  </a:cubicBezTo>
                  <a:cubicBezTo>
                    <a:pt x="132" y="95"/>
                    <a:pt x="127" y="98"/>
                    <a:pt x="123" y="99"/>
                  </a:cubicBezTo>
                  <a:cubicBezTo>
                    <a:pt x="106" y="105"/>
                    <a:pt x="91" y="115"/>
                    <a:pt x="79" y="127"/>
                  </a:cubicBezTo>
                  <a:cubicBezTo>
                    <a:pt x="68" y="139"/>
                    <a:pt x="56" y="179"/>
                    <a:pt x="53" y="205"/>
                  </a:cubicBezTo>
                  <a:cubicBezTo>
                    <a:pt x="48" y="232"/>
                    <a:pt x="45" y="262"/>
                    <a:pt x="43" y="282"/>
                  </a:cubicBezTo>
                  <a:cubicBezTo>
                    <a:pt x="40" y="316"/>
                    <a:pt x="42" y="366"/>
                    <a:pt x="42" y="401"/>
                  </a:cubicBezTo>
                  <a:cubicBezTo>
                    <a:pt x="42" y="437"/>
                    <a:pt x="38" y="461"/>
                    <a:pt x="34" y="477"/>
                  </a:cubicBezTo>
                  <a:cubicBezTo>
                    <a:pt x="31" y="494"/>
                    <a:pt x="16" y="539"/>
                    <a:pt x="17" y="629"/>
                  </a:cubicBezTo>
                  <a:cubicBezTo>
                    <a:pt x="18" y="644"/>
                    <a:pt x="17" y="681"/>
                    <a:pt x="18" y="705"/>
                  </a:cubicBezTo>
                  <a:cubicBezTo>
                    <a:pt x="21" y="735"/>
                    <a:pt x="17" y="800"/>
                    <a:pt x="13" y="815"/>
                  </a:cubicBezTo>
                  <a:cubicBezTo>
                    <a:pt x="8" y="834"/>
                    <a:pt x="4" y="866"/>
                    <a:pt x="2" y="870"/>
                  </a:cubicBezTo>
                  <a:cubicBezTo>
                    <a:pt x="0" y="874"/>
                    <a:pt x="4" y="880"/>
                    <a:pt x="6" y="885"/>
                  </a:cubicBezTo>
                  <a:cubicBezTo>
                    <a:pt x="9" y="890"/>
                    <a:pt x="8" y="894"/>
                    <a:pt x="11" y="901"/>
                  </a:cubicBezTo>
                  <a:cubicBezTo>
                    <a:pt x="13" y="906"/>
                    <a:pt x="21" y="917"/>
                    <a:pt x="24" y="923"/>
                  </a:cubicBezTo>
                  <a:cubicBezTo>
                    <a:pt x="28" y="929"/>
                    <a:pt x="42" y="936"/>
                    <a:pt x="54" y="940"/>
                  </a:cubicBezTo>
                  <a:cubicBezTo>
                    <a:pt x="61" y="943"/>
                    <a:pt x="76" y="951"/>
                    <a:pt x="77" y="948"/>
                  </a:cubicBezTo>
                  <a:cubicBezTo>
                    <a:pt x="80" y="940"/>
                    <a:pt x="75" y="935"/>
                    <a:pt x="69" y="931"/>
                  </a:cubicBezTo>
                  <a:cubicBezTo>
                    <a:pt x="66" y="929"/>
                    <a:pt x="76" y="936"/>
                    <a:pt x="78" y="929"/>
                  </a:cubicBezTo>
                  <a:cubicBezTo>
                    <a:pt x="79" y="927"/>
                    <a:pt x="79" y="926"/>
                    <a:pt x="77" y="922"/>
                  </a:cubicBezTo>
                  <a:cubicBezTo>
                    <a:pt x="79" y="918"/>
                    <a:pt x="78" y="918"/>
                    <a:pt x="75" y="914"/>
                  </a:cubicBezTo>
                  <a:cubicBezTo>
                    <a:pt x="80" y="912"/>
                    <a:pt x="76" y="889"/>
                    <a:pt x="74" y="878"/>
                  </a:cubicBezTo>
                  <a:cubicBezTo>
                    <a:pt x="75" y="870"/>
                    <a:pt x="75" y="843"/>
                    <a:pt x="69" y="825"/>
                  </a:cubicBezTo>
                  <a:cubicBezTo>
                    <a:pt x="65" y="814"/>
                    <a:pt x="63" y="803"/>
                    <a:pt x="64" y="796"/>
                  </a:cubicBezTo>
                  <a:cubicBezTo>
                    <a:pt x="60" y="780"/>
                    <a:pt x="79" y="662"/>
                    <a:pt x="90" y="629"/>
                  </a:cubicBezTo>
                  <a:cubicBezTo>
                    <a:pt x="110" y="560"/>
                    <a:pt x="104" y="499"/>
                    <a:pt x="106" y="487"/>
                  </a:cubicBezTo>
                  <a:cubicBezTo>
                    <a:pt x="108" y="474"/>
                    <a:pt x="122" y="410"/>
                    <a:pt x="127" y="381"/>
                  </a:cubicBezTo>
                  <a:cubicBezTo>
                    <a:pt x="127" y="381"/>
                    <a:pt x="127" y="381"/>
                    <a:pt x="127" y="381"/>
                  </a:cubicBezTo>
                  <a:cubicBezTo>
                    <a:pt x="128" y="393"/>
                    <a:pt x="138" y="442"/>
                    <a:pt x="141" y="484"/>
                  </a:cubicBezTo>
                  <a:cubicBezTo>
                    <a:pt x="142" y="509"/>
                    <a:pt x="157" y="516"/>
                    <a:pt x="138" y="547"/>
                  </a:cubicBezTo>
                  <a:cubicBezTo>
                    <a:pt x="126" y="567"/>
                    <a:pt x="112" y="629"/>
                    <a:pt x="102" y="685"/>
                  </a:cubicBezTo>
                  <a:cubicBezTo>
                    <a:pt x="93" y="729"/>
                    <a:pt x="95" y="764"/>
                    <a:pt x="95" y="852"/>
                  </a:cubicBezTo>
                  <a:cubicBezTo>
                    <a:pt x="95" y="908"/>
                    <a:pt x="101" y="919"/>
                    <a:pt x="109" y="987"/>
                  </a:cubicBezTo>
                  <a:cubicBezTo>
                    <a:pt x="116" y="1044"/>
                    <a:pt x="145" y="1134"/>
                    <a:pt x="152" y="1175"/>
                  </a:cubicBezTo>
                  <a:cubicBezTo>
                    <a:pt x="159" y="1216"/>
                    <a:pt x="162" y="1237"/>
                    <a:pt x="164" y="1264"/>
                  </a:cubicBezTo>
                  <a:cubicBezTo>
                    <a:pt x="166" y="1291"/>
                    <a:pt x="148" y="1418"/>
                    <a:pt x="168" y="1492"/>
                  </a:cubicBezTo>
                  <a:cubicBezTo>
                    <a:pt x="187" y="1565"/>
                    <a:pt x="196" y="1612"/>
                    <a:pt x="200" y="1630"/>
                  </a:cubicBezTo>
                  <a:cubicBezTo>
                    <a:pt x="208" y="1669"/>
                    <a:pt x="201" y="1673"/>
                    <a:pt x="204" y="1693"/>
                  </a:cubicBezTo>
                  <a:cubicBezTo>
                    <a:pt x="208" y="1713"/>
                    <a:pt x="208" y="1710"/>
                    <a:pt x="198" y="1729"/>
                  </a:cubicBezTo>
                  <a:cubicBezTo>
                    <a:pt x="189" y="1742"/>
                    <a:pt x="174" y="1769"/>
                    <a:pt x="170" y="1775"/>
                  </a:cubicBezTo>
                  <a:cubicBezTo>
                    <a:pt x="165" y="1781"/>
                    <a:pt x="167" y="1787"/>
                    <a:pt x="170" y="1791"/>
                  </a:cubicBezTo>
                  <a:cubicBezTo>
                    <a:pt x="166" y="1800"/>
                    <a:pt x="177" y="1805"/>
                    <a:pt x="180" y="1805"/>
                  </a:cubicBezTo>
                  <a:cubicBezTo>
                    <a:pt x="179" y="1816"/>
                    <a:pt x="199" y="1815"/>
                    <a:pt x="204" y="1810"/>
                  </a:cubicBezTo>
                  <a:cubicBezTo>
                    <a:pt x="209" y="1816"/>
                    <a:pt x="224" y="1816"/>
                    <a:pt x="230" y="1809"/>
                  </a:cubicBezTo>
                  <a:cubicBezTo>
                    <a:pt x="240" y="1817"/>
                    <a:pt x="257" y="1817"/>
                    <a:pt x="267" y="1806"/>
                  </a:cubicBezTo>
                  <a:cubicBezTo>
                    <a:pt x="278" y="1795"/>
                    <a:pt x="279" y="1785"/>
                    <a:pt x="278" y="1774"/>
                  </a:cubicBezTo>
                  <a:cubicBezTo>
                    <a:pt x="277" y="1763"/>
                    <a:pt x="279" y="1760"/>
                    <a:pt x="282" y="1746"/>
                  </a:cubicBezTo>
                  <a:cubicBezTo>
                    <a:pt x="284" y="1733"/>
                    <a:pt x="286" y="1723"/>
                    <a:pt x="281" y="1713"/>
                  </a:cubicBezTo>
                  <a:cubicBezTo>
                    <a:pt x="276" y="1704"/>
                    <a:pt x="276" y="1700"/>
                    <a:pt x="276" y="1690"/>
                  </a:cubicBezTo>
                  <a:cubicBezTo>
                    <a:pt x="276" y="1680"/>
                    <a:pt x="279" y="1666"/>
                    <a:pt x="273" y="1654"/>
                  </a:cubicBezTo>
                  <a:cubicBezTo>
                    <a:pt x="267" y="1642"/>
                    <a:pt x="260" y="1614"/>
                    <a:pt x="261" y="1583"/>
                  </a:cubicBezTo>
                  <a:cubicBezTo>
                    <a:pt x="263" y="1552"/>
                    <a:pt x="285" y="1378"/>
                    <a:pt x="276" y="1318"/>
                  </a:cubicBezTo>
                  <a:cubicBezTo>
                    <a:pt x="266" y="1258"/>
                    <a:pt x="270" y="1246"/>
                    <a:pt x="272" y="1226"/>
                  </a:cubicBezTo>
                  <a:cubicBezTo>
                    <a:pt x="275" y="1206"/>
                    <a:pt x="281" y="1173"/>
                    <a:pt x="275" y="1130"/>
                  </a:cubicBezTo>
                  <a:cubicBezTo>
                    <a:pt x="273" y="1113"/>
                    <a:pt x="274" y="1044"/>
                    <a:pt x="274" y="974"/>
                  </a:cubicBezTo>
                  <a:cubicBezTo>
                    <a:pt x="275" y="928"/>
                    <a:pt x="287" y="817"/>
                    <a:pt x="275" y="805"/>
                  </a:cubicBezTo>
                  <a:cubicBezTo>
                    <a:pt x="275" y="804"/>
                    <a:pt x="275" y="804"/>
                    <a:pt x="275" y="804"/>
                  </a:cubicBezTo>
                  <a:cubicBezTo>
                    <a:pt x="278" y="805"/>
                    <a:pt x="282" y="806"/>
                    <a:pt x="284" y="806"/>
                  </a:cubicBezTo>
                  <a:cubicBezTo>
                    <a:pt x="285" y="806"/>
                    <a:pt x="285" y="806"/>
                    <a:pt x="285" y="806"/>
                  </a:cubicBezTo>
                  <a:cubicBezTo>
                    <a:pt x="289" y="806"/>
                    <a:pt x="293" y="805"/>
                    <a:pt x="297" y="803"/>
                  </a:cubicBezTo>
                  <a:cubicBezTo>
                    <a:pt x="296" y="805"/>
                    <a:pt x="296" y="805"/>
                    <a:pt x="296" y="805"/>
                  </a:cubicBezTo>
                  <a:cubicBezTo>
                    <a:pt x="284" y="817"/>
                    <a:pt x="296" y="928"/>
                    <a:pt x="297" y="974"/>
                  </a:cubicBezTo>
                  <a:cubicBezTo>
                    <a:pt x="297" y="1044"/>
                    <a:pt x="298" y="1113"/>
                    <a:pt x="296" y="1130"/>
                  </a:cubicBezTo>
                  <a:cubicBezTo>
                    <a:pt x="290" y="1173"/>
                    <a:pt x="296" y="1206"/>
                    <a:pt x="299" y="1226"/>
                  </a:cubicBezTo>
                  <a:cubicBezTo>
                    <a:pt x="301" y="1246"/>
                    <a:pt x="305" y="1258"/>
                    <a:pt x="295" y="1318"/>
                  </a:cubicBezTo>
                  <a:cubicBezTo>
                    <a:pt x="286" y="1378"/>
                    <a:pt x="308" y="1552"/>
                    <a:pt x="309" y="1583"/>
                  </a:cubicBezTo>
                  <a:cubicBezTo>
                    <a:pt x="311" y="1614"/>
                    <a:pt x="304" y="1642"/>
                    <a:pt x="298" y="1654"/>
                  </a:cubicBezTo>
                  <a:cubicBezTo>
                    <a:pt x="292" y="1666"/>
                    <a:pt x="295" y="1680"/>
                    <a:pt x="295" y="1690"/>
                  </a:cubicBezTo>
                  <a:cubicBezTo>
                    <a:pt x="295" y="1700"/>
                    <a:pt x="295" y="1704"/>
                    <a:pt x="290" y="1713"/>
                  </a:cubicBezTo>
                  <a:cubicBezTo>
                    <a:pt x="285" y="1723"/>
                    <a:pt x="287" y="1733"/>
                    <a:pt x="289" y="1746"/>
                  </a:cubicBezTo>
                  <a:cubicBezTo>
                    <a:pt x="292" y="1760"/>
                    <a:pt x="294" y="1763"/>
                    <a:pt x="293" y="1774"/>
                  </a:cubicBezTo>
                  <a:cubicBezTo>
                    <a:pt x="292" y="1785"/>
                    <a:pt x="293" y="1795"/>
                    <a:pt x="304" y="1806"/>
                  </a:cubicBezTo>
                  <a:cubicBezTo>
                    <a:pt x="314" y="1817"/>
                    <a:pt x="331" y="1817"/>
                    <a:pt x="341" y="1809"/>
                  </a:cubicBezTo>
                  <a:cubicBezTo>
                    <a:pt x="347" y="1816"/>
                    <a:pt x="362" y="1816"/>
                    <a:pt x="367" y="1810"/>
                  </a:cubicBezTo>
                  <a:cubicBezTo>
                    <a:pt x="372" y="1815"/>
                    <a:pt x="392" y="1816"/>
                    <a:pt x="391" y="1805"/>
                  </a:cubicBezTo>
                  <a:cubicBezTo>
                    <a:pt x="394" y="1805"/>
                    <a:pt x="405" y="1800"/>
                    <a:pt x="401" y="1791"/>
                  </a:cubicBezTo>
                  <a:cubicBezTo>
                    <a:pt x="404" y="1787"/>
                    <a:pt x="406" y="1781"/>
                    <a:pt x="401" y="1775"/>
                  </a:cubicBezTo>
                  <a:cubicBezTo>
                    <a:pt x="397" y="1769"/>
                    <a:pt x="382" y="1742"/>
                    <a:pt x="373" y="1729"/>
                  </a:cubicBezTo>
                  <a:cubicBezTo>
                    <a:pt x="363" y="1710"/>
                    <a:pt x="363" y="1713"/>
                    <a:pt x="367" y="1693"/>
                  </a:cubicBezTo>
                  <a:cubicBezTo>
                    <a:pt x="370" y="1673"/>
                    <a:pt x="363" y="1669"/>
                    <a:pt x="371" y="1630"/>
                  </a:cubicBezTo>
                  <a:cubicBezTo>
                    <a:pt x="375" y="1612"/>
                    <a:pt x="384" y="1565"/>
                    <a:pt x="403" y="1492"/>
                  </a:cubicBezTo>
                  <a:cubicBezTo>
                    <a:pt x="423" y="1418"/>
                    <a:pt x="405" y="1291"/>
                    <a:pt x="407" y="1264"/>
                  </a:cubicBezTo>
                  <a:cubicBezTo>
                    <a:pt x="409" y="1237"/>
                    <a:pt x="412" y="1216"/>
                    <a:pt x="419" y="1175"/>
                  </a:cubicBezTo>
                  <a:cubicBezTo>
                    <a:pt x="426" y="1134"/>
                    <a:pt x="452" y="1054"/>
                    <a:pt x="459" y="997"/>
                  </a:cubicBezTo>
                  <a:cubicBezTo>
                    <a:pt x="468" y="932"/>
                    <a:pt x="473" y="911"/>
                    <a:pt x="475" y="854"/>
                  </a:cubicBezTo>
                  <a:cubicBezTo>
                    <a:pt x="478" y="773"/>
                    <a:pt x="478" y="729"/>
                    <a:pt x="469" y="685"/>
                  </a:cubicBezTo>
                  <a:cubicBezTo>
                    <a:pt x="459" y="629"/>
                    <a:pt x="442" y="571"/>
                    <a:pt x="430" y="551"/>
                  </a:cubicBezTo>
                  <a:cubicBezTo>
                    <a:pt x="410" y="518"/>
                    <a:pt x="431" y="488"/>
                    <a:pt x="432" y="463"/>
                  </a:cubicBezTo>
                  <a:cubicBezTo>
                    <a:pt x="433" y="444"/>
                    <a:pt x="442" y="415"/>
                    <a:pt x="444" y="380"/>
                  </a:cubicBezTo>
                  <a:cubicBezTo>
                    <a:pt x="444" y="380"/>
                    <a:pt x="444" y="380"/>
                    <a:pt x="444" y="380"/>
                  </a:cubicBezTo>
                  <a:cubicBezTo>
                    <a:pt x="448" y="409"/>
                    <a:pt x="463" y="474"/>
                    <a:pt x="465" y="487"/>
                  </a:cubicBezTo>
                  <a:cubicBezTo>
                    <a:pt x="467" y="499"/>
                    <a:pt x="461" y="560"/>
                    <a:pt x="481" y="629"/>
                  </a:cubicBezTo>
                  <a:cubicBezTo>
                    <a:pt x="492" y="662"/>
                    <a:pt x="511" y="780"/>
                    <a:pt x="507" y="796"/>
                  </a:cubicBezTo>
                  <a:cubicBezTo>
                    <a:pt x="508" y="803"/>
                    <a:pt x="506" y="814"/>
                    <a:pt x="502" y="825"/>
                  </a:cubicBezTo>
                  <a:cubicBezTo>
                    <a:pt x="496" y="843"/>
                    <a:pt x="496" y="870"/>
                    <a:pt x="497" y="878"/>
                  </a:cubicBezTo>
                  <a:cubicBezTo>
                    <a:pt x="495" y="889"/>
                    <a:pt x="491" y="912"/>
                    <a:pt x="496" y="914"/>
                  </a:cubicBezTo>
                  <a:cubicBezTo>
                    <a:pt x="493" y="918"/>
                    <a:pt x="492" y="918"/>
                    <a:pt x="494" y="922"/>
                  </a:cubicBezTo>
                  <a:cubicBezTo>
                    <a:pt x="492" y="926"/>
                    <a:pt x="492" y="927"/>
                    <a:pt x="493" y="929"/>
                  </a:cubicBezTo>
                  <a:cubicBezTo>
                    <a:pt x="495" y="936"/>
                    <a:pt x="505" y="929"/>
                    <a:pt x="502" y="931"/>
                  </a:cubicBezTo>
                  <a:cubicBezTo>
                    <a:pt x="496" y="935"/>
                    <a:pt x="491" y="940"/>
                    <a:pt x="493" y="948"/>
                  </a:cubicBezTo>
                  <a:cubicBezTo>
                    <a:pt x="495" y="951"/>
                    <a:pt x="510" y="943"/>
                    <a:pt x="517" y="940"/>
                  </a:cubicBezTo>
                  <a:cubicBezTo>
                    <a:pt x="529" y="936"/>
                    <a:pt x="543" y="929"/>
                    <a:pt x="547" y="923"/>
                  </a:cubicBezTo>
                  <a:cubicBezTo>
                    <a:pt x="550" y="917"/>
                    <a:pt x="558" y="906"/>
                    <a:pt x="560" y="901"/>
                  </a:cubicBezTo>
                  <a:cubicBezTo>
                    <a:pt x="563" y="894"/>
                    <a:pt x="562" y="890"/>
                    <a:pt x="565" y="885"/>
                  </a:cubicBezTo>
                  <a:cubicBezTo>
                    <a:pt x="567" y="880"/>
                    <a:pt x="571" y="874"/>
                    <a:pt x="569" y="87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222" name="Oval 338">
              <a:extLst>
                <a:ext uri="{FF2B5EF4-FFF2-40B4-BE49-F238E27FC236}">
                  <a16:creationId xmlns:a16="http://schemas.microsoft.com/office/drawing/2014/main" id="{8E2AF4FB-9C18-4EBC-BA26-4DD43AC4E8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61" y="955"/>
              <a:ext cx="26" cy="24"/>
            </a:xfrm>
            <a:prstGeom prst="ellipse">
              <a:avLst/>
            </a:prstGeom>
            <a:solidFill>
              <a:srgbClr val="2A100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223" name="Oval 339">
              <a:extLst>
                <a:ext uri="{FF2B5EF4-FFF2-40B4-BE49-F238E27FC236}">
                  <a16:creationId xmlns:a16="http://schemas.microsoft.com/office/drawing/2014/main" id="{1BE21EE7-BA4A-4C28-BD80-42C3C3E2FE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9" y="955"/>
              <a:ext cx="26" cy="24"/>
            </a:xfrm>
            <a:prstGeom prst="ellipse">
              <a:avLst/>
            </a:prstGeom>
            <a:solidFill>
              <a:srgbClr val="2A100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224" name="Freeform 340">
              <a:extLst>
                <a:ext uri="{FF2B5EF4-FFF2-40B4-BE49-F238E27FC236}">
                  <a16:creationId xmlns:a16="http://schemas.microsoft.com/office/drawing/2014/main" id="{9A61C169-8EF0-4329-99FF-5532A0554C8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1" y="1710"/>
              <a:ext cx="154" cy="291"/>
            </a:xfrm>
            <a:custGeom>
              <a:avLst/>
              <a:gdLst>
                <a:gd name="T0" fmla="*/ 0 w 95"/>
                <a:gd name="T1" fmla="*/ 5 h 181"/>
                <a:gd name="T2" fmla="*/ 289 w 95"/>
                <a:gd name="T3" fmla="*/ 50 h 181"/>
                <a:gd name="T4" fmla="*/ 389 w 95"/>
                <a:gd name="T5" fmla="*/ 16 h 181"/>
                <a:gd name="T6" fmla="*/ 389 w 95"/>
                <a:gd name="T7" fmla="*/ 122 h 181"/>
                <a:gd name="T8" fmla="*/ 363 w 95"/>
                <a:gd name="T9" fmla="*/ 246 h 181"/>
                <a:gd name="T10" fmla="*/ 355 w 95"/>
                <a:gd name="T11" fmla="*/ 391 h 181"/>
                <a:gd name="T12" fmla="*/ 280 w 95"/>
                <a:gd name="T13" fmla="*/ 752 h 181"/>
                <a:gd name="T14" fmla="*/ 316 w 95"/>
                <a:gd name="T15" fmla="*/ 498 h 181"/>
                <a:gd name="T16" fmla="*/ 259 w 95"/>
                <a:gd name="T17" fmla="*/ 233 h 181"/>
                <a:gd name="T18" fmla="*/ 29 w 95"/>
                <a:gd name="T19" fmla="*/ 37 h 18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95" h="181">
                  <a:moveTo>
                    <a:pt x="0" y="1"/>
                  </a:moveTo>
                  <a:cubicBezTo>
                    <a:pt x="16" y="15"/>
                    <a:pt x="48" y="17"/>
                    <a:pt x="68" y="12"/>
                  </a:cubicBezTo>
                  <a:cubicBezTo>
                    <a:pt x="73" y="11"/>
                    <a:pt x="86" y="0"/>
                    <a:pt x="91" y="4"/>
                  </a:cubicBezTo>
                  <a:cubicBezTo>
                    <a:pt x="95" y="7"/>
                    <a:pt x="91" y="25"/>
                    <a:pt x="91" y="29"/>
                  </a:cubicBezTo>
                  <a:cubicBezTo>
                    <a:pt x="90" y="39"/>
                    <a:pt x="86" y="49"/>
                    <a:pt x="85" y="59"/>
                  </a:cubicBezTo>
                  <a:cubicBezTo>
                    <a:pt x="84" y="71"/>
                    <a:pt x="85" y="81"/>
                    <a:pt x="83" y="94"/>
                  </a:cubicBezTo>
                  <a:cubicBezTo>
                    <a:pt x="79" y="121"/>
                    <a:pt x="84" y="158"/>
                    <a:pt x="66" y="181"/>
                  </a:cubicBezTo>
                  <a:cubicBezTo>
                    <a:pt x="65" y="160"/>
                    <a:pt x="73" y="141"/>
                    <a:pt x="74" y="120"/>
                  </a:cubicBezTo>
                  <a:cubicBezTo>
                    <a:pt x="75" y="98"/>
                    <a:pt x="73" y="76"/>
                    <a:pt x="61" y="56"/>
                  </a:cubicBezTo>
                  <a:cubicBezTo>
                    <a:pt x="48" y="36"/>
                    <a:pt x="14" y="35"/>
                    <a:pt x="7" y="9"/>
                  </a:cubicBezTo>
                </a:path>
              </a:pathLst>
            </a:custGeom>
            <a:solidFill>
              <a:srgbClr val="6B2D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225" name="Freeform 341">
              <a:extLst>
                <a:ext uri="{FF2B5EF4-FFF2-40B4-BE49-F238E27FC236}">
                  <a16:creationId xmlns:a16="http://schemas.microsoft.com/office/drawing/2014/main" id="{7DBE1098-D898-4E68-92C6-2D67873CE500}"/>
                </a:ext>
              </a:extLst>
            </p:cNvPr>
            <p:cNvSpPr>
              <a:spLocks/>
            </p:cNvSpPr>
            <p:nvPr/>
          </p:nvSpPr>
          <p:spPr bwMode="auto">
            <a:xfrm>
              <a:off x="840" y="939"/>
              <a:ext cx="78" cy="63"/>
            </a:xfrm>
            <a:custGeom>
              <a:avLst/>
              <a:gdLst>
                <a:gd name="T0" fmla="*/ 26 w 48"/>
                <a:gd name="T1" fmla="*/ 29 h 39"/>
                <a:gd name="T2" fmla="*/ 88 w 48"/>
                <a:gd name="T3" fmla="*/ 5 h 39"/>
                <a:gd name="T4" fmla="*/ 172 w 48"/>
                <a:gd name="T5" fmla="*/ 16 h 39"/>
                <a:gd name="T6" fmla="*/ 198 w 48"/>
                <a:gd name="T7" fmla="*/ 89 h 39"/>
                <a:gd name="T8" fmla="*/ 122 w 48"/>
                <a:gd name="T9" fmla="*/ 139 h 39"/>
                <a:gd name="T10" fmla="*/ 54 w 48"/>
                <a:gd name="T11" fmla="*/ 160 h 39"/>
                <a:gd name="T12" fmla="*/ 8 w 48"/>
                <a:gd name="T13" fmla="*/ 123 h 39"/>
                <a:gd name="T14" fmla="*/ 54 w 48"/>
                <a:gd name="T15" fmla="*/ 105 h 39"/>
                <a:gd name="T16" fmla="*/ 138 w 48"/>
                <a:gd name="T17" fmla="*/ 105 h 39"/>
                <a:gd name="T18" fmla="*/ 164 w 48"/>
                <a:gd name="T19" fmla="*/ 81 h 39"/>
                <a:gd name="T20" fmla="*/ 96 w 48"/>
                <a:gd name="T21" fmla="*/ 29 h 3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8" h="39">
                  <a:moveTo>
                    <a:pt x="6" y="7"/>
                  </a:moveTo>
                  <a:cubicBezTo>
                    <a:pt x="10" y="1"/>
                    <a:pt x="13" y="1"/>
                    <a:pt x="20" y="1"/>
                  </a:cubicBezTo>
                  <a:cubicBezTo>
                    <a:pt x="27" y="1"/>
                    <a:pt x="34" y="0"/>
                    <a:pt x="40" y="4"/>
                  </a:cubicBezTo>
                  <a:cubicBezTo>
                    <a:pt x="46" y="7"/>
                    <a:pt x="48" y="15"/>
                    <a:pt x="46" y="21"/>
                  </a:cubicBezTo>
                  <a:cubicBezTo>
                    <a:pt x="44" y="26"/>
                    <a:pt x="33" y="30"/>
                    <a:pt x="28" y="33"/>
                  </a:cubicBezTo>
                  <a:cubicBezTo>
                    <a:pt x="24" y="35"/>
                    <a:pt x="17" y="39"/>
                    <a:pt x="12" y="38"/>
                  </a:cubicBezTo>
                  <a:cubicBezTo>
                    <a:pt x="9" y="38"/>
                    <a:pt x="3" y="32"/>
                    <a:pt x="2" y="29"/>
                  </a:cubicBezTo>
                  <a:cubicBezTo>
                    <a:pt x="0" y="22"/>
                    <a:pt x="8" y="25"/>
                    <a:pt x="12" y="25"/>
                  </a:cubicBezTo>
                  <a:cubicBezTo>
                    <a:pt x="18" y="26"/>
                    <a:pt x="26" y="27"/>
                    <a:pt x="32" y="25"/>
                  </a:cubicBezTo>
                  <a:cubicBezTo>
                    <a:pt x="38" y="24"/>
                    <a:pt x="40" y="23"/>
                    <a:pt x="38" y="19"/>
                  </a:cubicBezTo>
                  <a:cubicBezTo>
                    <a:pt x="35" y="13"/>
                    <a:pt x="29" y="7"/>
                    <a:pt x="22" y="7"/>
                  </a:cubicBezTo>
                </a:path>
              </a:pathLst>
            </a:custGeom>
            <a:solidFill>
              <a:srgbClr val="6B2D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226" name="Freeform 342">
              <a:extLst>
                <a:ext uri="{FF2B5EF4-FFF2-40B4-BE49-F238E27FC236}">
                  <a16:creationId xmlns:a16="http://schemas.microsoft.com/office/drawing/2014/main" id="{196C66D9-7F90-440E-8EF1-65C41F970DDB}"/>
                </a:ext>
              </a:extLst>
            </p:cNvPr>
            <p:cNvSpPr>
              <a:spLocks/>
            </p:cNvSpPr>
            <p:nvPr/>
          </p:nvSpPr>
          <p:spPr bwMode="auto">
            <a:xfrm>
              <a:off x="963" y="941"/>
              <a:ext cx="67" cy="62"/>
            </a:xfrm>
            <a:custGeom>
              <a:avLst/>
              <a:gdLst>
                <a:gd name="T0" fmla="*/ 152 w 41"/>
                <a:gd name="T1" fmla="*/ 25 h 39"/>
                <a:gd name="T2" fmla="*/ 113 w 41"/>
                <a:gd name="T3" fmla="*/ 0 h 39"/>
                <a:gd name="T4" fmla="*/ 41 w 41"/>
                <a:gd name="T5" fmla="*/ 25 h 39"/>
                <a:gd name="T6" fmla="*/ 8 w 41"/>
                <a:gd name="T7" fmla="*/ 103 h 39"/>
                <a:gd name="T8" fmla="*/ 26 w 41"/>
                <a:gd name="T9" fmla="*/ 137 h 39"/>
                <a:gd name="T10" fmla="*/ 96 w 41"/>
                <a:gd name="T11" fmla="*/ 151 h 39"/>
                <a:gd name="T12" fmla="*/ 126 w 41"/>
                <a:gd name="T13" fmla="*/ 137 h 39"/>
                <a:gd name="T14" fmla="*/ 131 w 41"/>
                <a:gd name="T15" fmla="*/ 114 h 39"/>
                <a:gd name="T16" fmla="*/ 69 w 41"/>
                <a:gd name="T17" fmla="*/ 89 h 39"/>
                <a:gd name="T18" fmla="*/ 56 w 41"/>
                <a:gd name="T19" fmla="*/ 52 h 39"/>
                <a:gd name="T20" fmla="*/ 88 w 41"/>
                <a:gd name="T21" fmla="*/ 35 h 39"/>
                <a:gd name="T22" fmla="*/ 136 w 41"/>
                <a:gd name="T23" fmla="*/ 25 h 3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1" h="39">
                  <a:moveTo>
                    <a:pt x="35" y="6"/>
                  </a:moveTo>
                  <a:cubicBezTo>
                    <a:pt x="41" y="4"/>
                    <a:pt x="28" y="0"/>
                    <a:pt x="26" y="0"/>
                  </a:cubicBezTo>
                  <a:cubicBezTo>
                    <a:pt x="20" y="1"/>
                    <a:pt x="13" y="2"/>
                    <a:pt x="9" y="6"/>
                  </a:cubicBezTo>
                  <a:cubicBezTo>
                    <a:pt x="2" y="10"/>
                    <a:pt x="0" y="18"/>
                    <a:pt x="2" y="26"/>
                  </a:cubicBezTo>
                  <a:cubicBezTo>
                    <a:pt x="2" y="29"/>
                    <a:pt x="3" y="32"/>
                    <a:pt x="6" y="34"/>
                  </a:cubicBezTo>
                  <a:cubicBezTo>
                    <a:pt x="9" y="36"/>
                    <a:pt x="18" y="38"/>
                    <a:pt x="22" y="38"/>
                  </a:cubicBezTo>
                  <a:cubicBezTo>
                    <a:pt x="26" y="39"/>
                    <a:pt x="27" y="39"/>
                    <a:pt x="29" y="34"/>
                  </a:cubicBezTo>
                  <a:cubicBezTo>
                    <a:pt x="30" y="33"/>
                    <a:pt x="31" y="29"/>
                    <a:pt x="30" y="28"/>
                  </a:cubicBezTo>
                  <a:cubicBezTo>
                    <a:pt x="28" y="26"/>
                    <a:pt x="19" y="24"/>
                    <a:pt x="16" y="22"/>
                  </a:cubicBezTo>
                  <a:cubicBezTo>
                    <a:pt x="11" y="19"/>
                    <a:pt x="8" y="18"/>
                    <a:pt x="13" y="13"/>
                  </a:cubicBezTo>
                  <a:cubicBezTo>
                    <a:pt x="15" y="12"/>
                    <a:pt x="18" y="10"/>
                    <a:pt x="20" y="9"/>
                  </a:cubicBezTo>
                  <a:cubicBezTo>
                    <a:pt x="23" y="7"/>
                    <a:pt x="29" y="8"/>
                    <a:pt x="31" y="6"/>
                  </a:cubicBezTo>
                </a:path>
              </a:pathLst>
            </a:custGeom>
            <a:solidFill>
              <a:srgbClr val="6B2D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227" name="Freeform 343">
              <a:extLst>
                <a:ext uri="{FF2B5EF4-FFF2-40B4-BE49-F238E27FC236}">
                  <a16:creationId xmlns:a16="http://schemas.microsoft.com/office/drawing/2014/main" id="{E555F64B-DFCF-4418-91A3-80D5F829ABA7}"/>
                </a:ext>
              </a:extLst>
            </p:cNvPr>
            <p:cNvSpPr>
              <a:spLocks/>
            </p:cNvSpPr>
            <p:nvPr/>
          </p:nvSpPr>
          <p:spPr bwMode="auto">
            <a:xfrm>
              <a:off x="940" y="1127"/>
              <a:ext cx="93" cy="131"/>
            </a:xfrm>
            <a:custGeom>
              <a:avLst/>
              <a:gdLst>
                <a:gd name="T0" fmla="*/ 13 w 57"/>
                <a:gd name="T1" fmla="*/ 152 h 81"/>
                <a:gd name="T2" fmla="*/ 147 w 57"/>
                <a:gd name="T3" fmla="*/ 94 h 81"/>
                <a:gd name="T4" fmla="*/ 194 w 57"/>
                <a:gd name="T5" fmla="*/ 47 h 81"/>
                <a:gd name="T6" fmla="*/ 220 w 57"/>
                <a:gd name="T7" fmla="*/ 16 h 81"/>
                <a:gd name="T8" fmla="*/ 248 w 57"/>
                <a:gd name="T9" fmla="*/ 0 h 81"/>
                <a:gd name="T10" fmla="*/ 219 w 57"/>
                <a:gd name="T11" fmla="*/ 55 h 81"/>
                <a:gd name="T12" fmla="*/ 165 w 57"/>
                <a:gd name="T13" fmla="*/ 123 h 81"/>
                <a:gd name="T14" fmla="*/ 113 w 57"/>
                <a:gd name="T15" fmla="*/ 233 h 81"/>
                <a:gd name="T16" fmla="*/ 55 w 57"/>
                <a:gd name="T17" fmla="*/ 343 h 81"/>
                <a:gd name="T18" fmla="*/ 69 w 57"/>
                <a:gd name="T19" fmla="*/ 215 h 81"/>
                <a:gd name="T20" fmla="*/ 0 w 57"/>
                <a:gd name="T21" fmla="*/ 165 h 8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7" h="81">
                  <a:moveTo>
                    <a:pt x="3" y="36"/>
                  </a:moveTo>
                  <a:cubicBezTo>
                    <a:pt x="15" y="37"/>
                    <a:pt x="25" y="29"/>
                    <a:pt x="34" y="22"/>
                  </a:cubicBezTo>
                  <a:cubicBezTo>
                    <a:pt x="38" y="19"/>
                    <a:pt x="42" y="15"/>
                    <a:pt x="45" y="11"/>
                  </a:cubicBezTo>
                  <a:cubicBezTo>
                    <a:pt x="47" y="8"/>
                    <a:pt x="48" y="6"/>
                    <a:pt x="51" y="4"/>
                  </a:cubicBezTo>
                  <a:cubicBezTo>
                    <a:pt x="52" y="2"/>
                    <a:pt x="55" y="1"/>
                    <a:pt x="57" y="0"/>
                  </a:cubicBezTo>
                  <a:cubicBezTo>
                    <a:pt x="55" y="4"/>
                    <a:pt x="52" y="9"/>
                    <a:pt x="50" y="13"/>
                  </a:cubicBezTo>
                  <a:cubicBezTo>
                    <a:pt x="46" y="19"/>
                    <a:pt x="41" y="24"/>
                    <a:pt x="38" y="29"/>
                  </a:cubicBezTo>
                  <a:cubicBezTo>
                    <a:pt x="33" y="37"/>
                    <a:pt x="29" y="45"/>
                    <a:pt x="26" y="55"/>
                  </a:cubicBezTo>
                  <a:cubicBezTo>
                    <a:pt x="23" y="64"/>
                    <a:pt x="20" y="74"/>
                    <a:pt x="13" y="81"/>
                  </a:cubicBezTo>
                  <a:cubicBezTo>
                    <a:pt x="14" y="71"/>
                    <a:pt x="23" y="60"/>
                    <a:pt x="16" y="51"/>
                  </a:cubicBezTo>
                  <a:cubicBezTo>
                    <a:pt x="12" y="45"/>
                    <a:pt x="4" y="45"/>
                    <a:pt x="0" y="39"/>
                  </a:cubicBezTo>
                </a:path>
              </a:pathLst>
            </a:custGeom>
            <a:solidFill>
              <a:srgbClr val="6B2D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228" name="Freeform 344">
              <a:extLst>
                <a:ext uri="{FF2B5EF4-FFF2-40B4-BE49-F238E27FC236}">
                  <a16:creationId xmlns:a16="http://schemas.microsoft.com/office/drawing/2014/main" id="{ACBB6EF0-16C7-44E8-83D4-F2A1E5220D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5" y="1126"/>
              <a:ext cx="47" cy="109"/>
            </a:xfrm>
            <a:custGeom>
              <a:avLst/>
              <a:gdLst>
                <a:gd name="T0" fmla="*/ 73 w 29"/>
                <a:gd name="T1" fmla="*/ 0 h 68"/>
                <a:gd name="T2" fmla="*/ 68 w 29"/>
                <a:gd name="T3" fmla="*/ 69 h 68"/>
                <a:gd name="T4" fmla="*/ 76 w 29"/>
                <a:gd name="T5" fmla="*/ 141 h 68"/>
                <a:gd name="T6" fmla="*/ 97 w 29"/>
                <a:gd name="T7" fmla="*/ 213 h 68"/>
                <a:gd name="T8" fmla="*/ 123 w 29"/>
                <a:gd name="T9" fmla="*/ 281 h 68"/>
                <a:gd name="T10" fmla="*/ 55 w 29"/>
                <a:gd name="T11" fmla="*/ 141 h 68"/>
                <a:gd name="T12" fmla="*/ 0 w 29"/>
                <a:gd name="T13" fmla="*/ 74 h 6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" h="68">
                  <a:moveTo>
                    <a:pt x="17" y="0"/>
                  </a:moveTo>
                  <a:cubicBezTo>
                    <a:pt x="15" y="4"/>
                    <a:pt x="16" y="12"/>
                    <a:pt x="16" y="17"/>
                  </a:cubicBezTo>
                  <a:cubicBezTo>
                    <a:pt x="16" y="23"/>
                    <a:pt x="17" y="28"/>
                    <a:pt x="18" y="34"/>
                  </a:cubicBezTo>
                  <a:cubicBezTo>
                    <a:pt x="19" y="40"/>
                    <a:pt x="21" y="46"/>
                    <a:pt x="23" y="52"/>
                  </a:cubicBezTo>
                  <a:cubicBezTo>
                    <a:pt x="24" y="58"/>
                    <a:pt x="28" y="63"/>
                    <a:pt x="29" y="68"/>
                  </a:cubicBezTo>
                  <a:cubicBezTo>
                    <a:pt x="19" y="63"/>
                    <a:pt x="15" y="45"/>
                    <a:pt x="13" y="34"/>
                  </a:cubicBezTo>
                  <a:cubicBezTo>
                    <a:pt x="12" y="29"/>
                    <a:pt x="9" y="9"/>
                    <a:pt x="0" y="18"/>
                  </a:cubicBezTo>
                </a:path>
              </a:pathLst>
            </a:custGeom>
            <a:solidFill>
              <a:srgbClr val="6B2D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229" name="Freeform 345">
              <a:extLst>
                <a:ext uri="{FF2B5EF4-FFF2-40B4-BE49-F238E27FC236}">
                  <a16:creationId xmlns:a16="http://schemas.microsoft.com/office/drawing/2014/main" id="{836419B0-E8C1-4DFD-9B0F-0B6CA3B36D21}"/>
                </a:ext>
              </a:extLst>
            </p:cNvPr>
            <p:cNvSpPr>
              <a:spLocks/>
            </p:cNvSpPr>
            <p:nvPr/>
          </p:nvSpPr>
          <p:spPr bwMode="auto">
            <a:xfrm>
              <a:off x="986" y="1275"/>
              <a:ext cx="162" cy="18"/>
            </a:xfrm>
            <a:custGeom>
              <a:avLst/>
              <a:gdLst>
                <a:gd name="T0" fmla="*/ 5 w 100"/>
                <a:gd name="T1" fmla="*/ 34 h 11"/>
                <a:gd name="T2" fmla="*/ 204 w 100"/>
                <a:gd name="T3" fmla="*/ 29 h 11"/>
                <a:gd name="T4" fmla="*/ 424 w 100"/>
                <a:gd name="T5" fmla="*/ 18 h 11"/>
                <a:gd name="T6" fmla="*/ 376 w 100"/>
                <a:gd name="T7" fmla="*/ 8 h 11"/>
                <a:gd name="T8" fmla="*/ 262 w 100"/>
                <a:gd name="T9" fmla="*/ 8 h 11"/>
                <a:gd name="T10" fmla="*/ 115 w 100"/>
                <a:gd name="T11" fmla="*/ 0 h 11"/>
                <a:gd name="T12" fmla="*/ 0 w 100"/>
                <a:gd name="T13" fmla="*/ 47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0" h="11">
                  <a:moveTo>
                    <a:pt x="1" y="8"/>
                  </a:moveTo>
                  <a:cubicBezTo>
                    <a:pt x="16" y="3"/>
                    <a:pt x="33" y="5"/>
                    <a:pt x="48" y="7"/>
                  </a:cubicBezTo>
                  <a:cubicBezTo>
                    <a:pt x="66" y="9"/>
                    <a:pt x="82" y="5"/>
                    <a:pt x="100" y="4"/>
                  </a:cubicBezTo>
                  <a:cubicBezTo>
                    <a:pt x="96" y="1"/>
                    <a:pt x="92" y="2"/>
                    <a:pt x="88" y="2"/>
                  </a:cubicBezTo>
                  <a:cubicBezTo>
                    <a:pt x="79" y="2"/>
                    <a:pt x="70" y="2"/>
                    <a:pt x="62" y="2"/>
                  </a:cubicBezTo>
                  <a:cubicBezTo>
                    <a:pt x="49" y="3"/>
                    <a:pt x="40" y="0"/>
                    <a:pt x="27" y="0"/>
                  </a:cubicBezTo>
                  <a:cubicBezTo>
                    <a:pt x="19" y="0"/>
                    <a:pt x="2" y="2"/>
                    <a:pt x="0" y="11"/>
                  </a:cubicBezTo>
                </a:path>
              </a:pathLst>
            </a:custGeom>
            <a:solidFill>
              <a:srgbClr val="6B2D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230" name="Freeform 346">
              <a:extLst>
                <a:ext uri="{FF2B5EF4-FFF2-40B4-BE49-F238E27FC236}">
                  <a16:creationId xmlns:a16="http://schemas.microsoft.com/office/drawing/2014/main" id="{623AFACC-17A5-4AEF-B2A6-94302D90A82F}"/>
                </a:ext>
              </a:extLst>
            </p:cNvPr>
            <p:cNvSpPr>
              <a:spLocks/>
            </p:cNvSpPr>
            <p:nvPr/>
          </p:nvSpPr>
          <p:spPr bwMode="auto">
            <a:xfrm>
              <a:off x="926" y="1299"/>
              <a:ext cx="32" cy="41"/>
            </a:xfrm>
            <a:custGeom>
              <a:avLst/>
              <a:gdLst>
                <a:gd name="T0" fmla="*/ 0 w 20"/>
                <a:gd name="T1" fmla="*/ 0 h 25"/>
                <a:gd name="T2" fmla="*/ 34 w 20"/>
                <a:gd name="T3" fmla="*/ 92 h 25"/>
                <a:gd name="T4" fmla="*/ 82 w 20"/>
                <a:gd name="T5" fmla="*/ 43 h 25"/>
                <a:gd name="T6" fmla="*/ 56 w 20"/>
                <a:gd name="T7" fmla="*/ 56 h 25"/>
                <a:gd name="T8" fmla="*/ 8 w 20"/>
                <a:gd name="T9" fmla="*/ 5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25">
                  <a:moveTo>
                    <a:pt x="0" y="0"/>
                  </a:moveTo>
                  <a:cubicBezTo>
                    <a:pt x="0" y="5"/>
                    <a:pt x="4" y="17"/>
                    <a:pt x="8" y="21"/>
                  </a:cubicBezTo>
                  <a:cubicBezTo>
                    <a:pt x="12" y="25"/>
                    <a:pt x="19" y="16"/>
                    <a:pt x="20" y="10"/>
                  </a:cubicBezTo>
                  <a:cubicBezTo>
                    <a:pt x="18" y="12"/>
                    <a:pt x="16" y="13"/>
                    <a:pt x="14" y="13"/>
                  </a:cubicBezTo>
                  <a:cubicBezTo>
                    <a:pt x="10" y="13"/>
                    <a:pt x="2" y="4"/>
                    <a:pt x="2" y="1"/>
                  </a:cubicBezTo>
                </a:path>
              </a:pathLst>
            </a:custGeom>
            <a:solidFill>
              <a:srgbClr val="6B2D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231" name="Freeform 347">
              <a:extLst>
                <a:ext uri="{FF2B5EF4-FFF2-40B4-BE49-F238E27FC236}">
                  <a16:creationId xmlns:a16="http://schemas.microsoft.com/office/drawing/2014/main" id="{F812D12B-A10D-4EDA-8DD5-14CCBE746632}"/>
                </a:ext>
              </a:extLst>
            </p:cNvPr>
            <p:cNvSpPr>
              <a:spLocks/>
            </p:cNvSpPr>
            <p:nvPr/>
          </p:nvSpPr>
          <p:spPr bwMode="auto">
            <a:xfrm>
              <a:off x="871" y="1145"/>
              <a:ext cx="45" cy="134"/>
            </a:xfrm>
            <a:custGeom>
              <a:avLst/>
              <a:gdLst>
                <a:gd name="T0" fmla="*/ 13 w 28"/>
                <a:gd name="T1" fmla="*/ 63 h 83"/>
                <a:gd name="T2" fmla="*/ 69 w 28"/>
                <a:gd name="T3" fmla="*/ 192 h 83"/>
                <a:gd name="T4" fmla="*/ 116 w 28"/>
                <a:gd name="T5" fmla="*/ 349 h 83"/>
                <a:gd name="T6" fmla="*/ 95 w 28"/>
                <a:gd name="T7" fmla="*/ 224 h 83"/>
                <a:gd name="T8" fmla="*/ 68 w 28"/>
                <a:gd name="T9" fmla="*/ 102 h 83"/>
                <a:gd name="T10" fmla="*/ 42 w 28"/>
                <a:gd name="T11" fmla="*/ 39 h 83"/>
                <a:gd name="T12" fmla="*/ 0 w 28"/>
                <a:gd name="T13" fmla="*/ 0 h 8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" h="83">
                  <a:moveTo>
                    <a:pt x="3" y="15"/>
                  </a:moveTo>
                  <a:cubicBezTo>
                    <a:pt x="7" y="25"/>
                    <a:pt x="12" y="35"/>
                    <a:pt x="17" y="46"/>
                  </a:cubicBezTo>
                  <a:cubicBezTo>
                    <a:pt x="22" y="57"/>
                    <a:pt x="22" y="72"/>
                    <a:pt x="28" y="83"/>
                  </a:cubicBezTo>
                  <a:cubicBezTo>
                    <a:pt x="23" y="74"/>
                    <a:pt x="26" y="62"/>
                    <a:pt x="23" y="53"/>
                  </a:cubicBezTo>
                  <a:cubicBezTo>
                    <a:pt x="21" y="43"/>
                    <a:pt x="14" y="34"/>
                    <a:pt x="16" y="24"/>
                  </a:cubicBezTo>
                  <a:cubicBezTo>
                    <a:pt x="17" y="16"/>
                    <a:pt x="16" y="16"/>
                    <a:pt x="10" y="9"/>
                  </a:cubicBezTo>
                  <a:cubicBezTo>
                    <a:pt x="7" y="6"/>
                    <a:pt x="4" y="3"/>
                    <a:pt x="0" y="0"/>
                  </a:cubicBezTo>
                </a:path>
              </a:pathLst>
            </a:custGeom>
            <a:solidFill>
              <a:srgbClr val="6B2D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232" name="Freeform 348">
              <a:extLst>
                <a:ext uri="{FF2B5EF4-FFF2-40B4-BE49-F238E27FC236}">
                  <a16:creationId xmlns:a16="http://schemas.microsoft.com/office/drawing/2014/main" id="{B542195C-87EF-4FBD-98FC-448F2CC78851}"/>
                </a:ext>
              </a:extLst>
            </p:cNvPr>
            <p:cNvSpPr>
              <a:spLocks/>
            </p:cNvSpPr>
            <p:nvPr/>
          </p:nvSpPr>
          <p:spPr bwMode="auto">
            <a:xfrm>
              <a:off x="910" y="955"/>
              <a:ext cx="16" cy="53"/>
            </a:xfrm>
            <a:custGeom>
              <a:avLst/>
              <a:gdLst>
                <a:gd name="T0" fmla="*/ 8 w 10"/>
                <a:gd name="T1" fmla="*/ 0 h 33"/>
                <a:gd name="T2" fmla="*/ 35 w 10"/>
                <a:gd name="T3" fmla="*/ 26 h 33"/>
                <a:gd name="T4" fmla="*/ 42 w 10"/>
                <a:gd name="T5" fmla="*/ 63 h 33"/>
                <a:gd name="T6" fmla="*/ 16 w 10"/>
                <a:gd name="T7" fmla="*/ 137 h 33"/>
                <a:gd name="T8" fmla="*/ 16 w 10"/>
                <a:gd name="T9" fmla="*/ 69 h 33"/>
                <a:gd name="T10" fmla="*/ 5 w 10"/>
                <a:gd name="T11" fmla="*/ 42 h 3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" h="33">
                  <a:moveTo>
                    <a:pt x="2" y="0"/>
                  </a:moveTo>
                  <a:cubicBezTo>
                    <a:pt x="3" y="3"/>
                    <a:pt x="7" y="3"/>
                    <a:pt x="9" y="6"/>
                  </a:cubicBezTo>
                  <a:cubicBezTo>
                    <a:pt x="10" y="8"/>
                    <a:pt x="10" y="12"/>
                    <a:pt x="10" y="15"/>
                  </a:cubicBezTo>
                  <a:cubicBezTo>
                    <a:pt x="10" y="20"/>
                    <a:pt x="8" y="29"/>
                    <a:pt x="4" y="33"/>
                  </a:cubicBezTo>
                  <a:cubicBezTo>
                    <a:pt x="5" y="29"/>
                    <a:pt x="6" y="21"/>
                    <a:pt x="4" y="17"/>
                  </a:cubicBezTo>
                  <a:cubicBezTo>
                    <a:pt x="3" y="14"/>
                    <a:pt x="0" y="14"/>
                    <a:pt x="1" y="10"/>
                  </a:cubicBezTo>
                </a:path>
              </a:pathLst>
            </a:custGeom>
            <a:solidFill>
              <a:srgbClr val="6B2D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233" name="Freeform 349">
              <a:extLst>
                <a:ext uri="{FF2B5EF4-FFF2-40B4-BE49-F238E27FC236}">
                  <a16:creationId xmlns:a16="http://schemas.microsoft.com/office/drawing/2014/main" id="{4EE65780-3A6C-4B96-A306-B028CA131186}"/>
                </a:ext>
              </a:extLst>
            </p:cNvPr>
            <p:cNvSpPr>
              <a:spLocks/>
            </p:cNvSpPr>
            <p:nvPr/>
          </p:nvSpPr>
          <p:spPr bwMode="auto">
            <a:xfrm>
              <a:off x="642" y="1517"/>
              <a:ext cx="36" cy="286"/>
            </a:xfrm>
            <a:custGeom>
              <a:avLst/>
              <a:gdLst>
                <a:gd name="T0" fmla="*/ 34 w 22"/>
                <a:gd name="T1" fmla="*/ 21 h 178"/>
                <a:gd name="T2" fmla="*/ 54 w 22"/>
                <a:gd name="T3" fmla="*/ 56 h 178"/>
                <a:gd name="T4" fmla="*/ 54 w 22"/>
                <a:gd name="T5" fmla="*/ 111 h 178"/>
                <a:gd name="T6" fmla="*/ 41 w 22"/>
                <a:gd name="T7" fmla="*/ 220 h 178"/>
                <a:gd name="T8" fmla="*/ 77 w 22"/>
                <a:gd name="T9" fmla="*/ 384 h 178"/>
                <a:gd name="T10" fmla="*/ 97 w 22"/>
                <a:gd name="T11" fmla="*/ 535 h 178"/>
                <a:gd name="T12" fmla="*/ 83 w 22"/>
                <a:gd name="T13" fmla="*/ 614 h 178"/>
                <a:gd name="T14" fmla="*/ 54 w 22"/>
                <a:gd name="T15" fmla="*/ 739 h 178"/>
                <a:gd name="T16" fmla="*/ 67 w 22"/>
                <a:gd name="T17" fmla="*/ 548 h 178"/>
                <a:gd name="T18" fmla="*/ 43 w 22"/>
                <a:gd name="T19" fmla="*/ 485 h 178"/>
                <a:gd name="T20" fmla="*/ 8 w 22"/>
                <a:gd name="T21" fmla="*/ 374 h 178"/>
                <a:gd name="T22" fmla="*/ 5 w 22"/>
                <a:gd name="T23" fmla="*/ 246 h 178"/>
                <a:gd name="T24" fmla="*/ 21 w 22"/>
                <a:gd name="T25" fmla="*/ 124 h 178"/>
                <a:gd name="T26" fmla="*/ 13 w 22"/>
                <a:gd name="T27" fmla="*/ 0 h 178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2" h="178">
                  <a:moveTo>
                    <a:pt x="8" y="5"/>
                  </a:moveTo>
                  <a:cubicBezTo>
                    <a:pt x="9" y="8"/>
                    <a:pt x="11" y="10"/>
                    <a:pt x="12" y="14"/>
                  </a:cubicBezTo>
                  <a:cubicBezTo>
                    <a:pt x="13" y="18"/>
                    <a:pt x="13" y="23"/>
                    <a:pt x="12" y="27"/>
                  </a:cubicBezTo>
                  <a:cubicBezTo>
                    <a:pt x="11" y="36"/>
                    <a:pt x="9" y="44"/>
                    <a:pt x="9" y="53"/>
                  </a:cubicBezTo>
                  <a:cubicBezTo>
                    <a:pt x="9" y="67"/>
                    <a:pt x="14" y="79"/>
                    <a:pt x="18" y="93"/>
                  </a:cubicBezTo>
                  <a:cubicBezTo>
                    <a:pt x="21" y="104"/>
                    <a:pt x="22" y="117"/>
                    <a:pt x="22" y="129"/>
                  </a:cubicBezTo>
                  <a:cubicBezTo>
                    <a:pt x="22" y="136"/>
                    <a:pt x="20" y="142"/>
                    <a:pt x="19" y="148"/>
                  </a:cubicBezTo>
                  <a:cubicBezTo>
                    <a:pt x="17" y="157"/>
                    <a:pt x="17" y="169"/>
                    <a:pt x="12" y="178"/>
                  </a:cubicBezTo>
                  <a:cubicBezTo>
                    <a:pt x="17" y="164"/>
                    <a:pt x="15" y="147"/>
                    <a:pt x="15" y="132"/>
                  </a:cubicBezTo>
                  <a:cubicBezTo>
                    <a:pt x="15" y="126"/>
                    <a:pt x="13" y="123"/>
                    <a:pt x="10" y="117"/>
                  </a:cubicBezTo>
                  <a:cubicBezTo>
                    <a:pt x="6" y="109"/>
                    <a:pt x="4" y="99"/>
                    <a:pt x="2" y="90"/>
                  </a:cubicBezTo>
                  <a:cubicBezTo>
                    <a:pt x="1" y="79"/>
                    <a:pt x="0" y="69"/>
                    <a:pt x="1" y="59"/>
                  </a:cubicBezTo>
                  <a:cubicBezTo>
                    <a:pt x="2" y="49"/>
                    <a:pt x="5" y="40"/>
                    <a:pt x="5" y="30"/>
                  </a:cubicBezTo>
                  <a:cubicBezTo>
                    <a:pt x="6" y="20"/>
                    <a:pt x="2" y="10"/>
                    <a:pt x="3" y="0"/>
                  </a:cubicBezTo>
                </a:path>
              </a:pathLst>
            </a:custGeom>
            <a:solidFill>
              <a:srgbClr val="6B2D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234" name="Freeform 350">
              <a:extLst>
                <a:ext uri="{FF2B5EF4-FFF2-40B4-BE49-F238E27FC236}">
                  <a16:creationId xmlns:a16="http://schemas.microsoft.com/office/drawing/2014/main" id="{DFC129E7-91B0-4CB2-8B4E-0EC905D10DCB}"/>
                </a:ext>
              </a:extLst>
            </p:cNvPr>
            <p:cNvSpPr>
              <a:spLocks/>
            </p:cNvSpPr>
            <p:nvPr/>
          </p:nvSpPr>
          <p:spPr bwMode="auto">
            <a:xfrm>
              <a:off x="932" y="2053"/>
              <a:ext cx="16" cy="19"/>
            </a:xfrm>
            <a:custGeom>
              <a:avLst/>
              <a:gdLst>
                <a:gd name="T0" fmla="*/ 0 w 10"/>
                <a:gd name="T1" fmla="*/ 27 h 12"/>
                <a:gd name="T2" fmla="*/ 42 w 10"/>
                <a:gd name="T3" fmla="*/ 33 h 12"/>
                <a:gd name="T4" fmla="*/ 34 w 10"/>
                <a:gd name="T5" fmla="*/ 5 h 12"/>
                <a:gd name="T6" fmla="*/ 5 w 10"/>
                <a:gd name="T7" fmla="*/ 8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2">
                  <a:moveTo>
                    <a:pt x="0" y="7"/>
                  </a:moveTo>
                  <a:cubicBezTo>
                    <a:pt x="2" y="11"/>
                    <a:pt x="8" y="12"/>
                    <a:pt x="10" y="8"/>
                  </a:cubicBezTo>
                  <a:cubicBezTo>
                    <a:pt x="10" y="7"/>
                    <a:pt x="9" y="2"/>
                    <a:pt x="8" y="1"/>
                  </a:cubicBezTo>
                  <a:cubicBezTo>
                    <a:pt x="6" y="0"/>
                    <a:pt x="4" y="0"/>
                    <a:pt x="1" y="2"/>
                  </a:cubicBezTo>
                </a:path>
              </a:pathLst>
            </a:custGeom>
            <a:solidFill>
              <a:srgbClr val="6B2D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235" name="Freeform 351">
              <a:extLst>
                <a:ext uri="{FF2B5EF4-FFF2-40B4-BE49-F238E27FC236}">
                  <a16:creationId xmlns:a16="http://schemas.microsoft.com/office/drawing/2014/main" id="{EFBED997-74E8-4CCE-8694-9749D8A59AD2}"/>
                </a:ext>
              </a:extLst>
            </p:cNvPr>
            <p:cNvSpPr>
              <a:spLocks/>
            </p:cNvSpPr>
            <p:nvPr/>
          </p:nvSpPr>
          <p:spPr bwMode="auto">
            <a:xfrm>
              <a:off x="880" y="2339"/>
              <a:ext cx="135" cy="63"/>
            </a:xfrm>
            <a:custGeom>
              <a:avLst/>
              <a:gdLst>
                <a:gd name="T0" fmla="*/ 8 w 83"/>
                <a:gd name="T1" fmla="*/ 76 h 39"/>
                <a:gd name="T2" fmla="*/ 185 w 83"/>
                <a:gd name="T3" fmla="*/ 165 h 39"/>
                <a:gd name="T4" fmla="*/ 270 w 83"/>
                <a:gd name="T5" fmla="*/ 131 h 39"/>
                <a:gd name="T6" fmla="*/ 358 w 83"/>
                <a:gd name="T7" fmla="*/ 0 h 39"/>
                <a:gd name="T8" fmla="*/ 301 w 83"/>
                <a:gd name="T9" fmla="*/ 50 h 39"/>
                <a:gd name="T10" fmla="*/ 194 w 83"/>
                <a:gd name="T11" fmla="*/ 97 h 39"/>
                <a:gd name="T12" fmla="*/ 81 w 83"/>
                <a:gd name="T13" fmla="*/ 68 h 39"/>
                <a:gd name="T14" fmla="*/ 0 w 83"/>
                <a:gd name="T15" fmla="*/ 39 h 3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3" h="39">
                  <a:moveTo>
                    <a:pt x="2" y="18"/>
                  </a:moveTo>
                  <a:cubicBezTo>
                    <a:pt x="14" y="29"/>
                    <a:pt x="25" y="39"/>
                    <a:pt x="43" y="39"/>
                  </a:cubicBezTo>
                  <a:cubicBezTo>
                    <a:pt x="50" y="38"/>
                    <a:pt x="58" y="36"/>
                    <a:pt x="63" y="31"/>
                  </a:cubicBezTo>
                  <a:cubicBezTo>
                    <a:pt x="70" y="24"/>
                    <a:pt x="81" y="10"/>
                    <a:pt x="83" y="0"/>
                  </a:cubicBezTo>
                  <a:cubicBezTo>
                    <a:pt x="78" y="2"/>
                    <a:pt x="74" y="9"/>
                    <a:pt x="70" y="12"/>
                  </a:cubicBezTo>
                  <a:cubicBezTo>
                    <a:pt x="63" y="19"/>
                    <a:pt x="54" y="23"/>
                    <a:pt x="45" y="23"/>
                  </a:cubicBezTo>
                  <a:cubicBezTo>
                    <a:pt x="35" y="23"/>
                    <a:pt x="28" y="18"/>
                    <a:pt x="19" y="16"/>
                  </a:cubicBezTo>
                  <a:cubicBezTo>
                    <a:pt x="14" y="14"/>
                    <a:pt x="2" y="16"/>
                    <a:pt x="0" y="9"/>
                  </a:cubicBezTo>
                </a:path>
              </a:pathLst>
            </a:custGeom>
            <a:solidFill>
              <a:srgbClr val="6B2D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236" name="Freeform 352">
              <a:extLst>
                <a:ext uri="{FF2B5EF4-FFF2-40B4-BE49-F238E27FC236}">
                  <a16:creationId xmlns:a16="http://schemas.microsoft.com/office/drawing/2014/main" id="{79249DB2-E1CD-407C-AC6C-AA3D17F0911F}"/>
                </a:ext>
              </a:extLst>
            </p:cNvPr>
            <p:cNvSpPr>
              <a:spLocks/>
            </p:cNvSpPr>
            <p:nvPr/>
          </p:nvSpPr>
          <p:spPr bwMode="auto">
            <a:xfrm>
              <a:off x="882" y="2392"/>
              <a:ext cx="47" cy="692"/>
            </a:xfrm>
            <a:custGeom>
              <a:avLst/>
              <a:gdLst>
                <a:gd name="T0" fmla="*/ 0 w 29"/>
                <a:gd name="T1" fmla="*/ 0 h 430"/>
                <a:gd name="T2" fmla="*/ 123 w 29"/>
                <a:gd name="T3" fmla="*/ 179 h 430"/>
                <a:gd name="T4" fmla="*/ 84 w 29"/>
                <a:gd name="T5" fmla="*/ 880 h 430"/>
                <a:gd name="T6" fmla="*/ 89 w 29"/>
                <a:gd name="T7" fmla="*/ 1394 h 430"/>
                <a:gd name="T8" fmla="*/ 68 w 29"/>
                <a:gd name="T9" fmla="*/ 1793 h 430"/>
                <a:gd name="T10" fmla="*/ 47 w 29"/>
                <a:gd name="T11" fmla="*/ 1381 h 430"/>
                <a:gd name="T12" fmla="*/ 13 w 29"/>
                <a:gd name="T13" fmla="*/ 608 h 430"/>
                <a:gd name="T14" fmla="*/ 8 w 29"/>
                <a:gd name="T15" fmla="*/ 8 h 43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9" h="430">
                  <a:moveTo>
                    <a:pt x="0" y="0"/>
                  </a:moveTo>
                  <a:cubicBezTo>
                    <a:pt x="13" y="11"/>
                    <a:pt x="29" y="18"/>
                    <a:pt x="29" y="43"/>
                  </a:cubicBezTo>
                  <a:cubicBezTo>
                    <a:pt x="29" y="68"/>
                    <a:pt x="19" y="160"/>
                    <a:pt x="20" y="211"/>
                  </a:cubicBezTo>
                  <a:cubicBezTo>
                    <a:pt x="21" y="262"/>
                    <a:pt x="20" y="311"/>
                    <a:pt x="21" y="334"/>
                  </a:cubicBezTo>
                  <a:cubicBezTo>
                    <a:pt x="22" y="357"/>
                    <a:pt x="29" y="383"/>
                    <a:pt x="16" y="430"/>
                  </a:cubicBezTo>
                  <a:cubicBezTo>
                    <a:pt x="20" y="412"/>
                    <a:pt x="20" y="364"/>
                    <a:pt x="11" y="331"/>
                  </a:cubicBezTo>
                  <a:cubicBezTo>
                    <a:pt x="2" y="298"/>
                    <a:pt x="0" y="180"/>
                    <a:pt x="3" y="146"/>
                  </a:cubicBezTo>
                  <a:cubicBezTo>
                    <a:pt x="6" y="112"/>
                    <a:pt x="13" y="16"/>
                    <a:pt x="2" y="2"/>
                  </a:cubicBezTo>
                </a:path>
              </a:pathLst>
            </a:custGeom>
            <a:solidFill>
              <a:srgbClr val="6B2D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237" name="Freeform 353">
              <a:extLst>
                <a:ext uri="{FF2B5EF4-FFF2-40B4-BE49-F238E27FC236}">
                  <a16:creationId xmlns:a16="http://schemas.microsoft.com/office/drawing/2014/main" id="{2BC7626D-B095-4FCC-B08B-4215ED419F6E}"/>
                </a:ext>
              </a:extLst>
            </p:cNvPr>
            <p:cNvSpPr>
              <a:spLocks/>
            </p:cNvSpPr>
            <p:nvPr/>
          </p:nvSpPr>
          <p:spPr bwMode="auto">
            <a:xfrm>
              <a:off x="890" y="3216"/>
              <a:ext cx="39" cy="475"/>
            </a:xfrm>
            <a:custGeom>
              <a:avLst/>
              <a:gdLst>
                <a:gd name="T0" fmla="*/ 75 w 24"/>
                <a:gd name="T1" fmla="*/ 0 h 295"/>
                <a:gd name="T2" fmla="*/ 63 w 24"/>
                <a:gd name="T3" fmla="*/ 630 h 295"/>
                <a:gd name="T4" fmla="*/ 18 w 24"/>
                <a:gd name="T5" fmla="*/ 1232 h 295"/>
                <a:gd name="T6" fmla="*/ 75 w 24"/>
                <a:gd name="T7" fmla="*/ 0 h 29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295">
                  <a:moveTo>
                    <a:pt x="17" y="0"/>
                  </a:moveTo>
                  <a:cubicBezTo>
                    <a:pt x="21" y="28"/>
                    <a:pt x="24" y="84"/>
                    <a:pt x="15" y="151"/>
                  </a:cubicBezTo>
                  <a:cubicBezTo>
                    <a:pt x="6" y="218"/>
                    <a:pt x="3" y="270"/>
                    <a:pt x="4" y="295"/>
                  </a:cubicBezTo>
                  <a:cubicBezTo>
                    <a:pt x="0" y="252"/>
                    <a:pt x="14" y="71"/>
                    <a:pt x="17" y="0"/>
                  </a:cubicBezTo>
                </a:path>
              </a:pathLst>
            </a:custGeom>
            <a:solidFill>
              <a:srgbClr val="6B2D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238" name="Freeform 354">
              <a:extLst>
                <a:ext uri="{FF2B5EF4-FFF2-40B4-BE49-F238E27FC236}">
                  <a16:creationId xmlns:a16="http://schemas.microsoft.com/office/drawing/2014/main" id="{9FEA91E3-E83E-4ED5-A0A4-6FBFE24EF7ED}"/>
                </a:ext>
              </a:extLst>
            </p:cNvPr>
            <p:cNvSpPr>
              <a:spLocks/>
            </p:cNvSpPr>
            <p:nvPr/>
          </p:nvSpPr>
          <p:spPr bwMode="auto">
            <a:xfrm>
              <a:off x="772" y="1290"/>
              <a:ext cx="120" cy="13"/>
            </a:xfrm>
            <a:custGeom>
              <a:avLst/>
              <a:gdLst>
                <a:gd name="T0" fmla="*/ 136 w 74"/>
                <a:gd name="T1" fmla="*/ 29 h 8"/>
                <a:gd name="T2" fmla="*/ 316 w 74"/>
                <a:gd name="T3" fmla="*/ 18 h 8"/>
                <a:gd name="T4" fmla="*/ 198 w 74"/>
                <a:gd name="T5" fmla="*/ 8 h 8"/>
                <a:gd name="T6" fmla="*/ 0 w 74"/>
                <a:gd name="T7" fmla="*/ 8 h 8"/>
                <a:gd name="T8" fmla="*/ 136 w 74"/>
                <a:gd name="T9" fmla="*/ 29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4" h="8">
                  <a:moveTo>
                    <a:pt x="32" y="7"/>
                  </a:moveTo>
                  <a:cubicBezTo>
                    <a:pt x="44" y="6"/>
                    <a:pt x="62" y="2"/>
                    <a:pt x="74" y="4"/>
                  </a:cubicBezTo>
                  <a:cubicBezTo>
                    <a:pt x="68" y="0"/>
                    <a:pt x="58" y="2"/>
                    <a:pt x="46" y="2"/>
                  </a:cubicBezTo>
                  <a:cubicBezTo>
                    <a:pt x="33" y="3"/>
                    <a:pt x="10" y="6"/>
                    <a:pt x="0" y="2"/>
                  </a:cubicBezTo>
                  <a:cubicBezTo>
                    <a:pt x="16" y="8"/>
                    <a:pt x="24" y="6"/>
                    <a:pt x="32" y="7"/>
                  </a:cubicBezTo>
                </a:path>
              </a:pathLst>
            </a:custGeom>
            <a:solidFill>
              <a:srgbClr val="7E39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239" name="Freeform 355">
              <a:extLst>
                <a:ext uri="{FF2B5EF4-FFF2-40B4-BE49-F238E27FC236}">
                  <a16:creationId xmlns:a16="http://schemas.microsoft.com/office/drawing/2014/main" id="{BC5B9C1E-FF98-46D4-B7EF-6D97678E21E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2" y="1290"/>
              <a:ext cx="120" cy="13"/>
            </a:xfrm>
            <a:custGeom>
              <a:avLst/>
              <a:gdLst>
                <a:gd name="T0" fmla="*/ 174 w 74"/>
                <a:gd name="T1" fmla="*/ 29 h 8"/>
                <a:gd name="T2" fmla="*/ 0 w 74"/>
                <a:gd name="T3" fmla="*/ 18 h 8"/>
                <a:gd name="T4" fmla="*/ 118 w 74"/>
                <a:gd name="T5" fmla="*/ 8 h 8"/>
                <a:gd name="T6" fmla="*/ 316 w 74"/>
                <a:gd name="T7" fmla="*/ 8 h 8"/>
                <a:gd name="T8" fmla="*/ 174 w 74"/>
                <a:gd name="T9" fmla="*/ 29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4" h="8">
                  <a:moveTo>
                    <a:pt x="41" y="7"/>
                  </a:moveTo>
                  <a:cubicBezTo>
                    <a:pt x="30" y="6"/>
                    <a:pt x="11" y="2"/>
                    <a:pt x="0" y="4"/>
                  </a:cubicBezTo>
                  <a:cubicBezTo>
                    <a:pt x="6" y="0"/>
                    <a:pt x="15" y="2"/>
                    <a:pt x="28" y="2"/>
                  </a:cubicBezTo>
                  <a:cubicBezTo>
                    <a:pt x="40" y="3"/>
                    <a:pt x="64" y="6"/>
                    <a:pt x="74" y="2"/>
                  </a:cubicBezTo>
                  <a:cubicBezTo>
                    <a:pt x="57" y="8"/>
                    <a:pt x="50" y="6"/>
                    <a:pt x="41" y="7"/>
                  </a:cubicBezTo>
                </a:path>
              </a:pathLst>
            </a:custGeom>
            <a:solidFill>
              <a:srgbClr val="7E39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240" name="Freeform 356">
              <a:extLst>
                <a:ext uri="{FF2B5EF4-FFF2-40B4-BE49-F238E27FC236}">
                  <a16:creationId xmlns:a16="http://schemas.microsoft.com/office/drawing/2014/main" id="{7904F01E-E921-4F2A-A065-68A3E4A6A474}"/>
                </a:ext>
              </a:extLst>
            </p:cNvPr>
            <p:cNvSpPr>
              <a:spLocks/>
            </p:cNvSpPr>
            <p:nvPr/>
          </p:nvSpPr>
          <p:spPr bwMode="auto">
            <a:xfrm>
              <a:off x="584" y="1279"/>
              <a:ext cx="108" cy="133"/>
            </a:xfrm>
            <a:custGeom>
              <a:avLst/>
              <a:gdLst>
                <a:gd name="T0" fmla="*/ 280 w 67"/>
                <a:gd name="T1" fmla="*/ 0 h 83"/>
                <a:gd name="T2" fmla="*/ 110 w 67"/>
                <a:gd name="T3" fmla="*/ 95 h 83"/>
                <a:gd name="T4" fmla="*/ 0 w 67"/>
                <a:gd name="T5" fmla="*/ 341 h 83"/>
                <a:gd name="T6" fmla="*/ 68 w 67"/>
                <a:gd name="T7" fmla="*/ 204 h 83"/>
                <a:gd name="T8" fmla="*/ 135 w 67"/>
                <a:gd name="T9" fmla="*/ 115 h 83"/>
                <a:gd name="T10" fmla="*/ 198 w 67"/>
                <a:gd name="T11" fmla="*/ 67 h 83"/>
                <a:gd name="T12" fmla="*/ 260 w 67"/>
                <a:gd name="T13" fmla="*/ 21 h 8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7" h="83">
                  <a:moveTo>
                    <a:pt x="67" y="0"/>
                  </a:moveTo>
                  <a:cubicBezTo>
                    <a:pt x="53" y="7"/>
                    <a:pt x="38" y="13"/>
                    <a:pt x="26" y="23"/>
                  </a:cubicBezTo>
                  <a:cubicBezTo>
                    <a:pt x="9" y="35"/>
                    <a:pt x="3" y="63"/>
                    <a:pt x="0" y="83"/>
                  </a:cubicBezTo>
                  <a:cubicBezTo>
                    <a:pt x="6" y="72"/>
                    <a:pt x="10" y="60"/>
                    <a:pt x="16" y="49"/>
                  </a:cubicBezTo>
                  <a:cubicBezTo>
                    <a:pt x="20" y="41"/>
                    <a:pt x="27" y="36"/>
                    <a:pt x="32" y="28"/>
                  </a:cubicBezTo>
                  <a:cubicBezTo>
                    <a:pt x="36" y="21"/>
                    <a:pt x="40" y="21"/>
                    <a:pt x="47" y="16"/>
                  </a:cubicBezTo>
                  <a:cubicBezTo>
                    <a:pt x="52" y="12"/>
                    <a:pt x="55" y="7"/>
                    <a:pt x="62" y="5"/>
                  </a:cubicBezTo>
                </a:path>
              </a:pathLst>
            </a:custGeom>
            <a:solidFill>
              <a:srgbClr val="7E39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241" name="Freeform 357">
              <a:extLst>
                <a:ext uri="{FF2B5EF4-FFF2-40B4-BE49-F238E27FC236}">
                  <a16:creationId xmlns:a16="http://schemas.microsoft.com/office/drawing/2014/main" id="{FFEB5C4F-4284-4D47-B759-6818B07DE1A7}"/>
                </a:ext>
              </a:extLst>
            </p:cNvPr>
            <p:cNvSpPr>
              <a:spLocks/>
            </p:cNvSpPr>
            <p:nvPr/>
          </p:nvSpPr>
          <p:spPr bwMode="auto">
            <a:xfrm>
              <a:off x="973" y="1171"/>
              <a:ext cx="42" cy="104"/>
            </a:xfrm>
            <a:custGeom>
              <a:avLst/>
              <a:gdLst>
                <a:gd name="T0" fmla="*/ 105 w 26"/>
                <a:gd name="T1" fmla="*/ 0 h 65"/>
                <a:gd name="T2" fmla="*/ 42 w 26"/>
                <a:gd name="T3" fmla="*/ 123 h 65"/>
                <a:gd name="T4" fmla="*/ 0 w 26"/>
                <a:gd name="T5" fmla="*/ 266 h 65"/>
                <a:gd name="T6" fmla="*/ 63 w 26"/>
                <a:gd name="T7" fmla="*/ 115 h 65"/>
                <a:gd name="T8" fmla="*/ 110 w 26"/>
                <a:gd name="T9" fmla="*/ 5 h 6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65">
                  <a:moveTo>
                    <a:pt x="25" y="0"/>
                  </a:moveTo>
                  <a:cubicBezTo>
                    <a:pt x="20" y="10"/>
                    <a:pt x="14" y="20"/>
                    <a:pt x="10" y="30"/>
                  </a:cubicBezTo>
                  <a:cubicBezTo>
                    <a:pt x="6" y="42"/>
                    <a:pt x="3" y="53"/>
                    <a:pt x="0" y="65"/>
                  </a:cubicBezTo>
                  <a:cubicBezTo>
                    <a:pt x="4" y="52"/>
                    <a:pt x="10" y="40"/>
                    <a:pt x="15" y="28"/>
                  </a:cubicBezTo>
                  <a:cubicBezTo>
                    <a:pt x="19" y="20"/>
                    <a:pt x="25" y="10"/>
                    <a:pt x="26" y="1"/>
                  </a:cubicBezTo>
                </a:path>
              </a:pathLst>
            </a:custGeom>
            <a:solidFill>
              <a:srgbClr val="7E39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242" name="Freeform 358">
              <a:extLst>
                <a:ext uri="{FF2B5EF4-FFF2-40B4-BE49-F238E27FC236}">
                  <a16:creationId xmlns:a16="http://schemas.microsoft.com/office/drawing/2014/main" id="{C3377DF5-01BC-4D7D-9E6D-363DADC6B980}"/>
                </a:ext>
              </a:extLst>
            </p:cNvPr>
            <p:cNvSpPr>
              <a:spLocks/>
            </p:cNvSpPr>
            <p:nvPr/>
          </p:nvSpPr>
          <p:spPr bwMode="auto">
            <a:xfrm>
              <a:off x="516" y="1908"/>
              <a:ext cx="26" cy="354"/>
            </a:xfrm>
            <a:custGeom>
              <a:avLst/>
              <a:gdLst>
                <a:gd name="T0" fmla="*/ 39 w 16"/>
                <a:gd name="T1" fmla="*/ 357 h 220"/>
                <a:gd name="T2" fmla="*/ 8 w 16"/>
                <a:gd name="T3" fmla="*/ 917 h 220"/>
                <a:gd name="T4" fmla="*/ 5 w 16"/>
                <a:gd name="T5" fmla="*/ 591 h 220"/>
                <a:gd name="T6" fmla="*/ 68 w 16"/>
                <a:gd name="T7" fmla="*/ 0 h 220"/>
                <a:gd name="T8" fmla="*/ 39 w 16"/>
                <a:gd name="T9" fmla="*/ 357 h 2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220">
                  <a:moveTo>
                    <a:pt x="9" y="86"/>
                  </a:moveTo>
                  <a:cubicBezTo>
                    <a:pt x="8" y="102"/>
                    <a:pt x="4" y="192"/>
                    <a:pt x="2" y="220"/>
                  </a:cubicBezTo>
                  <a:cubicBezTo>
                    <a:pt x="2" y="220"/>
                    <a:pt x="0" y="198"/>
                    <a:pt x="1" y="142"/>
                  </a:cubicBezTo>
                  <a:cubicBezTo>
                    <a:pt x="2" y="85"/>
                    <a:pt x="5" y="27"/>
                    <a:pt x="16" y="0"/>
                  </a:cubicBezTo>
                  <a:cubicBezTo>
                    <a:pt x="12" y="11"/>
                    <a:pt x="11" y="62"/>
                    <a:pt x="9" y="86"/>
                  </a:cubicBezTo>
                </a:path>
              </a:pathLst>
            </a:custGeom>
            <a:solidFill>
              <a:srgbClr val="7E39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243" name="Freeform 359">
              <a:extLst>
                <a:ext uri="{FF2B5EF4-FFF2-40B4-BE49-F238E27FC236}">
                  <a16:creationId xmlns:a16="http://schemas.microsoft.com/office/drawing/2014/main" id="{09BFE807-9332-4F95-8563-3B36FECD2530}"/>
                </a:ext>
              </a:extLst>
            </p:cNvPr>
            <p:cNvSpPr>
              <a:spLocks/>
            </p:cNvSpPr>
            <p:nvPr/>
          </p:nvSpPr>
          <p:spPr bwMode="auto">
            <a:xfrm>
              <a:off x="581" y="1930"/>
              <a:ext cx="64" cy="377"/>
            </a:xfrm>
            <a:custGeom>
              <a:avLst/>
              <a:gdLst>
                <a:gd name="T0" fmla="*/ 157 w 40"/>
                <a:gd name="T1" fmla="*/ 0 h 234"/>
                <a:gd name="T2" fmla="*/ 107 w 40"/>
                <a:gd name="T3" fmla="*/ 451 h 234"/>
                <a:gd name="T4" fmla="*/ 0 w 40"/>
                <a:gd name="T5" fmla="*/ 978 h 234"/>
                <a:gd name="T6" fmla="*/ 69 w 40"/>
                <a:gd name="T7" fmla="*/ 485 h 234"/>
                <a:gd name="T8" fmla="*/ 157 w 40"/>
                <a:gd name="T9" fmla="*/ 0 h 2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234">
                  <a:moveTo>
                    <a:pt x="38" y="0"/>
                  </a:moveTo>
                  <a:cubicBezTo>
                    <a:pt x="40" y="18"/>
                    <a:pt x="37" y="69"/>
                    <a:pt x="26" y="108"/>
                  </a:cubicBezTo>
                  <a:cubicBezTo>
                    <a:pt x="14" y="148"/>
                    <a:pt x="5" y="193"/>
                    <a:pt x="0" y="234"/>
                  </a:cubicBezTo>
                  <a:cubicBezTo>
                    <a:pt x="6" y="207"/>
                    <a:pt x="10" y="146"/>
                    <a:pt x="17" y="116"/>
                  </a:cubicBezTo>
                  <a:cubicBezTo>
                    <a:pt x="24" y="86"/>
                    <a:pt x="40" y="10"/>
                    <a:pt x="38" y="0"/>
                  </a:cubicBezTo>
                </a:path>
              </a:pathLst>
            </a:custGeom>
            <a:solidFill>
              <a:srgbClr val="6B2D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244" name="Freeform 360">
              <a:extLst>
                <a:ext uri="{FF2B5EF4-FFF2-40B4-BE49-F238E27FC236}">
                  <a16:creationId xmlns:a16="http://schemas.microsoft.com/office/drawing/2014/main" id="{14C5B66E-D118-4B28-B3EA-4B93922FD4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4" y="1908"/>
              <a:ext cx="26" cy="354"/>
            </a:xfrm>
            <a:custGeom>
              <a:avLst/>
              <a:gdLst>
                <a:gd name="T0" fmla="*/ 29 w 16"/>
                <a:gd name="T1" fmla="*/ 357 h 220"/>
                <a:gd name="T2" fmla="*/ 60 w 16"/>
                <a:gd name="T3" fmla="*/ 917 h 220"/>
                <a:gd name="T4" fmla="*/ 63 w 16"/>
                <a:gd name="T5" fmla="*/ 591 h 220"/>
                <a:gd name="T6" fmla="*/ 0 w 16"/>
                <a:gd name="T7" fmla="*/ 0 h 220"/>
                <a:gd name="T8" fmla="*/ 29 w 16"/>
                <a:gd name="T9" fmla="*/ 357 h 2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220">
                  <a:moveTo>
                    <a:pt x="7" y="86"/>
                  </a:moveTo>
                  <a:cubicBezTo>
                    <a:pt x="9" y="102"/>
                    <a:pt x="13" y="192"/>
                    <a:pt x="14" y="220"/>
                  </a:cubicBezTo>
                  <a:cubicBezTo>
                    <a:pt x="14" y="220"/>
                    <a:pt x="16" y="198"/>
                    <a:pt x="15" y="142"/>
                  </a:cubicBezTo>
                  <a:cubicBezTo>
                    <a:pt x="15" y="85"/>
                    <a:pt x="11" y="27"/>
                    <a:pt x="0" y="0"/>
                  </a:cubicBezTo>
                  <a:cubicBezTo>
                    <a:pt x="4" y="11"/>
                    <a:pt x="5" y="62"/>
                    <a:pt x="7" y="86"/>
                  </a:cubicBezTo>
                </a:path>
              </a:pathLst>
            </a:custGeom>
            <a:solidFill>
              <a:srgbClr val="6B2D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245" name="Freeform 361">
              <a:extLst>
                <a:ext uri="{FF2B5EF4-FFF2-40B4-BE49-F238E27FC236}">
                  <a16:creationId xmlns:a16="http://schemas.microsoft.com/office/drawing/2014/main" id="{45BA4476-763E-4C35-BD27-3235EEA006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2" y="1930"/>
              <a:ext cx="63" cy="377"/>
            </a:xfrm>
            <a:custGeom>
              <a:avLst/>
              <a:gdLst>
                <a:gd name="T0" fmla="*/ 5 w 39"/>
                <a:gd name="T1" fmla="*/ 0 h 234"/>
                <a:gd name="T2" fmla="*/ 60 w 39"/>
                <a:gd name="T3" fmla="*/ 451 h 234"/>
                <a:gd name="T4" fmla="*/ 165 w 39"/>
                <a:gd name="T5" fmla="*/ 978 h 234"/>
                <a:gd name="T6" fmla="*/ 94 w 39"/>
                <a:gd name="T7" fmla="*/ 485 h 234"/>
                <a:gd name="T8" fmla="*/ 5 w 39"/>
                <a:gd name="T9" fmla="*/ 0 h 2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234">
                  <a:moveTo>
                    <a:pt x="1" y="0"/>
                  </a:moveTo>
                  <a:cubicBezTo>
                    <a:pt x="0" y="18"/>
                    <a:pt x="2" y="69"/>
                    <a:pt x="14" y="108"/>
                  </a:cubicBezTo>
                  <a:cubicBezTo>
                    <a:pt x="25" y="148"/>
                    <a:pt x="34" y="193"/>
                    <a:pt x="39" y="234"/>
                  </a:cubicBezTo>
                  <a:cubicBezTo>
                    <a:pt x="33" y="207"/>
                    <a:pt x="29" y="146"/>
                    <a:pt x="22" y="116"/>
                  </a:cubicBezTo>
                  <a:cubicBezTo>
                    <a:pt x="16" y="86"/>
                    <a:pt x="0" y="10"/>
                    <a:pt x="1" y="0"/>
                  </a:cubicBezTo>
                </a:path>
              </a:pathLst>
            </a:custGeom>
            <a:solidFill>
              <a:srgbClr val="7E39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246" name="Freeform 362">
              <a:extLst>
                <a:ext uri="{FF2B5EF4-FFF2-40B4-BE49-F238E27FC236}">
                  <a16:creationId xmlns:a16="http://schemas.microsoft.com/office/drawing/2014/main" id="{ACDB810F-DA4F-4FF6-9985-B46C98692E80}"/>
                </a:ext>
              </a:extLst>
            </p:cNvPr>
            <p:cNvSpPr>
              <a:spLocks/>
            </p:cNvSpPr>
            <p:nvPr/>
          </p:nvSpPr>
          <p:spPr bwMode="auto">
            <a:xfrm>
              <a:off x="521" y="2500"/>
              <a:ext cx="69" cy="106"/>
            </a:xfrm>
            <a:custGeom>
              <a:avLst/>
              <a:gdLst>
                <a:gd name="T0" fmla="*/ 90 w 43"/>
                <a:gd name="T1" fmla="*/ 0 h 66"/>
                <a:gd name="T2" fmla="*/ 136 w 43"/>
                <a:gd name="T3" fmla="*/ 259 h 66"/>
                <a:gd name="T4" fmla="*/ 170 w 43"/>
                <a:gd name="T5" fmla="*/ 239 h 66"/>
                <a:gd name="T6" fmla="*/ 136 w 43"/>
                <a:gd name="T7" fmla="*/ 170 h 66"/>
                <a:gd name="T8" fmla="*/ 124 w 43"/>
                <a:gd name="T9" fmla="*/ 80 h 66"/>
                <a:gd name="T10" fmla="*/ 103 w 43"/>
                <a:gd name="T11" fmla="*/ 0 h 6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3" h="66">
                  <a:moveTo>
                    <a:pt x="22" y="0"/>
                  </a:moveTo>
                  <a:cubicBezTo>
                    <a:pt x="0" y="14"/>
                    <a:pt x="14" y="53"/>
                    <a:pt x="33" y="62"/>
                  </a:cubicBezTo>
                  <a:cubicBezTo>
                    <a:pt x="38" y="64"/>
                    <a:pt x="43" y="66"/>
                    <a:pt x="41" y="58"/>
                  </a:cubicBezTo>
                  <a:cubicBezTo>
                    <a:pt x="40" y="52"/>
                    <a:pt x="34" y="48"/>
                    <a:pt x="33" y="41"/>
                  </a:cubicBezTo>
                  <a:cubicBezTo>
                    <a:pt x="32" y="34"/>
                    <a:pt x="31" y="26"/>
                    <a:pt x="30" y="19"/>
                  </a:cubicBezTo>
                  <a:cubicBezTo>
                    <a:pt x="30" y="13"/>
                    <a:pt x="30" y="5"/>
                    <a:pt x="25" y="0"/>
                  </a:cubicBezTo>
                </a:path>
              </a:pathLst>
            </a:custGeom>
            <a:solidFill>
              <a:srgbClr val="6B2D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247" name="Freeform 363">
              <a:extLst>
                <a:ext uri="{FF2B5EF4-FFF2-40B4-BE49-F238E27FC236}">
                  <a16:creationId xmlns:a16="http://schemas.microsoft.com/office/drawing/2014/main" id="{31535506-E003-4324-8DD1-B319C3D8AE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5" y="2500"/>
              <a:ext cx="57" cy="105"/>
            </a:xfrm>
            <a:custGeom>
              <a:avLst/>
              <a:gdLst>
                <a:gd name="T0" fmla="*/ 68 w 35"/>
                <a:gd name="T1" fmla="*/ 16 h 65"/>
                <a:gd name="T2" fmla="*/ 42 w 35"/>
                <a:gd name="T3" fmla="*/ 126 h 65"/>
                <a:gd name="T4" fmla="*/ 0 w 35"/>
                <a:gd name="T5" fmla="*/ 220 h 65"/>
                <a:gd name="T6" fmla="*/ 47 w 35"/>
                <a:gd name="T7" fmla="*/ 247 h 65"/>
                <a:gd name="T8" fmla="*/ 130 w 35"/>
                <a:gd name="T9" fmla="*/ 152 h 65"/>
                <a:gd name="T10" fmla="*/ 88 w 35"/>
                <a:gd name="T11" fmla="*/ 0 h 6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5" h="65">
                  <a:moveTo>
                    <a:pt x="16" y="4"/>
                  </a:moveTo>
                  <a:cubicBezTo>
                    <a:pt x="14" y="13"/>
                    <a:pt x="12" y="21"/>
                    <a:pt x="10" y="30"/>
                  </a:cubicBezTo>
                  <a:cubicBezTo>
                    <a:pt x="8" y="38"/>
                    <a:pt x="7" y="48"/>
                    <a:pt x="0" y="52"/>
                  </a:cubicBezTo>
                  <a:cubicBezTo>
                    <a:pt x="5" y="59"/>
                    <a:pt x="2" y="65"/>
                    <a:pt x="11" y="59"/>
                  </a:cubicBezTo>
                  <a:cubicBezTo>
                    <a:pt x="20" y="54"/>
                    <a:pt x="27" y="44"/>
                    <a:pt x="30" y="36"/>
                  </a:cubicBezTo>
                  <a:cubicBezTo>
                    <a:pt x="35" y="21"/>
                    <a:pt x="32" y="10"/>
                    <a:pt x="20" y="0"/>
                  </a:cubicBezTo>
                </a:path>
              </a:pathLst>
            </a:custGeom>
            <a:solidFill>
              <a:srgbClr val="6B2D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248" name="Freeform 364">
              <a:extLst>
                <a:ext uri="{FF2B5EF4-FFF2-40B4-BE49-F238E27FC236}">
                  <a16:creationId xmlns:a16="http://schemas.microsoft.com/office/drawing/2014/main" id="{3A756347-1B0C-4236-90E6-301B22A333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5" y="1304"/>
              <a:ext cx="83" cy="425"/>
            </a:xfrm>
            <a:custGeom>
              <a:avLst/>
              <a:gdLst>
                <a:gd name="T0" fmla="*/ 0 w 51"/>
                <a:gd name="T1" fmla="*/ 0 h 264"/>
                <a:gd name="T2" fmla="*/ 146 w 51"/>
                <a:gd name="T3" fmla="*/ 251 h 264"/>
                <a:gd name="T4" fmla="*/ 212 w 51"/>
                <a:gd name="T5" fmla="*/ 697 h 264"/>
                <a:gd name="T6" fmla="*/ 220 w 51"/>
                <a:gd name="T7" fmla="*/ 1101 h 264"/>
                <a:gd name="T8" fmla="*/ 164 w 51"/>
                <a:gd name="T9" fmla="*/ 615 h 264"/>
                <a:gd name="T10" fmla="*/ 0 w 51"/>
                <a:gd name="T11" fmla="*/ 0 h 26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1" h="264">
                  <a:moveTo>
                    <a:pt x="0" y="0"/>
                  </a:moveTo>
                  <a:cubicBezTo>
                    <a:pt x="14" y="8"/>
                    <a:pt x="28" y="27"/>
                    <a:pt x="34" y="60"/>
                  </a:cubicBezTo>
                  <a:cubicBezTo>
                    <a:pt x="40" y="93"/>
                    <a:pt x="47" y="123"/>
                    <a:pt x="49" y="167"/>
                  </a:cubicBezTo>
                  <a:cubicBezTo>
                    <a:pt x="51" y="211"/>
                    <a:pt x="50" y="239"/>
                    <a:pt x="51" y="264"/>
                  </a:cubicBezTo>
                  <a:cubicBezTo>
                    <a:pt x="47" y="242"/>
                    <a:pt x="44" y="172"/>
                    <a:pt x="38" y="147"/>
                  </a:cubicBezTo>
                  <a:cubicBezTo>
                    <a:pt x="32" y="122"/>
                    <a:pt x="28" y="30"/>
                    <a:pt x="0" y="0"/>
                  </a:cubicBezTo>
                </a:path>
              </a:pathLst>
            </a:custGeom>
            <a:solidFill>
              <a:srgbClr val="6B2D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249" name="Freeform 365">
              <a:extLst>
                <a:ext uri="{FF2B5EF4-FFF2-40B4-BE49-F238E27FC236}">
                  <a16:creationId xmlns:a16="http://schemas.microsoft.com/office/drawing/2014/main" id="{BBA915D1-5CF2-45F3-8236-0C24BB7B148E}"/>
                </a:ext>
              </a:extLst>
            </p:cNvPr>
            <p:cNvSpPr>
              <a:spLocks/>
            </p:cNvSpPr>
            <p:nvPr/>
          </p:nvSpPr>
          <p:spPr bwMode="auto">
            <a:xfrm>
              <a:off x="775" y="3018"/>
              <a:ext cx="78" cy="81"/>
            </a:xfrm>
            <a:custGeom>
              <a:avLst/>
              <a:gdLst>
                <a:gd name="T0" fmla="*/ 0 w 48"/>
                <a:gd name="T1" fmla="*/ 149 h 50"/>
                <a:gd name="T2" fmla="*/ 190 w 48"/>
                <a:gd name="T3" fmla="*/ 0 h 50"/>
                <a:gd name="T4" fmla="*/ 172 w 48"/>
                <a:gd name="T5" fmla="*/ 123 h 50"/>
                <a:gd name="T6" fmla="*/ 34 w 48"/>
                <a:gd name="T7" fmla="*/ 165 h 5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8" h="50">
                  <a:moveTo>
                    <a:pt x="0" y="35"/>
                  </a:moveTo>
                  <a:cubicBezTo>
                    <a:pt x="20" y="50"/>
                    <a:pt x="39" y="13"/>
                    <a:pt x="44" y="0"/>
                  </a:cubicBezTo>
                  <a:cubicBezTo>
                    <a:pt x="45" y="10"/>
                    <a:pt x="48" y="20"/>
                    <a:pt x="40" y="29"/>
                  </a:cubicBezTo>
                  <a:cubicBezTo>
                    <a:pt x="33" y="36"/>
                    <a:pt x="18" y="40"/>
                    <a:pt x="8" y="39"/>
                  </a:cubicBezTo>
                </a:path>
              </a:pathLst>
            </a:custGeom>
            <a:solidFill>
              <a:srgbClr val="6B2D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250" name="Freeform 366">
              <a:extLst>
                <a:ext uri="{FF2B5EF4-FFF2-40B4-BE49-F238E27FC236}">
                  <a16:creationId xmlns:a16="http://schemas.microsoft.com/office/drawing/2014/main" id="{45F769B0-43E1-4F75-929F-95CD29D64759}"/>
                </a:ext>
              </a:extLst>
            </p:cNvPr>
            <p:cNvSpPr>
              <a:spLocks/>
            </p:cNvSpPr>
            <p:nvPr/>
          </p:nvSpPr>
          <p:spPr bwMode="auto">
            <a:xfrm>
              <a:off x="746" y="3258"/>
              <a:ext cx="63" cy="457"/>
            </a:xfrm>
            <a:custGeom>
              <a:avLst/>
              <a:gdLst>
                <a:gd name="T0" fmla="*/ 29 w 39"/>
                <a:gd name="T1" fmla="*/ 0 h 284"/>
                <a:gd name="T2" fmla="*/ 39 w 39"/>
                <a:gd name="T3" fmla="*/ 629 h 284"/>
                <a:gd name="T4" fmla="*/ 165 w 39"/>
                <a:gd name="T5" fmla="*/ 1183 h 284"/>
                <a:gd name="T6" fmla="*/ 76 w 39"/>
                <a:gd name="T7" fmla="*/ 570 h 284"/>
                <a:gd name="T8" fmla="*/ 29 w 39"/>
                <a:gd name="T9" fmla="*/ 0 h 2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284">
                  <a:moveTo>
                    <a:pt x="7" y="0"/>
                  </a:moveTo>
                  <a:cubicBezTo>
                    <a:pt x="0" y="26"/>
                    <a:pt x="0" y="111"/>
                    <a:pt x="9" y="151"/>
                  </a:cubicBezTo>
                  <a:cubicBezTo>
                    <a:pt x="17" y="191"/>
                    <a:pt x="37" y="267"/>
                    <a:pt x="39" y="284"/>
                  </a:cubicBezTo>
                  <a:cubicBezTo>
                    <a:pt x="36" y="252"/>
                    <a:pt x="22" y="158"/>
                    <a:pt x="18" y="137"/>
                  </a:cubicBezTo>
                  <a:cubicBezTo>
                    <a:pt x="15" y="116"/>
                    <a:pt x="5" y="31"/>
                    <a:pt x="7" y="0"/>
                  </a:cubicBezTo>
                </a:path>
              </a:pathLst>
            </a:custGeom>
            <a:solidFill>
              <a:srgbClr val="7E39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251" name="Freeform 367">
              <a:extLst>
                <a:ext uri="{FF2B5EF4-FFF2-40B4-BE49-F238E27FC236}">
                  <a16:creationId xmlns:a16="http://schemas.microsoft.com/office/drawing/2014/main" id="{CBFE8A37-786D-4994-9F39-ED428D9BE069}"/>
                </a:ext>
              </a:extLst>
            </p:cNvPr>
            <p:cNvSpPr>
              <a:spLocks/>
            </p:cNvSpPr>
            <p:nvPr/>
          </p:nvSpPr>
          <p:spPr bwMode="auto">
            <a:xfrm>
              <a:off x="966" y="3200"/>
              <a:ext cx="38" cy="517"/>
            </a:xfrm>
            <a:custGeom>
              <a:avLst/>
              <a:gdLst>
                <a:gd name="T0" fmla="*/ 71 w 23"/>
                <a:gd name="T1" fmla="*/ 1342 h 321"/>
                <a:gd name="T2" fmla="*/ 28 w 23"/>
                <a:gd name="T3" fmla="*/ 556 h 321"/>
                <a:gd name="T4" fmla="*/ 50 w 23"/>
                <a:gd name="T5" fmla="*/ 0 h 321"/>
                <a:gd name="T6" fmla="*/ 84 w 23"/>
                <a:gd name="T7" fmla="*/ 581 h 321"/>
                <a:gd name="T8" fmla="*/ 71 w 23"/>
                <a:gd name="T9" fmla="*/ 1342 h 3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321">
                  <a:moveTo>
                    <a:pt x="16" y="321"/>
                  </a:moveTo>
                  <a:cubicBezTo>
                    <a:pt x="20" y="301"/>
                    <a:pt x="12" y="190"/>
                    <a:pt x="6" y="133"/>
                  </a:cubicBezTo>
                  <a:cubicBezTo>
                    <a:pt x="0" y="77"/>
                    <a:pt x="2" y="25"/>
                    <a:pt x="11" y="0"/>
                  </a:cubicBezTo>
                  <a:cubicBezTo>
                    <a:pt x="7" y="20"/>
                    <a:pt x="14" y="87"/>
                    <a:pt x="19" y="139"/>
                  </a:cubicBezTo>
                  <a:cubicBezTo>
                    <a:pt x="23" y="191"/>
                    <a:pt x="22" y="298"/>
                    <a:pt x="16" y="321"/>
                  </a:cubicBezTo>
                </a:path>
              </a:pathLst>
            </a:custGeom>
            <a:solidFill>
              <a:srgbClr val="7E39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252" name="Freeform 368">
              <a:extLst>
                <a:ext uri="{FF2B5EF4-FFF2-40B4-BE49-F238E27FC236}">
                  <a16:creationId xmlns:a16="http://schemas.microsoft.com/office/drawing/2014/main" id="{85067739-F66E-4018-B0FB-AC4481FC8D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1" y="3235"/>
              <a:ext cx="64" cy="454"/>
            </a:xfrm>
            <a:custGeom>
              <a:avLst/>
              <a:gdLst>
                <a:gd name="T0" fmla="*/ 130 w 39"/>
                <a:gd name="T1" fmla="*/ 0 h 282"/>
                <a:gd name="T2" fmla="*/ 138 w 39"/>
                <a:gd name="T3" fmla="*/ 634 h 282"/>
                <a:gd name="T4" fmla="*/ 0 w 39"/>
                <a:gd name="T5" fmla="*/ 1177 h 282"/>
                <a:gd name="T6" fmla="*/ 110 w 39"/>
                <a:gd name="T7" fmla="*/ 493 h 282"/>
                <a:gd name="T8" fmla="*/ 130 w 39"/>
                <a:gd name="T9" fmla="*/ 0 h 28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282">
                  <a:moveTo>
                    <a:pt x="29" y="0"/>
                  </a:moveTo>
                  <a:cubicBezTo>
                    <a:pt x="34" y="35"/>
                    <a:pt x="39" y="102"/>
                    <a:pt x="31" y="152"/>
                  </a:cubicBezTo>
                  <a:cubicBezTo>
                    <a:pt x="23" y="202"/>
                    <a:pt x="6" y="258"/>
                    <a:pt x="0" y="282"/>
                  </a:cubicBezTo>
                  <a:cubicBezTo>
                    <a:pt x="2" y="256"/>
                    <a:pt x="23" y="173"/>
                    <a:pt x="25" y="118"/>
                  </a:cubicBezTo>
                  <a:cubicBezTo>
                    <a:pt x="27" y="63"/>
                    <a:pt x="32" y="10"/>
                    <a:pt x="29" y="0"/>
                  </a:cubicBezTo>
                </a:path>
              </a:pathLst>
            </a:custGeom>
            <a:solidFill>
              <a:srgbClr val="6B2D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253" name="Freeform 369">
              <a:extLst>
                <a:ext uri="{FF2B5EF4-FFF2-40B4-BE49-F238E27FC236}">
                  <a16:creationId xmlns:a16="http://schemas.microsoft.com/office/drawing/2014/main" id="{33CB05AA-71C7-44C4-9DE0-3BD1661708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9" y="3771"/>
              <a:ext cx="29" cy="126"/>
            </a:xfrm>
            <a:custGeom>
              <a:avLst/>
              <a:gdLst>
                <a:gd name="T0" fmla="*/ 71 w 18"/>
                <a:gd name="T1" fmla="*/ 0 h 78"/>
                <a:gd name="T2" fmla="*/ 50 w 18"/>
                <a:gd name="T3" fmla="*/ 191 h 78"/>
                <a:gd name="T4" fmla="*/ 60 w 18"/>
                <a:gd name="T5" fmla="*/ 330 h 78"/>
                <a:gd name="T6" fmla="*/ 5 w 18"/>
                <a:gd name="T7" fmla="*/ 220 h 78"/>
                <a:gd name="T8" fmla="*/ 47 w 18"/>
                <a:gd name="T9" fmla="*/ 157 h 78"/>
                <a:gd name="T10" fmla="*/ 76 w 18"/>
                <a:gd name="T11" fmla="*/ 42 h 7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" h="78">
                  <a:moveTo>
                    <a:pt x="17" y="0"/>
                  </a:moveTo>
                  <a:cubicBezTo>
                    <a:pt x="16" y="16"/>
                    <a:pt x="15" y="29"/>
                    <a:pt x="12" y="45"/>
                  </a:cubicBezTo>
                  <a:cubicBezTo>
                    <a:pt x="9" y="57"/>
                    <a:pt x="14" y="65"/>
                    <a:pt x="14" y="78"/>
                  </a:cubicBezTo>
                  <a:cubicBezTo>
                    <a:pt x="11" y="70"/>
                    <a:pt x="0" y="59"/>
                    <a:pt x="1" y="52"/>
                  </a:cubicBezTo>
                  <a:cubicBezTo>
                    <a:pt x="2" y="47"/>
                    <a:pt x="9" y="42"/>
                    <a:pt x="11" y="37"/>
                  </a:cubicBezTo>
                  <a:cubicBezTo>
                    <a:pt x="15" y="28"/>
                    <a:pt x="12" y="18"/>
                    <a:pt x="18" y="10"/>
                  </a:cubicBezTo>
                </a:path>
              </a:pathLst>
            </a:custGeom>
            <a:solidFill>
              <a:srgbClr val="6B2D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254" name="Freeform 370">
              <a:extLst>
                <a:ext uri="{FF2B5EF4-FFF2-40B4-BE49-F238E27FC236}">
                  <a16:creationId xmlns:a16="http://schemas.microsoft.com/office/drawing/2014/main" id="{B3C30936-8190-4068-AAAC-EA03E7FE0C77}"/>
                </a:ext>
              </a:extLst>
            </p:cNvPr>
            <p:cNvSpPr>
              <a:spLocks/>
            </p:cNvSpPr>
            <p:nvPr/>
          </p:nvSpPr>
          <p:spPr bwMode="auto">
            <a:xfrm>
              <a:off x="892" y="3710"/>
              <a:ext cx="27" cy="139"/>
            </a:xfrm>
            <a:custGeom>
              <a:avLst/>
              <a:gdLst>
                <a:gd name="T0" fmla="*/ 48 w 17"/>
                <a:gd name="T1" fmla="*/ 152 h 86"/>
                <a:gd name="T2" fmla="*/ 43 w 17"/>
                <a:gd name="T3" fmla="*/ 364 h 86"/>
                <a:gd name="T4" fmla="*/ 21 w 17"/>
                <a:gd name="T5" fmla="*/ 173 h 86"/>
                <a:gd name="T6" fmla="*/ 5 w 17"/>
                <a:gd name="T7" fmla="*/ 71 h 86"/>
                <a:gd name="T8" fmla="*/ 8 w 17"/>
                <a:gd name="T9" fmla="*/ 0 h 86"/>
                <a:gd name="T10" fmla="*/ 52 w 17"/>
                <a:gd name="T11" fmla="*/ 149 h 8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" h="86">
                  <a:moveTo>
                    <a:pt x="12" y="36"/>
                  </a:moveTo>
                  <a:cubicBezTo>
                    <a:pt x="17" y="54"/>
                    <a:pt x="17" y="68"/>
                    <a:pt x="11" y="86"/>
                  </a:cubicBezTo>
                  <a:cubicBezTo>
                    <a:pt x="13" y="72"/>
                    <a:pt x="10" y="54"/>
                    <a:pt x="5" y="41"/>
                  </a:cubicBezTo>
                  <a:cubicBezTo>
                    <a:pt x="1" y="32"/>
                    <a:pt x="0" y="28"/>
                    <a:pt x="1" y="17"/>
                  </a:cubicBezTo>
                  <a:cubicBezTo>
                    <a:pt x="2" y="12"/>
                    <a:pt x="4" y="5"/>
                    <a:pt x="2" y="0"/>
                  </a:cubicBezTo>
                  <a:cubicBezTo>
                    <a:pt x="4" y="12"/>
                    <a:pt x="9" y="24"/>
                    <a:pt x="13" y="35"/>
                  </a:cubicBezTo>
                </a:path>
              </a:pathLst>
            </a:custGeom>
            <a:solidFill>
              <a:srgbClr val="6B2D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255" name="Freeform 371">
              <a:extLst>
                <a:ext uri="{FF2B5EF4-FFF2-40B4-BE49-F238E27FC236}">
                  <a16:creationId xmlns:a16="http://schemas.microsoft.com/office/drawing/2014/main" id="{508B81D8-D6EB-4331-B4D8-407CF17B55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4" y="3015"/>
              <a:ext cx="55" cy="80"/>
            </a:xfrm>
            <a:custGeom>
              <a:avLst/>
              <a:gdLst>
                <a:gd name="T0" fmla="*/ 0 w 34"/>
                <a:gd name="T1" fmla="*/ 158 h 50"/>
                <a:gd name="T2" fmla="*/ 115 w 34"/>
                <a:gd name="T3" fmla="*/ 0 h 50"/>
                <a:gd name="T4" fmla="*/ 16 w 34"/>
                <a:gd name="T5" fmla="*/ 170 h 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50">
                  <a:moveTo>
                    <a:pt x="0" y="39"/>
                  </a:moveTo>
                  <a:cubicBezTo>
                    <a:pt x="20" y="48"/>
                    <a:pt x="27" y="11"/>
                    <a:pt x="27" y="0"/>
                  </a:cubicBezTo>
                  <a:cubicBezTo>
                    <a:pt x="34" y="16"/>
                    <a:pt x="27" y="50"/>
                    <a:pt x="4" y="41"/>
                  </a:cubicBezTo>
                </a:path>
              </a:pathLst>
            </a:custGeom>
            <a:solidFill>
              <a:srgbClr val="6B2D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256" name="Freeform 372">
              <a:extLst>
                <a:ext uri="{FF2B5EF4-FFF2-40B4-BE49-F238E27FC236}">
                  <a16:creationId xmlns:a16="http://schemas.microsoft.com/office/drawing/2014/main" id="{C6DFDC71-44C1-46D1-86D8-A02FAA3E42E1}"/>
                </a:ext>
              </a:extLst>
            </p:cNvPr>
            <p:cNvSpPr>
              <a:spLocks/>
            </p:cNvSpPr>
            <p:nvPr/>
          </p:nvSpPr>
          <p:spPr bwMode="auto">
            <a:xfrm>
              <a:off x="934" y="2389"/>
              <a:ext cx="76" cy="216"/>
            </a:xfrm>
            <a:custGeom>
              <a:avLst/>
              <a:gdLst>
                <a:gd name="T0" fmla="*/ 110 w 47"/>
                <a:gd name="T1" fmla="*/ 55 h 134"/>
                <a:gd name="T2" fmla="*/ 84 w 47"/>
                <a:gd name="T3" fmla="*/ 561 h 134"/>
                <a:gd name="T4" fmla="*/ 102 w 47"/>
                <a:gd name="T5" fmla="*/ 372 h 134"/>
                <a:gd name="T6" fmla="*/ 105 w 47"/>
                <a:gd name="T7" fmla="*/ 179 h 134"/>
                <a:gd name="T8" fmla="*/ 131 w 47"/>
                <a:gd name="T9" fmla="*/ 89 h 134"/>
                <a:gd name="T10" fmla="*/ 199 w 47"/>
                <a:gd name="T11" fmla="*/ 0 h 134"/>
                <a:gd name="T12" fmla="*/ 102 w 47"/>
                <a:gd name="T13" fmla="*/ 60 h 13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7" h="134">
                  <a:moveTo>
                    <a:pt x="26" y="13"/>
                  </a:moveTo>
                  <a:cubicBezTo>
                    <a:pt x="0" y="25"/>
                    <a:pt x="30" y="103"/>
                    <a:pt x="20" y="134"/>
                  </a:cubicBezTo>
                  <a:cubicBezTo>
                    <a:pt x="19" y="119"/>
                    <a:pt x="23" y="104"/>
                    <a:pt x="24" y="89"/>
                  </a:cubicBezTo>
                  <a:cubicBezTo>
                    <a:pt x="26" y="74"/>
                    <a:pt x="24" y="59"/>
                    <a:pt x="25" y="43"/>
                  </a:cubicBezTo>
                  <a:cubicBezTo>
                    <a:pt x="26" y="35"/>
                    <a:pt x="27" y="29"/>
                    <a:pt x="31" y="21"/>
                  </a:cubicBezTo>
                  <a:cubicBezTo>
                    <a:pt x="34" y="15"/>
                    <a:pt x="40" y="2"/>
                    <a:pt x="47" y="0"/>
                  </a:cubicBezTo>
                  <a:cubicBezTo>
                    <a:pt x="38" y="3"/>
                    <a:pt x="32" y="11"/>
                    <a:pt x="24" y="14"/>
                  </a:cubicBezTo>
                </a:path>
              </a:pathLst>
            </a:custGeom>
            <a:solidFill>
              <a:srgbClr val="7E39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257" name="Freeform 373">
              <a:extLst>
                <a:ext uri="{FF2B5EF4-FFF2-40B4-BE49-F238E27FC236}">
                  <a16:creationId xmlns:a16="http://schemas.microsoft.com/office/drawing/2014/main" id="{63C92DA7-5539-47AD-AC54-2D37EF744D0B}"/>
                </a:ext>
              </a:extLst>
            </p:cNvPr>
            <p:cNvSpPr>
              <a:spLocks/>
            </p:cNvSpPr>
            <p:nvPr/>
          </p:nvSpPr>
          <p:spPr bwMode="auto">
            <a:xfrm>
              <a:off x="957" y="2914"/>
              <a:ext cx="30" cy="251"/>
            </a:xfrm>
            <a:custGeom>
              <a:avLst/>
              <a:gdLst>
                <a:gd name="T0" fmla="*/ 35 w 19"/>
                <a:gd name="T1" fmla="*/ 0 h 156"/>
                <a:gd name="T2" fmla="*/ 27 w 19"/>
                <a:gd name="T3" fmla="*/ 327 h 156"/>
                <a:gd name="T4" fmla="*/ 55 w 19"/>
                <a:gd name="T5" fmla="*/ 650 h 156"/>
                <a:gd name="T6" fmla="*/ 60 w 19"/>
                <a:gd name="T7" fmla="*/ 354 h 156"/>
                <a:gd name="T8" fmla="*/ 43 w 19"/>
                <a:gd name="T9" fmla="*/ 88 h 156"/>
                <a:gd name="T10" fmla="*/ 35 w 19"/>
                <a:gd name="T11" fmla="*/ 0 h 15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" h="156">
                  <a:moveTo>
                    <a:pt x="9" y="0"/>
                  </a:moveTo>
                  <a:cubicBezTo>
                    <a:pt x="8" y="23"/>
                    <a:pt x="0" y="49"/>
                    <a:pt x="7" y="78"/>
                  </a:cubicBezTo>
                  <a:cubicBezTo>
                    <a:pt x="14" y="107"/>
                    <a:pt x="18" y="130"/>
                    <a:pt x="14" y="156"/>
                  </a:cubicBezTo>
                  <a:cubicBezTo>
                    <a:pt x="19" y="135"/>
                    <a:pt x="18" y="103"/>
                    <a:pt x="15" y="85"/>
                  </a:cubicBezTo>
                  <a:cubicBezTo>
                    <a:pt x="12" y="68"/>
                    <a:pt x="10" y="35"/>
                    <a:pt x="11" y="21"/>
                  </a:cubicBezTo>
                  <a:cubicBezTo>
                    <a:pt x="12" y="6"/>
                    <a:pt x="9" y="0"/>
                    <a:pt x="9" y="0"/>
                  </a:cubicBezTo>
                </a:path>
              </a:pathLst>
            </a:custGeom>
            <a:solidFill>
              <a:srgbClr val="7E39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258" name="Freeform 374">
              <a:extLst>
                <a:ext uri="{FF2B5EF4-FFF2-40B4-BE49-F238E27FC236}">
                  <a16:creationId xmlns:a16="http://schemas.microsoft.com/office/drawing/2014/main" id="{E7364917-7557-4DF8-BBE9-E931B879BD7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8" y="3956"/>
              <a:ext cx="115" cy="73"/>
            </a:xfrm>
            <a:custGeom>
              <a:avLst/>
              <a:gdLst>
                <a:gd name="T0" fmla="*/ 47 w 71"/>
                <a:gd name="T1" fmla="*/ 149 h 45"/>
                <a:gd name="T2" fmla="*/ 225 w 71"/>
                <a:gd name="T3" fmla="*/ 152 h 45"/>
                <a:gd name="T4" fmla="*/ 259 w 71"/>
                <a:gd name="T5" fmla="*/ 0 h 45"/>
                <a:gd name="T6" fmla="*/ 246 w 71"/>
                <a:gd name="T7" fmla="*/ 50 h 45"/>
                <a:gd name="T8" fmla="*/ 170 w 71"/>
                <a:gd name="T9" fmla="*/ 89 h 45"/>
                <a:gd name="T10" fmla="*/ 16 w 71"/>
                <a:gd name="T11" fmla="*/ 76 h 45"/>
                <a:gd name="T12" fmla="*/ 26 w 71"/>
                <a:gd name="T13" fmla="*/ 152 h 4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1" h="45">
                  <a:moveTo>
                    <a:pt x="11" y="35"/>
                  </a:moveTo>
                  <a:cubicBezTo>
                    <a:pt x="21" y="45"/>
                    <a:pt x="41" y="42"/>
                    <a:pt x="53" y="36"/>
                  </a:cubicBezTo>
                  <a:cubicBezTo>
                    <a:pt x="71" y="27"/>
                    <a:pt x="68" y="16"/>
                    <a:pt x="61" y="0"/>
                  </a:cubicBezTo>
                  <a:cubicBezTo>
                    <a:pt x="61" y="5"/>
                    <a:pt x="62" y="8"/>
                    <a:pt x="58" y="12"/>
                  </a:cubicBezTo>
                  <a:cubicBezTo>
                    <a:pt x="54" y="16"/>
                    <a:pt x="45" y="20"/>
                    <a:pt x="40" y="21"/>
                  </a:cubicBezTo>
                  <a:cubicBezTo>
                    <a:pt x="28" y="23"/>
                    <a:pt x="15" y="21"/>
                    <a:pt x="4" y="18"/>
                  </a:cubicBezTo>
                  <a:cubicBezTo>
                    <a:pt x="0" y="22"/>
                    <a:pt x="6" y="31"/>
                    <a:pt x="6" y="36"/>
                  </a:cubicBezTo>
                </a:path>
              </a:pathLst>
            </a:custGeom>
            <a:solidFill>
              <a:srgbClr val="6B2D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259" name="Freeform 375">
              <a:extLst>
                <a:ext uri="{FF2B5EF4-FFF2-40B4-BE49-F238E27FC236}">
                  <a16:creationId xmlns:a16="http://schemas.microsoft.com/office/drawing/2014/main" id="{BA7E8423-6A8E-47D4-B2A3-518E3F7C287E}"/>
                </a:ext>
              </a:extLst>
            </p:cNvPr>
            <p:cNvSpPr>
              <a:spLocks/>
            </p:cNvSpPr>
            <p:nvPr/>
          </p:nvSpPr>
          <p:spPr bwMode="auto">
            <a:xfrm>
              <a:off x="819" y="3858"/>
              <a:ext cx="121" cy="161"/>
            </a:xfrm>
            <a:custGeom>
              <a:avLst/>
              <a:gdLst>
                <a:gd name="T0" fmla="*/ 0 w 75"/>
                <a:gd name="T1" fmla="*/ 417 h 100"/>
                <a:gd name="T2" fmla="*/ 89 w 75"/>
                <a:gd name="T3" fmla="*/ 403 h 100"/>
                <a:gd name="T4" fmla="*/ 158 w 75"/>
                <a:gd name="T5" fmla="*/ 409 h 100"/>
                <a:gd name="T6" fmla="*/ 226 w 75"/>
                <a:gd name="T7" fmla="*/ 383 h 100"/>
                <a:gd name="T8" fmla="*/ 266 w 75"/>
                <a:gd name="T9" fmla="*/ 316 h 100"/>
                <a:gd name="T10" fmla="*/ 286 w 75"/>
                <a:gd name="T11" fmla="*/ 150 h 100"/>
                <a:gd name="T12" fmla="*/ 268 w 75"/>
                <a:gd name="T13" fmla="*/ 0 h 100"/>
                <a:gd name="T14" fmla="*/ 224 w 75"/>
                <a:gd name="T15" fmla="*/ 84 h 100"/>
                <a:gd name="T16" fmla="*/ 226 w 75"/>
                <a:gd name="T17" fmla="*/ 192 h 100"/>
                <a:gd name="T18" fmla="*/ 186 w 75"/>
                <a:gd name="T19" fmla="*/ 288 h 100"/>
                <a:gd name="T20" fmla="*/ 115 w 75"/>
                <a:gd name="T21" fmla="*/ 375 h 10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5" h="100">
                  <a:moveTo>
                    <a:pt x="0" y="100"/>
                  </a:moveTo>
                  <a:cubicBezTo>
                    <a:pt x="7" y="97"/>
                    <a:pt x="14" y="96"/>
                    <a:pt x="21" y="96"/>
                  </a:cubicBezTo>
                  <a:cubicBezTo>
                    <a:pt x="27" y="97"/>
                    <a:pt x="32" y="99"/>
                    <a:pt x="38" y="98"/>
                  </a:cubicBezTo>
                  <a:cubicBezTo>
                    <a:pt x="43" y="98"/>
                    <a:pt x="50" y="95"/>
                    <a:pt x="54" y="92"/>
                  </a:cubicBezTo>
                  <a:cubicBezTo>
                    <a:pt x="61" y="89"/>
                    <a:pt x="61" y="84"/>
                    <a:pt x="63" y="76"/>
                  </a:cubicBezTo>
                  <a:cubicBezTo>
                    <a:pt x="67" y="63"/>
                    <a:pt x="67" y="50"/>
                    <a:pt x="68" y="36"/>
                  </a:cubicBezTo>
                  <a:cubicBezTo>
                    <a:pt x="69" y="25"/>
                    <a:pt x="75" y="8"/>
                    <a:pt x="64" y="0"/>
                  </a:cubicBezTo>
                  <a:cubicBezTo>
                    <a:pt x="60" y="4"/>
                    <a:pt x="54" y="14"/>
                    <a:pt x="53" y="20"/>
                  </a:cubicBezTo>
                  <a:cubicBezTo>
                    <a:pt x="51" y="28"/>
                    <a:pt x="55" y="38"/>
                    <a:pt x="54" y="46"/>
                  </a:cubicBezTo>
                  <a:cubicBezTo>
                    <a:pt x="53" y="55"/>
                    <a:pt x="49" y="62"/>
                    <a:pt x="44" y="69"/>
                  </a:cubicBezTo>
                  <a:cubicBezTo>
                    <a:pt x="39" y="75"/>
                    <a:pt x="36" y="89"/>
                    <a:pt x="27" y="90"/>
                  </a:cubicBezTo>
                </a:path>
              </a:pathLst>
            </a:custGeom>
            <a:solidFill>
              <a:srgbClr val="6B2D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260" name="Freeform 376">
              <a:extLst>
                <a:ext uri="{FF2B5EF4-FFF2-40B4-BE49-F238E27FC236}">
                  <a16:creationId xmlns:a16="http://schemas.microsoft.com/office/drawing/2014/main" id="{D0F5A98C-0596-46B7-B78F-9566A98C3ABA}"/>
                </a:ext>
              </a:extLst>
            </p:cNvPr>
            <p:cNvSpPr>
              <a:spLocks/>
            </p:cNvSpPr>
            <p:nvPr/>
          </p:nvSpPr>
          <p:spPr bwMode="auto">
            <a:xfrm>
              <a:off x="731" y="1634"/>
              <a:ext cx="60" cy="61"/>
            </a:xfrm>
            <a:custGeom>
              <a:avLst/>
              <a:gdLst>
                <a:gd name="T0" fmla="*/ 0 w 37"/>
                <a:gd name="T1" fmla="*/ 82 h 38"/>
                <a:gd name="T2" fmla="*/ 73 w 37"/>
                <a:gd name="T3" fmla="*/ 5 h 38"/>
                <a:gd name="T4" fmla="*/ 152 w 37"/>
                <a:gd name="T5" fmla="*/ 75 h 38"/>
                <a:gd name="T6" fmla="*/ 84 w 37"/>
                <a:gd name="T7" fmla="*/ 153 h 38"/>
                <a:gd name="T8" fmla="*/ 0 w 37"/>
                <a:gd name="T9" fmla="*/ 82 h 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" h="38">
                  <a:moveTo>
                    <a:pt x="0" y="20"/>
                  </a:moveTo>
                  <a:cubicBezTo>
                    <a:pt x="0" y="10"/>
                    <a:pt x="7" y="2"/>
                    <a:pt x="17" y="1"/>
                  </a:cubicBezTo>
                  <a:cubicBezTo>
                    <a:pt x="27" y="0"/>
                    <a:pt x="36" y="8"/>
                    <a:pt x="36" y="18"/>
                  </a:cubicBezTo>
                  <a:cubicBezTo>
                    <a:pt x="37" y="28"/>
                    <a:pt x="30" y="36"/>
                    <a:pt x="20" y="37"/>
                  </a:cubicBezTo>
                  <a:cubicBezTo>
                    <a:pt x="10" y="38"/>
                    <a:pt x="1" y="30"/>
                    <a:pt x="0" y="20"/>
                  </a:cubicBezTo>
                </a:path>
              </a:pathLst>
            </a:custGeom>
            <a:solidFill>
              <a:srgbClr val="60201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261" name="Freeform 377">
              <a:extLst>
                <a:ext uri="{FF2B5EF4-FFF2-40B4-BE49-F238E27FC236}">
                  <a16:creationId xmlns:a16="http://schemas.microsoft.com/office/drawing/2014/main" id="{D755192D-D6A8-42BA-B61A-2F168644FE66}"/>
                </a:ext>
              </a:extLst>
            </p:cNvPr>
            <p:cNvSpPr>
              <a:spLocks/>
            </p:cNvSpPr>
            <p:nvPr/>
          </p:nvSpPr>
          <p:spPr bwMode="auto">
            <a:xfrm>
              <a:off x="926" y="2054"/>
              <a:ext cx="32" cy="12"/>
            </a:xfrm>
            <a:custGeom>
              <a:avLst/>
              <a:gdLst>
                <a:gd name="T0" fmla="*/ 0 w 20"/>
                <a:gd name="T1" fmla="*/ 36 h 7"/>
                <a:gd name="T2" fmla="*/ 42 w 20"/>
                <a:gd name="T3" fmla="*/ 0 h 7"/>
                <a:gd name="T4" fmla="*/ 82 w 20"/>
                <a:gd name="T5" fmla="*/ 36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7">
                  <a:moveTo>
                    <a:pt x="0" y="7"/>
                  </a:moveTo>
                  <a:cubicBezTo>
                    <a:pt x="4" y="1"/>
                    <a:pt x="5" y="0"/>
                    <a:pt x="10" y="0"/>
                  </a:cubicBezTo>
                  <a:cubicBezTo>
                    <a:pt x="14" y="0"/>
                    <a:pt x="15" y="1"/>
                    <a:pt x="20" y="7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262" name="Freeform 378">
              <a:extLst>
                <a:ext uri="{FF2B5EF4-FFF2-40B4-BE49-F238E27FC236}">
                  <a16:creationId xmlns:a16="http://schemas.microsoft.com/office/drawing/2014/main" id="{755197FB-B575-48D6-963D-7EB71230D79E}"/>
                </a:ext>
              </a:extLst>
            </p:cNvPr>
            <p:cNvSpPr>
              <a:spLocks/>
            </p:cNvSpPr>
            <p:nvPr/>
          </p:nvSpPr>
          <p:spPr bwMode="auto">
            <a:xfrm>
              <a:off x="931" y="2061"/>
              <a:ext cx="22" cy="9"/>
            </a:xfrm>
            <a:custGeom>
              <a:avLst/>
              <a:gdLst>
                <a:gd name="T0" fmla="*/ 0 w 14"/>
                <a:gd name="T1" fmla="*/ 0 h 6"/>
                <a:gd name="T2" fmla="*/ 55 w 14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6">
                  <a:moveTo>
                    <a:pt x="0" y="0"/>
                  </a:moveTo>
                  <a:cubicBezTo>
                    <a:pt x="2" y="6"/>
                    <a:pt x="11" y="6"/>
                    <a:pt x="14" y="0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263" name="Freeform 379">
              <a:extLst>
                <a:ext uri="{FF2B5EF4-FFF2-40B4-BE49-F238E27FC236}">
                  <a16:creationId xmlns:a16="http://schemas.microsoft.com/office/drawing/2014/main" id="{AD1E067B-B11D-4282-B402-DE60EA4B0AFF}"/>
                </a:ext>
              </a:extLst>
            </p:cNvPr>
            <p:cNvSpPr>
              <a:spLocks/>
            </p:cNvSpPr>
            <p:nvPr/>
          </p:nvSpPr>
          <p:spPr bwMode="auto">
            <a:xfrm>
              <a:off x="739" y="1280"/>
              <a:ext cx="164" cy="18"/>
            </a:xfrm>
            <a:custGeom>
              <a:avLst/>
              <a:gdLst>
                <a:gd name="T0" fmla="*/ 0 w 101"/>
                <a:gd name="T1" fmla="*/ 0 h 11"/>
                <a:gd name="T2" fmla="*/ 115 w 101"/>
                <a:gd name="T3" fmla="*/ 21 h 11"/>
                <a:gd name="T4" fmla="*/ 248 w 101"/>
                <a:gd name="T5" fmla="*/ 21 h 11"/>
                <a:gd name="T6" fmla="*/ 424 w 101"/>
                <a:gd name="T7" fmla="*/ 34 h 11"/>
                <a:gd name="T8" fmla="*/ 432 w 101"/>
                <a:gd name="T9" fmla="*/ 47 h 11"/>
                <a:gd name="T10" fmla="*/ 427 w 101"/>
                <a:gd name="T11" fmla="*/ 26 h 11"/>
                <a:gd name="T12" fmla="*/ 248 w 101"/>
                <a:gd name="T13" fmla="*/ 13 h 11"/>
                <a:gd name="T14" fmla="*/ 119 w 101"/>
                <a:gd name="T15" fmla="*/ 13 h 11"/>
                <a:gd name="T16" fmla="*/ 0 w 101"/>
                <a:gd name="T17" fmla="*/ 0 h 1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1" h="11">
                  <a:moveTo>
                    <a:pt x="0" y="0"/>
                  </a:moveTo>
                  <a:cubicBezTo>
                    <a:pt x="5" y="0"/>
                    <a:pt x="22" y="3"/>
                    <a:pt x="27" y="5"/>
                  </a:cubicBezTo>
                  <a:cubicBezTo>
                    <a:pt x="33" y="8"/>
                    <a:pt x="45" y="7"/>
                    <a:pt x="58" y="5"/>
                  </a:cubicBezTo>
                  <a:cubicBezTo>
                    <a:pt x="75" y="4"/>
                    <a:pt x="93" y="3"/>
                    <a:pt x="99" y="8"/>
                  </a:cubicBezTo>
                  <a:cubicBezTo>
                    <a:pt x="100" y="9"/>
                    <a:pt x="101" y="10"/>
                    <a:pt x="101" y="11"/>
                  </a:cubicBezTo>
                  <a:cubicBezTo>
                    <a:pt x="101" y="9"/>
                    <a:pt x="101" y="8"/>
                    <a:pt x="100" y="6"/>
                  </a:cubicBezTo>
                  <a:cubicBezTo>
                    <a:pt x="94" y="1"/>
                    <a:pt x="76" y="2"/>
                    <a:pt x="58" y="3"/>
                  </a:cubicBezTo>
                  <a:cubicBezTo>
                    <a:pt x="45" y="5"/>
                    <a:pt x="33" y="6"/>
                    <a:pt x="28" y="3"/>
                  </a:cubicBezTo>
                  <a:cubicBezTo>
                    <a:pt x="23" y="1"/>
                    <a:pt x="6" y="1"/>
                    <a:pt x="0" y="0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264" name="Freeform 380">
              <a:extLst>
                <a:ext uri="{FF2B5EF4-FFF2-40B4-BE49-F238E27FC236}">
                  <a16:creationId xmlns:a16="http://schemas.microsoft.com/office/drawing/2014/main" id="{B1110716-95DA-4436-AF62-EB91B40A0BBA}"/>
                </a:ext>
              </a:extLst>
            </p:cNvPr>
            <p:cNvSpPr>
              <a:spLocks/>
            </p:cNvSpPr>
            <p:nvPr/>
          </p:nvSpPr>
          <p:spPr bwMode="auto">
            <a:xfrm>
              <a:off x="927" y="1317"/>
              <a:ext cx="33" cy="18"/>
            </a:xfrm>
            <a:custGeom>
              <a:avLst/>
              <a:gdLst>
                <a:gd name="T0" fmla="*/ 0 w 20"/>
                <a:gd name="T1" fmla="*/ 0 h 11"/>
                <a:gd name="T2" fmla="*/ 41 w 20"/>
                <a:gd name="T3" fmla="*/ 47 h 11"/>
                <a:gd name="T4" fmla="*/ 89 w 20"/>
                <a:gd name="T5" fmla="*/ 5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11">
                  <a:moveTo>
                    <a:pt x="0" y="0"/>
                  </a:moveTo>
                  <a:cubicBezTo>
                    <a:pt x="3" y="7"/>
                    <a:pt x="6" y="11"/>
                    <a:pt x="9" y="11"/>
                  </a:cubicBezTo>
                  <a:cubicBezTo>
                    <a:pt x="12" y="11"/>
                    <a:pt x="15" y="7"/>
                    <a:pt x="20" y="1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265" name="Freeform 381">
              <a:extLst>
                <a:ext uri="{FF2B5EF4-FFF2-40B4-BE49-F238E27FC236}">
                  <a16:creationId xmlns:a16="http://schemas.microsoft.com/office/drawing/2014/main" id="{C6238488-9DB5-4C2B-93D6-6E900EBEB11D}"/>
                </a:ext>
              </a:extLst>
            </p:cNvPr>
            <p:cNvSpPr>
              <a:spLocks/>
            </p:cNvSpPr>
            <p:nvPr/>
          </p:nvSpPr>
          <p:spPr bwMode="auto">
            <a:xfrm>
              <a:off x="645" y="1478"/>
              <a:ext cx="258" cy="254"/>
            </a:xfrm>
            <a:custGeom>
              <a:avLst/>
              <a:gdLst>
                <a:gd name="T0" fmla="*/ 0 w 159"/>
                <a:gd name="T1" fmla="*/ 0 h 158"/>
                <a:gd name="T2" fmla="*/ 29 w 159"/>
                <a:gd name="T3" fmla="*/ 116 h 158"/>
                <a:gd name="T4" fmla="*/ 50 w 159"/>
                <a:gd name="T5" fmla="*/ 158 h 158"/>
                <a:gd name="T6" fmla="*/ 47 w 159"/>
                <a:gd name="T7" fmla="*/ 254 h 158"/>
                <a:gd name="T8" fmla="*/ 50 w 159"/>
                <a:gd name="T9" fmla="*/ 370 h 158"/>
                <a:gd name="T10" fmla="*/ 316 w 159"/>
                <a:gd name="T11" fmla="*/ 656 h 158"/>
                <a:gd name="T12" fmla="*/ 659 w 159"/>
                <a:gd name="T13" fmla="*/ 416 h 158"/>
                <a:gd name="T14" fmla="*/ 680 w 159"/>
                <a:gd name="T15" fmla="*/ 362 h 158"/>
                <a:gd name="T16" fmla="*/ 652 w 159"/>
                <a:gd name="T17" fmla="*/ 412 h 158"/>
                <a:gd name="T18" fmla="*/ 316 w 159"/>
                <a:gd name="T19" fmla="*/ 643 h 158"/>
                <a:gd name="T20" fmla="*/ 60 w 159"/>
                <a:gd name="T21" fmla="*/ 365 h 158"/>
                <a:gd name="T22" fmla="*/ 55 w 159"/>
                <a:gd name="T23" fmla="*/ 254 h 158"/>
                <a:gd name="T24" fmla="*/ 60 w 159"/>
                <a:gd name="T25" fmla="*/ 158 h 158"/>
                <a:gd name="T26" fmla="*/ 39 w 159"/>
                <a:gd name="T27" fmla="*/ 111 h 158"/>
                <a:gd name="T28" fmla="*/ 0 w 159"/>
                <a:gd name="T29" fmla="*/ 0 h 15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59" h="158">
                  <a:moveTo>
                    <a:pt x="0" y="0"/>
                  </a:moveTo>
                  <a:cubicBezTo>
                    <a:pt x="0" y="11"/>
                    <a:pt x="4" y="21"/>
                    <a:pt x="7" y="28"/>
                  </a:cubicBezTo>
                  <a:cubicBezTo>
                    <a:pt x="10" y="32"/>
                    <a:pt x="11" y="35"/>
                    <a:pt x="12" y="38"/>
                  </a:cubicBezTo>
                  <a:cubicBezTo>
                    <a:pt x="15" y="44"/>
                    <a:pt x="13" y="52"/>
                    <a:pt x="11" y="61"/>
                  </a:cubicBezTo>
                  <a:cubicBezTo>
                    <a:pt x="10" y="70"/>
                    <a:pt x="11" y="80"/>
                    <a:pt x="12" y="89"/>
                  </a:cubicBezTo>
                  <a:cubicBezTo>
                    <a:pt x="16" y="119"/>
                    <a:pt x="42" y="158"/>
                    <a:pt x="74" y="158"/>
                  </a:cubicBezTo>
                  <a:cubicBezTo>
                    <a:pt x="129" y="158"/>
                    <a:pt x="144" y="119"/>
                    <a:pt x="154" y="100"/>
                  </a:cubicBezTo>
                  <a:cubicBezTo>
                    <a:pt x="159" y="87"/>
                    <a:pt x="159" y="87"/>
                    <a:pt x="159" y="87"/>
                  </a:cubicBezTo>
                  <a:cubicBezTo>
                    <a:pt x="153" y="99"/>
                    <a:pt x="153" y="99"/>
                    <a:pt x="153" y="99"/>
                  </a:cubicBezTo>
                  <a:cubicBezTo>
                    <a:pt x="143" y="117"/>
                    <a:pt x="128" y="155"/>
                    <a:pt x="74" y="155"/>
                  </a:cubicBezTo>
                  <a:cubicBezTo>
                    <a:pt x="43" y="155"/>
                    <a:pt x="18" y="117"/>
                    <a:pt x="14" y="88"/>
                  </a:cubicBezTo>
                  <a:cubicBezTo>
                    <a:pt x="13" y="80"/>
                    <a:pt x="12" y="70"/>
                    <a:pt x="13" y="61"/>
                  </a:cubicBezTo>
                  <a:cubicBezTo>
                    <a:pt x="15" y="52"/>
                    <a:pt x="17" y="44"/>
                    <a:pt x="14" y="38"/>
                  </a:cubicBezTo>
                  <a:cubicBezTo>
                    <a:pt x="13" y="35"/>
                    <a:pt x="11" y="31"/>
                    <a:pt x="9" y="27"/>
                  </a:cubicBezTo>
                  <a:cubicBezTo>
                    <a:pt x="5" y="19"/>
                    <a:pt x="0" y="11"/>
                    <a:pt x="0" y="0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266" name="Freeform 382">
              <a:extLst>
                <a:ext uri="{FF2B5EF4-FFF2-40B4-BE49-F238E27FC236}">
                  <a16:creationId xmlns:a16="http://schemas.microsoft.com/office/drawing/2014/main" id="{6307669C-8F39-48E3-AB73-616ADB665260}"/>
                </a:ext>
              </a:extLst>
            </p:cNvPr>
            <p:cNvSpPr>
              <a:spLocks/>
            </p:cNvSpPr>
            <p:nvPr/>
          </p:nvSpPr>
          <p:spPr bwMode="auto">
            <a:xfrm>
              <a:off x="845" y="3960"/>
              <a:ext cx="27" cy="64"/>
            </a:xfrm>
            <a:custGeom>
              <a:avLst/>
              <a:gdLst>
                <a:gd name="T0" fmla="*/ 64 w 17"/>
                <a:gd name="T1" fmla="*/ 0 h 40"/>
                <a:gd name="T2" fmla="*/ 48 w 17"/>
                <a:gd name="T3" fmla="*/ 54 h 40"/>
                <a:gd name="T4" fmla="*/ 27 w 17"/>
                <a:gd name="T5" fmla="*/ 163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40">
                  <a:moveTo>
                    <a:pt x="16" y="0"/>
                  </a:moveTo>
                  <a:cubicBezTo>
                    <a:pt x="17" y="4"/>
                    <a:pt x="15" y="9"/>
                    <a:pt x="12" y="13"/>
                  </a:cubicBezTo>
                  <a:cubicBezTo>
                    <a:pt x="8" y="17"/>
                    <a:pt x="0" y="32"/>
                    <a:pt x="7" y="4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267" name="Freeform 383">
              <a:extLst>
                <a:ext uri="{FF2B5EF4-FFF2-40B4-BE49-F238E27FC236}">
                  <a16:creationId xmlns:a16="http://schemas.microsoft.com/office/drawing/2014/main" id="{B501D435-4915-4CB1-9B6F-C66B5978660F}"/>
                </a:ext>
              </a:extLst>
            </p:cNvPr>
            <p:cNvSpPr>
              <a:spLocks/>
            </p:cNvSpPr>
            <p:nvPr/>
          </p:nvSpPr>
          <p:spPr bwMode="auto">
            <a:xfrm>
              <a:off x="803" y="3963"/>
              <a:ext cx="40" cy="61"/>
            </a:xfrm>
            <a:custGeom>
              <a:avLst/>
              <a:gdLst>
                <a:gd name="T0" fmla="*/ 102 w 25"/>
                <a:gd name="T1" fmla="*/ 0 h 38"/>
                <a:gd name="T2" fmla="*/ 46 w 25"/>
                <a:gd name="T3" fmla="*/ 56 h 38"/>
                <a:gd name="T4" fmla="*/ 21 w 25"/>
                <a:gd name="T5" fmla="*/ 157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38">
                  <a:moveTo>
                    <a:pt x="25" y="0"/>
                  </a:moveTo>
                  <a:cubicBezTo>
                    <a:pt x="21" y="7"/>
                    <a:pt x="13" y="12"/>
                    <a:pt x="11" y="14"/>
                  </a:cubicBezTo>
                  <a:cubicBezTo>
                    <a:pt x="3" y="22"/>
                    <a:pt x="0" y="31"/>
                    <a:pt x="5" y="38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268" name="Freeform 384">
              <a:extLst>
                <a:ext uri="{FF2B5EF4-FFF2-40B4-BE49-F238E27FC236}">
                  <a16:creationId xmlns:a16="http://schemas.microsoft.com/office/drawing/2014/main" id="{9D318020-20ED-4581-BEF3-0434D77259EC}"/>
                </a:ext>
              </a:extLst>
            </p:cNvPr>
            <p:cNvSpPr>
              <a:spLocks/>
            </p:cNvSpPr>
            <p:nvPr/>
          </p:nvSpPr>
          <p:spPr bwMode="auto">
            <a:xfrm>
              <a:off x="770" y="3960"/>
              <a:ext cx="42" cy="61"/>
            </a:xfrm>
            <a:custGeom>
              <a:avLst/>
              <a:gdLst>
                <a:gd name="T0" fmla="*/ 110 w 26"/>
                <a:gd name="T1" fmla="*/ 0 h 38"/>
                <a:gd name="T2" fmla="*/ 50 w 26"/>
                <a:gd name="T3" fmla="*/ 67 h 38"/>
                <a:gd name="T4" fmla="*/ 5 w 26"/>
                <a:gd name="T5" fmla="*/ 157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38">
                  <a:moveTo>
                    <a:pt x="26" y="0"/>
                  </a:moveTo>
                  <a:cubicBezTo>
                    <a:pt x="21" y="5"/>
                    <a:pt x="16" y="11"/>
                    <a:pt x="12" y="16"/>
                  </a:cubicBezTo>
                  <a:cubicBezTo>
                    <a:pt x="7" y="20"/>
                    <a:pt x="0" y="29"/>
                    <a:pt x="1" y="38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269" name="Freeform 385">
              <a:extLst>
                <a:ext uri="{FF2B5EF4-FFF2-40B4-BE49-F238E27FC236}">
                  <a16:creationId xmlns:a16="http://schemas.microsoft.com/office/drawing/2014/main" id="{054AAA53-4D8B-4A27-A955-4F9CB617D6DB}"/>
                </a:ext>
              </a:extLst>
            </p:cNvPr>
            <p:cNvSpPr>
              <a:spLocks/>
            </p:cNvSpPr>
            <p:nvPr/>
          </p:nvSpPr>
          <p:spPr bwMode="auto">
            <a:xfrm>
              <a:off x="754" y="3952"/>
              <a:ext cx="31" cy="45"/>
            </a:xfrm>
            <a:custGeom>
              <a:avLst/>
              <a:gdLst>
                <a:gd name="T0" fmla="*/ 83 w 19"/>
                <a:gd name="T1" fmla="*/ 0 h 28"/>
                <a:gd name="T2" fmla="*/ 34 w 19"/>
                <a:gd name="T3" fmla="*/ 47 h 28"/>
                <a:gd name="T4" fmla="*/ 5 w 19"/>
                <a:gd name="T5" fmla="*/ 116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28">
                  <a:moveTo>
                    <a:pt x="19" y="0"/>
                  </a:moveTo>
                  <a:cubicBezTo>
                    <a:pt x="16" y="4"/>
                    <a:pt x="11" y="8"/>
                    <a:pt x="8" y="11"/>
                  </a:cubicBezTo>
                  <a:cubicBezTo>
                    <a:pt x="4" y="15"/>
                    <a:pt x="0" y="22"/>
                    <a:pt x="1" y="28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270" name="Freeform 386">
              <a:extLst>
                <a:ext uri="{FF2B5EF4-FFF2-40B4-BE49-F238E27FC236}">
                  <a16:creationId xmlns:a16="http://schemas.microsoft.com/office/drawing/2014/main" id="{9BAAB7E8-4AD7-4E68-9A69-4A3AC8528B07}"/>
                </a:ext>
              </a:extLst>
            </p:cNvPr>
            <p:cNvSpPr>
              <a:spLocks/>
            </p:cNvSpPr>
            <p:nvPr/>
          </p:nvSpPr>
          <p:spPr bwMode="auto">
            <a:xfrm>
              <a:off x="863" y="3987"/>
              <a:ext cx="42" cy="21"/>
            </a:xfrm>
            <a:custGeom>
              <a:avLst/>
              <a:gdLst>
                <a:gd name="T0" fmla="*/ 0 w 26"/>
                <a:gd name="T1" fmla="*/ 55 h 13"/>
                <a:gd name="T2" fmla="*/ 84 w 26"/>
                <a:gd name="T3" fmla="*/ 55 h 13"/>
                <a:gd name="T4" fmla="*/ 60 w 26"/>
                <a:gd name="T5" fmla="*/ 0 h 13"/>
                <a:gd name="T6" fmla="*/ 0 w 26"/>
                <a:gd name="T7" fmla="*/ 55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13">
                  <a:moveTo>
                    <a:pt x="0" y="13"/>
                  </a:moveTo>
                  <a:cubicBezTo>
                    <a:pt x="9" y="11"/>
                    <a:pt x="18" y="12"/>
                    <a:pt x="20" y="13"/>
                  </a:cubicBezTo>
                  <a:cubicBezTo>
                    <a:pt x="26" y="4"/>
                    <a:pt x="19" y="0"/>
                    <a:pt x="14" y="0"/>
                  </a:cubicBezTo>
                  <a:cubicBezTo>
                    <a:pt x="3" y="0"/>
                    <a:pt x="0" y="10"/>
                    <a:pt x="0" y="13"/>
                  </a:cubicBezTo>
                  <a:close/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271" name="Freeform 387">
              <a:extLst>
                <a:ext uri="{FF2B5EF4-FFF2-40B4-BE49-F238E27FC236}">
                  <a16:creationId xmlns:a16="http://schemas.microsoft.com/office/drawing/2014/main" id="{7A8D3642-1623-4942-820D-EB170775740D}"/>
                </a:ext>
              </a:extLst>
            </p:cNvPr>
            <p:cNvSpPr>
              <a:spLocks/>
            </p:cNvSpPr>
            <p:nvPr/>
          </p:nvSpPr>
          <p:spPr bwMode="auto">
            <a:xfrm>
              <a:off x="819" y="4001"/>
              <a:ext cx="21" cy="18"/>
            </a:xfrm>
            <a:custGeom>
              <a:avLst/>
              <a:gdLst>
                <a:gd name="T0" fmla="*/ 0 w 13"/>
                <a:gd name="T1" fmla="*/ 47 h 11"/>
                <a:gd name="T2" fmla="*/ 55 w 13"/>
                <a:gd name="T3" fmla="*/ 43 h 11"/>
                <a:gd name="T4" fmla="*/ 0 w 13"/>
                <a:gd name="T5" fmla="*/ 47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1">
                  <a:moveTo>
                    <a:pt x="0" y="11"/>
                  </a:moveTo>
                  <a:cubicBezTo>
                    <a:pt x="3" y="11"/>
                    <a:pt x="11" y="9"/>
                    <a:pt x="13" y="10"/>
                  </a:cubicBezTo>
                  <a:cubicBezTo>
                    <a:pt x="12" y="1"/>
                    <a:pt x="1" y="0"/>
                    <a:pt x="0" y="11"/>
                  </a:cubicBezTo>
                  <a:close/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272" name="Freeform 388">
              <a:extLst>
                <a:ext uri="{FF2B5EF4-FFF2-40B4-BE49-F238E27FC236}">
                  <a16:creationId xmlns:a16="http://schemas.microsoft.com/office/drawing/2014/main" id="{909DA175-0389-4E9A-94C5-230F80EE85AF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" y="3992"/>
              <a:ext cx="13" cy="13"/>
            </a:xfrm>
            <a:custGeom>
              <a:avLst/>
              <a:gdLst>
                <a:gd name="T0" fmla="*/ 0 w 8"/>
                <a:gd name="T1" fmla="*/ 21 h 8"/>
                <a:gd name="T2" fmla="*/ 29 w 8"/>
                <a:gd name="T3" fmla="*/ 29 h 8"/>
                <a:gd name="T4" fmla="*/ 0 w 8"/>
                <a:gd name="T5" fmla="*/ 21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8">
                  <a:moveTo>
                    <a:pt x="0" y="5"/>
                  </a:moveTo>
                  <a:cubicBezTo>
                    <a:pt x="1" y="7"/>
                    <a:pt x="4" y="8"/>
                    <a:pt x="7" y="7"/>
                  </a:cubicBezTo>
                  <a:cubicBezTo>
                    <a:pt x="8" y="0"/>
                    <a:pt x="1" y="1"/>
                    <a:pt x="0" y="5"/>
                  </a:cubicBezTo>
                  <a:close/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273" name="Freeform 389">
              <a:extLst>
                <a:ext uri="{FF2B5EF4-FFF2-40B4-BE49-F238E27FC236}">
                  <a16:creationId xmlns:a16="http://schemas.microsoft.com/office/drawing/2014/main" id="{27B663E8-AE5E-4F43-B354-66A8E78C8D16}"/>
                </a:ext>
              </a:extLst>
            </p:cNvPr>
            <p:cNvSpPr>
              <a:spLocks/>
            </p:cNvSpPr>
            <p:nvPr/>
          </p:nvSpPr>
          <p:spPr bwMode="auto">
            <a:xfrm>
              <a:off x="683" y="1666"/>
              <a:ext cx="3" cy="60"/>
            </a:xfrm>
            <a:custGeom>
              <a:avLst/>
              <a:gdLst>
                <a:gd name="T0" fmla="*/ 0 w 2"/>
                <a:gd name="T1" fmla="*/ 0 h 37"/>
                <a:gd name="T2" fmla="*/ 8 w 2"/>
                <a:gd name="T3" fmla="*/ 157 h 3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37">
                  <a:moveTo>
                    <a:pt x="0" y="0"/>
                  </a:moveTo>
                  <a:cubicBezTo>
                    <a:pt x="0" y="6"/>
                    <a:pt x="1" y="24"/>
                    <a:pt x="2" y="37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274" name="Freeform 390">
              <a:extLst>
                <a:ext uri="{FF2B5EF4-FFF2-40B4-BE49-F238E27FC236}">
                  <a16:creationId xmlns:a16="http://schemas.microsoft.com/office/drawing/2014/main" id="{ABDB766C-2F66-4F2E-B9E9-925B890FC0E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47" y="1652"/>
              <a:ext cx="26" cy="26"/>
            </a:xfrm>
            <a:custGeom>
              <a:avLst/>
              <a:gdLst>
                <a:gd name="T0" fmla="*/ 68 w 16"/>
                <a:gd name="T1" fmla="*/ 26 h 16"/>
                <a:gd name="T2" fmla="*/ 60 w 16"/>
                <a:gd name="T3" fmla="*/ 42 h 16"/>
                <a:gd name="T4" fmla="*/ 54 w 16"/>
                <a:gd name="T5" fmla="*/ 54 h 16"/>
                <a:gd name="T6" fmla="*/ 39 w 16"/>
                <a:gd name="T7" fmla="*/ 55 h 16"/>
                <a:gd name="T8" fmla="*/ 21 w 16"/>
                <a:gd name="T9" fmla="*/ 54 h 16"/>
                <a:gd name="T10" fmla="*/ 13 w 16"/>
                <a:gd name="T11" fmla="*/ 34 h 16"/>
                <a:gd name="T12" fmla="*/ 13 w 16"/>
                <a:gd name="T13" fmla="*/ 34 h 16"/>
                <a:gd name="T14" fmla="*/ 13 w 16"/>
                <a:gd name="T15" fmla="*/ 34 h 16"/>
                <a:gd name="T16" fmla="*/ 18 w 16"/>
                <a:gd name="T17" fmla="*/ 26 h 16"/>
                <a:gd name="T18" fmla="*/ 13 w 16"/>
                <a:gd name="T19" fmla="*/ 21 h 16"/>
                <a:gd name="T20" fmla="*/ 8 w 16"/>
                <a:gd name="T21" fmla="*/ 18 h 16"/>
                <a:gd name="T22" fmla="*/ 0 w 16"/>
                <a:gd name="T23" fmla="*/ 39 h 16"/>
                <a:gd name="T24" fmla="*/ 13 w 16"/>
                <a:gd name="T25" fmla="*/ 60 h 16"/>
                <a:gd name="T26" fmla="*/ 39 w 16"/>
                <a:gd name="T27" fmla="*/ 68 h 16"/>
                <a:gd name="T28" fmla="*/ 60 w 16"/>
                <a:gd name="T29" fmla="*/ 55 h 16"/>
                <a:gd name="T30" fmla="*/ 68 w 16"/>
                <a:gd name="T31" fmla="*/ 29 h 16"/>
                <a:gd name="T32" fmla="*/ 68 w 16"/>
                <a:gd name="T33" fmla="*/ 26 h 16"/>
                <a:gd name="T34" fmla="*/ 29 w 16"/>
                <a:gd name="T35" fmla="*/ 13 h 16"/>
                <a:gd name="T36" fmla="*/ 34 w 16"/>
                <a:gd name="T37" fmla="*/ 13 h 16"/>
                <a:gd name="T38" fmla="*/ 39 w 16"/>
                <a:gd name="T39" fmla="*/ 13 h 16"/>
                <a:gd name="T40" fmla="*/ 39 w 16"/>
                <a:gd name="T41" fmla="*/ 5 h 16"/>
                <a:gd name="T42" fmla="*/ 39 w 16"/>
                <a:gd name="T43" fmla="*/ 5 h 16"/>
                <a:gd name="T44" fmla="*/ 34 w 16"/>
                <a:gd name="T45" fmla="*/ 0 h 16"/>
                <a:gd name="T46" fmla="*/ 29 w 16"/>
                <a:gd name="T47" fmla="*/ 5 h 16"/>
                <a:gd name="T48" fmla="*/ 29 w 16"/>
                <a:gd name="T49" fmla="*/ 8 h 16"/>
                <a:gd name="T50" fmla="*/ 29 w 16"/>
                <a:gd name="T51" fmla="*/ 13 h 1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16" h="16">
                  <a:moveTo>
                    <a:pt x="16" y="6"/>
                  </a:moveTo>
                  <a:cubicBezTo>
                    <a:pt x="15" y="7"/>
                    <a:pt x="14" y="9"/>
                    <a:pt x="14" y="10"/>
                  </a:cubicBezTo>
                  <a:cubicBezTo>
                    <a:pt x="14" y="11"/>
                    <a:pt x="13" y="11"/>
                    <a:pt x="12" y="12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5" y="12"/>
                    <a:pt x="5" y="12"/>
                  </a:cubicBezTo>
                  <a:cubicBezTo>
                    <a:pt x="3" y="8"/>
                    <a:pt x="3" y="8"/>
                    <a:pt x="3" y="8"/>
                  </a:cubicBezTo>
                  <a:cubicBezTo>
                    <a:pt x="3" y="8"/>
                    <a:pt x="3" y="8"/>
                    <a:pt x="3" y="8"/>
                  </a:cubicBezTo>
                  <a:cubicBezTo>
                    <a:pt x="3" y="8"/>
                    <a:pt x="3" y="8"/>
                    <a:pt x="3" y="8"/>
                  </a:cubicBezTo>
                  <a:cubicBezTo>
                    <a:pt x="3" y="7"/>
                    <a:pt x="3" y="6"/>
                    <a:pt x="4" y="6"/>
                  </a:cubicBezTo>
                  <a:cubicBezTo>
                    <a:pt x="3" y="6"/>
                    <a:pt x="3" y="6"/>
                    <a:pt x="3" y="5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3" y="14"/>
                    <a:pt x="3" y="14"/>
                    <a:pt x="3" y="14"/>
                  </a:cubicBezTo>
                  <a:cubicBezTo>
                    <a:pt x="9" y="16"/>
                    <a:pt x="9" y="16"/>
                    <a:pt x="9" y="16"/>
                  </a:cubicBezTo>
                  <a:cubicBezTo>
                    <a:pt x="14" y="13"/>
                    <a:pt x="14" y="13"/>
                    <a:pt x="14" y="13"/>
                  </a:cubicBezTo>
                  <a:cubicBezTo>
                    <a:pt x="16" y="7"/>
                    <a:pt x="16" y="7"/>
                    <a:pt x="16" y="7"/>
                  </a:cubicBezTo>
                  <a:lnTo>
                    <a:pt x="16" y="6"/>
                  </a:lnTo>
                  <a:close/>
                  <a:moveTo>
                    <a:pt x="7" y="3"/>
                  </a:moveTo>
                  <a:cubicBezTo>
                    <a:pt x="8" y="3"/>
                    <a:pt x="8" y="3"/>
                    <a:pt x="8" y="3"/>
                  </a:cubicBezTo>
                  <a:cubicBezTo>
                    <a:pt x="9" y="3"/>
                    <a:pt x="9" y="3"/>
                    <a:pt x="9" y="3"/>
                  </a:cubicBezTo>
                  <a:cubicBezTo>
                    <a:pt x="9" y="3"/>
                    <a:pt x="9" y="2"/>
                    <a:pt x="9" y="1"/>
                  </a:cubicBezTo>
                  <a:cubicBezTo>
                    <a:pt x="9" y="1"/>
                    <a:pt x="9" y="1"/>
                    <a:pt x="9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7" y="1"/>
                    <a:pt x="7" y="1"/>
                    <a:pt x="7" y="1"/>
                  </a:cubicBezTo>
                  <a:cubicBezTo>
                    <a:pt x="7" y="1"/>
                    <a:pt x="7" y="2"/>
                    <a:pt x="7" y="2"/>
                  </a:cubicBezTo>
                  <a:cubicBezTo>
                    <a:pt x="7" y="3"/>
                    <a:pt x="7" y="3"/>
                    <a:pt x="7" y="3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275" name="Freeform 391">
              <a:extLst>
                <a:ext uri="{FF2B5EF4-FFF2-40B4-BE49-F238E27FC236}">
                  <a16:creationId xmlns:a16="http://schemas.microsoft.com/office/drawing/2014/main" id="{09AEC5CC-310C-4317-A983-66F3025E829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30" y="1634"/>
              <a:ext cx="63" cy="63"/>
            </a:xfrm>
            <a:custGeom>
              <a:avLst/>
              <a:gdLst>
                <a:gd name="T0" fmla="*/ 0 w 39"/>
                <a:gd name="T1" fmla="*/ 94 h 39"/>
                <a:gd name="T2" fmla="*/ 5 w 39"/>
                <a:gd name="T3" fmla="*/ 110 h 39"/>
                <a:gd name="T4" fmla="*/ 16 w 39"/>
                <a:gd name="T5" fmla="*/ 105 h 39"/>
                <a:gd name="T6" fmla="*/ 13 w 39"/>
                <a:gd name="T7" fmla="*/ 89 h 39"/>
                <a:gd name="T8" fmla="*/ 0 w 39"/>
                <a:gd name="T9" fmla="*/ 94 h 39"/>
                <a:gd name="T10" fmla="*/ 76 w 39"/>
                <a:gd name="T11" fmla="*/ 8 h 39"/>
                <a:gd name="T12" fmla="*/ 76 w 39"/>
                <a:gd name="T13" fmla="*/ 5 h 39"/>
                <a:gd name="T14" fmla="*/ 76 w 39"/>
                <a:gd name="T15" fmla="*/ 5 h 39"/>
                <a:gd name="T16" fmla="*/ 71 w 39"/>
                <a:gd name="T17" fmla="*/ 8 h 39"/>
                <a:gd name="T18" fmla="*/ 76 w 39"/>
                <a:gd name="T19" fmla="*/ 8 h 39"/>
                <a:gd name="T20" fmla="*/ 76 w 39"/>
                <a:gd name="T21" fmla="*/ 8 h 39"/>
                <a:gd name="T22" fmla="*/ 152 w 39"/>
                <a:gd name="T23" fmla="*/ 81 h 39"/>
                <a:gd name="T24" fmla="*/ 165 w 39"/>
                <a:gd name="T25" fmla="*/ 71 h 39"/>
                <a:gd name="T26" fmla="*/ 152 w 39"/>
                <a:gd name="T27" fmla="*/ 39 h 39"/>
                <a:gd name="T28" fmla="*/ 149 w 39"/>
                <a:gd name="T29" fmla="*/ 39 h 39"/>
                <a:gd name="T30" fmla="*/ 139 w 39"/>
                <a:gd name="T31" fmla="*/ 42 h 39"/>
                <a:gd name="T32" fmla="*/ 152 w 39"/>
                <a:gd name="T33" fmla="*/ 76 h 39"/>
                <a:gd name="T34" fmla="*/ 152 w 39"/>
                <a:gd name="T35" fmla="*/ 81 h 39"/>
                <a:gd name="T36" fmla="*/ 136 w 39"/>
                <a:gd name="T37" fmla="*/ 126 h 39"/>
                <a:gd name="T38" fmla="*/ 89 w 39"/>
                <a:gd name="T39" fmla="*/ 152 h 39"/>
                <a:gd name="T40" fmla="*/ 29 w 39"/>
                <a:gd name="T41" fmla="*/ 126 h 39"/>
                <a:gd name="T42" fmla="*/ 16 w 39"/>
                <a:gd name="T43" fmla="*/ 131 h 39"/>
                <a:gd name="T44" fmla="*/ 89 w 39"/>
                <a:gd name="T45" fmla="*/ 160 h 39"/>
                <a:gd name="T46" fmla="*/ 144 w 39"/>
                <a:gd name="T47" fmla="*/ 136 h 39"/>
                <a:gd name="T48" fmla="*/ 160 w 39"/>
                <a:gd name="T49" fmla="*/ 102 h 39"/>
                <a:gd name="T50" fmla="*/ 149 w 39"/>
                <a:gd name="T51" fmla="*/ 105 h 39"/>
                <a:gd name="T52" fmla="*/ 136 w 39"/>
                <a:gd name="T53" fmla="*/ 126 h 39"/>
                <a:gd name="T54" fmla="*/ 29 w 39"/>
                <a:gd name="T55" fmla="*/ 34 h 39"/>
                <a:gd name="T56" fmla="*/ 21 w 39"/>
                <a:gd name="T57" fmla="*/ 26 h 39"/>
                <a:gd name="T58" fmla="*/ 8 w 39"/>
                <a:gd name="T59" fmla="*/ 42 h 39"/>
                <a:gd name="T60" fmla="*/ 16 w 39"/>
                <a:gd name="T61" fmla="*/ 50 h 39"/>
                <a:gd name="T62" fmla="*/ 29 w 39"/>
                <a:gd name="T63" fmla="*/ 34 h 39"/>
                <a:gd name="T64" fmla="*/ 0 w 39"/>
                <a:gd name="T65" fmla="*/ 68 h 39"/>
                <a:gd name="T66" fmla="*/ 0 w 39"/>
                <a:gd name="T67" fmla="*/ 68 h 39"/>
                <a:gd name="T68" fmla="*/ 0 w 39"/>
                <a:gd name="T69" fmla="*/ 68 h 39"/>
                <a:gd name="T70" fmla="*/ 0 w 39"/>
                <a:gd name="T71" fmla="*/ 68 h 39"/>
                <a:gd name="T72" fmla="*/ 123 w 39"/>
                <a:gd name="T73" fmla="*/ 26 h 39"/>
                <a:gd name="T74" fmla="*/ 136 w 39"/>
                <a:gd name="T75" fmla="*/ 16 h 39"/>
                <a:gd name="T76" fmla="*/ 102 w 39"/>
                <a:gd name="T77" fmla="*/ 0 h 39"/>
                <a:gd name="T78" fmla="*/ 105 w 39"/>
                <a:gd name="T79" fmla="*/ 13 h 39"/>
                <a:gd name="T80" fmla="*/ 123 w 39"/>
                <a:gd name="T81" fmla="*/ 26 h 39"/>
                <a:gd name="T82" fmla="*/ 47 w 39"/>
                <a:gd name="T83" fmla="*/ 16 h 39"/>
                <a:gd name="T84" fmla="*/ 50 w 39"/>
                <a:gd name="T85" fmla="*/ 5 h 39"/>
                <a:gd name="T86" fmla="*/ 39 w 39"/>
                <a:gd name="T87" fmla="*/ 13 h 39"/>
                <a:gd name="T88" fmla="*/ 47 w 39"/>
                <a:gd name="T89" fmla="*/ 21 h 39"/>
                <a:gd name="T90" fmla="*/ 47 w 39"/>
                <a:gd name="T91" fmla="*/ 16 h 39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39" h="39">
                  <a:moveTo>
                    <a:pt x="0" y="22"/>
                  </a:moveTo>
                  <a:cubicBezTo>
                    <a:pt x="0" y="23"/>
                    <a:pt x="1" y="25"/>
                    <a:pt x="1" y="26"/>
                  </a:cubicBezTo>
                  <a:cubicBezTo>
                    <a:pt x="2" y="26"/>
                    <a:pt x="3" y="25"/>
                    <a:pt x="4" y="25"/>
                  </a:cubicBezTo>
                  <a:cubicBezTo>
                    <a:pt x="3" y="24"/>
                    <a:pt x="3" y="22"/>
                    <a:pt x="3" y="21"/>
                  </a:cubicBezTo>
                  <a:cubicBezTo>
                    <a:pt x="2" y="21"/>
                    <a:pt x="1" y="22"/>
                    <a:pt x="0" y="22"/>
                  </a:cubicBezTo>
                  <a:moveTo>
                    <a:pt x="18" y="2"/>
                  </a:moveTo>
                  <a:cubicBezTo>
                    <a:pt x="18" y="2"/>
                    <a:pt x="18" y="1"/>
                    <a:pt x="18" y="1"/>
                  </a:cubicBezTo>
                  <a:cubicBezTo>
                    <a:pt x="18" y="1"/>
                    <a:pt x="18" y="1"/>
                    <a:pt x="18" y="1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8" y="2"/>
                    <a:pt x="18" y="2"/>
                    <a:pt x="18" y="2"/>
                  </a:cubicBezTo>
                  <a:cubicBezTo>
                    <a:pt x="18" y="2"/>
                    <a:pt x="18" y="2"/>
                    <a:pt x="18" y="2"/>
                  </a:cubicBezTo>
                  <a:moveTo>
                    <a:pt x="36" y="19"/>
                  </a:moveTo>
                  <a:cubicBezTo>
                    <a:pt x="37" y="18"/>
                    <a:pt x="38" y="18"/>
                    <a:pt x="39" y="17"/>
                  </a:cubicBezTo>
                  <a:cubicBezTo>
                    <a:pt x="38" y="14"/>
                    <a:pt x="37" y="11"/>
                    <a:pt x="36" y="9"/>
                  </a:cubicBezTo>
                  <a:cubicBezTo>
                    <a:pt x="36" y="9"/>
                    <a:pt x="35" y="9"/>
                    <a:pt x="35" y="9"/>
                  </a:cubicBezTo>
                  <a:cubicBezTo>
                    <a:pt x="34" y="9"/>
                    <a:pt x="34" y="10"/>
                    <a:pt x="33" y="10"/>
                  </a:cubicBezTo>
                  <a:cubicBezTo>
                    <a:pt x="35" y="12"/>
                    <a:pt x="36" y="15"/>
                    <a:pt x="36" y="18"/>
                  </a:cubicBezTo>
                  <a:cubicBezTo>
                    <a:pt x="36" y="18"/>
                    <a:pt x="36" y="18"/>
                    <a:pt x="36" y="19"/>
                  </a:cubicBezTo>
                  <a:moveTo>
                    <a:pt x="32" y="30"/>
                  </a:moveTo>
                  <a:cubicBezTo>
                    <a:pt x="29" y="33"/>
                    <a:pt x="25" y="35"/>
                    <a:pt x="21" y="36"/>
                  </a:cubicBezTo>
                  <a:cubicBezTo>
                    <a:pt x="15" y="36"/>
                    <a:pt x="10" y="34"/>
                    <a:pt x="7" y="30"/>
                  </a:cubicBezTo>
                  <a:cubicBezTo>
                    <a:pt x="6" y="30"/>
                    <a:pt x="5" y="31"/>
                    <a:pt x="4" y="31"/>
                  </a:cubicBezTo>
                  <a:cubicBezTo>
                    <a:pt x="8" y="36"/>
                    <a:pt x="14" y="39"/>
                    <a:pt x="21" y="38"/>
                  </a:cubicBezTo>
                  <a:cubicBezTo>
                    <a:pt x="26" y="38"/>
                    <a:pt x="31" y="36"/>
                    <a:pt x="34" y="32"/>
                  </a:cubicBezTo>
                  <a:cubicBezTo>
                    <a:pt x="36" y="29"/>
                    <a:pt x="37" y="27"/>
                    <a:pt x="38" y="24"/>
                  </a:cubicBezTo>
                  <a:cubicBezTo>
                    <a:pt x="37" y="24"/>
                    <a:pt x="36" y="25"/>
                    <a:pt x="35" y="25"/>
                  </a:cubicBezTo>
                  <a:cubicBezTo>
                    <a:pt x="34" y="27"/>
                    <a:pt x="33" y="28"/>
                    <a:pt x="32" y="30"/>
                  </a:cubicBezTo>
                  <a:moveTo>
                    <a:pt x="7" y="8"/>
                  </a:moveTo>
                  <a:cubicBezTo>
                    <a:pt x="6" y="7"/>
                    <a:pt x="6" y="7"/>
                    <a:pt x="5" y="6"/>
                  </a:cubicBezTo>
                  <a:cubicBezTo>
                    <a:pt x="4" y="7"/>
                    <a:pt x="3" y="9"/>
                    <a:pt x="2" y="10"/>
                  </a:cubicBezTo>
                  <a:cubicBezTo>
                    <a:pt x="3" y="11"/>
                    <a:pt x="3" y="11"/>
                    <a:pt x="4" y="12"/>
                  </a:cubicBezTo>
                  <a:cubicBezTo>
                    <a:pt x="5" y="11"/>
                    <a:pt x="6" y="9"/>
                    <a:pt x="7" y="8"/>
                  </a:cubicBezTo>
                  <a:moveTo>
                    <a:pt x="0" y="16"/>
                  </a:moveTo>
                  <a:cubicBezTo>
                    <a:pt x="0" y="16"/>
                    <a:pt x="0" y="16"/>
                    <a:pt x="0" y="16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0" y="16"/>
                    <a:pt x="0" y="16"/>
                    <a:pt x="0" y="16"/>
                  </a:cubicBezTo>
                  <a:moveTo>
                    <a:pt x="29" y="6"/>
                  </a:moveTo>
                  <a:cubicBezTo>
                    <a:pt x="30" y="5"/>
                    <a:pt x="31" y="5"/>
                    <a:pt x="32" y="4"/>
                  </a:cubicBezTo>
                  <a:cubicBezTo>
                    <a:pt x="30" y="2"/>
                    <a:pt x="27" y="1"/>
                    <a:pt x="24" y="0"/>
                  </a:cubicBezTo>
                  <a:cubicBezTo>
                    <a:pt x="24" y="1"/>
                    <a:pt x="24" y="2"/>
                    <a:pt x="25" y="3"/>
                  </a:cubicBezTo>
                  <a:cubicBezTo>
                    <a:pt x="26" y="4"/>
                    <a:pt x="28" y="5"/>
                    <a:pt x="29" y="6"/>
                  </a:cubicBezTo>
                  <a:moveTo>
                    <a:pt x="11" y="4"/>
                  </a:moveTo>
                  <a:cubicBezTo>
                    <a:pt x="11" y="3"/>
                    <a:pt x="12" y="2"/>
                    <a:pt x="12" y="1"/>
                  </a:cubicBezTo>
                  <a:cubicBezTo>
                    <a:pt x="11" y="2"/>
                    <a:pt x="10" y="2"/>
                    <a:pt x="9" y="3"/>
                  </a:cubicBezTo>
                  <a:cubicBezTo>
                    <a:pt x="10" y="3"/>
                    <a:pt x="10" y="4"/>
                    <a:pt x="11" y="5"/>
                  </a:cubicBezTo>
                  <a:cubicBezTo>
                    <a:pt x="11" y="4"/>
                    <a:pt x="11" y="4"/>
                    <a:pt x="11" y="4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276" name="Freeform 392">
              <a:extLst>
                <a:ext uri="{FF2B5EF4-FFF2-40B4-BE49-F238E27FC236}">
                  <a16:creationId xmlns:a16="http://schemas.microsoft.com/office/drawing/2014/main" id="{1914075C-F15B-4D2C-8DEF-D28A2F11CA1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8" y="2553"/>
              <a:ext cx="67" cy="45"/>
            </a:xfrm>
            <a:custGeom>
              <a:avLst/>
              <a:gdLst>
                <a:gd name="T0" fmla="*/ 0 w 41"/>
                <a:gd name="T1" fmla="*/ 0 h 28"/>
                <a:gd name="T2" fmla="*/ 67 w 41"/>
                <a:gd name="T3" fmla="*/ 63 h 28"/>
                <a:gd name="T4" fmla="*/ 144 w 41"/>
                <a:gd name="T5" fmla="*/ 101 h 28"/>
                <a:gd name="T6" fmla="*/ 178 w 41"/>
                <a:gd name="T7" fmla="*/ 116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1" h="28">
                  <a:moveTo>
                    <a:pt x="0" y="0"/>
                  </a:moveTo>
                  <a:cubicBezTo>
                    <a:pt x="4" y="2"/>
                    <a:pt x="10" y="12"/>
                    <a:pt x="15" y="15"/>
                  </a:cubicBezTo>
                  <a:cubicBezTo>
                    <a:pt x="21" y="19"/>
                    <a:pt x="28" y="21"/>
                    <a:pt x="33" y="24"/>
                  </a:cubicBezTo>
                  <a:cubicBezTo>
                    <a:pt x="36" y="25"/>
                    <a:pt x="39" y="26"/>
                    <a:pt x="41" y="28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277" name="Freeform 393">
              <a:extLst>
                <a:ext uri="{FF2B5EF4-FFF2-40B4-BE49-F238E27FC236}">
                  <a16:creationId xmlns:a16="http://schemas.microsoft.com/office/drawing/2014/main" id="{779B4F4E-18C1-4252-A87F-55FA9BC83411}"/>
                </a:ext>
              </a:extLst>
            </p:cNvPr>
            <p:cNvSpPr>
              <a:spLocks/>
            </p:cNvSpPr>
            <p:nvPr/>
          </p:nvSpPr>
          <p:spPr bwMode="auto">
            <a:xfrm>
              <a:off x="540" y="2564"/>
              <a:ext cx="54" cy="47"/>
            </a:xfrm>
            <a:custGeom>
              <a:avLst/>
              <a:gdLst>
                <a:gd name="T0" fmla="*/ 144 w 33"/>
                <a:gd name="T1" fmla="*/ 123 h 29"/>
                <a:gd name="T2" fmla="*/ 54 w 33"/>
                <a:gd name="T3" fmla="*/ 73 h 29"/>
                <a:gd name="T4" fmla="*/ 0 w 33"/>
                <a:gd name="T5" fmla="*/ 0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29">
                  <a:moveTo>
                    <a:pt x="33" y="29"/>
                  </a:moveTo>
                  <a:cubicBezTo>
                    <a:pt x="23" y="20"/>
                    <a:pt x="18" y="20"/>
                    <a:pt x="12" y="17"/>
                  </a:cubicBezTo>
                  <a:cubicBezTo>
                    <a:pt x="12" y="15"/>
                    <a:pt x="5" y="5"/>
                    <a:pt x="0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278" name="Freeform 394">
              <a:extLst>
                <a:ext uri="{FF2B5EF4-FFF2-40B4-BE49-F238E27FC236}">
                  <a16:creationId xmlns:a16="http://schemas.microsoft.com/office/drawing/2014/main" id="{47A2F12F-FF00-498A-BDE2-68554C0FEF2C}"/>
                </a:ext>
              </a:extLst>
            </p:cNvPr>
            <p:cNvSpPr>
              <a:spLocks/>
            </p:cNvSpPr>
            <p:nvPr/>
          </p:nvSpPr>
          <p:spPr bwMode="auto">
            <a:xfrm>
              <a:off x="534" y="2500"/>
              <a:ext cx="69" cy="85"/>
            </a:xfrm>
            <a:custGeom>
              <a:avLst/>
              <a:gdLst>
                <a:gd name="T0" fmla="*/ 178 w 43"/>
                <a:gd name="T1" fmla="*/ 213 h 53"/>
                <a:gd name="T2" fmla="*/ 103 w 43"/>
                <a:gd name="T3" fmla="*/ 157 h 53"/>
                <a:gd name="T4" fmla="*/ 88 w 43"/>
                <a:gd name="T5" fmla="*/ 47 h 53"/>
                <a:gd name="T6" fmla="*/ 56 w 43"/>
                <a:gd name="T7" fmla="*/ 0 h 53"/>
                <a:gd name="T8" fmla="*/ 0 w 43"/>
                <a:gd name="T9" fmla="*/ 88 h 53"/>
                <a:gd name="T10" fmla="*/ 21 w 43"/>
                <a:gd name="T11" fmla="*/ 170 h 5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3" h="53">
                  <a:moveTo>
                    <a:pt x="43" y="52"/>
                  </a:moveTo>
                  <a:cubicBezTo>
                    <a:pt x="33" y="53"/>
                    <a:pt x="26" y="44"/>
                    <a:pt x="25" y="38"/>
                  </a:cubicBezTo>
                  <a:cubicBezTo>
                    <a:pt x="23" y="32"/>
                    <a:pt x="21" y="15"/>
                    <a:pt x="21" y="11"/>
                  </a:cubicBezTo>
                  <a:cubicBezTo>
                    <a:pt x="20" y="6"/>
                    <a:pt x="20" y="0"/>
                    <a:pt x="14" y="0"/>
                  </a:cubicBezTo>
                  <a:cubicBezTo>
                    <a:pt x="7" y="5"/>
                    <a:pt x="0" y="14"/>
                    <a:pt x="0" y="21"/>
                  </a:cubicBezTo>
                  <a:cubicBezTo>
                    <a:pt x="0" y="28"/>
                    <a:pt x="5" y="34"/>
                    <a:pt x="5" y="41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279" name="Freeform 395">
              <a:extLst>
                <a:ext uri="{FF2B5EF4-FFF2-40B4-BE49-F238E27FC236}">
                  <a16:creationId xmlns:a16="http://schemas.microsoft.com/office/drawing/2014/main" id="{9486B895-9830-4471-909E-FA3BDFB1693F}"/>
                </a:ext>
              </a:extLst>
            </p:cNvPr>
            <p:cNvSpPr>
              <a:spLocks/>
            </p:cNvSpPr>
            <p:nvPr/>
          </p:nvSpPr>
          <p:spPr bwMode="auto">
            <a:xfrm>
              <a:off x="584" y="2627"/>
              <a:ext cx="22" cy="10"/>
            </a:xfrm>
            <a:custGeom>
              <a:avLst/>
              <a:gdLst>
                <a:gd name="T0" fmla="*/ 55 w 14"/>
                <a:gd name="T1" fmla="*/ 28 h 6"/>
                <a:gd name="T2" fmla="*/ 0 w 14"/>
                <a:gd name="T3" fmla="*/ 13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6">
                  <a:moveTo>
                    <a:pt x="14" y="6"/>
                  </a:moveTo>
                  <a:cubicBezTo>
                    <a:pt x="9" y="1"/>
                    <a:pt x="2" y="0"/>
                    <a:pt x="0" y="3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280" name="Freeform 396">
              <a:extLst>
                <a:ext uri="{FF2B5EF4-FFF2-40B4-BE49-F238E27FC236}">
                  <a16:creationId xmlns:a16="http://schemas.microsoft.com/office/drawing/2014/main" id="{AE7480E2-D18D-468F-AEAB-92B39609364D}"/>
                </a:ext>
              </a:extLst>
            </p:cNvPr>
            <p:cNvSpPr>
              <a:spLocks/>
            </p:cNvSpPr>
            <p:nvPr/>
          </p:nvSpPr>
          <p:spPr bwMode="auto">
            <a:xfrm>
              <a:off x="551" y="2589"/>
              <a:ext cx="10" cy="11"/>
            </a:xfrm>
            <a:custGeom>
              <a:avLst/>
              <a:gdLst>
                <a:gd name="T0" fmla="*/ 28 w 6"/>
                <a:gd name="T1" fmla="*/ 8 h 7"/>
                <a:gd name="T2" fmla="*/ 0 w 6"/>
                <a:gd name="T3" fmla="*/ 27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7">
                  <a:moveTo>
                    <a:pt x="6" y="2"/>
                  </a:moveTo>
                  <a:cubicBezTo>
                    <a:pt x="3" y="0"/>
                    <a:pt x="2" y="4"/>
                    <a:pt x="0" y="7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281" name="Freeform 397">
              <a:extLst>
                <a:ext uri="{FF2B5EF4-FFF2-40B4-BE49-F238E27FC236}">
                  <a16:creationId xmlns:a16="http://schemas.microsoft.com/office/drawing/2014/main" id="{E243B170-B473-4165-A6C4-FF849EE62DBD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" y="2561"/>
              <a:ext cx="8" cy="3"/>
            </a:xfrm>
            <a:custGeom>
              <a:avLst/>
              <a:gdLst>
                <a:gd name="T0" fmla="*/ 21 w 5"/>
                <a:gd name="T1" fmla="*/ 8 h 2"/>
                <a:gd name="T2" fmla="*/ 0 w 5"/>
                <a:gd name="T3" fmla="*/ 5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">
                  <a:moveTo>
                    <a:pt x="5" y="2"/>
                  </a:moveTo>
                  <a:cubicBezTo>
                    <a:pt x="3" y="0"/>
                    <a:pt x="1" y="0"/>
                    <a:pt x="0" y="1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282" name="Freeform 398">
              <a:extLst>
                <a:ext uri="{FF2B5EF4-FFF2-40B4-BE49-F238E27FC236}">
                  <a16:creationId xmlns:a16="http://schemas.microsoft.com/office/drawing/2014/main" id="{EE9146A1-8778-4977-8877-D2B9E3244E93}"/>
                </a:ext>
              </a:extLst>
            </p:cNvPr>
            <p:cNvSpPr>
              <a:spLocks/>
            </p:cNvSpPr>
            <p:nvPr/>
          </p:nvSpPr>
          <p:spPr bwMode="auto">
            <a:xfrm>
              <a:off x="559" y="2490"/>
              <a:ext cx="7" cy="16"/>
            </a:xfrm>
            <a:custGeom>
              <a:avLst/>
              <a:gdLst>
                <a:gd name="T0" fmla="*/ 21 w 4"/>
                <a:gd name="T1" fmla="*/ 42 h 10"/>
                <a:gd name="T2" fmla="*/ 0 w 4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0">
                  <a:moveTo>
                    <a:pt x="4" y="10"/>
                  </a:moveTo>
                  <a:cubicBezTo>
                    <a:pt x="3" y="5"/>
                    <a:pt x="1" y="3"/>
                    <a:pt x="0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283" name="Freeform 399">
              <a:extLst>
                <a:ext uri="{FF2B5EF4-FFF2-40B4-BE49-F238E27FC236}">
                  <a16:creationId xmlns:a16="http://schemas.microsoft.com/office/drawing/2014/main" id="{1065792D-981B-4224-AD51-B777BE0D9108}"/>
                </a:ext>
              </a:extLst>
            </p:cNvPr>
            <p:cNvSpPr>
              <a:spLocks/>
            </p:cNvSpPr>
            <p:nvPr/>
          </p:nvSpPr>
          <p:spPr bwMode="auto">
            <a:xfrm>
              <a:off x="543" y="2497"/>
              <a:ext cx="13" cy="3"/>
            </a:xfrm>
            <a:custGeom>
              <a:avLst/>
              <a:gdLst>
                <a:gd name="T0" fmla="*/ 34 w 8"/>
                <a:gd name="T1" fmla="*/ 8 h 2"/>
                <a:gd name="T2" fmla="*/ 0 w 8"/>
                <a:gd name="T3" fmla="*/ 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">
                  <a:moveTo>
                    <a:pt x="8" y="2"/>
                  </a:moveTo>
                  <a:cubicBezTo>
                    <a:pt x="4" y="0"/>
                    <a:pt x="3" y="1"/>
                    <a:pt x="0" y="2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284" name="Freeform 400">
              <a:extLst>
                <a:ext uri="{FF2B5EF4-FFF2-40B4-BE49-F238E27FC236}">
                  <a16:creationId xmlns:a16="http://schemas.microsoft.com/office/drawing/2014/main" id="{1DAC102C-7FD2-4BB6-BB15-5485A3F3AEF8}"/>
                </a:ext>
              </a:extLst>
            </p:cNvPr>
            <p:cNvSpPr>
              <a:spLocks/>
            </p:cNvSpPr>
            <p:nvPr/>
          </p:nvSpPr>
          <p:spPr bwMode="auto">
            <a:xfrm>
              <a:off x="592" y="2524"/>
              <a:ext cx="8" cy="5"/>
            </a:xfrm>
            <a:custGeom>
              <a:avLst/>
              <a:gdLst>
                <a:gd name="T0" fmla="*/ 21 w 5"/>
                <a:gd name="T1" fmla="*/ 13 h 3"/>
                <a:gd name="T2" fmla="*/ 0 w 5"/>
                <a:gd name="T3" fmla="*/ 5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">
                  <a:moveTo>
                    <a:pt x="5" y="3"/>
                  </a:moveTo>
                  <a:cubicBezTo>
                    <a:pt x="4" y="1"/>
                    <a:pt x="2" y="0"/>
                    <a:pt x="0" y="1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285" name="Freeform 401">
              <a:extLst>
                <a:ext uri="{FF2B5EF4-FFF2-40B4-BE49-F238E27FC236}">
                  <a16:creationId xmlns:a16="http://schemas.microsoft.com/office/drawing/2014/main" id="{C429D78B-D2CE-4CBA-BDAC-D06E4C38187B}"/>
                </a:ext>
              </a:extLst>
            </p:cNvPr>
            <p:cNvSpPr>
              <a:spLocks/>
            </p:cNvSpPr>
            <p:nvPr/>
          </p:nvSpPr>
          <p:spPr bwMode="auto">
            <a:xfrm>
              <a:off x="540" y="2521"/>
              <a:ext cx="36" cy="45"/>
            </a:xfrm>
            <a:custGeom>
              <a:avLst/>
              <a:gdLst>
                <a:gd name="T0" fmla="*/ 97 w 22"/>
                <a:gd name="T1" fmla="*/ 116 h 28"/>
                <a:gd name="T2" fmla="*/ 41 w 22"/>
                <a:gd name="T3" fmla="*/ 88 h 28"/>
                <a:gd name="T4" fmla="*/ 0 w 22"/>
                <a:gd name="T5" fmla="*/ 0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28">
                  <a:moveTo>
                    <a:pt x="22" y="28"/>
                  </a:moveTo>
                  <a:cubicBezTo>
                    <a:pt x="19" y="24"/>
                    <a:pt x="12" y="27"/>
                    <a:pt x="9" y="21"/>
                  </a:cubicBezTo>
                  <a:cubicBezTo>
                    <a:pt x="6" y="14"/>
                    <a:pt x="1" y="9"/>
                    <a:pt x="0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286" name="Freeform 402">
              <a:extLst>
                <a:ext uri="{FF2B5EF4-FFF2-40B4-BE49-F238E27FC236}">
                  <a16:creationId xmlns:a16="http://schemas.microsoft.com/office/drawing/2014/main" id="{D5D03F8D-DA9F-4AF0-B060-5108235E0957}"/>
                </a:ext>
              </a:extLst>
            </p:cNvPr>
            <p:cNvSpPr>
              <a:spLocks/>
            </p:cNvSpPr>
            <p:nvPr/>
          </p:nvSpPr>
          <p:spPr bwMode="auto">
            <a:xfrm>
              <a:off x="547" y="2510"/>
              <a:ext cx="24" cy="40"/>
            </a:xfrm>
            <a:custGeom>
              <a:avLst/>
              <a:gdLst>
                <a:gd name="T0" fmla="*/ 61 w 15"/>
                <a:gd name="T1" fmla="*/ 102 h 25"/>
                <a:gd name="T2" fmla="*/ 35 w 15"/>
                <a:gd name="T3" fmla="*/ 90 h 25"/>
                <a:gd name="T4" fmla="*/ 0 w 15"/>
                <a:gd name="T5" fmla="*/ 0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25">
                  <a:moveTo>
                    <a:pt x="15" y="25"/>
                  </a:moveTo>
                  <a:cubicBezTo>
                    <a:pt x="14" y="21"/>
                    <a:pt x="12" y="23"/>
                    <a:pt x="9" y="22"/>
                  </a:cubicBezTo>
                  <a:cubicBezTo>
                    <a:pt x="6" y="21"/>
                    <a:pt x="1" y="6"/>
                    <a:pt x="0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287" name="Freeform 403">
              <a:extLst>
                <a:ext uri="{FF2B5EF4-FFF2-40B4-BE49-F238E27FC236}">
                  <a16:creationId xmlns:a16="http://schemas.microsoft.com/office/drawing/2014/main" id="{D8B67164-9210-4264-9035-47674991C924}"/>
                </a:ext>
              </a:extLst>
            </p:cNvPr>
            <p:cNvSpPr>
              <a:spLocks/>
            </p:cNvSpPr>
            <p:nvPr/>
          </p:nvSpPr>
          <p:spPr bwMode="auto">
            <a:xfrm>
              <a:off x="592" y="2560"/>
              <a:ext cx="5" cy="16"/>
            </a:xfrm>
            <a:custGeom>
              <a:avLst/>
              <a:gdLst>
                <a:gd name="T0" fmla="*/ 13 w 3"/>
                <a:gd name="T1" fmla="*/ 0 h 10"/>
                <a:gd name="T2" fmla="*/ 8 w 3"/>
                <a:gd name="T3" fmla="*/ 42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0">
                  <a:moveTo>
                    <a:pt x="3" y="0"/>
                  </a:moveTo>
                  <a:cubicBezTo>
                    <a:pt x="0" y="1"/>
                    <a:pt x="2" y="8"/>
                    <a:pt x="2" y="1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288" name="Oval 404">
              <a:extLst>
                <a:ext uri="{FF2B5EF4-FFF2-40B4-BE49-F238E27FC236}">
                  <a16:creationId xmlns:a16="http://schemas.microsoft.com/office/drawing/2014/main" id="{A0920358-B968-49DA-83C4-F37921ED0C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61" y="955"/>
              <a:ext cx="26" cy="24"/>
            </a:xfrm>
            <a:prstGeom prst="ellipse">
              <a:avLst/>
            </a:prstGeom>
            <a:noFill/>
            <a:ln w="3175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289" name="Oval 405">
              <a:extLst>
                <a:ext uri="{FF2B5EF4-FFF2-40B4-BE49-F238E27FC236}">
                  <a16:creationId xmlns:a16="http://schemas.microsoft.com/office/drawing/2014/main" id="{911C8018-FD95-4619-97DE-DDFD12CBAD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69" y="963"/>
              <a:ext cx="8" cy="8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290" name="Freeform 406">
              <a:extLst>
                <a:ext uri="{FF2B5EF4-FFF2-40B4-BE49-F238E27FC236}">
                  <a16:creationId xmlns:a16="http://schemas.microsoft.com/office/drawing/2014/main" id="{92101041-6528-4269-AB23-0259AA020A1B}"/>
                </a:ext>
              </a:extLst>
            </p:cNvPr>
            <p:cNvSpPr>
              <a:spLocks/>
            </p:cNvSpPr>
            <p:nvPr/>
          </p:nvSpPr>
          <p:spPr bwMode="auto">
            <a:xfrm>
              <a:off x="845" y="955"/>
              <a:ext cx="60" cy="26"/>
            </a:xfrm>
            <a:custGeom>
              <a:avLst/>
              <a:gdLst>
                <a:gd name="T0" fmla="*/ 157 w 37"/>
                <a:gd name="T1" fmla="*/ 42 h 16"/>
                <a:gd name="T2" fmla="*/ 143 w 37"/>
                <a:gd name="T3" fmla="*/ 54 h 16"/>
                <a:gd name="T4" fmla="*/ 68 w 37"/>
                <a:gd name="T5" fmla="*/ 68 h 16"/>
                <a:gd name="T6" fmla="*/ 0 w 37"/>
                <a:gd name="T7" fmla="*/ 34 h 16"/>
                <a:gd name="T8" fmla="*/ 76 w 37"/>
                <a:gd name="T9" fmla="*/ 0 h 16"/>
                <a:gd name="T10" fmla="*/ 144 w 37"/>
                <a:gd name="T11" fmla="*/ 34 h 16"/>
                <a:gd name="T12" fmla="*/ 157 w 37"/>
                <a:gd name="T13" fmla="*/ 42 h 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7" h="16">
                  <a:moveTo>
                    <a:pt x="37" y="10"/>
                  </a:moveTo>
                  <a:cubicBezTo>
                    <a:pt x="37" y="12"/>
                    <a:pt x="35" y="12"/>
                    <a:pt x="33" y="12"/>
                  </a:cubicBezTo>
                  <a:cubicBezTo>
                    <a:pt x="31" y="12"/>
                    <a:pt x="24" y="16"/>
                    <a:pt x="16" y="16"/>
                  </a:cubicBezTo>
                  <a:cubicBezTo>
                    <a:pt x="7" y="16"/>
                    <a:pt x="1" y="8"/>
                    <a:pt x="0" y="8"/>
                  </a:cubicBezTo>
                  <a:cubicBezTo>
                    <a:pt x="1" y="6"/>
                    <a:pt x="7" y="0"/>
                    <a:pt x="18" y="0"/>
                  </a:cubicBezTo>
                  <a:cubicBezTo>
                    <a:pt x="27" y="0"/>
                    <a:pt x="30" y="5"/>
                    <a:pt x="34" y="8"/>
                  </a:cubicBezTo>
                  <a:cubicBezTo>
                    <a:pt x="36" y="8"/>
                    <a:pt x="37" y="9"/>
                    <a:pt x="37" y="10"/>
                  </a:cubicBezTo>
                  <a:close/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291" name="Freeform 407">
              <a:extLst>
                <a:ext uri="{FF2B5EF4-FFF2-40B4-BE49-F238E27FC236}">
                  <a16:creationId xmlns:a16="http://schemas.microsoft.com/office/drawing/2014/main" id="{5DDB0463-F390-4A14-858F-29D28C9D4976}"/>
                </a:ext>
              </a:extLst>
            </p:cNvPr>
            <p:cNvSpPr>
              <a:spLocks/>
            </p:cNvSpPr>
            <p:nvPr/>
          </p:nvSpPr>
          <p:spPr bwMode="auto">
            <a:xfrm>
              <a:off x="843" y="939"/>
              <a:ext cx="60" cy="18"/>
            </a:xfrm>
            <a:custGeom>
              <a:avLst/>
              <a:gdLst>
                <a:gd name="T0" fmla="*/ 157 w 37"/>
                <a:gd name="T1" fmla="*/ 47 h 11"/>
                <a:gd name="T2" fmla="*/ 0 w 37"/>
                <a:gd name="T3" fmla="*/ 43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7" h="11">
                  <a:moveTo>
                    <a:pt x="37" y="11"/>
                  </a:moveTo>
                  <a:cubicBezTo>
                    <a:pt x="28" y="2"/>
                    <a:pt x="11" y="0"/>
                    <a:pt x="0" y="1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292" name="Freeform 408">
              <a:extLst>
                <a:ext uri="{FF2B5EF4-FFF2-40B4-BE49-F238E27FC236}">
                  <a16:creationId xmlns:a16="http://schemas.microsoft.com/office/drawing/2014/main" id="{CDCE40FF-CA5B-4F8A-880C-757B04778A5B}"/>
                </a:ext>
              </a:extLst>
            </p:cNvPr>
            <p:cNvSpPr>
              <a:spLocks/>
            </p:cNvSpPr>
            <p:nvPr/>
          </p:nvSpPr>
          <p:spPr bwMode="auto">
            <a:xfrm>
              <a:off x="827" y="908"/>
              <a:ext cx="76" cy="25"/>
            </a:xfrm>
            <a:custGeom>
              <a:avLst/>
              <a:gdLst>
                <a:gd name="T0" fmla="*/ 199 w 47"/>
                <a:gd name="T1" fmla="*/ 37 h 15"/>
                <a:gd name="T2" fmla="*/ 0 w 47"/>
                <a:gd name="T3" fmla="*/ 7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7" h="15">
                  <a:moveTo>
                    <a:pt x="47" y="8"/>
                  </a:moveTo>
                  <a:cubicBezTo>
                    <a:pt x="38" y="4"/>
                    <a:pt x="10" y="0"/>
                    <a:pt x="0" y="15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293" name="Freeform 409">
              <a:extLst>
                <a:ext uri="{FF2B5EF4-FFF2-40B4-BE49-F238E27FC236}">
                  <a16:creationId xmlns:a16="http://schemas.microsoft.com/office/drawing/2014/main" id="{2CEDDEDB-D60E-4409-8BA0-0052826846F0}"/>
                </a:ext>
              </a:extLst>
            </p:cNvPr>
            <p:cNvSpPr>
              <a:spLocks/>
            </p:cNvSpPr>
            <p:nvPr/>
          </p:nvSpPr>
          <p:spPr bwMode="auto">
            <a:xfrm>
              <a:off x="974" y="908"/>
              <a:ext cx="75" cy="25"/>
            </a:xfrm>
            <a:custGeom>
              <a:avLst/>
              <a:gdLst>
                <a:gd name="T0" fmla="*/ 0 w 46"/>
                <a:gd name="T1" fmla="*/ 37 h 15"/>
                <a:gd name="T2" fmla="*/ 199 w 46"/>
                <a:gd name="T3" fmla="*/ 7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6" h="15">
                  <a:moveTo>
                    <a:pt x="0" y="8"/>
                  </a:moveTo>
                  <a:cubicBezTo>
                    <a:pt x="9" y="4"/>
                    <a:pt x="36" y="0"/>
                    <a:pt x="46" y="15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294" name="Oval 410">
              <a:extLst>
                <a:ext uri="{FF2B5EF4-FFF2-40B4-BE49-F238E27FC236}">
                  <a16:creationId xmlns:a16="http://schemas.microsoft.com/office/drawing/2014/main" id="{A8A20E5F-EF4A-4BD8-B7BD-7E5F48A2FE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9" y="955"/>
              <a:ext cx="26" cy="24"/>
            </a:xfrm>
            <a:prstGeom prst="ellipse">
              <a:avLst/>
            </a:prstGeom>
            <a:noFill/>
            <a:ln w="3175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295" name="Oval 411">
              <a:extLst>
                <a:ext uri="{FF2B5EF4-FFF2-40B4-BE49-F238E27FC236}">
                  <a16:creationId xmlns:a16="http://schemas.microsoft.com/office/drawing/2014/main" id="{86216E34-9CA0-43BE-86B4-89A383895F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08" y="963"/>
              <a:ext cx="7" cy="8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296" name="Freeform 412">
              <a:extLst>
                <a:ext uri="{FF2B5EF4-FFF2-40B4-BE49-F238E27FC236}">
                  <a16:creationId xmlns:a16="http://schemas.microsoft.com/office/drawing/2014/main" id="{101D7BEF-DF98-4682-B638-6CBB0761B0E7}"/>
                </a:ext>
              </a:extLst>
            </p:cNvPr>
            <p:cNvSpPr>
              <a:spLocks/>
            </p:cNvSpPr>
            <p:nvPr/>
          </p:nvSpPr>
          <p:spPr bwMode="auto">
            <a:xfrm>
              <a:off x="981" y="955"/>
              <a:ext cx="60" cy="26"/>
            </a:xfrm>
            <a:custGeom>
              <a:avLst/>
              <a:gdLst>
                <a:gd name="T0" fmla="*/ 0 w 37"/>
                <a:gd name="T1" fmla="*/ 42 h 16"/>
                <a:gd name="T2" fmla="*/ 16 w 37"/>
                <a:gd name="T3" fmla="*/ 54 h 16"/>
                <a:gd name="T4" fmla="*/ 89 w 37"/>
                <a:gd name="T5" fmla="*/ 68 h 16"/>
                <a:gd name="T6" fmla="*/ 157 w 37"/>
                <a:gd name="T7" fmla="*/ 34 h 16"/>
                <a:gd name="T8" fmla="*/ 81 w 37"/>
                <a:gd name="T9" fmla="*/ 0 h 16"/>
                <a:gd name="T10" fmla="*/ 13 w 37"/>
                <a:gd name="T11" fmla="*/ 34 h 16"/>
                <a:gd name="T12" fmla="*/ 0 w 37"/>
                <a:gd name="T13" fmla="*/ 42 h 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7" h="16">
                  <a:moveTo>
                    <a:pt x="0" y="10"/>
                  </a:moveTo>
                  <a:cubicBezTo>
                    <a:pt x="0" y="12"/>
                    <a:pt x="2" y="12"/>
                    <a:pt x="4" y="12"/>
                  </a:cubicBezTo>
                  <a:cubicBezTo>
                    <a:pt x="6" y="12"/>
                    <a:pt x="12" y="16"/>
                    <a:pt x="21" y="16"/>
                  </a:cubicBezTo>
                  <a:cubicBezTo>
                    <a:pt x="30" y="16"/>
                    <a:pt x="36" y="8"/>
                    <a:pt x="37" y="8"/>
                  </a:cubicBezTo>
                  <a:cubicBezTo>
                    <a:pt x="35" y="6"/>
                    <a:pt x="30" y="0"/>
                    <a:pt x="19" y="0"/>
                  </a:cubicBezTo>
                  <a:cubicBezTo>
                    <a:pt x="10" y="0"/>
                    <a:pt x="7" y="5"/>
                    <a:pt x="3" y="8"/>
                  </a:cubicBezTo>
                  <a:cubicBezTo>
                    <a:pt x="1" y="8"/>
                    <a:pt x="0" y="9"/>
                    <a:pt x="0" y="10"/>
                  </a:cubicBezTo>
                  <a:close/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297" name="Freeform 413">
              <a:extLst>
                <a:ext uri="{FF2B5EF4-FFF2-40B4-BE49-F238E27FC236}">
                  <a16:creationId xmlns:a16="http://schemas.microsoft.com/office/drawing/2014/main" id="{109E9CC3-072C-4B12-B667-ED4F928134CF}"/>
                </a:ext>
              </a:extLst>
            </p:cNvPr>
            <p:cNvSpPr>
              <a:spLocks/>
            </p:cNvSpPr>
            <p:nvPr/>
          </p:nvSpPr>
          <p:spPr bwMode="auto">
            <a:xfrm>
              <a:off x="983" y="939"/>
              <a:ext cx="60" cy="18"/>
            </a:xfrm>
            <a:custGeom>
              <a:avLst/>
              <a:gdLst>
                <a:gd name="T0" fmla="*/ 0 w 37"/>
                <a:gd name="T1" fmla="*/ 47 h 11"/>
                <a:gd name="T2" fmla="*/ 157 w 37"/>
                <a:gd name="T3" fmla="*/ 43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7" h="11">
                  <a:moveTo>
                    <a:pt x="0" y="11"/>
                  </a:moveTo>
                  <a:cubicBezTo>
                    <a:pt x="9" y="2"/>
                    <a:pt x="26" y="0"/>
                    <a:pt x="37" y="1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298" name="Freeform 414">
              <a:extLst>
                <a:ext uri="{FF2B5EF4-FFF2-40B4-BE49-F238E27FC236}">
                  <a16:creationId xmlns:a16="http://schemas.microsoft.com/office/drawing/2014/main" id="{A1F4C90A-3104-4BD0-98B6-E6A4E8328029}"/>
                </a:ext>
              </a:extLst>
            </p:cNvPr>
            <p:cNvSpPr>
              <a:spLocks/>
            </p:cNvSpPr>
            <p:nvPr/>
          </p:nvSpPr>
          <p:spPr bwMode="auto">
            <a:xfrm>
              <a:off x="958" y="960"/>
              <a:ext cx="12" cy="34"/>
            </a:xfrm>
            <a:custGeom>
              <a:avLst/>
              <a:gdLst>
                <a:gd name="T0" fmla="*/ 29 w 7"/>
                <a:gd name="T1" fmla="*/ 8 h 21"/>
                <a:gd name="T2" fmla="*/ 21 w 7"/>
                <a:gd name="T3" fmla="*/ 89 h 21"/>
                <a:gd name="T4" fmla="*/ 26 w 7"/>
                <a:gd name="T5" fmla="*/ 5 h 21"/>
                <a:gd name="T6" fmla="*/ 29 w 7"/>
                <a:gd name="T7" fmla="*/ 8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21">
                  <a:moveTo>
                    <a:pt x="6" y="2"/>
                  </a:moveTo>
                  <a:cubicBezTo>
                    <a:pt x="3" y="7"/>
                    <a:pt x="1" y="11"/>
                    <a:pt x="4" y="21"/>
                  </a:cubicBezTo>
                  <a:cubicBezTo>
                    <a:pt x="0" y="9"/>
                    <a:pt x="0" y="6"/>
                    <a:pt x="5" y="1"/>
                  </a:cubicBezTo>
                  <a:cubicBezTo>
                    <a:pt x="5" y="0"/>
                    <a:pt x="7" y="1"/>
                    <a:pt x="6" y="2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299" name="Freeform 415">
              <a:extLst>
                <a:ext uri="{FF2B5EF4-FFF2-40B4-BE49-F238E27FC236}">
                  <a16:creationId xmlns:a16="http://schemas.microsoft.com/office/drawing/2014/main" id="{A2917591-0162-46B2-874C-FD6AFD356AE5}"/>
                </a:ext>
              </a:extLst>
            </p:cNvPr>
            <p:cNvSpPr>
              <a:spLocks/>
            </p:cNvSpPr>
            <p:nvPr/>
          </p:nvSpPr>
          <p:spPr bwMode="auto">
            <a:xfrm>
              <a:off x="858" y="2342"/>
              <a:ext cx="167" cy="69"/>
            </a:xfrm>
            <a:custGeom>
              <a:avLst/>
              <a:gdLst>
                <a:gd name="T0" fmla="*/ 221 w 103"/>
                <a:gd name="T1" fmla="*/ 170 h 43"/>
                <a:gd name="T2" fmla="*/ 219 w 103"/>
                <a:gd name="T3" fmla="*/ 170 h 43"/>
                <a:gd name="T4" fmla="*/ 0 w 103"/>
                <a:gd name="T5" fmla="*/ 0 h 43"/>
                <a:gd name="T6" fmla="*/ 219 w 103"/>
                <a:gd name="T7" fmla="*/ 178 h 43"/>
                <a:gd name="T8" fmla="*/ 221 w 103"/>
                <a:gd name="T9" fmla="*/ 178 h 43"/>
                <a:gd name="T10" fmla="*/ 439 w 103"/>
                <a:gd name="T11" fmla="*/ 0 h 43"/>
                <a:gd name="T12" fmla="*/ 221 w 103"/>
                <a:gd name="T13" fmla="*/ 170 h 4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3" h="43">
                  <a:moveTo>
                    <a:pt x="52" y="41"/>
                  </a:moveTo>
                  <a:cubicBezTo>
                    <a:pt x="51" y="41"/>
                    <a:pt x="51" y="41"/>
                    <a:pt x="51" y="41"/>
                  </a:cubicBezTo>
                  <a:cubicBezTo>
                    <a:pt x="34" y="41"/>
                    <a:pt x="8" y="19"/>
                    <a:pt x="0" y="0"/>
                  </a:cubicBezTo>
                  <a:cubicBezTo>
                    <a:pt x="8" y="19"/>
                    <a:pt x="33" y="43"/>
                    <a:pt x="51" y="43"/>
                  </a:cubicBezTo>
                  <a:cubicBezTo>
                    <a:pt x="52" y="43"/>
                    <a:pt x="52" y="43"/>
                    <a:pt x="52" y="43"/>
                  </a:cubicBezTo>
                  <a:cubicBezTo>
                    <a:pt x="71" y="43"/>
                    <a:pt x="95" y="19"/>
                    <a:pt x="103" y="0"/>
                  </a:cubicBezTo>
                  <a:cubicBezTo>
                    <a:pt x="96" y="19"/>
                    <a:pt x="70" y="41"/>
                    <a:pt x="52" y="41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300" name="Freeform 416">
              <a:extLst>
                <a:ext uri="{FF2B5EF4-FFF2-40B4-BE49-F238E27FC236}">
                  <a16:creationId xmlns:a16="http://schemas.microsoft.com/office/drawing/2014/main" id="{B1C238B9-F241-4F52-87A9-5F63CBB936E7}"/>
                </a:ext>
              </a:extLst>
            </p:cNvPr>
            <p:cNvSpPr>
              <a:spLocks/>
            </p:cNvSpPr>
            <p:nvPr/>
          </p:nvSpPr>
          <p:spPr bwMode="auto">
            <a:xfrm>
              <a:off x="921" y="3828"/>
              <a:ext cx="6" cy="33"/>
            </a:xfrm>
            <a:custGeom>
              <a:avLst/>
              <a:gdLst>
                <a:gd name="T0" fmla="*/ 14 w 4"/>
                <a:gd name="T1" fmla="*/ 0 h 21"/>
                <a:gd name="T2" fmla="*/ 0 w 4"/>
                <a:gd name="T3" fmla="*/ 82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1">
                  <a:moveTo>
                    <a:pt x="4" y="0"/>
                  </a:moveTo>
                  <a:cubicBezTo>
                    <a:pt x="4" y="8"/>
                    <a:pt x="0" y="21"/>
                    <a:pt x="0" y="21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301" name="Freeform 417">
              <a:extLst>
                <a:ext uri="{FF2B5EF4-FFF2-40B4-BE49-F238E27FC236}">
                  <a16:creationId xmlns:a16="http://schemas.microsoft.com/office/drawing/2014/main" id="{AFBFF5A4-06B6-47F2-96E1-E31F85322F6E}"/>
                </a:ext>
              </a:extLst>
            </p:cNvPr>
            <p:cNvSpPr>
              <a:spLocks/>
            </p:cNvSpPr>
            <p:nvPr/>
          </p:nvSpPr>
          <p:spPr bwMode="auto">
            <a:xfrm>
              <a:off x="983" y="1280"/>
              <a:ext cx="163" cy="18"/>
            </a:xfrm>
            <a:custGeom>
              <a:avLst/>
              <a:gdLst>
                <a:gd name="T0" fmla="*/ 307 w 101"/>
                <a:gd name="T1" fmla="*/ 13 h 11"/>
                <a:gd name="T2" fmla="*/ 179 w 101"/>
                <a:gd name="T3" fmla="*/ 13 h 11"/>
                <a:gd name="T4" fmla="*/ 5 w 101"/>
                <a:gd name="T5" fmla="*/ 26 h 11"/>
                <a:gd name="T6" fmla="*/ 0 w 101"/>
                <a:gd name="T7" fmla="*/ 47 h 11"/>
                <a:gd name="T8" fmla="*/ 8 w 101"/>
                <a:gd name="T9" fmla="*/ 34 h 11"/>
                <a:gd name="T10" fmla="*/ 179 w 101"/>
                <a:gd name="T11" fmla="*/ 21 h 11"/>
                <a:gd name="T12" fmla="*/ 310 w 101"/>
                <a:gd name="T13" fmla="*/ 21 h 11"/>
                <a:gd name="T14" fmla="*/ 424 w 101"/>
                <a:gd name="T15" fmla="*/ 0 h 11"/>
                <a:gd name="T16" fmla="*/ 307 w 101"/>
                <a:gd name="T17" fmla="*/ 13 h 1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1" h="11">
                  <a:moveTo>
                    <a:pt x="73" y="3"/>
                  </a:moveTo>
                  <a:cubicBezTo>
                    <a:pt x="68" y="6"/>
                    <a:pt x="56" y="5"/>
                    <a:pt x="43" y="3"/>
                  </a:cubicBezTo>
                  <a:cubicBezTo>
                    <a:pt x="25" y="2"/>
                    <a:pt x="7" y="1"/>
                    <a:pt x="1" y="6"/>
                  </a:cubicBezTo>
                  <a:cubicBezTo>
                    <a:pt x="0" y="8"/>
                    <a:pt x="0" y="9"/>
                    <a:pt x="0" y="11"/>
                  </a:cubicBezTo>
                  <a:cubicBezTo>
                    <a:pt x="0" y="10"/>
                    <a:pt x="1" y="9"/>
                    <a:pt x="2" y="8"/>
                  </a:cubicBezTo>
                  <a:cubicBezTo>
                    <a:pt x="8" y="3"/>
                    <a:pt x="26" y="4"/>
                    <a:pt x="43" y="5"/>
                  </a:cubicBezTo>
                  <a:cubicBezTo>
                    <a:pt x="56" y="7"/>
                    <a:pt x="68" y="8"/>
                    <a:pt x="74" y="5"/>
                  </a:cubicBezTo>
                  <a:cubicBezTo>
                    <a:pt x="79" y="3"/>
                    <a:pt x="96" y="0"/>
                    <a:pt x="101" y="0"/>
                  </a:cubicBezTo>
                  <a:cubicBezTo>
                    <a:pt x="95" y="1"/>
                    <a:pt x="78" y="1"/>
                    <a:pt x="73" y="3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302" name="Freeform 418">
              <a:extLst>
                <a:ext uri="{FF2B5EF4-FFF2-40B4-BE49-F238E27FC236}">
                  <a16:creationId xmlns:a16="http://schemas.microsoft.com/office/drawing/2014/main" id="{5FD82D8B-1A59-4925-8D70-CAFC406C30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3" y="3960"/>
              <a:ext cx="28" cy="64"/>
            </a:xfrm>
            <a:custGeom>
              <a:avLst/>
              <a:gdLst>
                <a:gd name="T0" fmla="*/ 5 w 17"/>
                <a:gd name="T1" fmla="*/ 0 h 40"/>
                <a:gd name="T2" fmla="*/ 21 w 17"/>
                <a:gd name="T3" fmla="*/ 54 h 40"/>
                <a:gd name="T4" fmla="*/ 43 w 17"/>
                <a:gd name="T5" fmla="*/ 163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40">
                  <a:moveTo>
                    <a:pt x="1" y="0"/>
                  </a:moveTo>
                  <a:cubicBezTo>
                    <a:pt x="0" y="4"/>
                    <a:pt x="2" y="9"/>
                    <a:pt x="5" y="13"/>
                  </a:cubicBezTo>
                  <a:cubicBezTo>
                    <a:pt x="9" y="17"/>
                    <a:pt x="17" y="32"/>
                    <a:pt x="10" y="4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303" name="Freeform 419">
              <a:extLst>
                <a:ext uri="{FF2B5EF4-FFF2-40B4-BE49-F238E27FC236}">
                  <a16:creationId xmlns:a16="http://schemas.microsoft.com/office/drawing/2014/main" id="{58D991C2-C918-43E5-8F68-EC7CC46DF0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3" y="3963"/>
              <a:ext cx="40" cy="61"/>
            </a:xfrm>
            <a:custGeom>
              <a:avLst/>
              <a:gdLst>
                <a:gd name="T0" fmla="*/ 0 w 25"/>
                <a:gd name="T1" fmla="*/ 0 h 38"/>
                <a:gd name="T2" fmla="*/ 56 w 25"/>
                <a:gd name="T3" fmla="*/ 56 h 38"/>
                <a:gd name="T4" fmla="*/ 82 w 25"/>
                <a:gd name="T5" fmla="*/ 157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38">
                  <a:moveTo>
                    <a:pt x="0" y="0"/>
                  </a:moveTo>
                  <a:cubicBezTo>
                    <a:pt x="4" y="7"/>
                    <a:pt x="12" y="12"/>
                    <a:pt x="14" y="14"/>
                  </a:cubicBezTo>
                  <a:cubicBezTo>
                    <a:pt x="22" y="22"/>
                    <a:pt x="25" y="31"/>
                    <a:pt x="20" y="38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304" name="Freeform 420">
              <a:extLst>
                <a:ext uri="{FF2B5EF4-FFF2-40B4-BE49-F238E27FC236}">
                  <a16:creationId xmlns:a16="http://schemas.microsoft.com/office/drawing/2014/main" id="{C24E509D-8B20-4CBF-A5EB-03F67A5E19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3" y="3960"/>
              <a:ext cx="42" cy="61"/>
            </a:xfrm>
            <a:custGeom>
              <a:avLst/>
              <a:gdLst>
                <a:gd name="T0" fmla="*/ 0 w 26"/>
                <a:gd name="T1" fmla="*/ 0 h 38"/>
                <a:gd name="T2" fmla="*/ 60 w 26"/>
                <a:gd name="T3" fmla="*/ 55 h 38"/>
                <a:gd name="T4" fmla="*/ 105 w 26"/>
                <a:gd name="T5" fmla="*/ 157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38">
                  <a:moveTo>
                    <a:pt x="0" y="0"/>
                  </a:moveTo>
                  <a:cubicBezTo>
                    <a:pt x="4" y="5"/>
                    <a:pt x="8" y="8"/>
                    <a:pt x="14" y="13"/>
                  </a:cubicBezTo>
                  <a:cubicBezTo>
                    <a:pt x="24" y="22"/>
                    <a:pt x="26" y="29"/>
                    <a:pt x="25" y="38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305" name="Freeform 421">
              <a:extLst>
                <a:ext uri="{FF2B5EF4-FFF2-40B4-BE49-F238E27FC236}">
                  <a16:creationId xmlns:a16="http://schemas.microsoft.com/office/drawing/2014/main" id="{79B8A742-832A-4D49-A16D-35C86B62F91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1" y="3952"/>
              <a:ext cx="31" cy="45"/>
            </a:xfrm>
            <a:custGeom>
              <a:avLst/>
              <a:gdLst>
                <a:gd name="T0" fmla="*/ 0 w 19"/>
                <a:gd name="T1" fmla="*/ 0 h 28"/>
                <a:gd name="T2" fmla="*/ 47 w 19"/>
                <a:gd name="T3" fmla="*/ 47 h 28"/>
                <a:gd name="T4" fmla="*/ 77 w 19"/>
                <a:gd name="T5" fmla="*/ 116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28">
                  <a:moveTo>
                    <a:pt x="0" y="0"/>
                  </a:moveTo>
                  <a:cubicBezTo>
                    <a:pt x="3" y="4"/>
                    <a:pt x="8" y="8"/>
                    <a:pt x="11" y="11"/>
                  </a:cubicBezTo>
                  <a:cubicBezTo>
                    <a:pt x="15" y="15"/>
                    <a:pt x="19" y="22"/>
                    <a:pt x="18" y="28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306" name="Freeform 422">
              <a:extLst>
                <a:ext uri="{FF2B5EF4-FFF2-40B4-BE49-F238E27FC236}">
                  <a16:creationId xmlns:a16="http://schemas.microsoft.com/office/drawing/2014/main" id="{D358B96C-3295-4096-AE88-397493A27BA8}"/>
                </a:ext>
              </a:extLst>
            </p:cNvPr>
            <p:cNvSpPr>
              <a:spLocks/>
            </p:cNvSpPr>
            <p:nvPr/>
          </p:nvSpPr>
          <p:spPr bwMode="auto">
            <a:xfrm>
              <a:off x="981" y="3987"/>
              <a:ext cx="42" cy="21"/>
            </a:xfrm>
            <a:custGeom>
              <a:avLst/>
              <a:gdLst>
                <a:gd name="T0" fmla="*/ 110 w 26"/>
                <a:gd name="T1" fmla="*/ 55 h 13"/>
                <a:gd name="T2" fmla="*/ 26 w 26"/>
                <a:gd name="T3" fmla="*/ 55 h 13"/>
                <a:gd name="T4" fmla="*/ 50 w 26"/>
                <a:gd name="T5" fmla="*/ 0 h 13"/>
                <a:gd name="T6" fmla="*/ 110 w 26"/>
                <a:gd name="T7" fmla="*/ 55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13">
                  <a:moveTo>
                    <a:pt x="26" y="13"/>
                  </a:moveTo>
                  <a:cubicBezTo>
                    <a:pt x="17" y="11"/>
                    <a:pt x="8" y="12"/>
                    <a:pt x="6" y="13"/>
                  </a:cubicBezTo>
                  <a:cubicBezTo>
                    <a:pt x="0" y="4"/>
                    <a:pt x="7" y="0"/>
                    <a:pt x="12" y="0"/>
                  </a:cubicBezTo>
                  <a:cubicBezTo>
                    <a:pt x="23" y="0"/>
                    <a:pt x="26" y="10"/>
                    <a:pt x="26" y="13"/>
                  </a:cubicBezTo>
                  <a:close/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307" name="Freeform 423">
              <a:extLst>
                <a:ext uri="{FF2B5EF4-FFF2-40B4-BE49-F238E27FC236}">
                  <a16:creationId xmlns:a16="http://schemas.microsoft.com/office/drawing/2014/main" id="{DC52907D-6D62-4717-82F5-430659A2EC2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6" y="4001"/>
              <a:ext cx="21" cy="18"/>
            </a:xfrm>
            <a:custGeom>
              <a:avLst/>
              <a:gdLst>
                <a:gd name="T0" fmla="*/ 55 w 13"/>
                <a:gd name="T1" fmla="*/ 47 h 11"/>
                <a:gd name="T2" fmla="*/ 0 w 13"/>
                <a:gd name="T3" fmla="*/ 43 h 11"/>
                <a:gd name="T4" fmla="*/ 55 w 13"/>
                <a:gd name="T5" fmla="*/ 47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1">
                  <a:moveTo>
                    <a:pt x="13" y="11"/>
                  </a:moveTo>
                  <a:cubicBezTo>
                    <a:pt x="10" y="11"/>
                    <a:pt x="2" y="9"/>
                    <a:pt x="0" y="10"/>
                  </a:cubicBezTo>
                  <a:cubicBezTo>
                    <a:pt x="1" y="1"/>
                    <a:pt x="12" y="0"/>
                    <a:pt x="13" y="11"/>
                  </a:cubicBezTo>
                  <a:close/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308" name="Freeform 424">
              <a:extLst>
                <a:ext uri="{FF2B5EF4-FFF2-40B4-BE49-F238E27FC236}">
                  <a16:creationId xmlns:a16="http://schemas.microsoft.com/office/drawing/2014/main" id="{00917C6C-8647-4E28-A260-72FA9F9EF6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4" y="3992"/>
              <a:ext cx="13" cy="13"/>
            </a:xfrm>
            <a:custGeom>
              <a:avLst/>
              <a:gdLst>
                <a:gd name="T0" fmla="*/ 34 w 8"/>
                <a:gd name="T1" fmla="*/ 21 h 8"/>
                <a:gd name="T2" fmla="*/ 5 w 8"/>
                <a:gd name="T3" fmla="*/ 29 h 8"/>
                <a:gd name="T4" fmla="*/ 34 w 8"/>
                <a:gd name="T5" fmla="*/ 21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8">
                  <a:moveTo>
                    <a:pt x="8" y="5"/>
                  </a:moveTo>
                  <a:cubicBezTo>
                    <a:pt x="7" y="7"/>
                    <a:pt x="4" y="8"/>
                    <a:pt x="1" y="7"/>
                  </a:cubicBezTo>
                  <a:cubicBezTo>
                    <a:pt x="0" y="0"/>
                    <a:pt x="7" y="1"/>
                    <a:pt x="8" y="5"/>
                  </a:cubicBezTo>
                  <a:close/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309" name="Freeform 425">
              <a:extLst>
                <a:ext uri="{FF2B5EF4-FFF2-40B4-BE49-F238E27FC236}">
                  <a16:creationId xmlns:a16="http://schemas.microsoft.com/office/drawing/2014/main" id="{25FB44FE-915D-4845-A321-B6149DA423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0" y="1679"/>
              <a:ext cx="3" cy="45"/>
            </a:xfrm>
            <a:custGeom>
              <a:avLst/>
              <a:gdLst>
                <a:gd name="T0" fmla="*/ 8 w 2"/>
                <a:gd name="T1" fmla="*/ 0 h 28"/>
                <a:gd name="T2" fmla="*/ 0 w 2"/>
                <a:gd name="T3" fmla="*/ 116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8">
                  <a:moveTo>
                    <a:pt x="2" y="0"/>
                  </a:moveTo>
                  <a:cubicBezTo>
                    <a:pt x="2" y="5"/>
                    <a:pt x="1" y="15"/>
                    <a:pt x="0" y="28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310" name="Freeform 426">
              <a:extLst>
                <a:ext uri="{FF2B5EF4-FFF2-40B4-BE49-F238E27FC236}">
                  <a16:creationId xmlns:a16="http://schemas.microsoft.com/office/drawing/2014/main" id="{273A0991-2600-4406-9C1E-B2724C44009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1" y="2553"/>
              <a:ext cx="66" cy="45"/>
            </a:xfrm>
            <a:custGeom>
              <a:avLst/>
              <a:gdLst>
                <a:gd name="T0" fmla="*/ 0 w 41"/>
                <a:gd name="T1" fmla="*/ 116 h 28"/>
                <a:gd name="T2" fmla="*/ 34 w 41"/>
                <a:gd name="T3" fmla="*/ 101 h 28"/>
                <a:gd name="T4" fmla="*/ 109 w 41"/>
                <a:gd name="T5" fmla="*/ 63 h 28"/>
                <a:gd name="T6" fmla="*/ 171 w 41"/>
                <a:gd name="T7" fmla="*/ 0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1" h="28">
                  <a:moveTo>
                    <a:pt x="0" y="28"/>
                  </a:moveTo>
                  <a:cubicBezTo>
                    <a:pt x="2" y="26"/>
                    <a:pt x="5" y="25"/>
                    <a:pt x="8" y="24"/>
                  </a:cubicBezTo>
                  <a:cubicBezTo>
                    <a:pt x="13" y="21"/>
                    <a:pt x="20" y="19"/>
                    <a:pt x="26" y="15"/>
                  </a:cubicBezTo>
                  <a:cubicBezTo>
                    <a:pt x="31" y="12"/>
                    <a:pt x="37" y="2"/>
                    <a:pt x="41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311" name="Freeform 427">
              <a:extLst>
                <a:ext uri="{FF2B5EF4-FFF2-40B4-BE49-F238E27FC236}">
                  <a16:creationId xmlns:a16="http://schemas.microsoft.com/office/drawing/2014/main" id="{7DF9D02A-AF4F-40C8-A3BB-0A3E26D6CCF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2" y="2564"/>
              <a:ext cx="54" cy="47"/>
            </a:xfrm>
            <a:custGeom>
              <a:avLst/>
              <a:gdLst>
                <a:gd name="T0" fmla="*/ 144 w 33"/>
                <a:gd name="T1" fmla="*/ 0 h 29"/>
                <a:gd name="T2" fmla="*/ 92 w 33"/>
                <a:gd name="T3" fmla="*/ 73 h 29"/>
                <a:gd name="T4" fmla="*/ 0 w 33"/>
                <a:gd name="T5" fmla="*/ 123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29">
                  <a:moveTo>
                    <a:pt x="33" y="0"/>
                  </a:moveTo>
                  <a:cubicBezTo>
                    <a:pt x="28" y="5"/>
                    <a:pt x="21" y="15"/>
                    <a:pt x="21" y="17"/>
                  </a:cubicBezTo>
                  <a:cubicBezTo>
                    <a:pt x="15" y="20"/>
                    <a:pt x="10" y="20"/>
                    <a:pt x="0" y="29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312" name="Freeform 428">
              <a:extLst>
                <a:ext uri="{FF2B5EF4-FFF2-40B4-BE49-F238E27FC236}">
                  <a16:creationId xmlns:a16="http://schemas.microsoft.com/office/drawing/2014/main" id="{D78ED108-645C-4CC7-B6C8-A7AE5DA7539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2" y="2500"/>
              <a:ext cx="70" cy="85"/>
            </a:xfrm>
            <a:custGeom>
              <a:avLst/>
              <a:gdLst>
                <a:gd name="T0" fmla="*/ 164 w 43"/>
                <a:gd name="T1" fmla="*/ 170 h 53"/>
                <a:gd name="T2" fmla="*/ 186 w 43"/>
                <a:gd name="T3" fmla="*/ 88 h 53"/>
                <a:gd name="T4" fmla="*/ 125 w 43"/>
                <a:gd name="T5" fmla="*/ 0 h 53"/>
                <a:gd name="T6" fmla="*/ 96 w 43"/>
                <a:gd name="T7" fmla="*/ 47 h 53"/>
                <a:gd name="T8" fmla="*/ 77 w 43"/>
                <a:gd name="T9" fmla="*/ 157 h 53"/>
                <a:gd name="T10" fmla="*/ 0 w 43"/>
                <a:gd name="T11" fmla="*/ 213 h 5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3" h="53">
                  <a:moveTo>
                    <a:pt x="38" y="41"/>
                  </a:moveTo>
                  <a:cubicBezTo>
                    <a:pt x="38" y="34"/>
                    <a:pt x="43" y="28"/>
                    <a:pt x="43" y="21"/>
                  </a:cubicBezTo>
                  <a:cubicBezTo>
                    <a:pt x="43" y="14"/>
                    <a:pt x="36" y="5"/>
                    <a:pt x="29" y="0"/>
                  </a:cubicBezTo>
                  <a:cubicBezTo>
                    <a:pt x="23" y="0"/>
                    <a:pt x="23" y="6"/>
                    <a:pt x="22" y="11"/>
                  </a:cubicBezTo>
                  <a:cubicBezTo>
                    <a:pt x="22" y="15"/>
                    <a:pt x="20" y="32"/>
                    <a:pt x="18" y="38"/>
                  </a:cubicBezTo>
                  <a:cubicBezTo>
                    <a:pt x="17" y="44"/>
                    <a:pt x="10" y="53"/>
                    <a:pt x="0" y="52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313" name="Freeform 429">
              <a:extLst>
                <a:ext uri="{FF2B5EF4-FFF2-40B4-BE49-F238E27FC236}">
                  <a16:creationId xmlns:a16="http://schemas.microsoft.com/office/drawing/2014/main" id="{D702BB31-14E9-4667-806B-226C9668B4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9" y="2627"/>
              <a:ext cx="23" cy="10"/>
            </a:xfrm>
            <a:custGeom>
              <a:avLst/>
              <a:gdLst>
                <a:gd name="T0" fmla="*/ 62 w 14"/>
                <a:gd name="T1" fmla="*/ 13 h 6"/>
                <a:gd name="T2" fmla="*/ 0 w 14"/>
                <a:gd name="T3" fmla="*/ 28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6">
                  <a:moveTo>
                    <a:pt x="14" y="3"/>
                  </a:moveTo>
                  <a:cubicBezTo>
                    <a:pt x="12" y="0"/>
                    <a:pt x="5" y="1"/>
                    <a:pt x="0" y="6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314" name="Freeform 430">
              <a:extLst>
                <a:ext uri="{FF2B5EF4-FFF2-40B4-BE49-F238E27FC236}">
                  <a16:creationId xmlns:a16="http://schemas.microsoft.com/office/drawing/2014/main" id="{8CE6DBAA-0531-49F4-90E1-4324C8277F4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5" y="2589"/>
              <a:ext cx="9" cy="11"/>
            </a:xfrm>
            <a:custGeom>
              <a:avLst/>
              <a:gdLst>
                <a:gd name="T0" fmla="*/ 21 w 6"/>
                <a:gd name="T1" fmla="*/ 27 h 7"/>
                <a:gd name="T2" fmla="*/ 0 w 6"/>
                <a:gd name="T3" fmla="*/ 8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7">
                  <a:moveTo>
                    <a:pt x="6" y="7"/>
                  </a:moveTo>
                  <a:cubicBezTo>
                    <a:pt x="4" y="4"/>
                    <a:pt x="3" y="0"/>
                    <a:pt x="0" y="2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315" name="Freeform 431">
              <a:extLst>
                <a:ext uri="{FF2B5EF4-FFF2-40B4-BE49-F238E27FC236}">
                  <a16:creationId xmlns:a16="http://schemas.microsoft.com/office/drawing/2014/main" id="{65664E57-4C32-4815-837E-B96C4163CA1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6" y="2561"/>
              <a:ext cx="8" cy="3"/>
            </a:xfrm>
            <a:custGeom>
              <a:avLst/>
              <a:gdLst>
                <a:gd name="T0" fmla="*/ 21 w 5"/>
                <a:gd name="T1" fmla="*/ 5 h 2"/>
                <a:gd name="T2" fmla="*/ 0 w 5"/>
                <a:gd name="T3" fmla="*/ 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">
                  <a:moveTo>
                    <a:pt x="5" y="1"/>
                  </a:moveTo>
                  <a:cubicBezTo>
                    <a:pt x="4" y="0"/>
                    <a:pt x="2" y="0"/>
                    <a:pt x="0" y="2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316" name="Freeform 432">
              <a:extLst>
                <a:ext uri="{FF2B5EF4-FFF2-40B4-BE49-F238E27FC236}">
                  <a16:creationId xmlns:a16="http://schemas.microsoft.com/office/drawing/2014/main" id="{0E4F21DC-0806-4EE3-B522-76DB0D07C13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0" y="2490"/>
              <a:ext cx="6" cy="16"/>
            </a:xfrm>
            <a:custGeom>
              <a:avLst/>
              <a:gdLst>
                <a:gd name="T0" fmla="*/ 14 w 4"/>
                <a:gd name="T1" fmla="*/ 0 h 10"/>
                <a:gd name="T2" fmla="*/ 0 w 4"/>
                <a:gd name="T3" fmla="*/ 42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0">
                  <a:moveTo>
                    <a:pt x="4" y="0"/>
                  </a:moveTo>
                  <a:cubicBezTo>
                    <a:pt x="3" y="3"/>
                    <a:pt x="1" y="5"/>
                    <a:pt x="0" y="1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317" name="Freeform 433">
              <a:extLst>
                <a:ext uri="{FF2B5EF4-FFF2-40B4-BE49-F238E27FC236}">
                  <a16:creationId xmlns:a16="http://schemas.microsoft.com/office/drawing/2014/main" id="{9F31E0C3-50A8-4E20-A1BC-A3AF36E55D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9" y="2497"/>
              <a:ext cx="13" cy="3"/>
            </a:xfrm>
            <a:custGeom>
              <a:avLst/>
              <a:gdLst>
                <a:gd name="T0" fmla="*/ 34 w 8"/>
                <a:gd name="T1" fmla="*/ 8 h 2"/>
                <a:gd name="T2" fmla="*/ 0 w 8"/>
                <a:gd name="T3" fmla="*/ 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">
                  <a:moveTo>
                    <a:pt x="8" y="2"/>
                  </a:moveTo>
                  <a:cubicBezTo>
                    <a:pt x="5" y="1"/>
                    <a:pt x="4" y="0"/>
                    <a:pt x="0" y="2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318" name="Freeform 434">
              <a:extLst>
                <a:ext uri="{FF2B5EF4-FFF2-40B4-BE49-F238E27FC236}">
                  <a16:creationId xmlns:a16="http://schemas.microsoft.com/office/drawing/2014/main" id="{1F00D06E-CBC0-498A-A049-0805B136DD9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6" y="2524"/>
              <a:ext cx="8" cy="5"/>
            </a:xfrm>
            <a:custGeom>
              <a:avLst/>
              <a:gdLst>
                <a:gd name="T0" fmla="*/ 21 w 5"/>
                <a:gd name="T1" fmla="*/ 5 h 3"/>
                <a:gd name="T2" fmla="*/ 0 w 5"/>
                <a:gd name="T3" fmla="*/ 13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">
                  <a:moveTo>
                    <a:pt x="5" y="1"/>
                  </a:moveTo>
                  <a:cubicBezTo>
                    <a:pt x="3" y="0"/>
                    <a:pt x="1" y="1"/>
                    <a:pt x="0" y="3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319" name="Freeform 435">
              <a:extLst>
                <a:ext uri="{FF2B5EF4-FFF2-40B4-BE49-F238E27FC236}">
                  <a16:creationId xmlns:a16="http://schemas.microsoft.com/office/drawing/2014/main" id="{C747394E-437E-44EB-8EE0-A0AF779B28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0" y="2521"/>
              <a:ext cx="36" cy="45"/>
            </a:xfrm>
            <a:custGeom>
              <a:avLst/>
              <a:gdLst>
                <a:gd name="T0" fmla="*/ 97 w 22"/>
                <a:gd name="T1" fmla="*/ 0 h 28"/>
                <a:gd name="T2" fmla="*/ 56 w 22"/>
                <a:gd name="T3" fmla="*/ 88 h 28"/>
                <a:gd name="T4" fmla="*/ 0 w 22"/>
                <a:gd name="T5" fmla="*/ 116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28">
                  <a:moveTo>
                    <a:pt x="22" y="0"/>
                  </a:moveTo>
                  <a:cubicBezTo>
                    <a:pt x="21" y="9"/>
                    <a:pt x="15" y="14"/>
                    <a:pt x="13" y="21"/>
                  </a:cubicBezTo>
                  <a:cubicBezTo>
                    <a:pt x="10" y="27"/>
                    <a:pt x="3" y="24"/>
                    <a:pt x="0" y="28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320" name="Freeform 436">
              <a:extLst>
                <a:ext uri="{FF2B5EF4-FFF2-40B4-BE49-F238E27FC236}">
                  <a16:creationId xmlns:a16="http://schemas.microsoft.com/office/drawing/2014/main" id="{16FC9C94-E688-49BA-89FC-8C1E89ECF6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5" y="2510"/>
              <a:ext cx="24" cy="40"/>
            </a:xfrm>
            <a:custGeom>
              <a:avLst/>
              <a:gdLst>
                <a:gd name="T0" fmla="*/ 61 w 15"/>
                <a:gd name="T1" fmla="*/ 0 h 25"/>
                <a:gd name="T2" fmla="*/ 26 w 15"/>
                <a:gd name="T3" fmla="*/ 90 h 25"/>
                <a:gd name="T4" fmla="*/ 0 w 15"/>
                <a:gd name="T5" fmla="*/ 102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25">
                  <a:moveTo>
                    <a:pt x="15" y="0"/>
                  </a:moveTo>
                  <a:cubicBezTo>
                    <a:pt x="14" y="6"/>
                    <a:pt x="9" y="21"/>
                    <a:pt x="6" y="22"/>
                  </a:cubicBezTo>
                  <a:cubicBezTo>
                    <a:pt x="3" y="23"/>
                    <a:pt x="1" y="21"/>
                    <a:pt x="0" y="25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321" name="Freeform 437">
              <a:extLst>
                <a:ext uri="{FF2B5EF4-FFF2-40B4-BE49-F238E27FC236}">
                  <a16:creationId xmlns:a16="http://schemas.microsoft.com/office/drawing/2014/main" id="{94A076DF-1F28-468D-993A-FBEEA150E7E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9" y="2560"/>
              <a:ext cx="5" cy="16"/>
            </a:xfrm>
            <a:custGeom>
              <a:avLst/>
              <a:gdLst>
                <a:gd name="T0" fmla="*/ 0 w 3"/>
                <a:gd name="T1" fmla="*/ 0 h 10"/>
                <a:gd name="T2" fmla="*/ 5 w 3"/>
                <a:gd name="T3" fmla="*/ 42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0">
                  <a:moveTo>
                    <a:pt x="0" y="0"/>
                  </a:moveTo>
                  <a:cubicBezTo>
                    <a:pt x="3" y="1"/>
                    <a:pt x="1" y="8"/>
                    <a:pt x="1" y="1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322" name="Freeform 438">
              <a:extLst>
                <a:ext uri="{FF2B5EF4-FFF2-40B4-BE49-F238E27FC236}">
                  <a16:creationId xmlns:a16="http://schemas.microsoft.com/office/drawing/2014/main" id="{87A0F3A4-5BF4-45F8-BFF4-E19CA0CF3FE9}"/>
                </a:ext>
              </a:extLst>
            </p:cNvPr>
            <p:cNvSpPr>
              <a:spLocks/>
            </p:cNvSpPr>
            <p:nvPr/>
          </p:nvSpPr>
          <p:spPr bwMode="auto">
            <a:xfrm>
              <a:off x="958" y="3828"/>
              <a:ext cx="7" cy="33"/>
            </a:xfrm>
            <a:custGeom>
              <a:avLst/>
              <a:gdLst>
                <a:gd name="T0" fmla="*/ 0 w 4"/>
                <a:gd name="T1" fmla="*/ 0 h 21"/>
                <a:gd name="T2" fmla="*/ 21 w 4"/>
                <a:gd name="T3" fmla="*/ 82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1">
                  <a:moveTo>
                    <a:pt x="0" y="0"/>
                  </a:moveTo>
                  <a:cubicBezTo>
                    <a:pt x="0" y="8"/>
                    <a:pt x="4" y="21"/>
                    <a:pt x="4" y="21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323" name="Oval 439">
              <a:extLst>
                <a:ext uri="{FF2B5EF4-FFF2-40B4-BE49-F238E27FC236}">
                  <a16:creationId xmlns:a16="http://schemas.microsoft.com/office/drawing/2014/main" id="{E39382E8-4229-435B-B865-CD27282B7D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67" y="962"/>
              <a:ext cx="7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324" name="Oval 440">
              <a:extLst>
                <a:ext uri="{FF2B5EF4-FFF2-40B4-BE49-F238E27FC236}">
                  <a16:creationId xmlns:a16="http://schemas.microsoft.com/office/drawing/2014/main" id="{942444E5-F876-48B2-AB5B-EF90918107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05" y="962"/>
              <a:ext cx="7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325" name="Freeform 441">
              <a:extLst>
                <a:ext uri="{FF2B5EF4-FFF2-40B4-BE49-F238E27FC236}">
                  <a16:creationId xmlns:a16="http://schemas.microsoft.com/office/drawing/2014/main" id="{57335474-3F22-438E-B08B-C1D9EAFB715D}"/>
                </a:ext>
              </a:extLst>
            </p:cNvPr>
            <p:cNvSpPr>
              <a:spLocks/>
            </p:cNvSpPr>
            <p:nvPr/>
          </p:nvSpPr>
          <p:spPr bwMode="auto">
            <a:xfrm>
              <a:off x="927" y="2032"/>
              <a:ext cx="46" cy="34"/>
            </a:xfrm>
            <a:custGeom>
              <a:avLst/>
              <a:gdLst>
                <a:gd name="T0" fmla="*/ 0 w 28"/>
                <a:gd name="T1" fmla="*/ 60 h 21"/>
                <a:gd name="T2" fmla="*/ 97 w 28"/>
                <a:gd name="T3" fmla="*/ 89 h 21"/>
                <a:gd name="T4" fmla="*/ 0 w 28"/>
                <a:gd name="T5" fmla="*/ 55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21">
                  <a:moveTo>
                    <a:pt x="0" y="14"/>
                  </a:moveTo>
                  <a:cubicBezTo>
                    <a:pt x="6" y="8"/>
                    <a:pt x="19" y="11"/>
                    <a:pt x="22" y="21"/>
                  </a:cubicBezTo>
                  <a:cubicBezTo>
                    <a:pt x="28" y="14"/>
                    <a:pt x="5" y="0"/>
                    <a:pt x="0" y="13"/>
                  </a:cubicBezTo>
                </a:path>
              </a:pathLst>
            </a:custGeom>
            <a:solidFill>
              <a:srgbClr val="7E39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326" name="Freeform 442">
              <a:extLst>
                <a:ext uri="{FF2B5EF4-FFF2-40B4-BE49-F238E27FC236}">
                  <a16:creationId xmlns:a16="http://schemas.microsoft.com/office/drawing/2014/main" id="{83624892-6875-4CBC-9D28-92BF99262FB6}"/>
                </a:ext>
              </a:extLst>
            </p:cNvPr>
            <p:cNvSpPr>
              <a:spLocks/>
            </p:cNvSpPr>
            <p:nvPr/>
          </p:nvSpPr>
          <p:spPr bwMode="auto">
            <a:xfrm>
              <a:off x="856" y="3961"/>
              <a:ext cx="24" cy="16"/>
            </a:xfrm>
            <a:custGeom>
              <a:avLst/>
              <a:gdLst>
                <a:gd name="T0" fmla="*/ 26 w 15"/>
                <a:gd name="T1" fmla="*/ 5 h 10"/>
                <a:gd name="T2" fmla="*/ 54 w 15"/>
                <a:gd name="T3" fmla="*/ 13 h 10"/>
                <a:gd name="T4" fmla="*/ 21 w 15"/>
                <a:gd name="T5" fmla="*/ 16 h 10"/>
                <a:gd name="T6" fmla="*/ 0 w 15"/>
                <a:gd name="T7" fmla="*/ 29 h 10"/>
                <a:gd name="T8" fmla="*/ 46 w 15"/>
                <a:gd name="T9" fmla="*/ 42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0">
                  <a:moveTo>
                    <a:pt x="6" y="1"/>
                  </a:moveTo>
                  <a:cubicBezTo>
                    <a:pt x="8" y="2"/>
                    <a:pt x="12" y="0"/>
                    <a:pt x="13" y="3"/>
                  </a:cubicBezTo>
                  <a:cubicBezTo>
                    <a:pt x="15" y="9"/>
                    <a:pt x="6" y="4"/>
                    <a:pt x="5" y="4"/>
                  </a:cubicBezTo>
                  <a:cubicBezTo>
                    <a:pt x="3" y="4"/>
                    <a:pt x="0" y="4"/>
                    <a:pt x="0" y="7"/>
                  </a:cubicBezTo>
                  <a:cubicBezTo>
                    <a:pt x="1" y="10"/>
                    <a:pt x="9" y="9"/>
                    <a:pt x="11" y="10"/>
                  </a:cubicBezTo>
                </a:path>
              </a:pathLst>
            </a:custGeom>
            <a:noFill/>
            <a:ln w="4763" cap="flat">
              <a:solidFill>
                <a:srgbClr val="7533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327" name="Freeform 443">
              <a:extLst>
                <a:ext uri="{FF2B5EF4-FFF2-40B4-BE49-F238E27FC236}">
                  <a16:creationId xmlns:a16="http://schemas.microsoft.com/office/drawing/2014/main" id="{D470DC84-A164-4F94-A847-F32DD0DD0296}"/>
                </a:ext>
              </a:extLst>
            </p:cNvPr>
            <p:cNvSpPr>
              <a:spLocks/>
            </p:cNvSpPr>
            <p:nvPr/>
          </p:nvSpPr>
          <p:spPr bwMode="auto">
            <a:xfrm>
              <a:off x="832" y="3963"/>
              <a:ext cx="14" cy="13"/>
            </a:xfrm>
            <a:custGeom>
              <a:avLst/>
              <a:gdLst>
                <a:gd name="T0" fmla="*/ 34 w 9"/>
                <a:gd name="T1" fmla="*/ 21 h 8"/>
                <a:gd name="T2" fmla="*/ 0 w 9"/>
                <a:gd name="T3" fmla="*/ 5 h 8"/>
                <a:gd name="T4" fmla="*/ 22 w 9"/>
                <a:gd name="T5" fmla="*/ 34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8">
                  <a:moveTo>
                    <a:pt x="9" y="5"/>
                  </a:moveTo>
                  <a:cubicBezTo>
                    <a:pt x="8" y="2"/>
                    <a:pt x="3" y="0"/>
                    <a:pt x="0" y="1"/>
                  </a:cubicBezTo>
                  <a:cubicBezTo>
                    <a:pt x="1" y="4"/>
                    <a:pt x="3" y="7"/>
                    <a:pt x="6" y="8"/>
                  </a:cubicBezTo>
                </a:path>
              </a:pathLst>
            </a:custGeom>
            <a:noFill/>
            <a:ln w="4763" cap="flat">
              <a:solidFill>
                <a:srgbClr val="7533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328" name="Freeform 444">
              <a:extLst>
                <a:ext uri="{FF2B5EF4-FFF2-40B4-BE49-F238E27FC236}">
                  <a16:creationId xmlns:a16="http://schemas.microsoft.com/office/drawing/2014/main" id="{E8F381E3-B09A-4520-B036-3F33A8E262CF}"/>
                </a:ext>
              </a:extLst>
            </p:cNvPr>
            <p:cNvSpPr>
              <a:spLocks/>
            </p:cNvSpPr>
            <p:nvPr/>
          </p:nvSpPr>
          <p:spPr bwMode="auto">
            <a:xfrm>
              <a:off x="795" y="3956"/>
              <a:ext cx="22" cy="17"/>
            </a:xfrm>
            <a:custGeom>
              <a:avLst/>
              <a:gdLst>
                <a:gd name="T0" fmla="*/ 55 w 14"/>
                <a:gd name="T1" fmla="*/ 29 h 10"/>
                <a:gd name="T2" fmla="*/ 14 w 14"/>
                <a:gd name="T3" fmla="*/ 9 h 10"/>
                <a:gd name="T4" fmla="*/ 47 w 14"/>
                <a:gd name="T5" fmla="*/ 49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0">
                  <a:moveTo>
                    <a:pt x="14" y="6"/>
                  </a:moveTo>
                  <a:cubicBezTo>
                    <a:pt x="12" y="5"/>
                    <a:pt x="7" y="0"/>
                    <a:pt x="4" y="2"/>
                  </a:cubicBezTo>
                  <a:cubicBezTo>
                    <a:pt x="0" y="6"/>
                    <a:pt x="10" y="10"/>
                    <a:pt x="12" y="10"/>
                  </a:cubicBezTo>
                </a:path>
              </a:pathLst>
            </a:custGeom>
            <a:noFill/>
            <a:ln w="4763" cap="flat">
              <a:solidFill>
                <a:srgbClr val="7533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329" name="Freeform 445">
              <a:extLst>
                <a:ext uri="{FF2B5EF4-FFF2-40B4-BE49-F238E27FC236}">
                  <a16:creationId xmlns:a16="http://schemas.microsoft.com/office/drawing/2014/main" id="{C1D40CBB-EB59-4DEB-A96E-E0D2B81CC7E3}"/>
                </a:ext>
              </a:extLst>
            </p:cNvPr>
            <p:cNvSpPr>
              <a:spLocks/>
            </p:cNvSpPr>
            <p:nvPr/>
          </p:nvSpPr>
          <p:spPr bwMode="auto">
            <a:xfrm>
              <a:off x="777" y="3952"/>
              <a:ext cx="9" cy="8"/>
            </a:xfrm>
            <a:custGeom>
              <a:avLst/>
              <a:gdLst>
                <a:gd name="T0" fmla="*/ 21 w 6"/>
                <a:gd name="T1" fmla="*/ 21 h 5"/>
                <a:gd name="T2" fmla="*/ 0 w 6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5">
                  <a:moveTo>
                    <a:pt x="6" y="5"/>
                  </a:moveTo>
                  <a:cubicBezTo>
                    <a:pt x="5" y="2"/>
                    <a:pt x="2" y="1"/>
                    <a:pt x="0" y="0"/>
                  </a:cubicBezTo>
                </a:path>
              </a:pathLst>
            </a:custGeom>
            <a:noFill/>
            <a:ln w="4763" cap="flat">
              <a:solidFill>
                <a:srgbClr val="7533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330" name="Freeform 446">
              <a:extLst>
                <a:ext uri="{FF2B5EF4-FFF2-40B4-BE49-F238E27FC236}">
                  <a16:creationId xmlns:a16="http://schemas.microsoft.com/office/drawing/2014/main" id="{28348EC2-B14A-42DC-A4CC-4C22697166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5" y="3960"/>
              <a:ext cx="18" cy="13"/>
            </a:xfrm>
            <a:custGeom>
              <a:avLst/>
              <a:gdLst>
                <a:gd name="T0" fmla="*/ 8 w 11"/>
                <a:gd name="T1" fmla="*/ 13 h 8"/>
                <a:gd name="T2" fmla="*/ 43 w 11"/>
                <a:gd name="T3" fmla="*/ 18 h 8"/>
                <a:gd name="T4" fmla="*/ 0 w 11"/>
                <a:gd name="T5" fmla="*/ 29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8">
                  <a:moveTo>
                    <a:pt x="2" y="3"/>
                  </a:moveTo>
                  <a:cubicBezTo>
                    <a:pt x="3" y="2"/>
                    <a:pt x="11" y="0"/>
                    <a:pt x="10" y="4"/>
                  </a:cubicBezTo>
                  <a:cubicBezTo>
                    <a:pt x="10" y="8"/>
                    <a:pt x="3" y="7"/>
                    <a:pt x="0" y="7"/>
                  </a:cubicBezTo>
                </a:path>
              </a:pathLst>
            </a:custGeom>
            <a:noFill/>
            <a:ln w="4763" cap="flat">
              <a:solidFill>
                <a:srgbClr val="7533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331" name="Freeform 447">
              <a:extLst>
                <a:ext uri="{FF2B5EF4-FFF2-40B4-BE49-F238E27FC236}">
                  <a16:creationId xmlns:a16="http://schemas.microsoft.com/office/drawing/2014/main" id="{55E34BBA-407E-4E90-990F-3F65DF9CA3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8" y="3963"/>
              <a:ext cx="21" cy="16"/>
            </a:xfrm>
            <a:custGeom>
              <a:avLst/>
              <a:gdLst>
                <a:gd name="T0" fmla="*/ 0 w 13"/>
                <a:gd name="T1" fmla="*/ 21 h 10"/>
                <a:gd name="T2" fmla="*/ 39 w 13"/>
                <a:gd name="T3" fmla="*/ 13 h 10"/>
                <a:gd name="T4" fmla="*/ 5 w 13"/>
                <a:gd name="T5" fmla="*/ 42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0">
                  <a:moveTo>
                    <a:pt x="0" y="5"/>
                  </a:moveTo>
                  <a:cubicBezTo>
                    <a:pt x="3" y="3"/>
                    <a:pt x="6" y="0"/>
                    <a:pt x="9" y="3"/>
                  </a:cubicBezTo>
                  <a:cubicBezTo>
                    <a:pt x="13" y="7"/>
                    <a:pt x="4" y="9"/>
                    <a:pt x="1" y="10"/>
                  </a:cubicBezTo>
                </a:path>
              </a:pathLst>
            </a:custGeom>
            <a:noFill/>
            <a:ln w="4763" cap="flat">
              <a:solidFill>
                <a:srgbClr val="7533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332" name="Freeform 448">
              <a:extLst>
                <a:ext uri="{FF2B5EF4-FFF2-40B4-BE49-F238E27FC236}">
                  <a16:creationId xmlns:a16="http://schemas.microsoft.com/office/drawing/2014/main" id="{A2AF6D55-85E9-49BD-8B99-71D2EFC5B8A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0" y="3960"/>
              <a:ext cx="13" cy="6"/>
            </a:xfrm>
            <a:custGeom>
              <a:avLst/>
              <a:gdLst>
                <a:gd name="T0" fmla="*/ 34 w 8"/>
                <a:gd name="T1" fmla="*/ 0 h 4"/>
                <a:gd name="T2" fmla="*/ 0 w 8"/>
                <a:gd name="T3" fmla="*/ 14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4">
                  <a:moveTo>
                    <a:pt x="8" y="0"/>
                  </a:moveTo>
                  <a:cubicBezTo>
                    <a:pt x="5" y="1"/>
                    <a:pt x="2" y="2"/>
                    <a:pt x="0" y="4"/>
                  </a:cubicBezTo>
                </a:path>
              </a:pathLst>
            </a:custGeom>
            <a:noFill/>
            <a:ln w="4763" cap="flat">
              <a:solidFill>
                <a:srgbClr val="7533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333" name="Freeform 449">
              <a:extLst>
                <a:ext uri="{FF2B5EF4-FFF2-40B4-BE49-F238E27FC236}">
                  <a16:creationId xmlns:a16="http://schemas.microsoft.com/office/drawing/2014/main" id="{A57DD088-9A98-4D91-B66A-03088C302F0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6" y="3952"/>
              <a:ext cx="13" cy="6"/>
            </a:xfrm>
            <a:custGeom>
              <a:avLst/>
              <a:gdLst>
                <a:gd name="T0" fmla="*/ 34 w 8"/>
                <a:gd name="T1" fmla="*/ 0 h 4"/>
                <a:gd name="T2" fmla="*/ 0 w 8"/>
                <a:gd name="T3" fmla="*/ 14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4">
                  <a:moveTo>
                    <a:pt x="8" y="0"/>
                  </a:moveTo>
                  <a:cubicBezTo>
                    <a:pt x="6" y="1"/>
                    <a:pt x="2" y="2"/>
                    <a:pt x="0" y="4"/>
                  </a:cubicBezTo>
                </a:path>
              </a:pathLst>
            </a:custGeom>
            <a:noFill/>
            <a:ln w="4763" cap="flat">
              <a:solidFill>
                <a:srgbClr val="7533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334" name="Freeform 450">
              <a:extLst>
                <a:ext uri="{FF2B5EF4-FFF2-40B4-BE49-F238E27FC236}">
                  <a16:creationId xmlns:a16="http://schemas.microsoft.com/office/drawing/2014/main" id="{295BCCB2-2D91-417C-9D0A-5EBED3A220A8}"/>
                </a:ext>
              </a:extLst>
            </p:cNvPr>
            <p:cNvSpPr>
              <a:spLocks/>
            </p:cNvSpPr>
            <p:nvPr/>
          </p:nvSpPr>
          <p:spPr bwMode="auto">
            <a:xfrm>
              <a:off x="897" y="1018"/>
              <a:ext cx="89" cy="45"/>
            </a:xfrm>
            <a:custGeom>
              <a:avLst/>
              <a:gdLst>
                <a:gd name="T0" fmla="*/ 186 w 55"/>
                <a:gd name="T1" fmla="*/ 0 h 28"/>
                <a:gd name="T2" fmla="*/ 212 w 55"/>
                <a:gd name="T3" fmla="*/ 80 h 28"/>
                <a:gd name="T4" fmla="*/ 178 w 55"/>
                <a:gd name="T5" fmla="*/ 82 h 28"/>
                <a:gd name="T6" fmla="*/ 128 w 55"/>
                <a:gd name="T7" fmla="*/ 111 h 28"/>
                <a:gd name="T8" fmla="*/ 105 w 55"/>
                <a:gd name="T9" fmla="*/ 111 h 28"/>
                <a:gd name="T10" fmla="*/ 60 w 55"/>
                <a:gd name="T11" fmla="*/ 82 h 28"/>
                <a:gd name="T12" fmla="*/ 21 w 55"/>
                <a:gd name="T13" fmla="*/ 80 h 28"/>
                <a:gd name="T14" fmla="*/ 50 w 55"/>
                <a:gd name="T15" fmla="*/ 0 h 28"/>
                <a:gd name="T16" fmla="*/ 26 w 55"/>
                <a:gd name="T17" fmla="*/ 42 h 28"/>
                <a:gd name="T18" fmla="*/ 47 w 55"/>
                <a:gd name="T19" fmla="*/ 80 h 28"/>
                <a:gd name="T20" fmla="*/ 81 w 55"/>
                <a:gd name="T21" fmla="*/ 90 h 28"/>
                <a:gd name="T22" fmla="*/ 170 w 55"/>
                <a:gd name="T23" fmla="*/ 82 h 28"/>
                <a:gd name="T24" fmla="*/ 191 w 55"/>
                <a:gd name="T25" fmla="*/ 82 h 28"/>
                <a:gd name="T26" fmla="*/ 217 w 55"/>
                <a:gd name="T27" fmla="*/ 63 h 28"/>
                <a:gd name="T28" fmla="*/ 186 w 55"/>
                <a:gd name="T29" fmla="*/ 0 h 2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55" h="28">
                  <a:moveTo>
                    <a:pt x="44" y="0"/>
                  </a:moveTo>
                  <a:cubicBezTo>
                    <a:pt x="47" y="5"/>
                    <a:pt x="55" y="12"/>
                    <a:pt x="50" y="19"/>
                  </a:cubicBezTo>
                  <a:cubicBezTo>
                    <a:pt x="47" y="24"/>
                    <a:pt x="45" y="19"/>
                    <a:pt x="42" y="20"/>
                  </a:cubicBezTo>
                  <a:cubicBezTo>
                    <a:pt x="39" y="21"/>
                    <a:pt x="36" y="25"/>
                    <a:pt x="30" y="27"/>
                  </a:cubicBezTo>
                  <a:cubicBezTo>
                    <a:pt x="27" y="27"/>
                    <a:pt x="27" y="27"/>
                    <a:pt x="25" y="27"/>
                  </a:cubicBezTo>
                  <a:cubicBezTo>
                    <a:pt x="19" y="25"/>
                    <a:pt x="16" y="21"/>
                    <a:pt x="14" y="20"/>
                  </a:cubicBezTo>
                  <a:cubicBezTo>
                    <a:pt x="11" y="19"/>
                    <a:pt x="8" y="23"/>
                    <a:pt x="5" y="19"/>
                  </a:cubicBezTo>
                  <a:cubicBezTo>
                    <a:pt x="0" y="11"/>
                    <a:pt x="10" y="5"/>
                    <a:pt x="12" y="0"/>
                  </a:cubicBezTo>
                  <a:cubicBezTo>
                    <a:pt x="12" y="0"/>
                    <a:pt x="10" y="4"/>
                    <a:pt x="6" y="10"/>
                  </a:cubicBezTo>
                  <a:cubicBezTo>
                    <a:pt x="2" y="18"/>
                    <a:pt x="8" y="21"/>
                    <a:pt x="11" y="19"/>
                  </a:cubicBezTo>
                  <a:cubicBezTo>
                    <a:pt x="14" y="18"/>
                    <a:pt x="14" y="18"/>
                    <a:pt x="19" y="22"/>
                  </a:cubicBezTo>
                  <a:cubicBezTo>
                    <a:pt x="23" y="27"/>
                    <a:pt x="30" y="28"/>
                    <a:pt x="40" y="20"/>
                  </a:cubicBezTo>
                  <a:cubicBezTo>
                    <a:pt x="43" y="18"/>
                    <a:pt x="44" y="19"/>
                    <a:pt x="45" y="20"/>
                  </a:cubicBezTo>
                  <a:cubicBezTo>
                    <a:pt x="47" y="20"/>
                    <a:pt x="50" y="21"/>
                    <a:pt x="51" y="15"/>
                  </a:cubicBezTo>
                  <a:cubicBezTo>
                    <a:pt x="52" y="8"/>
                    <a:pt x="46" y="7"/>
                    <a:pt x="4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335" name="Freeform 451">
              <a:extLst>
                <a:ext uri="{FF2B5EF4-FFF2-40B4-BE49-F238E27FC236}">
                  <a16:creationId xmlns:a16="http://schemas.microsoft.com/office/drawing/2014/main" id="{A1C8257A-8CAB-4F57-A36B-94FBEC2468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" y="3998"/>
              <a:ext cx="18" cy="16"/>
            </a:xfrm>
            <a:custGeom>
              <a:avLst/>
              <a:gdLst>
                <a:gd name="T0" fmla="*/ 8 w 11"/>
                <a:gd name="T1" fmla="*/ 35 h 10"/>
                <a:gd name="T2" fmla="*/ 5 w 11"/>
                <a:gd name="T3" fmla="*/ 8 h 10"/>
                <a:gd name="T4" fmla="*/ 29 w 11"/>
                <a:gd name="T5" fmla="*/ 5 h 10"/>
                <a:gd name="T6" fmla="*/ 47 w 11"/>
                <a:gd name="T7" fmla="*/ 34 h 10"/>
                <a:gd name="T8" fmla="*/ 13 w 11"/>
                <a:gd name="T9" fmla="*/ 42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0">
                  <a:moveTo>
                    <a:pt x="2" y="9"/>
                  </a:moveTo>
                  <a:cubicBezTo>
                    <a:pt x="0" y="8"/>
                    <a:pt x="0" y="3"/>
                    <a:pt x="1" y="2"/>
                  </a:cubicBezTo>
                  <a:cubicBezTo>
                    <a:pt x="3" y="0"/>
                    <a:pt x="5" y="0"/>
                    <a:pt x="7" y="1"/>
                  </a:cubicBezTo>
                  <a:cubicBezTo>
                    <a:pt x="9" y="2"/>
                    <a:pt x="11" y="6"/>
                    <a:pt x="11" y="8"/>
                  </a:cubicBezTo>
                  <a:cubicBezTo>
                    <a:pt x="8" y="8"/>
                    <a:pt x="6" y="8"/>
                    <a:pt x="3" y="1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336" name="Freeform 452">
              <a:extLst>
                <a:ext uri="{FF2B5EF4-FFF2-40B4-BE49-F238E27FC236}">
                  <a16:creationId xmlns:a16="http://schemas.microsoft.com/office/drawing/2014/main" id="{0083E143-11FC-47A8-AF38-03105B4A3DAA}"/>
                </a:ext>
              </a:extLst>
            </p:cNvPr>
            <p:cNvSpPr>
              <a:spLocks/>
            </p:cNvSpPr>
            <p:nvPr/>
          </p:nvSpPr>
          <p:spPr bwMode="auto">
            <a:xfrm>
              <a:off x="778" y="3997"/>
              <a:ext cx="15" cy="17"/>
            </a:xfrm>
            <a:custGeom>
              <a:avLst/>
              <a:gdLst>
                <a:gd name="T0" fmla="*/ 0 w 9"/>
                <a:gd name="T1" fmla="*/ 29 h 11"/>
                <a:gd name="T2" fmla="*/ 33 w 9"/>
                <a:gd name="T3" fmla="*/ 12 h 11"/>
                <a:gd name="T4" fmla="*/ 42 w 9"/>
                <a:gd name="T5" fmla="*/ 26 h 11"/>
                <a:gd name="T6" fmla="*/ 42 w 9"/>
                <a:gd name="T7" fmla="*/ 40 h 11"/>
                <a:gd name="T8" fmla="*/ 0 w 9"/>
                <a:gd name="T9" fmla="*/ 34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11">
                  <a:moveTo>
                    <a:pt x="0" y="8"/>
                  </a:moveTo>
                  <a:cubicBezTo>
                    <a:pt x="0" y="6"/>
                    <a:pt x="4" y="0"/>
                    <a:pt x="7" y="3"/>
                  </a:cubicBezTo>
                  <a:cubicBezTo>
                    <a:pt x="8" y="3"/>
                    <a:pt x="9" y="5"/>
                    <a:pt x="9" y="7"/>
                  </a:cubicBezTo>
                  <a:cubicBezTo>
                    <a:pt x="9" y="8"/>
                    <a:pt x="9" y="10"/>
                    <a:pt x="9" y="11"/>
                  </a:cubicBezTo>
                  <a:cubicBezTo>
                    <a:pt x="6" y="10"/>
                    <a:pt x="3" y="7"/>
                    <a:pt x="0" y="9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337" name="Freeform 453">
              <a:extLst>
                <a:ext uri="{FF2B5EF4-FFF2-40B4-BE49-F238E27FC236}">
                  <a16:creationId xmlns:a16="http://schemas.microsoft.com/office/drawing/2014/main" id="{BAFE3C55-5D85-4BBD-ACC6-54571A85D070}"/>
                </a:ext>
              </a:extLst>
            </p:cNvPr>
            <p:cNvSpPr>
              <a:spLocks/>
            </p:cNvSpPr>
            <p:nvPr/>
          </p:nvSpPr>
          <p:spPr bwMode="auto">
            <a:xfrm>
              <a:off x="893" y="1077"/>
              <a:ext cx="96" cy="62"/>
            </a:xfrm>
            <a:custGeom>
              <a:avLst/>
              <a:gdLst>
                <a:gd name="T0" fmla="*/ 0 w 59"/>
                <a:gd name="T1" fmla="*/ 64 h 38"/>
                <a:gd name="T2" fmla="*/ 54 w 59"/>
                <a:gd name="T3" fmla="*/ 26 h 38"/>
                <a:gd name="T4" fmla="*/ 117 w 59"/>
                <a:gd name="T5" fmla="*/ 13 h 38"/>
                <a:gd name="T6" fmla="*/ 130 w 59"/>
                <a:gd name="T7" fmla="*/ 21 h 38"/>
                <a:gd name="T8" fmla="*/ 143 w 59"/>
                <a:gd name="T9" fmla="*/ 8 h 38"/>
                <a:gd name="T10" fmla="*/ 185 w 59"/>
                <a:gd name="T11" fmla="*/ 8 h 38"/>
                <a:gd name="T12" fmla="*/ 254 w 59"/>
                <a:gd name="T13" fmla="*/ 64 h 38"/>
                <a:gd name="T14" fmla="*/ 215 w 59"/>
                <a:gd name="T15" fmla="*/ 113 h 38"/>
                <a:gd name="T16" fmla="*/ 132 w 59"/>
                <a:gd name="T17" fmla="*/ 160 h 38"/>
                <a:gd name="T18" fmla="*/ 63 w 59"/>
                <a:gd name="T19" fmla="*/ 139 h 38"/>
                <a:gd name="T20" fmla="*/ 0 w 59"/>
                <a:gd name="T21" fmla="*/ 64 h 3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9" h="38">
                  <a:moveTo>
                    <a:pt x="0" y="15"/>
                  </a:moveTo>
                  <a:cubicBezTo>
                    <a:pt x="0" y="15"/>
                    <a:pt x="8" y="9"/>
                    <a:pt x="12" y="6"/>
                  </a:cubicBezTo>
                  <a:cubicBezTo>
                    <a:pt x="16" y="2"/>
                    <a:pt x="23" y="0"/>
                    <a:pt x="27" y="3"/>
                  </a:cubicBezTo>
                  <a:cubicBezTo>
                    <a:pt x="31" y="6"/>
                    <a:pt x="30" y="5"/>
                    <a:pt x="30" y="5"/>
                  </a:cubicBezTo>
                  <a:cubicBezTo>
                    <a:pt x="30" y="5"/>
                    <a:pt x="30" y="3"/>
                    <a:pt x="33" y="2"/>
                  </a:cubicBezTo>
                  <a:cubicBezTo>
                    <a:pt x="36" y="1"/>
                    <a:pt x="41" y="1"/>
                    <a:pt x="43" y="2"/>
                  </a:cubicBezTo>
                  <a:cubicBezTo>
                    <a:pt x="45" y="4"/>
                    <a:pt x="56" y="13"/>
                    <a:pt x="59" y="15"/>
                  </a:cubicBezTo>
                  <a:cubicBezTo>
                    <a:pt x="59" y="15"/>
                    <a:pt x="55" y="19"/>
                    <a:pt x="50" y="26"/>
                  </a:cubicBezTo>
                  <a:cubicBezTo>
                    <a:pt x="45" y="34"/>
                    <a:pt x="36" y="36"/>
                    <a:pt x="31" y="37"/>
                  </a:cubicBezTo>
                  <a:cubicBezTo>
                    <a:pt x="26" y="38"/>
                    <a:pt x="18" y="34"/>
                    <a:pt x="15" y="32"/>
                  </a:cubicBezTo>
                  <a:cubicBezTo>
                    <a:pt x="7" y="26"/>
                    <a:pt x="2" y="16"/>
                    <a:pt x="0" y="15"/>
                  </a:cubicBezTo>
                  <a:close/>
                </a:path>
              </a:pathLst>
            </a:custGeom>
            <a:solidFill>
              <a:srgbClr val="A437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338" name="Freeform 454">
              <a:extLst>
                <a:ext uri="{FF2B5EF4-FFF2-40B4-BE49-F238E27FC236}">
                  <a16:creationId xmlns:a16="http://schemas.microsoft.com/office/drawing/2014/main" id="{675626EC-003D-456F-B31C-051E38677026}"/>
                </a:ext>
              </a:extLst>
            </p:cNvPr>
            <p:cNvSpPr>
              <a:spLocks/>
            </p:cNvSpPr>
            <p:nvPr/>
          </p:nvSpPr>
          <p:spPr bwMode="auto">
            <a:xfrm>
              <a:off x="893" y="1069"/>
              <a:ext cx="96" cy="33"/>
            </a:xfrm>
            <a:custGeom>
              <a:avLst/>
              <a:gdLst>
                <a:gd name="T0" fmla="*/ 124 w 59"/>
                <a:gd name="T1" fmla="*/ 54 h 20"/>
                <a:gd name="T2" fmla="*/ 254 w 59"/>
                <a:gd name="T3" fmla="*/ 89 h 20"/>
                <a:gd name="T4" fmla="*/ 225 w 59"/>
                <a:gd name="T5" fmla="*/ 58 h 20"/>
                <a:gd name="T6" fmla="*/ 194 w 59"/>
                <a:gd name="T7" fmla="*/ 35 h 20"/>
                <a:gd name="T8" fmla="*/ 124 w 59"/>
                <a:gd name="T9" fmla="*/ 35 h 20"/>
                <a:gd name="T10" fmla="*/ 124 w 59"/>
                <a:gd name="T11" fmla="*/ 35 h 20"/>
                <a:gd name="T12" fmla="*/ 63 w 59"/>
                <a:gd name="T13" fmla="*/ 35 h 20"/>
                <a:gd name="T14" fmla="*/ 29 w 59"/>
                <a:gd name="T15" fmla="*/ 58 h 20"/>
                <a:gd name="T16" fmla="*/ 0 w 59"/>
                <a:gd name="T17" fmla="*/ 89 h 20"/>
                <a:gd name="T18" fmla="*/ 124 w 59"/>
                <a:gd name="T19" fmla="*/ 54 h 2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9" h="20">
                  <a:moveTo>
                    <a:pt x="29" y="12"/>
                  </a:moveTo>
                  <a:cubicBezTo>
                    <a:pt x="40" y="0"/>
                    <a:pt x="50" y="17"/>
                    <a:pt x="59" y="20"/>
                  </a:cubicBezTo>
                  <a:cubicBezTo>
                    <a:pt x="57" y="17"/>
                    <a:pt x="54" y="16"/>
                    <a:pt x="52" y="13"/>
                  </a:cubicBezTo>
                  <a:cubicBezTo>
                    <a:pt x="50" y="11"/>
                    <a:pt x="47" y="10"/>
                    <a:pt x="45" y="8"/>
                  </a:cubicBezTo>
                  <a:cubicBezTo>
                    <a:pt x="39" y="4"/>
                    <a:pt x="35" y="4"/>
                    <a:pt x="29" y="8"/>
                  </a:cubicBezTo>
                  <a:cubicBezTo>
                    <a:pt x="29" y="8"/>
                    <a:pt x="29" y="8"/>
                    <a:pt x="29" y="8"/>
                  </a:cubicBezTo>
                  <a:cubicBezTo>
                    <a:pt x="24" y="4"/>
                    <a:pt x="21" y="4"/>
                    <a:pt x="15" y="8"/>
                  </a:cubicBezTo>
                  <a:cubicBezTo>
                    <a:pt x="12" y="10"/>
                    <a:pt x="9" y="11"/>
                    <a:pt x="7" y="13"/>
                  </a:cubicBezTo>
                  <a:cubicBezTo>
                    <a:pt x="5" y="16"/>
                    <a:pt x="2" y="17"/>
                    <a:pt x="0" y="20"/>
                  </a:cubicBezTo>
                  <a:cubicBezTo>
                    <a:pt x="9" y="17"/>
                    <a:pt x="19" y="0"/>
                    <a:pt x="29" y="1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339" name="Freeform 455">
              <a:extLst>
                <a:ext uri="{FF2B5EF4-FFF2-40B4-BE49-F238E27FC236}">
                  <a16:creationId xmlns:a16="http://schemas.microsoft.com/office/drawing/2014/main" id="{111DB236-B7F2-4C5D-B7C1-ADACC3722B37}"/>
                </a:ext>
              </a:extLst>
            </p:cNvPr>
            <p:cNvSpPr>
              <a:spLocks/>
            </p:cNvSpPr>
            <p:nvPr/>
          </p:nvSpPr>
          <p:spPr bwMode="auto">
            <a:xfrm>
              <a:off x="900" y="1111"/>
              <a:ext cx="79" cy="63"/>
            </a:xfrm>
            <a:custGeom>
              <a:avLst/>
              <a:gdLst>
                <a:gd name="T0" fmla="*/ 0 w 49"/>
                <a:gd name="T1" fmla="*/ 0 h 39"/>
                <a:gd name="T2" fmla="*/ 205 w 49"/>
                <a:gd name="T3" fmla="*/ 0 h 39"/>
                <a:gd name="T4" fmla="*/ 0 w 49"/>
                <a:gd name="T5" fmla="*/ 0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9" h="39">
                  <a:moveTo>
                    <a:pt x="0" y="0"/>
                  </a:moveTo>
                  <a:cubicBezTo>
                    <a:pt x="0" y="0"/>
                    <a:pt x="26" y="33"/>
                    <a:pt x="49" y="0"/>
                  </a:cubicBezTo>
                  <a:cubicBezTo>
                    <a:pt x="49" y="0"/>
                    <a:pt x="29" y="39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340" name="Freeform 456">
              <a:extLst>
                <a:ext uri="{FF2B5EF4-FFF2-40B4-BE49-F238E27FC236}">
                  <a16:creationId xmlns:a16="http://schemas.microsoft.com/office/drawing/2014/main" id="{14229B92-0972-4CBF-8615-4545F3794A8C}"/>
                </a:ext>
              </a:extLst>
            </p:cNvPr>
            <p:cNvSpPr>
              <a:spLocks/>
            </p:cNvSpPr>
            <p:nvPr/>
          </p:nvSpPr>
          <p:spPr bwMode="auto">
            <a:xfrm>
              <a:off x="901" y="1103"/>
              <a:ext cx="78" cy="15"/>
            </a:xfrm>
            <a:custGeom>
              <a:avLst/>
              <a:gdLst>
                <a:gd name="T0" fmla="*/ 0 w 48"/>
                <a:gd name="T1" fmla="*/ 0 h 9"/>
                <a:gd name="T2" fmla="*/ 206 w 48"/>
                <a:gd name="T3" fmla="*/ 0 h 9"/>
                <a:gd name="T4" fmla="*/ 0 w 48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9">
                  <a:moveTo>
                    <a:pt x="0" y="0"/>
                  </a:moveTo>
                  <a:cubicBezTo>
                    <a:pt x="0" y="0"/>
                    <a:pt x="27" y="7"/>
                    <a:pt x="48" y="0"/>
                  </a:cubicBezTo>
                  <a:cubicBezTo>
                    <a:pt x="48" y="0"/>
                    <a:pt x="32" y="9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341" name="Freeform 457">
              <a:extLst>
                <a:ext uri="{FF2B5EF4-FFF2-40B4-BE49-F238E27FC236}">
                  <a16:creationId xmlns:a16="http://schemas.microsoft.com/office/drawing/2014/main" id="{FC07D88A-791A-4E00-A36B-129BB4A95524}"/>
                </a:ext>
              </a:extLst>
            </p:cNvPr>
            <p:cNvSpPr>
              <a:spLocks/>
            </p:cNvSpPr>
            <p:nvPr/>
          </p:nvSpPr>
          <p:spPr bwMode="auto">
            <a:xfrm>
              <a:off x="807" y="781"/>
              <a:ext cx="182" cy="106"/>
            </a:xfrm>
            <a:custGeom>
              <a:avLst/>
              <a:gdLst>
                <a:gd name="T0" fmla="*/ 481 w 112"/>
                <a:gd name="T1" fmla="*/ 50 h 66"/>
                <a:gd name="T2" fmla="*/ 452 w 112"/>
                <a:gd name="T3" fmla="*/ 47 h 66"/>
                <a:gd name="T4" fmla="*/ 431 w 112"/>
                <a:gd name="T5" fmla="*/ 55 h 66"/>
                <a:gd name="T6" fmla="*/ 406 w 112"/>
                <a:gd name="T7" fmla="*/ 50 h 66"/>
                <a:gd name="T8" fmla="*/ 377 w 112"/>
                <a:gd name="T9" fmla="*/ 56 h 66"/>
                <a:gd name="T10" fmla="*/ 349 w 112"/>
                <a:gd name="T11" fmla="*/ 67 h 66"/>
                <a:gd name="T12" fmla="*/ 322 w 112"/>
                <a:gd name="T13" fmla="*/ 67 h 66"/>
                <a:gd name="T14" fmla="*/ 304 w 112"/>
                <a:gd name="T15" fmla="*/ 69 h 66"/>
                <a:gd name="T16" fmla="*/ 283 w 112"/>
                <a:gd name="T17" fmla="*/ 69 h 66"/>
                <a:gd name="T18" fmla="*/ 254 w 112"/>
                <a:gd name="T19" fmla="*/ 75 h 66"/>
                <a:gd name="T20" fmla="*/ 232 w 112"/>
                <a:gd name="T21" fmla="*/ 82 h 66"/>
                <a:gd name="T22" fmla="*/ 198 w 112"/>
                <a:gd name="T23" fmla="*/ 95 h 66"/>
                <a:gd name="T24" fmla="*/ 164 w 112"/>
                <a:gd name="T25" fmla="*/ 116 h 66"/>
                <a:gd name="T26" fmla="*/ 124 w 112"/>
                <a:gd name="T27" fmla="*/ 132 h 66"/>
                <a:gd name="T28" fmla="*/ 109 w 112"/>
                <a:gd name="T29" fmla="*/ 141 h 66"/>
                <a:gd name="T30" fmla="*/ 109 w 112"/>
                <a:gd name="T31" fmla="*/ 153 h 66"/>
                <a:gd name="T32" fmla="*/ 89 w 112"/>
                <a:gd name="T33" fmla="*/ 165 h 66"/>
                <a:gd name="T34" fmla="*/ 89 w 112"/>
                <a:gd name="T35" fmla="*/ 173 h 66"/>
                <a:gd name="T36" fmla="*/ 63 w 112"/>
                <a:gd name="T37" fmla="*/ 199 h 66"/>
                <a:gd name="T38" fmla="*/ 54 w 112"/>
                <a:gd name="T39" fmla="*/ 226 h 66"/>
                <a:gd name="T40" fmla="*/ 29 w 112"/>
                <a:gd name="T41" fmla="*/ 273 h 66"/>
                <a:gd name="T42" fmla="*/ 26 w 112"/>
                <a:gd name="T43" fmla="*/ 183 h 66"/>
                <a:gd name="T44" fmla="*/ 138 w 112"/>
                <a:gd name="T45" fmla="*/ 56 h 66"/>
                <a:gd name="T46" fmla="*/ 328 w 112"/>
                <a:gd name="T47" fmla="*/ 8 h 66"/>
                <a:gd name="T48" fmla="*/ 418 w 112"/>
                <a:gd name="T49" fmla="*/ 21 h 6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12" h="66">
                  <a:moveTo>
                    <a:pt x="112" y="12"/>
                  </a:moveTo>
                  <a:cubicBezTo>
                    <a:pt x="109" y="13"/>
                    <a:pt x="107" y="11"/>
                    <a:pt x="105" y="11"/>
                  </a:cubicBezTo>
                  <a:cubicBezTo>
                    <a:pt x="103" y="11"/>
                    <a:pt x="102" y="13"/>
                    <a:pt x="100" y="13"/>
                  </a:cubicBezTo>
                  <a:cubicBezTo>
                    <a:pt x="99" y="13"/>
                    <a:pt x="97" y="12"/>
                    <a:pt x="95" y="12"/>
                  </a:cubicBezTo>
                  <a:cubicBezTo>
                    <a:pt x="93" y="12"/>
                    <a:pt x="90" y="13"/>
                    <a:pt x="88" y="14"/>
                  </a:cubicBezTo>
                  <a:cubicBezTo>
                    <a:pt x="88" y="18"/>
                    <a:pt x="84" y="18"/>
                    <a:pt x="81" y="16"/>
                  </a:cubicBezTo>
                  <a:cubicBezTo>
                    <a:pt x="78" y="18"/>
                    <a:pt x="78" y="17"/>
                    <a:pt x="75" y="16"/>
                  </a:cubicBezTo>
                  <a:cubicBezTo>
                    <a:pt x="74" y="16"/>
                    <a:pt x="72" y="17"/>
                    <a:pt x="71" y="17"/>
                  </a:cubicBezTo>
                  <a:cubicBezTo>
                    <a:pt x="69" y="19"/>
                    <a:pt x="67" y="19"/>
                    <a:pt x="66" y="17"/>
                  </a:cubicBezTo>
                  <a:cubicBezTo>
                    <a:pt x="65" y="19"/>
                    <a:pt x="61" y="19"/>
                    <a:pt x="59" y="18"/>
                  </a:cubicBezTo>
                  <a:cubicBezTo>
                    <a:pt x="58" y="20"/>
                    <a:pt x="56" y="22"/>
                    <a:pt x="54" y="20"/>
                  </a:cubicBezTo>
                  <a:cubicBezTo>
                    <a:pt x="51" y="23"/>
                    <a:pt x="49" y="22"/>
                    <a:pt x="46" y="23"/>
                  </a:cubicBezTo>
                  <a:cubicBezTo>
                    <a:pt x="43" y="24"/>
                    <a:pt x="40" y="26"/>
                    <a:pt x="38" y="28"/>
                  </a:cubicBezTo>
                  <a:cubicBezTo>
                    <a:pt x="35" y="29"/>
                    <a:pt x="32" y="31"/>
                    <a:pt x="29" y="32"/>
                  </a:cubicBezTo>
                  <a:cubicBezTo>
                    <a:pt x="28" y="33"/>
                    <a:pt x="27" y="33"/>
                    <a:pt x="25" y="34"/>
                  </a:cubicBezTo>
                  <a:cubicBezTo>
                    <a:pt x="25" y="35"/>
                    <a:pt x="25" y="37"/>
                    <a:pt x="25" y="37"/>
                  </a:cubicBezTo>
                  <a:cubicBezTo>
                    <a:pt x="24" y="38"/>
                    <a:pt x="22" y="39"/>
                    <a:pt x="21" y="40"/>
                  </a:cubicBezTo>
                  <a:cubicBezTo>
                    <a:pt x="20" y="41"/>
                    <a:pt x="21" y="42"/>
                    <a:pt x="21" y="42"/>
                  </a:cubicBezTo>
                  <a:cubicBezTo>
                    <a:pt x="19" y="45"/>
                    <a:pt x="16" y="46"/>
                    <a:pt x="15" y="48"/>
                  </a:cubicBezTo>
                  <a:cubicBezTo>
                    <a:pt x="14" y="50"/>
                    <a:pt x="14" y="53"/>
                    <a:pt x="12" y="55"/>
                  </a:cubicBezTo>
                  <a:cubicBezTo>
                    <a:pt x="11" y="59"/>
                    <a:pt x="9" y="63"/>
                    <a:pt x="7" y="66"/>
                  </a:cubicBezTo>
                  <a:cubicBezTo>
                    <a:pt x="0" y="64"/>
                    <a:pt x="4" y="49"/>
                    <a:pt x="6" y="44"/>
                  </a:cubicBezTo>
                  <a:cubicBezTo>
                    <a:pt x="11" y="31"/>
                    <a:pt x="19" y="22"/>
                    <a:pt x="32" y="14"/>
                  </a:cubicBezTo>
                  <a:cubicBezTo>
                    <a:pt x="44" y="6"/>
                    <a:pt x="61" y="0"/>
                    <a:pt x="76" y="2"/>
                  </a:cubicBezTo>
                  <a:cubicBezTo>
                    <a:pt x="83" y="4"/>
                    <a:pt x="91" y="2"/>
                    <a:pt x="97" y="5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342" name="Freeform 458">
              <a:extLst>
                <a:ext uri="{FF2B5EF4-FFF2-40B4-BE49-F238E27FC236}">
                  <a16:creationId xmlns:a16="http://schemas.microsoft.com/office/drawing/2014/main" id="{D7E87A64-C4F8-4EE1-85BD-1B8FE6D20A43}"/>
                </a:ext>
              </a:extLst>
            </p:cNvPr>
            <p:cNvSpPr>
              <a:spLocks/>
            </p:cNvSpPr>
            <p:nvPr/>
          </p:nvSpPr>
          <p:spPr bwMode="auto">
            <a:xfrm>
              <a:off x="961" y="789"/>
              <a:ext cx="119" cy="115"/>
            </a:xfrm>
            <a:custGeom>
              <a:avLst/>
              <a:gdLst>
                <a:gd name="T0" fmla="*/ 0 w 73"/>
                <a:gd name="T1" fmla="*/ 16 h 71"/>
                <a:gd name="T2" fmla="*/ 39 w 73"/>
                <a:gd name="T3" fmla="*/ 47 h 71"/>
                <a:gd name="T4" fmla="*/ 68 w 73"/>
                <a:gd name="T5" fmla="*/ 42 h 71"/>
                <a:gd name="T6" fmla="*/ 77 w 73"/>
                <a:gd name="T7" fmla="*/ 60 h 71"/>
                <a:gd name="T8" fmla="*/ 109 w 73"/>
                <a:gd name="T9" fmla="*/ 68 h 71"/>
                <a:gd name="T10" fmla="*/ 130 w 73"/>
                <a:gd name="T11" fmla="*/ 76 h 71"/>
                <a:gd name="T12" fmla="*/ 147 w 73"/>
                <a:gd name="T13" fmla="*/ 89 h 71"/>
                <a:gd name="T14" fmla="*/ 143 w 73"/>
                <a:gd name="T15" fmla="*/ 97 h 71"/>
                <a:gd name="T16" fmla="*/ 160 w 73"/>
                <a:gd name="T17" fmla="*/ 102 h 71"/>
                <a:gd name="T18" fmla="*/ 181 w 73"/>
                <a:gd name="T19" fmla="*/ 118 h 71"/>
                <a:gd name="T20" fmla="*/ 194 w 73"/>
                <a:gd name="T21" fmla="*/ 139 h 71"/>
                <a:gd name="T22" fmla="*/ 191 w 73"/>
                <a:gd name="T23" fmla="*/ 149 h 71"/>
                <a:gd name="T24" fmla="*/ 207 w 73"/>
                <a:gd name="T25" fmla="*/ 149 h 71"/>
                <a:gd name="T26" fmla="*/ 218 w 73"/>
                <a:gd name="T27" fmla="*/ 165 h 71"/>
                <a:gd name="T28" fmla="*/ 218 w 73"/>
                <a:gd name="T29" fmla="*/ 186 h 71"/>
                <a:gd name="T30" fmla="*/ 227 w 73"/>
                <a:gd name="T31" fmla="*/ 199 h 71"/>
                <a:gd name="T32" fmla="*/ 233 w 73"/>
                <a:gd name="T33" fmla="*/ 212 h 71"/>
                <a:gd name="T34" fmla="*/ 248 w 73"/>
                <a:gd name="T35" fmla="*/ 254 h 71"/>
                <a:gd name="T36" fmla="*/ 269 w 73"/>
                <a:gd name="T37" fmla="*/ 272 h 71"/>
                <a:gd name="T38" fmla="*/ 290 w 73"/>
                <a:gd name="T39" fmla="*/ 301 h 71"/>
                <a:gd name="T40" fmla="*/ 240 w 73"/>
                <a:gd name="T41" fmla="*/ 94 h 71"/>
                <a:gd name="T42" fmla="*/ 152 w 73"/>
                <a:gd name="T43" fmla="*/ 26 h 71"/>
                <a:gd name="T44" fmla="*/ 117 w 73"/>
                <a:gd name="T45" fmla="*/ 5 h 71"/>
                <a:gd name="T46" fmla="*/ 88 w 73"/>
                <a:gd name="T47" fmla="*/ 0 h 71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73" h="71">
                  <a:moveTo>
                    <a:pt x="0" y="4"/>
                  </a:moveTo>
                  <a:cubicBezTo>
                    <a:pt x="2" y="8"/>
                    <a:pt x="5" y="11"/>
                    <a:pt x="9" y="11"/>
                  </a:cubicBezTo>
                  <a:cubicBezTo>
                    <a:pt x="11" y="11"/>
                    <a:pt x="14" y="10"/>
                    <a:pt x="16" y="10"/>
                  </a:cubicBezTo>
                  <a:cubicBezTo>
                    <a:pt x="17" y="11"/>
                    <a:pt x="17" y="13"/>
                    <a:pt x="18" y="14"/>
                  </a:cubicBezTo>
                  <a:cubicBezTo>
                    <a:pt x="20" y="16"/>
                    <a:pt x="23" y="16"/>
                    <a:pt x="25" y="16"/>
                  </a:cubicBezTo>
                  <a:cubicBezTo>
                    <a:pt x="27" y="17"/>
                    <a:pt x="27" y="20"/>
                    <a:pt x="30" y="18"/>
                  </a:cubicBezTo>
                  <a:cubicBezTo>
                    <a:pt x="30" y="20"/>
                    <a:pt x="32" y="22"/>
                    <a:pt x="34" y="21"/>
                  </a:cubicBezTo>
                  <a:cubicBezTo>
                    <a:pt x="34" y="22"/>
                    <a:pt x="34" y="23"/>
                    <a:pt x="33" y="23"/>
                  </a:cubicBezTo>
                  <a:cubicBezTo>
                    <a:pt x="34" y="23"/>
                    <a:pt x="36" y="24"/>
                    <a:pt x="37" y="24"/>
                  </a:cubicBezTo>
                  <a:cubicBezTo>
                    <a:pt x="36" y="27"/>
                    <a:pt x="39" y="28"/>
                    <a:pt x="42" y="28"/>
                  </a:cubicBezTo>
                  <a:cubicBezTo>
                    <a:pt x="40" y="31"/>
                    <a:pt x="43" y="32"/>
                    <a:pt x="45" y="33"/>
                  </a:cubicBezTo>
                  <a:cubicBezTo>
                    <a:pt x="45" y="33"/>
                    <a:pt x="45" y="35"/>
                    <a:pt x="44" y="35"/>
                  </a:cubicBezTo>
                  <a:cubicBezTo>
                    <a:pt x="45" y="35"/>
                    <a:pt x="47" y="36"/>
                    <a:pt x="48" y="35"/>
                  </a:cubicBezTo>
                  <a:cubicBezTo>
                    <a:pt x="48" y="37"/>
                    <a:pt x="49" y="37"/>
                    <a:pt x="50" y="39"/>
                  </a:cubicBezTo>
                  <a:cubicBezTo>
                    <a:pt x="51" y="41"/>
                    <a:pt x="50" y="42"/>
                    <a:pt x="50" y="44"/>
                  </a:cubicBezTo>
                  <a:cubicBezTo>
                    <a:pt x="50" y="43"/>
                    <a:pt x="52" y="47"/>
                    <a:pt x="52" y="47"/>
                  </a:cubicBezTo>
                  <a:cubicBezTo>
                    <a:pt x="53" y="48"/>
                    <a:pt x="54" y="49"/>
                    <a:pt x="54" y="50"/>
                  </a:cubicBezTo>
                  <a:cubicBezTo>
                    <a:pt x="56" y="53"/>
                    <a:pt x="55" y="57"/>
                    <a:pt x="57" y="60"/>
                  </a:cubicBezTo>
                  <a:cubicBezTo>
                    <a:pt x="57" y="61"/>
                    <a:pt x="61" y="63"/>
                    <a:pt x="62" y="64"/>
                  </a:cubicBezTo>
                  <a:cubicBezTo>
                    <a:pt x="64" y="66"/>
                    <a:pt x="65" y="71"/>
                    <a:pt x="67" y="71"/>
                  </a:cubicBezTo>
                  <a:cubicBezTo>
                    <a:pt x="73" y="54"/>
                    <a:pt x="65" y="36"/>
                    <a:pt x="55" y="22"/>
                  </a:cubicBezTo>
                  <a:cubicBezTo>
                    <a:pt x="50" y="15"/>
                    <a:pt x="43" y="11"/>
                    <a:pt x="35" y="6"/>
                  </a:cubicBezTo>
                  <a:cubicBezTo>
                    <a:pt x="32" y="5"/>
                    <a:pt x="30" y="2"/>
                    <a:pt x="27" y="1"/>
                  </a:cubicBezTo>
                  <a:cubicBezTo>
                    <a:pt x="24" y="1"/>
                    <a:pt x="22" y="1"/>
                    <a:pt x="20" y="0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343" name="Freeform 459">
              <a:extLst>
                <a:ext uri="{FF2B5EF4-FFF2-40B4-BE49-F238E27FC236}">
                  <a16:creationId xmlns:a16="http://schemas.microsoft.com/office/drawing/2014/main" id="{581BCB09-E21B-49A1-A19C-68CAF3156AF7}"/>
                </a:ext>
              </a:extLst>
            </p:cNvPr>
            <p:cNvSpPr>
              <a:spLocks/>
            </p:cNvSpPr>
            <p:nvPr/>
          </p:nvSpPr>
          <p:spPr bwMode="auto">
            <a:xfrm>
              <a:off x="804" y="933"/>
              <a:ext cx="62" cy="186"/>
            </a:xfrm>
            <a:custGeom>
              <a:avLst/>
              <a:gdLst>
                <a:gd name="T0" fmla="*/ 39 w 38"/>
                <a:gd name="T1" fmla="*/ 13 h 116"/>
                <a:gd name="T2" fmla="*/ 29 w 38"/>
                <a:gd name="T3" fmla="*/ 82 h 116"/>
                <a:gd name="T4" fmla="*/ 5 w 38"/>
                <a:gd name="T5" fmla="*/ 152 h 116"/>
                <a:gd name="T6" fmla="*/ 55 w 38"/>
                <a:gd name="T7" fmla="*/ 321 h 116"/>
                <a:gd name="T8" fmla="*/ 96 w 38"/>
                <a:gd name="T9" fmla="*/ 425 h 116"/>
                <a:gd name="T10" fmla="*/ 165 w 38"/>
                <a:gd name="T11" fmla="*/ 478 h 116"/>
                <a:gd name="T12" fmla="*/ 131 w 38"/>
                <a:gd name="T13" fmla="*/ 425 h 116"/>
                <a:gd name="T14" fmla="*/ 109 w 38"/>
                <a:gd name="T15" fmla="*/ 383 h 116"/>
                <a:gd name="T16" fmla="*/ 126 w 38"/>
                <a:gd name="T17" fmla="*/ 350 h 116"/>
                <a:gd name="T18" fmla="*/ 88 w 38"/>
                <a:gd name="T19" fmla="*/ 281 h 116"/>
                <a:gd name="T20" fmla="*/ 34 w 38"/>
                <a:gd name="T21" fmla="*/ 204 h 116"/>
                <a:gd name="T22" fmla="*/ 34 w 38"/>
                <a:gd name="T23" fmla="*/ 120 h 116"/>
                <a:gd name="T24" fmla="*/ 42 w 38"/>
                <a:gd name="T25" fmla="*/ 56 h 116"/>
                <a:gd name="T26" fmla="*/ 34 w 38"/>
                <a:gd name="T27" fmla="*/ 0 h 11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38" h="116">
                  <a:moveTo>
                    <a:pt x="9" y="3"/>
                  </a:moveTo>
                  <a:cubicBezTo>
                    <a:pt x="7" y="7"/>
                    <a:pt x="10" y="15"/>
                    <a:pt x="7" y="20"/>
                  </a:cubicBezTo>
                  <a:cubicBezTo>
                    <a:pt x="4" y="26"/>
                    <a:pt x="2" y="31"/>
                    <a:pt x="1" y="37"/>
                  </a:cubicBezTo>
                  <a:cubicBezTo>
                    <a:pt x="0" y="53"/>
                    <a:pt x="7" y="64"/>
                    <a:pt x="13" y="78"/>
                  </a:cubicBezTo>
                  <a:cubicBezTo>
                    <a:pt x="17" y="86"/>
                    <a:pt x="18" y="95"/>
                    <a:pt x="22" y="103"/>
                  </a:cubicBezTo>
                  <a:cubicBezTo>
                    <a:pt x="25" y="109"/>
                    <a:pt x="34" y="111"/>
                    <a:pt x="38" y="116"/>
                  </a:cubicBezTo>
                  <a:cubicBezTo>
                    <a:pt x="35" y="113"/>
                    <a:pt x="32" y="108"/>
                    <a:pt x="30" y="103"/>
                  </a:cubicBezTo>
                  <a:cubicBezTo>
                    <a:pt x="28" y="100"/>
                    <a:pt x="25" y="96"/>
                    <a:pt x="25" y="93"/>
                  </a:cubicBezTo>
                  <a:cubicBezTo>
                    <a:pt x="25" y="89"/>
                    <a:pt x="28" y="88"/>
                    <a:pt x="29" y="85"/>
                  </a:cubicBezTo>
                  <a:cubicBezTo>
                    <a:pt x="30" y="80"/>
                    <a:pt x="23" y="72"/>
                    <a:pt x="20" y="68"/>
                  </a:cubicBezTo>
                  <a:cubicBezTo>
                    <a:pt x="15" y="62"/>
                    <a:pt x="10" y="57"/>
                    <a:pt x="8" y="49"/>
                  </a:cubicBezTo>
                  <a:cubicBezTo>
                    <a:pt x="6" y="43"/>
                    <a:pt x="6" y="35"/>
                    <a:pt x="8" y="29"/>
                  </a:cubicBezTo>
                  <a:cubicBezTo>
                    <a:pt x="9" y="24"/>
                    <a:pt x="11" y="20"/>
                    <a:pt x="10" y="14"/>
                  </a:cubicBezTo>
                  <a:cubicBezTo>
                    <a:pt x="9" y="10"/>
                    <a:pt x="8" y="5"/>
                    <a:pt x="8" y="0"/>
                  </a:cubicBezTo>
                </a:path>
              </a:pathLst>
            </a:custGeom>
            <a:solidFill>
              <a:srgbClr val="7E39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344" name="Freeform 460">
              <a:extLst>
                <a:ext uri="{FF2B5EF4-FFF2-40B4-BE49-F238E27FC236}">
                  <a16:creationId xmlns:a16="http://schemas.microsoft.com/office/drawing/2014/main" id="{D5368889-7074-4369-9124-0C0ABE504F1C}"/>
                </a:ext>
              </a:extLst>
            </p:cNvPr>
            <p:cNvSpPr>
              <a:spLocks/>
            </p:cNvSpPr>
            <p:nvPr/>
          </p:nvSpPr>
          <p:spPr bwMode="auto">
            <a:xfrm>
              <a:off x="901" y="1137"/>
              <a:ext cx="31" cy="24"/>
            </a:xfrm>
            <a:custGeom>
              <a:avLst/>
              <a:gdLst>
                <a:gd name="T0" fmla="*/ 83 w 19"/>
                <a:gd name="T1" fmla="*/ 16 h 15"/>
                <a:gd name="T2" fmla="*/ 29 w 19"/>
                <a:gd name="T3" fmla="*/ 61 h 15"/>
                <a:gd name="T4" fmla="*/ 83 w 19"/>
                <a:gd name="T5" fmla="*/ 21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5">
                  <a:moveTo>
                    <a:pt x="19" y="4"/>
                  </a:moveTo>
                  <a:cubicBezTo>
                    <a:pt x="12" y="0"/>
                    <a:pt x="0" y="12"/>
                    <a:pt x="7" y="15"/>
                  </a:cubicBezTo>
                  <a:cubicBezTo>
                    <a:pt x="9" y="11"/>
                    <a:pt x="14" y="5"/>
                    <a:pt x="19" y="5"/>
                  </a:cubicBezTo>
                </a:path>
              </a:pathLst>
            </a:custGeom>
            <a:solidFill>
              <a:srgbClr val="7E39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345" name="Freeform 461">
              <a:extLst>
                <a:ext uri="{FF2B5EF4-FFF2-40B4-BE49-F238E27FC236}">
                  <a16:creationId xmlns:a16="http://schemas.microsoft.com/office/drawing/2014/main" id="{9BA9503F-1DAC-4AFC-A883-C82BEDE033A0}"/>
                </a:ext>
              </a:extLst>
            </p:cNvPr>
            <p:cNvSpPr>
              <a:spLocks/>
            </p:cNvSpPr>
            <p:nvPr/>
          </p:nvSpPr>
          <p:spPr bwMode="auto">
            <a:xfrm>
              <a:off x="816" y="834"/>
              <a:ext cx="42" cy="142"/>
            </a:xfrm>
            <a:custGeom>
              <a:avLst/>
              <a:gdLst>
                <a:gd name="T0" fmla="*/ 110 w 26"/>
                <a:gd name="T1" fmla="*/ 0 h 88"/>
                <a:gd name="T2" fmla="*/ 94 w 26"/>
                <a:gd name="T3" fmla="*/ 5 h 88"/>
                <a:gd name="T4" fmla="*/ 89 w 26"/>
                <a:gd name="T5" fmla="*/ 16 h 88"/>
                <a:gd name="T6" fmla="*/ 71 w 26"/>
                <a:gd name="T7" fmla="*/ 39 h 88"/>
                <a:gd name="T8" fmla="*/ 60 w 26"/>
                <a:gd name="T9" fmla="*/ 55 h 88"/>
                <a:gd name="T10" fmla="*/ 42 w 26"/>
                <a:gd name="T11" fmla="*/ 84 h 88"/>
                <a:gd name="T12" fmla="*/ 13 w 26"/>
                <a:gd name="T13" fmla="*/ 178 h 88"/>
                <a:gd name="T14" fmla="*/ 5 w 26"/>
                <a:gd name="T15" fmla="*/ 310 h 88"/>
                <a:gd name="T16" fmla="*/ 8 w 26"/>
                <a:gd name="T17" fmla="*/ 340 h 88"/>
                <a:gd name="T18" fmla="*/ 8 w 26"/>
                <a:gd name="T19" fmla="*/ 336 h 88"/>
                <a:gd name="T20" fmla="*/ 5 w 26"/>
                <a:gd name="T21" fmla="*/ 353 h 88"/>
                <a:gd name="T22" fmla="*/ 5 w 26"/>
                <a:gd name="T23" fmla="*/ 370 h 88"/>
                <a:gd name="T24" fmla="*/ 13 w 26"/>
                <a:gd name="T25" fmla="*/ 344 h 88"/>
                <a:gd name="T26" fmla="*/ 34 w 26"/>
                <a:gd name="T27" fmla="*/ 323 h 88"/>
                <a:gd name="T28" fmla="*/ 26 w 26"/>
                <a:gd name="T29" fmla="*/ 294 h 88"/>
                <a:gd name="T30" fmla="*/ 13 w 26"/>
                <a:gd name="T31" fmla="*/ 247 h 88"/>
                <a:gd name="T32" fmla="*/ 47 w 26"/>
                <a:gd name="T33" fmla="*/ 110 h 88"/>
                <a:gd name="T34" fmla="*/ 63 w 26"/>
                <a:gd name="T35" fmla="*/ 55 h 88"/>
                <a:gd name="T36" fmla="*/ 94 w 26"/>
                <a:gd name="T37" fmla="*/ 21 h 88"/>
                <a:gd name="T38" fmla="*/ 110 w 26"/>
                <a:gd name="T39" fmla="*/ 0 h 88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26" h="88">
                  <a:moveTo>
                    <a:pt x="26" y="0"/>
                  </a:moveTo>
                  <a:cubicBezTo>
                    <a:pt x="24" y="0"/>
                    <a:pt x="23" y="1"/>
                    <a:pt x="22" y="1"/>
                  </a:cubicBezTo>
                  <a:cubicBezTo>
                    <a:pt x="21" y="2"/>
                    <a:pt x="21" y="3"/>
                    <a:pt x="21" y="4"/>
                  </a:cubicBezTo>
                  <a:cubicBezTo>
                    <a:pt x="20" y="5"/>
                    <a:pt x="17" y="7"/>
                    <a:pt x="17" y="9"/>
                  </a:cubicBezTo>
                  <a:cubicBezTo>
                    <a:pt x="19" y="9"/>
                    <a:pt x="15" y="12"/>
                    <a:pt x="14" y="13"/>
                  </a:cubicBezTo>
                  <a:cubicBezTo>
                    <a:pt x="11" y="15"/>
                    <a:pt x="10" y="17"/>
                    <a:pt x="10" y="20"/>
                  </a:cubicBezTo>
                  <a:cubicBezTo>
                    <a:pt x="8" y="28"/>
                    <a:pt x="4" y="35"/>
                    <a:pt x="3" y="42"/>
                  </a:cubicBezTo>
                  <a:cubicBezTo>
                    <a:pt x="0" y="52"/>
                    <a:pt x="0" y="63"/>
                    <a:pt x="1" y="74"/>
                  </a:cubicBezTo>
                  <a:cubicBezTo>
                    <a:pt x="1" y="76"/>
                    <a:pt x="0" y="79"/>
                    <a:pt x="2" y="81"/>
                  </a:cubicBezTo>
                  <a:cubicBezTo>
                    <a:pt x="2" y="81"/>
                    <a:pt x="2" y="80"/>
                    <a:pt x="2" y="80"/>
                  </a:cubicBezTo>
                  <a:cubicBezTo>
                    <a:pt x="3" y="81"/>
                    <a:pt x="2" y="83"/>
                    <a:pt x="1" y="84"/>
                  </a:cubicBezTo>
                  <a:cubicBezTo>
                    <a:pt x="1" y="85"/>
                    <a:pt x="1" y="87"/>
                    <a:pt x="1" y="88"/>
                  </a:cubicBezTo>
                  <a:cubicBezTo>
                    <a:pt x="1" y="86"/>
                    <a:pt x="2" y="84"/>
                    <a:pt x="3" y="82"/>
                  </a:cubicBezTo>
                  <a:cubicBezTo>
                    <a:pt x="4" y="81"/>
                    <a:pt x="7" y="79"/>
                    <a:pt x="8" y="77"/>
                  </a:cubicBezTo>
                  <a:cubicBezTo>
                    <a:pt x="9" y="75"/>
                    <a:pt x="7" y="72"/>
                    <a:pt x="6" y="70"/>
                  </a:cubicBezTo>
                  <a:cubicBezTo>
                    <a:pt x="4" y="66"/>
                    <a:pt x="3" y="63"/>
                    <a:pt x="3" y="59"/>
                  </a:cubicBezTo>
                  <a:cubicBezTo>
                    <a:pt x="4" y="47"/>
                    <a:pt x="9" y="37"/>
                    <a:pt x="11" y="26"/>
                  </a:cubicBezTo>
                  <a:cubicBezTo>
                    <a:pt x="12" y="21"/>
                    <a:pt x="12" y="17"/>
                    <a:pt x="15" y="13"/>
                  </a:cubicBezTo>
                  <a:cubicBezTo>
                    <a:pt x="17" y="11"/>
                    <a:pt x="20" y="8"/>
                    <a:pt x="22" y="5"/>
                  </a:cubicBezTo>
                  <a:cubicBezTo>
                    <a:pt x="23" y="3"/>
                    <a:pt x="24" y="1"/>
                    <a:pt x="26" y="0"/>
                  </a:cubicBezTo>
                </a:path>
              </a:pathLst>
            </a:custGeom>
            <a:solidFill>
              <a:srgbClr val="7E39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346" name="Freeform 462">
              <a:extLst>
                <a:ext uri="{FF2B5EF4-FFF2-40B4-BE49-F238E27FC236}">
                  <a16:creationId xmlns:a16="http://schemas.microsoft.com/office/drawing/2014/main" id="{FA94BB05-3467-4E0A-AB33-D77040F5B1DA}"/>
                </a:ext>
              </a:extLst>
            </p:cNvPr>
            <p:cNvSpPr>
              <a:spLocks/>
            </p:cNvSpPr>
            <p:nvPr/>
          </p:nvSpPr>
          <p:spPr bwMode="auto">
            <a:xfrm>
              <a:off x="918" y="1011"/>
              <a:ext cx="16" cy="44"/>
            </a:xfrm>
            <a:custGeom>
              <a:avLst/>
              <a:gdLst>
                <a:gd name="T0" fmla="*/ 13 w 10"/>
                <a:gd name="T1" fmla="*/ 0 h 27"/>
                <a:gd name="T2" fmla="*/ 0 w 10"/>
                <a:gd name="T3" fmla="*/ 29 h 27"/>
                <a:gd name="T4" fmla="*/ 0 w 10"/>
                <a:gd name="T5" fmla="*/ 64 h 27"/>
                <a:gd name="T6" fmla="*/ 35 w 10"/>
                <a:gd name="T7" fmla="*/ 117 h 27"/>
                <a:gd name="T8" fmla="*/ 29 w 10"/>
                <a:gd name="T9" fmla="*/ 88 h 27"/>
                <a:gd name="T10" fmla="*/ 13 w 10"/>
                <a:gd name="T11" fmla="*/ 54 h 27"/>
                <a:gd name="T12" fmla="*/ 13 w 10"/>
                <a:gd name="T13" fmla="*/ 5 h 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" h="27">
                  <a:moveTo>
                    <a:pt x="3" y="0"/>
                  </a:moveTo>
                  <a:cubicBezTo>
                    <a:pt x="2" y="3"/>
                    <a:pt x="0" y="4"/>
                    <a:pt x="0" y="7"/>
                  </a:cubicBezTo>
                  <a:cubicBezTo>
                    <a:pt x="0" y="10"/>
                    <a:pt x="0" y="13"/>
                    <a:pt x="0" y="15"/>
                  </a:cubicBezTo>
                  <a:cubicBezTo>
                    <a:pt x="2" y="19"/>
                    <a:pt x="5" y="24"/>
                    <a:pt x="9" y="27"/>
                  </a:cubicBezTo>
                  <a:cubicBezTo>
                    <a:pt x="10" y="25"/>
                    <a:pt x="8" y="22"/>
                    <a:pt x="7" y="20"/>
                  </a:cubicBezTo>
                  <a:cubicBezTo>
                    <a:pt x="6" y="17"/>
                    <a:pt x="4" y="15"/>
                    <a:pt x="3" y="12"/>
                  </a:cubicBezTo>
                  <a:cubicBezTo>
                    <a:pt x="1" y="8"/>
                    <a:pt x="2" y="5"/>
                    <a:pt x="3" y="1"/>
                  </a:cubicBezTo>
                </a:path>
              </a:pathLst>
            </a:custGeom>
            <a:solidFill>
              <a:srgbClr val="7E39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347" name="Freeform 463">
              <a:extLst>
                <a:ext uri="{FF2B5EF4-FFF2-40B4-BE49-F238E27FC236}">
                  <a16:creationId xmlns:a16="http://schemas.microsoft.com/office/drawing/2014/main" id="{B2C16C4B-5405-4BB1-A712-119D1FA08DC1}"/>
                </a:ext>
              </a:extLst>
            </p:cNvPr>
            <p:cNvSpPr>
              <a:spLocks/>
            </p:cNvSpPr>
            <p:nvPr/>
          </p:nvSpPr>
          <p:spPr bwMode="auto">
            <a:xfrm>
              <a:off x="997" y="926"/>
              <a:ext cx="80" cy="200"/>
            </a:xfrm>
            <a:custGeom>
              <a:avLst/>
              <a:gdLst>
                <a:gd name="T0" fmla="*/ 8 w 49"/>
                <a:gd name="T1" fmla="*/ 192 h 124"/>
                <a:gd name="T2" fmla="*/ 64 w 49"/>
                <a:gd name="T3" fmla="*/ 198 h 124"/>
                <a:gd name="T4" fmla="*/ 122 w 49"/>
                <a:gd name="T5" fmla="*/ 205 h 124"/>
                <a:gd name="T6" fmla="*/ 139 w 49"/>
                <a:gd name="T7" fmla="*/ 294 h 124"/>
                <a:gd name="T8" fmla="*/ 118 w 49"/>
                <a:gd name="T9" fmla="*/ 344 h 124"/>
                <a:gd name="T10" fmla="*/ 96 w 49"/>
                <a:gd name="T11" fmla="*/ 385 h 124"/>
                <a:gd name="T12" fmla="*/ 83 w 49"/>
                <a:gd name="T13" fmla="*/ 479 h 124"/>
                <a:gd name="T14" fmla="*/ 56 w 49"/>
                <a:gd name="T15" fmla="*/ 521 h 124"/>
                <a:gd name="T16" fmla="*/ 96 w 49"/>
                <a:gd name="T17" fmla="*/ 487 h 124"/>
                <a:gd name="T18" fmla="*/ 122 w 49"/>
                <a:gd name="T19" fmla="*/ 450 h 124"/>
                <a:gd name="T20" fmla="*/ 157 w 49"/>
                <a:gd name="T21" fmla="*/ 352 h 124"/>
                <a:gd name="T22" fmla="*/ 207 w 49"/>
                <a:gd name="T23" fmla="*/ 177 h 124"/>
                <a:gd name="T24" fmla="*/ 184 w 49"/>
                <a:gd name="T25" fmla="*/ 90 h 124"/>
                <a:gd name="T26" fmla="*/ 165 w 49"/>
                <a:gd name="T27" fmla="*/ 0 h 124"/>
                <a:gd name="T28" fmla="*/ 157 w 49"/>
                <a:gd name="T29" fmla="*/ 26 h 124"/>
                <a:gd name="T30" fmla="*/ 144 w 49"/>
                <a:gd name="T31" fmla="*/ 55 h 124"/>
                <a:gd name="T32" fmla="*/ 139 w 49"/>
                <a:gd name="T33" fmla="*/ 89 h 124"/>
                <a:gd name="T34" fmla="*/ 144 w 49"/>
                <a:gd name="T35" fmla="*/ 123 h 124"/>
                <a:gd name="T36" fmla="*/ 77 w 49"/>
                <a:gd name="T37" fmla="*/ 152 h 124"/>
                <a:gd name="T38" fmla="*/ 42 w 49"/>
                <a:gd name="T39" fmla="*/ 152 h 124"/>
                <a:gd name="T40" fmla="*/ 5 w 49"/>
                <a:gd name="T41" fmla="*/ 152 h 124"/>
                <a:gd name="T42" fmla="*/ 0 w 49"/>
                <a:gd name="T43" fmla="*/ 171 h 124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49" h="124">
                  <a:moveTo>
                    <a:pt x="2" y="46"/>
                  </a:moveTo>
                  <a:cubicBezTo>
                    <a:pt x="6" y="47"/>
                    <a:pt x="10" y="47"/>
                    <a:pt x="15" y="47"/>
                  </a:cubicBezTo>
                  <a:cubicBezTo>
                    <a:pt x="19" y="47"/>
                    <a:pt x="25" y="46"/>
                    <a:pt x="28" y="49"/>
                  </a:cubicBezTo>
                  <a:cubicBezTo>
                    <a:pt x="34" y="53"/>
                    <a:pt x="34" y="64"/>
                    <a:pt x="32" y="70"/>
                  </a:cubicBezTo>
                  <a:cubicBezTo>
                    <a:pt x="31" y="75"/>
                    <a:pt x="30" y="79"/>
                    <a:pt x="27" y="82"/>
                  </a:cubicBezTo>
                  <a:cubicBezTo>
                    <a:pt x="25" y="85"/>
                    <a:pt x="23" y="88"/>
                    <a:pt x="22" y="92"/>
                  </a:cubicBezTo>
                  <a:cubicBezTo>
                    <a:pt x="21" y="100"/>
                    <a:pt x="22" y="107"/>
                    <a:pt x="19" y="114"/>
                  </a:cubicBezTo>
                  <a:cubicBezTo>
                    <a:pt x="18" y="118"/>
                    <a:pt x="16" y="121"/>
                    <a:pt x="13" y="124"/>
                  </a:cubicBezTo>
                  <a:cubicBezTo>
                    <a:pt x="16" y="123"/>
                    <a:pt x="19" y="118"/>
                    <a:pt x="22" y="116"/>
                  </a:cubicBezTo>
                  <a:cubicBezTo>
                    <a:pt x="24" y="113"/>
                    <a:pt x="26" y="110"/>
                    <a:pt x="28" y="107"/>
                  </a:cubicBezTo>
                  <a:cubicBezTo>
                    <a:pt x="32" y="100"/>
                    <a:pt x="34" y="92"/>
                    <a:pt x="36" y="84"/>
                  </a:cubicBezTo>
                  <a:cubicBezTo>
                    <a:pt x="41" y="69"/>
                    <a:pt x="49" y="57"/>
                    <a:pt x="48" y="42"/>
                  </a:cubicBezTo>
                  <a:cubicBezTo>
                    <a:pt x="48" y="34"/>
                    <a:pt x="45" y="29"/>
                    <a:pt x="42" y="22"/>
                  </a:cubicBezTo>
                  <a:cubicBezTo>
                    <a:pt x="40" y="15"/>
                    <a:pt x="43" y="5"/>
                    <a:pt x="38" y="0"/>
                  </a:cubicBezTo>
                  <a:cubicBezTo>
                    <a:pt x="40" y="2"/>
                    <a:pt x="38" y="4"/>
                    <a:pt x="36" y="6"/>
                  </a:cubicBezTo>
                  <a:cubicBezTo>
                    <a:pt x="33" y="9"/>
                    <a:pt x="33" y="9"/>
                    <a:pt x="33" y="13"/>
                  </a:cubicBezTo>
                  <a:cubicBezTo>
                    <a:pt x="32" y="16"/>
                    <a:pt x="32" y="18"/>
                    <a:pt x="32" y="21"/>
                  </a:cubicBezTo>
                  <a:cubicBezTo>
                    <a:pt x="33" y="23"/>
                    <a:pt x="34" y="26"/>
                    <a:pt x="33" y="29"/>
                  </a:cubicBezTo>
                  <a:cubicBezTo>
                    <a:pt x="31" y="35"/>
                    <a:pt x="23" y="35"/>
                    <a:pt x="18" y="36"/>
                  </a:cubicBezTo>
                  <a:cubicBezTo>
                    <a:pt x="15" y="36"/>
                    <a:pt x="12" y="36"/>
                    <a:pt x="10" y="36"/>
                  </a:cubicBezTo>
                  <a:cubicBezTo>
                    <a:pt x="8" y="35"/>
                    <a:pt x="3" y="34"/>
                    <a:pt x="1" y="36"/>
                  </a:cubicBezTo>
                  <a:cubicBezTo>
                    <a:pt x="0" y="37"/>
                    <a:pt x="0" y="40"/>
                    <a:pt x="0" y="41"/>
                  </a:cubicBezTo>
                </a:path>
              </a:pathLst>
            </a:custGeom>
            <a:solidFill>
              <a:srgbClr val="6B2D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348" name="Freeform 464">
              <a:extLst>
                <a:ext uri="{FF2B5EF4-FFF2-40B4-BE49-F238E27FC236}">
                  <a16:creationId xmlns:a16="http://schemas.microsoft.com/office/drawing/2014/main" id="{B6FD336C-70CB-4839-A9E3-F489667330B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3" y="838"/>
              <a:ext cx="39" cy="107"/>
            </a:xfrm>
            <a:custGeom>
              <a:avLst/>
              <a:gdLst>
                <a:gd name="T0" fmla="*/ 88 w 24"/>
                <a:gd name="T1" fmla="*/ 257 h 67"/>
                <a:gd name="T2" fmla="*/ 81 w 24"/>
                <a:gd name="T3" fmla="*/ 252 h 67"/>
                <a:gd name="T4" fmla="*/ 68 w 24"/>
                <a:gd name="T5" fmla="*/ 206 h 67"/>
                <a:gd name="T6" fmla="*/ 42 w 24"/>
                <a:gd name="T7" fmla="*/ 192 h 67"/>
                <a:gd name="T8" fmla="*/ 34 w 24"/>
                <a:gd name="T9" fmla="*/ 171 h 67"/>
                <a:gd name="T10" fmla="*/ 0 w 24"/>
                <a:gd name="T11" fmla="*/ 0 h 67"/>
                <a:gd name="T12" fmla="*/ 21 w 24"/>
                <a:gd name="T13" fmla="*/ 16 h 67"/>
                <a:gd name="T14" fmla="*/ 26 w 24"/>
                <a:gd name="T15" fmla="*/ 34 h 67"/>
                <a:gd name="T16" fmla="*/ 39 w 24"/>
                <a:gd name="T17" fmla="*/ 42 h 67"/>
                <a:gd name="T18" fmla="*/ 42 w 24"/>
                <a:gd name="T19" fmla="*/ 69 h 67"/>
                <a:gd name="T20" fmla="*/ 55 w 24"/>
                <a:gd name="T21" fmla="*/ 81 h 67"/>
                <a:gd name="T22" fmla="*/ 60 w 24"/>
                <a:gd name="T23" fmla="*/ 97 h 67"/>
                <a:gd name="T24" fmla="*/ 75 w 24"/>
                <a:gd name="T25" fmla="*/ 129 h 67"/>
                <a:gd name="T26" fmla="*/ 96 w 24"/>
                <a:gd name="T27" fmla="*/ 158 h 67"/>
                <a:gd name="T28" fmla="*/ 102 w 24"/>
                <a:gd name="T29" fmla="*/ 240 h 67"/>
                <a:gd name="T30" fmla="*/ 102 w 24"/>
                <a:gd name="T31" fmla="*/ 273 h 67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4" h="67">
                  <a:moveTo>
                    <a:pt x="20" y="63"/>
                  </a:moveTo>
                  <a:cubicBezTo>
                    <a:pt x="19" y="63"/>
                    <a:pt x="19" y="63"/>
                    <a:pt x="19" y="62"/>
                  </a:cubicBezTo>
                  <a:cubicBezTo>
                    <a:pt x="22" y="57"/>
                    <a:pt x="20" y="53"/>
                    <a:pt x="16" y="51"/>
                  </a:cubicBezTo>
                  <a:cubicBezTo>
                    <a:pt x="14" y="49"/>
                    <a:pt x="12" y="48"/>
                    <a:pt x="10" y="47"/>
                  </a:cubicBezTo>
                  <a:cubicBezTo>
                    <a:pt x="8" y="46"/>
                    <a:pt x="8" y="45"/>
                    <a:pt x="8" y="42"/>
                  </a:cubicBezTo>
                  <a:cubicBezTo>
                    <a:pt x="8" y="28"/>
                    <a:pt x="7" y="12"/>
                    <a:pt x="0" y="0"/>
                  </a:cubicBezTo>
                  <a:cubicBezTo>
                    <a:pt x="2" y="0"/>
                    <a:pt x="4" y="3"/>
                    <a:pt x="5" y="4"/>
                  </a:cubicBezTo>
                  <a:cubicBezTo>
                    <a:pt x="6" y="5"/>
                    <a:pt x="6" y="7"/>
                    <a:pt x="6" y="8"/>
                  </a:cubicBezTo>
                  <a:cubicBezTo>
                    <a:pt x="7" y="9"/>
                    <a:pt x="8" y="9"/>
                    <a:pt x="9" y="10"/>
                  </a:cubicBezTo>
                  <a:cubicBezTo>
                    <a:pt x="11" y="12"/>
                    <a:pt x="9" y="15"/>
                    <a:pt x="10" y="17"/>
                  </a:cubicBezTo>
                  <a:cubicBezTo>
                    <a:pt x="11" y="18"/>
                    <a:pt x="12" y="19"/>
                    <a:pt x="13" y="20"/>
                  </a:cubicBezTo>
                  <a:cubicBezTo>
                    <a:pt x="13" y="21"/>
                    <a:pt x="13" y="23"/>
                    <a:pt x="14" y="24"/>
                  </a:cubicBezTo>
                  <a:cubicBezTo>
                    <a:pt x="14" y="27"/>
                    <a:pt x="15" y="30"/>
                    <a:pt x="17" y="32"/>
                  </a:cubicBezTo>
                  <a:cubicBezTo>
                    <a:pt x="19" y="34"/>
                    <a:pt x="21" y="35"/>
                    <a:pt x="22" y="39"/>
                  </a:cubicBezTo>
                  <a:cubicBezTo>
                    <a:pt x="24" y="45"/>
                    <a:pt x="24" y="53"/>
                    <a:pt x="24" y="59"/>
                  </a:cubicBezTo>
                  <a:cubicBezTo>
                    <a:pt x="24" y="62"/>
                    <a:pt x="24" y="64"/>
                    <a:pt x="24" y="67"/>
                  </a:cubicBezTo>
                </a:path>
              </a:pathLst>
            </a:custGeom>
            <a:solidFill>
              <a:srgbClr val="6B2D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349" name="Freeform 465">
              <a:extLst>
                <a:ext uri="{FF2B5EF4-FFF2-40B4-BE49-F238E27FC236}">
                  <a16:creationId xmlns:a16="http://schemas.microsoft.com/office/drawing/2014/main" id="{8D679B55-E71E-48F4-8495-6D6055EC1543}"/>
                </a:ext>
              </a:extLst>
            </p:cNvPr>
            <p:cNvSpPr>
              <a:spLocks/>
            </p:cNvSpPr>
            <p:nvPr/>
          </p:nvSpPr>
          <p:spPr bwMode="auto">
            <a:xfrm>
              <a:off x="702" y="1618"/>
              <a:ext cx="196" cy="126"/>
            </a:xfrm>
            <a:custGeom>
              <a:avLst/>
              <a:gdLst>
                <a:gd name="T0" fmla="*/ 0 w 121"/>
                <a:gd name="T1" fmla="*/ 165 h 78"/>
                <a:gd name="T2" fmla="*/ 262 w 121"/>
                <a:gd name="T3" fmla="*/ 268 h 78"/>
                <a:gd name="T4" fmla="*/ 513 w 121"/>
                <a:gd name="T5" fmla="*/ 0 h 78"/>
                <a:gd name="T6" fmla="*/ 228 w 121"/>
                <a:gd name="T7" fmla="*/ 228 h 78"/>
                <a:gd name="T8" fmla="*/ 0 w 121"/>
                <a:gd name="T9" fmla="*/ 165 h 7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1" h="78">
                  <a:moveTo>
                    <a:pt x="0" y="39"/>
                  </a:moveTo>
                  <a:cubicBezTo>
                    <a:pt x="0" y="39"/>
                    <a:pt x="16" y="78"/>
                    <a:pt x="62" y="64"/>
                  </a:cubicBezTo>
                  <a:cubicBezTo>
                    <a:pt x="108" y="49"/>
                    <a:pt x="121" y="0"/>
                    <a:pt x="121" y="0"/>
                  </a:cubicBezTo>
                  <a:cubicBezTo>
                    <a:pt x="121" y="0"/>
                    <a:pt x="96" y="44"/>
                    <a:pt x="54" y="54"/>
                  </a:cubicBezTo>
                  <a:cubicBezTo>
                    <a:pt x="13" y="63"/>
                    <a:pt x="0" y="39"/>
                    <a:pt x="0" y="39"/>
                  </a:cubicBezTo>
                  <a:close/>
                </a:path>
              </a:pathLst>
            </a:custGeom>
            <a:solidFill>
              <a:srgbClr val="6B2D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350" name="Freeform 466">
              <a:extLst>
                <a:ext uri="{FF2B5EF4-FFF2-40B4-BE49-F238E27FC236}">
                  <a16:creationId xmlns:a16="http://schemas.microsoft.com/office/drawing/2014/main" id="{3252AAF3-CEA0-4CF8-BAE8-67110BD39807}"/>
                </a:ext>
              </a:extLst>
            </p:cNvPr>
            <p:cNvSpPr>
              <a:spLocks/>
            </p:cNvSpPr>
            <p:nvPr/>
          </p:nvSpPr>
          <p:spPr bwMode="auto">
            <a:xfrm>
              <a:off x="670" y="1526"/>
              <a:ext cx="24" cy="142"/>
            </a:xfrm>
            <a:custGeom>
              <a:avLst/>
              <a:gdLst>
                <a:gd name="T0" fmla="*/ 5 w 15"/>
                <a:gd name="T1" fmla="*/ 8 h 88"/>
                <a:gd name="T2" fmla="*/ 21 w 15"/>
                <a:gd name="T3" fmla="*/ 102 h 88"/>
                <a:gd name="T4" fmla="*/ 8 w 15"/>
                <a:gd name="T5" fmla="*/ 190 h 88"/>
                <a:gd name="T6" fmla="*/ 16 w 15"/>
                <a:gd name="T7" fmla="*/ 273 h 88"/>
                <a:gd name="T8" fmla="*/ 42 w 15"/>
                <a:gd name="T9" fmla="*/ 320 h 88"/>
                <a:gd name="T10" fmla="*/ 61 w 15"/>
                <a:gd name="T11" fmla="*/ 370 h 88"/>
                <a:gd name="T12" fmla="*/ 46 w 15"/>
                <a:gd name="T13" fmla="*/ 310 h 88"/>
                <a:gd name="T14" fmla="*/ 34 w 15"/>
                <a:gd name="T15" fmla="*/ 239 h 88"/>
                <a:gd name="T16" fmla="*/ 46 w 15"/>
                <a:gd name="T17" fmla="*/ 123 h 88"/>
                <a:gd name="T18" fmla="*/ 0 w 15"/>
                <a:gd name="T19" fmla="*/ 0 h 8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5" h="88">
                  <a:moveTo>
                    <a:pt x="1" y="2"/>
                  </a:moveTo>
                  <a:cubicBezTo>
                    <a:pt x="2" y="10"/>
                    <a:pt x="6" y="15"/>
                    <a:pt x="5" y="24"/>
                  </a:cubicBezTo>
                  <a:cubicBezTo>
                    <a:pt x="4" y="31"/>
                    <a:pt x="2" y="38"/>
                    <a:pt x="2" y="45"/>
                  </a:cubicBezTo>
                  <a:cubicBezTo>
                    <a:pt x="1" y="52"/>
                    <a:pt x="2" y="59"/>
                    <a:pt x="4" y="65"/>
                  </a:cubicBezTo>
                  <a:cubicBezTo>
                    <a:pt x="6" y="69"/>
                    <a:pt x="8" y="72"/>
                    <a:pt x="10" y="76"/>
                  </a:cubicBezTo>
                  <a:cubicBezTo>
                    <a:pt x="12" y="80"/>
                    <a:pt x="12" y="85"/>
                    <a:pt x="15" y="88"/>
                  </a:cubicBezTo>
                  <a:cubicBezTo>
                    <a:pt x="12" y="84"/>
                    <a:pt x="12" y="79"/>
                    <a:pt x="11" y="74"/>
                  </a:cubicBezTo>
                  <a:cubicBezTo>
                    <a:pt x="10" y="69"/>
                    <a:pt x="8" y="63"/>
                    <a:pt x="8" y="57"/>
                  </a:cubicBezTo>
                  <a:cubicBezTo>
                    <a:pt x="7" y="47"/>
                    <a:pt x="9" y="38"/>
                    <a:pt x="11" y="29"/>
                  </a:cubicBezTo>
                  <a:cubicBezTo>
                    <a:pt x="13" y="15"/>
                    <a:pt x="9" y="8"/>
                    <a:pt x="0" y="0"/>
                  </a:cubicBezTo>
                </a:path>
              </a:pathLst>
            </a:custGeom>
            <a:solidFill>
              <a:srgbClr val="7E39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351" name="Freeform 467">
              <a:extLst>
                <a:ext uri="{FF2B5EF4-FFF2-40B4-BE49-F238E27FC236}">
                  <a16:creationId xmlns:a16="http://schemas.microsoft.com/office/drawing/2014/main" id="{8A03B6C3-6534-498D-A2CD-08FDB0744D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8" y="1634"/>
              <a:ext cx="61" cy="61"/>
            </a:xfrm>
            <a:custGeom>
              <a:avLst/>
              <a:gdLst>
                <a:gd name="T0" fmla="*/ 153 w 38"/>
                <a:gd name="T1" fmla="*/ 82 h 38"/>
                <a:gd name="T2" fmla="*/ 82 w 38"/>
                <a:gd name="T3" fmla="*/ 5 h 38"/>
                <a:gd name="T4" fmla="*/ 5 w 38"/>
                <a:gd name="T5" fmla="*/ 75 h 38"/>
                <a:gd name="T6" fmla="*/ 75 w 38"/>
                <a:gd name="T7" fmla="*/ 153 h 38"/>
                <a:gd name="T8" fmla="*/ 153 w 38"/>
                <a:gd name="T9" fmla="*/ 82 h 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38">
                  <a:moveTo>
                    <a:pt x="37" y="20"/>
                  </a:moveTo>
                  <a:cubicBezTo>
                    <a:pt x="38" y="10"/>
                    <a:pt x="30" y="2"/>
                    <a:pt x="20" y="1"/>
                  </a:cubicBezTo>
                  <a:cubicBezTo>
                    <a:pt x="10" y="0"/>
                    <a:pt x="2" y="8"/>
                    <a:pt x="1" y="18"/>
                  </a:cubicBezTo>
                  <a:cubicBezTo>
                    <a:pt x="0" y="28"/>
                    <a:pt x="8" y="36"/>
                    <a:pt x="18" y="37"/>
                  </a:cubicBezTo>
                  <a:cubicBezTo>
                    <a:pt x="28" y="38"/>
                    <a:pt x="36" y="30"/>
                    <a:pt x="37" y="20"/>
                  </a:cubicBezTo>
                </a:path>
              </a:pathLst>
            </a:custGeom>
            <a:solidFill>
              <a:srgbClr val="60201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352" name="Freeform 468">
              <a:extLst>
                <a:ext uri="{FF2B5EF4-FFF2-40B4-BE49-F238E27FC236}">
                  <a16:creationId xmlns:a16="http://schemas.microsoft.com/office/drawing/2014/main" id="{98CAB5F5-452F-42AE-B4A7-EDD405BCDFC7}"/>
                </a:ext>
              </a:extLst>
            </p:cNvPr>
            <p:cNvSpPr>
              <a:spLocks/>
            </p:cNvSpPr>
            <p:nvPr/>
          </p:nvSpPr>
          <p:spPr bwMode="auto">
            <a:xfrm>
              <a:off x="986" y="1478"/>
              <a:ext cx="259" cy="254"/>
            </a:xfrm>
            <a:custGeom>
              <a:avLst/>
              <a:gdLst>
                <a:gd name="T0" fmla="*/ 678 w 160"/>
                <a:gd name="T1" fmla="*/ 0 h 158"/>
                <a:gd name="T2" fmla="*/ 644 w 160"/>
                <a:gd name="T3" fmla="*/ 116 h 158"/>
                <a:gd name="T4" fmla="*/ 623 w 160"/>
                <a:gd name="T5" fmla="*/ 158 h 158"/>
                <a:gd name="T6" fmla="*/ 630 w 160"/>
                <a:gd name="T7" fmla="*/ 254 h 158"/>
                <a:gd name="T8" fmla="*/ 623 w 160"/>
                <a:gd name="T9" fmla="*/ 370 h 158"/>
                <a:gd name="T10" fmla="*/ 361 w 160"/>
                <a:gd name="T11" fmla="*/ 656 h 158"/>
                <a:gd name="T12" fmla="*/ 21 w 160"/>
                <a:gd name="T13" fmla="*/ 416 h 158"/>
                <a:gd name="T14" fmla="*/ 0 w 160"/>
                <a:gd name="T15" fmla="*/ 362 h 158"/>
                <a:gd name="T16" fmla="*/ 26 w 160"/>
                <a:gd name="T17" fmla="*/ 412 h 158"/>
                <a:gd name="T18" fmla="*/ 361 w 160"/>
                <a:gd name="T19" fmla="*/ 643 h 158"/>
                <a:gd name="T20" fmla="*/ 615 w 160"/>
                <a:gd name="T21" fmla="*/ 365 h 158"/>
                <a:gd name="T22" fmla="*/ 618 w 160"/>
                <a:gd name="T23" fmla="*/ 254 h 158"/>
                <a:gd name="T24" fmla="*/ 615 w 160"/>
                <a:gd name="T25" fmla="*/ 158 h 158"/>
                <a:gd name="T26" fmla="*/ 636 w 160"/>
                <a:gd name="T27" fmla="*/ 111 h 158"/>
                <a:gd name="T28" fmla="*/ 678 w 160"/>
                <a:gd name="T29" fmla="*/ 0 h 15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60" h="158">
                  <a:moveTo>
                    <a:pt x="160" y="0"/>
                  </a:moveTo>
                  <a:cubicBezTo>
                    <a:pt x="160" y="11"/>
                    <a:pt x="156" y="21"/>
                    <a:pt x="152" y="28"/>
                  </a:cubicBezTo>
                  <a:cubicBezTo>
                    <a:pt x="150" y="32"/>
                    <a:pt x="148" y="35"/>
                    <a:pt x="147" y="38"/>
                  </a:cubicBezTo>
                  <a:cubicBezTo>
                    <a:pt x="145" y="44"/>
                    <a:pt x="146" y="52"/>
                    <a:pt x="148" y="61"/>
                  </a:cubicBezTo>
                  <a:cubicBezTo>
                    <a:pt x="150" y="70"/>
                    <a:pt x="148" y="80"/>
                    <a:pt x="147" y="89"/>
                  </a:cubicBezTo>
                  <a:cubicBezTo>
                    <a:pt x="143" y="119"/>
                    <a:pt x="117" y="158"/>
                    <a:pt x="85" y="158"/>
                  </a:cubicBezTo>
                  <a:cubicBezTo>
                    <a:pt x="30" y="158"/>
                    <a:pt x="15" y="119"/>
                    <a:pt x="5" y="100"/>
                  </a:cubicBezTo>
                  <a:cubicBezTo>
                    <a:pt x="0" y="87"/>
                    <a:pt x="0" y="87"/>
                    <a:pt x="0" y="87"/>
                  </a:cubicBezTo>
                  <a:cubicBezTo>
                    <a:pt x="6" y="99"/>
                    <a:pt x="6" y="99"/>
                    <a:pt x="6" y="99"/>
                  </a:cubicBezTo>
                  <a:cubicBezTo>
                    <a:pt x="16" y="117"/>
                    <a:pt x="31" y="155"/>
                    <a:pt x="85" y="155"/>
                  </a:cubicBezTo>
                  <a:cubicBezTo>
                    <a:pt x="116" y="155"/>
                    <a:pt x="141" y="117"/>
                    <a:pt x="145" y="88"/>
                  </a:cubicBezTo>
                  <a:cubicBezTo>
                    <a:pt x="146" y="80"/>
                    <a:pt x="148" y="70"/>
                    <a:pt x="146" y="61"/>
                  </a:cubicBezTo>
                  <a:cubicBezTo>
                    <a:pt x="144" y="52"/>
                    <a:pt x="143" y="44"/>
                    <a:pt x="145" y="38"/>
                  </a:cubicBezTo>
                  <a:cubicBezTo>
                    <a:pt x="146" y="35"/>
                    <a:pt x="148" y="31"/>
                    <a:pt x="150" y="27"/>
                  </a:cubicBezTo>
                  <a:cubicBezTo>
                    <a:pt x="154" y="19"/>
                    <a:pt x="160" y="11"/>
                    <a:pt x="160" y="0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353" name="Freeform 469">
              <a:extLst>
                <a:ext uri="{FF2B5EF4-FFF2-40B4-BE49-F238E27FC236}">
                  <a16:creationId xmlns:a16="http://schemas.microsoft.com/office/drawing/2014/main" id="{F774C1B2-6FDC-47E6-B40A-D099EC5CCCD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15" y="1652"/>
              <a:ext cx="26" cy="26"/>
            </a:xfrm>
            <a:custGeom>
              <a:avLst/>
              <a:gdLst>
                <a:gd name="T0" fmla="*/ 0 w 16"/>
                <a:gd name="T1" fmla="*/ 29 h 16"/>
                <a:gd name="T2" fmla="*/ 8 w 16"/>
                <a:gd name="T3" fmla="*/ 55 h 16"/>
                <a:gd name="T4" fmla="*/ 29 w 16"/>
                <a:gd name="T5" fmla="*/ 68 h 16"/>
                <a:gd name="T6" fmla="*/ 55 w 16"/>
                <a:gd name="T7" fmla="*/ 60 h 16"/>
                <a:gd name="T8" fmla="*/ 68 w 16"/>
                <a:gd name="T9" fmla="*/ 39 h 16"/>
                <a:gd name="T10" fmla="*/ 60 w 16"/>
                <a:gd name="T11" fmla="*/ 18 h 16"/>
                <a:gd name="T12" fmla="*/ 55 w 16"/>
                <a:gd name="T13" fmla="*/ 21 h 16"/>
                <a:gd name="T14" fmla="*/ 55 w 16"/>
                <a:gd name="T15" fmla="*/ 26 h 16"/>
                <a:gd name="T16" fmla="*/ 55 w 16"/>
                <a:gd name="T17" fmla="*/ 34 h 16"/>
                <a:gd name="T18" fmla="*/ 55 w 16"/>
                <a:gd name="T19" fmla="*/ 34 h 16"/>
                <a:gd name="T20" fmla="*/ 55 w 16"/>
                <a:gd name="T21" fmla="*/ 34 h 16"/>
                <a:gd name="T22" fmla="*/ 47 w 16"/>
                <a:gd name="T23" fmla="*/ 54 h 16"/>
                <a:gd name="T24" fmla="*/ 34 w 16"/>
                <a:gd name="T25" fmla="*/ 55 h 16"/>
                <a:gd name="T26" fmla="*/ 18 w 16"/>
                <a:gd name="T27" fmla="*/ 54 h 16"/>
                <a:gd name="T28" fmla="*/ 8 w 16"/>
                <a:gd name="T29" fmla="*/ 42 h 16"/>
                <a:gd name="T30" fmla="*/ 5 w 16"/>
                <a:gd name="T31" fmla="*/ 26 h 16"/>
                <a:gd name="T32" fmla="*/ 0 w 16"/>
                <a:gd name="T33" fmla="*/ 29 h 16"/>
                <a:gd name="T34" fmla="*/ 39 w 16"/>
                <a:gd name="T35" fmla="*/ 13 h 16"/>
                <a:gd name="T36" fmla="*/ 39 w 16"/>
                <a:gd name="T37" fmla="*/ 8 h 16"/>
                <a:gd name="T38" fmla="*/ 39 w 16"/>
                <a:gd name="T39" fmla="*/ 5 h 16"/>
                <a:gd name="T40" fmla="*/ 34 w 16"/>
                <a:gd name="T41" fmla="*/ 0 h 16"/>
                <a:gd name="T42" fmla="*/ 29 w 16"/>
                <a:gd name="T43" fmla="*/ 5 h 16"/>
                <a:gd name="T44" fmla="*/ 29 w 16"/>
                <a:gd name="T45" fmla="*/ 5 h 16"/>
                <a:gd name="T46" fmla="*/ 29 w 16"/>
                <a:gd name="T47" fmla="*/ 13 h 16"/>
                <a:gd name="T48" fmla="*/ 34 w 16"/>
                <a:gd name="T49" fmla="*/ 13 h 16"/>
                <a:gd name="T50" fmla="*/ 39 w 16"/>
                <a:gd name="T51" fmla="*/ 13 h 1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16" h="16">
                  <a:moveTo>
                    <a:pt x="0" y="7"/>
                  </a:moveTo>
                  <a:cubicBezTo>
                    <a:pt x="2" y="13"/>
                    <a:pt x="2" y="13"/>
                    <a:pt x="2" y="13"/>
                  </a:cubicBezTo>
                  <a:cubicBezTo>
                    <a:pt x="7" y="16"/>
                    <a:pt x="7" y="16"/>
                    <a:pt x="7" y="16"/>
                  </a:cubicBezTo>
                  <a:cubicBezTo>
                    <a:pt x="13" y="14"/>
                    <a:pt x="13" y="14"/>
                    <a:pt x="13" y="14"/>
                  </a:cubicBezTo>
                  <a:cubicBezTo>
                    <a:pt x="16" y="9"/>
                    <a:pt x="16" y="9"/>
                    <a:pt x="16" y="9"/>
                  </a:cubicBezTo>
                  <a:cubicBezTo>
                    <a:pt x="14" y="4"/>
                    <a:pt x="14" y="4"/>
                    <a:pt x="14" y="4"/>
                  </a:cubicBezTo>
                  <a:cubicBezTo>
                    <a:pt x="13" y="5"/>
                    <a:pt x="13" y="5"/>
                    <a:pt x="13" y="5"/>
                  </a:cubicBezTo>
                  <a:cubicBezTo>
                    <a:pt x="13" y="6"/>
                    <a:pt x="13" y="6"/>
                    <a:pt x="13" y="6"/>
                  </a:cubicBezTo>
                  <a:cubicBezTo>
                    <a:pt x="13" y="6"/>
                    <a:pt x="13" y="7"/>
                    <a:pt x="13" y="8"/>
                  </a:cubicBezTo>
                  <a:cubicBezTo>
                    <a:pt x="13" y="8"/>
                    <a:pt x="13" y="8"/>
                    <a:pt x="13" y="8"/>
                  </a:cubicBezTo>
                  <a:cubicBezTo>
                    <a:pt x="13" y="8"/>
                    <a:pt x="13" y="8"/>
                    <a:pt x="13" y="8"/>
                  </a:cubicBezTo>
                  <a:cubicBezTo>
                    <a:pt x="11" y="12"/>
                    <a:pt x="11" y="12"/>
                    <a:pt x="11" y="12"/>
                  </a:cubicBezTo>
                  <a:cubicBezTo>
                    <a:pt x="11" y="12"/>
                    <a:pt x="8" y="13"/>
                    <a:pt x="8" y="13"/>
                  </a:cubicBezTo>
                  <a:cubicBezTo>
                    <a:pt x="4" y="12"/>
                    <a:pt x="4" y="12"/>
                    <a:pt x="4" y="12"/>
                  </a:cubicBezTo>
                  <a:cubicBezTo>
                    <a:pt x="3" y="11"/>
                    <a:pt x="2" y="11"/>
                    <a:pt x="2" y="10"/>
                  </a:cubicBezTo>
                  <a:cubicBezTo>
                    <a:pt x="2" y="9"/>
                    <a:pt x="1" y="7"/>
                    <a:pt x="1" y="6"/>
                  </a:cubicBezTo>
                  <a:lnTo>
                    <a:pt x="0" y="7"/>
                  </a:lnTo>
                  <a:close/>
                  <a:moveTo>
                    <a:pt x="9" y="3"/>
                  </a:moveTo>
                  <a:cubicBezTo>
                    <a:pt x="9" y="3"/>
                    <a:pt x="9" y="3"/>
                    <a:pt x="9" y="2"/>
                  </a:cubicBezTo>
                  <a:cubicBezTo>
                    <a:pt x="9" y="2"/>
                    <a:pt x="9" y="1"/>
                    <a:pt x="9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7" y="1"/>
                    <a:pt x="7" y="1"/>
                    <a:pt x="7" y="1"/>
                  </a:cubicBezTo>
                  <a:cubicBezTo>
                    <a:pt x="7" y="1"/>
                    <a:pt x="7" y="1"/>
                    <a:pt x="7" y="1"/>
                  </a:cubicBezTo>
                  <a:cubicBezTo>
                    <a:pt x="7" y="2"/>
                    <a:pt x="7" y="3"/>
                    <a:pt x="7" y="3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8" y="3"/>
                    <a:pt x="9" y="3"/>
                    <a:pt x="9" y="3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354" name="Freeform 470">
              <a:extLst>
                <a:ext uri="{FF2B5EF4-FFF2-40B4-BE49-F238E27FC236}">
                  <a16:creationId xmlns:a16="http://schemas.microsoft.com/office/drawing/2014/main" id="{C1A73865-715A-45DA-BB4A-87373FEC52D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098" y="1634"/>
              <a:ext cx="61" cy="63"/>
            </a:xfrm>
            <a:custGeom>
              <a:avLst/>
              <a:gdLst>
                <a:gd name="T0" fmla="*/ 157 w 38"/>
                <a:gd name="T1" fmla="*/ 94 h 39"/>
                <a:gd name="T2" fmla="*/ 144 w 38"/>
                <a:gd name="T3" fmla="*/ 89 h 39"/>
                <a:gd name="T4" fmla="*/ 141 w 38"/>
                <a:gd name="T5" fmla="*/ 105 h 39"/>
                <a:gd name="T6" fmla="*/ 153 w 38"/>
                <a:gd name="T7" fmla="*/ 110 h 39"/>
                <a:gd name="T8" fmla="*/ 157 w 38"/>
                <a:gd name="T9" fmla="*/ 94 h 39"/>
                <a:gd name="T10" fmla="*/ 82 w 38"/>
                <a:gd name="T11" fmla="*/ 8 h 39"/>
                <a:gd name="T12" fmla="*/ 82 w 38"/>
                <a:gd name="T13" fmla="*/ 8 h 39"/>
                <a:gd name="T14" fmla="*/ 88 w 38"/>
                <a:gd name="T15" fmla="*/ 8 h 39"/>
                <a:gd name="T16" fmla="*/ 88 w 38"/>
                <a:gd name="T17" fmla="*/ 5 h 39"/>
                <a:gd name="T18" fmla="*/ 82 w 38"/>
                <a:gd name="T19" fmla="*/ 5 h 39"/>
                <a:gd name="T20" fmla="*/ 82 w 38"/>
                <a:gd name="T21" fmla="*/ 8 h 39"/>
                <a:gd name="T22" fmla="*/ 8 w 38"/>
                <a:gd name="T23" fmla="*/ 81 h 39"/>
                <a:gd name="T24" fmla="*/ 8 w 38"/>
                <a:gd name="T25" fmla="*/ 76 h 39"/>
                <a:gd name="T26" fmla="*/ 21 w 38"/>
                <a:gd name="T27" fmla="*/ 42 h 39"/>
                <a:gd name="T28" fmla="*/ 13 w 38"/>
                <a:gd name="T29" fmla="*/ 39 h 39"/>
                <a:gd name="T30" fmla="*/ 8 w 38"/>
                <a:gd name="T31" fmla="*/ 39 h 39"/>
                <a:gd name="T32" fmla="*/ 0 w 38"/>
                <a:gd name="T33" fmla="*/ 71 h 39"/>
                <a:gd name="T34" fmla="*/ 8 w 38"/>
                <a:gd name="T35" fmla="*/ 81 h 39"/>
                <a:gd name="T36" fmla="*/ 26 w 38"/>
                <a:gd name="T37" fmla="*/ 126 h 39"/>
                <a:gd name="T38" fmla="*/ 13 w 38"/>
                <a:gd name="T39" fmla="*/ 105 h 39"/>
                <a:gd name="T40" fmla="*/ 0 w 38"/>
                <a:gd name="T41" fmla="*/ 102 h 39"/>
                <a:gd name="T42" fmla="*/ 16 w 38"/>
                <a:gd name="T43" fmla="*/ 136 h 39"/>
                <a:gd name="T44" fmla="*/ 69 w 38"/>
                <a:gd name="T45" fmla="*/ 160 h 39"/>
                <a:gd name="T46" fmla="*/ 141 w 38"/>
                <a:gd name="T47" fmla="*/ 131 h 39"/>
                <a:gd name="T48" fmla="*/ 132 w 38"/>
                <a:gd name="T49" fmla="*/ 126 h 39"/>
                <a:gd name="T50" fmla="*/ 75 w 38"/>
                <a:gd name="T51" fmla="*/ 152 h 39"/>
                <a:gd name="T52" fmla="*/ 26 w 38"/>
                <a:gd name="T53" fmla="*/ 126 h 39"/>
                <a:gd name="T54" fmla="*/ 128 w 38"/>
                <a:gd name="T55" fmla="*/ 34 h 39"/>
                <a:gd name="T56" fmla="*/ 141 w 38"/>
                <a:gd name="T57" fmla="*/ 50 h 39"/>
                <a:gd name="T58" fmla="*/ 149 w 38"/>
                <a:gd name="T59" fmla="*/ 42 h 39"/>
                <a:gd name="T60" fmla="*/ 136 w 38"/>
                <a:gd name="T61" fmla="*/ 26 h 39"/>
                <a:gd name="T62" fmla="*/ 128 w 38"/>
                <a:gd name="T63" fmla="*/ 34 h 39"/>
                <a:gd name="T64" fmla="*/ 157 w 38"/>
                <a:gd name="T65" fmla="*/ 68 h 39"/>
                <a:gd name="T66" fmla="*/ 157 w 38"/>
                <a:gd name="T67" fmla="*/ 68 h 39"/>
                <a:gd name="T68" fmla="*/ 157 w 38"/>
                <a:gd name="T69" fmla="*/ 68 h 39"/>
                <a:gd name="T70" fmla="*/ 157 w 38"/>
                <a:gd name="T71" fmla="*/ 68 h 39"/>
                <a:gd name="T72" fmla="*/ 35 w 38"/>
                <a:gd name="T73" fmla="*/ 26 h 39"/>
                <a:gd name="T74" fmla="*/ 56 w 38"/>
                <a:gd name="T75" fmla="*/ 13 h 39"/>
                <a:gd name="T76" fmla="*/ 56 w 38"/>
                <a:gd name="T77" fmla="*/ 0 h 39"/>
                <a:gd name="T78" fmla="*/ 26 w 38"/>
                <a:gd name="T79" fmla="*/ 16 h 39"/>
                <a:gd name="T80" fmla="*/ 35 w 38"/>
                <a:gd name="T81" fmla="*/ 26 h 39"/>
                <a:gd name="T82" fmla="*/ 111 w 38"/>
                <a:gd name="T83" fmla="*/ 16 h 39"/>
                <a:gd name="T84" fmla="*/ 111 w 38"/>
                <a:gd name="T85" fmla="*/ 21 h 39"/>
                <a:gd name="T86" fmla="*/ 120 w 38"/>
                <a:gd name="T87" fmla="*/ 13 h 39"/>
                <a:gd name="T88" fmla="*/ 108 w 38"/>
                <a:gd name="T89" fmla="*/ 5 h 39"/>
                <a:gd name="T90" fmla="*/ 111 w 38"/>
                <a:gd name="T91" fmla="*/ 16 h 39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38" h="39">
                  <a:moveTo>
                    <a:pt x="38" y="22"/>
                  </a:moveTo>
                  <a:cubicBezTo>
                    <a:pt x="37" y="22"/>
                    <a:pt x="36" y="21"/>
                    <a:pt x="35" y="21"/>
                  </a:cubicBezTo>
                  <a:cubicBezTo>
                    <a:pt x="35" y="22"/>
                    <a:pt x="35" y="24"/>
                    <a:pt x="34" y="25"/>
                  </a:cubicBezTo>
                  <a:cubicBezTo>
                    <a:pt x="35" y="25"/>
                    <a:pt x="36" y="26"/>
                    <a:pt x="37" y="26"/>
                  </a:cubicBezTo>
                  <a:cubicBezTo>
                    <a:pt x="37" y="25"/>
                    <a:pt x="38" y="23"/>
                    <a:pt x="38" y="22"/>
                  </a:cubicBezTo>
                  <a:moveTo>
                    <a:pt x="20" y="2"/>
                  </a:moveTo>
                  <a:cubicBezTo>
                    <a:pt x="20" y="2"/>
                    <a:pt x="20" y="2"/>
                    <a:pt x="20" y="2"/>
                  </a:cubicBezTo>
                  <a:cubicBezTo>
                    <a:pt x="20" y="2"/>
                    <a:pt x="21" y="2"/>
                    <a:pt x="21" y="2"/>
                  </a:cubicBezTo>
                  <a:cubicBezTo>
                    <a:pt x="21" y="2"/>
                    <a:pt x="21" y="2"/>
                    <a:pt x="21" y="1"/>
                  </a:cubicBezTo>
                  <a:cubicBezTo>
                    <a:pt x="21" y="1"/>
                    <a:pt x="20" y="1"/>
                    <a:pt x="20" y="1"/>
                  </a:cubicBezTo>
                  <a:cubicBezTo>
                    <a:pt x="20" y="1"/>
                    <a:pt x="20" y="2"/>
                    <a:pt x="20" y="2"/>
                  </a:cubicBezTo>
                  <a:moveTo>
                    <a:pt x="2" y="19"/>
                  </a:moveTo>
                  <a:cubicBezTo>
                    <a:pt x="2" y="18"/>
                    <a:pt x="2" y="18"/>
                    <a:pt x="2" y="18"/>
                  </a:cubicBezTo>
                  <a:cubicBezTo>
                    <a:pt x="2" y="15"/>
                    <a:pt x="3" y="12"/>
                    <a:pt x="5" y="10"/>
                  </a:cubicBezTo>
                  <a:cubicBezTo>
                    <a:pt x="4" y="10"/>
                    <a:pt x="4" y="9"/>
                    <a:pt x="3" y="9"/>
                  </a:cubicBezTo>
                  <a:cubicBezTo>
                    <a:pt x="3" y="9"/>
                    <a:pt x="3" y="9"/>
                    <a:pt x="2" y="9"/>
                  </a:cubicBezTo>
                  <a:cubicBezTo>
                    <a:pt x="1" y="11"/>
                    <a:pt x="0" y="14"/>
                    <a:pt x="0" y="17"/>
                  </a:cubicBezTo>
                  <a:cubicBezTo>
                    <a:pt x="0" y="18"/>
                    <a:pt x="1" y="18"/>
                    <a:pt x="2" y="19"/>
                  </a:cubicBezTo>
                  <a:moveTo>
                    <a:pt x="6" y="30"/>
                  </a:moveTo>
                  <a:cubicBezTo>
                    <a:pt x="5" y="28"/>
                    <a:pt x="4" y="27"/>
                    <a:pt x="3" y="25"/>
                  </a:cubicBezTo>
                  <a:cubicBezTo>
                    <a:pt x="2" y="25"/>
                    <a:pt x="1" y="24"/>
                    <a:pt x="0" y="24"/>
                  </a:cubicBezTo>
                  <a:cubicBezTo>
                    <a:pt x="1" y="27"/>
                    <a:pt x="2" y="29"/>
                    <a:pt x="4" y="32"/>
                  </a:cubicBezTo>
                  <a:cubicBezTo>
                    <a:pt x="8" y="36"/>
                    <a:pt x="12" y="38"/>
                    <a:pt x="17" y="38"/>
                  </a:cubicBezTo>
                  <a:cubicBezTo>
                    <a:pt x="24" y="39"/>
                    <a:pt x="30" y="36"/>
                    <a:pt x="34" y="31"/>
                  </a:cubicBezTo>
                  <a:cubicBezTo>
                    <a:pt x="33" y="31"/>
                    <a:pt x="32" y="30"/>
                    <a:pt x="32" y="30"/>
                  </a:cubicBezTo>
                  <a:cubicBezTo>
                    <a:pt x="28" y="34"/>
                    <a:pt x="23" y="36"/>
                    <a:pt x="18" y="36"/>
                  </a:cubicBezTo>
                  <a:cubicBezTo>
                    <a:pt x="13" y="35"/>
                    <a:pt x="9" y="33"/>
                    <a:pt x="6" y="30"/>
                  </a:cubicBezTo>
                  <a:moveTo>
                    <a:pt x="31" y="8"/>
                  </a:moveTo>
                  <a:cubicBezTo>
                    <a:pt x="32" y="9"/>
                    <a:pt x="33" y="11"/>
                    <a:pt x="34" y="12"/>
                  </a:cubicBezTo>
                  <a:cubicBezTo>
                    <a:pt x="35" y="11"/>
                    <a:pt x="35" y="11"/>
                    <a:pt x="36" y="10"/>
                  </a:cubicBezTo>
                  <a:cubicBezTo>
                    <a:pt x="35" y="9"/>
                    <a:pt x="34" y="7"/>
                    <a:pt x="33" y="6"/>
                  </a:cubicBezTo>
                  <a:cubicBezTo>
                    <a:pt x="33" y="7"/>
                    <a:pt x="32" y="7"/>
                    <a:pt x="31" y="8"/>
                  </a:cubicBezTo>
                  <a:moveTo>
                    <a:pt x="38" y="16"/>
                  </a:moveTo>
                  <a:cubicBezTo>
                    <a:pt x="38" y="16"/>
                    <a:pt x="38" y="16"/>
                    <a:pt x="38" y="16"/>
                  </a:cubicBezTo>
                  <a:cubicBezTo>
                    <a:pt x="38" y="16"/>
                    <a:pt x="38" y="16"/>
                    <a:pt x="38" y="16"/>
                  </a:cubicBezTo>
                  <a:cubicBezTo>
                    <a:pt x="38" y="16"/>
                    <a:pt x="38" y="16"/>
                    <a:pt x="38" y="16"/>
                  </a:cubicBezTo>
                  <a:moveTo>
                    <a:pt x="9" y="6"/>
                  </a:moveTo>
                  <a:cubicBezTo>
                    <a:pt x="10" y="5"/>
                    <a:pt x="12" y="4"/>
                    <a:pt x="14" y="3"/>
                  </a:cubicBezTo>
                  <a:cubicBezTo>
                    <a:pt x="14" y="2"/>
                    <a:pt x="14" y="1"/>
                    <a:pt x="14" y="0"/>
                  </a:cubicBezTo>
                  <a:cubicBezTo>
                    <a:pt x="11" y="1"/>
                    <a:pt x="9" y="2"/>
                    <a:pt x="6" y="4"/>
                  </a:cubicBezTo>
                  <a:cubicBezTo>
                    <a:pt x="7" y="5"/>
                    <a:pt x="8" y="5"/>
                    <a:pt x="9" y="6"/>
                  </a:cubicBezTo>
                  <a:moveTo>
                    <a:pt x="27" y="4"/>
                  </a:moveTo>
                  <a:cubicBezTo>
                    <a:pt x="27" y="4"/>
                    <a:pt x="27" y="4"/>
                    <a:pt x="27" y="5"/>
                  </a:cubicBezTo>
                  <a:cubicBezTo>
                    <a:pt x="28" y="4"/>
                    <a:pt x="29" y="3"/>
                    <a:pt x="29" y="3"/>
                  </a:cubicBezTo>
                  <a:cubicBezTo>
                    <a:pt x="28" y="2"/>
                    <a:pt x="27" y="2"/>
                    <a:pt x="26" y="1"/>
                  </a:cubicBezTo>
                  <a:cubicBezTo>
                    <a:pt x="27" y="2"/>
                    <a:pt x="27" y="3"/>
                    <a:pt x="27" y="4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355" name="Freeform 471">
              <a:extLst>
                <a:ext uri="{FF2B5EF4-FFF2-40B4-BE49-F238E27FC236}">
                  <a16:creationId xmlns:a16="http://schemas.microsoft.com/office/drawing/2014/main" id="{88FC8E1A-C713-4ADE-B734-5BA3FDD4D134}"/>
                </a:ext>
              </a:extLst>
            </p:cNvPr>
            <p:cNvSpPr>
              <a:spLocks/>
            </p:cNvSpPr>
            <p:nvPr/>
          </p:nvSpPr>
          <p:spPr bwMode="auto">
            <a:xfrm>
              <a:off x="992" y="1618"/>
              <a:ext cx="195" cy="126"/>
            </a:xfrm>
            <a:custGeom>
              <a:avLst/>
              <a:gdLst>
                <a:gd name="T0" fmla="*/ 515 w 120"/>
                <a:gd name="T1" fmla="*/ 165 h 78"/>
                <a:gd name="T2" fmla="*/ 249 w 120"/>
                <a:gd name="T3" fmla="*/ 268 h 78"/>
                <a:gd name="T4" fmla="*/ 0 w 120"/>
                <a:gd name="T5" fmla="*/ 0 h 78"/>
                <a:gd name="T6" fmla="*/ 283 w 120"/>
                <a:gd name="T7" fmla="*/ 228 h 78"/>
                <a:gd name="T8" fmla="*/ 515 w 120"/>
                <a:gd name="T9" fmla="*/ 165 h 7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0" h="78">
                  <a:moveTo>
                    <a:pt x="120" y="39"/>
                  </a:moveTo>
                  <a:cubicBezTo>
                    <a:pt x="120" y="39"/>
                    <a:pt x="104" y="78"/>
                    <a:pt x="58" y="64"/>
                  </a:cubicBezTo>
                  <a:cubicBezTo>
                    <a:pt x="12" y="49"/>
                    <a:pt x="0" y="0"/>
                    <a:pt x="0" y="0"/>
                  </a:cubicBezTo>
                  <a:cubicBezTo>
                    <a:pt x="0" y="0"/>
                    <a:pt x="24" y="44"/>
                    <a:pt x="66" y="54"/>
                  </a:cubicBezTo>
                  <a:cubicBezTo>
                    <a:pt x="107" y="63"/>
                    <a:pt x="120" y="39"/>
                    <a:pt x="120" y="39"/>
                  </a:cubicBezTo>
                  <a:close/>
                </a:path>
              </a:pathLst>
            </a:custGeom>
            <a:solidFill>
              <a:srgbClr val="6B2D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356" name="Freeform 472">
              <a:extLst>
                <a:ext uri="{FF2B5EF4-FFF2-40B4-BE49-F238E27FC236}">
                  <a16:creationId xmlns:a16="http://schemas.microsoft.com/office/drawing/2014/main" id="{D1529C6C-FB4F-4D92-978E-9B49F9A6DA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6" y="1526"/>
              <a:ext cx="23" cy="142"/>
            </a:xfrm>
            <a:custGeom>
              <a:avLst/>
              <a:gdLst>
                <a:gd name="T0" fmla="*/ 58 w 14"/>
                <a:gd name="T1" fmla="*/ 8 h 88"/>
                <a:gd name="T2" fmla="*/ 41 w 14"/>
                <a:gd name="T3" fmla="*/ 102 h 88"/>
                <a:gd name="T4" fmla="*/ 54 w 14"/>
                <a:gd name="T5" fmla="*/ 190 h 88"/>
                <a:gd name="T6" fmla="*/ 43 w 14"/>
                <a:gd name="T7" fmla="*/ 273 h 88"/>
                <a:gd name="T8" fmla="*/ 20 w 14"/>
                <a:gd name="T9" fmla="*/ 320 h 88"/>
                <a:gd name="T10" fmla="*/ 0 w 14"/>
                <a:gd name="T11" fmla="*/ 370 h 88"/>
                <a:gd name="T12" fmla="*/ 13 w 14"/>
                <a:gd name="T13" fmla="*/ 310 h 88"/>
                <a:gd name="T14" fmla="*/ 26 w 14"/>
                <a:gd name="T15" fmla="*/ 239 h 88"/>
                <a:gd name="T16" fmla="*/ 13 w 14"/>
                <a:gd name="T17" fmla="*/ 123 h 88"/>
                <a:gd name="T18" fmla="*/ 62 w 14"/>
                <a:gd name="T19" fmla="*/ 0 h 8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4" h="88">
                  <a:moveTo>
                    <a:pt x="13" y="2"/>
                  </a:moveTo>
                  <a:cubicBezTo>
                    <a:pt x="12" y="10"/>
                    <a:pt x="9" y="15"/>
                    <a:pt x="9" y="24"/>
                  </a:cubicBezTo>
                  <a:cubicBezTo>
                    <a:pt x="10" y="31"/>
                    <a:pt x="12" y="38"/>
                    <a:pt x="12" y="45"/>
                  </a:cubicBezTo>
                  <a:cubicBezTo>
                    <a:pt x="13" y="52"/>
                    <a:pt x="12" y="59"/>
                    <a:pt x="10" y="65"/>
                  </a:cubicBezTo>
                  <a:cubicBezTo>
                    <a:pt x="8" y="69"/>
                    <a:pt x="6" y="72"/>
                    <a:pt x="4" y="76"/>
                  </a:cubicBezTo>
                  <a:cubicBezTo>
                    <a:pt x="3" y="80"/>
                    <a:pt x="2" y="85"/>
                    <a:pt x="0" y="88"/>
                  </a:cubicBezTo>
                  <a:cubicBezTo>
                    <a:pt x="2" y="84"/>
                    <a:pt x="2" y="79"/>
                    <a:pt x="3" y="74"/>
                  </a:cubicBezTo>
                  <a:cubicBezTo>
                    <a:pt x="4" y="69"/>
                    <a:pt x="6" y="63"/>
                    <a:pt x="6" y="57"/>
                  </a:cubicBezTo>
                  <a:cubicBezTo>
                    <a:pt x="7" y="47"/>
                    <a:pt x="5" y="38"/>
                    <a:pt x="3" y="29"/>
                  </a:cubicBezTo>
                  <a:cubicBezTo>
                    <a:pt x="1" y="15"/>
                    <a:pt x="5" y="8"/>
                    <a:pt x="14" y="0"/>
                  </a:cubicBezTo>
                </a:path>
              </a:pathLst>
            </a:custGeom>
            <a:solidFill>
              <a:srgbClr val="7E39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357" name="Freeform 473">
              <a:extLst>
                <a:ext uri="{FF2B5EF4-FFF2-40B4-BE49-F238E27FC236}">
                  <a16:creationId xmlns:a16="http://schemas.microsoft.com/office/drawing/2014/main" id="{351CF331-E1EA-4188-BA2B-F87D873A10F3}"/>
                </a:ext>
              </a:extLst>
            </p:cNvPr>
            <p:cNvSpPr>
              <a:spLocks/>
            </p:cNvSpPr>
            <p:nvPr/>
          </p:nvSpPr>
          <p:spPr bwMode="auto">
            <a:xfrm>
              <a:off x="652" y="1705"/>
              <a:ext cx="105" cy="549"/>
            </a:xfrm>
            <a:custGeom>
              <a:avLst/>
              <a:gdLst>
                <a:gd name="T0" fmla="*/ 115 w 65"/>
                <a:gd name="T1" fmla="*/ 0 h 341"/>
                <a:gd name="T2" fmla="*/ 160 w 65"/>
                <a:gd name="T3" fmla="*/ 241 h 341"/>
                <a:gd name="T4" fmla="*/ 178 w 65"/>
                <a:gd name="T5" fmla="*/ 477 h 341"/>
                <a:gd name="T6" fmla="*/ 186 w 65"/>
                <a:gd name="T7" fmla="*/ 713 h 341"/>
                <a:gd name="T8" fmla="*/ 81 w 65"/>
                <a:gd name="T9" fmla="*/ 956 h 341"/>
                <a:gd name="T10" fmla="*/ 0 w 65"/>
                <a:gd name="T11" fmla="*/ 1423 h 341"/>
                <a:gd name="T12" fmla="*/ 68 w 65"/>
                <a:gd name="T13" fmla="*/ 1211 h 341"/>
                <a:gd name="T14" fmla="*/ 118 w 65"/>
                <a:gd name="T15" fmla="*/ 1019 h 341"/>
                <a:gd name="T16" fmla="*/ 173 w 65"/>
                <a:gd name="T17" fmla="*/ 947 h 341"/>
                <a:gd name="T18" fmla="*/ 199 w 65"/>
                <a:gd name="T19" fmla="*/ 815 h 341"/>
                <a:gd name="T20" fmla="*/ 199 w 65"/>
                <a:gd name="T21" fmla="*/ 251 h 341"/>
                <a:gd name="T22" fmla="*/ 165 w 65"/>
                <a:gd name="T23" fmla="*/ 116 h 341"/>
                <a:gd name="T24" fmla="*/ 110 w 65"/>
                <a:gd name="T25" fmla="*/ 21 h 34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5" h="341">
                  <a:moveTo>
                    <a:pt x="27" y="0"/>
                  </a:moveTo>
                  <a:cubicBezTo>
                    <a:pt x="27" y="19"/>
                    <a:pt x="36" y="38"/>
                    <a:pt x="38" y="58"/>
                  </a:cubicBezTo>
                  <a:cubicBezTo>
                    <a:pt x="40" y="77"/>
                    <a:pt x="40" y="95"/>
                    <a:pt x="42" y="114"/>
                  </a:cubicBezTo>
                  <a:cubicBezTo>
                    <a:pt x="45" y="134"/>
                    <a:pt x="50" y="151"/>
                    <a:pt x="44" y="171"/>
                  </a:cubicBezTo>
                  <a:cubicBezTo>
                    <a:pt x="38" y="192"/>
                    <a:pt x="25" y="208"/>
                    <a:pt x="19" y="229"/>
                  </a:cubicBezTo>
                  <a:cubicBezTo>
                    <a:pt x="9" y="266"/>
                    <a:pt x="9" y="305"/>
                    <a:pt x="0" y="341"/>
                  </a:cubicBezTo>
                  <a:cubicBezTo>
                    <a:pt x="8" y="328"/>
                    <a:pt x="11" y="306"/>
                    <a:pt x="16" y="290"/>
                  </a:cubicBezTo>
                  <a:cubicBezTo>
                    <a:pt x="19" y="277"/>
                    <a:pt x="20" y="254"/>
                    <a:pt x="28" y="244"/>
                  </a:cubicBezTo>
                  <a:cubicBezTo>
                    <a:pt x="35" y="236"/>
                    <a:pt x="40" y="239"/>
                    <a:pt x="41" y="227"/>
                  </a:cubicBezTo>
                  <a:cubicBezTo>
                    <a:pt x="43" y="215"/>
                    <a:pt x="42" y="206"/>
                    <a:pt x="47" y="195"/>
                  </a:cubicBezTo>
                  <a:cubicBezTo>
                    <a:pt x="65" y="151"/>
                    <a:pt x="53" y="105"/>
                    <a:pt x="47" y="60"/>
                  </a:cubicBezTo>
                  <a:cubicBezTo>
                    <a:pt x="45" y="49"/>
                    <a:pt x="43" y="38"/>
                    <a:pt x="39" y="28"/>
                  </a:cubicBezTo>
                  <a:cubicBezTo>
                    <a:pt x="35" y="20"/>
                    <a:pt x="29" y="13"/>
                    <a:pt x="26" y="5"/>
                  </a:cubicBezTo>
                </a:path>
              </a:pathLst>
            </a:custGeom>
            <a:solidFill>
              <a:srgbClr val="7E39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358" name="Freeform 474">
              <a:extLst>
                <a:ext uri="{FF2B5EF4-FFF2-40B4-BE49-F238E27FC236}">
                  <a16:creationId xmlns:a16="http://schemas.microsoft.com/office/drawing/2014/main" id="{4B97526D-3813-4311-B086-D08FB842C937}"/>
                </a:ext>
              </a:extLst>
            </p:cNvPr>
            <p:cNvSpPr>
              <a:spLocks/>
            </p:cNvSpPr>
            <p:nvPr/>
          </p:nvSpPr>
          <p:spPr bwMode="auto">
            <a:xfrm>
              <a:off x="623" y="2399"/>
              <a:ext cx="81" cy="468"/>
            </a:xfrm>
            <a:custGeom>
              <a:avLst/>
              <a:gdLst>
                <a:gd name="T0" fmla="*/ 60 w 50"/>
                <a:gd name="T1" fmla="*/ 0 h 291"/>
                <a:gd name="T2" fmla="*/ 212 w 50"/>
                <a:gd name="T3" fmla="*/ 1211 h 291"/>
                <a:gd name="T4" fmla="*/ 60 w 50"/>
                <a:gd name="T5" fmla="*/ 0 h 29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0" h="291">
                  <a:moveTo>
                    <a:pt x="14" y="0"/>
                  </a:moveTo>
                  <a:cubicBezTo>
                    <a:pt x="14" y="0"/>
                    <a:pt x="0" y="121"/>
                    <a:pt x="50" y="291"/>
                  </a:cubicBezTo>
                  <a:cubicBezTo>
                    <a:pt x="50" y="291"/>
                    <a:pt x="11" y="33"/>
                    <a:pt x="14" y="0"/>
                  </a:cubicBezTo>
                  <a:close/>
                </a:path>
              </a:pathLst>
            </a:custGeom>
            <a:solidFill>
              <a:srgbClr val="7E39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</p:grpSp>
      <p:grpSp>
        <p:nvGrpSpPr>
          <p:cNvPr id="36871" name="Group 475">
            <a:extLst>
              <a:ext uri="{FF2B5EF4-FFF2-40B4-BE49-F238E27FC236}">
                <a16:creationId xmlns:a16="http://schemas.microsoft.com/office/drawing/2014/main" id="{E09703F8-E4F3-471B-BE98-5D463AACD1FE}"/>
              </a:ext>
            </a:extLst>
          </p:cNvPr>
          <p:cNvGrpSpPr>
            <a:grpSpLocks/>
          </p:cNvGrpSpPr>
          <p:nvPr/>
        </p:nvGrpSpPr>
        <p:grpSpPr bwMode="auto">
          <a:xfrm>
            <a:off x="4495800" y="6115050"/>
            <a:ext cx="700088" cy="409575"/>
            <a:chOff x="1930" y="3809"/>
            <a:chExt cx="527" cy="308"/>
          </a:xfrm>
        </p:grpSpPr>
        <p:sp>
          <p:nvSpPr>
            <p:cNvPr id="37184" name="Freeform 476">
              <a:extLst>
                <a:ext uri="{FF2B5EF4-FFF2-40B4-BE49-F238E27FC236}">
                  <a16:creationId xmlns:a16="http://schemas.microsoft.com/office/drawing/2014/main" id="{3F016912-63CB-4DFC-B7A0-7FD2DCFE09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0" y="3809"/>
              <a:ext cx="267" cy="261"/>
            </a:xfrm>
            <a:custGeom>
              <a:avLst/>
              <a:gdLst>
                <a:gd name="T0" fmla="*/ 412 w 133"/>
                <a:gd name="T1" fmla="*/ 145 h 122"/>
                <a:gd name="T2" fmla="*/ 331 w 133"/>
                <a:gd name="T3" fmla="*/ 490 h 122"/>
                <a:gd name="T4" fmla="*/ 777 w 133"/>
                <a:gd name="T5" fmla="*/ 558 h 122"/>
                <a:gd name="T6" fmla="*/ 996 w 133"/>
                <a:gd name="T7" fmla="*/ 0 h 122"/>
                <a:gd name="T8" fmla="*/ 1060 w 133"/>
                <a:gd name="T9" fmla="*/ 370 h 122"/>
                <a:gd name="T10" fmla="*/ 1004 w 133"/>
                <a:gd name="T11" fmla="*/ 961 h 122"/>
                <a:gd name="T12" fmla="*/ 544 w 133"/>
                <a:gd name="T13" fmla="*/ 1185 h 122"/>
                <a:gd name="T14" fmla="*/ 112 w 133"/>
                <a:gd name="T15" fmla="*/ 704 h 122"/>
                <a:gd name="T16" fmla="*/ 412 w 133"/>
                <a:gd name="T17" fmla="*/ 145 h 12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3" h="122">
                  <a:moveTo>
                    <a:pt x="51" y="15"/>
                  </a:moveTo>
                  <a:cubicBezTo>
                    <a:pt x="41" y="50"/>
                    <a:pt x="41" y="50"/>
                    <a:pt x="41" y="50"/>
                  </a:cubicBezTo>
                  <a:cubicBezTo>
                    <a:pt x="41" y="50"/>
                    <a:pt x="79" y="47"/>
                    <a:pt x="96" y="57"/>
                  </a:cubicBezTo>
                  <a:cubicBezTo>
                    <a:pt x="96" y="57"/>
                    <a:pt x="123" y="21"/>
                    <a:pt x="123" y="0"/>
                  </a:cubicBezTo>
                  <a:cubicBezTo>
                    <a:pt x="123" y="0"/>
                    <a:pt x="133" y="14"/>
                    <a:pt x="131" y="38"/>
                  </a:cubicBezTo>
                  <a:cubicBezTo>
                    <a:pt x="124" y="98"/>
                    <a:pt x="124" y="98"/>
                    <a:pt x="124" y="98"/>
                  </a:cubicBezTo>
                  <a:cubicBezTo>
                    <a:pt x="124" y="98"/>
                    <a:pt x="119" y="120"/>
                    <a:pt x="67" y="121"/>
                  </a:cubicBezTo>
                  <a:cubicBezTo>
                    <a:pt x="16" y="122"/>
                    <a:pt x="0" y="90"/>
                    <a:pt x="14" y="72"/>
                  </a:cubicBezTo>
                  <a:cubicBezTo>
                    <a:pt x="28" y="54"/>
                    <a:pt x="51" y="15"/>
                    <a:pt x="51" y="15"/>
                  </a:cubicBezTo>
                  <a:close/>
                </a:path>
              </a:pathLst>
            </a:custGeom>
            <a:solidFill>
              <a:srgbClr val="F7C9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185" name="Freeform 477">
              <a:extLst>
                <a:ext uri="{FF2B5EF4-FFF2-40B4-BE49-F238E27FC236}">
                  <a16:creationId xmlns:a16="http://schemas.microsoft.com/office/drawing/2014/main" id="{F65E958E-4EE3-4709-B63D-CB3A5B38D1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0" y="3809"/>
              <a:ext cx="267" cy="261"/>
            </a:xfrm>
            <a:custGeom>
              <a:avLst/>
              <a:gdLst>
                <a:gd name="T0" fmla="*/ 412 w 133"/>
                <a:gd name="T1" fmla="*/ 145 h 122"/>
                <a:gd name="T2" fmla="*/ 331 w 133"/>
                <a:gd name="T3" fmla="*/ 490 h 122"/>
                <a:gd name="T4" fmla="*/ 777 w 133"/>
                <a:gd name="T5" fmla="*/ 558 h 122"/>
                <a:gd name="T6" fmla="*/ 996 w 133"/>
                <a:gd name="T7" fmla="*/ 0 h 122"/>
                <a:gd name="T8" fmla="*/ 1060 w 133"/>
                <a:gd name="T9" fmla="*/ 370 h 122"/>
                <a:gd name="T10" fmla="*/ 1004 w 133"/>
                <a:gd name="T11" fmla="*/ 961 h 122"/>
                <a:gd name="T12" fmla="*/ 544 w 133"/>
                <a:gd name="T13" fmla="*/ 1185 h 122"/>
                <a:gd name="T14" fmla="*/ 112 w 133"/>
                <a:gd name="T15" fmla="*/ 704 h 122"/>
                <a:gd name="T16" fmla="*/ 412 w 133"/>
                <a:gd name="T17" fmla="*/ 145 h 12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3" h="122">
                  <a:moveTo>
                    <a:pt x="51" y="15"/>
                  </a:moveTo>
                  <a:cubicBezTo>
                    <a:pt x="41" y="50"/>
                    <a:pt x="41" y="50"/>
                    <a:pt x="41" y="50"/>
                  </a:cubicBezTo>
                  <a:cubicBezTo>
                    <a:pt x="41" y="50"/>
                    <a:pt x="79" y="47"/>
                    <a:pt x="96" y="57"/>
                  </a:cubicBezTo>
                  <a:cubicBezTo>
                    <a:pt x="96" y="57"/>
                    <a:pt x="123" y="21"/>
                    <a:pt x="123" y="0"/>
                  </a:cubicBezTo>
                  <a:cubicBezTo>
                    <a:pt x="123" y="0"/>
                    <a:pt x="133" y="14"/>
                    <a:pt x="131" y="38"/>
                  </a:cubicBezTo>
                  <a:cubicBezTo>
                    <a:pt x="124" y="98"/>
                    <a:pt x="124" y="98"/>
                    <a:pt x="124" y="98"/>
                  </a:cubicBezTo>
                  <a:cubicBezTo>
                    <a:pt x="124" y="98"/>
                    <a:pt x="119" y="120"/>
                    <a:pt x="67" y="121"/>
                  </a:cubicBezTo>
                  <a:cubicBezTo>
                    <a:pt x="16" y="122"/>
                    <a:pt x="0" y="90"/>
                    <a:pt x="14" y="72"/>
                  </a:cubicBezTo>
                  <a:cubicBezTo>
                    <a:pt x="28" y="54"/>
                    <a:pt x="51" y="15"/>
                    <a:pt x="51" y="15"/>
                  </a:cubicBez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186" name="Freeform 478">
              <a:extLst>
                <a:ext uri="{FF2B5EF4-FFF2-40B4-BE49-F238E27FC236}">
                  <a16:creationId xmlns:a16="http://schemas.microsoft.com/office/drawing/2014/main" id="{F7F4AABB-962D-48F3-B902-3A2765D755C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0" y="3843"/>
              <a:ext cx="144" cy="75"/>
            </a:xfrm>
            <a:custGeom>
              <a:avLst/>
              <a:gdLst>
                <a:gd name="T0" fmla="*/ 0 w 72"/>
                <a:gd name="T1" fmla="*/ 249 h 35"/>
                <a:gd name="T2" fmla="*/ 528 w 72"/>
                <a:gd name="T3" fmla="*/ 345 h 35"/>
                <a:gd name="T4" fmla="*/ 576 w 72"/>
                <a:gd name="T5" fmla="*/ 234 h 35"/>
                <a:gd name="T6" fmla="*/ 32 w 72"/>
                <a:gd name="T7" fmla="*/ 156 h 35"/>
                <a:gd name="T8" fmla="*/ 0 w 72"/>
                <a:gd name="T9" fmla="*/ 249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2" h="35">
                  <a:moveTo>
                    <a:pt x="0" y="25"/>
                  </a:moveTo>
                  <a:cubicBezTo>
                    <a:pt x="0" y="25"/>
                    <a:pt x="39" y="11"/>
                    <a:pt x="66" y="35"/>
                  </a:cubicBezTo>
                  <a:cubicBezTo>
                    <a:pt x="72" y="24"/>
                    <a:pt x="72" y="24"/>
                    <a:pt x="72" y="24"/>
                  </a:cubicBezTo>
                  <a:cubicBezTo>
                    <a:pt x="72" y="24"/>
                    <a:pt x="38" y="0"/>
                    <a:pt x="4" y="16"/>
                  </a:cubicBezTo>
                  <a:lnTo>
                    <a:pt x="0" y="25"/>
                  </a:lnTo>
                  <a:close/>
                </a:path>
              </a:pathLst>
            </a:custGeom>
            <a:solidFill>
              <a:srgbClr val="F7C9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187" name="Freeform 479">
              <a:extLst>
                <a:ext uri="{FF2B5EF4-FFF2-40B4-BE49-F238E27FC236}">
                  <a16:creationId xmlns:a16="http://schemas.microsoft.com/office/drawing/2014/main" id="{FB936BAB-7391-4CF3-BB59-483998F147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0" y="3843"/>
              <a:ext cx="144" cy="75"/>
            </a:xfrm>
            <a:custGeom>
              <a:avLst/>
              <a:gdLst>
                <a:gd name="T0" fmla="*/ 0 w 72"/>
                <a:gd name="T1" fmla="*/ 249 h 35"/>
                <a:gd name="T2" fmla="*/ 528 w 72"/>
                <a:gd name="T3" fmla="*/ 345 h 35"/>
                <a:gd name="T4" fmla="*/ 576 w 72"/>
                <a:gd name="T5" fmla="*/ 234 h 35"/>
                <a:gd name="T6" fmla="*/ 32 w 72"/>
                <a:gd name="T7" fmla="*/ 156 h 35"/>
                <a:gd name="T8" fmla="*/ 0 w 72"/>
                <a:gd name="T9" fmla="*/ 249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2" h="35">
                  <a:moveTo>
                    <a:pt x="0" y="25"/>
                  </a:moveTo>
                  <a:cubicBezTo>
                    <a:pt x="0" y="25"/>
                    <a:pt x="39" y="11"/>
                    <a:pt x="66" y="35"/>
                  </a:cubicBezTo>
                  <a:cubicBezTo>
                    <a:pt x="72" y="24"/>
                    <a:pt x="72" y="24"/>
                    <a:pt x="72" y="24"/>
                  </a:cubicBezTo>
                  <a:cubicBezTo>
                    <a:pt x="72" y="24"/>
                    <a:pt x="38" y="0"/>
                    <a:pt x="4" y="16"/>
                  </a:cubicBezTo>
                  <a:lnTo>
                    <a:pt x="0" y="25"/>
                  </a:lnTo>
                  <a:close/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188" name="Freeform 480">
              <a:extLst>
                <a:ext uri="{FF2B5EF4-FFF2-40B4-BE49-F238E27FC236}">
                  <a16:creationId xmlns:a16="http://schemas.microsoft.com/office/drawing/2014/main" id="{818410CB-A1A2-45CC-8905-96CA212ACE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6" y="3854"/>
              <a:ext cx="126" cy="60"/>
            </a:xfrm>
            <a:custGeom>
              <a:avLst/>
              <a:gdLst>
                <a:gd name="T0" fmla="*/ 0 w 63"/>
                <a:gd name="T1" fmla="*/ 165 h 28"/>
                <a:gd name="T2" fmla="*/ 504 w 63"/>
                <a:gd name="T3" fmla="*/ 276 h 28"/>
                <a:gd name="T4" fmla="*/ 0 w 63"/>
                <a:gd name="T5" fmla="*/ 165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3" h="28">
                  <a:moveTo>
                    <a:pt x="0" y="17"/>
                  </a:moveTo>
                  <a:cubicBezTo>
                    <a:pt x="0" y="17"/>
                    <a:pt x="38" y="5"/>
                    <a:pt x="63" y="28"/>
                  </a:cubicBezTo>
                  <a:cubicBezTo>
                    <a:pt x="63" y="28"/>
                    <a:pt x="42" y="0"/>
                    <a:pt x="0" y="17"/>
                  </a:cubicBezTo>
                  <a:close/>
                </a:path>
              </a:pathLst>
            </a:custGeom>
            <a:solidFill>
              <a:srgbClr val="FAE0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189" name="Freeform 481">
              <a:extLst>
                <a:ext uri="{FF2B5EF4-FFF2-40B4-BE49-F238E27FC236}">
                  <a16:creationId xmlns:a16="http://schemas.microsoft.com/office/drawing/2014/main" id="{2267161A-DBBD-4E08-B072-30A88DCFDD7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8" y="4016"/>
              <a:ext cx="212" cy="101"/>
            </a:xfrm>
            <a:custGeom>
              <a:avLst/>
              <a:gdLst>
                <a:gd name="T0" fmla="*/ 0 w 106"/>
                <a:gd name="T1" fmla="*/ 0 h 47"/>
                <a:gd name="T2" fmla="*/ 848 w 106"/>
                <a:gd name="T3" fmla="*/ 9 h 47"/>
                <a:gd name="T4" fmla="*/ 0 w 106"/>
                <a:gd name="T5" fmla="*/ 0 h 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6" h="47">
                  <a:moveTo>
                    <a:pt x="0" y="0"/>
                  </a:moveTo>
                  <a:cubicBezTo>
                    <a:pt x="0" y="0"/>
                    <a:pt x="52" y="38"/>
                    <a:pt x="106" y="1"/>
                  </a:cubicBezTo>
                  <a:cubicBezTo>
                    <a:pt x="106" y="1"/>
                    <a:pt x="58" y="47"/>
                    <a:pt x="0" y="0"/>
                  </a:cubicBezTo>
                  <a:close/>
                </a:path>
              </a:pathLst>
            </a:custGeom>
            <a:solidFill>
              <a:srgbClr val="F2A8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190" name="Freeform 482">
              <a:extLst>
                <a:ext uri="{FF2B5EF4-FFF2-40B4-BE49-F238E27FC236}">
                  <a16:creationId xmlns:a16="http://schemas.microsoft.com/office/drawing/2014/main" id="{21C0C08E-1790-4E7E-9E33-3258899FB4C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2" y="4008"/>
              <a:ext cx="176" cy="75"/>
            </a:xfrm>
            <a:custGeom>
              <a:avLst/>
              <a:gdLst>
                <a:gd name="T0" fmla="*/ 0 w 88"/>
                <a:gd name="T1" fmla="*/ 0 h 35"/>
                <a:gd name="T2" fmla="*/ 704 w 88"/>
                <a:gd name="T3" fmla="*/ 148 h 3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8" h="35">
                  <a:moveTo>
                    <a:pt x="0" y="0"/>
                  </a:moveTo>
                  <a:cubicBezTo>
                    <a:pt x="0" y="0"/>
                    <a:pt x="32" y="35"/>
                    <a:pt x="88" y="15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191" name="Freeform 483">
              <a:extLst>
                <a:ext uri="{FF2B5EF4-FFF2-40B4-BE49-F238E27FC236}">
                  <a16:creationId xmlns:a16="http://schemas.microsoft.com/office/drawing/2014/main" id="{236FAB71-EDBD-4718-9E3A-E10849B28D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4" y="3828"/>
              <a:ext cx="112" cy="206"/>
            </a:xfrm>
            <a:custGeom>
              <a:avLst/>
              <a:gdLst>
                <a:gd name="T0" fmla="*/ 416 w 56"/>
                <a:gd name="T1" fmla="*/ 0 h 96"/>
                <a:gd name="T2" fmla="*/ 440 w 56"/>
                <a:gd name="T3" fmla="*/ 77 h 96"/>
                <a:gd name="T4" fmla="*/ 448 w 56"/>
                <a:gd name="T5" fmla="*/ 189 h 96"/>
                <a:gd name="T6" fmla="*/ 440 w 56"/>
                <a:gd name="T7" fmla="*/ 326 h 96"/>
                <a:gd name="T8" fmla="*/ 392 w 56"/>
                <a:gd name="T9" fmla="*/ 654 h 96"/>
                <a:gd name="T10" fmla="*/ 360 w 56"/>
                <a:gd name="T11" fmla="*/ 860 h 96"/>
                <a:gd name="T12" fmla="*/ 296 w 56"/>
                <a:gd name="T13" fmla="*/ 871 h 96"/>
                <a:gd name="T14" fmla="*/ 224 w 56"/>
                <a:gd name="T15" fmla="*/ 897 h 96"/>
                <a:gd name="T16" fmla="*/ 136 w 56"/>
                <a:gd name="T17" fmla="*/ 929 h 96"/>
                <a:gd name="T18" fmla="*/ 72 w 56"/>
                <a:gd name="T19" fmla="*/ 948 h 96"/>
                <a:gd name="T20" fmla="*/ 0 w 56"/>
                <a:gd name="T21" fmla="*/ 940 h 96"/>
                <a:gd name="T22" fmla="*/ 48 w 56"/>
                <a:gd name="T23" fmla="*/ 921 h 96"/>
                <a:gd name="T24" fmla="*/ 144 w 56"/>
                <a:gd name="T25" fmla="*/ 828 h 96"/>
                <a:gd name="T26" fmla="*/ 208 w 56"/>
                <a:gd name="T27" fmla="*/ 732 h 96"/>
                <a:gd name="T28" fmla="*/ 224 w 56"/>
                <a:gd name="T29" fmla="*/ 639 h 96"/>
                <a:gd name="T30" fmla="*/ 224 w 56"/>
                <a:gd name="T31" fmla="*/ 554 h 96"/>
                <a:gd name="T32" fmla="*/ 232 w 56"/>
                <a:gd name="T33" fmla="*/ 494 h 96"/>
                <a:gd name="T34" fmla="*/ 256 w 56"/>
                <a:gd name="T35" fmla="*/ 423 h 96"/>
                <a:gd name="T36" fmla="*/ 352 w 56"/>
                <a:gd name="T37" fmla="*/ 285 h 96"/>
                <a:gd name="T38" fmla="*/ 392 w 56"/>
                <a:gd name="T39" fmla="*/ 148 h 96"/>
                <a:gd name="T40" fmla="*/ 424 w 56"/>
                <a:gd name="T41" fmla="*/ 9 h 9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56" h="96">
                  <a:moveTo>
                    <a:pt x="52" y="0"/>
                  </a:moveTo>
                  <a:cubicBezTo>
                    <a:pt x="53" y="3"/>
                    <a:pt x="54" y="5"/>
                    <a:pt x="55" y="8"/>
                  </a:cubicBezTo>
                  <a:cubicBezTo>
                    <a:pt x="56" y="12"/>
                    <a:pt x="55" y="15"/>
                    <a:pt x="56" y="19"/>
                  </a:cubicBezTo>
                  <a:cubicBezTo>
                    <a:pt x="56" y="23"/>
                    <a:pt x="56" y="29"/>
                    <a:pt x="55" y="33"/>
                  </a:cubicBezTo>
                  <a:cubicBezTo>
                    <a:pt x="53" y="44"/>
                    <a:pt x="50" y="55"/>
                    <a:pt x="49" y="66"/>
                  </a:cubicBezTo>
                  <a:cubicBezTo>
                    <a:pt x="49" y="72"/>
                    <a:pt x="51" y="84"/>
                    <a:pt x="45" y="87"/>
                  </a:cubicBezTo>
                  <a:cubicBezTo>
                    <a:pt x="42" y="88"/>
                    <a:pt x="40" y="88"/>
                    <a:pt x="37" y="88"/>
                  </a:cubicBezTo>
                  <a:cubicBezTo>
                    <a:pt x="34" y="89"/>
                    <a:pt x="31" y="90"/>
                    <a:pt x="28" y="91"/>
                  </a:cubicBezTo>
                  <a:cubicBezTo>
                    <a:pt x="25" y="91"/>
                    <a:pt x="21" y="93"/>
                    <a:pt x="17" y="94"/>
                  </a:cubicBezTo>
                  <a:cubicBezTo>
                    <a:pt x="14" y="95"/>
                    <a:pt x="12" y="96"/>
                    <a:pt x="9" y="96"/>
                  </a:cubicBezTo>
                  <a:cubicBezTo>
                    <a:pt x="6" y="96"/>
                    <a:pt x="3" y="95"/>
                    <a:pt x="0" y="95"/>
                  </a:cubicBezTo>
                  <a:cubicBezTo>
                    <a:pt x="1" y="94"/>
                    <a:pt x="5" y="93"/>
                    <a:pt x="6" y="93"/>
                  </a:cubicBezTo>
                  <a:cubicBezTo>
                    <a:pt x="11" y="90"/>
                    <a:pt x="14" y="87"/>
                    <a:pt x="18" y="84"/>
                  </a:cubicBezTo>
                  <a:cubicBezTo>
                    <a:pt x="21" y="81"/>
                    <a:pt x="24" y="78"/>
                    <a:pt x="26" y="74"/>
                  </a:cubicBezTo>
                  <a:cubicBezTo>
                    <a:pt x="27" y="71"/>
                    <a:pt x="27" y="68"/>
                    <a:pt x="28" y="65"/>
                  </a:cubicBezTo>
                  <a:cubicBezTo>
                    <a:pt x="28" y="62"/>
                    <a:pt x="29" y="59"/>
                    <a:pt x="28" y="56"/>
                  </a:cubicBezTo>
                  <a:cubicBezTo>
                    <a:pt x="28" y="53"/>
                    <a:pt x="28" y="52"/>
                    <a:pt x="29" y="50"/>
                  </a:cubicBezTo>
                  <a:cubicBezTo>
                    <a:pt x="29" y="48"/>
                    <a:pt x="30" y="44"/>
                    <a:pt x="32" y="43"/>
                  </a:cubicBezTo>
                  <a:cubicBezTo>
                    <a:pt x="35" y="51"/>
                    <a:pt x="43" y="32"/>
                    <a:pt x="44" y="29"/>
                  </a:cubicBezTo>
                  <a:cubicBezTo>
                    <a:pt x="41" y="26"/>
                    <a:pt x="48" y="19"/>
                    <a:pt x="49" y="15"/>
                  </a:cubicBezTo>
                  <a:cubicBezTo>
                    <a:pt x="51" y="11"/>
                    <a:pt x="52" y="5"/>
                    <a:pt x="53" y="1"/>
                  </a:cubicBezTo>
                </a:path>
              </a:pathLst>
            </a:custGeom>
            <a:solidFill>
              <a:srgbClr val="F2A8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192" name="Freeform 484">
              <a:extLst>
                <a:ext uri="{FF2B5EF4-FFF2-40B4-BE49-F238E27FC236}">
                  <a16:creationId xmlns:a16="http://schemas.microsoft.com/office/drawing/2014/main" id="{3817E872-2FAB-4D63-A280-C0ED690F336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8" y="3895"/>
              <a:ext cx="58" cy="141"/>
            </a:xfrm>
            <a:custGeom>
              <a:avLst/>
              <a:gdLst>
                <a:gd name="T0" fmla="*/ 216 w 29"/>
                <a:gd name="T1" fmla="*/ 28 h 66"/>
                <a:gd name="T2" fmla="*/ 32 w 29"/>
                <a:gd name="T3" fmla="*/ 361 h 66"/>
                <a:gd name="T4" fmla="*/ 80 w 29"/>
                <a:gd name="T5" fmla="*/ 538 h 66"/>
                <a:gd name="T6" fmla="*/ 152 w 29"/>
                <a:gd name="T7" fmla="*/ 594 h 66"/>
                <a:gd name="T8" fmla="*/ 232 w 29"/>
                <a:gd name="T9" fmla="*/ 643 h 66"/>
                <a:gd name="T10" fmla="*/ 184 w 29"/>
                <a:gd name="T11" fmla="*/ 594 h 66"/>
                <a:gd name="T12" fmla="*/ 112 w 29"/>
                <a:gd name="T13" fmla="*/ 547 h 66"/>
                <a:gd name="T14" fmla="*/ 120 w 29"/>
                <a:gd name="T15" fmla="*/ 378 h 66"/>
                <a:gd name="T16" fmla="*/ 200 w 29"/>
                <a:gd name="T17" fmla="*/ 165 h 66"/>
                <a:gd name="T18" fmla="*/ 224 w 29"/>
                <a:gd name="T19" fmla="*/ 0 h 6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9" h="66">
                  <a:moveTo>
                    <a:pt x="27" y="3"/>
                  </a:moveTo>
                  <a:cubicBezTo>
                    <a:pt x="21" y="15"/>
                    <a:pt x="11" y="25"/>
                    <a:pt x="4" y="37"/>
                  </a:cubicBezTo>
                  <a:cubicBezTo>
                    <a:pt x="0" y="44"/>
                    <a:pt x="5" y="51"/>
                    <a:pt x="10" y="55"/>
                  </a:cubicBezTo>
                  <a:cubicBezTo>
                    <a:pt x="13" y="58"/>
                    <a:pt x="16" y="59"/>
                    <a:pt x="19" y="61"/>
                  </a:cubicBezTo>
                  <a:cubicBezTo>
                    <a:pt x="22" y="62"/>
                    <a:pt x="27" y="63"/>
                    <a:pt x="29" y="66"/>
                  </a:cubicBezTo>
                  <a:cubicBezTo>
                    <a:pt x="27" y="65"/>
                    <a:pt x="25" y="63"/>
                    <a:pt x="23" y="61"/>
                  </a:cubicBezTo>
                  <a:cubicBezTo>
                    <a:pt x="20" y="59"/>
                    <a:pt x="16" y="58"/>
                    <a:pt x="14" y="56"/>
                  </a:cubicBezTo>
                  <a:cubicBezTo>
                    <a:pt x="9" y="51"/>
                    <a:pt x="12" y="44"/>
                    <a:pt x="15" y="39"/>
                  </a:cubicBezTo>
                  <a:cubicBezTo>
                    <a:pt x="19" y="32"/>
                    <a:pt x="22" y="25"/>
                    <a:pt x="25" y="17"/>
                  </a:cubicBezTo>
                  <a:cubicBezTo>
                    <a:pt x="27" y="12"/>
                    <a:pt x="29" y="6"/>
                    <a:pt x="28" y="0"/>
                  </a:cubicBezTo>
                </a:path>
              </a:pathLst>
            </a:custGeom>
            <a:solidFill>
              <a:srgbClr val="FAE0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193" name="Freeform 485">
              <a:extLst>
                <a:ext uri="{FF2B5EF4-FFF2-40B4-BE49-F238E27FC236}">
                  <a16:creationId xmlns:a16="http://schemas.microsoft.com/office/drawing/2014/main" id="{53CDA2DE-B6BD-4452-91C0-C75049154B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1" y="3809"/>
              <a:ext cx="266" cy="261"/>
            </a:xfrm>
            <a:custGeom>
              <a:avLst/>
              <a:gdLst>
                <a:gd name="T0" fmla="*/ 656 w 133"/>
                <a:gd name="T1" fmla="*/ 145 h 122"/>
                <a:gd name="T2" fmla="*/ 728 w 133"/>
                <a:gd name="T3" fmla="*/ 490 h 122"/>
                <a:gd name="T4" fmla="*/ 296 w 133"/>
                <a:gd name="T5" fmla="*/ 558 h 122"/>
                <a:gd name="T6" fmla="*/ 72 w 133"/>
                <a:gd name="T7" fmla="*/ 0 h 122"/>
                <a:gd name="T8" fmla="*/ 8 w 133"/>
                <a:gd name="T9" fmla="*/ 370 h 122"/>
                <a:gd name="T10" fmla="*/ 64 w 133"/>
                <a:gd name="T11" fmla="*/ 961 h 122"/>
                <a:gd name="T12" fmla="*/ 520 w 133"/>
                <a:gd name="T13" fmla="*/ 1185 h 122"/>
                <a:gd name="T14" fmla="*/ 952 w 133"/>
                <a:gd name="T15" fmla="*/ 704 h 122"/>
                <a:gd name="T16" fmla="*/ 656 w 133"/>
                <a:gd name="T17" fmla="*/ 145 h 12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3" h="122">
                  <a:moveTo>
                    <a:pt x="82" y="15"/>
                  </a:moveTo>
                  <a:cubicBezTo>
                    <a:pt x="91" y="50"/>
                    <a:pt x="91" y="50"/>
                    <a:pt x="91" y="50"/>
                  </a:cubicBezTo>
                  <a:cubicBezTo>
                    <a:pt x="91" y="50"/>
                    <a:pt x="53" y="47"/>
                    <a:pt x="37" y="57"/>
                  </a:cubicBezTo>
                  <a:cubicBezTo>
                    <a:pt x="37" y="57"/>
                    <a:pt x="10" y="21"/>
                    <a:pt x="9" y="0"/>
                  </a:cubicBezTo>
                  <a:cubicBezTo>
                    <a:pt x="9" y="0"/>
                    <a:pt x="0" y="14"/>
                    <a:pt x="1" y="38"/>
                  </a:cubicBezTo>
                  <a:cubicBezTo>
                    <a:pt x="8" y="98"/>
                    <a:pt x="8" y="98"/>
                    <a:pt x="8" y="98"/>
                  </a:cubicBezTo>
                  <a:cubicBezTo>
                    <a:pt x="8" y="98"/>
                    <a:pt x="13" y="120"/>
                    <a:pt x="65" y="121"/>
                  </a:cubicBezTo>
                  <a:cubicBezTo>
                    <a:pt x="117" y="122"/>
                    <a:pt x="133" y="90"/>
                    <a:pt x="119" y="72"/>
                  </a:cubicBezTo>
                  <a:cubicBezTo>
                    <a:pt x="105" y="54"/>
                    <a:pt x="82" y="15"/>
                    <a:pt x="82" y="15"/>
                  </a:cubicBezTo>
                  <a:close/>
                </a:path>
              </a:pathLst>
            </a:custGeom>
            <a:solidFill>
              <a:srgbClr val="F7C9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194" name="Freeform 486">
              <a:extLst>
                <a:ext uri="{FF2B5EF4-FFF2-40B4-BE49-F238E27FC236}">
                  <a16:creationId xmlns:a16="http://schemas.microsoft.com/office/drawing/2014/main" id="{105DE6A8-EF68-4710-89DC-BD0C4BE2D92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1" y="3809"/>
              <a:ext cx="266" cy="261"/>
            </a:xfrm>
            <a:custGeom>
              <a:avLst/>
              <a:gdLst>
                <a:gd name="T0" fmla="*/ 656 w 133"/>
                <a:gd name="T1" fmla="*/ 145 h 122"/>
                <a:gd name="T2" fmla="*/ 728 w 133"/>
                <a:gd name="T3" fmla="*/ 490 h 122"/>
                <a:gd name="T4" fmla="*/ 296 w 133"/>
                <a:gd name="T5" fmla="*/ 558 h 122"/>
                <a:gd name="T6" fmla="*/ 72 w 133"/>
                <a:gd name="T7" fmla="*/ 0 h 122"/>
                <a:gd name="T8" fmla="*/ 8 w 133"/>
                <a:gd name="T9" fmla="*/ 370 h 122"/>
                <a:gd name="T10" fmla="*/ 64 w 133"/>
                <a:gd name="T11" fmla="*/ 961 h 122"/>
                <a:gd name="T12" fmla="*/ 520 w 133"/>
                <a:gd name="T13" fmla="*/ 1185 h 122"/>
                <a:gd name="T14" fmla="*/ 952 w 133"/>
                <a:gd name="T15" fmla="*/ 704 h 122"/>
                <a:gd name="T16" fmla="*/ 656 w 133"/>
                <a:gd name="T17" fmla="*/ 145 h 12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3" h="122">
                  <a:moveTo>
                    <a:pt x="82" y="15"/>
                  </a:moveTo>
                  <a:cubicBezTo>
                    <a:pt x="91" y="50"/>
                    <a:pt x="91" y="50"/>
                    <a:pt x="91" y="50"/>
                  </a:cubicBezTo>
                  <a:cubicBezTo>
                    <a:pt x="91" y="50"/>
                    <a:pt x="53" y="47"/>
                    <a:pt x="37" y="57"/>
                  </a:cubicBezTo>
                  <a:cubicBezTo>
                    <a:pt x="37" y="57"/>
                    <a:pt x="10" y="21"/>
                    <a:pt x="9" y="0"/>
                  </a:cubicBezTo>
                  <a:cubicBezTo>
                    <a:pt x="9" y="0"/>
                    <a:pt x="0" y="14"/>
                    <a:pt x="1" y="38"/>
                  </a:cubicBezTo>
                  <a:cubicBezTo>
                    <a:pt x="8" y="98"/>
                    <a:pt x="8" y="98"/>
                    <a:pt x="8" y="98"/>
                  </a:cubicBezTo>
                  <a:cubicBezTo>
                    <a:pt x="8" y="98"/>
                    <a:pt x="13" y="120"/>
                    <a:pt x="65" y="121"/>
                  </a:cubicBezTo>
                  <a:cubicBezTo>
                    <a:pt x="117" y="122"/>
                    <a:pt x="133" y="90"/>
                    <a:pt x="119" y="72"/>
                  </a:cubicBezTo>
                  <a:cubicBezTo>
                    <a:pt x="105" y="54"/>
                    <a:pt x="82" y="15"/>
                    <a:pt x="82" y="15"/>
                  </a:cubicBez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195" name="Freeform 487">
              <a:extLst>
                <a:ext uri="{FF2B5EF4-FFF2-40B4-BE49-F238E27FC236}">
                  <a16:creationId xmlns:a16="http://schemas.microsoft.com/office/drawing/2014/main" id="{262CC7BC-8C3E-4061-8D1E-761A873F3D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1" y="3843"/>
              <a:ext cx="146" cy="75"/>
            </a:xfrm>
            <a:custGeom>
              <a:avLst/>
              <a:gdLst>
                <a:gd name="T0" fmla="*/ 584 w 73"/>
                <a:gd name="T1" fmla="*/ 249 h 35"/>
                <a:gd name="T2" fmla="*/ 56 w 73"/>
                <a:gd name="T3" fmla="*/ 345 h 35"/>
                <a:gd name="T4" fmla="*/ 0 w 73"/>
                <a:gd name="T5" fmla="*/ 234 h 35"/>
                <a:gd name="T6" fmla="*/ 544 w 73"/>
                <a:gd name="T7" fmla="*/ 156 h 35"/>
                <a:gd name="T8" fmla="*/ 584 w 73"/>
                <a:gd name="T9" fmla="*/ 249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3" h="35">
                  <a:moveTo>
                    <a:pt x="73" y="25"/>
                  </a:moveTo>
                  <a:cubicBezTo>
                    <a:pt x="73" y="25"/>
                    <a:pt x="33" y="11"/>
                    <a:pt x="7" y="35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0" y="24"/>
                    <a:pt x="35" y="0"/>
                    <a:pt x="68" y="16"/>
                  </a:cubicBezTo>
                  <a:lnTo>
                    <a:pt x="73" y="25"/>
                  </a:lnTo>
                  <a:close/>
                </a:path>
              </a:pathLst>
            </a:custGeom>
            <a:solidFill>
              <a:srgbClr val="F7C9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196" name="Freeform 488">
              <a:extLst>
                <a:ext uri="{FF2B5EF4-FFF2-40B4-BE49-F238E27FC236}">
                  <a16:creationId xmlns:a16="http://schemas.microsoft.com/office/drawing/2014/main" id="{0B3A7663-4092-4327-9207-328D0DF14B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1" y="3843"/>
              <a:ext cx="146" cy="75"/>
            </a:xfrm>
            <a:custGeom>
              <a:avLst/>
              <a:gdLst>
                <a:gd name="T0" fmla="*/ 584 w 73"/>
                <a:gd name="T1" fmla="*/ 249 h 35"/>
                <a:gd name="T2" fmla="*/ 56 w 73"/>
                <a:gd name="T3" fmla="*/ 345 h 35"/>
                <a:gd name="T4" fmla="*/ 0 w 73"/>
                <a:gd name="T5" fmla="*/ 234 h 35"/>
                <a:gd name="T6" fmla="*/ 544 w 73"/>
                <a:gd name="T7" fmla="*/ 156 h 35"/>
                <a:gd name="T8" fmla="*/ 584 w 73"/>
                <a:gd name="T9" fmla="*/ 249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3" h="35">
                  <a:moveTo>
                    <a:pt x="73" y="25"/>
                  </a:moveTo>
                  <a:cubicBezTo>
                    <a:pt x="73" y="25"/>
                    <a:pt x="33" y="11"/>
                    <a:pt x="7" y="35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0" y="24"/>
                    <a:pt x="35" y="0"/>
                    <a:pt x="68" y="16"/>
                  </a:cubicBezTo>
                  <a:lnTo>
                    <a:pt x="73" y="25"/>
                  </a:lnTo>
                  <a:close/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197" name="Freeform 489">
              <a:extLst>
                <a:ext uri="{FF2B5EF4-FFF2-40B4-BE49-F238E27FC236}">
                  <a16:creationId xmlns:a16="http://schemas.microsoft.com/office/drawing/2014/main" id="{2E62D2A5-D3AB-413A-96BF-87E9B060679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5" y="3854"/>
              <a:ext cx="126" cy="60"/>
            </a:xfrm>
            <a:custGeom>
              <a:avLst/>
              <a:gdLst>
                <a:gd name="T0" fmla="*/ 504 w 63"/>
                <a:gd name="T1" fmla="*/ 165 h 28"/>
                <a:gd name="T2" fmla="*/ 0 w 63"/>
                <a:gd name="T3" fmla="*/ 276 h 28"/>
                <a:gd name="T4" fmla="*/ 504 w 63"/>
                <a:gd name="T5" fmla="*/ 165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3" h="28">
                  <a:moveTo>
                    <a:pt x="63" y="17"/>
                  </a:moveTo>
                  <a:cubicBezTo>
                    <a:pt x="63" y="17"/>
                    <a:pt x="24" y="5"/>
                    <a:pt x="0" y="28"/>
                  </a:cubicBezTo>
                  <a:cubicBezTo>
                    <a:pt x="0" y="28"/>
                    <a:pt x="20" y="0"/>
                    <a:pt x="63" y="17"/>
                  </a:cubicBezTo>
                  <a:close/>
                </a:path>
              </a:pathLst>
            </a:custGeom>
            <a:solidFill>
              <a:srgbClr val="FAE0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198" name="Freeform 490">
              <a:extLst>
                <a:ext uri="{FF2B5EF4-FFF2-40B4-BE49-F238E27FC236}">
                  <a16:creationId xmlns:a16="http://schemas.microsoft.com/office/drawing/2014/main" id="{F8D7EC21-8F2D-4BD7-82E7-875005003C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5" y="4016"/>
              <a:ext cx="212" cy="101"/>
            </a:xfrm>
            <a:custGeom>
              <a:avLst/>
              <a:gdLst>
                <a:gd name="T0" fmla="*/ 848 w 106"/>
                <a:gd name="T1" fmla="*/ 0 h 47"/>
                <a:gd name="T2" fmla="*/ 0 w 106"/>
                <a:gd name="T3" fmla="*/ 9 h 47"/>
                <a:gd name="T4" fmla="*/ 848 w 106"/>
                <a:gd name="T5" fmla="*/ 0 h 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6" h="47">
                  <a:moveTo>
                    <a:pt x="106" y="0"/>
                  </a:moveTo>
                  <a:cubicBezTo>
                    <a:pt x="106" y="0"/>
                    <a:pt x="54" y="38"/>
                    <a:pt x="0" y="1"/>
                  </a:cubicBezTo>
                  <a:cubicBezTo>
                    <a:pt x="0" y="1"/>
                    <a:pt x="48" y="47"/>
                    <a:pt x="106" y="0"/>
                  </a:cubicBezTo>
                  <a:close/>
                </a:path>
              </a:pathLst>
            </a:custGeom>
            <a:solidFill>
              <a:srgbClr val="F2A8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199" name="Freeform 491">
              <a:extLst>
                <a:ext uri="{FF2B5EF4-FFF2-40B4-BE49-F238E27FC236}">
                  <a16:creationId xmlns:a16="http://schemas.microsoft.com/office/drawing/2014/main" id="{AEFFD031-331F-43D8-8D88-A16F5BC0ADB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7" y="4008"/>
              <a:ext cx="178" cy="75"/>
            </a:xfrm>
            <a:custGeom>
              <a:avLst/>
              <a:gdLst>
                <a:gd name="T0" fmla="*/ 712 w 89"/>
                <a:gd name="T1" fmla="*/ 0 h 35"/>
                <a:gd name="T2" fmla="*/ 0 w 89"/>
                <a:gd name="T3" fmla="*/ 148 h 3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9" h="35">
                  <a:moveTo>
                    <a:pt x="89" y="0"/>
                  </a:moveTo>
                  <a:cubicBezTo>
                    <a:pt x="89" y="0"/>
                    <a:pt x="56" y="35"/>
                    <a:pt x="0" y="15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200" name="Freeform 492">
              <a:extLst>
                <a:ext uri="{FF2B5EF4-FFF2-40B4-BE49-F238E27FC236}">
                  <a16:creationId xmlns:a16="http://schemas.microsoft.com/office/drawing/2014/main" id="{6991A557-786D-4309-B18B-EA062203F61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1" y="3828"/>
              <a:ext cx="112" cy="206"/>
            </a:xfrm>
            <a:custGeom>
              <a:avLst/>
              <a:gdLst>
                <a:gd name="T0" fmla="*/ 24 w 56"/>
                <a:gd name="T1" fmla="*/ 0 h 96"/>
                <a:gd name="T2" fmla="*/ 0 w 56"/>
                <a:gd name="T3" fmla="*/ 77 h 96"/>
                <a:gd name="T4" fmla="*/ 0 w 56"/>
                <a:gd name="T5" fmla="*/ 189 h 96"/>
                <a:gd name="T6" fmla="*/ 8 w 56"/>
                <a:gd name="T7" fmla="*/ 326 h 96"/>
                <a:gd name="T8" fmla="*/ 48 w 56"/>
                <a:gd name="T9" fmla="*/ 654 h 96"/>
                <a:gd name="T10" fmla="*/ 88 w 56"/>
                <a:gd name="T11" fmla="*/ 860 h 96"/>
                <a:gd name="T12" fmla="*/ 144 w 56"/>
                <a:gd name="T13" fmla="*/ 871 h 96"/>
                <a:gd name="T14" fmla="*/ 216 w 56"/>
                <a:gd name="T15" fmla="*/ 897 h 96"/>
                <a:gd name="T16" fmla="*/ 304 w 56"/>
                <a:gd name="T17" fmla="*/ 929 h 96"/>
                <a:gd name="T18" fmla="*/ 376 w 56"/>
                <a:gd name="T19" fmla="*/ 948 h 96"/>
                <a:gd name="T20" fmla="*/ 448 w 56"/>
                <a:gd name="T21" fmla="*/ 940 h 96"/>
                <a:gd name="T22" fmla="*/ 392 w 56"/>
                <a:gd name="T23" fmla="*/ 921 h 96"/>
                <a:gd name="T24" fmla="*/ 296 w 56"/>
                <a:gd name="T25" fmla="*/ 828 h 96"/>
                <a:gd name="T26" fmla="*/ 240 w 56"/>
                <a:gd name="T27" fmla="*/ 732 h 96"/>
                <a:gd name="T28" fmla="*/ 224 w 56"/>
                <a:gd name="T29" fmla="*/ 639 h 96"/>
                <a:gd name="T30" fmla="*/ 216 w 56"/>
                <a:gd name="T31" fmla="*/ 554 h 96"/>
                <a:gd name="T32" fmla="*/ 216 w 56"/>
                <a:gd name="T33" fmla="*/ 494 h 96"/>
                <a:gd name="T34" fmla="*/ 192 w 56"/>
                <a:gd name="T35" fmla="*/ 423 h 96"/>
                <a:gd name="T36" fmla="*/ 88 w 56"/>
                <a:gd name="T37" fmla="*/ 285 h 96"/>
                <a:gd name="T38" fmla="*/ 48 w 56"/>
                <a:gd name="T39" fmla="*/ 148 h 96"/>
                <a:gd name="T40" fmla="*/ 24 w 56"/>
                <a:gd name="T41" fmla="*/ 9 h 9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56" h="96">
                  <a:moveTo>
                    <a:pt x="3" y="0"/>
                  </a:moveTo>
                  <a:cubicBezTo>
                    <a:pt x="3" y="3"/>
                    <a:pt x="1" y="5"/>
                    <a:pt x="0" y="8"/>
                  </a:cubicBezTo>
                  <a:cubicBezTo>
                    <a:pt x="0" y="12"/>
                    <a:pt x="0" y="15"/>
                    <a:pt x="0" y="19"/>
                  </a:cubicBezTo>
                  <a:cubicBezTo>
                    <a:pt x="0" y="23"/>
                    <a:pt x="0" y="29"/>
                    <a:pt x="1" y="33"/>
                  </a:cubicBezTo>
                  <a:cubicBezTo>
                    <a:pt x="3" y="44"/>
                    <a:pt x="6" y="55"/>
                    <a:pt x="6" y="66"/>
                  </a:cubicBezTo>
                  <a:cubicBezTo>
                    <a:pt x="6" y="72"/>
                    <a:pt x="5" y="84"/>
                    <a:pt x="11" y="87"/>
                  </a:cubicBezTo>
                  <a:cubicBezTo>
                    <a:pt x="13" y="88"/>
                    <a:pt x="16" y="88"/>
                    <a:pt x="18" y="88"/>
                  </a:cubicBezTo>
                  <a:cubicBezTo>
                    <a:pt x="21" y="89"/>
                    <a:pt x="24" y="90"/>
                    <a:pt x="27" y="91"/>
                  </a:cubicBezTo>
                  <a:cubicBezTo>
                    <a:pt x="31" y="91"/>
                    <a:pt x="35" y="93"/>
                    <a:pt x="38" y="94"/>
                  </a:cubicBezTo>
                  <a:cubicBezTo>
                    <a:pt x="41" y="95"/>
                    <a:pt x="44" y="96"/>
                    <a:pt x="47" y="96"/>
                  </a:cubicBezTo>
                  <a:cubicBezTo>
                    <a:pt x="50" y="96"/>
                    <a:pt x="52" y="95"/>
                    <a:pt x="56" y="95"/>
                  </a:cubicBezTo>
                  <a:cubicBezTo>
                    <a:pt x="54" y="94"/>
                    <a:pt x="51" y="93"/>
                    <a:pt x="49" y="93"/>
                  </a:cubicBezTo>
                  <a:cubicBezTo>
                    <a:pt x="45" y="90"/>
                    <a:pt x="41" y="87"/>
                    <a:pt x="37" y="84"/>
                  </a:cubicBezTo>
                  <a:cubicBezTo>
                    <a:pt x="34" y="81"/>
                    <a:pt x="31" y="78"/>
                    <a:pt x="30" y="74"/>
                  </a:cubicBezTo>
                  <a:cubicBezTo>
                    <a:pt x="28" y="71"/>
                    <a:pt x="28" y="68"/>
                    <a:pt x="28" y="65"/>
                  </a:cubicBezTo>
                  <a:cubicBezTo>
                    <a:pt x="27" y="62"/>
                    <a:pt x="27" y="59"/>
                    <a:pt x="27" y="56"/>
                  </a:cubicBezTo>
                  <a:cubicBezTo>
                    <a:pt x="27" y="53"/>
                    <a:pt x="28" y="52"/>
                    <a:pt x="27" y="50"/>
                  </a:cubicBezTo>
                  <a:cubicBezTo>
                    <a:pt x="26" y="48"/>
                    <a:pt x="25" y="44"/>
                    <a:pt x="24" y="43"/>
                  </a:cubicBezTo>
                  <a:cubicBezTo>
                    <a:pt x="21" y="51"/>
                    <a:pt x="12" y="32"/>
                    <a:pt x="11" y="29"/>
                  </a:cubicBezTo>
                  <a:cubicBezTo>
                    <a:pt x="14" y="26"/>
                    <a:pt x="8" y="19"/>
                    <a:pt x="6" y="15"/>
                  </a:cubicBezTo>
                  <a:cubicBezTo>
                    <a:pt x="5" y="11"/>
                    <a:pt x="3" y="5"/>
                    <a:pt x="3" y="1"/>
                  </a:cubicBezTo>
                </a:path>
              </a:pathLst>
            </a:custGeom>
            <a:solidFill>
              <a:srgbClr val="F2A8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201" name="Freeform 493">
              <a:extLst>
                <a:ext uri="{FF2B5EF4-FFF2-40B4-BE49-F238E27FC236}">
                  <a16:creationId xmlns:a16="http://schemas.microsoft.com/office/drawing/2014/main" id="{E92C6EFD-F203-4FE9-B392-113209FCAF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9" y="3895"/>
              <a:ext cx="60" cy="141"/>
            </a:xfrm>
            <a:custGeom>
              <a:avLst/>
              <a:gdLst>
                <a:gd name="T0" fmla="*/ 16 w 30"/>
                <a:gd name="T1" fmla="*/ 28 h 66"/>
                <a:gd name="T2" fmla="*/ 208 w 30"/>
                <a:gd name="T3" fmla="*/ 361 h 66"/>
                <a:gd name="T4" fmla="*/ 160 w 30"/>
                <a:gd name="T5" fmla="*/ 538 h 66"/>
                <a:gd name="T6" fmla="*/ 80 w 30"/>
                <a:gd name="T7" fmla="*/ 594 h 66"/>
                <a:gd name="T8" fmla="*/ 0 w 30"/>
                <a:gd name="T9" fmla="*/ 643 h 66"/>
                <a:gd name="T10" fmla="*/ 56 w 30"/>
                <a:gd name="T11" fmla="*/ 594 h 66"/>
                <a:gd name="T12" fmla="*/ 120 w 30"/>
                <a:gd name="T13" fmla="*/ 547 h 66"/>
                <a:gd name="T14" fmla="*/ 120 w 30"/>
                <a:gd name="T15" fmla="*/ 378 h 66"/>
                <a:gd name="T16" fmla="*/ 40 w 30"/>
                <a:gd name="T17" fmla="*/ 165 h 66"/>
                <a:gd name="T18" fmla="*/ 8 w 30"/>
                <a:gd name="T19" fmla="*/ 0 h 6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0" h="66">
                  <a:moveTo>
                    <a:pt x="2" y="3"/>
                  </a:moveTo>
                  <a:cubicBezTo>
                    <a:pt x="8" y="15"/>
                    <a:pt x="18" y="25"/>
                    <a:pt x="26" y="37"/>
                  </a:cubicBezTo>
                  <a:cubicBezTo>
                    <a:pt x="30" y="44"/>
                    <a:pt x="25" y="51"/>
                    <a:pt x="20" y="55"/>
                  </a:cubicBezTo>
                  <a:cubicBezTo>
                    <a:pt x="17" y="58"/>
                    <a:pt x="14" y="59"/>
                    <a:pt x="10" y="61"/>
                  </a:cubicBezTo>
                  <a:cubicBezTo>
                    <a:pt x="7" y="62"/>
                    <a:pt x="3" y="63"/>
                    <a:pt x="0" y="66"/>
                  </a:cubicBezTo>
                  <a:cubicBezTo>
                    <a:pt x="3" y="65"/>
                    <a:pt x="5" y="63"/>
                    <a:pt x="7" y="61"/>
                  </a:cubicBezTo>
                  <a:cubicBezTo>
                    <a:pt x="10" y="59"/>
                    <a:pt x="13" y="58"/>
                    <a:pt x="15" y="56"/>
                  </a:cubicBezTo>
                  <a:cubicBezTo>
                    <a:pt x="20" y="51"/>
                    <a:pt x="18" y="44"/>
                    <a:pt x="15" y="39"/>
                  </a:cubicBezTo>
                  <a:cubicBezTo>
                    <a:pt x="11" y="32"/>
                    <a:pt x="8" y="25"/>
                    <a:pt x="5" y="17"/>
                  </a:cubicBezTo>
                  <a:cubicBezTo>
                    <a:pt x="3" y="12"/>
                    <a:pt x="0" y="6"/>
                    <a:pt x="1" y="0"/>
                  </a:cubicBezTo>
                </a:path>
              </a:pathLst>
            </a:custGeom>
            <a:solidFill>
              <a:srgbClr val="FAE0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</p:grpSp>
      <p:grpSp>
        <p:nvGrpSpPr>
          <p:cNvPr id="36872" name="Pink-sleeveless-dress-illustration">
            <a:extLst>
              <a:ext uri="{FF2B5EF4-FFF2-40B4-BE49-F238E27FC236}">
                <a16:creationId xmlns:a16="http://schemas.microsoft.com/office/drawing/2014/main" id="{9E5A3FAE-7174-490D-8463-4DBB0BBBB3A2}"/>
              </a:ext>
            </a:extLst>
          </p:cNvPr>
          <p:cNvGrpSpPr>
            <a:grpSpLocks/>
          </p:cNvGrpSpPr>
          <p:nvPr/>
        </p:nvGrpSpPr>
        <p:grpSpPr bwMode="auto">
          <a:xfrm>
            <a:off x="4191000" y="2000250"/>
            <a:ext cx="1323975" cy="3167063"/>
            <a:chOff x="1536" y="1248"/>
            <a:chExt cx="995" cy="2379"/>
          </a:xfrm>
        </p:grpSpPr>
        <p:sp>
          <p:nvSpPr>
            <p:cNvPr id="37173" name="Freeform 495">
              <a:extLst>
                <a:ext uri="{FF2B5EF4-FFF2-40B4-BE49-F238E27FC236}">
                  <a16:creationId xmlns:a16="http://schemas.microsoft.com/office/drawing/2014/main" id="{E887B865-8461-44E4-9DE2-6B02DAA21A8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6" y="1248"/>
              <a:ext cx="993" cy="2379"/>
            </a:xfrm>
            <a:custGeom>
              <a:avLst/>
              <a:gdLst>
                <a:gd name="T0" fmla="*/ 1984 w 495"/>
                <a:gd name="T1" fmla="*/ 10889 h 1112"/>
                <a:gd name="T2" fmla="*/ 0 w 495"/>
                <a:gd name="T3" fmla="*/ 10417 h 1112"/>
                <a:gd name="T4" fmla="*/ 680 w 495"/>
                <a:gd name="T5" fmla="*/ 4486 h 1112"/>
                <a:gd name="T6" fmla="*/ 628 w 495"/>
                <a:gd name="T7" fmla="*/ 2587 h 1112"/>
                <a:gd name="T8" fmla="*/ 564 w 495"/>
                <a:gd name="T9" fmla="*/ 1643 h 1112"/>
                <a:gd name="T10" fmla="*/ 929 w 495"/>
                <a:gd name="T11" fmla="*/ 0 h 1112"/>
                <a:gd name="T12" fmla="*/ 1976 w 495"/>
                <a:gd name="T13" fmla="*/ 353 h 1112"/>
                <a:gd name="T14" fmla="*/ 2020 w 495"/>
                <a:gd name="T15" fmla="*/ 353 h 1112"/>
                <a:gd name="T16" fmla="*/ 3067 w 495"/>
                <a:gd name="T17" fmla="*/ 0 h 1112"/>
                <a:gd name="T18" fmla="*/ 3432 w 495"/>
                <a:gd name="T19" fmla="*/ 1643 h 1112"/>
                <a:gd name="T20" fmla="*/ 3368 w 495"/>
                <a:gd name="T21" fmla="*/ 2587 h 1112"/>
                <a:gd name="T22" fmla="*/ 3316 w 495"/>
                <a:gd name="T23" fmla="*/ 4486 h 1112"/>
                <a:gd name="T24" fmla="*/ 3996 w 495"/>
                <a:gd name="T25" fmla="*/ 10417 h 1112"/>
                <a:gd name="T26" fmla="*/ 2012 w 495"/>
                <a:gd name="T27" fmla="*/ 10889 h 1112"/>
                <a:gd name="T28" fmla="*/ 1984 w 495"/>
                <a:gd name="T29" fmla="*/ 10889 h 1112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495" h="1112">
                  <a:moveTo>
                    <a:pt x="246" y="1112"/>
                  </a:moveTo>
                  <a:cubicBezTo>
                    <a:pt x="76" y="1112"/>
                    <a:pt x="0" y="1064"/>
                    <a:pt x="0" y="1064"/>
                  </a:cubicBezTo>
                  <a:cubicBezTo>
                    <a:pt x="0" y="760"/>
                    <a:pt x="68" y="505"/>
                    <a:pt x="84" y="458"/>
                  </a:cubicBezTo>
                  <a:cubicBezTo>
                    <a:pt x="101" y="411"/>
                    <a:pt x="78" y="264"/>
                    <a:pt x="78" y="264"/>
                  </a:cubicBezTo>
                  <a:cubicBezTo>
                    <a:pt x="52" y="204"/>
                    <a:pt x="70" y="168"/>
                    <a:pt x="70" y="168"/>
                  </a:cubicBezTo>
                  <a:cubicBezTo>
                    <a:pt x="116" y="112"/>
                    <a:pt x="115" y="0"/>
                    <a:pt x="115" y="0"/>
                  </a:cubicBezTo>
                  <a:cubicBezTo>
                    <a:pt x="161" y="27"/>
                    <a:pt x="205" y="36"/>
                    <a:pt x="245" y="36"/>
                  </a:cubicBezTo>
                  <a:cubicBezTo>
                    <a:pt x="250" y="36"/>
                    <a:pt x="250" y="36"/>
                    <a:pt x="250" y="36"/>
                  </a:cubicBezTo>
                  <a:cubicBezTo>
                    <a:pt x="289" y="36"/>
                    <a:pt x="334" y="27"/>
                    <a:pt x="380" y="0"/>
                  </a:cubicBezTo>
                  <a:cubicBezTo>
                    <a:pt x="380" y="0"/>
                    <a:pt x="379" y="112"/>
                    <a:pt x="425" y="168"/>
                  </a:cubicBezTo>
                  <a:cubicBezTo>
                    <a:pt x="425" y="168"/>
                    <a:pt x="443" y="204"/>
                    <a:pt x="417" y="264"/>
                  </a:cubicBezTo>
                  <a:cubicBezTo>
                    <a:pt x="417" y="264"/>
                    <a:pt x="394" y="411"/>
                    <a:pt x="411" y="458"/>
                  </a:cubicBezTo>
                  <a:cubicBezTo>
                    <a:pt x="427" y="505"/>
                    <a:pt x="495" y="760"/>
                    <a:pt x="495" y="1064"/>
                  </a:cubicBezTo>
                  <a:cubicBezTo>
                    <a:pt x="495" y="1064"/>
                    <a:pt x="419" y="1112"/>
                    <a:pt x="249" y="1112"/>
                  </a:cubicBezTo>
                  <a:lnTo>
                    <a:pt x="246" y="1112"/>
                  </a:lnTo>
                  <a:close/>
                </a:path>
              </a:pathLst>
            </a:custGeom>
            <a:solidFill>
              <a:srgbClr val="F7C9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174" name="Freeform 496">
              <a:extLst>
                <a:ext uri="{FF2B5EF4-FFF2-40B4-BE49-F238E27FC236}">
                  <a16:creationId xmlns:a16="http://schemas.microsoft.com/office/drawing/2014/main" id="{9A858AC0-292E-48B5-89FE-53F4AD6BB3F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6" y="1248"/>
              <a:ext cx="993" cy="2379"/>
            </a:xfrm>
            <a:custGeom>
              <a:avLst/>
              <a:gdLst>
                <a:gd name="T0" fmla="*/ 1984 w 495"/>
                <a:gd name="T1" fmla="*/ 10889 h 1112"/>
                <a:gd name="T2" fmla="*/ 0 w 495"/>
                <a:gd name="T3" fmla="*/ 10417 h 1112"/>
                <a:gd name="T4" fmla="*/ 680 w 495"/>
                <a:gd name="T5" fmla="*/ 4486 h 1112"/>
                <a:gd name="T6" fmla="*/ 628 w 495"/>
                <a:gd name="T7" fmla="*/ 2587 h 1112"/>
                <a:gd name="T8" fmla="*/ 564 w 495"/>
                <a:gd name="T9" fmla="*/ 1643 h 1112"/>
                <a:gd name="T10" fmla="*/ 929 w 495"/>
                <a:gd name="T11" fmla="*/ 0 h 1112"/>
                <a:gd name="T12" fmla="*/ 1976 w 495"/>
                <a:gd name="T13" fmla="*/ 353 h 1112"/>
                <a:gd name="T14" fmla="*/ 2020 w 495"/>
                <a:gd name="T15" fmla="*/ 353 h 1112"/>
                <a:gd name="T16" fmla="*/ 3067 w 495"/>
                <a:gd name="T17" fmla="*/ 0 h 1112"/>
                <a:gd name="T18" fmla="*/ 3432 w 495"/>
                <a:gd name="T19" fmla="*/ 1643 h 1112"/>
                <a:gd name="T20" fmla="*/ 3368 w 495"/>
                <a:gd name="T21" fmla="*/ 2587 h 1112"/>
                <a:gd name="T22" fmla="*/ 3316 w 495"/>
                <a:gd name="T23" fmla="*/ 4486 h 1112"/>
                <a:gd name="T24" fmla="*/ 3996 w 495"/>
                <a:gd name="T25" fmla="*/ 10417 h 1112"/>
                <a:gd name="T26" fmla="*/ 2012 w 495"/>
                <a:gd name="T27" fmla="*/ 10889 h 1112"/>
                <a:gd name="T28" fmla="*/ 1984 w 495"/>
                <a:gd name="T29" fmla="*/ 10889 h 1112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495" h="1112">
                  <a:moveTo>
                    <a:pt x="246" y="1112"/>
                  </a:moveTo>
                  <a:cubicBezTo>
                    <a:pt x="76" y="1112"/>
                    <a:pt x="0" y="1064"/>
                    <a:pt x="0" y="1064"/>
                  </a:cubicBezTo>
                  <a:cubicBezTo>
                    <a:pt x="0" y="760"/>
                    <a:pt x="68" y="505"/>
                    <a:pt x="84" y="458"/>
                  </a:cubicBezTo>
                  <a:cubicBezTo>
                    <a:pt x="101" y="411"/>
                    <a:pt x="78" y="264"/>
                    <a:pt x="78" y="264"/>
                  </a:cubicBezTo>
                  <a:cubicBezTo>
                    <a:pt x="52" y="204"/>
                    <a:pt x="70" y="168"/>
                    <a:pt x="70" y="168"/>
                  </a:cubicBezTo>
                  <a:cubicBezTo>
                    <a:pt x="116" y="112"/>
                    <a:pt x="115" y="0"/>
                    <a:pt x="115" y="0"/>
                  </a:cubicBezTo>
                  <a:cubicBezTo>
                    <a:pt x="161" y="27"/>
                    <a:pt x="205" y="36"/>
                    <a:pt x="245" y="36"/>
                  </a:cubicBezTo>
                  <a:cubicBezTo>
                    <a:pt x="250" y="36"/>
                    <a:pt x="250" y="36"/>
                    <a:pt x="250" y="36"/>
                  </a:cubicBezTo>
                  <a:cubicBezTo>
                    <a:pt x="289" y="36"/>
                    <a:pt x="334" y="27"/>
                    <a:pt x="380" y="0"/>
                  </a:cubicBezTo>
                  <a:cubicBezTo>
                    <a:pt x="380" y="0"/>
                    <a:pt x="379" y="112"/>
                    <a:pt x="425" y="168"/>
                  </a:cubicBezTo>
                  <a:cubicBezTo>
                    <a:pt x="425" y="168"/>
                    <a:pt x="443" y="204"/>
                    <a:pt x="417" y="264"/>
                  </a:cubicBezTo>
                  <a:cubicBezTo>
                    <a:pt x="417" y="264"/>
                    <a:pt x="394" y="411"/>
                    <a:pt x="411" y="458"/>
                  </a:cubicBezTo>
                  <a:cubicBezTo>
                    <a:pt x="427" y="505"/>
                    <a:pt x="495" y="760"/>
                    <a:pt x="495" y="1064"/>
                  </a:cubicBezTo>
                  <a:cubicBezTo>
                    <a:pt x="495" y="1064"/>
                    <a:pt x="419" y="1112"/>
                    <a:pt x="249" y="1112"/>
                  </a:cubicBezTo>
                  <a:lnTo>
                    <a:pt x="246" y="1112"/>
                  </a:ln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175" name="Freeform 497">
              <a:extLst>
                <a:ext uri="{FF2B5EF4-FFF2-40B4-BE49-F238E27FC236}">
                  <a16:creationId xmlns:a16="http://schemas.microsoft.com/office/drawing/2014/main" id="{C24A42CE-A0BD-4D6E-92EE-5B885B4030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3" y="1759"/>
              <a:ext cx="331" cy="86"/>
            </a:xfrm>
            <a:custGeom>
              <a:avLst/>
              <a:gdLst>
                <a:gd name="T0" fmla="*/ 0 w 165"/>
                <a:gd name="T1" fmla="*/ 277 h 40"/>
                <a:gd name="T2" fmla="*/ 403 w 165"/>
                <a:gd name="T3" fmla="*/ 318 h 40"/>
                <a:gd name="T4" fmla="*/ 776 w 165"/>
                <a:gd name="T5" fmla="*/ 209 h 40"/>
                <a:gd name="T6" fmla="*/ 1332 w 165"/>
                <a:gd name="T7" fmla="*/ 112 h 40"/>
                <a:gd name="T8" fmla="*/ 604 w 165"/>
                <a:gd name="T9" fmla="*/ 346 h 40"/>
                <a:gd name="T10" fmla="*/ 16 w 165"/>
                <a:gd name="T11" fmla="*/ 301 h 4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5" h="40">
                  <a:moveTo>
                    <a:pt x="0" y="28"/>
                  </a:moveTo>
                  <a:cubicBezTo>
                    <a:pt x="16" y="31"/>
                    <a:pt x="33" y="32"/>
                    <a:pt x="50" y="32"/>
                  </a:cubicBezTo>
                  <a:cubicBezTo>
                    <a:pt x="65" y="32"/>
                    <a:pt x="81" y="26"/>
                    <a:pt x="96" y="21"/>
                  </a:cubicBezTo>
                  <a:cubicBezTo>
                    <a:pt x="118" y="13"/>
                    <a:pt x="143" y="0"/>
                    <a:pt x="165" y="11"/>
                  </a:cubicBezTo>
                  <a:cubicBezTo>
                    <a:pt x="132" y="10"/>
                    <a:pt x="106" y="29"/>
                    <a:pt x="75" y="35"/>
                  </a:cubicBezTo>
                  <a:cubicBezTo>
                    <a:pt x="53" y="39"/>
                    <a:pt x="20" y="40"/>
                    <a:pt x="2" y="30"/>
                  </a:cubicBezTo>
                </a:path>
              </a:pathLst>
            </a:custGeom>
            <a:solidFill>
              <a:srgbClr val="F2A8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176" name="Freeform 498">
              <a:extLst>
                <a:ext uri="{FF2B5EF4-FFF2-40B4-BE49-F238E27FC236}">
                  <a16:creationId xmlns:a16="http://schemas.microsoft.com/office/drawing/2014/main" id="{8541CB08-C6F2-4F34-B06E-A62A6C4A71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8" y="1808"/>
              <a:ext cx="170" cy="45"/>
            </a:xfrm>
            <a:custGeom>
              <a:avLst/>
              <a:gdLst>
                <a:gd name="T0" fmla="*/ 24 w 85"/>
                <a:gd name="T1" fmla="*/ 19 h 21"/>
                <a:gd name="T2" fmla="*/ 192 w 85"/>
                <a:gd name="T3" fmla="*/ 51 h 21"/>
                <a:gd name="T4" fmla="*/ 376 w 85"/>
                <a:gd name="T5" fmla="*/ 120 h 21"/>
                <a:gd name="T6" fmla="*/ 680 w 85"/>
                <a:gd name="T7" fmla="*/ 165 h 21"/>
                <a:gd name="T8" fmla="*/ 328 w 85"/>
                <a:gd name="T9" fmla="*/ 148 h 21"/>
                <a:gd name="T10" fmla="*/ 0 w 85"/>
                <a:gd name="T11" fmla="*/ 9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5" h="21">
                  <a:moveTo>
                    <a:pt x="3" y="2"/>
                  </a:moveTo>
                  <a:cubicBezTo>
                    <a:pt x="2" y="0"/>
                    <a:pt x="19" y="3"/>
                    <a:pt x="24" y="5"/>
                  </a:cubicBezTo>
                  <a:cubicBezTo>
                    <a:pt x="32" y="9"/>
                    <a:pt x="38" y="11"/>
                    <a:pt x="47" y="12"/>
                  </a:cubicBezTo>
                  <a:cubicBezTo>
                    <a:pt x="57" y="14"/>
                    <a:pt x="75" y="21"/>
                    <a:pt x="85" y="17"/>
                  </a:cubicBezTo>
                  <a:cubicBezTo>
                    <a:pt x="71" y="21"/>
                    <a:pt x="55" y="20"/>
                    <a:pt x="41" y="15"/>
                  </a:cubicBezTo>
                  <a:cubicBezTo>
                    <a:pt x="29" y="11"/>
                    <a:pt x="9" y="8"/>
                    <a:pt x="0" y="1"/>
                  </a:cubicBezTo>
                </a:path>
              </a:pathLst>
            </a:custGeom>
            <a:solidFill>
              <a:srgbClr val="F2A8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177" name="Freeform 499">
              <a:extLst>
                <a:ext uri="{FF2B5EF4-FFF2-40B4-BE49-F238E27FC236}">
                  <a16:creationId xmlns:a16="http://schemas.microsoft.com/office/drawing/2014/main" id="{C5BDC7C3-629E-4AB4-9969-0E6EF67C9BC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4" y="1862"/>
              <a:ext cx="277" cy="1737"/>
            </a:xfrm>
            <a:custGeom>
              <a:avLst/>
              <a:gdLst>
                <a:gd name="T0" fmla="*/ 411 w 138"/>
                <a:gd name="T1" fmla="*/ 0 h 812"/>
                <a:gd name="T2" fmla="*/ 371 w 138"/>
                <a:gd name="T3" fmla="*/ 1587 h 812"/>
                <a:gd name="T4" fmla="*/ 1076 w 138"/>
                <a:gd name="T5" fmla="*/ 7556 h 812"/>
                <a:gd name="T6" fmla="*/ 8 w 138"/>
                <a:gd name="T7" fmla="*/ 7949 h 812"/>
                <a:gd name="T8" fmla="*/ 891 w 138"/>
                <a:gd name="T9" fmla="*/ 6745 h 812"/>
                <a:gd name="T10" fmla="*/ 307 w 138"/>
                <a:gd name="T11" fmla="*/ 2028 h 812"/>
                <a:gd name="T12" fmla="*/ 411 w 138"/>
                <a:gd name="T13" fmla="*/ 0 h 8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8" h="812">
                  <a:moveTo>
                    <a:pt x="51" y="0"/>
                  </a:moveTo>
                  <a:cubicBezTo>
                    <a:pt x="51" y="0"/>
                    <a:pt x="33" y="128"/>
                    <a:pt x="46" y="162"/>
                  </a:cubicBezTo>
                  <a:cubicBezTo>
                    <a:pt x="59" y="196"/>
                    <a:pt x="138" y="491"/>
                    <a:pt x="133" y="772"/>
                  </a:cubicBezTo>
                  <a:cubicBezTo>
                    <a:pt x="133" y="772"/>
                    <a:pt x="101" y="797"/>
                    <a:pt x="1" y="812"/>
                  </a:cubicBezTo>
                  <a:cubicBezTo>
                    <a:pt x="1" y="812"/>
                    <a:pt x="115" y="789"/>
                    <a:pt x="110" y="689"/>
                  </a:cubicBezTo>
                  <a:cubicBezTo>
                    <a:pt x="105" y="589"/>
                    <a:pt x="75" y="288"/>
                    <a:pt x="38" y="207"/>
                  </a:cubicBezTo>
                  <a:cubicBezTo>
                    <a:pt x="0" y="127"/>
                    <a:pt x="51" y="0"/>
                    <a:pt x="51" y="0"/>
                  </a:cubicBezTo>
                  <a:close/>
                </a:path>
              </a:pathLst>
            </a:custGeom>
            <a:solidFill>
              <a:srgbClr val="F2A8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178" name="Freeform 500">
              <a:extLst>
                <a:ext uri="{FF2B5EF4-FFF2-40B4-BE49-F238E27FC236}">
                  <a16:creationId xmlns:a16="http://schemas.microsoft.com/office/drawing/2014/main" id="{D1C23500-6464-43F9-B878-C427778AA8C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4" y="1263"/>
              <a:ext cx="137" cy="509"/>
            </a:xfrm>
            <a:custGeom>
              <a:avLst/>
              <a:gdLst>
                <a:gd name="T0" fmla="*/ 64 w 68"/>
                <a:gd name="T1" fmla="*/ 0 h 238"/>
                <a:gd name="T2" fmla="*/ 451 w 68"/>
                <a:gd name="T3" fmla="*/ 1595 h 238"/>
                <a:gd name="T4" fmla="*/ 435 w 68"/>
                <a:gd name="T5" fmla="*/ 2329 h 238"/>
                <a:gd name="T6" fmla="*/ 320 w 68"/>
                <a:gd name="T7" fmla="*/ 1583 h 238"/>
                <a:gd name="T8" fmla="*/ 64 w 68"/>
                <a:gd name="T9" fmla="*/ 0 h 2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8" h="238">
                  <a:moveTo>
                    <a:pt x="8" y="0"/>
                  </a:moveTo>
                  <a:cubicBezTo>
                    <a:pt x="8" y="0"/>
                    <a:pt x="11" y="121"/>
                    <a:pt x="55" y="163"/>
                  </a:cubicBezTo>
                  <a:cubicBezTo>
                    <a:pt x="55" y="163"/>
                    <a:pt x="68" y="200"/>
                    <a:pt x="53" y="238"/>
                  </a:cubicBezTo>
                  <a:cubicBezTo>
                    <a:pt x="53" y="238"/>
                    <a:pt x="64" y="181"/>
                    <a:pt x="39" y="162"/>
                  </a:cubicBezTo>
                  <a:cubicBezTo>
                    <a:pt x="14" y="144"/>
                    <a:pt x="0" y="22"/>
                    <a:pt x="8" y="0"/>
                  </a:cubicBezTo>
                  <a:close/>
                </a:path>
              </a:pathLst>
            </a:custGeom>
            <a:solidFill>
              <a:srgbClr val="F2A8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179" name="Freeform 501">
              <a:extLst>
                <a:ext uri="{FF2B5EF4-FFF2-40B4-BE49-F238E27FC236}">
                  <a16:creationId xmlns:a16="http://schemas.microsoft.com/office/drawing/2014/main" id="{3B694A49-046F-4D9E-BB9C-65A2BEFB009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2" y="1434"/>
              <a:ext cx="123" cy="383"/>
            </a:xfrm>
            <a:custGeom>
              <a:avLst/>
              <a:gdLst>
                <a:gd name="T0" fmla="*/ 468 w 61"/>
                <a:gd name="T1" fmla="*/ 0 h 179"/>
                <a:gd name="T2" fmla="*/ 163 w 61"/>
                <a:gd name="T3" fmla="*/ 824 h 179"/>
                <a:gd name="T4" fmla="*/ 419 w 61"/>
                <a:gd name="T5" fmla="*/ 1752 h 179"/>
                <a:gd name="T6" fmla="*/ 272 w 61"/>
                <a:gd name="T7" fmla="*/ 852 h 179"/>
                <a:gd name="T8" fmla="*/ 468 w 61"/>
                <a:gd name="T9" fmla="*/ 0 h 17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1" h="179">
                  <a:moveTo>
                    <a:pt x="57" y="0"/>
                  </a:moveTo>
                  <a:cubicBezTo>
                    <a:pt x="57" y="0"/>
                    <a:pt x="40" y="61"/>
                    <a:pt x="20" y="84"/>
                  </a:cubicBezTo>
                  <a:cubicBezTo>
                    <a:pt x="20" y="84"/>
                    <a:pt x="0" y="170"/>
                    <a:pt x="51" y="179"/>
                  </a:cubicBezTo>
                  <a:cubicBezTo>
                    <a:pt x="51" y="179"/>
                    <a:pt x="5" y="137"/>
                    <a:pt x="33" y="87"/>
                  </a:cubicBezTo>
                  <a:cubicBezTo>
                    <a:pt x="61" y="37"/>
                    <a:pt x="57" y="0"/>
                    <a:pt x="57" y="0"/>
                  </a:cubicBezTo>
                  <a:close/>
                </a:path>
              </a:pathLst>
            </a:custGeom>
            <a:solidFill>
              <a:srgbClr val="FAE0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180" name="Freeform 502">
              <a:extLst>
                <a:ext uri="{FF2B5EF4-FFF2-40B4-BE49-F238E27FC236}">
                  <a16:creationId xmlns:a16="http://schemas.microsoft.com/office/drawing/2014/main" id="{1B4C53B7-7E94-48D8-BD35-AF434FB687E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1" y="1263"/>
              <a:ext cx="417" cy="188"/>
            </a:xfrm>
            <a:custGeom>
              <a:avLst/>
              <a:gdLst>
                <a:gd name="T0" fmla="*/ 0 w 208"/>
                <a:gd name="T1" fmla="*/ 0 h 88"/>
                <a:gd name="T2" fmla="*/ 1676 w 208"/>
                <a:gd name="T3" fmla="*/ 224 h 88"/>
                <a:gd name="T4" fmla="*/ 0 w 208"/>
                <a:gd name="T5" fmla="*/ 0 h 8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8" h="88">
                  <a:moveTo>
                    <a:pt x="0" y="0"/>
                  </a:moveTo>
                  <a:cubicBezTo>
                    <a:pt x="0" y="0"/>
                    <a:pt x="101" y="63"/>
                    <a:pt x="208" y="23"/>
                  </a:cubicBezTo>
                  <a:cubicBezTo>
                    <a:pt x="208" y="23"/>
                    <a:pt x="104" y="88"/>
                    <a:pt x="0" y="0"/>
                  </a:cubicBezTo>
                  <a:close/>
                </a:path>
              </a:pathLst>
            </a:custGeom>
            <a:solidFill>
              <a:srgbClr val="FAE0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181" name="Freeform 503">
              <a:extLst>
                <a:ext uri="{FF2B5EF4-FFF2-40B4-BE49-F238E27FC236}">
                  <a16:creationId xmlns:a16="http://schemas.microsoft.com/office/drawing/2014/main" id="{42AFAE94-C103-4518-BEF1-15413993E2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6" y="2144"/>
              <a:ext cx="371" cy="1464"/>
            </a:xfrm>
            <a:custGeom>
              <a:avLst/>
              <a:gdLst>
                <a:gd name="T0" fmla="*/ 808 w 185"/>
                <a:gd name="T1" fmla="*/ 0 h 684"/>
                <a:gd name="T2" fmla="*/ 668 w 185"/>
                <a:gd name="T3" fmla="*/ 638 h 684"/>
                <a:gd name="T4" fmla="*/ 40 w 185"/>
                <a:gd name="T5" fmla="*/ 6286 h 684"/>
                <a:gd name="T6" fmla="*/ 1492 w 185"/>
                <a:gd name="T7" fmla="*/ 6706 h 684"/>
                <a:gd name="T8" fmla="*/ 168 w 185"/>
                <a:gd name="T9" fmla="*/ 5805 h 684"/>
                <a:gd name="T10" fmla="*/ 708 w 185"/>
                <a:gd name="T11" fmla="*/ 860 h 684"/>
                <a:gd name="T12" fmla="*/ 808 w 185"/>
                <a:gd name="T13" fmla="*/ 0 h 68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5" h="684">
                  <a:moveTo>
                    <a:pt x="100" y="0"/>
                  </a:moveTo>
                  <a:cubicBezTo>
                    <a:pt x="100" y="0"/>
                    <a:pt x="96" y="36"/>
                    <a:pt x="83" y="65"/>
                  </a:cubicBezTo>
                  <a:cubicBezTo>
                    <a:pt x="69" y="95"/>
                    <a:pt x="0" y="412"/>
                    <a:pt x="5" y="641"/>
                  </a:cubicBezTo>
                  <a:cubicBezTo>
                    <a:pt x="5" y="641"/>
                    <a:pt x="84" y="680"/>
                    <a:pt x="185" y="684"/>
                  </a:cubicBezTo>
                  <a:cubicBezTo>
                    <a:pt x="185" y="684"/>
                    <a:pt x="21" y="660"/>
                    <a:pt x="21" y="592"/>
                  </a:cubicBezTo>
                  <a:cubicBezTo>
                    <a:pt x="21" y="524"/>
                    <a:pt x="27" y="242"/>
                    <a:pt x="88" y="88"/>
                  </a:cubicBezTo>
                  <a:cubicBezTo>
                    <a:pt x="101" y="53"/>
                    <a:pt x="100" y="0"/>
                    <a:pt x="100" y="0"/>
                  </a:cubicBezTo>
                  <a:close/>
                </a:path>
              </a:pathLst>
            </a:custGeom>
            <a:solidFill>
              <a:srgbClr val="FAE0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182" name="Freeform 504">
              <a:extLst>
                <a:ext uri="{FF2B5EF4-FFF2-40B4-BE49-F238E27FC236}">
                  <a16:creationId xmlns:a16="http://schemas.microsoft.com/office/drawing/2014/main" id="{E96AF957-A674-4695-8EFD-D693F32CE6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9" y="2247"/>
              <a:ext cx="210" cy="599"/>
            </a:xfrm>
            <a:custGeom>
              <a:avLst/>
              <a:gdLst>
                <a:gd name="T0" fmla="*/ 160 w 105"/>
                <a:gd name="T1" fmla="*/ 0 h 280"/>
                <a:gd name="T2" fmla="*/ 336 w 105"/>
                <a:gd name="T3" fmla="*/ 1487 h 280"/>
                <a:gd name="T4" fmla="*/ 840 w 105"/>
                <a:gd name="T5" fmla="*/ 2740 h 280"/>
                <a:gd name="T6" fmla="*/ 536 w 105"/>
                <a:gd name="T7" fmla="*/ 2146 h 280"/>
                <a:gd name="T8" fmla="*/ 320 w 105"/>
                <a:gd name="T9" fmla="*/ 1684 h 280"/>
                <a:gd name="T10" fmla="*/ 176 w 105"/>
                <a:gd name="T11" fmla="*/ 1057 h 280"/>
                <a:gd name="T12" fmla="*/ 136 w 105"/>
                <a:gd name="T13" fmla="*/ 567 h 280"/>
                <a:gd name="T14" fmla="*/ 128 w 105"/>
                <a:gd name="T15" fmla="*/ 1065 h 280"/>
                <a:gd name="T16" fmla="*/ 192 w 105"/>
                <a:gd name="T17" fmla="*/ 1643 h 280"/>
                <a:gd name="T18" fmla="*/ 56 w 105"/>
                <a:gd name="T19" fmla="*/ 815 h 280"/>
                <a:gd name="T20" fmla="*/ 16 w 105"/>
                <a:gd name="T21" fmla="*/ 567 h 280"/>
                <a:gd name="T22" fmla="*/ 128 w 105"/>
                <a:gd name="T23" fmla="*/ 128 h 28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05" h="280">
                  <a:moveTo>
                    <a:pt x="20" y="0"/>
                  </a:moveTo>
                  <a:cubicBezTo>
                    <a:pt x="19" y="49"/>
                    <a:pt x="27" y="106"/>
                    <a:pt x="42" y="152"/>
                  </a:cubicBezTo>
                  <a:cubicBezTo>
                    <a:pt x="57" y="198"/>
                    <a:pt x="90" y="234"/>
                    <a:pt x="105" y="280"/>
                  </a:cubicBezTo>
                  <a:cubicBezTo>
                    <a:pt x="87" y="270"/>
                    <a:pt x="77" y="236"/>
                    <a:pt x="67" y="219"/>
                  </a:cubicBezTo>
                  <a:cubicBezTo>
                    <a:pt x="58" y="203"/>
                    <a:pt x="47" y="188"/>
                    <a:pt x="40" y="172"/>
                  </a:cubicBezTo>
                  <a:cubicBezTo>
                    <a:pt x="32" y="152"/>
                    <a:pt x="25" y="129"/>
                    <a:pt x="22" y="108"/>
                  </a:cubicBezTo>
                  <a:cubicBezTo>
                    <a:pt x="19" y="91"/>
                    <a:pt x="21" y="74"/>
                    <a:pt x="17" y="58"/>
                  </a:cubicBezTo>
                  <a:cubicBezTo>
                    <a:pt x="22" y="75"/>
                    <a:pt x="16" y="92"/>
                    <a:pt x="16" y="109"/>
                  </a:cubicBezTo>
                  <a:cubicBezTo>
                    <a:pt x="16" y="129"/>
                    <a:pt x="20" y="149"/>
                    <a:pt x="24" y="168"/>
                  </a:cubicBezTo>
                  <a:cubicBezTo>
                    <a:pt x="9" y="141"/>
                    <a:pt x="16" y="110"/>
                    <a:pt x="7" y="83"/>
                  </a:cubicBezTo>
                  <a:cubicBezTo>
                    <a:pt x="2" y="71"/>
                    <a:pt x="0" y="70"/>
                    <a:pt x="2" y="58"/>
                  </a:cubicBezTo>
                  <a:cubicBezTo>
                    <a:pt x="5" y="43"/>
                    <a:pt x="12" y="28"/>
                    <a:pt x="16" y="13"/>
                  </a:cubicBezTo>
                </a:path>
              </a:pathLst>
            </a:custGeom>
            <a:solidFill>
              <a:srgbClr val="FAE0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183" name="Freeform 505">
              <a:extLst>
                <a:ext uri="{FF2B5EF4-FFF2-40B4-BE49-F238E27FC236}">
                  <a16:creationId xmlns:a16="http://schemas.microsoft.com/office/drawing/2014/main" id="{6884BAC0-454A-4BF3-B629-DE54DBFE87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5" y="1706"/>
              <a:ext cx="195" cy="85"/>
            </a:xfrm>
            <a:custGeom>
              <a:avLst/>
              <a:gdLst>
                <a:gd name="T0" fmla="*/ 0 w 97"/>
                <a:gd name="T1" fmla="*/ 349 h 40"/>
                <a:gd name="T2" fmla="*/ 380 w 97"/>
                <a:gd name="T3" fmla="*/ 181 h 40"/>
                <a:gd name="T4" fmla="*/ 788 w 97"/>
                <a:gd name="T5" fmla="*/ 385 h 40"/>
                <a:gd name="T6" fmla="*/ 0 w 97"/>
                <a:gd name="T7" fmla="*/ 325 h 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7" h="40">
                  <a:moveTo>
                    <a:pt x="0" y="36"/>
                  </a:moveTo>
                  <a:cubicBezTo>
                    <a:pt x="17" y="31"/>
                    <a:pt x="28" y="18"/>
                    <a:pt x="47" y="19"/>
                  </a:cubicBezTo>
                  <a:cubicBezTo>
                    <a:pt x="66" y="21"/>
                    <a:pt x="82" y="29"/>
                    <a:pt x="97" y="40"/>
                  </a:cubicBezTo>
                  <a:cubicBezTo>
                    <a:pt x="65" y="16"/>
                    <a:pt x="29" y="0"/>
                    <a:pt x="0" y="34"/>
                  </a:cubicBezTo>
                </a:path>
              </a:pathLst>
            </a:custGeom>
            <a:solidFill>
              <a:srgbClr val="FAE0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</p:grpSp>
      <p:grpSp>
        <p:nvGrpSpPr>
          <p:cNvPr id="36873" name="full-body-adult-male-illustration">
            <a:extLst>
              <a:ext uri="{FF2B5EF4-FFF2-40B4-BE49-F238E27FC236}">
                <a16:creationId xmlns:a16="http://schemas.microsoft.com/office/drawing/2014/main" id="{6C4ECA32-BEDB-4279-AF0F-E87C7D6F1A17}"/>
              </a:ext>
            </a:extLst>
          </p:cNvPr>
          <p:cNvGrpSpPr>
            <a:grpSpLocks/>
          </p:cNvGrpSpPr>
          <p:nvPr/>
        </p:nvGrpSpPr>
        <p:grpSpPr bwMode="auto">
          <a:xfrm>
            <a:off x="6096000" y="1162050"/>
            <a:ext cx="2062163" cy="5330825"/>
            <a:chOff x="2925" y="672"/>
            <a:chExt cx="1318" cy="3406"/>
          </a:xfrm>
        </p:grpSpPr>
        <p:sp>
          <p:nvSpPr>
            <p:cNvPr id="37020" name="Freeform 507">
              <a:extLst>
                <a:ext uri="{FF2B5EF4-FFF2-40B4-BE49-F238E27FC236}">
                  <a16:creationId xmlns:a16="http://schemas.microsoft.com/office/drawing/2014/main" id="{0DFD9512-A36E-467F-B26D-909AD81431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3" y="720"/>
              <a:ext cx="369" cy="432"/>
            </a:xfrm>
            <a:custGeom>
              <a:avLst/>
              <a:gdLst>
                <a:gd name="T0" fmla="*/ 917 w 229"/>
                <a:gd name="T1" fmla="*/ 390 h 268"/>
                <a:gd name="T2" fmla="*/ 909 w 229"/>
                <a:gd name="T3" fmla="*/ 385 h 268"/>
                <a:gd name="T4" fmla="*/ 899 w 229"/>
                <a:gd name="T5" fmla="*/ 390 h 268"/>
                <a:gd name="T6" fmla="*/ 870 w 229"/>
                <a:gd name="T7" fmla="*/ 480 h 268"/>
                <a:gd name="T8" fmla="*/ 862 w 229"/>
                <a:gd name="T9" fmla="*/ 506 h 268"/>
                <a:gd name="T10" fmla="*/ 841 w 229"/>
                <a:gd name="T11" fmla="*/ 561 h 268"/>
                <a:gd name="T12" fmla="*/ 841 w 229"/>
                <a:gd name="T13" fmla="*/ 556 h 268"/>
                <a:gd name="T14" fmla="*/ 833 w 229"/>
                <a:gd name="T15" fmla="*/ 574 h 268"/>
                <a:gd name="T16" fmla="*/ 445 w 229"/>
                <a:gd name="T17" fmla="*/ 8 h 268"/>
                <a:gd name="T18" fmla="*/ 90 w 229"/>
                <a:gd name="T19" fmla="*/ 546 h 268"/>
                <a:gd name="T20" fmla="*/ 71 w 229"/>
                <a:gd name="T21" fmla="*/ 458 h 268"/>
                <a:gd name="T22" fmla="*/ 63 w 229"/>
                <a:gd name="T23" fmla="*/ 419 h 268"/>
                <a:gd name="T24" fmla="*/ 60 w 229"/>
                <a:gd name="T25" fmla="*/ 403 h 268"/>
                <a:gd name="T26" fmla="*/ 60 w 229"/>
                <a:gd name="T27" fmla="*/ 403 h 268"/>
                <a:gd name="T28" fmla="*/ 47 w 229"/>
                <a:gd name="T29" fmla="*/ 390 h 268"/>
                <a:gd name="T30" fmla="*/ 16 w 229"/>
                <a:gd name="T31" fmla="*/ 419 h 268"/>
                <a:gd name="T32" fmla="*/ 39 w 229"/>
                <a:gd name="T33" fmla="*/ 506 h 268"/>
                <a:gd name="T34" fmla="*/ 55 w 229"/>
                <a:gd name="T35" fmla="*/ 595 h 268"/>
                <a:gd name="T36" fmla="*/ 68 w 229"/>
                <a:gd name="T37" fmla="*/ 650 h 268"/>
                <a:gd name="T38" fmla="*/ 90 w 229"/>
                <a:gd name="T39" fmla="*/ 696 h 268"/>
                <a:gd name="T40" fmla="*/ 131 w 229"/>
                <a:gd name="T41" fmla="*/ 725 h 268"/>
                <a:gd name="T42" fmla="*/ 164 w 229"/>
                <a:gd name="T43" fmla="*/ 883 h 268"/>
                <a:gd name="T44" fmla="*/ 309 w 229"/>
                <a:gd name="T45" fmla="*/ 1053 h 268"/>
                <a:gd name="T46" fmla="*/ 467 w 229"/>
                <a:gd name="T47" fmla="*/ 1122 h 268"/>
                <a:gd name="T48" fmla="*/ 632 w 229"/>
                <a:gd name="T49" fmla="*/ 1053 h 268"/>
                <a:gd name="T50" fmla="*/ 778 w 229"/>
                <a:gd name="T51" fmla="*/ 883 h 268"/>
                <a:gd name="T52" fmla="*/ 812 w 229"/>
                <a:gd name="T53" fmla="*/ 725 h 268"/>
                <a:gd name="T54" fmla="*/ 854 w 229"/>
                <a:gd name="T55" fmla="*/ 696 h 268"/>
                <a:gd name="T56" fmla="*/ 875 w 229"/>
                <a:gd name="T57" fmla="*/ 650 h 268"/>
                <a:gd name="T58" fmla="*/ 891 w 229"/>
                <a:gd name="T59" fmla="*/ 595 h 268"/>
                <a:gd name="T60" fmla="*/ 909 w 229"/>
                <a:gd name="T61" fmla="*/ 506 h 268"/>
                <a:gd name="T62" fmla="*/ 925 w 229"/>
                <a:gd name="T63" fmla="*/ 419 h 268"/>
                <a:gd name="T64" fmla="*/ 917 w 229"/>
                <a:gd name="T65" fmla="*/ 390 h 268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229" h="268">
                  <a:moveTo>
                    <a:pt x="219" y="93"/>
                  </a:moveTo>
                  <a:cubicBezTo>
                    <a:pt x="218" y="93"/>
                    <a:pt x="218" y="93"/>
                    <a:pt x="217" y="92"/>
                  </a:cubicBezTo>
                  <a:cubicBezTo>
                    <a:pt x="216" y="92"/>
                    <a:pt x="216" y="92"/>
                    <a:pt x="215" y="93"/>
                  </a:cubicBezTo>
                  <a:cubicBezTo>
                    <a:pt x="208" y="115"/>
                    <a:pt x="208" y="115"/>
                    <a:pt x="208" y="115"/>
                  </a:cubicBezTo>
                  <a:cubicBezTo>
                    <a:pt x="206" y="121"/>
                    <a:pt x="206" y="121"/>
                    <a:pt x="206" y="121"/>
                  </a:cubicBezTo>
                  <a:cubicBezTo>
                    <a:pt x="205" y="127"/>
                    <a:pt x="201" y="134"/>
                    <a:pt x="201" y="134"/>
                  </a:cubicBezTo>
                  <a:cubicBezTo>
                    <a:pt x="201" y="133"/>
                    <a:pt x="201" y="133"/>
                    <a:pt x="201" y="133"/>
                  </a:cubicBezTo>
                  <a:cubicBezTo>
                    <a:pt x="199" y="137"/>
                    <a:pt x="199" y="137"/>
                    <a:pt x="199" y="137"/>
                  </a:cubicBezTo>
                  <a:cubicBezTo>
                    <a:pt x="196" y="138"/>
                    <a:pt x="229" y="0"/>
                    <a:pt x="106" y="2"/>
                  </a:cubicBezTo>
                  <a:cubicBezTo>
                    <a:pt x="0" y="3"/>
                    <a:pt x="23" y="135"/>
                    <a:pt x="22" y="130"/>
                  </a:cubicBezTo>
                  <a:cubicBezTo>
                    <a:pt x="20" y="123"/>
                    <a:pt x="17" y="109"/>
                    <a:pt x="17" y="109"/>
                  </a:cubicBezTo>
                  <a:cubicBezTo>
                    <a:pt x="17" y="109"/>
                    <a:pt x="16" y="104"/>
                    <a:pt x="15" y="100"/>
                  </a:cubicBezTo>
                  <a:cubicBezTo>
                    <a:pt x="14" y="99"/>
                    <a:pt x="14" y="97"/>
                    <a:pt x="14" y="96"/>
                  </a:cubicBezTo>
                  <a:cubicBezTo>
                    <a:pt x="14" y="96"/>
                    <a:pt x="14" y="96"/>
                    <a:pt x="14" y="96"/>
                  </a:cubicBezTo>
                  <a:cubicBezTo>
                    <a:pt x="13" y="95"/>
                    <a:pt x="11" y="93"/>
                    <a:pt x="11" y="93"/>
                  </a:cubicBezTo>
                  <a:cubicBezTo>
                    <a:pt x="8" y="91"/>
                    <a:pt x="4" y="95"/>
                    <a:pt x="4" y="100"/>
                  </a:cubicBezTo>
                  <a:cubicBezTo>
                    <a:pt x="4" y="106"/>
                    <a:pt x="9" y="117"/>
                    <a:pt x="9" y="121"/>
                  </a:cubicBezTo>
                  <a:cubicBezTo>
                    <a:pt x="9" y="125"/>
                    <a:pt x="10" y="135"/>
                    <a:pt x="13" y="142"/>
                  </a:cubicBezTo>
                  <a:cubicBezTo>
                    <a:pt x="15" y="148"/>
                    <a:pt x="14" y="151"/>
                    <a:pt x="16" y="155"/>
                  </a:cubicBezTo>
                  <a:cubicBezTo>
                    <a:pt x="19" y="159"/>
                    <a:pt x="20" y="163"/>
                    <a:pt x="22" y="166"/>
                  </a:cubicBezTo>
                  <a:cubicBezTo>
                    <a:pt x="24" y="169"/>
                    <a:pt x="29" y="173"/>
                    <a:pt x="31" y="173"/>
                  </a:cubicBezTo>
                  <a:cubicBezTo>
                    <a:pt x="32" y="182"/>
                    <a:pt x="34" y="203"/>
                    <a:pt x="39" y="211"/>
                  </a:cubicBezTo>
                  <a:cubicBezTo>
                    <a:pt x="43" y="219"/>
                    <a:pt x="61" y="242"/>
                    <a:pt x="74" y="251"/>
                  </a:cubicBezTo>
                  <a:cubicBezTo>
                    <a:pt x="85" y="258"/>
                    <a:pt x="92" y="267"/>
                    <a:pt x="112" y="268"/>
                  </a:cubicBezTo>
                  <a:cubicBezTo>
                    <a:pt x="133" y="267"/>
                    <a:pt x="140" y="258"/>
                    <a:pt x="151" y="251"/>
                  </a:cubicBezTo>
                  <a:cubicBezTo>
                    <a:pt x="163" y="242"/>
                    <a:pt x="182" y="221"/>
                    <a:pt x="186" y="211"/>
                  </a:cubicBezTo>
                  <a:cubicBezTo>
                    <a:pt x="190" y="201"/>
                    <a:pt x="194" y="182"/>
                    <a:pt x="194" y="173"/>
                  </a:cubicBezTo>
                  <a:cubicBezTo>
                    <a:pt x="197" y="173"/>
                    <a:pt x="202" y="169"/>
                    <a:pt x="204" y="166"/>
                  </a:cubicBezTo>
                  <a:cubicBezTo>
                    <a:pt x="206" y="163"/>
                    <a:pt x="207" y="159"/>
                    <a:pt x="209" y="155"/>
                  </a:cubicBezTo>
                  <a:cubicBezTo>
                    <a:pt x="212" y="151"/>
                    <a:pt x="211" y="148"/>
                    <a:pt x="213" y="142"/>
                  </a:cubicBezTo>
                  <a:cubicBezTo>
                    <a:pt x="215" y="135"/>
                    <a:pt x="217" y="125"/>
                    <a:pt x="217" y="121"/>
                  </a:cubicBezTo>
                  <a:cubicBezTo>
                    <a:pt x="217" y="117"/>
                    <a:pt x="221" y="106"/>
                    <a:pt x="221" y="100"/>
                  </a:cubicBezTo>
                  <a:cubicBezTo>
                    <a:pt x="221" y="97"/>
                    <a:pt x="220" y="94"/>
                    <a:pt x="219" y="93"/>
                  </a:cubicBezTo>
                </a:path>
              </a:pathLst>
            </a:custGeom>
            <a:solidFill>
              <a:srgbClr val="75332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021" name="Freeform 508">
              <a:extLst>
                <a:ext uri="{FF2B5EF4-FFF2-40B4-BE49-F238E27FC236}">
                  <a16:creationId xmlns:a16="http://schemas.microsoft.com/office/drawing/2014/main" id="{23A6AE15-D9F3-42A0-B30A-F743CE01A9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9" y="873"/>
              <a:ext cx="95" cy="87"/>
            </a:xfrm>
            <a:custGeom>
              <a:avLst/>
              <a:gdLst>
                <a:gd name="T0" fmla="*/ 26 w 59"/>
                <a:gd name="T1" fmla="*/ 63 h 54"/>
                <a:gd name="T2" fmla="*/ 230 w 59"/>
                <a:gd name="T3" fmla="*/ 76 h 54"/>
                <a:gd name="T4" fmla="*/ 196 w 59"/>
                <a:gd name="T5" fmla="*/ 226 h 54"/>
                <a:gd name="T6" fmla="*/ 196 w 59"/>
                <a:gd name="T7" fmla="*/ 143 h 54"/>
                <a:gd name="T8" fmla="*/ 135 w 59"/>
                <a:gd name="T9" fmla="*/ 156 h 54"/>
                <a:gd name="T10" fmla="*/ 0 w 59"/>
                <a:gd name="T11" fmla="*/ 90 h 5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9" h="54">
                  <a:moveTo>
                    <a:pt x="6" y="15"/>
                  </a:moveTo>
                  <a:cubicBezTo>
                    <a:pt x="19" y="7"/>
                    <a:pt x="48" y="0"/>
                    <a:pt x="55" y="18"/>
                  </a:cubicBezTo>
                  <a:cubicBezTo>
                    <a:pt x="59" y="28"/>
                    <a:pt x="57" y="48"/>
                    <a:pt x="47" y="54"/>
                  </a:cubicBezTo>
                  <a:cubicBezTo>
                    <a:pt x="47" y="49"/>
                    <a:pt x="52" y="37"/>
                    <a:pt x="47" y="34"/>
                  </a:cubicBezTo>
                  <a:cubicBezTo>
                    <a:pt x="45" y="32"/>
                    <a:pt x="35" y="37"/>
                    <a:pt x="32" y="37"/>
                  </a:cubicBezTo>
                  <a:cubicBezTo>
                    <a:pt x="21" y="36"/>
                    <a:pt x="9" y="28"/>
                    <a:pt x="0" y="22"/>
                  </a:cubicBezTo>
                </a:path>
              </a:pathLst>
            </a:custGeom>
            <a:solidFill>
              <a:srgbClr val="6B2D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022" name="Freeform 509">
              <a:extLst>
                <a:ext uri="{FF2B5EF4-FFF2-40B4-BE49-F238E27FC236}">
                  <a16:creationId xmlns:a16="http://schemas.microsoft.com/office/drawing/2014/main" id="{9040022F-5FC3-4BC8-BB38-5576F18C81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5" y="1060"/>
              <a:ext cx="1318" cy="3018"/>
            </a:xfrm>
            <a:custGeom>
              <a:avLst/>
              <a:gdLst>
                <a:gd name="T0" fmla="*/ 3285 w 819"/>
                <a:gd name="T1" fmla="*/ 3584 h 1876"/>
                <a:gd name="T2" fmla="*/ 3087 w 819"/>
                <a:gd name="T3" fmla="*/ 3113 h 1876"/>
                <a:gd name="T4" fmla="*/ 2976 w 819"/>
                <a:gd name="T5" fmla="*/ 1914 h 1876"/>
                <a:gd name="T6" fmla="*/ 2622 w 819"/>
                <a:gd name="T7" fmla="*/ 541 h 1876"/>
                <a:gd name="T8" fmla="*/ 2010 w 819"/>
                <a:gd name="T9" fmla="*/ 0 h 1876"/>
                <a:gd name="T10" fmla="*/ 1547 w 819"/>
                <a:gd name="T11" fmla="*/ 162 h 1876"/>
                <a:gd name="T12" fmla="*/ 986 w 819"/>
                <a:gd name="T13" fmla="*/ 479 h 1876"/>
                <a:gd name="T14" fmla="*/ 507 w 819"/>
                <a:gd name="T15" fmla="*/ 1306 h 1876"/>
                <a:gd name="T16" fmla="*/ 341 w 819"/>
                <a:gd name="T17" fmla="*/ 2899 h 1876"/>
                <a:gd name="T18" fmla="*/ 293 w 819"/>
                <a:gd name="T19" fmla="*/ 3367 h 1876"/>
                <a:gd name="T20" fmla="*/ 29 w 819"/>
                <a:gd name="T21" fmla="*/ 3851 h 1876"/>
                <a:gd name="T22" fmla="*/ 212 w 819"/>
                <a:gd name="T23" fmla="*/ 3729 h 1876"/>
                <a:gd name="T24" fmla="*/ 294 w 819"/>
                <a:gd name="T25" fmla="*/ 4157 h 1876"/>
                <a:gd name="T26" fmla="*/ 451 w 819"/>
                <a:gd name="T27" fmla="*/ 4171 h 1876"/>
                <a:gd name="T28" fmla="*/ 549 w 819"/>
                <a:gd name="T29" fmla="*/ 4133 h 1876"/>
                <a:gd name="T30" fmla="*/ 658 w 819"/>
                <a:gd name="T31" fmla="*/ 3734 h 1876"/>
                <a:gd name="T32" fmla="*/ 621 w 819"/>
                <a:gd name="T33" fmla="*/ 3185 h 1876"/>
                <a:gd name="T34" fmla="*/ 883 w 819"/>
                <a:gd name="T35" fmla="*/ 1819 h 1876"/>
                <a:gd name="T36" fmla="*/ 901 w 819"/>
                <a:gd name="T37" fmla="*/ 1644 h 1876"/>
                <a:gd name="T38" fmla="*/ 1004 w 819"/>
                <a:gd name="T39" fmla="*/ 2743 h 1876"/>
                <a:gd name="T40" fmla="*/ 1017 w 819"/>
                <a:gd name="T41" fmla="*/ 5029 h 1876"/>
                <a:gd name="T42" fmla="*/ 1083 w 819"/>
                <a:gd name="T43" fmla="*/ 6198 h 1876"/>
                <a:gd name="T44" fmla="*/ 1295 w 819"/>
                <a:gd name="T45" fmla="*/ 7283 h 1876"/>
                <a:gd name="T46" fmla="*/ 1054 w 819"/>
                <a:gd name="T47" fmla="*/ 7606 h 1876"/>
                <a:gd name="T48" fmla="*/ 1046 w 819"/>
                <a:gd name="T49" fmla="*/ 7690 h 1876"/>
                <a:gd name="T50" fmla="*/ 1114 w 819"/>
                <a:gd name="T51" fmla="*/ 7730 h 1876"/>
                <a:gd name="T52" fmla="*/ 1342 w 819"/>
                <a:gd name="T53" fmla="*/ 7762 h 1876"/>
                <a:gd name="T54" fmla="*/ 1593 w 819"/>
                <a:gd name="T55" fmla="*/ 7661 h 1876"/>
                <a:gd name="T56" fmla="*/ 1606 w 819"/>
                <a:gd name="T57" fmla="*/ 7215 h 1876"/>
                <a:gd name="T58" fmla="*/ 1627 w 819"/>
                <a:gd name="T59" fmla="*/ 6046 h 1876"/>
                <a:gd name="T60" fmla="*/ 1658 w 819"/>
                <a:gd name="T61" fmla="*/ 4516 h 1876"/>
                <a:gd name="T62" fmla="*/ 1756 w 819"/>
                <a:gd name="T63" fmla="*/ 4516 h 1876"/>
                <a:gd name="T64" fmla="*/ 1785 w 819"/>
                <a:gd name="T65" fmla="*/ 6046 h 1876"/>
                <a:gd name="T66" fmla="*/ 1807 w 819"/>
                <a:gd name="T67" fmla="*/ 7215 h 1876"/>
                <a:gd name="T68" fmla="*/ 1820 w 819"/>
                <a:gd name="T69" fmla="*/ 7661 h 1876"/>
                <a:gd name="T70" fmla="*/ 2071 w 819"/>
                <a:gd name="T71" fmla="*/ 7762 h 1876"/>
                <a:gd name="T72" fmla="*/ 2300 w 819"/>
                <a:gd name="T73" fmla="*/ 7730 h 1876"/>
                <a:gd name="T74" fmla="*/ 2367 w 819"/>
                <a:gd name="T75" fmla="*/ 7690 h 1876"/>
                <a:gd name="T76" fmla="*/ 2359 w 819"/>
                <a:gd name="T77" fmla="*/ 7606 h 1876"/>
                <a:gd name="T78" fmla="*/ 2118 w 819"/>
                <a:gd name="T79" fmla="*/ 7283 h 1876"/>
                <a:gd name="T80" fmla="*/ 2330 w 819"/>
                <a:gd name="T81" fmla="*/ 6198 h 1876"/>
                <a:gd name="T82" fmla="*/ 2396 w 819"/>
                <a:gd name="T83" fmla="*/ 5029 h 1876"/>
                <a:gd name="T84" fmla="*/ 2512 w 819"/>
                <a:gd name="T85" fmla="*/ 3248 h 1876"/>
                <a:gd name="T86" fmla="*/ 2491 w 819"/>
                <a:gd name="T87" fmla="*/ 1879 h 1876"/>
                <a:gd name="T88" fmla="*/ 2522 w 819"/>
                <a:gd name="T89" fmla="*/ 1731 h 1876"/>
                <a:gd name="T90" fmla="*/ 2593 w 819"/>
                <a:gd name="T91" fmla="*/ 2606 h 1876"/>
                <a:gd name="T92" fmla="*/ 2797 w 819"/>
                <a:gd name="T93" fmla="*/ 3419 h 1876"/>
                <a:gd name="T94" fmla="*/ 2813 w 819"/>
                <a:gd name="T95" fmla="*/ 4009 h 1876"/>
                <a:gd name="T96" fmla="*/ 2934 w 819"/>
                <a:gd name="T97" fmla="*/ 4197 h 1876"/>
                <a:gd name="T98" fmla="*/ 3043 w 819"/>
                <a:gd name="T99" fmla="*/ 4188 h 1876"/>
                <a:gd name="T100" fmla="*/ 3167 w 819"/>
                <a:gd name="T101" fmla="*/ 3869 h 1876"/>
                <a:gd name="T102" fmla="*/ 3363 w 819"/>
                <a:gd name="T103" fmla="*/ 3925 h 187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0" t="0" r="r" b="b"/>
              <a:pathLst>
                <a:path w="819" h="1876">
                  <a:moveTo>
                    <a:pt x="812" y="925"/>
                  </a:moveTo>
                  <a:cubicBezTo>
                    <a:pt x="809" y="915"/>
                    <a:pt x="808" y="903"/>
                    <a:pt x="804" y="899"/>
                  </a:cubicBezTo>
                  <a:cubicBezTo>
                    <a:pt x="801" y="894"/>
                    <a:pt x="795" y="869"/>
                    <a:pt x="788" y="861"/>
                  </a:cubicBezTo>
                  <a:cubicBezTo>
                    <a:pt x="782" y="852"/>
                    <a:pt x="756" y="815"/>
                    <a:pt x="750" y="809"/>
                  </a:cubicBezTo>
                  <a:cubicBezTo>
                    <a:pt x="748" y="805"/>
                    <a:pt x="750" y="791"/>
                    <a:pt x="747" y="780"/>
                  </a:cubicBezTo>
                  <a:cubicBezTo>
                    <a:pt x="743" y="770"/>
                    <a:pt x="744" y="760"/>
                    <a:pt x="741" y="748"/>
                  </a:cubicBezTo>
                  <a:cubicBezTo>
                    <a:pt x="739" y="736"/>
                    <a:pt x="738" y="712"/>
                    <a:pt x="738" y="696"/>
                  </a:cubicBezTo>
                  <a:cubicBezTo>
                    <a:pt x="737" y="669"/>
                    <a:pt x="737" y="560"/>
                    <a:pt x="720" y="521"/>
                  </a:cubicBezTo>
                  <a:cubicBezTo>
                    <a:pt x="717" y="508"/>
                    <a:pt x="714" y="488"/>
                    <a:pt x="714" y="460"/>
                  </a:cubicBezTo>
                  <a:cubicBezTo>
                    <a:pt x="713" y="382"/>
                    <a:pt x="695" y="338"/>
                    <a:pt x="697" y="314"/>
                  </a:cubicBezTo>
                  <a:cubicBezTo>
                    <a:pt x="702" y="279"/>
                    <a:pt x="694" y="242"/>
                    <a:pt x="688" y="212"/>
                  </a:cubicBezTo>
                  <a:cubicBezTo>
                    <a:pt x="673" y="149"/>
                    <a:pt x="643" y="133"/>
                    <a:pt x="629" y="130"/>
                  </a:cubicBezTo>
                  <a:cubicBezTo>
                    <a:pt x="614" y="126"/>
                    <a:pt x="592" y="125"/>
                    <a:pt x="582" y="115"/>
                  </a:cubicBezTo>
                  <a:cubicBezTo>
                    <a:pt x="576" y="109"/>
                    <a:pt x="527" y="87"/>
                    <a:pt x="512" y="85"/>
                  </a:cubicBezTo>
                  <a:cubicBezTo>
                    <a:pt x="476" y="78"/>
                    <a:pt x="482" y="12"/>
                    <a:pt x="482" y="0"/>
                  </a:cubicBezTo>
                  <a:cubicBezTo>
                    <a:pt x="478" y="10"/>
                    <a:pt x="460" y="30"/>
                    <a:pt x="448" y="39"/>
                  </a:cubicBezTo>
                  <a:cubicBezTo>
                    <a:pt x="437" y="47"/>
                    <a:pt x="430" y="55"/>
                    <a:pt x="409" y="56"/>
                  </a:cubicBezTo>
                  <a:cubicBezTo>
                    <a:pt x="389" y="55"/>
                    <a:pt x="382" y="47"/>
                    <a:pt x="371" y="39"/>
                  </a:cubicBezTo>
                  <a:cubicBezTo>
                    <a:pt x="359" y="31"/>
                    <a:pt x="343" y="11"/>
                    <a:pt x="337" y="1"/>
                  </a:cubicBezTo>
                  <a:cubicBezTo>
                    <a:pt x="337" y="17"/>
                    <a:pt x="342" y="78"/>
                    <a:pt x="307" y="85"/>
                  </a:cubicBezTo>
                  <a:cubicBezTo>
                    <a:pt x="292" y="87"/>
                    <a:pt x="244" y="109"/>
                    <a:pt x="237" y="115"/>
                  </a:cubicBezTo>
                  <a:cubicBezTo>
                    <a:pt x="227" y="125"/>
                    <a:pt x="205" y="126"/>
                    <a:pt x="191" y="130"/>
                  </a:cubicBezTo>
                  <a:cubicBezTo>
                    <a:pt x="176" y="133"/>
                    <a:pt x="146" y="149"/>
                    <a:pt x="132" y="212"/>
                  </a:cubicBezTo>
                  <a:cubicBezTo>
                    <a:pt x="125" y="242"/>
                    <a:pt x="118" y="279"/>
                    <a:pt x="122" y="314"/>
                  </a:cubicBezTo>
                  <a:cubicBezTo>
                    <a:pt x="124" y="338"/>
                    <a:pt x="106" y="382"/>
                    <a:pt x="105" y="460"/>
                  </a:cubicBezTo>
                  <a:cubicBezTo>
                    <a:pt x="105" y="488"/>
                    <a:pt x="102" y="508"/>
                    <a:pt x="99" y="521"/>
                  </a:cubicBezTo>
                  <a:cubicBezTo>
                    <a:pt x="83" y="560"/>
                    <a:pt x="83" y="669"/>
                    <a:pt x="82" y="696"/>
                  </a:cubicBezTo>
                  <a:cubicBezTo>
                    <a:pt x="81" y="712"/>
                    <a:pt x="81" y="736"/>
                    <a:pt x="78" y="748"/>
                  </a:cubicBezTo>
                  <a:cubicBezTo>
                    <a:pt x="75" y="760"/>
                    <a:pt x="77" y="770"/>
                    <a:pt x="74" y="780"/>
                  </a:cubicBezTo>
                  <a:cubicBezTo>
                    <a:pt x="71" y="791"/>
                    <a:pt x="73" y="805"/>
                    <a:pt x="70" y="809"/>
                  </a:cubicBezTo>
                  <a:cubicBezTo>
                    <a:pt x="64" y="815"/>
                    <a:pt x="39" y="852"/>
                    <a:pt x="32" y="861"/>
                  </a:cubicBezTo>
                  <a:cubicBezTo>
                    <a:pt x="26" y="869"/>
                    <a:pt x="19" y="894"/>
                    <a:pt x="15" y="899"/>
                  </a:cubicBezTo>
                  <a:cubicBezTo>
                    <a:pt x="12" y="903"/>
                    <a:pt x="11" y="915"/>
                    <a:pt x="7" y="925"/>
                  </a:cubicBezTo>
                  <a:cubicBezTo>
                    <a:pt x="3" y="935"/>
                    <a:pt x="0" y="943"/>
                    <a:pt x="13" y="943"/>
                  </a:cubicBezTo>
                  <a:cubicBezTo>
                    <a:pt x="22" y="942"/>
                    <a:pt x="34" y="925"/>
                    <a:pt x="35" y="913"/>
                  </a:cubicBezTo>
                  <a:cubicBezTo>
                    <a:pt x="39" y="912"/>
                    <a:pt x="45" y="904"/>
                    <a:pt x="51" y="896"/>
                  </a:cubicBezTo>
                  <a:cubicBezTo>
                    <a:pt x="49" y="902"/>
                    <a:pt x="54" y="909"/>
                    <a:pt x="59" y="929"/>
                  </a:cubicBezTo>
                  <a:cubicBezTo>
                    <a:pt x="59" y="935"/>
                    <a:pt x="65" y="952"/>
                    <a:pt x="64" y="960"/>
                  </a:cubicBezTo>
                  <a:cubicBezTo>
                    <a:pt x="64" y="968"/>
                    <a:pt x="69" y="988"/>
                    <a:pt x="71" y="998"/>
                  </a:cubicBezTo>
                  <a:cubicBezTo>
                    <a:pt x="73" y="1009"/>
                    <a:pt x="83" y="1009"/>
                    <a:pt x="89" y="1006"/>
                  </a:cubicBezTo>
                  <a:cubicBezTo>
                    <a:pt x="89" y="1006"/>
                    <a:pt x="89" y="1015"/>
                    <a:pt x="98" y="1017"/>
                  </a:cubicBezTo>
                  <a:cubicBezTo>
                    <a:pt x="107" y="1018"/>
                    <a:pt x="108" y="1002"/>
                    <a:pt x="108" y="1002"/>
                  </a:cubicBezTo>
                  <a:cubicBezTo>
                    <a:pt x="108" y="1002"/>
                    <a:pt x="108" y="1008"/>
                    <a:pt x="115" y="1008"/>
                  </a:cubicBezTo>
                  <a:cubicBezTo>
                    <a:pt x="125" y="1009"/>
                    <a:pt x="127" y="989"/>
                    <a:pt x="127" y="989"/>
                  </a:cubicBezTo>
                  <a:cubicBezTo>
                    <a:pt x="127" y="991"/>
                    <a:pt x="127" y="993"/>
                    <a:pt x="132" y="993"/>
                  </a:cubicBezTo>
                  <a:cubicBezTo>
                    <a:pt x="138" y="992"/>
                    <a:pt x="142" y="971"/>
                    <a:pt x="144" y="963"/>
                  </a:cubicBezTo>
                  <a:cubicBezTo>
                    <a:pt x="146" y="954"/>
                    <a:pt x="150" y="946"/>
                    <a:pt x="151" y="939"/>
                  </a:cubicBezTo>
                  <a:cubicBezTo>
                    <a:pt x="151" y="933"/>
                    <a:pt x="152" y="929"/>
                    <a:pt x="158" y="897"/>
                  </a:cubicBezTo>
                  <a:cubicBezTo>
                    <a:pt x="164" y="865"/>
                    <a:pt x="145" y="832"/>
                    <a:pt x="148" y="821"/>
                  </a:cubicBezTo>
                  <a:cubicBezTo>
                    <a:pt x="151" y="811"/>
                    <a:pt x="141" y="794"/>
                    <a:pt x="142" y="791"/>
                  </a:cubicBezTo>
                  <a:cubicBezTo>
                    <a:pt x="144" y="789"/>
                    <a:pt x="147" y="776"/>
                    <a:pt x="149" y="765"/>
                  </a:cubicBezTo>
                  <a:cubicBezTo>
                    <a:pt x="151" y="753"/>
                    <a:pt x="193" y="650"/>
                    <a:pt x="197" y="626"/>
                  </a:cubicBezTo>
                  <a:cubicBezTo>
                    <a:pt x="206" y="582"/>
                    <a:pt x="205" y="562"/>
                    <a:pt x="201" y="532"/>
                  </a:cubicBezTo>
                  <a:cubicBezTo>
                    <a:pt x="201" y="509"/>
                    <a:pt x="210" y="448"/>
                    <a:pt x="212" y="437"/>
                  </a:cubicBezTo>
                  <a:cubicBezTo>
                    <a:pt x="213" y="435"/>
                    <a:pt x="213" y="423"/>
                    <a:pt x="214" y="416"/>
                  </a:cubicBezTo>
                  <a:cubicBezTo>
                    <a:pt x="215" y="412"/>
                    <a:pt x="215" y="404"/>
                    <a:pt x="216" y="394"/>
                  </a:cubicBezTo>
                  <a:cubicBezTo>
                    <a:pt x="216" y="395"/>
                    <a:pt x="216" y="395"/>
                    <a:pt x="216" y="395"/>
                  </a:cubicBezTo>
                  <a:cubicBezTo>
                    <a:pt x="216" y="406"/>
                    <a:pt x="219" y="424"/>
                    <a:pt x="221" y="451"/>
                  </a:cubicBezTo>
                  <a:cubicBezTo>
                    <a:pt x="220" y="474"/>
                    <a:pt x="231" y="516"/>
                    <a:pt x="232" y="537"/>
                  </a:cubicBezTo>
                  <a:cubicBezTo>
                    <a:pt x="230" y="544"/>
                    <a:pt x="241" y="659"/>
                    <a:pt x="241" y="659"/>
                  </a:cubicBezTo>
                  <a:cubicBezTo>
                    <a:pt x="236" y="666"/>
                    <a:pt x="217" y="753"/>
                    <a:pt x="216" y="780"/>
                  </a:cubicBezTo>
                  <a:cubicBezTo>
                    <a:pt x="214" y="793"/>
                    <a:pt x="219" y="811"/>
                    <a:pt x="218" y="841"/>
                  </a:cubicBezTo>
                  <a:cubicBezTo>
                    <a:pt x="216" y="877"/>
                    <a:pt x="184" y="1023"/>
                    <a:pt x="244" y="1208"/>
                  </a:cubicBezTo>
                  <a:cubicBezTo>
                    <a:pt x="247" y="1218"/>
                    <a:pt x="247" y="1255"/>
                    <a:pt x="251" y="1275"/>
                  </a:cubicBezTo>
                  <a:cubicBezTo>
                    <a:pt x="252" y="1280"/>
                    <a:pt x="262" y="1304"/>
                    <a:pt x="263" y="1335"/>
                  </a:cubicBezTo>
                  <a:cubicBezTo>
                    <a:pt x="264" y="1386"/>
                    <a:pt x="259" y="1453"/>
                    <a:pt x="260" y="1489"/>
                  </a:cubicBezTo>
                  <a:cubicBezTo>
                    <a:pt x="263" y="1549"/>
                    <a:pt x="288" y="1604"/>
                    <a:pt x="297" y="1642"/>
                  </a:cubicBezTo>
                  <a:cubicBezTo>
                    <a:pt x="307" y="1681"/>
                    <a:pt x="311" y="1711"/>
                    <a:pt x="309" y="1719"/>
                  </a:cubicBezTo>
                  <a:cubicBezTo>
                    <a:pt x="307" y="1725"/>
                    <a:pt x="305" y="1738"/>
                    <a:pt x="311" y="1749"/>
                  </a:cubicBezTo>
                  <a:cubicBezTo>
                    <a:pt x="311" y="1750"/>
                    <a:pt x="294" y="1788"/>
                    <a:pt x="284" y="1795"/>
                  </a:cubicBezTo>
                  <a:cubicBezTo>
                    <a:pt x="275" y="1802"/>
                    <a:pt x="273" y="1808"/>
                    <a:pt x="266" y="1812"/>
                  </a:cubicBezTo>
                  <a:cubicBezTo>
                    <a:pt x="259" y="1815"/>
                    <a:pt x="255" y="1819"/>
                    <a:pt x="253" y="1827"/>
                  </a:cubicBezTo>
                  <a:cubicBezTo>
                    <a:pt x="250" y="1833"/>
                    <a:pt x="243" y="1841"/>
                    <a:pt x="248" y="1846"/>
                  </a:cubicBezTo>
                  <a:cubicBezTo>
                    <a:pt x="249" y="1846"/>
                    <a:pt x="250" y="1847"/>
                    <a:pt x="251" y="1847"/>
                  </a:cubicBezTo>
                  <a:cubicBezTo>
                    <a:pt x="251" y="1847"/>
                    <a:pt x="251" y="1847"/>
                    <a:pt x="251" y="1847"/>
                  </a:cubicBezTo>
                  <a:cubicBezTo>
                    <a:pt x="251" y="1849"/>
                    <a:pt x="251" y="1851"/>
                    <a:pt x="252" y="1853"/>
                  </a:cubicBezTo>
                  <a:cubicBezTo>
                    <a:pt x="255" y="1858"/>
                    <a:pt x="260" y="1859"/>
                    <a:pt x="266" y="1858"/>
                  </a:cubicBezTo>
                  <a:cubicBezTo>
                    <a:pt x="267" y="1857"/>
                    <a:pt x="267" y="1857"/>
                    <a:pt x="267" y="1857"/>
                  </a:cubicBezTo>
                  <a:cubicBezTo>
                    <a:pt x="267" y="1859"/>
                    <a:pt x="268" y="1861"/>
                    <a:pt x="269" y="1863"/>
                  </a:cubicBezTo>
                  <a:cubicBezTo>
                    <a:pt x="274" y="1869"/>
                    <a:pt x="288" y="1872"/>
                    <a:pt x="294" y="1866"/>
                  </a:cubicBezTo>
                  <a:cubicBezTo>
                    <a:pt x="301" y="1871"/>
                    <a:pt x="316" y="1871"/>
                    <a:pt x="322" y="1864"/>
                  </a:cubicBezTo>
                  <a:cubicBezTo>
                    <a:pt x="326" y="1876"/>
                    <a:pt x="343" y="1874"/>
                    <a:pt x="353" y="1872"/>
                  </a:cubicBezTo>
                  <a:cubicBezTo>
                    <a:pt x="364" y="1870"/>
                    <a:pt x="368" y="1864"/>
                    <a:pt x="374" y="1859"/>
                  </a:cubicBezTo>
                  <a:cubicBezTo>
                    <a:pt x="380" y="1855"/>
                    <a:pt x="384" y="1851"/>
                    <a:pt x="382" y="1840"/>
                  </a:cubicBezTo>
                  <a:cubicBezTo>
                    <a:pt x="381" y="1829"/>
                    <a:pt x="382" y="1829"/>
                    <a:pt x="383" y="1816"/>
                  </a:cubicBezTo>
                  <a:cubicBezTo>
                    <a:pt x="384" y="1808"/>
                    <a:pt x="391" y="1806"/>
                    <a:pt x="392" y="1793"/>
                  </a:cubicBezTo>
                  <a:cubicBezTo>
                    <a:pt x="393" y="1783"/>
                    <a:pt x="384" y="1739"/>
                    <a:pt x="385" y="1733"/>
                  </a:cubicBezTo>
                  <a:cubicBezTo>
                    <a:pt x="387" y="1720"/>
                    <a:pt x="378" y="1709"/>
                    <a:pt x="375" y="1687"/>
                  </a:cubicBezTo>
                  <a:cubicBezTo>
                    <a:pt x="372" y="1664"/>
                    <a:pt x="380" y="1588"/>
                    <a:pt x="380" y="1574"/>
                  </a:cubicBezTo>
                  <a:cubicBezTo>
                    <a:pt x="380" y="1549"/>
                    <a:pt x="394" y="1505"/>
                    <a:pt x="390" y="1452"/>
                  </a:cubicBezTo>
                  <a:cubicBezTo>
                    <a:pt x="388" y="1421"/>
                    <a:pt x="373" y="1327"/>
                    <a:pt x="373" y="1305"/>
                  </a:cubicBezTo>
                  <a:cubicBezTo>
                    <a:pt x="373" y="1301"/>
                    <a:pt x="372" y="1278"/>
                    <a:pt x="374" y="1274"/>
                  </a:cubicBezTo>
                  <a:cubicBezTo>
                    <a:pt x="378" y="1260"/>
                    <a:pt x="398" y="1087"/>
                    <a:pt x="398" y="1085"/>
                  </a:cubicBezTo>
                  <a:cubicBezTo>
                    <a:pt x="400" y="1064"/>
                    <a:pt x="409" y="929"/>
                    <a:pt x="409" y="929"/>
                  </a:cubicBezTo>
                  <a:cubicBezTo>
                    <a:pt x="410" y="929"/>
                    <a:pt x="410" y="929"/>
                    <a:pt x="410" y="929"/>
                  </a:cubicBezTo>
                  <a:cubicBezTo>
                    <a:pt x="410" y="929"/>
                    <a:pt x="419" y="1064"/>
                    <a:pt x="421" y="1085"/>
                  </a:cubicBezTo>
                  <a:cubicBezTo>
                    <a:pt x="421" y="1087"/>
                    <a:pt x="441" y="1260"/>
                    <a:pt x="445" y="1274"/>
                  </a:cubicBezTo>
                  <a:cubicBezTo>
                    <a:pt x="447" y="1278"/>
                    <a:pt x="446" y="1301"/>
                    <a:pt x="446" y="1305"/>
                  </a:cubicBezTo>
                  <a:cubicBezTo>
                    <a:pt x="446" y="1327"/>
                    <a:pt x="431" y="1421"/>
                    <a:pt x="428" y="1452"/>
                  </a:cubicBezTo>
                  <a:cubicBezTo>
                    <a:pt x="425" y="1505"/>
                    <a:pt x="439" y="1549"/>
                    <a:pt x="439" y="1574"/>
                  </a:cubicBezTo>
                  <a:cubicBezTo>
                    <a:pt x="439" y="1588"/>
                    <a:pt x="447" y="1664"/>
                    <a:pt x="444" y="1687"/>
                  </a:cubicBezTo>
                  <a:cubicBezTo>
                    <a:pt x="441" y="1709"/>
                    <a:pt x="432" y="1720"/>
                    <a:pt x="434" y="1733"/>
                  </a:cubicBezTo>
                  <a:cubicBezTo>
                    <a:pt x="434" y="1739"/>
                    <a:pt x="426" y="1783"/>
                    <a:pt x="427" y="1793"/>
                  </a:cubicBezTo>
                  <a:cubicBezTo>
                    <a:pt x="428" y="1806"/>
                    <a:pt x="435" y="1808"/>
                    <a:pt x="436" y="1816"/>
                  </a:cubicBezTo>
                  <a:cubicBezTo>
                    <a:pt x="437" y="1829"/>
                    <a:pt x="438" y="1829"/>
                    <a:pt x="437" y="1840"/>
                  </a:cubicBezTo>
                  <a:cubicBezTo>
                    <a:pt x="435" y="1851"/>
                    <a:pt x="439" y="1855"/>
                    <a:pt x="445" y="1859"/>
                  </a:cubicBezTo>
                  <a:cubicBezTo>
                    <a:pt x="451" y="1864"/>
                    <a:pt x="455" y="1870"/>
                    <a:pt x="466" y="1872"/>
                  </a:cubicBezTo>
                  <a:cubicBezTo>
                    <a:pt x="476" y="1874"/>
                    <a:pt x="493" y="1876"/>
                    <a:pt x="497" y="1864"/>
                  </a:cubicBezTo>
                  <a:cubicBezTo>
                    <a:pt x="503" y="1871"/>
                    <a:pt x="518" y="1871"/>
                    <a:pt x="525" y="1866"/>
                  </a:cubicBezTo>
                  <a:cubicBezTo>
                    <a:pt x="531" y="1872"/>
                    <a:pt x="545" y="1869"/>
                    <a:pt x="550" y="1863"/>
                  </a:cubicBezTo>
                  <a:cubicBezTo>
                    <a:pt x="551" y="1861"/>
                    <a:pt x="552" y="1859"/>
                    <a:pt x="552" y="1857"/>
                  </a:cubicBezTo>
                  <a:cubicBezTo>
                    <a:pt x="553" y="1858"/>
                    <a:pt x="553" y="1858"/>
                    <a:pt x="553" y="1858"/>
                  </a:cubicBezTo>
                  <a:cubicBezTo>
                    <a:pt x="559" y="1859"/>
                    <a:pt x="566" y="1857"/>
                    <a:pt x="567" y="1853"/>
                  </a:cubicBezTo>
                  <a:cubicBezTo>
                    <a:pt x="568" y="1851"/>
                    <a:pt x="568" y="1849"/>
                    <a:pt x="568" y="1847"/>
                  </a:cubicBezTo>
                  <a:cubicBezTo>
                    <a:pt x="568" y="1847"/>
                    <a:pt x="568" y="1847"/>
                    <a:pt x="568" y="1847"/>
                  </a:cubicBezTo>
                  <a:cubicBezTo>
                    <a:pt x="569" y="1847"/>
                    <a:pt x="570" y="1846"/>
                    <a:pt x="571" y="1846"/>
                  </a:cubicBezTo>
                  <a:cubicBezTo>
                    <a:pt x="576" y="1841"/>
                    <a:pt x="569" y="1833"/>
                    <a:pt x="566" y="1827"/>
                  </a:cubicBezTo>
                  <a:cubicBezTo>
                    <a:pt x="564" y="1819"/>
                    <a:pt x="560" y="1815"/>
                    <a:pt x="553" y="1812"/>
                  </a:cubicBezTo>
                  <a:cubicBezTo>
                    <a:pt x="546" y="1808"/>
                    <a:pt x="543" y="1802"/>
                    <a:pt x="535" y="1795"/>
                  </a:cubicBezTo>
                  <a:cubicBezTo>
                    <a:pt x="525" y="1788"/>
                    <a:pt x="508" y="1750"/>
                    <a:pt x="508" y="1749"/>
                  </a:cubicBezTo>
                  <a:cubicBezTo>
                    <a:pt x="514" y="1738"/>
                    <a:pt x="512" y="1725"/>
                    <a:pt x="510" y="1719"/>
                  </a:cubicBezTo>
                  <a:cubicBezTo>
                    <a:pt x="508" y="1711"/>
                    <a:pt x="512" y="1681"/>
                    <a:pt x="522" y="1642"/>
                  </a:cubicBezTo>
                  <a:cubicBezTo>
                    <a:pt x="531" y="1604"/>
                    <a:pt x="556" y="1549"/>
                    <a:pt x="559" y="1489"/>
                  </a:cubicBezTo>
                  <a:cubicBezTo>
                    <a:pt x="560" y="1453"/>
                    <a:pt x="555" y="1386"/>
                    <a:pt x="556" y="1335"/>
                  </a:cubicBezTo>
                  <a:cubicBezTo>
                    <a:pt x="557" y="1304"/>
                    <a:pt x="567" y="1280"/>
                    <a:pt x="568" y="1275"/>
                  </a:cubicBezTo>
                  <a:cubicBezTo>
                    <a:pt x="572" y="1255"/>
                    <a:pt x="572" y="1218"/>
                    <a:pt x="575" y="1208"/>
                  </a:cubicBezTo>
                  <a:cubicBezTo>
                    <a:pt x="635" y="1023"/>
                    <a:pt x="603" y="877"/>
                    <a:pt x="601" y="841"/>
                  </a:cubicBezTo>
                  <a:cubicBezTo>
                    <a:pt x="602" y="841"/>
                    <a:pt x="602" y="841"/>
                    <a:pt x="602" y="841"/>
                  </a:cubicBezTo>
                  <a:cubicBezTo>
                    <a:pt x="600" y="811"/>
                    <a:pt x="605" y="793"/>
                    <a:pt x="603" y="780"/>
                  </a:cubicBezTo>
                  <a:cubicBezTo>
                    <a:pt x="602" y="753"/>
                    <a:pt x="583" y="666"/>
                    <a:pt x="579" y="659"/>
                  </a:cubicBezTo>
                  <a:cubicBezTo>
                    <a:pt x="579" y="659"/>
                    <a:pt x="590" y="544"/>
                    <a:pt x="587" y="537"/>
                  </a:cubicBezTo>
                  <a:cubicBezTo>
                    <a:pt x="588" y="516"/>
                    <a:pt x="600" y="474"/>
                    <a:pt x="598" y="451"/>
                  </a:cubicBezTo>
                  <a:cubicBezTo>
                    <a:pt x="600" y="424"/>
                    <a:pt x="603" y="406"/>
                    <a:pt x="603" y="395"/>
                  </a:cubicBezTo>
                  <a:cubicBezTo>
                    <a:pt x="603" y="394"/>
                    <a:pt x="603" y="394"/>
                    <a:pt x="603" y="394"/>
                  </a:cubicBezTo>
                  <a:cubicBezTo>
                    <a:pt x="604" y="404"/>
                    <a:pt x="604" y="412"/>
                    <a:pt x="605" y="416"/>
                  </a:cubicBezTo>
                  <a:cubicBezTo>
                    <a:pt x="606" y="423"/>
                    <a:pt x="606" y="435"/>
                    <a:pt x="607" y="437"/>
                  </a:cubicBezTo>
                  <a:cubicBezTo>
                    <a:pt x="609" y="448"/>
                    <a:pt x="618" y="509"/>
                    <a:pt x="619" y="532"/>
                  </a:cubicBezTo>
                  <a:cubicBezTo>
                    <a:pt x="614" y="562"/>
                    <a:pt x="614" y="582"/>
                    <a:pt x="622" y="626"/>
                  </a:cubicBezTo>
                  <a:cubicBezTo>
                    <a:pt x="626" y="650"/>
                    <a:pt x="668" y="753"/>
                    <a:pt x="670" y="765"/>
                  </a:cubicBezTo>
                  <a:cubicBezTo>
                    <a:pt x="672" y="776"/>
                    <a:pt x="675" y="789"/>
                    <a:pt x="677" y="791"/>
                  </a:cubicBezTo>
                  <a:cubicBezTo>
                    <a:pt x="678" y="794"/>
                    <a:pt x="668" y="811"/>
                    <a:pt x="671" y="821"/>
                  </a:cubicBezTo>
                  <a:cubicBezTo>
                    <a:pt x="674" y="832"/>
                    <a:pt x="655" y="865"/>
                    <a:pt x="661" y="897"/>
                  </a:cubicBezTo>
                  <a:cubicBezTo>
                    <a:pt x="667" y="929"/>
                    <a:pt x="668" y="933"/>
                    <a:pt x="669" y="939"/>
                  </a:cubicBezTo>
                  <a:cubicBezTo>
                    <a:pt x="669" y="946"/>
                    <a:pt x="673" y="954"/>
                    <a:pt x="675" y="963"/>
                  </a:cubicBezTo>
                  <a:cubicBezTo>
                    <a:pt x="678" y="971"/>
                    <a:pt x="682" y="992"/>
                    <a:pt x="687" y="993"/>
                  </a:cubicBezTo>
                  <a:cubicBezTo>
                    <a:pt x="692" y="993"/>
                    <a:pt x="692" y="991"/>
                    <a:pt x="693" y="989"/>
                  </a:cubicBezTo>
                  <a:cubicBezTo>
                    <a:pt x="693" y="989"/>
                    <a:pt x="694" y="1009"/>
                    <a:pt x="704" y="1008"/>
                  </a:cubicBezTo>
                  <a:cubicBezTo>
                    <a:pt x="711" y="1008"/>
                    <a:pt x="711" y="1002"/>
                    <a:pt x="711" y="1002"/>
                  </a:cubicBezTo>
                  <a:cubicBezTo>
                    <a:pt x="711" y="1002"/>
                    <a:pt x="712" y="1018"/>
                    <a:pt x="722" y="1017"/>
                  </a:cubicBezTo>
                  <a:cubicBezTo>
                    <a:pt x="731" y="1015"/>
                    <a:pt x="730" y="1006"/>
                    <a:pt x="730" y="1006"/>
                  </a:cubicBezTo>
                  <a:cubicBezTo>
                    <a:pt x="737" y="1009"/>
                    <a:pt x="746" y="1009"/>
                    <a:pt x="748" y="998"/>
                  </a:cubicBezTo>
                  <a:cubicBezTo>
                    <a:pt x="750" y="988"/>
                    <a:pt x="756" y="968"/>
                    <a:pt x="755" y="960"/>
                  </a:cubicBezTo>
                  <a:cubicBezTo>
                    <a:pt x="754" y="952"/>
                    <a:pt x="760" y="935"/>
                    <a:pt x="760" y="929"/>
                  </a:cubicBezTo>
                  <a:cubicBezTo>
                    <a:pt x="765" y="909"/>
                    <a:pt x="770" y="902"/>
                    <a:pt x="768" y="896"/>
                  </a:cubicBezTo>
                  <a:cubicBezTo>
                    <a:pt x="775" y="904"/>
                    <a:pt x="781" y="912"/>
                    <a:pt x="784" y="913"/>
                  </a:cubicBezTo>
                  <a:cubicBezTo>
                    <a:pt x="786" y="925"/>
                    <a:pt x="797" y="942"/>
                    <a:pt x="807" y="943"/>
                  </a:cubicBezTo>
                  <a:cubicBezTo>
                    <a:pt x="819" y="943"/>
                    <a:pt x="816" y="935"/>
                    <a:pt x="812" y="925"/>
                  </a:cubicBezTo>
                </a:path>
              </a:pathLst>
            </a:custGeom>
            <a:solidFill>
              <a:srgbClr val="75332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023" name="Freeform 510">
              <a:extLst>
                <a:ext uri="{FF2B5EF4-FFF2-40B4-BE49-F238E27FC236}">
                  <a16:creationId xmlns:a16="http://schemas.microsoft.com/office/drawing/2014/main" id="{27222863-2083-4303-9108-AD3877B1D7F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5" y="897"/>
              <a:ext cx="66" cy="26"/>
            </a:xfrm>
            <a:custGeom>
              <a:avLst/>
              <a:gdLst>
                <a:gd name="T0" fmla="*/ 0 w 41"/>
                <a:gd name="T1" fmla="*/ 34 h 16"/>
                <a:gd name="T2" fmla="*/ 76 w 41"/>
                <a:gd name="T3" fmla="*/ 5 h 16"/>
                <a:gd name="T4" fmla="*/ 150 w 41"/>
                <a:gd name="T5" fmla="*/ 34 h 16"/>
                <a:gd name="T6" fmla="*/ 145 w 41"/>
                <a:gd name="T7" fmla="*/ 55 h 16"/>
                <a:gd name="T8" fmla="*/ 89 w 41"/>
                <a:gd name="T9" fmla="*/ 63 h 16"/>
                <a:gd name="T10" fmla="*/ 0 w 41"/>
                <a:gd name="T11" fmla="*/ 34 h 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1" h="16">
                  <a:moveTo>
                    <a:pt x="0" y="8"/>
                  </a:moveTo>
                  <a:cubicBezTo>
                    <a:pt x="5" y="5"/>
                    <a:pt x="7" y="1"/>
                    <a:pt x="18" y="1"/>
                  </a:cubicBezTo>
                  <a:cubicBezTo>
                    <a:pt x="29" y="0"/>
                    <a:pt x="34" y="7"/>
                    <a:pt x="36" y="8"/>
                  </a:cubicBezTo>
                  <a:cubicBezTo>
                    <a:pt x="41" y="9"/>
                    <a:pt x="38" y="12"/>
                    <a:pt x="35" y="13"/>
                  </a:cubicBezTo>
                  <a:cubicBezTo>
                    <a:pt x="33" y="13"/>
                    <a:pt x="25" y="13"/>
                    <a:pt x="21" y="15"/>
                  </a:cubicBezTo>
                  <a:cubicBezTo>
                    <a:pt x="18" y="16"/>
                    <a:pt x="8" y="13"/>
                    <a:pt x="0" y="8"/>
                  </a:cubicBezTo>
                </a:path>
              </a:pathLst>
            </a:custGeom>
            <a:solidFill>
              <a:srgbClr val="FCE1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024" name="Freeform 511">
              <a:extLst>
                <a:ext uri="{FF2B5EF4-FFF2-40B4-BE49-F238E27FC236}">
                  <a16:creationId xmlns:a16="http://schemas.microsoft.com/office/drawing/2014/main" id="{F2413DF2-BF8E-4240-95BD-1798B82620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0" y="897"/>
              <a:ext cx="27" cy="25"/>
            </a:xfrm>
            <a:custGeom>
              <a:avLst/>
              <a:gdLst>
                <a:gd name="T0" fmla="*/ 35 w 17"/>
                <a:gd name="T1" fmla="*/ 5 h 15"/>
                <a:gd name="T2" fmla="*/ 13 w 17"/>
                <a:gd name="T3" fmla="*/ 8 h 15"/>
                <a:gd name="T4" fmla="*/ 0 w 17"/>
                <a:gd name="T5" fmla="*/ 33 h 15"/>
                <a:gd name="T6" fmla="*/ 21 w 17"/>
                <a:gd name="T7" fmla="*/ 63 h 15"/>
                <a:gd name="T8" fmla="*/ 40 w 17"/>
                <a:gd name="T9" fmla="*/ 70 h 15"/>
                <a:gd name="T10" fmla="*/ 68 w 17"/>
                <a:gd name="T11" fmla="*/ 33 h 15"/>
                <a:gd name="T12" fmla="*/ 52 w 17"/>
                <a:gd name="T13" fmla="*/ 5 h 15"/>
                <a:gd name="T14" fmla="*/ 35 w 17"/>
                <a:gd name="T15" fmla="*/ 5 h 1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7" h="15">
                  <a:moveTo>
                    <a:pt x="9" y="1"/>
                  </a:moveTo>
                  <a:cubicBezTo>
                    <a:pt x="7" y="1"/>
                    <a:pt x="4" y="1"/>
                    <a:pt x="3" y="2"/>
                  </a:cubicBezTo>
                  <a:cubicBezTo>
                    <a:pt x="1" y="3"/>
                    <a:pt x="0" y="5"/>
                    <a:pt x="0" y="7"/>
                  </a:cubicBezTo>
                  <a:cubicBezTo>
                    <a:pt x="0" y="10"/>
                    <a:pt x="2" y="13"/>
                    <a:pt x="5" y="14"/>
                  </a:cubicBezTo>
                  <a:cubicBezTo>
                    <a:pt x="7" y="15"/>
                    <a:pt x="9" y="15"/>
                    <a:pt x="10" y="15"/>
                  </a:cubicBezTo>
                  <a:cubicBezTo>
                    <a:pt x="14" y="14"/>
                    <a:pt x="17" y="11"/>
                    <a:pt x="17" y="7"/>
                  </a:cubicBezTo>
                  <a:cubicBezTo>
                    <a:pt x="17" y="4"/>
                    <a:pt x="15" y="2"/>
                    <a:pt x="13" y="1"/>
                  </a:cubicBezTo>
                  <a:cubicBezTo>
                    <a:pt x="12" y="1"/>
                    <a:pt x="11" y="0"/>
                    <a:pt x="9" y="1"/>
                  </a:cubicBezTo>
                </a:path>
              </a:pathLst>
            </a:custGeom>
            <a:solidFill>
              <a:srgbClr val="2A100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025" name="Freeform 512">
              <a:extLst>
                <a:ext uri="{FF2B5EF4-FFF2-40B4-BE49-F238E27FC236}">
                  <a16:creationId xmlns:a16="http://schemas.microsoft.com/office/drawing/2014/main" id="{CBB4EBB5-8372-4A1E-8222-6A606F01D4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9" y="897"/>
              <a:ext cx="64" cy="26"/>
            </a:xfrm>
            <a:custGeom>
              <a:avLst/>
              <a:gdLst>
                <a:gd name="T0" fmla="*/ 163 w 40"/>
                <a:gd name="T1" fmla="*/ 34 h 16"/>
                <a:gd name="T2" fmla="*/ 90 w 40"/>
                <a:gd name="T3" fmla="*/ 5 h 16"/>
                <a:gd name="T4" fmla="*/ 16 w 40"/>
                <a:gd name="T5" fmla="*/ 34 h 16"/>
                <a:gd name="T6" fmla="*/ 21 w 40"/>
                <a:gd name="T7" fmla="*/ 55 h 16"/>
                <a:gd name="T8" fmla="*/ 77 w 40"/>
                <a:gd name="T9" fmla="*/ 63 h 16"/>
                <a:gd name="T10" fmla="*/ 163 w 40"/>
                <a:gd name="T11" fmla="*/ 34 h 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0" h="16">
                  <a:moveTo>
                    <a:pt x="40" y="8"/>
                  </a:moveTo>
                  <a:cubicBezTo>
                    <a:pt x="35" y="5"/>
                    <a:pt x="33" y="1"/>
                    <a:pt x="22" y="1"/>
                  </a:cubicBezTo>
                  <a:cubicBezTo>
                    <a:pt x="11" y="0"/>
                    <a:pt x="7" y="7"/>
                    <a:pt x="4" y="8"/>
                  </a:cubicBezTo>
                  <a:cubicBezTo>
                    <a:pt x="0" y="9"/>
                    <a:pt x="2" y="12"/>
                    <a:pt x="5" y="13"/>
                  </a:cubicBezTo>
                  <a:cubicBezTo>
                    <a:pt x="8" y="13"/>
                    <a:pt x="16" y="13"/>
                    <a:pt x="19" y="15"/>
                  </a:cubicBezTo>
                  <a:cubicBezTo>
                    <a:pt x="23" y="16"/>
                    <a:pt x="33" y="13"/>
                    <a:pt x="40" y="8"/>
                  </a:cubicBezTo>
                </a:path>
              </a:pathLst>
            </a:custGeom>
            <a:solidFill>
              <a:srgbClr val="FCE1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026" name="Freeform 513">
              <a:extLst>
                <a:ext uri="{FF2B5EF4-FFF2-40B4-BE49-F238E27FC236}">
                  <a16:creationId xmlns:a16="http://schemas.microsoft.com/office/drawing/2014/main" id="{B430A563-68CE-48E5-B7DA-7F318C7FEC2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3" y="897"/>
              <a:ext cx="26" cy="25"/>
            </a:xfrm>
            <a:custGeom>
              <a:avLst/>
              <a:gdLst>
                <a:gd name="T0" fmla="*/ 29 w 16"/>
                <a:gd name="T1" fmla="*/ 5 h 15"/>
                <a:gd name="T2" fmla="*/ 60 w 16"/>
                <a:gd name="T3" fmla="*/ 8 h 15"/>
                <a:gd name="T4" fmla="*/ 68 w 16"/>
                <a:gd name="T5" fmla="*/ 33 h 15"/>
                <a:gd name="T6" fmla="*/ 47 w 16"/>
                <a:gd name="T7" fmla="*/ 63 h 15"/>
                <a:gd name="T8" fmla="*/ 26 w 16"/>
                <a:gd name="T9" fmla="*/ 70 h 15"/>
                <a:gd name="T10" fmla="*/ 0 w 16"/>
                <a:gd name="T11" fmla="*/ 33 h 15"/>
                <a:gd name="T12" fmla="*/ 13 w 16"/>
                <a:gd name="T13" fmla="*/ 5 h 15"/>
                <a:gd name="T14" fmla="*/ 29 w 16"/>
                <a:gd name="T15" fmla="*/ 5 h 1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" h="15">
                  <a:moveTo>
                    <a:pt x="7" y="1"/>
                  </a:moveTo>
                  <a:cubicBezTo>
                    <a:pt x="10" y="1"/>
                    <a:pt x="12" y="1"/>
                    <a:pt x="14" y="2"/>
                  </a:cubicBezTo>
                  <a:cubicBezTo>
                    <a:pt x="15" y="3"/>
                    <a:pt x="16" y="5"/>
                    <a:pt x="16" y="7"/>
                  </a:cubicBezTo>
                  <a:cubicBezTo>
                    <a:pt x="16" y="10"/>
                    <a:pt x="14" y="13"/>
                    <a:pt x="11" y="14"/>
                  </a:cubicBezTo>
                  <a:cubicBezTo>
                    <a:pt x="10" y="15"/>
                    <a:pt x="8" y="15"/>
                    <a:pt x="6" y="15"/>
                  </a:cubicBezTo>
                  <a:cubicBezTo>
                    <a:pt x="3" y="14"/>
                    <a:pt x="0" y="11"/>
                    <a:pt x="0" y="7"/>
                  </a:cubicBezTo>
                  <a:cubicBezTo>
                    <a:pt x="0" y="4"/>
                    <a:pt x="1" y="2"/>
                    <a:pt x="3" y="1"/>
                  </a:cubicBezTo>
                  <a:cubicBezTo>
                    <a:pt x="4" y="1"/>
                    <a:pt x="6" y="0"/>
                    <a:pt x="7" y="1"/>
                  </a:cubicBezTo>
                </a:path>
              </a:pathLst>
            </a:custGeom>
            <a:solidFill>
              <a:srgbClr val="2A100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027" name="Freeform 514">
              <a:extLst>
                <a:ext uri="{FF2B5EF4-FFF2-40B4-BE49-F238E27FC236}">
                  <a16:creationId xmlns:a16="http://schemas.microsoft.com/office/drawing/2014/main" id="{318424B0-8A4E-4BFC-B741-8680D85EEC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8" y="3077"/>
              <a:ext cx="75" cy="81"/>
            </a:xfrm>
            <a:custGeom>
              <a:avLst/>
              <a:gdLst>
                <a:gd name="T0" fmla="*/ 0 w 47"/>
                <a:gd name="T1" fmla="*/ 149 h 50"/>
                <a:gd name="T2" fmla="*/ 176 w 47"/>
                <a:gd name="T3" fmla="*/ 0 h 50"/>
                <a:gd name="T4" fmla="*/ 158 w 47"/>
                <a:gd name="T5" fmla="*/ 118 h 50"/>
                <a:gd name="T6" fmla="*/ 29 w 47"/>
                <a:gd name="T7" fmla="*/ 165 h 5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7" h="50">
                  <a:moveTo>
                    <a:pt x="0" y="35"/>
                  </a:moveTo>
                  <a:cubicBezTo>
                    <a:pt x="19" y="50"/>
                    <a:pt x="38" y="12"/>
                    <a:pt x="43" y="0"/>
                  </a:cubicBezTo>
                  <a:cubicBezTo>
                    <a:pt x="44" y="10"/>
                    <a:pt x="47" y="20"/>
                    <a:pt x="39" y="28"/>
                  </a:cubicBezTo>
                  <a:cubicBezTo>
                    <a:pt x="32" y="36"/>
                    <a:pt x="18" y="39"/>
                    <a:pt x="7" y="39"/>
                  </a:cubicBezTo>
                </a:path>
              </a:pathLst>
            </a:custGeom>
            <a:solidFill>
              <a:srgbClr val="6B2D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028" name="Freeform 515">
              <a:extLst>
                <a:ext uri="{FF2B5EF4-FFF2-40B4-BE49-F238E27FC236}">
                  <a16:creationId xmlns:a16="http://schemas.microsoft.com/office/drawing/2014/main" id="{A320344F-68E5-438B-BE0B-95E1F60A96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4" y="3073"/>
              <a:ext cx="57" cy="80"/>
            </a:xfrm>
            <a:custGeom>
              <a:avLst/>
              <a:gdLst>
                <a:gd name="T0" fmla="*/ 0 w 35"/>
                <a:gd name="T1" fmla="*/ 163 h 50"/>
                <a:gd name="T2" fmla="*/ 117 w 35"/>
                <a:gd name="T3" fmla="*/ 0 h 50"/>
                <a:gd name="T4" fmla="*/ 18 w 35"/>
                <a:gd name="T5" fmla="*/ 171 h 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50">
                  <a:moveTo>
                    <a:pt x="0" y="40"/>
                  </a:moveTo>
                  <a:cubicBezTo>
                    <a:pt x="20" y="49"/>
                    <a:pt x="28" y="11"/>
                    <a:pt x="27" y="0"/>
                  </a:cubicBezTo>
                  <a:cubicBezTo>
                    <a:pt x="35" y="17"/>
                    <a:pt x="27" y="50"/>
                    <a:pt x="4" y="42"/>
                  </a:cubicBezTo>
                </a:path>
              </a:pathLst>
            </a:custGeom>
            <a:solidFill>
              <a:srgbClr val="6B2D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029" name="Freeform 516">
              <a:extLst>
                <a:ext uri="{FF2B5EF4-FFF2-40B4-BE49-F238E27FC236}">
                  <a16:creationId xmlns:a16="http://schemas.microsoft.com/office/drawing/2014/main" id="{86233A3C-B30D-491B-8794-65C1027D7E6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7" y="902"/>
              <a:ext cx="133" cy="242"/>
            </a:xfrm>
            <a:custGeom>
              <a:avLst/>
              <a:gdLst>
                <a:gd name="T0" fmla="*/ 149 w 83"/>
                <a:gd name="T1" fmla="*/ 90 h 150"/>
                <a:gd name="T2" fmla="*/ 320 w 83"/>
                <a:gd name="T3" fmla="*/ 115 h 150"/>
                <a:gd name="T4" fmla="*/ 312 w 83"/>
                <a:gd name="T5" fmla="*/ 344 h 150"/>
                <a:gd name="T6" fmla="*/ 191 w 83"/>
                <a:gd name="T7" fmla="*/ 526 h 150"/>
                <a:gd name="T8" fmla="*/ 0 w 83"/>
                <a:gd name="T9" fmla="*/ 582 h 150"/>
                <a:gd name="T10" fmla="*/ 95 w 83"/>
                <a:gd name="T11" fmla="*/ 549 h 150"/>
                <a:gd name="T12" fmla="*/ 95 w 83"/>
                <a:gd name="T13" fmla="*/ 526 h 150"/>
                <a:gd name="T14" fmla="*/ 184 w 83"/>
                <a:gd name="T15" fmla="*/ 440 h 150"/>
                <a:gd name="T16" fmla="*/ 244 w 83"/>
                <a:gd name="T17" fmla="*/ 315 h 150"/>
                <a:gd name="T18" fmla="*/ 184 w 83"/>
                <a:gd name="T19" fmla="*/ 145 h 150"/>
                <a:gd name="T20" fmla="*/ 74 w 83"/>
                <a:gd name="T21" fmla="*/ 81 h 1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3" h="150">
                  <a:moveTo>
                    <a:pt x="36" y="22"/>
                  </a:moveTo>
                  <a:cubicBezTo>
                    <a:pt x="53" y="26"/>
                    <a:pt x="71" y="0"/>
                    <a:pt x="78" y="27"/>
                  </a:cubicBezTo>
                  <a:cubicBezTo>
                    <a:pt x="83" y="44"/>
                    <a:pt x="82" y="65"/>
                    <a:pt x="76" y="82"/>
                  </a:cubicBezTo>
                  <a:cubicBezTo>
                    <a:pt x="70" y="98"/>
                    <a:pt x="59" y="113"/>
                    <a:pt x="46" y="125"/>
                  </a:cubicBezTo>
                  <a:cubicBezTo>
                    <a:pt x="36" y="133"/>
                    <a:pt x="11" y="150"/>
                    <a:pt x="0" y="139"/>
                  </a:cubicBezTo>
                  <a:cubicBezTo>
                    <a:pt x="6" y="136"/>
                    <a:pt x="19" y="137"/>
                    <a:pt x="23" y="131"/>
                  </a:cubicBezTo>
                  <a:cubicBezTo>
                    <a:pt x="27" y="127"/>
                    <a:pt x="31" y="126"/>
                    <a:pt x="23" y="125"/>
                  </a:cubicBezTo>
                  <a:cubicBezTo>
                    <a:pt x="28" y="118"/>
                    <a:pt x="39" y="112"/>
                    <a:pt x="45" y="105"/>
                  </a:cubicBezTo>
                  <a:cubicBezTo>
                    <a:pt x="52" y="96"/>
                    <a:pt x="54" y="86"/>
                    <a:pt x="59" y="75"/>
                  </a:cubicBezTo>
                  <a:cubicBezTo>
                    <a:pt x="67" y="56"/>
                    <a:pt x="67" y="42"/>
                    <a:pt x="45" y="35"/>
                  </a:cubicBezTo>
                  <a:cubicBezTo>
                    <a:pt x="39" y="32"/>
                    <a:pt x="17" y="26"/>
                    <a:pt x="18" y="19"/>
                  </a:cubicBezTo>
                </a:path>
              </a:pathLst>
            </a:custGeom>
            <a:solidFill>
              <a:srgbClr val="6B2D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030" name="Freeform 517">
              <a:extLst>
                <a:ext uri="{FF2B5EF4-FFF2-40B4-BE49-F238E27FC236}">
                  <a16:creationId xmlns:a16="http://schemas.microsoft.com/office/drawing/2014/main" id="{161B4E32-7329-4B1B-945C-B262DA7EFB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5" y="1020"/>
              <a:ext cx="15" cy="17"/>
            </a:xfrm>
            <a:custGeom>
              <a:avLst/>
              <a:gdLst>
                <a:gd name="T0" fmla="*/ 8 w 9"/>
                <a:gd name="T1" fmla="*/ 0 h 11"/>
                <a:gd name="T2" fmla="*/ 0 w 9"/>
                <a:gd name="T3" fmla="*/ 36 h 11"/>
                <a:gd name="T4" fmla="*/ 42 w 9"/>
                <a:gd name="T5" fmla="*/ 36 h 11"/>
                <a:gd name="T6" fmla="*/ 33 w 9"/>
                <a:gd name="T7" fmla="*/ 0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1">
                  <a:moveTo>
                    <a:pt x="2" y="0"/>
                  </a:moveTo>
                  <a:cubicBezTo>
                    <a:pt x="4" y="3"/>
                    <a:pt x="3" y="7"/>
                    <a:pt x="0" y="10"/>
                  </a:cubicBezTo>
                  <a:cubicBezTo>
                    <a:pt x="3" y="11"/>
                    <a:pt x="6" y="11"/>
                    <a:pt x="9" y="10"/>
                  </a:cubicBezTo>
                  <a:cubicBezTo>
                    <a:pt x="9" y="6"/>
                    <a:pt x="7" y="2"/>
                    <a:pt x="7" y="0"/>
                  </a:cubicBezTo>
                </a:path>
              </a:pathLst>
            </a:custGeom>
            <a:solidFill>
              <a:srgbClr val="6B2D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031" name="Freeform 518">
              <a:extLst>
                <a:ext uri="{FF2B5EF4-FFF2-40B4-BE49-F238E27FC236}">
                  <a16:creationId xmlns:a16="http://schemas.microsoft.com/office/drawing/2014/main" id="{C53BEEE4-07AC-4BB6-8B2E-BE18F88A37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6" y="910"/>
              <a:ext cx="21" cy="45"/>
            </a:xfrm>
            <a:custGeom>
              <a:avLst/>
              <a:gdLst>
                <a:gd name="T0" fmla="*/ 55 w 13"/>
                <a:gd name="T1" fmla="*/ 21 h 28"/>
                <a:gd name="T2" fmla="*/ 47 w 13"/>
                <a:gd name="T3" fmla="*/ 116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28">
                  <a:moveTo>
                    <a:pt x="13" y="5"/>
                  </a:moveTo>
                  <a:cubicBezTo>
                    <a:pt x="0" y="0"/>
                    <a:pt x="7" y="26"/>
                    <a:pt x="11" y="28"/>
                  </a:cubicBezTo>
                </a:path>
              </a:pathLst>
            </a:custGeom>
            <a:solidFill>
              <a:srgbClr val="6B2D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032" name="Freeform 519">
              <a:extLst>
                <a:ext uri="{FF2B5EF4-FFF2-40B4-BE49-F238E27FC236}">
                  <a16:creationId xmlns:a16="http://schemas.microsoft.com/office/drawing/2014/main" id="{570F48EE-22EB-42AC-9EA6-0664DFB4C69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5" y="923"/>
              <a:ext cx="14" cy="34"/>
            </a:xfrm>
            <a:custGeom>
              <a:avLst/>
              <a:gdLst>
                <a:gd name="T0" fmla="*/ 8 w 9"/>
                <a:gd name="T1" fmla="*/ 0 h 21"/>
                <a:gd name="T2" fmla="*/ 0 w 9"/>
                <a:gd name="T3" fmla="*/ 89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1">
                  <a:moveTo>
                    <a:pt x="2" y="0"/>
                  </a:moveTo>
                  <a:cubicBezTo>
                    <a:pt x="9" y="3"/>
                    <a:pt x="4" y="17"/>
                    <a:pt x="0" y="21"/>
                  </a:cubicBezTo>
                </a:path>
              </a:pathLst>
            </a:custGeom>
            <a:solidFill>
              <a:srgbClr val="6B2D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033" name="Freeform 520">
              <a:extLst>
                <a:ext uri="{FF2B5EF4-FFF2-40B4-BE49-F238E27FC236}">
                  <a16:creationId xmlns:a16="http://schemas.microsoft.com/office/drawing/2014/main" id="{93489DA0-26CC-4C6E-8C9F-2BBDAC1D2F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5" y="1100"/>
              <a:ext cx="119" cy="200"/>
            </a:xfrm>
            <a:custGeom>
              <a:avLst/>
              <a:gdLst>
                <a:gd name="T0" fmla="*/ 26 w 74"/>
                <a:gd name="T1" fmla="*/ 47 h 124"/>
                <a:gd name="T2" fmla="*/ 162 w 74"/>
                <a:gd name="T3" fmla="*/ 416 h 124"/>
                <a:gd name="T4" fmla="*/ 307 w 74"/>
                <a:gd name="T5" fmla="*/ 432 h 124"/>
                <a:gd name="T6" fmla="*/ 225 w 74"/>
                <a:gd name="T7" fmla="*/ 406 h 124"/>
                <a:gd name="T8" fmla="*/ 166 w 74"/>
                <a:gd name="T9" fmla="*/ 185 h 124"/>
                <a:gd name="T10" fmla="*/ 124 w 74"/>
                <a:gd name="T11" fmla="*/ 102 h 124"/>
                <a:gd name="T12" fmla="*/ 0 w 74"/>
                <a:gd name="T13" fmla="*/ 0 h 1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4" h="124">
                  <a:moveTo>
                    <a:pt x="6" y="11"/>
                  </a:moveTo>
                  <a:cubicBezTo>
                    <a:pt x="11" y="34"/>
                    <a:pt x="26" y="78"/>
                    <a:pt x="39" y="99"/>
                  </a:cubicBezTo>
                  <a:cubicBezTo>
                    <a:pt x="50" y="116"/>
                    <a:pt x="63" y="124"/>
                    <a:pt x="74" y="103"/>
                  </a:cubicBezTo>
                  <a:cubicBezTo>
                    <a:pt x="68" y="113"/>
                    <a:pt x="58" y="104"/>
                    <a:pt x="54" y="97"/>
                  </a:cubicBezTo>
                  <a:cubicBezTo>
                    <a:pt x="45" y="82"/>
                    <a:pt x="31" y="58"/>
                    <a:pt x="40" y="44"/>
                  </a:cubicBezTo>
                  <a:cubicBezTo>
                    <a:pt x="48" y="31"/>
                    <a:pt x="44" y="32"/>
                    <a:pt x="30" y="24"/>
                  </a:cubicBezTo>
                  <a:cubicBezTo>
                    <a:pt x="22" y="19"/>
                    <a:pt x="5" y="7"/>
                    <a:pt x="0" y="0"/>
                  </a:cubicBezTo>
                </a:path>
              </a:pathLst>
            </a:custGeom>
            <a:solidFill>
              <a:srgbClr val="6B2D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034" name="Freeform 521">
              <a:extLst>
                <a:ext uri="{FF2B5EF4-FFF2-40B4-BE49-F238E27FC236}">
                  <a16:creationId xmlns:a16="http://schemas.microsoft.com/office/drawing/2014/main" id="{1A8A445B-FC92-422C-849C-3C54AFFA4D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8" y="1100"/>
              <a:ext cx="140" cy="116"/>
            </a:xfrm>
            <a:custGeom>
              <a:avLst/>
              <a:gdLst>
                <a:gd name="T0" fmla="*/ 13 w 87"/>
                <a:gd name="T1" fmla="*/ 103 h 72"/>
                <a:gd name="T2" fmla="*/ 132 w 87"/>
                <a:gd name="T3" fmla="*/ 0 h 72"/>
                <a:gd name="T4" fmla="*/ 171 w 87"/>
                <a:gd name="T5" fmla="*/ 200 h 72"/>
                <a:gd name="T6" fmla="*/ 362 w 87"/>
                <a:gd name="T7" fmla="*/ 301 h 72"/>
                <a:gd name="T8" fmla="*/ 143 w 87"/>
                <a:gd name="T9" fmla="*/ 247 h 72"/>
                <a:gd name="T10" fmla="*/ 82 w 87"/>
                <a:gd name="T11" fmla="*/ 150 h 72"/>
                <a:gd name="T12" fmla="*/ 0 w 87"/>
                <a:gd name="T13" fmla="*/ 124 h 7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7" h="72">
                  <a:moveTo>
                    <a:pt x="3" y="25"/>
                  </a:moveTo>
                  <a:cubicBezTo>
                    <a:pt x="16" y="22"/>
                    <a:pt x="21" y="2"/>
                    <a:pt x="32" y="0"/>
                  </a:cubicBezTo>
                  <a:cubicBezTo>
                    <a:pt x="34" y="17"/>
                    <a:pt x="29" y="32"/>
                    <a:pt x="41" y="48"/>
                  </a:cubicBezTo>
                  <a:cubicBezTo>
                    <a:pt x="53" y="63"/>
                    <a:pt x="71" y="63"/>
                    <a:pt x="87" y="72"/>
                  </a:cubicBezTo>
                  <a:cubicBezTo>
                    <a:pt x="72" y="71"/>
                    <a:pt x="44" y="71"/>
                    <a:pt x="34" y="59"/>
                  </a:cubicBezTo>
                  <a:cubicBezTo>
                    <a:pt x="28" y="52"/>
                    <a:pt x="29" y="41"/>
                    <a:pt x="20" y="36"/>
                  </a:cubicBezTo>
                  <a:cubicBezTo>
                    <a:pt x="14" y="32"/>
                    <a:pt x="5" y="34"/>
                    <a:pt x="0" y="30"/>
                  </a:cubicBezTo>
                </a:path>
              </a:pathLst>
            </a:custGeom>
            <a:solidFill>
              <a:srgbClr val="6B2D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035" name="Freeform 522">
              <a:extLst>
                <a:ext uri="{FF2B5EF4-FFF2-40B4-BE49-F238E27FC236}">
                  <a16:creationId xmlns:a16="http://schemas.microsoft.com/office/drawing/2014/main" id="{D7BE3AA7-90AF-4F2B-AB4B-BA3FBF7C50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9" y="1264"/>
              <a:ext cx="216" cy="45"/>
            </a:xfrm>
            <a:custGeom>
              <a:avLst/>
              <a:gdLst>
                <a:gd name="T0" fmla="*/ 123 w 134"/>
                <a:gd name="T1" fmla="*/ 47 h 28"/>
                <a:gd name="T2" fmla="*/ 351 w 134"/>
                <a:gd name="T3" fmla="*/ 88 h 28"/>
                <a:gd name="T4" fmla="*/ 561 w 134"/>
                <a:gd name="T5" fmla="*/ 82 h 28"/>
                <a:gd name="T6" fmla="*/ 280 w 134"/>
                <a:gd name="T7" fmla="*/ 26 h 28"/>
                <a:gd name="T8" fmla="*/ 0 w 134"/>
                <a:gd name="T9" fmla="*/ 37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" h="28">
                  <a:moveTo>
                    <a:pt x="29" y="11"/>
                  </a:moveTo>
                  <a:cubicBezTo>
                    <a:pt x="48" y="12"/>
                    <a:pt x="66" y="18"/>
                    <a:pt x="84" y="21"/>
                  </a:cubicBezTo>
                  <a:cubicBezTo>
                    <a:pt x="99" y="23"/>
                    <a:pt x="122" y="28"/>
                    <a:pt x="134" y="20"/>
                  </a:cubicBezTo>
                  <a:cubicBezTo>
                    <a:pt x="113" y="20"/>
                    <a:pt x="88" y="10"/>
                    <a:pt x="67" y="6"/>
                  </a:cubicBezTo>
                  <a:cubicBezTo>
                    <a:pt x="44" y="1"/>
                    <a:pt x="20" y="0"/>
                    <a:pt x="0" y="9"/>
                  </a:cubicBezTo>
                </a:path>
              </a:pathLst>
            </a:custGeom>
            <a:solidFill>
              <a:srgbClr val="6B2D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036" name="Freeform 523">
              <a:extLst>
                <a:ext uri="{FF2B5EF4-FFF2-40B4-BE49-F238E27FC236}">
                  <a16:creationId xmlns:a16="http://schemas.microsoft.com/office/drawing/2014/main" id="{E88A0F27-A386-4E45-8037-6BB183B446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7" y="1539"/>
              <a:ext cx="129" cy="340"/>
            </a:xfrm>
            <a:custGeom>
              <a:avLst/>
              <a:gdLst>
                <a:gd name="T0" fmla="*/ 314 w 80"/>
                <a:gd name="T1" fmla="*/ 8 h 211"/>
                <a:gd name="T2" fmla="*/ 319 w 80"/>
                <a:gd name="T3" fmla="*/ 437 h 211"/>
                <a:gd name="T4" fmla="*/ 293 w 80"/>
                <a:gd name="T5" fmla="*/ 632 h 211"/>
                <a:gd name="T6" fmla="*/ 276 w 80"/>
                <a:gd name="T7" fmla="*/ 740 h 211"/>
                <a:gd name="T8" fmla="*/ 245 w 80"/>
                <a:gd name="T9" fmla="*/ 883 h 211"/>
                <a:gd name="T10" fmla="*/ 260 w 80"/>
                <a:gd name="T11" fmla="*/ 698 h 211"/>
                <a:gd name="T12" fmla="*/ 255 w 80"/>
                <a:gd name="T13" fmla="*/ 451 h 211"/>
                <a:gd name="T14" fmla="*/ 137 w 80"/>
                <a:gd name="T15" fmla="*/ 403 h 211"/>
                <a:gd name="T16" fmla="*/ 0 w 80"/>
                <a:gd name="T17" fmla="*/ 356 h 211"/>
                <a:gd name="T18" fmla="*/ 105 w 80"/>
                <a:gd name="T19" fmla="*/ 340 h 211"/>
                <a:gd name="T20" fmla="*/ 221 w 80"/>
                <a:gd name="T21" fmla="*/ 267 h 211"/>
                <a:gd name="T22" fmla="*/ 90 w 80"/>
                <a:gd name="T23" fmla="*/ 197 h 211"/>
                <a:gd name="T24" fmla="*/ 205 w 80"/>
                <a:gd name="T25" fmla="*/ 34 h 211"/>
                <a:gd name="T26" fmla="*/ 302 w 80"/>
                <a:gd name="T27" fmla="*/ 0 h 21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80" h="211">
                  <a:moveTo>
                    <a:pt x="75" y="2"/>
                  </a:moveTo>
                  <a:cubicBezTo>
                    <a:pt x="65" y="34"/>
                    <a:pt x="80" y="71"/>
                    <a:pt x="76" y="104"/>
                  </a:cubicBezTo>
                  <a:cubicBezTo>
                    <a:pt x="74" y="120"/>
                    <a:pt x="72" y="135"/>
                    <a:pt x="70" y="151"/>
                  </a:cubicBezTo>
                  <a:cubicBezTo>
                    <a:pt x="69" y="160"/>
                    <a:pt x="66" y="168"/>
                    <a:pt x="66" y="177"/>
                  </a:cubicBezTo>
                  <a:cubicBezTo>
                    <a:pt x="66" y="188"/>
                    <a:pt x="65" y="202"/>
                    <a:pt x="58" y="211"/>
                  </a:cubicBezTo>
                  <a:cubicBezTo>
                    <a:pt x="65" y="197"/>
                    <a:pt x="62" y="181"/>
                    <a:pt x="62" y="167"/>
                  </a:cubicBezTo>
                  <a:cubicBezTo>
                    <a:pt x="63" y="148"/>
                    <a:pt x="70" y="125"/>
                    <a:pt x="61" y="108"/>
                  </a:cubicBezTo>
                  <a:cubicBezTo>
                    <a:pt x="56" y="97"/>
                    <a:pt x="44" y="99"/>
                    <a:pt x="33" y="96"/>
                  </a:cubicBezTo>
                  <a:cubicBezTo>
                    <a:pt x="22" y="93"/>
                    <a:pt x="11" y="88"/>
                    <a:pt x="0" y="85"/>
                  </a:cubicBezTo>
                  <a:cubicBezTo>
                    <a:pt x="7" y="81"/>
                    <a:pt x="17" y="83"/>
                    <a:pt x="25" y="81"/>
                  </a:cubicBezTo>
                  <a:cubicBezTo>
                    <a:pt x="36" y="78"/>
                    <a:pt x="47" y="73"/>
                    <a:pt x="53" y="64"/>
                  </a:cubicBezTo>
                  <a:cubicBezTo>
                    <a:pt x="72" y="37"/>
                    <a:pt x="38" y="40"/>
                    <a:pt x="22" y="47"/>
                  </a:cubicBezTo>
                  <a:cubicBezTo>
                    <a:pt x="31" y="35"/>
                    <a:pt x="35" y="14"/>
                    <a:pt x="49" y="8"/>
                  </a:cubicBezTo>
                  <a:cubicBezTo>
                    <a:pt x="56" y="5"/>
                    <a:pt x="70" y="8"/>
                    <a:pt x="72" y="0"/>
                  </a:cubicBezTo>
                </a:path>
              </a:pathLst>
            </a:custGeom>
            <a:solidFill>
              <a:srgbClr val="6B2D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037" name="Freeform 524">
              <a:extLst>
                <a:ext uri="{FF2B5EF4-FFF2-40B4-BE49-F238E27FC236}">
                  <a16:creationId xmlns:a16="http://schemas.microsoft.com/office/drawing/2014/main" id="{745F49D3-FABA-474F-9642-04754BA826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9" y="1903"/>
              <a:ext cx="69" cy="272"/>
            </a:xfrm>
            <a:custGeom>
              <a:avLst/>
              <a:gdLst>
                <a:gd name="T0" fmla="*/ 149 w 43"/>
                <a:gd name="T1" fmla="*/ 143 h 169"/>
                <a:gd name="T2" fmla="*/ 152 w 43"/>
                <a:gd name="T3" fmla="*/ 315 h 169"/>
                <a:gd name="T4" fmla="*/ 136 w 43"/>
                <a:gd name="T5" fmla="*/ 438 h 169"/>
                <a:gd name="T6" fmla="*/ 116 w 43"/>
                <a:gd name="T7" fmla="*/ 562 h 169"/>
                <a:gd name="T8" fmla="*/ 0 w 43"/>
                <a:gd name="T9" fmla="*/ 705 h 169"/>
                <a:gd name="T10" fmla="*/ 88 w 43"/>
                <a:gd name="T11" fmla="*/ 501 h 169"/>
                <a:gd name="T12" fmla="*/ 29 w 43"/>
                <a:gd name="T13" fmla="*/ 459 h 169"/>
                <a:gd name="T14" fmla="*/ 90 w 43"/>
                <a:gd name="T15" fmla="*/ 375 h 169"/>
                <a:gd name="T16" fmla="*/ 136 w 43"/>
                <a:gd name="T17" fmla="*/ 192 h 169"/>
                <a:gd name="T18" fmla="*/ 157 w 43"/>
                <a:gd name="T19" fmla="*/ 101 h 169"/>
                <a:gd name="T20" fmla="*/ 178 w 43"/>
                <a:gd name="T21" fmla="*/ 0 h 16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3" h="169">
                  <a:moveTo>
                    <a:pt x="36" y="34"/>
                  </a:moveTo>
                  <a:cubicBezTo>
                    <a:pt x="39" y="45"/>
                    <a:pt x="37" y="64"/>
                    <a:pt x="37" y="76"/>
                  </a:cubicBezTo>
                  <a:cubicBezTo>
                    <a:pt x="36" y="85"/>
                    <a:pt x="35" y="95"/>
                    <a:pt x="33" y="105"/>
                  </a:cubicBezTo>
                  <a:cubicBezTo>
                    <a:pt x="31" y="115"/>
                    <a:pt x="30" y="125"/>
                    <a:pt x="28" y="135"/>
                  </a:cubicBezTo>
                  <a:cubicBezTo>
                    <a:pt x="24" y="152"/>
                    <a:pt x="14" y="160"/>
                    <a:pt x="0" y="169"/>
                  </a:cubicBezTo>
                  <a:cubicBezTo>
                    <a:pt x="11" y="163"/>
                    <a:pt x="33" y="132"/>
                    <a:pt x="21" y="120"/>
                  </a:cubicBezTo>
                  <a:cubicBezTo>
                    <a:pt x="17" y="116"/>
                    <a:pt x="7" y="118"/>
                    <a:pt x="7" y="110"/>
                  </a:cubicBezTo>
                  <a:cubicBezTo>
                    <a:pt x="7" y="105"/>
                    <a:pt x="19" y="94"/>
                    <a:pt x="22" y="90"/>
                  </a:cubicBezTo>
                  <a:cubicBezTo>
                    <a:pt x="33" y="75"/>
                    <a:pt x="30" y="63"/>
                    <a:pt x="33" y="46"/>
                  </a:cubicBezTo>
                  <a:cubicBezTo>
                    <a:pt x="34" y="39"/>
                    <a:pt x="37" y="32"/>
                    <a:pt x="38" y="24"/>
                  </a:cubicBezTo>
                  <a:cubicBezTo>
                    <a:pt x="39" y="16"/>
                    <a:pt x="35" y="6"/>
                    <a:pt x="43" y="0"/>
                  </a:cubicBezTo>
                </a:path>
              </a:pathLst>
            </a:custGeom>
            <a:solidFill>
              <a:srgbClr val="6B2D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038" name="Freeform 525">
              <a:extLst>
                <a:ext uri="{FF2B5EF4-FFF2-40B4-BE49-F238E27FC236}">
                  <a16:creationId xmlns:a16="http://schemas.microsoft.com/office/drawing/2014/main" id="{6243FBC7-9EE4-4711-9C25-BB8D058431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4" y="2458"/>
              <a:ext cx="68" cy="93"/>
            </a:xfrm>
            <a:custGeom>
              <a:avLst/>
              <a:gdLst>
                <a:gd name="T0" fmla="*/ 178 w 42"/>
                <a:gd name="T1" fmla="*/ 0 h 58"/>
                <a:gd name="T2" fmla="*/ 152 w 42"/>
                <a:gd name="T3" fmla="*/ 172 h 58"/>
                <a:gd name="T4" fmla="*/ 0 w 42"/>
                <a:gd name="T5" fmla="*/ 192 h 58"/>
                <a:gd name="T6" fmla="*/ 84 w 42"/>
                <a:gd name="T7" fmla="*/ 183 h 58"/>
                <a:gd name="T8" fmla="*/ 94 w 42"/>
                <a:gd name="T9" fmla="*/ 107 h 58"/>
                <a:gd name="T10" fmla="*/ 162 w 42"/>
                <a:gd name="T11" fmla="*/ 13 h 5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2" h="58">
                  <a:moveTo>
                    <a:pt x="42" y="0"/>
                  </a:moveTo>
                  <a:cubicBezTo>
                    <a:pt x="41" y="12"/>
                    <a:pt x="42" y="30"/>
                    <a:pt x="36" y="42"/>
                  </a:cubicBezTo>
                  <a:cubicBezTo>
                    <a:pt x="28" y="58"/>
                    <a:pt x="15" y="49"/>
                    <a:pt x="0" y="47"/>
                  </a:cubicBezTo>
                  <a:cubicBezTo>
                    <a:pt x="6" y="47"/>
                    <a:pt x="15" y="48"/>
                    <a:pt x="20" y="44"/>
                  </a:cubicBezTo>
                  <a:cubicBezTo>
                    <a:pt x="27" y="37"/>
                    <a:pt x="22" y="33"/>
                    <a:pt x="22" y="26"/>
                  </a:cubicBezTo>
                  <a:cubicBezTo>
                    <a:pt x="23" y="13"/>
                    <a:pt x="34" y="12"/>
                    <a:pt x="38" y="3"/>
                  </a:cubicBezTo>
                </a:path>
              </a:pathLst>
            </a:custGeom>
            <a:solidFill>
              <a:srgbClr val="6B2D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039" name="Freeform 526">
              <a:extLst>
                <a:ext uri="{FF2B5EF4-FFF2-40B4-BE49-F238E27FC236}">
                  <a16:creationId xmlns:a16="http://schemas.microsoft.com/office/drawing/2014/main" id="{1E215FFC-E675-494D-9889-A9C1177D67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4" y="1575"/>
              <a:ext cx="174" cy="72"/>
            </a:xfrm>
            <a:custGeom>
              <a:avLst/>
              <a:gdLst>
                <a:gd name="T0" fmla="*/ 21 w 108"/>
                <a:gd name="T1" fmla="*/ 157 h 45"/>
                <a:gd name="T2" fmla="*/ 272 w 108"/>
                <a:gd name="T3" fmla="*/ 150 h 45"/>
                <a:gd name="T4" fmla="*/ 351 w 108"/>
                <a:gd name="T5" fmla="*/ 21 h 45"/>
                <a:gd name="T6" fmla="*/ 247 w 108"/>
                <a:gd name="T7" fmla="*/ 77 h 45"/>
                <a:gd name="T8" fmla="*/ 0 w 108"/>
                <a:gd name="T9" fmla="*/ 149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8" h="45">
                  <a:moveTo>
                    <a:pt x="5" y="38"/>
                  </a:moveTo>
                  <a:cubicBezTo>
                    <a:pt x="23" y="43"/>
                    <a:pt x="47" y="41"/>
                    <a:pt x="65" y="37"/>
                  </a:cubicBezTo>
                  <a:cubicBezTo>
                    <a:pt x="77" y="34"/>
                    <a:pt x="108" y="15"/>
                    <a:pt x="84" y="5"/>
                  </a:cubicBezTo>
                  <a:cubicBezTo>
                    <a:pt x="72" y="0"/>
                    <a:pt x="67" y="11"/>
                    <a:pt x="59" y="19"/>
                  </a:cubicBezTo>
                  <a:cubicBezTo>
                    <a:pt x="49" y="28"/>
                    <a:pt x="13" y="45"/>
                    <a:pt x="0" y="36"/>
                  </a:cubicBezTo>
                </a:path>
              </a:pathLst>
            </a:custGeom>
            <a:solidFill>
              <a:srgbClr val="6B2D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040" name="Freeform 527">
              <a:extLst>
                <a:ext uri="{FF2B5EF4-FFF2-40B4-BE49-F238E27FC236}">
                  <a16:creationId xmlns:a16="http://schemas.microsoft.com/office/drawing/2014/main" id="{F1551A95-05EF-4912-AE04-B30CF064F2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7" y="1285"/>
              <a:ext cx="102" cy="398"/>
            </a:xfrm>
            <a:custGeom>
              <a:avLst/>
              <a:gdLst>
                <a:gd name="T0" fmla="*/ 0 w 63"/>
                <a:gd name="T1" fmla="*/ 0 h 247"/>
                <a:gd name="T2" fmla="*/ 186 w 63"/>
                <a:gd name="T3" fmla="*/ 330 h 247"/>
                <a:gd name="T4" fmla="*/ 220 w 63"/>
                <a:gd name="T5" fmla="*/ 732 h 247"/>
                <a:gd name="T6" fmla="*/ 267 w 63"/>
                <a:gd name="T7" fmla="*/ 1033 h 247"/>
                <a:gd name="T8" fmla="*/ 165 w 63"/>
                <a:gd name="T9" fmla="*/ 691 h 247"/>
                <a:gd name="T10" fmla="*/ 0 w 63"/>
                <a:gd name="T11" fmla="*/ 0 h 24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3" h="247">
                  <a:moveTo>
                    <a:pt x="0" y="0"/>
                  </a:moveTo>
                  <a:cubicBezTo>
                    <a:pt x="14" y="5"/>
                    <a:pt x="31" y="23"/>
                    <a:pt x="44" y="79"/>
                  </a:cubicBezTo>
                  <a:cubicBezTo>
                    <a:pt x="57" y="135"/>
                    <a:pt x="53" y="158"/>
                    <a:pt x="52" y="175"/>
                  </a:cubicBezTo>
                  <a:cubicBezTo>
                    <a:pt x="51" y="192"/>
                    <a:pt x="60" y="222"/>
                    <a:pt x="63" y="247"/>
                  </a:cubicBezTo>
                  <a:cubicBezTo>
                    <a:pt x="59" y="218"/>
                    <a:pt x="42" y="188"/>
                    <a:pt x="39" y="165"/>
                  </a:cubicBezTo>
                  <a:cubicBezTo>
                    <a:pt x="36" y="142"/>
                    <a:pt x="32" y="23"/>
                    <a:pt x="0" y="0"/>
                  </a:cubicBezTo>
                </a:path>
              </a:pathLst>
            </a:custGeom>
            <a:solidFill>
              <a:srgbClr val="6B2D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041" name="Freeform 528">
              <a:extLst>
                <a:ext uri="{FF2B5EF4-FFF2-40B4-BE49-F238E27FC236}">
                  <a16:creationId xmlns:a16="http://schemas.microsoft.com/office/drawing/2014/main" id="{7F3A3684-9BF1-428E-ADC3-482BCE57BF3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9" y="1922"/>
              <a:ext cx="32" cy="359"/>
            </a:xfrm>
            <a:custGeom>
              <a:avLst/>
              <a:gdLst>
                <a:gd name="T0" fmla="*/ 13 w 20"/>
                <a:gd name="T1" fmla="*/ 409 h 223"/>
                <a:gd name="T2" fmla="*/ 82 w 20"/>
                <a:gd name="T3" fmla="*/ 931 h 223"/>
                <a:gd name="T4" fmla="*/ 48 w 20"/>
                <a:gd name="T5" fmla="*/ 454 h 223"/>
                <a:gd name="T6" fmla="*/ 5 w 20"/>
                <a:gd name="T7" fmla="*/ 0 h 223"/>
                <a:gd name="T8" fmla="*/ 13 w 20"/>
                <a:gd name="T9" fmla="*/ 409 h 2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223">
                  <a:moveTo>
                    <a:pt x="3" y="98"/>
                  </a:moveTo>
                  <a:cubicBezTo>
                    <a:pt x="4" y="117"/>
                    <a:pt x="13" y="196"/>
                    <a:pt x="20" y="223"/>
                  </a:cubicBezTo>
                  <a:cubicBezTo>
                    <a:pt x="18" y="207"/>
                    <a:pt x="13" y="160"/>
                    <a:pt x="12" y="109"/>
                  </a:cubicBezTo>
                  <a:cubicBezTo>
                    <a:pt x="11" y="58"/>
                    <a:pt x="6" y="23"/>
                    <a:pt x="1" y="0"/>
                  </a:cubicBezTo>
                  <a:cubicBezTo>
                    <a:pt x="0" y="24"/>
                    <a:pt x="2" y="76"/>
                    <a:pt x="3" y="98"/>
                  </a:cubicBezTo>
                </a:path>
              </a:pathLst>
            </a:custGeom>
            <a:solidFill>
              <a:srgbClr val="6B2D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042" name="Freeform 529">
              <a:extLst>
                <a:ext uri="{FF2B5EF4-FFF2-40B4-BE49-F238E27FC236}">
                  <a16:creationId xmlns:a16="http://schemas.microsoft.com/office/drawing/2014/main" id="{7DBA49AD-EFB6-40A1-AA48-E59EA75A33C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8" y="2426"/>
              <a:ext cx="94" cy="183"/>
            </a:xfrm>
            <a:custGeom>
              <a:avLst/>
              <a:gdLst>
                <a:gd name="T0" fmla="*/ 84 w 58"/>
                <a:gd name="T1" fmla="*/ 34 h 114"/>
                <a:gd name="T2" fmla="*/ 149 w 58"/>
                <a:gd name="T3" fmla="*/ 132 h 114"/>
                <a:gd name="T4" fmla="*/ 220 w 58"/>
                <a:gd name="T5" fmla="*/ 183 h 114"/>
                <a:gd name="T6" fmla="*/ 220 w 58"/>
                <a:gd name="T7" fmla="*/ 286 h 114"/>
                <a:gd name="T8" fmla="*/ 170 w 58"/>
                <a:gd name="T9" fmla="*/ 472 h 114"/>
                <a:gd name="T10" fmla="*/ 199 w 58"/>
                <a:gd name="T11" fmla="*/ 273 h 114"/>
                <a:gd name="T12" fmla="*/ 128 w 58"/>
                <a:gd name="T13" fmla="*/ 212 h 114"/>
                <a:gd name="T14" fmla="*/ 47 w 58"/>
                <a:gd name="T15" fmla="*/ 111 h 114"/>
                <a:gd name="T16" fmla="*/ 50 w 58"/>
                <a:gd name="T17" fmla="*/ 0 h 114"/>
                <a:gd name="T18" fmla="*/ 73 w 58"/>
                <a:gd name="T19" fmla="*/ 21 h 11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8" h="114">
                  <a:moveTo>
                    <a:pt x="20" y="8"/>
                  </a:moveTo>
                  <a:cubicBezTo>
                    <a:pt x="24" y="16"/>
                    <a:pt x="29" y="25"/>
                    <a:pt x="35" y="32"/>
                  </a:cubicBezTo>
                  <a:cubicBezTo>
                    <a:pt x="40" y="37"/>
                    <a:pt x="47" y="39"/>
                    <a:pt x="52" y="44"/>
                  </a:cubicBezTo>
                  <a:cubicBezTo>
                    <a:pt x="58" y="51"/>
                    <a:pt x="54" y="61"/>
                    <a:pt x="52" y="69"/>
                  </a:cubicBezTo>
                  <a:cubicBezTo>
                    <a:pt x="48" y="84"/>
                    <a:pt x="44" y="99"/>
                    <a:pt x="40" y="114"/>
                  </a:cubicBezTo>
                  <a:cubicBezTo>
                    <a:pt x="43" y="102"/>
                    <a:pt x="51" y="78"/>
                    <a:pt x="47" y="66"/>
                  </a:cubicBezTo>
                  <a:cubicBezTo>
                    <a:pt x="44" y="58"/>
                    <a:pt x="37" y="54"/>
                    <a:pt x="30" y="51"/>
                  </a:cubicBezTo>
                  <a:cubicBezTo>
                    <a:pt x="16" y="44"/>
                    <a:pt x="16" y="43"/>
                    <a:pt x="11" y="27"/>
                  </a:cubicBezTo>
                  <a:cubicBezTo>
                    <a:pt x="8" y="16"/>
                    <a:pt x="0" y="7"/>
                    <a:pt x="12" y="0"/>
                  </a:cubicBezTo>
                  <a:cubicBezTo>
                    <a:pt x="14" y="1"/>
                    <a:pt x="17" y="4"/>
                    <a:pt x="17" y="5"/>
                  </a:cubicBezTo>
                </a:path>
              </a:pathLst>
            </a:custGeom>
            <a:solidFill>
              <a:srgbClr val="6B2D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043" name="Freeform 530">
              <a:extLst>
                <a:ext uri="{FF2B5EF4-FFF2-40B4-BE49-F238E27FC236}">
                  <a16:creationId xmlns:a16="http://schemas.microsoft.com/office/drawing/2014/main" id="{C24D502F-3610-4AB4-8271-6FA18E98C47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8" y="2421"/>
              <a:ext cx="79" cy="82"/>
            </a:xfrm>
            <a:custGeom>
              <a:avLst/>
              <a:gdLst>
                <a:gd name="T0" fmla="*/ 205 w 49"/>
                <a:gd name="T1" fmla="*/ 50 h 51"/>
                <a:gd name="T2" fmla="*/ 76 w 49"/>
                <a:gd name="T3" fmla="*/ 42 h 51"/>
                <a:gd name="T4" fmla="*/ 21 w 49"/>
                <a:gd name="T5" fmla="*/ 212 h 51"/>
                <a:gd name="T6" fmla="*/ 81 w 49"/>
                <a:gd name="T7" fmla="*/ 82 h 51"/>
                <a:gd name="T8" fmla="*/ 198 w 49"/>
                <a:gd name="T9" fmla="*/ 101 h 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51">
                  <a:moveTo>
                    <a:pt x="49" y="12"/>
                  </a:moveTo>
                  <a:cubicBezTo>
                    <a:pt x="41" y="0"/>
                    <a:pt x="29" y="2"/>
                    <a:pt x="18" y="10"/>
                  </a:cubicBezTo>
                  <a:cubicBezTo>
                    <a:pt x="5" y="19"/>
                    <a:pt x="0" y="34"/>
                    <a:pt x="5" y="51"/>
                  </a:cubicBezTo>
                  <a:cubicBezTo>
                    <a:pt x="11" y="40"/>
                    <a:pt x="6" y="27"/>
                    <a:pt x="19" y="20"/>
                  </a:cubicBezTo>
                  <a:cubicBezTo>
                    <a:pt x="29" y="15"/>
                    <a:pt x="39" y="19"/>
                    <a:pt x="47" y="24"/>
                  </a:cubicBezTo>
                </a:path>
              </a:pathLst>
            </a:custGeom>
            <a:solidFill>
              <a:srgbClr val="6B2D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044" name="Freeform 531">
              <a:extLst>
                <a:ext uri="{FF2B5EF4-FFF2-40B4-BE49-F238E27FC236}">
                  <a16:creationId xmlns:a16="http://schemas.microsoft.com/office/drawing/2014/main" id="{BEB78B4C-5483-45C6-8744-D93E3B5E7AE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5" y="2392"/>
              <a:ext cx="84" cy="167"/>
            </a:xfrm>
            <a:custGeom>
              <a:avLst/>
              <a:gdLst>
                <a:gd name="T0" fmla="*/ 0 w 52"/>
                <a:gd name="T1" fmla="*/ 0 h 104"/>
                <a:gd name="T2" fmla="*/ 126 w 52"/>
                <a:gd name="T3" fmla="*/ 206 h 104"/>
                <a:gd name="T4" fmla="*/ 207 w 52"/>
                <a:gd name="T5" fmla="*/ 430 h 104"/>
                <a:gd name="T6" fmla="*/ 170 w 52"/>
                <a:gd name="T7" fmla="*/ 336 h 104"/>
                <a:gd name="T8" fmla="*/ 105 w 52"/>
                <a:gd name="T9" fmla="*/ 281 h 104"/>
                <a:gd name="T10" fmla="*/ 105 w 52"/>
                <a:gd name="T11" fmla="*/ 199 h 104"/>
                <a:gd name="T12" fmla="*/ 81 w 52"/>
                <a:gd name="T13" fmla="*/ 141 h 104"/>
                <a:gd name="T14" fmla="*/ 8 w 52"/>
                <a:gd name="T15" fmla="*/ 16 h 10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2" h="104">
                  <a:moveTo>
                    <a:pt x="0" y="0"/>
                  </a:moveTo>
                  <a:cubicBezTo>
                    <a:pt x="10" y="16"/>
                    <a:pt x="21" y="32"/>
                    <a:pt x="30" y="50"/>
                  </a:cubicBezTo>
                  <a:cubicBezTo>
                    <a:pt x="38" y="64"/>
                    <a:pt x="52" y="86"/>
                    <a:pt x="49" y="104"/>
                  </a:cubicBezTo>
                  <a:cubicBezTo>
                    <a:pt x="41" y="102"/>
                    <a:pt x="43" y="87"/>
                    <a:pt x="40" y="81"/>
                  </a:cubicBezTo>
                  <a:cubicBezTo>
                    <a:pt x="36" y="72"/>
                    <a:pt x="29" y="74"/>
                    <a:pt x="25" y="68"/>
                  </a:cubicBezTo>
                  <a:cubicBezTo>
                    <a:pt x="22" y="63"/>
                    <a:pt x="26" y="54"/>
                    <a:pt x="25" y="48"/>
                  </a:cubicBezTo>
                  <a:cubicBezTo>
                    <a:pt x="24" y="43"/>
                    <a:pt x="22" y="38"/>
                    <a:pt x="19" y="34"/>
                  </a:cubicBezTo>
                  <a:cubicBezTo>
                    <a:pt x="13" y="24"/>
                    <a:pt x="9" y="12"/>
                    <a:pt x="2" y="4"/>
                  </a:cubicBezTo>
                </a:path>
              </a:pathLst>
            </a:custGeom>
            <a:solidFill>
              <a:srgbClr val="6B2D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045" name="Freeform 532">
              <a:extLst>
                <a:ext uri="{FF2B5EF4-FFF2-40B4-BE49-F238E27FC236}">
                  <a16:creationId xmlns:a16="http://schemas.microsoft.com/office/drawing/2014/main" id="{39840691-38D5-4EA3-AC81-6DDE099297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9" y="1903"/>
              <a:ext cx="102" cy="85"/>
            </a:xfrm>
            <a:custGeom>
              <a:avLst/>
              <a:gdLst>
                <a:gd name="T0" fmla="*/ 55 w 63"/>
                <a:gd name="T1" fmla="*/ 35 h 53"/>
                <a:gd name="T2" fmla="*/ 267 w 63"/>
                <a:gd name="T3" fmla="*/ 56 h 53"/>
                <a:gd name="T4" fmla="*/ 152 w 63"/>
                <a:gd name="T5" fmla="*/ 56 h 53"/>
                <a:gd name="T6" fmla="*/ 0 w 63"/>
                <a:gd name="T7" fmla="*/ 26 h 5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3" h="53">
                  <a:moveTo>
                    <a:pt x="13" y="9"/>
                  </a:moveTo>
                  <a:cubicBezTo>
                    <a:pt x="28" y="10"/>
                    <a:pt x="57" y="53"/>
                    <a:pt x="63" y="14"/>
                  </a:cubicBezTo>
                  <a:cubicBezTo>
                    <a:pt x="56" y="27"/>
                    <a:pt x="44" y="19"/>
                    <a:pt x="36" y="14"/>
                  </a:cubicBezTo>
                  <a:cubicBezTo>
                    <a:pt x="25" y="6"/>
                    <a:pt x="12" y="0"/>
                    <a:pt x="0" y="6"/>
                  </a:cubicBezTo>
                </a:path>
              </a:pathLst>
            </a:custGeom>
            <a:solidFill>
              <a:srgbClr val="6B2D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046" name="Freeform 533">
              <a:extLst>
                <a:ext uri="{FF2B5EF4-FFF2-40B4-BE49-F238E27FC236}">
                  <a16:creationId xmlns:a16="http://schemas.microsoft.com/office/drawing/2014/main" id="{4E8B2728-D2CD-44D9-A73A-9B36E35F3C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1" y="1906"/>
              <a:ext cx="88" cy="74"/>
            </a:xfrm>
            <a:custGeom>
              <a:avLst/>
              <a:gdLst>
                <a:gd name="T0" fmla="*/ 13 w 55"/>
                <a:gd name="T1" fmla="*/ 90 h 46"/>
                <a:gd name="T2" fmla="*/ 226 w 55"/>
                <a:gd name="T3" fmla="*/ 37 h 46"/>
                <a:gd name="T4" fmla="*/ 0 w 55"/>
                <a:gd name="T5" fmla="*/ 82 h 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5" h="46">
                  <a:moveTo>
                    <a:pt x="3" y="22"/>
                  </a:moveTo>
                  <a:cubicBezTo>
                    <a:pt x="11" y="46"/>
                    <a:pt x="43" y="8"/>
                    <a:pt x="55" y="9"/>
                  </a:cubicBezTo>
                  <a:cubicBezTo>
                    <a:pt x="32" y="0"/>
                    <a:pt x="20" y="27"/>
                    <a:pt x="0" y="20"/>
                  </a:cubicBezTo>
                </a:path>
              </a:pathLst>
            </a:custGeom>
            <a:solidFill>
              <a:srgbClr val="6B2D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047" name="Freeform 534">
              <a:extLst>
                <a:ext uri="{FF2B5EF4-FFF2-40B4-BE49-F238E27FC236}">
                  <a16:creationId xmlns:a16="http://schemas.microsoft.com/office/drawing/2014/main" id="{F7314CE2-B9D9-4B31-BFAA-7FC6EF87C5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7" y="1522"/>
              <a:ext cx="42" cy="392"/>
            </a:xfrm>
            <a:custGeom>
              <a:avLst/>
              <a:gdLst>
                <a:gd name="T0" fmla="*/ 97 w 26"/>
                <a:gd name="T1" fmla="*/ 0 h 244"/>
                <a:gd name="T2" fmla="*/ 97 w 26"/>
                <a:gd name="T3" fmla="*/ 431 h 244"/>
                <a:gd name="T4" fmla="*/ 42 w 26"/>
                <a:gd name="T5" fmla="*/ 888 h 244"/>
                <a:gd name="T6" fmla="*/ 26 w 26"/>
                <a:gd name="T7" fmla="*/ 1012 h 244"/>
                <a:gd name="T8" fmla="*/ 34 w 26"/>
                <a:gd name="T9" fmla="*/ 594 h 244"/>
                <a:gd name="T10" fmla="*/ 97 w 26"/>
                <a:gd name="T11" fmla="*/ 0 h 24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6" h="244">
                  <a:moveTo>
                    <a:pt x="23" y="0"/>
                  </a:moveTo>
                  <a:cubicBezTo>
                    <a:pt x="25" y="18"/>
                    <a:pt x="25" y="71"/>
                    <a:pt x="23" y="104"/>
                  </a:cubicBezTo>
                  <a:cubicBezTo>
                    <a:pt x="21" y="137"/>
                    <a:pt x="14" y="196"/>
                    <a:pt x="10" y="214"/>
                  </a:cubicBezTo>
                  <a:cubicBezTo>
                    <a:pt x="6" y="232"/>
                    <a:pt x="6" y="244"/>
                    <a:pt x="6" y="244"/>
                  </a:cubicBezTo>
                  <a:cubicBezTo>
                    <a:pt x="0" y="218"/>
                    <a:pt x="7" y="160"/>
                    <a:pt x="8" y="143"/>
                  </a:cubicBezTo>
                  <a:cubicBezTo>
                    <a:pt x="9" y="126"/>
                    <a:pt x="26" y="23"/>
                    <a:pt x="23" y="0"/>
                  </a:cubicBezTo>
                </a:path>
              </a:pathLst>
            </a:custGeom>
            <a:solidFill>
              <a:srgbClr val="6B2D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048" name="Freeform 535">
              <a:extLst>
                <a:ext uri="{FF2B5EF4-FFF2-40B4-BE49-F238E27FC236}">
                  <a16:creationId xmlns:a16="http://schemas.microsoft.com/office/drawing/2014/main" id="{AF3F7346-F0ED-447A-AE80-26F2350EEC1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0" y="1938"/>
              <a:ext cx="98" cy="378"/>
            </a:xfrm>
            <a:custGeom>
              <a:avLst/>
              <a:gdLst>
                <a:gd name="T0" fmla="*/ 238 w 61"/>
                <a:gd name="T1" fmla="*/ 0 h 235"/>
                <a:gd name="T2" fmla="*/ 157 w 61"/>
                <a:gd name="T3" fmla="*/ 512 h 235"/>
                <a:gd name="T4" fmla="*/ 0 w 61"/>
                <a:gd name="T5" fmla="*/ 978 h 235"/>
                <a:gd name="T6" fmla="*/ 101 w 61"/>
                <a:gd name="T7" fmla="*/ 536 h 235"/>
                <a:gd name="T8" fmla="*/ 238 w 61"/>
                <a:gd name="T9" fmla="*/ 0 h 2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1" h="235">
                  <a:moveTo>
                    <a:pt x="57" y="0"/>
                  </a:moveTo>
                  <a:cubicBezTo>
                    <a:pt x="58" y="26"/>
                    <a:pt x="61" y="66"/>
                    <a:pt x="38" y="123"/>
                  </a:cubicBezTo>
                  <a:cubicBezTo>
                    <a:pt x="15" y="180"/>
                    <a:pt x="3" y="219"/>
                    <a:pt x="0" y="235"/>
                  </a:cubicBezTo>
                  <a:cubicBezTo>
                    <a:pt x="2" y="211"/>
                    <a:pt x="14" y="159"/>
                    <a:pt x="24" y="129"/>
                  </a:cubicBezTo>
                  <a:cubicBezTo>
                    <a:pt x="34" y="99"/>
                    <a:pt x="61" y="21"/>
                    <a:pt x="57" y="0"/>
                  </a:cubicBezTo>
                </a:path>
              </a:pathLst>
            </a:custGeom>
            <a:solidFill>
              <a:srgbClr val="6B2D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049" name="Freeform 536">
              <a:extLst>
                <a:ext uri="{FF2B5EF4-FFF2-40B4-BE49-F238E27FC236}">
                  <a16:creationId xmlns:a16="http://schemas.microsoft.com/office/drawing/2014/main" id="{33C30653-6697-4AD8-9383-DDF10C5504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3" y="2452"/>
              <a:ext cx="86" cy="146"/>
            </a:xfrm>
            <a:custGeom>
              <a:avLst/>
              <a:gdLst>
                <a:gd name="T0" fmla="*/ 0 w 53"/>
                <a:gd name="T1" fmla="*/ 120 h 91"/>
                <a:gd name="T2" fmla="*/ 136 w 53"/>
                <a:gd name="T3" fmla="*/ 0 h 91"/>
                <a:gd name="T4" fmla="*/ 123 w 53"/>
                <a:gd name="T5" fmla="*/ 124 h 91"/>
                <a:gd name="T6" fmla="*/ 149 w 53"/>
                <a:gd name="T7" fmla="*/ 165 h 91"/>
                <a:gd name="T8" fmla="*/ 200 w 53"/>
                <a:gd name="T9" fmla="*/ 186 h 91"/>
                <a:gd name="T10" fmla="*/ 157 w 53"/>
                <a:gd name="T11" fmla="*/ 260 h 91"/>
                <a:gd name="T12" fmla="*/ 109 w 53"/>
                <a:gd name="T13" fmla="*/ 306 h 91"/>
                <a:gd name="T14" fmla="*/ 84 w 53"/>
                <a:gd name="T15" fmla="*/ 375 h 91"/>
                <a:gd name="T16" fmla="*/ 21 w 53"/>
                <a:gd name="T17" fmla="*/ 136 h 9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3" h="91">
                  <a:moveTo>
                    <a:pt x="0" y="29"/>
                  </a:moveTo>
                  <a:cubicBezTo>
                    <a:pt x="18" y="27"/>
                    <a:pt x="20" y="9"/>
                    <a:pt x="32" y="0"/>
                  </a:cubicBezTo>
                  <a:cubicBezTo>
                    <a:pt x="37" y="9"/>
                    <a:pt x="26" y="19"/>
                    <a:pt x="29" y="30"/>
                  </a:cubicBezTo>
                  <a:cubicBezTo>
                    <a:pt x="30" y="34"/>
                    <a:pt x="32" y="37"/>
                    <a:pt x="35" y="40"/>
                  </a:cubicBezTo>
                  <a:cubicBezTo>
                    <a:pt x="38" y="43"/>
                    <a:pt x="45" y="42"/>
                    <a:pt x="47" y="45"/>
                  </a:cubicBezTo>
                  <a:cubicBezTo>
                    <a:pt x="53" y="51"/>
                    <a:pt x="42" y="58"/>
                    <a:pt x="37" y="63"/>
                  </a:cubicBezTo>
                  <a:cubicBezTo>
                    <a:pt x="33" y="67"/>
                    <a:pt x="28" y="69"/>
                    <a:pt x="25" y="74"/>
                  </a:cubicBezTo>
                  <a:cubicBezTo>
                    <a:pt x="22" y="80"/>
                    <a:pt x="23" y="86"/>
                    <a:pt x="20" y="91"/>
                  </a:cubicBezTo>
                  <a:cubicBezTo>
                    <a:pt x="14" y="75"/>
                    <a:pt x="5" y="50"/>
                    <a:pt x="5" y="33"/>
                  </a:cubicBezTo>
                </a:path>
              </a:pathLst>
            </a:custGeom>
            <a:solidFill>
              <a:srgbClr val="6B2D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050" name="Freeform 537">
              <a:extLst>
                <a:ext uri="{FF2B5EF4-FFF2-40B4-BE49-F238E27FC236}">
                  <a16:creationId xmlns:a16="http://schemas.microsoft.com/office/drawing/2014/main" id="{58F318CB-3180-48BA-AAAF-C8BB37A485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7" y="2339"/>
              <a:ext cx="36" cy="198"/>
            </a:xfrm>
            <a:custGeom>
              <a:avLst/>
              <a:gdLst>
                <a:gd name="T0" fmla="*/ 43 w 22"/>
                <a:gd name="T1" fmla="*/ 90 h 123"/>
                <a:gd name="T2" fmla="*/ 77 w 22"/>
                <a:gd name="T3" fmla="*/ 262 h 123"/>
                <a:gd name="T4" fmla="*/ 56 w 22"/>
                <a:gd name="T5" fmla="*/ 514 h 123"/>
                <a:gd name="T6" fmla="*/ 8 w 22"/>
                <a:gd name="T7" fmla="*/ 212 h 123"/>
                <a:gd name="T8" fmla="*/ 13 w 22"/>
                <a:gd name="T9" fmla="*/ 111 h 123"/>
                <a:gd name="T10" fmla="*/ 18 w 22"/>
                <a:gd name="T11" fmla="*/ 0 h 123"/>
                <a:gd name="T12" fmla="*/ 43 w 22"/>
                <a:gd name="T13" fmla="*/ 68 h 123"/>
                <a:gd name="T14" fmla="*/ 47 w 22"/>
                <a:gd name="T15" fmla="*/ 116 h 12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2" h="123">
                  <a:moveTo>
                    <a:pt x="10" y="22"/>
                  </a:moveTo>
                  <a:cubicBezTo>
                    <a:pt x="9" y="38"/>
                    <a:pt x="15" y="47"/>
                    <a:pt x="18" y="63"/>
                  </a:cubicBezTo>
                  <a:cubicBezTo>
                    <a:pt x="22" y="82"/>
                    <a:pt x="20" y="105"/>
                    <a:pt x="13" y="123"/>
                  </a:cubicBezTo>
                  <a:cubicBezTo>
                    <a:pt x="19" y="98"/>
                    <a:pt x="7" y="75"/>
                    <a:pt x="2" y="51"/>
                  </a:cubicBezTo>
                  <a:cubicBezTo>
                    <a:pt x="0" y="41"/>
                    <a:pt x="2" y="37"/>
                    <a:pt x="3" y="27"/>
                  </a:cubicBezTo>
                  <a:cubicBezTo>
                    <a:pt x="4" y="18"/>
                    <a:pt x="2" y="10"/>
                    <a:pt x="4" y="0"/>
                  </a:cubicBezTo>
                  <a:cubicBezTo>
                    <a:pt x="5" y="6"/>
                    <a:pt x="9" y="11"/>
                    <a:pt x="10" y="16"/>
                  </a:cubicBezTo>
                  <a:cubicBezTo>
                    <a:pt x="11" y="20"/>
                    <a:pt x="10" y="24"/>
                    <a:pt x="11" y="28"/>
                  </a:cubicBezTo>
                </a:path>
              </a:pathLst>
            </a:custGeom>
            <a:solidFill>
              <a:srgbClr val="6B2D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051" name="Freeform 538">
              <a:extLst>
                <a:ext uri="{FF2B5EF4-FFF2-40B4-BE49-F238E27FC236}">
                  <a16:creationId xmlns:a16="http://schemas.microsoft.com/office/drawing/2014/main" id="{ED527179-F54E-4F32-A95A-5A27655D43B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8" y="2440"/>
              <a:ext cx="74" cy="76"/>
            </a:xfrm>
            <a:custGeom>
              <a:avLst/>
              <a:gdLst>
                <a:gd name="T0" fmla="*/ 47 w 46"/>
                <a:gd name="T1" fmla="*/ 139 h 47"/>
                <a:gd name="T2" fmla="*/ 116 w 46"/>
                <a:gd name="T3" fmla="*/ 110 h 47"/>
                <a:gd name="T4" fmla="*/ 191 w 46"/>
                <a:gd name="T5" fmla="*/ 0 h 47"/>
                <a:gd name="T6" fmla="*/ 0 w 46"/>
                <a:gd name="T7" fmla="*/ 199 h 4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6" h="47">
                  <a:moveTo>
                    <a:pt x="11" y="33"/>
                  </a:moveTo>
                  <a:cubicBezTo>
                    <a:pt x="16" y="28"/>
                    <a:pt x="22" y="29"/>
                    <a:pt x="28" y="26"/>
                  </a:cubicBezTo>
                  <a:cubicBezTo>
                    <a:pt x="39" y="21"/>
                    <a:pt x="41" y="11"/>
                    <a:pt x="46" y="0"/>
                  </a:cubicBezTo>
                  <a:cubicBezTo>
                    <a:pt x="30" y="17"/>
                    <a:pt x="6" y="24"/>
                    <a:pt x="0" y="47"/>
                  </a:cubicBezTo>
                </a:path>
              </a:pathLst>
            </a:custGeom>
            <a:solidFill>
              <a:srgbClr val="6B2D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052" name="Freeform 539">
              <a:extLst>
                <a:ext uri="{FF2B5EF4-FFF2-40B4-BE49-F238E27FC236}">
                  <a16:creationId xmlns:a16="http://schemas.microsoft.com/office/drawing/2014/main" id="{B202E99A-1A95-4C73-8C95-AB97772E25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8" y="1277"/>
              <a:ext cx="122" cy="323"/>
            </a:xfrm>
            <a:custGeom>
              <a:avLst/>
              <a:gdLst>
                <a:gd name="T0" fmla="*/ 315 w 76"/>
                <a:gd name="T1" fmla="*/ 0 h 201"/>
                <a:gd name="T2" fmla="*/ 67 w 76"/>
                <a:gd name="T3" fmla="*/ 273 h 201"/>
                <a:gd name="T4" fmla="*/ 5 w 76"/>
                <a:gd name="T5" fmla="*/ 672 h 201"/>
                <a:gd name="T6" fmla="*/ 8 w 76"/>
                <a:gd name="T7" fmla="*/ 834 h 201"/>
                <a:gd name="T8" fmla="*/ 75 w 76"/>
                <a:gd name="T9" fmla="*/ 460 h 201"/>
                <a:gd name="T10" fmla="*/ 315 w 76"/>
                <a:gd name="T11" fmla="*/ 0 h 20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6" h="201">
                  <a:moveTo>
                    <a:pt x="76" y="0"/>
                  </a:moveTo>
                  <a:cubicBezTo>
                    <a:pt x="57" y="0"/>
                    <a:pt x="29" y="22"/>
                    <a:pt x="16" y="66"/>
                  </a:cubicBezTo>
                  <a:cubicBezTo>
                    <a:pt x="3" y="110"/>
                    <a:pt x="2" y="146"/>
                    <a:pt x="1" y="162"/>
                  </a:cubicBezTo>
                  <a:cubicBezTo>
                    <a:pt x="0" y="178"/>
                    <a:pt x="5" y="190"/>
                    <a:pt x="2" y="201"/>
                  </a:cubicBezTo>
                  <a:cubicBezTo>
                    <a:pt x="6" y="185"/>
                    <a:pt x="12" y="130"/>
                    <a:pt x="18" y="111"/>
                  </a:cubicBezTo>
                  <a:cubicBezTo>
                    <a:pt x="24" y="92"/>
                    <a:pt x="34" y="7"/>
                    <a:pt x="76" y="0"/>
                  </a:cubicBezTo>
                </a:path>
              </a:pathLst>
            </a:custGeom>
            <a:solidFill>
              <a:srgbClr val="7E39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053" name="Freeform 540">
              <a:extLst>
                <a:ext uri="{FF2B5EF4-FFF2-40B4-BE49-F238E27FC236}">
                  <a16:creationId xmlns:a16="http://schemas.microsoft.com/office/drawing/2014/main" id="{91DD74AC-C3B2-4E06-9CBD-67A3165D1C6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2" y="1938"/>
              <a:ext cx="27" cy="329"/>
            </a:xfrm>
            <a:custGeom>
              <a:avLst/>
              <a:gdLst>
                <a:gd name="T0" fmla="*/ 0 w 17"/>
                <a:gd name="T1" fmla="*/ 856 h 204"/>
                <a:gd name="T2" fmla="*/ 25 w 17"/>
                <a:gd name="T3" fmla="*/ 466 h 204"/>
                <a:gd name="T4" fmla="*/ 60 w 17"/>
                <a:gd name="T5" fmla="*/ 0 h 204"/>
                <a:gd name="T6" fmla="*/ 64 w 17"/>
                <a:gd name="T7" fmla="*/ 348 h 204"/>
                <a:gd name="T8" fmla="*/ 0 w 17"/>
                <a:gd name="T9" fmla="*/ 856 h 20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204">
                  <a:moveTo>
                    <a:pt x="0" y="204"/>
                  </a:moveTo>
                  <a:cubicBezTo>
                    <a:pt x="0" y="198"/>
                    <a:pt x="6" y="148"/>
                    <a:pt x="6" y="111"/>
                  </a:cubicBezTo>
                  <a:cubicBezTo>
                    <a:pt x="6" y="70"/>
                    <a:pt x="9" y="29"/>
                    <a:pt x="15" y="0"/>
                  </a:cubicBezTo>
                  <a:cubicBezTo>
                    <a:pt x="12" y="18"/>
                    <a:pt x="15" y="56"/>
                    <a:pt x="16" y="83"/>
                  </a:cubicBezTo>
                  <a:cubicBezTo>
                    <a:pt x="17" y="110"/>
                    <a:pt x="9" y="179"/>
                    <a:pt x="0" y="204"/>
                  </a:cubicBezTo>
                </a:path>
              </a:pathLst>
            </a:custGeom>
            <a:solidFill>
              <a:srgbClr val="7E39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054" name="Freeform 541">
              <a:extLst>
                <a:ext uri="{FF2B5EF4-FFF2-40B4-BE49-F238E27FC236}">
                  <a16:creationId xmlns:a16="http://schemas.microsoft.com/office/drawing/2014/main" id="{E139B1E7-3C77-4F48-A9DE-54378CD2BB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5" y="1773"/>
              <a:ext cx="42" cy="350"/>
            </a:xfrm>
            <a:custGeom>
              <a:avLst/>
              <a:gdLst>
                <a:gd name="T0" fmla="*/ 5 w 26"/>
                <a:gd name="T1" fmla="*/ 0 h 218"/>
                <a:gd name="T2" fmla="*/ 42 w 26"/>
                <a:gd name="T3" fmla="*/ 289 h 218"/>
                <a:gd name="T4" fmla="*/ 63 w 26"/>
                <a:gd name="T5" fmla="*/ 621 h 218"/>
                <a:gd name="T6" fmla="*/ 110 w 26"/>
                <a:gd name="T7" fmla="*/ 902 h 218"/>
                <a:gd name="T8" fmla="*/ 105 w 26"/>
                <a:gd name="T9" fmla="*/ 592 h 218"/>
                <a:gd name="T10" fmla="*/ 84 w 26"/>
                <a:gd name="T11" fmla="*/ 258 h 218"/>
                <a:gd name="T12" fmla="*/ 5 w 26"/>
                <a:gd name="T13" fmla="*/ 0 h 2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" h="218">
                  <a:moveTo>
                    <a:pt x="1" y="0"/>
                  </a:moveTo>
                  <a:cubicBezTo>
                    <a:pt x="5" y="31"/>
                    <a:pt x="5" y="43"/>
                    <a:pt x="10" y="70"/>
                  </a:cubicBezTo>
                  <a:cubicBezTo>
                    <a:pt x="15" y="97"/>
                    <a:pt x="12" y="113"/>
                    <a:pt x="15" y="150"/>
                  </a:cubicBezTo>
                  <a:cubicBezTo>
                    <a:pt x="18" y="187"/>
                    <a:pt x="19" y="205"/>
                    <a:pt x="26" y="218"/>
                  </a:cubicBezTo>
                  <a:cubicBezTo>
                    <a:pt x="24" y="196"/>
                    <a:pt x="24" y="163"/>
                    <a:pt x="25" y="143"/>
                  </a:cubicBezTo>
                  <a:cubicBezTo>
                    <a:pt x="26" y="123"/>
                    <a:pt x="25" y="79"/>
                    <a:pt x="20" y="62"/>
                  </a:cubicBezTo>
                  <a:cubicBezTo>
                    <a:pt x="15" y="45"/>
                    <a:pt x="0" y="7"/>
                    <a:pt x="1" y="0"/>
                  </a:cubicBezTo>
                </a:path>
              </a:pathLst>
            </a:custGeom>
            <a:solidFill>
              <a:srgbClr val="7E39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055" name="Freeform 542">
              <a:extLst>
                <a:ext uri="{FF2B5EF4-FFF2-40B4-BE49-F238E27FC236}">
                  <a16:creationId xmlns:a16="http://schemas.microsoft.com/office/drawing/2014/main" id="{2FCF5D14-FD97-406B-9DDE-4BCC29442D6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8" y="2471"/>
              <a:ext cx="56" cy="487"/>
            </a:xfrm>
            <a:custGeom>
              <a:avLst/>
              <a:gdLst>
                <a:gd name="T0" fmla="*/ 56 w 35"/>
                <a:gd name="T1" fmla="*/ 596 h 303"/>
                <a:gd name="T2" fmla="*/ 144 w 35"/>
                <a:gd name="T3" fmla="*/ 1258 h 303"/>
                <a:gd name="T4" fmla="*/ 34 w 35"/>
                <a:gd name="T5" fmla="*/ 788 h 303"/>
                <a:gd name="T6" fmla="*/ 54 w 35"/>
                <a:gd name="T7" fmla="*/ 0 h 303"/>
                <a:gd name="T8" fmla="*/ 56 w 35"/>
                <a:gd name="T9" fmla="*/ 596 h 30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303">
                  <a:moveTo>
                    <a:pt x="14" y="144"/>
                  </a:moveTo>
                  <a:cubicBezTo>
                    <a:pt x="13" y="179"/>
                    <a:pt x="30" y="282"/>
                    <a:pt x="35" y="303"/>
                  </a:cubicBezTo>
                  <a:cubicBezTo>
                    <a:pt x="26" y="280"/>
                    <a:pt x="16" y="250"/>
                    <a:pt x="8" y="190"/>
                  </a:cubicBezTo>
                  <a:cubicBezTo>
                    <a:pt x="0" y="130"/>
                    <a:pt x="3" y="44"/>
                    <a:pt x="13" y="0"/>
                  </a:cubicBezTo>
                  <a:cubicBezTo>
                    <a:pt x="11" y="35"/>
                    <a:pt x="17" y="116"/>
                    <a:pt x="14" y="144"/>
                  </a:cubicBezTo>
                </a:path>
              </a:pathLst>
            </a:custGeom>
            <a:solidFill>
              <a:srgbClr val="7E39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056" name="Freeform 543">
              <a:extLst>
                <a:ext uri="{FF2B5EF4-FFF2-40B4-BE49-F238E27FC236}">
                  <a16:creationId xmlns:a16="http://schemas.microsoft.com/office/drawing/2014/main" id="{48392EAD-6928-4A0A-A3D1-20D1080E93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4" y="2471"/>
              <a:ext cx="56" cy="487"/>
            </a:xfrm>
            <a:custGeom>
              <a:avLst/>
              <a:gdLst>
                <a:gd name="T0" fmla="*/ 86 w 35"/>
                <a:gd name="T1" fmla="*/ 596 h 303"/>
                <a:gd name="T2" fmla="*/ 0 w 35"/>
                <a:gd name="T3" fmla="*/ 1258 h 303"/>
                <a:gd name="T4" fmla="*/ 110 w 35"/>
                <a:gd name="T5" fmla="*/ 788 h 303"/>
                <a:gd name="T6" fmla="*/ 90 w 35"/>
                <a:gd name="T7" fmla="*/ 0 h 303"/>
                <a:gd name="T8" fmla="*/ 86 w 35"/>
                <a:gd name="T9" fmla="*/ 596 h 30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303">
                  <a:moveTo>
                    <a:pt x="21" y="144"/>
                  </a:moveTo>
                  <a:cubicBezTo>
                    <a:pt x="22" y="179"/>
                    <a:pt x="5" y="282"/>
                    <a:pt x="0" y="303"/>
                  </a:cubicBezTo>
                  <a:cubicBezTo>
                    <a:pt x="9" y="280"/>
                    <a:pt x="19" y="250"/>
                    <a:pt x="27" y="190"/>
                  </a:cubicBezTo>
                  <a:cubicBezTo>
                    <a:pt x="35" y="130"/>
                    <a:pt x="32" y="44"/>
                    <a:pt x="22" y="0"/>
                  </a:cubicBezTo>
                  <a:cubicBezTo>
                    <a:pt x="24" y="35"/>
                    <a:pt x="18" y="116"/>
                    <a:pt x="21" y="144"/>
                  </a:cubicBezTo>
                </a:path>
              </a:pathLst>
            </a:custGeom>
            <a:solidFill>
              <a:srgbClr val="6B2D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057" name="Freeform 544">
              <a:extLst>
                <a:ext uri="{FF2B5EF4-FFF2-40B4-BE49-F238E27FC236}">
                  <a16:creationId xmlns:a16="http://schemas.microsoft.com/office/drawing/2014/main" id="{E2AE3C9B-D6AD-44BF-BA06-9CDC876ECB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3" y="3288"/>
              <a:ext cx="84" cy="451"/>
            </a:xfrm>
            <a:custGeom>
              <a:avLst/>
              <a:gdLst>
                <a:gd name="T0" fmla="*/ 50 w 52"/>
                <a:gd name="T1" fmla="*/ 0 h 280"/>
                <a:gd name="T2" fmla="*/ 60 w 52"/>
                <a:gd name="T3" fmla="*/ 615 h 280"/>
                <a:gd name="T4" fmla="*/ 220 w 52"/>
                <a:gd name="T5" fmla="*/ 1169 h 280"/>
                <a:gd name="T6" fmla="*/ 102 w 52"/>
                <a:gd name="T7" fmla="*/ 594 h 280"/>
                <a:gd name="T8" fmla="*/ 50 w 52"/>
                <a:gd name="T9" fmla="*/ 0 h 2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" h="280">
                  <a:moveTo>
                    <a:pt x="12" y="0"/>
                  </a:moveTo>
                  <a:cubicBezTo>
                    <a:pt x="11" y="34"/>
                    <a:pt x="0" y="81"/>
                    <a:pt x="14" y="147"/>
                  </a:cubicBezTo>
                  <a:cubicBezTo>
                    <a:pt x="28" y="213"/>
                    <a:pt x="47" y="258"/>
                    <a:pt x="52" y="280"/>
                  </a:cubicBezTo>
                  <a:cubicBezTo>
                    <a:pt x="46" y="251"/>
                    <a:pt x="28" y="168"/>
                    <a:pt x="24" y="142"/>
                  </a:cubicBezTo>
                  <a:cubicBezTo>
                    <a:pt x="20" y="116"/>
                    <a:pt x="10" y="37"/>
                    <a:pt x="12" y="0"/>
                  </a:cubicBezTo>
                </a:path>
              </a:pathLst>
            </a:custGeom>
            <a:solidFill>
              <a:srgbClr val="7E39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058" name="Freeform 545">
              <a:extLst>
                <a:ext uri="{FF2B5EF4-FFF2-40B4-BE49-F238E27FC236}">
                  <a16:creationId xmlns:a16="http://schemas.microsoft.com/office/drawing/2014/main" id="{66823FB2-FE64-459D-B8ED-8857BBEE4DB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1" y="2572"/>
              <a:ext cx="58" cy="594"/>
            </a:xfrm>
            <a:custGeom>
              <a:avLst/>
              <a:gdLst>
                <a:gd name="T0" fmla="*/ 34 w 36"/>
                <a:gd name="T1" fmla="*/ 860 h 369"/>
                <a:gd name="T2" fmla="*/ 13 w 36"/>
                <a:gd name="T3" fmla="*/ 1539 h 369"/>
                <a:gd name="T4" fmla="*/ 63 w 36"/>
                <a:gd name="T5" fmla="*/ 1013 h 369"/>
                <a:gd name="T6" fmla="*/ 150 w 36"/>
                <a:gd name="T7" fmla="*/ 0 h 369"/>
                <a:gd name="T8" fmla="*/ 34 w 36"/>
                <a:gd name="T9" fmla="*/ 860 h 36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369">
                  <a:moveTo>
                    <a:pt x="8" y="206"/>
                  </a:moveTo>
                  <a:cubicBezTo>
                    <a:pt x="0" y="256"/>
                    <a:pt x="4" y="336"/>
                    <a:pt x="3" y="369"/>
                  </a:cubicBezTo>
                  <a:cubicBezTo>
                    <a:pt x="1" y="344"/>
                    <a:pt x="5" y="324"/>
                    <a:pt x="15" y="243"/>
                  </a:cubicBezTo>
                  <a:cubicBezTo>
                    <a:pt x="25" y="162"/>
                    <a:pt x="36" y="30"/>
                    <a:pt x="36" y="0"/>
                  </a:cubicBezTo>
                  <a:cubicBezTo>
                    <a:pt x="33" y="14"/>
                    <a:pt x="13" y="144"/>
                    <a:pt x="8" y="206"/>
                  </a:cubicBezTo>
                </a:path>
              </a:pathLst>
            </a:custGeom>
            <a:solidFill>
              <a:srgbClr val="6B2D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059" name="Freeform 546">
              <a:extLst>
                <a:ext uri="{FF2B5EF4-FFF2-40B4-BE49-F238E27FC236}">
                  <a16:creationId xmlns:a16="http://schemas.microsoft.com/office/drawing/2014/main" id="{4CE08D3D-BF14-4E8B-A189-EF7DA808F3F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1" y="3230"/>
              <a:ext cx="35" cy="420"/>
            </a:xfrm>
            <a:custGeom>
              <a:avLst/>
              <a:gdLst>
                <a:gd name="T0" fmla="*/ 29 w 22"/>
                <a:gd name="T1" fmla="*/ 0 h 261"/>
                <a:gd name="T2" fmla="*/ 84 w 22"/>
                <a:gd name="T3" fmla="*/ 528 h 261"/>
                <a:gd name="T4" fmla="*/ 33 w 22"/>
                <a:gd name="T5" fmla="*/ 1088 h 261"/>
                <a:gd name="T6" fmla="*/ 46 w 22"/>
                <a:gd name="T7" fmla="*/ 404 h 261"/>
                <a:gd name="T8" fmla="*/ 29 w 22"/>
                <a:gd name="T9" fmla="*/ 0 h 26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61">
                  <a:moveTo>
                    <a:pt x="7" y="0"/>
                  </a:moveTo>
                  <a:cubicBezTo>
                    <a:pt x="12" y="24"/>
                    <a:pt x="22" y="92"/>
                    <a:pt x="21" y="127"/>
                  </a:cubicBezTo>
                  <a:cubicBezTo>
                    <a:pt x="20" y="162"/>
                    <a:pt x="11" y="204"/>
                    <a:pt x="8" y="261"/>
                  </a:cubicBezTo>
                  <a:cubicBezTo>
                    <a:pt x="3" y="235"/>
                    <a:pt x="12" y="127"/>
                    <a:pt x="11" y="97"/>
                  </a:cubicBezTo>
                  <a:cubicBezTo>
                    <a:pt x="10" y="67"/>
                    <a:pt x="0" y="7"/>
                    <a:pt x="7" y="0"/>
                  </a:cubicBezTo>
                </a:path>
              </a:pathLst>
            </a:custGeom>
            <a:solidFill>
              <a:srgbClr val="6B2D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060" name="Freeform 547">
              <a:extLst>
                <a:ext uri="{FF2B5EF4-FFF2-40B4-BE49-F238E27FC236}">
                  <a16:creationId xmlns:a16="http://schemas.microsoft.com/office/drawing/2014/main" id="{7290A1F9-2CA7-462E-9538-6ABDE5010E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1" y="3810"/>
              <a:ext cx="40" cy="186"/>
            </a:xfrm>
            <a:custGeom>
              <a:avLst/>
              <a:gdLst>
                <a:gd name="T0" fmla="*/ 54 w 25"/>
                <a:gd name="T1" fmla="*/ 47 h 116"/>
                <a:gd name="T2" fmla="*/ 54 w 25"/>
                <a:gd name="T3" fmla="*/ 152 h 116"/>
                <a:gd name="T4" fmla="*/ 82 w 25"/>
                <a:gd name="T5" fmla="*/ 239 h 116"/>
                <a:gd name="T6" fmla="*/ 35 w 25"/>
                <a:gd name="T7" fmla="*/ 478 h 116"/>
                <a:gd name="T8" fmla="*/ 56 w 25"/>
                <a:gd name="T9" fmla="*/ 342 h 116"/>
                <a:gd name="T10" fmla="*/ 56 w 25"/>
                <a:gd name="T11" fmla="*/ 295 h 116"/>
                <a:gd name="T12" fmla="*/ 16 w 25"/>
                <a:gd name="T13" fmla="*/ 273 h 116"/>
                <a:gd name="T14" fmla="*/ 29 w 25"/>
                <a:gd name="T15" fmla="*/ 178 h 116"/>
                <a:gd name="T16" fmla="*/ 46 w 25"/>
                <a:gd name="T17" fmla="*/ 0 h 11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5" h="116">
                  <a:moveTo>
                    <a:pt x="13" y="11"/>
                  </a:moveTo>
                  <a:cubicBezTo>
                    <a:pt x="16" y="20"/>
                    <a:pt x="11" y="28"/>
                    <a:pt x="13" y="37"/>
                  </a:cubicBezTo>
                  <a:cubicBezTo>
                    <a:pt x="14" y="44"/>
                    <a:pt x="18" y="51"/>
                    <a:pt x="20" y="58"/>
                  </a:cubicBezTo>
                  <a:cubicBezTo>
                    <a:pt x="25" y="81"/>
                    <a:pt x="17" y="95"/>
                    <a:pt x="9" y="116"/>
                  </a:cubicBezTo>
                  <a:cubicBezTo>
                    <a:pt x="8" y="105"/>
                    <a:pt x="13" y="93"/>
                    <a:pt x="14" y="83"/>
                  </a:cubicBezTo>
                  <a:cubicBezTo>
                    <a:pt x="14" y="79"/>
                    <a:pt x="16" y="75"/>
                    <a:pt x="14" y="72"/>
                  </a:cubicBezTo>
                  <a:cubicBezTo>
                    <a:pt x="11" y="66"/>
                    <a:pt x="6" y="69"/>
                    <a:pt x="4" y="66"/>
                  </a:cubicBezTo>
                  <a:cubicBezTo>
                    <a:pt x="0" y="61"/>
                    <a:pt x="6" y="49"/>
                    <a:pt x="7" y="43"/>
                  </a:cubicBezTo>
                  <a:cubicBezTo>
                    <a:pt x="9" y="29"/>
                    <a:pt x="11" y="14"/>
                    <a:pt x="11" y="0"/>
                  </a:cubicBezTo>
                </a:path>
              </a:pathLst>
            </a:custGeom>
            <a:solidFill>
              <a:srgbClr val="6B2D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061" name="Freeform 548">
              <a:extLst>
                <a:ext uri="{FF2B5EF4-FFF2-40B4-BE49-F238E27FC236}">
                  <a16:creationId xmlns:a16="http://schemas.microsoft.com/office/drawing/2014/main" id="{89BA3E1B-000E-4D8B-BBC0-2054919584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9" y="3980"/>
              <a:ext cx="78" cy="87"/>
            </a:xfrm>
            <a:custGeom>
              <a:avLst/>
              <a:gdLst>
                <a:gd name="T0" fmla="*/ 39 w 48"/>
                <a:gd name="T1" fmla="*/ 226 h 54"/>
                <a:gd name="T2" fmla="*/ 164 w 48"/>
                <a:gd name="T3" fmla="*/ 164 h 54"/>
                <a:gd name="T4" fmla="*/ 193 w 48"/>
                <a:gd name="T5" fmla="*/ 0 h 54"/>
                <a:gd name="T6" fmla="*/ 111 w 48"/>
                <a:gd name="T7" fmla="*/ 114 h 54"/>
                <a:gd name="T8" fmla="*/ 0 w 48"/>
                <a:gd name="T9" fmla="*/ 211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54">
                  <a:moveTo>
                    <a:pt x="9" y="54"/>
                  </a:moveTo>
                  <a:cubicBezTo>
                    <a:pt x="22" y="53"/>
                    <a:pt x="30" y="49"/>
                    <a:pt x="38" y="39"/>
                  </a:cubicBezTo>
                  <a:cubicBezTo>
                    <a:pt x="48" y="26"/>
                    <a:pt x="45" y="15"/>
                    <a:pt x="45" y="0"/>
                  </a:cubicBezTo>
                  <a:cubicBezTo>
                    <a:pt x="38" y="9"/>
                    <a:pt x="43" y="28"/>
                    <a:pt x="26" y="27"/>
                  </a:cubicBezTo>
                  <a:cubicBezTo>
                    <a:pt x="28" y="43"/>
                    <a:pt x="14" y="47"/>
                    <a:pt x="0" y="50"/>
                  </a:cubicBezTo>
                </a:path>
              </a:pathLst>
            </a:custGeom>
            <a:solidFill>
              <a:srgbClr val="6B2D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062" name="Freeform 549">
              <a:extLst>
                <a:ext uri="{FF2B5EF4-FFF2-40B4-BE49-F238E27FC236}">
                  <a16:creationId xmlns:a16="http://schemas.microsoft.com/office/drawing/2014/main" id="{D1BAB71B-3466-4905-AF24-749DFEB4F2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5" y="3953"/>
              <a:ext cx="67" cy="109"/>
            </a:xfrm>
            <a:custGeom>
              <a:avLst/>
              <a:gdLst>
                <a:gd name="T0" fmla="*/ 0 w 42"/>
                <a:gd name="T1" fmla="*/ 8 h 68"/>
                <a:gd name="T2" fmla="*/ 26 w 42"/>
                <a:gd name="T3" fmla="*/ 123 h 68"/>
                <a:gd name="T4" fmla="*/ 48 w 42"/>
                <a:gd name="T5" fmla="*/ 210 h 68"/>
                <a:gd name="T6" fmla="*/ 97 w 42"/>
                <a:gd name="T7" fmla="*/ 273 h 68"/>
                <a:gd name="T8" fmla="*/ 171 w 42"/>
                <a:gd name="T9" fmla="*/ 260 h 68"/>
                <a:gd name="T10" fmla="*/ 81 w 42"/>
                <a:gd name="T11" fmla="*/ 149 h 68"/>
                <a:gd name="T12" fmla="*/ 48 w 42"/>
                <a:gd name="T13" fmla="*/ 82 h 68"/>
                <a:gd name="T14" fmla="*/ 13 w 42"/>
                <a:gd name="T15" fmla="*/ 0 h 6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2" h="68">
                  <a:moveTo>
                    <a:pt x="0" y="2"/>
                  </a:moveTo>
                  <a:cubicBezTo>
                    <a:pt x="7" y="9"/>
                    <a:pt x="6" y="21"/>
                    <a:pt x="6" y="30"/>
                  </a:cubicBezTo>
                  <a:cubicBezTo>
                    <a:pt x="6" y="40"/>
                    <a:pt x="9" y="42"/>
                    <a:pt x="12" y="51"/>
                  </a:cubicBezTo>
                  <a:cubicBezTo>
                    <a:pt x="15" y="59"/>
                    <a:pt x="13" y="63"/>
                    <a:pt x="24" y="66"/>
                  </a:cubicBezTo>
                  <a:cubicBezTo>
                    <a:pt x="29" y="67"/>
                    <a:pt x="39" y="68"/>
                    <a:pt x="42" y="63"/>
                  </a:cubicBezTo>
                  <a:cubicBezTo>
                    <a:pt x="21" y="65"/>
                    <a:pt x="18" y="52"/>
                    <a:pt x="20" y="36"/>
                  </a:cubicBezTo>
                  <a:cubicBezTo>
                    <a:pt x="14" y="34"/>
                    <a:pt x="14" y="25"/>
                    <a:pt x="12" y="20"/>
                  </a:cubicBezTo>
                  <a:cubicBezTo>
                    <a:pt x="10" y="14"/>
                    <a:pt x="2" y="7"/>
                    <a:pt x="3" y="0"/>
                  </a:cubicBezTo>
                </a:path>
              </a:pathLst>
            </a:custGeom>
            <a:solidFill>
              <a:srgbClr val="7E39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063" name="Freeform 550">
              <a:extLst>
                <a:ext uri="{FF2B5EF4-FFF2-40B4-BE49-F238E27FC236}">
                  <a16:creationId xmlns:a16="http://schemas.microsoft.com/office/drawing/2014/main" id="{7212B1ED-430F-479A-BA36-C2DE2F01F9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4" y="3238"/>
              <a:ext cx="29" cy="459"/>
            </a:xfrm>
            <a:custGeom>
              <a:avLst/>
              <a:gdLst>
                <a:gd name="T0" fmla="*/ 71 w 18"/>
                <a:gd name="T1" fmla="*/ 1155 h 285"/>
                <a:gd name="T2" fmla="*/ 21 w 18"/>
                <a:gd name="T3" fmla="*/ 638 h 285"/>
                <a:gd name="T4" fmla="*/ 68 w 18"/>
                <a:gd name="T5" fmla="*/ 0 h 285"/>
                <a:gd name="T6" fmla="*/ 68 w 18"/>
                <a:gd name="T7" fmla="*/ 472 h 285"/>
                <a:gd name="T8" fmla="*/ 71 w 18"/>
                <a:gd name="T9" fmla="*/ 1155 h 28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285">
                  <a:moveTo>
                    <a:pt x="17" y="276"/>
                  </a:moveTo>
                  <a:cubicBezTo>
                    <a:pt x="16" y="285"/>
                    <a:pt x="10" y="209"/>
                    <a:pt x="5" y="153"/>
                  </a:cubicBezTo>
                  <a:cubicBezTo>
                    <a:pt x="0" y="97"/>
                    <a:pt x="7" y="38"/>
                    <a:pt x="16" y="0"/>
                  </a:cubicBezTo>
                  <a:cubicBezTo>
                    <a:pt x="15" y="13"/>
                    <a:pt x="14" y="87"/>
                    <a:pt x="16" y="113"/>
                  </a:cubicBezTo>
                  <a:cubicBezTo>
                    <a:pt x="18" y="139"/>
                    <a:pt x="18" y="267"/>
                    <a:pt x="17" y="276"/>
                  </a:cubicBezTo>
                </a:path>
              </a:pathLst>
            </a:custGeom>
            <a:solidFill>
              <a:srgbClr val="7E39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064" name="Freeform 551">
              <a:extLst>
                <a:ext uri="{FF2B5EF4-FFF2-40B4-BE49-F238E27FC236}">
                  <a16:creationId xmlns:a16="http://schemas.microsoft.com/office/drawing/2014/main" id="{9C5776C0-97E5-43CE-AB19-6B3695129AF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9" y="3290"/>
              <a:ext cx="64" cy="410"/>
            </a:xfrm>
            <a:custGeom>
              <a:avLst/>
              <a:gdLst>
                <a:gd name="T0" fmla="*/ 0 w 40"/>
                <a:gd name="T1" fmla="*/ 1060 h 255"/>
                <a:gd name="T2" fmla="*/ 123 w 40"/>
                <a:gd name="T3" fmla="*/ 548 h 255"/>
                <a:gd name="T4" fmla="*/ 131 w 40"/>
                <a:gd name="T5" fmla="*/ 0 h 255"/>
                <a:gd name="T6" fmla="*/ 90 w 40"/>
                <a:gd name="T7" fmla="*/ 540 h 255"/>
                <a:gd name="T8" fmla="*/ 0 w 40"/>
                <a:gd name="T9" fmla="*/ 1060 h 2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255">
                  <a:moveTo>
                    <a:pt x="0" y="255"/>
                  </a:moveTo>
                  <a:cubicBezTo>
                    <a:pt x="4" y="235"/>
                    <a:pt x="20" y="171"/>
                    <a:pt x="30" y="132"/>
                  </a:cubicBezTo>
                  <a:cubicBezTo>
                    <a:pt x="40" y="93"/>
                    <a:pt x="33" y="27"/>
                    <a:pt x="32" y="0"/>
                  </a:cubicBezTo>
                  <a:cubicBezTo>
                    <a:pt x="29" y="27"/>
                    <a:pt x="29" y="102"/>
                    <a:pt x="22" y="130"/>
                  </a:cubicBezTo>
                  <a:cubicBezTo>
                    <a:pt x="15" y="158"/>
                    <a:pt x="4" y="234"/>
                    <a:pt x="0" y="255"/>
                  </a:cubicBezTo>
                </a:path>
              </a:pathLst>
            </a:custGeom>
            <a:solidFill>
              <a:srgbClr val="6B2D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065" name="Freeform 552">
              <a:extLst>
                <a:ext uri="{FF2B5EF4-FFF2-40B4-BE49-F238E27FC236}">
                  <a16:creationId xmlns:a16="http://schemas.microsoft.com/office/drawing/2014/main" id="{093CB72F-F4C2-4261-9E40-82E6B415E0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3" y="3978"/>
              <a:ext cx="106" cy="86"/>
            </a:xfrm>
            <a:custGeom>
              <a:avLst/>
              <a:gdLst>
                <a:gd name="T0" fmla="*/ 120 w 66"/>
                <a:gd name="T1" fmla="*/ 211 h 53"/>
                <a:gd name="T2" fmla="*/ 178 w 66"/>
                <a:gd name="T3" fmla="*/ 170 h 53"/>
                <a:gd name="T4" fmla="*/ 252 w 66"/>
                <a:gd name="T5" fmla="*/ 136 h 53"/>
                <a:gd name="T6" fmla="*/ 225 w 66"/>
                <a:gd name="T7" fmla="*/ 0 h 53"/>
                <a:gd name="T8" fmla="*/ 173 w 66"/>
                <a:gd name="T9" fmla="*/ 97 h 53"/>
                <a:gd name="T10" fmla="*/ 128 w 66"/>
                <a:gd name="T11" fmla="*/ 97 h 53"/>
                <a:gd name="T12" fmla="*/ 120 w 66"/>
                <a:gd name="T13" fmla="*/ 143 h 53"/>
                <a:gd name="T14" fmla="*/ 35 w 66"/>
                <a:gd name="T15" fmla="*/ 149 h 53"/>
                <a:gd name="T16" fmla="*/ 21 w 66"/>
                <a:gd name="T17" fmla="*/ 198 h 5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6" h="53">
                  <a:moveTo>
                    <a:pt x="29" y="49"/>
                  </a:moveTo>
                  <a:cubicBezTo>
                    <a:pt x="37" y="53"/>
                    <a:pt x="38" y="43"/>
                    <a:pt x="43" y="40"/>
                  </a:cubicBezTo>
                  <a:cubicBezTo>
                    <a:pt x="48" y="37"/>
                    <a:pt x="56" y="40"/>
                    <a:pt x="61" y="32"/>
                  </a:cubicBezTo>
                  <a:cubicBezTo>
                    <a:pt x="66" y="22"/>
                    <a:pt x="60" y="9"/>
                    <a:pt x="54" y="0"/>
                  </a:cubicBezTo>
                  <a:cubicBezTo>
                    <a:pt x="53" y="15"/>
                    <a:pt x="60" y="22"/>
                    <a:pt x="42" y="23"/>
                  </a:cubicBezTo>
                  <a:cubicBezTo>
                    <a:pt x="40" y="23"/>
                    <a:pt x="33" y="22"/>
                    <a:pt x="31" y="23"/>
                  </a:cubicBezTo>
                  <a:cubicBezTo>
                    <a:pt x="27" y="26"/>
                    <a:pt x="31" y="31"/>
                    <a:pt x="29" y="33"/>
                  </a:cubicBezTo>
                  <a:cubicBezTo>
                    <a:pt x="24" y="39"/>
                    <a:pt x="16" y="33"/>
                    <a:pt x="9" y="35"/>
                  </a:cubicBezTo>
                  <a:cubicBezTo>
                    <a:pt x="0" y="37"/>
                    <a:pt x="4" y="47"/>
                    <a:pt x="5" y="46"/>
                  </a:cubicBezTo>
                </a:path>
              </a:pathLst>
            </a:custGeom>
            <a:solidFill>
              <a:srgbClr val="6B2D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066" name="Freeform 553">
              <a:extLst>
                <a:ext uri="{FF2B5EF4-FFF2-40B4-BE49-F238E27FC236}">
                  <a16:creationId xmlns:a16="http://schemas.microsoft.com/office/drawing/2014/main" id="{29218FEB-2339-4A47-8876-02026F8F5C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4" y="2172"/>
              <a:ext cx="42" cy="22"/>
            </a:xfrm>
            <a:custGeom>
              <a:avLst/>
              <a:gdLst>
                <a:gd name="T0" fmla="*/ 39 w 26"/>
                <a:gd name="T1" fmla="*/ 0 h 14"/>
                <a:gd name="T2" fmla="*/ 34 w 26"/>
                <a:gd name="T3" fmla="*/ 47 h 14"/>
                <a:gd name="T4" fmla="*/ 76 w 26"/>
                <a:gd name="T5" fmla="*/ 2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14">
                  <a:moveTo>
                    <a:pt x="9" y="0"/>
                  </a:moveTo>
                  <a:cubicBezTo>
                    <a:pt x="0" y="1"/>
                    <a:pt x="1" y="9"/>
                    <a:pt x="8" y="12"/>
                  </a:cubicBezTo>
                  <a:cubicBezTo>
                    <a:pt x="14" y="14"/>
                    <a:pt x="26" y="6"/>
                    <a:pt x="18" y="5"/>
                  </a:cubicBezTo>
                </a:path>
              </a:pathLst>
            </a:custGeom>
            <a:solidFill>
              <a:srgbClr val="6B2D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067" name="Freeform 554">
              <a:extLst>
                <a:ext uri="{FF2B5EF4-FFF2-40B4-BE49-F238E27FC236}">
                  <a16:creationId xmlns:a16="http://schemas.microsoft.com/office/drawing/2014/main" id="{77E11AAE-499C-4FD3-9192-AB8FBD3765B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3" y="2304"/>
              <a:ext cx="112" cy="104"/>
            </a:xfrm>
            <a:custGeom>
              <a:avLst/>
              <a:gdLst>
                <a:gd name="T0" fmla="*/ 0 w 69"/>
                <a:gd name="T1" fmla="*/ 266 h 65"/>
                <a:gd name="T2" fmla="*/ 295 w 69"/>
                <a:gd name="T3" fmla="*/ 0 h 6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9" h="65">
                  <a:moveTo>
                    <a:pt x="0" y="65"/>
                  </a:moveTo>
                  <a:cubicBezTo>
                    <a:pt x="21" y="56"/>
                    <a:pt x="51" y="27"/>
                    <a:pt x="69" y="0"/>
                  </a:cubicBezTo>
                </a:path>
              </a:pathLst>
            </a:custGeom>
            <a:solidFill>
              <a:srgbClr val="6B2D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068" name="Freeform 555">
              <a:extLst>
                <a:ext uri="{FF2B5EF4-FFF2-40B4-BE49-F238E27FC236}">
                  <a16:creationId xmlns:a16="http://schemas.microsoft.com/office/drawing/2014/main" id="{5064B7C9-59EB-41BB-9642-4E38C5708D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5" y="2318"/>
              <a:ext cx="103" cy="100"/>
            </a:xfrm>
            <a:custGeom>
              <a:avLst/>
              <a:gdLst>
                <a:gd name="T0" fmla="*/ 0 w 64"/>
                <a:gd name="T1" fmla="*/ 260 h 62"/>
                <a:gd name="T2" fmla="*/ 267 w 64"/>
                <a:gd name="T3" fmla="*/ 0 h 62"/>
                <a:gd name="T4" fmla="*/ 0 w 64"/>
                <a:gd name="T5" fmla="*/ 260 h 6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4" h="62">
                  <a:moveTo>
                    <a:pt x="0" y="62"/>
                  </a:moveTo>
                  <a:cubicBezTo>
                    <a:pt x="20" y="55"/>
                    <a:pt x="57" y="21"/>
                    <a:pt x="64" y="0"/>
                  </a:cubicBezTo>
                  <a:cubicBezTo>
                    <a:pt x="58" y="7"/>
                    <a:pt x="29" y="47"/>
                    <a:pt x="0" y="62"/>
                  </a:cubicBezTo>
                </a:path>
              </a:pathLst>
            </a:custGeom>
            <a:solidFill>
              <a:srgbClr val="7E39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069" name="Freeform 556">
              <a:extLst>
                <a:ext uri="{FF2B5EF4-FFF2-40B4-BE49-F238E27FC236}">
                  <a16:creationId xmlns:a16="http://schemas.microsoft.com/office/drawing/2014/main" id="{F3229842-E80B-4258-9595-0FB25CB97C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6" y="2308"/>
              <a:ext cx="112" cy="103"/>
            </a:xfrm>
            <a:custGeom>
              <a:avLst/>
              <a:gdLst>
                <a:gd name="T0" fmla="*/ 286 w 70"/>
                <a:gd name="T1" fmla="*/ 267 h 64"/>
                <a:gd name="T2" fmla="*/ 0 w 70"/>
                <a:gd name="T3" fmla="*/ 0 h 6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0" h="64">
                  <a:moveTo>
                    <a:pt x="70" y="64"/>
                  </a:moveTo>
                  <a:cubicBezTo>
                    <a:pt x="49" y="55"/>
                    <a:pt x="18" y="26"/>
                    <a:pt x="0" y="0"/>
                  </a:cubicBezTo>
                </a:path>
              </a:pathLst>
            </a:custGeom>
            <a:solidFill>
              <a:srgbClr val="6B2D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070" name="Freeform 557">
              <a:extLst>
                <a:ext uri="{FF2B5EF4-FFF2-40B4-BE49-F238E27FC236}">
                  <a16:creationId xmlns:a16="http://schemas.microsoft.com/office/drawing/2014/main" id="{DAA055DA-A4F8-4331-84F0-A3EA8397A9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4" y="2321"/>
              <a:ext cx="101" cy="100"/>
            </a:xfrm>
            <a:custGeom>
              <a:avLst/>
              <a:gdLst>
                <a:gd name="T0" fmla="*/ 260 w 63"/>
                <a:gd name="T1" fmla="*/ 260 h 62"/>
                <a:gd name="T2" fmla="*/ 0 w 63"/>
                <a:gd name="T3" fmla="*/ 0 h 62"/>
                <a:gd name="T4" fmla="*/ 260 w 63"/>
                <a:gd name="T5" fmla="*/ 260 h 6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3" h="62">
                  <a:moveTo>
                    <a:pt x="63" y="62"/>
                  </a:moveTo>
                  <a:cubicBezTo>
                    <a:pt x="44" y="55"/>
                    <a:pt x="7" y="21"/>
                    <a:pt x="0" y="0"/>
                  </a:cubicBezTo>
                  <a:cubicBezTo>
                    <a:pt x="6" y="8"/>
                    <a:pt x="35" y="48"/>
                    <a:pt x="63" y="62"/>
                  </a:cubicBezTo>
                </a:path>
              </a:pathLst>
            </a:custGeom>
            <a:solidFill>
              <a:srgbClr val="7E39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071" name="Freeform 558">
              <a:extLst>
                <a:ext uri="{FF2B5EF4-FFF2-40B4-BE49-F238E27FC236}">
                  <a16:creationId xmlns:a16="http://schemas.microsoft.com/office/drawing/2014/main" id="{AFB5170C-0114-4E7B-9F4E-55B38F6A35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3" y="957"/>
              <a:ext cx="22" cy="48"/>
            </a:xfrm>
            <a:custGeom>
              <a:avLst/>
              <a:gdLst>
                <a:gd name="T0" fmla="*/ 27 w 14"/>
                <a:gd name="T1" fmla="*/ 0 h 30"/>
                <a:gd name="T2" fmla="*/ 5 w 14"/>
                <a:gd name="T3" fmla="*/ 110 h 30"/>
                <a:gd name="T4" fmla="*/ 35 w 14"/>
                <a:gd name="T5" fmla="*/ 123 h 30"/>
                <a:gd name="T6" fmla="*/ 39 w 14"/>
                <a:gd name="T7" fmla="*/ 8 h 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30">
                  <a:moveTo>
                    <a:pt x="7" y="0"/>
                  </a:moveTo>
                  <a:cubicBezTo>
                    <a:pt x="8" y="10"/>
                    <a:pt x="1" y="18"/>
                    <a:pt x="1" y="27"/>
                  </a:cubicBezTo>
                  <a:cubicBezTo>
                    <a:pt x="3" y="28"/>
                    <a:pt x="7" y="30"/>
                    <a:pt x="9" y="30"/>
                  </a:cubicBezTo>
                  <a:cubicBezTo>
                    <a:pt x="0" y="24"/>
                    <a:pt x="14" y="11"/>
                    <a:pt x="10" y="2"/>
                  </a:cubicBezTo>
                </a:path>
              </a:pathLst>
            </a:custGeom>
            <a:solidFill>
              <a:srgbClr val="7E39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072" name="Freeform 559">
              <a:extLst>
                <a:ext uri="{FF2B5EF4-FFF2-40B4-BE49-F238E27FC236}">
                  <a16:creationId xmlns:a16="http://schemas.microsoft.com/office/drawing/2014/main" id="{46E49739-E87B-4220-A44F-6740A1955F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7" y="1248"/>
              <a:ext cx="66" cy="66"/>
            </a:xfrm>
            <a:custGeom>
              <a:avLst/>
              <a:gdLst>
                <a:gd name="T0" fmla="*/ 156 w 41"/>
                <a:gd name="T1" fmla="*/ 0 h 41"/>
                <a:gd name="T2" fmla="*/ 0 w 41"/>
                <a:gd name="T3" fmla="*/ 156 h 41"/>
                <a:gd name="T4" fmla="*/ 122 w 41"/>
                <a:gd name="T5" fmla="*/ 122 h 41"/>
                <a:gd name="T6" fmla="*/ 158 w 41"/>
                <a:gd name="T7" fmla="*/ 16 h 41"/>
                <a:gd name="T8" fmla="*/ 171 w 41"/>
                <a:gd name="T9" fmla="*/ 8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" h="41">
                  <a:moveTo>
                    <a:pt x="37" y="0"/>
                  </a:moveTo>
                  <a:cubicBezTo>
                    <a:pt x="27" y="14"/>
                    <a:pt x="22" y="39"/>
                    <a:pt x="0" y="37"/>
                  </a:cubicBezTo>
                  <a:cubicBezTo>
                    <a:pt x="14" y="38"/>
                    <a:pt x="19" y="41"/>
                    <a:pt x="29" y="29"/>
                  </a:cubicBezTo>
                  <a:cubicBezTo>
                    <a:pt x="34" y="22"/>
                    <a:pt x="41" y="12"/>
                    <a:pt x="38" y="4"/>
                  </a:cubicBezTo>
                  <a:cubicBezTo>
                    <a:pt x="39" y="3"/>
                    <a:pt x="40" y="2"/>
                    <a:pt x="41" y="2"/>
                  </a:cubicBezTo>
                </a:path>
              </a:pathLst>
            </a:custGeom>
            <a:solidFill>
              <a:srgbClr val="7E39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073" name="Freeform 560">
              <a:extLst>
                <a:ext uri="{FF2B5EF4-FFF2-40B4-BE49-F238E27FC236}">
                  <a16:creationId xmlns:a16="http://schemas.microsoft.com/office/drawing/2014/main" id="{A2030FEC-91E0-4726-88BE-E20B2E8A24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6" y="1292"/>
              <a:ext cx="165" cy="22"/>
            </a:xfrm>
            <a:custGeom>
              <a:avLst/>
              <a:gdLst>
                <a:gd name="T0" fmla="*/ 0 w 102"/>
                <a:gd name="T1" fmla="*/ 0 h 14"/>
                <a:gd name="T2" fmla="*/ 183 w 102"/>
                <a:gd name="T3" fmla="*/ 14 h 14"/>
                <a:gd name="T4" fmla="*/ 432 w 102"/>
                <a:gd name="T5" fmla="*/ 35 h 14"/>
                <a:gd name="T6" fmla="*/ 262 w 102"/>
                <a:gd name="T7" fmla="*/ 47 h 14"/>
                <a:gd name="T8" fmla="*/ 97 w 102"/>
                <a:gd name="T9" fmla="*/ 13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2" h="14">
                  <a:moveTo>
                    <a:pt x="0" y="0"/>
                  </a:moveTo>
                  <a:cubicBezTo>
                    <a:pt x="15" y="0"/>
                    <a:pt x="29" y="2"/>
                    <a:pt x="43" y="4"/>
                  </a:cubicBezTo>
                  <a:cubicBezTo>
                    <a:pt x="63" y="6"/>
                    <a:pt x="83" y="6"/>
                    <a:pt x="102" y="9"/>
                  </a:cubicBezTo>
                  <a:cubicBezTo>
                    <a:pt x="89" y="11"/>
                    <a:pt x="76" y="14"/>
                    <a:pt x="62" y="12"/>
                  </a:cubicBezTo>
                  <a:cubicBezTo>
                    <a:pt x="49" y="9"/>
                    <a:pt x="37" y="2"/>
                    <a:pt x="23" y="3"/>
                  </a:cubicBezTo>
                </a:path>
              </a:pathLst>
            </a:custGeom>
            <a:solidFill>
              <a:srgbClr val="7E39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074" name="Freeform 561">
              <a:extLst>
                <a:ext uri="{FF2B5EF4-FFF2-40B4-BE49-F238E27FC236}">
                  <a16:creationId xmlns:a16="http://schemas.microsoft.com/office/drawing/2014/main" id="{8481F6C8-BEAA-4CB8-B49A-7F74C7BF4F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8" y="1264"/>
              <a:ext cx="215" cy="45"/>
            </a:xfrm>
            <a:custGeom>
              <a:avLst/>
              <a:gdLst>
                <a:gd name="T0" fmla="*/ 433 w 134"/>
                <a:gd name="T1" fmla="*/ 47 h 28"/>
                <a:gd name="T2" fmla="*/ 205 w 134"/>
                <a:gd name="T3" fmla="*/ 88 h 28"/>
                <a:gd name="T4" fmla="*/ 0 w 134"/>
                <a:gd name="T5" fmla="*/ 82 h 28"/>
                <a:gd name="T6" fmla="*/ 278 w 134"/>
                <a:gd name="T7" fmla="*/ 26 h 28"/>
                <a:gd name="T8" fmla="*/ 554 w 134"/>
                <a:gd name="T9" fmla="*/ 37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" h="28">
                  <a:moveTo>
                    <a:pt x="105" y="11"/>
                  </a:moveTo>
                  <a:cubicBezTo>
                    <a:pt x="86" y="12"/>
                    <a:pt x="68" y="18"/>
                    <a:pt x="50" y="21"/>
                  </a:cubicBezTo>
                  <a:cubicBezTo>
                    <a:pt x="35" y="23"/>
                    <a:pt x="12" y="28"/>
                    <a:pt x="0" y="20"/>
                  </a:cubicBezTo>
                  <a:cubicBezTo>
                    <a:pt x="21" y="20"/>
                    <a:pt x="46" y="10"/>
                    <a:pt x="67" y="6"/>
                  </a:cubicBezTo>
                  <a:cubicBezTo>
                    <a:pt x="90" y="1"/>
                    <a:pt x="115" y="0"/>
                    <a:pt x="134" y="9"/>
                  </a:cubicBezTo>
                </a:path>
              </a:pathLst>
            </a:custGeom>
            <a:solidFill>
              <a:srgbClr val="6B2D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075" name="Freeform 562">
              <a:extLst>
                <a:ext uri="{FF2B5EF4-FFF2-40B4-BE49-F238E27FC236}">
                  <a16:creationId xmlns:a16="http://schemas.microsoft.com/office/drawing/2014/main" id="{3A580F71-24E2-4C1D-AECD-1A0DE2F186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2" y="1292"/>
              <a:ext cx="164" cy="22"/>
            </a:xfrm>
            <a:custGeom>
              <a:avLst/>
              <a:gdLst>
                <a:gd name="T0" fmla="*/ 424 w 102"/>
                <a:gd name="T1" fmla="*/ 0 h 14"/>
                <a:gd name="T2" fmla="*/ 246 w 102"/>
                <a:gd name="T3" fmla="*/ 14 h 14"/>
                <a:gd name="T4" fmla="*/ 0 w 102"/>
                <a:gd name="T5" fmla="*/ 35 h 14"/>
                <a:gd name="T6" fmla="*/ 166 w 102"/>
                <a:gd name="T7" fmla="*/ 47 h 14"/>
                <a:gd name="T8" fmla="*/ 328 w 102"/>
                <a:gd name="T9" fmla="*/ 13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2" h="14">
                  <a:moveTo>
                    <a:pt x="102" y="0"/>
                  </a:moveTo>
                  <a:cubicBezTo>
                    <a:pt x="87" y="0"/>
                    <a:pt x="74" y="2"/>
                    <a:pt x="59" y="4"/>
                  </a:cubicBezTo>
                  <a:cubicBezTo>
                    <a:pt x="40" y="6"/>
                    <a:pt x="19" y="6"/>
                    <a:pt x="0" y="9"/>
                  </a:cubicBezTo>
                  <a:cubicBezTo>
                    <a:pt x="14" y="11"/>
                    <a:pt x="27" y="14"/>
                    <a:pt x="40" y="12"/>
                  </a:cubicBezTo>
                  <a:cubicBezTo>
                    <a:pt x="53" y="9"/>
                    <a:pt x="65" y="2"/>
                    <a:pt x="79" y="3"/>
                  </a:cubicBezTo>
                </a:path>
              </a:pathLst>
            </a:custGeom>
            <a:solidFill>
              <a:srgbClr val="7E39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076" name="Freeform 563">
              <a:extLst>
                <a:ext uri="{FF2B5EF4-FFF2-40B4-BE49-F238E27FC236}">
                  <a16:creationId xmlns:a16="http://schemas.microsoft.com/office/drawing/2014/main" id="{2CA3E09B-8F7F-4A44-B33A-F885E6DDEF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9" y="1554"/>
              <a:ext cx="133" cy="88"/>
            </a:xfrm>
            <a:custGeom>
              <a:avLst/>
              <a:gdLst>
                <a:gd name="T0" fmla="*/ 8 w 83"/>
                <a:gd name="T1" fmla="*/ 29 h 55"/>
                <a:gd name="T2" fmla="*/ 119 w 83"/>
                <a:gd name="T3" fmla="*/ 189 h 55"/>
                <a:gd name="T4" fmla="*/ 341 w 83"/>
                <a:gd name="T5" fmla="*/ 213 h 55"/>
                <a:gd name="T6" fmla="*/ 34 w 83"/>
                <a:gd name="T7" fmla="*/ 0 h 5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3" h="55">
                  <a:moveTo>
                    <a:pt x="2" y="7"/>
                  </a:moveTo>
                  <a:cubicBezTo>
                    <a:pt x="0" y="21"/>
                    <a:pt x="17" y="40"/>
                    <a:pt x="29" y="46"/>
                  </a:cubicBezTo>
                  <a:cubicBezTo>
                    <a:pt x="48" y="55"/>
                    <a:pt x="63" y="50"/>
                    <a:pt x="83" y="52"/>
                  </a:cubicBezTo>
                  <a:cubicBezTo>
                    <a:pt x="61" y="53"/>
                    <a:pt x="1" y="26"/>
                    <a:pt x="8" y="0"/>
                  </a:cubicBezTo>
                </a:path>
              </a:pathLst>
            </a:custGeom>
            <a:solidFill>
              <a:srgbClr val="7E39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077" name="Freeform 564">
              <a:extLst>
                <a:ext uri="{FF2B5EF4-FFF2-40B4-BE49-F238E27FC236}">
                  <a16:creationId xmlns:a16="http://schemas.microsoft.com/office/drawing/2014/main" id="{B9FFFB0E-D51E-4403-A08F-D7C5925250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7" y="1126"/>
              <a:ext cx="102" cy="93"/>
            </a:xfrm>
            <a:custGeom>
              <a:avLst/>
              <a:gdLst>
                <a:gd name="T0" fmla="*/ 262 w 63"/>
                <a:gd name="T1" fmla="*/ 0 h 58"/>
                <a:gd name="T2" fmla="*/ 183 w 63"/>
                <a:gd name="T3" fmla="*/ 191 h 58"/>
                <a:gd name="T4" fmla="*/ 110 w 63"/>
                <a:gd name="T5" fmla="*/ 204 h 58"/>
                <a:gd name="T6" fmla="*/ 0 w 63"/>
                <a:gd name="T7" fmla="*/ 239 h 58"/>
                <a:gd name="T8" fmla="*/ 217 w 63"/>
                <a:gd name="T9" fmla="*/ 204 h 58"/>
                <a:gd name="T10" fmla="*/ 267 w 63"/>
                <a:gd name="T11" fmla="*/ 42 h 5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3" h="58">
                  <a:moveTo>
                    <a:pt x="62" y="0"/>
                  </a:moveTo>
                  <a:cubicBezTo>
                    <a:pt x="59" y="14"/>
                    <a:pt x="56" y="36"/>
                    <a:pt x="43" y="46"/>
                  </a:cubicBezTo>
                  <a:cubicBezTo>
                    <a:pt x="38" y="49"/>
                    <a:pt x="32" y="48"/>
                    <a:pt x="26" y="49"/>
                  </a:cubicBezTo>
                  <a:cubicBezTo>
                    <a:pt x="17" y="51"/>
                    <a:pt x="8" y="54"/>
                    <a:pt x="0" y="58"/>
                  </a:cubicBezTo>
                  <a:cubicBezTo>
                    <a:pt x="14" y="55"/>
                    <a:pt x="38" y="57"/>
                    <a:pt x="51" y="49"/>
                  </a:cubicBezTo>
                  <a:cubicBezTo>
                    <a:pt x="63" y="42"/>
                    <a:pt x="61" y="22"/>
                    <a:pt x="63" y="10"/>
                  </a:cubicBezTo>
                </a:path>
              </a:pathLst>
            </a:custGeom>
            <a:solidFill>
              <a:srgbClr val="7E39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078" name="Freeform 565">
              <a:extLst>
                <a:ext uri="{FF2B5EF4-FFF2-40B4-BE49-F238E27FC236}">
                  <a16:creationId xmlns:a16="http://schemas.microsoft.com/office/drawing/2014/main" id="{3C2BBC6E-A28C-423A-89B9-12B915A827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4" y="2662"/>
              <a:ext cx="39" cy="351"/>
            </a:xfrm>
            <a:custGeom>
              <a:avLst/>
              <a:gdLst>
                <a:gd name="T0" fmla="*/ 0 w 24"/>
                <a:gd name="T1" fmla="*/ 0 h 218"/>
                <a:gd name="T2" fmla="*/ 96 w 24"/>
                <a:gd name="T3" fmla="*/ 910 h 218"/>
                <a:gd name="T4" fmla="*/ 0 w 24"/>
                <a:gd name="T5" fmla="*/ 0 h 2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218">
                  <a:moveTo>
                    <a:pt x="0" y="0"/>
                  </a:moveTo>
                  <a:cubicBezTo>
                    <a:pt x="0" y="41"/>
                    <a:pt x="11" y="145"/>
                    <a:pt x="22" y="218"/>
                  </a:cubicBezTo>
                  <a:cubicBezTo>
                    <a:pt x="24" y="174"/>
                    <a:pt x="14" y="39"/>
                    <a:pt x="0" y="0"/>
                  </a:cubicBezTo>
                </a:path>
              </a:pathLst>
            </a:custGeom>
            <a:solidFill>
              <a:srgbClr val="7E39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079" name="Freeform 566">
              <a:extLst>
                <a:ext uri="{FF2B5EF4-FFF2-40B4-BE49-F238E27FC236}">
                  <a16:creationId xmlns:a16="http://schemas.microsoft.com/office/drawing/2014/main" id="{2B86EAFF-2A0B-42EC-8E9C-822E1873C9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0" y="2455"/>
              <a:ext cx="66" cy="114"/>
            </a:xfrm>
            <a:custGeom>
              <a:avLst/>
              <a:gdLst>
                <a:gd name="T0" fmla="*/ 111 w 41"/>
                <a:gd name="T1" fmla="*/ 13 h 71"/>
                <a:gd name="T2" fmla="*/ 124 w 41"/>
                <a:gd name="T3" fmla="*/ 103 h 71"/>
                <a:gd name="T4" fmla="*/ 124 w 41"/>
                <a:gd name="T5" fmla="*/ 186 h 71"/>
                <a:gd name="T6" fmla="*/ 89 w 41"/>
                <a:gd name="T7" fmla="*/ 259 h 71"/>
                <a:gd name="T8" fmla="*/ 0 w 41"/>
                <a:gd name="T9" fmla="*/ 286 h 71"/>
                <a:gd name="T10" fmla="*/ 89 w 41"/>
                <a:gd name="T11" fmla="*/ 286 h 71"/>
                <a:gd name="T12" fmla="*/ 163 w 41"/>
                <a:gd name="T13" fmla="*/ 191 h 71"/>
                <a:gd name="T14" fmla="*/ 122 w 41"/>
                <a:gd name="T15" fmla="*/ 0 h 7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1" h="71">
                  <a:moveTo>
                    <a:pt x="27" y="3"/>
                  </a:moveTo>
                  <a:cubicBezTo>
                    <a:pt x="27" y="11"/>
                    <a:pt x="29" y="18"/>
                    <a:pt x="30" y="25"/>
                  </a:cubicBezTo>
                  <a:cubicBezTo>
                    <a:pt x="31" y="32"/>
                    <a:pt x="31" y="38"/>
                    <a:pt x="30" y="45"/>
                  </a:cubicBezTo>
                  <a:cubicBezTo>
                    <a:pt x="29" y="51"/>
                    <a:pt x="27" y="58"/>
                    <a:pt x="21" y="62"/>
                  </a:cubicBezTo>
                  <a:cubicBezTo>
                    <a:pt x="14" y="67"/>
                    <a:pt x="8" y="67"/>
                    <a:pt x="0" y="69"/>
                  </a:cubicBezTo>
                  <a:cubicBezTo>
                    <a:pt x="6" y="71"/>
                    <a:pt x="15" y="70"/>
                    <a:pt x="21" y="69"/>
                  </a:cubicBezTo>
                  <a:cubicBezTo>
                    <a:pt x="31" y="66"/>
                    <a:pt x="38" y="55"/>
                    <a:pt x="39" y="46"/>
                  </a:cubicBezTo>
                  <a:cubicBezTo>
                    <a:pt x="41" y="29"/>
                    <a:pt x="32" y="15"/>
                    <a:pt x="29" y="0"/>
                  </a:cubicBezTo>
                </a:path>
              </a:pathLst>
            </a:custGeom>
            <a:solidFill>
              <a:srgbClr val="6B2D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080" name="Freeform 567">
              <a:extLst>
                <a:ext uri="{FF2B5EF4-FFF2-40B4-BE49-F238E27FC236}">
                  <a16:creationId xmlns:a16="http://schemas.microsoft.com/office/drawing/2014/main" id="{6DCCE1B7-559F-4860-ACC5-201DBD6433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1" y="1551"/>
              <a:ext cx="42" cy="40"/>
            </a:xfrm>
            <a:custGeom>
              <a:avLst/>
              <a:gdLst>
                <a:gd name="T0" fmla="*/ 34 w 26"/>
                <a:gd name="T1" fmla="*/ 13 h 25"/>
                <a:gd name="T2" fmla="*/ 68 w 26"/>
                <a:gd name="T3" fmla="*/ 90 h 25"/>
                <a:gd name="T4" fmla="*/ 105 w 26"/>
                <a:gd name="T5" fmla="*/ 48 h 25"/>
                <a:gd name="T6" fmla="*/ 63 w 26"/>
                <a:gd name="T7" fmla="*/ 0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25">
                  <a:moveTo>
                    <a:pt x="8" y="3"/>
                  </a:moveTo>
                  <a:cubicBezTo>
                    <a:pt x="0" y="11"/>
                    <a:pt x="4" y="25"/>
                    <a:pt x="16" y="22"/>
                  </a:cubicBezTo>
                  <a:cubicBezTo>
                    <a:pt x="21" y="21"/>
                    <a:pt x="24" y="17"/>
                    <a:pt x="25" y="12"/>
                  </a:cubicBezTo>
                  <a:cubicBezTo>
                    <a:pt x="26" y="5"/>
                    <a:pt x="21" y="2"/>
                    <a:pt x="15" y="0"/>
                  </a:cubicBezTo>
                </a:path>
              </a:pathLst>
            </a:custGeom>
            <a:solidFill>
              <a:srgbClr val="6B2D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081" name="Freeform 568">
              <a:extLst>
                <a:ext uri="{FF2B5EF4-FFF2-40B4-BE49-F238E27FC236}">
                  <a16:creationId xmlns:a16="http://schemas.microsoft.com/office/drawing/2014/main" id="{AFEE1E48-808C-49A0-B148-4A59366798E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8" y="1551"/>
              <a:ext cx="61" cy="54"/>
            </a:xfrm>
            <a:custGeom>
              <a:avLst/>
              <a:gdLst>
                <a:gd name="T0" fmla="*/ 75 w 38"/>
                <a:gd name="T1" fmla="*/ 0 h 34"/>
                <a:gd name="T2" fmla="*/ 29 w 38"/>
                <a:gd name="T3" fmla="*/ 81 h 34"/>
                <a:gd name="T4" fmla="*/ 120 w 38"/>
                <a:gd name="T5" fmla="*/ 13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34">
                  <a:moveTo>
                    <a:pt x="18" y="0"/>
                  </a:moveTo>
                  <a:cubicBezTo>
                    <a:pt x="8" y="0"/>
                    <a:pt x="0" y="10"/>
                    <a:pt x="7" y="20"/>
                  </a:cubicBezTo>
                  <a:cubicBezTo>
                    <a:pt x="17" y="34"/>
                    <a:pt x="38" y="17"/>
                    <a:pt x="29" y="3"/>
                  </a:cubicBezTo>
                </a:path>
              </a:pathLst>
            </a:custGeom>
            <a:solidFill>
              <a:srgbClr val="6B2D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082" name="Freeform 569">
              <a:extLst>
                <a:ext uri="{FF2B5EF4-FFF2-40B4-BE49-F238E27FC236}">
                  <a16:creationId xmlns:a16="http://schemas.microsoft.com/office/drawing/2014/main" id="{03FA9C24-A4F8-47B5-BD85-FB84515775F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1" y="2120"/>
              <a:ext cx="13" cy="21"/>
            </a:xfrm>
            <a:custGeom>
              <a:avLst/>
              <a:gdLst>
                <a:gd name="T0" fmla="*/ 0 w 8"/>
                <a:gd name="T1" fmla="*/ 0 h 13"/>
                <a:gd name="T2" fmla="*/ 34 w 8"/>
                <a:gd name="T3" fmla="*/ 55 h 13"/>
                <a:gd name="T4" fmla="*/ 5 w 8"/>
                <a:gd name="T5" fmla="*/ 0 h 13"/>
                <a:gd name="T6" fmla="*/ 0 w 8"/>
                <a:gd name="T7" fmla="*/ 0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13">
                  <a:moveTo>
                    <a:pt x="0" y="0"/>
                  </a:moveTo>
                  <a:cubicBezTo>
                    <a:pt x="1" y="4"/>
                    <a:pt x="5" y="10"/>
                    <a:pt x="8" y="13"/>
                  </a:cubicBezTo>
                  <a:cubicBezTo>
                    <a:pt x="5" y="10"/>
                    <a:pt x="3" y="3"/>
                    <a:pt x="1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083" name="Freeform 570">
              <a:extLst>
                <a:ext uri="{FF2B5EF4-FFF2-40B4-BE49-F238E27FC236}">
                  <a16:creationId xmlns:a16="http://schemas.microsoft.com/office/drawing/2014/main" id="{CF742CEB-C5DA-4ED2-9585-DAD98243024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3" y="1522"/>
              <a:ext cx="4" cy="173"/>
            </a:xfrm>
            <a:custGeom>
              <a:avLst/>
              <a:gdLst>
                <a:gd name="T0" fmla="*/ 0 w 3"/>
                <a:gd name="T1" fmla="*/ 444 h 108"/>
                <a:gd name="T2" fmla="*/ 0 w 3"/>
                <a:gd name="T3" fmla="*/ 439 h 108"/>
                <a:gd name="T4" fmla="*/ 0 w 3"/>
                <a:gd name="T5" fmla="*/ 0 h 10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108">
                  <a:moveTo>
                    <a:pt x="0" y="108"/>
                  </a:moveTo>
                  <a:cubicBezTo>
                    <a:pt x="0" y="107"/>
                    <a:pt x="0" y="107"/>
                    <a:pt x="0" y="107"/>
                  </a:cubicBezTo>
                  <a:cubicBezTo>
                    <a:pt x="2" y="71"/>
                    <a:pt x="3" y="7"/>
                    <a:pt x="0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084" name="Freeform 571">
              <a:extLst>
                <a:ext uri="{FF2B5EF4-FFF2-40B4-BE49-F238E27FC236}">
                  <a16:creationId xmlns:a16="http://schemas.microsoft.com/office/drawing/2014/main" id="{2DD75381-3480-4DEA-87FF-C537828597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6" y="1560"/>
              <a:ext cx="3" cy="5"/>
            </a:xfrm>
            <a:custGeom>
              <a:avLst/>
              <a:gdLst>
                <a:gd name="T0" fmla="*/ 0 w 2"/>
                <a:gd name="T1" fmla="*/ 13 h 3"/>
                <a:gd name="T2" fmla="*/ 8 w 2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3">
                  <a:moveTo>
                    <a:pt x="0" y="3"/>
                  </a:moveTo>
                  <a:cubicBezTo>
                    <a:pt x="1" y="2"/>
                    <a:pt x="1" y="1"/>
                    <a:pt x="2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085" name="Freeform 572">
              <a:extLst>
                <a:ext uri="{FF2B5EF4-FFF2-40B4-BE49-F238E27FC236}">
                  <a16:creationId xmlns:a16="http://schemas.microsoft.com/office/drawing/2014/main" id="{A1B63606-6D3E-43E0-A6A5-BC6E038D13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7" y="1551"/>
              <a:ext cx="37" cy="38"/>
            </a:xfrm>
            <a:custGeom>
              <a:avLst/>
              <a:gdLst>
                <a:gd name="T0" fmla="*/ 47 w 23"/>
                <a:gd name="T1" fmla="*/ 0 h 24"/>
                <a:gd name="T2" fmla="*/ 97 w 23"/>
                <a:gd name="T3" fmla="*/ 48 h 24"/>
                <a:gd name="T4" fmla="*/ 47 w 23"/>
                <a:gd name="T5" fmla="*/ 95 h 24"/>
                <a:gd name="T6" fmla="*/ 0 w 23"/>
                <a:gd name="T7" fmla="*/ 68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24">
                  <a:moveTo>
                    <a:pt x="11" y="0"/>
                  </a:moveTo>
                  <a:cubicBezTo>
                    <a:pt x="18" y="0"/>
                    <a:pt x="23" y="6"/>
                    <a:pt x="23" y="12"/>
                  </a:cubicBezTo>
                  <a:cubicBezTo>
                    <a:pt x="23" y="19"/>
                    <a:pt x="18" y="24"/>
                    <a:pt x="11" y="24"/>
                  </a:cubicBezTo>
                  <a:cubicBezTo>
                    <a:pt x="6" y="24"/>
                    <a:pt x="2" y="22"/>
                    <a:pt x="0" y="17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086" name="Oval 573">
              <a:extLst>
                <a:ext uri="{FF2B5EF4-FFF2-40B4-BE49-F238E27FC236}">
                  <a16:creationId xmlns:a16="http://schemas.microsoft.com/office/drawing/2014/main" id="{3EB73174-A02C-4C12-9E23-D8456E54AB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90" y="1565"/>
              <a:ext cx="10" cy="11"/>
            </a:xfrm>
            <a:prstGeom prst="ellipse">
              <a:avLst/>
            </a:prstGeom>
            <a:noFill/>
            <a:ln w="635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087" name="Freeform 574">
              <a:extLst>
                <a:ext uri="{FF2B5EF4-FFF2-40B4-BE49-F238E27FC236}">
                  <a16:creationId xmlns:a16="http://schemas.microsoft.com/office/drawing/2014/main" id="{7FE96612-4756-4970-BA3F-F320D1A685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3" y="1280"/>
              <a:ext cx="178" cy="20"/>
            </a:xfrm>
            <a:custGeom>
              <a:avLst/>
              <a:gdLst>
                <a:gd name="T0" fmla="*/ 0 w 110"/>
                <a:gd name="T1" fmla="*/ 5 h 12"/>
                <a:gd name="T2" fmla="*/ 47 w 110"/>
                <a:gd name="T3" fmla="*/ 8 h 12"/>
                <a:gd name="T4" fmla="*/ 94 w 110"/>
                <a:gd name="T5" fmla="*/ 13 h 12"/>
                <a:gd name="T6" fmla="*/ 254 w 110"/>
                <a:gd name="T7" fmla="*/ 37 h 12"/>
                <a:gd name="T8" fmla="*/ 314 w 110"/>
                <a:gd name="T9" fmla="*/ 47 h 12"/>
                <a:gd name="T10" fmla="*/ 466 w 110"/>
                <a:gd name="T11" fmla="*/ 47 h 12"/>
                <a:gd name="T12" fmla="*/ 314 w 110"/>
                <a:gd name="T13" fmla="*/ 37 h 12"/>
                <a:gd name="T14" fmla="*/ 254 w 110"/>
                <a:gd name="T15" fmla="*/ 28 h 12"/>
                <a:gd name="T16" fmla="*/ 94 w 110"/>
                <a:gd name="T17" fmla="*/ 5 h 12"/>
                <a:gd name="T18" fmla="*/ 47 w 110"/>
                <a:gd name="T19" fmla="*/ 0 h 12"/>
                <a:gd name="T20" fmla="*/ 0 w 110"/>
                <a:gd name="T21" fmla="*/ 5 h 1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10" h="12">
                  <a:moveTo>
                    <a:pt x="0" y="1"/>
                  </a:moveTo>
                  <a:cubicBezTo>
                    <a:pt x="11" y="2"/>
                    <a:pt x="11" y="2"/>
                    <a:pt x="11" y="2"/>
                  </a:cubicBezTo>
                  <a:cubicBezTo>
                    <a:pt x="16" y="3"/>
                    <a:pt x="21" y="3"/>
                    <a:pt x="22" y="3"/>
                  </a:cubicBezTo>
                  <a:cubicBezTo>
                    <a:pt x="35" y="4"/>
                    <a:pt x="49" y="6"/>
                    <a:pt x="60" y="8"/>
                  </a:cubicBezTo>
                  <a:cubicBezTo>
                    <a:pt x="74" y="10"/>
                    <a:pt x="74" y="10"/>
                    <a:pt x="74" y="10"/>
                  </a:cubicBezTo>
                  <a:cubicBezTo>
                    <a:pt x="86" y="12"/>
                    <a:pt x="101" y="11"/>
                    <a:pt x="110" y="10"/>
                  </a:cubicBezTo>
                  <a:cubicBezTo>
                    <a:pt x="101" y="11"/>
                    <a:pt x="86" y="10"/>
                    <a:pt x="74" y="8"/>
                  </a:cubicBezTo>
                  <a:cubicBezTo>
                    <a:pt x="60" y="6"/>
                    <a:pt x="60" y="6"/>
                    <a:pt x="60" y="6"/>
                  </a:cubicBezTo>
                  <a:cubicBezTo>
                    <a:pt x="49" y="4"/>
                    <a:pt x="35" y="2"/>
                    <a:pt x="22" y="1"/>
                  </a:cubicBezTo>
                  <a:cubicBezTo>
                    <a:pt x="21" y="1"/>
                    <a:pt x="16" y="1"/>
                    <a:pt x="11" y="0"/>
                  </a:cubicBezTo>
                  <a:cubicBezTo>
                    <a:pt x="11" y="0"/>
                    <a:pt x="0" y="1"/>
                    <a:pt x="0" y="1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088" name="Freeform 575">
              <a:extLst>
                <a:ext uri="{FF2B5EF4-FFF2-40B4-BE49-F238E27FC236}">
                  <a16:creationId xmlns:a16="http://schemas.microsoft.com/office/drawing/2014/main" id="{10B4F989-6905-4054-9805-334F797BCB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5" y="1216"/>
              <a:ext cx="82" cy="80"/>
            </a:xfrm>
            <a:custGeom>
              <a:avLst/>
              <a:gdLst>
                <a:gd name="T0" fmla="*/ 103 w 51"/>
                <a:gd name="T1" fmla="*/ 192 h 50"/>
                <a:gd name="T2" fmla="*/ 90 w 51"/>
                <a:gd name="T3" fmla="*/ 197 h 50"/>
                <a:gd name="T4" fmla="*/ 80 w 51"/>
                <a:gd name="T5" fmla="*/ 192 h 50"/>
                <a:gd name="T6" fmla="*/ 0 w 51"/>
                <a:gd name="T7" fmla="*/ 90 h 50"/>
                <a:gd name="T8" fmla="*/ 80 w 51"/>
                <a:gd name="T9" fmla="*/ 200 h 50"/>
                <a:gd name="T10" fmla="*/ 90 w 51"/>
                <a:gd name="T11" fmla="*/ 205 h 50"/>
                <a:gd name="T12" fmla="*/ 103 w 51"/>
                <a:gd name="T13" fmla="*/ 200 h 50"/>
                <a:gd name="T14" fmla="*/ 212 w 51"/>
                <a:gd name="T15" fmla="*/ 0 h 50"/>
                <a:gd name="T16" fmla="*/ 103 w 51"/>
                <a:gd name="T17" fmla="*/ 192 h 5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1" h="50">
                  <a:moveTo>
                    <a:pt x="25" y="47"/>
                  </a:moveTo>
                  <a:cubicBezTo>
                    <a:pt x="22" y="48"/>
                    <a:pt x="22" y="48"/>
                    <a:pt x="22" y="48"/>
                  </a:cubicBezTo>
                  <a:cubicBezTo>
                    <a:pt x="19" y="47"/>
                    <a:pt x="19" y="47"/>
                    <a:pt x="19" y="47"/>
                  </a:cubicBezTo>
                  <a:cubicBezTo>
                    <a:pt x="15" y="47"/>
                    <a:pt x="7" y="37"/>
                    <a:pt x="0" y="22"/>
                  </a:cubicBezTo>
                  <a:cubicBezTo>
                    <a:pt x="3" y="28"/>
                    <a:pt x="11" y="48"/>
                    <a:pt x="19" y="49"/>
                  </a:cubicBezTo>
                  <a:cubicBezTo>
                    <a:pt x="22" y="50"/>
                    <a:pt x="22" y="50"/>
                    <a:pt x="22" y="50"/>
                  </a:cubicBezTo>
                  <a:cubicBezTo>
                    <a:pt x="25" y="49"/>
                    <a:pt x="25" y="49"/>
                    <a:pt x="25" y="49"/>
                  </a:cubicBezTo>
                  <a:cubicBezTo>
                    <a:pt x="36" y="48"/>
                    <a:pt x="47" y="19"/>
                    <a:pt x="51" y="0"/>
                  </a:cubicBezTo>
                  <a:cubicBezTo>
                    <a:pt x="47" y="20"/>
                    <a:pt x="34" y="46"/>
                    <a:pt x="25" y="47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089" name="Freeform 576">
              <a:extLst>
                <a:ext uri="{FF2B5EF4-FFF2-40B4-BE49-F238E27FC236}">
                  <a16:creationId xmlns:a16="http://schemas.microsoft.com/office/drawing/2014/main" id="{1D01A9D8-0ECC-4BE4-856D-BC6BCD8BC2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9" y="2168"/>
              <a:ext cx="47" cy="18"/>
            </a:xfrm>
            <a:custGeom>
              <a:avLst/>
              <a:gdLst>
                <a:gd name="T0" fmla="*/ 0 w 29"/>
                <a:gd name="T1" fmla="*/ 43 h 11"/>
                <a:gd name="T2" fmla="*/ 60 w 29"/>
                <a:gd name="T3" fmla="*/ 0 h 11"/>
                <a:gd name="T4" fmla="*/ 123 w 29"/>
                <a:gd name="T5" fmla="*/ 47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11">
                  <a:moveTo>
                    <a:pt x="0" y="10"/>
                  </a:moveTo>
                  <a:cubicBezTo>
                    <a:pt x="7" y="2"/>
                    <a:pt x="8" y="0"/>
                    <a:pt x="14" y="0"/>
                  </a:cubicBezTo>
                  <a:cubicBezTo>
                    <a:pt x="21" y="0"/>
                    <a:pt x="22" y="2"/>
                    <a:pt x="29" y="11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090" name="Freeform 577">
              <a:extLst>
                <a:ext uri="{FF2B5EF4-FFF2-40B4-BE49-F238E27FC236}">
                  <a16:creationId xmlns:a16="http://schemas.microsoft.com/office/drawing/2014/main" id="{DACE1450-7BE2-4C37-933F-EFC7FB5FC7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7" y="2178"/>
              <a:ext cx="31" cy="15"/>
            </a:xfrm>
            <a:custGeom>
              <a:avLst/>
              <a:gdLst>
                <a:gd name="T0" fmla="*/ 0 w 19"/>
                <a:gd name="T1" fmla="*/ 0 h 9"/>
                <a:gd name="T2" fmla="*/ 83 w 19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9">
                  <a:moveTo>
                    <a:pt x="0" y="0"/>
                  </a:moveTo>
                  <a:cubicBezTo>
                    <a:pt x="2" y="9"/>
                    <a:pt x="16" y="9"/>
                    <a:pt x="19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091" name="Freeform 578">
              <a:extLst>
                <a:ext uri="{FF2B5EF4-FFF2-40B4-BE49-F238E27FC236}">
                  <a16:creationId xmlns:a16="http://schemas.microsoft.com/office/drawing/2014/main" id="{A4078273-4EC5-4467-A678-81A1D8CB50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3" y="971"/>
              <a:ext cx="100" cy="49"/>
            </a:xfrm>
            <a:custGeom>
              <a:avLst/>
              <a:gdLst>
                <a:gd name="T0" fmla="*/ 211 w 62"/>
                <a:gd name="T1" fmla="*/ 8 h 30"/>
                <a:gd name="T2" fmla="*/ 239 w 62"/>
                <a:gd name="T3" fmla="*/ 91 h 30"/>
                <a:gd name="T4" fmla="*/ 198 w 62"/>
                <a:gd name="T5" fmla="*/ 96 h 30"/>
                <a:gd name="T6" fmla="*/ 137 w 62"/>
                <a:gd name="T7" fmla="*/ 126 h 30"/>
                <a:gd name="T8" fmla="*/ 118 w 62"/>
                <a:gd name="T9" fmla="*/ 126 h 30"/>
                <a:gd name="T10" fmla="*/ 63 w 62"/>
                <a:gd name="T11" fmla="*/ 91 h 30"/>
                <a:gd name="T12" fmla="*/ 21 w 62"/>
                <a:gd name="T13" fmla="*/ 88 h 30"/>
                <a:gd name="T14" fmla="*/ 50 w 62"/>
                <a:gd name="T15" fmla="*/ 5 h 30"/>
                <a:gd name="T16" fmla="*/ 16 w 62"/>
                <a:gd name="T17" fmla="*/ 47 h 30"/>
                <a:gd name="T18" fmla="*/ 47 w 62"/>
                <a:gd name="T19" fmla="*/ 91 h 30"/>
                <a:gd name="T20" fmla="*/ 84 w 62"/>
                <a:gd name="T21" fmla="*/ 105 h 30"/>
                <a:gd name="T22" fmla="*/ 190 w 62"/>
                <a:gd name="T23" fmla="*/ 96 h 30"/>
                <a:gd name="T24" fmla="*/ 213 w 62"/>
                <a:gd name="T25" fmla="*/ 91 h 30"/>
                <a:gd name="T26" fmla="*/ 239 w 62"/>
                <a:gd name="T27" fmla="*/ 69 h 30"/>
                <a:gd name="T28" fmla="*/ 211 w 62"/>
                <a:gd name="T29" fmla="*/ 8 h 3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62" h="30">
                  <a:moveTo>
                    <a:pt x="50" y="2"/>
                  </a:moveTo>
                  <a:cubicBezTo>
                    <a:pt x="55" y="1"/>
                    <a:pt x="62" y="13"/>
                    <a:pt x="57" y="21"/>
                  </a:cubicBezTo>
                  <a:cubicBezTo>
                    <a:pt x="52" y="26"/>
                    <a:pt x="50" y="21"/>
                    <a:pt x="47" y="22"/>
                  </a:cubicBezTo>
                  <a:cubicBezTo>
                    <a:pt x="44" y="23"/>
                    <a:pt x="40" y="27"/>
                    <a:pt x="33" y="29"/>
                  </a:cubicBezTo>
                  <a:cubicBezTo>
                    <a:pt x="30" y="29"/>
                    <a:pt x="30" y="29"/>
                    <a:pt x="28" y="29"/>
                  </a:cubicBezTo>
                  <a:cubicBezTo>
                    <a:pt x="20" y="27"/>
                    <a:pt x="18" y="22"/>
                    <a:pt x="15" y="21"/>
                  </a:cubicBezTo>
                  <a:cubicBezTo>
                    <a:pt x="11" y="20"/>
                    <a:pt x="9" y="25"/>
                    <a:pt x="5" y="20"/>
                  </a:cubicBezTo>
                  <a:cubicBezTo>
                    <a:pt x="0" y="12"/>
                    <a:pt x="7" y="0"/>
                    <a:pt x="12" y="1"/>
                  </a:cubicBezTo>
                  <a:cubicBezTo>
                    <a:pt x="12" y="1"/>
                    <a:pt x="6" y="3"/>
                    <a:pt x="4" y="11"/>
                  </a:cubicBezTo>
                  <a:cubicBezTo>
                    <a:pt x="3" y="20"/>
                    <a:pt x="7" y="22"/>
                    <a:pt x="11" y="21"/>
                  </a:cubicBezTo>
                  <a:cubicBezTo>
                    <a:pt x="14" y="20"/>
                    <a:pt x="15" y="19"/>
                    <a:pt x="20" y="24"/>
                  </a:cubicBezTo>
                  <a:cubicBezTo>
                    <a:pt x="25" y="29"/>
                    <a:pt x="33" y="30"/>
                    <a:pt x="45" y="22"/>
                  </a:cubicBezTo>
                  <a:cubicBezTo>
                    <a:pt x="48" y="20"/>
                    <a:pt x="49" y="21"/>
                    <a:pt x="51" y="21"/>
                  </a:cubicBezTo>
                  <a:cubicBezTo>
                    <a:pt x="52" y="22"/>
                    <a:pt x="56" y="23"/>
                    <a:pt x="57" y="16"/>
                  </a:cubicBezTo>
                  <a:cubicBezTo>
                    <a:pt x="58" y="9"/>
                    <a:pt x="53" y="3"/>
                    <a:pt x="50" y="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092" name="Freeform 579">
              <a:extLst>
                <a:ext uri="{FF2B5EF4-FFF2-40B4-BE49-F238E27FC236}">
                  <a16:creationId xmlns:a16="http://schemas.microsoft.com/office/drawing/2014/main" id="{18CC9A5B-9A37-4253-93B3-03A80DC718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0" y="873"/>
              <a:ext cx="66" cy="13"/>
            </a:xfrm>
            <a:custGeom>
              <a:avLst/>
              <a:gdLst>
                <a:gd name="T0" fmla="*/ 0 w 41"/>
                <a:gd name="T1" fmla="*/ 34 h 8"/>
                <a:gd name="T2" fmla="*/ 171 w 41"/>
                <a:gd name="T3" fmla="*/ 21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1" h="8">
                  <a:moveTo>
                    <a:pt x="0" y="8"/>
                  </a:moveTo>
                  <a:cubicBezTo>
                    <a:pt x="17" y="0"/>
                    <a:pt x="30" y="2"/>
                    <a:pt x="41" y="5"/>
                  </a:cubicBez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093" name="Freeform 580">
              <a:extLst>
                <a:ext uri="{FF2B5EF4-FFF2-40B4-BE49-F238E27FC236}">
                  <a16:creationId xmlns:a16="http://schemas.microsoft.com/office/drawing/2014/main" id="{00DDC012-DC83-429F-97C0-549D441324F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0" y="873"/>
              <a:ext cx="65" cy="13"/>
            </a:xfrm>
            <a:custGeom>
              <a:avLst/>
              <a:gdLst>
                <a:gd name="T0" fmla="*/ 172 w 40"/>
                <a:gd name="T1" fmla="*/ 34 h 8"/>
                <a:gd name="T2" fmla="*/ 0 w 40"/>
                <a:gd name="T3" fmla="*/ 21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0" h="8">
                  <a:moveTo>
                    <a:pt x="40" y="8"/>
                  </a:moveTo>
                  <a:cubicBezTo>
                    <a:pt x="23" y="0"/>
                    <a:pt x="11" y="2"/>
                    <a:pt x="0" y="5"/>
                  </a:cubicBez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094" name="Freeform 581">
              <a:extLst>
                <a:ext uri="{FF2B5EF4-FFF2-40B4-BE49-F238E27FC236}">
                  <a16:creationId xmlns:a16="http://schemas.microsoft.com/office/drawing/2014/main" id="{3CA9439E-1B3F-4F19-A2CC-D61DC71571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5" y="897"/>
              <a:ext cx="66" cy="26"/>
            </a:xfrm>
            <a:custGeom>
              <a:avLst/>
              <a:gdLst>
                <a:gd name="T0" fmla="*/ 0 w 41"/>
                <a:gd name="T1" fmla="*/ 34 h 16"/>
                <a:gd name="T2" fmla="*/ 76 w 41"/>
                <a:gd name="T3" fmla="*/ 5 h 16"/>
                <a:gd name="T4" fmla="*/ 150 w 41"/>
                <a:gd name="T5" fmla="*/ 34 h 16"/>
                <a:gd name="T6" fmla="*/ 145 w 41"/>
                <a:gd name="T7" fmla="*/ 55 h 16"/>
                <a:gd name="T8" fmla="*/ 89 w 41"/>
                <a:gd name="T9" fmla="*/ 63 h 16"/>
                <a:gd name="T10" fmla="*/ 0 w 41"/>
                <a:gd name="T11" fmla="*/ 34 h 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1" h="16">
                  <a:moveTo>
                    <a:pt x="0" y="8"/>
                  </a:moveTo>
                  <a:cubicBezTo>
                    <a:pt x="5" y="5"/>
                    <a:pt x="7" y="1"/>
                    <a:pt x="18" y="1"/>
                  </a:cubicBezTo>
                  <a:cubicBezTo>
                    <a:pt x="29" y="0"/>
                    <a:pt x="34" y="7"/>
                    <a:pt x="36" y="8"/>
                  </a:cubicBezTo>
                  <a:cubicBezTo>
                    <a:pt x="41" y="9"/>
                    <a:pt x="38" y="12"/>
                    <a:pt x="35" y="13"/>
                  </a:cubicBezTo>
                  <a:cubicBezTo>
                    <a:pt x="33" y="13"/>
                    <a:pt x="25" y="13"/>
                    <a:pt x="21" y="15"/>
                  </a:cubicBezTo>
                  <a:cubicBezTo>
                    <a:pt x="18" y="16"/>
                    <a:pt x="8" y="13"/>
                    <a:pt x="0" y="8"/>
                  </a:cubicBezTo>
                  <a:close/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095" name="Freeform 582">
              <a:extLst>
                <a:ext uri="{FF2B5EF4-FFF2-40B4-BE49-F238E27FC236}">
                  <a16:creationId xmlns:a16="http://schemas.microsoft.com/office/drawing/2014/main" id="{EAC420E7-7634-44F6-9777-436653D7FC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4" y="875"/>
              <a:ext cx="16" cy="30"/>
            </a:xfrm>
            <a:custGeom>
              <a:avLst/>
              <a:gdLst>
                <a:gd name="T0" fmla="*/ 42 w 10"/>
                <a:gd name="T1" fmla="*/ 74 h 19"/>
                <a:gd name="T2" fmla="*/ 0 w 10"/>
                <a:gd name="T3" fmla="*/ 47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9">
                  <a:moveTo>
                    <a:pt x="10" y="19"/>
                  </a:moveTo>
                  <a:cubicBezTo>
                    <a:pt x="8" y="12"/>
                    <a:pt x="2" y="0"/>
                    <a:pt x="0" y="12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096" name="Freeform 583">
              <a:extLst>
                <a:ext uri="{FF2B5EF4-FFF2-40B4-BE49-F238E27FC236}">
                  <a16:creationId xmlns:a16="http://schemas.microsoft.com/office/drawing/2014/main" id="{73B8C36E-4453-4FAA-8301-6F6389FB598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5" y="934"/>
              <a:ext cx="13" cy="34"/>
            </a:xfrm>
            <a:custGeom>
              <a:avLst/>
              <a:gdLst>
                <a:gd name="T0" fmla="*/ 8 w 8"/>
                <a:gd name="T1" fmla="*/ 0 h 21"/>
                <a:gd name="T2" fmla="*/ 8 w 8"/>
                <a:gd name="T3" fmla="*/ 47 h 21"/>
                <a:gd name="T4" fmla="*/ 26 w 8"/>
                <a:gd name="T5" fmla="*/ 89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21">
                  <a:moveTo>
                    <a:pt x="2" y="0"/>
                  </a:moveTo>
                  <a:cubicBezTo>
                    <a:pt x="0" y="2"/>
                    <a:pt x="1" y="5"/>
                    <a:pt x="2" y="11"/>
                  </a:cubicBezTo>
                  <a:cubicBezTo>
                    <a:pt x="4" y="17"/>
                    <a:pt x="8" y="14"/>
                    <a:pt x="6" y="21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097" name="Freeform 584">
              <a:extLst>
                <a:ext uri="{FF2B5EF4-FFF2-40B4-BE49-F238E27FC236}">
                  <a16:creationId xmlns:a16="http://schemas.microsoft.com/office/drawing/2014/main" id="{908B0391-BBF6-4BA8-AB28-8E0D0410A9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7" y="893"/>
              <a:ext cx="9" cy="20"/>
            </a:xfrm>
            <a:custGeom>
              <a:avLst/>
              <a:gdLst>
                <a:gd name="T0" fmla="*/ 23 w 5"/>
                <a:gd name="T1" fmla="*/ 0 h 13"/>
                <a:gd name="T2" fmla="*/ 0 w 5"/>
                <a:gd name="T3" fmla="*/ 48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3">
                  <a:moveTo>
                    <a:pt x="4" y="0"/>
                  </a:moveTo>
                  <a:cubicBezTo>
                    <a:pt x="5" y="2"/>
                    <a:pt x="0" y="7"/>
                    <a:pt x="0" y="13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098" name="Freeform 585">
              <a:extLst>
                <a:ext uri="{FF2B5EF4-FFF2-40B4-BE49-F238E27FC236}">
                  <a16:creationId xmlns:a16="http://schemas.microsoft.com/office/drawing/2014/main" id="{52F559A0-45FF-413A-AEA5-EC08A452CD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5" y="968"/>
              <a:ext cx="9" cy="32"/>
            </a:xfrm>
            <a:custGeom>
              <a:avLst/>
              <a:gdLst>
                <a:gd name="T0" fmla="*/ 0 w 6"/>
                <a:gd name="T1" fmla="*/ 0 h 20"/>
                <a:gd name="T2" fmla="*/ 21 w 6"/>
                <a:gd name="T3" fmla="*/ 82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0">
                  <a:moveTo>
                    <a:pt x="0" y="0"/>
                  </a:moveTo>
                  <a:cubicBezTo>
                    <a:pt x="1" y="6"/>
                    <a:pt x="2" y="10"/>
                    <a:pt x="6" y="2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099" name="Oval 586">
              <a:extLst>
                <a:ext uri="{FF2B5EF4-FFF2-40B4-BE49-F238E27FC236}">
                  <a16:creationId xmlns:a16="http://schemas.microsoft.com/office/drawing/2014/main" id="{F0E5F8B8-00D6-40DF-8FE7-EDD26A6DEF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11" y="905"/>
              <a:ext cx="6" cy="7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100" name="Oval 587">
              <a:extLst>
                <a:ext uri="{FF2B5EF4-FFF2-40B4-BE49-F238E27FC236}">
                  <a16:creationId xmlns:a16="http://schemas.microsoft.com/office/drawing/2014/main" id="{09886E6F-5F64-4E24-97D1-01BE34B76E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11" y="905"/>
              <a:ext cx="6" cy="7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101" name="Freeform 588">
              <a:extLst>
                <a:ext uri="{FF2B5EF4-FFF2-40B4-BE49-F238E27FC236}">
                  <a16:creationId xmlns:a16="http://schemas.microsoft.com/office/drawing/2014/main" id="{4290C52B-7319-4F7D-AE56-76C7B483FD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7" y="897"/>
              <a:ext cx="66" cy="26"/>
            </a:xfrm>
            <a:custGeom>
              <a:avLst/>
              <a:gdLst>
                <a:gd name="T0" fmla="*/ 171 w 41"/>
                <a:gd name="T1" fmla="*/ 34 h 16"/>
                <a:gd name="T2" fmla="*/ 97 w 41"/>
                <a:gd name="T3" fmla="*/ 5 h 16"/>
                <a:gd name="T4" fmla="*/ 21 w 41"/>
                <a:gd name="T5" fmla="*/ 34 h 16"/>
                <a:gd name="T6" fmla="*/ 21 w 41"/>
                <a:gd name="T7" fmla="*/ 55 h 16"/>
                <a:gd name="T8" fmla="*/ 84 w 41"/>
                <a:gd name="T9" fmla="*/ 63 h 16"/>
                <a:gd name="T10" fmla="*/ 171 w 41"/>
                <a:gd name="T11" fmla="*/ 34 h 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1" h="16">
                  <a:moveTo>
                    <a:pt x="41" y="8"/>
                  </a:moveTo>
                  <a:cubicBezTo>
                    <a:pt x="36" y="5"/>
                    <a:pt x="34" y="1"/>
                    <a:pt x="23" y="1"/>
                  </a:cubicBezTo>
                  <a:cubicBezTo>
                    <a:pt x="12" y="0"/>
                    <a:pt x="7" y="7"/>
                    <a:pt x="5" y="8"/>
                  </a:cubicBezTo>
                  <a:cubicBezTo>
                    <a:pt x="0" y="9"/>
                    <a:pt x="3" y="12"/>
                    <a:pt x="5" y="13"/>
                  </a:cubicBezTo>
                  <a:cubicBezTo>
                    <a:pt x="8" y="13"/>
                    <a:pt x="16" y="13"/>
                    <a:pt x="20" y="15"/>
                  </a:cubicBezTo>
                  <a:cubicBezTo>
                    <a:pt x="23" y="16"/>
                    <a:pt x="33" y="13"/>
                    <a:pt x="41" y="8"/>
                  </a:cubicBezTo>
                  <a:close/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102" name="Freeform 589">
              <a:extLst>
                <a:ext uri="{FF2B5EF4-FFF2-40B4-BE49-F238E27FC236}">
                  <a16:creationId xmlns:a16="http://schemas.microsoft.com/office/drawing/2014/main" id="{756DDD29-9333-4C55-82B0-5C924BBDC8F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9" y="875"/>
              <a:ext cx="17" cy="30"/>
            </a:xfrm>
            <a:custGeom>
              <a:avLst/>
              <a:gdLst>
                <a:gd name="T0" fmla="*/ 0 w 10"/>
                <a:gd name="T1" fmla="*/ 74 h 19"/>
                <a:gd name="T2" fmla="*/ 49 w 10"/>
                <a:gd name="T3" fmla="*/ 47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9">
                  <a:moveTo>
                    <a:pt x="0" y="19"/>
                  </a:moveTo>
                  <a:cubicBezTo>
                    <a:pt x="2" y="12"/>
                    <a:pt x="8" y="0"/>
                    <a:pt x="10" y="12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103" name="Freeform 590">
              <a:extLst>
                <a:ext uri="{FF2B5EF4-FFF2-40B4-BE49-F238E27FC236}">
                  <a16:creationId xmlns:a16="http://schemas.microsoft.com/office/drawing/2014/main" id="{64327B0C-F118-461C-8911-85FFD8DA69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2" y="934"/>
              <a:ext cx="11" cy="34"/>
            </a:xfrm>
            <a:custGeom>
              <a:avLst/>
              <a:gdLst>
                <a:gd name="T0" fmla="*/ 20 w 7"/>
                <a:gd name="T1" fmla="*/ 0 h 21"/>
                <a:gd name="T2" fmla="*/ 20 w 7"/>
                <a:gd name="T3" fmla="*/ 47 h 21"/>
                <a:gd name="T4" fmla="*/ 8 w 7"/>
                <a:gd name="T5" fmla="*/ 89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21">
                  <a:moveTo>
                    <a:pt x="5" y="0"/>
                  </a:moveTo>
                  <a:cubicBezTo>
                    <a:pt x="7" y="2"/>
                    <a:pt x="7" y="5"/>
                    <a:pt x="5" y="11"/>
                  </a:cubicBezTo>
                  <a:cubicBezTo>
                    <a:pt x="4" y="17"/>
                    <a:pt x="0" y="14"/>
                    <a:pt x="2" y="21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104" name="Freeform 591">
              <a:extLst>
                <a:ext uri="{FF2B5EF4-FFF2-40B4-BE49-F238E27FC236}">
                  <a16:creationId xmlns:a16="http://schemas.microsoft.com/office/drawing/2014/main" id="{D66F5572-81D1-4ADB-B51B-845B2165C6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4" y="893"/>
              <a:ext cx="8" cy="20"/>
            </a:xfrm>
            <a:custGeom>
              <a:avLst/>
              <a:gdLst>
                <a:gd name="T0" fmla="*/ 5 w 5"/>
                <a:gd name="T1" fmla="*/ 0 h 13"/>
                <a:gd name="T2" fmla="*/ 21 w 5"/>
                <a:gd name="T3" fmla="*/ 48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3">
                  <a:moveTo>
                    <a:pt x="1" y="0"/>
                  </a:moveTo>
                  <a:cubicBezTo>
                    <a:pt x="0" y="2"/>
                    <a:pt x="5" y="7"/>
                    <a:pt x="5" y="13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105" name="Freeform 592">
              <a:extLst>
                <a:ext uri="{FF2B5EF4-FFF2-40B4-BE49-F238E27FC236}">
                  <a16:creationId xmlns:a16="http://schemas.microsoft.com/office/drawing/2014/main" id="{4E53FF8B-8961-42AC-A32D-3E9E6A3C84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5" y="965"/>
              <a:ext cx="7" cy="37"/>
            </a:xfrm>
            <a:custGeom>
              <a:avLst/>
              <a:gdLst>
                <a:gd name="T0" fmla="*/ 21 w 4"/>
                <a:gd name="T1" fmla="*/ 0 h 23"/>
                <a:gd name="T2" fmla="*/ 0 w 4"/>
                <a:gd name="T3" fmla="*/ 97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3">
                  <a:moveTo>
                    <a:pt x="4" y="0"/>
                  </a:moveTo>
                  <a:cubicBezTo>
                    <a:pt x="2" y="8"/>
                    <a:pt x="4" y="11"/>
                    <a:pt x="0" y="23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106" name="Oval 593">
              <a:extLst>
                <a:ext uri="{FF2B5EF4-FFF2-40B4-BE49-F238E27FC236}">
                  <a16:creationId xmlns:a16="http://schemas.microsoft.com/office/drawing/2014/main" id="{17C978A9-BC0E-4003-BE94-60EF0CD219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51" y="905"/>
              <a:ext cx="6" cy="7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107" name="Oval 594">
              <a:extLst>
                <a:ext uri="{FF2B5EF4-FFF2-40B4-BE49-F238E27FC236}">
                  <a16:creationId xmlns:a16="http://schemas.microsoft.com/office/drawing/2014/main" id="{572E2B0B-BA18-49E4-81DF-69651FC60F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51" y="905"/>
              <a:ext cx="6" cy="7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108" name="Freeform 595">
              <a:extLst>
                <a:ext uri="{FF2B5EF4-FFF2-40B4-BE49-F238E27FC236}">
                  <a16:creationId xmlns:a16="http://schemas.microsoft.com/office/drawing/2014/main" id="{EB094B66-D4C2-4CFA-8C0B-74019C30D3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2" y="2538"/>
              <a:ext cx="9" cy="139"/>
            </a:xfrm>
            <a:custGeom>
              <a:avLst/>
              <a:gdLst>
                <a:gd name="T0" fmla="*/ 0 w 6"/>
                <a:gd name="T1" fmla="*/ 0 h 86"/>
                <a:gd name="T2" fmla="*/ 5 w 6"/>
                <a:gd name="T3" fmla="*/ 152 h 86"/>
                <a:gd name="T4" fmla="*/ 14 w 6"/>
                <a:gd name="T5" fmla="*/ 364 h 8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86">
                  <a:moveTo>
                    <a:pt x="0" y="0"/>
                  </a:moveTo>
                  <a:cubicBezTo>
                    <a:pt x="0" y="11"/>
                    <a:pt x="1" y="30"/>
                    <a:pt x="1" y="36"/>
                  </a:cubicBezTo>
                  <a:cubicBezTo>
                    <a:pt x="1" y="44"/>
                    <a:pt x="6" y="79"/>
                    <a:pt x="4" y="86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109" name="Freeform 596">
              <a:extLst>
                <a:ext uri="{FF2B5EF4-FFF2-40B4-BE49-F238E27FC236}">
                  <a16:creationId xmlns:a16="http://schemas.microsoft.com/office/drawing/2014/main" id="{059BC5EC-108C-490E-88FA-4C749B6AC7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5" y="2547"/>
              <a:ext cx="5" cy="123"/>
            </a:xfrm>
            <a:custGeom>
              <a:avLst/>
              <a:gdLst>
                <a:gd name="T0" fmla="*/ 13 w 3"/>
                <a:gd name="T1" fmla="*/ 0 h 77"/>
                <a:gd name="T2" fmla="*/ 5 w 3"/>
                <a:gd name="T3" fmla="*/ 110 h 77"/>
                <a:gd name="T4" fmla="*/ 13 w 3"/>
                <a:gd name="T5" fmla="*/ 313 h 7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77">
                  <a:moveTo>
                    <a:pt x="3" y="0"/>
                  </a:moveTo>
                  <a:cubicBezTo>
                    <a:pt x="2" y="8"/>
                    <a:pt x="1" y="19"/>
                    <a:pt x="1" y="27"/>
                  </a:cubicBezTo>
                  <a:cubicBezTo>
                    <a:pt x="0" y="38"/>
                    <a:pt x="3" y="72"/>
                    <a:pt x="3" y="77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110" name="Freeform 597">
              <a:extLst>
                <a:ext uri="{FF2B5EF4-FFF2-40B4-BE49-F238E27FC236}">
                  <a16:creationId xmlns:a16="http://schemas.microsoft.com/office/drawing/2014/main" id="{546E3EE0-6361-4111-B473-534AF29352F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9" y="2534"/>
              <a:ext cx="10" cy="119"/>
            </a:xfrm>
            <a:custGeom>
              <a:avLst/>
              <a:gdLst>
                <a:gd name="T0" fmla="*/ 20 w 6"/>
                <a:gd name="T1" fmla="*/ 0 h 74"/>
                <a:gd name="T2" fmla="*/ 20 w 6"/>
                <a:gd name="T3" fmla="*/ 90 h 74"/>
                <a:gd name="T4" fmla="*/ 0 w 6"/>
                <a:gd name="T5" fmla="*/ 307 h 7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74">
                  <a:moveTo>
                    <a:pt x="4" y="0"/>
                  </a:moveTo>
                  <a:cubicBezTo>
                    <a:pt x="5" y="7"/>
                    <a:pt x="6" y="13"/>
                    <a:pt x="4" y="22"/>
                  </a:cubicBezTo>
                  <a:cubicBezTo>
                    <a:pt x="1" y="34"/>
                    <a:pt x="0" y="74"/>
                    <a:pt x="0" y="74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111" name="Freeform 598">
              <a:extLst>
                <a:ext uri="{FF2B5EF4-FFF2-40B4-BE49-F238E27FC236}">
                  <a16:creationId xmlns:a16="http://schemas.microsoft.com/office/drawing/2014/main" id="{C1391E0D-AD72-4C0A-8A73-E4B6B76D1A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7" y="2492"/>
              <a:ext cx="10" cy="9"/>
            </a:xfrm>
            <a:custGeom>
              <a:avLst/>
              <a:gdLst>
                <a:gd name="T0" fmla="*/ 28 w 6"/>
                <a:gd name="T1" fmla="*/ 0 h 6"/>
                <a:gd name="T2" fmla="*/ 0 w 6"/>
                <a:gd name="T3" fmla="*/ 21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6">
                  <a:moveTo>
                    <a:pt x="6" y="0"/>
                  </a:moveTo>
                  <a:cubicBezTo>
                    <a:pt x="4" y="2"/>
                    <a:pt x="2" y="4"/>
                    <a:pt x="0" y="6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112" name="Freeform 599">
              <a:extLst>
                <a:ext uri="{FF2B5EF4-FFF2-40B4-BE49-F238E27FC236}">
                  <a16:creationId xmlns:a16="http://schemas.microsoft.com/office/drawing/2014/main" id="{50616185-EB9A-4B1C-A239-0021803FAF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6" y="4024"/>
              <a:ext cx="40" cy="20"/>
            </a:xfrm>
            <a:custGeom>
              <a:avLst/>
              <a:gdLst>
                <a:gd name="T0" fmla="*/ 0 w 25"/>
                <a:gd name="T1" fmla="*/ 34 h 13"/>
                <a:gd name="T2" fmla="*/ 82 w 25"/>
                <a:gd name="T3" fmla="*/ 40 h 13"/>
                <a:gd name="T4" fmla="*/ 94 w 25"/>
                <a:gd name="T5" fmla="*/ 14 h 13"/>
                <a:gd name="T6" fmla="*/ 26 w 25"/>
                <a:gd name="T7" fmla="*/ 8 h 13"/>
                <a:gd name="T8" fmla="*/ 0 w 25"/>
                <a:gd name="T9" fmla="*/ 34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13">
                  <a:moveTo>
                    <a:pt x="0" y="9"/>
                  </a:moveTo>
                  <a:cubicBezTo>
                    <a:pt x="4" y="6"/>
                    <a:pt x="18" y="8"/>
                    <a:pt x="20" y="11"/>
                  </a:cubicBezTo>
                  <a:cubicBezTo>
                    <a:pt x="23" y="13"/>
                    <a:pt x="25" y="6"/>
                    <a:pt x="23" y="4"/>
                  </a:cubicBezTo>
                  <a:cubicBezTo>
                    <a:pt x="19" y="1"/>
                    <a:pt x="10" y="0"/>
                    <a:pt x="6" y="2"/>
                  </a:cubicBezTo>
                  <a:cubicBezTo>
                    <a:pt x="1" y="3"/>
                    <a:pt x="0" y="9"/>
                    <a:pt x="0" y="9"/>
                  </a:cubicBezTo>
                  <a:close/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113" name="Freeform 600">
              <a:extLst>
                <a:ext uri="{FF2B5EF4-FFF2-40B4-BE49-F238E27FC236}">
                  <a16:creationId xmlns:a16="http://schemas.microsoft.com/office/drawing/2014/main" id="{52772A0F-B243-4925-BE0B-635EF8CE3B0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0" y="4003"/>
              <a:ext cx="31" cy="59"/>
            </a:xfrm>
            <a:custGeom>
              <a:avLst/>
              <a:gdLst>
                <a:gd name="T0" fmla="*/ 83 w 19"/>
                <a:gd name="T1" fmla="*/ 0 h 37"/>
                <a:gd name="T2" fmla="*/ 18 w 19"/>
                <a:gd name="T3" fmla="*/ 77 h 37"/>
                <a:gd name="T4" fmla="*/ 8 w 19"/>
                <a:gd name="T5" fmla="*/ 150 h 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37">
                  <a:moveTo>
                    <a:pt x="19" y="0"/>
                  </a:moveTo>
                  <a:cubicBezTo>
                    <a:pt x="16" y="7"/>
                    <a:pt x="7" y="11"/>
                    <a:pt x="4" y="19"/>
                  </a:cubicBezTo>
                  <a:cubicBezTo>
                    <a:pt x="2" y="25"/>
                    <a:pt x="0" y="32"/>
                    <a:pt x="2" y="37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114" name="Freeform 601">
              <a:extLst>
                <a:ext uri="{FF2B5EF4-FFF2-40B4-BE49-F238E27FC236}">
                  <a16:creationId xmlns:a16="http://schemas.microsoft.com/office/drawing/2014/main" id="{D076F9B9-C3C0-4B3D-ABC9-5A3D8D25A5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7" y="3991"/>
              <a:ext cx="35" cy="71"/>
            </a:xfrm>
            <a:custGeom>
              <a:avLst/>
              <a:gdLst>
                <a:gd name="T0" fmla="*/ 89 w 22"/>
                <a:gd name="T1" fmla="*/ 0 h 44"/>
                <a:gd name="T2" fmla="*/ 56 w 22"/>
                <a:gd name="T3" fmla="*/ 47 h 44"/>
                <a:gd name="T4" fmla="*/ 25 w 22"/>
                <a:gd name="T5" fmla="*/ 110 h 44"/>
                <a:gd name="T6" fmla="*/ 29 w 22"/>
                <a:gd name="T7" fmla="*/ 186 h 4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44">
                  <a:moveTo>
                    <a:pt x="22" y="0"/>
                  </a:moveTo>
                  <a:cubicBezTo>
                    <a:pt x="17" y="3"/>
                    <a:pt x="16" y="4"/>
                    <a:pt x="14" y="11"/>
                  </a:cubicBezTo>
                  <a:cubicBezTo>
                    <a:pt x="12" y="18"/>
                    <a:pt x="9" y="22"/>
                    <a:pt x="6" y="26"/>
                  </a:cubicBezTo>
                  <a:cubicBezTo>
                    <a:pt x="4" y="30"/>
                    <a:pt x="0" y="38"/>
                    <a:pt x="7" y="44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115" name="Freeform 602">
              <a:extLst>
                <a:ext uri="{FF2B5EF4-FFF2-40B4-BE49-F238E27FC236}">
                  <a16:creationId xmlns:a16="http://schemas.microsoft.com/office/drawing/2014/main" id="{8157A316-E8AC-4830-9531-084DB703C1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5" y="3983"/>
              <a:ext cx="43" cy="65"/>
            </a:xfrm>
            <a:custGeom>
              <a:avLst/>
              <a:gdLst>
                <a:gd name="T0" fmla="*/ 108 w 27"/>
                <a:gd name="T1" fmla="*/ 0 h 40"/>
                <a:gd name="T2" fmla="*/ 40 w 27"/>
                <a:gd name="T3" fmla="*/ 68 h 40"/>
                <a:gd name="T4" fmla="*/ 13 w 27"/>
                <a:gd name="T5" fmla="*/ 132 h 40"/>
                <a:gd name="T6" fmla="*/ 0 w 27"/>
                <a:gd name="T7" fmla="*/ 172 h 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40">
                  <a:moveTo>
                    <a:pt x="27" y="0"/>
                  </a:moveTo>
                  <a:cubicBezTo>
                    <a:pt x="21" y="3"/>
                    <a:pt x="13" y="10"/>
                    <a:pt x="10" y="16"/>
                  </a:cubicBezTo>
                  <a:cubicBezTo>
                    <a:pt x="7" y="21"/>
                    <a:pt x="6" y="25"/>
                    <a:pt x="3" y="31"/>
                  </a:cubicBezTo>
                  <a:cubicBezTo>
                    <a:pt x="1" y="34"/>
                    <a:pt x="0" y="37"/>
                    <a:pt x="0" y="4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116" name="Freeform 603">
              <a:extLst>
                <a:ext uri="{FF2B5EF4-FFF2-40B4-BE49-F238E27FC236}">
                  <a16:creationId xmlns:a16="http://schemas.microsoft.com/office/drawing/2014/main" id="{34644BBF-C7DD-4765-A5E5-57C9E8A1C0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9" y="3975"/>
              <a:ext cx="50" cy="57"/>
            </a:xfrm>
            <a:custGeom>
              <a:avLst/>
              <a:gdLst>
                <a:gd name="T0" fmla="*/ 131 w 31"/>
                <a:gd name="T1" fmla="*/ 0 h 35"/>
                <a:gd name="T2" fmla="*/ 68 w 31"/>
                <a:gd name="T3" fmla="*/ 47 h 35"/>
                <a:gd name="T4" fmla="*/ 8 w 31"/>
                <a:gd name="T5" fmla="*/ 122 h 35"/>
                <a:gd name="T6" fmla="*/ 0 w 31"/>
                <a:gd name="T7" fmla="*/ 151 h 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35">
                  <a:moveTo>
                    <a:pt x="31" y="0"/>
                  </a:moveTo>
                  <a:cubicBezTo>
                    <a:pt x="25" y="3"/>
                    <a:pt x="20" y="7"/>
                    <a:pt x="16" y="11"/>
                  </a:cubicBezTo>
                  <a:cubicBezTo>
                    <a:pt x="12" y="16"/>
                    <a:pt x="4" y="19"/>
                    <a:pt x="2" y="28"/>
                  </a:cubicBezTo>
                  <a:cubicBezTo>
                    <a:pt x="1" y="31"/>
                    <a:pt x="1" y="33"/>
                    <a:pt x="0" y="35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117" name="Freeform 604">
              <a:extLst>
                <a:ext uri="{FF2B5EF4-FFF2-40B4-BE49-F238E27FC236}">
                  <a16:creationId xmlns:a16="http://schemas.microsoft.com/office/drawing/2014/main" id="{2280CEDF-2F09-4131-963C-F00CB1826A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5" y="4040"/>
              <a:ext cx="27" cy="16"/>
            </a:xfrm>
            <a:custGeom>
              <a:avLst/>
              <a:gdLst>
                <a:gd name="T0" fmla="*/ 5 w 17"/>
                <a:gd name="T1" fmla="*/ 35 h 10"/>
                <a:gd name="T2" fmla="*/ 60 w 17"/>
                <a:gd name="T3" fmla="*/ 35 h 10"/>
                <a:gd name="T4" fmla="*/ 35 w 17"/>
                <a:gd name="T5" fmla="*/ 0 h 10"/>
                <a:gd name="T6" fmla="*/ 5 w 17"/>
                <a:gd name="T7" fmla="*/ 35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10">
                  <a:moveTo>
                    <a:pt x="1" y="9"/>
                  </a:moveTo>
                  <a:cubicBezTo>
                    <a:pt x="6" y="10"/>
                    <a:pt x="14" y="10"/>
                    <a:pt x="15" y="9"/>
                  </a:cubicBezTo>
                  <a:cubicBezTo>
                    <a:pt x="17" y="8"/>
                    <a:pt x="16" y="1"/>
                    <a:pt x="9" y="0"/>
                  </a:cubicBezTo>
                  <a:cubicBezTo>
                    <a:pt x="1" y="0"/>
                    <a:pt x="0" y="8"/>
                    <a:pt x="1" y="9"/>
                  </a:cubicBezTo>
                  <a:close/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118" name="Freeform 605">
              <a:extLst>
                <a:ext uri="{FF2B5EF4-FFF2-40B4-BE49-F238E27FC236}">
                  <a16:creationId xmlns:a16="http://schemas.microsoft.com/office/drawing/2014/main" id="{FC5B1C98-C86E-4046-9FDA-8C98AE6A6C0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9" y="4032"/>
              <a:ext cx="26" cy="14"/>
            </a:xfrm>
            <a:custGeom>
              <a:avLst/>
              <a:gdLst>
                <a:gd name="T0" fmla="*/ 5 w 16"/>
                <a:gd name="T1" fmla="*/ 26 h 9"/>
                <a:gd name="T2" fmla="*/ 60 w 16"/>
                <a:gd name="T3" fmla="*/ 30 h 9"/>
                <a:gd name="T4" fmla="*/ 26 w 16"/>
                <a:gd name="T5" fmla="*/ 0 h 9"/>
                <a:gd name="T6" fmla="*/ 5 w 16"/>
                <a:gd name="T7" fmla="*/ 26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9">
                  <a:moveTo>
                    <a:pt x="1" y="7"/>
                  </a:moveTo>
                  <a:cubicBezTo>
                    <a:pt x="5" y="8"/>
                    <a:pt x="13" y="9"/>
                    <a:pt x="14" y="8"/>
                  </a:cubicBezTo>
                  <a:cubicBezTo>
                    <a:pt x="16" y="7"/>
                    <a:pt x="14" y="0"/>
                    <a:pt x="6" y="0"/>
                  </a:cubicBezTo>
                  <a:cubicBezTo>
                    <a:pt x="2" y="0"/>
                    <a:pt x="0" y="6"/>
                    <a:pt x="1" y="7"/>
                  </a:cubicBezTo>
                  <a:close/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119" name="Freeform 606">
              <a:extLst>
                <a:ext uri="{FF2B5EF4-FFF2-40B4-BE49-F238E27FC236}">
                  <a16:creationId xmlns:a16="http://schemas.microsoft.com/office/drawing/2014/main" id="{082435AF-D88D-407E-83D1-8B2777E33EF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2" y="4025"/>
              <a:ext cx="26" cy="13"/>
            </a:xfrm>
            <a:custGeom>
              <a:avLst/>
              <a:gdLst>
                <a:gd name="T0" fmla="*/ 5 w 16"/>
                <a:gd name="T1" fmla="*/ 29 h 8"/>
                <a:gd name="T2" fmla="*/ 60 w 16"/>
                <a:gd name="T3" fmla="*/ 29 h 8"/>
                <a:gd name="T4" fmla="*/ 29 w 16"/>
                <a:gd name="T5" fmla="*/ 0 h 8"/>
                <a:gd name="T6" fmla="*/ 5 w 16"/>
                <a:gd name="T7" fmla="*/ 29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8">
                  <a:moveTo>
                    <a:pt x="1" y="7"/>
                  </a:moveTo>
                  <a:cubicBezTo>
                    <a:pt x="6" y="6"/>
                    <a:pt x="12" y="8"/>
                    <a:pt x="14" y="7"/>
                  </a:cubicBezTo>
                  <a:cubicBezTo>
                    <a:pt x="16" y="6"/>
                    <a:pt x="14" y="0"/>
                    <a:pt x="7" y="0"/>
                  </a:cubicBezTo>
                  <a:cubicBezTo>
                    <a:pt x="2" y="0"/>
                    <a:pt x="0" y="6"/>
                    <a:pt x="1" y="7"/>
                  </a:cubicBezTo>
                  <a:close/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120" name="Freeform 607">
              <a:extLst>
                <a:ext uri="{FF2B5EF4-FFF2-40B4-BE49-F238E27FC236}">
                  <a16:creationId xmlns:a16="http://schemas.microsoft.com/office/drawing/2014/main" id="{F8E5723E-230A-4A58-B658-4A47C3FE0E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2" y="4033"/>
              <a:ext cx="10" cy="21"/>
            </a:xfrm>
            <a:custGeom>
              <a:avLst/>
              <a:gdLst>
                <a:gd name="T0" fmla="*/ 5 w 6"/>
                <a:gd name="T1" fmla="*/ 0 h 13"/>
                <a:gd name="T2" fmla="*/ 0 w 6"/>
                <a:gd name="T3" fmla="*/ 55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3">
                  <a:moveTo>
                    <a:pt x="1" y="0"/>
                  </a:moveTo>
                  <a:cubicBezTo>
                    <a:pt x="3" y="5"/>
                    <a:pt x="6" y="7"/>
                    <a:pt x="0" y="13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121" name="Freeform 608">
              <a:extLst>
                <a:ext uri="{FF2B5EF4-FFF2-40B4-BE49-F238E27FC236}">
                  <a16:creationId xmlns:a16="http://schemas.microsoft.com/office/drawing/2014/main" id="{FF1A21B6-1D2C-4FAC-8E06-C1E9BD6B4E6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0" y="3851"/>
              <a:ext cx="5" cy="25"/>
            </a:xfrm>
            <a:custGeom>
              <a:avLst/>
              <a:gdLst>
                <a:gd name="T0" fmla="*/ 13 w 3"/>
                <a:gd name="T1" fmla="*/ 0 h 15"/>
                <a:gd name="T2" fmla="*/ 0 w 3"/>
                <a:gd name="T3" fmla="*/ 7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5">
                  <a:moveTo>
                    <a:pt x="3" y="0"/>
                  </a:moveTo>
                  <a:cubicBezTo>
                    <a:pt x="3" y="3"/>
                    <a:pt x="0" y="15"/>
                    <a:pt x="0" y="15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122" name="Freeform 609">
              <a:extLst>
                <a:ext uri="{FF2B5EF4-FFF2-40B4-BE49-F238E27FC236}">
                  <a16:creationId xmlns:a16="http://schemas.microsoft.com/office/drawing/2014/main" id="{8CE3CC75-8899-4E21-A95E-C7DD36923F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2" y="4024"/>
              <a:ext cx="40" cy="20"/>
            </a:xfrm>
            <a:custGeom>
              <a:avLst/>
              <a:gdLst>
                <a:gd name="T0" fmla="*/ 102 w 25"/>
                <a:gd name="T1" fmla="*/ 34 h 13"/>
                <a:gd name="T2" fmla="*/ 16 w 25"/>
                <a:gd name="T3" fmla="*/ 40 h 13"/>
                <a:gd name="T4" fmla="*/ 8 w 25"/>
                <a:gd name="T5" fmla="*/ 14 h 13"/>
                <a:gd name="T6" fmla="*/ 77 w 25"/>
                <a:gd name="T7" fmla="*/ 8 h 13"/>
                <a:gd name="T8" fmla="*/ 102 w 25"/>
                <a:gd name="T9" fmla="*/ 34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13">
                  <a:moveTo>
                    <a:pt x="25" y="9"/>
                  </a:moveTo>
                  <a:cubicBezTo>
                    <a:pt x="21" y="6"/>
                    <a:pt x="7" y="8"/>
                    <a:pt x="4" y="11"/>
                  </a:cubicBezTo>
                  <a:cubicBezTo>
                    <a:pt x="2" y="13"/>
                    <a:pt x="0" y="6"/>
                    <a:pt x="2" y="4"/>
                  </a:cubicBezTo>
                  <a:cubicBezTo>
                    <a:pt x="6" y="1"/>
                    <a:pt x="14" y="0"/>
                    <a:pt x="19" y="2"/>
                  </a:cubicBezTo>
                  <a:cubicBezTo>
                    <a:pt x="23" y="3"/>
                    <a:pt x="25" y="9"/>
                    <a:pt x="25" y="9"/>
                  </a:cubicBezTo>
                  <a:close/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123" name="Freeform 610">
              <a:extLst>
                <a:ext uri="{FF2B5EF4-FFF2-40B4-BE49-F238E27FC236}">
                  <a16:creationId xmlns:a16="http://schemas.microsoft.com/office/drawing/2014/main" id="{34EF4AF2-E683-4613-A14A-87421D3E54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8" y="4003"/>
              <a:ext cx="30" cy="59"/>
            </a:xfrm>
            <a:custGeom>
              <a:avLst/>
              <a:gdLst>
                <a:gd name="T0" fmla="*/ 0 w 19"/>
                <a:gd name="T1" fmla="*/ 0 h 37"/>
                <a:gd name="T2" fmla="*/ 60 w 19"/>
                <a:gd name="T3" fmla="*/ 77 h 37"/>
                <a:gd name="T4" fmla="*/ 62 w 19"/>
                <a:gd name="T5" fmla="*/ 150 h 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37">
                  <a:moveTo>
                    <a:pt x="0" y="0"/>
                  </a:moveTo>
                  <a:cubicBezTo>
                    <a:pt x="3" y="7"/>
                    <a:pt x="12" y="11"/>
                    <a:pt x="15" y="19"/>
                  </a:cubicBezTo>
                  <a:cubicBezTo>
                    <a:pt x="17" y="25"/>
                    <a:pt x="19" y="32"/>
                    <a:pt x="16" y="37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124" name="Freeform 611">
              <a:extLst>
                <a:ext uri="{FF2B5EF4-FFF2-40B4-BE49-F238E27FC236}">
                  <a16:creationId xmlns:a16="http://schemas.microsoft.com/office/drawing/2014/main" id="{8FC4B740-C450-4DCC-B80F-D54D3B701D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6" y="3991"/>
              <a:ext cx="35" cy="71"/>
            </a:xfrm>
            <a:custGeom>
              <a:avLst/>
              <a:gdLst>
                <a:gd name="T0" fmla="*/ 0 w 22"/>
                <a:gd name="T1" fmla="*/ 0 h 44"/>
                <a:gd name="T2" fmla="*/ 33 w 22"/>
                <a:gd name="T3" fmla="*/ 47 h 44"/>
                <a:gd name="T4" fmla="*/ 64 w 22"/>
                <a:gd name="T5" fmla="*/ 110 h 44"/>
                <a:gd name="T6" fmla="*/ 60 w 22"/>
                <a:gd name="T7" fmla="*/ 186 h 4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44">
                  <a:moveTo>
                    <a:pt x="0" y="0"/>
                  </a:moveTo>
                  <a:cubicBezTo>
                    <a:pt x="5" y="3"/>
                    <a:pt x="6" y="4"/>
                    <a:pt x="8" y="11"/>
                  </a:cubicBezTo>
                  <a:cubicBezTo>
                    <a:pt x="10" y="18"/>
                    <a:pt x="13" y="22"/>
                    <a:pt x="16" y="26"/>
                  </a:cubicBezTo>
                  <a:cubicBezTo>
                    <a:pt x="18" y="30"/>
                    <a:pt x="22" y="38"/>
                    <a:pt x="15" y="44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125" name="Freeform 612">
              <a:extLst>
                <a:ext uri="{FF2B5EF4-FFF2-40B4-BE49-F238E27FC236}">
                  <a16:creationId xmlns:a16="http://schemas.microsoft.com/office/drawing/2014/main" id="{40BAF5E9-B7C8-4201-BE41-ADD7EA7619F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0" y="3983"/>
              <a:ext cx="44" cy="65"/>
            </a:xfrm>
            <a:custGeom>
              <a:avLst/>
              <a:gdLst>
                <a:gd name="T0" fmla="*/ 0 w 27"/>
                <a:gd name="T1" fmla="*/ 0 h 40"/>
                <a:gd name="T2" fmla="*/ 75 w 27"/>
                <a:gd name="T3" fmla="*/ 68 h 40"/>
                <a:gd name="T4" fmla="*/ 104 w 27"/>
                <a:gd name="T5" fmla="*/ 132 h 40"/>
                <a:gd name="T6" fmla="*/ 117 w 27"/>
                <a:gd name="T7" fmla="*/ 172 h 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40">
                  <a:moveTo>
                    <a:pt x="0" y="0"/>
                  </a:moveTo>
                  <a:cubicBezTo>
                    <a:pt x="6" y="3"/>
                    <a:pt x="14" y="10"/>
                    <a:pt x="17" y="16"/>
                  </a:cubicBezTo>
                  <a:cubicBezTo>
                    <a:pt x="19" y="21"/>
                    <a:pt x="21" y="25"/>
                    <a:pt x="24" y="31"/>
                  </a:cubicBezTo>
                  <a:cubicBezTo>
                    <a:pt x="26" y="34"/>
                    <a:pt x="27" y="37"/>
                    <a:pt x="27" y="4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126" name="Freeform 613">
              <a:extLst>
                <a:ext uri="{FF2B5EF4-FFF2-40B4-BE49-F238E27FC236}">
                  <a16:creationId xmlns:a16="http://schemas.microsoft.com/office/drawing/2014/main" id="{81A09082-EE4C-4EDA-A850-05BC727D14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9" y="3975"/>
              <a:ext cx="50" cy="57"/>
            </a:xfrm>
            <a:custGeom>
              <a:avLst/>
              <a:gdLst>
                <a:gd name="T0" fmla="*/ 0 w 31"/>
                <a:gd name="T1" fmla="*/ 0 h 35"/>
                <a:gd name="T2" fmla="*/ 63 w 31"/>
                <a:gd name="T3" fmla="*/ 47 h 35"/>
                <a:gd name="T4" fmla="*/ 123 w 31"/>
                <a:gd name="T5" fmla="*/ 122 h 35"/>
                <a:gd name="T6" fmla="*/ 131 w 31"/>
                <a:gd name="T7" fmla="*/ 151 h 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35">
                  <a:moveTo>
                    <a:pt x="0" y="0"/>
                  </a:moveTo>
                  <a:cubicBezTo>
                    <a:pt x="6" y="3"/>
                    <a:pt x="11" y="7"/>
                    <a:pt x="15" y="11"/>
                  </a:cubicBezTo>
                  <a:cubicBezTo>
                    <a:pt x="19" y="16"/>
                    <a:pt x="27" y="19"/>
                    <a:pt x="29" y="28"/>
                  </a:cubicBezTo>
                  <a:cubicBezTo>
                    <a:pt x="30" y="31"/>
                    <a:pt x="30" y="33"/>
                    <a:pt x="31" y="35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127" name="Freeform 614">
              <a:extLst>
                <a:ext uri="{FF2B5EF4-FFF2-40B4-BE49-F238E27FC236}">
                  <a16:creationId xmlns:a16="http://schemas.microsoft.com/office/drawing/2014/main" id="{523380E6-EA31-4E15-943C-051284A2E6B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6" y="4040"/>
              <a:ext cx="28" cy="16"/>
            </a:xfrm>
            <a:custGeom>
              <a:avLst/>
              <a:gdLst>
                <a:gd name="T0" fmla="*/ 71 w 17"/>
                <a:gd name="T1" fmla="*/ 35 h 10"/>
                <a:gd name="T2" fmla="*/ 8 w 17"/>
                <a:gd name="T3" fmla="*/ 35 h 10"/>
                <a:gd name="T4" fmla="*/ 35 w 17"/>
                <a:gd name="T5" fmla="*/ 0 h 10"/>
                <a:gd name="T6" fmla="*/ 71 w 17"/>
                <a:gd name="T7" fmla="*/ 35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10">
                  <a:moveTo>
                    <a:pt x="16" y="9"/>
                  </a:moveTo>
                  <a:cubicBezTo>
                    <a:pt x="11" y="10"/>
                    <a:pt x="3" y="10"/>
                    <a:pt x="2" y="9"/>
                  </a:cubicBezTo>
                  <a:cubicBezTo>
                    <a:pt x="0" y="8"/>
                    <a:pt x="1" y="1"/>
                    <a:pt x="8" y="0"/>
                  </a:cubicBezTo>
                  <a:cubicBezTo>
                    <a:pt x="16" y="0"/>
                    <a:pt x="17" y="8"/>
                    <a:pt x="16" y="9"/>
                  </a:cubicBezTo>
                  <a:close/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128" name="Freeform 615">
              <a:extLst>
                <a:ext uri="{FF2B5EF4-FFF2-40B4-BE49-F238E27FC236}">
                  <a16:creationId xmlns:a16="http://schemas.microsoft.com/office/drawing/2014/main" id="{9F4B8C5E-F32B-46D2-A8B8-D119CC52F1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3" y="4032"/>
              <a:ext cx="26" cy="14"/>
            </a:xfrm>
            <a:custGeom>
              <a:avLst/>
              <a:gdLst>
                <a:gd name="T0" fmla="*/ 63 w 16"/>
                <a:gd name="T1" fmla="*/ 26 h 9"/>
                <a:gd name="T2" fmla="*/ 8 w 16"/>
                <a:gd name="T3" fmla="*/ 30 h 9"/>
                <a:gd name="T4" fmla="*/ 39 w 16"/>
                <a:gd name="T5" fmla="*/ 0 h 9"/>
                <a:gd name="T6" fmla="*/ 63 w 16"/>
                <a:gd name="T7" fmla="*/ 26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9">
                  <a:moveTo>
                    <a:pt x="15" y="7"/>
                  </a:moveTo>
                  <a:cubicBezTo>
                    <a:pt x="10" y="8"/>
                    <a:pt x="3" y="9"/>
                    <a:pt x="2" y="8"/>
                  </a:cubicBezTo>
                  <a:cubicBezTo>
                    <a:pt x="0" y="7"/>
                    <a:pt x="2" y="0"/>
                    <a:pt x="9" y="0"/>
                  </a:cubicBezTo>
                  <a:cubicBezTo>
                    <a:pt x="14" y="0"/>
                    <a:pt x="16" y="6"/>
                    <a:pt x="15" y="7"/>
                  </a:cubicBezTo>
                  <a:close/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129" name="Freeform 616">
              <a:extLst>
                <a:ext uri="{FF2B5EF4-FFF2-40B4-BE49-F238E27FC236}">
                  <a16:creationId xmlns:a16="http://schemas.microsoft.com/office/drawing/2014/main" id="{C45D2899-0D3D-4F36-A440-FA029E3BF4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0" y="4025"/>
              <a:ext cx="26" cy="13"/>
            </a:xfrm>
            <a:custGeom>
              <a:avLst/>
              <a:gdLst>
                <a:gd name="T0" fmla="*/ 63 w 16"/>
                <a:gd name="T1" fmla="*/ 29 h 8"/>
                <a:gd name="T2" fmla="*/ 8 w 16"/>
                <a:gd name="T3" fmla="*/ 29 h 8"/>
                <a:gd name="T4" fmla="*/ 39 w 16"/>
                <a:gd name="T5" fmla="*/ 0 h 8"/>
                <a:gd name="T6" fmla="*/ 63 w 16"/>
                <a:gd name="T7" fmla="*/ 29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8">
                  <a:moveTo>
                    <a:pt x="15" y="7"/>
                  </a:moveTo>
                  <a:cubicBezTo>
                    <a:pt x="10" y="6"/>
                    <a:pt x="4" y="8"/>
                    <a:pt x="2" y="7"/>
                  </a:cubicBezTo>
                  <a:cubicBezTo>
                    <a:pt x="0" y="6"/>
                    <a:pt x="2" y="0"/>
                    <a:pt x="9" y="0"/>
                  </a:cubicBezTo>
                  <a:cubicBezTo>
                    <a:pt x="14" y="0"/>
                    <a:pt x="16" y="6"/>
                    <a:pt x="15" y="7"/>
                  </a:cubicBezTo>
                  <a:close/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130" name="Freeform 617">
              <a:extLst>
                <a:ext uri="{FF2B5EF4-FFF2-40B4-BE49-F238E27FC236}">
                  <a16:creationId xmlns:a16="http://schemas.microsoft.com/office/drawing/2014/main" id="{A12712A1-4E95-467E-B997-3C14190CCF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6" y="4033"/>
              <a:ext cx="8" cy="21"/>
            </a:xfrm>
            <a:custGeom>
              <a:avLst/>
              <a:gdLst>
                <a:gd name="T0" fmla="*/ 21 w 5"/>
                <a:gd name="T1" fmla="*/ 0 h 13"/>
                <a:gd name="T2" fmla="*/ 21 w 5"/>
                <a:gd name="T3" fmla="*/ 55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3">
                  <a:moveTo>
                    <a:pt x="5" y="0"/>
                  </a:moveTo>
                  <a:cubicBezTo>
                    <a:pt x="3" y="5"/>
                    <a:pt x="0" y="7"/>
                    <a:pt x="5" y="13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131" name="Freeform 618">
              <a:extLst>
                <a:ext uri="{FF2B5EF4-FFF2-40B4-BE49-F238E27FC236}">
                  <a16:creationId xmlns:a16="http://schemas.microsoft.com/office/drawing/2014/main" id="{B534FD33-4BB0-46EC-B21E-CDD9018803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4" y="3851"/>
              <a:ext cx="4" cy="25"/>
            </a:xfrm>
            <a:custGeom>
              <a:avLst/>
              <a:gdLst>
                <a:gd name="T0" fmla="*/ 0 w 3"/>
                <a:gd name="T1" fmla="*/ 0 h 15"/>
                <a:gd name="T2" fmla="*/ 7 w 3"/>
                <a:gd name="T3" fmla="*/ 7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5">
                  <a:moveTo>
                    <a:pt x="0" y="0"/>
                  </a:moveTo>
                  <a:cubicBezTo>
                    <a:pt x="0" y="3"/>
                    <a:pt x="3" y="15"/>
                    <a:pt x="3" y="15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132" name="Freeform 619">
              <a:extLst>
                <a:ext uri="{FF2B5EF4-FFF2-40B4-BE49-F238E27FC236}">
                  <a16:creationId xmlns:a16="http://schemas.microsoft.com/office/drawing/2014/main" id="{0C8E9493-EFE4-421B-8D6D-EC412701EE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8" y="1921"/>
              <a:ext cx="61" cy="35"/>
            </a:xfrm>
            <a:custGeom>
              <a:avLst/>
              <a:gdLst>
                <a:gd name="T0" fmla="*/ 82 w 38"/>
                <a:gd name="T1" fmla="*/ 46 h 22"/>
                <a:gd name="T2" fmla="*/ 16 w 38"/>
                <a:gd name="T3" fmla="*/ 81 h 22"/>
                <a:gd name="T4" fmla="*/ 0 w 38"/>
                <a:gd name="T5" fmla="*/ 73 h 22"/>
                <a:gd name="T6" fmla="*/ 16 w 38"/>
                <a:gd name="T7" fmla="*/ 84 h 22"/>
                <a:gd name="T8" fmla="*/ 88 w 38"/>
                <a:gd name="T9" fmla="*/ 46 h 22"/>
                <a:gd name="T10" fmla="*/ 157 w 38"/>
                <a:gd name="T11" fmla="*/ 0 h 22"/>
                <a:gd name="T12" fmla="*/ 82 w 38"/>
                <a:gd name="T13" fmla="*/ 46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8" h="22">
                  <a:moveTo>
                    <a:pt x="20" y="11"/>
                  </a:moveTo>
                  <a:cubicBezTo>
                    <a:pt x="14" y="16"/>
                    <a:pt x="9" y="21"/>
                    <a:pt x="4" y="20"/>
                  </a:cubicBezTo>
                  <a:cubicBezTo>
                    <a:pt x="3" y="20"/>
                    <a:pt x="1" y="20"/>
                    <a:pt x="0" y="18"/>
                  </a:cubicBezTo>
                  <a:cubicBezTo>
                    <a:pt x="1" y="20"/>
                    <a:pt x="2" y="21"/>
                    <a:pt x="4" y="21"/>
                  </a:cubicBezTo>
                  <a:cubicBezTo>
                    <a:pt x="9" y="22"/>
                    <a:pt x="15" y="17"/>
                    <a:pt x="21" y="11"/>
                  </a:cubicBezTo>
                  <a:cubicBezTo>
                    <a:pt x="26" y="6"/>
                    <a:pt x="33" y="0"/>
                    <a:pt x="38" y="0"/>
                  </a:cubicBezTo>
                  <a:cubicBezTo>
                    <a:pt x="32" y="0"/>
                    <a:pt x="26" y="5"/>
                    <a:pt x="20" y="11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133" name="Freeform 620">
              <a:extLst>
                <a:ext uri="{FF2B5EF4-FFF2-40B4-BE49-F238E27FC236}">
                  <a16:creationId xmlns:a16="http://schemas.microsoft.com/office/drawing/2014/main" id="{B8C6BC9B-261D-45BC-976B-B0144D4611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6" y="1626"/>
              <a:ext cx="205" cy="34"/>
            </a:xfrm>
            <a:custGeom>
              <a:avLst/>
              <a:gdLst>
                <a:gd name="T0" fmla="*/ 0 w 127"/>
                <a:gd name="T1" fmla="*/ 0 h 21"/>
                <a:gd name="T2" fmla="*/ 412 w 127"/>
                <a:gd name="T3" fmla="*/ 42 h 21"/>
                <a:gd name="T4" fmla="*/ 534 w 127"/>
                <a:gd name="T5" fmla="*/ 21 h 21"/>
                <a:gd name="T6" fmla="*/ 412 w 127"/>
                <a:gd name="T7" fmla="*/ 34 h 21"/>
                <a:gd name="T8" fmla="*/ 0 w 127"/>
                <a:gd name="T9" fmla="*/ 0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7" h="21">
                  <a:moveTo>
                    <a:pt x="0" y="0"/>
                  </a:moveTo>
                  <a:cubicBezTo>
                    <a:pt x="25" y="21"/>
                    <a:pt x="64" y="15"/>
                    <a:pt x="98" y="10"/>
                  </a:cubicBezTo>
                  <a:cubicBezTo>
                    <a:pt x="109" y="8"/>
                    <a:pt x="119" y="5"/>
                    <a:pt x="127" y="5"/>
                  </a:cubicBezTo>
                  <a:cubicBezTo>
                    <a:pt x="119" y="5"/>
                    <a:pt x="108" y="6"/>
                    <a:pt x="98" y="8"/>
                  </a:cubicBezTo>
                  <a:cubicBezTo>
                    <a:pt x="64" y="13"/>
                    <a:pt x="24" y="20"/>
                    <a:pt x="0" y="0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134" name="Freeform 621">
              <a:extLst>
                <a:ext uri="{FF2B5EF4-FFF2-40B4-BE49-F238E27FC236}">
                  <a16:creationId xmlns:a16="http://schemas.microsoft.com/office/drawing/2014/main" id="{D0509CFA-514D-46B1-92C6-D3D493768A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3" y="2291"/>
              <a:ext cx="135" cy="135"/>
            </a:xfrm>
            <a:custGeom>
              <a:avLst/>
              <a:gdLst>
                <a:gd name="T0" fmla="*/ 0 w 84"/>
                <a:gd name="T1" fmla="*/ 0 h 84"/>
                <a:gd name="T2" fmla="*/ 68 w 84"/>
                <a:gd name="T3" fmla="*/ 111 h 84"/>
                <a:gd name="T4" fmla="*/ 95 w 84"/>
                <a:gd name="T5" fmla="*/ 145 h 84"/>
                <a:gd name="T6" fmla="*/ 349 w 84"/>
                <a:gd name="T7" fmla="*/ 349 h 84"/>
                <a:gd name="T8" fmla="*/ 101 w 84"/>
                <a:gd name="T9" fmla="*/ 145 h 84"/>
                <a:gd name="T10" fmla="*/ 76 w 84"/>
                <a:gd name="T11" fmla="*/ 111 h 84"/>
                <a:gd name="T12" fmla="*/ 0 w 84"/>
                <a:gd name="T13" fmla="*/ 0 h 8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4" h="84">
                  <a:moveTo>
                    <a:pt x="0" y="0"/>
                  </a:moveTo>
                  <a:cubicBezTo>
                    <a:pt x="3" y="9"/>
                    <a:pt x="9" y="18"/>
                    <a:pt x="16" y="27"/>
                  </a:cubicBezTo>
                  <a:cubicBezTo>
                    <a:pt x="23" y="35"/>
                    <a:pt x="23" y="35"/>
                    <a:pt x="23" y="35"/>
                  </a:cubicBezTo>
                  <a:cubicBezTo>
                    <a:pt x="34" y="50"/>
                    <a:pt x="71" y="80"/>
                    <a:pt x="84" y="84"/>
                  </a:cubicBezTo>
                  <a:cubicBezTo>
                    <a:pt x="72" y="80"/>
                    <a:pt x="35" y="50"/>
                    <a:pt x="24" y="35"/>
                  </a:cubicBezTo>
                  <a:cubicBezTo>
                    <a:pt x="18" y="27"/>
                    <a:pt x="18" y="27"/>
                    <a:pt x="18" y="27"/>
                  </a:cubicBezTo>
                  <a:cubicBezTo>
                    <a:pt x="11" y="18"/>
                    <a:pt x="3" y="9"/>
                    <a:pt x="0" y="0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135" name="Freeform 622">
              <a:extLst>
                <a:ext uri="{FF2B5EF4-FFF2-40B4-BE49-F238E27FC236}">
                  <a16:creationId xmlns:a16="http://schemas.microsoft.com/office/drawing/2014/main" id="{4EEAF5D1-0A7E-4891-9D15-7740557B10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1" y="2286"/>
              <a:ext cx="136" cy="135"/>
            </a:xfrm>
            <a:custGeom>
              <a:avLst/>
              <a:gdLst>
                <a:gd name="T0" fmla="*/ 274 w 85"/>
                <a:gd name="T1" fmla="*/ 111 h 84"/>
                <a:gd name="T2" fmla="*/ 246 w 85"/>
                <a:gd name="T3" fmla="*/ 149 h 84"/>
                <a:gd name="T4" fmla="*/ 0 w 85"/>
                <a:gd name="T5" fmla="*/ 349 h 84"/>
                <a:gd name="T6" fmla="*/ 253 w 85"/>
                <a:gd name="T7" fmla="*/ 149 h 84"/>
                <a:gd name="T8" fmla="*/ 282 w 85"/>
                <a:gd name="T9" fmla="*/ 111 h 84"/>
                <a:gd name="T10" fmla="*/ 349 w 85"/>
                <a:gd name="T11" fmla="*/ 0 h 84"/>
                <a:gd name="T12" fmla="*/ 274 w 85"/>
                <a:gd name="T13" fmla="*/ 111 h 8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5" h="84">
                  <a:moveTo>
                    <a:pt x="67" y="27"/>
                  </a:moveTo>
                  <a:cubicBezTo>
                    <a:pt x="60" y="36"/>
                    <a:pt x="60" y="36"/>
                    <a:pt x="60" y="36"/>
                  </a:cubicBezTo>
                  <a:cubicBezTo>
                    <a:pt x="49" y="50"/>
                    <a:pt x="13" y="80"/>
                    <a:pt x="0" y="84"/>
                  </a:cubicBezTo>
                  <a:cubicBezTo>
                    <a:pt x="13" y="80"/>
                    <a:pt x="51" y="51"/>
                    <a:pt x="62" y="36"/>
                  </a:cubicBezTo>
                  <a:cubicBezTo>
                    <a:pt x="69" y="27"/>
                    <a:pt x="69" y="27"/>
                    <a:pt x="69" y="27"/>
                  </a:cubicBezTo>
                  <a:cubicBezTo>
                    <a:pt x="76" y="19"/>
                    <a:pt x="82" y="10"/>
                    <a:pt x="85" y="0"/>
                  </a:cubicBezTo>
                  <a:cubicBezTo>
                    <a:pt x="82" y="9"/>
                    <a:pt x="74" y="19"/>
                    <a:pt x="67" y="27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136" name="Freeform 623">
              <a:extLst>
                <a:ext uri="{FF2B5EF4-FFF2-40B4-BE49-F238E27FC236}">
                  <a16:creationId xmlns:a16="http://schemas.microsoft.com/office/drawing/2014/main" id="{58C1C2CC-F10B-4346-BC8D-BB0D37D4EA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4" y="2120"/>
              <a:ext cx="15" cy="21"/>
            </a:xfrm>
            <a:custGeom>
              <a:avLst/>
              <a:gdLst>
                <a:gd name="T0" fmla="*/ 0 w 9"/>
                <a:gd name="T1" fmla="*/ 55 h 13"/>
                <a:gd name="T2" fmla="*/ 0 w 9"/>
                <a:gd name="T3" fmla="*/ 55 h 13"/>
                <a:gd name="T4" fmla="*/ 42 w 9"/>
                <a:gd name="T5" fmla="*/ 0 h 13"/>
                <a:gd name="T6" fmla="*/ 33 w 9"/>
                <a:gd name="T7" fmla="*/ 0 h 13"/>
                <a:gd name="T8" fmla="*/ 0 w 9"/>
                <a:gd name="T9" fmla="*/ 55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13">
                  <a:moveTo>
                    <a:pt x="0" y="13"/>
                  </a:moveTo>
                  <a:cubicBezTo>
                    <a:pt x="0" y="13"/>
                    <a:pt x="0" y="13"/>
                    <a:pt x="0" y="13"/>
                  </a:cubicBezTo>
                  <a:cubicBezTo>
                    <a:pt x="4" y="10"/>
                    <a:pt x="7" y="4"/>
                    <a:pt x="9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5" y="3"/>
                    <a:pt x="3" y="10"/>
                    <a:pt x="0" y="13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137" name="Freeform 624">
              <a:extLst>
                <a:ext uri="{FF2B5EF4-FFF2-40B4-BE49-F238E27FC236}">
                  <a16:creationId xmlns:a16="http://schemas.microsoft.com/office/drawing/2014/main" id="{1D27FB13-F8B0-4318-B2F7-BCC6C0D323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1" y="1522"/>
              <a:ext cx="6" cy="173"/>
            </a:xfrm>
            <a:custGeom>
              <a:avLst/>
              <a:gdLst>
                <a:gd name="T0" fmla="*/ 12 w 4"/>
                <a:gd name="T1" fmla="*/ 444 h 108"/>
                <a:gd name="T2" fmla="*/ 12 w 4"/>
                <a:gd name="T3" fmla="*/ 439 h 108"/>
                <a:gd name="T4" fmla="*/ 14 w 4"/>
                <a:gd name="T5" fmla="*/ 0 h 10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108">
                  <a:moveTo>
                    <a:pt x="3" y="108"/>
                  </a:moveTo>
                  <a:cubicBezTo>
                    <a:pt x="3" y="107"/>
                    <a:pt x="3" y="107"/>
                    <a:pt x="3" y="107"/>
                  </a:cubicBezTo>
                  <a:cubicBezTo>
                    <a:pt x="1" y="71"/>
                    <a:pt x="0" y="7"/>
                    <a:pt x="4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138" name="Freeform 625">
              <a:extLst>
                <a:ext uri="{FF2B5EF4-FFF2-40B4-BE49-F238E27FC236}">
                  <a16:creationId xmlns:a16="http://schemas.microsoft.com/office/drawing/2014/main" id="{6C9EC3FA-CB12-4C6F-9FC4-FF2B057DD1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1" y="1560"/>
              <a:ext cx="2" cy="5"/>
            </a:xfrm>
            <a:custGeom>
              <a:avLst/>
              <a:gdLst>
                <a:gd name="T0" fmla="*/ 8 w 1"/>
                <a:gd name="T1" fmla="*/ 13 h 3"/>
                <a:gd name="T2" fmla="*/ 0 w 1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">
                  <a:moveTo>
                    <a:pt x="1" y="3"/>
                  </a:moveTo>
                  <a:cubicBezTo>
                    <a:pt x="1" y="2"/>
                    <a:pt x="0" y="1"/>
                    <a:pt x="0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139" name="Freeform 626">
              <a:extLst>
                <a:ext uri="{FF2B5EF4-FFF2-40B4-BE49-F238E27FC236}">
                  <a16:creationId xmlns:a16="http://schemas.microsoft.com/office/drawing/2014/main" id="{0AF871DC-C8AB-44BE-A305-61F0BADC3B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4" y="1551"/>
              <a:ext cx="37" cy="38"/>
            </a:xfrm>
            <a:custGeom>
              <a:avLst/>
              <a:gdLst>
                <a:gd name="T0" fmla="*/ 50 w 23"/>
                <a:gd name="T1" fmla="*/ 0 h 24"/>
                <a:gd name="T2" fmla="*/ 0 w 23"/>
                <a:gd name="T3" fmla="*/ 48 h 24"/>
                <a:gd name="T4" fmla="*/ 50 w 23"/>
                <a:gd name="T5" fmla="*/ 95 h 24"/>
                <a:gd name="T6" fmla="*/ 97 w 23"/>
                <a:gd name="T7" fmla="*/ 68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24">
                  <a:moveTo>
                    <a:pt x="12" y="0"/>
                  </a:moveTo>
                  <a:cubicBezTo>
                    <a:pt x="5" y="0"/>
                    <a:pt x="0" y="6"/>
                    <a:pt x="0" y="12"/>
                  </a:cubicBezTo>
                  <a:cubicBezTo>
                    <a:pt x="0" y="19"/>
                    <a:pt x="5" y="24"/>
                    <a:pt x="12" y="24"/>
                  </a:cubicBezTo>
                  <a:cubicBezTo>
                    <a:pt x="17" y="24"/>
                    <a:pt x="21" y="22"/>
                    <a:pt x="23" y="17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140" name="Oval 627">
              <a:extLst>
                <a:ext uri="{FF2B5EF4-FFF2-40B4-BE49-F238E27FC236}">
                  <a16:creationId xmlns:a16="http://schemas.microsoft.com/office/drawing/2014/main" id="{DC199D49-CDB7-439B-886C-7D6E801D84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68" y="1565"/>
              <a:ext cx="12" cy="11"/>
            </a:xfrm>
            <a:prstGeom prst="ellipse">
              <a:avLst/>
            </a:prstGeom>
            <a:noFill/>
            <a:ln w="635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141" name="Freeform 628">
              <a:extLst>
                <a:ext uri="{FF2B5EF4-FFF2-40B4-BE49-F238E27FC236}">
                  <a16:creationId xmlns:a16="http://schemas.microsoft.com/office/drawing/2014/main" id="{63127864-8DAE-4000-8F4C-F435623BDB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9" y="1280"/>
              <a:ext cx="176" cy="20"/>
            </a:xfrm>
            <a:custGeom>
              <a:avLst/>
              <a:gdLst>
                <a:gd name="T0" fmla="*/ 370 w 109"/>
                <a:gd name="T1" fmla="*/ 5 h 12"/>
                <a:gd name="T2" fmla="*/ 207 w 109"/>
                <a:gd name="T3" fmla="*/ 28 h 12"/>
                <a:gd name="T4" fmla="*/ 149 w 109"/>
                <a:gd name="T5" fmla="*/ 37 h 12"/>
                <a:gd name="T6" fmla="*/ 0 w 109"/>
                <a:gd name="T7" fmla="*/ 47 h 12"/>
                <a:gd name="T8" fmla="*/ 152 w 109"/>
                <a:gd name="T9" fmla="*/ 47 h 12"/>
                <a:gd name="T10" fmla="*/ 207 w 109"/>
                <a:gd name="T11" fmla="*/ 37 h 12"/>
                <a:gd name="T12" fmla="*/ 370 w 109"/>
                <a:gd name="T13" fmla="*/ 13 h 12"/>
                <a:gd name="T14" fmla="*/ 417 w 109"/>
                <a:gd name="T15" fmla="*/ 8 h 12"/>
                <a:gd name="T16" fmla="*/ 459 w 109"/>
                <a:gd name="T17" fmla="*/ 5 h 12"/>
                <a:gd name="T18" fmla="*/ 417 w 109"/>
                <a:gd name="T19" fmla="*/ 0 h 12"/>
                <a:gd name="T20" fmla="*/ 370 w 109"/>
                <a:gd name="T21" fmla="*/ 5 h 1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09" h="12">
                  <a:moveTo>
                    <a:pt x="88" y="1"/>
                  </a:moveTo>
                  <a:cubicBezTo>
                    <a:pt x="74" y="2"/>
                    <a:pt x="60" y="4"/>
                    <a:pt x="49" y="6"/>
                  </a:cubicBezTo>
                  <a:cubicBezTo>
                    <a:pt x="35" y="8"/>
                    <a:pt x="35" y="8"/>
                    <a:pt x="35" y="8"/>
                  </a:cubicBezTo>
                  <a:cubicBezTo>
                    <a:pt x="23" y="10"/>
                    <a:pt x="8" y="11"/>
                    <a:pt x="0" y="10"/>
                  </a:cubicBezTo>
                  <a:cubicBezTo>
                    <a:pt x="8" y="11"/>
                    <a:pt x="24" y="12"/>
                    <a:pt x="36" y="10"/>
                  </a:cubicBezTo>
                  <a:cubicBezTo>
                    <a:pt x="49" y="8"/>
                    <a:pt x="49" y="8"/>
                    <a:pt x="49" y="8"/>
                  </a:cubicBezTo>
                  <a:cubicBezTo>
                    <a:pt x="60" y="6"/>
                    <a:pt x="75" y="4"/>
                    <a:pt x="88" y="3"/>
                  </a:cubicBezTo>
                  <a:cubicBezTo>
                    <a:pt x="92" y="2"/>
                    <a:pt x="98" y="2"/>
                    <a:pt x="99" y="2"/>
                  </a:cubicBezTo>
                  <a:cubicBezTo>
                    <a:pt x="99" y="2"/>
                    <a:pt x="109" y="1"/>
                    <a:pt x="109" y="1"/>
                  </a:cubicBezTo>
                  <a:cubicBezTo>
                    <a:pt x="99" y="0"/>
                    <a:pt x="99" y="0"/>
                    <a:pt x="99" y="0"/>
                  </a:cubicBezTo>
                  <a:cubicBezTo>
                    <a:pt x="98" y="0"/>
                    <a:pt x="92" y="0"/>
                    <a:pt x="88" y="1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142" name="Freeform 629">
              <a:extLst>
                <a:ext uri="{FF2B5EF4-FFF2-40B4-BE49-F238E27FC236}">
                  <a16:creationId xmlns:a16="http://schemas.microsoft.com/office/drawing/2014/main" id="{38319AEB-8AD8-41B1-83FF-A189624329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9" y="2538"/>
              <a:ext cx="8" cy="139"/>
            </a:xfrm>
            <a:custGeom>
              <a:avLst/>
              <a:gdLst>
                <a:gd name="T0" fmla="*/ 5 w 5"/>
                <a:gd name="T1" fmla="*/ 364 h 86"/>
                <a:gd name="T2" fmla="*/ 16 w 5"/>
                <a:gd name="T3" fmla="*/ 152 h 86"/>
                <a:gd name="T4" fmla="*/ 21 w 5"/>
                <a:gd name="T5" fmla="*/ 0 h 8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86">
                  <a:moveTo>
                    <a:pt x="1" y="86"/>
                  </a:moveTo>
                  <a:cubicBezTo>
                    <a:pt x="0" y="79"/>
                    <a:pt x="4" y="44"/>
                    <a:pt x="4" y="36"/>
                  </a:cubicBezTo>
                  <a:cubicBezTo>
                    <a:pt x="4" y="30"/>
                    <a:pt x="5" y="11"/>
                    <a:pt x="5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143" name="Freeform 630">
              <a:extLst>
                <a:ext uri="{FF2B5EF4-FFF2-40B4-BE49-F238E27FC236}">
                  <a16:creationId xmlns:a16="http://schemas.microsoft.com/office/drawing/2014/main" id="{552B42DA-A2AE-400A-AC38-73208324BF9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8" y="2547"/>
              <a:ext cx="5" cy="123"/>
            </a:xfrm>
            <a:custGeom>
              <a:avLst/>
              <a:gdLst>
                <a:gd name="T0" fmla="*/ 5 w 3"/>
                <a:gd name="T1" fmla="*/ 313 h 77"/>
                <a:gd name="T2" fmla="*/ 13 w 3"/>
                <a:gd name="T3" fmla="*/ 110 h 77"/>
                <a:gd name="T4" fmla="*/ 5 w 3"/>
                <a:gd name="T5" fmla="*/ 0 h 7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77">
                  <a:moveTo>
                    <a:pt x="1" y="77"/>
                  </a:moveTo>
                  <a:cubicBezTo>
                    <a:pt x="0" y="72"/>
                    <a:pt x="3" y="38"/>
                    <a:pt x="3" y="27"/>
                  </a:cubicBezTo>
                  <a:cubicBezTo>
                    <a:pt x="2" y="19"/>
                    <a:pt x="1" y="8"/>
                    <a:pt x="1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144" name="Freeform 631">
              <a:extLst>
                <a:ext uri="{FF2B5EF4-FFF2-40B4-BE49-F238E27FC236}">
                  <a16:creationId xmlns:a16="http://schemas.microsoft.com/office/drawing/2014/main" id="{F19A3157-5EF1-454F-BB47-333B9EC43D8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1" y="2534"/>
              <a:ext cx="8" cy="119"/>
            </a:xfrm>
            <a:custGeom>
              <a:avLst/>
              <a:gdLst>
                <a:gd name="T0" fmla="*/ 21 w 5"/>
                <a:gd name="T1" fmla="*/ 307 h 74"/>
                <a:gd name="T2" fmla="*/ 8 w 5"/>
                <a:gd name="T3" fmla="*/ 90 h 74"/>
                <a:gd name="T4" fmla="*/ 5 w 5"/>
                <a:gd name="T5" fmla="*/ 0 h 7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74">
                  <a:moveTo>
                    <a:pt x="5" y="74"/>
                  </a:moveTo>
                  <a:cubicBezTo>
                    <a:pt x="5" y="74"/>
                    <a:pt x="4" y="34"/>
                    <a:pt x="2" y="22"/>
                  </a:cubicBezTo>
                  <a:cubicBezTo>
                    <a:pt x="0" y="13"/>
                    <a:pt x="0" y="7"/>
                    <a:pt x="1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145" name="Freeform 632">
              <a:extLst>
                <a:ext uri="{FF2B5EF4-FFF2-40B4-BE49-F238E27FC236}">
                  <a16:creationId xmlns:a16="http://schemas.microsoft.com/office/drawing/2014/main" id="{EA679B51-3E8C-41C0-8718-E9058F98C2E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7" y="2489"/>
              <a:ext cx="14" cy="12"/>
            </a:xfrm>
            <a:custGeom>
              <a:avLst/>
              <a:gdLst>
                <a:gd name="T0" fmla="*/ 34 w 9"/>
                <a:gd name="T1" fmla="*/ 27 h 8"/>
                <a:gd name="T2" fmla="*/ 0 w 9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8">
                  <a:moveTo>
                    <a:pt x="9" y="8"/>
                  </a:moveTo>
                  <a:cubicBezTo>
                    <a:pt x="6" y="5"/>
                    <a:pt x="3" y="3"/>
                    <a:pt x="0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146" name="Freeform 633">
              <a:extLst>
                <a:ext uri="{FF2B5EF4-FFF2-40B4-BE49-F238E27FC236}">
                  <a16:creationId xmlns:a16="http://schemas.microsoft.com/office/drawing/2014/main" id="{4B5CE7EB-F19D-4A42-82C1-314617E34B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9" y="1921"/>
              <a:ext cx="61" cy="35"/>
            </a:xfrm>
            <a:custGeom>
              <a:avLst/>
              <a:gdLst>
                <a:gd name="T0" fmla="*/ 0 w 38"/>
                <a:gd name="T1" fmla="*/ 0 h 22"/>
                <a:gd name="T2" fmla="*/ 0 w 38"/>
                <a:gd name="T3" fmla="*/ 0 h 22"/>
                <a:gd name="T4" fmla="*/ 75 w 38"/>
                <a:gd name="T5" fmla="*/ 46 h 22"/>
                <a:gd name="T6" fmla="*/ 141 w 38"/>
                <a:gd name="T7" fmla="*/ 84 h 22"/>
                <a:gd name="T8" fmla="*/ 157 w 38"/>
                <a:gd name="T9" fmla="*/ 73 h 22"/>
                <a:gd name="T10" fmla="*/ 141 w 38"/>
                <a:gd name="T11" fmla="*/ 81 h 22"/>
                <a:gd name="T12" fmla="*/ 75 w 38"/>
                <a:gd name="T13" fmla="*/ 46 h 22"/>
                <a:gd name="T14" fmla="*/ 0 w 38"/>
                <a:gd name="T15" fmla="*/ 0 h 2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8" h="22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6" y="0"/>
                    <a:pt x="12" y="6"/>
                    <a:pt x="18" y="11"/>
                  </a:cubicBezTo>
                  <a:cubicBezTo>
                    <a:pt x="24" y="17"/>
                    <a:pt x="29" y="22"/>
                    <a:pt x="34" y="21"/>
                  </a:cubicBezTo>
                  <a:cubicBezTo>
                    <a:pt x="36" y="21"/>
                    <a:pt x="37" y="20"/>
                    <a:pt x="38" y="18"/>
                  </a:cubicBezTo>
                  <a:cubicBezTo>
                    <a:pt x="37" y="20"/>
                    <a:pt x="35" y="20"/>
                    <a:pt x="34" y="20"/>
                  </a:cubicBezTo>
                  <a:cubicBezTo>
                    <a:pt x="30" y="21"/>
                    <a:pt x="24" y="16"/>
                    <a:pt x="18" y="11"/>
                  </a:cubicBezTo>
                  <a:cubicBezTo>
                    <a:pt x="12" y="5"/>
                    <a:pt x="6" y="0"/>
                    <a:pt x="0" y="0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147" name="Freeform 634">
              <a:extLst>
                <a:ext uri="{FF2B5EF4-FFF2-40B4-BE49-F238E27FC236}">
                  <a16:creationId xmlns:a16="http://schemas.microsoft.com/office/drawing/2014/main" id="{34B78B79-A4CF-476A-9130-F0FD4BD7DD9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8" y="1626"/>
              <a:ext cx="204" cy="34"/>
            </a:xfrm>
            <a:custGeom>
              <a:avLst/>
              <a:gdLst>
                <a:gd name="T0" fmla="*/ 124 w 127"/>
                <a:gd name="T1" fmla="*/ 34 h 21"/>
                <a:gd name="T2" fmla="*/ 0 w 127"/>
                <a:gd name="T3" fmla="*/ 21 h 21"/>
                <a:gd name="T4" fmla="*/ 120 w 127"/>
                <a:gd name="T5" fmla="*/ 42 h 21"/>
                <a:gd name="T6" fmla="*/ 527 w 127"/>
                <a:gd name="T7" fmla="*/ 0 h 21"/>
                <a:gd name="T8" fmla="*/ 124 w 127"/>
                <a:gd name="T9" fmla="*/ 34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7" h="21">
                  <a:moveTo>
                    <a:pt x="30" y="8"/>
                  </a:moveTo>
                  <a:cubicBezTo>
                    <a:pt x="19" y="6"/>
                    <a:pt x="9" y="5"/>
                    <a:pt x="0" y="5"/>
                  </a:cubicBezTo>
                  <a:cubicBezTo>
                    <a:pt x="9" y="5"/>
                    <a:pt x="19" y="8"/>
                    <a:pt x="29" y="10"/>
                  </a:cubicBezTo>
                  <a:cubicBezTo>
                    <a:pt x="64" y="15"/>
                    <a:pt x="102" y="21"/>
                    <a:pt x="127" y="0"/>
                  </a:cubicBezTo>
                  <a:cubicBezTo>
                    <a:pt x="103" y="20"/>
                    <a:pt x="64" y="13"/>
                    <a:pt x="30" y="8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148" name="Freeform 635">
              <a:extLst>
                <a:ext uri="{FF2B5EF4-FFF2-40B4-BE49-F238E27FC236}">
                  <a16:creationId xmlns:a16="http://schemas.microsoft.com/office/drawing/2014/main" id="{E9BDE1CB-5197-4085-A385-E58C771C8E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3" y="886"/>
              <a:ext cx="62" cy="18"/>
            </a:xfrm>
            <a:custGeom>
              <a:avLst/>
              <a:gdLst>
                <a:gd name="T0" fmla="*/ 165 w 38"/>
                <a:gd name="T1" fmla="*/ 47 h 11"/>
                <a:gd name="T2" fmla="*/ 0 w 38"/>
                <a:gd name="T3" fmla="*/ 43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8" h="11">
                  <a:moveTo>
                    <a:pt x="38" y="11"/>
                  </a:moveTo>
                  <a:cubicBezTo>
                    <a:pt x="28" y="2"/>
                    <a:pt x="11" y="0"/>
                    <a:pt x="0" y="1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149" name="Freeform 636">
              <a:extLst>
                <a:ext uri="{FF2B5EF4-FFF2-40B4-BE49-F238E27FC236}">
                  <a16:creationId xmlns:a16="http://schemas.microsoft.com/office/drawing/2014/main" id="{CB4A2386-191F-4E53-AB90-94CF6C2BC8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2" y="886"/>
              <a:ext cx="61" cy="18"/>
            </a:xfrm>
            <a:custGeom>
              <a:avLst/>
              <a:gdLst>
                <a:gd name="T0" fmla="*/ 0 w 38"/>
                <a:gd name="T1" fmla="*/ 47 h 11"/>
                <a:gd name="T2" fmla="*/ 157 w 38"/>
                <a:gd name="T3" fmla="*/ 43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8" h="11">
                  <a:moveTo>
                    <a:pt x="0" y="11"/>
                  </a:moveTo>
                  <a:cubicBezTo>
                    <a:pt x="10" y="2"/>
                    <a:pt x="27" y="0"/>
                    <a:pt x="38" y="1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150" name="Freeform 637">
              <a:extLst>
                <a:ext uri="{FF2B5EF4-FFF2-40B4-BE49-F238E27FC236}">
                  <a16:creationId xmlns:a16="http://schemas.microsoft.com/office/drawing/2014/main" id="{EB0CA5C9-1AB7-4F0C-8DE4-CC28D7B266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9" y="865"/>
              <a:ext cx="350" cy="285"/>
            </a:xfrm>
            <a:custGeom>
              <a:avLst/>
              <a:gdLst>
                <a:gd name="T0" fmla="*/ 76 w 217"/>
                <a:gd name="T1" fmla="*/ 166 h 177"/>
                <a:gd name="T2" fmla="*/ 55 w 217"/>
                <a:gd name="T3" fmla="*/ 76 h 177"/>
                <a:gd name="T4" fmla="*/ 47 w 217"/>
                <a:gd name="T5" fmla="*/ 42 h 177"/>
                <a:gd name="T6" fmla="*/ 42 w 217"/>
                <a:gd name="T7" fmla="*/ 26 h 177"/>
                <a:gd name="T8" fmla="*/ 42 w 217"/>
                <a:gd name="T9" fmla="*/ 21 h 177"/>
                <a:gd name="T10" fmla="*/ 29 w 217"/>
                <a:gd name="T11" fmla="*/ 8 h 177"/>
                <a:gd name="T12" fmla="*/ 0 w 217"/>
                <a:gd name="T13" fmla="*/ 42 h 177"/>
                <a:gd name="T14" fmla="*/ 21 w 217"/>
                <a:gd name="T15" fmla="*/ 124 h 177"/>
                <a:gd name="T16" fmla="*/ 39 w 217"/>
                <a:gd name="T17" fmla="*/ 213 h 177"/>
                <a:gd name="T18" fmla="*/ 50 w 217"/>
                <a:gd name="T19" fmla="*/ 272 h 177"/>
                <a:gd name="T20" fmla="*/ 76 w 217"/>
                <a:gd name="T21" fmla="*/ 314 h 177"/>
                <a:gd name="T22" fmla="*/ 115 w 217"/>
                <a:gd name="T23" fmla="*/ 343 h 177"/>
                <a:gd name="T24" fmla="*/ 145 w 217"/>
                <a:gd name="T25" fmla="*/ 501 h 177"/>
                <a:gd name="T26" fmla="*/ 294 w 217"/>
                <a:gd name="T27" fmla="*/ 668 h 177"/>
                <a:gd name="T28" fmla="*/ 453 w 217"/>
                <a:gd name="T29" fmla="*/ 739 h 177"/>
                <a:gd name="T30" fmla="*/ 616 w 217"/>
                <a:gd name="T31" fmla="*/ 668 h 177"/>
                <a:gd name="T32" fmla="*/ 765 w 217"/>
                <a:gd name="T33" fmla="*/ 501 h 177"/>
                <a:gd name="T34" fmla="*/ 797 w 217"/>
                <a:gd name="T35" fmla="*/ 343 h 177"/>
                <a:gd name="T36" fmla="*/ 840 w 217"/>
                <a:gd name="T37" fmla="*/ 314 h 177"/>
                <a:gd name="T38" fmla="*/ 861 w 217"/>
                <a:gd name="T39" fmla="*/ 272 h 177"/>
                <a:gd name="T40" fmla="*/ 877 w 217"/>
                <a:gd name="T41" fmla="*/ 213 h 177"/>
                <a:gd name="T42" fmla="*/ 895 w 217"/>
                <a:gd name="T43" fmla="*/ 124 h 177"/>
                <a:gd name="T44" fmla="*/ 911 w 217"/>
                <a:gd name="T45" fmla="*/ 42 h 177"/>
                <a:gd name="T46" fmla="*/ 903 w 217"/>
                <a:gd name="T47" fmla="*/ 8 h 177"/>
                <a:gd name="T48" fmla="*/ 895 w 217"/>
                <a:gd name="T49" fmla="*/ 8 h 177"/>
                <a:gd name="T50" fmla="*/ 884 w 217"/>
                <a:gd name="T51" fmla="*/ 8 h 177"/>
                <a:gd name="T52" fmla="*/ 856 w 217"/>
                <a:gd name="T53" fmla="*/ 101 h 177"/>
                <a:gd name="T54" fmla="*/ 848 w 217"/>
                <a:gd name="T55" fmla="*/ 124 h 177"/>
                <a:gd name="T56" fmla="*/ 827 w 217"/>
                <a:gd name="T57" fmla="*/ 179 h 177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217" h="177">
                  <a:moveTo>
                    <a:pt x="18" y="40"/>
                  </a:moveTo>
                  <a:cubicBezTo>
                    <a:pt x="16" y="32"/>
                    <a:pt x="13" y="18"/>
                    <a:pt x="13" y="18"/>
                  </a:cubicBezTo>
                  <a:cubicBezTo>
                    <a:pt x="13" y="18"/>
                    <a:pt x="12" y="14"/>
                    <a:pt x="11" y="10"/>
                  </a:cubicBezTo>
                  <a:cubicBezTo>
                    <a:pt x="10" y="8"/>
                    <a:pt x="10" y="7"/>
                    <a:pt x="10" y="6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9" y="4"/>
                    <a:pt x="7" y="2"/>
                    <a:pt x="7" y="2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15"/>
                    <a:pt x="5" y="26"/>
                    <a:pt x="5" y="30"/>
                  </a:cubicBezTo>
                  <a:cubicBezTo>
                    <a:pt x="5" y="34"/>
                    <a:pt x="6" y="45"/>
                    <a:pt x="9" y="51"/>
                  </a:cubicBezTo>
                  <a:cubicBezTo>
                    <a:pt x="11" y="58"/>
                    <a:pt x="10" y="61"/>
                    <a:pt x="12" y="65"/>
                  </a:cubicBezTo>
                  <a:cubicBezTo>
                    <a:pt x="15" y="69"/>
                    <a:pt x="16" y="72"/>
                    <a:pt x="18" y="75"/>
                  </a:cubicBezTo>
                  <a:cubicBezTo>
                    <a:pt x="20" y="78"/>
                    <a:pt x="25" y="82"/>
                    <a:pt x="27" y="82"/>
                  </a:cubicBezTo>
                  <a:cubicBezTo>
                    <a:pt x="28" y="92"/>
                    <a:pt x="30" y="112"/>
                    <a:pt x="35" y="120"/>
                  </a:cubicBezTo>
                  <a:cubicBezTo>
                    <a:pt x="39" y="129"/>
                    <a:pt x="57" y="151"/>
                    <a:pt x="70" y="160"/>
                  </a:cubicBezTo>
                  <a:cubicBezTo>
                    <a:pt x="81" y="168"/>
                    <a:pt x="88" y="176"/>
                    <a:pt x="108" y="177"/>
                  </a:cubicBezTo>
                  <a:cubicBezTo>
                    <a:pt x="129" y="176"/>
                    <a:pt x="136" y="168"/>
                    <a:pt x="147" y="160"/>
                  </a:cubicBezTo>
                  <a:cubicBezTo>
                    <a:pt x="159" y="151"/>
                    <a:pt x="178" y="130"/>
                    <a:pt x="182" y="120"/>
                  </a:cubicBezTo>
                  <a:cubicBezTo>
                    <a:pt x="186" y="110"/>
                    <a:pt x="190" y="92"/>
                    <a:pt x="190" y="82"/>
                  </a:cubicBezTo>
                  <a:cubicBezTo>
                    <a:pt x="193" y="82"/>
                    <a:pt x="198" y="78"/>
                    <a:pt x="200" y="75"/>
                  </a:cubicBezTo>
                  <a:cubicBezTo>
                    <a:pt x="202" y="72"/>
                    <a:pt x="203" y="69"/>
                    <a:pt x="205" y="65"/>
                  </a:cubicBezTo>
                  <a:cubicBezTo>
                    <a:pt x="208" y="61"/>
                    <a:pt x="207" y="58"/>
                    <a:pt x="209" y="51"/>
                  </a:cubicBezTo>
                  <a:cubicBezTo>
                    <a:pt x="211" y="45"/>
                    <a:pt x="213" y="34"/>
                    <a:pt x="213" y="30"/>
                  </a:cubicBezTo>
                  <a:cubicBezTo>
                    <a:pt x="213" y="26"/>
                    <a:pt x="217" y="15"/>
                    <a:pt x="217" y="10"/>
                  </a:cubicBezTo>
                  <a:cubicBezTo>
                    <a:pt x="217" y="6"/>
                    <a:pt x="216" y="4"/>
                    <a:pt x="215" y="2"/>
                  </a:cubicBezTo>
                  <a:cubicBezTo>
                    <a:pt x="214" y="2"/>
                    <a:pt x="214" y="2"/>
                    <a:pt x="213" y="2"/>
                  </a:cubicBezTo>
                  <a:cubicBezTo>
                    <a:pt x="212" y="2"/>
                    <a:pt x="212" y="2"/>
                    <a:pt x="211" y="2"/>
                  </a:cubicBezTo>
                  <a:cubicBezTo>
                    <a:pt x="204" y="24"/>
                    <a:pt x="204" y="24"/>
                    <a:pt x="204" y="24"/>
                  </a:cubicBezTo>
                  <a:cubicBezTo>
                    <a:pt x="202" y="30"/>
                    <a:pt x="202" y="30"/>
                    <a:pt x="202" y="30"/>
                  </a:cubicBezTo>
                  <a:cubicBezTo>
                    <a:pt x="201" y="36"/>
                    <a:pt x="197" y="43"/>
                    <a:pt x="197" y="43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151" name="Freeform 638">
              <a:extLst>
                <a:ext uri="{FF2B5EF4-FFF2-40B4-BE49-F238E27FC236}">
                  <a16:creationId xmlns:a16="http://schemas.microsoft.com/office/drawing/2014/main" id="{1AA0EC47-D71A-42BE-A863-78FDF65F66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5" y="1060"/>
              <a:ext cx="1318" cy="3018"/>
            </a:xfrm>
            <a:custGeom>
              <a:avLst/>
              <a:gdLst>
                <a:gd name="T0" fmla="*/ 986 w 819"/>
                <a:gd name="T1" fmla="*/ 479 h 1876"/>
                <a:gd name="T2" fmla="*/ 507 w 819"/>
                <a:gd name="T3" fmla="*/ 1306 h 1876"/>
                <a:gd name="T4" fmla="*/ 341 w 819"/>
                <a:gd name="T5" fmla="*/ 2899 h 1876"/>
                <a:gd name="T6" fmla="*/ 293 w 819"/>
                <a:gd name="T7" fmla="*/ 3367 h 1876"/>
                <a:gd name="T8" fmla="*/ 29 w 819"/>
                <a:gd name="T9" fmla="*/ 3851 h 1876"/>
                <a:gd name="T10" fmla="*/ 212 w 819"/>
                <a:gd name="T11" fmla="*/ 3729 h 1876"/>
                <a:gd name="T12" fmla="*/ 294 w 819"/>
                <a:gd name="T13" fmla="*/ 4157 h 1876"/>
                <a:gd name="T14" fmla="*/ 451 w 819"/>
                <a:gd name="T15" fmla="*/ 4171 h 1876"/>
                <a:gd name="T16" fmla="*/ 549 w 819"/>
                <a:gd name="T17" fmla="*/ 4133 h 1876"/>
                <a:gd name="T18" fmla="*/ 658 w 819"/>
                <a:gd name="T19" fmla="*/ 3734 h 1876"/>
                <a:gd name="T20" fmla="*/ 621 w 819"/>
                <a:gd name="T21" fmla="*/ 3185 h 1876"/>
                <a:gd name="T22" fmla="*/ 883 w 819"/>
                <a:gd name="T23" fmla="*/ 1819 h 1876"/>
                <a:gd name="T24" fmla="*/ 901 w 819"/>
                <a:gd name="T25" fmla="*/ 1644 h 1876"/>
                <a:gd name="T26" fmla="*/ 1004 w 819"/>
                <a:gd name="T27" fmla="*/ 2743 h 1876"/>
                <a:gd name="T28" fmla="*/ 1017 w 819"/>
                <a:gd name="T29" fmla="*/ 5029 h 1876"/>
                <a:gd name="T30" fmla="*/ 1083 w 819"/>
                <a:gd name="T31" fmla="*/ 6198 h 1876"/>
                <a:gd name="T32" fmla="*/ 1295 w 819"/>
                <a:gd name="T33" fmla="*/ 7283 h 1876"/>
                <a:gd name="T34" fmla="*/ 1054 w 819"/>
                <a:gd name="T35" fmla="*/ 7606 h 1876"/>
                <a:gd name="T36" fmla="*/ 1046 w 819"/>
                <a:gd name="T37" fmla="*/ 7690 h 1876"/>
                <a:gd name="T38" fmla="*/ 1114 w 819"/>
                <a:gd name="T39" fmla="*/ 7730 h 1876"/>
                <a:gd name="T40" fmla="*/ 1342 w 819"/>
                <a:gd name="T41" fmla="*/ 7762 h 1876"/>
                <a:gd name="T42" fmla="*/ 1593 w 819"/>
                <a:gd name="T43" fmla="*/ 7661 h 1876"/>
                <a:gd name="T44" fmla="*/ 1606 w 819"/>
                <a:gd name="T45" fmla="*/ 7215 h 1876"/>
                <a:gd name="T46" fmla="*/ 1627 w 819"/>
                <a:gd name="T47" fmla="*/ 6046 h 1876"/>
                <a:gd name="T48" fmla="*/ 1658 w 819"/>
                <a:gd name="T49" fmla="*/ 4516 h 1876"/>
                <a:gd name="T50" fmla="*/ 1756 w 819"/>
                <a:gd name="T51" fmla="*/ 4516 h 1876"/>
                <a:gd name="T52" fmla="*/ 1785 w 819"/>
                <a:gd name="T53" fmla="*/ 6046 h 1876"/>
                <a:gd name="T54" fmla="*/ 1807 w 819"/>
                <a:gd name="T55" fmla="*/ 7215 h 1876"/>
                <a:gd name="T56" fmla="*/ 1820 w 819"/>
                <a:gd name="T57" fmla="*/ 7661 h 1876"/>
                <a:gd name="T58" fmla="*/ 2071 w 819"/>
                <a:gd name="T59" fmla="*/ 7762 h 1876"/>
                <a:gd name="T60" fmla="*/ 2300 w 819"/>
                <a:gd name="T61" fmla="*/ 7730 h 1876"/>
                <a:gd name="T62" fmla="*/ 2367 w 819"/>
                <a:gd name="T63" fmla="*/ 7690 h 1876"/>
                <a:gd name="T64" fmla="*/ 2359 w 819"/>
                <a:gd name="T65" fmla="*/ 7606 h 1876"/>
                <a:gd name="T66" fmla="*/ 2118 w 819"/>
                <a:gd name="T67" fmla="*/ 7283 h 1876"/>
                <a:gd name="T68" fmla="*/ 2330 w 819"/>
                <a:gd name="T69" fmla="*/ 6198 h 1876"/>
                <a:gd name="T70" fmla="*/ 2396 w 819"/>
                <a:gd name="T71" fmla="*/ 5029 h 1876"/>
                <a:gd name="T72" fmla="*/ 2512 w 819"/>
                <a:gd name="T73" fmla="*/ 3248 h 1876"/>
                <a:gd name="T74" fmla="*/ 2491 w 819"/>
                <a:gd name="T75" fmla="*/ 1879 h 1876"/>
                <a:gd name="T76" fmla="*/ 2522 w 819"/>
                <a:gd name="T77" fmla="*/ 1731 h 1876"/>
                <a:gd name="T78" fmla="*/ 2593 w 819"/>
                <a:gd name="T79" fmla="*/ 2606 h 1876"/>
                <a:gd name="T80" fmla="*/ 2797 w 819"/>
                <a:gd name="T81" fmla="*/ 3419 h 1876"/>
                <a:gd name="T82" fmla="*/ 2813 w 819"/>
                <a:gd name="T83" fmla="*/ 4009 h 1876"/>
                <a:gd name="T84" fmla="*/ 2934 w 819"/>
                <a:gd name="T85" fmla="*/ 4197 h 1876"/>
                <a:gd name="T86" fmla="*/ 3043 w 819"/>
                <a:gd name="T87" fmla="*/ 4188 h 1876"/>
                <a:gd name="T88" fmla="*/ 3167 w 819"/>
                <a:gd name="T89" fmla="*/ 3869 h 1876"/>
                <a:gd name="T90" fmla="*/ 3363 w 819"/>
                <a:gd name="T91" fmla="*/ 3925 h 1876"/>
                <a:gd name="T92" fmla="*/ 3285 w 819"/>
                <a:gd name="T93" fmla="*/ 3584 h 1876"/>
                <a:gd name="T94" fmla="*/ 3087 w 819"/>
                <a:gd name="T95" fmla="*/ 3113 h 1876"/>
                <a:gd name="T96" fmla="*/ 2976 w 819"/>
                <a:gd name="T97" fmla="*/ 1914 h 1876"/>
                <a:gd name="T98" fmla="*/ 2622 w 819"/>
                <a:gd name="T99" fmla="*/ 541 h 1876"/>
                <a:gd name="T100" fmla="*/ 2010 w 819"/>
                <a:gd name="T101" fmla="*/ 0 h 187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819" h="1876">
                  <a:moveTo>
                    <a:pt x="337" y="1"/>
                  </a:moveTo>
                  <a:cubicBezTo>
                    <a:pt x="337" y="17"/>
                    <a:pt x="342" y="78"/>
                    <a:pt x="307" y="85"/>
                  </a:cubicBezTo>
                  <a:cubicBezTo>
                    <a:pt x="292" y="87"/>
                    <a:pt x="244" y="109"/>
                    <a:pt x="237" y="115"/>
                  </a:cubicBezTo>
                  <a:cubicBezTo>
                    <a:pt x="227" y="125"/>
                    <a:pt x="205" y="126"/>
                    <a:pt x="191" y="130"/>
                  </a:cubicBezTo>
                  <a:cubicBezTo>
                    <a:pt x="176" y="133"/>
                    <a:pt x="146" y="149"/>
                    <a:pt x="132" y="212"/>
                  </a:cubicBezTo>
                  <a:cubicBezTo>
                    <a:pt x="125" y="242"/>
                    <a:pt x="118" y="279"/>
                    <a:pt x="122" y="314"/>
                  </a:cubicBezTo>
                  <a:cubicBezTo>
                    <a:pt x="124" y="338"/>
                    <a:pt x="106" y="382"/>
                    <a:pt x="105" y="460"/>
                  </a:cubicBezTo>
                  <a:cubicBezTo>
                    <a:pt x="105" y="488"/>
                    <a:pt x="102" y="508"/>
                    <a:pt x="99" y="521"/>
                  </a:cubicBezTo>
                  <a:cubicBezTo>
                    <a:pt x="83" y="560"/>
                    <a:pt x="83" y="669"/>
                    <a:pt x="82" y="696"/>
                  </a:cubicBezTo>
                  <a:cubicBezTo>
                    <a:pt x="81" y="712"/>
                    <a:pt x="81" y="736"/>
                    <a:pt x="78" y="748"/>
                  </a:cubicBezTo>
                  <a:cubicBezTo>
                    <a:pt x="75" y="760"/>
                    <a:pt x="77" y="770"/>
                    <a:pt x="74" y="780"/>
                  </a:cubicBezTo>
                  <a:cubicBezTo>
                    <a:pt x="71" y="791"/>
                    <a:pt x="73" y="805"/>
                    <a:pt x="70" y="809"/>
                  </a:cubicBezTo>
                  <a:cubicBezTo>
                    <a:pt x="64" y="815"/>
                    <a:pt x="39" y="852"/>
                    <a:pt x="32" y="861"/>
                  </a:cubicBezTo>
                  <a:cubicBezTo>
                    <a:pt x="26" y="869"/>
                    <a:pt x="19" y="894"/>
                    <a:pt x="15" y="899"/>
                  </a:cubicBezTo>
                  <a:cubicBezTo>
                    <a:pt x="12" y="903"/>
                    <a:pt x="11" y="915"/>
                    <a:pt x="7" y="925"/>
                  </a:cubicBezTo>
                  <a:cubicBezTo>
                    <a:pt x="3" y="935"/>
                    <a:pt x="0" y="943"/>
                    <a:pt x="13" y="943"/>
                  </a:cubicBezTo>
                  <a:cubicBezTo>
                    <a:pt x="22" y="942"/>
                    <a:pt x="34" y="925"/>
                    <a:pt x="35" y="913"/>
                  </a:cubicBezTo>
                  <a:cubicBezTo>
                    <a:pt x="39" y="912"/>
                    <a:pt x="45" y="904"/>
                    <a:pt x="51" y="896"/>
                  </a:cubicBezTo>
                  <a:cubicBezTo>
                    <a:pt x="49" y="902"/>
                    <a:pt x="54" y="909"/>
                    <a:pt x="59" y="929"/>
                  </a:cubicBezTo>
                  <a:cubicBezTo>
                    <a:pt x="59" y="935"/>
                    <a:pt x="65" y="952"/>
                    <a:pt x="64" y="960"/>
                  </a:cubicBezTo>
                  <a:cubicBezTo>
                    <a:pt x="64" y="968"/>
                    <a:pt x="69" y="988"/>
                    <a:pt x="71" y="998"/>
                  </a:cubicBezTo>
                  <a:cubicBezTo>
                    <a:pt x="73" y="1009"/>
                    <a:pt x="83" y="1009"/>
                    <a:pt x="89" y="1006"/>
                  </a:cubicBezTo>
                  <a:cubicBezTo>
                    <a:pt x="89" y="1006"/>
                    <a:pt x="89" y="1015"/>
                    <a:pt x="98" y="1017"/>
                  </a:cubicBezTo>
                  <a:cubicBezTo>
                    <a:pt x="107" y="1018"/>
                    <a:pt x="108" y="1002"/>
                    <a:pt x="108" y="1002"/>
                  </a:cubicBezTo>
                  <a:cubicBezTo>
                    <a:pt x="108" y="1002"/>
                    <a:pt x="108" y="1008"/>
                    <a:pt x="115" y="1008"/>
                  </a:cubicBezTo>
                  <a:cubicBezTo>
                    <a:pt x="125" y="1009"/>
                    <a:pt x="127" y="989"/>
                    <a:pt x="127" y="989"/>
                  </a:cubicBezTo>
                  <a:cubicBezTo>
                    <a:pt x="127" y="991"/>
                    <a:pt x="127" y="993"/>
                    <a:pt x="132" y="993"/>
                  </a:cubicBezTo>
                  <a:cubicBezTo>
                    <a:pt x="138" y="992"/>
                    <a:pt x="142" y="971"/>
                    <a:pt x="144" y="963"/>
                  </a:cubicBezTo>
                  <a:cubicBezTo>
                    <a:pt x="146" y="954"/>
                    <a:pt x="150" y="946"/>
                    <a:pt x="151" y="939"/>
                  </a:cubicBezTo>
                  <a:cubicBezTo>
                    <a:pt x="151" y="933"/>
                    <a:pt x="152" y="929"/>
                    <a:pt x="158" y="897"/>
                  </a:cubicBezTo>
                  <a:cubicBezTo>
                    <a:pt x="164" y="865"/>
                    <a:pt x="145" y="832"/>
                    <a:pt x="148" y="821"/>
                  </a:cubicBezTo>
                  <a:cubicBezTo>
                    <a:pt x="151" y="811"/>
                    <a:pt x="141" y="794"/>
                    <a:pt x="142" y="791"/>
                  </a:cubicBezTo>
                  <a:cubicBezTo>
                    <a:pt x="144" y="789"/>
                    <a:pt x="147" y="776"/>
                    <a:pt x="149" y="765"/>
                  </a:cubicBezTo>
                  <a:cubicBezTo>
                    <a:pt x="151" y="753"/>
                    <a:pt x="193" y="650"/>
                    <a:pt x="197" y="626"/>
                  </a:cubicBezTo>
                  <a:cubicBezTo>
                    <a:pt x="206" y="582"/>
                    <a:pt x="205" y="562"/>
                    <a:pt x="201" y="532"/>
                  </a:cubicBezTo>
                  <a:cubicBezTo>
                    <a:pt x="201" y="509"/>
                    <a:pt x="210" y="448"/>
                    <a:pt x="212" y="437"/>
                  </a:cubicBezTo>
                  <a:cubicBezTo>
                    <a:pt x="213" y="435"/>
                    <a:pt x="213" y="423"/>
                    <a:pt x="214" y="416"/>
                  </a:cubicBezTo>
                  <a:cubicBezTo>
                    <a:pt x="215" y="412"/>
                    <a:pt x="215" y="404"/>
                    <a:pt x="216" y="394"/>
                  </a:cubicBezTo>
                  <a:cubicBezTo>
                    <a:pt x="216" y="395"/>
                    <a:pt x="216" y="395"/>
                    <a:pt x="216" y="395"/>
                  </a:cubicBezTo>
                  <a:cubicBezTo>
                    <a:pt x="216" y="406"/>
                    <a:pt x="219" y="424"/>
                    <a:pt x="221" y="451"/>
                  </a:cubicBezTo>
                  <a:cubicBezTo>
                    <a:pt x="220" y="474"/>
                    <a:pt x="231" y="516"/>
                    <a:pt x="232" y="537"/>
                  </a:cubicBezTo>
                  <a:cubicBezTo>
                    <a:pt x="230" y="544"/>
                    <a:pt x="241" y="659"/>
                    <a:pt x="241" y="659"/>
                  </a:cubicBezTo>
                  <a:cubicBezTo>
                    <a:pt x="236" y="666"/>
                    <a:pt x="217" y="753"/>
                    <a:pt x="216" y="780"/>
                  </a:cubicBezTo>
                  <a:cubicBezTo>
                    <a:pt x="214" y="793"/>
                    <a:pt x="219" y="811"/>
                    <a:pt x="218" y="841"/>
                  </a:cubicBezTo>
                  <a:cubicBezTo>
                    <a:pt x="216" y="877"/>
                    <a:pt x="184" y="1023"/>
                    <a:pt x="244" y="1208"/>
                  </a:cubicBezTo>
                  <a:cubicBezTo>
                    <a:pt x="247" y="1218"/>
                    <a:pt x="247" y="1255"/>
                    <a:pt x="251" y="1275"/>
                  </a:cubicBezTo>
                  <a:cubicBezTo>
                    <a:pt x="252" y="1280"/>
                    <a:pt x="262" y="1304"/>
                    <a:pt x="263" y="1335"/>
                  </a:cubicBezTo>
                  <a:cubicBezTo>
                    <a:pt x="264" y="1386"/>
                    <a:pt x="259" y="1453"/>
                    <a:pt x="260" y="1489"/>
                  </a:cubicBezTo>
                  <a:cubicBezTo>
                    <a:pt x="263" y="1549"/>
                    <a:pt x="288" y="1604"/>
                    <a:pt x="297" y="1642"/>
                  </a:cubicBezTo>
                  <a:cubicBezTo>
                    <a:pt x="307" y="1681"/>
                    <a:pt x="311" y="1711"/>
                    <a:pt x="309" y="1719"/>
                  </a:cubicBezTo>
                  <a:cubicBezTo>
                    <a:pt x="307" y="1725"/>
                    <a:pt x="305" y="1738"/>
                    <a:pt x="311" y="1749"/>
                  </a:cubicBezTo>
                  <a:cubicBezTo>
                    <a:pt x="311" y="1750"/>
                    <a:pt x="294" y="1788"/>
                    <a:pt x="284" y="1795"/>
                  </a:cubicBezTo>
                  <a:cubicBezTo>
                    <a:pt x="275" y="1802"/>
                    <a:pt x="273" y="1808"/>
                    <a:pt x="266" y="1812"/>
                  </a:cubicBezTo>
                  <a:cubicBezTo>
                    <a:pt x="259" y="1815"/>
                    <a:pt x="255" y="1819"/>
                    <a:pt x="253" y="1827"/>
                  </a:cubicBezTo>
                  <a:cubicBezTo>
                    <a:pt x="250" y="1833"/>
                    <a:pt x="243" y="1841"/>
                    <a:pt x="248" y="1846"/>
                  </a:cubicBezTo>
                  <a:cubicBezTo>
                    <a:pt x="249" y="1846"/>
                    <a:pt x="250" y="1847"/>
                    <a:pt x="251" y="1847"/>
                  </a:cubicBezTo>
                  <a:cubicBezTo>
                    <a:pt x="251" y="1847"/>
                    <a:pt x="251" y="1847"/>
                    <a:pt x="251" y="1847"/>
                  </a:cubicBezTo>
                  <a:cubicBezTo>
                    <a:pt x="251" y="1849"/>
                    <a:pt x="251" y="1851"/>
                    <a:pt x="252" y="1853"/>
                  </a:cubicBezTo>
                  <a:cubicBezTo>
                    <a:pt x="255" y="1858"/>
                    <a:pt x="260" y="1859"/>
                    <a:pt x="266" y="1858"/>
                  </a:cubicBezTo>
                  <a:cubicBezTo>
                    <a:pt x="267" y="1857"/>
                    <a:pt x="267" y="1857"/>
                    <a:pt x="267" y="1857"/>
                  </a:cubicBezTo>
                  <a:cubicBezTo>
                    <a:pt x="267" y="1859"/>
                    <a:pt x="268" y="1861"/>
                    <a:pt x="269" y="1863"/>
                  </a:cubicBezTo>
                  <a:cubicBezTo>
                    <a:pt x="274" y="1869"/>
                    <a:pt x="288" y="1872"/>
                    <a:pt x="294" y="1866"/>
                  </a:cubicBezTo>
                  <a:cubicBezTo>
                    <a:pt x="301" y="1871"/>
                    <a:pt x="316" y="1871"/>
                    <a:pt x="322" y="1864"/>
                  </a:cubicBezTo>
                  <a:cubicBezTo>
                    <a:pt x="326" y="1876"/>
                    <a:pt x="343" y="1874"/>
                    <a:pt x="353" y="1872"/>
                  </a:cubicBezTo>
                  <a:cubicBezTo>
                    <a:pt x="364" y="1870"/>
                    <a:pt x="368" y="1864"/>
                    <a:pt x="374" y="1859"/>
                  </a:cubicBezTo>
                  <a:cubicBezTo>
                    <a:pt x="380" y="1855"/>
                    <a:pt x="384" y="1851"/>
                    <a:pt x="382" y="1840"/>
                  </a:cubicBezTo>
                  <a:cubicBezTo>
                    <a:pt x="381" y="1829"/>
                    <a:pt x="382" y="1829"/>
                    <a:pt x="383" y="1816"/>
                  </a:cubicBezTo>
                  <a:cubicBezTo>
                    <a:pt x="384" y="1808"/>
                    <a:pt x="391" y="1806"/>
                    <a:pt x="392" y="1793"/>
                  </a:cubicBezTo>
                  <a:cubicBezTo>
                    <a:pt x="393" y="1783"/>
                    <a:pt x="384" y="1739"/>
                    <a:pt x="385" y="1733"/>
                  </a:cubicBezTo>
                  <a:cubicBezTo>
                    <a:pt x="387" y="1720"/>
                    <a:pt x="378" y="1709"/>
                    <a:pt x="375" y="1687"/>
                  </a:cubicBezTo>
                  <a:cubicBezTo>
                    <a:pt x="372" y="1664"/>
                    <a:pt x="380" y="1588"/>
                    <a:pt x="380" y="1574"/>
                  </a:cubicBezTo>
                  <a:cubicBezTo>
                    <a:pt x="380" y="1549"/>
                    <a:pt x="394" y="1505"/>
                    <a:pt x="390" y="1452"/>
                  </a:cubicBezTo>
                  <a:cubicBezTo>
                    <a:pt x="388" y="1421"/>
                    <a:pt x="373" y="1327"/>
                    <a:pt x="373" y="1305"/>
                  </a:cubicBezTo>
                  <a:cubicBezTo>
                    <a:pt x="373" y="1301"/>
                    <a:pt x="372" y="1278"/>
                    <a:pt x="374" y="1274"/>
                  </a:cubicBezTo>
                  <a:cubicBezTo>
                    <a:pt x="378" y="1260"/>
                    <a:pt x="398" y="1087"/>
                    <a:pt x="398" y="1085"/>
                  </a:cubicBezTo>
                  <a:cubicBezTo>
                    <a:pt x="400" y="1064"/>
                    <a:pt x="409" y="929"/>
                    <a:pt x="409" y="929"/>
                  </a:cubicBezTo>
                  <a:cubicBezTo>
                    <a:pt x="410" y="929"/>
                    <a:pt x="410" y="929"/>
                    <a:pt x="410" y="929"/>
                  </a:cubicBezTo>
                  <a:cubicBezTo>
                    <a:pt x="410" y="929"/>
                    <a:pt x="419" y="1064"/>
                    <a:pt x="421" y="1085"/>
                  </a:cubicBezTo>
                  <a:cubicBezTo>
                    <a:pt x="421" y="1087"/>
                    <a:pt x="441" y="1260"/>
                    <a:pt x="445" y="1274"/>
                  </a:cubicBezTo>
                  <a:cubicBezTo>
                    <a:pt x="447" y="1278"/>
                    <a:pt x="446" y="1301"/>
                    <a:pt x="446" y="1305"/>
                  </a:cubicBezTo>
                  <a:cubicBezTo>
                    <a:pt x="446" y="1327"/>
                    <a:pt x="431" y="1421"/>
                    <a:pt x="428" y="1452"/>
                  </a:cubicBezTo>
                  <a:cubicBezTo>
                    <a:pt x="425" y="1505"/>
                    <a:pt x="439" y="1549"/>
                    <a:pt x="439" y="1574"/>
                  </a:cubicBezTo>
                  <a:cubicBezTo>
                    <a:pt x="439" y="1588"/>
                    <a:pt x="447" y="1664"/>
                    <a:pt x="444" y="1687"/>
                  </a:cubicBezTo>
                  <a:cubicBezTo>
                    <a:pt x="441" y="1709"/>
                    <a:pt x="432" y="1720"/>
                    <a:pt x="434" y="1733"/>
                  </a:cubicBezTo>
                  <a:cubicBezTo>
                    <a:pt x="434" y="1739"/>
                    <a:pt x="426" y="1783"/>
                    <a:pt x="427" y="1793"/>
                  </a:cubicBezTo>
                  <a:cubicBezTo>
                    <a:pt x="428" y="1806"/>
                    <a:pt x="435" y="1808"/>
                    <a:pt x="436" y="1816"/>
                  </a:cubicBezTo>
                  <a:cubicBezTo>
                    <a:pt x="437" y="1829"/>
                    <a:pt x="438" y="1829"/>
                    <a:pt x="437" y="1840"/>
                  </a:cubicBezTo>
                  <a:cubicBezTo>
                    <a:pt x="435" y="1851"/>
                    <a:pt x="439" y="1855"/>
                    <a:pt x="445" y="1859"/>
                  </a:cubicBezTo>
                  <a:cubicBezTo>
                    <a:pt x="451" y="1864"/>
                    <a:pt x="455" y="1870"/>
                    <a:pt x="466" y="1872"/>
                  </a:cubicBezTo>
                  <a:cubicBezTo>
                    <a:pt x="476" y="1874"/>
                    <a:pt x="493" y="1876"/>
                    <a:pt x="497" y="1864"/>
                  </a:cubicBezTo>
                  <a:cubicBezTo>
                    <a:pt x="503" y="1871"/>
                    <a:pt x="518" y="1871"/>
                    <a:pt x="525" y="1866"/>
                  </a:cubicBezTo>
                  <a:cubicBezTo>
                    <a:pt x="531" y="1872"/>
                    <a:pt x="545" y="1869"/>
                    <a:pt x="550" y="1863"/>
                  </a:cubicBezTo>
                  <a:cubicBezTo>
                    <a:pt x="551" y="1861"/>
                    <a:pt x="552" y="1859"/>
                    <a:pt x="552" y="1857"/>
                  </a:cubicBezTo>
                  <a:cubicBezTo>
                    <a:pt x="553" y="1858"/>
                    <a:pt x="553" y="1858"/>
                    <a:pt x="553" y="1858"/>
                  </a:cubicBezTo>
                  <a:cubicBezTo>
                    <a:pt x="559" y="1859"/>
                    <a:pt x="566" y="1857"/>
                    <a:pt x="567" y="1853"/>
                  </a:cubicBezTo>
                  <a:cubicBezTo>
                    <a:pt x="568" y="1851"/>
                    <a:pt x="568" y="1849"/>
                    <a:pt x="568" y="1847"/>
                  </a:cubicBezTo>
                  <a:cubicBezTo>
                    <a:pt x="568" y="1847"/>
                    <a:pt x="568" y="1847"/>
                    <a:pt x="568" y="1847"/>
                  </a:cubicBezTo>
                  <a:cubicBezTo>
                    <a:pt x="569" y="1847"/>
                    <a:pt x="570" y="1846"/>
                    <a:pt x="571" y="1846"/>
                  </a:cubicBezTo>
                  <a:cubicBezTo>
                    <a:pt x="576" y="1841"/>
                    <a:pt x="569" y="1833"/>
                    <a:pt x="566" y="1827"/>
                  </a:cubicBezTo>
                  <a:cubicBezTo>
                    <a:pt x="564" y="1819"/>
                    <a:pt x="560" y="1815"/>
                    <a:pt x="553" y="1812"/>
                  </a:cubicBezTo>
                  <a:cubicBezTo>
                    <a:pt x="546" y="1808"/>
                    <a:pt x="543" y="1802"/>
                    <a:pt x="535" y="1795"/>
                  </a:cubicBezTo>
                  <a:cubicBezTo>
                    <a:pt x="525" y="1788"/>
                    <a:pt x="508" y="1750"/>
                    <a:pt x="508" y="1749"/>
                  </a:cubicBezTo>
                  <a:cubicBezTo>
                    <a:pt x="514" y="1738"/>
                    <a:pt x="512" y="1725"/>
                    <a:pt x="510" y="1719"/>
                  </a:cubicBezTo>
                  <a:cubicBezTo>
                    <a:pt x="508" y="1711"/>
                    <a:pt x="512" y="1681"/>
                    <a:pt x="522" y="1642"/>
                  </a:cubicBezTo>
                  <a:cubicBezTo>
                    <a:pt x="531" y="1604"/>
                    <a:pt x="556" y="1549"/>
                    <a:pt x="559" y="1489"/>
                  </a:cubicBezTo>
                  <a:cubicBezTo>
                    <a:pt x="560" y="1453"/>
                    <a:pt x="555" y="1386"/>
                    <a:pt x="556" y="1335"/>
                  </a:cubicBezTo>
                  <a:cubicBezTo>
                    <a:pt x="557" y="1304"/>
                    <a:pt x="567" y="1280"/>
                    <a:pt x="568" y="1275"/>
                  </a:cubicBezTo>
                  <a:cubicBezTo>
                    <a:pt x="572" y="1255"/>
                    <a:pt x="572" y="1218"/>
                    <a:pt x="575" y="1208"/>
                  </a:cubicBezTo>
                  <a:cubicBezTo>
                    <a:pt x="635" y="1023"/>
                    <a:pt x="603" y="877"/>
                    <a:pt x="601" y="841"/>
                  </a:cubicBezTo>
                  <a:cubicBezTo>
                    <a:pt x="602" y="841"/>
                    <a:pt x="602" y="841"/>
                    <a:pt x="602" y="841"/>
                  </a:cubicBezTo>
                  <a:cubicBezTo>
                    <a:pt x="600" y="811"/>
                    <a:pt x="605" y="793"/>
                    <a:pt x="603" y="780"/>
                  </a:cubicBezTo>
                  <a:cubicBezTo>
                    <a:pt x="602" y="753"/>
                    <a:pt x="583" y="666"/>
                    <a:pt x="579" y="659"/>
                  </a:cubicBezTo>
                  <a:cubicBezTo>
                    <a:pt x="579" y="659"/>
                    <a:pt x="590" y="544"/>
                    <a:pt x="587" y="537"/>
                  </a:cubicBezTo>
                  <a:cubicBezTo>
                    <a:pt x="588" y="516"/>
                    <a:pt x="600" y="474"/>
                    <a:pt x="598" y="451"/>
                  </a:cubicBezTo>
                  <a:cubicBezTo>
                    <a:pt x="600" y="424"/>
                    <a:pt x="603" y="406"/>
                    <a:pt x="603" y="395"/>
                  </a:cubicBezTo>
                  <a:cubicBezTo>
                    <a:pt x="603" y="394"/>
                    <a:pt x="603" y="394"/>
                    <a:pt x="603" y="394"/>
                  </a:cubicBezTo>
                  <a:cubicBezTo>
                    <a:pt x="604" y="404"/>
                    <a:pt x="604" y="412"/>
                    <a:pt x="605" y="416"/>
                  </a:cubicBezTo>
                  <a:cubicBezTo>
                    <a:pt x="606" y="423"/>
                    <a:pt x="606" y="435"/>
                    <a:pt x="607" y="437"/>
                  </a:cubicBezTo>
                  <a:cubicBezTo>
                    <a:pt x="609" y="448"/>
                    <a:pt x="618" y="509"/>
                    <a:pt x="619" y="532"/>
                  </a:cubicBezTo>
                  <a:cubicBezTo>
                    <a:pt x="614" y="562"/>
                    <a:pt x="614" y="582"/>
                    <a:pt x="622" y="626"/>
                  </a:cubicBezTo>
                  <a:cubicBezTo>
                    <a:pt x="626" y="650"/>
                    <a:pt x="668" y="753"/>
                    <a:pt x="670" y="765"/>
                  </a:cubicBezTo>
                  <a:cubicBezTo>
                    <a:pt x="672" y="776"/>
                    <a:pt x="675" y="789"/>
                    <a:pt x="677" y="791"/>
                  </a:cubicBezTo>
                  <a:cubicBezTo>
                    <a:pt x="678" y="794"/>
                    <a:pt x="668" y="811"/>
                    <a:pt x="671" y="821"/>
                  </a:cubicBezTo>
                  <a:cubicBezTo>
                    <a:pt x="674" y="832"/>
                    <a:pt x="655" y="865"/>
                    <a:pt x="661" y="897"/>
                  </a:cubicBezTo>
                  <a:cubicBezTo>
                    <a:pt x="667" y="929"/>
                    <a:pt x="668" y="933"/>
                    <a:pt x="669" y="939"/>
                  </a:cubicBezTo>
                  <a:cubicBezTo>
                    <a:pt x="669" y="946"/>
                    <a:pt x="673" y="954"/>
                    <a:pt x="675" y="963"/>
                  </a:cubicBezTo>
                  <a:cubicBezTo>
                    <a:pt x="678" y="971"/>
                    <a:pt x="682" y="992"/>
                    <a:pt x="687" y="993"/>
                  </a:cubicBezTo>
                  <a:cubicBezTo>
                    <a:pt x="692" y="993"/>
                    <a:pt x="692" y="991"/>
                    <a:pt x="693" y="989"/>
                  </a:cubicBezTo>
                  <a:cubicBezTo>
                    <a:pt x="693" y="989"/>
                    <a:pt x="694" y="1009"/>
                    <a:pt x="704" y="1008"/>
                  </a:cubicBezTo>
                  <a:cubicBezTo>
                    <a:pt x="711" y="1008"/>
                    <a:pt x="711" y="1002"/>
                    <a:pt x="711" y="1002"/>
                  </a:cubicBezTo>
                  <a:cubicBezTo>
                    <a:pt x="711" y="1002"/>
                    <a:pt x="712" y="1018"/>
                    <a:pt x="722" y="1017"/>
                  </a:cubicBezTo>
                  <a:cubicBezTo>
                    <a:pt x="731" y="1015"/>
                    <a:pt x="730" y="1006"/>
                    <a:pt x="730" y="1006"/>
                  </a:cubicBezTo>
                  <a:cubicBezTo>
                    <a:pt x="737" y="1009"/>
                    <a:pt x="746" y="1009"/>
                    <a:pt x="748" y="998"/>
                  </a:cubicBezTo>
                  <a:cubicBezTo>
                    <a:pt x="750" y="988"/>
                    <a:pt x="756" y="968"/>
                    <a:pt x="755" y="960"/>
                  </a:cubicBezTo>
                  <a:cubicBezTo>
                    <a:pt x="754" y="952"/>
                    <a:pt x="760" y="935"/>
                    <a:pt x="760" y="929"/>
                  </a:cubicBezTo>
                  <a:cubicBezTo>
                    <a:pt x="765" y="909"/>
                    <a:pt x="770" y="902"/>
                    <a:pt x="768" y="896"/>
                  </a:cubicBezTo>
                  <a:cubicBezTo>
                    <a:pt x="775" y="904"/>
                    <a:pt x="781" y="912"/>
                    <a:pt x="784" y="913"/>
                  </a:cubicBezTo>
                  <a:cubicBezTo>
                    <a:pt x="786" y="925"/>
                    <a:pt x="797" y="942"/>
                    <a:pt x="807" y="943"/>
                  </a:cubicBezTo>
                  <a:cubicBezTo>
                    <a:pt x="819" y="943"/>
                    <a:pt x="816" y="935"/>
                    <a:pt x="812" y="925"/>
                  </a:cubicBezTo>
                  <a:cubicBezTo>
                    <a:pt x="809" y="915"/>
                    <a:pt x="808" y="903"/>
                    <a:pt x="804" y="899"/>
                  </a:cubicBezTo>
                  <a:cubicBezTo>
                    <a:pt x="801" y="894"/>
                    <a:pt x="795" y="869"/>
                    <a:pt x="788" y="861"/>
                  </a:cubicBezTo>
                  <a:cubicBezTo>
                    <a:pt x="782" y="852"/>
                    <a:pt x="756" y="815"/>
                    <a:pt x="750" y="809"/>
                  </a:cubicBezTo>
                  <a:cubicBezTo>
                    <a:pt x="748" y="805"/>
                    <a:pt x="750" y="791"/>
                    <a:pt x="747" y="780"/>
                  </a:cubicBezTo>
                  <a:cubicBezTo>
                    <a:pt x="743" y="770"/>
                    <a:pt x="744" y="760"/>
                    <a:pt x="741" y="748"/>
                  </a:cubicBezTo>
                  <a:cubicBezTo>
                    <a:pt x="739" y="736"/>
                    <a:pt x="738" y="712"/>
                    <a:pt x="738" y="696"/>
                  </a:cubicBezTo>
                  <a:cubicBezTo>
                    <a:pt x="737" y="669"/>
                    <a:pt x="737" y="560"/>
                    <a:pt x="720" y="521"/>
                  </a:cubicBezTo>
                  <a:cubicBezTo>
                    <a:pt x="717" y="508"/>
                    <a:pt x="714" y="488"/>
                    <a:pt x="714" y="460"/>
                  </a:cubicBezTo>
                  <a:cubicBezTo>
                    <a:pt x="713" y="382"/>
                    <a:pt x="695" y="338"/>
                    <a:pt x="697" y="314"/>
                  </a:cubicBezTo>
                  <a:cubicBezTo>
                    <a:pt x="702" y="279"/>
                    <a:pt x="694" y="242"/>
                    <a:pt x="688" y="212"/>
                  </a:cubicBezTo>
                  <a:cubicBezTo>
                    <a:pt x="673" y="149"/>
                    <a:pt x="643" y="133"/>
                    <a:pt x="629" y="130"/>
                  </a:cubicBezTo>
                  <a:cubicBezTo>
                    <a:pt x="614" y="126"/>
                    <a:pt x="592" y="125"/>
                    <a:pt x="582" y="115"/>
                  </a:cubicBezTo>
                  <a:cubicBezTo>
                    <a:pt x="576" y="109"/>
                    <a:pt x="527" y="87"/>
                    <a:pt x="512" y="85"/>
                  </a:cubicBezTo>
                  <a:cubicBezTo>
                    <a:pt x="476" y="78"/>
                    <a:pt x="482" y="12"/>
                    <a:pt x="482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152" name="Oval 639">
              <a:extLst>
                <a:ext uri="{FF2B5EF4-FFF2-40B4-BE49-F238E27FC236}">
                  <a16:creationId xmlns:a16="http://schemas.microsoft.com/office/drawing/2014/main" id="{E1337D03-E505-4AA9-AD08-C9E090D83F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8" y="902"/>
              <a:ext cx="6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153" name="Oval 640">
              <a:extLst>
                <a:ext uri="{FF2B5EF4-FFF2-40B4-BE49-F238E27FC236}">
                  <a16:creationId xmlns:a16="http://schemas.microsoft.com/office/drawing/2014/main" id="{38AF7B87-728A-4F96-862C-571780B384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06" y="902"/>
              <a:ext cx="6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154" name="Freeform 641">
              <a:extLst>
                <a:ext uri="{FF2B5EF4-FFF2-40B4-BE49-F238E27FC236}">
                  <a16:creationId xmlns:a16="http://schemas.microsoft.com/office/drawing/2014/main" id="{6D58C281-947A-46CB-B4FD-84C0BB8F02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6" y="2143"/>
              <a:ext cx="45" cy="32"/>
            </a:xfrm>
            <a:custGeom>
              <a:avLst/>
              <a:gdLst>
                <a:gd name="T0" fmla="*/ 0 w 28"/>
                <a:gd name="T1" fmla="*/ 56 h 20"/>
                <a:gd name="T2" fmla="*/ 90 w 28"/>
                <a:gd name="T3" fmla="*/ 82 h 20"/>
                <a:gd name="T4" fmla="*/ 5 w 28"/>
                <a:gd name="T5" fmla="*/ 54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20">
                  <a:moveTo>
                    <a:pt x="0" y="14"/>
                  </a:moveTo>
                  <a:cubicBezTo>
                    <a:pt x="7" y="8"/>
                    <a:pt x="19" y="11"/>
                    <a:pt x="22" y="20"/>
                  </a:cubicBezTo>
                  <a:cubicBezTo>
                    <a:pt x="28" y="13"/>
                    <a:pt x="5" y="0"/>
                    <a:pt x="1" y="13"/>
                  </a:cubicBezTo>
                </a:path>
              </a:pathLst>
            </a:custGeom>
            <a:solidFill>
              <a:srgbClr val="7E39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155" name="Freeform 642">
              <a:extLst>
                <a:ext uri="{FF2B5EF4-FFF2-40B4-BE49-F238E27FC236}">
                  <a16:creationId xmlns:a16="http://schemas.microsoft.com/office/drawing/2014/main" id="{4B2A030D-F009-41FF-ADC3-A0AC241CB2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6" y="1501"/>
              <a:ext cx="34" cy="40"/>
            </a:xfrm>
            <a:custGeom>
              <a:avLst/>
              <a:gdLst>
                <a:gd name="T0" fmla="*/ 0 w 21"/>
                <a:gd name="T1" fmla="*/ 102 h 25"/>
                <a:gd name="T2" fmla="*/ 0 w 21"/>
                <a:gd name="T3" fmla="*/ 102 h 25"/>
                <a:gd name="T4" fmla="*/ 89 w 21"/>
                <a:gd name="T5" fmla="*/ 5 h 25"/>
                <a:gd name="T6" fmla="*/ 81 w 21"/>
                <a:gd name="T7" fmla="*/ 0 h 25"/>
                <a:gd name="T8" fmla="*/ 0 w 21"/>
                <a:gd name="T9" fmla="*/ 102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25">
                  <a:moveTo>
                    <a:pt x="0" y="25"/>
                  </a:moveTo>
                  <a:cubicBezTo>
                    <a:pt x="0" y="25"/>
                    <a:pt x="0" y="25"/>
                    <a:pt x="0" y="25"/>
                  </a:cubicBezTo>
                  <a:cubicBezTo>
                    <a:pt x="8" y="20"/>
                    <a:pt x="15" y="12"/>
                    <a:pt x="21" y="1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4" y="11"/>
                    <a:pt x="8" y="20"/>
                    <a:pt x="0" y="25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156" name="Freeform 643">
              <a:extLst>
                <a:ext uri="{FF2B5EF4-FFF2-40B4-BE49-F238E27FC236}">
                  <a16:creationId xmlns:a16="http://schemas.microsoft.com/office/drawing/2014/main" id="{AF65F4A6-BE1D-4269-A48F-DD3D5E2123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8" y="1501"/>
              <a:ext cx="35" cy="40"/>
            </a:xfrm>
            <a:custGeom>
              <a:avLst/>
              <a:gdLst>
                <a:gd name="T0" fmla="*/ 0 w 22"/>
                <a:gd name="T1" fmla="*/ 5 h 25"/>
                <a:gd name="T2" fmla="*/ 89 w 22"/>
                <a:gd name="T3" fmla="*/ 102 h 25"/>
                <a:gd name="T4" fmla="*/ 8 w 22"/>
                <a:gd name="T5" fmla="*/ 0 h 25"/>
                <a:gd name="T6" fmla="*/ 0 w 22"/>
                <a:gd name="T7" fmla="*/ 5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25">
                  <a:moveTo>
                    <a:pt x="0" y="1"/>
                  </a:moveTo>
                  <a:cubicBezTo>
                    <a:pt x="6" y="12"/>
                    <a:pt x="13" y="20"/>
                    <a:pt x="22" y="25"/>
                  </a:cubicBezTo>
                  <a:cubicBezTo>
                    <a:pt x="14" y="20"/>
                    <a:pt x="7" y="11"/>
                    <a:pt x="2" y="0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157" name="Freeform 644">
              <a:extLst>
                <a:ext uri="{FF2B5EF4-FFF2-40B4-BE49-F238E27FC236}">
                  <a16:creationId xmlns:a16="http://schemas.microsoft.com/office/drawing/2014/main" id="{A24FF4CE-F0E6-40BD-B049-FF62637AF3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3" y="2442"/>
              <a:ext cx="156" cy="127"/>
            </a:xfrm>
            <a:custGeom>
              <a:avLst/>
              <a:gdLst>
                <a:gd name="T0" fmla="*/ 55 w 97"/>
                <a:gd name="T1" fmla="*/ 0 h 79"/>
                <a:gd name="T2" fmla="*/ 63 w 97"/>
                <a:gd name="T3" fmla="*/ 82 h 79"/>
                <a:gd name="T4" fmla="*/ 196 w 97"/>
                <a:gd name="T5" fmla="*/ 328 h 79"/>
                <a:gd name="T6" fmla="*/ 341 w 97"/>
                <a:gd name="T7" fmla="*/ 80 h 79"/>
                <a:gd name="T8" fmla="*/ 341 w 97"/>
                <a:gd name="T9" fmla="*/ 34 h 7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7" h="79">
                  <a:moveTo>
                    <a:pt x="13" y="0"/>
                  </a:moveTo>
                  <a:cubicBezTo>
                    <a:pt x="16" y="7"/>
                    <a:pt x="17" y="15"/>
                    <a:pt x="15" y="20"/>
                  </a:cubicBezTo>
                  <a:cubicBezTo>
                    <a:pt x="11" y="28"/>
                    <a:pt x="0" y="79"/>
                    <a:pt x="47" y="79"/>
                  </a:cubicBezTo>
                  <a:cubicBezTo>
                    <a:pt x="97" y="79"/>
                    <a:pt x="84" y="35"/>
                    <a:pt x="82" y="19"/>
                  </a:cubicBezTo>
                  <a:cubicBezTo>
                    <a:pt x="82" y="15"/>
                    <a:pt x="82" y="11"/>
                    <a:pt x="82" y="8"/>
                  </a:cubicBezTo>
                </a:path>
              </a:pathLst>
            </a:custGeom>
            <a:solidFill>
              <a:srgbClr val="75332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158" name="Freeform 645">
              <a:extLst>
                <a:ext uri="{FF2B5EF4-FFF2-40B4-BE49-F238E27FC236}">
                  <a16:creationId xmlns:a16="http://schemas.microsoft.com/office/drawing/2014/main" id="{7B993A22-C43E-47DC-8D20-D3923944C9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0" y="2490"/>
              <a:ext cx="32" cy="66"/>
            </a:xfrm>
            <a:custGeom>
              <a:avLst/>
              <a:gdLst>
                <a:gd name="T0" fmla="*/ 74 w 20"/>
                <a:gd name="T1" fmla="*/ 42 h 41"/>
                <a:gd name="T2" fmla="*/ 56 w 20"/>
                <a:gd name="T3" fmla="*/ 101 h 41"/>
                <a:gd name="T4" fmla="*/ 61 w 20"/>
                <a:gd name="T5" fmla="*/ 137 h 41"/>
                <a:gd name="T6" fmla="*/ 82 w 20"/>
                <a:gd name="T7" fmla="*/ 171 h 41"/>
                <a:gd name="T8" fmla="*/ 42 w 20"/>
                <a:gd name="T9" fmla="*/ 150 h 41"/>
                <a:gd name="T10" fmla="*/ 8 w 20"/>
                <a:gd name="T11" fmla="*/ 90 h 41"/>
                <a:gd name="T12" fmla="*/ 46 w 20"/>
                <a:gd name="T13" fmla="*/ 68 h 41"/>
                <a:gd name="T14" fmla="*/ 67 w 20"/>
                <a:gd name="T15" fmla="*/ 0 h 4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0" h="41">
                  <a:moveTo>
                    <a:pt x="18" y="10"/>
                  </a:moveTo>
                  <a:cubicBezTo>
                    <a:pt x="19" y="15"/>
                    <a:pt x="15" y="18"/>
                    <a:pt x="14" y="24"/>
                  </a:cubicBezTo>
                  <a:cubicBezTo>
                    <a:pt x="13" y="27"/>
                    <a:pt x="14" y="30"/>
                    <a:pt x="15" y="33"/>
                  </a:cubicBezTo>
                  <a:cubicBezTo>
                    <a:pt x="17" y="36"/>
                    <a:pt x="19" y="39"/>
                    <a:pt x="20" y="41"/>
                  </a:cubicBezTo>
                  <a:cubicBezTo>
                    <a:pt x="16" y="41"/>
                    <a:pt x="12" y="39"/>
                    <a:pt x="10" y="36"/>
                  </a:cubicBezTo>
                  <a:cubicBezTo>
                    <a:pt x="8" y="33"/>
                    <a:pt x="0" y="25"/>
                    <a:pt x="2" y="22"/>
                  </a:cubicBezTo>
                  <a:cubicBezTo>
                    <a:pt x="3" y="19"/>
                    <a:pt x="8" y="19"/>
                    <a:pt x="11" y="16"/>
                  </a:cubicBezTo>
                  <a:cubicBezTo>
                    <a:pt x="15" y="12"/>
                    <a:pt x="18" y="5"/>
                    <a:pt x="16" y="0"/>
                  </a:cubicBezTo>
                </a:path>
              </a:pathLst>
            </a:custGeom>
            <a:solidFill>
              <a:srgbClr val="6B2D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159" name="Freeform 646">
              <a:extLst>
                <a:ext uri="{FF2B5EF4-FFF2-40B4-BE49-F238E27FC236}">
                  <a16:creationId xmlns:a16="http://schemas.microsoft.com/office/drawing/2014/main" id="{93200867-0891-46FA-8037-465836CBC1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3" y="2464"/>
              <a:ext cx="29" cy="91"/>
            </a:xfrm>
            <a:custGeom>
              <a:avLst/>
              <a:gdLst>
                <a:gd name="T0" fmla="*/ 63 w 18"/>
                <a:gd name="T1" fmla="*/ 18 h 56"/>
                <a:gd name="T2" fmla="*/ 63 w 18"/>
                <a:gd name="T3" fmla="*/ 172 h 56"/>
                <a:gd name="T4" fmla="*/ 0 w 18"/>
                <a:gd name="T5" fmla="*/ 241 h 56"/>
                <a:gd name="T6" fmla="*/ 34 w 18"/>
                <a:gd name="T7" fmla="*/ 202 h 56"/>
                <a:gd name="T8" fmla="*/ 8 w 18"/>
                <a:gd name="T9" fmla="*/ 145 h 56"/>
                <a:gd name="T10" fmla="*/ 34 w 18"/>
                <a:gd name="T11" fmla="*/ 89 h 56"/>
                <a:gd name="T12" fmla="*/ 55 w 18"/>
                <a:gd name="T13" fmla="*/ 0 h 5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" h="56">
                  <a:moveTo>
                    <a:pt x="15" y="4"/>
                  </a:moveTo>
                  <a:cubicBezTo>
                    <a:pt x="16" y="16"/>
                    <a:pt x="18" y="28"/>
                    <a:pt x="15" y="40"/>
                  </a:cubicBezTo>
                  <a:cubicBezTo>
                    <a:pt x="12" y="50"/>
                    <a:pt x="9" y="53"/>
                    <a:pt x="0" y="56"/>
                  </a:cubicBezTo>
                  <a:cubicBezTo>
                    <a:pt x="4" y="54"/>
                    <a:pt x="7" y="51"/>
                    <a:pt x="8" y="47"/>
                  </a:cubicBezTo>
                  <a:cubicBezTo>
                    <a:pt x="8" y="41"/>
                    <a:pt x="3" y="39"/>
                    <a:pt x="2" y="34"/>
                  </a:cubicBezTo>
                  <a:cubicBezTo>
                    <a:pt x="1" y="29"/>
                    <a:pt x="6" y="25"/>
                    <a:pt x="8" y="21"/>
                  </a:cubicBezTo>
                  <a:cubicBezTo>
                    <a:pt x="11" y="14"/>
                    <a:pt x="12" y="6"/>
                    <a:pt x="13" y="0"/>
                  </a:cubicBezTo>
                </a:path>
              </a:pathLst>
            </a:custGeom>
            <a:solidFill>
              <a:srgbClr val="6B2D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160" name="Freeform 647">
              <a:extLst>
                <a:ext uri="{FF2B5EF4-FFF2-40B4-BE49-F238E27FC236}">
                  <a16:creationId xmlns:a16="http://schemas.microsoft.com/office/drawing/2014/main" id="{3786D3DC-F4C1-4581-AC2A-453ED4AE30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2" y="2445"/>
              <a:ext cx="134" cy="126"/>
            </a:xfrm>
            <a:custGeom>
              <a:avLst/>
              <a:gdLst>
                <a:gd name="T0" fmla="*/ 34 w 83"/>
                <a:gd name="T1" fmla="*/ 0 h 78"/>
                <a:gd name="T2" fmla="*/ 39 w 83"/>
                <a:gd name="T3" fmla="*/ 76 h 78"/>
                <a:gd name="T4" fmla="*/ 42 w 83"/>
                <a:gd name="T5" fmla="*/ 268 h 78"/>
                <a:gd name="T6" fmla="*/ 178 w 83"/>
                <a:gd name="T7" fmla="*/ 330 h 78"/>
                <a:gd name="T8" fmla="*/ 308 w 83"/>
                <a:gd name="T9" fmla="*/ 279 h 78"/>
                <a:gd name="T10" fmla="*/ 323 w 83"/>
                <a:gd name="T11" fmla="*/ 105 h 78"/>
                <a:gd name="T12" fmla="*/ 321 w 83"/>
                <a:gd name="T13" fmla="*/ 76 h 78"/>
                <a:gd name="T14" fmla="*/ 315 w 83"/>
                <a:gd name="T15" fmla="*/ 55 h 78"/>
                <a:gd name="T16" fmla="*/ 315 w 83"/>
                <a:gd name="T17" fmla="*/ 16 h 78"/>
                <a:gd name="T18" fmla="*/ 310 w 83"/>
                <a:gd name="T19" fmla="*/ 55 h 78"/>
                <a:gd name="T20" fmla="*/ 315 w 83"/>
                <a:gd name="T21" fmla="*/ 71 h 78"/>
                <a:gd name="T22" fmla="*/ 321 w 83"/>
                <a:gd name="T23" fmla="*/ 105 h 78"/>
                <a:gd name="T24" fmla="*/ 300 w 83"/>
                <a:gd name="T25" fmla="*/ 279 h 78"/>
                <a:gd name="T26" fmla="*/ 173 w 83"/>
                <a:gd name="T27" fmla="*/ 321 h 78"/>
                <a:gd name="T28" fmla="*/ 47 w 83"/>
                <a:gd name="T29" fmla="*/ 267 h 78"/>
                <a:gd name="T30" fmla="*/ 42 w 83"/>
                <a:gd name="T31" fmla="*/ 76 h 78"/>
                <a:gd name="T32" fmla="*/ 34 w 83"/>
                <a:gd name="T33" fmla="*/ 0 h 7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83" h="78">
                  <a:moveTo>
                    <a:pt x="8" y="0"/>
                  </a:moveTo>
                  <a:cubicBezTo>
                    <a:pt x="12" y="6"/>
                    <a:pt x="11" y="13"/>
                    <a:pt x="9" y="18"/>
                  </a:cubicBezTo>
                  <a:cubicBezTo>
                    <a:pt x="6" y="25"/>
                    <a:pt x="0" y="49"/>
                    <a:pt x="10" y="64"/>
                  </a:cubicBezTo>
                  <a:cubicBezTo>
                    <a:pt x="17" y="73"/>
                    <a:pt x="28" y="78"/>
                    <a:pt x="42" y="78"/>
                  </a:cubicBezTo>
                  <a:cubicBezTo>
                    <a:pt x="56" y="78"/>
                    <a:pt x="66" y="74"/>
                    <a:pt x="73" y="66"/>
                  </a:cubicBezTo>
                  <a:cubicBezTo>
                    <a:pt x="83" y="55"/>
                    <a:pt x="79" y="37"/>
                    <a:pt x="77" y="25"/>
                  </a:cubicBezTo>
                  <a:cubicBezTo>
                    <a:pt x="76" y="18"/>
                    <a:pt x="76" y="18"/>
                    <a:pt x="76" y="18"/>
                  </a:cubicBezTo>
                  <a:cubicBezTo>
                    <a:pt x="76" y="18"/>
                    <a:pt x="75" y="13"/>
                    <a:pt x="75" y="13"/>
                  </a:cubicBezTo>
                  <a:cubicBezTo>
                    <a:pt x="75" y="10"/>
                    <a:pt x="74" y="6"/>
                    <a:pt x="75" y="4"/>
                  </a:cubicBezTo>
                  <a:cubicBezTo>
                    <a:pt x="74" y="6"/>
                    <a:pt x="74" y="9"/>
                    <a:pt x="74" y="13"/>
                  </a:cubicBezTo>
                  <a:cubicBezTo>
                    <a:pt x="75" y="17"/>
                    <a:pt x="75" y="17"/>
                    <a:pt x="75" y="17"/>
                  </a:cubicBezTo>
                  <a:cubicBezTo>
                    <a:pt x="76" y="25"/>
                    <a:pt x="76" y="25"/>
                    <a:pt x="76" y="25"/>
                  </a:cubicBezTo>
                  <a:cubicBezTo>
                    <a:pt x="78" y="36"/>
                    <a:pt x="81" y="55"/>
                    <a:pt x="71" y="66"/>
                  </a:cubicBezTo>
                  <a:cubicBezTo>
                    <a:pt x="65" y="73"/>
                    <a:pt x="55" y="76"/>
                    <a:pt x="41" y="76"/>
                  </a:cubicBezTo>
                  <a:cubicBezTo>
                    <a:pt x="28" y="76"/>
                    <a:pt x="17" y="72"/>
                    <a:pt x="11" y="63"/>
                  </a:cubicBezTo>
                  <a:cubicBezTo>
                    <a:pt x="1" y="47"/>
                    <a:pt x="8" y="22"/>
                    <a:pt x="10" y="18"/>
                  </a:cubicBezTo>
                  <a:cubicBezTo>
                    <a:pt x="12" y="13"/>
                    <a:pt x="13" y="7"/>
                    <a:pt x="8" y="0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161" name="Freeform 648">
              <a:extLst>
                <a:ext uri="{FF2B5EF4-FFF2-40B4-BE49-F238E27FC236}">
                  <a16:creationId xmlns:a16="http://schemas.microsoft.com/office/drawing/2014/main" id="{4722DCE9-C826-472F-9F9C-21DD028FFF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3" y="2447"/>
              <a:ext cx="54" cy="114"/>
            </a:xfrm>
            <a:custGeom>
              <a:avLst/>
              <a:gdLst>
                <a:gd name="T0" fmla="*/ 121 w 34"/>
                <a:gd name="T1" fmla="*/ 0 h 71"/>
                <a:gd name="T2" fmla="*/ 129 w 34"/>
                <a:gd name="T3" fmla="*/ 55 h 71"/>
                <a:gd name="T4" fmla="*/ 121 w 34"/>
                <a:gd name="T5" fmla="*/ 191 h 71"/>
                <a:gd name="T6" fmla="*/ 116 w 34"/>
                <a:gd name="T7" fmla="*/ 191 h 71"/>
                <a:gd name="T8" fmla="*/ 121 w 34"/>
                <a:gd name="T9" fmla="*/ 193 h 71"/>
                <a:gd name="T10" fmla="*/ 132 w 34"/>
                <a:gd name="T11" fmla="*/ 233 h 71"/>
                <a:gd name="T12" fmla="*/ 73 w 34"/>
                <a:gd name="T13" fmla="*/ 289 h 71"/>
                <a:gd name="T14" fmla="*/ 68 w 34"/>
                <a:gd name="T15" fmla="*/ 289 h 71"/>
                <a:gd name="T16" fmla="*/ 8 w 34"/>
                <a:gd name="T17" fmla="*/ 233 h 71"/>
                <a:gd name="T18" fmla="*/ 21 w 34"/>
                <a:gd name="T19" fmla="*/ 191 h 71"/>
                <a:gd name="T20" fmla="*/ 21 w 34"/>
                <a:gd name="T21" fmla="*/ 186 h 71"/>
                <a:gd name="T22" fmla="*/ 13 w 34"/>
                <a:gd name="T23" fmla="*/ 55 h 71"/>
                <a:gd name="T24" fmla="*/ 8 w 34"/>
                <a:gd name="T25" fmla="*/ 21 h 71"/>
                <a:gd name="T26" fmla="*/ 13 w 34"/>
                <a:gd name="T27" fmla="*/ 67 h 71"/>
                <a:gd name="T28" fmla="*/ 16 w 34"/>
                <a:gd name="T29" fmla="*/ 191 h 71"/>
                <a:gd name="T30" fmla="*/ 0 w 34"/>
                <a:gd name="T31" fmla="*/ 226 h 71"/>
                <a:gd name="T32" fmla="*/ 5 w 34"/>
                <a:gd name="T33" fmla="*/ 238 h 71"/>
                <a:gd name="T34" fmla="*/ 68 w 34"/>
                <a:gd name="T35" fmla="*/ 294 h 71"/>
                <a:gd name="T36" fmla="*/ 73 w 34"/>
                <a:gd name="T37" fmla="*/ 294 h 71"/>
                <a:gd name="T38" fmla="*/ 132 w 34"/>
                <a:gd name="T39" fmla="*/ 238 h 71"/>
                <a:gd name="T40" fmla="*/ 137 w 34"/>
                <a:gd name="T41" fmla="*/ 226 h 71"/>
                <a:gd name="T42" fmla="*/ 124 w 34"/>
                <a:gd name="T43" fmla="*/ 191 h 71"/>
                <a:gd name="T44" fmla="*/ 132 w 34"/>
                <a:gd name="T45" fmla="*/ 63 h 71"/>
                <a:gd name="T46" fmla="*/ 132 w 34"/>
                <a:gd name="T47" fmla="*/ 55 h 71"/>
                <a:gd name="T48" fmla="*/ 121 w 34"/>
                <a:gd name="T49" fmla="*/ 0 h 71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34" h="71">
                  <a:moveTo>
                    <a:pt x="30" y="0"/>
                  </a:moveTo>
                  <a:cubicBezTo>
                    <a:pt x="32" y="2"/>
                    <a:pt x="32" y="7"/>
                    <a:pt x="32" y="13"/>
                  </a:cubicBezTo>
                  <a:cubicBezTo>
                    <a:pt x="32" y="18"/>
                    <a:pt x="30" y="43"/>
                    <a:pt x="30" y="46"/>
                  </a:cubicBezTo>
                  <a:cubicBezTo>
                    <a:pt x="29" y="46"/>
                    <a:pt x="29" y="46"/>
                    <a:pt x="29" y="46"/>
                  </a:cubicBezTo>
                  <a:cubicBezTo>
                    <a:pt x="30" y="47"/>
                    <a:pt x="30" y="47"/>
                    <a:pt x="30" y="47"/>
                  </a:cubicBezTo>
                  <a:cubicBezTo>
                    <a:pt x="32" y="50"/>
                    <a:pt x="33" y="54"/>
                    <a:pt x="33" y="56"/>
                  </a:cubicBezTo>
                  <a:cubicBezTo>
                    <a:pt x="31" y="61"/>
                    <a:pt x="27" y="69"/>
                    <a:pt x="18" y="70"/>
                  </a:cubicBezTo>
                  <a:cubicBezTo>
                    <a:pt x="17" y="70"/>
                    <a:pt x="17" y="70"/>
                    <a:pt x="17" y="70"/>
                  </a:cubicBezTo>
                  <a:cubicBezTo>
                    <a:pt x="9" y="69"/>
                    <a:pt x="3" y="61"/>
                    <a:pt x="2" y="56"/>
                  </a:cubicBezTo>
                  <a:cubicBezTo>
                    <a:pt x="1" y="54"/>
                    <a:pt x="3" y="50"/>
                    <a:pt x="5" y="46"/>
                  </a:cubicBezTo>
                  <a:cubicBezTo>
                    <a:pt x="5" y="45"/>
                    <a:pt x="5" y="45"/>
                    <a:pt x="5" y="45"/>
                  </a:cubicBezTo>
                  <a:cubicBezTo>
                    <a:pt x="5" y="42"/>
                    <a:pt x="4" y="18"/>
                    <a:pt x="3" y="13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3" y="16"/>
                    <a:pt x="3" y="16"/>
                    <a:pt x="3" y="16"/>
                  </a:cubicBezTo>
                  <a:cubicBezTo>
                    <a:pt x="3" y="21"/>
                    <a:pt x="3" y="42"/>
                    <a:pt x="4" y="46"/>
                  </a:cubicBezTo>
                  <a:cubicBezTo>
                    <a:pt x="2" y="49"/>
                    <a:pt x="0" y="52"/>
                    <a:pt x="0" y="55"/>
                  </a:cubicBezTo>
                  <a:cubicBezTo>
                    <a:pt x="0" y="56"/>
                    <a:pt x="0" y="56"/>
                    <a:pt x="1" y="57"/>
                  </a:cubicBezTo>
                  <a:cubicBezTo>
                    <a:pt x="2" y="62"/>
                    <a:pt x="7" y="71"/>
                    <a:pt x="17" y="71"/>
                  </a:cubicBezTo>
                  <a:cubicBezTo>
                    <a:pt x="18" y="71"/>
                    <a:pt x="18" y="71"/>
                    <a:pt x="18" y="71"/>
                  </a:cubicBezTo>
                  <a:cubicBezTo>
                    <a:pt x="28" y="71"/>
                    <a:pt x="32" y="62"/>
                    <a:pt x="33" y="57"/>
                  </a:cubicBezTo>
                  <a:cubicBezTo>
                    <a:pt x="34" y="57"/>
                    <a:pt x="34" y="56"/>
                    <a:pt x="34" y="55"/>
                  </a:cubicBezTo>
                  <a:cubicBezTo>
                    <a:pt x="34" y="53"/>
                    <a:pt x="33" y="49"/>
                    <a:pt x="31" y="46"/>
                  </a:cubicBezTo>
                  <a:cubicBezTo>
                    <a:pt x="32" y="42"/>
                    <a:pt x="33" y="19"/>
                    <a:pt x="33" y="15"/>
                  </a:cubicBezTo>
                  <a:cubicBezTo>
                    <a:pt x="33" y="14"/>
                    <a:pt x="33" y="14"/>
                    <a:pt x="33" y="13"/>
                  </a:cubicBezTo>
                  <a:cubicBezTo>
                    <a:pt x="33" y="8"/>
                    <a:pt x="32" y="2"/>
                    <a:pt x="30" y="0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162" name="Freeform 649">
              <a:extLst>
                <a:ext uri="{FF2B5EF4-FFF2-40B4-BE49-F238E27FC236}">
                  <a16:creationId xmlns:a16="http://schemas.microsoft.com/office/drawing/2014/main" id="{90C122AC-2746-4118-8BC1-0D252E8FFA7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0" y="2514"/>
              <a:ext cx="13" cy="8"/>
            </a:xfrm>
            <a:custGeom>
              <a:avLst/>
              <a:gdLst>
                <a:gd name="T0" fmla="*/ 0 w 8"/>
                <a:gd name="T1" fmla="*/ 0 h 5"/>
                <a:gd name="T2" fmla="*/ 29 w 8"/>
                <a:gd name="T3" fmla="*/ 21 h 5"/>
                <a:gd name="T4" fmla="*/ 34 w 8"/>
                <a:gd name="T5" fmla="*/ 16 h 5"/>
                <a:gd name="T6" fmla="*/ 0 w 8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1" y="1"/>
                    <a:pt x="5" y="3"/>
                    <a:pt x="7" y="5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6" y="1"/>
                    <a:pt x="0" y="0"/>
                    <a:pt x="0" y="0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163" name="Freeform 650">
              <a:extLst>
                <a:ext uri="{FF2B5EF4-FFF2-40B4-BE49-F238E27FC236}">
                  <a16:creationId xmlns:a16="http://schemas.microsoft.com/office/drawing/2014/main" id="{E428CB7C-6A74-4347-B0A7-3D7989DE90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7" y="672"/>
              <a:ext cx="343" cy="282"/>
            </a:xfrm>
            <a:custGeom>
              <a:avLst/>
              <a:gdLst>
                <a:gd name="T0" fmla="*/ 259 w 213"/>
                <a:gd name="T1" fmla="*/ 171 h 175"/>
                <a:gd name="T2" fmla="*/ 322 w 213"/>
                <a:gd name="T3" fmla="*/ 197 h 175"/>
                <a:gd name="T4" fmla="*/ 383 w 213"/>
                <a:gd name="T5" fmla="*/ 221 h 175"/>
                <a:gd name="T6" fmla="*/ 456 w 213"/>
                <a:gd name="T7" fmla="*/ 213 h 175"/>
                <a:gd name="T8" fmla="*/ 522 w 213"/>
                <a:gd name="T9" fmla="*/ 200 h 175"/>
                <a:gd name="T10" fmla="*/ 543 w 213"/>
                <a:gd name="T11" fmla="*/ 192 h 175"/>
                <a:gd name="T12" fmla="*/ 589 w 213"/>
                <a:gd name="T13" fmla="*/ 179 h 175"/>
                <a:gd name="T14" fmla="*/ 655 w 213"/>
                <a:gd name="T15" fmla="*/ 200 h 175"/>
                <a:gd name="T16" fmla="*/ 705 w 213"/>
                <a:gd name="T17" fmla="*/ 247 h 175"/>
                <a:gd name="T18" fmla="*/ 731 w 213"/>
                <a:gd name="T19" fmla="*/ 297 h 175"/>
                <a:gd name="T20" fmla="*/ 744 w 213"/>
                <a:gd name="T21" fmla="*/ 335 h 175"/>
                <a:gd name="T22" fmla="*/ 765 w 213"/>
                <a:gd name="T23" fmla="*/ 369 h 175"/>
                <a:gd name="T24" fmla="*/ 786 w 213"/>
                <a:gd name="T25" fmla="*/ 417 h 175"/>
                <a:gd name="T26" fmla="*/ 789 w 213"/>
                <a:gd name="T27" fmla="*/ 467 h 175"/>
                <a:gd name="T28" fmla="*/ 789 w 213"/>
                <a:gd name="T29" fmla="*/ 527 h 175"/>
                <a:gd name="T30" fmla="*/ 789 w 213"/>
                <a:gd name="T31" fmla="*/ 566 h 175"/>
                <a:gd name="T32" fmla="*/ 786 w 213"/>
                <a:gd name="T33" fmla="*/ 672 h 175"/>
                <a:gd name="T34" fmla="*/ 841 w 213"/>
                <a:gd name="T35" fmla="*/ 595 h 175"/>
                <a:gd name="T36" fmla="*/ 862 w 213"/>
                <a:gd name="T37" fmla="*/ 501 h 175"/>
                <a:gd name="T38" fmla="*/ 868 w 213"/>
                <a:gd name="T39" fmla="*/ 390 h 175"/>
                <a:gd name="T40" fmla="*/ 868 w 213"/>
                <a:gd name="T41" fmla="*/ 327 h 175"/>
                <a:gd name="T42" fmla="*/ 849 w 213"/>
                <a:gd name="T43" fmla="*/ 276 h 175"/>
                <a:gd name="T44" fmla="*/ 821 w 213"/>
                <a:gd name="T45" fmla="*/ 218 h 175"/>
                <a:gd name="T46" fmla="*/ 773 w 213"/>
                <a:gd name="T47" fmla="*/ 124 h 175"/>
                <a:gd name="T48" fmla="*/ 718 w 213"/>
                <a:gd name="T49" fmla="*/ 76 h 175"/>
                <a:gd name="T50" fmla="*/ 672 w 213"/>
                <a:gd name="T51" fmla="*/ 63 h 175"/>
                <a:gd name="T52" fmla="*/ 602 w 213"/>
                <a:gd name="T53" fmla="*/ 42 h 175"/>
                <a:gd name="T54" fmla="*/ 493 w 213"/>
                <a:gd name="T55" fmla="*/ 16 h 175"/>
                <a:gd name="T56" fmla="*/ 477 w 213"/>
                <a:gd name="T57" fmla="*/ 26 h 175"/>
                <a:gd name="T58" fmla="*/ 422 w 213"/>
                <a:gd name="T59" fmla="*/ 0 h 175"/>
                <a:gd name="T60" fmla="*/ 327 w 213"/>
                <a:gd name="T61" fmla="*/ 26 h 175"/>
                <a:gd name="T62" fmla="*/ 187 w 213"/>
                <a:gd name="T63" fmla="*/ 60 h 175"/>
                <a:gd name="T64" fmla="*/ 101 w 213"/>
                <a:gd name="T65" fmla="*/ 110 h 175"/>
                <a:gd name="T66" fmla="*/ 81 w 213"/>
                <a:gd name="T67" fmla="*/ 145 h 175"/>
                <a:gd name="T68" fmla="*/ 50 w 213"/>
                <a:gd name="T69" fmla="*/ 197 h 175"/>
                <a:gd name="T70" fmla="*/ 34 w 213"/>
                <a:gd name="T71" fmla="*/ 238 h 175"/>
                <a:gd name="T72" fmla="*/ 8 w 213"/>
                <a:gd name="T73" fmla="*/ 285 h 175"/>
                <a:gd name="T74" fmla="*/ 5 w 213"/>
                <a:gd name="T75" fmla="*/ 382 h 175"/>
                <a:gd name="T76" fmla="*/ 26 w 213"/>
                <a:gd name="T77" fmla="*/ 446 h 175"/>
                <a:gd name="T78" fmla="*/ 29 w 213"/>
                <a:gd name="T79" fmla="*/ 519 h 175"/>
                <a:gd name="T80" fmla="*/ 26 w 213"/>
                <a:gd name="T81" fmla="*/ 556 h 175"/>
                <a:gd name="T82" fmla="*/ 37 w 213"/>
                <a:gd name="T83" fmla="*/ 587 h 175"/>
                <a:gd name="T84" fmla="*/ 37 w 213"/>
                <a:gd name="T85" fmla="*/ 616 h 175"/>
                <a:gd name="T86" fmla="*/ 68 w 213"/>
                <a:gd name="T87" fmla="*/ 666 h 175"/>
                <a:gd name="T88" fmla="*/ 68 w 213"/>
                <a:gd name="T89" fmla="*/ 553 h 175"/>
                <a:gd name="T90" fmla="*/ 69 w 213"/>
                <a:gd name="T91" fmla="*/ 501 h 175"/>
                <a:gd name="T92" fmla="*/ 101 w 213"/>
                <a:gd name="T93" fmla="*/ 451 h 175"/>
                <a:gd name="T94" fmla="*/ 110 w 213"/>
                <a:gd name="T95" fmla="*/ 361 h 175"/>
                <a:gd name="T96" fmla="*/ 130 w 213"/>
                <a:gd name="T97" fmla="*/ 293 h 175"/>
                <a:gd name="T98" fmla="*/ 200 w 213"/>
                <a:gd name="T99" fmla="*/ 197 h 175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213" h="175">
                  <a:moveTo>
                    <a:pt x="55" y="44"/>
                  </a:moveTo>
                  <a:cubicBezTo>
                    <a:pt x="57" y="43"/>
                    <a:pt x="59" y="41"/>
                    <a:pt x="62" y="41"/>
                  </a:cubicBezTo>
                  <a:cubicBezTo>
                    <a:pt x="63" y="44"/>
                    <a:pt x="68" y="44"/>
                    <a:pt x="71" y="43"/>
                  </a:cubicBezTo>
                  <a:cubicBezTo>
                    <a:pt x="73" y="47"/>
                    <a:pt x="75" y="45"/>
                    <a:pt x="77" y="47"/>
                  </a:cubicBezTo>
                  <a:cubicBezTo>
                    <a:pt x="80" y="49"/>
                    <a:pt x="80" y="53"/>
                    <a:pt x="84" y="51"/>
                  </a:cubicBezTo>
                  <a:cubicBezTo>
                    <a:pt x="87" y="58"/>
                    <a:pt x="88" y="53"/>
                    <a:pt x="92" y="53"/>
                  </a:cubicBezTo>
                  <a:cubicBezTo>
                    <a:pt x="95" y="54"/>
                    <a:pt x="98" y="59"/>
                    <a:pt x="101" y="54"/>
                  </a:cubicBezTo>
                  <a:cubicBezTo>
                    <a:pt x="103" y="58"/>
                    <a:pt x="107" y="54"/>
                    <a:pt x="109" y="51"/>
                  </a:cubicBezTo>
                  <a:cubicBezTo>
                    <a:pt x="111" y="55"/>
                    <a:pt x="116" y="52"/>
                    <a:pt x="118" y="49"/>
                  </a:cubicBezTo>
                  <a:cubicBezTo>
                    <a:pt x="121" y="51"/>
                    <a:pt x="122" y="49"/>
                    <a:pt x="125" y="48"/>
                  </a:cubicBezTo>
                  <a:cubicBezTo>
                    <a:pt x="126" y="48"/>
                    <a:pt x="126" y="46"/>
                    <a:pt x="127" y="45"/>
                  </a:cubicBezTo>
                  <a:cubicBezTo>
                    <a:pt x="128" y="45"/>
                    <a:pt x="129" y="46"/>
                    <a:pt x="130" y="46"/>
                  </a:cubicBezTo>
                  <a:cubicBezTo>
                    <a:pt x="132" y="44"/>
                    <a:pt x="132" y="44"/>
                    <a:pt x="135" y="43"/>
                  </a:cubicBezTo>
                  <a:cubicBezTo>
                    <a:pt x="138" y="43"/>
                    <a:pt x="138" y="46"/>
                    <a:pt x="141" y="43"/>
                  </a:cubicBezTo>
                  <a:cubicBezTo>
                    <a:pt x="143" y="46"/>
                    <a:pt x="148" y="45"/>
                    <a:pt x="151" y="44"/>
                  </a:cubicBezTo>
                  <a:cubicBezTo>
                    <a:pt x="151" y="48"/>
                    <a:pt x="153" y="49"/>
                    <a:pt x="157" y="48"/>
                  </a:cubicBezTo>
                  <a:cubicBezTo>
                    <a:pt x="157" y="51"/>
                    <a:pt x="160" y="54"/>
                    <a:pt x="163" y="54"/>
                  </a:cubicBezTo>
                  <a:cubicBezTo>
                    <a:pt x="162" y="58"/>
                    <a:pt x="166" y="57"/>
                    <a:pt x="169" y="59"/>
                  </a:cubicBezTo>
                  <a:cubicBezTo>
                    <a:pt x="171" y="61"/>
                    <a:pt x="173" y="64"/>
                    <a:pt x="174" y="66"/>
                  </a:cubicBezTo>
                  <a:cubicBezTo>
                    <a:pt x="174" y="66"/>
                    <a:pt x="175" y="71"/>
                    <a:pt x="175" y="71"/>
                  </a:cubicBezTo>
                  <a:cubicBezTo>
                    <a:pt x="176" y="72"/>
                    <a:pt x="178" y="74"/>
                    <a:pt x="178" y="75"/>
                  </a:cubicBezTo>
                  <a:cubicBezTo>
                    <a:pt x="179" y="79"/>
                    <a:pt x="176" y="76"/>
                    <a:pt x="178" y="80"/>
                  </a:cubicBezTo>
                  <a:cubicBezTo>
                    <a:pt x="179" y="81"/>
                    <a:pt x="181" y="82"/>
                    <a:pt x="182" y="84"/>
                  </a:cubicBezTo>
                  <a:cubicBezTo>
                    <a:pt x="183" y="84"/>
                    <a:pt x="183" y="88"/>
                    <a:pt x="183" y="88"/>
                  </a:cubicBezTo>
                  <a:cubicBezTo>
                    <a:pt x="183" y="90"/>
                    <a:pt x="185" y="92"/>
                    <a:pt x="185" y="93"/>
                  </a:cubicBezTo>
                  <a:cubicBezTo>
                    <a:pt x="186" y="95"/>
                    <a:pt x="188" y="98"/>
                    <a:pt x="188" y="100"/>
                  </a:cubicBezTo>
                  <a:cubicBezTo>
                    <a:pt x="188" y="102"/>
                    <a:pt x="187" y="105"/>
                    <a:pt x="187" y="107"/>
                  </a:cubicBezTo>
                  <a:cubicBezTo>
                    <a:pt x="187" y="108"/>
                    <a:pt x="188" y="111"/>
                    <a:pt x="189" y="112"/>
                  </a:cubicBezTo>
                  <a:cubicBezTo>
                    <a:pt x="190" y="115"/>
                    <a:pt x="189" y="116"/>
                    <a:pt x="191" y="119"/>
                  </a:cubicBezTo>
                  <a:cubicBezTo>
                    <a:pt x="188" y="122"/>
                    <a:pt x="189" y="123"/>
                    <a:pt x="189" y="126"/>
                  </a:cubicBezTo>
                  <a:cubicBezTo>
                    <a:pt x="189" y="127"/>
                    <a:pt x="188" y="129"/>
                    <a:pt x="188" y="130"/>
                  </a:cubicBezTo>
                  <a:cubicBezTo>
                    <a:pt x="188" y="132"/>
                    <a:pt x="189" y="134"/>
                    <a:pt x="189" y="135"/>
                  </a:cubicBezTo>
                  <a:cubicBezTo>
                    <a:pt x="188" y="140"/>
                    <a:pt x="189" y="143"/>
                    <a:pt x="189" y="148"/>
                  </a:cubicBezTo>
                  <a:cubicBezTo>
                    <a:pt x="190" y="152"/>
                    <a:pt x="188" y="156"/>
                    <a:pt x="188" y="161"/>
                  </a:cubicBezTo>
                  <a:cubicBezTo>
                    <a:pt x="189" y="175"/>
                    <a:pt x="198" y="163"/>
                    <a:pt x="195" y="157"/>
                  </a:cubicBezTo>
                  <a:cubicBezTo>
                    <a:pt x="201" y="154"/>
                    <a:pt x="198" y="146"/>
                    <a:pt x="201" y="142"/>
                  </a:cubicBezTo>
                  <a:cubicBezTo>
                    <a:pt x="202" y="142"/>
                    <a:pt x="202" y="139"/>
                    <a:pt x="203" y="139"/>
                  </a:cubicBezTo>
                  <a:cubicBezTo>
                    <a:pt x="205" y="132"/>
                    <a:pt x="204" y="125"/>
                    <a:pt x="206" y="120"/>
                  </a:cubicBezTo>
                  <a:cubicBezTo>
                    <a:pt x="200" y="120"/>
                    <a:pt x="208" y="109"/>
                    <a:pt x="209" y="106"/>
                  </a:cubicBezTo>
                  <a:cubicBezTo>
                    <a:pt x="207" y="105"/>
                    <a:pt x="207" y="95"/>
                    <a:pt x="208" y="93"/>
                  </a:cubicBezTo>
                  <a:cubicBezTo>
                    <a:pt x="209" y="90"/>
                    <a:pt x="213" y="88"/>
                    <a:pt x="212" y="84"/>
                  </a:cubicBezTo>
                  <a:cubicBezTo>
                    <a:pt x="211" y="80"/>
                    <a:pt x="209" y="81"/>
                    <a:pt x="208" y="78"/>
                  </a:cubicBezTo>
                  <a:cubicBezTo>
                    <a:pt x="206" y="74"/>
                    <a:pt x="208" y="71"/>
                    <a:pt x="206" y="68"/>
                  </a:cubicBezTo>
                  <a:cubicBezTo>
                    <a:pt x="206" y="68"/>
                    <a:pt x="204" y="67"/>
                    <a:pt x="203" y="66"/>
                  </a:cubicBezTo>
                  <a:cubicBezTo>
                    <a:pt x="202" y="64"/>
                    <a:pt x="203" y="61"/>
                    <a:pt x="202" y="59"/>
                  </a:cubicBezTo>
                  <a:cubicBezTo>
                    <a:pt x="200" y="56"/>
                    <a:pt x="199" y="55"/>
                    <a:pt x="197" y="52"/>
                  </a:cubicBezTo>
                  <a:cubicBezTo>
                    <a:pt x="195" y="49"/>
                    <a:pt x="197" y="45"/>
                    <a:pt x="193" y="45"/>
                  </a:cubicBezTo>
                  <a:cubicBezTo>
                    <a:pt x="193" y="38"/>
                    <a:pt x="189" y="35"/>
                    <a:pt x="185" y="30"/>
                  </a:cubicBezTo>
                  <a:cubicBezTo>
                    <a:pt x="182" y="26"/>
                    <a:pt x="180" y="26"/>
                    <a:pt x="178" y="24"/>
                  </a:cubicBezTo>
                  <a:cubicBezTo>
                    <a:pt x="175" y="23"/>
                    <a:pt x="174" y="19"/>
                    <a:pt x="172" y="18"/>
                  </a:cubicBezTo>
                  <a:cubicBezTo>
                    <a:pt x="171" y="18"/>
                    <a:pt x="171" y="18"/>
                    <a:pt x="170" y="19"/>
                  </a:cubicBezTo>
                  <a:cubicBezTo>
                    <a:pt x="167" y="14"/>
                    <a:pt x="164" y="16"/>
                    <a:pt x="161" y="15"/>
                  </a:cubicBezTo>
                  <a:cubicBezTo>
                    <a:pt x="158" y="14"/>
                    <a:pt x="155" y="11"/>
                    <a:pt x="152" y="13"/>
                  </a:cubicBezTo>
                  <a:cubicBezTo>
                    <a:pt x="149" y="12"/>
                    <a:pt x="146" y="11"/>
                    <a:pt x="144" y="10"/>
                  </a:cubicBezTo>
                  <a:cubicBezTo>
                    <a:pt x="141" y="9"/>
                    <a:pt x="139" y="6"/>
                    <a:pt x="135" y="5"/>
                  </a:cubicBezTo>
                  <a:cubicBezTo>
                    <a:pt x="132" y="4"/>
                    <a:pt x="120" y="1"/>
                    <a:pt x="118" y="4"/>
                  </a:cubicBezTo>
                  <a:cubicBezTo>
                    <a:pt x="117" y="4"/>
                    <a:pt x="115" y="5"/>
                    <a:pt x="114" y="5"/>
                  </a:cubicBezTo>
                  <a:cubicBezTo>
                    <a:pt x="114" y="5"/>
                    <a:pt x="114" y="6"/>
                    <a:pt x="114" y="6"/>
                  </a:cubicBezTo>
                  <a:cubicBezTo>
                    <a:pt x="111" y="4"/>
                    <a:pt x="109" y="3"/>
                    <a:pt x="105" y="2"/>
                  </a:cubicBezTo>
                  <a:cubicBezTo>
                    <a:pt x="103" y="1"/>
                    <a:pt x="103" y="0"/>
                    <a:pt x="101" y="0"/>
                  </a:cubicBezTo>
                  <a:cubicBezTo>
                    <a:pt x="99" y="0"/>
                    <a:pt x="98" y="2"/>
                    <a:pt x="97" y="2"/>
                  </a:cubicBezTo>
                  <a:cubicBezTo>
                    <a:pt x="93" y="3"/>
                    <a:pt x="77" y="1"/>
                    <a:pt x="78" y="6"/>
                  </a:cubicBezTo>
                  <a:cubicBezTo>
                    <a:pt x="74" y="6"/>
                    <a:pt x="58" y="6"/>
                    <a:pt x="56" y="10"/>
                  </a:cubicBezTo>
                  <a:cubicBezTo>
                    <a:pt x="53" y="10"/>
                    <a:pt x="45" y="10"/>
                    <a:pt x="45" y="14"/>
                  </a:cubicBezTo>
                  <a:cubicBezTo>
                    <a:pt x="41" y="14"/>
                    <a:pt x="36" y="17"/>
                    <a:pt x="35" y="21"/>
                  </a:cubicBezTo>
                  <a:cubicBezTo>
                    <a:pt x="31" y="21"/>
                    <a:pt x="26" y="23"/>
                    <a:pt x="24" y="26"/>
                  </a:cubicBezTo>
                  <a:cubicBezTo>
                    <a:pt x="24" y="26"/>
                    <a:pt x="24" y="26"/>
                    <a:pt x="25" y="26"/>
                  </a:cubicBezTo>
                  <a:cubicBezTo>
                    <a:pt x="20" y="29"/>
                    <a:pt x="21" y="32"/>
                    <a:pt x="19" y="35"/>
                  </a:cubicBezTo>
                  <a:cubicBezTo>
                    <a:pt x="17" y="38"/>
                    <a:pt x="13" y="38"/>
                    <a:pt x="12" y="41"/>
                  </a:cubicBezTo>
                  <a:cubicBezTo>
                    <a:pt x="11" y="43"/>
                    <a:pt x="13" y="46"/>
                    <a:pt x="12" y="47"/>
                  </a:cubicBezTo>
                  <a:cubicBezTo>
                    <a:pt x="11" y="49"/>
                    <a:pt x="8" y="50"/>
                    <a:pt x="7" y="52"/>
                  </a:cubicBezTo>
                  <a:cubicBezTo>
                    <a:pt x="7" y="54"/>
                    <a:pt x="8" y="56"/>
                    <a:pt x="8" y="57"/>
                  </a:cubicBezTo>
                  <a:cubicBezTo>
                    <a:pt x="7" y="59"/>
                    <a:pt x="5" y="60"/>
                    <a:pt x="3" y="61"/>
                  </a:cubicBezTo>
                  <a:cubicBezTo>
                    <a:pt x="0" y="65"/>
                    <a:pt x="2" y="63"/>
                    <a:pt x="2" y="68"/>
                  </a:cubicBezTo>
                  <a:cubicBezTo>
                    <a:pt x="3" y="72"/>
                    <a:pt x="0" y="76"/>
                    <a:pt x="0" y="80"/>
                  </a:cubicBezTo>
                  <a:cubicBezTo>
                    <a:pt x="0" y="83"/>
                    <a:pt x="0" y="89"/>
                    <a:pt x="1" y="91"/>
                  </a:cubicBezTo>
                  <a:cubicBezTo>
                    <a:pt x="2" y="95"/>
                    <a:pt x="4" y="99"/>
                    <a:pt x="5" y="103"/>
                  </a:cubicBezTo>
                  <a:cubicBezTo>
                    <a:pt x="5" y="103"/>
                    <a:pt x="6" y="107"/>
                    <a:pt x="6" y="107"/>
                  </a:cubicBezTo>
                  <a:cubicBezTo>
                    <a:pt x="6" y="109"/>
                    <a:pt x="3" y="111"/>
                    <a:pt x="6" y="113"/>
                  </a:cubicBezTo>
                  <a:cubicBezTo>
                    <a:pt x="3" y="116"/>
                    <a:pt x="8" y="120"/>
                    <a:pt x="7" y="124"/>
                  </a:cubicBezTo>
                  <a:cubicBezTo>
                    <a:pt x="7" y="126"/>
                    <a:pt x="5" y="128"/>
                    <a:pt x="5" y="130"/>
                  </a:cubicBezTo>
                  <a:cubicBezTo>
                    <a:pt x="5" y="131"/>
                    <a:pt x="6" y="131"/>
                    <a:pt x="6" y="133"/>
                  </a:cubicBezTo>
                  <a:cubicBezTo>
                    <a:pt x="6" y="134"/>
                    <a:pt x="6" y="134"/>
                    <a:pt x="7" y="136"/>
                  </a:cubicBezTo>
                  <a:cubicBezTo>
                    <a:pt x="7" y="138"/>
                    <a:pt x="8" y="138"/>
                    <a:pt x="9" y="140"/>
                  </a:cubicBezTo>
                  <a:cubicBezTo>
                    <a:pt x="9" y="142"/>
                    <a:pt x="7" y="143"/>
                    <a:pt x="8" y="144"/>
                  </a:cubicBezTo>
                  <a:cubicBezTo>
                    <a:pt x="8" y="146"/>
                    <a:pt x="9" y="146"/>
                    <a:pt x="9" y="147"/>
                  </a:cubicBezTo>
                  <a:cubicBezTo>
                    <a:pt x="10" y="151"/>
                    <a:pt x="13" y="154"/>
                    <a:pt x="13" y="158"/>
                  </a:cubicBezTo>
                  <a:cubicBezTo>
                    <a:pt x="13" y="158"/>
                    <a:pt x="16" y="159"/>
                    <a:pt x="16" y="159"/>
                  </a:cubicBezTo>
                  <a:cubicBezTo>
                    <a:pt x="15" y="154"/>
                    <a:pt x="18" y="148"/>
                    <a:pt x="16" y="145"/>
                  </a:cubicBezTo>
                  <a:cubicBezTo>
                    <a:pt x="19" y="143"/>
                    <a:pt x="19" y="134"/>
                    <a:pt x="16" y="132"/>
                  </a:cubicBezTo>
                  <a:cubicBezTo>
                    <a:pt x="16" y="132"/>
                    <a:pt x="16" y="130"/>
                    <a:pt x="16" y="130"/>
                  </a:cubicBezTo>
                  <a:cubicBezTo>
                    <a:pt x="19" y="127"/>
                    <a:pt x="16" y="124"/>
                    <a:pt x="17" y="120"/>
                  </a:cubicBezTo>
                  <a:cubicBezTo>
                    <a:pt x="17" y="118"/>
                    <a:pt x="17" y="115"/>
                    <a:pt x="20" y="113"/>
                  </a:cubicBezTo>
                  <a:cubicBezTo>
                    <a:pt x="21" y="111"/>
                    <a:pt x="23" y="110"/>
                    <a:pt x="24" y="108"/>
                  </a:cubicBezTo>
                  <a:cubicBezTo>
                    <a:pt x="27" y="104"/>
                    <a:pt x="23" y="101"/>
                    <a:pt x="23" y="97"/>
                  </a:cubicBezTo>
                  <a:cubicBezTo>
                    <a:pt x="25" y="92"/>
                    <a:pt x="29" y="93"/>
                    <a:pt x="26" y="86"/>
                  </a:cubicBezTo>
                  <a:cubicBezTo>
                    <a:pt x="31" y="86"/>
                    <a:pt x="31" y="79"/>
                    <a:pt x="29" y="77"/>
                  </a:cubicBezTo>
                  <a:cubicBezTo>
                    <a:pt x="31" y="75"/>
                    <a:pt x="31" y="73"/>
                    <a:pt x="31" y="70"/>
                  </a:cubicBezTo>
                  <a:cubicBezTo>
                    <a:pt x="34" y="70"/>
                    <a:pt x="40" y="59"/>
                    <a:pt x="40" y="56"/>
                  </a:cubicBezTo>
                  <a:cubicBezTo>
                    <a:pt x="46" y="59"/>
                    <a:pt x="46" y="50"/>
                    <a:pt x="48" y="47"/>
                  </a:cubicBezTo>
                  <a:cubicBezTo>
                    <a:pt x="51" y="47"/>
                    <a:pt x="54" y="46"/>
                    <a:pt x="56" y="44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164" name="Freeform 651">
              <a:extLst>
                <a:ext uri="{FF2B5EF4-FFF2-40B4-BE49-F238E27FC236}">
                  <a16:creationId xmlns:a16="http://schemas.microsoft.com/office/drawing/2014/main" id="{1EF5F721-578B-4CA3-8D70-218E68E6D3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5" y="894"/>
              <a:ext cx="17" cy="47"/>
            </a:xfrm>
            <a:custGeom>
              <a:avLst/>
              <a:gdLst>
                <a:gd name="T0" fmla="*/ 40 w 11"/>
                <a:gd name="T1" fmla="*/ 0 h 29"/>
                <a:gd name="T2" fmla="*/ 19 w 11"/>
                <a:gd name="T3" fmla="*/ 123 h 29"/>
                <a:gd name="T4" fmla="*/ 40 w 11"/>
                <a:gd name="T5" fmla="*/ 0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29">
                  <a:moveTo>
                    <a:pt x="11" y="0"/>
                  </a:moveTo>
                  <a:cubicBezTo>
                    <a:pt x="11" y="0"/>
                    <a:pt x="2" y="14"/>
                    <a:pt x="5" y="29"/>
                  </a:cubicBezTo>
                  <a:cubicBezTo>
                    <a:pt x="5" y="29"/>
                    <a:pt x="0" y="13"/>
                    <a:pt x="11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165" name="Freeform 652">
              <a:extLst>
                <a:ext uri="{FF2B5EF4-FFF2-40B4-BE49-F238E27FC236}">
                  <a16:creationId xmlns:a16="http://schemas.microsoft.com/office/drawing/2014/main" id="{4C518F8E-27E3-47ED-A3B2-01A5EF24F7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4" y="1036"/>
              <a:ext cx="120" cy="61"/>
            </a:xfrm>
            <a:custGeom>
              <a:avLst/>
              <a:gdLst>
                <a:gd name="T0" fmla="*/ 0 w 75"/>
                <a:gd name="T1" fmla="*/ 63 h 38"/>
                <a:gd name="T2" fmla="*/ 61 w 75"/>
                <a:gd name="T3" fmla="*/ 26 h 38"/>
                <a:gd name="T4" fmla="*/ 138 w 75"/>
                <a:gd name="T5" fmla="*/ 13 h 38"/>
                <a:gd name="T6" fmla="*/ 157 w 75"/>
                <a:gd name="T7" fmla="*/ 21 h 38"/>
                <a:gd name="T8" fmla="*/ 171 w 75"/>
                <a:gd name="T9" fmla="*/ 8 h 38"/>
                <a:gd name="T10" fmla="*/ 226 w 75"/>
                <a:gd name="T11" fmla="*/ 8 h 38"/>
                <a:gd name="T12" fmla="*/ 307 w 75"/>
                <a:gd name="T13" fmla="*/ 63 h 38"/>
                <a:gd name="T14" fmla="*/ 259 w 75"/>
                <a:gd name="T15" fmla="*/ 108 h 38"/>
                <a:gd name="T16" fmla="*/ 158 w 75"/>
                <a:gd name="T17" fmla="*/ 153 h 38"/>
                <a:gd name="T18" fmla="*/ 77 w 75"/>
                <a:gd name="T19" fmla="*/ 132 h 38"/>
                <a:gd name="T20" fmla="*/ 0 w 75"/>
                <a:gd name="T21" fmla="*/ 63 h 3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5" h="38">
                  <a:moveTo>
                    <a:pt x="0" y="15"/>
                  </a:moveTo>
                  <a:cubicBezTo>
                    <a:pt x="0" y="15"/>
                    <a:pt x="10" y="9"/>
                    <a:pt x="15" y="6"/>
                  </a:cubicBezTo>
                  <a:cubicBezTo>
                    <a:pt x="20" y="2"/>
                    <a:pt x="29" y="0"/>
                    <a:pt x="34" y="3"/>
                  </a:cubicBezTo>
                  <a:cubicBezTo>
                    <a:pt x="39" y="6"/>
                    <a:pt x="38" y="5"/>
                    <a:pt x="38" y="5"/>
                  </a:cubicBezTo>
                  <a:cubicBezTo>
                    <a:pt x="38" y="5"/>
                    <a:pt x="39" y="4"/>
                    <a:pt x="42" y="2"/>
                  </a:cubicBezTo>
                  <a:cubicBezTo>
                    <a:pt x="45" y="1"/>
                    <a:pt x="52" y="1"/>
                    <a:pt x="55" y="2"/>
                  </a:cubicBezTo>
                  <a:cubicBezTo>
                    <a:pt x="58" y="4"/>
                    <a:pt x="71" y="13"/>
                    <a:pt x="75" y="15"/>
                  </a:cubicBezTo>
                  <a:cubicBezTo>
                    <a:pt x="75" y="15"/>
                    <a:pt x="69" y="19"/>
                    <a:pt x="63" y="26"/>
                  </a:cubicBezTo>
                  <a:cubicBezTo>
                    <a:pt x="57" y="34"/>
                    <a:pt x="46" y="36"/>
                    <a:pt x="39" y="37"/>
                  </a:cubicBezTo>
                  <a:cubicBezTo>
                    <a:pt x="33" y="38"/>
                    <a:pt x="23" y="34"/>
                    <a:pt x="19" y="32"/>
                  </a:cubicBezTo>
                  <a:cubicBezTo>
                    <a:pt x="9" y="26"/>
                    <a:pt x="3" y="16"/>
                    <a:pt x="0" y="15"/>
                  </a:cubicBezTo>
                  <a:close/>
                </a:path>
              </a:pathLst>
            </a:custGeom>
            <a:solidFill>
              <a:srgbClr val="9842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166" name="Freeform 653">
              <a:extLst>
                <a:ext uri="{FF2B5EF4-FFF2-40B4-BE49-F238E27FC236}">
                  <a16:creationId xmlns:a16="http://schemas.microsoft.com/office/drawing/2014/main" id="{285615FC-B859-4C69-BC82-E4C2297D133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4" y="1028"/>
              <a:ext cx="120" cy="32"/>
            </a:xfrm>
            <a:custGeom>
              <a:avLst/>
              <a:gdLst>
                <a:gd name="T0" fmla="*/ 157 w 75"/>
                <a:gd name="T1" fmla="*/ 48 h 20"/>
                <a:gd name="T2" fmla="*/ 307 w 75"/>
                <a:gd name="T3" fmla="*/ 82 h 20"/>
                <a:gd name="T4" fmla="*/ 272 w 75"/>
                <a:gd name="T5" fmla="*/ 56 h 20"/>
                <a:gd name="T6" fmla="*/ 234 w 75"/>
                <a:gd name="T7" fmla="*/ 34 h 20"/>
                <a:gd name="T8" fmla="*/ 157 w 75"/>
                <a:gd name="T9" fmla="*/ 34 h 20"/>
                <a:gd name="T10" fmla="*/ 157 w 75"/>
                <a:gd name="T11" fmla="*/ 34 h 20"/>
                <a:gd name="T12" fmla="*/ 77 w 75"/>
                <a:gd name="T13" fmla="*/ 34 h 20"/>
                <a:gd name="T14" fmla="*/ 35 w 75"/>
                <a:gd name="T15" fmla="*/ 56 h 20"/>
                <a:gd name="T16" fmla="*/ 0 w 75"/>
                <a:gd name="T17" fmla="*/ 82 h 20"/>
                <a:gd name="T18" fmla="*/ 157 w 75"/>
                <a:gd name="T19" fmla="*/ 48 h 2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5" h="20">
                  <a:moveTo>
                    <a:pt x="38" y="12"/>
                  </a:moveTo>
                  <a:cubicBezTo>
                    <a:pt x="50" y="0"/>
                    <a:pt x="63" y="17"/>
                    <a:pt x="75" y="20"/>
                  </a:cubicBezTo>
                  <a:cubicBezTo>
                    <a:pt x="72" y="18"/>
                    <a:pt x="69" y="16"/>
                    <a:pt x="66" y="14"/>
                  </a:cubicBezTo>
                  <a:cubicBezTo>
                    <a:pt x="63" y="11"/>
                    <a:pt x="60" y="10"/>
                    <a:pt x="57" y="8"/>
                  </a:cubicBezTo>
                  <a:cubicBezTo>
                    <a:pt x="50" y="4"/>
                    <a:pt x="45" y="5"/>
                    <a:pt x="38" y="8"/>
                  </a:cubicBezTo>
                  <a:cubicBezTo>
                    <a:pt x="38" y="8"/>
                    <a:pt x="38" y="8"/>
                    <a:pt x="38" y="8"/>
                  </a:cubicBezTo>
                  <a:cubicBezTo>
                    <a:pt x="31" y="5"/>
                    <a:pt x="26" y="4"/>
                    <a:pt x="19" y="8"/>
                  </a:cubicBezTo>
                  <a:cubicBezTo>
                    <a:pt x="16" y="10"/>
                    <a:pt x="12" y="11"/>
                    <a:pt x="9" y="14"/>
                  </a:cubicBezTo>
                  <a:cubicBezTo>
                    <a:pt x="6" y="16"/>
                    <a:pt x="3" y="18"/>
                    <a:pt x="0" y="20"/>
                  </a:cubicBezTo>
                  <a:cubicBezTo>
                    <a:pt x="12" y="17"/>
                    <a:pt x="25" y="0"/>
                    <a:pt x="38" y="1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167" name="Freeform 654">
              <a:extLst>
                <a:ext uri="{FF2B5EF4-FFF2-40B4-BE49-F238E27FC236}">
                  <a16:creationId xmlns:a16="http://schemas.microsoft.com/office/drawing/2014/main" id="{353FDD6A-6BFC-4300-866D-BFAEA92BAA4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3" y="1070"/>
              <a:ext cx="99" cy="62"/>
            </a:xfrm>
            <a:custGeom>
              <a:avLst/>
              <a:gdLst>
                <a:gd name="T0" fmla="*/ 0 w 61"/>
                <a:gd name="T1" fmla="*/ 0 h 39"/>
                <a:gd name="T2" fmla="*/ 261 w 61"/>
                <a:gd name="T3" fmla="*/ 0 h 39"/>
                <a:gd name="T4" fmla="*/ 0 w 61"/>
                <a:gd name="T5" fmla="*/ 0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1" h="39">
                  <a:moveTo>
                    <a:pt x="0" y="0"/>
                  </a:moveTo>
                  <a:cubicBezTo>
                    <a:pt x="0" y="0"/>
                    <a:pt x="32" y="33"/>
                    <a:pt x="61" y="0"/>
                  </a:cubicBezTo>
                  <a:cubicBezTo>
                    <a:pt x="61" y="0"/>
                    <a:pt x="37" y="39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168" name="Freeform 655">
              <a:extLst>
                <a:ext uri="{FF2B5EF4-FFF2-40B4-BE49-F238E27FC236}">
                  <a16:creationId xmlns:a16="http://schemas.microsoft.com/office/drawing/2014/main" id="{90ECB2A2-FC75-4A0F-9B57-9DA7370855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5" y="1061"/>
              <a:ext cx="98" cy="15"/>
            </a:xfrm>
            <a:custGeom>
              <a:avLst/>
              <a:gdLst>
                <a:gd name="T0" fmla="*/ 0 w 61"/>
                <a:gd name="T1" fmla="*/ 0 h 9"/>
                <a:gd name="T2" fmla="*/ 252 w 61"/>
                <a:gd name="T3" fmla="*/ 0 h 9"/>
                <a:gd name="T4" fmla="*/ 0 w 61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1" h="9">
                  <a:moveTo>
                    <a:pt x="0" y="0"/>
                  </a:moveTo>
                  <a:cubicBezTo>
                    <a:pt x="0" y="0"/>
                    <a:pt x="34" y="7"/>
                    <a:pt x="61" y="0"/>
                  </a:cubicBezTo>
                  <a:cubicBezTo>
                    <a:pt x="61" y="0"/>
                    <a:pt x="39" y="9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169" name="Freeform 656">
              <a:extLst>
                <a:ext uri="{FF2B5EF4-FFF2-40B4-BE49-F238E27FC236}">
                  <a16:creationId xmlns:a16="http://schemas.microsoft.com/office/drawing/2014/main" id="{AA2DFFFE-8A61-4B92-BB05-8DF89F4D4C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3" y="915"/>
              <a:ext cx="76" cy="187"/>
            </a:xfrm>
            <a:custGeom>
              <a:avLst/>
              <a:gdLst>
                <a:gd name="T0" fmla="*/ 29 w 47"/>
                <a:gd name="T1" fmla="*/ 5 h 116"/>
                <a:gd name="T2" fmla="*/ 5 w 47"/>
                <a:gd name="T3" fmla="*/ 81 h 116"/>
                <a:gd name="T4" fmla="*/ 21 w 47"/>
                <a:gd name="T5" fmla="*/ 131 h 116"/>
                <a:gd name="T6" fmla="*/ 29 w 47"/>
                <a:gd name="T7" fmla="*/ 177 h 116"/>
                <a:gd name="T8" fmla="*/ 47 w 47"/>
                <a:gd name="T9" fmla="*/ 276 h 116"/>
                <a:gd name="T10" fmla="*/ 81 w 47"/>
                <a:gd name="T11" fmla="*/ 382 h 116"/>
                <a:gd name="T12" fmla="*/ 199 w 47"/>
                <a:gd name="T13" fmla="*/ 485 h 116"/>
                <a:gd name="T14" fmla="*/ 144 w 47"/>
                <a:gd name="T15" fmla="*/ 416 h 116"/>
                <a:gd name="T16" fmla="*/ 131 w 47"/>
                <a:gd name="T17" fmla="*/ 356 h 116"/>
                <a:gd name="T18" fmla="*/ 160 w 47"/>
                <a:gd name="T19" fmla="*/ 239 h 116"/>
                <a:gd name="T20" fmla="*/ 55 w 47"/>
                <a:gd name="T21" fmla="*/ 123 h 116"/>
                <a:gd name="T22" fmla="*/ 68 w 47"/>
                <a:gd name="T23" fmla="*/ 8 h 116"/>
                <a:gd name="T24" fmla="*/ 26 w 47"/>
                <a:gd name="T25" fmla="*/ 0 h 11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7" h="116">
                  <a:moveTo>
                    <a:pt x="7" y="1"/>
                  </a:moveTo>
                  <a:cubicBezTo>
                    <a:pt x="1" y="3"/>
                    <a:pt x="0" y="14"/>
                    <a:pt x="1" y="19"/>
                  </a:cubicBezTo>
                  <a:cubicBezTo>
                    <a:pt x="2" y="23"/>
                    <a:pt x="4" y="27"/>
                    <a:pt x="5" y="31"/>
                  </a:cubicBezTo>
                  <a:cubicBezTo>
                    <a:pt x="6" y="34"/>
                    <a:pt x="7" y="38"/>
                    <a:pt x="7" y="42"/>
                  </a:cubicBezTo>
                  <a:cubicBezTo>
                    <a:pt x="9" y="50"/>
                    <a:pt x="11" y="58"/>
                    <a:pt x="11" y="66"/>
                  </a:cubicBezTo>
                  <a:cubicBezTo>
                    <a:pt x="12" y="75"/>
                    <a:pt x="15" y="84"/>
                    <a:pt x="19" y="91"/>
                  </a:cubicBezTo>
                  <a:cubicBezTo>
                    <a:pt x="26" y="102"/>
                    <a:pt x="37" y="109"/>
                    <a:pt x="47" y="116"/>
                  </a:cubicBezTo>
                  <a:cubicBezTo>
                    <a:pt x="43" y="110"/>
                    <a:pt x="37" y="106"/>
                    <a:pt x="34" y="99"/>
                  </a:cubicBezTo>
                  <a:cubicBezTo>
                    <a:pt x="32" y="95"/>
                    <a:pt x="31" y="90"/>
                    <a:pt x="31" y="85"/>
                  </a:cubicBezTo>
                  <a:cubicBezTo>
                    <a:pt x="31" y="75"/>
                    <a:pt x="28" y="65"/>
                    <a:pt x="38" y="57"/>
                  </a:cubicBezTo>
                  <a:cubicBezTo>
                    <a:pt x="25" y="52"/>
                    <a:pt x="15" y="43"/>
                    <a:pt x="13" y="29"/>
                  </a:cubicBezTo>
                  <a:cubicBezTo>
                    <a:pt x="12" y="21"/>
                    <a:pt x="9" y="9"/>
                    <a:pt x="16" y="2"/>
                  </a:cubicBezTo>
                  <a:cubicBezTo>
                    <a:pt x="12" y="2"/>
                    <a:pt x="9" y="1"/>
                    <a:pt x="6" y="0"/>
                  </a:cubicBezTo>
                </a:path>
              </a:pathLst>
            </a:custGeom>
            <a:solidFill>
              <a:srgbClr val="7E39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170" name="Freeform 657">
              <a:extLst>
                <a:ext uri="{FF2B5EF4-FFF2-40B4-BE49-F238E27FC236}">
                  <a16:creationId xmlns:a16="http://schemas.microsoft.com/office/drawing/2014/main" id="{57CA253A-0D47-46A2-B01F-DBB67148D2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5" y="812"/>
              <a:ext cx="24" cy="132"/>
            </a:xfrm>
            <a:custGeom>
              <a:avLst/>
              <a:gdLst>
                <a:gd name="T0" fmla="*/ 46 w 15"/>
                <a:gd name="T1" fmla="*/ 293 h 82"/>
                <a:gd name="T2" fmla="*/ 56 w 15"/>
                <a:gd name="T3" fmla="*/ 262 h 82"/>
                <a:gd name="T4" fmla="*/ 48 w 15"/>
                <a:gd name="T5" fmla="*/ 238 h 82"/>
                <a:gd name="T6" fmla="*/ 48 w 15"/>
                <a:gd name="T7" fmla="*/ 175 h 82"/>
                <a:gd name="T8" fmla="*/ 48 w 15"/>
                <a:gd name="T9" fmla="*/ 135 h 82"/>
                <a:gd name="T10" fmla="*/ 61 w 15"/>
                <a:gd name="T11" fmla="*/ 89 h 82"/>
                <a:gd name="T12" fmla="*/ 56 w 15"/>
                <a:gd name="T13" fmla="*/ 37 h 82"/>
                <a:gd name="T14" fmla="*/ 56 w 15"/>
                <a:gd name="T15" fmla="*/ 0 h 82"/>
                <a:gd name="T16" fmla="*/ 42 w 15"/>
                <a:gd name="T17" fmla="*/ 69 h 82"/>
                <a:gd name="T18" fmla="*/ 8 w 15"/>
                <a:gd name="T19" fmla="*/ 135 h 82"/>
                <a:gd name="T20" fmla="*/ 8 w 15"/>
                <a:gd name="T21" fmla="*/ 150 h 82"/>
                <a:gd name="T22" fmla="*/ 8 w 15"/>
                <a:gd name="T23" fmla="*/ 171 h 82"/>
                <a:gd name="T24" fmla="*/ 13 w 15"/>
                <a:gd name="T25" fmla="*/ 204 h 82"/>
                <a:gd name="T26" fmla="*/ 8 w 15"/>
                <a:gd name="T27" fmla="*/ 241 h 82"/>
                <a:gd name="T28" fmla="*/ 5 w 15"/>
                <a:gd name="T29" fmla="*/ 280 h 82"/>
                <a:gd name="T30" fmla="*/ 8 w 15"/>
                <a:gd name="T31" fmla="*/ 341 h 8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5" h="82">
                  <a:moveTo>
                    <a:pt x="11" y="70"/>
                  </a:moveTo>
                  <a:cubicBezTo>
                    <a:pt x="12" y="68"/>
                    <a:pt x="14" y="66"/>
                    <a:pt x="14" y="63"/>
                  </a:cubicBezTo>
                  <a:cubicBezTo>
                    <a:pt x="14" y="61"/>
                    <a:pt x="13" y="59"/>
                    <a:pt x="12" y="57"/>
                  </a:cubicBezTo>
                  <a:cubicBezTo>
                    <a:pt x="10" y="52"/>
                    <a:pt x="11" y="47"/>
                    <a:pt x="12" y="42"/>
                  </a:cubicBezTo>
                  <a:cubicBezTo>
                    <a:pt x="12" y="39"/>
                    <a:pt x="11" y="35"/>
                    <a:pt x="12" y="32"/>
                  </a:cubicBezTo>
                  <a:cubicBezTo>
                    <a:pt x="12" y="28"/>
                    <a:pt x="14" y="24"/>
                    <a:pt x="15" y="21"/>
                  </a:cubicBezTo>
                  <a:cubicBezTo>
                    <a:pt x="15" y="17"/>
                    <a:pt x="14" y="13"/>
                    <a:pt x="14" y="9"/>
                  </a:cubicBezTo>
                  <a:cubicBezTo>
                    <a:pt x="14" y="6"/>
                    <a:pt x="15" y="3"/>
                    <a:pt x="14" y="0"/>
                  </a:cubicBezTo>
                  <a:cubicBezTo>
                    <a:pt x="10" y="6"/>
                    <a:pt x="9" y="10"/>
                    <a:pt x="10" y="17"/>
                  </a:cubicBezTo>
                  <a:cubicBezTo>
                    <a:pt x="10" y="25"/>
                    <a:pt x="4" y="25"/>
                    <a:pt x="2" y="32"/>
                  </a:cubicBezTo>
                  <a:cubicBezTo>
                    <a:pt x="2" y="33"/>
                    <a:pt x="2" y="35"/>
                    <a:pt x="2" y="36"/>
                  </a:cubicBezTo>
                  <a:cubicBezTo>
                    <a:pt x="2" y="38"/>
                    <a:pt x="2" y="39"/>
                    <a:pt x="2" y="41"/>
                  </a:cubicBezTo>
                  <a:cubicBezTo>
                    <a:pt x="1" y="44"/>
                    <a:pt x="3" y="46"/>
                    <a:pt x="3" y="49"/>
                  </a:cubicBezTo>
                  <a:cubicBezTo>
                    <a:pt x="4" y="52"/>
                    <a:pt x="3" y="55"/>
                    <a:pt x="2" y="58"/>
                  </a:cubicBezTo>
                  <a:cubicBezTo>
                    <a:pt x="1" y="61"/>
                    <a:pt x="1" y="64"/>
                    <a:pt x="1" y="67"/>
                  </a:cubicBezTo>
                  <a:cubicBezTo>
                    <a:pt x="1" y="72"/>
                    <a:pt x="0" y="78"/>
                    <a:pt x="2" y="82"/>
                  </a:cubicBezTo>
                </a:path>
              </a:pathLst>
            </a:custGeom>
            <a:solidFill>
              <a:srgbClr val="7E39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171" name="Freeform 658">
              <a:extLst>
                <a:ext uri="{FF2B5EF4-FFF2-40B4-BE49-F238E27FC236}">
                  <a16:creationId xmlns:a16="http://schemas.microsoft.com/office/drawing/2014/main" id="{0406E9C2-ED0C-432E-B7EA-2D2B595767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5" y="804"/>
              <a:ext cx="45" cy="203"/>
            </a:xfrm>
            <a:custGeom>
              <a:avLst/>
              <a:gdLst>
                <a:gd name="T0" fmla="*/ 0 w 28"/>
                <a:gd name="T1" fmla="*/ 322 h 126"/>
                <a:gd name="T2" fmla="*/ 55 w 28"/>
                <a:gd name="T3" fmla="*/ 255 h 126"/>
                <a:gd name="T4" fmla="*/ 55 w 28"/>
                <a:gd name="T5" fmla="*/ 213 h 126"/>
                <a:gd name="T6" fmla="*/ 47 w 28"/>
                <a:gd name="T7" fmla="*/ 177 h 126"/>
                <a:gd name="T8" fmla="*/ 55 w 28"/>
                <a:gd name="T9" fmla="*/ 89 h 126"/>
                <a:gd name="T10" fmla="*/ 47 w 28"/>
                <a:gd name="T11" fmla="*/ 0 h 126"/>
                <a:gd name="T12" fmla="*/ 76 w 28"/>
                <a:gd name="T13" fmla="*/ 42 h 126"/>
                <a:gd name="T14" fmla="*/ 82 w 28"/>
                <a:gd name="T15" fmla="*/ 90 h 126"/>
                <a:gd name="T16" fmla="*/ 95 w 28"/>
                <a:gd name="T17" fmla="*/ 118 h 126"/>
                <a:gd name="T18" fmla="*/ 101 w 28"/>
                <a:gd name="T19" fmla="*/ 145 h 126"/>
                <a:gd name="T20" fmla="*/ 103 w 28"/>
                <a:gd name="T21" fmla="*/ 177 h 126"/>
                <a:gd name="T22" fmla="*/ 101 w 28"/>
                <a:gd name="T23" fmla="*/ 205 h 126"/>
                <a:gd name="T24" fmla="*/ 109 w 28"/>
                <a:gd name="T25" fmla="*/ 226 h 126"/>
                <a:gd name="T26" fmla="*/ 103 w 28"/>
                <a:gd name="T27" fmla="*/ 255 h 126"/>
                <a:gd name="T28" fmla="*/ 116 w 28"/>
                <a:gd name="T29" fmla="*/ 276 h 126"/>
                <a:gd name="T30" fmla="*/ 109 w 28"/>
                <a:gd name="T31" fmla="*/ 296 h 126"/>
                <a:gd name="T32" fmla="*/ 103 w 28"/>
                <a:gd name="T33" fmla="*/ 335 h 126"/>
                <a:gd name="T34" fmla="*/ 109 w 28"/>
                <a:gd name="T35" fmla="*/ 351 h 126"/>
                <a:gd name="T36" fmla="*/ 111 w 28"/>
                <a:gd name="T37" fmla="*/ 369 h 126"/>
                <a:gd name="T38" fmla="*/ 90 w 28"/>
                <a:gd name="T39" fmla="*/ 438 h 126"/>
                <a:gd name="T40" fmla="*/ 63 w 28"/>
                <a:gd name="T41" fmla="*/ 527 h 126"/>
                <a:gd name="T42" fmla="*/ 34 w 28"/>
                <a:gd name="T43" fmla="*/ 377 h 12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28" h="126">
                  <a:moveTo>
                    <a:pt x="0" y="77"/>
                  </a:moveTo>
                  <a:cubicBezTo>
                    <a:pt x="6" y="77"/>
                    <a:pt x="12" y="66"/>
                    <a:pt x="13" y="61"/>
                  </a:cubicBezTo>
                  <a:cubicBezTo>
                    <a:pt x="14" y="58"/>
                    <a:pt x="14" y="54"/>
                    <a:pt x="13" y="51"/>
                  </a:cubicBezTo>
                  <a:cubicBezTo>
                    <a:pt x="12" y="48"/>
                    <a:pt x="10" y="45"/>
                    <a:pt x="11" y="42"/>
                  </a:cubicBezTo>
                  <a:cubicBezTo>
                    <a:pt x="11" y="35"/>
                    <a:pt x="13" y="28"/>
                    <a:pt x="13" y="21"/>
                  </a:cubicBezTo>
                  <a:cubicBezTo>
                    <a:pt x="14" y="14"/>
                    <a:pt x="12" y="7"/>
                    <a:pt x="11" y="0"/>
                  </a:cubicBezTo>
                  <a:cubicBezTo>
                    <a:pt x="13" y="3"/>
                    <a:pt x="16" y="6"/>
                    <a:pt x="18" y="10"/>
                  </a:cubicBezTo>
                  <a:cubicBezTo>
                    <a:pt x="21" y="14"/>
                    <a:pt x="19" y="17"/>
                    <a:pt x="20" y="22"/>
                  </a:cubicBezTo>
                  <a:cubicBezTo>
                    <a:pt x="20" y="24"/>
                    <a:pt x="22" y="26"/>
                    <a:pt x="23" y="28"/>
                  </a:cubicBezTo>
                  <a:cubicBezTo>
                    <a:pt x="24" y="30"/>
                    <a:pt x="23" y="33"/>
                    <a:pt x="24" y="35"/>
                  </a:cubicBezTo>
                  <a:cubicBezTo>
                    <a:pt x="24" y="37"/>
                    <a:pt x="26" y="39"/>
                    <a:pt x="25" y="42"/>
                  </a:cubicBezTo>
                  <a:cubicBezTo>
                    <a:pt x="25" y="44"/>
                    <a:pt x="24" y="46"/>
                    <a:pt x="24" y="49"/>
                  </a:cubicBezTo>
                  <a:cubicBezTo>
                    <a:pt x="24" y="51"/>
                    <a:pt x="25" y="52"/>
                    <a:pt x="26" y="54"/>
                  </a:cubicBezTo>
                  <a:cubicBezTo>
                    <a:pt x="27" y="57"/>
                    <a:pt x="25" y="59"/>
                    <a:pt x="25" y="61"/>
                  </a:cubicBezTo>
                  <a:cubicBezTo>
                    <a:pt x="26" y="63"/>
                    <a:pt x="27" y="64"/>
                    <a:pt x="28" y="66"/>
                  </a:cubicBezTo>
                  <a:cubicBezTo>
                    <a:pt x="28" y="67"/>
                    <a:pt x="26" y="70"/>
                    <a:pt x="26" y="71"/>
                  </a:cubicBezTo>
                  <a:cubicBezTo>
                    <a:pt x="24" y="75"/>
                    <a:pt x="24" y="76"/>
                    <a:pt x="25" y="80"/>
                  </a:cubicBezTo>
                  <a:cubicBezTo>
                    <a:pt x="26" y="82"/>
                    <a:pt x="26" y="82"/>
                    <a:pt x="26" y="84"/>
                  </a:cubicBezTo>
                  <a:cubicBezTo>
                    <a:pt x="26" y="86"/>
                    <a:pt x="26" y="87"/>
                    <a:pt x="27" y="88"/>
                  </a:cubicBezTo>
                  <a:cubicBezTo>
                    <a:pt x="28" y="94"/>
                    <a:pt x="23" y="99"/>
                    <a:pt x="22" y="105"/>
                  </a:cubicBezTo>
                  <a:cubicBezTo>
                    <a:pt x="21" y="112"/>
                    <a:pt x="19" y="119"/>
                    <a:pt x="15" y="126"/>
                  </a:cubicBezTo>
                  <a:cubicBezTo>
                    <a:pt x="14" y="113"/>
                    <a:pt x="14" y="102"/>
                    <a:pt x="8" y="90"/>
                  </a:cubicBezTo>
                </a:path>
              </a:pathLst>
            </a:custGeom>
            <a:solidFill>
              <a:srgbClr val="6B2D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172" name="Freeform 659">
              <a:extLst>
                <a:ext uri="{FF2B5EF4-FFF2-40B4-BE49-F238E27FC236}">
                  <a16:creationId xmlns:a16="http://schemas.microsoft.com/office/drawing/2014/main" id="{53FE523E-AEF8-4BDF-944F-0E23CB5937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7" y="743"/>
              <a:ext cx="82" cy="32"/>
            </a:xfrm>
            <a:custGeom>
              <a:avLst/>
              <a:gdLst>
                <a:gd name="T0" fmla="*/ 0 w 51"/>
                <a:gd name="T1" fmla="*/ 5 h 20"/>
                <a:gd name="T2" fmla="*/ 26 w 51"/>
                <a:gd name="T3" fmla="*/ 8 h 20"/>
                <a:gd name="T4" fmla="*/ 50 w 51"/>
                <a:gd name="T5" fmla="*/ 34 h 20"/>
                <a:gd name="T6" fmla="*/ 69 w 51"/>
                <a:gd name="T7" fmla="*/ 48 h 20"/>
                <a:gd name="T8" fmla="*/ 82 w 51"/>
                <a:gd name="T9" fmla="*/ 48 h 20"/>
                <a:gd name="T10" fmla="*/ 95 w 51"/>
                <a:gd name="T11" fmla="*/ 56 h 20"/>
                <a:gd name="T12" fmla="*/ 124 w 51"/>
                <a:gd name="T13" fmla="*/ 67 h 20"/>
                <a:gd name="T14" fmla="*/ 158 w 51"/>
                <a:gd name="T15" fmla="*/ 56 h 20"/>
                <a:gd name="T16" fmla="*/ 212 w 51"/>
                <a:gd name="T17" fmla="*/ 54 h 20"/>
                <a:gd name="T18" fmla="*/ 153 w 51"/>
                <a:gd name="T19" fmla="*/ 82 h 20"/>
                <a:gd name="T20" fmla="*/ 76 w 51"/>
                <a:gd name="T21" fmla="*/ 69 h 20"/>
                <a:gd name="T22" fmla="*/ 29 w 51"/>
                <a:gd name="T23" fmla="*/ 35 h 20"/>
                <a:gd name="T24" fmla="*/ 16 w 51"/>
                <a:gd name="T25" fmla="*/ 13 h 20"/>
                <a:gd name="T26" fmla="*/ 0 w 51"/>
                <a:gd name="T27" fmla="*/ 0 h 2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51" h="20">
                  <a:moveTo>
                    <a:pt x="0" y="1"/>
                  </a:moveTo>
                  <a:cubicBezTo>
                    <a:pt x="2" y="2"/>
                    <a:pt x="5" y="1"/>
                    <a:pt x="6" y="2"/>
                  </a:cubicBezTo>
                  <a:cubicBezTo>
                    <a:pt x="9" y="3"/>
                    <a:pt x="10" y="7"/>
                    <a:pt x="12" y="8"/>
                  </a:cubicBezTo>
                  <a:cubicBezTo>
                    <a:pt x="13" y="9"/>
                    <a:pt x="15" y="12"/>
                    <a:pt x="17" y="12"/>
                  </a:cubicBezTo>
                  <a:cubicBezTo>
                    <a:pt x="17" y="12"/>
                    <a:pt x="19" y="12"/>
                    <a:pt x="20" y="12"/>
                  </a:cubicBezTo>
                  <a:cubicBezTo>
                    <a:pt x="21" y="12"/>
                    <a:pt x="22" y="13"/>
                    <a:pt x="23" y="14"/>
                  </a:cubicBezTo>
                  <a:cubicBezTo>
                    <a:pt x="26" y="14"/>
                    <a:pt x="28" y="16"/>
                    <a:pt x="30" y="16"/>
                  </a:cubicBezTo>
                  <a:cubicBezTo>
                    <a:pt x="33" y="16"/>
                    <a:pt x="35" y="14"/>
                    <a:pt x="38" y="14"/>
                  </a:cubicBezTo>
                  <a:cubicBezTo>
                    <a:pt x="42" y="14"/>
                    <a:pt x="47" y="15"/>
                    <a:pt x="51" y="13"/>
                  </a:cubicBezTo>
                  <a:cubicBezTo>
                    <a:pt x="50" y="17"/>
                    <a:pt x="42" y="20"/>
                    <a:pt x="37" y="20"/>
                  </a:cubicBezTo>
                  <a:cubicBezTo>
                    <a:pt x="30" y="20"/>
                    <a:pt x="25" y="19"/>
                    <a:pt x="18" y="17"/>
                  </a:cubicBezTo>
                  <a:cubicBezTo>
                    <a:pt x="14" y="15"/>
                    <a:pt x="9" y="13"/>
                    <a:pt x="7" y="9"/>
                  </a:cubicBezTo>
                  <a:cubicBezTo>
                    <a:pt x="6" y="7"/>
                    <a:pt x="5" y="5"/>
                    <a:pt x="4" y="3"/>
                  </a:cubicBezTo>
                  <a:cubicBezTo>
                    <a:pt x="3" y="2"/>
                    <a:pt x="1" y="1"/>
                    <a:pt x="0" y="0"/>
                  </a:cubicBezTo>
                </a:path>
              </a:pathLst>
            </a:custGeom>
            <a:solidFill>
              <a:srgbClr val="7E39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</p:grpSp>
      <p:grpSp>
        <p:nvGrpSpPr>
          <p:cNvPr id="36874" name="Group 660">
            <a:extLst>
              <a:ext uri="{FF2B5EF4-FFF2-40B4-BE49-F238E27FC236}">
                <a16:creationId xmlns:a16="http://schemas.microsoft.com/office/drawing/2014/main" id="{41A9D621-8CD2-492F-845C-0BE76F374636}"/>
              </a:ext>
            </a:extLst>
          </p:cNvPr>
          <p:cNvGrpSpPr>
            <a:grpSpLocks/>
          </p:cNvGrpSpPr>
          <p:nvPr/>
        </p:nvGrpSpPr>
        <p:grpSpPr bwMode="auto">
          <a:xfrm>
            <a:off x="8672513" y="6121400"/>
            <a:ext cx="930275" cy="395288"/>
            <a:chOff x="4656" y="3718"/>
            <a:chExt cx="729" cy="310"/>
          </a:xfrm>
        </p:grpSpPr>
        <p:sp>
          <p:nvSpPr>
            <p:cNvPr id="36992" name="Freeform 661">
              <a:extLst>
                <a:ext uri="{FF2B5EF4-FFF2-40B4-BE49-F238E27FC236}">
                  <a16:creationId xmlns:a16="http://schemas.microsoft.com/office/drawing/2014/main" id="{1DE2F07F-76A2-40C2-92AC-1E9125E9E0E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1" y="3718"/>
              <a:ext cx="120" cy="49"/>
            </a:xfrm>
            <a:custGeom>
              <a:avLst/>
              <a:gdLst>
                <a:gd name="T0" fmla="*/ 32 w 60"/>
                <a:gd name="T1" fmla="*/ 128 h 23"/>
                <a:gd name="T2" fmla="*/ 56 w 60"/>
                <a:gd name="T3" fmla="*/ 19 h 23"/>
                <a:gd name="T4" fmla="*/ 136 w 60"/>
                <a:gd name="T5" fmla="*/ 60 h 23"/>
                <a:gd name="T6" fmla="*/ 272 w 60"/>
                <a:gd name="T7" fmla="*/ 60 h 23"/>
                <a:gd name="T8" fmla="*/ 448 w 60"/>
                <a:gd name="T9" fmla="*/ 77 h 23"/>
                <a:gd name="T10" fmla="*/ 440 w 60"/>
                <a:gd name="T11" fmla="*/ 222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0" h="23">
                  <a:moveTo>
                    <a:pt x="4" y="13"/>
                  </a:moveTo>
                  <a:cubicBezTo>
                    <a:pt x="0" y="9"/>
                    <a:pt x="0" y="0"/>
                    <a:pt x="7" y="2"/>
                  </a:cubicBezTo>
                  <a:cubicBezTo>
                    <a:pt x="10" y="3"/>
                    <a:pt x="13" y="5"/>
                    <a:pt x="17" y="6"/>
                  </a:cubicBezTo>
                  <a:cubicBezTo>
                    <a:pt x="22" y="7"/>
                    <a:pt x="29" y="6"/>
                    <a:pt x="34" y="6"/>
                  </a:cubicBezTo>
                  <a:cubicBezTo>
                    <a:pt x="40" y="6"/>
                    <a:pt x="51" y="4"/>
                    <a:pt x="56" y="8"/>
                  </a:cubicBezTo>
                  <a:cubicBezTo>
                    <a:pt x="60" y="12"/>
                    <a:pt x="57" y="19"/>
                    <a:pt x="55" y="23"/>
                  </a:cubicBezTo>
                </a:path>
              </a:pathLst>
            </a:custGeom>
            <a:solidFill>
              <a:srgbClr val="BCBB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993" name="Freeform 662">
              <a:extLst>
                <a:ext uri="{FF2B5EF4-FFF2-40B4-BE49-F238E27FC236}">
                  <a16:creationId xmlns:a16="http://schemas.microsoft.com/office/drawing/2014/main" id="{C1459C17-4AAD-43F5-A101-713818A92D5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6" y="3728"/>
              <a:ext cx="341" cy="300"/>
            </a:xfrm>
            <a:custGeom>
              <a:avLst/>
              <a:gdLst>
                <a:gd name="T0" fmla="*/ 652 w 170"/>
                <a:gd name="T1" fmla="*/ 19 h 140"/>
                <a:gd name="T2" fmla="*/ 1292 w 170"/>
                <a:gd name="T3" fmla="*/ 0 h 140"/>
                <a:gd name="T4" fmla="*/ 1348 w 170"/>
                <a:gd name="T5" fmla="*/ 559 h 140"/>
                <a:gd name="T6" fmla="*/ 1308 w 170"/>
                <a:gd name="T7" fmla="*/ 1016 h 140"/>
                <a:gd name="T8" fmla="*/ 532 w 170"/>
                <a:gd name="T9" fmla="*/ 1359 h 140"/>
                <a:gd name="T10" fmla="*/ 128 w 170"/>
                <a:gd name="T11" fmla="*/ 827 h 140"/>
                <a:gd name="T12" fmla="*/ 652 w 170"/>
                <a:gd name="T13" fmla="*/ 19 h 1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0" h="140">
                  <a:moveTo>
                    <a:pt x="81" y="2"/>
                  </a:moveTo>
                  <a:cubicBezTo>
                    <a:pt x="81" y="2"/>
                    <a:pt x="138" y="21"/>
                    <a:pt x="160" y="0"/>
                  </a:cubicBezTo>
                  <a:cubicBezTo>
                    <a:pt x="160" y="0"/>
                    <a:pt x="170" y="32"/>
                    <a:pt x="167" y="57"/>
                  </a:cubicBezTo>
                  <a:cubicBezTo>
                    <a:pt x="167" y="57"/>
                    <a:pt x="161" y="76"/>
                    <a:pt x="162" y="103"/>
                  </a:cubicBezTo>
                  <a:cubicBezTo>
                    <a:pt x="163" y="131"/>
                    <a:pt x="111" y="140"/>
                    <a:pt x="66" y="138"/>
                  </a:cubicBezTo>
                  <a:cubicBezTo>
                    <a:pt x="22" y="136"/>
                    <a:pt x="0" y="109"/>
                    <a:pt x="16" y="84"/>
                  </a:cubicBezTo>
                  <a:cubicBezTo>
                    <a:pt x="33" y="58"/>
                    <a:pt x="81" y="2"/>
                    <a:pt x="81" y="2"/>
                  </a:cubicBezTo>
                  <a:close/>
                </a:path>
              </a:pathLst>
            </a:custGeom>
            <a:solidFill>
              <a:srgbClr val="F2F2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994" name="Freeform 663">
              <a:extLst>
                <a:ext uri="{FF2B5EF4-FFF2-40B4-BE49-F238E27FC236}">
                  <a16:creationId xmlns:a16="http://schemas.microsoft.com/office/drawing/2014/main" id="{DCDE7DC9-B09D-490D-BAD6-A44FA3D3D1A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6" y="3728"/>
              <a:ext cx="341" cy="300"/>
            </a:xfrm>
            <a:custGeom>
              <a:avLst/>
              <a:gdLst>
                <a:gd name="T0" fmla="*/ 652 w 170"/>
                <a:gd name="T1" fmla="*/ 19 h 140"/>
                <a:gd name="T2" fmla="*/ 1292 w 170"/>
                <a:gd name="T3" fmla="*/ 0 h 140"/>
                <a:gd name="T4" fmla="*/ 1348 w 170"/>
                <a:gd name="T5" fmla="*/ 559 h 140"/>
                <a:gd name="T6" fmla="*/ 1308 w 170"/>
                <a:gd name="T7" fmla="*/ 1016 h 140"/>
                <a:gd name="T8" fmla="*/ 532 w 170"/>
                <a:gd name="T9" fmla="*/ 1359 h 140"/>
                <a:gd name="T10" fmla="*/ 128 w 170"/>
                <a:gd name="T11" fmla="*/ 827 h 140"/>
                <a:gd name="T12" fmla="*/ 652 w 170"/>
                <a:gd name="T13" fmla="*/ 19 h 1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0" h="140">
                  <a:moveTo>
                    <a:pt x="81" y="2"/>
                  </a:moveTo>
                  <a:cubicBezTo>
                    <a:pt x="81" y="2"/>
                    <a:pt x="138" y="21"/>
                    <a:pt x="160" y="0"/>
                  </a:cubicBezTo>
                  <a:cubicBezTo>
                    <a:pt x="160" y="0"/>
                    <a:pt x="170" y="32"/>
                    <a:pt x="167" y="57"/>
                  </a:cubicBezTo>
                  <a:cubicBezTo>
                    <a:pt x="167" y="57"/>
                    <a:pt x="161" y="76"/>
                    <a:pt x="162" y="103"/>
                  </a:cubicBezTo>
                  <a:cubicBezTo>
                    <a:pt x="163" y="131"/>
                    <a:pt x="111" y="140"/>
                    <a:pt x="66" y="138"/>
                  </a:cubicBezTo>
                  <a:cubicBezTo>
                    <a:pt x="22" y="136"/>
                    <a:pt x="0" y="109"/>
                    <a:pt x="16" y="84"/>
                  </a:cubicBezTo>
                  <a:cubicBezTo>
                    <a:pt x="33" y="58"/>
                    <a:pt x="81" y="2"/>
                    <a:pt x="81" y="2"/>
                  </a:cubicBezTo>
                  <a:close/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995" name="Freeform 664">
              <a:extLst>
                <a:ext uri="{FF2B5EF4-FFF2-40B4-BE49-F238E27FC236}">
                  <a16:creationId xmlns:a16="http://schemas.microsoft.com/office/drawing/2014/main" id="{0CFD8BB9-88CB-49DC-ACB2-87D44A804AD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8" y="3833"/>
              <a:ext cx="313" cy="193"/>
            </a:xfrm>
            <a:custGeom>
              <a:avLst/>
              <a:gdLst>
                <a:gd name="T0" fmla="*/ 1260 w 156"/>
                <a:gd name="T1" fmla="*/ 0 h 90"/>
                <a:gd name="T2" fmla="*/ 1260 w 156"/>
                <a:gd name="T3" fmla="*/ 77 h 90"/>
                <a:gd name="T4" fmla="*/ 1220 w 156"/>
                <a:gd name="T5" fmla="*/ 534 h 90"/>
                <a:gd name="T6" fmla="*/ 443 w 156"/>
                <a:gd name="T7" fmla="*/ 869 h 90"/>
                <a:gd name="T8" fmla="*/ 0 w 156"/>
                <a:gd name="T9" fmla="*/ 523 h 90"/>
                <a:gd name="T10" fmla="*/ 281 w 156"/>
                <a:gd name="T11" fmla="*/ 791 h 90"/>
                <a:gd name="T12" fmla="*/ 881 w 156"/>
                <a:gd name="T13" fmla="*/ 759 h 90"/>
                <a:gd name="T14" fmla="*/ 1188 w 156"/>
                <a:gd name="T15" fmla="*/ 483 h 90"/>
                <a:gd name="T16" fmla="*/ 1260 w 156"/>
                <a:gd name="T17" fmla="*/ 0 h 9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56" h="90">
                  <a:moveTo>
                    <a:pt x="156" y="0"/>
                  </a:moveTo>
                  <a:cubicBezTo>
                    <a:pt x="156" y="3"/>
                    <a:pt x="156" y="5"/>
                    <a:pt x="156" y="8"/>
                  </a:cubicBezTo>
                  <a:cubicBezTo>
                    <a:pt x="156" y="8"/>
                    <a:pt x="150" y="26"/>
                    <a:pt x="151" y="54"/>
                  </a:cubicBezTo>
                  <a:cubicBezTo>
                    <a:pt x="152" y="81"/>
                    <a:pt x="100" y="90"/>
                    <a:pt x="55" y="88"/>
                  </a:cubicBezTo>
                  <a:cubicBezTo>
                    <a:pt x="22" y="87"/>
                    <a:pt x="1" y="71"/>
                    <a:pt x="0" y="53"/>
                  </a:cubicBezTo>
                  <a:cubicBezTo>
                    <a:pt x="0" y="53"/>
                    <a:pt x="7" y="75"/>
                    <a:pt x="35" y="80"/>
                  </a:cubicBezTo>
                  <a:cubicBezTo>
                    <a:pt x="63" y="86"/>
                    <a:pt x="94" y="80"/>
                    <a:pt x="109" y="77"/>
                  </a:cubicBezTo>
                  <a:cubicBezTo>
                    <a:pt x="124" y="73"/>
                    <a:pt x="146" y="66"/>
                    <a:pt x="147" y="49"/>
                  </a:cubicBezTo>
                  <a:cubicBezTo>
                    <a:pt x="147" y="33"/>
                    <a:pt x="156" y="0"/>
                    <a:pt x="156" y="0"/>
                  </a:cubicBezTo>
                  <a:close/>
                </a:path>
              </a:pathLst>
            </a:custGeom>
            <a:solidFill>
              <a:srgbClr val="A5A5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996" name="Freeform 665">
              <a:extLst>
                <a:ext uri="{FF2B5EF4-FFF2-40B4-BE49-F238E27FC236}">
                  <a16:creationId xmlns:a16="http://schemas.microsoft.com/office/drawing/2014/main" id="{B4E040D0-DAC2-4FEF-B2B8-EAB3E164A23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8" y="3833"/>
              <a:ext cx="313" cy="193"/>
            </a:xfrm>
            <a:custGeom>
              <a:avLst/>
              <a:gdLst>
                <a:gd name="T0" fmla="*/ 1260 w 156"/>
                <a:gd name="T1" fmla="*/ 0 h 90"/>
                <a:gd name="T2" fmla="*/ 1260 w 156"/>
                <a:gd name="T3" fmla="*/ 77 h 90"/>
                <a:gd name="T4" fmla="*/ 1220 w 156"/>
                <a:gd name="T5" fmla="*/ 534 h 90"/>
                <a:gd name="T6" fmla="*/ 443 w 156"/>
                <a:gd name="T7" fmla="*/ 869 h 90"/>
                <a:gd name="T8" fmla="*/ 0 w 156"/>
                <a:gd name="T9" fmla="*/ 523 h 90"/>
                <a:gd name="T10" fmla="*/ 281 w 156"/>
                <a:gd name="T11" fmla="*/ 791 h 90"/>
                <a:gd name="T12" fmla="*/ 881 w 156"/>
                <a:gd name="T13" fmla="*/ 759 h 90"/>
                <a:gd name="T14" fmla="*/ 1188 w 156"/>
                <a:gd name="T15" fmla="*/ 483 h 90"/>
                <a:gd name="T16" fmla="*/ 1260 w 156"/>
                <a:gd name="T17" fmla="*/ 0 h 9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56" h="90">
                  <a:moveTo>
                    <a:pt x="156" y="0"/>
                  </a:moveTo>
                  <a:cubicBezTo>
                    <a:pt x="156" y="3"/>
                    <a:pt x="156" y="5"/>
                    <a:pt x="156" y="8"/>
                  </a:cubicBezTo>
                  <a:cubicBezTo>
                    <a:pt x="156" y="8"/>
                    <a:pt x="150" y="26"/>
                    <a:pt x="151" y="54"/>
                  </a:cubicBezTo>
                  <a:cubicBezTo>
                    <a:pt x="152" y="81"/>
                    <a:pt x="100" y="90"/>
                    <a:pt x="55" y="88"/>
                  </a:cubicBezTo>
                  <a:cubicBezTo>
                    <a:pt x="22" y="87"/>
                    <a:pt x="1" y="71"/>
                    <a:pt x="0" y="53"/>
                  </a:cubicBezTo>
                  <a:cubicBezTo>
                    <a:pt x="0" y="53"/>
                    <a:pt x="7" y="75"/>
                    <a:pt x="35" y="80"/>
                  </a:cubicBezTo>
                  <a:cubicBezTo>
                    <a:pt x="63" y="86"/>
                    <a:pt x="94" y="80"/>
                    <a:pt x="109" y="77"/>
                  </a:cubicBezTo>
                  <a:cubicBezTo>
                    <a:pt x="124" y="73"/>
                    <a:pt x="146" y="66"/>
                    <a:pt x="147" y="49"/>
                  </a:cubicBezTo>
                  <a:cubicBezTo>
                    <a:pt x="147" y="33"/>
                    <a:pt x="156" y="0"/>
                    <a:pt x="156" y="0"/>
                  </a:cubicBezTo>
                  <a:close/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997" name="Freeform 666">
              <a:extLst>
                <a:ext uri="{FF2B5EF4-FFF2-40B4-BE49-F238E27FC236}">
                  <a16:creationId xmlns:a16="http://schemas.microsoft.com/office/drawing/2014/main" id="{B8B49C56-34C8-4B53-A3E2-A3DDB149B88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1" y="3720"/>
              <a:ext cx="116" cy="28"/>
            </a:xfrm>
            <a:custGeom>
              <a:avLst/>
              <a:gdLst>
                <a:gd name="T0" fmla="*/ 8 w 58"/>
                <a:gd name="T1" fmla="*/ 80 h 13"/>
                <a:gd name="T2" fmla="*/ 56 w 58"/>
                <a:gd name="T3" fmla="*/ 9 h 13"/>
                <a:gd name="T4" fmla="*/ 136 w 58"/>
                <a:gd name="T5" fmla="*/ 52 h 13"/>
                <a:gd name="T6" fmla="*/ 272 w 58"/>
                <a:gd name="T7" fmla="*/ 52 h 13"/>
                <a:gd name="T8" fmla="*/ 448 w 58"/>
                <a:gd name="T9" fmla="*/ 69 h 13"/>
                <a:gd name="T10" fmla="*/ 464 w 58"/>
                <a:gd name="T11" fmla="*/ 129 h 1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8" h="13">
                  <a:moveTo>
                    <a:pt x="1" y="8"/>
                  </a:moveTo>
                  <a:cubicBezTo>
                    <a:pt x="0" y="4"/>
                    <a:pt x="2" y="0"/>
                    <a:pt x="7" y="1"/>
                  </a:cubicBezTo>
                  <a:cubicBezTo>
                    <a:pt x="10" y="2"/>
                    <a:pt x="13" y="4"/>
                    <a:pt x="17" y="5"/>
                  </a:cubicBezTo>
                  <a:cubicBezTo>
                    <a:pt x="22" y="6"/>
                    <a:pt x="29" y="5"/>
                    <a:pt x="34" y="5"/>
                  </a:cubicBezTo>
                  <a:cubicBezTo>
                    <a:pt x="40" y="5"/>
                    <a:pt x="51" y="3"/>
                    <a:pt x="56" y="7"/>
                  </a:cubicBezTo>
                  <a:cubicBezTo>
                    <a:pt x="58" y="9"/>
                    <a:pt x="58" y="11"/>
                    <a:pt x="58" y="13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998" name="Freeform 667">
              <a:extLst>
                <a:ext uri="{FF2B5EF4-FFF2-40B4-BE49-F238E27FC236}">
                  <a16:creationId xmlns:a16="http://schemas.microsoft.com/office/drawing/2014/main" id="{437F852C-CE3E-4AC7-9031-D0B676DB115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8" y="3775"/>
              <a:ext cx="173" cy="101"/>
            </a:xfrm>
            <a:custGeom>
              <a:avLst/>
              <a:gdLst>
                <a:gd name="T0" fmla="*/ 0 w 86"/>
                <a:gd name="T1" fmla="*/ 346 h 47"/>
                <a:gd name="T2" fmla="*/ 676 w 86"/>
                <a:gd name="T3" fmla="*/ 466 h 47"/>
                <a:gd name="T4" fmla="*/ 700 w 86"/>
                <a:gd name="T5" fmla="*/ 258 h 47"/>
                <a:gd name="T6" fmla="*/ 105 w 86"/>
                <a:gd name="T7" fmla="*/ 181 h 47"/>
                <a:gd name="T8" fmla="*/ 0 w 86"/>
                <a:gd name="T9" fmla="*/ 346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6" h="47">
                  <a:moveTo>
                    <a:pt x="0" y="35"/>
                  </a:moveTo>
                  <a:cubicBezTo>
                    <a:pt x="0" y="35"/>
                    <a:pt x="53" y="9"/>
                    <a:pt x="83" y="47"/>
                  </a:cubicBezTo>
                  <a:cubicBezTo>
                    <a:pt x="86" y="26"/>
                    <a:pt x="86" y="26"/>
                    <a:pt x="86" y="26"/>
                  </a:cubicBezTo>
                  <a:cubicBezTo>
                    <a:pt x="86" y="26"/>
                    <a:pt x="58" y="0"/>
                    <a:pt x="13" y="18"/>
                  </a:cubicBezTo>
                  <a:lnTo>
                    <a:pt x="0" y="35"/>
                  </a:lnTo>
                  <a:close/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999" name="Freeform 668">
              <a:extLst>
                <a:ext uri="{FF2B5EF4-FFF2-40B4-BE49-F238E27FC236}">
                  <a16:creationId xmlns:a16="http://schemas.microsoft.com/office/drawing/2014/main" id="{D4E67961-7862-4D61-967E-F937ECE112E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8" y="3730"/>
              <a:ext cx="137" cy="69"/>
            </a:xfrm>
            <a:custGeom>
              <a:avLst/>
              <a:gdLst>
                <a:gd name="T0" fmla="*/ 0 w 68"/>
                <a:gd name="T1" fmla="*/ 242 h 32"/>
                <a:gd name="T2" fmla="*/ 532 w 68"/>
                <a:gd name="T3" fmla="*/ 321 h 32"/>
                <a:gd name="T4" fmla="*/ 556 w 68"/>
                <a:gd name="T5" fmla="*/ 162 h 32"/>
                <a:gd name="T6" fmla="*/ 97 w 68"/>
                <a:gd name="T7" fmla="*/ 101 h 32"/>
                <a:gd name="T8" fmla="*/ 0 w 68"/>
                <a:gd name="T9" fmla="*/ 242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8" h="32">
                  <a:moveTo>
                    <a:pt x="0" y="24"/>
                  </a:moveTo>
                  <a:cubicBezTo>
                    <a:pt x="0" y="24"/>
                    <a:pt x="37" y="8"/>
                    <a:pt x="65" y="32"/>
                  </a:cubicBezTo>
                  <a:cubicBezTo>
                    <a:pt x="68" y="16"/>
                    <a:pt x="68" y="16"/>
                    <a:pt x="68" y="16"/>
                  </a:cubicBezTo>
                  <a:cubicBezTo>
                    <a:pt x="68" y="16"/>
                    <a:pt x="38" y="0"/>
                    <a:pt x="12" y="10"/>
                  </a:cubicBezTo>
                  <a:lnTo>
                    <a:pt x="0" y="24"/>
                  </a:lnTo>
                  <a:close/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000" name="Freeform 669">
              <a:extLst>
                <a:ext uri="{FF2B5EF4-FFF2-40B4-BE49-F238E27FC236}">
                  <a16:creationId xmlns:a16="http://schemas.microsoft.com/office/drawing/2014/main" id="{B21FBF23-9CA3-4857-80F2-1ECAC39589F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6" y="3799"/>
              <a:ext cx="159" cy="77"/>
            </a:xfrm>
            <a:custGeom>
              <a:avLst/>
              <a:gdLst>
                <a:gd name="T0" fmla="*/ 644 w 79"/>
                <a:gd name="T1" fmla="*/ 353 h 36"/>
                <a:gd name="T2" fmla="*/ 636 w 79"/>
                <a:gd name="T3" fmla="*/ 284 h 36"/>
                <a:gd name="T4" fmla="*/ 0 w 79"/>
                <a:gd name="T5" fmla="*/ 188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9" h="36">
                  <a:moveTo>
                    <a:pt x="79" y="36"/>
                  </a:moveTo>
                  <a:cubicBezTo>
                    <a:pt x="78" y="29"/>
                    <a:pt x="78" y="29"/>
                    <a:pt x="78" y="29"/>
                  </a:cubicBezTo>
                  <a:cubicBezTo>
                    <a:pt x="78" y="29"/>
                    <a:pt x="48" y="0"/>
                    <a:pt x="0" y="19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001" name="Line 670">
              <a:extLst>
                <a:ext uri="{FF2B5EF4-FFF2-40B4-BE49-F238E27FC236}">
                  <a16:creationId xmlns:a16="http://schemas.microsoft.com/office/drawing/2014/main" id="{3B5781FF-A081-41FD-B246-A35626F8262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893" y="3831"/>
              <a:ext cx="8" cy="30"/>
            </a:xfrm>
            <a:prstGeom prst="line">
              <a:avLst/>
            </a:prstGeom>
            <a:noFill/>
            <a:ln w="3175" cap="rnd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002" name="Freeform 671">
              <a:extLst>
                <a:ext uri="{FF2B5EF4-FFF2-40B4-BE49-F238E27FC236}">
                  <a16:creationId xmlns:a16="http://schemas.microsoft.com/office/drawing/2014/main" id="{E096924F-0401-45D7-911D-31489A19CB9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6" y="3750"/>
              <a:ext cx="123" cy="49"/>
            </a:xfrm>
            <a:custGeom>
              <a:avLst/>
              <a:gdLst>
                <a:gd name="T0" fmla="*/ 500 w 61"/>
                <a:gd name="T1" fmla="*/ 222 h 23"/>
                <a:gd name="T2" fmla="*/ 492 w 61"/>
                <a:gd name="T3" fmla="*/ 164 h 23"/>
                <a:gd name="T4" fmla="*/ 0 w 61"/>
                <a:gd name="T5" fmla="*/ 96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1" h="23">
                  <a:moveTo>
                    <a:pt x="61" y="23"/>
                  </a:moveTo>
                  <a:cubicBezTo>
                    <a:pt x="60" y="17"/>
                    <a:pt x="60" y="17"/>
                    <a:pt x="60" y="17"/>
                  </a:cubicBezTo>
                  <a:cubicBezTo>
                    <a:pt x="60" y="17"/>
                    <a:pt x="40" y="0"/>
                    <a:pt x="0" y="1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003" name="Line 672">
              <a:extLst>
                <a:ext uri="{FF2B5EF4-FFF2-40B4-BE49-F238E27FC236}">
                  <a16:creationId xmlns:a16="http://schemas.microsoft.com/office/drawing/2014/main" id="{C5F840CB-84D0-4377-80DB-02472A70A69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907" y="3765"/>
              <a:ext cx="8" cy="21"/>
            </a:xfrm>
            <a:prstGeom prst="line">
              <a:avLst/>
            </a:prstGeom>
            <a:noFill/>
            <a:ln w="3175" cap="rnd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004" name="Freeform 673">
              <a:extLst>
                <a:ext uri="{FF2B5EF4-FFF2-40B4-BE49-F238E27FC236}">
                  <a16:creationId xmlns:a16="http://schemas.microsoft.com/office/drawing/2014/main" id="{4B21A859-2474-4B66-BC49-2FAE2274F18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2" y="3865"/>
              <a:ext cx="241" cy="108"/>
            </a:xfrm>
            <a:custGeom>
              <a:avLst/>
              <a:gdLst>
                <a:gd name="T0" fmla="*/ 0 w 120"/>
                <a:gd name="T1" fmla="*/ 354 h 50"/>
                <a:gd name="T2" fmla="*/ 452 w 120"/>
                <a:gd name="T3" fmla="*/ 173 h 50"/>
                <a:gd name="T4" fmla="*/ 972 w 120"/>
                <a:gd name="T5" fmla="*/ 503 h 50"/>
                <a:gd name="T6" fmla="*/ 444 w 120"/>
                <a:gd name="T7" fmla="*/ 28 h 50"/>
                <a:gd name="T8" fmla="*/ 0 w 120"/>
                <a:gd name="T9" fmla="*/ 354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0" h="50">
                  <a:moveTo>
                    <a:pt x="0" y="35"/>
                  </a:moveTo>
                  <a:cubicBezTo>
                    <a:pt x="0" y="35"/>
                    <a:pt x="15" y="15"/>
                    <a:pt x="56" y="17"/>
                  </a:cubicBezTo>
                  <a:cubicBezTo>
                    <a:pt x="97" y="19"/>
                    <a:pt x="120" y="50"/>
                    <a:pt x="120" y="50"/>
                  </a:cubicBezTo>
                  <a:cubicBezTo>
                    <a:pt x="120" y="50"/>
                    <a:pt x="117" y="6"/>
                    <a:pt x="55" y="3"/>
                  </a:cubicBezTo>
                  <a:cubicBezTo>
                    <a:pt x="10" y="0"/>
                    <a:pt x="0" y="35"/>
                    <a:pt x="0" y="3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005" name="Line 674">
              <a:extLst>
                <a:ext uri="{FF2B5EF4-FFF2-40B4-BE49-F238E27FC236}">
                  <a16:creationId xmlns:a16="http://schemas.microsoft.com/office/drawing/2014/main" id="{F24517A7-354A-4CCF-BD96-98ADD9B6DE0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60" y="3943"/>
              <a:ext cx="1" cy="1"/>
            </a:xfrm>
            <a:prstGeom prst="line">
              <a:avLst/>
            </a:prstGeom>
            <a:noFill/>
            <a:ln w="3175" cap="rnd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006" name="Freeform 675">
              <a:extLst>
                <a:ext uri="{FF2B5EF4-FFF2-40B4-BE49-F238E27FC236}">
                  <a16:creationId xmlns:a16="http://schemas.microsoft.com/office/drawing/2014/main" id="{9406B93E-9E6B-4EBD-A7C2-6ECAAC503739}"/>
                </a:ext>
              </a:extLst>
            </p:cNvPr>
            <p:cNvSpPr>
              <a:spLocks/>
            </p:cNvSpPr>
            <p:nvPr/>
          </p:nvSpPr>
          <p:spPr bwMode="auto">
            <a:xfrm>
              <a:off x="5100" y="3718"/>
              <a:ext cx="122" cy="49"/>
            </a:xfrm>
            <a:custGeom>
              <a:avLst/>
              <a:gdLst>
                <a:gd name="T0" fmla="*/ 456 w 61"/>
                <a:gd name="T1" fmla="*/ 128 h 23"/>
                <a:gd name="T2" fmla="*/ 432 w 61"/>
                <a:gd name="T3" fmla="*/ 19 h 23"/>
                <a:gd name="T4" fmla="*/ 352 w 61"/>
                <a:gd name="T5" fmla="*/ 60 h 23"/>
                <a:gd name="T6" fmla="*/ 208 w 61"/>
                <a:gd name="T7" fmla="*/ 60 h 23"/>
                <a:gd name="T8" fmla="*/ 40 w 61"/>
                <a:gd name="T9" fmla="*/ 77 h 23"/>
                <a:gd name="T10" fmla="*/ 48 w 61"/>
                <a:gd name="T11" fmla="*/ 222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1" h="23">
                  <a:moveTo>
                    <a:pt x="57" y="13"/>
                  </a:moveTo>
                  <a:cubicBezTo>
                    <a:pt x="61" y="9"/>
                    <a:pt x="61" y="0"/>
                    <a:pt x="54" y="2"/>
                  </a:cubicBezTo>
                  <a:cubicBezTo>
                    <a:pt x="50" y="3"/>
                    <a:pt x="47" y="5"/>
                    <a:pt x="44" y="6"/>
                  </a:cubicBezTo>
                  <a:cubicBezTo>
                    <a:pt x="38" y="7"/>
                    <a:pt x="32" y="6"/>
                    <a:pt x="26" y="6"/>
                  </a:cubicBezTo>
                  <a:cubicBezTo>
                    <a:pt x="20" y="6"/>
                    <a:pt x="9" y="4"/>
                    <a:pt x="5" y="8"/>
                  </a:cubicBezTo>
                  <a:cubicBezTo>
                    <a:pt x="0" y="12"/>
                    <a:pt x="4" y="19"/>
                    <a:pt x="6" y="23"/>
                  </a:cubicBezTo>
                </a:path>
              </a:pathLst>
            </a:custGeom>
            <a:solidFill>
              <a:srgbClr val="BCBB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007" name="Freeform 676">
              <a:extLst>
                <a:ext uri="{FF2B5EF4-FFF2-40B4-BE49-F238E27FC236}">
                  <a16:creationId xmlns:a16="http://schemas.microsoft.com/office/drawing/2014/main" id="{58C1627A-50F5-4DFA-BF27-7E595F223594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4" y="3728"/>
              <a:ext cx="341" cy="300"/>
            </a:xfrm>
            <a:custGeom>
              <a:avLst/>
              <a:gdLst>
                <a:gd name="T0" fmla="*/ 728 w 170"/>
                <a:gd name="T1" fmla="*/ 19 h 140"/>
                <a:gd name="T2" fmla="*/ 88 w 170"/>
                <a:gd name="T3" fmla="*/ 0 h 140"/>
                <a:gd name="T4" fmla="*/ 32 w 170"/>
                <a:gd name="T5" fmla="*/ 559 h 140"/>
                <a:gd name="T6" fmla="*/ 72 w 170"/>
                <a:gd name="T7" fmla="*/ 1016 h 140"/>
                <a:gd name="T8" fmla="*/ 840 w 170"/>
                <a:gd name="T9" fmla="*/ 1359 h 140"/>
                <a:gd name="T10" fmla="*/ 1244 w 170"/>
                <a:gd name="T11" fmla="*/ 827 h 140"/>
                <a:gd name="T12" fmla="*/ 728 w 170"/>
                <a:gd name="T13" fmla="*/ 19 h 1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0" h="140">
                  <a:moveTo>
                    <a:pt x="90" y="2"/>
                  </a:moveTo>
                  <a:cubicBezTo>
                    <a:pt x="90" y="2"/>
                    <a:pt x="32" y="21"/>
                    <a:pt x="11" y="0"/>
                  </a:cubicBezTo>
                  <a:cubicBezTo>
                    <a:pt x="11" y="0"/>
                    <a:pt x="0" y="32"/>
                    <a:pt x="4" y="57"/>
                  </a:cubicBezTo>
                  <a:cubicBezTo>
                    <a:pt x="4" y="57"/>
                    <a:pt x="10" y="76"/>
                    <a:pt x="9" y="103"/>
                  </a:cubicBezTo>
                  <a:cubicBezTo>
                    <a:pt x="8" y="131"/>
                    <a:pt x="59" y="140"/>
                    <a:pt x="104" y="138"/>
                  </a:cubicBezTo>
                  <a:cubicBezTo>
                    <a:pt x="149" y="136"/>
                    <a:pt x="170" y="109"/>
                    <a:pt x="154" y="84"/>
                  </a:cubicBezTo>
                  <a:cubicBezTo>
                    <a:pt x="138" y="58"/>
                    <a:pt x="90" y="2"/>
                    <a:pt x="90" y="2"/>
                  </a:cubicBezTo>
                  <a:close/>
                </a:path>
              </a:pathLst>
            </a:custGeom>
            <a:solidFill>
              <a:srgbClr val="F2F2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008" name="Freeform 677">
              <a:extLst>
                <a:ext uri="{FF2B5EF4-FFF2-40B4-BE49-F238E27FC236}">
                  <a16:creationId xmlns:a16="http://schemas.microsoft.com/office/drawing/2014/main" id="{E9C64291-08A8-4B02-84DB-806BC5CDA289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4" y="3728"/>
              <a:ext cx="341" cy="300"/>
            </a:xfrm>
            <a:custGeom>
              <a:avLst/>
              <a:gdLst>
                <a:gd name="T0" fmla="*/ 728 w 170"/>
                <a:gd name="T1" fmla="*/ 19 h 140"/>
                <a:gd name="T2" fmla="*/ 88 w 170"/>
                <a:gd name="T3" fmla="*/ 0 h 140"/>
                <a:gd name="T4" fmla="*/ 32 w 170"/>
                <a:gd name="T5" fmla="*/ 559 h 140"/>
                <a:gd name="T6" fmla="*/ 72 w 170"/>
                <a:gd name="T7" fmla="*/ 1016 h 140"/>
                <a:gd name="T8" fmla="*/ 840 w 170"/>
                <a:gd name="T9" fmla="*/ 1359 h 140"/>
                <a:gd name="T10" fmla="*/ 1244 w 170"/>
                <a:gd name="T11" fmla="*/ 827 h 140"/>
                <a:gd name="T12" fmla="*/ 728 w 170"/>
                <a:gd name="T13" fmla="*/ 19 h 1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0" h="140">
                  <a:moveTo>
                    <a:pt x="90" y="2"/>
                  </a:moveTo>
                  <a:cubicBezTo>
                    <a:pt x="90" y="2"/>
                    <a:pt x="32" y="21"/>
                    <a:pt x="11" y="0"/>
                  </a:cubicBezTo>
                  <a:cubicBezTo>
                    <a:pt x="11" y="0"/>
                    <a:pt x="0" y="32"/>
                    <a:pt x="4" y="57"/>
                  </a:cubicBezTo>
                  <a:cubicBezTo>
                    <a:pt x="4" y="57"/>
                    <a:pt x="10" y="76"/>
                    <a:pt x="9" y="103"/>
                  </a:cubicBezTo>
                  <a:cubicBezTo>
                    <a:pt x="8" y="131"/>
                    <a:pt x="59" y="140"/>
                    <a:pt x="104" y="138"/>
                  </a:cubicBezTo>
                  <a:cubicBezTo>
                    <a:pt x="149" y="136"/>
                    <a:pt x="170" y="109"/>
                    <a:pt x="154" y="84"/>
                  </a:cubicBezTo>
                  <a:cubicBezTo>
                    <a:pt x="138" y="58"/>
                    <a:pt x="90" y="2"/>
                    <a:pt x="90" y="2"/>
                  </a:cubicBezTo>
                  <a:close/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009" name="Freeform 678">
              <a:extLst>
                <a:ext uri="{FF2B5EF4-FFF2-40B4-BE49-F238E27FC236}">
                  <a16:creationId xmlns:a16="http://schemas.microsoft.com/office/drawing/2014/main" id="{2E983A92-F00E-4A6F-A34B-B5905739A026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0" y="3833"/>
              <a:ext cx="313" cy="193"/>
            </a:xfrm>
            <a:custGeom>
              <a:avLst/>
              <a:gdLst>
                <a:gd name="T0" fmla="*/ 0 w 156"/>
                <a:gd name="T1" fmla="*/ 0 h 90"/>
                <a:gd name="T2" fmla="*/ 8 w 156"/>
                <a:gd name="T3" fmla="*/ 77 h 90"/>
                <a:gd name="T4" fmla="*/ 48 w 156"/>
                <a:gd name="T5" fmla="*/ 534 h 90"/>
                <a:gd name="T6" fmla="*/ 817 w 156"/>
                <a:gd name="T7" fmla="*/ 869 h 90"/>
                <a:gd name="T8" fmla="*/ 1260 w 156"/>
                <a:gd name="T9" fmla="*/ 523 h 90"/>
                <a:gd name="T10" fmla="*/ 987 w 156"/>
                <a:gd name="T11" fmla="*/ 791 h 90"/>
                <a:gd name="T12" fmla="*/ 387 w 156"/>
                <a:gd name="T13" fmla="*/ 759 h 90"/>
                <a:gd name="T14" fmla="*/ 80 w 156"/>
                <a:gd name="T15" fmla="*/ 483 h 90"/>
                <a:gd name="T16" fmla="*/ 0 w 156"/>
                <a:gd name="T17" fmla="*/ 0 h 9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56" h="90">
                  <a:moveTo>
                    <a:pt x="0" y="0"/>
                  </a:moveTo>
                  <a:cubicBezTo>
                    <a:pt x="0" y="3"/>
                    <a:pt x="0" y="5"/>
                    <a:pt x="1" y="8"/>
                  </a:cubicBezTo>
                  <a:cubicBezTo>
                    <a:pt x="1" y="8"/>
                    <a:pt x="7" y="26"/>
                    <a:pt x="6" y="54"/>
                  </a:cubicBezTo>
                  <a:cubicBezTo>
                    <a:pt x="5" y="81"/>
                    <a:pt x="56" y="90"/>
                    <a:pt x="101" y="88"/>
                  </a:cubicBezTo>
                  <a:cubicBezTo>
                    <a:pt x="135" y="87"/>
                    <a:pt x="155" y="71"/>
                    <a:pt x="156" y="53"/>
                  </a:cubicBezTo>
                  <a:cubicBezTo>
                    <a:pt x="156" y="53"/>
                    <a:pt x="149" y="75"/>
                    <a:pt x="122" y="80"/>
                  </a:cubicBezTo>
                  <a:cubicBezTo>
                    <a:pt x="94" y="86"/>
                    <a:pt x="63" y="80"/>
                    <a:pt x="48" y="77"/>
                  </a:cubicBezTo>
                  <a:cubicBezTo>
                    <a:pt x="33" y="73"/>
                    <a:pt x="10" y="66"/>
                    <a:pt x="10" y="49"/>
                  </a:cubicBezTo>
                  <a:cubicBezTo>
                    <a:pt x="10" y="33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A5A5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010" name="Freeform 679">
              <a:extLst>
                <a:ext uri="{FF2B5EF4-FFF2-40B4-BE49-F238E27FC236}">
                  <a16:creationId xmlns:a16="http://schemas.microsoft.com/office/drawing/2014/main" id="{FEBC4807-0DAD-4B06-A434-19B59FCA4007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0" y="3833"/>
              <a:ext cx="313" cy="193"/>
            </a:xfrm>
            <a:custGeom>
              <a:avLst/>
              <a:gdLst>
                <a:gd name="T0" fmla="*/ 0 w 156"/>
                <a:gd name="T1" fmla="*/ 0 h 90"/>
                <a:gd name="T2" fmla="*/ 8 w 156"/>
                <a:gd name="T3" fmla="*/ 77 h 90"/>
                <a:gd name="T4" fmla="*/ 48 w 156"/>
                <a:gd name="T5" fmla="*/ 534 h 90"/>
                <a:gd name="T6" fmla="*/ 817 w 156"/>
                <a:gd name="T7" fmla="*/ 869 h 90"/>
                <a:gd name="T8" fmla="*/ 1260 w 156"/>
                <a:gd name="T9" fmla="*/ 523 h 90"/>
                <a:gd name="T10" fmla="*/ 987 w 156"/>
                <a:gd name="T11" fmla="*/ 791 h 90"/>
                <a:gd name="T12" fmla="*/ 387 w 156"/>
                <a:gd name="T13" fmla="*/ 759 h 90"/>
                <a:gd name="T14" fmla="*/ 80 w 156"/>
                <a:gd name="T15" fmla="*/ 483 h 90"/>
                <a:gd name="T16" fmla="*/ 0 w 156"/>
                <a:gd name="T17" fmla="*/ 0 h 9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56" h="90">
                  <a:moveTo>
                    <a:pt x="0" y="0"/>
                  </a:moveTo>
                  <a:cubicBezTo>
                    <a:pt x="0" y="3"/>
                    <a:pt x="0" y="5"/>
                    <a:pt x="1" y="8"/>
                  </a:cubicBezTo>
                  <a:cubicBezTo>
                    <a:pt x="1" y="8"/>
                    <a:pt x="7" y="26"/>
                    <a:pt x="6" y="54"/>
                  </a:cubicBezTo>
                  <a:cubicBezTo>
                    <a:pt x="5" y="81"/>
                    <a:pt x="56" y="90"/>
                    <a:pt x="101" y="88"/>
                  </a:cubicBezTo>
                  <a:cubicBezTo>
                    <a:pt x="135" y="87"/>
                    <a:pt x="155" y="71"/>
                    <a:pt x="156" y="53"/>
                  </a:cubicBezTo>
                  <a:cubicBezTo>
                    <a:pt x="156" y="53"/>
                    <a:pt x="149" y="75"/>
                    <a:pt x="122" y="80"/>
                  </a:cubicBezTo>
                  <a:cubicBezTo>
                    <a:pt x="94" y="86"/>
                    <a:pt x="63" y="80"/>
                    <a:pt x="48" y="77"/>
                  </a:cubicBezTo>
                  <a:cubicBezTo>
                    <a:pt x="33" y="73"/>
                    <a:pt x="10" y="66"/>
                    <a:pt x="10" y="49"/>
                  </a:cubicBezTo>
                  <a:cubicBezTo>
                    <a:pt x="10" y="33"/>
                    <a:pt x="0" y="0"/>
                    <a:pt x="0" y="0"/>
                  </a:cubicBezTo>
                  <a:close/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011" name="Freeform 680">
              <a:extLst>
                <a:ext uri="{FF2B5EF4-FFF2-40B4-BE49-F238E27FC236}">
                  <a16:creationId xmlns:a16="http://schemas.microsoft.com/office/drawing/2014/main" id="{020CEFAE-1C0C-4619-A7C1-B086EAD2F828}"/>
                </a:ext>
              </a:extLst>
            </p:cNvPr>
            <p:cNvSpPr>
              <a:spLocks/>
            </p:cNvSpPr>
            <p:nvPr/>
          </p:nvSpPr>
          <p:spPr bwMode="auto">
            <a:xfrm>
              <a:off x="5104" y="3720"/>
              <a:ext cx="116" cy="28"/>
            </a:xfrm>
            <a:custGeom>
              <a:avLst/>
              <a:gdLst>
                <a:gd name="T0" fmla="*/ 456 w 58"/>
                <a:gd name="T1" fmla="*/ 80 h 13"/>
                <a:gd name="T2" fmla="*/ 416 w 58"/>
                <a:gd name="T3" fmla="*/ 9 h 13"/>
                <a:gd name="T4" fmla="*/ 336 w 58"/>
                <a:gd name="T5" fmla="*/ 52 h 13"/>
                <a:gd name="T6" fmla="*/ 192 w 58"/>
                <a:gd name="T7" fmla="*/ 52 h 13"/>
                <a:gd name="T8" fmla="*/ 24 w 58"/>
                <a:gd name="T9" fmla="*/ 69 h 13"/>
                <a:gd name="T10" fmla="*/ 8 w 58"/>
                <a:gd name="T11" fmla="*/ 129 h 1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8" h="13">
                  <a:moveTo>
                    <a:pt x="57" y="8"/>
                  </a:moveTo>
                  <a:cubicBezTo>
                    <a:pt x="58" y="4"/>
                    <a:pt x="57" y="0"/>
                    <a:pt x="52" y="1"/>
                  </a:cubicBezTo>
                  <a:cubicBezTo>
                    <a:pt x="48" y="2"/>
                    <a:pt x="45" y="4"/>
                    <a:pt x="42" y="5"/>
                  </a:cubicBezTo>
                  <a:cubicBezTo>
                    <a:pt x="36" y="6"/>
                    <a:pt x="30" y="5"/>
                    <a:pt x="24" y="5"/>
                  </a:cubicBezTo>
                  <a:cubicBezTo>
                    <a:pt x="19" y="5"/>
                    <a:pt x="7" y="3"/>
                    <a:pt x="3" y="7"/>
                  </a:cubicBezTo>
                  <a:cubicBezTo>
                    <a:pt x="1" y="9"/>
                    <a:pt x="0" y="11"/>
                    <a:pt x="1" y="13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012" name="Freeform 681">
              <a:extLst>
                <a:ext uri="{FF2B5EF4-FFF2-40B4-BE49-F238E27FC236}">
                  <a16:creationId xmlns:a16="http://schemas.microsoft.com/office/drawing/2014/main" id="{584E2B40-0BB8-4275-B691-DEFFD9462AF0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0" y="3775"/>
              <a:ext cx="173" cy="101"/>
            </a:xfrm>
            <a:custGeom>
              <a:avLst/>
              <a:gdLst>
                <a:gd name="T0" fmla="*/ 700 w 86"/>
                <a:gd name="T1" fmla="*/ 346 h 47"/>
                <a:gd name="T2" fmla="*/ 24 w 86"/>
                <a:gd name="T3" fmla="*/ 466 h 47"/>
                <a:gd name="T4" fmla="*/ 0 w 86"/>
                <a:gd name="T5" fmla="*/ 258 h 47"/>
                <a:gd name="T6" fmla="*/ 595 w 86"/>
                <a:gd name="T7" fmla="*/ 181 h 47"/>
                <a:gd name="T8" fmla="*/ 700 w 86"/>
                <a:gd name="T9" fmla="*/ 346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6" h="47">
                  <a:moveTo>
                    <a:pt x="86" y="35"/>
                  </a:moveTo>
                  <a:cubicBezTo>
                    <a:pt x="86" y="35"/>
                    <a:pt x="33" y="9"/>
                    <a:pt x="3" y="47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0" y="26"/>
                    <a:pt x="29" y="0"/>
                    <a:pt x="73" y="18"/>
                  </a:cubicBezTo>
                  <a:lnTo>
                    <a:pt x="86" y="35"/>
                  </a:lnTo>
                  <a:close/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013" name="Freeform 682">
              <a:extLst>
                <a:ext uri="{FF2B5EF4-FFF2-40B4-BE49-F238E27FC236}">
                  <a16:creationId xmlns:a16="http://schemas.microsoft.com/office/drawing/2014/main" id="{1859ACAA-3E5E-4C57-9A55-D90942628B01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6" y="3730"/>
              <a:ext cx="137" cy="69"/>
            </a:xfrm>
            <a:custGeom>
              <a:avLst/>
              <a:gdLst>
                <a:gd name="T0" fmla="*/ 556 w 68"/>
                <a:gd name="T1" fmla="*/ 242 h 32"/>
                <a:gd name="T2" fmla="*/ 24 w 68"/>
                <a:gd name="T3" fmla="*/ 321 h 32"/>
                <a:gd name="T4" fmla="*/ 0 w 68"/>
                <a:gd name="T5" fmla="*/ 162 h 32"/>
                <a:gd name="T6" fmla="*/ 459 w 68"/>
                <a:gd name="T7" fmla="*/ 101 h 32"/>
                <a:gd name="T8" fmla="*/ 556 w 68"/>
                <a:gd name="T9" fmla="*/ 242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8" h="32">
                  <a:moveTo>
                    <a:pt x="68" y="24"/>
                  </a:moveTo>
                  <a:cubicBezTo>
                    <a:pt x="68" y="24"/>
                    <a:pt x="31" y="8"/>
                    <a:pt x="3" y="32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0" y="16"/>
                    <a:pt x="31" y="0"/>
                    <a:pt x="56" y="10"/>
                  </a:cubicBezTo>
                  <a:lnTo>
                    <a:pt x="68" y="24"/>
                  </a:lnTo>
                  <a:close/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014" name="Freeform 683">
              <a:extLst>
                <a:ext uri="{FF2B5EF4-FFF2-40B4-BE49-F238E27FC236}">
                  <a16:creationId xmlns:a16="http://schemas.microsoft.com/office/drawing/2014/main" id="{96C8987A-3E1B-48E4-80DA-33F98918D4F4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6" y="3799"/>
              <a:ext cx="161" cy="77"/>
            </a:xfrm>
            <a:custGeom>
              <a:avLst/>
              <a:gdLst>
                <a:gd name="T0" fmla="*/ 0 w 80"/>
                <a:gd name="T1" fmla="*/ 353 h 36"/>
                <a:gd name="T2" fmla="*/ 8 w 80"/>
                <a:gd name="T3" fmla="*/ 284 h 36"/>
                <a:gd name="T4" fmla="*/ 652 w 80"/>
                <a:gd name="T5" fmla="*/ 188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0" h="36">
                  <a:moveTo>
                    <a:pt x="0" y="36"/>
                  </a:moveTo>
                  <a:cubicBezTo>
                    <a:pt x="1" y="29"/>
                    <a:pt x="1" y="29"/>
                    <a:pt x="1" y="29"/>
                  </a:cubicBezTo>
                  <a:cubicBezTo>
                    <a:pt x="1" y="29"/>
                    <a:pt x="31" y="0"/>
                    <a:pt x="80" y="19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015" name="Line 684">
              <a:extLst>
                <a:ext uri="{FF2B5EF4-FFF2-40B4-BE49-F238E27FC236}">
                  <a16:creationId xmlns:a16="http://schemas.microsoft.com/office/drawing/2014/main" id="{8D5F181D-8B86-46C6-9508-C7FFDFE0D7F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5140" y="3831"/>
              <a:ext cx="8" cy="30"/>
            </a:xfrm>
            <a:prstGeom prst="line">
              <a:avLst/>
            </a:prstGeom>
            <a:noFill/>
            <a:ln w="3175" cap="rnd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016" name="Freeform 685">
              <a:extLst>
                <a:ext uri="{FF2B5EF4-FFF2-40B4-BE49-F238E27FC236}">
                  <a16:creationId xmlns:a16="http://schemas.microsoft.com/office/drawing/2014/main" id="{9AB9F839-CE94-4588-A462-3499091281D7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4" y="3750"/>
              <a:ext cx="120" cy="49"/>
            </a:xfrm>
            <a:custGeom>
              <a:avLst/>
              <a:gdLst>
                <a:gd name="T0" fmla="*/ 0 w 60"/>
                <a:gd name="T1" fmla="*/ 222 h 23"/>
                <a:gd name="T2" fmla="*/ 0 w 60"/>
                <a:gd name="T3" fmla="*/ 164 h 23"/>
                <a:gd name="T4" fmla="*/ 480 w 60"/>
                <a:gd name="T5" fmla="*/ 96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0" h="23">
                  <a:moveTo>
                    <a:pt x="0" y="23"/>
                  </a:moveTo>
                  <a:cubicBezTo>
                    <a:pt x="0" y="17"/>
                    <a:pt x="0" y="17"/>
                    <a:pt x="0" y="17"/>
                  </a:cubicBezTo>
                  <a:cubicBezTo>
                    <a:pt x="0" y="17"/>
                    <a:pt x="21" y="0"/>
                    <a:pt x="60" y="1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017" name="Line 686">
              <a:extLst>
                <a:ext uri="{FF2B5EF4-FFF2-40B4-BE49-F238E27FC236}">
                  <a16:creationId xmlns:a16="http://schemas.microsoft.com/office/drawing/2014/main" id="{0511FB5C-7C25-4FEC-B2E9-F6C91F41BAF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5126" y="3765"/>
              <a:ext cx="8" cy="21"/>
            </a:xfrm>
            <a:prstGeom prst="line">
              <a:avLst/>
            </a:prstGeom>
            <a:noFill/>
            <a:ln w="3175" cap="rnd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018" name="Freeform 687">
              <a:extLst>
                <a:ext uri="{FF2B5EF4-FFF2-40B4-BE49-F238E27FC236}">
                  <a16:creationId xmlns:a16="http://schemas.microsoft.com/office/drawing/2014/main" id="{312FC23D-CDF8-4990-872A-72C0601CF9B9}"/>
                </a:ext>
              </a:extLst>
            </p:cNvPr>
            <p:cNvSpPr>
              <a:spLocks/>
            </p:cNvSpPr>
            <p:nvPr/>
          </p:nvSpPr>
          <p:spPr bwMode="auto">
            <a:xfrm>
              <a:off x="5118" y="3865"/>
              <a:ext cx="241" cy="108"/>
            </a:xfrm>
            <a:custGeom>
              <a:avLst/>
              <a:gdLst>
                <a:gd name="T0" fmla="*/ 972 w 120"/>
                <a:gd name="T1" fmla="*/ 354 h 50"/>
                <a:gd name="T2" fmla="*/ 528 w 120"/>
                <a:gd name="T3" fmla="*/ 173 h 50"/>
                <a:gd name="T4" fmla="*/ 0 w 120"/>
                <a:gd name="T5" fmla="*/ 503 h 50"/>
                <a:gd name="T6" fmla="*/ 528 w 120"/>
                <a:gd name="T7" fmla="*/ 28 h 50"/>
                <a:gd name="T8" fmla="*/ 972 w 120"/>
                <a:gd name="T9" fmla="*/ 354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0" h="50">
                  <a:moveTo>
                    <a:pt x="120" y="35"/>
                  </a:moveTo>
                  <a:cubicBezTo>
                    <a:pt x="120" y="35"/>
                    <a:pt x="106" y="15"/>
                    <a:pt x="65" y="17"/>
                  </a:cubicBezTo>
                  <a:cubicBezTo>
                    <a:pt x="24" y="19"/>
                    <a:pt x="0" y="50"/>
                    <a:pt x="0" y="50"/>
                  </a:cubicBezTo>
                  <a:cubicBezTo>
                    <a:pt x="0" y="50"/>
                    <a:pt x="3" y="6"/>
                    <a:pt x="65" y="3"/>
                  </a:cubicBezTo>
                  <a:cubicBezTo>
                    <a:pt x="111" y="0"/>
                    <a:pt x="120" y="35"/>
                    <a:pt x="120" y="3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019" name="Line 688">
              <a:extLst>
                <a:ext uri="{FF2B5EF4-FFF2-40B4-BE49-F238E27FC236}">
                  <a16:creationId xmlns:a16="http://schemas.microsoft.com/office/drawing/2014/main" id="{6B038135-5EE2-441D-BE44-FB120BDF2A2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283" y="3943"/>
              <a:ext cx="1" cy="1"/>
            </a:xfrm>
            <a:prstGeom prst="line">
              <a:avLst/>
            </a:prstGeom>
            <a:noFill/>
            <a:ln w="3175" cap="rnd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</p:grpSp>
      <p:grpSp>
        <p:nvGrpSpPr>
          <p:cNvPr id="36875" name="Pair-of-blue-denim-jeans">
            <a:extLst>
              <a:ext uri="{FF2B5EF4-FFF2-40B4-BE49-F238E27FC236}">
                <a16:creationId xmlns:a16="http://schemas.microsoft.com/office/drawing/2014/main" id="{D226280F-F4E3-4DDB-B8C6-AE84A5CBA94D}"/>
              </a:ext>
            </a:extLst>
          </p:cNvPr>
          <p:cNvGrpSpPr>
            <a:grpSpLocks/>
          </p:cNvGrpSpPr>
          <p:nvPr/>
        </p:nvGrpSpPr>
        <p:grpSpPr bwMode="auto">
          <a:xfrm>
            <a:off x="8561388" y="3197225"/>
            <a:ext cx="1198562" cy="3114675"/>
            <a:chOff x="4284" y="1440"/>
            <a:chExt cx="938" cy="2437"/>
          </a:xfrm>
        </p:grpSpPr>
        <p:sp>
          <p:nvSpPr>
            <p:cNvPr id="36911" name="Freeform 690">
              <a:extLst>
                <a:ext uri="{FF2B5EF4-FFF2-40B4-BE49-F238E27FC236}">
                  <a16:creationId xmlns:a16="http://schemas.microsoft.com/office/drawing/2014/main" id="{BE0EA697-3F39-4115-843C-5EBBA9989AC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4" y="1440"/>
              <a:ext cx="938" cy="2437"/>
            </a:xfrm>
            <a:custGeom>
              <a:avLst/>
              <a:gdLst>
                <a:gd name="T0" fmla="*/ 3351 w 468"/>
                <a:gd name="T1" fmla="*/ 0 h 1139"/>
                <a:gd name="T2" fmla="*/ 1860 w 468"/>
                <a:gd name="T3" fmla="*/ 402 h 1139"/>
                <a:gd name="T4" fmla="*/ 313 w 468"/>
                <a:gd name="T5" fmla="*/ 60 h 1139"/>
                <a:gd name="T6" fmla="*/ 265 w 468"/>
                <a:gd name="T7" fmla="*/ 381 h 1139"/>
                <a:gd name="T8" fmla="*/ 297 w 468"/>
                <a:gd name="T9" fmla="*/ 4761 h 1139"/>
                <a:gd name="T10" fmla="*/ 321 w 468"/>
                <a:gd name="T11" fmla="*/ 5503 h 1139"/>
                <a:gd name="T12" fmla="*/ 449 w 468"/>
                <a:gd name="T13" fmla="*/ 6472 h 1139"/>
                <a:gd name="T14" fmla="*/ 433 w 468"/>
                <a:gd name="T15" fmla="*/ 7668 h 1139"/>
                <a:gd name="T16" fmla="*/ 433 w 468"/>
                <a:gd name="T17" fmla="*/ 9737 h 1139"/>
                <a:gd name="T18" fmla="*/ 353 w 468"/>
                <a:gd name="T19" fmla="*/ 10762 h 1139"/>
                <a:gd name="T20" fmla="*/ 1836 w 468"/>
                <a:gd name="T21" fmla="*/ 10794 h 1139"/>
                <a:gd name="T22" fmla="*/ 1756 w 468"/>
                <a:gd name="T23" fmla="*/ 10332 h 1139"/>
                <a:gd name="T24" fmla="*/ 1804 w 468"/>
                <a:gd name="T25" fmla="*/ 8336 h 1139"/>
                <a:gd name="T26" fmla="*/ 1724 w 468"/>
                <a:gd name="T27" fmla="*/ 6258 h 1139"/>
                <a:gd name="T28" fmla="*/ 1852 w 468"/>
                <a:gd name="T29" fmla="*/ 3182 h 1139"/>
                <a:gd name="T30" fmla="*/ 1908 w 468"/>
                <a:gd name="T31" fmla="*/ 5544 h 1139"/>
                <a:gd name="T32" fmla="*/ 1940 w 468"/>
                <a:gd name="T33" fmla="*/ 6765 h 1139"/>
                <a:gd name="T34" fmla="*/ 1908 w 468"/>
                <a:gd name="T35" fmla="*/ 8190 h 1139"/>
                <a:gd name="T36" fmla="*/ 1860 w 468"/>
                <a:gd name="T37" fmla="*/ 9421 h 1139"/>
                <a:gd name="T38" fmla="*/ 1724 w 468"/>
                <a:gd name="T39" fmla="*/ 10657 h 1139"/>
                <a:gd name="T40" fmla="*/ 3269 w 468"/>
                <a:gd name="T41" fmla="*/ 10606 h 1139"/>
                <a:gd name="T42" fmla="*/ 3157 w 468"/>
                <a:gd name="T43" fmla="*/ 10107 h 1139"/>
                <a:gd name="T44" fmla="*/ 3197 w 468"/>
                <a:gd name="T45" fmla="*/ 8218 h 1139"/>
                <a:gd name="T46" fmla="*/ 3245 w 468"/>
                <a:gd name="T47" fmla="*/ 6250 h 1139"/>
                <a:gd name="T48" fmla="*/ 3327 w 468"/>
                <a:gd name="T49" fmla="*/ 5484 h 1139"/>
                <a:gd name="T50" fmla="*/ 3423 w 468"/>
                <a:gd name="T51" fmla="*/ 4632 h 1139"/>
                <a:gd name="T52" fmla="*/ 3423 w 468"/>
                <a:gd name="T53" fmla="*/ 362 h 1139"/>
                <a:gd name="T54" fmla="*/ 3351 w 468"/>
                <a:gd name="T55" fmla="*/ 0 h 1139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468" h="1139">
                  <a:moveTo>
                    <a:pt x="416" y="0"/>
                  </a:moveTo>
                  <a:cubicBezTo>
                    <a:pt x="416" y="0"/>
                    <a:pt x="328" y="36"/>
                    <a:pt x="231" y="41"/>
                  </a:cubicBezTo>
                  <a:cubicBezTo>
                    <a:pt x="134" y="46"/>
                    <a:pt x="39" y="6"/>
                    <a:pt x="39" y="6"/>
                  </a:cubicBezTo>
                  <a:cubicBezTo>
                    <a:pt x="33" y="39"/>
                    <a:pt x="33" y="39"/>
                    <a:pt x="33" y="39"/>
                  </a:cubicBezTo>
                  <a:cubicBezTo>
                    <a:pt x="33" y="39"/>
                    <a:pt x="0" y="328"/>
                    <a:pt x="37" y="486"/>
                  </a:cubicBezTo>
                  <a:cubicBezTo>
                    <a:pt x="44" y="518"/>
                    <a:pt x="32" y="541"/>
                    <a:pt x="40" y="562"/>
                  </a:cubicBezTo>
                  <a:cubicBezTo>
                    <a:pt x="48" y="583"/>
                    <a:pt x="51" y="643"/>
                    <a:pt x="56" y="661"/>
                  </a:cubicBezTo>
                  <a:cubicBezTo>
                    <a:pt x="62" y="678"/>
                    <a:pt x="50" y="746"/>
                    <a:pt x="54" y="783"/>
                  </a:cubicBezTo>
                  <a:cubicBezTo>
                    <a:pt x="58" y="821"/>
                    <a:pt x="52" y="955"/>
                    <a:pt x="54" y="994"/>
                  </a:cubicBezTo>
                  <a:cubicBezTo>
                    <a:pt x="55" y="1033"/>
                    <a:pt x="38" y="1085"/>
                    <a:pt x="44" y="1099"/>
                  </a:cubicBezTo>
                  <a:cubicBezTo>
                    <a:pt x="51" y="1114"/>
                    <a:pt x="172" y="1129"/>
                    <a:pt x="228" y="1102"/>
                  </a:cubicBezTo>
                  <a:cubicBezTo>
                    <a:pt x="228" y="1102"/>
                    <a:pt x="223" y="1070"/>
                    <a:pt x="218" y="1055"/>
                  </a:cubicBezTo>
                  <a:cubicBezTo>
                    <a:pt x="212" y="1041"/>
                    <a:pt x="235" y="903"/>
                    <a:pt x="224" y="851"/>
                  </a:cubicBezTo>
                  <a:cubicBezTo>
                    <a:pt x="214" y="799"/>
                    <a:pt x="219" y="673"/>
                    <a:pt x="214" y="639"/>
                  </a:cubicBezTo>
                  <a:cubicBezTo>
                    <a:pt x="208" y="606"/>
                    <a:pt x="235" y="365"/>
                    <a:pt x="230" y="325"/>
                  </a:cubicBezTo>
                  <a:cubicBezTo>
                    <a:pt x="230" y="325"/>
                    <a:pt x="228" y="536"/>
                    <a:pt x="237" y="566"/>
                  </a:cubicBezTo>
                  <a:cubicBezTo>
                    <a:pt x="245" y="596"/>
                    <a:pt x="242" y="651"/>
                    <a:pt x="241" y="691"/>
                  </a:cubicBezTo>
                  <a:cubicBezTo>
                    <a:pt x="239" y="731"/>
                    <a:pt x="229" y="793"/>
                    <a:pt x="237" y="836"/>
                  </a:cubicBezTo>
                  <a:cubicBezTo>
                    <a:pt x="244" y="879"/>
                    <a:pt x="231" y="926"/>
                    <a:pt x="231" y="962"/>
                  </a:cubicBezTo>
                  <a:cubicBezTo>
                    <a:pt x="231" y="998"/>
                    <a:pt x="214" y="1068"/>
                    <a:pt x="214" y="1088"/>
                  </a:cubicBezTo>
                  <a:cubicBezTo>
                    <a:pt x="214" y="1109"/>
                    <a:pt x="344" y="1139"/>
                    <a:pt x="406" y="1083"/>
                  </a:cubicBezTo>
                  <a:cubicBezTo>
                    <a:pt x="406" y="1083"/>
                    <a:pt x="402" y="1051"/>
                    <a:pt x="392" y="1032"/>
                  </a:cubicBezTo>
                  <a:cubicBezTo>
                    <a:pt x="381" y="1014"/>
                    <a:pt x="405" y="886"/>
                    <a:pt x="397" y="839"/>
                  </a:cubicBezTo>
                  <a:cubicBezTo>
                    <a:pt x="391" y="800"/>
                    <a:pt x="403" y="664"/>
                    <a:pt x="403" y="638"/>
                  </a:cubicBezTo>
                  <a:cubicBezTo>
                    <a:pt x="403" y="612"/>
                    <a:pt x="413" y="586"/>
                    <a:pt x="413" y="560"/>
                  </a:cubicBezTo>
                  <a:cubicBezTo>
                    <a:pt x="413" y="535"/>
                    <a:pt x="426" y="493"/>
                    <a:pt x="425" y="473"/>
                  </a:cubicBezTo>
                  <a:cubicBezTo>
                    <a:pt x="420" y="427"/>
                    <a:pt x="468" y="320"/>
                    <a:pt x="425" y="37"/>
                  </a:cubicBezTo>
                  <a:lnTo>
                    <a:pt x="416" y="0"/>
                  </a:lnTo>
                  <a:close/>
                </a:path>
              </a:pathLst>
            </a:custGeom>
            <a:solidFill>
              <a:srgbClr val="5C5D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912" name="Freeform 691">
              <a:extLst>
                <a:ext uri="{FF2B5EF4-FFF2-40B4-BE49-F238E27FC236}">
                  <a16:creationId xmlns:a16="http://schemas.microsoft.com/office/drawing/2014/main" id="{2F1EB587-9882-4F16-B9D9-26BACA1F170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6" y="1528"/>
              <a:ext cx="553" cy="134"/>
            </a:xfrm>
            <a:custGeom>
              <a:avLst/>
              <a:gdLst>
                <a:gd name="T0" fmla="*/ 8 w 276"/>
                <a:gd name="T1" fmla="*/ 0 h 63"/>
                <a:gd name="T2" fmla="*/ 2220 w 276"/>
                <a:gd name="T3" fmla="*/ 194 h 63"/>
                <a:gd name="T4" fmla="*/ 0 w 276"/>
                <a:gd name="T5" fmla="*/ 49 h 63"/>
                <a:gd name="T6" fmla="*/ 8 w 276"/>
                <a:gd name="T7" fmla="*/ 0 h 6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6" h="63">
                  <a:moveTo>
                    <a:pt x="1" y="0"/>
                  </a:moveTo>
                  <a:cubicBezTo>
                    <a:pt x="1" y="0"/>
                    <a:pt x="118" y="60"/>
                    <a:pt x="276" y="20"/>
                  </a:cubicBezTo>
                  <a:cubicBezTo>
                    <a:pt x="276" y="20"/>
                    <a:pt x="159" y="63"/>
                    <a:pt x="0" y="5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B7B6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913" name="Freeform 692">
              <a:extLst>
                <a:ext uri="{FF2B5EF4-FFF2-40B4-BE49-F238E27FC236}">
                  <a16:creationId xmlns:a16="http://schemas.microsoft.com/office/drawing/2014/main" id="{866DD85D-A723-43EB-A69C-6B69B1E31AE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3" y="1523"/>
              <a:ext cx="54" cy="351"/>
            </a:xfrm>
            <a:custGeom>
              <a:avLst/>
              <a:gdLst>
                <a:gd name="T0" fmla="*/ 184 w 27"/>
                <a:gd name="T1" fmla="*/ 0 h 164"/>
                <a:gd name="T2" fmla="*/ 216 w 27"/>
                <a:gd name="T3" fmla="*/ 334 h 164"/>
                <a:gd name="T4" fmla="*/ 80 w 27"/>
                <a:gd name="T5" fmla="*/ 550 h 164"/>
                <a:gd name="T6" fmla="*/ 104 w 27"/>
                <a:gd name="T7" fmla="*/ 1008 h 164"/>
                <a:gd name="T8" fmla="*/ 0 w 27"/>
                <a:gd name="T9" fmla="*/ 1607 h 16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164">
                  <a:moveTo>
                    <a:pt x="23" y="0"/>
                  </a:moveTo>
                  <a:cubicBezTo>
                    <a:pt x="22" y="9"/>
                    <a:pt x="24" y="25"/>
                    <a:pt x="27" y="34"/>
                  </a:cubicBezTo>
                  <a:cubicBezTo>
                    <a:pt x="13" y="36"/>
                    <a:pt x="9" y="42"/>
                    <a:pt x="10" y="56"/>
                  </a:cubicBezTo>
                  <a:cubicBezTo>
                    <a:pt x="11" y="72"/>
                    <a:pt x="12" y="87"/>
                    <a:pt x="13" y="103"/>
                  </a:cubicBezTo>
                  <a:cubicBezTo>
                    <a:pt x="14" y="121"/>
                    <a:pt x="13" y="152"/>
                    <a:pt x="0" y="164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914" name="Freeform 693">
              <a:extLst>
                <a:ext uri="{FF2B5EF4-FFF2-40B4-BE49-F238E27FC236}">
                  <a16:creationId xmlns:a16="http://schemas.microsoft.com/office/drawing/2014/main" id="{DF53DA26-4799-4FA2-957F-D2663ADD229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9" y="1885"/>
              <a:ext cx="10" cy="173"/>
            </a:xfrm>
            <a:custGeom>
              <a:avLst/>
              <a:gdLst>
                <a:gd name="T0" fmla="*/ 8 w 5"/>
                <a:gd name="T1" fmla="*/ 28 h 81"/>
                <a:gd name="T2" fmla="*/ 0 w 5"/>
                <a:gd name="T3" fmla="*/ 19 h 81"/>
                <a:gd name="T4" fmla="*/ 8 w 5"/>
                <a:gd name="T5" fmla="*/ 788 h 8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81">
                  <a:moveTo>
                    <a:pt x="1" y="3"/>
                  </a:moveTo>
                  <a:cubicBezTo>
                    <a:pt x="0" y="3"/>
                    <a:pt x="0" y="0"/>
                    <a:pt x="0" y="2"/>
                  </a:cubicBezTo>
                  <a:cubicBezTo>
                    <a:pt x="5" y="26"/>
                    <a:pt x="1" y="56"/>
                    <a:pt x="1" y="81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915" name="Freeform 694">
              <a:extLst>
                <a:ext uri="{FF2B5EF4-FFF2-40B4-BE49-F238E27FC236}">
                  <a16:creationId xmlns:a16="http://schemas.microsoft.com/office/drawing/2014/main" id="{CB8EDB17-2004-4126-A1A7-6B1BA919EDA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7" y="2086"/>
              <a:ext cx="2" cy="21"/>
            </a:xfrm>
            <a:custGeom>
              <a:avLst/>
              <a:gdLst>
                <a:gd name="T0" fmla="*/ 8 w 1"/>
                <a:gd name="T1" fmla="*/ 0 h 10"/>
                <a:gd name="T2" fmla="*/ 0 w 1"/>
                <a:gd name="T3" fmla="*/ 92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0">
                  <a:moveTo>
                    <a:pt x="1" y="0"/>
                  </a:moveTo>
                  <a:cubicBezTo>
                    <a:pt x="1" y="1"/>
                    <a:pt x="1" y="8"/>
                    <a:pt x="0" y="1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916" name="Oval 695">
              <a:extLst>
                <a:ext uri="{FF2B5EF4-FFF2-40B4-BE49-F238E27FC236}">
                  <a16:creationId xmlns:a16="http://schemas.microsoft.com/office/drawing/2014/main" id="{CE2273FC-0BA5-4406-A95C-57043D3BF7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39" y="1543"/>
              <a:ext cx="42" cy="40"/>
            </a:xfrm>
            <a:prstGeom prst="ellipse">
              <a:avLst/>
            </a:prstGeom>
            <a:noFill/>
            <a:ln w="6350" cap="rnd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917" name="Freeform 696">
              <a:extLst>
                <a:ext uri="{FF2B5EF4-FFF2-40B4-BE49-F238E27FC236}">
                  <a16:creationId xmlns:a16="http://schemas.microsoft.com/office/drawing/2014/main" id="{89900166-5AEC-4CCD-8DB0-8A7EDD2AA211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9" y="1504"/>
              <a:ext cx="28" cy="79"/>
            </a:xfrm>
            <a:custGeom>
              <a:avLst/>
              <a:gdLst>
                <a:gd name="T0" fmla="*/ 0 w 14"/>
                <a:gd name="T1" fmla="*/ 41 h 37"/>
                <a:gd name="T2" fmla="*/ 24 w 14"/>
                <a:gd name="T3" fmla="*/ 105 h 37"/>
                <a:gd name="T4" fmla="*/ 48 w 14"/>
                <a:gd name="T5" fmla="*/ 224 h 37"/>
                <a:gd name="T6" fmla="*/ 72 w 14"/>
                <a:gd name="T7" fmla="*/ 361 h 37"/>
                <a:gd name="T8" fmla="*/ 112 w 14"/>
                <a:gd name="T9" fmla="*/ 310 h 37"/>
                <a:gd name="T10" fmla="*/ 104 w 14"/>
                <a:gd name="T11" fmla="*/ 128 h 37"/>
                <a:gd name="T12" fmla="*/ 72 w 14"/>
                <a:gd name="T13" fmla="*/ 9 h 37"/>
                <a:gd name="T14" fmla="*/ 0 w 14"/>
                <a:gd name="T15" fmla="*/ 41 h 3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4" h="37">
                  <a:moveTo>
                    <a:pt x="0" y="4"/>
                  </a:moveTo>
                  <a:cubicBezTo>
                    <a:pt x="0" y="4"/>
                    <a:pt x="2" y="9"/>
                    <a:pt x="3" y="11"/>
                  </a:cubicBezTo>
                  <a:cubicBezTo>
                    <a:pt x="4" y="15"/>
                    <a:pt x="5" y="19"/>
                    <a:pt x="6" y="23"/>
                  </a:cubicBezTo>
                  <a:cubicBezTo>
                    <a:pt x="7" y="28"/>
                    <a:pt x="9" y="33"/>
                    <a:pt x="9" y="37"/>
                  </a:cubicBezTo>
                  <a:cubicBezTo>
                    <a:pt x="14" y="36"/>
                    <a:pt x="14" y="36"/>
                    <a:pt x="14" y="32"/>
                  </a:cubicBezTo>
                  <a:cubicBezTo>
                    <a:pt x="14" y="25"/>
                    <a:pt x="14" y="19"/>
                    <a:pt x="13" y="13"/>
                  </a:cubicBezTo>
                  <a:cubicBezTo>
                    <a:pt x="12" y="11"/>
                    <a:pt x="11" y="3"/>
                    <a:pt x="9" y="1"/>
                  </a:cubicBezTo>
                  <a:cubicBezTo>
                    <a:pt x="7" y="0"/>
                    <a:pt x="2" y="4"/>
                    <a:pt x="0" y="4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918" name="Freeform 697">
              <a:extLst>
                <a:ext uri="{FF2B5EF4-FFF2-40B4-BE49-F238E27FC236}">
                  <a16:creationId xmlns:a16="http://schemas.microsoft.com/office/drawing/2014/main" id="{3F2AB683-7AEE-406B-88BA-8FC2BA362D42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0" y="1481"/>
              <a:ext cx="46" cy="83"/>
            </a:xfrm>
            <a:custGeom>
              <a:avLst/>
              <a:gdLst>
                <a:gd name="T0" fmla="*/ 0 w 23"/>
                <a:gd name="T1" fmla="*/ 40 h 39"/>
                <a:gd name="T2" fmla="*/ 72 w 23"/>
                <a:gd name="T3" fmla="*/ 240 h 39"/>
                <a:gd name="T4" fmla="*/ 104 w 23"/>
                <a:gd name="T5" fmla="*/ 377 h 39"/>
                <a:gd name="T6" fmla="*/ 168 w 23"/>
                <a:gd name="T7" fmla="*/ 326 h 39"/>
                <a:gd name="T8" fmla="*/ 152 w 23"/>
                <a:gd name="T9" fmla="*/ 221 h 39"/>
                <a:gd name="T10" fmla="*/ 96 w 23"/>
                <a:gd name="T11" fmla="*/ 0 h 39"/>
                <a:gd name="T12" fmla="*/ 16 w 23"/>
                <a:gd name="T13" fmla="*/ 40 h 3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39">
                  <a:moveTo>
                    <a:pt x="0" y="4"/>
                  </a:moveTo>
                  <a:cubicBezTo>
                    <a:pt x="3" y="11"/>
                    <a:pt x="6" y="18"/>
                    <a:pt x="9" y="25"/>
                  </a:cubicBezTo>
                  <a:cubicBezTo>
                    <a:pt x="10" y="29"/>
                    <a:pt x="11" y="36"/>
                    <a:pt x="13" y="39"/>
                  </a:cubicBezTo>
                  <a:cubicBezTo>
                    <a:pt x="15" y="37"/>
                    <a:pt x="20" y="36"/>
                    <a:pt x="21" y="34"/>
                  </a:cubicBezTo>
                  <a:cubicBezTo>
                    <a:pt x="23" y="32"/>
                    <a:pt x="20" y="26"/>
                    <a:pt x="19" y="23"/>
                  </a:cubicBezTo>
                  <a:cubicBezTo>
                    <a:pt x="17" y="15"/>
                    <a:pt x="15" y="8"/>
                    <a:pt x="12" y="0"/>
                  </a:cubicBezTo>
                  <a:cubicBezTo>
                    <a:pt x="9" y="2"/>
                    <a:pt x="5" y="2"/>
                    <a:pt x="2" y="4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919" name="Freeform 698">
              <a:extLst>
                <a:ext uri="{FF2B5EF4-FFF2-40B4-BE49-F238E27FC236}">
                  <a16:creationId xmlns:a16="http://schemas.microsoft.com/office/drawing/2014/main" id="{03E5E570-E3B3-444F-816D-735EFE875EEE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8" y="1453"/>
              <a:ext cx="40" cy="85"/>
            </a:xfrm>
            <a:custGeom>
              <a:avLst/>
              <a:gdLst>
                <a:gd name="T0" fmla="*/ 0 w 20"/>
                <a:gd name="T1" fmla="*/ 28 h 40"/>
                <a:gd name="T2" fmla="*/ 16 w 20"/>
                <a:gd name="T3" fmla="*/ 104 h 40"/>
                <a:gd name="T4" fmla="*/ 56 w 20"/>
                <a:gd name="T5" fmla="*/ 249 h 40"/>
                <a:gd name="T6" fmla="*/ 80 w 20"/>
                <a:gd name="T7" fmla="*/ 385 h 40"/>
                <a:gd name="T8" fmla="*/ 160 w 20"/>
                <a:gd name="T9" fmla="*/ 325 h 40"/>
                <a:gd name="T10" fmla="*/ 136 w 20"/>
                <a:gd name="T11" fmla="*/ 221 h 40"/>
                <a:gd name="T12" fmla="*/ 112 w 20"/>
                <a:gd name="T13" fmla="*/ 117 h 40"/>
                <a:gd name="T14" fmla="*/ 72 w 20"/>
                <a:gd name="T15" fmla="*/ 0 h 40"/>
                <a:gd name="T16" fmla="*/ 0 w 20"/>
                <a:gd name="T17" fmla="*/ 19 h 4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" h="40">
                  <a:moveTo>
                    <a:pt x="0" y="3"/>
                  </a:moveTo>
                  <a:cubicBezTo>
                    <a:pt x="0" y="4"/>
                    <a:pt x="2" y="10"/>
                    <a:pt x="2" y="11"/>
                  </a:cubicBezTo>
                  <a:cubicBezTo>
                    <a:pt x="4" y="16"/>
                    <a:pt x="6" y="21"/>
                    <a:pt x="7" y="26"/>
                  </a:cubicBezTo>
                  <a:cubicBezTo>
                    <a:pt x="8" y="31"/>
                    <a:pt x="9" y="35"/>
                    <a:pt x="10" y="40"/>
                  </a:cubicBezTo>
                  <a:cubicBezTo>
                    <a:pt x="13" y="39"/>
                    <a:pt x="19" y="38"/>
                    <a:pt x="20" y="34"/>
                  </a:cubicBezTo>
                  <a:cubicBezTo>
                    <a:pt x="20" y="31"/>
                    <a:pt x="18" y="26"/>
                    <a:pt x="17" y="23"/>
                  </a:cubicBezTo>
                  <a:cubicBezTo>
                    <a:pt x="16" y="19"/>
                    <a:pt x="15" y="16"/>
                    <a:pt x="14" y="12"/>
                  </a:cubicBezTo>
                  <a:cubicBezTo>
                    <a:pt x="13" y="10"/>
                    <a:pt x="11" y="1"/>
                    <a:pt x="9" y="0"/>
                  </a:cubicBezTo>
                  <a:cubicBezTo>
                    <a:pt x="8" y="0"/>
                    <a:pt x="1" y="1"/>
                    <a:pt x="0" y="2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920" name="Freeform 699">
              <a:extLst>
                <a:ext uri="{FF2B5EF4-FFF2-40B4-BE49-F238E27FC236}">
                  <a16:creationId xmlns:a16="http://schemas.microsoft.com/office/drawing/2014/main" id="{49DAAE19-29CA-4FB1-AA3C-8A94CDA81E2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6" y="1498"/>
              <a:ext cx="36" cy="98"/>
            </a:xfrm>
            <a:custGeom>
              <a:avLst/>
              <a:gdLst>
                <a:gd name="T0" fmla="*/ 72 w 18"/>
                <a:gd name="T1" fmla="*/ 0 h 46"/>
                <a:gd name="T2" fmla="*/ 16 w 18"/>
                <a:gd name="T3" fmla="*/ 341 h 46"/>
                <a:gd name="T4" fmla="*/ 16 w 18"/>
                <a:gd name="T5" fmla="*/ 437 h 46"/>
                <a:gd name="T6" fmla="*/ 96 w 18"/>
                <a:gd name="T7" fmla="*/ 437 h 46"/>
                <a:gd name="T8" fmla="*/ 144 w 18"/>
                <a:gd name="T9" fmla="*/ 9 h 46"/>
                <a:gd name="T10" fmla="*/ 72 w 18"/>
                <a:gd name="T11" fmla="*/ 0 h 4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" h="46">
                  <a:moveTo>
                    <a:pt x="9" y="0"/>
                  </a:moveTo>
                  <a:cubicBezTo>
                    <a:pt x="6" y="11"/>
                    <a:pt x="3" y="23"/>
                    <a:pt x="2" y="35"/>
                  </a:cubicBezTo>
                  <a:cubicBezTo>
                    <a:pt x="2" y="37"/>
                    <a:pt x="0" y="43"/>
                    <a:pt x="2" y="45"/>
                  </a:cubicBezTo>
                  <a:cubicBezTo>
                    <a:pt x="4" y="46"/>
                    <a:pt x="10" y="45"/>
                    <a:pt x="12" y="45"/>
                  </a:cubicBezTo>
                  <a:cubicBezTo>
                    <a:pt x="13" y="30"/>
                    <a:pt x="14" y="15"/>
                    <a:pt x="18" y="1"/>
                  </a:cubicBezTo>
                  <a:cubicBezTo>
                    <a:pt x="15" y="1"/>
                    <a:pt x="12" y="1"/>
                    <a:pt x="9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921" name="Freeform 700">
              <a:extLst>
                <a:ext uri="{FF2B5EF4-FFF2-40B4-BE49-F238E27FC236}">
                  <a16:creationId xmlns:a16="http://schemas.microsoft.com/office/drawing/2014/main" id="{6D5A6552-B4E1-4EA1-AD7C-7CC48FE01B8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4" y="1464"/>
              <a:ext cx="38" cy="104"/>
            </a:xfrm>
            <a:custGeom>
              <a:avLst/>
              <a:gdLst>
                <a:gd name="T0" fmla="*/ 144 w 19"/>
                <a:gd name="T1" fmla="*/ 28 h 49"/>
                <a:gd name="T2" fmla="*/ 120 w 19"/>
                <a:gd name="T3" fmla="*/ 125 h 49"/>
                <a:gd name="T4" fmla="*/ 96 w 19"/>
                <a:gd name="T5" fmla="*/ 265 h 49"/>
                <a:gd name="T6" fmla="*/ 80 w 19"/>
                <a:gd name="T7" fmla="*/ 469 h 49"/>
                <a:gd name="T8" fmla="*/ 16 w 19"/>
                <a:gd name="T9" fmla="*/ 393 h 49"/>
                <a:gd name="T10" fmla="*/ 40 w 19"/>
                <a:gd name="T11" fmla="*/ 204 h 49"/>
                <a:gd name="T12" fmla="*/ 72 w 19"/>
                <a:gd name="T13" fmla="*/ 28 h 49"/>
                <a:gd name="T14" fmla="*/ 152 w 19"/>
                <a:gd name="T15" fmla="*/ 28 h 4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9" h="49">
                  <a:moveTo>
                    <a:pt x="18" y="3"/>
                  </a:moveTo>
                  <a:cubicBezTo>
                    <a:pt x="18" y="6"/>
                    <a:pt x="16" y="10"/>
                    <a:pt x="15" y="13"/>
                  </a:cubicBezTo>
                  <a:cubicBezTo>
                    <a:pt x="14" y="18"/>
                    <a:pt x="13" y="23"/>
                    <a:pt x="12" y="28"/>
                  </a:cubicBezTo>
                  <a:cubicBezTo>
                    <a:pt x="11" y="35"/>
                    <a:pt x="10" y="42"/>
                    <a:pt x="10" y="49"/>
                  </a:cubicBezTo>
                  <a:cubicBezTo>
                    <a:pt x="8" y="46"/>
                    <a:pt x="3" y="44"/>
                    <a:pt x="2" y="41"/>
                  </a:cubicBezTo>
                  <a:cubicBezTo>
                    <a:pt x="0" y="36"/>
                    <a:pt x="4" y="25"/>
                    <a:pt x="5" y="21"/>
                  </a:cubicBezTo>
                  <a:cubicBezTo>
                    <a:pt x="6" y="16"/>
                    <a:pt x="7" y="6"/>
                    <a:pt x="9" y="3"/>
                  </a:cubicBezTo>
                  <a:cubicBezTo>
                    <a:pt x="12" y="0"/>
                    <a:pt x="15" y="1"/>
                    <a:pt x="19" y="3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922" name="Freeform 701">
              <a:extLst>
                <a:ext uri="{FF2B5EF4-FFF2-40B4-BE49-F238E27FC236}">
                  <a16:creationId xmlns:a16="http://schemas.microsoft.com/office/drawing/2014/main" id="{42C823EC-791C-4F6E-B532-0B9A46DB6DC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5" y="1526"/>
              <a:ext cx="32" cy="89"/>
            </a:xfrm>
            <a:custGeom>
              <a:avLst/>
              <a:gdLst>
                <a:gd name="T0" fmla="*/ 128 w 16"/>
                <a:gd name="T1" fmla="*/ 8 h 42"/>
                <a:gd name="T2" fmla="*/ 120 w 16"/>
                <a:gd name="T3" fmla="*/ 265 h 42"/>
                <a:gd name="T4" fmla="*/ 120 w 16"/>
                <a:gd name="T5" fmla="*/ 401 h 42"/>
                <a:gd name="T6" fmla="*/ 8 w 16"/>
                <a:gd name="T7" fmla="*/ 381 h 42"/>
                <a:gd name="T8" fmla="*/ 24 w 16"/>
                <a:gd name="T9" fmla="*/ 153 h 42"/>
                <a:gd name="T10" fmla="*/ 48 w 16"/>
                <a:gd name="T11" fmla="*/ 0 h 42"/>
                <a:gd name="T12" fmla="*/ 120 w 16"/>
                <a:gd name="T13" fmla="*/ 8 h 4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" h="42">
                  <a:moveTo>
                    <a:pt x="16" y="1"/>
                  </a:moveTo>
                  <a:cubicBezTo>
                    <a:pt x="16" y="10"/>
                    <a:pt x="15" y="19"/>
                    <a:pt x="15" y="28"/>
                  </a:cubicBezTo>
                  <a:cubicBezTo>
                    <a:pt x="15" y="33"/>
                    <a:pt x="15" y="38"/>
                    <a:pt x="15" y="42"/>
                  </a:cubicBezTo>
                  <a:cubicBezTo>
                    <a:pt x="10" y="41"/>
                    <a:pt x="5" y="42"/>
                    <a:pt x="1" y="40"/>
                  </a:cubicBezTo>
                  <a:cubicBezTo>
                    <a:pt x="0" y="33"/>
                    <a:pt x="1" y="24"/>
                    <a:pt x="3" y="16"/>
                  </a:cubicBezTo>
                  <a:cubicBezTo>
                    <a:pt x="4" y="11"/>
                    <a:pt x="6" y="5"/>
                    <a:pt x="6" y="0"/>
                  </a:cubicBezTo>
                  <a:cubicBezTo>
                    <a:pt x="9" y="1"/>
                    <a:pt x="12" y="0"/>
                    <a:pt x="15" y="1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923" name="Freeform 702">
              <a:extLst>
                <a:ext uri="{FF2B5EF4-FFF2-40B4-BE49-F238E27FC236}">
                  <a16:creationId xmlns:a16="http://schemas.microsoft.com/office/drawing/2014/main" id="{CF8DDEC5-C8E3-4A3D-8A16-4A957CDF61E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4" y="1440"/>
              <a:ext cx="938" cy="2437"/>
            </a:xfrm>
            <a:custGeom>
              <a:avLst/>
              <a:gdLst>
                <a:gd name="T0" fmla="*/ 1756 w 468"/>
                <a:gd name="T1" fmla="*/ 10341 h 1139"/>
                <a:gd name="T2" fmla="*/ 1748 w 468"/>
                <a:gd name="T3" fmla="*/ 10332 h 1139"/>
                <a:gd name="T4" fmla="*/ 1804 w 468"/>
                <a:gd name="T5" fmla="*/ 8336 h 1139"/>
                <a:gd name="T6" fmla="*/ 1716 w 468"/>
                <a:gd name="T7" fmla="*/ 6258 h 1139"/>
                <a:gd name="T8" fmla="*/ 1844 w 468"/>
                <a:gd name="T9" fmla="*/ 3173 h 1139"/>
                <a:gd name="T10" fmla="*/ 1900 w 468"/>
                <a:gd name="T11" fmla="*/ 5544 h 1139"/>
                <a:gd name="T12" fmla="*/ 1932 w 468"/>
                <a:gd name="T13" fmla="*/ 6765 h 1139"/>
                <a:gd name="T14" fmla="*/ 1900 w 468"/>
                <a:gd name="T15" fmla="*/ 8190 h 1139"/>
                <a:gd name="T16" fmla="*/ 1852 w 468"/>
                <a:gd name="T17" fmla="*/ 9421 h 1139"/>
                <a:gd name="T18" fmla="*/ 1716 w 468"/>
                <a:gd name="T19" fmla="*/ 10657 h 1139"/>
                <a:gd name="T20" fmla="*/ 3261 w 468"/>
                <a:gd name="T21" fmla="*/ 10606 h 1139"/>
                <a:gd name="T22" fmla="*/ 3149 w 468"/>
                <a:gd name="T23" fmla="*/ 10107 h 1139"/>
                <a:gd name="T24" fmla="*/ 3197 w 468"/>
                <a:gd name="T25" fmla="*/ 8218 h 1139"/>
                <a:gd name="T26" fmla="*/ 3245 w 468"/>
                <a:gd name="T27" fmla="*/ 6250 h 1139"/>
                <a:gd name="T28" fmla="*/ 3327 w 468"/>
                <a:gd name="T29" fmla="*/ 5484 h 1139"/>
                <a:gd name="T30" fmla="*/ 3415 w 468"/>
                <a:gd name="T31" fmla="*/ 4632 h 1139"/>
                <a:gd name="T32" fmla="*/ 3415 w 468"/>
                <a:gd name="T33" fmla="*/ 362 h 1139"/>
                <a:gd name="T34" fmla="*/ 3351 w 468"/>
                <a:gd name="T35" fmla="*/ 0 h 1139"/>
                <a:gd name="T36" fmla="*/ 1852 w 468"/>
                <a:gd name="T37" fmla="*/ 402 h 1139"/>
                <a:gd name="T38" fmla="*/ 313 w 468"/>
                <a:gd name="T39" fmla="*/ 60 h 1139"/>
                <a:gd name="T40" fmla="*/ 265 w 468"/>
                <a:gd name="T41" fmla="*/ 381 h 1139"/>
                <a:gd name="T42" fmla="*/ 297 w 468"/>
                <a:gd name="T43" fmla="*/ 4761 h 1139"/>
                <a:gd name="T44" fmla="*/ 321 w 468"/>
                <a:gd name="T45" fmla="*/ 5503 h 1139"/>
                <a:gd name="T46" fmla="*/ 449 w 468"/>
                <a:gd name="T47" fmla="*/ 6464 h 1139"/>
                <a:gd name="T48" fmla="*/ 425 w 468"/>
                <a:gd name="T49" fmla="*/ 7668 h 1139"/>
                <a:gd name="T50" fmla="*/ 425 w 468"/>
                <a:gd name="T51" fmla="*/ 9737 h 1139"/>
                <a:gd name="T52" fmla="*/ 353 w 468"/>
                <a:gd name="T53" fmla="*/ 10762 h 1139"/>
                <a:gd name="T54" fmla="*/ 1836 w 468"/>
                <a:gd name="T55" fmla="*/ 10794 h 1139"/>
                <a:gd name="T56" fmla="*/ 1836 w 468"/>
                <a:gd name="T57" fmla="*/ 10777 h 1139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468" h="1139">
                  <a:moveTo>
                    <a:pt x="218" y="1056"/>
                  </a:moveTo>
                  <a:cubicBezTo>
                    <a:pt x="218" y="1056"/>
                    <a:pt x="218" y="1055"/>
                    <a:pt x="217" y="1055"/>
                  </a:cubicBezTo>
                  <a:cubicBezTo>
                    <a:pt x="212" y="1040"/>
                    <a:pt x="235" y="903"/>
                    <a:pt x="224" y="851"/>
                  </a:cubicBezTo>
                  <a:cubicBezTo>
                    <a:pt x="213" y="799"/>
                    <a:pt x="219" y="672"/>
                    <a:pt x="213" y="639"/>
                  </a:cubicBezTo>
                  <a:cubicBezTo>
                    <a:pt x="208" y="606"/>
                    <a:pt x="235" y="364"/>
                    <a:pt x="229" y="324"/>
                  </a:cubicBezTo>
                  <a:cubicBezTo>
                    <a:pt x="229" y="324"/>
                    <a:pt x="228" y="536"/>
                    <a:pt x="236" y="566"/>
                  </a:cubicBezTo>
                  <a:cubicBezTo>
                    <a:pt x="245" y="596"/>
                    <a:pt x="242" y="651"/>
                    <a:pt x="240" y="691"/>
                  </a:cubicBezTo>
                  <a:cubicBezTo>
                    <a:pt x="239" y="731"/>
                    <a:pt x="229" y="793"/>
                    <a:pt x="236" y="836"/>
                  </a:cubicBezTo>
                  <a:cubicBezTo>
                    <a:pt x="243" y="879"/>
                    <a:pt x="230" y="926"/>
                    <a:pt x="230" y="962"/>
                  </a:cubicBezTo>
                  <a:cubicBezTo>
                    <a:pt x="230" y="998"/>
                    <a:pt x="213" y="1068"/>
                    <a:pt x="213" y="1088"/>
                  </a:cubicBezTo>
                  <a:cubicBezTo>
                    <a:pt x="213" y="1108"/>
                    <a:pt x="344" y="1139"/>
                    <a:pt x="405" y="1083"/>
                  </a:cubicBezTo>
                  <a:cubicBezTo>
                    <a:pt x="405" y="1083"/>
                    <a:pt x="401" y="1051"/>
                    <a:pt x="391" y="1032"/>
                  </a:cubicBezTo>
                  <a:cubicBezTo>
                    <a:pt x="381" y="1014"/>
                    <a:pt x="404" y="886"/>
                    <a:pt x="397" y="839"/>
                  </a:cubicBezTo>
                  <a:cubicBezTo>
                    <a:pt x="391" y="800"/>
                    <a:pt x="403" y="664"/>
                    <a:pt x="403" y="638"/>
                  </a:cubicBezTo>
                  <a:cubicBezTo>
                    <a:pt x="403" y="612"/>
                    <a:pt x="413" y="586"/>
                    <a:pt x="413" y="560"/>
                  </a:cubicBezTo>
                  <a:cubicBezTo>
                    <a:pt x="413" y="534"/>
                    <a:pt x="426" y="493"/>
                    <a:pt x="424" y="473"/>
                  </a:cubicBezTo>
                  <a:cubicBezTo>
                    <a:pt x="420" y="427"/>
                    <a:pt x="468" y="320"/>
                    <a:pt x="424" y="37"/>
                  </a:cubicBezTo>
                  <a:cubicBezTo>
                    <a:pt x="416" y="0"/>
                    <a:pt x="416" y="0"/>
                    <a:pt x="416" y="0"/>
                  </a:cubicBezTo>
                  <a:cubicBezTo>
                    <a:pt x="416" y="0"/>
                    <a:pt x="327" y="36"/>
                    <a:pt x="230" y="41"/>
                  </a:cubicBezTo>
                  <a:cubicBezTo>
                    <a:pt x="134" y="46"/>
                    <a:pt x="39" y="6"/>
                    <a:pt x="39" y="6"/>
                  </a:cubicBezTo>
                  <a:cubicBezTo>
                    <a:pt x="33" y="39"/>
                    <a:pt x="33" y="39"/>
                    <a:pt x="33" y="39"/>
                  </a:cubicBezTo>
                  <a:cubicBezTo>
                    <a:pt x="33" y="39"/>
                    <a:pt x="0" y="328"/>
                    <a:pt x="37" y="486"/>
                  </a:cubicBezTo>
                  <a:cubicBezTo>
                    <a:pt x="44" y="518"/>
                    <a:pt x="32" y="540"/>
                    <a:pt x="40" y="562"/>
                  </a:cubicBezTo>
                  <a:cubicBezTo>
                    <a:pt x="48" y="583"/>
                    <a:pt x="51" y="643"/>
                    <a:pt x="56" y="660"/>
                  </a:cubicBezTo>
                  <a:cubicBezTo>
                    <a:pt x="61" y="678"/>
                    <a:pt x="49" y="746"/>
                    <a:pt x="53" y="783"/>
                  </a:cubicBezTo>
                  <a:cubicBezTo>
                    <a:pt x="57" y="820"/>
                    <a:pt x="52" y="955"/>
                    <a:pt x="53" y="994"/>
                  </a:cubicBezTo>
                  <a:cubicBezTo>
                    <a:pt x="55" y="1032"/>
                    <a:pt x="37" y="1084"/>
                    <a:pt x="44" y="1099"/>
                  </a:cubicBezTo>
                  <a:cubicBezTo>
                    <a:pt x="51" y="1114"/>
                    <a:pt x="172" y="1128"/>
                    <a:pt x="228" y="1102"/>
                  </a:cubicBezTo>
                  <a:cubicBezTo>
                    <a:pt x="228" y="1102"/>
                    <a:pt x="228" y="1101"/>
                    <a:pt x="228" y="110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924" name="Freeform 703">
              <a:extLst>
                <a:ext uri="{FF2B5EF4-FFF2-40B4-BE49-F238E27FC236}">
                  <a16:creationId xmlns:a16="http://schemas.microsoft.com/office/drawing/2014/main" id="{F8B7582B-B6EB-4A55-95FA-910FC106465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4" y="1594"/>
              <a:ext cx="174" cy="184"/>
            </a:xfrm>
            <a:custGeom>
              <a:avLst/>
              <a:gdLst>
                <a:gd name="T0" fmla="*/ 592 w 87"/>
                <a:gd name="T1" fmla="*/ 9 h 86"/>
                <a:gd name="T2" fmla="*/ 584 w 87"/>
                <a:gd name="T3" fmla="*/ 0 h 86"/>
                <a:gd name="T4" fmla="*/ 696 w 87"/>
                <a:gd name="T5" fmla="*/ 19 h 86"/>
                <a:gd name="T6" fmla="*/ 584 w 87"/>
                <a:gd name="T7" fmla="*/ 285 h 86"/>
                <a:gd name="T8" fmla="*/ 352 w 87"/>
                <a:gd name="T9" fmla="*/ 635 h 86"/>
                <a:gd name="T10" fmla="*/ 0 w 87"/>
                <a:gd name="T11" fmla="*/ 843 h 8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7" h="86">
                  <a:moveTo>
                    <a:pt x="74" y="1"/>
                  </a:moveTo>
                  <a:cubicBezTo>
                    <a:pt x="74" y="0"/>
                    <a:pt x="73" y="1"/>
                    <a:pt x="73" y="0"/>
                  </a:cubicBezTo>
                  <a:cubicBezTo>
                    <a:pt x="78" y="0"/>
                    <a:pt x="82" y="3"/>
                    <a:pt x="87" y="2"/>
                  </a:cubicBezTo>
                  <a:cubicBezTo>
                    <a:pt x="83" y="11"/>
                    <a:pt x="78" y="21"/>
                    <a:pt x="73" y="29"/>
                  </a:cubicBezTo>
                  <a:cubicBezTo>
                    <a:pt x="64" y="42"/>
                    <a:pt x="56" y="56"/>
                    <a:pt x="44" y="65"/>
                  </a:cubicBezTo>
                  <a:cubicBezTo>
                    <a:pt x="30" y="75"/>
                    <a:pt x="15" y="80"/>
                    <a:pt x="0" y="86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925" name="Freeform 704">
              <a:extLst>
                <a:ext uri="{FF2B5EF4-FFF2-40B4-BE49-F238E27FC236}">
                  <a16:creationId xmlns:a16="http://schemas.microsoft.com/office/drawing/2014/main" id="{129A3C49-85A0-4FDF-ACF4-73F149D12EB4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3" y="1581"/>
              <a:ext cx="227" cy="131"/>
            </a:xfrm>
            <a:custGeom>
              <a:avLst/>
              <a:gdLst>
                <a:gd name="T0" fmla="*/ 80 w 113"/>
                <a:gd name="T1" fmla="*/ 0 h 61"/>
                <a:gd name="T2" fmla="*/ 0 w 113"/>
                <a:gd name="T3" fmla="*/ 41 h 61"/>
                <a:gd name="T4" fmla="*/ 177 w 113"/>
                <a:gd name="T5" fmla="*/ 294 h 61"/>
                <a:gd name="T6" fmla="*/ 512 w 113"/>
                <a:gd name="T7" fmla="*/ 518 h 61"/>
                <a:gd name="T8" fmla="*/ 916 w 113"/>
                <a:gd name="T9" fmla="*/ 603 h 6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3" h="61">
                  <a:moveTo>
                    <a:pt x="10" y="0"/>
                  </a:moveTo>
                  <a:cubicBezTo>
                    <a:pt x="7" y="1"/>
                    <a:pt x="3" y="2"/>
                    <a:pt x="0" y="4"/>
                  </a:cubicBezTo>
                  <a:cubicBezTo>
                    <a:pt x="0" y="12"/>
                    <a:pt x="15" y="25"/>
                    <a:pt x="22" y="30"/>
                  </a:cubicBezTo>
                  <a:cubicBezTo>
                    <a:pt x="35" y="38"/>
                    <a:pt x="48" y="47"/>
                    <a:pt x="63" y="52"/>
                  </a:cubicBezTo>
                  <a:cubicBezTo>
                    <a:pt x="80" y="59"/>
                    <a:pt x="95" y="61"/>
                    <a:pt x="113" y="61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926" name="Freeform 705">
              <a:extLst>
                <a:ext uri="{FF2B5EF4-FFF2-40B4-BE49-F238E27FC236}">
                  <a16:creationId xmlns:a16="http://schemas.microsoft.com/office/drawing/2014/main" id="{CA549DEF-F26C-4153-8841-3C3C1C76F70F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7" y="1590"/>
              <a:ext cx="193" cy="122"/>
            </a:xfrm>
            <a:custGeom>
              <a:avLst/>
              <a:gdLst>
                <a:gd name="T0" fmla="*/ 0 w 96"/>
                <a:gd name="T1" fmla="*/ 128 h 57"/>
                <a:gd name="T2" fmla="*/ 80 w 96"/>
                <a:gd name="T3" fmla="*/ 146 h 57"/>
                <a:gd name="T4" fmla="*/ 195 w 96"/>
                <a:gd name="T5" fmla="*/ 128 h 57"/>
                <a:gd name="T6" fmla="*/ 408 w 96"/>
                <a:gd name="T7" fmla="*/ 96 h 57"/>
                <a:gd name="T8" fmla="*/ 708 w 96"/>
                <a:gd name="T9" fmla="*/ 0 h 57"/>
                <a:gd name="T10" fmla="*/ 748 w 96"/>
                <a:gd name="T11" fmla="*/ 334 h 57"/>
                <a:gd name="T12" fmla="*/ 780 w 96"/>
                <a:gd name="T13" fmla="*/ 559 h 5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6" h="57">
                  <a:moveTo>
                    <a:pt x="0" y="13"/>
                  </a:moveTo>
                  <a:cubicBezTo>
                    <a:pt x="3" y="13"/>
                    <a:pt x="7" y="15"/>
                    <a:pt x="10" y="15"/>
                  </a:cubicBezTo>
                  <a:cubicBezTo>
                    <a:pt x="14" y="15"/>
                    <a:pt x="19" y="14"/>
                    <a:pt x="24" y="13"/>
                  </a:cubicBezTo>
                  <a:cubicBezTo>
                    <a:pt x="32" y="12"/>
                    <a:pt x="41" y="12"/>
                    <a:pt x="50" y="10"/>
                  </a:cubicBezTo>
                  <a:cubicBezTo>
                    <a:pt x="63" y="8"/>
                    <a:pt x="75" y="5"/>
                    <a:pt x="87" y="0"/>
                  </a:cubicBezTo>
                  <a:cubicBezTo>
                    <a:pt x="89" y="11"/>
                    <a:pt x="91" y="22"/>
                    <a:pt x="92" y="34"/>
                  </a:cubicBezTo>
                  <a:cubicBezTo>
                    <a:pt x="93" y="41"/>
                    <a:pt x="96" y="50"/>
                    <a:pt x="96" y="57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927" name="Freeform 706">
              <a:extLst>
                <a:ext uri="{FF2B5EF4-FFF2-40B4-BE49-F238E27FC236}">
                  <a16:creationId xmlns:a16="http://schemas.microsoft.com/office/drawing/2014/main" id="{2FF91307-16A6-4ADB-9713-00E9E4574572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0" y="1609"/>
              <a:ext cx="28" cy="26"/>
            </a:xfrm>
            <a:custGeom>
              <a:avLst/>
              <a:gdLst>
                <a:gd name="T0" fmla="*/ 64 w 14"/>
                <a:gd name="T1" fmla="*/ 20 h 12"/>
                <a:gd name="T2" fmla="*/ 56 w 14"/>
                <a:gd name="T3" fmla="*/ 121 h 12"/>
                <a:gd name="T4" fmla="*/ 56 w 14"/>
                <a:gd name="T5" fmla="*/ 33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2">
                  <a:moveTo>
                    <a:pt x="8" y="2"/>
                  </a:moveTo>
                  <a:cubicBezTo>
                    <a:pt x="2" y="2"/>
                    <a:pt x="0" y="11"/>
                    <a:pt x="7" y="12"/>
                  </a:cubicBezTo>
                  <a:cubicBezTo>
                    <a:pt x="14" y="12"/>
                    <a:pt x="14" y="0"/>
                    <a:pt x="7" y="3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928" name="Freeform 707">
              <a:extLst>
                <a:ext uri="{FF2B5EF4-FFF2-40B4-BE49-F238E27FC236}">
                  <a16:creationId xmlns:a16="http://schemas.microsoft.com/office/drawing/2014/main" id="{A67CBAEB-7238-4999-A682-C44BC75552B4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6" y="1645"/>
              <a:ext cx="16" cy="2"/>
            </a:xfrm>
            <a:custGeom>
              <a:avLst/>
              <a:gdLst>
                <a:gd name="T0" fmla="*/ 0 w 8"/>
                <a:gd name="T1" fmla="*/ 0 h 1"/>
                <a:gd name="T2" fmla="*/ 64 w 8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">
                  <a:moveTo>
                    <a:pt x="0" y="0"/>
                  </a:moveTo>
                  <a:cubicBezTo>
                    <a:pt x="2" y="0"/>
                    <a:pt x="5" y="1"/>
                    <a:pt x="8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929" name="Freeform 708">
              <a:extLst>
                <a:ext uri="{FF2B5EF4-FFF2-40B4-BE49-F238E27FC236}">
                  <a16:creationId xmlns:a16="http://schemas.microsoft.com/office/drawing/2014/main" id="{C648906B-6F6E-4A25-9247-098C3BDE401C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6" y="1643"/>
              <a:ext cx="14" cy="2"/>
            </a:xfrm>
            <a:custGeom>
              <a:avLst/>
              <a:gdLst>
                <a:gd name="T0" fmla="*/ 0 w 7"/>
                <a:gd name="T1" fmla="*/ 8 h 1"/>
                <a:gd name="T2" fmla="*/ 56 w 7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">
                  <a:moveTo>
                    <a:pt x="0" y="1"/>
                  </a:moveTo>
                  <a:cubicBezTo>
                    <a:pt x="2" y="0"/>
                    <a:pt x="5" y="0"/>
                    <a:pt x="7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930" name="Freeform 709">
              <a:extLst>
                <a:ext uri="{FF2B5EF4-FFF2-40B4-BE49-F238E27FC236}">
                  <a16:creationId xmlns:a16="http://schemas.microsoft.com/office/drawing/2014/main" id="{07475781-C1EC-4AFB-88EC-42BF2182B875}"/>
                </a:ext>
              </a:extLst>
            </p:cNvPr>
            <p:cNvSpPr>
              <a:spLocks/>
            </p:cNvSpPr>
            <p:nvPr/>
          </p:nvSpPr>
          <p:spPr bwMode="auto">
            <a:xfrm>
              <a:off x="5038" y="1639"/>
              <a:ext cx="14" cy="2"/>
            </a:xfrm>
            <a:custGeom>
              <a:avLst/>
              <a:gdLst>
                <a:gd name="T0" fmla="*/ 0 w 7"/>
                <a:gd name="T1" fmla="*/ 0 h 1"/>
                <a:gd name="T2" fmla="*/ 56 w 7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">
                  <a:moveTo>
                    <a:pt x="0" y="0"/>
                  </a:moveTo>
                  <a:cubicBezTo>
                    <a:pt x="2" y="1"/>
                    <a:pt x="5" y="0"/>
                    <a:pt x="7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931" name="Freeform 710">
              <a:extLst>
                <a:ext uri="{FF2B5EF4-FFF2-40B4-BE49-F238E27FC236}">
                  <a16:creationId xmlns:a16="http://schemas.microsoft.com/office/drawing/2014/main" id="{67C50E0E-659F-4719-93AB-39DD4C2C251F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8" y="1633"/>
              <a:ext cx="6" cy="2"/>
            </a:xfrm>
            <a:custGeom>
              <a:avLst/>
              <a:gdLst>
                <a:gd name="T0" fmla="*/ 0 w 3"/>
                <a:gd name="T1" fmla="*/ 0 h 1"/>
                <a:gd name="T2" fmla="*/ 24 w 3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">
                  <a:moveTo>
                    <a:pt x="0" y="0"/>
                  </a:moveTo>
                  <a:cubicBezTo>
                    <a:pt x="0" y="1"/>
                    <a:pt x="2" y="0"/>
                    <a:pt x="3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932" name="Freeform 711">
              <a:extLst>
                <a:ext uri="{FF2B5EF4-FFF2-40B4-BE49-F238E27FC236}">
                  <a16:creationId xmlns:a16="http://schemas.microsoft.com/office/drawing/2014/main" id="{B725284D-CA41-405B-BD6E-D2737DA84D3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5" y="1639"/>
              <a:ext cx="106" cy="235"/>
            </a:xfrm>
            <a:custGeom>
              <a:avLst/>
              <a:gdLst>
                <a:gd name="T0" fmla="*/ 424 w 53"/>
                <a:gd name="T1" fmla="*/ 1072 h 110"/>
                <a:gd name="T2" fmla="*/ 96 w 53"/>
                <a:gd name="T3" fmla="*/ 0 h 110"/>
                <a:gd name="T4" fmla="*/ 384 w 53"/>
                <a:gd name="T5" fmla="*/ 1045 h 1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3" h="110">
                  <a:moveTo>
                    <a:pt x="53" y="110"/>
                  </a:moveTo>
                  <a:cubicBezTo>
                    <a:pt x="23" y="87"/>
                    <a:pt x="12" y="35"/>
                    <a:pt x="12" y="0"/>
                  </a:cubicBezTo>
                  <a:cubicBezTo>
                    <a:pt x="0" y="33"/>
                    <a:pt x="8" y="102"/>
                    <a:pt x="48" y="107"/>
                  </a:cubicBezTo>
                </a:path>
              </a:pathLst>
            </a:custGeom>
            <a:solidFill>
              <a:srgbClr val="7F7E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933" name="Freeform 712">
              <a:extLst>
                <a:ext uri="{FF2B5EF4-FFF2-40B4-BE49-F238E27FC236}">
                  <a16:creationId xmlns:a16="http://schemas.microsoft.com/office/drawing/2014/main" id="{D8E9696C-9685-4E67-B529-55776FBA941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4" y="1680"/>
              <a:ext cx="138" cy="128"/>
            </a:xfrm>
            <a:custGeom>
              <a:avLst/>
              <a:gdLst>
                <a:gd name="T0" fmla="*/ 0 w 69"/>
                <a:gd name="T1" fmla="*/ 478 h 60"/>
                <a:gd name="T2" fmla="*/ 160 w 69"/>
                <a:gd name="T3" fmla="*/ 418 h 60"/>
                <a:gd name="T4" fmla="*/ 312 w 69"/>
                <a:gd name="T5" fmla="*/ 318 h 60"/>
                <a:gd name="T6" fmla="*/ 552 w 69"/>
                <a:gd name="T7" fmla="*/ 0 h 60"/>
                <a:gd name="T8" fmla="*/ 448 w 69"/>
                <a:gd name="T9" fmla="*/ 241 h 60"/>
                <a:gd name="T10" fmla="*/ 288 w 69"/>
                <a:gd name="T11" fmla="*/ 386 h 60"/>
                <a:gd name="T12" fmla="*/ 112 w 69"/>
                <a:gd name="T13" fmla="*/ 497 h 60"/>
                <a:gd name="T14" fmla="*/ 8 w 69"/>
                <a:gd name="T15" fmla="*/ 506 h 6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9" h="60">
                  <a:moveTo>
                    <a:pt x="0" y="49"/>
                  </a:moveTo>
                  <a:cubicBezTo>
                    <a:pt x="6" y="51"/>
                    <a:pt x="15" y="45"/>
                    <a:pt x="20" y="43"/>
                  </a:cubicBezTo>
                  <a:cubicBezTo>
                    <a:pt x="26" y="40"/>
                    <a:pt x="34" y="37"/>
                    <a:pt x="39" y="33"/>
                  </a:cubicBezTo>
                  <a:cubicBezTo>
                    <a:pt x="52" y="23"/>
                    <a:pt x="61" y="14"/>
                    <a:pt x="69" y="0"/>
                  </a:cubicBezTo>
                  <a:cubicBezTo>
                    <a:pt x="69" y="7"/>
                    <a:pt x="61" y="19"/>
                    <a:pt x="56" y="25"/>
                  </a:cubicBezTo>
                  <a:cubicBezTo>
                    <a:pt x="51" y="31"/>
                    <a:pt x="43" y="36"/>
                    <a:pt x="36" y="40"/>
                  </a:cubicBezTo>
                  <a:cubicBezTo>
                    <a:pt x="28" y="44"/>
                    <a:pt x="22" y="48"/>
                    <a:pt x="14" y="51"/>
                  </a:cubicBezTo>
                  <a:cubicBezTo>
                    <a:pt x="10" y="53"/>
                    <a:pt x="0" y="60"/>
                    <a:pt x="1" y="52"/>
                  </a:cubicBezTo>
                </a:path>
              </a:pathLst>
            </a:custGeom>
            <a:solidFill>
              <a:srgbClr val="7F7E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934" name="Freeform 713">
              <a:extLst>
                <a:ext uri="{FF2B5EF4-FFF2-40B4-BE49-F238E27FC236}">
                  <a16:creationId xmlns:a16="http://schemas.microsoft.com/office/drawing/2014/main" id="{28568EE4-6BE4-4F2E-8EB2-F75D5802F08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2" y="1508"/>
              <a:ext cx="22" cy="82"/>
            </a:xfrm>
            <a:custGeom>
              <a:avLst/>
              <a:gdLst>
                <a:gd name="T0" fmla="*/ 56 w 11"/>
                <a:gd name="T1" fmla="*/ 0 h 38"/>
                <a:gd name="T2" fmla="*/ 8 w 11"/>
                <a:gd name="T3" fmla="*/ 382 h 38"/>
                <a:gd name="T4" fmla="*/ 40 w 11"/>
                <a:gd name="T5" fmla="*/ 173 h 38"/>
                <a:gd name="T6" fmla="*/ 64 w 11"/>
                <a:gd name="T7" fmla="*/ 0 h 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38">
                  <a:moveTo>
                    <a:pt x="7" y="0"/>
                  </a:moveTo>
                  <a:cubicBezTo>
                    <a:pt x="11" y="11"/>
                    <a:pt x="0" y="25"/>
                    <a:pt x="1" y="38"/>
                  </a:cubicBezTo>
                  <a:cubicBezTo>
                    <a:pt x="4" y="36"/>
                    <a:pt x="4" y="21"/>
                    <a:pt x="5" y="17"/>
                  </a:cubicBezTo>
                  <a:cubicBezTo>
                    <a:pt x="6" y="13"/>
                    <a:pt x="11" y="3"/>
                    <a:pt x="8" y="0"/>
                  </a:cubicBezTo>
                </a:path>
              </a:pathLst>
            </a:custGeom>
            <a:solidFill>
              <a:srgbClr val="7F7E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935" name="Freeform 714">
              <a:extLst>
                <a:ext uri="{FF2B5EF4-FFF2-40B4-BE49-F238E27FC236}">
                  <a16:creationId xmlns:a16="http://schemas.microsoft.com/office/drawing/2014/main" id="{9321EEDE-6C4B-47D5-B1E7-A767E1B6434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6" y="1474"/>
              <a:ext cx="24" cy="79"/>
            </a:xfrm>
            <a:custGeom>
              <a:avLst/>
              <a:gdLst>
                <a:gd name="T0" fmla="*/ 80 w 12"/>
                <a:gd name="T1" fmla="*/ 9 h 37"/>
                <a:gd name="T2" fmla="*/ 40 w 12"/>
                <a:gd name="T3" fmla="*/ 205 h 37"/>
                <a:gd name="T4" fmla="*/ 32 w 12"/>
                <a:gd name="T5" fmla="*/ 361 h 37"/>
                <a:gd name="T6" fmla="*/ 64 w 12"/>
                <a:gd name="T7" fmla="*/ 164 h 37"/>
                <a:gd name="T8" fmla="*/ 80 w 12"/>
                <a:gd name="T9" fmla="*/ 0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37">
                  <a:moveTo>
                    <a:pt x="10" y="1"/>
                  </a:moveTo>
                  <a:cubicBezTo>
                    <a:pt x="7" y="5"/>
                    <a:pt x="7" y="16"/>
                    <a:pt x="5" y="21"/>
                  </a:cubicBezTo>
                  <a:cubicBezTo>
                    <a:pt x="5" y="25"/>
                    <a:pt x="0" y="34"/>
                    <a:pt x="4" y="37"/>
                  </a:cubicBezTo>
                  <a:cubicBezTo>
                    <a:pt x="8" y="32"/>
                    <a:pt x="7" y="23"/>
                    <a:pt x="8" y="17"/>
                  </a:cubicBezTo>
                  <a:cubicBezTo>
                    <a:pt x="9" y="12"/>
                    <a:pt x="12" y="4"/>
                    <a:pt x="10" y="0"/>
                  </a:cubicBezTo>
                </a:path>
              </a:pathLst>
            </a:custGeom>
            <a:solidFill>
              <a:srgbClr val="7F7E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936" name="Freeform 715">
              <a:extLst>
                <a:ext uri="{FF2B5EF4-FFF2-40B4-BE49-F238E27FC236}">
                  <a16:creationId xmlns:a16="http://schemas.microsoft.com/office/drawing/2014/main" id="{93D81B9B-27FA-4264-9B84-51C00773C9E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9" y="1530"/>
              <a:ext cx="18" cy="77"/>
            </a:xfrm>
            <a:custGeom>
              <a:avLst/>
              <a:gdLst>
                <a:gd name="T0" fmla="*/ 56 w 9"/>
                <a:gd name="T1" fmla="*/ 9 h 36"/>
                <a:gd name="T2" fmla="*/ 8 w 9"/>
                <a:gd name="T3" fmla="*/ 353 h 36"/>
                <a:gd name="T4" fmla="*/ 56 w 9"/>
                <a:gd name="T5" fmla="*/ 165 h 36"/>
                <a:gd name="T6" fmla="*/ 72 w 9"/>
                <a:gd name="T7" fmla="*/ 0 h 3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36">
                  <a:moveTo>
                    <a:pt x="7" y="1"/>
                  </a:moveTo>
                  <a:cubicBezTo>
                    <a:pt x="4" y="12"/>
                    <a:pt x="0" y="25"/>
                    <a:pt x="1" y="36"/>
                  </a:cubicBezTo>
                  <a:cubicBezTo>
                    <a:pt x="7" y="36"/>
                    <a:pt x="6" y="22"/>
                    <a:pt x="7" y="17"/>
                  </a:cubicBezTo>
                  <a:cubicBezTo>
                    <a:pt x="8" y="12"/>
                    <a:pt x="9" y="6"/>
                    <a:pt x="9" y="0"/>
                  </a:cubicBezTo>
                </a:path>
              </a:pathLst>
            </a:custGeom>
            <a:solidFill>
              <a:srgbClr val="7F7E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937" name="Freeform 716">
              <a:extLst>
                <a:ext uri="{FF2B5EF4-FFF2-40B4-BE49-F238E27FC236}">
                  <a16:creationId xmlns:a16="http://schemas.microsoft.com/office/drawing/2014/main" id="{FBF96881-B89B-436E-BF7E-403452A44FF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5" y="1547"/>
              <a:ext cx="16" cy="36"/>
            </a:xfrm>
            <a:custGeom>
              <a:avLst/>
              <a:gdLst>
                <a:gd name="T0" fmla="*/ 64 w 8"/>
                <a:gd name="T1" fmla="*/ 17 h 17"/>
                <a:gd name="T2" fmla="*/ 0 w 8"/>
                <a:gd name="T3" fmla="*/ 76 h 17"/>
                <a:gd name="T4" fmla="*/ 64 w 8"/>
                <a:gd name="T5" fmla="*/ 112 h 17"/>
                <a:gd name="T6" fmla="*/ 56 w 8"/>
                <a:gd name="T7" fmla="*/ 0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17">
                  <a:moveTo>
                    <a:pt x="8" y="2"/>
                  </a:moveTo>
                  <a:cubicBezTo>
                    <a:pt x="4" y="0"/>
                    <a:pt x="0" y="2"/>
                    <a:pt x="0" y="8"/>
                  </a:cubicBezTo>
                  <a:cubicBezTo>
                    <a:pt x="0" y="12"/>
                    <a:pt x="5" y="17"/>
                    <a:pt x="8" y="12"/>
                  </a:cubicBezTo>
                  <a:cubicBezTo>
                    <a:pt x="0" y="12"/>
                    <a:pt x="5" y="3"/>
                    <a:pt x="7" y="0"/>
                  </a:cubicBezTo>
                </a:path>
              </a:pathLst>
            </a:custGeom>
            <a:solidFill>
              <a:srgbClr val="7F7E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938" name="Freeform 717">
              <a:extLst>
                <a:ext uri="{FF2B5EF4-FFF2-40B4-BE49-F238E27FC236}">
                  <a16:creationId xmlns:a16="http://schemas.microsoft.com/office/drawing/2014/main" id="{86577719-6FE9-40DE-AFE6-CEDD1E038EA2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5" y="1513"/>
              <a:ext cx="18" cy="62"/>
            </a:xfrm>
            <a:custGeom>
              <a:avLst/>
              <a:gdLst>
                <a:gd name="T0" fmla="*/ 0 w 9"/>
                <a:gd name="T1" fmla="*/ 19 h 29"/>
                <a:gd name="T2" fmla="*/ 72 w 9"/>
                <a:gd name="T3" fmla="*/ 284 h 29"/>
                <a:gd name="T4" fmla="*/ 8 w 9"/>
                <a:gd name="T5" fmla="*/ 19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29">
                  <a:moveTo>
                    <a:pt x="0" y="2"/>
                  </a:moveTo>
                  <a:cubicBezTo>
                    <a:pt x="6" y="10"/>
                    <a:pt x="5" y="20"/>
                    <a:pt x="9" y="29"/>
                  </a:cubicBezTo>
                  <a:cubicBezTo>
                    <a:pt x="7" y="25"/>
                    <a:pt x="6" y="0"/>
                    <a:pt x="1" y="2"/>
                  </a:cubicBezTo>
                </a:path>
              </a:pathLst>
            </a:custGeom>
            <a:solidFill>
              <a:srgbClr val="7F7E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939" name="Freeform 718">
              <a:extLst>
                <a:ext uri="{FF2B5EF4-FFF2-40B4-BE49-F238E27FC236}">
                  <a16:creationId xmlns:a16="http://schemas.microsoft.com/office/drawing/2014/main" id="{AA8FED77-1D71-45BE-B1F2-F9AF2394A6E2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8" y="1485"/>
              <a:ext cx="32" cy="73"/>
            </a:xfrm>
            <a:custGeom>
              <a:avLst/>
              <a:gdLst>
                <a:gd name="T0" fmla="*/ 0 w 16"/>
                <a:gd name="T1" fmla="*/ 41 h 34"/>
                <a:gd name="T2" fmla="*/ 56 w 16"/>
                <a:gd name="T3" fmla="*/ 208 h 34"/>
                <a:gd name="T4" fmla="*/ 88 w 16"/>
                <a:gd name="T5" fmla="*/ 337 h 34"/>
                <a:gd name="T6" fmla="*/ 80 w 16"/>
                <a:gd name="T7" fmla="*/ 157 h 34"/>
                <a:gd name="T8" fmla="*/ 0 w 16"/>
                <a:gd name="T9" fmla="*/ 41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34">
                  <a:moveTo>
                    <a:pt x="0" y="4"/>
                  </a:moveTo>
                  <a:cubicBezTo>
                    <a:pt x="2" y="10"/>
                    <a:pt x="5" y="15"/>
                    <a:pt x="7" y="21"/>
                  </a:cubicBezTo>
                  <a:cubicBezTo>
                    <a:pt x="8" y="25"/>
                    <a:pt x="9" y="31"/>
                    <a:pt x="11" y="34"/>
                  </a:cubicBezTo>
                  <a:cubicBezTo>
                    <a:pt x="16" y="29"/>
                    <a:pt x="12" y="22"/>
                    <a:pt x="10" y="16"/>
                  </a:cubicBezTo>
                  <a:cubicBezTo>
                    <a:pt x="8" y="13"/>
                    <a:pt x="5" y="0"/>
                    <a:pt x="0" y="4"/>
                  </a:cubicBezTo>
                </a:path>
              </a:pathLst>
            </a:custGeom>
            <a:solidFill>
              <a:srgbClr val="7F7E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940" name="Freeform 719">
              <a:extLst>
                <a:ext uri="{FF2B5EF4-FFF2-40B4-BE49-F238E27FC236}">
                  <a16:creationId xmlns:a16="http://schemas.microsoft.com/office/drawing/2014/main" id="{F06F7EA9-AAA2-42F9-A09C-C4ABEFDD9519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2" y="1459"/>
              <a:ext cx="30" cy="73"/>
            </a:xfrm>
            <a:custGeom>
              <a:avLst/>
              <a:gdLst>
                <a:gd name="T0" fmla="*/ 0 w 15"/>
                <a:gd name="T1" fmla="*/ 19 h 34"/>
                <a:gd name="T2" fmla="*/ 88 w 15"/>
                <a:gd name="T3" fmla="*/ 337 h 34"/>
                <a:gd name="T4" fmla="*/ 112 w 15"/>
                <a:gd name="T5" fmla="*/ 318 h 34"/>
                <a:gd name="T6" fmla="*/ 8 w 15"/>
                <a:gd name="T7" fmla="*/ 19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34">
                  <a:moveTo>
                    <a:pt x="0" y="2"/>
                  </a:moveTo>
                  <a:cubicBezTo>
                    <a:pt x="2" y="12"/>
                    <a:pt x="7" y="24"/>
                    <a:pt x="11" y="34"/>
                  </a:cubicBezTo>
                  <a:cubicBezTo>
                    <a:pt x="11" y="34"/>
                    <a:pt x="13" y="33"/>
                    <a:pt x="14" y="32"/>
                  </a:cubicBezTo>
                  <a:cubicBezTo>
                    <a:pt x="15" y="27"/>
                    <a:pt x="5" y="0"/>
                    <a:pt x="1" y="2"/>
                  </a:cubicBezTo>
                </a:path>
              </a:pathLst>
            </a:custGeom>
            <a:solidFill>
              <a:srgbClr val="7F7E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941" name="Freeform 720">
              <a:extLst>
                <a:ext uri="{FF2B5EF4-FFF2-40B4-BE49-F238E27FC236}">
                  <a16:creationId xmlns:a16="http://schemas.microsoft.com/office/drawing/2014/main" id="{FBA9A651-727C-4122-869D-297B6863859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2" y="1596"/>
              <a:ext cx="158" cy="37"/>
            </a:xfrm>
            <a:custGeom>
              <a:avLst/>
              <a:gdLst>
                <a:gd name="T0" fmla="*/ 0 w 79"/>
                <a:gd name="T1" fmla="*/ 133 h 17"/>
                <a:gd name="T2" fmla="*/ 0 w 79"/>
                <a:gd name="T3" fmla="*/ 133 h 17"/>
                <a:gd name="T4" fmla="*/ 64 w 79"/>
                <a:gd name="T5" fmla="*/ 133 h 17"/>
                <a:gd name="T6" fmla="*/ 136 w 79"/>
                <a:gd name="T7" fmla="*/ 124 h 17"/>
                <a:gd name="T8" fmla="*/ 256 w 79"/>
                <a:gd name="T9" fmla="*/ 104 h 17"/>
                <a:gd name="T10" fmla="*/ 496 w 79"/>
                <a:gd name="T11" fmla="*/ 52 h 17"/>
                <a:gd name="T12" fmla="*/ 576 w 79"/>
                <a:gd name="T13" fmla="*/ 9 h 17"/>
                <a:gd name="T14" fmla="*/ 616 w 79"/>
                <a:gd name="T15" fmla="*/ 0 h 17"/>
                <a:gd name="T16" fmla="*/ 624 w 79"/>
                <a:gd name="T17" fmla="*/ 33 h 17"/>
                <a:gd name="T18" fmla="*/ 544 w 79"/>
                <a:gd name="T19" fmla="*/ 72 h 17"/>
                <a:gd name="T20" fmla="*/ 440 w 79"/>
                <a:gd name="T21" fmla="*/ 113 h 17"/>
                <a:gd name="T22" fmla="*/ 360 w 79"/>
                <a:gd name="T23" fmla="*/ 133 h 17"/>
                <a:gd name="T24" fmla="*/ 280 w 79"/>
                <a:gd name="T25" fmla="*/ 157 h 17"/>
                <a:gd name="T26" fmla="*/ 120 w 79"/>
                <a:gd name="T27" fmla="*/ 165 h 17"/>
                <a:gd name="T28" fmla="*/ 40 w 79"/>
                <a:gd name="T29" fmla="*/ 165 h 17"/>
                <a:gd name="T30" fmla="*/ 0 w 79"/>
                <a:gd name="T31" fmla="*/ 133 h 17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79" h="17">
                  <a:moveTo>
                    <a:pt x="0" y="13"/>
                  </a:moveTo>
                  <a:cubicBezTo>
                    <a:pt x="0" y="14"/>
                    <a:pt x="0" y="13"/>
                    <a:pt x="0" y="13"/>
                  </a:cubicBezTo>
                  <a:cubicBezTo>
                    <a:pt x="3" y="14"/>
                    <a:pt x="6" y="13"/>
                    <a:pt x="8" y="13"/>
                  </a:cubicBezTo>
                  <a:cubicBezTo>
                    <a:pt x="11" y="13"/>
                    <a:pt x="14" y="12"/>
                    <a:pt x="17" y="12"/>
                  </a:cubicBezTo>
                  <a:cubicBezTo>
                    <a:pt x="22" y="12"/>
                    <a:pt x="27" y="11"/>
                    <a:pt x="32" y="10"/>
                  </a:cubicBezTo>
                  <a:cubicBezTo>
                    <a:pt x="42" y="9"/>
                    <a:pt x="52" y="7"/>
                    <a:pt x="62" y="5"/>
                  </a:cubicBezTo>
                  <a:cubicBezTo>
                    <a:pt x="65" y="4"/>
                    <a:pt x="69" y="2"/>
                    <a:pt x="72" y="1"/>
                  </a:cubicBezTo>
                  <a:cubicBezTo>
                    <a:pt x="74" y="1"/>
                    <a:pt x="76" y="0"/>
                    <a:pt x="77" y="0"/>
                  </a:cubicBezTo>
                  <a:cubicBezTo>
                    <a:pt x="79" y="0"/>
                    <a:pt x="79" y="2"/>
                    <a:pt x="78" y="3"/>
                  </a:cubicBezTo>
                  <a:cubicBezTo>
                    <a:pt x="76" y="5"/>
                    <a:pt x="71" y="6"/>
                    <a:pt x="68" y="7"/>
                  </a:cubicBezTo>
                  <a:cubicBezTo>
                    <a:pt x="64" y="8"/>
                    <a:pt x="60" y="10"/>
                    <a:pt x="55" y="11"/>
                  </a:cubicBezTo>
                  <a:cubicBezTo>
                    <a:pt x="52" y="12"/>
                    <a:pt x="48" y="13"/>
                    <a:pt x="45" y="13"/>
                  </a:cubicBezTo>
                  <a:cubicBezTo>
                    <a:pt x="42" y="14"/>
                    <a:pt x="38" y="14"/>
                    <a:pt x="35" y="15"/>
                  </a:cubicBezTo>
                  <a:cubicBezTo>
                    <a:pt x="29" y="16"/>
                    <a:pt x="22" y="16"/>
                    <a:pt x="15" y="16"/>
                  </a:cubicBezTo>
                  <a:cubicBezTo>
                    <a:pt x="12" y="16"/>
                    <a:pt x="8" y="17"/>
                    <a:pt x="5" y="16"/>
                  </a:cubicBezTo>
                  <a:cubicBezTo>
                    <a:pt x="3" y="16"/>
                    <a:pt x="2" y="14"/>
                    <a:pt x="0" y="13"/>
                  </a:cubicBezTo>
                </a:path>
              </a:pathLst>
            </a:custGeom>
            <a:solidFill>
              <a:srgbClr val="7F7E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942" name="Freeform 721">
              <a:extLst>
                <a:ext uri="{FF2B5EF4-FFF2-40B4-BE49-F238E27FC236}">
                  <a16:creationId xmlns:a16="http://schemas.microsoft.com/office/drawing/2014/main" id="{72421E2F-FF90-408E-8C91-3FD1D698DC2F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8" y="1618"/>
              <a:ext cx="10" cy="12"/>
            </a:xfrm>
            <a:custGeom>
              <a:avLst/>
              <a:gdLst>
                <a:gd name="T0" fmla="*/ 24 w 5"/>
                <a:gd name="T1" fmla="*/ 8 h 6"/>
                <a:gd name="T2" fmla="*/ 8 w 5"/>
                <a:gd name="T3" fmla="*/ 40 h 6"/>
                <a:gd name="T4" fmla="*/ 32 w 5"/>
                <a:gd name="T5" fmla="*/ 8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6">
                  <a:moveTo>
                    <a:pt x="3" y="1"/>
                  </a:moveTo>
                  <a:cubicBezTo>
                    <a:pt x="1" y="0"/>
                    <a:pt x="0" y="4"/>
                    <a:pt x="1" y="5"/>
                  </a:cubicBezTo>
                  <a:cubicBezTo>
                    <a:pt x="3" y="6"/>
                    <a:pt x="5" y="2"/>
                    <a:pt x="4" y="1"/>
                  </a:cubicBezTo>
                </a:path>
              </a:pathLst>
            </a:custGeom>
            <a:solidFill>
              <a:srgbClr val="7F7E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943" name="Freeform 722">
              <a:extLst>
                <a:ext uri="{FF2B5EF4-FFF2-40B4-BE49-F238E27FC236}">
                  <a16:creationId xmlns:a16="http://schemas.microsoft.com/office/drawing/2014/main" id="{D9DCF460-4CDA-4C85-A3CC-560DEA703A5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9" y="1592"/>
              <a:ext cx="119" cy="105"/>
            </a:xfrm>
            <a:custGeom>
              <a:avLst/>
              <a:gdLst>
                <a:gd name="T0" fmla="*/ 24 w 59"/>
                <a:gd name="T1" fmla="*/ 0 h 49"/>
                <a:gd name="T2" fmla="*/ 113 w 59"/>
                <a:gd name="T3" fmla="*/ 156 h 49"/>
                <a:gd name="T4" fmla="*/ 220 w 59"/>
                <a:gd name="T5" fmla="*/ 285 h 49"/>
                <a:gd name="T6" fmla="*/ 353 w 59"/>
                <a:gd name="T7" fmla="*/ 386 h 49"/>
                <a:gd name="T8" fmla="*/ 420 w 59"/>
                <a:gd name="T9" fmla="*/ 441 h 49"/>
                <a:gd name="T10" fmla="*/ 484 w 59"/>
                <a:gd name="T11" fmla="*/ 474 h 49"/>
                <a:gd name="T12" fmla="*/ 280 w 59"/>
                <a:gd name="T13" fmla="*/ 373 h 49"/>
                <a:gd name="T14" fmla="*/ 123 w 59"/>
                <a:gd name="T15" fmla="*/ 225 h 49"/>
                <a:gd name="T16" fmla="*/ 48 w 59"/>
                <a:gd name="T17" fmla="*/ 109 h 49"/>
                <a:gd name="T18" fmla="*/ 0 w 59"/>
                <a:gd name="T19" fmla="*/ 9 h 49"/>
                <a:gd name="T20" fmla="*/ 32 w 59"/>
                <a:gd name="T21" fmla="*/ 0 h 4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9" h="49">
                  <a:moveTo>
                    <a:pt x="3" y="0"/>
                  </a:moveTo>
                  <a:cubicBezTo>
                    <a:pt x="7" y="5"/>
                    <a:pt x="10" y="11"/>
                    <a:pt x="14" y="16"/>
                  </a:cubicBezTo>
                  <a:cubicBezTo>
                    <a:pt x="18" y="21"/>
                    <a:pt x="23" y="25"/>
                    <a:pt x="27" y="29"/>
                  </a:cubicBezTo>
                  <a:cubicBezTo>
                    <a:pt x="32" y="33"/>
                    <a:pt x="37" y="36"/>
                    <a:pt x="43" y="39"/>
                  </a:cubicBezTo>
                  <a:cubicBezTo>
                    <a:pt x="46" y="41"/>
                    <a:pt x="48" y="43"/>
                    <a:pt x="51" y="45"/>
                  </a:cubicBezTo>
                  <a:cubicBezTo>
                    <a:pt x="54" y="46"/>
                    <a:pt x="57" y="46"/>
                    <a:pt x="59" y="48"/>
                  </a:cubicBezTo>
                  <a:cubicBezTo>
                    <a:pt x="50" y="49"/>
                    <a:pt x="41" y="42"/>
                    <a:pt x="34" y="38"/>
                  </a:cubicBezTo>
                  <a:cubicBezTo>
                    <a:pt x="27" y="35"/>
                    <a:pt x="20" y="29"/>
                    <a:pt x="15" y="23"/>
                  </a:cubicBezTo>
                  <a:cubicBezTo>
                    <a:pt x="12" y="19"/>
                    <a:pt x="9" y="15"/>
                    <a:pt x="6" y="11"/>
                  </a:cubicBezTo>
                  <a:cubicBezTo>
                    <a:pt x="4" y="8"/>
                    <a:pt x="0" y="4"/>
                    <a:pt x="0" y="1"/>
                  </a:cubicBezTo>
                  <a:cubicBezTo>
                    <a:pt x="1" y="1"/>
                    <a:pt x="3" y="0"/>
                    <a:pt x="4" y="0"/>
                  </a:cubicBezTo>
                </a:path>
              </a:pathLst>
            </a:custGeom>
            <a:solidFill>
              <a:srgbClr val="7F7E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944" name="Freeform 723">
              <a:extLst>
                <a:ext uri="{FF2B5EF4-FFF2-40B4-BE49-F238E27FC236}">
                  <a16:creationId xmlns:a16="http://schemas.microsoft.com/office/drawing/2014/main" id="{633934C4-DC51-4620-8212-375968BBB97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1" y="1603"/>
              <a:ext cx="18" cy="136"/>
            </a:xfrm>
            <a:custGeom>
              <a:avLst/>
              <a:gdLst>
                <a:gd name="T0" fmla="*/ 56 w 9"/>
                <a:gd name="T1" fmla="*/ 9 h 64"/>
                <a:gd name="T2" fmla="*/ 24 w 9"/>
                <a:gd name="T3" fmla="*/ 136 h 64"/>
                <a:gd name="T4" fmla="*/ 24 w 9"/>
                <a:gd name="T5" fmla="*/ 308 h 64"/>
                <a:gd name="T6" fmla="*/ 40 w 9"/>
                <a:gd name="T7" fmla="*/ 461 h 64"/>
                <a:gd name="T8" fmla="*/ 40 w 9"/>
                <a:gd name="T9" fmla="*/ 614 h 64"/>
                <a:gd name="T10" fmla="*/ 16 w 9"/>
                <a:gd name="T11" fmla="*/ 402 h 64"/>
                <a:gd name="T12" fmla="*/ 0 w 9"/>
                <a:gd name="T13" fmla="*/ 181 h 64"/>
                <a:gd name="T14" fmla="*/ 72 w 9"/>
                <a:gd name="T15" fmla="*/ 0 h 6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" h="64">
                  <a:moveTo>
                    <a:pt x="7" y="1"/>
                  </a:moveTo>
                  <a:cubicBezTo>
                    <a:pt x="4" y="3"/>
                    <a:pt x="4" y="10"/>
                    <a:pt x="3" y="14"/>
                  </a:cubicBezTo>
                  <a:cubicBezTo>
                    <a:pt x="2" y="20"/>
                    <a:pt x="2" y="26"/>
                    <a:pt x="3" y="32"/>
                  </a:cubicBezTo>
                  <a:cubicBezTo>
                    <a:pt x="3" y="38"/>
                    <a:pt x="5" y="43"/>
                    <a:pt x="5" y="48"/>
                  </a:cubicBezTo>
                  <a:cubicBezTo>
                    <a:pt x="6" y="53"/>
                    <a:pt x="7" y="60"/>
                    <a:pt x="5" y="64"/>
                  </a:cubicBezTo>
                  <a:cubicBezTo>
                    <a:pt x="3" y="57"/>
                    <a:pt x="3" y="49"/>
                    <a:pt x="2" y="42"/>
                  </a:cubicBezTo>
                  <a:cubicBezTo>
                    <a:pt x="2" y="34"/>
                    <a:pt x="0" y="27"/>
                    <a:pt x="0" y="19"/>
                  </a:cubicBezTo>
                  <a:cubicBezTo>
                    <a:pt x="0" y="13"/>
                    <a:pt x="2" y="3"/>
                    <a:pt x="9" y="0"/>
                  </a:cubicBezTo>
                </a:path>
              </a:pathLst>
            </a:custGeom>
            <a:solidFill>
              <a:srgbClr val="7F7E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945" name="Freeform 724">
              <a:extLst>
                <a:ext uri="{FF2B5EF4-FFF2-40B4-BE49-F238E27FC236}">
                  <a16:creationId xmlns:a16="http://schemas.microsoft.com/office/drawing/2014/main" id="{62918B10-DA9D-4E97-A6DB-16B5822729B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4" y="2619"/>
              <a:ext cx="241" cy="165"/>
            </a:xfrm>
            <a:custGeom>
              <a:avLst/>
              <a:gdLst>
                <a:gd name="T0" fmla="*/ 0 w 120"/>
                <a:gd name="T1" fmla="*/ 0 h 77"/>
                <a:gd name="T2" fmla="*/ 452 w 120"/>
                <a:gd name="T3" fmla="*/ 542 h 77"/>
                <a:gd name="T4" fmla="*/ 972 w 120"/>
                <a:gd name="T5" fmla="*/ 759 h 77"/>
                <a:gd name="T6" fmla="*/ 0 w 120"/>
                <a:gd name="T7" fmla="*/ 51 h 7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0" h="77">
                  <a:moveTo>
                    <a:pt x="0" y="0"/>
                  </a:moveTo>
                  <a:cubicBezTo>
                    <a:pt x="7" y="22"/>
                    <a:pt x="37" y="44"/>
                    <a:pt x="56" y="55"/>
                  </a:cubicBezTo>
                  <a:cubicBezTo>
                    <a:pt x="76" y="66"/>
                    <a:pt x="100" y="65"/>
                    <a:pt x="120" y="77"/>
                  </a:cubicBezTo>
                  <a:cubicBezTo>
                    <a:pt x="66" y="72"/>
                    <a:pt x="14" y="64"/>
                    <a:pt x="0" y="5"/>
                  </a:cubicBezTo>
                </a:path>
              </a:pathLst>
            </a:custGeom>
            <a:solidFill>
              <a:srgbClr val="7F7E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946" name="Freeform 725">
              <a:extLst>
                <a:ext uri="{FF2B5EF4-FFF2-40B4-BE49-F238E27FC236}">
                  <a16:creationId xmlns:a16="http://schemas.microsoft.com/office/drawing/2014/main" id="{8316AABB-B0DB-4EE5-B405-E4F39317A6C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5" y="2848"/>
              <a:ext cx="152" cy="137"/>
            </a:xfrm>
            <a:custGeom>
              <a:avLst/>
              <a:gdLst>
                <a:gd name="T0" fmla="*/ 16 w 76"/>
                <a:gd name="T1" fmla="*/ 381 h 64"/>
                <a:gd name="T2" fmla="*/ 592 w 76"/>
                <a:gd name="T3" fmla="*/ 0 h 64"/>
                <a:gd name="T4" fmla="*/ 0 w 76"/>
                <a:gd name="T5" fmla="*/ 441 h 6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6" h="64">
                  <a:moveTo>
                    <a:pt x="2" y="39"/>
                  </a:moveTo>
                  <a:cubicBezTo>
                    <a:pt x="27" y="49"/>
                    <a:pt x="60" y="20"/>
                    <a:pt x="74" y="0"/>
                  </a:cubicBezTo>
                  <a:cubicBezTo>
                    <a:pt x="76" y="27"/>
                    <a:pt x="22" y="64"/>
                    <a:pt x="0" y="45"/>
                  </a:cubicBezTo>
                </a:path>
              </a:pathLst>
            </a:custGeom>
            <a:solidFill>
              <a:srgbClr val="7F7E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947" name="Freeform 726">
              <a:extLst>
                <a:ext uri="{FF2B5EF4-FFF2-40B4-BE49-F238E27FC236}">
                  <a16:creationId xmlns:a16="http://schemas.microsoft.com/office/drawing/2014/main" id="{70B7528C-ED66-4198-BDFE-D949874E8E9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3" y="2653"/>
              <a:ext cx="183" cy="223"/>
            </a:xfrm>
            <a:custGeom>
              <a:avLst/>
              <a:gdLst>
                <a:gd name="T0" fmla="*/ 0 w 91"/>
                <a:gd name="T1" fmla="*/ 0 h 104"/>
                <a:gd name="T2" fmla="*/ 416 w 91"/>
                <a:gd name="T3" fmla="*/ 433 h 104"/>
                <a:gd name="T4" fmla="*/ 740 w 91"/>
                <a:gd name="T5" fmla="*/ 1025 h 104"/>
                <a:gd name="T6" fmla="*/ 308 w 91"/>
                <a:gd name="T7" fmla="*/ 474 h 104"/>
                <a:gd name="T8" fmla="*/ 16 w 91"/>
                <a:gd name="T9" fmla="*/ 0 h 10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1" h="104">
                  <a:moveTo>
                    <a:pt x="0" y="0"/>
                  </a:moveTo>
                  <a:cubicBezTo>
                    <a:pt x="10" y="20"/>
                    <a:pt x="35" y="31"/>
                    <a:pt x="51" y="44"/>
                  </a:cubicBezTo>
                  <a:cubicBezTo>
                    <a:pt x="74" y="62"/>
                    <a:pt x="77" y="83"/>
                    <a:pt x="91" y="104"/>
                  </a:cubicBezTo>
                  <a:cubicBezTo>
                    <a:pt x="71" y="91"/>
                    <a:pt x="55" y="66"/>
                    <a:pt x="38" y="48"/>
                  </a:cubicBezTo>
                  <a:cubicBezTo>
                    <a:pt x="24" y="33"/>
                    <a:pt x="15" y="16"/>
                    <a:pt x="2" y="0"/>
                  </a:cubicBezTo>
                </a:path>
              </a:pathLst>
            </a:custGeom>
            <a:solidFill>
              <a:srgbClr val="7F7E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948" name="Freeform 727">
              <a:extLst>
                <a:ext uri="{FF2B5EF4-FFF2-40B4-BE49-F238E27FC236}">
                  <a16:creationId xmlns:a16="http://schemas.microsoft.com/office/drawing/2014/main" id="{2D6EB702-9BDF-4A52-AAFA-F5D4CC44AE7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1" y="2683"/>
              <a:ext cx="131" cy="79"/>
            </a:xfrm>
            <a:custGeom>
              <a:avLst/>
              <a:gdLst>
                <a:gd name="T0" fmla="*/ 0 w 65"/>
                <a:gd name="T1" fmla="*/ 0 h 37"/>
                <a:gd name="T2" fmla="*/ 532 w 65"/>
                <a:gd name="T3" fmla="*/ 350 h 37"/>
                <a:gd name="T4" fmla="*/ 48 w 65"/>
                <a:gd name="T5" fmla="*/ 60 h 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5" h="37">
                  <a:moveTo>
                    <a:pt x="0" y="0"/>
                  </a:moveTo>
                  <a:cubicBezTo>
                    <a:pt x="15" y="16"/>
                    <a:pt x="42" y="37"/>
                    <a:pt x="65" y="36"/>
                  </a:cubicBezTo>
                  <a:cubicBezTo>
                    <a:pt x="47" y="26"/>
                    <a:pt x="23" y="15"/>
                    <a:pt x="6" y="6"/>
                  </a:cubicBezTo>
                </a:path>
              </a:pathLst>
            </a:custGeom>
            <a:solidFill>
              <a:srgbClr val="7F7E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949" name="Freeform 728">
              <a:extLst>
                <a:ext uri="{FF2B5EF4-FFF2-40B4-BE49-F238E27FC236}">
                  <a16:creationId xmlns:a16="http://schemas.microsoft.com/office/drawing/2014/main" id="{78A13D3F-7378-4C95-BB4A-10073D446FA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3" y="1872"/>
              <a:ext cx="104" cy="706"/>
            </a:xfrm>
            <a:custGeom>
              <a:avLst/>
              <a:gdLst>
                <a:gd name="T0" fmla="*/ 56 w 52"/>
                <a:gd name="T1" fmla="*/ 28 h 330"/>
                <a:gd name="T2" fmla="*/ 304 w 52"/>
                <a:gd name="T3" fmla="*/ 128 h 330"/>
                <a:gd name="T4" fmla="*/ 408 w 52"/>
                <a:gd name="T5" fmla="*/ 362 h 330"/>
                <a:gd name="T6" fmla="*/ 352 w 52"/>
                <a:gd name="T7" fmla="*/ 1136 h 330"/>
                <a:gd name="T8" fmla="*/ 280 w 52"/>
                <a:gd name="T9" fmla="*/ 2723 h 330"/>
                <a:gd name="T10" fmla="*/ 256 w 52"/>
                <a:gd name="T11" fmla="*/ 3230 h 330"/>
                <a:gd name="T12" fmla="*/ 224 w 52"/>
                <a:gd name="T13" fmla="*/ 2664 h 330"/>
                <a:gd name="T14" fmla="*/ 248 w 52"/>
                <a:gd name="T15" fmla="*/ 1968 h 330"/>
                <a:gd name="T16" fmla="*/ 208 w 52"/>
                <a:gd name="T17" fmla="*/ 1487 h 330"/>
                <a:gd name="T18" fmla="*/ 232 w 52"/>
                <a:gd name="T19" fmla="*/ 1153 h 330"/>
                <a:gd name="T20" fmla="*/ 152 w 52"/>
                <a:gd name="T21" fmla="*/ 843 h 330"/>
                <a:gd name="T22" fmla="*/ 120 w 52"/>
                <a:gd name="T23" fmla="*/ 490 h 330"/>
                <a:gd name="T24" fmla="*/ 72 w 52"/>
                <a:gd name="T25" fmla="*/ 394 h 330"/>
                <a:gd name="T26" fmla="*/ 72 w 52"/>
                <a:gd name="T27" fmla="*/ 242 h 330"/>
                <a:gd name="T28" fmla="*/ 8 w 52"/>
                <a:gd name="T29" fmla="*/ 28 h 33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52" h="330">
                  <a:moveTo>
                    <a:pt x="7" y="3"/>
                  </a:moveTo>
                  <a:cubicBezTo>
                    <a:pt x="11" y="0"/>
                    <a:pt x="31" y="9"/>
                    <a:pt x="38" y="13"/>
                  </a:cubicBezTo>
                  <a:cubicBezTo>
                    <a:pt x="48" y="20"/>
                    <a:pt x="50" y="23"/>
                    <a:pt x="51" y="37"/>
                  </a:cubicBezTo>
                  <a:cubicBezTo>
                    <a:pt x="52" y="63"/>
                    <a:pt x="48" y="91"/>
                    <a:pt x="44" y="116"/>
                  </a:cubicBezTo>
                  <a:cubicBezTo>
                    <a:pt x="37" y="169"/>
                    <a:pt x="42" y="225"/>
                    <a:pt x="35" y="278"/>
                  </a:cubicBezTo>
                  <a:cubicBezTo>
                    <a:pt x="33" y="294"/>
                    <a:pt x="32" y="315"/>
                    <a:pt x="32" y="330"/>
                  </a:cubicBezTo>
                  <a:cubicBezTo>
                    <a:pt x="25" y="312"/>
                    <a:pt x="27" y="291"/>
                    <a:pt x="28" y="272"/>
                  </a:cubicBezTo>
                  <a:cubicBezTo>
                    <a:pt x="29" y="248"/>
                    <a:pt x="30" y="225"/>
                    <a:pt x="31" y="201"/>
                  </a:cubicBezTo>
                  <a:cubicBezTo>
                    <a:pt x="32" y="183"/>
                    <a:pt x="27" y="168"/>
                    <a:pt x="26" y="152"/>
                  </a:cubicBezTo>
                  <a:cubicBezTo>
                    <a:pt x="25" y="139"/>
                    <a:pt x="33" y="131"/>
                    <a:pt x="29" y="118"/>
                  </a:cubicBezTo>
                  <a:cubicBezTo>
                    <a:pt x="27" y="107"/>
                    <a:pt x="20" y="98"/>
                    <a:pt x="19" y="86"/>
                  </a:cubicBezTo>
                  <a:cubicBezTo>
                    <a:pt x="18" y="73"/>
                    <a:pt x="20" y="62"/>
                    <a:pt x="15" y="50"/>
                  </a:cubicBezTo>
                  <a:cubicBezTo>
                    <a:pt x="14" y="46"/>
                    <a:pt x="10" y="44"/>
                    <a:pt x="9" y="40"/>
                  </a:cubicBezTo>
                  <a:cubicBezTo>
                    <a:pt x="8" y="37"/>
                    <a:pt x="10" y="30"/>
                    <a:pt x="9" y="25"/>
                  </a:cubicBezTo>
                  <a:cubicBezTo>
                    <a:pt x="7" y="17"/>
                    <a:pt x="0" y="11"/>
                    <a:pt x="1" y="3"/>
                  </a:cubicBezTo>
                </a:path>
              </a:pathLst>
            </a:custGeom>
            <a:solidFill>
              <a:srgbClr val="6666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950" name="Freeform 729">
              <a:extLst>
                <a:ext uri="{FF2B5EF4-FFF2-40B4-BE49-F238E27FC236}">
                  <a16:creationId xmlns:a16="http://schemas.microsoft.com/office/drawing/2014/main" id="{C1948A96-D897-4889-B1AE-A5D4AD3ED80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7" y="1590"/>
              <a:ext cx="116" cy="301"/>
            </a:xfrm>
            <a:custGeom>
              <a:avLst/>
              <a:gdLst>
                <a:gd name="T0" fmla="*/ 136 w 58"/>
                <a:gd name="T1" fmla="*/ 88 h 141"/>
                <a:gd name="T2" fmla="*/ 88 w 58"/>
                <a:gd name="T3" fmla="*/ 719 h 141"/>
                <a:gd name="T4" fmla="*/ 80 w 58"/>
                <a:gd name="T5" fmla="*/ 1040 h 141"/>
                <a:gd name="T6" fmla="*/ 40 w 58"/>
                <a:gd name="T7" fmla="*/ 1373 h 141"/>
                <a:gd name="T8" fmla="*/ 288 w 58"/>
                <a:gd name="T9" fmla="*/ 478 h 141"/>
                <a:gd name="T10" fmla="*/ 408 w 58"/>
                <a:gd name="T11" fmla="*/ 60 h 141"/>
                <a:gd name="T12" fmla="*/ 144 w 58"/>
                <a:gd name="T13" fmla="*/ 128 h 14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8" h="141">
                  <a:moveTo>
                    <a:pt x="17" y="9"/>
                  </a:moveTo>
                  <a:cubicBezTo>
                    <a:pt x="1" y="13"/>
                    <a:pt x="11" y="61"/>
                    <a:pt x="11" y="74"/>
                  </a:cubicBezTo>
                  <a:cubicBezTo>
                    <a:pt x="12" y="85"/>
                    <a:pt x="13" y="95"/>
                    <a:pt x="10" y="107"/>
                  </a:cubicBezTo>
                  <a:cubicBezTo>
                    <a:pt x="8" y="117"/>
                    <a:pt x="0" y="130"/>
                    <a:pt x="5" y="141"/>
                  </a:cubicBezTo>
                  <a:cubicBezTo>
                    <a:pt x="11" y="107"/>
                    <a:pt x="19" y="78"/>
                    <a:pt x="36" y="49"/>
                  </a:cubicBezTo>
                  <a:cubicBezTo>
                    <a:pt x="40" y="42"/>
                    <a:pt x="58" y="13"/>
                    <a:pt x="51" y="6"/>
                  </a:cubicBezTo>
                  <a:cubicBezTo>
                    <a:pt x="46" y="0"/>
                    <a:pt x="24" y="10"/>
                    <a:pt x="18" y="13"/>
                  </a:cubicBezTo>
                </a:path>
              </a:pathLst>
            </a:custGeom>
            <a:solidFill>
              <a:srgbClr val="6666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951" name="Freeform 730">
              <a:extLst>
                <a:ext uri="{FF2B5EF4-FFF2-40B4-BE49-F238E27FC236}">
                  <a16:creationId xmlns:a16="http://schemas.microsoft.com/office/drawing/2014/main" id="{372635A2-F6D6-4CAC-90FF-A78D5E562E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2" y="1654"/>
              <a:ext cx="128" cy="51"/>
            </a:xfrm>
            <a:custGeom>
              <a:avLst/>
              <a:gdLst>
                <a:gd name="T0" fmla="*/ 0 w 64"/>
                <a:gd name="T1" fmla="*/ 0 h 24"/>
                <a:gd name="T2" fmla="*/ 136 w 64"/>
                <a:gd name="T3" fmla="*/ 85 h 24"/>
                <a:gd name="T4" fmla="*/ 264 w 64"/>
                <a:gd name="T5" fmla="*/ 153 h 24"/>
                <a:gd name="T6" fmla="*/ 512 w 64"/>
                <a:gd name="T7" fmla="*/ 230 h 24"/>
                <a:gd name="T8" fmla="*/ 456 w 64"/>
                <a:gd name="T9" fmla="*/ 77 h 24"/>
                <a:gd name="T10" fmla="*/ 304 w 64"/>
                <a:gd name="T11" fmla="*/ 19 h 24"/>
                <a:gd name="T12" fmla="*/ 112 w 64"/>
                <a:gd name="T13" fmla="*/ 9 h 24"/>
                <a:gd name="T14" fmla="*/ 16 w 64"/>
                <a:gd name="T15" fmla="*/ 9 h 2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4" h="24">
                  <a:moveTo>
                    <a:pt x="0" y="0"/>
                  </a:moveTo>
                  <a:cubicBezTo>
                    <a:pt x="6" y="2"/>
                    <a:pt x="11" y="6"/>
                    <a:pt x="17" y="9"/>
                  </a:cubicBezTo>
                  <a:cubicBezTo>
                    <a:pt x="23" y="12"/>
                    <a:pt x="28" y="13"/>
                    <a:pt x="33" y="16"/>
                  </a:cubicBezTo>
                  <a:cubicBezTo>
                    <a:pt x="43" y="19"/>
                    <a:pt x="53" y="24"/>
                    <a:pt x="64" y="24"/>
                  </a:cubicBezTo>
                  <a:cubicBezTo>
                    <a:pt x="62" y="19"/>
                    <a:pt x="60" y="12"/>
                    <a:pt x="57" y="8"/>
                  </a:cubicBezTo>
                  <a:cubicBezTo>
                    <a:pt x="54" y="2"/>
                    <a:pt x="44" y="2"/>
                    <a:pt x="38" y="2"/>
                  </a:cubicBezTo>
                  <a:cubicBezTo>
                    <a:pt x="30" y="2"/>
                    <a:pt x="22" y="1"/>
                    <a:pt x="14" y="1"/>
                  </a:cubicBezTo>
                  <a:cubicBezTo>
                    <a:pt x="10" y="2"/>
                    <a:pt x="6" y="1"/>
                    <a:pt x="2" y="1"/>
                  </a:cubicBezTo>
                </a:path>
              </a:pathLst>
            </a:custGeom>
            <a:solidFill>
              <a:srgbClr val="6666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952" name="Freeform 731">
              <a:extLst>
                <a:ext uri="{FF2B5EF4-FFF2-40B4-BE49-F238E27FC236}">
                  <a16:creationId xmlns:a16="http://schemas.microsoft.com/office/drawing/2014/main" id="{C10268B3-890F-4295-88FB-BA20402D3AA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4" y="1618"/>
              <a:ext cx="152" cy="151"/>
            </a:xfrm>
            <a:custGeom>
              <a:avLst/>
              <a:gdLst>
                <a:gd name="T0" fmla="*/ 8 w 76"/>
                <a:gd name="T1" fmla="*/ 683 h 71"/>
                <a:gd name="T2" fmla="*/ 136 w 76"/>
                <a:gd name="T3" fmla="*/ 615 h 71"/>
                <a:gd name="T4" fmla="*/ 256 w 76"/>
                <a:gd name="T5" fmla="*/ 538 h 71"/>
                <a:gd name="T6" fmla="*/ 400 w 76"/>
                <a:gd name="T7" fmla="*/ 385 h 71"/>
                <a:gd name="T8" fmla="*/ 536 w 76"/>
                <a:gd name="T9" fmla="*/ 181 h 71"/>
                <a:gd name="T10" fmla="*/ 600 w 76"/>
                <a:gd name="T11" fmla="*/ 0 h 71"/>
                <a:gd name="T12" fmla="*/ 504 w 76"/>
                <a:gd name="T13" fmla="*/ 85 h 71"/>
                <a:gd name="T14" fmla="*/ 368 w 76"/>
                <a:gd name="T15" fmla="*/ 221 h 71"/>
                <a:gd name="T16" fmla="*/ 216 w 76"/>
                <a:gd name="T17" fmla="*/ 357 h 71"/>
                <a:gd name="T18" fmla="*/ 112 w 76"/>
                <a:gd name="T19" fmla="*/ 442 h 71"/>
                <a:gd name="T20" fmla="*/ 0 w 76"/>
                <a:gd name="T21" fmla="*/ 683 h 7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6" h="71">
                  <a:moveTo>
                    <a:pt x="1" y="71"/>
                  </a:moveTo>
                  <a:cubicBezTo>
                    <a:pt x="7" y="70"/>
                    <a:pt x="12" y="66"/>
                    <a:pt x="17" y="64"/>
                  </a:cubicBezTo>
                  <a:cubicBezTo>
                    <a:pt x="22" y="62"/>
                    <a:pt x="27" y="59"/>
                    <a:pt x="32" y="56"/>
                  </a:cubicBezTo>
                  <a:cubicBezTo>
                    <a:pt x="39" y="52"/>
                    <a:pt x="44" y="46"/>
                    <a:pt x="50" y="40"/>
                  </a:cubicBezTo>
                  <a:cubicBezTo>
                    <a:pt x="57" y="34"/>
                    <a:pt x="62" y="27"/>
                    <a:pt x="67" y="19"/>
                  </a:cubicBezTo>
                  <a:cubicBezTo>
                    <a:pt x="70" y="14"/>
                    <a:pt x="76" y="6"/>
                    <a:pt x="75" y="0"/>
                  </a:cubicBezTo>
                  <a:cubicBezTo>
                    <a:pt x="71" y="0"/>
                    <a:pt x="66" y="7"/>
                    <a:pt x="63" y="9"/>
                  </a:cubicBezTo>
                  <a:cubicBezTo>
                    <a:pt x="57" y="13"/>
                    <a:pt x="51" y="18"/>
                    <a:pt x="46" y="23"/>
                  </a:cubicBezTo>
                  <a:cubicBezTo>
                    <a:pt x="40" y="28"/>
                    <a:pt x="34" y="33"/>
                    <a:pt x="27" y="37"/>
                  </a:cubicBezTo>
                  <a:cubicBezTo>
                    <a:pt x="23" y="41"/>
                    <a:pt x="18" y="43"/>
                    <a:pt x="14" y="46"/>
                  </a:cubicBezTo>
                  <a:cubicBezTo>
                    <a:pt x="6" y="52"/>
                    <a:pt x="2" y="62"/>
                    <a:pt x="0" y="71"/>
                  </a:cubicBezTo>
                </a:path>
              </a:pathLst>
            </a:custGeom>
            <a:solidFill>
              <a:srgbClr val="6666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953" name="Freeform 732">
              <a:extLst>
                <a:ext uri="{FF2B5EF4-FFF2-40B4-BE49-F238E27FC236}">
                  <a16:creationId xmlns:a16="http://schemas.microsoft.com/office/drawing/2014/main" id="{5C4EE52A-1753-40D7-9D19-1BD3254363E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6" y="1476"/>
              <a:ext cx="22" cy="94"/>
            </a:xfrm>
            <a:custGeom>
              <a:avLst/>
              <a:gdLst>
                <a:gd name="T0" fmla="*/ 72 w 11"/>
                <a:gd name="T1" fmla="*/ 0 h 44"/>
                <a:gd name="T2" fmla="*/ 40 w 11"/>
                <a:gd name="T3" fmla="*/ 145 h 44"/>
                <a:gd name="T4" fmla="*/ 24 w 11"/>
                <a:gd name="T5" fmla="*/ 265 h 44"/>
                <a:gd name="T6" fmla="*/ 24 w 11"/>
                <a:gd name="T7" fmla="*/ 429 h 44"/>
                <a:gd name="T8" fmla="*/ 72 w 11"/>
                <a:gd name="T9" fmla="*/ 145 h 44"/>
                <a:gd name="T10" fmla="*/ 72 w 11"/>
                <a:gd name="T11" fmla="*/ 0 h 4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" h="44">
                  <a:moveTo>
                    <a:pt x="9" y="0"/>
                  </a:moveTo>
                  <a:cubicBezTo>
                    <a:pt x="6" y="3"/>
                    <a:pt x="7" y="10"/>
                    <a:pt x="5" y="15"/>
                  </a:cubicBezTo>
                  <a:cubicBezTo>
                    <a:pt x="4" y="19"/>
                    <a:pt x="3" y="23"/>
                    <a:pt x="3" y="27"/>
                  </a:cubicBezTo>
                  <a:cubicBezTo>
                    <a:pt x="3" y="30"/>
                    <a:pt x="0" y="42"/>
                    <a:pt x="3" y="44"/>
                  </a:cubicBezTo>
                  <a:cubicBezTo>
                    <a:pt x="3" y="34"/>
                    <a:pt x="7" y="24"/>
                    <a:pt x="9" y="15"/>
                  </a:cubicBezTo>
                  <a:cubicBezTo>
                    <a:pt x="10" y="11"/>
                    <a:pt x="11" y="4"/>
                    <a:pt x="9" y="0"/>
                  </a:cubicBezTo>
                </a:path>
              </a:pathLst>
            </a:custGeom>
            <a:solidFill>
              <a:srgbClr val="6666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954" name="Freeform 733">
              <a:extLst>
                <a:ext uri="{FF2B5EF4-FFF2-40B4-BE49-F238E27FC236}">
                  <a16:creationId xmlns:a16="http://schemas.microsoft.com/office/drawing/2014/main" id="{667439AA-27EE-4381-B063-F37740F6CC7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8" y="1504"/>
              <a:ext cx="24" cy="88"/>
            </a:xfrm>
            <a:custGeom>
              <a:avLst/>
              <a:gdLst>
                <a:gd name="T0" fmla="*/ 72 w 12"/>
                <a:gd name="T1" fmla="*/ 0 h 41"/>
                <a:gd name="T2" fmla="*/ 32 w 12"/>
                <a:gd name="T3" fmla="*/ 406 h 41"/>
                <a:gd name="T4" fmla="*/ 72 w 12"/>
                <a:gd name="T5" fmla="*/ 148 h 41"/>
                <a:gd name="T6" fmla="*/ 80 w 12"/>
                <a:gd name="T7" fmla="*/ 0 h 4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41">
                  <a:moveTo>
                    <a:pt x="9" y="0"/>
                  </a:moveTo>
                  <a:cubicBezTo>
                    <a:pt x="9" y="1"/>
                    <a:pt x="0" y="40"/>
                    <a:pt x="4" y="41"/>
                  </a:cubicBezTo>
                  <a:cubicBezTo>
                    <a:pt x="6" y="41"/>
                    <a:pt x="9" y="18"/>
                    <a:pt x="9" y="15"/>
                  </a:cubicBezTo>
                  <a:cubicBezTo>
                    <a:pt x="10" y="12"/>
                    <a:pt x="12" y="3"/>
                    <a:pt x="10" y="0"/>
                  </a:cubicBezTo>
                </a:path>
              </a:pathLst>
            </a:custGeom>
            <a:solidFill>
              <a:srgbClr val="6666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955" name="Freeform 734">
              <a:extLst>
                <a:ext uri="{FF2B5EF4-FFF2-40B4-BE49-F238E27FC236}">
                  <a16:creationId xmlns:a16="http://schemas.microsoft.com/office/drawing/2014/main" id="{F9C91F9C-4AA4-46F7-AE6D-25BD7FB6245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9" y="1530"/>
              <a:ext cx="8" cy="92"/>
            </a:xfrm>
            <a:custGeom>
              <a:avLst/>
              <a:gdLst>
                <a:gd name="T0" fmla="*/ 8 w 4"/>
                <a:gd name="T1" fmla="*/ 0 h 43"/>
                <a:gd name="T2" fmla="*/ 8 w 4"/>
                <a:gd name="T3" fmla="*/ 156 h 43"/>
                <a:gd name="T4" fmla="*/ 8 w 4"/>
                <a:gd name="T5" fmla="*/ 293 h 43"/>
                <a:gd name="T6" fmla="*/ 0 w 4"/>
                <a:gd name="T7" fmla="*/ 370 h 43"/>
                <a:gd name="T8" fmla="*/ 16 w 4"/>
                <a:gd name="T9" fmla="*/ 402 h 43"/>
                <a:gd name="T10" fmla="*/ 32 w 4"/>
                <a:gd name="T11" fmla="*/ 293 h 43"/>
                <a:gd name="T12" fmla="*/ 32 w 4"/>
                <a:gd name="T13" fmla="*/ 165 h 43"/>
                <a:gd name="T14" fmla="*/ 32 w 4"/>
                <a:gd name="T15" fmla="*/ 77 h 43"/>
                <a:gd name="T16" fmla="*/ 16 w 4"/>
                <a:gd name="T17" fmla="*/ 28 h 4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" h="43">
                  <a:moveTo>
                    <a:pt x="1" y="0"/>
                  </a:moveTo>
                  <a:cubicBezTo>
                    <a:pt x="0" y="5"/>
                    <a:pt x="2" y="11"/>
                    <a:pt x="1" y="16"/>
                  </a:cubicBezTo>
                  <a:cubicBezTo>
                    <a:pt x="1" y="20"/>
                    <a:pt x="1" y="25"/>
                    <a:pt x="1" y="30"/>
                  </a:cubicBezTo>
                  <a:cubicBezTo>
                    <a:pt x="1" y="32"/>
                    <a:pt x="0" y="35"/>
                    <a:pt x="0" y="38"/>
                  </a:cubicBezTo>
                  <a:cubicBezTo>
                    <a:pt x="0" y="39"/>
                    <a:pt x="0" y="43"/>
                    <a:pt x="2" y="41"/>
                  </a:cubicBezTo>
                  <a:cubicBezTo>
                    <a:pt x="4" y="39"/>
                    <a:pt x="4" y="32"/>
                    <a:pt x="4" y="30"/>
                  </a:cubicBezTo>
                  <a:cubicBezTo>
                    <a:pt x="4" y="26"/>
                    <a:pt x="4" y="21"/>
                    <a:pt x="4" y="17"/>
                  </a:cubicBezTo>
                  <a:cubicBezTo>
                    <a:pt x="4" y="14"/>
                    <a:pt x="4" y="11"/>
                    <a:pt x="4" y="8"/>
                  </a:cubicBezTo>
                  <a:cubicBezTo>
                    <a:pt x="3" y="6"/>
                    <a:pt x="2" y="4"/>
                    <a:pt x="2" y="3"/>
                  </a:cubicBezTo>
                </a:path>
              </a:pathLst>
            </a:custGeom>
            <a:solidFill>
              <a:srgbClr val="6666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956" name="Freeform 735">
              <a:extLst>
                <a:ext uri="{FF2B5EF4-FFF2-40B4-BE49-F238E27FC236}">
                  <a16:creationId xmlns:a16="http://schemas.microsoft.com/office/drawing/2014/main" id="{D061E30D-3B57-4A5F-9865-8723F7C80F7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7" y="1543"/>
              <a:ext cx="24" cy="47"/>
            </a:xfrm>
            <a:custGeom>
              <a:avLst/>
              <a:gdLst>
                <a:gd name="T0" fmla="*/ 24 w 12"/>
                <a:gd name="T1" fmla="*/ 0 h 22"/>
                <a:gd name="T2" fmla="*/ 56 w 12"/>
                <a:gd name="T3" fmla="*/ 41 h 22"/>
                <a:gd name="T4" fmla="*/ 72 w 12"/>
                <a:gd name="T5" fmla="*/ 96 h 22"/>
                <a:gd name="T6" fmla="*/ 48 w 12"/>
                <a:gd name="T7" fmla="*/ 156 h 22"/>
                <a:gd name="T8" fmla="*/ 0 w 12"/>
                <a:gd name="T9" fmla="*/ 214 h 22"/>
                <a:gd name="T10" fmla="*/ 96 w 12"/>
                <a:gd name="T11" fmla="*/ 96 h 22"/>
                <a:gd name="T12" fmla="*/ 72 w 12"/>
                <a:gd name="T13" fmla="*/ 28 h 22"/>
                <a:gd name="T14" fmla="*/ 16 w 12"/>
                <a:gd name="T15" fmla="*/ 0 h 2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" h="22">
                  <a:moveTo>
                    <a:pt x="3" y="0"/>
                  </a:moveTo>
                  <a:cubicBezTo>
                    <a:pt x="3" y="1"/>
                    <a:pt x="6" y="3"/>
                    <a:pt x="7" y="4"/>
                  </a:cubicBezTo>
                  <a:cubicBezTo>
                    <a:pt x="8" y="6"/>
                    <a:pt x="9" y="7"/>
                    <a:pt x="9" y="10"/>
                  </a:cubicBezTo>
                  <a:cubicBezTo>
                    <a:pt x="9" y="13"/>
                    <a:pt x="8" y="14"/>
                    <a:pt x="6" y="16"/>
                  </a:cubicBezTo>
                  <a:cubicBezTo>
                    <a:pt x="5" y="18"/>
                    <a:pt x="1" y="20"/>
                    <a:pt x="0" y="22"/>
                  </a:cubicBezTo>
                  <a:cubicBezTo>
                    <a:pt x="7" y="22"/>
                    <a:pt x="12" y="16"/>
                    <a:pt x="12" y="10"/>
                  </a:cubicBezTo>
                  <a:cubicBezTo>
                    <a:pt x="11" y="8"/>
                    <a:pt x="11" y="5"/>
                    <a:pt x="9" y="3"/>
                  </a:cubicBezTo>
                  <a:cubicBezTo>
                    <a:pt x="7" y="2"/>
                    <a:pt x="4" y="2"/>
                    <a:pt x="2" y="0"/>
                  </a:cubicBezTo>
                </a:path>
              </a:pathLst>
            </a:custGeom>
            <a:solidFill>
              <a:srgbClr val="6666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957" name="Freeform 736">
              <a:extLst>
                <a:ext uri="{FF2B5EF4-FFF2-40B4-BE49-F238E27FC236}">
                  <a16:creationId xmlns:a16="http://schemas.microsoft.com/office/drawing/2014/main" id="{7BD2232F-DFEF-4D12-BBB6-3B45A0C40139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1" y="1517"/>
              <a:ext cx="22" cy="75"/>
            </a:xfrm>
            <a:custGeom>
              <a:avLst/>
              <a:gdLst>
                <a:gd name="T0" fmla="*/ 8 w 11"/>
                <a:gd name="T1" fmla="*/ 0 h 35"/>
                <a:gd name="T2" fmla="*/ 64 w 11"/>
                <a:gd name="T3" fmla="*/ 189 h 35"/>
                <a:gd name="T4" fmla="*/ 88 w 11"/>
                <a:gd name="T5" fmla="*/ 345 h 35"/>
                <a:gd name="T6" fmla="*/ 32 w 11"/>
                <a:gd name="T7" fmla="*/ 165 h 35"/>
                <a:gd name="T8" fmla="*/ 0 w 11"/>
                <a:gd name="T9" fmla="*/ 19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35">
                  <a:moveTo>
                    <a:pt x="1" y="0"/>
                  </a:moveTo>
                  <a:cubicBezTo>
                    <a:pt x="6" y="4"/>
                    <a:pt x="7" y="13"/>
                    <a:pt x="8" y="19"/>
                  </a:cubicBezTo>
                  <a:cubicBezTo>
                    <a:pt x="10" y="24"/>
                    <a:pt x="11" y="30"/>
                    <a:pt x="11" y="35"/>
                  </a:cubicBezTo>
                  <a:cubicBezTo>
                    <a:pt x="7" y="29"/>
                    <a:pt x="6" y="23"/>
                    <a:pt x="4" y="17"/>
                  </a:cubicBezTo>
                  <a:cubicBezTo>
                    <a:pt x="3" y="12"/>
                    <a:pt x="3" y="6"/>
                    <a:pt x="0" y="2"/>
                  </a:cubicBezTo>
                </a:path>
              </a:pathLst>
            </a:custGeom>
            <a:solidFill>
              <a:srgbClr val="6666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958" name="Freeform 737">
              <a:extLst>
                <a:ext uri="{FF2B5EF4-FFF2-40B4-BE49-F238E27FC236}">
                  <a16:creationId xmlns:a16="http://schemas.microsoft.com/office/drawing/2014/main" id="{4B63F7D1-F656-4D7C-907F-A659A5B09A8F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6" y="1493"/>
              <a:ext cx="24" cy="80"/>
            </a:xfrm>
            <a:custGeom>
              <a:avLst/>
              <a:gdLst>
                <a:gd name="T0" fmla="*/ 0 w 12"/>
                <a:gd name="T1" fmla="*/ 0 h 37"/>
                <a:gd name="T2" fmla="*/ 24 w 12"/>
                <a:gd name="T3" fmla="*/ 61 h 37"/>
                <a:gd name="T4" fmla="*/ 72 w 12"/>
                <a:gd name="T5" fmla="*/ 210 h 37"/>
                <a:gd name="T6" fmla="*/ 88 w 12"/>
                <a:gd name="T7" fmla="*/ 374 h 37"/>
                <a:gd name="T8" fmla="*/ 24 w 12"/>
                <a:gd name="T9" fmla="*/ 132 h 37"/>
                <a:gd name="T10" fmla="*/ 8 w 12"/>
                <a:gd name="T11" fmla="*/ 61 h 37"/>
                <a:gd name="T12" fmla="*/ 0 w 12"/>
                <a:gd name="T13" fmla="*/ 9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37">
                  <a:moveTo>
                    <a:pt x="0" y="0"/>
                  </a:moveTo>
                  <a:cubicBezTo>
                    <a:pt x="2" y="1"/>
                    <a:pt x="2" y="4"/>
                    <a:pt x="3" y="6"/>
                  </a:cubicBezTo>
                  <a:cubicBezTo>
                    <a:pt x="6" y="11"/>
                    <a:pt x="7" y="16"/>
                    <a:pt x="9" y="21"/>
                  </a:cubicBezTo>
                  <a:cubicBezTo>
                    <a:pt x="10" y="26"/>
                    <a:pt x="12" y="32"/>
                    <a:pt x="11" y="37"/>
                  </a:cubicBezTo>
                  <a:cubicBezTo>
                    <a:pt x="7" y="30"/>
                    <a:pt x="6" y="21"/>
                    <a:pt x="3" y="13"/>
                  </a:cubicBezTo>
                  <a:cubicBezTo>
                    <a:pt x="3" y="11"/>
                    <a:pt x="2" y="9"/>
                    <a:pt x="1" y="6"/>
                  </a:cubicBezTo>
                  <a:cubicBezTo>
                    <a:pt x="1" y="4"/>
                    <a:pt x="1" y="2"/>
                    <a:pt x="0" y="1"/>
                  </a:cubicBezTo>
                </a:path>
              </a:pathLst>
            </a:custGeom>
            <a:solidFill>
              <a:srgbClr val="6666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959" name="Freeform 738">
              <a:extLst>
                <a:ext uri="{FF2B5EF4-FFF2-40B4-BE49-F238E27FC236}">
                  <a16:creationId xmlns:a16="http://schemas.microsoft.com/office/drawing/2014/main" id="{10AD30C2-C489-4F2C-86F3-81F6E17EB0DC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2" y="1464"/>
              <a:ext cx="20" cy="79"/>
            </a:xfrm>
            <a:custGeom>
              <a:avLst/>
              <a:gdLst>
                <a:gd name="T0" fmla="*/ 8 w 10"/>
                <a:gd name="T1" fmla="*/ 0 h 37"/>
                <a:gd name="T2" fmla="*/ 64 w 10"/>
                <a:gd name="T3" fmla="*/ 224 h 37"/>
                <a:gd name="T4" fmla="*/ 80 w 10"/>
                <a:gd name="T5" fmla="*/ 310 h 37"/>
                <a:gd name="T6" fmla="*/ 80 w 10"/>
                <a:gd name="T7" fmla="*/ 361 h 37"/>
                <a:gd name="T8" fmla="*/ 24 w 10"/>
                <a:gd name="T9" fmla="*/ 173 h 37"/>
                <a:gd name="T10" fmla="*/ 16 w 10"/>
                <a:gd name="T11" fmla="*/ 88 h 37"/>
                <a:gd name="T12" fmla="*/ 0 w 10"/>
                <a:gd name="T13" fmla="*/ 9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" h="37">
                  <a:moveTo>
                    <a:pt x="1" y="0"/>
                  </a:moveTo>
                  <a:cubicBezTo>
                    <a:pt x="5" y="8"/>
                    <a:pt x="6" y="15"/>
                    <a:pt x="8" y="23"/>
                  </a:cubicBezTo>
                  <a:cubicBezTo>
                    <a:pt x="9" y="26"/>
                    <a:pt x="9" y="29"/>
                    <a:pt x="10" y="32"/>
                  </a:cubicBezTo>
                  <a:cubicBezTo>
                    <a:pt x="10" y="34"/>
                    <a:pt x="10" y="35"/>
                    <a:pt x="10" y="37"/>
                  </a:cubicBezTo>
                  <a:cubicBezTo>
                    <a:pt x="7" y="31"/>
                    <a:pt x="5" y="25"/>
                    <a:pt x="3" y="18"/>
                  </a:cubicBezTo>
                  <a:cubicBezTo>
                    <a:pt x="3" y="15"/>
                    <a:pt x="2" y="12"/>
                    <a:pt x="2" y="9"/>
                  </a:cubicBezTo>
                  <a:cubicBezTo>
                    <a:pt x="1" y="6"/>
                    <a:pt x="0" y="4"/>
                    <a:pt x="0" y="1"/>
                  </a:cubicBezTo>
                </a:path>
              </a:pathLst>
            </a:custGeom>
            <a:solidFill>
              <a:srgbClr val="6666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960" name="Freeform 739">
              <a:extLst>
                <a:ext uri="{FF2B5EF4-FFF2-40B4-BE49-F238E27FC236}">
                  <a16:creationId xmlns:a16="http://schemas.microsoft.com/office/drawing/2014/main" id="{8C9F6F80-91D6-409B-9E6F-B2125CE6CE2D}"/>
                </a:ext>
              </a:extLst>
            </p:cNvPr>
            <p:cNvSpPr>
              <a:spLocks/>
            </p:cNvSpPr>
            <p:nvPr/>
          </p:nvSpPr>
          <p:spPr bwMode="auto">
            <a:xfrm>
              <a:off x="5118" y="1592"/>
              <a:ext cx="22" cy="113"/>
            </a:xfrm>
            <a:custGeom>
              <a:avLst/>
              <a:gdLst>
                <a:gd name="T0" fmla="*/ 0 w 11"/>
                <a:gd name="T1" fmla="*/ 9 h 53"/>
                <a:gd name="T2" fmla="*/ 48 w 11"/>
                <a:gd name="T3" fmla="*/ 350 h 53"/>
                <a:gd name="T4" fmla="*/ 64 w 11"/>
                <a:gd name="T5" fmla="*/ 454 h 53"/>
                <a:gd name="T6" fmla="*/ 72 w 11"/>
                <a:gd name="T7" fmla="*/ 514 h 53"/>
                <a:gd name="T8" fmla="*/ 88 w 11"/>
                <a:gd name="T9" fmla="*/ 514 h 53"/>
                <a:gd name="T10" fmla="*/ 64 w 11"/>
                <a:gd name="T11" fmla="*/ 318 h 53"/>
                <a:gd name="T12" fmla="*/ 48 w 11"/>
                <a:gd name="T13" fmla="*/ 145 h 53"/>
                <a:gd name="T14" fmla="*/ 0 w 11"/>
                <a:gd name="T15" fmla="*/ 0 h 5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" h="53">
                  <a:moveTo>
                    <a:pt x="0" y="1"/>
                  </a:moveTo>
                  <a:cubicBezTo>
                    <a:pt x="2" y="13"/>
                    <a:pt x="2" y="24"/>
                    <a:pt x="6" y="36"/>
                  </a:cubicBezTo>
                  <a:cubicBezTo>
                    <a:pt x="7" y="40"/>
                    <a:pt x="7" y="43"/>
                    <a:pt x="8" y="47"/>
                  </a:cubicBezTo>
                  <a:cubicBezTo>
                    <a:pt x="8" y="49"/>
                    <a:pt x="8" y="52"/>
                    <a:pt x="9" y="53"/>
                  </a:cubicBezTo>
                  <a:cubicBezTo>
                    <a:pt x="9" y="53"/>
                    <a:pt x="10" y="52"/>
                    <a:pt x="11" y="53"/>
                  </a:cubicBezTo>
                  <a:cubicBezTo>
                    <a:pt x="10" y="46"/>
                    <a:pt x="9" y="40"/>
                    <a:pt x="8" y="33"/>
                  </a:cubicBezTo>
                  <a:cubicBezTo>
                    <a:pt x="8" y="27"/>
                    <a:pt x="7" y="21"/>
                    <a:pt x="6" y="15"/>
                  </a:cubicBezTo>
                  <a:cubicBezTo>
                    <a:pt x="5" y="10"/>
                    <a:pt x="3" y="4"/>
                    <a:pt x="0" y="0"/>
                  </a:cubicBezTo>
                </a:path>
              </a:pathLst>
            </a:custGeom>
            <a:solidFill>
              <a:srgbClr val="6666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961" name="Freeform 740">
              <a:extLst>
                <a:ext uri="{FF2B5EF4-FFF2-40B4-BE49-F238E27FC236}">
                  <a16:creationId xmlns:a16="http://schemas.microsoft.com/office/drawing/2014/main" id="{4367F37D-12A5-4B49-82B6-549156E3284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1" y="2696"/>
              <a:ext cx="190" cy="1102"/>
            </a:xfrm>
            <a:custGeom>
              <a:avLst/>
              <a:gdLst>
                <a:gd name="T0" fmla="*/ 144 w 95"/>
                <a:gd name="T1" fmla="*/ 120 h 515"/>
                <a:gd name="T2" fmla="*/ 120 w 95"/>
                <a:gd name="T3" fmla="*/ 88 h 515"/>
                <a:gd name="T4" fmla="*/ 144 w 95"/>
                <a:gd name="T5" fmla="*/ 920 h 515"/>
                <a:gd name="T6" fmla="*/ 104 w 95"/>
                <a:gd name="T7" fmla="*/ 1607 h 515"/>
                <a:gd name="T8" fmla="*/ 120 w 95"/>
                <a:gd name="T9" fmla="*/ 2202 h 515"/>
                <a:gd name="T10" fmla="*/ 192 w 95"/>
                <a:gd name="T11" fmla="*/ 2803 h 515"/>
                <a:gd name="T12" fmla="*/ 32 w 95"/>
                <a:gd name="T13" fmla="*/ 4213 h 515"/>
                <a:gd name="T14" fmla="*/ 16 w 95"/>
                <a:gd name="T15" fmla="*/ 4735 h 515"/>
                <a:gd name="T16" fmla="*/ 152 w 95"/>
                <a:gd name="T17" fmla="*/ 4969 h 515"/>
                <a:gd name="T18" fmla="*/ 448 w 95"/>
                <a:gd name="T19" fmla="*/ 5046 h 515"/>
                <a:gd name="T20" fmla="*/ 760 w 95"/>
                <a:gd name="T21" fmla="*/ 4969 h 515"/>
                <a:gd name="T22" fmla="*/ 408 w 95"/>
                <a:gd name="T23" fmla="*/ 4735 h 515"/>
                <a:gd name="T24" fmla="*/ 376 w 95"/>
                <a:gd name="T25" fmla="*/ 4299 h 515"/>
                <a:gd name="T26" fmla="*/ 296 w 95"/>
                <a:gd name="T27" fmla="*/ 4106 h 515"/>
                <a:gd name="T28" fmla="*/ 296 w 95"/>
                <a:gd name="T29" fmla="*/ 3852 h 515"/>
                <a:gd name="T30" fmla="*/ 312 w 95"/>
                <a:gd name="T31" fmla="*/ 3165 h 515"/>
                <a:gd name="T32" fmla="*/ 344 w 95"/>
                <a:gd name="T33" fmla="*/ 2431 h 515"/>
                <a:gd name="T34" fmla="*/ 232 w 95"/>
                <a:gd name="T35" fmla="*/ 1840 h 515"/>
                <a:gd name="T36" fmla="*/ 272 w 95"/>
                <a:gd name="T37" fmla="*/ 1374 h 515"/>
                <a:gd name="T38" fmla="*/ 288 w 95"/>
                <a:gd name="T39" fmla="*/ 792 h 515"/>
                <a:gd name="T40" fmla="*/ 360 w 95"/>
                <a:gd name="T41" fmla="*/ 402 h 515"/>
                <a:gd name="T42" fmla="*/ 144 w 95"/>
                <a:gd name="T43" fmla="*/ 0 h 515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95" h="515">
                  <a:moveTo>
                    <a:pt x="18" y="12"/>
                  </a:moveTo>
                  <a:cubicBezTo>
                    <a:pt x="17" y="11"/>
                    <a:pt x="16" y="10"/>
                    <a:pt x="15" y="9"/>
                  </a:cubicBezTo>
                  <a:cubicBezTo>
                    <a:pt x="22" y="34"/>
                    <a:pt x="19" y="68"/>
                    <a:pt x="18" y="94"/>
                  </a:cubicBezTo>
                  <a:cubicBezTo>
                    <a:pt x="17" y="118"/>
                    <a:pt x="15" y="141"/>
                    <a:pt x="13" y="164"/>
                  </a:cubicBezTo>
                  <a:cubicBezTo>
                    <a:pt x="11" y="186"/>
                    <a:pt x="9" y="204"/>
                    <a:pt x="15" y="225"/>
                  </a:cubicBezTo>
                  <a:cubicBezTo>
                    <a:pt x="20" y="244"/>
                    <a:pt x="24" y="266"/>
                    <a:pt x="24" y="286"/>
                  </a:cubicBezTo>
                  <a:cubicBezTo>
                    <a:pt x="22" y="334"/>
                    <a:pt x="9" y="382"/>
                    <a:pt x="4" y="430"/>
                  </a:cubicBezTo>
                  <a:cubicBezTo>
                    <a:pt x="2" y="448"/>
                    <a:pt x="4" y="465"/>
                    <a:pt x="2" y="483"/>
                  </a:cubicBezTo>
                  <a:cubicBezTo>
                    <a:pt x="0" y="503"/>
                    <a:pt x="1" y="503"/>
                    <a:pt x="19" y="507"/>
                  </a:cubicBezTo>
                  <a:cubicBezTo>
                    <a:pt x="32" y="510"/>
                    <a:pt x="42" y="515"/>
                    <a:pt x="56" y="515"/>
                  </a:cubicBezTo>
                  <a:cubicBezTo>
                    <a:pt x="70" y="515"/>
                    <a:pt x="81" y="509"/>
                    <a:pt x="95" y="507"/>
                  </a:cubicBezTo>
                  <a:cubicBezTo>
                    <a:pt x="81" y="498"/>
                    <a:pt x="64" y="495"/>
                    <a:pt x="51" y="483"/>
                  </a:cubicBezTo>
                  <a:cubicBezTo>
                    <a:pt x="31" y="464"/>
                    <a:pt x="48" y="460"/>
                    <a:pt x="47" y="439"/>
                  </a:cubicBezTo>
                  <a:cubicBezTo>
                    <a:pt x="46" y="431"/>
                    <a:pt x="39" y="426"/>
                    <a:pt x="37" y="419"/>
                  </a:cubicBezTo>
                  <a:cubicBezTo>
                    <a:pt x="33" y="409"/>
                    <a:pt x="36" y="404"/>
                    <a:pt x="37" y="393"/>
                  </a:cubicBezTo>
                  <a:cubicBezTo>
                    <a:pt x="39" y="370"/>
                    <a:pt x="37" y="346"/>
                    <a:pt x="39" y="323"/>
                  </a:cubicBezTo>
                  <a:cubicBezTo>
                    <a:pt x="42" y="298"/>
                    <a:pt x="46" y="273"/>
                    <a:pt x="43" y="248"/>
                  </a:cubicBezTo>
                  <a:cubicBezTo>
                    <a:pt x="41" y="227"/>
                    <a:pt x="31" y="208"/>
                    <a:pt x="29" y="188"/>
                  </a:cubicBezTo>
                  <a:cubicBezTo>
                    <a:pt x="27" y="172"/>
                    <a:pt x="33" y="156"/>
                    <a:pt x="34" y="140"/>
                  </a:cubicBezTo>
                  <a:cubicBezTo>
                    <a:pt x="36" y="121"/>
                    <a:pt x="29" y="98"/>
                    <a:pt x="36" y="81"/>
                  </a:cubicBezTo>
                  <a:cubicBezTo>
                    <a:pt x="43" y="63"/>
                    <a:pt x="56" y="62"/>
                    <a:pt x="45" y="41"/>
                  </a:cubicBezTo>
                  <a:cubicBezTo>
                    <a:pt x="38" y="27"/>
                    <a:pt x="29" y="10"/>
                    <a:pt x="18" y="0"/>
                  </a:cubicBezTo>
                </a:path>
              </a:pathLst>
            </a:custGeom>
            <a:solidFill>
              <a:srgbClr val="6666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962" name="Freeform 741">
              <a:extLst>
                <a:ext uri="{FF2B5EF4-FFF2-40B4-BE49-F238E27FC236}">
                  <a16:creationId xmlns:a16="http://schemas.microsoft.com/office/drawing/2014/main" id="{78F0E727-6C6B-4CD5-B95A-C70619110E8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9" y="3498"/>
              <a:ext cx="88" cy="312"/>
            </a:xfrm>
            <a:custGeom>
              <a:avLst/>
              <a:gdLst>
                <a:gd name="T0" fmla="*/ 352 w 44"/>
                <a:gd name="T1" fmla="*/ 0 h 146"/>
                <a:gd name="T2" fmla="*/ 288 w 44"/>
                <a:gd name="T3" fmla="*/ 586 h 146"/>
                <a:gd name="T4" fmla="*/ 280 w 44"/>
                <a:gd name="T5" fmla="*/ 823 h 146"/>
                <a:gd name="T6" fmla="*/ 296 w 44"/>
                <a:gd name="T7" fmla="*/ 945 h 146"/>
                <a:gd name="T8" fmla="*/ 256 w 44"/>
                <a:gd name="T9" fmla="*/ 1237 h 146"/>
                <a:gd name="T10" fmla="*/ 288 w 44"/>
                <a:gd name="T11" fmla="*/ 1346 h 146"/>
                <a:gd name="T12" fmla="*/ 208 w 44"/>
                <a:gd name="T13" fmla="*/ 1406 h 146"/>
                <a:gd name="T14" fmla="*/ 104 w 44"/>
                <a:gd name="T15" fmla="*/ 1425 h 146"/>
                <a:gd name="T16" fmla="*/ 0 w 44"/>
                <a:gd name="T17" fmla="*/ 1415 h 146"/>
                <a:gd name="T18" fmla="*/ 128 w 44"/>
                <a:gd name="T19" fmla="*/ 1237 h 146"/>
                <a:gd name="T20" fmla="*/ 184 w 44"/>
                <a:gd name="T21" fmla="*/ 977 h 146"/>
                <a:gd name="T22" fmla="*/ 256 w 44"/>
                <a:gd name="T23" fmla="*/ 479 h 146"/>
                <a:gd name="T24" fmla="*/ 328 w 44"/>
                <a:gd name="T25" fmla="*/ 0 h 14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4" h="146">
                  <a:moveTo>
                    <a:pt x="44" y="0"/>
                  </a:moveTo>
                  <a:cubicBezTo>
                    <a:pt x="44" y="20"/>
                    <a:pt x="37" y="40"/>
                    <a:pt x="36" y="60"/>
                  </a:cubicBezTo>
                  <a:cubicBezTo>
                    <a:pt x="36" y="68"/>
                    <a:pt x="35" y="76"/>
                    <a:pt x="35" y="84"/>
                  </a:cubicBezTo>
                  <a:cubicBezTo>
                    <a:pt x="35" y="88"/>
                    <a:pt x="37" y="93"/>
                    <a:pt x="37" y="97"/>
                  </a:cubicBezTo>
                  <a:cubicBezTo>
                    <a:pt x="36" y="107"/>
                    <a:pt x="31" y="116"/>
                    <a:pt x="32" y="127"/>
                  </a:cubicBezTo>
                  <a:cubicBezTo>
                    <a:pt x="33" y="131"/>
                    <a:pt x="37" y="135"/>
                    <a:pt x="36" y="138"/>
                  </a:cubicBezTo>
                  <a:cubicBezTo>
                    <a:pt x="35" y="143"/>
                    <a:pt x="29" y="143"/>
                    <a:pt x="26" y="144"/>
                  </a:cubicBezTo>
                  <a:cubicBezTo>
                    <a:pt x="21" y="146"/>
                    <a:pt x="18" y="146"/>
                    <a:pt x="13" y="146"/>
                  </a:cubicBezTo>
                  <a:cubicBezTo>
                    <a:pt x="9" y="145"/>
                    <a:pt x="4" y="145"/>
                    <a:pt x="0" y="145"/>
                  </a:cubicBezTo>
                  <a:cubicBezTo>
                    <a:pt x="6" y="140"/>
                    <a:pt x="11" y="133"/>
                    <a:pt x="16" y="127"/>
                  </a:cubicBezTo>
                  <a:cubicBezTo>
                    <a:pt x="21" y="120"/>
                    <a:pt x="22" y="109"/>
                    <a:pt x="23" y="100"/>
                  </a:cubicBezTo>
                  <a:cubicBezTo>
                    <a:pt x="24" y="83"/>
                    <a:pt x="29" y="67"/>
                    <a:pt x="32" y="49"/>
                  </a:cubicBezTo>
                  <a:cubicBezTo>
                    <a:pt x="34" y="33"/>
                    <a:pt x="43" y="17"/>
                    <a:pt x="41" y="0"/>
                  </a:cubicBezTo>
                </a:path>
              </a:pathLst>
            </a:custGeom>
            <a:solidFill>
              <a:srgbClr val="6666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963" name="Freeform 742">
              <a:extLst>
                <a:ext uri="{FF2B5EF4-FFF2-40B4-BE49-F238E27FC236}">
                  <a16:creationId xmlns:a16="http://schemas.microsoft.com/office/drawing/2014/main" id="{5EB800DD-7AC2-4836-81A2-7413A932B95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0" y="2683"/>
              <a:ext cx="245" cy="171"/>
            </a:xfrm>
            <a:custGeom>
              <a:avLst/>
              <a:gdLst>
                <a:gd name="T0" fmla="*/ 0 w 122"/>
                <a:gd name="T1" fmla="*/ 0 h 80"/>
                <a:gd name="T2" fmla="*/ 233 w 122"/>
                <a:gd name="T3" fmla="*/ 284 h 80"/>
                <a:gd name="T4" fmla="*/ 468 w 122"/>
                <a:gd name="T5" fmla="*/ 438 h 80"/>
                <a:gd name="T6" fmla="*/ 964 w 122"/>
                <a:gd name="T7" fmla="*/ 517 h 80"/>
                <a:gd name="T8" fmla="*/ 641 w 122"/>
                <a:gd name="T9" fmla="*/ 740 h 80"/>
                <a:gd name="T10" fmla="*/ 193 w 122"/>
                <a:gd name="T11" fmla="*/ 654 h 80"/>
                <a:gd name="T12" fmla="*/ 0 w 122"/>
                <a:gd name="T13" fmla="*/ 60 h 8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2" h="80">
                  <a:moveTo>
                    <a:pt x="0" y="0"/>
                  </a:moveTo>
                  <a:cubicBezTo>
                    <a:pt x="11" y="5"/>
                    <a:pt x="19" y="21"/>
                    <a:pt x="29" y="29"/>
                  </a:cubicBezTo>
                  <a:cubicBezTo>
                    <a:pt x="37" y="35"/>
                    <a:pt x="48" y="41"/>
                    <a:pt x="58" y="45"/>
                  </a:cubicBezTo>
                  <a:cubicBezTo>
                    <a:pt x="78" y="52"/>
                    <a:pt x="100" y="47"/>
                    <a:pt x="119" y="53"/>
                  </a:cubicBezTo>
                  <a:cubicBezTo>
                    <a:pt x="122" y="67"/>
                    <a:pt x="89" y="75"/>
                    <a:pt x="79" y="76"/>
                  </a:cubicBezTo>
                  <a:cubicBezTo>
                    <a:pt x="61" y="78"/>
                    <a:pt x="39" y="80"/>
                    <a:pt x="24" y="67"/>
                  </a:cubicBezTo>
                  <a:cubicBezTo>
                    <a:pt x="6" y="52"/>
                    <a:pt x="5" y="27"/>
                    <a:pt x="0" y="6"/>
                  </a:cubicBezTo>
                </a:path>
              </a:pathLst>
            </a:custGeom>
            <a:solidFill>
              <a:srgbClr val="6666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964" name="Freeform 743">
              <a:extLst>
                <a:ext uri="{FF2B5EF4-FFF2-40B4-BE49-F238E27FC236}">
                  <a16:creationId xmlns:a16="http://schemas.microsoft.com/office/drawing/2014/main" id="{B19A58AA-5B6F-4767-93A2-639883E7250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0" y="2929"/>
              <a:ext cx="159" cy="60"/>
            </a:xfrm>
            <a:custGeom>
              <a:avLst/>
              <a:gdLst>
                <a:gd name="T0" fmla="*/ 0 w 79"/>
                <a:gd name="T1" fmla="*/ 41 h 28"/>
                <a:gd name="T2" fmla="*/ 384 w 79"/>
                <a:gd name="T3" fmla="*/ 129 h 28"/>
                <a:gd name="T4" fmla="*/ 644 w 79"/>
                <a:gd name="T5" fmla="*/ 0 h 28"/>
                <a:gd name="T6" fmla="*/ 276 w 79"/>
                <a:gd name="T7" fmla="*/ 266 h 28"/>
                <a:gd name="T8" fmla="*/ 81 w 79"/>
                <a:gd name="T9" fmla="*/ 234 h 28"/>
                <a:gd name="T10" fmla="*/ 0 w 79"/>
                <a:gd name="T11" fmla="*/ 129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9" h="28">
                  <a:moveTo>
                    <a:pt x="0" y="4"/>
                  </a:moveTo>
                  <a:cubicBezTo>
                    <a:pt x="10" y="9"/>
                    <a:pt x="33" y="16"/>
                    <a:pt x="47" y="13"/>
                  </a:cubicBezTo>
                  <a:cubicBezTo>
                    <a:pt x="58" y="9"/>
                    <a:pt x="67" y="0"/>
                    <a:pt x="79" y="0"/>
                  </a:cubicBezTo>
                  <a:cubicBezTo>
                    <a:pt x="77" y="17"/>
                    <a:pt x="48" y="26"/>
                    <a:pt x="34" y="27"/>
                  </a:cubicBezTo>
                  <a:cubicBezTo>
                    <a:pt x="27" y="28"/>
                    <a:pt x="16" y="28"/>
                    <a:pt x="10" y="24"/>
                  </a:cubicBezTo>
                  <a:cubicBezTo>
                    <a:pt x="6" y="22"/>
                    <a:pt x="0" y="13"/>
                    <a:pt x="0" y="13"/>
                  </a:cubicBezTo>
                </a:path>
              </a:pathLst>
            </a:custGeom>
            <a:solidFill>
              <a:srgbClr val="6666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965" name="Freeform 744">
              <a:extLst>
                <a:ext uri="{FF2B5EF4-FFF2-40B4-BE49-F238E27FC236}">
                  <a16:creationId xmlns:a16="http://schemas.microsoft.com/office/drawing/2014/main" id="{A88F7938-7C79-4B53-B2AD-67219420BC6B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5" y="2758"/>
              <a:ext cx="155" cy="147"/>
            </a:xfrm>
            <a:custGeom>
              <a:avLst/>
              <a:gdLst>
                <a:gd name="T0" fmla="*/ 16 w 77"/>
                <a:gd name="T1" fmla="*/ 0 h 69"/>
                <a:gd name="T2" fmla="*/ 300 w 77"/>
                <a:gd name="T3" fmla="*/ 445 h 69"/>
                <a:gd name="T4" fmla="*/ 628 w 77"/>
                <a:gd name="T5" fmla="*/ 639 h 69"/>
                <a:gd name="T6" fmla="*/ 252 w 77"/>
                <a:gd name="T7" fmla="*/ 273 h 69"/>
                <a:gd name="T8" fmla="*/ 137 w 77"/>
                <a:gd name="T9" fmla="*/ 117 h 69"/>
                <a:gd name="T10" fmla="*/ 0 w 77"/>
                <a:gd name="T11" fmla="*/ 40 h 6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7" h="69">
                  <a:moveTo>
                    <a:pt x="2" y="0"/>
                  </a:moveTo>
                  <a:cubicBezTo>
                    <a:pt x="18" y="12"/>
                    <a:pt x="24" y="32"/>
                    <a:pt x="37" y="46"/>
                  </a:cubicBezTo>
                  <a:cubicBezTo>
                    <a:pt x="45" y="55"/>
                    <a:pt x="64" y="69"/>
                    <a:pt x="77" y="66"/>
                  </a:cubicBezTo>
                  <a:cubicBezTo>
                    <a:pt x="61" y="61"/>
                    <a:pt x="42" y="41"/>
                    <a:pt x="31" y="28"/>
                  </a:cubicBezTo>
                  <a:cubicBezTo>
                    <a:pt x="26" y="23"/>
                    <a:pt x="23" y="16"/>
                    <a:pt x="17" y="12"/>
                  </a:cubicBezTo>
                  <a:cubicBezTo>
                    <a:pt x="12" y="8"/>
                    <a:pt x="4" y="7"/>
                    <a:pt x="0" y="4"/>
                  </a:cubicBezTo>
                </a:path>
              </a:pathLst>
            </a:custGeom>
            <a:solidFill>
              <a:srgbClr val="6666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966" name="Freeform 745">
              <a:extLst>
                <a:ext uri="{FF2B5EF4-FFF2-40B4-BE49-F238E27FC236}">
                  <a16:creationId xmlns:a16="http://schemas.microsoft.com/office/drawing/2014/main" id="{9C2C5DA7-4631-48CC-9F03-CAC416FE7958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4" y="2634"/>
              <a:ext cx="80" cy="107"/>
            </a:xfrm>
            <a:custGeom>
              <a:avLst/>
              <a:gdLst>
                <a:gd name="T0" fmla="*/ 312 w 40"/>
                <a:gd name="T1" fmla="*/ 0 h 50"/>
                <a:gd name="T2" fmla="*/ 272 w 40"/>
                <a:gd name="T3" fmla="*/ 109 h 50"/>
                <a:gd name="T4" fmla="*/ 168 w 40"/>
                <a:gd name="T5" fmla="*/ 274 h 50"/>
                <a:gd name="T6" fmla="*/ 64 w 40"/>
                <a:gd name="T7" fmla="*/ 381 h 50"/>
                <a:gd name="T8" fmla="*/ 0 w 40"/>
                <a:gd name="T9" fmla="*/ 462 h 50"/>
                <a:gd name="T10" fmla="*/ 176 w 40"/>
                <a:gd name="T11" fmla="*/ 345 h 50"/>
                <a:gd name="T12" fmla="*/ 280 w 40"/>
                <a:gd name="T13" fmla="*/ 225 h 50"/>
                <a:gd name="T14" fmla="*/ 320 w 40"/>
                <a:gd name="T15" fmla="*/ 0 h 5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0" h="50">
                  <a:moveTo>
                    <a:pt x="39" y="0"/>
                  </a:moveTo>
                  <a:cubicBezTo>
                    <a:pt x="37" y="2"/>
                    <a:pt x="36" y="8"/>
                    <a:pt x="34" y="11"/>
                  </a:cubicBezTo>
                  <a:cubicBezTo>
                    <a:pt x="31" y="17"/>
                    <a:pt x="26" y="22"/>
                    <a:pt x="21" y="28"/>
                  </a:cubicBezTo>
                  <a:cubicBezTo>
                    <a:pt x="17" y="32"/>
                    <a:pt x="13" y="36"/>
                    <a:pt x="8" y="39"/>
                  </a:cubicBezTo>
                  <a:cubicBezTo>
                    <a:pt x="5" y="41"/>
                    <a:pt x="1" y="44"/>
                    <a:pt x="0" y="47"/>
                  </a:cubicBezTo>
                  <a:cubicBezTo>
                    <a:pt x="7" y="50"/>
                    <a:pt x="17" y="39"/>
                    <a:pt x="22" y="35"/>
                  </a:cubicBezTo>
                  <a:cubicBezTo>
                    <a:pt x="27" y="32"/>
                    <a:pt x="32" y="28"/>
                    <a:pt x="35" y="23"/>
                  </a:cubicBezTo>
                  <a:cubicBezTo>
                    <a:pt x="40" y="16"/>
                    <a:pt x="37" y="7"/>
                    <a:pt x="40" y="0"/>
                  </a:cubicBezTo>
                </a:path>
              </a:pathLst>
            </a:custGeom>
            <a:solidFill>
              <a:srgbClr val="6666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967" name="Freeform 746">
              <a:extLst>
                <a:ext uri="{FF2B5EF4-FFF2-40B4-BE49-F238E27FC236}">
                  <a16:creationId xmlns:a16="http://schemas.microsoft.com/office/drawing/2014/main" id="{08B078CB-7F17-43B8-A5B1-F1BD52519293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2" y="1727"/>
              <a:ext cx="178" cy="205"/>
            </a:xfrm>
            <a:custGeom>
              <a:avLst/>
              <a:gdLst>
                <a:gd name="T0" fmla="*/ 608 w 89"/>
                <a:gd name="T1" fmla="*/ 196 h 96"/>
                <a:gd name="T2" fmla="*/ 480 w 89"/>
                <a:gd name="T3" fmla="*/ 188 h 96"/>
                <a:gd name="T4" fmla="*/ 288 w 89"/>
                <a:gd name="T5" fmla="*/ 137 h 96"/>
                <a:gd name="T6" fmla="*/ 0 w 89"/>
                <a:gd name="T7" fmla="*/ 0 h 96"/>
                <a:gd name="T8" fmla="*/ 464 w 89"/>
                <a:gd name="T9" fmla="*/ 378 h 96"/>
                <a:gd name="T10" fmla="*/ 592 w 89"/>
                <a:gd name="T11" fmla="*/ 662 h 96"/>
                <a:gd name="T12" fmla="*/ 688 w 89"/>
                <a:gd name="T13" fmla="*/ 935 h 96"/>
                <a:gd name="T14" fmla="*/ 608 w 89"/>
                <a:gd name="T15" fmla="*/ 188 h 9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9" h="96">
                  <a:moveTo>
                    <a:pt x="76" y="20"/>
                  </a:moveTo>
                  <a:cubicBezTo>
                    <a:pt x="71" y="19"/>
                    <a:pt x="65" y="20"/>
                    <a:pt x="60" y="19"/>
                  </a:cubicBezTo>
                  <a:cubicBezTo>
                    <a:pt x="52" y="18"/>
                    <a:pt x="44" y="16"/>
                    <a:pt x="36" y="14"/>
                  </a:cubicBezTo>
                  <a:cubicBezTo>
                    <a:pt x="24" y="10"/>
                    <a:pt x="13" y="1"/>
                    <a:pt x="0" y="0"/>
                  </a:cubicBezTo>
                  <a:cubicBezTo>
                    <a:pt x="9" y="21"/>
                    <a:pt x="42" y="24"/>
                    <a:pt x="58" y="39"/>
                  </a:cubicBezTo>
                  <a:cubicBezTo>
                    <a:pt x="66" y="47"/>
                    <a:pt x="71" y="57"/>
                    <a:pt x="74" y="68"/>
                  </a:cubicBezTo>
                  <a:cubicBezTo>
                    <a:pt x="76" y="75"/>
                    <a:pt x="78" y="94"/>
                    <a:pt x="86" y="96"/>
                  </a:cubicBezTo>
                  <a:cubicBezTo>
                    <a:pt x="87" y="89"/>
                    <a:pt x="89" y="18"/>
                    <a:pt x="76" y="19"/>
                  </a:cubicBezTo>
                </a:path>
              </a:pathLst>
            </a:custGeom>
            <a:solidFill>
              <a:srgbClr val="6666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968" name="Freeform 747">
              <a:extLst>
                <a:ext uri="{FF2B5EF4-FFF2-40B4-BE49-F238E27FC236}">
                  <a16:creationId xmlns:a16="http://schemas.microsoft.com/office/drawing/2014/main" id="{7AA97B68-8ED2-4A2E-9B27-447EA0325D4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8" y="1776"/>
              <a:ext cx="118" cy="302"/>
            </a:xfrm>
            <a:custGeom>
              <a:avLst/>
              <a:gdLst>
                <a:gd name="T0" fmla="*/ 400 w 59"/>
                <a:gd name="T1" fmla="*/ 0 h 141"/>
                <a:gd name="T2" fmla="*/ 64 w 59"/>
                <a:gd name="T3" fmla="*/ 403 h 141"/>
                <a:gd name="T4" fmla="*/ 112 w 59"/>
                <a:gd name="T5" fmla="*/ 1386 h 141"/>
                <a:gd name="T6" fmla="*/ 256 w 59"/>
                <a:gd name="T7" fmla="*/ 550 h 141"/>
                <a:gd name="T8" fmla="*/ 384 w 59"/>
                <a:gd name="T9" fmla="*/ 77 h 1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9" h="141">
                  <a:moveTo>
                    <a:pt x="50" y="0"/>
                  </a:moveTo>
                  <a:cubicBezTo>
                    <a:pt x="39" y="16"/>
                    <a:pt x="15" y="19"/>
                    <a:pt x="8" y="41"/>
                  </a:cubicBezTo>
                  <a:cubicBezTo>
                    <a:pt x="0" y="67"/>
                    <a:pt x="2" y="118"/>
                    <a:pt x="14" y="141"/>
                  </a:cubicBezTo>
                  <a:cubicBezTo>
                    <a:pt x="20" y="113"/>
                    <a:pt x="20" y="83"/>
                    <a:pt x="32" y="56"/>
                  </a:cubicBezTo>
                  <a:cubicBezTo>
                    <a:pt x="37" y="45"/>
                    <a:pt x="59" y="18"/>
                    <a:pt x="48" y="8"/>
                  </a:cubicBezTo>
                </a:path>
              </a:pathLst>
            </a:custGeom>
            <a:solidFill>
              <a:srgbClr val="6666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969" name="Freeform 748">
              <a:extLst>
                <a:ext uri="{FF2B5EF4-FFF2-40B4-BE49-F238E27FC236}">
                  <a16:creationId xmlns:a16="http://schemas.microsoft.com/office/drawing/2014/main" id="{6A5EA340-7DF4-4440-8B1B-A43312918DE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6" y="1675"/>
              <a:ext cx="201" cy="1017"/>
            </a:xfrm>
            <a:custGeom>
              <a:avLst/>
              <a:gdLst>
                <a:gd name="T0" fmla="*/ 464 w 100"/>
                <a:gd name="T1" fmla="*/ 265 h 475"/>
                <a:gd name="T2" fmla="*/ 185 w 100"/>
                <a:gd name="T3" fmla="*/ 1013 h 475"/>
                <a:gd name="T4" fmla="*/ 64 w 100"/>
                <a:gd name="T5" fmla="*/ 1366 h 475"/>
                <a:gd name="T6" fmla="*/ 16 w 100"/>
                <a:gd name="T7" fmla="*/ 1865 h 475"/>
                <a:gd name="T8" fmla="*/ 56 w 100"/>
                <a:gd name="T9" fmla="*/ 2925 h 475"/>
                <a:gd name="T10" fmla="*/ 113 w 100"/>
                <a:gd name="T11" fmla="*/ 3809 h 475"/>
                <a:gd name="T12" fmla="*/ 424 w 100"/>
                <a:gd name="T13" fmla="*/ 4406 h 475"/>
                <a:gd name="T14" fmla="*/ 788 w 100"/>
                <a:gd name="T15" fmla="*/ 3937 h 475"/>
                <a:gd name="T16" fmla="*/ 788 w 100"/>
                <a:gd name="T17" fmla="*/ 2708 h 475"/>
                <a:gd name="T18" fmla="*/ 788 w 100"/>
                <a:gd name="T19" fmla="*/ 1640 h 475"/>
                <a:gd name="T20" fmla="*/ 756 w 100"/>
                <a:gd name="T21" fmla="*/ 1021 h 475"/>
                <a:gd name="T22" fmla="*/ 756 w 100"/>
                <a:gd name="T23" fmla="*/ 441 h 475"/>
                <a:gd name="T24" fmla="*/ 440 w 100"/>
                <a:gd name="T25" fmla="*/ 274 h 47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00" h="475">
                  <a:moveTo>
                    <a:pt x="57" y="27"/>
                  </a:moveTo>
                  <a:cubicBezTo>
                    <a:pt x="35" y="46"/>
                    <a:pt x="29" y="76"/>
                    <a:pt x="23" y="103"/>
                  </a:cubicBezTo>
                  <a:cubicBezTo>
                    <a:pt x="20" y="116"/>
                    <a:pt x="13" y="127"/>
                    <a:pt x="8" y="139"/>
                  </a:cubicBezTo>
                  <a:cubicBezTo>
                    <a:pt x="2" y="154"/>
                    <a:pt x="3" y="174"/>
                    <a:pt x="2" y="190"/>
                  </a:cubicBezTo>
                  <a:cubicBezTo>
                    <a:pt x="0" y="226"/>
                    <a:pt x="6" y="262"/>
                    <a:pt x="7" y="298"/>
                  </a:cubicBezTo>
                  <a:cubicBezTo>
                    <a:pt x="7" y="327"/>
                    <a:pt x="8" y="360"/>
                    <a:pt x="14" y="388"/>
                  </a:cubicBezTo>
                  <a:cubicBezTo>
                    <a:pt x="19" y="409"/>
                    <a:pt x="35" y="436"/>
                    <a:pt x="52" y="449"/>
                  </a:cubicBezTo>
                  <a:cubicBezTo>
                    <a:pt x="88" y="475"/>
                    <a:pt x="95" y="429"/>
                    <a:pt x="97" y="401"/>
                  </a:cubicBezTo>
                  <a:cubicBezTo>
                    <a:pt x="100" y="360"/>
                    <a:pt x="93" y="318"/>
                    <a:pt x="97" y="276"/>
                  </a:cubicBezTo>
                  <a:cubicBezTo>
                    <a:pt x="100" y="240"/>
                    <a:pt x="97" y="204"/>
                    <a:pt x="97" y="167"/>
                  </a:cubicBezTo>
                  <a:cubicBezTo>
                    <a:pt x="97" y="146"/>
                    <a:pt x="94" y="125"/>
                    <a:pt x="93" y="104"/>
                  </a:cubicBezTo>
                  <a:cubicBezTo>
                    <a:pt x="93" y="86"/>
                    <a:pt x="97" y="63"/>
                    <a:pt x="93" y="45"/>
                  </a:cubicBezTo>
                  <a:cubicBezTo>
                    <a:pt x="89" y="30"/>
                    <a:pt x="64" y="0"/>
                    <a:pt x="54" y="28"/>
                  </a:cubicBezTo>
                </a:path>
              </a:pathLst>
            </a:custGeom>
            <a:solidFill>
              <a:srgbClr val="6666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970" name="Freeform 749">
              <a:extLst>
                <a:ext uri="{FF2B5EF4-FFF2-40B4-BE49-F238E27FC236}">
                  <a16:creationId xmlns:a16="http://schemas.microsoft.com/office/drawing/2014/main" id="{D0231815-A0AC-47E8-A080-EE73D6CD9D1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5" y="1686"/>
              <a:ext cx="239" cy="965"/>
            </a:xfrm>
            <a:custGeom>
              <a:avLst/>
              <a:gdLst>
                <a:gd name="T0" fmla="*/ 396 w 119"/>
                <a:gd name="T1" fmla="*/ 302 h 451"/>
                <a:gd name="T2" fmla="*/ 169 w 119"/>
                <a:gd name="T3" fmla="*/ 567 h 451"/>
                <a:gd name="T4" fmla="*/ 112 w 119"/>
                <a:gd name="T5" fmla="*/ 1667 h 451"/>
                <a:gd name="T6" fmla="*/ 16 w 119"/>
                <a:gd name="T7" fmla="*/ 2760 h 451"/>
                <a:gd name="T8" fmla="*/ 129 w 119"/>
                <a:gd name="T9" fmla="*/ 3740 h 451"/>
                <a:gd name="T10" fmla="*/ 560 w 119"/>
                <a:gd name="T11" fmla="*/ 4299 h 451"/>
                <a:gd name="T12" fmla="*/ 731 w 119"/>
                <a:gd name="T13" fmla="*/ 3809 h 451"/>
                <a:gd name="T14" fmla="*/ 787 w 119"/>
                <a:gd name="T15" fmla="*/ 3154 h 451"/>
                <a:gd name="T16" fmla="*/ 827 w 119"/>
                <a:gd name="T17" fmla="*/ 989 h 451"/>
                <a:gd name="T18" fmla="*/ 657 w 119"/>
                <a:gd name="T19" fmla="*/ 449 h 451"/>
                <a:gd name="T20" fmla="*/ 388 w 119"/>
                <a:gd name="T21" fmla="*/ 293 h 45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19" h="451">
                  <a:moveTo>
                    <a:pt x="49" y="31"/>
                  </a:moveTo>
                  <a:cubicBezTo>
                    <a:pt x="39" y="0"/>
                    <a:pt x="22" y="47"/>
                    <a:pt x="21" y="58"/>
                  </a:cubicBezTo>
                  <a:cubicBezTo>
                    <a:pt x="15" y="95"/>
                    <a:pt x="14" y="133"/>
                    <a:pt x="14" y="170"/>
                  </a:cubicBezTo>
                  <a:cubicBezTo>
                    <a:pt x="13" y="208"/>
                    <a:pt x="3" y="244"/>
                    <a:pt x="2" y="282"/>
                  </a:cubicBezTo>
                  <a:cubicBezTo>
                    <a:pt x="0" y="317"/>
                    <a:pt x="4" y="350"/>
                    <a:pt x="16" y="382"/>
                  </a:cubicBezTo>
                  <a:cubicBezTo>
                    <a:pt x="22" y="397"/>
                    <a:pt x="44" y="451"/>
                    <a:pt x="69" y="439"/>
                  </a:cubicBezTo>
                  <a:cubicBezTo>
                    <a:pt x="81" y="434"/>
                    <a:pt x="87" y="400"/>
                    <a:pt x="90" y="389"/>
                  </a:cubicBezTo>
                  <a:cubicBezTo>
                    <a:pt x="94" y="367"/>
                    <a:pt x="96" y="344"/>
                    <a:pt x="97" y="322"/>
                  </a:cubicBezTo>
                  <a:cubicBezTo>
                    <a:pt x="100" y="248"/>
                    <a:pt x="119" y="174"/>
                    <a:pt x="102" y="101"/>
                  </a:cubicBezTo>
                  <a:cubicBezTo>
                    <a:pt x="98" y="84"/>
                    <a:pt x="93" y="59"/>
                    <a:pt x="81" y="46"/>
                  </a:cubicBezTo>
                  <a:cubicBezTo>
                    <a:pt x="73" y="36"/>
                    <a:pt x="58" y="35"/>
                    <a:pt x="48" y="30"/>
                  </a:cubicBezTo>
                </a:path>
              </a:pathLst>
            </a:custGeom>
            <a:solidFill>
              <a:srgbClr val="6666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971" name="Freeform 750">
              <a:extLst>
                <a:ext uri="{FF2B5EF4-FFF2-40B4-BE49-F238E27FC236}">
                  <a16:creationId xmlns:a16="http://schemas.microsoft.com/office/drawing/2014/main" id="{25F12D4C-91B9-4D88-BDCD-EA28E6FE1BC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8" y="2980"/>
              <a:ext cx="175" cy="569"/>
            </a:xfrm>
            <a:custGeom>
              <a:avLst/>
              <a:gdLst>
                <a:gd name="T0" fmla="*/ 56 w 87"/>
                <a:gd name="T1" fmla="*/ 0 h 266"/>
                <a:gd name="T2" fmla="*/ 708 w 87"/>
                <a:gd name="T3" fmla="*/ 233 h 266"/>
                <a:gd name="T4" fmla="*/ 521 w 87"/>
                <a:gd name="T5" fmla="*/ 558 h 266"/>
                <a:gd name="T6" fmla="*/ 555 w 87"/>
                <a:gd name="T7" fmla="*/ 1008 h 266"/>
                <a:gd name="T8" fmla="*/ 571 w 87"/>
                <a:gd name="T9" fmla="*/ 1840 h 266"/>
                <a:gd name="T10" fmla="*/ 595 w 87"/>
                <a:gd name="T11" fmla="*/ 2603 h 266"/>
                <a:gd name="T12" fmla="*/ 416 w 87"/>
                <a:gd name="T13" fmla="*/ 1683 h 266"/>
                <a:gd name="T14" fmla="*/ 284 w 87"/>
                <a:gd name="T15" fmla="*/ 948 h 266"/>
                <a:gd name="T16" fmla="*/ 0 w 87"/>
                <a:gd name="T17" fmla="*/ 88 h 26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7" h="266">
                  <a:moveTo>
                    <a:pt x="7" y="0"/>
                  </a:moveTo>
                  <a:cubicBezTo>
                    <a:pt x="33" y="15"/>
                    <a:pt x="56" y="27"/>
                    <a:pt x="87" y="24"/>
                  </a:cubicBezTo>
                  <a:cubicBezTo>
                    <a:pt x="77" y="21"/>
                    <a:pt x="65" y="48"/>
                    <a:pt x="64" y="57"/>
                  </a:cubicBezTo>
                  <a:cubicBezTo>
                    <a:pt x="62" y="71"/>
                    <a:pt x="68" y="88"/>
                    <a:pt x="68" y="103"/>
                  </a:cubicBezTo>
                  <a:cubicBezTo>
                    <a:pt x="70" y="131"/>
                    <a:pt x="70" y="160"/>
                    <a:pt x="70" y="188"/>
                  </a:cubicBezTo>
                  <a:cubicBezTo>
                    <a:pt x="70" y="213"/>
                    <a:pt x="76" y="242"/>
                    <a:pt x="73" y="266"/>
                  </a:cubicBezTo>
                  <a:cubicBezTo>
                    <a:pt x="56" y="243"/>
                    <a:pt x="56" y="200"/>
                    <a:pt x="51" y="172"/>
                  </a:cubicBezTo>
                  <a:cubicBezTo>
                    <a:pt x="46" y="147"/>
                    <a:pt x="44" y="121"/>
                    <a:pt x="35" y="97"/>
                  </a:cubicBezTo>
                  <a:cubicBezTo>
                    <a:pt x="23" y="68"/>
                    <a:pt x="4" y="40"/>
                    <a:pt x="0" y="9"/>
                  </a:cubicBezTo>
                </a:path>
              </a:pathLst>
            </a:custGeom>
            <a:solidFill>
              <a:srgbClr val="6666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972" name="Freeform 751">
              <a:extLst>
                <a:ext uri="{FF2B5EF4-FFF2-40B4-BE49-F238E27FC236}">
                  <a16:creationId xmlns:a16="http://schemas.microsoft.com/office/drawing/2014/main" id="{B1D4E88D-407B-4BBD-B250-A146EB3B868D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1" y="2914"/>
              <a:ext cx="157" cy="492"/>
            </a:xfrm>
            <a:custGeom>
              <a:avLst/>
              <a:gdLst>
                <a:gd name="T0" fmla="*/ 32 w 78"/>
                <a:gd name="T1" fmla="*/ 0 h 230"/>
                <a:gd name="T2" fmla="*/ 636 w 78"/>
                <a:gd name="T3" fmla="*/ 265 h 230"/>
                <a:gd name="T4" fmla="*/ 588 w 78"/>
                <a:gd name="T5" fmla="*/ 531 h 230"/>
                <a:gd name="T6" fmla="*/ 531 w 78"/>
                <a:gd name="T7" fmla="*/ 1065 h 230"/>
                <a:gd name="T8" fmla="*/ 433 w 78"/>
                <a:gd name="T9" fmla="*/ 2250 h 230"/>
                <a:gd name="T10" fmla="*/ 344 w 78"/>
                <a:gd name="T11" fmla="*/ 1470 h 230"/>
                <a:gd name="T12" fmla="*/ 219 w 78"/>
                <a:gd name="T13" fmla="*/ 843 h 230"/>
                <a:gd name="T14" fmla="*/ 0 w 78"/>
                <a:gd name="T15" fmla="*/ 60 h 23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8" h="230">
                  <a:moveTo>
                    <a:pt x="4" y="0"/>
                  </a:moveTo>
                  <a:cubicBezTo>
                    <a:pt x="18" y="16"/>
                    <a:pt x="57" y="40"/>
                    <a:pt x="78" y="27"/>
                  </a:cubicBezTo>
                  <a:cubicBezTo>
                    <a:pt x="78" y="36"/>
                    <a:pt x="74" y="45"/>
                    <a:pt x="72" y="54"/>
                  </a:cubicBezTo>
                  <a:cubicBezTo>
                    <a:pt x="68" y="72"/>
                    <a:pt x="68" y="91"/>
                    <a:pt x="65" y="109"/>
                  </a:cubicBezTo>
                  <a:cubicBezTo>
                    <a:pt x="60" y="149"/>
                    <a:pt x="53" y="190"/>
                    <a:pt x="53" y="230"/>
                  </a:cubicBezTo>
                  <a:cubicBezTo>
                    <a:pt x="41" y="206"/>
                    <a:pt x="49" y="176"/>
                    <a:pt x="42" y="150"/>
                  </a:cubicBezTo>
                  <a:cubicBezTo>
                    <a:pt x="36" y="129"/>
                    <a:pt x="33" y="107"/>
                    <a:pt x="27" y="86"/>
                  </a:cubicBezTo>
                  <a:cubicBezTo>
                    <a:pt x="18" y="58"/>
                    <a:pt x="2" y="35"/>
                    <a:pt x="0" y="6"/>
                  </a:cubicBezTo>
                </a:path>
              </a:pathLst>
            </a:custGeom>
            <a:solidFill>
              <a:srgbClr val="6666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973" name="Freeform 752">
              <a:extLst>
                <a:ext uri="{FF2B5EF4-FFF2-40B4-BE49-F238E27FC236}">
                  <a16:creationId xmlns:a16="http://schemas.microsoft.com/office/drawing/2014/main" id="{EEF5AE8D-8B7F-451E-94C9-AA536092A2B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6" y="3753"/>
              <a:ext cx="257" cy="64"/>
            </a:xfrm>
            <a:custGeom>
              <a:avLst/>
              <a:gdLst>
                <a:gd name="T0" fmla="*/ 104 w 128"/>
                <a:gd name="T1" fmla="*/ 0 h 30"/>
                <a:gd name="T2" fmla="*/ 552 w 128"/>
                <a:gd name="T3" fmla="*/ 273 h 30"/>
                <a:gd name="T4" fmla="*/ 835 w 128"/>
                <a:gd name="T5" fmla="*/ 265 h 30"/>
                <a:gd name="T6" fmla="*/ 1036 w 128"/>
                <a:gd name="T7" fmla="*/ 250 h 30"/>
                <a:gd name="T8" fmla="*/ 396 w 128"/>
                <a:gd name="T9" fmla="*/ 164 h 30"/>
                <a:gd name="T10" fmla="*/ 120 w 128"/>
                <a:gd name="T11" fmla="*/ 9 h 3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8" h="30">
                  <a:moveTo>
                    <a:pt x="13" y="0"/>
                  </a:moveTo>
                  <a:cubicBezTo>
                    <a:pt x="0" y="24"/>
                    <a:pt x="55" y="28"/>
                    <a:pt x="68" y="28"/>
                  </a:cubicBezTo>
                  <a:cubicBezTo>
                    <a:pt x="80" y="28"/>
                    <a:pt x="92" y="28"/>
                    <a:pt x="103" y="27"/>
                  </a:cubicBezTo>
                  <a:cubicBezTo>
                    <a:pt x="110" y="27"/>
                    <a:pt x="123" y="30"/>
                    <a:pt x="128" y="26"/>
                  </a:cubicBezTo>
                  <a:cubicBezTo>
                    <a:pt x="102" y="27"/>
                    <a:pt x="74" y="23"/>
                    <a:pt x="49" y="17"/>
                  </a:cubicBezTo>
                  <a:cubicBezTo>
                    <a:pt x="38" y="14"/>
                    <a:pt x="20" y="12"/>
                    <a:pt x="15" y="1"/>
                  </a:cubicBezTo>
                </a:path>
              </a:pathLst>
            </a:custGeom>
            <a:solidFill>
              <a:srgbClr val="6666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974" name="Freeform 753">
              <a:extLst>
                <a:ext uri="{FF2B5EF4-FFF2-40B4-BE49-F238E27FC236}">
                  <a16:creationId xmlns:a16="http://schemas.microsoft.com/office/drawing/2014/main" id="{A4D1C4D4-8AD3-47A2-A70E-171CB00E813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5" y="3736"/>
              <a:ext cx="215" cy="83"/>
            </a:xfrm>
            <a:custGeom>
              <a:avLst/>
              <a:gdLst>
                <a:gd name="T0" fmla="*/ 0 w 107"/>
                <a:gd name="T1" fmla="*/ 309 h 39"/>
                <a:gd name="T2" fmla="*/ 553 w 107"/>
                <a:gd name="T3" fmla="*/ 258 h 39"/>
                <a:gd name="T4" fmla="*/ 836 w 107"/>
                <a:gd name="T5" fmla="*/ 19 h 39"/>
                <a:gd name="T6" fmla="*/ 683 w 107"/>
                <a:gd name="T7" fmla="*/ 96 h 39"/>
                <a:gd name="T8" fmla="*/ 340 w 107"/>
                <a:gd name="T9" fmla="*/ 281 h 39"/>
                <a:gd name="T10" fmla="*/ 169 w 107"/>
                <a:gd name="T11" fmla="*/ 309 h 39"/>
                <a:gd name="T12" fmla="*/ 40 w 107"/>
                <a:gd name="T13" fmla="*/ 298 h 3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7" h="39">
                  <a:moveTo>
                    <a:pt x="0" y="32"/>
                  </a:moveTo>
                  <a:cubicBezTo>
                    <a:pt x="22" y="39"/>
                    <a:pt x="47" y="35"/>
                    <a:pt x="68" y="27"/>
                  </a:cubicBezTo>
                  <a:cubicBezTo>
                    <a:pt x="76" y="24"/>
                    <a:pt x="107" y="15"/>
                    <a:pt x="103" y="2"/>
                  </a:cubicBezTo>
                  <a:cubicBezTo>
                    <a:pt x="98" y="0"/>
                    <a:pt x="88" y="8"/>
                    <a:pt x="84" y="10"/>
                  </a:cubicBezTo>
                  <a:cubicBezTo>
                    <a:pt x="70" y="18"/>
                    <a:pt x="56" y="25"/>
                    <a:pt x="42" y="29"/>
                  </a:cubicBezTo>
                  <a:cubicBezTo>
                    <a:pt x="35" y="31"/>
                    <a:pt x="28" y="32"/>
                    <a:pt x="21" y="32"/>
                  </a:cubicBezTo>
                  <a:cubicBezTo>
                    <a:pt x="17" y="32"/>
                    <a:pt x="8" y="29"/>
                    <a:pt x="5" y="31"/>
                  </a:cubicBezTo>
                </a:path>
              </a:pathLst>
            </a:custGeom>
            <a:solidFill>
              <a:srgbClr val="6666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975" name="Freeform 754">
              <a:extLst>
                <a:ext uri="{FF2B5EF4-FFF2-40B4-BE49-F238E27FC236}">
                  <a16:creationId xmlns:a16="http://schemas.microsoft.com/office/drawing/2014/main" id="{3A6B2D0D-1390-468E-910D-056A1C7F2E8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0" y="1789"/>
              <a:ext cx="26" cy="8"/>
            </a:xfrm>
            <a:custGeom>
              <a:avLst/>
              <a:gdLst>
                <a:gd name="T0" fmla="*/ 0 w 13"/>
                <a:gd name="T1" fmla="*/ 32 h 4"/>
                <a:gd name="T2" fmla="*/ 104 w 13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4">
                  <a:moveTo>
                    <a:pt x="0" y="4"/>
                  </a:moveTo>
                  <a:cubicBezTo>
                    <a:pt x="4" y="3"/>
                    <a:pt x="9" y="2"/>
                    <a:pt x="13" y="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976" name="Freeform 755">
              <a:extLst>
                <a:ext uri="{FF2B5EF4-FFF2-40B4-BE49-F238E27FC236}">
                  <a16:creationId xmlns:a16="http://schemas.microsoft.com/office/drawing/2014/main" id="{7AD3B6C4-8286-445A-85FF-73D03E4AB90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4" y="1765"/>
              <a:ext cx="28" cy="15"/>
            </a:xfrm>
            <a:custGeom>
              <a:avLst/>
              <a:gdLst>
                <a:gd name="T0" fmla="*/ 0 w 14"/>
                <a:gd name="T1" fmla="*/ 69 h 7"/>
                <a:gd name="T2" fmla="*/ 112 w 14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7">
                  <a:moveTo>
                    <a:pt x="0" y="7"/>
                  </a:moveTo>
                  <a:cubicBezTo>
                    <a:pt x="5" y="5"/>
                    <a:pt x="9" y="2"/>
                    <a:pt x="14" y="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977" name="Freeform 756">
              <a:extLst>
                <a:ext uri="{FF2B5EF4-FFF2-40B4-BE49-F238E27FC236}">
                  <a16:creationId xmlns:a16="http://schemas.microsoft.com/office/drawing/2014/main" id="{BAA756E4-8A16-4E93-AA88-46CD4864A21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0" y="1733"/>
              <a:ext cx="16" cy="21"/>
            </a:xfrm>
            <a:custGeom>
              <a:avLst/>
              <a:gdLst>
                <a:gd name="T0" fmla="*/ 0 w 8"/>
                <a:gd name="T1" fmla="*/ 92 h 10"/>
                <a:gd name="T2" fmla="*/ 64 w 8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0">
                  <a:moveTo>
                    <a:pt x="0" y="10"/>
                  </a:moveTo>
                  <a:cubicBezTo>
                    <a:pt x="3" y="7"/>
                    <a:pt x="6" y="3"/>
                    <a:pt x="8" y="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978" name="Freeform 757">
              <a:extLst>
                <a:ext uri="{FF2B5EF4-FFF2-40B4-BE49-F238E27FC236}">
                  <a16:creationId xmlns:a16="http://schemas.microsoft.com/office/drawing/2014/main" id="{D95283A5-2491-4670-A7E8-FF75677AABC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0" y="1701"/>
              <a:ext cx="12" cy="19"/>
            </a:xfrm>
            <a:custGeom>
              <a:avLst/>
              <a:gdLst>
                <a:gd name="T0" fmla="*/ 0 w 6"/>
                <a:gd name="T1" fmla="*/ 84 h 9"/>
                <a:gd name="T2" fmla="*/ 48 w 6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9">
                  <a:moveTo>
                    <a:pt x="0" y="9"/>
                  </a:moveTo>
                  <a:cubicBezTo>
                    <a:pt x="2" y="6"/>
                    <a:pt x="4" y="3"/>
                    <a:pt x="6" y="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979" name="Freeform 758">
              <a:extLst>
                <a:ext uri="{FF2B5EF4-FFF2-40B4-BE49-F238E27FC236}">
                  <a16:creationId xmlns:a16="http://schemas.microsoft.com/office/drawing/2014/main" id="{6BCA0975-DFBF-4565-A64C-0CAB33A1B38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6" y="1660"/>
              <a:ext cx="6" cy="20"/>
            </a:xfrm>
            <a:custGeom>
              <a:avLst/>
              <a:gdLst>
                <a:gd name="T0" fmla="*/ 0 w 3"/>
                <a:gd name="T1" fmla="*/ 98 h 9"/>
                <a:gd name="T2" fmla="*/ 24 w 3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9">
                  <a:moveTo>
                    <a:pt x="0" y="9"/>
                  </a:moveTo>
                  <a:cubicBezTo>
                    <a:pt x="2" y="7"/>
                    <a:pt x="3" y="3"/>
                    <a:pt x="3" y="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980" name="Freeform 759">
              <a:extLst>
                <a:ext uri="{FF2B5EF4-FFF2-40B4-BE49-F238E27FC236}">
                  <a16:creationId xmlns:a16="http://schemas.microsoft.com/office/drawing/2014/main" id="{A1E4787C-B16B-4534-9CF9-59C5E40A6F0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2" y="1618"/>
              <a:ext cx="8" cy="25"/>
            </a:xfrm>
            <a:custGeom>
              <a:avLst/>
              <a:gdLst>
                <a:gd name="T0" fmla="*/ 0 w 4"/>
                <a:gd name="T1" fmla="*/ 108 h 12"/>
                <a:gd name="T2" fmla="*/ 32 w 4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2">
                  <a:moveTo>
                    <a:pt x="0" y="12"/>
                  </a:moveTo>
                  <a:cubicBezTo>
                    <a:pt x="2" y="8"/>
                    <a:pt x="2" y="3"/>
                    <a:pt x="4" y="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981" name="Freeform 760">
              <a:extLst>
                <a:ext uri="{FF2B5EF4-FFF2-40B4-BE49-F238E27FC236}">
                  <a16:creationId xmlns:a16="http://schemas.microsoft.com/office/drawing/2014/main" id="{BA26F1B5-10FA-402E-9000-0D35B0DFB21B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1" y="1594"/>
              <a:ext cx="30" cy="39"/>
            </a:xfrm>
            <a:custGeom>
              <a:avLst/>
              <a:gdLst>
                <a:gd name="T0" fmla="*/ 0 w 15"/>
                <a:gd name="T1" fmla="*/ 0 h 18"/>
                <a:gd name="T2" fmla="*/ 120 w 15"/>
                <a:gd name="T3" fmla="*/ 184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8">
                  <a:moveTo>
                    <a:pt x="0" y="0"/>
                  </a:moveTo>
                  <a:cubicBezTo>
                    <a:pt x="4" y="6"/>
                    <a:pt x="10" y="13"/>
                    <a:pt x="15" y="18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982" name="Freeform 761">
              <a:extLst>
                <a:ext uri="{FF2B5EF4-FFF2-40B4-BE49-F238E27FC236}">
                  <a16:creationId xmlns:a16="http://schemas.microsoft.com/office/drawing/2014/main" id="{2C24E0E6-EFE5-45DA-894F-FCA72FAF66EB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4" y="1647"/>
              <a:ext cx="26" cy="20"/>
            </a:xfrm>
            <a:custGeom>
              <a:avLst/>
              <a:gdLst>
                <a:gd name="T0" fmla="*/ 0 w 13"/>
                <a:gd name="T1" fmla="*/ 0 h 9"/>
                <a:gd name="T2" fmla="*/ 104 w 13"/>
                <a:gd name="T3" fmla="*/ 98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9">
                  <a:moveTo>
                    <a:pt x="0" y="0"/>
                  </a:moveTo>
                  <a:cubicBezTo>
                    <a:pt x="3" y="4"/>
                    <a:pt x="9" y="8"/>
                    <a:pt x="13" y="9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983" name="Freeform 762">
              <a:extLst>
                <a:ext uri="{FF2B5EF4-FFF2-40B4-BE49-F238E27FC236}">
                  <a16:creationId xmlns:a16="http://schemas.microsoft.com/office/drawing/2014/main" id="{5D7B0664-3D78-4FC9-A20B-D23E618EA42D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2" y="1686"/>
              <a:ext cx="26" cy="13"/>
            </a:xfrm>
            <a:custGeom>
              <a:avLst/>
              <a:gdLst>
                <a:gd name="T0" fmla="*/ 0 w 13"/>
                <a:gd name="T1" fmla="*/ 0 h 6"/>
                <a:gd name="T2" fmla="*/ 104 w 13"/>
                <a:gd name="T3" fmla="*/ 61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6">
                  <a:moveTo>
                    <a:pt x="0" y="0"/>
                  </a:moveTo>
                  <a:cubicBezTo>
                    <a:pt x="3" y="3"/>
                    <a:pt x="9" y="4"/>
                    <a:pt x="13" y="6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984" name="Freeform 763">
              <a:extLst>
                <a:ext uri="{FF2B5EF4-FFF2-40B4-BE49-F238E27FC236}">
                  <a16:creationId xmlns:a16="http://schemas.microsoft.com/office/drawing/2014/main" id="{37BC2FD6-18A9-40C4-9E60-357F5C82B0B7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4" y="1707"/>
              <a:ext cx="20" cy="5"/>
            </a:xfrm>
            <a:custGeom>
              <a:avLst/>
              <a:gdLst>
                <a:gd name="T0" fmla="*/ 0 w 10"/>
                <a:gd name="T1" fmla="*/ 0 h 2"/>
                <a:gd name="T2" fmla="*/ 80 w 10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">
                  <a:moveTo>
                    <a:pt x="0" y="0"/>
                  </a:moveTo>
                  <a:cubicBezTo>
                    <a:pt x="3" y="0"/>
                    <a:pt x="7" y="0"/>
                    <a:pt x="10" y="2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985" name="Freeform 764">
              <a:extLst>
                <a:ext uri="{FF2B5EF4-FFF2-40B4-BE49-F238E27FC236}">
                  <a16:creationId xmlns:a16="http://schemas.microsoft.com/office/drawing/2014/main" id="{3C49E442-B32D-4CF1-A122-62F4CBE11E3D}"/>
                </a:ext>
              </a:extLst>
            </p:cNvPr>
            <p:cNvSpPr>
              <a:spLocks/>
            </p:cNvSpPr>
            <p:nvPr/>
          </p:nvSpPr>
          <p:spPr bwMode="auto">
            <a:xfrm>
              <a:off x="5102" y="1718"/>
              <a:ext cx="28" cy="2"/>
            </a:xfrm>
            <a:custGeom>
              <a:avLst/>
              <a:gdLst>
                <a:gd name="T0" fmla="*/ 0 w 14"/>
                <a:gd name="T1" fmla="*/ 0 h 1"/>
                <a:gd name="T2" fmla="*/ 112 w 14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">
                  <a:moveTo>
                    <a:pt x="0" y="0"/>
                  </a:moveTo>
                  <a:cubicBezTo>
                    <a:pt x="4" y="0"/>
                    <a:pt x="11" y="1"/>
                    <a:pt x="14" y="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986" name="Freeform 765">
              <a:extLst>
                <a:ext uri="{FF2B5EF4-FFF2-40B4-BE49-F238E27FC236}">
                  <a16:creationId xmlns:a16="http://schemas.microsoft.com/office/drawing/2014/main" id="{93938EA0-DC92-4D82-AB30-39536E1479F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9" y="1611"/>
              <a:ext cx="4" cy="26"/>
            </a:xfrm>
            <a:custGeom>
              <a:avLst/>
              <a:gdLst>
                <a:gd name="T0" fmla="*/ 16 w 2"/>
                <a:gd name="T1" fmla="*/ 0 h 12"/>
                <a:gd name="T2" fmla="*/ 0 w 2"/>
                <a:gd name="T3" fmla="*/ 121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2">
                  <a:moveTo>
                    <a:pt x="2" y="0"/>
                  </a:moveTo>
                  <a:cubicBezTo>
                    <a:pt x="1" y="4"/>
                    <a:pt x="0" y="8"/>
                    <a:pt x="0" y="12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987" name="Freeform 766">
              <a:extLst>
                <a:ext uri="{FF2B5EF4-FFF2-40B4-BE49-F238E27FC236}">
                  <a16:creationId xmlns:a16="http://schemas.microsoft.com/office/drawing/2014/main" id="{4406AF13-871A-4C06-8142-9F44A3064C7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9" y="1652"/>
              <a:ext cx="1" cy="21"/>
            </a:xfrm>
            <a:custGeom>
              <a:avLst/>
              <a:gdLst>
                <a:gd name="T0" fmla="*/ 0 w 1"/>
                <a:gd name="T1" fmla="*/ 0 h 10"/>
                <a:gd name="T2" fmla="*/ 0 w 1"/>
                <a:gd name="T3" fmla="*/ 92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0">
                  <a:moveTo>
                    <a:pt x="0" y="0"/>
                  </a:moveTo>
                  <a:cubicBezTo>
                    <a:pt x="0" y="4"/>
                    <a:pt x="0" y="7"/>
                    <a:pt x="0" y="1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988" name="Freeform 767">
              <a:extLst>
                <a:ext uri="{FF2B5EF4-FFF2-40B4-BE49-F238E27FC236}">
                  <a16:creationId xmlns:a16="http://schemas.microsoft.com/office/drawing/2014/main" id="{CFC41D88-05DC-4384-B330-ED173BF207D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1" y="1699"/>
              <a:ext cx="2" cy="19"/>
            </a:xfrm>
            <a:custGeom>
              <a:avLst/>
              <a:gdLst>
                <a:gd name="T0" fmla="*/ 0 w 1"/>
                <a:gd name="T1" fmla="*/ 0 h 9"/>
                <a:gd name="T2" fmla="*/ 8 w 1"/>
                <a:gd name="T3" fmla="*/ 84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9">
                  <a:moveTo>
                    <a:pt x="0" y="0"/>
                  </a:moveTo>
                  <a:cubicBezTo>
                    <a:pt x="0" y="3"/>
                    <a:pt x="1" y="6"/>
                    <a:pt x="1" y="9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989" name="Freeform 768">
              <a:extLst>
                <a:ext uri="{FF2B5EF4-FFF2-40B4-BE49-F238E27FC236}">
                  <a16:creationId xmlns:a16="http://schemas.microsoft.com/office/drawing/2014/main" id="{122E26F9-90A9-45FC-A7FA-1A15A39A036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5" y="1744"/>
              <a:ext cx="4" cy="19"/>
            </a:xfrm>
            <a:custGeom>
              <a:avLst/>
              <a:gdLst>
                <a:gd name="T0" fmla="*/ 0 w 2"/>
                <a:gd name="T1" fmla="*/ 0 h 9"/>
                <a:gd name="T2" fmla="*/ 16 w 2"/>
                <a:gd name="T3" fmla="*/ 84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9">
                  <a:moveTo>
                    <a:pt x="0" y="0"/>
                  </a:moveTo>
                  <a:cubicBezTo>
                    <a:pt x="1" y="3"/>
                    <a:pt x="2" y="6"/>
                    <a:pt x="2" y="9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990" name="Freeform 769">
              <a:extLst>
                <a:ext uri="{FF2B5EF4-FFF2-40B4-BE49-F238E27FC236}">
                  <a16:creationId xmlns:a16="http://schemas.microsoft.com/office/drawing/2014/main" id="{2E50F973-884C-4521-AD61-615BBD4FBC3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7" y="1791"/>
              <a:ext cx="2" cy="21"/>
            </a:xfrm>
            <a:custGeom>
              <a:avLst/>
              <a:gdLst>
                <a:gd name="T0" fmla="*/ 8 w 1"/>
                <a:gd name="T1" fmla="*/ 0 h 10"/>
                <a:gd name="T2" fmla="*/ 0 w 1"/>
                <a:gd name="T3" fmla="*/ 92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0">
                  <a:moveTo>
                    <a:pt x="1" y="0"/>
                  </a:moveTo>
                  <a:cubicBezTo>
                    <a:pt x="0" y="3"/>
                    <a:pt x="1" y="7"/>
                    <a:pt x="0" y="1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991" name="Freeform 770">
              <a:extLst>
                <a:ext uri="{FF2B5EF4-FFF2-40B4-BE49-F238E27FC236}">
                  <a16:creationId xmlns:a16="http://schemas.microsoft.com/office/drawing/2014/main" id="{B8597F0E-0449-4307-A54F-D27B3D68F3D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7" y="1846"/>
              <a:ext cx="10" cy="20"/>
            </a:xfrm>
            <a:custGeom>
              <a:avLst/>
              <a:gdLst>
                <a:gd name="T0" fmla="*/ 40 w 5"/>
                <a:gd name="T1" fmla="*/ 0 h 9"/>
                <a:gd name="T2" fmla="*/ 0 w 5"/>
                <a:gd name="T3" fmla="*/ 98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9">
                  <a:moveTo>
                    <a:pt x="5" y="0"/>
                  </a:moveTo>
                  <a:cubicBezTo>
                    <a:pt x="3" y="3"/>
                    <a:pt x="3" y="7"/>
                    <a:pt x="0" y="9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</p:grpSp>
      <p:grpSp>
        <p:nvGrpSpPr>
          <p:cNvPr id="36876" name="plain-light-yellow-t-shirt">
            <a:extLst>
              <a:ext uri="{FF2B5EF4-FFF2-40B4-BE49-F238E27FC236}">
                <a16:creationId xmlns:a16="http://schemas.microsoft.com/office/drawing/2014/main" id="{4287695A-9A48-450C-BAE1-1CA9C3603D4E}"/>
              </a:ext>
            </a:extLst>
          </p:cNvPr>
          <p:cNvGrpSpPr>
            <a:grpSpLocks/>
          </p:cNvGrpSpPr>
          <p:nvPr/>
        </p:nvGrpSpPr>
        <p:grpSpPr bwMode="auto">
          <a:xfrm>
            <a:off x="8364538" y="1905000"/>
            <a:ext cx="1560512" cy="1997075"/>
            <a:chOff x="4080" y="960"/>
            <a:chExt cx="1222" cy="1564"/>
          </a:xfrm>
        </p:grpSpPr>
        <p:sp>
          <p:nvSpPr>
            <p:cNvPr id="36877" name="Freeform 772">
              <a:extLst>
                <a:ext uri="{FF2B5EF4-FFF2-40B4-BE49-F238E27FC236}">
                  <a16:creationId xmlns:a16="http://schemas.microsoft.com/office/drawing/2014/main" id="{51DEE971-25F8-4404-956B-68A016649DE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0" y="960"/>
              <a:ext cx="1222" cy="1564"/>
            </a:xfrm>
            <a:custGeom>
              <a:avLst/>
              <a:gdLst>
                <a:gd name="T0" fmla="*/ 1840 w 609"/>
                <a:gd name="T1" fmla="*/ 0 h 731"/>
                <a:gd name="T2" fmla="*/ 2456 w 609"/>
                <a:gd name="T3" fmla="*/ 402 h 731"/>
                <a:gd name="T4" fmla="*/ 3104 w 609"/>
                <a:gd name="T5" fmla="*/ 19 h 731"/>
                <a:gd name="T6" fmla="*/ 4501 w 609"/>
                <a:gd name="T7" fmla="*/ 843 h 731"/>
                <a:gd name="T8" fmla="*/ 4920 w 609"/>
                <a:gd name="T9" fmla="*/ 3045 h 731"/>
                <a:gd name="T10" fmla="*/ 4144 w 609"/>
                <a:gd name="T11" fmla="*/ 3154 h 731"/>
                <a:gd name="T12" fmla="*/ 4128 w 609"/>
                <a:gd name="T13" fmla="*/ 6504 h 731"/>
                <a:gd name="T14" fmla="*/ 857 w 609"/>
                <a:gd name="T15" fmla="*/ 6436 h 731"/>
                <a:gd name="T16" fmla="*/ 849 w 609"/>
                <a:gd name="T17" fmla="*/ 3259 h 731"/>
                <a:gd name="T18" fmla="*/ 0 w 609"/>
                <a:gd name="T19" fmla="*/ 3066 h 731"/>
                <a:gd name="T20" fmla="*/ 460 w 609"/>
                <a:gd name="T21" fmla="*/ 792 h 731"/>
                <a:gd name="T22" fmla="*/ 1840 w 609"/>
                <a:gd name="T23" fmla="*/ 0 h 73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09" h="731">
                  <a:moveTo>
                    <a:pt x="228" y="0"/>
                  </a:moveTo>
                  <a:cubicBezTo>
                    <a:pt x="228" y="0"/>
                    <a:pt x="255" y="41"/>
                    <a:pt x="304" y="41"/>
                  </a:cubicBezTo>
                  <a:cubicBezTo>
                    <a:pt x="352" y="41"/>
                    <a:pt x="384" y="2"/>
                    <a:pt x="384" y="2"/>
                  </a:cubicBezTo>
                  <a:cubicBezTo>
                    <a:pt x="384" y="2"/>
                    <a:pt x="544" y="76"/>
                    <a:pt x="557" y="86"/>
                  </a:cubicBezTo>
                  <a:cubicBezTo>
                    <a:pt x="570" y="96"/>
                    <a:pt x="599" y="159"/>
                    <a:pt x="609" y="311"/>
                  </a:cubicBezTo>
                  <a:cubicBezTo>
                    <a:pt x="609" y="311"/>
                    <a:pt x="572" y="328"/>
                    <a:pt x="513" y="322"/>
                  </a:cubicBezTo>
                  <a:cubicBezTo>
                    <a:pt x="513" y="322"/>
                    <a:pt x="506" y="616"/>
                    <a:pt x="511" y="664"/>
                  </a:cubicBezTo>
                  <a:cubicBezTo>
                    <a:pt x="511" y="664"/>
                    <a:pt x="302" y="731"/>
                    <a:pt x="106" y="657"/>
                  </a:cubicBezTo>
                  <a:cubicBezTo>
                    <a:pt x="106" y="657"/>
                    <a:pt x="109" y="568"/>
                    <a:pt x="105" y="333"/>
                  </a:cubicBezTo>
                  <a:cubicBezTo>
                    <a:pt x="105" y="333"/>
                    <a:pt x="39" y="340"/>
                    <a:pt x="0" y="313"/>
                  </a:cubicBezTo>
                  <a:cubicBezTo>
                    <a:pt x="0" y="313"/>
                    <a:pt x="6" y="130"/>
                    <a:pt x="57" y="81"/>
                  </a:cubicBezTo>
                  <a:cubicBezTo>
                    <a:pt x="57" y="81"/>
                    <a:pt x="171" y="21"/>
                    <a:pt x="228" y="0"/>
                  </a:cubicBezTo>
                  <a:close/>
                </a:path>
              </a:pathLst>
            </a:custGeom>
            <a:solidFill>
              <a:srgbClr val="F7EB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878" name="Freeform 773">
              <a:extLst>
                <a:ext uri="{FF2B5EF4-FFF2-40B4-BE49-F238E27FC236}">
                  <a16:creationId xmlns:a16="http://schemas.microsoft.com/office/drawing/2014/main" id="{58C6EB88-FD48-4D06-A362-03849073FDE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9" y="1617"/>
              <a:ext cx="359" cy="257"/>
            </a:xfrm>
            <a:custGeom>
              <a:avLst/>
              <a:gdLst>
                <a:gd name="T0" fmla="*/ 0 w 179"/>
                <a:gd name="T1" fmla="*/ 0 h 120"/>
                <a:gd name="T2" fmla="*/ 297 w 179"/>
                <a:gd name="T3" fmla="*/ 482 h 120"/>
                <a:gd name="T4" fmla="*/ 676 w 179"/>
                <a:gd name="T5" fmla="*/ 784 h 120"/>
                <a:gd name="T6" fmla="*/ 1091 w 179"/>
                <a:gd name="T7" fmla="*/ 1041 h 120"/>
                <a:gd name="T8" fmla="*/ 1444 w 179"/>
                <a:gd name="T9" fmla="*/ 1178 h 120"/>
                <a:gd name="T10" fmla="*/ 24 w 179"/>
                <a:gd name="T11" fmla="*/ 69 h 1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9" h="120">
                  <a:moveTo>
                    <a:pt x="0" y="0"/>
                  </a:moveTo>
                  <a:cubicBezTo>
                    <a:pt x="13" y="17"/>
                    <a:pt x="22" y="34"/>
                    <a:pt x="37" y="49"/>
                  </a:cubicBezTo>
                  <a:cubicBezTo>
                    <a:pt x="51" y="63"/>
                    <a:pt x="67" y="71"/>
                    <a:pt x="84" y="80"/>
                  </a:cubicBezTo>
                  <a:cubicBezTo>
                    <a:pt x="101" y="89"/>
                    <a:pt x="118" y="99"/>
                    <a:pt x="135" y="106"/>
                  </a:cubicBezTo>
                  <a:cubicBezTo>
                    <a:pt x="149" y="112"/>
                    <a:pt x="167" y="112"/>
                    <a:pt x="179" y="120"/>
                  </a:cubicBezTo>
                  <a:cubicBezTo>
                    <a:pt x="116" y="91"/>
                    <a:pt x="44" y="65"/>
                    <a:pt x="3" y="7"/>
                  </a:cubicBezTo>
                </a:path>
              </a:pathLst>
            </a:custGeom>
            <a:solidFill>
              <a:srgbClr val="F3D5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879" name="Freeform 774">
              <a:extLst>
                <a:ext uri="{FF2B5EF4-FFF2-40B4-BE49-F238E27FC236}">
                  <a16:creationId xmlns:a16="http://schemas.microsoft.com/office/drawing/2014/main" id="{E0011C56-E551-496E-A133-79AC954522F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9" y="1780"/>
              <a:ext cx="229" cy="152"/>
            </a:xfrm>
            <a:custGeom>
              <a:avLst/>
              <a:gdLst>
                <a:gd name="T0" fmla="*/ 0 w 114"/>
                <a:gd name="T1" fmla="*/ 0 h 71"/>
                <a:gd name="T2" fmla="*/ 528 w 114"/>
                <a:gd name="T3" fmla="*/ 353 h 71"/>
                <a:gd name="T4" fmla="*/ 924 w 114"/>
                <a:gd name="T5" fmla="*/ 696 h 71"/>
                <a:gd name="T6" fmla="*/ 404 w 114"/>
                <a:gd name="T7" fmla="*/ 370 h 71"/>
                <a:gd name="T8" fmla="*/ 0 w 114"/>
                <a:gd name="T9" fmla="*/ 9 h 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4" h="71">
                  <a:moveTo>
                    <a:pt x="0" y="0"/>
                  </a:moveTo>
                  <a:cubicBezTo>
                    <a:pt x="22" y="7"/>
                    <a:pt x="46" y="25"/>
                    <a:pt x="65" y="36"/>
                  </a:cubicBezTo>
                  <a:cubicBezTo>
                    <a:pt x="82" y="46"/>
                    <a:pt x="96" y="65"/>
                    <a:pt x="114" y="71"/>
                  </a:cubicBezTo>
                  <a:cubicBezTo>
                    <a:pt x="90" y="64"/>
                    <a:pt x="71" y="52"/>
                    <a:pt x="50" y="38"/>
                  </a:cubicBezTo>
                  <a:cubicBezTo>
                    <a:pt x="34" y="27"/>
                    <a:pt x="12" y="18"/>
                    <a:pt x="0" y="1"/>
                  </a:cubicBezTo>
                </a:path>
              </a:pathLst>
            </a:custGeom>
            <a:solidFill>
              <a:srgbClr val="F3D5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880" name="Freeform 775">
              <a:extLst>
                <a:ext uri="{FF2B5EF4-FFF2-40B4-BE49-F238E27FC236}">
                  <a16:creationId xmlns:a16="http://schemas.microsoft.com/office/drawing/2014/main" id="{C6026CCB-8229-44F5-8347-E974366252BD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1" y="1247"/>
              <a:ext cx="42" cy="274"/>
            </a:xfrm>
            <a:custGeom>
              <a:avLst/>
              <a:gdLst>
                <a:gd name="T0" fmla="*/ 0 w 21"/>
                <a:gd name="T1" fmla="*/ 0 h 128"/>
                <a:gd name="T2" fmla="*/ 160 w 21"/>
                <a:gd name="T3" fmla="*/ 531 h 128"/>
                <a:gd name="T4" fmla="*/ 144 w 21"/>
                <a:gd name="T5" fmla="*/ 1257 h 128"/>
                <a:gd name="T6" fmla="*/ 128 w 21"/>
                <a:gd name="T7" fmla="*/ 559 h 128"/>
                <a:gd name="T8" fmla="*/ 16 w 21"/>
                <a:gd name="T9" fmla="*/ 69 h 1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128">
                  <a:moveTo>
                    <a:pt x="0" y="0"/>
                  </a:moveTo>
                  <a:cubicBezTo>
                    <a:pt x="8" y="20"/>
                    <a:pt x="19" y="31"/>
                    <a:pt x="20" y="54"/>
                  </a:cubicBezTo>
                  <a:cubicBezTo>
                    <a:pt x="21" y="79"/>
                    <a:pt x="20" y="104"/>
                    <a:pt x="18" y="128"/>
                  </a:cubicBezTo>
                  <a:cubicBezTo>
                    <a:pt x="7" y="107"/>
                    <a:pt x="17" y="79"/>
                    <a:pt x="16" y="57"/>
                  </a:cubicBezTo>
                  <a:cubicBezTo>
                    <a:pt x="15" y="39"/>
                    <a:pt x="11" y="23"/>
                    <a:pt x="2" y="7"/>
                  </a:cubicBezTo>
                </a:path>
              </a:pathLst>
            </a:custGeom>
            <a:solidFill>
              <a:srgbClr val="F3D5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881" name="Freeform 776">
              <a:extLst>
                <a:ext uri="{FF2B5EF4-FFF2-40B4-BE49-F238E27FC236}">
                  <a16:creationId xmlns:a16="http://schemas.microsoft.com/office/drawing/2014/main" id="{5439E415-BC19-4964-BD34-5E35A7830A8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7" y="1621"/>
              <a:ext cx="215" cy="167"/>
            </a:xfrm>
            <a:custGeom>
              <a:avLst/>
              <a:gdLst>
                <a:gd name="T0" fmla="*/ 0 w 107"/>
                <a:gd name="T1" fmla="*/ 0 h 78"/>
                <a:gd name="T2" fmla="*/ 348 w 107"/>
                <a:gd name="T3" fmla="*/ 450 h 78"/>
                <a:gd name="T4" fmla="*/ 868 w 107"/>
                <a:gd name="T5" fmla="*/ 766 h 78"/>
                <a:gd name="T6" fmla="*/ 569 w 107"/>
                <a:gd name="T7" fmla="*/ 567 h 78"/>
                <a:gd name="T8" fmla="*/ 332 w 107"/>
                <a:gd name="T9" fmla="*/ 403 h 78"/>
                <a:gd name="T10" fmla="*/ 16 w 107"/>
                <a:gd name="T11" fmla="*/ 28 h 7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7" h="78">
                  <a:moveTo>
                    <a:pt x="0" y="0"/>
                  </a:moveTo>
                  <a:cubicBezTo>
                    <a:pt x="12" y="16"/>
                    <a:pt x="27" y="33"/>
                    <a:pt x="43" y="46"/>
                  </a:cubicBezTo>
                  <a:cubicBezTo>
                    <a:pt x="62" y="61"/>
                    <a:pt x="87" y="65"/>
                    <a:pt x="107" y="78"/>
                  </a:cubicBezTo>
                  <a:cubicBezTo>
                    <a:pt x="94" y="77"/>
                    <a:pt x="80" y="63"/>
                    <a:pt x="70" y="58"/>
                  </a:cubicBezTo>
                  <a:cubicBezTo>
                    <a:pt x="60" y="52"/>
                    <a:pt x="50" y="48"/>
                    <a:pt x="41" y="41"/>
                  </a:cubicBezTo>
                  <a:cubicBezTo>
                    <a:pt x="29" y="32"/>
                    <a:pt x="9" y="17"/>
                    <a:pt x="2" y="3"/>
                  </a:cubicBezTo>
                </a:path>
              </a:pathLst>
            </a:custGeom>
            <a:solidFill>
              <a:srgbClr val="FCF9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882" name="Freeform 777">
              <a:extLst>
                <a:ext uri="{FF2B5EF4-FFF2-40B4-BE49-F238E27FC236}">
                  <a16:creationId xmlns:a16="http://schemas.microsoft.com/office/drawing/2014/main" id="{94013F9A-DE14-412A-9964-60F9858F753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3" y="973"/>
              <a:ext cx="23" cy="17"/>
            </a:xfrm>
            <a:custGeom>
              <a:avLst/>
              <a:gdLst>
                <a:gd name="T0" fmla="*/ 100 w 11"/>
                <a:gd name="T1" fmla="*/ 0 h 8"/>
                <a:gd name="T2" fmla="*/ 44 w 11"/>
                <a:gd name="T3" fmla="*/ 19 h 8"/>
                <a:gd name="T4" fmla="*/ 0 w 11"/>
                <a:gd name="T5" fmla="*/ 60 h 8"/>
                <a:gd name="T6" fmla="*/ 44 w 11"/>
                <a:gd name="T7" fmla="*/ 60 h 8"/>
                <a:gd name="T8" fmla="*/ 100 w 11"/>
                <a:gd name="T9" fmla="*/ 9 h 8"/>
                <a:gd name="T10" fmla="*/ 100 w 11"/>
                <a:gd name="T11" fmla="*/ 0 h 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" h="8">
                  <a:moveTo>
                    <a:pt x="11" y="0"/>
                  </a:moveTo>
                  <a:cubicBezTo>
                    <a:pt x="9" y="0"/>
                    <a:pt x="7" y="1"/>
                    <a:pt x="5" y="2"/>
                  </a:cubicBezTo>
                  <a:cubicBezTo>
                    <a:pt x="4" y="3"/>
                    <a:pt x="0" y="4"/>
                    <a:pt x="0" y="6"/>
                  </a:cubicBezTo>
                  <a:cubicBezTo>
                    <a:pt x="3" y="7"/>
                    <a:pt x="2" y="8"/>
                    <a:pt x="5" y="6"/>
                  </a:cubicBezTo>
                  <a:cubicBezTo>
                    <a:pt x="7" y="5"/>
                    <a:pt x="10" y="3"/>
                    <a:pt x="11" y="1"/>
                  </a:cubicBezTo>
                  <a:cubicBezTo>
                    <a:pt x="11" y="1"/>
                    <a:pt x="11" y="0"/>
                    <a:pt x="11" y="0"/>
                  </a:cubicBezTo>
                </a:path>
              </a:pathLst>
            </a:custGeom>
            <a:solidFill>
              <a:srgbClr val="FCF9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883" name="Freeform 778">
              <a:extLst>
                <a:ext uri="{FF2B5EF4-FFF2-40B4-BE49-F238E27FC236}">
                  <a16:creationId xmlns:a16="http://schemas.microsoft.com/office/drawing/2014/main" id="{AB2666BF-7096-459A-A7B8-38A7F59D4F7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3" y="983"/>
              <a:ext cx="21" cy="20"/>
            </a:xfrm>
            <a:custGeom>
              <a:avLst/>
              <a:gdLst>
                <a:gd name="T0" fmla="*/ 92 w 10"/>
                <a:gd name="T1" fmla="*/ 9 h 9"/>
                <a:gd name="T2" fmla="*/ 0 w 10"/>
                <a:gd name="T3" fmla="*/ 80 h 9"/>
                <a:gd name="T4" fmla="*/ 48 w 10"/>
                <a:gd name="T5" fmla="*/ 80 h 9"/>
                <a:gd name="T6" fmla="*/ 84 w 10"/>
                <a:gd name="T7" fmla="*/ 0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9">
                  <a:moveTo>
                    <a:pt x="10" y="1"/>
                  </a:moveTo>
                  <a:cubicBezTo>
                    <a:pt x="7" y="0"/>
                    <a:pt x="2" y="5"/>
                    <a:pt x="0" y="7"/>
                  </a:cubicBezTo>
                  <a:cubicBezTo>
                    <a:pt x="2" y="9"/>
                    <a:pt x="3" y="9"/>
                    <a:pt x="5" y="7"/>
                  </a:cubicBezTo>
                  <a:cubicBezTo>
                    <a:pt x="7" y="6"/>
                    <a:pt x="10" y="3"/>
                    <a:pt x="9" y="0"/>
                  </a:cubicBezTo>
                </a:path>
              </a:pathLst>
            </a:custGeom>
            <a:solidFill>
              <a:srgbClr val="FCF9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884" name="Freeform 779">
              <a:extLst>
                <a:ext uri="{FF2B5EF4-FFF2-40B4-BE49-F238E27FC236}">
                  <a16:creationId xmlns:a16="http://schemas.microsoft.com/office/drawing/2014/main" id="{4A3385B0-4983-48D5-94C2-C3322D3575A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8" y="996"/>
              <a:ext cx="22" cy="22"/>
            </a:xfrm>
            <a:custGeom>
              <a:avLst/>
              <a:gdLst>
                <a:gd name="T0" fmla="*/ 72 w 11"/>
                <a:gd name="T1" fmla="*/ 0 h 10"/>
                <a:gd name="T2" fmla="*/ 0 w 11"/>
                <a:gd name="T3" fmla="*/ 88 h 10"/>
                <a:gd name="T4" fmla="*/ 32 w 11"/>
                <a:gd name="T5" fmla="*/ 106 h 10"/>
                <a:gd name="T6" fmla="*/ 72 w 11"/>
                <a:gd name="T7" fmla="*/ 9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0">
                  <a:moveTo>
                    <a:pt x="9" y="0"/>
                  </a:moveTo>
                  <a:cubicBezTo>
                    <a:pt x="7" y="2"/>
                    <a:pt x="1" y="4"/>
                    <a:pt x="0" y="8"/>
                  </a:cubicBezTo>
                  <a:cubicBezTo>
                    <a:pt x="1" y="8"/>
                    <a:pt x="3" y="9"/>
                    <a:pt x="4" y="10"/>
                  </a:cubicBezTo>
                  <a:cubicBezTo>
                    <a:pt x="4" y="7"/>
                    <a:pt x="11" y="3"/>
                    <a:pt x="9" y="1"/>
                  </a:cubicBezTo>
                </a:path>
              </a:pathLst>
            </a:custGeom>
            <a:solidFill>
              <a:srgbClr val="FCF9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885" name="Freeform 780">
              <a:extLst>
                <a:ext uri="{FF2B5EF4-FFF2-40B4-BE49-F238E27FC236}">
                  <a16:creationId xmlns:a16="http://schemas.microsoft.com/office/drawing/2014/main" id="{C756F59B-0EA3-4299-90C3-791927B7EA1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2" y="1009"/>
              <a:ext cx="26" cy="24"/>
            </a:xfrm>
            <a:custGeom>
              <a:avLst/>
              <a:gdLst>
                <a:gd name="T0" fmla="*/ 64 w 13"/>
                <a:gd name="T1" fmla="*/ 0 h 11"/>
                <a:gd name="T2" fmla="*/ 0 w 13"/>
                <a:gd name="T3" fmla="*/ 81 h 11"/>
                <a:gd name="T4" fmla="*/ 32 w 13"/>
                <a:gd name="T5" fmla="*/ 113 h 11"/>
                <a:gd name="T6" fmla="*/ 64 w 13"/>
                <a:gd name="T7" fmla="*/ 9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1">
                  <a:moveTo>
                    <a:pt x="8" y="0"/>
                  </a:moveTo>
                  <a:cubicBezTo>
                    <a:pt x="5" y="1"/>
                    <a:pt x="1" y="6"/>
                    <a:pt x="0" y="8"/>
                  </a:cubicBezTo>
                  <a:cubicBezTo>
                    <a:pt x="1" y="9"/>
                    <a:pt x="2" y="11"/>
                    <a:pt x="4" y="11"/>
                  </a:cubicBezTo>
                  <a:cubicBezTo>
                    <a:pt x="4" y="10"/>
                    <a:pt x="13" y="2"/>
                    <a:pt x="8" y="1"/>
                  </a:cubicBezTo>
                </a:path>
              </a:pathLst>
            </a:custGeom>
            <a:solidFill>
              <a:srgbClr val="FCF9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886" name="Freeform 781">
              <a:extLst>
                <a:ext uri="{FF2B5EF4-FFF2-40B4-BE49-F238E27FC236}">
                  <a16:creationId xmlns:a16="http://schemas.microsoft.com/office/drawing/2014/main" id="{B37A4074-05B7-4585-9EDA-0905B6067BF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8" y="1024"/>
              <a:ext cx="22" cy="26"/>
            </a:xfrm>
            <a:custGeom>
              <a:avLst/>
              <a:gdLst>
                <a:gd name="T0" fmla="*/ 64 w 11"/>
                <a:gd name="T1" fmla="*/ 0 h 12"/>
                <a:gd name="T2" fmla="*/ 0 w 11"/>
                <a:gd name="T3" fmla="*/ 104 h 12"/>
                <a:gd name="T4" fmla="*/ 40 w 11"/>
                <a:gd name="T5" fmla="*/ 121 h 12"/>
                <a:gd name="T6" fmla="*/ 64 w 11"/>
                <a:gd name="T7" fmla="*/ 72 h 12"/>
                <a:gd name="T8" fmla="*/ 56 w 11"/>
                <a:gd name="T9" fmla="*/ 0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2">
                  <a:moveTo>
                    <a:pt x="8" y="0"/>
                  </a:moveTo>
                  <a:cubicBezTo>
                    <a:pt x="6" y="3"/>
                    <a:pt x="2" y="7"/>
                    <a:pt x="0" y="10"/>
                  </a:cubicBezTo>
                  <a:cubicBezTo>
                    <a:pt x="0" y="10"/>
                    <a:pt x="4" y="12"/>
                    <a:pt x="5" y="12"/>
                  </a:cubicBezTo>
                  <a:cubicBezTo>
                    <a:pt x="6" y="12"/>
                    <a:pt x="7" y="9"/>
                    <a:pt x="8" y="7"/>
                  </a:cubicBezTo>
                  <a:cubicBezTo>
                    <a:pt x="10" y="4"/>
                    <a:pt x="11" y="3"/>
                    <a:pt x="7" y="0"/>
                  </a:cubicBezTo>
                </a:path>
              </a:pathLst>
            </a:custGeom>
            <a:solidFill>
              <a:srgbClr val="FCF9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887" name="Freeform 782">
              <a:extLst>
                <a:ext uri="{FF2B5EF4-FFF2-40B4-BE49-F238E27FC236}">
                  <a16:creationId xmlns:a16="http://schemas.microsoft.com/office/drawing/2014/main" id="{B92D77C1-3B5D-4626-B9EF-B2DEEB33014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0" y="1037"/>
              <a:ext cx="22" cy="28"/>
            </a:xfrm>
            <a:custGeom>
              <a:avLst/>
              <a:gdLst>
                <a:gd name="T0" fmla="*/ 48 w 11"/>
                <a:gd name="T1" fmla="*/ 0 h 13"/>
                <a:gd name="T2" fmla="*/ 0 w 11"/>
                <a:gd name="T3" fmla="*/ 129 h 13"/>
                <a:gd name="T4" fmla="*/ 40 w 11"/>
                <a:gd name="T5" fmla="*/ 121 h 13"/>
                <a:gd name="T6" fmla="*/ 56 w 11"/>
                <a:gd name="T7" fmla="*/ 9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3">
                  <a:moveTo>
                    <a:pt x="6" y="0"/>
                  </a:moveTo>
                  <a:cubicBezTo>
                    <a:pt x="4" y="1"/>
                    <a:pt x="1" y="10"/>
                    <a:pt x="0" y="13"/>
                  </a:cubicBezTo>
                  <a:cubicBezTo>
                    <a:pt x="2" y="13"/>
                    <a:pt x="4" y="12"/>
                    <a:pt x="5" y="12"/>
                  </a:cubicBezTo>
                  <a:cubicBezTo>
                    <a:pt x="5" y="9"/>
                    <a:pt x="11" y="2"/>
                    <a:pt x="7" y="1"/>
                  </a:cubicBezTo>
                </a:path>
              </a:pathLst>
            </a:custGeom>
            <a:solidFill>
              <a:srgbClr val="FCF9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888" name="Freeform 783">
              <a:extLst>
                <a:ext uri="{FF2B5EF4-FFF2-40B4-BE49-F238E27FC236}">
                  <a16:creationId xmlns:a16="http://schemas.microsoft.com/office/drawing/2014/main" id="{FC463191-12F3-486D-8905-179ABD3727E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0" y="1048"/>
              <a:ext cx="16" cy="25"/>
            </a:xfrm>
            <a:custGeom>
              <a:avLst/>
              <a:gdLst>
                <a:gd name="T0" fmla="*/ 32 w 8"/>
                <a:gd name="T1" fmla="*/ 0 h 12"/>
                <a:gd name="T2" fmla="*/ 0 w 8"/>
                <a:gd name="T3" fmla="*/ 108 h 12"/>
                <a:gd name="T4" fmla="*/ 48 w 8"/>
                <a:gd name="T5" fmla="*/ 65 h 12"/>
                <a:gd name="T6" fmla="*/ 32 w 8"/>
                <a:gd name="T7" fmla="*/ 8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12">
                  <a:moveTo>
                    <a:pt x="4" y="0"/>
                  </a:moveTo>
                  <a:cubicBezTo>
                    <a:pt x="2" y="3"/>
                    <a:pt x="0" y="8"/>
                    <a:pt x="0" y="12"/>
                  </a:cubicBezTo>
                  <a:cubicBezTo>
                    <a:pt x="4" y="12"/>
                    <a:pt x="5" y="11"/>
                    <a:pt x="6" y="7"/>
                  </a:cubicBezTo>
                  <a:cubicBezTo>
                    <a:pt x="7" y="4"/>
                    <a:pt x="8" y="2"/>
                    <a:pt x="4" y="1"/>
                  </a:cubicBezTo>
                </a:path>
              </a:pathLst>
            </a:custGeom>
            <a:solidFill>
              <a:srgbClr val="FCF9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889" name="Freeform 784">
              <a:extLst>
                <a:ext uri="{FF2B5EF4-FFF2-40B4-BE49-F238E27FC236}">
                  <a16:creationId xmlns:a16="http://schemas.microsoft.com/office/drawing/2014/main" id="{C0CA867C-59BD-4EC6-87C8-1E7177C8E7A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8" y="1052"/>
              <a:ext cx="18" cy="36"/>
            </a:xfrm>
            <a:custGeom>
              <a:avLst/>
              <a:gdLst>
                <a:gd name="T0" fmla="*/ 40 w 9"/>
                <a:gd name="T1" fmla="*/ 8 h 17"/>
                <a:gd name="T2" fmla="*/ 32 w 9"/>
                <a:gd name="T3" fmla="*/ 0 h 17"/>
                <a:gd name="T4" fmla="*/ 0 w 9"/>
                <a:gd name="T5" fmla="*/ 144 h 17"/>
                <a:gd name="T6" fmla="*/ 48 w 9"/>
                <a:gd name="T7" fmla="*/ 152 h 17"/>
                <a:gd name="T8" fmla="*/ 72 w 9"/>
                <a:gd name="T9" fmla="*/ 49 h 17"/>
                <a:gd name="T10" fmla="*/ 24 w 9"/>
                <a:gd name="T11" fmla="*/ 8 h 1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" h="17">
                  <a:moveTo>
                    <a:pt x="5" y="1"/>
                  </a:moveTo>
                  <a:cubicBezTo>
                    <a:pt x="5" y="0"/>
                    <a:pt x="4" y="0"/>
                    <a:pt x="4" y="0"/>
                  </a:cubicBezTo>
                  <a:cubicBezTo>
                    <a:pt x="4" y="5"/>
                    <a:pt x="0" y="10"/>
                    <a:pt x="0" y="15"/>
                  </a:cubicBezTo>
                  <a:cubicBezTo>
                    <a:pt x="2" y="15"/>
                    <a:pt x="3" y="17"/>
                    <a:pt x="6" y="16"/>
                  </a:cubicBezTo>
                  <a:cubicBezTo>
                    <a:pt x="6" y="13"/>
                    <a:pt x="9" y="9"/>
                    <a:pt x="9" y="5"/>
                  </a:cubicBezTo>
                  <a:cubicBezTo>
                    <a:pt x="9" y="1"/>
                    <a:pt x="5" y="3"/>
                    <a:pt x="3" y="1"/>
                  </a:cubicBezTo>
                </a:path>
              </a:pathLst>
            </a:custGeom>
            <a:solidFill>
              <a:srgbClr val="FCF9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890" name="Freeform 785">
              <a:extLst>
                <a:ext uri="{FF2B5EF4-FFF2-40B4-BE49-F238E27FC236}">
                  <a16:creationId xmlns:a16="http://schemas.microsoft.com/office/drawing/2014/main" id="{5BA1BD76-4CCF-48DC-A5C5-80F82CCFF1E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8" y="1056"/>
              <a:ext cx="18" cy="32"/>
            </a:xfrm>
            <a:custGeom>
              <a:avLst/>
              <a:gdLst>
                <a:gd name="T0" fmla="*/ 24 w 9"/>
                <a:gd name="T1" fmla="*/ 9 h 15"/>
                <a:gd name="T2" fmla="*/ 0 w 9"/>
                <a:gd name="T3" fmla="*/ 137 h 15"/>
                <a:gd name="T4" fmla="*/ 48 w 9"/>
                <a:gd name="T5" fmla="*/ 145 h 15"/>
                <a:gd name="T6" fmla="*/ 24 w 9"/>
                <a:gd name="T7" fmla="*/ 28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5">
                  <a:moveTo>
                    <a:pt x="3" y="1"/>
                  </a:moveTo>
                  <a:cubicBezTo>
                    <a:pt x="4" y="5"/>
                    <a:pt x="1" y="10"/>
                    <a:pt x="0" y="14"/>
                  </a:cubicBezTo>
                  <a:cubicBezTo>
                    <a:pt x="2" y="14"/>
                    <a:pt x="4" y="15"/>
                    <a:pt x="6" y="15"/>
                  </a:cubicBezTo>
                  <a:cubicBezTo>
                    <a:pt x="6" y="13"/>
                    <a:pt x="9" y="0"/>
                    <a:pt x="3" y="3"/>
                  </a:cubicBezTo>
                </a:path>
              </a:pathLst>
            </a:custGeom>
            <a:solidFill>
              <a:srgbClr val="FCF9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891" name="Freeform 786">
              <a:extLst>
                <a:ext uri="{FF2B5EF4-FFF2-40B4-BE49-F238E27FC236}">
                  <a16:creationId xmlns:a16="http://schemas.microsoft.com/office/drawing/2014/main" id="{E4974A80-54DB-4325-8192-3CDFBDDEB73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6" y="1063"/>
              <a:ext cx="16" cy="30"/>
            </a:xfrm>
            <a:custGeom>
              <a:avLst/>
              <a:gdLst>
                <a:gd name="T0" fmla="*/ 0 w 8"/>
                <a:gd name="T1" fmla="*/ 9 h 14"/>
                <a:gd name="T2" fmla="*/ 0 w 8"/>
                <a:gd name="T3" fmla="*/ 137 h 14"/>
                <a:gd name="T4" fmla="*/ 48 w 8"/>
                <a:gd name="T5" fmla="*/ 129 h 14"/>
                <a:gd name="T6" fmla="*/ 48 w 8"/>
                <a:gd name="T7" fmla="*/ 60 h 14"/>
                <a:gd name="T8" fmla="*/ 48 w 8"/>
                <a:gd name="T9" fmla="*/ 9 h 14"/>
                <a:gd name="T10" fmla="*/ 0 w 8"/>
                <a:gd name="T11" fmla="*/ 9 h 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" h="14">
                  <a:moveTo>
                    <a:pt x="0" y="1"/>
                  </a:moveTo>
                  <a:cubicBezTo>
                    <a:pt x="1" y="5"/>
                    <a:pt x="0" y="10"/>
                    <a:pt x="0" y="14"/>
                  </a:cubicBezTo>
                  <a:cubicBezTo>
                    <a:pt x="1" y="14"/>
                    <a:pt x="4" y="14"/>
                    <a:pt x="6" y="13"/>
                  </a:cubicBezTo>
                  <a:cubicBezTo>
                    <a:pt x="8" y="11"/>
                    <a:pt x="6" y="9"/>
                    <a:pt x="6" y="6"/>
                  </a:cubicBezTo>
                  <a:cubicBezTo>
                    <a:pt x="6" y="5"/>
                    <a:pt x="7" y="2"/>
                    <a:pt x="6" y="1"/>
                  </a:cubicBezTo>
                  <a:cubicBezTo>
                    <a:pt x="4" y="0"/>
                    <a:pt x="1" y="1"/>
                    <a:pt x="0" y="1"/>
                  </a:cubicBezTo>
                </a:path>
              </a:pathLst>
            </a:custGeom>
            <a:solidFill>
              <a:srgbClr val="FCF9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892" name="Freeform 787">
              <a:extLst>
                <a:ext uri="{FF2B5EF4-FFF2-40B4-BE49-F238E27FC236}">
                  <a16:creationId xmlns:a16="http://schemas.microsoft.com/office/drawing/2014/main" id="{D3B5605B-3032-4515-8D31-802FCC14F4E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2" y="1063"/>
              <a:ext cx="12" cy="27"/>
            </a:xfrm>
            <a:custGeom>
              <a:avLst/>
              <a:gdLst>
                <a:gd name="T0" fmla="*/ 8 w 6"/>
                <a:gd name="T1" fmla="*/ 8 h 13"/>
                <a:gd name="T2" fmla="*/ 0 w 6"/>
                <a:gd name="T3" fmla="*/ 8 h 13"/>
                <a:gd name="T4" fmla="*/ 8 w 6"/>
                <a:gd name="T5" fmla="*/ 116 h 13"/>
                <a:gd name="T6" fmla="*/ 48 w 6"/>
                <a:gd name="T7" fmla="*/ 91 h 13"/>
                <a:gd name="T8" fmla="*/ 40 w 6"/>
                <a:gd name="T9" fmla="*/ 17 h 13"/>
                <a:gd name="T10" fmla="*/ 8 w 6"/>
                <a:gd name="T11" fmla="*/ 8 h 1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" h="13">
                  <a:moveTo>
                    <a:pt x="1" y="1"/>
                  </a:moveTo>
                  <a:cubicBezTo>
                    <a:pt x="1" y="1"/>
                    <a:pt x="0" y="1"/>
                    <a:pt x="0" y="1"/>
                  </a:cubicBezTo>
                  <a:cubicBezTo>
                    <a:pt x="1" y="5"/>
                    <a:pt x="1" y="9"/>
                    <a:pt x="1" y="13"/>
                  </a:cubicBezTo>
                  <a:cubicBezTo>
                    <a:pt x="2" y="13"/>
                    <a:pt x="5" y="11"/>
                    <a:pt x="6" y="10"/>
                  </a:cubicBezTo>
                  <a:cubicBezTo>
                    <a:pt x="5" y="7"/>
                    <a:pt x="5" y="5"/>
                    <a:pt x="5" y="2"/>
                  </a:cubicBezTo>
                  <a:cubicBezTo>
                    <a:pt x="4" y="0"/>
                    <a:pt x="4" y="0"/>
                    <a:pt x="1" y="1"/>
                  </a:cubicBezTo>
                </a:path>
              </a:pathLst>
            </a:custGeom>
            <a:solidFill>
              <a:srgbClr val="FCF9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893" name="Freeform 788">
              <a:extLst>
                <a:ext uri="{FF2B5EF4-FFF2-40B4-BE49-F238E27FC236}">
                  <a16:creationId xmlns:a16="http://schemas.microsoft.com/office/drawing/2014/main" id="{25A3F564-B0F2-4021-9D6C-C0078F22370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4" y="1046"/>
              <a:ext cx="20" cy="27"/>
            </a:xfrm>
            <a:custGeom>
              <a:avLst/>
              <a:gdLst>
                <a:gd name="T0" fmla="*/ 0 w 10"/>
                <a:gd name="T1" fmla="*/ 25 h 13"/>
                <a:gd name="T2" fmla="*/ 32 w 10"/>
                <a:gd name="T3" fmla="*/ 116 h 13"/>
                <a:gd name="T4" fmla="*/ 80 w 10"/>
                <a:gd name="T5" fmla="*/ 81 h 13"/>
                <a:gd name="T6" fmla="*/ 40 w 10"/>
                <a:gd name="T7" fmla="*/ 17 h 13"/>
                <a:gd name="T8" fmla="*/ 0 w 10"/>
                <a:gd name="T9" fmla="*/ 17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3">
                  <a:moveTo>
                    <a:pt x="0" y="3"/>
                  </a:moveTo>
                  <a:cubicBezTo>
                    <a:pt x="1" y="6"/>
                    <a:pt x="3" y="10"/>
                    <a:pt x="4" y="13"/>
                  </a:cubicBezTo>
                  <a:cubicBezTo>
                    <a:pt x="6" y="12"/>
                    <a:pt x="8" y="10"/>
                    <a:pt x="10" y="9"/>
                  </a:cubicBezTo>
                  <a:cubicBezTo>
                    <a:pt x="8" y="7"/>
                    <a:pt x="7" y="3"/>
                    <a:pt x="5" y="2"/>
                  </a:cubicBezTo>
                  <a:cubicBezTo>
                    <a:pt x="3" y="0"/>
                    <a:pt x="3" y="1"/>
                    <a:pt x="0" y="2"/>
                  </a:cubicBezTo>
                </a:path>
              </a:pathLst>
            </a:custGeom>
            <a:solidFill>
              <a:srgbClr val="FCF9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894" name="Freeform 789">
              <a:extLst>
                <a:ext uri="{FF2B5EF4-FFF2-40B4-BE49-F238E27FC236}">
                  <a16:creationId xmlns:a16="http://schemas.microsoft.com/office/drawing/2014/main" id="{23888078-9A3F-4FD6-969D-61153F909AC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0" y="1037"/>
              <a:ext cx="14" cy="19"/>
            </a:xfrm>
            <a:custGeom>
              <a:avLst/>
              <a:gdLst>
                <a:gd name="T0" fmla="*/ 0 w 7"/>
                <a:gd name="T1" fmla="*/ 17 h 9"/>
                <a:gd name="T2" fmla="*/ 32 w 7"/>
                <a:gd name="T3" fmla="*/ 84 h 9"/>
                <a:gd name="T4" fmla="*/ 56 w 7"/>
                <a:gd name="T5" fmla="*/ 57 h 9"/>
                <a:gd name="T6" fmla="*/ 8 w 7"/>
                <a:gd name="T7" fmla="*/ 0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9">
                  <a:moveTo>
                    <a:pt x="0" y="2"/>
                  </a:moveTo>
                  <a:cubicBezTo>
                    <a:pt x="2" y="4"/>
                    <a:pt x="3" y="7"/>
                    <a:pt x="4" y="9"/>
                  </a:cubicBezTo>
                  <a:cubicBezTo>
                    <a:pt x="5" y="8"/>
                    <a:pt x="6" y="7"/>
                    <a:pt x="7" y="6"/>
                  </a:cubicBezTo>
                  <a:cubicBezTo>
                    <a:pt x="4" y="5"/>
                    <a:pt x="3" y="3"/>
                    <a:pt x="1" y="0"/>
                  </a:cubicBezTo>
                </a:path>
              </a:pathLst>
            </a:custGeom>
            <a:solidFill>
              <a:srgbClr val="FCF9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895" name="Freeform 790">
              <a:extLst>
                <a:ext uri="{FF2B5EF4-FFF2-40B4-BE49-F238E27FC236}">
                  <a16:creationId xmlns:a16="http://schemas.microsoft.com/office/drawing/2014/main" id="{1156658D-8665-4F82-A534-37BB5A3922F0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8" y="1018"/>
              <a:ext cx="16" cy="19"/>
            </a:xfrm>
            <a:custGeom>
              <a:avLst/>
              <a:gdLst>
                <a:gd name="T0" fmla="*/ 0 w 8"/>
                <a:gd name="T1" fmla="*/ 8 h 9"/>
                <a:gd name="T2" fmla="*/ 40 w 8"/>
                <a:gd name="T3" fmla="*/ 84 h 9"/>
                <a:gd name="T4" fmla="*/ 64 w 8"/>
                <a:gd name="T5" fmla="*/ 57 h 9"/>
                <a:gd name="T6" fmla="*/ 8 w 8"/>
                <a:gd name="T7" fmla="*/ 0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9">
                  <a:moveTo>
                    <a:pt x="0" y="1"/>
                  </a:moveTo>
                  <a:cubicBezTo>
                    <a:pt x="1" y="3"/>
                    <a:pt x="3" y="8"/>
                    <a:pt x="5" y="9"/>
                  </a:cubicBezTo>
                  <a:cubicBezTo>
                    <a:pt x="6" y="8"/>
                    <a:pt x="7" y="7"/>
                    <a:pt x="8" y="6"/>
                  </a:cubicBezTo>
                  <a:cubicBezTo>
                    <a:pt x="5" y="5"/>
                    <a:pt x="3" y="2"/>
                    <a:pt x="1" y="0"/>
                  </a:cubicBezTo>
                </a:path>
              </a:pathLst>
            </a:custGeom>
            <a:solidFill>
              <a:srgbClr val="FCF9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896" name="Freeform 791">
              <a:extLst>
                <a:ext uri="{FF2B5EF4-FFF2-40B4-BE49-F238E27FC236}">
                  <a16:creationId xmlns:a16="http://schemas.microsoft.com/office/drawing/2014/main" id="{454B864E-872D-4EC0-A3C2-AB9E41E272B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5" y="977"/>
              <a:ext cx="30" cy="21"/>
            </a:xfrm>
            <a:custGeom>
              <a:avLst/>
              <a:gdLst>
                <a:gd name="T0" fmla="*/ 24 w 15"/>
                <a:gd name="T1" fmla="*/ 0 h 10"/>
                <a:gd name="T2" fmla="*/ 64 w 15"/>
                <a:gd name="T3" fmla="*/ 27 h 10"/>
                <a:gd name="T4" fmla="*/ 120 w 15"/>
                <a:gd name="T5" fmla="*/ 57 h 10"/>
                <a:gd name="T6" fmla="*/ 72 w 15"/>
                <a:gd name="T7" fmla="*/ 92 h 10"/>
                <a:gd name="T8" fmla="*/ 0 w 15"/>
                <a:gd name="T9" fmla="*/ 27 h 10"/>
                <a:gd name="T10" fmla="*/ 24 w 15"/>
                <a:gd name="T11" fmla="*/ 8 h 1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" h="10">
                  <a:moveTo>
                    <a:pt x="3" y="0"/>
                  </a:moveTo>
                  <a:cubicBezTo>
                    <a:pt x="4" y="0"/>
                    <a:pt x="7" y="2"/>
                    <a:pt x="8" y="3"/>
                  </a:cubicBezTo>
                  <a:cubicBezTo>
                    <a:pt x="10" y="4"/>
                    <a:pt x="14" y="4"/>
                    <a:pt x="15" y="6"/>
                  </a:cubicBezTo>
                  <a:cubicBezTo>
                    <a:pt x="13" y="7"/>
                    <a:pt x="11" y="9"/>
                    <a:pt x="9" y="10"/>
                  </a:cubicBezTo>
                  <a:cubicBezTo>
                    <a:pt x="8" y="7"/>
                    <a:pt x="3" y="5"/>
                    <a:pt x="0" y="3"/>
                  </a:cubicBezTo>
                  <a:cubicBezTo>
                    <a:pt x="1" y="2"/>
                    <a:pt x="2" y="1"/>
                    <a:pt x="3" y="1"/>
                  </a:cubicBezTo>
                </a:path>
              </a:pathLst>
            </a:custGeom>
            <a:solidFill>
              <a:srgbClr val="FCF9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897" name="Freeform 792">
              <a:extLst>
                <a:ext uri="{FF2B5EF4-FFF2-40B4-BE49-F238E27FC236}">
                  <a16:creationId xmlns:a16="http://schemas.microsoft.com/office/drawing/2014/main" id="{0E3F0988-F04F-445E-BD75-95278711AE2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0" y="960"/>
              <a:ext cx="1222" cy="1564"/>
            </a:xfrm>
            <a:custGeom>
              <a:avLst/>
              <a:gdLst>
                <a:gd name="T0" fmla="*/ 1840 w 609"/>
                <a:gd name="T1" fmla="*/ 0 h 731"/>
                <a:gd name="T2" fmla="*/ 2456 w 609"/>
                <a:gd name="T3" fmla="*/ 402 h 731"/>
                <a:gd name="T4" fmla="*/ 3104 w 609"/>
                <a:gd name="T5" fmla="*/ 19 h 731"/>
                <a:gd name="T6" fmla="*/ 4501 w 609"/>
                <a:gd name="T7" fmla="*/ 843 h 731"/>
                <a:gd name="T8" fmla="*/ 4920 w 609"/>
                <a:gd name="T9" fmla="*/ 3045 h 731"/>
                <a:gd name="T10" fmla="*/ 4144 w 609"/>
                <a:gd name="T11" fmla="*/ 3154 h 731"/>
                <a:gd name="T12" fmla="*/ 4128 w 609"/>
                <a:gd name="T13" fmla="*/ 6504 h 731"/>
                <a:gd name="T14" fmla="*/ 857 w 609"/>
                <a:gd name="T15" fmla="*/ 6436 h 731"/>
                <a:gd name="T16" fmla="*/ 849 w 609"/>
                <a:gd name="T17" fmla="*/ 3259 h 731"/>
                <a:gd name="T18" fmla="*/ 0 w 609"/>
                <a:gd name="T19" fmla="*/ 3066 h 731"/>
                <a:gd name="T20" fmla="*/ 460 w 609"/>
                <a:gd name="T21" fmla="*/ 792 h 731"/>
                <a:gd name="T22" fmla="*/ 1840 w 609"/>
                <a:gd name="T23" fmla="*/ 0 h 73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09" h="731">
                  <a:moveTo>
                    <a:pt x="228" y="0"/>
                  </a:moveTo>
                  <a:cubicBezTo>
                    <a:pt x="228" y="0"/>
                    <a:pt x="255" y="41"/>
                    <a:pt x="304" y="41"/>
                  </a:cubicBezTo>
                  <a:cubicBezTo>
                    <a:pt x="352" y="41"/>
                    <a:pt x="384" y="2"/>
                    <a:pt x="384" y="2"/>
                  </a:cubicBezTo>
                  <a:cubicBezTo>
                    <a:pt x="384" y="2"/>
                    <a:pt x="544" y="76"/>
                    <a:pt x="557" y="86"/>
                  </a:cubicBezTo>
                  <a:cubicBezTo>
                    <a:pt x="570" y="96"/>
                    <a:pt x="599" y="159"/>
                    <a:pt x="609" y="311"/>
                  </a:cubicBezTo>
                  <a:cubicBezTo>
                    <a:pt x="609" y="311"/>
                    <a:pt x="572" y="328"/>
                    <a:pt x="513" y="322"/>
                  </a:cubicBezTo>
                  <a:cubicBezTo>
                    <a:pt x="513" y="322"/>
                    <a:pt x="506" y="623"/>
                    <a:pt x="511" y="664"/>
                  </a:cubicBezTo>
                  <a:cubicBezTo>
                    <a:pt x="511" y="664"/>
                    <a:pt x="302" y="731"/>
                    <a:pt x="106" y="657"/>
                  </a:cubicBezTo>
                  <a:cubicBezTo>
                    <a:pt x="106" y="657"/>
                    <a:pt x="109" y="568"/>
                    <a:pt x="105" y="333"/>
                  </a:cubicBezTo>
                  <a:cubicBezTo>
                    <a:pt x="105" y="333"/>
                    <a:pt x="39" y="340"/>
                    <a:pt x="0" y="313"/>
                  </a:cubicBezTo>
                  <a:cubicBezTo>
                    <a:pt x="0" y="313"/>
                    <a:pt x="6" y="130"/>
                    <a:pt x="57" y="81"/>
                  </a:cubicBezTo>
                  <a:cubicBezTo>
                    <a:pt x="57" y="81"/>
                    <a:pt x="171" y="21"/>
                    <a:pt x="228" y="0"/>
                  </a:cubicBezTo>
                  <a:close/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898" name="Freeform 793">
              <a:extLst>
                <a:ext uri="{FF2B5EF4-FFF2-40B4-BE49-F238E27FC236}">
                  <a16:creationId xmlns:a16="http://schemas.microsoft.com/office/drawing/2014/main" id="{48EE9A00-A3D6-470F-BFF8-3C4EB6E2F507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3" y="988"/>
              <a:ext cx="32" cy="43"/>
            </a:xfrm>
            <a:custGeom>
              <a:avLst/>
              <a:gdLst>
                <a:gd name="T0" fmla="*/ 0 w 16"/>
                <a:gd name="T1" fmla="*/ 198 h 20"/>
                <a:gd name="T2" fmla="*/ 128 w 16"/>
                <a:gd name="T3" fmla="*/ 0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20">
                  <a:moveTo>
                    <a:pt x="0" y="20"/>
                  </a:moveTo>
                  <a:cubicBezTo>
                    <a:pt x="11" y="9"/>
                    <a:pt x="16" y="0"/>
                    <a:pt x="16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899" name="Freeform 794">
              <a:extLst>
                <a:ext uri="{FF2B5EF4-FFF2-40B4-BE49-F238E27FC236}">
                  <a16:creationId xmlns:a16="http://schemas.microsoft.com/office/drawing/2014/main" id="{01C9BBEF-7D4C-4BFB-B64C-4F8415043B67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2" y="1037"/>
              <a:ext cx="25" cy="19"/>
            </a:xfrm>
            <a:custGeom>
              <a:avLst/>
              <a:gdLst>
                <a:gd name="T0" fmla="*/ 0 w 12"/>
                <a:gd name="T1" fmla="*/ 84 h 9"/>
                <a:gd name="T2" fmla="*/ 108 w 12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9">
                  <a:moveTo>
                    <a:pt x="0" y="9"/>
                  </a:moveTo>
                  <a:cubicBezTo>
                    <a:pt x="5" y="6"/>
                    <a:pt x="9" y="3"/>
                    <a:pt x="12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900" name="Freeform 795">
              <a:extLst>
                <a:ext uri="{FF2B5EF4-FFF2-40B4-BE49-F238E27FC236}">
                  <a16:creationId xmlns:a16="http://schemas.microsoft.com/office/drawing/2014/main" id="{64D44252-B98E-41B5-96D6-172E1FE7730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4" y="1063"/>
              <a:ext cx="30" cy="17"/>
            </a:xfrm>
            <a:custGeom>
              <a:avLst/>
              <a:gdLst>
                <a:gd name="T0" fmla="*/ 0 w 15"/>
                <a:gd name="T1" fmla="*/ 77 h 8"/>
                <a:gd name="T2" fmla="*/ 120 w 15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8">
                  <a:moveTo>
                    <a:pt x="0" y="8"/>
                  </a:moveTo>
                  <a:cubicBezTo>
                    <a:pt x="6" y="5"/>
                    <a:pt x="11" y="3"/>
                    <a:pt x="15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901" name="Freeform 796">
              <a:extLst>
                <a:ext uri="{FF2B5EF4-FFF2-40B4-BE49-F238E27FC236}">
                  <a16:creationId xmlns:a16="http://schemas.microsoft.com/office/drawing/2014/main" id="{DDCD2AD0-031B-4D31-BE0D-6086356F388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5" y="981"/>
              <a:ext cx="255" cy="122"/>
            </a:xfrm>
            <a:custGeom>
              <a:avLst/>
              <a:gdLst>
                <a:gd name="T0" fmla="*/ 0 w 127"/>
                <a:gd name="T1" fmla="*/ 0 h 57"/>
                <a:gd name="T2" fmla="*/ 771 w 127"/>
                <a:gd name="T3" fmla="*/ 542 h 57"/>
                <a:gd name="T4" fmla="*/ 1028 w 127"/>
                <a:gd name="T5" fmla="*/ 490 h 5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7" h="57">
                  <a:moveTo>
                    <a:pt x="0" y="0"/>
                  </a:moveTo>
                  <a:cubicBezTo>
                    <a:pt x="0" y="0"/>
                    <a:pt x="26" y="57"/>
                    <a:pt x="95" y="55"/>
                  </a:cubicBezTo>
                  <a:cubicBezTo>
                    <a:pt x="107" y="55"/>
                    <a:pt x="117" y="53"/>
                    <a:pt x="127" y="5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902" name="Freeform 797">
              <a:extLst>
                <a:ext uri="{FF2B5EF4-FFF2-40B4-BE49-F238E27FC236}">
                  <a16:creationId xmlns:a16="http://schemas.microsoft.com/office/drawing/2014/main" id="{B8FF2521-5E59-48CB-BA23-DF8DFDF7E597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5" y="1401"/>
              <a:ext cx="24" cy="252"/>
            </a:xfrm>
            <a:custGeom>
              <a:avLst/>
              <a:gdLst>
                <a:gd name="T0" fmla="*/ 88 w 12"/>
                <a:gd name="T1" fmla="*/ 1149 h 118"/>
                <a:gd name="T2" fmla="*/ 32 w 12"/>
                <a:gd name="T3" fmla="*/ 478 h 118"/>
                <a:gd name="T4" fmla="*/ 8 w 12"/>
                <a:gd name="T5" fmla="*/ 214 h 118"/>
                <a:gd name="T6" fmla="*/ 0 w 12"/>
                <a:gd name="T7" fmla="*/ 0 h 1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18">
                  <a:moveTo>
                    <a:pt x="11" y="118"/>
                  </a:moveTo>
                  <a:cubicBezTo>
                    <a:pt x="12" y="95"/>
                    <a:pt x="6" y="72"/>
                    <a:pt x="4" y="49"/>
                  </a:cubicBezTo>
                  <a:cubicBezTo>
                    <a:pt x="3" y="40"/>
                    <a:pt x="2" y="31"/>
                    <a:pt x="1" y="22"/>
                  </a:cubicBezTo>
                  <a:cubicBezTo>
                    <a:pt x="1" y="15"/>
                    <a:pt x="2" y="6"/>
                    <a:pt x="0" y="0"/>
                  </a:cubicBezTo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903" name="Freeform 798">
              <a:extLst>
                <a:ext uri="{FF2B5EF4-FFF2-40B4-BE49-F238E27FC236}">
                  <a16:creationId xmlns:a16="http://schemas.microsoft.com/office/drawing/2014/main" id="{74598051-9325-4469-9452-A4FB793EACAC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9" y="1362"/>
              <a:ext cx="42" cy="118"/>
            </a:xfrm>
            <a:custGeom>
              <a:avLst/>
              <a:gdLst>
                <a:gd name="T0" fmla="*/ 0 w 21"/>
                <a:gd name="T1" fmla="*/ 543 h 55"/>
                <a:gd name="T2" fmla="*/ 72 w 21"/>
                <a:gd name="T3" fmla="*/ 294 h 55"/>
                <a:gd name="T4" fmla="*/ 168 w 21"/>
                <a:gd name="T5" fmla="*/ 0 h 5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55">
                  <a:moveTo>
                    <a:pt x="0" y="55"/>
                  </a:moveTo>
                  <a:cubicBezTo>
                    <a:pt x="1" y="45"/>
                    <a:pt x="4" y="39"/>
                    <a:pt x="9" y="30"/>
                  </a:cubicBezTo>
                  <a:cubicBezTo>
                    <a:pt x="16" y="20"/>
                    <a:pt x="17" y="12"/>
                    <a:pt x="21" y="0"/>
                  </a:cubicBezTo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904" name="Freeform 799">
              <a:extLst>
                <a:ext uri="{FF2B5EF4-FFF2-40B4-BE49-F238E27FC236}">
                  <a16:creationId xmlns:a16="http://schemas.microsoft.com/office/drawing/2014/main" id="{85761172-D88E-49D4-9526-E0A8647F4E55}"/>
                </a:ext>
              </a:extLst>
            </p:cNvPr>
            <p:cNvSpPr>
              <a:spLocks/>
            </p:cNvSpPr>
            <p:nvPr/>
          </p:nvSpPr>
          <p:spPr bwMode="auto">
            <a:xfrm>
              <a:off x="5097" y="1382"/>
              <a:ext cx="57" cy="259"/>
            </a:xfrm>
            <a:custGeom>
              <a:avLst/>
              <a:gdLst>
                <a:gd name="T0" fmla="*/ 161 w 28"/>
                <a:gd name="T1" fmla="*/ 0 h 121"/>
                <a:gd name="T2" fmla="*/ 33 w 28"/>
                <a:gd name="T3" fmla="*/ 274 h 121"/>
                <a:gd name="T4" fmla="*/ 16 w 28"/>
                <a:gd name="T5" fmla="*/ 550 h 121"/>
                <a:gd name="T6" fmla="*/ 67 w 28"/>
                <a:gd name="T7" fmla="*/ 884 h 121"/>
                <a:gd name="T8" fmla="*/ 83 w 28"/>
                <a:gd name="T9" fmla="*/ 1177 h 121"/>
                <a:gd name="T10" fmla="*/ 236 w 28"/>
                <a:gd name="T11" fmla="*/ 1186 h 121"/>
                <a:gd name="T12" fmla="*/ 136 w 28"/>
                <a:gd name="T13" fmla="*/ 586 h 121"/>
                <a:gd name="T14" fmla="*/ 179 w 28"/>
                <a:gd name="T15" fmla="*/ 19 h 12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8" h="121">
                  <a:moveTo>
                    <a:pt x="19" y="0"/>
                  </a:moveTo>
                  <a:cubicBezTo>
                    <a:pt x="16" y="10"/>
                    <a:pt x="8" y="18"/>
                    <a:pt x="4" y="28"/>
                  </a:cubicBezTo>
                  <a:cubicBezTo>
                    <a:pt x="0" y="37"/>
                    <a:pt x="1" y="47"/>
                    <a:pt x="2" y="56"/>
                  </a:cubicBezTo>
                  <a:cubicBezTo>
                    <a:pt x="3" y="68"/>
                    <a:pt x="7" y="79"/>
                    <a:pt x="8" y="90"/>
                  </a:cubicBezTo>
                  <a:cubicBezTo>
                    <a:pt x="10" y="99"/>
                    <a:pt x="13" y="110"/>
                    <a:pt x="10" y="120"/>
                  </a:cubicBezTo>
                  <a:cubicBezTo>
                    <a:pt x="16" y="121"/>
                    <a:pt x="22" y="121"/>
                    <a:pt x="28" y="121"/>
                  </a:cubicBezTo>
                  <a:cubicBezTo>
                    <a:pt x="11" y="112"/>
                    <a:pt x="15" y="75"/>
                    <a:pt x="16" y="60"/>
                  </a:cubicBezTo>
                  <a:cubicBezTo>
                    <a:pt x="18" y="41"/>
                    <a:pt x="22" y="21"/>
                    <a:pt x="21" y="2"/>
                  </a:cubicBezTo>
                </a:path>
              </a:pathLst>
            </a:custGeom>
            <a:solidFill>
              <a:srgbClr val="F3D5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905" name="Freeform 800">
              <a:extLst>
                <a:ext uri="{FF2B5EF4-FFF2-40B4-BE49-F238E27FC236}">
                  <a16:creationId xmlns:a16="http://schemas.microsoft.com/office/drawing/2014/main" id="{401BD198-5DBE-4B0F-A215-7624B8B8204A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9" y="1334"/>
              <a:ext cx="36" cy="90"/>
            </a:xfrm>
            <a:custGeom>
              <a:avLst/>
              <a:gdLst>
                <a:gd name="T0" fmla="*/ 0 w 18"/>
                <a:gd name="T1" fmla="*/ 0 h 42"/>
                <a:gd name="T2" fmla="*/ 24 w 18"/>
                <a:gd name="T3" fmla="*/ 216 h 42"/>
                <a:gd name="T4" fmla="*/ 32 w 18"/>
                <a:gd name="T5" fmla="*/ 414 h 42"/>
                <a:gd name="T6" fmla="*/ 144 w 18"/>
                <a:gd name="T7" fmla="*/ 51 h 42"/>
                <a:gd name="T8" fmla="*/ 64 w 18"/>
                <a:gd name="T9" fmla="*/ 216 h 42"/>
                <a:gd name="T10" fmla="*/ 0 w 18"/>
                <a:gd name="T11" fmla="*/ 9 h 4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" h="42">
                  <a:moveTo>
                    <a:pt x="0" y="0"/>
                  </a:moveTo>
                  <a:cubicBezTo>
                    <a:pt x="0" y="8"/>
                    <a:pt x="3" y="14"/>
                    <a:pt x="3" y="22"/>
                  </a:cubicBezTo>
                  <a:cubicBezTo>
                    <a:pt x="4" y="29"/>
                    <a:pt x="3" y="35"/>
                    <a:pt x="4" y="42"/>
                  </a:cubicBezTo>
                  <a:cubicBezTo>
                    <a:pt x="10" y="39"/>
                    <a:pt x="18" y="13"/>
                    <a:pt x="18" y="5"/>
                  </a:cubicBezTo>
                  <a:cubicBezTo>
                    <a:pt x="13" y="10"/>
                    <a:pt x="11" y="16"/>
                    <a:pt x="8" y="22"/>
                  </a:cubicBezTo>
                  <a:cubicBezTo>
                    <a:pt x="5" y="15"/>
                    <a:pt x="5" y="7"/>
                    <a:pt x="0" y="1"/>
                  </a:cubicBezTo>
                </a:path>
              </a:pathLst>
            </a:custGeom>
            <a:solidFill>
              <a:srgbClr val="FCF9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906" name="Freeform 801">
              <a:extLst>
                <a:ext uri="{FF2B5EF4-FFF2-40B4-BE49-F238E27FC236}">
                  <a16:creationId xmlns:a16="http://schemas.microsoft.com/office/drawing/2014/main" id="{E917EE3D-6A2E-4190-8045-6F7DF6AB5AB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5" y="1456"/>
              <a:ext cx="8" cy="217"/>
            </a:xfrm>
            <a:custGeom>
              <a:avLst/>
              <a:gdLst>
                <a:gd name="T0" fmla="*/ 24 w 4"/>
                <a:gd name="T1" fmla="*/ 1001 h 101"/>
                <a:gd name="T2" fmla="*/ 32 w 4"/>
                <a:gd name="T3" fmla="*/ 0 h 10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01">
                  <a:moveTo>
                    <a:pt x="3" y="101"/>
                  </a:moveTo>
                  <a:cubicBezTo>
                    <a:pt x="3" y="101"/>
                    <a:pt x="0" y="29"/>
                    <a:pt x="4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907" name="Freeform 802">
              <a:extLst>
                <a:ext uri="{FF2B5EF4-FFF2-40B4-BE49-F238E27FC236}">
                  <a16:creationId xmlns:a16="http://schemas.microsoft.com/office/drawing/2014/main" id="{54560FD5-128F-41F0-BAC6-03C05E1B8DE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3" y="1467"/>
              <a:ext cx="34" cy="62"/>
            </a:xfrm>
            <a:custGeom>
              <a:avLst/>
              <a:gdLst>
                <a:gd name="T0" fmla="*/ 136 w 17"/>
                <a:gd name="T1" fmla="*/ 284 h 29"/>
                <a:gd name="T2" fmla="*/ 0 w 17"/>
                <a:gd name="T3" fmla="*/ 0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29">
                  <a:moveTo>
                    <a:pt x="17" y="29"/>
                  </a:moveTo>
                  <a:cubicBezTo>
                    <a:pt x="17" y="29"/>
                    <a:pt x="13" y="8"/>
                    <a:pt x="0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908" name="Freeform 803">
              <a:extLst>
                <a:ext uri="{FF2B5EF4-FFF2-40B4-BE49-F238E27FC236}">
                  <a16:creationId xmlns:a16="http://schemas.microsoft.com/office/drawing/2014/main" id="{06C850AE-A1C9-462C-AE25-B08E6C670E5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1" y="1386"/>
              <a:ext cx="50" cy="109"/>
            </a:xfrm>
            <a:custGeom>
              <a:avLst/>
              <a:gdLst>
                <a:gd name="T0" fmla="*/ 8 w 25"/>
                <a:gd name="T1" fmla="*/ 274 h 51"/>
                <a:gd name="T2" fmla="*/ 176 w 25"/>
                <a:gd name="T3" fmla="*/ 498 h 51"/>
                <a:gd name="T4" fmla="*/ 176 w 25"/>
                <a:gd name="T5" fmla="*/ 233 h 51"/>
                <a:gd name="T6" fmla="*/ 168 w 25"/>
                <a:gd name="T7" fmla="*/ 0 h 51"/>
                <a:gd name="T8" fmla="*/ 152 w 25"/>
                <a:gd name="T9" fmla="*/ 173 h 51"/>
                <a:gd name="T10" fmla="*/ 144 w 25"/>
                <a:gd name="T11" fmla="*/ 342 h 51"/>
                <a:gd name="T12" fmla="*/ 0 w 25"/>
                <a:gd name="T13" fmla="*/ 224 h 5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" h="51">
                  <a:moveTo>
                    <a:pt x="1" y="28"/>
                  </a:moveTo>
                  <a:cubicBezTo>
                    <a:pt x="10" y="34"/>
                    <a:pt x="17" y="44"/>
                    <a:pt x="22" y="51"/>
                  </a:cubicBezTo>
                  <a:cubicBezTo>
                    <a:pt x="23" y="42"/>
                    <a:pt x="21" y="33"/>
                    <a:pt x="22" y="24"/>
                  </a:cubicBezTo>
                  <a:cubicBezTo>
                    <a:pt x="22" y="17"/>
                    <a:pt x="25" y="7"/>
                    <a:pt x="21" y="0"/>
                  </a:cubicBezTo>
                  <a:cubicBezTo>
                    <a:pt x="22" y="6"/>
                    <a:pt x="19" y="12"/>
                    <a:pt x="19" y="18"/>
                  </a:cubicBezTo>
                  <a:cubicBezTo>
                    <a:pt x="19" y="23"/>
                    <a:pt x="20" y="30"/>
                    <a:pt x="18" y="35"/>
                  </a:cubicBezTo>
                  <a:cubicBezTo>
                    <a:pt x="14" y="31"/>
                    <a:pt x="7" y="22"/>
                    <a:pt x="0" y="23"/>
                  </a:cubicBezTo>
                </a:path>
              </a:pathLst>
            </a:custGeom>
            <a:solidFill>
              <a:srgbClr val="FCF9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909" name="Freeform 804">
              <a:extLst>
                <a:ext uri="{FF2B5EF4-FFF2-40B4-BE49-F238E27FC236}">
                  <a16:creationId xmlns:a16="http://schemas.microsoft.com/office/drawing/2014/main" id="{E8DA6422-C0C6-4B58-8259-6261F29D530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9" y="1471"/>
              <a:ext cx="54" cy="193"/>
            </a:xfrm>
            <a:custGeom>
              <a:avLst/>
              <a:gdLst>
                <a:gd name="T0" fmla="*/ 24 w 27"/>
                <a:gd name="T1" fmla="*/ 28 h 90"/>
                <a:gd name="T2" fmla="*/ 168 w 27"/>
                <a:gd name="T3" fmla="*/ 433 h 90"/>
                <a:gd name="T4" fmla="*/ 184 w 27"/>
                <a:gd name="T5" fmla="*/ 691 h 90"/>
                <a:gd name="T6" fmla="*/ 200 w 27"/>
                <a:gd name="T7" fmla="*/ 888 h 90"/>
                <a:gd name="T8" fmla="*/ 0 w 27"/>
                <a:gd name="T9" fmla="*/ 828 h 90"/>
                <a:gd name="T10" fmla="*/ 104 w 27"/>
                <a:gd name="T11" fmla="*/ 386 h 90"/>
                <a:gd name="T12" fmla="*/ 56 w 27"/>
                <a:gd name="T13" fmla="*/ 120 h 90"/>
                <a:gd name="T14" fmla="*/ 0 w 27"/>
                <a:gd name="T15" fmla="*/ 0 h 9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7" h="90">
                  <a:moveTo>
                    <a:pt x="3" y="3"/>
                  </a:moveTo>
                  <a:cubicBezTo>
                    <a:pt x="19" y="7"/>
                    <a:pt x="20" y="30"/>
                    <a:pt x="21" y="44"/>
                  </a:cubicBezTo>
                  <a:cubicBezTo>
                    <a:pt x="21" y="53"/>
                    <a:pt x="22" y="61"/>
                    <a:pt x="23" y="70"/>
                  </a:cubicBezTo>
                  <a:cubicBezTo>
                    <a:pt x="24" y="76"/>
                    <a:pt x="27" y="85"/>
                    <a:pt x="25" y="90"/>
                  </a:cubicBezTo>
                  <a:cubicBezTo>
                    <a:pt x="18" y="87"/>
                    <a:pt x="8" y="84"/>
                    <a:pt x="0" y="84"/>
                  </a:cubicBezTo>
                  <a:cubicBezTo>
                    <a:pt x="12" y="73"/>
                    <a:pt x="14" y="54"/>
                    <a:pt x="13" y="39"/>
                  </a:cubicBezTo>
                  <a:cubicBezTo>
                    <a:pt x="12" y="30"/>
                    <a:pt x="12" y="20"/>
                    <a:pt x="7" y="12"/>
                  </a:cubicBezTo>
                  <a:cubicBezTo>
                    <a:pt x="4" y="8"/>
                    <a:pt x="2" y="5"/>
                    <a:pt x="0" y="0"/>
                  </a:cubicBezTo>
                </a:path>
              </a:pathLst>
            </a:custGeom>
            <a:solidFill>
              <a:srgbClr val="F3D5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6910" name="Freeform 805">
              <a:extLst>
                <a:ext uri="{FF2B5EF4-FFF2-40B4-BE49-F238E27FC236}">
                  <a16:creationId xmlns:a16="http://schemas.microsoft.com/office/drawing/2014/main" id="{A5A50117-8D95-45D9-B7DA-AB3E6A6C2E5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7" y="1382"/>
              <a:ext cx="24" cy="207"/>
            </a:xfrm>
            <a:custGeom>
              <a:avLst/>
              <a:gdLst>
                <a:gd name="T0" fmla="*/ 40 w 12"/>
                <a:gd name="T1" fmla="*/ 9 h 97"/>
                <a:gd name="T2" fmla="*/ 40 w 12"/>
                <a:gd name="T3" fmla="*/ 224 h 97"/>
                <a:gd name="T4" fmla="*/ 24 w 12"/>
                <a:gd name="T5" fmla="*/ 455 h 97"/>
                <a:gd name="T6" fmla="*/ 8 w 12"/>
                <a:gd name="T7" fmla="*/ 943 h 97"/>
                <a:gd name="T8" fmla="*/ 24 w 12"/>
                <a:gd name="T9" fmla="*/ 651 h 97"/>
                <a:gd name="T10" fmla="*/ 80 w 12"/>
                <a:gd name="T11" fmla="*/ 341 h 97"/>
                <a:gd name="T12" fmla="*/ 56 w 12"/>
                <a:gd name="T13" fmla="*/ 0 h 9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97">
                  <a:moveTo>
                    <a:pt x="5" y="1"/>
                  </a:moveTo>
                  <a:cubicBezTo>
                    <a:pt x="8" y="7"/>
                    <a:pt x="5" y="17"/>
                    <a:pt x="5" y="23"/>
                  </a:cubicBezTo>
                  <a:cubicBezTo>
                    <a:pt x="4" y="31"/>
                    <a:pt x="4" y="39"/>
                    <a:pt x="3" y="47"/>
                  </a:cubicBezTo>
                  <a:cubicBezTo>
                    <a:pt x="0" y="64"/>
                    <a:pt x="1" y="81"/>
                    <a:pt x="1" y="97"/>
                  </a:cubicBezTo>
                  <a:cubicBezTo>
                    <a:pt x="1" y="87"/>
                    <a:pt x="1" y="77"/>
                    <a:pt x="3" y="67"/>
                  </a:cubicBezTo>
                  <a:cubicBezTo>
                    <a:pt x="5" y="56"/>
                    <a:pt x="9" y="46"/>
                    <a:pt x="10" y="35"/>
                  </a:cubicBezTo>
                  <a:cubicBezTo>
                    <a:pt x="11" y="24"/>
                    <a:pt x="12" y="10"/>
                    <a:pt x="7" y="0"/>
                  </a:cubicBezTo>
                </a:path>
              </a:pathLst>
            </a:custGeom>
            <a:solidFill>
              <a:srgbClr val="F3D5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</p:grpSp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7889" name="adult-male-full-body-illustration">
            <a:extLst>
              <a:ext uri="{FF2B5EF4-FFF2-40B4-BE49-F238E27FC236}">
                <a16:creationId xmlns:a16="http://schemas.microsoft.com/office/drawing/2014/main" id="{167DB14E-1F16-4E7B-A064-E8F69CF08483}"/>
              </a:ext>
            </a:extLst>
          </p:cNvPr>
          <p:cNvGrpSpPr>
            <a:grpSpLocks/>
          </p:cNvGrpSpPr>
          <p:nvPr/>
        </p:nvGrpSpPr>
        <p:grpSpPr bwMode="auto">
          <a:xfrm>
            <a:off x="8305800" y="1198563"/>
            <a:ext cx="1852613" cy="5322887"/>
            <a:chOff x="2971" y="696"/>
            <a:chExt cx="1167" cy="3353"/>
          </a:xfrm>
        </p:grpSpPr>
        <p:sp>
          <p:nvSpPr>
            <p:cNvPr id="38566" name="Freeform 3">
              <a:extLst>
                <a:ext uri="{FF2B5EF4-FFF2-40B4-BE49-F238E27FC236}">
                  <a16:creationId xmlns:a16="http://schemas.microsoft.com/office/drawing/2014/main" id="{CFD46EF0-D5CF-4F13-8322-F16CA3790B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1" y="1067"/>
              <a:ext cx="1167" cy="2982"/>
            </a:xfrm>
            <a:custGeom>
              <a:avLst/>
              <a:gdLst>
                <a:gd name="T0" fmla="*/ 2852 w 732"/>
                <a:gd name="T1" fmla="*/ 3454 h 1876"/>
                <a:gd name="T2" fmla="*/ 2682 w 732"/>
                <a:gd name="T3" fmla="*/ 3004 h 1876"/>
                <a:gd name="T4" fmla="*/ 2584 w 732"/>
                <a:gd name="T5" fmla="*/ 1847 h 1876"/>
                <a:gd name="T6" fmla="*/ 2277 w 732"/>
                <a:gd name="T7" fmla="*/ 523 h 1876"/>
                <a:gd name="T8" fmla="*/ 1714 w 732"/>
                <a:gd name="T9" fmla="*/ 0 h 1876"/>
                <a:gd name="T10" fmla="*/ 1342 w 732"/>
                <a:gd name="T11" fmla="*/ 157 h 1876"/>
                <a:gd name="T12" fmla="*/ 874 w 732"/>
                <a:gd name="T13" fmla="*/ 475 h 1876"/>
                <a:gd name="T14" fmla="*/ 445 w 732"/>
                <a:gd name="T15" fmla="*/ 1261 h 1876"/>
                <a:gd name="T16" fmla="*/ 295 w 732"/>
                <a:gd name="T17" fmla="*/ 2794 h 1876"/>
                <a:gd name="T18" fmla="*/ 253 w 732"/>
                <a:gd name="T19" fmla="*/ 3249 h 1876"/>
                <a:gd name="T20" fmla="*/ 29 w 732"/>
                <a:gd name="T21" fmla="*/ 3715 h 1876"/>
                <a:gd name="T22" fmla="*/ 185 w 732"/>
                <a:gd name="T23" fmla="*/ 3599 h 1876"/>
                <a:gd name="T24" fmla="*/ 260 w 732"/>
                <a:gd name="T25" fmla="*/ 4007 h 1876"/>
                <a:gd name="T26" fmla="*/ 394 w 732"/>
                <a:gd name="T27" fmla="*/ 4025 h 1876"/>
                <a:gd name="T28" fmla="*/ 483 w 732"/>
                <a:gd name="T29" fmla="*/ 3987 h 1876"/>
                <a:gd name="T30" fmla="*/ 572 w 732"/>
                <a:gd name="T31" fmla="*/ 3604 h 1876"/>
                <a:gd name="T32" fmla="*/ 539 w 732"/>
                <a:gd name="T33" fmla="*/ 3073 h 1876"/>
                <a:gd name="T34" fmla="*/ 770 w 732"/>
                <a:gd name="T35" fmla="*/ 1756 h 1876"/>
                <a:gd name="T36" fmla="*/ 783 w 732"/>
                <a:gd name="T37" fmla="*/ 1586 h 1876"/>
                <a:gd name="T38" fmla="*/ 872 w 732"/>
                <a:gd name="T39" fmla="*/ 2648 h 1876"/>
                <a:gd name="T40" fmla="*/ 885 w 732"/>
                <a:gd name="T41" fmla="*/ 4851 h 1876"/>
                <a:gd name="T42" fmla="*/ 942 w 732"/>
                <a:gd name="T43" fmla="*/ 5980 h 1876"/>
                <a:gd name="T44" fmla="*/ 1126 w 732"/>
                <a:gd name="T45" fmla="*/ 7024 h 1876"/>
                <a:gd name="T46" fmla="*/ 915 w 732"/>
                <a:gd name="T47" fmla="*/ 7337 h 1876"/>
                <a:gd name="T48" fmla="*/ 912 w 732"/>
                <a:gd name="T49" fmla="*/ 7418 h 1876"/>
                <a:gd name="T50" fmla="*/ 968 w 732"/>
                <a:gd name="T51" fmla="*/ 7458 h 1876"/>
                <a:gd name="T52" fmla="*/ 1167 w 732"/>
                <a:gd name="T53" fmla="*/ 7487 h 1876"/>
                <a:gd name="T54" fmla="*/ 1382 w 732"/>
                <a:gd name="T55" fmla="*/ 7390 h 1876"/>
                <a:gd name="T56" fmla="*/ 1393 w 732"/>
                <a:gd name="T57" fmla="*/ 6961 h 1876"/>
                <a:gd name="T58" fmla="*/ 1413 w 732"/>
                <a:gd name="T59" fmla="*/ 5832 h 1876"/>
                <a:gd name="T60" fmla="*/ 1444 w 732"/>
                <a:gd name="T61" fmla="*/ 4359 h 1876"/>
                <a:gd name="T62" fmla="*/ 1523 w 732"/>
                <a:gd name="T63" fmla="*/ 4359 h 1876"/>
                <a:gd name="T64" fmla="*/ 1553 w 732"/>
                <a:gd name="T65" fmla="*/ 5832 h 1876"/>
                <a:gd name="T66" fmla="*/ 1569 w 732"/>
                <a:gd name="T67" fmla="*/ 6961 h 1876"/>
                <a:gd name="T68" fmla="*/ 1582 w 732"/>
                <a:gd name="T69" fmla="*/ 7390 h 1876"/>
                <a:gd name="T70" fmla="*/ 1800 w 732"/>
                <a:gd name="T71" fmla="*/ 7487 h 1876"/>
                <a:gd name="T72" fmla="*/ 1998 w 732"/>
                <a:gd name="T73" fmla="*/ 7458 h 1876"/>
                <a:gd name="T74" fmla="*/ 2053 w 732"/>
                <a:gd name="T75" fmla="*/ 7418 h 1876"/>
                <a:gd name="T76" fmla="*/ 2052 w 732"/>
                <a:gd name="T77" fmla="*/ 7337 h 1876"/>
                <a:gd name="T78" fmla="*/ 1840 w 732"/>
                <a:gd name="T79" fmla="*/ 7024 h 1876"/>
                <a:gd name="T80" fmla="*/ 2023 w 732"/>
                <a:gd name="T81" fmla="*/ 5980 h 1876"/>
                <a:gd name="T82" fmla="*/ 2082 w 732"/>
                <a:gd name="T83" fmla="*/ 4851 h 1876"/>
                <a:gd name="T84" fmla="*/ 2183 w 732"/>
                <a:gd name="T85" fmla="*/ 3133 h 1876"/>
                <a:gd name="T86" fmla="*/ 2163 w 732"/>
                <a:gd name="T87" fmla="*/ 1812 h 1876"/>
                <a:gd name="T88" fmla="*/ 2189 w 732"/>
                <a:gd name="T89" fmla="*/ 1671 h 1876"/>
                <a:gd name="T90" fmla="*/ 2253 w 732"/>
                <a:gd name="T91" fmla="*/ 2515 h 1876"/>
                <a:gd name="T92" fmla="*/ 2433 w 732"/>
                <a:gd name="T93" fmla="*/ 3297 h 1876"/>
                <a:gd name="T94" fmla="*/ 2442 w 732"/>
                <a:gd name="T95" fmla="*/ 3869 h 1876"/>
                <a:gd name="T96" fmla="*/ 2549 w 732"/>
                <a:gd name="T97" fmla="*/ 4047 h 1876"/>
                <a:gd name="T98" fmla="*/ 2640 w 732"/>
                <a:gd name="T99" fmla="*/ 4041 h 1876"/>
                <a:gd name="T100" fmla="*/ 2753 w 732"/>
                <a:gd name="T101" fmla="*/ 3732 h 1876"/>
                <a:gd name="T102" fmla="*/ 2918 w 732"/>
                <a:gd name="T103" fmla="*/ 3788 h 187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0" t="0" r="r" b="b"/>
              <a:pathLst>
                <a:path w="732" h="1876">
                  <a:moveTo>
                    <a:pt x="725" y="925"/>
                  </a:moveTo>
                  <a:cubicBezTo>
                    <a:pt x="722" y="915"/>
                    <a:pt x="721" y="903"/>
                    <a:pt x="718" y="899"/>
                  </a:cubicBezTo>
                  <a:cubicBezTo>
                    <a:pt x="715" y="894"/>
                    <a:pt x="710" y="869"/>
                    <a:pt x="704" y="860"/>
                  </a:cubicBezTo>
                  <a:cubicBezTo>
                    <a:pt x="698" y="852"/>
                    <a:pt x="676" y="815"/>
                    <a:pt x="670" y="809"/>
                  </a:cubicBezTo>
                  <a:cubicBezTo>
                    <a:pt x="668" y="805"/>
                    <a:pt x="669" y="791"/>
                    <a:pt x="667" y="780"/>
                  </a:cubicBezTo>
                  <a:cubicBezTo>
                    <a:pt x="664" y="770"/>
                    <a:pt x="665" y="760"/>
                    <a:pt x="662" y="748"/>
                  </a:cubicBezTo>
                  <a:cubicBezTo>
                    <a:pt x="660" y="736"/>
                    <a:pt x="659" y="712"/>
                    <a:pt x="659" y="696"/>
                  </a:cubicBezTo>
                  <a:cubicBezTo>
                    <a:pt x="658" y="669"/>
                    <a:pt x="658" y="560"/>
                    <a:pt x="643" y="521"/>
                  </a:cubicBezTo>
                  <a:cubicBezTo>
                    <a:pt x="640" y="508"/>
                    <a:pt x="638" y="488"/>
                    <a:pt x="638" y="460"/>
                  </a:cubicBezTo>
                  <a:cubicBezTo>
                    <a:pt x="637" y="382"/>
                    <a:pt x="621" y="338"/>
                    <a:pt x="622" y="314"/>
                  </a:cubicBezTo>
                  <a:cubicBezTo>
                    <a:pt x="627" y="279"/>
                    <a:pt x="620" y="242"/>
                    <a:pt x="614" y="212"/>
                  </a:cubicBezTo>
                  <a:cubicBezTo>
                    <a:pt x="601" y="149"/>
                    <a:pt x="574" y="133"/>
                    <a:pt x="562" y="130"/>
                  </a:cubicBezTo>
                  <a:cubicBezTo>
                    <a:pt x="549" y="126"/>
                    <a:pt x="530" y="123"/>
                    <a:pt x="518" y="119"/>
                  </a:cubicBezTo>
                  <a:cubicBezTo>
                    <a:pt x="502" y="114"/>
                    <a:pt x="460" y="98"/>
                    <a:pt x="448" y="92"/>
                  </a:cubicBezTo>
                  <a:cubicBezTo>
                    <a:pt x="414" y="79"/>
                    <a:pt x="423" y="12"/>
                    <a:pt x="423" y="0"/>
                  </a:cubicBezTo>
                  <a:cubicBezTo>
                    <a:pt x="419" y="10"/>
                    <a:pt x="411" y="30"/>
                    <a:pt x="400" y="39"/>
                  </a:cubicBezTo>
                  <a:cubicBezTo>
                    <a:pt x="390" y="47"/>
                    <a:pt x="384" y="55"/>
                    <a:pt x="366" y="56"/>
                  </a:cubicBezTo>
                  <a:cubicBezTo>
                    <a:pt x="347" y="55"/>
                    <a:pt x="341" y="47"/>
                    <a:pt x="331" y="39"/>
                  </a:cubicBezTo>
                  <a:cubicBezTo>
                    <a:pt x="321" y="31"/>
                    <a:pt x="314" y="11"/>
                    <a:pt x="309" y="1"/>
                  </a:cubicBezTo>
                  <a:cubicBezTo>
                    <a:pt x="309" y="17"/>
                    <a:pt x="315" y="87"/>
                    <a:pt x="284" y="94"/>
                  </a:cubicBezTo>
                  <a:cubicBezTo>
                    <a:pt x="271" y="97"/>
                    <a:pt x="225" y="115"/>
                    <a:pt x="216" y="118"/>
                  </a:cubicBezTo>
                  <a:cubicBezTo>
                    <a:pt x="204" y="122"/>
                    <a:pt x="183" y="126"/>
                    <a:pt x="170" y="130"/>
                  </a:cubicBezTo>
                  <a:cubicBezTo>
                    <a:pt x="158" y="133"/>
                    <a:pt x="131" y="149"/>
                    <a:pt x="118" y="212"/>
                  </a:cubicBezTo>
                  <a:cubicBezTo>
                    <a:pt x="112" y="242"/>
                    <a:pt x="105" y="279"/>
                    <a:pt x="110" y="314"/>
                  </a:cubicBezTo>
                  <a:cubicBezTo>
                    <a:pt x="111" y="338"/>
                    <a:pt x="95" y="382"/>
                    <a:pt x="94" y="460"/>
                  </a:cubicBezTo>
                  <a:cubicBezTo>
                    <a:pt x="94" y="488"/>
                    <a:pt x="92" y="508"/>
                    <a:pt x="89" y="521"/>
                  </a:cubicBezTo>
                  <a:cubicBezTo>
                    <a:pt x="74" y="560"/>
                    <a:pt x="74" y="669"/>
                    <a:pt x="73" y="696"/>
                  </a:cubicBezTo>
                  <a:cubicBezTo>
                    <a:pt x="73" y="712"/>
                    <a:pt x="72" y="736"/>
                    <a:pt x="70" y="748"/>
                  </a:cubicBezTo>
                  <a:cubicBezTo>
                    <a:pt x="67" y="760"/>
                    <a:pt x="69" y="770"/>
                    <a:pt x="66" y="780"/>
                  </a:cubicBezTo>
                  <a:cubicBezTo>
                    <a:pt x="64" y="791"/>
                    <a:pt x="65" y="805"/>
                    <a:pt x="63" y="809"/>
                  </a:cubicBezTo>
                  <a:cubicBezTo>
                    <a:pt x="58" y="815"/>
                    <a:pt x="35" y="852"/>
                    <a:pt x="29" y="860"/>
                  </a:cubicBezTo>
                  <a:cubicBezTo>
                    <a:pt x="24" y="869"/>
                    <a:pt x="17" y="894"/>
                    <a:pt x="14" y="899"/>
                  </a:cubicBezTo>
                  <a:cubicBezTo>
                    <a:pt x="11" y="903"/>
                    <a:pt x="10" y="915"/>
                    <a:pt x="7" y="925"/>
                  </a:cubicBezTo>
                  <a:cubicBezTo>
                    <a:pt x="3" y="935"/>
                    <a:pt x="0" y="943"/>
                    <a:pt x="12" y="943"/>
                  </a:cubicBezTo>
                  <a:cubicBezTo>
                    <a:pt x="20" y="942"/>
                    <a:pt x="30" y="925"/>
                    <a:pt x="32" y="913"/>
                  </a:cubicBezTo>
                  <a:cubicBezTo>
                    <a:pt x="35" y="912"/>
                    <a:pt x="40" y="904"/>
                    <a:pt x="46" y="896"/>
                  </a:cubicBezTo>
                  <a:cubicBezTo>
                    <a:pt x="44" y="902"/>
                    <a:pt x="49" y="909"/>
                    <a:pt x="53" y="929"/>
                  </a:cubicBezTo>
                  <a:cubicBezTo>
                    <a:pt x="53" y="935"/>
                    <a:pt x="58" y="952"/>
                    <a:pt x="58" y="960"/>
                  </a:cubicBezTo>
                  <a:cubicBezTo>
                    <a:pt x="57" y="968"/>
                    <a:pt x="62" y="988"/>
                    <a:pt x="64" y="998"/>
                  </a:cubicBezTo>
                  <a:cubicBezTo>
                    <a:pt x="66" y="1009"/>
                    <a:pt x="74" y="1009"/>
                    <a:pt x="80" y="1006"/>
                  </a:cubicBezTo>
                  <a:cubicBezTo>
                    <a:pt x="80" y="1006"/>
                    <a:pt x="79" y="1015"/>
                    <a:pt x="88" y="1017"/>
                  </a:cubicBezTo>
                  <a:cubicBezTo>
                    <a:pt x="96" y="1018"/>
                    <a:pt x="97" y="1002"/>
                    <a:pt x="97" y="1002"/>
                  </a:cubicBezTo>
                  <a:cubicBezTo>
                    <a:pt x="97" y="1002"/>
                    <a:pt x="97" y="1008"/>
                    <a:pt x="103" y="1008"/>
                  </a:cubicBezTo>
                  <a:cubicBezTo>
                    <a:pt x="112" y="1009"/>
                    <a:pt x="113" y="989"/>
                    <a:pt x="113" y="989"/>
                  </a:cubicBezTo>
                  <a:cubicBezTo>
                    <a:pt x="114" y="991"/>
                    <a:pt x="114" y="993"/>
                    <a:pt x="119" y="993"/>
                  </a:cubicBezTo>
                  <a:cubicBezTo>
                    <a:pt x="123" y="992"/>
                    <a:pt x="127" y="971"/>
                    <a:pt x="129" y="963"/>
                  </a:cubicBezTo>
                  <a:cubicBezTo>
                    <a:pt x="131" y="954"/>
                    <a:pt x="134" y="946"/>
                    <a:pt x="135" y="939"/>
                  </a:cubicBezTo>
                  <a:cubicBezTo>
                    <a:pt x="136" y="933"/>
                    <a:pt x="136" y="928"/>
                    <a:pt x="141" y="897"/>
                  </a:cubicBezTo>
                  <a:cubicBezTo>
                    <a:pt x="147" y="865"/>
                    <a:pt x="130" y="832"/>
                    <a:pt x="132" y="821"/>
                  </a:cubicBezTo>
                  <a:cubicBezTo>
                    <a:pt x="135" y="811"/>
                    <a:pt x="126" y="794"/>
                    <a:pt x="128" y="791"/>
                  </a:cubicBezTo>
                  <a:cubicBezTo>
                    <a:pt x="129" y="789"/>
                    <a:pt x="131" y="776"/>
                    <a:pt x="133" y="765"/>
                  </a:cubicBezTo>
                  <a:cubicBezTo>
                    <a:pt x="135" y="753"/>
                    <a:pt x="173" y="650"/>
                    <a:pt x="176" y="626"/>
                  </a:cubicBezTo>
                  <a:cubicBezTo>
                    <a:pt x="184" y="582"/>
                    <a:pt x="183" y="562"/>
                    <a:pt x="179" y="532"/>
                  </a:cubicBezTo>
                  <a:cubicBezTo>
                    <a:pt x="180" y="509"/>
                    <a:pt x="188" y="448"/>
                    <a:pt x="190" y="437"/>
                  </a:cubicBezTo>
                  <a:cubicBezTo>
                    <a:pt x="191" y="435"/>
                    <a:pt x="190" y="423"/>
                    <a:pt x="192" y="416"/>
                  </a:cubicBezTo>
                  <a:cubicBezTo>
                    <a:pt x="192" y="412"/>
                    <a:pt x="193" y="404"/>
                    <a:pt x="193" y="394"/>
                  </a:cubicBezTo>
                  <a:cubicBezTo>
                    <a:pt x="193" y="395"/>
                    <a:pt x="193" y="395"/>
                    <a:pt x="193" y="395"/>
                  </a:cubicBezTo>
                  <a:cubicBezTo>
                    <a:pt x="193" y="406"/>
                    <a:pt x="196" y="424"/>
                    <a:pt x="198" y="451"/>
                  </a:cubicBezTo>
                  <a:cubicBezTo>
                    <a:pt x="196" y="474"/>
                    <a:pt x="207" y="516"/>
                    <a:pt x="208" y="537"/>
                  </a:cubicBezTo>
                  <a:cubicBezTo>
                    <a:pt x="205" y="544"/>
                    <a:pt x="215" y="659"/>
                    <a:pt x="215" y="659"/>
                  </a:cubicBezTo>
                  <a:cubicBezTo>
                    <a:pt x="211" y="666"/>
                    <a:pt x="194" y="753"/>
                    <a:pt x="193" y="780"/>
                  </a:cubicBezTo>
                  <a:cubicBezTo>
                    <a:pt x="191" y="793"/>
                    <a:pt x="196" y="811"/>
                    <a:pt x="195" y="841"/>
                  </a:cubicBezTo>
                  <a:cubicBezTo>
                    <a:pt x="193" y="877"/>
                    <a:pt x="164" y="1023"/>
                    <a:pt x="218" y="1208"/>
                  </a:cubicBezTo>
                  <a:cubicBezTo>
                    <a:pt x="221" y="1218"/>
                    <a:pt x="221" y="1255"/>
                    <a:pt x="225" y="1275"/>
                  </a:cubicBezTo>
                  <a:cubicBezTo>
                    <a:pt x="225" y="1280"/>
                    <a:pt x="235" y="1304"/>
                    <a:pt x="235" y="1335"/>
                  </a:cubicBezTo>
                  <a:cubicBezTo>
                    <a:pt x="236" y="1386"/>
                    <a:pt x="231" y="1453"/>
                    <a:pt x="233" y="1489"/>
                  </a:cubicBezTo>
                  <a:cubicBezTo>
                    <a:pt x="235" y="1549"/>
                    <a:pt x="257" y="1604"/>
                    <a:pt x="266" y="1642"/>
                  </a:cubicBezTo>
                  <a:cubicBezTo>
                    <a:pt x="274" y="1681"/>
                    <a:pt x="278" y="1711"/>
                    <a:pt x="276" y="1719"/>
                  </a:cubicBezTo>
                  <a:cubicBezTo>
                    <a:pt x="274" y="1725"/>
                    <a:pt x="273" y="1738"/>
                    <a:pt x="278" y="1749"/>
                  </a:cubicBezTo>
                  <a:cubicBezTo>
                    <a:pt x="278" y="1750"/>
                    <a:pt x="263" y="1788"/>
                    <a:pt x="254" y="1795"/>
                  </a:cubicBezTo>
                  <a:cubicBezTo>
                    <a:pt x="246" y="1802"/>
                    <a:pt x="244" y="1808"/>
                    <a:pt x="238" y="1812"/>
                  </a:cubicBezTo>
                  <a:cubicBezTo>
                    <a:pt x="231" y="1815"/>
                    <a:pt x="228" y="1819"/>
                    <a:pt x="226" y="1827"/>
                  </a:cubicBezTo>
                  <a:cubicBezTo>
                    <a:pt x="224" y="1833"/>
                    <a:pt x="218" y="1841"/>
                    <a:pt x="222" y="1846"/>
                  </a:cubicBezTo>
                  <a:cubicBezTo>
                    <a:pt x="223" y="1846"/>
                    <a:pt x="224" y="1847"/>
                    <a:pt x="224" y="1847"/>
                  </a:cubicBezTo>
                  <a:cubicBezTo>
                    <a:pt x="225" y="1847"/>
                    <a:pt x="225" y="1847"/>
                    <a:pt x="225" y="1847"/>
                  </a:cubicBezTo>
                  <a:cubicBezTo>
                    <a:pt x="224" y="1849"/>
                    <a:pt x="224" y="1851"/>
                    <a:pt x="225" y="1853"/>
                  </a:cubicBezTo>
                  <a:cubicBezTo>
                    <a:pt x="228" y="1858"/>
                    <a:pt x="232" y="1859"/>
                    <a:pt x="238" y="1858"/>
                  </a:cubicBezTo>
                  <a:cubicBezTo>
                    <a:pt x="239" y="1857"/>
                    <a:pt x="239" y="1857"/>
                    <a:pt x="239" y="1857"/>
                  </a:cubicBezTo>
                  <a:cubicBezTo>
                    <a:pt x="239" y="1859"/>
                    <a:pt x="239" y="1861"/>
                    <a:pt x="241" y="1863"/>
                  </a:cubicBezTo>
                  <a:cubicBezTo>
                    <a:pt x="245" y="1869"/>
                    <a:pt x="257" y="1872"/>
                    <a:pt x="262" y="1866"/>
                  </a:cubicBezTo>
                  <a:cubicBezTo>
                    <a:pt x="269" y="1871"/>
                    <a:pt x="283" y="1871"/>
                    <a:pt x="288" y="1864"/>
                  </a:cubicBezTo>
                  <a:cubicBezTo>
                    <a:pt x="291" y="1876"/>
                    <a:pt x="307" y="1874"/>
                    <a:pt x="316" y="1872"/>
                  </a:cubicBezTo>
                  <a:cubicBezTo>
                    <a:pt x="325" y="1870"/>
                    <a:pt x="329" y="1864"/>
                    <a:pt x="334" y="1859"/>
                  </a:cubicBezTo>
                  <a:cubicBezTo>
                    <a:pt x="339" y="1855"/>
                    <a:pt x="343" y="1851"/>
                    <a:pt x="341" y="1840"/>
                  </a:cubicBezTo>
                  <a:cubicBezTo>
                    <a:pt x="340" y="1829"/>
                    <a:pt x="341" y="1829"/>
                    <a:pt x="342" y="1816"/>
                  </a:cubicBezTo>
                  <a:cubicBezTo>
                    <a:pt x="343" y="1808"/>
                    <a:pt x="349" y="1806"/>
                    <a:pt x="350" y="1793"/>
                  </a:cubicBezTo>
                  <a:cubicBezTo>
                    <a:pt x="351" y="1783"/>
                    <a:pt x="344" y="1739"/>
                    <a:pt x="344" y="1733"/>
                  </a:cubicBezTo>
                  <a:cubicBezTo>
                    <a:pt x="346" y="1720"/>
                    <a:pt x="338" y="1709"/>
                    <a:pt x="335" y="1687"/>
                  </a:cubicBezTo>
                  <a:cubicBezTo>
                    <a:pt x="332" y="1664"/>
                    <a:pt x="340" y="1588"/>
                    <a:pt x="340" y="1574"/>
                  </a:cubicBezTo>
                  <a:cubicBezTo>
                    <a:pt x="340" y="1549"/>
                    <a:pt x="352" y="1505"/>
                    <a:pt x="349" y="1452"/>
                  </a:cubicBezTo>
                  <a:cubicBezTo>
                    <a:pt x="347" y="1421"/>
                    <a:pt x="333" y="1327"/>
                    <a:pt x="333" y="1305"/>
                  </a:cubicBezTo>
                  <a:cubicBezTo>
                    <a:pt x="333" y="1301"/>
                    <a:pt x="333" y="1278"/>
                    <a:pt x="334" y="1274"/>
                  </a:cubicBezTo>
                  <a:cubicBezTo>
                    <a:pt x="338" y="1260"/>
                    <a:pt x="356" y="1087"/>
                    <a:pt x="356" y="1085"/>
                  </a:cubicBezTo>
                  <a:cubicBezTo>
                    <a:pt x="358" y="1064"/>
                    <a:pt x="365" y="929"/>
                    <a:pt x="365" y="929"/>
                  </a:cubicBezTo>
                  <a:cubicBezTo>
                    <a:pt x="366" y="929"/>
                    <a:pt x="366" y="929"/>
                    <a:pt x="366" y="929"/>
                  </a:cubicBezTo>
                  <a:cubicBezTo>
                    <a:pt x="366" y="929"/>
                    <a:pt x="374" y="1064"/>
                    <a:pt x="376" y="1085"/>
                  </a:cubicBezTo>
                  <a:cubicBezTo>
                    <a:pt x="376" y="1087"/>
                    <a:pt x="394" y="1260"/>
                    <a:pt x="398" y="1274"/>
                  </a:cubicBezTo>
                  <a:cubicBezTo>
                    <a:pt x="399" y="1278"/>
                    <a:pt x="398" y="1301"/>
                    <a:pt x="398" y="1305"/>
                  </a:cubicBezTo>
                  <a:cubicBezTo>
                    <a:pt x="398" y="1327"/>
                    <a:pt x="385" y="1421"/>
                    <a:pt x="383" y="1452"/>
                  </a:cubicBezTo>
                  <a:cubicBezTo>
                    <a:pt x="379" y="1505"/>
                    <a:pt x="392" y="1549"/>
                    <a:pt x="392" y="1574"/>
                  </a:cubicBezTo>
                  <a:cubicBezTo>
                    <a:pt x="392" y="1588"/>
                    <a:pt x="400" y="1664"/>
                    <a:pt x="397" y="1687"/>
                  </a:cubicBezTo>
                  <a:cubicBezTo>
                    <a:pt x="394" y="1709"/>
                    <a:pt x="386" y="1720"/>
                    <a:pt x="387" y="1733"/>
                  </a:cubicBezTo>
                  <a:cubicBezTo>
                    <a:pt x="388" y="1739"/>
                    <a:pt x="381" y="1783"/>
                    <a:pt x="382" y="1793"/>
                  </a:cubicBezTo>
                  <a:cubicBezTo>
                    <a:pt x="383" y="1806"/>
                    <a:pt x="389" y="1808"/>
                    <a:pt x="389" y="1816"/>
                  </a:cubicBezTo>
                  <a:cubicBezTo>
                    <a:pt x="390" y="1829"/>
                    <a:pt x="392" y="1829"/>
                    <a:pt x="390" y="1840"/>
                  </a:cubicBezTo>
                  <a:cubicBezTo>
                    <a:pt x="389" y="1851"/>
                    <a:pt x="393" y="1855"/>
                    <a:pt x="398" y="1859"/>
                  </a:cubicBezTo>
                  <a:cubicBezTo>
                    <a:pt x="403" y="1864"/>
                    <a:pt x="407" y="1870"/>
                    <a:pt x="416" y="1872"/>
                  </a:cubicBezTo>
                  <a:cubicBezTo>
                    <a:pt x="425" y="1874"/>
                    <a:pt x="440" y="1876"/>
                    <a:pt x="444" y="1864"/>
                  </a:cubicBezTo>
                  <a:cubicBezTo>
                    <a:pt x="449" y="1871"/>
                    <a:pt x="462" y="1871"/>
                    <a:pt x="469" y="1866"/>
                  </a:cubicBezTo>
                  <a:cubicBezTo>
                    <a:pt x="474" y="1872"/>
                    <a:pt x="487" y="1869"/>
                    <a:pt x="491" y="1863"/>
                  </a:cubicBezTo>
                  <a:cubicBezTo>
                    <a:pt x="492" y="1861"/>
                    <a:pt x="493" y="1859"/>
                    <a:pt x="493" y="1857"/>
                  </a:cubicBezTo>
                  <a:cubicBezTo>
                    <a:pt x="494" y="1858"/>
                    <a:pt x="494" y="1858"/>
                    <a:pt x="494" y="1858"/>
                  </a:cubicBezTo>
                  <a:cubicBezTo>
                    <a:pt x="499" y="1859"/>
                    <a:pt x="506" y="1857"/>
                    <a:pt x="507" y="1853"/>
                  </a:cubicBezTo>
                  <a:cubicBezTo>
                    <a:pt x="508" y="1851"/>
                    <a:pt x="508" y="1849"/>
                    <a:pt x="507" y="1847"/>
                  </a:cubicBezTo>
                  <a:cubicBezTo>
                    <a:pt x="507" y="1847"/>
                    <a:pt x="507" y="1847"/>
                    <a:pt x="507" y="1847"/>
                  </a:cubicBezTo>
                  <a:cubicBezTo>
                    <a:pt x="508" y="1847"/>
                    <a:pt x="509" y="1846"/>
                    <a:pt x="510" y="1846"/>
                  </a:cubicBezTo>
                  <a:cubicBezTo>
                    <a:pt x="514" y="1841"/>
                    <a:pt x="508" y="1833"/>
                    <a:pt x="506" y="1827"/>
                  </a:cubicBezTo>
                  <a:cubicBezTo>
                    <a:pt x="503" y="1819"/>
                    <a:pt x="500" y="1815"/>
                    <a:pt x="494" y="1812"/>
                  </a:cubicBezTo>
                  <a:cubicBezTo>
                    <a:pt x="488" y="1808"/>
                    <a:pt x="485" y="1802"/>
                    <a:pt x="478" y="1795"/>
                  </a:cubicBezTo>
                  <a:cubicBezTo>
                    <a:pt x="469" y="1788"/>
                    <a:pt x="453" y="1750"/>
                    <a:pt x="454" y="1749"/>
                  </a:cubicBezTo>
                  <a:cubicBezTo>
                    <a:pt x="459" y="1738"/>
                    <a:pt x="457" y="1725"/>
                    <a:pt x="456" y="1719"/>
                  </a:cubicBezTo>
                  <a:cubicBezTo>
                    <a:pt x="454" y="1711"/>
                    <a:pt x="457" y="1681"/>
                    <a:pt x="466" y="1642"/>
                  </a:cubicBezTo>
                  <a:cubicBezTo>
                    <a:pt x="475" y="1604"/>
                    <a:pt x="497" y="1549"/>
                    <a:pt x="499" y="1489"/>
                  </a:cubicBezTo>
                  <a:cubicBezTo>
                    <a:pt x="501" y="1453"/>
                    <a:pt x="495" y="1386"/>
                    <a:pt x="496" y="1335"/>
                  </a:cubicBezTo>
                  <a:cubicBezTo>
                    <a:pt x="497" y="1304"/>
                    <a:pt x="506" y="1280"/>
                    <a:pt x="507" y="1275"/>
                  </a:cubicBezTo>
                  <a:cubicBezTo>
                    <a:pt x="511" y="1255"/>
                    <a:pt x="511" y="1218"/>
                    <a:pt x="514" y="1208"/>
                  </a:cubicBezTo>
                  <a:cubicBezTo>
                    <a:pt x="567" y="1023"/>
                    <a:pt x="539" y="877"/>
                    <a:pt x="537" y="841"/>
                  </a:cubicBezTo>
                  <a:cubicBezTo>
                    <a:pt x="537" y="841"/>
                    <a:pt x="537" y="841"/>
                    <a:pt x="537" y="841"/>
                  </a:cubicBezTo>
                  <a:cubicBezTo>
                    <a:pt x="536" y="811"/>
                    <a:pt x="541" y="793"/>
                    <a:pt x="539" y="780"/>
                  </a:cubicBezTo>
                  <a:cubicBezTo>
                    <a:pt x="538" y="753"/>
                    <a:pt x="521" y="666"/>
                    <a:pt x="517" y="659"/>
                  </a:cubicBezTo>
                  <a:cubicBezTo>
                    <a:pt x="517" y="659"/>
                    <a:pt x="527" y="544"/>
                    <a:pt x="524" y="537"/>
                  </a:cubicBezTo>
                  <a:cubicBezTo>
                    <a:pt x="525" y="516"/>
                    <a:pt x="536" y="474"/>
                    <a:pt x="534" y="451"/>
                  </a:cubicBezTo>
                  <a:cubicBezTo>
                    <a:pt x="536" y="424"/>
                    <a:pt x="538" y="406"/>
                    <a:pt x="539" y="395"/>
                  </a:cubicBezTo>
                  <a:cubicBezTo>
                    <a:pt x="539" y="394"/>
                    <a:pt x="539" y="394"/>
                    <a:pt x="539" y="394"/>
                  </a:cubicBezTo>
                  <a:cubicBezTo>
                    <a:pt x="539" y="404"/>
                    <a:pt x="540" y="412"/>
                    <a:pt x="540" y="416"/>
                  </a:cubicBezTo>
                  <a:cubicBezTo>
                    <a:pt x="542" y="423"/>
                    <a:pt x="541" y="435"/>
                    <a:pt x="542" y="437"/>
                  </a:cubicBezTo>
                  <a:cubicBezTo>
                    <a:pt x="544" y="448"/>
                    <a:pt x="552" y="509"/>
                    <a:pt x="553" y="532"/>
                  </a:cubicBezTo>
                  <a:cubicBezTo>
                    <a:pt x="549" y="562"/>
                    <a:pt x="548" y="582"/>
                    <a:pt x="556" y="626"/>
                  </a:cubicBezTo>
                  <a:cubicBezTo>
                    <a:pt x="559" y="650"/>
                    <a:pt x="597" y="753"/>
                    <a:pt x="599" y="765"/>
                  </a:cubicBezTo>
                  <a:cubicBezTo>
                    <a:pt x="601" y="776"/>
                    <a:pt x="603" y="789"/>
                    <a:pt x="604" y="791"/>
                  </a:cubicBezTo>
                  <a:cubicBezTo>
                    <a:pt x="606" y="794"/>
                    <a:pt x="597" y="811"/>
                    <a:pt x="600" y="821"/>
                  </a:cubicBezTo>
                  <a:cubicBezTo>
                    <a:pt x="602" y="832"/>
                    <a:pt x="585" y="865"/>
                    <a:pt x="591" y="897"/>
                  </a:cubicBezTo>
                  <a:cubicBezTo>
                    <a:pt x="596" y="928"/>
                    <a:pt x="596" y="933"/>
                    <a:pt x="597" y="939"/>
                  </a:cubicBezTo>
                  <a:cubicBezTo>
                    <a:pt x="598" y="946"/>
                    <a:pt x="601" y="954"/>
                    <a:pt x="603" y="963"/>
                  </a:cubicBezTo>
                  <a:cubicBezTo>
                    <a:pt x="605" y="971"/>
                    <a:pt x="609" y="992"/>
                    <a:pt x="613" y="993"/>
                  </a:cubicBezTo>
                  <a:cubicBezTo>
                    <a:pt x="618" y="993"/>
                    <a:pt x="618" y="991"/>
                    <a:pt x="619" y="989"/>
                  </a:cubicBezTo>
                  <a:cubicBezTo>
                    <a:pt x="619" y="989"/>
                    <a:pt x="620" y="1009"/>
                    <a:pt x="629" y="1008"/>
                  </a:cubicBezTo>
                  <a:cubicBezTo>
                    <a:pt x="635" y="1008"/>
                    <a:pt x="635" y="1002"/>
                    <a:pt x="635" y="1002"/>
                  </a:cubicBezTo>
                  <a:cubicBezTo>
                    <a:pt x="635" y="1002"/>
                    <a:pt x="636" y="1018"/>
                    <a:pt x="644" y="1017"/>
                  </a:cubicBezTo>
                  <a:cubicBezTo>
                    <a:pt x="653" y="1015"/>
                    <a:pt x="652" y="1006"/>
                    <a:pt x="652" y="1006"/>
                  </a:cubicBezTo>
                  <a:cubicBezTo>
                    <a:pt x="658" y="1009"/>
                    <a:pt x="666" y="1009"/>
                    <a:pt x="668" y="998"/>
                  </a:cubicBezTo>
                  <a:cubicBezTo>
                    <a:pt x="670" y="988"/>
                    <a:pt x="675" y="968"/>
                    <a:pt x="674" y="960"/>
                  </a:cubicBezTo>
                  <a:cubicBezTo>
                    <a:pt x="674" y="952"/>
                    <a:pt x="679" y="935"/>
                    <a:pt x="679" y="929"/>
                  </a:cubicBezTo>
                  <a:cubicBezTo>
                    <a:pt x="683" y="909"/>
                    <a:pt x="688" y="902"/>
                    <a:pt x="686" y="896"/>
                  </a:cubicBezTo>
                  <a:cubicBezTo>
                    <a:pt x="692" y="904"/>
                    <a:pt x="697" y="912"/>
                    <a:pt x="700" y="913"/>
                  </a:cubicBezTo>
                  <a:cubicBezTo>
                    <a:pt x="702" y="925"/>
                    <a:pt x="712" y="942"/>
                    <a:pt x="720" y="943"/>
                  </a:cubicBezTo>
                  <a:cubicBezTo>
                    <a:pt x="732" y="943"/>
                    <a:pt x="729" y="935"/>
                    <a:pt x="725" y="925"/>
                  </a:cubicBezTo>
                </a:path>
              </a:pathLst>
            </a:custGeom>
            <a:solidFill>
              <a:srgbClr val="F6E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567" name="Freeform 4">
              <a:extLst>
                <a:ext uri="{FF2B5EF4-FFF2-40B4-BE49-F238E27FC236}">
                  <a16:creationId xmlns:a16="http://schemas.microsoft.com/office/drawing/2014/main" id="{50DAF092-F084-4C9A-84FE-FCFF2C904E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1" y="1067"/>
              <a:ext cx="1167" cy="2982"/>
            </a:xfrm>
            <a:custGeom>
              <a:avLst/>
              <a:gdLst>
                <a:gd name="T0" fmla="*/ 2852 w 732"/>
                <a:gd name="T1" fmla="*/ 3454 h 1876"/>
                <a:gd name="T2" fmla="*/ 2682 w 732"/>
                <a:gd name="T3" fmla="*/ 3004 h 1876"/>
                <a:gd name="T4" fmla="*/ 2584 w 732"/>
                <a:gd name="T5" fmla="*/ 1847 h 1876"/>
                <a:gd name="T6" fmla="*/ 2277 w 732"/>
                <a:gd name="T7" fmla="*/ 523 h 1876"/>
                <a:gd name="T8" fmla="*/ 1714 w 732"/>
                <a:gd name="T9" fmla="*/ 0 h 1876"/>
                <a:gd name="T10" fmla="*/ 1342 w 732"/>
                <a:gd name="T11" fmla="*/ 157 h 1876"/>
                <a:gd name="T12" fmla="*/ 874 w 732"/>
                <a:gd name="T13" fmla="*/ 475 h 1876"/>
                <a:gd name="T14" fmla="*/ 445 w 732"/>
                <a:gd name="T15" fmla="*/ 1261 h 1876"/>
                <a:gd name="T16" fmla="*/ 295 w 732"/>
                <a:gd name="T17" fmla="*/ 2794 h 1876"/>
                <a:gd name="T18" fmla="*/ 253 w 732"/>
                <a:gd name="T19" fmla="*/ 3249 h 1876"/>
                <a:gd name="T20" fmla="*/ 29 w 732"/>
                <a:gd name="T21" fmla="*/ 3715 h 1876"/>
                <a:gd name="T22" fmla="*/ 185 w 732"/>
                <a:gd name="T23" fmla="*/ 3599 h 1876"/>
                <a:gd name="T24" fmla="*/ 260 w 732"/>
                <a:gd name="T25" fmla="*/ 4007 h 1876"/>
                <a:gd name="T26" fmla="*/ 394 w 732"/>
                <a:gd name="T27" fmla="*/ 4025 h 1876"/>
                <a:gd name="T28" fmla="*/ 483 w 732"/>
                <a:gd name="T29" fmla="*/ 3987 h 1876"/>
                <a:gd name="T30" fmla="*/ 572 w 732"/>
                <a:gd name="T31" fmla="*/ 3604 h 1876"/>
                <a:gd name="T32" fmla="*/ 539 w 732"/>
                <a:gd name="T33" fmla="*/ 3073 h 1876"/>
                <a:gd name="T34" fmla="*/ 770 w 732"/>
                <a:gd name="T35" fmla="*/ 1756 h 1876"/>
                <a:gd name="T36" fmla="*/ 783 w 732"/>
                <a:gd name="T37" fmla="*/ 1586 h 1876"/>
                <a:gd name="T38" fmla="*/ 872 w 732"/>
                <a:gd name="T39" fmla="*/ 2648 h 1876"/>
                <a:gd name="T40" fmla="*/ 885 w 732"/>
                <a:gd name="T41" fmla="*/ 4851 h 1876"/>
                <a:gd name="T42" fmla="*/ 942 w 732"/>
                <a:gd name="T43" fmla="*/ 5980 h 1876"/>
                <a:gd name="T44" fmla="*/ 1126 w 732"/>
                <a:gd name="T45" fmla="*/ 7024 h 1876"/>
                <a:gd name="T46" fmla="*/ 915 w 732"/>
                <a:gd name="T47" fmla="*/ 7337 h 1876"/>
                <a:gd name="T48" fmla="*/ 912 w 732"/>
                <a:gd name="T49" fmla="*/ 7418 h 1876"/>
                <a:gd name="T50" fmla="*/ 968 w 732"/>
                <a:gd name="T51" fmla="*/ 7458 h 1876"/>
                <a:gd name="T52" fmla="*/ 1167 w 732"/>
                <a:gd name="T53" fmla="*/ 7487 h 1876"/>
                <a:gd name="T54" fmla="*/ 1382 w 732"/>
                <a:gd name="T55" fmla="*/ 7390 h 1876"/>
                <a:gd name="T56" fmla="*/ 1393 w 732"/>
                <a:gd name="T57" fmla="*/ 6961 h 1876"/>
                <a:gd name="T58" fmla="*/ 1413 w 732"/>
                <a:gd name="T59" fmla="*/ 5832 h 1876"/>
                <a:gd name="T60" fmla="*/ 1444 w 732"/>
                <a:gd name="T61" fmla="*/ 4359 h 1876"/>
                <a:gd name="T62" fmla="*/ 1523 w 732"/>
                <a:gd name="T63" fmla="*/ 4359 h 1876"/>
                <a:gd name="T64" fmla="*/ 1553 w 732"/>
                <a:gd name="T65" fmla="*/ 5832 h 1876"/>
                <a:gd name="T66" fmla="*/ 1569 w 732"/>
                <a:gd name="T67" fmla="*/ 6961 h 1876"/>
                <a:gd name="T68" fmla="*/ 1582 w 732"/>
                <a:gd name="T69" fmla="*/ 7390 h 1876"/>
                <a:gd name="T70" fmla="*/ 1800 w 732"/>
                <a:gd name="T71" fmla="*/ 7487 h 1876"/>
                <a:gd name="T72" fmla="*/ 1998 w 732"/>
                <a:gd name="T73" fmla="*/ 7458 h 1876"/>
                <a:gd name="T74" fmla="*/ 2053 w 732"/>
                <a:gd name="T75" fmla="*/ 7418 h 1876"/>
                <a:gd name="T76" fmla="*/ 2052 w 732"/>
                <a:gd name="T77" fmla="*/ 7337 h 1876"/>
                <a:gd name="T78" fmla="*/ 1840 w 732"/>
                <a:gd name="T79" fmla="*/ 7024 h 1876"/>
                <a:gd name="T80" fmla="*/ 2023 w 732"/>
                <a:gd name="T81" fmla="*/ 5980 h 1876"/>
                <a:gd name="T82" fmla="*/ 2082 w 732"/>
                <a:gd name="T83" fmla="*/ 4851 h 1876"/>
                <a:gd name="T84" fmla="*/ 2183 w 732"/>
                <a:gd name="T85" fmla="*/ 3133 h 1876"/>
                <a:gd name="T86" fmla="*/ 2163 w 732"/>
                <a:gd name="T87" fmla="*/ 1812 h 1876"/>
                <a:gd name="T88" fmla="*/ 2189 w 732"/>
                <a:gd name="T89" fmla="*/ 1671 h 1876"/>
                <a:gd name="T90" fmla="*/ 2253 w 732"/>
                <a:gd name="T91" fmla="*/ 2515 h 1876"/>
                <a:gd name="T92" fmla="*/ 2433 w 732"/>
                <a:gd name="T93" fmla="*/ 3297 h 1876"/>
                <a:gd name="T94" fmla="*/ 2442 w 732"/>
                <a:gd name="T95" fmla="*/ 3869 h 1876"/>
                <a:gd name="T96" fmla="*/ 2549 w 732"/>
                <a:gd name="T97" fmla="*/ 4047 h 1876"/>
                <a:gd name="T98" fmla="*/ 2640 w 732"/>
                <a:gd name="T99" fmla="*/ 4041 h 1876"/>
                <a:gd name="T100" fmla="*/ 2753 w 732"/>
                <a:gd name="T101" fmla="*/ 3732 h 1876"/>
                <a:gd name="T102" fmla="*/ 2918 w 732"/>
                <a:gd name="T103" fmla="*/ 3788 h 187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0" t="0" r="r" b="b"/>
              <a:pathLst>
                <a:path w="732" h="1876">
                  <a:moveTo>
                    <a:pt x="725" y="925"/>
                  </a:moveTo>
                  <a:cubicBezTo>
                    <a:pt x="722" y="915"/>
                    <a:pt x="721" y="903"/>
                    <a:pt x="718" y="899"/>
                  </a:cubicBezTo>
                  <a:cubicBezTo>
                    <a:pt x="715" y="894"/>
                    <a:pt x="710" y="869"/>
                    <a:pt x="704" y="860"/>
                  </a:cubicBezTo>
                  <a:cubicBezTo>
                    <a:pt x="698" y="852"/>
                    <a:pt x="676" y="815"/>
                    <a:pt x="670" y="809"/>
                  </a:cubicBezTo>
                  <a:cubicBezTo>
                    <a:pt x="668" y="805"/>
                    <a:pt x="669" y="791"/>
                    <a:pt x="667" y="780"/>
                  </a:cubicBezTo>
                  <a:cubicBezTo>
                    <a:pt x="664" y="770"/>
                    <a:pt x="665" y="760"/>
                    <a:pt x="662" y="748"/>
                  </a:cubicBezTo>
                  <a:cubicBezTo>
                    <a:pt x="660" y="736"/>
                    <a:pt x="659" y="712"/>
                    <a:pt x="659" y="696"/>
                  </a:cubicBezTo>
                  <a:cubicBezTo>
                    <a:pt x="658" y="669"/>
                    <a:pt x="658" y="560"/>
                    <a:pt x="643" y="521"/>
                  </a:cubicBezTo>
                  <a:cubicBezTo>
                    <a:pt x="640" y="508"/>
                    <a:pt x="638" y="488"/>
                    <a:pt x="638" y="460"/>
                  </a:cubicBezTo>
                  <a:cubicBezTo>
                    <a:pt x="637" y="382"/>
                    <a:pt x="621" y="338"/>
                    <a:pt x="622" y="314"/>
                  </a:cubicBezTo>
                  <a:cubicBezTo>
                    <a:pt x="627" y="279"/>
                    <a:pt x="620" y="242"/>
                    <a:pt x="614" y="212"/>
                  </a:cubicBezTo>
                  <a:cubicBezTo>
                    <a:pt x="601" y="149"/>
                    <a:pt x="574" y="133"/>
                    <a:pt x="562" y="130"/>
                  </a:cubicBezTo>
                  <a:cubicBezTo>
                    <a:pt x="549" y="126"/>
                    <a:pt x="530" y="123"/>
                    <a:pt x="518" y="119"/>
                  </a:cubicBezTo>
                  <a:cubicBezTo>
                    <a:pt x="502" y="114"/>
                    <a:pt x="460" y="98"/>
                    <a:pt x="448" y="92"/>
                  </a:cubicBezTo>
                  <a:cubicBezTo>
                    <a:pt x="414" y="79"/>
                    <a:pt x="423" y="12"/>
                    <a:pt x="423" y="0"/>
                  </a:cubicBezTo>
                  <a:cubicBezTo>
                    <a:pt x="419" y="10"/>
                    <a:pt x="411" y="30"/>
                    <a:pt x="400" y="39"/>
                  </a:cubicBezTo>
                  <a:cubicBezTo>
                    <a:pt x="390" y="47"/>
                    <a:pt x="384" y="55"/>
                    <a:pt x="366" y="56"/>
                  </a:cubicBezTo>
                  <a:cubicBezTo>
                    <a:pt x="347" y="55"/>
                    <a:pt x="341" y="47"/>
                    <a:pt x="331" y="39"/>
                  </a:cubicBezTo>
                  <a:cubicBezTo>
                    <a:pt x="321" y="31"/>
                    <a:pt x="314" y="11"/>
                    <a:pt x="309" y="1"/>
                  </a:cubicBezTo>
                  <a:cubicBezTo>
                    <a:pt x="309" y="17"/>
                    <a:pt x="315" y="87"/>
                    <a:pt x="284" y="94"/>
                  </a:cubicBezTo>
                  <a:cubicBezTo>
                    <a:pt x="271" y="97"/>
                    <a:pt x="225" y="115"/>
                    <a:pt x="216" y="118"/>
                  </a:cubicBezTo>
                  <a:cubicBezTo>
                    <a:pt x="204" y="122"/>
                    <a:pt x="183" y="126"/>
                    <a:pt x="170" y="130"/>
                  </a:cubicBezTo>
                  <a:cubicBezTo>
                    <a:pt x="158" y="133"/>
                    <a:pt x="131" y="149"/>
                    <a:pt x="118" y="212"/>
                  </a:cubicBezTo>
                  <a:cubicBezTo>
                    <a:pt x="112" y="242"/>
                    <a:pt x="105" y="279"/>
                    <a:pt x="110" y="314"/>
                  </a:cubicBezTo>
                  <a:cubicBezTo>
                    <a:pt x="111" y="338"/>
                    <a:pt x="95" y="382"/>
                    <a:pt x="94" y="460"/>
                  </a:cubicBezTo>
                  <a:cubicBezTo>
                    <a:pt x="94" y="488"/>
                    <a:pt x="92" y="508"/>
                    <a:pt x="89" y="521"/>
                  </a:cubicBezTo>
                  <a:cubicBezTo>
                    <a:pt x="74" y="560"/>
                    <a:pt x="74" y="669"/>
                    <a:pt x="73" y="696"/>
                  </a:cubicBezTo>
                  <a:cubicBezTo>
                    <a:pt x="73" y="712"/>
                    <a:pt x="72" y="736"/>
                    <a:pt x="70" y="748"/>
                  </a:cubicBezTo>
                  <a:cubicBezTo>
                    <a:pt x="67" y="760"/>
                    <a:pt x="69" y="770"/>
                    <a:pt x="66" y="780"/>
                  </a:cubicBezTo>
                  <a:cubicBezTo>
                    <a:pt x="64" y="791"/>
                    <a:pt x="65" y="805"/>
                    <a:pt x="63" y="809"/>
                  </a:cubicBezTo>
                  <a:cubicBezTo>
                    <a:pt x="58" y="815"/>
                    <a:pt x="35" y="852"/>
                    <a:pt x="29" y="860"/>
                  </a:cubicBezTo>
                  <a:cubicBezTo>
                    <a:pt x="24" y="869"/>
                    <a:pt x="17" y="894"/>
                    <a:pt x="14" y="899"/>
                  </a:cubicBezTo>
                  <a:cubicBezTo>
                    <a:pt x="11" y="903"/>
                    <a:pt x="10" y="915"/>
                    <a:pt x="7" y="925"/>
                  </a:cubicBezTo>
                  <a:cubicBezTo>
                    <a:pt x="3" y="935"/>
                    <a:pt x="0" y="943"/>
                    <a:pt x="12" y="943"/>
                  </a:cubicBezTo>
                  <a:cubicBezTo>
                    <a:pt x="20" y="942"/>
                    <a:pt x="30" y="925"/>
                    <a:pt x="32" y="913"/>
                  </a:cubicBezTo>
                  <a:cubicBezTo>
                    <a:pt x="35" y="912"/>
                    <a:pt x="40" y="904"/>
                    <a:pt x="46" y="896"/>
                  </a:cubicBezTo>
                  <a:cubicBezTo>
                    <a:pt x="44" y="902"/>
                    <a:pt x="49" y="909"/>
                    <a:pt x="53" y="929"/>
                  </a:cubicBezTo>
                  <a:cubicBezTo>
                    <a:pt x="53" y="935"/>
                    <a:pt x="58" y="952"/>
                    <a:pt x="58" y="960"/>
                  </a:cubicBezTo>
                  <a:cubicBezTo>
                    <a:pt x="57" y="968"/>
                    <a:pt x="62" y="988"/>
                    <a:pt x="64" y="998"/>
                  </a:cubicBezTo>
                  <a:cubicBezTo>
                    <a:pt x="66" y="1009"/>
                    <a:pt x="74" y="1009"/>
                    <a:pt x="80" y="1006"/>
                  </a:cubicBezTo>
                  <a:cubicBezTo>
                    <a:pt x="80" y="1006"/>
                    <a:pt x="79" y="1015"/>
                    <a:pt x="88" y="1017"/>
                  </a:cubicBezTo>
                  <a:cubicBezTo>
                    <a:pt x="96" y="1018"/>
                    <a:pt x="97" y="1002"/>
                    <a:pt x="97" y="1002"/>
                  </a:cubicBezTo>
                  <a:cubicBezTo>
                    <a:pt x="97" y="1002"/>
                    <a:pt x="97" y="1008"/>
                    <a:pt x="103" y="1008"/>
                  </a:cubicBezTo>
                  <a:cubicBezTo>
                    <a:pt x="112" y="1009"/>
                    <a:pt x="113" y="989"/>
                    <a:pt x="113" y="989"/>
                  </a:cubicBezTo>
                  <a:cubicBezTo>
                    <a:pt x="114" y="991"/>
                    <a:pt x="114" y="993"/>
                    <a:pt x="119" y="993"/>
                  </a:cubicBezTo>
                  <a:cubicBezTo>
                    <a:pt x="123" y="992"/>
                    <a:pt x="127" y="971"/>
                    <a:pt x="129" y="963"/>
                  </a:cubicBezTo>
                  <a:cubicBezTo>
                    <a:pt x="131" y="954"/>
                    <a:pt x="134" y="946"/>
                    <a:pt x="135" y="939"/>
                  </a:cubicBezTo>
                  <a:cubicBezTo>
                    <a:pt x="136" y="933"/>
                    <a:pt x="136" y="928"/>
                    <a:pt x="141" y="897"/>
                  </a:cubicBezTo>
                  <a:cubicBezTo>
                    <a:pt x="147" y="865"/>
                    <a:pt x="130" y="832"/>
                    <a:pt x="132" y="821"/>
                  </a:cubicBezTo>
                  <a:cubicBezTo>
                    <a:pt x="135" y="811"/>
                    <a:pt x="126" y="794"/>
                    <a:pt x="128" y="791"/>
                  </a:cubicBezTo>
                  <a:cubicBezTo>
                    <a:pt x="129" y="789"/>
                    <a:pt x="131" y="776"/>
                    <a:pt x="133" y="765"/>
                  </a:cubicBezTo>
                  <a:cubicBezTo>
                    <a:pt x="135" y="753"/>
                    <a:pt x="173" y="650"/>
                    <a:pt x="176" y="626"/>
                  </a:cubicBezTo>
                  <a:cubicBezTo>
                    <a:pt x="184" y="582"/>
                    <a:pt x="183" y="562"/>
                    <a:pt x="179" y="532"/>
                  </a:cubicBezTo>
                  <a:cubicBezTo>
                    <a:pt x="180" y="509"/>
                    <a:pt x="188" y="448"/>
                    <a:pt x="190" y="437"/>
                  </a:cubicBezTo>
                  <a:cubicBezTo>
                    <a:pt x="191" y="435"/>
                    <a:pt x="190" y="423"/>
                    <a:pt x="192" y="416"/>
                  </a:cubicBezTo>
                  <a:cubicBezTo>
                    <a:pt x="192" y="412"/>
                    <a:pt x="193" y="404"/>
                    <a:pt x="193" y="394"/>
                  </a:cubicBezTo>
                  <a:cubicBezTo>
                    <a:pt x="193" y="395"/>
                    <a:pt x="193" y="395"/>
                    <a:pt x="193" y="395"/>
                  </a:cubicBezTo>
                  <a:cubicBezTo>
                    <a:pt x="193" y="406"/>
                    <a:pt x="196" y="424"/>
                    <a:pt x="198" y="451"/>
                  </a:cubicBezTo>
                  <a:cubicBezTo>
                    <a:pt x="196" y="474"/>
                    <a:pt x="207" y="516"/>
                    <a:pt x="208" y="537"/>
                  </a:cubicBezTo>
                  <a:cubicBezTo>
                    <a:pt x="205" y="544"/>
                    <a:pt x="215" y="659"/>
                    <a:pt x="215" y="659"/>
                  </a:cubicBezTo>
                  <a:cubicBezTo>
                    <a:pt x="211" y="666"/>
                    <a:pt x="194" y="753"/>
                    <a:pt x="193" y="780"/>
                  </a:cubicBezTo>
                  <a:cubicBezTo>
                    <a:pt x="191" y="793"/>
                    <a:pt x="196" y="811"/>
                    <a:pt x="195" y="841"/>
                  </a:cubicBezTo>
                  <a:cubicBezTo>
                    <a:pt x="193" y="877"/>
                    <a:pt x="164" y="1023"/>
                    <a:pt x="218" y="1208"/>
                  </a:cubicBezTo>
                  <a:cubicBezTo>
                    <a:pt x="221" y="1218"/>
                    <a:pt x="221" y="1255"/>
                    <a:pt x="225" y="1275"/>
                  </a:cubicBezTo>
                  <a:cubicBezTo>
                    <a:pt x="225" y="1280"/>
                    <a:pt x="235" y="1304"/>
                    <a:pt x="235" y="1335"/>
                  </a:cubicBezTo>
                  <a:cubicBezTo>
                    <a:pt x="236" y="1386"/>
                    <a:pt x="231" y="1453"/>
                    <a:pt x="233" y="1489"/>
                  </a:cubicBezTo>
                  <a:cubicBezTo>
                    <a:pt x="235" y="1549"/>
                    <a:pt x="257" y="1604"/>
                    <a:pt x="266" y="1642"/>
                  </a:cubicBezTo>
                  <a:cubicBezTo>
                    <a:pt x="274" y="1681"/>
                    <a:pt x="278" y="1711"/>
                    <a:pt x="276" y="1719"/>
                  </a:cubicBezTo>
                  <a:cubicBezTo>
                    <a:pt x="274" y="1725"/>
                    <a:pt x="273" y="1738"/>
                    <a:pt x="278" y="1749"/>
                  </a:cubicBezTo>
                  <a:cubicBezTo>
                    <a:pt x="278" y="1750"/>
                    <a:pt x="263" y="1788"/>
                    <a:pt x="254" y="1795"/>
                  </a:cubicBezTo>
                  <a:cubicBezTo>
                    <a:pt x="246" y="1802"/>
                    <a:pt x="244" y="1808"/>
                    <a:pt x="238" y="1812"/>
                  </a:cubicBezTo>
                  <a:cubicBezTo>
                    <a:pt x="231" y="1815"/>
                    <a:pt x="228" y="1819"/>
                    <a:pt x="226" y="1827"/>
                  </a:cubicBezTo>
                  <a:cubicBezTo>
                    <a:pt x="224" y="1833"/>
                    <a:pt x="218" y="1841"/>
                    <a:pt x="222" y="1846"/>
                  </a:cubicBezTo>
                  <a:cubicBezTo>
                    <a:pt x="223" y="1846"/>
                    <a:pt x="224" y="1847"/>
                    <a:pt x="224" y="1847"/>
                  </a:cubicBezTo>
                  <a:cubicBezTo>
                    <a:pt x="225" y="1847"/>
                    <a:pt x="225" y="1847"/>
                    <a:pt x="225" y="1847"/>
                  </a:cubicBezTo>
                  <a:cubicBezTo>
                    <a:pt x="224" y="1849"/>
                    <a:pt x="224" y="1851"/>
                    <a:pt x="225" y="1853"/>
                  </a:cubicBezTo>
                  <a:cubicBezTo>
                    <a:pt x="228" y="1858"/>
                    <a:pt x="232" y="1859"/>
                    <a:pt x="238" y="1858"/>
                  </a:cubicBezTo>
                  <a:cubicBezTo>
                    <a:pt x="239" y="1857"/>
                    <a:pt x="239" y="1857"/>
                    <a:pt x="239" y="1857"/>
                  </a:cubicBezTo>
                  <a:cubicBezTo>
                    <a:pt x="239" y="1859"/>
                    <a:pt x="239" y="1861"/>
                    <a:pt x="241" y="1863"/>
                  </a:cubicBezTo>
                  <a:cubicBezTo>
                    <a:pt x="245" y="1869"/>
                    <a:pt x="257" y="1872"/>
                    <a:pt x="262" y="1866"/>
                  </a:cubicBezTo>
                  <a:cubicBezTo>
                    <a:pt x="269" y="1871"/>
                    <a:pt x="283" y="1871"/>
                    <a:pt x="288" y="1864"/>
                  </a:cubicBezTo>
                  <a:cubicBezTo>
                    <a:pt x="291" y="1876"/>
                    <a:pt x="307" y="1874"/>
                    <a:pt x="316" y="1872"/>
                  </a:cubicBezTo>
                  <a:cubicBezTo>
                    <a:pt x="325" y="1870"/>
                    <a:pt x="329" y="1864"/>
                    <a:pt x="334" y="1859"/>
                  </a:cubicBezTo>
                  <a:cubicBezTo>
                    <a:pt x="339" y="1855"/>
                    <a:pt x="343" y="1851"/>
                    <a:pt x="341" y="1840"/>
                  </a:cubicBezTo>
                  <a:cubicBezTo>
                    <a:pt x="340" y="1829"/>
                    <a:pt x="341" y="1829"/>
                    <a:pt x="342" y="1816"/>
                  </a:cubicBezTo>
                  <a:cubicBezTo>
                    <a:pt x="343" y="1808"/>
                    <a:pt x="349" y="1806"/>
                    <a:pt x="350" y="1793"/>
                  </a:cubicBezTo>
                  <a:cubicBezTo>
                    <a:pt x="351" y="1783"/>
                    <a:pt x="344" y="1739"/>
                    <a:pt x="344" y="1733"/>
                  </a:cubicBezTo>
                  <a:cubicBezTo>
                    <a:pt x="346" y="1720"/>
                    <a:pt x="338" y="1709"/>
                    <a:pt x="335" y="1687"/>
                  </a:cubicBezTo>
                  <a:cubicBezTo>
                    <a:pt x="332" y="1664"/>
                    <a:pt x="340" y="1588"/>
                    <a:pt x="340" y="1574"/>
                  </a:cubicBezTo>
                  <a:cubicBezTo>
                    <a:pt x="340" y="1549"/>
                    <a:pt x="352" y="1505"/>
                    <a:pt x="349" y="1452"/>
                  </a:cubicBezTo>
                  <a:cubicBezTo>
                    <a:pt x="347" y="1421"/>
                    <a:pt x="333" y="1327"/>
                    <a:pt x="333" y="1305"/>
                  </a:cubicBezTo>
                  <a:cubicBezTo>
                    <a:pt x="333" y="1301"/>
                    <a:pt x="333" y="1278"/>
                    <a:pt x="334" y="1274"/>
                  </a:cubicBezTo>
                  <a:cubicBezTo>
                    <a:pt x="338" y="1260"/>
                    <a:pt x="356" y="1087"/>
                    <a:pt x="356" y="1085"/>
                  </a:cubicBezTo>
                  <a:cubicBezTo>
                    <a:pt x="358" y="1064"/>
                    <a:pt x="365" y="929"/>
                    <a:pt x="365" y="929"/>
                  </a:cubicBezTo>
                  <a:cubicBezTo>
                    <a:pt x="366" y="929"/>
                    <a:pt x="366" y="929"/>
                    <a:pt x="366" y="929"/>
                  </a:cubicBezTo>
                  <a:cubicBezTo>
                    <a:pt x="366" y="929"/>
                    <a:pt x="374" y="1064"/>
                    <a:pt x="376" y="1085"/>
                  </a:cubicBezTo>
                  <a:cubicBezTo>
                    <a:pt x="376" y="1087"/>
                    <a:pt x="394" y="1260"/>
                    <a:pt x="398" y="1274"/>
                  </a:cubicBezTo>
                  <a:cubicBezTo>
                    <a:pt x="399" y="1278"/>
                    <a:pt x="398" y="1301"/>
                    <a:pt x="398" y="1305"/>
                  </a:cubicBezTo>
                  <a:cubicBezTo>
                    <a:pt x="398" y="1327"/>
                    <a:pt x="385" y="1421"/>
                    <a:pt x="383" y="1452"/>
                  </a:cubicBezTo>
                  <a:cubicBezTo>
                    <a:pt x="379" y="1505"/>
                    <a:pt x="392" y="1549"/>
                    <a:pt x="392" y="1574"/>
                  </a:cubicBezTo>
                  <a:cubicBezTo>
                    <a:pt x="392" y="1588"/>
                    <a:pt x="400" y="1664"/>
                    <a:pt x="397" y="1687"/>
                  </a:cubicBezTo>
                  <a:cubicBezTo>
                    <a:pt x="394" y="1709"/>
                    <a:pt x="386" y="1720"/>
                    <a:pt x="387" y="1733"/>
                  </a:cubicBezTo>
                  <a:cubicBezTo>
                    <a:pt x="388" y="1739"/>
                    <a:pt x="381" y="1783"/>
                    <a:pt x="382" y="1793"/>
                  </a:cubicBezTo>
                  <a:cubicBezTo>
                    <a:pt x="383" y="1806"/>
                    <a:pt x="389" y="1808"/>
                    <a:pt x="389" y="1816"/>
                  </a:cubicBezTo>
                  <a:cubicBezTo>
                    <a:pt x="390" y="1829"/>
                    <a:pt x="392" y="1829"/>
                    <a:pt x="390" y="1840"/>
                  </a:cubicBezTo>
                  <a:cubicBezTo>
                    <a:pt x="389" y="1851"/>
                    <a:pt x="393" y="1855"/>
                    <a:pt x="398" y="1859"/>
                  </a:cubicBezTo>
                  <a:cubicBezTo>
                    <a:pt x="403" y="1864"/>
                    <a:pt x="407" y="1870"/>
                    <a:pt x="416" y="1872"/>
                  </a:cubicBezTo>
                  <a:cubicBezTo>
                    <a:pt x="425" y="1874"/>
                    <a:pt x="440" y="1876"/>
                    <a:pt x="444" y="1864"/>
                  </a:cubicBezTo>
                  <a:cubicBezTo>
                    <a:pt x="449" y="1871"/>
                    <a:pt x="462" y="1871"/>
                    <a:pt x="469" y="1866"/>
                  </a:cubicBezTo>
                  <a:cubicBezTo>
                    <a:pt x="474" y="1872"/>
                    <a:pt x="487" y="1869"/>
                    <a:pt x="491" y="1863"/>
                  </a:cubicBezTo>
                  <a:cubicBezTo>
                    <a:pt x="492" y="1861"/>
                    <a:pt x="493" y="1859"/>
                    <a:pt x="493" y="1857"/>
                  </a:cubicBezTo>
                  <a:cubicBezTo>
                    <a:pt x="494" y="1858"/>
                    <a:pt x="494" y="1858"/>
                    <a:pt x="494" y="1858"/>
                  </a:cubicBezTo>
                  <a:cubicBezTo>
                    <a:pt x="499" y="1859"/>
                    <a:pt x="506" y="1857"/>
                    <a:pt x="507" y="1853"/>
                  </a:cubicBezTo>
                  <a:cubicBezTo>
                    <a:pt x="508" y="1851"/>
                    <a:pt x="508" y="1849"/>
                    <a:pt x="507" y="1847"/>
                  </a:cubicBezTo>
                  <a:cubicBezTo>
                    <a:pt x="507" y="1847"/>
                    <a:pt x="507" y="1847"/>
                    <a:pt x="507" y="1847"/>
                  </a:cubicBezTo>
                  <a:cubicBezTo>
                    <a:pt x="508" y="1847"/>
                    <a:pt x="509" y="1846"/>
                    <a:pt x="510" y="1846"/>
                  </a:cubicBezTo>
                  <a:cubicBezTo>
                    <a:pt x="514" y="1841"/>
                    <a:pt x="508" y="1833"/>
                    <a:pt x="506" y="1827"/>
                  </a:cubicBezTo>
                  <a:cubicBezTo>
                    <a:pt x="503" y="1819"/>
                    <a:pt x="500" y="1815"/>
                    <a:pt x="494" y="1812"/>
                  </a:cubicBezTo>
                  <a:cubicBezTo>
                    <a:pt x="488" y="1808"/>
                    <a:pt x="485" y="1802"/>
                    <a:pt x="478" y="1795"/>
                  </a:cubicBezTo>
                  <a:cubicBezTo>
                    <a:pt x="469" y="1788"/>
                    <a:pt x="453" y="1750"/>
                    <a:pt x="454" y="1749"/>
                  </a:cubicBezTo>
                  <a:cubicBezTo>
                    <a:pt x="459" y="1738"/>
                    <a:pt x="457" y="1725"/>
                    <a:pt x="456" y="1719"/>
                  </a:cubicBezTo>
                  <a:cubicBezTo>
                    <a:pt x="454" y="1711"/>
                    <a:pt x="457" y="1681"/>
                    <a:pt x="466" y="1642"/>
                  </a:cubicBezTo>
                  <a:cubicBezTo>
                    <a:pt x="475" y="1604"/>
                    <a:pt x="497" y="1549"/>
                    <a:pt x="499" y="1489"/>
                  </a:cubicBezTo>
                  <a:cubicBezTo>
                    <a:pt x="501" y="1453"/>
                    <a:pt x="495" y="1386"/>
                    <a:pt x="496" y="1335"/>
                  </a:cubicBezTo>
                  <a:cubicBezTo>
                    <a:pt x="497" y="1304"/>
                    <a:pt x="506" y="1280"/>
                    <a:pt x="507" y="1275"/>
                  </a:cubicBezTo>
                  <a:cubicBezTo>
                    <a:pt x="511" y="1255"/>
                    <a:pt x="511" y="1218"/>
                    <a:pt x="514" y="1208"/>
                  </a:cubicBezTo>
                  <a:cubicBezTo>
                    <a:pt x="567" y="1023"/>
                    <a:pt x="539" y="877"/>
                    <a:pt x="537" y="841"/>
                  </a:cubicBezTo>
                  <a:cubicBezTo>
                    <a:pt x="537" y="841"/>
                    <a:pt x="537" y="841"/>
                    <a:pt x="537" y="841"/>
                  </a:cubicBezTo>
                  <a:cubicBezTo>
                    <a:pt x="536" y="811"/>
                    <a:pt x="541" y="793"/>
                    <a:pt x="539" y="780"/>
                  </a:cubicBezTo>
                  <a:cubicBezTo>
                    <a:pt x="538" y="753"/>
                    <a:pt x="521" y="666"/>
                    <a:pt x="517" y="659"/>
                  </a:cubicBezTo>
                  <a:cubicBezTo>
                    <a:pt x="517" y="659"/>
                    <a:pt x="527" y="544"/>
                    <a:pt x="524" y="537"/>
                  </a:cubicBezTo>
                  <a:cubicBezTo>
                    <a:pt x="525" y="516"/>
                    <a:pt x="536" y="474"/>
                    <a:pt x="534" y="451"/>
                  </a:cubicBezTo>
                  <a:cubicBezTo>
                    <a:pt x="536" y="424"/>
                    <a:pt x="538" y="406"/>
                    <a:pt x="539" y="395"/>
                  </a:cubicBezTo>
                  <a:cubicBezTo>
                    <a:pt x="539" y="394"/>
                    <a:pt x="539" y="394"/>
                    <a:pt x="539" y="394"/>
                  </a:cubicBezTo>
                  <a:cubicBezTo>
                    <a:pt x="539" y="404"/>
                    <a:pt x="540" y="412"/>
                    <a:pt x="540" y="416"/>
                  </a:cubicBezTo>
                  <a:cubicBezTo>
                    <a:pt x="542" y="423"/>
                    <a:pt x="541" y="435"/>
                    <a:pt x="542" y="437"/>
                  </a:cubicBezTo>
                  <a:cubicBezTo>
                    <a:pt x="544" y="448"/>
                    <a:pt x="552" y="509"/>
                    <a:pt x="553" y="532"/>
                  </a:cubicBezTo>
                  <a:cubicBezTo>
                    <a:pt x="549" y="562"/>
                    <a:pt x="548" y="582"/>
                    <a:pt x="556" y="626"/>
                  </a:cubicBezTo>
                  <a:cubicBezTo>
                    <a:pt x="559" y="650"/>
                    <a:pt x="597" y="753"/>
                    <a:pt x="599" y="765"/>
                  </a:cubicBezTo>
                  <a:cubicBezTo>
                    <a:pt x="601" y="776"/>
                    <a:pt x="603" y="789"/>
                    <a:pt x="604" y="791"/>
                  </a:cubicBezTo>
                  <a:cubicBezTo>
                    <a:pt x="606" y="794"/>
                    <a:pt x="597" y="811"/>
                    <a:pt x="600" y="821"/>
                  </a:cubicBezTo>
                  <a:cubicBezTo>
                    <a:pt x="602" y="832"/>
                    <a:pt x="585" y="865"/>
                    <a:pt x="591" y="897"/>
                  </a:cubicBezTo>
                  <a:cubicBezTo>
                    <a:pt x="596" y="928"/>
                    <a:pt x="596" y="933"/>
                    <a:pt x="597" y="939"/>
                  </a:cubicBezTo>
                  <a:cubicBezTo>
                    <a:pt x="598" y="946"/>
                    <a:pt x="601" y="954"/>
                    <a:pt x="603" y="963"/>
                  </a:cubicBezTo>
                  <a:cubicBezTo>
                    <a:pt x="605" y="971"/>
                    <a:pt x="609" y="992"/>
                    <a:pt x="613" y="993"/>
                  </a:cubicBezTo>
                  <a:cubicBezTo>
                    <a:pt x="618" y="993"/>
                    <a:pt x="618" y="991"/>
                    <a:pt x="619" y="989"/>
                  </a:cubicBezTo>
                  <a:cubicBezTo>
                    <a:pt x="619" y="989"/>
                    <a:pt x="620" y="1009"/>
                    <a:pt x="629" y="1008"/>
                  </a:cubicBezTo>
                  <a:cubicBezTo>
                    <a:pt x="635" y="1008"/>
                    <a:pt x="635" y="1002"/>
                    <a:pt x="635" y="1002"/>
                  </a:cubicBezTo>
                  <a:cubicBezTo>
                    <a:pt x="635" y="1002"/>
                    <a:pt x="636" y="1018"/>
                    <a:pt x="644" y="1017"/>
                  </a:cubicBezTo>
                  <a:cubicBezTo>
                    <a:pt x="653" y="1015"/>
                    <a:pt x="652" y="1006"/>
                    <a:pt x="652" y="1006"/>
                  </a:cubicBezTo>
                  <a:cubicBezTo>
                    <a:pt x="658" y="1009"/>
                    <a:pt x="666" y="1009"/>
                    <a:pt x="668" y="998"/>
                  </a:cubicBezTo>
                  <a:cubicBezTo>
                    <a:pt x="670" y="988"/>
                    <a:pt x="675" y="968"/>
                    <a:pt x="674" y="960"/>
                  </a:cubicBezTo>
                  <a:cubicBezTo>
                    <a:pt x="674" y="952"/>
                    <a:pt x="679" y="935"/>
                    <a:pt x="679" y="929"/>
                  </a:cubicBezTo>
                  <a:cubicBezTo>
                    <a:pt x="683" y="909"/>
                    <a:pt x="688" y="902"/>
                    <a:pt x="686" y="896"/>
                  </a:cubicBezTo>
                  <a:cubicBezTo>
                    <a:pt x="692" y="904"/>
                    <a:pt x="697" y="912"/>
                    <a:pt x="700" y="913"/>
                  </a:cubicBezTo>
                  <a:cubicBezTo>
                    <a:pt x="702" y="925"/>
                    <a:pt x="712" y="942"/>
                    <a:pt x="720" y="943"/>
                  </a:cubicBezTo>
                  <a:cubicBezTo>
                    <a:pt x="732" y="943"/>
                    <a:pt x="729" y="935"/>
                    <a:pt x="725" y="925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568" name="Freeform 5">
              <a:extLst>
                <a:ext uri="{FF2B5EF4-FFF2-40B4-BE49-F238E27FC236}">
                  <a16:creationId xmlns:a16="http://schemas.microsoft.com/office/drawing/2014/main" id="{44B841D3-832E-47B3-AEB7-85BFEDF9E0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8" y="3060"/>
              <a:ext cx="67" cy="80"/>
            </a:xfrm>
            <a:custGeom>
              <a:avLst/>
              <a:gdLst>
                <a:gd name="T0" fmla="*/ 0 w 42"/>
                <a:gd name="T1" fmla="*/ 144 h 50"/>
                <a:gd name="T2" fmla="*/ 155 w 42"/>
                <a:gd name="T3" fmla="*/ 0 h 50"/>
                <a:gd name="T4" fmla="*/ 142 w 42"/>
                <a:gd name="T5" fmla="*/ 115 h 50"/>
                <a:gd name="T6" fmla="*/ 29 w 42"/>
                <a:gd name="T7" fmla="*/ 158 h 5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2" h="50">
                  <a:moveTo>
                    <a:pt x="0" y="35"/>
                  </a:moveTo>
                  <a:cubicBezTo>
                    <a:pt x="17" y="50"/>
                    <a:pt x="34" y="12"/>
                    <a:pt x="38" y="0"/>
                  </a:cubicBezTo>
                  <a:cubicBezTo>
                    <a:pt x="40" y="10"/>
                    <a:pt x="42" y="20"/>
                    <a:pt x="35" y="28"/>
                  </a:cubicBezTo>
                  <a:cubicBezTo>
                    <a:pt x="29" y="36"/>
                    <a:pt x="16" y="39"/>
                    <a:pt x="7" y="39"/>
                  </a:cubicBezTo>
                </a:path>
              </a:pathLst>
            </a:custGeom>
            <a:solidFill>
              <a:srgbClr val="EFCA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569" name="Freeform 6">
              <a:extLst>
                <a:ext uri="{FF2B5EF4-FFF2-40B4-BE49-F238E27FC236}">
                  <a16:creationId xmlns:a16="http://schemas.microsoft.com/office/drawing/2014/main" id="{2495B631-D8D7-4AF7-A05D-18C92B24A51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6" y="3055"/>
              <a:ext cx="50" cy="80"/>
            </a:xfrm>
            <a:custGeom>
              <a:avLst/>
              <a:gdLst>
                <a:gd name="T0" fmla="*/ 0 w 31"/>
                <a:gd name="T1" fmla="*/ 163 h 50"/>
                <a:gd name="T2" fmla="*/ 102 w 31"/>
                <a:gd name="T3" fmla="*/ 0 h 50"/>
                <a:gd name="T4" fmla="*/ 13 w 31"/>
                <a:gd name="T5" fmla="*/ 171 h 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50">
                  <a:moveTo>
                    <a:pt x="0" y="40"/>
                  </a:moveTo>
                  <a:cubicBezTo>
                    <a:pt x="18" y="49"/>
                    <a:pt x="24" y="11"/>
                    <a:pt x="24" y="0"/>
                  </a:cubicBezTo>
                  <a:cubicBezTo>
                    <a:pt x="31" y="17"/>
                    <a:pt x="24" y="50"/>
                    <a:pt x="3" y="42"/>
                  </a:cubicBezTo>
                </a:path>
              </a:pathLst>
            </a:custGeom>
            <a:solidFill>
              <a:srgbClr val="EFCA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570" name="Freeform 7">
              <a:extLst>
                <a:ext uri="{FF2B5EF4-FFF2-40B4-BE49-F238E27FC236}">
                  <a16:creationId xmlns:a16="http://schemas.microsoft.com/office/drawing/2014/main" id="{19C6EA46-9A2D-4F25-B53D-8D7308AC8A0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7" y="1106"/>
              <a:ext cx="105" cy="197"/>
            </a:xfrm>
            <a:custGeom>
              <a:avLst/>
              <a:gdLst>
                <a:gd name="T0" fmla="*/ 21 w 66"/>
                <a:gd name="T1" fmla="*/ 43 h 124"/>
                <a:gd name="T2" fmla="*/ 142 w 66"/>
                <a:gd name="T3" fmla="*/ 396 h 124"/>
                <a:gd name="T4" fmla="*/ 266 w 66"/>
                <a:gd name="T5" fmla="*/ 415 h 124"/>
                <a:gd name="T6" fmla="*/ 193 w 66"/>
                <a:gd name="T7" fmla="*/ 389 h 124"/>
                <a:gd name="T8" fmla="*/ 145 w 66"/>
                <a:gd name="T9" fmla="*/ 176 h 124"/>
                <a:gd name="T10" fmla="*/ 108 w 66"/>
                <a:gd name="T11" fmla="*/ 95 h 124"/>
                <a:gd name="T12" fmla="*/ 0 w 66"/>
                <a:gd name="T13" fmla="*/ 0 h 1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6" h="124">
                  <a:moveTo>
                    <a:pt x="5" y="11"/>
                  </a:moveTo>
                  <a:cubicBezTo>
                    <a:pt x="10" y="34"/>
                    <a:pt x="23" y="78"/>
                    <a:pt x="35" y="99"/>
                  </a:cubicBezTo>
                  <a:cubicBezTo>
                    <a:pt x="44" y="116"/>
                    <a:pt x="57" y="124"/>
                    <a:pt x="66" y="103"/>
                  </a:cubicBezTo>
                  <a:cubicBezTo>
                    <a:pt x="60" y="113"/>
                    <a:pt x="52" y="104"/>
                    <a:pt x="48" y="97"/>
                  </a:cubicBezTo>
                  <a:cubicBezTo>
                    <a:pt x="40" y="82"/>
                    <a:pt x="28" y="58"/>
                    <a:pt x="36" y="44"/>
                  </a:cubicBezTo>
                  <a:cubicBezTo>
                    <a:pt x="42" y="31"/>
                    <a:pt x="39" y="32"/>
                    <a:pt x="27" y="24"/>
                  </a:cubicBezTo>
                  <a:cubicBezTo>
                    <a:pt x="20" y="19"/>
                    <a:pt x="5" y="7"/>
                    <a:pt x="0" y="0"/>
                  </a:cubicBezTo>
                </a:path>
              </a:pathLst>
            </a:custGeom>
            <a:solidFill>
              <a:srgbClr val="EFCA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571" name="Freeform 8">
              <a:extLst>
                <a:ext uri="{FF2B5EF4-FFF2-40B4-BE49-F238E27FC236}">
                  <a16:creationId xmlns:a16="http://schemas.microsoft.com/office/drawing/2014/main" id="{982CF8CB-DBDC-4533-AF72-C71666D385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8" y="1268"/>
              <a:ext cx="191" cy="45"/>
            </a:xfrm>
            <a:custGeom>
              <a:avLst/>
              <a:gdLst>
                <a:gd name="T0" fmla="*/ 103 w 120"/>
                <a:gd name="T1" fmla="*/ 47 h 28"/>
                <a:gd name="T2" fmla="*/ 307 w 120"/>
                <a:gd name="T3" fmla="*/ 88 h 28"/>
                <a:gd name="T4" fmla="*/ 484 w 120"/>
                <a:gd name="T5" fmla="*/ 82 h 28"/>
                <a:gd name="T6" fmla="*/ 244 w 120"/>
                <a:gd name="T7" fmla="*/ 26 h 28"/>
                <a:gd name="T8" fmla="*/ 0 w 120"/>
                <a:gd name="T9" fmla="*/ 37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0" h="28">
                  <a:moveTo>
                    <a:pt x="26" y="11"/>
                  </a:moveTo>
                  <a:cubicBezTo>
                    <a:pt x="43" y="12"/>
                    <a:pt x="59" y="18"/>
                    <a:pt x="76" y="21"/>
                  </a:cubicBezTo>
                  <a:cubicBezTo>
                    <a:pt x="89" y="23"/>
                    <a:pt x="110" y="28"/>
                    <a:pt x="120" y="20"/>
                  </a:cubicBezTo>
                  <a:cubicBezTo>
                    <a:pt x="101" y="20"/>
                    <a:pt x="79" y="10"/>
                    <a:pt x="60" y="6"/>
                  </a:cubicBezTo>
                  <a:cubicBezTo>
                    <a:pt x="40" y="1"/>
                    <a:pt x="18" y="0"/>
                    <a:pt x="0" y="9"/>
                  </a:cubicBezTo>
                </a:path>
              </a:pathLst>
            </a:custGeom>
            <a:solidFill>
              <a:srgbClr val="EFCA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572" name="Freeform 9">
              <a:extLst>
                <a:ext uri="{FF2B5EF4-FFF2-40B4-BE49-F238E27FC236}">
                  <a16:creationId xmlns:a16="http://schemas.microsoft.com/office/drawing/2014/main" id="{C3A168F1-DE70-4404-B5F9-AFDED0347F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4" y="1900"/>
              <a:ext cx="61" cy="268"/>
            </a:xfrm>
            <a:custGeom>
              <a:avLst/>
              <a:gdLst>
                <a:gd name="T0" fmla="*/ 132 w 38"/>
                <a:gd name="T1" fmla="*/ 136 h 169"/>
                <a:gd name="T2" fmla="*/ 136 w 38"/>
                <a:gd name="T3" fmla="*/ 304 h 169"/>
                <a:gd name="T4" fmla="*/ 124 w 38"/>
                <a:gd name="T5" fmla="*/ 420 h 169"/>
                <a:gd name="T6" fmla="*/ 103 w 38"/>
                <a:gd name="T7" fmla="*/ 538 h 169"/>
                <a:gd name="T8" fmla="*/ 0 w 38"/>
                <a:gd name="T9" fmla="*/ 674 h 169"/>
                <a:gd name="T10" fmla="*/ 80 w 38"/>
                <a:gd name="T11" fmla="*/ 477 h 169"/>
                <a:gd name="T12" fmla="*/ 26 w 38"/>
                <a:gd name="T13" fmla="*/ 438 h 169"/>
                <a:gd name="T14" fmla="*/ 82 w 38"/>
                <a:gd name="T15" fmla="*/ 360 h 169"/>
                <a:gd name="T16" fmla="*/ 120 w 38"/>
                <a:gd name="T17" fmla="*/ 184 h 169"/>
                <a:gd name="T18" fmla="*/ 141 w 38"/>
                <a:gd name="T19" fmla="*/ 95 h 169"/>
                <a:gd name="T20" fmla="*/ 157 w 38"/>
                <a:gd name="T21" fmla="*/ 0 h 16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8" h="169">
                  <a:moveTo>
                    <a:pt x="32" y="34"/>
                  </a:moveTo>
                  <a:cubicBezTo>
                    <a:pt x="35" y="45"/>
                    <a:pt x="33" y="64"/>
                    <a:pt x="33" y="76"/>
                  </a:cubicBezTo>
                  <a:cubicBezTo>
                    <a:pt x="32" y="85"/>
                    <a:pt x="31" y="95"/>
                    <a:pt x="30" y="105"/>
                  </a:cubicBezTo>
                  <a:cubicBezTo>
                    <a:pt x="28" y="115"/>
                    <a:pt x="27" y="125"/>
                    <a:pt x="25" y="135"/>
                  </a:cubicBezTo>
                  <a:cubicBezTo>
                    <a:pt x="21" y="152"/>
                    <a:pt x="13" y="160"/>
                    <a:pt x="0" y="169"/>
                  </a:cubicBezTo>
                  <a:cubicBezTo>
                    <a:pt x="10" y="163"/>
                    <a:pt x="29" y="132"/>
                    <a:pt x="19" y="120"/>
                  </a:cubicBezTo>
                  <a:cubicBezTo>
                    <a:pt x="15" y="116"/>
                    <a:pt x="6" y="118"/>
                    <a:pt x="6" y="110"/>
                  </a:cubicBezTo>
                  <a:cubicBezTo>
                    <a:pt x="6" y="105"/>
                    <a:pt x="17" y="94"/>
                    <a:pt x="20" y="90"/>
                  </a:cubicBezTo>
                  <a:cubicBezTo>
                    <a:pt x="30" y="75"/>
                    <a:pt x="27" y="63"/>
                    <a:pt x="29" y="46"/>
                  </a:cubicBezTo>
                  <a:cubicBezTo>
                    <a:pt x="30" y="39"/>
                    <a:pt x="33" y="32"/>
                    <a:pt x="34" y="24"/>
                  </a:cubicBezTo>
                  <a:cubicBezTo>
                    <a:pt x="35" y="16"/>
                    <a:pt x="32" y="6"/>
                    <a:pt x="38" y="0"/>
                  </a:cubicBezTo>
                </a:path>
              </a:pathLst>
            </a:custGeom>
            <a:solidFill>
              <a:srgbClr val="EFCA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573" name="Freeform 10">
              <a:extLst>
                <a:ext uri="{FF2B5EF4-FFF2-40B4-BE49-F238E27FC236}">
                  <a16:creationId xmlns:a16="http://schemas.microsoft.com/office/drawing/2014/main" id="{430EC1D9-097A-41B1-8C62-77F25896D75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9" y="2448"/>
              <a:ext cx="59" cy="92"/>
            </a:xfrm>
            <a:custGeom>
              <a:avLst/>
              <a:gdLst>
                <a:gd name="T0" fmla="*/ 150 w 37"/>
                <a:gd name="T1" fmla="*/ 0 h 58"/>
                <a:gd name="T2" fmla="*/ 129 w 37"/>
                <a:gd name="T3" fmla="*/ 168 h 58"/>
                <a:gd name="T4" fmla="*/ 0 w 37"/>
                <a:gd name="T5" fmla="*/ 189 h 58"/>
                <a:gd name="T6" fmla="*/ 69 w 37"/>
                <a:gd name="T7" fmla="*/ 176 h 58"/>
                <a:gd name="T8" fmla="*/ 77 w 37"/>
                <a:gd name="T9" fmla="*/ 103 h 58"/>
                <a:gd name="T10" fmla="*/ 136 w 37"/>
                <a:gd name="T11" fmla="*/ 13 h 5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7" h="58">
                  <a:moveTo>
                    <a:pt x="37" y="0"/>
                  </a:moveTo>
                  <a:cubicBezTo>
                    <a:pt x="36" y="12"/>
                    <a:pt x="37" y="30"/>
                    <a:pt x="32" y="42"/>
                  </a:cubicBezTo>
                  <a:cubicBezTo>
                    <a:pt x="24" y="58"/>
                    <a:pt x="12" y="49"/>
                    <a:pt x="0" y="47"/>
                  </a:cubicBezTo>
                  <a:cubicBezTo>
                    <a:pt x="5" y="47"/>
                    <a:pt x="13" y="48"/>
                    <a:pt x="17" y="44"/>
                  </a:cubicBezTo>
                  <a:cubicBezTo>
                    <a:pt x="23" y="37"/>
                    <a:pt x="19" y="33"/>
                    <a:pt x="19" y="26"/>
                  </a:cubicBezTo>
                  <a:cubicBezTo>
                    <a:pt x="20" y="13"/>
                    <a:pt x="29" y="12"/>
                    <a:pt x="33" y="3"/>
                  </a:cubicBezTo>
                </a:path>
              </a:pathLst>
            </a:custGeom>
            <a:solidFill>
              <a:srgbClr val="EFCA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574" name="Freeform 11">
              <a:extLst>
                <a:ext uri="{FF2B5EF4-FFF2-40B4-BE49-F238E27FC236}">
                  <a16:creationId xmlns:a16="http://schemas.microsoft.com/office/drawing/2014/main" id="{DA489EF2-41A0-4081-A428-03634F19E7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4" y="1291"/>
              <a:ext cx="90" cy="392"/>
            </a:xfrm>
            <a:custGeom>
              <a:avLst/>
              <a:gdLst>
                <a:gd name="T0" fmla="*/ 0 w 56"/>
                <a:gd name="T1" fmla="*/ 0 h 247"/>
                <a:gd name="T2" fmla="*/ 162 w 56"/>
                <a:gd name="T3" fmla="*/ 314 h 247"/>
                <a:gd name="T4" fmla="*/ 191 w 56"/>
                <a:gd name="T5" fmla="*/ 700 h 247"/>
                <a:gd name="T6" fmla="*/ 233 w 56"/>
                <a:gd name="T7" fmla="*/ 987 h 247"/>
                <a:gd name="T8" fmla="*/ 141 w 56"/>
                <a:gd name="T9" fmla="*/ 660 h 247"/>
                <a:gd name="T10" fmla="*/ 0 w 56"/>
                <a:gd name="T11" fmla="*/ 0 h 24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6" h="247">
                  <a:moveTo>
                    <a:pt x="0" y="0"/>
                  </a:moveTo>
                  <a:cubicBezTo>
                    <a:pt x="12" y="5"/>
                    <a:pt x="27" y="23"/>
                    <a:pt x="39" y="79"/>
                  </a:cubicBezTo>
                  <a:cubicBezTo>
                    <a:pt x="50" y="135"/>
                    <a:pt x="47" y="158"/>
                    <a:pt x="46" y="175"/>
                  </a:cubicBezTo>
                  <a:cubicBezTo>
                    <a:pt x="45" y="192"/>
                    <a:pt x="53" y="222"/>
                    <a:pt x="56" y="247"/>
                  </a:cubicBezTo>
                  <a:cubicBezTo>
                    <a:pt x="52" y="218"/>
                    <a:pt x="37" y="188"/>
                    <a:pt x="34" y="165"/>
                  </a:cubicBezTo>
                  <a:cubicBezTo>
                    <a:pt x="32" y="142"/>
                    <a:pt x="28" y="23"/>
                    <a:pt x="0" y="0"/>
                  </a:cubicBezTo>
                </a:path>
              </a:pathLst>
            </a:custGeom>
            <a:solidFill>
              <a:srgbClr val="EFCA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575" name="Freeform 12">
              <a:extLst>
                <a:ext uri="{FF2B5EF4-FFF2-40B4-BE49-F238E27FC236}">
                  <a16:creationId xmlns:a16="http://schemas.microsoft.com/office/drawing/2014/main" id="{B9927798-3ACF-4E43-8BB8-2B732AA7F7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1" y="1919"/>
              <a:ext cx="29" cy="354"/>
            </a:xfrm>
            <a:custGeom>
              <a:avLst/>
              <a:gdLst>
                <a:gd name="T0" fmla="*/ 13 w 18"/>
                <a:gd name="T1" fmla="*/ 394 h 223"/>
                <a:gd name="T2" fmla="*/ 76 w 18"/>
                <a:gd name="T3" fmla="*/ 892 h 223"/>
                <a:gd name="T4" fmla="*/ 47 w 18"/>
                <a:gd name="T5" fmla="*/ 437 h 223"/>
                <a:gd name="T6" fmla="*/ 5 w 18"/>
                <a:gd name="T7" fmla="*/ 0 h 223"/>
                <a:gd name="T8" fmla="*/ 13 w 18"/>
                <a:gd name="T9" fmla="*/ 394 h 2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223">
                  <a:moveTo>
                    <a:pt x="3" y="98"/>
                  </a:moveTo>
                  <a:cubicBezTo>
                    <a:pt x="4" y="117"/>
                    <a:pt x="12" y="196"/>
                    <a:pt x="18" y="223"/>
                  </a:cubicBezTo>
                  <a:cubicBezTo>
                    <a:pt x="16" y="207"/>
                    <a:pt x="12" y="160"/>
                    <a:pt x="11" y="109"/>
                  </a:cubicBezTo>
                  <a:cubicBezTo>
                    <a:pt x="10" y="58"/>
                    <a:pt x="6" y="23"/>
                    <a:pt x="1" y="0"/>
                  </a:cubicBezTo>
                  <a:cubicBezTo>
                    <a:pt x="0" y="24"/>
                    <a:pt x="2" y="76"/>
                    <a:pt x="3" y="98"/>
                  </a:cubicBezTo>
                </a:path>
              </a:pathLst>
            </a:custGeom>
            <a:solidFill>
              <a:srgbClr val="EFCA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576" name="Freeform 13">
              <a:extLst>
                <a:ext uri="{FF2B5EF4-FFF2-40B4-BE49-F238E27FC236}">
                  <a16:creationId xmlns:a16="http://schemas.microsoft.com/office/drawing/2014/main" id="{96A83F4C-EB21-4131-A13E-7B8E6AB963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4" y="2416"/>
              <a:ext cx="81" cy="181"/>
            </a:xfrm>
            <a:custGeom>
              <a:avLst/>
              <a:gdLst>
                <a:gd name="T0" fmla="*/ 73 w 51"/>
                <a:gd name="T1" fmla="*/ 33 h 114"/>
                <a:gd name="T2" fmla="*/ 124 w 51"/>
                <a:gd name="T3" fmla="*/ 129 h 114"/>
                <a:gd name="T4" fmla="*/ 184 w 51"/>
                <a:gd name="T5" fmla="*/ 176 h 114"/>
                <a:gd name="T6" fmla="*/ 184 w 51"/>
                <a:gd name="T7" fmla="*/ 278 h 114"/>
                <a:gd name="T8" fmla="*/ 145 w 51"/>
                <a:gd name="T9" fmla="*/ 456 h 114"/>
                <a:gd name="T10" fmla="*/ 168 w 51"/>
                <a:gd name="T11" fmla="*/ 265 h 114"/>
                <a:gd name="T12" fmla="*/ 108 w 51"/>
                <a:gd name="T13" fmla="*/ 205 h 114"/>
                <a:gd name="T14" fmla="*/ 40 w 51"/>
                <a:gd name="T15" fmla="*/ 108 h 114"/>
                <a:gd name="T16" fmla="*/ 40 w 51"/>
                <a:gd name="T17" fmla="*/ 0 h 114"/>
                <a:gd name="T18" fmla="*/ 60 w 51"/>
                <a:gd name="T19" fmla="*/ 21 h 11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1" h="114">
                  <a:moveTo>
                    <a:pt x="18" y="8"/>
                  </a:moveTo>
                  <a:cubicBezTo>
                    <a:pt x="21" y="16"/>
                    <a:pt x="25" y="25"/>
                    <a:pt x="31" y="32"/>
                  </a:cubicBezTo>
                  <a:cubicBezTo>
                    <a:pt x="35" y="37"/>
                    <a:pt x="42" y="39"/>
                    <a:pt x="46" y="44"/>
                  </a:cubicBezTo>
                  <a:cubicBezTo>
                    <a:pt x="51" y="51"/>
                    <a:pt x="48" y="61"/>
                    <a:pt x="46" y="69"/>
                  </a:cubicBezTo>
                  <a:cubicBezTo>
                    <a:pt x="43" y="84"/>
                    <a:pt x="39" y="99"/>
                    <a:pt x="36" y="114"/>
                  </a:cubicBezTo>
                  <a:cubicBezTo>
                    <a:pt x="38" y="102"/>
                    <a:pt x="45" y="78"/>
                    <a:pt x="42" y="66"/>
                  </a:cubicBezTo>
                  <a:cubicBezTo>
                    <a:pt x="39" y="58"/>
                    <a:pt x="33" y="54"/>
                    <a:pt x="27" y="51"/>
                  </a:cubicBezTo>
                  <a:cubicBezTo>
                    <a:pt x="14" y="44"/>
                    <a:pt x="14" y="43"/>
                    <a:pt x="10" y="27"/>
                  </a:cubicBezTo>
                  <a:cubicBezTo>
                    <a:pt x="7" y="16"/>
                    <a:pt x="0" y="7"/>
                    <a:pt x="10" y="0"/>
                  </a:cubicBezTo>
                  <a:cubicBezTo>
                    <a:pt x="12" y="1"/>
                    <a:pt x="15" y="4"/>
                    <a:pt x="15" y="5"/>
                  </a:cubicBezTo>
                </a:path>
              </a:pathLst>
            </a:custGeom>
            <a:solidFill>
              <a:srgbClr val="EFCA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577" name="Freeform 14">
              <a:extLst>
                <a:ext uri="{FF2B5EF4-FFF2-40B4-BE49-F238E27FC236}">
                  <a16:creationId xmlns:a16="http://schemas.microsoft.com/office/drawing/2014/main" id="{52510093-631C-49EF-AD19-9F8F04DEC5E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9" y="2411"/>
              <a:ext cx="70" cy="82"/>
            </a:xfrm>
            <a:custGeom>
              <a:avLst/>
              <a:gdLst>
                <a:gd name="T0" fmla="*/ 177 w 44"/>
                <a:gd name="T1" fmla="*/ 50 h 51"/>
                <a:gd name="T2" fmla="*/ 64 w 44"/>
                <a:gd name="T3" fmla="*/ 42 h 51"/>
                <a:gd name="T4" fmla="*/ 21 w 44"/>
                <a:gd name="T5" fmla="*/ 212 h 51"/>
                <a:gd name="T6" fmla="*/ 68 w 44"/>
                <a:gd name="T7" fmla="*/ 82 h 51"/>
                <a:gd name="T8" fmla="*/ 170 w 44"/>
                <a:gd name="T9" fmla="*/ 101 h 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" h="51">
                  <a:moveTo>
                    <a:pt x="44" y="12"/>
                  </a:moveTo>
                  <a:cubicBezTo>
                    <a:pt x="37" y="0"/>
                    <a:pt x="26" y="2"/>
                    <a:pt x="16" y="10"/>
                  </a:cubicBezTo>
                  <a:cubicBezTo>
                    <a:pt x="4" y="19"/>
                    <a:pt x="0" y="34"/>
                    <a:pt x="5" y="51"/>
                  </a:cubicBezTo>
                  <a:cubicBezTo>
                    <a:pt x="10" y="40"/>
                    <a:pt x="5" y="27"/>
                    <a:pt x="17" y="20"/>
                  </a:cubicBezTo>
                  <a:cubicBezTo>
                    <a:pt x="26" y="15"/>
                    <a:pt x="35" y="19"/>
                    <a:pt x="42" y="24"/>
                  </a:cubicBezTo>
                </a:path>
              </a:pathLst>
            </a:custGeom>
            <a:solidFill>
              <a:srgbClr val="EFCA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578" name="Freeform 15">
              <a:extLst>
                <a:ext uri="{FF2B5EF4-FFF2-40B4-BE49-F238E27FC236}">
                  <a16:creationId xmlns:a16="http://schemas.microsoft.com/office/drawing/2014/main" id="{5A527118-A96A-4D92-A961-38264E96910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0" y="2383"/>
              <a:ext cx="75" cy="165"/>
            </a:xfrm>
            <a:custGeom>
              <a:avLst/>
              <a:gdLst>
                <a:gd name="T0" fmla="*/ 0 w 47"/>
                <a:gd name="T1" fmla="*/ 0 h 104"/>
                <a:gd name="T2" fmla="*/ 110 w 47"/>
                <a:gd name="T3" fmla="*/ 198 h 104"/>
                <a:gd name="T4" fmla="*/ 179 w 47"/>
                <a:gd name="T5" fmla="*/ 416 h 104"/>
                <a:gd name="T6" fmla="*/ 145 w 47"/>
                <a:gd name="T7" fmla="*/ 325 h 104"/>
                <a:gd name="T8" fmla="*/ 89 w 47"/>
                <a:gd name="T9" fmla="*/ 271 h 104"/>
                <a:gd name="T10" fmla="*/ 89 w 47"/>
                <a:gd name="T11" fmla="*/ 192 h 104"/>
                <a:gd name="T12" fmla="*/ 69 w 47"/>
                <a:gd name="T13" fmla="*/ 136 h 104"/>
                <a:gd name="T14" fmla="*/ 8 w 47"/>
                <a:gd name="T15" fmla="*/ 16 h 10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7" h="104">
                  <a:moveTo>
                    <a:pt x="0" y="0"/>
                  </a:moveTo>
                  <a:cubicBezTo>
                    <a:pt x="9" y="16"/>
                    <a:pt x="19" y="32"/>
                    <a:pt x="27" y="50"/>
                  </a:cubicBezTo>
                  <a:cubicBezTo>
                    <a:pt x="33" y="64"/>
                    <a:pt x="47" y="86"/>
                    <a:pt x="44" y="104"/>
                  </a:cubicBezTo>
                  <a:cubicBezTo>
                    <a:pt x="36" y="102"/>
                    <a:pt x="38" y="87"/>
                    <a:pt x="36" y="81"/>
                  </a:cubicBezTo>
                  <a:cubicBezTo>
                    <a:pt x="32" y="72"/>
                    <a:pt x="26" y="74"/>
                    <a:pt x="22" y="68"/>
                  </a:cubicBezTo>
                  <a:cubicBezTo>
                    <a:pt x="19" y="63"/>
                    <a:pt x="23" y="54"/>
                    <a:pt x="22" y="48"/>
                  </a:cubicBezTo>
                  <a:cubicBezTo>
                    <a:pt x="22" y="43"/>
                    <a:pt x="20" y="38"/>
                    <a:pt x="17" y="34"/>
                  </a:cubicBezTo>
                  <a:cubicBezTo>
                    <a:pt x="12" y="24"/>
                    <a:pt x="8" y="12"/>
                    <a:pt x="2" y="4"/>
                  </a:cubicBezTo>
                </a:path>
              </a:pathLst>
            </a:custGeom>
            <a:solidFill>
              <a:srgbClr val="EFCA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579" name="Freeform 16">
              <a:extLst>
                <a:ext uri="{FF2B5EF4-FFF2-40B4-BE49-F238E27FC236}">
                  <a16:creationId xmlns:a16="http://schemas.microsoft.com/office/drawing/2014/main" id="{F4E39A24-75A2-430E-AE50-738B101E74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9" y="1900"/>
              <a:ext cx="91" cy="84"/>
            </a:xfrm>
            <a:custGeom>
              <a:avLst/>
              <a:gdLst>
                <a:gd name="T0" fmla="*/ 48 w 57"/>
                <a:gd name="T1" fmla="*/ 35 h 53"/>
                <a:gd name="T2" fmla="*/ 231 w 57"/>
                <a:gd name="T3" fmla="*/ 55 h 53"/>
                <a:gd name="T4" fmla="*/ 129 w 57"/>
                <a:gd name="T5" fmla="*/ 55 h 53"/>
                <a:gd name="T6" fmla="*/ 0 w 57"/>
                <a:gd name="T7" fmla="*/ 25 h 5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7" h="53">
                  <a:moveTo>
                    <a:pt x="12" y="9"/>
                  </a:moveTo>
                  <a:cubicBezTo>
                    <a:pt x="25" y="10"/>
                    <a:pt x="51" y="53"/>
                    <a:pt x="57" y="14"/>
                  </a:cubicBezTo>
                  <a:cubicBezTo>
                    <a:pt x="50" y="27"/>
                    <a:pt x="39" y="19"/>
                    <a:pt x="32" y="14"/>
                  </a:cubicBezTo>
                  <a:cubicBezTo>
                    <a:pt x="23" y="6"/>
                    <a:pt x="11" y="0"/>
                    <a:pt x="0" y="6"/>
                  </a:cubicBezTo>
                </a:path>
              </a:pathLst>
            </a:custGeom>
            <a:solidFill>
              <a:srgbClr val="EFCA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580" name="Freeform 17">
              <a:extLst>
                <a:ext uri="{FF2B5EF4-FFF2-40B4-BE49-F238E27FC236}">
                  <a16:creationId xmlns:a16="http://schemas.microsoft.com/office/drawing/2014/main" id="{77966120-EF1D-465A-B72E-450C55DDA8F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2" y="1903"/>
              <a:ext cx="79" cy="73"/>
            </a:xfrm>
            <a:custGeom>
              <a:avLst/>
              <a:gdLst>
                <a:gd name="T0" fmla="*/ 13 w 49"/>
                <a:gd name="T1" fmla="*/ 89 h 46"/>
                <a:gd name="T2" fmla="*/ 205 w 49"/>
                <a:gd name="T3" fmla="*/ 35 h 46"/>
                <a:gd name="T4" fmla="*/ 0 w 49"/>
                <a:gd name="T5" fmla="*/ 81 h 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9" h="46">
                  <a:moveTo>
                    <a:pt x="3" y="22"/>
                  </a:moveTo>
                  <a:cubicBezTo>
                    <a:pt x="10" y="46"/>
                    <a:pt x="39" y="8"/>
                    <a:pt x="49" y="9"/>
                  </a:cubicBezTo>
                  <a:cubicBezTo>
                    <a:pt x="29" y="0"/>
                    <a:pt x="18" y="27"/>
                    <a:pt x="0" y="20"/>
                  </a:cubicBezTo>
                </a:path>
              </a:pathLst>
            </a:custGeom>
            <a:solidFill>
              <a:srgbClr val="EFCA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581" name="Freeform 18">
              <a:extLst>
                <a:ext uri="{FF2B5EF4-FFF2-40B4-BE49-F238E27FC236}">
                  <a16:creationId xmlns:a16="http://schemas.microsoft.com/office/drawing/2014/main" id="{6FC61772-8610-4E88-B568-71B50F8C70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9" y="1523"/>
              <a:ext cx="37" cy="388"/>
            </a:xfrm>
            <a:custGeom>
              <a:avLst/>
              <a:gdLst>
                <a:gd name="T0" fmla="*/ 88 w 23"/>
                <a:gd name="T1" fmla="*/ 0 h 244"/>
                <a:gd name="T2" fmla="*/ 88 w 23"/>
                <a:gd name="T3" fmla="*/ 417 h 244"/>
                <a:gd name="T4" fmla="*/ 37 w 23"/>
                <a:gd name="T5" fmla="*/ 860 h 244"/>
                <a:gd name="T6" fmla="*/ 26 w 23"/>
                <a:gd name="T7" fmla="*/ 981 h 244"/>
                <a:gd name="T8" fmla="*/ 29 w 23"/>
                <a:gd name="T9" fmla="*/ 574 h 244"/>
                <a:gd name="T10" fmla="*/ 88 w 23"/>
                <a:gd name="T11" fmla="*/ 0 h 24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" h="244">
                  <a:moveTo>
                    <a:pt x="21" y="0"/>
                  </a:moveTo>
                  <a:cubicBezTo>
                    <a:pt x="23" y="18"/>
                    <a:pt x="23" y="71"/>
                    <a:pt x="21" y="104"/>
                  </a:cubicBezTo>
                  <a:cubicBezTo>
                    <a:pt x="19" y="137"/>
                    <a:pt x="13" y="196"/>
                    <a:pt x="9" y="214"/>
                  </a:cubicBezTo>
                  <a:cubicBezTo>
                    <a:pt x="6" y="232"/>
                    <a:pt x="6" y="244"/>
                    <a:pt x="6" y="244"/>
                  </a:cubicBezTo>
                  <a:cubicBezTo>
                    <a:pt x="0" y="218"/>
                    <a:pt x="6" y="160"/>
                    <a:pt x="7" y="143"/>
                  </a:cubicBezTo>
                  <a:cubicBezTo>
                    <a:pt x="8" y="126"/>
                    <a:pt x="23" y="23"/>
                    <a:pt x="21" y="0"/>
                  </a:cubicBezTo>
                </a:path>
              </a:pathLst>
            </a:custGeom>
            <a:solidFill>
              <a:srgbClr val="EFCA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582" name="Freeform 19">
              <a:extLst>
                <a:ext uri="{FF2B5EF4-FFF2-40B4-BE49-F238E27FC236}">
                  <a16:creationId xmlns:a16="http://schemas.microsoft.com/office/drawing/2014/main" id="{6C8ECE58-F76C-4DC4-AA62-EB4FB4DD22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0" y="1935"/>
              <a:ext cx="88" cy="373"/>
            </a:xfrm>
            <a:custGeom>
              <a:avLst/>
              <a:gdLst>
                <a:gd name="T0" fmla="*/ 210 w 55"/>
                <a:gd name="T1" fmla="*/ 0 h 235"/>
                <a:gd name="T2" fmla="*/ 138 w 55"/>
                <a:gd name="T3" fmla="*/ 492 h 235"/>
                <a:gd name="T4" fmla="*/ 0 w 55"/>
                <a:gd name="T5" fmla="*/ 940 h 235"/>
                <a:gd name="T6" fmla="*/ 90 w 55"/>
                <a:gd name="T7" fmla="*/ 516 h 235"/>
                <a:gd name="T8" fmla="*/ 210 w 55"/>
                <a:gd name="T9" fmla="*/ 0 h 2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5" h="235">
                  <a:moveTo>
                    <a:pt x="51" y="0"/>
                  </a:moveTo>
                  <a:cubicBezTo>
                    <a:pt x="52" y="26"/>
                    <a:pt x="55" y="66"/>
                    <a:pt x="34" y="123"/>
                  </a:cubicBezTo>
                  <a:cubicBezTo>
                    <a:pt x="14" y="180"/>
                    <a:pt x="3" y="219"/>
                    <a:pt x="0" y="235"/>
                  </a:cubicBezTo>
                  <a:cubicBezTo>
                    <a:pt x="2" y="211"/>
                    <a:pt x="13" y="159"/>
                    <a:pt x="22" y="129"/>
                  </a:cubicBezTo>
                  <a:cubicBezTo>
                    <a:pt x="31" y="99"/>
                    <a:pt x="55" y="21"/>
                    <a:pt x="51" y="0"/>
                  </a:cubicBezTo>
                </a:path>
              </a:pathLst>
            </a:custGeom>
            <a:solidFill>
              <a:srgbClr val="EFCA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583" name="Freeform 20">
              <a:extLst>
                <a:ext uri="{FF2B5EF4-FFF2-40B4-BE49-F238E27FC236}">
                  <a16:creationId xmlns:a16="http://schemas.microsoft.com/office/drawing/2014/main" id="{38E9BADF-A8F8-43BE-83C7-3505111ED4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1" y="2442"/>
              <a:ext cx="75" cy="144"/>
            </a:xfrm>
            <a:custGeom>
              <a:avLst/>
              <a:gdLst>
                <a:gd name="T0" fmla="*/ 0 w 47"/>
                <a:gd name="T1" fmla="*/ 116 h 91"/>
                <a:gd name="T2" fmla="*/ 115 w 47"/>
                <a:gd name="T3" fmla="*/ 0 h 91"/>
                <a:gd name="T4" fmla="*/ 104 w 47"/>
                <a:gd name="T5" fmla="*/ 117 h 91"/>
                <a:gd name="T6" fmla="*/ 124 w 47"/>
                <a:gd name="T7" fmla="*/ 158 h 91"/>
                <a:gd name="T8" fmla="*/ 171 w 47"/>
                <a:gd name="T9" fmla="*/ 177 h 91"/>
                <a:gd name="T10" fmla="*/ 136 w 47"/>
                <a:gd name="T11" fmla="*/ 250 h 91"/>
                <a:gd name="T12" fmla="*/ 89 w 47"/>
                <a:gd name="T13" fmla="*/ 293 h 91"/>
                <a:gd name="T14" fmla="*/ 69 w 47"/>
                <a:gd name="T15" fmla="*/ 361 h 91"/>
                <a:gd name="T16" fmla="*/ 16 w 47"/>
                <a:gd name="T17" fmla="*/ 130 h 9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7" h="91">
                  <a:moveTo>
                    <a:pt x="0" y="29"/>
                  </a:moveTo>
                  <a:cubicBezTo>
                    <a:pt x="16" y="27"/>
                    <a:pt x="17" y="9"/>
                    <a:pt x="28" y="0"/>
                  </a:cubicBezTo>
                  <a:cubicBezTo>
                    <a:pt x="32" y="9"/>
                    <a:pt x="23" y="19"/>
                    <a:pt x="26" y="30"/>
                  </a:cubicBezTo>
                  <a:cubicBezTo>
                    <a:pt x="27" y="34"/>
                    <a:pt x="28" y="37"/>
                    <a:pt x="31" y="40"/>
                  </a:cubicBezTo>
                  <a:cubicBezTo>
                    <a:pt x="33" y="43"/>
                    <a:pt x="39" y="42"/>
                    <a:pt x="42" y="45"/>
                  </a:cubicBezTo>
                  <a:cubicBezTo>
                    <a:pt x="47" y="51"/>
                    <a:pt x="37" y="58"/>
                    <a:pt x="33" y="63"/>
                  </a:cubicBezTo>
                  <a:cubicBezTo>
                    <a:pt x="29" y="66"/>
                    <a:pt x="24" y="69"/>
                    <a:pt x="22" y="74"/>
                  </a:cubicBezTo>
                  <a:cubicBezTo>
                    <a:pt x="19" y="80"/>
                    <a:pt x="20" y="86"/>
                    <a:pt x="17" y="91"/>
                  </a:cubicBezTo>
                  <a:cubicBezTo>
                    <a:pt x="12" y="75"/>
                    <a:pt x="4" y="50"/>
                    <a:pt x="4" y="33"/>
                  </a:cubicBezTo>
                </a:path>
              </a:pathLst>
            </a:custGeom>
            <a:solidFill>
              <a:srgbClr val="EFCA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584" name="Freeform 21">
              <a:extLst>
                <a:ext uri="{FF2B5EF4-FFF2-40B4-BE49-F238E27FC236}">
                  <a16:creationId xmlns:a16="http://schemas.microsoft.com/office/drawing/2014/main" id="{7A7EEA75-E0A3-49C8-8139-B6137CF63A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9" y="2330"/>
              <a:ext cx="32" cy="196"/>
            </a:xfrm>
            <a:custGeom>
              <a:avLst/>
              <a:gdLst>
                <a:gd name="T0" fmla="*/ 35 w 20"/>
                <a:gd name="T1" fmla="*/ 89 h 123"/>
                <a:gd name="T2" fmla="*/ 67 w 20"/>
                <a:gd name="T3" fmla="*/ 253 h 123"/>
                <a:gd name="T4" fmla="*/ 48 w 20"/>
                <a:gd name="T5" fmla="*/ 497 h 123"/>
                <a:gd name="T6" fmla="*/ 8 w 20"/>
                <a:gd name="T7" fmla="*/ 206 h 123"/>
                <a:gd name="T8" fmla="*/ 13 w 20"/>
                <a:gd name="T9" fmla="*/ 110 h 123"/>
                <a:gd name="T10" fmla="*/ 16 w 20"/>
                <a:gd name="T11" fmla="*/ 0 h 123"/>
                <a:gd name="T12" fmla="*/ 35 w 20"/>
                <a:gd name="T13" fmla="*/ 64 h 123"/>
                <a:gd name="T14" fmla="*/ 42 w 20"/>
                <a:gd name="T15" fmla="*/ 115 h 12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0" h="123">
                  <a:moveTo>
                    <a:pt x="9" y="22"/>
                  </a:moveTo>
                  <a:cubicBezTo>
                    <a:pt x="8" y="38"/>
                    <a:pt x="13" y="47"/>
                    <a:pt x="16" y="63"/>
                  </a:cubicBezTo>
                  <a:cubicBezTo>
                    <a:pt x="20" y="82"/>
                    <a:pt x="18" y="105"/>
                    <a:pt x="12" y="123"/>
                  </a:cubicBezTo>
                  <a:cubicBezTo>
                    <a:pt x="17" y="98"/>
                    <a:pt x="6" y="75"/>
                    <a:pt x="2" y="51"/>
                  </a:cubicBezTo>
                  <a:cubicBezTo>
                    <a:pt x="0" y="41"/>
                    <a:pt x="2" y="37"/>
                    <a:pt x="3" y="27"/>
                  </a:cubicBezTo>
                  <a:cubicBezTo>
                    <a:pt x="4" y="18"/>
                    <a:pt x="2" y="10"/>
                    <a:pt x="4" y="0"/>
                  </a:cubicBezTo>
                  <a:cubicBezTo>
                    <a:pt x="5" y="6"/>
                    <a:pt x="8" y="11"/>
                    <a:pt x="9" y="16"/>
                  </a:cubicBezTo>
                  <a:cubicBezTo>
                    <a:pt x="10" y="20"/>
                    <a:pt x="9" y="24"/>
                    <a:pt x="10" y="28"/>
                  </a:cubicBezTo>
                </a:path>
              </a:pathLst>
            </a:custGeom>
            <a:solidFill>
              <a:srgbClr val="EFCA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585" name="Freeform 22">
              <a:extLst>
                <a:ext uri="{FF2B5EF4-FFF2-40B4-BE49-F238E27FC236}">
                  <a16:creationId xmlns:a16="http://schemas.microsoft.com/office/drawing/2014/main" id="{042CD6A8-CD99-4AF3-B686-C47EBF0B43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9" y="2431"/>
              <a:ext cx="65" cy="74"/>
            </a:xfrm>
            <a:custGeom>
              <a:avLst/>
              <a:gdLst>
                <a:gd name="T0" fmla="*/ 40 w 41"/>
                <a:gd name="T1" fmla="*/ 129 h 47"/>
                <a:gd name="T2" fmla="*/ 100 w 41"/>
                <a:gd name="T3" fmla="*/ 102 h 47"/>
                <a:gd name="T4" fmla="*/ 163 w 41"/>
                <a:gd name="T5" fmla="*/ 0 h 47"/>
                <a:gd name="T6" fmla="*/ 0 w 41"/>
                <a:gd name="T7" fmla="*/ 184 h 4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1" h="47">
                  <a:moveTo>
                    <a:pt x="10" y="33"/>
                  </a:moveTo>
                  <a:cubicBezTo>
                    <a:pt x="14" y="28"/>
                    <a:pt x="19" y="29"/>
                    <a:pt x="25" y="26"/>
                  </a:cubicBezTo>
                  <a:cubicBezTo>
                    <a:pt x="35" y="21"/>
                    <a:pt x="37" y="11"/>
                    <a:pt x="41" y="0"/>
                  </a:cubicBezTo>
                  <a:cubicBezTo>
                    <a:pt x="26" y="17"/>
                    <a:pt x="5" y="24"/>
                    <a:pt x="0" y="47"/>
                  </a:cubicBezTo>
                </a:path>
              </a:pathLst>
            </a:custGeom>
            <a:solidFill>
              <a:srgbClr val="EFCA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586" name="Freeform 23">
              <a:extLst>
                <a:ext uri="{FF2B5EF4-FFF2-40B4-BE49-F238E27FC236}">
                  <a16:creationId xmlns:a16="http://schemas.microsoft.com/office/drawing/2014/main" id="{33D79268-8B94-40A8-B1C8-EC0391321EC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1" y="1281"/>
              <a:ext cx="109" cy="320"/>
            </a:xfrm>
            <a:custGeom>
              <a:avLst/>
              <a:gdLst>
                <a:gd name="T0" fmla="*/ 281 w 68"/>
                <a:gd name="T1" fmla="*/ 0 h 201"/>
                <a:gd name="T2" fmla="*/ 56 w 68"/>
                <a:gd name="T3" fmla="*/ 266 h 201"/>
                <a:gd name="T4" fmla="*/ 5 w 68"/>
                <a:gd name="T5" fmla="*/ 654 h 201"/>
                <a:gd name="T6" fmla="*/ 8 w 68"/>
                <a:gd name="T7" fmla="*/ 810 h 201"/>
                <a:gd name="T8" fmla="*/ 67 w 68"/>
                <a:gd name="T9" fmla="*/ 449 h 201"/>
                <a:gd name="T10" fmla="*/ 281 w 68"/>
                <a:gd name="T11" fmla="*/ 0 h 20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8" h="201">
                  <a:moveTo>
                    <a:pt x="68" y="0"/>
                  </a:moveTo>
                  <a:cubicBezTo>
                    <a:pt x="51" y="0"/>
                    <a:pt x="26" y="22"/>
                    <a:pt x="14" y="66"/>
                  </a:cubicBezTo>
                  <a:cubicBezTo>
                    <a:pt x="3" y="110"/>
                    <a:pt x="2" y="146"/>
                    <a:pt x="1" y="162"/>
                  </a:cubicBezTo>
                  <a:cubicBezTo>
                    <a:pt x="0" y="178"/>
                    <a:pt x="4" y="190"/>
                    <a:pt x="2" y="201"/>
                  </a:cubicBezTo>
                  <a:cubicBezTo>
                    <a:pt x="5" y="185"/>
                    <a:pt x="11" y="130"/>
                    <a:pt x="16" y="111"/>
                  </a:cubicBezTo>
                  <a:cubicBezTo>
                    <a:pt x="21" y="92"/>
                    <a:pt x="30" y="7"/>
                    <a:pt x="68" y="0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587" name="Freeform 24">
              <a:extLst>
                <a:ext uri="{FF2B5EF4-FFF2-40B4-BE49-F238E27FC236}">
                  <a16:creationId xmlns:a16="http://schemas.microsoft.com/office/drawing/2014/main" id="{768AB7E8-BB00-47AD-ADA7-CB6D8D1896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2" y="1935"/>
              <a:ext cx="24" cy="324"/>
            </a:xfrm>
            <a:custGeom>
              <a:avLst/>
              <a:gdLst>
                <a:gd name="T0" fmla="*/ 0 w 15"/>
                <a:gd name="T1" fmla="*/ 818 h 204"/>
                <a:gd name="T2" fmla="*/ 26 w 15"/>
                <a:gd name="T3" fmla="*/ 445 h 204"/>
                <a:gd name="T4" fmla="*/ 56 w 15"/>
                <a:gd name="T5" fmla="*/ 0 h 204"/>
                <a:gd name="T6" fmla="*/ 61 w 15"/>
                <a:gd name="T7" fmla="*/ 334 h 204"/>
                <a:gd name="T8" fmla="*/ 0 w 15"/>
                <a:gd name="T9" fmla="*/ 818 h 20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204">
                  <a:moveTo>
                    <a:pt x="0" y="204"/>
                  </a:moveTo>
                  <a:cubicBezTo>
                    <a:pt x="0" y="198"/>
                    <a:pt x="6" y="148"/>
                    <a:pt x="6" y="111"/>
                  </a:cubicBezTo>
                  <a:cubicBezTo>
                    <a:pt x="6" y="70"/>
                    <a:pt x="8" y="29"/>
                    <a:pt x="14" y="0"/>
                  </a:cubicBezTo>
                  <a:cubicBezTo>
                    <a:pt x="11" y="18"/>
                    <a:pt x="14" y="56"/>
                    <a:pt x="15" y="83"/>
                  </a:cubicBezTo>
                  <a:cubicBezTo>
                    <a:pt x="15" y="110"/>
                    <a:pt x="8" y="179"/>
                    <a:pt x="0" y="204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588" name="Freeform 25">
              <a:extLst>
                <a:ext uri="{FF2B5EF4-FFF2-40B4-BE49-F238E27FC236}">
                  <a16:creationId xmlns:a16="http://schemas.microsoft.com/office/drawing/2014/main" id="{A0DB6465-551A-41F8-8B8A-71848BB80C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0" y="1771"/>
              <a:ext cx="36" cy="346"/>
            </a:xfrm>
            <a:custGeom>
              <a:avLst/>
              <a:gdLst>
                <a:gd name="T0" fmla="*/ 5 w 23"/>
                <a:gd name="T1" fmla="*/ 0 h 218"/>
                <a:gd name="T2" fmla="*/ 34 w 23"/>
                <a:gd name="T3" fmla="*/ 279 h 218"/>
                <a:gd name="T4" fmla="*/ 49 w 23"/>
                <a:gd name="T5" fmla="*/ 600 h 218"/>
                <a:gd name="T6" fmla="*/ 88 w 23"/>
                <a:gd name="T7" fmla="*/ 871 h 218"/>
                <a:gd name="T8" fmla="*/ 83 w 23"/>
                <a:gd name="T9" fmla="*/ 571 h 218"/>
                <a:gd name="T10" fmla="*/ 69 w 23"/>
                <a:gd name="T11" fmla="*/ 248 h 218"/>
                <a:gd name="T12" fmla="*/ 5 w 23"/>
                <a:gd name="T13" fmla="*/ 0 h 2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218">
                  <a:moveTo>
                    <a:pt x="1" y="0"/>
                  </a:moveTo>
                  <a:cubicBezTo>
                    <a:pt x="4" y="31"/>
                    <a:pt x="4" y="43"/>
                    <a:pt x="9" y="70"/>
                  </a:cubicBezTo>
                  <a:cubicBezTo>
                    <a:pt x="13" y="97"/>
                    <a:pt x="10" y="113"/>
                    <a:pt x="13" y="150"/>
                  </a:cubicBezTo>
                  <a:cubicBezTo>
                    <a:pt x="16" y="187"/>
                    <a:pt x="17" y="205"/>
                    <a:pt x="23" y="218"/>
                  </a:cubicBezTo>
                  <a:cubicBezTo>
                    <a:pt x="21" y="196"/>
                    <a:pt x="21" y="163"/>
                    <a:pt x="22" y="143"/>
                  </a:cubicBezTo>
                  <a:cubicBezTo>
                    <a:pt x="23" y="123"/>
                    <a:pt x="22" y="79"/>
                    <a:pt x="18" y="62"/>
                  </a:cubicBezTo>
                  <a:cubicBezTo>
                    <a:pt x="13" y="45"/>
                    <a:pt x="0" y="7"/>
                    <a:pt x="1" y="0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589" name="Freeform 26">
              <a:extLst>
                <a:ext uri="{FF2B5EF4-FFF2-40B4-BE49-F238E27FC236}">
                  <a16:creationId xmlns:a16="http://schemas.microsoft.com/office/drawing/2014/main" id="{651F6639-C76F-41C8-96EC-042D22AFF5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6" y="2461"/>
              <a:ext cx="49" cy="481"/>
            </a:xfrm>
            <a:custGeom>
              <a:avLst/>
              <a:gdLst>
                <a:gd name="T0" fmla="*/ 47 w 31"/>
                <a:gd name="T1" fmla="*/ 578 h 303"/>
                <a:gd name="T2" fmla="*/ 122 w 31"/>
                <a:gd name="T3" fmla="*/ 1213 h 303"/>
                <a:gd name="T4" fmla="*/ 27 w 31"/>
                <a:gd name="T5" fmla="*/ 760 h 303"/>
                <a:gd name="T6" fmla="*/ 43 w 31"/>
                <a:gd name="T7" fmla="*/ 0 h 303"/>
                <a:gd name="T8" fmla="*/ 47 w 31"/>
                <a:gd name="T9" fmla="*/ 578 h 30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03">
                  <a:moveTo>
                    <a:pt x="12" y="144"/>
                  </a:moveTo>
                  <a:cubicBezTo>
                    <a:pt x="11" y="179"/>
                    <a:pt x="26" y="282"/>
                    <a:pt x="31" y="303"/>
                  </a:cubicBezTo>
                  <a:cubicBezTo>
                    <a:pt x="23" y="280"/>
                    <a:pt x="14" y="250"/>
                    <a:pt x="7" y="190"/>
                  </a:cubicBezTo>
                  <a:cubicBezTo>
                    <a:pt x="0" y="130"/>
                    <a:pt x="2" y="44"/>
                    <a:pt x="11" y="0"/>
                  </a:cubicBezTo>
                  <a:cubicBezTo>
                    <a:pt x="9" y="35"/>
                    <a:pt x="15" y="116"/>
                    <a:pt x="12" y="144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590" name="Freeform 27">
              <a:extLst>
                <a:ext uri="{FF2B5EF4-FFF2-40B4-BE49-F238E27FC236}">
                  <a16:creationId xmlns:a16="http://schemas.microsoft.com/office/drawing/2014/main" id="{D34E1ADA-54C0-41E5-AAA6-F16D55B193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4" y="2461"/>
              <a:ext cx="49" cy="481"/>
            </a:xfrm>
            <a:custGeom>
              <a:avLst/>
              <a:gdLst>
                <a:gd name="T0" fmla="*/ 74 w 31"/>
                <a:gd name="T1" fmla="*/ 578 h 303"/>
                <a:gd name="T2" fmla="*/ 0 w 31"/>
                <a:gd name="T3" fmla="*/ 1213 h 303"/>
                <a:gd name="T4" fmla="*/ 95 w 31"/>
                <a:gd name="T5" fmla="*/ 760 h 303"/>
                <a:gd name="T6" fmla="*/ 74 w 31"/>
                <a:gd name="T7" fmla="*/ 0 h 303"/>
                <a:gd name="T8" fmla="*/ 74 w 31"/>
                <a:gd name="T9" fmla="*/ 578 h 30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03">
                  <a:moveTo>
                    <a:pt x="19" y="144"/>
                  </a:moveTo>
                  <a:cubicBezTo>
                    <a:pt x="19" y="179"/>
                    <a:pt x="4" y="282"/>
                    <a:pt x="0" y="303"/>
                  </a:cubicBezTo>
                  <a:cubicBezTo>
                    <a:pt x="8" y="280"/>
                    <a:pt x="17" y="250"/>
                    <a:pt x="24" y="190"/>
                  </a:cubicBezTo>
                  <a:cubicBezTo>
                    <a:pt x="31" y="130"/>
                    <a:pt x="28" y="44"/>
                    <a:pt x="19" y="0"/>
                  </a:cubicBezTo>
                  <a:cubicBezTo>
                    <a:pt x="21" y="35"/>
                    <a:pt x="16" y="116"/>
                    <a:pt x="19" y="144"/>
                  </a:cubicBezTo>
                </a:path>
              </a:pathLst>
            </a:custGeom>
            <a:solidFill>
              <a:srgbClr val="EFCA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591" name="Freeform 28">
              <a:extLst>
                <a:ext uri="{FF2B5EF4-FFF2-40B4-BE49-F238E27FC236}">
                  <a16:creationId xmlns:a16="http://schemas.microsoft.com/office/drawing/2014/main" id="{202D3475-08BA-410F-B4A8-BD63EC2244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1" y="3268"/>
              <a:ext cx="75" cy="445"/>
            </a:xfrm>
            <a:custGeom>
              <a:avLst/>
              <a:gdLst>
                <a:gd name="T0" fmla="*/ 46 w 47"/>
                <a:gd name="T1" fmla="*/ 0 h 280"/>
                <a:gd name="T2" fmla="*/ 54 w 47"/>
                <a:gd name="T3" fmla="*/ 591 h 280"/>
                <a:gd name="T4" fmla="*/ 191 w 47"/>
                <a:gd name="T5" fmla="*/ 1124 h 280"/>
                <a:gd name="T6" fmla="*/ 89 w 47"/>
                <a:gd name="T7" fmla="*/ 571 h 280"/>
                <a:gd name="T8" fmla="*/ 46 w 47"/>
                <a:gd name="T9" fmla="*/ 0 h 2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280">
                  <a:moveTo>
                    <a:pt x="11" y="0"/>
                  </a:moveTo>
                  <a:cubicBezTo>
                    <a:pt x="10" y="34"/>
                    <a:pt x="0" y="81"/>
                    <a:pt x="13" y="147"/>
                  </a:cubicBezTo>
                  <a:cubicBezTo>
                    <a:pt x="25" y="213"/>
                    <a:pt x="42" y="258"/>
                    <a:pt x="47" y="280"/>
                  </a:cubicBezTo>
                  <a:cubicBezTo>
                    <a:pt x="42" y="251"/>
                    <a:pt x="25" y="168"/>
                    <a:pt x="22" y="142"/>
                  </a:cubicBezTo>
                  <a:cubicBezTo>
                    <a:pt x="18" y="116"/>
                    <a:pt x="9" y="37"/>
                    <a:pt x="11" y="0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592" name="Freeform 29">
              <a:extLst>
                <a:ext uri="{FF2B5EF4-FFF2-40B4-BE49-F238E27FC236}">
                  <a16:creationId xmlns:a16="http://schemas.microsoft.com/office/drawing/2014/main" id="{15C7BA72-526F-40C8-AA12-A575A73BC38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9" y="2561"/>
              <a:ext cx="51" cy="586"/>
            </a:xfrm>
            <a:custGeom>
              <a:avLst/>
              <a:gdLst>
                <a:gd name="T0" fmla="*/ 29 w 32"/>
                <a:gd name="T1" fmla="*/ 824 h 369"/>
                <a:gd name="T2" fmla="*/ 13 w 32"/>
                <a:gd name="T3" fmla="*/ 1478 h 369"/>
                <a:gd name="T4" fmla="*/ 56 w 32"/>
                <a:gd name="T5" fmla="*/ 973 h 369"/>
                <a:gd name="T6" fmla="*/ 129 w 32"/>
                <a:gd name="T7" fmla="*/ 0 h 369"/>
                <a:gd name="T8" fmla="*/ 29 w 32"/>
                <a:gd name="T9" fmla="*/ 824 h 36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69">
                  <a:moveTo>
                    <a:pt x="7" y="206"/>
                  </a:moveTo>
                  <a:cubicBezTo>
                    <a:pt x="0" y="256"/>
                    <a:pt x="4" y="336"/>
                    <a:pt x="3" y="369"/>
                  </a:cubicBezTo>
                  <a:cubicBezTo>
                    <a:pt x="1" y="344"/>
                    <a:pt x="5" y="324"/>
                    <a:pt x="14" y="243"/>
                  </a:cubicBezTo>
                  <a:cubicBezTo>
                    <a:pt x="23" y="162"/>
                    <a:pt x="32" y="30"/>
                    <a:pt x="32" y="0"/>
                  </a:cubicBezTo>
                  <a:cubicBezTo>
                    <a:pt x="30" y="14"/>
                    <a:pt x="12" y="144"/>
                    <a:pt x="7" y="206"/>
                  </a:cubicBezTo>
                </a:path>
              </a:pathLst>
            </a:custGeom>
            <a:solidFill>
              <a:srgbClr val="EFCA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593" name="Freeform 30">
              <a:extLst>
                <a:ext uri="{FF2B5EF4-FFF2-40B4-BE49-F238E27FC236}">
                  <a16:creationId xmlns:a16="http://schemas.microsoft.com/office/drawing/2014/main" id="{0A539CE5-685A-401E-B5AD-275365066D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9" y="3211"/>
              <a:ext cx="32" cy="415"/>
            </a:xfrm>
            <a:custGeom>
              <a:avLst/>
              <a:gdLst>
                <a:gd name="T0" fmla="*/ 29 w 20"/>
                <a:gd name="T1" fmla="*/ 0 h 261"/>
                <a:gd name="T2" fmla="*/ 77 w 20"/>
                <a:gd name="T3" fmla="*/ 510 h 261"/>
                <a:gd name="T4" fmla="*/ 29 w 20"/>
                <a:gd name="T5" fmla="*/ 1049 h 261"/>
                <a:gd name="T6" fmla="*/ 42 w 20"/>
                <a:gd name="T7" fmla="*/ 390 h 261"/>
                <a:gd name="T8" fmla="*/ 29 w 20"/>
                <a:gd name="T9" fmla="*/ 0 h 26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261">
                  <a:moveTo>
                    <a:pt x="7" y="0"/>
                  </a:moveTo>
                  <a:cubicBezTo>
                    <a:pt x="11" y="24"/>
                    <a:pt x="20" y="92"/>
                    <a:pt x="19" y="127"/>
                  </a:cubicBezTo>
                  <a:cubicBezTo>
                    <a:pt x="18" y="162"/>
                    <a:pt x="10" y="204"/>
                    <a:pt x="7" y="261"/>
                  </a:cubicBezTo>
                  <a:cubicBezTo>
                    <a:pt x="3" y="235"/>
                    <a:pt x="11" y="127"/>
                    <a:pt x="10" y="97"/>
                  </a:cubicBezTo>
                  <a:cubicBezTo>
                    <a:pt x="9" y="67"/>
                    <a:pt x="0" y="7"/>
                    <a:pt x="7" y="0"/>
                  </a:cubicBezTo>
                </a:path>
              </a:pathLst>
            </a:custGeom>
            <a:solidFill>
              <a:srgbClr val="EFCA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594" name="Freeform 31">
              <a:extLst>
                <a:ext uri="{FF2B5EF4-FFF2-40B4-BE49-F238E27FC236}">
                  <a16:creationId xmlns:a16="http://schemas.microsoft.com/office/drawing/2014/main" id="{27A3CDD3-9F70-428D-822C-B9984B7C20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1" y="3783"/>
              <a:ext cx="33" cy="185"/>
            </a:xfrm>
            <a:custGeom>
              <a:avLst/>
              <a:gdLst>
                <a:gd name="T0" fmla="*/ 42 w 21"/>
                <a:gd name="T1" fmla="*/ 46 h 116"/>
                <a:gd name="T2" fmla="*/ 42 w 21"/>
                <a:gd name="T3" fmla="*/ 150 h 116"/>
                <a:gd name="T4" fmla="*/ 66 w 21"/>
                <a:gd name="T5" fmla="*/ 236 h 116"/>
                <a:gd name="T6" fmla="*/ 31 w 21"/>
                <a:gd name="T7" fmla="*/ 470 h 116"/>
                <a:gd name="T8" fmla="*/ 47 w 21"/>
                <a:gd name="T9" fmla="*/ 337 h 116"/>
                <a:gd name="T10" fmla="*/ 47 w 21"/>
                <a:gd name="T11" fmla="*/ 292 h 116"/>
                <a:gd name="T12" fmla="*/ 13 w 21"/>
                <a:gd name="T13" fmla="*/ 266 h 116"/>
                <a:gd name="T14" fmla="*/ 20 w 21"/>
                <a:gd name="T15" fmla="*/ 175 h 116"/>
                <a:gd name="T16" fmla="*/ 35 w 21"/>
                <a:gd name="T17" fmla="*/ 0 h 11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1" h="116">
                  <a:moveTo>
                    <a:pt x="11" y="11"/>
                  </a:moveTo>
                  <a:cubicBezTo>
                    <a:pt x="13" y="20"/>
                    <a:pt x="9" y="28"/>
                    <a:pt x="11" y="37"/>
                  </a:cubicBezTo>
                  <a:cubicBezTo>
                    <a:pt x="12" y="44"/>
                    <a:pt x="16" y="51"/>
                    <a:pt x="17" y="58"/>
                  </a:cubicBezTo>
                  <a:cubicBezTo>
                    <a:pt x="21" y="81"/>
                    <a:pt x="14" y="95"/>
                    <a:pt x="8" y="116"/>
                  </a:cubicBezTo>
                  <a:cubicBezTo>
                    <a:pt x="6" y="105"/>
                    <a:pt x="11" y="93"/>
                    <a:pt x="12" y="83"/>
                  </a:cubicBezTo>
                  <a:cubicBezTo>
                    <a:pt x="12" y="79"/>
                    <a:pt x="14" y="75"/>
                    <a:pt x="12" y="72"/>
                  </a:cubicBezTo>
                  <a:cubicBezTo>
                    <a:pt x="9" y="66"/>
                    <a:pt x="5" y="69"/>
                    <a:pt x="3" y="66"/>
                  </a:cubicBezTo>
                  <a:cubicBezTo>
                    <a:pt x="0" y="61"/>
                    <a:pt x="5" y="49"/>
                    <a:pt x="5" y="43"/>
                  </a:cubicBezTo>
                  <a:cubicBezTo>
                    <a:pt x="7" y="29"/>
                    <a:pt x="9" y="14"/>
                    <a:pt x="9" y="0"/>
                  </a:cubicBezTo>
                </a:path>
              </a:pathLst>
            </a:custGeom>
            <a:solidFill>
              <a:srgbClr val="EFCA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595" name="Freeform 32">
              <a:extLst>
                <a:ext uri="{FF2B5EF4-FFF2-40B4-BE49-F238E27FC236}">
                  <a16:creationId xmlns:a16="http://schemas.microsoft.com/office/drawing/2014/main" id="{EA46D2E2-ACC9-4B27-BBE3-A9563679EC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5" y="3952"/>
              <a:ext cx="68" cy="86"/>
            </a:xfrm>
            <a:custGeom>
              <a:avLst/>
              <a:gdLst>
                <a:gd name="T0" fmla="*/ 33 w 43"/>
                <a:gd name="T1" fmla="*/ 218 h 54"/>
                <a:gd name="T2" fmla="*/ 134 w 43"/>
                <a:gd name="T3" fmla="*/ 158 h 54"/>
                <a:gd name="T4" fmla="*/ 158 w 43"/>
                <a:gd name="T5" fmla="*/ 0 h 54"/>
                <a:gd name="T6" fmla="*/ 90 w 43"/>
                <a:gd name="T7" fmla="*/ 108 h 54"/>
                <a:gd name="T8" fmla="*/ 0 w 43"/>
                <a:gd name="T9" fmla="*/ 202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" h="54">
                  <a:moveTo>
                    <a:pt x="8" y="54"/>
                  </a:moveTo>
                  <a:cubicBezTo>
                    <a:pt x="19" y="53"/>
                    <a:pt x="27" y="49"/>
                    <a:pt x="34" y="39"/>
                  </a:cubicBezTo>
                  <a:cubicBezTo>
                    <a:pt x="43" y="26"/>
                    <a:pt x="40" y="15"/>
                    <a:pt x="40" y="0"/>
                  </a:cubicBezTo>
                  <a:cubicBezTo>
                    <a:pt x="34" y="9"/>
                    <a:pt x="38" y="28"/>
                    <a:pt x="23" y="27"/>
                  </a:cubicBezTo>
                  <a:cubicBezTo>
                    <a:pt x="24" y="43"/>
                    <a:pt x="12" y="47"/>
                    <a:pt x="0" y="50"/>
                  </a:cubicBezTo>
                </a:path>
              </a:pathLst>
            </a:custGeom>
            <a:solidFill>
              <a:srgbClr val="EFCA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596" name="Freeform 33">
              <a:extLst>
                <a:ext uri="{FF2B5EF4-FFF2-40B4-BE49-F238E27FC236}">
                  <a16:creationId xmlns:a16="http://schemas.microsoft.com/office/drawing/2014/main" id="{40EB262D-C4A9-4D79-A00C-8CC2A1B1CE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9" y="3925"/>
              <a:ext cx="59" cy="108"/>
            </a:xfrm>
            <a:custGeom>
              <a:avLst/>
              <a:gdLst>
                <a:gd name="T0" fmla="*/ 0 w 37"/>
                <a:gd name="T1" fmla="*/ 8 h 68"/>
                <a:gd name="T2" fmla="*/ 21 w 37"/>
                <a:gd name="T3" fmla="*/ 121 h 68"/>
                <a:gd name="T4" fmla="*/ 46 w 37"/>
                <a:gd name="T5" fmla="*/ 205 h 68"/>
                <a:gd name="T6" fmla="*/ 85 w 37"/>
                <a:gd name="T7" fmla="*/ 265 h 68"/>
                <a:gd name="T8" fmla="*/ 150 w 37"/>
                <a:gd name="T9" fmla="*/ 253 h 68"/>
                <a:gd name="T10" fmla="*/ 73 w 37"/>
                <a:gd name="T11" fmla="*/ 145 h 68"/>
                <a:gd name="T12" fmla="*/ 46 w 37"/>
                <a:gd name="T13" fmla="*/ 81 h 68"/>
                <a:gd name="T14" fmla="*/ 13 w 37"/>
                <a:gd name="T15" fmla="*/ 0 h 6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7" h="68">
                  <a:moveTo>
                    <a:pt x="0" y="2"/>
                  </a:moveTo>
                  <a:cubicBezTo>
                    <a:pt x="6" y="9"/>
                    <a:pt x="5" y="21"/>
                    <a:pt x="5" y="30"/>
                  </a:cubicBezTo>
                  <a:cubicBezTo>
                    <a:pt x="5" y="40"/>
                    <a:pt x="8" y="42"/>
                    <a:pt x="11" y="51"/>
                  </a:cubicBezTo>
                  <a:cubicBezTo>
                    <a:pt x="14" y="59"/>
                    <a:pt x="12" y="63"/>
                    <a:pt x="21" y="66"/>
                  </a:cubicBezTo>
                  <a:cubicBezTo>
                    <a:pt x="26" y="67"/>
                    <a:pt x="35" y="68"/>
                    <a:pt x="37" y="63"/>
                  </a:cubicBezTo>
                  <a:cubicBezTo>
                    <a:pt x="18" y="65"/>
                    <a:pt x="16" y="52"/>
                    <a:pt x="18" y="36"/>
                  </a:cubicBezTo>
                  <a:cubicBezTo>
                    <a:pt x="13" y="34"/>
                    <a:pt x="13" y="25"/>
                    <a:pt x="11" y="20"/>
                  </a:cubicBezTo>
                  <a:cubicBezTo>
                    <a:pt x="9" y="14"/>
                    <a:pt x="1" y="7"/>
                    <a:pt x="3" y="0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597" name="Freeform 34">
              <a:extLst>
                <a:ext uri="{FF2B5EF4-FFF2-40B4-BE49-F238E27FC236}">
                  <a16:creationId xmlns:a16="http://schemas.microsoft.com/office/drawing/2014/main" id="{6ACC43AE-B727-43B2-B72A-EF74380A41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0" y="3219"/>
              <a:ext cx="25" cy="453"/>
            </a:xfrm>
            <a:custGeom>
              <a:avLst/>
              <a:gdLst>
                <a:gd name="T0" fmla="*/ 56 w 16"/>
                <a:gd name="T1" fmla="*/ 1109 h 285"/>
                <a:gd name="T2" fmla="*/ 14 w 16"/>
                <a:gd name="T3" fmla="*/ 614 h 285"/>
                <a:gd name="T4" fmla="*/ 53 w 16"/>
                <a:gd name="T5" fmla="*/ 0 h 285"/>
                <a:gd name="T6" fmla="*/ 53 w 16"/>
                <a:gd name="T7" fmla="*/ 455 h 285"/>
                <a:gd name="T8" fmla="*/ 56 w 16"/>
                <a:gd name="T9" fmla="*/ 1109 h 28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285">
                  <a:moveTo>
                    <a:pt x="15" y="276"/>
                  </a:moveTo>
                  <a:cubicBezTo>
                    <a:pt x="14" y="285"/>
                    <a:pt x="9" y="209"/>
                    <a:pt x="4" y="153"/>
                  </a:cubicBezTo>
                  <a:cubicBezTo>
                    <a:pt x="0" y="97"/>
                    <a:pt x="6" y="38"/>
                    <a:pt x="14" y="0"/>
                  </a:cubicBezTo>
                  <a:cubicBezTo>
                    <a:pt x="13" y="13"/>
                    <a:pt x="12" y="87"/>
                    <a:pt x="14" y="113"/>
                  </a:cubicBezTo>
                  <a:cubicBezTo>
                    <a:pt x="16" y="139"/>
                    <a:pt x="16" y="267"/>
                    <a:pt x="15" y="276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598" name="Freeform 35">
              <a:extLst>
                <a:ext uri="{FF2B5EF4-FFF2-40B4-BE49-F238E27FC236}">
                  <a16:creationId xmlns:a16="http://schemas.microsoft.com/office/drawing/2014/main" id="{1BF7F4AB-D821-4EFF-A044-806079576F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9" y="3270"/>
              <a:ext cx="56" cy="405"/>
            </a:xfrm>
            <a:custGeom>
              <a:avLst/>
              <a:gdLst>
                <a:gd name="T0" fmla="*/ 0 w 35"/>
                <a:gd name="T1" fmla="*/ 1021 h 255"/>
                <a:gd name="T2" fmla="*/ 110 w 35"/>
                <a:gd name="T3" fmla="*/ 530 h 255"/>
                <a:gd name="T4" fmla="*/ 115 w 35"/>
                <a:gd name="T5" fmla="*/ 0 h 255"/>
                <a:gd name="T6" fmla="*/ 77 w 35"/>
                <a:gd name="T7" fmla="*/ 519 h 255"/>
                <a:gd name="T8" fmla="*/ 0 w 35"/>
                <a:gd name="T9" fmla="*/ 1021 h 2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255">
                  <a:moveTo>
                    <a:pt x="0" y="255"/>
                  </a:moveTo>
                  <a:cubicBezTo>
                    <a:pt x="3" y="235"/>
                    <a:pt x="18" y="171"/>
                    <a:pt x="27" y="132"/>
                  </a:cubicBezTo>
                  <a:cubicBezTo>
                    <a:pt x="35" y="93"/>
                    <a:pt x="29" y="27"/>
                    <a:pt x="28" y="0"/>
                  </a:cubicBezTo>
                  <a:cubicBezTo>
                    <a:pt x="26" y="27"/>
                    <a:pt x="26" y="102"/>
                    <a:pt x="19" y="130"/>
                  </a:cubicBezTo>
                  <a:cubicBezTo>
                    <a:pt x="13" y="158"/>
                    <a:pt x="3" y="234"/>
                    <a:pt x="0" y="255"/>
                  </a:cubicBezTo>
                </a:path>
              </a:pathLst>
            </a:custGeom>
            <a:solidFill>
              <a:srgbClr val="EFCA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599" name="Freeform 36">
              <a:extLst>
                <a:ext uri="{FF2B5EF4-FFF2-40B4-BE49-F238E27FC236}">
                  <a16:creationId xmlns:a16="http://schemas.microsoft.com/office/drawing/2014/main" id="{B72BCEC0-D7F2-4520-8AC0-78D6F3C318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5" y="3950"/>
              <a:ext cx="94" cy="85"/>
            </a:xfrm>
            <a:custGeom>
              <a:avLst/>
              <a:gdLst>
                <a:gd name="T0" fmla="*/ 104 w 59"/>
                <a:gd name="T1" fmla="*/ 204 h 53"/>
                <a:gd name="T2" fmla="*/ 158 w 59"/>
                <a:gd name="T3" fmla="*/ 165 h 53"/>
                <a:gd name="T4" fmla="*/ 223 w 59"/>
                <a:gd name="T5" fmla="*/ 132 h 53"/>
                <a:gd name="T6" fmla="*/ 198 w 59"/>
                <a:gd name="T7" fmla="*/ 0 h 53"/>
                <a:gd name="T8" fmla="*/ 155 w 59"/>
                <a:gd name="T9" fmla="*/ 95 h 53"/>
                <a:gd name="T10" fmla="*/ 115 w 59"/>
                <a:gd name="T11" fmla="*/ 95 h 53"/>
                <a:gd name="T12" fmla="*/ 104 w 59"/>
                <a:gd name="T13" fmla="*/ 136 h 53"/>
                <a:gd name="T14" fmla="*/ 35 w 59"/>
                <a:gd name="T15" fmla="*/ 144 h 53"/>
                <a:gd name="T16" fmla="*/ 21 w 59"/>
                <a:gd name="T17" fmla="*/ 191 h 5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9" h="53">
                  <a:moveTo>
                    <a:pt x="26" y="49"/>
                  </a:moveTo>
                  <a:cubicBezTo>
                    <a:pt x="34" y="53"/>
                    <a:pt x="34" y="43"/>
                    <a:pt x="39" y="40"/>
                  </a:cubicBezTo>
                  <a:cubicBezTo>
                    <a:pt x="44" y="37"/>
                    <a:pt x="50" y="40"/>
                    <a:pt x="55" y="32"/>
                  </a:cubicBezTo>
                  <a:cubicBezTo>
                    <a:pt x="59" y="22"/>
                    <a:pt x="54" y="9"/>
                    <a:pt x="49" y="0"/>
                  </a:cubicBezTo>
                  <a:cubicBezTo>
                    <a:pt x="48" y="15"/>
                    <a:pt x="54" y="22"/>
                    <a:pt x="38" y="23"/>
                  </a:cubicBezTo>
                  <a:cubicBezTo>
                    <a:pt x="36" y="23"/>
                    <a:pt x="30" y="22"/>
                    <a:pt x="28" y="23"/>
                  </a:cubicBezTo>
                  <a:cubicBezTo>
                    <a:pt x="24" y="26"/>
                    <a:pt x="28" y="31"/>
                    <a:pt x="26" y="33"/>
                  </a:cubicBezTo>
                  <a:cubicBezTo>
                    <a:pt x="22" y="39"/>
                    <a:pt x="15" y="33"/>
                    <a:pt x="9" y="35"/>
                  </a:cubicBezTo>
                  <a:cubicBezTo>
                    <a:pt x="0" y="37"/>
                    <a:pt x="4" y="47"/>
                    <a:pt x="5" y="46"/>
                  </a:cubicBezTo>
                </a:path>
              </a:pathLst>
            </a:custGeom>
            <a:solidFill>
              <a:srgbClr val="EFCA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600" name="Freeform 37">
              <a:extLst>
                <a:ext uri="{FF2B5EF4-FFF2-40B4-BE49-F238E27FC236}">
                  <a16:creationId xmlns:a16="http://schemas.microsoft.com/office/drawing/2014/main" id="{1BACEAB9-0F52-4C25-B03D-FCBE0302A2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7" y="2165"/>
              <a:ext cx="37" cy="22"/>
            </a:xfrm>
            <a:custGeom>
              <a:avLst/>
              <a:gdLst>
                <a:gd name="T0" fmla="*/ 29 w 23"/>
                <a:gd name="T1" fmla="*/ 0 h 14"/>
                <a:gd name="T2" fmla="*/ 29 w 23"/>
                <a:gd name="T3" fmla="*/ 47 h 14"/>
                <a:gd name="T4" fmla="*/ 68 w 23"/>
                <a:gd name="T5" fmla="*/ 2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14">
                  <a:moveTo>
                    <a:pt x="7" y="0"/>
                  </a:moveTo>
                  <a:cubicBezTo>
                    <a:pt x="0" y="1"/>
                    <a:pt x="0" y="9"/>
                    <a:pt x="7" y="12"/>
                  </a:cubicBezTo>
                  <a:cubicBezTo>
                    <a:pt x="12" y="14"/>
                    <a:pt x="23" y="6"/>
                    <a:pt x="16" y="5"/>
                  </a:cubicBezTo>
                </a:path>
              </a:pathLst>
            </a:custGeom>
            <a:solidFill>
              <a:srgbClr val="EFCA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601" name="Freeform 38">
              <a:extLst>
                <a:ext uri="{FF2B5EF4-FFF2-40B4-BE49-F238E27FC236}">
                  <a16:creationId xmlns:a16="http://schemas.microsoft.com/office/drawing/2014/main" id="{E1DE5F65-FDEB-48E2-B1F0-D39C41BA5A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3" y="2295"/>
              <a:ext cx="98" cy="104"/>
            </a:xfrm>
            <a:custGeom>
              <a:avLst/>
              <a:gdLst>
                <a:gd name="T0" fmla="*/ 0 w 62"/>
                <a:gd name="T1" fmla="*/ 266 h 65"/>
                <a:gd name="T2" fmla="*/ 245 w 62"/>
                <a:gd name="T3" fmla="*/ 0 h 6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2" h="65">
                  <a:moveTo>
                    <a:pt x="0" y="65"/>
                  </a:moveTo>
                  <a:cubicBezTo>
                    <a:pt x="19" y="55"/>
                    <a:pt x="46" y="27"/>
                    <a:pt x="62" y="0"/>
                  </a:cubicBezTo>
                </a:path>
              </a:pathLst>
            </a:custGeom>
            <a:solidFill>
              <a:srgbClr val="EFCA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602" name="Freeform 39">
              <a:extLst>
                <a:ext uri="{FF2B5EF4-FFF2-40B4-BE49-F238E27FC236}">
                  <a16:creationId xmlns:a16="http://schemas.microsoft.com/office/drawing/2014/main" id="{D1244B7B-821D-40F2-8F04-973428C7523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4" y="2310"/>
              <a:ext cx="91" cy="98"/>
            </a:xfrm>
            <a:custGeom>
              <a:avLst/>
              <a:gdLst>
                <a:gd name="T0" fmla="*/ 0 w 57"/>
                <a:gd name="T1" fmla="*/ 245 h 62"/>
                <a:gd name="T2" fmla="*/ 231 w 57"/>
                <a:gd name="T3" fmla="*/ 0 h 62"/>
                <a:gd name="T4" fmla="*/ 0 w 57"/>
                <a:gd name="T5" fmla="*/ 245 h 6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7" h="62">
                  <a:moveTo>
                    <a:pt x="0" y="62"/>
                  </a:moveTo>
                  <a:cubicBezTo>
                    <a:pt x="17" y="54"/>
                    <a:pt x="51" y="20"/>
                    <a:pt x="57" y="0"/>
                  </a:cubicBezTo>
                  <a:cubicBezTo>
                    <a:pt x="51" y="7"/>
                    <a:pt x="26" y="47"/>
                    <a:pt x="0" y="62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603" name="Freeform 40">
              <a:extLst>
                <a:ext uri="{FF2B5EF4-FFF2-40B4-BE49-F238E27FC236}">
                  <a16:creationId xmlns:a16="http://schemas.microsoft.com/office/drawing/2014/main" id="{044A035D-BF1D-4CFB-8E64-F0C4F0B9A5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1" y="2300"/>
              <a:ext cx="99" cy="102"/>
            </a:xfrm>
            <a:custGeom>
              <a:avLst/>
              <a:gdLst>
                <a:gd name="T0" fmla="*/ 252 w 62"/>
                <a:gd name="T1" fmla="*/ 260 h 64"/>
                <a:gd name="T2" fmla="*/ 0 w 62"/>
                <a:gd name="T3" fmla="*/ 0 h 6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2" h="64">
                  <a:moveTo>
                    <a:pt x="62" y="64"/>
                  </a:moveTo>
                  <a:cubicBezTo>
                    <a:pt x="43" y="55"/>
                    <a:pt x="16" y="26"/>
                    <a:pt x="0" y="0"/>
                  </a:cubicBezTo>
                </a:path>
              </a:pathLst>
            </a:custGeom>
            <a:solidFill>
              <a:srgbClr val="EFCA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604" name="Freeform 41">
              <a:extLst>
                <a:ext uri="{FF2B5EF4-FFF2-40B4-BE49-F238E27FC236}">
                  <a16:creationId xmlns:a16="http://schemas.microsoft.com/office/drawing/2014/main" id="{F5806C9E-2EEB-43F0-97C0-2F5789DC75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8" y="2313"/>
              <a:ext cx="91" cy="98"/>
            </a:xfrm>
            <a:custGeom>
              <a:avLst/>
              <a:gdLst>
                <a:gd name="T0" fmla="*/ 231 w 57"/>
                <a:gd name="T1" fmla="*/ 245 h 62"/>
                <a:gd name="T2" fmla="*/ 0 w 57"/>
                <a:gd name="T3" fmla="*/ 0 h 62"/>
                <a:gd name="T4" fmla="*/ 231 w 57"/>
                <a:gd name="T5" fmla="*/ 245 h 6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7" h="62">
                  <a:moveTo>
                    <a:pt x="57" y="62"/>
                  </a:moveTo>
                  <a:cubicBezTo>
                    <a:pt x="40" y="55"/>
                    <a:pt x="6" y="21"/>
                    <a:pt x="0" y="0"/>
                  </a:cubicBezTo>
                  <a:cubicBezTo>
                    <a:pt x="6" y="8"/>
                    <a:pt x="31" y="48"/>
                    <a:pt x="57" y="62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605" name="Freeform 42">
              <a:extLst>
                <a:ext uri="{FF2B5EF4-FFF2-40B4-BE49-F238E27FC236}">
                  <a16:creationId xmlns:a16="http://schemas.microsoft.com/office/drawing/2014/main" id="{D4AE7873-80B2-49EA-A6B7-882A47160C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0" y="1253"/>
              <a:ext cx="58" cy="65"/>
            </a:xfrm>
            <a:custGeom>
              <a:avLst/>
              <a:gdLst>
                <a:gd name="T0" fmla="*/ 137 w 36"/>
                <a:gd name="T1" fmla="*/ 0 h 41"/>
                <a:gd name="T2" fmla="*/ 0 w 36"/>
                <a:gd name="T3" fmla="*/ 149 h 41"/>
                <a:gd name="T4" fmla="*/ 103 w 36"/>
                <a:gd name="T5" fmla="*/ 116 h 41"/>
                <a:gd name="T6" fmla="*/ 143 w 36"/>
                <a:gd name="T7" fmla="*/ 16 h 41"/>
                <a:gd name="T8" fmla="*/ 150 w 36"/>
                <a:gd name="T9" fmla="*/ 8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41">
                  <a:moveTo>
                    <a:pt x="33" y="0"/>
                  </a:moveTo>
                  <a:cubicBezTo>
                    <a:pt x="24" y="14"/>
                    <a:pt x="19" y="39"/>
                    <a:pt x="0" y="37"/>
                  </a:cubicBezTo>
                  <a:cubicBezTo>
                    <a:pt x="12" y="38"/>
                    <a:pt x="17" y="41"/>
                    <a:pt x="25" y="29"/>
                  </a:cubicBezTo>
                  <a:cubicBezTo>
                    <a:pt x="30" y="22"/>
                    <a:pt x="36" y="12"/>
                    <a:pt x="34" y="4"/>
                  </a:cubicBezTo>
                  <a:cubicBezTo>
                    <a:pt x="35" y="3"/>
                    <a:pt x="35" y="2"/>
                    <a:pt x="36" y="2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606" name="Freeform 43">
              <a:extLst>
                <a:ext uri="{FF2B5EF4-FFF2-40B4-BE49-F238E27FC236}">
                  <a16:creationId xmlns:a16="http://schemas.microsoft.com/office/drawing/2014/main" id="{0A6339BE-24F9-4D0E-9EF8-C2B0703AC7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4" y="1295"/>
              <a:ext cx="143" cy="23"/>
            </a:xfrm>
            <a:custGeom>
              <a:avLst/>
              <a:gdLst>
                <a:gd name="T0" fmla="*/ 0 w 90"/>
                <a:gd name="T1" fmla="*/ 0 h 14"/>
                <a:gd name="T2" fmla="*/ 151 w 90"/>
                <a:gd name="T3" fmla="*/ 20 h 14"/>
                <a:gd name="T4" fmla="*/ 361 w 90"/>
                <a:gd name="T5" fmla="*/ 41 h 14"/>
                <a:gd name="T6" fmla="*/ 219 w 90"/>
                <a:gd name="T7" fmla="*/ 54 h 14"/>
                <a:gd name="T8" fmla="*/ 81 w 90"/>
                <a:gd name="T9" fmla="*/ 13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0" h="14">
                  <a:moveTo>
                    <a:pt x="0" y="0"/>
                  </a:moveTo>
                  <a:cubicBezTo>
                    <a:pt x="13" y="0"/>
                    <a:pt x="25" y="2"/>
                    <a:pt x="38" y="4"/>
                  </a:cubicBezTo>
                  <a:cubicBezTo>
                    <a:pt x="55" y="6"/>
                    <a:pt x="74" y="6"/>
                    <a:pt x="90" y="9"/>
                  </a:cubicBezTo>
                  <a:cubicBezTo>
                    <a:pt x="79" y="11"/>
                    <a:pt x="67" y="14"/>
                    <a:pt x="55" y="12"/>
                  </a:cubicBezTo>
                  <a:cubicBezTo>
                    <a:pt x="43" y="9"/>
                    <a:pt x="33" y="2"/>
                    <a:pt x="20" y="3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607" name="Freeform 44">
              <a:extLst>
                <a:ext uri="{FF2B5EF4-FFF2-40B4-BE49-F238E27FC236}">
                  <a16:creationId xmlns:a16="http://schemas.microsoft.com/office/drawing/2014/main" id="{359A9999-F63F-4F2B-BD6D-C3081AECCF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0" y="1268"/>
              <a:ext cx="192" cy="45"/>
            </a:xfrm>
            <a:custGeom>
              <a:avLst/>
              <a:gdLst>
                <a:gd name="T0" fmla="*/ 384 w 120"/>
                <a:gd name="T1" fmla="*/ 47 h 28"/>
                <a:gd name="T2" fmla="*/ 184 w 120"/>
                <a:gd name="T3" fmla="*/ 88 h 28"/>
                <a:gd name="T4" fmla="*/ 0 w 120"/>
                <a:gd name="T5" fmla="*/ 82 h 28"/>
                <a:gd name="T6" fmla="*/ 246 w 120"/>
                <a:gd name="T7" fmla="*/ 26 h 28"/>
                <a:gd name="T8" fmla="*/ 491 w 120"/>
                <a:gd name="T9" fmla="*/ 37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0" h="28">
                  <a:moveTo>
                    <a:pt x="94" y="11"/>
                  </a:moveTo>
                  <a:cubicBezTo>
                    <a:pt x="77" y="12"/>
                    <a:pt x="61" y="18"/>
                    <a:pt x="45" y="21"/>
                  </a:cubicBezTo>
                  <a:cubicBezTo>
                    <a:pt x="32" y="23"/>
                    <a:pt x="11" y="28"/>
                    <a:pt x="0" y="20"/>
                  </a:cubicBezTo>
                  <a:cubicBezTo>
                    <a:pt x="19" y="20"/>
                    <a:pt x="42" y="10"/>
                    <a:pt x="60" y="6"/>
                  </a:cubicBezTo>
                  <a:cubicBezTo>
                    <a:pt x="81" y="1"/>
                    <a:pt x="102" y="0"/>
                    <a:pt x="120" y="9"/>
                  </a:cubicBezTo>
                </a:path>
              </a:pathLst>
            </a:custGeom>
            <a:solidFill>
              <a:srgbClr val="EFCA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608" name="Freeform 45">
              <a:extLst>
                <a:ext uri="{FF2B5EF4-FFF2-40B4-BE49-F238E27FC236}">
                  <a16:creationId xmlns:a16="http://schemas.microsoft.com/office/drawing/2014/main" id="{A35D0D11-7E89-4BF1-AB5F-AEEEF3EA03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3" y="1295"/>
              <a:ext cx="145" cy="23"/>
            </a:xfrm>
            <a:custGeom>
              <a:avLst/>
              <a:gdLst>
                <a:gd name="T0" fmla="*/ 368 w 91"/>
                <a:gd name="T1" fmla="*/ 0 h 14"/>
                <a:gd name="T2" fmla="*/ 210 w 91"/>
                <a:gd name="T3" fmla="*/ 20 h 14"/>
                <a:gd name="T4" fmla="*/ 0 w 91"/>
                <a:gd name="T5" fmla="*/ 41 h 14"/>
                <a:gd name="T6" fmla="*/ 142 w 91"/>
                <a:gd name="T7" fmla="*/ 54 h 14"/>
                <a:gd name="T8" fmla="*/ 284 w 91"/>
                <a:gd name="T9" fmla="*/ 13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1" h="14">
                  <a:moveTo>
                    <a:pt x="91" y="0"/>
                  </a:moveTo>
                  <a:cubicBezTo>
                    <a:pt x="77" y="0"/>
                    <a:pt x="65" y="2"/>
                    <a:pt x="52" y="4"/>
                  </a:cubicBezTo>
                  <a:cubicBezTo>
                    <a:pt x="35" y="6"/>
                    <a:pt x="17" y="6"/>
                    <a:pt x="0" y="9"/>
                  </a:cubicBezTo>
                  <a:cubicBezTo>
                    <a:pt x="12" y="11"/>
                    <a:pt x="23" y="14"/>
                    <a:pt x="35" y="12"/>
                  </a:cubicBezTo>
                  <a:cubicBezTo>
                    <a:pt x="47" y="9"/>
                    <a:pt x="58" y="2"/>
                    <a:pt x="70" y="3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609" name="Freeform 46">
              <a:extLst>
                <a:ext uri="{FF2B5EF4-FFF2-40B4-BE49-F238E27FC236}">
                  <a16:creationId xmlns:a16="http://schemas.microsoft.com/office/drawing/2014/main" id="{ABD0D6F3-800A-40AD-815F-BDD62C0107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2" y="2650"/>
              <a:ext cx="35" cy="346"/>
            </a:xfrm>
            <a:custGeom>
              <a:avLst/>
              <a:gdLst>
                <a:gd name="T0" fmla="*/ 0 w 22"/>
                <a:gd name="T1" fmla="*/ 0 h 218"/>
                <a:gd name="T2" fmla="*/ 81 w 22"/>
                <a:gd name="T3" fmla="*/ 871 h 218"/>
                <a:gd name="T4" fmla="*/ 0 w 22"/>
                <a:gd name="T5" fmla="*/ 0 h 2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218">
                  <a:moveTo>
                    <a:pt x="0" y="0"/>
                  </a:moveTo>
                  <a:cubicBezTo>
                    <a:pt x="0" y="41"/>
                    <a:pt x="10" y="145"/>
                    <a:pt x="20" y="218"/>
                  </a:cubicBezTo>
                  <a:cubicBezTo>
                    <a:pt x="22" y="174"/>
                    <a:pt x="13" y="39"/>
                    <a:pt x="0" y="0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610" name="Freeform 47">
              <a:extLst>
                <a:ext uri="{FF2B5EF4-FFF2-40B4-BE49-F238E27FC236}">
                  <a16:creationId xmlns:a16="http://schemas.microsoft.com/office/drawing/2014/main" id="{808CAB35-77D7-45B9-85BD-C271EDDC6C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9" y="2443"/>
              <a:ext cx="59" cy="115"/>
            </a:xfrm>
            <a:custGeom>
              <a:avLst/>
              <a:gdLst>
                <a:gd name="T0" fmla="*/ 97 w 37"/>
                <a:gd name="T1" fmla="*/ 16 h 72"/>
                <a:gd name="T2" fmla="*/ 110 w 37"/>
                <a:gd name="T3" fmla="*/ 107 h 72"/>
                <a:gd name="T4" fmla="*/ 110 w 37"/>
                <a:gd name="T5" fmla="*/ 187 h 72"/>
                <a:gd name="T6" fmla="*/ 77 w 37"/>
                <a:gd name="T7" fmla="*/ 257 h 72"/>
                <a:gd name="T8" fmla="*/ 0 w 37"/>
                <a:gd name="T9" fmla="*/ 286 h 72"/>
                <a:gd name="T10" fmla="*/ 77 w 37"/>
                <a:gd name="T11" fmla="*/ 286 h 72"/>
                <a:gd name="T12" fmla="*/ 142 w 37"/>
                <a:gd name="T13" fmla="*/ 192 h 72"/>
                <a:gd name="T14" fmla="*/ 104 w 37"/>
                <a:gd name="T15" fmla="*/ 0 h 7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7" h="72">
                  <a:moveTo>
                    <a:pt x="24" y="4"/>
                  </a:moveTo>
                  <a:cubicBezTo>
                    <a:pt x="24" y="12"/>
                    <a:pt x="26" y="19"/>
                    <a:pt x="27" y="26"/>
                  </a:cubicBezTo>
                  <a:cubicBezTo>
                    <a:pt x="28" y="33"/>
                    <a:pt x="28" y="39"/>
                    <a:pt x="27" y="46"/>
                  </a:cubicBezTo>
                  <a:cubicBezTo>
                    <a:pt x="26" y="52"/>
                    <a:pt x="24" y="59"/>
                    <a:pt x="19" y="63"/>
                  </a:cubicBezTo>
                  <a:cubicBezTo>
                    <a:pt x="13" y="68"/>
                    <a:pt x="7" y="68"/>
                    <a:pt x="0" y="70"/>
                  </a:cubicBezTo>
                  <a:cubicBezTo>
                    <a:pt x="6" y="72"/>
                    <a:pt x="14" y="71"/>
                    <a:pt x="19" y="70"/>
                  </a:cubicBezTo>
                  <a:cubicBezTo>
                    <a:pt x="27" y="67"/>
                    <a:pt x="34" y="56"/>
                    <a:pt x="35" y="47"/>
                  </a:cubicBezTo>
                  <a:cubicBezTo>
                    <a:pt x="37" y="30"/>
                    <a:pt x="29" y="16"/>
                    <a:pt x="26" y="0"/>
                  </a:cubicBezTo>
                </a:path>
              </a:pathLst>
            </a:custGeom>
            <a:solidFill>
              <a:srgbClr val="EFCA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611" name="Freeform 48">
              <a:extLst>
                <a:ext uri="{FF2B5EF4-FFF2-40B4-BE49-F238E27FC236}">
                  <a16:creationId xmlns:a16="http://schemas.microsoft.com/office/drawing/2014/main" id="{0A9F4B10-0EAE-40E0-B0D8-1395B5F6A0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3" y="1551"/>
              <a:ext cx="36" cy="40"/>
            </a:xfrm>
            <a:custGeom>
              <a:avLst/>
              <a:gdLst>
                <a:gd name="T0" fmla="*/ 22 w 23"/>
                <a:gd name="T1" fmla="*/ 13 h 25"/>
                <a:gd name="T2" fmla="*/ 53 w 23"/>
                <a:gd name="T3" fmla="*/ 90 h 25"/>
                <a:gd name="T4" fmla="*/ 83 w 23"/>
                <a:gd name="T5" fmla="*/ 48 h 25"/>
                <a:gd name="T6" fmla="*/ 47 w 23"/>
                <a:gd name="T7" fmla="*/ 0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25">
                  <a:moveTo>
                    <a:pt x="6" y="3"/>
                  </a:moveTo>
                  <a:cubicBezTo>
                    <a:pt x="0" y="11"/>
                    <a:pt x="3" y="25"/>
                    <a:pt x="14" y="22"/>
                  </a:cubicBezTo>
                  <a:cubicBezTo>
                    <a:pt x="18" y="21"/>
                    <a:pt x="21" y="17"/>
                    <a:pt x="22" y="12"/>
                  </a:cubicBezTo>
                  <a:cubicBezTo>
                    <a:pt x="23" y="5"/>
                    <a:pt x="18" y="2"/>
                    <a:pt x="12" y="0"/>
                  </a:cubicBezTo>
                </a:path>
              </a:pathLst>
            </a:custGeom>
            <a:solidFill>
              <a:srgbClr val="EFCA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612" name="Freeform 49">
              <a:extLst>
                <a:ext uri="{FF2B5EF4-FFF2-40B4-BE49-F238E27FC236}">
                  <a16:creationId xmlns:a16="http://schemas.microsoft.com/office/drawing/2014/main" id="{08E4E2B0-89F0-44D8-9824-4AABE5F4CE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3" y="1551"/>
              <a:ext cx="53" cy="54"/>
            </a:xfrm>
            <a:custGeom>
              <a:avLst/>
              <a:gdLst>
                <a:gd name="T0" fmla="*/ 67 w 33"/>
                <a:gd name="T1" fmla="*/ 0 h 34"/>
                <a:gd name="T2" fmla="*/ 26 w 33"/>
                <a:gd name="T3" fmla="*/ 81 h 34"/>
                <a:gd name="T4" fmla="*/ 108 w 33"/>
                <a:gd name="T5" fmla="*/ 13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34">
                  <a:moveTo>
                    <a:pt x="16" y="0"/>
                  </a:moveTo>
                  <a:cubicBezTo>
                    <a:pt x="7" y="0"/>
                    <a:pt x="0" y="10"/>
                    <a:pt x="6" y="20"/>
                  </a:cubicBezTo>
                  <a:cubicBezTo>
                    <a:pt x="15" y="34"/>
                    <a:pt x="33" y="17"/>
                    <a:pt x="26" y="3"/>
                  </a:cubicBezTo>
                </a:path>
              </a:pathLst>
            </a:custGeom>
            <a:solidFill>
              <a:srgbClr val="EFCA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613" name="Freeform 50">
              <a:extLst>
                <a:ext uri="{FF2B5EF4-FFF2-40B4-BE49-F238E27FC236}">
                  <a16:creationId xmlns:a16="http://schemas.microsoft.com/office/drawing/2014/main" id="{E6B33773-38BE-42FB-A3D6-2789369883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2" y="2114"/>
              <a:ext cx="13" cy="21"/>
            </a:xfrm>
            <a:custGeom>
              <a:avLst/>
              <a:gdLst>
                <a:gd name="T0" fmla="*/ 0 w 8"/>
                <a:gd name="T1" fmla="*/ 0 h 13"/>
                <a:gd name="T2" fmla="*/ 34 w 8"/>
                <a:gd name="T3" fmla="*/ 55 h 13"/>
                <a:gd name="T4" fmla="*/ 8 w 8"/>
                <a:gd name="T5" fmla="*/ 0 h 13"/>
                <a:gd name="T6" fmla="*/ 0 w 8"/>
                <a:gd name="T7" fmla="*/ 0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13">
                  <a:moveTo>
                    <a:pt x="0" y="0"/>
                  </a:moveTo>
                  <a:cubicBezTo>
                    <a:pt x="2" y="4"/>
                    <a:pt x="5" y="10"/>
                    <a:pt x="8" y="13"/>
                  </a:cubicBezTo>
                  <a:cubicBezTo>
                    <a:pt x="5" y="10"/>
                    <a:pt x="3" y="3"/>
                    <a:pt x="2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614" name="Freeform 51">
              <a:extLst>
                <a:ext uri="{FF2B5EF4-FFF2-40B4-BE49-F238E27FC236}">
                  <a16:creationId xmlns:a16="http://schemas.microsoft.com/office/drawing/2014/main" id="{0119E06F-0BCE-486F-96F5-D61062239C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9" y="1523"/>
              <a:ext cx="5" cy="172"/>
            </a:xfrm>
            <a:custGeom>
              <a:avLst/>
              <a:gdLst>
                <a:gd name="T0" fmla="*/ 0 w 3"/>
                <a:gd name="T1" fmla="*/ 436 h 108"/>
                <a:gd name="T2" fmla="*/ 0 w 3"/>
                <a:gd name="T3" fmla="*/ 432 h 108"/>
                <a:gd name="T4" fmla="*/ 0 w 3"/>
                <a:gd name="T5" fmla="*/ 0 h 10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108">
                  <a:moveTo>
                    <a:pt x="0" y="108"/>
                  </a:moveTo>
                  <a:cubicBezTo>
                    <a:pt x="0" y="107"/>
                    <a:pt x="0" y="107"/>
                    <a:pt x="0" y="107"/>
                  </a:cubicBezTo>
                  <a:cubicBezTo>
                    <a:pt x="2" y="71"/>
                    <a:pt x="3" y="7"/>
                    <a:pt x="0" y="0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615" name="Freeform 52">
              <a:extLst>
                <a:ext uri="{FF2B5EF4-FFF2-40B4-BE49-F238E27FC236}">
                  <a16:creationId xmlns:a16="http://schemas.microsoft.com/office/drawing/2014/main" id="{E4D1AA7D-8325-489E-B1E5-C7FDCF8916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1" y="1561"/>
              <a:ext cx="2" cy="5"/>
            </a:xfrm>
            <a:custGeom>
              <a:avLst/>
              <a:gdLst>
                <a:gd name="T0" fmla="*/ 0 w 1"/>
                <a:gd name="T1" fmla="*/ 13 h 3"/>
                <a:gd name="T2" fmla="*/ 8 w 1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cubicBezTo>
                    <a:pt x="0" y="2"/>
                    <a:pt x="0" y="1"/>
                    <a:pt x="1" y="0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616" name="Freeform 53">
              <a:extLst>
                <a:ext uri="{FF2B5EF4-FFF2-40B4-BE49-F238E27FC236}">
                  <a16:creationId xmlns:a16="http://schemas.microsoft.com/office/drawing/2014/main" id="{13EA7CA5-2C5C-459F-8A56-134DBEF9880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1" y="1551"/>
              <a:ext cx="34" cy="39"/>
            </a:xfrm>
            <a:custGeom>
              <a:avLst/>
              <a:gdLst>
                <a:gd name="T0" fmla="*/ 42 w 21"/>
                <a:gd name="T1" fmla="*/ 0 h 24"/>
                <a:gd name="T2" fmla="*/ 89 w 21"/>
                <a:gd name="T3" fmla="*/ 54 h 24"/>
                <a:gd name="T4" fmla="*/ 42 w 21"/>
                <a:gd name="T5" fmla="*/ 102 h 24"/>
                <a:gd name="T6" fmla="*/ 0 w 21"/>
                <a:gd name="T7" fmla="*/ 75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24">
                  <a:moveTo>
                    <a:pt x="10" y="0"/>
                  </a:moveTo>
                  <a:cubicBezTo>
                    <a:pt x="16" y="0"/>
                    <a:pt x="21" y="6"/>
                    <a:pt x="21" y="12"/>
                  </a:cubicBezTo>
                  <a:cubicBezTo>
                    <a:pt x="21" y="19"/>
                    <a:pt x="16" y="24"/>
                    <a:pt x="10" y="24"/>
                  </a:cubicBezTo>
                  <a:cubicBezTo>
                    <a:pt x="6" y="24"/>
                    <a:pt x="2" y="22"/>
                    <a:pt x="0" y="17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617" name="Oval 54">
              <a:extLst>
                <a:ext uri="{FF2B5EF4-FFF2-40B4-BE49-F238E27FC236}">
                  <a16:creationId xmlns:a16="http://schemas.microsoft.com/office/drawing/2014/main" id="{308B1382-F477-4012-B01D-CBDFEAED58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82" y="1566"/>
              <a:ext cx="10" cy="11"/>
            </a:xfrm>
            <a:prstGeom prst="ellipse">
              <a:avLst/>
            </a:prstGeom>
            <a:noFill/>
            <a:ln w="4763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618" name="Freeform 55">
              <a:extLst>
                <a:ext uri="{FF2B5EF4-FFF2-40B4-BE49-F238E27FC236}">
                  <a16:creationId xmlns:a16="http://schemas.microsoft.com/office/drawing/2014/main" id="{02022379-E4A1-4DBD-9D5A-11C9240485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3" y="1284"/>
              <a:ext cx="154" cy="19"/>
            </a:xfrm>
            <a:custGeom>
              <a:avLst/>
              <a:gdLst>
                <a:gd name="T0" fmla="*/ 0 w 97"/>
                <a:gd name="T1" fmla="*/ 5 h 12"/>
                <a:gd name="T2" fmla="*/ 35 w 97"/>
                <a:gd name="T3" fmla="*/ 8 h 12"/>
                <a:gd name="T4" fmla="*/ 76 w 97"/>
                <a:gd name="T5" fmla="*/ 13 h 12"/>
                <a:gd name="T6" fmla="*/ 211 w 97"/>
                <a:gd name="T7" fmla="*/ 33 h 12"/>
                <a:gd name="T8" fmla="*/ 260 w 97"/>
                <a:gd name="T9" fmla="*/ 40 h 12"/>
                <a:gd name="T10" fmla="*/ 387 w 97"/>
                <a:gd name="T11" fmla="*/ 40 h 12"/>
                <a:gd name="T12" fmla="*/ 260 w 97"/>
                <a:gd name="T13" fmla="*/ 33 h 12"/>
                <a:gd name="T14" fmla="*/ 211 w 97"/>
                <a:gd name="T15" fmla="*/ 25 h 12"/>
                <a:gd name="T16" fmla="*/ 76 w 97"/>
                <a:gd name="T17" fmla="*/ 5 h 12"/>
                <a:gd name="T18" fmla="*/ 35 w 97"/>
                <a:gd name="T19" fmla="*/ 0 h 12"/>
                <a:gd name="T20" fmla="*/ 0 w 97"/>
                <a:gd name="T21" fmla="*/ 5 h 1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7" h="12">
                  <a:moveTo>
                    <a:pt x="0" y="1"/>
                  </a:moveTo>
                  <a:cubicBezTo>
                    <a:pt x="9" y="2"/>
                    <a:pt x="9" y="2"/>
                    <a:pt x="9" y="2"/>
                  </a:cubicBezTo>
                  <a:cubicBezTo>
                    <a:pt x="13" y="3"/>
                    <a:pt x="19" y="3"/>
                    <a:pt x="19" y="3"/>
                  </a:cubicBezTo>
                  <a:cubicBezTo>
                    <a:pt x="30" y="4"/>
                    <a:pt x="43" y="6"/>
                    <a:pt x="53" y="8"/>
                  </a:cubicBezTo>
                  <a:cubicBezTo>
                    <a:pt x="65" y="10"/>
                    <a:pt x="65" y="10"/>
                    <a:pt x="65" y="10"/>
                  </a:cubicBezTo>
                  <a:cubicBezTo>
                    <a:pt x="76" y="12"/>
                    <a:pt x="90" y="11"/>
                    <a:pt x="97" y="10"/>
                  </a:cubicBezTo>
                  <a:cubicBezTo>
                    <a:pt x="90" y="11"/>
                    <a:pt x="76" y="10"/>
                    <a:pt x="65" y="8"/>
                  </a:cubicBezTo>
                  <a:cubicBezTo>
                    <a:pt x="53" y="6"/>
                    <a:pt x="53" y="6"/>
                    <a:pt x="53" y="6"/>
                  </a:cubicBezTo>
                  <a:cubicBezTo>
                    <a:pt x="43" y="4"/>
                    <a:pt x="31" y="2"/>
                    <a:pt x="19" y="1"/>
                  </a:cubicBezTo>
                  <a:cubicBezTo>
                    <a:pt x="19" y="1"/>
                    <a:pt x="13" y="1"/>
                    <a:pt x="9" y="0"/>
                  </a:cubicBezTo>
                  <a:cubicBezTo>
                    <a:pt x="9" y="0"/>
                    <a:pt x="0" y="1"/>
                    <a:pt x="0" y="1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619" name="Freeform 56">
              <a:extLst>
                <a:ext uri="{FF2B5EF4-FFF2-40B4-BE49-F238E27FC236}">
                  <a16:creationId xmlns:a16="http://schemas.microsoft.com/office/drawing/2014/main" id="{A3BBE5C3-9EAA-400F-ABD5-6AE76E64A03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9" y="1221"/>
              <a:ext cx="74" cy="79"/>
            </a:xfrm>
            <a:custGeom>
              <a:avLst/>
              <a:gdLst>
                <a:gd name="T0" fmla="*/ 97 w 46"/>
                <a:gd name="T1" fmla="*/ 185 h 50"/>
                <a:gd name="T2" fmla="*/ 82 w 46"/>
                <a:gd name="T3" fmla="*/ 190 h 50"/>
                <a:gd name="T4" fmla="*/ 69 w 46"/>
                <a:gd name="T5" fmla="*/ 185 h 50"/>
                <a:gd name="T6" fmla="*/ 0 w 46"/>
                <a:gd name="T7" fmla="*/ 87 h 50"/>
                <a:gd name="T8" fmla="*/ 69 w 46"/>
                <a:gd name="T9" fmla="*/ 193 h 50"/>
                <a:gd name="T10" fmla="*/ 82 w 46"/>
                <a:gd name="T11" fmla="*/ 198 h 50"/>
                <a:gd name="T12" fmla="*/ 97 w 46"/>
                <a:gd name="T13" fmla="*/ 193 h 50"/>
                <a:gd name="T14" fmla="*/ 191 w 46"/>
                <a:gd name="T15" fmla="*/ 0 h 50"/>
                <a:gd name="T16" fmla="*/ 97 w 46"/>
                <a:gd name="T17" fmla="*/ 185 h 5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6" h="50">
                  <a:moveTo>
                    <a:pt x="23" y="47"/>
                  </a:moveTo>
                  <a:cubicBezTo>
                    <a:pt x="20" y="48"/>
                    <a:pt x="20" y="48"/>
                    <a:pt x="20" y="48"/>
                  </a:cubicBezTo>
                  <a:cubicBezTo>
                    <a:pt x="17" y="47"/>
                    <a:pt x="17" y="47"/>
                    <a:pt x="17" y="47"/>
                  </a:cubicBezTo>
                  <a:cubicBezTo>
                    <a:pt x="13" y="47"/>
                    <a:pt x="6" y="37"/>
                    <a:pt x="0" y="22"/>
                  </a:cubicBezTo>
                  <a:cubicBezTo>
                    <a:pt x="3" y="28"/>
                    <a:pt x="10" y="48"/>
                    <a:pt x="17" y="49"/>
                  </a:cubicBezTo>
                  <a:cubicBezTo>
                    <a:pt x="20" y="50"/>
                    <a:pt x="20" y="50"/>
                    <a:pt x="20" y="50"/>
                  </a:cubicBezTo>
                  <a:cubicBezTo>
                    <a:pt x="23" y="49"/>
                    <a:pt x="23" y="49"/>
                    <a:pt x="23" y="49"/>
                  </a:cubicBezTo>
                  <a:cubicBezTo>
                    <a:pt x="32" y="48"/>
                    <a:pt x="42" y="19"/>
                    <a:pt x="46" y="0"/>
                  </a:cubicBezTo>
                  <a:cubicBezTo>
                    <a:pt x="42" y="20"/>
                    <a:pt x="30" y="46"/>
                    <a:pt x="23" y="47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620" name="Freeform 57">
              <a:extLst>
                <a:ext uri="{FF2B5EF4-FFF2-40B4-BE49-F238E27FC236}">
                  <a16:creationId xmlns:a16="http://schemas.microsoft.com/office/drawing/2014/main" id="{D0EA1D2B-844C-4197-BA81-8F4B4649E6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2" y="2162"/>
              <a:ext cx="42" cy="17"/>
            </a:xfrm>
            <a:custGeom>
              <a:avLst/>
              <a:gdLst>
                <a:gd name="T0" fmla="*/ 0 w 26"/>
                <a:gd name="T1" fmla="*/ 36 h 11"/>
                <a:gd name="T2" fmla="*/ 55 w 26"/>
                <a:gd name="T3" fmla="*/ 0 h 11"/>
                <a:gd name="T4" fmla="*/ 110 w 26"/>
                <a:gd name="T5" fmla="*/ 4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11">
                  <a:moveTo>
                    <a:pt x="0" y="10"/>
                  </a:moveTo>
                  <a:cubicBezTo>
                    <a:pt x="6" y="2"/>
                    <a:pt x="7" y="0"/>
                    <a:pt x="13" y="0"/>
                  </a:cubicBezTo>
                  <a:cubicBezTo>
                    <a:pt x="18" y="0"/>
                    <a:pt x="20" y="2"/>
                    <a:pt x="26" y="11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621" name="Freeform 58">
              <a:extLst>
                <a:ext uri="{FF2B5EF4-FFF2-40B4-BE49-F238E27FC236}">
                  <a16:creationId xmlns:a16="http://schemas.microsoft.com/office/drawing/2014/main" id="{2F7CCB3B-A25B-401A-8ECF-63623B3B85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0" y="2171"/>
              <a:ext cx="26" cy="15"/>
            </a:xfrm>
            <a:custGeom>
              <a:avLst/>
              <a:gdLst>
                <a:gd name="T0" fmla="*/ 0 w 16"/>
                <a:gd name="T1" fmla="*/ 0 h 9"/>
                <a:gd name="T2" fmla="*/ 68 w 16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9">
                  <a:moveTo>
                    <a:pt x="0" y="0"/>
                  </a:moveTo>
                  <a:cubicBezTo>
                    <a:pt x="2" y="9"/>
                    <a:pt x="14" y="9"/>
                    <a:pt x="16" y="0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622" name="Freeform 59">
              <a:extLst>
                <a:ext uri="{FF2B5EF4-FFF2-40B4-BE49-F238E27FC236}">
                  <a16:creationId xmlns:a16="http://schemas.microsoft.com/office/drawing/2014/main" id="{3AA547F2-0203-48DA-BCAB-119D4B83FA4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2" y="2527"/>
              <a:ext cx="8" cy="137"/>
            </a:xfrm>
            <a:custGeom>
              <a:avLst/>
              <a:gdLst>
                <a:gd name="T0" fmla="*/ 0 w 5"/>
                <a:gd name="T1" fmla="*/ 0 h 86"/>
                <a:gd name="T2" fmla="*/ 5 w 5"/>
                <a:gd name="T3" fmla="*/ 145 h 86"/>
                <a:gd name="T4" fmla="*/ 16 w 5"/>
                <a:gd name="T5" fmla="*/ 347 h 8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86">
                  <a:moveTo>
                    <a:pt x="0" y="0"/>
                  </a:moveTo>
                  <a:cubicBezTo>
                    <a:pt x="0" y="11"/>
                    <a:pt x="2" y="30"/>
                    <a:pt x="1" y="36"/>
                  </a:cubicBezTo>
                  <a:cubicBezTo>
                    <a:pt x="1" y="44"/>
                    <a:pt x="5" y="79"/>
                    <a:pt x="4" y="86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623" name="Freeform 60">
              <a:extLst>
                <a:ext uri="{FF2B5EF4-FFF2-40B4-BE49-F238E27FC236}">
                  <a16:creationId xmlns:a16="http://schemas.microsoft.com/office/drawing/2014/main" id="{F3C235A0-E57E-4014-B5DA-77B3EFAC121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3" y="2535"/>
              <a:ext cx="4" cy="123"/>
            </a:xfrm>
            <a:custGeom>
              <a:avLst/>
              <a:gdLst>
                <a:gd name="T0" fmla="*/ 5 w 3"/>
                <a:gd name="T1" fmla="*/ 0 h 77"/>
                <a:gd name="T2" fmla="*/ 1 w 3"/>
                <a:gd name="T3" fmla="*/ 110 h 77"/>
                <a:gd name="T4" fmla="*/ 5 w 3"/>
                <a:gd name="T5" fmla="*/ 313 h 7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77">
                  <a:moveTo>
                    <a:pt x="2" y="0"/>
                  </a:moveTo>
                  <a:cubicBezTo>
                    <a:pt x="2" y="8"/>
                    <a:pt x="1" y="19"/>
                    <a:pt x="1" y="27"/>
                  </a:cubicBezTo>
                  <a:cubicBezTo>
                    <a:pt x="0" y="38"/>
                    <a:pt x="3" y="72"/>
                    <a:pt x="2" y="77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624" name="Freeform 61">
              <a:extLst>
                <a:ext uri="{FF2B5EF4-FFF2-40B4-BE49-F238E27FC236}">
                  <a16:creationId xmlns:a16="http://schemas.microsoft.com/office/drawing/2014/main" id="{21F75561-065F-400C-AD18-50016D3748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3" y="2523"/>
              <a:ext cx="8" cy="117"/>
            </a:xfrm>
            <a:custGeom>
              <a:avLst/>
              <a:gdLst>
                <a:gd name="T0" fmla="*/ 13 w 5"/>
                <a:gd name="T1" fmla="*/ 0 h 74"/>
                <a:gd name="T2" fmla="*/ 13 w 5"/>
                <a:gd name="T3" fmla="*/ 87 h 74"/>
                <a:gd name="T4" fmla="*/ 0 w 5"/>
                <a:gd name="T5" fmla="*/ 293 h 7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74">
                  <a:moveTo>
                    <a:pt x="3" y="0"/>
                  </a:moveTo>
                  <a:cubicBezTo>
                    <a:pt x="4" y="7"/>
                    <a:pt x="5" y="13"/>
                    <a:pt x="3" y="22"/>
                  </a:cubicBezTo>
                  <a:cubicBezTo>
                    <a:pt x="1" y="34"/>
                    <a:pt x="0" y="74"/>
                    <a:pt x="0" y="74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625" name="Freeform 62">
              <a:extLst>
                <a:ext uri="{FF2B5EF4-FFF2-40B4-BE49-F238E27FC236}">
                  <a16:creationId xmlns:a16="http://schemas.microsoft.com/office/drawing/2014/main" id="{B01B6D7D-4490-4E11-A42E-62F43E0543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5" y="2481"/>
              <a:ext cx="8" cy="10"/>
            </a:xfrm>
            <a:custGeom>
              <a:avLst/>
              <a:gdLst>
                <a:gd name="T0" fmla="*/ 21 w 5"/>
                <a:gd name="T1" fmla="*/ 0 h 6"/>
                <a:gd name="T2" fmla="*/ 0 w 5"/>
                <a:gd name="T3" fmla="*/ 28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6">
                  <a:moveTo>
                    <a:pt x="5" y="0"/>
                  </a:moveTo>
                  <a:cubicBezTo>
                    <a:pt x="3" y="2"/>
                    <a:pt x="2" y="4"/>
                    <a:pt x="0" y="6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626" name="Freeform 63">
              <a:extLst>
                <a:ext uri="{FF2B5EF4-FFF2-40B4-BE49-F238E27FC236}">
                  <a16:creationId xmlns:a16="http://schemas.microsoft.com/office/drawing/2014/main" id="{3EFEDEA0-3D9F-4049-89A9-770127C735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1" y="3995"/>
              <a:ext cx="35" cy="20"/>
            </a:xfrm>
            <a:custGeom>
              <a:avLst/>
              <a:gdLst>
                <a:gd name="T0" fmla="*/ 0 w 22"/>
                <a:gd name="T1" fmla="*/ 34 h 13"/>
                <a:gd name="T2" fmla="*/ 73 w 22"/>
                <a:gd name="T3" fmla="*/ 40 h 13"/>
                <a:gd name="T4" fmla="*/ 81 w 22"/>
                <a:gd name="T5" fmla="*/ 14 h 13"/>
                <a:gd name="T6" fmla="*/ 21 w 22"/>
                <a:gd name="T7" fmla="*/ 8 h 13"/>
                <a:gd name="T8" fmla="*/ 0 w 22"/>
                <a:gd name="T9" fmla="*/ 34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13">
                  <a:moveTo>
                    <a:pt x="0" y="9"/>
                  </a:moveTo>
                  <a:cubicBezTo>
                    <a:pt x="3" y="6"/>
                    <a:pt x="16" y="8"/>
                    <a:pt x="18" y="11"/>
                  </a:cubicBezTo>
                  <a:cubicBezTo>
                    <a:pt x="20" y="13"/>
                    <a:pt x="22" y="6"/>
                    <a:pt x="20" y="4"/>
                  </a:cubicBezTo>
                  <a:cubicBezTo>
                    <a:pt x="17" y="1"/>
                    <a:pt x="9" y="0"/>
                    <a:pt x="5" y="2"/>
                  </a:cubicBezTo>
                  <a:cubicBezTo>
                    <a:pt x="1" y="3"/>
                    <a:pt x="0" y="9"/>
                    <a:pt x="0" y="9"/>
                  </a:cubicBezTo>
                  <a:close/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627" name="Freeform 64">
              <a:extLst>
                <a:ext uri="{FF2B5EF4-FFF2-40B4-BE49-F238E27FC236}">
                  <a16:creationId xmlns:a16="http://schemas.microsoft.com/office/drawing/2014/main" id="{8EC5E82B-A833-4266-A593-F3C8226BA3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7" y="3974"/>
              <a:ext cx="27" cy="59"/>
            </a:xfrm>
            <a:custGeom>
              <a:avLst/>
              <a:gdLst>
                <a:gd name="T0" fmla="*/ 68 w 17"/>
                <a:gd name="T1" fmla="*/ 0 h 37"/>
                <a:gd name="T2" fmla="*/ 16 w 17"/>
                <a:gd name="T3" fmla="*/ 77 h 37"/>
                <a:gd name="T4" fmla="*/ 8 w 17"/>
                <a:gd name="T5" fmla="*/ 150 h 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37">
                  <a:moveTo>
                    <a:pt x="17" y="0"/>
                  </a:moveTo>
                  <a:cubicBezTo>
                    <a:pt x="14" y="7"/>
                    <a:pt x="6" y="11"/>
                    <a:pt x="4" y="19"/>
                  </a:cubicBezTo>
                  <a:cubicBezTo>
                    <a:pt x="2" y="25"/>
                    <a:pt x="0" y="32"/>
                    <a:pt x="2" y="37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628" name="Freeform 65">
              <a:extLst>
                <a:ext uri="{FF2B5EF4-FFF2-40B4-BE49-F238E27FC236}">
                  <a16:creationId xmlns:a16="http://schemas.microsoft.com/office/drawing/2014/main" id="{D1161056-63CC-45FF-A1E3-28EA142490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9" y="3961"/>
              <a:ext cx="32" cy="72"/>
            </a:xfrm>
            <a:custGeom>
              <a:avLst/>
              <a:gdLst>
                <a:gd name="T0" fmla="*/ 82 w 20"/>
                <a:gd name="T1" fmla="*/ 0 h 45"/>
                <a:gd name="T2" fmla="*/ 54 w 20"/>
                <a:gd name="T3" fmla="*/ 48 h 45"/>
                <a:gd name="T4" fmla="*/ 26 w 20"/>
                <a:gd name="T5" fmla="*/ 110 h 45"/>
                <a:gd name="T6" fmla="*/ 26 w 20"/>
                <a:gd name="T7" fmla="*/ 184 h 4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45">
                  <a:moveTo>
                    <a:pt x="20" y="0"/>
                  </a:moveTo>
                  <a:cubicBezTo>
                    <a:pt x="15" y="4"/>
                    <a:pt x="15" y="5"/>
                    <a:pt x="13" y="12"/>
                  </a:cubicBezTo>
                  <a:cubicBezTo>
                    <a:pt x="11" y="19"/>
                    <a:pt x="8" y="23"/>
                    <a:pt x="6" y="27"/>
                  </a:cubicBezTo>
                  <a:cubicBezTo>
                    <a:pt x="4" y="31"/>
                    <a:pt x="0" y="39"/>
                    <a:pt x="6" y="45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629" name="Freeform 66">
              <a:extLst>
                <a:ext uri="{FF2B5EF4-FFF2-40B4-BE49-F238E27FC236}">
                  <a16:creationId xmlns:a16="http://schemas.microsoft.com/office/drawing/2014/main" id="{B09B6726-8ED6-4149-B7E9-11173DFF6D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1" y="3955"/>
              <a:ext cx="38" cy="64"/>
            </a:xfrm>
            <a:custGeom>
              <a:avLst/>
              <a:gdLst>
                <a:gd name="T0" fmla="*/ 95 w 24"/>
                <a:gd name="T1" fmla="*/ 0 h 40"/>
                <a:gd name="T2" fmla="*/ 40 w 24"/>
                <a:gd name="T3" fmla="*/ 67 h 40"/>
                <a:gd name="T4" fmla="*/ 13 w 24"/>
                <a:gd name="T5" fmla="*/ 128 h 40"/>
                <a:gd name="T6" fmla="*/ 5 w 24"/>
                <a:gd name="T7" fmla="*/ 163 h 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40">
                  <a:moveTo>
                    <a:pt x="24" y="0"/>
                  </a:moveTo>
                  <a:cubicBezTo>
                    <a:pt x="19" y="3"/>
                    <a:pt x="12" y="10"/>
                    <a:pt x="10" y="16"/>
                  </a:cubicBezTo>
                  <a:cubicBezTo>
                    <a:pt x="7" y="21"/>
                    <a:pt x="6" y="25"/>
                    <a:pt x="3" y="31"/>
                  </a:cubicBezTo>
                  <a:cubicBezTo>
                    <a:pt x="1" y="34"/>
                    <a:pt x="0" y="37"/>
                    <a:pt x="1" y="40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630" name="Freeform 67">
              <a:extLst>
                <a:ext uri="{FF2B5EF4-FFF2-40B4-BE49-F238E27FC236}">
                  <a16:creationId xmlns:a16="http://schemas.microsoft.com/office/drawing/2014/main" id="{33F0221E-1EBA-48C4-874B-A32F32223D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0" y="3947"/>
              <a:ext cx="43" cy="56"/>
            </a:xfrm>
            <a:custGeom>
              <a:avLst/>
              <a:gdLst>
                <a:gd name="T0" fmla="*/ 108 w 27"/>
                <a:gd name="T1" fmla="*/ 0 h 35"/>
                <a:gd name="T2" fmla="*/ 53 w 27"/>
                <a:gd name="T3" fmla="*/ 46 h 35"/>
                <a:gd name="T4" fmla="*/ 5 w 27"/>
                <a:gd name="T5" fmla="*/ 115 h 35"/>
                <a:gd name="T6" fmla="*/ 0 w 27"/>
                <a:gd name="T7" fmla="*/ 144 h 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35">
                  <a:moveTo>
                    <a:pt x="27" y="0"/>
                  </a:moveTo>
                  <a:cubicBezTo>
                    <a:pt x="22" y="3"/>
                    <a:pt x="17" y="7"/>
                    <a:pt x="13" y="11"/>
                  </a:cubicBezTo>
                  <a:cubicBezTo>
                    <a:pt x="10" y="16"/>
                    <a:pt x="3" y="19"/>
                    <a:pt x="1" y="28"/>
                  </a:cubicBezTo>
                  <a:cubicBezTo>
                    <a:pt x="1" y="31"/>
                    <a:pt x="0" y="33"/>
                    <a:pt x="0" y="35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631" name="Freeform 68">
              <a:extLst>
                <a:ext uri="{FF2B5EF4-FFF2-40B4-BE49-F238E27FC236}">
                  <a16:creationId xmlns:a16="http://schemas.microsoft.com/office/drawing/2014/main" id="{FE79D0CE-EE09-4C15-B098-F55BA95084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5" y="4011"/>
              <a:ext cx="24" cy="16"/>
            </a:xfrm>
            <a:custGeom>
              <a:avLst/>
              <a:gdLst>
                <a:gd name="T0" fmla="*/ 5 w 15"/>
                <a:gd name="T1" fmla="*/ 35 h 10"/>
                <a:gd name="T2" fmla="*/ 56 w 15"/>
                <a:gd name="T3" fmla="*/ 35 h 10"/>
                <a:gd name="T4" fmla="*/ 34 w 15"/>
                <a:gd name="T5" fmla="*/ 0 h 10"/>
                <a:gd name="T6" fmla="*/ 5 w 15"/>
                <a:gd name="T7" fmla="*/ 35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0">
                  <a:moveTo>
                    <a:pt x="1" y="9"/>
                  </a:moveTo>
                  <a:cubicBezTo>
                    <a:pt x="6" y="10"/>
                    <a:pt x="12" y="10"/>
                    <a:pt x="14" y="9"/>
                  </a:cubicBezTo>
                  <a:cubicBezTo>
                    <a:pt x="15" y="8"/>
                    <a:pt x="15" y="1"/>
                    <a:pt x="8" y="0"/>
                  </a:cubicBezTo>
                  <a:cubicBezTo>
                    <a:pt x="1" y="0"/>
                    <a:pt x="0" y="8"/>
                    <a:pt x="1" y="9"/>
                  </a:cubicBezTo>
                  <a:close/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632" name="Freeform 69">
              <a:extLst>
                <a:ext uri="{FF2B5EF4-FFF2-40B4-BE49-F238E27FC236}">
                  <a16:creationId xmlns:a16="http://schemas.microsoft.com/office/drawing/2014/main" id="{3D4A223E-CE14-451F-B6F7-E86B2058B1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5" y="4003"/>
              <a:ext cx="23" cy="14"/>
            </a:xfrm>
            <a:custGeom>
              <a:avLst/>
              <a:gdLst>
                <a:gd name="T0" fmla="*/ 5 w 14"/>
                <a:gd name="T1" fmla="*/ 26 h 9"/>
                <a:gd name="T2" fmla="*/ 58 w 14"/>
                <a:gd name="T3" fmla="*/ 30 h 9"/>
                <a:gd name="T4" fmla="*/ 26 w 14"/>
                <a:gd name="T5" fmla="*/ 0 h 9"/>
                <a:gd name="T6" fmla="*/ 5 w 14"/>
                <a:gd name="T7" fmla="*/ 26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9">
                  <a:moveTo>
                    <a:pt x="1" y="7"/>
                  </a:moveTo>
                  <a:cubicBezTo>
                    <a:pt x="5" y="8"/>
                    <a:pt x="12" y="9"/>
                    <a:pt x="13" y="8"/>
                  </a:cubicBezTo>
                  <a:cubicBezTo>
                    <a:pt x="14" y="7"/>
                    <a:pt x="13" y="0"/>
                    <a:pt x="6" y="0"/>
                  </a:cubicBezTo>
                  <a:cubicBezTo>
                    <a:pt x="2" y="0"/>
                    <a:pt x="0" y="6"/>
                    <a:pt x="1" y="7"/>
                  </a:cubicBezTo>
                  <a:close/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633" name="Freeform 70">
              <a:extLst>
                <a:ext uri="{FF2B5EF4-FFF2-40B4-BE49-F238E27FC236}">
                  <a16:creationId xmlns:a16="http://schemas.microsoft.com/office/drawing/2014/main" id="{058E5824-FDCB-4FB2-9401-0FEA0E710A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1" y="3996"/>
              <a:ext cx="23" cy="13"/>
            </a:xfrm>
            <a:custGeom>
              <a:avLst/>
              <a:gdLst>
                <a:gd name="T0" fmla="*/ 5 w 14"/>
                <a:gd name="T1" fmla="*/ 29 h 8"/>
                <a:gd name="T2" fmla="*/ 58 w 14"/>
                <a:gd name="T3" fmla="*/ 29 h 8"/>
                <a:gd name="T4" fmla="*/ 26 w 14"/>
                <a:gd name="T5" fmla="*/ 0 h 8"/>
                <a:gd name="T6" fmla="*/ 5 w 14"/>
                <a:gd name="T7" fmla="*/ 29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8">
                  <a:moveTo>
                    <a:pt x="1" y="7"/>
                  </a:moveTo>
                  <a:cubicBezTo>
                    <a:pt x="5" y="6"/>
                    <a:pt x="11" y="8"/>
                    <a:pt x="13" y="7"/>
                  </a:cubicBezTo>
                  <a:cubicBezTo>
                    <a:pt x="14" y="6"/>
                    <a:pt x="13" y="0"/>
                    <a:pt x="6" y="0"/>
                  </a:cubicBezTo>
                  <a:cubicBezTo>
                    <a:pt x="2" y="0"/>
                    <a:pt x="0" y="6"/>
                    <a:pt x="1" y="7"/>
                  </a:cubicBezTo>
                  <a:close/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634" name="Freeform 71">
              <a:extLst>
                <a:ext uri="{FF2B5EF4-FFF2-40B4-BE49-F238E27FC236}">
                  <a16:creationId xmlns:a16="http://schemas.microsoft.com/office/drawing/2014/main" id="{B7EB58F1-419C-43F0-A0B6-D949945657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0" y="4004"/>
              <a:ext cx="7" cy="21"/>
            </a:xfrm>
            <a:custGeom>
              <a:avLst/>
              <a:gdLst>
                <a:gd name="T0" fmla="*/ 0 w 4"/>
                <a:gd name="T1" fmla="*/ 0 h 13"/>
                <a:gd name="T2" fmla="*/ 0 w 4"/>
                <a:gd name="T3" fmla="*/ 55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3">
                  <a:moveTo>
                    <a:pt x="0" y="0"/>
                  </a:moveTo>
                  <a:cubicBezTo>
                    <a:pt x="2" y="5"/>
                    <a:pt x="4" y="7"/>
                    <a:pt x="0" y="13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635" name="Freeform 72">
              <a:extLst>
                <a:ext uri="{FF2B5EF4-FFF2-40B4-BE49-F238E27FC236}">
                  <a16:creationId xmlns:a16="http://schemas.microsoft.com/office/drawing/2014/main" id="{3C827E19-3761-4261-AA81-1A68A9E732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6" y="3825"/>
              <a:ext cx="3" cy="24"/>
            </a:xfrm>
            <a:custGeom>
              <a:avLst/>
              <a:gdLst>
                <a:gd name="T0" fmla="*/ 8 w 2"/>
                <a:gd name="T1" fmla="*/ 0 h 15"/>
                <a:gd name="T2" fmla="*/ 0 w 2"/>
                <a:gd name="T3" fmla="*/ 61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5">
                  <a:moveTo>
                    <a:pt x="2" y="0"/>
                  </a:moveTo>
                  <a:cubicBezTo>
                    <a:pt x="2" y="3"/>
                    <a:pt x="0" y="15"/>
                    <a:pt x="0" y="15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636" name="Freeform 73">
              <a:extLst>
                <a:ext uri="{FF2B5EF4-FFF2-40B4-BE49-F238E27FC236}">
                  <a16:creationId xmlns:a16="http://schemas.microsoft.com/office/drawing/2014/main" id="{CDA30A6B-CAE9-4967-8D0D-1FB6D8F97C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1" y="3995"/>
              <a:ext cx="37" cy="20"/>
            </a:xfrm>
            <a:custGeom>
              <a:avLst/>
              <a:gdLst>
                <a:gd name="T0" fmla="*/ 97 w 23"/>
                <a:gd name="T1" fmla="*/ 34 h 13"/>
                <a:gd name="T2" fmla="*/ 16 w 23"/>
                <a:gd name="T3" fmla="*/ 40 h 13"/>
                <a:gd name="T4" fmla="*/ 8 w 23"/>
                <a:gd name="T5" fmla="*/ 14 h 13"/>
                <a:gd name="T6" fmla="*/ 76 w 23"/>
                <a:gd name="T7" fmla="*/ 8 h 13"/>
                <a:gd name="T8" fmla="*/ 97 w 23"/>
                <a:gd name="T9" fmla="*/ 34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3">
                  <a:moveTo>
                    <a:pt x="23" y="9"/>
                  </a:moveTo>
                  <a:cubicBezTo>
                    <a:pt x="20" y="6"/>
                    <a:pt x="7" y="8"/>
                    <a:pt x="4" y="11"/>
                  </a:cubicBezTo>
                  <a:cubicBezTo>
                    <a:pt x="2" y="13"/>
                    <a:pt x="0" y="6"/>
                    <a:pt x="2" y="4"/>
                  </a:cubicBezTo>
                  <a:cubicBezTo>
                    <a:pt x="6" y="1"/>
                    <a:pt x="13" y="0"/>
                    <a:pt x="18" y="2"/>
                  </a:cubicBezTo>
                  <a:cubicBezTo>
                    <a:pt x="21" y="3"/>
                    <a:pt x="23" y="9"/>
                    <a:pt x="23" y="9"/>
                  </a:cubicBezTo>
                  <a:close/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637" name="Freeform 74">
              <a:extLst>
                <a:ext uri="{FF2B5EF4-FFF2-40B4-BE49-F238E27FC236}">
                  <a16:creationId xmlns:a16="http://schemas.microsoft.com/office/drawing/2014/main" id="{8875CAC1-B6ED-413A-8585-E32965DCCE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5" y="3974"/>
              <a:ext cx="27" cy="57"/>
            </a:xfrm>
            <a:custGeom>
              <a:avLst/>
              <a:gdLst>
                <a:gd name="T0" fmla="*/ 0 w 17"/>
                <a:gd name="T1" fmla="*/ 0 h 36"/>
                <a:gd name="T2" fmla="*/ 52 w 17"/>
                <a:gd name="T3" fmla="*/ 76 h 36"/>
                <a:gd name="T4" fmla="*/ 56 w 17"/>
                <a:gd name="T5" fmla="*/ 143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36">
                  <a:moveTo>
                    <a:pt x="0" y="0"/>
                  </a:moveTo>
                  <a:cubicBezTo>
                    <a:pt x="2" y="7"/>
                    <a:pt x="10" y="11"/>
                    <a:pt x="13" y="19"/>
                  </a:cubicBezTo>
                  <a:cubicBezTo>
                    <a:pt x="15" y="25"/>
                    <a:pt x="17" y="32"/>
                    <a:pt x="14" y="36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638" name="Freeform 75">
              <a:extLst>
                <a:ext uri="{FF2B5EF4-FFF2-40B4-BE49-F238E27FC236}">
                  <a16:creationId xmlns:a16="http://schemas.microsoft.com/office/drawing/2014/main" id="{ED1070EF-B1C8-4107-BE8E-5BDCF48731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6" y="3961"/>
              <a:ext cx="34" cy="72"/>
            </a:xfrm>
            <a:custGeom>
              <a:avLst/>
              <a:gdLst>
                <a:gd name="T0" fmla="*/ 0 w 21"/>
                <a:gd name="T1" fmla="*/ 0 h 45"/>
                <a:gd name="T2" fmla="*/ 34 w 21"/>
                <a:gd name="T3" fmla="*/ 48 h 45"/>
                <a:gd name="T4" fmla="*/ 63 w 21"/>
                <a:gd name="T5" fmla="*/ 110 h 45"/>
                <a:gd name="T6" fmla="*/ 60 w 21"/>
                <a:gd name="T7" fmla="*/ 184 h 4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45">
                  <a:moveTo>
                    <a:pt x="0" y="0"/>
                  </a:moveTo>
                  <a:cubicBezTo>
                    <a:pt x="5" y="4"/>
                    <a:pt x="6" y="5"/>
                    <a:pt x="8" y="12"/>
                  </a:cubicBezTo>
                  <a:cubicBezTo>
                    <a:pt x="9" y="19"/>
                    <a:pt x="12" y="23"/>
                    <a:pt x="15" y="27"/>
                  </a:cubicBezTo>
                  <a:cubicBezTo>
                    <a:pt x="17" y="31"/>
                    <a:pt x="21" y="39"/>
                    <a:pt x="14" y="45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639" name="Freeform 76">
              <a:extLst>
                <a:ext uri="{FF2B5EF4-FFF2-40B4-BE49-F238E27FC236}">
                  <a16:creationId xmlns:a16="http://schemas.microsoft.com/office/drawing/2014/main" id="{CFA669BB-941A-4324-9F05-D474738EF2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9" y="3955"/>
              <a:ext cx="38" cy="64"/>
            </a:xfrm>
            <a:custGeom>
              <a:avLst/>
              <a:gdLst>
                <a:gd name="T0" fmla="*/ 0 w 24"/>
                <a:gd name="T1" fmla="*/ 0 h 40"/>
                <a:gd name="T2" fmla="*/ 60 w 24"/>
                <a:gd name="T3" fmla="*/ 67 h 40"/>
                <a:gd name="T4" fmla="*/ 87 w 24"/>
                <a:gd name="T5" fmla="*/ 128 h 40"/>
                <a:gd name="T6" fmla="*/ 95 w 24"/>
                <a:gd name="T7" fmla="*/ 163 h 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40">
                  <a:moveTo>
                    <a:pt x="0" y="0"/>
                  </a:moveTo>
                  <a:cubicBezTo>
                    <a:pt x="5" y="3"/>
                    <a:pt x="13" y="10"/>
                    <a:pt x="15" y="16"/>
                  </a:cubicBezTo>
                  <a:cubicBezTo>
                    <a:pt x="17" y="21"/>
                    <a:pt x="19" y="25"/>
                    <a:pt x="22" y="31"/>
                  </a:cubicBezTo>
                  <a:cubicBezTo>
                    <a:pt x="23" y="34"/>
                    <a:pt x="24" y="37"/>
                    <a:pt x="24" y="40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640" name="Freeform 77">
              <a:extLst>
                <a:ext uri="{FF2B5EF4-FFF2-40B4-BE49-F238E27FC236}">
                  <a16:creationId xmlns:a16="http://schemas.microsoft.com/office/drawing/2014/main" id="{95EFEC6D-8738-4ACD-AC01-998E48DDAB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5" y="3947"/>
              <a:ext cx="44" cy="56"/>
            </a:xfrm>
            <a:custGeom>
              <a:avLst/>
              <a:gdLst>
                <a:gd name="T0" fmla="*/ 0 w 28"/>
                <a:gd name="T1" fmla="*/ 0 h 35"/>
                <a:gd name="T2" fmla="*/ 55 w 28"/>
                <a:gd name="T3" fmla="*/ 46 h 35"/>
                <a:gd name="T4" fmla="*/ 104 w 28"/>
                <a:gd name="T5" fmla="*/ 115 h 35"/>
                <a:gd name="T6" fmla="*/ 108 w 28"/>
                <a:gd name="T7" fmla="*/ 144 h 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35">
                  <a:moveTo>
                    <a:pt x="0" y="0"/>
                  </a:moveTo>
                  <a:cubicBezTo>
                    <a:pt x="6" y="3"/>
                    <a:pt x="11" y="7"/>
                    <a:pt x="14" y="11"/>
                  </a:cubicBezTo>
                  <a:cubicBezTo>
                    <a:pt x="18" y="16"/>
                    <a:pt x="24" y="19"/>
                    <a:pt x="27" y="28"/>
                  </a:cubicBezTo>
                  <a:cubicBezTo>
                    <a:pt x="27" y="31"/>
                    <a:pt x="28" y="33"/>
                    <a:pt x="28" y="35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641" name="Freeform 78">
              <a:extLst>
                <a:ext uri="{FF2B5EF4-FFF2-40B4-BE49-F238E27FC236}">
                  <a16:creationId xmlns:a16="http://schemas.microsoft.com/office/drawing/2014/main" id="{00061A48-F9B0-47FA-BF9D-6D9D2E4561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8" y="4011"/>
              <a:ext cx="24" cy="16"/>
            </a:xfrm>
            <a:custGeom>
              <a:avLst/>
              <a:gdLst>
                <a:gd name="T0" fmla="*/ 61 w 15"/>
                <a:gd name="T1" fmla="*/ 35 h 10"/>
                <a:gd name="T2" fmla="*/ 8 w 15"/>
                <a:gd name="T3" fmla="*/ 35 h 10"/>
                <a:gd name="T4" fmla="*/ 34 w 15"/>
                <a:gd name="T5" fmla="*/ 0 h 10"/>
                <a:gd name="T6" fmla="*/ 61 w 15"/>
                <a:gd name="T7" fmla="*/ 35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0">
                  <a:moveTo>
                    <a:pt x="15" y="9"/>
                  </a:moveTo>
                  <a:cubicBezTo>
                    <a:pt x="10" y="10"/>
                    <a:pt x="3" y="10"/>
                    <a:pt x="2" y="9"/>
                  </a:cubicBezTo>
                  <a:cubicBezTo>
                    <a:pt x="0" y="8"/>
                    <a:pt x="1" y="1"/>
                    <a:pt x="8" y="0"/>
                  </a:cubicBezTo>
                  <a:cubicBezTo>
                    <a:pt x="14" y="0"/>
                    <a:pt x="15" y="8"/>
                    <a:pt x="15" y="9"/>
                  </a:cubicBezTo>
                  <a:close/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642" name="Freeform 79">
              <a:extLst>
                <a:ext uri="{FF2B5EF4-FFF2-40B4-BE49-F238E27FC236}">
                  <a16:creationId xmlns:a16="http://schemas.microsoft.com/office/drawing/2014/main" id="{2BFB3342-B9E4-4882-9B64-9FBCC902F5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0" y="4003"/>
              <a:ext cx="22" cy="14"/>
            </a:xfrm>
            <a:custGeom>
              <a:avLst/>
              <a:gdLst>
                <a:gd name="T0" fmla="*/ 55 w 14"/>
                <a:gd name="T1" fmla="*/ 26 h 9"/>
                <a:gd name="T2" fmla="*/ 8 w 14"/>
                <a:gd name="T3" fmla="*/ 30 h 9"/>
                <a:gd name="T4" fmla="*/ 35 w 14"/>
                <a:gd name="T5" fmla="*/ 0 h 9"/>
                <a:gd name="T6" fmla="*/ 55 w 14"/>
                <a:gd name="T7" fmla="*/ 26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9">
                  <a:moveTo>
                    <a:pt x="14" y="7"/>
                  </a:moveTo>
                  <a:cubicBezTo>
                    <a:pt x="9" y="8"/>
                    <a:pt x="3" y="9"/>
                    <a:pt x="2" y="8"/>
                  </a:cubicBezTo>
                  <a:cubicBezTo>
                    <a:pt x="0" y="7"/>
                    <a:pt x="2" y="0"/>
                    <a:pt x="9" y="0"/>
                  </a:cubicBezTo>
                  <a:cubicBezTo>
                    <a:pt x="13" y="0"/>
                    <a:pt x="14" y="6"/>
                    <a:pt x="14" y="7"/>
                  </a:cubicBezTo>
                  <a:close/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643" name="Freeform 80">
              <a:extLst>
                <a:ext uri="{FF2B5EF4-FFF2-40B4-BE49-F238E27FC236}">
                  <a16:creationId xmlns:a16="http://schemas.microsoft.com/office/drawing/2014/main" id="{9A4C8AA8-CB38-467E-A4AF-8E3AF81298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5" y="3996"/>
              <a:ext cx="21" cy="13"/>
            </a:xfrm>
            <a:custGeom>
              <a:avLst/>
              <a:gdLst>
                <a:gd name="T0" fmla="*/ 55 w 13"/>
                <a:gd name="T1" fmla="*/ 29 h 8"/>
                <a:gd name="T2" fmla="*/ 5 w 13"/>
                <a:gd name="T3" fmla="*/ 29 h 8"/>
                <a:gd name="T4" fmla="*/ 29 w 13"/>
                <a:gd name="T5" fmla="*/ 0 h 8"/>
                <a:gd name="T6" fmla="*/ 55 w 13"/>
                <a:gd name="T7" fmla="*/ 29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8">
                  <a:moveTo>
                    <a:pt x="13" y="7"/>
                  </a:moveTo>
                  <a:cubicBezTo>
                    <a:pt x="8" y="6"/>
                    <a:pt x="2" y="8"/>
                    <a:pt x="1" y="7"/>
                  </a:cubicBezTo>
                  <a:cubicBezTo>
                    <a:pt x="0" y="6"/>
                    <a:pt x="1" y="0"/>
                    <a:pt x="7" y="0"/>
                  </a:cubicBezTo>
                  <a:cubicBezTo>
                    <a:pt x="11" y="0"/>
                    <a:pt x="13" y="6"/>
                    <a:pt x="13" y="7"/>
                  </a:cubicBezTo>
                  <a:close/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644" name="Freeform 81">
              <a:extLst>
                <a:ext uri="{FF2B5EF4-FFF2-40B4-BE49-F238E27FC236}">
                  <a16:creationId xmlns:a16="http://schemas.microsoft.com/office/drawing/2014/main" id="{B1DCF26E-C177-4280-8F69-821EB5CE984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1" y="4004"/>
              <a:ext cx="8" cy="21"/>
            </a:xfrm>
            <a:custGeom>
              <a:avLst/>
              <a:gdLst>
                <a:gd name="T0" fmla="*/ 16 w 5"/>
                <a:gd name="T1" fmla="*/ 0 h 13"/>
                <a:gd name="T2" fmla="*/ 21 w 5"/>
                <a:gd name="T3" fmla="*/ 55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3">
                  <a:moveTo>
                    <a:pt x="4" y="0"/>
                  </a:moveTo>
                  <a:cubicBezTo>
                    <a:pt x="2" y="5"/>
                    <a:pt x="0" y="7"/>
                    <a:pt x="5" y="13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645" name="Freeform 82">
              <a:extLst>
                <a:ext uri="{FF2B5EF4-FFF2-40B4-BE49-F238E27FC236}">
                  <a16:creationId xmlns:a16="http://schemas.microsoft.com/office/drawing/2014/main" id="{3605CB4F-0B9D-41CF-B4E2-1361C28041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0" y="3825"/>
              <a:ext cx="3" cy="24"/>
            </a:xfrm>
            <a:custGeom>
              <a:avLst/>
              <a:gdLst>
                <a:gd name="T0" fmla="*/ 0 w 2"/>
                <a:gd name="T1" fmla="*/ 0 h 15"/>
                <a:gd name="T2" fmla="*/ 8 w 2"/>
                <a:gd name="T3" fmla="*/ 61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5">
                  <a:moveTo>
                    <a:pt x="0" y="0"/>
                  </a:moveTo>
                  <a:cubicBezTo>
                    <a:pt x="0" y="3"/>
                    <a:pt x="2" y="15"/>
                    <a:pt x="2" y="15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646" name="Freeform 83">
              <a:extLst>
                <a:ext uri="{FF2B5EF4-FFF2-40B4-BE49-F238E27FC236}">
                  <a16:creationId xmlns:a16="http://schemas.microsoft.com/office/drawing/2014/main" id="{3E7E92A6-3BAD-402A-9844-4FD28ABE7F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8" y="1917"/>
              <a:ext cx="55" cy="35"/>
            </a:xfrm>
            <a:custGeom>
              <a:avLst/>
              <a:gdLst>
                <a:gd name="T0" fmla="*/ 76 w 34"/>
                <a:gd name="T1" fmla="*/ 46 h 22"/>
                <a:gd name="T2" fmla="*/ 16 w 34"/>
                <a:gd name="T3" fmla="*/ 81 h 22"/>
                <a:gd name="T4" fmla="*/ 0 w 34"/>
                <a:gd name="T5" fmla="*/ 73 h 22"/>
                <a:gd name="T6" fmla="*/ 16 w 34"/>
                <a:gd name="T7" fmla="*/ 84 h 22"/>
                <a:gd name="T8" fmla="*/ 76 w 34"/>
                <a:gd name="T9" fmla="*/ 46 h 22"/>
                <a:gd name="T10" fmla="*/ 144 w 34"/>
                <a:gd name="T11" fmla="*/ 0 h 22"/>
                <a:gd name="T12" fmla="*/ 76 w 34"/>
                <a:gd name="T13" fmla="*/ 46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4" h="22">
                  <a:moveTo>
                    <a:pt x="18" y="11"/>
                  </a:moveTo>
                  <a:cubicBezTo>
                    <a:pt x="12" y="16"/>
                    <a:pt x="7" y="21"/>
                    <a:pt x="4" y="20"/>
                  </a:cubicBezTo>
                  <a:cubicBezTo>
                    <a:pt x="2" y="20"/>
                    <a:pt x="1" y="19"/>
                    <a:pt x="0" y="18"/>
                  </a:cubicBezTo>
                  <a:cubicBezTo>
                    <a:pt x="1" y="20"/>
                    <a:pt x="2" y="21"/>
                    <a:pt x="4" y="21"/>
                  </a:cubicBezTo>
                  <a:cubicBezTo>
                    <a:pt x="8" y="22"/>
                    <a:pt x="13" y="17"/>
                    <a:pt x="18" y="11"/>
                  </a:cubicBezTo>
                  <a:cubicBezTo>
                    <a:pt x="23" y="6"/>
                    <a:pt x="29" y="0"/>
                    <a:pt x="34" y="0"/>
                  </a:cubicBezTo>
                  <a:cubicBezTo>
                    <a:pt x="29" y="0"/>
                    <a:pt x="23" y="5"/>
                    <a:pt x="18" y="11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647" name="Freeform 84">
              <a:extLst>
                <a:ext uri="{FF2B5EF4-FFF2-40B4-BE49-F238E27FC236}">
                  <a16:creationId xmlns:a16="http://schemas.microsoft.com/office/drawing/2014/main" id="{B5D413C5-53CA-4817-9E0E-9A23FC124E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9" y="1626"/>
              <a:ext cx="180" cy="34"/>
            </a:xfrm>
            <a:custGeom>
              <a:avLst/>
              <a:gdLst>
                <a:gd name="T0" fmla="*/ 0 w 113"/>
                <a:gd name="T1" fmla="*/ 0 h 21"/>
                <a:gd name="T2" fmla="*/ 352 w 113"/>
                <a:gd name="T3" fmla="*/ 42 h 21"/>
                <a:gd name="T4" fmla="*/ 457 w 113"/>
                <a:gd name="T5" fmla="*/ 21 h 21"/>
                <a:gd name="T6" fmla="*/ 352 w 113"/>
                <a:gd name="T7" fmla="*/ 34 h 21"/>
                <a:gd name="T8" fmla="*/ 0 w 113"/>
                <a:gd name="T9" fmla="*/ 0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3" h="21">
                  <a:moveTo>
                    <a:pt x="0" y="0"/>
                  </a:moveTo>
                  <a:cubicBezTo>
                    <a:pt x="22" y="21"/>
                    <a:pt x="56" y="15"/>
                    <a:pt x="87" y="10"/>
                  </a:cubicBezTo>
                  <a:cubicBezTo>
                    <a:pt x="96" y="8"/>
                    <a:pt x="105" y="5"/>
                    <a:pt x="113" y="5"/>
                  </a:cubicBezTo>
                  <a:cubicBezTo>
                    <a:pt x="105" y="5"/>
                    <a:pt x="96" y="6"/>
                    <a:pt x="87" y="8"/>
                  </a:cubicBezTo>
                  <a:cubicBezTo>
                    <a:pt x="56" y="13"/>
                    <a:pt x="21" y="20"/>
                    <a:pt x="0" y="0"/>
                  </a:cubicBezTo>
                </a:path>
              </a:pathLst>
            </a:custGeom>
            <a:solidFill>
              <a:srgbClr val="EFCA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648" name="Freeform 85">
              <a:extLst>
                <a:ext uri="{FF2B5EF4-FFF2-40B4-BE49-F238E27FC236}">
                  <a16:creationId xmlns:a16="http://schemas.microsoft.com/office/drawing/2014/main" id="{83DAF935-C2F5-46E2-885D-9FA536AC30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9" y="2283"/>
              <a:ext cx="119" cy="133"/>
            </a:xfrm>
            <a:custGeom>
              <a:avLst/>
              <a:gdLst>
                <a:gd name="T0" fmla="*/ 0 w 75"/>
                <a:gd name="T1" fmla="*/ 0 h 84"/>
                <a:gd name="T2" fmla="*/ 60 w 75"/>
                <a:gd name="T3" fmla="*/ 108 h 84"/>
                <a:gd name="T4" fmla="*/ 83 w 75"/>
                <a:gd name="T5" fmla="*/ 138 h 84"/>
                <a:gd name="T6" fmla="*/ 300 w 75"/>
                <a:gd name="T7" fmla="*/ 334 h 84"/>
                <a:gd name="T8" fmla="*/ 89 w 75"/>
                <a:gd name="T9" fmla="*/ 138 h 84"/>
                <a:gd name="T10" fmla="*/ 63 w 75"/>
                <a:gd name="T11" fmla="*/ 108 h 84"/>
                <a:gd name="T12" fmla="*/ 0 w 75"/>
                <a:gd name="T13" fmla="*/ 0 h 8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5" h="84">
                  <a:moveTo>
                    <a:pt x="0" y="0"/>
                  </a:moveTo>
                  <a:cubicBezTo>
                    <a:pt x="3" y="9"/>
                    <a:pt x="8" y="18"/>
                    <a:pt x="15" y="27"/>
                  </a:cubicBezTo>
                  <a:cubicBezTo>
                    <a:pt x="21" y="35"/>
                    <a:pt x="21" y="35"/>
                    <a:pt x="21" y="35"/>
                  </a:cubicBezTo>
                  <a:cubicBezTo>
                    <a:pt x="30" y="50"/>
                    <a:pt x="64" y="80"/>
                    <a:pt x="75" y="84"/>
                  </a:cubicBezTo>
                  <a:cubicBezTo>
                    <a:pt x="64" y="80"/>
                    <a:pt x="32" y="50"/>
                    <a:pt x="22" y="35"/>
                  </a:cubicBezTo>
                  <a:cubicBezTo>
                    <a:pt x="16" y="27"/>
                    <a:pt x="16" y="27"/>
                    <a:pt x="16" y="27"/>
                  </a:cubicBezTo>
                  <a:cubicBezTo>
                    <a:pt x="10" y="18"/>
                    <a:pt x="3" y="9"/>
                    <a:pt x="0" y="0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649" name="Freeform 86">
              <a:extLst>
                <a:ext uri="{FF2B5EF4-FFF2-40B4-BE49-F238E27FC236}">
                  <a16:creationId xmlns:a16="http://schemas.microsoft.com/office/drawing/2014/main" id="{D2C825B0-082A-49BA-9652-A740D2E4FF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1" y="2278"/>
              <a:ext cx="122" cy="133"/>
            </a:xfrm>
            <a:custGeom>
              <a:avLst/>
              <a:gdLst>
                <a:gd name="T0" fmla="*/ 247 w 76"/>
                <a:gd name="T1" fmla="*/ 108 h 84"/>
                <a:gd name="T2" fmla="*/ 225 w 76"/>
                <a:gd name="T3" fmla="*/ 143 h 84"/>
                <a:gd name="T4" fmla="*/ 0 w 76"/>
                <a:gd name="T5" fmla="*/ 334 h 84"/>
                <a:gd name="T6" fmla="*/ 226 w 76"/>
                <a:gd name="T7" fmla="*/ 143 h 84"/>
                <a:gd name="T8" fmla="*/ 252 w 76"/>
                <a:gd name="T9" fmla="*/ 108 h 84"/>
                <a:gd name="T10" fmla="*/ 315 w 76"/>
                <a:gd name="T11" fmla="*/ 0 h 84"/>
                <a:gd name="T12" fmla="*/ 247 w 76"/>
                <a:gd name="T13" fmla="*/ 108 h 8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6" h="84">
                  <a:moveTo>
                    <a:pt x="60" y="27"/>
                  </a:moveTo>
                  <a:cubicBezTo>
                    <a:pt x="54" y="36"/>
                    <a:pt x="54" y="36"/>
                    <a:pt x="54" y="36"/>
                  </a:cubicBezTo>
                  <a:cubicBezTo>
                    <a:pt x="44" y="50"/>
                    <a:pt x="12" y="80"/>
                    <a:pt x="0" y="84"/>
                  </a:cubicBezTo>
                  <a:cubicBezTo>
                    <a:pt x="12" y="80"/>
                    <a:pt x="45" y="51"/>
                    <a:pt x="55" y="36"/>
                  </a:cubicBezTo>
                  <a:cubicBezTo>
                    <a:pt x="61" y="27"/>
                    <a:pt x="61" y="27"/>
                    <a:pt x="61" y="27"/>
                  </a:cubicBezTo>
                  <a:cubicBezTo>
                    <a:pt x="68" y="19"/>
                    <a:pt x="73" y="10"/>
                    <a:pt x="76" y="0"/>
                  </a:cubicBezTo>
                  <a:cubicBezTo>
                    <a:pt x="73" y="9"/>
                    <a:pt x="66" y="19"/>
                    <a:pt x="60" y="27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650" name="Freeform 87">
              <a:extLst>
                <a:ext uri="{FF2B5EF4-FFF2-40B4-BE49-F238E27FC236}">
                  <a16:creationId xmlns:a16="http://schemas.microsoft.com/office/drawing/2014/main" id="{3203331F-9D95-4A62-9BDA-18CABA0C48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4" y="2114"/>
              <a:ext cx="13" cy="21"/>
            </a:xfrm>
            <a:custGeom>
              <a:avLst/>
              <a:gdLst>
                <a:gd name="T0" fmla="*/ 0 w 8"/>
                <a:gd name="T1" fmla="*/ 55 h 13"/>
                <a:gd name="T2" fmla="*/ 0 w 8"/>
                <a:gd name="T3" fmla="*/ 55 h 13"/>
                <a:gd name="T4" fmla="*/ 34 w 8"/>
                <a:gd name="T5" fmla="*/ 0 h 13"/>
                <a:gd name="T6" fmla="*/ 26 w 8"/>
                <a:gd name="T7" fmla="*/ 0 h 13"/>
                <a:gd name="T8" fmla="*/ 0 w 8"/>
                <a:gd name="T9" fmla="*/ 55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13">
                  <a:moveTo>
                    <a:pt x="0" y="13"/>
                  </a:moveTo>
                  <a:cubicBezTo>
                    <a:pt x="0" y="13"/>
                    <a:pt x="0" y="13"/>
                    <a:pt x="0" y="13"/>
                  </a:cubicBezTo>
                  <a:cubicBezTo>
                    <a:pt x="3" y="10"/>
                    <a:pt x="6" y="4"/>
                    <a:pt x="8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5" y="3"/>
                    <a:pt x="3" y="10"/>
                    <a:pt x="0" y="13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651" name="Freeform 88">
              <a:extLst>
                <a:ext uri="{FF2B5EF4-FFF2-40B4-BE49-F238E27FC236}">
                  <a16:creationId xmlns:a16="http://schemas.microsoft.com/office/drawing/2014/main" id="{2C577F59-96A7-4F5F-A41A-0AE93B9B75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5" y="1523"/>
              <a:ext cx="5" cy="172"/>
            </a:xfrm>
            <a:custGeom>
              <a:avLst/>
              <a:gdLst>
                <a:gd name="T0" fmla="*/ 13 w 3"/>
                <a:gd name="T1" fmla="*/ 436 h 108"/>
                <a:gd name="T2" fmla="*/ 13 w 3"/>
                <a:gd name="T3" fmla="*/ 432 h 108"/>
                <a:gd name="T4" fmla="*/ 13 w 3"/>
                <a:gd name="T5" fmla="*/ 0 h 10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108">
                  <a:moveTo>
                    <a:pt x="3" y="108"/>
                  </a:moveTo>
                  <a:cubicBezTo>
                    <a:pt x="3" y="107"/>
                    <a:pt x="3" y="107"/>
                    <a:pt x="3" y="107"/>
                  </a:cubicBezTo>
                  <a:cubicBezTo>
                    <a:pt x="1" y="71"/>
                    <a:pt x="0" y="7"/>
                    <a:pt x="3" y="0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652" name="Freeform 89">
              <a:extLst>
                <a:ext uri="{FF2B5EF4-FFF2-40B4-BE49-F238E27FC236}">
                  <a16:creationId xmlns:a16="http://schemas.microsoft.com/office/drawing/2014/main" id="{17FC65C6-AB33-4AED-AC9C-3C34280B2F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6" y="1561"/>
              <a:ext cx="2" cy="5"/>
            </a:xfrm>
            <a:custGeom>
              <a:avLst/>
              <a:gdLst>
                <a:gd name="T0" fmla="*/ 8 w 1"/>
                <a:gd name="T1" fmla="*/ 13 h 3"/>
                <a:gd name="T2" fmla="*/ 0 w 1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">
                  <a:moveTo>
                    <a:pt x="1" y="3"/>
                  </a:moveTo>
                  <a:cubicBezTo>
                    <a:pt x="1" y="2"/>
                    <a:pt x="1" y="1"/>
                    <a:pt x="0" y="0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653" name="Freeform 90">
              <a:extLst>
                <a:ext uri="{FF2B5EF4-FFF2-40B4-BE49-F238E27FC236}">
                  <a16:creationId xmlns:a16="http://schemas.microsoft.com/office/drawing/2014/main" id="{0F2E84AD-E593-4600-B126-F0E8A3CD470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4" y="1551"/>
              <a:ext cx="34" cy="39"/>
            </a:xfrm>
            <a:custGeom>
              <a:avLst/>
              <a:gdLst>
                <a:gd name="T0" fmla="*/ 47 w 21"/>
                <a:gd name="T1" fmla="*/ 0 h 24"/>
                <a:gd name="T2" fmla="*/ 0 w 21"/>
                <a:gd name="T3" fmla="*/ 54 h 24"/>
                <a:gd name="T4" fmla="*/ 47 w 21"/>
                <a:gd name="T5" fmla="*/ 102 h 24"/>
                <a:gd name="T6" fmla="*/ 89 w 21"/>
                <a:gd name="T7" fmla="*/ 75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24">
                  <a:moveTo>
                    <a:pt x="11" y="0"/>
                  </a:moveTo>
                  <a:cubicBezTo>
                    <a:pt x="5" y="0"/>
                    <a:pt x="0" y="6"/>
                    <a:pt x="0" y="12"/>
                  </a:cubicBezTo>
                  <a:cubicBezTo>
                    <a:pt x="0" y="19"/>
                    <a:pt x="5" y="24"/>
                    <a:pt x="11" y="24"/>
                  </a:cubicBezTo>
                  <a:cubicBezTo>
                    <a:pt x="15" y="24"/>
                    <a:pt x="19" y="22"/>
                    <a:pt x="21" y="17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654" name="Oval 91">
              <a:extLst>
                <a:ext uri="{FF2B5EF4-FFF2-40B4-BE49-F238E27FC236}">
                  <a16:creationId xmlns:a16="http://schemas.microsoft.com/office/drawing/2014/main" id="{AB9F0DC9-F6D1-4CB9-A7AC-EDC0AD3A93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7" y="1566"/>
              <a:ext cx="10" cy="11"/>
            </a:xfrm>
            <a:prstGeom prst="ellipse">
              <a:avLst/>
            </a:prstGeom>
            <a:noFill/>
            <a:ln w="4763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655" name="Freeform 92">
              <a:extLst>
                <a:ext uri="{FF2B5EF4-FFF2-40B4-BE49-F238E27FC236}">
                  <a16:creationId xmlns:a16="http://schemas.microsoft.com/office/drawing/2014/main" id="{B1686E65-7B13-477E-9054-D90C7E64843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2" y="1284"/>
              <a:ext cx="155" cy="19"/>
            </a:xfrm>
            <a:custGeom>
              <a:avLst/>
              <a:gdLst>
                <a:gd name="T0" fmla="*/ 320 w 97"/>
                <a:gd name="T1" fmla="*/ 5 h 12"/>
                <a:gd name="T2" fmla="*/ 179 w 97"/>
                <a:gd name="T3" fmla="*/ 25 h 12"/>
                <a:gd name="T4" fmla="*/ 129 w 97"/>
                <a:gd name="T5" fmla="*/ 33 h 12"/>
                <a:gd name="T6" fmla="*/ 0 w 97"/>
                <a:gd name="T7" fmla="*/ 40 h 12"/>
                <a:gd name="T8" fmla="*/ 129 w 97"/>
                <a:gd name="T9" fmla="*/ 40 h 12"/>
                <a:gd name="T10" fmla="*/ 179 w 97"/>
                <a:gd name="T11" fmla="*/ 33 h 12"/>
                <a:gd name="T12" fmla="*/ 320 w 97"/>
                <a:gd name="T13" fmla="*/ 13 h 12"/>
                <a:gd name="T14" fmla="*/ 360 w 97"/>
                <a:gd name="T15" fmla="*/ 8 h 12"/>
                <a:gd name="T16" fmla="*/ 396 w 97"/>
                <a:gd name="T17" fmla="*/ 5 h 12"/>
                <a:gd name="T18" fmla="*/ 360 w 97"/>
                <a:gd name="T19" fmla="*/ 0 h 12"/>
                <a:gd name="T20" fmla="*/ 320 w 97"/>
                <a:gd name="T21" fmla="*/ 5 h 1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7" h="12">
                  <a:moveTo>
                    <a:pt x="78" y="1"/>
                  </a:moveTo>
                  <a:cubicBezTo>
                    <a:pt x="66" y="2"/>
                    <a:pt x="54" y="4"/>
                    <a:pt x="44" y="6"/>
                  </a:cubicBezTo>
                  <a:cubicBezTo>
                    <a:pt x="32" y="8"/>
                    <a:pt x="32" y="8"/>
                    <a:pt x="32" y="8"/>
                  </a:cubicBezTo>
                  <a:cubicBezTo>
                    <a:pt x="21" y="10"/>
                    <a:pt x="7" y="11"/>
                    <a:pt x="0" y="10"/>
                  </a:cubicBezTo>
                  <a:cubicBezTo>
                    <a:pt x="7" y="11"/>
                    <a:pt x="21" y="12"/>
                    <a:pt x="32" y="10"/>
                  </a:cubicBezTo>
                  <a:cubicBezTo>
                    <a:pt x="44" y="8"/>
                    <a:pt x="44" y="8"/>
                    <a:pt x="44" y="8"/>
                  </a:cubicBezTo>
                  <a:cubicBezTo>
                    <a:pt x="54" y="6"/>
                    <a:pt x="67" y="4"/>
                    <a:pt x="78" y="3"/>
                  </a:cubicBezTo>
                  <a:cubicBezTo>
                    <a:pt x="83" y="2"/>
                    <a:pt x="88" y="2"/>
                    <a:pt x="88" y="2"/>
                  </a:cubicBezTo>
                  <a:cubicBezTo>
                    <a:pt x="88" y="2"/>
                    <a:pt x="97" y="1"/>
                    <a:pt x="97" y="1"/>
                  </a:cubicBezTo>
                  <a:cubicBezTo>
                    <a:pt x="88" y="0"/>
                    <a:pt x="88" y="0"/>
                    <a:pt x="88" y="0"/>
                  </a:cubicBezTo>
                  <a:cubicBezTo>
                    <a:pt x="88" y="0"/>
                    <a:pt x="82" y="0"/>
                    <a:pt x="78" y="1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656" name="Freeform 93">
              <a:extLst>
                <a:ext uri="{FF2B5EF4-FFF2-40B4-BE49-F238E27FC236}">
                  <a16:creationId xmlns:a16="http://schemas.microsoft.com/office/drawing/2014/main" id="{3604AC20-E335-4AC3-8C1E-B6F4DA1E237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9" y="2527"/>
              <a:ext cx="8" cy="137"/>
            </a:xfrm>
            <a:custGeom>
              <a:avLst/>
              <a:gdLst>
                <a:gd name="T0" fmla="*/ 5 w 5"/>
                <a:gd name="T1" fmla="*/ 347 h 86"/>
                <a:gd name="T2" fmla="*/ 16 w 5"/>
                <a:gd name="T3" fmla="*/ 145 h 86"/>
                <a:gd name="T4" fmla="*/ 21 w 5"/>
                <a:gd name="T5" fmla="*/ 0 h 8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86">
                  <a:moveTo>
                    <a:pt x="1" y="86"/>
                  </a:moveTo>
                  <a:cubicBezTo>
                    <a:pt x="0" y="79"/>
                    <a:pt x="4" y="44"/>
                    <a:pt x="4" y="36"/>
                  </a:cubicBezTo>
                  <a:cubicBezTo>
                    <a:pt x="3" y="30"/>
                    <a:pt x="5" y="11"/>
                    <a:pt x="5" y="0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657" name="Freeform 94">
              <a:extLst>
                <a:ext uri="{FF2B5EF4-FFF2-40B4-BE49-F238E27FC236}">
                  <a16:creationId xmlns:a16="http://schemas.microsoft.com/office/drawing/2014/main" id="{48983468-5A49-46A3-B719-DAA21FBB0D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2" y="2535"/>
              <a:ext cx="4" cy="123"/>
            </a:xfrm>
            <a:custGeom>
              <a:avLst/>
              <a:gdLst>
                <a:gd name="T0" fmla="*/ 1 w 3"/>
                <a:gd name="T1" fmla="*/ 313 h 77"/>
                <a:gd name="T2" fmla="*/ 5 w 3"/>
                <a:gd name="T3" fmla="*/ 110 h 77"/>
                <a:gd name="T4" fmla="*/ 1 w 3"/>
                <a:gd name="T5" fmla="*/ 0 h 7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77">
                  <a:moveTo>
                    <a:pt x="1" y="77"/>
                  </a:moveTo>
                  <a:cubicBezTo>
                    <a:pt x="0" y="72"/>
                    <a:pt x="3" y="38"/>
                    <a:pt x="2" y="27"/>
                  </a:cubicBezTo>
                  <a:cubicBezTo>
                    <a:pt x="2" y="19"/>
                    <a:pt x="1" y="8"/>
                    <a:pt x="1" y="0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658" name="Freeform 95">
              <a:extLst>
                <a:ext uri="{FF2B5EF4-FFF2-40B4-BE49-F238E27FC236}">
                  <a16:creationId xmlns:a16="http://schemas.microsoft.com/office/drawing/2014/main" id="{FFE2E914-61E0-400A-9504-06F208D4C2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8" y="2523"/>
              <a:ext cx="8" cy="117"/>
            </a:xfrm>
            <a:custGeom>
              <a:avLst/>
              <a:gdLst>
                <a:gd name="T0" fmla="*/ 21 w 5"/>
                <a:gd name="T1" fmla="*/ 293 h 74"/>
                <a:gd name="T2" fmla="*/ 8 w 5"/>
                <a:gd name="T3" fmla="*/ 87 h 74"/>
                <a:gd name="T4" fmla="*/ 8 w 5"/>
                <a:gd name="T5" fmla="*/ 0 h 7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74">
                  <a:moveTo>
                    <a:pt x="5" y="74"/>
                  </a:moveTo>
                  <a:cubicBezTo>
                    <a:pt x="5" y="74"/>
                    <a:pt x="4" y="34"/>
                    <a:pt x="2" y="22"/>
                  </a:cubicBezTo>
                  <a:cubicBezTo>
                    <a:pt x="0" y="13"/>
                    <a:pt x="1" y="7"/>
                    <a:pt x="2" y="0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659" name="Freeform 96">
              <a:extLst>
                <a:ext uri="{FF2B5EF4-FFF2-40B4-BE49-F238E27FC236}">
                  <a16:creationId xmlns:a16="http://schemas.microsoft.com/office/drawing/2014/main" id="{0100F34A-FC25-4CD8-8332-CDF333586D6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2" y="2478"/>
              <a:ext cx="13" cy="13"/>
            </a:xfrm>
            <a:custGeom>
              <a:avLst/>
              <a:gdLst>
                <a:gd name="T0" fmla="*/ 34 w 8"/>
                <a:gd name="T1" fmla="*/ 34 h 8"/>
                <a:gd name="T2" fmla="*/ 0 w 8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8">
                  <a:moveTo>
                    <a:pt x="8" y="8"/>
                  </a:moveTo>
                  <a:cubicBezTo>
                    <a:pt x="5" y="5"/>
                    <a:pt x="2" y="3"/>
                    <a:pt x="0" y="0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660" name="Freeform 97">
              <a:extLst>
                <a:ext uri="{FF2B5EF4-FFF2-40B4-BE49-F238E27FC236}">
                  <a16:creationId xmlns:a16="http://schemas.microsoft.com/office/drawing/2014/main" id="{32DF0E8A-799C-4877-B90F-E50A9FF2B5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6" y="1917"/>
              <a:ext cx="55" cy="35"/>
            </a:xfrm>
            <a:custGeom>
              <a:avLst/>
              <a:gdLst>
                <a:gd name="T0" fmla="*/ 0 w 34"/>
                <a:gd name="T1" fmla="*/ 0 h 22"/>
                <a:gd name="T2" fmla="*/ 0 w 34"/>
                <a:gd name="T3" fmla="*/ 0 h 22"/>
                <a:gd name="T4" fmla="*/ 68 w 34"/>
                <a:gd name="T5" fmla="*/ 46 h 22"/>
                <a:gd name="T6" fmla="*/ 128 w 34"/>
                <a:gd name="T7" fmla="*/ 84 h 22"/>
                <a:gd name="T8" fmla="*/ 144 w 34"/>
                <a:gd name="T9" fmla="*/ 73 h 22"/>
                <a:gd name="T10" fmla="*/ 128 w 34"/>
                <a:gd name="T11" fmla="*/ 81 h 22"/>
                <a:gd name="T12" fmla="*/ 68 w 34"/>
                <a:gd name="T13" fmla="*/ 46 h 22"/>
                <a:gd name="T14" fmla="*/ 0 w 34"/>
                <a:gd name="T15" fmla="*/ 0 h 2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4" h="22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5" y="0"/>
                    <a:pt x="11" y="6"/>
                    <a:pt x="16" y="11"/>
                  </a:cubicBezTo>
                  <a:cubicBezTo>
                    <a:pt x="21" y="17"/>
                    <a:pt x="26" y="22"/>
                    <a:pt x="30" y="21"/>
                  </a:cubicBezTo>
                  <a:cubicBezTo>
                    <a:pt x="32" y="21"/>
                    <a:pt x="33" y="20"/>
                    <a:pt x="34" y="18"/>
                  </a:cubicBezTo>
                  <a:cubicBezTo>
                    <a:pt x="33" y="19"/>
                    <a:pt x="32" y="20"/>
                    <a:pt x="30" y="20"/>
                  </a:cubicBezTo>
                  <a:cubicBezTo>
                    <a:pt x="27" y="21"/>
                    <a:pt x="22" y="16"/>
                    <a:pt x="16" y="11"/>
                  </a:cubicBezTo>
                  <a:cubicBezTo>
                    <a:pt x="11" y="5"/>
                    <a:pt x="5" y="0"/>
                    <a:pt x="0" y="0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661" name="Freeform 98">
              <a:extLst>
                <a:ext uri="{FF2B5EF4-FFF2-40B4-BE49-F238E27FC236}">
                  <a16:creationId xmlns:a16="http://schemas.microsoft.com/office/drawing/2014/main" id="{7F8B017D-CC8D-4448-BD1A-C792A75D2A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0" y="1626"/>
              <a:ext cx="180" cy="34"/>
            </a:xfrm>
            <a:custGeom>
              <a:avLst/>
              <a:gdLst>
                <a:gd name="T0" fmla="*/ 104 w 113"/>
                <a:gd name="T1" fmla="*/ 34 h 21"/>
                <a:gd name="T2" fmla="*/ 0 w 113"/>
                <a:gd name="T3" fmla="*/ 21 h 21"/>
                <a:gd name="T4" fmla="*/ 104 w 113"/>
                <a:gd name="T5" fmla="*/ 42 h 21"/>
                <a:gd name="T6" fmla="*/ 457 w 113"/>
                <a:gd name="T7" fmla="*/ 0 h 21"/>
                <a:gd name="T8" fmla="*/ 104 w 113"/>
                <a:gd name="T9" fmla="*/ 34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3" h="21">
                  <a:moveTo>
                    <a:pt x="26" y="8"/>
                  </a:moveTo>
                  <a:cubicBezTo>
                    <a:pt x="17" y="6"/>
                    <a:pt x="8" y="5"/>
                    <a:pt x="0" y="5"/>
                  </a:cubicBezTo>
                  <a:cubicBezTo>
                    <a:pt x="8" y="5"/>
                    <a:pt x="17" y="8"/>
                    <a:pt x="26" y="10"/>
                  </a:cubicBezTo>
                  <a:cubicBezTo>
                    <a:pt x="57" y="15"/>
                    <a:pt x="91" y="21"/>
                    <a:pt x="113" y="0"/>
                  </a:cubicBezTo>
                  <a:cubicBezTo>
                    <a:pt x="92" y="20"/>
                    <a:pt x="57" y="13"/>
                    <a:pt x="26" y="8"/>
                  </a:cubicBezTo>
                </a:path>
              </a:pathLst>
            </a:custGeom>
            <a:solidFill>
              <a:srgbClr val="EFCA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662" name="Freeform 99">
              <a:extLst>
                <a:ext uri="{FF2B5EF4-FFF2-40B4-BE49-F238E27FC236}">
                  <a16:creationId xmlns:a16="http://schemas.microsoft.com/office/drawing/2014/main" id="{0DE7A797-18EB-4D0B-9C47-841E1B1BA8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9" y="2136"/>
              <a:ext cx="39" cy="32"/>
            </a:xfrm>
            <a:custGeom>
              <a:avLst/>
              <a:gdLst>
                <a:gd name="T0" fmla="*/ 0 w 25"/>
                <a:gd name="T1" fmla="*/ 56 h 20"/>
                <a:gd name="T2" fmla="*/ 73 w 25"/>
                <a:gd name="T3" fmla="*/ 82 h 20"/>
                <a:gd name="T4" fmla="*/ 0 w 25"/>
                <a:gd name="T5" fmla="*/ 54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20">
                  <a:moveTo>
                    <a:pt x="0" y="14"/>
                  </a:moveTo>
                  <a:cubicBezTo>
                    <a:pt x="6" y="8"/>
                    <a:pt x="17" y="11"/>
                    <a:pt x="19" y="20"/>
                  </a:cubicBezTo>
                  <a:cubicBezTo>
                    <a:pt x="25" y="13"/>
                    <a:pt x="4" y="0"/>
                    <a:pt x="0" y="13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663" name="Freeform 100">
              <a:extLst>
                <a:ext uri="{FF2B5EF4-FFF2-40B4-BE49-F238E27FC236}">
                  <a16:creationId xmlns:a16="http://schemas.microsoft.com/office/drawing/2014/main" id="{EA190548-3421-40CF-82FD-0894849EBF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3" y="1502"/>
              <a:ext cx="30" cy="40"/>
            </a:xfrm>
            <a:custGeom>
              <a:avLst/>
              <a:gdLst>
                <a:gd name="T0" fmla="*/ 0 w 19"/>
                <a:gd name="T1" fmla="*/ 102 h 25"/>
                <a:gd name="T2" fmla="*/ 0 w 19"/>
                <a:gd name="T3" fmla="*/ 102 h 25"/>
                <a:gd name="T4" fmla="*/ 74 w 19"/>
                <a:gd name="T5" fmla="*/ 5 h 25"/>
                <a:gd name="T6" fmla="*/ 68 w 19"/>
                <a:gd name="T7" fmla="*/ 0 h 25"/>
                <a:gd name="T8" fmla="*/ 0 w 19"/>
                <a:gd name="T9" fmla="*/ 102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25">
                  <a:moveTo>
                    <a:pt x="0" y="25"/>
                  </a:moveTo>
                  <a:cubicBezTo>
                    <a:pt x="0" y="25"/>
                    <a:pt x="0" y="25"/>
                    <a:pt x="0" y="25"/>
                  </a:cubicBezTo>
                  <a:cubicBezTo>
                    <a:pt x="7" y="20"/>
                    <a:pt x="14" y="12"/>
                    <a:pt x="19" y="1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12" y="11"/>
                    <a:pt x="7" y="20"/>
                    <a:pt x="0" y="25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664" name="Freeform 101">
              <a:extLst>
                <a:ext uri="{FF2B5EF4-FFF2-40B4-BE49-F238E27FC236}">
                  <a16:creationId xmlns:a16="http://schemas.microsoft.com/office/drawing/2014/main" id="{D8409988-9BE0-4818-85E1-AED6D91F65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6" y="1502"/>
              <a:ext cx="30" cy="40"/>
            </a:xfrm>
            <a:custGeom>
              <a:avLst/>
              <a:gdLst>
                <a:gd name="T0" fmla="*/ 0 w 19"/>
                <a:gd name="T1" fmla="*/ 5 h 25"/>
                <a:gd name="T2" fmla="*/ 74 w 19"/>
                <a:gd name="T3" fmla="*/ 102 h 25"/>
                <a:gd name="T4" fmla="*/ 8 w 19"/>
                <a:gd name="T5" fmla="*/ 0 h 25"/>
                <a:gd name="T6" fmla="*/ 0 w 19"/>
                <a:gd name="T7" fmla="*/ 5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25">
                  <a:moveTo>
                    <a:pt x="0" y="1"/>
                  </a:moveTo>
                  <a:cubicBezTo>
                    <a:pt x="5" y="12"/>
                    <a:pt x="12" y="20"/>
                    <a:pt x="19" y="25"/>
                  </a:cubicBezTo>
                  <a:cubicBezTo>
                    <a:pt x="12" y="20"/>
                    <a:pt x="7" y="11"/>
                    <a:pt x="2" y="0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665" name="Freeform 102">
              <a:extLst>
                <a:ext uri="{FF2B5EF4-FFF2-40B4-BE49-F238E27FC236}">
                  <a16:creationId xmlns:a16="http://schemas.microsoft.com/office/drawing/2014/main" id="{E28AD94B-1ED4-4EE2-93D3-CA1B3DD33F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3" y="2432"/>
              <a:ext cx="138" cy="126"/>
            </a:xfrm>
            <a:custGeom>
              <a:avLst/>
              <a:gdLst>
                <a:gd name="T0" fmla="*/ 48 w 87"/>
                <a:gd name="T1" fmla="*/ 0 h 79"/>
                <a:gd name="T2" fmla="*/ 52 w 87"/>
                <a:gd name="T3" fmla="*/ 81 h 79"/>
                <a:gd name="T4" fmla="*/ 168 w 87"/>
                <a:gd name="T5" fmla="*/ 321 h 79"/>
                <a:gd name="T6" fmla="*/ 292 w 87"/>
                <a:gd name="T7" fmla="*/ 77 h 79"/>
                <a:gd name="T8" fmla="*/ 292 w 87"/>
                <a:gd name="T9" fmla="*/ 33 h 7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7" h="79">
                  <a:moveTo>
                    <a:pt x="12" y="0"/>
                  </a:moveTo>
                  <a:cubicBezTo>
                    <a:pt x="14" y="7"/>
                    <a:pt x="15" y="15"/>
                    <a:pt x="13" y="20"/>
                  </a:cubicBezTo>
                  <a:cubicBezTo>
                    <a:pt x="10" y="28"/>
                    <a:pt x="0" y="79"/>
                    <a:pt x="42" y="79"/>
                  </a:cubicBezTo>
                  <a:cubicBezTo>
                    <a:pt x="87" y="79"/>
                    <a:pt x="74" y="35"/>
                    <a:pt x="73" y="19"/>
                  </a:cubicBezTo>
                  <a:cubicBezTo>
                    <a:pt x="73" y="15"/>
                    <a:pt x="73" y="11"/>
                    <a:pt x="73" y="8"/>
                  </a:cubicBezTo>
                </a:path>
              </a:pathLst>
            </a:custGeom>
            <a:solidFill>
              <a:srgbClr val="F6E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666" name="Freeform 103">
              <a:extLst>
                <a:ext uri="{FF2B5EF4-FFF2-40B4-BE49-F238E27FC236}">
                  <a16:creationId xmlns:a16="http://schemas.microsoft.com/office/drawing/2014/main" id="{C639D2B1-7B3A-48DF-B084-B4C080034B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7" y="2478"/>
              <a:ext cx="28" cy="67"/>
            </a:xfrm>
            <a:custGeom>
              <a:avLst/>
              <a:gdLst>
                <a:gd name="T0" fmla="*/ 61 w 18"/>
                <a:gd name="T1" fmla="*/ 41 h 42"/>
                <a:gd name="T2" fmla="*/ 47 w 18"/>
                <a:gd name="T3" fmla="*/ 97 h 42"/>
                <a:gd name="T4" fmla="*/ 53 w 18"/>
                <a:gd name="T5" fmla="*/ 137 h 42"/>
                <a:gd name="T6" fmla="*/ 68 w 18"/>
                <a:gd name="T7" fmla="*/ 171 h 42"/>
                <a:gd name="T8" fmla="*/ 34 w 18"/>
                <a:gd name="T9" fmla="*/ 150 h 42"/>
                <a:gd name="T10" fmla="*/ 5 w 18"/>
                <a:gd name="T11" fmla="*/ 94 h 42"/>
                <a:gd name="T12" fmla="*/ 39 w 18"/>
                <a:gd name="T13" fmla="*/ 69 h 42"/>
                <a:gd name="T14" fmla="*/ 53 w 18"/>
                <a:gd name="T15" fmla="*/ 0 h 4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8" h="42">
                  <a:moveTo>
                    <a:pt x="16" y="10"/>
                  </a:moveTo>
                  <a:cubicBezTo>
                    <a:pt x="17" y="16"/>
                    <a:pt x="13" y="19"/>
                    <a:pt x="12" y="24"/>
                  </a:cubicBezTo>
                  <a:cubicBezTo>
                    <a:pt x="12" y="28"/>
                    <a:pt x="13" y="31"/>
                    <a:pt x="14" y="34"/>
                  </a:cubicBezTo>
                  <a:cubicBezTo>
                    <a:pt x="15" y="37"/>
                    <a:pt x="17" y="40"/>
                    <a:pt x="18" y="42"/>
                  </a:cubicBezTo>
                  <a:cubicBezTo>
                    <a:pt x="14" y="42"/>
                    <a:pt x="11" y="39"/>
                    <a:pt x="9" y="37"/>
                  </a:cubicBezTo>
                  <a:cubicBezTo>
                    <a:pt x="7" y="34"/>
                    <a:pt x="0" y="26"/>
                    <a:pt x="1" y="23"/>
                  </a:cubicBezTo>
                  <a:cubicBezTo>
                    <a:pt x="2" y="20"/>
                    <a:pt x="7" y="20"/>
                    <a:pt x="10" y="17"/>
                  </a:cubicBezTo>
                  <a:cubicBezTo>
                    <a:pt x="13" y="13"/>
                    <a:pt x="16" y="6"/>
                    <a:pt x="14" y="0"/>
                  </a:cubicBezTo>
                </a:path>
              </a:pathLst>
            </a:custGeom>
            <a:solidFill>
              <a:srgbClr val="EFCA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667" name="Freeform 104">
              <a:extLst>
                <a:ext uri="{FF2B5EF4-FFF2-40B4-BE49-F238E27FC236}">
                  <a16:creationId xmlns:a16="http://schemas.microsoft.com/office/drawing/2014/main" id="{528F5A79-1FE3-4306-AE8B-C909646CCF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0" y="2453"/>
              <a:ext cx="26" cy="90"/>
            </a:xfrm>
            <a:custGeom>
              <a:avLst/>
              <a:gdLst>
                <a:gd name="T0" fmla="*/ 55 w 16"/>
                <a:gd name="T1" fmla="*/ 21 h 57"/>
                <a:gd name="T2" fmla="*/ 55 w 16"/>
                <a:gd name="T3" fmla="*/ 163 h 57"/>
                <a:gd name="T4" fmla="*/ 0 w 16"/>
                <a:gd name="T5" fmla="*/ 224 h 57"/>
                <a:gd name="T6" fmla="*/ 29 w 16"/>
                <a:gd name="T7" fmla="*/ 189 h 57"/>
                <a:gd name="T8" fmla="*/ 8 w 16"/>
                <a:gd name="T9" fmla="*/ 137 h 57"/>
                <a:gd name="T10" fmla="*/ 29 w 16"/>
                <a:gd name="T11" fmla="*/ 87 h 57"/>
                <a:gd name="T12" fmla="*/ 47 w 16"/>
                <a:gd name="T13" fmla="*/ 0 h 5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" h="57">
                  <a:moveTo>
                    <a:pt x="13" y="5"/>
                  </a:moveTo>
                  <a:cubicBezTo>
                    <a:pt x="15" y="17"/>
                    <a:pt x="16" y="29"/>
                    <a:pt x="13" y="41"/>
                  </a:cubicBezTo>
                  <a:cubicBezTo>
                    <a:pt x="11" y="51"/>
                    <a:pt x="8" y="54"/>
                    <a:pt x="0" y="57"/>
                  </a:cubicBezTo>
                  <a:cubicBezTo>
                    <a:pt x="3" y="55"/>
                    <a:pt x="7" y="52"/>
                    <a:pt x="7" y="48"/>
                  </a:cubicBezTo>
                  <a:cubicBezTo>
                    <a:pt x="8" y="42"/>
                    <a:pt x="3" y="40"/>
                    <a:pt x="2" y="35"/>
                  </a:cubicBezTo>
                  <a:cubicBezTo>
                    <a:pt x="1" y="30"/>
                    <a:pt x="5" y="26"/>
                    <a:pt x="7" y="22"/>
                  </a:cubicBezTo>
                  <a:cubicBezTo>
                    <a:pt x="10" y="15"/>
                    <a:pt x="11" y="7"/>
                    <a:pt x="11" y="0"/>
                  </a:cubicBezTo>
                </a:path>
              </a:pathLst>
            </a:custGeom>
            <a:solidFill>
              <a:srgbClr val="EFCA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668" name="Freeform 105">
              <a:extLst>
                <a:ext uri="{FF2B5EF4-FFF2-40B4-BE49-F238E27FC236}">
                  <a16:creationId xmlns:a16="http://schemas.microsoft.com/office/drawing/2014/main" id="{CE44260F-8B9F-496C-BF43-07FEF2F3F44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1" y="2435"/>
              <a:ext cx="118" cy="124"/>
            </a:xfrm>
            <a:custGeom>
              <a:avLst/>
              <a:gdLst>
                <a:gd name="T0" fmla="*/ 29 w 74"/>
                <a:gd name="T1" fmla="*/ 0 h 78"/>
                <a:gd name="T2" fmla="*/ 33 w 74"/>
                <a:gd name="T3" fmla="*/ 73 h 78"/>
                <a:gd name="T4" fmla="*/ 35 w 74"/>
                <a:gd name="T5" fmla="*/ 258 h 78"/>
                <a:gd name="T6" fmla="*/ 155 w 74"/>
                <a:gd name="T7" fmla="*/ 313 h 78"/>
                <a:gd name="T8" fmla="*/ 265 w 74"/>
                <a:gd name="T9" fmla="*/ 265 h 78"/>
                <a:gd name="T10" fmla="*/ 279 w 74"/>
                <a:gd name="T11" fmla="*/ 102 h 78"/>
                <a:gd name="T12" fmla="*/ 274 w 74"/>
                <a:gd name="T13" fmla="*/ 73 h 78"/>
                <a:gd name="T14" fmla="*/ 273 w 74"/>
                <a:gd name="T15" fmla="*/ 52 h 78"/>
                <a:gd name="T16" fmla="*/ 273 w 74"/>
                <a:gd name="T17" fmla="*/ 13 h 78"/>
                <a:gd name="T18" fmla="*/ 273 w 74"/>
                <a:gd name="T19" fmla="*/ 52 h 78"/>
                <a:gd name="T20" fmla="*/ 273 w 74"/>
                <a:gd name="T21" fmla="*/ 68 h 78"/>
                <a:gd name="T22" fmla="*/ 274 w 74"/>
                <a:gd name="T23" fmla="*/ 102 h 78"/>
                <a:gd name="T24" fmla="*/ 260 w 74"/>
                <a:gd name="T25" fmla="*/ 265 h 78"/>
                <a:gd name="T26" fmla="*/ 150 w 74"/>
                <a:gd name="T27" fmla="*/ 305 h 78"/>
                <a:gd name="T28" fmla="*/ 41 w 74"/>
                <a:gd name="T29" fmla="*/ 253 h 78"/>
                <a:gd name="T30" fmla="*/ 35 w 74"/>
                <a:gd name="T31" fmla="*/ 73 h 78"/>
                <a:gd name="T32" fmla="*/ 29 w 74"/>
                <a:gd name="T33" fmla="*/ 0 h 7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74" h="78">
                  <a:moveTo>
                    <a:pt x="7" y="0"/>
                  </a:moveTo>
                  <a:cubicBezTo>
                    <a:pt x="11" y="6"/>
                    <a:pt x="10" y="13"/>
                    <a:pt x="8" y="18"/>
                  </a:cubicBezTo>
                  <a:cubicBezTo>
                    <a:pt x="5" y="25"/>
                    <a:pt x="0" y="49"/>
                    <a:pt x="9" y="64"/>
                  </a:cubicBezTo>
                  <a:cubicBezTo>
                    <a:pt x="15" y="73"/>
                    <a:pt x="25" y="78"/>
                    <a:pt x="38" y="78"/>
                  </a:cubicBezTo>
                  <a:cubicBezTo>
                    <a:pt x="51" y="78"/>
                    <a:pt x="59" y="74"/>
                    <a:pt x="65" y="66"/>
                  </a:cubicBezTo>
                  <a:cubicBezTo>
                    <a:pt x="74" y="55"/>
                    <a:pt x="71" y="37"/>
                    <a:pt x="69" y="25"/>
                  </a:cubicBezTo>
                  <a:cubicBezTo>
                    <a:pt x="68" y="18"/>
                    <a:pt x="68" y="18"/>
                    <a:pt x="68" y="18"/>
                  </a:cubicBezTo>
                  <a:cubicBezTo>
                    <a:pt x="68" y="18"/>
                    <a:pt x="67" y="13"/>
                    <a:pt x="67" y="13"/>
                  </a:cubicBezTo>
                  <a:cubicBezTo>
                    <a:pt x="67" y="10"/>
                    <a:pt x="66" y="6"/>
                    <a:pt x="67" y="3"/>
                  </a:cubicBezTo>
                  <a:cubicBezTo>
                    <a:pt x="66" y="6"/>
                    <a:pt x="66" y="9"/>
                    <a:pt x="67" y="13"/>
                  </a:cubicBezTo>
                  <a:cubicBezTo>
                    <a:pt x="67" y="17"/>
                    <a:pt x="67" y="17"/>
                    <a:pt x="67" y="17"/>
                  </a:cubicBezTo>
                  <a:cubicBezTo>
                    <a:pt x="68" y="25"/>
                    <a:pt x="68" y="25"/>
                    <a:pt x="68" y="25"/>
                  </a:cubicBezTo>
                  <a:cubicBezTo>
                    <a:pt x="70" y="36"/>
                    <a:pt x="72" y="55"/>
                    <a:pt x="64" y="66"/>
                  </a:cubicBezTo>
                  <a:cubicBezTo>
                    <a:pt x="58" y="73"/>
                    <a:pt x="49" y="76"/>
                    <a:pt x="37" y="76"/>
                  </a:cubicBezTo>
                  <a:cubicBezTo>
                    <a:pt x="25" y="76"/>
                    <a:pt x="15" y="72"/>
                    <a:pt x="10" y="63"/>
                  </a:cubicBezTo>
                  <a:cubicBezTo>
                    <a:pt x="1" y="47"/>
                    <a:pt x="7" y="22"/>
                    <a:pt x="9" y="18"/>
                  </a:cubicBezTo>
                  <a:cubicBezTo>
                    <a:pt x="11" y="13"/>
                    <a:pt x="12" y="7"/>
                    <a:pt x="7" y="0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669" name="Freeform 106">
              <a:extLst>
                <a:ext uri="{FF2B5EF4-FFF2-40B4-BE49-F238E27FC236}">
                  <a16:creationId xmlns:a16="http://schemas.microsoft.com/office/drawing/2014/main" id="{E2B41496-CC04-4AB0-B651-4C00391F88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7" y="2437"/>
              <a:ext cx="48" cy="113"/>
            </a:xfrm>
            <a:custGeom>
              <a:avLst/>
              <a:gdLst>
                <a:gd name="T0" fmla="*/ 107 w 30"/>
                <a:gd name="T1" fmla="*/ 0 h 71"/>
                <a:gd name="T2" fmla="*/ 115 w 30"/>
                <a:gd name="T3" fmla="*/ 53 h 71"/>
                <a:gd name="T4" fmla="*/ 107 w 30"/>
                <a:gd name="T5" fmla="*/ 185 h 71"/>
                <a:gd name="T6" fmla="*/ 107 w 30"/>
                <a:gd name="T7" fmla="*/ 185 h 71"/>
                <a:gd name="T8" fmla="*/ 107 w 30"/>
                <a:gd name="T9" fmla="*/ 189 h 71"/>
                <a:gd name="T10" fmla="*/ 118 w 30"/>
                <a:gd name="T11" fmla="*/ 226 h 71"/>
                <a:gd name="T12" fmla="*/ 67 w 30"/>
                <a:gd name="T13" fmla="*/ 282 h 71"/>
                <a:gd name="T14" fmla="*/ 61 w 30"/>
                <a:gd name="T15" fmla="*/ 282 h 71"/>
                <a:gd name="T16" fmla="*/ 5 w 30"/>
                <a:gd name="T17" fmla="*/ 226 h 71"/>
                <a:gd name="T18" fmla="*/ 16 w 30"/>
                <a:gd name="T19" fmla="*/ 185 h 71"/>
                <a:gd name="T20" fmla="*/ 16 w 30"/>
                <a:gd name="T21" fmla="*/ 183 h 71"/>
                <a:gd name="T22" fmla="*/ 13 w 30"/>
                <a:gd name="T23" fmla="*/ 53 h 71"/>
                <a:gd name="T24" fmla="*/ 5 w 30"/>
                <a:gd name="T25" fmla="*/ 21 h 71"/>
                <a:gd name="T26" fmla="*/ 8 w 30"/>
                <a:gd name="T27" fmla="*/ 64 h 71"/>
                <a:gd name="T28" fmla="*/ 13 w 30"/>
                <a:gd name="T29" fmla="*/ 185 h 71"/>
                <a:gd name="T30" fmla="*/ 0 w 30"/>
                <a:gd name="T31" fmla="*/ 223 h 71"/>
                <a:gd name="T32" fmla="*/ 0 w 30"/>
                <a:gd name="T33" fmla="*/ 231 h 71"/>
                <a:gd name="T34" fmla="*/ 61 w 30"/>
                <a:gd name="T35" fmla="*/ 286 h 71"/>
                <a:gd name="T36" fmla="*/ 67 w 30"/>
                <a:gd name="T37" fmla="*/ 286 h 71"/>
                <a:gd name="T38" fmla="*/ 118 w 30"/>
                <a:gd name="T39" fmla="*/ 231 h 71"/>
                <a:gd name="T40" fmla="*/ 123 w 30"/>
                <a:gd name="T41" fmla="*/ 223 h 71"/>
                <a:gd name="T42" fmla="*/ 110 w 30"/>
                <a:gd name="T43" fmla="*/ 185 h 71"/>
                <a:gd name="T44" fmla="*/ 118 w 30"/>
                <a:gd name="T45" fmla="*/ 60 h 71"/>
                <a:gd name="T46" fmla="*/ 118 w 30"/>
                <a:gd name="T47" fmla="*/ 53 h 71"/>
                <a:gd name="T48" fmla="*/ 107 w 30"/>
                <a:gd name="T49" fmla="*/ 0 h 71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30" h="71">
                  <a:moveTo>
                    <a:pt x="26" y="0"/>
                  </a:moveTo>
                  <a:cubicBezTo>
                    <a:pt x="28" y="2"/>
                    <a:pt x="28" y="7"/>
                    <a:pt x="28" y="13"/>
                  </a:cubicBezTo>
                  <a:cubicBezTo>
                    <a:pt x="28" y="18"/>
                    <a:pt x="26" y="43"/>
                    <a:pt x="26" y="46"/>
                  </a:cubicBezTo>
                  <a:cubicBezTo>
                    <a:pt x="26" y="46"/>
                    <a:pt x="26" y="46"/>
                    <a:pt x="26" y="46"/>
                  </a:cubicBezTo>
                  <a:cubicBezTo>
                    <a:pt x="26" y="47"/>
                    <a:pt x="26" y="47"/>
                    <a:pt x="26" y="47"/>
                  </a:cubicBezTo>
                  <a:cubicBezTo>
                    <a:pt x="28" y="50"/>
                    <a:pt x="29" y="54"/>
                    <a:pt x="29" y="56"/>
                  </a:cubicBezTo>
                  <a:cubicBezTo>
                    <a:pt x="27" y="61"/>
                    <a:pt x="23" y="69"/>
                    <a:pt x="16" y="70"/>
                  </a:cubicBezTo>
                  <a:cubicBezTo>
                    <a:pt x="15" y="70"/>
                    <a:pt x="15" y="70"/>
                    <a:pt x="15" y="70"/>
                  </a:cubicBezTo>
                  <a:cubicBezTo>
                    <a:pt x="7" y="69"/>
                    <a:pt x="2" y="61"/>
                    <a:pt x="1" y="56"/>
                  </a:cubicBezTo>
                  <a:cubicBezTo>
                    <a:pt x="0" y="54"/>
                    <a:pt x="2" y="50"/>
                    <a:pt x="4" y="46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4" y="42"/>
                    <a:pt x="3" y="18"/>
                    <a:pt x="3" y="13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2" y="16"/>
                    <a:pt x="2" y="16"/>
                    <a:pt x="2" y="16"/>
                  </a:cubicBezTo>
                  <a:cubicBezTo>
                    <a:pt x="2" y="21"/>
                    <a:pt x="2" y="42"/>
                    <a:pt x="3" y="46"/>
                  </a:cubicBezTo>
                  <a:cubicBezTo>
                    <a:pt x="1" y="49"/>
                    <a:pt x="0" y="52"/>
                    <a:pt x="0" y="55"/>
                  </a:cubicBezTo>
                  <a:cubicBezTo>
                    <a:pt x="0" y="56"/>
                    <a:pt x="0" y="56"/>
                    <a:pt x="0" y="57"/>
                  </a:cubicBezTo>
                  <a:cubicBezTo>
                    <a:pt x="1" y="62"/>
                    <a:pt x="6" y="71"/>
                    <a:pt x="15" y="71"/>
                  </a:cubicBezTo>
                  <a:cubicBezTo>
                    <a:pt x="16" y="71"/>
                    <a:pt x="16" y="71"/>
                    <a:pt x="16" y="71"/>
                  </a:cubicBezTo>
                  <a:cubicBezTo>
                    <a:pt x="24" y="71"/>
                    <a:pt x="28" y="62"/>
                    <a:pt x="29" y="57"/>
                  </a:cubicBezTo>
                  <a:cubicBezTo>
                    <a:pt x="29" y="57"/>
                    <a:pt x="30" y="56"/>
                    <a:pt x="30" y="55"/>
                  </a:cubicBezTo>
                  <a:cubicBezTo>
                    <a:pt x="30" y="53"/>
                    <a:pt x="29" y="49"/>
                    <a:pt x="27" y="46"/>
                  </a:cubicBezTo>
                  <a:cubicBezTo>
                    <a:pt x="28" y="42"/>
                    <a:pt x="29" y="19"/>
                    <a:pt x="29" y="15"/>
                  </a:cubicBezTo>
                  <a:cubicBezTo>
                    <a:pt x="29" y="14"/>
                    <a:pt x="29" y="14"/>
                    <a:pt x="29" y="13"/>
                  </a:cubicBezTo>
                  <a:cubicBezTo>
                    <a:pt x="29" y="8"/>
                    <a:pt x="28" y="2"/>
                    <a:pt x="26" y="0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670" name="Freeform 107">
              <a:extLst>
                <a:ext uri="{FF2B5EF4-FFF2-40B4-BE49-F238E27FC236}">
                  <a16:creationId xmlns:a16="http://schemas.microsoft.com/office/drawing/2014/main" id="{C8D933B9-50A2-453F-922E-411354F73D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9" y="2504"/>
              <a:ext cx="11" cy="8"/>
            </a:xfrm>
            <a:custGeom>
              <a:avLst/>
              <a:gdLst>
                <a:gd name="T0" fmla="*/ 0 w 7"/>
                <a:gd name="T1" fmla="*/ 0 h 5"/>
                <a:gd name="T2" fmla="*/ 22 w 7"/>
                <a:gd name="T3" fmla="*/ 21 h 5"/>
                <a:gd name="T4" fmla="*/ 27 w 7"/>
                <a:gd name="T5" fmla="*/ 16 h 5"/>
                <a:gd name="T6" fmla="*/ 0 w 7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1" y="1"/>
                    <a:pt x="5" y="3"/>
                    <a:pt x="6" y="5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5" y="1"/>
                    <a:pt x="0" y="0"/>
                    <a:pt x="0" y="0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671" name="Freeform 108">
              <a:extLst>
                <a:ext uri="{FF2B5EF4-FFF2-40B4-BE49-F238E27FC236}">
                  <a16:creationId xmlns:a16="http://schemas.microsoft.com/office/drawing/2014/main" id="{D4E4BB8F-6DDF-45FA-A6EC-FF928F4CD38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9" y="1090"/>
              <a:ext cx="103" cy="147"/>
            </a:xfrm>
            <a:custGeom>
              <a:avLst/>
              <a:gdLst>
                <a:gd name="T0" fmla="*/ 0 w 65"/>
                <a:gd name="T1" fmla="*/ 110 h 92"/>
                <a:gd name="T2" fmla="*/ 52 w 65"/>
                <a:gd name="T3" fmla="*/ 48 h 92"/>
                <a:gd name="T4" fmla="*/ 82 w 65"/>
                <a:gd name="T5" fmla="*/ 0 h 92"/>
                <a:gd name="T6" fmla="*/ 68 w 65"/>
                <a:gd name="T7" fmla="*/ 61 h 92"/>
                <a:gd name="T8" fmla="*/ 63 w 65"/>
                <a:gd name="T9" fmla="*/ 118 h 92"/>
                <a:gd name="T10" fmla="*/ 95 w 65"/>
                <a:gd name="T11" fmla="*/ 240 h 92"/>
                <a:gd name="T12" fmla="*/ 158 w 65"/>
                <a:gd name="T13" fmla="*/ 315 h 92"/>
                <a:gd name="T14" fmla="*/ 216 w 65"/>
                <a:gd name="T15" fmla="*/ 342 h 92"/>
                <a:gd name="T16" fmla="*/ 258 w 65"/>
                <a:gd name="T17" fmla="*/ 375 h 92"/>
                <a:gd name="T18" fmla="*/ 211 w 65"/>
                <a:gd name="T19" fmla="*/ 350 h 92"/>
                <a:gd name="T20" fmla="*/ 147 w 65"/>
                <a:gd name="T21" fmla="*/ 320 h 92"/>
                <a:gd name="T22" fmla="*/ 73 w 65"/>
                <a:gd name="T23" fmla="*/ 240 h 92"/>
                <a:gd name="T24" fmla="*/ 48 w 65"/>
                <a:gd name="T25" fmla="*/ 149 h 92"/>
                <a:gd name="T26" fmla="*/ 8 w 65"/>
                <a:gd name="T27" fmla="*/ 107 h 9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65" h="92">
                  <a:moveTo>
                    <a:pt x="0" y="27"/>
                  </a:moveTo>
                  <a:cubicBezTo>
                    <a:pt x="4" y="21"/>
                    <a:pt x="9" y="17"/>
                    <a:pt x="13" y="12"/>
                  </a:cubicBezTo>
                  <a:cubicBezTo>
                    <a:pt x="16" y="8"/>
                    <a:pt x="19" y="2"/>
                    <a:pt x="21" y="0"/>
                  </a:cubicBezTo>
                  <a:cubicBezTo>
                    <a:pt x="20" y="5"/>
                    <a:pt x="18" y="10"/>
                    <a:pt x="17" y="15"/>
                  </a:cubicBezTo>
                  <a:cubicBezTo>
                    <a:pt x="16" y="20"/>
                    <a:pt x="16" y="25"/>
                    <a:pt x="16" y="29"/>
                  </a:cubicBezTo>
                  <a:cubicBezTo>
                    <a:pt x="17" y="39"/>
                    <a:pt x="20" y="50"/>
                    <a:pt x="24" y="59"/>
                  </a:cubicBezTo>
                  <a:cubicBezTo>
                    <a:pt x="28" y="66"/>
                    <a:pt x="33" y="73"/>
                    <a:pt x="40" y="77"/>
                  </a:cubicBezTo>
                  <a:cubicBezTo>
                    <a:pt x="45" y="80"/>
                    <a:pt x="49" y="82"/>
                    <a:pt x="54" y="84"/>
                  </a:cubicBezTo>
                  <a:cubicBezTo>
                    <a:pt x="58" y="87"/>
                    <a:pt x="62" y="90"/>
                    <a:pt x="65" y="92"/>
                  </a:cubicBezTo>
                  <a:cubicBezTo>
                    <a:pt x="62" y="92"/>
                    <a:pt x="57" y="88"/>
                    <a:pt x="53" y="86"/>
                  </a:cubicBezTo>
                  <a:cubicBezTo>
                    <a:pt x="48" y="84"/>
                    <a:pt x="42" y="81"/>
                    <a:pt x="37" y="78"/>
                  </a:cubicBezTo>
                  <a:cubicBezTo>
                    <a:pt x="28" y="73"/>
                    <a:pt x="22" y="68"/>
                    <a:pt x="18" y="59"/>
                  </a:cubicBezTo>
                  <a:cubicBezTo>
                    <a:pt x="14" y="52"/>
                    <a:pt x="13" y="44"/>
                    <a:pt x="12" y="36"/>
                  </a:cubicBezTo>
                  <a:cubicBezTo>
                    <a:pt x="11" y="30"/>
                    <a:pt x="9" y="26"/>
                    <a:pt x="2" y="26"/>
                  </a:cubicBezTo>
                </a:path>
              </a:pathLst>
            </a:custGeom>
            <a:solidFill>
              <a:srgbClr val="EFCA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672" name="Freeform 109">
              <a:extLst>
                <a:ext uri="{FF2B5EF4-FFF2-40B4-BE49-F238E27FC236}">
                  <a16:creationId xmlns:a16="http://schemas.microsoft.com/office/drawing/2014/main" id="{75167488-851E-4C94-BDD0-35445FD215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5" y="1154"/>
              <a:ext cx="117" cy="100"/>
            </a:xfrm>
            <a:custGeom>
              <a:avLst/>
              <a:gdLst>
                <a:gd name="T0" fmla="*/ 293 w 73"/>
                <a:gd name="T1" fmla="*/ 0 h 63"/>
                <a:gd name="T2" fmla="*/ 264 w 73"/>
                <a:gd name="T3" fmla="*/ 95 h 63"/>
                <a:gd name="T4" fmla="*/ 213 w 73"/>
                <a:gd name="T5" fmla="*/ 151 h 63"/>
                <a:gd name="T6" fmla="*/ 131 w 73"/>
                <a:gd name="T7" fmla="*/ 189 h 63"/>
                <a:gd name="T8" fmla="*/ 0 w 73"/>
                <a:gd name="T9" fmla="*/ 252 h 63"/>
                <a:gd name="T10" fmla="*/ 165 w 73"/>
                <a:gd name="T11" fmla="*/ 197 h 63"/>
                <a:gd name="T12" fmla="*/ 272 w 73"/>
                <a:gd name="T13" fmla="*/ 143 h 63"/>
                <a:gd name="T14" fmla="*/ 295 w 73"/>
                <a:gd name="T15" fmla="*/ 52 h 63"/>
                <a:gd name="T16" fmla="*/ 301 w 73"/>
                <a:gd name="T17" fmla="*/ 0 h 6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3" h="63">
                  <a:moveTo>
                    <a:pt x="71" y="0"/>
                  </a:moveTo>
                  <a:cubicBezTo>
                    <a:pt x="72" y="8"/>
                    <a:pt x="68" y="17"/>
                    <a:pt x="64" y="24"/>
                  </a:cubicBezTo>
                  <a:cubicBezTo>
                    <a:pt x="62" y="29"/>
                    <a:pt x="57" y="34"/>
                    <a:pt x="52" y="38"/>
                  </a:cubicBezTo>
                  <a:cubicBezTo>
                    <a:pt x="46" y="42"/>
                    <a:pt x="38" y="45"/>
                    <a:pt x="32" y="47"/>
                  </a:cubicBezTo>
                  <a:cubicBezTo>
                    <a:pt x="21" y="52"/>
                    <a:pt x="9" y="55"/>
                    <a:pt x="0" y="63"/>
                  </a:cubicBezTo>
                  <a:cubicBezTo>
                    <a:pt x="12" y="57"/>
                    <a:pt x="27" y="52"/>
                    <a:pt x="40" y="49"/>
                  </a:cubicBezTo>
                  <a:cubicBezTo>
                    <a:pt x="49" y="46"/>
                    <a:pt x="61" y="44"/>
                    <a:pt x="66" y="36"/>
                  </a:cubicBezTo>
                  <a:cubicBezTo>
                    <a:pt x="71" y="29"/>
                    <a:pt x="72" y="21"/>
                    <a:pt x="72" y="13"/>
                  </a:cubicBezTo>
                  <a:cubicBezTo>
                    <a:pt x="72" y="8"/>
                    <a:pt x="73" y="4"/>
                    <a:pt x="73" y="0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673" name="Freeform 110">
              <a:extLst>
                <a:ext uri="{FF2B5EF4-FFF2-40B4-BE49-F238E27FC236}">
                  <a16:creationId xmlns:a16="http://schemas.microsoft.com/office/drawing/2014/main" id="{E5E476C8-89CD-4D7F-8D30-E0616FEBDE4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2" y="1551"/>
              <a:ext cx="33" cy="326"/>
            </a:xfrm>
            <a:custGeom>
              <a:avLst/>
              <a:gdLst>
                <a:gd name="T0" fmla="*/ 60 w 21"/>
                <a:gd name="T1" fmla="*/ 0 h 205"/>
                <a:gd name="T2" fmla="*/ 69 w 21"/>
                <a:gd name="T3" fmla="*/ 250 h 205"/>
                <a:gd name="T4" fmla="*/ 69 w 21"/>
                <a:gd name="T5" fmla="*/ 442 h 205"/>
                <a:gd name="T6" fmla="*/ 22 w 21"/>
                <a:gd name="T7" fmla="*/ 824 h 205"/>
                <a:gd name="T8" fmla="*/ 31 w 21"/>
                <a:gd name="T9" fmla="*/ 450 h 205"/>
                <a:gd name="T10" fmla="*/ 0 w 21"/>
                <a:gd name="T11" fmla="*/ 237 h 205"/>
                <a:gd name="T12" fmla="*/ 55 w 21"/>
                <a:gd name="T13" fmla="*/ 25 h 20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" h="205">
                  <a:moveTo>
                    <a:pt x="15" y="0"/>
                  </a:moveTo>
                  <a:cubicBezTo>
                    <a:pt x="21" y="18"/>
                    <a:pt x="17" y="43"/>
                    <a:pt x="18" y="62"/>
                  </a:cubicBezTo>
                  <a:cubicBezTo>
                    <a:pt x="18" y="78"/>
                    <a:pt x="19" y="94"/>
                    <a:pt x="18" y="110"/>
                  </a:cubicBezTo>
                  <a:cubicBezTo>
                    <a:pt x="16" y="142"/>
                    <a:pt x="10" y="174"/>
                    <a:pt x="6" y="205"/>
                  </a:cubicBezTo>
                  <a:cubicBezTo>
                    <a:pt x="6" y="174"/>
                    <a:pt x="8" y="143"/>
                    <a:pt x="8" y="112"/>
                  </a:cubicBezTo>
                  <a:cubicBezTo>
                    <a:pt x="8" y="96"/>
                    <a:pt x="15" y="70"/>
                    <a:pt x="0" y="59"/>
                  </a:cubicBezTo>
                  <a:cubicBezTo>
                    <a:pt x="10" y="46"/>
                    <a:pt x="14" y="22"/>
                    <a:pt x="14" y="6"/>
                  </a:cubicBezTo>
                </a:path>
              </a:pathLst>
            </a:custGeom>
            <a:solidFill>
              <a:srgbClr val="EFCA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674" name="Freeform 111">
              <a:extLst>
                <a:ext uri="{FF2B5EF4-FFF2-40B4-BE49-F238E27FC236}">
                  <a16:creationId xmlns:a16="http://schemas.microsoft.com/office/drawing/2014/main" id="{89F46C7F-D2CC-4118-A6B9-72BD98818F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1" y="1575"/>
              <a:ext cx="56" cy="65"/>
            </a:xfrm>
            <a:custGeom>
              <a:avLst/>
              <a:gdLst>
                <a:gd name="T0" fmla="*/ 0 w 35"/>
                <a:gd name="T1" fmla="*/ 0 h 41"/>
                <a:gd name="T2" fmla="*/ 56 w 35"/>
                <a:gd name="T3" fmla="*/ 116 h 41"/>
                <a:gd name="T4" fmla="*/ 144 w 35"/>
                <a:gd name="T5" fmla="*/ 163 h 41"/>
                <a:gd name="T6" fmla="*/ 48 w 35"/>
                <a:gd name="T7" fmla="*/ 82 h 41"/>
                <a:gd name="T8" fmla="*/ 5 w 35"/>
                <a:gd name="T9" fmla="*/ 16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41">
                  <a:moveTo>
                    <a:pt x="0" y="0"/>
                  </a:moveTo>
                  <a:cubicBezTo>
                    <a:pt x="4" y="10"/>
                    <a:pt x="6" y="21"/>
                    <a:pt x="14" y="29"/>
                  </a:cubicBezTo>
                  <a:cubicBezTo>
                    <a:pt x="19" y="35"/>
                    <a:pt x="28" y="38"/>
                    <a:pt x="35" y="41"/>
                  </a:cubicBezTo>
                  <a:cubicBezTo>
                    <a:pt x="26" y="36"/>
                    <a:pt x="19" y="28"/>
                    <a:pt x="12" y="21"/>
                  </a:cubicBezTo>
                  <a:cubicBezTo>
                    <a:pt x="8" y="16"/>
                    <a:pt x="5" y="9"/>
                    <a:pt x="1" y="4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675" name="Freeform 112">
              <a:extLst>
                <a:ext uri="{FF2B5EF4-FFF2-40B4-BE49-F238E27FC236}">
                  <a16:creationId xmlns:a16="http://schemas.microsoft.com/office/drawing/2014/main" id="{25CB7D73-2AF5-4E59-99EA-732C59553E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1" y="731"/>
              <a:ext cx="443" cy="439"/>
            </a:xfrm>
            <a:custGeom>
              <a:avLst/>
              <a:gdLst>
                <a:gd name="T0" fmla="*/ 975 w 278"/>
                <a:gd name="T1" fmla="*/ 410 h 276"/>
                <a:gd name="T2" fmla="*/ 967 w 278"/>
                <a:gd name="T3" fmla="*/ 407 h 276"/>
                <a:gd name="T4" fmla="*/ 959 w 278"/>
                <a:gd name="T5" fmla="*/ 410 h 276"/>
                <a:gd name="T6" fmla="*/ 932 w 278"/>
                <a:gd name="T7" fmla="*/ 496 h 276"/>
                <a:gd name="T8" fmla="*/ 927 w 278"/>
                <a:gd name="T9" fmla="*/ 519 h 276"/>
                <a:gd name="T10" fmla="*/ 902 w 278"/>
                <a:gd name="T11" fmla="*/ 571 h 276"/>
                <a:gd name="T12" fmla="*/ 902 w 278"/>
                <a:gd name="T13" fmla="*/ 571 h 276"/>
                <a:gd name="T14" fmla="*/ 894 w 278"/>
                <a:gd name="T15" fmla="*/ 584 h 276"/>
                <a:gd name="T16" fmla="*/ 513 w 278"/>
                <a:gd name="T17" fmla="*/ 0 h 276"/>
                <a:gd name="T18" fmla="*/ 178 w 278"/>
                <a:gd name="T19" fmla="*/ 560 h 276"/>
                <a:gd name="T20" fmla="*/ 158 w 278"/>
                <a:gd name="T21" fmla="*/ 471 h 276"/>
                <a:gd name="T22" fmla="*/ 150 w 278"/>
                <a:gd name="T23" fmla="*/ 437 h 276"/>
                <a:gd name="T24" fmla="*/ 145 w 278"/>
                <a:gd name="T25" fmla="*/ 423 h 276"/>
                <a:gd name="T26" fmla="*/ 145 w 278"/>
                <a:gd name="T27" fmla="*/ 417 h 276"/>
                <a:gd name="T28" fmla="*/ 134 w 278"/>
                <a:gd name="T29" fmla="*/ 410 h 276"/>
                <a:gd name="T30" fmla="*/ 110 w 278"/>
                <a:gd name="T31" fmla="*/ 437 h 276"/>
                <a:gd name="T32" fmla="*/ 124 w 278"/>
                <a:gd name="T33" fmla="*/ 519 h 276"/>
                <a:gd name="T34" fmla="*/ 142 w 278"/>
                <a:gd name="T35" fmla="*/ 604 h 276"/>
                <a:gd name="T36" fmla="*/ 158 w 278"/>
                <a:gd name="T37" fmla="*/ 660 h 276"/>
                <a:gd name="T38" fmla="*/ 178 w 278"/>
                <a:gd name="T39" fmla="*/ 701 h 276"/>
                <a:gd name="T40" fmla="*/ 218 w 278"/>
                <a:gd name="T41" fmla="*/ 732 h 276"/>
                <a:gd name="T42" fmla="*/ 265 w 278"/>
                <a:gd name="T43" fmla="*/ 881 h 276"/>
                <a:gd name="T44" fmla="*/ 389 w 278"/>
                <a:gd name="T45" fmla="*/ 1042 h 276"/>
                <a:gd name="T46" fmla="*/ 547 w 278"/>
                <a:gd name="T47" fmla="*/ 1110 h 276"/>
                <a:gd name="T48" fmla="*/ 701 w 278"/>
                <a:gd name="T49" fmla="*/ 1042 h 276"/>
                <a:gd name="T50" fmla="*/ 825 w 278"/>
                <a:gd name="T51" fmla="*/ 881 h 276"/>
                <a:gd name="T52" fmla="*/ 878 w 278"/>
                <a:gd name="T53" fmla="*/ 732 h 276"/>
                <a:gd name="T54" fmla="*/ 915 w 278"/>
                <a:gd name="T55" fmla="*/ 701 h 276"/>
                <a:gd name="T56" fmla="*/ 940 w 278"/>
                <a:gd name="T57" fmla="*/ 660 h 276"/>
                <a:gd name="T58" fmla="*/ 950 w 278"/>
                <a:gd name="T59" fmla="*/ 604 h 276"/>
                <a:gd name="T60" fmla="*/ 967 w 278"/>
                <a:gd name="T61" fmla="*/ 519 h 276"/>
                <a:gd name="T62" fmla="*/ 988 w 278"/>
                <a:gd name="T63" fmla="*/ 437 h 276"/>
                <a:gd name="T64" fmla="*/ 975 w 278"/>
                <a:gd name="T65" fmla="*/ 410 h 27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278" h="276">
                  <a:moveTo>
                    <a:pt x="241" y="102"/>
                  </a:moveTo>
                  <a:cubicBezTo>
                    <a:pt x="240" y="102"/>
                    <a:pt x="240" y="101"/>
                    <a:pt x="239" y="101"/>
                  </a:cubicBezTo>
                  <a:cubicBezTo>
                    <a:pt x="239" y="101"/>
                    <a:pt x="238" y="101"/>
                    <a:pt x="237" y="102"/>
                  </a:cubicBezTo>
                  <a:cubicBezTo>
                    <a:pt x="230" y="123"/>
                    <a:pt x="230" y="123"/>
                    <a:pt x="230" y="123"/>
                  </a:cubicBezTo>
                  <a:cubicBezTo>
                    <a:pt x="229" y="129"/>
                    <a:pt x="229" y="129"/>
                    <a:pt x="229" y="129"/>
                  </a:cubicBezTo>
                  <a:cubicBezTo>
                    <a:pt x="228" y="135"/>
                    <a:pt x="223" y="142"/>
                    <a:pt x="223" y="142"/>
                  </a:cubicBezTo>
                  <a:cubicBezTo>
                    <a:pt x="223" y="142"/>
                    <a:pt x="223" y="142"/>
                    <a:pt x="223" y="142"/>
                  </a:cubicBezTo>
                  <a:cubicBezTo>
                    <a:pt x="221" y="145"/>
                    <a:pt x="221" y="145"/>
                    <a:pt x="221" y="145"/>
                  </a:cubicBezTo>
                  <a:cubicBezTo>
                    <a:pt x="219" y="147"/>
                    <a:pt x="278" y="0"/>
                    <a:pt x="127" y="0"/>
                  </a:cubicBezTo>
                  <a:cubicBezTo>
                    <a:pt x="0" y="0"/>
                    <a:pt x="46" y="144"/>
                    <a:pt x="44" y="139"/>
                  </a:cubicBezTo>
                  <a:cubicBezTo>
                    <a:pt x="42" y="131"/>
                    <a:pt x="39" y="117"/>
                    <a:pt x="39" y="117"/>
                  </a:cubicBezTo>
                  <a:cubicBezTo>
                    <a:pt x="39" y="117"/>
                    <a:pt x="38" y="113"/>
                    <a:pt x="37" y="109"/>
                  </a:cubicBezTo>
                  <a:cubicBezTo>
                    <a:pt x="37" y="107"/>
                    <a:pt x="36" y="106"/>
                    <a:pt x="36" y="105"/>
                  </a:cubicBezTo>
                  <a:cubicBezTo>
                    <a:pt x="36" y="105"/>
                    <a:pt x="36" y="105"/>
                    <a:pt x="36" y="104"/>
                  </a:cubicBezTo>
                  <a:cubicBezTo>
                    <a:pt x="36" y="103"/>
                    <a:pt x="33" y="102"/>
                    <a:pt x="33" y="102"/>
                  </a:cubicBezTo>
                  <a:cubicBezTo>
                    <a:pt x="30" y="99"/>
                    <a:pt x="27" y="103"/>
                    <a:pt x="27" y="109"/>
                  </a:cubicBezTo>
                  <a:cubicBezTo>
                    <a:pt x="27" y="115"/>
                    <a:pt x="31" y="125"/>
                    <a:pt x="31" y="129"/>
                  </a:cubicBezTo>
                  <a:cubicBezTo>
                    <a:pt x="31" y="133"/>
                    <a:pt x="33" y="144"/>
                    <a:pt x="35" y="150"/>
                  </a:cubicBezTo>
                  <a:cubicBezTo>
                    <a:pt x="37" y="157"/>
                    <a:pt x="36" y="160"/>
                    <a:pt x="39" y="164"/>
                  </a:cubicBezTo>
                  <a:cubicBezTo>
                    <a:pt x="41" y="168"/>
                    <a:pt x="42" y="171"/>
                    <a:pt x="44" y="174"/>
                  </a:cubicBezTo>
                  <a:cubicBezTo>
                    <a:pt x="46" y="177"/>
                    <a:pt x="51" y="181"/>
                    <a:pt x="54" y="182"/>
                  </a:cubicBezTo>
                  <a:cubicBezTo>
                    <a:pt x="54" y="191"/>
                    <a:pt x="61" y="211"/>
                    <a:pt x="65" y="219"/>
                  </a:cubicBezTo>
                  <a:cubicBezTo>
                    <a:pt x="69" y="228"/>
                    <a:pt x="84" y="251"/>
                    <a:pt x="96" y="259"/>
                  </a:cubicBezTo>
                  <a:cubicBezTo>
                    <a:pt x="107" y="267"/>
                    <a:pt x="114" y="276"/>
                    <a:pt x="135" y="276"/>
                  </a:cubicBezTo>
                  <a:cubicBezTo>
                    <a:pt x="155" y="276"/>
                    <a:pt x="162" y="267"/>
                    <a:pt x="173" y="259"/>
                  </a:cubicBezTo>
                  <a:cubicBezTo>
                    <a:pt x="185" y="251"/>
                    <a:pt x="200" y="229"/>
                    <a:pt x="204" y="219"/>
                  </a:cubicBezTo>
                  <a:cubicBezTo>
                    <a:pt x="208" y="210"/>
                    <a:pt x="216" y="191"/>
                    <a:pt x="217" y="182"/>
                  </a:cubicBezTo>
                  <a:cubicBezTo>
                    <a:pt x="219" y="181"/>
                    <a:pt x="224" y="177"/>
                    <a:pt x="226" y="174"/>
                  </a:cubicBezTo>
                  <a:cubicBezTo>
                    <a:pt x="229" y="171"/>
                    <a:pt x="229" y="168"/>
                    <a:pt x="232" y="164"/>
                  </a:cubicBezTo>
                  <a:cubicBezTo>
                    <a:pt x="234" y="160"/>
                    <a:pt x="233" y="157"/>
                    <a:pt x="235" y="150"/>
                  </a:cubicBezTo>
                  <a:cubicBezTo>
                    <a:pt x="238" y="144"/>
                    <a:pt x="239" y="133"/>
                    <a:pt x="239" y="129"/>
                  </a:cubicBezTo>
                  <a:cubicBezTo>
                    <a:pt x="239" y="125"/>
                    <a:pt x="244" y="115"/>
                    <a:pt x="244" y="109"/>
                  </a:cubicBezTo>
                  <a:cubicBezTo>
                    <a:pt x="244" y="106"/>
                    <a:pt x="242" y="103"/>
                    <a:pt x="241" y="102"/>
                  </a:cubicBezTo>
                </a:path>
              </a:pathLst>
            </a:custGeom>
            <a:solidFill>
              <a:srgbClr val="F6E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676" name="Freeform 113">
              <a:extLst>
                <a:ext uri="{FF2B5EF4-FFF2-40B4-BE49-F238E27FC236}">
                  <a16:creationId xmlns:a16="http://schemas.microsoft.com/office/drawing/2014/main" id="{902069A1-6323-4547-A2CF-9ADFE92FE5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9" y="933"/>
              <a:ext cx="21" cy="43"/>
            </a:xfrm>
            <a:custGeom>
              <a:avLst/>
              <a:gdLst>
                <a:gd name="T0" fmla="*/ 55 w 13"/>
                <a:gd name="T1" fmla="*/ 16 h 27"/>
                <a:gd name="T2" fmla="*/ 47 w 13"/>
                <a:gd name="T3" fmla="*/ 108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27">
                  <a:moveTo>
                    <a:pt x="13" y="4"/>
                  </a:moveTo>
                  <a:cubicBezTo>
                    <a:pt x="0" y="0"/>
                    <a:pt x="8" y="25"/>
                    <a:pt x="11" y="27"/>
                  </a:cubicBezTo>
                </a:path>
              </a:pathLst>
            </a:custGeom>
            <a:solidFill>
              <a:srgbClr val="EFCA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677" name="Freeform 114">
              <a:extLst>
                <a:ext uri="{FF2B5EF4-FFF2-40B4-BE49-F238E27FC236}">
                  <a16:creationId xmlns:a16="http://schemas.microsoft.com/office/drawing/2014/main" id="{F18EF3DA-3A05-4E58-95E3-423C211E9F6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4" y="944"/>
              <a:ext cx="15" cy="34"/>
            </a:xfrm>
            <a:custGeom>
              <a:avLst/>
              <a:gdLst>
                <a:gd name="T0" fmla="*/ 8 w 9"/>
                <a:gd name="T1" fmla="*/ 0 h 21"/>
                <a:gd name="T2" fmla="*/ 0 w 9"/>
                <a:gd name="T3" fmla="*/ 89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1">
                  <a:moveTo>
                    <a:pt x="2" y="0"/>
                  </a:moveTo>
                  <a:cubicBezTo>
                    <a:pt x="9" y="3"/>
                    <a:pt x="5" y="17"/>
                    <a:pt x="0" y="21"/>
                  </a:cubicBezTo>
                </a:path>
              </a:pathLst>
            </a:custGeom>
            <a:solidFill>
              <a:srgbClr val="EFCA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678" name="Freeform 115">
              <a:extLst>
                <a:ext uri="{FF2B5EF4-FFF2-40B4-BE49-F238E27FC236}">
                  <a16:creationId xmlns:a16="http://schemas.microsoft.com/office/drawing/2014/main" id="{CE53211C-A5EE-40AD-B4D9-BC747CBC06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3" y="992"/>
              <a:ext cx="91" cy="46"/>
            </a:xfrm>
            <a:custGeom>
              <a:avLst/>
              <a:gdLst>
                <a:gd name="T0" fmla="*/ 187 w 57"/>
                <a:gd name="T1" fmla="*/ 5 h 29"/>
                <a:gd name="T2" fmla="*/ 212 w 57"/>
                <a:gd name="T3" fmla="*/ 81 h 29"/>
                <a:gd name="T4" fmla="*/ 176 w 57"/>
                <a:gd name="T5" fmla="*/ 82 h 29"/>
                <a:gd name="T6" fmla="*/ 123 w 57"/>
                <a:gd name="T7" fmla="*/ 111 h 29"/>
                <a:gd name="T8" fmla="*/ 107 w 57"/>
                <a:gd name="T9" fmla="*/ 111 h 29"/>
                <a:gd name="T10" fmla="*/ 56 w 57"/>
                <a:gd name="T11" fmla="*/ 81 h 29"/>
                <a:gd name="T12" fmla="*/ 16 w 57"/>
                <a:gd name="T13" fmla="*/ 76 h 29"/>
                <a:gd name="T14" fmla="*/ 35 w 57"/>
                <a:gd name="T15" fmla="*/ 0 h 29"/>
                <a:gd name="T16" fmla="*/ 16 w 57"/>
                <a:gd name="T17" fmla="*/ 43 h 29"/>
                <a:gd name="T18" fmla="*/ 42 w 57"/>
                <a:gd name="T19" fmla="*/ 81 h 29"/>
                <a:gd name="T20" fmla="*/ 77 w 57"/>
                <a:gd name="T21" fmla="*/ 90 h 29"/>
                <a:gd name="T22" fmla="*/ 166 w 57"/>
                <a:gd name="T23" fmla="*/ 82 h 29"/>
                <a:gd name="T24" fmla="*/ 187 w 57"/>
                <a:gd name="T25" fmla="*/ 81 h 29"/>
                <a:gd name="T26" fmla="*/ 217 w 57"/>
                <a:gd name="T27" fmla="*/ 60 h 29"/>
                <a:gd name="T28" fmla="*/ 187 w 57"/>
                <a:gd name="T29" fmla="*/ 5 h 29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57" h="29">
                  <a:moveTo>
                    <a:pt x="46" y="1"/>
                  </a:moveTo>
                  <a:cubicBezTo>
                    <a:pt x="50" y="8"/>
                    <a:pt x="57" y="13"/>
                    <a:pt x="52" y="20"/>
                  </a:cubicBezTo>
                  <a:cubicBezTo>
                    <a:pt x="48" y="25"/>
                    <a:pt x="46" y="20"/>
                    <a:pt x="43" y="21"/>
                  </a:cubicBezTo>
                  <a:cubicBezTo>
                    <a:pt x="40" y="22"/>
                    <a:pt x="37" y="26"/>
                    <a:pt x="30" y="28"/>
                  </a:cubicBezTo>
                  <a:cubicBezTo>
                    <a:pt x="28" y="28"/>
                    <a:pt x="27" y="28"/>
                    <a:pt x="26" y="28"/>
                  </a:cubicBezTo>
                  <a:cubicBezTo>
                    <a:pt x="19" y="26"/>
                    <a:pt x="16" y="21"/>
                    <a:pt x="14" y="20"/>
                  </a:cubicBezTo>
                  <a:cubicBezTo>
                    <a:pt x="10" y="19"/>
                    <a:pt x="8" y="24"/>
                    <a:pt x="4" y="19"/>
                  </a:cubicBezTo>
                  <a:cubicBezTo>
                    <a:pt x="0" y="12"/>
                    <a:pt x="4" y="11"/>
                    <a:pt x="9" y="0"/>
                  </a:cubicBezTo>
                  <a:cubicBezTo>
                    <a:pt x="9" y="0"/>
                    <a:pt x="7" y="3"/>
                    <a:pt x="4" y="11"/>
                  </a:cubicBezTo>
                  <a:cubicBezTo>
                    <a:pt x="1" y="19"/>
                    <a:pt x="7" y="21"/>
                    <a:pt x="10" y="20"/>
                  </a:cubicBezTo>
                  <a:cubicBezTo>
                    <a:pt x="13" y="19"/>
                    <a:pt x="14" y="18"/>
                    <a:pt x="19" y="23"/>
                  </a:cubicBezTo>
                  <a:cubicBezTo>
                    <a:pt x="23" y="28"/>
                    <a:pt x="31" y="29"/>
                    <a:pt x="41" y="21"/>
                  </a:cubicBezTo>
                  <a:cubicBezTo>
                    <a:pt x="44" y="19"/>
                    <a:pt x="45" y="20"/>
                    <a:pt x="46" y="20"/>
                  </a:cubicBezTo>
                  <a:cubicBezTo>
                    <a:pt x="48" y="21"/>
                    <a:pt x="52" y="22"/>
                    <a:pt x="53" y="15"/>
                  </a:cubicBezTo>
                  <a:cubicBezTo>
                    <a:pt x="54" y="9"/>
                    <a:pt x="46" y="6"/>
                    <a:pt x="4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679" name="Freeform 116">
              <a:extLst>
                <a:ext uri="{FF2B5EF4-FFF2-40B4-BE49-F238E27FC236}">
                  <a16:creationId xmlns:a16="http://schemas.microsoft.com/office/drawing/2014/main" id="{051A7D90-7234-4920-B007-E998466BFF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7" y="896"/>
              <a:ext cx="16" cy="31"/>
            </a:xfrm>
            <a:custGeom>
              <a:avLst/>
              <a:gdLst>
                <a:gd name="T0" fmla="*/ 42 w 10"/>
                <a:gd name="T1" fmla="*/ 83 h 19"/>
                <a:gd name="T2" fmla="*/ 0 w 10"/>
                <a:gd name="T3" fmla="*/ 54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9">
                  <a:moveTo>
                    <a:pt x="10" y="19"/>
                  </a:moveTo>
                  <a:cubicBezTo>
                    <a:pt x="8" y="13"/>
                    <a:pt x="2" y="0"/>
                    <a:pt x="0" y="12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680" name="Freeform 117">
              <a:extLst>
                <a:ext uri="{FF2B5EF4-FFF2-40B4-BE49-F238E27FC236}">
                  <a16:creationId xmlns:a16="http://schemas.microsoft.com/office/drawing/2014/main" id="{66CDEAB2-B4E0-484E-B147-BDB60C827B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0" y="955"/>
              <a:ext cx="12" cy="34"/>
            </a:xfrm>
            <a:custGeom>
              <a:avLst/>
              <a:gdLst>
                <a:gd name="T0" fmla="*/ 8 w 8"/>
                <a:gd name="T1" fmla="*/ 0 h 21"/>
                <a:gd name="T2" fmla="*/ 8 w 8"/>
                <a:gd name="T3" fmla="*/ 50 h 21"/>
                <a:gd name="T4" fmla="*/ 18 w 8"/>
                <a:gd name="T5" fmla="*/ 89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21">
                  <a:moveTo>
                    <a:pt x="2" y="0"/>
                  </a:moveTo>
                  <a:cubicBezTo>
                    <a:pt x="0" y="3"/>
                    <a:pt x="0" y="6"/>
                    <a:pt x="2" y="12"/>
                  </a:cubicBezTo>
                  <a:cubicBezTo>
                    <a:pt x="3" y="18"/>
                    <a:pt x="8" y="15"/>
                    <a:pt x="5" y="21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681" name="Freeform 118">
              <a:extLst>
                <a:ext uri="{FF2B5EF4-FFF2-40B4-BE49-F238E27FC236}">
                  <a16:creationId xmlns:a16="http://schemas.microsoft.com/office/drawing/2014/main" id="{A87D8B03-7016-4936-B28E-4808A5D32E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0" y="914"/>
              <a:ext cx="8" cy="22"/>
            </a:xfrm>
            <a:custGeom>
              <a:avLst/>
              <a:gdLst>
                <a:gd name="T0" fmla="*/ 16 w 5"/>
                <a:gd name="T1" fmla="*/ 0 h 14"/>
                <a:gd name="T2" fmla="*/ 0 w 5"/>
                <a:gd name="T3" fmla="*/ 55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4">
                  <a:moveTo>
                    <a:pt x="4" y="0"/>
                  </a:moveTo>
                  <a:cubicBezTo>
                    <a:pt x="5" y="3"/>
                    <a:pt x="0" y="8"/>
                    <a:pt x="0" y="14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682" name="Freeform 119">
              <a:extLst>
                <a:ext uri="{FF2B5EF4-FFF2-40B4-BE49-F238E27FC236}">
                  <a16:creationId xmlns:a16="http://schemas.microsoft.com/office/drawing/2014/main" id="{70D27BEA-6ED0-4CDA-995A-3D438EFA21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7" y="989"/>
              <a:ext cx="10" cy="31"/>
            </a:xfrm>
            <a:custGeom>
              <a:avLst/>
              <a:gdLst>
                <a:gd name="T0" fmla="*/ 0 w 6"/>
                <a:gd name="T1" fmla="*/ 0 h 20"/>
                <a:gd name="T2" fmla="*/ 28 w 6"/>
                <a:gd name="T3" fmla="*/ 74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0">
                  <a:moveTo>
                    <a:pt x="0" y="0"/>
                  </a:moveTo>
                  <a:cubicBezTo>
                    <a:pt x="2" y="7"/>
                    <a:pt x="2" y="10"/>
                    <a:pt x="6" y="20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683" name="Freeform 120">
              <a:extLst>
                <a:ext uri="{FF2B5EF4-FFF2-40B4-BE49-F238E27FC236}">
                  <a16:creationId xmlns:a16="http://schemas.microsoft.com/office/drawing/2014/main" id="{4C01A49E-D603-4201-BF33-E82948697D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9" y="896"/>
              <a:ext cx="16" cy="31"/>
            </a:xfrm>
            <a:custGeom>
              <a:avLst/>
              <a:gdLst>
                <a:gd name="T0" fmla="*/ 0 w 10"/>
                <a:gd name="T1" fmla="*/ 83 h 19"/>
                <a:gd name="T2" fmla="*/ 42 w 10"/>
                <a:gd name="T3" fmla="*/ 54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9">
                  <a:moveTo>
                    <a:pt x="0" y="19"/>
                  </a:moveTo>
                  <a:cubicBezTo>
                    <a:pt x="2" y="13"/>
                    <a:pt x="8" y="0"/>
                    <a:pt x="10" y="12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684" name="Freeform 121">
              <a:extLst>
                <a:ext uri="{FF2B5EF4-FFF2-40B4-BE49-F238E27FC236}">
                  <a16:creationId xmlns:a16="http://schemas.microsoft.com/office/drawing/2014/main" id="{4ABA8481-49DC-42B0-AF2A-39AEFEA2F4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2" y="955"/>
              <a:ext cx="12" cy="34"/>
            </a:xfrm>
            <a:custGeom>
              <a:avLst/>
              <a:gdLst>
                <a:gd name="T0" fmla="*/ 21 w 8"/>
                <a:gd name="T1" fmla="*/ 0 h 21"/>
                <a:gd name="T2" fmla="*/ 21 w 8"/>
                <a:gd name="T3" fmla="*/ 50 h 21"/>
                <a:gd name="T4" fmla="*/ 8 w 8"/>
                <a:gd name="T5" fmla="*/ 89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21">
                  <a:moveTo>
                    <a:pt x="6" y="0"/>
                  </a:moveTo>
                  <a:cubicBezTo>
                    <a:pt x="8" y="3"/>
                    <a:pt x="7" y="6"/>
                    <a:pt x="6" y="12"/>
                  </a:cubicBezTo>
                  <a:cubicBezTo>
                    <a:pt x="4" y="18"/>
                    <a:pt x="0" y="15"/>
                    <a:pt x="2" y="21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685" name="Freeform 122">
              <a:extLst>
                <a:ext uri="{FF2B5EF4-FFF2-40B4-BE49-F238E27FC236}">
                  <a16:creationId xmlns:a16="http://schemas.microsoft.com/office/drawing/2014/main" id="{C09A78E7-E576-4146-9AA8-E07AC9EB83F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4" y="914"/>
              <a:ext cx="9" cy="22"/>
            </a:xfrm>
            <a:custGeom>
              <a:avLst/>
              <a:gdLst>
                <a:gd name="T0" fmla="*/ 5 w 6"/>
                <a:gd name="T1" fmla="*/ 0 h 14"/>
                <a:gd name="T2" fmla="*/ 18 w 6"/>
                <a:gd name="T3" fmla="*/ 55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4">
                  <a:moveTo>
                    <a:pt x="1" y="0"/>
                  </a:moveTo>
                  <a:cubicBezTo>
                    <a:pt x="0" y="3"/>
                    <a:pt x="6" y="8"/>
                    <a:pt x="5" y="14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686" name="Freeform 123">
              <a:extLst>
                <a:ext uri="{FF2B5EF4-FFF2-40B4-BE49-F238E27FC236}">
                  <a16:creationId xmlns:a16="http://schemas.microsoft.com/office/drawing/2014/main" id="{635B4888-FE1E-4C4E-AC5F-898A884AFC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5" y="987"/>
              <a:ext cx="7" cy="35"/>
            </a:xfrm>
            <a:custGeom>
              <a:avLst/>
              <a:gdLst>
                <a:gd name="T0" fmla="*/ 21 w 4"/>
                <a:gd name="T1" fmla="*/ 0 h 22"/>
                <a:gd name="T2" fmla="*/ 0 w 4"/>
                <a:gd name="T3" fmla="*/ 89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2">
                  <a:moveTo>
                    <a:pt x="4" y="0"/>
                  </a:moveTo>
                  <a:cubicBezTo>
                    <a:pt x="3" y="8"/>
                    <a:pt x="4" y="11"/>
                    <a:pt x="0" y="22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687" name="Freeform 124">
              <a:extLst>
                <a:ext uri="{FF2B5EF4-FFF2-40B4-BE49-F238E27FC236}">
                  <a16:creationId xmlns:a16="http://schemas.microsoft.com/office/drawing/2014/main" id="{63CC320D-BC7C-4ED0-988E-4E44ED14119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4" y="889"/>
              <a:ext cx="346" cy="281"/>
            </a:xfrm>
            <a:custGeom>
              <a:avLst/>
              <a:gdLst>
                <a:gd name="T0" fmla="*/ 69 w 217"/>
                <a:gd name="T1" fmla="*/ 156 h 177"/>
                <a:gd name="T2" fmla="*/ 48 w 217"/>
                <a:gd name="T3" fmla="*/ 73 h 177"/>
                <a:gd name="T4" fmla="*/ 41 w 217"/>
                <a:gd name="T5" fmla="*/ 35 h 177"/>
                <a:gd name="T6" fmla="*/ 35 w 217"/>
                <a:gd name="T7" fmla="*/ 21 h 177"/>
                <a:gd name="T8" fmla="*/ 35 w 217"/>
                <a:gd name="T9" fmla="*/ 21 h 177"/>
                <a:gd name="T10" fmla="*/ 26 w 217"/>
                <a:gd name="T11" fmla="*/ 8 h 177"/>
                <a:gd name="T12" fmla="*/ 0 w 217"/>
                <a:gd name="T13" fmla="*/ 35 h 177"/>
                <a:gd name="T14" fmla="*/ 16 w 217"/>
                <a:gd name="T15" fmla="*/ 121 h 177"/>
                <a:gd name="T16" fmla="*/ 33 w 217"/>
                <a:gd name="T17" fmla="*/ 205 h 177"/>
                <a:gd name="T18" fmla="*/ 48 w 217"/>
                <a:gd name="T19" fmla="*/ 257 h 177"/>
                <a:gd name="T20" fmla="*/ 69 w 217"/>
                <a:gd name="T21" fmla="*/ 300 h 177"/>
                <a:gd name="T22" fmla="*/ 110 w 217"/>
                <a:gd name="T23" fmla="*/ 327 h 177"/>
                <a:gd name="T24" fmla="*/ 155 w 217"/>
                <a:gd name="T25" fmla="*/ 481 h 177"/>
                <a:gd name="T26" fmla="*/ 279 w 217"/>
                <a:gd name="T27" fmla="*/ 640 h 177"/>
                <a:gd name="T28" fmla="*/ 437 w 217"/>
                <a:gd name="T29" fmla="*/ 708 h 177"/>
                <a:gd name="T30" fmla="*/ 593 w 217"/>
                <a:gd name="T31" fmla="*/ 640 h 177"/>
                <a:gd name="T32" fmla="*/ 718 w 217"/>
                <a:gd name="T33" fmla="*/ 481 h 177"/>
                <a:gd name="T34" fmla="*/ 770 w 217"/>
                <a:gd name="T35" fmla="*/ 327 h 177"/>
                <a:gd name="T36" fmla="*/ 805 w 217"/>
                <a:gd name="T37" fmla="*/ 300 h 177"/>
                <a:gd name="T38" fmla="*/ 831 w 217"/>
                <a:gd name="T39" fmla="*/ 257 h 177"/>
                <a:gd name="T40" fmla="*/ 843 w 217"/>
                <a:gd name="T41" fmla="*/ 205 h 177"/>
                <a:gd name="T42" fmla="*/ 859 w 217"/>
                <a:gd name="T43" fmla="*/ 121 h 177"/>
                <a:gd name="T44" fmla="*/ 880 w 217"/>
                <a:gd name="T45" fmla="*/ 35 h 177"/>
                <a:gd name="T46" fmla="*/ 867 w 217"/>
                <a:gd name="T47" fmla="*/ 8 h 177"/>
                <a:gd name="T48" fmla="*/ 859 w 217"/>
                <a:gd name="T49" fmla="*/ 5 h 177"/>
                <a:gd name="T50" fmla="*/ 851 w 217"/>
                <a:gd name="T51" fmla="*/ 8 h 177"/>
                <a:gd name="T52" fmla="*/ 824 w 217"/>
                <a:gd name="T53" fmla="*/ 95 h 177"/>
                <a:gd name="T54" fmla="*/ 818 w 217"/>
                <a:gd name="T55" fmla="*/ 121 h 177"/>
                <a:gd name="T56" fmla="*/ 796 w 217"/>
                <a:gd name="T57" fmla="*/ 171 h 177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217" h="177">
                  <a:moveTo>
                    <a:pt x="17" y="39"/>
                  </a:moveTo>
                  <a:cubicBezTo>
                    <a:pt x="15" y="32"/>
                    <a:pt x="12" y="18"/>
                    <a:pt x="12" y="18"/>
                  </a:cubicBezTo>
                  <a:cubicBezTo>
                    <a:pt x="12" y="18"/>
                    <a:pt x="11" y="13"/>
                    <a:pt x="10" y="9"/>
                  </a:cubicBezTo>
                  <a:cubicBezTo>
                    <a:pt x="10" y="8"/>
                    <a:pt x="9" y="6"/>
                    <a:pt x="9" y="5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4"/>
                    <a:pt x="6" y="2"/>
                    <a:pt x="6" y="2"/>
                  </a:cubicBezTo>
                  <a:cubicBezTo>
                    <a:pt x="3" y="0"/>
                    <a:pt x="0" y="4"/>
                    <a:pt x="0" y="9"/>
                  </a:cubicBezTo>
                  <a:cubicBezTo>
                    <a:pt x="0" y="15"/>
                    <a:pt x="4" y="26"/>
                    <a:pt x="4" y="30"/>
                  </a:cubicBezTo>
                  <a:cubicBezTo>
                    <a:pt x="4" y="34"/>
                    <a:pt x="6" y="44"/>
                    <a:pt x="8" y="51"/>
                  </a:cubicBezTo>
                  <a:cubicBezTo>
                    <a:pt x="10" y="57"/>
                    <a:pt x="9" y="60"/>
                    <a:pt x="12" y="64"/>
                  </a:cubicBezTo>
                  <a:cubicBezTo>
                    <a:pt x="14" y="68"/>
                    <a:pt x="15" y="72"/>
                    <a:pt x="17" y="75"/>
                  </a:cubicBezTo>
                  <a:cubicBezTo>
                    <a:pt x="19" y="78"/>
                    <a:pt x="24" y="82"/>
                    <a:pt x="27" y="82"/>
                  </a:cubicBezTo>
                  <a:cubicBezTo>
                    <a:pt x="27" y="91"/>
                    <a:pt x="34" y="111"/>
                    <a:pt x="38" y="120"/>
                  </a:cubicBezTo>
                  <a:cubicBezTo>
                    <a:pt x="42" y="128"/>
                    <a:pt x="57" y="151"/>
                    <a:pt x="69" y="160"/>
                  </a:cubicBezTo>
                  <a:cubicBezTo>
                    <a:pt x="80" y="167"/>
                    <a:pt x="87" y="176"/>
                    <a:pt x="108" y="177"/>
                  </a:cubicBezTo>
                  <a:cubicBezTo>
                    <a:pt x="128" y="176"/>
                    <a:pt x="135" y="167"/>
                    <a:pt x="146" y="160"/>
                  </a:cubicBezTo>
                  <a:cubicBezTo>
                    <a:pt x="158" y="151"/>
                    <a:pt x="173" y="130"/>
                    <a:pt x="177" y="120"/>
                  </a:cubicBezTo>
                  <a:cubicBezTo>
                    <a:pt x="181" y="110"/>
                    <a:pt x="189" y="91"/>
                    <a:pt x="190" y="82"/>
                  </a:cubicBezTo>
                  <a:cubicBezTo>
                    <a:pt x="192" y="82"/>
                    <a:pt x="197" y="78"/>
                    <a:pt x="199" y="75"/>
                  </a:cubicBezTo>
                  <a:cubicBezTo>
                    <a:pt x="202" y="72"/>
                    <a:pt x="202" y="68"/>
                    <a:pt x="205" y="64"/>
                  </a:cubicBezTo>
                  <a:cubicBezTo>
                    <a:pt x="207" y="60"/>
                    <a:pt x="206" y="57"/>
                    <a:pt x="208" y="51"/>
                  </a:cubicBezTo>
                  <a:cubicBezTo>
                    <a:pt x="211" y="44"/>
                    <a:pt x="212" y="34"/>
                    <a:pt x="212" y="30"/>
                  </a:cubicBezTo>
                  <a:cubicBezTo>
                    <a:pt x="212" y="26"/>
                    <a:pt x="217" y="15"/>
                    <a:pt x="217" y="9"/>
                  </a:cubicBezTo>
                  <a:cubicBezTo>
                    <a:pt x="217" y="6"/>
                    <a:pt x="215" y="3"/>
                    <a:pt x="214" y="2"/>
                  </a:cubicBezTo>
                  <a:cubicBezTo>
                    <a:pt x="213" y="2"/>
                    <a:pt x="213" y="2"/>
                    <a:pt x="212" y="1"/>
                  </a:cubicBezTo>
                  <a:cubicBezTo>
                    <a:pt x="212" y="1"/>
                    <a:pt x="211" y="1"/>
                    <a:pt x="210" y="2"/>
                  </a:cubicBezTo>
                  <a:cubicBezTo>
                    <a:pt x="203" y="24"/>
                    <a:pt x="203" y="24"/>
                    <a:pt x="203" y="24"/>
                  </a:cubicBezTo>
                  <a:cubicBezTo>
                    <a:pt x="202" y="30"/>
                    <a:pt x="202" y="30"/>
                    <a:pt x="202" y="30"/>
                  </a:cubicBezTo>
                  <a:cubicBezTo>
                    <a:pt x="201" y="36"/>
                    <a:pt x="196" y="43"/>
                    <a:pt x="196" y="43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688" name="Freeform 125">
              <a:extLst>
                <a:ext uri="{FF2B5EF4-FFF2-40B4-BE49-F238E27FC236}">
                  <a16:creationId xmlns:a16="http://schemas.microsoft.com/office/drawing/2014/main" id="{0F888FB0-B5AF-48AA-96A3-2766C849CFC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9" y="1071"/>
              <a:ext cx="110" cy="42"/>
            </a:xfrm>
            <a:custGeom>
              <a:avLst/>
              <a:gdLst>
                <a:gd name="T0" fmla="*/ 0 w 69"/>
                <a:gd name="T1" fmla="*/ 39 h 26"/>
                <a:gd name="T2" fmla="*/ 61 w 69"/>
                <a:gd name="T3" fmla="*/ 21 h 26"/>
                <a:gd name="T4" fmla="*/ 129 w 69"/>
                <a:gd name="T5" fmla="*/ 13 h 26"/>
                <a:gd name="T6" fmla="*/ 145 w 69"/>
                <a:gd name="T7" fmla="*/ 16 h 26"/>
                <a:gd name="T8" fmla="*/ 166 w 69"/>
                <a:gd name="T9" fmla="*/ 8 h 26"/>
                <a:gd name="T10" fmla="*/ 204 w 69"/>
                <a:gd name="T11" fmla="*/ 13 h 26"/>
                <a:gd name="T12" fmla="*/ 279 w 69"/>
                <a:gd name="T13" fmla="*/ 39 h 26"/>
                <a:gd name="T14" fmla="*/ 244 w 69"/>
                <a:gd name="T15" fmla="*/ 76 h 26"/>
                <a:gd name="T16" fmla="*/ 150 w 69"/>
                <a:gd name="T17" fmla="*/ 110 h 26"/>
                <a:gd name="T18" fmla="*/ 73 w 69"/>
                <a:gd name="T19" fmla="*/ 94 h 26"/>
                <a:gd name="T20" fmla="*/ 0 w 69"/>
                <a:gd name="T21" fmla="*/ 39 h 2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9" h="26">
                  <a:moveTo>
                    <a:pt x="0" y="9"/>
                  </a:moveTo>
                  <a:cubicBezTo>
                    <a:pt x="0" y="9"/>
                    <a:pt x="5" y="12"/>
                    <a:pt x="15" y="5"/>
                  </a:cubicBezTo>
                  <a:cubicBezTo>
                    <a:pt x="19" y="2"/>
                    <a:pt x="27" y="0"/>
                    <a:pt x="32" y="3"/>
                  </a:cubicBezTo>
                  <a:cubicBezTo>
                    <a:pt x="36" y="5"/>
                    <a:pt x="36" y="4"/>
                    <a:pt x="36" y="4"/>
                  </a:cubicBezTo>
                  <a:cubicBezTo>
                    <a:pt x="36" y="4"/>
                    <a:pt x="38" y="3"/>
                    <a:pt x="41" y="2"/>
                  </a:cubicBezTo>
                  <a:cubicBezTo>
                    <a:pt x="44" y="2"/>
                    <a:pt x="47" y="2"/>
                    <a:pt x="50" y="3"/>
                  </a:cubicBezTo>
                  <a:cubicBezTo>
                    <a:pt x="53" y="4"/>
                    <a:pt x="61" y="11"/>
                    <a:pt x="69" y="9"/>
                  </a:cubicBezTo>
                  <a:cubicBezTo>
                    <a:pt x="69" y="9"/>
                    <a:pt x="66" y="13"/>
                    <a:pt x="60" y="18"/>
                  </a:cubicBezTo>
                  <a:cubicBezTo>
                    <a:pt x="54" y="24"/>
                    <a:pt x="43" y="25"/>
                    <a:pt x="37" y="26"/>
                  </a:cubicBezTo>
                  <a:cubicBezTo>
                    <a:pt x="31" y="26"/>
                    <a:pt x="21" y="24"/>
                    <a:pt x="18" y="22"/>
                  </a:cubicBezTo>
                  <a:cubicBezTo>
                    <a:pt x="8" y="18"/>
                    <a:pt x="7" y="12"/>
                    <a:pt x="0" y="9"/>
                  </a:cubicBezTo>
                  <a:close/>
                </a:path>
              </a:pathLst>
            </a:custGeom>
            <a:solidFill>
              <a:srgbClr val="F9CA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689" name="Freeform 126">
              <a:extLst>
                <a:ext uri="{FF2B5EF4-FFF2-40B4-BE49-F238E27FC236}">
                  <a16:creationId xmlns:a16="http://schemas.microsoft.com/office/drawing/2014/main" id="{7A813488-6D0C-4763-964E-8140AF5675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7" y="1065"/>
              <a:ext cx="115" cy="30"/>
            </a:xfrm>
            <a:custGeom>
              <a:avLst/>
              <a:gdLst>
                <a:gd name="T0" fmla="*/ 149 w 72"/>
                <a:gd name="T1" fmla="*/ 35 h 19"/>
                <a:gd name="T2" fmla="*/ 294 w 72"/>
                <a:gd name="T3" fmla="*/ 47 h 19"/>
                <a:gd name="T4" fmla="*/ 257 w 72"/>
                <a:gd name="T5" fmla="*/ 47 h 19"/>
                <a:gd name="T6" fmla="*/ 219 w 72"/>
                <a:gd name="T7" fmla="*/ 33 h 19"/>
                <a:gd name="T8" fmla="*/ 150 w 72"/>
                <a:gd name="T9" fmla="*/ 27 h 19"/>
                <a:gd name="T10" fmla="*/ 150 w 72"/>
                <a:gd name="T11" fmla="*/ 27 h 19"/>
                <a:gd name="T12" fmla="*/ 81 w 72"/>
                <a:gd name="T13" fmla="*/ 33 h 19"/>
                <a:gd name="T14" fmla="*/ 42 w 72"/>
                <a:gd name="T15" fmla="*/ 47 h 19"/>
                <a:gd name="T16" fmla="*/ 0 w 72"/>
                <a:gd name="T17" fmla="*/ 47 h 19"/>
                <a:gd name="T18" fmla="*/ 149 w 72"/>
                <a:gd name="T19" fmla="*/ 35 h 1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2" h="19">
                  <a:moveTo>
                    <a:pt x="36" y="9"/>
                  </a:moveTo>
                  <a:cubicBezTo>
                    <a:pt x="49" y="0"/>
                    <a:pt x="59" y="18"/>
                    <a:pt x="72" y="12"/>
                  </a:cubicBezTo>
                  <a:cubicBezTo>
                    <a:pt x="69" y="13"/>
                    <a:pt x="66" y="14"/>
                    <a:pt x="63" y="12"/>
                  </a:cubicBezTo>
                  <a:cubicBezTo>
                    <a:pt x="61" y="10"/>
                    <a:pt x="57" y="9"/>
                    <a:pt x="54" y="8"/>
                  </a:cubicBezTo>
                  <a:cubicBezTo>
                    <a:pt x="47" y="5"/>
                    <a:pt x="43" y="5"/>
                    <a:pt x="37" y="7"/>
                  </a:cubicBezTo>
                  <a:cubicBezTo>
                    <a:pt x="37" y="7"/>
                    <a:pt x="37" y="7"/>
                    <a:pt x="37" y="7"/>
                  </a:cubicBezTo>
                  <a:cubicBezTo>
                    <a:pt x="30" y="5"/>
                    <a:pt x="27" y="5"/>
                    <a:pt x="20" y="8"/>
                  </a:cubicBezTo>
                  <a:cubicBezTo>
                    <a:pt x="16" y="9"/>
                    <a:pt x="12" y="10"/>
                    <a:pt x="10" y="12"/>
                  </a:cubicBezTo>
                  <a:cubicBezTo>
                    <a:pt x="7" y="13"/>
                    <a:pt x="3" y="14"/>
                    <a:pt x="0" y="12"/>
                  </a:cubicBezTo>
                  <a:cubicBezTo>
                    <a:pt x="11" y="19"/>
                    <a:pt x="24" y="0"/>
                    <a:pt x="36" y="9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690" name="Freeform 127">
              <a:extLst>
                <a:ext uri="{FF2B5EF4-FFF2-40B4-BE49-F238E27FC236}">
                  <a16:creationId xmlns:a16="http://schemas.microsoft.com/office/drawing/2014/main" id="{C86977A2-2197-41F3-8439-0C850194003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8" y="1094"/>
              <a:ext cx="91" cy="44"/>
            </a:xfrm>
            <a:custGeom>
              <a:avLst/>
              <a:gdLst>
                <a:gd name="T0" fmla="*/ 0 w 57"/>
                <a:gd name="T1" fmla="*/ 0 h 28"/>
                <a:gd name="T2" fmla="*/ 231 w 57"/>
                <a:gd name="T3" fmla="*/ 5 h 28"/>
                <a:gd name="T4" fmla="*/ 0 w 57"/>
                <a:gd name="T5" fmla="*/ 0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7" h="28">
                  <a:moveTo>
                    <a:pt x="0" y="0"/>
                  </a:moveTo>
                  <a:cubicBezTo>
                    <a:pt x="0" y="0"/>
                    <a:pt x="29" y="24"/>
                    <a:pt x="57" y="1"/>
                  </a:cubicBezTo>
                  <a:cubicBezTo>
                    <a:pt x="57" y="1"/>
                    <a:pt x="33" y="28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691" name="Freeform 128">
              <a:extLst>
                <a:ext uri="{FF2B5EF4-FFF2-40B4-BE49-F238E27FC236}">
                  <a16:creationId xmlns:a16="http://schemas.microsoft.com/office/drawing/2014/main" id="{5A3FEE0C-B3D2-4287-89F6-255B70420E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8" y="1089"/>
              <a:ext cx="93" cy="11"/>
            </a:xfrm>
            <a:custGeom>
              <a:avLst/>
              <a:gdLst>
                <a:gd name="T0" fmla="*/ 0 w 58"/>
                <a:gd name="T1" fmla="*/ 0 h 7"/>
                <a:gd name="T2" fmla="*/ 239 w 58"/>
                <a:gd name="T3" fmla="*/ 0 h 7"/>
                <a:gd name="T4" fmla="*/ 0 w 58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8" h="7">
                  <a:moveTo>
                    <a:pt x="0" y="0"/>
                  </a:moveTo>
                  <a:cubicBezTo>
                    <a:pt x="0" y="0"/>
                    <a:pt x="33" y="5"/>
                    <a:pt x="58" y="0"/>
                  </a:cubicBezTo>
                  <a:cubicBezTo>
                    <a:pt x="58" y="0"/>
                    <a:pt x="38" y="7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692" name="Freeform 129">
              <a:extLst>
                <a:ext uri="{FF2B5EF4-FFF2-40B4-BE49-F238E27FC236}">
                  <a16:creationId xmlns:a16="http://schemas.microsoft.com/office/drawing/2014/main" id="{C725DB8A-F068-4DE4-9AB8-4FF726386D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3" y="922"/>
              <a:ext cx="63" cy="22"/>
            </a:xfrm>
            <a:custGeom>
              <a:avLst/>
              <a:gdLst>
                <a:gd name="T0" fmla="*/ 151 w 40"/>
                <a:gd name="T1" fmla="*/ 35 h 14"/>
                <a:gd name="T2" fmla="*/ 129 w 40"/>
                <a:gd name="T3" fmla="*/ 31 h 14"/>
                <a:gd name="T4" fmla="*/ 0 w 40"/>
                <a:gd name="T5" fmla="*/ 31 h 14"/>
                <a:gd name="T6" fmla="*/ 129 w 40"/>
                <a:gd name="T7" fmla="*/ 42 h 14"/>
                <a:gd name="T8" fmla="*/ 151 w 40"/>
                <a:gd name="T9" fmla="*/ 35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14">
                  <a:moveTo>
                    <a:pt x="39" y="9"/>
                  </a:moveTo>
                  <a:cubicBezTo>
                    <a:pt x="40" y="8"/>
                    <a:pt x="36" y="9"/>
                    <a:pt x="33" y="8"/>
                  </a:cubicBezTo>
                  <a:cubicBezTo>
                    <a:pt x="31" y="6"/>
                    <a:pt x="12" y="0"/>
                    <a:pt x="0" y="8"/>
                  </a:cubicBezTo>
                  <a:cubicBezTo>
                    <a:pt x="0" y="8"/>
                    <a:pt x="20" y="14"/>
                    <a:pt x="33" y="11"/>
                  </a:cubicBezTo>
                  <a:cubicBezTo>
                    <a:pt x="39" y="11"/>
                    <a:pt x="39" y="11"/>
                    <a:pt x="39" y="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693" name="Freeform 130">
              <a:extLst>
                <a:ext uri="{FF2B5EF4-FFF2-40B4-BE49-F238E27FC236}">
                  <a16:creationId xmlns:a16="http://schemas.microsoft.com/office/drawing/2014/main" id="{E74AA8A0-B0CB-4579-ADD4-691F0F2F6E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0" y="927"/>
              <a:ext cx="26" cy="14"/>
            </a:xfrm>
            <a:custGeom>
              <a:avLst/>
              <a:gdLst>
                <a:gd name="T0" fmla="*/ 68 w 16"/>
                <a:gd name="T1" fmla="*/ 12 h 9"/>
                <a:gd name="T2" fmla="*/ 5 w 16"/>
                <a:gd name="T3" fmla="*/ 5 h 9"/>
                <a:gd name="T4" fmla="*/ 0 w 16"/>
                <a:gd name="T5" fmla="*/ 19 h 9"/>
                <a:gd name="T6" fmla="*/ 0 w 16"/>
                <a:gd name="T7" fmla="*/ 26 h 9"/>
                <a:gd name="T8" fmla="*/ 63 w 16"/>
                <a:gd name="T9" fmla="*/ 34 h 9"/>
                <a:gd name="T10" fmla="*/ 68 w 16"/>
                <a:gd name="T11" fmla="*/ 19 h 9"/>
                <a:gd name="T12" fmla="*/ 68 w 16"/>
                <a:gd name="T13" fmla="*/ 12 h 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" h="9">
                  <a:moveTo>
                    <a:pt x="16" y="3"/>
                  </a:moveTo>
                  <a:cubicBezTo>
                    <a:pt x="12" y="1"/>
                    <a:pt x="6" y="0"/>
                    <a:pt x="1" y="1"/>
                  </a:cubicBezTo>
                  <a:cubicBezTo>
                    <a:pt x="0" y="2"/>
                    <a:pt x="0" y="4"/>
                    <a:pt x="0" y="5"/>
                  </a:cubicBezTo>
                  <a:cubicBezTo>
                    <a:pt x="0" y="6"/>
                    <a:pt x="0" y="7"/>
                    <a:pt x="0" y="7"/>
                  </a:cubicBezTo>
                  <a:cubicBezTo>
                    <a:pt x="5" y="8"/>
                    <a:pt x="10" y="9"/>
                    <a:pt x="15" y="9"/>
                  </a:cubicBezTo>
                  <a:cubicBezTo>
                    <a:pt x="16" y="8"/>
                    <a:pt x="16" y="6"/>
                    <a:pt x="16" y="5"/>
                  </a:cubicBezTo>
                  <a:cubicBezTo>
                    <a:pt x="16" y="4"/>
                    <a:pt x="16" y="3"/>
                    <a:pt x="16" y="3"/>
                  </a:cubicBezTo>
                  <a:close/>
                </a:path>
              </a:pathLst>
            </a:custGeom>
            <a:solidFill>
              <a:srgbClr val="3311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694" name="Freeform 131">
              <a:extLst>
                <a:ext uri="{FF2B5EF4-FFF2-40B4-BE49-F238E27FC236}">
                  <a16:creationId xmlns:a16="http://schemas.microsoft.com/office/drawing/2014/main" id="{2FF24ACA-0FF9-4BBA-824E-B52894E997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0" y="927"/>
              <a:ext cx="26" cy="14"/>
            </a:xfrm>
            <a:custGeom>
              <a:avLst/>
              <a:gdLst>
                <a:gd name="T0" fmla="*/ 68 w 16"/>
                <a:gd name="T1" fmla="*/ 12 h 9"/>
                <a:gd name="T2" fmla="*/ 5 w 16"/>
                <a:gd name="T3" fmla="*/ 5 h 9"/>
                <a:gd name="T4" fmla="*/ 0 w 16"/>
                <a:gd name="T5" fmla="*/ 19 h 9"/>
                <a:gd name="T6" fmla="*/ 0 w 16"/>
                <a:gd name="T7" fmla="*/ 26 h 9"/>
                <a:gd name="T8" fmla="*/ 63 w 16"/>
                <a:gd name="T9" fmla="*/ 34 h 9"/>
                <a:gd name="T10" fmla="*/ 68 w 16"/>
                <a:gd name="T11" fmla="*/ 19 h 9"/>
                <a:gd name="T12" fmla="*/ 68 w 16"/>
                <a:gd name="T13" fmla="*/ 12 h 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" h="9">
                  <a:moveTo>
                    <a:pt x="16" y="3"/>
                  </a:moveTo>
                  <a:cubicBezTo>
                    <a:pt x="12" y="1"/>
                    <a:pt x="6" y="0"/>
                    <a:pt x="1" y="1"/>
                  </a:cubicBezTo>
                  <a:cubicBezTo>
                    <a:pt x="0" y="2"/>
                    <a:pt x="0" y="4"/>
                    <a:pt x="0" y="5"/>
                  </a:cubicBezTo>
                  <a:cubicBezTo>
                    <a:pt x="0" y="6"/>
                    <a:pt x="0" y="7"/>
                    <a:pt x="0" y="7"/>
                  </a:cubicBezTo>
                  <a:cubicBezTo>
                    <a:pt x="5" y="8"/>
                    <a:pt x="10" y="9"/>
                    <a:pt x="15" y="9"/>
                  </a:cubicBezTo>
                  <a:cubicBezTo>
                    <a:pt x="16" y="8"/>
                    <a:pt x="16" y="6"/>
                    <a:pt x="16" y="5"/>
                  </a:cubicBezTo>
                  <a:cubicBezTo>
                    <a:pt x="16" y="4"/>
                    <a:pt x="16" y="3"/>
                    <a:pt x="16" y="3"/>
                  </a:cubicBezTo>
                  <a:close/>
                </a:path>
              </a:pathLst>
            </a:custGeom>
            <a:noFill/>
            <a:ln w="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695" name="Freeform 132">
              <a:extLst>
                <a:ext uri="{FF2B5EF4-FFF2-40B4-BE49-F238E27FC236}">
                  <a16:creationId xmlns:a16="http://schemas.microsoft.com/office/drawing/2014/main" id="{07E8BE13-A30A-4A60-9072-C3E5AE7B2D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4" y="920"/>
              <a:ext cx="62" cy="23"/>
            </a:xfrm>
            <a:custGeom>
              <a:avLst/>
              <a:gdLst>
                <a:gd name="T0" fmla="*/ 157 w 39"/>
                <a:gd name="T1" fmla="*/ 43 h 14"/>
                <a:gd name="T2" fmla="*/ 129 w 39"/>
                <a:gd name="T3" fmla="*/ 35 h 14"/>
                <a:gd name="T4" fmla="*/ 0 w 39"/>
                <a:gd name="T5" fmla="*/ 41 h 14"/>
                <a:gd name="T6" fmla="*/ 132 w 39"/>
                <a:gd name="T7" fmla="*/ 54 h 14"/>
                <a:gd name="T8" fmla="*/ 157 w 39"/>
                <a:gd name="T9" fmla="*/ 43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14">
                  <a:moveTo>
                    <a:pt x="39" y="10"/>
                  </a:moveTo>
                  <a:cubicBezTo>
                    <a:pt x="39" y="9"/>
                    <a:pt x="35" y="10"/>
                    <a:pt x="32" y="8"/>
                  </a:cubicBezTo>
                  <a:cubicBezTo>
                    <a:pt x="30" y="7"/>
                    <a:pt x="11" y="0"/>
                    <a:pt x="0" y="9"/>
                  </a:cubicBezTo>
                  <a:cubicBezTo>
                    <a:pt x="0" y="9"/>
                    <a:pt x="20" y="14"/>
                    <a:pt x="33" y="12"/>
                  </a:cubicBezTo>
                  <a:cubicBezTo>
                    <a:pt x="38" y="11"/>
                    <a:pt x="38" y="11"/>
                    <a:pt x="39" y="10"/>
                  </a:cubicBezTo>
                  <a:close/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696" name="Oval 133">
              <a:extLst>
                <a:ext uri="{FF2B5EF4-FFF2-40B4-BE49-F238E27FC236}">
                  <a16:creationId xmlns:a16="http://schemas.microsoft.com/office/drawing/2014/main" id="{EE4DB4C5-8459-4447-A96B-6B2ECDCE0B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78" y="930"/>
              <a:ext cx="8" cy="8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697" name="Oval 134">
              <a:extLst>
                <a:ext uri="{FF2B5EF4-FFF2-40B4-BE49-F238E27FC236}">
                  <a16:creationId xmlns:a16="http://schemas.microsoft.com/office/drawing/2014/main" id="{170A97CC-7664-48C2-896D-F683B74D4A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4" y="931"/>
              <a:ext cx="5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698" name="Freeform 135">
              <a:extLst>
                <a:ext uri="{FF2B5EF4-FFF2-40B4-BE49-F238E27FC236}">
                  <a16:creationId xmlns:a16="http://schemas.microsoft.com/office/drawing/2014/main" id="{C940F486-58D3-47D4-B858-05BB4341B3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3" y="922"/>
              <a:ext cx="62" cy="22"/>
            </a:xfrm>
            <a:custGeom>
              <a:avLst/>
              <a:gdLst>
                <a:gd name="T0" fmla="*/ 0 w 39"/>
                <a:gd name="T1" fmla="*/ 35 h 14"/>
                <a:gd name="T2" fmla="*/ 25 w 39"/>
                <a:gd name="T3" fmla="*/ 31 h 14"/>
                <a:gd name="T4" fmla="*/ 157 w 39"/>
                <a:gd name="T5" fmla="*/ 31 h 14"/>
                <a:gd name="T6" fmla="*/ 25 w 39"/>
                <a:gd name="T7" fmla="*/ 42 h 14"/>
                <a:gd name="T8" fmla="*/ 0 w 39"/>
                <a:gd name="T9" fmla="*/ 35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14">
                  <a:moveTo>
                    <a:pt x="0" y="9"/>
                  </a:moveTo>
                  <a:cubicBezTo>
                    <a:pt x="0" y="8"/>
                    <a:pt x="4" y="9"/>
                    <a:pt x="6" y="8"/>
                  </a:cubicBezTo>
                  <a:cubicBezTo>
                    <a:pt x="9" y="6"/>
                    <a:pt x="28" y="0"/>
                    <a:pt x="39" y="8"/>
                  </a:cubicBezTo>
                  <a:cubicBezTo>
                    <a:pt x="39" y="8"/>
                    <a:pt x="19" y="14"/>
                    <a:pt x="6" y="11"/>
                  </a:cubicBezTo>
                  <a:cubicBezTo>
                    <a:pt x="1" y="11"/>
                    <a:pt x="0" y="11"/>
                    <a:pt x="0" y="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699" name="Freeform 136">
              <a:extLst>
                <a:ext uri="{FF2B5EF4-FFF2-40B4-BE49-F238E27FC236}">
                  <a16:creationId xmlns:a16="http://schemas.microsoft.com/office/drawing/2014/main" id="{B7B5B4AC-92D2-4930-B7B5-36C181AEB6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2" y="927"/>
              <a:ext cx="27" cy="14"/>
            </a:xfrm>
            <a:custGeom>
              <a:avLst/>
              <a:gdLst>
                <a:gd name="T0" fmla="*/ 5 w 17"/>
                <a:gd name="T1" fmla="*/ 12 h 9"/>
                <a:gd name="T2" fmla="*/ 64 w 17"/>
                <a:gd name="T3" fmla="*/ 5 h 9"/>
                <a:gd name="T4" fmla="*/ 68 w 17"/>
                <a:gd name="T5" fmla="*/ 19 h 9"/>
                <a:gd name="T6" fmla="*/ 64 w 17"/>
                <a:gd name="T7" fmla="*/ 26 h 9"/>
                <a:gd name="T8" fmla="*/ 5 w 17"/>
                <a:gd name="T9" fmla="*/ 34 h 9"/>
                <a:gd name="T10" fmla="*/ 0 w 17"/>
                <a:gd name="T11" fmla="*/ 19 h 9"/>
                <a:gd name="T12" fmla="*/ 5 w 17"/>
                <a:gd name="T13" fmla="*/ 12 h 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" h="9">
                  <a:moveTo>
                    <a:pt x="1" y="3"/>
                  </a:moveTo>
                  <a:cubicBezTo>
                    <a:pt x="5" y="1"/>
                    <a:pt x="10" y="0"/>
                    <a:pt x="16" y="1"/>
                  </a:cubicBezTo>
                  <a:cubicBezTo>
                    <a:pt x="16" y="2"/>
                    <a:pt x="17" y="4"/>
                    <a:pt x="17" y="5"/>
                  </a:cubicBezTo>
                  <a:cubicBezTo>
                    <a:pt x="17" y="6"/>
                    <a:pt x="17" y="7"/>
                    <a:pt x="16" y="7"/>
                  </a:cubicBezTo>
                  <a:cubicBezTo>
                    <a:pt x="12" y="8"/>
                    <a:pt x="6" y="9"/>
                    <a:pt x="1" y="9"/>
                  </a:cubicBezTo>
                  <a:cubicBezTo>
                    <a:pt x="1" y="8"/>
                    <a:pt x="0" y="6"/>
                    <a:pt x="0" y="5"/>
                  </a:cubicBezTo>
                  <a:cubicBezTo>
                    <a:pt x="0" y="4"/>
                    <a:pt x="0" y="3"/>
                    <a:pt x="1" y="3"/>
                  </a:cubicBezTo>
                  <a:close/>
                </a:path>
              </a:pathLst>
            </a:custGeom>
            <a:solidFill>
              <a:srgbClr val="3311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700" name="Freeform 137">
              <a:extLst>
                <a:ext uri="{FF2B5EF4-FFF2-40B4-BE49-F238E27FC236}">
                  <a16:creationId xmlns:a16="http://schemas.microsoft.com/office/drawing/2014/main" id="{168245CB-49B9-4536-91FF-682D55455B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2" y="927"/>
              <a:ext cx="27" cy="14"/>
            </a:xfrm>
            <a:custGeom>
              <a:avLst/>
              <a:gdLst>
                <a:gd name="T0" fmla="*/ 5 w 17"/>
                <a:gd name="T1" fmla="*/ 12 h 9"/>
                <a:gd name="T2" fmla="*/ 64 w 17"/>
                <a:gd name="T3" fmla="*/ 5 h 9"/>
                <a:gd name="T4" fmla="*/ 68 w 17"/>
                <a:gd name="T5" fmla="*/ 19 h 9"/>
                <a:gd name="T6" fmla="*/ 64 w 17"/>
                <a:gd name="T7" fmla="*/ 26 h 9"/>
                <a:gd name="T8" fmla="*/ 5 w 17"/>
                <a:gd name="T9" fmla="*/ 34 h 9"/>
                <a:gd name="T10" fmla="*/ 0 w 17"/>
                <a:gd name="T11" fmla="*/ 19 h 9"/>
                <a:gd name="T12" fmla="*/ 5 w 17"/>
                <a:gd name="T13" fmla="*/ 12 h 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" h="9">
                  <a:moveTo>
                    <a:pt x="1" y="3"/>
                  </a:moveTo>
                  <a:cubicBezTo>
                    <a:pt x="5" y="1"/>
                    <a:pt x="10" y="0"/>
                    <a:pt x="16" y="1"/>
                  </a:cubicBezTo>
                  <a:cubicBezTo>
                    <a:pt x="16" y="2"/>
                    <a:pt x="17" y="4"/>
                    <a:pt x="17" y="5"/>
                  </a:cubicBezTo>
                  <a:cubicBezTo>
                    <a:pt x="17" y="6"/>
                    <a:pt x="17" y="7"/>
                    <a:pt x="16" y="7"/>
                  </a:cubicBezTo>
                  <a:cubicBezTo>
                    <a:pt x="12" y="8"/>
                    <a:pt x="6" y="9"/>
                    <a:pt x="1" y="9"/>
                  </a:cubicBezTo>
                  <a:cubicBezTo>
                    <a:pt x="1" y="8"/>
                    <a:pt x="0" y="6"/>
                    <a:pt x="0" y="5"/>
                  </a:cubicBezTo>
                  <a:cubicBezTo>
                    <a:pt x="0" y="4"/>
                    <a:pt x="0" y="3"/>
                    <a:pt x="1" y="3"/>
                  </a:cubicBezTo>
                  <a:close/>
                </a:path>
              </a:pathLst>
            </a:custGeom>
            <a:noFill/>
            <a:ln w="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701" name="Freeform 138">
              <a:extLst>
                <a:ext uri="{FF2B5EF4-FFF2-40B4-BE49-F238E27FC236}">
                  <a16:creationId xmlns:a16="http://schemas.microsoft.com/office/drawing/2014/main" id="{9815D010-8EE5-4B82-AD65-CE50483D7C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3" y="920"/>
              <a:ext cx="62" cy="23"/>
            </a:xfrm>
            <a:custGeom>
              <a:avLst/>
              <a:gdLst>
                <a:gd name="T0" fmla="*/ 0 w 39"/>
                <a:gd name="T1" fmla="*/ 43 h 14"/>
                <a:gd name="T2" fmla="*/ 25 w 39"/>
                <a:gd name="T3" fmla="*/ 35 h 14"/>
                <a:gd name="T4" fmla="*/ 157 w 39"/>
                <a:gd name="T5" fmla="*/ 41 h 14"/>
                <a:gd name="T6" fmla="*/ 25 w 39"/>
                <a:gd name="T7" fmla="*/ 54 h 14"/>
                <a:gd name="T8" fmla="*/ 0 w 39"/>
                <a:gd name="T9" fmla="*/ 43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14">
                  <a:moveTo>
                    <a:pt x="0" y="10"/>
                  </a:moveTo>
                  <a:cubicBezTo>
                    <a:pt x="0" y="9"/>
                    <a:pt x="4" y="10"/>
                    <a:pt x="6" y="8"/>
                  </a:cubicBezTo>
                  <a:cubicBezTo>
                    <a:pt x="9" y="7"/>
                    <a:pt x="27" y="0"/>
                    <a:pt x="39" y="9"/>
                  </a:cubicBezTo>
                  <a:cubicBezTo>
                    <a:pt x="39" y="9"/>
                    <a:pt x="19" y="14"/>
                    <a:pt x="6" y="12"/>
                  </a:cubicBezTo>
                  <a:cubicBezTo>
                    <a:pt x="1" y="11"/>
                    <a:pt x="0" y="11"/>
                    <a:pt x="0" y="10"/>
                  </a:cubicBezTo>
                  <a:close/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702" name="Oval 139">
              <a:extLst>
                <a:ext uri="{FF2B5EF4-FFF2-40B4-BE49-F238E27FC236}">
                  <a16:creationId xmlns:a16="http://schemas.microsoft.com/office/drawing/2014/main" id="{315DEE5F-0AC6-4704-A5D1-6C09E712A5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21" y="930"/>
              <a:ext cx="8" cy="8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703" name="Oval 140">
              <a:extLst>
                <a:ext uri="{FF2B5EF4-FFF2-40B4-BE49-F238E27FC236}">
                  <a16:creationId xmlns:a16="http://schemas.microsoft.com/office/drawing/2014/main" id="{66835C36-15E8-4912-AF98-3B38924FBC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20" y="931"/>
              <a:ext cx="5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704" name="Freeform 141">
              <a:extLst>
                <a:ext uri="{FF2B5EF4-FFF2-40B4-BE49-F238E27FC236}">
                  <a16:creationId xmlns:a16="http://schemas.microsoft.com/office/drawing/2014/main" id="{B2AD684A-EC8C-4CC7-A4A8-D00AEEF4E1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3" y="884"/>
              <a:ext cx="76" cy="19"/>
            </a:xfrm>
            <a:custGeom>
              <a:avLst/>
              <a:gdLst>
                <a:gd name="T0" fmla="*/ 0 w 48"/>
                <a:gd name="T1" fmla="*/ 35 h 12"/>
                <a:gd name="T2" fmla="*/ 190 w 48"/>
                <a:gd name="T3" fmla="*/ 48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8" h="12">
                  <a:moveTo>
                    <a:pt x="0" y="9"/>
                  </a:moveTo>
                  <a:cubicBezTo>
                    <a:pt x="0" y="9"/>
                    <a:pt x="32" y="0"/>
                    <a:pt x="48" y="12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705" name="Freeform 142">
              <a:extLst>
                <a:ext uri="{FF2B5EF4-FFF2-40B4-BE49-F238E27FC236}">
                  <a16:creationId xmlns:a16="http://schemas.microsoft.com/office/drawing/2014/main" id="{493DBC56-B31B-4AC0-8E0A-404D16BCFC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3" y="876"/>
              <a:ext cx="83" cy="24"/>
            </a:xfrm>
            <a:custGeom>
              <a:avLst/>
              <a:gdLst>
                <a:gd name="T0" fmla="*/ 211 w 52"/>
                <a:gd name="T1" fmla="*/ 56 h 15"/>
                <a:gd name="T2" fmla="*/ 0 w 52"/>
                <a:gd name="T3" fmla="*/ 61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2" h="15">
                  <a:moveTo>
                    <a:pt x="52" y="14"/>
                  </a:moveTo>
                  <a:cubicBezTo>
                    <a:pt x="52" y="14"/>
                    <a:pt x="15" y="0"/>
                    <a:pt x="0" y="15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706" name="Freeform 143">
              <a:extLst>
                <a:ext uri="{FF2B5EF4-FFF2-40B4-BE49-F238E27FC236}">
                  <a16:creationId xmlns:a16="http://schemas.microsoft.com/office/drawing/2014/main" id="{F7CB29A5-3D7A-4D61-95EC-10E68276EE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2" y="696"/>
              <a:ext cx="237" cy="304"/>
            </a:xfrm>
            <a:custGeom>
              <a:avLst/>
              <a:gdLst>
                <a:gd name="T0" fmla="*/ 13 w 149"/>
                <a:gd name="T1" fmla="*/ 81 h 191"/>
                <a:gd name="T2" fmla="*/ 450 w 149"/>
                <a:gd name="T3" fmla="*/ 189 h 191"/>
                <a:gd name="T4" fmla="*/ 511 w 149"/>
                <a:gd name="T5" fmla="*/ 694 h 191"/>
                <a:gd name="T6" fmla="*/ 471 w 149"/>
                <a:gd name="T7" fmla="*/ 762 h 191"/>
                <a:gd name="T8" fmla="*/ 471 w 149"/>
                <a:gd name="T9" fmla="*/ 673 h 191"/>
                <a:gd name="T10" fmla="*/ 449 w 149"/>
                <a:gd name="T11" fmla="*/ 350 h 191"/>
                <a:gd name="T12" fmla="*/ 0 w 149"/>
                <a:gd name="T13" fmla="*/ 189 h 191"/>
                <a:gd name="T14" fmla="*/ 13 w 149"/>
                <a:gd name="T15" fmla="*/ 81 h 19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49" h="191">
                  <a:moveTo>
                    <a:pt x="3" y="20"/>
                  </a:moveTo>
                  <a:cubicBezTo>
                    <a:pt x="3" y="20"/>
                    <a:pt x="62" y="0"/>
                    <a:pt x="112" y="47"/>
                  </a:cubicBezTo>
                  <a:cubicBezTo>
                    <a:pt x="149" y="82"/>
                    <a:pt x="132" y="153"/>
                    <a:pt x="127" y="172"/>
                  </a:cubicBezTo>
                  <a:cubicBezTo>
                    <a:pt x="122" y="191"/>
                    <a:pt x="117" y="189"/>
                    <a:pt x="117" y="189"/>
                  </a:cubicBezTo>
                  <a:cubicBezTo>
                    <a:pt x="117" y="189"/>
                    <a:pt x="117" y="174"/>
                    <a:pt x="117" y="167"/>
                  </a:cubicBezTo>
                  <a:cubicBezTo>
                    <a:pt x="117" y="160"/>
                    <a:pt x="123" y="100"/>
                    <a:pt x="111" y="87"/>
                  </a:cubicBezTo>
                  <a:cubicBezTo>
                    <a:pt x="98" y="73"/>
                    <a:pt x="0" y="47"/>
                    <a:pt x="0" y="47"/>
                  </a:cubicBezTo>
                  <a:lnTo>
                    <a:pt x="3" y="2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707" name="Freeform 144">
              <a:extLst>
                <a:ext uri="{FF2B5EF4-FFF2-40B4-BE49-F238E27FC236}">
                  <a16:creationId xmlns:a16="http://schemas.microsoft.com/office/drawing/2014/main" id="{37B22629-ADBB-4229-94A8-F52A9B964C8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4" y="718"/>
              <a:ext cx="123" cy="274"/>
            </a:xfrm>
            <a:custGeom>
              <a:avLst/>
              <a:gdLst>
                <a:gd name="T0" fmla="*/ 300 w 77"/>
                <a:gd name="T1" fmla="*/ 134 h 172"/>
                <a:gd name="T2" fmla="*/ 94 w 77"/>
                <a:gd name="T3" fmla="*/ 335 h 172"/>
                <a:gd name="T4" fmla="*/ 97 w 77"/>
                <a:gd name="T5" fmla="*/ 695 h 172"/>
                <a:gd name="T6" fmla="*/ 21 w 77"/>
                <a:gd name="T7" fmla="*/ 411 h 172"/>
                <a:gd name="T8" fmla="*/ 313 w 77"/>
                <a:gd name="T9" fmla="*/ 25 h 172"/>
                <a:gd name="T10" fmla="*/ 300 w 77"/>
                <a:gd name="T11" fmla="*/ 134 h 17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7" h="172">
                  <a:moveTo>
                    <a:pt x="74" y="33"/>
                  </a:moveTo>
                  <a:cubicBezTo>
                    <a:pt x="74" y="33"/>
                    <a:pt x="25" y="60"/>
                    <a:pt x="23" y="83"/>
                  </a:cubicBezTo>
                  <a:cubicBezTo>
                    <a:pt x="21" y="106"/>
                    <a:pt x="24" y="172"/>
                    <a:pt x="24" y="172"/>
                  </a:cubicBezTo>
                  <a:cubicBezTo>
                    <a:pt x="24" y="172"/>
                    <a:pt x="10" y="154"/>
                    <a:pt x="5" y="102"/>
                  </a:cubicBezTo>
                  <a:cubicBezTo>
                    <a:pt x="0" y="50"/>
                    <a:pt x="44" y="0"/>
                    <a:pt x="77" y="6"/>
                  </a:cubicBezTo>
                  <a:lnTo>
                    <a:pt x="74" y="3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708" name="Freeform 145">
              <a:extLst>
                <a:ext uri="{FF2B5EF4-FFF2-40B4-BE49-F238E27FC236}">
                  <a16:creationId xmlns:a16="http://schemas.microsoft.com/office/drawing/2014/main" id="{13AE7944-8B5E-4271-9A9E-CAB078D1F21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0" y="761"/>
              <a:ext cx="198" cy="174"/>
            </a:xfrm>
            <a:custGeom>
              <a:avLst/>
              <a:gdLst>
                <a:gd name="T0" fmla="*/ 0 w 124"/>
                <a:gd name="T1" fmla="*/ 13 h 109"/>
                <a:gd name="T2" fmla="*/ 128 w 124"/>
                <a:gd name="T3" fmla="*/ 97 h 109"/>
                <a:gd name="T4" fmla="*/ 300 w 124"/>
                <a:gd name="T5" fmla="*/ 200 h 109"/>
                <a:gd name="T6" fmla="*/ 268 w 124"/>
                <a:gd name="T7" fmla="*/ 150 h 109"/>
                <a:gd name="T8" fmla="*/ 342 w 124"/>
                <a:gd name="T9" fmla="*/ 239 h 109"/>
                <a:gd name="T10" fmla="*/ 321 w 124"/>
                <a:gd name="T11" fmla="*/ 184 h 109"/>
                <a:gd name="T12" fmla="*/ 380 w 124"/>
                <a:gd name="T13" fmla="*/ 252 h 109"/>
                <a:gd name="T14" fmla="*/ 362 w 124"/>
                <a:gd name="T15" fmla="*/ 204 h 109"/>
                <a:gd name="T16" fmla="*/ 431 w 124"/>
                <a:gd name="T17" fmla="*/ 281 h 109"/>
                <a:gd name="T18" fmla="*/ 428 w 124"/>
                <a:gd name="T19" fmla="*/ 247 h 109"/>
                <a:gd name="T20" fmla="*/ 471 w 124"/>
                <a:gd name="T21" fmla="*/ 326 h 109"/>
                <a:gd name="T22" fmla="*/ 497 w 124"/>
                <a:gd name="T23" fmla="*/ 444 h 109"/>
                <a:gd name="T24" fmla="*/ 505 w 124"/>
                <a:gd name="T25" fmla="*/ 321 h 109"/>
                <a:gd name="T26" fmla="*/ 492 w 124"/>
                <a:gd name="T27" fmla="*/ 223 h 109"/>
                <a:gd name="T28" fmla="*/ 383 w 124"/>
                <a:gd name="T29" fmla="*/ 89 h 109"/>
                <a:gd name="T30" fmla="*/ 273 w 124"/>
                <a:gd name="T31" fmla="*/ 35 h 109"/>
                <a:gd name="T32" fmla="*/ 155 w 124"/>
                <a:gd name="T33" fmla="*/ 16 h 109"/>
                <a:gd name="T34" fmla="*/ 73 w 124"/>
                <a:gd name="T35" fmla="*/ 5 h 109"/>
                <a:gd name="T36" fmla="*/ 16 w 124"/>
                <a:gd name="T37" fmla="*/ 0 h 109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24" h="109">
                  <a:moveTo>
                    <a:pt x="0" y="3"/>
                  </a:moveTo>
                  <a:cubicBezTo>
                    <a:pt x="1" y="9"/>
                    <a:pt x="24" y="21"/>
                    <a:pt x="31" y="24"/>
                  </a:cubicBezTo>
                  <a:cubicBezTo>
                    <a:pt x="46" y="31"/>
                    <a:pt x="62" y="37"/>
                    <a:pt x="74" y="49"/>
                  </a:cubicBezTo>
                  <a:cubicBezTo>
                    <a:pt x="72" y="45"/>
                    <a:pt x="69" y="40"/>
                    <a:pt x="66" y="37"/>
                  </a:cubicBezTo>
                  <a:cubicBezTo>
                    <a:pt x="74" y="41"/>
                    <a:pt x="80" y="51"/>
                    <a:pt x="84" y="59"/>
                  </a:cubicBezTo>
                  <a:cubicBezTo>
                    <a:pt x="83" y="54"/>
                    <a:pt x="81" y="48"/>
                    <a:pt x="79" y="45"/>
                  </a:cubicBezTo>
                  <a:cubicBezTo>
                    <a:pt x="85" y="48"/>
                    <a:pt x="88" y="57"/>
                    <a:pt x="93" y="62"/>
                  </a:cubicBezTo>
                  <a:cubicBezTo>
                    <a:pt x="91" y="59"/>
                    <a:pt x="89" y="53"/>
                    <a:pt x="89" y="50"/>
                  </a:cubicBezTo>
                  <a:cubicBezTo>
                    <a:pt x="96" y="54"/>
                    <a:pt x="100" y="64"/>
                    <a:pt x="106" y="69"/>
                  </a:cubicBezTo>
                  <a:cubicBezTo>
                    <a:pt x="106" y="67"/>
                    <a:pt x="105" y="63"/>
                    <a:pt x="105" y="61"/>
                  </a:cubicBezTo>
                  <a:cubicBezTo>
                    <a:pt x="109" y="65"/>
                    <a:pt x="113" y="74"/>
                    <a:pt x="116" y="80"/>
                  </a:cubicBezTo>
                  <a:cubicBezTo>
                    <a:pt x="120" y="89"/>
                    <a:pt x="118" y="100"/>
                    <a:pt x="122" y="109"/>
                  </a:cubicBezTo>
                  <a:cubicBezTo>
                    <a:pt x="122" y="99"/>
                    <a:pt x="124" y="89"/>
                    <a:pt x="124" y="79"/>
                  </a:cubicBezTo>
                  <a:cubicBezTo>
                    <a:pt x="124" y="71"/>
                    <a:pt x="123" y="63"/>
                    <a:pt x="121" y="55"/>
                  </a:cubicBezTo>
                  <a:cubicBezTo>
                    <a:pt x="118" y="39"/>
                    <a:pt x="107" y="30"/>
                    <a:pt x="94" y="22"/>
                  </a:cubicBezTo>
                  <a:cubicBezTo>
                    <a:pt x="85" y="17"/>
                    <a:pt x="77" y="12"/>
                    <a:pt x="67" y="9"/>
                  </a:cubicBezTo>
                  <a:cubicBezTo>
                    <a:pt x="58" y="7"/>
                    <a:pt x="48" y="7"/>
                    <a:pt x="38" y="4"/>
                  </a:cubicBezTo>
                  <a:cubicBezTo>
                    <a:pt x="32" y="2"/>
                    <a:pt x="25" y="1"/>
                    <a:pt x="18" y="1"/>
                  </a:cubicBezTo>
                  <a:cubicBezTo>
                    <a:pt x="14" y="0"/>
                    <a:pt x="8" y="2"/>
                    <a:pt x="4" y="0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709" name="Freeform 146">
              <a:extLst>
                <a:ext uri="{FF2B5EF4-FFF2-40B4-BE49-F238E27FC236}">
                  <a16:creationId xmlns:a16="http://schemas.microsoft.com/office/drawing/2014/main" id="{1B624397-9D5B-414B-A722-64D4F66D6F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8" y="763"/>
              <a:ext cx="94" cy="176"/>
            </a:xfrm>
            <a:custGeom>
              <a:avLst/>
              <a:gdLst>
                <a:gd name="T0" fmla="*/ 239 w 59"/>
                <a:gd name="T1" fmla="*/ 16 h 111"/>
                <a:gd name="T2" fmla="*/ 116 w 59"/>
                <a:gd name="T3" fmla="*/ 108 h 111"/>
                <a:gd name="T4" fmla="*/ 53 w 59"/>
                <a:gd name="T5" fmla="*/ 239 h 111"/>
                <a:gd name="T6" fmla="*/ 48 w 59"/>
                <a:gd name="T7" fmla="*/ 203 h 111"/>
                <a:gd name="T8" fmla="*/ 40 w 59"/>
                <a:gd name="T9" fmla="*/ 319 h 111"/>
                <a:gd name="T10" fmla="*/ 25 w 59"/>
                <a:gd name="T11" fmla="*/ 442 h 111"/>
                <a:gd name="T12" fmla="*/ 16 w 59"/>
                <a:gd name="T13" fmla="*/ 400 h 111"/>
                <a:gd name="T14" fmla="*/ 5 w 59"/>
                <a:gd name="T15" fmla="*/ 327 h 111"/>
                <a:gd name="T16" fmla="*/ 8 w 59"/>
                <a:gd name="T17" fmla="*/ 219 h 111"/>
                <a:gd name="T18" fmla="*/ 97 w 59"/>
                <a:gd name="T19" fmla="*/ 82 h 111"/>
                <a:gd name="T20" fmla="*/ 155 w 59"/>
                <a:gd name="T21" fmla="*/ 25 h 111"/>
                <a:gd name="T22" fmla="*/ 185 w 59"/>
                <a:gd name="T23" fmla="*/ 0 h 11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9" h="111">
                  <a:moveTo>
                    <a:pt x="59" y="4"/>
                  </a:moveTo>
                  <a:cubicBezTo>
                    <a:pt x="51" y="13"/>
                    <a:pt x="39" y="20"/>
                    <a:pt x="29" y="27"/>
                  </a:cubicBezTo>
                  <a:cubicBezTo>
                    <a:pt x="18" y="36"/>
                    <a:pt x="16" y="47"/>
                    <a:pt x="13" y="60"/>
                  </a:cubicBezTo>
                  <a:cubicBezTo>
                    <a:pt x="12" y="57"/>
                    <a:pt x="12" y="54"/>
                    <a:pt x="12" y="51"/>
                  </a:cubicBezTo>
                  <a:cubicBezTo>
                    <a:pt x="8" y="59"/>
                    <a:pt x="10" y="71"/>
                    <a:pt x="10" y="80"/>
                  </a:cubicBezTo>
                  <a:cubicBezTo>
                    <a:pt x="10" y="91"/>
                    <a:pt x="9" y="101"/>
                    <a:pt x="6" y="111"/>
                  </a:cubicBezTo>
                  <a:cubicBezTo>
                    <a:pt x="5" y="108"/>
                    <a:pt x="5" y="103"/>
                    <a:pt x="4" y="100"/>
                  </a:cubicBezTo>
                  <a:cubicBezTo>
                    <a:pt x="3" y="94"/>
                    <a:pt x="2" y="88"/>
                    <a:pt x="1" y="82"/>
                  </a:cubicBezTo>
                  <a:cubicBezTo>
                    <a:pt x="0" y="73"/>
                    <a:pt x="0" y="64"/>
                    <a:pt x="2" y="55"/>
                  </a:cubicBezTo>
                  <a:cubicBezTo>
                    <a:pt x="5" y="42"/>
                    <a:pt x="14" y="31"/>
                    <a:pt x="24" y="21"/>
                  </a:cubicBezTo>
                  <a:cubicBezTo>
                    <a:pt x="29" y="16"/>
                    <a:pt x="34" y="11"/>
                    <a:pt x="38" y="6"/>
                  </a:cubicBezTo>
                  <a:cubicBezTo>
                    <a:pt x="41" y="5"/>
                    <a:pt x="45" y="3"/>
                    <a:pt x="46" y="0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710" name="Freeform 147">
              <a:extLst>
                <a:ext uri="{FF2B5EF4-FFF2-40B4-BE49-F238E27FC236}">
                  <a16:creationId xmlns:a16="http://schemas.microsoft.com/office/drawing/2014/main" id="{49854D23-7D49-43E0-A59A-583B4C80B6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2" y="772"/>
              <a:ext cx="54" cy="78"/>
            </a:xfrm>
            <a:custGeom>
              <a:avLst/>
              <a:gdLst>
                <a:gd name="T0" fmla="*/ 68 w 34"/>
                <a:gd name="T1" fmla="*/ 13 h 49"/>
                <a:gd name="T2" fmla="*/ 35 w 34"/>
                <a:gd name="T3" fmla="*/ 53 h 49"/>
                <a:gd name="T4" fmla="*/ 16 w 34"/>
                <a:gd name="T5" fmla="*/ 102 h 49"/>
                <a:gd name="T6" fmla="*/ 5 w 34"/>
                <a:gd name="T7" fmla="*/ 158 h 49"/>
                <a:gd name="T8" fmla="*/ 0 w 34"/>
                <a:gd name="T9" fmla="*/ 197 h 49"/>
                <a:gd name="T10" fmla="*/ 25 w 34"/>
                <a:gd name="T11" fmla="*/ 124 h 49"/>
                <a:gd name="T12" fmla="*/ 16 w 34"/>
                <a:gd name="T13" fmla="*/ 185 h 49"/>
                <a:gd name="T14" fmla="*/ 33 w 34"/>
                <a:gd name="T15" fmla="*/ 134 h 49"/>
                <a:gd name="T16" fmla="*/ 60 w 34"/>
                <a:gd name="T17" fmla="*/ 84 h 49"/>
                <a:gd name="T18" fmla="*/ 35 w 34"/>
                <a:gd name="T19" fmla="*/ 172 h 49"/>
                <a:gd name="T20" fmla="*/ 56 w 34"/>
                <a:gd name="T21" fmla="*/ 115 h 49"/>
                <a:gd name="T22" fmla="*/ 56 w 34"/>
                <a:gd name="T23" fmla="*/ 153 h 49"/>
                <a:gd name="T24" fmla="*/ 64 w 34"/>
                <a:gd name="T25" fmla="*/ 116 h 49"/>
                <a:gd name="T26" fmla="*/ 68 w 34"/>
                <a:gd name="T27" fmla="*/ 162 h 49"/>
                <a:gd name="T28" fmla="*/ 137 w 34"/>
                <a:gd name="T29" fmla="*/ 25 h 49"/>
                <a:gd name="T30" fmla="*/ 89 w 34"/>
                <a:gd name="T31" fmla="*/ 60 h 49"/>
                <a:gd name="T32" fmla="*/ 108 w 34"/>
                <a:gd name="T33" fmla="*/ 16 h 49"/>
                <a:gd name="T34" fmla="*/ 73 w 34"/>
                <a:gd name="T35" fmla="*/ 46 h 49"/>
                <a:gd name="T36" fmla="*/ 40 w 34"/>
                <a:gd name="T37" fmla="*/ 76 h 49"/>
                <a:gd name="T38" fmla="*/ 83 w 34"/>
                <a:gd name="T39" fmla="*/ 0 h 49"/>
                <a:gd name="T40" fmla="*/ 64 w 34"/>
                <a:gd name="T41" fmla="*/ 16 h 49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34" h="49">
                  <a:moveTo>
                    <a:pt x="17" y="3"/>
                  </a:moveTo>
                  <a:cubicBezTo>
                    <a:pt x="14" y="7"/>
                    <a:pt x="11" y="10"/>
                    <a:pt x="9" y="13"/>
                  </a:cubicBezTo>
                  <a:cubicBezTo>
                    <a:pt x="6" y="17"/>
                    <a:pt x="5" y="21"/>
                    <a:pt x="4" y="25"/>
                  </a:cubicBezTo>
                  <a:cubicBezTo>
                    <a:pt x="3" y="30"/>
                    <a:pt x="2" y="34"/>
                    <a:pt x="1" y="39"/>
                  </a:cubicBezTo>
                  <a:cubicBezTo>
                    <a:pt x="1" y="42"/>
                    <a:pt x="1" y="46"/>
                    <a:pt x="0" y="49"/>
                  </a:cubicBezTo>
                  <a:cubicBezTo>
                    <a:pt x="2" y="43"/>
                    <a:pt x="4" y="37"/>
                    <a:pt x="6" y="31"/>
                  </a:cubicBezTo>
                  <a:cubicBezTo>
                    <a:pt x="5" y="36"/>
                    <a:pt x="4" y="41"/>
                    <a:pt x="4" y="46"/>
                  </a:cubicBezTo>
                  <a:cubicBezTo>
                    <a:pt x="5" y="41"/>
                    <a:pt x="6" y="37"/>
                    <a:pt x="8" y="33"/>
                  </a:cubicBezTo>
                  <a:cubicBezTo>
                    <a:pt x="10" y="28"/>
                    <a:pt x="13" y="25"/>
                    <a:pt x="15" y="21"/>
                  </a:cubicBezTo>
                  <a:cubicBezTo>
                    <a:pt x="11" y="27"/>
                    <a:pt x="9" y="35"/>
                    <a:pt x="9" y="43"/>
                  </a:cubicBezTo>
                  <a:cubicBezTo>
                    <a:pt x="9" y="37"/>
                    <a:pt x="13" y="33"/>
                    <a:pt x="14" y="28"/>
                  </a:cubicBezTo>
                  <a:cubicBezTo>
                    <a:pt x="15" y="31"/>
                    <a:pt x="13" y="35"/>
                    <a:pt x="14" y="38"/>
                  </a:cubicBezTo>
                  <a:cubicBezTo>
                    <a:pt x="14" y="35"/>
                    <a:pt x="15" y="32"/>
                    <a:pt x="16" y="29"/>
                  </a:cubicBezTo>
                  <a:cubicBezTo>
                    <a:pt x="17" y="33"/>
                    <a:pt x="17" y="36"/>
                    <a:pt x="17" y="40"/>
                  </a:cubicBezTo>
                  <a:cubicBezTo>
                    <a:pt x="17" y="26"/>
                    <a:pt x="26" y="16"/>
                    <a:pt x="34" y="6"/>
                  </a:cubicBezTo>
                  <a:cubicBezTo>
                    <a:pt x="30" y="9"/>
                    <a:pt x="26" y="12"/>
                    <a:pt x="22" y="15"/>
                  </a:cubicBezTo>
                  <a:cubicBezTo>
                    <a:pt x="22" y="11"/>
                    <a:pt x="26" y="7"/>
                    <a:pt x="27" y="4"/>
                  </a:cubicBezTo>
                  <a:cubicBezTo>
                    <a:pt x="24" y="6"/>
                    <a:pt x="21" y="9"/>
                    <a:pt x="18" y="11"/>
                  </a:cubicBezTo>
                  <a:cubicBezTo>
                    <a:pt x="15" y="13"/>
                    <a:pt x="11" y="16"/>
                    <a:pt x="10" y="19"/>
                  </a:cubicBezTo>
                  <a:cubicBezTo>
                    <a:pt x="10" y="12"/>
                    <a:pt x="17" y="5"/>
                    <a:pt x="21" y="0"/>
                  </a:cubicBezTo>
                  <a:cubicBezTo>
                    <a:pt x="19" y="1"/>
                    <a:pt x="17" y="2"/>
                    <a:pt x="16" y="4"/>
                  </a:cubicBezTo>
                </a:path>
              </a:pathLst>
            </a:custGeom>
            <a:solidFill>
              <a:srgbClr val="0F12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711" name="Freeform 148">
              <a:extLst>
                <a:ext uri="{FF2B5EF4-FFF2-40B4-BE49-F238E27FC236}">
                  <a16:creationId xmlns:a16="http://schemas.microsoft.com/office/drawing/2014/main" id="{6721D80A-AC2A-40C9-A07C-7B6B7F44664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1" y="749"/>
              <a:ext cx="132" cy="125"/>
            </a:xfrm>
            <a:custGeom>
              <a:avLst/>
              <a:gdLst>
                <a:gd name="T0" fmla="*/ 0 w 83"/>
                <a:gd name="T1" fmla="*/ 108 h 79"/>
                <a:gd name="T2" fmla="*/ 102 w 83"/>
                <a:gd name="T3" fmla="*/ 150 h 79"/>
                <a:gd name="T4" fmla="*/ 81 w 83"/>
                <a:gd name="T5" fmla="*/ 130 h 79"/>
                <a:gd name="T6" fmla="*/ 177 w 83"/>
                <a:gd name="T7" fmla="*/ 195 h 79"/>
                <a:gd name="T8" fmla="*/ 149 w 83"/>
                <a:gd name="T9" fmla="*/ 150 h 79"/>
                <a:gd name="T10" fmla="*/ 231 w 83"/>
                <a:gd name="T11" fmla="*/ 223 h 79"/>
                <a:gd name="T12" fmla="*/ 202 w 83"/>
                <a:gd name="T13" fmla="*/ 165 h 79"/>
                <a:gd name="T14" fmla="*/ 270 w 83"/>
                <a:gd name="T15" fmla="*/ 223 h 79"/>
                <a:gd name="T16" fmla="*/ 309 w 83"/>
                <a:gd name="T17" fmla="*/ 261 h 79"/>
                <a:gd name="T18" fmla="*/ 334 w 83"/>
                <a:gd name="T19" fmla="*/ 313 h 79"/>
                <a:gd name="T20" fmla="*/ 326 w 83"/>
                <a:gd name="T21" fmla="*/ 272 h 79"/>
                <a:gd name="T22" fmla="*/ 305 w 83"/>
                <a:gd name="T23" fmla="*/ 231 h 79"/>
                <a:gd name="T24" fmla="*/ 270 w 83"/>
                <a:gd name="T25" fmla="*/ 176 h 79"/>
                <a:gd name="T26" fmla="*/ 301 w 83"/>
                <a:gd name="T27" fmla="*/ 206 h 79"/>
                <a:gd name="T28" fmla="*/ 286 w 83"/>
                <a:gd name="T29" fmla="*/ 165 h 79"/>
                <a:gd name="T30" fmla="*/ 313 w 83"/>
                <a:gd name="T31" fmla="*/ 185 h 79"/>
                <a:gd name="T32" fmla="*/ 301 w 83"/>
                <a:gd name="T33" fmla="*/ 158 h 79"/>
                <a:gd name="T34" fmla="*/ 278 w 83"/>
                <a:gd name="T35" fmla="*/ 108 h 79"/>
                <a:gd name="T36" fmla="*/ 321 w 83"/>
                <a:gd name="T37" fmla="*/ 155 h 79"/>
                <a:gd name="T38" fmla="*/ 301 w 83"/>
                <a:gd name="T39" fmla="*/ 111 h 79"/>
                <a:gd name="T40" fmla="*/ 253 w 83"/>
                <a:gd name="T41" fmla="*/ 70 h 79"/>
                <a:gd name="T42" fmla="*/ 170 w 83"/>
                <a:gd name="T43" fmla="*/ 22 h 79"/>
                <a:gd name="T44" fmla="*/ 103 w 83"/>
                <a:gd name="T45" fmla="*/ 5 h 79"/>
                <a:gd name="T46" fmla="*/ 162 w 83"/>
                <a:gd name="T47" fmla="*/ 47 h 79"/>
                <a:gd name="T48" fmla="*/ 115 w 83"/>
                <a:gd name="T49" fmla="*/ 27 h 79"/>
                <a:gd name="T50" fmla="*/ 210 w 83"/>
                <a:gd name="T51" fmla="*/ 117 h 79"/>
                <a:gd name="T52" fmla="*/ 115 w 83"/>
                <a:gd name="T53" fmla="*/ 74 h 79"/>
                <a:gd name="T54" fmla="*/ 142 w 83"/>
                <a:gd name="T55" fmla="*/ 100 h 79"/>
                <a:gd name="T56" fmla="*/ 83 w 83"/>
                <a:gd name="T57" fmla="*/ 81 h 79"/>
                <a:gd name="T58" fmla="*/ 137 w 83"/>
                <a:gd name="T59" fmla="*/ 128 h 79"/>
                <a:gd name="T60" fmla="*/ 94 w 83"/>
                <a:gd name="T61" fmla="*/ 108 h 79"/>
                <a:gd name="T62" fmla="*/ 48 w 83"/>
                <a:gd name="T63" fmla="*/ 90 h 79"/>
                <a:gd name="T64" fmla="*/ 73 w 83"/>
                <a:gd name="T65" fmla="*/ 116 h 79"/>
                <a:gd name="T66" fmla="*/ 5 w 83"/>
                <a:gd name="T67" fmla="*/ 108 h 79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83" h="79">
                  <a:moveTo>
                    <a:pt x="0" y="27"/>
                  </a:moveTo>
                  <a:cubicBezTo>
                    <a:pt x="8" y="32"/>
                    <a:pt x="18" y="32"/>
                    <a:pt x="25" y="38"/>
                  </a:cubicBezTo>
                  <a:cubicBezTo>
                    <a:pt x="23" y="36"/>
                    <a:pt x="22" y="35"/>
                    <a:pt x="20" y="33"/>
                  </a:cubicBezTo>
                  <a:cubicBezTo>
                    <a:pt x="30" y="36"/>
                    <a:pt x="37" y="42"/>
                    <a:pt x="44" y="49"/>
                  </a:cubicBezTo>
                  <a:cubicBezTo>
                    <a:pt x="41" y="46"/>
                    <a:pt x="39" y="42"/>
                    <a:pt x="37" y="38"/>
                  </a:cubicBezTo>
                  <a:cubicBezTo>
                    <a:pt x="45" y="41"/>
                    <a:pt x="50" y="50"/>
                    <a:pt x="57" y="56"/>
                  </a:cubicBezTo>
                  <a:cubicBezTo>
                    <a:pt x="55" y="52"/>
                    <a:pt x="53" y="47"/>
                    <a:pt x="50" y="42"/>
                  </a:cubicBezTo>
                  <a:cubicBezTo>
                    <a:pt x="56" y="46"/>
                    <a:pt x="62" y="51"/>
                    <a:pt x="67" y="56"/>
                  </a:cubicBezTo>
                  <a:cubicBezTo>
                    <a:pt x="70" y="60"/>
                    <a:pt x="74" y="63"/>
                    <a:pt x="77" y="66"/>
                  </a:cubicBezTo>
                  <a:cubicBezTo>
                    <a:pt x="80" y="70"/>
                    <a:pt x="81" y="74"/>
                    <a:pt x="83" y="79"/>
                  </a:cubicBezTo>
                  <a:cubicBezTo>
                    <a:pt x="82" y="76"/>
                    <a:pt x="82" y="72"/>
                    <a:pt x="81" y="69"/>
                  </a:cubicBezTo>
                  <a:cubicBezTo>
                    <a:pt x="79" y="65"/>
                    <a:pt x="78" y="61"/>
                    <a:pt x="76" y="58"/>
                  </a:cubicBezTo>
                  <a:cubicBezTo>
                    <a:pt x="74" y="53"/>
                    <a:pt x="69" y="49"/>
                    <a:pt x="67" y="44"/>
                  </a:cubicBezTo>
                  <a:cubicBezTo>
                    <a:pt x="69" y="47"/>
                    <a:pt x="73" y="49"/>
                    <a:pt x="75" y="52"/>
                  </a:cubicBezTo>
                  <a:cubicBezTo>
                    <a:pt x="74" y="49"/>
                    <a:pt x="72" y="45"/>
                    <a:pt x="71" y="42"/>
                  </a:cubicBezTo>
                  <a:cubicBezTo>
                    <a:pt x="73" y="43"/>
                    <a:pt x="76" y="45"/>
                    <a:pt x="78" y="47"/>
                  </a:cubicBezTo>
                  <a:cubicBezTo>
                    <a:pt x="76" y="45"/>
                    <a:pt x="76" y="42"/>
                    <a:pt x="75" y="40"/>
                  </a:cubicBezTo>
                  <a:cubicBezTo>
                    <a:pt x="74" y="35"/>
                    <a:pt x="71" y="31"/>
                    <a:pt x="69" y="27"/>
                  </a:cubicBezTo>
                  <a:cubicBezTo>
                    <a:pt x="73" y="31"/>
                    <a:pt x="78" y="34"/>
                    <a:pt x="80" y="39"/>
                  </a:cubicBezTo>
                  <a:cubicBezTo>
                    <a:pt x="78" y="35"/>
                    <a:pt x="78" y="31"/>
                    <a:pt x="75" y="28"/>
                  </a:cubicBezTo>
                  <a:cubicBezTo>
                    <a:pt x="72" y="24"/>
                    <a:pt x="67" y="21"/>
                    <a:pt x="63" y="18"/>
                  </a:cubicBezTo>
                  <a:cubicBezTo>
                    <a:pt x="56" y="14"/>
                    <a:pt x="50" y="9"/>
                    <a:pt x="42" y="6"/>
                  </a:cubicBezTo>
                  <a:cubicBezTo>
                    <a:pt x="38" y="4"/>
                    <a:pt x="30" y="0"/>
                    <a:pt x="26" y="1"/>
                  </a:cubicBezTo>
                  <a:cubicBezTo>
                    <a:pt x="31" y="5"/>
                    <a:pt x="36" y="8"/>
                    <a:pt x="40" y="12"/>
                  </a:cubicBezTo>
                  <a:cubicBezTo>
                    <a:pt x="36" y="12"/>
                    <a:pt x="33" y="7"/>
                    <a:pt x="28" y="7"/>
                  </a:cubicBezTo>
                  <a:cubicBezTo>
                    <a:pt x="36" y="13"/>
                    <a:pt x="47" y="21"/>
                    <a:pt x="52" y="30"/>
                  </a:cubicBezTo>
                  <a:cubicBezTo>
                    <a:pt x="44" y="25"/>
                    <a:pt x="37" y="21"/>
                    <a:pt x="28" y="19"/>
                  </a:cubicBezTo>
                  <a:cubicBezTo>
                    <a:pt x="30" y="21"/>
                    <a:pt x="33" y="23"/>
                    <a:pt x="35" y="25"/>
                  </a:cubicBezTo>
                  <a:cubicBezTo>
                    <a:pt x="31" y="25"/>
                    <a:pt x="26" y="20"/>
                    <a:pt x="21" y="20"/>
                  </a:cubicBezTo>
                  <a:cubicBezTo>
                    <a:pt x="26" y="23"/>
                    <a:pt x="29" y="29"/>
                    <a:pt x="34" y="32"/>
                  </a:cubicBezTo>
                  <a:cubicBezTo>
                    <a:pt x="30" y="32"/>
                    <a:pt x="26" y="29"/>
                    <a:pt x="23" y="27"/>
                  </a:cubicBezTo>
                  <a:cubicBezTo>
                    <a:pt x="20" y="25"/>
                    <a:pt x="15" y="24"/>
                    <a:pt x="12" y="23"/>
                  </a:cubicBezTo>
                  <a:cubicBezTo>
                    <a:pt x="13" y="26"/>
                    <a:pt x="16" y="27"/>
                    <a:pt x="18" y="29"/>
                  </a:cubicBezTo>
                  <a:cubicBezTo>
                    <a:pt x="12" y="27"/>
                    <a:pt x="7" y="26"/>
                    <a:pt x="1" y="27"/>
                  </a:cubicBezTo>
                </a:path>
              </a:pathLst>
            </a:custGeom>
            <a:solidFill>
              <a:srgbClr val="0F12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712" name="Freeform 149">
              <a:extLst>
                <a:ext uri="{FF2B5EF4-FFF2-40B4-BE49-F238E27FC236}">
                  <a16:creationId xmlns:a16="http://schemas.microsoft.com/office/drawing/2014/main" id="{4754CCBB-9A3E-4669-A5A8-9BAB6C513C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4" y="1003"/>
              <a:ext cx="113" cy="162"/>
            </a:xfrm>
            <a:custGeom>
              <a:avLst/>
              <a:gdLst>
                <a:gd name="T0" fmla="*/ 286 w 71"/>
                <a:gd name="T1" fmla="*/ 0 h 102"/>
                <a:gd name="T2" fmla="*/ 121 w 71"/>
                <a:gd name="T3" fmla="*/ 335 h 102"/>
                <a:gd name="T4" fmla="*/ 0 w 71"/>
                <a:gd name="T5" fmla="*/ 408 h 102"/>
                <a:gd name="T6" fmla="*/ 164 w 71"/>
                <a:gd name="T7" fmla="*/ 260 h 102"/>
                <a:gd name="T8" fmla="*/ 286 w 71"/>
                <a:gd name="T9" fmla="*/ 0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1" h="102">
                  <a:moveTo>
                    <a:pt x="71" y="0"/>
                  </a:moveTo>
                  <a:cubicBezTo>
                    <a:pt x="71" y="0"/>
                    <a:pt x="68" y="45"/>
                    <a:pt x="30" y="84"/>
                  </a:cubicBezTo>
                  <a:cubicBezTo>
                    <a:pt x="30" y="84"/>
                    <a:pt x="10" y="99"/>
                    <a:pt x="0" y="102"/>
                  </a:cubicBezTo>
                  <a:cubicBezTo>
                    <a:pt x="0" y="102"/>
                    <a:pt x="26" y="87"/>
                    <a:pt x="41" y="65"/>
                  </a:cubicBezTo>
                  <a:cubicBezTo>
                    <a:pt x="56" y="42"/>
                    <a:pt x="69" y="15"/>
                    <a:pt x="71" y="0"/>
                  </a:cubicBezTo>
                  <a:close/>
                </a:path>
              </a:pathLst>
            </a:custGeom>
            <a:solidFill>
              <a:srgbClr val="EFCA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713" name="Freeform 150">
              <a:extLst>
                <a:ext uri="{FF2B5EF4-FFF2-40B4-BE49-F238E27FC236}">
                  <a16:creationId xmlns:a16="http://schemas.microsoft.com/office/drawing/2014/main" id="{CC2D8BE3-FC87-4C7C-942E-BC2A567B23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6" y="909"/>
              <a:ext cx="24" cy="156"/>
            </a:xfrm>
            <a:custGeom>
              <a:avLst/>
              <a:gdLst>
                <a:gd name="T0" fmla="*/ 54 w 15"/>
                <a:gd name="T1" fmla="*/ 53 h 98"/>
                <a:gd name="T2" fmla="*/ 48 w 15"/>
                <a:gd name="T3" fmla="*/ 121 h 98"/>
                <a:gd name="T4" fmla="*/ 48 w 15"/>
                <a:gd name="T5" fmla="*/ 197 h 98"/>
                <a:gd name="T6" fmla="*/ 48 w 15"/>
                <a:gd name="T7" fmla="*/ 261 h 98"/>
                <a:gd name="T8" fmla="*/ 21 w 15"/>
                <a:gd name="T9" fmla="*/ 339 h 98"/>
                <a:gd name="T10" fmla="*/ 0 w 15"/>
                <a:gd name="T11" fmla="*/ 395 h 98"/>
                <a:gd name="T12" fmla="*/ 35 w 15"/>
                <a:gd name="T13" fmla="*/ 197 h 98"/>
                <a:gd name="T14" fmla="*/ 35 w 15"/>
                <a:gd name="T15" fmla="*/ 108 h 98"/>
                <a:gd name="T16" fmla="*/ 13 w 15"/>
                <a:gd name="T17" fmla="*/ 60 h 98"/>
                <a:gd name="T18" fmla="*/ 48 w 15"/>
                <a:gd name="T19" fmla="*/ 0 h 98"/>
                <a:gd name="T20" fmla="*/ 54 w 15"/>
                <a:gd name="T21" fmla="*/ 56 h 9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5" h="98">
                  <a:moveTo>
                    <a:pt x="13" y="13"/>
                  </a:moveTo>
                  <a:cubicBezTo>
                    <a:pt x="15" y="15"/>
                    <a:pt x="12" y="27"/>
                    <a:pt x="12" y="30"/>
                  </a:cubicBezTo>
                  <a:cubicBezTo>
                    <a:pt x="12" y="37"/>
                    <a:pt x="12" y="42"/>
                    <a:pt x="12" y="49"/>
                  </a:cubicBezTo>
                  <a:cubicBezTo>
                    <a:pt x="13" y="54"/>
                    <a:pt x="13" y="60"/>
                    <a:pt x="12" y="65"/>
                  </a:cubicBezTo>
                  <a:cubicBezTo>
                    <a:pt x="10" y="72"/>
                    <a:pt x="7" y="77"/>
                    <a:pt x="5" y="84"/>
                  </a:cubicBezTo>
                  <a:cubicBezTo>
                    <a:pt x="3" y="88"/>
                    <a:pt x="0" y="93"/>
                    <a:pt x="0" y="98"/>
                  </a:cubicBezTo>
                  <a:cubicBezTo>
                    <a:pt x="6" y="82"/>
                    <a:pt x="9" y="66"/>
                    <a:pt x="9" y="49"/>
                  </a:cubicBezTo>
                  <a:cubicBezTo>
                    <a:pt x="9" y="41"/>
                    <a:pt x="9" y="34"/>
                    <a:pt x="9" y="27"/>
                  </a:cubicBezTo>
                  <a:cubicBezTo>
                    <a:pt x="9" y="21"/>
                    <a:pt x="7" y="20"/>
                    <a:pt x="3" y="15"/>
                  </a:cubicBezTo>
                  <a:cubicBezTo>
                    <a:pt x="10" y="14"/>
                    <a:pt x="12" y="6"/>
                    <a:pt x="12" y="0"/>
                  </a:cubicBezTo>
                  <a:cubicBezTo>
                    <a:pt x="14" y="3"/>
                    <a:pt x="13" y="10"/>
                    <a:pt x="13" y="14"/>
                  </a:cubicBezTo>
                </a:path>
              </a:pathLst>
            </a:custGeom>
            <a:solidFill>
              <a:srgbClr val="EFCA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714" name="Freeform 151">
              <a:extLst>
                <a:ext uri="{FF2B5EF4-FFF2-40B4-BE49-F238E27FC236}">
                  <a16:creationId xmlns:a16="http://schemas.microsoft.com/office/drawing/2014/main" id="{478DDF13-A898-46CE-8190-7EC6C0641D1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5" y="998"/>
              <a:ext cx="11" cy="27"/>
            </a:xfrm>
            <a:custGeom>
              <a:avLst/>
              <a:gdLst>
                <a:gd name="T0" fmla="*/ 14 w 7"/>
                <a:gd name="T1" fmla="*/ 0 h 17"/>
                <a:gd name="T2" fmla="*/ 14 w 7"/>
                <a:gd name="T3" fmla="*/ 40 h 17"/>
                <a:gd name="T4" fmla="*/ 0 w 7"/>
                <a:gd name="T5" fmla="*/ 68 h 17"/>
                <a:gd name="T6" fmla="*/ 22 w 7"/>
                <a:gd name="T7" fmla="*/ 35 h 17"/>
                <a:gd name="T8" fmla="*/ 14 w 7"/>
                <a:gd name="T9" fmla="*/ 0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17">
                  <a:moveTo>
                    <a:pt x="4" y="0"/>
                  </a:moveTo>
                  <a:cubicBezTo>
                    <a:pt x="4" y="3"/>
                    <a:pt x="5" y="7"/>
                    <a:pt x="4" y="10"/>
                  </a:cubicBezTo>
                  <a:cubicBezTo>
                    <a:pt x="4" y="13"/>
                    <a:pt x="2" y="15"/>
                    <a:pt x="0" y="17"/>
                  </a:cubicBezTo>
                  <a:cubicBezTo>
                    <a:pt x="3" y="16"/>
                    <a:pt x="7" y="13"/>
                    <a:pt x="6" y="9"/>
                  </a:cubicBezTo>
                  <a:cubicBezTo>
                    <a:pt x="6" y="6"/>
                    <a:pt x="5" y="3"/>
                    <a:pt x="4" y="0"/>
                  </a:cubicBezTo>
                </a:path>
              </a:pathLst>
            </a:custGeom>
            <a:solidFill>
              <a:srgbClr val="EFCA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715" name="Freeform 152">
              <a:extLst>
                <a:ext uri="{FF2B5EF4-FFF2-40B4-BE49-F238E27FC236}">
                  <a16:creationId xmlns:a16="http://schemas.microsoft.com/office/drawing/2014/main" id="{2CACC9E8-132B-413A-96C5-A533DD5065E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9" y="1024"/>
              <a:ext cx="60" cy="19"/>
            </a:xfrm>
            <a:custGeom>
              <a:avLst/>
              <a:gdLst>
                <a:gd name="T0" fmla="*/ 0 w 38"/>
                <a:gd name="T1" fmla="*/ 13 h 12"/>
                <a:gd name="T2" fmla="*/ 74 w 38"/>
                <a:gd name="T3" fmla="*/ 27 h 12"/>
                <a:gd name="T4" fmla="*/ 109 w 38"/>
                <a:gd name="T5" fmla="*/ 13 h 12"/>
                <a:gd name="T6" fmla="*/ 150 w 38"/>
                <a:gd name="T7" fmla="*/ 0 h 12"/>
                <a:gd name="T8" fmla="*/ 109 w 38"/>
                <a:gd name="T9" fmla="*/ 21 h 12"/>
                <a:gd name="T10" fmla="*/ 90 w 38"/>
                <a:gd name="T11" fmla="*/ 27 h 12"/>
                <a:gd name="T12" fmla="*/ 69 w 38"/>
                <a:gd name="T13" fmla="*/ 40 h 12"/>
                <a:gd name="T14" fmla="*/ 0 w 38"/>
                <a:gd name="T15" fmla="*/ 21 h 1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8" h="12">
                  <a:moveTo>
                    <a:pt x="0" y="3"/>
                  </a:moveTo>
                  <a:cubicBezTo>
                    <a:pt x="4" y="8"/>
                    <a:pt x="13" y="10"/>
                    <a:pt x="19" y="7"/>
                  </a:cubicBezTo>
                  <a:cubicBezTo>
                    <a:pt x="22" y="5"/>
                    <a:pt x="25" y="3"/>
                    <a:pt x="28" y="3"/>
                  </a:cubicBezTo>
                  <a:cubicBezTo>
                    <a:pt x="31" y="2"/>
                    <a:pt x="37" y="4"/>
                    <a:pt x="38" y="0"/>
                  </a:cubicBezTo>
                  <a:cubicBezTo>
                    <a:pt x="36" y="3"/>
                    <a:pt x="31" y="5"/>
                    <a:pt x="28" y="5"/>
                  </a:cubicBezTo>
                  <a:cubicBezTo>
                    <a:pt x="26" y="6"/>
                    <a:pt x="25" y="6"/>
                    <a:pt x="23" y="7"/>
                  </a:cubicBezTo>
                  <a:cubicBezTo>
                    <a:pt x="21" y="8"/>
                    <a:pt x="20" y="9"/>
                    <a:pt x="18" y="10"/>
                  </a:cubicBezTo>
                  <a:cubicBezTo>
                    <a:pt x="12" y="12"/>
                    <a:pt x="5" y="8"/>
                    <a:pt x="0" y="5"/>
                  </a:cubicBezTo>
                </a:path>
              </a:pathLst>
            </a:custGeom>
            <a:solidFill>
              <a:srgbClr val="EFCA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716" name="Freeform 153">
              <a:extLst>
                <a:ext uri="{FF2B5EF4-FFF2-40B4-BE49-F238E27FC236}">
                  <a16:creationId xmlns:a16="http://schemas.microsoft.com/office/drawing/2014/main" id="{FC408DE7-AD35-491C-B6C3-E498CD81228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2" y="1038"/>
              <a:ext cx="9" cy="37"/>
            </a:xfrm>
            <a:custGeom>
              <a:avLst/>
              <a:gdLst>
                <a:gd name="T0" fmla="*/ 0 w 6"/>
                <a:gd name="T1" fmla="*/ 88 h 23"/>
                <a:gd name="T2" fmla="*/ 14 w 6"/>
                <a:gd name="T3" fmla="*/ 42 h 23"/>
                <a:gd name="T4" fmla="*/ 21 w 6"/>
                <a:gd name="T5" fmla="*/ 0 h 23"/>
                <a:gd name="T6" fmla="*/ 18 w 6"/>
                <a:gd name="T7" fmla="*/ 60 h 23"/>
                <a:gd name="T8" fmla="*/ 14 w 6"/>
                <a:gd name="T9" fmla="*/ 80 h 23"/>
                <a:gd name="T10" fmla="*/ 21 w 6"/>
                <a:gd name="T11" fmla="*/ 97 h 23"/>
                <a:gd name="T12" fmla="*/ 5 w 6"/>
                <a:gd name="T13" fmla="*/ 88 h 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" h="23">
                  <a:moveTo>
                    <a:pt x="0" y="21"/>
                  </a:moveTo>
                  <a:cubicBezTo>
                    <a:pt x="3" y="19"/>
                    <a:pt x="4" y="13"/>
                    <a:pt x="4" y="10"/>
                  </a:cubicBezTo>
                  <a:cubicBezTo>
                    <a:pt x="5" y="7"/>
                    <a:pt x="6" y="3"/>
                    <a:pt x="6" y="0"/>
                  </a:cubicBezTo>
                  <a:cubicBezTo>
                    <a:pt x="6" y="5"/>
                    <a:pt x="5" y="10"/>
                    <a:pt x="5" y="14"/>
                  </a:cubicBezTo>
                  <a:cubicBezTo>
                    <a:pt x="4" y="16"/>
                    <a:pt x="4" y="17"/>
                    <a:pt x="4" y="19"/>
                  </a:cubicBezTo>
                  <a:cubicBezTo>
                    <a:pt x="4" y="21"/>
                    <a:pt x="5" y="22"/>
                    <a:pt x="6" y="23"/>
                  </a:cubicBezTo>
                  <a:cubicBezTo>
                    <a:pt x="4" y="22"/>
                    <a:pt x="4" y="20"/>
                    <a:pt x="1" y="21"/>
                  </a:cubicBezTo>
                </a:path>
              </a:pathLst>
            </a:custGeom>
            <a:solidFill>
              <a:srgbClr val="EFCA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717" name="Freeform 154">
              <a:extLst>
                <a:ext uri="{FF2B5EF4-FFF2-40B4-BE49-F238E27FC236}">
                  <a16:creationId xmlns:a16="http://schemas.microsoft.com/office/drawing/2014/main" id="{B98FC831-0CCC-446A-B590-C1590B4524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3" y="949"/>
              <a:ext cx="31" cy="9"/>
            </a:xfrm>
            <a:custGeom>
              <a:avLst/>
              <a:gdLst>
                <a:gd name="T0" fmla="*/ 5 w 20"/>
                <a:gd name="T1" fmla="*/ 0 h 6"/>
                <a:gd name="T2" fmla="*/ 74 w 20"/>
                <a:gd name="T3" fmla="*/ 18 h 6"/>
                <a:gd name="T4" fmla="*/ 0 w 20"/>
                <a:gd name="T5" fmla="*/ 5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6">
                  <a:moveTo>
                    <a:pt x="1" y="0"/>
                  </a:moveTo>
                  <a:cubicBezTo>
                    <a:pt x="5" y="4"/>
                    <a:pt x="14" y="5"/>
                    <a:pt x="20" y="5"/>
                  </a:cubicBezTo>
                  <a:cubicBezTo>
                    <a:pt x="13" y="6"/>
                    <a:pt x="6" y="6"/>
                    <a:pt x="0" y="1"/>
                  </a:cubicBezTo>
                </a:path>
              </a:pathLst>
            </a:custGeom>
            <a:solidFill>
              <a:srgbClr val="EFCA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718" name="Freeform 155">
              <a:extLst>
                <a:ext uri="{FF2B5EF4-FFF2-40B4-BE49-F238E27FC236}">
                  <a16:creationId xmlns:a16="http://schemas.microsoft.com/office/drawing/2014/main" id="{69A91E55-08AD-435B-8521-B257E94AF9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3" y="947"/>
              <a:ext cx="35" cy="10"/>
            </a:xfrm>
            <a:custGeom>
              <a:avLst/>
              <a:gdLst>
                <a:gd name="T0" fmla="*/ 0 w 22"/>
                <a:gd name="T1" fmla="*/ 28 h 6"/>
                <a:gd name="T2" fmla="*/ 89 w 22"/>
                <a:gd name="T3" fmla="*/ 0 h 6"/>
                <a:gd name="T4" fmla="*/ 48 w 22"/>
                <a:gd name="T5" fmla="*/ 22 h 6"/>
                <a:gd name="T6" fmla="*/ 8 w 22"/>
                <a:gd name="T7" fmla="*/ 28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6">
                  <a:moveTo>
                    <a:pt x="0" y="6"/>
                  </a:moveTo>
                  <a:cubicBezTo>
                    <a:pt x="8" y="6"/>
                    <a:pt x="16" y="4"/>
                    <a:pt x="22" y="0"/>
                  </a:cubicBezTo>
                  <a:cubicBezTo>
                    <a:pt x="20" y="3"/>
                    <a:pt x="16" y="4"/>
                    <a:pt x="12" y="5"/>
                  </a:cubicBezTo>
                  <a:cubicBezTo>
                    <a:pt x="9" y="6"/>
                    <a:pt x="5" y="5"/>
                    <a:pt x="2" y="6"/>
                  </a:cubicBezTo>
                </a:path>
              </a:pathLst>
            </a:custGeom>
            <a:solidFill>
              <a:srgbClr val="EFCA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719" name="Freeform 156">
              <a:extLst>
                <a:ext uri="{FF2B5EF4-FFF2-40B4-BE49-F238E27FC236}">
                  <a16:creationId xmlns:a16="http://schemas.microsoft.com/office/drawing/2014/main" id="{6D2B0140-F7FD-4232-AAB0-5F897AF04F8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4" y="987"/>
              <a:ext cx="6" cy="35"/>
            </a:xfrm>
            <a:custGeom>
              <a:avLst/>
              <a:gdLst>
                <a:gd name="T0" fmla="*/ 14 w 4"/>
                <a:gd name="T1" fmla="*/ 89 h 22"/>
                <a:gd name="T2" fmla="*/ 5 w 4"/>
                <a:gd name="T3" fmla="*/ 48 h 22"/>
                <a:gd name="T4" fmla="*/ 14 w 4"/>
                <a:gd name="T5" fmla="*/ 0 h 22"/>
                <a:gd name="T6" fmla="*/ 12 w 4"/>
                <a:gd name="T7" fmla="*/ 53 h 22"/>
                <a:gd name="T8" fmla="*/ 14 w 4"/>
                <a:gd name="T9" fmla="*/ 89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22">
                  <a:moveTo>
                    <a:pt x="4" y="22"/>
                  </a:moveTo>
                  <a:cubicBezTo>
                    <a:pt x="2" y="19"/>
                    <a:pt x="0" y="17"/>
                    <a:pt x="1" y="12"/>
                  </a:cubicBezTo>
                  <a:cubicBezTo>
                    <a:pt x="1" y="8"/>
                    <a:pt x="2" y="3"/>
                    <a:pt x="4" y="0"/>
                  </a:cubicBezTo>
                  <a:cubicBezTo>
                    <a:pt x="4" y="4"/>
                    <a:pt x="3" y="8"/>
                    <a:pt x="3" y="13"/>
                  </a:cubicBezTo>
                  <a:cubicBezTo>
                    <a:pt x="3" y="15"/>
                    <a:pt x="2" y="20"/>
                    <a:pt x="4" y="22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720" name="Freeform 157">
              <a:extLst>
                <a:ext uri="{FF2B5EF4-FFF2-40B4-BE49-F238E27FC236}">
                  <a16:creationId xmlns:a16="http://schemas.microsoft.com/office/drawing/2014/main" id="{9A0471AE-A4D2-4F18-B64D-1B64C6D23A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9" y="1003"/>
              <a:ext cx="10" cy="19"/>
            </a:xfrm>
            <a:custGeom>
              <a:avLst/>
              <a:gdLst>
                <a:gd name="T0" fmla="*/ 13 w 6"/>
                <a:gd name="T1" fmla="*/ 0 h 12"/>
                <a:gd name="T2" fmla="*/ 5 w 6"/>
                <a:gd name="T3" fmla="*/ 33 h 12"/>
                <a:gd name="T4" fmla="*/ 28 w 6"/>
                <a:gd name="T5" fmla="*/ 43 h 12"/>
                <a:gd name="T6" fmla="*/ 8 w 6"/>
                <a:gd name="T7" fmla="*/ 27 h 12"/>
                <a:gd name="T8" fmla="*/ 13 w 6"/>
                <a:gd name="T9" fmla="*/ 5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12">
                  <a:moveTo>
                    <a:pt x="3" y="0"/>
                  </a:moveTo>
                  <a:cubicBezTo>
                    <a:pt x="2" y="2"/>
                    <a:pt x="0" y="5"/>
                    <a:pt x="1" y="8"/>
                  </a:cubicBezTo>
                  <a:cubicBezTo>
                    <a:pt x="1" y="11"/>
                    <a:pt x="4" y="11"/>
                    <a:pt x="6" y="11"/>
                  </a:cubicBezTo>
                  <a:cubicBezTo>
                    <a:pt x="3" y="12"/>
                    <a:pt x="2" y="9"/>
                    <a:pt x="2" y="7"/>
                  </a:cubicBezTo>
                  <a:cubicBezTo>
                    <a:pt x="2" y="5"/>
                    <a:pt x="4" y="2"/>
                    <a:pt x="3" y="1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721" name="Freeform 158">
              <a:extLst>
                <a:ext uri="{FF2B5EF4-FFF2-40B4-BE49-F238E27FC236}">
                  <a16:creationId xmlns:a16="http://schemas.microsoft.com/office/drawing/2014/main" id="{DFA1825F-5291-465E-BAB1-91E951B597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8" y="1043"/>
              <a:ext cx="11" cy="32"/>
            </a:xfrm>
            <a:custGeom>
              <a:avLst/>
              <a:gdLst>
                <a:gd name="T0" fmla="*/ 27 w 7"/>
                <a:gd name="T1" fmla="*/ 74 h 20"/>
                <a:gd name="T2" fmla="*/ 13 w 7"/>
                <a:gd name="T3" fmla="*/ 34 h 20"/>
                <a:gd name="T4" fmla="*/ 8 w 7"/>
                <a:gd name="T5" fmla="*/ 0 h 20"/>
                <a:gd name="T6" fmla="*/ 0 w 7"/>
                <a:gd name="T7" fmla="*/ 82 h 20"/>
                <a:gd name="T8" fmla="*/ 27 w 7"/>
                <a:gd name="T9" fmla="*/ 74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20">
                  <a:moveTo>
                    <a:pt x="7" y="18"/>
                  </a:moveTo>
                  <a:cubicBezTo>
                    <a:pt x="5" y="15"/>
                    <a:pt x="4" y="12"/>
                    <a:pt x="3" y="8"/>
                  </a:cubicBezTo>
                  <a:cubicBezTo>
                    <a:pt x="3" y="6"/>
                    <a:pt x="3" y="2"/>
                    <a:pt x="2" y="0"/>
                  </a:cubicBezTo>
                  <a:cubicBezTo>
                    <a:pt x="2" y="7"/>
                    <a:pt x="5" y="16"/>
                    <a:pt x="0" y="20"/>
                  </a:cubicBezTo>
                  <a:cubicBezTo>
                    <a:pt x="1" y="19"/>
                    <a:pt x="5" y="16"/>
                    <a:pt x="7" y="18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722" name="Freeform 159">
              <a:extLst>
                <a:ext uri="{FF2B5EF4-FFF2-40B4-BE49-F238E27FC236}">
                  <a16:creationId xmlns:a16="http://schemas.microsoft.com/office/drawing/2014/main" id="{D1185194-E0C8-4C2F-AF93-87B96A4ED3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2" y="920"/>
              <a:ext cx="21" cy="139"/>
            </a:xfrm>
            <a:custGeom>
              <a:avLst/>
              <a:gdLst>
                <a:gd name="T0" fmla="*/ 8 w 13"/>
                <a:gd name="T1" fmla="*/ 5 h 87"/>
                <a:gd name="T2" fmla="*/ 8 w 13"/>
                <a:gd name="T3" fmla="*/ 77 h 87"/>
                <a:gd name="T4" fmla="*/ 21 w 13"/>
                <a:gd name="T5" fmla="*/ 158 h 87"/>
                <a:gd name="T6" fmla="*/ 13 w 13"/>
                <a:gd name="T7" fmla="*/ 197 h 87"/>
                <a:gd name="T8" fmla="*/ 26 w 13"/>
                <a:gd name="T9" fmla="*/ 240 h 87"/>
                <a:gd name="T10" fmla="*/ 55 w 13"/>
                <a:gd name="T11" fmla="*/ 355 h 87"/>
                <a:gd name="T12" fmla="*/ 39 w 13"/>
                <a:gd name="T13" fmla="*/ 281 h 87"/>
                <a:gd name="T14" fmla="*/ 34 w 13"/>
                <a:gd name="T15" fmla="*/ 219 h 87"/>
                <a:gd name="T16" fmla="*/ 34 w 13"/>
                <a:gd name="T17" fmla="*/ 184 h 87"/>
                <a:gd name="T18" fmla="*/ 39 w 13"/>
                <a:gd name="T19" fmla="*/ 150 h 87"/>
                <a:gd name="T20" fmla="*/ 26 w 13"/>
                <a:gd name="T21" fmla="*/ 89 h 87"/>
                <a:gd name="T22" fmla="*/ 39 w 13"/>
                <a:gd name="T23" fmla="*/ 42 h 87"/>
                <a:gd name="T24" fmla="*/ 8 w 13"/>
                <a:gd name="T25" fmla="*/ 0 h 8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3" h="87">
                  <a:moveTo>
                    <a:pt x="2" y="1"/>
                  </a:moveTo>
                  <a:cubicBezTo>
                    <a:pt x="0" y="7"/>
                    <a:pt x="1" y="13"/>
                    <a:pt x="2" y="19"/>
                  </a:cubicBezTo>
                  <a:cubicBezTo>
                    <a:pt x="3" y="25"/>
                    <a:pt x="6" y="33"/>
                    <a:pt x="5" y="39"/>
                  </a:cubicBezTo>
                  <a:cubicBezTo>
                    <a:pt x="4" y="42"/>
                    <a:pt x="3" y="45"/>
                    <a:pt x="3" y="48"/>
                  </a:cubicBezTo>
                  <a:cubicBezTo>
                    <a:pt x="3" y="51"/>
                    <a:pt x="5" y="55"/>
                    <a:pt x="6" y="59"/>
                  </a:cubicBezTo>
                  <a:cubicBezTo>
                    <a:pt x="9" y="68"/>
                    <a:pt x="10" y="77"/>
                    <a:pt x="13" y="87"/>
                  </a:cubicBezTo>
                  <a:cubicBezTo>
                    <a:pt x="10" y="82"/>
                    <a:pt x="10" y="75"/>
                    <a:pt x="9" y="69"/>
                  </a:cubicBezTo>
                  <a:cubicBezTo>
                    <a:pt x="9" y="64"/>
                    <a:pt x="8" y="59"/>
                    <a:pt x="8" y="54"/>
                  </a:cubicBezTo>
                  <a:cubicBezTo>
                    <a:pt x="8" y="51"/>
                    <a:pt x="7" y="48"/>
                    <a:pt x="8" y="45"/>
                  </a:cubicBezTo>
                  <a:cubicBezTo>
                    <a:pt x="8" y="42"/>
                    <a:pt x="9" y="40"/>
                    <a:pt x="9" y="37"/>
                  </a:cubicBezTo>
                  <a:cubicBezTo>
                    <a:pt x="9" y="32"/>
                    <a:pt x="7" y="27"/>
                    <a:pt x="6" y="22"/>
                  </a:cubicBezTo>
                  <a:cubicBezTo>
                    <a:pt x="6" y="18"/>
                    <a:pt x="4" y="12"/>
                    <a:pt x="9" y="10"/>
                  </a:cubicBezTo>
                  <a:cubicBezTo>
                    <a:pt x="5" y="8"/>
                    <a:pt x="2" y="4"/>
                    <a:pt x="2" y="0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723" name="Freeform 160">
              <a:extLst>
                <a:ext uri="{FF2B5EF4-FFF2-40B4-BE49-F238E27FC236}">
                  <a16:creationId xmlns:a16="http://schemas.microsoft.com/office/drawing/2014/main" id="{D5510CB7-E8F9-4B5D-8264-715FCCBF2D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1" y="930"/>
              <a:ext cx="22" cy="130"/>
            </a:xfrm>
            <a:custGeom>
              <a:avLst/>
              <a:gdLst>
                <a:gd name="T0" fmla="*/ 13 w 14"/>
                <a:gd name="T1" fmla="*/ 0 h 82"/>
                <a:gd name="T2" fmla="*/ 13 w 14"/>
                <a:gd name="T3" fmla="*/ 27 h 82"/>
                <a:gd name="T4" fmla="*/ 13 w 14"/>
                <a:gd name="T5" fmla="*/ 60 h 82"/>
                <a:gd name="T6" fmla="*/ 13 w 14"/>
                <a:gd name="T7" fmla="*/ 111 h 82"/>
                <a:gd name="T8" fmla="*/ 8 w 14"/>
                <a:gd name="T9" fmla="*/ 159 h 82"/>
                <a:gd name="T10" fmla="*/ 0 w 14"/>
                <a:gd name="T11" fmla="*/ 163 h 82"/>
                <a:gd name="T12" fmla="*/ 5 w 14"/>
                <a:gd name="T13" fmla="*/ 176 h 82"/>
                <a:gd name="T14" fmla="*/ 13 w 14"/>
                <a:gd name="T15" fmla="*/ 198 h 82"/>
                <a:gd name="T16" fmla="*/ 22 w 14"/>
                <a:gd name="T17" fmla="*/ 254 h 82"/>
                <a:gd name="T18" fmla="*/ 35 w 14"/>
                <a:gd name="T19" fmla="*/ 292 h 82"/>
                <a:gd name="T20" fmla="*/ 55 w 14"/>
                <a:gd name="T21" fmla="*/ 327 h 82"/>
                <a:gd name="T22" fmla="*/ 39 w 14"/>
                <a:gd name="T23" fmla="*/ 279 h 82"/>
                <a:gd name="T24" fmla="*/ 31 w 14"/>
                <a:gd name="T25" fmla="*/ 239 h 82"/>
                <a:gd name="T26" fmla="*/ 27 w 14"/>
                <a:gd name="T27" fmla="*/ 163 h 82"/>
                <a:gd name="T28" fmla="*/ 22 w 14"/>
                <a:gd name="T29" fmla="*/ 82 h 82"/>
                <a:gd name="T30" fmla="*/ 14 w 14"/>
                <a:gd name="T31" fmla="*/ 16 h 8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4" h="82">
                  <a:moveTo>
                    <a:pt x="3" y="0"/>
                  </a:moveTo>
                  <a:cubicBezTo>
                    <a:pt x="3" y="2"/>
                    <a:pt x="3" y="5"/>
                    <a:pt x="3" y="7"/>
                  </a:cubicBezTo>
                  <a:cubicBezTo>
                    <a:pt x="3" y="10"/>
                    <a:pt x="3" y="12"/>
                    <a:pt x="3" y="15"/>
                  </a:cubicBezTo>
                  <a:cubicBezTo>
                    <a:pt x="3" y="19"/>
                    <a:pt x="3" y="24"/>
                    <a:pt x="3" y="28"/>
                  </a:cubicBezTo>
                  <a:cubicBezTo>
                    <a:pt x="3" y="32"/>
                    <a:pt x="4" y="37"/>
                    <a:pt x="2" y="40"/>
                  </a:cubicBezTo>
                  <a:cubicBezTo>
                    <a:pt x="1" y="41"/>
                    <a:pt x="1" y="40"/>
                    <a:pt x="0" y="41"/>
                  </a:cubicBezTo>
                  <a:cubicBezTo>
                    <a:pt x="0" y="42"/>
                    <a:pt x="1" y="43"/>
                    <a:pt x="1" y="44"/>
                  </a:cubicBezTo>
                  <a:cubicBezTo>
                    <a:pt x="2" y="46"/>
                    <a:pt x="2" y="48"/>
                    <a:pt x="3" y="50"/>
                  </a:cubicBezTo>
                  <a:cubicBezTo>
                    <a:pt x="4" y="55"/>
                    <a:pt x="5" y="59"/>
                    <a:pt x="6" y="64"/>
                  </a:cubicBezTo>
                  <a:cubicBezTo>
                    <a:pt x="7" y="67"/>
                    <a:pt x="8" y="70"/>
                    <a:pt x="9" y="73"/>
                  </a:cubicBezTo>
                  <a:cubicBezTo>
                    <a:pt x="11" y="76"/>
                    <a:pt x="12" y="79"/>
                    <a:pt x="14" y="82"/>
                  </a:cubicBezTo>
                  <a:cubicBezTo>
                    <a:pt x="13" y="78"/>
                    <a:pt x="11" y="74"/>
                    <a:pt x="10" y="70"/>
                  </a:cubicBezTo>
                  <a:cubicBezTo>
                    <a:pt x="9" y="67"/>
                    <a:pt x="9" y="63"/>
                    <a:pt x="8" y="60"/>
                  </a:cubicBezTo>
                  <a:cubicBezTo>
                    <a:pt x="7" y="53"/>
                    <a:pt x="6" y="48"/>
                    <a:pt x="7" y="41"/>
                  </a:cubicBezTo>
                  <a:cubicBezTo>
                    <a:pt x="7" y="34"/>
                    <a:pt x="8" y="28"/>
                    <a:pt x="6" y="21"/>
                  </a:cubicBezTo>
                  <a:cubicBezTo>
                    <a:pt x="5" y="15"/>
                    <a:pt x="5" y="9"/>
                    <a:pt x="4" y="4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724" name="Freeform 161">
              <a:extLst>
                <a:ext uri="{FF2B5EF4-FFF2-40B4-BE49-F238E27FC236}">
                  <a16:creationId xmlns:a16="http://schemas.microsoft.com/office/drawing/2014/main" id="{436481CC-C6F2-445A-B0B9-98D3CC5542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7" y="1008"/>
              <a:ext cx="24" cy="73"/>
            </a:xfrm>
            <a:custGeom>
              <a:avLst/>
              <a:gdLst>
                <a:gd name="T0" fmla="*/ 21 w 15"/>
                <a:gd name="T1" fmla="*/ 33 h 46"/>
                <a:gd name="T2" fmla="*/ 29 w 15"/>
                <a:gd name="T3" fmla="*/ 68 h 46"/>
                <a:gd name="T4" fmla="*/ 35 w 15"/>
                <a:gd name="T5" fmla="*/ 100 h 46"/>
                <a:gd name="T6" fmla="*/ 48 w 15"/>
                <a:gd name="T7" fmla="*/ 149 h 46"/>
                <a:gd name="T8" fmla="*/ 61 w 15"/>
                <a:gd name="T9" fmla="*/ 184 h 46"/>
                <a:gd name="T10" fmla="*/ 29 w 15"/>
                <a:gd name="T11" fmla="*/ 121 h 46"/>
                <a:gd name="T12" fmla="*/ 16 w 15"/>
                <a:gd name="T13" fmla="*/ 94 h 46"/>
                <a:gd name="T14" fmla="*/ 8 w 15"/>
                <a:gd name="T15" fmla="*/ 40 h 46"/>
                <a:gd name="T16" fmla="*/ 8 w 15"/>
                <a:gd name="T17" fmla="*/ 0 h 4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5" h="46">
                  <a:moveTo>
                    <a:pt x="5" y="8"/>
                  </a:moveTo>
                  <a:cubicBezTo>
                    <a:pt x="6" y="11"/>
                    <a:pt x="7" y="14"/>
                    <a:pt x="7" y="17"/>
                  </a:cubicBezTo>
                  <a:cubicBezTo>
                    <a:pt x="8" y="20"/>
                    <a:pt x="8" y="22"/>
                    <a:pt x="9" y="25"/>
                  </a:cubicBezTo>
                  <a:cubicBezTo>
                    <a:pt x="10" y="29"/>
                    <a:pt x="11" y="33"/>
                    <a:pt x="12" y="37"/>
                  </a:cubicBezTo>
                  <a:cubicBezTo>
                    <a:pt x="13" y="40"/>
                    <a:pt x="14" y="43"/>
                    <a:pt x="15" y="46"/>
                  </a:cubicBezTo>
                  <a:cubicBezTo>
                    <a:pt x="10" y="42"/>
                    <a:pt x="8" y="36"/>
                    <a:pt x="7" y="30"/>
                  </a:cubicBezTo>
                  <a:cubicBezTo>
                    <a:pt x="6" y="28"/>
                    <a:pt x="5" y="26"/>
                    <a:pt x="4" y="23"/>
                  </a:cubicBezTo>
                  <a:cubicBezTo>
                    <a:pt x="3" y="19"/>
                    <a:pt x="2" y="15"/>
                    <a:pt x="2" y="10"/>
                  </a:cubicBezTo>
                  <a:cubicBezTo>
                    <a:pt x="1" y="7"/>
                    <a:pt x="0" y="3"/>
                    <a:pt x="2" y="0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725" name="Freeform 162">
              <a:extLst>
                <a:ext uri="{FF2B5EF4-FFF2-40B4-BE49-F238E27FC236}">
                  <a16:creationId xmlns:a16="http://schemas.microsoft.com/office/drawing/2014/main" id="{773ADA1C-F0DE-45CD-9A00-49E560E76C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2" y="927"/>
              <a:ext cx="8" cy="49"/>
            </a:xfrm>
            <a:custGeom>
              <a:avLst/>
              <a:gdLst>
                <a:gd name="T0" fmla="*/ 8 w 5"/>
                <a:gd name="T1" fmla="*/ 5 h 31"/>
                <a:gd name="T2" fmla="*/ 5 w 5"/>
                <a:gd name="T3" fmla="*/ 55 h 31"/>
                <a:gd name="T4" fmla="*/ 21 w 5"/>
                <a:gd name="T5" fmla="*/ 122 h 31"/>
                <a:gd name="T6" fmla="*/ 13 w 5"/>
                <a:gd name="T7" fmla="*/ 82 h 31"/>
                <a:gd name="T8" fmla="*/ 8 w 5"/>
                <a:gd name="T9" fmla="*/ 52 h 31"/>
                <a:gd name="T10" fmla="*/ 8 w 5"/>
                <a:gd name="T11" fmla="*/ 0 h 3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" h="31">
                  <a:moveTo>
                    <a:pt x="2" y="1"/>
                  </a:moveTo>
                  <a:cubicBezTo>
                    <a:pt x="0" y="4"/>
                    <a:pt x="0" y="10"/>
                    <a:pt x="1" y="14"/>
                  </a:cubicBezTo>
                  <a:cubicBezTo>
                    <a:pt x="1" y="20"/>
                    <a:pt x="3" y="25"/>
                    <a:pt x="5" y="31"/>
                  </a:cubicBezTo>
                  <a:cubicBezTo>
                    <a:pt x="4" y="28"/>
                    <a:pt x="4" y="24"/>
                    <a:pt x="3" y="21"/>
                  </a:cubicBezTo>
                  <a:cubicBezTo>
                    <a:pt x="2" y="18"/>
                    <a:pt x="2" y="16"/>
                    <a:pt x="2" y="13"/>
                  </a:cubicBezTo>
                  <a:cubicBezTo>
                    <a:pt x="1" y="9"/>
                    <a:pt x="1" y="4"/>
                    <a:pt x="2" y="0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726" name="Freeform 163">
              <a:extLst>
                <a:ext uri="{FF2B5EF4-FFF2-40B4-BE49-F238E27FC236}">
                  <a16:creationId xmlns:a16="http://schemas.microsoft.com/office/drawing/2014/main" id="{08F3665B-7407-4718-83D5-CC1AB77325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5" y="987"/>
              <a:ext cx="17" cy="27"/>
            </a:xfrm>
            <a:custGeom>
              <a:avLst/>
              <a:gdLst>
                <a:gd name="T0" fmla="*/ 0 w 11"/>
                <a:gd name="T1" fmla="*/ 5 h 17"/>
                <a:gd name="T2" fmla="*/ 22 w 11"/>
                <a:gd name="T3" fmla="*/ 48 h 17"/>
                <a:gd name="T4" fmla="*/ 40 w 11"/>
                <a:gd name="T5" fmla="*/ 68 h 17"/>
                <a:gd name="T6" fmla="*/ 26 w 11"/>
                <a:gd name="T7" fmla="*/ 27 h 17"/>
                <a:gd name="T8" fmla="*/ 0 w 11"/>
                <a:gd name="T9" fmla="*/ 0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7">
                  <a:moveTo>
                    <a:pt x="0" y="1"/>
                  </a:moveTo>
                  <a:cubicBezTo>
                    <a:pt x="3" y="4"/>
                    <a:pt x="4" y="9"/>
                    <a:pt x="6" y="12"/>
                  </a:cubicBezTo>
                  <a:cubicBezTo>
                    <a:pt x="7" y="14"/>
                    <a:pt x="9" y="16"/>
                    <a:pt x="11" y="17"/>
                  </a:cubicBezTo>
                  <a:cubicBezTo>
                    <a:pt x="9" y="14"/>
                    <a:pt x="8" y="10"/>
                    <a:pt x="7" y="7"/>
                  </a:cubicBezTo>
                  <a:cubicBezTo>
                    <a:pt x="4" y="6"/>
                    <a:pt x="1" y="2"/>
                    <a:pt x="0" y="0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727" name="Freeform 164">
              <a:extLst>
                <a:ext uri="{FF2B5EF4-FFF2-40B4-BE49-F238E27FC236}">
                  <a16:creationId xmlns:a16="http://schemas.microsoft.com/office/drawing/2014/main" id="{FEE8A815-FCB2-4040-A2F8-03FE859D6CB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2" y="777"/>
              <a:ext cx="70" cy="77"/>
            </a:xfrm>
            <a:custGeom>
              <a:avLst/>
              <a:gdLst>
                <a:gd name="T0" fmla="*/ 177 w 44"/>
                <a:gd name="T1" fmla="*/ 0 h 48"/>
                <a:gd name="T2" fmla="*/ 81 w 44"/>
                <a:gd name="T3" fmla="*/ 75 h 48"/>
                <a:gd name="T4" fmla="*/ 0 w 44"/>
                <a:gd name="T5" fmla="*/ 199 h 48"/>
                <a:gd name="T6" fmla="*/ 73 w 44"/>
                <a:gd name="T7" fmla="*/ 101 h 48"/>
                <a:gd name="T8" fmla="*/ 177 w 44"/>
                <a:gd name="T9" fmla="*/ 0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" h="48">
                  <a:moveTo>
                    <a:pt x="44" y="0"/>
                  </a:moveTo>
                  <a:cubicBezTo>
                    <a:pt x="44" y="0"/>
                    <a:pt x="29" y="12"/>
                    <a:pt x="20" y="18"/>
                  </a:cubicBezTo>
                  <a:cubicBezTo>
                    <a:pt x="11" y="23"/>
                    <a:pt x="1" y="36"/>
                    <a:pt x="0" y="48"/>
                  </a:cubicBezTo>
                  <a:cubicBezTo>
                    <a:pt x="0" y="48"/>
                    <a:pt x="9" y="27"/>
                    <a:pt x="18" y="24"/>
                  </a:cubicBezTo>
                  <a:cubicBezTo>
                    <a:pt x="28" y="21"/>
                    <a:pt x="38" y="11"/>
                    <a:pt x="44" y="0"/>
                  </a:cubicBezTo>
                  <a:close/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</p:grpSp>
      <p:grpSp>
        <p:nvGrpSpPr>
          <p:cNvPr id="37890" name="adult-female-front-view-illustration">
            <a:extLst>
              <a:ext uri="{FF2B5EF4-FFF2-40B4-BE49-F238E27FC236}">
                <a16:creationId xmlns:a16="http://schemas.microsoft.com/office/drawing/2014/main" id="{09B95874-C83C-47B2-BB66-7AAFC4044754}"/>
              </a:ext>
            </a:extLst>
          </p:cNvPr>
          <p:cNvGrpSpPr>
            <a:grpSpLocks/>
          </p:cNvGrpSpPr>
          <p:nvPr/>
        </p:nvGrpSpPr>
        <p:grpSpPr bwMode="auto">
          <a:xfrm>
            <a:off x="4343400" y="1208088"/>
            <a:ext cx="1341438" cy="5270500"/>
            <a:chOff x="526" y="745"/>
            <a:chExt cx="845" cy="3320"/>
          </a:xfrm>
        </p:grpSpPr>
        <p:sp>
          <p:nvSpPr>
            <p:cNvPr id="38401" name="Freeform 166">
              <a:extLst>
                <a:ext uri="{FF2B5EF4-FFF2-40B4-BE49-F238E27FC236}">
                  <a16:creationId xmlns:a16="http://schemas.microsoft.com/office/drawing/2014/main" id="{62CE099D-CA34-45A3-931D-B43726AB0AB3}"/>
                </a:ext>
              </a:extLst>
            </p:cNvPr>
            <p:cNvSpPr>
              <a:spLocks/>
            </p:cNvSpPr>
            <p:nvPr/>
          </p:nvSpPr>
          <p:spPr bwMode="auto">
            <a:xfrm>
              <a:off x="726" y="745"/>
              <a:ext cx="220" cy="384"/>
            </a:xfrm>
            <a:custGeom>
              <a:avLst/>
              <a:gdLst>
                <a:gd name="T0" fmla="*/ 602 w 133"/>
                <a:gd name="T1" fmla="*/ 81 h 233"/>
                <a:gd name="T2" fmla="*/ 318 w 133"/>
                <a:gd name="T3" fmla="*/ 152 h 233"/>
                <a:gd name="T4" fmla="*/ 137 w 133"/>
                <a:gd name="T5" fmla="*/ 918 h 233"/>
                <a:gd name="T6" fmla="*/ 534 w 133"/>
                <a:gd name="T7" fmla="*/ 1043 h 2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3" h="233">
                  <a:moveTo>
                    <a:pt x="133" y="18"/>
                  </a:moveTo>
                  <a:cubicBezTo>
                    <a:pt x="133" y="18"/>
                    <a:pt x="99" y="0"/>
                    <a:pt x="70" y="34"/>
                  </a:cubicBezTo>
                  <a:cubicBezTo>
                    <a:pt x="41" y="69"/>
                    <a:pt x="0" y="190"/>
                    <a:pt x="30" y="205"/>
                  </a:cubicBezTo>
                  <a:cubicBezTo>
                    <a:pt x="59" y="221"/>
                    <a:pt x="79" y="229"/>
                    <a:pt x="118" y="233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402" name="Freeform 167">
              <a:extLst>
                <a:ext uri="{FF2B5EF4-FFF2-40B4-BE49-F238E27FC236}">
                  <a16:creationId xmlns:a16="http://schemas.microsoft.com/office/drawing/2014/main" id="{9A5E4FE6-8E8F-4120-8E06-A6DBE78DE5AB}"/>
                </a:ext>
              </a:extLst>
            </p:cNvPr>
            <p:cNvSpPr>
              <a:spLocks/>
            </p:cNvSpPr>
            <p:nvPr/>
          </p:nvSpPr>
          <p:spPr bwMode="auto">
            <a:xfrm>
              <a:off x="941" y="745"/>
              <a:ext cx="220" cy="384"/>
            </a:xfrm>
            <a:custGeom>
              <a:avLst/>
              <a:gdLst>
                <a:gd name="T0" fmla="*/ 0 w 133"/>
                <a:gd name="T1" fmla="*/ 81 h 233"/>
                <a:gd name="T2" fmla="*/ 285 w 133"/>
                <a:gd name="T3" fmla="*/ 152 h 233"/>
                <a:gd name="T4" fmla="*/ 471 w 133"/>
                <a:gd name="T5" fmla="*/ 918 h 233"/>
                <a:gd name="T6" fmla="*/ 68 w 133"/>
                <a:gd name="T7" fmla="*/ 1043 h 2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3" h="233">
                  <a:moveTo>
                    <a:pt x="0" y="18"/>
                  </a:moveTo>
                  <a:cubicBezTo>
                    <a:pt x="0" y="18"/>
                    <a:pt x="35" y="0"/>
                    <a:pt x="63" y="34"/>
                  </a:cubicBezTo>
                  <a:cubicBezTo>
                    <a:pt x="92" y="69"/>
                    <a:pt x="133" y="190"/>
                    <a:pt x="104" y="205"/>
                  </a:cubicBezTo>
                  <a:cubicBezTo>
                    <a:pt x="75" y="221"/>
                    <a:pt x="54" y="229"/>
                    <a:pt x="15" y="233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403" name="Freeform 168">
              <a:extLst>
                <a:ext uri="{FF2B5EF4-FFF2-40B4-BE49-F238E27FC236}">
                  <a16:creationId xmlns:a16="http://schemas.microsoft.com/office/drawing/2014/main" id="{9836DB74-5541-4C35-93A6-D9FD881427B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0" y="4034"/>
              <a:ext cx="15" cy="15"/>
            </a:xfrm>
            <a:custGeom>
              <a:avLst/>
              <a:gdLst>
                <a:gd name="T0" fmla="*/ 42 w 9"/>
                <a:gd name="T1" fmla="*/ 33 h 9"/>
                <a:gd name="T2" fmla="*/ 0 w 9"/>
                <a:gd name="T3" fmla="*/ 28 h 9"/>
                <a:gd name="T4" fmla="*/ 42 w 9"/>
                <a:gd name="T5" fmla="*/ 33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9">
                  <a:moveTo>
                    <a:pt x="9" y="7"/>
                  </a:moveTo>
                  <a:cubicBezTo>
                    <a:pt x="7" y="9"/>
                    <a:pt x="2" y="9"/>
                    <a:pt x="0" y="6"/>
                  </a:cubicBezTo>
                  <a:cubicBezTo>
                    <a:pt x="1" y="0"/>
                    <a:pt x="9" y="3"/>
                    <a:pt x="9" y="7"/>
                  </a:cubicBezTo>
                  <a:close/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404" name="Freeform 169">
              <a:extLst>
                <a:ext uri="{FF2B5EF4-FFF2-40B4-BE49-F238E27FC236}">
                  <a16:creationId xmlns:a16="http://schemas.microsoft.com/office/drawing/2014/main" id="{7FC73E01-4A00-4855-A564-E88D6C5E1430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" y="1074"/>
              <a:ext cx="845" cy="2991"/>
            </a:xfrm>
            <a:custGeom>
              <a:avLst/>
              <a:gdLst>
                <a:gd name="T0" fmla="*/ 2234 w 511"/>
                <a:gd name="T1" fmla="*/ 3146 h 1817"/>
                <a:gd name="T2" fmla="*/ 2138 w 511"/>
                <a:gd name="T3" fmla="*/ 1788 h 1817"/>
                <a:gd name="T4" fmla="*/ 1991 w 511"/>
                <a:gd name="T5" fmla="*/ 566 h 1817"/>
                <a:gd name="T6" fmla="*/ 1690 w 511"/>
                <a:gd name="T7" fmla="*/ 433 h 1817"/>
                <a:gd name="T8" fmla="*/ 1363 w 511"/>
                <a:gd name="T9" fmla="*/ 35 h 1817"/>
                <a:gd name="T10" fmla="*/ 1154 w 511"/>
                <a:gd name="T11" fmla="*/ 181 h 1817"/>
                <a:gd name="T12" fmla="*/ 1101 w 511"/>
                <a:gd name="T13" fmla="*/ 173 h 1817"/>
                <a:gd name="T14" fmla="*/ 795 w 511"/>
                <a:gd name="T15" fmla="*/ 379 h 1817"/>
                <a:gd name="T16" fmla="*/ 498 w 511"/>
                <a:gd name="T17" fmla="*/ 461 h 1817"/>
                <a:gd name="T18" fmla="*/ 175 w 511"/>
                <a:gd name="T19" fmla="*/ 1258 h 1817"/>
                <a:gd name="T20" fmla="*/ 71 w 511"/>
                <a:gd name="T21" fmla="*/ 2805 h 1817"/>
                <a:gd name="T22" fmla="*/ 8 w 511"/>
                <a:gd name="T23" fmla="*/ 3880 h 1817"/>
                <a:gd name="T24" fmla="*/ 99 w 511"/>
                <a:gd name="T25" fmla="*/ 4115 h 1817"/>
                <a:gd name="T26" fmla="*/ 281 w 511"/>
                <a:gd name="T27" fmla="*/ 4155 h 1817"/>
                <a:gd name="T28" fmla="*/ 304 w 511"/>
                <a:gd name="T29" fmla="*/ 4077 h 1817"/>
                <a:gd name="T30" fmla="*/ 256 w 511"/>
                <a:gd name="T31" fmla="*/ 3549 h 1817"/>
                <a:gd name="T32" fmla="*/ 511 w 511"/>
                <a:gd name="T33" fmla="*/ 1699 h 1817"/>
                <a:gd name="T34" fmla="*/ 561 w 511"/>
                <a:gd name="T35" fmla="*/ 2440 h 1817"/>
                <a:gd name="T36" fmla="*/ 443 w 511"/>
                <a:gd name="T37" fmla="*/ 4403 h 1817"/>
                <a:gd name="T38" fmla="*/ 678 w 511"/>
                <a:gd name="T39" fmla="*/ 6655 h 1817"/>
                <a:gd name="T40" fmla="*/ 802 w 511"/>
                <a:gd name="T41" fmla="*/ 7712 h 1817"/>
                <a:gd name="T42" fmla="*/ 728 w 511"/>
                <a:gd name="T43" fmla="*/ 8051 h 1817"/>
                <a:gd name="T44" fmla="*/ 1080 w 511"/>
                <a:gd name="T45" fmla="*/ 8056 h 1817"/>
                <a:gd name="T46" fmla="*/ 1134 w 511"/>
                <a:gd name="T47" fmla="*/ 7641 h 1817"/>
                <a:gd name="T48" fmla="*/ 1058 w 511"/>
                <a:gd name="T49" fmla="*/ 7062 h 1817"/>
                <a:gd name="T50" fmla="*/ 1113 w 511"/>
                <a:gd name="T51" fmla="*/ 5040 h 1817"/>
                <a:gd name="T52" fmla="*/ 1113 w 511"/>
                <a:gd name="T53" fmla="*/ 3585 h 1817"/>
                <a:gd name="T54" fmla="*/ 1204 w 511"/>
                <a:gd name="T55" fmla="*/ 3582 h 1817"/>
                <a:gd name="T56" fmla="*/ 1197 w 511"/>
                <a:gd name="T57" fmla="*/ 5040 h 1817"/>
                <a:gd name="T58" fmla="*/ 1252 w 511"/>
                <a:gd name="T59" fmla="*/ 7062 h 1817"/>
                <a:gd name="T60" fmla="*/ 1171 w 511"/>
                <a:gd name="T61" fmla="*/ 7641 h 1817"/>
                <a:gd name="T62" fmla="*/ 1230 w 511"/>
                <a:gd name="T63" fmla="*/ 8056 h 1817"/>
                <a:gd name="T64" fmla="*/ 1583 w 511"/>
                <a:gd name="T65" fmla="*/ 8051 h 1817"/>
                <a:gd name="T66" fmla="*/ 1506 w 511"/>
                <a:gd name="T67" fmla="*/ 7712 h 1817"/>
                <a:gd name="T68" fmla="*/ 1632 w 511"/>
                <a:gd name="T69" fmla="*/ 6655 h 1817"/>
                <a:gd name="T70" fmla="*/ 1859 w 511"/>
                <a:gd name="T71" fmla="*/ 4446 h 1817"/>
                <a:gd name="T72" fmla="*/ 1736 w 511"/>
                <a:gd name="T73" fmla="*/ 2458 h 1817"/>
                <a:gd name="T74" fmla="*/ 1794 w 511"/>
                <a:gd name="T75" fmla="*/ 1696 h 1817"/>
                <a:gd name="T76" fmla="*/ 2054 w 511"/>
                <a:gd name="T77" fmla="*/ 3549 h 1817"/>
                <a:gd name="T78" fmla="*/ 2007 w 511"/>
                <a:gd name="T79" fmla="*/ 4077 h 1817"/>
                <a:gd name="T80" fmla="*/ 2029 w 511"/>
                <a:gd name="T81" fmla="*/ 4155 h 1817"/>
                <a:gd name="T82" fmla="*/ 2213 w 511"/>
                <a:gd name="T83" fmla="*/ 4115 h 1817"/>
                <a:gd name="T84" fmla="*/ 2302 w 511"/>
                <a:gd name="T85" fmla="*/ 3880 h 1817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511" h="1817">
                  <a:moveTo>
                    <a:pt x="509" y="870"/>
                  </a:moveTo>
                  <a:cubicBezTo>
                    <a:pt x="507" y="866"/>
                    <a:pt x="503" y="834"/>
                    <a:pt x="499" y="815"/>
                  </a:cubicBezTo>
                  <a:cubicBezTo>
                    <a:pt x="496" y="800"/>
                    <a:pt x="492" y="735"/>
                    <a:pt x="494" y="705"/>
                  </a:cubicBezTo>
                  <a:cubicBezTo>
                    <a:pt x="496" y="681"/>
                    <a:pt x="495" y="644"/>
                    <a:pt x="495" y="629"/>
                  </a:cubicBezTo>
                  <a:cubicBezTo>
                    <a:pt x="496" y="539"/>
                    <a:pt x="483" y="494"/>
                    <a:pt x="480" y="477"/>
                  </a:cubicBezTo>
                  <a:cubicBezTo>
                    <a:pt x="477" y="461"/>
                    <a:pt x="473" y="437"/>
                    <a:pt x="473" y="401"/>
                  </a:cubicBezTo>
                  <a:cubicBezTo>
                    <a:pt x="473" y="366"/>
                    <a:pt x="475" y="316"/>
                    <a:pt x="472" y="282"/>
                  </a:cubicBezTo>
                  <a:cubicBezTo>
                    <a:pt x="471" y="262"/>
                    <a:pt x="467" y="232"/>
                    <a:pt x="464" y="205"/>
                  </a:cubicBezTo>
                  <a:cubicBezTo>
                    <a:pt x="460" y="179"/>
                    <a:pt x="450" y="139"/>
                    <a:pt x="440" y="127"/>
                  </a:cubicBezTo>
                  <a:cubicBezTo>
                    <a:pt x="430" y="115"/>
                    <a:pt x="416" y="109"/>
                    <a:pt x="401" y="103"/>
                  </a:cubicBezTo>
                  <a:cubicBezTo>
                    <a:pt x="397" y="102"/>
                    <a:pt x="393" y="99"/>
                    <a:pt x="389" y="98"/>
                  </a:cubicBezTo>
                  <a:cubicBezTo>
                    <a:pt x="383" y="97"/>
                    <a:pt x="379" y="98"/>
                    <a:pt x="374" y="97"/>
                  </a:cubicBezTo>
                  <a:cubicBezTo>
                    <a:pt x="364" y="95"/>
                    <a:pt x="346" y="89"/>
                    <a:pt x="337" y="86"/>
                  </a:cubicBezTo>
                  <a:cubicBezTo>
                    <a:pt x="318" y="79"/>
                    <a:pt x="308" y="77"/>
                    <a:pt x="308" y="0"/>
                  </a:cubicBezTo>
                  <a:cubicBezTo>
                    <a:pt x="306" y="2"/>
                    <a:pt x="304" y="5"/>
                    <a:pt x="301" y="8"/>
                  </a:cubicBezTo>
                  <a:cubicBezTo>
                    <a:pt x="291" y="19"/>
                    <a:pt x="278" y="37"/>
                    <a:pt x="267" y="39"/>
                  </a:cubicBezTo>
                  <a:cubicBezTo>
                    <a:pt x="263" y="40"/>
                    <a:pt x="258" y="41"/>
                    <a:pt x="255" y="41"/>
                  </a:cubicBezTo>
                  <a:cubicBezTo>
                    <a:pt x="255" y="41"/>
                    <a:pt x="255" y="41"/>
                    <a:pt x="255" y="41"/>
                  </a:cubicBezTo>
                  <a:cubicBezTo>
                    <a:pt x="255" y="41"/>
                    <a:pt x="255" y="41"/>
                    <a:pt x="255" y="41"/>
                  </a:cubicBezTo>
                  <a:cubicBezTo>
                    <a:pt x="255" y="41"/>
                    <a:pt x="255" y="41"/>
                    <a:pt x="255" y="41"/>
                  </a:cubicBezTo>
                  <a:cubicBezTo>
                    <a:pt x="252" y="41"/>
                    <a:pt x="248" y="40"/>
                    <a:pt x="244" y="39"/>
                  </a:cubicBezTo>
                  <a:cubicBezTo>
                    <a:pt x="232" y="37"/>
                    <a:pt x="220" y="19"/>
                    <a:pt x="209" y="8"/>
                  </a:cubicBezTo>
                  <a:cubicBezTo>
                    <a:pt x="207" y="5"/>
                    <a:pt x="204" y="2"/>
                    <a:pt x="203" y="0"/>
                  </a:cubicBezTo>
                  <a:cubicBezTo>
                    <a:pt x="203" y="77"/>
                    <a:pt x="195" y="79"/>
                    <a:pt x="176" y="85"/>
                  </a:cubicBezTo>
                  <a:cubicBezTo>
                    <a:pt x="168" y="88"/>
                    <a:pt x="147" y="95"/>
                    <a:pt x="136" y="97"/>
                  </a:cubicBezTo>
                  <a:cubicBezTo>
                    <a:pt x="131" y="98"/>
                    <a:pt x="127" y="97"/>
                    <a:pt x="122" y="98"/>
                  </a:cubicBezTo>
                  <a:cubicBezTo>
                    <a:pt x="118" y="99"/>
                    <a:pt x="113" y="102"/>
                    <a:pt x="110" y="103"/>
                  </a:cubicBezTo>
                  <a:cubicBezTo>
                    <a:pt x="95" y="109"/>
                    <a:pt x="81" y="115"/>
                    <a:pt x="71" y="127"/>
                  </a:cubicBezTo>
                  <a:cubicBezTo>
                    <a:pt x="61" y="139"/>
                    <a:pt x="51" y="179"/>
                    <a:pt x="47" y="205"/>
                  </a:cubicBezTo>
                  <a:cubicBezTo>
                    <a:pt x="43" y="232"/>
                    <a:pt x="40" y="262"/>
                    <a:pt x="39" y="282"/>
                  </a:cubicBezTo>
                  <a:cubicBezTo>
                    <a:pt x="36" y="316"/>
                    <a:pt x="38" y="366"/>
                    <a:pt x="38" y="401"/>
                  </a:cubicBezTo>
                  <a:cubicBezTo>
                    <a:pt x="38" y="437"/>
                    <a:pt x="34" y="461"/>
                    <a:pt x="31" y="477"/>
                  </a:cubicBezTo>
                  <a:cubicBezTo>
                    <a:pt x="28" y="494"/>
                    <a:pt x="15" y="539"/>
                    <a:pt x="16" y="629"/>
                  </a:cubicBezTo>
                  <a:cubicBezTo>
                    <a:pt x="16" y="644"/>
                    <a:pt x="15" y="681"/>
                    <a:pt x="17" y="705"/>
                  </a:cubicBezTo>
                  <a:cubicBezTo>
                    <a:pt x="19" y="735"/>
                    <a:pt x="15" y="800"/>
                    <a:pt x="12" y="815"/>
                  </a:cubicBezTo>
                  <a:cubicBezTo>
                    <a:pt x="7" y="834"/>
                    <a:pt x="4" y="866"/>
                    <a:pt x="2" y="870"/>
                  </a:cubicBezTo>
                  <a:cubicBezTo>
                    <a:pt x="0" y="874"/>
                    <a:pt x="4" y="880"/>
                    <a:pt x="6" y="885"/>
                  </a:cubicBezTo>
                  <a:cubicBezTo>
                    <a:pt x="8" y="890"/>
                    <a:pt x="7" y="894"/>
                    <a:pt x="10" y="901"/>
                  </a:cubicBezTo>
                  <a:cubicBezTo>
                    <a:pt x="12" y="906"/>
                    <a:pt x="19" y="917"/>
                    <a:pt x="22" y="923"/>
                  </a:cubicBezTo>
                  <a:cubicBezTo>
                    <a:pt x="25" y="929"/>
                    <a:pt x="38" y="936"/>
                    <a:pt x="48" y="940"/>
                  </a:cubicBezTo>
                  <a:cubicBezTo>
                    <a:pt x="55" y="943"/>
                    <a:pt x="68" y="951"/>
                    <a:pt x="69" y="948"/>
                  </a:cubicBezTo>
                  <a:cubicBezTo>
                    <a:pt x="72" y="940"/>
                    <a:pt x="67" y="935"/>
                    <a:pt x="62" y="931"/>
                  </a:cubicBezTo>
                  <a:cubicBezTo>
                    <a:pt x="59" y="929"/>
                    <a:pt x="68" y="936"/>
                    <a:pt x="70" y="929"/>
                  </a:cubicBezTo>
                  <a:cubicBezTo>
                    <a:pt x="71" y="927"/>
                    <a:pt x="71" y="926"/>
                    <a:pt x="69" y="922"/>
                  </a:cubicBezTo>
                  <a:cubicBezTo>
                    <a:pt x="71" y="918"/>
                    <a:pt x="70" y="918"/>
                    <a:pt x="67" y="914"/>
                  </a:cubicBezTo>
                  <a:cubicBezTo>
                    <a:pt x="72" y="912"/>
                    <a:pt x="68" y="889"/>
                    <a:pt x="66" y="878"/>
                  </a:cubicBezTo>
                  <a:cubicBezTo>
                    <a:pt x="67" y="870"/>
                    <a:pt x="68" y="843"/>
                    <a:pt x="62" y="825"/>
                  </a:cubicBezTo>
                  <a:cubicBezTo>
                    <a:pt x="59" y="814"/>
                    <a:pt x="57" y="803"/>
                    <a:pt x="57" y="796"/>
                  </a:cubicBezTo>
                  <a:cubicBezTo>
                    <a:pt x="54" y="779"/>
                    <a:pt x="71" y="662"/>
                    <a:pt x="80" y="629"/>
                  </a:cubicBezTo>
                  <a:cubicBezTo>
                    <a:pt x="99" y="560"/>
                    <a:pt x="93" y="499"/>
                    <a:pt x="95" y="487"/>
                  </a:cubicBezTo>
                  <a:cubicBezTo>
                    <a:pt x="97" y="474"/>
                    <a:pt x="110" y="410"/>
                    <a:pt x="113" y="381"/>
                  </a:cubicBezTo>
                  <a:cubicBezTo>
                    <a:pt x="114" y="381"/>
                    <a:pt x="114" y="381"/>
                    <a:pt x="114" y="381"/>
                  </a:cubicBezTo>
                  <a:cubicBezTo>
                    <a:pt x="114" y="393"/>
                    <a:pt x="124" y="442"/>
                    <a:pt x="126" y="484"/>
                  </a:cubicBezTo>
                  <a:cubicBezTo>
                    <a:pt x="127" y="509"/>
                    <a:pt x="140" y="516"/>
                    <a:pt x="124" y="547"/>
                  </a:cubicBezTo>
                  <a:cubicBezTo>
                    <a:pt x="113" y="567"/>
                    <a:pt x="100" y="629"/>
                    <a:pt x="91" y="685"/>
                  </a:cubicBezTo>
                  <a:cubicBezTo>
                    <a:pt x="83" y="729"/>
                    <a:pt x="85" y="764"/>
                    <a:pt x="85" y="852"/>
                  </a:cubicBezTo>
                  <a:cubicBezTo>
                    <a:pt x="85" y="908"/>
                    <a:pt x="91" y="919"/>
                    <a:pt x="98" y="987"/>
                  </a:cubicBezTo>
                  <a:cubicBezTo>
                    <a:pt x="104" y="1044"/>
                    <a:pt x="130" y="1134"/>
                    <a:pt x="136" y="1175"/>
                  </a:cubicBezTo>
                  <a:cubicBezTo>
                    <a:pt x="142" y="1216"/>
                    <a:pt x="145" y="1237"/>
                    <a:pt x="147" y="1264"/>
                  </a:cubicBezTo>
                  <a:cubicBezTo>
                    <a:pt x="148" y="1291"/>
                    <a:pt x="132" y="1418"/>
                    <a:pt x="150" y="1492"/>
                  </a:cubicBezTo>
                  <a:cubicBezTo>
                    <a:pt x="168" y="1565"/>
                    <a:pt x="175" y="1612"/>
                    <a:pt x="179" y="1630"/>
                  </a:cubicBezTo>
                  <a:cubicBezTo>
                    <a:pt x="186" y="1669"/>
                    <a:pt x="180" y="1673"/>
                    <a:pt x="183" y="1693"/>
                  </a:cubicBezTo>
                  <a:cubicBezTo>
                    <a:pt x="186" y="1713"/>
                    <a:pt x="186" y="1710"/>
                    <a:pt x="177" y="1729"/>
                  </a:cubicBezTo>
                  <a:cubicBezTo>
                    <a:pt x="169" y="1742"/>
                    <a:pt x="156" y="1769"/>
                    <a:pt x="152" y="1775"/>
                  </a:cubicBezTo>
                  <a:cubicBezTo>
                    <a:pt x="147" y="1781"/>
                    <a:pt x="150" y="1787"/>
                    <a:pt x="152" y="1791"/>
                  </a:cubicBezTo>
                  <a:cubicBezTo>
                    <a:pt x="149" y="1800"/>
                    <a:pt x="158" y="1805"/>
                    <a:pt x="161" y="1805"/>
                  </a:cubicBezTo>
                  <a:cubicBezTo>
                    <a:pt x="160" y="1816"/>
                    <a:pt x="178" y="1815"/>
                    <a:pt x="182" y="1810"/>
                  </a:cubicBezTo>
                  <a:cubicBezTo>
                    <a:pt x="187" y="1816"/>
                    <a:pt x="201" y="1816"/>
                    <a:pt x="206" y="1809"/>
                  </a:cubicBezTo>
                  <a:cubicBezTo>
                    <a:pt x="215" y="1817"/>
                    <a:pt x="230" y="1817"/>
                    <a:pt x="239" y="1806"/>
                  </a:cubicBezTo>
                  <a:cubicBezTo>
                    <a:pt x="249" y="1795"/>
                    <a:pt x="250" y="1785"/>
                    <a:pt x="249" y="1774"/>
                  </a:cubicBezTo>
                  <a:cubicBezTo>
                    <a:pt x="248" y="1763"/>
                    <a:pt x="250" y="1760"/>
                    <a:pt x="252" y="1746"/>
                  </a:cubicBezTo>
                  <a:cubicBezTo>
                    <a:pt x="254" y="1733"/>
                    <a:pt x="256" y="1723"/>
                    <a:pt x="251" y="1713"/>
                  </a:cubicBezTo>
                  <a:cubicBezTo>
                    <a:pt x="247" y="1704"/>
                    <a:pt x="247" y="1700"/>
                    <a:pt x="247" y="1690"/>
                  </a:cubicBezTo>
                  <a:cubicBezTo>
                    <a:pt x="247" y="1680"/>
                    <a:pt x="250" y="1666"/>
                    <a:pt x="245" y="1654"/>
                  </a:cubicBezTo>
                  <a:cubicBezTo>
                    <a:pt x="239" y="1642"/>
                    <a:pt x="233" y="1614"/>
                    <a:pt x="234" y="1583"/>
                  </a:cubicBezTo>
                  <a:cubicBezTo>
                    <a:pt x="235" y="1552"/>
                    <a:pt x="255" y="1378"/>
                    <a:pt x="247" y="1318"/>
                  </a:cubicBezTo>
                  <a:cubicBezTo>
                    <a:pt x="238" y="1258"/>
                    <a:pt x="241" y="1246"/>
                    <a:pt x="244" y="1226"/>
                  </a:cubicBezTo>
                  <a:cubicBezTo>
                    <a:pt x="246" y="1206"/>
                    <a:pt x="251" y="1173"/>
                    <a:pt x="246" y="1130"/>
                  </a:cubicBezTo>
                  <a:cubicBezTo>
                    <a:pt x="244" y="1113"/>
                    <a:pt x="245" y="1044"/>
                    <a:pt x="245" y="974"/>
                  </a:cubicBezTo>
                  <a:cubicBezTo>
                    <a:pt x="246" y="928"/>
                    <a:pt x="257" y="817"/>
                    <a:pt x="246" y="805"/>
                  </a:cubicBezTo>
                  <a:cubicBezTo>
                    <a:pt x="246" y="804"/>
                    <a:pt x="246" y="804"/>
                    <a:pt x="246" y="804"/>
                  </a:cubicBezTo>
                  <a:cubicBezTo>
                    <a:pt x="249" y="805"/>
                    <a:pt x="252" y="806"/>
                    <a:pt x="255" y="806"/>
                  </a:cubicBezTo>
                  <a:cubicBezTo>
                    <a:pt x="255" y="806"/>
                    <a:pt x="255" y="806"/>
                    <a:pt x="255" y="806"/>
                  </a:cubicBezTo>
                  <a:cubicBezTo>
                    <a:pt x="258" y="806"/>
                    <a:pt x="262" y="805"/>
                    <a:pt x="266" y="803"/>
                  </a:cubicBezTo>
                  <a:cubicBezTo>
                    <a:pt x="265" y="805"/>
                    <a:pt x="265" y="805"/>
                    <a:pt x="265" y="805"/>
                  </a:cubicBezTo>
                  <a:cubicBezTo>
                    <a:pt x="254" y="817"/>
                    <a:pt x="265" y="928"/>
                    <a:pt x="265" y="974"/>
                  </a:cubicBezTo>
                  <a:cubicBezTo>
                    <a:pt x="266" y="1044"/>
                    <a:pt x="266" y="1113"/>
                    <a:pt x="265" y="1130"/>
                  </a:cubicBezTo>
                  <a:cubicBezTo>
                    <a:pt x="260" y="1173"/>
                    <a:pt x="265" y="1206"/>
                    <a:pt x="267" y="1226"/>
                  </a:cubicBezTo>
                  <a:cubicBezTo>
                    <a:pt x="269" y="1246"/>
                    <a:pt x="273" y="1258"/>
                    <a:pt x="264" y="1318"/>
                  </a:cubicBezTo>
                  <a:cubicBezTo>
                    <a:pt x="255" y="1378"/>
                    <a:pt x="276" y="1552"/>
                    <a:pt x="277" y="1583"/>
                  </a:cubicBezTo>
                  <a:cubicBezTo>
                    <a:pt x="278" y="1614"/>
                    <a:pt x="272" y="1642"/>
                    <a:pt x="266" y="1654"/>
                  </a:cubicBezTo>
                  <a:cubicBezTo>
                    <a:pt x="261" y="1666"/>
                    <a:pt x="264" y="1680"/>
                    <a:pt x="264" y="1690"/>
                  </a:cubicBezTo>
                  <a:cubicBezTo>
                    <a:pt x="264" y="1700"/>
                    <a:pt x="264" y="1704"/>
                    <a:pt x="259" y="1713"/>
                  </a:cubicBezTo>
                  <a:cubicBezTo>
                    <a:pt x="255" y="1723"/>
                    <a:pt x="257" y="1733"/>
                    <a:pt x="259" y="1746"/>
                  </a:cubicBezTo>
                  <a:cubicBezTo>
                    <a:pt x="261" y="1760"/>
                    <a:pt x="263" y="1763"/>
                    <a:pt x="262" y="1774"/>
                  </a:cubicBezTo>
                  <a:cubicBezTo>
                    <a:pt x="261" y="1785"/>
                    <a:pt x="262" y="1795"/>
                    <a:pt x="272" y="1806"/>
                  </a:cubicBezTo>
                  <a:cubicBezTo>
                    <a:pt x="281" y="1817"/>
                    <a:pt x="296" y="1817"/>
                    <a:pt x="305" y="1809"/>
                  </a:cubicBezTo>
                  <a:cubicBezTo>
                    <a:pt x="310" y="1816"/>
                    <a:pt x="323" y="1816"/>
                    <a:pt x="329" y="1810"/>
                  </a:cubicBezTo>
                  <a:cubicBezTo>
                    <a:pt x="333" y="1815"/>
                    <a:pt x="351" y="1816"/>
                    <a:pt x="350" y="1805"/>
                  </a:cubicBezTo>
                  <a:cubicBezTo>
                    <a:pt x="353" y="1805"/>
                    <a:pt x="362" y="1800"/>
                    <a:pt x="359" y="1791"/>
                  </a:cubicBezTo>
                  <a:cubicBezTo>
                    <a:pt x="361" y="1787"/>
                    <a:pt x="363" y="1781"/>
                    <a:pt x="359" y="1775"/>
                  </a:cubicBezTo>
                  <a:cubicBezTo>
                    <a:pt x="355" y="1769"/>
                    <a:pt x="341" y="1742"/>
                    <a:pt x="333" y="1729"/>
                  </a:cubicBezTo>
                  <a:cubicBezTo>
                    <a:pt x="324" y="1710"/>
                    <a:pt x="325" y="1713"/>
                    <a:pt x="328" y="1693"/>
                  </a:cubicBezTo>
                  <a:cubicBezTo>
                    <a:pt x="331" y="1673"/>
                    <a:pt x="324" y="1669"/>
                    <a:pt x="332" y="1630"/>
                  </a:cubicBezTo>
                  <a:cubicBezTo>
                    <a:pt x="335" y="1612"/>
                    <a:pt x="343" y="1565"/>
                    <a:pt x="361" y="1492"/>
                  </a:cubicBezTo>
                  <a:cubicBezTo>
                    <a:pt x="378" y="1418"/>
                    <a:pt x="362" y="1291"/>
                    <a:pt x="364" y="1264"/>
                  </a:cubicBezTo>
                  <a:cubicBezTo>
                    <a:pt x="366" y="1237"/>
                    <a:pt x="368" y="1216"/>
                    <a:pt x="375" y="1175"/>
                  </a:cubicBezTo>
                  <a:cubicBezTo>
                    <a:pt x="381" y="1134"/>
                    <a:pt x="404" y="1054"/>
                    <a:pt x="411" y="997"/>
                  </a:cubicBezTo>
                  <a:cubicBezTo>
                    <a:pt x="419" y="932"/>
                    <a:pt x="423" y="911"/>
                    <a:pt x="425" y="854"/>
                  </a:cubicBezTo>
                  <a:cubicBezTo>
                    <a:pt x="428" y="773"/>
                    <a:pt x="427" y="729"/>
                    <a:pt x="420" y="685"/>
                  </a:cubicBezTo>
                  <a:cubicBezTo>
                    <a:pt x="411" y="629"/>
                    <a:pt x="395" y="571"/>
                    <a:pt x="384" y="551"/>
                  </a:cubicBezTo>
                  <a:cubicBezTo>
                    <a:pt x="367" y="518"/>
                    <a:pt x="386" y="488"/>
                    <a:pt x="387" y="463"/>
                  </a:cubicBezTo>
                  <a:cubicBezTo>
                    <a:pt x="387" y="444"/>
                    <a:pt x="395" y="415"/>
                    <a:pt x="397" y="380"/>
                  </a:cubicBezTo>
                  <a:cubicBezTo>
                    <a:pt x="397" y="380"/>
                    <a:pt x="397" y="380"/>
                    <a:pt x="397" y="380"/>
                  </a:cubicBezTo>
                  <a:cubicBezTo>
                    <a:pt x="401" y="409"/>
                    <a:pt x="414" y="474"/>
                    <a:pt x="416" y="487"/>
                  </a:cubicBezTo>
                  <a:cubicBezTo>
                    <a:pt x="418" y="499"/>
                    <a:pt x="412" y="560"/>
                    <a:pt x="431" y="629"/>
                  </a:cubicBezTo>
                  <a:cubicBezTo>
                    <a:pt x="440" y="662"/>
                    <a:pt x="457" y="779"/>
                    <a:pt x="454" y="796"/>
                  </a:cubicBezTo>
                  <a:cubicBezTo>
                    <a:pt x="454" y="803"/>
                    <a:pt x="452" y="814"/>
                    <a:pt x="449" y="825"/>
                  </a:cubicBezTo>
                  <a:cubicBezTo>
                    <a:pt x="443" y="843"/>
                    <a:pt x="444" y="870"/>
                    <a:pt x="444" y="878"/>
                  </a:cubicBezTo>
                  <a:cubicBezTo>
                    <a:pt x="442" y="889"/>
                    <a:pt x="439" y="912"/>
                    <a:pt x="444" y="914"/>
                  </a:cubicBezTo>
                  <a:cubicBezTo>
                    <a:pt x="441" y="918"/>
                    <a:pt x="440" y="918"/>
                    <a:pt x="441" y="922"/>
                  </a:cubicBezTo>
                  <a:cubicBezTo>
                    <a:pt x="440" y="926"/>
                    <a:pt x="440" y="927"/>
                    <a:pt x="441" y="929"/>
                  </a:cubicBezTo>
                  <a:cubicBezTo>
                    <a:pt x="443" y="936"/>
                    <a:pt x="452" y="929"/>
                    <a:pt x="449" y="931"/>
                  </a:cubicBezTo>
                  <a:cubicBezTo>
                    <a:pt x="443" y="935"/>
                    <a:pt x="439" y="940"/>
                    <a:pt x="441" y="948"/>
                  </a:cubicBezTo>
                  <a:cubicBezTo>
                    <a:pt x="443" y="951"/>
                    <a:pt x="456" y="943"/>
                    <a:pt x="463" y="940"/>
                  </a:cubicBezTo>
                  <a:cubicBezTo>
                    <a:pt x="473" y="936"/>
                    <a:pt x="486" y="929"/>
                    <a:pt x="489" y="923"/>
                  </a:cubicBezTo>
                  <a:cubicBezTo>
                    <a:pt x="492" y="917"/>
                    <a:pt x="499" y="906"/>
                    <a:pt x="501" y="901"/>
                  </a:cubicBezTo>
                  <a:cubicBezTo>
                    <a:pt x="504" y="894"/>
                    <a:pt x="503" y="890"/>
                    <a:pt x="505" y="885"/>
                  </a:cubicBezTo>
                  <a:cubicBezTo>
                    <a:pt x="507" y="880"/>
                    <a:pt x="511" y="874"/>
                    <a:pt x="509" y="870"/>
                  </a:cubicBezTo>
                </a:path>
              </a:pathLst>
            </a:custGeom>
            <a:solidFill>
              <a:srgbClr val="F6E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405" name="Freeform 170">
              <a:extLst>
                <a:ext uri="{FF2B5EF4-FFF2-40B4-BE49-F238E27FC236}">
                  <a16:creationId xmlns:a16="http://schemas.microsoft.com/office/drawing/2014/main" id="{127897B5-82A9-49E8-B727-EFE08A40C80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" y="1074"/>
              <a:ext cx="845" cy="2991"/>
            </a:xfrm>
            <a:custGeom>
              <a:avLst/>
              <a:gdLst>
                <a:gd name="T0" fmla="*/ 2234 w 511"/>
                <a:gd name="T1" fmla="*/ 3146 h 1817"/>
                <a:gd name="T2" fmla="*/ 2138 w 511"/>
                <a:gd name="T3" fmla="*/ 1788 h 1817"/>
                <a:gd name="T4" fmla="*/ 1991 w 511"/>
                <a:gd name="T5" fmla="*/ 566 h 1817"/>
                <a:gd name="T6" fmla="*/ 1690 w 511"/>
                <a:gd name="T7" fmla="*/ 433 h 1817"/>
                <a:gd name="T8" fmla="*/ 1363 w 511"/>
                <a:gd name="T9" fmla="*/ 35 h 1817"/>
                <a:gd name="T10" fmla="*/ 1154 w 511"/>
                <a:gd name="T11" fmla="*/ 181 h 1817"/>
                <a:gd name="T12" fmla="*/ 1101 w 511"/>
                <a:gd name="T13" fmla="*/ 173 h 1817"/>
                <a:gd name="T14" fmla="*/ 795 w 511"/>
                <a:gd name="T15" fmla="*/ 379 h 1817"/>
                <a:gd name="T16" fmla="*/ 498 w 511"/>
                <a:gd name="T17" fmla="*/ 461 h 1817"/>
                <a:gd name="T18" fmla="*/ 175 w 511"/>
                <a:gd name="T19" fmla="*/ 1258 h 1817"/>
                <a:gd name="T20" fmla="*/ 71 w 511"/>
                <a:gd name="T21" fmla="*/ 2805 h 1817"/>
                <a:gd name="T22" fmla="*/ 8 w 511"/>
                <a:gd name="T23" fmla="*/ 3880 h 1817"/>
                <a:gd name="T24" fmla="*/ 99 w 511"/>
                <a:gd name="T25" fmla="*/ 4115 h 1817"/>
                <a:gd name="T26" fmla="*/ 281 w 511"/>
                <a:gd name="T27" fmla="*/ 4155 h 1817"/>
                <a:gd name="T28" fmla="*/ 304 w 511"/>
                <a:gd name="T29" fmla="*/ 4077 h 1817"/>
                <a:gd name="T30" fmla="*/ 256 w 511"/>
                <a:gd name="T31" fmla="*/ 3549 h 1817"/>
                <a:gd name="T32" fmla="*/ 511 w 511"/>
                <a:gd name="T33" fmla="*/ 1699 h 1817"/>
                <a:gd name="T34" fmla="*/ 561 w 511"/>
                <a:gd name="T35" fmla="*/ 2440 h 1817"/>
                <a:gd name="T36" fmla="*/ 443 w 511"/>
                <a:gd name="T37" fmla="*/ 4403 h 1817"/>
                <a:gd name="T38" fmla="*/ 678 w 511"/>
                <a:gd name="T39" fmla="*/ 6655 h 1817"/>
                <a:gd name="T40" fmla="*/ 802 w 511"/>
                <a:gd name="T41" fmla="*/ 7712 h 1817"/>
                <a:gd name="T42" fmla="*/ 728 w 511"/>
                <a:gd name="T43" fmla="*/ 8051 h 1817"/>
                <a:gd name="T44" fmla="*/ 1080 w 511"/>
                <a:gd name="T45" fmla="*/ 8056 h 1817"/>
                <a:gd name="T46" fmla="*/ 1134 w 511"/>
                <a:gd name="T47" fmla="*/ 7641 h 1817"/>
                <a:gd name="T48" fmla="*/ 1058 w 511"/>
                <a:gd name="T49" fmla="*/ 7062 h 1817"/>
                <a:gd name="T50" fmla="*/ 1113 w 511"/>
                <a:gd name="T51" fmla="*/ 5040 h 1817"/>
                <a:gd name="T52" fmla="*/ 1113 w 511"/>
                <a:gd name="T53" fmla="*/ 3585 h 1817"/>
                <a:gd name="T54" fmla="*/ 1204 w 511"/>
                <a:gd name="T55" fmla="*/ 3582 h 1817"/>
                <a:gd name="T56" fmla="*/ 1197 w 511"/>
                <a:gd name="T57" fmla="*/ 5040 h 1817"/>
                <a:gd name="T58" fmla="*/ 1252 w 511"/>
                <a:gd name="T59" fmla="*/ 7062 h 1817"/>
                <a:gd name="T60" fmla="*/ 1171 w 511"/>
                <a:gd name="T61" fmla="*/ 7641 h 1817"/>
                <a:gd name="T62" fmla="*/ 1230 w 511"/>
                <a:gd name="T63" fmla="*/ 8056 h 1817"/>
                <a:gd name="T64" fmla="*/ 1583 w 511"/>
                <a:gd name="T65" fmla="*/ 8051 h 1817"/>
                <a:gd name="T66" fmla="*/ 1506 w 511"/>
                <a:gd name="T67" fmla="*/ 7712 h 1817"/>
                <a:gd name="T68" fmla="*/ 1632 w 511"/>
                <a:gd name="T69" fmla="*/ 6655 h 1817"/>
                <a:gd name="T70" fmla="*/ 1859 w 511"/>
                <a:gd name="T71" fmla="*/ 4446 h 1817"/>
                <a:gd name="T72" fmla="*/ 1736 w 511"/>
                <a:gd name="T73" fmla="*/ 2458 h 1817"/>
                <a:gd name="T74" fmla="*/ 1794 w 511"/>
                <a:gd name="T75" fmla="*/ 1696 h 1817"/>
                <a:gd name="T76" fmla="*/ 2054 w 511"/>
                <a:gd name="T77" fmla="*/ 3549 h 1817"/>
                <a:gd name="T78" fmla="*/ 2007 w 511"/>
                <a:gd name="T79" fmla="*/ 4077 h 1817"/>
                <a:gd name="T80" fmla="*/ 2029 w 511"/>
                <a:gd name="T81" fmla="*/ 4155 h 1817"/>
                <a:gd name="T82" fmla="*/ 2213 w 511"/>
                <a:gd name="T83" fmla="*/ 4115 h 1817"/>
                <a:gd name="T84" fmla="*/ 2302 w 511"/>
                <a:gd name="T85" fmla="*/ 3880 h 1817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511" h="1817">
                  <a:moveTo>
                    <a:pt x="509" y="870"/>
                  </a:moveTo>
                  <a:cubicBezTo>
                    <a:pt x="507" y="866"/>
                    <a:pt x="503" y="834"/>
                    <a:pt x="499" y="815"/>
                  </a:cubicBezTo>
                  <a:cubicBezTo>
                    <a:pt x="496" y="800"/>
                    <a:pt x="492" y="735"/>
                    <a:pt x="494" y="705"/>
                  </a:cubicBezTo>
                  <a:cubicBezTo>
                    <a:pt x="496" y="681"/>
                    <a:pt x="495" y="644"/>
                    <a:pt x="495" y="629"/>
                  </a:cubicBezTo>
                  <a:cubicBezTo>
                    <a:pt x="496" y="539"/>
                    <a:pt x="483" y="494"/>
                    <a:pt x="480" y="477"/>
                  </a:cubicBezTo>
                  <a:cubicBezTo>
                    <a:pt x="477" y="461"/>
                    <a:pt x="473" y="437"/>
                    <a:pt x="473" y="401"/>
                  </a:cubicBezTo>
                  <a:cubicBezTo>
                    <a:pt x="473" y="366"/>
                    <a:pt x="475" y="316"/>
                    <a:pt x="472" y="282"/>
                  </a:cubicBezTo>
                  <a:cubicBezTo>
                    <a:pt x="471" y="262"/>
                    <a:pt x="467" y="232"/>
                    <a:pt x="464" y="205"/>
                  </a:cubicBezTo>
                  <a:cubicBezTo>
                    <a:pt x="460" y="179"/>
                    <a:pt x="450" y="139"/>
                    <a:pt x="440" y="127"/>
                  </a:cubicBezTo>
                  <a:cubicBezTo>
                    <a:pt x="430" y="115"/>
                    <a:pt x="416" y="109"/>
                    <a:pt x="401" y="103"/>
                  </a:cubicBezTo>
                  <a:cubicBezTo>
                    <a:pt x="397" y="102"/>
                    <a:pt x="393" y="99"/>
                    <a:pt x="389" y="98"/>
                  </a:cubicBezTo>
                  <a:cubicBezTo>
                    <a:pt x="383" y="97"/>
                    <a:pt x="379" y="98"/>
                    <a:pt x="374" y="97"/>
                  </a:cubicBezTo>
                  <a:cubicBezTo>
                    <a:pt x="364" y="95"/>
                    <a:pt x="346" y="89"/>
                    <a:pt x="337" y="86"/>
                  </a:cubicBezTo>
                  <a:cubicBezTo>
                    <a:pt x="318" y="79"/>
                    <a:pt x="308" y="77"/>
                    <a:pt x="308" y="0"/>
                  </a:cubicBezTo>
                  <a:cubicBezTo>
                    <a:pt x="306" y="2"/>
                    <a:pt x="304" y="5"/>
                    <a:pt x="301" y="8"/>
                  </a:cubicBezTo>
                  <a:cubicBezTo>
                    <a:pt x="291" y="19"/>
                    <a:pt x="278" y="37"/>
                    <a:pt x="267" y="39"/>
                  </a:cubicBezTo>
                  <a:cubicBezTo>
                    <a:pt x="263" y="40"/>
                    <a:pt x="258" y="41"/>
                    <a:pt x="255" y="41"/>
                  </a:cubicBezTo>
                  <a:cubicBezTo>
                    <a:pt x="255" y="41"/>
                    <a:pt x="255" y="41"/>
                    <a:pt x="255" y="41"/>
                  </a:cubicBezTo>
                  <a:cubicBezTo>
                    <a:pt x="255" y="41"/>
                    <a:pt x="255" y="41"/>
                    <a:pt x="255" y="41"/>
                  </a:cubicBezTo>
                  <a:cubicBezTo>
                    <a:pt x="255" y="41"/>
                    <a:pt x="255" y="41"/>
                    <a:pt x="255" y="41"/>
                  </a:cubicBezTo>
                  <a:cubicBezTo>
                    <a:pt x="252" y="41"/>
                    <a:pt x="248" y="40"/>
                    <a:pt x="244" y="39"/>
                  </a:cubicBezTo>
                  <a:cubicBezTo>
                    <a:pt x="232" y="37"/>
                    <a:pt x="220" y="19"/>
                    <a:pt x="209" y="8"/>
                  </a:cubicBezTo>
                  <a:cubicBezTo>
                    <a:pt x="207" y="5"/>
                    <a:pt x="204" y="2"/>
                    <a:pt x="203" y="0"/>
                  </a:cubicBezTo>
                  <a:cubicBezTo>
                    <a:pt x="203" y="77"/>
                    <a:pt x="195" y="79"/>
                    <a:pt x="176" y="85"/>
                  </a:cubicBezTo>
                  <a:cubicBezTo>
                    <a:pt x="168" y="88"/>
                    <a:pt x="147" y="95"/>
                    <a:pt x="136" y="97"/>
                  </a:cubicBezTo>
                  <a:cubicBezTo>
                    <a:pt x="131" y="98"/>
                    <a:pt x="127" y="97"/>
                    <a:pt x="122" y="98"/>
                  </a:cubicBezTo>
                  <a:cubicBezTo>
                    <a:pt x="118" y="99"/>
                    <a:pt x="113" y="102"/>
                    <a:pt x="110" y="103"/>
                  </a:cubicBezTo>
                  <a:cubicBezTo>
                    <a:pt x="95" y="109"/>
                    <a:pt x="81" y="115"/>
                    <a:pt x="71" y="127"/>
                  </a:cubicBezTo>
                  <a:cubicBezTo>
                    <a:pt x="61" y="139"/>
                    <a:pt x="51" y="179"/>
                    <a:pt x="47" y="205"/>
                  </a:cubicBezTo>
                  <a:cubicBezTo>
                    <a:pt x="43" y="232"/>
                    <a:pt x="40" y="262"/>
                    <a:pt x="39" y="282"/>
                  </a:cubicBezTo>
                  <a:cubicBezTo>
                    <a:pt x="36" y="316"/>
                    <a:pt x="38" y="366"/>
                    <a:pt x="38" y="401"/>
                  </a:cubicBezTo>
                  <a:cubicBezTo>
                    <a:pt x="38" y="437"/>
                    <a:pt x="34" y="461"/>
                    <a:pt x="31" y="477"/>
                  </a:cubicBezTo>
                  <a:cubicBezTo>
                    <a:pt x="28" y="494"/>
                    <a:pt x="15" y="539"/>
                    <a:pt x="16" y="629"/>
                  </a:cubicBezTo>
                  <a:cubicBezTo>
                    <a:pt x="16" y="644"/>
                    <a:pt x="15" y="681"/>
                    <a:pt x="17" y="705"/>
                  </a:cubicBezTo>
                  <a:cubicBezTo>
                    <a:pt x="19" y="735"/>
                    <a:pt x="15" y="800"/>
                    <a:pt x="12" y="815"/>
                  </a:cubicBezTo>
                  <a:cubicBezTo>
                    <a:pt x="7" y="834"/>
                    <a:pt x="4" y="866"/>
                    <a:pt x="2" y="870"/>
                  </a:cubicBezTo>
                  <a:cubicBezTo>
                    <a:pt x="0" y="874"/>
                    <a:pt x="4" y="880"/>
                    <a:pt x="6" y="885"/>
                  </a:cubicBezTo>
                  <a:cubicBezTo>
                    <a:pt x="8" y="890"/>
                    <a:pt x="7" y="894"/>
                    <a:pt x="10" y="901"/>
                  </a:cubicBezTo>
                  <a:cubicBezTo>
                    <a:pt x="12" y="906"/>
                    <a:pt x="19" y="917"/>
                    <a:pt x="22" y="923"/>
                  </a:cubicBezTo>
                  <a:cubicBezTo>
                    <a:pt x="25" y="929"/>
                    <a:pt x="38" y="936"/>
                    <a:pt x="48" y="940"/>
                  </a:cubicBezTo>
                  <a:cubicBezTo>
                    <a:pt x="55" y="943"/>
                    <a:pt x="68" y="951"/>
                    <a:pt x="69" y="948"/>
                  </a:cubicBezTo>
                  <a:cubicBezTo>
                    <a:pt x="72" y="940"/>
                    <a:pt x="67" y="935"/>
                    <a:pt x="62" y="931"/>
                  </a:cubicBezTo>
                  <a:cubicBezTo>
                    <a:pt x="59" y="929"/>
                    <a:pt x="68" y="936"/>
                    <a:pt x="70" y="929"/>
                  </a:cubicBezTo>
                  <a:cubicBezTo>
                    <a:pt x="71" y="927"/>
                    <a:pt x="71" y="926"/>
                    <a:pt x="69" y="922"/>
                  </a:cubicBezTo>
                  <a:cubicBezTo>
                    <a:pt x="71" y="918"/>
                    <a:pt x="70" y="918"/>
                    <a:pt x="67" y="914"/>
                  </a:cubicBezTo>
                  <a:cubicBezTo>
                    <a:pt x="72" y="912"/>
                    <a:pt x="68" y="889"/>
                    <a:pt x="66" y="878"/>
                  </a:cubicBezTo>
                  <a:cubicBezTo>
                    <a:pt x="67" y="870"/>
                    <a:pt x="68" y="843"/>
                    <a:pt x="62" y="825"/>
                  </a:cubicBezTo>
                  <a:cubicBezTo>
                    <a:pt x="59" y="814"/>
                    <a:pt x="57" y="803"/>
                    <a:pt x="57" y="796"/>
                  </a:cubicBezTo>
                  <a:cubicBezTo>
                    <a:pt x="54" y="779"/>
                    <a:pt x="71" y="662"/>
                    <a:pt x="80" y="629"/>
                  </a:cubicBezTo>
                  <a:cubicBezTo>
                    <a:pt x="99" y="560"/>
                    <a:pt x="93" y="499"/>
                    <a:pt x="95" y="487"/>
                  </a:cubicBezTo>
                  <a:cubicBezTo>
                    <a:pt x="97" y="474"/>
                    <a:pt x="110" y="410"/>
                    <a:pt x="113" y="381"/>
                  </a:cubicBezTo>
                  <a:cubicBezTo>
                    <a:pt x="114" y="381"/>
                    <a:pt x="114" y="381"/>
                    <a:pt x="114" y="381"/>
                  </a:cubicBezTo>
                  <a:cubicBezTo>
                    <a:pt x="114" y="393"/>
                    <a:pt x="124" y="442"/>
                    <a:pt x="126" y="484"/>
                  </a:cubicBezTo>
                  <a:cubicBezTo>
                    <a:pt x="127" y="509"/>
                    <a:pt x="140" y="516"/>
                    <a:pt x="124" y="547"/>
                  </a:cubicBezTo>
                  <a:cubicBezTo>
                    <a:pt x="113" y="567"/>
                    <a:pt x="100" y="629"/>
                    <a:pt x="91" y="685"/>
                  </a:cubicBezTo>
                  <a:cubicBezTo>
                    <a:pt x="83" y="729"/>
                    <a:pt x="85" y="764"/>
                    <a:pt x="85" y="852"/>
                  </a:cubicBezTo>
                  <a:cubicBezTo>
                    <a:pt x="85" y="908"/>
                    <a:pt x="91" y="919"/>
                    <a:pt x="98" y="987"/>
                  </a:cubicBezTo>
                  <a:cubicBezTo>
                    <a:pt x="104" y="1044"/>
                    <a:pt x="130" y="1134"/>
                    <a:pt x="136" y="1175"/>
                  </a:cubicBezTo>
                  <a:cubicBezTo>
                    <a:pt x="142" y="1216"/>
                    <a:pt x="145" y="1237"/>
                    <a:pt x="147" y="1264"/>
                  </a:cubicBezTo>
                  <a:cubicBezTo>
                    <a:pt x="148" y="1291"/>
                    <a:pt x="132" y="1418"/>
                    <a:pt x="150" y="1492"/>
                  </a:cubicBezTo>
                  <a:cubicBezTo>
                    <a:pt x="168" y="1565"/>
                    <a:pt x="175" y="1612"/>
                    <a:pt x="179" y="1630"/>
                  </a:cubicBezTo>
                  <a:cubicBezTo>
                    <a:pt x="186" y="1669"/>
                    <a:pt x="180" y="1673"/>
                    <a:pt x="183" y="1693"/>
                  </a:cubicBezTo>
                  <a:cubicBezTo>
                    <a:pt x="186" y="1713"/>
                    <a:pt x="186" y="1710"/>
                    <a:pt x="177" y="1729"/>
                  </a:cubicBezTo>
                  <a:cubicBezTo>
                    <a:pt x="169" y="1742"/>
                    <a:pt x="156" y="1769"/>
                    <a:pt x="152" y="1775"/>
                  </a:cubicBezTo>
                  <a:cubicBezTo>
                    <a:pt x="147" y="1781"/>
                    <a:pt x="150" y="1787"/>
                    <a:pt x="152" y="1791"/>
                  </a:cubicBezTo>
                  <a:cubicBezTo>
                    <a:pt x="149" y="1800"/>
                    <a:pt x="158" y="1805"/>
                    <a:pt x="161" y="1805"/>
                  </a:cubicBezTo>
                  <a:cubicBezTo>
                    <a:pt x="160" y="1816"/>
                    <a:pt x="178" y="1815"/>
                    <a:pt x="182" y="1810"/>
                  </a:cubicBezTo>
                  <a:cubicBezTo>
                    <a:pt x="187" y="1816"/>
                    <a:pt x="201" y="1816"/>
                    <a:pt x="206" y="1809"/>
                  </a:cubicBezTo>
                  <a:cubicBezTo>
                    <a:pt x="215" y="1817"/>
                    <a:pt x="230" y="1817"/>
                    <a:pt x="239" y="1806"/>
                  </a:cubicBezTo>
                  <a:cubicBezTo>
                    <a:pt x="249" y="1795"/>
                    <a:pt x="250" y="1785"/>
                    <a:pt x="249" y="1774"/>
                  </a:cubicBezTo>
                  <a:cubicBezTo>
                    <a:pt x="248" y="1763"/>
                    <a:pt x="250" y="1760"/>
                    <a:pt x="252" y="1746"/>
                  </a:cubicBezTo>
                  <a:cubicBezTo>
                    <a:pt x="254" y="1733"/>
                    <a:pt x="256" y="1723"/>
                    <a:pt x="251" y="1713"/>
                  </a:cubicBezTo>
                  <a:cubicBezTo>
                    <a:pt x="247" y="1704"/>
                    <a:pt x="247" y="1700"/>
                    <a:pt x="247" y="1690"/>
                  </a:cubicBezTo>
                  <a:cubicBezTo>
                    <a:pt x="247" y="1680"/>
                    <a:pt x="250" y="1666"/>
                    <a:pt x="245" y="1654"/>
                  </a:cubicBezTo>
                  <a:cubicBezTo>
                    <a:pt x="239" y="1642"/>
                    <a:pt x="233" y="1614"/>
                    <a:pt x="234" y="1583"/>
                  </a:cubicBezTo>
                  <a:cubicBezTo>
                    <a:pt x="235" y="1552"/>
                    <a:pt x="255" y="1378"/>
                    <a:pt x="247" y="1318"/>
                  </a:cubicBezTo>
                  <a:cubicBezTo>
                    <a:pt x="238" y="1258"/>
                    <a:pt x="241" y="1246"/>
                    <a:pt x="244" y="1226"/>
                  </a:cubicBezTo>
                  <a:cubicBezTo>
                    <a:pt x="246" y="1206"/>
                    <a:pt x="251" y="1173"/>
                    <a:pt x="246" y="1130"/>
                  </a:cubicBezTo>
                  <a:cubicBezTo>
                    <a:pt x="244" y="1113"/>
                    <a:pt x="245" y="1044"/>
                    <a:pt x="245" y="974"/>
                  </a:cubicBezTo>
                  <a:cubicBezTo>
                    <a:pt x="246" y="928"/>
                    <a:pt x="257" y="817"/>
                    <a:pt x="246" y="805"/>
                  </a:cubicBezTo>
                  <a:cubicBezTo>
                    <a:pt x="246" y="804"/>
                    <a:pt x="246" y="804"/>
                    <a:pt x="246" y="804"/>
                  </a:cubicBezTo>
                  <a:cubicBezTo>
                    <a:pt x="249" y="805"/>
                    <a:pt x="252" y="806"/>
                    <a:pt x="255" y="806"/>
                  </a:cubicBezTo>
                  <a:cubicBezTo>
                    <a:pt x="255" y="806"/>
                    <a:pt x="255" y="806"/>
                    <a:pt x="255" y="806"/>
                  </a:cubicBezTo>
                  <a:cubicBezTo>
                    <a:pt x="258" y="806"/>
                    <a:pt x="262" y="805"/>
                    <a:pt x="266" y="803"/>
                  </a:cubicBezTo>
                  <a:cubicBezTo>
                    <a:pt x="265" y="805"/>
                    <a:pt x="265" y="805"/>
                    <a:pt x="265" y="805"/>
                  </a:cubicBezTo>
                  <a:cubicBezTo>
                    <a:pt x="254" y="817"/>
                    <a:pt x="265" y="928"/>
                    <a:pt x="265" y="974"/>
                  </a:cubicBezTo>
                  <a:cubicBezTo>
                    <a:pt x="266" y="1044"/>
                    <a:pt x="266" y="1113"/>
                    <a:pt x="265" y="1130"/>
                  </a:cubicBezTo>
                  <a:cubicBezTo>
                    <a:pt x="260" y="1173"/>
                    <a:pt x="265" y="1206"/>
                    <a:pt x="267" y="1226"/>
                  </a:cubicBezTo>
                  <a:cubicBezTo>
                    <a:pt x="269" y="1246"/>
                    <a:pt x="273" y="1258"/>
                    <a:pt x="264" y="1318"/>
                  </a:cubicBezTo>
                  <a:cubicBezTo>
                    <a:pt x="255" y="1378"/>
                    <a:pt x="276" y="1552"/>
                    <a:pt x="277" y="1583"/>
                  </a:cubicBezTo>
                  <a:cubicBezTo>
                    <a:pt x="278" y="1614"/>
                    <a:pt x="272" y="1642"/>
                    <a:pt x="266" y="1654"/>
                  </a:cubicBezTo>
                  <a:cubicBezTo>
                    <a:pt x="261" y="1666"/>
                    <a:pt x="264" y="1680"/>
                    <a:pt x="264" y="1690"/>
                  </a:cubicBezTo>
                  <a:cubicBezTo>
                    <a:pt x="264" y="1700"/>
                    <a:pt x="264" y="1704"/>
                    <a:pt x="259" y="1713"/>
                  </a:cubicBezTo>
                  <a:cubicBezTo>
                    <a:pt x="255" y="1723"/>
                    <a:pt x="257" y="1733"/>
                    <a:pt x="259" y="1746"/>
                  </a:cubicBezTo>
                  <a:cubicBezTo>
                    <a:pt x="261" y="1760"/>
                    <a:pt x="263" y="1763"/>
                    <a:pt x="262" y="1774"/>
                  </a:cubicBezTo>
                  <a:cubicBezTo>
                    <a:pt x="261" y="1785"/>
                    <a:pt x="262" y="1795"/>
                    <a:pt x="272" y="1806"/>
                  </a:cubicBezTo>
                  <a:cubicBezTo>
                    <a:pt x="281" y="1817"/>
                    <a:pt x="296" y="1817"/>
                    <a:pt x="305" y="1809"/>
                  </a:cubicBezTo>
                  <a:cubicBezTo>
                    <a:pt x="310" y="1816"/>
                    <a:pt x="323" y="1816"/>
                    <a:pt x="329" y="1810"/>
                  </a:cubicBezTo>
                  <a:cubicBezTo>
                    <a:pt x="333" y="1815"/>
                    <a:pt x="351" y="1816"/>
                    <a:pt x="350" y="1805"/>
                  </a:cubicBezTo>
                  <a:cubicBezTo>
                    <a:pt x="353" y="1805"/>
                    <a:pt x="362" y="1800"/>
                    <a:pt x="359" y="1791"/>
                  </a:cubicBezTo>
                  <a:cubicBezTo>
                    <a:pt x="361" y="1787"/>
                    <a:pt x="363" y="1781"/>
                    <a:pt x="359" y="1775"/>
                  </a:cubicBezTo>
                  <a:cubicBezTo>
                    <a:pt x="355" y="1769"/>
                    <a:pt x="341" y="1742"/>
                    <a:pt x="333" y="1729"/>
                  </a:cubicBezTo>
                  <a:cubicBezTo>
                    <a:pt x="324" y="1710"/>
                    <a:pt x="325" y="1713"/>
                    <a:pt x="328" y="1693"/>
                  </a:cubicBezTo>
                  <a:cubicBezTo>
                    <a:pt x="331" y="1673"/>
                    <a:pt x="324" y="1669"/>
                    <a:pt x="332" y="1630"/>
                  </a:cubicBezTo>
                  <a:cubicBezTo>
                    <a:pt x="335" y="1612"/>
                    <a:pt x="343" y="1565"/>
                    <a:pt x="361" y="1492"/>
                  </a:cubicBezTo>
                  <a:cubicBezTo>
                    <a:pt x="378" y="1418"/>
                    <a:pt x="362" y="1291"/>
                    <a:pt x="364" y="1264"/>
                  </a:cubicBezTo>
                  <a:cubicBezTo>
                    <a:pt x="366" y="1237"/>
                    <a:pt x="368" y="1216"/>
                    <a:pt x="375" y="1175"/>
                  </a:cubicBezTo>
                  <a:cubicBezTo>
                    <a:pt x="381" y="1134"/>
                    <a:pt x="404" y="1054"/>
                    <a:pt x="411" y="997"/>
                  </a:cubicBezTo>
                  <a:cubicBezTo>
                    <a:pt x="419" y="932"/>
                    <a:pt x="423" y="911"/>
                    <a:pt x="425" y="854"/>
                  </a:cubicBezTo>
                  <a:cubicBezTo>
                    <a:pt x="428" y="773"/>
                    <a:pt x="427" y="729"/>
                    <a:pt x="420" y="685"/>
                  </a:cubicBezTo>
                  <a:cubicBezTo>
                    <a:pt x="411" y="629"/>
                    <a:pt x="395" y="571"/>
                    <a:pt x="384" y="551"/>
                  </a:cubicBezTo>
                  <a:cubicBezTo>
                    <a:pt x="367" y="518"/>
                    <a:pt x="386" y="488"/>
                    <a:pt x="387" y="463"/>
                  </a:cubicBezTo>
                  <a:cubicBezTo>
                    <a:pt x="387" y="444"/>
                    <a:pt x="395" y="415"/>
                    <a:pt x="397" y="380"/>
                  </a:cubicBezTo>
                  <a:cubicBezTo>
                    <a:pt x="397" y="380"/>
                    <a:pt x="397" y="380"/>
                    <a:pt x="397" y="380"/>
                  </a:cubicBezTo>
                  <a:cubicBezTo>
                    <a:pt x="401" y="409"/>
                    <a:pt x="414" y="474"/>
                    <a:pt x="416" y="487"/>
                  </a:cubicBezTo>
                  <a:cubicBezTo>
                    <a:pt x="418" y="499"/>
                    <a:pt x="412" y="560"/>
                    <a:pt x="431" y="629"/>
                  </a:cubicBezTo>
                  <a:cubicBezTo>
                    <a:pt x="440" y="662"/>
                    <a:pt x="457" y="779"/>
                    <a:pt x="454" y="796"/>
                  </a:cubicBezTo>
                  <a:cubicBezTo>
                    <a:pt x="454" y="803"/>
                    <a:pt x="452" y="814"/>
                    <a:pt x="449" y="825"/>
                  </a:cubicBezTo>
                  <a:cubicBezTo>
                    <a:pt x="443" y="843"/>
                    <a:pt x="444" y="870"/>
                    <a:pt x="444" y="878"/>
                  </a:cubicBezTo>
                  <a:cubicBezTo>
                    <a:pt x="442" y="889"/>
                    <a:pt x="439" y="912"/>
                    <a:pt x="444" y="914"/>
                  </a:cubicBezTo>
                  <a:cubicBezTo>
                    <a:pt x="441" y="918"/>
                    <a:pt x="440" y="918"/>
                    <a:pt x="441" y="922"/>
                  </a:cubicBezTo>
                  <a:cubicBezTo>
                    <a:pt x="440" y="926"/>
                    <a:pt x="440" y="927"/>
                    <a:pt x="441" y="929"/>
                  </a:cubicBezTo>
                  <a:cubicBezTo>
                    <a:pt x="443" y="936"/>
                    <a:pt x="452" y="929"/>
                    <a:pt x="449" y="931"/>
                  </a:cubicBezTo>
                  <a:cubicBezTo>
                    <a:pt x="443" y="935"/>
                    <a:pt x="439" y="940"/>
                    <a:pt x="441" y="948"/>
                  </a:cubicBezTo>
                  <a:cubicBezTo>
                    <a:pt x="443" y="951"/>
                    <a:pt x="456" y="943"/>
                    <a:pt x="463" y="940"/>
                  </a:cubicBezTo>
                  <a:cubicBezTo>
                    <a:pt x="473" y="936"/>
                    <a:pt x="486" y="929"/>
                    <a:pt x="489" y="923"/>
                  </a:cubicBezTo>
                  <a:cubicBezTo>
                    <a:pt x="492" y="917"/>
                    <a:pt x="499" y="906"/>
                    <a:pt x="501" y="901"/>
                  </a:cubicBezTo>
                  <a:cubicBezTo>
                    <a:pt x="504" y="894"/>
                    <a:pt x="503" y="890"/>
                    <a:pt x="505" y="885"/>
                  </a:cubicBezTo>
                  <a:cubicBezTo>
                    <a:pt x="507" y="880"/>
                    <a:pt x="511" y="874"/>
                    <a:pt x="509" y="87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406" name="Freeform 171">
              <a:extLst>
                <a:ext uri="{FF2B5EF4-FFF2-40B4-BE49-F238E27FC236}">
                  <a16:creationId xmlns:a16="http://schemas.microsoft.com/office/drawing/2014/main" id="{D5995305-E786-4F13-9879-8D6A7F6185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9" y="1624"/>
              <a:ext cx="140" cy="298"/>
            </a:xfrm>
            <a:custGeom>
              <a:avLst/>
              <a:gdLst>
                <a:gd name="T0" fmla="*/ 0 w 85"/>
                <a:gd name="T1" fmla="*/ 5 h 181"/>
                <a:gd name="T2" fmla="*/ 272 w 85"/>
                <a:gd name="T3" fmla="*/ 54 h 181"/>
                <a:gd name="T4" fmla="*/ 361 w 85"/>
                <a:gd name="T5" fmla="*/ 20 h 181"/>
                <a:gd name="T6" fmla="*/ 361 w 85"/>
                <a:gd name="T7" fmla="*/ 130 h 181"/>
                <a:gd name="T8" fmla="*/ 339 w 85"/>
                <a:gd name="T9" fmla="*/ 263 h 181"/>
                <a:gd name="T10" fmla="*/ 331 w 85"/>
                <a:gd name="T11" fmla="*/ 420 h 181"/>
                <a:gd name="T12" fmla="*/ 264 w 85"/>
                <a:gd name="T13" fmla="*/ 808 h 181"/>
                <a:gd name="T14" fmla="*/ 296 w 85"/>
                <a:gd name="T15" fmla="*/ 537 h 181"/>
                <a:gd name="T16" fmla="*/ 247 w 85"/>
                <a:gd name="T17" fmla="*/ 249 h 181"/>
                <a:gd name="T18" fmla="*/ 26 w 85"/>
                <a:gd name="T19" fmla="*/ 41 h 18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5" h="181">
                  <a:moveTo>
                    <a:pt x="0" y="1"/>
                  </a:moveTo>
                  <a:cubicBezTo>
                    <a:pt x="14" y="15"/>
                    <a:pt x="43" y="17"/>
                    <a:pt x="61" y="12"/>
                  </a:cubicBezTo>
                  <a:cubicBezTo>
                    <a:pt x="65" y="11"/>
                    <a:pt x="77" y="0"/>
                    <a:pt x="81" y="4"/>
                  </a:cubicBezTo>
                  <a:cubicBezTo>
                    <a:pt x="85" y="7"/>
                    <a:pt x="82" y="25"/>
                    <a:pt x="81" y="29"/>
                  </a:cubicBezTo>
                  <a:cubicBezTo>
                    <a:pt x="80" y="39"/>
                    <a:pt x="77" y="49"/>
                    <a:pt x="76" y="59"/>
                  </a:cubicBezTo>
                  <a:cubicBezTo>
                    <a:pt x="75" y="71"/>
                    <a:pt x="76" y="81"/>
                    <a:pt x="74" y="94"/>
                  </a:cubicBezTo>
                  <a:cubicBezTo>
                    <a:pt x="70" y="121"/>
                    <a:pt x="75" y="158"/>
                    <a:pt x="59" y="181"/>
                  </a:cubicBezTo>
                  <a:cubicBezTo>
                    <a:pt x="58" y="160"/>
                    <a:pt x="65" y="141"/>
                    <a:pt x="66" y="120"/>
                  </a:cubicBezTo>
                  <a:cubicBezTo>
                    <a:pt x="67" y="98"/>
                    <a:pt x="66" y="76"/>
                    <a:pt x="55" y="56"/>
                  </a:cubicBezTo>
                  <a:cubicBezTo>
                    <a:pt x="43" y="36"/>
                    <a:pt x="13" y="35"/>
                    <a:pt x="6" y="9"/>
                  </a:cubicBezTo>
                </a:path>
              </a:pathLst>
            </a:custGeom>
            <a:solidFill>
              <a:srgbClr val="EFCA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407" name="Freeform 172">
              <a:extLst>
                <a:ext uri="{FF2B5EF4-FFF2-40B4-BE49-F238E27FC236}">
                  <a16:creationId xmlns:a16="http://schemas.microsoft.com/office/drawing/2014/main" id="{7387D18B-C0B8-4338-A126-568B43EAF698}"/>
                </a:ext>
              </a:extLst>
            </p:cNvPr>
            <p:cNvSpPr>
              <a:spLocks/>
            </p:cNvSpPr>
            <p:nvPr/>
          </p:nvSpPr>
          <p:spPr bwMode="auto">
            <a:xfrm>
              <a:off x="946" y="1089"/>
              <a:ext cx="84" cy="133"/>
            </a:xfrm>
            <a:custGeom>
              <a:avLst/>
              <a:gdLst>
                <a:gd name="T0" fmla="*/ 8 w 51"/>
                <a:gd name="T1" fmla="*/ 159 h 81"/>
                <a:gd name="T2" fmla="*/ 138 w 51"/>
                <a:gd name="T3" fmla="*/ 97 h 81"/>
                <a:gd name="T4" fmla="*/ 184 w 51"/>
                <a:gd name="T5" fmla="*/ 49 h 81"/>
                <a:gd name="T6" fmla="*/ 201 w 51"/>
                <a:gd name="T7" fmla="*/ 18 h 81"/>
                <a:gd name="T8" fmla="*/ 227 w 51"/>
                <a:gd name="T9" fmla="*/ 0 h 81"/>
                <a:gd name="T10" fmla="*/ 196 w 51"/>
                <a:gd name="T11" fmla="*/ 56 h 81"/>
                <a:gd name="T12" fmla="*/ 152 w 51"/>
                <a:gd name="T13" fmla="*/ 130 h 81"/>
                <a:gd name="T14" fmla="*/ 104 w 51"/>
                <a:gd name="T15" fmla="*/ 243 h 81"/>
                <a:gd name="T16" fmla="*/ 54 w 51"/>
                <a:gd name="T17" fmla="*/ 358 h 81"/>
                <a:gd name="T18" fmla="*/ 68 w 51"/>
                <a:gd name="T19" fmla="*/ 227 h 81"/>
                <a:gd name="T20" fmla="*/ 0 w 51"/>
                <a:gd name="T21" fmla="*/ 172 h 8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1" h="81">
                  <a:moveTo>
                    <a:pt x="2" y="36"/>
                  </a:moveTo>
                  <a:cubicBezTo>
                    <a:pt x="13" y="37"/>
                    <a:pt x="23" y="28"/>
                    <a:pt x="31" y="22"/>
                  </a:cubicBezTo>
                  <a:cubicBezTo>
                    <a:pt x="34" y="19"/>
                    <a:pt x="38" y="15"/>
                    <a:pt x="41" y="11"/>
                  </a:cubicBezTo>
                  <a:cubicBezTo>
                    <a:pt x="42" y="8"/>
                    <a:pt x="43" y="6"/>
                    <a:pt x="45" y="4"/>
                  </a:cubicBezTo>
                  <a:cubicBezTo>
                    <a:pt x="47" y="2"/>
                    <a:pt x="50" y="1"/>
                    <a:pt x="51" y="0"/>
                  </a:cubicBezTo>
                  <a:cubicBezTo>
                    <a:pt x="49" y="4"/>
                    <a:pt x="47" y="9"/>
                    <a:pt x="44" y="13"/>
                  </a:cubicBezTo>
                  <a:cubicBezTo>
                    <a:pt x="41" y="19"/>
                    <a:pt x="37" y="24"/>
                    <a:pt x="34" y="29"/>
                  </a:cubicBezTo>
                  <a:cubicBezTo>
                    <a:pt x="29" y="37"/>
                    <a:pt x="26" y="45"/>
                    <a:pt x="23" y="55"/>
                  </a:cubicBezTo>
                  <a:cubicBezTo>
                    <a:pt x="20" y="64"/>
                    <a:pt x="18" y="73"/>
                    <a:pt x="12" y="81"/>
                  </a:cubicBezTo>
                  <a:cubicBezTo>
                    <a:pt x="12" y="71"/>
                    <a:pt x="21" y="60"/>
                    <a:pt x="15" y="51"/>
                  </a:cubicBezTo>
                  <a:cubicBezTo>
                    <a:pt x="11" y="45"/>
                    <a:pt x="4" y="45"/>
                    <a:pt x="0" y="39"/>
                  </a:cubicBezTo>
                </a:path>
              </a:pathLst>
            </a:custGeom>
            <a:solidFill>
              <a:srgbClr val="EFCA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408" name="Freeform 173">
              <a:extLst>
                <a:ext uri="{FF2B5EF4-FFF2-40B4-BE49-F238E27FC236}">
                  <a16:creationId xmlns:a16="http://schemas.microsoft.com/office/drawing/2014/main" id="{D95D1B53-39B2-46AE-BBE8-D7053FAAB34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6" y="1087"/>
              <a:ext cx="43" cy="112"/>
            </a:xfrm>
            <a:custGeom>
              <a:avLst/>
              <a:gdLst>
                <a:gd name="T0" fmla="*/ 68 w 26"/>
                <a:gd name="T1" fmla="*/ 0 h 68"/>
                <a:gd name="T2" fmla="*/ 63 w 26"/>
                <a:gd name="T3" fmla="*/ 76 h 68"/>
                <a:gd name="T4" fmla="*/ 71 w 26"/>
                <a:gd name="T5" fmla="*/ 152 h 68"/>
                <a:gd name="T6" fmla="*/ 91 w 26"/>
                <a:gd name="T7" fmla="*/ 234 h 68"/>
                <a:gd name="T8" fmla="*/ 117 w 26"/>
                <a:gd name="T9" fmla="*/ 303 h 68"/>
                <a:gd name="T10" fmla="*/ 50 w 26"/>
                <a:gd name="T11" fmla="*/ 152 h 68"/>
                <a:gd name="T12" fmla="*/ 0 w 26"/>
                <a:gd name="T13" fmla="*/ 81 h 6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" h="68">
                  <a:moveTo>
                    <a:pt x="15" y="0"/>
                  </a:moveTo>
                  <a:cubicBezTo>
                    <a:pt x="14" y="4"/>
                    <a:pt x="14" y="12"/>
                    <a:pt x="14" y="17"/>
                  </a:cubicBezTo>
                  <a:cubicBezTo>
                    <a:pt x="14" y="23"/>
                    <a:pt x="15" y="28"/>
                    <a:pt x="16" y="34"/>
                  </a:cubicBezTo>
                  <a:cubicBezTo>
                    <a:pt x="17" y="40"/>
                    <a:pt x="18" y="46"/>
                    <a:pt x="20" y="52"/>
                  </a:cubicBezTo>
                  <a:cubicBezTo>
                    <a:pt x="22" y="58"/>
                    <a:pt x="25" y="63"/>
                    <a:pt x="26" y="68"/>
                  </a:cubicBezTo>
                  <a:cubicBezTo>
                    <a:pt x="17" y="63"/>
                    <a:pt x="13" y="45"/>
                    <a:pt x="11" y="34"/>
                  </a:cubicBezTo>
                  <a:cubicBezTo>
                    <a:pt x="11" y="29"/>
                    <a:pt x="8" y="9"/>
                    <a:pt x="0" y="18"/>
                  </a:cubicBezTo>
                </a:path>
              </a:pathLst>
            </a:custGeom>
            <a:solidFill>
              <a:srgbClr val="EFCA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409" name="Freeform 174">
              <a:extLst>
                <a:ext uri="{FF2B5EF4-FFF2-40B4-BE49-F238E27FC236}">
                  <a16:creationId xmlns:a16="http://schemas.microsoft.com/office/drawing/2014/main" id="{5C443623-40F2-4491-B50E-7255F5EF706C}"/>
                </a:ext>
              </a:extLst>
            </p:cNvPr>
            <p:cNvSpPr>
              <a:spLocks/>
            </p:cNvSpPr>
            <p:nvPr/>
          </p:nvSpPr>
          <p:spPr bwMode="auto">
            <a:xfrm>
              <a:off x="988" y="1241"/>
              <a:ext cx="147" cy="18"/>
            </a:xfrm>
            <a:custGeom>
              <a:avLst/>
              <a:gdLst>
                <a:gd name="T0" fmla="*/ 5 w 89"/>
                <a:gd name="T1" fmla="*/ 34 h 11"/>
                <a:gd name="T2" fmla="*/ 193 w 89"/>
                <a:gd name="T3" fmla="*/ 29 h 11"/>
                <a:gd name="T4" fmla="*/ 401 w 89"/>
                <a:gd name="T5" fmla="*/ 18 h 11"/>
                <a:gd name="T6" fmla="*/ 355 w 89"/>
                <a:gd name="T7" fmla="*/ 8 h 11"/>
                <a:gd name="T8" fmla="*/ 248 w 89"/>
                <a:gd name="T9" fmla="*/ 8 h 11"/>
                <a:gd name="T10" fmla="*/ 109 w 89"/>
                <a:gd name="T11" fmla="*/ 0 h 11"/>
                <a:gd name="T12" fmla="*/ 0 w 89"/>
                <a:gd name="T13" fmla="*/ 47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9" h="11">
                  <a:moveTo>
                    <a:pt x="1" y="8"/>
                  </a:moveTo>
                  <a:cubicBezTo>
                    <a:pt x="15" y="3"/>
                    <a:pt x="30" y="5"/>
                    <a:pt x="43" y="7"/>
                  </a:cubicBezTo>
                  <a:cubicBezTo>
                    <a:pt x="59" y="9"/>
                    <a:pt x="74" y="5"/>
                    <a:pt x="89" y="4"/>
                  </a:cubicBezTo>
                  <a:cubicBezTo>
                    <a:pt x="86" y="1"/>
                    <a:pt x="82" y="2"/>
                    <a:pt x="79" y="2"/>
                  </a:cubicBezTo>
                  <a:cubicBezTo>
                    <a:pt x="71" y="2"/>
                    <a:pt x="63" y="2"/>
                    <a:pt x="55" y="2"/>
                  </a:cubicBezTo>
                  <a:cubicBezTo>
                    <a:pt x="44" y="3"/>
                    <a:pt x="36" y="0"/>
                    <a:pt x="24" y="0"/>
                  </a:cubicBezTo>
                  <a:cubicBezTo>
                    <a:pt x="18" y="0"/>
                    <a:pt x="2" y="2"/>
                    <a:pt x="0" y="11"/>
                  </a:cubicBezTo>
                </a:path>
              </a:pathLst>
            </a:custGeom>
            <a:solidFill>
              <a:srgbClr val="EFCA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410" name="Freeform 175">
              <a:extLst>
                <a:ext uri="{FF2B5EF4-FFF2-40B4-BE49-F238E27FC236}">
                  <a16:creationId xmlns:a16="http://schemas.microsoft.com/office/drawing/2014/main" id="{7BA1C4F3-1145-4654-A496-5F484F909C54}"/>
                </a:ext>
              </a:extLst>
            </p:cNvPr>
            <p:cNvSpPr>
              <a:spLocks/>
            </p:cNvSpPr>
            <p:nvPr/>
          </p:nvSpPr>
          <p:spPr bwMode="auto">
            <a:xfrm>
              <a:off x="933" y="1265"/>
              <a:ext cx="30" cy="41"/>
            </a:xfrm>
            <a:custGeom>
              <a:avLst/>
              <a:gdLst>
                <a:gd name="T0" fmla="*/ 0 w 18"/>
                <a:gd name="T1" fmla="*/ 0 h 25"/>
                <a:gd name="T2" fmla="*/ 33 w 18"/>
                <a:gd name="T3" fmla="*/ 92 h 25"/>
                <a:gd name="T4" fmla="*/ 83 w 18"/>
                <a:gd name="T5" fmla="*/ 43 h 25"/>
                <a:gd name="T6" fmla="*/ 55 w 18"/>
                <a:gd name="T7" fmla="*/ 56 h 25"/>
                <a:gd name="T8" fmla="*/ 8 w 18"/>
                <a:gd name="T9" fmla="*/ 5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25">
                  <a:moveTo>
                    <a:pt x="0" y="0"/>
                  </a:moveTo>
                  <a:cubicBezTo>
                    <a:pt x="0" y="5"/>
                    <a:pt x="3" y="17"/>
                    <a:pt x="7" y="21"/>
                  </a:cubicBezTo>
                  <a:cubicBezTo>
                    <a:pt x="11" y="25"/>
                    <a:pt x="17" y="16"/>
                    <a:pt x="18" y="10"/>
                  </a:cubicBezTo>
                  <a:cubicBezTo>
                    <a:pt x="16" y="12"/>
                    <a:pt x="14" y="13"/>
                    <a:pt x="12" y="13"/>
                  </a:cubicBezTo>
                  <a:cubicBezTo>
                    <a:pt x="9" y="13"/>
                    <a:pt x="1" y="4"/>
                    <a:pt x="2" y="1"/>
                  </a:cubicBezTo>
                </a:path>
              </a:pathLst>
            </a:custGeom>
            <a:solidFill>
              <a:srgbClr val="EFCA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411" name="Freeform 176">
              <a:extLst>
                <a:ext uri="{FF2B5EF4-FFF2-40B4-BE49-F238E27FC236}">
                  <a16:creationId xmlns:a16="http://schemas.microsoft.com/office/drawing/2014/main" id="{098208C4-0A1D-4FF9-B4A9-2CF88A18DE56}"/>
                </a:ext>
              </a:extLst>
            </p:cNvPr>
            <p:cNvSpPr>
              <a:spLocks/>
            </p:cNvSpPr>
            <p:nvPr/>
          </p:nvSpPr>
          <p:spPr bwMode="auto">
            <a:xfrm>
              <a:off x="882" y="1107"/>
              <a:ext cx="43" cy="137"/>
            </a:xfrm>
            <a:custGeom>
              <a:avLst/>
              <a:gdLst>
                <a:gd name="T0" fmla="*/ 13 w 26"/>
                <a:gd name="T1" fmla="*/ 68 h 83"/>
                <a:gd name="T2" fmla="*/ 71 w 26"/>
                <a:gd name="T3" fmla="*/ 206 h 83"/>
                <a:gd name="T4" fmla="*/ 117 w 26"/>
                <a:gd name="T5" fmla="*/ 373 h 83"/>
                <a:gd name="T6" fmla="*/ 96 w 26"/>
                <a:gd name="T7" fmla="*/ 238 h 83"/>
                <a:gd name="T8" fmla="*/ 68 w 26"/>
                <a:gd name="T9" fmla="*/ 109 h 83"/>
                <a:gd name="T10" fmla="*/ 46 w 26"/>
                <a:gd name="T11" fmla="*/ 41 h 83"/>
                <a:gd name="T12" fmla="*/ 0 w 26"/>
                <a:gd name="T13" fmla="*/ 0 h 8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" h="83">
                  <a:moveTo>
                    <a:pt x="3" y="15"/>
                  </a:moveTo>
                  <a:cubicBezTo>
                    <a:pt x="7" y="25"/>
                    <a:pt x="11" y="35"/>
                    <a:pt x="16" y="46"/>
                  </a:cubicBezTo>
                  <a:cubicBezTo>
                    <a:pt x="21" y="57"/>
                    <a:pt x="20" y="72"/>
                    <a:pt x="26" y="83"/>
                  </a:cubicBezTo>
                  <a:cubicBezTo>
                    <a:pt x="22" y="74"/>
                    <a:pt x="24" y="62"/>
                    <a:pt x="21" y="53"/>
                  </a:cubicBezTo>
                  <a:cubicBezTo>
                    <a:pt x="19" y="43"/>
                    <a:pt x="13" y="34"/>
                    <a:pt x="15" y="24"/>
                  </a:cubicBezTo>
                  <a:cubicBezTo>
                    <a:pt x="16" y="16"/>
                    <a:pt x="15" y="16"/>
                    <a:pt x="10" y="9"/>
                  </a:cubicBezTo>
                  <a:cubicBezTo>
                    <a:pt x="7" y="6"/>
                    <a:pt x="4" y="3"/>
                    <a:pt x="0" y="0"/>
                  </a:cubicBezTo>
                </a:path>
              </a:pathLst>
            </a:custGeom>
            <a:solidFill>
              <a:srgbClr val="EFCA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412" name="Freeform 177">
              <a:extLst>
                <a:ext uri="{FF2B5EF4-FFF2-40B4-BE49-F238E27FC236}">
                  <a16:creationId xmlns:a16="http://schemas.microsoft.com/office/drawing/2014/main" id="{F27A3AA9-9D39-452B-8FD6-96415997DBA9}"/>
                </a:ext>
              </a:extLst>
            </p:cNvPr>
            <p:cNvSpPr>
              <a:spLocks/>
            </p:cNvSpPr>
            <p:nvPr/>
          </p:nvSpPr>
          <p:spPr bwMode="auto">
            <a:xfrm>
              <a:off x="938" y="2036"/>
              <a:ext cx="16" cy="19"/>
            </a:xfrm>
            <a:custGeom>
              <a:avLst/>
              <a:gdLst>
                <a:gd name="T0" fmla="*/ 0 w 10"/>
                <a:gd name="T1" fmla="*/ 27 h 12"/>
                <a:gd name="T2" fmla="*/ 35 w 10"/>
                <a:gd name="T3" fmla="*/ 33 h 12"/>
                <a:gd name="T4" fmla="*/ 34 w 10"/>
                <a:gd name="T5" fmla="*/ 5 h 12"/>
                <a:gd name="T6" fmla="*/ 8 w 10"/>
                <a:gd name="T7" fmla="*/ 8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2">
                  <a:moveTo>
                    <a:pt x="0" y="7"/>
                  </a:moveTo>
                  <a:cubicBezTo>
                    <a:pt x="2" y="11"/>
                    <a:pt x="8" y="12"/>
                    <a:pt x="9" y="8"/>
                  </a:cubicBezTo>
                  <a:cubicBezTo>
                    <a:pt x="10" y="6"/>
                    <a:pt x="9" y="2"/>
                    <a:pt x="8" y="1"/>
                  </a:cubicBezTo>
                  <a:cubicBezTo>
                    <a:pt x="6" y="0"/>
                    <a:pt x="4" y="0"/>
                    <a:pt x="2" y="2"/>
                  </a:cubicBezTo>
                </a:path>
              </a:pathLst>
            </a:custGeom>
            <a:solidFill>
              <a:srgbClr val="EFCA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413" name="Freeform 178">
              <a:extLst>
                <a:ext uri="{FF2B5EF4-FFF2-40B4-BE49-F238E27FC236}">
                  <a16:creationId xmlns:a16="http://schemas.microsoft.com/office/drawing/2014/main" id="{23A96D47-A969-4D38-9C22-4670298EF666}"/>
                </a:ext>
              </a:extLst>
            </p:cNvPr>
            <p:cNvSpPr>
              <a:spLocks/>
            </p:cNvSpPr>
            <p:nvPr/>
          </p:nvSpPr>
          <p:spPr bwMode="auto">
            <a:xfrm>
              <a:off x="892" y="2329"/>
              <a:ext cx="122" cy="64"/>
            </a:xfrm>
            <a:custGeom>
              <a:avLst/>
              <a:gdLst>
                <a:gd name="T0" fmla="*/ 8 w 74"/>
                <a:gd name="T1" fmla="*/ 80 h 39"/>
                <a:gd name="T2" fmla="*/ 171 w 74"/>
                <a:gd name="T3" fmla="*/ 172 h 39"/>
                <a:gd name="T4" fmla="*/ 251 w 74"/>
                <a:gd name="T5" fmla="*/ 138 h 39"/>
                <a:gd name="T6" fmla="*/ 331 w 74"/>
                <a:gd name="T7" fmla="*/ 0 h 39"/>
                <a:gd name="T8" fmla="*/ 282 w 74"/>
                <a:gd name="T9" fmla="*/ 54 h 39"/>
                <a:gd name="T10" fmla="*/ 180 w 74"/>
                <a:gd name="T11" fmla="*/ 102 h 39"/>
                <a:gd name="T12" fmla="*/ 76 w 74"/>
                <a:gd name="T13" fmla="*/ 71 h 39"/>
                <a:gd name="T14" fmla="*/ 0 w 74"/>
                <a:gd name="T15" fmla="*/ 41 h 3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4" h="39">
                  <a:moveTo>
                    <a:pt x="2" y="18"/>
                  </a:moveTo>
                  <a:cubicBezTo>
                    <a:pt x="13" y="29"/>
                    <a:pt x="22" y="39"/>
                    <a:pt x="38" y="39"/>
                  </a:cubicBezTo>
                  <a:cubicBezTo>
                    <a:pt x="45" y="38"/>
                    <a:pt x="52" y="36"/>
                    <a:pt x="56" y="31"/>
                  </a:cubicBezTo>
                  <a:cubicBezTo>
                    <a:pt x="63" y="24"/>
                    <a:pt x="73" y="10"/>
                    <a:pt x="74" y="0"/>
                  </a:cubicBezTo>
                  <a:cubicBezTo>
                    <a:pt x="70" y="2"/>
                    <a:pt x="66" y="9"/>
                    <a:pt x="63" y="12"/>
                  </a:cubicBezTo>
                  <a:cubicBezTo>
                    <a:pt x="56" y="19"/>
                    <a:pt x="49" y="23"/>
                    <a:pt x="40" y="23"/>
                  </a:cubicBezTo>
                  <a:cubicBezTo>
                    <a:pt x="31" y="23"/>
                    <a:pt x="25" y="18"/>
                    <a:pt x="17" y="16"/>
                  </a:cubicBezTo>
                  <a:cubicBezTo>
                    <a:pt x="12" y="14"/>
                    <a:pt x="2" y="16"/>
                    <a:pt x="0" y="9"/>
                  </a:cubicBezTo>
                </a:path>
              </a:pathLst>
            </a:custGeom>
            <a:solidFill>
              <a:srgbClr val="EFCA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414" name="Freeform 179">
              <a:extLst>
                <a:ext uri="{FF2B5EF4-FFF2-40B4-BE49-F238E27FC236}">
                  <a16:creationId xmlns:a16="http://schemas.microsoft.com/office/drawing/2014/main" id="{282F594E-CFB2-4B5F-AC46-486DB84EA039}"/>
                </a:ext>
              </a:extLst>
            </p:cNvPr>
            <p:cNvSpPr>
              <a:spLocks/>
            </p:cNvSpPr>
            <p:nvPr/>
          </p:nvSpPr>
          <p:spPr bwMode="auto">
            <a:xfrm>
              <a:off x="893" y="2383"/>
              <a:ext cx="43" cy="708"/>
            </a:xfrm>
            <a:custGeom>
              <a:avLst/>
              <a:gdLst>
                <a:gd name="T0" fmla="*/ 0 w 26"/>
                <a:gd name="T1" fmla="*/ 0 h 430"/>
                <a:gd name="T2" fmla="*/ 117 w 26"/>
                <a:gd name="T3" fmla="*/ 193 h 430"/>
                <a:gd name="T4" fmla="*/ 76 w 26"/>
                <a:gd name="T5" fmla="*/ 940 h 430"/>
                <a:gd name="T6" fmla="*/ 83 w 26"/>
                <a:gd name="T7" fmla="*/ 1492 h 430"/>
                <a:gd name="T8" fmla="*/ 63 w 26"/>
                <a:gd name="T9" fmla="*/ 1920 h 430"/>
                <a:gd name="T10" fmla="*/ 41 w 26"/>
                <a:gd name="T11" fmla="*/ 1477 h 430"/>
                <a:gd name="T12" fmla="*/ 8 w 26"/>
                <a:gd name="T13" fmla="*/ 650 h 430"/>
                <a:gd name="T14" fmla="*/ 8 w 26"/>
                <a:gd name="T15" fmla="*/ 8 h 43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6" h="430">
                  <a:moveTo>
                    <a:pt x="0" y="0"/>
                  </a:moveTo>
                  <a:cubicBezTo>
                    <a:pt x="11" y="11"/>
                    <a:pt x="26" y="18"/>
                    <a:pt x="26" y="43"/>
                  </a:cubicBezTo>
                  <a:cubicBezTo>
                    <a:pt x="26" y="68"/>
                    <a:pt x="17" y="160"/>
                    <a:pt x="17" y="211"/>
                  </a:cubicBezTo>
                  <a:cubicBezTo>
                    <a:pt x="18" y="262"/>
                    <a:pt x="17" y="311"/>
                    <a:pt x="18" y="334"/>
                  </a:cubicBezTo>
                  <a:cubicBezTo>
                    <a:pt x="19" y="357"/>
                    <a:pt x="26" y="383"/>
                    <a:pt x="14" y="430"/>
                  </a:cubicBezTo>
                  <a:cubicBezTo>
                    <a:pt x="17" y="412"/>
                    <a:pt x="17" y="364"/>
                    <a:pt x="9" y="331"/>
                  </a:cubicBezTo>
                  <a:cubicBezTo>
                    <a:pt x="1" y="298"/>
                    <a:pt x="0" y="180"/>
                    <a:pt x="2" y="146"/>
                  </a:cubicBezTo>
                  <a:cubicBezTo>
                    <a:pt x="5" y="112"/>
                    <a:pt x="12" y="16"/>
                    <a:pt x="2" y="2"/>
                  </a:cubicBezTo>
                </a:path>
              </a:pathLst>
            </a:custGeom>
            <a:solidFill>
              <a:srgbClr val="EFCA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415" name="Freeform 180">
              <a:extLst>
                <a:ext uri="{FF2B5EF4-FFF2-40B4-BE49-F238E27FC236}">
                  <a16:creationId xmlns:a16="http://schemas.microsoft.com/office/drawing/2014/main" id="{D309ED5F-F13D-4305-B567-A9C780073C2C}"/>
                </a:ext>
              </a:extLst>
            </p:cNvPr>
            <p:cNvSpPr>
              <a:spLocks/>
            </p:cNvSpPr>
            <p:nvPr/>
          </p:nvSpPr>
          <p:spPr bwMode="auto">
            <a:xfrm>
              <a:off x="900" y="3226"/>
              <a:ext cx="36" cy="485"/>
            </a:xfrm>
            <a:custGeom>
              <a:avLst/>
              <a:gdLst>
                <a:gd name="T0" fmla="*/ 67 w 22"/>
                <a:gd name="T1" fmla="*/ 0 h 295"/>
                <a:gd name="T2" fmla="*/ 56 w 22"/>
                <a:gd name="T3" fmla="*/ 671 h 295"/>
                <a:gd name="T4" fmla="*/ 18 w 22"/>
                <a:gd name="T5" fmla="*/ 1310 h 295"/>
                <a:gd name="T6" fmla="*/ 67 w 22"/>
                <a:gd name="T7" fmla="*/ 0 h 29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295">
                  <a:moveTo>
                    <a:pt x="15" y="0"/>
                  </a:moveTo>
                  <a:cubicBezTo>
                    <a:pt x="19" y="28"/>
                    <a:pt x="22" y="84"/>
                    <a:pt x="13" y="151"/>
                  </a:cubicBezTo>
                  <a:cubicBezTo>
                    <a:pt x="5" y="218"/>
                    <a:pt x="3" y="270"/>
                    <a:pt x="4" y="295"/>
                  </a:cubicBezTo>
                  <a:cubicBezTo>
                    <a:pt x="0" y="252"/>
                    <a:pt x="13" y="71"/>
                    <a:pt x="15" y="0"/>
                  </a:cubicBezTo>
                </a:path>
              </a:pathLst>
            </a:custGeom>
            <a:solidFill>
              <a:srgbClr val="EFCA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416" name="Freeform 181">
              <a:extLst>
                <a:ext uri="{FF2B5EF4-FFF2-40B4-BE49-F238E27FC236}">
                  <a16:creationId xmlns:a16="http://schemas.microsoft.com/office/drawing/2014/main" id="{CA619E48-AB25-45CE-9CB3-CBB7B06CD7B7}"/>
                </a:ext>
              </a:extLst>
            </p:cNvPr>
            <p:cNvSpPr>
              <a:spLocks/>
            </p:cNvSpPr>
            <p:nvPr/>
          </p:nvSpPr>
          <p:spPr bwMode="auto">
            <a:xfrm>
              <a:off x="792" y="1255"/>
              <a:ext cx="110" cy="14"/>
            </a:xfrm>
            <a:custGeom>
              <a:avLst/>
              <a:gdLst>
                <a:gd name="T0" fmla="*/ 133 w 66"/>
                <a:gd name="T1" fmla="*/ 37 h 8"/>
                <a:gd name="T2" fmla="*/ 305 w 66"/>
                <a:gd name="T3" fmla="*/ 21 h 8"/>
                <a:gd name="T4" fmla="*/ 188 w 66"/>
                <a:gd name="T5" fmla="*/ 12 h 8"/>
                <a:gd name="T6" fmla="*/ 0 w 66"/>
                <a:gd name="T7" fmla="*/ 12 h 8"/>
                <a:gd name="T8" fmla="*/ 133 w 66"/>
                <a:gd name="T9" fmla="*/ 37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6" h="8">
                  <a:moveTo>
                    <a:pt x="29" y="7"/>
                  </a:moveTo>
                  <a:cubicBezTo>
                    <a:pt x="39" y="6"/>
                    <a:pt x="56" y="2"/>
                    <a:pt x="66" y="4"/>
                  </a:cubicBezTo>
                  <a:cubicBezTo>
                    <a:pt x="61" y="0"/>
                    <a:pt x="52" y="2"/>
                    <a:pt x="41" y="2"/>
                  </a:cubicBezTo>
                  <a:cubicBezTo>
                    <a:pt x="30" y="3"/>
                    <a:pt x="9" y="6"/>
                    <a:pt x="0" y="2"/>
                  </a:cubicBezTo>
                  <a:cubicBezTo>
                    <a:pt x="15" y="8"/>
                    <a:pt x="21" y="6"/>
                    <a:pt x="29" y="7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417" name="Freeform 182">
              <a:extLst>
                <a:ext uri="{FF2B5EF4-FFF2-40B4-BE49-F238E27FC236}">
                  <a16:creationId xmlns:a16="http://schemas.microsoft.com/office/drawing/2014/main" id="{DBB5C76E-6216-48EA-A49B-2949ED69D1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2" y="1255"/>
              <a:ext cx="109" cy="14"/>
            </a:xfrm>
            <a:custGeom>
              <a:avLst/>
              <a:gdLst>
                <a:gd name="T0" fmla="*/ 167 w 66"/>
                <a:gd name="T1" fmla="*/ 37 h 8"/>
                <a:gd name="T2" fmla="*/ 0 w 66"/>
                <a:gd name="T3" fmla="*/ 21 h 8"/>
                <a:gd name="T4" fmla="*/ 112 w 66"/>
                <a:gd name="T5" fmla="*/ 12 h 8"/>
                <a:gd name="T6" fmla="*/ 297 w 66"/>
                <a:gd name="T7" fmla="*/ 12 h 8"/>
                <a:gd name="T8" fmla="*/ 167 w 66"/>
                <a:gd name="T9" fmla="*/ 37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6" h="8">
                  <a:moveTo>
                    <a:pt x="37" y="7"/>
                  </a:moveTo>
                  <a:cubicBezTo>
                    <a:pt x="27" y="6"/>
                    <a:pt x="10" y="2"/>
                    <a:pt x="0" y="4"/>
                  </a:cubicBezTo>
                  <a:cubicBezTo>
                    <a:pt x="5" y="0"/>
                    <a:pt x="14" y="2"/>
                    <a:pt x="25" y="2"/>
                  </a:cubicBezTo>
                  <a:cubicBezTo>
                    <a:pt x="36" y="3"/>
                    <a:pt x="57" y="6"/>
                    <a:pt x="66" y="2"/>
                  </a:cubicBezTo>
                  <a:cubicBezTo>
                    <a:pt x="51" y="8"/>
                    <a:pt x="45" y="6"/>
                    <a:pt x="37" y="7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418" name="Freeform 183">
              <a:extLst>
                <a:ext uri="{FF2B5EF4-FFF2-40B4-BE49-F238E27FC236}">
                  <a16:creationId xmlns:a16="http://schemas.microsoft.com/office/drawing/2014/main" id="{013396BB-D7F5-41C4-9507-5609B1BF239E}"/>
                </a:ext>
              </a:extLst>
            </p:cNvPr>
            <p:cNvSpPr>
              <a:spLocks/>
            </p:cNvSpPr>
            <p:nvPr/>
          </p:nvSpPr>
          <p:spPr bwMode="auto">
            <a:xfrm>
              <a:off x="622" y="1250"/>
              <a:ext cx="98" cy="130"/>
            </a:xfrm>
            <a:custGeom>
              <a:avLst/>
              <a:gdLst>
                <a:gd name="T0" fmla="*/ 271 w 59"/>
                <a:gd name="T1" fmla="*/ 0 h 79"/>
                <a:gd name="T2" fmla="*/ 101 w 59"/>
                <a:gd name="T3" fmla="*/ 84 h 79"/>
                <a:gd name="T4" fmla="*/ 0 w 59"/>
                <a:gd name="T5" fmla="*/ 352 h 79"/>
                <a:gd name="T6" fmla="*/ 63 w 59"/>
                <a:gd name="T7" fmla="*/ 201 h 79"/>
                <a:gd name="T8" fmla="*/ 130 w 59"/>
                <a:gd name="T9" fmla="*/ 105 h 79"/>
                <a:gd name="T10" fmla="*/ 188 w 59"/>
                <a:gd name="T11" fmla="*/ 54 h 79"/>
                <a:gd name="T12" fmla="*/ 251 w 59"/>
                <a:gd name="T13" fmla="*/ 5 h 7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9" h="79">
                  <a:moveTo>
                    <a:pt x="59" y="0"/>
                  </a:moveTo>
                  <a:cubicBezTo>
                    <a:pt x="47" y="7"/>
                    <a:pt x="33" y="9"/>
                    <a:pt x="22" y="19"/>
                  </a:cubicBezTo>
                  <a:cubicBezTo>
                    <a:pt x="8" y="31"/>
                    <a:pt x="2" y="59"/>
                    <a:pt x="0" y="79"/>
                  </a:cubicBezTo>
                  <a:cubicBezTo>
                    <a:pt x="5" y="68"/>
                    <a:pt x="8" y="56"/>
                    <a:pt x="14" y="45"/>
                  </a:cubicBezTo>
                  <a:cubicBezTo>
                    <a:pt x="17" y="37"/>
                    <a:pt x="24" y="32"/>
                    <a:pt x="28" y="24"/>
                  </a:cubicBezTo>
                  <a:cubicBezTo>
                    <a:pt x="32" y="17"/>
                    <a:pt x="35" y="17"/>
                    <a:pt x="41" y="12"/>
                  </a:cubicBezTo>
                  <a:cubicBezTo>
                    <a:pt x="46" y="8"/>
                    <a:pt x="48" y="2"/>
                    <a:pt x="55" y="1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419" name="Freeform 184">
              <a:extLst>
                <a:ext uri="{FF2B5EF4-FFF2-40B4-BE49-F238E27FC236}">
                  <a16:creationId xmlns:a16="http://schemas.microsoft.com/office/drawing/2014/main" id="{E070CC27-59C9-4519-BDED-8999C237919A}"/>
                </a:ext>
              </a:extLst>
            </p:cNvPr>
            <p:cNvSpPr>
              <a:spLocks/>
            </p:cNvSpPr>
            <p:nvPr/>
          </p:nvSpPr>
          <p:spPr bwMode="auto">
            <a:xfrm>
              <a:off x="976" y="1134"/>
              <a:ext cx="40" cy="107"/>
            </a:xfrm>
            <a:custGeom>
              <a:avLst/>
              <a:gdLst>
                <a:gd name="T0" fmla="*/ 103 w 24"/>
                <a:gd name="T1" fmla="*/ 0 h 65"/>
                <a:gd name="T2" fmla="*/ 42 w 24"/>
                <a:gd name="T3" fmla="*/ 133 h 65"/>
                <a:gd name="T4" fmla="*/ 0 w 24"/>
                <a:gd name="T5" fmla="*/ 290 h 65"/>
                <a:gd name="T6" fmla="*/ 63 w 24"/>
                <a:gd name="T7" fmla="*/ 125 h 65"/>
                <a:gd name="T8" fmla="*/ 112 w 24"/>
                <a:gd name="T9" fmla="*/ 5 h 6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65">
                  <a:moveTo>
                    <a:pt x="22" y="0"/>
                  </a:moveTo>
                  <a:cubicBezTo>
                    <a:pt x="18" y="10"/>
                    <a:pt x="12" y="20"/>
                    <a:pt x="9" y="30"/>
                  </a:cubicBezTo>
                  <a:cubicBezTo>
                    <a:pt x="5" y="42"/>
                    <a:pt x="3" y="53"/>
                    <a:pt x="0" y="65"/>
                  </a:cubicBezTo>
                  <a:cubicBezTo>
                    <a:pt x="4" y="52"/>
                    <a:pt x="9" y="40"/>
                    <a:pt x="14" y="28"/>
                  </a:cubicBezTo>
                  <a:cubicBezTo>
                    <a:pt x="17" y="20"/>
                    <a:pt x="22" y="10"/>
                    <a:pt x="24" y="1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420" name="Freeform 185">
              <a:extLst>
                <a:ext uri="{FF2B5EF4-FFF2-40B4-BE49-F238E27FC236}">
                  <a16:creationId xmlns:a16="http://schemas.microsoft.com/office/drawing/2014/main" id="{323DFDEF-56A8-49DE-9C83-BEFD0BB6008A}"/>
                </a:ext>
              </a:extLst>
            </p:cNvPr>
            <p:cNvSpPr>
              <a:spLocks/>
            </p:cNvSpPr>
            <p:nvPr/>
          </p:nvSpPr>
          <p:spPr bwMode="auto">
            <a:xfrm>
              <a:off x="559" y="1887"/>
              <a:ext cx="24" cy="363"/>
            </a:xfrm>
            <a:custGeom>
              <a:avLst/>
              <a:gdLst>
                <a:gd name="T0" fmla="*/ 41 w 14"/>
                <a:gd name="T1" fmla="*/ 386 h 220"/>
                <a:gd name="T2" fmla="*/ 9 w 14"/>
                <a:gd name="T3" fmla="*/ 988 h 220"/>
                <a:gd name="T4" fmla="*/ 5 w 14"/>
                <a:gd name="T5" fmla="*/ 637 h 220"/>
                <a:gd name="T6" fmla="*/ 70 w 14"/>
                <a:gd name="T7" fmla="*/ 0 h 220"/>
                <a:gd name="T8" fmla="*/ 41 w 14"/>
                <a:gd name="T9" fmla="*/ 386 h 2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220">
                  <a:moveTo>
                    <a:pt x="8" y="86"/>
                  </a:moveTo>
                  <a:cubicBezTo>
                    <a:pt x="7" y="102"/>
                    <a:pt x="3" y="192"/>
                    <a:pt x="2" y="220"/>
                  </a:cubicBezTo>
                  <a:cubicBezTo>
                    <a:pt x="2" y="220"/>
                    <a:pt x="0" y="198"/>
                    <a:pt x="1" y="142"/>
                  </a:cubicBezTo>
                  <a:cubicBezTo>
                    <a:pt x="1" y="85"/>
                    <a:pt x="4" y="27"/>
                    <a:pt x="14" y="0"/>
                  </a:cubicBezTo>
                  <a:cubicBezTo>
                    <a:pt x="11" y="11"/>
                    <a:pt x="10" y="62"/>
                    <a:pt x="8" y="86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421" name="Freeform 186">
              <a:extLst>
                <a:ext uri="{FF2B5EF4-FFF2-40B4-BE49-F238E27FC236}">
                  <a16:creationId xmlns:a16="http://schemas.microsoft.com/office/drawing/2014/main" id="{5837EA77-09E0-4040-9991-B8C29CAC8341}"/>
                </a:ext>
              </a:extLst>
            </p:cNvPr>
            <p:cNvSpPr>
              <a:spLocks/>
            </p:cNvSpPr>
            <p:nvPr/>
          </p:nvSpPr>
          <p:spPr bwMode="auto">
            <a:xfrm>
              <a:off x="619" y="1911"/>
              <a:ext cx="58" cy="385"/>
            </a:xfrm>
            <a:custGeom>
              <a:avLst/>
              <a:gdLst>
                <a:gd name="T0" fmla="*/ 154 w 35"/>
                <a:gd name="T1" fmla="*/ 0 h 234"/>
                <a:gd name="T2" fmla="*/ 104 w 35"/>
                <a:gd name="T3" fmla="*/ 482 h 234"/>
                <a:gd name="T4" fmla="*/ 0 w 35"/>
                <a:gd name="T5" fmla="*/ 1041 h 234"/>
                <a:gd name="T6" fmla="*/ 68 w 35"/>
                <a:gd name="T7" fmla="*/ 517 h 234"/>
                <a:gd name="T8" fmla="*/ 154 w 35"/>
                <a:gd name="T9" fmla="*/ 0 h 2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234">
                  <a:moveTo>
                    <a:pt x="34" y="0"/>
                  </a:moveTo>
                  <a:cubicBezTo>
                    <a:pt x="35" y="18"/>
                    <a:pt x="33" y="69"/>
                    <a:pt x="23" y="108"/>
                  </a:cubicBezTo>
                  <a:cubicBezTo>
                    <a:pt x="12" y="148"/>
                    <a:pt x="4" y="193"/>
                    <a:pt x="0" y="234"/>
                  </a:cubicBezTo>
                  <a:cubicBezTo>
                    <a:pt x="5" y="207"/>
                    <a:pt x="9" y="146"/>
                    <a:pt x="15" y="116"/>
                  </a:cubicBezTo>
                  <a:cubicBezTo>
                    <a:pt x="21" y="86"/>
                    <a:pt x="35" y="10"/>
                    <a:pt x="34" y="0"/>
                  </a:cubicBezTo>
                </a:path>
              </a:pathLst>
            </a:custGeom>
            <a:solidFill>
              <a:srgbClr val="EFCA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422" name="Freeform 187">
              <a:extLst>
                <a:ext uri="{FF2B5EF4-FFF2-40B4-BE49-F238E27FC236}">
                  <a16:creationId xmlns:a16="http://schemas.microsoft.com/office/drawing/2014/main" id="{0F6DE64F-BA77-41A6-9733-931E44448B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5" y="1887"/>
              <a:ext cx="23" cy="363"/>
            </a:xfrm>
            <a:custGeom>
              <a:avLst/>
              <a:gdLst>
                <a:gd name="T0" fmla="*/ 26 w 14"/>
                <a:gd name="T1" fmla="*/ 386 h 220"/>
                <a:gd name="T2" fmla="*/ 54 w 14"/>
                <a:gd name="T3" fmla="*/ 988 h 220"/>
                <a:gd name="T4" fmla="*/ 58 w 14"/>
                <a:gd name="T5" fmla="*/ 637 h 220"/>
                <a:gd name="T6" fmla="*/ 0 w 14"/>
                <a:gd name="T7" fmla="*/ 0 h 220"/>
                <a:gd name="T8" fmla="*/ 26 w 14"/>
                <a:gd name="T9" fmla="*/ 386 h 2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220">
                  <a:moveTo>
                    <a:pt x="6" y="86"/>
                  </a:moveTo>
                  <a:cubicBezTo>
                    <a:pt x="7" y="102"/>
                    <a:pt x="11" y="192"/>
                    <a:pt x="12" y="220"/>
                  </a:cubicBezTo>
                  <a:cubicBezTo>
                    <a:pt x="12" y="220"/>
                    <a:pt x="14" y="198"/>
                    <a:pt x="13" y="142"/>
                  </a:cubicBezTo>
                  <a:cubicBezTo>
                    <a:pt x="13" y="85"/>
                    <a:pt x="10" y="27"/>
                    <a:pt x="0" y="0"/>
                  </a:cubicBezTo>
                  <a:cubicBezTo>
                    <a:pt x="3" y="11"/>
                    <a:pt x="4" y="62"/>
                    <a:pt x="6" y="86"/>
                  </a:cubicBezTo>
                </a:path>
              </a:pathLst>
            </a:custGeom>
            <a:solidFill>
              <a:srgbClr val="EFCA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423" name="Freeform 188">
              <a:extLst>
                <a:ext uri="{FF2B5EF4-FFF2-40B4-BE49-F238E27FC236}">
                  <a16:creationId xmlns:a16="http://schemas.microsoft.com/office/drawing/2014/main" id="{18E3E729-C35E-4311-B22C-3025DD51DC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1" y="1911"/>
              <a:ext cx="57" cy="385"/>
            </a:xfrm>
            <a:custGeom>
              <a:avLst/>
              <a:gdLst>
                <a:gd name="T0" fmla="*/ 5 w 35"/>
                <a:gd name="T1" fmla="*/ 0 h 234"/>
                <a:gd name="T2" fmla="*/ 55 w 35"/>
                <a:gd name="T3" fmla="*/ 482 h 234"/>
                <a:gd name="T4" fmla="*/ 151 w 35"/>
                <a:gd name="T5" fmla="*/ 1041 h 234"/>
                <a:gd name="T6" fmla="*/ 88 w 35"/>
                <a:gd name="T7" fmla="*/ 517 h 234"/>
                <a:gd name="T8" fmla="*/ 5 w 35"/>
                <a:gd name="T9" fmla="*/ 0 h 2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234">
                  <a:moveTo>
                    <a:pt x="1" y="0"/>
                  </a:moveTo>
                  <a:cubicBezTo>
                    <a:pt x="0" y="18"/>
                    <a:pt x="2" y="69"/>
                    <a:pt x="13" y="108"/>
                  </a:cubicBezTo>
                  <a:cubicBezTo>
                    <a:pt x="23" y="148"/>
                    <a:pt x="31" y="193"/>
                    <a:pt x="35" y="234"/>
                  </a:cubicBezTo>
                  <a:cubicBezTo>
                    <a:pt x="30" y="207"/>
                    <a:pt x="26" y="146"/>
                    <a:pt x="20" y="116"/>
                  </a:cubicBezTo>
                  <a:cubicBezTo>
                    <a:pt x="14" y="86"/>
                    <a:pt x="0" y="10"/>
                    <a:pt x="1" y="0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424" name="Freeform 189">
              <a:extLst>
                <a:ext uri="{FF2B5EF4-FFF2-40B4-BE49-F238E27FC236}">
                  <a16:creationId xmlns:a16="http://schemas.microsoft.com/office/drawing/2014/main" id="{F9ACC37F-59FB-430D-86B4-E223719AB201}"/>
                </a:ext>
              </a:extLst>
            </p:cNvPr>
            <p:cNvSpPr>
              <a:spLocks/>
            </p:cNvSpPr>
            <p:nvPr/>
          </p:nvSpPr>
          <p:spPr bwMode="auto">
            <a:xfrm>
              <a:off x="564" y="2493"/>
              <a:ext cx="63" cy="109"/>
            </a:xfrm>
            <a:custGeom>
              <a:avLst/>
              <a:gdLst>
                <a:gd name="T0" fmla="*/ 88 w 38"/>
                <a:gd name="T1" fmla="*/ 0 h 66"/>
                <a:gd name="T2" fmla="*/ 133 w 38"/>
                <a:gd name="T3" fmla="*/ 277 h 66"/>
                <a:gd name="T4" fmla="*/ 164 w 38"/>
                <a:gd name="T5" fmla="*/ 263 h 66"/>
                <a:gd name="T6" fmla="*/ 133 w 38"/>
                <a:gd name="T7" fmla="*/ 185 h 66"/>
                <a:gd name="T8" fmla="*/ 118 w 38"/>
                <a:gd name="T9" fmla="*/ 84 h 66"/>
                <a:gd name="T10" fmla="*/ 99 w 38"/>
                <a:gd name="T11" fmla="*/ 0 h 6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8" h="66">
                  <a:moveTo>
                    <a:pt x="19" y="0"/>
                  </a:moveTo>
                  <a:cubicBezTo>
                    <a:pt x="0" y="14"/>
                    <a:pt x="12" y="53"/>
                    <a:pt x="29" y="62"/>
                  </a:cubicBezTo>
                  <a:cubicBezTo>
                    <a:pt x="33" y="64"/>
                    <a:pt x="38" y="66"/>
                    <a:pt x="36" y="58"/>
                  </a:cubicBezTo>
                  <a:cubicBezTo>
                    <a:pt x="35" y="52"/>
                    <a:pt x="30" y="48"/>
                    <a:pt x="29" y="41"/>
                  </a:cubicBezTo>
                  <a:cubicBezTo>
                    <a:pt x="28" y="34"/>
                    <a:pt x="27" y="26"/>
                    <a:pt x="26" y="19"/>
                  </a:cubicBezTo>
                  <a:cubicBezTo>
                    <a:pt x="26" y="13"/>
                    <a:pt x="27" y="5"/>
                    <a:pt x="22" y="0"/>
                  </a:cubicBezTo>
                </a:path>
              </a:pathLst>
            </a:custGeom>
            <a:solidFill>
              <a:srgbClr val="EFCA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425" name="Freeform 190">
              <a:extLst>
                <a:ext uri="{FF2B5EF4-FFF2-40B4-BE49-F238E27FC236}">
                  <a16:creationId xmlns:a16="http://schemas.microsoft.com/office/drawing/2014/main" id="{EA8C47C1-AD3E-49EE-B58D-66D6CDC4C0E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0" y="2493"/>
              <a:ext cx="51" cy="107"/>
            </a:xfrm>
            <a:custGeom>
              <a:avLst/>
              <a:gdLst>
                <a:gd name="T0" fmla="*/ 63 w 31"/>
                <a:gd name="T1" fmla="*/ 20 h 65"/>
                <a:gd name="T2" fmla="*/ 41 w 31"/>
                <a:gd name="T3" fmla="*/ 133 h 65"/>
                <a:gd name="T4" fmla="*/ 0 w 31"/>
                <a:gd name="T5" fmla="*/ 234 h 65"/>
                <a:gd name="T6" fmla="*/ 43 w 31"/>
                <a:gd name="T7" fmla="*/ 263 h 65"/>
                <a:gd name="T8" fmla="*/ 118 w 31"/>
                <a:gd name="T9" fmla="*/ 156 h 65"/>
                <a:gd name="T10" fmla="*/ 81 w 31"/>
                <a:gd name="T11" fmla="*/ 0 h 6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1" h="65">
                  <a:moveTo>
                    <a:pt x="14" y="4"/>
                  </a:moveTo>
                  <a:cubicBezTo>
                    <a:pt x="12" y="13"/>
                    <a:pt x="11" y="21"/>
                    <a:pt x="9" y="30"/>
                  </a:cubicBezTo>
                  <a:cubicBezTo>
                    <a:pt x="7" y="38"/>
                    <a:pt x="6" y="48"/>
                    <a:pt x="0" y="52"/>
                  </a:cubicBezTo>
                  <a:cubicBezTo>
                    <a:pt x="4" y="59"/>
                    <a:pt x="2" y="65"/>
                    <a:pt x="10" y="59"/>
                  </a:cubicBezTo>
                  <a:cubicBezTo>
                    <a:pt x="17" y="54"/>
                    <a:pt x="24" y="44"/>
                    <a:pt x="27" y="35"/>
                  </a:cubicBezTo>
                  <a:cubicBezTo>
                    <a:pt x="31" y="21"/>
                    <a:pt x="29" y="10"/>
                    <a:pt x="18" y="0"/>
                  </a:cubicBezTo>
                </a:path>
              </a:pathLst>
            </a:custGeom>
            <a:solidFill>
              <a:srgbClr val="EFCA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426" name="Freeform 191">
              <a:extLst>
                <a:ext uri="{FF2B5EF4-FFF2-40B4-BE49-F238E27FC236}">
                  <a16:creationId xmlns:a16="http://schemas.microsoft.com/office/drawing/2014/main" id="{C840D381-467B-48DE-8E48-1012352944C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4" y="1270"/>
              <a:ext cx="74" cy="435"/>
            </a:xfrm>
            <a:custGeom>
              <a:avLst/>
              <a:gdLst>
                <a:gd name="T0" fmla="*/ 0 w 45"/>
                <a:gd name="T1" fmla="*/ 0 h 264"/>
                <a:gd name="T2" fmla="*/ 133 w 45"/>
                <a:gd name="T3" fmla="*/ 269 h 264"/>
                <a:gd name="T4" fmla="*/ 194 w 45"/>
                <a:gd name="T5" fmla="*/ 746 h 264"/>
                <a:gd name="T6" fmla="*/ 201 w 45"/>
                <a:gd name="T7" fmla="*/ 1181 h 264"/>
                <a:gd name="T8" fmla="*/ 151 w 45"/>
                <a:gd name="T9" fmla="*/ 657 h 264"/>
                <a:gd name="T10" fmla="*/ 0 w 45"/>
                <a:gd name="T11" fmla="*/ 0 h 26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5" h="264">
                  <a:moveTo>
                    <a:pt x="0" y="0"/>
                  </a:moveTo>
                  <a:cubicBezTo>
                    <a:pt x="12" y="8"/>
                    <a:pt x="25" y="27"/>
                    <a:pt x="30" y="60"/>
                  </a:cubicBezTo>
                  <a:cubicBezTo>
                    <a:pt x="36" y="93"/>
                    <a:pt x="42" y="123"/>
                    <a:pt x="44" y="167"/>
                  </a:cubicBezTo>
                  <a:cubicBezTo>
                    <a:pt x="45" y="211"/>
                    <a:pt x="45" y="239"/>
                    <a:pt x="45" y="264"/>
                  </a:cubicBezTo>
                  <a:cubicBezTo>
                    <a:pt x="42" y="242"/>
                    <a:pt x="39" y="172"/>
                    <a:pt x="34" y="147"/>
                  </a:cubicBezTo>
                  <a:cubicBezTo>
                    <a:pt x="28" y="122"/>
                    <a:pt x="25" y="30"/>
                    <a:pt x="0" y="0"/>
                  </a:cubicBezTo>
                </a:path>
              </a:pathLst>
            </a:custGeom>
            <a:solidFill>
              <a:srgbClr val="EFCA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427" name="Freeform 192">
              <a:extLst>
                <a:ext uri="{FF2B5EF4-FFF2-40B4-BE49-F238E27FC236}">
                  <a16:creationId xmlns:a16="http://schemas.microsoft.com/office/drawing/2014/main" id="{057F91EB-E6D7-4FA3-BD3D-D994E6E7B1F5}"/>
                </a:ext>
              </a:extLst>
            </p:cNvPr>
            <p:cNvSpPr>
              <a:spLocks/>
            </p:cNvSpPr>
            <p:nvPr/>
          </p:nvSpPr>
          <p:spPr bwMode="auto">
            <a:xfrm>
              <a:off x="796" y="3023"/>
              <a:ext cx="71" cy="83"/>
            </a:xfrm>
            <a:custGeom>
              <a:avLst/>
              <a:gdLst>
                <a:gd name="T0" fmla="*/ 0 w 43"/>
                <a:gd name="T1" fmla="*/ 159 h 50"/>
                <a:gd name="T2" fmla="*/ 175 w 43"/>
                <a:gd name="T3" fmla="*/ 0 h 50"/>
                <a:gd name="T4" fmla="*/ 159 w 43"/>
                <a:gd name="T5" fmla="*/ 133 h 50"/>
                <a:gd name="T6" fmla="*/ 33 w 43"/>
                <a:gd name="T7" fmla="*/ 179 h 5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3" h="50">
                  <a:moveTo>
                    <a:pt x="0" y="35"/>
                  </a:moveTo>
                  <a:cubicBezTo>
                    <a:pt x="18" y="50"/>
                    <a:pt x="35" y="13"/>
                    <a:pt x="39" y="0"/>
                  </a:cubicBezTo>
                  <a:cubicBezTo>
                    <a:pt x="40" y="10"/>
                    <a:pt x="43" y="20"/>
                    <a:pt x="35" y="29"/>
                  </a:cubicBezTo>
                  <a:cubicBezTo>
                    <a:pt x="29" y="36"/>
                    <a:pt x="16" y="40"/>
                    <a:pt x="7" y="39"/>
                  </a:cubicBezTo>
                </a:path>
              </a:pathLst>
            </a:custGeom>
            <a:solidFill>
              <a:srgbClr val="EFCA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428" name="Freeform 193">
              <a:extLst>
                <a:ext uri="{FF2B5EF4-FFF2-40B4-BE49-F238E27FC236}">
                  <a16:creationId xmlns:a16="http://schemas.microsoft.com/office/drawing/2014/main" id="{80431EFA-55CC-4CF4-AB71-670397BEEC3C}"/>
                </a:ext>
              </a:extLst>
            </p:cNvPr>
            <p:cNvSpPr>
              <a:spLocks/>
            </p:cNvSpPr>
            <p:nvPr/>
          </p:nvSpPr>
          <p:spPr bwMode="auto">
            <a:xfrm>
              <a:off x="769" y="3269"/>
              <a:ext cx="58" cy="467"/>
            </a:xfrm>
            <a:custGeom>
              <a:avLst/>
              <a:gdLst>
                <a:gd name="T0" fmla="*/ 28 w 35"/>
                <a:gd name="T1" fmla="*/ 0 h 284"/>
                <a:gd name="T2" fmla="*/ 36 w 35"/>
                <a:gd name="T3" fmla="*/ 671 h 284"/>
                <a:gd name="T4" fmla="*/ 159 w 35"/>
                <a:gd name="T5" fmla="*/ 1263 h 284"/>
                <a:gd name="T6" fmla="*/ 75 w 35"/>
                <a:gd name="T7" fmla="*/ 608 h 284"/>
                <a:gd name="T8" fmla="*/ 28 w 35"/>
                <a:gd name="T9" fmla="*/ 0 h 2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284">
                  <a:moveTo>
                    <a:pt x="6" y="0"/>
                  </a:moveTo>
                  <a:cubicBezTo>
                    <a:pt x="0" y="25"/>
                    <a:pt x="0" y="111"/>
                    <a:pt x="8" y="151"/>
                  </a:cubicBezTo>
                  <a:cubicBezTo>
                    <a:pt x="15" y="191"/>
                    <a:pt x="33" y="267"/>
                    <a:pt x="35" y="284"/>
                  </a:cubicBezTo>
                  <a:cubicBezTo>
                    <a:pt x="32" y="252"/>
                    <a:pt x="20" y="158"/>
                    <a:pt x="16" y="137"/>
                  </a:cubicBezTo>
                  <a:cubicBezTo>
                    <a:pt x="13" y="116"/>
                    <a:pt x="4" y="31"/>
                    <a:pt x="6" y="0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429" name="Freeform 194">
              <a:extLst>
                <a:ext uri="{FF2B5EF4-FFF2-40B4-BE49-F238E27FC236}">
                  <a16:creationId xmlns:a16="http://schemas.microsoft.com/office/drawing/2014/main" id="{2788EB82-B061-4538-949D-001AB6C87C40}"/>
                </a:ext>
              </a:extLst>
            </p:cNvPr>
            <p:cNvSpPr>
              <a:spLocks/>
            </p:cNvSpPr>
            <p:nvPr/>
          </p:nvSpPr>
          <p:spPr bwMode="auto">
            <a:xfrm>
              <a:off x="971" y="3209"/>
              <a:ext cx="33" cy="529"/>
            </a:xfrm>
            <a:custGeom>
              <a:avLst/>
              <a:gdLst>
                <a:gd name="T0" fmla="*/ 58 w 20"/>
                <a:gd name="T1" fmla="*/ 1437 h 321"/>
                <a:gd name="T2" fmla="*/ 21 w 20"/>
                <a:gd name="T3" fmla="*/ 595 h 321"/>
                <a:gd name="T4" fmla="*/ 41 w 20"/>
                <a:gd name="T5" fmla="*/ 0 h 321"/>
                <a:gd name="T6" fmla="*/ 71 w 20"/>
                <a:gd name="T7" fmla="*/ 621 h 321"/>
                <a:gd name="T8" fmla="*/ 58 w 20"/>
                <a:gd name="T9" fmla="*/ 1437 h 3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321">
                  <a:moveTo>
                    <a:pt x="13" y="321"/>
                  </a:moveTo>
                  <a:cubicBezTo>
                    <a:pt x="18" y="301"/>
                    <a:pt x="10" y="190"/>
                    <a:pt x="5" y="133"/>
                  </a:cubicBezTo>
                  <a:cubicBezTo>
                    <a:pt x="0" y="77"/>
                    <a:pt x="1" y="25"/>
                    <a:pt x="9" y="0"/>
                  </a:cubicBezTo>
                  <a:cubicBezTo>
                    <a:pt x="6" y="20"/>
                    <a:pt x="12" y="87"/>
                    <a:pt x="16" y="139"/>
                  </a:cubicBezTo>
                  <a:cubicBezTo>
                    <a:pt x="20" y="191"/>
                    <a:pt x="19" y="298"/>
                    <a:pt x="13" y="321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430" name="Freeform 195">
              <a:extLst>
                <a:ext uri="{FF2B5EF4-FFF2-40B4-BE49-F238E27FC236}">
                  <a16:creationId xmlns:a16="http://schemas.microsoft.com/office/drawing/2014/main" id="{0E8C872E-7C3D-48C2-BF03-5EF270C6708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5" y="3246"/>
              <a:ext cx="56" cy="464"/>
            </a:xfrm>
            <a:custGeom>
              <a:avLst/>
              <a:gdLst>
                <a:gd name="T0" fmla="*/ 117 w 34"/>
                <a:gd name="T1" fmla="*/ 0 h 282"/>
                <a:gd name="T2" fmla="*/ 125 w 34"/>
                <a:gd name="T3" fmla="*/ 676 h 282"/>
                <a:gd name="T4" fmla="*/ 0 w 34"/>
                <a:gd name="T5" fmla="*/ 1255 h 282"/>
                <a:gd name="T6" fmla="*/ 97 w 34"/>
                <a:gd name="T7" fmla="*/ 525 h 282"/>
                <a:gd name="T8" fmla="*/ 117 w 34"/>
                <a:gd name="T9" fmla="*/ 0 h 28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282">
                  <a:moveTo>
                    <a:pt x="26" y="0"/>
                  </a:moveTo>
                  <a:cubicBezTo>
                    <a:pt x="30" y="35"/>
                    <a:pt x="34" y="102"/>
                    <a:pt x="28" y="152"/>
                  </a:cubicBezTo>
                  <a:cubicBezTo>
                    <a:pt x="21" y="202"/>
                    <a:pt x="5" y="258"/>
                    <a:pt x="0" y="282"/>
                  </a:cubicBezTo>
                  <a:cubicBezTo>
                    <a:pt x="2" y="256"/>
                    <a:pt x="21" y="173"/>
                    <a:pt x="22" y="118"/>
                  </a:cubicBezTo>
                  <a:cubicBezTo>
                    <a:pt x="24" y="63"/>
                    <a:pt x="28" y="10"/>
                    <a:pt x="26" y="0"/>
                  </a:cubicBezTo>
                </a:path>
              </a:pathLst>
            </a:custGeom>
            <a:solidFill>
              <a:srgbClr val="EFCA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431" name="Freeform 196">
              <a:extLst>
                <a:ext uri="{FF2B5EF4-FFF2-40B4-BE49-F238E27FC236}">
                  <a16:creationId xmlns:a16="http://schemas.microsoft.com/office/drawing/2014/main" id="{5A0AA31A-5A8D-412C-B9A7-CA7B165890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7" y="3794"/>
              <a:ext cx="25" cy="128"/>
            </a:xfrm>
            <a:custGeom>
              <a:avLst/>
              <a:gdLst>
                <a:gd name="T0" fmla="*/ 70 w 15"/>
                <a:gd name="T1" fmla="*/ 0 h 78"/>
                <a:gd name="T2" fmla="*/ 47 w 15"/>
                <a:gd name="T3" fmla="*/ 199 h 78"/>
                <a:gd name="T4" fmla="*/ 55 w 15"/>
                <a:gd name="T5" fmla="*/ 345 h 78"/>
                <a:gd name="T6" fmla="*/ 5 w 15"/>
                <a:gd name="T7" fmla="*/ 228 h 78"/>
                <a:gd name="T8" fmla="*/ 42 w 15"/>
                <a:gd name="T9" fmla="*/ 164 h 78"/>
                <a:gd name="T10" fmla="*/ 70 w 15"/>
                <a:gd name="T11" fmla="*/ 43 h 7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" h="78">
                  <a:moveTo>
                    <a:pt x="15" y="0"/>
                  </a:moveTo>
                  <a:cubicBezTo>
                    <a:pt x="14" y="16"/>
                    <a:pt x="13" y="29"/>
                    <a:pt x="10" y="45"/>
                  </a:cubicBezTo>
                  <a:cubicBezTo>
                    <a:pt x="8" y="57"/>
                    <a:pt x="12" y="65"/>
                    <a:pt x="12" y="78"/>
                  </a:cubicBezTo>
                  <a:cubicBezTo>
                    <a:pt x="9" y="70"/>
                    <a:pt x="0" y="59"/>
                    <a:pt x="1" y="52"/>
                  </a:cubicBezTo>
                  <a:cubicBezTo>
                    <a:pt x="1" y="47"/>
                    <a:pt x="8" y="42"/>
                    <a:pt x="9" y="37"/>
                  </a:cubicBezTo>
                  <a:cubicBezTo>
                    <a:pt x="13" y="28"/>
                    <a:pt x="10" y="18"/>
                    <a:pt x="15" y="10"/>
                  </a:cubicBezTo>
                </a:path>
              </a:pathLst>
            </a:custGeom>
            <a:solidFill>
              <a:srgbClr val="EFCA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432" name="Freeform 197">
              <a:extLst>
                <a:ext uri="{FF2B5EF4-FFF2-40B4-BE49-F238E27FC236}">
                  <a16:creationId xmlns:a16="http://schemas.microsoft.com/office/drawing/2014/main" id="{76F00BBE-C668-458D-87EE-B591CBD5D1F0}"/>
                </a:ext>
              </a:extLst>
            </p:cNvPr>
            <p:cNvSpPr>
              <a:spLocks/>
            </p:cNvSpPr>
            <p:nvPr/>
          </p:nvSpPr>
          <p:spPr bwMode="auto">
            <a:xfrm>
              <a:off x="902" y="3731"/>
              <a:ext cx="26" cy="142"/>
            </a:xfrm>
            <a:custGeom>
              <a:avLst/>
              <a:gdLst>
                <a:gd name="T0" fmla="*/ 47 w 16"/>
                <a:gd name="T1" fmla="*/ 160 h 86"/>
                <a:gd name="T2" fmla="*/ 42 w 16"/>
                <a:gd name="T3" fmla="*/ 386 h 86"/>
                <a:gd name="T4" fmla="*/ 21 w 16"/>
                <a:gd name="T5" fmla="*/ 185 h 86"/>
                <a:gd name="T6" fmla="*/ 5 w 16"/>
                <a:gd name="T7" fmla="*/ 76 h 86"/>
                <a:gd name="T8" fmla="*/ 8 w 16"/>
                <a:gd name="T9" fmla="*/ 0 h 86"/>
                <a:gd name="T10" fmla="*/ 54 w 16"/>
                <a:gd name="T11" fmla="*/ 159 h 8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" h="86">
                  <a:moveTo>
                    <a:pt x="11" y="36"/>
                  </a:moveTo>
                  <a:cubicBezTo>
                    <a:pt x="16" y="54"/>
                    <a:pt x="16" y="68"/>
                    <a:pt x="10" y="86"/>
                  </a:cubicBezTo>
                  <a:cubicBezTo>
                    <a:pt x="12" y="72"/>
                    <a:pt x="9" y="54"/>
                    <a:pt x="5" y="41"/>
                  </a:cubicBezTo>
                  <a:cubicBezTo>
                    <a:pt x="1" y="32"/>
                    <a:pt x="0" y="28"/>
                    <a:pt x="1" y="17"/>
                  </a:cubicBezTo>
                  <a:cubicBezTo>
                    <a:pt x="2" y="12"/>
                    <a:pt x="4" y="5"/>
                    <a:pt x="2" y="0"/>
                  </a:cubicBezTo>
                  <a:cubicBezTo>
                    <a:pt x="4" y="12"/>
                    <a:pt x="9" y="24"/>
                    <a:pt x="12" y="35"/>
                  </a:cubicBezTo>
                </a:path>
              </a:pathLst>
            </a:custGeom>
            <a:solidFill>
              <a:srgbClr val="EFCA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433" name="Freeform 198">
              <a:extLst>
                <a:ext uri="{FF2B5EF4-FFF2-40B4-BE49-F238E27FC236}">
                  <a16:creationId xmlns:a16="http://schemas.microsoft.com/office/drawing/2014/main" id="{A2328A57-4B84-47EB-80D7-3F0607AD22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9" y="3020"/>
              <a:ext cx="51" cy="82"/>
            </a:xfrm>
            <a:custGeom>
              <a:avLst/>
              <a:gdLst>
                <a:gd name="T0" fmla="*/ 0 w 31"/>
                <a:gd name="T1" fmla="*/ 172 h 50"/>
                <a:gd name="T2" fmla="*/ 105 w 31"/>
                <a:gd name="T3" fmla="*/ 0 h 50"/>
                <a:gd name="T4" fmla="*/ 13 w 31"/>
                <a:gd name="T5" fmla="*/ 180 h 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50">
                  <a:moveTo>
                    <a:pt x="0" y="39"/>
                  </a:moveTo>
                  <a:cubicBezTo>
                    <a:pt x="18" y="48"/>
                    <a:pt x="24" y="11"/>
                    <a:pt x="24" y="0"/>
                  </a:cubicBezTo>
                  <a:cubicBezTo>
                    <a:pt x="31" y="16"/>
                    <a:pt x="24" y="50"/>
                    <a:pt x="3" y="41"/>
                  </a:cubicBezTo>
                </a:path>
              </a:pathLst>
            </a:custGeom>
            <a:solidFill>
              <a:srgbClr val="EFCA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434" name="Freeform 199">
              <a:extLst>
                <a:ext uri="{FF2B5EF4-FFF2-40B4-BE49-F238E27FC236}">
                  <a16:creationId xmlns:a16="http://schemas.microsoft.com/office/drawing/2014/main" id="{81982B3A-5D47-4C4C-9DAF-30BAE6DFFDF3}"/>
                </a:ext>
              </a:extLst>
            </p:cNvPr>
            <p:cNvSpPr>
              <a:spLocks/>
            </p:cNvSpPr>
            <p:nvPr/>
          </p:nvSpPr>
          <p:spPr bwMode="auto">
            <a:xfrm>
              <a:off x="940" y="2378"/>
              <a:ext cx="69" cy="222"/>
            </a:xfrm>
            <a:custGeom>
              <a:avLst/>
              <a:gdLst>
                <a:gd name="T0" fmla="*/ 105 w 42"/>
                <a:gd name="T1" fmla="*/ 62 h 135"/>
                <a:gd name="T2" fmla="*/ 81 w 42"/>
                <a:gd name="T3" fmla="*/ 600 h 135"/>
                <a:gd name="T4" fmla="*/ 97 w 42"/>
                <a:gd name="T5" fmla="*/ 400 h 135"/>
                <a:gd name="T6" fmla="*/ 102 w 42"/>
                <a:gd name="T7" fmla="*/ 194 h 135"/>
                <a:gd name="T8" fmla="*/ 125 w 42"/>
                <a:gd name="T9" fmla="*/ 97 h 135"/>
                <a:gd name="T10" fmla="*/ 186 w 42"/>
                <a:gd name="T11" fmla="*/ 0 h 135"/>
                <a:gd name="T12" fmla="*/ 97 w 42"/>
                <a:gd name="T13" fmla="*/ 67 h 1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2" h="135">
                  <a:moveTo>
                    <a:pt x="24" y="14"/>
                  </a:moveTo>
                  <a:cubicBezTo>
                    <a:pt x="0" y="26"/>
                    <a:pt x="27" y="104"/>
                    <a:pt x="18" y="135"/>
                  </a:cubicBezTo>
                  <a:cubicBezTo>
                    <a:pt x="17" y="120"/>
                    <a:pt x="21" y="105"/>
                    <a:pt x="22" y="90"/>
                  </a:cubicBezTo>
                  <a:cubicBezTo>
                    <a:pt x="24" y="75"/>
                    <a:pt x="22" y="60"/>
                    <a:pt x="23" y="44"/>
                  </a:cubicBezTo>
                  <a:cubicBezTo>
                    <a:pt x="24" y="36"/>
                    <a:pt x="25" y="30"/>
                    <a:pt x="28" y="22"/>
                  </a:cubicBezTo>
                  <a:cubicBezTo>
                    <a:pt x="31" y="16"/>
                    <a:pt x="37" y="3"/>
                    <a:pt x="42" y="0"/>
                  </a:cubicBezTo>
                  <a:cubicBezTo>
                    <a:pt x="35" y="4"/>
                    <a:pt x="29" y="12"/>
                    <a:pt x="22" y="15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435" name="Freeform 200">
              <a:extLst>
                <a:ext uri="{FF2B5EF4-FFF2-40B4-BE49-F238E27FC236}">
                  <a16:creationId xmlns:a16="http://schemas.microsoft.com/office/drawing/2014/main" id="{F1F19B40-E1F8-4644-89D1-D91C3EFB18C3}"/>
                </a:ext>
              </a:extLst>
            </p:cNvPr>
            <p:cNvSpPr>
              <a:spLocks/>
            </p:cNvSpPr>
            <p:nvPr/>
          </p:nvSpPr>
          <p:spPr bwMode="auto">
            <a:xfrm>
              <a:off x="961" y="2916"/>
              <a:ext cx="28" cy="257"/>
            </a:xfrm>
            <a:custGeom>
              <a:avLst/>
              <a:gdLst>
                <a:gd name="T0" fmla="*/ 35 w 17"/>
                <a:gd name="T1" fmla="*/ 0 h 156"/>
                <a:gd name="T2" fmla="*/ 26 w 17"/>
                <a:gd name="T3" fmla="*/ 351 h 156"/>
                <a:gd name="T4" fmla="*/ 54 w 17"/>
                <a:gd name="T5" fmla="*/ 697 h 156"/>
                <a:gd name="T6" fmla="*/ 58 w 17"/>
                <a:gd name="T7" fmla="*/ 381 h 156"/>
                <a:gd name="T8" fmla="*/ 43 w 17"/>
                <a:gd name="T9" fmla="*/ 96 h 156"/>
                <a:gd name="T10" fmla="*/ 35 w 17"/>
                <a:gd name="T11" fmla="*/ 0 h 15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" h="156">
                  <a:moveTo>
                    <a:pt x="8" y="0"/>
                  </a:moveTo>
                  <a:cubicBezTo>
                    <a:pt x="7" y="23"/>
                    <a:pt x="0" y="49"/>
                    <a:pt x="6" y="78"/>
                  </a:cubicBezTo>
                  <a:cubicBezTo>
                    <a:pt x="13" y="107"/>
                    <a:pt x="16" y="130"/>
                    <a:pt x="12" y="156"/>
                  </a:cubicBezTo>
                  <a:cubicBezTo>
                    <a:pt x="17" y="135"/>
                    <a:pt x="16" y="103"/>
                    <a:pt x="13" y="85"/>
                  </a:cubicBezTo>
                  <a:cubicBezTo>
                    <a:pt x="11" y="68"/>
                    <a:pt x="9" y="35"/>
                    <a:pt x="10" y="21"/>
                  </a:cubicBezTo>
                  <a:cubicBezTo>
                    <a:pt x="11" y="6"/>
                    <a:pt x="8" y="0"/>
                    <a:pt x="8" y="0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436" name="Freeform 201">
              <a:extLst>
                <a:ext uri="{FF2B5EF4-FFF2-40B4-BE49-F238E27FC236}">
                  <a16:creationId xmlns:a16="http://schemas.microsoft.com/office/drawing/2014/main" id="{9C90D71A-84D6-4689-90C4-98BAA791401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7" y="3983"/>
              <a:ext cx="104" cy="74"/>
            </a:xfrm>
            <a:custGeom>
              <a:avLst/>
              <a:gdLst>
                <a:gd name="T0" fmla="*/ 46 w 63"/>
                <a:gd name="T1" fmla="*/ 156 h 45"/>
                <a:gd name="T2" fmla="*/ 213 w 63"/>
                <a:gd name="T3" fmla="*/ 160 h 45"/>
                <a:gd name="T4" fmla="*/ 248 w 63"/>
                <a:gd name="T5" fmla="*/ 0 h 45"/>
                <a:gd name="T6" fmla="*/ 234 w 63"/>
                <a:gd name="T7" fmla="*/ 54 h 45"/>
                <a:gd name="T8" fmla="*/ 158 w 63"/>
                <a:gd name="T9" fmla="*/ 95 h 45"/>
                <a:gd name="T10" fmla="*/ 20 w 63"/>
                <a:gd name="T11" fmla="*/ 81 h 45"/>
                <a:gd name="T12" fmla="*/ 28 w 63"/>
                <a:gd name="T13" fmla="*/ 160 h 4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3" h="45">
                  <a:moveTo>
                    <a:pt x="10" y="35"/>
                  </a:moveTo>
                  <a:cubicBezTo>
                    <a:pt x="19" y="45"/>
                    <a:pt x="37" y="42"/>
                    <a:pt x="47" y="36"/>
                  </a:cubicBezTo>
                  <a:cubicBezTo>
                    <a:pt x="63" y="27"/>
                    <a:pt x="60" y="15"/>
                    <a:pt x="55" y="0"/>
                  </a:cubicBezTo>
                  <a:cubicBezTo>
                    <a:pt x="54" y="5"/>
                    <a:pt x="55" y="8"/>
                    <a:pt x="52" y="12"/>
                  </a:cubicBezTo>
                  <a:cubicBezTo>
                    <a:pt x="49" y="16"/>
                    <a:pt x="40" y="20"/>
                    <a:pt x="35" y="21"/>
                  </a:cubicBezTo>
                  <a:cubicBezTo>
                    <a:pt x="25" y="23"/>
                    <a:pt x="14" y="21"/>
                    <a:pt x="4" y="18"/>
                  </a:cubicBezTo>
                  <a:cubicBezTo>
                    <a:pt x="0" y="22"/>
                    <a:pt x="5" y="31"/>
                    <a:pt x="6" y="36"/>
                  </a:cubicBezTo>
                </a:path>
              </a:pathLst>
            </a:custGeom>
            <a:solidFill>
              <a:srgbClr val="EFCA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437" name="Freeform 202">
              <a:extLst>
                <a:ext uri="{FF2B5EF4-FFF2-40B4-BE49-F238E27FC236}">
                  <a16:creationId xmlns:a16="http://schemas.microsoft.com/office/drawing/2014/main" id="{20ED9CBC-AD75-4760-B7EF-983D120FBA74}"/>
                </a:ext>
              </a:extLst>
            </p:cNvPr>
            <p:cNvSpPr>
              <a:spLocks/>
            </p:cNvSpPr>
            <p:nvPr/>
          </p:nvSpPr>
          <p:spPr bwMode="auto">
            <a:xfrm>
              <a:off x="835" y="3883"/>
              <a:ext cx="111" cy="164"/>
            </a:xfrm>
            <a:custGeom>
              <a:avLst/>
              <a:gdLst>
                <a:gd name="T0" fmla="*/ 0 w 67"/>
                <a:gd name="T1" fmla="*/ 441 h 100"/>
                <a:gd name="T2" fmla="*/ 84 w 67"/>
                <a:gd name="T3" fmla="*/ 421 h 100"/>
                <a:gd name="T4" fmla="*/ 154 w 67"/>
                <a:gd name="T5" fmla="*/ 433 h 100"/>
                <a:gd name="T6" fmla="*/ 220 w 67"/>
                <a:gd name="T7" fmla="*/ 407 h 100"/>
                <a:gd name="T8" fmla="*/ 255 w 67"/>
                <a:gd name="T9" fmla="*/ 336 h 100"/>
                <a:gd name="T10" fmla="*/ 277 w 67"/>
                <a:gd name="T11" fmla="*/ 159 h 100"/>
                <a:gd name="T12" fmla="*/ 263 w 67"/>
                <a:gd name="T13" fmla="*/ 0 h 100"/>
                <a:gd name="T14" fmla="*/ 214 w 67"/>
                <a:gd name="T15" fmla="*/ 89 h 100"/>
                <a:gd name="T16" fmla="*/ 220 w 67"/>
                <a:gd name="T17" fmla="*/ 202 h 100"/>
                <a:gd name="T18" fmla="*/ 179 w 67"/>
                <a:gd name="T19" fmla="*/ 302 h 100"/>
                <a:gd name="T20" fmla="*/ 109 w 67"/>
                <a:gd name="T21" fmla="*/ 399 h 10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7" h="100">
                  <a:moveTo>
                    <a:pt x="0" y="100"/>
                  </a:moveTo>
                  <a:cubicBezTo>
                    <a:pt x="7" y="97"/>
                    <a:pt x="12" y="96"/>
                    <a:pt x="19" y="96"/>
                  </a:cubicBezTo>
                  <a:cubicBezTo>
                    <a:pt x="24" y="97"/>
                    <a:pt x="29" y="99"/>
                    <a:pt x="34" y="98"/>
                  </a:cubicBezTo>
                  <a:cubicBezTo>
                    <a:pt x="38" y="98"/>
                    <a:pt x="44" y="95"/>
                    <a:pt x="48" y="92"/>
                  </a:cubicBezTo>
                  <a:cubicBezTo>
                    <a:pt x="54" y="88"/>
                    <a:pt x="54" y="84"/>
                    <a:pt x="56" y="76"/>
                  </a:cubicBezTo>
                  <a:cubicBezTo>
                    <a:pt x="60" y="63"/>
                    <a:pt x="60" y="49"/>
                    <a:pt x="61" y="36"/>
                  </a:cubicBezTo>
                  <a:cubicBezTo>
                    <a:pt x="61" y="25"/>
                    <a:pt x="67" y="8"/>
                    <a:pt x="58" y="0"/>
                  </a:cubicBezTo>
                  <a:cubicBezTo>
                    <a:pt x="54" y="4"/>
                    <a:pt x="48" y="14"/>
                    <a:pt x="47" y="20"/>
                  </a:cubicBezTo>
                  <a:cubicBezTo>
                    <a:pt x="46" y="28"/>
                    <a:pt x="49" y="37"/>
                    <a:pt x="48" y="46"/>
                  </a:cubicBezTo>
                  <a:cubicBezTo>
                    <a:pt x="48" y="55"/>
                    <a:pt x="44" y="62"/>
                    <a:pt x="39" y="68"/>
                  </a:cubicBezTo>
                  <a:cubicBezTo>
                    <a:pt x="35" y="75"/>
                    <a:pt x="32" y="89"/>
                    <a:pt x="24" y="90"/>
                  </a:cubicBezTo>
                </a:path>
              </a:pathLst>
            </a:custGeom>
            <a:solidFill>
              <a:srgbClr val="EFCA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438" name="Freeform 203">
              <a:extLst>
                <a:ext uri="{FF2B5EF4-FFF2-40B4-BE49-F238E27FC236}">
                  <a16:creationId xmlns:a16="http://schemas.microsoft.com/office/drawing/2014/main" id="{DB890809-D50D-4681-A25C-FAA6335F70AC}"/>
                </a:ext>
              </a:extLst>
            </p:cNvPr>
            <p:cNvSpPr>
              <a:spLocks/>
            </p:cNvSpPr>
            <p:nvPr/>
          </p:nvSpPr>
          <p:spPr bwMode="auto">
            <a:xfrm>
              <a:off x="933" y="2037"/>
              <a:ext cx="30" cy="12"/>
            </a:xfrm>
            <a:custGeom>
              <a:avLst/>
              <a:gdLst>
                <a:gd name="T0" fmla="*/ 0 w 18"/>
                <a:gd name="T1" fmla="*/ 36 h 7"/>
                <a:gd name="T2" fmla="*/ 42 w 18"/>
                <a:gd name="T3" fmla="*/ 0 h 7"/>
                <a:gd name="T4" fmla="*/ 83 w 18"/>
                <a:gd name="T5" fmla="*/ 36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7">
                  <a:moveTo>
                    <a:pt x="0" y="7"/>
                  </a:moveTo>
                  <a:cubicBezTo>
                    <a:pt x="4" y="1"/>
                    <a:pt x="4" y="0"/>
                    <a:pt x="9" y="0"/>
                  </a:cubicBezTo>
                  <a:cubicBezTo>
                    <a:pt x="13" y="0"/>
                    <a:pt x="14" y="1"/>
                    <a:pt x="18" y="7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439" name="Freeform 204">
              <a:extLst>
                <a:ext uri="{FF2B5EF4-FFF2-40B4-BE49-F238E27FC236}">
                  <a16:creationId xmlns:a16="http://schemas.microsoft.com/office/drawing/2014/main" id="{BBB80A0C-3934-4234-8A05-EFE2A9235FB5}"/>
                </a:ext>
              </a:extLst>
            </p:cNvPr>
            <p:cNvSpPr>
              <a:spLocks/>
            </p:cNvSpPr>
            <p:nvPr/>
          </p:nvSpPr>
          <p:spPr bwMode="auto">
            <a:xfrm>
              <a:off x="938" y="2044"/>
              <a:ext cx="20" cy="10"/>
            </a:xfrm>
            <a:custGeom>
              <a:avLst/>
              <a:gdLst>
                <a:gd name="T0" fmla="*/ 0 w 12"/>
                <a:gd name="T1" fmla="*/ 0 h 6"/>
                <a:gd name="T2" fmla="*/ 55 w 12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6">
                  <a:moveTo>
                    <a:pt x="0" y="0"/>
                  </a:moveTo>
                  <a:cubicBezTo>
                    <a:pt x="1" y="6"/>
                    <a:pt x="10" y="6"/>
                    <a:pt x="12" y="0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440" name="Freeform 205">
              <a:extLst>
                <a:ext uri="{FF2B5EF4-FFF2-40B4-BE49-F238E27FC236}">
                  <a16:creationId xmlns:a16="http://schemas.microsoft.com/office/drawing/2014/main" id="{091F92CD-B05F-4D95-9732-E59D0ED419F1}"/>
                </a:ext>
              </a:extLst>
            </p:cNvPr>
            <p:cNvSpPr>
              <a:spLocks/>
            </p:cNvSpPr>
            <p:nvPr/>
          </p:nvSpPr>
          <p:spPr bwMode="auto">
            <a:xfrm>
              <a:off x="763" y="1245"/>
              <a:ext cx="150" cy="19"/>
            </a:xfrm>
            <a:custGeom>
              <a:avLst/>
              <a:gdLst>
                <a:gd name="T0" fmla="*/ 0 w 91"/>
                <a:gd name="T1" fmla="*/ 0 h 11"/>
                <a:gd name="T2" fmla="*/ 112 w 91"/>
                <a:gd name="T3" fmla="*/ 28 h 11"/>
                <a:gd name="T4" fmla="*/ 234 w 91"/>
                <a:gd name="T5" fmla="*/ 28 h 11"/>
                <a:gd name="T6" fmla="*/ 394 w 91"/>
                <a:gd name="T7" fmla="*/ 41 h 11"/>
                <a:gd name="T8" fmla="*/ 402 w 91"/>
                <a:gd name="T9" fmla="*/ 57 h 11"/>
                <a:gd name="T10" fmla="*/ 402 w 91"/>
                <a:gd name="T11" fmla="*/ 29 h 11"/>
                <a:gd name="T12" fmla="*/ 234 w 91"/>
                <a:gd name="T13" fmla="*/ 16 h 11"/>
                <a:gd name="T14" fmla="*/ 112 w 91"/>
                <a:gd name="T15" fmla="*/ 16 h 11"/>
                <a:gd name="T16" fmla="*/ 0 w 91"/>
                <a:gd name="T17" fmla="*/ 0 h 1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1" h="11">
                  <a:moveTo>
                    <a:pt x="0" y="0"/>
                  </a:moveTo>
                  <a:cubicBezTo>
                    <a:pt x="5" y="0"/>
                    <a:pt x="20" y="3"/>
                    <a:pt x="25" y="5"/>
                  </a:cubicBezTo>
                  <a:cubicBezTo>
                    <a:pt x="29" y="8"/>
                    <a:pt x="40" y="7"/>
                    <a:pt x="52" y="5"/>
                  </a:cubicBezTo>
                  <a:cubicBezTo>
                    <a:pt x="67" y="4"/>
                    <a:pt x="84" y="3"/>
                    <a:pt x="88" y="8"/>
                  </a:cubicBezTo>
                  <a:cubicBezTo>
                    <a:pt x="89" y="9"/>
                    <a:pt x="91" y="10"/>
                    <a:pt x="90" y="11"/>
                  </a:cubicBezTo>
                  <a:cubicBezTo>
                    <a:pt x="91" y="9"/>
                    <a:pt x="91" y="8"/>
                    <a:pt x="90" y="6"/>
                  </a:cubicBezTo>
                  <a:cubicBezTo>
                    <a:pt x="84" y="1"/>
                    <a:pt x="68" y="2"/>
                    <a:pt x="52" y="3"/>
                  </a:cubicBezTo>
                  <a:cubicBezTo>
                    <a:pt x="41" y="5"/>
                    <a:pt x="30" y="6"/>
                    <a:pt x="25" y="3"/>
                  </a:cubicBezTo>
                  <a:cubicBezTo>
                    <a:pt x="20" y="1"/>
                    <a:pt x="6" y="1"/>
                    <a:pt x="0" y="0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441" name="Freeform 206">
              <a:extLst>
                <a:ext uri="{FF2B5EF4-FFF2-40B4-BE49-F238E27FC236}">
                  <a16:creationId xmlns:a16="http://schemas.microsoft.com/office/drawing/2014/main" id="{0C3A31D8-D86C-4DD9-BCEA-BBB4D4BAF5F0}"/>
                </a:ext>
              </a:extLst>
            </p:cNvPr>
            <p:cNvSpPr>
              <a:spLocks/>
            </p:cNvSpPr>
            <p:nvPr/>
          </p:nvSpPr>
          <p:spPr bwMode="auto">
            <a:xfrm>
              <a:off x="935" y="1283"/>
              <a:ext cx="28" cy="18"/>
            </a:xfrm>
            <a:custGeom>
              <a:avLst/>
              <a:gdLst>
                <a:gd name="T0" fmla="*/ 0 w 17"/>
                <a:gd name="T1" fmla="*/ 0 h 11"/>
                <a:gd name="T2" fmla="*/ 35 w 17"/>
                <a:gd name="T3" fmla="*/ 47 h 11"/>
                <a:gd name="T4" fmla="*/ 76 w 17"/>
                <a:gd name="T5" fmla="*/ 5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1">
                  <a:moveTo>
                    <a:pt x="0" y="0"/>
                  </a:moveTo>
                  <a:cubicBezTo>
                    <a:pt x="3" y="7"/>
                    <a:pt x="5" y="11"/>
                    <a:pt x="8" y="11"/>
                  </a:cubicBezTo>
                  <a:cubicBezTo>
                    <a:pt x="10" y="11"/>
                    <a:pt x="14" y="7"/>
                    <a:pt x="17" y="1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442" name="Freeform 207">
              <a:extLst>
                <a:ext uri="{FF2B5EF4-FFF2-40B4-BE49-F238E27FC236}">
                  <a16:creationId xmlns:a16="http://schemas.microsoft.com/office/drawing/2014/main" id="{E1EA2D9F-9461-42AE-AD72-1114EEB77562}"/>
                </a:ext>
              </a:extLst>
            </p:cNvPr>
            <p:cNvSpPr>
              <a:spLocks/>
            </p:cNvSpPr>
            <p:nvPr/>
          </p:nvSpPr>
          <p:spPr bwMode="auto">
            <a:xfrm>
              <a:off x="859" y="3986"/>
              <a:ext cx="26" cy="66"/>
            </a:xfrm>
            <a:custGeom>
              <a:avLst/>
              <a:gdLst>
                <a:gd name="T0" fmla="*/ 63 w 16"/>
                <a:gd name="T1" fmla="*/ 0 h 40"/>
                <a:gd name="T2" fmla="*/ 47 w 16"/>
                <a:gd name="T3" fmla="*/ 54 h 40"/>
                <a:gd name="T4" fmla="*/ 26 w 16"/>
                <a:gd name="T5" fmla="*/ 180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40">
                  <a:moveTo>
                    <a:pt x="15" y="0"/>
                  </a:moveTo>
                  <a:cubicBezTo>
                    <a:pt x="16" y="4"/>
                    <a:pt x="14" y="9"/>
                    <a:pt x="11" y="12"/>
                  </a:cubicBezTo>
                  <a:cubicBezTo>
                    <a:pt x="7" y="17"/>
                    <a:pt x="0" y="32"/>
                    <a:pt x="6" y="4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443" name="Freeform 208">
              <a:extLst>
                <a:ext uri="{FF2B5EF4-FFF2-40B4-BE49-F238E27FC236}">
                  <a16:creationId xmlns:a16="http://schemas.microsoft.com/office/drawing/2014/main" id="{3DBFCFBE-18D3-4AC2-B3A6-6CCEE6CB431C}"/>
                </a:ext>
              </a:extLst>
            </p:cNvPr>
            <p:cNvSpPr>
              <a:spLocks/>
            </p:cNvSpPr>
            <p:nvPr/>
          </p:nvSpPr>
          <p:spPr bwMode="auto">
            <a:xfrm>
              <a:off x="821" y="3990"/>
              <a:ext cx="36" cy="62"/>
            </a:xfrm>
            <a:custGeom>
              <a:avLst/>
              <a:gdLst>
                <a:gd name="T0" fmla="*/ 97 w 22"/>
                <a:gd name="T1" fmla="*/ 0 h 38"/>
                <a:gd name="T2" fmla="*/ 43 w 22"/>
                <a:gd name="T3" fmla="*/ 62 h 38"/>
                <a:gd name="T4" fmla="*/ 18 w 22"/>
                <a:gd name="T5" fmla="*/ 165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38">
                  <a:moveTo>
                    <a:pt x="22" y="0"/>
                  </a:moveTo>
                  <a:cubicBezTo>
                    <a:pt x="19" y="7"/>
                    <a:pt x="12" y="12"/>
                    <a:pt x="10" y="14"/>
                  </a:cubicBezTo>
                  <a:cubicBezTo>
                    <a:pt x="3" y="22"/>
                    <a:pt x="0" y="31"/>
                    <a:pt x="4" y="38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444" name="Freeform 209">
              <a:extLst>
                <a:ext uri="{FF2B5EF4-FFF2-40B4-BE49-F238E27FC236}">
                  <a16:creationId xmlns:a16="http://schemas.microsoft.com/office/drawing/2014/main" id="{980F15AF-7AF2-4BB0-8E14-2F359C05D505}"/>
                </a:ext>
              </a:extLst>
            </p:cNvPr>
            <p:cNvSpPr>
              <a:spLocks/>
            </p:cNvSpPr>
            <p:nvPr/>
          </p:nvSpPr>
          <p:spPr bwMode="auto">
            <a:xfrm>
              <a:off x="791" y="3985"/>
              <a:ext cx="39" cy="62"/>
            </a:xfrm>
            <a:custGeom>
              <a:avLst/>
              <a:gdLst>
                <a:gd name="T0" fmla="*/ 102 w 24"/>
                <a:gd name="T1" fmla="*/ 0 h 38"/>
                <a:gd name="T2" fmla="*/ 47 w 24"/>
                <a:gd name="T3" fmla="*/ 75 h 38"/>
                <a:gd name="T4" fmla="*/ 5 w 24"/>
                <a:gd name="T5" fmla="*/ 165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38">
                  <a:moveTo>
                    <a:pt x="24" y="0"/>
                  </a:moveTo>
                  <a:cubicBezTo>
                    <a:pt x="19" y="6"/>
                    <a:pt x="15" y="12"/>
                    <a:pt x="11" y="17"/>
                  </a:cubicBezTo>
                  <a:cubicBezTo>
                    <a:pt x="6" y="21"/>
                    <a:pt x="0" y="30"/>
                    <a:pt x="1" y="38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445" name="Freeform 210">
              <a:extLst>
                <a:ext uri="{FF2B5EF4-FFF2-40B4-BE49-F238E27FC236}">
                  <a16:creationId xmlns:a16="http://schemas.microsoft.com/office/drawing/2014/main" id="{3657BD7A-601B-4786-8DAE-D318B1971399}"/>
                </a:ext>
              </a:extLst>
            </p:cNvPr>
            <p:cNvSpPr>
              <a:spLocks/>
            </p:cNvSpPr>
            <p:nvPr/>
          </p:nvSpPr>
          <p:spPr bwMode="auto">
            <a:xfrm>
              <a:off x="778" y="3978"/>
              <a:ext cx="26" cy="46"/>
            </a:xfrm>
            <a:custGeom>
              <a:avLst/>
              <a:gdLst>
                <a:gd name="T0" fmla="*/ 68 w 16"/>
                <a:gd name="T1" fmla="*/ 0 h 28"/>
                <a:gd name="T2" fmla="*/ 26 w 16"/>
                <a:gd name="T3" fmla="*/ 49 h 28"/>
                <a:gd name="T4" fmla="*/ 0 w 16"/>
                <a:gd name="T5" fmla="*/ 125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28">
                  <a:moveTo>
                    <a:pt x="16" y="0"/>
                  </a:moveTo>
                  <a:cubicBezTo>
                    <a:pt x="13" y="4"/>
                    <a:pt x="9" y="8"/>
                    <a:pt x="6" y="11"/>
                  </a:cubicBezTo>
                  <a:cubicBezTo>
                    <a:pt x="3" y="15"/>
                    <a:pt x="0" y="22"/>
                    <a:pt x="0" y="28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446" name="Freeform 211">
              <a:extLst>
                <a:ext uri="{FF2B5EF4-FFF2-40B4-BE49-F238E27FC236}">
                  <a16:creationId xmlns:a16="http://schemas.microsoft.com/office/drawing/2014/main" id="{C3FC716E-4DAF-4CA3-9D5B-64F4374194A0}"/>
                </a:ext>
              </a:extLst>
            </p:cNvPr>
            <p:cNvSpPr>
              <a:spLocks/>
            </p:cNvSpPr>
            <p:nvPr/>
          </p:nvSpPr>
          <p:spPr bwMode="auto">
            <a:xfrm>
              <a:off x="877" y="4014"/>
              <a:ext cx="38" cy="22"/>
            </a:xfrm>
            <a:custGeom>
              <a:avLst/>
              <a:gdLst>
                <a:gd name="T0" fmla="*/ 0 w 23"/>
                <a:gd name="T1" fmla="*/ 63 h 13"/>
                <a:gd name="T2" fmla="*/ 76 w 23"/>
                <a:gd name="T3" fmla="*/ 63 h 13"/>
                <a:gd name="T4" fmla="*/ 55 w 23"/>
                <a:gd name="T5" fmla="*/ 0 h 13"/>
                <a:gd name="T6" fmla="*/ 0 w 23"/>
                <a:gd name="T7" fmla="*/ 63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13">
                  <a:moveTo>
                    <a:pt x="0" y="13"/>
                  </a:moveTo>
                  <a:cubicBezTo>
                    <a:pt x="7" y="11"/>
                    <a:pt x="15" y="11"/>
                    <a:pt x="17" y="13"/>
                  </a:cubicBezTo>
                  <a:cubicBezTo>
                    <a:pt x="23" y="4"/>
                    <a:pt x="16" y="0"/>
                    <a:pt x="12" y="0"/>
                  </a:cubicBezTo>
                  <a:cubicBezTo>
                    <a:pt x="2" y="0"/>
                    <a:pt x="0" y="10"/>
                    <a:pt x="0" y="13"/>
                  </a:cubicBezTo>
                  <a:close/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447" name="Freeform 212">
              <a:extLst>
                <a:ext uri="{FF2B5EF4-FFF2-40B4-BE49-F238E27FC236}">
                  <a16:creationId xmlns:a16="http://schemas.microsoft.com/office/drawing/2014/main" id="{ECCD3AB9-0AA4-4B69-8F99-6D072E9E6D17}"/>
                </a:ext>
              </a:extLst>
            </p:cNvPr>
            <p:cNvSpPr>
              <a:spLocks/>
            </p:cNvSpPr>
            <p:nvPr/>
          </p:nvSpPr>
          <p:spPr bwMode="auto">
            <a:xfrm>
              <a:off x="835" y="4029"/>
              <a:ext cx="20" cy="18"/>
            </a:xfrm>
            <a:custGeom>
              <a:avLst/>
              <a:gdLst>
                <a:gd name="T0" fmla="*/ 0 w 12"/>
                <a:gd name="T1" fmla="*/ 47 h 11"/>
                <a:gd name="T2" fmla="*/ 55 w 12"/>
                <a:gd name="T3" fmla="*/ 43 h 11"/>
                <a:gd name="T4" fmla="*/ 0 w 12"/>
                <a:gd name="T5" fmla="*/ 47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1">
                  <a:moveTo>
                    <a:pt x="0" y="11"/>
                  </a:moveTo>
                  <a:cubicBezTo>
                    <a:pt x="2" y="11"/>
                    <a:pt x="10" y="9"/>
                    <a:pt x="12" y="10"/>
                  </a:cubicBezTo>
                  <a:cubicBezTo>
                    <a:pt x="11" y="1"/>
                    <a:pt x="1" y="0"/>
                    <a:pt x="0" y="11"/>
                  </a:cubicBezTo>
                  <a:close/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448" name="Freeform 213">
              <a:extLst>
                <a:ext uri="{FF2B5EF4-FFF2-40B4-BE49-F238E27FC236}">
                  <a16:creationId xmlns:a16="http://schemas.microsoft.com/office/drawing/2014/main" id="{4E23EE9C-AC93-4DE5-9542-BD59FDC39821}"/>
                </a:ext>
              </a:extLst>
            </p:cNvPr>
            <p:cNvSpPr>
              <a:spLocks/>
            </p:cNvSpPr>
            <p:nvPr/>
          </p:nvSpPr>
          <p:spPr bwMode="auto">
            <a:xfrm>
              <a:off x="781" y="4019"/>
              <a:ext cx="11" cy="13"/>
            </a:xfrm>
            <a:custGeom>
              <a:avLst/>
              <a:gdLst>
                <a:gd name="T0" fmla="*/ 0 w 7"/>
                <a:gd name="T1" fmla="*/ 21 h 8"/>
                <a:gd name="T2" fmla="*/ 22 w 7"/>
                <a:gd name="T3" fmla="*/ 29 h 8"/>
                <a:gd name="T4" fmla="*/ 0 w 7"/>
                <a:gd name="T5" fmla="*/ 21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8">
                  <a:moveTo>
                    <a:pt x="0" y="5"/>
                  </a:moveTo>
                  <a:cubicBezTo>
                    <a:pt x="1" y="7"/>
                    <a:pt x="4" y="8"/>
                    <a:pt x="6" y="7"/>
                  </a:cubicBezTo>
                  <a:cubicBezTo>
                    <a:pt x="7" y="0"/>
                    <a:pt x="1" y="1"/>
                    <a:pt x="0" y="5"/>
                  </a:cubicBezTo>
                  <a:close/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449" name="Freeform 214">
              <a:extLst>
                <a:ext uri="{FF2B5EF4-FFF2-40B4-BE49-F238E27FC236}">
                  <a16:creationId xmlns:a16="http://schemas.microsoft.com/office/drawing/2014/main" id="{5BED90AF-1C68-4807-BE9B-A1246EB21066}"/>
                </a:ext>
              </a:extLst>
            </p:cNvPr>
            <p:cNvSpPr>
              <a:spLocks/>
            </p:cNvSpPr>
            <p:nvPr/>
          </p:nvSpPr>
          <p:spPr bwMode="auto">
            <a:xfrm>
              <a:off x="705" y="1593"/>
              <a:ext cx="10" cy="108"/>
            </a:xfrm>
            <a:custGeom>
              <a:avLst/>
              <a:gdLst>
                <a:gd name="T0" fmla="*/ 0 w 6"/>
                <a:gd name="T1" fmla="*/ 0 h 66"/>
                <a:gd name="T2" fmla="*/ 28 w 6"/>
                <a:gd name="T3" fmla="*/ 290 h 6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66">
                  <a:moveTo>
                    <a:pt x="0" y="0"/>
                  </a:moveTo>
                  <a:cubicBezTo>
                    <a:pt x="0" y="6"/>
                    <a:pt x="5" y="53"/>
                    <a:pt x="6" y="66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450" name="Freeform 215">
              <a:extLst>
                <a:ext uri="{FF2B5EF4-FFF2-40B4-BE49-F238E27FC236}">
                  <a16:creationId xmlns:a16="http://schemas.microsoft.com/office/drawing/2014/main" id="{73500040-141B-458F-B5BB-CD4A91FFBA85}"/>
                </a:ext>
              </a:extLst>
            </p:cNvPr>
            <p:cNvSpPr>
              <a:spLocks/>
            </p:cNvSpPr>
            <p:nvPr/>
          </p:nvSpPr>
          <p:spPr bwMode="auto">
            <a:xfrm>
              <a:off x="581" y="2548"/>
              <a:ext cx="59" cy="46"/>
            </a:xfrm>
            <a:custGeom>
              <a:avLst/>
              <a:gdLst>
                <a:gd name="T0" fmla="*/ 0 w 36"/>
                <a:gd name="T1" fmla="*/ 0 h 28"/>
                <a:gd name="T2" fmla="*/ 56 w 36"/>
                <a:gd name="T3" fmla="*/ 67 h 28"/>
                <a:gd name="T4" fmla="*/ 129 w 36"/>
                <a:gd name="T5" fmla="*/ 105 h 28"/>
                <a:gd name="T6" fmla="*/ 159 w 36"/>
                <a:gd name="T7" fmla="*/ 125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" h="28">
                  <a:moveTo>
                    <a:pt x="0" y="0"/>
                  </a:moveTo>
                  <a:cubicBezTo>
                    <a:pt x="3" y="2"/>
                    <a:pt x="9" y="12"/>
                    <a:pt x="13" y="15"/>
                  </a:cubicBezTo>
                  <a:cubicBezTo>
                    <a:pt x="18" y="19"/>
                    <a:pt x="24" y="21"/>
                    <a:pt x="29" y="24"/>
                  </a:cubicBezTo>
                  <a:cubicBezTo>
                    <a:pt x="32" y="25"/>
                    <a:pt x="35" y="26"/>
                    <a:pt x="36" y="28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451" name="Freeform 216">
              <a:extLst>
                <a:ext uri="{FF2B5EF4-FFF2-40B4-BE49-F238E27FC236}">
                  <a16:creationId xmlns:a16="http://schemas.microsoft.com/office/drawing/2014/main" id="{DE176542-8075-44F4-B419-EDB7BB27088A}"/>
                </a:ext>
              </a:extLst>
            </p:cNvPr>
            <p:cNvSpPr>
              <a:spLocks/>
            </p:cNvSpPr>
            <p:nvPr/>
          </p:nvSpPr>
          <p:spPr bwMode="auto">
            <a:xfrm>
              <a:off x="583" y="2559"/>
              <a:ext cx="46" cy="48"/>
            </a:xfrm>
            <a:custGeom>
              <a:avLst/>
              <a:gdLst>
                <a:gd name="T0" fmla="*/ 125 w 28"/>
                <a:gd name="T1" fmla="*/ 131 h 29"/>
                <a:gd name="T2" fmla="*/ 43 w 28"/>
                <a:gd name="T3" fmla="*/ 76 h 29"/>
                <a:gd name="T4" fmla="*/ 0 w 28"/>
                <a:gd name="T5" fmla="*/ 0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29">
                  <a:moveTo>
                    <a:pt x="28" y="29"/>
                  </a:moveTo>
                  <a:cubicBezTo>
                    <a:pt x="20" y="20"/>
                    <a:pt x="15" y="20"/>
                    <a:pt x="10" y="17"/>
                  </a:cubicBezTo>
                  <a:cubicBezTo>
                    <a:pt x="10" y="15"/>
                    <a:pt x="4" y="5"/>
                    <a:pt x="0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452" name="Freeform 217">
              <a:extLst>
                <a:ext uri="{FF2B5EF4-FFF2-40B4-BE49-F238E27FC236}">
                  <a16:creationId xmlns:a16="http://schemas.microsoft.com/office/drawing/2014/main" id="{E0D19F32-A354-4F9C-98DC-475BEFC9C1A7}"/>
                </a:ext>
              </a:extLst>
            </p:cNvPr>
            <p:cNvSpPr>
              <a:spLocks/>
            </p:cNvSpPr>
            <p:nvPr/>
          </p:nvSpPr>
          <p:spPr bwMode="auto">
            <a:xfrm>
              <a:off x="574" y="2493"/>
              <a:ext cx="65" cy="88"/>
            </a:xfrm>
            <a:custGeom>
              <a:avLst/>
              <a:gdLst>
                <a:gd name="T0" fmla="*/ 180 w 39"/>
                <a:gd name="T1" fmla="*/ 237 h 53"/>
                <a:gd name="T2" fmla="*/ 105 w 39"/>
                <a:gd name="T3" fmla="*/ 174 h 53"/>
                <a:gd name="T4" fmla="*/ 88 w 39"/>
                <a:gd name="T5" fmla="*/ 50 h 53"/>
                <a:gd name="T6" fmla="*/ 62 w 39"/>
                <a:gd name="T7" fmla="*/ 0 h 53"/>
                <a:gd name="T8" fmla="*/ 5 w 39"/>
                <a:gd name="T9" fmla="*/ 96 h 53"/>
                <a:gd name="T10" fmla="*/ 22 w 39"/>
                <a:gd name="T11" fmla="*/ 188 h 5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9" h="53">
                  <a:moveTo>
                    <a:pt x="39" y="52"/>
                  </a:moveTo>
                  <a:cubicBezTo>
                    <a:pt x="30" y="53"/>
                    <a:pt x="24" y="44"/>
                    <a:pt x="23" y="38"/>
                  </a:cubicBezTo>
                  <a:cubicBezTo>
                    <a:pt x="21" y="32"/>
                    <a:pt x="20" y="15"/>
                    <a:pt x="19" y="11"/>
                  </a:cubicBezTo>
                  <a:cubicBezTo>
                    <a:pt x="19" y="6"/>
                    <a:pt x="18" y="0"/>
                    <a:pt x="13" y="0"/>
                  </a:cubicBezTo>
                  <a:cubicBezTo>
                    <a:pt x="7" y="5"/>
                    <a:pt x="0" y="14"/>
                    <a:pt x="1" y="21"/>
                  </a:cubicBezTo>
                  <a:cubicBezTo>
                    <a:pt x="1" y="28"/>
                    <a:pt x="5" y="34"/>
                    <a:pt x="5" y="41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453" name="Freeform 218">
              <a:extLst>
                <a:ext uri="{FF2B5EF4-FFF2-40B4-BE49-F238E27FC236}">
                  <a16:creationId xmlns:a16="http://schemas.microsoft.com/office/drawing/2014/main" id="{1F2F4DA0-9442-4198-8C1C-E01BEE13E49D}"/>
                </a:ext>
              </a:extLst>
            </p:cNvPr>
            <p:cNvSpPr>
              <a:spLocks/>
            </p:cNvSpPr>
            <p:nvPr/>
          </p:nvSpPr>
          <p:spPr bwMode="auto">
            <a:xfrm>
              <a:off x="621" y="2623"/>
              <a:ext cx="21" cy="10"/>
            </a:xfrm>
            <a:custGeom>
              <a:avLst/>
              <a:gdLst>
                <a:gd name="T0" fmla="*/ 55 w 13"/>
                <a:gd name="T1" fmla="*/ 28 h 6"/>
                <a:gd name="T2" fmla="*/ 0 w 13"/>
                <a:gd name="T3" fmla="*/ 13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6">
                  <a:moveTo>
                    <a:pt x="13" y="6"/>
                  </a:moveTo>
                  <a:cubicBezTo>
                    <a:pt x="8" y="1"/>
                    <a:pt x="2" y="0"/>
                    <a:pt x="0" y="3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454" name="Freeform 219">
              <a:extLst>
                <a:ext uri="{FF2B5EF4-FFF2-40B4-BE49-F238E27FC236}">
                  <a16:creationId xmlns:a16="http://schemas.microsoft.com/office/drawing/2014/main" id="{B9E5A031-AE0C-4D03-9BDB-B745DE5C0A57}"/>
                </a:ext>
              </a:extLst>
            </p:cNvPr>
            <p:cNvSpPr>
              <a:spLocks/>
            </p:cNvSpPr>
            <p:nvPr/>
          </p:nvSpPr>
          <p:spPr bwMode="auto">
            <a:xfrm>
              <a:off x="591" y="2584"/>
              <a:ext cx="10" cy="11"/>
            </a:xfrm>
            <a:custGeom>
              <a:avLst/>
              <a:gdLst>
                <a:gd name="T0" fmla="*/ 28 w 6"/>
                <a:gd name="T1" fmla="*/ 8 h 7"/>
                <a:gd name="T2" fmla="*/ 0 w 6"/>
                <a:gd name="T3" fmla="*/ 27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7">
                  <a:moveTo>
                    <a:pt x="6" y="2"/>
                  </a:moveTo>
                  <a:cubicBezTo>
                    <a:pt x="3" y="0"/>
                    <a:pt x="3" y="4"/>
                    <a:pt x="0" y="7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455" name="Freeform 220">
              <a:extLst>
                <a:ext uri="{FF2B5EF4-FFF2-40B4-BE49-F238E27FC236}">
                  <a16:creationId xmlns:a16="http://schemas.microsoft.com/office/drawing/2014/main" id="{5978F785-8299-4A76-ACDB-63B3405E1165}"/>
                </a:ext>
              </a:extLst>
            </p:cNvPr>
            <p:cNvSpPr>
              <a:spLocks/>
            </p:cNvSpPr>
            <p:nvPr/>
          </p:nvSpPr>
          <p:spPr bwMode="auto">
            <a:xfrm>
              <a:off x="574" y="2556"/>
              <a:ext cx="7" cy="3"/>
            </a:xfrm>
            <a:custGeom>
              <a:avLst/>
              <a:gdLst>
                <a:gd name="T0" fmla="*/ 21 w 4"/>
                <a:gd name="T1" fmla="*/ 8 h 2"/>
                <a:gd name="T2" fmla="*/ 0 w 4"/>
                <a:gd name="T3" fmla="*/ 5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">
                  <a:moveTo>
                    <a:pt x="4" y="2"/>
                  </a:moveTo>
                  <a:cubicBezTo>
                    <a:pt x="2" y="0"/>
                    <a:pt x="1" y="0"/>
                    <a:pt x="0" y="1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456" name="Freeform 221">
              <a:extLst>
                <a:ext uri="{FF2B5EF4-FFF2-40B4-BE49-F238E27FC236}">
                  <a16:creationId xmlns:a16="http://schemas.microsoft.com/office/drawing/2014/main" id="{B0DBF2EE-1592-4A9A-8D7B-21D1BC0C774E}"/>
                </a:ext>
              </a:extLst>
            </p:cNvPr>
            <p:cNvSpPr>
              <a:spLocks/>
            </p:cNvSpPr>
            <p:nvPr/>
          </p:nvSpPr>
          <p:spPr bwMode="auto">
            <a:xfrm>
              <a:off x="599" y="2483"/>
              <a:ext cx="5" cy="17"/>
            </a:xfrm>
            <a:custGeom>
              <a:avLst/>
              <a:gdLst>
                <a:gd name="T0" fmla="*/ 13 w 3"/>
                <a:gd name="T1" fmla="*/ 49 h 10"/>
                <a:gd name="T2" fmla="*/ 0 w 3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0">
                  <a:moveTo>
                    <a:pt x="3" y="10"/>
                  </a:moveTo>
                  <a:cubicBezTo>
                    <a:pt x="3" y="5"/>
                    <a:pt x="1" y="3"/>
                    <a:pt x="0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457" name="Freeform 222">
              <a:extLst>
                <a:ext uri="{FF2B5EF4-FFF2-40B4-BE49-F238E27FC236}">
                  <a16:creationId xmlns:a16="http://schemas.microsoft.com/office/drawing/2014/main" id="{A3B2A790-1BA2-411A-8004-2E029DEA18E3}"/>
                </a:ext>
              </a:extLst>
            </p:cNvPr>
            <p:cNvSpPr>
              <a:spLocks/>
            </p:cNvSpPr>
            <p:nvPr/>
          </p:nvSpPr>
          <p:spPr bwMode="auto">
            <a:xfrm>
              <a:off x="584" y="2490"/>
              <a:ext cx="12" cy="3"/>
            </a:xfrm>
            <a:custGeom>
              <a:avLst/>
              <a:gdLst>
                <a:gd name="T0" fmla="*/ 36 w 7"/>
                <a:gd name="T1" fmla="*/ 8 h 2"/>
                <a:gd name="T2" fmla="*/ 0 w 7"/>
                <a:gd name="T3" fmla="*/ 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">
                  <a:moveTo>
                    <a:pt x="7" y="2"/>
                  </a:moveTo>
                  <a:cubicBezTo>
                    <a:pt x="4" y="0"/>
                    <a:pt x="2" y="1"/>
                    <a:pt x="0" y="2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458" name="Freeform 223">
              <a:extLst>
                <a:ext uri="{FF2B5EF4-FFF2-40B4-BE49-F238E27FC236}">
                  <a16:creationId xmlns:a16="http://schemas.microsoft.com/office/drawing/2014/main" id="{A61946D6-8884-4ADF-934A-7B6DDB73805A}"/>
                </a:ext>
              </a:extLst>
            </p:cNvPr>
            <p:cNvSpPr>
              <a:spLocks/>
            </p:cNvSpPr>
            <p:nvPr/>
          </p:nvSpPr>
          <p:spPr bwMode="auto">
            <a:xfrm>
              <a:off x="629" y="2518"/>
              <a:ext cx="6" cy="5"/>
            </a:xfrm>
            <a:custGeom>
              <a:avLst/>
              <a:gdLst>
                <a:gd name="T0" fmla="*/ 14 w 4"/>
                <a:gd name="T1" fmla="*/ 13 h 3"/>
                <a:gd name="T2" fmla="*/ 0 w 4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">
                  <a:moveTo>
                    <a:pt x="4" y="3"/>
                  </a:moveTo>
                  <a:cubicBezTo>
                    <a:pt x="3" y="1"/>
                    <a:pt x="2" y="0"/>
                    <a:pt x="0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459" name="Freeform 224">
              <a:extLst>
                <a:ext uri="{FF2B5EF4-FFF2-40B4-BE49-F238E27FC236}">
                  <a16:creationId xmlns:a16="http://schemas.microsoft.com/office/drawing/2014/main" id="{25A01DA1-8C78-4B37-94D0-12778AD74AF8}"/>
                </a:ext>
              </a:extLst>
            </p:cNvPr>
            <p:cNvSpPr>
              <a:spLocks/>
            </p:cNvSpPr>
            <p:nvPr/>
          </p:nvSpPr>
          <p:spPr bwMode="auto">
            <a:xfrm>
              <a:off x="581" y="2515"/>
              <a:ext cx="33" cy="46"/>
            </a:xfrm>
            <a:custGeom>
              <a:avLst/>
              <a:gdLst>
                <a:gd name="T0" fmla="*/ 89 w 20"/>
                <a:gd name="T1" fmla="*/ 125 h 28"/>
                <a:gd name="T2" fmla="*/ 41 w 20"/>
                <a:gd name="T3" fmla="*/ 95 h 28"/>
                <a:gd name="T4" fmla="*/ 0 w 20"/>
                <a:gd name="T5" fmla="*/ 0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28">
                  <a:moveTo>
                    <a:pt x="20" y="28"/>
                  </a:moveTo>
                  <a:cubicBezTo>
                    <a:pt x="17" y="24"/>
                    <a:pt x="11" y="27"/>
                    <a:pt x="9" y="21"/>
                  </a:cubicBezTo>
                  <a:cubicBezTo>
                    <a:pt x="6" y="14"/>
                    <a:pt x="1" y="9"/>
                    <a:pt x="0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460" name="Freeform 225">
              <a:extLst>
                <a:ext uri="{FF2B5EF4-FFF2-40B4-BE49-F238E27FC236}">
                  <a16:creationId xmlns:a16="http://schemas.microsoft.com/office/drawing/2014/main" id="{D10BAE1C-4C98-4364-8994-7B10EE96718E}"/>
                </a:ext>
              </a:extLst>
            </p:cNvPr>
            <p:cNvSpPr>
              <a:spLocks/>
            </p:cNvSpPr>
            <p:nvPr/>
          </p:nvSpPr>
          <p:spPr bwMode="auto">
            <a:xfrm>
              <a:off x="588" y="2503"/>
              <a:ext cx="23" cy="41"/>
            </a:xfrm>
            <a:custGeom>
              <a:avLst/>
              <a:gdLst>
                <a:gd name="T0" fmla="*/ 62 w 14"/>
                <a:gd name="T1" fmla="*/ 110 h 25"/>
                <a:gd name="T2" fmla="*/ 35 w 14"/>
                <a:gd name="T3" fmla="*/ 97 h 25"/>
                <a:gd name="T4" fmla="*/ 0 w 14"/>
                <a:gd name="T5" fmla="*/ 0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25">
                  <a:moveTo>
                    <a:pt x="14" y="25"/>
                  </a:moveTo>
                  <a:cubicBezTo>
                    <a:pt x="12" y="21"/>
                    <a:pt x="11" y="23"/>
                    <a:pt x="8" y="22"/>
                  </a:cubicBezTo>
                  <a:cubicBezTo>
                    <a:pt x="5" y="21"/>
                    <a:pt x="1" y="6"/>
                    <a:pt x="0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461" name="Freeform 226">
              <a:extLst>
                <a:ext uri="{FF2B5EF4-FFF2-40B4-BE49-F238E27FC236}">
                  <a16:creationId xmlns:a16="http://schemas.microsoft.com/office/drawing/2014/main" id="{CAAD3983-B3A9-4884-BB59-2F3DD4546994}"/>
                </a:ext>
              </a:extLst>
            </p:cNvPr>
            <p:cNvSpPr>
              <a:spLocks/>
            </p:cNvSpPr>
            <p:nvPr/>
          </p:nvSpPr>
          <p:spPr bwMode="auto">
            <a:xfrm>
              <a:off x="629" y="2554"/>
              <a:ext cx="5" cy="17"/>
            </a:xfrm>
            <a:custGeom>
              <a:avLst/>
              <a:gdLst>
                <a:gd name="T0" fmla="*/ 13 w 3"/>
                <a:gd name="T1" fmla="*/ 0 h 10"/>
                <a:gd name="T2" fmla="*/ 8 w 3"/>
                <a:gd name="T3" fmla="*/ 49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0">
                  <a:moveTo>
                    <a:pt x="3" y="0"/>
                  </a:moveTo>
                  <a:cubicBezTo>
                    <a:pt x="0" y="1"/>
                    <a:pt x="2" y="8"/>
                    <a:pt x="2" y="1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462" name="Freeform 227">
              <a:extLst>
                <a:ext uri="{FF2B5EF4-FFF2-40B4-BE49-F238E27FC236}">
                  <a16:creationId xmlns:a16="http://schemas.microsoft.com/office/drawing/2014/main" id="{624DF4A4-37E4-44BA-8559-34CC4A3B4DF7}"/>
                </a:ext>
              </a:extLst>
            </p:cNvPr>
            <p:cNvSpPr>
              <a:spLocks/>
            </p:cNvSpPr>
            <p:nvPr/>
          </p:nvSpPr>
          <p:spPr bwMode="auto">
            <a:xfrm>
              <a:off x="872" y="2332"/>
              <a:ext cx="152" cy="71"/>
            </a:xfrm>
            <a:custGeom>
              <a:avLst/>
              <a:gdLst>
                <a:gd name="T0" fmla="*/ 208 w 92"/>
                <a:gd name="T1" fmla="*/ 185 h 43"/>
                <a:gd name="T2" fmla="*/ 208 w 92"/>
                <a:gd name="T3" fmla="*/ 185 h 43"/>
                <a:gd name="T4" fmla="*/ 0 w 92"/>
                <a:gd name="T5" fmla="*/ 0 h 43"/>
                <a:gd name="T6" fmla="*/ 208 w 92"/>
                <a:gd name="T7" fmla="*/ 193 h 43"/>
                <a:gd name="T8" fmla="*/ 208 w 92"/>
                <a:gd name="T9" fmla="*/ 193 h 43"/>
                <a:gd name="T10" fmla="*/ 415 w 92"/>
                <a:gd name="T11" fmla="*/ 0 h 43"/>
                <a:gd name="T12" fmla="*/ 208 w 92"/>
                <a:gd name="T13" fmla="*/ 185 h 4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2" h="43">
                  <a:moveTo>
                    <a:pt x="46" y="41"/>
                  </a:moveTo>
                  <a:cubicBezTo>
                    <a:pt x="46" y="41"/>
                    <a:pt x="46" y="41"/>
                    <a:pt x="46" y="41"/>
                  </a:cubicBezTo>
                  <a:cubicBezTo>
                    <a:pt x="30" y="41"/>
                    <a:pt x="7" y="19"/>
                    <a:pt x="0" y="0"/>
                  </a:cubicBezTo>
                  <a:cubicBezTo>
                    <a:pt x="7" y="19"/>
                    <a:pt x="29" y="43"/>
                    <a:pt x="46" y="43"/>
                  </a:cubicBezTo>
                  <a:cubicBezTo>
                    <a:pt x="46" y="43"/>
                    <a:pt x="46" y="43"/>
                    <a:pt x="46" y="43"/>
                  </a:cubicBezTo>
                  <a:cubicBezTo>
                    <a:pt x="63" y="43"/>
                    <a:pt x="85" y="19"/>
                    <a:pt x="92" y="0"/>
                  </a:cubicBezTo>
                  <a:cubicBezTo>
                    <a:pt x="85" y="19"/>
                    <a:pt x="62" y="41"/>
                    <a:pt x="46" y="41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463" name="Freeform 228">
              <a:extLst>
                <a:ext uri="{FF2B5EF4-FFF2-40B4-BE49-F238E27FC236}">
                  <a16:creationId xmlns:a16="http://schemas.microsoft.com/office/drawing/2014/main" id="{3B3D2297-DA50-4E41-8B19-1FDE6B46C0F6}"/>
                </a:ext>
              </a:extLst>
            </p:cNvPr>
            <p:cNvSpPr>
              <a:spLocks/>
            </p:cNvSpPr>
            <p:nvPr/>
          </p:nvSpPr>
          <p:spPr bwMode="auto">
            <a:xfrm>
              <a:off x="928" y="3851"/>
              <a:ext cx="7" cy="35"/>
            </a:xfrm>
            <a:custGeom>
              <a:avLst/>
              <a:gdLst>
                <a:gd name="T0" fmla="*/ 21 w 4"/>
                <a:gd name="T1" fmla="*/ 0 h 21"/>
                <a:gd name="T2" fmla="*/ 0 w 4"/>
                <a:gd name="T3" fmla="*/ 97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1">
                  <a:moveTo>
                    <a:pt x="4" y="0"/>
                  </a:moveTo>
                  <a:cubicBezTo>
                    <a:pt x="4" y="8"/>
                    <a:pt x="0" y="21"/>
                    <a:pt x="0" y="21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464" name="Freeform 229">
              <a:extLst>
                <a:ext uri="{FF2B5EF4-FFF2-40B4-BE49-F238E27FC236}">
                  <a16:creationId xmlns:a16="http://schemas.microsoft.com/office/drawing/2014/main" id="{3F9B6D7C-D57F-4B68-B201-57480B20C21A}"/>
                </a:ext>
              </a:extLst>
            </p:cNvPr>
            <p:cNvSpPr>
              <a:spLocks/>
            </p:cNvSpPr>
            <p:nvPr/>
          </p:nvSpPr>
          <p:spPr bwMode="auto">
            <a:xfrm>
              <a:off x="984" y="1245"/>
              <a:ext cx="151" cy="19"/>
            </a:xfrm>
            <a:custGeom>
              <a:avLst/>
              <a:gdLst>
                <a:gd name="T0" fmla="*/ 304 w 91"/>
                <a:gd name="T1" fmla="*/ 16 h 11"/>
                <a:gd name="T2" fmla="*/ 179 w 91"/>
                <a:gd name="T3" fmla="*/ 16 h 11"/>
                <a:gd name="T4" fmla="*/ 5 w 91"/>
                <a:gd name="T5" fmla="*/ 29 h 11"/>
                <a:gd name="T6" fmla="*/ 0 w 91"/>
                <a:gd name="T7" fmla="*/ 57 h 11"/>
                <a:gd name="T8" fmla="*/ 8 w 91"/>
                <a:gd name="T9" fmla="*/ 41 h 11"/>
                <a:gd name="T10" fmla="*/ 179 w 91"/>
                <a:gd name="T11" fmla="*/ 28 h 11"/>
                <a:gd name="T12" fmla="*/ 304 w 91"/>
                <a:gd name="T13" fmla="*/ 28 h 11"/>
                <a:gd name="T14" fmla="*/ 416 w 91"/>
                <a:gd name="T15" fmla="*/ 0 h 11"/>
                <a:gd name="T16" fmla="*/ 304 w 91"/>
                <a:gd name="T17" fmla="*/ 16 h 1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1" h="11">
                  <a:moveTo>
                    <a:pt x="66" y="3"/>
                  </a:moveTo>
                  <a:cubicBezTo>
                    <a:pt x="61" y="6"/>
                    <a:pt x="50" y="5"/>
                    <a:pt x="39" y="3"/>
                  </a:cubicBezTo>
                  <a:cubicBezTo>
                    <a:pt x="23" y="2"/>
                    <a:pt x="6" y="1"/>
                    <a:pt x="1" y="6"/>
                  </a:cubicBezTo>
                  <a:cubicBezTo>
                    <a:pt x="0" y="8"/>
                    <a:pt x="0" y="9"/>
                    <a:pt x="0" y="11"/>
                  </a:cubicBezTo>
                  <a:cubicBezTo>
                    <a:pt x="0" y="10"/>
                    <a:pt x="2" y="9"/>
                    <a:pt x="2" y="8"/>
                  </a:cubicBezTo>
                  <a:cubicBezTo>
                    <a:pt x="7" y="3"/>
                    <a:pt x="24" y="4"/>
                    <a:pt x="39" y="5"/>
                  </a:cubicBezTo>
                  <a:cubicBezTo>
                    <a:pt x="50" y="7"/>
                    <a:pt x="62" y="8"/>
                    <a:pt x="66" y="5"/>
                  </a:cubicBezTo>
                  <a:cubicBezTo>
                    <a:pt x="71" y="3"/>
                    <a:pt x="86" y="0"/>
                    <a:pt x="91" y="0"/>
                  </a:cubicBezTo>
                  <a:cubicBezTo>
                    <a:pt x="85" y="1"/>
                    <a:pt x="70" y="1"/>
                    <a:pt x="66" y="3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465" name="Freeform 230">
              <a:extLst>
                <a:ext uri="{FF2B5EF4-FFF2-40B4-BE49-F238E27FC236}">
                  <a16:creationId xmlns:a16="http://schemas.microsoft.com/office/drawing/2014/main" id="{E959E54C-B88C-4379-A2D3-7A619989980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" y="3986"/>
              <a:ext cx="25" cy="66"/>
            </a:xfrm>
            <a:custGeom>
              <a:avLst/>
              <a:gdLst>
                <a:gd name="T0" fmla="*/ 5 w 15"/>
                <a:gd name="T1" fmla="*/ 0 h 40"/>
                <a:gd name="T2" fmla="*/ 22 w 15"/>
                <a:gd name="T3" fmla="*/ 54 h 40"/>
                <a:gd name="T4" fmla="*/ 42 w 15"/>
                <a:gd name="T5" fmla="*/ 180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40">
                  <a:moveTo>
                    <a:pt x="1" y="0"/>
                  </a:moveTo>
                  <a:cubicBezTo>
                    <a:pt x="0" y="4"/>
                    <a:pt x="2" y="9"/>
                    <a:pt x="5" y="12"/>
                  </a:cubicBezTo>
                  <a:cubicBezTo>
                    <a:pt x="8" y="17"/>
                    <a:pt x="15" y="32"/>
                    <a:pt x="9" y="4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466" name="Freeform 231">
              <a:extLst>
                <a:ext uri="{FF2B5EF4-FFF2-40B4-BE49-F238E27FC236}">
                  <a16:creationId xmlns:a16="http://schemas.microsoft.com/office/drawing/2014/main" id="{17022A0E-2922-44C9-AD1C-B3168642A8E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0" y="3990"/>
              <a:ext cx="35" cy="62"/>
            </a:xfrm>
            <a:custGeom>
              <a:avLst/>
              <a:gdLst>
                <a:gd name="T0" fmla="*/ 0 w 21"/>
                <a:gd name="T1" fmla="*/ 0 h 38"/>
                <a:gd name="T2" fmla="*/ 55 w 21"/>
                <a:gd name="T3" fmla="*/ 62 h 38"/>
                <a:gd name="T4" fmla="*/ 78 w 21"/>
                <a:gd name="T5" fmla="*/ 165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38">
                  <a:moveTo>
                    <a:pt x="0" y="0"/>
                  </a:moveTo>
                  <a:cubicBezTo>
                    <a:pt x="3" y="7"/>
                    <a:pt x="10" y="12"/>
                    <a:pt x="12" y="14"/>
                  </a:cubicBezTo>
                  <a:cubicBezTo>
                    <a:pt x="19" y="22"/>
                    <a:pt x="21" y="31"/>
                    <a:pt x="17" y="38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467" name="Freeform 232">
              <a:extLst>
                <a:ext uri="{FF2B5EF4-FFF2-40B4-BE49-F238E27FC236}">
                  <a16:creationId xmlns:a16="http://schemas.microsoft.com/office/drawing/2014/main" id="{E16B0ECC-85BD-4148-A906-DC76DA3895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7" y="3985"/>
              <a:ext cx="40" cy="62"/>
            </a:xfrm>
            <a:custGeom>
              <a:avLst/>
              <a:gdLst>
                <a:gd name="T0" fmla="*/ 0 w 24"/>
                <a:gd name="T1" fmla="*/ 0 h 38"/>
                <a:gd name="T2" fmla="*/ 62 w 24"/>
                <a:gd name="T3" fmla="*/ 62 h 38"/>
                <a:gd name="T4" fmla="*/ 105 w 24"/>
                <a:gd name="T5" fmla="*/ 165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38">
                  <a:moveTo>
                    <a:pt x="0" y="0"/>
                  </a:moveTo>
                  <a:cubicBezTo>
                    <a:pt x="4" y="6"/>
                    <a:pt x="8" y="9"/>
                    <a:pt x="13" y="14"/>
                  </a:cubicBezTo>
                  <a:cubicBezTo>
                    <a:pt x="22" y="23"/>
                    <a:pt x="24" y="30"/>
                    <a:pt x="23" y="38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468" name="Freeform 233">
              <a:extLst>
                <a:ext uri="{FF2B5EF4-FFF2-40B4-BE49-F238E27FC236}">
                  <a16:creationId xmlns:a16="http://schemas.microsoft.com/office/drawing/2014/main" id="{4606F737-0B64-409B-80BB-50724625DD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3" y="3978"/>
              <a:ext cx="27" cy="46"/>
            </a:xfrm>
            <a:custGeom>
              <a:avLst/>
              <a:gdLst>
                <a:gd name="T0" fmla="*/ 0 w 16"/>
                <a:gd name="T1" fmla="*/ 0 h 28"/>
                <a:gd name="T2" fmla="*/ 49 w 16"/>
                <a:gd name="T3" fmla="*/ 49 h 28"/>
                <a:gd name="T4" fmla="*/ 78 w 16"/>
                <a:gd name="T5" fmla="*/ 125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28">
                  <a:moveTo>
                    <a:pt x="0" y="0"/>
                  </a:moveTo>
                  <a:cubicBezTo>
                    <a:pt x="2" y="4"/>
                    <a:pt x="6" y="8"/>
                    <a:pt x="10" y="11"/>
                  </a:cubicBezTo>
                  <a:cubicBezTo>
                    <a:pt x="13" y="15"/>
                    <a:pt x="16" y="22"/>
                    <a:pt x="16" y="28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469" name="Freeform 234">
              <a:extLst>
                <a:ext uri="{FF2B5EF4-FFF2-40B4-BE49-F238E27FC236}">
                  <a16:creationId xmlns:a16="http://schemas.microsoft.com/office/drawing/2014/main" id="{F9E28186-92F8-431D-A9D1-DAC473E249A3}"/>
                </a:ext>
              </a:extLst>
            </p:cNvPr>
            <p:cNvSpPr>
              <a:spLocks/>
            </p:cNvSpPr>
            <p:nvPr/>
          </p:nvSpPr>
          <p:spPr bwMode="auto">
            <a:xfrm>
              <a:off x="983" y="4014"/>
              <a:ext cx="38" cy="22"/>
            </a:xfrm>
            <a:custGeom>
              <a:avLst/>
              <a:gdLst>
                <a:gd name="T0" fmla="*/ 104 w 23"/>
                <a:gd name="T1" fmla="*/ 63 h 13"/>
                <a:gd name="T2" fmla="*/ 28 w 23"/>
                <a:gd name="T3" fmla="*/ 63 h 13"/>
                <a:gd name="T4" fmla="*/ 50 w 23"/>
                <a:gd name="T5" fmla="*/ 0 h 13"/>
                <a:gd name="T6" fmla="*/ 104 w 23"/>
                <a:gd name="T7" fmla="*/ 63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13">
                  <a:moveTo>
                    <a:pt x="23" y="13"/>
                  </a:moveTo>
                  <a:cubicBezTo>
                    <a:pt x="16" y="11"/>
                    <a:pt x="8" y="11"/>
                    <a:pt x="6" y="13"/>
                  </a:cubicBezTo>
                  <a:cubicBezTo>
                    <a:pt x="0" y="4"/>
                    <a:pt x="6" y="0"/>
                    <a:pt x="11" y="0"/>
                  </a:cubicBezTo>
                  <a:cubicBezTo>
                    <a:pt x="21" y="0"/>
                    <a:pt x="23" y="10"/>
                    <a:pt x="23" y="13"/>
                  </a:cubicBezTo>
                  <a:close/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470" name="Freeform 235">
              <a:extLst>
                <a:ext uri="{FF2B5EF4-FFF2-40B4-BE49-F238E27FC236}">
                  <a16:creationId xmlns:a16="http://schemas.microsoft.com/office/drawing/2014/main" id="{6C96B962-F5DF-49DE-ACB5-3D58C2BD0AE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2" y="4029"/>
              <a:ext cx="20" cy="18"/>
            </a:xfrm>
            <a:custGeom>
              <a:avLst/>
              <a:gdLst>
                <a:gd name="T0" fmla="*/ 55 w 12"/>
                <a:gd name="T1" fmla="*/ 47 h 11"/>
                <a:gd name="T2" fmla="*/ 0 w 12"/>
                <a:gd name="T3" fmla="*/ 43 h 11"/>
                <a:gd name="T4" fmla="*/ 55 w 12"/>
                <a:gd name="T5" fmla="*/ 47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1">
                  <a:moveTo>
                    <a:pt x="12" y="11"/>
                  </a:moveTo>
                  <a:cubicBezTo>
                    <a:pt x="10" y="11"/>
                    <a:pt x="2" y="9"/>
                    <a:pt x="0" y="10"/>
                  </a:cubicBezTo>
                  <a:cubicBezTo>
                    <a:pt x="1" y="1"/>
                    <a:pt x="11" y="0"/>
                    <a:pt x="12" y="11"/>
                  </a:cubicBezTo>
                  <a:close/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471" name="Freeform 236">
              <a:extLst>
                <a:ext uri="{FF2B5EF4-FFF2-40B4-BE49-F238E27FC236}">
                  <a16:creationId xmlns:a16="http://schemas.microsoft.com/office/drawing/2014/main" id="{19C608C3-D17F-4C75-A923-06984AEEEE0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3" y="4019"/>
              <a:ext cx="13" cy="13"/>
            </a:xfrm>
            <a:custGeom>
              <a:avLst/>
              <a:gdLst>
                <a:gd name="T0" fmla="*/ 34 w 8"/>
                <a:gd name="T1" fmla="*/ 21 h 8"/>
                <a:gd name="T2" fmla="*/ 5 w 8"/>
                <a:gd name="T3" fmla="*/ 29 h 8"/>
                <a:gd name="T4" fmla="*/ 34 w 8"/>
                <a:gd name="T5" fmla="*/ 21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8">
                  <a:moveTo>
                    <a:pt x="8" y="5"/>
                  </a:moveTo>
                  <a:cubicBezTo>
                    <a:pt x="7" y="7"/>
                    <a:pt x="4" y="8"/>
                    <a:pt x="1" y="7"/>
                  </a:cubicBezTo>
                  <a:cubicBezTo>
                    <a:pt x="0" y="0"/>
                    <a:pt x="7" y="1"/>
                    <a:pt x="8" y="5"/>
                  </a:cubicBezTo>
                  <a:close/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472" name="Freeform 237">
              <a:extLst>
                <a:ext uri="{FF2B5EF4-FFF2-40B4-BE49-F238E27FC236}">
                  <a16:creationId xmlns:a16="http://schemas.microsoft.com/office/drawing/2014/main" id="{6656F220-0B30-42B1-A061-30FDEA841CA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3" y="1590"/>
              <a:ext cx="6" cy="110"/>
            </a:xfrm>
            <a:custGeom>
              <a:avLst/>
              <a:gdLst>
                <a:gd name="T0" fmla="*/ 14 w 4"/>
                <a:gd name="T1" fmla="*/ 0 h 67"/>
                <a:gd name="T2" fmla="*/ 0 w 4"/>
                <a:gd name="T3" fmla="*/ 297 h 6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67">
                  <a:moveTo>
                    <a:pt x="4" y="0"/>
                  </a:moveTo>
                  <a:cubicBezTo>
                    <a:pt x="4" y="5"/>
                    <a:pt x="1" y="54"/>
                    <a:pt x="0" y="67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473" name="Freeform 238">
              <a:extLst>
                <a:ext uri="{FF2B5EF4-FFF2-40B4-BE49-F238E27FC236}">
                  <a16:creationId xmlns:a16="http://schemas.microsoft.com/office/drawing/2014/main" id="{7D114405-B991-49F4-AFF1-897867CA0A7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7" y="2548"/>
              <a:ext cx="59" cy="46"/>
            </a:xfrm>
            <a:custGeom>
              <a:avLst/>
              <a:gdLst>
                <a:gd name="T0" fmla="*/ 0 w 36"/>
                <a:gd name="T1" fmla="*/ 125 h 28"/>
                <a:gd name="T2" fmla="*/ 30 w 36"/>
                <a:gd name="T3" fmla="*/ 105 h 28"/>
                <a:gd name="T4" fmla="*/ 102 w 36"/>
                <a:gd name="T5" fmla="*/ 67 h 28"/>
                <a:gd name="T6" fmla="*/ 159 w 36"/>
                <a:gd name="T7" fmla="*/ 0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" h="28">
                  <a:moveTo>
                    <a:pt x="0" y="28"/>
                  </a:moveTo>
                  <a:cubicBezTo>
                    <a:pt x="1" y="26"/>
                    <a:pt x="4" y="25"/>
                    <a:pt x="7" y="24"/>
                  </a:cubicBezTo>
                  <a:cubicBezTo>
                    <a:pt x="11" y="21"/>
                    <a:pt x="18" y="19"/>
                    <a:pt x="23" y="15"/>
                  </a:cubicBezTo>
                  <a:cubicBezTo>
                    <a:pt x="27" y="12"/>
                    <a:pt x="33" y="2"/>
                    <a:pt x="36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474" name="Freeform 239">
              <a:extLst>
                <a:ext uri="{FF2B5EF4-FFF2-40B4-BE49-F238E27FC236}">
                  <a16:creationId xmlns:a16="http://schemas.microsoft.com/office/drawing/2014/main" id="{AD527216-2485-4A73-97D9-AFD5493D27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7" y="2559"/>
              <a:ext cx="48" cy="48"/>
            </a:xfrm>
            <a:custGeom>
              <a:avLst/>
              <a:gdLst>
                <a:gd name="T0" fmla="*/ 131 w 29"/>
                <a:gd name="T1" fmla="*/ 0 h 29"/>
                <a:gd name="T2" fmla="*/ 84 w 29"/>
                <a:gd name="T3" fmla="*/ 76 h 29"/>
                <a:gd name="T4" fmla="*/ 0 w 29"/>
                <a:gd name="T5" fmla="*/ 131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29">
                  <a:moveTo>
                    <a:pt x="29" y="0"/>
                  </a:moveTo>
                  <a:cubicBezTo>
                    <a:pt x="25" y="5"/>
                    <a:pt x="19" y="15"/>
                    <a:pt x="19" y="17"/>
                  </a:cubicBezTo>
                  <a:cubicBezTo>
                    <a:pt x="14" y="20"/>
                    <a:pt x="9" y="20"/>
                    <a:pt x="0" y="29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475" name="Freeform 240">
              <a:extLst>
                <a:ext uri="{FF2B5EF4-FFF2-40B4-BE49-F238E27FC236}">
                  <a16:creationId xmlns:a16="http://schemas.microsoft.com/office/drawing/2014/main" id="{8C6678F9-70F7-4A18-BC08-85E12F30C3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9" y="2493"/>
              <a:ext cx="62" cy="88"/>
            </a:xfrm>
            <a:custGeom>
              <a:avLst/>
              <a:gdLst>
                <a:gd name="T0" fmla="*/ 147 w 38"/>
                <a:gd name="T1" fmla="*/ 188 h 53"/>
                <a:gd name="T2" fmla="*/ 165 w 38"/>
                <a:gd name="T3" fmla="*/ 96 h 53"/>
                <a:gd name="T4" fmla="*/ 113 w 38"/>
                <a:gd name="T5" fmla="*/ 0 h 53"/>
                <a:gd name="T6" fmla="*/ 83 w 38"/>
                <a:gd name="T7" fmla="*/ 50 h 53"/>
                <a:gd name="T8" fmla="*/ 69 w 38"/>
                <a:gd name="T9" fmla="*/ 174 h 53"/>
                <a:gd name="T10" fmla="*/ 0 w 38"/>
                <a:gd name="T11" fmla="*/ 237 h 5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8" h="53">
                  <a:moveTo>
                    <a:pt x="34" y="41"/>
                  </a:moveTo>
                  <a:cubicBezTo>
                    <a:pt x="34" y="34"/>
                    <a:pt x="38" y="28"/>
                    <a:pt x="38" y="21"/>
                  </a:cubicBezTo>
                  <a:cubicBezTo>
                    <a:pt x="38" y="14"/>
                    <a:pt x="32" y="5"/>
                    <a:pt x="26" y="0"/>
                  </a:cubicBezTo>
                  <a:cubicBezTo>
                    <a:pt x="20" y="0"/>
                    <a:pt x="20" y="6"/>
                    <a:pt x="19" y="11"/>
                  </a:cubicBezTo>
                  <a:cubicBezTo>
                    <a:pt x="19" y="15"/>
                    <a:pt x="18" y="32"/>
                    <a:pt x="16" y="38"/>
                  </a:cubicBezTo>
                  <a:cubicBezTo>
                    <a:pt x="15" y="44"/>
                    <a:pt x="9" y="53"/>
                    <a:pt x="0" y="52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476" name="Freeform 241">
              <a:extLst>
                <a:ext uri="{FF2B5EF4-FFF2-40B4-BE49-F238E27FC236}">
                  <a16:creationId xmlns:a16="http://schemas.microsoft.com/office/drawing/2014/main" id="{DC57B968-3B84-4E75-8D11-2BF7DE5358B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5" y="2623"/>
              <a:ext cx="22" cy="10"/>
            </a:xfrm>
            <a:custGeom>
              <a:avLst/>
              <a:gdLst>
                <a:gd name="T0" fmla="*/ 63 w 13"/>
                <a:gd name="T1" fmla="*/ 13 h 6"/>
                <a:gd name="T2" fmla="*/ 0 w 13"/>
                <a:gd name="T3" fmla="*/ 28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6">
                  <a:moveTo>
                    <a:pt x="13" y="3"/>
                  </a:moveTo>
                  <a:cubicBezTo>
                    <a:pt x="11" y="0"/>
                    <a:pt x="5" y="1"/>
                    <a:pt x="0" y="6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477" name="Freeform 242">
              <a:extLst>
                <a:ext uri="{FF2B5EF4-FFF2-40B4-BE49-F238E27FC236}">
                  <a16:creationId xmlns:a16="http://schemas.microsoft.com/office/drawing/2014/main" id="{8066B586-0285-413F-BC7E-1981CC498BC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7" y="2584"/>
              <a:ext cx="9" cy="11"/>
            </a:xfrm>
            <a:custGeom>
              <a:avLst/>
              <a:gdLst>
                <a:gd name="T0" fmla="*/ 21 w 6"/>
                <a:gd name="T1" fmla="*/ 27 h 7"/>
                <a:gd name="T2" fmla="*/ 0 w 6"/>
                <a:gd name="T3" fmla="*/ 8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7">
                  <a:moveTo>
                    <a:pt x="6" y="7"/>
                  </a:moveTo>
                  <a:cubicBezTo>
                    <a:pt x="3" y="4"/>
                    <a:pt x="2" y="0"/>
                    <a:pt x="0" y="2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478" name="Freeform 243">
              <a:extLst>
                <a:ext uri="{FF2B5EF4-FFF2-40B4-BE49-F238E27FC236}">
                  <a16:creationId xmlns:a16="http://schemas.microsoft.com/office/drawing/2014/main" id="{16107F53-AFD2-4D87-8D0F-3DC70CD0F55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6" y="2556"/>
              <a:ext cx="7" cy="3"/>
            </a:xfrm>
            <a:custGeom>
              <a:avLst/>
              <a:gdLst>
                <a:gd name="T0" fmla="*/ 21 w 4"/>
                <a:gd name="T1" fmla="*/ 5 h 2"/>
                <a:gd name="T2" fmla="*/ 0 w 4"/>
                <a:gd name="T3" fmla="*/ 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">
                  <a:moveTo>
                    <a:pt x="4" y="1"/>
                  </a:moveTo>
                  <a:cubicBezTo>
                    <a:pt x="3" y="0"/>
                    <a:pt x="2" y="0"/>
                    <a:pt x="0" y="2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479" name="Freeform 244">
              <a:extLst>
                <a:ext uri="{FF2B5EF4-FFF2-40B4-BE49-F238E27FC236}">
                  <a16:creationId xmlns:a16="http://schemas.microsoft.com/office/drawing/2014/main" id="{1CC08574-792F-434F-9C1C-DD7F1CBB260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3" y="2483"/>
              <a:ext cx="5" cy="17"/>
            </a:xfrm>
            <a:custGeom>
              <a:avLst/>
              <a:gdLst>
                <a:gd name="T0" fmla="*/ 13 w 3"/>
                <a:gd name="T1" fmla="*/ 0 h 10"/>
                <a:gd name="T2" fmla="*/ 0 w 3"/>
                <a:gd name="T3" fmla="*/ 49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0">
                  <a:moveTo>
                    <a:pt x="3" y="0"/>
                  </a:moveTo>
                  <a:cubicBezTo>
                    <a:pt x="2" y="3"/>
                    <a:pt x="0" y="5"/>
                    <a:pt x="0" y="1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480" name="Freeform 245">
              <a:extLst>
                <a:ext uri="{FF2B5EF4-FFF2-40B4-BE49-F238E27FC236}">
                  <a16:creationId xmlns:a16="http://schemas.microsoft.com/office/drawing/2014/main" id="{D673138D-BF3D-4B6F-A712-9EE299A64C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2" y="2490"/>
              <a:ext cx="9" cy="3"/>
            </a:xfrm>
            <a:custGeom>
              <a:avLst/>
              <a:gdLst>
                <a:gd name="T0" fmla="*/ 21 w 6"/>
                <a:gd name="T1" fmla="*/ 8 h 2"/>
                <a:gd name="T2" fmla="*/ 0 w 6"/>
                <a:gd name="T3" fmla="*/ 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">
                  <a:moveTo>
                    <a:pt x="6" y="2"/>
                  </a:moveTo>
                  <a:cubicBezTo>
                    <a:pt x="4" y="1"/>
                    <a:pt x="3" y="0"/>
                    <a:pt x="0" y="2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481" name="Freeform 246">
              <a:extLst>
                <a:ext uri="{FF2B5EF4-FFF2-40B4-BE49-F238E27FC236}">
                  <a16:creationId xmlns:a16="http://schemas.microsoft.com/office/drawing/2014/main" id="{AA49ADB2-D993-42D7-8428-AA24274280C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2" y="2518"/>
              <a:ext cx="6" cy="5"/>
            </a:xfrm>
            <a:custGeom>
              <a:avLst/>
              <a:gdLst>
                <a:gd name="T0" fmla="*/ 14 w 4"/>
                <a:gd name="T1" fmla="*/ 0 h 3"/>
                <a:gd name="T2" fmla="*/ 0 w 4"/>
                <a:gd name="T3" fmla="*/ 13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">
                  <a:moveTo>
                    <a:pt x="4" y="0"/>
                  </a:moveTo>
                  <a:cubicBezTo>
                    <a:pt x="2" y="0"/>
                    <a:pt x="1" y="1"/>
                    <a:pt x="0" y="3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482" name="Freeform 247">
              <a:extLst>
                <a:ext uri="{FF2B5EF4-FFF2-40B4-BE49-F238E27FC236}">
                  <a16:creationId xmlns:a16="http://schemas.microsoft.com/office/drawing/2014/main" id="{2A4F22AC-EAE0-4076-954F-B4B241376C0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3" y="2515"/>
              <a:ext cx="33" cy="46"/>
            </a:xfrm>
            <a:custGeom>
              <a:avLst/>
              <a:gdLst>
                <a:gd name="T0" fmla="*/ 89 w 20"/>
                <a:gd name="T1" fmla="*/ 0 h 28"/>
                <a:gd name="T2" fmla="*/ 50 w 20"/>
                <a:gd name="T3" fmla="*/ 95 h 28"/>
                <a:gd name="T4" fmla="*/ 0 w 20"/>
                <a:gd name="T5" fmla="*/ 125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28">
                  <a:moveTo>
                    <a:pt x="20" y="0"/>
                  </a:moveTo>
                  <a:cubicBezTo>
                    <a:pt x="19" y="9"/>
                    <a:pt x="14" y="14"/>
                    <a:pt x="11" y="21"/>
                  </a:cubicBezTo>
                  <a:cubicBezTo>
                    <a:pt x="9" y="27"/>
                    <a:pt x="3" y="24"/>
                    <a:pt x="0" y="28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483" name="Freeform 248">
              <a:extLst>
                <a:ext uri="{FF2B5EF4-FFF2-40B4-BE49-F238E27FC236}">
                  <a16:creationId xmlns:a16="http://schemas.microsoft.com/office/drawing/2014/main" id="{5562A176-628B-4157-91E8-183BA0EE20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7" y="2503"/>
              <a:ext cx="23" cy="41"/>
            </a:xfrm>
            <a:custGeom>
              <a:avLst/>
              <a:gdLst>
                <a:gd name="T0" fmla="*/ 62 w 14"/>
                <a:gd name="T1" fmla="*/ 0 h 25"/>
                <a:gd name="T2" fmla="*/ 26 w 14"/>
                <a:gd name="T3" fmla="*/ 97 h 25"/>
                <a:gd name="T4" fmla="*/ 0 w 14"/>
                <a:gd name="T5" fmla="*/ 110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25">
                  <a:moveTo>
                    <a:pt x="14" y="0"/>
                  </a:moveTo>
                  <a:cubicBezTo>
                    <a:pt x="13" y="6"/>
                    <a:pt x="9" y="21"/>
                    <a:pt x="6" y="22"/>
                  </a:cubicBezTo>
                  <a:cubicBezTo>
                    <a:pt x="3" y="23"/>
                    <a:pt x="1" y="21"/>
                    <a:pt x="0" y="25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484" name="Freeform 249">
              <a:extLst>
                <a:ext uri="{FF2B5EF4-FFF2-40B4-BE49-F238E27FC236}">
                  <a16:creationId xmlns:a16="http://schemas.microsoft.com/office/drawing/2014/main" id="{92065DFE-7447-4D5C-A9AF-82783BFC8D9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4" y="2554"/>
              <a:ext cx="4" cy="17"/>
            </a:xfrm>
            <a:custGeom>
              <a:avLst/>
              <a:gdLst>
                <a:gd name="T0" fmla="*/ 0 w 3"/>
                <a:gd name="T1" fmla="*/ 0 h 10"/>
                <a:gd name="T2" fmla="*/ 1 w 3"/>
                <a:gd name="T3" fmla="*/ 49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0">
                  <a:moveTo>
                    <a:pt x="0" y="0"/>
                  </a:moveTo>
                  <a:cubicBezTo>
                    <a:pt x="3" y="1"/>
                    <a:pt x="1" y="8"/>
                    <a:pt x="1" y="1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485" name="Freeform 250">
              <a:extLst>
                <a:ext uri="{FF2B5EF4-FFF2-40B4-BE49-F238E27FC236}">
                  <a16:creationId xmlns:a16="http://schemas.microsoft.com/office/drawing/2014/main" id="{22A312D3-16EF-4897-9264-C3838FADAEFF}"/>
                </a:ext>
              </a:extLst>
            </p:cNvPr>
            <p:cNvSpPr>
              <a:spLocks/>
            </p:cNvSpPr>
            <p:nvPr/>
          </p:nvSpPr>
          <p:spPr bwMode="auto">
            <a:xfrm>
              <a:off x="963" y="3851"/>
              <a:ext cx="6" cy="35"/>
            </a:xfrm>
            <a:custGeom>
              <a:avLst/>
              <a:gdLst>
                <a:gd name="T0" fmla="*/ 0 w 4"/>
                <a:gd name="T1" fmla="*/ 0 h 21"/>
                <a:gd name="T2" fmla="*/ 14 w 4"/>
                <a:gd name="T3" fmla="*/ 97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1">
                  <a:moveTo>
                    <a:pt x="0" y="0"/>
                  </a:moveTo>
                  <a:cubicBezTo>
                    <a:pt x="0" y="8"/>
                    <a:pt x="4" y="21"/>
                    <a:pt x="4" y="21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486" name="Freeform 251">
              <a:extLst>
                <a:ext uri="{FF2B5EF4-FFF2-40B4-BE49-F238E27FC236}">
                  <a16:creationId xmlns:a16="http://schemas.microsoft.com/office/drawing/2014/main" id="{BC04130F-486E-4522-967A-C13B9D8BDEC3}"/>
                </a:ext>
              </a:extLst>
            </p:cNvPr>
            <p:cNvSpPr>
              <a:spLocks/>
            </p:cNvSpPr>
            <p:nvPr/>
          </p:nvSpPr>
          <p:spPr bwMode="auto">
            <a:xfrm>
              <a:off x="935" y="2014"/>
              <a:ext cx="41" cy="35"/>
            </a:xfrm>
            <a:custGeom>
              <a:avLst/>
              <a:gdLst>
                <a:gd name="T0" fmla="*/ 0 w 25"/>
                <a:gd name="T1" fmla="*/ 63 h 21"/>
                <a:gd name="T2" fmla="*/ 89 w 25"/>
                <a:gd name="T3" fmla="*/ 97 h 21"/>
                <a:gd name="T4" fmla="*/ 0 w 25"/>
                <a:gd name="T5" fmla="*/ 62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21">
                  <a:moveTo>
                    <a:pt x="0" y="14"/>
                  </a:moveTo>
                  <a:cubicBezTo>
                    <a:pt x="6" y="8"/>
                    <a:pt x="17" y="11"/>
                    <a:pt x="20" y="21"/>
                  </a:cubicBezTo>
                  <a:cubicBezTo>
                    <a:pt x="25" y="13"/>
                    <a:pt x="4" y="0"/>
                    <a:pt x="0" y="13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487" name="Freeform 252">
              <a:extLst>
                <a:ext uri="{FF2B5EF4-FFF2-40B4-BE49-F238E27FC236}">
                  <a16:creationId xmlns:a16="http://schemas.microsoft.com/office/drawing/2014/main" id="{A610BC4C-D062-4CEE-B2AF-C9D49D05A02E}"/>
                </a:ext>
              </a:extLst>
            </p:cNvPr>
            <p:cNvSpPr>
              <a:spLocks/>
            </p:cNvSpPr>
            <p:nvPr/>
          </p:nvSpPr>
          <p:spPr bwMode="auto">
            <a:xfrm>
              <a:off x="870" y="3988"/>
              <a:ext cx="22" cy="16"/>
            </a:xfrm>
            <a:custGeom>
              <a:avLst/>
              <a:gdLst>
                <a:gd name="T0" fmla="*/ 24 w 13"/>
                <a:gd name="T1" fmla="*/ 5 h 10"/>
                <a:gd name="T2" fmla="*/ 54 w 13"/>
                <a:gd name="T3" fmla="*/ 13 h 10"/>
                <a:gd name="T4" fmla="*/ 20 w 13"/>
                <a:gd name="T5" fmla="*/ 16 h 10"/>
                <a:gd name="T6" fmla="*/ 0 w 13"/>
                <a:gd name="T7" fmla="*/ 29 h 10"/>
                <a:gd name="T8" fmla="*/ 49 w 13"/>
                <a:gd name="T9" fmla="*/ 42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0">
                  <a:moveTo>
                    <a:pt x="5" y="1"/>
                  </a:moveTo>
                  <a:cubicBezTo>
                    <a:pt x="7" y="2"/>
                    <a:pt x="10" y="0"/>
                    <a:pt x="11" y="3"/>
                  </a:cubicBezTo>
                  <a:cubicBezTo>
                    <a:pt x="13" y="9"/>
                    <a:pt x="5" y="4"/>
                    <a:pt x="4" y="4"/>
                  </a:cubicBezTo>
                  <a:cubicBezTo>
                    <a:pt x="3" y="4"/>
                    <a:pt x="0" y="4"/>
                    <a:pt x="0" y="7"/>
                  </a:cubicBezTo>
                  <a:cubicBezTo>
                    <a:pt x="1" y="10"/>
                    <a:pt x="8" y="9"/>
                    <a:pt x="10" y="10"/>
                  </a:cubicBezTo>
                </a:path>
              </a:pathLst>
            </a:custGeom>
            <a:noFill/>
            <a:ln w="7938" cap="flat">
              <a:solidFill>
                <a:srgbClr val="F6E8B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488" name="Freeform 253">
              <a:extLst>
                <a:ext uri="{FF2B5EF4-FFF2-40B4-BE49-F238E27FC236}">
                  <a16:creationId xmlns:a16="http://schemas.microsoft.com/office/drawing/2014/main" id="{8984EA01-53B7-4D3C-847E-1863079380C9}"/>
                </a:ext>
              </a:extLst>
            </p:cNvPr>
            <p:cNvSpPr>
              <a:spLocks/>
            </p:cNvSpPr>
            <p:nvPr/>
          </p:nvSpPr>
          <p:spPr bwMode="auto">
            <a:xfrm>
              <a:off x="847" y="3990"/>
              <a:ext cx="13" cy="13"/>
            </a:xfrm>
            <a:custGeom>
              <a:avLst/>
              <a:gdLst>
                <a:gd name="T0" fmla="*/ 34 w 8"/>
                <a:gd name="T1" fmla="*/ 21 h 8"/>
                <a:gd name="T2" fmla="*/ 0 w 8"/>
                <a:gd name="T3" fmla="*/ 5 h 8"/>
                <a:gd name="T4" fmla="*/ 26 w 8"/>
                <a:gd name="T5" fmla="*/ 34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8">
                  <a:moveTo>
                    <a:pt x="8" y="5"/>
                  </a:moveTo>
                  <a:cubicBezTo>
                    <a:pt x="7" y="2"/>
                    <a:pt x="3" y="0"/>
                    <a:pt x="0" y="1"/>
                  </a:cubicBezTo>
                  <a:cubicBezTo>
                    <a:pt x="1" y="4"/>
                    <a:pt x="3" y="7"/>
                    <a:pt x="6" y="8"/>
                  </a:cubicBezTo>
                </a:path>
              </a:pathLst>
            </a:custGeom>
            <a:noFill/>
            <a:ln w="7938" cap="flat">
              <a:solidFill>
                <a:srgbClr val="F6E8B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489" name="Freeform 254">
              <a:extLst>
                <a:ext uri="{FF2B5EF4-FFF2-40B4-BE49-F238E27FC236}">
                  <a16:creationId xmlns:a16="http://schemas.microsoft.com/office/drawing/2014/main" id="{E5447972-8EAA-4417-9198-069BA7277625}"/>
                </a:ext>
              </a:extLst>
            </p:cNvPr>
            <p:cNvSpPr>
              <a:spLocks/>
            </p:cNvSpPr>
            <p:nvPr/>
          </p:nvSpPr>
          <p:spPr bwMode="auto">
            <a:xfrm>
              <a:off x="812" y="3983"/>
              <a:ext cx="22" cy="17"/>
            </a:xfrm>
            <a:custGeom>
              <a:avLst/>
              <a:gdLst>
                <a:gd name="T0" fmla="*/ 63 w 13"/>
                <a:gd name="T1" fmla="*/ 29 h 10"/>
                <a:gd name="T2" fmla="*/ 20 w 13"/>
                <a:gd name="T3" fmla="*/ 9 h 10"/>
                <a:gd name="T4" fmla="*/ 54 w 13"/>
                <a:gd name="T5" fmla="*/ 49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0">
                  <a:moveTo>
                    <a:pt x="13" y="6"/>
                  </a:moveTo>
                  <a:cubicBezTo>
                    <a:pt x="11" y="5"/>
                    <a:pt x="6" y="0"/>
                    <a:pt x="4" y="2"/>
                  </a:cubicBezTo>
                  <a:cubicBezTo>
                    <a:pt x="0" y="6"/>
                    <a:pt x="10" y="10"/>
                    <a:pt x="11" y="10"/>
                  </a:cubicBezTo>
                </a:path>
              </a:pathLst>
            </a:custGeom>
            <a:noFill/>
            <a:ln w="7938" cap="flat">
              <a:solidFill>
                <a:srgbClr val="F6E8B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490" name="Freeform 255">
              <a:extLst>
                <a:ext uri="{FF2B5EF4-FFF2-40B4-BE49-F238E27FC236}">
                  <a16:creationId xmlns:a16="http://schemas.microsoft.com/office/drawing/2014/main" id="{7B372FF7-2CC6-48D7-8DF1-B245C27F6FBD}"/>
                </a:ext>
              </a:extLst>
            </p:cNvPr>
            <p:cNvSpPr>
              <a:spLocks/>
            </p:cNvSpPr>
            <p:nvPr/>
          </p:nvSpPr>
          <p:spPr bwMode="auto">
            <a:xfrm>
              <a:off x="797" y="3978"/>
              <a:ext cx="9" cy="8"/>
            </a:xfrm>
            <a:custGeom>
              <a:avLst/>
              <a:gdLst>
                <a:gd name="T0" fmla="*/ 29 w 5"/>
                <a:gd name="T1" fmla="*/ 21 h 5"/>
                <a:gd name="T2" fmla="*/ 0 w 5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5">
                  <a:moveTo>
                    <a:pt x="5" y="5"/>
                  </a:moveTo>
                  <a:cubicBezTo>
                    <a:pt x="4" y="2"/>
                    <a:pt x="2" y="1"/>
                    <a:pt x="0" y="0"/>
                  </a:cubicBezTo>
                </a:path>
              </a:pathLst>
            </a:custGeom>
            <a:noFill/>
            <a:ln w="7938" cap="flat">
              <a:solidFill>
                <a:srgbClr val="F6E8B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491" name="Freeform 256">
              <a:extLst>
                <a:ext uri="{FF2B5EF4-FFF2-40B4-BE49-F238E27FC236}">
                  <a16:creationId xmlns:a16="http://schemas.microsoft.com/office/drawing/2014/main" id="{E61D2432-947D-40D9-B99D-A6590DFA95E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6" y="3986"/>
              <a:ext cx="16" cy="14"/>
            </a:xfrm>
            <a:custGeom>
              <a:avLst/>
              <a:gdLst>
                <a:gd name="T0" fmla="*/ 5 w 10"/>
                <a:gd name="T1" fmla="*/ 12 h 8"/>
                <a:gd name="T2" fmla="*/ 35 w 10"/>
                <a:gd name="T3" fmla="*/ 21 h 8"/>
                <a:gd name="T4" fmla="*/ 0 w 10"/>
                <a:gd name="T5" fmla="*/ 37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8">
                  <a:moveTo>
                    <a:pt x="1" y="2"/>
                  </a:moveTo>
                  <a:cubicBezTo>
                    <a:pt x="3" y="2"/>
                    <a:pt x="10" y="0"/>
                    <a:pt x="9" y="4"/>
                  </a:cubicBezTo>
                  <a:cubicBezTo>
                    <a:pt x="8" y="8"/>
                    <a:pt x="2" y="7"/>
                    <a:pt x="0" y="7"/>
                  </a:cubicBezTo>
                </a:path>
              </a:pathLst>
            </a:custGeom>
            <a:noFill/>
            <a:ln w="7938" cap="flat">
              <a:solidFill>
                <a:srgbClr val="F6E8B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492" name="Freeform 257">
              <a:extLst>
                <a:ext uri="{FF2B5EF4-FFF2-40B4-BE49-F238E27FC236}">
                  <a16:creationId xmlns:a16="http://schemas.microsoft.com/office/drawing/2014/main" id="{D81DE491-FB81-4F2B-9D18-0BAA056FB3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5" y="3990"/>
              <a:ext cx="19" cy="16"/>
            </a:xfrm>
            <a:custGeom>
              <a:avLst/>
              <a:gdLst>
                <a:gd name="T0" fmla="*/ 0 w 11"/>
                <a:gd name="T1" fmla="*/ 21 h 10"/>
                <a:gd name="T2" fmla="*/ 41 w 11"/>
                <a:gd name="T3" fmla="*/ 13 h 10"/>
                <a:gd name="T4" fmla="*/ 0 w 11"/>
                <a:gd name="T5" fmla="*/ 42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0">
                  <a:moveTo>
                    <a:pt x="0" y="5"/>
                  </a:moveTo>
                  <a:cubicBezTo>
                    <a:pt x="2" y="3"/>
                    <a:pt x="5" y="0"/>
                    <a:pt x="8" y="3"/>
                  </a:cubicBezTo>
                  <a:cubicBezTo>
                    <a:pt x="11" y="7"/>
                    <a:pt x="3" y="9"/>
                    <a:pt x="0" y="10"/>
                  </a:cubicBezTo>
                </a:path>
              </a:pathLst>
            </a:custGeom>
            <a:noFill/>
            <a:ln w="7938" cap="flat">
              <a:solidFill>
                <a:srgbClr val="F6E8B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493" name="Freeform 258">
              <a:extLst>
                <a:ext uri="{FF2B5EF4-FFF2-40B4-BE49-F238E27FC236}">
                  <a16:creationId xmlns:a16="http://schemas.microsoft.com/office/drawing/2014/main" id="{72A1E1D7-82AE-4642-9817-A44D10E55B4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4" y="3986"/>
              <a:ext cx="13" cy="7"/>
            </a:xfrm>
            <a:custGeom>
              <a:avLst/>
              <a:gdLst>
                <a:gd name="T0" fmla="*/ 34 w 8"/>
                <a:gd name="T1" fmla="*/ 0 h 4"/>
                <a:gd name="T2" fmla="*/ 0 w 8"/>
                <a:gd name="T3" fmla="*/ 21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4">
                  <a:moveTo>
                    <a:pt x="8" y="0"/>
                  </a:moveTo>
                  <a:cubicBezTo>
                    <a:pt x="5" y="1"/>
                    <a:pt x="2" y="2"/>
                    <a:pt x="0" y="4"/>
                  </a:cubicBezTo>
                </a:path>
              </a:pathLst>
            </a:custGeom>
            <a:noFill/>
            <a:ln w="7938" cap="flat">
              <a:solidFill>
                <a:srgbClr val="F6E8B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494" name="Freeform 259">
              <a:extLst>
                <a:ext uri="{FF2B5EF4-FFF2-40B4-BE49-F238E27FC236}">
                  <a16:creationId xmlns:a16="http://schemas.microsoft.com/office/drawing/2014/main" id="{EA7C239C-C10A-4374-B4F2-3B4C0BBA199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8" y="3978"/>
              <a:ext cx="12" cy="7"/>
            </a:xfrm>
            <a:custGeom>
              <a:avLst/>
              <a:gdLst>
                <a:gd name="T0" fmla="*/ 36 w 7"/>
                <a:gd name="T1" fmla="*/ 0 h 4"/>
                <a:gd name="T2" fmla="*/ 0 w 7"/>
                <a:gd name="T3" fmla="*/ 21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4">
                  <a:moveTo>
                    <a:pt x="7" y="0"/>
                  </a:moveTo>
                  <a:cubicBezTo>
                    <a:pt x="5" y="1"/>
                    <a:pt x="2" y="2"/>
                    <a:pt x="0" y="4"/>
                  </a:cubicBezTo>
                </a:path>
              </a:pathLst>
            </a:custGeom>
            <a:noFill/>
            <a:ln w="7938" cap="flat">
              <a:solidFill>
                <a:srgbClr val="F6E8B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495" name="Freeform 260">
              <a:extLst>
                <a:ext uri="{FF2B5EF4-FFF2-40B4-BE49-F238E27FC236}">
                  <a16:creationId xmlns:a16="http://schemas.microsoft.com/office/drawing/2014/main" id="{AAB83668-6D4D-4FDD-B1F4-CC5A04CF17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3" y="4026"/>
              <a:ext cx="17" cy="16"/>
            </a:xfrm>
            <a:custGeom>
              <a:avLst/>
              <a:gdLst>
                <a:gd name="T0" fmla="*/ 9 w 10"/>
                <a:gd name="T1" fmla="*/ 35 h 10"/>
                <a:gd name="T2" fmla="*/ 5 w 10"/>
                <a:gd name="T3" fmla="*/ 8 h 10"/>
                <a:gd name="T4" fmla="*/ 34 w 10"/>
                <a:gd name="T5" fmla="*/ 5 h 10"/>
                <a:gd name="T6" fmla="*/ 49 w 10"/>
                <a:gd name="T7" fmla="*/ 34 h 10"/>
                <a:gd name="T8" fmla="*/ 15 w 10"/>
                <a:gd name="T9" fmla="*/ 42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0">
                  <a:moveTo>
                    <a:pt x="2" y="9"/>
                  </a:moveTo>
                  <a:cubicBezTo>
                    <a:pt x="0" y="8"/>
                    <a:pt x="1" y="3"/>
                    <a:pt x="1" y="2"/>
                  </a:cubicBezTo>
                  <a:cubicBezTo>
                    <a:pt x="3" y="0"/>
                    <a:pt x="5" y="0"/>
                    <a:pt x="7" y="1"/>
                  </a:cubicBezTo>
                  <a:cubicBezTo>
                    <a:pt x="9" y="2"/>
                    <a:pt x="10" y="6"/>
                    <a:pt x="10" y="8"/>
                  </a:cubicBezTo>
                  <a:cubicBezTo>
                    <a:pt x="8" y="8"/>
                    <a:pt x="5" y="8"/>
                    <a:pt x="3" y="1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496" name="Freeform 261">
              <a:extLst>
                <a:ext uri="{FF2B5EF4-FFF2-40B4-BE49-F238E27FC236}">
                  <a16:creationId xmlns:a16="http://schemas.microsoft.com/office/drawing/2014/main" id="{FE1B6CFF-6CA7-4B4D-93AC-6B039658975D}"/>
                </a:ext>
              </a:extLst>
            </p:cNvPr>
            <p:cNvSpPr>
              <a:spLocks/>
            </p:cNvSpPr>
            <p:nvPr/>
          </p:nvSpPr>
          <p:spPr bwMode="auto">
            <a:xfrm>
              <a:off x="799" y="4024"/>
              <a:ext cx="13" cy="18"/>
            </a:xfrm>
            <a:custGeom>
              <a:avLst/>
              <a:gdLst>
                <a:gd name="T0" fmla="*/ 0 w 8"/>
                <a:gd name="T1" fmla="*/ 34 h 11"/>
                <a:gd name="T2" fmla="*/ 26 w 8"/>
                <a:gd name="T3" fmla="*/ 13 h 11"/>
                <a:gd name="T4" fmla="*/ 29 w 8"/>
                <a:gd name="T5" fmla="*/ 29 h 11"/>
                <a:gd name="T6" fmla="*/ 29 w 8"/>
                <a:gd name="T7" fmla="*/ 47 h 11"/>
                <a:gd name="T8" fmla="*/ 0 w 8"/>
                <a:gd name="T9" fmla="*/ 41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11">
                  <a:moveTo>
                    <a:pt x="0" y="8"/>
                  </a:moveTo>
                  <a:cubicBezTo>
                    <a:pt x="0" y="6"/>
                    <a:pt x="3" y="0"/>
                    <a:pt x="6" y="3"/>
                  </a:cubicBezTo>
                  <a:cubicBezTo>
                    <a:pt x="7" y="3"/>
                    <a:pt x="7" y="5"/>
                    <a:pt x="7" y="7"/>
                  </a:cubicBezTo>
                  <a:cubicBezTo>
                    <a:pt x="7" y="8"/>
                    <a:pt x="8" y="10"/>
                    <a:pt x="7" y="11"/>
                  </a:cubicBezTo>
                  <a:cubicBezTo>
                    <a:pt x="5" y="10"/>
                    <a:pt x="2" y="7"/>
                    <a:pt x="0" y="9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497" name="Freeform 262">
              <a:extLst>
                <a:ext uri="{FF2B5EF4-FFF2-40B4-BE49-F238E27FC236}">
                  <a16:creationId xmlns:a16="http://schemas.microsoft.com/office/drawing/2014/main" id="{FA40C995-572D-43D9-9016-D9F666A32926}"/>
                </a:ext>
              </a:extLst>
            </p:cNvPr>
            <p:cNvSpPr>
              <a:spLocks/>
            </p:cNvSpPr>
            <p:nvPr/>
          </p:nvSpPr>
          <p:spPr bwMode="auto">
            <a:xfrm>
              <a:off x="750" y="1519"/>
              <a:ext cx="49" cy="56"/>
            </a:xfrm>
            <a:custGeom>
              <a:avLst/>
              <a:gdLst>
                <a:gd name="T0" fmla="*/ 0 w 30"/>
                <a:gd name="T1" fmla="*/ 81 h 34"/>
                <a:gd name="T2" fmla="*/ 62 w 30"/>
                <a:gd name="T3" fmla="*/ 0 h 34"/>
                <a:gd name="T4" fmla="*/ 131 w 30"/>
                <a:gd name="T5" fmla="*/ 71 h 34"/>
                <a:gd name="T6" fmla="*/ 69 w 30"/>
                <a:gd name="T7" fmla="*/ 147 h 34"/>
                <a:gd name="T8" fmla="*/ 0 w 30"/>
                <a:gd name="T9" fmla="*/ 81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34">
                  <a:moveTo>
                    <a:pt x="0" y="18"/>
                  </a:moveTo>
                  <a:cubicBezTo>
                    <a:pt x="0" y="9"/>
                    <a:pt x="6" y="1"/>
                    <a:pt x="14" y="0"/>
                  </a:cubicBezTo>
                  <a:cubicBezTo>
                    <a:pt x="22" y="0"/>
                    <a:pt x="29" y="7"/>
                    <a:pt x="30" y="16"/>
                  </a:cubicBezTo>
                  <a:cubicBezTo>
                    <a:pt x="30" y="25"/>
                    <a:pt x="24" y="33"/>
                    <a:pt x="16" y="33"/>
                  </a:cubicBezTo>
                  <a:cubicBezTo>
                    <a:pt x="8" y="34"/>
                    <a:pt x="1" y="27"/>
                    <a:pt x="0" y="18"/>
                  </a:cubicBezTo>
                </a:path>
              </a:pathLst>
            </a:custGeom>
            <a:solidFill>
              <a:srgbClr val="F9CA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498" name="Freeform 263">
              <a:extLst>
                <a:ext uri="{FF2B5EF4-FFF2-40B4-BE49-F238E27FC236}">
                  <a16:creationId xmlns:a16="http://schemas.microsoft.com/office/drawing/2014/main" id="{7CC4C727-F615-49A3-A70A-FE21CCB57CE3}"/>
                </a:ext>
              </a:extLst>
            </p:cNvPr>
            <p:cNvSpPr>
              <a:spLocks/>
            </p:cNvSpPr>
            <p:nvPr/>
          </p:nvSpPr>
          <p:spPr bwMode="auto">
            <a:xfrm>
              <a:off x="677" y="1428"/>
              <a:ext cx="215" cy="211"/>
            </a:xfrm>
            <a:custGeom>
              <a:avLst/>
              <a:gdLst>
                <a:gd name="T0" fmla="*/ 0 w 130"/>
                <a:gd name="T1" fmla="*/ 0 h 128"/>
                <a:gd name="T2" fmla="*/ 28 w 130"/>
                <a:gd name="T3" fmla="*/ 117 h 128"/>
                <a:gd name="T4" fmla="*/ 46 w 130"/>
                <a:gd name="T5" fmla="*/ 158 h 128"/>
                <a:gd name="T6" fmla="*/ 46 w 130"/>
                <a:gd name="T7" fmla="*/ 251 h 128"/>
                <a:gd name="T8" fmla="*/ 50 w 130"/>
                <a:gd name="T9" fmla="*/ 364 h 128"/>
                <a:gd name="T10" fmla="*/ 281 w 130"/>
                <a:gd name="T11" fmla="*/ 574 h 128"/>
                <a:gd name="T12" fmla="*/ 569 w 130"/>
                <a:gd name="T13" fmla="*/ 407 h 128"/>
                <a:gd name="T14" fmla="*/ 589 w 130"/>
                <a:gd name="T15" fmla="*/ 359 h 128"/>
                <a:gd name="T16" fmla="*/ 569 w 130"/>
                <a:gd name="T17" fmla="*/ 402 h 128"/>
                <a:gd name="T18" fmla="*/ 281 w 130"/>
                <a:gd name="T19" fmla="*/ 569 h 128"/>
                <a:gd name="T20" fmla="*/ 55 w 130"/>
                <a:gd name="T21" fmla="*/ 359 h 128"/>
                <a:gd name="T22" fmla="*/ 50 w 130"/>
                <a:gd name="T23" fmla="*/ 251 h 128"/>
                <a:gd name="T24" fmla="*/ 55 w 130"/>
                <a:gd name="T25" fmla="*/ 158 h 128"/>
                <a:gd name="T26" fmla="*/ 36 w 130"/>
                <a:gd name="T27" fmla="*/ 112 h 128"/>
                <a:gd name="T28" fmla="*/ 0 w 130"/>
                <a:gd name="T29" fmla="*/ 0 h 12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30" h="128">
                  <a:moveTo>
                    <a:pt x="0" y="0"/>
                  </a:moveTo>
                  <a:cubicBezTo>
                    <a:pt x="0" y="11"/>
                    <a:pt x="3" y="19"/>
                    <a:pt x="6" y="26"/>
                  </a:cubicBezTo>
                  <a:cubicBezTo>
                    <a:pt x="8" y="29"/>
                    <a:pt x="10" y="32"/>
                    <a:pt x="10" y="35"/>
                  </a:cubicBezTo>
                  <a:cubicBezTo>
                    <a:pt x="12" y="40"/>
                    <a:pt x="11" y="48"/>
                    <a:pt x="10" y="56"/>
                  </a:cubicBezTo>
                  <a:cubicBezTo>
                    <a:pt x="8" y="64"/>
                    <a:pt x="9" y="73"/>
                    <a:pt x="11" y="81"/>
                  </a:cubicBezTo>
                  <a:cubicBezTo>
                    <a:pt x="14" y="109"/>
                    <a:pt x="35" y="128"/>
                    <a:pt x="62" y="128"/>
                  </a:cubicBezTo>
                  <a:cubicBezTo>
                    <a:pt x="107" y="128"/>
                    <a:pt x="118" y="109"/>
                    <a:pt x="126" y="91"/>
                  </a:cubicBezTo>
                  <a:cubicBezTo>
                    <a:pt x="130" y="80"/>
                    <a:pt x="130" y="80"/>
                    <a:pt x="130" y="80"/>
                  </a:cubicBezTo>
                  <a:cubicBezTo>
                    <a:pt x="126" y="90"/>
                    <a:pt x="126" y="90"/>
                    <a:pt x="126" y="90"/>
                  </a:cubicBezTo>
                  <a:cubicBezTo>
                    <a:pt x="118" y="107"/>
                    <a:pt x="107" y="127"/>
                    <a:pt x="62" y="127"/>
                  </a:cubicBezTo>
                  <a:cubicBezTo>
                    <a:pt x="37" y="127"/>
                    <a:pt x="15" y="107"/>
                    <a:pt x="12" y="80"/>
                  </a:cubicBezTo>
                  <a:cubicBezTo>
                    <a:pt x="11" y="73"/>
                    <a:pt x="10" y="64"/>
                    <a:pt x="11" y="56"/>
                  </a:cubicBezTo>
                  <a:cubicBezTo>
                    <a:pt x="13" y="48"/>
                    <a:pt x="14" y="40"/>
                    <a:pt x="12" y="35"/>
                  </a:cubicBezTo>
                  <a:cubicBezTo>
                    <a:pt x="11" y="32"/>
                    <a:pt x="10" y="28"/>
                    <a:pt x="8" y="25"/>
                  </a:cubicBezTo>
                  <a:cubicBezTo>
                    <a:pt x="5" y="18"/>
                    <a:pt x="0" y="10"/>
                    <a:pt x="0" y="0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499" name="Freeform 264">
              <a:extLst>
                <a:ext uri="{FF2B5EF4-FFF2-40B4-BE49-F238E27FC236}">
                  <a16:creationId xmlns:a16="http://schemas.microsoft.com/office/drawing/2014/main" id="{105AFA1A-D11F-4FB8-92F0-8434E692F48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63" y="1535"/>
              <a:ext cx="21" cy="23"/>
            </a:xfrm>
            <a:custGeom>
              <a:avLst/>
              <a:gdLst>
                <a:gd name="T0" fmla="*/ 55 w 13"/>
                <a:gd name="T1" fmla="*/ 21 h 14"/>
                <a:gd name="T2" fmla="*/ 50 w 13"/>
                <a:gd name="T3" fmla="*/ 35 h 14"/>
                <a:gd name="T4" fmla="*/ 42 w 13"/>
                <a:gd name="T5" fmla="*/ 43 h 14"/>
                <a:gd name="T6" fmla="*/ 29 w 13"/>
                <a:gd name="T7" fmla="*/ 54 h 14"/>
                <a:gd name="T8" fmla="*/ 16 w 13"/>
                <a:gd name="T9" fmla="*/ 43 h 14"/>
                <a:gd name="T10" fmla="*/ 13 w 13"/>
                <a:gd name="T11" fmla="*/ 33 h 14"/>
                <a:gd name="T12" fmla="*/ 13 w 13"/>
                <a:gd name="T13" fmla="*/ 33 h 14"/>
                <a:gd name="T14" fmla="*/ 13 w 13"/>
                <a:gd name="T15" fmla="*/ 33 h 14"/>
                <a:gd name="T16" fmla="*/ 13 w 13"/>
                <a:gd name="T17" fmla="*/ 21 h 14"/>
                <a:gd name="T18" fmla="*/ 8 w 13"/>
                <a:gd name="T19" fmla="*/ 21 h 14"/>
                <a:gd name="T20" fmla="*/ 8 w 13"/>
                <a:gd name="T21" fmla="*/ 13 h 14"/>
                <a:gd name="T22" fmla="*/ 0 w 13"/>
                <a:gd name="T23" fmla="*/ 33 h 14"/>
                <a:gd name="T24" fmla="*/ 13 w 13"/>
                <a:gd name="T25" fmla="*/ 54 h 14"/>
                <a:gd name="T26" fmla="*/ 29 w 13"/>
                <a:gd name="T27" fmla="*/ 62 h 14"/>
                <a:gd name="T28" fmla="*/ 50 w 13"/>
                <a:gd name="T29" fmla="*/ 54 h 14"/>
                <a:gd name="T30" fmla="*/ 55 w 13"/>
                <a:gd name="T31" fmla="*/ 26 h 14"/>
                <a:gd name="T32" fmla="*/ 55 w 13"/>
                <a:gd name="T33" fmla="*/ 21 h 14"/>
                <a:gd name="T34" fmla="*/ 26 w 13"/>
                <a:gd name="T35" fmla="*/ 8 h 14"/>
                <a:gd name="T36" fmla="*/ 29 w 13"/>
                <a:gd name="T37" fmla="*/ 8 h 14"/>
                <a:gd name="T38" fmla="*/ 29 w 13"/>
                <a:gd name="T39" fmla="*/ 13 h 14"/>
                <a:gd name="T40" fmla="*/ 29 w 13"/>
                <a:gd name="T41" fmla="*/ 5 h 14"/>
                <a:gd name="T42" fmla="*/ 29 w 13"/>
                <a:gd name="T43" fmla="*/ 0 h 14"/>
                <a:gd name="T44" fmla="*/ 26 w 13"/>
                <a:gd name="T45" fmla="*/ 0 h 14"/>
                <a:gd name="T46" fmla="*/ 26 w 13"/>
                <a:gd name="T47" fmla="*/ 0 h 14"/>
                <a:gd name="T48" fmla="*/ 26 w 13"/>
                <a:gd name="T49" fmla="*/ 8 h 14"/>
                <a:gd name="T50" fmla="*/ 26 w 13"/>
                <a:gd name="T51" fmla="*/ 8 h 14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13" h="14">
                  <a:moveTo>
                    <a:pt x="13" y="5"/>
                  </a:moveTo>
                  <a:cubicBezTo>
                    <a:pt x="12" y="6"/>
                    <a:pt x="12" y="7"/>
                    <a:pt x="12" y="8"/>
                  </a:cubicBezTo>
                  <a:cubicBezTo>
                    <a:pt x="11" y="9"/>
                    <a:pt x="11" y="10"/>
                    <a:pt x="10" y="10"/>
                  </a:cubicBezTo>
                  <a:cubicBezTo>
                    <a:pt x="7" y="12"/>
                    <a:pt x="7" y="12"/>
                    <a:pt x="7" y="12"/>
                  </a:cubicBezTo>
                  <a:cubicBezTo>
                    <a:pt x="7" y="12"/>
                    <a:pt x="4" y="10"/>
                    <a:pt x="4" y="10"/>
                  </a:cubicBezTo>
                  <a:cubicBezTo>
                    <a:pt x="3" y="7"/>
                    <a:pt x="3" y="7"/>
                    <a:pt x="3" y="7"/>
                  </a:cubicBezTo>
                  <a:cubicBezTo>
                    <a:pt x="3" y="7"/>
                    <a:pt x="3" y="7"/>
                    <a:pt x="3" y="7"/>
                  </a:cubicBezTo>
                  <a:cubicBezTo>
                    <a:pt x="3" y="7"/>
                    <a:pt x="3" y="7"/>
                    <a:pt x="3" y="7"/>
                  </a:cubicBezTo>
                  <a:cubicBezTo>
                    <a:pt x="3" y="6"/>
                    <a:pt x="3" y="6"/>
                    <a:pt x="3" y="5"/>
                  </a:cubicBezTo>
                  <a:cubicBezTo>
                    <a:pt x="3" y="5"/>
                    <a:pt x="3" y="5"/>
                    <a:pt x="2" y="5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3" y="12"/>
                    <a:pt x="3" y="12"/>
                    <a:pt x="3" y="12"/>
                  </a:cubicBezTo>
                  <a:cubicBezTo>
                    <a:pt x="7" y="14"/>
                    <a:pt x="7" y="14"/>
                    <a:pt x="7" y="14"/>
                  </a:cubicBezTo>
                  <a:cubicBezTo>
                    <a:pt x="12" y="12"/>
                    <a:pt x="12" y="12"/>
                    <a:pt x="12" y="12"/>
                  </a:cubicBezTo>
                  <a:cubicBezTo>
                    <a:pt x="13" y="6"/>
                    <a:pt x="13" y="6"/>
                    <a:pt x="13" y="6"/>
                  </a:cubicBezTo>
                  <a:lnTo>
                    <a:pt x="13" y="5"/>
                  </a:lnTo>
                  <a:close/>
                  <a:moveTo>
                    <a:pt x="6" y="2"/>
                  </a:moveTo>
                  <a:cubicBezTo>
                    <a:pt x="6" y="2"/>
                    <a:pt x="6" y="2"/>
                    <a:pt x="7" y="2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7" y="2"/>
                    <a:pt x="7" y="1"/>
                    <a:pt x="7" y="1"/>
                  </a:cubicBezTo>
                  <a:cubicBezTo>
                    <a:pt x="7" y="1"/>
                    <a:pt x="7" y="0"/>
                    <a:pt x="7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6" y="1"/>
                    <a:pt x="6" y="1"/>
                    <a:pt x="6" y="2"/>
                  </a:cubicBezTo>
                  <a:cubicBezTo>
                    <a:pt x="6" y="2"/>
                    <a:pt x="6" y="2"/>
                    <a:pt x="6" y="2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500" name="Freeform 265">
              <a:extLst>
                <a:ext uri="{FF2B5EF4-FFF2-40B4-BE49-F238E27FC236}">
                  <a16:creationId xmlns:a16="http://schemas.microsoft.com/office/drawing/2014/main" id="{0C0E174B-8BFB-4818-BA34-C4969FCD486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48" y="1519"/>
              <a:ext cx="53" cy="57"/>
            </a:xfrm>
            <a:custGeom>
              <a:avLst/>
              <a:gdLst>
                <a:gd name="T0" fmla="*/ 0 w 32"/>
                <a:gd name="T1" fmla="*/ 88 h 35"/>
                <a:gd name="T2" fmla="*/ 5 w 32"/>
                <a:gd name="T3" fmla="*/ 98 h 35"/>
                <a:gd name="T4" fmla="*/ 13 w 32"/>
                <a:gd name="T5" fmla="*/ 96 h 35"/>
                <a:gd name="T6" fmla="*/ 8 w 32"/>
                <a:gd name="T7" fmla="*/ 81 h 35"/>
                <a:gd name="T8" fmla="*/ 0 w 32"/>
                <a:gd name="T9" fmla="*/ 88 h 35"/>
                <a:gd name="T10" fmla="*/ 68 w 32"/>
                <a:gd name="T11" fmla="*/ 8 h 35"/>
                <a:gd name="T12" fmla="*/ 68 w 32"/>
                <a:gd name="T13" fmla="*/ 0 h 35"/>
                <a:gd name="T14" fmla="*/ 63 w 32"/>
                <a:gd name="T15" fmla="*/ 5 h 35"/>
                <a:gd name="T16" fmla="*/ 63 w 32"/>
                <a:gd name="T17" fmla="*/ 8 h 35"/>
                <a:gd name="T18" fmla="*/ 68 w 32"/>
                <a:gd name="T19" fmla="*/ 8 h 35"/>
                <a:gd name="T20" fmla="*/ 68 w 32"/>
                <a:gd name="T21" fmla="*/ 8 h 35"/>
                <a:gd name="T22" fmla="*/ 137 w 32"/>
                <a:gd name="T23" fmla="*/ 75 h 35"/>
                <a:gd name="T24" fmla="*/ 146 w 32"/>
                <a:gd name="T25" fmla="*/ 64 h 35"/>
                <a:gd name="T26" fmla="*/ 133 w 32"/>
                <a:gd name="T27" fmla="*/ 34 h 35"/>
                <a:gd name="T28" fmla="*/ 133 w 32"/>
                <a:gd name="T29" fmla="*/ 34 h 35"/>
                <a:gd name="T30" fmla="*/ 124 w 32"/>
                <a:gd name="T31" fmla="*/ 39 h 35"/>
                <a:gd name="T32" fmla="*/ 137 w 32"/>
                <a:gd name="T33" fmla="*/ 68 h 35"/>
                <a:gd name="T34" fmla="*/ 137 w 32"/>
                <a:gd name="T35" fmla="*/ 75 h 35"/>
                <a:gd name="T36" fmla="*/ 118 w 32"/>
                <a:gd name="T37" fmla="*/ 117 h 35"/>
                <a:gd name="T38" fmla="*/ 76 w 32"/>
                <a:gd name="T39" fmla="*/ 138 h 35"/>
                <a:gd name="T40" fmla="*/ 28 w 32"/>
                <a:gd name="T41" fmla="*/ 117 h 35"/>
                <a:gd name="T42" fmla="*/ 13 w 32"/>
                <a:gd name="T43" fmla="*/ 122 h 35"/>
                <a:gd name="T44" fmla="*/ 76 w 32"/>
                <a:gd name="T45" fmla="*/ 151 h 35"/>
                <a:gd name="T46" fmla="*/ 126 w 32"/>
                <a:gd name="T47" fmla="*/ 122 h 35"/>
                <a:gd name="T48" fmla="*/ 139 w 32"/>
                <a:gd name="T49" fmla="*/ 90 h 35"/>
                <a:gd name="T50" fmla="*/ 133 w 32"/>
                <a:gd name="T51" fmla="*/ 96 h 35"/>
                <a:gd name="T52" fmla="*/ 118 w 32"/>
                <a:gd name="T53" fmla="*/ 117 h 35"/>
                <a:gd name="T54" fmla="*/ 28 w 32"/>
                <a:gd name="T55" fmla="*/ 29 h 35"/>
                <a:gd name="T56" fmla="*/ 20 w 32"/>
                <a:gd name="T57" fmla="*/ 21 h 35"/>
                <a:gd name="T58" fmla="*/ 8 w 32"/>
                <a:gd name="T59" fmla="*/ 39 h 35"/>
                <a:gd name="T60" fmla="*/ 20 w 32"/>
                <a:gd name="T61" fmla="*/ 47 h 35"/>
                <a:gd name="T62" fmla="*/ 28 w 32"/>
                <a:gd name="T63" fmla="*/ 29 h 35"/>
                <a:gd name="T64" fmla="*/ 0 w 32"/>
                <a:gd name="T65" fmla="*/ 60 h 35"/>
                <a:gd name="T66" fmla="*/ 0 w 32"/>
                <a:gd name="T67" fmla="*/ 60 h 35"/>
                <a:gd name="T68" fmla="*/ 0 w 32"/>
                <a:gd name="T69" fmla="*/ 60 h 35"/>
                <a:gd name="T70" fmla="*/ 0 w 32"/>
                <a:gd name="T71" fmla="*/ 60 h 35"/>
                <a:gd name="T72" fmla="*/ 109 w 32"/>
                <a:gd name="T73" fmla="*/ 21 h 35"/>
                <a:gd name="T74" fmla="*/ 118 w 32"/>
                <a:gd name="T75" fmla="*/ 13 h 35"/>
                <a:gd name="T76" fmla="*/ 91 w 32"/>
                <a:gd name="T77" fmla="*/ 0 h 35"/>
                <a:gd name="T78" fmla="*/ 91 w 32"/>
                <a:gd name="T79" fmla="*/ 8 h 35"/>
                <a:gd name="T80" fmla="*/ 109 w 32"/>
                <a:gd name="T81" fmla="*/ 21 h 35"/>
                <a:gd name="T82" fmla="*/ 41 w 32"/>
                <a:gd name="T83" fmla="*/ 18 h 35"/>
                <a:gd name="T84" fmla="*/ 46 w 32"/>
                <a:gd name="T85" fmla="*/ 5 h 35"/>
                <a:gd name="T86" fmla="*/ 36 w 32"/>
                <a:gd name="T87" fmla="*/ 8 h 35"/>
                <a:gd name="T88" fmla="*/ 41 w 32"/>
                <a:gd name="T89" fmla="*/ 18 h 35"/>
                <a:gd name="T90" fmla="*/ 41 w 32"/>
                <a:gd name="T91" fmla="*/ 18 h 35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32" h="35">
                  <a:moveTo>
                    <a:pt x="0" y="20"/>
                  </a:moveTo>
                  <a:cubicBezTo>
                    <a:pt x="0" y="21"/>
                    <a:pt x="1" y="22"/>
                    <a:pt x="1" y="23"/>
                  </a:cubicBezTo>
                  <a:cubicBezTo>
                    <a:pt x="2" y="23"/>
                    <a:pt x="2" y="23"/>
                    <a:pt x="3" y="22"/>
                  </a:cubicBezTo>
                  <a:cubicBezTo>
                    <a:pt x="3" y="21"/>
                    <a:pt x="2" y="20"/>
                    <a:pt x="2" y="19"/>
                  </a:cubicBezTo>
                  <a:cubicBezTo>
                    <a:pt x="2" y="19"/>
                    <a:pt x="1" y="19"/>
                    <a:pt x="0" y="20"/>
                  </a:cubicBezTo>
                  <a:moveTo>
                    <a:pt x="15" y="2"/>
                  </a:moveTo>
                  <a:cubicBezTo>
                    <a:pt x="15" y="1"/>
                    <a:pt x="15" y="1"/>
                    <a:pt x="15" y="0"/>
                  </a:cubicBezTo>
                  <a:cubicBezTo>
                    <a:pt x="15" y="0"/>
                    <a:pt x="14" y="1"/>
                    <a:pt x="14" y="1"/>
                  </a:cubicBezTo>
                  <a:cubicBezTo>
                    <a:pt x="14" y="1"/>
                    <a:pt x="14" y="1"/>
                    <a:pt x="14" y="2"/>
                  </a:cubicBezTo>
                  <a:cubicBezTo>
                    <a:pt x="14" y="2"/>
                    <a:pt x="15" y="2"/>
                    <a:pt x="15" y="2"/>
                  </a:cubicBezTo>
                  <a:cubicBezTo>
                    <a:pt x="15" y="2"/>
                    <a:pt x="15" y="2"/>
                    <a:pt x="15" y="2"/>
                  </a:cubicBezTo>
                  <a:moveTo>
                    <a:pt x="30" y="17"/>
                  </a:moveTo>
                  <a:cubicBezTo>
                    <a:pt x="30" y="16"/>
                    <a:pt x="31" y="16"/>
                    <a:pt x="32" y="15"/>
                  </a:cubicBezTo>
                  <a:cubicBezTo>
                    <a:pt x="31" y="12"/>
                    <a:pt x="31" y="10"/>
                    <a:pt x="29" y="8"/>
                  </a:cubicBezTo>
                  <a:cubicBezTo>
                    <a:pt x="29" y="8"/>
                    <a:pt x="29" y="8"/>
                    <a:pt x="29" y="8"/>
                  </a:cubicBezTo>
                  <a:cubicBezTo>
                    <a:pt x="28" y="8"/>
                    <a:pt x="28" y="8"/>
                    <a:pt x="27" y="9"/>
                  </a:cubicBezTo>
                  <a:cubicBezTo>
                    <a:pt x="29" y="11"/>
                    <a:pt x="29" y="13"/>
                    <a:pt x="30" y="16"/>
                  </a:cubicBezTo>
                  <a:cubicBezTo>
                    <a:pt x="30" y="16"/>
                    <a:pt x="29" y="16"/>
                    <a:pt x="30" y="17"/>
                  </a:cubicBezTo>
                  <a:moveTo>
                    <a:pt x="26" y="27"/>
                  </a:moveTo>
                  <a:cubicBezTo>
                    <a:pt x="24" y="30"/>
                    <a:pt x="21" y="32"/>
                    <a:pt x="17" y="32"/>
                  </a:cubicBezTo>
                  <a:cubicBezTo>
                    <a:pt x="12" y="32"/>
                    <a:pt x="8" y="30"/>
                    <a:pt x="6" y="27"/>
                  </a:cubicBezTo>
                  <a:cubicBezTo>
                    <a:pt x="5" y="27"/>
                    <a:pt x="4" y="27"/>
                    <a:pt x="3" y="28"/>
                  </a:cubicBezTo>
                  <a:cubicBezTo>
                    <a:pt x="7" y="32"/>
                    <a:pt x="12" y="35"/>
                    <a:pt x="17" y="35"/>
                  </a:cubicBezTo>
                  <a:cubicBezTo>
                    <a:pt x="21" y="34"/>
                    <a:pt x="25" y="32"/>
                    <a:pt x="28" y="28"/>
                  </a:cubicBezTo>
                  <a:cubicBezTo>
                    <a:pt x="30" y="26"/>
                    <a:pt x="31" y="24"/>
                    <a:pt x="31" y="21"/>
                  </a:cubicBezTo>
                  <a:cubicBezTo>
                    <a:pt x="30" y="22"/>
                    <a:pt x="29" y="22"/>
                    <a:pt x="29" y="22"/>
                  </a:cubicBezTo>
                  <a:cubicBezTo>
                    <a:pt x="28" y="24"/>
                    <a:pt x="27" y="25"/>
                    <a:pt x="26" y="27"/>
                  </a:cubicBezTo>
                  <a:moveTo>
                    <a:pt x="6" y="7"/>
                  </a:moveTo>
                  <a:cubicBezTo>
                    <a:pt x="5" y="6"/>
                    <a:pt x="5" y="6"/>
                    <a:pt x="4" y="5"/>
                  </a:cubicBezTo>
                  <a:cubicBezTo>
                    <a:pt x="3" y="6"/>
                    <a:pt x="2" y="7"/>
                    <a:pt x="2" y="9"/>
                  </a:cubicBezTo>
                  <a:cubicBezTo>
                    <a:pt x="2" y="9"/>
                    <a:pt x="3" y="10"/>
                    <a:pt x="4" y="11"/>
                  </a:cubicBezTo>
                  <a:cubicBezTo>
                    <a:pt x="4" y="9"/>
                    <a:pt x="5" y="8"/>
                    <a:pt x="6" y="7"/>
                  </a:cubicBezTo>
                  <a:moveTo>
                    <a:pt x="0" y="14"/>
                  </a:moveTo>
                  <a:cubicBezTo>
                    <a:pt x="0" y="14"/>
                    <a:pt x="0" y="14"/>
                    <a:pt x="0" y="14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0" y="14"/>
                    <a:pt x="0" y="14"/>
                    <a:pt x="0" y="14"/>
                  </a:cubicBezTo>
                  <a:moveTo>
                    <a:pt x="24" y="5"/>
                  </a:moveTo>
                  <a:cubicBezTo>
                    <a:pt x="25" y="4"/>
                    <a:pt x="26" y="4"/>
                    <a:pt x="26" y="3"/>
                  </a:cubicBezTo>
                  <a:cubicBezTo>
                    <a:pt x="24" y="2"/>
                    <a:pt x="22" y="0"/>
                    <a:pt x="20" y="0"/>
                  </a:cubicBezTo>
                  <a:cubicBezTo>
                    <a:pt x="20" y="1"/>
                    <a:pt x="20" y="1"/>
                    <a:pt x="20" y="2"/>
                  </a:cubicBezTo>
                  <a:cubicBezTo>
                    <a:pt x="22" y="3"/>
                    <a:pt x="23" y="4"/>
                    <a:pt x="24" y="5"/>
                  </a:cubicBezTo>
                  <a:moveTo>
                    <a:pt x="9" y="4"/>
                  </a:moveTo>
                  <a:cubicBezTo>
                    <a:pt x="10" y="3"/>
                    <a:pt x="10" y="2"/>
                    <a:pt x="10" y="1"/>
                  </a:cubicBezTo>
                  <a:cubicBezTo>
                    <a:pt x="9" y="1"/>
                    <a:pt x="8" y="1"/>
                    <a:pt x="8" y="2"/>
                  </a:cubicBezTo>
                  <a:cubicBezTo>
                    <a:pt x="8" y="3"/>
                    <a:pt x="9" y="3"/>
                    <a:pt x="9" y="4"/>
                  </a:cubicBezTo>
                  <a:cubicBezTo>
                    <a:pt x="9" y="4"/>
                    <a:pt x="9" y="4"/>
                    <a:pt x="9" y="4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501" name="Freeform 266">
              <a:extLst>
                <a:ext uri="{FF2B5EF4-FFF2-40B4-BE49-F238E27FC236}">
                  <a16:creationId xmlns:a16="http://schemas.microsoft.com/office/drawing/2014/main" id="{90502CD7-FBF8-4D48-816D-D9326F38A43A}"/>
                </a:ext>
              </a:extLst>
            </p:cNvPr>
            <p:cNvSpPr>
              <a:spLocks/>
            </p:cNvSpPr>
            <p:nvPr/>
          </p:nvSpPr>
          <p:spPr bwMode="auto">
            <a:xfrm>
              <a:off x="697" y="1473"/>
              <a:ext cx="19" cy="133"/>
            </a:xfrm>
            <a:custGeom>
              <a:avLst/>
              <a:gdLst>
                <a:gd name="T0" fmla="*/ 5 w 12"/>
                <a:gd name="T1" fmla="*/ 8 h 81"/>
                <a:gd name="T2" fmla="*/ 21 w 12"/>
                <a:gd name="T3" fmla="*/ 97 h 81"/>
                <a:gd name="T4" fmla="*/ 8 w 12"/>
                <a:gd name="T5" fmla="*/ 186 h 81"/>
                <a:gd name="T6" fmla="*/ 16 w 12"/>
                <a:gd name="T7" fmla="*/ 268 h 81"/>
                <a:gd name="T8" fmla="*/ 35 w 12"/>
                <a:gd name="T9" fmla="*/ 310 h 81"/>
                <a:gd name="T10" fmla="*/ 48 w 12"/>
                <a:gd name="T11" fmla="*/ 358 h 81"/>
                <a:gd name="T12" fmla="*/ 40 w 12"/>
                <a:gd name="T13" fmla="*/ 302 h 81"/>
                <a:gd name="T14" fmla="*/ 27 w 12"/>
                <a:gd name="T15" fmla="*/ 235 h 81"/>
                <a:gd name="T16" fmla="*/ 35 w 12"/>
                <a:gd name="T17" fmla="*/ 118 h 81"/>
                <a:gd name="T18" fmla="*/ 0 w 12"/>
                <a:gd name="T19" fmla="*/ 0 h 8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" h="81">
                  <a:moveTo>
                    <a:pt x="1" y="2"/>
                  </a:moveTo>
                  <a:cubicBezTo>
                    <a:pt x="3" y="9"/>
                    <a:pt x="5" y="15"/>
                    <a:pt x="5" y="22"/>
                  </a:cubicBezTo>
                  <a:cubicBezTo>
                    <a:pt x="4" y="29"/>
                    <a:pt x="2" y="35"/>
                    <a:pt x="2" y="42"/>
                  </a:cubicBezTo>
                  <a:cubicBezTo>
                    <a:pt x="2" y="48"/>
                    <a:pt x="2" y="54"/>
                    <a:pt x="4" y="60"/>
                  </a:cubicBezTo>
                  <a:cubicBezTo>
                    <a:pt x="5" y="63"/>
                    <a:pt x="8" y="67"/>
                    <a:pt x="9" y="70"/>
                  </a:cubicBezTo>
                  <a:cubicBezTo>
                    <a:pt x="10" y="74"/>
                    <a:pt x="11" y="78"/>
                    <a:pt x="12" y="81"/>
                  </a:cubicBezTo>
                  <a:cubicBezTo>
                    <a:pt x="10" y="77"/>
                    <a:pt x="10" y="73"/>
                    <a:pt x="10" y="68"/>
                  </a:cubicBezTo>
                  <a:cubicBezTo>
                    <a:pt x="9" y="63"/>
                    <a:pt x="7" y="58"/>
                    <a:pt x="7" y="53"/>
                  </a:cubicBezTo>
                  <a:cubicBezTo>
                    <a:pt x="7" y="43"/>
                    <a:pt x="8" y="35"/>
                    <a:pt x="9" y="27"/>
                  </a:cubicBezTo>
                  <a:cubicBezTo>
                    <a:pt x="11" y="14"/>
                    <a:pt x="8" y="7"/>
                    <a:pt x="0" y="0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502" name="Freeform 267">
              <a:extLst>
                <a:ext uri="{FF2B5EF4-FFF2-40B4-BE49-F238E27FC236}">
                  <a16:creationId xmlns:a16="http://schemas.microsoft.com/office/drawing/2014/main" id="{9D3EDBB1-112B-4954-93B5-B1EEBCA6BFC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3" y="1519"/>
              <a:ext cx="50" cy="56"/>
            </a:xfrm>
            <a:custGeom>
              <a:avLst/>
              <a:gdLst>
                <a:gd name="T0" fmla="*/ 138 w 30"/>
                <a:gd name="T1" fmla="*/ 81 h 34"/>
                <a:gd name="T2" fmla="*/ 75 w 30"/>
                <a:gd name="T3" fmla="*/ 0 h 34"/>
                <a:gd name="T4" fmla="*/ 0 w 30"/>
                <a:gd name="T5" fmla="*/ 71 h 34"/>
                <a:gd name="T6" fmla="*/ 63 w 30"/>
                <a:gd name="T7" fmla="*/ 147 h 34"/>
                <a:gd name="T8" fmla="*/ 138 w 30"/>
                <a:gd name="T9" fmla="*/ 81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34">
                  <a:moveTo>
                    <a:pt x="30" y="18"/>
                  </a:moveTo>
                  <a:cubicBezTo>
                    <a:pt x="30" y="9"/>
                    <a:pt x="24" y="1"/>
                    <a:pt x="16" y="0"/>
                  </a:cubicBezTo>
                  <a:cubicBezTo>
                    <a:pt x="8" y="0"/>
                    <a:pt x="1" y="7"/>
                    <a:pt x="0" y="16"/>
                  </a:cubicBezTo>
                  <a:cubicBezTo>
                    <a:pt x="0" y="25"/>
                    <a:pt x="6" y="33"/>
                    <a:pt x="14" y="33"/>
                  </a:cubicBezTo>
                  <a:cubicBezTo>
                    <a:pt x="22" y="34"/>
                    <a:pt x="29" y="27"/>
                    <a:pt x="30" y="18"/>
                  </a:cubicBezTo>
                </a:path>
              </a:pathLst>
            </a:custGeom>
            <a:solidFill>
              <a:srgbClr val="F9CA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503" name="Freeform 268">
              <a:extLst>
                <a:ext uri="{FF2B5EF4-FFF2-40B4-BE49-F238E27FC236}">
                  <a16:creationId xmlns:a16="http://schemas.microsoft.com/office/drawing/2014/main" id="{14F94756-4802-438C-B672-223F651F8BE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1" y="1428"/>
              <a:ext cx="215" cy="211"/>
            </a:xfrm>
            <a:custGeom>
              <a:avLst/>
              <a:gdLst>
                <a:gd name="T0" fmla="*/ 589 w 130"/>
                <a:gd name="T1" fmla="*/ 0 h 128"/>
                <a:gd name="T2" fmla="*/ 556 w 130"/>
                <a:gd name="T3" fmla="*/ 117 h 128"/>
                <a:gd name="T4" fmla="*/ 539 w 130"/>
                <a:gd name="T5" fmla="*/ 158 h 128"/>
                <a:gd name="T6" fmla="*/ 541 w 130"/>
                <a:gd name="T7" fmla="*/ 251 h 128"/>
                <a:gd name="T8" fmla="*/ 539 w 130"/>
                <a:gd name="T9" fmla="*/ 364 h 128"/>
                <a:gd name="T10" fmla="*/ 306 w 130"/>
                <a:gd name="T11" fmla="*/ 574 h 128"/>
                <a:gd name="T12" fmla="*/ 13 w 130"/>
                <a:gd name="T13" fmla="*/ 407 h 128"/>
                <a:gd name="T14" fmla="*/ 0 w 130"/>
                <a:gd name="T15" fmla="*/ 359 h 128"/>
                <a:gd name="T16" fmla="*/ 20 w 130"/>
                <a:gd name="T17" fmla="*/ 402 h 128"/>
                <a:gd name="T18" fmla="*/ 304 w 130"/>
                <a:gd name="T19" fmla="*/ 569 h 128"/>
                <a:gd name="T20" fmla="*/ 534 w 130"/>
                <a:gd name="T21" fmla="*/ 359 h 128"/>
                <a:gd name="T22" fmla="*/ 539 w 130"/>
                <a:gd name="T23" fmla="*/ 251 h 128"/>
                <a:gd name="T24" fmla="*/ 534 w 130"/>
                <a:gd name="T25" fmla="*/ 158 h 128"/>
                <a:gd name="T26" fmla="*/ 552 w 130"/>
                <a:gd name="T27" fmla="*/ 112 h 128"/>
                <a:gd name="T28" fmla="*/ 589 w 130"/>
                <a:gd name="T29" fmla="*/ 0 h 12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30" h="128">
                  <a:moveTo>
                    <a:pt x="130" y="0"/>
                  </a:moveTo>
                  <a:cubicBezTo>
                    <a:pt x="130" y="11"/>
                    <a:pt x="127" y="19"/>
                    <a:pt x="123" y="26"/>
                  </a:cubicBezTo>
                  <a:cubicBezTo>
                    <a:pt x="122" y="29"/>
                    <a:pt x="120" y="32"/>
                    <a:pt x="119" y="35"/>
                  </a:cubicBezTo>
                  <a:cubicBezTo>
                    <a:pt x="118" y="40"/>
                    <a:pt x="119" y="48"/>
                    <a:pt x="120" y="56"/>
                  </a:cubicBezTo>
                  <a:cubicBezTo>
                    <a:pt x="122" y="64"/>
                    <a:pt x="120" y="73"/>
                    <a:pt x="119" y="81"/>
                  </a:cubicBezTo>
                  <a:cubicBezTo>
                    <a:pt x="116" y="109"/>
                    <a:pt x="94" y="128"/>
                    <a:pt x="68" y="128"/>
                  </a:cubicBezTo>
                  <a:cubicBezTo>
                    <a:pt x="23" y="128"/>
                    <a:pt x="12" y="109"/>
                    <a:pt x="3" y="91"/>
                  </a:cubicBezTo>
                  <a:cubicBezTo>
                    <a:pt x="0" y="80"/>
                    <a:pt x="0" y="80"/>
                    <a:pt x="0" y="80"/>
                  </a:cubicBezTo>
                  <a:cubicBezTo>
                    <a:pt x="4" y="90"/>
                    <a:pt x="4" y="90"/>
                    <a:pt x="4" y="90"/>
                  </a:cubicBezTo>
                  <a:cubicBezTo>
                    <a:pt x="12" y="107"/>
                    <a:pt x="23" y="127"/>
                    <a:pt x="67" y="127"/>
                  </a:cubicBezTo>
                  <a:cubicBezTo>
                    <a:pt x="93" y="127"/>
                    <a:pt x="115" y="107"/>
                    <a:pt x="118" y="80"/>
                  </a:cubicBezTo>
                  <a:cubicBezTo>
                    <a:pt x="119" y="73"/>
                    <a:pt x="120" y="64"/>
                    <a:pt x="119" y="56"/>
                  </a:cubicBezTo>
                  <a:cubicBezTo>
                    <a:pt x="117" y="48"/>
                    <a:pt x="116" y="40"/>
                    <a:pt x="118" y="35"/>
                  </a:cubicBezTo>
                  <a:cubicBezTo>
                    <a:pt x="119" y="32"/>
                    <a:pt x="120" y="28"/>
                    <a:pt x="122" y="25"/>
                  </a:cubicBezTo>
                  <a:cubicBezTo>
                    <a:pt x="125" y="18"/>
                    <a:pt x="130" y="10"/>
                    <a:pt x="130" y="0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504" name="Freeform 269">
              <a:extLst>
                <a:ext uri="{FF2B5EF4-FFF2-40B4-BE49-F238E27FC236}">
                  <a16:creationId xmlns:a16="http://schemas.microsoft.com/office/drawing/2014/main" id="{14285D7B-D961-4520-B2D3-0625A2AD8B0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07" y="1535"/>
              <a:ext cx="21" cy="23"/>
            </a:xfrm>
            <a:custGeom>
              <a:avLst/>
              <a:gdLst>
                <a:gd name="T0" fmla="*/ 0 w 13"/>
                <a:gd name="T1" fmla="*/ 26 h 14"/>
                <a:gd name="T2" fmla="*/ 8 w 13"/>
                <a:gd name="T3" fmla="*/ 54 h 14"/>
                <a:gd name="T4" fmla="*/ 26 w 13"/>
                <a:gd name="T5" fmla="*/ 62 h 14"/>
                <a:gd name="T6" fmla="*/ 47 w 13"/>
                <a:gd name="T7" fmla="*/ 54 h 14"/>
                <a:gd name="T8" fmla="*/ 55 w 13"/>
                <a:gd name="T9" fmla="*/ 33 h 14"/>
                <a:gd name="T10" fmla="*/ 50 w 13"/>
                <a:gd name="T11" fmla="*/ 13 h 14"/>
                <a:gd name="T12" fmla="*/ 47 w 13"/>
                <a:gd name="T13" fmla="*/ 21 h 14"/>
                <a:gd name="T14" fmla="*/ 47 w 13"/>
                <a:gd name="T15" fmla="*/ 21 h 14"/>
                <a:gd name="T16" fmla="*/ 47 w 13"/>
                <a:gd name="T17" fmla="*/ 33 h 14"/>
                <a:gd name="T18" fmla="*/ 47 w 13"/>
                <a:gd name="T19" fmla="*/ 33 h 14"/>
                <a:gd name="T20" fmla="*/ 47 w 13"/>
                <a:gd name="T21" fmla="*/ 33 h 14"/>
                <a:gd name="T22" fmla="*/ 42 w 13"/>
                <a:gd name="T23" fmla="*/ 43 h 14"/>
                <a:gd name="T24" fmla="*/ 29 w 13"/>
                <a:gd name="T25" fmla="*/ 54 h 14"/>
                <a:gd name="T26" fmla="*/ 16 w 13"/>
                <a:gd name="T27" fmla="*/ 43 h 14"/>
                <a:gd name="T28" fmla="*/ 8 w 13"/>
                <a:gd name="T29" fmla="*/ 35 h 14"/>
                <a:gd name="T30" fmla="*/ 5 w 13"/>
                <a:gd name="T31" fmla="*/ 21 h 14"/>
                <a:gd name="T32" fmla="*/ 0 w 13"/>
                <a:gd name="T33" fmla="*/ 26 h 14"/>
                <a:gd name="T34" fmla="*/ 34 w 13"/>
                <a:gd name="T35" fmla="*/ 8 h 14"/>
                <a:gd name="T36" fmla="*/ 34 w 13"/>
                <a:gd name="T37" fmla="*/ 8 h 14"/>
                <a:gd name="T38" fmla="*/ 34 w 13"/>
                <a:gd name="T39" fmla="*/ 0 h 14"/>
                <a:gd name="T40" fmla="*/ 29 w 13"/>
                <a:gd name="T41" fmla="*/ 0 h 14"/>
                <a:gd name="T42" fmla="*/ 26 w 13"/>
                <a:gd name="T43" fmla="*/ 0 h 14"/>
                <a:gd name="T44" fmla="*/ 26 w 13"/>
                <a:gd name="T45" fmla="*/ 5 h 14"/>
                <a:gd name="T46" fmla="*/ 26 w 13"/>
                <a:gd name="T47" fmla="*/ 13 h 14"/>
                <a:gd name="T48" fmla="*/ 29 w 13"/>
                <a:gd name="T49" fmla="*/ 8 h 14"/>
                <a:gd name="T50" fmla="*/ 34 w 13"/>
                <a:gd name="T51" fmla="*/ 8 h 14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13" h="14">
                  <a:moveTo>
                    <a:pt x="0" y="6"/>
                  </a:moveTo>
                  <a:cubicBezTo>
                    <a:pt x="2" y="12"/>
                    <a:pt x="2" y="12"/>
                    <a:pt x="2" y="12"/>
                  </a:cubicBezTo>
                  <a:cubicBezTo>
                    <a:pt x="6" y="14"/>
                    <a:pt x="6" y="14"/>
                    <a:pt x="6" y="14"/>
                  </a:cubicBezTo>
                  <a:cubicBezTo>
                    <a:pt x="11" y="12"/>
                    <a:pt x="11" y="12"/>
                    <a:pt x="11" y="12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2" y="3"/>
                    <a:pt x="12" y="3"/>
                    <a:pt x="12" y="3"/>
                  </a:cubicBezTo>
                  <a:cubicBezTo>
                    <a:pt x="11" y="5"/>
                    <a:pt x="11" y="5"/>
                    <a:pt x="11" y="5"/>
                  </a:cubicBezTo>
                  <a:cubicBezTo>
                    <a:pt x="11" y="5"/>
                    <a:pt x="11" y="5"/>
                    <a:pt x="11" y="5"/>
                  </a:cubicBezTo>
                  <a:cubicBezTo>
                    <a:pt x="11" y="6"/>
                    <a:pt x="11" y="6"/>
                    <a:pt x="11" y="7"/>
                  </a:cubicBezTo>
                  <a:cubicBezTo>
                    <a:pt x="11" y="7"/>
                    <a:pt x="11" y="7"/>
                    <a:pt x="11" y="7"/>
                  </a:cubicBezTo>
                  <a:cubicBezTo>
                    <a:pt x="11" y="7"/>
                    <a:pt x="11" y="7"/>
                    <a:pt x="11" y="7"/>
                  </a:cubicBezTo>
                  <a:cubicBezTo>
                    <a:pt x="10" y="10"/>
                    <a:pt x="10" y="10"/>
                    <a:pt x="10" y="10"/>
                  </a:cubicBezTo>
                  <a:cubicBezTo>
                    <a:pt x="10" y="10"/>
                    <a:pt x="7" y="12"/>
                    <a:pt x="7" y="12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3" y="10"/>
                    <a:pt x="2" y="9"/>
                    <a:pt x="2" y="8"/>
                  </a:cubicBezTo>
                  <a:cubicBezTo>
                    <a:pt x="2" y="7"/>
                    <a:pt x="2" y="6"/>
                    <a:pt x="1" y="5"/>
                  </a:cubicBezTo>
                  <a:lnTo>
                    <a:pt x="0" y="6"/>
                  </a:lnTo>
                  <a:close/>
                  <a:moveTo>
                    <a:pt x="8" y="2"/>
                  </a:moveTo>
                  <a:cubicBezTo>
                    <a:pt x="8" y="2"/>
                    <a:pt x="8" y="2"/>
                    <a:pt x="8" y="2"/>
                  </a:cubicBezTo>
                  <a:cubicBezTo>
                    <a:pt x="8" y="1"/>
                    <a:pt x="8" y="1"/>
                    <a:pt x="8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6" y="0"/>
                    <a:pt x="6" y="1"/>
                    <a:pt x="6" y="1"/>
                  </a:cubicBezTo>
                  <a:cubicBezTo>
                    <a:pt x="6" y="1"/>
                    <a:pt x="6" y="2"/>
                    <a:pt x="6" y="3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7" y="2"/>
                    <a:pt x="8" y="2"/>
                    <a:pt x="8" y="2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505" name="Freeform 270">
              <a:extLst>
                <a:ext uri="{FF2B5EF4-FFF2-40B4-BE49-F238E27FC236}">
                  <a16:creationId xmlns:a16="http://schemas.microsoft.com/office/drawing/2014/main" id="{DD00B187-8E49-4A33-9D7B-697607EDF25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092" y="1519"/>
              <a:ext cx="53" cy="57"/>
            </a:xfrm>
            <a:custGeom>
              <a:avLst/>
              <a:gdLst>
                <a:gd name="T0" fmla="*/ 146 w 32"/>
                <a:gd name="T1" fmla="*/ 88 h 35"/>
                <a:gd name="T2" fmla="*/ 133 w 32"/>
                <a:gd name="T3" fmla="*/ 81 h 35"/>
                <a:gd name="T4" fmla="*/ 133 w 32"/>
                <a:gd name="T5" fmla="*/ 96 h 35"/>
                <a:gd name="T6" fmla="*/ 139 w 32"/>
                <a:gd name="T7" fmla="*/ 98 h 35"/>
                <a:gd name="T8" fmla="*/ 146 w 32"/>
                <a:gd name="T9" fmla="*/ 88 h 35"/>
                <a:gd name="T10" fmla="*/ 76 w 32"/>
                <a:gd name="T11" fmla="*/ 8 h 35"/>
                <a:gd name="T12" fmla="*/ 76 w 32"/>
                <a:gd name="T13" fmla="*/ 8 h 35"/>
                <a:gd name="T14" fmla="*/ 83 w 32"/>
                <a:gd name="T15" fmla="*/ 8 h 35"/>
                <a:gd name="T16" fmla="*/ 76 w 32"/>
                <a:gd name="T17" fmla="*/ 5 h 35"/>
                <a:gd name="T18" fmla="*/ 76 w 32"/>
                <a:gd name="T19" fmla="*/ 0 h 35"/>
                <a:gd name="T20" fmla="*/ 76 w 32"/>
                <a:gd name="T21" fmla="*/ 8 h 35"/>
                <a:gd name="T22" fmla="*/ 8 w 32"/>
                <a:gd name="T23" fmla="*/ 75 h 35"/>
                <a:gd name="T24" fmla="*/ 8 w 32"/>
                <a:gd name="T25" fmla="*/ 68 h 35"/>
                <a:gd name="T26" fmla="*/ 22 w 32"/>
                <a:gd name="T27" fmla="*/ 39 h 35"/>
                <a:gd name="T28" fmla="*/ 13 w 32"/>
                <a:gd name="T29" fmla="*/ 34 h 35"/>
                <a:gd name="T30" fmla="*/ 8 w 32"/>
                <a:gd name="T31" fmla="*/ 34 h 35"/>
                <a:gd name="T32" fmla="*/ 0 w 32"/>
                <a:gd name="T33" fmla="*/ 64 h 35"/>
                <a:gd name="T34" fmla="*/ 8 w 32"/>
                <a:gd name="T35" fmla="*/ 75 h 35"/>
                <a:gd name="T36" fmla="*/ 28 w 32"/>
                <a:gd name="T37" fmla="*/ 117 h 35"/>
                <a:gd name="T38" fmla="*/ 13 w 32"/>
                <a:gd name="T39" fmla="*/ 96 h 35"/>
                <a:gd name="T40" fmla="*/ 5 w 32"/>
                <a:gd name="T41" fmla="*/ 90 h 35"/>
                <a:gd name="T42" fmla="*/ 20 w 32"/>
                <a:gd name="T43" fmla="*/ 122 h 35"/>
                <a:gd name="T44" fmla="*/ 68 w 32"/>
                <a:gd name="T45" fmla="*/ 151 h 35"/>
                <a:gd name="T46" fmla="*/ 126 w 32"/>
                <a:gd name="T47" fmla="*/ 122 h 35"/>
                <a:gd name="T48" fmla="*/ 118 w 32"/>
                <a:gd name="T49" fmla="*/ 117 h 35"/>
                <a:gd name="T50" fmla="*/ 68 w 32"/>
                <a:gd name="T51" fmla="*/ 138 h 35"/>
                <a:gd name="T52" fmla="*/ 28 w 32"/>
                <a:gd name="T53" fmla="*/ 117 h 35"/>
                <a:gd name="T54" fmla="*/ 118 w 32"/>
                <a:gd name="T55" fmla="*/ 29 h 35"/>
                <a:gd name="T56" fmla="*/ 126 w 32"/>
                <a:gd name="T57" fmla="*/ 47 h 35"/>
                <a:gd name="T58" fmla="*/ 137 w 32"/>
                <a:gd name="T59" fmla="*/ 39 h 35"/>
                <a:gd name="T60" fmla="*/ 126 w 32"/>
                <a:gd name="T61" fmla="*/ 21 h 35"/>
                <a:gd name="T62" fmla="*/ 118 w 32"/>
                <a:gd name="T63" fmla="*/ 29 h 35"/>
                <a:gd name="T64" fmla="*/ 146 w 32"/>
                <a:gd name="T65" fmla="*/ 60 h 35"/>
                <a:gd name="T66" fmla="*/ 139 w 32"/>
                <a:gd name="T67" fmla="*/ 60 h 35"/>
                <a:gd name="T68" fmla="*/ 146 w 32"/>
                <a:gd name="T69" fmla="*/ 60 h 35"/>
                <a:gd name="T70" fmla="*/ 146 w 32"/>
                <a:gd name="T71" fmla="*/ 60 h 35"/>
                <a:gd name="T72" fmla="*/ 36 w 32"/>
                <a:gd name="T73" fmla="*/ 21 h 35"/>
                <a:gd name="T74" fmla="*/ 55 w 32"/>
                <a:gd name="T75" fmla="*/ 8 h 35"/>
                <a:gd name="T76" fmla="*/ 55 w 32"/>
                <a:gd name="T77" fmla="*/ 0 h 35"/>
                <a:gd name="T78" fmla="*/ 28 w 32"/>
                <a:gd name="T79" fmla="*/ 13 h 35"/>
                <a:gd name="T80" fmla="*/ 36 w 32"/>
                <a:gd name="T81" fmla="*/ 21 h 35"/>
                <a:gd name="T82" fmla="*/ 99 w 32"/>
                <a:gd name="T83" fmla="*/ 18 h 35"/>
                <a:gd name="T84" fmla="*/ 104 w 32"/>
                <a:gd name="T85" fmla="*/ 18 h 35"/>
                <a:gd name="T86" fmla="*/ 109 w 32"/>
                <a:gd name="T87" fmla="*/ 8 h 35"/>
                <a:gd name="T88" fmla="*/ 99 w 32"/>
                <a:gd name="T89" fmla="*/ 5 h 35"/>
                <a:gd name="T90" fmla="*/ 99 w 32"/>
                <a:gd name="T91" fmla="*/ 18 h 35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32" h="35">
                  <a:moveTo>
                    <a:pt x="32" y="20"/>
                  </a:moveTo>
                  <a:cubicBezTo>
                    <a:pt x="31" y="19"/>
                    <a:pt x="30" y="19"/>
                    <a:pt x="29" y="19"/>
                  </a:cubicBezTo>
                  <a:cubicBezTo>
                    <a:pt x="29" y="20"/>
                    <a:pt x="29" y="21"/>
                    <a:pt x="29" y="22"/>
                  </a:cubicBezTo>
                  <a:cubicBezTo>
                    <a:pt x="29" y="23"/>
                    <a:pt x="30" y="23"/>
                    <a:pt x="31" y="23"/>
                  </a:cubicBezTo>
                  <a:cubicBezTo>
                    <a:pt x="31" y="22"/>
                    <a:pt x="31" y="21"/>
                    <a:pt x="32" y="20"/>
                  </a:cubicBezTo>
                  <a:moveTo>
                    <a:pt x="17" y="2"/>
                  </a:move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7" y="2"/>
                    <a:pt x="18" y="2"/>
                  </a:cubicBezTo>
                  <a:cubicBezTo>
                    <a:pt x="17" y="1"/>
                    <a:pt x="18" y="1"/>
                    <a:pt x="17" y="1"/>
                  </a:cubicBezTo>
                  <a:cubicBezTo>
                    <a:pt x="17" y="1"/>
                    <a:pt x="17" y="0"/>
                    <a:pt x="17" y="0"/>
                  </a:cubicBezTo>
                  <a:cubicBezTo>
                    <a:pt x="17" y="1"/>
                    <a:pt x="17" y="1"/>
                    <a:pt x="17" y="2"/>
                  </a:cubicBezTo>
                  <a:moveTo>
                    <a:pt x="2" y="17"/>
                  </a:moveTo>
                  <a:cubicBezTo>
                    <a:pt x="2" y="16"/>
                    <a:pt x="2" y="16"/>
                    <a:pt x="2" y="16"/>
                  </a:cubicBezTo>
                  <a:cubicBezTo>
                    <a:pt x="2" y="13"/>
                    <a:pt x="3" y="11"/>
                    <a:pt x="5" y="9"/>
                  </a:cubicBezTo>
                  <a:cubicBezTo>
                    <a:pt x="4" y="8"/>
                    <a:pt x="4" y="8"/>
                    <a:pt x="3" y="8"/>
                  </a:cubicBezTo>
                  <a:cubicBezTo>
                    <a:pt x="3" y="8"/>
                    <a:pt x="3" y="8"/>
                    <a:pt x="2" y="8"/>
                  </a:cubicBezTo>
                  <a:cubicBezTo>
                    <a:pt x="1" y="10"/>
                    <a:pt x="0" y="12"/>
                    <a:pt x="0" y="15"/>
                  </a:cubicBezTo>
                  <a:cubicBezTo>
                    <a:pt x="1" y="16"/>
                    <a:pt x="2" y="16"/>
                    <a:pt x="2" y="17"/>
                  </a:cubicBezTo>
                  <a:moveTo>
                    <a:pt x="6" y="27"/>
                  </a:moveTo>
                  <a:cubicBezTo>
                    <a:pt x="4" y="25"/>
                    <a:pt x="4" y="24"/>
                    <a:pt x="3" y="22"/>
                  </a:cubicBezTo>
                  <a:cubicBezTo>
                    <a:pt x="2" y="22"/>
                    <a:pt x="1" y="22"/>
                    <a:pt x="1" y="21"/>
                  </a:cubicBezTo>
                  <a:cubicBezTo>
                    <a:pt x="1" y="24"/>
                    <a:pt x="2" y="26"/>
                    <a:pt x="4" y="28"/>
                  </a:cubicBezTo>
                  <a:cubicBezTo>
                    <a:pt x="7" y="32"/>
                    <a:pt x="11" y="34"/>
                    <a:pt x="15" y="35"/>
                  </a:cubicBezTo>
                  <a:cubicBezTo>
                    <a:pt x="20" y="35"/>
                    <a:pt x="25" y="32"/>
                    <a:pt x="28" y="28"/>
                  </a:cubicBezTo>
                  <a:cubicBezTo>
                    <a:pt x="28" y="27"/>
                    <a:pt x="27" y="27"/>
                    <a:pt x="26" y="27"/>
                  </a:cubicBezTo>
                  <a:cubicBezTo>
                    <a:pt x="23" y="30"/>
                    <a:pt x="19" y="32"/>
                    <a:pt x="15" y="32"/>
                  </a:cubicBezTo>
                  <a:cubicBezTo>
                    <a:pt x="11" y="32"/>
                    <a:pt x="8" y="30"/>
                    <a:pt x="6" y="27"/>
                  </a:cubicBezTo>
                  <a:moveTo>
                    <a:pt x="26" y="7"/>
                  </a:moveTo>
                  <a:cubicBezTo>
                    <a:pt x="27" y="8"/>
                    <a:pt x="28" y="9"/>
                    <a:pt x="28" y="11"/>
                  </a:cubicBezTo>
                  <a:cubicBezTo>
                    <a:pt x="29" y="10"/>
                    <a:pt x="29" y="9"/>
                    <a:pt x="30" y="9"/>
                  </a:cubicBezTo>
                  <a:cubicBezTo>
                    <a:pt x="29" y="7"/>
                    <a:pt x="29" y="6"/>
                    <a:pt x="28" y="5"/>
                  </a:cubicBezTo>
                  <a:cubicBezTo>
                    <a:pt x="27" y="6"/>
                    <a:pt x="27" y="6"/>
                    <a:pt x="26" y="7"/>
                  </a:cubicBezTo>
                  <a:moveTo>
                    <a:pt x="32" y="14"/>
                  </a:moveTo>
                  <a:cubicBezTo>
                    <a:pt x="31" y="14"/>
                    <a:pt x="31" y="14"/>
                    <a:pt x="31" y="14"/>
                  </a:cubicBezTo>
                  <a:cubicBezTo>
                    <a:pt x="31" y="14"/>
                    <a:pt x="32" y="14"/>
                    <a:pt x="32" y="14"/>
                  </a:cubicBezTo>
                  <a:cubicBezTo>
                    <a:pt x="32" y="14"/>
                    <a:pt x="32" y="14"/>
                    <a:pt x="32" y="14"/>
                  </a:cubicBezTo>
                  <a:moveTo>
                    <a:pt x="8" y="5"/>
                  </a:moveTo>
                  <a:cubicBezTo>
                    <a:pt x="9" y="4"/>
                    <a:pt x="10" y="3"/>
                    <a:pt x="12" y="2"/>
                  </a:cubicBezTo>
                  <a:cubicBezTo>
                    <a:pt x="12" y="1"/>
                    <a:pt x="12" y="1"/>
                    <a:pt x="12" y="0"/>
                  </a:cubicBezTo>
                  <a:cubicBezTo>
                    <a:pt x="10" y="0"/>
                    <a:pt x="8" y="2"/>
                    <a:pt x="6" y="3"/>
                  </a:cubicBezTo>
                  <a:cubicBezTo>
                    <a:pt x="6" y="4"/>
                    <a:pt x="7" y="4"/>
                    <a:pt x="8" y="5"/>
                  </a:cubicBezTo>
                  <a:moveTo>
                    <a:pt x="22" y="4"/>
                  </a:moveTo>
                  <a:cubicBezTo>
                    <a:pt x="23" y="4"/>
                    <a:pt x="23" y="4"/>
                    <a:pt x="23" y="4"/>
                  </a:cubicBezTo>
                  <a:cubicBezTo>
                    <a:pt x="23" y="3"/>
                    <a:pt x="24" y="3"/>
                    <a:pt x="24" y="2"/>
                  </a:cubicBezTo>
                  <a:cubicBezTo>
                    <a:pt x="24" y="1"/>
                    <a:pt x="23" y="1"/>
                    <a:pt x="22" y="1"/>
                  </a:cubicBezTo>
                  <a:cubicBezTo>
                    <a:pt x="22" y="2"/>
                    <a:pt x="22" y="3"/>
                    <a:pt x="22" y="4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506" name="Freeform 271">
              <a:extLst>
                <a:ext uri="{FF2B5EF4-FFF2-40B4-BE49-F238E27FC236}">
                  <a16:creationId xmlns:a16="http://schemas.microsoft.com/office/drawing/2014/main" id="{EAA4D75B-BE28-4891-8D13-02F1BA28CA4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4" y="1473"/>
              <a:ext cx="20" cy="133"/>
            </a:xfrm>
            <a:custGeom>
              <a:avLst/>
              <a:gdLst>
                <a:gd name="T0" fmla="*/ 55 w 12"/>
                <a:gd name="T1" fmla="*/ 8 h 81"/>
                <a:gd name="T2" fmla="*/ 37 w 12"/>
                <a:gd name="T3" fmla="*/ 97 h 81"/>
                <a:gd name="T4" fmla="*/ 50 w 12"/>
                <a:gd name="T5" fmla="*/ 186 h 81"/>
                <a:gd name="T6" fmla="*/ 42 w 12"/>
                <a:gd name="T7" fmla="*/ 268 h 81"/>
                <a:gd name="T8" fmla="*/ 20 w 12"/>
                <a:gd name="T9" fmla="*/ 310 h 81"/>
                <a:gd name="T10" fmla="*/ 0 w 12"/>
                <a:gd name="T11" fmla="*/ 358 h 81"/>
                <a:gd name="T12" fmla="*/ 13 w 12"/>
                <a:gd name="T13" fmla="*/ 302 h 81"/>
                <a:gd name="T14" fmla="*/ 28 w 12"/>
                <a:gd name="T15" fmla="*/ 235 h 81"/>
                <a:gd name="T16" fmla="*/ 13 w 12"/>
                <a:gd name="T17" fmla="*/ 118 h 81"/>
                <a:gd name="T18" fmla="*/ 55 w 12"/>
                <a:gd name="T19" fmla="*/ 0 h 8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" h="81">
                  <a:moveTo>
                    <a:pt x="12" y="2"/>
                  </a:moveTo>
                  <a:cubicBezTo>
                    <a:pt x="10" y="9"/>
                    <a:pt x="8" y="15"/>
                    <a:pt x="8" y="22"/>
                  </a:cubicBezTo>
                  <a:cubicBezTo>
                    <a:pt x="9" y="29"/>
                    <a:pt x="10" y="35"/>
                    <a:pt x="11" y="42"/>
                  </a:cubicBezTo>
                  <a:cubicBezTo>
                    <a:pt x="11" y="48"/>
                    <a:pt x="10" y="54"/>
                    <a:pt x="9" y="60"/>
                  </a:cubicBezTo>
                  <a:cubicBezTo>
                    <a:pt x="7" y="63"/>
                    <a:pt x="5" y="67"/>
                    <a:pt x="4" y="70"/>
                  </a:cubicBezTo>
                  <a:cubicBezTo>
                    <a:pt x="3" y="74"/>
                    <a:pt x="2" y="78"/>
                    <a:pt x="0" y="81"/>
                  </a:cubicBezTo>
                  <a:cubicBezTo>
                    <a:pt x="3" y="77"/>
                    <a:pt x="3" y="73"/>
                    <a:pt x="3" y="68"/>
                  </a:cubicBezTo>
                  <a:cubicBezTo>
                    <a:pt x="4" y="63"/>
                    <a:pt x="6" y="58"/>
                    <a:pt x="6" y="53"/>
                  </a:cubicBezTo>
                  <a:cubicBezTo>
                    <a:pt x="6" y="43"/>
                    <a:pt x="5" y="35"/>
                    <a:pt x="3" y="27"/>
                  </a:cubicBezTo>
                  <a:cubicBezTo>
                    <a:pt x="2" y="14"/>
                    <a:pt x="5" y="7"/>
                    <a:pt x="12" y="0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507" name="Freeform 272">
              <a:extLst>
                <a:ext uri="{FF2B5EF4-FFF2-40B4-BE49-F238E27FC236}">
                  <a16:creationId xmlns:a16="http://schemas.microsoft.com/office/drawing/2014/main" id="{027C2451-276A-4C6D-91A8-7A3045C69102}"/>
                </a:ext>
              </a:extLst>
            </p:cNvPr>
            <p:cNvSpPr>
              <a:spLocks/>
            </p:cNvSpPr>
            <p:nvPr/>
          </p:nvSpPr>
          <p:spPr bwMode="auto">
            <a:xfrm>
              <a:off x="683" y="1680"/>
              <a:ext cx="96" cy="561"/>
            </a:xfrm>
            <a:custGeom>
              <a:avLst/>
              <a:gdLst>
                <a:gd name="T0" fmla="*/ 109 w 58"/>
                <a:gd name="T1" fmla="*/ 0 h 341"/>
                <a:gd name="T2" fmla="*/ 154 w 58"/>
                <a:gd name="T3" fmla="*/ 257 h 341"/>
                <a:gd name="T4" fmla="*/ 172 w 58"/>
                <a:gd name="T5" fmla="*/ 508 h 341"/>
                <a:gd name="T6" fmla="*/ 180 w 58"/>
                <a:gd name="T7" fmla="*/ 760 h 341"/>
                <a:gd name="T8" fmla="*/ 76 w 58"/>
                <a:gd name="T9" fmla="*/ 1020 h 341"/>
                <a:gd name="T10" fmla="*/ 0 w 58"/>
                <a:gd name="T11" fmla="*/ 1518 h 341"/>
                <a:gd name="T12" fmla="*/ 63 w 58"/>
                <a:gd name="T13" fmla="*/ 1291 h 341"/>
                <a:gd name="T14" fmla="*/ 113 w 58"/>
                <a:gd name="T15" fmla="*/ 1086 h 341"/>
                <a:gd name="T16" fmla="*/ 167 w 58"/>
                <a:gd name="T17" fmla="*/ 1010 h 341"/>
                <a:gd name="T18" fmla="*/ 192 w 58"/>
                <a:gd name="T19" fmla="*/ 869 h 341"/>
                <a:gd name="T20" fmla="*/ 192 w 58"/>
                <a:gd name="T21" fmla="*/ 268 h 341"/>
                <a:gd name="T22" fmla="*/ 159 w 58"/>
                <a:gd name="T23" fmla="*/ 125 h 341"/>
                <a:gd name="T24" fmla="*/ 104 w 58"/>
                <a:gd name="T25" fmla="*/ 21 h 34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8" h="341">
                  <a:moveTo>
                    <a:pt x="24" y="0"/>
                  </a:moveTo>
                  <a:cubicBezTo>
                    <a:pt x="24" y="19"/>
                    <a:pt x="32" y="38"/>
                    <a:pt x="34" y="58"/>
                  </a:cubicBezTo>
                  <a:cubicBezTo>
                    <a:pt x="36" y="77"/>
                    <a:pt x="35" y="95"/>
                    <a:pt x="38" y="114"/>
                  </a:cubicBezTo>
                  <a:cubicBezTo>
                    <a:pt x="41" y="134"/>
                    <a:pt x="45" y="151"/>
                    <a:pt x="40" y="171"/>
                  </a:cubicBezTo>
                  <a:cubicBezTo>
                    <a:pt x="34" y="192"/>
                    <a:pt x="22" y="208"/>
                    <a:pt x="17" y="229"/>
                  </a:cubicBezTo>
                  <a:cubicBezTo>
                    <a:pt x="8" y="266"/>
                    <a:pt x="8" y="305"/>
                    <a:pt x="0" y="341"/>
                  </a:cubicBezTo>
                  <a:cubicBezTo>
                    <a:pt x="7" y="328"/>
                    <a:pt x="10" y="306"/>
                    <a:pt x="14" y="290"/>
                  </a:cubicBezTo>
                  <a:cubicBezTo>
                    <a:pt x="17" y="277"/>
                    <a:pt x="18" y="254"/>
                    <a:pt x="25" y="244"/>
                  </a:cubicBezTo>
                  <a:cubicBezTo>
                    <a:pt x="31" y="236"/>
                    <a:pt x="36" y="239"/>
                    <a:pt x="37" y="227"/>
                  </a:cubicBezTo>
                  <a:cubicBezTo>
                    <a:pt x="38" y="215"/>
                    <a:pt x="38" y="206"/>
                    <a:pt x="42" y="195"/>
                  </a:cubicBezTo>
                  <a:cubicBezTo>
                    <a:pt x="58" y="151"/>
                    <a:pt x="47" y="105"/>
                    <a:pt x="42" y="60"/>
                  </a:cubicBezTo>
                  <a:cubicBezTo>
                    <a:pt x="40" y="49"/>
                    <a:pt x="38" y="38"/>
                    <a:pt x="35" y="28"/>
                  </a:cubicBezTo>
                  <a:cubicBezTo>
                    <a:pt x="32" y="20"/>
                    <a:pt x="26" y="13"/>
                    <a:pt x="23" y="5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508" name="Freeform 273">
              <a:extLst>
                <a:ext uri="{FF2B5EF4-FFF2-40B4-BE49-F238E27FC236}">
                  <a16:creationId xmlns:a16="http://schemas.microsoft.com/office/drawing/2014/main" id="{1CE9881B-03A5-4931-B8DF-4D52D44E6AAA}"/>
                </a:ext>
              </a:extLst>
            </p:cNvPr>
            <p:cNvSpPr>
              <a:spLocks/>
            </p:cNvSpPr>
            <p:nvPr/>
          </p:nvSpPr>
          <p:spPr bwMode="auto">
            <a:xfrm>
              <a:off x="657" y="2390"/>
              <a:ext cx="74" cy="479"/>
            </a:xfrm>
            <a:custGeom>
              <a:avLst/>
              <a:gdLst>
                <a:gd name="T0" fmla="*/ 58 w 45"/>
                <a:gd name="T1" fmla="*/ 0 h 291"/>
                <a:gd name="T2" fmla="*/ 201 w 45"/>
                <a:gd name="T3" fmla="*/ 1297 h 291"/>
                <a:gd name="T4" fmla="*/ 58 w 45"/>
                <a:gd name="T5" fmla="*/ 0 h 29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5" h="291">
                  <a:moveTo>
                    <a:pt x="13" y="0"/>
                  </a:moveTo>
                  <a:cubicBezTo>
                    <a:pt x="13" y="0"/>
                    <a:pt x="0" y="121"/>
                    <a:pt x="45" y="291"/>
                  </a:cubicBezTo>
                  <a:cubicBezTo>
                    <a:pt x="45" y="291"/>
                    <a:pt x="10" y="33"/>
                    <a:pt x="13" y="0"/>
                  </a:cubicBezTo>
                  <a:close/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509" name="Freeform 274">
              <a:extLst>
                <a:ext uri="{FF2B5EF4-FFF2-40B4-BE49-F238E27FC236}">
                  <a16:creationId xmlns:a16="http://schemas.microsoft.com/office/drawing/2014/main" id="{88DD4028-427F-4D1D-8122-6226607CC836}"/>
                </a:ext>
              </a:extLst>
            </p:cNvPr>
            <p:cNvSpPr>
              <a:spLocks/>
            </p:cNvSpPr>
            <p:nvPr/>
          </p:nvSpPr>
          <p:spPr bwMode="auto">
            <a:xfrm>
              <a:off x="721" y="1585"/>
              <a:ext cx="166" cy="100"/>
            </a:xfrm>
            <a:custGeom>
              <a:avLst/>
              <a:gdLst>
                <a:gd name="T0" fmla="*/ 0 w 100"/>
                <a:gd name="T1" fmla="*/ 115 h 61"/>
                <a:gd name="T2" fmla="*/ 229 w 100"/>
                <a:gd name="T3" fmla="*/ 180 h 61"/>
                <a:gd name="T4" fmla="*/ 458 w 100"/>
                <a:gd name="T5" fmla="*/ 0 h 61"/>
                <a:gd name="T6" fmla="*/ 0 w 100"/>
                <a:gd name="T7" fmla="*/ 115 h 6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0" h="61">
                  <a:moveTo>
                    <a:pt x="0" y="26"/>
                  </a:moveTo>
                  <a:cubicBezTo>
                    <a:pt x="0" y="26"/>
                    <a:pt x="15" y="46"/>
                    <a:pt x="50" y="41"/>
                  </a:cubicBezTo>
                  <a:cubicBezTo>
                    <a:pt x="89" y="37"/>
                    <a:pt x="100" y="0"/>
                    <a:pt x="100" y="0"/>
                  </a:cubicBezTo>
                  <a:cubicBezTo>
                    <a:pt x="100" y="0"/>
                    <a:pt x="65" y="61"/>
                    <a:pt x="0" y="26"/>
                  </a:cubicBezTo>
                  <a:close/>
                </a:path>
              </a:pathLst>
            </a:custGeom>
            <a:solidFill>
              <a:srgbClr val="EFCA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510" name="Freeform 275">
              <a:extLst>
                <a:ext uri="{FF2B5EF4-FFF2-40B4-BE49-F238E27FC236}">
                  <a16:creationId xmlns:a16="http://schemas.microsoft.com/office/drawing/2014/main" id="{DC2488ED-BEB6-4C9D-8582-F4CF1C4B84BE}"/>
                </a:ext>
              </a:extLst>
            </p:cNvPr>
            <p:cNvSpPr>
              <a:spLocks/>
            </p:cNvSpPr>
            <p:nvPr/>
          </p:nvSpPr>
          <p:spPr bwMode="auto">
            <a:xfrm>
              <a:off x="713" y="1627"/>
              <a:ext cx="37" cy="104"/>
            </a:xfrm>
            <a:custGeom>
              <a:avLst/>
              <a:gdLst>
                <a:gd name="T0" fmla="*/ 0 w 22"/>
                <a:gd name="T1" fmla="*/ 0 h 63"/>
                <a:gd name="T2" fmla="*/ 104 w 22"/>
                <a:gd name="T3" fmla="*/ 68 h 63"/>
                <a:gd name="T4" fmla="*/ 54 w 22"/>
                <a:gd name="T5" fmla="*/ 158 h 63"/>
                <a:gd name="T6" fmla="*/ 62 w 22"/>
                <a:gd name="T7" fmla="*/ 284 h 63"/>
                <a:gd name="T8" fmla="*/ 22 w 22"/>
                <a:gd name="T9" fmla="*/ 147 h 63"/>
                <a:gd name="T10" fmla="*/ 5 w 22"/>
                <a:gd name="T11" fmla="*/ 8 h 6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63">
                  <a:moveTo>
                    <a:pt x="0" y="0"/>
                  </a:moveTo>
                  <a:cubicBezTo>
                    <a:pt x="6" y="6"/>
                    <a:pt x="13" y="13"/>
                    <a:pt x="22" y="15"/>
                  </a:cubicBezTo>
                  <a:cubicBezTo>
                    <a:pt x="12" y="16"/>
                    <a:pt x="10" y="27"/>
                    <a:pt x="11" y="35"/>
                  </a:cubicBezTo>
                  <a:cubicBezTo>
                    <a:pt x="11" y="43"/>
                    <a:pt x="11" y="55"/>
                    <a:pt x="13" y="63"/>
                  </a:cubicBezTo>
                  <a:cubicBezTo>
                    <a:pt x="10" y="53"/>
                    <a:pt x="6" y="43"/>
                    <a:pt x="5" y="33"/>
                  </a:cubicBezTo>
                  <a:cubicBezTo>
                    <a:pt x="3" y="23"/>
                    <a:pt x="4" y="11"/>
                    <a:pt x="1" y="2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511" name="Freeform 276">
              <a:extLst>
                <a:ext uri="{FF2B5EF4-FFF2-40B4-BE49-F238E27FC236}">
                  <a16:creationId xmlns:a16="http://schemas.microsoft.com/office/drawing/2014/main" id="{8B81127B-CF32-40BC-B7EB-4DAB1D7B4F0B}"/>
                </a:ext>
              </a:extLst>
            </p:cNvPr>
            <p:cNvSpPr>
              <a:spLocks/>
            </p:cNvSpPr>
            <p:nvPr/>
          </p:nvSpPr>
          <p:spPr bwMode="auto">
            <a:xfrm>
              <a:off x="776" y="770"/>
              <a:ext cx="340" cy="322"/>
            </a:xfrm>
            <a:custGeom>
              <a:avLst/>
              <a:gdLst>
                <a:gd name="T0" fmla="*/ 527 w 206"/>
                <a:gd name="T1" fmla="*/ 869 h 196"/>
                <a:gd name="T2" fmla="*/ 900 w 206"/>
                <a:gd name="T3" fmla="*/ 777 h 196"/>
                <a:gd name="T4" fmla="*/ 490 w 206"/>
                <a:gd name="T5" fmla="*/ 13 h 196"/>
                <a:gd name="T6" fmla="*/ 423 w 206"/>
                <a:gd name="T7" fmla="*/ 13 h 196"/>
                <a:gd name="T8" fmla="*/ 33 w 206"/>
                <a:gd name="T9" fmla="*/ 772 h 196"/>
                <a:gd name="T10" fmla="*/ 464 w 206"/>
                <a:gd name="T11" fmla="*/ 861 h 19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6" h="196">
                  <a:moveTo>
                    <a:pt x="117" y="196"/>
                  </a:moveTo>
                  <a:cubicBezTo>
                    <a:pt x="200" y="175"/>
                    <a:pt x="200" y="175"/>
                    <a:pt x="200" y="175"/>
                  </a:cubicBezTo>
                  <a:cubicBezTo>
                    <a:pt x="206" y="0"/>
                    <a:pt x="109" y="3"/>
                    <a:pt x="109" y="3"/>
                  </a:cubicBezTo>
                  <a:cubicBezTo>
                    <a:pt x="94" y="3"/>
                    <a:pt x="94" y="3"/>
                    <a:pt x="94" y="3"/>
                  </a:cubicBezTo>
                  <a:cubicBezTo>
                    <a:pt x="94" y="3"/>
                    <a:pt x="0" y="0"/>
                    <a:pt x="7" y="174"/>
                  </a:cubicBezTo>
                  <a:cubicBezTo>
                    <a:pt x="103" y="194"/>
                    <a:pt x="103" y="194"/>
                    <a:pt x="103" y="194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512" name="Freeform 277">
              <a:extLst>
                <a:ext uri="{FF2B5EF4-FFF2-40B4-BE49-F238E27FC236}">
                  <a16:creationId xmlns:a16="http://schemas.microsoft.com/office/drawing/2014/main" id="{3854271C-3124-40E8-87A8-11BE05E3F198}"/>
                </a:ext>
              </a:extLst>
            </p:cNvPr>
            <p:cNvSpPr>
              <a:spLocks/>
            </p:cNvSpPr>
            <p:nvPr/>
          </p:nvSpPr>
          <p:spPr bwMode="auto">
            <a:xfrm>
              <a:off x="784" y="959"/>
              <a:ext cx="33" cy="77"/>
            </a:xfrm>
            <a:custGeom>
              <a:avLst/>
              <a:gdLst>
                <a:gd name="T0" fmla="*/ 89 w 20"/>
                <a:gd name="T1" fmla="*/ 206 h 47"/>
                <a:gd name="T2" fmla="*/ 83 w 20"/>
                <a:gd name="T3" fmla="*/ 202 h 47"/>
                <a:gd name="T4" fmla="*/ 58 w 20"/>
                <a:gd name="T5" fmla="*/ 193 h 47"/>
                <a:gd name="T6" fmla="*/ 35 w 20"/>
                <a:gd name="T7" fmla="*/ 151 h 47"/>
                <a:gd name="T8" fmla="*/ 20 w 20"/>
                <a:gd name="T9" fmla="*/ 110 h 47"/>
                <a:gd name="T10" fmla="*/ 5 w 20"/>
                <a:gd name="T11" fmla="*/ 29 h 47"/>
                <a:gd name="T12" fmla="*/ 54 w 20"/>
                <a:gd name="T13" fmla="*/ 21 h 4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47">
                  <a:moveTo>
                    <a:pt x="20" y="47"/>
                  </a:moveTo>
                  <a:cubicBezTo>
                    <a:pt x="18" y="46"/>
                    <a:pt x="18" y="46"/>
                    <a:pt x="18" y="46"/>
                  </a:cubicBezTo>
                  <a:cubicBezTo>
                    <a:pt x="18" y="46"/>
                    <a:pt x="15" y="46"/>
                    <a:pt x="13" y="44"/>
                  </a:cubicBezTo>
                  <a:cubicBezTo>
                    <a:pt x="11" y="43"/>
                    <a:pt x="9" y="37"/>
                    <a:pt x="8" y="34"/>
                  </a:cubicBezTo>
                  <a:cubicBezTo>
                    <a:pt x="7" y="31"/>
                    <a:pt x="5" y="29"/>
                    <a:pt x="4" y="25"/>
                  </a:cubicBezTo>
                  <a:cubicBezTo>
                    <a:pt x="3" y="22"/>
                    <a:pt x="1" y="13"/>
                    <a:pt x="1" y="7"/>
                  </a:cubicBezTo>
                  <a:cubicBezTo>
                    <a:pt x="0" y="2"/>
                    <a:pt x="8" y="0"/>
                    <a:pt x="12" y="5"/>
                  </a:cubicBezTo>
                </a:path>
              </a:pathLst>
            </a:custGeom>
            <a:solidFill>
              <a:srgbClr val="F6E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513" name="Freeform 278">
              <a:extLst>
                <a:ext uri="{FF2B5EF4-FFF2-40B4-BE49-F238E27FC236}">
                  <a16:creationId xmlns:a16="http://schemas.microsoft.com/office/drawing/2014/main" id="{8A364AB5-3EBA-494D-9522-76DB15AAAEF1}"/>
                </a:ext>
              </a:extLst>
            </p:cNvPr>
            <p:cNvSpPr>
              <a:spLocks/>
            </p:cNvSpPr>
            <p:nvPr/>
          </p:nvSpPr>
          <p:spPr bwMode="auto">
            <a:xfrm>
              <a:off x="784" y="959"/>
              <a:ext cx="33" cy="76"/>
            </a:xfrm>
            <a:custGeom>
              <a:avLst/>
              <a:gdLst>
                <a:gd name="T0" fmla="*/ 89 w 20"/>
                <a:gd name="T1" fmla="*/ 208 h 46"/>
                <a:gd name="T2" fmla="*/ 83 w 20"/>
                <a:gd name="T3" fmla="*/ 208 h 46"/>
                <a:gd name="T4" fmla="*/ 58 w 20"/>
                <a:gd name="T5" fmla="*/ 200 h 46"/>
                <a:gd name="T6" fmla="*/ 35 w 20"/>
                <a:gd name="T7" fmla="*/ 154 h 46"/>
                <a:gd name="T8" fmla="*/ 20 w 20"/>
                <a:gd name="T9" fmla="*/ 112 h 46"/>
                <a:gd name="T10" fmla="*/ 5 w 20"/>
                <a:gd name="T11" fmla="*/ 33 h 46"/>
                <a:gd name="T12" fmla="*/ 54 w 20"/>
                <a:gd name="T13" fmla="*/ 20 h 4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46">
                  <a:moveTo>
                    <a:pt x="20" y="46"/>
                  </a:moveTo>
                  <a:cubicBezTo>
                    <a:pt x="18" y="46"/>
                    <a:pt x="18" y="46"/>
                    <a:pt x="18" y="46"/>
                  </a:cubicBezTo>
                  <a:cubicBezTo>
                    <a:pt x="18" y="46"/>
                    <a:pt x="15" y="46"/>
                    <a:pt x="13" y="44"/>
                  </a:cubicBezTo>
                  <a:cubicBezTo>
                    <a:pt x="11" y="43"/>
                    <a:pt x="9" y="37"/>
                    <a:pt x="8" y="34"/>
                  </a:cubicBezTo>
                  <a:cubicBezTo>
                    <a:pt x="7" y="31"/>
                    <a:pt x="5" y="28"/>
                    <a:pt x="4" y="25"/>
                  </a:cubicBezTo>
                  <a:cubicBezTo>
                    <a:pt x="3" y="22"/>
                    <a:pt x="1" y="13"/>
                    <a:pt x="1" y="7"/>
                  </a:cubicBezTo>
                  <a:cubicBezTo>
                    <a:pt x="0" y="1"/>
                    <a:pt x="8" y="0"/>
                    <a:pt x="12" y="4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514" name="Freeform 279">
              <a:extLst>
                <a:ext uri="{FF2B5EF4-FFF2-40B4-BE49-F238E27FC236}">
                  <a16:creationId xmlns:a16="http://schemas.microsoft.com/office/drawing/2014/main" id="{2E71117E-1305-48C7-8330-96893861297E}"/>
                </a:ext>
              </a:extLst>
            </p:cNvPr>
            <p:cNvSpPr>
              <a:spLocks/>
            </p:cNvSpPr>
            <p:nvPr/>
          </p:nvSpPr>
          <p:spPr bwMode="auto">
            <a:xfrm>
              <a:off x="794" y="976"/>
              <a:ext cx="13" cy="41"/>
            </a:xfrm>
            <a:custGeom>
              <a:avLst/>
              <a:gdLst>
                <a:gd name="T0" fmla="*/ 21 w 8"/>
                <a:gd name="T1" fmla="*/ 21 h 25"/>
                <a:gd name="T2" fmla="*/ 8 w 8"/>
                <a:gd name="T3" fmla="*/ 5 h 25"/>
                <a:gd name="T4" fmla="*/ 8 w 8"/>
                <a:gd name="T5" fmla="*/ 41 h 25"/>
                <a:gd name="T6" fmla="*/ 34 w 8"/>
                <a:gd name="T7" fmla="*/ 92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25">
                  <a:moveTo>
                    <a:pt x="5" y="5"/>
                  </a:moveTo>
                  <a:cubicBezTo>
                    <a:pt x="6" y="3"/>
                    <a:pt x="4" y="0"/>
                    <a:pt x="2" y="1"/>
                  </a:cubicBezTo>
                  <a:cubicBezTo>
                    <a:pt x="0" y="3"/>
                    <a:pt x="2" y="7"/>
                    <a:pt x="2" y="9"/>
                  </a:cubicBezTo>
                  <a:cubicBezTo>
                    <a:pt x="2" y="11"/>
                    <a:pt x="2" y="25"/>
                    <a:pt x="8" y="21"/>
                  </a:cubicBezTo>
                </a:path>
              </a:pathLst>
            </a:custGeom>
            <a:solidFill>
              <a:srgbClr val="EFCA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515" name="Freeform 280">
              <a:extLst>
                <a:ext uri="{FF2B5EF4-FFF2-40B4-BE49-F238E27FC236}">
                  <a16:creationId xmlns:a16="http://schemas.microsoft.com/office/drawing/2014/main" id="{E219C444-3DCD-4218-AEE9-75F17B0A92F6}"/>
                </a:ext>
              </a:extLst>
            </p:cNvPr>
            <p:cNvSpPr>
              <a:spLocks/>
            </p:cNvSpPr>
            <p:nvPr/>
          </p:nvSpPr>
          <p:spPr bwMode="auto">
            <a:xfrm>
              <a:off x="788" y="969"/>
              <a:ext cx="16" cy="15"/>
            </a:xfrm>
            <a:custGeom>
              <a:avLst/>
              <a:gdLst>
                <a:gd name="T0" fmla="*/ 42 w 10"/>
                <a:gd name="T1" fmla="*/ 37 h 9"/>
                <a:gd name="T2" fmla="*/ 8 w 10"/>
                <a:gd name="T3" fmla="*/ 5 h 9"/>
                <a:gd name="T4" fmla="*/ 13 w 10"/>
                <a:gd name="T5" fmla="*/ 42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9">
                  <a:moveTo>
                    <a:pt x="10" y="8"/>
                  </a:moveTo>
                  <a:cubicBezTo>
                    <a:pt x="7" y="3"/>
                    <a:pt x="3" y="0"/>
                    <a:pt x="2" y="1"/>
                  </a:cubicBezTo>
                  <a:cubicBezTo>
                    <a:pt x="0" y="1"/>
                    <a:pt x="2" y="6"/>
                    <a:pt x="3" y="9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516" name="Freeform 281">
              <a:extLst>
                <a:ext uri="{FF2B5EF4-FFF2-40B4-BE49-F238E27FC236}">
                  <a16:creationId xmlns:a16="http://schemas.microsoft.com/office/drawing/2014/main" id="{56103C97-F8EA-40FB-ADAC-FD8503F767BF}"/>
                </a:ext>
              </a:extLst>
            </p:cNvPr>
            <p:cNvSpPr>
              <a:spLocks/>
            </p:cNvSpPr>
            <p:nvPr/>
          </p:nvSpPr>
          <p:spPr bwMode="auto">
            <a:xfrm>
              <a:off x="791" y="974"/>
              <a:ext cx="10" cy="38"/>
            </a:xfrm>
            <a:custGeom>
              <a:avLst/>
              <a:gdLst>
                <a:gd name="T0" fmla="*/ 13 w 6"/>
                <a:gd name="T1" fmla="*/ 0 h 23"/>
                <a:gd name="T2" fmla="*/ 5 w 6"/>
                <a:gd name="T3" fmla="*/ 41 h 23"/>
                <a:gd name="T4" fmla="*/ 8 w 6"/>
                <a:gd name="T5" fmla="*/ 84 h 23"/>
                <a:gd name="T6" fmla="*/ 28 w 6"/>
                <a:gd name="T7" fmla="*/ 104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23">
                  <a:moveTo>
                    <a:pt x="3" y="0"/>
                  </a:moveTo>
                  <a:cubicBezTo>
                    <a:pt x="3" y="3"/>
                    <a:pt x="0" y="3"/>
                    <a:pt x="1" y="9"/>
                  </a:cubicBezTo>
                  <a:cubicBezTo>
                    <a:pt x="1" y="15"/>
                    <a:pt x="2" y="17"/>
                    <a:pt x="2" y="19"/>
                  </a:cubicBezTo>
                  <a:cubicBezTo>
                    <a:pt x="3" y="21"/>
                    <a:pt x="4" y="21"/>
                    <a:pt x="6" y="23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517" name="Freeform 282">
              <a:extLst>
                <a:ext uri="{FF2B5EF4-FFF2-40B4-BE49-F238E27FC236}">
                  <a16:creationId xmlns:a16="http://schemas.microsoft.com/office/drawing/2014/main" id="{EF3C772E-E21B-4BB9-BBA2-718BC33364EF}"/>
                </a:ext>
              </a:extLst>
            </p:cNvPr>
            <p:cNvSpPr>
              <a:spLocks/>
            </p:cNvSpPr>
            <p:nvPr/>
          </p:nvSpPr>
          <p:spPr bwMode="auto">
            <a:xfrm>
              <a:off x="801" y="990"/>
              <a:ext cx="8" cy="20"/>
            </a:xfrm>
            <a:custGeom>
              <a:avLst/>
              <a:gdLst>
                <a:gd name="T0" fmla="*/ 21 w 5"/>
                <a:gd name="T1" fmla="*/ 55 h 12"/>
                <a:gd name="T2" fmla="*/ 5 w 5"/>
                <a:gd name="T3" fmla="*/ 33 h 12"/>
                <a:gd name="T4" fmla="*/ 5 w 5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12">
                  <a:moveTo>
                    <a:pt x="5" y="12"/>
                  </a:moveTo>
                  <a:cubicBezTo>
                    <a:pt x="3" y="11"/>
                    <a:pt x="1" y="10"/>
                    <a:pt x="1" y="7"/>
                  </a:cubicBezTo>
                  <a:cubicBezTo>
                    <a:pt x="1" y="4"/>
                    <a:pt x="0" y="1"/>
                    <a:pt x="1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518" name="Freeform 283">
              <a:extLst>
                <a:ext uri="{FF2B5EF4-FFF2-40B4-BE49-F238E27FC236}">
                  <a16:creationId xmlns:a16="http://schemas.microsoft.com/office/drawing/2014/main" id="{C327FF6A-4F2C-47A2-B0FF-2C5A859916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5" y="959"/>
              <a:ext cx="33" cy="77"/>
            </a:xfrm>
            <a:custGeom>
              <a:avLst/>
              <a:gdLst>
                <a:gd name="T0" fmla="*/ 0 w 20"/>
                <a:gd name="T1" fmla="*/ 206 h 47"/>
                <a:gd name="T2" fmla="*/ 8 w 20"/>
                <a:gd name="T3" fmla="*/ 202 h 47"/>
                <a:gd name="T4" fmla="*/ 33 w 20"/>
                <a:gd name="T5" fmla="*/ 193 h 47"/>
                <a:gd name="T6" fmla="*/ 54 w 20"/>
                <a:gd name="T7" fmla="*/ 151 h 47"/>
                <a:gd name="T8" fmla="*/ 71 w 20"/>
                <a:gd name="T9" fmla="*/ 110 h 47"/>
                <a:gd name="T10" fmla="*/ 84 w 20"/>
                <a:gd name="T11" fmla="*/ 29 h 47"/>
                <a:gd name="T12" fmla="*/ 35 w 20"/>
                <a:gd name="T13" fmla="*/ 21 h 4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47">
                  <a:moveTo>
                    <a:pt x="0" y="47"/>
                  </a:moveTo>
                  <a:cubicBezTo>
                    <a:pt x="2" y="46"/>
                    <a:pt x="2" y="46"/>
                    <a:pt x="2" y="46"/>
                  </a:cubicBezTo>
                  <a:cubicBezTo>
                    <a:pt x="2" y="46"/>
                    <a:pt x="5" y="46"/>
                    <a:pt x="7" y="44"/>
                  </a:cubicBezTo>
                  <a:cubicBezTo>
                    <a:pt x="9" y="43"/>
                    <a:pt x="11" y="37"/>
                    <a:pt x="12" y="34"/>
                  </a:cubicBezTo>
                  <a:cubicBezTo>
                    <a:pt x="13" y="31"/>
                    <a:pt x="15" y="29"/>
                    <a:pt x="16" y="25"/>
                  </a:cubicBezTo>
                  <a:cubicBezTo>
                    <a:pt x="17" y="22"/>
                    <a:pt x="19" y="13"/>
                    <a:pt x="19" y="7"/>
                  </a:cubicBezTo>
                  <a:cubicBezTo>
                    <a:pt x="20" y="2"/>
                    <a:pt x="12" y="0"/>
                    <a:pt x="8" y="5"/>
                  </a:cubicBezTo>
                </a:path>
              </a:pathLst>
            </a:custGeom>
            <a:solidFill>
              <a:srgbClr val="F6E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519" name="Freeform 284">
              <a:extLst>
                <a:ext uri="{FF2B5EF4-FFF2-40B4-BE49-F238E27FC236}">
                  <a16:creationId xmlns:a16="http://schemas.microsoft.com/office/drawing/2014/main" id="{C83BD612-CCFB-48FB-99C6-0DD37FE479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5" y="959"/>
              <a:ext cx="33" cy="76"/>
            </a:xfrm>
            <a:custGeom>
              <a:avLst/>
              <a:gdLst>
                <a:gd name="T0" fmla="*/ 0 w 20"/>
                <a:gd name="T1" fmla="*/ 208 h 46"/>
                <a:gd name="T2" fmla="*/ 8 w 20"/>
                <a:gd name="T3" fmla="*/ 208 h 46"/>
                <a:gd name="T4" fmla="*/ 33 w 20"/>
                <a:gd name="T5" fmla="*/ 200 h 46"/>
                <a:gd name="T6" fmla="*/ 54 w 20"/>
                <a:gd name="T7" fmla="*/ 154 h 46"/>
                <a:gd name="T8" fmla="*/ 71 w 20"/>
                <a:gd name="T9" fmla="*/ 112 h 46"/>
                <a:gd name="T10" fmla="*/ 84 w 20"/>
                <a:gd name="T11" fmla="*/ 33 h 46"/>
                <a:gd name="T12" fmla="*/ 35 w 20"/>
                <a:gd name="T13" fmla="*/ 20 h 4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46">
                  <a:moveTo>
                    <a:pt x="0" y="46"/>
                  </a:moveTo>
                  <a:cubicBezTo>
                    <a:pt x="2" y="46"/>
                    <a:pt x="2" y="46"/>
                    <a:pt x="2" y="46"/>
                  </a:cubicBezTo>
                  <a:cubicBezTo>
                    <a:pt x="2" y="46"/>
                    <a:pt x="5" y="46"/>
                    <a:pt x="7" y="44"/>
                  </a:cubicBezTo>
                  <a:cubicBezTo>
                    <a:pt x="9" y="43"/>
                    <a:pt x="11" y="37"/>
                    <a:pt x="12" y="34"/>
                  </a:cubicBezTo>
                  <a:cubicBezTo>
                    <a:pt x="13" y="31"/>
                    <a:pt x="15" y="28"/>
                    <a:pt x="16" y="25"/>
                  </a:cubicBezTo>
                  <a:cubicBezTo>
                    <a:pt x="17" y="22"/>
                    <a:pt x="19" y="13"/>
                    <a:pt x="19" y="7"/>
                  </a:cubicBezTo>
                  <a:cubicBezTo>
                    <a:pt x="20" y="1"/>
                    <a:pt x="12" y="0"/>
                    <a:pt x="8" y="4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520" name="Freeform 285">
              <a:extLst>
                <a:ext uri="{FF2B5EF4-FFF2-40B4-BE49-F238E27FC236}">
                  <a16:creationId xmlns:a16="http://schemas.microsoft.com/office/drawing/2014/main" id="{24461E6C-80C1-4E5E-9084-7D2D8A0C6D1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5" y="976"/>
              <a:ext cx="13" cy="41"/>
            </a:xfrm>
            <a:custGeom>
              <a:avLst/>
              <a:gdLst>
                <a:gd name="T0" fmla="*/ 13 w 8"/>
                <a:gd name="T1" fmla="*/ 21 h 25"/>
                <a:gd name="T2" fmla="*/ 26 w 8"/>
                <a:gd name="T3" fmla="*/ 5 h 25"/>
                <a:gd name="T4" fmla="*/ 26 w 8"/>
                <a:gd name="T5" fmla="*/ 41 h 25"/>
                <a:gd name="T6" fmla="*/ 0 w 8"/>
                <a:gd name="T7" fmla="*/ 92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25">
                  <a:moveTo>
                    <a:pt x="3" y="5"/>
                  </a:moveTo>
                  <a:cubicBezTo>
                    <a:pt x="2" y="3"/>
                    <a:pt x="4" y="0"/>
                    <a:pt x="6" y="1"/>
                  </a:cubicBezTo>
                  <a:cubicBezTo>
                    <a:pt x="8" y="3"/>
                    <a:pt x="6" y="7"/>
                    <a:pt x="6" y="9"/>
                  </a:cubicBezTo>
                  <a:cubicBezTo>
                    <a:pt x="6" y="11"/>
                    <a:pt x="6" y="25"/>
                    <a:pt x="0" y="21"/>
                  </a:cubicBezTo>
                </a:path>
              </a:pathLst>
            </a:custGeom>
            <a:solidFill>
              <a:srgbClr val="EFCA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521" name="Freeform 286">
              <a:extLst>
                <a:ext uri="{FF2B5EF4-FFF2-40B4-BE49-F238E27FC236}">
                  <a16:creationId xmlns:a16="http://schemas.microsoft.com/office/drawing/2014/main" id="{B6ACDBEA-63E5-4C9B-929C-4F8606C85C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8" y="969"/>
              <a:ext cx="17" cy="15"/>
            </a:xfrm>
            <a:custGeom>
              <a:avLst/>
              <a:gdLst>
                <a:gd name="T0" fmla="*/ 0 w 10"/>
                <a:gd name="T1" fmla="*/ 37 h 9"/>
                <a:gd name="T2" fmla="*/ 41 w 10"/>
                <a:gd name="T3" fmla="*/ 5 h 9"/>
                <a:gd name="T4" fmla="*/ 41 w 10"/>
                <a:gd name="T5" fmla="*/ 42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9">
                  <a:moveTo>
                    <a:pt x="0" y="8"/>
                  </a:moveTo>
                  <a:cubicBezTo>
                    <a:pt x="3" y="3"/>
                    <a:pt x="7" y="0"/>
                    <a:pt x="8" y="1"/>
                  </a:cubicBezTo>
                  <a:cubicBezTo>
                    <a:pt x="10" y="1"/>
                    <a:pt x="8" y="6"/>
                    <a:pt x="8" y="9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522" name="Freeform 287">
              <a:extLst>
                <a:ext uri="{FF2B5EF4-FFF2-40B4-BE49-F238E27FC236}">
                  <a16:creationId xmlns:a16="http://schemas.microsoft.com/office/drawing/2014/main" id="{84E331A5-4106-4BDB-B978-808CF7F5D57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2" y="974"/>
              <a:ext cx="10" cy="38"/>
            </a:xfrm>
            <a:custGeom>
              <a:avLst/>
              <a:gdLst>
                <a:gd name="T0" fmla="*/ 13 w 6"/>
                <a:gd name="T1" fmla="*/ 0 h 23"/>
                <a:gd name="T2" fmla="*/ 22 w 6"/>
                <a:gd name="T3" fmla="*/ 41 h 23"/>
                <a:gd name="T4" fmla="*/ 20 w 6"/>
                <a:gd name="T5" fmla="*/ 84 h 23"/>
                <a:gd name="T6" fmla="*/ 0 w 6"/>
                <a:gd name="T7" fmla="*/ 104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23">
                  <a:moveTo>
                    <a:pt x="3" y="0"/>
                  </a:moveTo>
                  <a:cubicBezTo>
                    <a:pt x="3" y="3"/>
                    <a:pt x="6" y="3"/>
                    <a:pt x="5" y="9"/>
                  </a:cubicBezTo>
                  <a:cubicBezTo>
                    <a:pt x="5" y="15"/>
                    <a:pt x="4" y="17"/>
                    <a:pt x="4" y="19"/>
                  </a:cubicBezTo>
                  <a:cubicBezTo>
                    <a:pt x="3" y="21"/>
                    <a:pt x="2" y="21"/>
                    <a:pt x="0" y="23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523" name="Freeform 288">
              <a:extLst>
                <a:ext uri="{FF2B5EF4-FFF2-40B4-BE49-F238E27FC236}">
                  <a16:creationId xmlns:a16="http://schemas.microsoft.com/office/drawing/2014/main" id="{1DB98102-6B62-4A36-ABEF-7A8F26BB798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3" y="990"/>
              <a:ext cx="9" cy="20"/>
            </a:xfrm>
            <a:custGeom>
              <a:avLst/>
              <a:gdLst>
                <a:gd name="T0" fmla="*/ 0 w 5"/>
                <a:gd name="T1" fmla="*/ 55 h 12"/>
                <a:gd name="T2" fmla="*/ 23 w 5"/>
                <a:gd name="T3" fmla="*/ 33 h 12"/>
                <a:gd name="T4" fmla="*/ 23 w 5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12">
                  <a:moveTo>
                    <a:pt x="0" y="12"/>
                  </a:moveTo>
                  <a:cubicBezTo>
                    <a:pt x="2" y="11"/>
                    <a:pt x="4" y="10"/>
                    <a:pt x="4" y="7"/>
                  </a:cubicBezTo>
                  <a:cubicBezTo>
                    <a:pt x="4" y="4"/>
                    <a:pt x="5" y="1"/>
                    <a:pt x="4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524" name="Freeform 289">
              <a:extLst>
                <a:ext uri="{FF2B5EF4-FFF2-40B4-BE49-F238E27FC236}">
                  <a16:creationId xmlns:a16="http://schemas.microsoft.com/office/drawing/2014/main" id="{36158E93-4C58-44C6-B61A-F28F56442607}"/>
                </a:ext>
              </a:extLst>
            </p:cNvPr>
            <p:cNvSpPr>
              <a:spLocks/>
            </p:cNvSpPr>
            <p:nvPr/>
          </p:nvSpPr>
          <p:spPr bwMode="auto">
            <a:xfrm>
              <a:off x="794" y="778"/>
              <a:ext cx="304" cy="388"/>
            </a:xfrm>
            <a:custGeom>
              <a:avLst/>
              <a:gdLst>
                <a:gd name="T0" fmla="*/ 33 w 184"/>
                <a:gd name="T1" fmla="*/ 618 h 236"/>
                <a:gd name="T2" fmla="*/ 109 w 184"/>
                <a:gd name="T3" fmla="*/ 768 h 236"/>
                <a:gd name="T4" fmla="*/ 213 w 184"/>
                <a:gd name="T5" fmla="*/ 898 h 236"/>
                <a:gd name="T6" fmla="*/ 382 w 184"/>
                <a:gd name="T7" fmla="*/ 1044 h 236"/>
                <a:gd name="T8" fmla="*/ 423 w 184"/>
                <a:gd name="T9" fmla="*/ 1049 h 236"/>
                <a:gd name="T10" fmla="*/ 461 w 184"/>
                <a:gd name="T11" fmla="*/ 1044 h 236"/>
                <a:gd name="T12" fmla="*/ 628 w 184"/>
                <a:gd name="T13" fmla="*/ 903 h 236"/>
                <a:gd name="T14" fmla="*/ 725 w 184"/>
                <a:gd name="T15" fmla="*/ 778 h 236"/>
                <a:gd name="T16" fmla="*/ 795 w 184"/>
                <a:gd name="T17" fmla="*/ 613 h 236"/>
                <a:gd name="T18" fmla="*/ 783 w 184"/>
                <a:gd name="T19" fmla="*/ 441 h 236"/>
                <a:gd name="T20" fmla="*/ 410 w 184"/>
                <a:gd name="T21" fmla="*/ 5 h 236"/>
                <a:gd name="T22" fmla="*/ 35 w 184"/>
                <a:gd name="T23" fmla="*/ 429 h 236"/>
                <a:gd name="T24" fmla="*/ 33 w 184"/>
                <a:gd name="T25" fmla="*/ 618 h 2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84" h="236">
                  <a:moveTo>
                    <a:pt x="7" y="139"/>
                  </a:moveTo>
                  <a:cubicBezTo>
                    <a:pt x="10" y="149"/>
                    <a:pt x="19" y="167"/>
                    <a:pt x="24" y="173"/>
                  </a:cubicBezTo>
                  <a:cubicBezTo>
                    <a:pt x="32" y="182"/>
                    <a:pt x="37" y="190"/>
                    <a:pt x="47" y="202"/>
                  </a:cubicBezTo>
                  <a:cubicBezTo>
                    <a:pt x="58" y="213"/>
                    <a:pt x="72" y="233"/>
                    <a:pt x="85" y="235"/>
                  </a:cubicBezTo>
                  <a:cubicBezTo>
                    <a:pt x="89" y="236"/>
                    <a:pt x="91" y="236"/>
                    <a:pt x="94" y="236"/>
                  </a:cubicBezTo>
                  <a:cubicBezTo>
                    <a:pt x="98" y="236"/>
                    <a:pt x="98" y="236"/>
                    <a:pt x="102" y="235"/>
                  </a:cubicBezTo>
                  <a:cubicBezTo>
                    <a:pt x="115" y="233"/>
                    <a:pt x="129" y="215"/>
                    <a:pt x="139" y="203"/>
                  </a:cubicBezTo>
                  <a:cubicBezTo>
                    <a:pt x="151" y="190"/>
                    <a:pt x="156" y="182"/>
                    <a:pt x="161" y="175"/>
                  </a:cubicBezTo>
                  <a:cubicBezTo>
                    <a:pt x="166" y="168"/>
                    <a:pt x="174" y="148"/>
                    <a:pt x="176" y="138"/>
                  </a:cubicBezTo>
                  <a:cubicBezTo>
                    <a:pt x="176" y="138"/>
                    <a:pt x="184" y="113"/>
                    <a:pt x="174" y="99"/>
                  </a:cubicBezTo>
                  <a:cubicBezTo>
                    <a:pt x="169" y="93"/>
                    <a:pt x="173" y="3"/>
                    <a:pt x="91" y="1"/>
                  </a:cubicBezTo>
                  <a:cubicBezTo>
                    <a:pt x="61" y="0"/>
                    <a:pt x="12" y="18"/>
                    <a:pt x="8" y="97"/>
                  </a:cubicBezTo>
                  <a:cubicBezTo>
                    <a:pt x="8" y="97"/>
                    <a:pt x="0" y="115"/>
                    <a:pt x="7" y="139"/>
                  </a:cubicBezTo>
                  <a:close/>
                </a:path>
              </a:pathLst>
            </a:custGeom>
            <a:solidFill>
              <a:srgbClr val="F6E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525" name="Freeform 290">
              <a:extLst>
                <a:ext uri="{FF2B5EF4-FFF2-40B4-BE49-F238E27FC236}">
                  <a16:creationId xmlns:a16="http://schemas.microsoft.com/office/drawing/2014/main" id="{45D24A88-65B6-46FE-B234-B1FEA6A30B00}"/>
                </a:ext>
              </a:extLst>
            </p:cNvPr>
            <p:cNvSpPr>
              <a:spLocks/>
            </p:cNvSpPr>
            <p:nvPr/>
          </p:nvSpPr>
          <p:spPr bwMode="auto">
            <a:xfrm>
              <a:off x="794" y="778"/>
              <a:ext cx="304" cy="388"/>
            </a:xfrm>
            <a:custGeom>
              <a:avLst/>
              <a:gdLst>
                <a:gd name="T0" fmla="*/ 33 w 184"/>
                <a:gd name="T1" fmla="*/ 618 h 236"/>
                <a:gd name="T2" fmla="*/ 109 w 184"/>
                <a:gd name="T3" fmla="*/ 768 h 236"/>
                <a:gd name="T4" fmla="*/ 213 w 184"/>
                <a:gd name="T5" fmla="*/ 898 h 236"/>
                <a:gd name="T6" fmla="*/ 382 w 184"/>
                <a:gd name="T7" fmla="*/ 1044 h 236"/>
                <a:gd name="T8" fmla="*/ 423 w 184"/>
                <a:gd name="T9" fmla="*/ 1049 h 236"/>
                <a:gd name="T10" fmla="*/ 461 w 184"/>
                <a:gd name="T11" fmla="*/ 1044 h 236"/>
                <a:gd name="T12" fmla="*/ 628 w 184"/>
                <a:gd name="T13" fmla="*/ 903 h 236"/>
                <a:gd name="T14" fmla="*/ 725 w 184"/>
                <a:gd name="T15" fmla="*/ 778 h 236"/>
                <a:gd name="T16" fmla="*/ 795 w 184"/>
                <a:gd name="T17" fmla="*/ 613 h 236"/>
                <a:gd name="T18" fmla="*/ 783 w 184"/>
                <a:gd name="T19" fmla="*/ 441 h 236"/>
                <a:gd name="T20" fmla="*/ 410 w 184"/>
                <a:gd name="T21" fmla="*/ 5 h 236"/>
                <a:gd name="T22" fmla="*/ 35 w 184"/>
                <a:gd name="T23" fmla="*/ 429 h 236"/>
                <a:gd name="T24" fmla="*/ 33 w 184"/>
                <a:gd name="T25" fmla="*/ 618 h 2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84" h="236">
                  <a:moveTo>
                    <a:pt x="7" y="139"/>
                  </a:moveTo>
                  <a:cubicBezTo>
                    <a:pt x="10" y="149"/>
                    <a:pt x="19" y="167"/>
                    <a:pt x="24" y="173"/>
                  </a:cubicBezTo>
                  <a:cubicBezTo>
                    <a:pt x="32" y="182"/>
                    <a:pt x="37" y="190"/>
                    <a:pt x="47" y="202"/>
                  </a:cubicBezTo>
                  <a:cubicBezTo>
                    <a:pt x="58" y="213"/>
                    <a:pt x="72" y="233"/>
                    <a:pt x="85" y="235"/>
                  </a:cubicBezTo>
                  <a:cubicBezTo>
                    <a:pt x="89" y="236"/>
                    <a:pt x="91" y="236"/>
                    <a:pt x="94" y="236"/>
                  </a:cubicBezTo>
                  <a:cubicBezTo>
                    <a:pt x="98" y="236"/>
                    <a:pt x="98" y="236"/>
                    <a:pt x="102" y="235"/>
                  </a:cubicBezTo>
                  <a:cubicBezTo>
                    <a:pt x="115" y="233"/>
                    <a:pt x="129" y="215"/>
                    <a:pt x="139" y="203"/>
                  </a:cubicBezTo>
                  <a:cubicBezTo>
                    <a:pt x="151" y="190"/>
                    <a:pt x="156" y="182"/>
                    <a:pt x="161" y="175"/>
                  </a:cubicBezTo>
                  <a:cubicBezTo>
                    <a:pt x="166" y="168"/>
                    <a:pt x="174" y="148"/>
                    <a:pt x="176" y="138"/>
                  </a:cubicBezTo>
                  <a:cubicBezTo>
                    <a:pt x="176" y="138"/>
                    <a:pt x="184" y="113"/>
                    <a:pt x="174" y="99"/>
                  </a:cubicBezTo>
                  <a:cubicBezTo>
                    <a:pt x="169" y="93"/>
                    <a:pt x="173" y="3"/>
                    <a:pt x="91" y="1"/>
                  </a:cubicBezTo>
                  <a:cubicBezTo>
                    <a:pt x="61" y="0"/>
                    <a:pt x="12" y="18"/>
                    <a:pt x="8" y="97"/>
                  </a:cubicBezTo>
                  <a:cubicBezTo>
                    <a:pt x="8" y="97"/>
                    <a:pt x="0" y="115"/>
                    <a:pt x="7" y="139"/>
                  </a:cubicBezTo>
                  <a:close/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526" name="Freeform 291">
              <a:extLst>
                <a:ext uri="{FF2B5EF4-FFF2-40B4-BE49-F238E27FC236}">
                  <a16:creationId xmlns:a16="http://schemas.microsoft.com/office/drawing/2014/main" id="{AB73F378-17E6-40C1-A420-9118C1300486}"/>
                </a:ext>
              </a:extLst>
            </p:cNvPr>
            <p:cNvSpPr>
              <a:spLocks/>
            </p:cNvSpPr>
            <p:nvPr/>
          </p:nvSpPr>
          <p:spPr bwMode="auto">
            <a:xfrm>
              <a:off x="907" y="1005"/>
              <a:ext cx="81" cy="33"/>
            </a:xfrm>
            <a:custGeom>
              <a:avLst/>
              <a:gdLst>
                <a:gd name="T0" fmla="*/ 180 w 49"/>
                <a:gd name="T1" fmla="*/ 0 h 20"/>
                <a:gd name="T2" fmla="*/ 202 w 49"/>
                <a:gd name="T3" fmla="*/ 63 h 20"/>
                <a:gd name="T4" fmla="*/ 172 w 49"/>
                <a:gd name="T5" fmla="*/ 63 h 20"/>
                <a:gd name="T6" fmla="*/ 122 w 49"/>
                <a:gd name="T7" fmla="*/ 84 h 20"/>
                <a:gd name="T8" fmla="*/ 104 w 49"/>
                <a:gd name="T9" fmla="*/ 84 h 20"/>
                <a:gd name="T10" fmla="*/ 55 w 49"/>
                <a:gd name="T11" fmla="*/ 63 h 20"/>
                <a:gd name="T12" fmla="*/ 20 w 49"/>
                <a:gd name="T13" fmla="*/ 58 h 20"/>
                <a:gd name="T14" fmla="*/ 46 w 49"/>
                <a:gd name="T15" fmla="*/ 0 h 20"/>
                <a:gd name="T16" fmla="*/ 21 w 49"/>
                <a:gd name="T17" fmla="*/ 33 h 20"/>
                <a:gd name="T18" fmla="*/ 41 w 49"/>
                <a:gd name="T19" fmla="*/ 63 h 20"/>
                <a:gd name="T20" fmla="*/ 76 w 49"/>
                <a:gd name="T21" fmla="*/ 71 h 20"/>
                <a:gd name="T22" fmla="*/ 164 w 49"/>
                <a:gd name="T23" fmla="*/ 63 h 20"/>
                <a:gd name="T24" fmla="*/ 185 w 49"/>
                <a:gd name="T25" fmla="*/ 63 h 20"/>
                <a:gd name="T26" fmla="*/ 208 w 49"/>
                <a:gd name="T27" fmla="*/ 46 h 20"/>
                <a:gd name="T28" fmla="*/ 180 w 49"/>
                <a:gd name="T29" fmla="*/ 0 h 2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49" h="20">
                  <a:moveTo>
                    <a:pt x="40" y="0"/>
                  </a:moveTo>
                  <a:cubicBezTo>
                    <a:pt x="42" y="3"/>
                    <a:pt x="49" y="8"/>
                    <a:pt x="45" y="14"/>
                  </a:cubicBezTo>
                  <a:cubicBezTo>
                    <a:pt x="42" y="17"/>
                    <a:pt x="40" y="14"/>
                    <a:pt x="38" y="14"/>
                  </a:cubicBezTo>
                  <a:cubicBezTo>
                    <a:pt x="35" y="15"/>
                    <a:pt x="32" y="18"/>
                    <a:pt x="27" y="19"/>
                  </a:cubicBezTo>
                  <a:cubicBezTo>
                    <a:pt x="24" y="19"/>
                    <a:pt x="24" y="19"/>
                    <a:pt x="23" y="19"/>
                  </a:cubicBezTo>
                  <a:cubicBezTo>
                    <a:pt x="17" y="18"/>
                    <a:pt x="15" y="14"/>
                    <a:pt x="12" y="14"/>
                  </a:cubicBezTo>
                  <a:cubicBezTo>
                    <a:pt x="9" y="13"/>
                    <a:pt x="7" y="16"/>
                    <a:pt x="4" y="13"/>
                  </a:cubicBezTo>
                  <a:cubicBezTo>
                    <a:pt x="0" y="7"/>
                    <a:pt x="9" y="3"/>
                    <a:pt x="10" y="0"/>
                  </a:cubicBezTo>
                  <a:cubicBezTo>
                    <a:pt x="10" y="0"/>
                    <a:pt x="9" y="3"/>
                    <a:pt x="5" y="7"/>
                  </a:cubicBezTo>
                  <a:cubicBezTo>
                    <a:pt x="1" y="13"/>
                    <a:pt x="6" y="14"/>
                    <a:pt x="9" y="14"/>
                  </a:cubicBezTo>
                  <a:cubicBezTo>
                    <a:pt x="12" y="13"/>
                    <a:pt x="13" y="12"/>
                    <a:pt x="17" y="16"/>
                  </a:cubicBezTo>
                  <a:cubicBezTo>
                    <a:pt x="21" y="19"/>
                    <a:pt x="27" y="20"/>
                    <a:pt x="36" y="14"/>
                  </a:cubicBezTo>
                  <a:cubicBezTo>
                    <a:pt x="38" y="13"/>
                    <a:pt x="39" y="13"/>
                    <a:pt x="41" y="14"/>
                  </a:cubicBezTo>
                  <a:cubicBezTo>
                    <a:pt x="42" y="14"/>
                    <a:pt x="45" y="15"/>
                    <a:pt x="46" y="10"/>
                  </a:cubicBezTo>
                  <a:cubicBezTo>
                    <a:pt x="47" y="5"/>
                    <a:pt x="41" y="5"/>
                    <a:pt x="4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527" name="Freeform 292">
              <a:extLst>
                <a:ext uri="{FF2B5EF4-FFF2-40B4-BE49-F238E27FC236}">
                  <a16:creationId xmlns:a16="http://schemas.microsoft.com/office/drawing/2014/main" id="{3B646863-A4E4-43F4-B4D1-A5F010730DC0}"/>
                </a:ext>
              </a:extLst>
            </p:cNvPr>
            <p:cNvSpPr>
              <a:spLocks/>
            </p:cNvSpPr>
            <p:nvPr/>
          </p:nvSpPr>
          <p:spPr bwMode="auto">
            <a:xfrm>
              <a:off x="804" y="915"/>
              <a:ext cx="71" cy="189"/>
            </a:xfrm>
            <a:custGeom>
              <a:avLst/>
              <a:gdLst>
                <a:gd name="T0" fmla="*/ 41 w 43"/>
                <a:gd name="T1" fmla="*/ 13 h 115"/>
                <a:gd name="T2" fmla="*/ 33 w 43"/>
                <a:gd name="T3" fmla="*/ 89 h 115"/>
                <a:gd name="T4" fmla="*/ 5 w 43"/>
                <a:gd name="T5" fmla="*/ 164 h 115"/>
                <a:gd name="T6" fmla="*/ 58 w 43"/>
                <a:gd name="T7" fmla="*/ 345 h 115"/>
                <a:gd name="T8" fmla="*/ 122 w 43"/>
                <a:gd name="T9" fmla="*/ 436 h 115"/>
                <a:gd name="T10" fmla="*/ 193 w 43"/>
                <a:gd name="T11" fmla="*/ 511 h 115"/>
                <a:gd name="T12" fmla="*/ 147 w 43"/>
                <a:gd name="T13" fmla="*/ 449 h 115"/>
                <a:gd name="T14" fmla="*/ 125 w 43"/>
                <a:gd name="T15" fmla="*/ 406 h 115"/>
                <a:gd name="T16" fmla="*/ 130 w 43"/>
                <a:gd name="T17" fmla="*/ 378 h 115"/>
                <a:gd name="T18" fmla="*/ 89 w 43"/>
                <a:gd name="T19" fmla="*/ 302 h 115"/>
                <a:gd name="T20" fmla="*/ 35 w 43"/>
                <a:gd name="T21" fmla="*/ 219 h 115"/>
                <a:gd name="T22" fmla="*/ 35 w 43"/>
                <a:gd name="T23" fmla="*/ 130 h 115"/>
                <a:gd name="T24" fmla="*/ 50 w 43"/>
                <a:gd name="T25" fmla="*/ 62 h 115"/>
                <a:gd name="T26" fmla="*/ 35 w 43"/>
                <a:gd name="T27" fmla="*/ 0 h 115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43" h="115">
                  <a:moveTo>
                    <a:pt x="9" y="3"/>
                  </a:moveTo>
                  <a:cubicBezTo>
                    <a:pt x="7" y="7"/>
                    <a:pt x="11" y="15"/>
                    <a:pt x="7" y="20"/>
                  </a:cubicBezTo>
                  <a:cubicBezTo>
                    <a:pt x="4" y="26"/>
                    <a:pt x="2" y="31"/>
                    <a:pt x="1" y="37"/>
                  </a:cubicBezTo>
                  <a:cubicBezTo>
                    <a:pt x="0" y="53"/>
                    <a:pt x="8" y="64"/>
                    <a:pt x="13" y="78"/>
                  </a:cubicBezTo>
                  <a:cubicBezTo>
                    <a:pt x="17" y="86"/>
                    <a:pt x="22" y="91"/>
                    <a:pt x="27" y="98"/>
                  </a:cubicBezTo>
                  <a:cubicBezTo>
                    <a:pt x="33" y="105"/>
                    <a:pt x="38" y="110"/>
                    <a:pt x="43" y="115"/>
                  </a:cubicBezTo>
                  <a:cubicBezTo>
                    <a:pt x="39" y="112"/>
                    <a:pt x="35" y="105"/>
                    <a:pt x="33" y="101"/>
                  </a:cubicBezTo>
                  <a:cubicBezTo>
                    <a:pt x="32" y="98"/>
                    <a:pt x="29" y="94"/>
                    <a:pt x="28" y="91"/>
                  </a:cubicBezTo>
                  <a:cubicBezTo>
                    <a:pt x="28" y="87"/>
                    <a:pt x="28" y="88"/>
                    <a:pt x="29" y="85"/>
                  </a:cubicBezTo>
                  <a:cubicBezTo>
                    <a:pt x="30" y="80"/>
                    <a:pt x="23" y="72"/>
                    <a:pt x="20" y="68"/>
                  </a:cubicBezTo>
                  <a:cubicBezTo>
                    <a:pt x="16" y="62"/>
                    <a:pt x="10" y="57"/>
                    <a:pt x="8" y="49"/>
                  </a:cubicBezTo>
                  <a:cubicBezTo>
                    <a:pt x="6" y="43"/>
                    <a:pt x="7" y="35"/>
                    <a:pt x="8" y="29"/>
                  </a:cubicBezTo>
                  <a:cubicBezTo>
                    <a:pt x="9" y="24"/>
                    <a:pt x="12" y="20"/>
                    <a:pt x="11" y="14"/>
                  </a:cubicBezTo>
                  <a:cubicBezTo>
                    <a:pt x="10" y="10"/>
                    <a:pt x="8" y="5"/>
                    <a:pt x="8" y="0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528" name="Freeform 293">
              <a:extLst>
                <a:ext uri="{FF2B5EF4-FFF2-40B4-BE49-F238E27FC236}">
                  <a16:creationId xmlns:a16="http://schemas.microsoft.com/office/drawing/2014/main" id="{C70BFF37-4466-4453-8FD9-E9C503A02939}"/>
                </a:ext>
              </a:extLst>
            </p:cNvPr>
            <p:cNvSpPr>
              <a:spLocks/>
            </p:cNvSpPr>
            <p:nvPr/>
          </p:nvSpPr>
          <p:spPr bwMode="auto">
            <a:xfrm>
              <a:off x="905" y="1124"/>
              <a:ext cx="30" cy="24"/>
            </a:xfrm>
            <a:custGeom>
              <a:avLst/>
              <a:gdLst>
                <a:gd name="T0" fmla="*/ 83 w 18"/>
                <a:gd name="T1" fmla="*/ 16 h 15"/>
                <a:gd name="T2" fmla="*/ 33 w 18"/>
                <a:gd name="T3" fmla="*/ 61 h 15"/>
                <a:gd name="T4" fmla="*/ 83 w 18"/>
                <a:gd name="T5" fmla="*/ 21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5">
                  <a:moveTo>
                    <a:pt x="18" y="4"/>
                  </a:moveTo>
                  <a:cubicBezTo>
                    <a:pt x="11" y="0"/>
                    <a:pt x="0" y="12"/>
                    <a:pt x="7" y="15"/>
                  </a:cubicBezTo>
                  <a:cubicBezTo>
                    <a:pt x="8" y="11"/>
                    <a:pt x="13" y="5"/>
                    <a:pt x="18" y="5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529" name="Freeform 294">
              <a:extLst>
                <a:ext uri="{FF2B5EF4-FFF2-40B4-BE49-F238E27FC236}">
                  <a16:creationId xmlns:a16="http://schemas.microsoft.com/office/drawing/2014/main" id="{C8FABF0F-B474-40AC-8B29-328A42D77367}"/>
                </a:ext>
              </a:extLst>
            </p:cNvPr>
            <p:cNvSpPr>
              <a:spLocks/>
            </p:cNvSpPr>
            <p:nvPr/>
          </p:nvSpPr>
          <p:spPr bwMode="auto">
            <a:xfrm>
              <a:off x="892" y="1059"/>
              <a:ext cx="110" cy="50"/>
            </a:xfrm>
            <a:custGeom>
              <a:avLst/>
              <a:gdLst>
                <a:gd name="T0" fmla="*/ 0 w 67"/>
                <a:gd name="T1" fmla="*/ 47 h 30"/>
                <a:gd name="T2" fmla="*/ 62 w 67"/>
                <a:gd name="T3" fmla="*/ 28 h 30"/>
                <a:gd name="T4" fmla="*/ 131 w 67"/>
                <a:gd name="T5" fmla="*/ 8 h 30"/>
                <a:gd name="T6" fmla="*/ 151 w 67"/>
                <a:gd name="T7" fmla="*/ 20 h 30"/>
                <a:gd name="T8" fmla="*/ 172 w 67"/>
                <a:gd name="T9" fmla="*/ 8 h 30"/>
                <a:gd name="T10" fmla="*/ 213 w 67"/>
                <a:gd name="T11" fmla="*/ 13 h 30"/>
                <a:gd name="T12" fmla="*/ 297 w 67"/>
                <a:gd name="T13" fmla="*/ 47 h 30"/>
                <a:gd name="T14" fmla="*/ 256 w 67"/>
                <a:gd name="T15" fmla="*/ 97 h 30"/>
                <a:gd name="T16" fmla="*/ 159 w 67"/>
                <a:gd name="T17" fmla="*/ 138 h 30"/>
                <a:gd name="T18" fmla="*/ 76 w 67"/>
                <a:gd name="T19" fmla="*/ 117 h 30"/>
                <a:gd name="T20" fmla="*/ 0 w 67"/>
                <a:gd name="T21" fmla="*/ 47 h 3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7" h="30">
                  <a:moveTo>
                    <a:pt x="0" y="10"/>
                  </a:moveTo>
                  <a:cubicBezTo>
                    <a:pt x="0" y="10"/>
                    <a:pt x="4" y="14"/>
                    <a:pt x="14" y="6"/>
                  </a:cubicBezTo>
                  <a:cubicBezTo>
                    <a:pt x="18" y="2"/>
                    <a:pt x="25" y="0"/>
                    <a:pt x="30" y="2"/>
                  </a:cubicBezTo>
                  <a:cubicBezTo>
                    <a:pt x="35" y="5"/>
                    <a:pt x="34" y="4"/>
                    <a:pt x="34" y="4"/>
                  </a:cubicBezTo>
                  <a:cubicBezTo>
                    <a:pt x="34" y="4"/>
                    <a:pt x="36" y="3"/>
                    <a:pt x="39" y="2"/>
                  </a:cubicBezTo>
                  <a:cubicBezTo>
                    <a:pt x="42" y="1"/>
                    <a:pt x="46" y="1"/>
                    <a:pt x="48" y="3"/>
                  </a:cubicBezTo>
                  <a:cubicBezTo>
                    <a:pt x="51" y="4"/>
                    <a:pt x="59" y="12"/>
                    <a:pt x="67" y="10"/>
                  </a:cubicBezTo>
                  <a:cubicBezTo>
                    <a:pt x="67" y="10"/>
                    <a:pt x="64" y="14"/>
                    <a:pt x="58" y="21"/>
                  </a:cubicBezTo>
                  <a:cubicBezTo>
                    <a:pt x="52" y="27"/>
                    <a:pt x="42" y="29"/>
                    <a:pt x="36" y="30"/>
                  </a:cubicBezTo>
                  <a:cubicBezTo>
                    <a:pt x="29" y="30"/>
                    <a:pt x="20" y="27"/>
                    <a:pt x="17" y="25"/>
                  </a:cubicBezTo>
                  <a:cubicBezTo>
                    <a:pt x="7" y="20"/>
                    <a:pt x="6" y="14"/>
                    <a:pt x="0" y="10"/>
                  </a:cubicBezTo>
                  <a:close/>
                </a:path>
              </a:pathLst>
            </a:custGeom>
            <a:solidFill>
              <a:srgbClr val="F9CA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530" name="Freeform 295">
              <a:extLst>
                <a:ext uri="{FF2B5EF4-FFF2-40B4-BE49-F238E27FC236}">
                  <a16:creationId xmlns:a16="http://schemas.microsoft.com/office/drawing/2014/main" id="{7C51CF3D-4925-4C5F-886C-DF7E3FE13039}"/>
                </a:ext>
              </a:extLst>
            </p:cNvPr>
            <p:cNvSpPr>
              <a:spLocks/>
            </p:cNvSpPr>
            <p:nvPr/>
          </p:nvSpPr>
          <p:spPr bwMode="auto">
            <a:xfrm>
              <a:off x="888" y="1051"/>
              <a:ext cx="118" cy="36"/>
            </a:xfrm>
            <a:custGeom>
              <a:avLst/>
              <a:gdLst>
                <a:gd name="T0" fmla="*/ 166 w 71"/>
                <a:gd name="T1" fmla="*/ 43 h 22"/>
                <a:gd name="T2" fmla="*/ 326 w 71"/>
                <a:gd name="T3" fmla="*/ 62 h 22"/>
                <a:gd name="T4" fmla="*/ 284 w 71"/>
                <a:gd name="T5" fmla="*/ 62 h 22"/>
                <a:gd name="T6" fmla="*/ 243 w 71"/>
                <a:gd name="T7" fmla="*/ 41 h 22"/>
                <a:gd name="T8" fmla="*/ 166 w 71"/>
                <a:gd name="T9" fmla="*/ 34 h 22"/>
                <a:gd name="T10" fmla="*/ 166 w 71"/>
                <a:gd name="T11" fmla="*/ 34 h 22"/>
                <a:gd name="T12" fmla="*/ 91 w 71"/>
                <a:gd name="T13" fmla="*/ 34 h 22"/>
                <a:gd name="T14" fmla="*/ 47 w 71"/>
                <a:gd name="T15" fmla="*/ 56 h 22"/>
                <a:gd name="T16" fmla="*/ 0 w 71"/>
                <a:gd name="T17" fmla="*/ 62 h 22"/>
                <a:gd name="T18" fmla="*/ 166 w 71"/>
                <a:gd name="T19" fmla="*/ 43 h 2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1" h="22">
                  <a:moveTo>
                    <a:pt x="36" y="10"/>
                  </a:moveTo>
                  <a:cubicBezTo>
                    <a:pt x="48" y="0"/>
                    <a:pt x="58" y="21"/>
                    <a:pt x="71" y="14"/>
                  </a:cubicBezTo>
                  <a:cubicBezTo>
                    <a:pt x="68" y="15"/>
                    <a:pt x="65" y="16"/>
                    <a:pt x="62" y="14"/>
                  </a:cubicBezTo>
                  <a:cubicBezTo>
                    <a:pt x="60" y="12"/>
                    <a:pt x="56" y="10"/>
                    <a:pt x="53" y="9"/>
                  </a:cubicBezTo>
                  <a:cubicBezTo>
                    <a:pt x="46" y="6"/>
                    <a:pt x="43" y="6"/>
                    <a:pt x="36" y="8"/>
                  </a:cubicBezTo>
                  <a:cubicBezTo>
                    <a:pt x="36" y="8"/>
                    <a:pt x="36" y="8"/>
                    <a:pt x="36" y="8"/>
                  </a:cubicBezTo>
                  <a:cubicBezTo>
                    <a:pt x="30" y="6"/>
                    <a:pt x="26" y="5"/>
                    <a:pt x="20" y="8"/>
                  </a:cubicBezTo>
                  <a:cubicBezTo>
                    <a:pt x="16" y="10"/>
                    <a:pt x="13" y="11"/>
                    <a:pt x="10" y="13"/>
                  </a:cubicBezTo>
                  <a:cubicBezTo>
                    <a:pt x="7" y="15"/>
                    <a:pt x="3" y="16"/>
                    <a:pt x="0" y="14"/>
                  </a:cubicBezTo>
                  <a:cubicBezTo>
                    <a:pt x="11" y="22"/>
                    <a:pt x="24" y="0"/>
                    <a:pt x="36" y="1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531" name="Freeform 296">
              <a:extLst>
                <a:ext uri="{FF2B5EF4-FFF2-40B4-BE49-F238E27FC236}">
                  <a16:creationId xmlns:a16="http://schemas.microsoft.com/office/drawing/2014/main" id="{C09610AA-8EFD-4902-B27B-E7485448C093}"/>
                </a:ext>
              </a:extLst>
            </p:cNvPr>
            <p:cNvSpPr>
              <a:spLocks/>
            </p:cNvSpPr>
            <p:nvPr/>
          </p:nvSpPr>
          <p:spPr bwMode="auto">
            <a:xfrm>
              <a:off x="902" y="1086"/>
              <a:ext cx="90" cy="54"/>
            </a:xfrm>
            <a:custGeom>
              <a:avLst/>
              <a:gdLst>
                <a:gd name="T0" fmla="*/ 0 w 55"/>
                <a:gd name="T1" fmla="*/ 0 h 33"/>
                <a:gd name="T2" fmla="*/ 241 w 55"/>
                <a:gd name="T3" fmla="*/ 5 h 33"/>
                <a:gd name="T4" fmla="*/ 0 w 55"/>
                <a:gd name="T5" fmla="*/ 0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5" h="33">
                  <a:moveTo>
                    <a:pt x="0" y="0"/>
                  </a:moveTo>
                  <a:cubicBezTo>
                    <a:pt x="0" y="0"/>
                    <a:pt x="28" y="28"/>
                    <a:pt x="55" y="1"/>
                  </a:cubicBezTo>
                  <a:cubicBezTo>
                    <a:pt x="55" y="1"/>
                    <a:pt x="31" y="3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532" name="Freeform 297">
              <a:extLst>
                <a:ext uri="{FF2B5EF4-FFF2-40B4-BE49-F238E27FC236}">
                  <a16:creationId xmlns:a16="http://schemas.microsoft.com/office/drawing/2014/main" id="{FA4CBABF-2C10-4EEB-BCEE-B3B9F1D05BF7}"/>
                </a:ext>
              </a:extLst>
            </p:cNvPr>
            <p:cNvSpPr>
              <a:spLocks/>
            </p:cNvSpPr>
            <p:nvPr/>
          </p:nvSpPr>
          <p:spPr bwMode="auto">
            <a:xfrm>
              <a:off x="900" y="1079"/>
              <a:ext cx="96" cy="13"/>
            </a:xfrm>
            <a:custGeom>
              <a:avLst/>
              <a:gdLst>
                <a:gd name="T0" fmla="*/ 0 w 58"/>
                <a:gd name="T1" fmla="*/ 0 h 8"/>
                <a:gd name="T2" fmla="*/ 263 w 58"/>
                <a:gd name="T3" fmla="*/ 0 h 8"/>
                <a:gd name="T4" fmla="*/ 0 w 58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8" h="8">
                  <a:moveTo>
                    <a:pt x="0" y="0"/>
                  </a:moveTo>
                  <a:cubicBezTo>
                    <a:pt x="0" y="0"/>
                    <a:pt x="33" y="6"/>
                    <a:pt x="58" y="0"/>
                  </a:cubicBezTo>
                  <a:cubicBezTo>
                    <a:pt x="58" y="0"/>
                    <a:pt x="38" y="8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533" name="Freeform 298">
              <a:extLst>
                <a:ext uri="{FF2B5EF4-FFF2-40B4-BE49-F238E27FC236}">
                  <a16:creationId xmlns:a16="http://schemas.microsoft.com/office/drawing/2014/main" id="{4241486B-60BA-4A4C-93EC-A6E6B9A87A27}"/>
                </a:ext>
              </a:extLst>
            </p:cNvPr>
            <p:cNvSpPr>
              <a:spLocks/>
            </p:cNvSpPr>
            <p:nvPr/>
          </p:nvSpPr>
          <p:spPr bwMode="auto">
            <a:xfrm>
              <a:off x="839" y="933"/>
              <a:ext cx="64" cy="23"/>
            </a:xfrm>
            <a:custGeom>
              <a:avLst/>
              <a:gdLst>
                <a:gd name="T0" fmla="*/ 172 w 39"/>
                <a:gd name="T1" fmla="*/ 43 h 14"/>
                <a:gd name="T2" fmla="*/ 146 w 39"/>
                <a:gd name="T3" fmla="*/ 35 h 14"/>
                <a:gd name="T4" fmla="*/ 0 w 39"/>
                <a:gd name="T5" fmla="*/ 35 h 14"/>
                <a:gd name="T6" fmla="*/ 146 w 39"/>
                <a:gd name="T7" fmla="*/ 54 h 14"/>
                <a:gd name="T8" fmla="*/ 172 w 39"/>
                <a:gd name="T9" fmla="*/ 43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14">
                  <a:moveTo>
                    <a:pt x="39" y="10"/>
                  </a:moveTo>
                  <a:cubicBezTo>
                    <a:pt x="39" y="8"/>
                    <a:pt x="35" y="9"/>
                    <a:pt x="33" y="8"/>
                  </a:cubicBezTo>
                  <a:cubicBezTo>
                    <a:pt x="30" y="7"/>
                    <a:pt x="12" y="0"/>
                    <a:pt x="0" y="8"/>
                  </a:cubicBezTo>
                  <a:cubicBezTo>
                    <a:pt x="0" y="8"/>
                    <a:pt x="20" y="14"/>
                    <a:pt x="33" y="12"/>
                  </a:cubicBezTo>
                  <a:cubicBezTo>
                    <a:pt x="38" y="11"/>
                    <a:pt x="39" y="11"/>
                    <a:pt x="39" y="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534" name="Freeform 299">
              <a:extLst>
                <a:ext uri="{FF2B5EF4-FFF2-40B4-BE49-F238E27FC236}">
                  <a16:creationId xmlns:a16="http://schemas.microsoft.com/office/drawing/2014/main" id="{1DF364F2-83F7-413F-84FE-FBADF14B6BCE}"/>
                </a:ext>
              </a:extLst>
            </p:cNvPr>
            <p:cNvSpPr>
              <a:spLocks/>
            </p:cNvSpPr>
            <p:nvPr/>
          </p:nvSpPr>
          <p:spPr bwMode="auto">
            <a:xfrm>
              <a:off x="855" y="939"/>
              <a:ext cx="28" cy="13"/>
            </a:xfrm>
            <a:custGeom>
              <a:avLst/>
              <a:gdLst>
                <a:gd name="T0" fmla="*/ 71 w 17"/>
                <a:gd name="T1" fmla="*/ 8 h 8"/>
                <a:gd name="T2" fmla="*/ 8 w 17"/>
                <a:gd name="T3" fmla="*/ 0 h 8"/>
                <a:gd name="T4" fmla="*/ 0 w 17"/>
                <a:gd name="T5" fmla="*/ 18 h 8"/>
                <a:gd name="T6" fmla="*/ 5 w 17"/>
                <a:gd name="T7" fmla="*/ 29 h 8"/>
                <a:gd name="T8" fmla="*/ 71 w 17"/>
                <a:gd name="T9" fmla="*/ 34 h 8"/>
                <a:gd name="T10" fmla="*/ 76 w 17"/>
                <a:gd name="T11" fmla="*/ 18 h 8"/>
                <a:gd name="T12" fmla="*/ 71 w 17"/>
                <a:gd name="T13" fmla="*/ 8 h 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" h="8">
                  <a:moveTo>
                    <a:pt x="16" y="2"/>
                  </a:moveTo>
                  <a:cubicBezTo>
                    <a:pt x="12" y="1"/>
                    <a:pt x="7" y="0"/>
                    <a:pt x="2" y="0"/>
                  </a:cubicBezTo>
                  <a:cubicBezTo>
                    <a:pt x="1" y="1"/>
                    <a:pt x="0" y="3"/>
                    <a:pt x="0" y="4"/>
                  </a:cubicBezTo>
                  <a:cubicBezTo>
                    <a:pt x="0" y="5"/>
                    <a:pt x="1" y="6"/>
                    <a:pt x="1" y="7"/>
                  </a:cubicBezTo>
                  <a:cubicBezTo>
                    <a:pt x="5" y="7"/>
                    <a:pt x="11" y="8"/>
                    <a:pt x="16" y="8"/>
                  </a:cubicBezTo>
                  <a:cubicBezTo>
                    <a:pt x="17" y="7"/>
                    <a:pt x="17" y="6"/>
                    <a:pt x="17" y="4"/>
                  </a:cubicBezTo>
                  <a:cubicBezTo>
                    <a:pt x="17" y="4"/>
                    <a:pt x="17" y="3"/>
                    <a:pt x="16" y="2"/>
                  </a:cubicBezTo>
                  <a:close/>
                </a:path>
              </a:pathLst>
            </a:custGeom>
            <a:solidFill>
              <a:srgbClr val="3311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535" name="Freeform 300">
              <a:extLst>
                <a:ext uri="{FF2B5EF4-FFF2-40B4-BE49-F238E27FC236}">
                  <a16:creationId xmlns:a16="http://schemas.microsoft.com/office/drawing/2014/main" id="{5E08494F-5C02-403E-A3E4-BE9F222DFDCB}"/>
                </a:ext>
              </a:extLst>
            </p:cNvPr>
            <p:cNvSpPr>
              <a:spLocks/>
            </p:cNvSpPr>
            <p:nvPr/>
          </p:nvSpPr>
          <p:spPr bwMode="auto">
            <a:xfrm>
              <a:off x="855" y="939"/>
              <a:ext cx="28" cy="13"/>
            </a:xfrm>
            <a:custGeom>
              <a:avLst/>
              <a:gdLst>
                <a:gd name="T0" fmla="*/ 71 w 17"/>
                <a:gd name="T1" fmla="*/ 8 h 8"/>
                <a:gd name="T2" fmla="*/ 8 w 17"/>
                <a:gd name="T3" fmla="*/ 0 h 8"/>
                <a:gd name="T4" fmla="*/ 0 w 17"/>
                <a:gd name="T5" fmla="*/ 18 h 8"/>
                <a:gd name="T6" fmla="*/ 5 w 17"/>
                <a:gd name="T7" fmla="*/ 29 h 8"/>
                <a:gd name="T8" fmla="*/ 71 w 17"/>
                <a:gd name="T9" fmla="*/ 34 h 8"/>
                <a:gd name="T10" fmla="*/ 76 w 17"/>
                <a:gd name="T11" fmla="*/ 18 h 8"/>
                <a:gd name="T12" fmla="*/ 71 w 17"/>
                <a:gd name="T13" fmla="*/ 8 h 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" h="8">
                  <a:moveTo>
                    <a:pt x="16" y="2"/>
                  </a:moveTo>
                  <a:cubicBezTo>
                    <a:pt x="12" y="1"/>
                    <a:pt x="7" y="0"/>
                    <a:pt x="2" y="0"/>
                  </a:cubicBezTo>
                  <a:cubicBezTo>
                    <a:pt x="1" y="1"/>
                    <a:pt x="0" y="3"/>
                    <a:pt x="0" y="4"/>
                  </a:cubicBezTo>
                  <a:cubicBezTo>
                    <a:pt x="0" y="5"/>
                    <a:pt x="1" y="6"/>
                    <a:pt x="1" y="7"/>
                  </a:cubicBezTo>
                  <a:cubicBezTo>
                    <a:pt x="5" y="7"/>
                    <a:pt x="11" y="8"/>
                    <a:pt x="16" y="8"/>
                  </a:cubicBezTo>
                  <a:cubicBezTo>
                    <a:pt x="17" y="7"/>
                    <a:pt x="17" y="6"/>
                    <a:pt x="17" y="4"/>
                  </a:cubicBezTo>
                  <a:cubicBezTo>
                    <a:pt x="17" y="4"/>
                    <a:pt x="17" y="3"/>
                    <a:pt x="16" y="2"/>
                  </a:cubicBezTo>
                  <a:close/>
                </a:path>
              </a:pathLst>
            </a:custGeom>
            <a:noFill/>
            <a:ln w="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536" name="Freeform 301">
              <a:extLst>
                <a:ext uri="{FF2B5EF4-FFF2-40B4-BE49-F238E27FC236}">
                  <a16:creationId xmlns:a16="http://schemas.microsoft.com/office/drawing/2014/main" id="{39CFFB00-BB2E-4F3A-9B8F-5D4463F5112A}"/>
                </a:ext>
              </a:extLst>
            </p:cNvPr>
            <p:cNvSpPr>
              <a:spLocks/>
            </p:cNvSpPr>
            <p:nvPr/>
          </p:nvSpPr>
          <p:spPr bwMode="auto">
            <a:xfrm>
              <a:off x="839" y="933"/>
              <a:ext cx="64" cy="21"/>
            </a:xfrm>
            <a:custGeom>
              <a:avLst/>
              <a:gdLst>
                <a:gd name="T0" fmla="*/ 172 w 39"/>
                <a:gd name="T1" fmla="*/ 39 h 13"/>
                <a:gd name="T2" fmla="*/ 146 w 39"/>
                <a:gd name="T3" fmla="*/ 34 h 13"/>
                <a:gd name="T4" fmla="*/ 0 w 39"/>
                <a:gd name="T5" fmla="*/ 34 h 13"/>
                <a:gd name="T6" fmla="*/ 146 w 39"/>
                <a:gd name="T7" fmla="*/ 47 h 13"/>
                <a:gd name="T8" fmla="*/ 172 w 39"/>
                <a:gd name="T9" fmla="*/ 39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13">
                  <a:moveTo>
                    <a:pt x="39" y="9"/>
                  </a:moveTo>
                  <a:cubicBezTo>
                    <a:pt x="39" y="8"/>
                    <a:pt x="35" y="9"/>
                    <a:pt x="33" y="8"/>
                  </a:cubicBezTo>
                  <a:cubicBezTo>
                    <a:pt x="30" y="6"/>
                    <a:pt x="12" y="0"/>
                    <a:pt x="0" y="8"/>
                  </a:cubicBezTo>
                  <a:cubicBezTo>
                    <a:pt x="0" y="8"/>
                    <a:pt x="20" y="13"/>
                    <a:pt x="33" y="11"/>
                  </a:cubicBezTo>
                  <a:cubicBezTo>
                    <a:pt x="39" y="10"/>
                    <a:pt x="39" y="10"/>
                    <a:pt x="39" y="9"/>
                  </a:cubicBezTo>
                  <a:close/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537" name="Oval 302">
              <a:extLst>
                <a:ext uri="{FF2B5EF4-FFF2-40B4-BE49-F238E27FC236}">
                  <a16:creationId xmlns:a16="http://schemas.microsoft.com/office/drawing/2014/main" id="{149B514C-3CE7-44B7-9BE2-D1674B26BF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65" y="941"/>
              <a:ext cx="8" cy="8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538" name="Oval 303">
              <a:extLst>
                <a:ext uri="{FF2B5EF4-FFF2-40B4-BE49-F238E27FC236}">
                  <a16:creationId xmlns:a16="http://schemas.microsoft.com/office/drawing/2014/main" id="{6A4BF7BA-0012-4944-A4DA-32843EFBDE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70" y="943"/>
              <a:ext cx="5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539" name="Freeform 304">
              <a:extLst>
                <a:ext uri="{FF2B5EF4-FFF2-40B4-BE49-F238E27FC236}">
                  <a16:creationId xmlns:a16="http://schemas.microsoft.com/office/drawing/2014/main" id="{A824D99F-D533-4014-844E-97939049E733}"/>
                </a:ext>
              </a:extLst>
            </p:cNvPr>
            <p:cNvSpPr>
              <a:spLocks/>
            </p:cNvSpPr>
            <p:nvPr/>
          </p:nvSpPr>
          <p:spPr bwMode="auto">
            <a:xfrm>
              <a:off x="802" y="850"/>
              <a:ext cx="30" cy="155"/>
            </a:xfrm>
            <a:custGeom>
              <a:avLst/>
              <a:gdLst>
                <a:gd name="T0" fmla="*/ 83 w 18"/>
                <a:gd name="T1" fmla="*/ 0 h 94"/>
                <a:gd name="T2" fmla="*/ 37 w 18"/>
                <a:gd name="T3" fmla="*/ 134 h 94"/>
                <a:gd name="T4" fmla="*/ 28 w 18"/>
                <a:gd name="T5" fmla="*/ 214 h 94"/>
                <a:gd name="T6" fmla="*/ 8 w 18"/>
                <a:gd name="T7" fmla="*/ 282 h 94"/>
                <a:gd name="T8" fmla="*/ 28 w 18"/>
                <a:gd name="T9" fmla="*/ 422 h 94"/>
                <a:gd name="T10" fmla="*/ 37 w 18"/>
                <a:gd name="T11" fmla="*/ 289 h 94"/>
                <a:gd name="T12" fmla="*/ 50 w 18"/>
                <a:gd name="T13" fmla="*/ 247 h 94"/>
                <a:gd name="T14" fmla="*/ 47 w 18"/>
                <a:gd name="T15" fmla="*/ 206 h 94"/>
                <a:gd name="T16" fmla="*/ 55 w 18"/>
                <a:gd name="T17" fmla="*/ 117 h 94"/>
                <a:gd name="T18" fmla="*/ 75 w 18"/>
                <a:gd name="T19" fmla="*/ 20 h 94"/>
                <a:gd name="T20" fmla="*/ 75 w 18"/>
                <a:gd name="T21" fmla="*/ 13 h 9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8" h="94">
                  <a:moveTo>
                    <a:pt x="18" y="0"/>
                  </a:moveTo>
                  <a:cubicBezTo>
                    <a:pt x="15" y="10"/>
                    <a:pt x="10" y="20"/>
                    <a:pt x="8" y="30"/>
                  </a:cubicBezTo>
                  <a:cubicBezTo>
                    <a:pt x="7" y="36"/>
                    <a:pt x="6" y="42"/>
                    <a:pt x="6" y="48"/>
                  </a:cubicBezTo>
                  <a:cubicBezTo>
                    <a:pt x="5" y="53"/>
                    <a:pt x="4" y="58"/>
                    <a:pt x="2" y="63"/>
                  </a:cubicBezTo>
                  <a:cubicBezTo>
                    <a:pt x="0" y="74"/>
                    <a:pt x="2" y="84"/>
                    <a:pt x="6" y="94"/>
                  </a:cubicBezTo>
                  <a:cubicBezTo>
                    <a:pt x="5" y="85"/>
                    <a:pt x="4" y="73"/>
                    <a:pt x="8" y="64"/>
                  </a:cubicBezTo>
                  <a:cubicBezTo>
                    <a:pt x="9" y="61"/>
                    <a:pt x="11" y="58"/>
                    <a:pt x="11" y="55"/>
                  </a:cubicBezTo>
                  <a:cubicBezTo>
                    <a:pt x="11" y="52"/>
                    <a:pt x="10" y="49"/>
                    <a:pt x="10" y="46"/>
                  </a:cubicBezTo>
                  <a:cubicBezTo>
                    <a:pt x="10" y="39"/>
                    <a:pt x="10" y="33"/>
                    <a:pt x="12" y="26"/>
                  </a:cubicBezTo>
                  <a:cubicBezTo>
                    <a:pt x="13" y="19"/>
                    <a:pt x="15" y="11"/>
                    <a:pt x="16" y="4"/>
                  </a:cubicBezTo>
                  <a:cubicBezTo>
                    <a:pt x="16" y="3"/>
                    <a:pt x="17" y="3"/>
                    <a:pt x="16" y="3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540" name="Freeform 305">
              <a:extLst>
                <a:ext uri="{FF2B5EF4-FFF2-40B4-BE49-F238E27FC236}">
                  <a16:creationId xmlns:a16="http://schemas.microsoft.com/office/drawing/2014/main" id="{962180FD-54C0-4E1F-BED1-EACA22990002}"/>
                </a:ext>
              </a:extLst>
            </p:cNvPr>
            <p:cNvSpPr>
              <a:spLocks/>
            </p:cNvSpPr>
            <p:nvPr/>
          </p:nvSpPr>
          <p:spPr bwMode="auto">
            <a:xfrm>
              <a:off x="992" y="933"/>
              <a:ext cx="65" cy="23"/>
            </a:xfrm>
            <a:custGeom>
              <a:avLst/>
              <a:gdLst>
                <a:gd name="T0" fmla="*/ 0 w 39"/>
                <a:gd name="T1" fmla="*/ 43 h 14"/>
                <a:gd name="T2" fmla="*/ 28 w 39"/>
                <a:gd name="T3" fmla="*/ 35 h 14"/>
                <a:gd name="T4" fmla="*/ 180 w 39"/>
                <a:gd name="T5" fmla="*/ 35 h 14"/>
                <a:gd name="T6" fmla="*/ 28 w 39"/>
                <a:gd name="T7" fmla="*/ 54 h 14"/>
                <a:gd name="T8" fmla="*/ 0 w 39"/>
                <a:gd name="T9" fmla="*/ 43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14">
                  <a:moveTo>
                    <a:pt x="0" y="10"/>
                  </a:moveTo>
                  <a:cubicBezTo>
                    <a:pt x="0" y="8"/>
                    <a:pt x="4" y="9"/>
                    <a:pt x="6" y="8"/>
                  </a:cubicBezTo>
                  <a:cubicBezTo>
                    <a:pt x="9" y="7"/>
                    <a:pt x="27" y="0"/>
                    <a:pt x="39" y="8"/>
                  </a:cubicBezTo>
                  <a:cubicBezTo>
                    <a:pt x="39" y="8"/>
                    <a:pt x="19" y="14"/>
                    <a:pt x="6" y="12"/>
                  </a:cubicBezTo>
                  <a:cubicBezTo>
                    <a:pt x="0" y="11"/>
                    <a:pt x="0" y="11"/>
                    <a:pt x="0" y="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541" name="Freeform 306">
              <a:extLst>
                <a:ext uri="{FF2B5EF4-FFF2-40B4-BE49-F238E27FC236}">
                  <a16:creationId xmlns:a16="http://schemas.microsoft.com/office/drawing/2014/main" id="{354EC5C2-DAF5-4410-A0C8-957A138793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" y="939"/>
              <a:ext cx="27" cy="13"/>
            </a:xfrm>
            <a:custGeom>
              <a:avLst/>
              <a:gdLst>
                <a:gd name="T0" fmla="*/ 0 w 16"/>
                <a:gd name="T1" fmla="*/ 8 h 8"/>
                <a:gd name="T2" fmla="*/ 71 w 16"/>
                <a:gd name="T3" fmla="*/ 0 h 8"/>
                <a:gd name="T4" fmla="*/ 78 w 16"/>
                <a:gd name="T5" fmla="*/ 18 h 8"/>
                <a:gd name="T6" fmla="*/ 78 w 16"/>
                <a:gd name="T7" fmla="*/ 29 h 8"/>
                <a:gd name="T8" fmla="*/ 5 w 16"/>
                <a:gd name="T9" fmla="*/ 34 h 8"/>
                <a:gd name="T10" fmla="*/ 0 w 16"/>
                <a:gd name="T11" fmla="*/ 18 h 8"/>
                <a:gd name="T12" fmla="*/ 0 w 16"/>
                <a:gd name="T13" fmla="*/ 8 h 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" h="8">
                  <a:moveTo>
                    <a:pt x="0" y="2"/>
                  </a:moveTo>
                  <a:cubicBezTo>
                    <a:pt x="4" y="1"/>
                    <a:pt x="10" y="0"/>
                    <a:pt x="15" y="0"/>
                  </a:cubicBezTo>
                  <a:cubicBezTo>
                    <a:pt x="16" y="1"/>
                    <a:pt x="16" y="3"/>
                    <a:pt x="16" y="4"/>
                  </a:cubicBezTo>
                  <a:cubicBezTo>
                    <a:pt x="16" y="5"/>
                    <a:pt x="16" y="6"/>
                    <a:pt x="16" y="7"/>
                  </a:cubicBezTo>
                  <a:cubicBezTo>
                    <a:pt x="11" y="7"/>
                    <a:pt x="6" y="8"/>
                    <a:pt x="1" y="8"/>
                  </a:cubicBezTo>
                  <a:cubicBezTo>
                    <a:pt x="0" y="7"/>
                    <a:pt x="0" y="6"/>
                    <a:pt x="0" y="4"/>
                  </a:cubicBezTo>
                  <a:cubicBezTo>
                    <a:pt x="0" y="4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3311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542" name="Freeform 307">
              <a:extLst>
                <a:ext uri="{FF2B5EF4-FFF2-40B4-BE49-F238E27FC236}">
                  <a16:creationId xmlns:a16="http://schemas.microsoft.com/office/drawing/2014/main" id="{81CAD693-68FC-42A4-A3A8-9B11B32C31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" y="939"/>
              <a:ext cx="27" cy="13"/>
            </a:xfrm>
            <a:custGeom>
              <a:avLst/>
              <a:gdLst>
                <a:gd name="T0" fmla="*/ 0 w 16"/>
                <a:gd name="T1" fmla="*/ 8 h 8"/>
                <a:gd name="T2" fmla="*/ 71 w 16"/>
                <a:gd name="T3" fmla="*/ 0 h 8"/>
                <a:gd name="T4" fmla="*/ 78 w 16"/>
                <a:gd name="T5" fmla="*/ 18 h 8"/>
                <a:gd name="T6" fmla="*/ 78 w 16"/>
                <a:gd name="T7" fmla="*/ 29 h 8"/>
                <a:gd name="T8" fmla="*/ 5 w 16"/>
                <a:gd name="T9" fmla="*/ 34 h 8"/>
                <a:gd name="T10" fmla="*/ 0 w 16"/>
                <a:gd name="T11" fmla="*/ 18 h 8"/>
                <a:gd name="T12" fmla="*/ 0 w 16"/>
                <a:gd name="T13" fmla="*/ 8 h 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" h="8">
                  <a:moveTo>
                    <a:pt x="0" y="2"/>
                  </a:moveTo>
                  <a:cubicBezTo>
                    <a:pt x="4" y="1"/>
                    <a:pt x="10" y="0"/>
                    <a:pt x="15" y="0"/>
                  </a:cubicBezTo>
                  <a:cubicBezTo>
                    <a:pt x="16" y="1"/>
                    <a:pt x="16" y="3"/>
                    <a:pt x="16" y="4"/>
                  </a:cubicBezTo>
                  <a:cubicBezTo>
                    <a:pt x="16" y="5"/>
                    <a:pt x="16" y="6"/>
                    <a:pt x="16" y="7"/>
                  </a:cubicBezTo>
                  <a:cubicBezTo>
                    <a:pt x="11" y="7"/>
                    <a:pt x="6" y="8"/>
                    <a:pt x="1" y="8"/>
                  </a:cubicBezTo>
                  <a:cubicBezTo>
                    <a:pt x="0" y="7"/>
                    <a:pt x="0" y="6"/>
                    <a:pt x="0" y="4"/>
                  </a:cubicBezTo>
                  <a:cubicBezTo>
                    <a:pt x="0" y="4"/>
                    <a:pt x="0" y="3"/>
                    <a:pt x="0" y="2"/>
                  </a:cubicBezTo>
                  <a:close/>
                </a:path>
              </a:pathLst>
            </a:custGeom>
            <a:noFill/>
            <a:ln w="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543" name="Freeform 308">
              <a:extLst>
                <a:ext uri="{FF2B5EF4-FFF2-40B4-BE49-F238E27FC236}">
                  <a16:creationId xmlns:a16="http://schemas.microsoft.com/office/drawing/2014/main" id="{DAB17DAF-CAE9-4B99-907D-68D1FFBC5449}"/>
                </a:ext>
              </a:extLst>
            </p:cNvPr>
            <p:cNvSpPr>
              <a:spLocks/>
            </p:cNvSpPr>
            <p:nvPr/>
          </p:nvSpPr>
          <p:spPr bwMode="auto">
            <a:xfrm>
              <a:off x="991" y="933"/>
              <a:ext cx="66" cy="21"/>
            </a:xfrm>
            <a:custGeom>
              <a:avLst/>
              <a:gdLst>
                <a:gd name="T0" fmla="*/ 5 w 40"/>
                <a:gd name="T1" fmla="*/ 39 h 13"/>
                <a:gd name="T2" fmla="*/ 33 w 40"/>
                <a:gd name="T3" fmla="*/ 34 h 13"/>
                <a:gd name="T4" fmla="*/ 180 w 40"/>
                <a:gd name="T5" fmla="*/ 34 h 13"/>
                <a:gd name="T6" fmla="*/ 33 w 40"/>
                <a:gd name="T7" fmla="*/ 47 h 13"/>
                <a:gd name="T8" fmla="*/ 5 w 40"/>
                <a:gd name="T9" fmla="*/ 39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13">
                  <a:moveTo>
                    <a:pt x="1" y="9"/>
                  </a:moveTo>
                  <a:cubicBezTo>
                    <a:pt x="0" y="8"/>
                    <a:pt x="4" y="9"/>
                    <a:pt x="7" y="8"/>
                  </a:cubicBezTo>
                  <a:cubicBezTo>
                    <a:pt x="9" y="6"/>
                    <a:pt x="28" y="0"/>
                    <a:pt x="40" y="8"/>
                  </a:cubicBezTo>
                  <a:cubicBezTo>
                    <a:pt x="40" y="8"/>
                    <a:pt x="20" y="13"/>
                    <a:pt x="7" y="11"/>
                  </a:cubicBezTo>
                  <a:cubicBezTo>
                    <a:pt x="1" y="10"/>
                    <a:pt x="1" y="10"/>
                    <a:pt x="1" y="9"/>
                  </a:cubicBezTo>
                  <a:close/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544" name="Oval 309">
              <a:extLst>
                <a:ext uri="{FF2B5EF4-FFF2-40B4-BE49-F238E27FC236}">
                  <a16:creationId xmlns:a16="http://schemas.microsoft.com/office/drawing/2014/main" id="{87443F60-E42D-4499-B40E-4FD0D49CF4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22" y="941"/>
              <a:ext cx="8" cy="8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545" name="Oval 310">
              <a:extLst>
                <a:ext uri="{FF2B5EF4-FFF2-40B4-BE49-F238E27FC236}">
                  <a16:creationId xmlns:a16="http://schemas.microsoft.com/office/drawing/2014/main" id="{A02F1CD9-29E0-401F-8589-6BD4959B4E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21" y="943"/>
              <a:ext cx="3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546" name="Freeform 311">
              <a:extLst>
                <a:ext uri="{FF2B5EF4-FFF2-40B4-BE49-F238E27FC236}">
                  <a16:creationId xmlns:a16="http://schemas.microsoft.com/office/drawing/2014/main" id="{79E5FA2F-C8C5-4261-8E94-1D8698E6F06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5" y="939"/>
              <a:ext cx="10" cy="2"/>
            </a:xfrm>
            <a:custGeom>
              <a:avLst/>
              <a:gdLst>
                <a:gd name="T0" fmla="*/ 0 w 6"/>
                <a:gd name="T1" fmla="*/ 8 h 1"/>
                <a:gd name="T2" fmla="*/ 28 w 6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">
                  <a:moveTo>
                    <a:pt x="0" y="1"/>
                  </a:moveTo>
                  <a:cubicBezTo>
                    <a:pt x="2" y="1"/>
                    <a:pt x="4" y="0"/>
                    <a:pt x="6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547" name="Freeform 312">
              <a:extLst>
                <a:ext uri="{FF2B5EF4-FFF2-40B4-BE49-F238E27FC236}">
                  <a16:creationId xmlns:a16="http://schemas.microsoft.com/office/drawing/2014/main" id="{4B1BB209-D143-42CC-97BB-EA841A06053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2" y="943"/>
              <a:ext cx="7" cy="1"/>
            </a:xfrm>
            <a:custGeom>
              <a:avLst/>
              <a:gdLst>
                <a:gd name="T0" fmla="*/ 0 w 4"/>
                <a:gd name="T1" fmla="*/ 0 h 1"/>
                <a:gd name="T2" fmla="*/ 21 w 4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0" y="0"/>
                  </a:moveTo>
                  <a:cubicBezTo>
                    <a:pt x="1" y="0"/>
                    <a:pt x="3" y="0"/>
                    <a:pt x="4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548" name="Freeform 313">
              <a:extLst>
                <a:ext uri="{FF2B5EF4-FFF2-40B4-BE49-F238E27FC236}">
                  <a16:creationId xmlns:a16="http://schemas.microsoft.com/office/drawing/2014/main" id="{DC5C07C8-2014-4CD6-81CB-CFC2F4AAA1B6}"/>
                </a:ext>
              </a:extLst>
            </p:cNvPr>
            <p:cNvSpPr>
              <a:spLocks/>
            </p:cNvSpPr>
            <p:nvPr/>
          </p:nvSpPr>
          <p:spPr bwMode="auto">
            <a:xfrm>
              <a:off x="834" y="943"/>
              <a:ext cx="8" cy="1"/>
            </a:xfrm>
            <a:custGeom>
              <a:avLst/>
              <a:gdLst>
                <a:gd name="T0" fmla="*/ 21 w 5"/>
                <a:gd name="T1" fmla="*/ 1 h 1"/>
                <a:gd name="T2" fmla="*/ 0 w 5"/>
                <a:gd name="T3" fmla="*/ 1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">
                  <a:moveTo>
                    <a:pt x="5" y="1"/>
                  </a:moveTo>
                  <a:cubicBezTo>
                    <a:pt x="4" y="0"/>
                    <a:pt x="2" y="1"/>
                    <a:pt x="0" y="1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549" name="Freeform 314">
              <a:extLst>
                <a:ext uri="{FF2B5EF4-FFF2-40B4-BE49-F238E27FC236}">
                  <a16:creationId xmlns:a16="http://schemas.microsoft.com/office/drawing/2014/main" id="{29335979-34EF-4EF5-A0A3-7C4B37889535}"/>
                </a:ext>
              </a:extLst>
            </p:cNvPr>
            <p:cNvSpPr>
              <a:spLocks/>
            </p:cNvSpPr>
            <p:nvPr/>
          </p:nvSpPr>
          <p:spPr bwMode="auto">
            <a:xfrm>
              <a:off x="839" y="941"/>
              <a:ext cx="10" cy="1"/>
            </a:xfrm>
            <a:custGeom>
              <a:avLst/>
              <a:gdLst>
                <a:gd name="T0" fmla="*/ 28 w 6"/>
                <a:gd name="T1" fmla="*/ 0 h 1"/>
                <a:gd name="T2" fmla="*/ 0 w 6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">
                  <a:moveTo>
                    <a:pt x="6" y="0"/>
                  </a:moveTo>
                  <a:cubicBezTo>
                    <a:pt x="4" y="0"/>
                    <a:pt x="2" y="0"/>
                    <a:pt x="0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550" name="Freeform 315">
              <a:extLst>
                <a:ext uri="{FF2B5EF4-FFF2-40B4-BE49-F238E27FC236}">
                  <a16:creationId xmlns:a16="http://schemas.microsoft.com/office/drawing/2014/main" id="{528021DB-F9F7-4219-9EEB-BEBEE43D9D07}"/>
                </a:ext>
              </a:extLst>
            </p:cNvPr>
            <p:cNvSpPr>
              <a:spLocks/>
            </p:cNvSpPr>
            <p:nvPr/>
          </p:nvSpPr>
          <p:spPr bwMode="auto">
            <a:xfrm>
              <a:off x="992" y="875"/>
              <a:ext cx="75" cy="28"/>
            </a:xfrm>
            <a:custGeom>
              <a:avLst/>
              <a:gdLst>
                <a:gd name="T0" fmla="*/ 0 w 45"/>
                <a:gd name="T1" fmla="*/ 71 h 17"/>
                <a:gd name="T2" fmla="*/ 208 w 45"/>
                <a:gd name="T3" fmla="*/ 76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5" h="17">
                  <a:moveTo>
                    <a:pt x="0" y="16"/>
                  </a:moveTo>
                  <a:cubicBezTo>
                    <a:pt x="0" y="16"/>
                    <a:pt x="32" y="0"/>
                    <a:pt x="45" y="17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551" name="Freeform 316">
              <a:extLst>
                <a:ext uri="{FF2B5EF4-FFF2-40B4-BE49-F238E27FC236}">
                  <a16:creationId xmlns:a16="http://schemas.microsoft.com/office/drawing/2014/main" id="{3631CFBC-4AEF-491E-A6CC-26007FB2D3F3}"/>
                </a:ext>
              </a:extLst>
            </p:cNvPr>
            <p:cNvSpPr>
              <a:spLocks/>
            </p:cNvSpPr>
            <p:nvPr/>
          </p:nvSpPr>
          <p:spPr bwMode="auto">
            <a:xfrm>
              <a:off x="827" y="875"/>
              <a:ext cx="73" cy="28"/>
            </a:xfrm>
            <a:custGeom>
              <a:avLst/>
              <a:gdLst>
                <a:gd name="T0" fmla="*/ 201 w 44"/>
                <a:gd name="T1" fmla="*/ 71 h 17"/>
                <a:gd name="T2" fmla="*/ 0 w 44"/>
                <a:gd name="T3" fmla="*/ 76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4" h="17">
                  <a:moveTo>
                    <a:pt x="44" y="16"/>
                  </a:moveTo>
                  <a:cubicBezTo>
                    <a:pt x="44" y="16"/>
                    <a:pt x="12" y="0"/>
                    <a:pt x="0" y="17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552" name="Freeform 317">
              <a:extLst>
                <a:ext uri="{FF2B5EF4-FFF2-40B4-BE49-F238E27FC236}">
                  <a16:creationId xmlns:a16="http://schemas.microsoft.com/office/drawing/2014/main" id="{2D85F476-9AC3-42C4-A54F-30A874EDB48E}"/>
                </a:ext>
              </a:extLst>
            </p:cNvPr>
            <p:cNvSpPr>
              <a:spLocks/>
            </p:cNvSpPr>
            <p:nvPr/>
          </p:nvSpPr>
          <p:spPr bwMode="auto">
            <a:xfrm>
              <a:off x="807" y="776"/>
              <a:ext cx="271" cy="127"/>
            </a:xfrm>
            <a:custGeom>
              <a:avLst/>
              <a:gdLst>
                <a:gd name="T0" fmla="*/ 357 w 164"/>
                <a:gd name="T1" fmla="*/ 5 h 77"/>
                <a:gd name="T2" fmla="*/ 117 w 164"/>
                <a:gd name="T3" fmla="*/ 112 h 77"/>
                <a:gd name="T4" fmla="*/ 0 w 164"/>
                <a:gd name="T5" fmla="*/ 345 h 77"/>
                <a:gd name="T6" fmla="*/ 373 w 164"/>
                <a:gd name="T7" fmla="*/ 269 h 77"/>
                <a:gd name="T8" fmla="*/ 740 w 164"/>
                <a:gd name="T9" fmla="*/ 323 h 77"/>
                <a:gd name="T10" fmla="*/ 357 w 164"/>
                <a:gd name="T11" fmla="*/ 5 h 7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4" h="77">
                  <a:moveTo>
                    <a:pt x="79" y="1"/>
                  </a:moveTo>
                  <a:cubicBezTo>
                    <a:pt x="79" y="1"/>
                    <a:pt x="47" y="0"/>
                    <a:pt x="26" y="25"/>
                  </a:cubicBezTo>
                  <a:cubicBezTo>
                    <a:pt x="5" y="51"/>
                    <a:pt x="0" y="77"/>
                    <a:pt x="0" y="77"/>
                  </a:cubicBezTo>
                  <a:cubicBezTo>
                    <a:pt x="0" y="77"/>
                    <a:pt x="9" y="60"/>
                    <a:pt x="83" y="60"/>
                  </a:cubicBezTo>
                  <a:cubicBezTo>
                    <a:pt x="157" y="60"/>
                    <a:pt x="164" y="72"/>
                    <a:pt x="164" y="72"/>
                  </a:cubicBezTo>
                  <a:cubicBezTo>
                    <a:pt x="164" y="72"/>
                    <a:pt x="155" y="0"/>
                    <a:pt x="79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553" name="Freeform 318">
              <a:extLst>
                <a:ext uri="{FF2B5EF4-FFF2-40B4-BE49-F238E27FC236}">
                  <a16:creationId xmlns:a16="http://schemas.microsoft.com/office/drawing/2014/main" id="{63A2F5EE-8E1C-4F8B-B48B-3AA7AA7D52FE}"/>
                </a:ext>
              </a:extLst>
            </p:cNvPr>
            <p:cNvSpPr>
              <a:spLocks/>
            </p:cNvSpPr>
            <p:nvPr/>
          </p:nvSpPr>
          <p:spPr bwMode="auto">
            <a:xfrm>
              <a:off x="829" y="747"/>
              <a:ext cx="114" cy="105"/>
            </a:xfrm>
            <a:custGeom>
              <a:avLst/>
              <a:gdLst>
                <a:gd name="T0" fmla="*/ 311 w 69"/>
                <a:gd name="T1" fmla="*/ 75 h 64"/>
                <a:gd name="T2" fmla="*/ 0 w 69"/>
                <a:gd name="T3" fmla="*/ 282 h 64"/>
                <a:gd name="T4" fmla="*/ 311 w 69"/>
                <a:gd name="T5" fmla="*/ 75 h 6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9" h="64">
                  <a:moveTo>
                    <a:pt x="69" y="17"/>
                  </a:moveTo>
                  <a:cubicBezTo>
                    <a:pt x="69" y="17"/>
                    <a:pt x="33" y="0"/>
                    <a:pt x="0" y="64"/>
                  </a:cubicBezTo>
                  <a:lnTo>
                    <a:pt x="69" y="1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554" name="Freeform 319">
              <a:extLst>
                <a:ext uri="{FF2B5EF4-FFF2-40B4-BE49-F238E27FC236}">
                  <a16:creationId xmlns:a16="http://schemas.microsoft.com/office/drawing/2014/main" id="{356613D9-B4A5-4429-9BDA-330822AF4F0D}"/>
                </a:ext>
              </a:extLst>
            </p:cNvPr>
            <p:cNvSpPr>
              <a:spLocks/>
            </p:cNvSpPr>
            <p:nvPr/>
          </p:nvSpPr>
          <p:spPr bwMode="auto">
            <a:xfrm>
              <a:off x="941" y="747"/>
              <a:ext cx="114" cy="105"/>
            </a:xfrm>
            <a:custGeom>
              <a:avLst/>
              <a:gdLst>
                <a:gd name="T0" fmla="*/ 0 w 69"/>
                <a:gd name="T1" fmla="*/ 75 h 64"/>
                <a:gd name="T2" fmla="*/ 311 w 69"/>
                <a:gd name="T3" fmla="*/ 282 h 64"/>
                <a:gd name="T4" fmla="*/ 0 w 69"/>
                <a:gd name="T5" fmla="*/ 75 h 6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9" h="64">
                  <a:moveTo>
                    <a:pt x="0" y="17"/>
                  </a:moveTo>
                  <a:cubicBezTo>
                    <a:pt x="0" y="17"/>
                    <a:pt x="37" y="0"/>
                    <a:pt x="69" y="64"/>
                  </a:cubicBezTo>
                  <a:lnTo>
                    <a:pt x="0" y="1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555" name="Freeform 320">
              <a:extLst>
                <a:ext uri="{FF2B5EF4-FFF2-40B4-BE49-F238E27FC236}">
                  <a16:creationId xmlns:a16="http://schemas.microsoft.com/office/drawing/2014/main" id="{87E4777B-A67A-4A08-86D0-9D0C27682381}"/>
                </a:ext>
              </a:extLst>
            </p:cNvPr>
            <p:cNvSpPr>
              <a:spLocks/>
            </p:cNvSpPr>
            <p:nvPr/>
          </p:nvSpPr>
          <p:spPr bwMode="auto">
            <a:xfrm>
              <a:off x="840" y="786"/>
              <a:ext cx="209" cy="86"/>
            </a:xfrm>
            <a:custGeom>
              <a:avLst/>
              <a:gdLst>
                <a:gd name="T0" fmla="*/ 159 w 126"/>
                <a:gd name="T1" fmla="*/ 13 h 52"/>
                <a:gd name="T2" fmla="*/ 0 w 126"/>
                <a:gd name="T3" fmla="*/ 222 h 52"/>
                <a:gd name="T4" fmla="*/ 91 w 126"/>
                <a:gd name="T5" fmla="*/ 117 h 52"/>
                <a:gd name="T6" fmla="*/ 41 w 126"/>
                <a:gd name="T7" fmla="*/ 208 h 52"/>
                <a:gd name="T8" fmla="*/ 96 w 126"/>
                <a:gd name="T9" fmla="*/ 131 h 52"/>
                <a:gd name="T10" fmla="*/ 83 w 126"/>
                <a:gd name="T11" fmla="*/ 180 h 52"/>
                <a:gd name="T12" fmla="*/ 109 w 126"/>
                <a:gd name="T13" fmla="*/ 146 h 52"/>
                <a:gd name="T14" fmla="*/ 105 w 126"/>
                <a:gd name="T15" fmla="*/ 189 h 52"/>
                <a:gd name="T16" fmla="*/ 154 w 126"/>
                <a:gd name="T17" fmla="*/ 117 h 52"/>
                <a:gd name="T18" fmla="*/ 154 w 126"/>
                <a:gd name="T19" fmla="*/ 185 h 52"/>
                <a:gd name="T20" fmla="*/ 179 w 126"/>
                <a:gd name="T21" fmla="*/ 151 h 52"/>
                <a:gd name="T22" fmla="*/ 181 w 126"/>
                <a:gd name="T23" fmla="*/ 189 h 52"/>
                <a:gd name="T24" fmla="*/ 192 w 126"/>
                <a:gd name="T25" fmla="*/ 172 h 52"/>
                <a:gd name="T26" fmla="*/ 201 w 126"/>
                <a:gd name="T27" fmla="*/ 200 h 52"/>
                <a:gd name="T28" fmla="*/ 222 w 126"/>
                <a:gd name="T29" fmla="*/ 117 h 52"/>
                <a:gd name="T30" fmla="*/ 247 w 126"/>
                <a:gd name="T31" fmla="*/ 200 h 52"/>
                <a:gd name="T32" fmla="*/ 264 w 126"/>
                <a:gd name="T33" fmla="*/ 151 h 52"/>
                <a:gd name="T34" fmla="*/ 284 w 126"/>
                <a:gd name="T35" fmla="*/ 200 h 52"/>
                <a:gd name="T36" fmla="*/ 292 w 126"/>
                <a:gd name="T37" fmla="*/ 159 h 52"/>
                <a:gd name="T38" fmla="*/ 318 w 126"/>
                <a:gd name="T39" fmla="*/ 194 h 52"/>
                <a:gd name="T40" fmla="*/ 327 w 126"/>
                <a:gd name="T41" fmla="*/ 122 h 52"/>
                <a:gd name="T42" fmla="*/ 380 w 126"/>
                <a:gd name="T43" fmla="*/ 208 h 52"/>
                <a:gd name="T44" fmla="*/ 375 w 126"/>
                <a:gd name="T45" fmla="*/ 131 h 52"/>
                <a:gd name="T46" fmla="*/ 421 w 126"/>
                <a:gd name="T47" fmla="*/ 200 h 52"/>
                <a:gd name="T48" fmla="*/ 415 w 126"/>
                <a:gd name="T49" fmla="*/ 154 h 52"/>
                <a:gd name="T50" fmla="*/ 448 w 126"/>
                <a:gd name="T51" fmla="*/ 185 h 52"/>
                <a:gd name="T52" fmla="*/ 443 w 126"/>
                <a:gd name="T53" fmla="*/ 159 h 52"/>
                <a:gd name="T54" fmla="*/ 484 w 126"/>
                <a:gd name="T55" fmla="*/ 208 h 52"/>
                <a:gd name="T56" fmla="*/ 456 w 126"/>
                <a:gd name="T57" fmla="*/ 139 h 52"/>
                <a:gd name="T58" fmla="*/ 498 w 126"/>
                <a:gd name="T59" fmla="*/ 189 h 52"/>
                <a:gd name="T60" fmla="*/ 556 w 126"/>
                <a:gd name="T61" fmla="*/ 235 h 52"/>
                <a:gd name="T62" fmla="*/ 498 w 126"/>
                <a:gd name="T63" fmla="*/ 139 h 52"/>
                <a:gd name="T64" fmla="*/ 576 w 126"/>
                <a:gd name="T65" fmla="*/ 208 h 52"/>
                <a:gd name="T66" fmla="*/ 513 w 126"/>
                <a:gd name="T67" fmla="*/ 126 h 52"/>
                <a:gd name="T68" fmla="*/ 438 w 126"/>
                <a:gd name="T69" fmla="*/ 60 h 52"/>
                <a:gd name="T70" fmla="*/ 333 w 126"/>
                <a:gd name="T71" fmla="*/ 0 h 52"/>
                <a:gd name="T72" fmla="*/ 396 w 126"/>
                <a:gd name="T73" fmla="*/ 91 h 52"/>
                <a:gd name="T74" fmla="*/ 347 w 126"/>
                <a:gd name="T75" fmla="*/ 28 h 52"/>
                <a:gd name="T76" fmla="*/ 352 w 126"/>
                <a:gd name="T77" fmla="*/ 91 h 52"/>
                <a:gd name="T78" fmla="*/ 327 w 126"/>
                <a:gd name="T79" fmla="*/ 60 h 52"/>
                <a:gd name="T80" fmla="*/ 327 w 126"/>
                <a:gd name="T81" fmla="*/ 83 h 52"/>
                <a:gd name="T82" fmla="*/ 318 w 126"/>
                <a:gd name="T83" fmla="*/ 71 h 52"/>
                <a:gd name="T84" fmla="*/ 314 w 126"/>
                <a:gd name="T85" fmla="*/ 104 h 52"/>
                <a:gd name="T86" fmla="*/ 284 w 126"/>
                <a:gd name="T87" fmla="*/ 20 h 52"/>
                <a:gd name="T88" fmla="*/ 270 w 126"/>
                <a:gd name="T89" fmla="*/ 122 h 52"/>
                <a:gd name="T90" fmla="*/ 262 w 126"/>
                <a:gd name="T91" fmla="*/ 50 h 52"/>
                <a:gd name="T92" fmla="*/ 237 w 126"/>
                <a:gd name="T93" fmla="*/ 91 h 52"/>
                <a:gd name="T94" fmla="*/ 222 w 126"/>
                <a:gd name="T95" fmla="*/ 60 h 52"/>
                <a:gd name="T96" fmla="*/ 201 w 126"/>
                <a:gd name="T97" fmla="*/ 84 h 52"/>
                <a:gd name="T98" fmla="*/ 201 w 126"/>
                <a:gd name="T99" fmla="*/ 63 h 52"/>
                <a:gd name="T100" fmla="*/ 168 w 126"/>
                <a:gd name="T101" fmla="*/ 96 h 52"/>
                <a:gd name="T102" fmla="*/ 168 w 126"/>
                <a:gd name="T103" fmla="*/ 60 h 52"/>
                <a:gd name="T104" fmla="*/ 113 w 126"/>
                <a:gd name="T105" fmla="*/ 99 h 52"/>
                <a:gd name="T106" fmla="*/ 166 w 126"/>
                <a:gd name="T107" fmla="*/ 13 h 52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0" t="0" r="r" b="b"/>
              <a:pathLst>
                <a:path w="126" h="52">
                  <a:moveTo>
                    <a:pt x="35" y="3"/>
                  </a:moveTo>
                  <a:cubicBezTo>
                    <a:pt x="19" y="12"/>
                    <a:pt x="7" y="33"/>
                    <a:pt x="0" y="49"/>
                  </a:cubicBezTo>
                  <a:cubicBezTo>
                    <a:pt x="4" y="41"/>
                    <a:pt x="13" y="33"/>
                    <a:pt x="20" y="26"/>
                  </a:cubicBezTo>
                  <a:cubicBezTo>
                    <a:pt x="15" y="31"/>
                    <a:pt x="11" y="39"/>
                    <a:pt x="9" y="46"/>
                  </a:cubicBezTo>
                  <a:cubicBezTo>
                    <a:pt x="14" y="40"/>
                    <a:pt x="17" y="34"/>
                    <a:pt x="21" y="29"/>
                  </a:cubicBezTo>
                  <a:cubicBezTo>
                    <a:pt x="21" y="33"/>
                    <a:pt x="19" y="37"/>
                    <a:pt x="18" y="40"/>
                  </a:cubicBezTo>
                  <a:cubicBezTo>
                    <a:pt x="19" y="37"/>
                    <a:pt x="21" y="33"/>
                    <a:pt x="24" y="32"/>
                  </a:cubicBezTo>
                  <a:cubicBezTo>
                    <a:pt x="25" y="35"/>
                    <a:pt x="23" y="38"/>
                    <a:pt x="23" y="42"/>
                  </a:cubicBezTo>
                  <a:cubicBezTo>
                    <a:pt x="27" y="38"/>
                    <a:pt x="29" y="28"/>
                    <a:pt x="34" y="26"/>
                  </a:cubicBezTo>
                  <a:cubicBezTo>
                    <a:pt x="35" y="31"/>
                    <a:pt x="34" y="36"/>
                    <a:pt x="34" y="41"/>
                  </a:cubicBezTo>
                  <a:cubicBezTo>
                    <a:pt x="37" y="39"/>
                    <a:pt x="36" y="35"/>
                    <a:pt x="39" y="33"/>
                  </a:cubicBezTo>
                  <a:cubicBezTo>
                    <a:pt x="40" y="36"/>
                    <a:pt x="40" y="39"/>
                    <a:pt x="40" y="42"/>
                  </a:cubicBezTo>
                  <a:cubicBezTo>
                    <a:pt x="41" y="41"/>
                    <a:pt x="42" y="39"/>
                    <a:pt x="42" y="38"/>
                  </a:cubicBezTo>
                  <a:cubicBezTo>
                    <a:pt x="43" y="40"/>
                    <a:pt x="43" y="42"/>
                    <a:pt x="44" y="44"/>
                  </a:cubicBezTo>
                  <a:cubicBezTo>
                    <a:pt x="47" y="40"/>
                    <a:pt x="48" y="31"/>
                    <a:pt x="49" y="26"/>
                  </a:cubicBezTo>
                  <a:cubicBezTo>
                    <a:pt x="52" y="32"/>
                    <a:pt x="53" y="38"/>
                    <a:pt x="54" y="44"/>
                  </a:cubicBezTo>
                  <a:cubicBezTo>
                    <a:pt x="54" y="40"/>
                    <a:pt x="55" y="34"/>
                    <a:pt x="58" y="33"/>
                  </a:cubicBezTo>
                  <a:cubicBezTo>
                    <a:pt x="59" y="36"/>
                    <a:pt x="60" y="41"/>
                    <a:pt x="62" y="44"/>
                  </a:cubicBezTo>
                  <a:cubicBezTo>
                    <a:pt x="62" y="41"/>
                    <a:pt x="61" y="37"/>
                    <a:pt x="64" y="35"/>
                  </a:cubicBezTo>
                  <a:cubicBezTo>
                    <a:pt x="66" y="37"/>
                    <a:pt x="68" y="40"/>
                    <a:pt x="70" y="43"/>
                  </a:cubicBezTo>
                  <a:cubicBezTo>
                    <a:pt x="69" y="38"/>
                    <a:pt x="71" y="32"/>
                    <a:pt x="72" y="27"/>
                  </a:cubicBezTo>
                  <a:cubicBezTo>
                    <a:pt x="76" y="33"/>
                    <a:pt x="82" y="39"/>
                    <a:pt x="83" y="46"/>
                  </a:cubicBezTo>
                  <a:cubicBezTo>
                    <a:pt x="84" y="41"/>
                    <a:pt x="82" y="35"/>
                    <a:pt x="82" y="29"/>
                  </a:cubicBezTo>
                  <a:cubicBezTo>
                    <a:pt x="85" y="35"/>
                    <a:pt x="89" y="39"/>
                    <a:pt x="92" y="44"/>
                  </a:cubicBezTo>
                  <a:cubicBezTo>
                    <a:pt x="91" y="41"/>
                    <a:pt x="90" y="38"/>
                    <a:pt x="91" y="34"/>
                  </a:cubicBezTo>
                  <a:cubicBezTo>
                    <a:pt x="94" y="35"/>
                    <a:pt x="95" y="39"/>
                    <a:pt x="98" y="41"/>
                  </a:cubicBezTo>
                  <a:cubicBezTo>
                    <a:pt x="98" y="39"/>
                    <a:pt x="98" y="37"/>
                    <a:pt x="97" y="35"/>
                  </a:cubicBezTo>
                  <a:cubicBezTo>
                    <a:pt x="101" y="37"/>
                    <a:pt x="103" y="43"/>
                    <a:pt x="106" y="46"/>
                  </a:cubicBezTo>
                  <a:cubicBezTo>
                    <a:pt x="104" y="42"/>
                    <a:pt x="101" y="36"/>
                    <a:pt x="100" y="31"/>
                  </a:cubicBezTo>
                  <a:cubicBezTo>
                    <a:pt x="103" y="35"/>
                    <a:pt x="106" y="39"/>
                    <a:pt x="109" y="42"/>
                  </a:cubicBezTo>
                  <a:cubicBezTo>
                    <a:pt x="113" y="45"/>
                    <a:pt x="118" y="48"/>
                    <a:pt x="122" y="52"/>
                  </a:cubicBezTo>
                  <a:cubicBezTo>
                    <a:pt x="118" y="45"/>
                    <a:pt x="111" y="38"/>
                    <a:pt x="109" y="31"/>
                  </a:cubicBezTo>
                  <a:cubicBezTo>
                    <a:pt x="114" y="34"/>
                    <a:pt x="122" y="41"/>
                    <a:pt x="126" y="46"/>
                  </a:cubicBezTo>
                  <a:cubicBezTo>
                    <a:pt x="123" y="40"/>
                    <a:pt x="116" y="34"/>
                    <a:pt x="112" y="28"/>
                  </a:cubicBezTo>
                  <a:cubicBezTo>
                    <a:pt x="107" y="22"/>
                    <a:pt x="102" y="16"/>
                    <a:pt x="96" y="13"/>
                  </a:cubicBezTo>
                  <a:cubicBezTo>
                    <a:pt x="88" y="8"/>
                    <a:pt x="81" y="4"/>
                    <a:pt x="73" y="0"/>
                  </a:cubicBezTo>
                  <a:cubicBezTo>
                    <a:pt x="80" y="4"/>
                    <a:pt x="85" y="12"/>
                    <a:pt x="87" y="20"/>
                  </a:cubicBezTo>
                  <a:cubicBezTo>
                    <a:pt x="86" y="16"/>
                    <a:pt x="80" y="8"/>
                    <a:pt x="76" y="6"/>
                  </a:cubicBezTo>
                  <a:cubicBezTo>
                    <a:pt x="76" y="11"/>
                    <a:pt x="77" y="16"/>
                    <a:pt x="77" y="20"/>
                  </a:cubicBezTo>
                  <a:cubicBezTo>
                    <a:pt x="76" y="18"/>
                    <a:pt x="75" y="14"/>
                    <a:pt x="72" y="13"/>
                  </a:cubicBezTo>
                  <a:cubicBezTo>
                    <a:pt x="72" y="14"/>
                    <a:pt x="72" y="16"/>
                    <a:pt x="72" y="18"/>
                  </a:cubicBezTo>
                  <a:cubicBezTo>
                    <a:pt x="72" y="17"/>
                    <a:pt x="71" y="16"/>
                    <a:pt x="70" y="16"/>
                  </a:cubicBezTo>
                  <a:cubicBezTo>
                    <a:pt x="69" y="18"/>
                    <a:pt x="69" y="20"/>
                    <a:pt x="69" y="23"/>
                  </a:cubicBezTo>
                  <a:cubicBezTo>
                    <a:pt x="65" y="18"/>
                    <a:pt x="63" y="10"/>
                    <a:pt x="62" y="4"/>
                  </a:cubicBezTo>
                  <a:cubicBezTo>
                    <a:pt x="62" y="11"/>
                    <a:pt x="58" y="20"/>
                    <a:pt x="59" y="27"/>
                  </a:cubicBezTo>
                  <a:cubicBezTo>
                    <a:pt x="58" y="22"/>
                    <a:pt x="57" y="16"/>
                    <a:pt x="57" y="11"/>
                  </a:cubicBezTo>
                  <a:cubicBezTo>
                    <a:pt x="54" y="13"/>
                    <a:pt x="53" y="18"/>
                    <a:pt x="52" y="20"/>
                  </a:cubicBezTo>
                  <a:cubicBezTo>
                    <a:pt x="51" y="18"/>
                    <a:pt x="51" y="14"/>
                    <a:pt x="49" y="13"/>
                  </a:cubicBezTo>
                  <a:cubicBezTo>
                    <a:pt x="47" y="14"/>
                    <a:pt x="46" y="17"/>
                    <a:pt x="44" y="19"/>
                  </a:cubicBezTo>
                  <a:cubicBezTo>
                    <a:pt x="44" y="18"/>
                    <a:pt x="44" y="16"/>
                    <a:pt x="44" y="14"/>
                  </a:cubicBezTo>
                  <a:cubicBezTo>
                    <a:pt x="41" y="16"/>
                    <a:pt x="39" y="19"/>
                    <a:pt x="37" y="21"/>
                  </a:cubicBezTo>
                  <a:cubicBezTo>
                    <a:pt x="36" y="18"/>
                    <a:pt x="38" y="16"/>
                    <a:pt x="37" y="13"/>
                  </a:cubicBezTo>
                  <a:cubicBezTo>
                    <a:pt x="33" y="14"/>
                    <a:pt x="28" y="19"/>
                    <a:pt x="25" y="22"/>
                  </a:cubicBezTo>
                  <a:cubicBezTo>
                    <a:pt x="26" y="15"/>
                    <a:pt x="34" y="9"/>
                    <a:pt x="36" y="3"/>
                  </a:cubicBezTo>
                </a:path>
              </a:pathLst>
            </a:custGeom>
            <a:solidFill>
              <a:srgbClr val="0F12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556" name="Freeform 321">
              <a:extLst>
                <a:ext uri="{FF2B5EF4-FFF2-40B4-BE49-F238E27FC236}">
                  <a16:creationId xmlns:a16="http://schemas.microsoft.com/office/drawing/2014/main" id="{2B6D8F04-4BE3-4083-8AB7-144328D71AF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9" y="906"/>
              <a:ext cx="84" cy="221"/>
            </a:xfrm>
            <a:custGeom>
              <a:avLst/>
              <a:gdLst>
                <a:gd name="T0" fmla="*/ 171 w 51"/>
                <a:gd name="T1" fmla="*/ 0 h 134"/>
                <a:gd name="T2" fmla="*/ 188 w 51"/>
                <a:gd name="T3" fmla="*/ 96 h 134"/>
                <a:gd name="T4" fmla="*/ 206 w 51"/>
                <a:gd name="T5" fmla="*/ 247 h 134"/>
                <a:gd name="T6" fmla="*/ 0 w 51"/>
                <a:gd name="T7" fmla="*/ 600 h 134"/>
                <a:gd name="T8" fmla="*/ 184 w 51"/>
                <a:gd name="T9" fmla="*/ 198 h 134"/>
                <a:gd name="T10" fmla="*/ 171 w 51"/>
                <a:gd name="T11" fmla="*/ 0 h 13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1" h="134">
                  <a:moveTo>
                    <a:pt x="38" y="0"/>
                  </a:moveTo>
                  <a:cubicBezTo>
                    <a:pt x="42" y="21"/>
                    <a:pt x="42" y="21"/>
                    <a:pt x="42" y="21"/>
                  </a:cubicBezTo>
                  <a:cubicBezTo>
                    <a:pt x="42" y="21"/>
                    <a:pt x="51" y="31"/>
                    <a:pt x="46" y="55"/>
                  </a:cubicBezTo>
                  <a:cubicBezTo>
                    <a:pt x="40" y="78"/>
                    <a:pt x="35" y="96"/>
                    <a:pt x="0" y="134"/>
                  </a:cubicBezTo>
                  <a:cubicBezTo>
                    <a:pt x="0" y="134"/>
                    <a:pt x="42" y="88"/>
                    <a:pt x="41" y="44"/>
                  </a:cubicBezTo>
                  <a:cubicBezTo>
                    <a:pt x="40" y="33"/>
                    <a:pt x="34" y="16"/>
                    <a:pt x="38" y="0"/>
                  </a:cubicBezTo>
                  <a:close/>
                </a:path>
              </a:pathLst>
            </a:custGeom>
            <a:solidFill>
              <a:srgbClr val="EFCA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557" name="Freeform 322">
              <a:extLst>
                <a:ext uri="{FF2B5EF4-FFF2-40B4-BE49-F238E27FC236}">
                  <a16:creationId xmlns:a16="http://schemas.microsoft.com/office/drawing/2014/main" id="{291A2660-2BAA-4F3A-983C-8E61A41119A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7" y="885"/>
              <a:ext cx="25" cy="38"/>
            </a:xfrm>
            <a:custGeom>
              <a:avLst/>
              <a:gdLst>
                <a:gd name="T0" fmla="*/ 63 w 15"/>
                <a:gd name="T1" fmla="*/ 71 h 23"/>
                <a:gd name="T2" fmla="*/ 47 w 15"/>
                <a:gd name="T3" fmla="*/ 28 h 23"/>
                <a:gd name="T4" fmla="*/ 0 w 15"/>
                <a:gd name="T5" fmla="*/ 0 h 23"/>
                <a:gd name="T6" fmla="*/ 33 w 15"/>
                <a:gd name="T7" fmla="*/ 5 h 23"/>
                <a:gd name="T8" fmla="*/ 62 w 15"/>
                <a:gd name="T9" fmla="*/ 20 h 23"/>
                <a:gd name="T10" fmla="*/ 70 w 15"/>
                <a:gd name="T11" fmla="*/ 104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" h="23">
                  <a:moveTo>
                    <a:pt x="14" y="16"/>
                  </a:moveTo>
                  <a:cubicBezTo>
                    <a:pt x="14" y="11"/>
                    <a:pt x="14" y="9"/>
                    <a:pt x="10" y="6"/>
                  </a:cubicBezTo>
                  <a:cubicBezTo>
                    <a:pt x="7" y="3"/>
                    <a:pt x="3" y="2"/>
                    <a:pt x="0" y="0"/>
                  </a:cubicBezTo>
                  <a:cubicBezTo>
                    <a:pt x="2" y="0"/>
                    <a:pt x="5" y="1"/>
                    <a:pt x="7" y="1"/>
                  </a:cubicBezTo>
                  <a:cubicBezTo>
                    <a:pt x="10" y="2"/>
                    <a:pt x="12" y="2"/>
                    <a:pt x="13" y="4"/>
                  </a:cubicBezTo>
                  <a:cubicBezTo>
                    <a:pt x="15" y="9"/>
                    <a:pt x="15" y="17"/>
                    <a:pt x="15" y="23"/>
                  </a:cubicBezTo>
                </a:path>
              </a:pathLst>
            </a:custGeom>
            <a:solidFill>
              <a:srgbClr val="EFCA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558" name="Freeform 323">
              <a:extLst>
                <a:ext uri="{FF2B5EF4-FFF2-40B4-BE49-F238E27FC236}">
                  <a16:creationId xmlns:a16="http://schemas.microsoft.com/office/drawing/2014/main" id="{166D54F1-A9D9-4050-ADBB-D825041DBDE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9" y="926"/>
              <a:ext cx="16" cy="28"/>
            </a:xfrm>
            <a:custGeom>
              <a:avLst/>
              <a:gdLst>
                <a:gd name="T0" fmla="*/ 35 w 10"/>
                <a:gd name="T1" fmla="*/ 76 h 17"/>
                <a:gd name="T2" fmla="*/ 26 w 10"/>
                <a:gd name="T3" fmla="*/ 58 h 17"/>
                <a:gd name="T4" fmla="*/ 0 w 10"/>
                <a:gd name="T5" fmla="*/ 58 h 17"/>
                <a:gd name="T6" fmla="*/ 29 w 10"/>
                <a:gd name="T7" fmla="*/ 43 h 17"/>
                <a:gd name="T8" fmla="*/ 29 w 10"/>
                <a:gd name="T9" fmla="*/ 33 h 17"/>
                <a:gd name="T10" fmla="*/ 34 w 10"/>
                <a:gd name="T11" fmla="*/ 0 h 17"/>
                <a:gd name="T12" fmla="*/ 42 w 10"/>
                <a:gd name="T13" fmla="*/ 68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" h="17">
                  <a:moveTo>
                    <a:pt x="9" y="17"/>
                  </a:moveTo>
                  <a:cubicBezTo>
                    <a:pt x="8" y="16"/>
                    <a:pt x="8" y="14"/>
                    <a:pt x="6" y="13"/>
                  </a:cubicBezTo>
                  <a:cubicBezTo>
                    <a:pt x="4" y="13"/>
                    <a:pt x="2" y="13"/>
                    <a:pt x="0" y="13"/>
                  </a:cubicBezTo>
                  <a:cubicBezTo>
                    <a:pt x="2" y="12"/>
                    <a:pt x="6" y="12"/>
                    <a:pt x="7" y="10"/>
                  </a:cubicBezTo>
                  <a:cubicBezTo>
                    <a:pt x="7" y="9"/>
                    <a:pt x="7" y="8"/>
                    <a:pt x="7" y="7"/>
                  </a:cubicBezTo>
                  <a:cubicBezTo>
                    <a:pt x="7" y="4"/>
                    <a:pt x="7" y="2"/>
                    <a:pt x="8" y="0"/>
                  </a:cubicBezTo>
                  <a:cubicBezTo>
                    <a:pt x="8" y="5"/>
                    <a:pt x="9" y="10"/>
                    <a:pt x="10" y="15"/>
                  </a:cubicBezTo>
                </a:path>
              </a:pathLst>
            </a:custGeom>
            <a:solidFill>
              <a:srgbClr val="EFCA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559" name="Freeform 324">
              <a:extLst>
                <a:ext uri="{FF2B5EF4-FFF2-40B4-BE49-F238E27FC236}">
                  <a16:creationId xmlns:a16="http://schemas.microsoft.com/office/drawing/2014/main" id="{CA58C096-45A3-4C6F-BCAF-702AB4E26066}"/>
                </a:ext>
              </a:extLst>
            </p:cNvPr>
            <p:cNvSpPr>
              <a:spLocks/>
            </p:cNvSpPr>
            <p:nvPr/>
          </p:nvSpPr>
          <p:spPr bwMode="auto">
            <a:xfrm>
              <a:off x="817" y="928"/>
              <a:ext cx="20" cy="26"/>
            </a:xfrm>
            <a:custGeom>
              <a:avLst/>
              <a:gdLst>
                <a:gd name="T0" fmla="*/ 5 w 12"/>
                <a:gd name="T1" fmla="*/ 68 h 16"/>
                <a:gd name="T2" fmla="*/ 28 w 12"/>
                <a:gd name="T3" fmla="*/ 54 h 16"/>
                <a:gd name="T4" fmla="*/ 55 w 12"/>
                <a:gd name="T5" fmla="*/ 54 h 16"/>
                <a:gd name="T6" fmla="*/ 22 w 12"/>
                <a:gd name="T7" fmla="*/ 42 h 16"/>
                <a:gd name="T8" fmla="*/ 0 w 12"/>
                <a:gd name="T9" fmla="*/ 0 h 16"/>
                <a:gd name="T10" fmla="*/ 5 w 12"/>
                <a:gd name="T11" fmla="*/ 47 h 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" h="16">
                  <a:moveTo>
                    <a:pt x="1" y="16"/>
                  </a:moveTo>
                  <a:cubicBezTo>
                    <a:pt x="3" y="14"/>
                    <a:pt x="3" y="12"/>
                    <a:pt x="6" y="12"/>
                  </a:cubicBezTo>
                  <a:cubicBezTo>
                    <a:pt x="8" y="12"/>
                    <a:pt x="10" y="12"/>
                    <a:pt x="12" y="12"/>
                  </a:cubicBezTo>
                  <a:cubicBezTo>
                    <a:pt x="10" y="10"/>
                    <a:pt x="7" y="11"/>
                    <a:pt x="5" y="10"/>
                  </a:cubicBezTo>
                  <a:cubicBezTo>
                    <a:pt x="2" y="8"/>
                    <a:pt x="1" y="3"/>
                    <a:pt x="0" y="0"/>
                  </a:cubicBezTo>
                  <a:cubicBezTo>
                    <a:pt x="1" y="3"/>
                    <a:pt x="1" y="7"/>
                    <a:pt x="1" y="11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560" name="Freeform 325">
              <a:extLst>
                <a:ext uri="{FF2B5EF4-FFF2-40B4-BE49-F238E27FC236}">
                  <a16:creationId xmlns:a16="http://schemas.microsoft.com/office/drawing/2014/main" id="{E6D9D16B-C61E-427F-A018-7C1CBD01A239}"/>
                </a:ext>
              </a:extLst>
            </p:cNvPr>
            <p:cNvSpPr>
              <a:spLocks/>
            </p:cNvSpPr>
            <p:nvPr/>
          </p:nvSpPr>
          <p:spPr bwMode="auto">
            <a:xfrm>
              <a:off x="925" y="1028"/>
              <a:ext cx="58" cy="13"/>
            </a:xfrm>
            <a:custGeom>
              <a:avLst/>
              <a:gdLst>
                <a:gd name="T0" fmla="*/ 0 w 35"/>
                <a:gd name="T1" fmla="*/ 5 h 8"/>
                <a:gd name="T2" fmla="*/ 41 w 35"/>
                <a:gd name="T3" fmla="*/ 21 h 8"/>
                <a:gd name="T4" fmla="*/ 76 w 35"/>
                <a:gd name="T5" fmla="*/ 21 h 8"/>
                <a:gd name="T6" fmla="*/ 113 w 35"/>
                <a:gd name="T7" fmla="*/ 8 h 8"/>
                <a:gd name="T8" fmla="*/ 138 w 35"/>
                <a:gd name="T9" fmla="*/ 8 h 8"/>
                <a:gd name="T10" fmla="*/ 159 w 35"/>
                <a:gd name="T11" fmla="*/ 0 h 8"/>
                <a:gd name="T12" fmla="*/ 118 w 35"/>
                <a:gd name="T13" fmla="*/ 18 h 8"/>
                <a:gd name="T14" fmla="*/ 75 w 35"/>
                <a:gd name="T15" fmla="*/ 34 h 8"/>
                <a:gd name="T16" fmla="*/ 36 w 35"/>
                <a:gd name="T17" fmla="*/ 26 h 8"/>
                <a:gd name="T18" fmla="*/ 5 w 35"/>
                <a:gd name="T19" fmla="*/ 5 h 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5" h="8">
                  <a:moveTo>
                    <a:pt x="0" y="1"/>
                  </a:moveTo>
                  <a:cubicBezTo>
                    <a:pt x="3" y="0"/>
                    <a:pt x="6" y="4"/>
                    <a:pt x="9" y="5"/>
                  </a:cubicBezTo>
                  <a:cubicBezTo>
                    <a:pt x="11" y="6"/>
                    <a:pt x="14" y="6"/>
                    <a:pt x="17" y="5"/>
                  </a:cubicBezTo>
                  <a:cubicBezTo>
                    <a:pt x="20" y="5"/>
                    <a:pt x="23" y="3"/>
                    <a:pt x="25" y="2"/>
                  </a:cubicBezTo>
                  <a:cubicBezTo>
                    <a:pt x="27" y="1"/>
                    <a:pt x="28" y="2"/>
                    <a:pt x="30" y="2"/>
                  </a:cubicBezTo>
                  <a:cubicBezTo>
                    <a:pt x="32" y="2"/>
                    <a:pt x="33" y="1"/>
                    <a:pt x="35" y="0"/>
                  </a:cubicBezTo>
                  <a:cubicBezTo>
                    <a:pt x="34" y="4"/>
                    <a:pt x="28" y="3"/>
                    <a:pt x="26" y="4"/>
                  </a:cubicBezTo>
                  <a:cubicBezTo>
                    <a:pt x="22" y="4"/>
                    <a:pt x="20" y="7"/>
                    <a:pt x="16" y="8"/>
                  </a:cubicBezTo>
                  <a:cubicBezTo>
                    <a:pt x="13" y="8"/>
                    <a:pt x="10" y="7"/>
                    <a:pt x="8" y="6"/>
                  </a:cubicBezTo>
                  <a:cubicBezTo>
                    <a:pt x="6" y="5"/>
                    <a:pt x="4" y="2"/>
                    <a:pt x="1" y="1"/>
                  </a:cubicBezTo>
                </a:path>
              </a:pathLst>
            </a:custGeom>
            <a:solidFill>
              <a:srgbClr val="EFCA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561" name="Freeform 326">
              <a:extLst>
                <a:ext uri="{FF2B5EF4-FFF2-40B4-BE49-F238E27FC236}">
                  <a16:creationId xmlns:a16="http://schemas.microsoft.com/office/drawing/2014/main" id="{95DBAE8B-282F-4356-9364-155FB14977A0}"/>
                </a:ext>
              </a:extLst>
            </p:cNvPr>
            <p:cNvSpPr>
              <a:spLocks/>
            </p:cNvSpPr>
            <p:nvPr/>
          </p:nvSpPr>
          <p:spPr bwMode="auto">
            <a:xfrm>
              <a:off x="936" y="1041"/>
              <a:ext cx="10" cy="20"/>
            </a:xfrm>
            <a:custGeom>
              <a:avLst/>
              <a:gdLst>
                <a:gd name="T0" fmla="*/ 28 w 6"/>
                <a:gd name="T1" fmla="*/ 0 h 12"/>
                <a:gd name="T2" fmla="*/ 13 w 6"/>
                <a:gd name="T3" fmla="*/ 28 h 12"/>
                <a:gd name="T4" fmla="*/ 13 w 6"/>
                <a:gd name="T5" fmla="*/ 55 h 12"/>
                <a:gd name="T6" fmla="*/ 0 w 6"/>
                <a:gd name="T7" fmla="*/ 50 h 12"/>
                <a:gd name="T8" fmla="*/ 22 w 6"/>
                <a:gd name="T9" fmla="*/ 0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12">
                  <a:moveTo>
                    <a:pt x="6" y="0"/>
                  </a:moveTo>
                  <a:cubicBezTo>
                    <a:pt x="5" y="1"/>
                    <a:pt x="4" y="4"/>
                    <a:pt x="3" y="6"/>
                  </a:cubicBezTo>
                  <a:cubicBezTo>
                    <a:pt x="3" y="8"/>
                    <a:pt x="2" y="10"/>
                    <a:pt x="3" y="12"/>
                  </a:cubicBezTo>
                  <a:cubicBezTo>
                    <a:pt x="2" y="11"/>
                    <a:pt x="1" y="11"/>
                    <a:pt x="0" y="11"/>
                  </a:cubicBezTo>
                  <a:cubicBezTo>
                    <a:pt x="2" y="7"/>
                    <a:pt x="3" y="3"/>
                    <a:pt x="5" y="0"/>
                  </a:cubicBezTo>
                </a:path>
              </a:pathLst>
            </a:custGeom>
            <a:solidFill>
              <a:srgbClr val="EFCA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562" name="Freeform 327">
              <a:extLst>
                <a:ext uri="{FF2B5EF4-FFF2-40B4-BE49-F238E27FC236}">
                  <a16:creationId xmlns:a16="http://schemas.microsoft.com/office/drawing/2014/main" id="{B51DFE2B-5DE0-4AB1-AD8D-EC4945DEE941}"/>
                </a:ext>
              </a:extLst>
            </p:cNvPr>
            <p:cNvSpPr>
              <a:spLocks/>
            </p:cNvSpPr>
            <p:nvPr/>
          </p:nvSpPr>
          <p:spPr bwMode="auto">
            <a:xfrm>
              <a:off x="951" y="1043"/>
              <a:ext cx="7" cy="18"/>
            </a:xfrm>
            <a:custGeom>
              <a:avLst/>
              <a:gdLst>
                <a:gd name="T0" fmla="*/ 0 w 4"/>
                <a:gd name="T1" fmla="*/ 47 h 11"/>
                <a:gd name="T2" fmla="*/ 0 w 4"/>
                <a:gd name="T3" fmla="*/ 0 h 11"/>
                <a:gd name="T4" fmla="*/ 21 w 4"/>
                <a:gd name="T5" fmla="*/ 43 h 11"/>
                <a:gd name="T6" fmla="*/ 0 w 4"/>
                <a:gd name="T7" fmla="*/ 47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11">
                  <a:moveTo>
                    <a:pt x="0" y="11"/>
                  </a:moveTo>
                  <a:cubicBezTo>
                    <a:pt x="4" y="10"/>
                    <a:pt x="1" y="3"/>
                    <a:pt x="0" y="0"/>
                  </a:cubicBezTo>
                  <a:cubicBezTo>
                    <a:pt x="2" y="2"/>
                    <a:pt x="4" y="7"/>
                    <a:pt x="4" y="10"/>
                  </a:cubicBezTo>
                  <a:cubicBezTo>
                    <a:pt x="2" y="10"/>
                    <a:pt x="2" y="10"/>
                    <a:pt x="0" y="11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563" name="Freeform 328">
              <a:extLst>
                <a:ext uri="{FF2B5EF4-FFF2-40B4-BE49-F238E27FC236}">
                  <a16:creationId xmlns:a16="http://schemas.microsoft.com/office/drawing/2014/main" id="{4D7EB542-1B53-4636-ACE6-4A7B9FD4C594}"/>
                </a:ext>
              </a:extLst>
            </p:cNvPr>
            <p:cNvSpPr>
              <a:spLocks/>
            </p:cNvSpPr>
            <p:nvPr/>
          </p:nvSpPr>
          <p:spPr bwMode="auto">
            <a:xfrm>
              <a:off x="926" y="1005"/>
              <a:ext cx="10" cy="23"/>
            </a:xfrm>
            <a:custGeom>
              <a:avLst/>
              <a:gdLst>
                <a:gd name="T0" fmla="*/ 20 w 6"/>
                <a:gd name="T1" fmla="*/ 54 h 14"/>
                <a:gd name="T2" fmla="*/ 13 w 6"/>
                <a:gd name="T3" fmla="*/ 0 h 14"/>
                <a:gd name="T4" fmla="*/ 20 w 6"/>
                <a:gd name="T5" fmla="*/ 26 h 14"/>
                <a:gd name="T6" fmla="*/ 28 w 6"/>
                <a:gd name="T7" fmla="*/ 54 h 14"/>
                <a:gd name="T8" fmla="*/ 28 w 6"/>
                <a:gd name="T9" fmla="*/ 58 h 14"/>
                <a:gd name="T10" fmla="*/ 20 w 6"/>
                <a:gd name="T11" fmla="*/ 58 h 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" h="14">
                  <a:moveTo>
                    <a:pt x="4" y="12"/>
                  </a:moveTo>
                  <a:cubicBezTo>
                    <a:pt x="1" y="12"/>
                    <a:pt x="0" y="1"/>
                    <a:pt x="3" y="0"/>
                  </a:cubicBezTo>
                  <a:cubicBezTo>
                    <a:pt x="5" y="1"/>
                    <a:pt x="4" y="4"/>
                    <a:pt x="4" y="6"/>
                  </a:cubicBezTo>
                  <a:cubicBezTo>
                    <a:pt x="4" y="8"/>
                    <a:pt x="4" y="10"/>
                    <a:pt x="6" y="12"/>
                  </a:cubicBezTo>
                  <a:cubicBezTo>
                    <a:pt x="6" y="12"/>
                    <a:pt x="6" y="13"/>
                    <a:pt x="6" y="13"/>
                  </a:cubicBezTo>
                  <a:cubicBezTo>
                    <a:pt x="5" y="14"/>
                    <a:pt x="4" y="14"/>
                    <a:pt x="4" y="13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564" name="Freeform 329">
              <a:extLst>
                <a:ext uri="{FF2B5EF4-FFF2-40B4-BE49-F238E27FC236}">
                  <a16:creationId xmlns:a16="http://schemas.microsoft.com/office/drawing/2014/main" id="{530EDA94-7D34-46B0-B76B-B7E4F3E2808C}"/>
                </a:ext>
              </a:extLst>
            </p:cNvPr>
            <p:cNvSpPr>
              <a:spLocks/>
            </p:cNvSpPr>
            <p:nvPr/>
          </p:nvSpPr>
          <p:spPr bwMode="auto">
            <a:xfrm>
              <a:off x="916" y="1015"/>
              <a:ext cx="5" cy="13"/>
            </a:xfrm>
            <a:custGeom>
              <a:avLst/>
              <a:gdLst>
                <a:gd name="T0" fmla="*/ 13 w 3"/>
                <a:gd name="T1" fmla="*/ 29 h 8"/>
                <a:gd name="T2" fmla="*/ 0 w 3"/>
                <a:gd name="T3" fmla="*/ 18 h 8"/>
                <a:gd name="T4" fmla="*/ 8 w 3"/>
                <a:gd name="T5" fmla="*/ 0 h 8"/>
                <a:gd name="T6" fmla="*/ 8 w 3"/>
                <a:gd name="T7" fmla="*/ 26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8">
                  <a:moveTo>
                    <a:pt x="3" y="7"/>
                  </a:moveTo>
                  <a:cubicBezTo>
                    <a:pt x="1" y="8"/>
                    <a:pt x="0" y="6"/>
                    <a:pt x="0" y="4"/>
                  </a:cubicBezTo>
                  <a:cubicBezTo>
                    <a:pt x="0" y="3"/>
                    <a:pt x="1" y="1"/>
                    <a:pt x="2" y="0"/>
                  </a:cubicBezTo>
                  <a:cubicBezTo>
                    <a:pt x="2" y="1"/>
                    <a:pt x="0" y="5"/>
                    <a:pt x="2" y="6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565" name="Freeform 330">
              <a:extLst>
                <a:ext uri="{FF2B5EF4-FFF2-40B4-BE49-F238E27FC236}">
                  <a16:creationId xmlns:a16="http://schemas.microsoft.com/office/drawing/2014/main" id="{2F63027F-54CC-49F5-9BCE-1D6F574207DF}"/>
                </a:ext>
              </a:extLst>
            </p:cNvPr>
            <p:cNvSpPr>
              <a:spLocks/>
            </p:cNvSpPr>
            <p:nvPr/>
          </p:nvSpPr>
          <p:spPr bwMode="auto">
            <a:xfrm>
              <a:off x="969" y="1008"/>
              <a:ext cx="5" cy="14"/>
            </a:xfrm>
            <a:custGeom>
              <a:avLst/>
              <a:gdLst>
                <a:gd name="T0" fmla="*/ 0 w 3"/>
                <a:gd name="T1" fmla="*/ 0 h 8"/>
                <a:gd name="T2" fmla="*/ 0 w 3"/>
                <a:gd name="T3" fmla="*/ 44 h 8"/>
                <a:gd name="T4" fmla="*/ 0 w 3"/>
                <a:gd name="T5" fmla="*/ 7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8">
                  <a:moveTo>
                    <a:pt x="0" y="0"/>
                  </a:moveTo>
                  <a:cubicBezTo>
                    <a:pt x="0" y="3"/>
                    <a:pt x="1" y="6"/>
                    <a:pt x="0" y="8"/>
                  </a:cubicBezTo>
                  <a:cubicBezTo>
                    <a:pt x="3" y="8"/>
                    <a:pt x="2" y="2"/>
                    <a:pt x="0" y="1"/>
                  </a:cubicBezTo>
                </a:path>
              </a:pathLst>
            </a:custGeom>
            <a:solidFill>
              <a:srgbClr val="EFCA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</p:grpSp>
      <p:sp>
        <p:nvSpPr>
          <p:cNvPr id="19460" name="Rectangle 331">
            <a:extLst>
              <a:ext uri="{FF2B5EF4-FFF2-40B4-BE49-F238E27FC236}">
                <a16:creationId xmlns:a16="http://schemas.microsoft.com/office/drawing/2014/main" id="{89A4F6FA-76CF-4194-A273-F316D9BD54D6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Adult (3)</a:t>
            </a:r>
          </a:p>
        </p:txBody>
      </p:sp>
      <p:sp>
        <p:nvSpPr>
          <p:cNvPr id="37892" name="Freeform 332">
            <a:extLst>
              <a:ext uri="{FF2B5EF4-FFF2-40B4-BE49-F238E27FC236}">
                <a16:creationId xmlns:a16="http://schemas.microsoft.com/office/drawing/2014/main" id="{B908922F-C649-4B18-A05B-9B945E722705}"/>
              </a:ext>
            </a:extLst>
          </p:cNvPr>
          <p:cNvSpPr>
            <a:spLocks/>
          </p:cNvSpPr>
          <p:nvPr/>
        </p:nvSpPr>
        <p:spPr bwMode="auto">
          <a:xfrm>
            <a:off x="9166225" y="1500188"/>
            <a:ext cx="9525" cy="4762"/>
          </a:xfrm>
          <a:custGeom>
            <a:avLst/>
            <a:gdLst>
              <a:gd name="T0" fmla="*/ 2147483646 w 6"/>
              <a:gd name="T1" fmla="*/ 2147483646 h 3"/>
              <a:gd name="T2" fmla="*/ 0 w 6"/>
              <a:gd name="T3" fmla="*/ 0 h 3"/>
              <a:gd name="T4" fmla="*/ 0 w 6"/>
              <a:gd name="T5" fmla="*/ 2147483646 h 3"/>
              <a:gd name="T6" fmla="*/ 2147483646 w 6"/>
              <a:gd name="T7" fmla="*/ 2147483646 h 3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6" h="3">
                <a:moveTo>
                  <a:pt x="6" y="3"/>
                </a:moveTo>
                <a:lnTo>
                  <a:pt x="0" y="0"/>
                </a:lnTo>
                <a:lnTo>
                  <a:pt x="0" y="3"/>
                </a:lnTo>
                <a:lnTo>
                  <a:pt x="6" y="3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fr-FR"/>
          </a:p>
        </p:txBody>
      </p:sp>
      <p:sp>
        <p:nvSpPr>
          <p:cNvPr id="37893" name="Freeform 333">
            <a:extLst>
              <a:ext uri="{FF2B5EF4-FFF2-40B4-BE49-F238E27FC236}">
                <a16:creationId xmlns:a16="http://schemas.microsoft.com/office/drawing/2014/main" id="{1F5CBCDC-EBCD-4A69-B03C-79AF893E1FBB}"/>
              </a:ext>
            </a:extLst>
          </p:cNvPr>
          <p:cNvSpPr>
            <a:spLocks/>
          </p:cNvSpPr>
          <p:nvPr/>
        </p:nvSpPr>
        <p:spPr bwMode="auto">
          <a:xfrm>
            <a:off x="7397750" y="1490663"/>
            <a:ext cx="12700" cy="4762"/>
          </a:xfrm>
          <a:custGeom>
            <a:avLst/>
            <a:gdLst>
              <a:gd name="T0" fmla="*/ 2147483646 w 8"/>
              <a:gd name="T1" fmla="*/ 0 h 3"/>
              <a:gd name="T2" fmla="*/ 0 w 8"/>
              <a:gd name="T3" fmla="*/ 2147483646 h 3"/>
              <a:gd name="T4" fmla="*/ 0 w 8"/>
              <a:gd name="T5" fmla="*/ 2147483646 h 3"/>
              <a:gd name="T6" fmla="*/ 2147483646 w 8"/>
              <a:gd name="T7" fmla="*/ 0 h 3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8" h="3">
                <a:moveTo>
                  <a:pt x="8" y="0"/>
                </a:moveTo>
                <a:lnTo>
                  <a:pt x="0" y="2"/>
                </a:lnTo>
                <a:lnTo>
                  <a:pt x="0" y="3"/>
                </a:lnTo>
                <a:lnTo>
                  <a:pt x="8" y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fr-FR"/>
          </a:p>
        </p:txBody>
      </p:sp>
      <p:grpSp>
        <p:nvGrpSpPr>
          <p:cNvPr id="37894" name="adult-female-full-body-illustration">
            <a:extLst>
              <a:ext uri="{FF2B5EF4-FFF2-40B4-BE49-F238E27FC236}">
                <a16:creationId xmlns:a16="http://schemas.microsoft.com/office/drawing/2014/main" id="{1C4A793A-85D8-49FE-A268-B9F7435F88CD}"/>
              </a:ext>
            </a:extLst>
          </p:cNvPr>
          <p:cNvGrpSpPr>
            <a:grpSpLocks/>
          </p:cNvGrpSpPr>
          <p:nvPr/>
        </p:nvGrpSpPr>
        <p:grpSpPr bwMode="auto">
          <a:xfrm>
            <a:off x="2359025" y="1219200"/>
            <a:ext cx="1341438" cy="5270500"/>
            <a:chOff x="526" y="745"/>
            <a:chExt cx="845" cy="3320"/>
          </a:xfrm>
        </p:grpSpPr>
        <p:sp>
          <p:nvSpPr>
            <p:cNvPr id="38236" name="Freeform 335">
              <a:extLst>
                <a:ext uri="{FF2B5EF4-FFF2-40B4-BE49-F238E27FC236}">
                  <a16:creationId xmlns:a16="http://schemas.microsoft.com/office/drawing/2014/main" id="{0CD387CE-BCFE-4C39-AC84-E4532E3C41ED}"/>
                </a:ext>
              </a:extLst>
            </p:cNvPr>
            <p:cNvSpPr>
              <a:spLocks/>
            </p:cNvSpPr>
            <p:nvPr/>
          </p:nvSpPr>
          <p:spPr bwMode="auto">
            <a:xfrm>
              <a:off x="726" y="745"/>
              <a:ext cx="220" cy="384"/>
            </a:xfrm>
            <a:custGeom>
              <a:avLst/>
              <a:gdLst>
                <a:gd name="T0" fmla="*/ 602 w 133"/>
                <a:gd name="T1" fmla="*/ 81 h 233"/>
                <a:gd name="T2" fmla="*/ 318 w 133"/>
                <a:gd name="T3" fmla="*/ 152 h 233"/>
                <a:gd name="T4" fmla="*/ 137 w 133"/>
                <a:gd name="T5" fmla="*/ 918 h 233"/>
                <a:gd name="T6" fmla="*/ 534 w 133"/>
                <a:gd name="T7" fmla="*/ 1043 h 2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3" h="233">
                  <a:moveTo>
                    <a:pt x="133" y="18"/>
                  </a:moveTo>
                  <a:cubicBezTo>
                    <a:pt x="133" y="18"/>
                    <a:pt x="99" y="0"/>
                    <a:pt x="70" y="34"/>
                  </a:cubicBezTo>
                  <a:cubicBezTo>
                    <a:pt x="41" y="69"/>
                    <a:pt x="0" y="190"/>
                    <a:pt x="30" y="205"/>
                  </a:cubicBezTo>
                  <a:cubicBezTo>
                    <a:pt x="59" y="221"/>
                    <a:pt x="79" y="229"/>
                    <a:pt x="118" y="233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237" name="Freeform 336">
              <a:extLst>
                <a:ext uri="{FF2B5EF4-FFF2-40B4-BE49-F238E27FC236}">
                  <a16:creationId xmlns:a16="http://schemas.microsoft.com/office/drawing/2014/main" id="{A6061E24-B8CE-43D6-B744-270F1EFDC3C2}"/>
                </a:ext>
              </a:extLst>
            </p:cNvPr>
            <p:cNvSpPr>
              <a:spLocks/>
            </p:cNvSpPr>
            <p:nvPr/>
          </p:nvSpPr>
          <p:spPr bwMode="auto">
            <a:xfrm>
              <a:off x="941" y="745"/>
              <a:ext cx="220" cy="384"/>
            </a:xfrm>
            <a:custGeom>
              <a:avLst/>
              <a:gdLst>
                <a:gd name="T0" fmla="*/ 0 w 133"/>
                <a:gd name="T1" fmla="*/ 81 h 233"/>
                <a:gd name="T2" fmla="*/ 285 w 133"/>
                <a:gd name="T3" fmla="*/ 152 h 233"/>
                <a:gd name="T4" fmla="*/ 471 w 133"/>
                <a:gd name="T5" fmla="*/ 918 h 233"/>
                <a:gd name="T6" fmla="*/ 68 w 133"/>
                <a:gd name="T7" fmla="*/ 1043 h 2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3" h="233">
                  <a:moveTo>
                    <a:pt x="0" y="18"/>
                  </a:moveTo>
                  <a:cubicBezTo>
                    <a:pt x="0" y="18"/>
                    <a:pt x="35" y="0"/>
                    <a:pt x="63" y="34"/>
                  </a:cubicBezTo>
                  <a:cubicBezTo>
                    <a:pt x="92" y="69"/>
                    <a:pt x="133" y="190"/>
                    <a:pt x="104" y="205"/>
                  </a:cubicBezTo>
                  <a:cubicBezTo>
                    <a:pt x="75" y="221"/>
                    <a:pt x="54" y="229"/>
                    <a:pt x="15" y="233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238" name="Freeform 337">
              <a:extLst>
                <a:ext uri="{FF2B5EF4-FFF2-40B4-BE49-F238E27FC236}">
                  <a16:creationId xmlns:a16="http://schemas.microsoft.com/office/drawing/2014/main" id="{9875C15E-7339-4503-BBB9-46A652D60DC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0" y="4034"/>
              <a:ext cx="15" cy="15"/>
            </a:xfrm>
            <a:custGeom>
              <a:avLst/>
              <a:gdLst>
                <a:gd name="T0" fmla="*/ 42 w 9"/>
                <a:gd name="T1" fmla="*/ 33 h 9"/>
                <a:gd name="T2" fmla="*/ 0 w 9"/>
                <a:gd name="T3" fmla="*/ 28 h 9"/>
                <a:gd name="T4" fmla="*/ 42 w 9"/>
                <a:gd name="T5" fmla="*/ 33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9">
                  <a:moveTo>
                    <a:pt x="9" y="7"/>
                  </a:moveTo>
                  <a:cubicBezTo>
                    <a:pt x="7" y="9"/>
                    <a:pt x="2" y="9"/>
                    <a:pt x="0" y="6"/>
                  </a:cubicBezTo>
                  <a:cubicBezTo>
                    <a:pt x="1" y="0"/>
                    <a:pt x="9" y="3"/>
                    <a:pt x="9" y="7"/>
                  </a:cubicBezTo>
                  <a:close/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239" name="Freeform 338">
              <a:extLst>
                <a:ext uri="{FF2B5EF4-FFF2-40B4-BE49-F238E27FC236}">
                  <a16:creationId xmlns:a16="http://schemas.microsoft.com/office/drawing/2014/main" id="{1DAF7F3C-DC1F-4B02-A9B7-E4ACDEB38D5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" y="1074"/>
              <a:ext cx="845" cy="2991"/>
            </a:xfrm>
            <a:custGeom>
              <a:avLst/>
              <a:gdLst>
                <a:gd name="T0" fmla="*/ 2234 w 511"/>
                <a:gd name="T1" fmla="*/ 3146 h 1817"/>
                <a:gd name="T2" fmla="*/ 2138 w 511"/>
                <a:gd name="T3" fmla="*/ 1788 h 1817"/>
                <a:gd name="T4" fmla="*/ 1991 w 511"/>
                <a:gd name="T5" fmla="*/ 566 h 1817"/>
                <a:gd name="T6" fmla="*/ 1690 w 511"/>
                <a:gd name="T7" fmla="*/ 433 h 1817"/>
                <a:gd name="T8" fmla="*/ 1363 w 511"/>
                <a:gd name="T9" fmla="*/ 35 h 1817"/>
                <a:gd name="T10" fmla="*/ 1154 w 511"/>
                <a:gd name="T11" fmla="*/ 181 h 1817"/>
                <a:gd name="T12" fmla="*/ 1101 w 511"/>
                <a:gd name="T13" fmla="*/ 173 h 1817"/>
                <a:gd name="T14" fmla="*/ 795 w 511"/>
                <a:gd name="T15" fmla="*/ 379 h 1817"/>
                <a:gd name="T16" fmla="*/ 498 w 511"/>
                <a:gd name="T17" fmla="*/ 461 h 1817"/>
                <a:gd name="T18" fmla="*/ 175 w 511"/>
                <a:gd name="T19" fmla="*/ 1258 h 1817"/>
                <a:gd name="T20" fmla="*/ 71 w 511"/>
                <a:gd name="T21" fmla="*/ 2805 h 1817"/>
                <a:gd name="T22" fmla="*/ 8 w 511"/>
                <a:gd name="T23" fmla="*/ 3880 h 1817"/>
                <a:gd name="T24" fmla="*/ 99 w 511"/>
                <a:gd name="T25" fmla="*/ 4115 h 1817"/>
                <a:gd name="T26" fmla="*/ 281 w 511"/>
                <a:gd name="T27" fmla="*/ 4155 h 1817"/>
                <a:gd name="T28" fmla="*/ 304 w 511"/>
                <a:gd name="T29" fmla="*/ 4077 h 1817"/>
                <a:gd name="T30" fmla="*/ 256 w 511"/>
                <a:gd name="T31" fmla="*/ 3549 h 1817"/>
                <a:gd name="T32" fmla="*/ 511 w 511"/>
                <a:gd name="T33" fmla="*/ 1699 h 1817"/>
                <a:gd name="T34" fmla="*/ 561 w 511"/>
                <a:gd name="T35" fmla="*/ 2440 h 1817"/>
                <a:gd name="T36" fmla="*/ 443 w 511"/>
                <a:gd name="T37" fmla="*/ 4403 h 1817"/>
                <a:gd name="T38" fmla="*/ 678 w 511"/>
                <a:gd name="T39" fmla="*/ 6655 h 1817"/>
                <a:gd name="T40" fmla="*/ 802 w 511"/>
                <a:gd name="T41" fmla="*/ 7712 h 1817"/>
                <a:gd name="T42" fmla="*/ 728 w 511"/>
                <a:gd name="T43" fmla="*/ 8051 h 1817"/>
                <a:gd name="T44" fmla="*/ 1080 w 511"/>
                <a:gd name="T45" fmla="*/ 8056 h 1817"/>
                <a:gd name="T46" fmla="*/ 1134 w 511"/>
                <a:gd name="T47" fmla="*/ 7641 h 1817"/>
                <a:gd name="T48" fmla="*/ 1058 w 511"/>
                <a:gd name="T49" fmla="*/ 7062 h 1817"/>
                <a:gd name="T50" fmla="*/ 1113 w 511"/>
                <a:gd name="T51" fmla="*/ 5040 h 1817"/>
                <a:gd name="T52" fmla="*/ 1113 w 511"/>
                <a:gd name="T53" fmla="*/ 3585 h 1817"/>
                <a:gd name="T54" fmla="*/ 1204 w 511"/>
                <a:gd name="T55" fmla="*/ 3582 h 1817"/>
                <a:gd name="T56" fmla="*/ 1197 w 511"/>
                <a:gd name="T57" fmla="*/ 5040 h 1817"/>
                <a:gd name="T58" fmla="*/ 1252 w 511"/>
                <a:gd name="T59" fmla="*/ 7062 h 1817"/>
                <a:gd name="T60" fmla="*/ 1171 w 511"/>
                <a:gd name="T61" fmla="*/ 7641 h 1817"/>
                <a:gd name="T62" fmla="*/ 1230 w 511"/>
                <a:gd name="T63" fmla="*/ 8056 h 1817"/>
                <a:gd name="T64" fmla="*/ 1583 w 511"/>
                <a:gd name="T65" fmla="*/ 8051 h 1817"/>
                <a:gd name="T66" fmla="*/ 1506 w 511"/>
                <a:gd name="T67" fmla="*/ 7712 h 1817"/>
                <a:gd name="T68" fmla="*/ 1632 w 511"/>
                <a:gd name="T69" fmla="*/ 6655 h 1817"/>
                <a:gd name="T70" fmla="*/ 1859 w 511"/>
                <a:gd name="T71" fmla="*/ 4446 h 1817"/>
                <a:gd name="T72" fmla="*/ 1736 w 511"/>
                <a:gd name="T73" fmla="*/ 2458 h 1817"/>
                <a:gd name="T74" fmla="*/ 1794 w 511"/>
                <a:gd name="T75" fmla="*/ 1696 h 1817"/>
                <a:gd name="T76" fmla="*/ 2054 w 511"/>
                <a:gd name="T77" fmla="*/ 3549 h 1817"/>
                <a:gd name="T78" fmla="*/ 2007 w 511"/>
                <a:gd name="T79" fmla="*/ 4077 h 1817"/>
                <a:gd name="T80" fmla="*/ 2029 w 511"/>
                <a:gd name="T81" fmla="*/ 4155 h 1817"/>
                <a:gd name="T82" fmla="*/ 2213 w 511"/>
                <a:gd name="T83" fmla="*/ 4115 h 1817"/>
                <a:gd name="T84" fmla="*/ 2302 w 511"/>
                <a:gd name="T85" fmla="*/ 3880 h 1817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511" h="1817">
                  <a:moveTo>
                    <a:pt x="509" y="870"/>
                  </a:moveTo>
                  <a:cubicBezTo>
                    <a:pt x="507" y="866"/>
                    <a:pt x="503" y="834"/>
                    <a:pt x="499" y="815"/>
                  </a:cubicBezTo>
                  <a:cubicBezTo>
                    <a:pt x="496" y="800"/>
                    <a:pt x="492" y="735"/>
                    <a:pt x="494" y="705"/>
                  </a:cubicBezTo>
                  <a:cubicBezTo>
                    <a:pt x="496" y="681"/>
                    <a:pt x="495" y="644"/>
                    <a:pt x="495" y="629"/>
                  </a:cubicBezTo>
                  <a:cubicBezTo>
                    <a:pt x="496" y="539"/>
                    <a:pt x="483" y="494"/>
                    <a:pt x="480" y="477"/>
                  </a:cubicBezTo>
                  <a:cubicBezTo>
                    <a:pt x="477" y="461"/>
                    <a:pt x="473" y="437"/>
                    <a:pt x="473" y="401"/>
                  </a:cubicBezTo>
                  <a:cubicBezTo>
                    <a:pt x="473" y="366"/>
                    <a:pt x="475" y="316"/>
                    <a:pt x="472" y="282"/>
                  </a:cubicBezTo>
                  <a:cubicBezTo>
                    <a:pt x="471" y="262"/>
                    <a:pt x="467" y="232"/>
                    <a:pt x="464" y="205"/>
                  </a:cubicBezTo>
                  <a:cubicBezTo>
                    <a:pt x="460" y="179"/>
                    <a:pt x="450" y="139"/>
                    <a:pt x="440" y="127"/>
                  </a:cubicBezTo>
                  <a:cubicBezTo>
                    <a:pt x="430" y="115"/>
                    <a:pt x="416" y="109"/>
                    <a:pt x="401" y="103"/>
                  </a:cubicBezTo>
                  <a:cubicBezTo>
                    <a:pt x="397" y="102"/>
                    <a:pt x="393" y="99"/>
                    <a:pt x="389" y="98"/>
                  </a:cubicBezTo>
                  <a:cubicBezTo>
                    <a:pt x="383" y="97"/>
                    <a:pt x="379" y="98"/>
                    <a:pt x="374" y="97"/>
                  </a:cubicBezTo>
                  <a:cubicBezTo>
                    <a:pt x="364" y="95"/>
                    <a:pt x="346" y="89"/>
                    <a:pt x="337" y="86"/>
                  </a:cubicBezTo>
                  <a:cubicBezTo>
                    <a:pt x="318" y="79"/>
                    <a:pt x="308" y="77"/>
                    <a:pt x="308" y="0"/>
                  </a:cubicBezTo>
                  <a:cubicBezTo>
                    <a:pt x="306" y="2"/>
                    <a:pt x="304" y="5"/>
                    <a:pt x="301" y="8"/>
                  </a:cubicBezTo>
                  <a:cubicBezTo>
                    <a:pt x="291" y="19"/>
                    <a:pt x="278" y="37"/>
                    <a:pt x="267" y="39"/>
                  </a:cubicBezTo>
                  <a:cubicBezTo>
                    <a:pt x="263" y="40"/>
                    <a:pt x="258" y="41"/>
                    <a:pt x="255" y="41"/>
                  </a:cubicBezTo>
                  <a:cubicBezTo>
                    <a:pt x="255" y="41"/>
                    <a:pt x="255" y="41"/>
                    <a:pt x="255" y="41"/>
                  </a:cubicBezTo>
                  <a:cubicBezTo>
                    <a:pt x="255" y="41"/>
                    <a:pt x="255" y="41"/>
                    <a:pt x="255" y="41"/>
                  </a:cubicBezTo>
                  <a:cubicBezTo>
                    <a:pt x="255" y="41"/>
                    <a:pt x="255" y="41"/>
                    <a:pt x="255" y="41"/>
                  </a:cubicBezTo>
                  <a:cubicBezTo>
                    <a:pt x="252" y="41"/>
                    <a:pt x="248" y="40"/>
                    <a:pt x="244" y="39"/>
                  </a:cubicBezTo>
                  <a:cubicBezTo>
                    <a:pt x="232" y="37"/>
                    <a:pt x="220" y="19"/>
                    <a:pt x="209" y="8"/>
                  </a:cubicBezTo>
                  <a:cubicBezTo>
                    <a:pt x="207" y="5"/>
                    <a:pt x="204" y="2"/>
                    <a:pt x="203" y="0"/>
                  </a:cubicBezTo>
                  <a:cubicBezTo>
                    <a:pt x="203" y="77"/>
                    <a:pt x="195" y="79"/>
                    <a:pt x="176" y="85"/>
                  </a:cubicBezTo>
                  <a:cubicBezTo>
                    <a:pt x="168" y="88"/>
                    <a:pt x="147" y="95"/>
                    <a:pt x="136" y="97"/>
                  </a:cubicBezTo>
                  <a:cubicBezTo>
                    <a:pt x="131" y="98"/>
                    <a:pt x="127" y="97"/>
                    <a:pt x="122" y="98"/>
                  </a:cubicBezTo>
                  <a:cubicBezTo>
                    <a:pt x="118" y="99"/>
                    <a:pt x="113" y="102"/>
                    <a:pt x="110" y="103"/>
                  </a:cubicBezTo>
                  <a:cubicBezTo>
                    <a:pt x="95" y="109"/>
                    <a:pt x="81" y="115"/>
                    <a:pt x="71" y="127"/>
                  </a:cubicBezTo>
                  <a:cubicBezTo>
                    <a:pt x="61" y="139"/>
                    <a:pt x="51" y="179"/>
                    <a:pt x="47" y="205"/>
                  </a:cubicBezTo>
                  <a:cubicBezTo>
                    <a:pt x="43" y="232"/>
                    <a:pt x="40" y="262"/>
                    <a:pt x="39" y="282"/>
                  </a:cubicBezTo>
                  <a:cubicBezTo>
                    <a:pt x="36" y="316"/>
                    <a:pt x="38" y="366"/>
                    <a:pt x="38" y="401"/>
                  </a:cubicBezTo>
                  <a:cubicBezTo>
                    <a:pt x="38" y="437"/>
                    <a:pt x="34" y="461"/>
                    <a:pt x="31" y="477"/>
                  </a:cubicBezTo>
                  <a:cubicBezTo>
                    <a:pt x="28" y="494"/>
                    <a:pt x="15" y="539"/>
                    <a:pt x="16" y="629"/>
                  </a:cubicBezTo>
                  <a:cubicBezTo>
                    <a:pt x="16" y="644"/>
                    <a:pt x="15" y="681"/>
                    <a:pt x="17" y="705"/>
                  </a:cubicBezTo>
                  <a:cubicBezTo>
                    <a:pt x="19" y="735"/>
                    <a:pt x="15" y="800"/>
                    <a:pt x="12" y="815"/>
                  </a:cubicBezTo>
                  <a:cubicBezTo>
                    <a:pt x="7" y="834"/>
                    <a:pt x="4" y="866"/>
                    <a:pt x="2" y="870"/>
                  </a:cubicBezTo>
                  <a:cubicBezTo>
                    <a:pt x="0" y="874"/>
                    <a:pt x="4" y="880"/>
                    <a:pt x="6" y="885"/>
                  </a:cubicBezTo>
                  <a:cubicBezTo>
                    <a:pt x="8" y="890"/>
                    <a:pt x="7" y="894"/>
                    <a:pt x="10" y="901"/>
                  </a:cubicBezTo>
                  <a:cubicBezTo>
                    <a:pt x="12" y="906"/>
                    <a:pt x="19" y="917"/>
                    <a:pt x="22" y="923"/>
                  </a:cubicBezTo>
                  <a:cubicBezTo>
                    <a:pt x="25" y="929"/>
                    <a:pt x="38" y="936"/>
                    <a:pt x="48" y="940"/>
                  </a:cubicBezTo>
                  <a:cubicBezTo>
                    <a:pt x="55" y="943"/>
                    <a:pt x="68" y="951"/>
                    <a:pt x="69" y="948"/>
                  </a:cubicBezTo>
                  <a:cubicBezTo>
                    <a:pt x="72" y="940"/>
                    <a:pt x="67" y="935"/>
                    <a:pt x="62" y="931"/>
                  </a:cubicBezTo>
                  <a:cubicBezTo>
                    <a:pt x="59" y="929"/>
                    <a:pt x="68" y="936"/>
                    <a:pt x="70" y="929"/>
                  </a:cubicBezTo>
                  <a:cubicBezTo>
                    <a:pt x="71" y="927"/>
                    <a:pt x="71" y="926"/>
                    <a:pt x="69" y="922"/>
                  </a:cubicBezTo>
                  <a:cubicBezTo>
                    <a:pt x="71" y="918"/>
                    <a:pt x="70" y="918"/>
                    <a:pt x="67" y="914"/>
                  </a:cubicBezTo>
                  <a:cubicBezTo>
                    <a:pt x="72" y="912"/>
                    <a:pt x="68" y="889"/>
                    <a:pt x="66" y="878"/>
                  </a:cubicBezTo>
                  <a:cubicBezTo>
                    <a:pt x="67" y="870"/>
                    <a:pt x="68" y="843"/>
                    <a:pt x="62" y="825"/>
                  </a:cubicBezTo>
                  <a:cubicBezTo>
                    <a:pt x="59" y="814"/>
                    <a:pt x="57" y="803"/>
                    <a:pt x="57" y="796"/>
                  </a:cubicBezTo>
                  <a:cubicBezTo>
                    <a:pt x="54" y="779"/>
                    <a:pt x="71" y="662"/>
                    <a:pt x="80" y="629"/>
                  </a:cubicBezTo>
                  <a:cubicBezTo>
                    <a:pt x="99" y="560"/>
                    <a:pt x="93" y="499"/>
                    <a:pt x="95" y="487"/>
                  </a:cubicBezTo>
                  <a:cubicBezTo>
                    <a:pt x="97" y="474"/>
                    <a:pt x="110" y="410"/>
                    <a:pt x="113" y="381"/>
                  </a:cubicBezTo>
                  <a:cubicBezTo>
                    <a:pt x="114" y="381"/>
                    <a:pt x="114" y="381"/>
                    <a:pt x="114" y="381"/>
                  </a:cubicBezTo>
                  <a:cubicBezTo>
                    <a:pt x="114" y="393"/>
                    <a:pt x="124" y="442"/>
                    <a:pt x="126" y="484"/>
                  </a:cubicBezTo>
                  <a:cubicBezTo>
                    <a:pt x="127" y="509"/>
                    <a:pt x="140" y="516"/>
                    <a:pt x="124" y="547"/>
                  </a:cubicBezTo>
                  <a:cubicBezTo>
                    <a:pt x="113" y="567"/>
                    <a:pt x="100" y="629"/>
                    <a:pt x="91" y="685"/>
                  </a:cubicBezTo>
                  <a:cubicBezTo>
                    <a:pt x="83" y="729"/>
                    <a:pt x="85" y="764"/>
                    <a:pt x="85" y="852"/>
                  </a:cubicBezTo>
                  <a:cubicBezTo>
                    <a:pt x="85" y="908"/>
                    <a:pt x="91" y="919"/>
                    <a:pt x="98" y="987"/>
                  </a:cubicBezTo>
                  <a:cubicBezTo>
                    <a:pt x="104" y="1044"/>
                    <a:pt x="130" y="1134"/>
                    <a:pt x="136" y="1175"/>
                  </a:cubicBezTo>
                  <a:cubicBezTo>
                    <a:pt x="142" y="1216"/>
                    <a:pt x="145" y="1237"/>
                    <a:pt x="147" y="1264"/>
                  </a:cubicBezTo>
                  <a:cubicBezTo>
                    <a:pt x="148" y="1291"/>
                    <a:pt x="132" y="1418"/>
                    <a:pt x="150" y="1492"/>
                  </a:cubicBezTo>
                  <a:cubicBezTo>
                    <a:pt x="168" y="1565"/>
                    <a:pt x="175" y="1612"/>
                    <a:pt x="179" y="1630"/>
                  </a:cubicBezTo>
                  <a:cubicBezTo>
                    <a:pt x="186" y="1669"/>
                    <a:pt x="180" y="1673"/>
                    <a:pt x="183" y="1693"/>
                  </a:cubicBezTo>
                  <a:cubicBezTo>
                    <a:pt x="186" y="1713"/>
                    <a:pt x="186" y="1710"/>
                    <a:pt x="177" y="1729"/>
                  </a:cubicBezTo>
                  <a:cubicBezTo>
                    <a:pt x="169" y="1742"/>
                    <a:pt x="156" y="1769"/>
                    <a:pt x="152" y="1775"/>
                  </a:cubicBezTo>
                  <a:cubicBezTo>
                    <a:pt x="147" y="1781"/>
                    <a:pt x="150" y="1787"/>
                    <a:pt x="152" y="1791"/>
                  </a:cubicBezTo>
                  <a:cubicBezTo>
                    <a:pt x="149" y="1800"/>
                    <a:pt x="158" y="1805"/>
                    <a:pt x="161" y="1805"/>
                  </a:cubicBezTo>
                  <a:cubicBezTo>
                    <a:pt x="160" y="1816"/>
                    <a:pt x="178" y="1815"/>
                    <a:pt x="182" y="1810"/>
                  </a:cubicBezTo>
                  <a:cubicBezTo>
                    <a:pt x="187" y="1816"/>
                    <a:pt x="201" y="1816"/>
                    <a:pt x="206" y="1809"/>
                  </a:cubicBezTo>
                  <a:cubicBezTo>
                    <a:pt x="215" y="1817"/>
                    <a:pt x="230" y="1817"/>
                    <a:pt x="239" y="1806"/>
                  </a:cubicBezTo>
                  <a:cubicBezTo>
                    <a:pt x="249" y="1795"/>
                    <a:pt x="250" y="1785"/>
                    <a:pt x="249" y="1774"/>
                  </a:cubicBezTo>
                  <a:cubicBezTo>
                    <a:pt x="248" y="1763"/>
                    <a:pt x="250" y="1760"/>
                    <a:pt x="252" y="1746"/>
                  </a:cubicBezTo>
                  <a:cubicBezTo>
                    <a:pt x="254" y="1733"/>
                    <a:pt x="256" y="1723"/>
                    <a:pt x="251" y="1713"/>
                  </a:cubicBezTo>
                  <a:cubicBezTo>
                    <a:pt x="247" y="1704"/>
                    <a:pt x="247" y="1700"/>
                    <a:pt x="247" y="1690"/>
                  </a:cubicBezTo>
                  <a:cubicBezTo>
                    <a:pt x="247" y="1680"/>
                    <a:pt x="250" y="1666"/>
                    <a:pt x="245" y="1654"/>
                  </a:cubicBezTo>
                  <a:cubicBezTo>
                    <a:pt x="239" y="1642"/>
                    <a:pt x="233" y="1614"/>
                    <a:pt x="234" y="1583"/>
                  </a:cubicBezTo>
                  <a:cubicBezTo>
                    <a:pt x="235" y="1552"/>
                    <a:pt x="255" y="1378"/>
                    <a:pt x="247" y="1318"/>
                  </a:cubicBezTo>
                  <a:cubicBezTo>
                    <a:pt x="238" y="1258"/>
                    <a:pt x="241" y="1246"/>
                    <a:pt x="244" y="1226"/>
                  </a:cubicBezTo>
                  <a:cubicBezTo>
                    <a:pt x="246" y="1206"/>
                    <a:pt x="251" y="1173"/>
                    <a:pt x="246" y="1130"/>
                  </a:cubicBezTo>
                  <a:cubicBezTo>
                    <a:pt x="244" y="1113"/>
                    <a:pt x="245" y="1044"/>
                    <a:pt x="245" y="974"/>
                  </a:cubicBezTo>
                  <a:cubicBezTo>
                    <a:pt x="246" y="928"/>
                    <a:pt x="257" y="817"/>
                    <a:pt x="246" y="805"/>
                  </a:cubicBezTo>
                  <a:cubicBezTo>
                    <a:pt x="246" y="804"/>
                    <a:pt x="246" y="804"/>
                    <a:pt x="246" y="804"/>
                  </a:cubicBezTo>
                  <a:cubicBezTo>
                    <a:pt x="249" y="805"/>
                    <a:pt x="252" y="806"/>
                    <a:pt x="255" y="806"/>
                  </a:cubicBezTo>
                  <a:cubicBezTo>
                    <a:pt x="255" y="806"/>
                    <a:pt x="255" y="806"/>
                    <a:pt x="255" y="806"/>
                  </a:cubicBezTo>
                  <a:cubicBezTo>
                    <a:pt x="258" y="806"/>
                    <a:pt x="262" y="805"/>
                    <a:pt x="266" y="803"/>
                  </a:cubicBezTo>
                  <a:cubicBezTo>
                    <a:pt x="265" y="805"/>
                    <a:pt x="265" y="805"/>
                    <a:pt x="265" y="805"/>
                  </a:cubicBezTo>
                  <a:cubicBezTo>
                    <a:pt x="254" y="817"/>
                    <a:pt x="265" y="928"/>
                    <a:pt x="265" y="974"/>
                  </a:cubicBezTo>
                  <a:cubicBezTo>
                    <a:pt x="266" y="1044"/>
                    <a:pt x="266" y="1113"/>
                    <a:pt x="265" y="1130"/>
                  </a:cubicBezTo>
                  <a:cubicBezTo>
                    <a:pt x="260" y="1173"/>
                    <a:pt x="265" y="1206"/>
                    <a:pt x="267" y="1226"/>
                  </a:cubicBezTo>
                  <a:cubicBezTo>
                    <a:pt x="269" y="1246"/>
                    <a:pt x="273" y="1258"/>
                    <a:pt x="264" y="1318"/>
                  </a:cubicBezTo>
                  <a:cubicBezTo>
                    <a:pt x="255" y="1378"/>
                    <a:pt x="276" y="1552"/>
                    <a:pt x="277" y="1583"/>
                  </a:cubicBezTo>
                  <a:cubicBezTo>
                    <a:pt x="278" y="1614"/>
                    <a:pt x="272" y="1642"/>
                    <a:pt x="266" y="1654"/>
                  </a:cubicBezTo>
                  <a:cubicBezTo>
                    <a:pt x="261" y="1666"/>
                    <a:pt x="264" y="1680"/>
                    <a:pt x="264" y="1690"/>
                  </a:cubicBezTo>
                  <a:cubicBezTo>
                    <a:pt x="264" y="1700"/>
                    <a:pt x="264" y="1704"/>
                    <a:pt x="259" y="1713"/>
                  </a:cubicBezTo>
                  <a:cubicBezTo>
                    <a:pt x="255" y="1723"/>
                    <a:pt x="257" y="1733"/>
                    <a:pt x="259" y="1746"/>
                  </a:cubicBezTo>
                  <a:cubicBezTo>
                    <a:pt x="261" y="1760"/>
                    <a:pt x="263" y="1763"/>
                    <a:pt x="262" y="1774"/>
                  </a:cubicBezTo>
                  <a:cubicBezTo>
                    <a:pt x="261" y="1785"/>
                    <a:pt x="262" y="1795"/>
                    <a:pt x="272" y="1806"/>
                  </a:cubicBezTo>
                  <a:cubicBezTo>
                    <a:pt x="281" y="1817"/>
                    <a:pt x="296" y="1817"/>
                    <a:pt x="305" y="1809"/>
                  </a:cubicBezTo>
                  <a:cubicBezTo>
                    <a:pt x="310" y="1816"/>
                    <a:pt x="323" y="1816"/>
                    <a:pt x="329" y="1810"/>
                  </a:cubicBezTo>
                  <a:cubicBezTo>
                    <a:pt x="333" y="1815"/>
                    <a:pt x="351" y="1816"/>
                    <a:pt x="350" y="1805"/>
                  </a:cubicBezTo>
                  <a:cubicBezTo>
                    <a:pt x="353" y="1805"/>
                    <a:pt x="362" y="1800"/>
                    <a:pt x="359" y="1791"/>
                  </a:cubicBezTo>
                  <a:cubicBezTo>
                    <a:pt x="361" y="1787"/>
                    <a:pt x="363" y="1781"/>
                    <a:pt x="359" y="1775"/>
                  </a:cubicBezTo>
                  <a:cubicBezTo>
                    <a:pt x="355" y="1769"/>
                    <a:pt x="341" y="1742"/>
                    <a:pt x="333" y="1729"/>
                  </a:cubicBezTo>
                  <a:cubicBezTo>
                    <a:pt x="324" y="1710"/>
                    <a:pt x="325" y="1713"/>
                    <a:pt x="328" y="1693"/>
                  </a:cubicBezTo>
                  <a:cubicBezTo>
                    <a:pt x="331" y="1673"/>
                    <a:pt x="324" y="1669"/>
                    <a:pt x="332" y="1630"/>
                  </a:cubicBezTo>
                  <a:cubicBezTo>
                    <a:pt x="335" y="1612"/>
                    <a:pt x="343" y="1565"/>
                    <a:pt x="361" y="1492"/>
                  </a:cubicBezTo>
                  <a:cubicBezTo>
                    <a:pt x="378" y="1418"/>
                    <a:pt x="362" y="1291"/>
                    <a:pt x="364" y="1264"/>
                  </a:cubicBezTo>
                  <a:cubicBezTo>
                    <a:pt x="366" y="1237"/>
                    <a:pt x="368" y="1216"/>
                    <a:pt x="375" y="1175"/>
                  </a:cubicBezTo>
                  <a:cubicBezTo>
                    <a:pt x="381" y="1134"/>
                    <a:pt x="404" y="1054"/>
                    <a:pt x="411" y="997"/>
                  </a:cubicBezTo>
                  <a:cubicBezTo>
                    <a:pt x="419" y="932"/>
                    <a:pt x="423" y="911"/>
                    <a:pt x="425" y="854"/>
                  </a:cubicBezTo>
                  <a:cubicBezTo>
                    <a:pt x="428" y="773"/>
                    <a:pt x="427" y="729"/>
                    <a:pt x="420" y="685"/>
                  </a:cubicBezTo>
                  <a:cubicBezTo>
                    <a:pt x="411" y="629"/>
                    <a:pt x="395" y="571"/>
                    <a:pt x="384" y="551"/>
                  </a:cubicBezTo>
                  <a:cubicBezTo>
                    <a:pt x="367" y="518"/>
                    <a:pt x="386" y="488"/>
                    <a:pt x="387" y="463"/>
                  </a:cubicBezTo>
                  <a:cubicBezTo>
                    <a:pt x="387" y="444"/>
                    <a:pt x="395" y="415"/>
                    <a:pt x="397" y="380"/>
                  </a:cubicBezTo>
                  <a:cubicBezTo>
                    <a:pt x="397" y="380"/>
                    <a:pt x="397" y="380"/>
                    <a:pt x="397" y="380"/>
                  </a:cubicBezTo>
                  <a:cubicBezTo>
                    <a:pt x="401" y="409"/>
                    <a:pt x="414" y="474"/>
                    <a:pt x="416" y="487"/>
                  </a:cubicBezTo>
                  <a:cubicBezTo>
                    <a:pt x="418" y="499"/>
                    <a:pt x="412" y="560"/>
                    <a:pt x="431" y="629"/>
                  </a:cubicBezTo>
                  <a:cubicBezTo>
                    <a:pt x="440" y="662"/>
                    <a:pt x="457" y="779"/>
                    <a:pt x="454" y="796"/>
                  </a:cubicBezTo>
                  <a:cubicBezTo>
                    <a:pt x="454" y="803"/>
                    <a:pt x="452" y="814"/>
                    <a:pt x="449" y="825"/>
                  </a:cubicBezTo>
                  <a:cubicBezTo>
                    <a:pt x="443" y="843"/>
                    <a:pt x="444" y="870"/>
                    <a:pt x="444" y="878"/>
                  </a:cubicBezTo>
                  <a:cubicBezTo>
                    <a:pt x="442" y="889"/>
                    <a:pt x="439" y="912"/>
                    <a:pt x="444" y="914"/>
                  </a:cubicBezTo>
                  <a:cubicBezTo>
                    <a:pt x="441" y="918"/>
                    <a:pt x="440" y="918"/>
                    <a:pt x="441" y="922"/>
                  </a:cubicBezTo>
                  <a:cubicBezTo>
                    <a:pt x="440" y="926"/>
                    <a:pt x="440" y="927"/>
                    <a:pt x="441" y="929"/>
                  </a:cubicBezTo>
                  <a:cubicBezTo>
                    <a:pt x="443" y="936"/>
                    <a:pt x="452" y="929"/>
                    <a:pt x="449" y="931"/>
                  </a:cubicBezTo>
                  <a:cubicBezTo>
                    <a:pt x="443" y="935"/>
                    <a:pt x="439" y="940"/>
                    <a:pt x="441" y="948"/>
                  </a:cubicBezTo>
                  <a:cubicBezTo>
                    <a:pt x="443" y="951"/>
                    <a:pt x="456" y="943"/>
                    <a:pt x="463" y="940"/>
                  </a:cubicBezTo>
                  <a:cubicBezTo>
                    <a:pt x="473" y="936"/>
                    <a:pt x="486" y="929"/>
                    <a:pt x="489" y="923"/>
                  </a:cubicBezTo>
                  <a:cubicBezTo>
                    <a:pt x="492" y="917"/>
                    <a:pt x="499" y="906"/>
                    <a:pt x="501" y="901"/>
                  </a:cubicBezTo>
                  <a:cubicBezTo>
                    <a:pt x="504" y="894"/>
                    <a:pt x="503" y="890"/>
                    <a:pt x="505" y="885"/>
                  </a:cubicBezTo>
                  <a:cubicBezTo>
                    <a:pt x="507" y="880"/>
                    <a:pt x="511" y="874"/>
                    <a:pt x="509" y="870"/>
                  </a:cubicBezTo>
                </a:path>
              </a:pathLst>
            </a:custGeom>
            <a:solidFill>
              <a:srgbClr val="F6E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240" name="Freeform 339">
              <a:extLst>
                <a:ext uri="{FF2B5EF4-FFF2-40B4-BE49-F238E27FC236}">
                  <a16:creationId xmlns:a16="http://schemas.microsoft.com/office/drawing/2014/main" id="{0F469F83-9516-4FEE-8CD3-AB37B424DAEC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" y="1074"/>
              <a:ext cx="845" cy="2991"/>
            </a:xfrm>
            <a:custGeom>
              <a:avLst/>
              <a:gdLst>
                <a:gd name="T0" fmla="*/ 2234 w 511"/>
                <a:gd name="T1" fmla="*/ 3146 h 1817"/>
                <a:gd name="T2" fmla="*/ 2138 w 511"/>
                <a:gd name="T3" fmla="*/ 1788 h 1817"/>
                <a:gd name="T4" fmla="*/ 1991 w 511"/>
                <a:gd name="T5" fmla="*/ 566 h 1817"/>
                <a:gd name="T6" fmla="*/ 1690 w 511"/>
                <a:gd name="T7" fmla="*/ 433 h 1817"/>
                <a:gd name="T8" fmla="*/ 1363 w 511"/>
                <a:gd name="T9" fmla="*/ 35 h 1817"/>
                <a:gd name="T10" fmla="*/ 1154 w 511"/>
                <a:gd name="T11" fmla="*/ 181 h 1817"/>
                <a:gd name="T12" fmla="*/ 1101 w 511"/>
                <a:gd name="T13" fmla="*/ 173 h 1817"/>
                <a:gd name="T14" fmla="*/ 795 w 511"/>
                <a:gd name="T15" fmla="*/ 379 h 1817"/>
                <a:gd name="T16" fmla="*/ 498 w 511"/>
                <a:gd name="T17" fmla="*/ 461 h 1817"/>
                <a:gd name="T18" fmla="*/ 175 w 511"/>
                <a:gd name="T19" fmla="*/ 1258 h 1817"/>
                <a:gd name="T20" fmla="*/ 71 w 511"/>
                <a:gd name="T21" fmla="*/ 2805 h 1817"/>
                <a:gd name="T22" fmla="*/ 8 w 511"/>
                <a:gd name="T23" fmla="*/ 3880 h 1817"/>
                <a:gd name="T24" fmla="*/ 99 w 511"/>
                <a:gd name="T25" fmla="*/ 4115 h 1817"/>
                <a:gd name="T26" fmla="*/ 281 w 511"/>
                <a:gd name="T27" fmla="*/ 4155 h 1817"/>
                <a:gd name="T28" fmla="*/ 304 w 511"/>
                <a:gd name="T29" fmla="*/ 4077 h 1817"/>
                <a:gd name="T30" fmla="*/ 256 w 511"/>
                <a:gd name="T31" fmla="*/ 3549 h 1817"/>
                <a:gd name="T32" fmla="*/ 511 w 511"/>
                <a:gd name="T33" fmla="*/ 1699 h 1817"/>
                <a:gd name="T34" fmla="*/ 561 w 511"/>
                <a:gd name="T35" fmla="*/ 2440 h 1817"/>
                <a:gd name="T36" fmla="*/ 443 w 511"/>
                <a:gd name="T37" fmla="*/ 4403 h 1817"/>
                <a:gd name="T38" fmla="*/ 678 w 511"/>
                <a:gd name="T39" fmla="*/ 6655 h 1817"/>
                <a:gd name="T40" fmla="*/ 802 w 511"/>
                <a:gd name="T41" fmla="*/ 7712 h 1817"/>
                <a:gd name="T42" fmla="*/ 728 w 511"/>
                <a:gd name="T43" fmla="*/ 8051 h 1817"/>
                <a:gd name="T44" fmla="*/ 1080 w 511"/>
                <a:gd name="T45" fmla="*/ 8056 h 1817"/>
                <a:gd name="T46" fmla="*/ 1134 w 511"/>
                <a:gd name="T47" fmla="*/ 7641 h 1817"/>
                <a:gd name="T48" fmla="*/ 1058 w 511"/>
                <a:gd name="T49" fmla="*/ 7062 h 1817"/>
                <a:gd name="T50" fmla="*/ 1113 w 511"/>
                <a:gd name="T51" fmla="*/ 5040 h 1817"/>
                <a:gd name="T52" fmla="*/ 1113 w 511"/>
                <a:gd name="T53" fmla="*/ 3585 h 1817"/>
                <a:gd name="T54" fmla="*/ 1204 w 511"/>
                <a:gd name="T55" fmla="*/ 3582 h 1817"/>
                <a:gd name="T56" fmla="*/ 1197 w 511"/>
                <a:gd name="T57" fmla="*/ 5040 h 1817"/>
                <a:gd name="T58" fmla="*/ 1252 w 511"/>
                <a:gd name="T59" fmla="*/ 7062 h 1817"/>
                <a:gd name="T60" fmla="*/ 1171 w 511"/>
                <a:gd name="T61" fmla="*/ 7641 h 1817"/>
                <a:gd name="T62" fmla="*/ 1230 w 511"/>
                <a:gd name="T63" fmla="*/ 8056 h 1817"/>
                <a:gd name="T64" fmla="*/ 1583 w 511"/>
                <a:gd name="T65" fmla="*/ 8051 h 1817"/>
                <a:gd name="T66" fmla="*/ 1506 w 511"/>
                <a:gd name="T67" fmla="*/ 7712 h 1817"/>
                <a:gd name="T68" fmla="*/ 1632 w 511"/>
                <a:gd name="T69" fmla="*/ 6655 h 1817"/>
                <a:gd name="T70" fmla="*/ 1859 w 511"/>
                <a:gd name="T71" fmla="*/ 4446 h 1817"/>
                <a:gd name="T72" fmla="*/ 1736 w 511"/>
                <a:gd name="T73" fmla="*/ 2458 h 1817"/>
                <a:gd name="T74" fmla="*/ 1794 w 511"/>
                <a:gd name="T75" fmla="*/ 1696 h 1817"/>
                <a:gd name="T76" fmla="*/ 2054 w 511"/>
                <a:gd name="T77" fmla="*/ 3549 h 1817"/>
                <a:gd name="T78" fmla="*/ 2007 w 511"/>
                <a:gd name="T79" fmla="*/ 4077 h 1817"/>
                <a:gd name="T80" fmla="*/ 2029 w 511"/>
                <a:gd name="T81" fmla="*/ 4155 h 1817"/>
                <a:gd name="T82" fmla="*/ 2213 w 511"/>
                <a:gd name="T83" fmla="*/ 4115 h 1817"/>
                <a:gd name="T84" fmla="*/ 2302 w 511"/>
                <a:gd name="T85" fmla="*/ 3880 h 1817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511" h="1817">
                  <a:moveTo>
                    <a:pt x="509" y="870"/>
                  </a:moveTo>
                  <a:cubicBezTo>
                    <a:pt x="507" y="866"/>
                    <a:pt x="503" y="834"/>
                    <a:pt x="499" y="815"/>
                  </a:cubicBezTo>
                  <a:cubicBezTo>
                    <a:pt x="496" y="800"/>
                    <a:pt x="492" y="735"/>
                    <a:pt x="494" y="705"/>
                  </a:cubicBezTo>
                  <a:cubicBezTo>
                    <a:pt x="496" y="681"/>
                    <a:pt x="495" y="644"/>
                    <a:pt x="495" y="629"/>
                  </a:cubicBezTo>
                  <a:cubicBezTo>
                    <a:pt x="496" y="539"/>
                    <a:pt x="483" y="494"/>
                    <a:pt x="480" y="477"/>
                  </a:cubicBezTo>
                  <a:cubicBezTo>
                    <a:pt x="477" y="461"/>
                    <a:pt x="473" y="437"/>
                    <a:pt x="473" y="401"/>
                  </a:cubicBezTo>
                  <a:cubicBezTo>
                    <a:pt x="473" y="366"/>
                    <a:pt x="475" y="316"/>
                    <a:pt x="472" y="282"/>
                  </a:cubicBezTo>
                  <a:cubicBezTo>
                    <a:pt x="471" y="262"/>
                    <a:pt x="467" y="232"/>
                    <a:pt x="464" y="205"/>
                  </a:cubicBezTo>
                  <a:cubicBezTo>
                    <a:pt x="460" y="179"/>
                    <a:pt x="450" y="139"/>
                    <a:pt x="440" y="127"/>
                  </a:cubicBezTo>
                  <a:cubicBezTo>
                    <a:pt x="430" y="115"/>
                    <a:pt x="416" y="109"/>
                    <a:pt x="401" y="103"/>
                  </a:cubicBezTo>
                  <a:cubicBezTo>
                    <a:pt x="397" y="102"/>
                    <a:pt x="393" y="99"/>
                    <a:pt x="389" y="98"/>
                  </a:cubicBezTo>
                  <a:cubicBezTo>
                    <a:pt x="383" y="97"/>
                    <a:pt x="379" y="98"/>
                    <a:pt x="374" y="97"/>
                  </a:cubicBezTo>
                  <a:cubicBezTo>
                    <a:pt x="364" y="95"/>
                    <a:pt x="346" y="89"/>
                    <a:pt x="337" y="86"/>
                  </a:cubicBezTo>
                  <a:cubicBezTo>
                    <a:pt x="318" y="79"/>
                    <a:pt x="308" y="77"/>
                    <a:pt x="308" y="0"/>
                  </a:cubicBezTo>
                  <a:cubicBezTo>
                    <a:pt x="306" y="2"/>
                    <a:pt x="304" y="5"/>
                    <a:pt x="301" y="8"/>
                  </a:cubicBezTo>
                  <a:cubicBezTo>
                    <a:pt x="291" y="19"/>
                    <a:pt x="278" y="37"/>
                    <a:pt x="267" y="39"/>
                  </a:cubicBezTo>
                  <a:cubicBezTo>
                    <a:pt x="263" y="40"/>
                    <a:pt x="258" y="41"/>
                    <a:pt x="255" y="41"/>
                  </a:cubicBezTo>
                  <a:cubicBezTo>
                    <a:pt x="255" y="41"/>
                    <a:pt x="255" y="41"/>
                    <a:pt x="255" y="41"/>
                  </a:cubicBezTo>
                  <a:cubicBezTo>
                    <a:pt x="255" y="41"/>
                    <a:pt x="255" y="41"/>
                    <a:pt x="255" y="41"/>
                  </a:cubicBezTo>
                  <a:cubicBezTo>
                    <a:pt x="255" y="41"/>
                    <a:pt x="255" y="41"/>
                    <a:pt x="255" y="41"/>
                  </a:cubicBezTo>
                  <a:cubicBezTo>
                    <a:pt x="252" y="41"/>
                    <a:pt x="248" y="40"/>
                    <a:pt x="244" y="39"/>
                  </a:cubicBezTo>
                  <a:cubicBezTo>
                    <a:pt x="232" y="37"/>
                    <a:pt x="220" y="19"/>
                    <a:pt x="209" y="8"/>
                  </a:cubicBezTo>
                  <a:cubicBezTo>
                    <a:pt x="207" y="5"/>
                    <a:pt x="204" y="2"/>
                    <a:pt x="203" y="0"/>
                  </a:cubicBezTo>
                  <a:cubicBezTo>
                    <a:pt x="203" y="77"/>
                    <a:pt x="195" y="79"/>
                    <a:pt x="176" y="85"/>
                  </a:cubicBezTo>
                  <a:cubicBezTo>
                    <a:pt x="168" y="88"/>
                    <a:pt x="147" y="95"/>
                    <a:pt x="136" y="97"/>
                  </a:cubicBezTo>
                  <a:cubicBezTo>
                    <a:pt x="131" y="98"/>
                    <a:pt x="127" y="97"/>
                    <a:pt x="122" y="98"/>
                  </a:cubicBezTo>
                  <a:cubicBezTo>
                    <a:pt x="118" y="99"/>
                    <a:pt x="113" y="102"/>
                    <a:pt x="110" y="103"/>
                  </a:cubicBezTo>
                  <a:cubicBezTo>
                    <a:pt x="95" y="109"/>
                    <a:pt x="81" y="115"/>
                    <a:pt x="71" y="127"/>
                  </a:cubicBezTo>
                  <a:cubicBezTo>
                    <a:pt x="61" y="139"/>
                    <a:pt x="51" y="179"/>
                    <a:pt x="47" y="205"/>
                  </a:cubicBezTo>
                  <a:cubicBezTo>
                    <a:pt x="43" y="232"/>
                    <a:pt x="40" y="262"/>
                    <a:pt x="39" y="282"/>
                  </a:cubicBezTo>
                  <a:cubicBezTo>
                    <a:pt x="36" y="316"/>
                    <a:pt x="38" y="366"/>
                    <a:pt x="38" y="401"/>
                  </a:cubicBezTo>
                  <a:cubicBezTo>
                    <a:pt x="38" y="437"/>
                    <a:pt x="34" y="461"/>
                    <a:pt x="31" y="477"/>
                  </a:cubicBezTo>
                  <a:cubicBezTo>
                    <a:pt x="28" y="494"/>
                    <a:pt x="15" y="539"/>
                    <a:pt x="16" y="629"/>
                  </a:cubicBezTo>
                  <a:cubicBezTo>
                    <a:pt x="16" y="644"/>
                    <a:pt x="15" y="681"/>
                    <a:pt x="17" y="705"/>
                  </a:cubicBezTo>
                  <a:cubicBezTo>
                    <a:pt x="19" y="735"/>
                    <a:pt x="15" y="800"/>
                    <a:pt x="12" y="815"/>
                  </a:cubicBezTo>
                  <a:cubicBezTo>
                    <a:pt x="7" y="834"/>
                    <a:pt x="4" y="866"/>
                    <a:pt x="2" y="870"/>
                  </a:cubicBezTo>
                  <a:cubicBezTo>
                    <a:pt x="0" y="874"/>
                    <a:pt x="4" y="880"/>
                    <a:pt x="6" y="885"/>
                  </a:cubicBezTo>
                  <a:cubicBezTo>
                    <a:pt x="8" y="890"/>
                    <a:pt x="7" y="894"/>
                    <a:pt x="10" y="901"/>
                  </a:cubicBezTo>
                  <a:cubicBezTo>
                    <a:pt x="12" y="906"/>
                    <a:pt x="19" y="917"/>
                    <a:pt x="22" y="923"/>
                  </a:cubicBezTo>
                  <a:cubicBezTo>
                    <a:pt x="25" y="929"/>
                    <a:pt x="38" y="936"/>
                    <a:pt x="48" y="940"/>
                  </a:cubicBezTo>
                  <a:cubicBezTo>
                    <a:pt x="55" y="943"/>
                    <a:pt x="68" y="951"/>
                    <a:pt x="69" y="948"/>
                  </a:cubicBezTo>
                  <a:cubicBezTo>
                    <a:pt x="72" y="940"/>
                    <a:pt x="67" y="935"/>
                    <a:pt x="62" y="931"/>
                  </a:cubicBezTo>
                  <a:cubicBezTo>
                    <a:pt x="59" y="929"/>
                    <a:pt x="68" y="936"/>
                    <a:pt x="70" y="929"/>
                  </a:cubicBezTo>
                  <a:cubicBezTo>
                    <a:pt x="71" y="927"/>
                    <a:pt x="71" y="926"/>
                    <a:pt x="69" y="922"/>
                  </a:cubicBezTo>
                  <a:cubicBezTo>
                    <a:pt x="71" y="918"/>
                    <a:pt x="70" y="918"/>
                    <a:pt x="67" y="914"/>
                  </a:cubicBezTo>
                  <a:cubicBezTo>
                    <a:pt x="72" y="912"/>
                    <a:pt x="68" y="889"/>
                    <a:pt x="66" y="878"/>
                  </a:cubicBezTo>
                  <a:cubicBezTo>
                    <a:pt x="67" y="870"/>
                    <a:pt x="68" y="843"/>
                    <a:pt x="62" y="825"/>
                  </a:cubicBezTo>
                  <a:cubicBezTo>
                    <a:pt x="59" y="814"/>
                    <a:pt x="57" y="803"/>
                    <a:pt x="57" y="796"/>
                  </a:cubicBezTo>
                  <a:cubicBezTo>
                    <a:pt x="54" y="779"/>
                    <a:pt x="71" y="662"/>
                    <a:pt x="80" y="629"/>
                  </a:cubicBezTo>
                  <a:cubicBezTo>
                    <a:pt x="99" y="560"/>
                    <a:pt x="93" y="499"/>
                    <a:pt x="95" y="487"/>
                  </a:cubicBezTo>
                  <a:cubicBezTo>
                    <a:pt x="97" y="474"/>
                    <a:pt x="110" y="410"/>
                    <a:pt x="113" y="381"/>
                  </a:cubicBezTo>
                  <a:cubicBezTo>
                    <a:pt x="114" y="381"/>
                    <a:pt x="114" y="381"/>
                    <a:pt x="114" y="381"/>
                  </a:cubicBezTo>
                  <a:cubicBezTo>
                    <a:pt x="114" y="393"/>
                    <a:pt x="124" y="442"/>
                    <a:pt x="126" y="484"/>
                  </a:cubicBezTo>
                  <a:cubicBezTo>
                    <a:pt x="127" y="509"/>
                    <a:pt x="140" y="516"/>
                    <a:pt x="124" y="547"/>
                  </a:cubicBezTo>
                  <a:cubicBezTo>
                    <a:pt x="113" y="567"/>
                    <a:pt x="100" y="629"/>
                    <a:pt x="91" y="685"/>
                  </a:cubicBezTo>
                  <a:cubicBezTo>
                    <a:pt x="83" y="729"/>
                    <a:pt x="85" y="764"/>
                    <a:pt x="85" y="852"/>
                  </a:cubicBezTo>
                  <a:cubicBezTo>
                    <a:pt x="85" y="908"/>
                    <a:pt x="91" y="919"/>
                    <a:pt x="98" y="987"/>
                  </a:cubicBezTo>
                  <a:cubicBezTo>
                    <a:pt x="104" y="1044"/>
                    <a:pt x="130" y="1134"/>
                    <a:pt x="136" y="1175"/>
                  </a:cubicBezTo>
                  <a:cubicBezTo>
                    <a:pt x="142" y="1216"/>
                    <a:pt x="145" y="1237"/>
                    <a:pt x="147" y="1264"/>
                  </a:cubicBezTo>
                  <a:cubicBezTo>
                    <a:pt x="148" y="1291"/>
                    <a:pt x="132" y="1418"/>
                    <a:pt x="150" y="1492"/>
                  </a:cubicBezTo>
                  <a:cubicBezTo>
                    <a:pt x="168" y="1565"/>
                    <a:pt x="175" y="1612"/>
                    <a:pt x="179" y="1630"/>
                  </a:cubicBezTo>
                  <a:cubicBezTo>
                    <a:pt x="186" y="1669"/>
                    <a:pt x="180" y="1673"/>
                    <a:pt x="183" y="1693"/>
                  </a:cubicBezTo>
                  <a:cubicBezTo>
                    <a:pt x="186" y="1713"/>
                    <a:pt x="186" y="1710"/>
                    <a:pt x="177" y="1729"/>
                  </a:cubicBezTo>
                  <a:cubicBezTo>
                    <a:pt x="169" y="1742"/>
                    <a:pt x="156" y="1769"/>
                    <a:pt x="152" y="1775"/>
                  </a:cubicBezTo>
                  <a:cubicBezTo>
                    <a:pt x="147" y="1781"/>
                    <a:pt x="150" y="1787"/>
                    <a:pt x="152" y="1791"/>
                  </a:cubicBezTo>
                  <a:cubicBezTo>
                    <a:pt x="149" y="1800"/>
                    <a:pt x="158" y="1805"/>
                    <a:pt x="161" y="1805"/>
                  </a:cubicBezTo>
                  <a:cubicBezTo>
                    <a:pt x="160" y="1816"/>
                    <a:pt x="178" y="1815"/>
                    <a:pt x="182" y="1810"/>
                  </a:cubicBezTo>
                  <a:cubicBezTo>
                    <a:pt x="187" y="1816"/>
                    <a:pt x="201" y="1816"/>
                    <a:pt x="206" y="1809"/>
                  </a:cubicBezTo>
                  <a:cubicBezTo>
                    <a:pt x="215" y="1817"/>
                    <a:pt x="230" y="1817"/>
                    <a:pt x="239" y="1806"/>
                  </a:cubicBezTo>
                  <a:cubicBezTo>
                    <a:pt x="249" y="1795"/>
                    <a:pt x="250" y="1785"/>
                    <a:pt x="249" y="1774"/>
                  </a:cubicBezTo>
                  <a:cubicBezTo>
                    <a:pt x="248" y="1763"/>
                    <a:pt x="250" y="1760"/>
                    <a:pt x="252" y="1746"/>
                  </a:cubicBezTo>
                  <a:cubicBezTo>
                    <a:pt x="254" y="1733"/>
                    <a:pt x="256" y="1723"/>
                    <a:pt x="251" y="1713"/>
                  </a:cubicBezTo>
                  <a:cubicBezTo>
                    <a:pt x="247" y="1704"/>
                    <a:pt x="247" y="1700"/>
                    <a:pt x="247" y="1690"/>
                  </a:cubicBezTo>
                  <a:cubicBezTo>
                    <a:pt x="247" y="1680"/>
                    <a:pt x="250" y="1666"/>
                    <a:pt x="245" y="1654"/>
                  </a:cubicBezTo>
                  <a:cubicBezTo>
                    <a:pt x="239" y="1642"/>
                    <a:pt x="233" y="1614"/>
                    <a:pt x="234" y="1583"/>
                  </a:cubicBezTo>
                  <a:cubicBezTo>
                    <a:pt x="235" y="1552"/>
                    <a:pt x="255" y="1378"/>
                    <a:pt x="247" y="1318"/>
                  </a:cubicBezTo>
                  <a:cubicBezTo>
                    <a:pt x="238" y="1258"/>
                    <a:pt x="241" y="1246"/>
                    <a:pt x="244" y="1226"/>
                  </a:cubicBezTo>
                  <a:cubicBezTo>
                    <a:pt x="246" y="1206"/>
                    <a:pt x="251" y="1173"/>
                    <a:pt x="246" y="1130"/>
                  </a:cubicBezTo>
                  <a:cubicBezTo>
                    <a:pt x="244" y="1113"/>
                    <a:pt x="245" y="1044"/>
                    <a:pt x="245" y="974"/>
                  </a:cubicBezTo>
                  <a:cubicBezTo>
                    <a:pt x="246" y="928"/>
                    <a:pt x="257" y="817"/>
                    <a:pt x="246" y="805"/>
                  </a:cubicBezTo>
                  <a:cubicBezTo>
                    <a:pt x="246" y="804"/>
                    <a:pt x="246" y="804"/>
                    <a:pt x="246" y="804"/>
                  </a:cubicBezTo>
                  <a:cubicBezTo>
                    <a:pt x="249" y="805"/>
                    <a:pt x="252" y="806"/>
                    <a:pt x="255" y="806"/>
                  </a:cubicBezTo>
                  <a:cubicBezTo>
                    <a:pt x="255" y="806"/>
                    <a:pt x="255" y="806"/>
                    <a:pt x="255" y="806"/>
                  </a:cubicBezTo>
                  <a:cubicBezTo>
                    <a:pt x="258" y="806"/>
                    <a:pt x="262" y="805"/>
                    <a:pt x="266" y="803"/>
                  </a:cubicBezTo>
                  <a:cubicBezTo>
                    <a:pt x="265" y="805"/>
                    <a:pt x="265" y="805"/>
                    <a:pt x="265" y="805"/>
                  </a:cubicBezTo>
                  <a:cubicBezTo>
                    <a:pt x="254" y="817"/>
                    <a:pt x="265" y="928"/>
                    <a:pt x="265" y="974"/>
                  </a:cubicBezTo>
                  <a:cubicBezTo>
                    <a:pt x="266" y="1044"/>
                    <a:pt x="266" y="1113"/>
                    <a:pt x="265" y="1130"/>
                  </a:cubicBezTo>
                  <a:cubicBezTo>
                    <a:pt x="260" y="1173"/>
                    <a:pt x="265" y="1206"/>
                    <a:pt x="267" y="1226"/>
                  </a:cubicBezTo>
                  <a:cubicBezTo>
                    <a:pt x="269" y="1246"/>
                    <a:pt x="273" y="1258"/>
                    <a:pt x="264" y="1318"/>
                  </a:cubicBezTo>
                  <a:cubicBezTo>
                    <a:pt x="255" y="1378"/>
                    <a:pt x="276" y="1552"/>
                    <a:pt x="277" y="1583"/>
                  </a:cubicBezTo>
                  <a:cubicBezTo>
                    <a:pt x="278" y="1614"/>
                    <a:pt x="272" y="1642"/>
                    <a:pt x="266" y="1654"/>
                  </a:cubicBezTo>
                  <a:cubicBezTo>
                    <a:pt x="261" y="1666"/>
                    <a:pt x="264" y="1680"/>
                    <a:pt x="264" y="1690"/>
                  </a:cubicBezTo>
                  <a:cubicBezTo>
                    <a:pt x="264" y="1700"/>
                    <a:pt x="264" y="1704"/>
                    <a:pt x="259" y="1713"/>
                  </a:cubicBezTo>
                  <a:cubicBezTo>
                    <a:pt x="255" y="1723"/>
                    <a:pt x="257" y="1733"/>
                    <a:pt x="259" y="1746"/>
                  </a:cubicBezTo>
                  <a:cubicBezTo>
                    <a:pt x="261" y="1760"/>
                    <a:pt x="263" y="1763"/>
                    <a:pt x="262" y="1774"/>
                  </a:cubicBezTo>
                  <a:cubicBezTo>
                    <a:pt x="261" y="1785"/>
                    <a:pt x="262" y="1795"/>
                    <a:pt x="272" y="1806"/>
                  </a:cubicBezTo>
                  <a:cubicBezTo>
                    <a:pt x="281" y="1817"/>
                    <a:pt x="296" y="1817"/>
                    <a:pt x="305" y="1809"/>
                  </a:cubicBezTo>
                  <a:cubicBezTo>
                    <a:pt x="310" y="1816"/>
                    <a:pt x="323" y="1816"/>
                    <a:pt x="329" y="1810"/>
                  </a:cubicBezTo>
                  <a:cubicBezTo>
                    <a:pt x="333" y="1815"/>
                    <a:pt x="351" y="1816"/>
                    <a:pt x="350" y="1805"/>
                  </a:cubicBezTo>
                  <a:cubicBezTo>
                    <a:pt x="353" y="1805"/>
                    <a:pt x="362" y="1800"/>
                    <a:pt x="359" y="1791"/>
                  </a:cubicBezTo>
                  <a:cubicBezTo>
                    <a:pt x="361" y="1787"/>
                    <a:pt x="363" y="1781"/>
                    <a:pt x="359" y="1775"/>
                  </a:cubicBezTo>
                  <a:cubicBezTo>
                    <a:pt x="355" y="1769"/>
                    <a:pt x="341" y="1742"/>
                    <a:pt x="333" y="1729"/>
                  </a:cubicBezTo>
                  <a:cubicBezTo>
                    <a:pt x="324" y="1710"/>
                    <a:pt x="325" y="1713"/>
                    <a:pt x="328" y="1693"/>
                  </a:cubicBezTo>
                  <a:cubicBezTo>
                    <a:pt x="331" y="1673"/>
                    <a:pt x="324" y="1669"/>
                    <a:pt x="332" y="1630"/>
                  </a:cubicBezTo>
                  <a:cubicBezTo>
                    <a:pt x="335" y="1612"/>
                    <a:pt x="343" y="1565"/>
                    <a:pt x="361" y="1492"/>
                  </a:cubicBezTo>
                  <a:cubicBezTo>
                    <a:pt x="378" y="1418"/>
                    <a:pt x="362" y="1291"/>
                    <a:pt x="364" y="1264"/>
                  </a:cubicBezTo>
                  <a:cubicBezTo>
                    <a:pt x="366" y="1237"/>
                    <a:pt x="368" y="1216"/>
                    <a:pt x="375" y="1175"/>
                  </a:cubicBezTo>
                  <a:cubicBezTo>
                    <a:pt x="381" y="1134"/>
                    <a:pt x="404" y="1054"/>
                    <a:pt x="411" y="997"/>
                  </a:cubicBezTo>
                  <a:cubicBezTo>
                    <a:pt x="419" y="932"/>
                    <a:pt x="423" y="911"/>
                    <a:pt x="425" y="854"/>
                  </a:cubicBezTo>
                  <a:cubicBezTo>
                    <a:pt x="428" y="773"/>
                    <a:pt x="427" y="729"/>
                    <a:pt x="420" y="685"/>
                  </a:cubicBezTo>
                  <a:cubicBezTo>
                    <a:pt x="411" y="629"/>
                    <a:pt x="395" y="571"/>
                    <a:pt x="384" y="551"/>
                  </a:cubicBezTo>
                  <a:cubicBezTo>
                    <a:pt x="367" y="518"/>
                    <a:pt x="386" y="488"/>
                    <a:pt x="387" y="463"/>
                  </a:cubicBezTo>
                  <a:cubicBezTo>
                    <a:pt x="387" y="444"/>
                    <a:pt x="395" y="415"/>
                    <a:pt x="397" y="380"/>
                  </a:cubicBezTo>
                  <a:cubicBezTo>
                    <a:pt x="397" y="380"/>
                    <a:pt x="397" y="380"/>
                    <a:pt x="397" y="380"/>
                  </a:cubicBezTo>
                  <a:cubicBezTo>
                    <a:pt x="401" y="409"/>
                    <a:pt x="414" y="474"/>
                    <a:pt x="416" y="487"/>
                  </a:cubicBezTo>
                  <a:cubicBezTo>
                    <a:pt x="418" y="499"/>
                    <a:pt x="412" y="560"/>
                    <a:pt x="431" y="629"/>
                  </a:cubicBezTo>
                  <a:cubicBezTo>
                    <a:pt x="440" y="662"/>
                    <a:pt x="457" y="779"/>
                    <a:pt x="454" y="796"/>
                  </a:cubicBezTo>
                  <a:cubicBezTo>
                    <a:pt x="454" y="803"/>
                    <a:pt x="452" y="814"/>
                    <a:pt x="449" y="825"/>
                  </a:cubicBezTo>
                  <a:cubicBezTo>
                    <a:pt x="443" y="843"/>
                    <a:pt x="444" y="870"/>
                    <a:pt x="444" y="878"/>
                  </a:cubicBezTo>
                  <a:cubicBezTo>
                    <a:pt x="442" y="889"/>
                    <a:pt x="439" y="912"/>
                    <a:pt x="444" y="914"/>
                  </a:cubicBezTo>
                  <a:cubicBezTo>
                    <a:pt x="441" y="918"/>
                    <a:pt x="440" y="918"/>
                    <a:pt x="441" y="922"/>
                  </a:cubicBezTo>
                  <a:cubicBezTo>
                    <a:pt x="440" y="926"/>
                    <a:pt x="440" y="927"/>
                    <a:pt x="441" y="929"/>
                  </a:cubicBezTo>
                  <a:cubicBezTo>
                    <a:pt x="443" y="936"/>
                    <a:pt x="452" y="929"/>
                    <a:pt x="449" y="931"/>
                  </a:cubicBezTo>
                  <a:cubicBezTo>
                    <a:pt x="443" y="935"/>
                    <a:pt x="439" y="940"/>
                    <a:pt x="441" y="948"/>
                  </a:cubicBezTo>
                  <a:cubicBezTo>
                    <a:pt x="443" y="951"/>
                    <a:pt x="456" y="943"/>
                    <a:pt x="463" y="940"/>
                  </a:cubicBezTo>
                  <a:cubicBezTo>
                    <a:pt x="473" y="936"/>
                    <a:pt x="486" y="929"/>
                    <a:pt x="489" y="923"/>
                  </a:cubicBezTo>
                  <a:cubicBezTo>
                    <a:pt x="492" y="917"/>
                    <a:pt x="499" y="906"/>
                    <a:pt x="501" y="901"/>
                  </a:cubicBezTo>
                  <a:cubicBezTo>
                    <a:pt x="504" y="894"/>
                    <a:pt x="503" y="890"/>
                    <a:pt x="505" y="885"/>
                  </a:cubicBezTo>
                  <a:cubicBezTo>
                    <a:pt x="507" y="880"/>
                    <a:pt x="511" y="874"/>
                    <a:pt x="509" y="87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241" name="Freeform 340">
              <a:extLst>
                <a:ext uri="{FF2B5EF4-FFF2-40B4-BE49-F238E27FC236}">
                  <a16:creationId xmlns:a16="http://schemas.microsoft.com/office/drawing/2014/main" id="{3A241CBE-AE0A-4551-AB58-BB5EB98AC0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9" y="1624"/>
              <a:ext cx="140" cy="298"/>
            </a:xfrm>
            <a:custGeom>
              <a:avLst/>
              <a:gdLst>
                <a:gd name="T0" fmla="*/ 0 w 85"/>
                <a:gd name="T1" fmla="*/ 5 h 181"/>
                <a:gd name="T2" fmla="*/ 272 w 85"/>
                <a:gd name="T3" fmla="*/ 54 h 181"/>
                <a:gd name="T4" fmla="*/ 361 w 85"/>
                <a:gd name="T5" fmla="*/ 20 h 181"/>
                <a:gd name="T6" fmla="*/ 361 w 85"/>
                <a:gd name="T7" fmla="*/ 130 h 181"/>
                <a:gd name="T8" fmla="*/ 339 w 85"/>
                <a:gd name="T9" fmla="*/ 263 h 181"/>
                <a:gd name="T10" fmla="*/ 331 w 85"/>
                <a:gd name="T11" fmla="*/ 420 h 181"/>
                <a:gd name="T12" fmla="*/ 264 w 85"/>
                <a:gd name="T13" fmla="*/ 808 h 181"/>
                <a:gd name="T14" fmla="*/ 296 w 85"/>
                <a:gd name="T15" fmla="*/ 537 h 181"/>
                <a:gd name="T16" fmla="*/ 247 w 85"/>
                <a:gd name="T17" fmla="*/ 249 h 181"/>
                <a:gd name="T18" fmla="*/ 26 w 85"/>
                <a:gd name="T19" fmla="*/ 41 h 18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5" h="181">
                  <a:moveTo>
                    <a:pt x="0" y="1"/>
                  </a:moveTo>
                  <a:cubicBezTo>
                    <a:pt x="14" y="15"/>
                    <a:pt x="43" y="17"/>
                    <a:pt x="61" y="12"/>
                  </a:cubicBezTo>
                  <a:cubicBezTo>
                    <a:pt x="65" y="11"/>
                    <a:pt x="77" y="0"/>
                    <a:pt x="81" y="4"/>
                  </a:cubicBezTo>
                  <a:cubicBezTo>
                    <a:pt x="85" y="7"/>
                    <a:pt x="82" y="25"/>
                    <a:pt x="81" y="29"/>
                  </a:cubicBezTo>
                  <a:cubicBezTo>
                    <a:pt x="80" y="39"/>
                    <a:pt x="77" y="49"/>
                    <a:pt x="76" y="59"/>
                  </a:cubicBezTo>
                  <a:cubicBezTo>
                    <a:pt x="75" y="71"/>
                    <a:pt x="76" y="81"/>
                    <a:pt x="74" y="94"/>
                  </a:cubicBezTo>
                  <a:cubicBezTo>
                    <a:pt x="70" y="121"/>
                    <a:pt x="75" y="158"/>
                    <a:pt x="59" y="181"/>
                  </a:cubicBezTo>
                  <a:cubicBezTo>
                    <a:pt x="58" y="160"/>
                    <a:pt x="65" y="141"/>
                    <a:pt x="66" y="120"/>
                  </a:cubicBezTo>
                  <a:cubicBezTo>
                    <a:pt x="67" y="98"/>
                    <a:pt x="66" y="76"/>
                    <a:pt x="55" y="56"/>
                  </a:cubicBezTo>
                  <a:cubicBezTo>
                    <a:pt x="43" y="36"/>
                    <a:pt x="13" y="35"/>
                    <a:pt x="6" y="9"/>
                  </a:cubicBezTo>
                </a:path>
              </a:pathLst>
            </a:custGeom>
            <a:solidFill>
              <a:srgbClr val="EFCA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242" name="Freeform 341">
              <a:extLst>
                <a:ext uri="{FF2B5EF4-FFF2-40B4-BE49-F238E27FC236}">
                  <a16:creationId xmlns:a16="http://schemas.microsoft.com/office/drawing/2014/main" id="{8970E30A-B7B7-4F95-843C-F9EF20F561BF}"/>
                </a:ext>
              </a:extLst>
            </p:cNvPr>
            <p:cNvSpPr>
              <a:spLocks/>
            </p:cNvSpPr>
            <p:nvPr/>
          </p:nvSpPr>
          <p:spPr bwMode="auto">
            <a:xfrm>
              <a:off x="946" y="1089"/>
              <a:ext cx="84" cy="133"/>
            </a:xfrm>
            <a:custGeom>
              <a:avLst/>
              <a:gdLst>
                <a:gd name="T0" fmla="*/ 8 w 51"/>
                <a:gd name="T1" fmla="*/ 159 h 81"/>
                <a:gd name="T2" fmla="*/ 138 w 51"/>
                <a:gd name="T3" fmla="*/ 97 h 81"/>
                <a:gd name="T4" fmla="*/ 184 w 51"/>
                <a:gd name="T5" fmla="*/ 49 h 81"/>
                <a:gd name="T6" fmla="*/ 201 w 51"/>
                <a:gd name="T7" fmla="*/ 18 h 81"/>
                <a:gd name="T8" fmla="*/ 227 w 51"/>
                <a:gd name="T9" fmla="*/ 0 h 81"/>
                <a:gd name="T10" fmla="*/ 196 w 51"/>
                <a:gd name="T11" fmla="*/ 56 h 81"/>
                <a:gd name="T12" fmla="*/ 152 w 51"/>
                <a:gd name="T13" fmla="*/ 130 h 81"/>
                <a:gd name="T14" fmla="*/ 104 w 51"/>
                <a:gd name="T15" fmla="*/ 243 h 81"/>
                <a:gd name="T16" fmla="*/ 54 w 51"/>
                <a:gd name="T17" fmla="*/ 358 h 81"/>
                <a:gd name="T18" fmla="*/ 68 w 51"/>
                <a:gd name="T19" fmla="*/ 227 h 81"/>
                <a:gd name="T20" fmla="*/ 0 w 51"/>
                <a:gd name="T21" fmla="*/ 172 h 8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1" h="81">
                  <a:moveTo>
                    <a:pt x="2" y="36"/>
                  </a:moveTo>
                  <a:cubicBezTo>
                    <a:pt x="13" y="37"/>
                    <a:pt x="23" y="28"/>
                    <a:pt x="31" y="22"/>
                  </a:cubicBezTo>
                  <a:cubicBezTo>
                    <a:pt x="34" y="19"/>
                    <a:pt x="38" y="15"/>
                    <a:pt x="41" y="11"/>
                  </a:cubicBezTo>
                  <a:cubicBezTo>
                    <a:pt x="42" y="8"/>
                    <a:pt x="43" y="6"/>
                    <a:pt x="45" y="4"/>
                  </a:cubicBezTo>
                  <a:cubicBezTo>
                    <a:pt x="47" y="2"/>
                    <a:pt x="50" y="1"/>
                    <a:pt x="51" y="0"/>
                  </a:cubicBezTo>
                  <a:cubicBezTo>
                    <a:pt x="49" y="4"/>
                    <a:pt x="47" y="9"/>
                    <a:pt x="44" y="13"/>
                  </a:cubicBezTo>
                  <a:cubicBezTo>
                    <a:pt x="41" y="19"/>
                    <a:pt x="37" y="24"/>
                    <a:pt x="34" y="29"/>
                  </a:cubicBezTo>
                  <a:cubicBezTo>
                    <a:pt x="29" y="37"/>
                    <a:pt x="26" y="45"/>
                    <a:pt x="23" y="55"/>
                  </a:cubicBezTo>
                  <a:cubicBezTo>
                    <a:pt x="20" y="64"/>
                    <a:pt x="18" y="73"/>
                    <a:pt x="12" y="81"/>
                  </a:cubicBezTo>
                  <a:cubicBezTo>
                    <a:pt x="12" y="71"/>
                    <a:pt x="21" y="60"/>
                    <a:pt x="15" y="51"/>
                  </a:cubicBezTo>
                  <a:cubicBezTo>
                    <a:pt x="11" y="45"/>
                    <a:pt x="4" y="45"/>
                    <a:pt x="0" y="39"/>
                  </a:cubicBezTo>
                </a:path>
              </a:pathLst>
            </a:custGeom>
            <a:solidFill>
              <a:srgbClr val="EFCA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243" name="Freeform 342">
              <a:extLst>
                <a:ext uri="{FF2B5EF4-FFF2-40B4-BE49-F238E27FC236}">
                  <a16:creationId xmlns:a16="http://schemas.microsoft.com/office/drawing/2014/main" id="{26B85FA2-82B3-48D9-A87E-934FBCD42A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6" y="1087"/>
              <a:ext cx="43" cy="112"/>
            </a:xfrm>
            <a:custGeom>
              <a:avLst/>
              <a:gdLst>
                <a:gd name="T0" fmla="*/ 68 w 26"/>
                <a:gd name="T1" fmla="*/ 0 h 68"/>
                <a:gd name="T2" fmla="*/ 63 w 26"/>
                <a:gd name="T3" fmla="*/ 76 h 68"/>
                <a:gd name="T4" fmla="*/ 71 w 26"/>
                <a:gd name="T5" fmla="*/ 152 h 68"/>
                <a:gd name="T6" fmla="*/ 91 w 26"/>
                <a:gd name="T7" fmla="*/ 234 h 68"/>
                <a:gd name="T8" fmla="*/ 117 w 26"/>
                <a:gd name="T9" fmla="*/ 303 h 68"/>
                <a:gd name="T10" fmla="*/ 50 w 26"/>
                <a:gd name="T11" fmla="*/ 152 h 68"/>
                <a:gd name="T12" fmla="*/ 0 w 26"/>
                <a:gd name="T13" fmla="*/ 81 h 6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" h="68">
                  <a:moveTo>
                    <a:pt x="15" y="0"/>
                  </a:moveTo>
                  <a:cubicBezTo>
                    <a:pt x="14" y="4"/>
                    <a:pt x="14" y="12"/>
                    <a:pt x="14" y="17"/>
                  </a:cubicBezTo>
                  <a:cubicBezTo>
                    <a:pt x="14" y="23"/>
                    <a:pt x="15" y="28"/>
                    <a:pt x="16" y="34"/>
                  </a:cubicBezTo>
                  <a:cubicBezTo>
                    <a:pt x="17" y="40"/>
                    <a:pt x="18" y="46"/>
                    <a:pt x="20" y="52"/>
                  </a:cubicBezTo>
                  <a:cubicBezTo>
                    <a:pt x="22" y="58"/>
                    <a:pt x="25" y="63"/>
                    <a:pt x="26" y="68"/>
                  </a:cubicBezTo>
                  <a:cubicBezTo>
                    <a:pt x="17" y="63"/>
                    <a:pt x="13" y="45"/>
                    <a:pt x="11" y="34"/>
                  </a:cubicBezTo>
                  <a:cubicBezTo>
                    <a:pt x="11" y="29"/>
                    <a:pt x="8" y="9"/>
                    <a:pt x="0" y="18"/>
                  </a:cubicBezTo>
                </a:path>
              </a:pathLst>
            </a:custGeom>
            <a:solidFill>
              <a:srgbClr val="EFCA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244" name="Freeform 343">
              <a:extLst>
                <a:ext uri="{FF2B5EF4-FFF2-40B4-BE49-F238E27FC236}">
                  <a16:creationId xmlns:a16="http://schemas.microsoft.com/office/drawing/2014/main" id="{EB51272F-1D6A-444F-A181-DBC57E33E929}"/>
                </a:ext>
              </a:extLst>
            </p:cNvPr>
            <p:cNvSpPr>
              <a:spLocks/>
            </p:cNvSpPr>
            <p:nvPr/>
          </p:nvSpPr>
          <p:spPr bwMode="auto">
            <a:xfrm>
              <a:off x="988" y="1241"/>
              <a:ext cx="147" cy="18"/>
            </a:xfrm>
            <a:custGeom>
              <a:avLst/>
              <a:gdLst>
                <a:gd name="T0" fmla="*/ 5 w 89"/>
                <a:gd name="T1" fmla="*/ 34 h 11"/>
                <a:gd name="T2" fmla="*/ 193 w 89"/>
                <a:gd name="T3" fmla="*/ 29 h 11"/>
                <a:gd name="T4" fmla="*/ 401 w 89"/>
                <a:gd name="T5" fmla="*/ 18 h 11"/>
                <a:gd name="T6" fmla="*/ 355 w 89"/>
                <a:gd name="T7" fmla="*/ 8 h 11"/>
                <a:gd name="T8" fmla="*/ 248 w 89"/>
                <a:gd name="T9" fmla="*/ 8 h 11"/>
                <a:gd name="T10" fmla="*/ 109 w 89"/>
                <a:gd name="T11" fmla="*/ 0 h 11"/>
                <a:gd name="T12" fmla="*/ 0 w 89"/>
                <a:gd name="T13" fmla="*/ 47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9" h="11">
                  <a:moveTo>
                    <a:pt x="1" y="8"/>
                  </a:moveTo>
                  <a:cubicBezTo>
                    <a:pt x="15" y="3"/>
                    <a:pt x="30" y="5"/>
                    <a:pt x="43" y="7"/>
                  </a:cubicBezTo>
                  <a:cubicBezTo>
                    <a:pt x="59" y="9"/>
                    <a:pt x="74" y="5"/>
                    <a:pt x="89" y="4"/>
                  </a:cubicBezTo>
                  <a:cubicBezTo>
                    <a:pt x="86" y="1"/>
                    <a:pt x="82" y="2"/>
                    <a:pt x="79" y="2"/>
                  </a:cubicBezTo>
                  <a:cubicBezTo>
                    <a:pt x="71" y="2"/>
                    <a:pt x="63" y="2"/>
                    <a:pt x="55" y="2"/>
                  </a:cubicBezTo>
                  <a:cubicBezTo>
                    <a:pt x="44" y="3"/>
                    <a:pt x="36" y="0"/>
                    <a:pt x="24" y="0"/>
                  </a:cubicBezTo>
                  <a:cubicBezTo>
                    <a:pt x="18" y="0"/>
                    <a:pt x="2" y="2"/>
                    <a:pt x="0" y="11"/>
                  </a:cubicBezTo>
                </a:path>
              </a:pathLst>
            </a:custGeom>
            <a:solidFill>
              <a:srgbClr val="EFCA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245" name="Freeform 344">
              <a:extLst>
                <a:ext uri="{FF2B5EF4-FFF2-40B4-BE49-F238E27FC236}">
                  <a16:creationId xmlns:a16="http://schemas.microsoft.com/office/drawing/2014/main" id="{4B81EF84-8D98-4940-ADCE-C8736419636B}"/>
                </a:ext>
              </a:extLst>
            </p:cNvPr>
            <p:cNvSpPr>
              <a:spLocks/>
            </p:cNvSpPr>
            <p:nvPr/>
          </p:nvSpPr>
          <p:spPr bwMode="auto">
            <a:xfrm>
              <a:off x="933" y="1265"/>
              <a:ext cx="30" cy="41"/>
            </a:xfrm>
            <a:custGeom>
              <a:avLst/>
              <a:gdLst>
                <a:gd name="T0" fmla="*/ 0 w 18"/>
                <a:gd name="T1" fmla="*/ 0 h 25"/>
                <a:gd name="T2" fmla="*/ 33 w 18"/>
                <a:gd name="T3" fmla="*/ 92 h 25"/>
                <a:gd name="T4" fmla="*/ 83 w 18"/>
                <a:gd name="T5" fmla="*/ 43 h 25"/>
                <a:gd name="T6" fmla="*/ 55 w 18"/>
                <a:gd name="T7" fmla="*/ 56 h 25"/>
                <a:gd name="T8" fmla="*/ 8 w 18"/>
                <a:gd name="T9" fmla="*/ 5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25">
                  <a:moveTo>
                    <a:pt x="0" y="0"/>
                  </a:moveTo>
                  <a:cubicBezTo>
                    <a:pt x="0" y="5"/>
                    <a:pt x="3" y="17"/>
                    <a:pt x="7" y="21"/>
                  </a:cubicBezTo>
                  <a:cubicBezTo>
                    <a:pt x="11" y="25"/>
                    <a:pt x="17" y="16"/>
                    <a:pt x="18" y="10"/>
                  </a:cubicBezTo>
                  <a:cubicBezTo>
                    <a:pt x="16" y="12"/>
                    <a:pt x="14" y="13"/>
                    <a:pt x="12" y="13"/>
                  </a:cubicBezTo>
                  <a:cubicBezTo>
                    <a:pt x="9" y="13"/>
                    <a:pt x="1" y="4"/>
                    <a:pt x="2" y="1"/>
                  </a:cubicBezTo>
                </a:path>
              </a:pathLst>
            </a:custGeom>
            <a:solidFill>
              <a:srgbClr val="EFCA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246" name="Freeform 345">
              <a:extLst>
                <a:ext uri="{FF2B5EF4-FFF2-40B4-BE49-F238E27FC236}">
                  <a16:creationId xmlns:a16="http://schemas.microsoft.com/office/drawing/2014/main" id="{0499F9E5-EE77-4F14-AB22-7A101A2B6485}"/>
                </a:ext>
              </a:extLst>
            </p:cNvPr>
            <p:cNvSpPr>
              <a:spLocks/>
            </p:cNvSpPr>
            <p:nvPr/>
          </p:nvSpPr>
          <p:spPr bwMode="auto">
            <a:xfrm>
              <a:off x="882" y="1107"/>
              <a:ext cx="43" cy="137"/>
            </a:xfrm>
            <a:custGeom>
              <a:avLst/>
              <a:gdLst>
                <a:gd name="T0" fmla="*/ 13 w 26"/>
                <a:gd name="T1" fmla="*/ 68 h 83"/>
                <a:gd name="T2" fmla="*/ 71 w 26"/>
                <a:gd name="T3" fmla="*/ 206 h 83"/>
                <a:gd name="T4" fmla="*/ 117 w 26"/>
                <a:gd name="T5" fmla="*/ 373 h 83"/>
                <a:gd name="T6" fmla="*/ 96 w 26"/>
                <a:gd name="T7" fmla="*/ 238 h 83"/>
                <a:gd name="T8" fmla="*/ 68 w 26"/>
                <a:gd name="T9" fmla="*/ 109 h 83"/>
                <a:gd name="T10" fmla="*/ 46 w 26"/>
                <a:gd name="T11" fmla="*/ 41 h 83"/>
                <a:gd name="T12" fmla="*/ 0 w 26"/>
                <a:gd name="T13" fmla="*/ 0 h 8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" h="83">
                  <a:moveTo>
                    <a:pt x="3" y="15"/>
                  </a:moveTo>
                  <a:cubicBezTo>
                    <a:pt x="7" y="25"/>
                    <a:pt x="11" y="35"/>
                    <a:pt x="16" y="46"/>
                  </a:cubicBezTo>
                  <a:cubicBezTo>
                    <a:pt x="21" y="57"/>
                    <a:pt x="20" y="72"/>
                    <a:pt x="26" y="83"/>
                  </a:cubicBezTo>
                  <a:cubicBezTo>
                    <a:pt x="22" y="74"/>
                    <a:pt x="24" y="62"/>
                    <a:pt x="21" y="53"/>
                  </a:cubicBezTo>
                  <a:cubicBezTo>
                    <a:pt x="19" y="43"/>
                    <a:pt x="13" y="34"/>
                    <a:pt x="15" y="24"/>
                  </a:cubicBezTo>
                  <a:cubicBezTo>
                    <a:pt x="16" y="16"/>
                    <a:pt x="15" y="16"/>
                    <a:pt x="10" y="9"/>
                  </a:cubicBezTo>
                  <a:cubicBezTo>
                    <a:pt x="7" y="6"/>
                    <a:pt x="4" y="3"/>
                    <a:pt x="0" y="0"/>
                  </a:cubicBezTo>
                </a:path>
              </a:pathLst>
            </a:custGeom>
            <a:solidFill>
              <a:srgbClr val="EFCA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247" name="Freeform 346">
              <a:extLst>
                <a:ext uri="{FF2B5EF4-FFF2-40B4-BE49-F238E27FC236}">
                  <a16:creationId xmlns:a16="http://schemas.microsoft.com/office/drawing/2014/main" id="{96C4594C-8271-4CC1-AC77-ED254A66BEF6}"/>
                </a:ext>
              </a:extLst>
            </p:cNvPr>
            <p:cNvSpPr>
              <a:spLocks/>
            </p:cNvSpPr>
            <p:nvPr/>
          </p:nvSpPr>
          <p:spPr bwMode="auto">
            <a:xfrm>
              <a:off x="938" y="2036"/>
              <a:ext cx="16" cy="19"/>
            </a:xfrm>
            <a:custGeom>
              <a:avLst/>
              <a:gdLst>
                <a:gd name="T0" fmla="*/ 0 w 10"/>
                <a:gd name="T1" fmla="*/ 27 h 12"/>
                <a:gd name="T2" fmla="*/ 35 w 10"/>
                <a:gd name="T3" fmla="*/ 33 h 12"/>
                <a:gd name="T4" fmla="*/ 34 w 10"/>
                <a:gd name="T5" fmla="*/ 5 h 12"/>
                <a:gd name="T6" fmla="*/ 8 w 10"/>
                <a:gd name="T7" fmla="*/ 8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2">
                  <a:moveTo>
                    <a:pt x="0" y="7"/>
                  </a:moveTo>
                  <a:cubicBezTo>
                    <a:pt x="2" y="11"/>
                    <a:pt x="8" y="12"/>
                    <a:pt x="9" y="8"/>
                  </a:cubicBezTo>
                  <a:cubicBezTo>
                    <a:pt x="10" y="6"/>
                    <a:pt x="9" y="2"/>
                    <a:pt x="8" y="1"/>
                  </a:cubicBezTo>
                  <a:cubicBezTo>
                    <a:pt x="6" y="0"/>
                    <a:pt x="4" y="0"/>
                    <a:pt x="2" y="2"/>
                  </a:cubicBezTo>
                </a:path>
              </a:pathLst>
            </a:custGeom>
            <a:solidFill>
              <a:srgbClr val="EFCA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248" name="Freeform 347">
              <a:extLst>
                <a:ext uri="{FF2B5EF4-FFF2-40B4-BE49-F238E27FC236}">
                  <a16:creationId xmlns:a16="http://schemas.microsoft.com/office/drawing/2014/main" id="{C787F754-F2D7-4E1C-A228-150E96852B5C}"/>
                </a:ext>
              </a:extLst>
            </p:cNvPr>
            <p:cNvSpPr>
              <a:spLocks/>
            </p:cNvSpPr>
            <p:nvPr/>
          </p:nvSpPr>
          <p:spPr bwMode="auto">
            <a:xfrm>
              <a:off x="892" y="2329"/>
              <a:ext cx="122" cy="64"/>
            </a:xfrm>
            <a:custGeom>
              <a:avLst/>
              <a:gdLst>
                <a:gd name="T0" fmla="*/ 8 w 74"/>
                <a:gd name="T1" fmla="*/ 80 h 39"/>
                <a:gd name="T2" fmla="*/ 171 w 74"/>
                <a:gd name="T3" fmla="*/ 172 h 39"/>
                <a:gd name="T4" fmla="*/ 251 w 74"/>
                <a:gd name="T5" fmla="*/ 138 h 39"/>
                <a:gd name="T6" fmla="*/ 331 w 74"/>
                <a:gd name="T7" fmla="*/ 0 h 39"/>
                <a:gd name="T8" fmla="*/ 282 w 74"/>
                <a:gd name="T9" fmla="*/ 54 h 39"/>
                <a:gd name="T10" fmla="*/ 180 w 74"/>
                <a:gd name="T11" fmla="*/ 102 h 39"/>
                <a:gd name="T12" fmla="*/ 76 w 74"/>
                <a:gd name="T13" fmla="*/ 71 h 39"/>
                <a:gd name="T14" fmla="*/ 0 w 74"/>
                <a:gd name="T15" fmla="*/ 41 h 3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4" h="39">
                  <a:moveTo>
                    <a:pt x="2" y="18"/>
                  </a:moveTo>
                  <a:cubicBezTo>
                    <a:pt x="13" y="29"/>
                    <a:pt x="22" y="39"/>
                    <a:pt x="38" y="39"/>
                  </a:cubicBezTo>
                  <a:cubicBezTo>
                    <a:pt x="45" y="38"/>
                    <a:pt x="52" y="36"/>
                    <a:pt x="56" y="31"/>
                  </a:cubicBezTo>
                  <a:cubicBezTo>
                    <a:pt x="63" y="24"/>
                    <a:pt x="73" y="10"/>
                    <a:pt x="74" y="0"/>
                  </a:cubicBezTo>
                  <a:cubicBezTo>
                    <a:pt x="70" y="2"/>
                    <a:pt x="66" y="9"/>
                    <a:pt x="63" y="12"/>
                  </a:cubicBezTo>
                  <a:cubicBezTo>
                    <a:pt x="56" y="19"/>
                    <a:pt x="49" y="23"/>
                    <a:pt x="40" y="23"/>
                  </a:cubicBezTo>
                  <a:cubicBezTo>
                    <a:pt x="31" y="23"/>
                    <a:pt x="25" y="18"/>
                    <a:pt x="17" y="16"/>
                  </a:cubicBezTo>
                  <a:cubicBezTo>
                    <a:pt x="12" y="14"/>
                    <a:pt x="2" y="16"/>
                    <a:pt x="0" y="9"/>
                  </a:cubicBezTo>
                </a:path>
              </a:pathLst>
            </a:custGeom>
            <a:solidFill>
              <a:srgbClr val="EFCA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249" name="Freeform 348">
              <a:extLst>
                <a:ext uri="{FF2B5EF4-FFF2-40B4-BE49-F238E27FC236}">
                  <a16:creationId xmlns:a16="http://schemas.microsoft.com/office/drawing/2014/main" id="{FD02F4E2-A3AF-4B57-804D-631B6A1809F7}"/>
                </a:ext>
              </a:extLst>
            </p:cNvPr>
            <p:cNvSpPr>
              <a:spLocks/>
            </p:cNvSpPr>
            <p:nvPr/>
          </p:nvSpPr>
          <p:spPr bwMode="auto">
            <a:xfrm>
              <a:off x="893" y="2383"/>
              <a:ext cx="43" cy="708"/>
            </a:xfrm>
            <a:custGeom>
              <a:avLst/>
              <a:gdLst>
                <a:gd name="T0" fmla="*/ 0 w 26"/>
                <a:gd name="T1" fmla="*/ 0 h 430"/>
                <a:gd name="T2" fmla="*/ 117 w 26"/>
                <a:gd name="T3" fmla="*/ 193 h 430"/>
                <a:gd name="T4" fmla="*/ 76 w 26"/>
                <a:gd name="T5" fmla="*/ 940 h 430"/>
                <a:gd name="T6" fmla="*/ 83 w 26"/>
                <a:gd name="T7" fmla="*/ 1492 h 430"/>
                <a:gd name="T8" fmla="*/ 63 w 26"/>
                <a:gd name="T9" fmla="*/ 1920 h 430"/>
                <a:gd name="T10" fmla="*/ 41 w 26"/>
                <a:gd name="T11" fmla="*/ 1477 h 430"/>
                <a:gd name="T12" fmla="*/ 8 w 26"/>
                <a:gd name="T13" fmla="*/ 650 h 430"/>
                <a:gd name="T14" fmla="*/ 8 w 26"/>
                <a:gd name="T15" fmla="*/ 8 h 43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6" h="430">
                  <a:moveTo>
                    <a:pt x="0" y="0"/>
                  </a:moveTo>
                  <a:cubicBezTo>
                    <a:pt x="11" y="11"/>
                    <a:pt x="26" y="18"/>
                    <a:pt x="26" y="43"/>
                  </a:cubicBezTo>
                  <a:cubicBezTo>
                    <a:pt x="26" y="68"/>
                    <a:pt x="17" y="160"/>
                    <a:pt x="17" y="211"/>
                  </a:cubicBezTo>
                  <a:cubicBezTo>
                    <a:pt x="18" y="262"/>
                    <a:pt x="17" y="311"/>
                    <a:pt x="18" y="334"/>
                  </a:cubicBezTo>
                  <a:cubicBezTo>
                    <a:pt x="19" y="357"/>
                    <a:pt x="26" y="383"/>
                    <a:pt x="14" y="430"/>
                  </a:cubicBezTo>
                  <a:cubicBezTo>
                    <a:pt x="17" y="412"/>
                    <a:pt x="17" y="364"/>
                    <a:pt x="9" y="331"/>
                  </a:cubicBezTo>
                  <a:cubicBezTo>
                    <a:pt x="1" y="298"/>
                    <a:pt x="0" y="180"/>
                    <a:pt x="2" y="146"/>
                  </a:cubicBezTo>
                  <a:cubicBezTo>
                    <a:pt x="5" y="112"/>
                    <a:pt x="12" y="16"/>
                    <a:pt x="2" y="2"/>
                  </a:cubicBezTo>
                </a:path>
              </a:pathLst>
            </a:custGeom>
            <a:solidFill>
              <a:srgbClr val="EFCA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250" name="Freeform 349">
              <a:extLst>
                <a:ext uri="{FF2B5EF4-FFF2-40B4-BE49-F238E27FC236}">
                  <a16:creationId xmlns:a16="http://schemas.microsoft.com/office/drawing/2014/main" id="{33DC9F4D-B1BA-4ED8-8CDF-4218B7AAF0B7}"/>
                </a:ext>
              </a:extLst>
            </p:cNvPr>
            <p:cNvSpPr>
              <a:spLocks/>
            </p:cNvSpPr>
            <p:nvPr/>
          </p:nvSpPr>
          <p:spPr bwMode="auto">
            <a:xfrm>
              <a:off x="900" y="3226"/>
              <a:ext cx="36" cy="485"/>
            </a:xfrm>
            <a:custGeom>
              <a:avLst/>
              <a:gdLst>
                <a:gd name="T0" fmla="*/ 67 w 22"/>
                <a:gd name="T1" fmla="*/ 0 h 295"/>
                <a:gd name="T2" fmla="*/ 56 w 22"/>
                <a:gd name="T3" fmla="*/ 671 h 295"/>
                <a:gd name="T4" fmla="*/ 18 w 22"/>
                <a:gd name="T5" fmla="*/ 1310 h 295"/>
                <a:gd name="T6" fmla="*/ 67 w 22"/>
                <a:gd name="T7" fmla="*/ 0 h 29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295">
                  <a:moveTo>
                    <a:pt x="15" y="0"/>
                  </a:moveTo>
                  <a:cubicBezTo>
                    <a:pt x="19" y="28"/>
                    <a:pt x="22" y="84"/>
                    <a:pt x="13" y="151"/>
                  </a:cubicBezTo>
                  <a:cubicBezTo>
                    <a:pt x="5" y="218"/>
                    <a:pt x="3" y="270"/>
                    <a:pt x="4" y="295"/>
                  </a:cubicBezTo>
                  <a:cubicBezTo>
                    <a:pt x="0" y="252"/>
                    <a:pt x="13" y="71"/>
                    <a:pt x="15" y="0"/>
                  </a:cubicBezTo>
                </a:path>
              </a:pathLst>
            </a:custGeom>
            <a:solidFill>
              <a:srgbClr val="EFCA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251" name="Freeform 350">
              <a:extLst>
                <a:ext uri="{FF2B5EF4-FFF2-40B4-BE49-F238E27FC236}">
                  <a16:creationId xmlns:a16="http://schemas.microsoft.com/office/drawing/2014/main" id="{02731900-6F6D-46BE-B6EA-E7BE65CF72AA}"/>
                </a:ext>
              </a:extLst>
            </p:cNvPr>
            <p:cNvSpPr>
              <a:spLocks/>
            </p:cNvSpPr>
            <p:nvPr/>
          </p:nvSpPr>
          <p:spPr bwMode="auto">
            <a:xfrm>
              <a:off x="792" y="1255"/>
              <a:ext cx="110" cy="14"/>
            </a:xfrm>
            <a:custGeom>
              <a:avLst/>
              <a:gdLst>
                <a:gd name="T0" fmla="*/ 133 w 66"/>
                <a:gd name="T1" fmla="*/ 37 h 8"/>
                <a:gd name="T2" fmla="*/ 305 w 66"/>
                <a:gd name="T3" fmla="*/ 21 h 8"/>
                <a:gd name="T4" fmla="*/ 188 w 66"/>
                <a:gd name="T5" fmla="*/ 12 h 8"/>
                <a:gd name="T6" fmla="*/ 0 w 66"/>
                <a:gd name="T7" fmla="*/ 12 h 8"/>
                <a:gd name="T8" fmla="*/ 133 w 66"/>
                <a:gd name="T9" fmla="*/ 37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6" h="8">
                  <a:moveTo>
                    <a:pt x="29" y="7"/>
                  </a:moveTo>
                  <a:cubicBezTo>
                    <a:pt x="39" y="6"/>
                    <a:pt x="56" y="2"/>
                    <a:pt x="66" y="4"/>
                  </a:cubicBezTo>
                  <a:cubicBezTo>
                    <a:pt x="61" y="0"/>
                    <a:pt x="52" y="2"/>
                    <a:pt x="41" y="2"/>
                  </a:cubicBezTo>
                  <a:cubicBezTo>
                    <a:pt x="30" y="3"/>
                    <a:pt x="9" y="6"/>
                    <a:pt x="0" y="2"/>
                  </a:cubicBezTo>
                  <a:cubicBezTo>
                    <a:pt x="15" y="8"/>
                    <a:pt x="21" y="6"/>
                    <a:pt x="29" y="7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252" name="Freeform 351">
              <a:extLst>
                <a:ext uri="{FF2B5EF4-FFF2-40B4-BE49-F238E27FC236}">
                  <a16:creationId xmlns:a16="http://schemas.microsoft.com/office/drawing/2014/main" id="{0E434D5B-A204-41AD-B561-4CC3798CFE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2" y="1255"/>
              <a:ext cx="109" cy="14"/>
            </a:xfrm>
            <a:custGeom>
              <a:avLst/>
              <a:gdLst>
                <a:gd name="T0" fmla="*/ 167 w 66"/>
                <a:gd name="T1" fmla="*/ 37 h 8"/>
                <a:gd name="T2" fmla="*/ 0 w 66"/>
                <a:gd name="T3" fmla="*/ 21 h 8"/>
                <a:gd name="T4" fmla="*/ 112 w 66"/>
                <a:gd name="T5" fmla="*/ 12 h 8"/>
                <a:gd name="T6" fmla="*/ 297 w 66"/>
                <a:gd name="T7" fmla="*/ 12 h 8"/>
                <a:gd name="T8" fmla="*/ 167 w 66"/>
                <a:gd name="T9" fmla="*/ 37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6" h="8">
                  <a:moveTo>
                    <a:pt x="37" y="7"/>
                  </a:moveTo>
                  <a:cubicBezTo>
                    <a:pt x="27" y="6"/>
                    <a:pt x="10" y="2"/>
                    <a:pt x="0" y="4"/>
                  </a:cubicBezTo>
                  <a:cubicBezTo>
                    <a:pt x="5" y="0"/>
                    <a:pt x="14" y="2"/>
                    <a:pt x="25" y="2"/>
                  </a:cubicBezTo>
                  <a:cubicBezTo>
                    <a:pt x="36" y="3"/>
                    <a:pt x="57" y="6"/>
                    <a:pt x="66" y="2"/>
                  </a:cubicBezTo>
                  <a:cubicBezTo>
                    <a:pt x="51" y="8"/>
                    <a:pt x="45" y="6"/>
                    <a:pt x="37" y="7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253" name="Freeform 352">
              <a:extLst>
                <a:ext uri="{FF2B5EF4-FFF2-40B4-BE49-F238E27FC236}">
                  <a16:creationId xmlns:a16="http://schemas.microsoft.com/office/drawing/2014/main" id="{C61E753E-A1AA-4862-9539-C13614CE7590}"/>
                </a:ext>
              </a:extLst>
            </p:cNvPr>
            <p:cNvSpPr>
              <a:spLocks/>
            </p:cNvSpPr>
            <p:nvPr/>
          </p:nvSpPr>
          <p:spPr bwMode="auto">
            <a:xfrm>
              <a:off x="622" y="1250"/>
              <a:ext cx="98" cy="130"/>
            </a:xfrm>
            <a:custGeom>
              <a:avLst/>
              <a:gdLst>
                <a:gd name="T0" fmla="*/ 271 w 59"/>
                <a:gd name="T1" fmla="*/ 0 h 79"/>
                <a:gd name="T2" fmla="*/ 101 w 59"/>
                <a:gd name="T3" fmla="*/ 84 h 79"/>
                <a:gd name="T4" fmla="*/ 0 w 59"/>
                <a:gd name="T5" fmla="*/ 352 h 79"/>
                <a:gd name="T6" fmla="*/ 63 w 59"/>
                <a:gd name="T7" fmla="*/ 201 h 79"/>
                <a:gd name="T8" fmla="*/ 130 w 59"/>
                <a:gd name="T9" fmla="*/ 105 h 79"/>
                <a:gd name="T10" fmla="*/ 188 w 59"/>
                <a:gd name="T11" fmla="*/ 54 h 79"/>
                <a:gd name="T12" fmla="*/ 251 w 59"/>
                <a:gd name="T13" fmla="*/ 5 h 7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9" h="79">
                  <a:moveTo>
                    <a:pt x="59" y="0"/>
                  </a:moveTo>
                  <a:cubicBezTo>
                    <a:pt x="47" y="7"/>
                    <a:pt x="33" y="9"/>
                    <a:pt x="22" y="19"/>
                  </a:cubicBezTo>
                  <a:cubicBezTo>
                    <a:pt x="8" y="31"/>
                    <a:pt x="2" y="59"/>
                    <a:pt x="0" y="79"/>
                  </a:cubicBezTo>
                  <a:cubicBezTo>
                    <a:pt x="5" y="68"/>
                    <a:pt x="8" y="56"/>
                    <a:pt x="14" y="45"/>
                  </a:cubicBezTo>
                  <a:cubicBezTo>
                    <a:pt x="17" y="37"/>
                    <a:pt x="24" y="32"/>
                    <a:pt x="28" y="24"/>
                  </a:cubicBezTo>
                  <a:cubicBezTo>
                    <a:pt x="32" y="17"/>
                    <a:pt x="35" y="17"/>
                    <a:pt x="41" y="12"/>
                  </a:cubicBezTo>
                  <a:cubicBezTo>
                    <a:pt x="46" y="8"/>
                    <a:pt x="48" y="2"/>
                    <a:pt x="55" y="1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254" name="Freeform 353">
              <a:extLst>
                <a:ext uri="{FF2B5EF4-FFF2-40B4-BE49-F238E27FC236}">
                  <a16:creationId xmlns:a16="http://schemas.microsoft.com/office/drawing/2014/main" id="{57E55DAB-C7C5-4BA7-8460-1B2F9452BCFC}"/>
                </a:ext>
              </a:extLst>
            </p:cNvPr>
            <p:cNvSpPr>
              <a:spLocks/>
            </p:cNvSpPr>
            <p:nvPr/>
          </p:nvSpPr>
          <p:spPr bwMode="auto">
            <a:xfrm>
              <a:off x="976" y="1134"/>
              <a:ext cx="40" cy="107"/>
            </a:xfrm>
            <a:custGeom>
              <a:avLst/>
              <a:gdLst>
                <a:gd name="T0" fmla="*/ 103 w 24"/>
                <a:gd name="T1" fmla="*/ 0 h 65"/>
                <a:gd name="T2" fmla="*/ 42 w 24"/>
                <a:gd name="T3" fmla="*/ 133 h 65"/>
                <a:gd name="T4" fmla="*/ 0 w 24"/>
                <a:gd name="T5" fmla="*/ 290 h 65"/>
                <a:gd name="T6" fmla="*/ 63 w 24"/>
                <a:gd name="T7" fmla="*/ 125 h 65"/>
                <a:gd name="T8" fmla="*/ 112 w 24"/>
                <a:gd name="T9" fmla="*/ 5 h 6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65">
                  <a:moveTo>
                    <a:pt x="22" y="0"/>
                  </a:moveTo>
                  <a:cubicBezTo>
                    <a:pt x="18" y="10"/>
                    <a:pt x="12" y="20"/>
                    <a:pt x="9" y="30"/>
                  </a:cubicBezTo>
                  <a:cubicBezTo>
                    <a:pt x="5" y="42"/>
                    <a:pt x="3" y="53"/>
                    <a:pt x="0" y="65"/>
                  </a:cubicBezTo>
                  <a:cubicBezTo>
                    <a:pt x="4" y="52"/>
                    <a:pt x="9" y="40"/>
                    <a:pt x="14" y="28"/>
                  </a:cubicBezTo>
                  <a:cubicBezTo>
                    <a:pt x="17" y="20"/>
                    <a:pt x="22" y="10"/>
                    <a:pt x="24" y="1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255" name="Freeform 354">
              <a:extLst>
                <a:ext uri="{FF2B5EF4-FFF2-40B4-BE49-F238E27FC236}">
                  <a16:creationId xmlns:a16="http://schemas.microsoft.com/office/drawing/2014/main" id="{97A273A9-CFF3-48A4-A4E9-57FE7F0CFC58}"/>
                </a:ext>
              </a:extLst>
            </p:cNvPr>
            <p:cNvSpPr>
              <a:spLocks/>
            </p:cNvSpPr>
            <p:nvPr/>
          </p:nvSpPr>
          <p:spPr bwMode="auto">
            <a:xfrm>
              <a:off x="559" y="1887"/>
              <a:ext cx="24" cy="363"/>
            </a:xfrm>
            <a:custGeom>
              <a:avLst/>
              <a:gdLst>
                <a:gd name="T0" fmla="*/ 41 w 14"/>
                <a:gd name="T1" fmla="*/ 386 h 220"/>
                <a:gd name="T2" fmla="*/ 9 w 14"/>
                <a:gd name="T3" fmla="*/ 988 h 220"/>
                <a:gd name="T4" fmla="*/ 5 w 14"/>
                <a:gd name="T5" fmla="*/ 637 h 220"/>
                <a:gd name="T6" fmla="*/ 70 w 14"/>
                <a:gd name="T7" fmla="*/ 0 h 220"/>
                <a:gd name="T8" fmla="*/ 41 w 14"/>
                <a:gd name="T9" fmla="*/ 386 h 2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220">
                  <a:moveTo>
                    <a:pt x="8" y="86"/>
                  </a:moveTo>
                  <a:cubicBezTo>
                    <a:pt x="7" y="102"/>
                    <a:pt x="3" y="192"/>
                    <a:pt x="2" y="220"/>
                  </a:cubicBezTo>
                  <a:cubicBezTo>
                    <a:pt x="2" y="220"/>
                    <a:pt x="0" y="198"/>
                    <a:pt x="1" y="142"/>
                  </a:cubicBezTo>
                  <a:cubicBezTo>
                    <a:pt x="1" y="85"/>
                    <a:pt x="4" y="27"/>
                    <a:pt x="14" y="0"/>
                  </a:cubicBezTo>
                  <a:cubicBezTo>
                    <a:pt x="11" y="11"/>
                    <a:pt x="10" y="62"/>
                    <a:pt x="8" y="86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256" name="Freeform 355">
              <a:extLst>
                <a:ext uri="{FF2B5EF4-FFF2-40B4-BE49-F238E27FC236}">
                  <a16:creationId xmlns:a16="http://schemas.microsoft.com/office/drawing/2014/main" id="{92DB5DE1-C8BA-4E2B-8DDF-AA50088C7FEC}"/>
                </a:ext>
              </a:extLst>
            </p:cNvPr>
            <p:cNvSpPr>
              <a:spLocks/>
            </p:cNvSpPr>
            <p:nvPr/>
          </p:nvSpPr>
          <p:spPr bwMode="auto">
            <a:xfrm>
              <a:off x="619" y="1911"/>
              <a:ext cx="58" cy="385"/>
            </a:xfrm>
            <a:custGeom>
              <a:avLst/>
              <a:gdLst>
                <a:gd name="T0" fmla="*/ 154 w 35"/>
                <a:gd name="T1" fmla="*/ 0 h 234"/>
                <a:gd name="T2" fmla="*/ 104 w 35"/>
                <a:gd name="T3" fmla="*/ 482 h 234"/>
                <a:gd name="T4" fmla="*/ 0 w 35"/>
                <a:gd name="T5" fmla="*/ 1041 h 234"/>
                <a:gd name="T6" fmla="*/ 68 w 35"/>
                <a:gd name="T7" fmla="*/ 517 h 234"/>
                <a:gd name="T8" fmla="*/ 154 w 35"/>
                <a:gd name="T9" fmla="*/ 0 h 2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234">
                  <a:moveTo>
                    <a:pt x="34" y="0"/>
                  </a:moveTo>
                  <a:cubicBezTo>
                    <a:pt x="35" y="18"/>
                    <a:pt x="33" y="69"/>
                    <a:pt x="23" y="108"/>
                  </a:cubicBezTo>
                  <a:cubicBezTo>
                    <a:pt x="12" y="148"/>
                    <a:pt x="4" y="193"/>
                    <a:pt x="0" y="234"/>
                  </a:cubicBezTo>
                  <a:cubicBezTo>
                    <a:pt x="5" y="207"/>
                    <a:pt x="9" y="146"/>
                    <a:pt x="15" y="116"/>
                  </a:cubicBezTo>
                  <a:cubicBezTo>
                    <a:pt x="21" y="86"/>
                    <a:pt x="35" y="10"/>
                    <a:pt x="34" y="0"/>
                  </a:cubicBezTo>
                </a:path>
              </a:pathLst>
            </a:custGeom>
            <a:solidFill>
              <a:srgbClr val="EFCA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257" name="Freeform 356">
              <a:extLst>
                <a:ext uri="{FF2B5EF4-FFF2-40B4-BE49-F238E27FC236}">
                  <a16:creationId xmlns:a16="http://schemas.microsoft.com/office/drawing/2014/main" id="{BD63E214-B379-4458-8530-94F61340040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5" y="1887"/>
              <a:ext cx="23" cy="363"/>
            </a:xfrm>
            <a:custGeom>
              <a:avLst/>
              <a:gdLst>
                <a:gd name="T0" fmla="*/ 26 w 14"/>
                <a:gd name="T1" fmla="*/ 386 h 220"/>
                <a:gd name="T2" fmla="*/ 54 w 14"/>
                <a:gd name="T3" fmla="*/ 988 h 220"/>
                <a:gd name="T4" fmla="*/ 58 w 14"/>
                <a:gd name="T5" fmla="*/ 637 h 220"/>
                <a:gd name="T6" fmla="*/ 0 w 14"/>
                <a:gd name="T7" fmla="*/ 0 h 220"/>
                <a:gd name="T8" fmla="*/ 26 w 14"/>
                <a:gd name="T9" fmla="*/ 386 h 2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220">
                  <a:moveTo>
                    <a:pt x="6" y="86"/>
                  </a:moveTo>
                  <a:cubicBezTo>
                    <a:pt x="7" y="102"/>
                    <a:pt x="11" y="192"/>
                    <a:pt x="12" y="220"/>
                  </a:cubicBezTo>
                  <a:cubicBezTo>
                    <a:pt x="12" y="220"/>
                    <a:pt x="14" y="198"/>
                    <a:pt x="13" y="142"/>
                  </a:cubicBezTo>
                  <a:cubicBezTo>
                    <a:pt x="13" y="85"/>
                    <a:pt x="10" y="27"/>
                    <a:pt x="0" y="0"/>
                  </a:cubicBezTo>
                  <a:cubicBezTo>
                    <a:pt x="3" y="11"/>
                    <a:pt x="4" y="62"/>
                    <a:pt x="6" y="86"/>
                  </a:cubicBezTo>
                </a:path>
              </a:pathLst>
            </a:custGeom>
            <a:solidFill>
              <a:srgbClr val="EFCA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258" name="Freeform 357">
              <a:extLst>
                <a:ext uri="{FF2B5EF4-FFF2-40B4-BE49-F238E27FC236}">
                  <a16:creationId xmlns:a16="http://schemas.microsoft.com/office/drawing/2014/main" id="{1ECC40FB-D75F-4788-B65C-FE05954836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1" y="1911"/>
              <a:ext cx="57" cy="385"/>
            </a:xfrm>
            <a:custGeom>
              <a:avLst/>
              <a:gdLst>
                <a:gd name="T0" fmla="*/ 5 w 35"/>
                <a:gd name="T1" fmla="*/ 0 h 234"/>
                <a:gd name="T2" fmla="*/ 55 w 35"/>
                <a:gd name="T3" fmla="*/ 482 h 234"/>
                <a:gd name="T4" fmla="*/ 151 w 35"/>
                <a:gd name="T5" fmla="*/ 1041 h 234"/>
                <a:gd name="T6" fmla="*/ 88 w 35"/>
                <a:gd name="T7" fmla="*/ 517 h 234"/>
                <a:gd name="T8" fmla="*/ 5 w 35"/>
                <a:gd name="T9" fmla="*/ 0 h 2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234">
                  <a:moveTo>
                    <a:pt x="1" y="0"/>
                  </a:moveTo>
                  <a:cubicBezTo>
                    <a:pt x="0" y="18"/>
                    <a:pt x="2" y="69"/>
                    <a:pt x="13" y="108"/>
                  </a:cubicBezTo>
                  <a:cubicBezTo>
                    <a:pt x="23" y="148"/>
                    <a:pt x="31" y="193"/>
                    <a:pt x="35" y="234"/>
                  </a:cubicBezTo>
                  <a:cubicBezTo>
                    <a:pt x="30" y="207"/>
                    <a:pt x="26" y="146"/>
                    <a:pt x="20" y="116"/>
                  </a:cubicBezTo>
                  <a:cubicBezTo>
                    <a:pt x="14" y="86"/>
                    <a:pt x="0" y="10"/>
                    <a:pt x="1" y="0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259" name="Freeform 358">
              <a:extLst>
                <a:ext uri="{FF2B5EF4-FFF2-40B4-BE49-F238E27FC236}">
                  <a16:creationId xmlns:a16="http://schemas.microsoft.com/office/drawing/2014/main" id="{61B9ABD5-B251-4A87-B299-F776E9616B17}"/>
                </a:ext>
              </a:extLst>
            </p:cNvPr>
            <p:cNvSpPr>
              <a:spLocks/>
            </p:cNvSpPr>
            <p:nvPr/>
          </p:nvSpPr>
          <p:spPr bwMode="auto">
            <a:xfrm>
              <a:off x="564" y="2493"/>
              <a:ext cx="63" cy="109"/>
            </a:xfrm>
            <a:custGeom>
              <a:avLst/>
              <a:gdLst>
                <a:gd name="T0" fmla="*/ 88 w 38"/>
                <a:gd name="T1" fmla="*/ 0 h 66"/>
                <a:gd name="T2" fmla="*/ 133 w 38"/>
                <a:gd name="T3" fmla="*/ 277 h 66"/>
                <a:gd name="T4" fmla="*/ 164 w 38"/>
                <a:gd name="T5" fmla="*/ 263 h 66"/>
                <a:gd name="T6" fmla="*/ 133 w 38"/>
                <a:gd name="T7" fmla="*/ 185 h 66"/>
                <a:gd name="T8" fmla="*/ 118 w 38"/>
                <a:gd name="T9" fmla="*/ 84 h 66"/>
                <a:gd name="T10" fmla="*/ 99 w 38"/>
                <a:gd name="T11" fmla="*/ 0 h 6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8" h="66">
                  <a:moveTo>
                    <a:pt x="19" y="0"/>
                  </a:moveTo>
                  <a:cubicBezTo>
                    <a:pt x="0" y="14"/>
                    <a:pt x="12" y="53"/>
                    <a:pt x="29" y="62"/>
                  </a:cubicBezTo>
                  <a:cubicBezTo>
                    <a:pt x="33" y="64"/>
                    <a:pt x="38" y="66"/>
                    <a:pt x="36" y="58"/>
                  </a:cubicBezTo>
                  <a:cubicBezTo>
                    <a:pt x="35" y="52"/>
                    <a:pt x="30" y="48"/>
                    <a:pt x="29" y="41"/>
                  </a:cubicBezTo>
                  <a:cubicBezTo>
                    <a:pt x="28" y="34"/>
                    <a:pt x="27" y="26"/>
                    <a:pt x="26" y="19"/>
                  </a:cubicBezTo>
                  <a:cubicBezTo>
                    <a:pt x="26" y="13"/>
                    <a:pt x="27" y="5"/>
                    <a:pt x="22" y="0"/>
                  </a:cubicBezTo>
                </a:path>
              </a:pathLst>
            </a:custGeom>
            <a:solidFill>
              <a:srgbClr val="EFCA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260" name="Freeform 359">
              <a:extLst>
                <a:ext uri="{FF2B5EF4-FFF2-40B4-BE49-F238E27FC236}">
                  <a16:creationId xmlns:a16="http://schemas.microsoft.com/office/drawing/2014/main" id="{2911BD6D-210E-42AD-A8C7-8080141D8D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0" y="2493"/>
              <a:ext cx="51" cy="107"/>
            </a:xfrm>
            <a:custGeom>
              <a:avLst/>
              <a:gdLst>
                <a:gd name="T0" fmla="*/ 63 w 31"/>
                <a:gd name="T1" fmla="*/ 20 h 65"/>
                <a:gd name="T2" fmla="*/ 41 w 31"/>
                <a:gd name="T3" fmla="*/ 133 h 65"/>
                <a:gd name="T4" fmla="*/ 0 w 31"/>
                <a:gd name="T5" fmla="*/ 234 h 65"/>
                <a:gd name="T6" fmla="*/ 43 w 31"/>
                <a:gd name="T7" fmla="*/ 263 h 65"/>
                <a:gd name="T8" fmla="*/ 118 w 31"/>
                <a:gd name="T9" fmla="*/ 156 h 65"/>
                <a:gd name="T10" fmla="*/ 81 w 31"/>
                <a:gd name="T11" fmla="*/ 0 h 6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1" h="65">
                  <a:moveTo>
                    <a:pt x="14" y="4"/>
                  </a:moveTo>
                  <a:cubicBezTo>
                    <a:pt x="12" y="13"/>
                    <a:pt x="11" y="21"/>
                    <a:pt x="9" y="30"/>
                  </a:cubicBezTo>
                  <a:cubicBezTo>
                    <a:pt x="7" y="38"/>
                    <a:pt x="6" y="48"/>
                    <a:pt x="0" y="52"/>
                  </a:cubicBezTo>
                  <a:cubicBezTo>
                    <a:pt x="4" y="59"/>
                    <a:pt x="2" y="65"/>
                    <a:pt x="10" y="59"/>
                  </a:cubicBezTo>
                  <a:cubicBezTo>
                    <a:pt x="17" y="54"/>
                    <a:pt x="24" y="44"/>
                    <a:pt x="27" y="35"/>
                  </a:cubicBezTo>
                  <a:cubicBezTo>
                    <a:pt x="31" y="21"/>
                    <a:pt x="29" y="10"/>
                    <a:pt x="18" y="0"/>
                  </a:cubicBezTo>
                </a:path>
              </a:pathLst>
            </a:custGeom>
            <a:solidFill>
              <a:srgbClr val="EFCA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261" name="Freeform 360">
              <a:extLst>
                <a:ext uri="{FF2B5EF4-FFF2-40B4-BE49-F238E27FC236}">
                  <a16:creationId xmlns:a16="http://schemas.microsoft.com/office/drawing/2014/main" id="{9092C245-5E1A-430C-9FBB-E4BCCC558C5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4" y="1270"/>
              <a:ext cx="74" cy="435"/>
            </a:xfrm>
            <a:custGeom>
              <a:avLst/>
              <a:gdLst>
                <a:gd name="T0" fmla="*/ 0 w 45"/>
                <a:gd name="T1" fmla="*/ 0 h 264"/>
                <a:gd name="T2" fmla="*/ 133 w 45"/>
                <a:gd name="T3" fmla="*/ 269 h 264"/>
                <a:gd name="T4" fmla="*/ 194 w 45"/>
                <a:gd name="T5" fmla="*/ 746 h 264"/>
                <a:gd name="T6" fmla="*/ 201 w 45"/>
                <a:gd name="T7" fmla="*/ 1181 h 264"/>
                <a:gd name="T8" fmla="*/ 151 w 45"/>
                <a:gd name="T9" fmla="*/ 657 h 264"/>
                <a:gd name="T10" fmla="*/ 0 w 45"/>
                <a:gd name="T11" fmla="*/ 0 h 26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5" h="264">
                  <a:moveTo>
                    <a:pt x="0" y="0"/>
                  </a:moveTo>
                  <a:cubicBezTo>
                    <a:pt x="12" y="8"/>
                    <a:pt x="25" y="27"/>
                    <a:pt x="30" y="60"/>
                  </a:cubicBezTo>
                  <a:cubicBezTo>
                    <a:pt x="36" y="93"/>
                    <a:pt x="42" y="123"/>
                    <a:pt x="44" y="167"/>
                  </a:cubicBezTo>
                  <a:cubicBezTo>
                    <a:pt x="45" y="211"/>
                    <a:pt x="45" y="239"/>
                    <a:pt x="45" y="264"/>
                  </a:cubicBezTo>
                  <a:cubicBezTo>
                    <a:pt x="42" y="242"/>
                    <a:pt x="39" y="172"/>
                    <a:pt x="34" y="147"/>
                  </a:cubicBezTo>
                  <a:cubicBezTo>
                    <a:pt x="28" y="122"/>
                    <a:pt x="25" y="30"/>
                    <a:pt x="0" y="0"/>
                  </a:cubicBezTo>
                </a:path>
              </a:pathLst>
            </a:custGeom>
            <a:solidFill>
              <a:srgbClr val="EFCA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262" name="Freeform 361">
              <a:extLst>
                <a:ext uri="{FF2B5EF4-FFF2-40B4-BE49-F238E27FC236}">
                  <a16:creationId xmlns:a16="http://schemas.microsoft.com/office/drawing/2014/main" id="{5918239B-3BA8-41B9-BD3D-A848A17B56AC}"/>
                </a:ext>
              </a:extLst>
            </p:cNvPr>
            <p:cNvSpPr>
              <a:spLocks/>
            </p:cNvSpPr>
            <p:nvPr/>
          </p:nvSpPr>
          <p:spPr bwMode="auto">
            <a:xfrm>
              <a:off x="796" y="3023"/>
              <a:ext cx="71" cy="83"/>
            </a:xfrm>
            <a:custGeom>
              <a:avLst/>
              <a:gdLst>
                <a:gd name="T0" fmla="*/ 0 w 43"/>
                <a:gd name="T1" fmla="*/ 159 h 50"/>
                <a:gd name="T2" fmla="*/ 175 w 43"/>
                <a:gd name="T3" fmla="*/ 0 h 50"/>
                <a:gd name="T4" fmla="*/ 159 w 43"/>
                <a:gd name="T5" fmla="*/ 133 h 50"/>
                <a:gd name="T6" fmla="*/ 33 w 43"/>
                <a:gd name="T7" fmla="*/ 179 h 5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3" h="50">
                  <a:moveTo>
                    <a:pt x="0" y="35"/>
                  </a:moveTo>
                  <a:cubicBezTo>
                    <a:pt x="18" y="50"/>
                    <a:pt x="35" y="13"/>
                    <a:pt x="39" y="0"/>
                  </a:cubicBezTo>
                  <a:cubicBezTo>
                    <a:pt x="40" y="10"/>
                    <a:pt x="43" y="20"/>
                    <a:pt x="35" y="29"/>
                  </a:cubicBezTo>
                  <a:cubicBezTo>
                    <a:pt x="29" y="36"/>
                    <a:pt x="16" y="40"/>
                    <a:pt x="7" y="39"/>
                  </a:cubicBezTo>
                </a:path>
              </a:pathLst>
            </a:custGeom>
            <a:solidFill>
              <a:srgbClr val="EFCA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263" name="Freeform 362">
              <a:extLst>
                <a:ext uri="{FF2B5EF4-FFF2-40B4-BE49-F238E27FC236}">
                  <a16:creationId xmlns:a16="http://schemas.microsoft.com/office/drawing/2014/main" id="{07419011-0770-47F8-B69C-CE95733D37A9}"/>
                </a:ext>
              </a:extLst>
            </p:cNvPr>
            <p:cNvSpPr>
              <a:spLocks/>
            </p:cNvSpPr>
            <p:nvPr/>
          </p:nvSpPr>
          <p:spPr bwMode="auto">
            <a:xfrm>
              <a:off x="769" y="3269"/>
              <a:ext cx="58" cy="467"/>
            </a:xfrm>
            <a:custGeom>
              <a:avLst/>
              <a:gdLst>
                <a:gd name="T0" fmla="*/ 28 w 35"/>
                <a:gd name="T1" fmla="*/ 0 h 284"/>
                <a:gd name="T2" fmla="*/ 36 w 35"/>
                <a:gd name="T3" fmla="*/ 671 h 284"/>
                <a:gd name="T4" fmla="*/ 159 w 35"/>
                <a:gd name="T5" fmla="*/ 1263 h 284"/>
                <a:gd name="T6" fmla="*/ 75 w 35"/>
                <a:gd name="T7" fmla="*/ 608 h 284"/>
                <a:gd name="T8" fmla="*/ 28 w 35"/>
                <a:gd name="T9" fmla="*/ 0 h 2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284">
                  <a:moveTo>
                    <a:pt x="6" y="0"/>
                  </a:moveTo>
                  <a:cubicBezTo>
                    <a:pt x="0" y="25"/>
                    <a:pt x="0" y="111"/>
                    <a:pt x="8" y="151"/>
                  </a:cubicBezTo>
                  <a:cubicBezTo>
                    <a:pt x="15" y="191"/>
                    <a:pt x="33" y="267"/>
                    <a:pt x="35" y="284"/>
                  </a:cubicBezTo>
                  <a:cubicBezTo>
                    <a:pt x="32" y="252"/>
                    <a:pt x="20" y="158"/>
                    <a:pt x="16" y="137"/>
                  </a:cubicBezTo>
                  <a:cubicBezTo>
                    <a:pt x="13" y="116"/>
                    <a:pt x="4" y="31"/>
                    <a:pt x="6" y="0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264" name="Freeform 363">
              <a:extLst>
                <a:ext uri="{FF2B5EF4-FFF2-40B4-BE49-F238E27FC236}">
                  <a16:creationId xmlns:a16="http://schemas.microsoft.com/office/drawing/2014/main" id="{AECCE7A1-CC31-4540-B26F-F96D1EC39C46}"/>
                </a:ext>
              </a:extLst>
            </p:cNvPr>
            <p:cNvSpPr>
              <a:spLocks/>
            </p:cNvSpPr>
            <p:nvPr/>
          </p:nvSpPr>
          <p:spPr bwMode="auto">
            <a:xfrm>
              <a:off x="971" y="3209"/>
              <a:ext cx="33" cy="529"/>
            </a:xfrm>
            <a:custGeom>
              <a:avLst/>
              <a:gdLst>
                <a:gd name="T0" fmla="*/ 58 w 20"/>
                <a:gd name="T1" fmla="*/ 1437 h 321"/>
                <a:gd name="T2" fmla="*/ 21 w 20"/>
                <a:gd name="T3" fmla="*/ 595 h 321"/>
                <a:gd name="T4" fmla="*/ 41 w 20"/>
                <a:gd name="T5" fmla="*/ 0 h 321"/>
                <a:gd name="T6" fmla="*/ 71 w 20"/>
                <a:gd name="T7" fmla="*/ 621 h 321"/>
                <a:gd name="T8" fmla="*/ 58 w 20"/>
                <a:gd name="T9" fmla="*/ 1437 h 3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321">
                  <a:moveTo>
                    <a:pt x="13" y="321"/>
                  </a:moveTo>
                  <a:cubicBezTo>
                    <a:pt x="18" y="301"/>
                    <a:pt x="10" y="190"/>
                    <a:pt x="5" y="133"/>
                  </a:cubicBezTo>
                  <a:cubicBezTo>
                    <a:pt x="0" y="77"/>
                    <a:pt x="1" y="25"/>
                    <a:pt x="9" y="0"/>
                  </a:cubicBezTo>
                  <a:cubicBezTo>
                    <a:pt x="6" y="20"/>
                    <a:pt x="12" y="87"/>
                    <a:pt x="16" y="139"/>
                  </a:cubicBezTo>
                  <a:cubicBezTo>
                    <a:pt x="20" y="191"/>
                    <a:pt x="19" y="298"/>
                    <a:pt x="13" y="321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265" name="Freeform 364">
              <a:extLst>
                <a:ext uri="{FF2B5EF4-FFF2-40B4-BE49-F238E27FC236}">
                  <a16:creationId xmlns:a16="http://schemas.microsoft.com/office/drawing/2014/main" id="{C36B7592-8C2E-4360-A3B1-33850512448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5" y="3246"/>
              <a:ext cx="56" cy="464"/>
            </a:xfrm>
            <a:custGeom>
              <a:avLst/>
              <a:gdLst>
                <a:gd name="T0" fmla="*/ 117 w 34"/>
                <a:gd name="T1" fmla="*/ 0 h 282"/>
                <a:gd name="T2" fmla="*/ 125 w 34"/>
                <a:gd name="T3" fmla="*/ 676 h 282"/>
                <a:gd name="T4" fmla="*/ 0 w 34"/>
                <a:gd name="T5" fmla="*/ 1255 h 282"/>
                <a:gd name="T6" fmla="*/ 97 w 34"/>
                <a:gd name="T7" fmla="*/ 525 h 282"/>
                <a:gd name="T8" fmla="*/ 117 w 34"/>
                <a:gd name="T9" fmla="*/ 0 h 28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282">
                  <a:moveTo>
                    <a:pt x="26" y="0"/>
                  </a:moveTo>
                  <a:cubicBezTo>
                    <a:pt x="30" y="35"/>
                    <a:pt x="34" y="102"/>
                    <a:pt x="28" y="152"/>
                  </a:cubicBezTo>
                  <a:cubicBezTo>
                    <a:pt x="21" y="202"/>
                    <a:pt x="5" y="258"/>
                    <a:pt x="0" y="282"/>
                  </a:cubicBezTo>
                  <a:cubicBezTo>
                    <a:pt x="2" y="256"/>
                    <a:pt x="21" y="173"/>
                    <a:pt x="22" y="118"/>
                  </a:cubicBezTo>
                  <a:cubicBezTo>
                    <a:pt x="24" y="63"/>
                    <a:pt x="28" y="10"/>
                    <a:pt x="26" y="0"/>
                  </a:cubicBezTo>
                </a:path>
              </a:pathLst>
            </a:custGeom>
            <a:solidFill>
              <a:srgbClr val="EFCA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266" name="Freeform 365">
              <a:extLst>
                <a:ext uri="{FF2B5EF4-FFF2-40B4-BE49-F238E27FC236}">
                  <a16:creationId xmlns:a16="http://schemas.microsoft.com/office/drawing/2014/main" id="{6F17E7D7-D812-4D66-A60E-97C41A70125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7" y="3794"/>
              <a:ext cx="25" cy="128"/>
            </a:xfrm>
            <a:custGeom>
              <a:avLst/>
              <a:gdLst>
                <a:gd name="T0" fmla="*/ 70 w 15"/>
                <a:gd name="T1" fmla="*/ 0 h 78"/>
                <a:gd name="T2" fmla="*/ 47 w 15"/>
                <a:gd name="T3" fmla="*/ 199 h 78"/>
                <a:gd name="T4" fmla="*/ 55 w 15"/>
                <a:gd name="T5" fmla="*/ 345 h 78"/>
                <a:gd name="T6" fmla="*/ 5 w 15"/>
                <a:gd name="T7" fmla="*/ 228 h 78"/>
                <a:gd name="T8" fmla="*/ 42 w 15"/>
                <a:gd name="T9" fmla="*/ 164 h 78"/>
                <a:gd name="T10" fmla="*/ 70 w 15"/>
                <a:gd name="T11" fmla="*/ 43 h 7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" h="78">
                  <a:moveTo>
                    <a:pt x="15" y="0"/>
                  </a:moveTo>
                  <a:cubicBezTo>
                    <a:pt x="14" y="16"/>
                    <a:pt x="13" y="29"/>
                    <a:pt x="10" y="45"/>
                  </a:cubicBezTo>
                  <a:cubicBezTo>
                    <a:pt x="8" y="57"/>
                    <a:pt x="12" y="65"/>
                    <a:pt x="12" y="78"/>
                  </a:cubicBezTo>
                  <a:cubicBezTo>
                    <a:pt x="9" y="70"/>
                    <a:pt x="0" y="59"/>
                    <a:pt x="1" y="52"/>
                  </a:cubicBezTo>
                  <a:cubicBezTo>
                    <a:pt x="1" y="47"/>
                    <a:pt x="8" y="42"/>
                    <a:pt x="9" y="37"/>
                  </a:cubicBezTo>
                  <a:cubicBezTo>
                    <a:pt x="13" y="28"/>
                    <a:pt x="10" y="18"/>
                    <a:pt x="15" y="10"/>
                  </a:cubicBezTo>
                </a:path>
              </a:pathLst>
            </a:custGeom>
            <a:solidFill>
              <a:srgbClr val="EFCA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267" name="Freeform 366">
              <a:extLst>
                <a:ext uri="{FF2B5EF4-FFF2-40B4-BE49-F238E27FC236}">
                  <a16:creationId xmlns:a16="http://schemas.microsoft.com/office/drawing/2014/main" id="{201614B1-AD96-4D6C-ABE0-9AED7B418B82}"/>
                </a:ext>
              </a:extLst>
            </p:cNvPr>
            <p:cNvSpPr>
              <a:spLocks/>
            </p:cNvSpPr>
            <p:nvPr/>
          </p:nvSpPr>
          <p:spPr bwMode="auto">
            <a:xfrm>
              <a:off x="902" y="3731"/>
              <a:ext cx="26" cy="142"/>
            </a:xfrm>
            <a:custGeom>
              <a:avLst/>
              <a:gdLst>
                <a:gd name="T0" fmla="*/ 47 w 16"/>
                <a:gd name="T1" fmla="*/ 160 h 86"/>
                <a:gd name="T2" fmla="*/ 42 w 16"/>
                <a:gd name="T3" fmla="*/ 386 h 86"/>
                <a:gd name="T4" fmla="*/ 21 w 16"/>
                <a:gd name="T5" fmla="*/ 185 h 86"/>
                <a:gd name="T6" fmla="*/ 5 w 16"/>
                <a:gd name="T7" fmla="*/ 76 h 86"/>
                <a:gd name="T8" fmla="*/ 8 w 16"/>
                <a:gd name="T9" fmla="*/ 0 h 86"/>
                <a:gd name="T10" fmla="*/ 54 w 16"/>
                <a:gd name="T11" fmla="*/ 159 h 8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" h="86">
                  <a:moveTo>
                    <a:pt x="11" y="36"/>
                  </a:moveTo>
                  <a:cubicBezTo>
                    <a:pt x="16" y="54"/>
                    <a:pt x="16" y="68"/>
                    <a:pt x="10" y="86"/>
                  </a:cubicBezTo>
                  <a:cubicBezTo>
                    <a:pt x="12" y="72"/>
                    <a:pt x="9" y="54"/>
                    <a:pt x="5" y="41"/>
                  </a:cubicBezTo>
                  <a:cubicBezTo>
                    <a:pt x="1" y="32"/>
                    <a:pt x="0" y="28"/>
                    <a:pt x="1" y="17"/>
                  </a:cubicBezTo>
                  <a:cubicBezTo>
                    <a:pt x="2" y="12"/>
                    <a:pt x="4" y="5"/>
                    <a:pt x="2" y="0"/>
                  </a:cubicBezTo>
                  <a:cubicBezTo>
                    <a:pt x="4" y="12"/>
                    <a:pt x="9" y="24"/>
                    <a:pt x="12" y="35"/>
                  </a:cubicBezTo>
                </a:path>
              </a:pathLst>
            </a:custGeom>
            <a:solidFill>
              <a:srgbClr val="EFCA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268" name="Freeform 367">
              <a:extLst>
                <a:ext uri="{FF2B5EF4-FFF2-40B4-BE49-F238E27FC236}">
                  <a16:creationId xmlns:a16="http://schemas.microsoft.com/office/drawing/2014/main" id="{3BBF54BC-8C19-4CD5-8210-9320B5BA2C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9" y="3020"/>
              <a:ext cx="51" cy="82"/>
            </a:xfrm>
            <a:custGeom>
              <a:avLst/>
              <a:gdLst>
                <a:gd name="T0" fmla="*/ 0 w 31"/>
                <a:gd name="T1" fmla="*/ 172 h 50"/>
                <a:gd name="T2" fmla="*/ 105 w 31"/>
                <a:gd name="T3" fmla="*/ 0 h 50"/>
                <a:gd name="T4" fmla="*/ 13 w 31"/>
                <a:gd name="T5" fmla="*/ 180 h 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50">
                  <a:moveTo>
                    <a:pt x="0" y="39"/>
                  </a:moveTo>
                  <a:cubicBezTo>
                    <a:pt x="18" y="48"/>
                    <a:pt x="24" y="11"/>
                    <a:pt x="24" y="0"/>
                  </a:cubicBezTo>
                  <a:cubicBezTo>
                    <a:pt x="31" y="16"/>
                    <a:pt x="24" y="50"/>
                    <a:pt x="3" y="41"/>
                  </a:cubicBezTo>
                </a:path>
              </a:pathLst>
            </a:custGeom>
            <a:solidFill>
              <a:srgbClr val="EFCA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269" name="Freeform 368">
              <a:extLst>
                <a:ext uri="{FF2B5EF4-FFF2-40B4-BE49-F238E27FC236}">
                  <a16:creationId xmlns:a16="http://schemas.microsoft.com/office/drawing/2014/main" id="{1A52788B-6F9A-4C2D-8236-C35F2030A69C}"/>
                </a:ext>
              </a:extLst>
            </p:cNvPr>
            <p:cNvSpPr>
              <a:spLocks/>
            </p:cNvSpPr>
            <p:nvPr/>
          </p:nvSpPr>
          <p:spPr bwMode="auto">
            <a:xfrm>
              <a:off x="940" y="2378"/>
              <a:ext cx="69" cy="222"/>
            </a:xfrm>
            <a:custGeom>
              <a:avLst/>
              <a:gdLst>
                <a:gd name="T0" fmla="*/ 105 w 42"/>
                <a:gd name="T1" fmla="*/ 62 h 135"/>
                <a:gd name="T2" fmla="*/ 81 w 42"/>
                <a:gd name="T3" fmla="*/ 600 h 135"/>
                <a:gd name="T4" fmla="*/ 97 w 42"/>
                <a:gd name="T5" fmla="*/ 400 h 135"/>
                <a:gd name="T6" fmla="*/ 102 w 42"/>
                <a:gd name="T7" fmla="*/ 194 h 135"/>
                <a:gd name="T8" fmla="*/ 125 w 42"/>
                <a:gd name="T9" fmla="*/ 97 h 135"/>
                <a:gd name="T10" fmla="*/ 186 w 42"/>
                <a:gd name="T11" fmla="*/ 0 h 135"/>
                <a:gd name="T12" fmla="*/ 97 w 42"/>
                <a:gd name="T13" fmla="*/ 67 h 1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2" h="135">
                  <a:moveTo>
                    <a:pt x="24" y="14"/>
                  </a:moveTo>
                  <a:cubicBezTo>
                    <a:pt x="0" y="26"/>
                    <a:pt x="27" y="104"/>
                    <a:pt x="18" y="135"/>
                  </a:cubicBezTo>
                  <a:cubicBezTo>
                    <a:pt x="17" y="120"/>
                    <a:pt x="21" y="105"/>
                    <a:pt x="22" y="90"/>
                  </a:cubicBezTo>
                  <a:cubicBezTo>
                    <a:pt x="24" y="75"/>
                    <a:pt x="22" y="60"/>
                    <a:pt x="23" y="44"/>
                  </a:cubicBezTo>
                  <a:cubicBezTo>
                    <a:pt x="24" y="36"/>
                    <a:pt x="25" y="30"/>
                    <a:pt x="28" y="22"/>
                  </a:cubicBezTo>
                  <a:cubicBezTo>
                    <a:pt x="31" y="16"/>
                    <a:pt x="37" y="3"/>
                    <a:pt x="42" y="0"/>
                  </a:cubicBezTo>
                  <a:cubicBezTo>
                    <a:pt x="35" y="4"/>
                    <a:pt x="29" y="12"/>
                    <a:pt x="22" y="15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270" name="Freeform 369">
              <a:extLst>
                <a:ext uri="{FF2B5EF4-FFF2-40B4-BE49-F238E27FC236}">
                  <a16:creationId xmlns:a16="http://schemas.microsoft.com/office/drawing/2014/main" id="{8D622CB8-BF03-4E9D-AECD-DA5481FC132A}"/>
                </a:ext>
              </a:extLst>
            </p:cNvPr>
            <p:cNvSpPr>
              <a:spLocks/>
            </p:cNvSpPr>
            <p:nvPr/>
          </p:nvSpPr>
          <p:spPr bwMode="auto">
            <a:xfrm>
              <a:off x="961" y="2916"/>
              <a:ext cx="28" cy="257"/>
            </a:xfrm>
            <a:custGeom>
              <a:avLst/>
              <a:gdLst>
                <a:gd name="T0" fmla="*/ 35 w 17"/>
                <a:gd name="T1" fmla="*/ 0 h 156"/>
                <a:gd name="T2" fmla="*/ 26 w 17"/>
                <a:gd name="T3" fmla="*/ 351 h 156"/>
                <a:gd name="T4" fmla="*/ 54 w 17"/>
                <a:gd name="T5" fmla="*/ 697 h 156"/>
                <a:gd name="T6" fmla="*/ 58 w 17"/>
                <a:gd name="T7" fmla="*/ 381 h 156"/>
                <a:gd name="T8" fmla="*/ 43 w 17"/>
                <a:gd name="T9" fmla="*/ 96 h 156"/>
                <a:gd name="T10" fmla="*/ 35 w 17"/>
                <a:gd name="T11" fmla="*/ 0 h 15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" h="156">
                  <a:moveTo>
                    <a:pt x="8" y="0"/>
                  </a:moveTo>
                  <a:cubicBezTo>
                    <a:pt x="7" y="23"/>
                    <a:pt x="0" y="49"/>
                    <a:pt x="6" y="78"/>
                  </a:cubicBezTo>
                  <a:cubicBezTo>
                    <a:pt x="13" y="107"/>
                    <a:pt x="16" y="130"/>
                    <a:pt x="12" y="156"/>
                  </a:cubicBezTo>
                  <a:cubicBezTo>
                    <a:pt x="17" y="135"/>
                    <a:pt x="16" y="103"/>
                    <a:pt x="13" y="85"/>
                  </a:cubicBezTo>
                  <a:cubicBezTo>
                    <a:pt x="11" y="68"/>
                    <a:pt x="9" y="35"/>
                    <a:pt x="10" y="21"/>
                  </a:cubicBezTo>
                  <a:cubicBezTo>
                    <a:pt x="11" y="6"/>
                    <a:pt x="8" y="0"/>
                    <a:pt x="8" y="0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271" name="Freeform 370">
              <a:extLst>
                <a:ext uri="{FF2B5EF4-FFF2-40B4-BE49-F238E27FC236}">
                  <a16:creationId xmlns:a16="http://schemas.microsoft.com/office/drawing/2014/main" id="{32D0F099-6759-407A-A161-D1B3687FBF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7" y="3983"/>
              <a:ext cx="104" cy="74"/>
            </a:xfrm>
            <a:custGeom>
              <a:avLst/>
              <a:gdLst>
                <a:gd name="T0" fmla="*/ 46 w 63"/>
                <a:gd name="T1" fmla="*/ 156 h 45"/>
                <a:gd name="T2" fmla="*/ 213 w 63"/>
                <a:gd name="T3" fmla="*/ 160 h 45"/>
                <a:gd name="T4" fmla="*/ 248 w 63"/>
                <a:gd name="T5" fmla="*/ 0 h 45"/>
                <a:gd name="T6" fmla="*/ 234 w 63"/>
                <a:gd name="T7" fmla="*/ 54 h 45"/>
                <a:gd name="T8" fmla="*/ 158 w 63"/>
                <a:gd name="T9" fmla="*/ 95 h 45"/>
                <a:gd name="T10" fmla="*/ 20 w 63"/>
                <a:gd name="T11" fmla="*/ 81 h 45"/>
                <a:gd name="T12" fmla="*/ 28 w 63"/>
                <a:gd name="T13" fmla="*/ 160 h 4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3" h="45">
                  <a:moveTo>
                    <a:pt x="10" y="35"/>
                  </a:moveTo>
                  <a:cubicBezTo>
                    <a:pt x="19" y="45"/>
                    <a:pt x="37" y="42"/>
                    <a:pt x="47" y="36"/>
                  </a:cubicBezTo>
                  <a:cubicBezTo>
                    <a:pt x="63" y="27"/>
                    <a:pt x="60" y="15"/>
                    <a:pt x="55" y="0"/>
                  </a:cubicBezTo>
                  <a:cubicBezTo>
                    <a:pt x="54" y="5"/>
                    <a:pt x="55" y="8"/>
                    <a:pt x="52" y="12"/>
                  </a:cubicBezTo>
                  <a:cubicBezTo>
                    <a:pt x="49" y="16"/>
                    <a:pt x="40" y="20"/>
                    <a:pt x="35" y="21"/>
                  </a:cubicBezTo>
                  <a:cubicBezTo>
                    <a:pt x="25" y="23"/>
                    <a:pt x="14" y="21"/>
                    <a:pt x="4" y="18"/>
                  </a:cubicBezTo>
                  <a:cubicBezTo>
                    <a:pt x="0" y="22"/>
                    <a:pt x="5" y="31"/>
                    <a:pt x="6" y="36"/>
                  </a:cubicBezTo>
                </a:path>
              </a:pathLst>
            </a:custGeom>
            <a:solidFill>
              <a:srgbClr val="EFCA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272" name="Freeform 371">
              <a:extLst>
                <a:ext uri="{FF2B5EF4-FFF2-40B4-BE49-F238E27FC236}">
                  <a16:creationId xmlns:a16="http://schemas.microsoft.com/office/drawing/2014/main" id="{3572FB61-9500-4C98-A699-4F84181F07F0}"/>
                </a:ext>
              </a:extLst>
            </p:cNvPr>
            <p:cNvSpPr>
              <a:spLocks/>
            </p:cNvSpPr>
            <p:nvPr/>
          </p:nvSpPr>
          <p:spPr bwMode="auto">
            <a:xfrm>
              <a:off x="835" y="3883"/>
              <a:ext cx="111" cy="164"/>
            </a:xfrm>
            <a:custGeom>
              <a:avLst/>
              <a:gdLst>
                <a:gd name="T0" fmla="*/ 0 w 67"/>
                <a:gd name="T1" fmla="*/ 441 h 100"/>
                <a:gd name="T2" fmla="*/ 84 w 67"/>
                <a:gd name="T3" fmla="*/ 421 h 100"/>
                <a:gd name="T4" fmla="*/ 154 w 67"/>
                <a:gd name="T5" fmla="*/ 433 h 100"/>
                <a:gd name="T6" fmla="*/ 220 w 67"/>
                <a:gd name="T7" fmla="*/ 407 h 100"/>
                <a:gd name="T8" fmla="*/ 255 w 67"/>
                <a:gd name="T9" fmla="*/ 336 h 100"/>
                <a:gd name="T10" fmla="*/ 277 w 67"/>
                <a:gd name="T11" fmla="*/ 159 h 100"/>
                <a:gd name="T12" fmla="*/ 263 w 67"/>
                <a:gd name="T13" fmla="*/ 0 h 100"/>
                <a:gd name="T14" fmla="*/ 214 w 67"/>
                <a:gd name="T15" fmla="*/ 89 h 100"/>
                <a:gd name="T16" fmla="*/ 220 w 67"/>
                <a:gd name="T17" fmla="*/ 202 h 100"/>
                <a:gd name="T18" fmla="*/ 179 w 67"/>
                <a:gd name="T19" fmla="*/ 302 h 100"/>
                <a:gd name="T20" fmla="*/ 109 w 67"/>
                <a:gd name="T21" fmla="*/ 399 h 10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7" h="100">
                  <a:moveTo>
                    <a:pt x="0" y="100"/>
                  </a:moveTo>
                  <a:cubicBezTo>
                    <a:pt x="7" y="97"/>
                    <a:pt x="12" y="96"/>
                    <a:pt x="19" y="96"/>
                  </a:cubicBezTo>
                  <a:cubicBezTo>
                    <a:pt x="24" y="97"/>
                    <a:pt x="29" y="99"/>
                    <a:pt x="34" y="98"/>
                  </a:cubicBezTo>
                  <a:cubicBezTo>
                    <a:pt x="38" y="98"/>
                    <a:pt x="44" y="95"/>
                    <a:pt x="48" y="92"/>
                  </a:cubicBezTo>
                  <a:cubicBezTo>
                    <a:pt x="54" y="88"/>
                    <a:pt x="54" y="84"/>
                    <a:pt x="56" y="76"/>
                  </a:cubicBezTo>
                  <a:cubicBezTo>
                    <a:pt x="60" y="63"/>
                    <a:pt x="60" y="49"/>
                    <a:pt x="61" y="36"/>
                  </a:cubicBezTo>
                  <a:cubicBezTo>
                    <a:pt x="61" y="25"/>
                    <a:pt x="67" y="8"/>
                    <a:pt x="58" y="0"/>
                  </a:cubicBezTo>
                  <a:cubicBezTo>
                    <a:pt x="54" y="4"/>
                    <a:pt x="48" y="14"/>
                    <a:pt x="47" y="20"/>
                  </a:cubicBezTo>
                  <a:cubicBezTo>
                    <a:pt x="46" y="28"/>
                    <a:pt x="49" y="37"/>
                    <a:pt x="48" y="46"/>
                  </a:cubicBezTo>
                  <a:cubicBezTo>
                    <a:pt x="48" y="55"/>
                    <a:pt x="44" y="62"/>
                    <a:pt x="39" y="68"/>
                  </a:cubicBezTo>
                  <a:cubicBezTo>
                    <a:pt x="35" y="75"/>
                    <a:pt x="32" y="89"/>
                    <a:pt x="24" y="90"/>
                  </a:cubicBezTo>
                </a:path>
              </a:pathLst>
            </a:custGeom>
            <a:solidFill>
              <a:srgbClr val="EFCA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273" name="Freeform 372">
              <a:extLst>
                <a:ext uri="{FF2B5EF4-FFF2-40B4-BE49-F238E27FC236}">
                  <a16:creationId xmlns:a16="http://schemas.microsoft.com/office/drawing/2014/main" id="{EEE8CA6E-196C-4400-80B2-8E392E0F14FF}"/>
                </a:ext>
              </a:extLst>
            </p:cNvPr>
            <p:cNvSpPr>
              <a:spLocks/>
            </p:cNvSpPr>
            <p:nvPr/>
          </p:nvSpPr>
          <p:spPr bwMode="auto">
            <a:xfrm>
              <a:off x="933" y="2037"/>
              <a:ext cx="30" cy="12"/>
            </a:xfrm>
            <a:custGeom>
              <a:avLst/>
              <a:gdLst>
                <a:gd name="T0" fmla="*/ 0 w 18"/>
                <a:gd name="T1" fmla="*/ 36 h 7"/>
                <a:gd name="T2" fmla="*/ 42 w 18"/>
                <a:gd name="T3" fmla="*/ 0 h 7"/>
                <a:gd name="T4" fmla="*/ 83 w 18"/>
                <a:gd name="T5" fmla="*/ 36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7">
                  <a:moveTo>
                    <a:pt x="0" y="7"/>
                  </a:moveTo>
                  <a:cubicBezTo>
                    <a:pt x="4" y="1"/>
                    <a:pt x="4" y="0"/>
                    <a:pt x="9" y="0"/>
                  </a:cubicBezTo>
                  <a:cubicBezTo>
                    <a:pt x="13" y="0"/>
                    <a:pt x="14" y="1"/>
                    <a:pt x="18" y="7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274" name="Freeform 373">
              <a:extLst>
                <a:ext uri="{FF2B5EF4-FFF2-40B4-BE49-F238E27FC236}">
                  <a16:creationId xmlns:a16="http://schemas.microsoft.com/office/drawing/2014/main" id="{DFD7FC2B-FE2F-4831-A16B-2951E55AD132}"/>
                </a:ext>
              </a:extLst>
            </p:cNvPr>
            <p:cNvSpPr>
              <a:spLocks/>
            </p:cNvSpPr>
            <p:nvPr/>
          </p:nvSpPr>
          <p:spPr bwMode="auto">
            <a:xfrm>
              <a:off x="938" y="2044"/>
              <a:ext cx="20" cy="10"/>
            </a:xfrm>
            <a:custGeom>
              <a:avLst/>
              <a:gdLst>
                <a:gd name="T0" fmla="*/ 0 w 12"/>
                <a:gd name="T1" fmla="*/ 0 h 6"/>
                <a:gd name="T2" fmla="*/ 55 w 12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6">
                  <a:moveTo>
                    <a:pt x="0" y="0"/>
                  </a:moveTo>
                  <a:cubicBezTo>
                    <a:pt x="1" y="6"/>
                    <a:pt x="10" y="6"/>
                    <a:pt x="12" y="0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275" name="Freeform 374">
              <a:extLst>
                <a:ext uri="{FF2B5EF4-FFF2-40B4-BE49-F238E27FC236}">
                  <a16:creationId xmlns:a16="http://schemas.microsoft.com/office/drawing/2014/main" id="{A6402AFC-32F9-4E72-935A-1D2BCA0DFEF4}"/>
                </a:ext>
              </a:extLst>
            </p:cNvPr>
            <p:cNvSpPr>
              <a:spLocks/>
            </p:cNvSpPr>
            <p:nvPr/>
          </p:nvSpPr>
          <p:spPr bwMode="auto">
            <a:xfrm>
              <a:off x="763" y="1245"/>
              <a:ext cx="150" cy="19"/>
            </a:xfrm>
            <a:custGeom>
              <a:avLst/>
              <a:gdLst>
                <a:gd name="T0" fmla="*/ 0 w 91"/>
                <a:gd name="T1" fmla="*/ 0 h 11"/>
                <a:gd name="T2" fmla="*/ 112 w 91"/>
                <a:gd name="T3" fmla="*/ 28 h 11"/>
                <a:gd name="T4" fmla="*/ 234 w 91"/>
                <a:gd name="T5" fmla="*/ 28 h 11"/>
                <a:gd name="T6" fmla="*/ 394 w 91"/>
                <a:gd name="T7" fmla="*/ 41 h 11"/>
                <a:gd name="T8" fmla="*/ 402 w 91"/>
                <a:gd name="T9" fmla="*/ 57 h 11"/>
                <a:gd name="T10" fmla="*/ 402 w 91"/>
                <a:gd name="T11" fmla="*/ 29 h 11"/>
                <a:gd name="T12" fmla="*/ 234 w 91"/>
                <a:gd name="T13" fmla="*/ 16 h 11"/>
                <a:gd name="T14" fmla="*/ 112 w 91"/>
                <a:gd name="T15" fmla="*/ 16 h 11"/>
                <a:gd name="T16" fmla="*/ 0 w 91"/>
                <a:gd name="T17" fmla="*/ 0 h 1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1" h="11">
                  <a:moveTo>
                    <a:pt x="0" y="0"/>
                  </a:moveTo>
                  <a:cubicBezTo>
                    <a:pt x="5" y="0"/>
                    <a:pt x="20" y="3"/>
                    <a:pt x="25" y="5"/>
                  </a:cubicBezTo>
                  <a:cubicBezTo>
                    <a:pt x="29" y="8"/>
                    <a:pt x="40" y="7"/>
                    <a:pt x="52" y="5"/>
                  </a:cubicBezTo>
                  <a:cubicBezTo>
                    <a:pt x="67" y="4"/>
                    <a:pt x="84" y="3"/>
                    <a:pt x="88" y="8"/>
                  </a:cubicBezTo>
                  <a:cubicBezTo>
                    <a:pt x="89" y="9"/>
                    <a:pt x="91" y="10"/>
                    <a:pt x="90" y="11"/>
                  </a:cubicBezTo>
                  <a:cubicBezTo>
                    <a:pt x="91" y="9"/>
                    <a:pt x="91" y="8"/>
                    <a:pt x="90" y="6"/>
                  </a:cubicBezTo>
                  <a:cubicBezTo>
                    <a:pt x="84" y="1"/>
                    <a:pt x="68" y="2"/>
                    <a:pt x="52" y="3"/>
                  </a:cubicBezTo>
                  <a:cubicBezTo>
                    <a:pt x="41" y="5"/>
                    <a:pt x="30" y="6"/>
                    <a:pt x="25" y="3"/>
                  </a:cubicBezTo>
                  <a:cubicBezTo>
                    <a:pt x="20" y="1"/>
                    <a:pt x="6" y="1"/>
                    <a:pt x="0" y="0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276" name="Freeform 375">
              <a:extLst>
                <a:ext uri="{FF2B5EF4-FFF2-40B4-BE49-F238E27FC236}">
                  <a16:creationId xmlns:a16="http://schemas.microsoft.com/office/drawing/2014/main" id="{C8F358D3-D73B-485F-81DC-79A1679FA91E}"/>
                </a:ext>
              </a:extLst>
            </p:cNvPr>
            <p:cNvSpPr>
              <a:spLocks/>
            </p:cNvSpPr>
            <p:nvPr/>
          </p:nvSpPr>
          <p:spPr bwMode="auto">
            <a:xfrm>
              <a:off x="935" y="1283"/>
              <a:ext cx="28" cy="18"/>
            </a:xfrm>
            <a:custGeom>
              <a:avLst/>
              <a:gdLst>
                <a:gd name="T0" fmla="*/ 0 w 17"/>
                <a:gd name="T1" fmla="*/ 0 h 11"/>
                <a:gd name="T2" fmla="*/ 35 w 17"/>
                <a:gd name="T3" fmla="*/ 47 h 11"/>
                <a:gd name="T4" fmla="*/ 76 w 17"/>
                <a:gd name="T5" fmla="*/ 5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1">
                  <a:moveTo>
                    <a:pt x="0" y="0"/>
                  </a:moveTo>
                  <a:cubicBezTo>
                    <a:pt x="3" y="7"/>
                    <a:pt x="5" y="11"/>
                    <a:pt x="8" y="11"/>
                  </a:cubicBezTo>
                  <a:cubicBezTo>
                    <a:pt x="10" y="11"/>
                    <a:pt x="14" y="7"/>
                    <a:pt x="17" y="1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277" name="Freeform 376">
              <a:extLst>
                <a:ext uri="{FF2B5EF4-FFF2-40B4-BE49-F238E27FC236}">
                  <a16:creationId xmlns:a16="http://schemas.microsoft.com/office/drawing/2014/main" id="{AA6F95DB-E722-4250-87DE-2D684C6D832B}"/>
                </a:ext>
              </a:extLst>
            </p:cNvPr>
            <p:cNvSpPr>
              <a:spLocks/>
            </p:cNvSpPr>
            <p:nvPr/>
          </p:nvSpPr>
          <p:spPr bwMode="auto">
            <a:xfrm>
              <a:off x="859" y="3986"/>
              <a:ext cx="26" cy="66"/>
            </a:xfrm>
            <a:custGeom>
              <a:avLst/>
              <a:gdLst>
                <a:gd name="T0" fmla="*/ 63 w 16"/>
                <a:gd name="T1" fmla="*/ 0 h 40"/>
                <a:gd name="T2" fmla="*/ 47 w 16"/>
                <a:gd name="T3" fmla="*/ 54 h 40"/>
                <a:gd name="T4" fmla="*/ 26 w 16"/>
                <a:gd name="T5" fmla="*/ 180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40">
                  <a:moveTo>
                    <a:pt x="15" y="0"/>
                  </a:moveTo>
                  <a:cubicBezTo>
                    <a:pt x="16" y="4"/>
                    <a:pt x="14" y="9"/>
                    <a:pt x="11" y="12"/>
                  </a:cubicBezTo>
                  <a:cubicBezTo>
                    <a:pt x="7" y="17"/>
                    <a:pt x="0" y="32"/>
                    <a:pt x="6" y="4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278" name="Freeform 377">
              <a:extLst>
                <a:ext uri="{FF2B5EF4-FFF2-40B4-BE49-F238E27FC236}">
                  <a16:creationId xmlns:a16="http://schemas.microsoft.com/office/drawing/2014/main" id="{3271B563-4636-4482-B8A8-1483CF2A5885}"/>
                </a:ext>
              </a:extLst>
            </p:cNvPr>
            <p:cNvSpPr>
              <a:spLocks/>
            </p:cNvSpPr>
            <p:nvPr/>
          </p:nvSpPr>
          <p:spPr bwMode="auto">
            <a:xfrm>
              <a:off x="821" y="3990"/>
              <a:ext cx="36" cy="62"/>
            </a:xfrm>
            <a:custGeom>
              <a:avLst/>
              <a:gdLst>
                <a:gd name="T0" fmla="*/ 97 w 22"/>
                <a:gd name="T1" fmla="*/ 0 h 38"/>
                <a:gd name="T2" fmla="*/ 43 w 22"/>
                <a:gd name="T3" fmla="*/ 62 h 38"/>
                <a:gd name="T4" fmla="*/ 18 w 22"/>
                <a:gd name="T5" fmla="*/ 165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38">
                  <a:moveTo>
                    <a:pt x="22" y="0"/>
                  </a:moveTo>
                  <a:cubicBezTo>
                    <a:pt x="19" y="7"/>
                    <a:pt x="12" y="12"/>
                    <a:pt x="10" y="14"/>
                  </a:cubicBezTo>
                  <a:cubicBezTo>
                    <a:pt x="3" y="22"/>
                    <a:pt x="0" y="31"/>
                    <a:pt x="4" y="38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279" name="Freeform 378">
              <a:extLst>
                <a:ext uri="{FF2B5EF4-FFF2-40B4-BE49-F238E27FC236}">
                  <a16:creationId xmlns:a16="http://schemas.microsoft.com/office/drawing/2014/main" id="{0E15CF83-9F1A-4616-B976-0ECF13F2E6E4}"/>
                </a:ext>
              </a:extLst>
            </p:cNvPr>
            <p:cNvSpPr>
              <a:spLocks/>
            </p:cNvSpPr>
            <p:nvPr/>
          </p:nvSpPr>
          <p:spPr bwMode="auto">
            <a:xfrm>
              <a:off x="791" y="3985"/>
              <a:ext cx="39" cy="62"/>
            </a:xfrm>
            <a:custGeom>
              <a:avLst/>
              <a:gdLst>
                <a:gd name="T0" fmla="*/ 102 w 24"/>
                <a:gd name="T1" fmla="*/ 0 h 38"/>
                <a:gd name="T2" fmla="*/ 47 w 24"/>
                <a:gd name="T3" fmla="*/ 75 h 38"/>
                <a:gd name="T4" fmla="*/ 5 w 24"/>
                <a:gd name="T5" fmla="*/ 165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38">
                  <a:moveTo>
                    <a:pt x="24" y="0"/>
                  </a:moveTo>
                  <a:cubicBezTo>
                    <a:pt x="19" y="6"/>
                    <a:pt x="15" y="12"/>
                    <a:pt x="11" y="17"/>
                  </a:cubicBezTo>
                  <a:cubicBezTo>
                    <a:pt x="6" y="21"/>
                    <a:pt x="0" y="30"/>
                    <a:pt x="1" y="38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280" name="Freeform 379">
              <a:extLst>
                <a:ext uri="{FF2B5EF4-FFF2-40B4-BE49-F238E27FC236}">
                  <a16:creationId xmlns:a16="http://schemas.microsoft.com/office/drawing/2014/main" id="{92A05F1D-A219-488B-BD0C-321CA2BE3601}"/>
                </a:ext>
              </a:extLst>
            </p:cNvPr>
            <p:cNvSpPr>
              <a:spLocks/>
            </p:cNvSpPr>
            <p:nvPr/>
          </p:nvSpPr>
          <p:spPr bwMode="auto">
            <a:xfrm>
              <a:off x="778" y="3978"/>
              <a:ext cx="26" cy="46"/>
            </a:xfrm>
            <a:custGeom>
              <a:avLst/>
              <a:gdLst>
                <a:gd name="T0" fmla="*/ 68 w 16"/>
                <a:gd name="T1" fmla="*/ 0 h 28"/>
                <a:gd name="T2" fmla="*/ 26 w 16"/>
                <a:gd name="T3" fmla="*/ 49 h 28"/>
                <a:gd name="T4" fmla="*/ 0 w 16"/>
                <a:gd name="T5" fmla="*/ 125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28">
                  <a:moveTo>
                    <a:pt x="16" y="0"/>
                  </a:moveTo>
                  <a:cubicBezTo>
                    <a:pt x="13" y="4"/>
                    <a:pt x="9" y="8"/>
                    <a:pt x="6" y="11"/>
                  </a:cubicBezTo>
                  <a:cubicBezTo>
                    <a:pt x="3" y="15"/>
                    <a:pt x="0" y="22"/>
                    <a:pt x="0" y="28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281" name="Freeform 380">
              <a:extLst>
                <a:ext uri="{FF2B5EF4-FFF2-40B4-BE49-F238E27FC236}">
                  <a16:creationId xmlns:a16="http://schemas.microsoft.com/office/drawing/2014/main" id="{55FBC1FE-2ED4-4255-A1EA-14AA8139103E}"/>
                </a:ext>
              </a:extLst>
            </p:cNvPr>
            <p:cNvSpPr>
              <a:spLocks/>
            </p:cNvSpPr>
            <p:nvPr/>
          </p:nvSpPr>
          <p:spPr bwMode="auto">
            <a:xfrm>
              <a:off x="877" y="4014"/>
              <a:ext cx="38" cy="22"/>
            </a:xfrm>
            <a:custGeom>
              <a:avLst/>
              <a:gdLst>
                <a:gd name="T0" fmla="*/ 0 w 23"/>
                <a:gd name="T1" fmla="*/ 63 h 13"/>
                <a:gd name="T2" fmla="*/ 76 w 23"/>
                <a:gd name="T3" fmla="*/ 63 h 13"/>
                <a:gd name="T4" fmla="*/ 55 w 23"/>
                <a:gd name="T5" fmla="*/ 0 h 13"/>
                <a:gd name="T6" fmla="*/ 0 w 23"/>
                <a:gd name="T7" fmla="*/ 63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13">
                  <a:moveTo>
                    <a:pt x="0" y="13"/>
                  </a:moveTo>
                  <a:cubicBezTo>
                    <a:pt x="7" y="11"/>
                    <a:pt x="15" y="11"/>
                    <a:pt x="17" y="13"/>
                  </a:cubicBezTo>
                  <a:cubicBezTo>
                    <a:pt x="23" y="4"/>
                    <a:pt x="16" y="0"/>
                    <a:pt x="12" y="0"/>
                  </a:cubicBezTo>
                  <a:cubicBezTo>
                    <a:pt x="2" y="0"/>
                    <a:pt x="0" y="10"/>
                    <a:pt x="0" y="13"/>
                  </a:cubicBezTo>
                  <a:close/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282" name="Freeform 381">
              <a:extLst>
                <a:ext uri="{FF2B5EF4-FFF2-40B4-BE49-F238E27FC236}">
                  <a16:creationId xmlns:a16="http://schemas.microsoft.com/office/drawing/2014/main" id="{F0469BF8-AFEC-40CA-8EC0-0E12F2F938B2}"/>
                </a:ext>
              </a:extLst>
            </p:cNvPr>
            <p:cNvSpPr>
              <a:spLocks/>
            </p:cNvSpPr>
            <p:nvPr/>
          </p:nvSpPr>
          <p:spPr bwMode="auto">
            <a:xfrm>
              <a:off x="835" y="4029"/>
              <a:ext cx="20" cy="18"/>
            </a:xfrm>
            <a:custGeom>
              <a:avLst/>
              <a:gdLst>
                <a:gd name="T0" fmla="*/ 0 w 12"/>
                <a:gd name="T1" fmla="*/ 47 h 11"/>
                <a:gd name="T2" fmla="*/ 55 w 12"/>
                <a:gd name="T3" fmla="*/ 43 h 11"/>
                <a:gd name="T4" fmla="*/ 0 w 12"/>
                <a:gd name="T5" fmla="*/ 47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1">
                  <a:moveTo>
                    <a:pt x="0" y="11"/>
                  </a:moveTo>
                  <a:cubicBezTo>
                    <a:pt x="2" y="11"/>
                    <a:pt x="10" y="9"/>
                    <a:pt x="12" y="10"/>
                  </a:cubicBezTo>
                  <a:cubicBezTo>
                    <a:pt x="11" y="1"/>
                    <a:pt x="1" y="0"/>
                    <a:pt x="0" y="11"/>
                  </a:cubicBezTo>
                  <a:close/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283" name="Freeform 382">
              <a:extLst>
                <a:ext uri="{FF2B5EF4-FFF2-40B4-BE49-F238E27FC236}">
                  <a16:creationId xmlns:a16="http://schemas.microsoft.com/office/drawing/2014/main" id="{E59E93F0-A859-453B-9DC9-F1551FA918FB}"/>
                </a:ext>
              </a:extLst>
            </p:cNvPr>
            <p:cNvSpPr>
              <a:spLocks/>
            </p:cNvSpPr>
            <p:nvPr/>
          </p:nvSpPr>
          <p:spPr bwMode="auto">
            <a:xfrm>
              <a:off x="781" y="4019"/>
              <a:ext cx="11" cy="13"/>
            </a:xfrm>
            <a:custGeom>
              <a:avLst/>
              <a:gdLst>
                <a:gd name="T0" fmla="*/ 0 w 7"/>
                <a:gd name="T1" fmla="*/ 21 h 8"/>
                <a:gd name="T2" fmla="*/ 22 w 7"/>
                <a:gd name="T3" fmla="*/ 29 h 8"/>
                <a:gd name="T4" fmla="*/ 0 w 7"/>
                <a:gd name="T5" fmla="*/ 21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8">
                  <a:moveTo>
                    <a:pt x="0" y="5"/>
                  </a:moveTo>
                  <a:cubicBezTo>
                    <a:pt x="1" y="7"/>
                    <a:pt x="4" y="8"/>
                    <a:pt x="6" y="7"/>
                  </a:cubicBezTo>
                  <a:cubicBezTo>
                    <a:pt x="7" y="0"/>
                    <a:pt x="1" y="1"/>
                    <a:pt x="0" y="5"/>
                  </a:cubicBezTo>
                  <a:close/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284" name="Freeform 383">
              <a:extLst>
                <a:ext uri="{FF2B5EF4-FFF2-40B4-BE49-F238E27FC236}">
                  <a16:creationId xmlns:a16="http://schemas.microsoft.com/office/drawing/2014/main" id="{AAA9269D-8742-4E79-8DEC-AF5B1DE52CE8}"/>
                </a:ext>
              </a:extLst>
            </p:cNvPr>
            <p:cNvSpPr>
              <a:spLocks/>
            </p:cNvSpPr>
            <p:nvPr/>
          </p:nvSpPr>
          <p:spPr bwMode="auto">
            <a:xfrm>
              <a:off x="705" y="1593"/>
              <a:ext cx="10" cy="108"/>
            </a:xfrm>
            <a:custGeom>
              <a:avLst/>
              <a:gdLst>
                <a:gd name="T0" fmla="*/ 0 w 6"/>
                <a:gd name="T1" fmla="*/ 0 h 66"/>
                <a:gd name="T2" fmla="*/ 28 w 6"/>
                <a:gd name="T3" fmla="*/ 290 h 6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66">
                  <a:moveTo>
                    <a:pt x="0" y="0"/>
                  </a:moveTo>
                  <a:cubicBezTo>
                    <a:pt x="0" y="6"/>
                    <a:pt x="5" y="53"/>
                    <a:pt x="6" y="66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285" name="Freeform 384">
              <a:extLst>
                <a:ext uri="{FF2B5EF4-FFF2-40B4-BE49-F238E27FC236}">
                  <a16:creationId xmlns:a16="http://schemas.microsoft.com/office/drawing/2014/main" id="{A1E746A2-1EC1-4B61-ACCD-261EC493A465}"/>
                </a:ext>
              </a:extLst>
            </p:cNvPr>
            <p:cNvSpPr>
              <a:spLocks/>
            </p:cNvSpPr>
            <p:nvPr/>
          </p:nvSpPr>
          <p:spPr bwMode="auto">
            <a:xfrm>
              <a:off x="581" y="2548"/>
              <a:ext cx="59" cy="46"/>
            </a:xfrm>
            <a:custGeom>
              <a:avLst/>
              <a:gdLst>
                <a:gd name="T0" fmla="*/ 0 w 36"/>
                <a:gd name="T1" fmla="*/ 0 h 28"/>
                <a:gd name="T2" fmla="*/ 56 w 36"/>
                <a:gd name="T3" fmla="*/ 67 h 28"/>
                <a:gd name="T4" fmla="*/ 129 w 36"/>
                <a:gd name="T5" fmla="*/ 105 h 28"/>
                <a:gd name="T6" fmla="*/ 159 w 36"/>
                <a:gd name="T7" fmla="*/ 125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" h="28">
                  <a:moveTo>
                    <a:pt x="0" y="0"/>
                  </a:moveTo>
                  <a:cubicBezTo>
                    <a:pt x="3" y="2"/>
                    <a:pt x="9" y="12"/>
                    <a:pt x="13" y="15"/>
                  </a:cubicBezTo>
                  <a:cubicBezTo>
                    <a:pt x="18" y="19"/>
                    <a:pt x="24" y="21"/>
                    <a:pt x="29" y="24"/>
                  </a:cubicBezTo>
                  <a:cubicBezTo>
                    <a:pt x="32" y="25"/>
                    <a:pt x="35" y="26"/>
                    <a:pt x="36" y="28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286" name="Freeform 385">
              <a:extLst>
                <a:ext uri="{FF2B5EF4-FFF2-40B4-BE49-F238E27FC236}">
                  <a16:creationId xmlns:a16="http://schemas.microsoft.com/office/drawing/2014/main" id="{27CE8D54-D37B-4D32-A9BE-98A5CE90CAE7}"/>
                </a:ext>
              </a:extLst>
            </p:cNvPr>
            <p:cNvSpPr>
              <a:spLocks/>
            </p:cNvSpPr>
            <p:nvPr/>
          </p:nvSpPr>
          <p:spPr bwMode="auto">
            <a:xfrm>
              <a:off x="583" y="2559"/>
              <a:ext cx="46" cy="48"/>
            </a:xfrm>
            <a:custGeom>
              <a:avLst/>
              <a:gdLst>
                <a:gd name="T0" fmla="*/ 125 w 28"/>
                <a:gd name="T1" fmla="*/ 131 h 29"/>
                <a:gd name="T2" fmla="*/ 43 w 28"/>
                <a:gd name="T3" fmla="*/ 76 h 29"/>
                <a:gd name="T4" fmla="*/ 0 w 28"/>
                <a:gd name="T5" fmla="*/ 0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29">
                  <a:moveTo>
                    <a:pt x="28" y="29"/>
                  </a:moveTo>
                  <a:cubicBezTo>
                    <a:pt x="20" y="20"/>
                    <a:pt x="15" y="20"/>
                    <a:pt x="10" y="17"/>
                  </a:cubicBezTo>
                  <a:cubicBezTo>
                    <a:pt x="10" y="15"/>
                    <a:pt x="4" y="5"/>
                    <a:pt x="0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287" name="Freeform 386">
              <a:extLst>
                <a:ext uri="{FF2B5EF4-FFF2-40B4-BE49-F238E27FC236}">
                  <a16:creationId xmlns:a16="http://schemas.microsoft.com/office/drawing/2014/main" id="{0488486B-8862-49D1-9B78-7038E8F433A6}"/>
                </a:ext>
              </a:extLst>
            </p:cNvPr>
            <p:cNvSpPr>
              <a:spLocks/>
            </p:cNvSpPr>
            <p:nvPr/>
          </p:nvSpPr>
          <p:spPr bwMode="auto">
            <a:xfrm>
              <a:off x="574" y="2493"/>
              <a:ext cx="65" cy="88"/>
            </a:xfrm>
            <a:custGeom>
              <a:avLst/>
              <a:gdLst>
                <a:gd name="T0" fmla="*/ 180 w 39"/>
                <a:gd name="T1" fmla="*/ 237 h 53"/>
                <a:gd name="T2" fmla="*/ 105 w 39"/>
                <a:gd name="T3" fmla="*/ 174 h 53"/>
                <a:gd name="T4" fmla="*/ 88 w 39"/>
                <a:gd name="T5" fmla="*/ 50 h 53"/>
                <a:gd name="T6" fmla="*/ 62 w 39"/>
                <a:gd name="T7" fmla="*/ 0 h 53"/>
                <a:gd name="T8" fmla="*/ 5 w 39"/>
                <a:gd name="T9" fmla="*/ 96 h 53"/>
                <a:gd name="T10" fmla="*/ 22 w 39"/>
                <a:gd name="T11" fmla="*/ 188 h 5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9" h="53">
                  <a:moveTo>
                    <a:pt x="39" y="52"/>
                  </a:moveTo>
                  <a:cubicBezTo>
                    <a:pt x="30" y="53"/>
                    <a:pt x="24" y="44"/>
                    <a:pt x="23" y="38"/>
                  </a:cubicBezTo>
                  <a:cubicBezTo>
                    <a:pt x="21" y="32"/>
                    <a:pt x="20" y="15"/>
                    <a:pt x="19" y="11"/>
                  </a:cubicBezTo>
                  <a:cubicBezTo>
                    <a:pt x="19" y="6"/>
                    <a:pt x="18" y="0"/>
                    <a:pt x="13" y="0"/>
                  </a:cubicBezTo>
                  <a:cubicBezTo>
                    <a:pt x="7" y="5"/>
                    <a:pt x="0" y="14"/>
                    <a:pt x="1" y="21"/>
                  </a:cubicBezTo>
                  <a:cubicBezTo>
                    <a:pt x="1" y="28"/>
                    <a:pt x="5" y="34"/>
                    <a:pt x="5" y="41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288" name="Freeform 387">
              <a:extLst>
                <a:ext uri="{FF2B5EF4-FFF2-40B4-BE49-F238E27FC236}">
                  <a16:creationId xmlns:a16="http://schemas.microsoft.com/office/drawing/2014/main" id="{77CBB079-E516-4BDB-82F6-A4803A64B306}"/>
                </a:ext>
              </a:extLst>
            </p:cNvPr>
            <p:cNvSpPr>
              <a:spLocks/>
            </p:cNvSpPr>
            <p:nvPr/>
          </p:nvSpPr>
          <p:spPr bwMode="auto">
            <a:xfrm>
              <a:off x="621" y="2623"/>
              <a:ext cx="21" cy="10"/>
            </a:xfrm>
            <a:custGeom>
              <a:avLst/>
              <a:gdLst>
                <a:gd name="T0" fmla="*/ 55 w 13"/>
                <a:gd name="T1" fmla="*/ 28 h 6"/>
                <a:gd name="T2" fmla="*/ 0 w 13"/>
                <a:gd name="T3" fmla="*/ 13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6">
                  <a:moveTo>
                    <a:pt x="13" y="6"/>
                  </a:moveTo>
                  <a:cubicBezTo>
                    <a:pt x="8" y="1"/>
                    <a:pt x="2" y="0"/>
                    <a:pt x="0" y="3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289" name="Freeform 388">
              <a:extLst>
                <a:ext uri="{FF2B5EF4-FFF2-40B4-BE49-F238E27FC236}">
                  <a16:creationId xmlns:a16="http://schemas.microsoft.com/office/drawing/2014/main" id="{56270F67-C833-4F7B-B2C0-60EED0F9265F}"/>
                </a:ext>
              </a:extLst>
            </p:cNvPr>
            <p:cNvSpPr>
              <a:spLocks/>
            </p:cNvSpPr>
            <p:nvPr/>
          </p:nvSpPr>
          <p:spPr bwMode="auto">
            <a:xfrm>
              <a:off x="591" y="2584"/>
              <a:ext cx="10" cy="11"/>
            </a:xfrm>
            <a:custGeom>
              <a:avLst/>
              <a:gdLst>
                <a:gd name="T0" fmla="*/ 28 w 6"/>
                <a:gd name="T1" fmla="*/ 8 h 7"/>
                <a:gd name="T2" fmla="*/ 0 w 6"/>
                <a:gd name="T3" fmla="*/ 27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7">
                  <a:moveTo>
                    <a:pt x="6" y="2"/>
                  </a:moveTo>
                  <a:cubicBezTo>
                    <a:pt x="3" y="0"/>
                    <a:pt x="3" y="4"/>
                    <a:pt x="0" y="7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290" name="Freeform 389">
              <a:extLst>
                <a:ext uri="{FF2B5EF4-FFF2-40B4-BE49-F238E27FC236}">
                  <a16:creationId xmlns:a16="http://schemas.microsoft.com/office/drawing/2014/main" id="{D7FA5BED-045F-4D37-81AE-01AE9F553073}"/>
                </a:ext>
              </a:extLst>
            </p:cNvPr>
            <p:cNvSpPr>
              <a:spLocks/>
            </p:cNvSpPr>
            <p:nvPr/>
          </p:nvSpPr>
          <p:spPr bwMode="auto">
            <a:xfrm>
              <a:off x="574" y="2556"/>
              <a:ext cx="7" cy="3"/>
            </a:xfrm>
            <a:custGeom>
              <a:avLst/>
              <a:gdLst>
                <a:gd name="T0" fmla="*/ 21 w 4"/>
                <a:gd name="T1" fmla="*/ 8 h 2"/>
                <a:gd name="T2" fmla="*/ 0 w 4"/>
                <a:gd name="T3" fmla="*/ 5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">
                  <a:moveTo>
                    <a:pt x="4" y="2"/>
                  </a:moveTo>
                  <a:cubicBezTo>
                    <a:pt x="2" y="0"/>
                    <a:pt x="1" y="0"/>
                    <a:pt x="0" y="1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291" name="Freeform 390">
              <a:extLst>
                <a:ext uri="{FF2B5EF4-FFF2-40B4-BE49-F238E27FC236}">
                  <a16:creationId xmlns:a16="http://schemas.microsoft.com/office/drawing/2014/main" id="{BCB23BD4-6D5D-4540-8BFB-D03244365233}"/>
                </a:ext>
              </a:extLst>
            </p:cNvPr>
            <p:cNvSpPr>
              <a:spLocks/>
            </p:cNvSpPr>
            <p:nvPr/>
          </p:nvSpPr>
          <p:spPr bwMode="auto">
            <a:xfrm>
              <a:off x="599" y="2483"/>
              <a:ext cx="5" cy="17"/>
            </a:xfrm>
            <a:custGeom>
              <a:avLst/>
              <a:gdLst>
                <a:gd name="T0" fmla="*/ 13 w 3"/>
                <a:gd name="T1" fmla="*/ 49 h 10"/>
                <a:gd name="T2" fmla="*/ 0 w 3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0">
                  <a:moveTo>
                    <a:pt x="3" y="10"/>
                  </a:moveTo>
                  <a:cubicBezTo>
                    <a:pt x="3" y="5"/>
                    <a:pt x="1" y="3"/>
                    <a:pt x="0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292" name="Freeform 391">
              <a:extLst>
                <a:ext uri="{FF2B5EF4-FFF2-40B4-BE49-F238E27FC236}">
                  <a16:creationId xmlns:a16="http://schemas.microsoft.com/office/drawing/2014/main" id="{3FFB67E0-A621-43DA-B78C-79DB4DFACCBB}"/>
                </a:ext>
              </a:extLst>
            </p:cNvPr>
            <p:cNvSpPr>
              <a:spLocks/>
            </p:cNvSpPr>
            <p:nvPr/>
          </p:nvSpPr>
          <p:spPr bwMode="auto">
            <a:xfrm>
              <a:off x="584" y="2490"/>
              <a:ext cx="12" cy="3"/>
            </a:xfrm>
            <a:custGeom>
              <a:avLst/>
              <a:gdLst>
                <a:gd name="T0" fmla="*/ 36 w 7"/>
                <a:gd name="T1" fmla="*/ 8 h 2"/>
                <a:gd name="T2" fmla="*/ 0 w 7"/>
                <a:gd name="T3" fmla="*/ 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">
                  <a:moveTo>
                    <a:pt x="7" y="2"/>
                  </a:moveTo>
                  <a:cubicBezTo>
                    <a:pt x="4" y="0"/>
                    <a:pt x="2" y="1"/>
                    <a:pt x="0" y="2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293" name="Freeform 392">
              <a:extLst>
                <a:ext uri="{FF2B5EF4-FFF2-40B4-BE49-F238E27FC236}">
                  <a16:creationId xmlns:a16="http://schemas.microsoft.com/office/drawing/2014/main" id="{DB004961-E970-4E1F-AEF3-4B6D4E7CB4EE}"/>
                </a:ext>
              </a:extLst>
            </p:cNvPr>
            <p:cNvSpPr>
              <a:spLocks/>
            </p:cNvSpPr>
            <p:nvPr/>
          </p:nvSpPr>
          <p:spPr bwMode="auto">
            <a:xfrm>
              <a:off x="629" y="2518"/>
              <a:ext cx="6" cy="5"/>
            </a:xfrm>
            <a:custGeom>
              <a:avLst/>
              <a:gdLst>
                <a:gd name="T0" fmla="*/ 14 w 4"/>
                <a:gd name="T1" fmla="*/ 13 h 3"/>
                <a:gd name="T2" fmla="*/ 0 w 4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">
                  <a:moveTo>
                    <a:pt x="4" y="3"/>
                  </a:moveTo>
                  <a:cubicBezTo>
                    <a:pt x="3" y="1"/>
                    <a:pt x="2" y="0"/>
                    <a:pt x="0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294" name="Freeform 393">
              <a:extLst>
                <a:ext uri="{FF2B5EF4-FFF2-40B4-BE49-F238E27FC236}">
                  <a16:creationId xmlns:a16="http://schemas.microsoft.com/office/drawing/2014/main" id="{478EA687-F353-40DE-8FA0-B3902F8F9981}"/>
                </a:ext>
              </a:extLst>
            </p:cNvPr>
            <p:cNvSpPr>
              <a:spLocks/>
            </p:cNvSpPr>
            <p:nvPr/>
          </p:nvSpPr>
          <p:spPr bwMode="auto">
            <a:xfrm>
              <a:off x="581" y="2515"/>
              <a:ext cx="33" cy="46"/>
            </a:xfrm>
            <a:custGeom>
              <a:avLst/>
              <a:gdLst>
                <a:gd name="T0" fmla="*/ 89 w 20"/>
                <a:gd name="T1" fmla="*/ 125 h 28"/>
                <a:gd name="T2" fmla="*/ 41 w 20"/>
                <a:gd name="T3" fmla="*/ 95 h 28"/>
                <a:gd name="T4" fmla="*/ 0 w 20"/>
                <a:gd name="T5" fmla="*/ 0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28">
                  <a:moveTo>
                    <a:pt x="20" y="28"/>
                  </a:moveTo>
                  <a:cubicBezTo>
                    <a:pt x="17" y="24"/>
                    <a:pt x="11" y="27"/>
                    <a:pt x="9" y="21"/>
                  </a:cubicBezTo>
                  <a:cubicBezTo>
                    <a:pt x="6" y="14"/>
                    <a:pt x="1" y="9"/>
                    <a:pt x="0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295" name="Freeform 394">
              <a:extLst>
                <a:ext uri="{FF2B5EF4-FFF2-40B4-BE49-F238E27FC236}">
                  <a16:creationId xmlns:a16="http://schemas.microsoft.com/office/drawing/2014/main" id="{2B11D71D-E9F1-4BA4-B7EB-95B18D7DB684}"/>
                </a:ext>
              </a:extLst>
            </p:cNvPr>
            <p:cNvSpPr>
              <a:spLocks/>
            </p:cNvSpPr>
            <p:nvPr/>
          </p:nvSpPr>
          <p:spPr bwMode="auto">
            <a:xfrm>
              <a:off x="588" y="2503"/>
              <a:ext cx="23" cy="41"/>
            </a:xfrm>
            <a:custGeom>
              <a:avLst/>
              <a:gdLst>
                <a:gd name="T0" fmla="*/ 62 w 14"/>
                <a:gd name="T1" fmla="*/ 110 h 25"/>
                <a:gd name="T2" fmla="*/ 35 w 14"/>
                <a:gd name="T3" fmla="*/ 97 h 25"/>
                <a:gd name="T4" fmla="*/ 0 w 14"/>
                <a:gd name="T5" fmla="*/ 0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25">
                  <a:moveTo>
                    <a:pt x="14" y="25"/>
                  </a:moveTo>
                  <a:cubicBezTo>
                    <a:pt x="12" y="21"/>
                    <a:pt x="11" y="23"/>
                    <a:pt x="8" y="22"/>
                  </a:cubicBezTo>
                  <a:cubicBezTo>
                    <a:pt x="5" y="21"/>
                    <a:pt x="1" y="6"/>
                    <a:pt x="0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296" name="Freeform 395">
              <a:extLst>
                <a:ext uri="{FF2B5EF4-FFF2-40B4-BE49-F238E27FC236}">
                  <a16:creationId xmlns:a16="http://schemas.microsoft.com/office/drawing/2014/main" id="{6C7BAC45-B9B9-418A-AEA0-25BFE77162F9}"/>
                </a:ext>
              </a:extLst>
            </p:cNvPr>
            <p:cNvSpPr>
              <a:spLocks/>
            </p:cNvSpPr>
            <p:nvPr/>
          </p:nvSpPr>
          <p:spPr bwMode="auto">
            <a:xfrm>
              <a:off x="629" y="2554"/>
              <a:ext cx="5" cy="17"/>
            </a:xfrm>
            <a:custGeom>
              <a:avLst/>
              <a:gdLst>
                <a:gd name="T0" fmla="*/ 13 w 3"/>
                <a:gd name="T1" fmla="*/ 0 h 10"/>
                <a:gd name="T2" fmla="*/ 8 w 3"/>
                <a:gd name="T3" fmla="*/ 49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0">
                  <a:moveTo>
                    <a:pt x="3" y="0"/>
                  </a:moveTo>
                  <a:cubicBezTo>
                    <a:pt x="0" y="1"/>
                    <a:pt x="2" y="8"/>
                    <a:pt x="2" y="1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297" name="Freeform 396">
              <a:extLst>
                <a:ext uri="{FF2B5EF4-FFF2-40B4-BE49-F238E27FC236}">
                  <a16:creationId xmlns:a16="http://schemas.microsoft.com/office/drawing/2014/main" id="{4C97FCE2-FEBD-4B28-85CA-25060673C2DA}"/>
                </a:ext>
              </a:extLst>
            </p:cNvPr>
            <p:cNvSpPr>
              <a:spLocks/>
            </p:cNvSpPr>
            <p:nvPr/>
          </p:nvSpPr>
          <p:spPr bwMode="auto">
            <a:xfrm>
              <a:off x="872" y="2332"/>
              <a:ext cx="152" cy="71"/>
            </a:xfrm>
            <a:custGeom>
              <a:avLst/>
              <a:gdLst>
                <a:gd name="T0" fmla="*/ 208 w 92"/>
                <a:gd name="T1" fmla="*/ 185 h 43"/>
                <a:gd name="T2" fmla="*/ 208 w 92"/>
                <a:gd name="T3" fmla="*/ 185 h 43"/>
                <a:gd name="T4" fmla="*/ 0 w 92"/>
                <a:gd name="T5" fmla="*/ 0 h 43"/>
                <a:gd name="T6" fmla="*/ 208 w 92"/>
                <a:gd name="T7" fmla="*/ 193 h 43"/>
                <a:gd name="T8" fmla="*/ 208 w 92"/>
                <a:gd name="T9" fmla="*/ 193 h 43"/>
                <a:gd name="T10" fmla="*/ 415 w 92"/>
                <a:gd name="T11" fmla="*/ 0 h 43"/>
                <a:gd name="T12" fmla="*/ 208 w 92"/>
                <a:gd name="T13" fmla="*/ 185 h 4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2" h="43">
                  <a:moveTo>
                    <a:pt x="46" y="41"/>
                  </a:moveTo>
                  <a:cubicBezTo>
                    <a:pt x="46" y="41"/>
                    <a:pt x="46" y="41"/>
                    <a:pt x="46" y="41"/>
                  </a:cubicBezTo>
                  <a:cubicBezTo>
                    <a:pt x="30" y="41"/>
                    <a:pt x="7" y="19"/>
                    <a:pt x="0" y="0"/>
                  </a:cubicBezTo>
                  <a:cubicBezTo>
                    <a:pt x="7" y="19"/>
                    <a:pt x="29" y="43"/>
                    <a:pt x="46" y="43"/>
                  </a:cubicBezTo>
                  <a:cubicBezTo>
                    <a:pt x="46" y="43"/>
                    <a:pt x="46" y="43"/>
                    <a:pt x="46" y="43"/>
                  </a:cubicBezTo>
                  <a:cubicBezTo>
                    <a:pt x="63" y="43"/>
                    <a:pt x="85" y="19"/>
                    <a:pt x="92" y="0"/>
                  </a:cubicBezTo>
                  <a:cubicBezTo>
                    <a:pt x="85" y="19"/>
                    <a:pt x="62" y="41"/>
                    <a:pt x="46" y="41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298" name="Freeform 397">
              <a:extLst>
                <a:ext uri="{FF2B5EF4-FFF2-40B4-BE49-F238E27FC236}">
                  <a16:creationId xmlns:a16="http://schemas.microsoft.com/office/drawing/2014/main" id="{0A3724B0-6D05-4743-8AD1-E9E677716819}"/>
                </a:ext>
              </a:extLst>
            </p:cNvPr>
            <p:cNvSpPr>
              <a:spLocks/>
            </p:cNvSpPr>
            <p:nvPr/>
          </p:nvSpPr>
          <p:spPr bwMode="auto">
            <a:xfrm>
              <a:off x="928" y="3851"/>
              <a:ext cx="7" cy="35"/>
            </a:xfrm>
            <a:custGeom>
              <a:avLst/>
              <a:gdLst>
                <a:gd name="T0" fmla="*/ 21 w 4"/>
                <a:gd name="T1" fmla="*/ 0 h 21"/>
                <a:gd name="T2" fmla="*/ 0 w 4"/>
                <a:gd name="T3" fmla="*/ 97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1">
                  <a:moveTo>
                    <a:pt x="4" y="0"/>
                  </a:moveTo>
                  <a:cubicBezTo>
                    <a:pt x="4" y="8"/>
                    <a:pt x="0" y="21"/>
                    <a:pt x="0" y="21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299" name="Freeform 398">
              <a:extLst>
                <a:ext uri="{FF2B5EF4-FFF2-40B4-BE49-F238E27FC236}">
                  <a16:creationId xmlns:a16="http://schemas.microsoft.com/office/drawing/2014/main" id="{248F7029-1B54-4603-B074-D1DBC834E99D}"/>
                </a:ext>
              </a:extLst>
            </p:cNvPr>
            <p:cNvSpPr>
              <a:spLocks/>
            </p:cNvSpPr>
            <p:nvPr/>
          </p:nvSpPr>
          <p:spPr bwMode="auto">
            <a:xfrm>
              <a:off x="984" y="1245"/>
              <a:ext cx="151" cy="19"/>
            </a:xfrm>
            <a:custGeom>
              <a:avLst/>
              <a:gdLst>
                <a:gd name="T0" fmla="*/ 304 w 91"/>
                <a:gd name="T1" fmla="*/ 16 h 11"/>
                <a:gd name="T2" fmla="*/ 179 w 91"/>
                <a:gd name="T3" fmla="*/ 16 h 11"/>
                <a:gd name="T4" fmla="*/ 5 w 91"/>
                <a:gd name="T5" fmla="*/ 29 h 11"/>
                <a:gd name="T6" fmla="*/ 0 w 91"/>
                <a:gd name="T7" fmla="*/ 57 h 11"/>
                <a:gd name="T8" fmla="*/ 8 w 91"/>
                <a:gd name="T9" fmla="*/ 41 h 11"/>
                <a:gd name="T10" fmla="*/ 179 w 91"/>
                <a:gd name="T11" fmla="*/ 28 h 11"/>
                <a:gd name="T12" fmla="*/ 304 w 91"/>
                <a:gd name="T13" fmla="*/ 28 h 11"/>
                <a:gd name="T14" fmla="*/ 416 w 91"/>
                <a:gd name="T15" fmla="*/ 0 h 11"/>
                <a:gd name="T16" fmla="*/ 304 w 91"/>
                <a:gd name="T17" fmla="*/ 16 h 1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1" h="11">
                  <a:moveTo>
                    <a:pt x="66" y="3"/>
                  </a:moveTo>
                  <a:cubicBezTo>
                    <a:pt x="61" y="6"/>
                    <a:pt x="50" y="5"/>
                    <a:pt x="39" y="3"/>
                  </a:cubicBezTo>
                  <a:cubicBezTo>
                    <a:pt x="23" y="2"/>
                    <a:pt x="6" y="1"/>
                    <a:pt x="1" y="6"/>
                  </a:cubicBezTo>
                  <a:cubicBezTo>
                    <a:pt x="0" y="8"/>
                    <a:pt x="0" y="9"/>
                    <a:pt x="0" y="11"/>
                  </a:cubicBezTo>
                  <a:cubicBezTo>
                    <a:pt x="0" y="10"/>
                    <a:pt x="2" y="9"/>
                    <a:pt x="2" y="8"/>
                  </a:cubicBezTo>
                  <a:cubicBezTo>
                    <a:pt x="7" y="3"/>
                    <a:pt x="24" y="4"/>
                    <a:pt x="39" y="5"/>
                  </a:cubicBezTo>
                  <a:cubicBezTo>
                    <a:pt x="50" y="7"/>
                    <a:pt x="62" y="8"/>
                    <a:pt x="66" y="5"/>
                  </a:cubicBezTo>
                  <a:cubicBezTo>
                    <a:pt x="71" y="3"/>
                    <a:pt x="86" y="0"/>
                    <a:pt x="91" y="0"/>
                  </a:cubicBezTo>
                  <a:cubicBezTo>
                    <a:pt x="85" y="1"/>
                    <a:pt x="70" y="1"/>
                    <a:pt x="66" y="3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300" name="Freeform 399">
              <a:extLst>
                <a:ext uri="{FF2B5EF4-FFF2-40B4-BE49-F238E27FC236}">
                  <a16:creationId xmlns:a16="http://schemas.microsoft.com/office/drawing/2014/main" id="{15C42091-A1A8-41D6-8D71-AC75E13BB97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" y="3986"/>
              <a:ext cx="25" cy="66"/>
            </a:xfrm>
            <a:custGeom>
              <a:avLst/>
              <a:gdLst>
                <a:gd name="T0" fmla="*/ 5 w 15"/>
                <a:gd name="T1" fmla="*/ 0 h 40"/>
                <a:gd name="T2" fmla="*/ 22 w 15"/>
                <a:gd name="T3" fmla="*/ 54 h 40"/>
                <a:gd name="T4" fmla="*/ 42 w 15"/>
                <a:gd name="T5" fmla="*/ 180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40">
                  <a:moveTo>
                    <a:pt x="1" y="0"/>
                  </a:moveTo>
                  <a:cubicBezTo>
                    <a:pt x="0" y="4"/>
                    <a:pt x="2" y="9"/>
                    <a:pt x="5" y="12"/>
                  </a:cubicBezTo>
                  <a:cubicBezTo>
                    <a:pt x="8" y="17"/>
                    <a:pt x="15" y="32"/>
                    <a:pt x="9" y="4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301" name="Freeform 400">
              <a:extLst>
                <a:ext uri="{FF2B5EF4-FFF2-40B4-BE49-F238E27FC236}">
                  <a16:creationId xmlns:a16="http://schemas.microsoft.com/office/drawing/2014/main" id="{5182A8EF-B0E3-4C7C-BA56-FD01D82E71F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0" y="3990"/>
              <a:ext cx="35" cy="62"/>
            </a:xfrm>
            <a:custGeom>
              <a:avLst/>
              <a:gdLst>
                <a:gd name="T0" fmla="*/ 0 w 21"/>
                <a:gd name="T1" fmla="*/ 0 h 38"/>
                <a:gd name="T2" fmla="*/ 55 w 21"/>
                <a:gd name="T3" fmla="*/ 62 h 38"/>
                <a:gd name="T4" fmla="*/ 78 w 21"/>
                <a:gd name="T5" fmla="*/ 165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38">
                  <a:moveTo>
                    <a:pt x="0" y="0"/>
                  </a:moveTo>
                  <a:cubicBezTo>
                    <a:pt x="3" y="7"/>
                    <a:pt x="10" y="12"/>
                    <a:pt x="12" y="14"/>
                  </a:cubicBezTo>
                  <a:cubicBezTo>
                    <a:pt x="19" y="22"/>
                    <a:pt x="21" y="31"/>
                    <a:pt x="17" y="38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302" name="Freeform 401">
              <a:extLst>
                <a:ext uri="{FF2B5EF4-FFF2-40B4-BE49-F238E27FC236}">
                  <a16:creationId xmlns:a16="http://schemas.microsoft.com/office/drawing/2014/main" id="{4008B304-BDCB-422A-86C9-5EBA413EA71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7" y="3985"/>
              <a:ext cx="40" cy="62"/>
            </a:xfrm>
            <a:custGeom>
              <a:avLst/>
              <a:gdLst>
                <a:gd name="T0" fmla="*/ 0 w 24"/>
                <a:gd name="T1" fmla="*/ 0 h 38"/>
                <a:gd name="T2" fmla="*/ 62 w 24"/>
                <a:gd name="T3" fmla="*/ 62 h 38"/>
                <a:gd name="T4" fmla="*/ 105 w 24"/>
                <a:gd name="T5" fmla="*/ 165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38">
                  <a:moveTo>
                    <a:pt x="0" y="0"/>
                  </a:moveTo>
                  <a:cubicBezTo>
                    <a:pt x="4" y="6"/>
                    <a:pt x="8" y="9"/>
                    <a:pt x="13" y="14"/>
                  </a:cubicBezTo>
                  <a:cubicBezTo>
                    <a:pt x="22" y="23"/>
                    <a:pt x="24" y="30"/>
                    <a:pt x="23" y="38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303" name="Freeform 402">
              <a:extLst>
                <a:ext uri="{FF2B5EF4-FFF2-40B4-BE49-F238E27FC236}">
                  <a16:creationId xmlns:a16="http://schemas.microsoft.com/office/drawing/2014/main" id="{F55770D0-5CEB-478A-9B2C-08EA28C51C7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3" y="3978"/>
              <a:ext cx="27" cy="46"/>
            </a:xfrm>
            <a:custGeom>
              <a:avLst/>
              <a:gdLst>
                <a:gd name="T0" fmla="*/ 0 w 16"/>
                <a:gd name="T1" fmla="*/ 0 h 28"/>
                <a:gd name="T2" fmla="*/ 49 w 16"/>
                <a:gd name="T3" fmla="*/ 49 h 28"/>
                <a:gd name="T4" fmla="*/ 78 w 16"/>
                <a:gd name="T5" fmla="*/ 125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28">
                  <a:moveTo>
                    <a:pt x="0" y="0"/>
                  </a:moveTo>
                  <a:cubicBezTo>
                    <a:pt x="2" y="4"/>
                    <a:pt x="6" y="8"/>
                    <a:pt x="10" y="11"/>
                  </a:cubicBezTo>
                  <a:cubicBezTo>
                    <a:pt x="13" y="15"/>
                    <a:pt x="16" y="22"/>
                    <a:pt x="16" y="28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304" name="Freeform 403">
              <a:extLst>
                <a:ext uri="{FF2B5EF4-FFF2-40B4-BE49-F238E27FC236}">
                  <a16:creationId xmlns:a16="http://schemas.microsoft.com/office/drawing/2014/main" id="{FD13F6FF-2854-436D-A3D6-D1D84C1BEAFC}"/>
                </a:ext>
              </a:extLst>
            </p:cNvPr>
            <p:cNvSpPr>
              <a:spLocks/>
            </p:cNvSpPr>
            <p:nvPr/>
          </p:nvSpPr>
          <p:spPr bwMode="auto">
            <a:xfrm>
              <a:off x="983" y="4014"/>
              <a:ext cx="38" cy="22"/>
            </a:xfrm>
            <a:custGeom>
              <a:avLst/>
              <a:gdLst>
                <a:gd name="T0" fmla="*/ 104 w 23"/>
                <a:gd name="T1" fmla="*/ 63 h 13"/>
                <a:gd name="T2" fmla="*/ 28 w 23"/>
                <a:gd name="T3" fmla="*/ 63 h 13"/>
                <a:gd name="T4" fmla="*/ 50 w 23"/>
                <a:gd name="T5" fmla="*/ 0 h 13"/>
                <a:gd name="T6" fmla="*/ 104 w 23"/>
                <a:gd name="T7" fmla="*/ 63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13">
                  <a:moveTo>
                    <a:pt x="23" y="13"/>
                  </a:moveTo>
                  <a:cubicBezTo>
                    <a:pt x="16" y="11"/>
                    <a:pt x="8" y="11"/>
                    <a:pt x="6" y="13"/>
                  </a:cubicBezTo>
                  <a:cubicBezTo>
                    <a:pt x="0" y="4"/>
                    <a:pt x="6" y="0"/>
                    <a:pt x="11" y="0"/>
                  </a:cubicBezTo>
                  <a:cubicBezTo>
                    <a:pt x="21" y="0"/>
                    <a:pt x="23" y="10"/>
                    <a:pt x="23" y="13"/>
                  </a:cubicBezTo>
                  <a:close/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305" name="Freeform 404">
              <a:extLst>
                <a:ext uri="{FF2B5EF4-FFF2-40B4-BE49-F238E27FC236}">
                  <a16:creationId xmlns:a16="http://schemas.microsoft.com/office/drawing/2014/main" id="{211BE608-9E7A-49AA-8D7F-8F742D189B4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2" y="4029"/>
              <a:ext cx="20" cy="18"/>
            </a:xfrm>
            <a:custGeom>
              <a:avLst/>
              <a:gdLst>
                <a:gd name="T0" fmla="*/ 55 w 12"/>
                <a:gd name="T1" fmla="*/ 47 h 11"/>
                <a:gd name="T2" fmla="*/ 0 w 12"/>
                <a:gd name="T3" fmla="*/ 43 h 11"/>
                <a:gd name="T4" fmla="*/ 55 w 12"/>
                <a:gd name="T5" fmla="*/ 47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1">
                  <a:moveTo>
                    <a:pt x="12" y="11"/>
                  </a:moveTo>
                  <a:cubicBezTo>
                    <a:pt x="10" y="11"/>
                    <a:pt x="2" y="9"/>
                    <a:pt x="0" y="10"/>
                  </a:cubicBezTo>
                  <a:cubicBezTo>
                    <a:pt x="1" y="1"/>
                    <a:pt x="11" y="0"/>
                    <a:pt x="12" y="11"/>
                  </a:cubicBezTo>
                  <a:close/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306" name="Freeform 405">
              <a:extLst>
                <a:ext uri="{FF2B5EF4-FFF2-40B4-BE49-F238E27FC236}">
                  <a16:creationId xmlns:a16="http://schemas.microsoft.com/office/drawing/2014/main" id="{45C37448-0CE0-409F-B825-5F370B03A4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3" y="4019"/>
              <a:ext cx="13" cy="13"/>
            </a:xfrm>
            <a:custGeom>
              <a:avLst/>
              <a:gdLst>
                <a:gd name="T0" fmla="*/ 34 w 8"/>
                <a:gd name="T1" fmla="*/ 21 h 8"/>
                <a:gd name="T2" fmla="*/ 5 w 8"/>
                <a:gd name="T3" fmla="*/ 29 h 8"/>
                <a:gd name="T4" fmla="*/ 34 w 8"/>
                <a:gd name="T5" fmla="*/ 21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8">
                  <a:moveTo>
                    <a:pt x="8" y="5"/>
                  </a:moveTo>
                  <a:cubicBezTo>
                    <a:pt x="7" y="7"/>
                    <a:pt x="4" y="8"/>
                    <a:pt x="1" y="7"/>
                  </a:cubicBezTo>
                  <a:cubicBezTo>
                    <a:pt x="0" y="0"/>
                    <a:pt x="7" y="1"/>
                    <a:pt x="8" y="5"/>
                  </a:cubicBezTo>
                  <a:close/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307" name="Freeform 406">
              <a:extLst>
                <a:ext uri="{FF2B5EF4-FFF2-40B4-BE49-F238E27FC236}">
                  <a16:creationId xmlns:a16="http://schemas.microsoft.com/office/drawing/2014/main" id="{AE526597-223F-466B-8899-3274D845A8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3" y="1590"/>
              <a:ext cx="6" cy="110"/>
            </a:xfrm>
            <a:custGeom>
              <a:avLst/>
              <a:gdLst>
                <a:gd name="T0" fmla="*/ 14 w 4"/>
                <a:gd name="T1" fmla="*/ 0 h 67"/>
                <a:gd name="T2" fmla="*/ 0 w 4"/>
                <a:gd name="T3" fmla="*/ 297 h 6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67">
                  <a:moveTo>
                    <a:pt x="4" y="0"/>
                  </a:moveTo>
                  <a:cubicBezTo>
                    <a:pt x="4" y="5"/>
                    <a:pt x="1" y="54"/>
                    <a:pt x="0" y="67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308" name="Freeform 407">
              <a:extLst>
                <a:ext uri="{FF2B5EF4-FFF2-40B4-BE49-F238E27FC236}">
                  <a16:creationId xmlns:a16="http://schemas.microsoft.com/office/drawing/2014/main" id="{77DE3908-1420-452A-B3C6-1E0A701D1B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7" y="2548"/>
              <a:ext cx="59" cy="46"/>
            </a:xfrm>
            <a:custGeom>
              <a:avLst/>
              <a:gdLst>
                <a:gd name="T0" fmla="*/ 0 w 36"/>
                <a:gd name="T1" fmla="*/ 125 h 28"/>
                <a:gd name="T2" fmla="*/ 30 w 36"/>
                <a:gd name="T3" fmla="*/ 105 h 28"/>
                <a:gd name="T4" fmla="*/ 102 w 36"/>
                <a:gd name="T5" fmla="*/ 67 h 28"/>
                <a:gd name="T6" fmla="*/ 159 w 36"/>
                <a:gd name="T7" fmla="*/ 0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" h="28">
                  <a:moveTo>
                    <a:pt x="0" y="28"/>
                  </a:moveTo>
                  <a:cubicBezTo>
                    <a:pt x="1" y="26"/>
                    <a:pt x="4" y="25"/>
                    <a:pt x="7" y="24"/>
                  </a:cubicBezTo>
                  <a:cubicBezTo>
                    <a:pt x="11" y="21"/>
                    <a:pt x="18" y="19"/>
                    <a:pt x="23" y="15"/>
                  </a:cubicBezTo>
                  <a:cubicBezTo>
                    <a:pt x="27" y="12"/>
                    <a:pt x="33" y="2"/>
                    <a:pt x="36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309" name="Freeform 408">
              <a:extLst>
                <a:ext uri="{FF2B5EF4-FFF2-40B4-BE49-F238E27FC236}">
                  <a16:creationId xmlns:a16="http://schemas.microsoft.com/office/drawing/2014/main" id="{F8777F93-6077-4AD2-A1FC-5CB84118C45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7" y="2559"/>
              <a:ext cx="48" cy="48"/>
            </a:xfrm>
            <a:custGeom>
              <a:avLst/>
              <a:gdLst>
                <a:gd name="T0" fmla="*/ 131 w 29"/>
                <a:gd name="T1" fmla="*/ 0 h 29"/>
                <a:gd name="T2" fmla="*/ 84 w 29"/>
                <a:gd name="T3" fmla="*/ 76 h 29"/>
                <a:gd name="T4" fmla="*/ 0 w 29"/>
                <a:gd name="T5" fmla="*/ 131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29">
                  <a:moveTo>
                    <a:pt x="29" y="0"/>
                  </a:moveTo>
                  <a:cubicBezTo>
                    <a:pt x="25" y="5"/>
                    <a:pt x="19" y="15"/>
                    <a:pt x="19" y="17"/>
                  </a:cubicBezTo>
                  <a:cubicBezTo>
                    <a:pt x="14" y="20"/>
                    <a:pt x="9" y="20"/>
                    <a:pt x="0" y="29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310" name="Freeform 409">
              <a:extLst>
                <a:ext uri="{FF2B5EF4-FFF2-40B4-BE49-F238E27FC236}">
                  <a16:creationId xmlns:a16="http://schemas.microsoft.com/office/drawing/2014/main" id="{7BF4A0FC-8CB2-4FCE-ACF6-2790414F971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9" y="2493"/>
              <a:ext cx="62" cy="88"/>
            </a:xfrm>
            <a:custGeom>
              <a:avLst/>
              <a:gdLst>
                <a:gd name="T0" fmla="*/ 147 w 38"/>
                <a:gd name="T1" fmla="*/ 188 h 53"/>
                <a:gd name="T2" fmla="*/ 165 w 38"/>
                <a:gd name="T3" fmla="*/ 96 h 53"/>
                <a:gd name="T4" fmla="*/ 113 w 38"/>
                <a:gd name="T5" fmla="*/ 0 h 53"/>
                <a:gd name="T6" fmla="*/ 83 w 38"/>
                <a:gd name="T7" fmla="*/ 50 h 53"/>
                <a:gd name="T8" fmla="*/ 69 w 38"/>
                <a:gd name="T9" fmla="*/ 174 h 53"/>
                <a:gd name="T10" fmla="*/ 0 w 38"/>
                <a:gd name="T11" fmla="*/ 237 h 5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8" h="53">
                  <a:moveTo>
                    <a:pt x="34" y="41"/>
                  </a:moveTo>
                  <a:cubicBezTo>
                    <a:pt x="34" y="34"/>
                    <a:pt x="38" y="28"/>
                    <a:pt x="38" y="21"/>
                  </a:cubicBezTo>
                  <a:cubicBezTo>
                    <a:pt x="38" y="14"/>
                    <a:pt x="32" y="5"/>
                    <a:pt x="26" y="0"/>
                  </a:cubicBezTo>
                  <a:cubicBezTo>
                    <a:pt x="20" y="0"/>
                    <a:pt x="20" y="6"/>
                    <a:pt x="19" y="11"/>
                  </a:cubicBezTo>
                  <a:cubicBezTo>
                    <a:pt x="19" y="15"/>
                    <a:pt x="18" y="32"/>
                    <a:pt x="16" y="38"/>
                  </a:cubicBezTo>
                  <a:cubicBezTo>
                    <a:pt x="15" y="44"/>
                    <a:pt x="9" y="53"/>
                    <a:pt x="0" y="52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311" name="Freeform 410">
              <a:extLst>
                <a:ext uri="{FF2B5EF4-FFF2-40B4-BE49-F238E27FC236}">
                  <a16:creationId xmlns:a16="http://schemas.microsoft.com/office/drawing/2014/main" id="{6341B035-8AAF-41C0-B708-8786314CFF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5" y="2623"/>
              <a:ext cx="22" cy="10"/>
            </a:xfrm>
            <a:custGeom>
              <a:avLst/>
              <a:gdLst>
                <a:gd name="T0" fmla="*/ 63 w 13"/>
                <a:gd name="T1" fmla="*/ 13 h 6"/>
                <a:gd name="T2" fmla="*/ 0 w 13"/>
                <a:gd name="T3" fmla="*/ 28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6">
                  <a:moveTo>
                    <a:pt x="13" y="3"/>
                  </a:moveTo>
                  <a:cubicBezTo>
                    <a:pt x="11" y="0"/>
                    <a:pt x="5" y="1"/>
                    <a:pt x="0" y="6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312" name="Freeform 411">
              <a:extLst>
                <a:ext uri="{FF2B5EF4-FFF2-40B4-BE49-F238E27FC236}">
                  <a16:creationId xmlns:a16="http://schemas.microsoft.com/office/drawing/2014/main" id="{68F92B61-2E48-4507-8C26-3B0E0738F3B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7" y="2584"/>
              <a:ext cx="9" cy="11"/>
            </a:xfrm>
            <a:custGeom>
              <a:avLst/>
              <a:gdLst>
                <a:gd name="T0" fmla="*/ 21 w 6"/>
                <a:gd name="T1" fmla="*/ 27 h 7"/>
                <a:gd name="T2" fmla="*/ 0 w 6"/>
                <a:gd name="T3" fmla="*/ 8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7">
                  <a:moveTo>
                    <a:pt x="6" y="7"/>
                  </a:moveTo>
                  <a:cubicBezTo>
                    <a:pt x="3" y="4"/>
                    <a:pt x="2" y="0"/>
                    <a:pt x="0" y="2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313" name="Freeform 412">
              <a:extLst>
                <a:ext uri="{FF2B5EF4-FFF2-40B4-BE49-F238E27FC236}">
                  <a16:creationId xmlns:a16="http://schemas.microsoft.com/office/drawing/2014/main" id="{FEEAA78A-386D-407D-AD62-A8D0231EF9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6" y="2556"/>
              <a:ext cx="7" cy="3"/>
            </a:xfrm>
            <a:custGeom>
              <a:avLst/>
              <a:gdLst>
                <a:gd name="T0" fmla="*/ 21 w 4"/>
                <a:gd name="T1" fmla="*/ 5 h 2"/>
                <a:gd name="T2" fmla="*/ 0 w 4"/>
                <a:gd name="T3" fmla="*/ 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">
                  <a:moveTo>
                    <a:pt x="4" y="1"/>
                  </a:moveTo>
                  <a:cubicBezTo>
                    <a:pt x="3" y="0"/>
                    <a:pt x="2" y="0"/>
                    <a:pt x="0" y="2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314" name="Freeform 413">
              <a:extLst>
                <a:ext uri="{FF2B5EF4-FFF2-40B4-BE49-F238E27FC236}">
                  <a16:creationId xmlns:a16="http://schemas.microsoft.com/office/drawing/2014/main" id="{BB342585-5D6D-4AE9-BA0A-7ADB57B551E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3" y="2483"/>
              <a:ext cx="5" cy="17"/>
            </a:xfrm>
            <a:custGeom>
              <a:avLst/>
              <a:gdLst>
                <a:gd name="T0" fmla="*/ 13 w 3"/>
                <a:gd name="T1" fmla="*/ 0 h 10"/>
                <a:gd name="T2" fmla="*/ 0 w 3"/>
                <a:gd name="T3" fmla="*/ 49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0">
                  <a:moveTo>
                    <a:pt x="3" y="0"/>
                  </a:moveTo>
                  <a:cubicBezTo>
                    <a:pt x="2" y="3"/>
                    <a:pt x="0" y="5"/>
                    <a:pt x="0" y="1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315" name="Freeform 414">
              <a:extLst>
                <a:ext uri="{FF2B5EF4-FFF2-40B4-BE49-F238E27FC236}">
                  <a16:creationId xmlns:a16="http://schemas.microsoft.com/office/drawing/2014/main" id="{C5D3B322-8F96-4CC2-9A2F-E902C9BF07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2" y="2490"/>
              <a:ext cx="9" cy="3"/>
            </a:xfrm>
            <a:custGeom>
              <a:avLst/>
              <a:gdLst>
                <a:gd name="T0" fmla="*/ 21 w 6"/>
                <a:gd name="T1" fmla="*/ 8 h 2"/>
                <a:gd name="T2" fmla="*/ 0 w 6"/>
                <a:gd name="T3" fmla="*/ 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">
                  <a:moveTo>
                    <a:pt x="6" y="2"/>
                  </a:moveTo>
                  <a:cubicBezTo>
                    <a:pt x="4" y="1"/>
                    <a:pt x="3" y="0"/>
                    <a:pt x="0" y="2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316" name="Freeform 415">
              <a:extLst>
                <a:ext uri="{FF2B5EF4-FFF2-40B4-BE49-F238E27FC236}">
                  <a16:creationId xmlns:a16="http://schemas.microsoft.com/office/drawing/2014/main" id="{7EE30DC8-9BA5-4DE0-9604-38E7178701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2" y="2518"/>
              <a:ext cx="6" cy="5"/>
            </a:xfrm>
            <a:custGeom>
              <a:avLst/>
              <a:gdLst>
                <a:gd name="T0" fmla="*/ 14 w 4"/>
                <a:gd name="T1" fmla="*/ 0 h 3"/>
                <a:gd name="T2" fmla="*/ 0 w 4"/>
                <a:gd name="T3" fmla="*/ 13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">
                  <a:moveTo>
                    <a:pt x="4" y="0"/>
                  </a:moveTo>
                  <a:cubicBezTo>
                    <a:pt x="2" y="0"/>
                    <a:pt x="1" y="1"/>
                    <a:pt x="0" y="3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317" name="Freeform 416">
              <a:extLst>
                <a:ext uri="{FF2B5EF4-FFF2-40B4-BE49-F238E27FC236}">
                  <a16:creationId xmlns:a16="http://schemas.microsoft.com/office/drawing/2014/main" id="{6E6478B6-44F4-4B88-ACAB-49C40F256F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3" y="2515"/>
              <a:ext cx="33" cy="46"/>
            </a:xfrm>
            <a:custGeom>
              <a:avLst/>
              <a:gdLst>
                <a:gd name="T0" fmla="*/ 89 w 20"/>
                <a:gd name="T1" fmla="*/ 0 h 28"/>
                <a:gd name="T2" fmla="*/ 50 w 20"/>
                <a:gd name="T3" fmla="*/ 95 h 28"/>
                <a:gd name="T4" fmla="*/ 0 w 20"/>
                <a:gd name="T5" fmla="*/ 125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28">
                  <a:moveTo>
                    <a:pt x="20" y="0"/>
                  </a:moveTo>
                  <a:cubicBezTo>
                    <a:pt x="19" y="9"/>
                    <a:pt x="14" y="14"/>
                    <a:pt x="11" y="21"/>
                  </a:cubicBezTo>
                  <a:cubicBezTo>
                    <a:pt x="9" y="27"/>
                    <a:pt x="3" y="24"/>
                    <a:pt x="0" y="28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318" name="Freeform 417">
              <a:extLst>
                <a:ext uri="{FF2B5EF4-FFF2-40B4-BE49-F238E27FC236}">
                  <a16:creationId xmlns:a16="http://schemas.microsoft.com/office/drawing/2014/main" id="{C3F0916C-067D-4EA8-8B02-3E43D2C482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7" y="2503"/>
              <a:ext cx="23" cy="41"/>
            </a:xfrm>
            <a:custGeom>
              <a:avLst/>
              <a:gdLst>
                <a:gd name="T0" fmla="*/ 62 w 14"/>
                <a:gd name="T1" fmla="*/ 0 h 25"/>
                <a:gd name="T2" fmla="*/ 26 w 14"/>
                <a:gd name="T3" fmla="*/ 97 h 25"/>
                <a:gd name="T4" fmla="*/ 0 w 14"/>
                <a:gd name="T5" fmla="*/ 110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25">
                  <a:moveTo>
                    <a:pt x="14" y="0"/>
                  </a:moveTo>
                  <a:cubicBezTo>
                    <a:pt x="13" y="6"/>
                    <a:pt x="9" y="21"/>
                    <a:pt x="6" y="22"/>
                  </a:cubicBezTo>
                  <a:cubicBezTo>
                    <a:pt x="3" y="23"/>
                    <a:pt x="1" y="21"/>
                    <a:pt x="0" y="25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319" name="Freeform 418">
              <a:extLst>
                <a:ext uri="{FF2B5EF4-FFF2-40B4-BE49-F238E27FC236}">
                  <a16:creationId xmlns:a16="http://schemas.microsoft.com/office/drawing/2014/main" id="{60792534-B335-480E-9B82-A2429ED4B3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4" y="2554"/>
              <a:ext cx="4" cy="17"/>
            </a:xfrm>
            <a:custGeom>
              <a:avLst/>
              <a:gdLst>
                <a:gd name="T0" fmla="*/ 0 w 3"/>
                <a:gd name="T1" fmla="*/ 0 h 10"/>
                <a:gd name="T2" fmla="*/ 1 w 3"/>
                <a:gd name="T3" fmla="*/ 49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0">
                  <a:moveTo>
                    <a:pt x="0" y="0"/>
                  </a:moveTo>
                  <a:cubicBezTo>
                    <a:pt x="3" y="1"/>
                    <a:pt x="1" y="8"/>
                    <a:pt x="1" y="1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320" name="Freeform 419">
              <a:extLst>
                <a:ext uri="{FF2B5EF4-FFF2-40B4-BE49-F238E27FC236}">
                  <a16:creationId xmlns:a16="http://schemas.microsoft.com/office/drawing/2014/main" id="{0B7B8491-6C13-40D7-97D2-DB0C910567D3}"/>
                </a:ext>
              </a:extLst>
            </p:cNvPr>
            <p:cNvSpPr>
              <a:spLocks/>
            </p:cNvSpPr>
            <p:nvPr/>
          </p:nvSpPr>
          <p:spPr bwMode="auto">
            <a:xfrm>
              <a:off x="963" y="3851"/>
              <a:ext cx="6" cy="35"/>
            </a:xfrm>
            <a:custGeom>
              <a:avLst/>
              <a:gdLst>
                <a:gd name="T0" fmla="*/ 0 w 4"/>
                <a:gd name="T1" fmla="*/ 0 h 21"/>
                <a:gd name="T2" fmla="*/ 14 w 4"/>
                <a:gd name="T3" fmla="*/ 97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1">
                  <a:moveTo>
                    <a:pt x="0" y="0"/>
                  </a:moveTo>
                  <a:cubicBezTo>
                    <a:pt x="0" y="8"/>
                    <a:pt x="4" y="21"/>
                    <a:pt x="4" y="21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321" name="Freeform 420">
              <a:extLst>
                <a:ext uri="{FF2B5EF4-FFF2-40B4-BE49-F238E27FC236}">
                  <a16:creationId xmlns:a16="http://schemas.microsoft.com/office/drawing/2014/main" id="{0904B220-B7FB-443C-B231-B3B552EFEE24}"/>
                </a:ext>
              </a:extLst>
            </p:cNvPr>
            <p:cNvSpPr>
              <a:spLocks/>
            </p:cNvSpPr>
            <p:nvPr/>
          </p:nvSpPr>
          <p:spPr bwMode="auto">
            <a:xfrm>
              <a:off x="935" y="2014"/>
              <a:ext cx="41" cy="35"/>
            </a:xfrm>
            <a:custGeom>
              <a:avLst/>
              <a:gdLst>
                <a:gd name="T0" fmla="*/ 0 w 25"/>
                <a:gd name="T1" fmla="*/ 63 h 21"/>
                <a:gd name="T2" fmla="*/ 89 w 25"/>
                <a:gd name="T3" fmla="*/ 97 h 21"/>
                <a:gd name="T4" fmla="*/ 0 w 25"/>
                <a:gd name="T5" fmla="*/ 62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21">
                  <a:moveTo>
                    <a:pt x="0" y="14"/>
                  </a:moveTo>
                  <a:cubicBezTo>
                    <a:pt x="6" y="8"/>
                    <a:pt x="17" y="11"/>
                    <a:pt x="20" y="21"/>
                  </a:cubicBezTo>
                  <a:cubicBezTo>
                    <a:pt x="25" y="13"/>
                    <a:pt x="4" y="0"/>
                    <a:pt x="0" y="13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322" name="Freeform 421">
              <a:extLst>
                <a:ext uri="{FF2B5EF4-FFF2-40B4-BE49-F238E27FC236}">
                  <a16:creationId xmlns:a16="http://schemas.microsoft.com/office/drawing/2014/main" id="{A79551EB-3F17-4029-97C2-6970E8E80602}"/>
                </a:ext>
              </a:extLst>
            </p:cNvPr>
            <p:cNvSpPr>
              <a:spLocks/>
            </p:cNvSpPr>
            <p:nvPr/>
          </p:nvSpPr>
          <p:spPr bwMode="auto">
            <a:xfrm>
              <a:off x="870" y="3988"/>
              <a:ext cx="22" cy="16"/>
            </a:xfrm>
            <a:custGeom>
              <a:avLst/>
              <a:gdLst>
                <a:gd name="T0" fmla="*/ 24 w 13"/>
                <a:gd name="T1" fmla="*/ 5 h 10"/>
                <a:gd name="T2" fmla="*/ 54 w 13"/>
                <a:gd name="T3" fmla="*/ 13 h 10"/>
                <a:gd name="T4" fmla="*/ 20 w 13"/>
                <a:gd name="T5" fmla="*/ 16 h 10"/>
                <a:gd name="T6" fmla="*/ 0 w 13"/>
                <a:gd name="T7" fmla="*/ 29 h 10"/>
                <a:gd name="T8" fmla="*/ 49 w 13"/>
                <a:gd name="T9" fmla="*/ 42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0">
                  <a:moveTo>
                    <a:pt x="5" y="1"/>
                  </a:moveTo>
                  <a:cubicBezTo>
                    <a:pt x="7" y="2"/>
                    <a:pt x="10" y="0"/>
                    <a:pt x="11" y="3"/>
                  </a:cubicBezTo>
                  <a:cubicBezTo>
                    <a:pt x="13" y="9"/>
                    <a:pt x="5" y="4"/>
                    <a:pt x="4" y="4"/>
                  </a:cubicBezTo>
                  <a:cubicBezTo>
                    <a:pt x="3" y="4"/>
                    <a:pt x="0" y="4"/>
                    <a:pt x="0" y="7"/>
                  </a:cubicBezTo>
                  <a:cubicBezTo>
                    <a:pt x="1" y="10"/>
                    <a:pt x="8" y="9"/>
                    <a:pt x="10" y="10"/>
                  </a:cubicBezTo>
                </a:path>
              </a:pathLst>
            </a:custGeom>
            <a:noFill/>
            <a:ln w="7938" cap="flat">
              <a:solidFill>
                <a:srgbClr val="F6E8B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323" name="Freeform 422">
              <a:extLst>
                <a:ext uri="{FF2B5EF4-FFF2-40B4-BE49-F238E27FC236}">
                  <a16:creationId xmlns:a16="http://schemas.microsoft.com/office/drawing/2014/main" id="{9D50C9B1-6FE8-4C3C-91B3-C01CC90E7E4E}"/>
                </a:ext>
              </a:extLst>
            </p:cNvPr>
            <p:cNvSpPr>
              <a:spLocks/>
            </p:cNvSpPr>
            <p:nvPr/>
          </p:nvSpPr>
          <p:spPr bwMode="auto">
            <a:xfrm>
              <a:off x="847" y="3990"/>
              <a:ext cx="13" cy="13"/>
            </a:xfrm>
            <a:custGeom>
              <a:avLst/>
              <a:gdLst>
                <a:gd name="T0" fmla="*/ 34 w 8"/>
                <a:gd name="T1" fmla="*/ 21 h 8"/>
                <a:gd name="T2" fmla="*/ 0 w 8"/>
                <a:gd name="T3" fmla="*/ 5 h 8"/>
                <a:gd name="T4" fmla="*/ 26 w 8"/>
                <a:gd name="T5" fmla="*/ 34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8">
                  <a:moveTo>
                    <a:pt x="8" y="5"/>
                  </a:moveTo>
                  <a:cubicBezTo>
                    <a:pt x="7" y="2"/>
                    <a:pt x="3" y="0"/>
                    <a:pt x="0" y="1"/>
                  </a:cubicBezTo>
                  <a:cubicBezTo>
                    <a:pt x="1" y="4"/>
                    <a:pt x="3" y="7"/>
                    <a:pt x="6" y="8"/>
                  </a:cubicBezTo>
                </a:path>
              </a:pathLst>
            </a:custGeom>
            <a:noFill/>
            <a:ln w="7938" cap="flat">
              <a:solidFill>
                <a:srgbClr val="F6E8B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324" name="Freeform 423">
              <a:extLst>
                <a:ext uri="{FF2B5EF4-FFF2-40B4-BE49-F238E27FC236}">
                  <a16:creationId xmlns:a16="http://schemas.microsoft.com/office/drawing/2014/main" id="{2B4FB0E0-0FDF-42FD-8DC6-A9D4B68BC405}"/>
                </a:ext>
              </a:extLst>
            </p:cNvPr>
            <p:cNvSpPr>
              <a:spLocks/>
            </p:cNvSpPr>
            <p:nvPr/>
          </p:nvSpPr>
          <p:spPr bwMode="auto">
            <a:xfrm>
              <a:off x="812" y="3983"/>
              <a:ext cx="22" cy="17"/>
            </a:xfrm>
            <a:custGeom>
              <a:avLst/>
              <a:gdLst>
                <a:gd name="T0" fmla="*/ 63 w 13"/>
                <a:gd name="T1" fmla="*/ 29 h 10"/>
                <a:gd name="T2" fmla="*/ 20 w 13"/>
                <a:gd name="T3" fmla="*/ 9 h 10"/>
                <a:gd name="T4" fmla="*/ 54 w 13"/>
                <a:gd name="T5" fmla="*/ 49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0">
                  <a:moveTo>
                    <a:pt x="13" y="6"/>
                  </a:moveTo>
                  <a:cubicBezTo>
                    <a:pt x="11" y="5"/>
                    <a:pt x="6" y="0"/>
                    <a:pt x="4" y="2"/>
                  </a:cubicBezTo>
                  <a:cubicBezTo>
                    <a:pt x="0" y="6"/>
                    <a:pt x="10" y="10"/>
                    <a:pt x="11" y="10"/>
                  </a:cubicBezTo>
                </a:path>
              </a:pathLst>
            </a:custGeom>
            <a:noFill/>
            <a:ln w="7938" cap="flat">
              <a:solidFill>
                <a:srgbClr val="F6E8B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325" name="Freeform 424">
              <a:extLst>
                <a:ext uri="{FF2B5EF4-FFF2-40B4-BE49-F238E27FC236}">
                  <a16:creationId xmlns:a16="http://schemas.microsoft.com/office/drawing/2014/main" id="{DBAE6577-4BFB-40DD-B58F-A5139F096EE9}"/>
                </a:ext>
              </a:extLst>
            </p:cNvPr>
            <p:cNvSpPr>
              <a:spLocks/>
            </p:cNvSpPr>
            <p:nvPr/>
          </p:nvSpPr>
          <p:spPr bwMode="auto">
            <a:xfrm>
              <a:off x="797" y="3978"/>
              <a:ext cx="9" cy="8"/>
            </a:xfrm>
            <a:custGeom>
              <a:avLst/>
              <a:gdLst>
                <a:gd name="T0" fmla="*/ 29 w 5"/>
                <a:gd name="T1" fmla="*/ 21 h 5"/>
                <a:gd name="T2" fmla="*/ 0 w 5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5">
                  <a:moveTo>
                    <a:pt x="5" y="5"/>
                  </a:moveTo>
                  <a:cubicBezTo>
                    <a:pt x="4" y="2"/>
                    <a:pt x="2" y="1"/>
                    <a:pt x="0" y="0"/>
                  </a:cubicBezTo>
                </a:path>
              </a:pathLst>
            </a:custGeom>
            <a:noFill/>
            <a:ln w="7938" cap="flat">
              <a:solidFill>
                <a:srgbClr val="F6E8B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326" name="Freeform 425">
              <a:extLst>
                <a:ext uri="{FF2B5EF4-FFF2-40B4-BE49-F238E27FC236}">
                  <a16:creationId xmlns:a16="http://schemas.microsoft.com/office/drawing/2014/main" id="{C1C63AA3-CED6-4487-80B0-22E95C864A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6" y="3986"/>
              <a:ext cx="16" cy="14"/>
            </a:xfrm>
            <a:custGeom>
              <a:avLst/>
              <a:gdLst>
                <a:gd name="T0" fmla="*/ 5 w 10"/>
                <a:gd name="T1" fmla="*/ 12 h 8"/>
                <a:gd name="T2" fmla="*/ 35 w 10"/>
                <a:gd name="T3" fmla="*/ 21 h 8"/>
                <a:gd name="T4" fmla="*/ 0 w 10"/>
                <a:gd name="T5" fmla="*/ 37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8">
                  <a:moveTo>
                    <a:pt x="1" y="2"/>
                  </a:moveTo>
                  <a:cubicBezTo>
                    <a:pt x="3" y="2"/>
                    <a:pt x="10" y="0"/>
                    <a:pt x="9" y="4"/>
                  </a:cubicBezTo>
                  <a:cubicBezTo>
                    <a:pt x="8" y="8"/>
                    <a:pt x="2" y="7"/>
                    <a:pt x="0" y="7"/>
                  </a:cubicBezTo>
                </a:path>
              </a:pathLst>
            </a:custGeom>
            <a:noFill/>
            <a:ln w="7938" cap="flat">
              <a:solidFill>
                <a:srgbClr val="F6E8B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327" name="Freeform 426">
              <a:extLst>
                <a:ext uri="{FF2B5EF4-FFF2-40B4-BE49-F238E27FC236}">
                  <a16:creationId xmlns:a16="http://schemas.microsoft.com/office/drawing/2014/main" id="{40B30A59-7D99-4430-81F0-B7AE5D5912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5" y="3990"/>
              <a:ext cx="19" cy="16"/>
            </a:xfrm>
            <a:custGeom>
              <a:avLst/>
              <a:gdLst>
                <a:gd name="T0" fmla="*/ 0 w 11"/>
                <a:gd name="T1" fmla="*/ 21 h 10"/>
                <a:gd name="T2" fmla="*/ 41 w 11"/>
                <a:gd name="T3" fmla="*/ 13 h 10"/>
                <a:gd name="T4" fmla="*/ 0 w 11"/>
                <a:gd name="T5" fmla="*/ 42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0">
                  <a:moveTo>
                    <a:pt x="0" y="5"/>
                  </a:moveTo>
                  <a:cubicBezTo>
                    <a:pt x="2" y="3"/>
                    <a:pt x="5" y="0"/>
                    <a:pt x="8" y="3"/>
                  </a:cubicBezTo>
                  <a:cubicBezTo>
                    <a:pt x="11" y="7"/>
                    <a:pt x="3" y="9"/>
                    <a:pt x="0" y="10"/>
                  </a:cubicBezTo>
                </a:path>
              </a:pathLst>
            </a:custGeom>
            <a:noFill/>
            <a:ln w="7938" cap="flat">
              <a:solidFill>
                <a:srgbClr val="F6E8B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328" name="Freeform 427">
              <a:extLst>
                <a:ext uri="{FF2B5EF4-FFF2-40B4-BE49-F238E27FC236}">
                  <a16:creationId xmlns:a16="http://schemas.microsoft.com/office/drawing/2014/main" id="{A24BE356-B5D6-4C2D-9C5E-6E120B5E23C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4" y="3986"/>
              <a:ext cx="13" cy="7"/>
            </a:xfrm>
            <a:custGeom>
              <a:avLst/>
              <a:gdLst>
                <a:gd name="T0" fmla="*/ 34 w 8"/>
                <a:gd name="T1" fmla="*/ 0 h 4"/>
                <a:gd name="T2" fmla="*/ 0 w 8"/>
                <a:gd name="T3" fmla="*/ 21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4">
                  <a:moveTo>
                    <a:pt x="8" y="0"/>
                  </a:moveTo>
                  <a:cubicBezTo>
                    <a:pt x="5" y="1"/>
                    <a:pt x="2" y="2"/>
                    <a:pt x="0" y="4"/>
                  </a:cubicBezTo>
                </a:path>
              </a:pathLst>
            </a:custGeom>
            <a:noFill/>
            <a:ln w="7938" cap="flat">
              <a:solidFill>
                <a:srgbClr val="F6E8B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329" name="Freeform 428">
              <a:extLst>
                <a:ext uri="{FF2B5EF4-FFF2-40B4-BE49-F238E27FC236}">
                  <a16:creationId xmlns:a16="http://schemas.microsoft.com/office/drawing/2014/main" id="{1EDDD856-8D4A-4BA7-A1C4-E019B22F49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8" y="3978"/>
              <a:ext cx="12" cy="7"/>
            </a:xfrm>
            <a:custGeom>
              <a:avLst/>
              <a:gdLst>
                <a:gd name="T0" fmla="*/ 36 w 7"/>
                <a:gd name="T1" fmla="*/ 0 h 4"/>
                <a:gd name="T2" fmla="*/ 0 w 7"/>
                <a:gd name="T3" fmla="*/ 21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4">
                  <a:moveTo>
                    <a:pt x="7" y="0"/>
                  </a:moveTo>
                  <a:cubicBezTo>
                    <a:pt x="5" y="1"/>
                    <a:pt x="2" y="2"/>
                    <a:pt x="0" y="4"/>
                  </a:cubicBezTo>
                </a:path>
              </a:pathLst>
            </a:custGeom>
            <a:noFill/>
            <a:ln w="7938" cap="flat">
              <a:solidFill>
                <a:srgbClr val="F6E8B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330" name="Freeform 429">
              <a:extLst>
                <a:ext uri="{FF2B5EF4-FFF2-40B4-BE49-F238E27FC236}">
                  <a16:creationId xmlns:a16="http://schemas.microsoft.com/office/drawing/2014/main" id="{B6CA28D4-C963-434B-9792-A64B38069A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3" y="4026"/>
              <a:ext cx="17" cy="16"/>
            </a:xfrm>
            <a:custGeom>
              <a:avLst/>
              <a:gdLst>
                <a:gd name="T0" fmla="*/ 9 w 10"/>
                <a:gd name="T1" fmla="*/ 35 h 10"/>
                <a:gd name="T2" fmla="*/ 5 w 10"/>
                <a:gd name="T3" fmla="*/ 8 h 10"/>
                <a:gd name="T4" fmla="*/ 34 w 10"/>
                <a:gd name="T5" fmla="*/ 5 h 10"/>
                <a:gd name="T6" fmla="*/ 49 w 10"/>
                <a:gd name="T7" fmla="*/ 34 h 10"/>
                <a:gd name="T8" fmla="*/ 15 w 10"/>
                <a:gd name="T9" fmla="*/ 42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0">
                  <a:moveTo>
                    <a:pt x="2" y="9"/>
                  </a:moveTo>
                  <a:cubicBezTo>
                    <a:pt x="0" y="8"/>
                    <a:pt x="1" y="3"/>
                    <a:pt x="1" y="2"/>
                  </a:cubicBezTo>
                  <a:cubicBezTo>
                    <a:pt x="3" y="0"/>
                    <a:pt x="5" y="0"/>
                    <a:pt x="7" y="1"/>
                  </a:cubicBezTo>
                  <a:cubicBezTo>
                    <a:pt x="9" y="2"/>
                    <a:pt x="10" y="6"/>
                    <a:pt x="10" y="8"/>
                  </a:cubicBezTo>
                  <a:cubicBezTo>
                    <a:pt x="8" y="8"/>
                    <a:pt x="5" y="8"/>
                    <a:pt x="3" y="1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331" name="Freeform 430">
              <a:extLst>
                <a:ext uri="{FF2B5EF4-FFF2-40B4-BE49-F238E27FC236}">
                  <a16:creationId xmlns:a16="http://schemas.microsoft.com/office/drawing/2014/main" id="{B19D3AE2-7A42-4004-852C-32ED44B494F0}"/>
                </a:ext>
              </a:extLst>
            </p:cNvPr>
            <p:cNvSpPr>
              <a:spLocks/>
            </p:cNvSpPr>
            <p:nvPr/>
          </p:nvSpPr>
          <p:spPr bwMode="auto">
            <a:xfrm>
              <a:off x="799" y="4024"/>
              <a:ext cx="13" cy="18"/>
            </a:xfrm>
            <a:custGeom>
              <a:avLst/>
              <a:gdLst>
                <a:gd name="T0" fmla="*/ 0 w 8"/>
                <a:gd name="T1" fmla="*/ 34 h 11"/>
                <a:gd name="T2" fmla="*/ 26 w 8"/>
                <a:gd name="T3" fmla="*/ 13 h 11"/>
                <a:gd name="T4" fmla="*/ 29 w 8"/>
                <a:gd name="T5" fmla="*/ 29 h 11"/>
                <a:gd name="T6" fmla="*/ 29 w 8"/>
                <a:gd name="T7" fmla="*/ 47 h 11"/>
                <a:gd name="T8" fmla="*/ 0 w 8"/>
                <a:gd name="T9" fmla="*/ 41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11">
                  <a:moveTo>
                    <a:pt x="0" y="8"/>
                  </a:moveTo>
                  <a:cubicBezTo>
                    <a:pt x="0" y="6"/>
                    <a:pt x="3" y="0"/>
                    <a:pt x="6" y="3"/>
                  </a:cubicBezTo>
                  <a:cubicBezTo>
                    <a:pt x="7" y="3"/>
                    <a:pt x="7" y="5"/>
                    <a:pt x="7" y="7"/>
                  </a:cubicBezTo>
                  <a:cubicBezTo>
                    <a:pt x="7" y="8"/>
                    <a:pt x="8" y="10"/>
                    <a:pt x="7" y="11"/>
                  </a:cubicBezTo>
                  <a:cubicBezTo>
                    <a:pt x="5" y="10"/>
                    <a:pt x="2" y="7"/>
                    <a:pt x="0" y="9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332" name="Freeform 431">
              <a:extLst>
                <a:ext uri="{FF2B5EF4-FFF2-40B4-BE49-F238E27FC236}">
                  <a16:creationId xmlns:a16="http://schemas.microsoft.com/office/drawing/2014/main" id="{43D0D474-257C-47EC-A534-A884365BAE6E}"/>
                </a:ext>
              </a:extLst>
            </p:cNvPr>
            <p:cNvSpPr>
              <a:spLocks/>
            </p:cNvSpPr>
            <p:nvPr/>
          </p:nvSpPr>
          <p:spPr bwMode="auto">
            <a:xfrm>
              <a:off x="750" y="1519"/>
              <a:ext cx="49" cy="56"/>
            </a:xfrm>
            <a:custGeom>
              <a:avLst/>
              <a:gdLst>
                <a:gd name="T0" fmla="*/ 0 w 30"/>
                <a:gd name="T1" fmla="*/ 81 h 34"/>
                <a:gd name="T2" fmla="*/ 62 w 30"/>
                <a:gd name="T3" fmla="*/ 0 h 34"/>
                <a:gd name="T4" fmla="*/ 131 w 30"/>
                <a:gd name="T5" fmla="*/ 71 h 34"/>
                <a:gd name="T6" fmla="*/ 69 w 30"/>
                <a:gd name="T7" fmla="*/ 147 h 34"/>
                <a:gd name="T8" fmla="*/ 0 w 30"/>
                <a:gd name="T9" fmla="*/ 81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34">
                  <a:moveTo>
                    <a:pt x="0" y="18"/>
                  </a:moveTo>
                  <a:cubicBezTo>
                    <a:pt x="0" y="9"/>
                    <a:pt x="6" y="1"/>
                    <a:pt x="14" y="0"/>
                  </a:cubicBezTo>
                  <a:cubicBezTo>
                    <a:pt x="22" y="0"/>
                    <a:pt x="29" y="7"/>
                    <a:pt x="30" y="16"/>
                  </a:cubicBezTo>
                  <a:cubicBezTo>
                    <a:pt x="30" y="25"/>
                    <a:pt x="24" y="33"/>
                    <a:pt x="16" y="33"/>
                  </a:cubicBezTo>
                  <a:cubicBezTo>
                    <a:pt x="8" y="34"/>
                    <a:pt x="1" y="27"/>
                    <a:pt x="0" y="18"/>
                  </a:cubicBezTo>
                </a:path>
              </a:pathLst>
            </a:custGeom>
            <a:solidFill>
              <a:srgbClr val="F9CA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333" name="Freeform 432">
              <a:extLst>
                <a:ext uri="{FF2B5EF4-FFF2-40B4-BE49-F238E27FC236}">
                  <a16:creationId xmlns:a16="http://schemas.microsoft.com/office/drawing/2014/main" id="{492C81E4-F433-4449-9D9F-9E68161FA06A}"/>
                </a:ext>
              </a:extLst>
            </p:cNvPr>
            <p:cNvSpPr>
              <a:spLocks/>
            </p:cNvSpPr>
            <p:nvPr/>
          </p:nvSpPr>
          <p:spPr bwMode="auto">
            <a:xfrm>
              <a:off x="677" y="1428"/>
              <a:ext cx="215" cy="211"/>
            </a:xfrm>
            <a:custGeom>
              <a:avLst/>
              <a:gdLst>
                <a:gd name="T0" fmla="*/ 0 w 130"/>
                <a:gd name="T1" fmla="*/ 0 h 128"/>
                <a:gd name="T2" fmla="*/ 28 w 130"/>
                <a:gd name="T3" fmla="*/ 117 h 128"/>
                <a:gd name="T4" fmla="*/ 46 w 130"/>
                <a:gd name="T5" fmla="*/ 158 h 128"/>
                <a:gd name="T6" fmla="*/ 46 w 130"/>
                <a:gd name="T7" fmla="*/ 251 h 128"/>
                <a:gd name="T8" fmla="*/ 50 w 130"/>
                <a:gd name="T9" fmla="*/ 364 h 128"/>
                <a:gd name="T10" fmla="*/ 281 w 130"/>
                <a:gd name="T11" fmla="*/ 574 h 128"/>
                <a:gd name="T12" fmla="*/ 569 w 130"/>
                <a:gd name="T13" fmla="*/ 407 h 128"/>
                <a:gd name="T14" fmla="*/ 589 w 130"/>
                <a:gd name="T15" fmla="*/ 359 h 128"/>
                <a:gd name="T16" fmla="*/ 569 w 130"/>
                <a:gd name="T17" fmla="*/ 402 h 128"/>
                <a:gd name="T18" fmla="*/ 281 w 130"/>
                <a:gd name="T19" fmla="*/ 569 h 128"/>
                <a:gd name="T20" fmla="*/ 55 w 130"/>
                <a:gd name="T21" fmla="*/ 359 h 128"/>
                <a:gd name="T22" fmla="*/ 50 w 130"/>
                <a:gd name="T23" fmla="*/ 251 h 128"/>
                <a:gd name="T24" fmla="*/ 55 w 130"/>
                <a:gd name="T25" fmla="*/ 158 h 128"/>
                <a:gd name="T26" fmla="*/ 36 w 130"/>
                <a:gd name="T27" fmla="*/ 112 h 128"/>
                <a:gd name="T28" fmla="*/ 0 w 130"/>
                <a:gd name="T29" fmla="*/ 0 h 12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30" h="128">
                  <a:moveTo>
                    <a:pt x="0" y="0"/>
                  </a:moveTo>
                  <a:cubicBezTo>
                    <a:pt x="0" y="11"/>
                    <a:pt x="3" y="19"/>
                    <a:pt x="6" y="26"/>
                  </a:cubicBezTo>
                  <a:cubicBezTo>
                    <a:pt x="8" y="29"/>
                    <a:pt x="10" y="32"/>
                    <a:pt x="10" y="35"/>
                  </a:cubicBezTo>
                  <a:cubicBezTo>
                    <a:pt x="12" y="40"/>
                    <a:pt x="11" y="48"/>
                    <a:pt x="10" y="56"/>
                  </a:cubicBezTo>
                  <a:cubicBezTo>
                    <a:pt x="8" y="64"/>
                    <a:pt x="9" y="73"/>
                    <a:pt x="11" y="81"/>
                  </a:cubicBezTo>
                  <a:cubicBezTo>
                    <a:pt x="14" y="109"/>
                    <a:pt x="35" y="128"/>
                    <a:pt x="62" y="128"/>
                  </a:cubicBezTo>
                  <a:cubicBezTo>
                    <a:pt x="107" y="128"/>
                    <a:pt x="118" y="109"/>
                    <a:pt x="126" y="91"/>
                  </a:cubicBezTo>
                  <a:cubicBezTo>
                    <a:pt x="130" y="80"/>
                    <a:pt x="130" y="80"/>
                    <a:pt x="130" y="80"/>
                  </a:cubicBezTo>
                  <a:cubicBezTo>
                    <a:pt x="126" y="90"/>
                    <a:pt x="126" y="90"/>
                    <a:pt x="126" y="90"/>
                  </a:cubicBezTo>
                  <a:cubicBezTo>
                    <a:pt x="118" y="107"/>
                    <a:pt x="107" y="127"/>
                    <a:pt x="62" y="127"/>
                  </a:cubicBezTo>
                  <a:cubicBezTo>
                    <a:pt x="37" y="127"/>
                    <a:pt x="15" y="107"/>
                    <a:pt x="12" y="80"/>
                  </a:cubicBezTo>
                  <a:cubicBezTo>
                    <a:pt x="11" y="73"/>
                    <a:pt x="10" y="64"/>
                    <a:pt x="11" y="56"/>
                  </a:cubicBezTo>
                  <a:cubicBezTo>
                    <a:pt x="13" y="48"/>
                    <a:pt x="14" y="40"/>
                    <a:pt x="12" y="35"/>
                  </a:cubicBezTo>
                  <a:cubicBezTo>
                    <a:pt x="11" y="32"/>
                    <a:pt x="10" y="28"/>
                    <a:pt x="8" y="25"/>
                  </a:cubicBezTo>
                  <a:cubicBezTo>
                    <a:pt x="5" y="18"/>
                    <a:pt x="0" y="10"/>
                    <a:pt x="0" y="0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334" name="Freeform 433">
              <a:extLst>
                <a:ext uri="{FF2B5EF4-FFF2-40B4-BE49-F238E27FC236}">
                  <a16:creationId xmlns:a16="http://schemas.microsoft.com/office/drawing/2014/main" id="{3DB15945-43D6-49F9-9A3A-DA2BFA06C3D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63" y="1535"/>
              <a:ext cx="21" cy="23"/>
            </a:xfrm>
            <a:custGeom>
              <a:avLst/>
              <a:gdLst>
                <a:gd name="T0" fmla="*/ 55 w 13"/>
                <a:gd name="T1" fmla="*/ 21 h 14"/>
                <a:gd name="T2" fmla="*/ 50 w 13"/>
                <a:gd name="T3" fmla="*/ 35 h 14"/>
                <a:gd name="T4" fmla="*/ 42 w 13"/>
                <a:gd name="T5" fmla="*/ 43 h 14"/>
                <a:gd name="T6" fmla="*/ 29 w 13"/>
                <a:gd name="T7" fmla="*/ 54 h 14"/>
                <a:gd name="T8" fmla="*/ 16 w 13"/>
                <a:gd name="T9" fmla="*/ 43 h 14"/>
                <a:gd name="T10" fmla="*/ 13 w 13"/>
                <a:gd name="T11" fmla="*/ 33 h 14"/>
                <a:gd name="T12" fmla="*/ 13 w 13"/>
                <a:gd name="T13" fmla="*/ 33 h 14"/>
                <a:gd name="T14" fmla="*/ 13 w 13"/>
                <a:gd name="T15" fmla="*/ 33 h 14"/>
                <a:gd name="T16" fmla="*/ 13 w 13"/>
                <a:gd name="T17" fmla="*/ 21 h 14"/>
                <a:gd name="T18" fmla="*/ 8 w 13"/>
                <a:gd name="T19" fmla="*/ 21 h 14"/>
                <a:gd name="T20" fmla="*/ 8 w 13"/>
                <a:gd name="T21" fmla="*/ 13 h 14"/>
                <a:gd name="T22" fmla="*/ 0 w 13"/>
                <a:gd name="T23" fmla="*/ 33 h 14"/>
                <a:gd name="T24" fmla="*/ 13 w 13"/>
                <a:gd name="T25" fmla="*/ 54 h 14"/>
                <a:gd name="T26" fmla="*/ 29 w 13"/>
                <a:gd name="T27" fmla="*/ 62 h 14"/>
                <a:gd name="T28" fmla="*/ 50 w 13"/>
                <a:gd name="T29" fmla="*/ 54 h 14"/>
                <a:gd name="T30" fmla="*/ 55 w 13"/>
                <a:gd name="T31" fmla="*/ 26 h 14"/>
                <a:gd name="T32" fmla="*/ 55 w 13"/>
                <a:gd name="T33" fmla="*/ 21 h 14"/>
                <a:gd name="T34" fmla="*/ 26 w 13"/>
                <a:gd name="T35" fmla="*/ 8 h 14"/>
                <a:gd name="T36" fmla="*/ 29 w 13"/>
                <a:gd name="T37" fmla="*/ 8 h 14"/>
                <a:gd name="T38" fmla="*/ 29 w 13"/>
                <a:gd name="T39" fmla="*/ 13 h 14"/>
                <a:gd name="T40" fmla="*/ 29 w 13"/>
                <a:gd name="T41" fmla="*/ 5 h 14"/>
                <a:gd name="T42" fmla="*/ 29 w 13"/>
                <a:gd name="T43" fmla="*/ 0 h 14"/>
                <a:gd name="T44" fmla="*/ 26 w 13"/>
                <a:gd name="T45" fmla="*/ 0 h 14"/>
                <a:gd name="T46" fmla="*/ 26 w 13"/>
                <a:gd name="T47" fmla="*/ 0 h 14"/>
                <a:gd name="T48" fmla="*/ 26 w 13"/>
                <a:gd name="T49" fmla="*/ 8 h 14"/>
                <a:gd name="T50" fmla="*/ 26 w 13"/>
                <a:gd name="T51" fmla="*/ 8 h 14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13" h="14">
                  <a:moveTo>
                    <a:pt x="13" y="5"/>
                  </a:moveTo>
                  <a:cubicBezTo>
                    <a:pt x="12" y="6"/>
                    <a:pt x="12" y="7"/>
                    <a:pt x="12" y="8"/>
                  </a:cubicBezTo>
                  <a:cubicBezTo>
                    <a:pt x="11" y="9"/>
                    <a:pt x="11" y="10"/>
                    <a:pt x="10" y="10"/>
                  </a:cubicBezTo>
                  <a:cubicBezTo>
                    <a:pt x="7" y="12"/>
                    <a:pt x="7" y="12"/>
                    <a:pt x="7" y="12"/>
                  </a:cubicBezTo>
                  <a:cubicBezTo>
                    <a:pt x="7" y="12"/>
                    <a:pt x="4" y="10"/>
                    <a:pt x="4" y="10"/>
                  </a:cubicBezTo>
                  <a:cubicBezTo>
                    <a:pt x="3" y="7"/>
                    <a:pt x="3" y="7"/>
                    <a:pt x="3" y="7"/>
                  </a:cubicBezTo>
                  <a:cubicBezTo>
                    <a:pt x="3" y="7"/>
                    <a:pt x="3" y="7"/>
                    <a:pt x="3" y="7"/>
                  </a:cubicBezTo>
                  <a:cubicBezTo>
                    <a:pt x="3" y="7"/>
                    <a:pt x="3" y="7"/>
                    <a:pt x="3" y="7"/>
                  </a:cubicBezTo>
                  <a:cubicBezTo>
                    <a:pt x="3" y="6"/>
                    <a:pt x="3" y="6"/>
                    <a:pt x="3" y="5"/>
                  </a:cubicBezTo>
                  <a:cubicBezTo>
                    <a:pt x="3" y="5"/>
                    <a:pt x="3" y="5"/>
                    <a:pt x="2" y="5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3" y="12"/>
                    <a:pt x="3" y="12"/>
                    <a:pt x="3" y="12"/>
                  </a:cubicBezTo>
                  <a:cubicBezTo>
                    <a:pt x="7" y="14"/>
                    <a:pt x="7" y="14"/>
                    <a:pt x="7" y="14"/>
                  </a:cubicBezTo>
                  <a:cubicBezTo>
                    <a:pt x="12" y="12"/>
                    <a:pt x="12" y="12"/>
                    <a:pt x="12" y="12"/>
                  </a:cubicBezTo>
                  <a:cubicBezTo>
                    <a:pt x="13" y="6"/>
                    <a:pt x="13" y="6"/>
                    <a:pt x="13" y="6"/>
                  </a:cubicBezTo>
                  <a:lnTo>
                    <a:pt x="13" y="5"/>
                  </a:lnTo>
                  <a:close/>
                  <a:moveTo>
                    <a:pt x="6" y="2"/>
                  </a:moveTo>
                  <a:cubicBezTo>
                    <a:pt x="6" y="2"/>
                    <a:pt x="6" y="2"/>
                    <a:pt x="7" y="2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7" y="2"/>
                    <a:pt x="7" y="1"/>
                    <a:pt x="7" y="1"/>
                  </a:cubicBezTo>
                  <a:cubicBezTo>
                    <a:pt x="7" y="1"/>
                    <a:pt x="7" y="0"/>
                    <a:pt x="7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6" y="1"/>
                    <a:pt x="6" y="1"/>
                    <a:pt x="6" y="2"/>
                  </a:cubicBezTo>
                  <a:cubicBezTo>
                    <a:pt x="6" y="2"/>
                    <a:pt x="6" y="2"/>
                    <a:pt x="6" y="2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335" name="Freeform 434">
              <a:extLst>
                <a:ext uri="{FF2B5EF4-FFF2-40B4-BE49-F238E27FC236}">
                  <a16:creationId xmlns:a16="http://schemas.microsoft.com/office/drawing/2014/main" id="{E11E5821-B1AE-4C6C-8B1F-CD21556E318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48" y="1519"/>
              <a:ext cx="53" cy="57"/>
            </a:xfrm>
            <a:custGeom>
              <a:avLst/>
              <a:gdLst>
                <a:gd name="T0" fmla="*/ 0 w 32"/>
                <a:gd name="T1" fmla="*/ 88 h 35"/>
                <a:gd name="T2" fmla="*/ 5 w 32"/>
                <a:gd name="T3" fmla="*/ 98 h 35"/>
                <a:gd name="T4" fmla="*/ 13 w 32"/>
                <a:gd name="T5" fmla="*/ 96 h 35"/>
                <a:gd name="T6" fmla="*/ 8 w 32"/>
                <a:gd name="T7" fmla="*/ 81 h 35"/>
                <a:gd name="T8" fmla="*/ 0 w 32"/>
                <a:gd name="T9" fmla="*/ 88 h 35"/>
                <a:gd name="T10" fmla="*/ 68 w 32"/>
                <a:gd name="T11" fmla="*/ 8 h 35"/>
                <a:gd name="T12" fmla="*/ 68 w 32"/>
                <a:gd name="T13" fmla="*/ 0 h 35"/>
                <a:gd name="T14" fmla="*/ 63 w 32"/>
                <a:gd name="T15" fmla="*/ 5 h 35"/>
                <a:gd name="T16" fmla="*/ 63 w 32"/>
                <a:gd name="T17" fmla="*/ 8 h 35"/>
                <a:gd name="T18" fmla="*/ 68 w 32"/>
                <a:gd name="T19" fmla="*/ 8 h 35"/>
                <a:gd name="T20" fmla="*/ 68 w 32"/>
                <a:gd name="T21" fmla="*/ 8 h 35"/>
                <a:gd name="T22" fmla="*/ 137 w 32"/>
                <a:gd name="T23" fmla="*/ 75 h 35"/>
                <a:gd name="T24" fmla="*/ 146 w 32"/>
                <a:gd name="T25" fmla="*/ 64 h 35"/>
                <a:gd name="T26" fmla="*/ 133 w 32"/>
                <a:gd name="T27" fmla="*/ 34 h 35"/>
                <a:gd name="T28" fmla="*/ 133 w 32"/>
                <a:gd name="T29" fmla="*/ 34 h 35"/>
                <a:gd name="T30" fmla="*/ 124 w 32"/>
                <a:gd name="T31" fmla="*/ 39 h 35"/>
                <a:gd name="T32" fmla="*/ 137 w 32"/>
                <a:gd name="T33" fmla="*/ 68 h 35"/>
                <a:gd name="T34" fmla="*/ 137 w 32"/>
                <a:gd name="T35" fmla="*/ 75 h 35"/>
                <a:gd name="T36" fmla="*/ 118 w 32"/>
                <a:gd name="T37" fmla="*/ 117 h 35"/>
                <a:gd name="T38" fmla="*/ 76 w 32"/>
                <a:gd name="T39" fmla="*/ 138 h 35"/>
                <a:gd name="T40" fmla="*/ 28 w 32"/>
                <a:gd name="T41" fmla="*/ 117 h 35"/>
                <a:gd name="T42" fmla="*/ 13 w 32"/>
                <a:gd name="T43" fmla="*/ 122 h 35"/>
                <a:gd name="T44" fmla="*/ 76 w 32"/>
                <a:gd name="T45" fmla="*/ 151 h 35"/>
                <a:gd name="T46" fmla="*/ 126 w 32"/>
                <a:gd name="T47" fmla="*/ 122 h 35"/>
                <a:gd name="T48" fmla="*/ 139 w 32"/>
                <a:gd name="T49" fmla="*/ 90 h 35"/>
                <a:gd name="T50" fmla="*/ 133 w 32"/>
                <a:gd name="T51" fmla="*/ 96 h 35"/>
                <a:gd name="T52" fmla="*/ 118 w 32"/>
                <a:gd name="T53" fmla="*/ 117 h 35"/>
                <a:gd name="T54" fmla="*/ 28 w 32"/>
                <a:gd name="T55" fmla="*/ 29 h 35"/>
                <a:gd name="T56" fmla="*/ 20 w 32"/>
                <a:gd name="T57" fmla="*/ 21 h 35"/>
                <a:gd name="T58" fmla="*/ 8 w 32"/>
                <a:gd name="T59" fmla="*/ 39 h 35"/>
                <a:gd name="T60" fmla="*/ 20 w 32"/>
                <a:gd name="T61" fmla="*/ 47 h 35"/>
                <a:gd name="T62" fmla="*/ 28 w 32"/>
                <a:gd name="T63" fmla="*/ 29 h 35"/>
                <a:gd name="T64" fmla="*/ 0 w 32"/>
                <a:gd name="T65" fmla="*/ 60 h 35"/>
                <a:gd name="T66" fmla="*/ 0 w 32"/>
                <a:gd name="T67" fmla="*/ 60 h 35"/>
                <a:gd name="T68" fmla="*/ 0 w 32"/>
                <a:gd name="T69" fmla="*/ 60 h 35"/>
                <a:gd name="T70" fmla="*/ 0 w 32"/>
                <a:gd name="T71" fmla="*/ 60 h 35"/>
                <a:gd name="T72" fmla="*/ 109 w 32"/>
                <a:gd name="T73" fmla="*/ 21 h 35"/>
                <a:gd name="T74" fmla="*/ 118 w 32"/>
                <a:gd name="T75" fmla="*/ 13 h 35"/>
                <a:gd name="T76" fmla="*/ 91 w 32"/>
                <a:gd name="T77" fmla="*/ 0 h 35"/>
                <a:gd name="T78" fmla="*/ 91 w 32"/>
                <a:gd name="T79" fmla="*/ 8 h 35"/>
                <a:gd name="T80" fmla="*/ 109 w 32"/>
                <a:gd name="T81" fmla="*/ 21 h 35"/>
                <a:gd name="T82" fmla="*/ 41 w 32"/>
                <a:gd name="T83" fmla="*/ 18 h 35"/>
                <a:gd name="T84" fmla="*/ 46 w 32"/>
                <a:gd name="T85" fmla="*/ 5 h 35"/>
                <a:gd name="T86" fmla="*/ 36 w 32"/>
                <a:gd name="T87" fmla="*/ 8 h 35"/>
                <a:gd name="T88" fmla="*/ 41 w 32"/>
                <a:gd name="T89" fmla="*/ 18 h 35"/>
                <a:gd name="T90" fmla="*/ 41 w 32"/>
                <a:gd name="T91" fmla="*/ 18 h 35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32" h="35">
                  <a:moveTo>
                    <a:pt x="0" y="20"/>
                  </a:moveTo>
                  <a:cubicBezTo>
                    <a:pt x="0" y="21"/>
                    <a:pt x="1" y="22"/>
                    <a:pt x="1" y="23"/>
                  </a:cubicBezTo>
                  <a:cubicBezTo>
                    <a:pt x="2" y="23"/>
                    <a:pt x="2" y="23"/>
                    <a:pt x="3" y="22"/>
                  </a:cubicBezTo>
                  <a:cubicBezTo>
                    <a:pt x="3" y="21"/>
                    <a:pt x="2" y="20"/>
                    <a:pt x="2" y="19"/>
                  </a:cubicBezTo>
                  <a:cubicBezTo>
                    <a:pt x="2" y="19"/>
                    <a:pt x="1" y="19"/>
                    <a:pt x="0" y="20"/>
                  </a:cubicBezTo>
                  <a:moveTo>
                    <a:pt x="15" y="2"/>
                  </a:moveTo>
                  <a:cubicBezTo>
                    <a:pt x="15" y="1"/>
                    <a:pt x="15" y="1"/>
                    <a:pt x="15" y="0"/>
                  </a:cubicBezTo>
                  <a:cubicBezTo>
                    <a:pt x="15" y="0"/>
                    <a:pt x="14" y="1"/>
                    <a:pt x="14" y="1"/>
                  </a:cubicBezTo>
                  <a:cubicBezTo>
                    <a:pt x="14" y="1"/>
                    <a:pt x="14" y="1"/>
                    <a:pt x="14" y="2"/>
                  </a:cubicBezTo>
                  <a:cubicBezTo>
                    <a:pt x="14" y="2"/>
                    <a:pt x="15" y="2"/>
                    <a:pt x="15" y="2"/>
                  </a:cubicBezTo>
                  <a:cubicBezTo>
                    <a:pt x="15" y="2"/>
                    <a:pt x="15" y="2"/>
                    <a:pt x="15" y="2"/>
                  </a:cubicBezTo>
                  <a:moveTo>
                    <a:pt x="30" y="17"/>
                  </a:moveTo>
                  <a:cubicBezTo>
                    <a:pt x="30" y="16"/>
                    <a:pt x="31" y="16"/>
                    <a:pt x="32" y="15"/>
                  </a:cubicBezTo>
                  <a:cubicBezTo>
                    <a:pt x="31" y="12"/>
                    <a:pt x="31" y="10"/>
                    <a:pt x="29" y="8"/>
                  </a:cubicBezTo>
                  <a:cubicBezTo>
                    <a:pt x="29" y="8"/>
                    <a:pt x="29" y="8"/>
                    <a:pt x="29" y="8"/>
                  </a:cubicBezTo>
                  <a:cubicBezTo>
                    <a:pt x="28" y="8"/>
                    <a:pt x="28" y="8"/>
                    <a:pt x="27" y="9"/>
                  </a:cubicBezTo>
                  <a:cubicBezTo>
                    <a:pt x="29" y="11"/>
                    <a:pt x="29" y="13"/>
                    <a:pt x="30" y="16"/>
                  </a:cubicBezTo>
                  <a:cubicBezTo>
                    <a:pt x="30" y="16"/>
                    <a:pt x="29" y="16"/>
                    <a:pt x="30" y="17"/>
                  </a:cubicBezTo>
                  <a:moveTo>
                    <a:pt x="26" y="27"/>
                  </a:moveTo>
                  <a:cubicBezTo>
                    <a:pt x="24" y="30"/>
                    <a:pt x="21" y="32"/>
                    <a:pt x="17" y="32"/>
                  </a:cubicBezTo>
                  <a:cubicBezTo>
                    <a:pt x="12" y="32"/>
                    <a:pt x="8" y="30"/>
                    <a:pt x="6" y="27"/>
                  </a:cubicBezTo>
                  <a:cubicBezTo>
                    <a:pt x="5" y="27"/>
                    <a:pt x="4" y="27"/>
                    <a:pt x="3" y="28"/>
                  </a:cubicBezTo>
                  <a:cubicBezTo>
                    <a:pt x="7" y="32"/>
                    <a:pt x="12" y="35"/>
                    <a:pt x="17" y="35"/>
                  </a:cubicBezTo>
                  <a:cubicBezTo>
                    <a:pt x="21" y="34"/>
                    <a:pt x="25" y="32"/>
                    <a:pt x="28" y="28"/>
                  </a:cubicBezTo>
                  <a:cubicBezTo>
                    <a:pt x="30" y="26"/>
                    <a:pt x="31" y="24"/>
                    <a:pt x="31" y="21"/>
                  </a:cubicBezTo>
                  <a:cubicBezTo>
                    <a:pt x="30" y="22"/>
                    <a:pt x="29" y="22"/>
                    <a:pt x="29" y="22"/>
                  </a:cubicBezTo>
                  <a:cubicBezTo>
                    <a:pt x="28" y="24"/>
                    <a:pt x="27" y="25"/>
                    <a:pt x="26" y="27"/>
                  </a:cubicBezTo>
                  <a:moveTo>
                    <a:pt x="6" y="7"/>
                  </a:moveTo>
                  <a:cubicBezTo>
                    <a:pt x="5" y="6"/>
                    <a:pt x="5" y="6"/>
                    <a:pt x="4" y="5"/>
                  </a:cubicBezTo>
                  <a:cubicBezTo>
                    <a:pt x="3" y="6"/>
                    <a:pt x="2" y="7"/>
                    <a:pt x="2" y="9"/>
                  </a:cubicBezTo>
                  <a:cubicBezTo>
                    <a:pt x="2" y="9"/>
                    <a:pt x="3" y="10"/>
                    <a:pt x="4" y="11"/>
                  </a:cubicBezTo>
                  <a:cubicBezTo>
                    <a:pt x="4" y="9"/>
                    <a:pt x="5" y="8"/>
                    <a:pt x="6" y="7"/>
                  </a:cubicBezTo>
                  <a:moveTo>
                    <a:pt x="0" y="14"/>
                  </a:moveTo>
                  <a:cubicBezTo>
                    <a:pt x="0" y="14"/>
                    <a:pt x="0" y="14"/>
                    <a:pt x="0" y="14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0" y="14"/>
                    <a:pt x="0" y="14"/>
                    <a:pt x="0" y="14"/>
                  </a:cubicBezTo>
                  <a:moveTo>
                    <a:pt x="24" y="5"/>
                  </a:moveTo>
                  <a:cubicBezTo>
                    <a:pt x="25" y="4"/>
                    <a:pt x="26" y="4"/>
                    <a:pt x="26" y="3"/>
                  </a:cubicBezTo>
                  <a:cubicBezTo>
                    <a:pt x="24" y="2"/>
                    <a:pt x="22" y="0"/>
                    <a:pt x="20" y="0"/>
                  </a:cubicBezTo>
                  <a:cubicBezTo>
                    <a:pt x="20" y="1"/>
                    <a:pt x="20" y="1"/>
                    <a:pt x="20" y="2"/>
                  </a:cubicBezTo>
                  <a:cubicBezTo>
                    <a:pt x="22" y="3"/>
                    <a:pt x="23" y="4"/>
                    <a:pt x="24" y="5"/>
                  </a:cubicBezTo>
                  <a:moveTo>
                    <a:pt x="9" y="4"/>
                  </a:moveTo>
                  <a:cubicBezTo>
                    <a:pt x="10" y="3"/>
                    <a:pt x="10" y="2"/>
                    <a:pt x="10" y="1"/>
                  </a:cubicBezTo>
                  <a:cubicBezTo>
                    <a:pt x="9" y="1"/>
                    <a:pt x="8" y="1"/>
                    <a:pt x="8" y="2"/>
                  </a:cubicBezTo>
                  <a:cubicBezTo>
                    <a:pt x="8" y="3"/>
                    <a:pt x="9" y="3"/>
                    <a:pt x="9" y="4"/>
                  </a:cubicBezTo>
                  <a:cubicBezTo>
                    <a:pt x="9" y="4"/>
                    <a:pt x="9" y="4"/>
                    <a:pt x="9" y="4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336" name="Freeform 435">
              <a:extLst>
                <a:ext uri="{FF2B5EF4-FFF2-40B4-BE49-F238E27FC236}">
                  <a16:creationId xmlns:a16="http://schemas.microsoft.com/office/drawing/2014/main" id="{42649EC9-3FEC-466B-9B88-3D21BB8CA9D1}"/>
                </a:ext>
              </a:extLst>
            </p:cNvPr>
            <p:cNvSpPr>
              <a:spLocks/>
            </p:cNvSpPr>
            <p:nvPr/>
          </p:nvSpPr>
          <p:spPr bwMode="auto">
            <a:xfrm>
              <a:off x="697" y="1473"/>
              <a:ext cx="19" cy="133"/>
            </a:xfrm>
            <a:custGeom>
              <a:avLst/>
              <a:gdLst>
                <a:gd name="T0" fmla="*/ 5 w 12"/>
                <a:gd name="T1" fmla="*/ 8 h 81"/>
                <a:gd name="T2" fmla="*/ 21 w 12"/>
                <a:gd name="T3" fmla="*/ 97 h 81"/>
                <a:gd name="T4" fmla="*/ 8 w 12"/>
                <a:gd name="T5" fmla="*/ 186 h 81"/>
                <a:gd name="T6" fmla="*/ 16 w 12"/>
                <a:gd name="T7" fmla="*/ 268 h 81"/>
                <a:gd name="T8" fmla="*/ 35 w 12"/>
                <a:gd name="T9" fmla="*/ 310 h 81"/>
                <a:gd name="T10" fmla="*/ 48 w 12"/>
                <a:gd name="T11" fmla="*/ 358 h 81"/>
                <a:gd name="T12" fmla="*/ 40 w 12"/>
                <a:gd name="T13" fmla="*/ 302 h 81"/>
                <a:gd name="T14" fmla="*/ 27 w 12"/>
                <a:gd name="T15" fmla="*/ 235 h 81"/>
                <a:gd name="T16" fmla="*/ 35 w 12"/>
                <a:gd name="T17" fmla="*/ 118 h 81"/>
                <a:gd name="T18" fmla="*/ 0 w 12"/>
                <a:gd name="T19" fmla="*/ 0 h 8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" h="81">
                  <a:moveTo>
                    <a:pt x="1" y="2"/>
                  </a:moveTo>
                  <a:cubicBezTo>
                    <a:pt x="3" y="9"/>
                    <a:pt x="5" y="15"/>
                    <a:pt x="5" y="22"/>
                  </a:cubicBezTo>
                  <a:cubicBezTo>
                    <a:pt x="4" y="29"/>
                    <a:pt x="2" y="35"/>
                    <a:pt x="2" y="42"/>
                  </a:cubicBezTo>
                  <a:cubicBezTo>
                    <a:pt x="2" y="48"/>
                    <a:pt x="2" y="54"/>
                    <a:pt x="4" y="60"/>
                  </a:cubicBezTo>
                  <a:cubicBezTo>
                    <a:pt x="5" y="63"/>
                    <a:pt x="8" y="67"/>
                    <a:pt x="9" y="70"/>
                  </a:cubicBezTo>
                  <a:cubicBezTo>
                    <a:pt x="10" y="74"/>
                    <a:pt x="11" y="78"/>
                    <a:pt x="12" y="81"/>
                  </a:cubicBezTo>
                  <a:cubicBezTo>
                    <a:pt x="10" y="77"/>
                    <a:pt x="10" y="73"/>
                    <a:pt x="10" y="68"/>
                  </a:cubicBezTo>
                  <a:cubicBezTo>
                    <a:pt x="9" y="63"/>
                    <a:pt x="7" y="58"/>
                    <a:pt x="7" y="53"/>
                  </a:cubicBezTo>
                  <a:cubicBezTo>
                    <a:pt x="7" y="43"/>
                    <a:pt x="8" y="35"/>
                    <a:pt x="9" y="27"/>
                  </a:cubicBezTo>
                  <a:cubicBezTo>
                    <a:pt x="11" y="14"/>
                    <a:pt x="8" y="7"/>
                    <a:pt x="0" y="0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337" name="Freeform 436">
              <a:extLst>
                <a:ext uri="{FF2B5EF4-FFF2-40B4-BE49-F238E27FC236}">
                  <a16:creationId xmlns:a16="http://schemas.microsoft.com/office/drawing/2014/main" id="{5FAC2776-3FA0-4E89-9A08-E7C742E513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3" y="1519"/>
              <a:ext cx="50" cy="56"/>
            </a:xfrm>
            <a:custGeom>
              <a:avLst/>
              <a:gdLst>
                <a:gd name="T0" fmla="*/ 138 w 30"/>
                <a:gd name="T1" fmla="*/ 81 h 34"/>
                <a:gd name="T2" fmla="*/ 75 w 30"/>
                <a:gd name="T3" fmla="*/ 0 h 34"/>
                <a:gd name="T4" fmla="*/ 0 w 30"/>
                <a:gd name="T5" fmla="*/ 71 h 34"/>
                <a:gd name="T6" fmla="*/ 63 w 30"/>
                <a:gd name="T7" fmla="*/ 147 h 34"/>
                <a:gd name="T8" fmla="*/ 138 w 30"/>
                <a:gd name="T9" fmla="*/ 81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34">
                  <a:moveTo>
                    <a:pt x="30" y="18"/>
                  </a:moveTo>
                  <a:cubicBezTo>
                    <a:pt x="30" y="9"/>
                    <a:pt x="24" y="1"/>
                    <a:pt x="16" y="0"/>
                  </a:cubicBezTo>
                  <a:cubicBezTo>
                    <a:pt x="8" y="0"/>
                    <a:pt x="1" y="7"/>
                    <a:pt x="0" y="16"/>
                  </a:cubicBezTo>
                  <a:cubicBezTo>
                    <a:pt x="0" y="25"/>
                    <a:pt x="6" y="33"/>
                    <a:pt x="14" y="33"/>
                  </a:cubicBezTo>
                  <a:cubicBezTo>
                    <a:pt x="22" y="34"/>
                    <a:pt x="29" y="27"/>
                    <a:pt x="30" y="18"/>
                  </a:cubicBezTo>
                </a:path>
              </a:pathLst>
            </a:custGeom>
            <a:solidFill>
              <a:srgbClr val="F9CA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338" name="Freeform 437">
              <a:extLst>
                <a:ext uri="{FF2B5EF4-FFF2-40B4-BE49-F238E27FC236}">
                  <a16:creationId xmlns:a16="http://schemas.microsoft.com/office/drawing/2014/main" id="{17480F86-9D0C-48C7-9A92-97F75247251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1" y="1428"/>
              <a:ext cx="215" cy="211"/>
            </a:xfrm>
            <a:custGeom>
              <a:avLst/>
              <a:gdLst>
                <a:gd name="T0" fmla="*/ 589 w 130"/>
                <a:gd name="T1" fmla="*/ 0 h 128"/>
                <a:gd name="T2" fmla="*/ 556 w 130"/>
                <a:gd name="T3" fmla="*/ 117 h 128"/>
                <a:gd name="T4" fmla="*/ 539 w 130"/>
                <a:gd name="T5" fmla="*/ 158 h 128"/>
                <a:gd name="T6" fmla="*/ 541 w 130"/>
                <a:gd name="T7" fmla="*/ 251 h 128"/>
                <a:gd name="T8" fmla="*/ 539 w 130"/>
                <a:gd name="T9" fmla="*/ 364 h 128"/>
                <a:gd name="T10" fmla="*/ 306 w 130"/>
                <a:gd name="T11" fmla="*/ 574 h 128"/>
                <a:gd name="T12" fmla="*/ 13 w 130"/>
                <a:gd name="T13" fmla="*/ 407 h 128"/>
                <a:gd name="T14" fmla="*/ 0 w 130"/>
                <a:gd name="T15" fmla="*/ 359 h 128"/>
                <a:gd name="T16" fmla="*/ 20 w 130"/>
                <a:gd name="T17" fmla="*/ 402 h 128"/>
                <a:gd name="T18" fmla="*/ 304 w 130"/>
                <a:gd name="T19" fmla="*/ 569 h 128"/>
                <a:gd name="T20" fmla="*/ 534 w 130"/>
                <a:gd name="T21" fmla="*/ 359 h 128"/>
                <a:gd name="T22" fmla="*/ 539 w 130"/>
                <a:gd name="T23" fmla="*/ 251 h 128"/>
                <a:gd name="T24" fmla="*/ 534 w 130"/>
                <a:gd name="T25" fmla="*/ 158 h 128"/>
                <a:gd name="T26" fmla="*/ 552 w 130"/>
                <a:gd name="T27" fmla="*/ 112 h 128"/>
                <a:gd name="T28" fmla="*/ 589 w 130"/>
                <a:gd name="T29" fmla="*/ 0 h 12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30" h="128">
                  <a:moveTo>
                    <a:pt x="130" y="0"/>
                  </a:moveTo>
                  <a:cubicBezTo>
                    <a:pt x="130" y="11"/>
                    <a:pt x="127" y="19"/>
                    <a:pt x="123" y="26"/>
                  </a:cubicBezTo>
                  <a:cubicBezTo>
                    <a:pt x="122" y="29"/>
                    <a:pt x="120" y="32"/>
                    <a:pt x="119" y="35"/>
                  </a:cubicBezTo>
                  <a:cubicBezTo>
                    <a:pt x="118" y="40"/>
                    <a:pt x="119" y="48"/>
                    <a:pt x="120" y="56"/>
                  </a:cubicBezTo>
                  <a:cubicBezTo>
                    <a:pt x="122" y="64"/>
                    <a:pt x="120" y="73"/>
                    <a:pt x="119" y="81"/>
                  </a:cubicBezTo>
                  <a:cubicBezTo>
                    <a:pt x="116" y="109"/>
                    <a:pt x="94" y="128"/>
                    <a:pt x="68" y="128"/>
                  </a:cubicBezTo>
                  <a:cubicBezTo>
                    <a:pt x="23" y="128"/>
                    <a:pt x="12" y="109"/>
                    <a:pt x="3" y="91"/>
                  </a:cubicBezTo>
                  <a:cubicBezTo>
                    <a:pt x="0" y="80"/>
                    <a:pt x="0" y="80"/>
                    <a:pt x="0" y="80"/>
                  </a:cubicBezTo>
                  <a:cubicBezTo>
                    <a:pt x="4" y="90"/>
                    <a:pt x="4" y="90"/>
                    <a:pt x="4" y="90"/>
                  </a:cubicBezTo>
                  <a:cubicBezTo>
                    <a:pt x="12" y="107"/>
                    <a:pt x="23" y="127"/>
                    <a:pt x="67" y="127"/>
                  </a:cubicBezTo>
                  <a:cubicBezTo>
                    <a:pt x="93" y="127"/>
                    <a:pt x="115" y="107"/>
                    <a:pt x="118" y="80"/>
                  </a:cubicBezTo>
                  <a:cubicBezTo>
                    <a:pt x="119" y="73"/>
                    <a:pt x="120" y="64"/>
                    <a:pt x="119" y="56"/>
                  </a:cubicBezTo>
                  <a:cubicBezTo>
                    <a:pt x="117" y="48"/>
                    <a:pt x="116" y="40"/>
                    <a:pt x="118" y="35"/>
                  </a:cubicBezTo>
                  <a:cubicBezTo>
                    <a:pt x="119" y="32"/>
                    <a:pt x="120" y="28"/>
                    <a:pt x="122" y="25"/>
                  </a:cubicBezTo>
                  <a:cubicBezTo>
                    <a:pt x="125" y="18"/>
                    <a:pt x="130" y="10"/>
                    <a:pt x="130" y="0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339" name="Freeform 438">
              <a:extLst>
                <a:ext uri="{FF2B5EF4-FFF2-40B4-BE49-F238E27FC236}">
                  <a16:creationId xmlns:a16="http://schemas.microsoft.com/office/drawing/2014/main" id="{10F2AD13-501C-43E2-A1EF-5F5CF370003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07" y="1535"/>
              <a:ext cx="21" cy="23"/>
            </a:xfrm>
            <a:custGeom>
              <a:avLst/>
              <a:gdLst>
                <a:gd name="T0" fmla="*/ 0 w 13"/>
                <a:gd name="T1" fmla="*/ 26 h 14"/>
                <a:gd name="T2" fmla="*/ 8 w 13"/>
                <a:gd name="T3" fmla="*/ 54 h 14"/>
                <a:gd name="T4" fmla="*/ 26 w 13"/>
                <a:gd name="T5" fmla="*/ 62 h 14"/>
                <a:gd name="T6" fmla="*/ 47 w 13"/>
                <a:gd name="T7" fmla="*/ 54 h 14"/>
                <a:gd name="T8" fmla="*/ 55 w 13"/>
                <a:gd name="T9" fmla="*/ 33 h 14"/>
                <a:gd name="T10" fmla="*/ 50 w 13"/>
                <a:gd name="T11" fmla="*/ 13 h 14"/>
                <a:gd name="T12" fmla="*/ 47 w 13"/>
                <a:gd name="T13" fmla="*/ 21 h 14"/>
                <a:gd name="T14" fmla="*/ 47 w 13"/>
                <a:gd name="T15" fmla="*/ 21 h 14"/>
                <a:gd name="T16" fmla="*/ 47 w 13"/>
                <a:gd name="T17" fmla="*/ 33 h 14"/>
                <a:gd name="T18" fmla="*/ 47 w 13"/>
                <a:gd name="T19" fmla="*/ 33 h 14"/>
                <a:gd name="T20" fmla="*/ 47 w 13"/>
                <a:gd name="T21" fmla="*/ 33 h 14"/>
                <a:gd name="T22" fmla="*/ 42 w 13"/>
                <a:gd name="T23" fmla="*/ 43 h 14"/>
                <a:gd name="T24" fmla="*/ 29 w 13"/>
                <a:gd name="T25" fmla="*/ 54 h 14"/>
                <a:gd name="T26" fmla="*/ 16 w 13"/>
                <a:gd name="T27" fmla="*/ 43 h 14"/>
                <a:gd name="T28" fmla="*/ 8 w 13"/>
                <a:gd name="T29" fmla="*/ 35 h 14"/>
                <a:gd name="T30" fmla="*/ 5 w 13"/>
                <a:gd name="T31" fmla="*/ 21 h 14"/>
                <a:gd name="T32" fmla="*/ 0 w 13"/>
                <a:gd name="T33" fmla="*/ 26 h 14"/>
                <a:gd name="T34" fmla="*/ 34 w 13"/>
                <a:gd name="T35" fmla="*/ 8 h 14"/>
                <a:gd name="T36" fmla="*/ 34 w 13"/>
                <a:gd name="T37" fmla="*/ 8 h 14"/>
                <a:gd name="T38" fmla="*/ 34 w 13"/>
                <a:gd name="T39" fmla="*/ 0 h 14"/>
                <a:gd name="T40" fmla="*/ 29 w 13"/>
                <a:gd name="T41" fmla="*/ 0 h 14"/>
                <a:gd name="T42" fmla="*/ 26 w 13"/>
                <a:gd name="T43" fmla="*/ 0 h 14"/>
                <a:gd name="T44" fmla="*/ 26 w 13"/>
                <a:gd name="T45" fmla="*/ 5 h 14"/>
                <a:gd name="T46" fmla="*/ 26 w 13"/>
                <a:gd name="T47" fmla="*/ 13 h 14"/>
                <a:gd name="T48" fmla="*/ 29 w 13"/>
                <a:gd name="T49" fmla="*/ 8 h 14"/>
                <a:gd name="T50" fmla="*/ 34 w 13"/>
                <a:gd name="T51" fmla="*/ 8 h 14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13" h="14">
                  <a:moveTo>
                    <a:pt x="0" y="6"/>
                  </a:moveTo>
                  <a:cubicBezTo>
                    <a:pt x="2" y="12"/>
                    <a:pt x="2" y="12"/>
                    <a:pt x="2" y="12"/>
                  </a:cubicBezTo>
                  <a:cubicBezTo>
                    <a:pt x="6" y="14"/>
                    <a:pt x="6" y="14"/>
                    <a:pt x="6" y="14"/>
                  </a:cubicBezTo>
                  <a:cubicBezTo>
                    <a:pt x="11" y="12"/>
                    <a:pt x="11" y="12"/>
                    <a:pt x="11" y="12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2" y="3"/>
                    <a:pt x="12" y="3"/>
                    <a:pt x="12" y="3"/>
                  </a:cubicBezTo>
                  <a:cubicBezTo>
                    <a:pt x="11" y="5"/>
                    <a:pt x="11" y="5"/>
                    <a:pt x="11" y="5"/>
                  </a:cubicBezTo>
                  <a:cubicBezTo>
                    <a:pt x="11" y="5"/>
                    <a:pt x="11" y="5"/>
                    <a:pt x="11" y="5"/>
                  </a:cubicBezTo>
                  <a:cubicBezTo>
                    <a:pt x="11" y="6"/>
                    <a:pt x="11" y="6"/>
                    <a:pt x="11" y="7"/>
                  </a:cubicBezTo>
                  <a:cubicBezTo>
                    <a:pt x="11" y="7"/>
                    <a:pt x="11" y="7"/>
                    <a:pt x="11" y="7"/>
                  </a:cubicBezTo>
                  <a:cubicBezTo>
                    <a:pt x="11" y="7"/>
                    <a:pt x="11" y="7"/>
                    <a:pt x="11" y="7"/>
                  </a:cubicBezTo>
                  <a:cubicBezTo>
                    <a:pt x="10" y="10"/>
                    <a:pt x="10" y="10"/>
                    <a:pt x="10" y="10"/>
                  </a:cubicBezTo>
                  <a:cubicBezTo>
                    <a:pt x="10" y="10"/>
                    <a:pt x="7" y="12"/>
                    <a:pt x="7" y="12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3" y="10"/>
                    <a:pt x="2" y="9"/>
                    <a:pt x="2" y="8"/>
                  </a:cubicBezTo>
                  <a:cubicBezTo>
                    <a:pt x="2" y="7"/>
                    <a:pt x="2" y="6"/>
                    <a:pt x="1" y="5"/>
                  </a:cubicBezTo>
                  <a:lnTo>
                    <a:pt x="0" y="6"/>
                  </a:lnTo>
                  <a:close/>
                  <a:moveTo>
                    <a:pt x="8" y="2"/>
                  </a:moveTo>
                  <a:cubicBezTo>
                    <a:pt x="8" y="2"/>
                    <a:pt x="8" y="2"/>
                    <a:pt x="8" y="2"/>
                  </a:cubicBezTo>
                  <a:cubicBezTo>
                    <a:pt x="8" y="1"/>
                    <a:pt x="8" y="1"/>
                    <a:pt x="8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6" y="0"/>
                    <a:pt x="6" y="1"/>
                    <a:pt x="6" y="1"/>
                  </a:cubicBezTo>
                  <a:cubicBezTo>
                    <a:pt x="6" y="1"/>
                    <a:pt x="6" y="2"/>
                    <a:pt x="6" y="3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7" y="2"/>
                    <a:pt x="8" y="2"/>
                    <a:pt x="8" y="2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340" name="Freeform 439">
              <a:extLst>
                <a:ext uri="{FF2B5EF4-FFF2-40B4-BE49-F238E27FC236}">
                  <a16:creationId xmlns:a16="http://schemas.microsoft.com/office/drawing/2014/main" id="{2DB62B9F-5875-439C-BA2D-4288129B9C4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092" y="1519"/>
              <a:ext cx="53" cy="57"/>
            </a:xfrm>
            <a:custGeom>
              <a:avLst/>
              <a:gdLst>
                <a:gd name="T0" fmla="*/ 146 w 32"/>
                <a:gd name="T1" fmla="*/ 88 h 35"/>
                <a:gd name="T2" fmla="*/ 133 w 32"/>
                <a:gd name="T3" fmla="*/ 81 h 35"/>
                <a:gd name="T4" fmla="*/ 133 w 32"/>
                <a:gd name="T5" fmla="*/ 96 h 35"/>
                <a:gd name="T6" fmla="*/ 139 w 32"/>
                <a:gd name="T7" fmla="*/ 98 h 35"/>
                <a:gd name="T8" fmla="*/ 146 w 32"/>
                <a:gd name="T9" fmla="*/ 88 h 35"/>
                <a:gd name="T10" fmla="*/ 76 w 32"/>
                <a:gd name="T11" fmla="*/ 8 h 35"/>
                <a:gd name="T12" fmla="*/ 76 w 32"/>
                <a:gd name="T13" fmla="*/ 8 h 35"/>
                <a:gd name="T14" fmla="*/ 83 w 32"/>
                <a:gd name="T15" fmla="*/ 8 h 35"/>
                <a:gd name="T16" fmla="*/ 76 w 32"/>
                <a:gd name="T17" fmla="*/ 5 h 35"/>
                <a:gd name="T18" fmla="*/ 76 w 32"/>
                <a:gd name="T19" fmla="*/ 0 h 35"/>
                <a:gd name="T20" fmla="*/ 76 w 32"/>
                <a:gd name="T21" fmla="*/ 8 h 35"/>
                <a:gd name="T22" fmla="*/ 8 w 32"/>
                <a:gd name="T23" fmla="*/ 75 h 35"/>
                <a:gd name="T24" fmla="*/ 8 w 32"/>
                <a:gd name="T25" fmla="*/ 68 h 35"/>
                <a:gd name="T26" fmla="*/ 22 w 32"/>
                <a:gd name="T27" fmla="*/ 39 h 35"/>
                <a:gd name="T28" fmla="*/ 13 w 32"/>
                <a:gd name="T29" fmla="*/ 34 h 35"/>
                <a:gd name="T30" fmla="*/ 8 w 32"/>
                <a:gd name="T31" fmla="*/ 34 h 35"/>
                <a:gd name="T32" fmla="*/ 0 w 32"/>
                <a:gd name="T33" fmla="*/ 64 h 35"/>
                <a:gd name="T34" fmla="*/ 8 w 32"/>
                <a:gd name="T35" fmla="*/ 75 h 35"/>
                <a:gd name="T36" fmla="*/ 28 w 32"/>
                <a:gd name="T37" fmla="*/ 117 h 35"/>
                <a:gd name="T38" fmla="*/ 13 w 32"/>
                <a:gd name="T39" fmla="*/ 96 h 35"/>
                <a:gd name="T40" fmla="*/ 5 w 32"/>
                <a:gd name="T41" fmla="*/ 90 h 35"/>
                <a:gd name="T42" fmla="*/ 20 w 32"/>
                <a:gd name="T43" fmla="*/ 122 h 35"/>
                <a:gd name="T44" fmla="*/ 68 w 32"/>
                <a:gd name="T45" fmla="*/ 151 h 35"/>
                <a:gd name="T46" fmla="*/ 126 w 32"/>
                <a:gd name="T47" fmla="*/ 122 h 35"/>
                <a:gd name="T48" fmla="*/ 118 w 32"/>
                <a:gd name="T49" fmla="*/ 117 h 35"/>
                <a:gd name="T50" fmla="*/ 68 w 32"/>
                <a:gd name="T51" fmla="*/ 138 h 35"/>
                <a:gd name="T52" fmla="*/ 28 w 32"/>
                <a:gd name="T53" fmla="*/ 117 h 35"/>
                <a:gd name="T54" fmla="*/ 118 w 32"/>
                <a:gd name="T55" fmla="*/ 29 h 35"/>
                <a:gd name="T56" fmla="*/ 126 w 32"/>
                <a:gd name="T57" fmla="*/ 47 h 35"/>
                <a:gd name="T58" fmla="*/ 137 w 32"/>
                <a:gd name="T59" fmla="*/ 39 h 35"/>
                <a:gd name="T60" fmla="*/ 126 w 32"/>
                <a:gd name="T61" fmla="*/ 21 h 35"/>
                <a:gd name="T62" fmla="*/ 118 w 32"/>
                <a:gd name="T63" fmla="*/ 29 h 35"/>
                <a:gd name="T64" fmla="*/ 146 w 32"/>
                <a:gd name="T65" fmla="*/ 60 h 35"/>
                <a:gd name="T66" fmla="*/ 139 w 32"/>
                <a:gd name="T67" fmla="*/ 60 h 35"/>
                <a:gd name="T68" fmla="*/ 146 w 32"/>
                <a:gd name="T69" fmla="*/ 60 h 35"/>
                <a:gd name="T70" fmla="*/ 146 w 32"/>
                <a:gd name="T71" fmla="*/ 60 h 35"/>
                <a:gd name="T72" fmla="*/ 36 w 32"/>
                <a:gd name="T73" fmla="*/ 21 h 35"/>
                <a:gd name="T74" fmla="*/ 55 w 32"/>
                <a:gd name="T75" fmla="*/ 8 h 35"/>
                <a:gd name="T76" fmla="*/ 55 w 32"/>
                <a:gd name="T77" fmla="*/ 0 h 35"/>
                <a:gd name="T78" fmla="*/ 28 w 32"/>
                <a:gd name="T79" fmla="*/ 13 h 35"/>
                <a:gd name="T80" fmla="*/ 36 w 32"/>
                <a:gd name="T81" fmla="*/ 21 h 35"/>
                <a:gd name="T82" fmla="*/ 99 w 32"/>
                <a:gd name="T83" fmla="*/ 18 h 35"/>
                <a:gd name="T84" fmla="*/ 104 w 32"/>
                <a:gd name="T85" fmla="*/ 18 h 35"/>
                <a:gd name="T86" fmla="*/ 109 w 32"/>
                <a:gd name="T87" fmla="*/ 8 h 35"/>
                <a:gd name="T88" fmla="*/ 99 w 32"/>
                <a:gd name="T89" fmla="*/ 5 h 35"/>
                <a:gd name="T90" fmla="*/ 99 w 32"/>
                <a:gd name="T91" fmla="*/ 18 h 35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32" h="35">
                  <a:moveTo>
                    <a:pt x="32" y="20"/>
                  </a:moveTo>
                  <a:cubicBezTo>
                    <a:pt x="31" y="19"/>
                    <a:pt x="30" y="19"/>
                    <a:pt x="29" y="19"/>
                  </a:cubicBezTo>
                  <a:cubicBezTo>
                    <a:pt x="29" y="20"/>
                    <a:pt x="29" y="21"/>
                    <a:pt x="29" y="22"/>
                  </a:cubicBezTo>
                  <a:cubicBezTo>
                    <a:pt x="29" y="23"/>
                    <a:pt x="30" y="23"/>
                    <a:pt x="31" y="23"/>
                  </a:cubicBezTo>
                  <a:cubicBezTo>
                    <a:pt x="31" y="22"/>
                    <a:pt x="31" y="21"/>
                    <a:pt x="32" y="20"/>
                  </a:cubicBezTo>
                  <a:moveTo>
                    <a:pt x="17" y="2"/>
                  </a:move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7" y="2"/>
                    <a:pt x="18" y="2"/>
                  </a:cubicBezTo>
                  <a:cubicBezTo>
                    <a:pt x="17" y="1"/>
                    <a:pt x="18" y="1"/>
                    <a:pt x="17" y="1"/>
                  </a:cubicBezTo>
                  <a:cubicBezTo>
                    <a:pt x="17" y="1"/>
                    <a:pt x="17" y="0"/>
                    <a:pt x="17" y="0"/>
                  </a:cubicBezTo>
                  <a:cubicBezTo>
                    <a:pt x="17" y="1"/>
                    <a:pt x="17" y="1"/>
                    <a:pt x="17" y="2"/>
                  </a:cubicBezTo>
                  <a:moveTo>
                    <a:pt x="2" y="17"/>
                  </a:moveTo>
                  <a:cubicBezTo>
                    <a:pt x="2" y="16"/>
                    <a:pt x="2" y="16"/>
                    <a:pt x="2" y="16"/>
                  </a:cubicBezTo>
                  <a:cubicBezTo>
                    <a:pt x="2" y="13"/>
                    <a:pt x="3" y="11"/>
                    <a:pt x="5" y="9"/>
                  </a:cubicBezTo>
                  <a:cubicBezTo>
                    <a:pt x="4" y="8"/>
                    <a:pt x="4" y="8"/>
                    <a:pt x="3" y="8"/>
                  </a:cubicBezTo>
                  <a:cubicBezTo>
                    <a:pt x="3" y="8"/>
                    <a:pt x="3" y="8"/>
                    <a:pt x="2" y="8"/>
                  </a:cubicBezTo>
                  <a:cubicBezTo>
                    <a:pt x="1" y="10"/>
                    <a:pt x="0" y="12"/>
                    <a:pt x="0" y="15"/>
                  </a:cubicBezTo>
                  <a:cubicBezTo>
                    <a:pt x="1" y="16"/>
                    <a:pt x="2" y="16"/>
                    <a:pt x="2" y="17"/>
                  </a:cubicBezTo>
                  <a:moveTo>
                    <a:pt x="6" y="27"/>
                  </a:moveTo>
                  <a:cubicBezTo>
                    <a:pt x="4" y="25"/>
                    <a:pt x="4" y="24"/>
                    <a:pt x="3" y="22"/>
                  </a:cubicBezTo>
                  <a:cubicBezTo>
                    <a:pt x="2" y="22"/>
                    <a:pt x="1" y="22"/>
                    <a:pt x="1" y="21"/>
                  </a:cubicBezTo>
                  <a:cubicBezTo>
                    <a:pt x="1" y="24"/>
                    <a:pt x="2" y="26"/>
                    <a:pt x="4" y="28"/>
                  </a:cubicBezTo>
                  <a:cubicBezTo>
                    <a:pt x="7" y="32"/>
                    <a:pt x="11" y="34"/>
                    <a:pt x="15" y="35"/>
                  </a:cubicBezTo>
                  <a:cubicBezTo>
                    <a:pt x="20" y="35"/>
                    <a:pt x="25" y="32"/>
                    <a:pt x="28" y="28"/>
                  </a:cubicBezTo>
                  <a:cubicBezTo>
                    <a:pt x="28" y="27"/>
                    <a:pt x="27" y="27"/>
                    <a:pt x="26" y="27"/>
                  </a:cubicBezTo>
                  <a:cubicBezTo>
                    <a:pt x="23" y="30"/>
                    <a:pt x="19" y="32"/>
                    <a:pt x="15" y="32"/>
                  </a:cubicBezTo>
                  <a:cubicBezTo>
                    <a:pt x="11" y="32"/>
                    <a:pt x="8" y="30"/>
                    <a:pt x="6" y="27"/>
                  </a:cubicBezTo>
                  <a:moveTo>
                    <a:pt x="26" y="7"/>
                  </a:moveTo>
                  <a:cubicBezTo>
                    <a:pt x="27" y="8"/>
                    <a:pt x="28" y="9"/>
                    <a:pt x="28" y="11"/>
                  </a:cubicBezTo>
                  <a:cubicBezTo>
                    <a:pt x="29" y="10"/>
                    <a:pt x="29" y="9"/>
                    <a:pt x="30" y="9"/>
                  </a:cubicBezTo>
                  <a:cubicBezTo>
                    <a:pt x="29" y="7"/>
                    <a:pt x="29" y="6"/>
                    <a:pt x="28" y="5"/>
                  </a:cubicBezTo>
                  <a:cubicBezTo>
                    <a:pt x="27" y="6"/>
                    <a:pt x="27" y="6"/>
                    <a:pt x="26" y="7"/>
                  </a:cubicBezTo>
                  <a:moveTo>
                    <a:pt x="32" y="14"/>
                  </a:moveTo>
                  <a:cubicBezTo>
                    <a:pt x="31" y="14"/>
                    <a:pt x="31" y="14"/>
                    <a:pt x="31" y="14"/>
                  </a:cubicBezTo>
                  <a:cubicBezTo>
                    <a:pt x="31" y="14"/>
                    <a:pt x="32" y="14"/>
                    <a:pt x="32" y="14"/>
                  </a:cubicBezTo>
                  <a:cubicBezTo>
                    <a:pt x="32" y="14"/>
                    <a:pt x="32" y="14"/>
                    <a:pt x="32" y="14"/>
                  </a:cubicBezTo>
                  <a:moveTo>
                    <a:pt x="8" y="5"/>
                  </a:moveTo>
                  <a:cubicBezTo>
                    <a:pt x="9" y="4"/>
                    <a:pt x="10" y="3"/>
                    <a:pt x="12" y="2"/>
                  </a:cubicBezTo>
                  <a:cubicBezTo>
                    <a:pt x="12" y="1"/>
                    <a:pt x="12" y="1"/>
                    <a:pt x="12" y="0"/>
                  </a:cubicBezTo>
                  <a:cubicBezTo>
                    <a:pt x="10" y="0"/>
                    <a:pt x="8" y="2"/>
                    <a:pt x="6" y="3"/>
                  </a:cubicBezTo>
                  <a:cubicBezTo>
                    <a:pt x="6" y="4"/>
                    <a:pt x="7" y="4"/>
                    <a:pt x="8" y="5"/>
                  </a:cubicBezTo>
                  <a:moveTo>
                    <a:pt x="22" y="4"/>
                  </a:moveTo>
                  <a:cubicBezTo>
                    <a:pt x="23" y="4"/>
                    <a:pt x="23" y="4"/>
                    <a:pt x="23" y="4"/>
                  </a:cubicBezTo>
                  <a:cubicBezTo>
                    <a:pt x="23" y="3"/>
                    <a:pt x="24" y="3"/>
                    <a:pt x="24" y="2"/>
                  </a:cubicBezTo>
                  <a:cubicBezTo>
                    <a:pt x="24" y="1"/>
                    <a:pt x="23" y="1"/>
                    <a:pt x="22" y="1"/>
                  </a:cubicBezTo>
                  <a:cubicBezTo>
                    <a:pt x="22" y="2"/>
                    <a:pt x="22" y="3"/>
                    <a:pt x="22" y="4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341" name="Freeform 440">
              <a:extLst>
                <a:ext uri="{FF2B5EF4-FFF2-40B4-BE49-F238E27FC236}">
                  <a16:creationId xmlns:a16="http://schemas.microsoft.com/office/drawing/2014/main" id="{C0572375-C924-4F15-A8D8-FFCD9D3EDF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4" y="1473"/>
              <a:ext cx="20" cy="133"/>
            </a:xfrm>
            <a:custGeom>
              <a:avLst/>
              <a:gdLst>
                <a:gd name="T0" fmla="*/ 55 w 12"/>
                <a:gd name="T1" fmla="*/ 8 h 81"/>
                <a:gd name="T2" fmla="*/ 37 w 12"/>
                <a:gd name="T3" fmla="*/ 97 h 81"/>
                <a:gd name="T4" fmla="*/ 50 w 12"/>
                <a:gd name="T5" fmla="*/ 186 h 81"/>
                <a:gd name="T6" fmla="*/ 42 w 12"/>
                <a:gd name="T7" fmla="*/ 268 h 81"/>
                <a:gd name="T8" fmla="*/ 20 w 12"/>
                <a:gd name="T9" fmla="*/ 310 h 81"/>
                <a:gd name="T10" fmla="*/ 0 w 12"/>
                <a:gd name="T11" fmla="*/ 358 h 81"/>
                <a:gd name="T12" fmla="*/ 13 w 12"/>
                <a:gd name="T13" fmla="*/ 302 h 81"/>
                <a:gd name="T14" fmla="*/ 28 w 12"/>
                <a:gd name="T15" fmla="*/ 235 h 81"/>
                <a:gd name="T16" fmla="*/ 13 w 12"/>
                <a:gd name="T17" fmla="*/ 118 h 81"/>
                <a:gd name="T18" fmla="*/ 55 w 12"/>
                <a:gd name="T19" fmla="*/ 0 h 8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" h="81">
                  <a:moveTo>
                    <a:pt x="12" y="2"/>
                  </a:moveTo>
                  <a:cubicBezTo>
                    <a:pt x="10" y="9"/>
                    <a:pt x="8" y="15"/>
                    <a:pt x="8" y="22"/>
                  </a:cubicBezTo>
                  <a:cubicBezTo>
                    <a:pt x="9" y="29"/>
                    <a:pt x="10" y="35"/>
                    <a:pt x="11" y="42"/>
                  </a:cubicBezTo>
                  <a:cubicBezTo>
                    <a:pt x="11" y="48"/>
                    <a:pt x="10" y="54"/>
                    <a:pt x="9" y="60"/>
                  </a:cubicBezTo>
                  <a:cubicBezTo>
                    <a:pt x="7" y="63"/>
                    <a:pt x="5" y="67"/>
                    <a:pt x="4" y="70"/>
                  </a:cubicBezTo>
                  <a:cubicBezTo>
                    <a:pt x="3" y="74"/>
                    <a:pt x="2" y="78"/>
                    <a:pt x="0" y="81"/>
                  </a:cubicBezTo>
                  <a:cubicBezTo>
                    <a:pt x="3" y="77"/>
                    <a:pt x="3" y="73"/>
                    <a:pt x="3" y="68"/>
                  </a:cubicBezTo>
                  <a:cubicBezTo>
                    <a:pt x="4" y="63"/>
                    <a:pt x="6" y="58"/>
                    <a:pt x="6" y="53"/>
                  </a:cubicBezTo>
                  <a:cubicBezTo>
                    <a:pt x="6" y="43"/>
                    <a:pt x="5" y="35"/>
                    <a:pt x="3" y="27"/>
                  </a:cubicBezTo>
                  <a:cubicBezTo>
                    <a:pt x="2" y="14"/>
                    <a:pt x="5" y="7"/>
                    <a:pt x="12" y="0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342" name="Freeform 441">
              <a:extLst>
                <a:ext uri="{FF2B5EF4-FFF2-40B4-BE49-F238E27FC236}">
                  <a16:creationId xmlns:a16="http://schemas.microsoft.com/office/drawing/2014/main" id="{D5DF8C59-5287-4A7E-AFDB-DC80D9A69192}"/>
                </a:ext>
              </a:extLst>
            </p:cNvPr>
            <p:cNvSpPr>
              <a:spLocks/>
            </p:cNvSpPr>
            <p:nvPr/>
          </p:nvSpPr>
          <p:spPr bwMode="auto">
            <a:xfrm>
              <a:off x="683" y="1680"/>
              <a:ext cx="96" cy="561"/>
            </a:xfrm>
            <a:custGeom>
              <a:avLst/>
              <a:gdLst>
                <a:gd name="T0" fmla="*/ 109 w 58"/>
                <a:gd name="T1" fmla="*/ 0 h 341"/>
                <a:gd name="T2" fmla="*/ 154 w 58"/>
                <a:gd name="T3" fmla="*/ 257 h 341"/>
                <a:gd name="T4" fmla="*/ 172 w 58"/>
                <a:gd name="T5" fmla="*/ 508 h 341"/>
                <a:gd name="T6" fmla="*/ 180 w 58"/>
                <a:gd name="T7" fmla="*/ 760 h 341"/>
                <a:gd name="T8" fmla="*/ 76 w 58"/>
                <a:gd name="T9" fmla="*/ 1020 h 341"/>
                <a:gd name="T10" fmla="*/ 0 w 58"/>
                <a:gd name="T11" fmla="*/ 1518 h 341"/>
                <a:gd name="T12" fmla="*/ 63 w 58"/>
                <a:gd name="T13" fmla="*/ 1291 h 341"/>
                <a:gd name="T14" fmla="*/ 113 w 58"/>
                <a:gd name="T15" fmla="*/ 1086 h 341"/>
                <a:gd name="T16" fmla="*/ 167 w 58"/>
                <a:gd name="T17" fmla="*/ 1010 h 341"/>
                <a:gd name="T18" fmla="*/ 192 w 58"/>
                <a:gd name="T19" fmla="*/ 869 h 341"/>
                <a:gd name="T20" fmla="*/ 192 w 58"/>
                <a:gd name="T21" fmla="*/ 268 h 341"/>
                <a:gd name="T22" fmla="*/ 159 w 58"/>
                <a:gd name="T23" fmla="*/ 125 h 341"/>
                <a:gd name="T24" fmla="*/ 104 w 58"/>
                <a:gd name="T25" fmla="*/ 21 h 34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8" h="341">
                  <a:moveTo>
                    <a:pt x="24" y="0"/>
                  </a:moveTo>
                  <a:cubicBezTo>
                    <a:pt x="24" y="19"/>
                    <a:pt x="32" y="38"/>
                    <a:pt x="34" y="58"/>
                  </a:cubicBezTo>
                  <a:cubicBezTo>
                    <a:pt x="36" y="77"/>
                    <a:pt x="35" y="95"/>
                    <a:pt x="38" y="114"/>
                  </a:cubicBezTo>
                  <a:cubicBezTo>
                    <a:pt x="41" y="134"/>
                    <a:pt x="45" y="151"/>
                    <a:pt x="40" y="171"/>
                  </a:cubicBezTo>
                  <a:cubicBezTo>
                    <a:pt x="34" y="192"/>
                    <a:pt x="22" y="208"/>
                    <a:pt x="17" y="229"/>
                  </a:cubicBezTo>
                  <a:cubicBezTo>
                    <a:pt x="8" y="266"/>
                    <a:pt x="8" y="305"/>
                    <a:pt x="0" y="341"/>
                  </a:cubicBezTo>
                  <a:cubicBezTo>
                    <a:pt x="7" y="328"/>
                    <a:pt x="10" y="306"/>
                    <a:pt x="14" y="290"/>
                  </a:cubicBezTo>
                  <a:cubicBezTo>
                    <a:pt x="17" y="277"/>
                    <a:pt x="18" y="254"/>
                    <a:pt x="25" y="244"/>
                  </a:cubicBezTo>
                  <a:cubicBezTo>
                    <a:pt x="31" y="236"/>
                    <a:pt x="36" y="239"/>
                    <a:pt x="37" y="227"/>
                  </a:cubicBezTo>
                  <a:cubicBezTo>
                    <a:pt x="38" y="215"/>
                    <a:pt x="38" y="206"/>
                    <a:pt x="42" y="195"/>
                  </a:cubicBezTo>
                  <a:cubicBezTo>
                    <a:pt x="58" y="151"/>
                    <a:pt x="47" y="105"/>
                    <a:pt x="42" y="60"/>
                  </a:cubicBezTo>
                  <a:cubicBezTo>
                    <a:pt x="40" y="49"/>
                    <a:pt x="38" y="38"/>
                    <a:pt x="35" y="28"/>
                  </a:cubicBezTo>
                  <a:cubicBezTo>
                    <a:pt x="32" y="20"/>
                    <a:pt x="26" y="13"/>
                    <a:pt x="23" y="5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343" name="Freeform 442">
              <a:extLst>
                <a:ext uri="{FF2B5EF4-FFF2-40B4-BE49-F238E27FC236}">
                  <a16:creationId xmlns:a16="http://schemas.microsoft.com/office/drawing/2014/main" id="{D537AE0C-D98F-4198-8761-41A7DA5006AF}"/>
                </a:ext>
              </a:extLst>
            </p:cNvPr>
            <p:cNvSpPr>
              <a:spLocks/>
            </p:cNvSpPr>
            <p:nvPr/>
          </p:nvSpPr>
          <p:spPr bwMode="auto">
            <a:xfrm>
              <a:off x="657" y="2390"/>
              <a:ext cx="74" cy="479"/>
            </a:xfrm>
            <a:custGeom>
              <a:avLst/>
              <a:gdLst>
                <a:gd name="T0" fmla="*/ 58 w 45"/>
                <a:gd name="T1" fmla="*/ 0 h 291"/>
                <a:gd name="T2" fmla="*/ 201 w 45"/>
                <a:gd name="T3" fmla="*/ 1297 h 291"/>
                <a:gd name="T4" fmla="*/ 58 w 45"/>
                <a:gd name="T5" fmla="*/ 0 h 29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5" h="291">
                  <a:moveTo>
                    <a:pt x="13" y="0"/>
                  </a:moveTo>
                  <a:cubicBezTo>
                    <a:pt x="13" y="0"/>
                    <a:pt x="0" y="121"/>
                    <a:pt x="45" y="291"/>
                  </a:cubicBezTo>
                  <a:cubicBezTo>
                    <a:pt x="45" y="291"/>
                    <a:pt x="10" y="33"/>
                    <a:pt x="13" y="0"/>
                  </a:cubicBezTo>
                  <a:close/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344" name="Freeform 443">
              <a:extLst>
                <a:ext uri="{FF2B5EF4-FFF2-40B4-BE49-F238E27FC236}">
                  <a16:creationId xmlns:a16="http://schemas.microsoft.com/office/drawing/2014/main" id="{68CA7144-1918-431E-8334-B8675BB3D072}"/>
                </a:ext>
              </a:extLst>
            </p:cNvPr>
            <p:cNvSpPr>
              <a:spLocks/>
            </p:cNvSpPr>
            <p:nvPr/>
          </p:nvSpPr>
          <p:spPr bwMode="auto">
            <a:xfrm>
              <a:off x="721" y="1585"/>
              <a:ext cx="166" cy="100"/>
            </a:xfrm>
            <a:custGeom>
              <a:avLst/>
              <a:gdLst>
                <a:gd name="T0" fmla="*/ 0 w 100"/>
                <a:gd name="T1" fmla="*/ 115 h 61"/>
                <a:gd name="T2" fmla="*/ 229 w 100"/>
                <a:gd name="T3" fmla="*/ 180 h 61"/>
                <a:gd name="T4" fmla="*/ 458 w 100"/>
                <a:gd name="T5" fmla="*/ 0 h 61"/>
                <a:gd name="T6" fmla="*/ 0 w 100"/>
                <a:gd name="T7" fmla="*/ 115 h 6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0" h="61">
                  <a:moveTo>
                    <a:pt x="0" y="26"/>
                  </a:moveTo>
                  <a:cubicBezTo>
                    <a:pt x="0" y="26"/>
                    <a:pt x="15" y="46"/>
                    <a:pt x="50" y="41"/>
                  </a:cubicBezTo>
                  <a:cubicBezTo>
                    <a:pt x="89" y="37"/>
                    <a:pt x="100" y="0"/>
                    <a:pt x="100" y="0"/>
                  </a:cubicBezTo>
                  <a:cubicBezTo>
                    <a:pt x="100" y="0"/>
                    <a:pt x="65" y="61"/>
                    <a:pt x="0" y="26"/>
                  </a:cubicBezTo>
                  <a:close/>
                </a:path>
              </a:pathLst>
            </a:custGeom>
            <a:solidFill>
              <a:srgbClr val="EFCA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345" name="Freeform 444">
              <a:extLst>
                <a:ext uri="{FF2B5EF4-FFF2-40B4-BE49-F238E27FC236}">
                  <a16:creationId xmlns:a16="http://schemas.microsoft.com/office/drawing/2014/main" id="{3FAB5D96-14EB-406C-AD8D-2385D5C2ACDC}"/>
                </a:ext>
              </a:extLst>
            </p:cNvPr>
            <p:cNvSpPr>
              <a:spLocks/>
            </p:cNvSpPr>
            <p:nvPr/>
          </p:nvSpPr>
          <p:spPr bwMode="auto">
            <a:xfrm>
              <a:off x="713" y="1627"/>
              <a:ext cx="37" cy="104"/>
            </a:xfrm>
            <a:custGeom>
              <a:avLst/>
              <a:gdLst>
                <a:gd name="T0" fmla="*/ 0 w 22"/>
                <a:gd name="T1" fmla="*/ 0 h 63"/>
                <a:gd name="T2" fmla="*/ 104 w 22"/>
                <a:gd name="T3" fmla="*/ 68 h 63"/>
                <a:gd name="T4" fmla="*/ 54 w 22"/>
                <a:gd name="T5" fmla="*/ 158 h 63"/>
                <a:gd name="T6" fmla="*/ 62 w 22"/>
                <a:gd name="T7" fmla="*/ 284 h 63"/>
                <a:gd name="T8" fmla="*/ 22 w 22"/>
                <a:gd name="T9" fmla="*/ 147 h 63"/>
                <a:gd name="T10" fmla="*/ 5 w 22"/>
                <a:gd name="T11" fmla="*/ 8 h 6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63">
                  <a:moveTo>
                    <a:pt x="0" y="0"/>
                  </a:moveTo>
                  <a:cubicBezTo>
                    <a:pt x="6" y="6"/>
                    <a:pt x="13" y="13"/>
                    <a:pt x="22" y="15"/>
                  </a:cubicBezTo>
                  <a:cubicBezTo>
                    <a:pt x="12" y="16"/>
                    <a:pt x="10" y="27"/>
                    <a:pt x="11" y="35"/>
                  </a:cubicBezTo>
                  <a:cubicBezTo>
                    <a:pt x="11" y="43"/>
                    <a:pt x="11" y="55"/>
                    <a:pt x="13" y="63"/>
                  </a:cubicBezTo>
                  <a:cubicBezTo>
                    <a:pt x="10" y="53"/>
                    <a:pt x="6" y="43"/>
                    <a:pt x="5" y="33"/>
                  </a:cubicBezTo>
                  <a:cubicBezTo>
                    <a:pt x="3" y="23"/>
                    <a:pt x="4" y="11"/>
                    <a:pt x="1" y="2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346" name="Freeform 445">
              <a:extLst>
                <a:ext uri="{FF2B5EF4-FFF2-40B4-BE49-F238E27FC236}">
                  <a16:creationId xmlns:a16="http://schemas.microsoft.com/office/drawing/2014/main" id="{C9D0126E-D2FB-46DC-984C-EA1AA38735E4}"/>
                </a:ext>
              </a:extLst>
            </p:cNvPr>
            <p:cNvSpPr>
              <a:spLocks/>
            </p:cNvSpPr>
            <p:nvPr/>
          </p:nvSpPr>
          <p:spPr bwMode="auto">
            <a:xfrm>
              <a:off x="776" y="770"/>
              <a:ext cx="340" cy="322"/>
            </a:xfrm>
            <a:custGeom>
              <a:avLst/>
              <a:gdLst>
                <a:gd name="T0" fmla="*/ 527 w 206"/>
                <a:gd name="T1" fmla="*/ 869 h 196"/>
                <a:gd name="T2" fmla="*/ 900 w 206"/>
                <a:gd name="T3" fmla="*/ 777 h 196"/>
                <a:gd name="T4" fmla="*/ 490 w 206"/>
                <a:gd name="T5" fmla="*/ 13 h 196"/>
                <a:gd name="T6" fmla="*/ 423 w 206"/>
                <a:gd name="T7" fmla="*/ 13 h 196"/>
                <a:gd name="T8" fmla="*/ 33 w 206"/>
                <a:gd name="T9" fmla="*/ 772 h 196"/>
                <a:gd name="T10" fmla="*/ 464 w 206"/>
                <a:gd name="T11" fmla="*/ 861 h 19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6" h="196">
                  <a:moveTo>
                    <a:pt x="117" y="196"/>
                  </a:moveTo>
                  <a:cubicBezTo>
                    <a:pt x="200" y="175"/>
                    <a:pt x="200" y="175"/>
                    <a:pt x="200" y="175"/>
                  </a:cubicBezTo>
                  <a:cubicBezTo>
                    <a:pt x="206" y="0"/>
                    <a:pt x="109" y="3"/>
                    <a:pt x="109" y="3"/>
                  </a:cubicBezTo>
                  <a:cubicBezTo>
                    <a:pt x="94" y="3"/>
                    <a:pt x="94" y="3"/>
                    <a:pt x="94" y="3"/>
                  </a:cubicBezTo>
                  <a:cubicBezTo>
                    <a:pt x="94" y="3"/>
                    <a:pt x="0" y="0"/>
                    <a:pt x="7" y="174"/>
                  </a:cubicBezTo>
                  <a:cubicBezTo>
                    <a:pt x="103" y="194"/>
                    <a:pt x="103" y="194"/>
                    <a:pt x="103" y="194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347" name="Freeform 446">
              <a:extLst>
                <a:ext uri="{FF2B5EF4-FFF2-40B4-BE49-F238E27FC236}">
                  <a16:creationId xmlns:a16="http://schemas.microsoft.com/office/drawing/2014/main" id="{C3039903-E222-44DA-BC5F-360A251F83E7}"/>
                </a:ext>
              </a:extLst>
            </p:cNvPr>
            <p:cNvSpPr>
              <a:spLocks/>
            </p:cNvSpPr>
            <p:nvPr/>
          </p:nvSpPr>
          <p:spPr bwMode="auto">
            <a:xfrm>
              <a:off x="784" y="959"/>
              <a:ext cx="33" cy="77"/>
            </a:xfrm>
            <a:custGeom>
              <a:avLst/>
              <a:gdLst>
                <a:gd name="T0" fmla="*/ 89 w 20"/>
                <a:gd name="T1" fmla="*/ 206 h 47"/>
                <a:gd name="T2" fmla="*/ 83 w 20"/>
                <a:gd name="T3" fmla="*/ 202 h 47"/>
                <a:gd name="T4" fmla="*/ 58 w 20"/>
                <a:gd name="T5" fmla="*/ 193 h 47"/>
                <a:gd name="T6" fmla="*/ 35 w 20"/>
                <a:gd name="T7" fmla="*/ 151 h 47"/>
                <a:gd name="T8" fmla="*/ 20 w 20"/>
                <a:gd name="T9" fmla="*/ 110 h 47"/>
                <a:gd name="T10" fmla="*/ 5 w 20"/>
                <a:gd name="T11" fmla="*/ 29 h 47"/>
                <a:gd name="T12" fmla="*/ 54 w 20"/>
                <a:gd name="T13" fmla="*/ 21 h 4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47">
                  <a:moveTo>
                    <a:pt x="20" y="47"/>
                  </a:moveTo>
                  <a:cubicBezTo>
                    <a:pt x="18" y="46"/>
                    <a:pt x="18" y="46"/>
                    <a:pt x="18" y="46"/>
                  </a:cubicBezTo>
                  <a:cubicBezTo>
                    <a:pt x="18" y="46"/>
                    <a:pt x="15" y="46"/>
                    <a:pt x="13" y="44"/>
                  </a:cubicBezTo>
                  <a:cubicBezTo>
                    <a:pt x="11" y="43"/>
                    <a:pt x="9" y="37"/>
                    <a:pt x="8" y="34"/>
                  </a:cubicBezTo>
                  <a:cubicBezTo>
                    <a:pt x="7" y="31"/>
                    <a:pt x="5" y="29"/>
                    <a:pt x="4" y="25"/>
                  </a:cubicBezTo>
                  <a:cubicBezTo>
                    <a:pt x="3" y="22"/>
                    <a:pt x="1" y="13"/>
                    <a:pt x="1" y="7"/>
                  </a:cubicBezTo>
                  <a:cubicBezTo>
                    <a:pt x="0" y="2"/>
                    <a:pt x="8" y="0"/>
                    <a:pt x="12" y="5"/>
                  </a:cubicBezTo>
                </a:path>
              </a:pathLst>
            </a:custGeom>
            <a:solidFill>
              <a:srgbClr val="F6E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348" name="Freeform 447">
              <a:extLst>
                <a:ext uri="{FF2B5EF4-FFF2-40B4-BE49-F238E27FC236}">
                  <a16:creationId xmlns:a16="http://schemas.microsoft.com/office/drawing/2014/main" id="{292343FB-A6B9-4D10-9F3B-7DDFC926E575}"/>
                </a:ext>
              </a:extLst>
            </p:cNvPr>
            <p:cNvSpPr>
              <a:spLocks/>
            </p:cNvSpPr>
            <p:nvPr/>
          </p:nvSpPr>
          <p:spPr bwMode="auto">
            <a:xfrm>
              <a:off x="784" y="959"/>
              <a:ext cx="33" cy="76"/>
            </a:xfrm>
            <a:custGeom>
              <a:avLst/>
              <a:gdLst>
                <a:gd name="T0" fmla="*/ 89 w 20"/>
                <a:gd name="T1" fmla="*/ 208 h 46"/>
                <a:gd name="T2" fmla="*/ 83 w 20"/>
                <a:gd name="T3" fmla="*/ 208 h 46"/>
                <a:gd name="T4" fmla="*/ 58 w 20"/>
                <a:gd name="T5" fmla="*/ 200 h 46"/>
                <a:gd name="T6" fmla="*/ 35 w 20"/>
                <a:gd name="T7" fmla="*/ 154 h 46"/>
                <a:gd name="T8" fmla="*/ 20 w 20"/>
                <a:gd name="T9" fmla="*/ 112 h 46"/>
                <a:gd name="T10" fmla="*/ 5 w 20"/>
                <a:gd name="T11" fmla="*/ 33 h 46"/>
                <a:gd name="T12" fmla="*/ 54 w 20"/>
                <a:gd name="T13" fmla="*/ 20 h 4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46">
                  <a:moveTo>
                    <a:pt x="20" y="46"/>
                  </a:moveTo>
                  <a:cubicBezTo>
                    <a:pt x="18" y="46"/>
                    <a:pt x="18" y="46"/>
                    <a:pt x="18" y="46"/>
                  </a:cubicBezTo>
                  <a:cubicBezTo>
                    <a:pt x="18" y="46"/>
                    <a:pt x="15" y="46"/>
                    <a:pt x="13" y="44"/>
                  </a:cubicBezTo>
                  <a:cubicBezTo>
                    <a:pt x="11" y="43"/>
                    <a:pt x="9" y="37"/>
                    <a:pt x="8" y="34"/>
                  </a:cubicBezTo>
                  <a:cubicBezTo>
                    <a:pt x="7" y="31"/>
                    <a:pt x="5" y="28"/>
                    <a:pt x="4" y="25"/>
                  </a:cubicBezTo>
                  <a:cubicBezTo>
                    <a:pt x="3" y="22"/>
                    <a:pt x="1" y="13"/>
                    <a:pt x="1" y="7"/>
                  </a:cubicBezTo>
                  <a:cubicBezTo>
                    <a:pt x="0" y="1"/>
                    <a:pt x="8" y="0"/>
                    <a:pt x="12" y="4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349" name="Freeform 448">
              <a:extLst>
                <a:ext uri="{FF2B5EF4-FFF2-40B4-BE49-F238E27FC236}">
                  <a16:creationId xmlns:a16="http://schemas.microsoft.com/office/drawing/2014/main" id="{55F74593-54BB-4590-B985-1E4FF37A4323}"/>
                </a:ext>
              </a:extLst>
            </p:cNvPr>
            <p:cNvSpPr>
              <a:spLocks/>
            </p:cNvSpPr>
            <p:nvPr/>
          </p:nvSpPr>
          <p:spPr bwMode="auto">
            <a:xfrm>
              <a:off x="794" y="976"/>
              <a:ext cx="13" cy="41"/>
            </a:xfrm>
            <a:custGeom>
              <a:avLst/>
              <a:gdLst>
                <a:gd name="T0" fmla="*/ 21 w 8"/>
                <a:gd name="T1" fmla="*/ 21 h 25"/>
                <a:gd name="T2" fmla="*/ 8 w 8"/>
                <a:gd name="T3" fmla="*/ 5 h 25"/>
                <a:gd name="T4" fmla="*/ 8 w 8"/>
                <a:gd name="T5" fmla="*/ 41 h 25"/>
                <a:gd name="T6" fmla="*/ 34 w 8"/>
                <a:gd name="T7" fmla="*/ 92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25">
                  <a:moveTo>
                    <a:pt x="5" y="5"/>
                  </a:moveTo>
                  <a:cubicBezTo>
                    <a:pt x="6" y="3"/>
                    <a:pt x="4" y="0"/>
                    <a:pt x="2" y="1"/>
                  </a:cubicBezTo>
                  <a:cubicBezTo>
                    <a:pt x="0" y="3"/>
                    <a:pt x="2" y="7"/>
                    <a:pt x="2" y="9"/>
                  </a:cubicBezTo>
                  <a:cubicBezTo>
                    <a:pt x="2" y="11"/>
                    <a:pt x="2" y="25"/>
                    <a:pt x="8" y="21"/>
                  </a:cubicBezTo>
                </a:path>
              </a:pathLst>
            </a:custGeom>
            <a:solidFill>
              <a:srgbClr val="EFCA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350" name="Freeform 449">
              <a:extLst>
                <a:ext uri="{FF2B5EF4-FFF2-40B4-BE49-F238E27FC236}">
                  <a16:creationId xmlns:a16="http://schemas.microsoft.com/office/drawing/2014/main" id="{2CDBCFCB-2D67-4922-9764-20E9FC97DF10}"/>
                </a:ext>
              </a:extLst>
            </p:cNvPr>
            <p:cNvSpPr>
              <a:spLocks/>
            </p:cNvSpPr>
            <p:nvPr/>
          </p:nvSpPr>
          <p:spPr bwMode="auto">
            <a:xfrm>
              <a:off x="788" y="969"/>
              <a:ext cx="16" cy="15"/>
            </a:xfrm>
            <a:custGeom>
              <a:avLst/>
              <a:gdLst>
                <a:gd name="T0" fmla="*/ 42 w 10"/>
                <a:gd name="T1" fmla="*/ 37 h 9"/>
                <a:gd name="T2" fmla="*/ 8 w 10"/>
                <a:gd name="T3" fmla="*/ 5 h 9"/>
                <a:gd name="T4" fmla="*/ 13 w 10"/>
                <a:gd name="T5" fmla="*/ 42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9">
                  <a:moveTo>
                    <a:pt x="10" y="8"/>
                  </a:moveTo>
                  <a:cubicBezTo>
                    <a:pt x="7" y="3"/>
                    <a:pt x="3" y="0"/>
                    <a:pt x="2" y="1"/>
                  </a:cubicBezTo>
                  <a:cubicBezTo>
                    <a:pt x="0" y="1"/>
                    <a:pt x="2" y="6"/>
                    <a:pt x="3" y="9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351" name="Freeform 450">
              <a:extLst>
                <a:ext uri="{FF2B5EF4-FFF2-40B4-BE49-F238E27FC236}">
                  <a16:creationId xmlns:a16="http://schemas.microsoft.com/office/drawing/2014/main" id="{7854E5ED-E5CA-4FC3-A987-4949811F62DB}"/>
                </a:ext>
              </a:extLst>
            </p:cNvPr>
            <p:cNvSpPr>
              <a:spLocks/>
            </p:cNvSpPr>
            <p:nvPr/>
          </p:nvSpPr>
          <p:spPr bwMode="auto">
            <a:xfrm>
              <a:off x="791" y="974"/>
              <a:ext cx="10" cy="38"/>
            </a:xfrm>
            <a:custGeom>
              <a:avLst/>
              <a:gdLst>
                <a:gd name="T0" fmla="*/ 13 w 6"/>
                <a:gd name="T1" fmla="*/ 0 h 23"/>
                <a:gd name="T2" fmla="*/ 5 w 6"/>
                <a:gd name="T3" fmla="*/ 41 h 23"/>
                <a:gd name="T4" fmla="*/ 8 w 6"/>
                <a:gd name="T5" fmla="*/ 84 h 23"/>
                <a:gd name="T6" fmla="*/ 28 w 6"/>
                <a:gd name="T7" fmla="*/ 104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23">
                  <a:moveTo>
                    <a:pt x="3" y="0"/>
                  </a:moveTo>
                  <a:cubicBezTo>
                    <a:pt x="3" y="3"/>
                    <a:pt x="0" y="3"/>
                    <a:pt x="1" y="9"/>
                  </a:cubicBezTo>
                  <a:cubicBezTo>
                    <a:pt x="1" y="15"/>
                    <a:pt x="2" y="17"/>
                    <a:pt x="2" y="19"/>
                  </a:cubicBezTo>
                  <a:cubicBezTo>
                    <a:pt x="3" y="21"/>
                    <a:pt x="4" y="21"/>
                    <a:pt x="6" y="23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352" name="Freeform 451">
              <a:extLst>
                <a:ext uri="{FF2B5EF4-FFF2-40B4-BE49-F238E27FC236}">
                  <a16:creationId xmlns:a16="http://schemas.microsoft.com/office/drawing/2014/main" id="{4EECCD71-27AB-4987-933F-CC56CBDBA9C0}"/>
                </a:ext>
              </a:extLst>
            </p:cNvPr>
            <p:cNvSpPr>
              <a:spLocks/>
            </p:cNvSpPr>
            <p:nvPr/>
          </p:nvSpPr>
          <p:spPr bwMode="auto">
            <a:xfrm>
              <a:off x="801" y="990"/>
              <a:ext cx="8" cy="20"/>
            </a:xfrm>
            <a:custGeom>
              <a:avLst/>
              <a:gdLst>
                <a:gd name="T0" fmla="*/ 21 w 5"/>
                <a:gd name="T1" fmla="*/ 55 h 12"/>
                <a:gd name="T2" fmla="*/ 5 w 5"/>
                <a:gd name="T3" fmla="*/ 33 h 12"/>
                <a:gd name="T4" fmla="*/ 5 w 5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12">
                  <a:moveTo>
                    <a:pt x="5" y="12"/>
                  </a:moveTo>
                  <a:cubicBezTo>
                    <a:pt x="3" y="11"/>
                    <a:pt x="1" y="10"/>
                    <a:pt x="1" y="7"/>
                  </a:cubicBezTo>
                  <a:cubicBezTo>
                    <a:pt x="1" y="4"/>
                    <a:pt x="0" y="1"/>
                    <a:pt x="1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353" name="Freeform 452">
              <a:extLst>
                <a:ext uri="{FF2B5EF4-FFF2-40B4-BE49-F238E27FC236}">
                  <a16:creationId xmlns:a16="http://schemas.microsoft.com/office/drawing/2014/main" id="{C1D27465-9C39-4D14-BB60-E4051419E0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5" y="959"/>
              <a:ext cx="33" cy="77"/>
            </a:xfrm>
            <a:custGeom>
              <a:avLst/>
              <a:gdLst>
                <a:gd name="T0" fmla="*/ 0 w 20"/>
                <a:gd name="T1" fmla="*/ 206 h 47"/>
                <a:gd name="T2" fmla="*/ 8 w 20"/>
                <a:gd name="T3" fmla="*/ 202 h 47"/>
                <a:gd name="T4" fmla="*/ 33 w 20"/>
                <a:gd name="T5" fmla="*/ 193 h 47"/>
                <a:gd name="T6" fmla="*/ 54 w 20"/>
                <a:gd name="T7" fmla="*/ 151 h 47"/>
                <a:gd name="T8" fmla="*/ 71 w 20"/>
                <a:gd name="T9" fmla="*/ 110 h 47"/>
                <a:gd name="T10" fmla="*/ 84 w 20"/>
                <a:gd name="T11" fmla="*/ 29 h 47"/>
                <a:gd name="T12" fmla="*/ 35 w 20"/>
                <a:gd name="T13" fmla="*/ 21 h 4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47">
                  <a:moveTo>
                    <a:pt x="0" y="47"/>
                  </a:moveTo>
                  <a:cubicBezTo>
                    <a:pt x="2" y="46"/>
                    <a:pt x="2" y="46"/>
                    <a:pt x="2" y="46"/>
                  </a:cubicBezTo>
                  <a:cubicBezTo>
                    <a:pt x="2" y="46"/>
                    <a:pt x="5" y="46"/>
                    <a:pt x="7" y="44"/>
                  </a:cubicBezTo>
                  <a:cubicBezTo>
                    <a:pt x="9" y="43"/>
                    <a:pt x="11" y="37"/>
                    <a:pt x="12" y="34"/>
                  </a:cubicBezTo>
                  <a:cubicBezTo>
                    <a:pt x="13" y="31"/>
                    <a:pt x="15" y="29"/>
                    <a:pt x="16" y="25"/>
                  </a:cubicBezTo>
                  <a:cubicBezTo>
                    <a:pt x="17" y="22"/>
                    <a:pt x="19" y="13"/>
                    <a:pt x="19" y="7"/>
                  </a:cubicBezTo>
                  <a:cubicBezTo>
                    <a:pt x="20" y="2"/>
                    <a:pt x="12" y="0"/>
                    <a:pt x="8" y="5"/>
                  </a:cubicBezTo>
                </a:path>
              </a:pathLst>
            </a:custGeom>
            <a:solidFill>
              <a:srgbClr val="F6E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354" name="Freeform 453">
              <a:extLst>
                <a:ext uri="{FF2B5EF4-FFF2-40B4-BE49-F238E27FC236}">
                  <a16:creationId xmlns:a16="http://schemas.microsoft.com/office/drawing/2014/main" id="{99D8B2EE-0393-4868-A421-1CF2EE7A00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5" y="959"/>
              <a:ext cx="33" cy="76"/>
            </a:xfrm>
            <a:custGeom>
              <a:avLst/>
              <a:gdLst>
                <a:gd name="T0" fmla="*/ 0 w 20"/>
                <a:gd name="T1" fmla="*/ 208 h 46"/>
                <a:gd name="T2" fmla="*/ 8 w 20"/>
                <a:gd name="T3" fmla="*/ 208 h 46"/>
                <a:gd name="T4" fmla="*/ 33 w 20"/>
                <a:gd name="T5" fmla="*/ 200 h 46"/>
                <a:gd name="T6" fmla="*/ 54 w 20"/>
                <a:gd name="T7" fmla="*/ 154 h 46"/>
                <a:gd name="T8" fmla="*/ 71 w 20"/>
                <a:gd name="T9" fmla="*/ 112 h 46"/>
                <a:gd name="T10" fmla="*/ 84 w 20"/>
                <a:gd name="T11" fmla="*/ 33 h 46"/>
                <a:gd name="T12" fmla="*/ 35 w 20"/>
                <a:gd name="T13" fmla="*/ 20 h 4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46">
                  <a:moveTo>
                    <a:pt x="0" y="46"/>
                  </a:moveTo>
                  <a:cubicBezTo>
                    <a:pt x="2" y="46"/>
                    <a:pt x="2" y="46"/>
                    <a:pt x="2" y="46"/>
                  </a:cubicBezTo>
                  <a:cubicBezTo>
                    <a:pt x="2" y="46"/>
                    <a:pt x="5" y="46"/>
                    <a:pt x="7" y="44"/>
                  </a:cubicBezTo>
                  <a:cubicBezTo>
                    <a:pt x="9" y="43"/>
                    <a:pt x="11" y="37"/>
                    <a:pt x="12" y="34"/>
                  </a:cubicBezTo>
                  <a:cubicBezTo>
                    <a:pt x="13" y="31"/>
                    <a:pt x="15" y="28"/>
                    <a:pt x="16" y="25"/>
                  </a:cubicBezTo>
                  <a:cubicBezTo>
                    <a:pt x="17" y="22"/>
                    <a:pt x="19" y="13"/>
                    <a:pt x="19" y="7"/>
                  </a:cubicBezTo>
                  <a:cubicBezTo>
                    <a:pt x="20" y="1"/>
                    <a:pt x="12" y="0"/>
                    <a:pt x="8" y="4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355" name="Freeform 454">
              <a:extLst>
                <a:ext uri="{FF2B5EF4-FFF2-40B4-BE49-F238E27FC236}">
                  <a16:creationId xmlns:a16="http://schemas.microsoft.com/office/drawing/2014/main" id="{FCB4A0D1-BD34-4E26-A527-B1A422ED72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5" y="976"/>
              <a:ext cx="13" cy="41"/>
            </a:xfrm>
            <a:custGeom>
              <a:avLst/>
              <a:gdLst>
                <a:gd name="T0" fmla="*/ 13 w 8"/>
                <a:gd name="T1" fmla="*/ 21 h 25"/>
                <a:gd name="T2" fmla="*/ 26 w 8"/>
                <a:gd name="T3" fmla="*/ 5 h 25"/>
                <a:gd name="T4" fmla="*/ 26 w 8"/>
                <a:gd name="T5" fmla="*/ 41 h 25"/>
                <a:gd name="T6" fmla="*/ 0 w 8"/>
                <a:gd name="T7" fmla="*/ 92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25">
                  <a:moveTo>
                    <a:pt x="3" y="5"/>
                  </a:moveTo>
                  <a:cubicBezTo>
                    <a:pt x="2" y="3"/>
                    <a:pt x="4" y="0"/>
                    <a:pt x="6" y="1"/>
                  </a:cubicBezTo>
                  <a:cubicBezTo>
                    <a:pt x="8" y="3"/>
                    <a:pt x="6" y="7"/>
                    <a:pt x="6" y="9"/>
                  </a:cubicBezTo>
                  <a:cubicBezTo>
                    <a:pt x="6" y="11"/>
                    <a:pt x="6" y="25"/>
                    <a:pt x="0" y="21"/>
                  </a:cubicBezTo>
                </a:path>
              </a:pathLst>
            </a:custGeom>
            <a:solidFill>
              <a:srgbClr val="EFCA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356" name="Freeform 455">
              <a:extLst>
                <a:ext uri="{FF2B5EF4-FFF2-40B4-BE49-F238E27FC236}">
                  <a16:creationId xmlns:a16="http://schemas.microsoft.com/office/drawing/2014/main" id="{DD87C61A-FDF9-4943-8208-199027850D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8" y="969"/>
              <a:ext cx="17" cy="15"/>
            </a:xfrm>
            <a:custGeom>
              <a:avLst/>
              <a:gdLst>
                <a:gd name="T0" fmla="*/ 0 w 10"/>
                <a:gd name="T1" fmla="*/ 37 h 9"/>
                <a:gd name="T2" fmla="*/ 41 w 10"/>
                <a:gd name="T3" fmla="*/ 5 h 9"/>
                <a:gd name="T4" fmla="*/ 41 w 10"/>
                <a:gd name="T5" fmla="*/ 42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9">
                  <a:moveTo>
                    <a:pt x="0" y="8"/>
                  </a:moveTo>
                  <a:cubicBezTo>
                    <a:pt x="3" y="3"/>
                    <a:pt x="7" y="0"/>
                    <a:pt x="8" y="1"/>
                  </a:cubicBezTo>
                  <a:cubicBezTo>
                    <a:pt x="10" y="1"/>
                    <a:pt x="8" y="6"/>
                    <a:pt x="8" y="9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357" name="Freeform 456">
              <a:extLst>
                <a:ext uri="{FF2B5EF4-FFF2-40B4-BE49-F238E27FC236}">
                  <a16:creationId xmlns:a16="http://schemas.microsoft.com/office/drawing/2014/main" id="{C6A4741A-569A-4AE8-A81E-E1048989E7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2" y="974"/>
              <a:ext cx="10" cy="38"/>
            </a:xfrm>
            <a:custGeom>
              <a:avLst/>
              <a:gdLst>
                <a:gd name="T0" fmla="*/ 13 w 6"/>
                <a:gd name="T1" fmla="*/ 0 h 23"/>
                <a:gd name="T2" fmla="*/ 22 w 6"/>
                <a:gd name="T3" fmla="*/ 41 h 23"/>
                <a:gd name="T4" fmla="*/ 20 w 6"/>
                <a:gd name="T5" fmla="*/ 84 h 23"/>
                <a:gd name="T6" fmla="*/ 0 w 6"/>
                <a:gd name="T7" fmla="*/ 104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23">
                  <a:moveTo>
                    <a:pt x="3" y="0"/>
                  </a:moveTo>
                  <a:cubicBezTo>
                    <a:pt x="3" y="3"/>
                    <a:pt x="6" y="3"/>
                    <a:pt x="5" y="9"/>
                  </a:cubicBezTo>
                  <a:cubicBezTo>
                    <a:pt x="5" y="15"/>
                    <a:pt x="4" y="17"/>
                    <a:pt x="4" y="19"/>
                  </a:cubicBezTo>
                  <a:cubicBezTo>
                    <a:pt x="3" y="21"/>
                    <a:pt x="2" y="21"/>
                    <a:pt x="0" y="23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358" name="Freeform 457">
              <a:extLst>
                <a:ext uri="{FF2B5EF4-FFF2-40B4-BE49-F238E27FC236}">
                  <a16:creationId xmlns:a16="http://schemas.microsoft.com/office/drawing/2014/main" id="{061BAC93-2A51-492A-A5C3-48434A8A96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3" y="990"/>
              <a:ext cx="9" cy="20"/>
            </a:xfrm>
            <a:custGeom>
              <a:avLst/>
              <a:gdLst>
                <a:gd name="T0" fmla="*/ 0 w 5"/>
                <a:gd name="T1" fmla="*/ 55 h 12"/>
                <a:gd name="T2" fmla="*/ 23 w 5"/>
                <a:gd name="T3" fmla="*/ 33 h 12"/>
                <a:gd name="T4" fmla="*/ 23 w 5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12">
                  <a:moveTo>
                    <a:pt x="0" y="12"/>
                  </a:moveTo>
                  <a:cubicBezTo>
                    <a:pt x="2" y="11"/>
                    <a:pt x="4" y="10"/>
                    <a:pt x="4" y="7"/>
                  </a:cubicBezTo>
                  <a:cubicBezTo>
                    <a:pt x="4" y="4"/>
                    <a:pt x="5" y="1"/>
                    <a:pt x="4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359" name="Freeform 458">
              <a:extLst>
                <a:ext uri="{FF2B5EF4-FFF2-40B4-BE49-F238E27FC236}">
                  <a16:creationId xmlns:a16="http://schemas.microsoft.com/office/drawing/2014/main" id="{8E67374D-B717-4E51-9923-DEB1E1526AD6}"/>
                </a:ext>
              </a:extLst>
            </p:cNvPr>
            <p:cNvSpPr>
              <a:spLocks/>
            </p:cNvSpPr>
            <p:nvPr/>
          </p:nvSpPr>
          <p:spPr bwMode="auto">
            <a:xfrm>
              <a:off x="794" y="778"/>
              <a:ext cx="304" cy="388"/>
            </a:xfrm>
            <a:custGeom>
              <a:avLst/>
              <a:gdLst>
                <a:gd name="T0" fmla="*/ 33 w 184"/>
                <a:gd name="T1" fmla="*/ 618 h 236"/>
                <a:gd name="T2" fmla="*/ 109 w 184"/>
                <a:gd name="T3" fmla="*/ 768 h 236"/>
                <a:gd name="T4" fmla="*/ 213 w 184"/>
                <a:gd name="T5" fmla="*/ 898 h 236"/>
                <a:gd name="T6" fmla="*/ 382 w 184"/>
                <a:gd name="T7" fmla="*/ 1044 h 236"/>
                <a:gd name="T8" fmla="*/ 423 w 184"/>
                <a:gd name="T9" fmla="*/ 1049 h 236"/>
                <a:gd name="T10" fmla="*/ 461 w 184"/>
                <a:gd name="T11" fmla="*/ 1044 h 236"/>
                <a:gd name="T12" fmla="*/ 628 w 184"/>
                <a:gd name="T13" fmla="*/ 903 h 236"/>
                <a:gd name="T14" fmla="*/ 725 w 184"/>
                <a:gd name="T15" fmla="*/ 778 h 236"/>
                <a:gd name="T16" fmla="*/ 795 w 184"/>
                <a:gd name="T17" fmla="*/ 613 h 236"/>
                <a:gd name="T18" fmla="*/ 783 w 184"/>
                <a:gd name="T19" fmla="*/ 441 h 236"/>
                <a:gd name="T20" fmla="*/ 410 w 184"/>
                <a:gd name="T21" fmla="*/ 5 h 236"/>
                <a:gd name="T22" fmla="*/ 35 w 184"/>
                <a:gd name="T23" fmla="*/ 429 h 236"/>
                <a:gd name="T24" fmla="*/ 33 w 184"/>
                <a:gd name="T25" fmla="*/ 618 h 2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84" h="236">
                  <a:moveTo>
                    <a:pt x="7" y="139"/>
                  </a:moveTo>
                  <a:cubicBezTo>
                    <a:pt x="10" y="149"/>
                    <a:pt x="19" y="167"/>
                    <a:pt x="24" y="173"/>
                  </a:cubicBezTo>
                  <a:cubicBezTo>
                    <a:pt x="32" y="182"/>
                    <a:pt x="37" y="190"/>
                    <a:pt x="47" y="202"/>
                  </a:cubicBezTo>
                  <a:cubicBezTo>
                    <a:pt x="58" y="213"/>
                    <a:pt x="72" y="233"/>
                    <a:pt x="85" y="235"/>
                  </a:cubicBezTo>
                  <a:cubicBezTo>
                    <a:pt x="89" y="236"/>
                    <a:pt x="91" y="236"/>
                    <a:pt x="94" y="236"/>
                  </a:cubicBezTo>
                  <a:cubicBezTo>
                    <a:pt x="98" y="236"/>
                    <a:pt x="98" y="236"/>
                    <a:pt x="102" y="235"/>
                  </a:cubicBezTo>
                  <a:cubicBezTo>
                    <a:pt x="115" y="233"/>
                    <a:pt x="129" y="215"/>
                    <a:pt x="139" y="203"/>
                  </a:cubicBezTo>
                  <a:cubicBezTo>
                    <a:pt x="151" y="190"/>
                    <a:pt x="156" y="182"/>
                    <a:pt x="161" y="175"/>
                  </a:cubicBezTo>
                  <a:cubicBezTo>
                    <a:pt x="166" y="168"/>
                    <a:pt x="174" y="148"/>
                    <a:pt x="176" y="138"/>
                  </a:cubicBezTo>
                  <a:cubicBezTo>
                    <a:pt x="176" y="138"/>
                    <a:pt x="184" y="113"/>
                    <a:pt x="174" y="99"/>
                  </a:cubicBezTo>
                  <a:cubicBezTo>
                    <a:pt x="169" y="93"/>
                    <a:pt x="173" y="3"/>
                    <a:pt x="91" y="1"/>
                  </a:cubicBezTo>
                  <a:cubicBezTo>
                    <a:pt x="61" y="0"/>
                    <a:pt x="12" y="18"/>
                    <a:pt x="8" y="97"/>
                  </a:cubicBezTo>
                  <a:cubicBezTo>
                    <a:pt x="8" y="97"/>
                    <a:pt x="0" y="115"/>
                    <a:pt x="7" y="139"/>
                  </a:cubicBezTo>
                  <a:close/>
                </a:path>
              </a:pathLst>
            </a:custGeom>
            <a:solidFill>
              <a:srgbClr val="F6E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360" name="Freeform 459">
              <a:extLst>
                <a:ext uri="{FF2B5EF4-FFF2-40B4-BE49-F238E27FC236}">
                  <a16:creationId xmlns:a16="http://schemas.microsoft.com/office/drawing/2014/main" id="{6A653647-AB9A-4E35-8A81-8EEF25302B8A}"/>
                </a:ext>
              </a:extLst>
            </p:cNvPr>
            <p:cNvSpPr>
              <a:spLocks/>
            </p:cNvSpPr>
            <p:nvPr/>
          </p:nvSpPr>
          <p:spPr bwMode="auto">
            <a:xfrm>
              <a:off x="794" y="778"/>
              <a:ext cx="304" cy="388"/>
            </a:xfrm>
            <a:custGeom>
              <a:avLst/>
              <a:gdLst>
                <a:gd name="T0" fmla="*/ 33 w 184"/>
                <a:gd name="T1" fmla="*/ 618 h 236"/>
                <a:gd name="T2" fmla="*/ 109 w 184"/>
                <a:gd name="T3" fmla="*/ 768 h 236"/>
                <a:gd name="T4" fmla="*/ 213 w 184"/>
                <a:gd name="T5" fmla="*/ 898 h 236"/>
                <a:gd name="T6" fmla="*/ 382 w 184"/>
                <a:gd name="T7" fmla="*/ 1044 h 236"/>
                <a:gd name="T8" fmla="*/ 423 w 184"/>
                <a:gd name="T9" fmla="*/ 1049 h 236"/>
                <a:gd name="T10" fmla="*/ 461 w 184"/>
                <a:gd name="T11" fmla="*/ 1044 h 236"/>
                <a:gd name="T12" fmla="*/ 628 w 184"/>
                <a:gd name="T13" fmla="*/ 903 h 236"/>
                <a:gd name="T14" fmla="*/ 725 w 184"/>
                <a:gd name="T15" fmla="*/ 778 h 236"/>
                <a:gd name="T16" fmla="*/ 795 w 184"/>
                <a:gd name="T17" fmla="*/ 613 h 236"/>
                <a:gd name="T18" fmla="*/ 783 w 184"/>
                <a:gd name="T19" fmla="*/ 441 h 236"/>
                <a:gd name="T20" fmla="*/ 410 w 184"/>
                <a:gd name="T21" fmla="*/ 5 h 236"/>
                <a:gd name="T22" fmla="*/ 35 w 184"/>
                <a:gd name="T23" fmla="*/ 429 h 236"/>
                <a:gd name="T24" fmla="*/ 33 w 184"/>
                <a:gd name="T25" fmla="*/ 618 h 2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84" h="236">
                  <a:moveTo>
                    <a:pt x="7" y="139"/>
                  </a:moveTo>
                  <a:cubicBezTo>
                    <a:pt x="10" y="149"/>
                    <a:pt x="19" y="167"/>
                    <a:pt x="24" y="173"/>
                  </a:cubicBezTo>
                  <a:cubicBezTo>
                    <a:pt x="32" y="182"/>
                    <a:pt x="37" y="190"/>
                    <a:pt x="47" y="202"/>
                  </a:cubicBezTo>
                  <a:cubicBezTo>
                    <a:pt x="58" y="213"/>
                    <a:pt x="72" y="233"/>
                    <a:pt x="85" y="235"/>
                  </a:cubicBezTo>
                  <a:cubicBezTo>
                    <a:pt x="89" y="236"/>
                    <a:pt x="91" y="236"/>
                    <a:pt x="94" y="236"/>
                  </a:cubicBezTo>
                  <a:cubicBezTo>
                    <a:pt x="98" y="236"/>
                    <a:pt x="98" y="236"/>
                    <a:pt x="102" y="235"/>
                  </a:cubicBezTo>
                  <a:cubicBezTo>
                    <a:pt x="115" y="233"/>
                    <a:pt x="129" y="215"/>
                    <a:pt x="139" y="203"/>
                  </a:cubicBezTo>
                  <a:cubicBezTo>
                    <a:pt x="151" y="190"/>
                    <a:pt x="156" y="182"/>
                    <a:pt x="161" y="175"/>
                  </a:cubicBezTo>
                  <a:cubicBezTo>
                    <a:pt x="166" y="168"/>
                    <a:pt x="174" y="148"/>
                    <a:pt x="176" y="138"/>
                  </a:cubicBezTo>
                  <a:cubicBezTo>
                    <a:pt x="176" y="138"/>
                    <a:pt x="184" y="113"/>
                    <a:pt x="174" y="99"/>
                  </a:cubicBezTo>
                  <a:cubicBezTo>
                    <a:pt x="169" y="93"/>
                    <a:pt x="173" y="3"/>
                    <a:pt x="91" y="1"/>
                  </a:cubicBezTo>
                  <a:cubicBezTo>
                    <a:pt x="61" y="0"/>
                    <a:pt x="12" y="18"/>
                    <a:pt x="8" y="97"/>
                  </a:cubicBezTo>
                  <a:cubicBezTo>
                    <a:pt x="8" y="97"/>
                    <a:pt x="0" y="115"/>
                    <a:pt x="7" y="139"/>
                  </a:cubicBezTo>
                  <a:close/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361" name="Freeform 460">
              <a:extLst>
                <a:ext uri="{FF2B5EF4-FFF2-40B4-BE49-F238E27FC236}">
                  <a16:creationId xmlns:a16="http://schemas.microsoft.com/office/drawing/2014/main" id="{7F2EBC72-8323-4B82-9038-A694EE079799}"/>
                </a:ext>
              </a:extLst>
            </p:cNvPr>
            <p:cNvSpPr>
              <a:spLocks/>
            </p:cNvSpPr>
            <p:nvPr/>
          </p:nvSpPr>
          <p:spPr bwMode="auto">
            <a:xfrm>
              <a:off x="907" y="1005"/>
              <a:ext cx="81" cy="33"/>
            </a:xfrm>
            <a:custGeom>
              <a:avLst/>
              <a:gdLst>
                <a:gd name="T0" fmla="*/ 180 w 49"/>
                <a:gd name="T1" fmla="*/ 0 h 20"/>
                <a:gd name="T2" fmla="*/ 202 w 49"/>
                <a:gd name="T3" fmla="*/ 63 h 20"/>
                <a:gd name="T4" fmla="*/ 172 w 49"/>
                <a:gd name="T5" fmla="*/ 63 h 20"/>
                <a:gd name="T6" fmla="*/ 122 w 49"/>
                <a:gd name="T7" fmla="*/ 84 h 20"/>
                <a:gd name="T8" fmla="*/ 104 w 49"/>
                <a:gd name="T9" fmla="*/ 84 h 20"/>
                <a:gd name="T10" fmla="*/ 55 w 49"/>
                <a:gd name="T11" fmla="*/ 63 h 20"/>
                <a:gd name="T12" fmla="*/ 20 w 49"/>
                <a:gd name="T13" fmla="*/ 58 h 20"/>
                <a:gd name="T14" fmla="*/ 46 w 49"/>
                <a:gd name="T15" fmla="*/ 0 h 20"/>
                <a:gd name="T16" fmla="*/ 21 w 49"/>
                <a:gd name="T17" fmla="*/ 33 h 20"/>
                <a:gd name="T18" fmla="*/ 41 w 49"/>
                <a:gd name="T19" fmla="*/ 63 h 20"/>
                <a:gd name="T20" fmla="*/ 76 w 49"/>
                <a:gd name="T21" fmla="*/ 71 h 20"/>
                <a:gd name="T22" fmla="*/ 164 w 49"/>
                <a:gd name="T23" fmla="*/ 63 h 20"/>
                <a:gd name="T24" fmla="*/ 185 w 49"/>
                <a:gd name="T25" fmla="*/ 63 h 20"/>
                <a:gd name="T26" fmla="*/ 208 w 49"/>
                <a:gd name="T27" fmla="*/ 46 h 20"/>
                <a:gd name="T28" fmla="*/ 180 w 49"/>
                <a:gd name="T29" fmla="*/ 0 h 2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49" h="20">
                  <a:moveTo>
                    <a:pt x="40" y="0"/>
                  </a:moveTo>
                  <a:cubicBezTo>
                    <a:pt x="42" y="3"/>
                    <a:pt x="49" y="8"/>
                    <a:pt x="45" y="14"/>
                  </a:cubicBezTo>
                  <a:cubicBezTo>
                    <a:pt x="42" y="17"/>
                    <a:pt x="40" y="14"/>
                    <a:pt x="38" y="14"/>
                  </a:cubicBezTo>
                  <a:cubicBezTo>
                    <a:pt x="35" y="15"/>
                    <a:pt x="32" y="18"/>
                    <a:pt x="27" y="19"/>
                  </a:cubicBezTo>
                  <a:cubicBezTo>
                    <a:pt x="24" y="19"/>
                    <a:pt x="24" y="19"/>
                    <a:pt x="23" y="19"/>
                  </a:cubicBezTo>
                  <a:cubicBezTo>
                    <a:pt x="17" y="18"/>
                    <a:pt x="15" y="14"/>
                    <a:pt x="12" y="14"/>
                  </a:cubicBezTo>
                  <a:cubicBezTo>
                    <a:pt x="9" y="13"/>
                    <a:pt x="7" y="16"/>
                    <a:pt x="4" y="13"/>
                  </a:cubicBezTo>
                  <a:cubicBezTo>
                    <a:pt x="0" y="7"/>
                    <a:pt x="9" y="3"/>
                    <a:pt x="10" y="0"/>
                  </a:cubicBezTo>
                  <a:cubicBezTo>
                    <a:pt x="10" y="0"/>
                    <a:pt x="9" y="3"/>
                    <a:pt x="5" y="7"/>
                  </a:cubicBezTo>
                  <a:cubicBezTo>
                    <a:pt x="1" y="13"/>
                    <a:pt x="6" y="14"/>
                    <a:pt x="9" y="14"/>
                  </a:cubicBezTo>
                  <a:cubicBezTo>
                    <a:pt x="12" y="13"/>
                    <a:pt x="13" y="12"/>
                    <a:pt x="17" y="16"/>
                  </a:cubicBezTo>
                  <a:cubicBezTo>
                    <a:pt x="21" y="19"/>
                    <a:pt x="27" y="20"/>
                    <a:pt x="36" y="14"/>
                  </a:cubicBezTo>
                  <a:cubicBezTo>
                    <a:pt x="38" y="13"/>
                    <a:pt x="39" y="13"/>
                    <a:pt x="41" y="14"/>
                  </a:cubicBezTo>
                  <a:cubicBezTo>
                    <a:pt x="42" y="14"/>
                    <a:pt x="45" y="15"/>
                    <a:pt x="46" y="10"/>
                  </a:cubicBezTo>
                  <a:cubicBezTo>
                    <a:pt x="47" y="5"/>
                    <a:pt x="41" y="5"/>
                    <a:pt x="4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362" name="Freeform 461">
              <a:extLst>
                <a:ext uri="{FF2B5EF4-FFF2-40B4-BE49-F238E27FC236}">
                  <a16:creationId xmlns:a16="http://schemas.microsoft.com/office/drawing/2014/main" id="{21408B84-207F-4C25-934D-E63AD5F8B7F6}"/>
                </a:ext>
              </a:extLst>
            </p:cNvPr>
            <p:cNvSpPr>
              <a:spLocks/>
            </p:cNvSpPr>
            <p:nvPr/>
          </p:nvSpPr>
          <p:spPr bwMode="auto">
            <a:xfrm>
              <a:off x="804" y="915"/>
              <a:ext cx="71" cy="189"/>
            </a:xfrm>
            <a:custGeom>
              <a:avLst/>
              <a:gdLst>
                <a:gd name="T0" fmla="*/ 41 w 43"/>
                <a:gd name="T1" fmla="*/ 13 h 115"/>
                <a:gd name="T2" fmla="*/ 33 w 43"/>
                <a:gd name="T3" fmla="*/ 89 h 115"/>
                <a:gd name="T4" fmla="*/ 5 w 43"/>
                <a:gd name="T5" fmla="*/ 164 h 115"/>
                <a:gd name="T6" fmla="*/ 58 w 43"/>
                <a:gd name="T7" fmla="*/ 345 h 115"/>
                <a:gd name="T8" fmla="*/ 122 w 43"/>
                <a:gd name="T9" fmla="*/ 436 h 115"/>
                <a:gd name="T10" fmla="*/ 193 w 43"/>
                <a:gd name="T11" fmla="*/ 511 h 115"/>
                <a:gd name="T12" fmla="*/ 147 w 43"/>
                <a:gd name="T13" fmla="*/ 449 h 115"/>
                <a:gd name="T14" fmla="*/ 125 w 43"/>
                <a:gd name="T15" fmla="*/ 406 h 115"/>
                <a:gd name="T16" fmla="*/ 130 w 43"/>
                <a:gd name="T17" fmla="*/ 378 h 115"/>
                <a:gd name="T18" fmla="*/ 89 w 43"/>
                <a:gd name="T19" fmla="*/ 302 h 115"/>
                <a:gd name="T20" fmla="*/ 35 w 43"/>
                <a:gd name="T21" fmla="*/ 219 h 115"/>
                <a:gd name="T22" fmla="*/ 35 w 43"/>
                <a:gd name="T23" fmla="*/ 130 h 115"/>
                <a:gd name="T24" fmla="*/ 50 w 43"/>
                <a:gd name="T25" fmla="*/ 62 h 115"/>
                <a:gd name="T26" fmla="*/ 35 w 43"/>
                <a:gd name="T27" fmla="*/ 0 h 115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43" h="115">
                  <a:moveTo>
                    <a:pt x="9" y="3"/>
                  </a:moveTo>
                  <a:cubicBezTo>
                    <a:pt x="7" y="7"/>
                    <a:pt x="11" y="15"/>
                    <a:pt x="7" y="20"/>
                  </a:cubicBezTo>
                  <a:cubicBezTo>
                    <a:pt x="4" y="26"/>
                    <a:pt x="2" y="31"/>
                    <a:pt x="1" y="37"/>
                  </a:cubicBezTo>
                  <a:cubicBezTo>
                    <a:pt x="0" y="53"/>
                    <a:pt x="8" y="64"/>
                    <a:pt x="13" y="78"/>
                  </a:cubicBezTo>
                  <a:cubicBezTo>
                    <a:pt x="17" y="86"/>
                    <a:pt x="22" y="91"/>
                    <a:pt x="27" y="98"/>
                  </a:cubicBezTo>
                  <a:cubicBezTo>
                    <a:pt x="33" y="105"/>
                    <a:pt x="38" y="110"/>
                    <a:pt x="43" y="115"/>
                  </a:cubicBezTo>
                  <a:cubicBezTo>
                    <a:pt x="39" y="112"/>
                    <a:pt x="35" y="105"/>
                    <a:pt x="33" y="101"/>
                  </a:cubicBezTo>
                  <a:cubicBezTo>
                    <a:pt x="32" y="98"/>
                    <a:pt x="29" y="94"/>
                    <a:pt x="28" y="91"/>
                  </a:cubicBezTo>
                  <a:cubicBezTo>
                    <a:pt x="28" y="87"/>
                    <a:pt x="28" y="88"/>
                    <a:pt x="29" y="85"/>
                  </a:cubicBezTo>
                  <a:cubicBezTo>
                    <a:pt x="30" y="80"/>
                    <a:pt x="23" y="72"/>
                    <a:pt x="20" y="68"/>
                  </a:cubicBezTo>
                  <a:cubicBezTo>
                    <a:pt x="16" y="62"/>
                    <a:pt x="10" y="57"/>
                    <a:pt x="8" y="49"/>
                  </a:cubicBezTo>
                  <a:cubicBezTo>
                    <a:pt x="6" y="43"/>
                    <a:pt x="7" y="35"/>
                    <a:pt x="8" y="29"/>
                  </a:cubicBezTo>
                  <a:cubicBezTo>
                    <a:pt x="9" y="24"/>
                    <a:pt x="12" y="20"/>
                    <a:pt x="11" y="14"/>
                  </a:cubicBezTo>
                  <a:cubicBezTo>
                    <a:pt x="10" y="10"/>
                    <a:pt x="8" y="5"/>
                    <a:pt x="8" y="0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363" name="Freeform 462">
              <a:extLst>
                <a:ext uri="{FF2B5EF4-FFF2-40B4-BE49-F238E27FC236}">
                  <a16:creationId xmlns:a16="http://schemas.microsoft.com/office/drawing/2014/main" id="{0A676CB1-4397-4132-99AE-FE61CF1F4A2A}"/>
                </a:ext>
              </a:extLst>
            </p:cNvPr>
            <p:cNvSpPr>
              <a:spLocks/>
            </p:cNvSpPr>
            <p:nvPr/>
          </p:nvSpPr>
          <p:spPr bwMode="auto">
            <a:xfrm>
              <a:off x="905" y="1124"/>
              <a:ext cx="30" cy="24"/>
            </a:xfrm>
            <a:custGeom>
              <a:avLst/>
              <a:gdLst>
                <a:gd name="T0" fmla="*/ 83 w 18"/>
                <a:gd name="T1" fmla="*/ 16 h 15"/>
                <a:gd name="T2" fmla="*/ 33 w 18"/>
                <a:gd name="T3" fmla="*/ 61 h 15"/>
                <a:gd name="T4" fmla="*/ 83 w 18"/>
                <a:gd name="T5" fmla="*/ 21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5">
                  <a:moveTo>
                    <a:pt x="18" y="4"/>
                  </a:moveTo>
                  <a:cubicBezTo>
                    <a:pt x="11" y="0"/>
                    <a:pt x="0" y="12"/>
                    <a:pt x="7" y="15"/>
                  </a:cubicBezTo>
                  <a:cubicBezTo>
                    <a:pt x="8" y="11"/>
                    <a:pt x="13" y="5"/>
                    <a:pt x="18" y="5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364" name="Freeform 463">
              <a:extLst>
                <a:ext uri="{FF2B5EF4-FFF2-40B4-BE49-F238E27FC236}">
                  <a16:creationId xmlns:a16="http://schemas.microsoft.com/office/drawing/2014/main" id="{FB07D3F5-BCE6-4E93-901C-2379A47A560F}"/>
                </a:ext>
              </a:extLst>
            </p:cNvPr>
            <p:cNvSpPr>
              <a:spLocks/>
            </p:cNvSpPr>
            <p:nvPr/>
          </p:nvSpPr>
          <p:spPr bwMode="auto">
            <a:xfrm>
              <a:off x="892" y="1059"/>
              <a:ext cx="110" cy="50"/>
            </a:xfrm>
            <a:custGeom>
              <a:avLst/>
              <a:gdLst>
                <a:gd name="T0" fmla="*/ 0 w 67"/>
                <a:gd name="T1" fmla="*/ 47 h 30"/>
                <a:gd name="T2" fmla="*/ 62 w 67"/>
                <a:gd name="T3" fmla="*/ 28 h 30"/>
                <a:gd name="T4" fmla="*/ 131 w 67"/>
                <a:gd name="T5" fmla="*/ 8 h 30"/>
                <a:gd name="T6" fmla="*/ 151 w 67"/>
                <a:gd name="T7" fmla="*/ 20 h 30"/>
                <a:gd name="T8" fmla="*/ 172 w 67"/>
                <a:gd name="T9" fmla="*/ 8 h 30"/>
                <a:gd name="T10" fmla="*/ 213 w 67"/>
                <a:gd name="T11" fmla="*/ 13 h 30"/>
                <a:gd name="T12" fmla="*/ 297 w 67"/>
                <a:gd name="T13" fmla="*/ 47 h 30"/>
                <a:gd name="T14" fmla="*/ 256 w 67"/>
                <a:gd name="T15" fmla="*/ 97 h 30"/>
                <a:gd name="T16" fmla="*/ 159 w 67"/>
                <a:gd name="T17" fmla="*/ 138 h 30"/>
                <a:gd name="T18" fmla="*/ 76 w 67"/>
                <a:gd name="T19" fmla="*/ 117 h 30"/>
                <a:gd name="T20" fmla="*/ 0 w 67"/>
                <a:gd name="T21" fmla="*/ 47 h 3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7" h="30">
                  <a:moveTo>
                    <a:pt x="0" y="10"/>
                  </a:moveTo>
                  <a:cubicBezTo>
                    <a:pt x="0" y="10"/>
                    <a:pt x="4" y="14"/>
                    <a:pt x="14" y="6"/>
                  </a:cubicBezTo>
                  <a:cubicBezTo>
                    <a:pt x="18" y="2"/>
                    <a:pt x="25" y="0"/>
                    <a:pt x="30" y="2"/>
                  </a:cubicBezTo>
                  <a:cubicBezTo>
                    <a:pt x="35" y="5"/>
                    <a:pt x="34" y="4"/>
                    <a:pt x="34" y="4"/>
                  </a:cubicBezTo>
                  <a:cubicBezTo>
                    <a:pt x="34" y="4"/>
                    <a:pt x="36" y="3"/>
                    <a:pt x="39" y="2"/>
                  </a:cubicBezTo>
                  <a:cubicBezTo>
                    <a:pt x="42" y="1"/>
                    <a:pt x="46" y="1"/>
                    <a:pt x="48" y="3"/>
                  </a:cubicBezTo>
                  <a:cubicBezTo>
                    <a:pt x="51" y="4"/>
                    <a:pt x="59" y="12"/>
                    <a:pt x="67" y="10"/>
                  </a:cubicBezTo>
                  <a:cubicBezTo>
                    <a:pt x="67" y="10"/>
                    <a:pt x="64" y="14"/>
                    <a:pt x="58" y="21"/>
                  </a:cubicBezTo>
                  <a:cubicBezTo>
                    <a:pt x="52" y="27"/>
                    <a:pt x="42" y="29"/>
                    <a:pt x="36" y="30"/>
                  </a:cubicBezTo>
                  <a:cubicBezTo>
                    <a:pt x="29" y="30"/>
                    <a:pt x="20" y="27"/>
                    <a:pt x="17" y="25"/>
                  </a:cubicBezTo>
                  <a:cubicBezTo>
                    <a:pt x="7" y="20"/>
                    <a:pt x="6" y="14"/>
                    <a:pt x="0" y="10"/>
                  </a:cubicBezTo>
                  <a:close/>
                </a:path>
              </a:pathLst>
            </a:custGeom>
            <a:solidFill>
              <a:srgbClr val="F9CA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365" name="Freeform 464">
              <a:extLst>
                <a:ext uri="{FF2B5EF4-FFF2-40B4-BE49-F238E27FC236}">
                  <a16:creationId xmlns:a16="http://schemas.microsoft.com/office/drawing/2014/main" id="{927296C6-B736-45AC-80DF-A985DAAC8925}"/>
                </a:ext>
              </a:extLst>
            </p:cNvPr>
            <p:cNvSpPr>
              <a:spLocks/>
            </p:cNvSpPr>
            <p:nvPr/>
          </p:nvSpPr>
          <p:spPr bwMode="auto">
            <a:xfrm>
              <a:off x="888" y="1051"/>
              <a:ext cx="118" cy="36"/>
            </a:xfrm>
            <a:custGeom>
              <a:avLst/>
              <a:gdLst>
                <a:gd name="T0" fmla="*/ 166 w 71"/>
                <a:gd name="T1" fmla="*/ 43 h 22"/>
                <a:gd name="T2" fmla="*/ 326 w 71"/>
                <a:gd name="T3" fmla="*/ 62 h 22"/>
                <a:gd name="T4" fmla="*/ 284 w 71"/>
                <a:gd name="T5" fmla="*/ 62 h 22"/>
                <a:gd name="T6" fmla="*/ 243 w 71"/>
                <a:gd name="T7" fmla="*/ 41 h 22"/>
                <a:gd name="T8" fmla="*/ 166 w 71"/>
                <a:gd name="T9" fmla="*/ 34 h 22"/>
                <a:gd name="T10" fmla="*/ 166 w 71"/>
                <a:gd name="T11" fmla="*/ 34 h 22"/>
                <a:gd name="T12" fmla="*/ 91 w 71"/>
                <a:gd name="T13" fmla="*/ 34 h 22"/>
                <a:gd name="T14" fmla="*/ 47 w 71"/>
                <a:gd name="T15" fmla="*/ 56 h 22"/>
                <a:gd name="T16" fmla="*/ 0 w 71"/>
                <a:gd name="T17" fmla="*/ 62 h 22"/>
                <a:gd name="T18" fmla="*/ 166 w 71"/>
                <a:gd name="T19" fmla="*/ 43 h 2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1" h="22">
                  <a:moveTo>
                    <a:pt x="36" y="10"/>
                  </a:moveTo>
                  <a:cubicBezTo>
                    <a:pt x="48" y="0"/>
                    <a:pt x="58" y="21"/>
                    <a:pt x="71" y="14"/>
                  </a:cubicBezTo>
                  <a:cubicBezTo>
                    <a:pt x="68" y="15"/>
                    <a:pt x="65" y="16"/>
                    <a:pt x="62" y="14"/>
                  </a:cubicBezTo>
                  <a:cubicBezTo>
                    <a:pt x="60" y="12"/>
                    <a:pt x="56" y="10"/>
                    <a:pt x="53" y="9"/>
                  </a:cubicBezTo>
                  <a:cubicBezTo>
                    <a:pt x="46" y="6"/>
                    <a:pt x="43" y="6"/>
                    <a:pt x="36" y="8"/>
                  </a:cubicBezTo>
                  <a:cubicBezTo>
                    <a:pt x="36" y="8"/>
                    <a:pt x="36" y="8"/>
                    <a:pt x="36" y="8"/>
                  </a:cubicBezTo>
                  <a:cubicBezTo>
                    <a:pt x="30" y="6"/>
                    <a:pt x="26" y="5"/>
                    <a:pt x="20" y="8"/>
                  </a:cubicBezTo>
                  <a:cubicBezTo>
                    <a:pt x="16" y="10"/>
                    <a:pt x="13" y="11"/>
                    <a:pt x="10" y="13"/>
                  </a:cubicBezTo>
                  <a:cubicBezTo>
                    <a:pt x="7" y="15"/>
                    <a:pt x="3" y="16"/>
                    <a:pt x="0" y="14"/>
                  </a:cubicBezTo>
                  <a:cubicBezTo>
                    <a:pt x="11" y="22"/>
                    <a:pt x="24" y="0"/>
                    <a:pt x="36" y="1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366" name="Freeform 465">
              <a:extLst>
                <a:ext uri="{FF2B5EF4-FFF2-40B4-BE49-F238E27FC236}">
                  <a16:creationId xmlns:a16="http://schemas.microsoft.com/office/drawing/2014/main" id="{3E4AC7F4-1EC8-418E-A59C-BAFCC62ECF77}"/>
                </a:ext>
              </a:extLst>
            </p:cNvPr>
            <p:cNvSpPr>
              <a:spLocks/>
            </p:cNvSpPr>
            <p:nvPr/>
          </p:nvSpPr>
          <p:spPr bwMode="auto">
            <a:xfrm>
              <a:off x="902" y="1086"/>
              <a:ext cx="90" cy="54"/>
            </a:xfrm>
            <a:custGeom>
              <a:avLst/>
              <a:gdLst>
                <a:gd name="T0" fmla="*/ 0 w 55"/>
                <a:gd name="T1" fmla="*/ 0 h 33"/>
                <a:gd name="T2" fmla="*/ 241 w 55"/>
                <a:gd name="T3" fmla="*/ 5 h 33"/>
                <a:gd name="T4" fmla="*/ 0 w 55"/>
                <a:gd name="T5" fmla="*/ 0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5" h="33">
                  <a:moveTo>
                    <a:pt x="0" y="0"/>
                  </a:moveTo>
                  <a:cubicBezTo>
                    <a:pt x="0" y="0"/>
                    <a:pt x="28" y="28"/>
                    <a:pt x="55" y="1"/>
                  </a:cubicBezTo>
                  <a:cubicBezTo>
                    <a:pt x="55" y="1"/>
                    <a:pt x="31" y="3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367" name="Freeform 466">
              <a:extLst>
                <a:ext uri="{FF2B5EF4-FFF2-40B4-BE49-F238E27FC236}">
                  <a16:creationId xmlns:a16="http://schemas.microsoft.com/office/drawing/2014/main" id="{90B175B7-0575-4B92-B361-EB7FFAB16D3F}"/>
                </a:ext>
              </a:extLst>
            </p:cNvPr>
            <p:cNvSpPr>
              <a:spLocks/>
            </p:cNvSpPr>
            <p:nvPr/>
          </p:nvSpPr>
          <p:spPr bwMode="auto">
            <a:xfrm>
              <a:off x="900" y="1079"/>
              <a:ext cx="96" cy="13"/>
            </a:xfrm>
            <a:custGeom>
              <a:avLst/>
              <a:gdLst>
                <a:gd name="T0" fmla="*/ 0 w 58"/>
                <a:gd name="T1" fmla="*/ 0 h 8"/>
                <a:gd name="T2" fmla="*/ 263 w 58"/>
                <a:gd name="T3" fmla="*/ 0 h 8"/>
                <a:gd name="T4" fmla="*/ 0 w 58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8" h="8">
                  <a:moveTo>
                    <a:pt x="0" y="0"/>
                  </a:moveTo>
                  <a:cubicBezTo>
                    <a:pt x="0" y="0"/>
                    <a:pt x="33" y="6"/>
                    <a:pt x="58" y="0"/>
                  </a:cubicBezTo>
                  <a:cubicBezTo>
                    <a:pt x="58" y="0"/>
                    <a:pt x="38" y="8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368" name="Freeform 467">
              <a:extLst>
                <a:ext uri="{FF2B5EF4-FFF2-40B4-BE49-F238E27FC236}">
                  <a16:creationId xmlns:a16="http://schemas.microsoft.com/office/drawing/2014/main" id="{6A8F1B7F-03DE-4DB8-A429-55AF3BC2E499}"/>
                </a:ext>
              </a:extLst>
            </p:cNvPr>
            <p:cNvSpPr>
              <a:spLocks/>
            </p:cNvSpPr>
            <p:nvPr/>
          </p:nvSpPr>
          <p:spPr bwMode="auto">
            <a:xfrm>
              <a:off x="839" y="933"/>
              <a:ext cx="64" cy="23"/>
            </a:xfrm>
            <a:custGeom>
              <a:avLst/>
              <a:gdLst>
                <a:gd name="T0" fmla="*/ 172 w 39"/>
                <a:gd name="T1" fmla="*/ 43 h 14"/>
                <a:gd name="T2" fmla="*/ 146 w 39"/>
                <a:gd name="T3" fmla="*/ 35 h 14"/>
                <a:gd name="T4" fmla="*/ 0 w 39"/>
                <a:gd name="T5" fmla="*/ 35 h 14"/>
                <a:gd name="T6" fmla="*/ 146 w 39"/>
                <a:gd name="T7" fmla="*/ 54 h 14"/>
                <a:gd name="T8" fmla="*/ 172 w 39"/>
                <a:gd name="T9" fmla="*/ 43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14">
                  <a:moveTo>
                    <a:pt x="39" y="10"/>
                  </a:moveTo>
                  <a:cubicBezTo>
                    <a:pt x="39" y="8"/>
                    <a:pt x="35" y="9"/>
                    <a:pt x="33" y="8"/>
                  </a:cubicBezTo>
                  <a:cubicBezTo>
                    <a:pt x="30" y="7"/>
                    <a:pt x="12" y="0"/>
                    <a:pt x="0" y="8"/>
                  </a:cubicBezTo>
                  <a:cubicBezTo>
                    <a:pt x="0" y="8"/>
                    <a:pt x="20" y="14"/>
                    <a:pt x="33" y="12"/>
                  </a:cubicBezTo>
                  <a:cubicBezTo>
                    <a:pt x="38" y="11"/>
                    <a:pt x="39" y="11"/>
                    <a:pt x="39" y="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369" name="Freeform 468">
              <a:extLst>
                <a:ext uri="{FF2B5EF4-FFF2-40B4-BE49-F238E27FC236}">
                  <a16:creationId xmlns:a16="http://schemas.microsoft.com/office/drawing/2014/main" id="{28320964-DE23-4073-AFD2-62B39F39981B}"/>
                </a:ext>
              </a:extLst>
            </p:cNvPr>
            <p:cNvSpPr>
              <a:spLocks/>
            </p:cNvSpPr>
            <p:nvPr/>
          </p:nvSpPr>
          <p:spPr bwMode="auto">
            <a:xfrm>
              <a:off x="855" y="939"/>
              <a:ext cx="28" cy="13"/>
            </a:xfrm>
            <a:custGeom>
              <a:avLst/>
              <a:gdLst>
                <a:gd name="T0" fmla="*/ 71 w 17"/>
                <a:gd name="T1" fmla="*/ 8 h 8"/>
                <a:gd name="T2" fmla="*/ 8 w 17"/>
                <a:gd name="T3" fmla="*/ 0 h 8"/>
                <a:gd name="T4" fmla="*/ 0 w 17"/>
                <a:gd name="T5" fmla="*/ 18 h 8"/>
                <a:gd name="T6" fmla="*/ 5 w 17"/>
                <a:gd name="T7" fmla="*/ 29 h 8"/>
                <a:gd name="T8" fmla="*/ 71 w 17"/>
                <a:gd name="T9" fmla="*/ 34 h 8"/>
                <a:gd name="T10" fmla="*/ 76 w 17"/>
                <a:gd name="T11" fmla="*/ 18 h 8"/>
                <a:gd name="T12" fmla="*/ 71 w 17"/>
                <a:gd name="T13" fmla="*/ 8 h 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" h="8">
                  <a:moveTo>
                    <a:pt x="16" y="2"/>
                  </a:moveTo>
                  <a:cubicBezTo>
                    <a:pt x="12" y="1"/>
                    <a:pt x="7" y="0"/>
                    <a:pt x="2" y="0"/>
                  </a:cubicBezTo>
                  <a:cubicBezTo>
                    <a:pt x="1" y="1"/>
                    <a:pt x="0" y="3"/>
                    <a:pt x="0" y="4"/>
                  </a:cubicBezTo>
                  <a:cubicBezTo>
                    <a:pt x="0" y="5"/>
                    <a:pt x="1" y="6"/>
                    <a:pt x="1" y="7"/>
                  </a:cubicBezTo>
                  <a:cubicBezTo>
                    <a:pt x="5" y="7"/>
                    <a:pt x="11" y="8"/>
                    <a:pt x="16" y="8"/>
                  </a:cubicBezTo>
                  <a:cubicBezTo>
                    <a:pt x="17" y="7"/>
                    <a:pt x="17" y="6"/>
                    <a:pt x="17" y="4"/>
                  </a:cubicBezTo>
                  <a:cubicBezTo>
                    <a:pt x="17" y="4"/>
                    <a:pt x="17" y="3"/>
                    <a:pt x="16" y="2"/>
                  </a:cubicBezTo>
                  <a:close/>
                </a:path>
              </a:pathLst>
            </a:custGeom>
            <a:solidFill>
              <a:srgbClr val="3311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370" name="Freeform 469">
              <a:extLst>
                <a:ext uri="{FF2B5EF4-FFF2-40B4-BE49-F238E27FC236}">
                  <a16:creationId xmlns:a16="http://schemas.microsoft.com/office/drawing/2014/main" id="{DC38D3B0-A685-46EA-B03B-0A0E38529E25}"/>
                </a:ext>
              </a:extLst>
            </p:cNvPr>
            <p:cNvSpPr>
              <a:spLocks/>
            </p:cNvSpPr>
            <p:nvPr/>
          </p:nvSpPr>
          <p:spPr bwMode="auto">
            <a:xfrm>
              <a:off x="855" y="939"/>
              <a:ext cx="28" cy="13"/>
            </a:xfrm>
            <a:custGeom>
              <a:avLst/>
              <a:gdLst>
                <a:gd name="T0" fmla="*/ 71 w 17"/>
                <a:gd name="T1" fmla="*/ 8 h 8"/>
                <a:gd name="T2" fmla="*/ 8 w 17"/>
                <a:gd name="T3" fmla="*/ 0 h 8"/>
                <a:gd name="T4" fmla="*/ 0 w 17"/>
                <a:gd name="T5" fmla="*/ 18 h 8"/>
                <a:gd name="T6" fmla="*/ 5 w 17"/>
                <a:gd name="T7" fmla="*/ 29 h 8"/>
                <a:gd name="T8" fmla="*/ 71 w 17"/>
                <a:gd name="T9" fmla="*/ 34 h 8"/>
                <a:gd name="T10" fmla="*/ 76 w 17"/>
                <a:gd name="T11" fmla="*/ 18 h 8"/>
                <a:gd name="T12" fmla="*/ 71 w 17"/>
                <a:gd name="T13" fmla="*/ 8 h 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" h="8">
                  <a:moveTo>
                    <a:pt x="16" y="2"/>
                  </a:moveTo>
                  <a:cubicBezTo>
                    <a:pt x="12" y="1"/>
                    <a:pt x="7" y="0"/>
                    <a:pt x="2" y="0"/>
                  </a:cubicBezTo>
                  <a:cubicBezTo>
                    <a:pt x="1" y="1"/>
                    <a:pt x="0" y="3"/>
                    <a:pt x="0" y="4"/>
                  </a:cubicBezTo>
                  <a:cubicBezTo>
                    <a:pt x="0" y="5"/>
                    <a:pt x="1" y="6"/>
                    <a:pt x="1" y="7"/>
                  </a:cubicBezTo>
                  <a:cubicBezTo>
                    <a:pt x="5" y="7"/>
                    <a:pt x="11" y="8"/>
                    <a:pt x="16" y="8"/>
                  </a:cubicBezTo>
                  <a:cubicBezTo>
                    <a:pt x="17" y="7"/>
                    <a:pt x="17" y="6"/>
                    <a:pt x="17" y="4"/>
                  </a:cubicBezTo>
                  <a:cubicBezTo>
                    <a:pt x="17" y="4"/>
                    <a:pt x="17" y="3"/>
                    <a:pt x="16" y="2"/>
                  </a:cubicBezTo>
                  <a:close/>
                </a:path>
              </a:pathLst>
            </a:custGeom>
            <a:noFill/>
            <a:ln w="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371" name="Freeform 470">
              <a:extLst>
                <a:ext uri="{FF2B5EF4-FFF2-40B4-BE49-F238E27FC236}">
                  <a16:creationId xmlns:a16="http://schemas.microsoft.com/office/drawing/2014/main" id="{6081900C-FA95-466C-B51C-EC0AE3A9BB69}"/>
                </a:ext>
              </a:extLst>
            </p:cNvPr>
            <p:cNvSpPr>
              <a:spLocks/>
            </p:cNvSpPr>
            <p:nvPr/>
          </p:nvSpPr>
          <p:spPr bwMode="auto">
            <a:xfrm>
              <a:off x="839" y="933"/>
              <a:ext cx="64" cy="21"/>
            </a:xfrm>
            <a:custGeom>
              <a:avLst/>
              <a:gdLst>
                <a:gd name="T0" fmla="*/ 172 w 39"/>
                <a:gd name="T1" fmla="*/ 39 h 13"/>
                <a:gd name="T2" fmla="*/ 146 w 39"/>
                <a:gd name="T3" fmla="*/ 34 h 13"/>
                <a:gd name="T4" fmla="*/ 0 w 39"/>
                <a:gd name="T5" fmla="*/ 34 h 13"/>
                <a:gd name="T6" fmla="*/ 146 w 39"/>
                <a:gd name="T7" fmla="*/ 47 h 13"/>
                <a:gd name="T8" fmla="*/ 172 w 39"/>
                <a:gd name="T9" fmla="*/ 39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13">
                  <a:moveTo>
                    <a:pt x="39" y="9"/>
                  </a:moveTo>
                  <a:cubicBezTo>
                    <a:pt x="39" y="8"/>
                    <a:pt x="35" y="9"/>
                    <a:pt x="33" y="8"/>
                  </a:cubicBezTo>
                  <a:cubicBezTo>
                    <a:pt x="30" y="6"/>
                    <a:pt x="12" y="0"/>
                    <a:pt x="0" y="8"/>
                  </a:cubicBezTo>
                  <a:cubicBezTo>
                    <a:pt x="0" y="8"/>
                    <a:pt x="20" y="13"/>
                    <a:pt x="33" y="11"/>
                  </a:cubicBezTo>
                  <a:cubicBezTo>
                    <a:pt x="39" y="10"/>
                    <a:pt x="39" y="10"/>
                    <a:pt x="39" y="9"/>
                  </a:cubicBezTo>
                  <a:close/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372" name="Oval 471">
              <a:extLst>
                <a:ext uri="{FF2B5EF4-FFF2-40B4-BE49-F238E27FC236}">
                  <a16:creationId xmlns:a16="http://schemas.microsoft.com/office/drawing/2014/main" id="{407FDDD5-B77B-4438-B972-C1BA297362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65" y="941"/>
              <a:ext cx="8" cy="8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373" name="Oval 472">
              <a:extLst>
                <a:ext uri="{FF2B5EF4-FFF2-40B4-BE49-F238E27FC236}">
                  <a16:creationId xmlns:a16="http://schemas.microsoft.com/office/drawing/2014/main" id="{B1A68223-7D10-45E0-986D-53673AAF04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70" y="943"/>
              <a:ext cx="5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374" name="Freeform 473">
              <a:extLst>
                <a:ext uri="{FF2B5EF4-FFF2-40B4-BE49-F238E27FC236}">
                  <a16:creationId xmlns:a16="http://schemas.microsoft.com/office/drawing/2014/main" id="{80997E53-35CD-4FA5-BC1B-67566BB09D0C}"/>
                </a:ext>
              </a:extLst>
            </p:cNvPr>
            <p:cNvSpPr>
              <a:spLocks/>
            </p:cNvSpPr>
            <p:nvPr/>
          </p:nvSpPr>
          <p:spPr bwMode="auto">
            <a:xfrm>
              <a:off x="802" y="850"/>
              <a:ext cx="30" cy="155"/>
            </a:xfrm>
            <a:custGeom>
              <a:avLst/>
              <a:gdLst>
                <a:gd name="T0" fmla="*/ 83 w 18"/>
                <a:gd name="T1" fmla="*/ 0 h 94"/>
                <a:gd name="T2" fmla="*/ 37 w 18"/>
                <a:gd name="T3" fmla="*/ 134 h 94"/>
                <a:gd name="T4" fmla="*/ 28 w 18"/>
                <a:gd name="T5" fmla="*/ 214 h 94"/>
                <a:gd name="T6" fmla="*/ 8 w 18"/>
                <a:gd name="T7" fmla="*/ 282 h 94"/>
                <a:gd name="T8" fmla="*/ 28 w 18"/>
                <a:gd name="T9" fmla="*/ 422 h 94"/>
                <a:gd name="T10" fmla="*/ 37 w 18"/>
                <a:gd name="T11" fmla="*/ 289 h 94"/>
                <a:gd name="T12" fmla="*/ 50 w 18"/>
                <a:gd name="T13" fmla="*/ 247 h 94"/>
                <a:gd name="T14" fmla="*/ 47 w 18"/>
                <a:gd name="T15" fmla="*/ 206 h 94"/>
                <a:gd name="T16" fmla="*/ 55 w 18"/>
                <a:gd name="T17" fmla="*/ 117 h 94"/>
                <a:gd name="T18" fmla="*/ 75 w 18"/>
                <a:gd name="T19" fmla="*/ 20 h 94"/>
                <a:gd name="T20" fmla="*/ 75 w 18"/>
                <a:gd name="T21" fmla="*/ 13 h 9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8" h="94">
                  <a:moveTo>
                    <a:pt x="18" y="0"/>
                  </a:moveTo>
                  <a:cubicBezTo>
                    <a:pt x="15" y="10"/>
                    <a:pt x="10" y="20"/>
                    <a:pt x="8" y="30"/>
                  </a:cubicBezTo>
                  <a:cubicBezTo>
                    <a:pt x="7" y="36"/>
                    <a:pt x="6" y="42"/>
                    <a:pt x="6" y="48"/>
                  </a:cubicBezTo>
                  <a:cubicBezTo>
                    <a:pt x="5" y="53"/>
                    <a:pt x="4" y="58"/>
                    <a:pt x="2" y="63"/>
                  </a:cubicBezTo>
                  <a:cubicBezTo>
                    <a:pt x="0" y="74"/>
                    <a:pt x="2" y="84"/>
                    <a:pt x="6" y="94"/>
                  </a:cubicBezTo>
                  <a:cubicBezTo>
                    <a:pt x="5" y="85"/>
                    <a:pt x="4" y="73"/>
                    <a:pt x="8" y="64"/>
                  </a:cubicBezTo>
                  <a:cubicBezTo>
                    <a:pt x="9" y="61"/>
                    <a:pt x="11" y="58"/>
                    <a:pt x="11" y="55"/>
                  </a:cubicBezTo>
                  <a:cubicBezTo>
                    <a:pt x="11" y="52"/>
                    <a:pt x="10" y="49"/>
                    <a:pt x="10" y="46"/>
                  </a:cubicBezTo>
                  <a:cubicBezTo>
                    <a:pt x="10" y="39"/>
                    <a:pt x="10" y="33"/>
                    <a:pt x="12" y="26"/>
                  </a:cubicBezTo>
                  <a:cubicBezTo>
                    <a:pt x="13" y="19"/>
                    <a:pt x="15" y="11"/>
                    <a:pt x="16" y="4"/>
                  </a:cubicBezTo>
                  <a:cubicBezTo>
                    <a:pt x="16" y="3"/>
                    <a:pt x="17" y="3"/>
                    <a:pt x="16" y="3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375" name="Freeform 474">
              <a:extLst>
                <a:ext uri="{FF2B5EF4-FFF2-40B4-BE49-F238E27FC236}">
                  <a16:creationId xmlns:a16="http://schemas.microsoft.com/office/drawing/2014/main" id="{CA8529F0-5FD1-4276-98B7-BEC293C991A4}"/>
                </a:ext>
              </a:extLst>
            </p:cNvPr>
            <p:cNvSpPr>
              <a:spLocks/>
            </p:cNvSpPr>
            <p:nvPr/>
          </p:nvSpPr>
          <p:spPr bwMode="auto">
            <a:xfrm>
              <a:off x="992" y="933"/>
              <a:ext cx="65" cy="23"/>
            </a:xfrm>
            <a:custGeom>
              <a:avLst/>
              <a:gdLst>
                <a:gd name="T0" fmla="*/ 0 w 39"/>
                <a:gd name="T1" fmla="*/ 43 h 14"/>
                <a:gd name="T2" fmla="*/ 28 w 39"/>
                <a:gd name="T3" fmla="*/ 35 h 14"/>
                <a:gd name="T4" fmla="*/ 180 w 39"/>
                <a:gd name="T5" fmla="*/ 35 h 14"/>
                <a:gd name="T6" fmla="*/ 28 w 39"/>
                <a:gd name="T7" fmla="*/ 54 h 14"/>
                <a:gd name="T8" fmla="*/ 0 w 39"/>
                <a:gd name="T9" fmla="*/ 43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14">
                  <a:moveTo>
                    <a:pt x="0" y="10"/>
                  </a:moveTo>
                  <a:cubicBezTo>
                    <a:pt x="0" y="8"/>
                    <a:pt x="4" y="9"/>
                    <a:pt x="6" y="8"/>
                  </a:cubicBezTo>
                  <a:cubicBezTo>
                    <a:pt x="9" y="7"/>
                    <a:pt x="27" y="0"/>
                    <a:pt x="39" y="8"/>
                  </a:cubicBezTo>
                  <a:cubicBezTo>
                    <a:pt x="39" y="8"/>
                    <a:pt x="19" y="14"/>
                    <a:pt x="6" y="12"/>
                  </a:cubicBezTo>
                  <a:cubicBezTo>
                    <a:pt x="0" y="11"/>
                    <a:pt x="0" y="11"/>
                    <a:pt x="0" y="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376" name="Freeform 475">
              <a:extLst>
                <a:ext uri="{FF2B5EF4-FFF2-40B4-BE49-F238E27FC236}">
                  <a16:creationId xmlns:a16="http://schemas.microsoft.com/office/drawing/2014/main" id="{6E6B2EA6-75AB-49AD-904C-BCF9F070EA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" y="939"/>
              <a:ext cx="27" cy="13"/>
            </a:xfrm>
            <a:custGeom>
              <a:avLst/>
              <a:gdLst>
                <a:gd name="T0" fmla="*/ 0 w 16"/>
                <a:gd name="T1" fmla="*/ 8 h 8"/>
                <a:gd name="T2" fmla="*/ 71 w 16"/>
                <a:gd name="T3" fmla="*/ 0 h 8"/>
                <a:gd name="T4" fmla="*/ 78 w 16"/>
                <a:gd name="T5" fmla="*/ 18 h 8"/>
                <a:gd name="T6" fmla="*/ 78 w 16"/>
                <a:gd name="T7" fmla="*/ 29 h 8"/>
                <a:gd name="T8" fmla="*/ 5 w 16"/>
                <a:gd name="T9" fmla="*/ 34 h 8"/>
                <a:gd name="T10" fmla="*/ 0 w 16"/>
                <a:gd name="T11" fmla="*/ 18 h 8"/>
                <a:gd name="T12" fmla="*/ 0 w 16"/>
                <a:gd name="T13" fmla="*/ 8 h 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" h="8">
                  <a:moveTo>
                    <a:pt x="0" y="2"/>
                  </a:moveTo>
                  <a:cubicBezTo>
                    <a:pt x="4" y="1"/>
                    <a:pt x="10" y="0"/>
                    <a:pt x="15" y="0"/>
                  </a:cubicBezTo>
                  <a:cubicBezTo>
                    <a:pt x="16" y="1"/>
                    <a:pt x="16" y="3"/>
                    <a:pt x="16" y="4"/>
                  </a:cubicBezTo>
                  <a:cubicBezTo>
                    <a:pt x="16" y="5"/>
                    <a:pt x="16" y="6"/>
                    <a:pt x="16" y="7"/>
                  </a:cubicBezTo>
                  <a:cubicBezTo>
                    <a:pt x="11" y="7"/>
                    <a:pt x="6" y="8"/>
                    <a:pt x="1" y="8"/>
                  </a:cubicBezTo>
                  <a:cubicBezTo>
                    <a:pt x="0" y="7"/>
                    <a:pt x="0" y="6"/>
                    <a:pt x="0" y="4"/>
                  </a:cubicBezTo>
                  <a:cubicBezTo>
                    <a:pt x="0" y="4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3311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377" name="Freeform 476">
              <a:extLst>
                <a:ext uri="{FF2B5EF4-FFF2-40B4-BE49-F238E27FC236}">
                  <a16:creationId xmlns:a16="http://schemas.microsoft.com/office/drawing/2014/main" id="{D7C9E690-FC1C-4604-856D-0E2B2566E32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" y="939"/>
              <a:ext cx="27" cy="13"/>
            </a:xfrm>
            <a:custGeom>
              <a:avLst/>
              <a:gdLst>
                <a:gd name="T0" fmla="*/ 0 w 16"/>
                <a:gd name="T1" fmla="*/ 8 h 8"/>
                <a:gd name="T2" fmla="*/ 71 w 16"/>
                <a:gd name="T3" fmla="*/ 0 h 8"/>
                <a:gd name="T4" fmla="*/ 78 w 16"/>
                <a:gd name="T5" fmla="*/ 18 h 8"/>
                <a:gd name="T6" fmla="*/ 78 w 16"/>
                <a:gd name="T7" fmla="*/ 29 h 8"/>
                <a:gd name="T8" fmla="*/ 5 w 16"/>
                <a:gd name="T9" fmla="*/ 34 h 8"/>
                <a:gd name="T10" fmla="*/ 0 w 16"/>
                <a:gd name="T11" fmla="*/ 18 h 8"/>
                <a:gd name="T12" fmla="*/ 0 w 16"/>
                <a:gd name="T13" fmla="*/ 8 h 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" h="8">
                  <a:moveTo>
                    <a:pt x="0" y="2"/>
                  </a:moveTo>
                  <a:cubicBezTo>
                    <a:pt x="4" y="1"/>
                    <a:pt x="10" y="0"/>
                    <a:pt x="15" y="0"/>
                  </a:cubicBezTo>
                  <a:cubicBezTo>
                    <a:pt x="16" y="1"/>
                    <a:pt x="16" y="3"/>
                    <a:pt x="16" y="4"/>
                  </a:cubicBezTo>
                  <a:cubicBezTo>
                    <a:pt x="16" y="5"/>
                    <a:pt x="16" y="6"/>
                    <a:pt x="16" y="7"/>
                  </a:cubicBezTo>
                  <a:cubicBezTo>
                    <a:pt x="11" y="7"/>
                    <a:pt x="6" y="8"/>
                    <a:pt x="1" y="8"/>
                  </a:cubicBezTo>
                  <a:cubicBezTo>
                    <a:pt x="0" y="7"/>
                    <a:pt x="0" y="6"/>
                    <a:pt x="0" y="4"/>
                  </a:cubicBezTo>
                  <a:cubicBezTo>
                    <a:pt x="0" y="4"/>
                    <a:pt x="0" y="3"/>
                    <a:pt x="0" y="2"/>
                  </a:cubicBezTo>
                  <a:close/>
                </a:path>
              </a:pathLst>
            </a:custGeom>
            <a:noFill/>
            <a:ln w="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378" name="Freeform 477">
              <a:extLst>
                <a:ext uri="{FF2B5EF4-FFF2-40B4-BE49-F238E27FC236}">
                  <a16:creationId xmlns:a16="http://schemas.microsoft.com/office/drawing/2014/main" id="{88923134-85CB-4850-99F2-1FC2D4BA48AF}"/>
                </a:ext>
              </a:extLst>
            </p:cNvPr>
            <p:cNvSpPr>
              <a:spLocks/>
            </p:cNvSpPr>
            <p:nvPr/>
          </p:nvSpPr>
          <p:spPr bwMode="auto">
            <a:xfrm>
              <a:off x="991" y="933"/>
              <a:ext cx="66" cy="21"/>
            </a:xfrm>
            <a:custGeom>
              <a:avLst/>
              <a:gdLst>
                <a:gd name="T0" fmla="*/ 5 w 40"/>
                <a:gd name="T1" fmla="*/ 39 h 13"/>
                <a:gd name="T2" fmla="*/ 33 w 40"/>
                <a:gd name="T3" fmla="*/ 34 h 13"/>
                <a:gd name="T4" fmla="*/ 180 w 40"/>
                <a:gd name="T5" fmla="*/ 34 h 13"/>
                <a:gd name="T6" fmla="*/ 33 w 40"/>
                <a:gd name="T7" fmla="*/ 47 h 13"/>
                <a:gd name="T8" fmla="*/ 5 w 40"/>
                <a:gd name="T9" fmla="*/ 39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13">
                  <a:moveTo>
                    <a:pt x="1" y="9"/>
                  </a:moveTo>
                  <a:cubicBezTo>
                    <a:pt x="0" y="8"/>
                    <a:pt x="4" y="9"/>
                    <a:pt x="7" y="8"/>
                  </a:cubicBezTo>
                  <a:cubicBezTo>
                    <a:pt x="9" y="6"/>
                    <a:pt x="28" y="0"/>
                    <a:pt x="40" y="8"/>
                  </a:cubicBezTo>
                  <a:cubicBezTo>
                    <a:pt x="40" y="8"/>
                    <a:pt x="20" y="13"/>
                    <a:pt x="7" y="11"/>
                  </a:cubicBezTo>
                  <a:cubicBezTo>
                    <a:pt x="1" y="10"/>
                    <a:pt x="1" y="10"/>
                    <a:pt x="1" y="9"/>
                  </a:cubicBezTo>
                  <a:close/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379" name="Oval 478">
              <a:extLst>
                <a:ext uri="{FF2B5EF4-FFF2-40B4-BE49-F238E27FC236}">
                  <a16:creationId xmlns:a16="http://schemas.microsoft.com/office/drawing/2014/main" id="{374A2C27-22CF-4D22-9578-23A03DF213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22" y="941"/>
              <a:ext cx="8" cy="8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380" name="Oval 479">
              <a:extLst>
                <a:ext uri="{FF2B5EF4-FFF2-40B4-BE49-F238E27FC236}">
                  <a16:creationId xmlns:a16="http://schemas.microsoft.com/office/drawing/2014/main" id="{4F7A6F69-CA0A-4F29-8652-997C9EE4CF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21" y="943"/>
              <a:ext cx="3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381" name="Freeform 480">
              <a:extLst>
                <a:ext uri="{FF2B5EF4-FFF2-40B4-BE49-F238E27FC236}">
                  <a16:creationId xmlns:a16="http://schemas.microsoft.com/office/drawing/2014/main" id="{D62FF64E-A1D5-40F6-B220-AD39C43A9DD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5" y="939"/>
              <a:ext cx="10" cy="2"/>
            </a:xfrm>
            <a:custGeom>
              <a:avLst/>
              <a:gdLst>
                <a:gd name="T0" fmla="*/ 0 w 6"/>
                <a:gd name="T1" fmla="*/ 8 h 1"/>
                <a:gd name="T2" fmla="*/ 28 w 6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">
                  <a:moveTo>
                    <a:pt x="0" y="1"/>
                  </a:moveTo>
                  <a:cubicBezTo>
                    <a:pt x="2" y="1"/>
                    <a:pt x="4" y="0"/>
                    <a:pt x="6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382" name="Freeform 481">
              <a:extLst>
                <a:ext uri="{FF2B5EF4-FFF2-40B4-BE49-F238E27FC236}">
                  <a16:creationId xmlns:a16="http://schemas.microsoft.com/office/drawing/2014/main" id="{0522C36A-E0A0-4335-A82B-C0BDC9A743F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2" y="943"/>
              <a:ext cx="7" cy="1"/>
            </a:xfrm>
            <a:custGeom>
              <a:avLst/>
              <a:gdLst>
                <a:gd name="T0" fmla="*/ 0 w 4"/>
                <a:gd name="T1" fmla="*/ 0 h 1"/>
                <a:gd name="T2" fmla="*/ 21 w 4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0" y="0"/>
                  </a:moveTo>
                  <a:cubicBezTo>
                    <a:pt x="1" y="0"/>
                    <a:pt x="3" y="0"/>
                    <a:pt x="4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383" name="Freeform 482">
              <a:extLst>
                <a:ext uri="{FF2B5EF4-FFF2-40B4-BE49-F238E27FC236}">
                  <a16:creationId xmlns:a16="http://schemas.microsoft.com/office/drawing/2014/main" id="{E7D25271-089F-4281-9CA1-2299FC4B6F77}"/>
                </a:ext>
              </a:extLst>
            </p:cNvPr>
            <p:cNvSpPr>
              <a:spLocks/>
            </p:cNvSpPr>
            <p:nvPr/>
          </p:nvSpPr>
          <p:spPr bwMode="auto">
            <a:xfrm>
              <a:off x="834" y="943"/>
              <a:ext cx="8" cy="1"/>
            </a:xfrm>
            <a:custGeom>
              <a:avLst/>
              <a:gdLst>
                <a:gd name="T0" fmla="*/ 21 w 5"/>
                <a:gd name="T1" fmla="*/ 1 h 1"/>
                <a:gd name="T2" fmla="*/ 0 w 5"/>
                <a:gd name="T3" fmla="*/ 1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">
                  <a:moveTo>
                    <a:pt x="5" y="1"/>
                  </a:moveTo>
                  <a:cubicBezTo>
                    <a:pt x="4" y="0"/>
                    <a:pt x="2" y="1"/>
                    <a:pt x="0" y="1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384" name="Freeform 483">
              <a:extLst>
                <a:ext uri="{FF2B5EF4-FFF2-40B4-BE49-F238E27FC236}">
                  <a16:creationId xmlns:a16="http://schemas.microsoft.com/office/drawing/2014/main" id="{59A93B68-2465-4190-93B2-8D3A3A186386}"/>
                </a:ext>
              </a:extLst>
            </p:cNvPr>
            <p:cNvSpPr>
              <a:spLocks/>
            </p:cNvSpPr>
            <p:nvPr/>
          </p:nvSpPr>
          <p:spPr bwMode="auto">
            <a:xfrm>
              <a:off x="839" y="941"/>
              <a:ext cx="10" cy="1"/>
            </a:xfrm>
            <a:custGeom>
              <a:avLst/>
              <a:gdLst>
                <a:gd name="T0" fmla="*/ 28 w 6"/>
                <a:gd name="T1" fmla="*/ 0 h 1"/>
                <a:gd name="T2" fmla="*/ 0 w 6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">
                  <a:moveTo>
                    <a:pt x="6" y="0"/>
                  </a:moveTo>
                  <a:cubicBezTo>
                    <a:pt x="4" y="0"/>
                    <a:pt x="2" y="0"/>
                    <a:pt x="0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385" name="Freeform 484">
              <a:extLst>
                <a:ext uri="{FF2B5EF4-FFF2-40B4-BE49-F238E27FC236}">
                  <a16:creationId xmlns:a16="http://schemas.microsoft.com/office/drawing/2014/main" id="{E0185268-A9C9-4432-A9C8-D1B83A59AACF}"/>
                </a:ext>
              </a:extLst>
            </p:cNvPr>
            <p:cNvSpPr>
              <a:spLocks/>
            </p:cNvSpPr>
            <p:nvPr/>
          </p:nvSpPr>
          <p:spPr bwMode="auto">
            <a:xfrm>
              <a:off x="992" y="875"/>
              <a:ext cx="75" cy="28"/>
            </a:xfrm>
            <a:custGeom>
              <a:avLst/>
              <a:gdLst>
                <a:gd name="T0" fmla="*/ 0 w 45"/>
                <a:gd name="T1" fmla="*/ 71 h 17"/>
                <a:gd name="T2" fmla="*/ 208 w 45"/>
                <a:gd name="T3" fmla="*/ 76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5" h="17">
                  <a:moveTo>
                    <a:pt x="0" y="16"/>
                  </a:moveTo>
                  <a:cubicBezTo>
                    <a:pt x="0" y="16"/>
                    <a:pt x="32" y="0"/>
                    <a:pt x="45" y="17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386" name="Freeform 485">
              <a:extLst>
                <a:ext uri="{FF2B5EF4-FFF2-40B4-BE49-F238E27FC236}">
                  <a16:creationId xmlns:a16="http://schemas.microsoft.com/office/drawing/2014/main" id="{FE6CB396-1B26-4E9A-A784-D10DB891EF07}"/>
                </a:ext>
              </a:extLst>
            </p:cNvPr>
            <p:cNvSpPr>
              <a:spLocks/>
            </p:cNvSpPr>
            <p:nvPr/>
          </p:nvSpPr>
          <p:spPr bwMode="auto">
            <a:xfrm>
              <a:off x="827" y="875"/>
              <a:ext cx="73" cy="28"/>
            </a:xfrm>
            <a:custGeom>
              <a:avLst/>
              <a:gdLst>
                <a:gd name="T0" fmla="*/ 201 w 44"/>
                <a:gd name="T1" fmla="*/ 71 h 17"/>
                <a:gd name="T2" fmla="*/ 0 w 44"/>
                <a:gd name="T3" fmla="*/ 76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4" h="17">
                  <a:moveTo>
                    <a:pt x="44" y="16"/>
                  </a:moveTo>
                  <a:cubicBezTo>
                    <a:pt x="44" y="16"/>
                    <a:pt x="12" y="0"/>
                    <a:pt x="0" y="17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387" name="Freeform 486">
              <a:extLst>
                <a:ext uri="{FF2B5EF4-FFF2-40B4-BE49-F238E27FC236}">
                  <a16:creationId xmlns:a16="http://schemas.microsoft.com/office/drawing/2014/main" id="{881ADF0F-1898-4613-8FB1-4566CC29DF3E}"/>
                </a:ext>
              </a:extLst>
            </p:cNvPr>
            <p:cNvSpPr>
              <a:spLocks/>
            </p:cNvSpPr>
            <p:nvPr/>
          </p:nvSpPr>
          <p:spPr bwMode="auto">
            <a:xfrm>
              <a:off x="807" y="776"/>
              <a:ext cx="271" cy="127"/>
            </a:xfrm>
            <a:custGeom>
              <a:avLst/>
              <a:gdLst>
                <a:gd name="T0" fmla="*/ 357 w 164"/>
                <a:gd name="T1" fmla="*/ 5 h 77"/>
                <a:gd name="T2" fmla="*/ 117 w 164"/>
                <a:gd name="T3" fmla="*/ 112 h 77"/>
                <a:gd name="T4" fmla="*/ 0 w 164"/>
                <a:gd name="T5" fmla="*/ 345 h 77"/>
                <a:gd name="T6" fmla="*/ 373 w 164"/>
                <a:gd name="T7" fmla="*/ 269 h 77"/>
                <a:gd name="T8" fmla="*/ 740 w 164"/>
                <a:gd name="T9" fmla="*/ 323 h 77"/>
                <a:gd name="T10" fmla="*/ 357 w 164"/>
                <a:gd name="T11" fmla="*/ 5 h 7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4" h="77">
                  <a:moveTo>
                    <a:pt x="79" y="1"/>
                  </a:moveTo>
                  <a:cubicBezTo>
                    <a:pt x="79" y="1"/>
                    <a:pt x="47" y="0"/>
                    <a:pt x="26" y="25"/>
                  </a:cubicBezTo>
                  <a:cubicBezTo>
                    <a:pt x="5" y="51"/>
                    <a:pt x="0" y="77"/>
                    <a:pt x="0" y="77"/>
                  </a:cubicBezTo>
                  <a:cubicBezTo>
                    <a:pt x="0" y="77"/>
                    <a:pt x="9" y="60"/>
                    <a:pt x="83" y="60"/>
                  </a:cubicBezTo>
                  <a:cubicBezTo>
                    <a:pt x="157" y="60"/>
                    <a:pt x="164" y="72"/>
                    <a:pt x="164" y="72"/>
                  </a:cubicBezTo>
                  <a:cubicBezTo>
                    <a:pt x="164" y="72"/>
                    <a:pt x="155" y="0"/>
                    <a:pt x="79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388" name="Freeform 487">
              <a:extLst>
                <a:ext uri="{FF2B5EF4-FFF2-40B4-BE49-F238E27FC236}">
                  <a16:creationId xmlns:a16="http://schemas.microsoft.com/office/drawing/2014/main" id="{DB2D73C2-C5C9-4841-A841-CD22437F6A15}"/>
                </a:ext>
              </a:extLst>
            </p:cNvPr>
            <p:cNvSpPr>
              <a:spLocks/>
            </p:cNvSpPr>
            <p:nvPr/>
          </p:nvSpPr>
          <p:spPr bwMode="auto">
            <a:xfrm>
              <a:off x="829" y="747"/>
              <a:ext cx="114" cy="105"/>
            </a:xfrm>
            <a:custGeom>
              <a:avLst/>
              <a:gdLst>
                <a:gd name="T0" fmla="*/ 311 w 69"/>
                <a:gd name="T1" fmla="*/ 75 h 64"/>
                <a:gd name="T2" fmla="*/ 0 w 69"/>
                <a:gd name="T3" fmla="*/ 282 h 64"/>
                <a:gd name="T4" fmla="*/ 311 w 69"/>
                <a:gd name="T5" fmla="*/ 75 h 6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9" h="64">
                  <a:moveTo>
                    <a:pt x="69" y="17"/>
                  </a:moveTo>
                  <a:cubicBezTo>
                    <a:pt x="69" y="17"/>
                    <a:pt x="33" y="0"/>
                    <a:pt x="0" y="64"/>
                  </a:cubicBezTo>
                  <a:lnTo>
                    <a:pt x="69" y="1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389" name="Freeform 488">
              <a:extLst>
                <a:ext uri="{FF2B5EF4-FFF2-40B4-BE49-F238E27FC236}">
                  <a16:creationId xmlns:a16="http://schemas.microsoft.com/office/drawing/2014/main" id="{AFCC41E8-877E-4895-A37F-582809B37168}"/>
                </a:ext>
              </a:extLst>
            </p:cNvPr>
            <p:cNvSpPr>
              <a:spLocks/>
            </p:cNvSpPr>
            <p:nvPr/>
          </p:nvSpPr>
          <p:spPr bwMode="auto">
            <a:xfrm>
              <a:off x="941" y="747"/>
              <a:ext cx="114" cy="105"/>
            </a:xfrm>
            <a:custGeom>
              <a:avLst/>
              <a:gdLst>
                <a:gd name="T0" fmla="*/ 0 w 69"/>
                <a:gd name="T1" fmla="*/ 75 h 64"/>
                <a:gd name="T2" fmla="*/ 311 w 69"/>
                <a:gd name="T3" fmla="*/ 282 h 64"/>
                <a:gd name="T4" fmla="*/ 0 w 69"/>
                <a:gd name="T5" fmla="*/ 75 h 6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9" h="64">
                  <a:moveTo>
                    <a:pt x="0" y="17"/>
                  </a:moveTo>
                  <a:cubicBezTo>
                    <a:pt x="0" y="17"/>
                    <a:pt x="37" y="0"/>
                    <a:pt x="69" y="64"/>
                  </a:cubicBezTo>
                  <a:lnTo>
                    <a:pt x="0" y="1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390" name="Freeform 489">
              <a:extLst>
                <a:ext uri="{FF2B5EF4-FFF2-40B4-BE49-F238E27FC236}">
                  <a16:creationId xmlns:a16="http://schemas.microsoft.com/office/drawing/2014/main" id="{253C3C10-DA40-400E-96C3-DBBB1B4D3FE2}"/>
                </a:ext>
              </a:extLst>
            </p:cNvPr>
            <p:cNvSpPr>
              <a:spLocks/>
            </p:cNvSpPr>
            <p:nvPr/>
          </p:nvSpPr>
          <p:spPr bwMode="auto">
            <a:xfrm>
              <a:off x="840" y="786"/>
              <a:ext cx="209" cy="86"/>
            </a:xfrm>
            <a:custGeom>
              <a:avLst/>
              <a:gdLst>
                <a:gd name="T0" fmla="*/ 159 w 126"/>
                <a:gd name="T1" fmla="*/ 13 h 52"/>
                <a:gd name="T2" fmla="*/ 0 w 126"/>
                <a:gd name="T3" fmla="*/ 222 h 52"/>
                <a:gd name="T4" fmla="*/ 91 w 126"/>
                <a:gd name="T5" fmla="*/ 117 h 52"/>
                <a:gd name="T6" fmla="*/ 41 w 126"/>
                <a:gd name="T7" fmla="*/ 208 h 52"/>
                <a:gd name="T8" fmla="*/ 96 w 126"/>
                <a:gd name="T9" fmla="*/ 131 h 52"/>
                <a:gd name="T10" fmla="*/ 83 w 126"/>
                <a:gd name="T11" fmla="*/ 180 h 52"/>
                <a:gd name="T12" fmla="*/ 109 w 126"/>
                <a:gd name="T13" fmla="*/ 146 h 52"/>
                <a:gd name="T14" fmla="*/ 105 w 126"/>
                <a:gd name="T15" fmla="*/ 189 h 52"/>
                <a:gd name="T16" fmla="*/ 154 w 126"/>
                <a:gd name="T17" fmla="*/ 117 h 52"/>
                <a:gd name="T18" fmla="*/ 154 w 126"/>
                <a:gd name="T19" fmla="*/ 185 h 52"/>
                <a:gd name="T20" fmla="*/ 179 w 126"/>
                <a:gd name="T21" fmla="*/ 151 h 52"/>
                <a:gd name="T22" fmla="*/ 181 w 126"/>
                <a:gd name="T23" fmla="*/ 189 h 52"/>
                <a:gd name="T24" fmla="*/ 192 w 126"/>
                <a:gd name="T25" fmla="*/ 172 h 52"/>
                <a:gd name="T26" fmla="*/ 201 w 126"/>
                <a:gd name="T27" fmla="*/ 200 h 52"/>
                <a:gd name="T28" fmla="*/ 222 w 126"/>
                <a:gd name="T29" fmla="*/ 117 h 52"/>
                <a:gd name="T30" fmla="*/ 247 w 126"/>
                <a:gd name="T31" fmla="*/ 200 h 52"/>
                <a:gd name="T32" fmla="*/ 264 w 126"/>
                <a:gd name="T33" fmla="*/ 151 h 52"/>
                <a:gd name="T34" fmla="*/ 284 w 126"/>
                <a:gd name="T35" fmla="*/ 200 h 52"/>
                <a:gd name="T36" fmla="*/ 292 w 126"/>
                <a:gd name="T37" fmla="*/ 159 h 52"/>
                <a:gd name="T38" fmla="*/ 318 w 126"/>
                <a:gd name="T39" fmla="*/ 194 h 52"/>
                <a:gd name="T40" fmla="*/ 327 w 126"/>
                <a:gd name="T41" fmla="*/ 122 h 52"/>
                <a:gd name="T42" fmla="*/ 380 w 126"/>
                <a:gd name="T43" fmla="*/ 208 h 52"/>
                <a:gd name="T44" fmla="*/ 375 w 126"/>
                <a:gd name="T45" fmla="*/ 131 h 52"/>
                <a:gd name="T46" fmla="*/ 421 w 126"/>
                <a:gd name="T47" fmla="*/ 200 h 52"/>
                <a:gd name="T48" fmla="*/ 415 w 126"/>
                <a:gd name="T49" fmla="*/ 154 h 52"/>
                <a:gd name="T50" fmla="*/ 448 w 126"/>
                <a:gd name="T51" fmla="*/ 185 h 52"/>
                <a:gd name="T52" fmla="*/ 443 w 126"/>
                <a:gd name="T53" fmla="*/ 159 h 52"/>
                <a:gd name="T54" fmla="*/ 484 w 126"/>
                <a:gd name="T55" fmla="*/ 208 h 52"/>
                <a:gd name="T56" fmla="*/ 456 w 126"/>
                <a:gd name="T57" fmla="*/ 139 h 52"/>
                <a:gd name="T58" fmla="*/ 498 w 126"/>
                <a:gd name="T59" fmla="*/ 189 h 52"/>
                <a:gd name="T60" fmla="*/ 556 w 126"/>
                <a:gd name="T61" fmla="*/ 235 h 52"/>
                <a:gd name="T62" fmla="*/ 498 w 126"/>
                <a:gd name="T63" fmla="*/ 139 h 52"/>
                <a:gd name="T64" fmla="*/ 576 w 126"/>
                <a:gd name="T65" fmla="*/ 208 h 52"/>
                <a:gd name="T66" fmla="*/ 513 w 126"/>
                <a:gd name="T67" fmla="*/ 126 h 52"/>
                <a:gd name="T68" fmla="*/ 438 w 126"/>
                <a:gd name="T69" fmla="*/ 60 h 52"/>
                <a:gd name="T70" fmla="*/ 333 w 126"/>
                <a:gd name="T71" fmla="*/ 0 h 52"/>
                <a:gd name="T72" fmla="*/ 396 w 126"/>
                <a:gd name="T73" fmla="*/ 91 h 52"/>
                <a:gd name="T74" fmla="*/ 347 w 126"/>
                <a:gd name="T75" fmla="*/ 28 h 52"/>
                <a:gd name="T76" fmla="*/ 352 w 126"/>
                <a:gd name="T77" fmla="*/ 91 h 52"/>
                <a:gd name="T78" fmla="*/ 327 w 126"/>
                <a:gd name="T79" fmla="*/ 60 h 52"/>
                <a:gd name="T80" fmla="*/ 327 w 126"/>
                <a:gd name="T81" fmla="*/ 83 h 52"/>
                <a:gd name="T82" fmla="*/ 318 w 126"/>
                <a:gd name="T83" fmla="*/ 71 h 52"/>
                <a:gd name="T84" fmla="*/ 314 w 126"/>
                <a:gd name="T85" fmla="*/ 104 h 52"/>
                <a:gd name="T86" fmla="*/ 284 w 126"/>
                <a:gd name="T87" fmla="*/ 20 h 52"/>
                <a:gd name="T88" fmla="*/ 270 w 126"/>
                <a:gd name="T89" fmla="*/ 122 h 52"/>
                <a:gd name="T90" fmla="*/ 262 w 126"/>
                <a:gd name="T91" fmla="*/ 50 h 52"/>
                <a:gd name="T92" fmla="*/ 237 w 126"/>
                <a:gd name="T93" fmla="*/ 91 h 52"/>
                <a:gd name="T94" fmla="*/ 222 w 126"/>
                <a:gd name="T95" fmla="*/ 60 h 52"/>
                <a:gd name="T96" fmla="*/ 201 w 126"/>
                <a:gd name="T97" fmla="*/ 84 h 52"/>
                <a:gd name="T98" fmla="*/ 201 w 126"/>
                <a:gd name="T99" fmla="*/ 63 h 52"/>
                <a:gd name="T100" fmla="*/ 168 w 126"/>
                <a:gd name="T101" fmla="*/ 96 h 52"/>
                <a:gd name="T102" fmla="*/ 168 w 126"/>
                <a:gd name="T103" fmla="*/ 60 h 52"/>
                <a:gd name="T104" fmla="*/ 113 w 126"/>
                <a:gd name="T105" fmla="*/ 99 h 52"/>
                <a:gd name="T106" fmla="*/ 166 w 126"/>
                <a:gd name="T107" fmla="*/ 13 h 52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0" t="0" r="r" b="b"/>
              <a:pathLst>
                <a:path w="126" h="52">
                  <a:moveTo>
                    <a:pt x="35" y="3"/>
                  </a:moveTo>
                  <a:cubicBezTo>
                    <a:pt x="19" y="12"/>
                    <a:pt x="7" y="33"/>
                    <a:pt x="0" y="49"/>
                  </a:cubicBezTo>
                  <a:cubicBezTo>
                    <a:pt x="4" y="41"/>
                    <a:pt x="13" y="33"/>
                    <a:pt x="20" y="26"/>
                  </a:cubicBezTo>
                  <a:cubicBezTo>
                    <a:pt x="15" y="31"/>
                    <a:pt x="11" y="39"/>
                    <a:pt x="9" y="46"/>
                  </a:cubicBezTo>
                  <a:cubicBezTo>
                    <a:pt x="14" y="40"/>
                    <a:pt x="17" y="34"/>
                    <a:pt x="21" y="29"/>
                  </a:cubicBezTo>
                  <a:cubicBezTo>
                    <a:pt x="21" y="33"/>
                    <a:pt x="19" y="37"/>
                    <a:pt x="18" y="40"/>
                  </a:cubicBezTo>
                  <a:cubicBezTo>
                    <a:pt x="19" y="37"/>
                    <a:pt x="21" y="33"/>
                    <a:pt x="24" y="32"/>
                  </a:cubicBezTo>
                  <a:cubicBezTo>
                    <a:pt x="25" y="35"/>
                    <a:pt x="23" y="38"/>
                    <a:pt x="23" y="42"/>
                  </a:cubicBezTo>
                  <a:cubicBezTo>
                    <a:pt x="27" y="38"/>
                    <a:pt x="29" y="28"/>
                    <a:pt x="34" y="26"/>
                  </a:cubicBezTo>
                  <a:cubicBezTo>
                    <a:pt x="35" y="31"/>
                    <a:pt x="34" y="36"/>
                    <a:pt x="34" y="41"/>
                  </a:cubicBezTo>
                  <a:cubicBezTo>
                    <a:pt x="37" y="39"/>
                    <a:pt x="36" y="35"/>
                    <a:pt x="39" y="33"/>
                  </a:cubicBezTo>
                  <a:cubicBezTo>
                    <a:pt x="40" y="36"/>
                    <a:pt x="40" y="39"/>
                    <a:pt x="40" y="42"/>
                  </a:cubicBezTo>
                  <a:cubicBezTo>
                    <a:pt x="41" y="41"/>
                    <a:pt x="42" y="39"/>
                    <a:pt x="42" y="38"/>
                  </a:cubicBezTo>
                  <a:cubicBezTo>
                    <a:pt x="43" y="40"/>
                    <a:pt x="43" y="42"/>
                    <a:pt x="44" y="44"/>
                  </a:cubicBezTo>
                  <a:cubicBezTo>
                    <a:pt x="47" y="40"/>
                    <a:pt x="48" y="31"/>
                    <a:pt x="49" y="26"/>
                  </a:cubicBezTo>
                  <a:cubicBezTo>
                    <a:pt x="52" y="32"/>
                    <a:pt x="53" y="38"/>
                    <a:pt x="54" y="44"/>
                  </a:cubicBezTo>
                  <a:cubicBezTo>
                    <a:pt x="54" y="40"/>
                    <a:pt x="55" y="34"/>
                    <a:pt x="58" y="33"/>
                  </a:cubicBezTo>
                  <a:cubicBezTo>
                    <a:pt x="59" y="36"/>
                    <a:pt x="60" y="41"/>
                    <a:pt x="62" y="44"/>
                  </a:cubicBezTo>
                  <a:cubicBezTo>
                    <a:pt x="62" y="41"/>
                    <a:pt x="61" y="37"/>
                    <a:pt x="64" y="35"/>
                  </a:cubicBezTo>
                  <a:cubicBezTo>
                    <a:pt x="66" y="37"/>
                    <a:pt x="68" y="40"/>
                    <a:pt x="70" y="43"/>
                  </a:cubicBezTo>
                  <a:cubicBezTo>
                    <a:pt x="69" y="38"/>
                    <a:pt x="71" y="32"/>
                    <a:pt x="72" y="27"/>
                  </a:cubicBezTo>
                  <a:cubicBezTo>
                    <a:pt x="76" y="33"/>
                    <a:pt x="82" y="39"/>
                    <a:pt x="83" y="46"/>
                  </a:cubicBezTo>
                  <a:cubicBezTo>
                    <a:pt x="84" y="41"/>
                    <a:pt x="82" y="35"/>
                    <a:pt x="82" y="29"/>
                  </a:cubicBezTo>
                  <a:cubicBezTo>
                    <a:pt x="85" y="35"/>
                    <a:pt x="89" y="39"/>
                    <a:pt x="92" y="44"/>
                  </a:cubicBezTo>
                  <a:cubicBezTo>
                    <a:pt x="91" y="41"/>
                    <a:pt x="90" y="38"/>
                    <a:pt x="91" y="34"/>
                  </a:cubicBezTo>
                  <a:cubicBezTo>
                    <a:pt x="94" y="35"/>
                    <a:pt x="95" y="39"/>
                    <a:pt x="98" y="41"/>
                  </a:cubicBezTo>
                  <a:cubicBezTo>
                    <a:pt x="98" y="39"/>
                    <a:pt x="98" y="37"/>
                    <a:pt x="97" y="35"/>
                  </a:cubicBezTo>
                  <a:cubicBezTo>
                    <a:pt x="101" y="37"/>
                    <a:pt x="103" y="43"/>
                    <a:pt x="106" y="46"/>
                  </a:cubicBezTo>
                  <a:cubicBezTo>
                    <a:pt x="104" y="42"/>
                    <a:pt x="101" y="36"/>
                    <a:pt x="100" y="31"/>
                  </a:cubicBezTo>
                  <a:cubicBezTo>
                    <a:pt x="103" y="35"/>
                    <a:pt x="106" y="39"/>
                    <a:pt x="109" y="42"/>
                  </a:cubicBezTo>
                  <a:cubicBezTo>
                    <a:pt x="113" y="45"/>
                    <a:pt x="118" y="48"/>
                    <a:pt x="122" y="52"/>
                  </a:cubicBezTo>
                  <a:cubicBezTo>
                    <a:pt x="118" y="45"/>
                    <a:pt x="111" y="38"/>
                    <a:pt x="109" y="31"/>
                  </a:cubicBezTo>
                  <a:cubicBezTo>
                    <a:pt x="114" y="34"/>
                    <a:pt x="122" y="41"/>
                    <a:pt x="126" y="46"/>
                  </a:cubicBezTo>
                  <a:cubicBezTo>
                    <a:pt x="123" y="40"/>
                    <a:pt x="116" y="34"/>
                    <a:pt x="112" y="28"/>
                  </a:cubicBezTo>
                  <a:cubicBezTo>
                    <a:pt x="107" y="22"/>
                    <a:pt x="102" y="16"/>
                    <a:pt x="96" y="13"/>
                  </a:cubicBezTo>
                  <a:cubicBezTo>
                    <a:pt x="88" y="8"/>
                    <a:pt x="81" y="4"/>
                    <a:pt x="73" y="0"/>
                  </a:cubicBezTo>
                  <a:cubicBezTo>
                    <a:pt x="80" y="4"/>
                    <a:pt x="85" y="12"/>
                    <a:pt x="87" y="20"/>
                  </a:cubicBezTo>
                  <a:cubicBezTo>
                    <a:pt x="86" y="16"/>
                    <a:pt x="80" y="8"/>
                    <a:pt x="76" y="6"/>
                  </a:cubicBezTo>
                  <a:cubicBezTo>
                    <a:pt x="76" y="11"/>
                    <a:pt x="77" y="16"/>
                    <a:pt x="77" y="20"/>
                  </a:cubicBezTo>
                  <a:cubicBezTo>
                    <a:pt x="76" y="18"/>
                    <a:pt x="75" y="14"/>
                    <a:pt x="72" y="13"/>
                  </a:cubicBezTo>
                  <a:cubicBezTo>
                    <a:pt x="72" y="14"/>
                    <a:pt x="72" y="16"/>
                    <a:pt x="72" y="18"/>
                  </a:cubicBezTo>
                  <a:cubicBezTo>
                    <a:pt x="72" y="17"/>
                    <a:pt x="71" y="16"/>
                    <a:pt x="70" y="16"/>
                  </a:cubicBezTo>
                  <a:cubicBezTo>
                    <a:pt x="69" y="18"/>
                    <a:pt x="69" y="20"/>
                    <a:pt x="69" y="23"/>
                  </a:cubicBezTo>
                  <a:cubicBezTo>
                    <a:pt x="65" y="18"/>
                    <a:pt x="63" y="10"/>
                    <a:pt x="62" y="4"/>
                  </a:cubicBezTo>
                  <a:cubicBezTo>
                    <a:pt x="62" y="11"/>
                    <a:pt x="58" y="20"/>
                    <a:pt x="59" y="27"/>
                  </a:cubicBezTo>
                  <a:cubicBezTo>
                    <a:pt x="58" y="22"/>
                    <a:pt x="57" y="16"/>
                    <a:pt x="57" y="11"/>
                  </a:cubicBezTo>
                  <a:cubicBezTo>
                    <a:pt x="54" y="13"/>
                    <a:pt x="53" y="18"/>
                    <a:pt x="52" y="20"/>
                  </a:cubicBezTo>
                  <a:cubicBezTo>
                    <a:pt x="51" y="18"/>
                    <a:pt x="51" y="14"/>
                    <a:pt x="49" y="13"/>
                  </a:cubicBezTo>
                  <a:cubicBezTo>
                    <a:pt x="47" y="14"/>
                    <a:pt x="46" y="17"/>
                    <a:pt x="44" y="19"/>
                  </a:cubicBezTo>
                  <a:cubicBezTo>
                    <a:pt x="44" y="18"/>
                    <a:pt x="44" y="16"/>
                    <a:pt x="44" y="14"/>
                  </a:cubicBezTo>
                  <a:cubicBezTo>
                    <a:pt x="41" y="16"/>
                    <a:pt x="39" y="19"/>
                    <a:pt x="37" y="21"/>
                  </a:cubicBezTo>
                  <a:cubicBezTo>
                    <a:pt x="36" y="18"/>
                    <a:pt x="38" y="16"/>
                    <a:pt x="37" y="13"/>
                  </a:cubicBezTo>
                  <a:cubicBezTo>
                    <a:pt x="33" y="14"/>
                    <a:pt x="28" y="19"/>
                    <a:pt x="25" y="22"/>
                  </a:cubicBezTo>
                  <a:cubicBezTo>
                    <a:pt x="26" y="15"/>
                    <a:pt x="34" y="9"/>
                    <a:pt x="36" y="3"/>
                  </a:cubicBezTo>
                </a:path>
              </a:pathLst>
            </a:custGeom>
            <a:solidFill>
              <a:srgbClr val="0F12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391" name="Freeform 490">
              <a:extLst>
                <a:ext uri="{FF2B5EF4-FFF2-40B4-BE49-F238E27FC236}">
                  <a16:creationId xmlns:a16="http://schemas.microsoft.com/office/drawing/2014/main" id="{1BF27EBF-15B6-4E74-AF73-546092D565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9" y="906"/>
              <a:ext cx="84" cy="221"/>
            </a:xfrm>
            <a:custGeom>
              <a:avLst/>
              <a:gdLst>
                <a:gd name="T0" fmla="*/ 171 w 51"/>
                <a:gd name="T1" fmla="*/ 0 h 134"/>
                <a:gd name="T2" fmla="*/ 188 w 51"/>
                <a:gd name="T3" fmla="*/ 96 h 134"/>
                <a:gd name="T4" fmla="*/ 206 w 51"/>
                <a:gd name="T5" fmla="*/ 247 h 134"/>
                <a:gd name="T6" fmla="*/ 0 w 51"/>
                <a:gd name="T7" fmla="*/ 600 h 134"/>
                <a:gd name="T8" fmla="*/ 184 w 51"/>
                <a:gd name="T9" fmla="*/ 198 h 134"/>
                <a:gd name="T10" fmla="*/ 171 w 51"/>
                <a:gd name="T11" fmla="*/ 0 h 13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1" h="134">
                  <a:moveTo>
                    <a:pt x="38" y="0"/>
                  </a:moveTo>
                  <a:cubicBezTo>
                    <a:pt x="42" y="21"/>
                    <a:pt x="42" y="21"/>
                    <a:pt x="42" y="21"/>
                  </a:cubicBezTo>
                  <a:cubicBezTo>
                    <a:pt x="42" y="21"/>
                    <a:pt x="51" y="31"/>
                    <a:pt x="46" y="55"/>
                  </a:cubicBezTo>
                  <a:cubicBezTo>
                    <a:pt x="40" y="78"/>
                    <a:pt x="35" y="96"/>
                    <a:pt x="0" y="134"/>
                  </a:cubicBezTo>
                  <a:cubicBezTo>
                    <a:pt x="0" y="134"/>
                    <a:pt x="42" y="88"/>
                    <a:pt x="41" y="44"/>
                  </a:cubicBezTo>
                  <a:cubicBezTo>
                    <a:pt x="40" y="33"/>
                    <a:pt x="34" y="16"/>
                    <a:pt x="38" y="0"/>
                  </a:cubicBezTo>
                  <a:close/>
                </a:path>
              </a:pathLst>
            </a:custGeom>
            <a:solidFill>
              <a:srgbClr val="EFCA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392" name="Freeform 491">
              <a:extLst>
                <a:ext uri="{FF2B5EF4-FFF2-40B4-BE49-F238E27FC236}">
                  <a16:creationId xmlns:a16="http://schemas.microsoft.com/office/drawing/2014/main" id="{AF2B5BCD-E993-4BC8-8EF0-BD017EAD3E6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7" y="885"/>
              <a:ext cx="25" cy="38"/>
            </a:xfrm>
            <a:custGeom>
              <a:avLst/>
              <a:gdLst>
                <a:gd name="T0" fmla="*/ 63 w 15"/>
                <a:gd name="T1" fmla="*/ 71 h 23"/>
                <a:gd name="T2" fmla="*/ 47 w 15"/>
                <a:gd name="T3" fmla="*/ 28 h 23"/>
                <a:gd name="T4" fmla="*/ 0 w 15"/>
                <a:gd name="T5" fmla="*/ 0 h 23"/>
                <a:gd name="T6" fmla="*/ 33 w 15"/>
                <a:gd name="T7" fmla="*/ 5 h 23"/>
                <a:gd name="T8" fmla="*/ 62 w 15"/>
                <a:gd name="T9" fmla="*/ 20 h 23"/>
                <a:gd name="T10" fmla="*/ 70 w 15"/>
                <a:gd name="T11" fmla="*/ 104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" h="23">
                  <a:moveTo>
                    <a:pt x="14" y="16"/>
                  </a:moveTo>
                  <a:cubicBezTo>
                    <a:pt x="14" y="11"/>
                    <a:pt x="14" y="9"/>
                    <a:pt x="10" y="6"/>
                  </a:cubicBezTo>
                  <a:cubicBezTo>
                    <a:pt x="7" y="3"/>
                    <a:pt x="3" y="2"/>
                    <a:pt x="0" y="0"/>
                  </a:cubicBezTo>
                  <a:cubicBezTo>
                    <a:pt x="2" y="0"/>
                    <a:pt x="5" y="1"/>
                    <a:pt x="7" y="1"/>
                  </a:cubicBezTo>
                  <a:cubicBezTo>
                    <a:pt x="10" y="2"/>
                    <a:pt x="12" y="2"/>
                    <a:pt x="13" y="4"/>
                  </a:cubicBezTo>
                  <a:cubicBezTo>
                    <a:pt x="15" y="9"/>
                    <a:pt x="15" y="17"/>
                    <a:pt x="15" y="23"/>
                  </a:cubicBezTo>
                </a:path>
              </a:pathLst>
            </a:custGeom>
            <a:solidFill>
              <a:srgbClr val="EFCA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393" name="Freeform 492">
              <a:extLst>
                <a:ext uri="{FF2B5EF4-FFF2-40B4-BE49-F238E27FC236}">
                  <a16:creationId xmlns:a16="http://schemas.microsoft.com/office/drawing/2014/main" id="{44EDDB7E-100C-4CB2-B966-8147AD870F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9" y="926"/>
              <a:ext cx="16" cy="28"/>
            </a:xfrm>
            <a:custGeom>
              <a:avLst/>
              <a:gdLst>
                <a:gd name="T0" fmla="*/ 35 w 10"/>
                <a:gd name="T1" fmla="*/ 76 h 17"/>
                <a:gd name="T2" fmla="*/ 26 w 10"/>
                <a:gd name="T3" fmla="*/ 58 h 17"/>
                <a:gd name="T4" fmla="*/ 0 w 10"/>
                <a:gd name="T5" fmla="*/ 58 h 17"/>
                <a:gd name="T6" fmla="*/ 29 w 10"/>
                <a:gd name="T7" fmla="*/ 43 h 17"/>
                <a:gd name="T8" fmla="*/ 29 w 10"/>
                <a:gd name="T9" fmla="*/ 33 h 17"/>
                <a:gd name="T10" fmla="*/ 34 w 10"/>
                <a:gd name="T11" fmla="*/ 0 h 17"/>
                <a:gd name="T12" fmla="*/ 42 w 10"/>
                <a:gd name="T13" fmla="*/ 68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" h="17">
                  <a:moveTo>
                    <a:pt x="9" y="17"/>
                  </a:moveTo>
                  <a:cubicBezTo>
                    <a:pt x="8" y="16"/>
                    <a:pt x="8" y="14"/>
                    <a:pt x="6" y="13"/>
                  </a:cubicBezTo>
                  <a:cubicBezTo>
                    <a:pt x="4" y="13"/>
                    <a:pt x="2" y="13"/>
                    <a:pt x="0" y="13"/>
                  </a:cubicBezTo>
                  <a:cubicBezTo>
                    <a:pt x="2" y="12"/>
                    <a:pt x="6" y="12"/>
                    <a:pt x="7" y="10"/>
                  </a:cubicBezTo>
                  <a:cubicBezTo>
                    <a:pt x="7" y="9"/>
                    <a:pt x="7" y="8"/>
                    <a:pt x="7" y="7"/>
                  </a:cubicBezTo>
                  <a:cubicBezTo>
                    <a:pt x="7" y="4"/>
                    <a:pt x="7" y="2"/>
                    <a:pt x="8" y="0"/>
                  </a:cubicBezTo>
                  <a:cubicBezTo>
                    <a:pt x="8" y="5"/>
                    <a:pt x="9" y="10"/>
                    <a:pt x="10" y="15"/>
                  </a:cubicBezTo>
                </a:path>
              </a:pathLst>
            </a:custGeom>
            <a:solidFill>
              <a:srgbClr val="EFCA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394" name="Freeform 493">
              <a:extLst>
                <a:ext uri="{FF2B5EF4-FFF2-40B4-BE49-F238E27FC236}">
                  <a16:creationId xmlns:a16="http://schemas.microsoft.com/office/drawing/2014/main" id="{6F2A79DC-C5DB-462A-9C85-3F98D51DB5F8}"/>
                </a:ext>
              </a:extLst>
            </p:cNvPr>
            <p:cNvSpPr>
              <a:spLocks/>
            </p:cNvSpPr>
            <p:nvPr/>
          </p:nvSpPr>
          <p:spPr bwMode="auto">
            <a:xfrm>
              <a:off x="817" y="928"/>
              <a:ext cx="20" cy="26"/>
            </a:xfrm>
            <a:custGeom>
              <a:avLst/>
              <a:gdLst>
                <a:gd name="T0" fmla="*/ 5 w 12"/>
                <a:gd name="T1" fmla="*/ 68 h 16"/>
                <a:gd name="T2" fmla="*/ 28 w 12"/>
                <a:gd name="T3" fmla="*/ 54 h 16"/>
                <a:gd name="T4" fmla="*/ 55 w 12"/>
                <a:gd name="T5" fmla="*/ 54 h 16"/>
                <a:gd name="T6" fmla="*/ 22 w 12"/>
                <a:gd name="T7" fmla="*/ 42 h 16"/>
                <a:gd name="T8" fmla="*/ 0 w 12"/>
                <a:gd name="T9" fmla="*/ 0 h 16"/>
                <a:gd name="T10" fmla="*/ 5 w 12"/>
                <a:gd name="T11" fmla="*/ 47 h 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" h="16">
                  <a:moveTo>
                    <a:pt x="1" y="16"/>
                  </a:moveTo>
                  <a:cubicBezTo>
                    <a:pt x="3" y="14"/>
                    <a:pt x="3" y="12"/>
                    <a:pt x="6" y="12"/>
                  </a:cubicBezTo>
                  <a:cubicBezTo>
                    <a:pt x="8" y="12"/>
                    <a:pt x="10" y="12"/>
                    <a:pt x="12" y="12"/>
                  </a:cubicBezTo>
                  <a:cubicBezTo>
                    <a:pt x="10" y="10"/>
                    <a:pt x="7" y="11"/>
                    <a:pt x="5" y="10"/>
                  </a:cubicBezTo>
                  <a:cubicBezTo>
                    <a:pt x="2" y="8"/>
                    <a:pt x="1" y="3"/>
                    <a:pt x="0" y="0"/>
                  </a:cubicBezTo>
                  <a:cubicBezTo>
                    <a:pt x="1" y="3"/>
                    <a:pt x="1" y="7"/>
                    <a:pt x="1" y="11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395" name="Freeform 494">
              <a:extLst>
                <a:ext uri="{FF2B5EF4-FFF2-40B4-BE49-F238E27FC236}">
                  <a16:creationId xmlns:a16="http://schemas.microsoft.com/office/drawing/2014/main" id="{0932D364-0002-4CEC-8E2C-02E7B238C4B3}"/>
                </a:ext>
              </a:extLst>
            </p:cNvPr>
            <p:cNvSpPr>
              <a:spLocks/>
            </p:cNvSpPr>
            <p:nvPr/>
          </p:nvSpPr>
          <p:spPr bwMode="auto">
            <a:xfrm>
              <a:off x="925" y="1028"/>
              <a:ext cx="58" cy="13"/>
            </a:xfrm>
            <a:custGeom>
              <a:avLst/>
              <a:gdLst>
                <a:gd name="T0" fmla="*/ 0 w 35"/>
                <a:gd name="T1" fmla="*/ 5 h 8"/>
                <a:gd name="T2" fmla="*/ 41 w 35"/>
                <a:gd name="T3" fmla="*/ 21 h 8"/>
                <a:gd name="T4" fmla="*/ 76 w 35"/>
                <a:gd name="T5" fmla="*/ 21 h 8"/>
                <a:gd name="T6" fmla="*/ 113 w 35"/>
                <a:gd name="T7" fmla="*/ 8 h 8"/>
                <a:gd name="T8" fmla="*/ 138 w 35"/>
                <a:gd name="T9" fmla="*/ 8 h 8"/>
                <a:gd name="T10" fmla="*/ 159 w 35"/>
                <a:gd name="T11" fmla="*/ 0 h 8"/>
                <a:gd name="T12" fmla="*/ 118 w 35"/>
                <a:gd name="T13" fmla="*/ 18 h 8"/>
                <a:gd name="T14" fmla="*/ 75 w 35"/>
                <a:gd name="T15" fmla="*/ 34 h 8"/>
                <a:gd name="T16" fmla="*/ 36 w 35"/>
                <a:gd name="T17" fmla="*/ 26 h 8"/>
                <a:gd name="T18" fmla="*/ 5 w 35"/>
                <a:gd name="T19" fmla="*/ 5 h 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5" h="8">
                  <a:moveTo>
                    <a:pt x="0" y="1"/>
                  </a:moveTo>
                  <a:cubicBezTo>
                    <a:pt x="3" y="0"/>
                    <a:pt x="6" y="4"/>
                    <a:pt x="9" y="5"/>
                  </a:cubicBezTo>
                  <a:cubicBezTo>
                    <a:pt x="11" y="6"/>
                    <a:pt x="14" y="6"/>
                    <a:pt x="17" y="5"/>
                  </a:cubicBezTo>
                  <a:cubicBezTo>
                    <a:pt x="20" y="5"/>
                    <a:pt x="23" y="3"/>
                    <a:pt x="25" y="2"/>
                  </a:cubicBezTo>
                  <a:cubicBezTo>
                    <a:pt x="27" y="1"/>
                    <a:pt x="28" y="2"/>
                    <a:pt x="30" y="2"/>
                  </a:cubicBezTo>
                  <a:cubicBezTo>
                    <a:pt x="32" y="2"/>
                    <a:pt x="33" y="1"/>
                    <a:pt x="35" y="0"/>
                  </a:cubicBezTo>
                  <a:cubicBezTo>
                    <a:pt x="34" y="4"/>
                    <a:pt x="28" y="3"/>
                    <a:pt x="26" y="4"/>
                  </a:cubicBezTo>
                  <a:cubicBezTo>
                    <a:pt x="22" y="4"/>
                    <a:pt x="20" y="7"/>
                    <a:pt x="16" y="8"/>
                  </a:cubicBezTo>
                  <a:cubicBezTo>
                    <a:pt x="13" y="8"/>
                    <a:pt x="10" y="7"/>
                    <a:pt x="8" y="6"/>
                  </a:cubicBezTo>
                  <a:cubicBezTo>
                    <a:pt x="6" y="5"/>
                    <a:pt x="4" y="2"/>
                    <a:pt x="1" y="1"/>
                  </a:cubicBezTo>
                </a:path>
              </a:pathLst>
            </a:custGeom>
            <a:solidFill>
              <a:srgbClr val="EFCA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396" name="Freeform 495">
              <a:extLst>
                <a:ext uri="{FF2B5EF4-FFF2-40B4-BE49-F238E27FC236}">
                  <a16:creationId xmlns:a16="http://schemas.microsoft.com/office/drawing/2014/main" id="{38BB9FA9-E51B-4042-B9A8-8CEBA6CB4854}"/>
                </a:ext>
              </a:extLst>
            </p:cNvPr>
            <p:cNvSpPr>
              <a:spLocks/>
            </p:cNvSpPr>
            <p:nvPr/>
          </p:nvSpPr>
          <p:spPr bwMode="auto">
            <a:xfrm>
              <a:off x="936" y="1041"/>
              <a:ext cx="10" cy="20"/>
            </a:xfrm>
            <a:custGeom>
              <a:avLst/>
              <a:gdLst>
                <a:gd name="T0" fmla="*/ 28 w 6"/>
                <a:gd name="T1" fmla="*/ 0 h 12"/>
                <a:gd name="T2" fmla="*/ 13 w 6"/>
                <a:gd name="T3" fmla="*/ 28 h 12"/>
                <a:gd name="T4" fmla="*/ 13 w 6"/>
                <a:gd name="T5" fmla="*/ 55 h 12"/>
                <a:gd name="T6" fmla="*/ 0 w 6"/>
                <a:gd name="T7" fmla="*/ 50 h 12"/>
                <a:gd name="T8" fmla="*/ 22 w 6"/>
                <a:gd name="T9" fmla="*/ 0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12">
                  <a:moveTo>
                    <a:pt x="6" y="0"/>
                  </a:moveTo>
                  <a:cubicBezTo>
                    <a:pt x="5" y="1"/>
                    <a:pt x="4" y="4"/>
                    <a:pt x="3" y="6"/>
                  </a:cubicBezTo>
                  <a:cubicBezTo>
                    <a:pt x="3" y="8"/>
                    <a:pt x="2" y="10"/>
                    <a:pt x="3" y="12"/>
                  </a:cubicBezTo>
                  <a:cubicBezTo>
                    <a:pt x="2" y="11"/>
                    <a:pt x="1" y="11"/>
                    <a:pt x="0" y="11"/>
                  </a:cubicBezTo>
                  <a:cubicBezTo>
                    <a:pt x="2" y="7"/>
                    <a:pt x="3" y="3"/>
                    <a:pt x="5" y="0"/>
                  </a:cubicBezTo>
                </a:path>
              </a:pathLst>
            </a:custGeom>
            <a:solidFill>
              <a:srgbClr val="EFCA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397" name="Freeform 496">
              <a:extLst>
                <a:ext uri="{FF2B5EF4-FFF2-40B4-BE49-F238E27FC236}">
                  <a16:creationId xmlns:a16="http://schemas.microsoft.com/office/drawing/2014/main" id="{A522BB30-B03F-4E17-AF61-0C61C441FAB6}"/>
                </a:ext>
              </a:extLst>
            </p:cNvPr>
            <p:cNvSpPr>
              <a:spLocks/>
            </p:cNvSpPr>
            <p:nvPr/>
          </p:nvSpPr>
          <p:spPr bwMode="auto">
            <a:xfrm>
              <a:off x="951" y="1043"/>
              <a:ext cx="7" cy="18"/>
            </a:xfrm>
            <a:custGeom>
              <a:avLst/>
              <a:gdLst>
                <a:gd name="T0" fmla="*/ 0 w 4"/>
                <a:gd name="T1" fmla="*/ 47 h 11"/>
                <a:gd name="T2" fmla="*/ 0 w 4"/>
                <a:gd name="T3" fmla="*/ 0 h 11"/>
                <a:gd name="T4" fmla="*/ 21 w 4"/>
                <a:gd name="T5" fmla="*/ 43 h 11"/>
                <a:gd name="T6" fmla="*/ 0 w 4"/>
                <a:gd name="T7" fmla="*/ 47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11">
                  <a:moveTo>
                    <a:pt x="0" y="11"/>
                  </a:moveTo>
                  <a:cubicBezTo>
                    <a:pt x="4" y="10"/>
                    <a:pt x="1" y="3"/>
                    <a:pt x="0" y="0"/>
                  </a:cubicBezTo>
                  <a:cubicBezTo>
                    <a:pt x="2" y="2"/>
                    <a:pt x="4" y="7"/>
                    <a:pt x="4" y="10"/>
                  </a:cubicBezTo>
                  <a:cubicBezTo>
                    <a:pt x="2" y="10"/>
                    <a:pt x="2" y="10"/>
                    <a:pt x="0" y="11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398" name="Freeform 497">
              <a:extLst>
                <a:ext uri="{FF2B5EF4-FFF2-40B4-BE49-F238E27FC236}">
                  <a16:creationId xmlns:a16="http://schemas.microsoft.com/office/drawing/2014/main" id="{EC086D74-8F9F-464D-ACA6-76CEADD5E20B}"/>
                </a:ext>
              </a:extLst>
            </p:cNvPr>
            <p:cNvSpPr>
              <a:spLocks/>
            </p:cNvSpPr>
            <p:nvPr/>
          </p:nvSpPr>
          <p:spPr bwMode="auto">
            <a:xfrm>
              <a:off x="926" y="1005"/>
              <a:ext cx="10" cy="23"/>
            </a:xfrm>
            <a:custGeom>
              <a:avLst/>
              <a:gdLst>
                <a:gd name="T0" fmla="*/ 20 w 6"/>
                <a:gd name="T1" fmla="*/ 54 h 14"/>
                <a:gd name="T2" fmla="*/ 13 w 6"/>
                <a:gd name="T3" fmla="*/ 0 h 14"/>
                <a:gd name="T4" fmla="*/ 20 w 6"/>
                <a:gd name="T5" fmla="*/ 26 h 14"/>
                <a:gd name="T6" fmla="*/ 28 w 6"/>
                <a:gd name="T7" fmla="*/ 54 h 14"/>
                <a:gd name="T8" fmla="*/ 28 w 6"/>
                <a:gd name="T9" fmla="*/ 58 h 14"/>
                <a:gd name="T10" fmla="*/ 20 w 6"/>
                <a:gd name="T11" fmla="*/ 58 h 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" h="14">
                  <a:moveTo>
                    <a:pt x="4" y="12"/>
                  </a:moveTo>
                  <a:cubicBezTo>
                    <a:pt x="1" y="12"/>
                    <a:pt x="0" y="1"/>
                    <a:pt x="3" y="0"/>
                  </a:cubicBezTo>
                  <a:cubicBezTo>
                    <a:pt x="5" y="1"/>
                    <a:pt x="4" y="4"/>
                    <a:pt x="4" y="6"/>
                  </a:cubicBezTo>
                  <a:cubicBezTo>
                    <a:pt x="4" y="8"/>
                    <a:pt x="4" y="10"/>
                    <a:pt x="6" y="12"/>
                  </a:cubicBezTo>
                  <a:cubicBezTo>
                    <a:pt x="6" y="12"/>
                    <a:pt x="6" y="13"/>
                    <a:pt x="6" y="13"/>
                  </a:cubicBezTo>
                  <a:cubicBezTo>
                    <a:pt x="5" y="14"/>
                    <a:pt x="4" y="14"/>
                    <a:pt x="4" y="13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399" name="Freeform 498">
              <a:extLst>
                <a:ext uri="{FF2B5EF4-FFF2-40B4-BE49-F238E27FC236}">
                  <a16:creationId xmlns:a16="http://schemas.microsoft.com/office/drawing/2014/main" id="{CFC43D73-3399-4121-9C8A-818A7AE76785}"/>
                </a:ext>
              </a:extLst>
            </p:cNvPr>
            <p:cNvSpPr>
              <a:spLocks/>
            </p:cNvSpPr>
            <p:nvPr/>
          </p:nvSpPr>
          <p:spPr bwMode="auto">
            <a:xfrm>
              <a:off x="916" y="1015"/>
              <a:ext cx="5" cy="13"/>
            </a:xfrm>
            <a:custGeom>
              <a:avLst/>
              <a:gdLst>
                <a:gd name="T0" fmla="*/ 13 w 3"/>
                <a:gd name="T1" fmla="*/ 29 h 8"/>
                <a:gd name="T2" fmla="*/ 0 w 3"/>
                <a:gd name="T3" fmla="*/ 18 h 8"/>
                <a:gd name="T4" fmla="*/ 8 w 3"/>
                <a:gd name="T5" fmla="*/ 0 h 8"/>
                <a:gd name="T6" fmla="*/ 8 w 3"/>
                <a:gd name="T7" fmla="*/ 26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8">
                  <a:moveTo>
                    <a:pt x="3" y="7"/>
                  </a:moveTo>
                  <a:cubicBezTo>
                    <a:pt x="1" y="8"/>
                    <a:pt x="0" y="6"/>
                    <a:pt x="0" y="4"/>
                  </a:cubicBezTo>
                  <a:cubicBezTo>
                    <a:pt x="0" y="3"/>
                    <a:pt x="1" y="1"/>
                    <a:pt x="2" y="0"/>
                  </a:cubicBezTo>
                  <a:cubicBezTo>
                    <a:pt x="2" y="1"/>
                    <a:pt x="0" y="5"/>
                    <a:pt x="2" y="6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400" name="Freeform 499">
              <a:extLst>
                <a:ext uri="{FF2B5EF4-FFF2-40B4-BE49-F238E27FC236}">
                  <a16:creationId xmlns:a16="http://schemas.microsoft.com/office/drawing/2014/main" id="{EA5A0097-F48F-44E9-8716-CBC2028A751A}"/>
                </a:ext>
              </a:extLst>
            </p:cNvPr>
            <p:cNvSpPr>
              <a:spLocks/>
            </p:cNvSpPr>
            <p:nvPr/>
          </p:nvSpPr>
          <p:spPr bwMode="auto">
            <a:xfrm>
              <a:off x="969" y="1008"/>
              <a:ext cx="5" cy="14"/>
            </a:xfrm>
            <a:custGeom>
              <a:avLst/>
              <a:gdLst>
                <a:gd name="T0" fmla="*/ 0 w 3"/>
                <a:gd name="T1" fmla="*/ 0 h 8"/>
                <a:gd name="T2" fmla="*/ 0 w 3"/>
                <a:gd name="T3" fmla="*/ 44 h 8"/>
                <a:gd name="T4" fmla="*/ 0 w 3"/>
                <a:gd name="T5" fmla="*/ 7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8">
                  <a:moveTo>
                    <a:pt x="0" y="0"/>
                  </a:moveTo>
                  <a:cubicBezTo>
                    <a:pt x="0" y="3"/>
                    <a:pt x="1" y="6"/>
                    <a:pt x="0" y="8"/>
                  </a:cubicBezTo>
                  <a:cubicBezTo>
                    <a:pt x="3" y="8"/>
                    <a:pt x="2" y="2"/>
                    <a:pt x="0" y="1"/>
                  </a:cubicBezTo>
                </a:path>
              </a:pathLst>
            </a:custGeom>
            <a:solidFill>
              <a:srgbClr val="EFCA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</p:grpSp>
      <p:grpSp>
        <p:nvGrpSpPr>
          <p:cNvPr id="37895" name="Adult-male-full-body-anterior">
            <a:extLst>
              <a:ext uri="{FF2B5EF4-FFF2-40B4-BE49-F238E27FC236}">
                <a16:creationId xmlns:a16="http://schemas.microsoft.com/office/drawing/2014/main" id="{38737DE2-94BD-4AE9-9A20-B7D6D51E1FE8}"/>
              </a:ext>
            </a:extLst>
          </p:cNvPr>
          <p:cNvGrpSpPr>
            <a:grpSpLocks/>
          </p:cNvGrpSpPr>
          <p:nvPr/>
        </p:nvGrpSpPr>
        <p:grpSpPr bwMode="auto">
          <a:xfrm>
            <a:off x="6172200" y="1160463"/>
            <a:ext cx="1852613" cy="5322887"/>
            <a:chOff x="2971" y="696"/>
            <a:chExt cx="1167" cy="3353"/>
          </a:xfrm>
        </p:grpSpPr>
        <p:sp>
          <p:nvSpPr>
            <p:cNvPr id="38074" name="Freeform 501">
              <a:extLst>
                <a:ext uri="{FF2B5EF4-FFF2-40B4-BE49-F238E27FC236}">
                  <a16:creationId xmlns:a16="http://schemas.microsoft.com/office/drawing/2014/main" id="{F14D2412-3F14-4E49-8C85-25C1BA8179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1" y="1067"/>
              <a:ext cx="1167" cy="2982"/>
            </a:xfrm>
            <a:custGeom>
              <a:avLst/>
              <a:gdLst>
                <a:gd name="T0" fmla="*/ 2852 w 732"/>
                <a:gd name="T1" fmla="*/ 3454 h 1876"/>
                <a:gd name="T2" fmla="*/ 2682 w 732"/>
                <a:gd name="T3" fmla="*/ 3004 h 1876"/>
                <a:gd name="T4" fmla="*/ 2584 w 732"/>
                <a:gd name="T5" fmla="*/ 1847 h 1876"/>
                <a:gd name="T6" fmla="*/ 2277 w 732"/>
                <a:gd name="T7" fmla="*/ 523 h 1876"/>
                <a:gd name="T8" fmla="*/ 1714 w 732"/>
                <a:gd name="T9" fmla="*/ 0 h 1876"/>
                <a:gd name="T10" fmla="*/ 1342 w 732"/>
                <a:gd name="T11" fmla="*/ 157 h 1876"/>
                <a:gd name="T12" fmla="*/ 874 w 732"/>
                <a:gd name="T13" fmla="*/ 475 h 1876"/>
                <a:gd name="T14" fmla="*/ 445 w 732"/>
                <a:gd name="T15" fmla="*/ 1261 h 1876"/>
                <a:gd name="T16" fmla="*/ 295 w 732"/>
                <a:gd name="T17" fmla="*/ 2794 h 1876"/>
                <a:gd name="T18" fmla="*/ 253 w 732"/>
                <a:gd name="T19" fmla="*/ 3249 h 1876"/>
                <a:gd name="T20" fmla="*/ 29 w 732"/>
                <a:gd name="T21" fmla="*/ 3715 h 1876"/>
                <a:gd name="T22" fmla="*/ 185 w 732"/>
                <a:gd name="T23" fmla="*/ 3599 h 1876"/>
                <a:gd name="T24" fmla="*/ 260 w 732"/>
                <a:gd name="T25" fmla="*/ 4007 h 1876"/>
                <a:gd name="T26" fmla="*/ 394 w 732"/>
                <a:gd name="T27" fmla="*/ 4025 h 1876"/>
                <a:gd name="T28" fmla="*/ 483 w 732"/>
                <a:gd name="T29" fmla="*/ 3987 h 1876"/>
                <a:gd name="T30" fmla="*/ 572 w 732"/>
                <a:gd name="T31" fmla="*/ 3604 h 1876"/>
                <a:gd name="T32" fmla="*/ 539 w 732"/>
                <a:gd name="T33" fmla="*/ 3073 h 1876"/>
                <a:gd name="T34" fmla="*/ 770 w 732"/>
                <a:gd name="T35" fmla="*/ 1756 h 1876"/>
                <a:gd name="T36" fmla="*/ 783 w 732"/>
                <a:gd name="T37" fmla="*/ 1586 h 1876"/>
                <a:gd name="T38" fmla="*/ 872 w 732"/>
                <a:gd name="T39" fmla="*/ 2648 h 1876"/>
                <a:gd name="T40" fmla="*/ 885 w 732"/>
                <a:gd name="T41" fmla="*/ 4851 h 1876"/>
                <a:gd name="T42" fmla="*/ 942 w 732"/>
                <a:gd name="T43" fmla="*/ 5980 h 1876"/>
                <a:gd name="T44" fmla="*/ 1126 w 732"/>
                <a:gd name="T45" fmla="*/ 7024 h 1876"/>
                <a:gd name="T46" fmla="*/ 915 w 732"/>
                <a:gd name="T47" fmla="*/ 7337 h 1876"/>
                <a:gd name="T48" fmla="*/ 912 w 732"/>
                <a:gd name="T49" fmla="*/ 7418 h 1876"/>
                <a:gd name="T50" fmla="*/ 968 w 732"/>
                <a:gd name="T51" fmla="*/ 7458 h 1876"/>
                <a:gd name="T52" fmla="*/ 1167 w 732"/>
                <a:gd name="T53" fmla="*/ 7487 h 1876"/>
                <a:gd name="T54" fmla="*/ 1382 w 732"/>
                <a:gd name="T55" fmla="*/ 7390 h 1876"/>
                <a:gd name="T56" fmla="*/ 1393 w 732"/>
                <a:gd name="T57" fmla="*/ 6961 h 1876"/>
                <a:gd name="T58" fmla="*/ 1413 w 732"/>
                <a:gd name="T59" fmla="*/ 5832 h 1876"/>
                <a:gd name="T60" fmla="*/ 1444 w 732"/>
                <a:gd name="T61" fmla="*/ 4359 h 1876"/>
                <a:gd name="T62" fmla="*/ 1523 w 732"/>
                <a:gd name="T63" fmla="*/ 4359 h 1876"/>
                <a:gd name="T64" fmla="*/ 1553 w 732"/>
                <a:gd name="T65" fmla="*/ 5832 h 1876"/>
                <a:gd name="T66" fmla="*/ 1569 w 732"/>
                <a:gd name="T67" fmla="*/ 6961 h 1876"/>
                <a:gd name="T68" fmla="*/ 1582 w 732"/>
                <a:gd name="T69" fmla="*/ 7390 h 1876"/>
                <a:gd name="T70" fmla="*/ 1800 w 732"/>
                <a:gd name="T71" fmla="*/ 7487 h 1876"/>
                <a:gd name="T72" fmla="*/ 1998 w 732"/>
                <a:gd name="T73" fmla="*/ 7458 h 1876"/>
                <a:gd name="T74" fmla="*/ 2053 w 732"/>
                <a:gd name="T75" fmla="*/ 7418 h 1876"/>
                <a:gd name="T76" fmla="*/ 2052 w 732"/>
                <a:gd name="T77" fmla="*/ 7337 h 1876"/>
                <a:gd name="T78" fmla="*/ 1840 w 732"/>
                <a:gd name="T79" fmla="*/ 7024 h 1876"/>
                <a:gd name="T80" fmla="*/ 2023 w 732"/>
                <a:gd name="T81" fmla="*/ 5980 h 1876"/>
                <a:gd name="T82" fmla="*/ 2082 w 732"/>
                <a:gd name="T83" fmla="*/ 4851 h 1876"/>
                <a:gd name="T84" fmla="*/ 2183 w 732"/>
                <a:gd name="T85" fmla="*/ 3133 h 1876"/>
                <a:gd name="T86" fmla="*/ 2163 w 732"/>
                <a:gd name="T87" fmla="*/ 1812 h 1876"/>
                <a:gd name="T88" fmla="*/ 2189 w 732"/>
                <a:gd name="T89" fmla="*/ 1671 h 1876"/>
                <a:gd name="T90" fmla="*/ 2253 w 732"/>
                <a:gd name="T91" fmla="*/ 2515 h 1876"/>
                <a:gd name="T92" fmla="*/ 2433 w 732"/>
                <a:gd name="T93" fmla="*/ 3297 h 1876"/>
                <a:gd name="T94" fmla="*/ 2442 w 732"/>
                <a:gd name="T95" fmla="*/ 3869 h 1876"/>
                <a:gd name="T96" fmla="*/ 2549 w 732"/>
                <a:gd name="T97" fmla="*/ 4047 h 1876"/>
                <a:gd name="T98" fmla="*/ 2640 w 732"/>
                <a:gd name="T99" fmla="*/ 4041 h 1876"/>
                <a:gd name="T100" fmla="*/ 2753 w 732"/>
                <a:gd name="T101" fmla="*/ 3732 h 1876"/>
                <a:gd name="T102" fmla="*/ 2918 w 732"/>
                <a:gd name="T103" fmla="*/ 3788 h 187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0" t="0" r="r" b="b"/>
              <a:pathLst>
                <a:path w="732" h="1876">
                  <a:moveTo>
                    <a:pt x="725" y="925"/>
                  </a:moveTo>
                  <a:cubicBezTo>
                    <a:pt x="722" y="915"/>
                    <a:pt x="721" y="903"/>
                    <a:pt x="718" y="899"/>
                  </a:cubicBezTo>
                  <a:cubicBezTo>
                    <a:pt x="715" y="894"/>
                    <a:pt x="710" y="869"/>
                    <a:pt x="704" y="860"/>
                  </a:cubicBezTo>
                  <a:cubicBezTo>
                    <a:pt x="698" y="852"/>
                    <a:pt x="676" y="815"/>
                    <a:pt x="670" y="809"/>
                  </a:cubicBezTo>
                  <a:cubicBezTo>
                    <a:pt x="668" y="805"/>
                    <a:pt x="669" y="791"/>
                    <a:pt x="667" y="780"/>
                  </a:cubicBezTo>
                  <a:cubicBezTo>
                    <a:pt x="664" y="770"/>
                    <a:pt x="665" y="760"/>
                    <a:pt x="662" y="748"/>
                  </a:cubicBezTo>
                  <a:cubicBezTo>
                    <a:pt x="660" y="736"/>
                    <a:pt x="659" y="712"/>
                    <a:pt x="659" y="696"/>
                  </a:cubicBezTo>
                  <a:cubicBezTo>
                    <a:pt x="658" y="669"/>
                    <a:pt x="658" y="560"/>
                    <a:pt x="643" y="521"/>
                  </a:cubicBezTo>
                  <a:cubicBezTo>
                    <a:pt x="640" y="508"/>
                    <a:pt x="638" y="488"/>
                    <a:pt x="638" y="460"/>
                  </a:cubicBezTo>
                  <a:cubicBezTo>
                    <a:pt x="637" y="382"/>
                    <a:pt x="621" y="338"/>
                    <a:pt x="622" y="314"/>
                  </a:cubicBezTo>
                  <a:cubicBezTo>
                    <a:pt x="627" y="279"/>
                    <a:pt x="620" y="242"/>
                    <a:pt x="614" y="212"/>
                  </a:cubicBezTo>
                  <a:cubicBezTo>
                    <a:pt x="601" y="149"/>
                    <a:pt x="574" y="133"/>
                    <a:pt x="562" y="130"/>
                  </a:cubicBezTo>
                  <a:cubicBezTo>
                    <a:pt x="549" y="126"/>
                    <a:pt x="530" y="123"/>
                    <a:pt x="518" y="119"/>
                  </a:cubicBezTo>
                  <a:cubicBezTo>
                    <a:pt x="502" y="114"/>
                    <a:pt x="460" y="98"/>
                    <a:pt x="448" y="92"/>
                  </a:cubicBezTo>
                  <a:cubicBezTo>
                    <a:pt x="414" y="79"/>
                    <a:pt x="423" y="12"/>
                    <a:pt x="423" y="0"/>
                  </a:cubicBezTo>
                  <a:cubicBezTo>
                    <a:pt x="419" y="10"/>
                    <a:pt x="411" y="30"/>
                    <a:pt x="400" y="39"/>
                  </a:cubicBezTo>
                  <a:cubicBezTo>
                    <a:pt x="390" y="47"/>
                    <a:pt x="384" y="55"/>
                    <a:pt x="366" y="56"/>
                  </a:cubicBezTo>
                  <a:cubicBezTo>
                    <a:pt x="347" y="55"/>
                    <a:pt x="341" y="47"/>
                    <a:pt x="331" y="39"/>
                  </a:cubicBezTo>
                  <a:cubicBezTo>
                    <a:pt x="321" y="31"/>
                    <a:pt x="314" y="11"/>
                    <a:pt x="309" y="1"/>
                  </a:cubicBezTo>
                  <a:cubicBezTo>
                    <a:pt x="309" y="17"/>
                    <a:pt x="315" y="87"/>
                    <a:pt x="284" y="94"/>
                  </a:cubicBezTo>
                  <a:cubicBezTo>
                    <a:pt x="271" y="97"/>
                    <a:pt x="225" y="115"/>
                    <a:pt x="216" y="118"/>
                  </a:cubicBezTo>
                  <a:cubicBezTo>
                    <a:pt x="204" y="122"/>
                    <a:pt x="183" y="126"/>
                    <a:pt x="170" y="130"/>
                  </a:cubicBezTo>
                  <a:cubicBezTo>
                    <a:pt x="158" y="133"/>
                    <a:pt x="131" y="149"/>
                    <a:pt x="118" y="212"/>
                  </a:cubicBezTo>
                  <a:cubicBezTo>
                    <a:pt x="112" y="242"/>
                    <a:pt x="105" y="279"/>
                    <a:pt x="110" y="314"/>
                  </a:cubicBezTo>
                  <a:cubicBezTo>
                    <a:pt x="111" y="338"/>
                    <a:pt x="95" y="382"/>
                    <a:pt x="94" y="460"/>
                  </a:cubicBezTo>
                  <a:cubicBezTo>
                    <a:pt x="94" y="488"/>
                    <a:pt x="92" y="508"/>
                    <a:pt x="89" y="521"/>
                  </a:cubicBezTo>
                  <a:cubicBezTo>
                    <a:pt x="74" y="560"/>
                    <a:pt x="74" y="669"/>
                    <a:pt x="73" y="696"/>
                  </a:cubicBezTo>
                  <a:cubicBezTo>
                    <a:pt x="73" y="712"/>
                    <a:pt x="72" y="736"/>
                    <a:pt x="70" y="748"/>
                  </a:cubicBezTo>
                  <a:cubicBezTo>
                    <a:pt x="67" y="760"/>
                    <a:pt x="69" y="770"/>
                    <a:pt x="66" y="780"/>
                  </a:cubicBezTo>
                  <a:cubicBezTo>
                    <a:pt x="64" y="791"/>
                    <a:pt x="65" y="805"/>
                    <a:pt x="63" y="809"/>
                  </a:cubicBezTo>
                  <a:cubicBezTo>
                    <a:pt x="58" y="815"/>
                    <a:pt x="35" y="852"/>
                    <a:pt x="29" y="860"/>
                  </a:cubicBezTo>
                  <a:cubicBezTo>
                    <a:pt x="24" y="869"/>
                    <a:pt x="17" y="894"/>
                    <a:pt x="14" y="899"/>
                  </a:cubicBezTo>
                  <a:cubicBezTo>
                    <a:pt x="11" y="903"/>
                    <a:pt x="10" y="915"/>
                    <a:pt x="7" y="925"/>
                  </a:cubicBezTo>
                  <a:cubicBezTo>
                    <a:pt x="3" y="935"/>
                    <a:pt x="0" y="943"/>
                    <a:pt x="12" y="943"/>
                  </a:cubicBezTo>
                  <a:cubicBezTo>
                    <a:pt x="20" y="942"/>
                    <a:pt x="30" y="925"/>
                    <a:pt x="32" y="913"/>
                  </a:cubicBezTo>
                  <a:cubicBezTo>
                    <a:pt x="35" y="912"/>
                    <a:pt x="40" y="904"/>
                    <a:pt x="46" y="896"/>
                  </a:cubicBezTo>
                  <a:cubicBezTo>
                    <a:pt x="44" y="902"/>
                    <a:pt x="49" y="909"/>
                    <a:pt x="53" y="929"/>
                  </a:cubicBezTo>
                  <a:cubicBezTo>
                    <a:pt x="53" y="935"/>
                    <a:pt x="58" y="952"/>
                    <a:pt x="58" y="960"/>
                  </a:cubicBezTo>
                  <a:cubicBezTo>
                    <a:pt x="57" y="968"/>
                    <a:pt x="62" y="988"/>
                    <a:pt x="64" y="998"/>
                  </a:cubicBezTo>
                  <a:cubicBezTo>
                    <a:pt x="66" y="1009"/>
                    <a:pt x="74" y="1009"/>
                    <a:pt x="80" y="1006"/>
                  </a:cubicBezTo>
                  <a:cubicBezTo>
                    <a:pt x="80" y="1006"/>
                    <a:pt x="79" y="1015"/>
                    <a:pt x="88" y="1017"/>
                  </a:cubicBezTo>
                  <a:cubicBezTo>
                    <a:pt x="96" y="1018"/>
                    <a:pt x="97" y="1002"/>
                    <a:pt x="97" y="1002"/>
                  </a:cubicBezTo>
                  <a:cubicBezTo>
                    <a:pt x="97" y="1002"/>
                    <a:pt x="97" y="1008"/>
                    <a:pt x="103" y="1008"/>
                  </a:cubicBezTo>
                  <a:cubicBezTo>
                    <a:pt x="112" y="1009"/>
                    <a:pt x="113" y="989"/>
                    <a:pt x="113" y="989"/>
                  </a:cubicBezTo>
                  <a:cubicBezTo>
                    <a:pt x="114" y="991"/>
                    <a:pt x="114" y="993"/>
                    <a:pt x="119" y="993"/>
                  </a:cubicBezTo>
                  <a:cubicBezTo>
                    <a:pt x="123" y="992"/>
                    <a:pt x="127" y="971"/>
                    <a:pt x="129" y="963"/>
                  </a:cubicBezTo>
                  <a:cubicBezTo>
                    <a:pt x="131" y="954"/>
                    <a:pt x="134" y="946"/>
                    <a:pt x="135" y="939"/>
                  </a:cubicBezTo>
                  <a:cubicBezTo>
                    <a:pt x="136" y="933"/>
                    <a:pt x="136" y="928"/>
                    <a:pt x="141" y="897"/>
                  </a:cubicBezTo>
                  <a:cubicBezTo>
                    <a:pt x="147" y="865"/>
                    <a:pt x="130" y="832"/>
                    <a:pt x="132" y="821"/>
                  </a:cubicBezTo>
                  <a:cubicBezTo>
                    <a:pt x="135" y="811"/>
                    <a:pt x="126" y="794"/>
                    <a:pt x="128" y="791"/>
                  </a:cubicBezTo>
                  <a:cubicBezTo>
                    <a:pt x="129" y="789"/>
                    <a:pt x="131" y="776"/>
                    <a:pt x="133" y="765"/>
                  </a:cubicBezTo>
                  <a:cubicBezTo>
                    <a:pt x="135" y="753"/>
                    <a:pt x="173" y="650"/>
                    <a:pt x="176" y="626"/>
                  </a:cubicBezTo>
                  <a:cubicBezTo>
                    <a:pt x="184" y="582"/>
                    <a:pt x="183" y="562"/>
                    <a:pt x="179" y="532"/>
                  </a:cubicBezTo>
                  <a:cubicBezTo>
                    <a:pt x="180" y="509"/>
                    <a:pt x="188" y="448"/>
                    <a:pt x="190" y="437"/>
                  </a:cubicBezTo>
                  <a:cubicBezTo>
                    <a:pt x="191" y="435"/>
                    <a:pt x="190" y="423"/>
                    <a:pt x="192" y="416"/>
                  </a:cubicBezTo>
                  <a:cubicBezTo>
                    <a:pt x="192" y="412"/>
                    <a:pt x="193" y="404"/>
                    <a:pt x="193" y="394"/>
                  </a:cubicBezTo>
                  <a:cubicBezTo>
                    <a:pt x="193" y="395"/>
                    <a:pt x="193" y="395"/>
                    <a:pt x="193" y="395"/>
                  </a:cubicBezTo>
                  <a:cubicBezTo>
                    <a:pt x="193" y="406"/>
                    <a:pt x="196" y="424"/>
                    <a:pt x="198" y="451"/>
                  </a:cubicBezTo>
                  <a:cubicBezTo>
                    <a:pt x="196" y="474"/>
                    <a:pt x="207" y="516"/>
                    <a:pt x="208" y="537"/>
                  </a:cubicBezTo>
                  <a:cubicBezTo>
                    <a:pt x="205" y="544"/>
                    <a:pt x="215" y="659"/>
                    <a:pt x="215" y="659"/>
                  </a:cubicBezTo>
                  <a:cubicBezTo>
                    <a:pt x="211" y="666"/>
                    <a:pt x="194" y="753"/>
                    <a:pt x="193" y="780"/>
                  </a:cubicBezTo>
                  <a:cubicBezTo>
                    <a:pt x="191" y="793"/>
                    <a:pt x="196" y="811"/>
                    <a:pt x="195" y="841"/>
                  </a:cubicBezTo>
                  <a:cubicBezTo>
                    <a:pt x="193" y="877"/>
                    <a:pt x="164" y="1023"/>
                    <a:pt x="218" y="1208"/>
                  </a:cubicBezTo>
                  <a:cubicBezTo>
                    <a:pt x="221" y="1218"/>
                    <a:pt x="221" y="1255"/>
                    <a:pt x="225" y="1275"/>
                  </a:cubicBezTo>
                  <a:cubicBezTo>
                    <a:pt x="225" y="1280"/>
                    <a:pt x="235" y="1304"/>
                    <a:pt x="235" y="1335"/>
                  </a:cubicBezTo>
                  <a:cubicBezTo>
                    <a:pt x="236" y="1386"/>
                    <a:pt x="231" y="1453"/>
                    <a:pt x="233" y="1489"/>
                  </a:cubicBezTo>
                  <a:cubicBezTo>
                    <a:pt x="235" y="1549"/>
                    <a:pt x="257" y="1604"/>
                    <a:pt x="266" y="1642"/>
                  </a:cubicBezTo>
                  <a:cubicBezTo>
                    <a:pt x="274" y="1681"/>
                    <a:pt x="278" y="1711"/>
                    <a:pt x="276" y="1719"/>
                  </a:cubicBezTo>
                  <a:cubicBezTo>
                    <a:pt x="274" y="1725"/>
                    <a:pt x="273" y="1738"/>
                    <a:pt x="278" y="1749"/>
                  </a:cubicBezTo>
                  <a:cubicBezTo>
                    <a:pt x="278" y="1750"/>
                    <a:pt x="263" y="1788"/>
                    <a:pt x="254" y="1795"/>
                  </a:cubicBezTo>
                  <a:cubicBezTo>
                    <a:pt x="246" y="1802"/>
                    <a:pt x="244" y="1808"/>
                    <a:pt x="238" y="1812"/>
                  </a:cubicBezTo>
                  <a:cubicBezTo>
                    <a:pt x="231" y="1815"/>
                    <a:pt x="228" y="1819"/>
                    <a:pt x="226" y="1827"/>
                  </a:cubicBezTo>
                  <a:cubicBezTo>
                    <a:pt x="224" y="1833"/>
                    <a:pt x="218" y="1841"/>
                    <a:pt x="222" y="1846"/>
                  </a:cubicBezTo>
                  <a:cubicBezTo>
                    <a:pt x="223" y="1846"/>
                    <a:pt x="224" y="1847"/>
                    <a:pt x="224" y="1847"/>
                  </a:cubicBezTo>
                  <a:cubicBezTo>
                    <a:pt x="225" y="1847"/>
                    <a:pt x="225" y="1847"/>
                    <a:pt x="225" y="1847"/>
                  </a:cubicBezTo>
                  <a:cubicBezTo>
                    <a:pt x="224" y="1849"/>
                    <a:pt x="224" y="1851"/>
                    <a:pt x="225" y="1853"/>
                  </a:cubicBezTo>
                  <a:cubicBezTo>
                    <a:pt x="228" y="1858"/>
                    <a:pt x="232" y="1859"/>
                    <a:pt x="238" y="1858"/>
                  </a:cubicBezTo>
                  <a:cubicBezTo>
                    <a:pt x="239" y="1857"/>
                    <a:pt x="239" y="1857"/>
                    <a:pt x="239" y="1857"/>
                  </a:cubicBezTo>
                  <a:cubicBezTo>
                    <a:pt x="239" y="1859"/>
                    <a:pt x="239" y="1861"/>
                    <a:pt x="241" y="1863"/>
                  </a:cubicBezTo>
                  <a:cubicBezTo>
                    <a:pt x="245" y="1869"/>
                    <a:pt x="257" y="1872"/>
                    <a:pt x="262" y="1866"/>
                  </a:cubicBezTo>
                  <a:cubicBezTo>
                    <a:pt x="269" y="1871"/>
                    <a:pt x="283" y="1871"/>
                    <a:pt x="288" y="1864"/>
                  </a:cubicBezTo>
                  <a:cubicBezTo>
                    <a:pt x="291" y="1876"/>
                    <a:pt x="307" y="1874"/>
                    <a:pt x="316" y="1872"/>
                  </a:cubicBezTo>
                  <a:cubicBezTo>
                    <a:pt x="325" y="1870"/>
                    <a:pt x="329" y="1864"/>
                    <a:pt x="334" y="1859"/>
                  </a:cubicBezTo>
                  <a:cubicBezTo>
                    <a:pt x="339" y="1855"/>
                    <a:pt x="343" y="1851"/>
                    <a:pt x="341" y="1840"/>
                  </a:cubicBezTo>
                  <a:cubicBezTo>
                    <a:pt x="340" y="1829"/>
                    <a:pt x="341" y="1829"/>
                    <a:pt x="342" y="1816"/>
                  </a:cubicBezTo>
                  <a:cubicBezTo>
                    <a:pt x="343" y="1808"/>
                    <a:pt x="349" y="1806"/>
                    <a:pt x="350" y="1793"/>
                  </a:cubicBezTo>
                  <a:cubicBezTo>
                    <a:pt x="351" y="1783"/>
                    <a:pt x="344" y="1739"/>
                    <a:pt x="344" y="1733"/>
                  </a:cubicBezTo>
                  <a:cubicBezTo>
                    <a:pt x="346" y="1720"/>
                    <a:pt x="338" y="1709"/>
                    <a:pt x="335" y="1687"/>
                  </a:cubicBezTo>
                  <a:cubicBezTo>
                    <a:pt x="332" y="1664"/>
                    <a:pt x="340" y="1588"/>
                    <a:pt x="340" y="1574"/>
                  </a:cubicBezTo>
                  <a:cubicBezTo>
                    <a:pt x="340" y="1549"/>
                    <a:pt x="352" y="1505"/>
                    <a:pt x="349" y="1452"/>
                  </a:cubicBezTo>
                  <a:cubicBezTo>
                    <a:pt x="347" y="1421"/>
                    <a:pt x="333" y="1327"/>
                    <a:pt x="333" y="1305"/>
                  </a:cubicBezTo>
                  <a:cubicBezTo>
                    <a:pt x="333" y="1301"/>
                    <a:pt x="333" y="1278"/>
                    <a:pt x="334" y="1274"/>
                  </a:cubicBezTo>
                  <a:cubicBezTo>
                    <a:pt x="338" y="1260"/>
                    <a:pt x="356" y="1087"/>
                    <a:pt x="356" y="1085"/>
                  </a:cubicBezTo>
                  <a:cubicBezTo>
                    <a:pt x="358" y="1064"/>
                    <a:pt x="365" y="929"/>
                    <a:pt x="365" y="929"/>
                  </a:cubicBezTo>
                  <a:cubicBezTo>
                    <a:pt x="366" y="929"/>
                    <a:pt x="366" y="929"/>
                    <a:pt x="366" y="929"/>
                  </a:cubicBezTo>
                  <a:cubicBezTo>
                    <a:pt x="366" y="929"/>
                    <a:pt x="374" y="1064"/>
                    <a:pt x="376" y="1085"/>
                  </a:cubicBezTo>
                  <a:cubicBezTo>
                    <a:pt x="376" y="1087"/>
                    <a:pt x="394" y="1260"/>
                    <a:pt x="398" y="1274"/>
                  </a:cubicBezTo>
                  <a:cubicBezTo>
                    <a:pt x="399" y="1278"/>
                    <a:pt x="398" y="1301"/>
                    <a:pt x="398" y="1305"/>
                  </a:cubicBezTo>
                  <a:cubicBezTo>
                    <a:pt x="398" y="1327"/>
                    <a:pt x="385" y="1421"/>
                    <a:pt x="383" y="1452"/>
                  </a:cubicBezTo>
                  <a:cubicBezTo>
                    <a:pt x="379" y="1505"/>
                    <a:pt x="392" y="1549"/>
                    <a:pt x="392" y="1574"/>
                  </a:cubicBezTo>
                  <a:cubicBezTo>
                    <a:pt x="392" y="1588"/>
                    <a:pt x="400" y="1664"/>
                    <a:pt x="397" y="1687"/>
                  </a:cubicBezTo>
                  <a:cubicBezTo>
                    <a:pt x="394" y="1709"/>
                    <a:pt x="386" y="1720"/>
                    <a:pt x="387" y="1733"/>
                  </a:cubicBezTo>
                  <a:cubicBezTo>
                    <a:pt x="388" y="1739"/>
                    <a:pt x="381" y="1783"/>
                    <a:pt x="382" y="1793"/>
                  </a:cubicBezTo>
                  <a:cubicBezTo>
                    <a:pt x="383" y="1806"/>
                    <a:pt x="389" y="1808"/>
                    <a:pt x="389" y="1816"/>
                  </a:cubicBezTo>
                  <a:cubicBezTo>
                    <a:pt x="390" y="1829"/>
                    <a:pt x="392" y="1829"/>
                    <a:pt x="390" y="1840"/>
                  </a:cubicBezTo>
                  <a:cubicBezTo>
                    <a:pt x="389" y="1851"/>
                    <a:pt x="393" y="1855"/>
                    <a:pt x="398" y="1859"/>
                  </a:cubicBezTo>
                  <a:cubicBezTo>
                    <a:pt x="403" y="1864"/>
                    <a:pt x="407" y="1870"/>
                    <a:pt x="416" y="1872"/>
                  </a:cubicBezTo>
                  <a:cubicBezTo>
                    <a:pt x="425" y="1874"/>
                    <a:pt x="440" y="1876"/>
                    <a:pt x="444" y="1864"/>
                  </a:cubicBezTo>
                  <a:cubicBezTo>
                    <a:pt x="449" y="1871"/>
                    <a:pt x="462" y="1871"/>
                    <a:pt x="469" y="1866"/>
                  </a:cubicBezTo>
                  <a:cubicBezTo>
                    <a:pt x="474" y="1872"/>
                    <a:pt x="487" y="1869"/>
                    <a:pt x="491" y="1863"/>
                  </a:cubicBezTo>
                  <a:cubicBezTo>
                    <a:pt x="492" y="1861"/>
                    <a:pt x="493" y="1859"/>
                    <a:pt x="493" y="1857"/>
                  </a:cubicBezTo>
                  <a:cubicBezTo>
                    <a:pt x="494" y="1858"/>
                    <a:pt x="494" y="1858"/>
                    <a:pt x="494" y="1858"/>
                  </a:cubicBezTo>
                  <a:cubicBezTo>
                    <a:pt x="499" y="1859"/>
                    <a:pt x="506" y="1857"/>
                    <a:pt x="507" y="1853"/>
                  </a:cubicBezTo>
                  <a:cubicBezTo>
                    <a:pt x="508" y="1851"/>
                    <a:pt x="508" y="1849"/>
                    <a:pt x="507" y="1847"/>
                  </a:cubicBezTo>
                  <a:cubicBezTo>
                    <a:pt x="507" y="1847"/>
                    <a:pt x="507" y="1847"/>
                    <a:pt x="507" y="1847"/>
                  </a:cubicBezTo>
                  <a:cubicBezTo>
                    <a:pt x="508" y="1847"/>
                    <a:pt x="509" y="1846"/>
                    <a:pt x="510" y="1846"/>
                  </a:cubicBezTo>
                  <a:cubicBezTo>
                    <a:pt x="514" y="1841"/>
                    <a:pt x="508" y="1833"/>
                    <a:pt x="506" y="1827"/>
                  </a:cubicBezTo>
                  <a:cubicBezTo>
                    <a:pt x="503" y="1819"/>
                    <a:pt x="500" y="1815"/>
                    <a:pt x="494" y="1812"/>
                  </a:cubicBezTo>
                  <a:cubicBezTo>
                    <a:pt x="488" y="1808"/>
                    <a:pt x="485" y="1802"/>
                    <a:pt x="478" y="1795"/>
                  </a:cubicBezTo>
                  <a:cubicBezTo>
                    <a:pt x="469" y="1788"/>
                    <a:pt x="453" y="1750"/>
                    <a:pt x="454" y="1749"/>
                  </a:cubicBezTo>
                  <a:cubicBezTo>
                    <a:pt x="459" y="1738"/>
                    <a:pt x="457" y="1725"/>
                    <a:pt x="456" y="1719"/>
                  </a:cubicBezTo>
                  <a:cubicBezTo>
                    <a:pt x="454" y="1711"/>
                    <a:pt x="457" y="1681"/>
                    <a:pt x="466" y="1642"/>
                  </a:cubicBezTo>
                  <a:cubicBezTo>
                    <a:pt x="475" y="1604"/>
                    <a:pt x="497" y="1549"/>
                    <a:pt x="499" y="1489"/>
                  </a:cubicBezTo>
                  <a:cubicBezTo>
                    <a:pt x="501" y="1453"/>
                    <a:pt x="495" y="1386"/>
                    <a:pt x="496" y="1335"/>
                  </a:cubicBezTo>
                  <a:cubicBezTo>
                    <a:pt x="497" y="1304"/>
                    <a:pt x="506" y="1280"/>
                    <a:pt x="507" y="1275"/>
                  </a:cubicBezTo>
                  <a:cubicBezTo>
                    <a:pt x="511" y="1255"/>
                    <a:pt x="511" y="1218"/>
                    <a:pt x="514" y="1208"/>
                  </a:cubicBezTo>
                  <a:cubicBezTo>
                    <a:pt x="567" y="1023"/>
                    <a:pt x="539" y="877"/>
                    <a:pt x="537" y="841"/>
                  </a:cubicBezTo>
                  <a:cubicBezTo>
                    <a:pt x="537" y="841"/>
                    <a:pt x="537" y="841"/>
                    <a:pt x="537" y="841"/>
                  </a:cubicBezTo>
                  <a:cubicBezTo>
                    <a:pt x="536" y="811"/>
                    <a:pt x="541" y="793"/>
                    <a:pt x="539" y="780"/>
                  </a:cubicBezTo>
                  <a:cubicBezTo>
                    <a:pt x="538" y="753"/>
                    <a:pt x="521" y="666"/>
                    <a:pt x="517" y="659"/>
                  </a:cubicBezTo>
                  <a:cubicBezTo>
                    <a:pt x="517" y="659"/>
                    <a:pt x="527" y="544"/>
                    <a:pt x="524" y="537"/>
                  </a:cubicBezTo>
                  <a:cubicBezTo>
                    <a:pt x="525" y="516"/>
                    <a:pt x="536" y="474"/>
                    <a:pt x="534" y="451"/>
                  </a:cubicBezTo>
                  <a:cubicBezTo>
                    <a:pt x="536" y="424"/>
                    <a:pt x="538" y="406"/>
                    <a:pt x="539" y="395"/>
                  </a:cubicBezTo>
                  <a:cubicBezTo>
                    <a:pt x="539" y="394"/>
                    <a:pt x="539" y="394"/>
                    <a:pt x="539" y="394"/>
                  </a:cubicBezTo>
                  <a:cubicBezTo>
                    <a:pt x="539" y="404"/>
                    <a:pt x="540" y="412"/>
                    <a:pt x="540" y="416"/>
                  </a:cubicBezTo>
                  <a:cubicBezTo>
                    <a:pt x="542" y="423"/>
                    <a:pt x="541" y="435"/>
                    <a:pt x="542" y="437"/>
                  </a:cubicBezTo>
                  <a:cubicBezTo>
                    <a:pt x="544" y="448"/>
                    <a:pt x="552" y="509"/>
                    <a:pt x="553" y="532"/>
                  </a:cubicBezTo>
                  <a:cubicBezTo>
                    <a:pt x="549" y="562"/>
                    <a:pt x="548" y="582"/>
                    <a:pt x="556" y="626"/>
                  </a:cubicBezTo>
                  <a:cubicBezTo>
                    <a:pt x="559" y="650"/>
                    <a:pt x="597" y="753"/>
                    <a:pt x="599" y="765"/>
                  </a:cubicBezTo>
                  <a:cubicBezTo>
                    <a:pt x="601" y="776"/>
                    <a:pt x="603" y="789"/>
                    <a:pt x="604" y="791"/>
                  </a:cubicBezTo>
                  <a:cubicBezTo>
                    <a:pt x="606" y="794"/>
                    <a:pt x="597" y="811"/>
                    <a:pt x="600" y="821"/>
                  </a:cubicBezTo>
                  <a:cubicBezTo>
                    <a:pt x="602" y="832"/>
                    <a:pt x="585" y="865"/>
                    <a:pt x="591" y="897"/>
                  </a:cubicBezTo>
                  <a:cubicBezTo>
                    <a:pt x="596" y="928"/>
                    <a:pt x="596" y="933"/>
                    <a:pt x="597" y="939"/>
                  </a:cubicBezTo>
                  <a:cubicBezTo>
                    <a:pt x="598" y="946"/>
                    <a:pt x="601" y="954"/>
                    <a:pt x="603" y="963"/>
                  </a:cubicBezTo>
                  <a:cubicBezTo>
                    <a:pt x="605" y="971"/>
                    <a:pt x="609" y="992"/>
                    <a:pt x="613" y="993"/>
                  </a:cubicBezTo>
                  <a:cubicBezTo>
                    <a:pt x="618" y="993"/>
                    <a:pt x="618" y="991"/>
                    <a:pt x="619" y="989"/>
                  </a:cubicBezTo>
                  <a:cubicBezTo>
                    <a:pt x="619" y="989"/>
                    <a:pt x="620" y="1009"/>
                    <a:pt x="629" y="1008"/>
                  </a:cubicBezTo>
                  <a:cubicBezTo>
                    <a:pt x="635" y="1008"/>
                    <a:pt x="635" y="1002"/>
                    <a:pt x="635" y="1002"/>
                  </a:cubicBezTo>
                  <a:cubicBezTo>
                    <a:pt x="635" y="1002"/>
                    <a:pt x="636" y="1018"/>
                    <a:pt x="644" y="1017"/>
                  </a:cubicBezTo>
                  <a:cubicBezTo>
                    <a:pt x="653" y="1015"/>
                    <a:pt x="652" y="1006"/>
                    <a:pt x="652" y="1006"/>
                  </a:cubicBezTo>
                  <a:cubicBezTo>
                    <a:pt x="658" y="1009"/>
                    <a:pt x="666" y="1009"/>
                    <a:pt x="668" y="998"/>
                  </a:cubicBezTo>
                  <a:cubicBezTo>
                    <a:pt x="670" y="988"/>
                    <a:pt x="675" y="968"/>
                    <a:pt x="674" y="960"/>
                  </a:cubicBezTo>
                  <a:cubicBezTo>
                    <a:pt x="674" y="952"/>
                    <a:pt x="679" y="935"/>
                    <a:pt x="679" y="929"/>
                  </a:cubicBezTo>
                  <a:cubicBezTo>
                    <a:pt x="683" y="909"/>
                    <a:pt x="688" y="902"/>
                    <a:pt x="686" y="896"/>
                  </a:cubicBezTo>
                  <a:cubicBezTo>
                    <a:pt x="692" y="904"/>
                    <a:pt x="697" y="912"/>
                    <a:pt x="700" y="913"/>
                  </a:cubicBezTo>
                  <a:cubicBezTo>
                    <a:pt x="702" y="925"/>
                    <a:pt x="712" y="942"/>
                    <a:pt x="720" y="943"/>
                  </a:cubicBezTo>
                  <a:cubicBezTo>
                    <a:pt x="732" y="943"/>
                    <a:pt x="729" y="935"/>
                    <a:pt x="725" y="925"/>
                  </a:cubicBezTo>
                </a:path>
              </a:pathLst>
            </a:custGeom>
            <a:solidFill>
              <a:srgbClr val="F6E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075" name="Freeform 502">
              <a:extLst>
                <a:ext uri="{FF2B5EF4-FFF2-40B4-BE49-F238E27FC236}">
                  <a16:creationId xmlns:a16="http://schemas.microsoft.com/office/drawing/2014/main" id="{DD42226A-A99E-43CB-BF80-2EEEAE5FD3E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1" y="1067"/>
              <a:ext cx="1167" cy="2982"/>
            </a:xfrm>
            <a:custGeom>
              <a:avLst/>
              <a:gdLst>
                <a:gd name="T0" fmla="*/ 2852 w 732"/>
                <a:gd name="T1" fmla="*/ 3454 h 1876"/>
                <a:gd name="T2" fmla="*/ 2682 w 732"/>
                <a:gd name="T3" fmla="*/ 3004 h 1876"/>
                <a:gd name="T4" fmla="*/ 2584 w 732"/>
                <a:gd name="T5" fmla="*/ 1847 h 1876"/>
                <a:gd name="T6" fmla="*/ 2277 w 732"/>
                <a:gd name="T7" fmla="*/ 523 h 1876"/>
                <a:gd name="T8" fmla="*/ 1714 w 732"/>
                <a:gd name="T9" fmla="*/ 0 h 1876"/>
                <a:gd name="T10" fmla="*/ 1342 w 732"/>
                <a:gd name="T11" fmla="*/ 157 h 1876"/>
                <a:gd name="T12" fmla="*/ 874 w 732"/>
                <a:gd name="T13" fmla="*/ 475 h 1876"/>
                <a:gd name="T14" fmla="*/ 445 w 732"/>
                <a:gd name="T15" fmla="*/ 1261 h 1876"/>
                <a:gd name="T16" fmla="*/ 295 w 732"/>
                <a:gd name="T17" fmla="*/ 2794 h 1876"/>
                <a:gd name="T18" fmla="*/ 253 w 732"/>
                <a:gd name="T19" fmla="*/ 3249 h 1876"/>
                <a:gd name="T20" fmla="*/ 29 w 732"/>
                <a:gd name="T21" fmla="*/ 3715 h 1876"/>
                <a:gd name="T22" fmla="*/ 185 w 732"/>
                <a:gd name="T23" fmla="*/ 3599 h 1876"/>
                <a:gd name="T24" fmla="*/ 260 w 732"/>
                <a:gd name="T25" fmla="*/ 4007 h 1876"/>
                <a:gd name="T26" fmla="*/ 394 w 732"/>
                <a:gd name="T27" fmla="*/ 4025 h 1876"/>
                <a:gd name="T28" fmla="*/ 483 w 732"/>
                <a:gd name="T29" fmla="*/ 3987 h 1876"/>
                <a:gd name="T30" fmla="*/ 572 w 732"/>
                <a:gd name="T31" fmla="*/ 3604 h 1876"/>
                <a:gd name="T32" fmla="*/ 539 w 732"/>
                <a:gd name="T33" fmla="*/ 3073 h 1876"/>
                <a:gd name="T34" fmla="*/ 770 w 732"/>
                <a:gd name="T35" fmla="*/ 1756 h 1876"/>
                <a:gd name="T36" fmla="*/ 783 w 732"/>
                <a:gd name="T37" fmla="*/ 1586 h 1876"/>
                <a:gd name="T38" fmla="*/ 872 w 732"/>
                <a:gd name="T39" fmla="*/ 2648 h 1876"/>
                <a:gd name="T40" fmla="*/ 885 w 732"/>
                <a:gd name="T41" fmla="*/ 4851 h 1876"/>
                <a:gd name="T42" fmla="*/ 942 w 732"/>
                <a:gd name="T43" fmla="*/ 5980 h 1876"/>
                <a:gd name="T44" fmla="*/ 1126 w 732"/>
                <a:gd name="T45" fmla="*/ 7024 h 1876"/>
                <a:gd name="T46" fmla="*/ 915 w 732"/>
                <a:gd name="T47" fmla="*/ 7337 h 1876"/>
                <a:gd name="T48" fmla="*/ 912 w 732"/>
                <a:gd name="T49" fmla="*/ 7418 h 1876"/>
                <a:gd name="T50" fmla="*/ 968 w 732"/>
                <a:gd name="T51" fmla="*/ 7458 h 1876"/>
                <a:gd name="T52" fmla="*/ 1167 w 732"/>
                <a:gd name="T53" fmla="*/ 7487 h 1876"/>
                <a:gd name="T54" fmla="*/ 1382 w 732"/>
                <a:gd name="T55" fmla="*/ 7390 h 1876"/>
                <a:gd name="T56" fmla="*/ 1393 w 732"/>
                <a:gd name="T57" fmla="*/ 6961 h 1876"/>
                <a:gd name="T58" fmla="*/ 1413 w 732"/>
                <a:gd name="T59" fmla="*/ 5832 h 1876"/>
                <a:gd name="T60" fmla="*/ 1444 w 732"/>
                <a:gd name="T61" fmla="*/ 4359 h 1876"/>
                <a:gd name="T62" fmla="*/ 1523 w 732"/>
                <a:gd name="T63" fmla="*/ 4359 h 1876"/>
                <a:gd name="T64" fmla="*/ 1553 w 732"/>
                <a:gd name="T65" fmla="*/ 5832 h 1876"/>
                <a:gd name="T66" fmla="*/ 1569 w 732"/>
                <a:gd name="T67" fmla="*/ 6961 h 1876"/>
                <a:gd name="T68" fmla="*/ 1582 w 732"/>
                <a:gd name="T69" fmla="*/ 7390 h 1876"/>
                <a:gd name="T70" fmla="*/ 1800 w 732"/>
                <a:gd name="T71" fmla="*/ 7487 h 1876"/>
                <a:gd name="T72" fmla="*/ 1998 w 732"/>
                <a:gd name="T73" fmla="*/ 7458 h 1876"/>
                <a:gd name="T74" fmla="*/ 2053 w 732"/>
                <a:gd name="T75" fmla="*/ 7418 h 1876"/>
                <a:gd name="T76" fmla="*/ 2052 w 732"/>
                <a:gd name="T77" fmla="*/ 7337 h 1876"/>
                <a:gd name="T78" fmla="*/ 1840 w 732"/>
                <a:gd name="T79" fmla="*/ 7024 h 1876"/>
                <a:gd name="T80" fmla="*/ 2023 w 732"/>
                <a:gd name="T81" fmla="*/ 5980 h 1876"/>
                <a:gd name="T82" fmla="*/ 2082 w 732"/>
                <a:gd name="T83" fmla="*/ 4851 h 1876"/>
                <a:gd name="T84" fmla="*/ 2183 w 732"/>
                <a:gd name="T85" fmla="*/ 3133 h 1876"/>
                <a:gd name="T86" fmla="*/ 2163 w 732"/>
                <a:gd name="T87" fmla="*/ 1812 h 1876"/>
                <a:gd name="T88" fmla="*/ 2189 w 732"/>
                <a:gd name="T89" fmla="*/ 1671 h 1876"/>
                <a:gd name="T90" fmla="*/ 2253 w 732"/>
                <a:gd name="T91" fmla="*/ 2515 h 1876"/>
                <a:gd name="T92" fmla="*/ 2433 w 732"/>
                <a:gd name="T93" fmla="*/ 3297 h 1876"/>
                <a:gd name="T94" fmla="*/ 2442 w 732"/>
                <a:gd name="T95" fmla="*/ 3869 h 1876"/>
                <a:gd name="T96" fmla="*/ 2549 w 732"/>
                <a:gd name="T97" fmla="*/ 4047 h 1876"/>
                <a:gd name="T98" fmla="*/ 2640 w 732"/>
                <a:gd name="T99" fmla="*/ 4041 h 1876"/>
                <a:gd name="T100" fmla="*/ 2753 w 732"/>
                <a:gd name="T101" fmla="*/ 3732 h 1876"/>
                <a:gd name="T102" fmla="*/ 2918 w 732"/>
                <a:gd name="T103" fmla="*/ 3788 h 187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0" t="0" r="r" b="b"/>
              <a:pathLst>
                <a:path w="732" h="1876">
                  <a:moveTo>
                    <a:pt x="725" y="925"/>
                  </a:moveTo>
                  <a:cubicBezTo>
                    <a:pt x="722" y="915"/>
                    <a:pt x="721" y="903"/>
                    <a:pt x="718" y="899"/>
                  </a:cubicBezTo>
                  <a:cubicBezTo>
                    <a:pt x="715" y="894"/>
                    <a:pt x="710" y="869"/>
                    <a:pt x="704" y="860"/>
                  </a:cubicBezTo>
                  <a:cubicBezTo>
                    <a:pt x="698" y="852"/>
                    <a:pt x="676" y="815"/>
                    <a:pt x="670" y="809"/>
                  </a:cubicBezTo>
                  <a:cubicBezTo>
                    <a:pt x="668" y="805"/>
                    <a:pt x="669" y="791"/>
                    <a:pt x="667" y="780"/>
                  </a:cubicBezTo>
                  <a:cubicBezTo>
                    <a:pt x="664" y="770"/>
                    <a:pt x="665" y="760"/>
                    <a:pt x="662" y="748"/>
                  </a:cubicBezTo>
                  <a:cubicBezTo>
                    <a:pt x="660" y="736"/>
                    <a:pt x="659" y="712"/>
                    <a:pt x="659" y="696"/>
                  </a:cubicBezTo>
                  <a:cubicBezTo>
                    <a:pt x="658" y="669"/>
                    <a:pt x="658" y="560"/>
                    <a:pt x="643" y="521"/>
                  </a:cubicBezTo>
                  <a:cubicBezTo>
                    <a:pt x="640" y="508"/>
                    <a:pt x="638" y="488"/>
                    <a:pt x="638" y="460"/>
                  </a:cubicBezTo>
                  <a:cubicBezTo>
                    <a:pt x="637" y="382"/>
                    <a:pt x="621" y="338"/>
                    <a:pt x="622" y="314"/>
                  </a:cubicBezTo>
                  <a:cubicBezTo>
                    <a:pt x="627" y="279"/>
                    <a:pt x="620" y="242"/>
                    <a:pt x="614" y="212"/>
                  </a:cubicBezTo>
                  <a:cubicBezTo>
                    <a:pt x="601" y="149"/>
                    <a:pt x="574" y="133"/>
                    <a:pt x="562" y="130"/>
                  </a:cubicBezTo>
                  <a:cubicBezTo>
                    <a:pt x="549" y="126"/>
                    <a:pt x="530" y="123"/>
                    <a:pt x="518" y="119"/>
                  </a:cubicBezTo>
                  <a:cubicBezTo>
                    <a:pt x="502" y="114"/>
                    <a:pt x="460" y="98"/>
                    <a:pt x="448" y="92"/>
                  </a:cubicBezTo>
                  <a:cubicBezTo>
                    <a:pt x="414" y="79"/>
                    <a:pt x="423" y="12"/>
                    <a:pt x="423" y="0"/>
                  </a:cubicBezTo>
                  <a:cubicBezTo>
                    <a:pt x="419" y="10"/>
                    <a:pt x="411" y="30"/>
                    <a:pt x="400" y="39"/>
                  </a:cubicBezTo>
                  <a:cubicBezTo>
                    <a:pt x="390" y="47"/>
                    <a:pt x="384" y="55"/>
                    <a:pt x="366" y="56"/>
                  </a:cubicBezTo>
                  <a:cubicBezTo>
                    <a:pt x="347" y="55"/>
                    <a:pt x="341" y="47"/>
                    <a:pt x="331" y="39"/>
                  </a:cubicBezTo>
                  <a:cubicBezTo>
                    <a:pt x="321" y="31"/>
                    <a:pt x="314" y="11"/>
                    <a:pt x="309" y="1"/>
                  </a:cubicBezTo>
                  <a:cubicBezTo>
                    <a:pt x="309" y="17"/>
                    <a:pt x="315" y="87"/>
                    <a:pt x="284" y="94"/>
                  </a:cubicBezTo>
                  <a:cubicBezTo>
                    <a:pt x="271" y="97"/>
                    <a:pt x="225" y="115"/>
                    <a:pt x="216" y="118"/>
                  </a:cubicBezTo>
                  <a:cubicBezTo>
                    <a:pt x="204" y="122"/>
                    <a:pt x="183" y="126"/>
                    <a:pt x="170" y="130"/>
                  </a:cubicBezTo>
                  <a:cubicBezTo>
                    <a:pt x="158" y="133"/>
                    <a:pt x="131" y="149"/>
                    <a:pt x="118" y="212"/>
                  </a:cubicBezTo>
                  <a:cubicBezTo>
                    <a:pt x="112" y="242"/>
                    <a:pt x="105" y="279"/>
                    <a:pt x="110" y="314"/>
                  </a:cubicBezTo>
                  <a:cubicBezTo>
                    <a:pt x="111" y="338"/>
                    <a:pt x="95" y="382"/>
                    <a:pt x="94" y="460"/>
                  </a:cubicBezTo>
                  <a:cubicBezTo>
                    <a:pt x="94" y="488"/>
                    <a:pt x="92" y="508"/>
                    <a:pt x="89" y="521"/>
                  </a:cubicBezTo>
                  <a:cubicBezTo>
                    <a:pt x="74" y="560"/>
                    <a:pt x="74" y="669"/>
                    <a:pt x="73" y="696"/>
                  </a:cubicBezTo>
                  <a:cubicBezTo>
                    <a:pt x="73" y="712"/>
                    <a:pt x="72" y="736"/>
                    <a:pt x="70" y="748"/>
                  </a:cubicBezTo>
                  <a:cubicBezTo>
                    <a:pt x="67" y="760"/>
                    <a:pt x="69" y="770"/>
                    <a:pt x="66" y="780"/>
                  </a:cubicBezTo>
                  <a:cubicBezTo>
                    <a:pt x="64" y="791"/>
                    <a:pt x="65" y="805"/>
                    <a:pt x="63" y="809"/>
                  </a:cubicBezTo>
                  <a:cubicBezTo>
                    <a:pt x="58" y="815"/>
                    <a:pt x="35" y="852"/>
                    <a:pt x="29" y="860"/>
                  </a:cubicBezTo>
                  <a:cubicBezTo>
                    <a:pt x="24" y="869"/>
                    <a:pt x="17" y="894"/>
                    <a:pt x="14" y="899"/>
                  </a:cubicBezTo>
                  <a:cubicBezTo>
                    <a:pt x="11" y="903"/>
                    <a:pt x="10" y="915"/>
                    <a:pt x="7" y="925"/>
                  </a:cubicBezTo>
                  <a:cubicBezTo>
                    <a:pt x="3" y="935"/>
                    <a:pt x="0" y="943"/>
                    <a:pt x="12" y="943"/>
                  </a:cubicBezTo>
                  <a:cubicBezTo>
                    <a:pt x="20" y="942"/>
                    <a:pt x="30" y="925"/>
                    <a:pt x="32" y="913"/>
                  </a:cubicBezTo>
                  <a:cubicBezTo>
                    <a:pt x="35" y="912"/>
                    <a:pt x="40" y="904"/>
                    <a:pt x="46" y="896"/>
                  </a:cubicBezTo>
                  <a:cubicBezTo>
                    <a:pt x="44" y="902"/>
                    <a:pt x="49" y="909"/>
                    <a:pt x="53" y="929"/>
                  </a:cubicBezTo>
                  <a:cubicBezTo>
                    <a:pt x="53" y="935"/>
                    <a:pt x="58" y="952"/>
                    <a:pt x="58" y="960"/>
                  </a:cubicBezTo>
                  <a:cubicBezTo>
                    <a:pt x="57" y="968"/>
                    <a:pt x="62" y="988"/>
                    <a:pt x="64" y="998"/>
                  </a:cubicBezTo>
                  <a:cubicBezTo>
                    <a:pt x="66" y="1009"/>
                    <a:pt x="74" y="1009"/>
                    <a:pt x="80" y="1006"/>
                  </a:cubicBezTo>
                  <a:cubicBezTo>
                    <a:pt x="80" y="1006"/>
                    <a:pt x="79" y="1015"/>
                    <a:pt x="88" y="1017"/>
                  </a:cubicBezTo>
                  <a:cubicBezTo>
                    <a:pt x="96" y="1018"/>
                    <a:pt x="97" y="1002"/>
                    <a:pt x="97" y="1002"/>
                  </a:cubicBezTo>
                  <a:cubicBezTo>
                    <a:pt x="97" y="1002"/>
                    <a:pt x="97" y="1008"/>
                    <a:pt x="103" y="1008"/>
                  </a:cubicBezTo>
                  <a:cubicBezTo>
                    <a:pt x="112" y="1009"/>
                    <a:pt x="113" y="989"/>
                    <a:pt x="113" y="989"/>
                  </a:cubicBezTo>
                  <a:cubicBezTo>
                    <a:pt x="114" y="991"/>
                    <a:pt x="114" y="993"/>
                    <a:pt x="119" y="993"/>
                  </a:cubicBezTo>
                  <a:cubicBezTo>
                    <a:pt x="123" y="992"/>
                    <a:pt x="127" y="971"/>
                    <a:pt x="129" y="963"/>
                  </a:cubicBezTo>
                  <a:cubicBezTo>
                    <a:pt x="131" y="954"/>
                    <a:pt x="134" y="946"/>
                    <a:pt x="135" y="939"/>
                  </a:cubicBezTo>
                  <a:cubicBezTo>
                    <a:pt x="136" y="933"/>
                    <a:pt x="136" y="928"/>
                    <a:pt x="141" y="897"/>
                  </a:cubicBezTo>
                  <a:cubicBezTo>
                    <a:pt x="147" y="865"/>
                    <a:pt x="130" y="832"/>
                    <a:pt x="132" y="821"/>
                  </a:cubicBezTo>
                  <a:cubicBezTo>
                    <a:pt x="135" y="811"/>
                    <a:pt x="126" y="794"/>
                    <a:pt x="128" y="791"/>
                  </a:cubicBezTo>
                  <a:cubicBezTo>
                    <a:pt x="129" y="789"/>
                    <a:pt x="131" y="776"/>
                    <a:pt x="133" y="765"/>
                  </a:cubicBezTo>
                  <a:cubicBezTo>
                    <a:pt x="135" y="753"/>
                    <a:pt x="173" y="650"/>
                    <a:pt x="176" y="626"/>
                  </a:cubicBezTo>
                  <a:cubicBezTo>
                    <a:pt x="184" y="582"/>
                    <a:pt x="183" y="562"/>
                    <a:pt x="179" y="532"/>
                  </a:cubicBezTo>
                  <a:cubicBezTo>
                    <a:pt x="180" y="509"/>
                    <a:pt x="188" y="448"/>
                    <a:pt x="190" y="437"/>
                  </a:cubicBezTo>
                  <a:cubicBezTo>
                    <a:pt x="191" y="435"/>
                    <a:pt x="190" y="423"/>
                    <a:pt x="192" y="416"/>
                  </a:cubicBezTo>
                  <a:cubicBezTo>
                    <a:pt x="192" y="412"/>
                    <a:pt x="193" y="404"/>
                    <a:pt x="193" y="394"/>
                  </a:cubicBezTo>
                  <a:cubicBezTo>
                    <a:pt x="193" y="395"/>
                    <a:pt x="193" y="395"/>
                    <a:pt x="193" y="395"/>
                  </a:cubicBezTo>
                  <a:cubicBezTo>
                    <a:pt x="193" y="406"/>
                    <a:pt x="196" y="424"/>
                    <a:pt x="198" y="451"/>
                  </a:cubicBezTo>
                  <a:cubicBezTo>
                    <a:pt x="196" y="474"/>
                    <a:pt x="207" y="516"/>
                    <a:pt x="208" y="537"/>
                  </a:cubicBezTo>
                  <a:cubicBezTo>
                    <a:pt x="205" y="544"/>
                    <a:pt x="215" y="659"/>
                    <a:pt x="215" y="659"/>
                  </a:cubicBezTo>
                  <a:cubicBezTo>
                    <a:pt x="211" y="666"/>
                    <a:pt x="194" y="753"/>
                    <a:pt x="193" y="780"/>
                  </a:cubicBezTo>
                  <a:cubicBezTo>
                    <a:pt x="191" y="793"/>
                    <a:pt x="196" y="811"/>
                    <a:pt x="195" y="841"/>
                  </a:cubicBezTo>
                  <a:cubicBezTo>
                    <a:pt x="193" y="877"/>
                    <a:pt x="164" y="1023"/>
                    <a:pt x="218" y="1208"/>
                  </a:cubicBezTo>
                  <a:cubicBezTo>
                    <a:pt x="221" y="1218"/>
                    <a:pt x="221" y="1255"/>
                    <a:pt x="225" y="1275"/>
                  </a:cubicBezTo>
                  <a:cubicBezTo>
                    <a:pt x="225" y="1280"/>
                    <a:pt x="235" y="1304"/>
                    <a:pt x="235" y="1335"/>
                  </a:cubicBezTo>
                  <a:cubicBezTo>
                    <a:pt x="236" y="1386"/>
                    <a:pt x="231" y="1453"/>
                    <a:pt x="233" y="1489"/>
                  </a:cubicBezTo>
                  <a:cubicBezTo>
                    <a:pt x="235" y="1549"/>
                    <a:pt x="257" y="1604"/>
                    <a:pt x="266" y="1642"/>
                  </a:cubicBezTo>
                  <a:cubicBezTo>
                    <a:pt x="274" y="1681"/>
                    <a:pt x="278" y="1711"/>
                    <a:pt x="276" y="1719"/>
                  </a:cubicBezTo>
                  <a:cubicBezTo>
                    <a:pt x="274" y="1725"/>
                    <a:pt x="273" y="1738"/>
                    <a:pt x="278" y="1749"/>
                  </a:cubicBezTo>
                  <a:cubicBezTo>
                    <a:pt x="278" y="1750"/>
                    <a:pt x="263" y="1788"/>
                    <a:pt x="254" y="1795"/>
                  </a:cubicBezTo>
                  <a:cubicBezTo>
                    <a:pt x="246" y="1802"/>
                    <a:pt x="244" y="1808"/>
                    <a:pt x="238" y="1812"/>
                  </a:cubicBezTo>
                  <a:cubicBezTo>
                    <a:pt x="231" y="1815"/>
                    <a:pt x="228" y="1819"/>
                    <a:pt x="226" y="1827"/>
                  </a:cubicBezTo>
                  <a:cubicBezTo>
                    <a:pt x="224" y="1833"/>
                    <a:pt x="218" y="1841"/>
                    <a:pt x="222" y="1846"/>
                  </a:cubicBezTo>
                  <a:cubicBezTo>
                    <a:pt x="223" y="1846"/>
                    <a:pt x="224" y="1847"/>
                    <a:pt x="224" y="1847"/>
                  </a:cubicBezTo>
                  <a:cubicBezTo>
                    <a:pt x="225" y="1847"/>
                    <a:pt x="225" y="1847"/>
                    <a:pt x="225" y="1847"/>
                  </a:cubicBezTo>
                  <a:cubicBezTo>
                    <a:pt x="224" y="1849"/>
                    <a:pt x="224" y="1851"/>
                    <a:pt x="225" y="1853"/>
                  </a:cubicBezTo>
                  <a:cubicBezTo>
                    <a:pt x="228" y="1858"/>
                    <a:pt x="232" y="1859"/>
                    <a:pt x="238" y="1858"/>
                  </a:cubicBezTo>
                  <a:cubicBezTo>
                    <a:pt x="239" y="1857"/>
                    <a:pt x="239" y="1857"/>
                    <a:pt x="239" y="1857"/>
                  </a:cubicBezTo>
                  <a:cubicBezTo>
                    <a:pt x="239" y="1859"/>
                    <a:pt x="239" y="1861"/>
                    <a:pt x="241" y="1863"/>
                  </a:cubicBezTo>
                  <a:cubicBezTo>
                    <a:pt x="245" y="1869"/>
                    <a:pt x="257" y="1872"/>
                    <a:pt x="262" y="1866"/>
                  </a:cubicBezTo>
                  <a:cubicBezTo>
                    <a:pt x="269" y="1871"/>
                    <a:pt x="283" y="1871"/>
                    <a:pt x="288" y="1864"/>
                  </a:cubicBezTo>
                  <a:cubicBezTo>
                    <a:pt x="291" y="1876"/>
                    <a:pt x="307" y="1874"/>
                    <a:pt x="316" y="1872"/>
                  </a:cubicBezTo>
                  <a:cubicBezTo>
                    <a:pt x="325" y="1870"/>
                    <a:pt x="329" y="1864"/>
                    <a:pt x="334" y="1859"/>
                  </a:cubicBezTo>
                  <a:cubicBezTo>
                    <a:pt x="339" y="1855"/>
                    <a:pt x="343" y="1851"/>
                    <a:pt x="341" y="1840"/>
                  </a:cubicBezTo>
                  <a:cubicBezTo>
                    <a:pt x="340" y="1829"/>
                    <a:pt x="341" y="1829"/>
                    <a:pt x="342" y="1816"/>
                  </a:cubicBezTo>
                  <a:cubicBezTo>
                    <a:pt x="343" y="1808"/>
                    <a:pt x="349" y="1806"/>
                    <a:pt x="350" y="1793"/>
                  </a:cubicBezTo>
                  <a:cubicBezTo>
                    <a:pt x="351" y="1783"/>
                    <a:pt x="344" y="1739"/>
                    <a:pt x="344" y="1733"/>
                  </a:cubicBezTo>
                  <a:cubicBezTo>
                    <a:pt x="346" y="1720"/>
                    <a:pt x="338" y="1709"/>
                    <a:pt x="335" y="1687"/>
                  </a:cubicBezTo>
                  <a:cubicBezTo>
                    <a:pt x="332" y="1664"/>
                    <a:pt x="340" y="1588"/>
                    <a:pt x="340" y="1574"/>
                  </a:cubicBezTo>
                  <a:cubicBezTo>
                    <a:pt x="340" y="1549"/>
                    <a:pt x="352" y="1505"/>
                    <a:pt x="349" y="1452"/>
                  </a:cubicBezTo>
                  <a:cubicBezTo>
                    <a:pt x="347" y="1421"/>
                    <a:pt x="333" y="1327"/>
                    <a:pt x="333" y="1305"/>
                  </a:cubicBezTo>
                  <a:cubicBezTo>
                    <a:pt x="333" y="1301"/>
                    <a:pt x="333" y="1278"/>
                    <a:pt x="334" y="1274"/>
                  </a:cubicBezTo>
                  <a:cubicBezTo>
                    <a:pt x="338" y="1260"/>
                    <a:pt x="356" y="1087"/>
                    <a:pt x="356" y="1085"/>
                  </a:cubicBezTo>
                  <a:cubicBezTo>
                    <a:pt x="358" y="1064"/>
                    <a:pt x="365" y="929"/>
                    <a:pt x="365" y="929"/>
                  </a:cubicBezTo>
                  <a:cubicBezTo>
                    <a:pt x="366" y="929"/>
                    <a:pt x="366" y="929"/>
                    <a:pt x="366" y="929"/>
                  </a:cubicBezTo>
                  <a:cubicBezTo>
                    <a:pt x="366" y="929"/>
                    <a:pt x="374" y="1064"/>
                    <a:pt x="376" y="1085"/>
                  </a:cubicBezTo>
                  <a:cubicBezTo>
                    <a:pt x="376" y="1087"/>
                    <a:pt x="394" y="1260"/>
                    <a:pt x="398" y="1274"/>
                  </a:cubicBezTo>
                  <a:cubicBezTo>
                    <a:pt x="399" y="1278"/>
                    <a:pt x="398" y="1301"/>
                    <a:pt x="398" y="1305"/>
                  </a:cubicBezTo>
                  <a:cubicBezTo>
                    <a:pt x="398" y="1327"/>
                    <a:pt x="385" y="1421"/>
                    <a:pt x="383" y="1452"/>
                  </a:cubicBezTo>
                  <a:cubicBezTo>
                    <a:pt x="379" y="1505"/>
                    <a:pt x="392" y="1549"/>
                    <a:pt x="392" y="1574"/>
                  </a:cubicBezTo>
                  <a:cubicBezTo>
                    <a:pt x="392" y="1588"/>
                    <a:pt x="400" y="1664"/>
                    <a:pt x="397" y="1687"/>
                  </a:cubicBezTo>
                  <a:cubicBezTo>
                    <a:pt x="394" y="1709"/>
                    <a:pt x="386" y="1720"/>
                    <a:pt x="387" y="1733"/>
                  </a:cubicBezTo>
                  <a:cubicBezTo>
                    <a:pt x="388" y="1739"/>
                    <a:pt x="381" y="1783"/>
                    <a:pt x="382" y="1793"/>
                  </a:cubicBezTo>
                  <a:cubicBezTo>
                    <a:pt x="383" y="1806"/>
                    <a:pt x="389" y="1808"/>
                    <a:pt x="389" y="1816"/>
                  </a:cubicBezTo>
                  <a:cubicBezTo>
                    <a:pt x="390" y="1829"/>
                    <a:pt x="392" y="1829"/>
                    <a:pt x="390" y="1840"/>
                  </a:cubicBezTo>
                  <a:cubicBezTo>
                    <a:pt x="389" y="1851"/>
                    <a:pt x="393" y="1855"/>
                    <a:pt x="398" y="1859"/>
                  </a:cubicBezTo>
                  <a:cubicBezTo>
                    <a:pt x="403" y="1864"/>
                    <a:pt x="407" y="1870"/>
                    <a:pt x="416" y="1872"/>
                  </a:cubicBezTo>
                  <a:cubicBezTo>
                    <a:pt x="425" y="1874"/>
                    <a:pt x="440" y="1876"/>
                    <a:pt x="444" y="1864"/>
                  </a:cubicBezTo>
                  <a:cubicBezTo>
                    <a:pt x="449" y="1871"/>
                    <a:pt x="462" y="1871"/>
                    <a:pt x="469" y="1866"/>
                  </a:cubicBezTo>
                  <a:cubicBezTo>
                    <a:pt x="474" y="1872"/>
                    <a:pt x="487" y="1869"/>
                    <a:pt x="491" y="1863"/>
                  </a:cubicBezTo>
                  <a:cubicBezTo>
                    <a:pt x="492" y="1861"/>
                    <a:pt x="493" y="1859"/>
                    <a:pt x="493" y="1857"/>
                  </a:cubicBezTo>
                  <a:cubicBezTo>
                    <a:pt x="494" y="1858"/>
                    <a:pt x="494" y="1858"/>
                    <a:pt x="494" y="1858"/>
                  </a:cubicBezTo>
                  <a:cubicBezTo>
                    <a:pt x="499" y="1859"/>
                    <a:pt x="506" y="1857"/>
                    <a:pt x="507" y="1853"/>
                  </a:cubicBezTo>
                  <a:cubicBezTo>
                    <a:pt x="508" y="1851"/>
                    <a:pt x="508" y="1849"/>
                    <a:pt x="507" y="1847"/>
                  </a:cubicBezTo>
                  <a:cubicBezTo>
                    <a:pt x="507" y="1847"/>
                    <a:pt x="507" y="1847"/>
                    <a:pt x="507" y="1847"/>
                  </a:cubicBezTo>
                  <a:cubicBezTo>
                    <a:pt x="508" y="1847"/>
                    <a:pt x="509" y="1846"/>
                    <a:pt x="510" y="1846"/>
                  </a:cubicBezTo>
                  <a:cubicBezTo>
                    <a:pt x="514" y="1841"/>
                    <a:pt x="508" y="1833"/>
                    <a:pt x="506" y="1827"/>
                  </a:cubicBezTo>
                  <a:cubicBezTo>
                    <a:pt x="503" y="1819"/>
                    <a:pt x="500" y="1815"/>
                    <a:pt x="494" y="1812"/>
                  </a:cubicBezTo>
                  <a:cubicBezTo>
                    <a:pt x="488" y="1808"/>
                    <a:pt x="485" y="1802"/>
                    <a:pt x="478" y="1795"/>
                  </a:cubicBezTo>
                  <a:cubicBezTo>
                    <a:pt x="469" y="1788"/>
                    <a:pt x="453" y="1750"/>
                    <a:pt x="454" y="1749"/>
                  </a:cubicBezTo>
                  <a:cubicBezTo>
                    <a:pt x="459" y="1738"/>
                    <a:pt x="457" y="1725"/>
                    <a:pt x="456" y="1719"/>
                  </a:cubicBezTo>
                  <a:cubicBezTo>
                    <a:pt x="454" y="1711"/>
                    <a:pt x="457" y="1681"/>
                    <a:pt x="466" y="1642"/>
                  </a:cubicBezTo>
                  <a:cubicBezTo>
                    <a:pt x="475" y="1604"/>
                    <a:pt x="497" y="1549"/>
                    <a:pt x="499" y="1489"/>
                  </a:cubicBezTo>
                  <a:cubicBezTo>
                    <a:pt x="501" y="1453"/>
                    <a:pt x="495" y="1386"/>
                    <a:pt x="496" y="1335"/>
                  </a:cubicBezTo>
                  <a:cubicBezTo>
                    <a:pt x="497" y="1304"/>
                    <a:pt x="506" y="1280"/>
                    <a:pt x="507" y="1275"/>
                  </a:cubicBezTo>
                  <a:cubicBezTo>
                    <a:pt x="511" y="1255"/>
                    <a:pt x="511" y="1218"/>
                    <a:pt x="514" y="1208"/>
                  </a:cubicBezTo>
                  <a:cubicBezTo>
                    <a:pt x="567" y="1023"/>
                    <a:pt x="539" y="877"/>
                    <a:pt x="537" y="841"/>
                  </a:cubicBezTo>
                  <a:cubicBezTo>
                    <a:pt x="537" y="841"/>
                    <a:pt x="537" y="841"/>
                    <a:pt x="537" y="841"/>
                  </a:cubicBezTo>
                  <a:cubicBezTo>
                    <a:pt x="536" y="811"/>
                    <a:pt x="541" y="793"/>
                    <a:pt x="539" y="780"/>
                  </a:cubicBezTo>
                  <a:cubicBezTo>
                    <a:pt x="538" y="753"/>
                    <a:pt x="521" y="666"/>
                    <a:pt x="517" y="659"/>
                  </a:cubicBezTo>
                  <a:cubicBezTo>
                    <a:pt x="517" y="659"/>
                    <a:pt x="527" y="544"/>
                    <a:pt x="524" y="537"/>
                  </a:cubicBezTo>
                  <a:cubicBezTo>
                    <a:pt x="525" y="516"/>
                    <a:pt x="536" y="474"/>
                    <a:pt x="534" y="451"/>
                  </a:cubicBezTo>
                  <a:cubicBezTo>
                    <a:pt x="536" y="424"/>
                    <a:pt x="538" y="406"/>
                    <a:pt x="539" y="395"/>
                  </a:cubicBezTo>
                  <a:cubicBezTo>
                    <a:pt x="539" y="394"/>
                    <a:pt x="539" y="394"/>
                    <a:pt x="539" y="394"/>
                  </a:cubicBezTo>
                  <a:cubicBezTo>
                    <a:pt x="539" y="404"/>
                    <a:pt x="540" y="412"/>
                    <a:pt x="540" y="416"/>
                  </a:cubicBezTo>
                  <a:cubicBezTo>
                    <a:pt x="542" y="423"/>
                    <a:pt x="541" y="435"/>
                    <a:pt x="542" y="437"/>
                  </a:cubicBezTo>
                  <a:cubicBezTo>
                    <a:pt x="544" y="448"/>
                    <a:pt x="552" y="509"/>
                    <a:pt x="553" y="532"/>
                  </a:cubicBezTo>
                  <a:cubicBezTo>
                    <a:pt x="549" y="562"/>
                    <a:pt x="548" y="582"/>
                    <a:pt x="556" y="626"/>
                  </a:cubicBezTo>
                  <a:cubicBezTo>
                    <a:pt x="559" y="650"/>
                    <a:pt x="597" y="753"/>
                    <a:pt x="599" y="765"/>
                  </a:cubicBezTo>
                  <a:cubicBezTo>
                    <a:pt x="601" y="776"/>
                    <a:pt x="603" y="789"/>
                    <a:pt x="604" y="791"/>
                  </a:cubicBezTo>
                  <a:cubicBezTo>
                    <a:pt x="606" y="794"/>
                    <a:pt x="597" y="811"/>
                    <a:pt x="600" y="821"/>
                  </a:cubicBezTo>
                  <a:cubicBezTo>
                    <a:pt x="602" y="832"/>
                    <a:pt x="585" y="865"/>
                    <a:pt x="591" y="897"/>
                  </a:cubicBezTo>
                  <a:cubicBezTo>
                    <a:pt x="596" y="928"/>
                    <a:pt x="596" y="933"/>
                    <a:pt x="597" y="939"/>
                  </a:cubicBezTo>
                  <a:cubicBezTo>
                    <a:pt x="598" y="946"/>
                    <a:pt x="601" y="954"/>
                    <a:pt x="603" y="963"/>
                  </a:cubicBezTo>
                  <a:cubicBezTo>
                    <a:pt x="605" y="971"/>
                    <a:pt x="609" y="992"/>
                    <a:pt x="613" y="993"/>
                  </a:cubicBezTo>
                  <a:cubicBezTo>
                    <a:pt x="618" y="993"/>
                    <a:pt x="618" y="991"/>
                    <a:pt x="619" y="989"/>
                  </a:cubicBezTo>
                  <a:cubicBezTo>
                    <a:pt x="619" y="989"/>
                    <a:pt x="620" y="1009"/>
                    <a:pt x="629" y="1008"/>
                  </a:cubicBezTo>
                  <a:cubicBezTo>
                    <a:pt x="635" y="1008"/>
                    <a:pt x="635" y="1002"/>
                    <a:pt x="635" y="1002"/>
                  </a:cubicBezTo>
                  <a:cubicBezTo>
                    <a:pt x="635" y="1002"/>
                    <a:pt x="636" y="1018"/>
                    <a:pt x="644" y="1017"/>
                  </a:cubicBezTo>
                  <a:cubicBezTo>
                    <a:pt x="653" y="1015"/>
                    <a:pt x="652" y="1006"/>
                    <a:pt x="652" y="1006"/>
                  </a:cubicBezTo>
                  <a:cubicBezTo>
                    <a:pt x="658" y="1009"/>
                    <a:pt x="666" y="1009"/>
                    <a:pt x="668" y="998"/>
                  </a:cubicBezTo>
                  <a:cubicBezTo>
                    <a:pt x="670" y="988"/>
                    <a:pt x="675" y="968"/>
                    <a:pt x="674" y="960"/>
                  </a:cubicBezTo>
                  <a:cubicBezTo>
                    <a:pt x="674" y="952"/>
                    <a:pt x="679" y="935"/>
                    <a:pt x="679" y="929"/>
                  </a:cubicBezTo>
                  <a:cubicBezTo>
                    <a:pt x="683" y="909"/>
                    <a:pt x="688" y="902"/>
                    <a:pt x="686" y="896"/>
                  </a:cubicBezTo>
                  <a:cubicBezTo>
                    <a:pt x="692" y="904"/>
                    <a:pt x="697" y="912"/>
                    <a:pt x="700" y="913"/>
                  </a:cubicBezTo>
                  <a:cubicBezTo>
                    <a:pt x="702" y="925"/>
                    <a:pt x="712" y="942"/>
                    <a:pt x="720" y="943"/>
                  </a:cubicBezTo>
                  <a:cubicBezTo>
                    <a:pt x="732" y="943"/>
                    <a:pt x="729" y="935"/>
                    <a:pt x="725" y="925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076" name="Freeform 503">
              <a:extLst>
                <a:ext uri="{FF2B5EF4-FFF2-40B4-BE49-F238E27FC236}">
                  <a16:creationId xmlns:a16="http://schemas.microsoft.com/office/drawing/2014/main" id="{F3789253-7E6D-4E83-BA36-F2FBB18083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8" y="3060"/>
              <a:ext cx="67" cy="80"/>
            </a:xfrm>
            <a:custGeom>
              <a:avLst/>
              <a:gdLst>
                <a:gd name="T0" fmla="*/ 0 w 42"/>
                <a:gd name="T1" fmla="*/ 144 h 50"/>
                <a:gd name="T2" fmla="*/ 155 w 42"/>
                <a:gd name="T3" fmla="*/ 0 h 50"/>
                <a:gd name="T4" fmla="*/ 142 w 42"/>
                <a:gd name="T5" fmla="*/ 115 h 50"/>
                <a:gd name="T6" fmla="*/ 29 w 42"/>
                <a:gd name="T7" fmla="*/ 158 h 5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2" h="50">
                  <a:moveTo>
                    <a:pt x="0" y="35"/>
                  </a:moveTo>
                  <a:cubicBezTo>
                    <a:pt x="17" y="50"/>
                    <a:pt x="34" y="12"/>
                    <a:pt x="38" y="0"/>
                  </a:cubicBezTo>
                  <a:cubicBezTo>
                    <a:pt x="40" y="10"/>
                    <a:pt x="42" y="20"/>
                    <a:pt x="35" y="28"/>
                  </a:cubicBezTo>
                  <a:cubicBezTo>
                    <a:pt x="29" y="36"/>
                    <a:pt x="16" y="39"/>
                    <a:pt x="7" y="39"/>
                  </a:cubicBezTo>
                </a:path>
              </a:pathLst>
            </a:custGeom>
            <a:solidFill>
              <a:srgbClr val="EFCA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077" name="Freeform 504">
              <a:extLst>
                <a:ext uri="{FF2B5EF4-FFF2-40B4-BE49-F238E27FC236}">
                  <a16:creationId xmlns:a16="http://schemas.microsoft.com/office/drawing/2014/main" id="{DA1210CA-3978-47D8-801B-CA7B0B67E2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6" y="3055"/>
              <a:ext cx="50" cy="80"/>
            </a:xfrm>
            <a:custGeom>
              <a:avLst/>
              <a:gdLst>
                <a:gd name="T0" fmla="*/ 0 w 31"/>
                <a:gd name="T1" fmla="*/ 163 h 50"/>
                <a:gd name="T2" fmla="*/ 102 w 31"/>
                <a:gd name="T3" fmla="*/ 0 h 50"/>
                <a:gd name="T4" fmla="*/ 13 w 31"/>
                <a:gd name="T5" fmla="*/ 171 h 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50">
                  <a:moveTo>
                    <a:pt x="0" y="40"/>
                  </a:moveTo>
                  <a:cubicBezTo>
                    <a:pt x="18" y="49"/>
                    <a:pt x="24" y="11"/>
                    <a:pt x="24" y="0"/>
                  </a:cubicBezTo>
                  <a:cubicBezTo>
                    <a:pt x="31" y="17"/>
                    <a:pt x="24" y="50"/>
                    <a:pt x="3" y="42"/>
                  </a:cubicBezTo>
                </a:path>
              </a:pathLst>
            </a:custGeom>
            <a:solidFill>
              <a:srgbClr val="EFCA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078" name="Freeform 505">
              <a:extLst>
                <a:ext uri="{FF2B5EF4-FFF2-40B4-BE49-F238E27FC236}">
                  <a16:creationId xmlns:a16="http://schemas.microsoft.com/office/drawing/2014/main" id="{C059FF90-F001-4180-B7B3-ED428798A3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7" y="1106"/>
              <a:ext cx="105" cy="197"/>
            </a:xfrm>
            <a:custGeom>
              <a:avLst/>
              <a:gdLst>
                <a:gd name="T0" fmla="*/ 21 w 66"/>
                <a:gd name="T1" fmla="*/ 43 h 124"/>
                <a:gd name="T2" fmla="*/ 142 w 66"/>
                <a:gd name="T3" fmla="*/ 396 h 124"/>
                <a:gd name="T4" fmla="*/ 266 w 66"/>
                <a:gd name="T5" fmla="*/ 415 h 124"/>
                <a:gd name="T6" fmla="*/ 193 w 66"/>
                <a:gd name="T7" fmla="*/ 389 h 124"/>
                <a:gd name="T8" fmla="*/ 145 w 66"/>
                <a:gd name="T9" fmla="*/ 176 h 124"/>
                <a:gd name="T10" fmla="*/ 108 w 66"/>
                <a:gd name="T11" fmla="*/ 95 h 124"/>
                <a:gd name="T12" fmla="*/ 0 w 66"/>
                <a:gd name="T13" fmla="*/ 0 h 1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6" h="124">
                  <a:moveTo>
                    <a:pt x="5" y="11"/>
                  </a:moveTo>
                  <a:cubicBezTo>
                    <a:pt x="10" y="34"/>
                    <a:pt x="23" y="78"/>
                    <a:pt x="35" y="99"/>
                  </a:cubicBezTo>
                  <a:cubicBezTo>
                    <a:pt x="44" y="116"/>
                    <a:pt x="57" y="124"/>
                    <a:pt x="66" y="103"/>
                  </a:cubicBezTo>
                  <a:cubicBezTo>
                    <a:pt x="60" y="113"/>
                    <a:pt x="52" y="104"/>
                    <a:pt x="48" y="97"/>
                  </a:cubicBezTo>
                  <a:cubicBezTo>
                    <a:pt x="40" y="82"/>
                    <a:pt x="28" y="58"/>
                    <a:pt x="36" y="44"/>
                  </a:cubicBezTo>
                  <a:cubicBezTo>
                    <a:pt x="42" y="31"/>
                    <a:pt x="39" y="32"/>
                    <a:pt x="27" y="24"/>
                  </a:cubicBezTo>
                  <a:cubicBezTo>
                    <a:pt x="20" y="19"/>
                    <a:pt x="5" y="7"/>
                    <a:pt x="0" y="0"/>
                  </a:cubicBezTo>
                </a:path>
              </a:pathLst>
            </a:custGeom>
            <a:solidFill>
              <a:srgbClr val="EFCA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079" name="Freeform 506">
              <a:extLst>
                <a:ext uri="{FF2B5EF4-FFF2-40B4-BE49-F238E27FC236}">
                  <a16:creationId xmlns:a16="http://schemas.microsoft.com/office/drawing/2014/main" id="{35E308EB-C764-4E94-A84B-858D2B8787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8" y="1268"/>
              <a:ext cx="191" cy="45"/>
            </a:xfrm>
            <a:custGeom>
              <a:avLst/>
              <a:gdLst>
                <a:gd name="T0" fmla="*/ 103 w 120"/>
                <a:gd name="T1" fmla="*/ 47 h 28"/>
                <a:gd name="T2" fmla="*/ 307 w 120"/>
                <a:gd name="T3" fmla="*/ 88 h 28"/>
                <a:gd name="T4" fmla="*/ 484 w 120"/>
                <a:gd name="T5" fmla="*/ 82 h 28"/>
                <a:gd name="T6" fmla="*/ 244 w 120"/>
                <a:gd name="T7" fmla="*/ 26 h 28"/>
                <a:gd name="T8" fmla="*/ 0 w 120"/>
                <a:gd name="T9" fmla="*/ 37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0" h="28">
                  <a:moveTo>
                    <a:pt x="26" y="11"/>
                  </a:moveTo>
                  <a:cubicBezTo>
                    <a:pt x="43" y="12"/>
                    <a:pt x="59" y="18"/>
                    <a:pt x="76" y="21"/>
                  </a:cubicBezTo>
                  <a:cubicBezTo>
                    <a:pt x="89" y="23"/>
                    <a:pt x="110" y="28"/>
                    <a:pt x="120" y="20"/>
                  </a:cubicBezTo>
                  <a:cubicBezTo>
                    <a:pt x="101" y="20"/>
                    <a:pt x="79" y="10"/>
                    <a:pt x="60" y="6"/>
                  </a:cubicBezTo>
                  <a:cubicBezTo>
                    <a:pt x="40" y="1"/>
                    <a:pt x="18" y="0"/>
                    <a:pt x="0" y="9"/>
                  </a:cubicBezTo>
                </a:path>
              </a:pathLst>
            </a:custGeom>
            <a:solidFill>
              <a:srgbClr val="EFCA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080" name="Freeform 507">
              <a:extLst>
                <a:ext uri="{FF2B5EF4-FFF2-40B4-BE49-F238E27FC236}">
                  <a16:creationId xmlns:a16="http://schemas.microsoft.com/office/drawing/2014/main" id="{9556A311-4527-4C92-A7C1-87C414C6BE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4" y="1900"/>
              <a:ext cx="61" cy="268"/>
            </a:xfrm>
            <a:custGeom>
              <a:avLst/>
              <a:gdLst>
                <a:gd name="T0" fmla="*/ 132 w 38"/>
                <a:gd name="T1" fmla="*/ 136 h 169"/>
                <a:gd name="T2" fmla="*/ 136 w 38"/>
                <a:gd name="T3" fmla="*/ 304 h 169"/>
                <a:gd name="T4" fmla="*/ 124 w 38"/>
                <a:gd name="T5" fmla="*/ 420 h 169"/>
                <a:gd name="T6" fmla="*/ 103 w 38"/>
                <a:gd name="T7" fmla="*/ 538 h 169"/>
                <a:gd name="T8" fmla="*/ 0 w 38"/>
                <a:gd name="T9" fmla="*/ 674 h 169"/>
                <a:gd name="T10" fmla="*/ 80 w 38"/>
                <a:gd name="T11" fmla="*/ 477 h 169"/>
                <a:gd name="T12" fmla="*/ 26 w 38"/>
                <a:gd name="T13" fmla="*/ 438 h 169"/>
                <a:gd name="T14" fmla="*/ 82 w 38"/>
                <a:gd name="T15" fmla="*/ 360 h 169"/>
                <a:gd name="T16" fmla="*/ 120 w 38"/>
                <a:gd name="T17" fmla="*/ 184 h 169"/>
                <a:gd name="T18" fmla="*/ 141 w 38"/>
                <a:gd name="T19" fmla="*/ 95 h 169"/>
                <a:gd name="T20" fmla="*/ 157 w 38"/>
                <a:gd name="T21" fmla="*/ 0 h 16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8" h="169">
                  <a:moveTo>
                    <a:pt x="32" y="34"/>
                  </a:moveTo>
                  <a:cubicBezTo>
                    <a:pt x="35" y="45"/>
                    <a:pt x="33" y="64"/>
                    <a:pt x="33" y="76"/>
                  </a:cubicBezTo>
                  <a:cubicBezTo>
                    <a:pt x="32" y="85"/>
                    <a:pt x="31" y="95"/>
                    <a:pt x="30" y="105"/>
                  </a:cubicBezTo>
                  <a:cubicBezTo>
                    <a:pt x="28" y="115"/>
                    <a:pt x="27" y="125"/>
                    <a:pt x="25" y="135"/>
                  </a:cubicBezTo>
                  <a:cubicBezTo>
                    <a:pt x="21" y="152"/>
                    <a:pt x="13" y="160"/>
                    <a:pt x="0" y="169"/>
                  </a:cubicBezTo>
                  <a:cubicBezTo>
                    <a:pt x="10" y="163"/>
                    <a:pt x="29" y="132"/>
                    <a:pt x="19" y="120"/>
                  </a:cubicBezTo>
                  <a:cubicBezTo>
                    <a:pt x="15" y="116"/>
                    <a:pt x="6" y="118"/>
                    <a:pt x="6" y="110"/>
                  </a:cubicBezTo>
                  <a:cubicBezTo>
                    <a:pt x="6" y="105"/>
                    <a:pt x="17" y="94"/>
                    <a:pt x="20" y="90"/>
                  </a:cubicBezTo>
                  <a:cubicBezTo>
                    <a:pt x="30" y="75"/>
                    <a:pt x="27" y="63"/>
                    <a:pt x="29" y="46"/>
                  </a:cubicBezTo>
                  <a:cubicBezTo>
                    <a:pt x="30" y="39"/>
                    <a:pt x="33" y="32"/>
                    <a:pt x="34" y="24"/>
                  </a:cubicBezTo>
                  <a:cubicBezTo>
                    <a:pt x="35" y="16"/>
                    <a:pt x="32" y="6"/>
                    <a:pt x="38" y="0"/>
                  </a:cubicBezTo>
                </a:path>
              </a:pathLst>
            </a:custGeom>
            <a:solidFill>
              <a:srgbClr val="EFCA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081" name="Freeform 508">
              <a:extLst>
                <a:ext uri="{FF2B5EF4-FFF2-40B4-BE49-F238E27FC236}">
                  <a16:creationId xmlns:a16="http://schemas.microsoft.com/office/drawing/2014/main" id="{5BFE23F5-7E4B-48E8-8290-F3C2643473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9" y="2448"/>
              <a:ext cx="59" cy="92"/>
            </a:xfrm>
            <a:custGeom>
              <a:avLst/>
              <a:gdLst>
                <a:gd name="T0" fmla="*/ 150 w 37"/>
                <a:gd name="T1" fmla="*/ 0 h 58"/>
                <a:gd name="T2" fmla="*/ 129 w 37"/>
                <a:gd name="T3" fmla="*/ 168 h 58"/>
                <a:gd name="T4" fmla="*/ 0 w 37"/>
                <a:gd name="T5" fmla="*/ 189 h 58"/>
                <a:gd name="T6" fmla="*/ 69 w 37"/>
                <a:gd name="T7" fmla="*/ 176 h 58"/>
                <a:gd name="T8" fmla="*/ 77 w 37"/>
                <a:gd name="T9" fmla="*/ 103 h 58"/>
                <a:gd name="T10" fmla="*/ 136 w 37"/>
                <a:gd name="T11" fmla="*/ 13 h 5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7" h="58">
                  <a:moveTo>
                    <a:pt x="37" y="0"/>
                  </a:moveTo>
                  <a:cubicBezTo>
                    <a:pt x="36" y="12"/>
                    <a:pt x="37" y="30"/>
                    <a:pt x="32" y="42"/>
                  </a:cubicBezTo>
                  <a:cubicBezTo>
                    <a:pt x="24" y="58"/>
                    <a:pt x="12" y="49"/>
                    <a:pt x="0" y="47"/>
                  </a:cubicBezTo>
                  <a:cubicBezTo>
                    <a:pt x="5" y="47"/>
                    <a:pt x="13" y="48"/>
                    <a:pt x="17" y="44"/>
                  </a:cubicBezTo>
                  <a:cubicBezTo>
                    <a:pt x="23" y="37"/>
                    <a:pt x="19" y="33"/>
                    <a:pt x="19" y="26"/>
                  </a:cubicBezTo>
                  <a:cubicBezTo>
                    <a:pt x="20" y="13"/>
                    <a:pt x="29" y="12"/>
                    <a:pt x="33" y="3"/>
                  </a:cubicBezTo>
                </a:path>
              </a:pathLst>
            </a:custGeom>
            <a:solidFill>
              <a:srgbClr val="EFCA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082" name="Freeform 509">
              <a:extLst>
                <a:ext uri="{FF2B5EF4-FFF2-40B4-BE49-F238E27FC236}">
                  <a16:creationId xmlns:a16="http://schemas.microsoft.com/office/drawing/2014/main" id="{DBF88EBD-5BE6-4F1A-99FF-B71E2E198C3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4" y="1291"/>
              <a:ext cx="90" cy="392"/>
            </a:xfrm>
            <a:custGeom>
              <a:avLst/>
              <a:gdLst>
                <a:gd name="T0" fmla="*/ 0 w 56"/>
                <a:gd name="T1" fmla="*/ 0 h 247"/>
                <a:gd name="T2" fmla="*/ 162 w 56"/>
                <a:gd name="T3" fmla="*/ 314 h 247"/>
                <a:gd name="T4" fmla="*/ 191 w 56"/>
                <a:gd name="T5" fmla="*/ 700 h 247"/>
                <a:gd name="T6" fmla="*/ 233 w 56"/>
                <a:gd name="T7" fmla="*/ 987 h 247"/>
                <a:gd name="T8" fmla="*/ 141 w 56"/>
                <a:gd name="T9" fmla="*/ 660 h 247"/>
                <a:gd name="T10" fmla="*/ 0 w 56"/>
                <a:gd name="T11" fmla="*/ 0 h 24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6" h="247">
                  <a:moveTo>
                    <a:pt x="0" y="0"/>
                  </a:moveTo>
                  <a:cubicBezTo>
                    <a:pt x="12" y="5"/>
                    <a:pt x="27" y="23"/>
                    <a:pt x="39" y="79"/>
                  </a:cubicBezTo>
                  <a:cubicBezTo>
                    <a:pt x="50" y="135"/>
                    <a:pt x="47" y="158"/>
                    <a:pt x="46" y="175"/>
                  </a:cubicBezTo>
                  <a:cubicBezTo>
                    <a:pt x="45" y="192"/>
                    <a:pt x="53" y="222"/>
                    <a:pt x="56" y="247"/>
                  </a:cubicBezTo>
                  <a:cubicBezTo>
                    <a:pt x="52" y="218"/>
                    <a:pt x="37" y="188"/>
                    <a:pt x="34" y="165"/>
                  </a:cubicBezTo>
                  <a:cubicBezTo>
                    <a:pt x="32" y="142"/>
                    <a:pt x="28" y="23"/>
                    <a:pt x="0" y="0"/>
                  </a:cubicBezTo>
                </a:path>
              </a:pathLst>
            </a:custGeom>
            <a:solidFill>
              <a:srgbClr val="EFCA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083" name="Freeform 510">
              <a:extLst>
                <a:ext uri="{FF2B5EF4-FFF2-40B4-BE49-F238E27FC236}">
                  <a16:creationId xmlns:a16="http://schemas.microsoft.com/office/drawing/2014/main" id="{372439E9-3B06-42CF-BA71-94CB12AD5C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1" y="1919"/>
              <a:ext cx="29" cy="354"/>
            </a:xfrm>
            <a:custGeom>
              <a:avLst/>
              <a:gdLst>
                <a:gd name="T0" fmla="*/ 13 w 18"/>
                <a:gd name="T1" fmla="*/ 394 h 223"/>
                <a:gd name="T2" fmla="*/ 76 w 18"/>
                <a:gd name="T3" fmla="*/ 892 h 223"/>
                <a:gd name="T4" fmla="*/ 47 w 18"/>
                <a:gd name="T5" fmla="*/ 437 h 223"/>
                <a:gd name="T6" fmla="*/ 5 w 18"/>
                <a:gd name="T7" fmla="*/ 0 h 223"/>
                <a:gd name="T8" fmla="*/ 13 w 18"/>
                <a:gd name="T9" fmla="*/ 394 h 2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223">
                  <a:moveTo>
                    <a:pt x="3" y="98"/>
                  </a:moveTo>
                  <a:cubicBezTo>
                    <a:pt x="4" y="117"/>
                    <a:pt x="12" y="196"/>
                    <a:pt x="18" y="223"/>
                  </a:cubicBezTo>
                  <a:cubicBezTo>
                    <a:pt x="16" y="207"/>
                    <a:pt x="12" y="160"/>
                    <a:pt x="11" y="109"/>
                  </a:cubicBezTo>
                  <a:cubicBezTo>
                    <a:pt x="10" y="58"/>
                    <a:pt x="6" y="23"/>
                    <a:pt x="1" y="0"/>
                  </a:cubicBezTo>
                  <a:cubicBezTo>
                    <a:pt x="0" y="24"/>
                    <a:pt x="2" y="76"/>
                    <a:pt x="3" y="98"/>
                  </a:cubicBezTo>
                </a:path>
              </a:pathLst>
            </a:custGeom>
            <a:solidFill>
              <a:srgbClr val="EFCA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084" name="Freeform 511">
              <a:extLst>
                <a:ext uri="{FF2B5EF4-FFF2-40B4-BE49-F238E27FC236}">
                  <a16:creationId xmlns:a16="http://schemas.microsoft.com/office/drawing/2014/main" id="{0E25A551-490C-412B-B3C1-5CD28670DEA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4" y="2416"/>
              <a:ext cx="81" cy="181"/>
            </a:xfrm>
            <a:custGeom>
              <a:avLst/>
              <a:gdLst>
                <a:gd name="T0" fmla="*/ 73 w 51"/>
                <a:gd name="T1" fmla="*/ 33 h 114"/>
                <a:gd name="T2" fmla="*/ 124 w 51"/>
                <a:gd name="T3" fmla="*/ 129 h 114"/>
                <a:gd name="T4" fmla="*/ 184 w 51"/>
                <a:gd name="T5" fmla="*/ 176 h 114"/>
                <a:gd name="T6" fmla="*/ 184 w 51"/>
                <a:gd name="T7" fmla="*/ 278 h 114"/>
                <a:gd name="T8" fmla="*/ 145 w 51"/>
                <a:gd name="T9" fmla="*/ 456 h 114"/>
                <a:gd name="T10" fmla="*/ 168 w 51"/>
                <a:gd name="T11" fmla="*/ 265 h 114"/>
                <a:gd name="T12" fmla="*/ 108 w 51"/>
                <a:gd name="T13" fmla="*/ 205 h 114"/>
                <a:gd name="T14" fmla="*/ 40 w 51"/>
                <a:gd name="T15" fmla="*/ 108 h 114"/>
                <a:gd name="T16" fmla="*/ 40 w 51"/>
                <a:gd name="T17" fmla="*/ 0 h 114"/>
                <a:gd name="T18" fmla="*/ 60 w 51"/>
                <a:gd name="T19" fmla="*/ 21 h 11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1" h="114">
                  <a:moveTo>
                    <a:pt x="18" y="8"/>
                  </a:moveTo>
                  <a:cubicBezTo>
                    <a:pt x="21" y="16"/>
                    <a:pt x="25" y="25"/>
                    <a:pt x="31" y="32"/>
                  </a:cubicBezTo>
                  <a:cubicBezTo>
                    <a:pt x="35" y="37"/>
                    <a:pt x="42" y="39"/>
                    <a:pt x="46" y="44"/>
                  </a:cubicBezTo>
                  <a:cubicBezTo>
                    <a:pt x="51" y="51"/>
                    <a:pt x="48" y="61"/>
                    <a:pt x="46" y="69"/>
                  </a:cubicBezTo>
                  <a:cubicBezTo>
                    <a:pt x="43" y="84"/>
                    <a:pt x="39" y="99"/>
                    <a:pt x="36" y="114"/>
                  </a:cubicBezTo>
                  <a:cubicBezTo>
                    <a:pt x="38" y="102"/>
                    <a:pt x="45" y="78"/>
                    <a:pt x="42" y="66"/>
                  </a:cubicBezTo>
                  <a:cubicBezTo>
                    <a:pt x="39" y="58"/>
                    <a:pt x="33" y="54"/>
                    <a:pt x="27" y="51"/>
                  </a:cubicBezTo>
                  <a:cubicBezTo>
                    <a:pt x="14" y="44"/>
                    <a:pt x="14" y="43"/>
                    <a:pt x="10" y="27"/>
                  </a:cubicBezTo>
                  <a:cubicBezTo>
                    <a:pt x="7" y="16"/>
                    <a:pt x="0" y="7"/>
                    <a:pt x="10" y="0"/>
                  </a:cubicBezTo>
                  <a:cubicBezTo>
                    <a:pt x="12" y="1"/>
                    <a:pt x="15" y="4"/>
                    <a:pt x="15" y="5"/>
                  </a:cubicBezTo>
                </a:path>
              </a:pathLst>
            </a:custGeom>
            <a:solidFill>
              <a:srgbClr val="EFCA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085" name="Freeform 512">
              <a:extLst>
                <a:ext uri="{FF2B5EF4-FFF2-40B4-BE49-F238E27FC236}">
                  <a16:creationId xmlns:a16="http://schemas.microsoft.com/office/drawing/2014/main" id="{C255C9C8-5407-446F-8B00-AAAAD9D2C5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9" y="2411"/>
              <a:ext cx="70" cy="82"/>
            </a:xfrm>
            <a:custGeom>
              <a:avLst/>
              <a:gdLst>
                <a:gd name="T0" fmla="*/ 177 w 44"/>
                <a:gd name="T1" fmla="*/ 50 h 51"/>
                <a:gd name="T2" fmla="*/ 64 w 44"/>
                <a:gd name="T3" fmla="*/ 42 h 51"/>
                <a:gd name="T4" fmla="*/ 21 w 44"/>
                <a:gd name="T5" fmla="*/ 212 h 51"/>
                <a:gd name="T6" fmla="*/ 68 w 44"/>
                <a:gd name="T7" fmla="*/ 82 h 51"/>
                <a:gd name="T8" fmla="*/ 170 w 44"/>
                <a:gd name="T9" fmla="*/ 101 h 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" h="51">
                  <a:moveTo>
                    <a:pt x="44" y="12"/>
                  </a:moveTo>
                  <a:cubicBezTo>
                    <a:pt x="37" y="0"/>
                    <a:pt x="26" y="2"/>
                    <a:pt x="16" y="10"/>
                  </a:cubicBezTo>
                  <a:cubicBezTo>
                    <a:pt x="4" y="19"/>
                    <a:pt x="0" y="34"/>
                    <a:pt x="5" y="51"/>
                  </a:cubicBezTo>
                  <a:cubicBezTo>
                    <a:pt x="10" y="40"/>
                    <a:pt x="5" y="27"/>
                    <a:pt x="17" y="20"/>
                  </a:cubicBezTo>
                  <a:cubicBezTo>
                    <a:pt x="26" y="15"/>
                    <a:pt x="35" y="19"/>
                    <a:pt x="42" y="24"/>
                  </a:cubicBezTo>
                </a:path>
              </a:pathLst>
            </a:custGeom>
            <a:solidFill>
              <a:srgbClr val="EFCA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086" name="Freeform 513">
              <a:extLst>
                <a:ext uri="{FF2B5EF4-FFF2-40B4-BE49-F238E27FC236}">
                  <a16:creationId xmlns:a16="http://schemas.microsoft.com/office/drawing/2014/main" id="{C05ABBD1-BF5C-4369-B456-C2D934E7546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0" y="2383"/>
              <a:ext cx="75" cy="165"/>
            </a:xfrm>
            <a:custGeom>
              <a:avLst/>
              <a:gdLst>
                <a:gd name="T0" fmla="*/ 0 w 47"/>
                <a:gd name="T1" fmla="*/ 0 h 104"/>
                <a:gd name="T2" fmla="*/ 110 w 47"/>
                <a:gd name="T3" fmla="*/ 198 h 104"/>
                <a:gd name="T4" fmla="*/ 179 w 47"/>
                <a:gd name="T5" fmla="*/ 416 h 104"/>
                <a:gd name="T6" fmla="*/ 145 w 47"/>
                <a:gd name="T7" fmla="*/ 325 h 104"/>
                <a:gd name="T8" fmla="*/ 89 w 47"/>
                <a:gd name="T9" fmla="*/ 271 h 104"/>
                <a:gd name="T10" fmla="*/ 89 w 47"/>
                <a:gd name="T11" fmla="*/ 192 h 104"/>
                <a:gd name="T12" fmla="*/ 69 w 47"/>
                <a:gd name="T13" fmla="*/ 136 h 104"/>
                <a:gd name="T14" fmla="*/ 8 w 47"/>
                <a:gd name="T15" fmla="*/ 16 h 10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7" h="104">
                  <a:moveTo>
                    <a:pt x="0" y="0"/>
                  </a:moveTo>
                  <a:cubicBezTo>
                    <a:pt x="9" y="16"/>
                    <a:pt x="19" y="32"/>
                    <a:pt x="27" y="50"/>
                  </a:cubicBezTo>
                  <a:cubicBezTo>
                    <a:pt x="33" y="64"/>
                    <a:pt x="47" y="86"/>
                    <a:pt x="44" y="104"/>
                  </a:cubicBezTo>
                  <a:cubicBezTo>
                    <a:pt x="36" y="102"/>
                    <a:pt x="38" y="87"/>
                    <a:pt x="36" y="81"/>
                  </a:cubicBezTo>
                  <a:cubicBezTo>
                    <a:pt x="32" y="72"/>
                    <a:pt x="26" y="74"/>
                    <a:pt x="22" y="68"/>
                  </a:cubicBezTo>
                  <a:cubicBezTo>
                    <a:pt x="19" y="63"/>
                    <a:pt x="23" y="54"/>
                    <a:pt x="22" y="48"/>
                  </a:cubicBezTo>
                  <a:cubicBezTo>
                    <a:pt x="22" y="43"/>
                    <a:pt x="20" y="38"/>
                    <a:pt x="17" y="34"/>
                  </a:cubicBezTo>
                  <a:cubicBezTo>
                    <a:pt x="12" y="24"/>
                    <a:pt x="8" y="12"/>
                    <a:pt x="2" y="4"/>
                  </a:cubicBezTo>
                </a:path>
              </a:pathLst>
            </a:custGeom>
            <a:solidFill>
              <a:srgbClr val="EFCA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087" name="Freeform 514">
              <a:extLst>
                <a:ext uri="{FF2B5EF4-FFF2-40B4-BE49-F238E27FC236}">
                  <a16:creationId xmlns:a16="http://schemas.microsoft.com/office/drawing/2014/main" id="{6EB7A52B-D566-4C48-9AF1-A389195CC4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9" y="1900"/>
              <a:ext cx="91" cy="84"/>
            </a:xfrm>
            <a:custGeom>
              <a:avLst/>
              <a:gdLst>
                <a:gd name="T0" fmla="*/ 48 w 57"/>
                <a:gd name="T1" fmla="*/ 35 h 53"/>
                <a:gd name="T2" fmla="*/ 231 w 57"/>
                <a:gd name="T3" fmla="*/ 55 h 53"/>
                <a:gd name="T4" fmla="*/ 129 w 57"/>
                <a:gd name="T5" fmla="*/ 55 h 53"/>
                <a:gd name="T6" fmla="*/ 0 w 57"/>
                <a:gd name="T7" fmla="*/ 25 h 5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7" h="53">
                  <a:moveTo>
                    <a:pt x="12" y="9"/>
                  </a:moveTo>
                  <a:cubicBezTo>
                    <a:pt x="25" y="10"/>
                    <a:pt x="51" y="53"/>
                    <a:pt x="57" y="14"/>
                  </a:cubicBezTo>
                  <a:cubicBezTo>
                    <a:pt x="50" y="27"/>
                    <a:pt x="39" y="19"/>
                    <a:pt x="32" y="14"/>
                  </a:cubicBezTo>
                  <a:cubicBezTo>
                    <a:pt x="23" y="6"/>
                    <a:pt x="11" y="0"/>
                    <a:pt x="0" y="6"/>
                  </a:cubicBezTo>
                </a:path>
              </a:pathLst>
            </a:custGeom>
            <a:solidFill>
              <a:srgbClr val="EFCA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088" name="Freeform 515">
              <a:extLst>
                <a:ext uri="{FF2B5EF4-FFF2-40B4-BE49-F238E27FC236}">
                  <a16:creationId xmlns:a16="http://schemas.microsoft.com/office/drawing/2014/main" id="{377B5B0B-055A-48C6-ABF5-70611ED122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2" y="1903"/>
              <a:ext cx="79" cy="73"/>
            </a:xfrm>
            <a:custGeom>
              <a:avLst/>
              <a:gdLst>
                <a:gd name="T0" fmla="*/ 13 w 49"/>
                <a:gd name="T1" fmla="*/ 89 h 46"/>
                <a:gd name="T2" fmla="*/ 205 w 49"/>
                <a:gd name="T3" fmla="*/ 35 h 46"/>
                <a:gd name="T4" fmla="*/ 0 w 49"/>
                <a:gd name="T5" fmla="*/ 81 h 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9" h="46">
                  <a:moveTo>
                    <a:pt x="3" y="22"/>
                  </a:moveTo>
                  <a:cubicBezTo>
                    <a:pt x="10" y="46"/>
                    <a:pt x="39" y="8"/>
                    <a:pt x="49" y="9"/>
                  </a:cubicBezTo>
                  <a:cubicBezTo>
                    <a:pt x="29" y="0"/>
                    <a:pt x="18" y="27"/>
                    <a:pt x="0" y="20"/>
                  </a:cubicBezTo>
                </a:path>
              </a:pathLst>
            </a:custGeom>
            <a:solidFill>
              <a:srgbClr val="EFCA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089" name="Freeform 516">
              <a:extLst>
                <a:ext uri="{FF2B5EF4-FFF2-40B4-BE49-F238E27FC236}">
                  <a16:creationId xmlns:a16="http://schemas.microsoft.com/office/drawing/2014/main" id="{23A2A57F-47A5-4F52-96BB-E9987A34FA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9" y="1523"/>
              <a:ext cx="37" cy="388"/>
            </a:xfrm>
            <a:custGeom>
              <a:avLst/>
              <a:gdLst>
                <a:gd name="T0" fmla="*/ 88 w 23"/>
                <a:gd name="T1" fmla="*/ 0 h 244"/>
                <a:gd name="T2" fmla="*/ 88 w 23"/>
                <a:gd name="T3" fmla="*/ 417 h 244"/>
                <a:gd name="T4" fmla="*/ 37 w 23"/>
                <a:gd name="T5" fmla="*/ 860 h 244"/>
                <a:gd name="T6" fmla="*/ 26 w 23"/>
                <a:gd name="T7" fmla="*/ 981 h 244"/>
                <a:gd name="T8" fmla="*/ 29 w 23"/>
                <a:gd name="T9" fmla="*/ 574 h 244"/>
                <a:gd name="T10" fmla="*/ 88 w 23"/>
                <a:gd name="T11" fmla="*/ 0 h 24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" h="244">
                  <a:moveTo>
                    <a:pt x="21" y="0"/>
                  </a:moveTo>
                  <a:cubicBezTo>
                    <a:pt x="23" y="18"/>
                    <a:pt x="23" y="71"/>
                    <a:pt x="21" y="104"/>
                  </a:cubicBezTo>
                  <a:cubicBezTo>
                    <a:pt x="19" y="137"/>
                    <a:pt x="13" y="196"/>
                    <a:pt x="9" y="214"/>
                  </a:cubicBezTo>
                  <a:cubicBezTo>
                    <a:pt x="6" y="232"/>
                    <a:pt x="6" y="244"/>
                    <a:pt x="6" y="244"/>
                  </a:cubicBezTo>
                  <a:cubicBezTo>
                    <a:pt x="0" y="218"/>
                    <a:pt x="6" y="160"/>
                    <a:pt x="7" y="143"/>
                  </a:cubicBezTo>
                  <a:cubicBezTo>
                    <a:pt x="8" y="126"/>
                    <a:pt x="23" y="23"/>
                    <a:pt x="21" y="0"/>
                  </a:cubicBezTo>
                </a:path>
              </a:pathLst>
            </a:custGeom>
            <a:solidFill>
              <a:srgbClr val="EFCA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090" name="Freeform 517">
              <a:extLst>
                <a:ext uri="{FF2B5EF4-FFF2-40B4-BE49-F238E27FC236}">
                  <a16:creationId xmlns:a16="http://schemas.microsoft.com/office/drawing/2014/main" id="{59AD38F4-71BC-4172-9321-7B117A74A0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0" y="1935"/>
              <a:ext cx="88" cy="373"/>
            </a:xfrm>
            <a:custGeom>
              <a:avLst/>
              <a:gdLst>
                <a:gd name="T0" fmla="*/ 210 w 55"/>
                <a:gd name="T1" fmla="*/ 0 h 235"/>
                <a:gd name="T2" fmla="*/ 138 w 55"/>
                <a:gd name="T3" fmla="*/ 492 h 235"/>
                <a:gd name="T4" fmla="*/ 0 w 55"/>
                <a:gd name="T5" fmla="*/ 940 h 235"/>
                <a:gd name="T6" fmla="*/ 90 w 55"/>
                <a:gd name="T7" fmla="*/ 516 h 235"/>
                <a:gd name="T8" fmla="*/ 210 w 55"/>
                <a:gd name="T9" fmla="*/ 0 h 2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5" h="235">
                  <a:moveTo>
                    <a:pt x="51" y="0"/>
                  </a:moveTo>
                  <a:cubicBezTo>
                    <a:pt x="52" y="26"/>
                    <a:pt x="55" y="66"/>
                    <a:pt x="34" y="123"/>
                  </a:cubicBezTo>
                  <a:cubicBezTo>
                    <a:pt x="14" y="180"/>
                    <a:pt x="3" y="219"/>
                    <a:pt x="0" y="235"/>
                  </a:cubicBezTo>
                  <a:cubicBezTo>
                    <a:pt x="2" y="211"/>
                    <a:pt x="13" y="159"/>
                    <a:pt x="22" y="129"/>
                  </a:cubicBezTo>
                  <a:cubicBezTo>
                    <a:pt x="31" y="99"/>
                    <a:pt x="55" y="21"/>
                    <a:pt x="51" y="0"/>
                  </a:cubicBezTo>
                </a:path>
              </a:pathLst>
            </a:custGeom>
            <a:solidFill>
              <a:srgbClr val="EFCA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091" name="Freeform 518">
              <a:extLst>
                <a:ext uri="{FF2B5EF4-FFF2-40B4-BE49-F238E27FC236}">
                  <a16:creationId xmlns:a16="http://schemas.microsoft.com/office/drawing/2014/main" id="{74541B30-E8F0-4B94-A735-E91FEB14449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1" y="2442"/>
              <a:ext cx="75" cy="144"/>
            </a:xfrm>
            <a:custGeom>
              <a:avLst/>
              <a:gdLst>
                <a:gd name="T0" fmla="*/ 0 w 47"/>
                <a:gd name="T1" fmla="*/ 116 h 91"/>
                <a:gd name="T2" fmla="*/ 115 w 47"/>
                <a:gd name="T3" fmla="*/ 0 h 91"/>
                <a:gd name="T4" fmla="*/ 104 w 47"/>
                <a:gd name="T5" fmla="*/ 117 h 91"/>
                <a:gd name="T6" fmla="*/ 124 w 47"/>
                <a:gd name="T7" fmla="*/ 158 h 91"/>
                <a:gd name="T8" fmla="*/ 171 w 47"/>
                <a:gd name="T9" fmla="*/ 177 h 91"/>
                <a:gd name="T10" fmla="*/ 136 w 47"/>
                <a:gd name="T11" fmla="*/ 250 h 91"/>
                <a:gd name="T12" fmla="*/ 89 w 47"/>
                <a:gd name="T13" fmla="*/ 293 h 91"/>
                <a:gd name="T14" fmla="*/ 69 w 47"/>
                <a:gd name="T15" fmla="*/ 361 h 91"/>
                <a:gd name="T16" fmla="*/ 16 w 47"/>
                <a:gd name="T17" fmla="*/ 130 h 9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7" h="91">
                  <a:moveTo>
                    <a:pt x="0" y="29"/>
                  </a:moveTo>
                  <a:cubicBezTo>
                    <a:pt x="16" y="27"/>
                    <a:pt x="17" y="9"/>
                    <a:pt x="28" y="0"/>
                  </a:cubicBezTo>
                  <a:cubicBezTo>
                    <a:pt x="32" y="9"/>
                    <a:pt x="23" y="19"/>
                    <a:pt x="26" y="30"/>
                  </a:cubicBezTo>
                  <a:cubicBezTo>
                    <a:pt x="27" y="34"/>
                    <a:pt x="28" y="37"/>
                    <a:pt x="31" y="40"/>
                  </a:cubicBezTo>
                  <a:cubicBezTo>
                    <a:pt x="33" y="43"/>
                    <a:pt x="39" y="42"/>
                    <a:pt x="42" y="45"/>
                  </a:cubicBezTo>
                  <a:cubicBezTo>
                    <a:pt x="47" y="51"/>
                    <a:pt x="37" y="58"/>
                    <a:pt x="33" y="63"/>
                  </a:cubicBezTo>
                  <a:cubicBezTo>
                    <a:pt x="29" y="66"/>
                    <a:pt x="24" y="69"/>
                    <a:pt x="22" y="74"/>
                  </a:cubicBezTo>
                  <a:cubicBezTo>
                    <a:pt x="19" y="80"/>
                    <a:pt x="20" y="86"/>
                    <a:pt x="17" y="91"/>
                  </a:cubicBezTo>
                  <a:cubicBezTo>
                    <a:pt x="12" y="75"/>
                    <a:pt x="4" y="50"/>
                    <a:pt x="4" y="33"/>
                  </a:cubicBezTo>
                </a:path>
              </a:pathLst>
            </a:custGeom>
            <a:solidFill>
              <a:srgbClr val="EFCA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092" name="Freeform 519">
              <a:extLst>
                <a:ext uri="{FF2B5EF4-FFF2-40B4-BE49-F238E27FC236}">
                  <a16:creationId xmlns:a16="http://schemas.microsoft.com/office/drawing/2014/main" id="{DC0D9BF4-F09E-4A9D-9BBB-18F61A1B9E8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9" y="2330"/>
              <a:ext cx="32" cy="196"/>
            </a:xfrm>
            <a:custGeom>
              <a:avLst/>
              <a:gdLst>
                <a:gd name="T0" fmla="*/ 35 w 20"/>
                <a:gd name="T1" fmla="*/ 89 h 123"/>
                <a:gd name="T2" fmla="*/ 67 w 20"/>
                <a:gd name="T3" fmla="*/ 253 h 123"/>
                <a:gd name="T4" fmla="*/ 48 w 20"/>
                <a:gd name="T5" fmla="*/ 497 h 123"/>
                <a:gd name="T6" fmla="*/ 8 w 20"/>
                <a:gd name="T7" fmla="*/ 206 h 123"/>
                <a:gd name="T8" fmla="*/ 13 w 20"/>
                <a:gd name="T9" fmla="*/ 110 h 123"/>
                <a:gd name="T10" fmla="*/ 16 w 20"/>
                <a:gd name="T11" fmla="*/ 0 h 123"/>
                <a:gd name="T12" fmla="*/ 35 w 20"/>
                <a:gd name="T13" fmla="*/ 64 h 123"/>
                <a:gd name="T14" fmla="*/ 42 w 20"/>
                <a:gd name="T15" fmla="*/ 115 h 12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0" h="123">
                  <a:moveTo>
                    <a:pt x="9" y="22"/>
                  </a:moveTo>
                  <a:cubicBezTo>
                    <a:pt x="8" y="38"/>
                    <a:pt x="13" y="47"/>
                    <a:pt x="16" y="63"/>
                  </a:cubicBezTo>
                  <a:cubicBezTo>
                    <a:pt x="20" y="82"/>
                    <a:pt x="18" y="105"/>
                    <a:pt x="12" y="123"/>
                  </a:cubicBezTo>
                  <a:cubicBezTo>
                    <a:pt x="17" y="98"/>
                    <a:pt x="6" y="75"/>
                    <a:pt x="2" y="51"/>
                  </a:cubicBezTo>
                  <a:cubicBezTo>
                    <a:pt x="0" y="41"/>
                    <a:pt x="2" y="37"/>
                    <a:pt x="3" y="27"/>
                  </a:cubicBezTo>
                  <a:cubicBezTo>
                    <a:pt x="4" y="18"/>
                    <a:pt x="2" y="10"/>
                    <a:pt x="4" y="0"/>
                  </a:cubicBezTo>
                  <a:cubicBezTo>
                    <a:pt x="5" y="6"/>
                    <a:pt x="8" y="11"/>
                    <a:pt x="9" y="16"/>
                  </a:cubicBezTo>
                  <a:cubicBezTo>
                    <a:pt x="10" y="20"/>
                    <a:pt x="9" y="24"/>
                    <a:pt x="10" y="28"/>
                  </a:cubicBezTo>
                </a:path>
              </a:pathLst>
            </a:custGeom>
            <a:solidFill>
              <a:srgbClr val="EFCA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093" name="Freeform 520">
              <a:extLst>
                <a:ext uri="{FF2B5EF4-FFF2-40B4-BE49-F238E27FC236}">
                  <a16:creationId xmlns:a16="http://schemas.microsoft.com/office/drawing/2014/main" id="{562A126E-F0EF-42B8-84B6-1271050180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9" y="2431"/>
              <a:ext cx="65" cy="74"/>
            </a:xfrm>
            <a:custGeom>
              <a:avLst/>
              <a:gdLst>
                <a:gd name="T0" fmla="*/ 40 w 41"/>
                <a:gd name="T1" fmla="*/ 129 h 47"/>
                <a:gd name="T2" fmla="*/ 100 w 41"/>
                <a:gd name="T3" fmla="*/ 102 h 47"/>
                <a:gd name="T4" fmla="*/ 163 w 41"/>
                <a:gd name="T5" fmla="*/ 0 h 47"/>
                <a:gd name="T6" fmla="*/ 0 w 41"/>
                <a:gd name="T7" fmla="*/ 184 h 4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1" h="47">
                  <a:moveTo>
                    <a:pt x="10" y="33"/>
                  </a:moveTo>
                  <a:cubicBezTo>
                    <a:pt x="14" y="28"/>
                    <a:pt x="19" y="29"/>
                    <a:pt x="25" y="26"/>
                  </a:cubicBezTo>
                  <a:cubicBezTo>
                    <a:pt x="35" y="21"/>
                    <a:pt x="37" y="11"/>
                    <a:pt x="41" y="0"/>
                  </a:cubicBezTo>
                  <a:cubicBezTo>
                    <a:pt x="26" y="17"/>
                    <a:pt x="5" y="24"/>
                    <a:pt x="0" y="47"/>
                  </a:cubicBezTo>
                </a:path>
              </a:pathLst>
            </a:custGeom>
            <a:solidFill>
              <a:srgbClr val="EFCA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094" name="Freeform 521">
              <a:extLst>
                <a:ext uri="{FF2B5EF4-FFF2-40B4-BE49-F238E27FC236}">
                  <a16:creationId xmlns:a16="http://schemas.microsoft.com/office/drawing/2014/main" id="{3D34460F-B065-4C85-BAE5-A01B5E41393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1" y="1281"/>
              <a:ext cx="109" cy="320"/>
            </a:xfrm>
            <a:custGeom>
              <a:avLst/>
              <a:gdLst>
                <a:gd name="T0" fmla="*/ 281 w 68"/>
                <a:gd name="T1" fmla="*/ 0 h 201"/>
                <a:gd name="T2" fmla="*/ 56 w 68"/>
                <a:gd name="T3" fmla="*/ 266 h 201"/>
                <a:gd name="T4" fmla="*/ 5 w 68"/>
                <a:gd name="T5" fmla="*/ 654 h 201"/>
                <a:gd name="T6" fmla="*/ 8 w 68"/>
                <a:gd name="T7" fmla="*/ 810 h 201"/>
                <a:gd name="T8" fmla="*/ 67 w 68"/>
                <a:gd name="T9" fmla="*/ 449 h 201"/>
                <a:gd name="T10" fmla="*/ 281 w 68"/>
                <a:gd name="T11" fmla="*/ 0 h 20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8" h="201">
                  <a:moveTo>
                    <a:pt x="68" y="0"/>
                  </a:moveTo>
                  <a:cubicBezTo>
                    <a:pt x="51" y="0"/>
                    <a:pt x="26" y="22"/>
                    <a:pt x="14" y="66"/>
                  </a:cubicBezTo>
                  <a:cubicBezTo>
                    <a:pt x="3" y="110"/>
                    <a:pt x="2" y="146"/>
                    <a:pt x="1" y="162"/>
                  </a:cubicBezTo>
                  <a:cubicBezTo>
                    <a:pt x="0" y="178"/>
                    <a:pt x="4" y="190"/>
                    <a:pt x="2" y="201"/>
                  </a:cubicBezTo>
                  <a:cubicBezTo>
                    <a:pt x="5" y="185"/>
                    <a:pt x="11" y="130"/>
                    <a:pt x="16" y="111"/>
                  </a:cubicBezTo>
                  <a:cubicBezTo>
                    <a:pt x="21" y="92"/>
                    <a:pt x="30" y="7"/>
                    <a:pt x="68" y="0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095" name="Freeform 522">
              <a:extLst>
                <a:ext uri="{FF2B5EF4-FFF2-40B4-BE49-F238E27FC236}">
                  <a16:creationId xmlns:a16="http://schemas.microsoft.com/office/drawing/2014/main" id="{84299C29-D6B2-48D1-A8A1-75EE66C495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2" y="1935"/>
              <a:ext cx="24" cy="324"/>
            </a:xfrm>
            <a:custGeom>
              <a:avLst/>
              <a:gdLst>
                <a:gd name="T0" fmla="*/ 0 w 15"/>
                <a:gd name="T1" fmla="*/ 818 h 204"/>
                <a:gd name="T2" fmla="*/ 26 w 15"/>
                <a:gd name="T3" fmla="*/ 445 h 204"/>
                <a:gd name="T4" fmla="*/ 56 w 15"/>
                <a:gd name="T5" fmla="*/ 0 h 204"/>
                <a:gd name="T6" fmla="*/ 61 w 15"/>
                <a:gd name="T7" fmla="*/ 334 h 204"/>
                <a:gd name="T8" fmla="*/ 0 w 15"/>
                <a:gd name="T9" fmla="*/ 818 h 20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204">
                  <a:moveTo>
                    <a:pt x="0" y="204"/>
                  </a:moveTo>
                  <a:cubicBezTo>
                    <a:pt x="0" y="198"/>
                    <a:pt x="6" y="148"/>
                    <a:pt x="6" y="111"/>
                  </a:cubicBezTo>
                  <a:cubicBezTo>
                    <a:pt x="6" y="70"/>
                    <a:pt x="8" y="29"/>
                    <a:pt x="14" y="0"/>
                  </a:cubicBezTo>
                  <a:cubicBezTo>
                    <a:pt x="11" y="18"/>
                    <a:pt x="14" y="56"/>
                    <a:pt x="15" y="83"/>
                  </a:cubicBezTo>
                  <a:cubicBezTo>
                    <a:pt x="15" y="110"/>
                    <a:pt x="8" y="179"/>
                    <a:pt x="0" y="204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096" name="Freeform 523">
              <a:extLst>
                <a:ext uri="{FF2B5EF4-FFF2-40B4-BE49-F238E27FC236}">
                  <a16:creationId xmlns:a16="http://schemas.microsoft.com/office/drawing/2014/main" id="{E60A18FC-DAB2-4A6E-B331-2BBC026350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0" y="1771"/>
              <a:ext cx="36" cy="346"/>
            </a:xfrm>
            <a:custGeom>
              <a:avLst/>
              <a:gdLst>
                <a:gd name="T0" fmla="*/ 5 w 23"/>
                <a:gd name="T1" fmla="*/ 0 h 218"/>
                <a:gd name="T2" fmla="*/ 34 w 23"/>
                <a:gd name="T3" fmla="*/ 279 h 218"/>
                <a:gd name="T4" fmla="*/ 49 w 23"/>
                <a:gd name="T5" fmla="*/ 600 h 218"/>
                <a:gd name="T6" fmla="*/ 88 w 23"/>
                <a:gd name="T7" fmla="*/ 871 h 218"/>
                <a:gd name="T8" fmla="*/ 83 w 23"/>
                <a:gd name="T9" fmla="*/ 571 h 218"/>
                <a:gd name="T10" fmla="*/ 69 w 23"/>
                <a:gd name="T11" fmla="*/ 248 h 218"/>
                <a:gd name="T12" fmla="*/ 5 w 23"/>
                <a:gd name="T13" fmla="*/ 0 h 2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218">
                  <a:moveTo>
                    <a:pt x="1" y="0"/>
                  </a:moveTo>
                  <a:cubicBezTo>
                    <a:pt x="4" y="31"/>
                    <a:pt x="4" y="43"/>
                    <a:pt x="9" y="70"/>
                  </a:cubicBezTo>
                  <a:cubicBezTo>
                    <a:pt x="13" y="97"/>
                    <a:pt x="10" y="113"/>
                    <a:pt x="13" y="150"/>
                  </a:cubicBezTo>
                  <a:cubicBezTo>
                    <a:pt x="16" y="187"/>
                    <a:pt x="17" y="205"/>
                    <a:pt x="23" y="218"/>
                  </a:cubicBezTo>
                  <a:cubicBezTo>
                    <a:pt x="21" y="196"/>
                    <a:pt x="21" y="163"/>
                    <a:pt x="22" y="143"/>
                  </a:cubicBezTo>
                  <a:cubicBezTo>
                    <a:pt x="23" y="123"/>
                    <a:pt x="22" y="79"/>
                    <a:pt x="18" y="62"/>
                  </a:cubicBezTo>
                  <a:cubicBezTo>
                    <a:pt x="13" y="45"/>
                    <a:pt x="0" y="7"/>
                    <a:pt x="1" y="0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097" name="Freeform 524">
              <a:extLst>
                <a:ext uri="{FF2B5EF4-FFF2-40B4-BE49-F238E27FC236}">
                  <a16:creationId xmlns:a16="http://schemas.microsoft.com/office/drawing/2014/main" id="{F01BCA58-AAB2-4CE1-A2D2-B18F263D0B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6" y="2461"/>
              <a:ext cx="49" cy="481"/>
            </a:xfrm>
            <a:custGeom>
              <a:avLst/>
              <a:gdLst>
                <a:gd name="T0" fmla="*/ 47 w 31"/>
                <a:gd name="T1" fmla="*/ 578 h 303"/>
                <a:gd name="T2" fmla="*/ 122 w 31"/>
                <a:gd name="T3" fmla="*/ 1213 h 303"/>
                <a:gd name="T4" fmla="*/ 27 w 31"/>
                <a:gd name="T5" fmla="*/ 760 h 303"/>
                <a:gd name="T6" fmla="*/ 43 w 31"/>
                <a:gd name="T7" fmla="*/ 0 h 303"/>
                <a:gd name="T8" fmla="*/ 47 w 31"/>
                <a:gd name="T9" fmla="*/ 578 h 30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03">
                  <a:moveTo>
                    <a:pt x="12" y="144"/>
                  </a:moveTo>
                  <a:cubicBezTo>
                    <a:pt x="11" y="179"/>
                    <a:pt x="26" y="282"/>
                    <a:pt x="31" y="303"/>
                  </a:cubicBezTo>
                  <a:cubicBezTo>
                    <a:pt x="23" y="280"/>
                    <a:pt x="14" y="250"/>
                    <a:pt x="7" y="190"/>
                  </a:cubicBezTo>
                  <a:cubicBezTo>
                    <a:pt x="0" y="130"/>
                    <a:pt x="2" y="44"/>
                    <a:pt x="11" y="0"/>
                  </a:cubicBezTo>
                  <a:cubicBezTo>
                    <a:pt x="9" y="35"/>
                    <a:pt x="15" y="116"/>
                    <a:pt x="12" y="144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098" name="Freeform 525">
              <a:extLst>
                <a:ext uri="{FF2B5EF4-FFF2-40B4-BE49-F238E27FC236}">
                  <a16:creationId xmlns:a16="http://schemas.microsoft.com/office/drawing/2014/main" id="{82854DAE-843D-42FE-B4EE-3AA7A0A22AC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4" y="2461"/>
              <a:ext cx="49" cy="481"/>
            </a:xfrm>
            <a:custGeom>
              <a:avLst/>
              <a:gdLst>
                <a:gd name="T0" fmla="*/ 74 w 31"/>
                <a:gd name="T1" fmla="*/ 578 h 303"/>
                <a:gd name="T2" fmla="*/ 0 w 31"/>
                <a:gd name="T3" fmla="*/ 1213 h 303"/>
                <a:gd name="T4" fmla="*/ 95 w 31"/>
                <a:gd name="T5" fmla="*/ 760 h 303"/>
                <a:gd name="T6" fmla="*/ 74 w 31"/>
                <a:gd name="T7" fmla="*/ 0 h 303"/>
                <a:gd name="T8" fmla="*/ 74 w 31"/>
                <a:gd name="T9" fmla="*/ 578 h 30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03">
                  <a:moveTo>
                    <a:pt x="19" y="144"/>
                  </a:moveTo>
                  <a:cubicBezTo>
                    <a:pt x="19" y="179"/>
                    <a:pt x="4" y="282"/>
                    <a:pt x="0" y="303"/>
                  </a:cubicBezTo>
                  <a:cubicBezTo>
                    <a:pt x="8" y="280"/>
                    <a:pt x="17" y="250"/>
                    <a:pt x="24" y="190"/>
                  </a:cubicBezTo>
                  <a:cubicBezTo>
                    <a:pt x="31" y="130"/>
                    <a:pt x="28" y="44"/>
                    <a:pt x="19" y="0"/>
                  </a:cubicBezTo>
                  <a:cubicBezTo>
                    <a:pt x="21" y="35"/>
                    <a:pt x="16" y="116"/>
                    <a:pt x="19" y="144"/>
                  </a:cubicBezTo>
                </a:path>
              </a:pathLst>
            </a:custGeom>
            <a:solidFill>
              <a:srgbClr val="EFCA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099" name="Freeform 526">
              <a:extLst>
                <a:ext uri="{FF2B5EF4-FFF2-40B4-BE49-F238E27FC236}">
                  <a16:creationId xmlns:a16="http://schemas.microsoft.com/office/drawing/2014/main" id="{DC6BC3B4-6ACD-4041-9CAB-D986F274BD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1" y="3268"/>
              <a:ext cx="75" cy="445"/>
            </a:xfrm>
            <a:custGeom>
              <a:avLst/>
              <a:gdLst>
                <a:gd name="T0" fmla="*/ 46 w 47"/>
                <a:gd name="T1" fmla="*/ 0 h 280"/>
                <a:gd name="T2" fmla="*/ 54 w 47"/>
                <a:gd name="T3" fmla="*/ 591 h 280"/>
                <a:gd name="T4" fmla="*/ 191 w 47"/>
                <a:gd name="T5" fmla="*/ 1124 h 280"/>
                <a:gd name="T6" fmla="*/ 89 w 47"/>
                <a:gd name="T7" fmla="*/ 571 h 280"/>
                <a:gd name="T8" fmla="*/ 46 w 47"/>
                <a:gd name="T9" fmla="*/ 0 h 2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280">
                  <a:moveTo>
                    <a:pt x="11" y="0"/>
                  </a:moveTo>
                  <a:cubicBezTo>
                    <a:pt x="10" y="34"/>
                    <a:pt x="0" y="81"/>
                    <a:pt x="13" y="147"/>
                  </a:cubicBezTo>
                  <a:cubicBezTo>
                    <a:pt x="25" y="213"/>
                    <a:pt x="42" y="258"/>
                    <a:pt x="47" y="280"/>
                  </a:cubicBezTo>
                  <a:cubicBezTo>
                    <a:pt x="42" y="251"/>
                    <a:pt x="25" y="168"/>
                    <a:pt x="22" y="142"/>
                  </a:cubicBezTo>
                  <a:cubicBezTo>
                    <a:pt x="18" y="116"/>
                    <a:pt x="9" y="37"/>
                    <a:pt x="11" y="0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100" name="Freeform 527">
              <a:extLst>
                <a:ext uri="{FF2B5EF4-FFF2-40B4-BE49-F238E27FC236}">
                  <a16:creationId xmlns:a16="http://schemas.microsoft.com/office/drawing/2014/main" id="{9F474A6F-6F79-4DBB-9560-C44BF1C80A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9" y="2561"/>
              <a:ext cx="51" cy="586"/>
            </a:xfrm>
            <a:custGeom>
              <a:avLst/>
              <a:gdLst>
                <a:gd name="T0" fmla="*/ 29 w 32"/>
                <a:gd name="T1" fmla="*/ 824 h 369"/>
                <a:gd name="T2" fmla="*/ 13 w 32"/>
                <a:gd name="T3" fmla="*/ 1478 h 369"/>
                <a:gd name="T4" fmla="*/ 56 w 32"/>
                <a:gd name="T5" fmla="*/ 973 h 369"/>
                <a:gd name="T6" fmla="*/ 129 w 32"/>
                <a:gd name="T7" fmla="*/ 0 h 369"/>
                <a:gd name="T8" fmla="*/ 29 w 32"/>
                <a:gd name="T9" fmla="*/ 824 h 36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69">
                  <a:moveTo>
                    <a:pt x="7" y="206"/>
                  </a:moveTo>
                  <a:cubicBezTo>
                    <a:pt x="0" y="256"/>
                    <a:pt x="4" y="336"/>
                    <a:pt x="3" y="369"/>
                  </a:cubicBezTo>
                  <a:cubicBezTo>
                    <a:pt x="1" y="344"/>
                    <a:pt x="5" y="324"/>
                    <a:pt x="14" y="243"/>
                  </a:cubicBezTo>
                  <a:cubicBezTo>
                    <a:pt x="23" y="162"/>
                    <a:pt x="32" y="30"/>
                    <a:pt x="32" y="0"/>
                  </a:cubicBezTo>
                  <a:cubicBezTo>
                    <a:pt x="30" y="14"/>
                    <a:pt x="12" y="144"/>
                    <a:pt x="7" y="206"/>
                  </a:cubicBezTo>
                </a:path>
              </a:pathLst>
            </a:custGeom>
            <a:solidFill>
              <a:srgbClr val="EFCA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101" name="Freeform 528">
              <a:extLst>
                <a:ext uri="{FF2B5EF4-FFF2-40B4-BE49-F238E27FC236}">
                  <a16:creationId xmlns:a16="http://schemas.microsoft.com/office/drawing/2014/main" id="{07224304-6853-4DF2-8323-BD4DE00CF4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9" y="3211"/>
              <a:ext cx="32" cy="415"/>
            </a:xfrm>
            <a:custGeom>
              <a:avLst/>
              <a:gdLst>
                <a:gd name="T0" fmla="*/ 29 w 20"/>
                <a:gd name="T1" fmla="*/ 0 h 261"/>
                <a:gd name="T2" fmla="*/ 77 w 20"/>
                <a:gd name="T3" fmla="*/ 510 h 261"/>
                <a:gd name="T4" fmla="*/ 29 w 20"/>
                <a:gd name="T5" fmla="*/ 1049 h 261"/>
                <a:gd name="T6" fmla="*/ 42 w 20"/>
                <a:gd name="T7" fmla="*/ 390 h 261"/>
                <a:gd name="T8" fmla="*/ 29 w 20"/>
                <a:gd name="T9" fmla="*/ 0 h 26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261">
                  <a:moveTo>
                    <a:pt x="7" y="0"/>
                  </a:moveTo>
                  <a:cubicBezTo>
                    <a:pt x="11" y="24"/>
                    <a:pt x="20" y="92"/>
                    <a:pt x="19" y="127"/>
                  </a:cubicBezTo>
                  <a:cubicBezTo>
                    <a:pt x="18" y="162"/>
                    <a:pt x="10" y="204"/>
                    <a:pt x="7" y="261"/>
                  </a:cubicBezTo>
                  <a:cubicBezTo>
                    <a:pt x="3" y="235"/>
                    <a:pt x="11" y="127"/>
                    <a:pt x="10" y="97"/>
                  </a:cubicBezTo>
                  <a:cubicBezTo>
                    <a:pt x="9" y="67"/>
                    <a:pt x="0" y="7"/>
                    <a:pt x="7" y="0"/>
                  </a:cubicBezTo>
                </a:path>
              </a:pathLst>
            </a:custGeom>
            <a:solidFill>
              <a:srgbClr val="EFCA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102" name="Freeform 529">
              <a:extLst>
                <a:ext uri="{FF2B5EF4-FFF2-40B4-BE49-F238E27FC236}">
                  <a16:creationId xmlns:a16="http://schemas.microsoft.com/office/drawing/2014/main" id="{59C8B0E4-1862-403E-85C0-40EE987E9AD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1" y="3783"/>
              <a:ext cx="33" cy="185"/>
            </a:xfrm>
            <a:custGeom>
              <a:avLst/>
              <a:gdLst>
                <a:gd name="T0" fmla="*/ 42 w 21"/>
                <a:gd name="T1" fmla="*/ 46 h 116"/>
                <a:gd name="T2" fmla="*/ 42 w 21"/>
                <a:gd name="T3" fmla="*/ 150 h 116"/>
                <a:gd name="T4" fmla="*/ 66 w 21"/>
                <a:gd name="T5" fmla="*/ 236 h 116"/>
                <a:gd name="T6" fmla="*/ 31 w 21"/>
                <a:gd name="T7" fmla="*/ 470 h 116"/>
                <a:gd name="T8" fmla="*/ 47 w 21"/>
                <a:gd name="T9" fmla="*/ 337 h 116"/>
                <a:gd name="T10" fmla="*/ 47 w 21"/>
                <a:gd name="T11" fmla="*/ 292 h 116"/>
                <a:gd name="T12" fmla="*/ 13 w 21"/>
                <a:gd name="T13" fmla="*/ 266 h 116"/>
                <a:gd name="T14" fmla="*/ 20 w 21"/>
                <a:gd name="T15" fmla="*/ 175 h 116"/>
                <a:gd name="T16" fmla="*/ 35 w 21"/>
                <a:gd name="T17" fmla="*/ 0 h 11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1" h="116">
                  <a:moveTo>
                    <a:pt x="11" y="11"/>
                  </a:moveTo>
                  <a:cubicBezTo>
                    <a:pt x="13" y="20"/>
                    <a:pt x="9" y="28"/>
                    <a:pt x="11" y="37"/>
                  </a:cubicBezTo>
                  <a:cubicBezTo>
                    <a:pt x="12" y="44"/>
                    <a:pt x="16" y="51"/>
                    <a:pt x="17" y="58"/>
                  </a:cubicBezTo>
                  <a:cubicBezTo>
                    <a:pt x="21" y="81"/>
                    <a:pt x="14" y="95"/>
                    <a:pt x="8" y="116"/>
                  </a:cubicBezTo>
                  <a:cubicBezTo>
                    <a:pt x="6" y="105"/>
                    <a:pt x="11" y="93"/>
                    <a:pt x="12" y="83"/>
                  </a:cubicBezTo>
                  <a:cubicBezTo>
                    <a:pt x="12" y="79"/>
                    <a:pt x="14" y="75"/>
                    <a:pt x="12" y="72"/>
                  </a:cubicBezTo>
                  <a:cubicBezTo>
                    <a:pt x="9" y="66"/>
                    <a:pt x="5" y="69"/>
                    <a:pt x="3" y="66"/>
                  </a:cubicBezTo>
                  <a:cubicBezTo>
                    <a:pt x="0" y="61"/>
                    <a:pt x="5" y="49"/>
                    <a:pt x="5" y="43"/>
                  </a:cubicBezTo>
                  <a:cubicBezTo>
                    <a:pt x="7" y="29"/>
                    <a:pt x="9" y="14"/>
                    <a:pt x="9" y="0"/>
                  </a:cubicBezTo>
                </a:path>
              </a:pathLst>
            </a:custGeom>
            <a:solidFill>
              <a:srgbClr val="EFCA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103" name="Freeform 530">
              <a:extLst>
                <a:ext uri="{FF2B5EF4-FFF2-40B4-BE49-F238E27FC236}">
                  <a16:creationId xmlns:a16="http://schemas.microsoft.com/office/drawing/2014/main" id="{112D8ADC-D45C-43D3-90DD-1AF11D73B9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5" y="3952"/>
              <a:ext cx="68" cy="86"/>
            </a:xfrm>
            <a:custGeom>
              <a:avLst/>
              <a:gdLst>
                <a:gd name="T0" fmla="*/ 33 w 43"/>
                <a:gd name="T1" fmla="*/ 218 h 54"/>
                <a:gd name="T2" fmla="*/ 134 w 43"/>
                <a:gd name="T3" fmla="*/ 158 h 54"/>
                <a:gd name="T4" fmla="*/ 158 w 43"/>
                <a:gd name="T5" fmla="*/ 0 h 54"/>
                <a:gd name="T6" fmla="*/ 90 w 43"/>
                <a:gd name="T7" fmla="*/ 108 h 54"/>
                <a:gd name="T8" fmla="*/ 0 w 43"/>
                <a:gd name="T9" fmla="*/ 202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" h="54">
                  <a:moveTo>
                    <a:pt x="8" y="54"/>
                  </a:moveTo>
                  <a:cubicBezTo>
                    <a:pt x="19" y="53"/>
                    <a:pt x="27" y="49"/>
                    <a:pt x="34" y="39"/>
                  </a:cubicBezTo>
                  <a:cubicBezTo>
                    <a:pt x="43" y="26"/>
                    <a:pt x="40" y="15"/>
                    <a:pt x="40" y="0"/>
                  </a:cubicBezTo>
                  <a:cubicBezTo>
                    <a:pt x="34" y="9"/>
                    <a:pt x="38" y="28"/>
                    <a:pt x="23" y="27"/>
                  </a:cubicBezTo>
                  <a:cubicBezTo>
                    <a:pt x="24" y="43"/>
                    <a:pt x="12" y="47"/>
                    <a:pt x="0" y="50"/>
                  </a:cubicBezTo>
                </a:path>
              </a:pathLst>
            </a:custGeom>
            <a:solidFill>
              <a:srgbClr val="EFCA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104" name="Freeform 531">
              <a:extLst>
                <a:ext uri="{FF2B5EF4-FFF2-40B4-BE49-F238E27FC236}">
                  <a16:creationId xmlns:a16="http://schemas.microsoft.com/office/drawing/2014/main" id="{42379535-44FD-4D14-BB98-DD332EE256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9" y="3925"/>
              <a:ext cx="59" cy="108"/>
            </a:xfrm>
            <a:custGeom>
              <a:avLst/>
              <a:gdLst>
                <a:gd name="T0" fmla="*/ 0 w 37"/>
                <a:gd name="T1" fmla="*/ 8 h 68"/>
                <a:gd name="T2" fmla="*/ 21 w 37"/>
                <a:gd name="T3" fmla="*/ 121 h 68"/>
                <a:gd name="T4" fmla="*/ 46 w 37"/>
                <a:gd name="T5" fmla="*/ 205 h 68"/>
                <a:gd name="T6" fmla="*/ 85 w 37"/>
                <a:gd name="T7" fmla="*/ 265 h 68"/>
                <a:gd name="T8" fmla="*/ 150 w 37"/>
                <a:gd name="T9" fmla="*/ 253 h 68"/>
                <a:gd name="T10" fmla="*/ 73 w 37"/>
                <a:gd name="T11" fmla="*/ 145 h 68"/>
                <a:gd name="T12" fmla="*/ 46 w 37"/>
                <a:gd name="T13" fmla="*/ 81 h 68"/>
                <a:gd name="T14" fmla="*/ 13 w 37"/>
                <a:gd name="T15" fmla="*/ 0 h 6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7" h="68">
                  <a:moveTo>
                    <a:pt x="0" y="2"/>
                  </a:moveTo>
                  <a:cubicBezTo>
                    <a:pt x="6" y="9"/>
                    <a:pt x="5" y="21"/>
                    <a:pt x="5" y="30"/>
                  </a:cubicBezTo>
                  <a:cubicBezTo>
                    <a:pt x="5" y="40"/>
                    <a:pt x="8" y="42"/>
                    <a:pt x="11" y="51"/>
                  </a:cubicBezTo>
                  <a:cubicBezTo>
                    <a:pt x="14" y="59"/>
                    <a:pt x="12" y="63"/>
                    <a:pt x="21" y="66"/>
                  </a:cubicBezTo>
                  <a:cubicBezTo>
                    <a:pt x="26" y="67"/>
                    <a:pt x="35" y="68"/>
                    <a:pt x="37" y="63"/>
                  </a:cubicBezTo>
                  <a:cubicBezTo>
                    <a:pt x="18" y="65"/>
                    <a:pt x="16" y="52"/>
                    <a:pt x="18" y="36"/>
                  </a:cubicBezTo>
                  <a:cubicBezTo>
                    <a:pt x="13" y="34"/>
                    <a:pt x="13" y="25"/>
                    <a:pt x="11" y="20"/>
                  </a:cubicBezTo>
                  <a:cubicBezTo>
                    <a:pt x="9" y="14"/>
                    <a:pt x="1" y="7"/>
                    <a:pt x="3" y="0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105" name="Freeform 532">
              <a:extLst>
                <a:ext uri="{FF2B5EF4-FFF2-40B4-BE49-F238E27FC236}">
                  <a16:creationId xmlns:a16="http://schemas.microsoft.com/office/drawing/2014/main" id="{19CC6800-DB8C-497F-9160-57EFBBB835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0" y="3219"/>
              <a:ext cx="25" cy="453"/>
            </a:xfrm>
            <a:custGeom>
              <a:avLst/>
              <a:gdLst>
                <a:gd name="T0" fmla="*/ 56 w 16"/>
                <a:gd name="T1" fmla="*/ 1109 h 285"/>
                <a:gd name="T2" fmla="*/ 14 w 16"/>
                <a:gd name="T3" fmla="*/ 614 h 285"/>
                <a:gd name="T4" fmla="*/ 53 w 16"/>
                <a:gd name="T5" fmla="*/ 0 h 285"/>
                <a:gd name="T6" fmla="*/ 53 w 16"/>
                <a:gd name="T7" fmla="*/ 455 h 285"/>
                <a:gd name="T8" fmla="*/ 56 w 16"/>
                <a:gd name="T9" fmla="*/ 1109 h 28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285">
                  <a:moveTo>
                    <a:pt x="15" y="276"/>
                  </a:moveTo>
                  <a:cubicBezTo>
                    <a:pt x="14" y="285"/>
                    <a:pt x="9" y="209"/>
                    <a:pt x="4" y="153"/>
                  </a:cubicBezTo>
                  <a:cubicBezTo>
                    <a:pt x="0" y="97"/>
                    <a:pt x="6" y="38"/>
                    <a:pt x="14" y="0"/>
                  </a:cubicBezTo>
                  <a:cubicBezTo>
                    <a:pt x="13" y="13"/>
                    <a:pt x="12" y="87"/>
                    <a:pt x="14" y="113"/>
                  </a:cubicBezTo>
                  <a:cubicBezTo>
                    <a:pt x="16" y="139"/>
                    <a:pt x="16" y="267"/>
                    <a:pt x="15" y="276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106" name="Freeform 533">
              <a:extLst>
                <a:ext uri="{FF2B5EF4-FFF2-40B4-BE49-F238E27FC236}">
                  <a16:creationId xmlns:a16="http://schemas.microsoft.com/office/drawing/2014/main" id="{12BBE7B1-2D2C-4E2F-BBF8-4E75CCC6E0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9" y="3270"/>
              <a:ext cx="56" cy="405"/>
            </a:xfrm>
            <a:custGeom>
              <a:avLst/>
              <a:gdLst>
                <a:gd name="T0" fmla="*/ 0 w 35"/>
                <a:gd name="T1" fmla="*/ 1021 h 255"/>
                <a:gd name="T2" fmla="*/ 110 w 35"/>
                <a:gd name="T3" fmla="*/ 530 h 255"/>
                <a:gd name="T4" fmla="*/ 115 w 35"/>
                <a:gd name="T5" fmla="*/ 0 h 255"/>
                <a:gd name="T6" fmla="*/ 77 w 35"/>
                <a:gd name="T7" fmla="*/ 519 h 255"/>
                <a:gd name="T8" fmla="*/ 0 w 35"/>
                <a:gd name="T9" fmla="*/ 1021 h 2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255">
                  <a:moveTo>
                    <a:pt x="0" y="255"/>
                  </a:moveTo>
                  <a:cubicBezTo>
                    <a:pt x="3" y="235"/>
                    <a:pt x="18" y="171"/>
                    <a:pt x="27" y="132"/>
                  </a:cubicBezTo>
                  <a:cubicBezTo>
                    <a:pt x="35" y="93"/>
                    <a:pt x="29" y="27"/>
                    <a:pt x="28" y="0"/>
                  </a:cubicBezTo>
                  <a:cubicBezTo>
                    <a:pt x="26" y="27"/>
                    <a:pt x="26" y="102"/>
                    <a:pt x="19" y="130"/>
                  </a:cubicBezTo>
                  <a:cubicBezTo>
                    <a:pt x="13" y="158"/>
                    <a:pt x="3" y="234"/>
                    <a:pt x="0" y="255"/>
                  </a:cubicBezTo>
                </a:path>
              </a:pathLst>
            </a:custGeom>
            <a:solidFill>
              <a:srgbClr val="EFCA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107" name="Freeform 534">
              <a:extLst>
                <a:ext uri="{FF2B5EF4-FFF2-40B4-BE49-F238E27FC236}">
                  <a16:creationId xmlns:a16="http://schemas.microsoft.com/office/drawing/2014/main" id="{70FF41D2-8F68-4B3B-A1E2-7F8435401A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5" y="3950"/>
              <a:ext cx="94" cy="85"/>
            </a:xfrm>
            <a:custGeom>
              <a:avLst/>
              <a:gdLst>
                <a:gd name="T0" fmla="*/ 104 w 59"/>
                <a:gd name="T1" fmla="*/ 204 h 53"/>
                <a:gd name="T2" fmla="*/ 158 w 59"/>
                <a:gd name="T3" fmla="*/ 165 h 53"/>
                <a:gd name="T4" fmla="*/ 223 w 59"/>
                <a:gd name="T5" fmla="*/ 132 h 53"/>
                <a:gd name="T6" fmla="*/ 198 w 59"/>
                <a:gd name="T7" fmla="*/ 0 h 53"/>
                <a:gd name="T8" fmla="*/ 155 w 59"/>
                <a:gd name="T9" fmla="*/ 95 h 53"/>
                <a:gd name="T10" fmla="*/ 115 w 59"/>
                <a:gd name="T11" fmla="*/ 95 h 53"/>
                <a:gd name="T12" fmla="*/ 104 w 59"/>
                <a:gd name="T13" fmla="*/ 136 h 53"/>
                <a:gd name="T14" fmla="*/ 35 w 59"/>
                <a:gd name="T15" fmla="*/ 144 h 53"/>
                <a:gd name="T16" fmla="*/ 21 w 59"/>
                <a:gd name="T17" fmla="*/ 191 h 5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9" h="53">
                  <a:moveTo>
                    <a:pt x="26" y="49"/>
                  </a:moveTo>
                  <a:cubicBezTo>
                    <a:pt x="34" y="53"/>
                    <a:pt x="34" y="43"/>
                    <a:pt x="39" y="40"/>
                  </a:cubicBezTo>
                  <a:cubicBezTo>
                    <a:pt x="44" y="37"/>
                    <a:pt x="50" y="40"/>
                    <a:pt x="55" y="32"/>
                  </a:cubicBezTo>
                  <a:cubicBezTo>
                    <a:pt x="59" y="22"/>
                    <a:pt x="54" y="9"/>
                    <a:pt x="49" y="0"/>
                  </a:cubicBezTo>
                  <a:cubicBezTo>
                    <a:pt x="48" y="15"/>
                    <a:pt x="54" y="22"/>
                    <a:pt x="38" y="23"/>
                  </a:cubicBezTo>
                  <a:cubicBezTo>
                    <a:pt x="36" y="23"/>
                    <a:pt x="30" y="22"/>
                    <a:pt x="28" y="23"/>
                  </a:cubicBezTo>
                  <a:cubicBezTo>
                    <a:pt x="24" y="26"/>
                    <a:pt x="28" y="31"/>
                    <a:pt x="26" y="33"/>
                  </a:cubicBezTo>
                  <a:cubicBezTo>
                    <a:pt x="22" y="39"/>
                    <a:pt x="15" y="33"/>
                    <a:pt x="9" y="35"/>
                  </a:cubicBezTo>
                  <a:cubicBezTo>
                    <a:pt x="0" y="37"/>
                    <a:pt x="4" y="47"/>
                    <a:pt x="5" y="46"/>
                  </a:cubicBezTo>
                </a:path>
              </a:pathLst>
            </a:custGeom>
            <a:solidFill>
              <a:srgbClr val="EFCA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108" name="Freeform 535">
              <a:extLst>
                <a:ext uri="{FF2B5EF4-FFF2-40B4-BE49-F238E27FC236}">
                  <a16:creationId xmlns:a16="http://schemas.microsoft.com/office/drawing/2014/main" id="{CE4C97D7-42CA-42C6-8A66-1B951CA2D2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7" y="2165"/>
              <a:ext cx="37" cy="22"/>
            </a:xfrm>
            <a:custGeom>
              <a:avLst/>
              <a:gdLst>
                <a:gd name="T0" fmla="*/ 29 w 23"/>
                <a:gd name="T1" fmla="*/ 0 h 14"/>
                <a:gd name="T2" fmla="*/ 29 w 23"/>
                <a:gd name="T3" fmla="*/ 47 h 14"/>
                <a:gd name="T4" fmla="*/ 68 w 23"/>
                <a:gd name="T5" fmla="*/ 2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14">
                  <a:moveTo>
                    <a:pt x="7" y="0"/>
                  </a:moveTo>
                  <a:cubicBezTo>
                    <a:pt x="0" y="1"/>
                    <a:pt x="0" y="9"/>
                    <a:pt x="7" y="12"/>
                  </a:cubicBezTo>
                  <a:cubicBezTo>
                    <a:pt x="12" y="14"/>
                    <a:pt x="23" y="6"/>
                    <a:pt x="16" y="5"/>
                  </a:cubicBezTo>
                </a:path>
              </a:pathLst>
            </a:custGeom>
            <a:solidFill>
              <a:srgbClr val="EFCA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109" name="Freeform 536">
              <a:extLst>
                <a:ext uri="{FF2B5EF4-FFF2-40B4-BE49-F238E27FC236}">
                  <a16:creationId xmlns:a16="http://schemas.microsoft.com/office/drawing/2014/main" id="{09910E18-C986-4108-8133-2B716F18E5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3" y="2295"/>
              <a:ext cx="98" cy="104"/>
            </a:xfrm>
            <a:custGeom>
              <a:avLst/>
              <a:gdLst>
                <a:gd name="T0" fmla="*/ 0 w 62"/>
                <a:gd name="T1" fmla="*/ 266 h 65"/>
                <a:gd name="T2" fmla="*/ 245 w 62"/>
                <a:gd name="T3" fmla="*/ 0 h 6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2" h="65">
                  <a:moveTo>
                    <a:pt x="0" y="65"/>
                  </a:moveTo>
                  <a:cubicBezTo>
                    <a:pt x="19" y="55"/>
                    <a:pt x="46" y="27"/>
                    <a:pt x="62" y="0"/>
                  </a:cubicBezTo>
                </a:path>
              </a:pathLst>
            </a:custGeom>
            <a:solidFill>
              <a:srgbClr val="EFCA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110" name="Freeform 537">
              <a:extLst>
                <a:ext uri="{FF2B5EF4-FFF2-40B4-BE49-F238E27FC236}">
                  <a16:creationId xmlns:a16="http://schemas.microsoft.com/office/drawing/2014/main" id="{4AD8ADA7-61DB-49C2-BAA6-1B87756CD9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4" y="2310"/>
              <a:ext cx="91" cy="98"/>
            </a:xfrm>
            <a:custGeom>
              <a:avLst/>
              <a:gdLst>
                <a:gd name="T0" fmla="*/ 0 w 57"/>
                <a:gd name="T1" fmla="*/ 245 h 62"/>
                <a:gd name="T2" fmla="*/ 231 w 57"/>
                <a:gd name="T3" fmla="*/ 0 h 62"/>
                <a:gd name="T4" fmla="*/ 0 w 57"/>
                <a:gd name="T5" fmla="*/ 245 h 6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7" h="62">
                  <a:moveTo>
                    <a:pt x="0" y="62"/>
                  </a:moveTo>
                  <a:cubicBezTo>
                    <a:pt x="17" y="54"/>
                    <a:pt x="51" y="20"/>
                    <a:pt x="57" y="0"/>
                  </a:cubicBezTo>
                  <a:cubicBezTo>
                    <a:pt x="51" y="7"/>
                    <a:pt x="26" y="47"/>
                    <a:pt x="0" y="62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111" name="Freeform 538">
              <a:extLst>
                <a:ext uri="{FF2B5EF4-FFF2-40B4-BE49-F238E27FC236}">
                  <a16:creationId xmlns:a16="http://schemas.microsoft.com/office/drawing/2014/main" id="{601D95A7-93BC-4A29-8C8C-E4A26BE7BD0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1" y="2300"/>
              <a:ext cx="99" cy="102"/>
            </a:xfrm>
            <a:custGeom>
              <a:avLst/>
              <a:gdLst>
                <a:gd name="T0" fmla="*/ 252 w 62"/>
                <a:gd name="T1" fmla="*/ 260 h 64"/>
                <a:gd name="T2" fmla="*/ 0 w 62"/>
                <a:gd name="T3" fmla="*/ 0 h 6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2" h="64">
                  <a:moveTo>
                    <a:pt x="62" y="64"/>
                  </a:moveTo>
                  <a:cubicBezTo>
                    <a:pt x="43" y="55"/>
                    <a:pt x="16" y="26"/>
                    <a:pt x="0" y="0"/>
                  </a:cubicBezTo>
                </a:path>
              </a:pathLst>
            </a:custGeom>
            <a:solidFill>
              <a:srgbClr val="EFCA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112" name="Freeform 539">
              <a:extLst>
                <a:ext uri="{FF2B5EF4-FFF2-40B4-BE49-F238E27FC236}">
                  <a16:creationId xmlns:a16="http://schemas.microsoft.com/office/drawing/2014/main" id="{F2C6B7F4-A6A6-41D3-9A69-C713A0E15B3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8" y="2313"/>
              <a:ext cx="91" cy="98"/>
            </a:xfrm>
            <a:custGeom>
              <a:avLst/>
              <a:gdLst>
                <a:gd name="T0" fmla="*/ 231 w 57"/>
                <a:gd name="T1" fmla="*/ 245 h 62"/>
                <a:gd name="T2" fmla="*/ 0 w 57"/>
                <a:gd name="T3" fmla="*/ 0 h 62"/>
                <a:gd name="T4" fmla="*/ 231 w 57"/>
                <a:gd name="T5" fmla="*/ 245 h 6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7" h="62">
                  <a:moveTo>
                    <a:pt x="57" y="62"/>
                  </a:moveTo>
                  <a:cubicBezTo>
                    <a:pt x="40" y="55"/>
                    <a:pt x="6" y="21"/>
                    <a:pt x="0" y="0"/>
                  </a:cubicBezTo>
                  <a:cubicBezTo>
                    <a:pt x="6" y="8"/>
                    <a:pt x="31" y="48"/>
                    <a:pt x="57" y="62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113" name="Freeform 540">
              <a:extLst>
                <a:ext uri="{FF2B5EF4-FFF2-40B4-BE49-F238E27FC236}">
                  <a16:creationId xmlns:a16="http://schemas.microsoft.com/office/drawing/2014/main" id="{1E3D9046-748E-4C9B-AB0A-36554B53B80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0" y="1253"/>
              <a:ext cx="58" cy="65"/>
            </a:xfrm>
            <a:custGeom>
              <a:avLst/>
              <a:gdLst>
                <a:gd name="T0" fmla="*/ 137 w 36"/>
                <a:gd name="T1" fmla="*/ 0 h 41"/>
                <a:gd name="T2" fmla="*/ 0 w 36"/>
                <a:gd name="T3" fmla="*/ 149 h 41"/>
                <a:gd name="T4" fmla="*/ 103 w 36"/>
                <a:gd name="T5" fmla="*/ 116 h 41"/>
                <a:gd name="T6" fmla="*/ 143 w 36"/>
                <a:gd name="T7" fmla="*/ 16 h 41"/>
                <a:gd name="T8" fmla="*/ 150 w 36"/>
                <a:gd name="T9" fmla="*/ 8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41">
                  <a:moveTo>
                    <a:pt x="33" y="0"/>
                  </a:moveTo>
                  <a:cubicBezTo>
                    <a:pt x="24" y="14"/>
                    <a:pt x="19" y="39"/>
                    <a:pt x="0" y="37"/>
                  </a:cubicBezTo>
                  <a:cubicBezTo>
                    <a:pt x="12" y="38"/>
                    <a:pt x="17" y="41"/>
                    <a:pt x="25" y="29"/>
                  </a:cubicBezTo>
                  <a:cubicBezTo>
                    <a:pt x="30" y="22"/>
                    <a:pt x="36" y="12"/>
                    <a:pt x="34" y="4"/>
                  </a:cubicBezTo>
                  <a:cubicBezTo>
                    <a:pt x="35" y="3"/>
                    <a:pt x="35" y="2"/>
                    <a:pt x="36" y="2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114" name="Freeform 541">
              <a:extLst>
                <a:ext uri="{FF2B5EF4-FFF2-40B4-BE49-F238E27FC236}">
                  <a16:creationId xmlns:a16="http://schemas.microsoft.com/office/drawing/2014/main" id="{992EE7B1-ABC4-44EE-A354-1548D50B87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4" y="1295"/>
              <a:ext cx="143" cy="23"/>
            </a:xfrm>
            <a:custGeom>
              <a:avLst/>
              <a:gdLst>
                <a:gd name="T0" fmla="*/ 0 w 90"/>
                <a:gd name="T1" fmla="*/ 0 h 14"/>
                <a:gd name="T2" fmla="*/ 151 w 90"/>
                <a:gd name="T3" fmla="*/ 20 h 14"/>
                <a:gd name="T4" fmla="*/ 361 w 90"/>
                <a:gd name="T5" fmla="*/ 41 h 14"/>
                <a:gd name="T6" fmla="*/ 219 w 90"/>
                <a:gd name="T7" fmla="*/ 54 h 14"/>
                <a:gd name="T8" fmla="*/ 81 w 90"/>
                <a:gd name="T9" fmla="*/ 13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0" h="14">
                  <a:moveTo>
                    <a:pt x="0" y="0"/>
                  </a:moveTo>
                  <a:cubicBezTo>
                    <a:pt x="13" y="0"/>
                    <a:pt x="25" y="2"/>
                    <a:pt x="38" y="4"/>
                  </a:cubicBezTo>
                  <a:cubicBezTo>
                    <a:pt x="55" y="6"/>
                    <a:pt x="74" y="6"/>
                    <a:pt x="90" y="9"/>
                  </a:cubicBezTo>
                  <a:cubicBezTo>
                    <a:pt x="79" y="11"/>
                    <a:pt x="67" y="14"/>
                    <a:pt x="55" y="12"/>
                  </a:cubicBezTo>
                  <a:cubicBezTo>
                    <a:pt x="43" y="9"/>
                    <a:pt x="33" y="2"/>
                    <a:pt x="20" y="3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115" name="Freeform 542">
              <a:extLst>
                <a:ext uri="{FF2B5EF4-FFF2-40B4-BE49-F238E27FC236}">
                  <a16:creationId xmlns:a16="http://schemas.microsoft.com/office/drawing/2014/main" id="{BE8F9CDC-4E9B-4486-90E2-443BD27F19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0" y="1268"/>
              <a:ext cx="192" cy="45"/>
            </a:xfrm>
            <a:custGeom>
              <a:avLst/>
              <a:gdLst>
                <a:gd name="T0" fmla="*/ 384 w 120"/>
                <a:gd name="T1" fmla="*/ 47 h 28"/>
                <a:gd name="T2" fmla="*/ 184 w 120"/>
                <a:gd name="T3" fmla="*/ 88 h 28"/>
                <a:gd name="T4" fmla="*/ 0 w 120"/>
                <a:gd name="T5" fmla="*/ 82 h 28"/>
                <a:gd name="T6" fmla="*/ 246 w 120"/>
                <a:gd name="T7" fmla="*/ 26 h 28"/>
                <a:gd name="T8" fmla="*/ 491 w 120"/>
                <a:gd name="T9" fmla="*/ 37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0" h="28">
                  <a:moveTo>
                    <a:pt x="94" y="11"/>
                  </a:moveTo>
                  <a:cubicBezTo>
                    <a:pt x="77" y="12"/>
                    <a:pt x="61" y="18"/>
                    <a:pt x="45" y="21"/>
                  </a:cubicBezTo>
                  <a:cubicBezTo>
                    <a:pt x="32" y="23"/>
                    <a:pt x="11" y="28"/>
                    <a:pt x="0" y="20"/>
                  </a:cubicBezTo>
                  <a:cubicBezTo>
                    <a:pt x="19" y="20"/>
                    <a:pt x="42" y="10"/>
                    <a:pt x="60" y="6"/>
                  </a:cubicBezTo>
                  <a:cubicBezTo>
                    <a:pt x="81" y="1"/>
                    <a:pt x="102" y="0"/>
                    <a:pt x="120" y="9"/>
                  </a:cubicBezTo>
                </a:path>
              </a:pathLst>
            </a:custGeom>
            <a:solidFill>
              <a:srgbClr val="EFCA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116" name="Freeform 543">
              <a:extLst>
                <a:ext uri="{FF2B5EF4-FFF2-40B4-BE49-F238E27FC236}">
                  <a16:creationId xmlns:a16="http://schemas.microsoft.com/office/drawing/2014/main" id="{3F0886CB-FDF7-47DA-8710-E0960AB09C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3" y="1295"/>
              <a:ext cx="145" cy="23"/>
            </a:xfrm>
            <a:custGeom>
              <a:avLst/>
              <a:gdLst>
                <a:gd name="T0" fmla="*/ 368 w 91"/>
                <a:gd name="T1" fmla="*/ 0 h 14"/>
                <a:gd name="T2" fmla="*/ 210 w 91"/>
                <a:gd name="T3" fmla="*/ 20 h 14"/>
                <a:gd name="T4" fmla="*/ 0 w 91"/>
                <a:gd name="T5" fmla="*/ 41 h 14"/>
                <a:gd name="T6" fmla="*/ 142 w 91"/>
                <a:gd name="T7" fmla="*/ 54 h 14"/>
                <a:gd name="T8" fmla="*/ 284 w 91"/>
                <a:gd name="T9" fmla="*/ 13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1" h="14">
                  <a:moveTo>
                    <a:pt x="91" y="0"/>
                  </a:moveTo>
                  <a:cubicBezTo>
                    <a:pt x="77" y="0"/>
                    <a:pt x="65" y="2"/>
                    <a:pt x="52" y="4"/>
                  </a:cubicBezTo>
                  <a:cubicBezTo>
                    <a:pt x="35" y="6"/>
                    <a:pt x="17" y="6"/>
                    <a:pt x="0" y="9"/>
                  </a:cubicBezTo>
                  <a:cubicBezTo>
                    <a:pt x="12" y="11"/>
                    <a:pt x="23" y="14"/>
                    <a:pt x="35" y="12"/>
                  </a:cubicBezTo>
                  <a:cubicBezTo>
                    <a:pt x="47" y="9"/>
                    <a:pt x="58" y="2"/>
                    <a:pt x="70" y="3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117" name="Freeform 544">
              <a:extLst>
                <a:ext uri="{FF2B5EF4-FFF2-40B4-BE49-F238E27FC236}">
                  <a16:creationId xmlns:a16="http://schemas.microsoft.com/office/drawing/2014/main" id="{8E5283D9-801F-418B-86D6-6B50C02D56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2" y="2650"/>
              <a:ext cx="35" cy="346"/>
            </a:xfrm>
            <a:custGeom>
              <a:avLst/>
              <a:gdLst>
                <a:gd name="T0" fmla="*/ 0 w 22"/>
                <a:gd name="T1" fmla="*/ 0 h 218"/>
                <a:gd name="T2" fmla="*/ 81 w 22"/>
                <a:gd name="T3" fmla="*/ 871 h 218"/>
                <a:gd name="T4" fmla="*/ 0 w 22"/>
                <a:gd name="T5" fmla="*/ 0 h 2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218">
                  <a:moveTo>
                    <a:pt x="0" y="0"/>
                  </a:moveTo>
                  <a:cubicBezTo>
                    <a:pt x="0" y="41"/>
                    <a:pt x="10" y="145"/>
                    <a:pt x="20" y="218"/>
                  </a:cubicBezTo>
                  <a:cubicBezTo>
                    <a:pt x="22" y="174"/>
                    <a:pt x="13" y="39"/>
                    <a:pt x="0" y="0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118" name="Freeform 545">
              <a:extLst>
                <a:ext uri="{FF2B5EF4-FFF2-40B4-BE49-F238E27FC236}">
                  <a16:creationId xmlns:a16="http://schemas.microsoft.com/office/drawing/2014/main" id="{54CCBEFE-4B98-41C8-9E55-A702AB1A14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9" y="2443"/>
              <a:ext cx="59" cy="115"/>
            </a:xfrm>
            <a:custGeom>
              <a:avLst/>
              <a:gdLst>
                <a:gd name="T0" fmla="*/ 97 w 37"/>
                <a:gd name="T1" fmla="*/ 16 h 72"/>
                <a:gd name="T2" fmla="*/ 110 w 37"/>
                <a:gd name="T3" fmla="*/ 107 h 72"/>
                <a:gd name="T4" fmla="*/ 110 w 37"/>
                <a:gd name="T5" fmla="*/ 187 h 72"/>
                <a:gd name="T6" fmla="*/ 77 w 37"/>
                <a:gd name="T7" fmla="*/ 257 h 72"/>
                <a:gd name="T8" fmla="*/ 0 w 37"/>
                <a:gd name="T9" fmla="*/ 286 h 72"/>
                <a:gd name="T10" fmla="*/ 77 w 37"/>
                <a:gd name="T11" fmla="*/ 286 h 72"/>
                <a:gd name="T12" fmla="*/ 142 w 37"/>
                <a:gd name="T13" fmla="*/ 192 h 72"/>
                <a:gd name="T14" fmla="*/ 104 w 37"/>
                <a:gd name="T15" fmla="*/ 0 h 7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7" h="72">
                  <a:moveTo>
                    <a:pt x="24" y="4"/>
                  </a:moveTo>
                  <a:cubicBezTo>
                    <a:pt x="24" y="12"/>
                    <a:pt x="26" y="19"/>
                    <a:pt x="27" y="26"/>
                  </a:cubicBezTo>
                  <a:cubicBezTo>
                    <a:pt x="28" y="33"/>
                    <a:pt x="28" y="39"/>
                    <a:pt x="27" y="46"/>
                  </a:cubicBezTo>
                  <a:cubicBezTo>
                    <a:pt x="26" y="52"/>
                    <a:pt x="24" y="59"/>
                    <a:pt x="19" y="63"/>
                  </a:cubicBezTo>
                  <a:cubicBezTo>
                    <a:pt x="13" y="68"/>
                    <a:pt x="7" y="68"/>
                    <a:pt x="0" y="70"/>
                  </a:cubicBezTo>
                  <a:cubicBezTo>
                    <a:pt x="6" y="72"/>
                    <a:pt x="14" y="71"/>
                    <a:pt x="19" y="70"/>
                  </a:cubicBezTo>
                  <a:cubicBezTo>
                    <a:pt x="27" y="67"/>
                    <a:pt x="34" y="56"/>
                    <a:pt x="35" y="47"/>
                  </a:cubicBezTo>
                  <a:cubicBezTo>
                    <a:pt x="37" y="30"/>
                    <a:pt x="29" y="16"/>
                    <a:pt x="26" y="0"/>
                  </a:cubicBezTo>
                </a:path>
              </a:pathLst>
            </a:custGeom>
            <a:solidFill>
              <a:srgbClr val="EFCA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119" name="Freeform 546">
              <a:extLst>
                <a:ext uri="{FF2B5EF4-FFF2-40B4-BE49-F238E27FC236}">
                  <a16:creationId xmlns:a16="http://schemas.microsoft.com/office/drawing/2014/main" id="{56AB1E67-DF4B-479F-BE21-6E46963666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3" y="1551"/>
              <a:ext cx="36" cy="40"/>
            </a:xfrm>
            <a:custGeom>
              <a:avLst/>
              <a:gdLst>
                <a:gd name="T0" fmla="*/ 22 w 23"/>
                <a:gd name="T1" fmla="*/ 13 h 25"/>
                <a:gd name="T2" fmla="*/ 53 w 23"/>
                <a:gd name="T3" fmla="*/ 90 h 25"/>
                <a:gd name="T4" fmla="*/ 83 w 23"/>
                <a:gd name="T5" fmla="*/ 48 h 25"/>
                <a:gd name="T6" fmla="*/ 47 w 23"/>
                <a:gd name="T7" fmla="*/ 0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25">
                  <a:moveTo>
                    <a:pt x="6" y="3"/>
                  </a:moveTo>
                  <a:cubicBezTo>
                    <a:pt x="0" y="11"/>
                    <a:pt x="3" y="25"/>
                    <a:pt x="14" y="22"/>
                  </a:cubicBezTo>
                  <a:cubicBezTo>
                    <a:pt x="18" y="21"/>
                    <a:pt x="21" y="17"/>
                    <a:pt x="22" y="12"/>
                  </a:cubicBezTo>
                  <a:cubicBezTo>
                    <a:pt x="23" y="5"/>
                    <a:pt x="18" y="2"/>
                    <a:pt x="12" y="0"/>
                  </a:cubicBezTo>
                </a:path>
              </a:pathLst>
            </a:custGeom>
            <a:solidFill>
              <a:srgbClr val="EFCA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120" name="Freeform 547">
              <a:extLst>
                <a:ext uri="{FF2B5EF4-FFF2-40B4-BE49-F238E27FC236}">
                  <a16:creationId xmlns:a16="http://schemas.microsoft.com/office/drawing/2014/main" id="{74BD405E-AF76-4786-8FA1-E8D321911B0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3" y="1551"/>
              <a:ext cx="53" cy="54"/>
            </a:xfrm>
            <a:custGeom>
              <a:avLst/>
              <a:gdLst>
                <a:gd name="T0" fmla="*/ 67 w 33"/>
                <a:gd name="T1" fmla="*/ 0 h 34"/>
                <a:gd name="T2" fmla="*/ 26 w 33"/>
                <a:gd name="T3" fmla="*/ 81 h 34"/>
                <a:gd name="T4" fmla="*/ 108 w 33"/>
                <a:gd name="T5" fmla="*/ 13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34">
                  <a:moveTo>
                    <a:pt x="16" y="0"/>
                  </a:moveTo>
                  <a:cubicBezTo>
                    <a:pt x="7" y="0"/>
                    <a:pt x="0" y="10"/>
                    <a:pt x="6" y="20"/>
                  </a:cubicBezTo>
                  <a:cubicBezTo>
                    <a:pt x="15" y="34"/>
                    <a:pt x="33" y="17"/>
                    <a:pt x="26" y="3"/>
                  </a:cubicBezTo>
                </a:path>
              </a:pathLst>
            </a:custGeom>
            <a:solidFill>
              <a:srgbClr val="EFCA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121" name="Freeform 548">
              <a:extLst>
                <a:ext uri="{FF2B5EF4-FFF2-40B4-BE49-F238E27FC236}">
                  <a16:creationId xmlns:a16="http://schemas.microsoft.com/office/drawing/2014/main" id="{DA6067DA-776B-4FD6-95F2-A5E894637B9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2" y="2114"/>
              <a:ext cx="13" cy="21"/>
            </a:xfrm>
            <a:custGeom>
              <a:avLst/>
              <a:gdLst>
                <a:gd name="T0" fmla="*/ 0 w 8"/>
                <a:gd name="T1" fmla="*/ 0 h 13"/>
                <a:gd name="T2" fmla="*/ 34 w 8"/>
                <a:gd name="T3" fmla="*/ 55 h 13"/>
                <a:gd name="T4" fmla="*/ 8 w 8"/>
                <a:gd name="T5" fmla="*/ 0 h 13"/>
                <a:gd name="T6" fmla="*/ 0 w 8"/>
                <a:gd name="T7" fmla="*/ 0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13">
                  <a:moveTo>
                    <a:pt x="0" y="0"/>
                  </a:moveTo>
                  <a:cubicBezTo>
                    <a:pt x="2" y="4"/>
                    <a:pt x="5" y="10"/>
                    <a:pt x="8" y="13"/>
                  </a:cubicBezTo>
                  <a:cubicBezTo>
                    <a:pt x="5" y="10"/>
                    <a:pt x="3" y="3"/>
                    <a:pt x="2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122" name="Freeform 549">
              <a:extLst>
                <a:ext uri="{FF2B5EF4-FFF2-40B4-BE49-F238E27FC236}">
                  <a16:creationId xmlns:a16="http://schemas.microsoft.com/office/drawing/2014/main" id="{43D2CA25-51DF-4BA0-A425-CB64A099A0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9" y="1523"/>
              <a:ext cx="5" cy="172"/>
            </a:xfrm>
            <a:custGeom>
              <a:avLst/>
              <a:gdLst>
                <a:gd name="T0" fmla="*/ 0 w 3"/>
                <a:gd name="T1" fmla="*/ 436 h 108"/>
                <a:gd name="T2" fmla="*/ 0 w 3"/>
                <a:gd name="T3" fmla="*/ 432 h 108"/>
                <a:gd name="T4" fmla="*/ 0 w 3"/>
                <a:gd name="T5" fmla="*/ 0 h 10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108">
                  <a:moveTo>
                    <a:pt x="0" y="108"/>
                  </a:moveTo>
                  <a:cubicBezTo>
                    <a:pt x="0" y="107"/>
                    <a:pt x="0" y="107"/>
                    <a:pt x="0" y="107"/>
                  </a:cubicBezTo>
                  <a:cubicBezTo>
                    <a:pt x="2" y="71"/>
                    <a:pt x="3" y="7"/>
                    <a:pt x="0" y="0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123" name="Freeform 550">
              <a:extLst>
                <a:ext uri="{FF2B5EF4-FFF2-40B4-BE49-F238E27FC236}">
                  <a16:creationId xmlns:a16="http://schemas.microsoft.com/office/drawing/2014/main" id="{5ACD89B2-FEAF-4E99-8D8A-6A52D08310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1" y="1561"/>
              <a:ext cx="2" cy="5"/>
            </a:xfrm>
            <a:custGeom>
              <a:avLst/>
              <a:gdLst>
                <a:gd name="T0" fmla="*/ 0 w 1"/>
                <a:gd name="T1" fmla="*/ 13 h 3"/>
                <a:gd name="T2" fmla="*/ 8 w 1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cubicBezTo>
                    <a:pt x="0" y="2"/>
                    <a:pt x="0" y="1"/>
                    <a:pt x="1" y="0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124" name="Freeform 551">
              <a:extLst>
                <a:ext uri="{FF2B5EF4-FFF2-40B4-BE49-F238E27FC236}">
                  <a16:creationId xmlns:a16="http://schemas.microsoft.com/office/drawing/2014/main" id="{19E45EE4-4E7F-4835-AEF2-A7E18385A7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1" y="1551"/>
              <a:ext cx="34" cy="39"/>
            </a:xfrm>
            <a:custGeom>
              <a:avLst/>
              <a:gdLst>
                <a:gd name="T0" fmla="*/ 42 w 21"/>
                <a:gd name="T1" fmla="*/ 0 h 24"/>
                <a:gd name="T2" fmla="*/ 89 w 21"/>
                <a:gd name="T3" fmla="*/ 54 h 24"/>
                <a:gd name="T4" fmla="*/ 42 w 21"/>
                <a:gd name="T5" fmla="*/ 102 h 24"/>
                <a:gd name="T6" fmla="*/ 0 w 21"/>
                <a:gd name="T7" fmla="*/ 75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24">
                  <a:moveTo>
                    <a:pt x="10" y="0"/>
                  </a:moveTo>
                  <a:cubicBezTo>
                    <a:pt x="16" y="0"/>
                    <a:pt x="21" y="6"/>
                    <a:pt x="21" y="12"/>
                  </a:cubicBezTo>
                  <a:cubicBezTo>
                    <a:pt x="21" y="19"/>
                    <a:pt x="16" y="24"/>
                    <a:pt x="10" y="24"/>
                  </a:cubicBezTo>
                  <a:cubicBezTo>
                    <a:pt x="6" y="24"/>
                    <a:pt x="2" y="22"/>
                    <a:pt x="0" y="17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125" name="Oval 552">
              <a:extLst>
                <a:ext uri="{FF2B5EF4-FFF2-40B4-BE49-F238E27FC236}">
                  <a16:creationId xmlns:a16="http://schemas.microsoft.com/office/drawing/2014/main" id="{FD6ED172-4D05-441F-A432-1F2E384F49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82" y="1566"/>
              <a:ext cx="10" cy="11"/>
            </a:xfrm>
            <a:prstGeom prst="ellipse">
              <a:avLst/>
            </a:prstGeom>
            <a:noFill/>
            <a:ln w="4763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126" name="Freeform 553">
              <a:extLst>
                <a:ext uri="{FF2B5EF4-FFF2-40B4-BE49-F238E27FC236}">
                  <a16:creationId xmlns:a16="http://schemas.microsoft.com/office/drawing/2014/main" id="{BD3D97C0-A6FD-446C-8D27-B20750BD28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3" y="1284"/>
              <a:ext cx="154" cy="19"/>
            </a:xfrm>
            <a:custGeom>
              <a:avLst/>
              <a:gdLst>
                <a:gd name="T0" fmla="*/ 0 w 97"/>
                <a:gd name="T1" fmla="*/ 5 h 12"/>
                <a:gd name="T2" fmla="*/ 35 w 97"/>
                <a:gd name="T3" fmla="*/ 8 h 12"/>
                <a:gd name="T4" fmla="*/ 76 w 97"/>
                <a:gd name="T5" fmla="*/ 13 h 12"/>
                <a:gd name="T6" fmla="*/ 211 w 97"/>
                <a:gd name="T7" fmla="*/ 33 h 12"/>
                <a:gd name="T8" fmla="*/ 260 w 97"/>
                <a:gd name="T9" fmla="*/ 40 h 12"/>
                <a:gd name="T10" fmla="*/ 387 w 97"/>
                <a:gd name="T11" fmla="*/ 40 h 12"/>
                <a:gd name="T12" fmla="*/ 260 w 97"/>
                <a:gd name="T13" fmla="*/ 33 h 12"/>
                <a:gd name="T14" fmla="*/ 211 w 97"/>
                <a:gd name="T15" fmla="*/ 25 h 12"/>
                <a:gd name="T16" fmla="*/ 76 w 97"/>
                <a:gd name="T17" fmla="*/ 5 h 12"/>
                <a:gd name="T18" fmla="*/ 35 w 97"/>
                <a:gd name="T19" fmla="*/ 0 h 12"/>
                <a:gd name="T20" fmla="*/ 0 w 97"/>
                <a:gd name="T21" fmla="*/ 5 h 1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7" h="12">
                  <a:moveTo>
                    <a:pt x="0" y="1"/>
                  </a:moveTo>
                  <a:cubicBezTo>
                    <a:pt x="9" y="2"/>
                    <a:pt x="9" y="2"/>
                    <a:pt x="9" y="2"/>
                  </a:cubicBezTo>
                  <a:cubicBezTo>
                    <a:pt x="13" y="3"/>
                    <a:pt x="19" y="3"/>
                    <a:pt x="19" y="3"/>
                  </a:cubicBezTo>
                  <a:cubicBezTo>
                    <a:pt x="30" y="4"/>
                    <a:pt x="43" y="6"/>
                    <a:pt x="53" y="8"/>
                  </a:cubicBezTo>
                  <a:cubicBezTo>
                    <a:pt x="65" y="10"/>
                    <a:pt x="65" y="10"/>
                    <a:pt x="65" y="10"/>
                  </a:cubicBezTo>
                  <a:cubicBezTo>
                    <a:pt x="76" y="12"/>
                    <a:pt x="90" y="11"/>
                    <a:pt x="97" y="10"/>
                  </a:cubicBezTo>
                  <a:cubicBezTo>
                    <a:pt x="90" y="11"/>
                    <a:pt x="76" y="10"/>
                    <a:pt x="65" y="8"/>
                  </a:cubicBezTo>
                  <a:cubicBezTo>
                    <a:pt x="53" y="6"/>
                    <a:pt x="53" y="6"/>
                    <a:pt x="53" y="6"/>
                  </a:cubicBezTo>
                  <a:cubicBezTo>
                    <a:pt x="43" y="4"/>
                    <a:pt x="31" y="2"/>
                    <a:pt x="19" y="1"/>
                  </a:cubicBezTo>
                  <a:cubicBezTo>
                    <a:pt x="19" y="1"/>
                    <a:pt x="13" y="1"/>
                    <a:pt x="9" y="0"/>
                  </a:cubicBezTo>
                  <a:cubicBezTo>
                    <a:pt x="9" y="0"/>
                    <a:pt x="0" y="1"/>
                    <a:pt x="0" y="1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127" name="Freeform 554">
              <a:extLst>
                <a:ext uri="{FF2B5EF4-FFF2-40B4-BE49-F238E27FC236}">
                  <a16:creationId xmlns:a16="http://schemas.microsoft.com/office/drawing/2014/main" id="{195B5C04-7238-4215-ABAC-CC35A2A0038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9" y="1221"/>
              <a:ext cx="74" cy="79"/>
            </a:xfrm>
            <a:custGeom>
              <a:avLst/>
              <a:gdLst>
                <a:gd name="T0" fmla="*/ 97 w 46"/>
                <a:gd name="T1" fmla="*/ 185 h 50"/>
                <a:gd name="T2" fmla="*/ 82 w 46"/>
                <a:gd name="T3" fmla="*/ 190 h 50"/>
                <a:gd name="T4" fmla="*/ 69 w 46"/>
                <a:gd name="T5" fmla="*/ 185 h 50"/>
                <a:gd name="T6" fmla="*/ 0 w 46"/>
                <a:gd name="T7" fmla="*/ 87 h 50"/>
                <a:gd name="T8" fmla="*/ 69 w 46"/>
                <a:gd name="T9" fmla="*/ 193 h 50"/>
                <a:gd name="T10" fmla="*/ 82 w 46"/>
                <a:gd name="T11" fmla="*/ 198 h 50"/>
                <a:gd name="T12" fmla="*/ 97 w 46"/>
                <a:gd name="T13" fmla="*/ 193 h 50"/>
                <a:gd name="T14" fmla="*/ 191 w 46"/>
                <a:gd name="T15" fmla="*/ 0 h 50"/>
                <a:gd name="T16" fmla="*/ 97 w 46"/>
                <a:gd name="T17" fmla="*/ 185 h 5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6" h="50">
                  <a:moveTo>
                    <a:pt x="23" y="47"/>
                  </a:moveTo>
                  <a:cubicBezTo>
                    <a:pt x="20" y="48"/>
                    <a:pt x="20" y="48"/>
                    <a:pt x="20" y="48"/>
                  </a:cubicBezTo>
                  <a:cubicBezTo>
                    <a:pt x="17" y="47"/>
                    <a:pt x="17" y="47"/>
                    <a:pt x="17" y="47"/>
                  </a:cubicBezTo>
                  <a:cubicBezTo>
                    <a:pt x="13" y="47"/>
                    <a:pt x="6" y="37"/>
                    <a:pt x="0" y="22"/>
                  </a:cubicBezTo>
                  <a:cubicBezTo>
                    <a:pt x="3" y="28"/>
                    <a:pt x="10" y="48"/>
                    <a:pt x="17" y="49"/>
                  </a:cubicBezTo>
                  <a:cubicBezTo>
                    <a:pt x="20" y="50"/>
                    <a:pt x="20" y="50"/>
                    <a:pt x="20" y="50"/>
                  </a:cubicBezTo>
                  <a:cubicBezTo>
                    <a:pt x="23" y="49"/>
                    <a:pt x="23" y="49"/>
                    <a:pt x="23" y="49"/>
                  </a:cubicBezTo>
                  <a:cubicBezTo>
                    <a:pt x="32" y="48"/>
                    <a:pt x="42" y="19"/>
                    <a:pt x="46" y="0"/>
                  </a:cubicBezTo>
                  <a:cubicBezTo>
                    <a:pt x="42" y="20"/>
                    <a:pt x="30" y="46"/>
                    <a:pt x="23" y="47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128" name="Freeform 555">
              <a:extLst>
                <a:ext uri="{FF2B5EF4-FFF2-40B4-BE49-F238E27FC236}">
                  <a16:creationId xmlns:a16="http://schemas.microsoft.com/office/drawing/2014/main" id="{80E87198-931A-4F7C-B809-8B027AEFAEF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2" y="2162"/>
              <a:ext cx="42" cy="17"/>
            </a:xfrm>
            <a:custGeom>
              <a:avLst/>
              <a:gdLst>
                <a:gd name="T0" fmla="*/ 0 w 26"/>
                <a:gd name="T1" fmla="*/ 36 h 11"/>
                <a:gd name="T2" fmla="*/ 55 w 26"/>
                <a:gd name="T3" fmla="*/ 0 h 11"/>
                <a:gd name="T4" fmla="*/ 110 w 26"/>
                <a:gd name="T5" fmla="*/ 4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11">
                  <a:moveTo>
                    <a:pt x="0" y="10"/>
                  </a:moveTo>
                  <a:cubicBezTo>
                    <a:pt x="6" y="2"/>
                    <a:pt x="7" y="0"/>
                    <a:pt x="13" y="0"/>
                  </a:cubicBezTo>
                  <a:cubicBezTo>
                    <a:pt x="18" y="0"/>
                    <a:pt x="20" y="2"/>
                    <a:pt x="26" y="11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129" name="Freeform 556">
              <a:extLst>
                <a:ext uri="{FF2B5EF4-FFF2-40B4-BE49-F238E27FC236}">
                  <a16:creationId xmlns:a16="http://schemas.microsoft.com/office/drawing/2014/main" id="{59F8D21E-3D83-4946-8224-B08B8F73E6F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0" y="2171"/>
              <a:ext cx="26" cy="15"/>
            </a:xfrm>
            <a:custGeom>
              <a:avLst/>
              <a:gdLst>
                <a:gd name="T0" fmla="*/ 0 w 16"/>
                <a:gd name="T1" fmla="*/ 0 h 9"/>
                <a:gd name="T2" fmla="*/ 68 w 16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9">
                  <a:moveTo>
                    <a:pt x="0" y="0"/>
                  </a:moveTo>
                  <a:cubicBezTo>
                    <a:pt x="2" y="9"/>
                    <a:pt x="14" y="9"/>
                    <a:pt x="16" y="0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130" name="Freeform 557">
              <a:extLst>
                <a:ext uri="{FF2B5EF4-FFF2-40B4-BE49-F238E27FC236}">
                  <a16:creationId xmlns:a16="http://schemas.microsoft.com/office/drawing/2014/main" id="{176B10B2-EA60-4F8D-B1A8-896E62B0E0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2" y="2527"/>
              <a:ext cx="8" cy="137"/>
            </a:xfrm>
            <a:custGeom>
              <a:avLst/>
              <a:gdLst>
                <a:gd name="T0" fmla="*/ 0 w 5"/>
                <a:gd name="T1" fmla="*/ 0 h 86"/>
                <a:gd name="T2" fmla="*/ 5 w 5"/>
                <a:gd name="T3" fmla="*/ 145 h 86"/>
                <a:gd name="T4" fmla="*/ 16 w 5"/>
                <a:gd name="T5" fmla="*/ 347 h 8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86">
                  <a:moveTo>
                    <a:pt x="0" y="0"/>
                  </a:moveTo>
                  <a:cubicBezTo>
                    <a:pt x="0" y="11"/>
                    <a:pt x="2" y="30"/>
                    <a:pt x="1" y="36"/>
                  </a:cubicBezTo>
                  <a:cubicBezTo>
                    <a:pt x="1" y="44"/>
                    <a:pt x="5" y="79"/>
                    <a:pt x="4" y="86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131" name="Freeform 558">
              <a:extLst>
                <a:ext uri="{FF2B5EF4-FFF2-40B4-BE49-F238E27FC236}">
                  <a16:creationId xmlns:a16="http://schemas.microsoft.com/office/drawing/2014/main" id="{2ECAEB58-16F1-498C-BC74-48A7C21EC1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3" y="2535"/>
              <a:ext cx="4" cy="123"/>
            </a:xfrm>
            <a:custGeom>
              <a:avLst/>
              <a:gdLst>
                <a:gd name="T0" fmla="*/ 5 w 3"/>
                <a:gd name="T1" fmla="*/ 0 h 77"/>
                <a:gd name="T2" fmla="*/ 1 w 3"/>
                <a:gd name="T3" fmla="*/ 110 h 77"/>
                <a:gd name="T4" fmla="*/ 5 w 3"/>
                <a:gd name="T5" fmla="*/ 313 h 7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77">
                  <a:moveTo>
                    <a:pt x="2" y="0"/>
                  </a:moveTo>
                  <a:cubicBezTo>
                    <a:pt x="2" y="8"/>
                    <a:pt x="1" y="19"/>
                    <a:pt x="1" y="27"/>
                  </a:cubicBezTo>
                  <a:cubicBezTo>
                    <a:pt x="0" y="38"/>
                    <a:pt x="3" y="72"/>
                    <a:pt x="2" y="77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132" name="Freeform 559">
              <a:extLst>
                <a:ext uri="{FF2B5EF4-FFF2-40B4-BE49-F238E27FC236}">
                  <a16:creationId xmlns:a16="http://schemas.microsoft.com/office/drawing/2014/main" id="{BCF0A8ED-0E8C-4A15-8E5F-BD6C7BFCE2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3" y="2523"/>
              <a:ext cx="8" cy="117"/>
            </a:xfrm>
            <a:custGeom>
              <a:avLst/>
              <a:gdLst>
                <a:gd name="T0" fmla="*/ 13 w 5"/>
                <a:gd name="T1" fmla="*/ 0 h 74"/>
                <a:gd name="T2" fmla="*/ 13 w 5"/>
                <a:gd name="T3" fmla="*/ 87 h 74"/>
                <a:gd name="T4" fmla="*/ 0 w 5"/>
                <a:gd name="T5" fmla="*/ 293 h 7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74">
                  <a:moveTo>
                    <a:pt x="3" y="0"/>
                  </a:moveTo>
                  <a:cubicBezTo>
                    <a:pt x="4" y="7"/>
                    <a:pt x="5" y="13"/>
                    <a:pt x="3" y="22"/>
                  </a:cubicBezTo>
                  <a:cubicBezTo>
                    <a:pt x="1" y="34"/>
                    <a:pt x="0" y="74"/>
                    <a:pt x="0" y="74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133" name="Freeform 560">
              <a:extLst>
                <a:ext uri="{FF2B5EF4-FFF2-40B4-BE49-F238E27FC236}">
                  <a16:creationId xmlns:a16="http://schemas.microsoft.com/office/drawing/2014/main" id="{833825D8-A82D-4925-BEED-C7BA78A4A1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5" y="2481"/>
              <a:ext cx="8" cy="10"/>
            </a:xfrm>
            <a:custGeom>
              <a:avLst/>
              <a:gdLst>
                <a:gd name="T0" fmla="*/ 21 w 5"/>
                <a:gd name="T1" fmla="*/ 0 h 6"/>
                <a:gd name="T2" fmla="*/ 0 w 5"/>
                <a:gd name="T3" fmla="*/ 28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6">
                  <a:moveTo>
                    <a:pt x="5" y="0"/>
                  </a:moveTo>
                  <a:cubicBezTo>
                    <a:pt x="3" y="2"/>
                    <a:pt x="2" y="4"/>
                    <a:pt x="0" y="6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134" name="Freeform 561">
              <a:extLst>
                <a:ext uri="{FF2B5EF4-FFF2-40B4-BE49-F238E27FC236}">
                  <a16:creationId xmlns:a16="http://schemas.microsoft.com/office/drawing/2014/main" id="{649CCD85-9F7B-49F1-98F6-B0DB5F7E379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1" y="3995"/>
              <a:ext cx="35" cy="20"/>
            </a:xfrm>
            <a:custGeom>
              <a:avLst/>
              <a:gdLst>
                <a:gd name="T0" fmla="*/ 0 w 22"/>
                <a:gd name="T1" fmla="*/ 34 h 13"/>
                <a:gd name="T2" fmla="*/ 73 w 22"/>
                <a:gd name="T3" fmla="*/ 40 h 13"/>
                <a:gd name="T4" fmla="*/ 81 w 22"/>
                <a:gd name="T5" fmla="*/ 14 h 13"/>
                <a:gd name="T6" fmla="*/ 21 w 22"/>
                <a:gd name="T7" fmla="*/ 8 h 13"/>
                <a:gd name="T8" fmla="*/ 0 w 22"/>
                <a:gd name="T9" fmla="*/ 34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13">
                  <a:moveTo>
                    <a:pt x="0" y="9"/>
                  </a:moveTo>
                  <a:cubicBezTo>
                    <a:pt x="3" y="6"/>
                    <a:pt x="16" y="8"/>
                    <a:pt x="18" y="11"/>
                  </a:cubicBezTo>
                  <a:cubicBezTo>
                    <a:pt x="20" y="13"/>
                    <a:pt x="22" y="6"/>
                    <a:pt x="20" y="4"/>
                  </a:cubicBezTo>
                  <a:cubicBezTo>
                    <a:pt x="17" y="1"/>
                    <a:pt x="9" y="0"/>
                    <a:pt x="5" y="2"/>
                  </a:cubicBezTo>
                  <a:cubicBezTo>
                    <a:pt x="1" y="3"/>
                    <a:pt x="0" y="9"/>
                    <a:pt x="0" y="9"/>
                  </a:cubicBezTo>
                  <a:close/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135" name="Freeform 562">
              <a:extLst>
                <a:ext uri="{FF2B5EF4-FFF2-40B4-BE49-F238E27FC236}">
                  <a16:creationId xmlns:a16="http://schemas.microsoft.com/office/drawing/2014/main" id="{7F15A502-2D12-499E-86E5-F6D97038EE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7" y="3974"/>
              <a:ext cx="27" cy="59"/>
            </a:xfrm>
            <a:custGeom>
              <a:avLst/>
              <a:gdLst>
                <a:gd name="T0" fmla="*/ 68 w 17"/>
                <a:gd name="T1" fmla="*/ 0 h 37"/>
                <a:gd name="T2" fmla="*/ 16 w 17"/>
                <a:gd name="T3" fmla="*/ 77 h 37"/>
                <a:gd name="T4" fmla="*/ 8 w 17"/>
                <a:gd name="T5" fmla="*/ 150 h 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37">
                  <a:moveTo>
                    <a:pt x="17" y="0"/>
                  </a:moveTo>
                  <a:cubicBezTo>
                    <a:pt x="14" y="7"/>
                    <a:pt x="6" y="11"/>
                    <a:pt x="4" y="19"/>
                  </a:cubicBezTo>
                  <a:cubicBezTo>
                    <a:pt x="2" y="25"/>
                    <a:pt x="0" y="32"/>
                    <a:pt x="2" y="37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136" name="Freeform 563">
              <a:extLst>
                <a:ext uri="{FF2B5EF4-FFF2-40B4-BE49-F238E27FC236}">
                  <a16:creationId xmlns:a16="http://schemas.microsoft.com/office/drawing/2014/main" id="{06159E36-053F-4487-8DD3-2EB2E98642F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9" y="3961"/>
              <a:ext cx="32" cy="72"/>
            </a:xfrm>
            <a:custGeom>
              <a:avLst/>
              <a:gdLst>
                <a:gd name="T0" fmla="*/ 82 w 20"/>
                <a:gd name="T1" fmla="*/ 0 h 45"/>
                <a:gd name="T2" fmla="*/ 54 w 20"/>
                <a:gd name="T3" fmla="*/ 48 h 45"/>
                <a:gd name="T4" fmla="*/ 26 w 20"/>
                <a:gd name="T5" fmla="*/ 110 h 45"/>
                <a:gd name="T6" fmla="*/ 26 w 20"/>
                <a:gd name="T7" fmla="*/ 184 h 4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45">
                  <a:moveTo>
                    <a:pt x="20" y="0"/>
                  </a:moveTo>
                  <a:cubicBezTo>
                    <a:pt x="15" y="4"/>
                    <a:pt x="15" y="5"/>
                    <a:pt x="13" y="12"/>
                  </a:cubicBezTo>
                  <a:cubicBezTo>
                    <a:pt x="11" y="19"/>
                    <a:pt x="8" y="23"/>
                    <a:pt x="6" y="27"/>
                  </a:cubicBezTo>
                  <a:cubicBezTo>
                    <a:pt x="4" y="31"/>
                    <a:pt x="0" y="39"/>
                    <a:pt x="6" y="45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137" name="Freeform 564">
              <a:extLst>
                <a:ext uri="{FF2B5EF4-FFF2-40B4-BE49-F238E27FC236}">
                  <a16:creationId xmlns:a16="http://schemas.microsoft.com/office/drawing/2014/main" id="{8E5ACCF0-EB81-48C7-902B-FBD1C6F93E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1" y="3955"/>
              <a:ext cx="38" cy="64"/>
            </a:xfrm>
            <a:custGeom>
              <a:avLst/>
              <a:gdLst>
                <a:gd name="T0" fmla="*/ 95 w 24"/>
                <a:gd name="T1" fmla="*/ 0 h 40"/>
                <a:gd name="T2" fmla="*/ 40 w 24"/>
                <a:gd name="T3" fmla="*/ 67 h 40"/>
                <a:gd name="T4" fmla="*/ 13 w 24"/>
                <a:gd name="T5" fmla="*/ 128 h 40"/>
                <a:gd name="T6" fmla="*/ 5 w 24"/>
                <a:gd name="T7" fmla="*/ 163 h 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40">
                  <a:moveTo>
                    <a:pt x="24" y="0"/>
                  </a:moveTo>
                  <a:cubicBezTo>
                    <a:pt x="19" y="3"/>
                    <a:pt x="12" y="10"/>
                    <a:pt x="10" y="16"/>
                  </a:cubicBezTo>
                  <a:cubicBezTo>
                    <a:pt x="7" y="21"/>
                    <a:pt x="6" y="25"/>
                    <a:pt x="3" y="31"/>
                  </a:cubicBezTo>
                  <a:cubicBezTo>
                    <a:pt x="1" y="34"/>
                    <a:pt x="0" y="37"/>
                    <a:pt x="1" y="40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138" name="Freeform 565">
              <a:extLst>
                <a:ext uri="{FF2B5EF4-FFF2-40B4-BE49-F238E27FC236}">
                  <a16:creationId xmlns:a16="http://schemas.microsoft.com/office/drawing/2014/main" id="{D9D1E9B4-7AC6-4500-8980-4C914F1A65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0" y="3947"/>
              <a:ext cx="43" cy="56"/>
            </a:xfrm>
            <a:custGeom>
              <a:avLst/>
              <a:gdLst>
                <a:gd name="T0" fmla="*/ 108 w 27"/>
                <a:gd name="T1" fmla="*/ 0 h 35"/>
                <a:gd name="T2" fmla="*/ 53 w 27"/>
                <a:gd name="T3" fmla="*/ 46 h 35"/>
                <a:gd name="T4" fmla="*/ 5 w 27"/>
                <a:gd name="T5" fmla="*/ 115 h 35"/>
                <a:gd name="T6" fmla="*/ 0 w 27"/>
                <a:gd name="T7" fmla="*/ 144 h 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35">
                  <a:moveTo>
                    <a:pt x="27" y="0"/>
                  </a:moveTo>
                  <a:cubicBezTo>
                    <a:pt x="22" y="3"/>
                    <a:pt x="17" y="7"/>
                    <a:pt x="13" y="11"/>
                  </a:cubicBezTo>
                  <a:cubicBezTo>
                    <a:pt x="10" y="16"/>
                    <a:pt x="3" y="19"/>
                    <a:pt x="1" y="28"/>
                  </a:cubicBezTo>
                  <a:cubicBezTo>
                    <a:pt x="1" y="31"/>
                    <a:pt x="0" y="33"/>
                    <a:pt x="0" y="35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139" name="Freeform 566">
              <a:extLst>
                <a:ext uri="{FF2B5EF4-FFF2-40B4-BE49-F238E27FC236}">
                  <a16:creationId xmlns:a16="http://schemas.microsoft.com/office/drawing/2014/main" id="{7F0ABF3D-AD0F-490E-B253-15369D8F60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5" y="4011"/>
              <a:ext cx="24" cy="16"/>
            </a:xfrm>
            <a:custGeom>
              <a:avLst/>
              <a:gdLst>
                <a:gd name="T0" fmla="*/ 5 w 15"/>
                <a:gd name="T1" fmla="*/ 35 h 10"/>
                <a:gd name="T2" fmla="*/ 56 w 15"/>
                <a:gd name="T3" fmla="*/ 35 h 10"/>
                <a:gd name="T4" fmla="*/ 34 w 15"/>
                <a:gd name="T5" fmla="*/ 0 h 10"/>
                <a:gd name="T6" fmla="*/ 5 w 15"/>
                <a:gd name="T7" fmla="*/ 35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0">
                  <a:moveTo>
                    <a:pt x="1" y="9"/>
                  </a:moveTo>
                  <a:cubicBezTo>
                    <a:pt x="6" y="10"/>
                    <a:pt x="12" y="10"/>
                    <a:pt x="14" y="9"/>
                  </a:cubicBezTo>
                  <a:cubicBezTo>
                    <a:pt x="15" y="8"/>
                    <a:pt x="15" y="1"/>
                    <a:pt x="8" y="0"/>
                  </a:cubicBezTo>
                  <a:cubicBezTo>
                    <a:pt x="1" y="0"/>
                    <a:pt x="0" y="8"/>
                    <a:pt x="1" y="9"/>
                  </a:cubicBezTo>
                  <a:close/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140" name="Freeform 567">
              <a:extLst>
                <a:ext uri="{FF2B5EF4-FFF2-40B4-BE49-F238E27FC236}">
                  <a16:creationId xmlns:a16="http://schemas.microsoft.com/office/drawing/2014/main" id="{B23043C4-5F41-4892-AA9D-56976A8CD7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5" y="4003"/>
              <a:ext cx="23" cy="14"/>
            </a:xfrm>
            <a:custGeom>
              <a:avLst/>
              <a:gdLst>
                <a:gd name="T0" fmla="*/ 5 w 14"/>
                <a:gd name="T1" fmla="*/ 26 h 9"/>
                <a:gd name="T2" fmla="*/ 58 w 14"/>
                <a:gd name="T3" fmla="*/ 30 h 9"/>
                <a:gd name="T4" fmla="*/ 26 w 14"/>
                <a:gd name="T5" fmla="*/ 0 h 9"/>
                <a:gd name="T6" fmla="*/ 5 w 14"/>
                <a:gd name="T7" fmla="*/ 26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9">
                  <a:moveTo>
                    <a:pt x="1" y="7"/>
                  </a:moveTo>
                  <a:cubicBezTo>
                    <a:pt x="5" y="8"/>
                    <a:pt x="12" y="9"/>
                    <a:pt x="13" y="8"/>
                  </a:cubicBezTo>
                  <a:cubicBezTo>
                    <a:pt x="14" y="7"/>
                    <a:pt x="13" y="0"/>
                    <a:pt x="6" y="0"/>
                  </a:cubicBezTo>
                  <a:cubicBezTo>
                    <a:pt x="2" y="0"/>
                    <a:pt x="0" y="6"/>
                    <a:pt x="1" y="7"/>
                  </a:cubicBezTo>
                  <a:close/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141" name="Freeform 568">
              <a:extLst>
                <a:ext uri="{FF2B5EF4-FFF2-40B4-BE49-F238E27FC236}">
                  <a16:creationId xmlns:a16="http://schemas.microsoft.com/office/drawing/2014/main" id="{0109E7CB-74A1-4586-A99C-89A06C83B2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1" y="3996"/>
              <a:ext cx="23" cy="13"/>
            </a:xfrm>
            <a:custGeom>
              <a:avLst/>
              <a:gdLst>
                <a:gd name="T0" fmla="*/ 5 w 14"/>
                <a:gd name="T1" fmla="*/ 29 h 8"/>
                <a:gd name="T2" fmla="*/ 58 w 14"/>
                <a:gd name="T3" fmla="*/ 29 h 8"/>
                <a:gd name="T4" fmla="*/ 26 w 14"/>
                <a:gd name="T5" fmla="*/ 0 h 8"/>
                <a:gd name="T6" fmla="*/ 5 w 14"/>
                <a:gd name="T7" fmla="*/ 29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8">
                  <a:moveTo>
                    <a:pt x="1" y="7"/>
                  </a:moveTo>
                  <a:cubicBezTo>
                    <a:pt x="5" y="6"/>
                    <a:pt x="11" y="8"/>
                    <a:pt x="13" y="7"/>
                  </a:cubicBezTo>
                  <a:cubicBezTo>
                    <a:pt x="14" y="6"/>
                    <a:pt x="13" y="0"/>
                    <a:pt x="6" y="0"/>
                  </a:cubicBezTo>
                  <a:cubicBezTo>
                    <a:pt x="2" y="0"/>
                    <a:pt x="0" y="6"/>
                    <a:pt x="1" y="7"/>
                  </a:cubicBezTo>
                  <a:close/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142" name="Freeform 569">
              <a:extLst>
                <a:ext uri="{FF2B5EF4-FFF2-40B4-BE49-F238E27FC236}">
                  <a16:creationId xmlns:a16="http://schemas.microsoft.com/office/drawing/2014/main" id="{CD737274-38E3-491F-A502-D1C2E0721D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0" y="4004"/>
              <a:ext cx="7" cy="21"/>
            </a:xfrm>
            <a:custGeom>
              <a:avLst/>
              <a:gdLst>
                <a:gd name="T0" fmla="*/ 0 w 4"/>
                <a:gd name="T1" fmla="*/ 0 h 13"/>
                <a:gd name="T2" fmla="*/ 0 w 4"/>
                <a:gd name="T3" fmla="*/ 55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3">
                  <a:moveTo>
                    <a:pt x="0" y="0"/>
                  </a:moveTo>
                  <a:cubicBezTo>
                    <a:pt x="2" y="5"/>
                    <a:pt x="4" y="7"/>
                    <a:pt x="0" y="13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143" name="Freeform 570">
              <a:extLst>
                <a:ext uri="{FF2B5EF4-FFF2-40B4-BE49-F238E27FC236}">
                  <a16:creationId xmlns:a16="http://schemas.microsoft.com/office/drawing/2014/main" id="{4A94C721-4183-4072-B7B1-A0B9978E38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6" y="3825"/>
              <a:ext cx="3" cy="24"/>
            </a:xfrm>
            <a:custGeom>
              <a:avLst/>
              <a:gdLst>
                <a:gd name="T0" fmla="*/ 8 w 2"/>
                <a:gd name="T1" fmla="*/ 0 h 15"/>
                <a:gd name="T2" fmla="*/ 0 w 2"/>
                <a:gd name="T3" fmla="*/ 61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5">
                  <a:moveTo>
                    <a:pt x="2" y="0"/>
                  </a:moveTo>
                  <a:cubicBezTo>
                    <a:pt x="2" y="3"/>
                    <a:pt x="0" y="15"/>
                    <a:pt x="0" y="15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144" name="Freeform 571">
              <a:extLst>
                <a:ext uri="{FF2B5EF4-FFF2-40B4-BE49-F238E27FC236}">
                  <a16:creationId xmlns:a16="http://schemas.microsoft.com/office/drawing/2014/main" id="{8FCC787E-7CE7-4279-A271-684379636D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1" y="3995"/>
              <a:ext cx="37" cy="20"/>
            </a:xfrm>
            <a:custGeom>
              <a:avLst/>
              <a:gdLst>
                <a:gd name="T0" fmla="*/ 97 w 23"/>
                <a:gd name="T1" fmla="*/ 34 h 13"/>
                <a:gd name="T2" fmla="*/ 16 w 23"/>
                <a:gd name="T3" fmla="*/ 40 h 13"/>
                <a:gd name="T4" fmla="*/ 8 w 23"/>
                <a:gd name="T5" fmla="*/ 14 h 13"/>
                <a:gd name="T6" fmla="*/ 76 w 23"/>
                <a:gd name="T7" fmla="*/ 8 h 13"/>
                <a:gd name="T8" fmla="*/ 97 w 23"/>
                <a:gd name="T9" fmla="*/ 34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3">
                  <a:moveTo>
                    <a:pt x="23" y="9"/>
                  </a:moveTo>
                  <a:cubicBezTo>
                    <a:pt x="20" y="6"/>
                    <a:pt x="7" y="8"/>
                    <a:pt x="4" y="11"/>
                  </a:cubicBezTo>
                  <a:cubicBezTo>
                    <a:pt x="2" y="13"/>
                    <a:pt x="0" y="6"/>
                    <a:pt x="2" y="4"/>
                  </a:cubicBezTo>
                  <a:cubicBezTo>
                    <a:pt x="6" y="1"/>
                    <a:pt x="13" y="0"/>
                    <a:pt x="18" y="2"/>
                  </a:cubicBezTo>
                  <a:cubicBezTo>
                    <a:pt x="21" y="3"/>
                    <a:pt x="23" y="9"/>
                    <a:pt x="23" y="9"/>
                  </a:cubicBezTo>
                  <a:close/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145" name="Freeform 572">
              <a:extLst>
                <a:ext uri="{FF2B5EF4-FFF2-40B4-BE49-F238E27FC236}">
                  <a16:creationId xmlns:a16="http://schemas.microsoft.com/office/drawing/2014/main" id="{9C90ABEC-32C7-4F0A-B56D-0A3A53817F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5" y="3974"/>
              <a:ext cx="27" cy="57"/>
            </a:xfrm>
            <a:custGeom>
              <a:avLst/>
              <a:gdLst>
                <a:gd name="T0" fmla="*/ 0 w 17"/>
                <a:gd name="T1" fmla="*/ 0 h 36"/>
                <a:gd name="T2" fmla="*/ 52 w 17"/>
                <a:gd name="T3" fmla="*/ 76 h 36"/>
                <a:gd name="T4" fmla="*/ 56 w 17"/>
                <a:gd name="T5" fmla="*/ 143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36">
                  <a:moveTo>
                    <a:pt x="0" y="0"/>
                  </a:moveTo>
                  <a:cubicBezTo>
                    <a:pt x="2" y="7"/>
                    <a:pt x="10" y="11"/>
                    <a:pt x="13" y="19"/>
                  </a:cubicBezTo>
                  <a:cubicBezTo>
                    <a:pt x="15" y="25"/>
                    <a:pt x="17" y="32"/>
                    <a:pt x="14" y="36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146" name="Freeform 573">
              <a:extLst>
                <a:ext uri="{FF2B5EF4-FFF2-40B4-BE49-F238E27FC236}">
                  <a16:creationId xmlns:a16="http://schemas.microsoft.com/office/drawing/2014/main" id="{57095067-64E8-46FE-BF28-0769C0B31C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6" y="3961"/>
              <a:ext cx="34" cy="72"/>
            </a:xfrm>
            <a:custGeom>
              <a:avLst/>
              <a:gdLst>
                <a:gd name="T0" fmla="*/ 0 w 21"/>
                <a:gd name="T1" fmla="*/ 0 h 45"/>
                <a:gd name="T2" fmla="*/ 34 w 21"/>
                <a:gd name="T3" fmla="*/ 48 h 45"/>
                <a:gd name="T4" fmla="*/ 63 w 21"/>
                <a:gd name="T5" fmla="*/ 110 h 45"/>
                <a:gd name="T6" fmla="*/ 60 w 21"/>
                <a:gd name="T7" fmla="*/ 184 h 4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45">
                  <a:moveTo>
                    <a:pt x="0" y="0"/>
                  </a:moveTo>
                  <a:cubicBezTo>
                    <a:pt x="5" y="4"/>
                    <a:pt x="6" y="5"/>
                    <a:pt x="8" y="12"/>
                  </a:cubicBezTo>
                  <a:cubicBezTo>
                    <a:pt x="9" y="19"/>
                    <a:pt x="12" y="23"/>
                    <a:pt x="15" y="27"/>
                  </a:cubicBezTo>
                  <a:cubicBezTo>
                    <a:pt x="17" y="31"/>
                    <a:pt x="21" y="39"/>
                    <a:pt x="14" y="45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147" name="Freeform 574">
              <a:extLst>
                <a:ext uri="{FF2B5EF4-FFF2-40B4-BE49-F238E27FC236}">
                  <a16:creationId xmlns:a16="http://schemas.microsoft.com/office/drawing/2014/main" id="{0D4C6713-8D67-4FCC-A6B1-BE3C9C457DF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9" y="3955"/>
              <a:ext cx="38" cy="64"/>
            </a:xfrm>
            <a:custGeom>
              <a:avLst/>
              <a:gdLst>
                <a:gd name="T0" fmla="*/ 0 w 24"/>
                <a:gd name="T1" fmla="*/ 0 h 40"/>
                <a:gd name="T2" fmla="*/ 60 w 24"/>
                <a:gd name="T3" fmla="*/ 67 h 40"/>
                <a:gd name="T4" fmla="*/ 87 w 24"/>
                <a:gd name="T5" fmla="*/ 128 h 40"/>
                <a:gd name="T6" fmla="*/ 95 w 24"/>
                <a:gd name="T7" fmla="*/ 163 h 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40">
                  <a:moveTo>
                    <a:pt x="0" y="0"/>
                  </a:moveTo>
                  <a:cubicBezTo>
                    <a:pt x="5" y="3"/>
                    <a:pt x="13" y="10"/>
                    <a:pt x="15" y="16"/>
                  </a:cubicBezTo>
                  <a:cubicBezTo>
                    <a:pt x="17" y="21"/>
                    <a:pt x="19" y="25"/>
                    <a:pt x="22" y="31"/>
                  </a:cubicBezTo>
                  <a:cubicBezTo>
                    <a:pt x="23" y="34"/>
                    <a:pt x="24" y="37"/>
                    <a:pt x="24" y="40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148" name="Freeform 575">
              <a:extLst>
                <a:ext uri="{FF2B5EF4-FFF2-40B4-BE49-F238E27FC236}">
                  <a16:creationId xmlns:a16="http://schemas.microsoft.com/office/drawing/2014/main" id="{3A533A89-3684-4EA3-A3C7-ECAFCD46CA0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5" y="3947"/>
              <a:ext cx="44" cy="56"/>
            </a:xfrm>
            <a:custGeom>
              <a:avLst/>
              <a:gdLst>
                <a:gd name="T0" fmla="*/ 0 w 28"/>
                <a:gd name="T1" fmla="*/ 0 h 35"/>
                <a:gd name="T2" fmla="*/ 55 w 28"/>
                <a:gd name="T3" fmla="*/ 46 h 35"/>
                <a:gd name="T4" fmla="*/ 104 w 28"/>
                <a:gd name="T5" fmla="*/ 115 h 35"/>
                <a:gd name="T6" fmla="*/ 108 w 28"/>
                <a:gd name="T7" fmla="*/ 144 h 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35">
                  <a:moveTo>
                    <a:pt x="0" y="0"/>
                  </a:moveTo>
                  <a:cubicBezTo>
                    <a:pt x="6" y="3"/>
                    <a:pt x="11" y="7"/>
                    <a:pt x="14" y="11"/>
                  </a:cubicBezTo>
                  <a:cubicBezTo>
                    <a:pt x="18" y="16"/>
                    <a:pt x="24" y="19"/>
                    <a:pt x="27" y="28"/>
                  </a:cubicBezTo>
                  <a:cubicBezTo>
                    <a:pt x="27" y="31"/>
                    <a:pt x="28" y="33"/>
                    <a:pt x="28" y="35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149" name="Freeform 576">
              <a:extLst>
                <a:ext uri="{FF2B5EF4-FFF2-40B4-BE49-F238E27FC236}">
                  <a16:creationId xmlns:a16="http://schemas.microsoft.com/office/drawing/2014/main" id="{642BB5BD-58C6-4CB6-B84B-0C7AA1D77E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8" y="4011"/>
              <a:ext cx="24" cy="16"/>
            </a:xfrm>
            <a:custGeom>
              <a:avLst/>
              <a:gdLst>
                <a:gd name="T0" fmla="*/ 61 w 15"/>
                <a:gd name="T1" fmla="*/ 35 h 10"/>
                <a:gd name="T2" fmla="*/ 8 w 15"/>
                <a:gd name="T3" fmla="*/ 35 h 10"/>
                <a:gd name="T4" fmla="*/ 34 w 15"/>
                <a:gd name="T5" fmla="*/ 0 h 10"/>
                <a:gd name="T6" fmla="*/ 61 w 15"/>
                <a:gd name="T7" fmla="*/ 35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0">
                  <a:moveTo>
                    <a:pt x="15" y="9"/>
                  </a:moveTo>
                  <a:cubicBezTo>
                    <a:pt x="10" y="10"/>
                    <a:pt x="3" y="10"/>
                    <a:pt x="2" y="9"/>
                  </a:cubicBezTo>
                  <a:cubicBezTo>
                    <a:pt x="0" y="8"/>
                    <a:pt x="1" y="1"/>
                    <a:pt x="8" y="0"/>
                  </a:cubicBezTo>
                  <a:cubicBezTo>
                    <a:pt x="14" y="0"/>
                    <a:pt x="15" y="8"/>
                    <a:pt x="15" y="9"/>
                  </a:cubicBezTo>
                  <a:close/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150" name="Freeform 577">
              <a:extLst>
                <a:ext uri="{FF2B5EF4-FFF2-40B4-BE49-F238E27FC236}">
                  <a16:creationId xmlns:a16="http://schemas.microsoft.com/office/drawing/2014/main" id="{C85FDC13-F69E-40D9-B3D8-4F9578C962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0" y="4003"/>
              <a:ext cx="22" cy="14"/>
            </a:xfrm>
            <a:custGeom>
              <a:avLst/>
              <a:gdLst>
                <a:gd name="T0" fmla="*/ 55 w 14"/>
                <a:gd name="T1" fmla="*/ 26 h 9"/>
                <a:gd name="T2" fmla="*/ 8 w 14"/>
                <a:gd name="T3" fmla="*/ 30 h 9"/>
                <a:gd name="T4" fmla="*/ 35 w 14"/>
                <a:gd name="T5" fmla="*/ 0 h 9"/>
                <a:gd name="T6" fmla="*/ 55 w 14"/>
                <a:gd name="T7" fmla="*/ 26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9">
                  <a:moveTo>
                    <a:pt x="14" y="7"/>
                  </a:moveTo>
                  <a:cubicBezTo>
                    <a:pt x="9" y="8"/>
                    <a:pt x="3" y="9"/>
                    <a:pt x="2" y="8"/>
                  </a:cubicBezTo>
                  <a:cubicBezTo>
                    <a:pt x="0" y="7"/>
                    <a:pt x="2" y="0"/>
                    <a:pt x="9" y="0"/>
                  </a:cubicBezTo>
                  <a:cubicBezTo>
                    <a:pt x="13" y="0"/>
                    <a:pt x="14" y="6"/>
                    <a:pt x="14" y="7"/>
                  </a:cubicBezTo>
                  <a:close/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151" name="Freeform 578">
              <a:extLst>
                <a:ext uri="{FF2B5EF4-FFF2-40B4-BE49-F238E27FC236}">
                  <a16:creationId xmlns:a16="http://schemas.microsoft.com/office/drawing/2014/main" id="{271808CE-F338-4F5C-91DC-C44299D1E6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5" y="3996"/>
              <a:ext cx="21" cy="13"/>
            </a:xfrm>
            <a:custGeom>
              <a:avLst/>
              <a:gdLst>
                <a:gd name="T0" fmla="*/ 55 w 13"/>
                <a:gd name="T1" fmla="*/ 29 h 8"/>
                <a:gd name="T2" fmla="*/ 5 w 13"/>
                <a:gd name="T3" fmla="*/ 29 h 8"/>
                <a:gd name="T4" fmla="*/ 29 w 13"/>
                <a:gd name="T5" fmla="*/ 0 h 8"/>
                <a:gd name="T6" fmla="*/ 55 w 13"/>
                <a:gd name="T7" fmla="*/ 29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8">
                  <a:moveTo>
                    <a:pt x="13" y="7"/>
                  </a:moveTo>
                  <a:cubicBezTo>
                    <a:pt x="8" y="6"/>
                    <a:pt x="2" y="8"/>
                    <a:pt x="1" y="7"/>
                  </a:cubicBezTo>
                  <a:cubicBezTo>
                    <a:pt x="0" y="6"/>
                    <a:pt x="1" y="0"/>
                    <a:pt x="7" y="0"/>
                  </a:cubicBezTo>
                  <a:cubicBezTo>
                    <a:pt x="11" y="0"/>
                    <a:pt x="13" y="6"/>
                    <a:pt x="13" y="7"/>
                  </a:cubicBezTo>
                  <a:close/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152" name="Freeform 579">
              <a:extLst>
                <a:ext uri="{FF2B5EF4-FFF2-40B4-BE49-F238E27FC236}">
                  <a16:creationId xmlns:a16="http://schemas.microsoft.com/office/drawing/2014/main" id="{BA7DC37F-D7F7-4A86-8632-28F14386DE4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1" y="4004"/>
              <a:ext cx="8" cy="21"/>
            </a:xfrm>
            <a:custGeom>
              <a:avLst/>
              <a:gdLst>
                <a:gd name="T0" fmla="*/ 16 w 5"/>
                <a:gd name="T1" fmla="*/ 0 h 13"/>
                <a:gd name="T2" fmla="*/ 21 w 5"/>
                <a:gd name="T3" fmla="*/ 55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3">
                  <a:moveTo>
                    <a:pt x="4" y="0"/>
                  </a:moveTo>
                  <a:cubicBezTo>
                    <a:pt x="2" y="5"/>
                    <a:pt x="0" y="7"/>
                    <a:pt x="5" y="13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153" name="Freeform 580">
              <a:extLst>
                <a:ext uri="{FF2B5EF4-FFF2-40B4-BE49-F238E27FC236}">
                  <a16:creationId xmlns:a16="http://schemas.microsoft.com/office/drawing/2014/main" id="{750A6163-5315-4BA6-B8A6-3F819907AA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0" y="3825"/>
              <a:ext cx="3" cy="24"/>
            </a:xfrm>
            <a:custGeom>
              <a:avLst/>
              <a:gdLst>
                <a:gd name="T0" fmla="*/ 0 w 2"/>
                <a:gd name="T1" fmla="*/ 0 h 15"/>
                <a:gd name="T2" fmla="*/ 8 w 2"/>
                <a:gd name="T3" fmla="*/ 61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5">
                  <a:moveTo>
                    <a:pt x="0" y="0"/>
                  </a:moveTo>
                  <a:cubicBezTo>
                    <a:pt x="0" y="3"/>
                    <a:pt x="2" y="15"/>
                    <a:pt x="2" y="15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154" name="Freeform 581">
              <a:extLst>
                <a:ext uri="{FF2B5EF4-FFF2-40B4-BE49-F238E27FC236}">
                  <a16:creationId xmlns:a16="http://schemas.microsoft.com/office/drawing/2014/main" id="{191E0C50-7201-4591-BC18-92B4502C8F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8" y="1917"/>
              <a:ext cx="55" cy="35"/>
            </a:xfrm>
            <a:custGeom>
              <a:avLst/>
              <a:gdLst>
                <a:gd name="T0" fmla="*/ 76 w 34"/>
                <a:gd name="T1" fmla="*/ 46 h 22"/>
                <a:gd name="T2" fmla="*/ 16 w 34"/>
                <a:gd name="T3" fmla="*/ 81 h 22"/>
                <a:gd name="T4" fmla="*/ 0 w 34"/>
                <a:gd name="T5" fmla="*/ 73 h 22"/>
                <a:gd name="T6" fmla="*/ 16 w 34"/>
                <a:gd name="T7" fmla="*/ 84 h 22"/>
                <a:gd name="T8" fmla="*/ 76 w 34"/>
                <a:gd name="T9" fmla="*/ 46 h 22"/>
                <a:gd name="T10" fmla="*/ 144 w 34"/>
                <a:gd name="T11" fmla="*/ 0 h 22"/>
                <a:gd name="T12" fmla="*/ 76 w 34"/>
                <a:gd name="T13" fmla="*/ 46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4" h="22">
                  <a:moveTo>
                    <a:pt x="18" y="11"/>
                  </a:moveTo>
                  <a:cubicBezTo>
                    <a:pt x="12" y="16"/>
                    <a:pt x="7" y="21"/>
                    <a:pt x="4" y="20"/>
                  </a:cubicBezTo>
                  <a:cubicBezTo>
                    <a:pt x="2" y="20"/>
                    <a:pt x="1" y="19"/>
                    <a:pt x="0" y="18"/>
                  </a:cubicBezTo>
                  <a:cubicBezTo>
                    <a:pt x="1" y="20"/>
                    <a:pt x="2" y="21"/>
                    <a:pt x="4" y="21"/>
                  </a:cubicBezTo>
                  <a:cubicBezTo>
                    <a:pt x="8" y="22"/>
                    <a:pt x="13" y="17"/>
                    <a:pt x="18" y="11"/>
                  </a:cubicBezTo>
                  <a:cubicBezTo>
                    <a:pt x="23" y="6"/>
                    <a:pt x="29" y="0"/>
                    <a:pt x="34" y="0"/>
                  </a:cubicBezTo>
                  <a:cubicBezTo>
                    <a:pt x="29" y="0"/>
                    <a:pt x="23" y="5"/>
                    <a:pt x="18" y="11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155" name="Freeform 582">
              <a:extLst>
                <a:ext uri="{FF2B5EF4-FFF2-40B4-BE49-F238E27FC236}">
                  <a16:creationId xmlns:a16="http://schemas.microsoft.com/office/drawing/2014/main" id="{B1861DC6-95F7-40C6-A8A1-248AF37F800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9" y="1626"/>
              <a:ext cx="180" cy="34"/>
            </a:xfrm>
            <a:custGeom>
              <a:avLst/>
              <a:gdLst>
                <a:gd name="T0" fmla="*/ 0 w 113"/>
                <a:gd name="T1" fmla="*/ 0 h 21"/>
                <a:gd name="T2" fmla="*/ 352 w 113"/>
                <a:gd name="T3" fmla="*/ 42 h 21"/>
                <a:gd name="T4" fmla="*/ 457 w 113"/>
                <a:gd name="T5" fmla="*/ 21 h 21"/>
                <a:gd name="T6" fmla="*/ 352 w 113"/>
                <a:gd name="T7" fmla="*/ 34 h 21"/>
                <a:gd name="T8" fmla="*/ 0 w 113"/>
                <a:gd name="T9" fmla="*/ 0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3" h="21">
                  <a:moveTo>
                    <a:pt x="0" y="0"/>
                  </a:moveTo>
                  <a:cubicBezTo>
                    <a:pt x="22" y="21"/>
                    <a:pt x="56" y="15"/>
                    <a:pt x="87" y="10"/>
                  </a:cubicBezTo>
                  <a:cubicBezTo>
                    <a:pt x="96" y="8"/>
                    <a:pt x="105" y="5"/>
                    <a:pt x="113" y="5"/>
                  </a:cubicBezTo>
                  <a:cubicBezTo>
                    <a:pt x="105" y="5"/>
                    <a:pt x="96" y="6"/>
                    <a:pt x="87" y="8"/>
                  </a:cubicBezTo>
                  <a:cubicBezTo>
                    <a:pt x="56" y="13"/>
                    <a:pt x="21" y="20"/>
                    <a:pt x="0" y="0"/>
                  </a:cubicBezTo>
                </a:path>
              </a:pathLst>
            </a:custGeom>
            <a:solidFill>
              <a:srgbClr val="EFCA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156" name="Freeform 583">
              <a:extLst>
                <a:ext uri="{FF2B5EF4-FFF2-40B4-BE49-F238E27FC236}">
                  <a16:creationId xmlns:a16="http://schemas.microsoft.com/office/drawing/2014/main" id="{2882A13F-26DB-4B8D-AC02-9528F1E45C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9" y="2283"/>
              <a:ext cx="119" cy="133"/>
            </a:xfrm>
            <a:custGeom>
              <a:avLst/>
              <a:gdLst>
                <a:gd name="T0" fmla="*/ 0 w 75"/>
                <a:gd name="T1" fmla="*/ 0 h 84"/>
                <a:gd name="T2" fmla="*/ 60 w 75"/>
                <a:gd name="T3" fmla="*/ 108 h 84"/>
                <a:gd name="T4" fmla="*/ 83 w 75"/>
                <a:gd name="T5" fmla="*/ 138 h 84"/>
                <a:gd name="T6" fmla="*/ 300 w 75"/>
                <a:gd name="T7" fmla="*/ 334 h 84"/>
                <a:gd name="T8" fmla="*/ 89 w 75"/>
                <a:gd name="T9" fmla="*/ 138 h 84"/>
                <a:gd name="T10" fmla="*/ 63 w 75"/>
                <a:gd name="T11" fmla="*/ 108 h 84"/>
                <a:gd name="T12" fmla="*/ 0 w 75"/>
                <a:gd name="T13" fmla="*/ 0 h 8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5" h="84">
                  <a:moveTo>
                    <a:pt x="0" y="0"/>
                  </a:moveTo>
                  <a:cubicBezTo>
                    <a:pt x="3" y="9"/>
                    <a:pt x="8" y="18"/>
                    <a:pt x="15" y="27"/>
                  </a:cubicBezTo>
                  <a:cubicBezTo>
                    <a:pt x="21" y="35"/>
                    <a:pt x="21" y="35"/>
                    <a:pt x="21" y="35"/>
                  </a:cubicBezTo>
                  <a:cubicBezTo>
                    <a:pt x="30" y="50"/>
                    <a:pt x="64" y="80"/>
                    <a:pt x="75" y="84"/>
                  </a:cubicBezTo>
                  <a:cubicBezTo>
                    <a:pt x="64" y="80"/>
                    <a:pt x="32" y="50"/>
                    <a:pt x="22" y="35"/>
                  </a:cubicBezTo>
                  <a:cubicBezTo>
                    <a:pt x="16" y="27"/>
                    <a:pt x="16" y="27"/>
                    <a:pt x="16" y="27"/>
                  </a:cubicBezTo>
                  <a:cubicBezTo>
                    <a:pt x="10" y="18"/>
                    <a:pt x="3" y="9"/>
                    <a:pt x="0" y="0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157" name="Freeform 584">
              <a:extLst>
                <a:ext uri="{FF2B5EF4-FFF2-40B4-BE49-F238E27FC236}">
                  <a16:creationId xmlns:a16="http://schemas.microsoft.com/office/drawing/2014/main" id="{992068FE-9B55-48BC-B62E-9EFD73EB611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1" y="2278"/>
              <a:ext cx="122" cy="133"/>
            </a:xfrm>
            <a:custGeom>
              <a:avLst/>
              <a:gdLst>
                <a:gd name="T0" fmla="*/ 247 w 76"/>
                <a:gd name="T1" fmla="*/ 108 h 84"/>
                <a:gd name="T2" fmla="*/ 225 w 76"/>
                <a:gd name="T3" fmla="*/ 143 h 84"/>
                <a:gd name="T4" fmla="*/ 0 w 76"/>
                <a:gd name="T5" fmla="*/ 334 h 84"/>
                <a:gd name="T6" fmla="*/ 226 w 76"/>
                <a:gd name="T7" fmla="*/ 143 h 84"/>
                <a:gd name="T8" fmla="*/ 252 w 76"/>
                <a:gd name="T9" fmla="*/ 108 h 84"/>
                <a:gd name="T10" fmla="*/ 315 w 76"/>
                <a:gd name="T11" fmla="*/ 0 h 84"/>
                <a:gd name="T12" fmla="*/ 247 w 76"/>
                <a:gd name="T13" fmla="*/ 108 h 8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6" h="84">
                  <a:moveTo>
                    <a:pt x="60" y="27"/>
                  </a:moveTo>
                  <a:cubicBezTo>
                    <a:pt x="54" y="36"/>
                    <a:pt x="54" y="36"/>
                    <a:pt x="54" y="36"/>
                  </a:cubicBezTo>
                  <a:cubicBezTo>
                    <a:pt x="44" y="50"/>
                    <a:pt x="12" y="80"/>
                    <a:pt x="0" y="84"/>
                  </a:cubicBezTo>
                  <a:cubicBezTo>
                    <a:pt x="12" y="80"/>
                    <a:pt x="45" y="51"/>
                    <a:pt x="55" y="36"/>
                  </a:cubicBezTo>
                  <a:cubicBezTo>
                    <a:pt x="61" y="27"/>
                    <a:pt x="61" y="27"/>
                    <a:pt x="61" y="27"/>
                  </a:cubicBezTo>
                  <a:cubicBezTo>
                    <a:pt x="68" y="19"/>
                    <a:pt x="73" y="10"/>
                    <a:pt x="76" y="0"/>
                  </a:cubicBezTo>
                  <a:cubicBezTo>
                    <a:pt x="73" y="9"/>
                    <a:pt x="66" y="19"/>
                    <a:pt x="60" y="27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158" name="Freeform 585">
              <a:extLst>
                <a:ext uri="{FF2B5EF4-FFF2-40B4-BE49-F238E27FC236}">
                  <a16:creationId xmlns:a16="http://schemas.microsoft.com/office/drawing/2014/main" id="{D96FE292-98B7-491D-8E8C-71AC683779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4" y="2114"/>
              <a:ext cx="13" cy="21"/>
            </a:xfrm>
            <a:custGeom>
              <a:avLst/>
              <a:gdLst>
                <a:gd name="T0" fmla="*/ 0 w 8"/>
                <a:gd name="T1" fmla="*/ 55 h 13"/>
                <a:gd name="T2" fmla="*/ 0 w 8"/>
                <a:gd name="T3" fmla="*/ 55 h 13"/>
                <a:gd name="T4" fmla="*/ 34 w 8"/>
                <a:gd name="T5" fmla="*/ 0 h 13"/>
                <a:gd name="T6" fmla="*/ 26 w 8"/>
                <a:gd name="T7" fmla="*/ 0 h 13"/>
                <a:gd name="T8" fmla="*/ 0 w 8"/>
                <a:gd name="T9" fmla="*/ 55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13">
                  <a:moveTo>
                    <a:pt x="0" y="13"/>
                  </a:moveTo>
                  <a:cubicBezTo>
                    <a:pt x="0" y="13"/>
                    <a:pt x="0" y="13"/>
                    <a:pt x="0" y="13"/>
                  </a:cubicBezTo>
                  <a:cubicBezTo>
                    <a:pt x="3" y="10"/>
                    <a:pt x="6" y="4"/>
                    <a:pt x="8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5" y="3"/>
                    <a:pt x="3" y="10"/>
                    <a:pt x="0" y="13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159" name="Freeform 586">
              <a:extLst>
                <a:ext uri="{FF2B5EF4-FFF2-40B4-BE49-F238E27FC236}">
                  <a16:creationId xmlns:a16="http://schemas.microsoft.com/office/drawing/2014/main" id="{62D04B8A-591B-4863-BEDB-E0AA2B0EC1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5" y="1523"/>
              <a:ext cx="5" cy="172"/>
            </a:xfrm>
            <a:custGeom>
              <a:avLst/>
              <a:gdLst>
                <a:gd name="T0" fmla="*/ 13 w 3"/>
                <a:gd name="T1" fmla="*/ 436 h 108"/>
                <a:gd name="T2" fmla="*/ 13 w 3"/>
                <a:gd name="T3" fmla="*/ 432 h 108"/>
                <a:gd name="T4" fmla="*/ 13 w 3"/>
                <a:gd name="T5" fmla="*/ 0 h 10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108">
                  <a:moveTo>
                    <a:pt x="3" y="108"/>
                  </a:moveTo>
                  <a:cubicBezTo>
                    <a:pt x="3" y="107"/>
                    <a:pt x="3" y="107"/>
                    <a:pt x="3" y="107"/>
                  </a:cubicBezTo>
                  <a:cubicBezTo>
                    <a:pt x="1" y="71"/>
                    <a:pt x="0" y="7"/>
                    <a:pt x="3" y="0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160" name="Freeform 587">
              <a:extLst>
                <a:ext uri="{FF2B5EF4-FFF2-40B4-BE49-F238E27FC236}">
                  <a16:creationId xmlns:a16="http://schemas.microsoft.com/office/drawing/2014/main" id="{8506EC1F-5211-4959-BEC7-D2CA123F47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6" y="1561"/>
              <a:ext cx="2" cy="5"/>
            </a:xfrm>
            <a:custGeom>
              <a:avLst/>
              <a:gdLst>
                <a:gd name="T0" fmla="*/ 8 w 1"/>
                <a:gd name="T1" fmla="*/ 13 h 3"/>
                <a:gd name="T2" fmla="*/ 0 w 1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">
                  <a:moveTo>
                    <a:pt x="1" y="3"/>
                  </a:moveTo>
                  <a:cubicBezTo>
                    <a:pt x="1" y="2"/>
                    <a:pt x="1" y="1"/>
                    <a:pt x="0" y="0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161" name="Freeform 588">
              <a:extLst>
                <a:ext uri="{FF2B5EF4-FFF2-40B4-BE49-F238E27FC236}">
                  <a16:creationId xmlns:a16="http://schemas.microsoft.com/office/drawing/2014/main" id="{ACD65507-70CB-4E97-B307-F8A44EF9748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4" y="1551"/>
              <a:ext cx="34" cy="39"/>
            </a:xfrm>
            <a:custGeom>
              <a:avLst/>
              <a:gdLst>
                <a:gd name="T0" fmla="*/ 47 w 21"/>
                <a:gd name="T1" fmla="*/ 0 h 24"/>
                <a:gd name="T2" fmla="*/ 0 w 21"/>
                <a:gd name="T3" fmla="*/ 54 h 24"/>
                <a:gd name="T4" fmla="*/ 47 w 21"/>
                <a:gd name="T5" fmla="*/ 102 h 24"/>
                <a:gd name="T6" fmla="*/ 89 w 21"/>
                <a:gd name="T7" fmla="*/ 75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24">
                  <a:moveTo>
                    <a:pt x="11" y="0"/>
                  </a:moveTo>
                  <a:cubicBezTo>
                    <a:pt x="5" y="0"/>
                    <a:pt x="0" y="6"/>
                    <a:pt x="0" y="12"/>
                  </a:cubicBezTo>
                  <a:cubicBezTo>
                    <a:pt x="0" y="19"/>
                    <a:pt x="5" y="24"/>
                    <a:pt x="11" y="24"/>
                  </a:cubicBezTo>
                  <a:cubicBezTo>
                    <a:pt x="15" y="24"/>
                    <a:pt x="19" y="22"/>
                    <a:pt x="21" y="17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162" name="Oval 589">
              <a:extLst>
                <a:ext uri="{FF2B5EF4-FFF2-40B4-BE49-F238E27FC236}">
                  <a16:creationId xmlns:a16="http://schemas.microsoft.com/office/drawing/2014/main" id="{5FBEEA53-5398-4C3D-AE09-6E11FA5091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7" y="1566"/>
              <a:ext cx="10" cy="11"/>
            </a:xfrm>
            <a:prstGeom prst="ellipse">
              <a:avLst/>
            </a:prstGeom>
            <a:noFill/>
            <a:ln w="4763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163" name="Freeform 590">
              <a:extLst>
                <a:ext uri="{FF2B5EF4-FFF2-40B4-BE49-F238E27FC236}">
                  <a16:creationId xmlns:a16="http://schemas.microsoft.com/office/drawing/2014/main" id="{9EEEAA0E-0D1E-4040-8B66-97616D83F4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2" y="1284"/>
              <a:ext cx="155" cy="19"/>
            </a:xfrm>
            <a:custGeom>
              <a:avLst/>
              <a:gdLst>
                <a:gd name="T0" fmla="*/ 320 w 97"/>
                <a:gd name="T1" fmla="*/ 5 h 12"/>
                <a:gd name="T2" fmla="*/ 179 w 97"/>
                <a:gd name="T3" fmla="*/ 25 h 12"/>
                <a:gd name="T4" fmla="*/ 129 w 97"/>
                <a:gd name="T5" fmla="*/ 33 h 12"/>
                <a:gd name="T6" fmla="*/ 0 w 97"/>
                <a:gd name="T7" fmla="*/ 40 h 12"/>
                <a:gd name="T8" fmla="*/ 129 w 97"/>
                <a:gd name="T9" fmla="*/ 40 h 12"/>
                <a:gd name="T10" fmla="*/ 179 w 97"/>
                <a:gd name="T11" fmla="*/ 33 h 12"/>
                <a:gd name="T12" fmla="*/ 320 w 97"/>
                <a:gd name="T13" fmla="*/ 13 h 12"/>
                <a:gd name="T14" fmla="*/ 360 w 97"/>
                <a:gd name="T15" fmla="*/ 8 h 12"/>
                <a:gd name="T16" fmla="*/ 396 w 97"/>
                <a:gd name="T17" fmla="*/ 5 h 12"/>
                <a:gd name="T18" fmla="*/ 360 w 97"/>
                <a:gd name="T19" fmla="*/ 0 h 12"/>
                <a:gd name="T20" fmla="*/ 320 w 97"/>
                <a:gd name="T21" fmla="*/ 5 h 1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7" h="12">
                  <a:moveTo>
                    <a:pt x="78" y="1"/>
                  </a:moveTo>
                  <a:cubicBezTo>
                    <a:pt x="66" y="2"/>
                    <a:pt x="54" y="4"/>
                    <a:pt x="44" y="6"/>
                  </a:cubicBezTo>
                  <a:cubicBezTo>
                    <a:pt x="32" y="8"/>
                    <a:pt x="32" y="8"/>
                    <a:pt x="32" y="8"/>
                  </a:cubicBezTo>
                  <a:cubicBezTo>
                    <a:pt x="21" y="10"/>
                    <a:pt x="7" y="11"/>
                    <a:pt x="0" y="10"/>
                  </a:cubicBezTo>
                  <a:cubicBezTo>
                    <a:pt x="7" y="11"/>
                    <a:pt x="21" y="12"/>
                    <a:pt x="32" y="10"/>
                  </a:cubicBezTo>
                  <a:cubicBezTo>
                    <a:pt x="44" y="8"/>
                    <a:pt x="44" y="8"/>
                    <a:pt x="44" y="8"/>
                  </a:cubicBezTo>
                  <a:cubicBezTo>
                    <a:pt x="54" y="6"/>
                    <a:pt x="67" y="4"/>
                    <a:pt x="78" y="3"/>
                  </a:cubicBezTo>
                  <a:cubicBezTo>
                    <a:pt x="83" y="2"/>
                    <a:pt x="88" y="2"/>
                    <a:pt x="88" y="2"/>
                  </a:cubicBezTo>
                  <a:cubicBezTo>
                    <a:pt x="88" y="2"/>
                    <a:pt x="97" y="1"/>
                    <a:pt x="97" y="1"/>
                  </a:cubicBezTo>
                  <a:cubicBezTo>
                    <a:pt x="88" y="0"/>
                    <a:pt x="88" y="0"/>
                    <a:pt x="88" y="0"/>
                  </a:cubicBezTo>
                  <a:cubicBezTo>
                    <a:pt x="88" y="0"/>
                    <a:pt x="82" y="0"/>
                    <a:pt x="78" y="1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164" name="Freeform 591">
              <a:extLst>
                <a:ext uri="{FF2B5EF4-FFF2-40B4-BE49-F238E27FC236}">
                  <a16:creationId xmlns:a16="http://schemas.microsoft.com/office/drawing/2014/main" id="{7468FECE-763D-48E3-ADF6-81067B3011F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9" y="2527"/>
              <a:ext cx="8" cy="137"/>
            </a:xfrm>
            <a:custGeom>
              <a:avLst/>
              <a:gdLst>
                <a:gd name="T0" fmla="*/ 5 w 5"/>
                <a:gd name="T1" fmla="*/ 347 h 86"/>
                <a:gd name="T2" fmla="*/ 16 w 5"/>
                <a:gd name="T3" fmla="*/ 145 h 86"/>
                <a:gd name="T4" fmla="*/ 21 w 5"/>
                <a:gd name="T5" fmla="*/ 0 h 8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86">
                  <a:moveTo>
                    <a:pt x="1" y="86"/>
                  </a:moveTo>
                  <a:cubicBezTo>
                    <a:pt x="0" y="79"/>
                    <a:pt x="4" y="44"/>
                    <a:pt x="4" y="36"/>
                  </a:cubicBezTo>
                  <a:cubicBezTo>
                    <a:pt x="3" y="30"/>
                    <a:pt x="5" y="11"/>
                    <a:pt x="5" y="0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165" name="Freeform 592">
              <a:extLst>
                <a:ext uri="{FF2B5EF4-FFF2-40B4-BE49-F238E27FC236}">
                  <a16:creationId xmlns:a16="http://schemas.microsoft.com/office/drawing/2014/main" id="{312407A3-FAE0-476C-846E-1C4659DDAB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2" y="2535"/>
              <a:ext cx="4" cy="123"/>
            </a:xfrm>
            <a:custGeom>
              <a:avLst/>
              <a:gdLst>
                <a:gd name="T0" fmla="*/ 1 w 3"/>
                <a:gd name="T1" fmla="*/ 313 h 77"/>
                <a:gd name="T2" fmla="*/ 5 w 3"/>
                <a:gd name="T3" fmla="*/ 110 h 77"/>
                <a:gd name="T4" fmla="*/ 1 w 3"/>
                <a:gd name="T5" fmla="*/ 0 h 7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77">
                  <a:moveTo>
                    <a:pt x="1" y="77"/>
                  </a:moveTo>
                  <a:cubicBezTo>
                    <a:pt x="0" y="72"/>
                    <a:pt x="3" y="38"/>
                    <a:pt x="2" y="27"/>
                  </a:cubicBezTo>
                  <a:cubicBezTo>
                    <a:pt x="2" y="19"/>
                    <a:pt x="1" y="8"/>
                    <a:pt x="1" y="0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166" name="Freeform 593">
              <a:extLst>
                <a:ext uri="{FF2B5EF4-FFF2-40B4-BE49-F238E27FC236}">
                  <a16:creationId xmlns:a16="http://schemas.microsoft.com/office/drawing/2014/main" id="{926C60D4-A5BF-47A4-8916-09E6C45E4D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8" y="2523"/>
              <a:ext cx="8" cy="117"/>
            </a:xfrm>
            <a:custGeom>
              <a:avLst/>
              <a:gdLst>
                <a:gd name="T0" fmla="*/ 21 w 5"/>
                <a:gd name="T1" fmla="*/ 293 h 74"/>
                <a:gd name="T2" fmla="*/ 8 w 5"/>
                <a:gd name="T3" fmla="*/ 87 h 74"/>
                <a:gd name="T4" fmla="*/ 8 w 5"/>
                <a:gd name="T5" fmla="*/ 0 h 7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74">
                  <a:moveTo>
                    <a:pt x="5" y="74"/>
                  </a:moveTo>
                  <a:cubicBezTo>
                    <a:pt x="5" y="74"/>
                    <a:pt x="4" y="34"/>
                    <a:pt x="2" y="22"/>
                  </a:cubicBezTo>
                  <a:cubicBezTo>
                    <a:pt x="0" y="13"/>
                    <a:pt x="1" y="7"/>
                    <a:pt x="2" y="0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167" name="Freeform 594">
              <a:extLst>
                <a:ext uri="{FF2B5EF4-FFF2-40B4-BE49-F238E27FC236}">
                  <a16:creationId xmlns:a16="http://schemas.microsoft.com/office/drawing/2014/main" id="{7FC937F3-0418-42BC-B8B9-761361B3100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2" y="2478"/>
              <a:ext cx="13" cy="13"/>
            </a:xfrm>
            <a:custGeom>
              <a:avLst/>
              <a:gdLst>
                <a:gd name="T0" fmla="*/ 34 w 8"/>
                <a:gd name="T1" fmla="*/ 34 h 8"/>
                <a:gd name="T2" fmla="*/ 0 w 8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8">
                  <a:moveTo>
                    <a:pt x="8" y="8"/>
                  </a:moveTo>
                  <a:cubicBezTo>
                    <a:pt x="5" y="5"/>
                    <a:pt x="2" y="3"/>
                    <a:pt x="0" y="0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168" name="Freeform 595">
              <a:extLst>
                <a:ext uri="{FF2B5EF4-FFF2-40B4-BE49-F238E27FC236}">
                  <a16:creationId xmlns:a16="http://schemas.microsoft.com/office/drawing/2014/main" id="{DBBC7B51-CA5B-41CE-8429-9CD5203272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6" y="1917"/>
              <a:ext cx="55" cy="35"/>
            </a:xfrm>
            <a:custGeom>
              <a:avLst/>
              <a:gdLst>
                <a:gd name="T0" fmla="*/ 0 w 34"/>
                <a:gd name="T1" fmla="*/ 0 h 22"/>
                <a:gd name="T2" fmla="*/ 0 w 34"/>
                <a:gd name="T3" fmla="*/ 0 h 22"/>
                <a:gd name="T4" fmla="*/ 68 w 34"/>
                <a:gd name="T5" fmla="*/ 46 h 22"/>
                <a:gd name="T6" fmla="*/ 128 w 34"/>
                <a:gd name="T7" fmla="*/ 84 h 22"/>
                <a:gd name="T8" fmla="*/ 144 w 34"/>
                <a:gd name="T9" fmla="*/ 73 h 22"/>
                <a:gd name="T10" fmla="*/ 128 w 34"/>
                <a:gd name="T11" fmla="*/ 81 h 22"/>
                <a:gd name="T12" fmla="*/ 68 w 34"/>
                <a:gd name="T13" fmla="*/ 46 h 22"/>
                <a:gd name="T14" fmla="*/ 0 w 34"/>
                <a:gd name="T15" fmla="*/ 0 h 2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4" h="22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5" y="0"/>
                    <a:pt x="11" y="6"/>
                    <a:pt x="16" y="11"/>
                  </a:cubicBezTo>
                  <a:cubicBezTo>
                    <a:pt x="21" y="17"/>
                    <a:pt x="26" y="22"/>
                    <a:pt x="30" y="21"/>
                  </a:cubicBezTo>
                  <a:cubicBezTo>
                    <a:pt x="32" y="21"/>
                    <a:pt x="33" y="20"/>
                    <a:pt x="34" y="18"/>
                  </a:cubicBezTo>
                  <a:cubicBezTo>
                    <a:pt x="33" y="19"/>
                    <a:pt x="32" y="20"/>
                    <a:pt x="30" y="20"/>
                  </a:cubicBezTo>
                  <a:cubicBezTo>
                    <a:pt x="27" y="21"/>
                    <a:pt x="22" y="16"/>
                    <a:pt x="16" y="11"/>
                  </a:cubicBezTo>
                  <a:cubicBezTo>
                    <a:pt x="11" y="5"/>
                    <a:pt x="5" y="0"/>
                    <a:pt x="0" y="0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169" name="Freeform 596">
              <a:extLst>
                <a:ext uri="{FF2B5EF4-FFF2-40B4-BE49-F238E27FC236}">
                  <a16:creationId xmlns:a16="http://schemas.microsoft.com/office/drawing/2014/main" id="{F9661204-81A3-4A2C-B026-4AE0DADE04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0" y="1626"/>
              <a:ext cx="180" cy="34"/>
            </a:xfrm>
            <a:custGeom>
              <a:avLst/>
              <a:gdLst>
                <a:gd name="T0" fmla="*/ 104 w 113"/>
                <a:gd name="T1" fmla="*/ 34 h 21"/>
                <a:gd name="T2" fmla="*/ 0 w 113"/>
                <a:gd name="T3" fmla="*/ 21 h 21"/>
                <a:gd name="T4" fmla="*/ 104 w 113"/>
                <a:gd name="T5" fmla="*/ 42 h 21"/>
                <a:gd name="T6" fmla="*/ 457 w 113"/>
                <a:gd name="T7" fmla="*/ 0 h 21"/>
                <a:gd name="T8" fmla="*/ 104 w 113"/>
                <a:gd name="T9" fmla="*/ 34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3" h="21">
                  <a:moveTo>
                    <a:pt x="26" y="8"/>
                  </a:moveTo>
                  <a:cubicBezTo>
                    <a:pt x="17" y="6"/>
                    <a:pt x="8" y="5"/>
                    <a:pt x="0" y="5"/>
                  </a:cubicBezTo>
                  <a:cubicBezTo>
                    <a:pt x="8" y="5"/>
                    <a:pt x="17" y="8"/>
                    <a:pt x="26" y="10"/>
                  </a:cubicBezTo>
                  <a:cubicBezTo>
                    <a:pt x="57" y="15"/>
                    <a:pt x="91" y="21"/>
                    <a:pt x="113" y="0"/>
                  </a:cubicBezTo>
                  <a:cubicBezTo>
                    <a:pt x="92" y="20"/>
                    <a:pt x="57" y="13"/>
                    <a:pt x="26" y="8"/>
                  </a:cubicBezTo>
                </a:path>
              </a:pathLst>
            </a:custGeom>
            <a:solidFill>
              <a:srgbClr val="EFCA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170" name="Freeform 597">
              <a:extLst>
                <a:ext uri="{FF2B5EF4-FFF2-40B4-BE49-F238E27FC236}">
                  <a16:creationId xmlns:a16="http://schemas.microsoft.com/office/drawing/2014/main" id="{9ACFC57C-7FB3-4DC5-B6B9-E606D02F3E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9" y="2136"/>
              <a:ext cx="39" cy="32"/>
            </a:xfrm>
            <a:custGeom>
              <a:avLst/>
              <a:gdLst>
                <a:gd name="T0" fmla="*/ 0 w 25"/>
                <a:gd name="T1" fmla="*/ 56 h 20"/>
                <a:gd name="T2" fmla="*/ 73 w 25"/>
                <a:gd name="T3" fmla="*/ 82 h 20"/>
                <a:gd name="T4" fmla="*/ 0 w 25"/>
                <a:gd name="T5" fmla="*/ 54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20">
                  <a:moveTo>
                    <a:pt x="0" y="14"/>
                  </a:moveTo>
                  <a:cubicBezTo>
                    <a:pt x="6" y="8"/>
                    <a:pt x="17" y="11"/>
                    <a:pt x="19" y="20"/>
                  </a:cubicBezTo>
                  <a:cubicBezTo>
                    <a:pt x="25" y="13"/>
                    <a:pt x="4" y="0"/>
                    <a:pt x="0" y="13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171" name="Freeform 598">
              <a:extLst>
                <a:ext uri="{FF2B5EF4-FFF2-40B4-BE49-F238E27FC236}">
                  <a16:creationId xmlns:a16="http://schemas.microsoft.com/office/drawing/2014/main" id="{2BE800BE-5FD1-4833-A507-3B451BD7067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3" y="1502"/>
              <a:ext cx="30" cy="40"/>
            </a:xfrm>
            <a:custGeom>
              <a:avLst/>
              <a:gdLst>
                <a:gd name="T0" fmla="*/ 0 w 19"/>
                <a:gd name="T1" fmla="*/ 102 h 25"/>
                <a:gd name="T2" fmla="*/ 0 w 19"/>
                <a:gd name="T3" fmla="*/ 102 h 25"/>
                <a:gd name="T4" fmla="*/ 74 w 19"/>
                <a:gd name="T5" fmla="*/ 5 h 25"/>
                <a:gd name="T6" fmla="*/ 68 w 19"/>
                <a:gd name="T7" fmla="*/ 0 h 25"/>
                <a:gd name="T8" fmla="*/ 0 w 19"/>
                <a:gd name="T9" fmla="*/ 102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25">
                  <a:moveTo>
                    <a:pt x="0" y="25"/>
                  </a:moveTo>
                  <a:cubicBezTo>
                    <a:pt x="0" y="25"/>
                    <a:pt x="0" y="25"/>
                    <a:pt x="0" y="25"/>
                  </a:cubicBezTo>
                  <a:cubicBezTo>
                    <a:pt x="7" y="20"/>
                    <a:pt x="14" y="12"/>
                    <a:pt x="19" y="1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12" y="11"/>
                    <a:pt x="7" y="20"/>
                    <a:pt x="0" y="25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172" name="Freeform 599">
              <a:extLst>
                <a:ext uri="{FF2B5EF4-FFF2-40B4-BE49-F238E27FC236}">
                  <a16:creationId xmlns:a16="http://schemas.microsoft.com/office/drawing/2014/main" id="{1C1C60F2-A7E0-4939-B1D0-40E635D692F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6" y="1502"/>
              <a:ext cx="30" cy="40"/>
            </a:xfrm>
            <a:custGeom>
              <a:avLst/>
              <a:gdLst>
                <a:gd name="T0" fmla="*/ 0 w 19"/>
                <a:gd name="T1" fmla="*/ 5 h 25"/>
                <a:gd name="T2" fmla="*/ 74 w 19"/>
                <a:gd name="T3" fmla="*/ 102 h 25"/>
                <a:gd name="T4" fmla="*/ 8 w 19"/>
                <a:gd name="T5" fmla="*/ 0 h 25"/>
                <a:gd name="T6" fmla="*/ 0 w 19"/>
                <a:gd name="T7" fmla="*/ 5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25">
                  <a:moveTo>
                    <a:pt x="0" y="1"/>
                  </a:moveTo>
                  <a:cubicBezTo>
                    <a:pt x="5" y="12"/>
                    <a:pt x="12" y="20"/>
                    <a:pt x="19" y="25"/>
                  </a:cubicBezTo>
                  <a:cubicBezTo>
                    <a:pt x="12" y="20"/>
                    <a:pt x="7" y="11"/>
                    <a:pt x="2" y="0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173" name="Freeform 600">
              <a:extLst>
                <a:ext uri="{FF2B5EF4-FFF2-40B4-BE49-F238E27FC236}">
                  <a16:creationId xmlns:a16="http://schemas.microsoft.com/office/drawing/2014/main" id="{9969AAF4-399F-40F9-81F7-F8F5376258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3" y="2432"/>
              <a:ext cx="138" cy="126"/>
            </a:xfrm>
            <a:custGeom>
              <a:avLst/>
              <a:gdLst>
                <a:gd name="T0" fmla="*/ 48 w 87"/>
                <a:gd name="T1" fmla="*/ 0 h 79"/>
                <a:gd name="T2" fmla="*/ 52 w 87"/>
                <a:gd name="T3" fmla="*/ 81 h 79"/>
                <a:gd name="T4" fmla="*/ 168 w 87"/>
                <a:gd name="T5" fmla="*/ 321 h 79"/>
                <a:gd name="T6" fmla="*/ 292 w 87"/>
                <a:gd name="T7" fmla="*/ 77 h 79"/>
                <a:gd name="T8" fmla="*/ 292 w 87"/>
                <a:gd name="T9" fmla="*/ 33 h 7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7" h="79">
                  <a:moveTo>
                    <a:pt x="12" y="0"/>
                  </a:moveTo>
                  <a:cubicBezTo>
                    <a:pt x="14" y="7"/>
                    <a:pt x="15" y="15"/>
                    <a:pt x="13" y="20"/>
                  </a:cubicBezTo>
                  <a:cubicBezTo>
                    <a:pt x="10" y="28"/>
                    <a:pt x="0" y="79"/>
                    <a:pt x="42" y="79"/>
                  </a:cubicBezTo>
                  <a:cubicBezTo>
                    <a:pt x="87" y="79"/>
                    <a:pt x="74" y="35"/>
                    <a:pt x="73" y="19"/>
                  </a:cubicBezTo>
                  <a:cubicBezTo>
                    <a:pt x="73" y="15"/>
                    <a:pt x="73" y="11"/>
                    <a:pt x="73" y="8"/>
                  </a:cubicBezTo>
                </a:path>
              </a:pathLst>
            </a:custGeom>
            <a:solidFill>
              <a:srgbClr val="F6E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174" name="Freeform 601">
              <a:extLst>
                <a:ext uri="{FF2B5EF4-FFF2-40B4-BE49-F238E27FC236}">
                  <a16:creationId xmlns:a16="http://schemas.microsoft.com/office/drawing/2014/main" id="{63494616-0260-4C0A-B771-615FF835ED9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7" y="2478"/>
              <a:ext cx="28" cy="67"/>
            </a:xfrm>
            <a:custGeom>
              <a:avLst/>
              <a:gdLst>
                <a:gd name="T0" fmla="*/ 61 w 18"/>
                <a:gd name="T1" fmla="*/ 41 h 42"/>
                <a:gd name="T2" fmla="*/ 47 w 18"/>
                <a:gd name="T3" fmla="*/ 97 h 42"/>
                <a:gd name="T4" fmla="*/ 53 w 18"/>
                <a:gd name="T5" fmla="*/ 137 h 42"/>
                <a:gd name="T6" fmla="*/ 68 w 18"/>
                <a:gd name="T7" fmla="*/ 171 h 42"/>
                <a:gd name="T8" fmla="*/ 34 w 18"/>
                <a:gd name="T9" fmla="*/ 150 h 42"/>
                <a:gd name="T10" fmla="*/ 5 w 18"/>
                <a:gd name="T11" fmla="*/ 94 h 42"/>
                <a:gd name="T12" fmla="*/ 39 w 18"/>
                <a:gd name="T13" fmla="*/ 69 h 42"/>
                <a:gd name="T14" fmla="*/ 53 w 18"/>
                <a:gd name="T15" fmla="*/ 0 h 4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8" h="42">
                  <a:moveTo>
                    <a:pt x="16" y="10"/>
                  </a:moveTo>
                  <a:cubicBezTo>
                    <a:pt x="17" y="16"/>
                    <a:pt x="13" y="19"/>
                    <a:pt x="12" y="24"/>
                  </a:cubicBezTo>
                  <a:cubicBezTo>
                    <a:pt x="12" y="28"/>
                    <a:pt x="13" y="31"/>
                    <a:pt x="14" y="34"/>
                  </a:cubicBezTo>
                  <a:cubicBezTo>
                    <a:pt x="15" y="37"/>
                    <a:pt x="17" y="40"/>
                    <a:pt x="18" y="42"/>
                  </a:cubicBezTo>
                  <a:cubicBezTo>
                    <a:pt x="14" y="42"/>
                    <a:pt x="11" y="39"/>
                    <a:pt x="9" y="37"/>
                  </a:cubicBezTo>
                  <a:cubicBezTo>
                    <a:pt x="7" y="34"/>
                    <a:pt x="0" y="26"/>
                    <a:pt x="1" y="23"/>
                  </a:cubicBezTo>
                  <a:cubicBezTo>
                    <a:pt x="2" y="20"/>
                    <a:pt x="7" y="20"/>
                    <a:pt x="10" y="17"/>
                  </a:cubicBezTo>
                  <a:cubicBezTo>
                    <a:pt x="13" y="13"/>
                    <a:pt x="16" y="6"/>
                    <a:pt x="14" y="0"/>
                  </a:cubicBezTo>
                </a:path>
              </a:pathLst>
            </a:custGeom>
            <a:solidFill>
              <a:srgbClr val="EFCA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175" name="Freeform 602">
              <a:extLst>
                <a:ext uri="{FF2B5EF4-FFF2-40B4-BE49-F238E27FC236}">
                  <a16:creationId xmlns:a16="http://schemas.microsoft.com/office/drawing/2014/main" id="{A503B629-353D-426C-B355-B32CD9A3A2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0" y="2453"/>
              <a:ext cx="26" cy="90"/>
            </a:xfrm>
            <a:custGeom>
              <a:avLst/>
              <a:gdLst>
                <a:gd name="T0" fmla="*/ 55 w 16"/>
                <a:gd name="T1" fmla="*/ 21 h 57"/>
                <a:gd name="T2" fmla="*/ 55 w 16"/>
                <a:gd name="T3" fmla="*/ 163 h 57"/>
                <a:gd name="T4" fmla="*/ 0 w 16"/>
                <a:gd name="T5" fmla="*/ 224 h 57"/>
                <a:gd name="T6" fmla="*/ 29 w 16"/>
                <a:gd name="T7" fmla="*/ 189 h 57"/>
                <a:gd name="T8" fmla="*/ 8 w 16"/>
                <a:gd name="T9" fmla="*/ 137 h 57"/>
                <a:gd name="T10" fmla="*/ 29 w 16"/>
                <a:gd name="T11" fmla="*/ 87 h 57"/>
                <a:gd name="T12" fmla="*/ 47 w 16"/>
                <a:gd name="T13" fmla="*/ 0 h 5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" h="57">
                  <a:moveTo>
                    <a:pt x="13" y="5"/>
                  </a:moveTo>
                  <a:cubicBezTo>
                    <a:pt x="15" y="17"/>
                    <a:pt x="16" y="29"/>
                    <a:pt x="13" y="41"/>
                  </a:cubicBezTo>
                  <a:cubicBezTo>
                    <a:pt x="11" y="51"/>
                    <a:pt x="8" y="54"/>
                    <a:pt x="0" y="57"/>
                  </a:cubicBezTo>
                  <a:cubicBezTo>
                    <a:pt x="3" y="55"/>
                    <a:pt x="7" y="52"/>
                    <a:pt x="7" y="48"/>
                  </a:cubicBezTo>
                  <a:cubicBezTo>
                    <a:pt x="8" y="42"/>
                    <a:pt x="3" y="40"/>
                    <a:pt x="2" y="35"/>
                  </a:cubicBezTo>
                  <a:cubicBezTo>
                    <a:pt x="1" y="30"/>
                    <a:pt x="5" y="26"/>
                    <a:pt x="7" y="22"/>
                  </a:cubicBezTo>
                  <a:cubicBezTo>
                    <a:pt x="10" y="15"/>
                    <a:pt x="11" y="7"/>
                    <a:pt x="11" y="0"/>
                  </a:cubicBezTo>
                </a:path>
              </a:pathLst>
            </a:custGeom>
            <a:solidFill>
              <a:srgbClr val="EFCA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176" name="Freeform 603">
              <a:extLst>
                <a:ext uri="{FF2B5EF4-FFF2-40B4-BE49-F238E27FC236}">
                  <a16:creationId xmlns:a16="http://schemas.microsoft.com/office/drawing/2014/main" id="{0A1F2311-6B62-4788-8AFA-0DCEA56FF1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1" y="2435"/>
              <a:ext cx="118" cy="124"/>
            </a:xfrm>
            <a:custGeom>
              <a:avLst/>
              <a:gdLst>
                <a:gd name="T0" fmla="*/ 29 w 74"/>
                <a:gd name="T1" fmla="*/ 0 h 78"/>
                <a:gd name="T2" fmla="*/ 33 w 74"/>
                <a:gd name="T3" fmla="*/ 73 h 78"/>
                <a:gd name="T4" fmla="*/ 35 w 74"/>
                <a:gd name="T5" fmla="*/ 258 h 78"/>
                <a:gd name="T6" fmla="*/ 155 w 74"/>
                <a:gd name="T7" fmla="*/ 313 h 78"/>
                <a:gd name="T8" fmla="*/ 265 w 74"/>
                <a:gd name="T9" fmla="*/ 265 h 78"/>
                <a:gd name="T10" fmla="*/ 279 w 74"/>
                <a:gd name="T11" fmla="*/ 102 h 78"/>
                <a:gd name="T12" fmla="*/ 274 w 74"/>
                <a:gd name="T13" fmla="*/ 73 h 78"/>
                <a:gd name="T14" fmla="*/ 273 w 74"/>
                <a:gd name="T15" fmla="*/ 52 h 78"/>
                <a:gd name="T16" fmla="*/ 273 w 74"/>
                <a:gd name="T17" fmla="*/ 13 h 78"/>
                <a:gd name="T18" fmla="*/ 273 w 74"/>
                <a:gd name="T19" fmla="*/ 52 h 78"/>
                <a:gd name="T20" fmla="*/ 273 w 74"/>
                <a:gd name="T21" fmla="*/ 68 h 78"/>
                <a:gd name="T22" fmla="*/ 274 w 74"/>
                <a:gd name="T23" fmla="*/ 102 h 78"/>
                <a:gd name="T24" fmla="*/ 260 w 74"/>
                <a:gd name="T25" fmla="*/ 265 h 78"/>
                <a:gd name="T26" fmla="*/ 150 w 74"/>
                <a:gd name="T27" fmla="*/ 305 h 78"/>
                <a:gd name="T28" fmla="*/ 41 w 74"/>
                <a:gd name="T29" fmla="*/ 253 h 78"/>
                <a:gd name="T30" fmla="*/ 35 w 74"/>
                <a:gd name="T31" fmla="*/ 73 h 78"/>
                <a:gd name="T32" fmla="*/ 29 w 74"/>
                <a:gd name="T33" fmla="*/ 0 h 7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74" h="78">
                  <a:moveTo>
                    <a:pt x="7" y="0"/>
                  </a:moveTo>
                  <a:cubicBezTo>
                    <a:pt x="11" y="6"/>
                    <a:pt x="10" y="13"/>
                    <a:pt x="8" y="18"/>
                  </a:cubicBezTo>
                  <a:cubicBezTo>
                    <a:pt x="5" y="25"/>
                    <a:pt x="0" y="49"/>
                    <a:pt x="9" y="64"/>
                  </a:cubicBezTo>
                  <a:cubicBezTo>
                    <a:pt x="15" y="73"/>
                    <a:pt x="25" y="78"/>
                    <a:pt x="38" y="78"/>
                  </a:cubicBezTo>
                  <a:cubicBezTo>
                    <a:pt x="51" y="78"/>
                    <a:pt x="59" y="74"/>
                    <a:pt x="65" y="66"/>
                  </a:cubicBezTo>
                  <a:cubicBezTo>
                    <a:pt x="74" y="55"/>
                    <a:pt x="71" y="37"/>
                    <a:pt x="69" y="25"/>
                  </a:cubicBezTo>
                  <a:cubicBezTo>
                    <a:pt x="68" y="18"/>
                    <a:pt x="68" y="18"/>
                    <a:pt x="68" y="18"/>
                  </a:cubicBezTo>
                  <a:cubicBezTo>
                    <a:pt x="68" y="18"/>
                    <a:pt x="67" y="13"/>
                    <a:pt x="67" y="13"/>
                  </a:cubicBezTo>
                  <a:cubicBezTo>
                    <a:pt x="67" y="10"/>
                    <a:pt x="66" y="6"/>
                    <a:pt x="67" y="3"/>
                  </a:cubicBezTo>
                  <a:cubicBezTo>
                    <a:pt x="66" y="6"/>
                    <a:pt x="66" y="9"/>
                    <a:pt x="67" y="13"/>
                  </a:cubicBezTo>
                  <a:cubicBezTo>
                    <a:pt x="67" y="17"/>
                    <a:pt x="67" y="17"/>
                    <a:pt x="67" y="17"/>
                  </a:cubicBezTo>
                  <a:cubicBezTo>
                    <a:pt x="68" y="25"/>
                    <a:pt x="68" y="25"/>
                    <a:pt x="68" y="25"/>
                  </a:cubicBezTo>
                  <a:cubicBezTo>
                    <a:pt x="70" y="36"/>
                    <a:pt x="72" y="55"/>
                    <a:pt x="64" y="66"/>
                  </a:cubicBezTo>
                  <a:cubicBezTo>
                    <a:pt x="58" y="73"/>
                    <a:pt x="49" y="76"/>
                    <a:pt x="37" y="76"/>
                  </a:cubicBezTo>
                  <a:cubicBezTo>
                    <a:pt x="25" y="76"/>
                    <a:pt x="15" y="72"/>
                    <a:pt x="10" y="63"/>
                  </a:cubicBezTo>
                  <a:cubicBezTo>
                    <a:pt x="1" y="47"/>
                    <a:pt x="7" y="22"/>
                    <a:pt x="9" y="18"/>
                  </a:cubicBezTo>
                  <a:cubicBezTo>
                    <a:pt x="11" y="13"/>
                    <a:pt x="12" y="7"/>
                    <a:pt x="7" y="0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177" name="Freeform 604">
              <a:extLst>
                <a:ext uri="{FF2B5EF4-FFF2-40B4-BE49-F238E27FC236}">
                  <a16:creationId xmlns:a16="http://schemas.microsoft.com/office/drawing/2014/main" id="{219A8DC0-C389-4111-B5EF-5BE87A039D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7" y="2437"/>
              <a:ext cx="48" cy="113"/>
            </a:xfrm>
            <a:custGeom>
              <a:avLst/>
              <a:gdLst>
                <a:gd name="T0" fmla="*/ 107 w 30"/>
                <a:gd name="T1" fmla="*/ 0 h 71"/>
                <a:gd name="T2" fmla="*/ 115 w 30"/>
                <a:gd name="T3" fmla="*/ 53 h 71"/>
                <a:gd name="T4" fmla="*/ 107 w 30"/>
                <a:gd name="T5" fmla="*/ 185 h 71"/>
                <a:gd name="T6" fmla="*/ 107 w 30"/>
                <a:gd name="T7" fmla="*/ 185 h 71"/>
                <a:gd name="T8" fmla="*/ 107 w 30"/>
                <a:gd name="T9" fmla="*/ 189 h 71"/>
                <a:gd name="T10" fmla="*/ 118 w 30"/>
                <a:gd name="T11" fmla="*/ 226 h 71"/>
                <a:gd name="T12" fmla="*/ 67 w 30"/>
                <a:gd name="T13" fmla="*/ 282 h 71"/>
                <a:gd name="T14" fmla="*/ 61 w 30"/>
                <a:gd name="T15" fmla="*/ 282 h 71"/>
                <a:gd name="T16" fmla="*/ 5 w 30"/>
                <a:gd name="T17" fmla="*/ 226 h 71"/>
                <a:gd name="T18" fmla="*/ 16 w 30"/>
                <a:gd name="T19" fmla="*/ 185 h 71"/>
                <a:gd name="T20" fmla="*/ 16 w 30"/>
                <a:gd name="T21" fmla="*/ 183 h 71"/>
                <a:gd name="T22" fmla="*/ 13 w 30"/>
                <a:gd name="T23" fmla="*/ 53 h 71"/>
                <a:gd name="T24" fmla="*/ 5 w 30"/>
                <a:gd name="T25" fmla="*/ 21 h 71"/>
                <a:gd name="T26" fmla="*/ 8 w 30"/>
                <a:gd name="T27" fmla="*/ 64 h 71"/>
                <a:gd name="T28" fmla="*/ 13 w 30"/>
                <a:gd name="T29" fmla="*/ 185 h 71"/>
                <a:gd name="T30" fmla="*/ 0 w 30"/>
                <a:gd name="T31" fmla="*/ 223 h 71"/>
                <a:gd name="T32" fmla="*/ 0 w 30"/>
                <a:gd name="T33" fmla="*/ 231 h 71"/>
                <a:gd name="T34" fmla="*/ 61 w 30"/>
                <a:gd name="T35" fmla="*/ 286 h 71"/>
                <a:gd name="T36" fmla="*/ 67 w 30"/>
                <a:gd name="T37" fmla="*/ 286 h 71"/>
                <a:gd name="T38" fmla="*/ 118 w 30"/>
                <a:gd name="T39" fmla="*/ 231 h 71"/>
                <a:gd name="T40" fmla="*/ 123 w 30"/>
                <a:gd name="T41" fmla="*/ 223 h 71"/>
                <a:gd name="T42" fmla="*/ 110 w 30"/>
                <a:gd name="T43" fmla="*/ 185 h 71"/>
                <a:gd name="T44" fmla="*/ 118 w 30"/>
                <a:gd name="T45" fmla="*/ 60 h 71"/>
                <a:gd name="T46" fmla="*/ 118 w 30"/>
                <a:gd name="T47" fmla="*/ 53 h 71"/>
                <a:gd name="T48" fmla="*/ 107 w 30"/>
                <a:gd name="T49" fmla="*/ 0 h 71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30" h="71">
                  <a:moveTo>
                    <a:pt x="26" y="0"/>
                  </a:moveTo>
                  <a:cubicBezTo>
                    <a:pt x="28" y="2"/>
                    <a:pt x="28" y="7"/>
                    <a:pt x="28" y="13"/>
                  </a:cubicBezTo>
                  <a:cubicBezTo>
                    <a:pt x="28" y="18"/>
                    <a:pt x="26" y="43"/>
                    <a:pt x="26" y="46"/>
                  </a:cubicBezTo>
                  <a:cubicBezTo>
                    <a:pt x="26" y="46"/>
                    <a:pt x="26" y="46"/>
                    <a:pt x="26" y="46"/>
                  </a:cubicBezTo>
                  <a:cubicBezTo>
                    <a:pt x="26" y="47"/>
                    <a:pt x="26" y="47"/>
                    <a:pt x="26" y="47"/>
                  </a:cubicBezTo>
                  <a:cubicBezTo>
                    <a:pt x="28" y="50"/>
                    <a:pt x="29" y="54"/>
                    <a:pt x="29" y="56"/>
                  </a:cubicBezTo>
                  <a:cubicBezTo>
                    <a:pt x="27" y="61"/>
                    <a:pt x="23" y="69"/>
                    <a:pt x="16" y="70"/>
                  </a:cubicBezTo>
                  <a:cubicBezTo>
                    <a:pt x="15" y="70"/>
                    <a:pt x="15" y="70"/>
                    <a:pt x="15" y="70"/>
                  </a:cubicBezTo>
                  <a:cubicBezTo>
                    <a:pt x="7" y="69"/>
                    <a:pt x="2" y="61"/>
                    <a:pt x="1" y="56"/>
                  </a:cubicBezTo>
                  <a:cubicBezTo>
                    <a:pt x="0" y="54"/>
                    <a:pt x="2" y="50"/>
                    <a:pt x="4" y="46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4" y="42"/>
                    <a:pt x="3" y="18"/>
                    <a:pt x="3" y="13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2" y="16"/>
                    <a:pt x="2" y="16"/>
                    <a:pt x="2" y="16"/>
                  </a:cubicBezTo>
                  <a:cubicBezTo>
                    <a:pt x="2" y="21"/>
                    <a:pt x="2" y="42"/>
                    <a:pt x="3" y="46"/>
                  </a:cubicBezTo>
                  <a:cubicBezTo>
                    <a:pt x="1" y="49"/>
                    <a:pt x="0" y="52"/>
                    <a:pt x="0" y="55"/>
                  </a:cubicBezTo>
                  <a:cubicBezTo>
                    <a:pt x="0" y="56"/>
                    <a:pt x="0" y="56"/>
                    <a:pt x="0" y="57"/>
                  </a:cubicBezTo>
                  <a:cubicBezTo>
                    <a:pt x="1" y="62"/>
                    <a:pt x="6" y="71"/>
                    <a:pt x="15" y="71"/>
                  </a:cubicBezTo>
                  <a:cubicBezTo>
                    <a:pt x="16" y="71"/>
                    <a:pt x="16" y="71"/>
                    <a:pt x="16" y="71"/>
                  </a:cubicBezTo>
                  <a:cubicBezTo>
                    <a:pt x="24" y="71"/>
                    <a:pt x="28" y="62"/>
                    <a:pt x="29" y="57"/>
                  </a:cubicBezTo>
                  <a:cubicBezTo>
                    <a:pt x="29" y="57"/>
                    <a:pt x="30" y="56"/>
                    <a:pt x="30" y="55"/>
                  </a:cubicBezTo>
                  <a:cubicBezTo>
                    <a:pt x="30" y="53"/>
                    <a:pt x="29" y="49"/>
                    <a:pt x="27" y="46"/>
                  </a:cubicBezTo>
                  <a:cubicBezTo>
                    <a:pt x="28" y="42"/>
                    <a:pt x="29" y="19"/>
                    <a:pt x="29" y="15"/>
                  </a:cubicBezTo>
                  <a:cubicBezTo>
                    <a:pt x="29" y="14"/>
                    <a:pt x="29" y="14"/>
                    <a:pt x="29" y="13"/>
                  </a:cubicBezTo>
                  <a:cubicBezTo>
                    <a:pt x="29" y="8"/>
                    <a:pt x="28" y="2"/>
                    <a:pt x="26" y="0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178" name="Freeform 605">
              <a:extLst>
                <a:ext uri="{FF2B5EF4-FFF2-40B4-BE49-F238E27FC236}">
                  <a16:creationId xmlns:a16="http://schemas.microsoft.com/office/drawing/2014/main" id="{C1089B6B-089C-4771-911C-953E0D1A6D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9" y="2504"/>
              <a:ext cx="11" cy="8"/>
            </a:xfrm>
            <a:custGeom>
              <a:avLst/>
              <a:gdLst>
                <a:gd name="T0" fmla="*/ 0 w 7"/>
                <a:gd name="T1" fmla="*/ 0 h 5"/>
                <a:gd name="T2" fmla="*/ 22 w 7"/>
                <a:gd name="T3" fmla="*/ 21 h 5"/>
                <a:gd name="T4" fmla="*/ 27 w 7"/>
                <a:gd name="T5" fmla="*/ 16 h 5"/>
                <a:gd name="T6" fmla="*/ 0 w 7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1" y="1"/>
                    <a:pt x="5" y="3"/>
                    <a:pt x="6" y="5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5" y="1"/>
                    <a:pt x="0" y="0"/>
                    <a:pt x="0" y="0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179" name="Freeform 606">
              <a:extLst>
                <a:ext uri="{FF2B5EF4-FFF2-40B4-BE49-F238E27FC236}">
                  <a16:creationId xmlns:a16="http://schemas.microsoft.com/office/drawing/2014/main" id="{44D1CF7C-BB98-4662-9DCD-AA44C3E87C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9" y="1090"/>
              <a:ext cx="103" cy="147"/>
            </a:xfrm>
            <a:custGeom>
              <a:avLst/>
              <a:gdLst>
                <a:gd name="T0" fmla="*/ 0 w 65"/>
                <a:gd name="T1" fmla="*/ 110 h 92"/>
                <a:gd name="T2" fmla="*/ 52 w 65"/>
                <a:gd name="T3" fmla="*/ 48 h 92"/>
                <a:gd name="T4" fmla="*/ 82 w 65"/>
                <a:gd name="T5" fmla="*/ 0 h 92"/>
                <a:gd name="T6" fmla="*/ 68 w 65"/>
                <a:gd name="T7" fmla="*/ 61 h 92"/>
                <a:gd name="T8" fmla="*/ 63 w 65"/>
                <a:gd name="T9" fmla="*/ 118 h 92"/>
                <a:gd name="T10" fmla="*/ 95 w 65"/>
                <a:gd name="T11" fmla="*/ 240 h 92"/>
                <a:gd name="T12" fmla="*/ 158 w 65"/>
                <a:gd name="T13" fmla="*/ 315 h 92"/>
                <a:gd name="T14" fmla="*/ 216 w 65"/>
                <a:gd name="T15" fmla="*/ 342 h 92"/>
                <a:gd name="T16" fmla="*/ 258 w 65"/>
                <a:gd name="T17" fmla="*/ 375 h 92"/>
                <a:gd name="T18" fmla="*/ 211 w 65"/>
                <a:gd name="T19" fmla="*/ 350 h 92"/>
                <a:gd name="T20" fmla="*/ 147 w 65"/>
                <a:gd name="T21" fmla="*/ 320 h 92"/>
                <a:gd name="T22" fmla="*/ 73 w 65"/>
                <a:gd name="T23" fmla="*/ 240 h 92"/>
                <a:gd name="T24" fmla="*/ 48 w 65"/>
                <a:gd name="T25" fmla="*/ 149 h 92"/>
                <a:gd name="T26" fmla="*/ 8 w 65"/>
                <a:gd name="T27" fmla="*/ 107 h 9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65" h="92">
                  <a:moveTo>
                    <a:pt x="0" y="27"/>
                  </a:moveTo>
                  <a:cubicBezTo>
                    <a:pt x="4" y="21"/>
                    <a:pt x="9" y="17"/>
                    <a:pt x="13" y="12"/>
                  </a:cubicBezTo>
                  <a:cubicBezTo>
                    <a:pt x="16" y="8"/>
                    <a:pt x="19" y="2"/>
                    <a:pt x="21" y="0"/>
                  </a:cubicBezTo>
                  <a:cubicBezTo>
                    <a:pt x="20" y="5"/>
                    <a:pt x="18" y="10"/>
                    <a:pt x="17" y="15"/>
                  </a:cubicBezTo>
                  <a:cubicBezTo>
                    <a:pt x="16" y="20"/>
                    <a:pt x="16" y="25"/>
                    <a:pt x="16" y="29"/>
                  </a:cubicBezTo>
                  <a:cubicBezTo>
                    <a:pt x="17" y="39"/>
                    <a:pt x="20" y="50"/>
                    <a:pt x="24" y="59"/>
                  </a:cubicBezTo>
                  <a:cubicBezTo>
                    <a:pt x="28" y="66"/>
                    <a:pt x="33" y="73"/>
                    <a:pt x="40" y="77"/>
                  </a:cubicBezTo>
                  <a:cubicBezTo>
                    <a:pt x="45" y="80"/>
                    <a:pt x="49" y="82"/>
                    <a:pt x="54" y="84"/>
                  </a:cubicBezTo>
                  <a:cubicBezTo>
                    <a:pt x="58" y="87"/>
                    <a:pt x="62" y="90"/>
                    <a:pt x="65" y="92"/>
                  </a:cubicBezTo>
                  <a:cubicBezTo>
                    <a:pt x="62" y="92"/>
                    <a:pt x="57" y="88"/>
                    <a:pt x="53" y="86"/>
                  </a:cubicBezTo>
                  <a:cubicBezTo>
                    <a:pt x="48" y="84"/>
                    <a:pt x="42" y="81"/>
                    <a:pt x="37" y="78"/>
                  </a:cubicBezTo>
                  <a:cubicBezTo>
                    <a:pt x="28" y="73"/>
                    <a:pt x="22" y="68"/>
                    <a:pt x="18" y="59"/>
                  </a:cubicBezTo>
                  <a:cubicBezTo>
                    <a:pt x="14" y="52"/>
                    <a:pt x="13" y="44"/>
                    <a:pt x="12" y="36"/>
                  </a:cubicBezTo>
                  <a:cubicBezTo>
                    <a:pt x="11" y="30"/>
                    <a:pt x="9" y="26"/>
                    <a:pt x="2" y="26"/>
                  </a:cubicBezTo>
                </a:path>
              </a:pathLst>
            </a:custGeom>
            <a:solidFill>
              <a:srgbClr val="EFCA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180" name="Freeform 607">
              <a:extLst>
                <a:ext uri="{FF2B5EF4-FFF2-40B4-BE49-F238E27FC236}">
                  <a16:creationId xmlns:a16="http://schemas.microsoft.com/office/drawing/2014/main" id="{0728E30A-A0C1-4E66-BE42-D71E7B4F40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5" y="1154"/>
              <a:ext cx="117" cy="100"/>
            </a:xfrm>
            <a:custGeom>
              <a:avLst/>
              <a:gdLst>
                <a:gd name="T0" fmla="*/ 293 w 73"/>
                <a:gd name="T1" fmla="*/ 0 h 63"/>
                <a:gd name="T2" fmla="*/ 264 w 73"/>
                <a:gd name="T3" fmla="*/ 95 h 63"/>
                <a:gd name="T4" fmla="*/ 213 w 73"/>
                <a:gd name="T5" fmla="*/ 151 h 63"/>
                <a:gd name="T6" fmla="*/ 131 w 73"/>
                <a:gd name="T7" fmla="*/ 189 h 63"/>
                <a:gd name="T8" fmla="*/ 0 w 73"/>
                <a:gd name="T9" fmla="*/ 252 h 63"/>
                <a:gd name="T10" fmla="*/ 165 w 73"/>
                <a:gd name="T11" fmla="*/ 197 h 63"/>
                <a:gd name="T12" fmla="*/ 272 w 73"/>
                <a:gd name="T13" fmla="*/ 143 h 63"/>
                <a:gd name="T14" fmla="*/ 295 w 73"/>
                <a:gd name="T15" fmla="*/ 52 h 63"/>
                <a:gd name="T16" fmla="*/ 301 w 73"/>
                <a:gd name="T17" fmla="*/ 0 h 6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3" h="63">
                  <a:moveTo>
                    <a:pt x="71" y="0"/>
                  </a:moveTo>
                  <a:cubicBezTo>
                    <a:pt x="72" y="8"/>
                    <a:pt x="68" y="17"/>
                    <a:pt x="64" y="24"/>
                  </a:cubicBezTo>
                  <a:cubicBezTo>
                    <a:pt x="62" y="29"/>
                    <a:pt x="57" y="34"/>
                    <a:pt x="52" y="38"/>
                  </a:cubicBezTo>
                  <a:cubicBezTo>
                    <a:pt x="46" y="42"/>
                    <a:pt x="38" y="45"/>
                    <a:pt x="32" y="47"/>
                  </a:cubicBezTo>
                  <a:cubicBezTo>
                    <a:pt x="21" y="52"/>
                    <a:pt x="9" y="55"/>
                    <a:pt x="0" y="63"/>
                  </a:cubicBezTo>
                  <a:cubicBezTo>
                    <a:pt x="12" y="57"/>
                    <a:pt x="27" y="52"/>
                    <a:pt x="40" y="49"/>
                  </a:cubicBezTo>
                  <a:cubicBezTo>
                    <a:pt x="49" y="46"/>
                    <a:pt x="61" y="44"/>
                    <a:pt x="66" y="36"/>
                  </a:cubicBezTo>
                  <a:cubicBezTo>
                    <a:pt x="71" y="29"/>
                    <a:pt x="72" y="21"/>
                    <a:pt x="72" y="13"/>
                  </a:cubicBezTo>
                  <a:cubicBezTo>
                    <a:pt x="72" y="8"/>
                    <a:pt x="73" y="4"/>
                    <a:pt x="73" y="0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181" name="Freeform 608">
              <a:extLst>
                <a:ext uri="{FF2B5EF4-FFF2-40B4-BE49-F238E27FC236}">
                  <a16:creationId xmlns:a16="http://schemas.microsoft.com/office/drawing/2014/main" id="{A70BD9A0-1900-4BA2-B656-B51CBFD5DC2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2" y="1551"/>
              <a:ext cx="33" cy="326"/>
            </a:xfrm>
            <a:custGeom>
              <a:avLst/>
              <a:gdLst>
                <a:gd name="T0" fmla="*/ 60 w 21"/>
                <a:gd name="T1" fmla="*/ 0 h 205"/>
                <a:gd name="T2" fmla="*/ 69 w 21"/>
                <a:gd name="T3" fmla="*/ 250 h 205"/>
                <a:gd name="T4" fmla="*/ 69 w 21"/>
                <a:gd name="T5" fmla="*/ 442 h 205"/>
                <a:gd name="T6" fmla="*/ 22 w 21"/>
                <a:gd name="T7" fmla="*/ 824 h 205"/>
                <a:gd name="T8" fmla="*/ 31 w 21"/>
                <a:gd name="T9" fmla="*/ 450 h 205"/>
                <a:gd name="T10" fmla="*/ 0 w 21"/>
                <a:gd name="T11" fmla="*/ 237 h 205"/>
                <a:gd name="T12" fmla="*/ 55 w 21"/>
                <a:gd name="T13" fmla="*/ 25 h 20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" h="205">
                  <a:moveTo>
                    <a:pt x="15" y="0"/>
                  </a:moveTo>
                  <a:cubicBezTo>
                    <a:pt x="21" y="18"/>
                    <a:pt x="17" y="43"/>
                    <a:pt x="18" y="62"/>
                  </a:cubicBezTo>
                  <a:cubicBezTo>
                    <a:pt x="18" y="78"/>
                    <a:pt x="19" y="94"/>
                    <a:pt x="18" y="110"/>
                  </a:cubicBezTo>
                  <a:cubicBezTo>
                    <a:pt x="16" y="142"/>
                    <a:pt x="10" y="174"/>
                    <a:pt x="6" y="205"/>
                  </a:cubicBezTo>
                  <a:cubicBezTo>
                    <a:pt x="6" y="174"/>
                    <a:pt x="8" y="143"/>
                    <a:pt x="8" y="112"/>
                  </a:cubicBezTo>
                  <a:cubicBezTo>
                    <a:pt x="8" y="96"/>
                    <a:pt x="15" y="70"/>
                    <a:pt x="0" y="59"/>
                  </a:cubicBezTo>
                  <a:cubicBezTo>
                    <a:pt x="10" y="46"/>
                    <a:pt x="14" y="22"/>
                    <a:pt x="14" y="6"/>
                  </a:cubicBezTo>
                </a:path>
              </a:pathLst>
            </a:custGeom>
            <a:solidFill>
              <a:srgbClr val="EFCA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182" name="Freeform 609">
              <a:extLst>
                <a:ext uri="{FF2B5EF4-FFF2-40B4-BE49-F238E27FC236}">
                  <a16:creationId xmlns:a16="http://schemas.microsoft.com/office/drawing/2014/main" id="{71EC43D7-F90B-46C7-8900-D28A324CAC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1" y="1575"/>
              <a:ext cx="56" cy="65"/>
            </a:xfrm>
            <a:custGeom>
              <a:avLst/>
              <a:gdLst>
                <a:gd name="T0" fmla="*/ 0 w 35"/>
                <a:gd name="T1" fmla="*/ 0 h 41"/>
                <a:gd name="T2" fmla="*/ 56 w 35"/>
                <a:gd name="T3" fmla="*/ 116 h 41"/>
                <a:gd name="T4" fmla="*/ 144 w 35"/>
                <a:gd name="T5" fmla="*/ 163 h 41"/>
                <a:gd name="T6" fmla="*/ 48 w 35"/>
                <a:gd name="T7" fmla="*/ 82 h 41"/>
                <a:gd name="T8" fmla="*/ 5 w 35"/>
                <a:gd name="T9" fmla="*/ 16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41">
                  <a:moveTo>
                    <a:pt x="0" y="0"/>
                  </a:moveTo>
                  <a:cubicBezTo>
                    <a:pt x="4" y="10"/>
                    <a:pt x="6" y="21"/>
                    <a:pt x="14" y="29"/>
                  </a:cubicBezTo>
                  <a:cubicBezTo>
                    <a:pt x="19" y="35"/>
                    <a:pt x="28" y="38"/>
                    <a:pt x="35" y="41"/>
                  </a:cubicBezTo>
                  <a:cubicBezTo>
                    <a:pt x="26" y="36"/>
                    <a:pt x="19" y="28"/>
                    <a:pt x="12" y="21"/>
                  </a:cubicBezTo>
                  <a:cubicBezTo>
                    <a:pt x="8" y="16"/>
                    <a:pt x="5" y="9"/>
                    <a:pt x="1" y="4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183" name="Freeform 610">
              <a:extLst>
                <a:ext uri="{FF2B5EF4-FFF2-40B4-BE49-F238E27FC236}">
                  <a16:creationId xmlns:a16="http://schemas.microsoft.com/office/drawing/2014/main" id="{7513BF85-25A0-492E-B245-436D4B72F4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1" y="731"/>
              <a:ext cx="443" cy="439"/>
            </a:xfrm>
            <a:custGeom>
              <a:avLst/>
              <a:gdLst>
                <a:gd name="T0" fmla="*/ 975 w 278"/>
                <a:gd name="T1" fmla="*/ 410 h 276"/>
                <a:gd name="T2" fmla="*/ 967 w 278"/>
                <a:gd name="T3" fmla="*/ 407 h 276"/>
                <a:gd name="T4" fmla="*/ 959 w 278"/>
                <a:gd name="T5" fmla="*/ 410 h 276"/>
                <a:gd name="T6" fmla="*/ 932 w 278"/>
                <a:gd name="T7" fmla="*/ 496 h 276"/>
                <a:gd name="T8" fmla="*/ 927 w 278"/>
                <a:gd name="T9" fmla="*/ 519 h 276"/>
                <a:gd name="T10" fmla="*/ 902 w 278"/>
                <a:gd name="T11" fmla="*/ 571 h 276"/>
                <a:gd name="T12" fmla="*/ 902 w 278"/>
                <a:gd name="T13" fmla="*/ 571 h 276"/>
                <a:gd name="T14" fmla="*/ 894 w 278"/>
                <a:gd name="T15" fmla="*/ 584 h 276"/>
                <a:gd name="T16" fmla="*/ 513 w 278"/>
                <a:gd name="T17" fmla="*/ 0 h 276"/>
                <a:gd name="T18" fmla="*/ 178 w 278"/>
                <a:gd name="T19" fmla="*/ 560 h 276"/>
                <a:gd name="T20" fmla="*/ 158 w 278"/>
                <a:gd name="T21" fmla="*/ 471 h 276"/>
                <a:gd name="T22" fmla="*/ 150 w 278"/>
                <a:gd name="T23" fmla="*/ 437 h 276"/>
                <a:gd name="T24" fmla="*/ 145 w 278"/>
                <a:gd name="T25" fmla="*/ 423 h 276"/>
                <a:gd name="T26" fmla="*/ 145 w 278"/>
                <a:gd name="T27" fmla="*/ 417 h 276"/>
                <a:gd name="T28" fmla="*/ 134 w 278"/>
                <a:gd name="T29" fmla="*/ 410 h 276"/>
                <a:gd name="T30" fmla="*/ 110 w 278"/>
                <a:gd name="T31" fmla="*/ 437 h 276"/>
                <a:gd name="T32" fmla="*/ 124 w 278"/>
                <a:gd name="T33" fmla="*/ 519 h 276"/>
                <a:gd name="T34" fmla="*/ 142 w 278"/>
                <a:gd name="T35" fmla="*/ 604 h 276"/>
                <a:gd name="T36" fmla="*/ 158 w 278"/>
                <a:gd name="T37" fmla="*/ 660 h 276"/>
                <a:gd name="T38" fmla="*/ 178 w 278"/>
                <a:gd name="T39" fmla="*/ 701 h 276"/>
                <a:gd name="T40" fmla="*/ 218 w 278"/>
                <a:gd name="T41" fmla="*/ 732 h 276"/>
                <a:gd name="T42" fmla="*/ 265 w 278"/>
                <a:gd name="T43" fmla="*/ 881 h 276"/>
                <a:gd name="T44" fmla="*/ 389 w 278"/>
                <a:gd name="T45" fmla="*/ 1042 h 276"/>
                <a:gd name="T46" fmla="*/ 547 w 278"/>
                <a:gd name="T47" fmla="*/ 1110 h 276"/>
                <a:gd name="T48" fmla="*/ 701 w 278"/>
                <a:gd name="T49" fmla="*/ 1042 h 276"/>
                <a:gd name="T50" fmla="*/ 825 w 278"/>
                <a:gd name="T51" fmla="*/ 881 h 276"/>
                <a:gd name="T52" fmla="*/ 878 w 278"/>
                <a:gd name="T53" fmla="*/ 732 h 276"/>
                <a:gd name="T54" fmla="*/ 915 w 278"/>
                <a:gd name="T55" fmla="*/ 701 h 276"/>
                <a:gd name="T56" fmla="*/ 940 w 278"/>
                <a:gd name="T57" fmla="*/ 660 h 276"/>
                <a:gd name="T58" fmla="*/ 950 w 278"/>
                <a:gd name="T59" fmla="*/ 604 h 276"/>
                <a:gd name="T60" fmla="*/ 967 w 278"/>
                <a:gd name="T61" fmla="*/ 519 h 276"/>
                <a:gd name="T62" fmla="*/ 988 w 278"/>
                <a:gd name="T63" fmla="*/ 437 h 276"/>
                <a:gd name="T64" fmla="*/ 975 w 278"/>
                <a:gd name="T65" fmla="*/ 410 h 27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278" h="276">
                  <a:moveTo>
                    <a:pt x="241" y="102"/>
                  </a:moveTo>
                  <a:cubicBezTo>
                    <a:pt x="240" y="102"/>
                    <a:pt x="240" y="101"/>
                    <a:pt x="239" y="101"/>
                  </a:cubicBezTo>
                  <a:cubicBezTo>
                    <a:pt x="239" y="101"/>
                    <a:pt x="238" y="101"/>
                    <a:pt x="237" y="102"/>
                  </a:cubicBezTo>
                  <a:cubicBezTo>
                    <a:pt x="230" y="123"/>
                    <a:pt x="230" y="123"/>
                    <a:pt x="230" y="123"/>
                  </a:cubicBezTo>
                  <a:cubicBezTo>
                    <a:pt x="229" y="129"/>
                    <a:pt x="229" y="129"/>
                    <a:pt x="229" y="129"/>
                  </a:cubicBezTo>
                  <a:cubicBezTo>
                    <a:pt x="228" y="135"/>
                    <a:pt x="223" y="142"/>
                    <a:pt x="223" y="142"/>
                  </a:cubicBezTo>
                  <a:cubicBezTo>
                    <a:pt x="223" y="142"/>
                    <a:pt x="223" y="142"/>
                    <a:pt x="223" y="142"/>
                  </a:cubicBezTo>
                  <a:cubicBezTo>
                    <a:pt x="221" y="145"/>
                    <a:pt x="221" y="145"/>
                    <a:pt x="221" y="145"/>
                  </a:cubicBezTo>
                  <a:cubicBezTo>
                    <a:pt x="219" y="147"/>
                    <a:pt x="278" y="0"/>
                    <a:pt x="127" y="0"/>
                  </a:cubicBezTo>
                  <a:cubicBezTo>
                    <a:pt x="0" y="0"/>
                    <a:pt x="46" y="144"/>
                    <a:pt x="44" y="139"/>
                  </a:cubicBezTo>
                  <a:cubicBezTo>
                    <a:pt x="42" y="131"/>
                    <a:pt x="39" y="117"/>
                    <a:pt x="39" y="117"/>
                  </a:cubicBezTo>
                  <a:cubicBezTo>
                    <a:pt x="39" y="117"/>
                    <a:pt x="38" y="113"/>
                    <a:pt x="37" y="109"/>
                  </a:cubicBezTo>
                  <a:cubicBezTo>
                    <a:pt x="37" y="107"/>
                    <a:pt x="36" y="106"/>
                    <a:pt x="36" y="105"/>
                  </a:cubicBezTo>
                  <a:cubicBezTo>
                    <a:pt x="36" y="105"/>
                    <a:pt x="36" y="105"/>
                    <a:pt x="36" y="104"/>
                  </a:cubicBezTo>
                  <a:cubicBezTo>
                    <a:pt x="36" y="103"/>
                    <a:pt x="33" y="102"/>
                    <a:pt x="33" y="102"/>
                  </a:cubicBezTo>
                  <a:cubicBezTo>
                    <a:pt x="30" y="99"/>
                    <a:pt x="27" y="103"/>
                    <a:pt x="27" y="109"/>
                  </a:cubicBezTo>
                  <a:cubicBezTo>
                    <a:pt x="27" y="115"/>
                    <a:pt x="31" y="125"/>
                    <a:pt x="31" y="129"/>
                  </a:cubicBezTo>
                  <a:cubicBezTo>
                    <a:pt x="31" y="133"/>
                    <a:pt x="33" y="144"/>
                    <a:pt x="35" y="150"/>
                  </a:cubicBezTo>
                  <a:cubicBezTo>
                    <a:pt x="37" y="157"/>
                    <a:pt x="36" y="160"/>
                    <a:pt x="39" y="164"/>
                  </a:cubicBezTo>
                  <a:cubicBezTo>
                    <a:pt x="41" y="168"/>
                    <a:pt x="42" y="171"/>
                    <a:pt x="44" y="174"/>
                  </a:cubicBezTo>
                  <a:cubicBezTo>
                    <a:pt x="46" y="177"/>
                    <a:pt x="51" y="181"/>
                    <a:pt x="54" y="182"/>
                  </a:cubicBezTo>
                  <a:cubicBezTo>
                    <a:pt x="54" y="191"/>
                    <a:pt x="61" y="211"/>
                    <a:pt x="65" y="219"/>
                  </a:cubicBezTo>
                  <a:cubicBezTo>
                    <a:pt x="69" y="228"/>
                    <a:pt x="84" y="251"/>
                    <a:pt x="96" y="259"/>
                  </a:cubicBezTo>
                  <a:cubicBezTo>
                    <a:pt x="107" y="267"/>
                    <a:pt x="114" y="276"/>
                    <a:pt x="135" y="276"/>
                  </a:cubicBezTo>
                  <a:cubicBezTo>
                    <a:pt x="155" y="276"/>
                    <a:pt x="162" y="267"/>
                    <a:pt x="173" y="259"/>
                  </a:cubicBezTo>
                  <a:cubicBezTo>
                    <a:pt x="185" y="251"/>
                    <a:pt x="200" y="229"/>
                    <a:pt x="204" y="219"/>
                  </a:cubicBezTo>
                  <a:cubicBezTo>
                    <a:pt x="208" y="210"/>
                    <a:pt x="216" y="191"/>
                    <a:pt x="217" y="182"/>
                  </a:cubicBezTo>
                  <a:cubicBezTo>
                    <a:pt x="219" y="181"/>
                    <a:pt x="224" y="177"/>
                    <a:pt x="226" y="174"/>
                  </a:cubicBezTo>
                  <a:cubicBezTo>
                    <a:pt x="229" y="171"/>
                    <a:pt x="229" y="168"/>
                    <a:pt x="232" y="164"/>
                  </a:cubicBezTo>
                  <a:cubicBezTo>
                    <a:pt x="234" y="160"/>
                    <a:pt x="233" y="157"/>
                    <a:pt x="235" y="150"/>
                  </a:cubicBezTo>
                  <a:cubicBezTo>
                    <a:pt x="238" y="144"/>
                    <a:pt x="239" y="133"/>
                    <a:pt x="239" y="129"/>
                  </a:cubicBezTo>
                  <a:cubicBezTo>
                    <a:pt x="239" y="125"/>
                    <a:pt x="244" y="115"/>
                    <a:pt x="244" y="109"/>
                  </a:cubicBezTo>
                  <a:cubicBezTo>
                    <a:pt x="244" y="106"/>
                    <a:pt x="242" y="103"/>
                    <a:pt x="241" y="102"/>
                  </a:cubicBezTo>
                </a:path>
              </a:pathLst>
            </a:custGeom>
            <a:solidFill>
              <a:srgbClr val="F6E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184" name="Freeform 611">
              <a:extLst>
                <a:ext uri="{FF2B5EF4-FFF2-40B4-BE49-F238E27FC236}">
                  <a16:creationId xmlns:a16="http://schemas.microsoft.com/office/drawing/2014/main" id="{7B3A5486-830B-4287-BE5C-8D90664D65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9" y="933"/>
              <a:ext cx="21" cy="43"/>
            </a:xfrm>
            <a:custGeom>
              <a:avLst/>
              <a:gdLst>
                <a:gd name="T0" fmla="*/ 55 w 13"/>
                <a:gd name="T1" fmla="*/ 16 h 27"/>
                <a:gd name="T2" fmla="*/ 47 w 13"/>
                <a:gd name="T3" fmla="*/ 108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27">
                  <a:moveTo>
                    <a:pt x="13" y="4"/>
                  </a:moveTo>
                  <a:cubicBezTo>
                    <a:pt x="0" y="0"/>
                    <a:pt x="8" y="25"/>
                    <a:pt x="11" y="27"/>
                  </a:cubicBezTo>
                </a:path>
              </a:pathLst>
            </a:custGeom>
            <a:solidFill>
              <a:srgbClr val="EFCA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185" name="Freeform 612">
              <a:extLst>
                <a:ext uri="{FF2B5EF4-FFF2-40B4-BE49-F238E27FC236}">
                  <a16:creationId xmlns:a16="http://schemas.microsoft.com/office/drawing/2014/main" id="{614A3F35-56FB-43E6-8DFF-42D41F5AAA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4" y="944"/>
              <a:ext cx="15" cy="34"/>
            </a:xfrm>
            <a:custGeom>
              <a:avLst/>
              <a:gdLst>
                <a:gd name="T0" fmla="*/ 8 w 9"/>
                <a:gd name="T1" fmla="*/ 0 h 21"/>
                <a:gd name="T2" fmla="*/ 0 w 9"/>
                <a:gd name="T3" fmla="*/ 89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1">
                  <a:moveTo>
                    <a:pt x="2" y="0"/>
                  </a:moveTo>
                  <a:cubicBezTo>
                    <a:pt x="9" y="3"/>
                    <a:pt x="5" y="17"/>
                    <a:pt x="0" y="21"/>
                  </a:cubicBezTo>
                </a:path>
              </a:pathLst>
            </a:custGeom>
            <a:solidFill>
              <a:srgbClr val="EFCA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186" name="Freeform 613">
              <a:extLst>
                <a:ext uri="{FF2B5EF4-FFF2-40B4-BE49-F238E27FC236}">
                  <a16:creationId xmlns:a16="http://schemas.microsoft.com/office/drawing/2014/main" id="{E8A3DF47-3A6E-4E4D-8177-66185A269F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3" y="992"/>
              <a:ext cx="91" cy="46"/>
            </a:xfrm>
            <a:custGeom>
              <a:avLst/>
              <a:gdLst>
                <a:gd name="T0" fmla="*/ 187 w 57"/>
                <a:gd name="T1" fmla="*/ 5 h 29"/>
                <a:gd name="T2" fmla="*/ 212 w 57"/>
                <a:gd name="T3" fmla="*/ 81 h 29"/>
                <a:gd name="T4" fmla="*/ 176 w 57"/>
                <a:gd name="T5" fmla="*/ 82 h 29"/>
                <a:gd name="T6" fmla="*/ 123 w 57"/>
                <a:gd name="T7" fmla="*/ 111 h 29"/>
                <a:gd name="T8" fmla="*/ 107 w 57"/>
                <a:gd name="T9" fmla="*/ 111 h 29"/>
                <a:gd name="T10" fmla="*/ 56 w 57"/>
                <a:gd name="T11" fmla="*/ 81 h 29"/>
                <a:gd name="T12" fmla="*/ 16 w 57"/>
                <a:gd name="T13" fmla="*/ 76 h 29"/>
                <a:gd name="T14" fmla="*/ 35 w 57"/>
                <a:gd name="T15" fmla="*/ 0 h 29"/>
                <a:gd name="T16" fmla="*/ 16 w 57"/>
                <a:gd name="T17" fmla="*/ 43 h 29"/>
                <a:gd name="T18" fmla="*/ 42 w 57"/>
                <a:gd name="T19" fmla="*/ 81 h 29"/>
                <a:gd name="T20" fmla="*/ 77 w 57"/>
                <a:gd name="T21" fmla="*/ 90 h 29"/>
                <a:gd name="T22" fmla="*/ 166 w 57"/>
                <a:gd name="T23" fmla="*/ 82 h 29"/>
                <a:gd name="T24" fmla="*/ 187 w 57"/>
                <a:gd name="T25" fmla="*/ 81 h 29"/>
                <a:gd name="T26" fmla="*/ 217 w 57"/>
                <a:gd name="T27" fmla="*/ 60 h 29"/>
                <a:gd name="T28" fmla="*/ 187 w 57"/>
                <a:gd name="T29" fmla="*/ 5 h 29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57" h="29">
                  <a:moveTo>
                    <a:pt x="46" y="1"/>
                  </a:moveTo>
                  <a:cubicBezTo>
                    <a:pt x="50" y="8"/>
                    <a:pt x="57" y="13"/>
                    <a:pt x="52" y="20"/>
                  </a:cubicBezTo>
                  <a:cubicBezTo>
                    <a:pt x="48" y="25"/>
                    <a:pt x="46" y="20"/>
                    <a:pt x="43" y="21"/>
                  </a:cubicBezTo>
                  <a:cubicBezTo>
                    <a:pt x="40" y="22"/>
                    <a:pt x="37" y="26"/>
                    <a:pt x="30" y="28"/>
                  </a:cubicBezTo>
                  <a:cubicBezTo>
                    <a:pt x="28" y="28"/>
                    <a:pt x="27" y="28"/>
                    <a:pt x="26" y="28"/>
                  </a:cubicBezTo>
                  <a:cubicBezTo>
                    <a:pt x="19" y="26"/>
                    <a:pt x="16" y="21"/>
                    <a:pt x="14" y="20"/>
                  </a:cubicBezTo>
                  <a:cubicBezTo>
                    <a:pt x="10" y="19"/>
                    <a:pt x="8" y="24"/>
                    <a:pt x="4" y="19"/>
                  </a:cubicBezTo>
                  <a:cubicBezTo>
                    <a:pt x="0" y="12"/>
                    <a:pt x="4" y="11"/>
                    <a:pt x="9" y="0"/>
                  </a:cubicBezTo>
                  <a:cubicBezTo>
                    <a:pt x="9" y="0"/>
                    <a:pt x="7" y="3"/>
                    <a:pt x="4" y="11"/>
                  </a:cubicBezTo>
                  <a:cubicBezTo>
                    <a:pt x="1" y="19"/>
                    <a:pt x="7" y="21"/>
                    <a:pt x="10" y="20"/>
                  </a:cubicBezTo>
                  <a:cubicBezTo>
                    <a:pt x="13" y="19"/>
                    <a:pt x="14" y="18"/>
                    <a:pt x="19" y="23"/>
                  </a:cubicBezTo>
                  <a:cubicBezTo>
                    <a:pt x="23" y="28"/>
                    <a:pt x="31" y="29"/>
                    <a:pt x="41" y="21"/>
                  </a:cubicBezTo>
                  <a:cubicBezTo>
                    <a:pt x="44" y="19"/>
                    <a:pt x="45" y="20"/>
                    <a:pt x="46" y="20"/>
                  </a:cubicBezTo>
                  <a:cubicBezTo>
                    <a:pt x="48" y="21"/>
                    <a:pt x="52" y="22"/>
                    <a:pt x="53" y="15"/>
                  </a:cubicBezTo>
                  <a:cubicBezTo>
                    <a:pt x="54" y="9"/>
                    <a:pt x="46" y="6"/>
                    <a:pt x="4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187" name="Freeform 614">
              <a:extLst>
                <a:ext uri="{FF2B5EF4-FFF2-40B4-BE49-F238E27FC236}">
                  <a16:creationId xmlns:a16="http://schemas.microsoft.com/office/drawing/2014/main" id="{E3BCF043-8796-413B-A6AF-3CBB704E751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7" y="896"/>
              <a:ext cx="16" cy="31"/>
            </a:xfrm>
            <a:custGeom>
              <a:avLst/>
              <a:gdLst>
                <a:gd name="T0" fmla="*/ 42 w 10"/>
                <a:gd name="T1" fmla="*/ 83 h 19"/>
                <a:gd name="T2" fmla="*/ 0 w 10"/>
                <a:gd name="T3" fmla="*/ 54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9">
                  <a:moveTo>
                    <a:pt x="10" y="19"/>
                  </a:moveTo>
                  <a:cubicBezTo>
                    <a:pt x="8" y="13"/>
                    <a:pt x="2" y="0"/>
                    <a:pt x="0" y="12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188" name="Freeform 615">
              <a:extLst>
                <a:ext uri="{FF2B5EF4-FFF2-40B4-BE49-F238E27FC236}">
                  <a16:creationId xmlns:a16="http://schemas.microsoft.com/office/drawing/2014/main" id="{957260C0-0DB8-4D86-AB0B-0574BAD49A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0" y="955"/>
              <a:ext cx="12" cy="34"/>
            </a:xfrm>
            <a:custGeom>
              <a:avLst/>
              <a:gdLst>
                <a:gd name="T0" fmla="*/ 8 w 8"/>
                <a:gd name="T1" fmla="*/ 0 h 21"/>
                <a:gd name="T2" fmla="*/ 8 w 8"/>
                <a:gd name="T3" fmla="*/ 50 h 21"/>
                <a:gd name="T4" fmla="*/ 18 w 8"/>
                <a:gd name="T5" fmla="*/ 89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21">
                  <a:moveTo>
                    <a:pt x="2" y="0"/>
                  </a:moveTo>
                  <a:cubicBezTo>
                    <a:pt x="0" y="3"/>
                    <a:pt x="0" y="6"/>
                    <a:pt x="2" y="12"/>
                  </a:cubicBezTo>
                  <a:cubicBezTo>
                    <a:pt x="3" y="18"/>
                    <a:pt x="8" y="15"/>
                    <a:pt x="5" y="21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189" name="Freeform 616">
              <a:extLst>
                <a:ext uri="{FF2B5EF4-FFF2-40B4-BE49-F238E27FC236}">
                  <a16:creationId xmlns:a16="http://schemas.microsoft.com/office/drawing/2014/main" id="{AF71B0B8-5E34-4504-B904-00248DA3983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0" y="914"/>
              <a:ext cx="8" cy="22"/>
            </a:xfrm>
            <a:custGeom>
              <a:avLst/>
              <a:gdLst>
                <a:gd name="T0" fmla="*/ 16 w 5"/>
                <a:gd name="T1" fmla="*/ 0 h 14"/>
                <a:gd name="T2" fmla="*/ 0 w 5"/>
                <a:gd name="T3" fmla="*/ 55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4">
                  <a:moveTo>
                    <a:pt x="4" y="0"/>
                  </a:moveTo>
                  <a:cubicBezTo>
                    <a:pt x="5" y="3"/>
                    <a:pt x="0" y="8"/>
                    <a:pt x="0" y="14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190" name="Freeform 617">
              <a:extLst>
                <a:ext uri="{FF2B5EF4-FFF2-40B4-BE49-F238E27FC236}">
                  <a16:creationId xmlns:a16="http://schemas.microsoft.com/office/drawing/2014/main" id="{42133A85-BA21-4164-980A-68CA620CDD7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7" y="989"/>
              <a:ext cx="10" cy="31"/>
            </a:xfrm>
            <a:custGeom>
              <a:avLst/>
              <a:gdLst>
                <a:gd name="T0" fmla="*/ 0 w 6"/>
                <a:gd name="T1" fmla="*/ 0 h 20"/>
                <a:gd name="T2" fmla="*/ 28 w 6"/>
                <a:gd name="T3" fmla="*/ 74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0">
                  <a:moveTo>
                    <a:pt x="0" y="0"/>
                  </a:moveTo>
                  <a:cubicBezTo>
                    <a:pt x="2" y="7"/>
                    <a:pt x="2" y="10"/>
                    <a:pt x="6" y="20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191" name="Freeform 618">
              <a:extLst>
                <a:ext uri="{FF2B5EF4-FFF2-40B4-BE49-F238E27FC236}">
                  <a16:creationId xmlns:a16="http://schemas.microsoft.com/office/drawing/2014/main" id="{A1F4DAEF-B17D-4221-BE65-76D54B2778E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9" y="896"/>
              <a:ext cx="16" cy="31"/>
            </a:xfrm>
            <a:custGeom>
              <a:avLst/>
              <a:gdLst>
                <a:gd name="T0" fmla="*/ 0 w 10"/>
                <a:gd name="T1" fmla="*/ 83 h 19"/>
                <a:gd name="T2" fmla="*/ 42 w 10"/>
                <a:gd name="T3" fmla="*/ 54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9">
                  <a:moveTo>
                    <a:pt x="0" y="19"/>
                  </a:moveTo>
                  <a:cubicBezTo>
                    <a:pt x="2" y="13"/>
                    <a:pt x="8" y="0"/>
                    <a:pt x="10" y="12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192" name="Freeform 619">
              <a:extLst>
                <a:ext uri="{FF2B5EF4-FFF2-40B4-BE49-F238E27FC236}">
                  <a16:creationId xmlns:a16="http://schemas.microsoft.com/office/drawing/2014/main" id="{6AB3FC42-14D3-42F0-B162-E0A4A43E42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2" y="955"/>
              <a:ext cx="12" cy="34"/>
            </a:xfrm>
            <a:custGeom>
              <a:avLst/>
              <a:gdLst>
                <a:gd name="T0" fmla="*/ 21 w 8"/>
                <a:gd name="T1" fmla="*/ 0 h 21"/>
                <a:gd name="T2" fmla="*/ 21 w 8"/>
                <a:gd name="T3" fmla="*/ 50 h 21"/>
                <a:gd name="T4" fmla="*/ 8 w 8"/>
                <a:gd name="T5" fmla="*/ 89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21">
                  <a:moveTo>
                    <a:pt x="6" y="0"/>
                  </a:moveTo>
                  <a:cubicBezTo>
                    <a:pt x="8" y="3"/>
                    <a:pt x="7" y="6"/>
                    <a:pt x="6" y="12"/>
                  </a:cubicBezTo>
                  <a:cubicBezTo>
                    <a:pt x="4" y="18"/>
                    <a:pt x="0" y="15"/>
                    <a:pt x="2" y="21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193" name="Freeform 620">
              <a:extLst>
                <a:ext uri="{FF2B5EF4-FFF2-40B4-BE49-F238E27FC236}">
                  <a16:creationId xmlns:a16="http://schemas.microsoft.com/office/drawing/2014/main" id="{183BA0EF-81F8-4C85-BF57-D6F3D91E03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4" y="914"/>
              <a:ext cx="9" cy="22"/>
            </a:xfrm>
            <a:custGeom>
              <a:avLst/>
              <a:gdLst>
                <a:gd name="T0" fmla="*/ 5 w 6"/>
                <a:gd name="T1" fmla="*/ 0 h 14"/>
                <a:gd name="T2" fmla="*/ 18 w 6"/>
                <a:gd name="T3" fmla="*/ 55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4">
                  <a:moveTo>
                    <a:pt x="1" y="0"/>
                  </a:moveTo>
                  <a:cubicBezTo>
                    <a:pt x="0" y="3"/>
                    <a:pt x="6" y="8"/>
                    <a:pt x="5" y="14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194" name="Freeform 621">
              <a:extLst>
                <a:ext uri="{FF2B5EF4-FFF2-40B4-BE49-F238E27FC236}">
                  <a16:creationId xmlns:a16="http://schemas.microsoft.com/office/drawing/2014/main" id="{7C316323-368D-4B11-8564-D386A09E0F1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5" y="987"/>
              <a:ext cx="7" cy="35"/>
            </a:xfrm>
            <a:custGeom>
              <a:avLst/>
              <a:gdLst>
                <a:gd name="T0" fmla="*/ 21 w 4"/>
                <a:gd name="T1" fmla="*/ 0 h 22"/>
                <a:gd name="T2" fmla="*/ 0 w 4"/>
                <a:gd name="T3" fmla="*/ 89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2">
                  <a:moveTo>
                    <a:pt x="4" y="0"/>
                  </a:moveTo>
                  <a:cubicBezTo>
                    <a:pt x="3" y="8"/>
                    <a:pt x="4" y="11"/>
                    <a:pt x="0" y="22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195" name="Freeform 622">
              <a:extLst>
                <a:ext uri="{FF2B5EF4-FFF2-40B4-BE49-F238E27FC236}">
                  <a16:creationId xmlns:a16="http://schemas.microsoft.com/office/drawing/2014/main" id="{7427115B-83C4-4281-85CB-73AEC03A92C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4" y="889"/>
              <a:ext cx="346" cy="281"/>
            </a:xfrm>
            <a:custGeom>
              <a:avLst/>
              <a:gdLst>
                <a:gd name="T0" fmla="*/ 69 w 217"/>
                <a:gd name="T1" fmla="*/ 156 h 177"/>
                <a:gd name="T2" fmla="*/ 48 w 217"/>
                <a:gd name="T3" fmla="*/ 73 h 177"/>
                <a:gd name="T4" fmla="*/ 41 w 217"/>
                <a:gd name="T5" fmla="*/ 35 h 177"/>
                <a:gd name="T6" fmla="*/ 35 w 217"/>
                <a:gd name="T7" fmla="*/ 21 h 177"/>
                <a:gd name="T8" fmla="*/ 35 w 217"/>
                <a:gd name="T9" fmla="*/ 21 h 177"/>
                <a:gd name="T10" fmla="*/ 26 w 217"/>
                <a:gd name="T11" fmla="*/ 8 h 177"/>
                <a:gd name="T12" fmla="*/ 0 w 217"/>
                <a:gd name="T13" fmla="*/ 35 h 177"/>
                <a:gd name="T14" fmla="*/ 16 w 217"/>
                <a:gd name="T15" fmla="*/ 121 h 177"/>
                <a:gd name="T16" fmla="*/ 33 w 217"/>
                <a:gd name="T17" fmla="*/ 205 h 177"/>
                <a:gd name="T18" fmla="*/ 48 w 217"/>
                <a:gd name="T19" fmla="*/ 257 h 177"/>
                <a:gd name="T20" fmla="*/ 69 w 217"/>
                <a:gd name="T21" fmla="*/ 300 h 177"/>
                <a:gd name="T22" fmla="*/ 110 w 217"/>
                <a:gd name="T23" fmla="*/ 327 h 177"/>
                <a:gd name="T24" fmla="*/ 155 w 217"/>
                <a:gd name="T25" fmla="*/ 481 h 177"/>
                <a:gd name="T26" fmla="*/ 279 w 217"/>
                <a:gd name="T27" fmla="*/ 640 h 177"/>
                <a:gd name="T28" fmla="*/ 437 w 217"/>
                <a:gd name="T29" fmla="*/ 708 h 177"/>
                <a:gd name="T30" fmla="*/ 593 w 217"/>
                <a:gd name="T31" fmla="*/ 640 h 177"/>
                <a:gd name="T32" fmla="*/ 718 w 217"/>
                <a:gd name="T33" fmla="*/ 481 h 177"/>
                <a:gd name="T34" fmla="*/ 770 w 217"/>
                <a:gd name="T35" fmla="*/ 327 h 177"/>
                <a:gd name="T36" fmla="*/ 805 w 217"/>
                <a:gd name="T37" fmla="*/ 300 h 177"/>
                <a:gd name="T38" fmla="*/ 831 w 217"/>
                <a:gd name="T39" fmla="*/ 257 h 177"/>
                <a:gd name="T40" fmla="*/ 843 w 217"/>
                <a:gd name="T41" fmla="*/ 205 h 177"/>
                <a:gd name="T42" fmla="*/ 859 w 217"/>
                <a:gd name="T43" fmla="*/ 121 h 177"/>
                <a:gd name="T44" fmla="*/ 880 w 217"/>
                <a:gd name="T45" fmla="*/ 35 h 177"/>
                <a:gd name="T46" fmla="*/ 867 w 217"/>
                <a:gd name="T47" fmla="*/ 8 h 177"/>
                <a:gd name="T48" fmla="*/ 859 w 217"/>
                <a:gd name="T49" fmla="*/ 5 h 177"/>
                <a:gd name="T50" fmla="*/ 851 w 217"/>
                <a:gd name="T51" fmla="*/ 8 h 177"/>
                <a:gd name="T52" fmla="*/ 824 w 217"/>
                <a:gd name="T53" fmla="*/ 95 h 177"/>
                <a:gd name="T54" fmla="*/ 818 w 217"/>
                <a:gd name="T55" fmla="*/ 121 h 177"/>
                <a:gd name="T56" fmla="*/ 796 w 217"/>
                <a:gd name="T57" fmla="*/ 171 h 177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217" h="177">
                  <a:moveTo>
                    <a:pt x="17" y="39"/>
                  </a:moveTo>
                  <a:cubicBezTo>
                    <a:pt x="15" y="32"/>
                    <a:pt x="12" y="18"/>
                    <a:pt x="12" y="18"/>
                  </a:cubicBezTo>
                  <a:cubicBezTo>
                    <a:pt x="12" y="18"/>
                    <a:pt x="11" y="13"/>
                    <a:pt x="10" y="9"/>
                  </a:cubicBezTo>
                  <a:cubicBezTo>
                    <a:pt x="10" y="8"/>
                    <a:pt x="9" y="6"/>
                    <a:pt x="9" y="5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4"/>
                    <a:pt x="6" y="2"/>
                    <a:pt x="6" y="2"/>
                  </a:cubicBezTo>
                  <a:cubicBezTo>
                    <a:pt x="3" y="0"/>
                    <a:pt x="0" y="4"/>
                    <a:pt x="0" y="9"/>
                  </a:cubicBezTo>
                  <a:cubicBezTo>
                    <a:pt x="0" y="15"/>
                    <a:pt x="4" y="26"/>
                    <a:pt x="4" y="30"/>
                  </a:cubicBezTo>
                  <a:cubicBezTo>
                    <a:pt x="4" y="34"/>
                    <a:pt x="6" y="44"/>
                    <a:pt x="8" y="51"/>
                  </a:cubicBezTo>
                  <a:cubicBezTo>
                    <a:pt x="10" y="57"/>
                    <a:pt x="9" y="60"/>
                    <a:pt x="12" y="64"/>
                  </a:cubicBezTo>
                  <a:cubicBezTo>
                    <a:pt x="14" y="68"/>
                    <a:pt x="15" y="72"/>
                    <a:pt x="17" y="75"/>
                  </a:cubicBezTo>
                  <a:cubicBezTo>
                    <a:pt x="19" y="78"/>
                    <a:pt x="24" y="82"/>
                    <a:pt x="27" y="82"/>
                  </a:cubicBezTo>
                  <a:cubicBezTo>
                    <a:pt x="27" y="91"/>
                    <a:pt x="34" y="111"/>
                    <a:pt x="38" y="120"/>
                  </a:cubicBezTo>
                  <a:cubicBezTo>
                    <a:pt x="42" y="128"/>
                    <a:pt x="57" y="151"/>
                    <a:pt x="69" y="160"/>
                  </a:cubicBezTo>
                  <a:cubicBezTo>
                    <a:pt x="80" y="167"/>
                    <a:pt x="87" y="176"/>
                    <a:pt x="108" y="177"/>
                  </a:cubicBezTo>
                  <a:cubicBezTo>
                    <a:pt x="128" y="176"/>
                    <a:pt x="135" y="167"/>
                    <a:pt x="146" y="160"/>
                  </a:cubicBezTo>
                  <a:cubicBezTo>
                    <a:pt x="158" y="151"/>
                    <a:pt x="173" y="130"/>
                    <a:pt x="177" y="120"/>
                  </a:cubicBezTo>
                  <a:cubicBezTo>
                    <a:pt x="181" y="110"/>
                    <a:pt x="189" y="91"/>
                    <a:pt x="190" y="82"/>
                  </a:cubicBezTo>
                  <a:cubicBezTo>
                    <a:pt x="192" y="82"/>
                    <a:pt x="197" y="78"/>
                    <a:pt x="199" y="75"/>
                  </a:cubicBezTo>
                  <a:cubicBezTo>
                    <a:pt x="202" y="72"/>
                    <a:pt x="202" y="68"/>
                    <a:pt x="205" y="64"/>
                  </a:cubicBezTo>
                  <a:cubicBezTo>
                    <a:pt x="207" y="60"/>
                    <a:pt x="206" y="57"/>
                    <a:pt x="208" y="51"/>
                  </a:cubicBezTo>
                  <a:cubicBezTo>
                    <a:pt x="211" y="44"/>
                    <a:pt x="212" y="34"/>
                    <a:pt x="212" y="30"/>
                  </a:cubicBezTo>
                  <a:cubicBezTo>
                    <a:pt x="212" y="26"/>
                    <a:pt x="217" y="15"/>
                    <a:pt x="217" y="9"/>
                  </a:cubicBezTo>
                  <a:cubicBezTo>
                    <a:pt x="217" y="6"/>
                    <a:pt x="215" y="3"/>
                    <a:pt x="214" y="2"/>
                  </a:cubicBezTo>
                  <a:cubicBezTo>
                    <a:pt x="213" y="2"/>
                    <a:pt x="213" y="2"/>
                    <a:pt x="212" y="1"/>
                  </a:cubicBezTo>
                  <a:cubicBezTo>
                    <a:pt x="212" y="1"/>
                    <a:pt x="211" y="1"/>
                    <a:pt x="210" y="2"/>
                  </a:cubicBezTo>
                  <a:cubicBezTo>
                    <a:pt x="203" y="24"/>
                    <a:pt x="203" y="24"/>
                    <a:pt x="203" y="24"/>
                  </a:cubicBezTo>
                  <a:cubicBezTo>
                    <a:pt x="202" y="30"/>
                    <a:pt x="202" y="30"/>
                    <a:pt x="202" y="30"/>
                  </a:cubicBezTo>
                  <a:cubicBezTo>
                    <a:pt x="201" y="36"/>
                    <a:pt x="196" y="43"/>
                    <a:pt x="196" y="43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196" name="Freeform 623">
              <a:extLst>
                <a:ext uri="{FF2B5EF4-FFF2-40B4-BE49-F238E27FC236}">
                  <a16:creationId xmlns:a16="http://schemas.microsoft.com/office/drawing/2014/main" id="{37F368F7-22F8-4FC0-B6D9-54278A5D88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9" y="1071"/>
              <a:ext cx="110" cy="42"/>
            </a:xfrm>
            <a:custGeom>
              <a:avLst/>
              <a:gdLst>
                <a:gd name="T0" fmla="*/ 0 w 69"/>
                <a:gd name="T1" fmla="*/ 39 h 26"/>
                <a:gd name="T2" fmla="*/ 61 w 69"/>
                <a:gd name="T3" fmla="*/ 21 h 26"/>
                <a:gd name="T4" fmla="*/ 129 w 69"/>
                <a:gd name="T5" fmla="*/ 13 h 26"/>
                <a:gd name="T6" fmla="*/ 145 w 69"/>
                <a:gd name="T7" fmla="*/ 16 h 26"/>
                <a:gd name="T8" fmla="*/ 166 w 69"/>
                <a:gd name="T9" fmla="*/ 8 h 26"/>
                <a:gd name="T10" fmla="*/ 204 w 69"/>
                <a:gd name="T11" fmla="*/ 13 h 26"/>
                <a:gd name="T12" fmla="*/ 279 w 69"/>
                <a:gd name="T13" fmla="*/ 39 h 26"/>
                <a:gd name="T14" fmla="*/ 244 w 69"/>
                <a:gd name="T15" fmla="*/ 76 h 26"/>
                <a:gd name="T16" fmla="*/ 150 w 69"/>
                <a:gd name="T17" fmla="*/ 110 h 26"/>
                <a:gd name="T18" fmla="*/ 73 w 69"/>
                <a:gd name="T19" fmla="*/ 94 h 26"/>
                <a:gd name="T20" fmla="*/ 0 w 69"/>
                <a:gd name="T21" fmla="*/ 39 h 2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9" h="26">
                  <a:moveTo>
                    <a:pt x="0" y="9"/>
                  </a:moveTo>
                  <a:cubicBezTo>
                    <a:pt x="0" y="9"/>
                    <a:pt x="5" y="12"/>
                    <a:pt x="15" y="5"/>
                  </a:cubicBezTo>
                  <a:cubicBezTo>
                    <a:pt x="19" y="2"/>
                    <a:pt x="27" y="0"/>
                    <a:pt x="32" y="3"/>
                  </a:cubicBezTo>
                  <a:cubicBezTo>
                    <a:pt x="36" y="5"/>
                    <a:pt x="36" y="4"/>
                    <a:pt x="36" y="4"/>
                  </a:cubicBezTo>
                  <a:cubicBezTo>
                    <a:pt x="36" y="4"/>
                    <a:pt x="38" y="3"/>
                    <a:pt x="41" y="2"/>
                  </a:cubicBezTo>
                  <a:cubicBezTo>
                    <a:pt x="44" y="2"/>
                    <a:pt x="47" y="2"/>
                    <a:pt x="50" y="3"/>
                  </a:cubicBezTo>
                  <a:cubicBezTo>
                    <a:pt x="53" y="4"/>
                    <a:pt x="61" y="11"/>
                    <a:pt x="69" y="9"/>
                  </a:cubicBezTo>
                  <a:cubicBezTo>
                    <a:pt x="69" y="9"/>
                    <a:pt x="66" y="13"/>
                    <a:pt x="60" y="18"/>
                  </a:cubicBezTo>
                  <a:cubicBezTo>
                    <a:pt x="54" y="24"/>
                    <a:pt x="43" y="25"/>
                    <a:pt x="37" y="26"/>
                  </a:cubicBezTo>
                  <a:cubicBezTo>
                    <a:pt x="31" y="26"/>
                    <a:pt x="21" y="24"/>
                    <a:pt x="18" y="22"/>
                  </a:cubicBezTo>
                  <a:cubicBezTo>
                    <a:pt x="8" y="18"/>
                    <a:pt x="7" y="12"/>
                    <a:pt x="0" y="9"/>
                  </a:cubicBezTo>
                  <a:close/>
                </a:path>
              </a:pathLst>
            </a:custGeom>
            <a:solidFill>
              <a:srgbClr val="F9CA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197" name="Freeform 624">
              <a:extLst>
                <a:ext uri="{FF2B5EF4-FFF2-40B4-BE49-F238E27FC236}">
                  <a16:creationId xmlns:a16="http://schemas.microsoft.com/office/drawing/2014/main" id="{8B2B0477-D017-4489-BBA1-99E87E72709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7" y="1065"/>
              <a:ext cx="115" cy="30"/>
            </a:xfrm>
            <a:custGeom>
              <a:avLst/>
              <a:gdLst>
                <a:gd name="T0" fmla="*/ 149 w 72"/>
                <a:gd name="T1" fmla="*/ 35 h 19"/>
                <a:gd name="T2" fmla="*/ 294 w 72"/>
                <a:gd name="T3" fmla="*/ 47 h 19"/>
                <a:gd name="T4" fmla="*/ 257 w 72"/>
                <a:gd name="T5" fmla="*/ 47 h 19"/>
                <a:gd name="T6" fmla="*/ 219 w 72"/>
                <a:gd name="T7" fmla="*/ 33 h 19"/>
                <a:gd name="T8" fmla="*/ 150 w 72"/>
                <a:gd name="T9" fmla="*/ 27 h 19"/>
                <a:gd name="T10" fmla="*/ 150 w 72"/>
                <a:gd name="T11" fmla="*/ 27 h 19"/>
                <a:gd name="T12" fmla="*/ 81 w 72"/>
                <a:gd name="T13" fmla="*/ 33 h 19"/>
                <a:gd name="T14" fmla="*/ 42 w 72"/>
                <a:gd name="T15" fmla="*/ 47 h 19"/>
                <a:gd name="T16" fmla="*/ 0 w 72"/>
                <a:gd name="T17" fmla="*/ 47 h 19"/>
                <a:gd name="T18" fmla="*/ 149 w 72"/>
                <a:gd name="T19" fmla="*/ 35 h 1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2" h="19">
                  <a:moveTo>
                    <a:pt x="36" y="9"/>
                  </a:moveTo>
                  <a:cubicBezTo>
                    <a:pt x="49" y="0"/>
                    <a:pt x="59" y="18"/>
                    <a:pt x="72" y="12"/>
                  </a:cubicBezTo>
                  <a:cubicBezTo>
                    <a:pt x="69" y="13"/>
                    <a:pt x="66" y="14"/>
                    <a:pt x="63" y="12"/>
                  </a:cubicBezTo>
                  <a:cubicBezTo>
                    <a:pt x="61" y="10"/>
                    <a:pt x="57" y="9"/>
                    <a:pt x="54" y="8"/>
                  </a:cubicBezTo>
                  <a:cubicBezTo>
                    <a:pt x="47" y="5"/>
                    <a:pt x="43" y="5"/>
                    <a:pt x="37" y="7"/>
                  </a:cubicBezTo>
                  <a:cubicBezTo>
                    <a:pt x="37" y="7"/>
                    <a:pt x="37" y="7"/>
                    <a:pt x="37" y="7"/>
                  </a:cubicBezTo>
                  <a:cubicBezTo>
                    <a:pt x="30" y="5"/>
                    <a:pt x="27" y="5"/>
                    <a:pt x="20" y="8"/>
                  </a:cubicBezTo>
                  <a:cubicBezTo>
                    <a:pt x="16" y="9"/>
                    <a:pt x="12" y="10"/>
                    <a:pt x="10" y="12"/>
                  </a:cubicBezTo>
                  <a:cubicBezTo>
                    <a:pt x="7" y="13"/>
                    <a:pt x="3" y="14"/>
                    <a:pt x="0" y="12"/>
                  </a:cubicBezTo>
                  <a:cubicBezTo>
                    <a:pt x="11" y="19"/>
                    <a:pt x="24" y="0"/>
                    <a:pt x="36" y="9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198" name="Freeform 625">
              <a:extLst>
                <a:ext uri="{FF2B5EF4-FFF2-40B4-BE49-F238E27FC236}">
                  <a16:creationId xmlns:a16="http://schemas.microsoft.com/office/drawing/2014/main" id="{0151B2DB-9218-438A-9547-D7CD82C15E8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8" y="1094"/>
              <a:ext cx="91" cy="44"/>
            </a:xfrm>
            <a:custGeom>
              <a:avLst/>
              <a:gdLst>
                <a:gd name="T0" fmla="*/ 0 w 57"/>
                <a:gd name="T1" fmla="*/ 0 h 28"/>
                <a:gd name="T2" fmla="*/ 231 w 57"/>
                <a:gd name="T3" fmla="*/ 5 h 28"/>
                <a:gd name="T4" fmla="*/ 0 w 57"/>
                <a:gd name="T5" fmla="*/ 0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7" h="28">
                  <a:moveTo>
                    <a:pt x="0" y="0"/>
                  </a:moveTo>
                  <a:cubicBezTo>
                    <a:pt x="0" y="0"/>
                    <a:pt x="29" y="24"/>
                    <a:pt x="57" y="1"/>
                  </a:cubicBezTo>
                  <a:cubicBezTo>
                    <a:pt x="57" y="1"/>
                    <a:pt x="33" y="28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199" name="Freeform 626">
              <a:extLst>
                <a:ext uri="{FF2B5EF4-FFF2-40B4-BE49-F238E27FC236}">
                  <a16:creationId xmlns:a16="http://schemas.microsoft.com/office/drawing/2014/main" id="{0236C59B-E6D7-4E97-9EC4-7517133C80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8" y="1089"/>
              <a:ext cx="93" cy="11"/>
            </a:xfrm>
            <a:custGeom>
              <a:avLst/>
              <a:gdLst>
                <a:gd name="T0" fmla="*/ 0 w 58"/>
                <a:gd name="T1" fmla="*/ 0 h 7"/>
                <a:gd name="T2" fmla="*/ 239 w 58"/>
                <a:gd name="T3" fmla="*/ 0 h 7"/>
                <a:gd name="T4" fmla="*/ 0 w 58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8" h="7">
                  <a:moveTo>
                    <a:pt x="0" y="0"/>
                  </a:moveTo>
                  <a:cubicBezTo>
                    <a:pt x="0" y="0"/>
                    <a:pt x="33" y="5"/>
                    <a:pt x="58" y="0"/>
                  </a:cubicBezTo>
                  <a:cubicBezTo>
                    <a:pt x="58" y="0"/>
                    <a:pt x="38" y="7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200" name="Freeform 627">
              <a:extLst>
                <a:ext uri="{FF2B5EF4-FFF2-40B4-BE49-F238E27FC236}">
                  <a16:creationId xmlns:a16="http://schemas.microsoft.com/office/drawing/2014/main" id="{FBAAA21D-CAAC-42D6-AD51-7844B97065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3" y="922"/>
              <a:ext cx="63" cy="22"/>
            </a:xfrm>
            <a:custGeom>
              <a:avLst/>
              <a:gdLst>
                <a:gd name="T0" fmla="*/ 151 w 40"/>
                <a:gd name="T1" fmla="*/ 35 h 14"/>
                <a:gd name="T2" fmla="*/ 129 w 40"/>
                <a:gd name="T3" fmla="*/ 31 h 14"/>
                <a:gd name="T4" fmla="*/ 0 w 40"/>
                <a:gd name="T5" fmla="*/ 31 h 14"/>
                <a:gd name="T6" fmla="*/ 129 w 40"/>
                <a:gd name="T7" fmla="*/ 42 h 14"/>
                <a:gd name="T8" fmla="*/ 151 w 40"/>
                <a:gd name="T9" fmla="*/ 35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14">
                  <a:moveTo>
                    <a:pt x="39" y="9"/>
                  </a:moveTo>
                  <a:cubicBezTo>
                    <a:pt x="40" y="8"/>
                    <a:pt x="36" y="9"/>
                    <a:pt x="33" y="8"/>
                  </a:cubicBezTo>
                  <a:cubicBezTo>
                    <a:pt x="31" y="6"/>
                    <a:pt x="12" y="0"/>
                    <a:pt x="0" y="8"/>
                  </a:cubicBezTo>
                  <a:cubicBezTo>
                    <a:pt x="0" y="8"/>
                    <a:pt x="20" y="14"/>
                    <a:pt x="33" y="11"/>
                  </a:cubicBezTo>
                  <a:cubicBezTo>
                    <a:pt x="39" y="11"/>
                    <a:pt x="39" y="11"/>
                    <a:pt x="39" y="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201" name="Freeform 628">
              <a:extLst>
                <a:ext uri="{FF2B5EF4-FFF2-40B4-BE49-F238E27FC236}">
                  <a16:creationId xmlns:a16="http://schemas.microsoft.com/office/drawing/2014/main" id="{AAE8271E-D23B-434C-9536-0FEAD0AFA3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0" y="927"/>
              <a:ext cx="26" cy="14"/>
            </a:xfrm>
            <a:custGeom>
              <a:avLst/>
              <a:gdLst>
                <a:gd name="T0" fmla="*/ 68 w 16"/>
                <a:gd name="T1" fmla="*/ 12 h 9"/>
                <a:gd name="T2" fmla="*/ 5 w 16"/>
                <a:gd name="T3" fmla="*/ 5 h 9"/>
                <a:gd name="T4" fmla="*/ 0 w 16"/>
                <a:gd name="T5" fmla="*/ 19 h 9"/>
                <a:gd name="T6" fmla="*/ 0 w 16"/>
                <a:gd name="T7" fmla="*/ 26 h 9"/>
                <a:gd name="T8" fmla="*/ 63 w 16"/>
                <a:gd name="T9" fmla="*/ 34 h 9"/>
                <a:gd name="T10" fmla="*/ 68 w 16"/>
                <a:gd name="T11" fmla="*/ 19 h 9"/>
                <a:gd name="T12" fmla="*/ 68 w 16"/>
                <a:gd name="T13" fmla="*/ 12 h 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" h="9">
                  <a:moveTo>
                    <a:pt x="16" y="3"/>
                  </a:moveTo>
                  <a:cubicBezTo>
                    <a:pt x="12" y="1"/>
                    <a:pt x="6" y="0"/>
                    <a:pt x="1" y="1"/>
                  </a:cubicBezTo>
                  <a:cubicBezTo>
                    <a:pt x="0" y="2"/>
                    <a:pt x="0" y="4"/>
                    <a:pt x="0" y="5"/>
                  </a:cubicBezTo>
                  <a:cubicBezTo>
                    <a:pt x="0" y="6"/>
                    <a:pt x="0" y="7"/>
                    <a:pt x="0" y="7"/>
                  </a:cubicBezTo>
                  <a:cubicBezTo>
                    <a:pt x="5" y="8"/>
                    <a:pt x="10" y="9"/>
                    <a:pt x="15" y="9"/>
                  </a:cubicBezTo>
                  <a:cubicBezTo>
                    <a:pt x="16" y="8"/>
                    <a:pt x="16" y="6"/>
                    <a:pt x="16" y="5"/>
                  </a:cubicBezTo>
                  <a:cubicBezTo>
                    <a:pt x="16" y="4"/>
                    <a:pt x="16" y="3"/>
                    <a:pt x="16" y="3"/>
                  </a:cubicBezTo>
                  <a:close/>
                </a:path>
              </a:pathLst>
            </a:custGeom>
            <a:solidFill>
              <a:srgbClr val="3311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202" name="Freeform 629">
              <a:extLst>
                <a:ext uri="{FF2B5EF4-FFF2-40B4-BE49-F238E27FC236}">
                  <a16:creationId xmlns:a16="http://schemas.microsoft.com/office/drawing/2014/main" id="{79A0201E-2105-4D13-8142-CEB7893603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0" y="927"/>
              <a:ext cx="26" cy="14"/>
            </a:xfrm>
            <a:custGeom>
              <a:avLst/>
              <a:gdLst>
                <a:gd name="T0" fmla="*/ 68 w 16"/>
                <a:gd name="T1" fmla="*/ 12 h 9"/>
                <a:gd name="T2" fmla="*/ 5 w 16"/>
                <a:gd name="T3" fmla="*/ 5 h 9"/>
                <a:gd name="T4" fmla="*/ 0 w 16"/>
                <a:gd name="T5" fmla="*/ 19 h 9"/>
                <a:gd name="T6" fmla="*/ 0 w 16"/>
                <a:gd name="T7" fmla="*/ 26 h 9"/>
                <a:gd name="T8" fmla="*/ 63 w 16"/>
                <a:gd name="T9" fmla="*/ 34 h 9"/>
                <a:gd name="T10" fmla="*/ 68 w 16"/>
                <a:gd name="T11" fmla="*/ 19 h 9"/>
                <a:gd name="T12" fmla="*/ 68 w 16"/>
                <a:gd name="T13" fmla="*/ 12 h 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" h="9">
                  <a:moveTo>
                    <a:pt x="16" y="3"/>
                  </a:moveTo>
                  <a:cubicBezTo>
                    <a:pt x="12" y="1"/>
                    <a:pt x="6" y="0"/>
                    <a:pt x="1" y="1"/>
                  </a:cubicBezTo>
                  <a:cubicBezTo>
                    <a:pt x="0" y="2"/>
                    <a:pt x="0" y="4"/>
                    <a:pt x="0" y="5"/>
                  </a:cubicBezTo>
                  <a:cubicBezTo>
                    <a:pt x="0" y="6"/>
                    <a:pt x="0" y="7"/>
                    <a:pt x="0" y="7"/>
                  </a:cubicBezTo>
                  <a:cubicBezTo>
                    <a:pt x="5" y="8"/>
                    <a:pt x="10" y="9"/>
                    <a:pt x="15" y="9"/>
                  </a:cubicBezTo>
                  <a:cubicBezTo>
                    <a:pt x="16" y="8"/>
                    <a:pt x="16" y="6"/>
                    <a:pt x="16" y="5"/>
                  </a:cubicBezTo>
                  <a:cubicBezTo>
                    <a:pt x="16" y="4"/>
                    <a:pt x="16" y="3"/>
                    <a:pt x="16" y="3"/>
                  </a:cubicBezTo>
                  <a:close/>
                </a:path>
              </a:pathLst>
            </a:custGeom>
            <a:noFill/>
            <a:ln w="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203" name="Freeform 630">
              <a:extLst>
                <a:ext uri="{FF2B5EF4-FFF2-40B4-BE49-F238E27FC236}">
                  <a16:creationId xmlns:a16="http://schemas.microsoft.com/office/drawing/2014/main" id="{CB4940C9-19AD-4A7D-A467-55FCD2A02C7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4" y="920"/>
              <a:ext cx="62" cy="23"/>
            </a:xfrm>
            <a:custGeom>
              <a:avLst/>
              <a:gdLst>
                <a:gd name="T0" fmla="*/ 157 w 39"/>
                <a:gd name="T1" fmla="*/ 43 h 14"/>
                <a:gd name="T2" fmla="*/ 129 w 39"/>
                <a:gd name="T3" fmla="*/ 35 h 14"/>
                <a:gd name="T4" fmla="*/ 0 w 39"/>
                <a:gd name="T5" fmla="*/ 41 h 14"/>
                <a:gd name="T6" fmla="*/ 132 w 39"/>
                <a:gd name="T7" fmla="*/ 54 h 14"/>
                <a:gd name="T8" fmla="*/ 157 w 39"/>
                <a:gd name="T9" fmla="*/ 43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14">
                  <a:moveTo>
                    <a:pt x="39" y="10"/>
                  </a:moveTo>
                  <a:cubicBezTo>
                    <a:pt x="39" y="9"/>
                    <a:pt x="35" y="10"/>
                    <a:pt x="32" y="8"/>
                  </a:cubicBezTo>
                  <a:cubicBezTo>
                    <a:pt x="30" y="7"/>
                    <a:pt x="11" y="0"/>
                    <a:pt x="0" y="9"/>
                  </a:cubicBezTo>
                  <a:cubicBezTo>
                    <a:pt x="0" y="9"/>
                    <a:pt x="20" y="14"/>
                    <a:pt x="33" y="12"/>
                  </a:cubicBezTo>
                  <a:cubicBezTo>
                    <a:pt x="38" y="11"/>
                    <a:pt x="38" y="11"/>
                    <a:pt x="39" y="10"/>
                  </a:cubicBezTo>
                  <a:close/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204" name="Oval 631">
              <a:extLst>
                <a:ext uri="{FF2B5EF4-FFF2-40B4-BE49-F238E27FC236}">
                  <a16:creationId xmlns:a16="http://schemas.microsoft.com/office/drawing/2014/main" id="{C33FB372-297A-43B0-9241-1F3CF5ED58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78" y="930"/>
              <a:ext cx="8" cy="8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205" name="Oval 632">
              <a:extLst>
                <a:ext uri="{FF2B5EF4-FFF2-40B4-BE49-F238E27FC236}">
                  <a16:creationId xmlns:a16="http://schemas.microsoft.com/office/drawing/2014/main" id="{313F249D-AE92-4961-B6D9-6ED36A0E0E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4" y="931"/>
              <a:ext cx="5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206" name="Freeform 633">
              <a:extLst>
                <a:ext uri="{FF2B5EF4-FFF2-40B4-BE49-F238E27FC236}">
                  <a16:creationId xmlns:a16="http://schemas.microsoft.com/office/drawing/2014/main" id="{85888301-29F1-456D-8F46-9E3434937D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3" y="922"/>
              <a:ext cx="62" cy="22"/>
            </a:xfrm>
            <a:custGeom>
              <a:avLst/>
              <a:gdLst>
                <a:gd name="T0" fmla="*/ 0 w 39"/>
                <a:gd name="T1" fmla="*/ 35 h 14"/>
                <a:gd name="T2" fmla="*/ 25 w 39"/>
                <a:gd name="T3" fmla="*/ 31 h 14"/>
                <a:gd name="T4" fmla="*/ 157 w 39"/>
                <a:gd name="T5" fmla="*/ 31 h 14"/>
                <a:gd name="T6" fmla="*/ 25 w 39"/>
                <a:gd name="T7" fmla="*/ 42 h 14"/>
                <a:gd name="T8" fmla="*/ 0 w 39"/>
                <a:gd name="T9" fmla="*/ 35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14">
                  <a:moveTo>
                    <a:pt x="0" y="9"/>
                  </a:moveTo>
                  <a:cubicBezTo>
                    <a:pt x="0" y="8"/>
                    <a:pt x="4" y="9"/>
                    <a:pt x="6" y="8"/>
                  </a:cubicBezTo>
                  <a:cubicBezTo>
                    <a:pt x="9" y="6"/>
                    <a:pt x="28" y="0"/>
                    <a:pt x="39" y="8"/>
                  </a:cubicBezTo>
                  <a:cubicBezTo>
                    <a:pt x="39" y="8"/>
                    <a:pt x="19" y="14"/>
                    <a:pt x="6" y="11"/>
                  </a:cubicBezTo>
                  <a:cubicBezTo>
                    <a:pt x="1" y="11"/>
                    <a:pt x="0" y="11"/>
                    <a:pt x="0" y="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207" name="Freeform 634">
              <a:extLst>
                <a:ext uri="{FF2B5EF4-FFF2-40B4-BE49-F238E27FC236}">
                  <a16:creationId xmlns:a16="http://schemas.microsoft.com/office/drawing/2014/main" id="{CFF95158-E578-4E81-8BE5-F005081EA2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2" y="927"/>
              <a:ext cx="27" cy="14"/>
            </a:xfrm>
            <a:custGeom>
              <a:avLst/>
              <a:gdLst>
                <a:gd name="T0" fmla="*/ 5 w 17"/>
                <a:gd name="T1" fmla="*/ 12 h 9"/>
                <a:gd name="T2" fmla="*/ 64 w 17"/>
                <a:gd name="T3" fmla="*/ 5 h 9"/>
                <a:gd name="T4" fmla="*/ 68 w 17"/>
                <a:gd name="T5" fmla="*/ 19 h 9"/>
                <a:gd name="T6" fmla="*/ 64 w 17"/>
                <a:gd name="T7" fmla="*/ 26 h 9"/>
                <a:gd name="T8" fmla="*/ 5 w 17"/>
                <a:gd name="T9" fmla="*/ 34 h 9"/>
                <a:gd name="T10" fmla="*/ 0 w 17"/>
                <a:gd name="T11" fmla="*/ 19 h 9"/>
                <a:gd name="T12" fmla="*/ 5 w 17"/>
                <a:gd name="T13" fmla="*/ 12 h 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" h="9">
                  <a:moveTo>
                    <a:pt x="1" y="3"/>
                  </a:moveTo>
                  <a:cubicBezTo>
                    <a:pt x="5" y="1"/>
                    <a:pt x="10" y="0"/>
                    <a:pt x="16" y="1"/>
                  </a:cubicBezTo>
                  <a:cubicBezTo>
                    <a:pt x="16" y="2"/>
                    <a:pt x="17" y="4"/>
                    <a:pt x="17" y="5"/>
                  </a:cubicBezTo>
                  <a:cubicBezTo>
                    <a:pt x="17" y="6"/>
                    <a:pt x="17" y="7"/>
                    <a:pt x="16" y="7"/>
                  </a:cubicBezTo>
                  <a:cubicBezTo>
                    <a:pt x="12" y="8"/>
                    <a:pt x="6" y="9"/>
                    <a:pt x="1" y="9"/>
                  </a:cubicBezTo>
                  <a:cubicBezTo>
                    <a:pt x="1" y="8"/>
                    <a:pt x="0" y="6"/>
                    <a:pt x="0" y="5"/>
                  </a:cubicBezTo>
                  <a:cubicBezTo>
                    <a:pt x="0" y="4"/>
                    <a:pt x="0" y="3"/>
                    <a:pt x="1" y="3"/>
                  </a:cubicBezTo>
                  <a:close/>
                </a:path>
              </a:pathLst>
            </a:custGeom>
            <a:solidFill>
              <a:srgbClr val="3311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208" name="Freeform 635">
              <a:extLst>
                <a:ext uri="{FF2B5EF4-FFF2-40B4-BE49-F238E27FC236}">
                  <a16:creationId xmlns:a16="http://schemas.microsoft.com/office/drawing/2014/main" id="{D75D8467-0E6D-419D-8E74-014CCD2B29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2" y="927"/>
              <a:ext cx="27" cy="14"/>
            </a:xfrm>
            <a:custGeom>
              <a:avLst/>
              <a:gdLst>
                <a:gd name="T0" fmla="*/ 5 w 17"/>
                <a:gd name="T1" fmla="*/ 12 h 9"/>
                <a:gd name="T2" fmla="*/ 64 w 17"/>
                <a:gd name="T3" fmla="*/ 5 h 9"/>
                <a:gd name="T4" fmla="*/ 68 w 17"/>
                <a:gd name="T5" fmla="*/ 19 h 9"/>
                <a:gd name="T6" fmla="*/ 64 w 17"/>
                <a:gd name="T7" fmla="*/ 26 h 9"/>
                <a:gd name="T8" fmla="*/ 5 w 17"/>
                <a:gd name="T9" fmla="*/ 34 h 9"/>
                <a:gd name="T10" fmla="*/ 0 w 17"/>
                <a:gd name="T11" fmla="*/ 19 h 9"/>
                <a:gd name="T12" fmla="*/ 5 w 17"/>
                <a:gd name="T13" fmla="*/ 12 h 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" h="9">
                  <a:moveTo>
                    <a:pt x="1" y="3"/>
                  </a:moveTo>
                  <a:cubicBezTo>
                    <a:pt x="5" y="1"/>
                    <a:pt x="10" y="0"/>
                    <a:pt x="16" y="1"/>
                  </a:cubicBezTo>
                  <a:cubicBezTo>
                    <a:pt x="16" y="2"/>
                    <a:pt x="17" y="4"/>
                    <a:pt x="17" y="5"/>
                  </a:cubicBezTo>
                  <a:cubicBezTo>
                    <a:pt x="17" y="6"/>
                    <a:pt x="17" y="7"/>
                    <a:pt x="16" y="7"/>
                  </a:cubicBezTo>
                  <a:cubicBezTo>
                    <a:pt x="12" y="8"/>
                    <a:pt x="6" y="9"/>
                    <a:pt x="1" y="9"/>
                  </a:cubicBezTo>
                  <a:cubicBezTo>
                    <a:pt x="1" y="8"/>
                    <a:pt x="0" y="6"/>
                    <a:pt x="0" y="5"/>
                  </a:cubicBezTo>
                  <a:cubicBezTo>
                    <a:pt x="0" y="4"/>
                    <a:pt x="0" y="3"/>
                    <a:pt x="1" y="3"/>
                  </a:cubicBezTo>
                  <a:close/>
                </a:path>
              </a:pathLst>
            </a:custGeom>
            <a:noFill/>
            <a:ln w="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209" name="Freeform 636">
              <a:extLst>
                <a:ext uri="{FF2B5EF4-FFF2-40B4-BE49-F238E27FC236}">
                  <a16:creationId xmlns:a16="http://schemas.microsoft.com/office/drawing/2014/main" id="{DDF0076B-FBA0-47AB-ABE5-BC49914C4B7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3" y="920"/>
              <a:ext cx="62" cy="23"/>
            </a:xfrm>
            <a:custGeom>
              <a:avLst/>
              <a:gdLst>
                <a:gd name="T0" fmla="*/ 0 w 39"/>
                <a:gd name="T1" fmla="*/ 43 h 14"/>
                <a:gd name="T2" fmla="*/ 25 w 39"/>
                <a:gd name="T3" fmla="*/ 35 h 14"/>
                <a:gd name="T4" fmla="*/ 157 w 39"/>
                <a:gd name="T5" fmla="*/ 41 h 14"/>
                <a:gd name="T6" fmla="*/ 25 w 39"/>
                <a:gd name="T7" fmla="*/ 54 h 14"/>
                <a:gd name="T8" fmla="*/ 0 w 39"/>
                <a:gd name="T9" fmla="*/ 43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14">
                  <a:moveTo>
                    <a:pt x="0" y="10"/>
                  </a:moveTo>
                  <a:cubicBezTo>
                    <a:pt x="0" y="9"/>
                    <a:pt x="4" y="10"/>
                    <a:pt x="6" y="8"/>
                  </a:cubicBezTo>
                  <a:cubicBezTo>
                    <a:pt x="9" y="7"/>
                    <a:pt x="27" y="0"/>
                    <a:pt x="39" y="9"/>
                  </a:cubicBezTo>
                  <a:cubicBezTo>
                    <a:pt x="39" y="9"/>
                    <a:pt x="19" y="14"/>
                    <a:pt x="6" y="12"/>
                  </a:cubicBezTo>
                  <a:cubicBezTo>
                    <a:pt x="1" y="11"/>
                    <a:pt x="0" y="11"/>
                    <a:pt x="0" y="10"/>
                  </a:cubicBezTo>
                  <a:close/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210" name="Oval 637">
              <a:extLst>
                <a:ext uri="{FF2B5EF4-FFF2-40B4-BE49-F238E27FC236}">
                  <a16:creationId xmlns:a16="http://schemas.microsoft.com/office/drawing/2014/main" id="{C992B174-E0BF-4C04-AD02-842FA69F86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21" y="930"/>
              <a:ext cx="8" cy="8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211" name="Oval 638">
              <a:extLst>
                <a:ext uri="{FF2B5EF4-FFF2-40B4-BE49-F238E27FC236}">
                  <a16:creationId xmlns:a16="http://schemas.microsoft.com/office/drawing/2014/main" id="{66AA7A68-4F58-4A50-A659-5596B77A25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20" y="931"/>
              <a:ext cx="5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212" name="Freeform 639">
              <a:extLst>
                <a:ext uri="{FF2B5EF4-FFF2-40B4-BE49-F238E27FC236}">
                  <a16:creationId xmlns:a16="http://schemas.microsoft.com/office/drawing/2014/main" id="{316F4C5B-B5B2-4031-BC9F-55F2CE4F8D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3" y="884"/>
              <a:ext cx="76" cy="19"/>
            </a:xfrm>
            <a:custGeom>
              <a:avLst/>
              <a:gdLst>
                <a:gd name="T0" fmla="*/ 0 w 48"/>
                <a:gd name="T1" fmla="*/ 35 h 12"/>
                <a:gd name="T2" fmla="*/ 190 w 48"/>
                <a:gd name="T3" fmla="*/ 48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8" h="12">
                  <a:moveTo>
                    <a:pt x="0" y="9"/>
                  </a:moveTo>
                  <a:cubicBezTo>
                    <a:pt x="0" y="9"/>
                    <a:pt x="32" y="0"/>
                    <a:pt x="48" y="12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213" name="Freeform 640">
              <a:extLst>
                <a:ext uri="{FF2B5EF4-FFF2-40B4-BE49-F238E27FC236}">
                  <a16:creationId xmlns:a16="http://schemas.microsoft.com/office/drawing/2014/main" id="{4FA55714-F793-478D-8BF1-831449A7DA8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3" y="876"/>
              <a:ext cx="83" cy="24"/>
            </a:xfrm>
            <a:custGeom>
              <a:avLst/>
              <a:gdLst>
                <a:gd name="T0" fmla="*/ 211 w 52"/>
                <a:gd name="T1" fmla="*/ 56 h 15"/>
                <a:gd name="T2" fmla="*/ 0 w 52"/>
                <a:gd name="T3" fmla="*/ 61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2" h="15">
                  <a:moveTo>
                    <a:pt x="52" y="14"/>
                  </a:moveTo>
                  <a:cubicBezTo>
                    <a:pt x="52" y="14"/>
                    <a:pt x="15" y="0"/>
                    <a:pt x="0" y="15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214" name="Freeform 641">
              <a:extLst>
                <a:ext uri="{FF2B5EF4-FFF2-40B4-BE49-F238E27FC236}">
                  <a16:creationId xmlns:a16="http://schemas.microsoft.com/office/drawing/2014/main" id="{B211960F-13D9-49DB-91F4-1300E0EE2B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2" y="696"/>
              <a:ext cx="237" cy="304"/>
            </a:xfrm>
            <a:custGeom>
              <a:avLst/>
              <a:gdLst>
                <a:gd name="T0" fmla="*/ 13 w 149"/>
                <a:gd name="T1" fmla="*/ 81 h 191"/>
                <a:gd name="T2" fmla="*/ 450 w 149"/>
                <a:gd name="T3" fmla="*/ 189 h 191"/>
                <a:gd name="T4" fmla="*/ 511 w 149"/>
                <a:gd name="T5" fmla="*/ 694 h 191"/>
                <a:gd name="T6" fmla="*/ 471 w 149"/>
                <a:gd name="T7" fmla="*/ 762 h 191"/>
                <a:gd name="T8" fmla="*/ 471 w 149"/>
                <a:gd name="T9" fmla="*/ 673 h 191"/>
                <a:gd name="T10" fmla="*/ 449 w 149"/>
                <a:gd name="T11" fmla="*/ 350 h 191"/>
                <a:gd name="T12" fmla="*/ 0 w 149"/>
                <a:gd name="T13" fmla="*/ 189 h 191"/>
                <a:gd name="T14" fmla="*/ 13 w 149"/>
                <a:gd name="T15" fmla="*/ 81 h 19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49" h="191">
                  <a:moveTo>
                    <a:pt x="3" y="20"/>
                  </a:moveTo>
                  <a:cubicBezTo>
                    <a:pt x="3" y="20"/>
                    <a:pt x="62" y="0"/>
                    <a:pt x="112" y="47"/>
                  </a:cubicBezTo>
                  <a:cubicBezTo>
                    <a:pt x="149" y="82"/>
                    <a:pt x="132" y="153"/>
                    <a:pt x="127" y="172"/>
                  </a:cubicBezTo>
                  <a:cubicBezTo>
                    <a:pt x="122" y="191"/>
                    <a:pt x="117" y="189"/>
                    <a:pt x="117" y="189"/>
                  </a:cubicBezTo>
                  <a:cubicBezTo>
                    <a:pt x="117" y="189"/>
                    <a:pt x="117" y="174"/>
                    <a:pt x="117" y="167"/>
                  </a:cubicBezTo>
                  <a:cubicBezTo>
                    <a:pt x="117" y="160"/>
                    <a:pt x="123" y="100"/>
                    <a:pt x="111" y="87"/>
                  </a:cubicBezTo>
                  <a:cubicBezTo>
                    <a:pt x="98" y="73"/>
                    <a:pt x="0" y="47"/>
                    <a:pt x="0" y="47"/>
                  </a:cubicBezTo>
                  <a:lnTo>
                    <a:pt x="3" y="2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215" name="Freeform 642">
              <a:extLst>
                <a:ext uri="{FF2B5EF4-FFF2-40B4-BE49-F238E27FC236}">
                  <a16:creationId xmlns:a16="http://schemas.microsoft.com/office/drawing/2014/main" id="{279EA9A8-7AD9-4874-8C06-348E862B4B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4" y="718"/>
              <a:ext cx="123" cy="274"/>
            </a:xfrm>
            <a:custGeom>
              <a:avLst/>
              <a:gdLst>
                <a:gd name="T0" fmla="*/ 300 w 77"/>
                <a:gd name="T1" fmla="*/ 134 h 172"/>
                <a:gd name="T2" fmla="*/ 94 w 77"/>
                <a:gd name="T3" fmla="*/ 335 h 172"/>
                <a:gd name="T4" fmla="*/ 97 w 77"/>
                <a:gd name="T5" fmla="*/ 695 h 172"/>
                <a:gd name="T6" fmla="*/ 21 w 77"/>
                <a:gd name="T7" fmla="*/ 411 h 172"/>
                <a:gd name="T8" fmla="*/ 313 w 77"/>
                <a:gd name="T9" fmla="*/ 25 h 172"/>
                <a:gd name="T10" fmla="*/ 300 w 77"/>
                <a:gd name="T11" fmla="*/ 134 h 17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7" h="172">
                  <a:moveTo>
                    <a:pt x="74" y="33"/>
                  </a:moveTo>
                  <a:cubicBezTo>
                    <a:pt x="74" y="33"/>
                    <a:pt x="25" y="60"/>
                    <a:pt x="23" y="83"/>
                  </a:cubicBezTo>
                  <a:cubicBezTo>
                    <a:pt x="21" y="106"/>
                    <a:pt x="24" y="172"/>
                    <a:pt x="24" y="172"/>
                  </a:cubicBezTo>
                  <a:cubicBezTo>
                    <a:pt x="24" y="172"/>
                    <a:pt x="10" y="154"/>
                    <a:pt x="5" y="102"/>
                  </a:cubicBezTo>
                  <a:cubicBezTo>
                    <a:pt x="0" y="50"/>
                    <a:pt x="44" y="0"/>
                    <a:pt x="77" y="6"/>
                  </a:cubicBezTo>
                  <a:lnTo>
                    <a:pt x="74" y="3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216" name="Freeform 643">
              <a:extLst>
                <a:ext uri="{FF2B5EF4-FFF2-40B4-BE49-F238E27FC236}">
                  <a16:creationId xmlns:a16="http://schemas.microsoft.com/office/drawing/2014/main" id="{7D0C391E-513F-43D2-BA54-4FCCA9C28B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0" y="761"/>
              <a:ext cx="198" cy="174"/>
            </a:xfrm>
            <a:custGeom>
              <a:avLst/>
              <a:gdLst>
                <a:gd name="T0" fmla="*/ 0 w 124"/>
                <a:gd name="T1" fmla="*/ 13 h 109"/>
                <a:gd name="T2" fmla="*/ 128 w 124"/>
                <a:gd name="T3" fmla="*/ 97 h 109"/>
                <a:gd name="T4" fmla="*/ 300 w 124"/>
                <a:gd name="T5" fmla="*/ 200 h 109"/>
                <a:gd name="T6" fmla="*/ 268 w 124"/>
                <a:gd name="T7" fmla="*/ 150 h 109"/>
                <a:gd name="T8" fmla="*/ 342 w 124"/>
                <a:gd name="T9" fmla="*/ 239 h 109"/>
                <a:gd name="T10" fmla="*/ 321 w 124"/>
                <a:gd name="T11" fmla="*/ 184 h 109"/>
                <a:gd name="T12" fmla="*/ 380 w 124"/>
                <a:gd name="T13" fmla="*/ 252 h 109"/>
                <a:gd name="T14" fmla="*/ 362 w 124"/>
                <a:gd name="T15" fmla="*/ 204 h 109"/>
                <a:gd name="T16" fmla="*/ 431 w 124"/>
                <a:gd name="T17" fmla="*/ 281 h 109"/>
                <a:gd name="T18" fmla="*/ 428 w 124"/>
                <a:gd name="T19" fmla="*/ 247 h 109"/>
                <a:gd name="T20" fmla="*/ 471 w 124"/>
                <a:gd name="T21" fmla="*/ 326 h 109"/>
                <a:gd name="T22" fmla="*/ 497 w 124"/>
                <a:gd name="T23" fmla="*/ 444 h 109"/>
                <a:gd name="T24" fmla="*/ 505 w 124"/>
                <a:gd name="T25" fmla="*/ 321 h 109"/>
                <a:gd name="T26" fmla="*/ 492 w 124"/>
                <a:gd name="T27" fmla="*/ 223 h 109"/>
                <a:gd name="T28" fmla="*/ 383 w 124"/>
                <a:gd name="T29" fmla="*/ 89 h 109"/>
                <a:gd name="T30" fmla="*/ 273 w 124"/>
                <a:gd name="T31" fmla="*/ 35 h 109"/>
                <a:gd name="T32" fmla="*/ 155 w 124"/>
                <a:gd name="T33" fmla="*/ 16 h 109"/>
                <a:gd name="T34" fmla="*/ 73 w 124"/>
                <a:gd name="T35" fmla="*/ 5 h 109"/>
                <a:gd name="T36" fmla="*/ 16 w 124"/>
                <a:gd name="T37" fmla="*/ 0 h 109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24" h="109">
                  <a:moveTo>
                    <a:pt x="0" y="3"/>
                  </a:moveTo>
                  <a:cubicBezTo>
                    <a:pt x="1" y="9"/>
                    <a:pt x="24" y="21"/>
                    <a:pt x="31" y="24"/>
                  </a:cubicBezTo>
                  <a:cubicBezTo>
                    <a:pt x="46" y="31"/>
                    <a:pt x="62" y="37"/>
                    <a:pt x="74" y="49"/>
                  </a:cubicBezTo>
                  <a:cubicBezTo>
                    <a:pt x="72" y="45"/>
                    <a:pt x="69" y="40"/>
                    <a:pt x="66" y="37"/>
                  </a:cubicBezTo>
                  <a:cubicBezTo>
                    <a:pt x="74" y="41"/>
                    <a:pt x="80" y="51"/>
                    <a:pt x="84" y="59"/>
                  </a:cubicBezTo>
                  <a:cubicBezTo>
                    <a:pt x="83" y="54"/>
                    <a:pt x="81" y="48"/>
                    <a:pt x="79" y="45"/>
                  </a:cubicBezTo>
                  <a:cubicBezTo>
                    <a:pt x="85" y="48"/>
                    <a:pt x="88" y="57"/>
                    <a:pt x="93" y="62"/>
                  </a:cubicBezTo>
                  <a:cubicBezTo>
                    <a:pt x="91" y="59"/>
                    <a:pt x="89" y="53"/>
                    <a:pt x="89" y="50"/>
                  </a:cubicBezTo>
                  <a:cubicBezTo>
                    <a:pt x="96" y="54"/>
                    <a:pt x="100" y="64"/>
                    <a:pt x="106" y="69"/>
                  </a:cubicBezTo>
                  <a:cubicBezTo>
                    <a:pt x="106" y="67"/>
                    <a:pt x="105" y="63"/>
                    <a:pt x="105" y="61"/>
                  </a:cubicBezTo>
                  <a:cubicBezTo>
                    <a:pt x="109" y="65"/>
                    <a:pt x="113" y="74"/>
                    <a:pt x="116" y="80"/>
                  </a:cubicBezTo>
                  <a:cubicBezTo>
                    <a:pt x="120" y="89"/>
                    <a:pt x="118" y="100"/>
                    <a:pt x="122" y="109"/>
                  </a:cubicBezTo>
                  <a:cubicBezTo>
                    <a:pt x="122" y="99"/>
                    <a:pt x="124" y="89"/>
                    <a:pt x="124" y="79"/>
                  </a:cubicBezTo>
                  <a:cubicBezTo>
                    <a:pt x="124" y="71"/>
                    <a:pt x="123" y="63"/>
                    <a:pt x="121" y="55"/>
                  </a:cubicBezTo>
                  <a:cubicBezTo>
                    <a:pt x="118" y="39"/>
                    <a:pt x="107" y="30"/>
                    <a:pt x="94" y="22"/>
                  </a:cubicBezTo>
                  <a:cubicBezTo>
                    <a:pt x="85" y="17"/>
                    <a:pt x="77" y="12"/>
                    <a:pt x="67" y="9"/>
                  </a:cubicBezTo>
                  <a:cubicBezTo>
                    <a:pt x="58" y="7"/>
                    <a:pt x="48" y="7"/>
                    <a:pt x="38" y="4"/>
                  </a:cubicBezTo>
                  <a:cubicBezTo>
                    <a:pt x="32" y="2"/>
                    <a:pt x="25" y="1"/>
                    <a:pt x="18" y="1"/>
                  </a:cubicBezTo>
                  <a:cubicBezTo>
                    <a:pt x="14" y="0"/>
                    <a:pt x="8" y="2"/>
                    <a:pt x="4" y="0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217" name="Freeform 644">
              <a:extLst>
                <a:ext uri="{FF2B5EF4-FFF2-40B4-BE49-F238E27FC236}">
                  <a16:creationId xmlns:a16="http://schemas.microsoft.com/office/drawing/2014/main" id="{2409F7D1-B2AB-43CB-A48E-9F35092B2D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8" y="763"/>
              <a:ext cx="94" cy="176"/>
            </a:xfrm>
            <a:custGeom>
              <a:avLst/>
              <a:gdLst>
                <a:gd name="T0" fmla="*/ 239 w 59"/>
                <a:gd name="T1" fmla="*/ 16 h 111"/>
                <a:gd name="T2" fmla="*/ 116 w 59"/>
                <a:gd name="T3" fmla="*/ 108 h 111"/>
                <a:gd name="T4" fmla="*/ 53 w 59"/>
                <a:gd name="T5" fmla="*/ 239 h 111"/>
                <a:gd name="T6" fmla="*/ 48 w 59"/>
                <a:gd name="T7" fmla="*/ 203 h 111"/>
                <a:gd name="T8" fmla="*/ 40 w 59"/>
                <a:gd name="T9" fmla="*/ 319 h 111"/>
                <a:gd name="T10" fmla="*/ 25 w 59"/>
                <a:gd name="T11" fmla="*/ 442 h 111"/>
                <a:gd name="T12" fmla="*/ 16 w 59"/>
                <a:gd name="T13" fmla="*/ 400 h 111"/>
                <a:gd name="T14" fmla="*/ 5 w 59"/>
                <a:gd name="T15" fmla="*/ 327 h 111"/>
                <a:gd name="T16" fmla="*/ 8 w 59"/>
                <a:gd name="T17" fmla="*/ 219 h 111"/>
                <a:gd name="T18" fmla="*/ 97 w 59"/>
                <a:gd name="T19" fmla="*/ 82 h 111"/>
                <a:gd name="T20" fmla="*/ 155 w 59"/>
                <a:gd name="T21" fmla="*/ 25 h 111"/>
                <a:gd name="T22" fmla="*/ 185 w 59"/>
                <a:gd name="T23" fmla="*/ 0 h 11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9" h="111">
                  <a:moveTo>
                    <a:pt x="59" y="4"/>
                  </a:moveTo>
                  <a:cubicBezTo>
                    <a:pt x="51" y="13"/>
                    <a:pt x="39" y="20"/>
                    <a:pt x="29" y="27"/>
                  </a:cubicBezTo>
                  <a:cubicBezTo>
                    <a:pt x="18" y="36"/>
                    <a:pt x="16" y="47"/>
                    <a:pt x="13" y="60"/>
                  </a:cubicBezTo>
                  <a:cubicBezTo>
                    <a:pt x="12" y="57"/>
                    <a:pt x="12" y="54"/>
                    <a:pt x="12" y="51"/>
                  </a:cubicBezTo>
                  <a:cubicBezTo>
                    <a:pt x="8" y="59"/>
                    <a:pt x="10" y="71"/>
                    <a:pt x="10" y="80"/>
                  </a:cubicBezTo>
                  <a:cubicBezTo>
                    <a:pt x="10" y="91"/>
                    <a:pt x="9" y="101"/>
                    <a:pt x="6" y="111"/>
                  </a:cubicBezTo>
                  <a:cubicBezTo>
                    <a:pt x="5" y="108"/>
                    <a:pt x="5" y="103"/>
                    <a:pt x="4" y="100"/>
                  </a:cubicBezTo>
                  <a:cubicBezTo>
                    <a:pt x="3" y="94"/>
                    <a:pt x="2" y="88"/>
                    <a:pt x="1" y="82"/>
                  </a:cubicBezTo>
                  <a:cubicBezTo>
                    <a:pt x="0" y="73"/>
                    <a:pt x="0" y="64"/>
                    <a:pt x="2" y="55"/>
                  </a:cubicBezTo>
                  <a:cubicBezTo>
                    <a:pt x="5" y="42"/>
                    <a:pt x="14" y="31"/>
                    <a:pt x="24" y="21"/>
                  </a:cubicBezTo>
                  <a:cubicBezTo>
                    <a:pt x="29" y="16"/>
                    <a:pt x="34" y="11"/>
                    <a:pt x="38" y="6"/>
                  </a:cubicBezTo>
                  <a:cubicBezTo>
                    <a:pt x="41" y="5"/>
                    <a:pt x="45" y="3"/>
                    <a:pt x="46" y="0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218" name="Freeform 645">
              <a:extLst>
                <a:ext uri="{FF2B5EF4-FFF2-40B4-BE49-F238E27FC236}">
                  <a16:creationId xmlns:a16="http://schemas.microsoft.com/office/drawing/2014/main" id="{95C6BD2F-5108-4047-B193-D6809A1C00F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2" y="772"/>
              <a:ext cx="54" cy="78"/>
            </a:xfrm>
            <a:custGeom>
              <a:avLst/>
              <a:gdLst>
                <a:gd name="T0" fmla="*/ 68 w 34"/>
                <a:gd name="T1" fmla="*/ 13 h 49"/>
                <a:gd name="T2" fmla="*/ 35 w 34"/>
                <a:gd name="T3" fmla="*/ 53 h 49"/>
                <a:gd name="T4" fmla="*/ 16 w 34"/>
                <a:gd name="T5" fmla="*/ 102 h 49"/>
                <a:gd name="T6" fmla="*/ 5 w 34"/>
                <a:gd name="T7" fmla="*/ 158 h 49"/>
                <a:gd name="T8" fmla="*/ 0 w 34"/>
                <a:gd name="T9" fmla="*/ 197 h 49"/>
                <a:gd name="T10" fmla="*/ 25 w 34"/>
                <a:gd name="T11" fmla="*/ 124 h 49"/>
                <a:gd name="T12" fmla="*/ 16 w 34"/>
                <a:gd name="T13" fmla="*/ 185 h 49"/>
                <a:gd name="T14" fmla="*/ 33 w 34"/>
                <a:gd name="T15" fmla="*/ 134 h 49"/>
                <a:gd name="T16" fmla="*/ 60 w 34"/>
                <a:gd name="T17" fmla="*/ 84 h 49"/>
                <a:gd name="T18" fmla="*/ 35 w 34"/>
                <a:gd name="T19" fmla="*/ 172 h 49"/>
                <a:gd name="T20" fmla="*/ 56 w 34"/>
                <a:gd name="T21" fmla="*/ 115 h 49"/>
                <a:gd name="T22" fmla="*/ 56 w 34"/>
                <a:gd name="T23" fmla="*/ 153 h 49"/>
                <a:gd name="T24" fmla="*/ 64 w 34"/>
                <a:gd name="T25" fmla="*/ 116 h 49"/>
                <a:gd name="T26" fmla="*/ 68 w 34"/>
                <a:gd name="T27" fmla="*/ 162 h 49"/>
                <a:gd name="T28" fmla="*/ 137 w 34"/>
                <a:gd name="T29" fmla="*/ 25 h 49"/>
                <a:gd name="T30" fmla="*/ 89 w 34"/>
                <a:gd name="T31" fmla="*/ 60 h 49"/>
                <a:gd name="T32" fmla="*/ 108 w 34"/>
                <a:gd name="T33" fmla="*/ 16 h 49"/>
                <a:gd name="T34" fmla="*/ 73 w 34"/>
                <a:gd name="T35" fmla="*/ 46 h 49"/>
                <a:gd name="T36" fmla="*/ 40 w 34"/>
                <a:gd name="T37" fmla="*/ 76 h 49"/>
                <a:gd name="T38" fmla="*/ 83 w 34"/>
                <a:gd name="T39" fmla="*/ 0 h 49"/>
                <a:gd name="T40" fmla="*/ 64 w 34"/>
                <a:gd name="T41" fmla="*/ 16 h 49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34" h="49">
                  <a:moveTo>
                    <a:pt x="17" y="3"/>
                  </a:moveTo>
                  <a:cubicBezTo>
                    <a:pt x="14" y="7"/>
                    <a:pt x="11" y="10"/>
                    <a:pt x="9" y="13"/>
                  </a:cubicBezTo>
                  <a:cubicBezTo>
                    <a:pt x="6" y="17"/>
                    <a:pt x="5" y="21"/>
                    <a:pt x="4" y="25"/>
                  </a:cubicBezTo>
                  <a:cubicBezTo>
                    <a:pt x="3" y="30"/>
                    <a:pt x="2" y="34"/>
                    <a:pt x="1" y="39"/>
                  </a:cubicBezTo>
                  <a:cubicBezTo>
                    <a:pt x="1" y="42"/>
                    <a:pt x="1" y="46"/>
                    <a:pt x="0" y="49"/>
                  </a:cubicBezTo>
                  <a:cubicBezTo>
                    <a:pt x="2" y="43"/>
                    <a:pt x="4" y="37"/>
                    <a:pt x="6" y="31"/>
                  </a:cubicBezTo>
                  <a:cubicBezTo>
                    <a:pt x="5" y="36"/>
                    <a:pt x="4" y="41"/>
                    <a:pt x="4" y="46"/>
                  </a:cubicBezTo>
                  <a:cubicBezTo>
                    <a:pt x="5" y="41"/>
                    <a:pt x="6" y="37"/>
                    <a:pt x="8" y="33"/>
                  </a:cubicBezTo>
                  <a:cubicBezTo>
                    <a:pt x="10" y="28"/>
                    <a:pt x="13" y="25"/>
                    <a:pt x="15" y="21"/>
                  </a:cubicBezTo>
                  <a:cubicBezTo>
                    <a:pt x="11" y="27"/>
                    <a:pt x="9" y="35"/>
                    <a:pt x="9" y="43"/>
                  </a:cubicBezTo>
                  <a:cubicBezTo>
                    <a:pt x="9" y="37"/>
                    <a:pt x="13" y="33"/>
                    <a:pt x="14" y="28"/>
                  </a:cubicBezTo>
                  <a:cubicBezTo>
                    <a:pt x="15" y="31"/>
                    <a:pt x="13" y="35"/>
                    <a:pt x="14" y="38"/>
                  </a:cubicBezTo>
                  <a:cubicBezTo>
                    <a:pt x="14" y="35"/>
                    <a:pt x="15" y="32"/>
                    <a:pt x="16" y="29"/>
                  </a:cubicBezTo>
                  <a:cubicBezTo>
                    <a:pt x="17" y="33"/>
                    <a:pt x="17" y="36"/>
                    <a:pt x="17" y="40"/>
                  </a:cubicBezTo>
                  <a:cubicBezTo>
                    <a:pt x="17" y="26"/>
                    <a:pt x="26" y="16"/>
                    <a:pt x="34" y="6"/>
                  </a:cubicBezTo>
                  <a:cubicBezTo>
                    <a:pt x="30" y="9"/>
                    <a:pt x="26" y="12"/>
                    <a:pt x="22" y="15"/>
                  </a:cubicBezTo>
                  <a:cubicBezTo>
                    <a:pt x="22" y="11"/>
                    <a:pt x="26" y="7"/>
                    <a:pt x="27" y="4"/>
                  </a:cubicBezTo>
                  <a:cubicBezTo>
                    <a:pt x="24" y="6"/>
                    <a:pt x="21" y="9"/>
                    <a:pt x="18" y="11"/>
                  </a:cubicBezTo>
                  <a:cubicBezTo>
                    <a:pt x="15" y="13"/>
                    <a:pt x="11" y="16"/>
                    <a:pt x="10" y="19"/>
                  </a:cubicBezTo>
                  <a:cubicBezTo>
                    <a:pt x="10" y="12"/>
                    <a:pt x="17" y="5"/>
                    <a:pt x="21" y="0"/>
                  </a:cubicBezTo>
                  <a:cubicBezTo>
                    <a:pt x="19" y="1"/>
                    <a:pt x="17" y="2"/>
                    <a:pt x="16" y="4"/>
                  </a:cubicBezTo>
                </a:path>
              </a:pathLst>
            </a:custGeom>
            <a:solidFill>
              <a:srgbClr val="0F12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219" name="Freeform 646">
              <a:extLst>
                <a:ext uri="{FF2B5EF4-FFF2-40B4-BE49-F238E27FC236}">
                  <a16:creationId xmlns:a16="http://schemas.microsoft.com/office/drawing/2014/main" id="{2A86F225-4632-4C97-B6D8-2A7F55CE16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1" y="749"/>
              <a:ext cx="132" cy="125"/>
            </a:xfrm>
            <a:custGeom>
              <a:avLst/>
              <a:gdLst>
                <a:gd name="T0" fmla="*/ 0 w 83"/>
                <a:gd name="T1" fmla="*/ 108 h 79"/>
                <a:gd name="T2" fmla="*/ 102 w 83"/>
                <a:gd name="T3" fmla="*/ 150 h 79"/>
                <a:gd name="T4" fmla="*/ 81 w 83"/>
                <a:gd name="T5" fmla="*/ 130 h 79"/>
                <a:gd name="T6" fmla="*/ 177 w 83"/>
                <a:gd name="T7" fmla="*/ 195 h 79"/>
                <a:gd name="T8" fmla="*/ 149 w 83"/>
                <a:gd name="T9" fmla="*/ 150 h 79"/>
                <a:gd name="T10" fmla="*/ 231 w 83"/>
                <a:gd name="T11" fmla="*/ 223 h 79"/>
                <a:gd name="T12" fmla="*/ 202 w 83"/>
                <a:gd name="T13" fmla="*/ 165 h 79"/>
                <a:gd name="T14" fmla="*/ 270 w 83"/>
                <a:gd name="T15" fmla="*/ 223 h 79"/>
                <a:gd name="T16" fmla="*/ 309 w 83"/>
                <a:gd name="T17" fmla="*/ 261 h 79"/>
                <a:gd name="T18" fmla="*/ 334 w 83"/>
                <a:gd name="T19" fmla="*/ 313 h 79"/>
                <a:gd name="T20" fmla="*/ 326 w 83"/>
                <a:gd name="T21" fmla="*/ 272 h 79"/>
                <a:gd name="T22" fmla="*/ 305 w 83"/>
                <a:gd name="T23" fmla="*/ 231 h 79"/>
                <a:gd name="T24" fmla="*/ 270 w 83"/>
                <a:gd name="T25" fmla="*/ 176 h 79"/>
                <a:gd name="T26" fmla="*/ 301 w 83"/>
                <a:gd name="T27" fmla="*/ 206 h 79"/>
                <a:gd name="T28" fmla="*/ 286 w 83"/>
                <a:gd name="T29" fmla="*/ 165 h 79"/>
                <a:gd name="T30" fmla="*/ 313 w 83"/>
                <a:gd name="T31" fmla="*/ 185 h 79"/>
                <a:gd name="T32" fmla="*/ 301 w 83"/>
                <a:gd name="T33" fmla="*/ 158 h 79"/>
                <a:gd name="T34" fmla="*/ 278 w 83"/>
                <a:gd name="T35" fmla="*/ 108 h 79"/>
                <a:gd name="T36" fmla="*/ 321 w 83"/>
                <a:gd name="T37" fmla="*/ 155 h 79"/>
                <a:gd name="T38" fmla="*/ 301 w 83"/>
                <a:gd name="T39" fmla="*/ 111 h 79"/>
                <a:gd name="T40" fmla="*/ 253 w 83"/>
                <a:gd name="T41" fmla="*/ 70 h 79"/>
                <a:gd name="T42" fmla="*/ 170 w 83"/>
                <a:gd name="T43" fmla="*/ 22 h 79"/>
                <a:gd name="T44" fmla="*/ 103 w 83"/>
                <a:gd name="T45" fmla="*/ 5 h 79"/>
                <a:gd name="T46" fmla="*/ 162 w 83"/>
                <a:gd name="T47" fmla="*/ 47 h 79"/>
                <a:gd name="T48" fmla="*/ 115 w 83"/>
                <a:gd name="T49" fmla="*/ 27 h 79"/>
                <a:gd name="T50" fmla="*/ 210 w 83"/>
                <a:gd name="T51" fmla="*/ 117 h 79"/>
                <a:gd name="T52" fmla="*/ 115 w 83"/>
                <a:gd name="T53" fmla="*/ 74 h 79"/>
                <a:gd name="T54" fmla="*/ 142 w 83"/>
                <a:gd name="T55" fmla="*/ 100 h 79"/>
                <a:gd name="T56" fmla="*/ 83 w 83"/>
                <a:gd name="T57" fmla="*/ 81 h 79"/>
                <a:gd name="T58" fmla="*/ 137 w 83"/>
                <a:gd name="T59" fmla="*/ 128 h 79"/>
                <a:gd name="T60" fmla="*/ 94 w 83"/>
                <a:gd name="T61" fmla="*/ 108 h 79"/>
                <a:gd name="T62" fmla="*/ 48 w 83"/>
                <a:gd name="T63" fmla="*/ 90 h 79"/>
                <a:gd name="T64" fmla="*/ 73 w 83"/>
                <a:gd name="T65" fmla="*/ 116 h 79"/>
                <a:gd name="T66" fmla="*/ 5 w 83"/>
                <a:gd name="T67" fmla="*/ 108 h 79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83" h="79">
                  <a:moveTo>
                    <a:pt x="0" y="27"/>
                  </a:moveTo>
                  <a:cubicBezTo>
                    <a:pt x="8" y="32"/>
                    <a:pt x="18" y="32"/>
                    <a:pt x="25" y="38"/>
                  </a:cubicBezTo>
                  <a:cubicBezTo>
                    <a:pt x="23" y="36"/>
                    <a:pt x="22" y="35"/>
                    <a:pt x="20" y="33"/>
                  </a:cubicBezTo>
                  <a:cubicBezTo>
                    <a:pt x="30" y="36"/>
                    <a:pt x="37" y="42"/>
                    <a:pt x="44" y="49"/>
                  </a:cubicBezTo>
                  <a:cubicBezTo>
                    <a:pt x="41" y="46"/>
                    <a:pt x="39" y="42"/>
                    <a:pt x="37" y="38"/>
                  </a:cubicBezTo>
                  <a:cubicBezTo>
                    <a:pt x="45" y="41"/>
                    <a:pt x="50" y="50"/>
                    <a:pt x="57" y="56"/>
                  </a:cubicBezTo>
                  <a:cubicBezTo>
                    <a:pt x="55" y="52"/>
                    <a:pt x="53" y="47"/>
                    <a:pt x="50" y="42"/>
                  </a:cubicBezTo>
                  <a:cubicBezTo>
                    <a:pt x="56" y="46"/>
                    <a:pt x="62" y="51"/>
                    <a:pt x="67" y="56"/>
                  </a:cubicBezTo>
                  <a:cubicBezTo>
                    <a:pt x="70" y="60"/>
                    <a:pt x="74" y="63"/>
                    <a:pt x="77" y="66"/>
                  </a:cubicBezTo>
                  <a:cubicBezTo>
                    <a:pt x="80" y="70"/>
                    <a:pt x="81" y="74"/>
                    <a:pt x="83" y="79"/>
                  </a:cubicBezTo>
                  <a:cubicBezTo>
                    <a:pt x="82" y="76"/>
                    <a:pt x="82" y="72"/>
                    <a:pt x="81" y="69"/>
                  </a:cubicBezTo>
                  <a:cubicBezTo>
                    <a:pt x="79" y="65"/>
                    <a:pt x="78" y="61"/>
                    <a:pt x="76" y="58"/>
                  </a:cubicBezTo>
                  <a:cubicBezTo>
                    <a:pt x="74" y="53"/>
                    <a:pt x="69" y="49"/>
                    <a:pt x="67" y="44"/>
                  </a:cubicBezTo>
                  <a:cubicBezTo>
                    <a:pt x="69" y="47"/>
                    <a:pt x="73" y="49"/>
                    <a:pt x="75" y="52"/>
                  </a:cubicBezTo>
                  <a:cubicBezTo>
                    <a:pt x="74" y="49"/>
                    <a:pt x="72" y="45"/>
                    <a:pt x="71" y="42"/>
                  </a:cubicBezTo>
                  <a:cubicBezTo>
                    <a:pt x="73" y="43"/>
                    <a:pt x="76" y="45"/>
                    <a:pt x="78" y="47"/>
                  </a:cubicBezTo>
                  <a:cubicBezTo>
                    <a:pt x="76" y="45"/>
                    <a:pt x="76" y="42"/>
                    <a:pt x="75" y="40"/>
                  </a:cubicBezTo>
                  <a:cubicBezTo>
                    <a:pt x="74" y="35"/>
                    <a:pt x="71" y="31"/>
                    <a:pt x="69" y="27"/>
                  </a:cubicBezTo>
                  <a:cubicBezTo>
                    <a:pt x="73" y="31"/>
                    <a:pt x="78" y="34"/>
                    <a:pt x="80" y="39"/>
                  </a:cubicBezTo>
                  <a:cubicBezTo>
                    <a:pt x="78" y="35"/>
                    <a:pt x="78" y="31"/>
                    <a:pt x="75" y="28"/>
                  </a:cubicBezTo>
                  <a:cubicBezTo>
                    <a:pt x="72" y="24"/>
                    <a:pt x="67" y="21"/>
                    <a:pt x="63" y="18"/>
                  </a:cubicBezTo>
                  <a:cubicBezTo>
                    <a:pt x="56" y="14"/>
                    <a:pt x="50" y="9"/>
                    <a:pt x="42" y="6"/>
                  </a:cubicBezTo>
                  <a:cubicBezTo>
                    <a:pt x="38" y="4"/>
                    <a:pt x="30" y="0"/>
                    <a:pt x="26" y="1"/>
                  </a:cubicBezTo>
                  <a:cubicBezTo>
                    <a:pt x="31" y="5"/>
                    <a:pt x="36" y="8"/>
                    <a:pt x="40" y="12"/>
                  </a:cubicBezTo>
                  <a:cubicBezTo>
                    <a:pt x="36" y="12"/>
                    <a:pt x="33" y="7"/>
                    <a:pt x="28" y="7"/>
                  </a:cubicBezTo>
                  <a:cubicBezTo>
                    <a:pt x="36" y="13"/>
                    <a:pt x="47" y="21"/>
                    <a:pt x="52" y="30"/>
                  </a:cubicBezTo>
                  <a:cubicBezTo>
                    <a:pt x="44" y="25"/>
                    <a:pt x="37" y="21"/>
                    <a:pt x="28" y="19"/>
                  </a:cubicBezTo>
                  <a:cubicBezTo>
                    <a:pt x="30" y="21"/>
                    <a:pt x="33" y="23"/>
                    <a:pt x="35" y="25"/>
                  </a:cubicBezTo>
                  <a:cubicBezTo>
                    <a:pt x="31" y="25"/>
                    <a:pt x="26" y="20"/>
                    <a:pt x="21" y="20"/>
                  </a:cubicBezTo>
                  <a:cubicBezTo>
                    <a:pt x="26" y="23"/>
                    <a:pt x="29" y="29"/>
                    <a:pt x="34" y="32"/>
                  </a:cubicBezTo>
                  <a:cubicBezTo>
                    <a:pt x="30" y="32"/>
                    <a:pt x="26" y="29"/>
                    <a:pt x="23" y="27"/>
                  </a:cubicBezTo>
                  <a:cubicBezTo>
                    <a:pt x="20" y="25"/>
                    <a:pt x="15" y="24"/>
                    <a:pt x="12" y="23"/>
                  </a:cubicBezTo>
                  <a:cubicBezTo>
                    <a:pt x="13" y="26"/>
                    <a:pt x="16" y="27"/>
                    <a:pt x="18" y="29"/>
                  </a:cubicBezTo>
                  <a:cubicBezTo>
                    <a:pt x="12" y="27"/>
                    <a:pt x="7" y="26"/>
                    <a:pt x="1" y="27"/>
                  </a:cubicBezTo>
                </a:path>
              </a:pathLst>
            </a:custGeom>
            <a:solidFill>
              <a:srgbClr val="0F12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220" name="Freeform 647">
              <a:extLst>
                <a:ext uri="{FF2B5EF4-FFF2-40B4-BE49-F238E27FC236}">
                  <a16:creationId xmlns:a16="http://schemas.microsoft.com/office/drawing/2014/main" id="{A1335A76-62D2-45BC-A6C2-6BE61488435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4" y="1003"/>
              <a:ext cx="113" cy="162"/>
            </a:xfrm>
            <a:custGeom>
              <a:avLst/>
              <a:gdLst>
                <a:gd name="T0" fmla="*/ 286 w 71"/>
                <a:gd name="T1" fmla="*/ 0 h 102"/>
                <a:gd name="T2" fmla="*/ 121 w 71"/>
                <a:gd name="T3" fmla="*/ 335 h 102"/>
                <a:gd name="T4" fmla="*/ 0 w 71"/>
                <a:gd name="T5" fmla="*/ 408 h 102"/>
                <a:gd name="T6" fmla="*/ 164 w 71"/>
                <a:gd name="T7" fmla="*/ 260 h 102"/>
                <a:gd name="T8" fmla="*/ 286 w 71"/>
                <a:gd name="T9" fmla="*/ 0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1" h="102">
                  <a:moveTo>
                    <a:pt x="71" y="0"/>
                  </a:moveTo>
                  <a:cubicBezTo>
                    <a:pt x="71" y="0"/>
                    <a:pt x="68" y="45"/>
                    <a:pt x="30" y="84"/>
                  </a:cubicBezTo>
                  <a:cubicBezTo>
                    <a:pt x="30" y="84"/>
                    <a:pt x="10" y="99"/>
                    <a:pt x="0" y="102"/>
                  </a:cubicBezTo>
                  <a:cubicBezTo>
                    <a:pt x="0" y="102"/>
                    <a:pt x="26" y="87"/>
                    <a:pt x="41" y="65"/>
                  </a:cubicBezTo>
                  <a:cubicBezTo>
                    <a:pt x="56" y="42"/>
                    <a:pt x="69" y="15"/>
                    <a:pt x="71" y="0"/>
                  </a:cubicBezTo>
                  <a:close/>
                </a:path>
              </a:pathLst>
            </a:custGeom>
            <a:solidFill>
              <a:srgbClr val="EFCA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221" name="Freeform 648">
              <a:extLst>
                <a:ext uri="{FF2B5EF4-FFF2-40B4-BE49-F238E27FC236}">
                  <a16:creationId xmlns:a16="http://schemas.microsoft.com/office/drawing/2014/main" id="{59970DC5-27AB-46FB-8AFD-27879799D6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6" y="909"/>
              <a:ext cx="24" cy="156"/>
            </a:xfrm>
            <a:custGeom>
              <a:avLst/>
              <a:gdLst>
                <a:gd name="T0" fmla="*/ 54 w 15"/>
                <a:gd name="T1" fmla="*/ 53 h 98"/>
                <a:gd name="T2" fmla="*/ 48 w 15"/>
                <a:gd name="T3" fmla="*/ 121 h 98"/>
                <a:gd name="T4" fmla="*/ 48 w 15"/>
                <a:gd name="T5" fmla="*/ 197 h 98"/>
                <a:gd name="T6" fmla="*/ 48 w 15"/>
                <a:gd name="T7" fmla="*/ 261 h 98"/>
                <a:gd name="T8" fmla="*/ 21 w 15"/>
                <a:gd name="T9" fmla="*/ 339 h 98"/>
                <a:gd name="T10" fmla="*/ 0 w 15"/>
                <a:gd name="T11" fmla="*/ 395 h 98"/>
                <a:gd name="T12" fmla="*/ 35 w 15"/>
                <a:gd name="T13" fmla="*/ 197 h 98"/>
                <a:gd name="T14" fmla="*/ 35 w 15"/>
                <a:gd name="T15" fmla="*/ 108 h 98"/>
                <a:gd name="T16" fmla="*/ 13 w 15"/>
                <a:gd name="T17" fmla="*/ 60 h 98"/>
                <a:gd name="T18" fmla="*/ 48 w 15"/>
                <a:gd name="T19" fmla="*/ 0 h 98"/>
                <a:gd name="T20" fmla="*/ 54 w 15"/>
                <a:gd name="T21" fmla="*/ 56 h 9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5" h="98">
                  <a:moveTo>
                    <a:pt x="13" y="13"/>
                  </a:moveTo>
                  <a:cubicBezTo>
                    <a:pt x="15" y="15"/>
                    <a:pt x="12" y="27"/>
                    <a:pt x="12" y="30"/>
                  </a:cubicBezTo>
                  <a:cubicBezTo>
                    <a:pt x="12" y="37"/>
                    <a:pt x="12" y="42"/>
                    <a:pt x="12" y="49"/>
                  </a:cubicBezTo>
                  <a:cubicBezTo>
                    <a:pt x="13" y="54"/>
                    <a:pt x="13" y="60"/>
                    <a:pt x="12" y="65"/>
                  </a:cubicBezTo>
                  <a:cubicBezTo>
                    <a:pt x="10" y="72"/>
                    <a:pt x="7" y="77"/>
                    <a:pt x="5" y="84"/>
                  </a:cubicBezTo>
                  <a:cubicBezTo>
                    <a:pt x="3" y="88"/>
                    <a:pt x="0" y="93"/>
                    <a:pt x="0" y="98"/>
                  </a:cubicBezTo>
                  <a:cubicBezTo>
                    <a:pt x="6" y="82"/>
                    <a:pt x="9" y="66"/>
                    <a:pt x="9" y="49"/>
                  </a:cubicBezTo>
                  <a:cubicBezTo>
                    <a:pt x="9" y="41"/>
                    <a:pt x="9" y="34"/>
                    <a:pt x="9" y="27"/>
                  </a:cubicBezTo>
                  <a:cubicBezTo>
                    <a:pt x="9" y="21"/>
                    <a:pt x="7" y="20"/>
                    <a:pt x="3" y="15"/>
                  </a:cubicBezTo>
                  <a:cubicBezTo>
                    <a:pt x="10" y="14"/>
                    <a:pt x="12" y="6"/>
                    <a:pt x="12" y="0"/>
                  </a:cubicBezTo>
                  <a:cubicBezTo>
                    <a:pt x="14" y="3"/>
                    <a:pt x="13" y="10"/>
                    <a:pt x="13" y="14"/>
                  </a:cubicBezTo>
                </a:path>
              </a:pathLst>
            </a:custGeom>
            <a:solidFill>
              <a:srgbClr val="EFCA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222" name="Freeform 649">
              <a:extLst>
                <a:ext uri="{FF2B5EF4-FFF2-40B4-BE49-F238E27FC236}">
                  <a16:creationId xmlns:a16="http://schemas.microsoft.com/office/drawing/2014/main" id="{3EA1308A-DEDF-493C-B450-0F144163D3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5" y="998"/>
              <a:ext cx="11" cy="27"/>
            </a:xfrm>
            <a:custGeom>
              <a:avLst/>
              <a:gdLst>
                <a:gd name="T0" fmla="*/ 14 w 7"/>
                <a:gd name="T1" fmla="*/ 0 h 17"/>
                <a:gd name="T2" fmla="*/ 14 w 7"/>
                <a:gd name="T3" fmla="*/ 40 h 17"/>
                <a:gd name="T4" fmla="*/ 0 w 7"/>
                <a:gd name="T5" fmla="*/ 68 h 17"/>
                <a:gd name="T6" fmla="*/ 22 w 7"/>
                <a:gd name="T7" fmla="*/ 35 h 17"/>
                <a:gd name="T8" fmla="*/ 14 w 7"/>
                <a:gd name="T9" fmla="*/ 0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17">
                  <a:moveTo>
                    <a:pt x="4" y="0"/>
                  </a:moveTo>
                  <a:cubicBezTo>
                    <a:pt x="4" y="3"/>
                    <a:pt x="5" y="7"/>
                    <a:pt x="4" y="10"/>
                  </a:cubicBezTo>
                  <a:cubicBezTo>
                    <a:pt x="4" y="13"/>
                    <a:pt x="2" y="15"/>
                    <a:pt x="0" y="17"/>
                  </a:cubicBezTo>
                  <a:cubicBezTo>
                    <a:pt x="3" y="16"/>
                    <a:pt x="7" y="13"/>
                    <a:pt x="6" y="9"/>
                  </a:cubicBezTo>
                  <a:cubicBezTo>
                    <a:pt x="6" y="6"/>
                    <a:pt x="5" y="3"/>
                    <a:pt x="4" y="0"/>
                  </a:cubicBezTo>
                </a:path>
              </a:pathLst>
            </a:custGeom>
            <a:solidFill>
              <a:srgbClr val="EFCA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223" name="Freeform 650">
              <a:extLst>
                <a:ext uri="{FF2B5EF4-FFF2-40B4-BE49-F238E27FC236}">
                  <a16:creationId xmlns:a16="http://schemas.microsoft.com/office/drawing/2014/main" id="{EB4C0FC8-2C92-4E4D-A242-1AA9AD25D8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9" y="1024"/>
              <a:ext cx="60" cy="19"/>
            </a:xfrm>
            <a:custGeom>
              <a:avLst/>
              <a:gdLst>
                <a:gd name="T0" fmla="*/ 0 w 38"/>
                <a:gd name="T1" fmla="*/ 13 h 12"/>
                <a:gd name="T2" fmla="*/ 74 w 38"/>
                <a:gd name="T3" fmla="*/ 27 h 12"/>
                <a:gd name="T4" fmla="*/ 109 w 38"/>
                <a:gd name="T5" fmla="*/ 13 h 12"/>
                <a:gd name="T6" fmla="*/ 150 w 38"/>
                <a:gd name="T7" fmla="*/ 0 h 12"/>
                <a:gd name="T8" fmla="*/ 109 w 38"/>
                <a:gd name="T9" fmla="*/ 21 h 12"/>
                <a:gd name="T10" fmla="*/ 90 w 38"/>
                <a:gd name="T11" fmla="*/ 27 h 12"/>
                <a:gd name="T12" fmla="*/ 69 w 38"/>
                <a:gd name="T13" fmla="*/ 40 h 12"/>
                <a:gd name="T14" fmla="*/ 0 w 38"/>
                <a:gd name="T15" fmla="*/ 21 h 1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8" h="12">
                  <a:moveTo>
                    <a:pt x="0" y="3"/>
                  </a:moveTo>
                  <a:cubicBezTo>
                    <a:pt x="4" y="8"/>
                    <a:pt x="13" y="10"/>
                    <a:pt x="19" y="7"/>
                  </a:cubicBezTo>
                  <a:cubicBezTo>
                    <a:pt x="22" y="5"/>
                    <a:pt x="25" y="3"/>
                    <a:pt x="28" y="3"/>
                  </a:cubicBezTo>
                  <a:cubicBezTo>
                    <a:pt x="31" y="2"/>
                    <a:pt x="37" y="4"/>
                    <a:pt x="38" y="0"/>
                  </a:cubicBezTo>
                  <a:cubicBezTo>
                    <a:pt x="36" y="3"/>
                    <a:pt x="31" y="5"/>
                    <a:pt x="28" y="5"/>
                  </a:cubicBezTo>
                  <a:cubicBezTo>
                    <a:pt x="26" y="6"/>
                    <a:pt x="25" y="6"/>
                    <a:pt x="23" y="7"/>
                  </a:cubicBezTo>
                  <a:cubicBezTo>
                    <a:pt x="21" y="8"/>
                    <a:pt x="20" y="9"/>
                    <a:pt x="18" y="10"/>
                  </a:cubicBezTo>
                  <a:cubicBezTo>
                    <a:pt x="12" y="12"/>
                    <a:pt x="5" y="8"/>
                    <a:pt x="0" y="5"/>
                  </a:cubicBezTo>
                </a:path>
              </a:pathLst>
            </a:custGeom>
            <a:solidFill>
              <a:srgbClr val="EFCA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224" name="Freeform 651">
              <a:extLst>
                <a:ext uri="{FF2B5EF4-FFF2-40B4-BE49-F238E27FC236}">
                  <a16:creationId xmlns:a16="http://schemas.microsoft.com/office/drawing/2014/main" id="{DA0933DB-C704-49CD-8B36-66E3A2A434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2" y="1038"/>
              <a:ext cx="9" cy="37"/>
            </a:xfrm>
            <a:custGeom>
              <a:avLst/>
              <a:gdLst>
                <a:gd name="T0" fmla="*/ 0 w 6"/>
                <a:gd name="T1" fmla="*/ 88 h 23"/>
                <a:gd name="T2" fmla="*/ 14 w 6"/>
                <a:gd name="T3" fmla="*/ 42 h 23"/>
                <a:gd name="T4" fmla="*/ 21 w 6"/>
                <a:gd name="T5" fmla="*/ 0 h 23"/>
                <a:gd name="T6" fmla="*/ 18 w 6"/>
                <a:gd name="T7" fmla="*/ 60 h 23"/>
                <a:gd name="T8" fmla="*/ 14 w 6"/>
                <a:gd name="T9" fmla="*/ 80 h 23"/>
                <a:gd name="T10" fmla="*/ 21 w 6"/>
                <a:gd name="T11" fmla="*/ 97 h 23"/>
                <a:gd name="T12" fmla="*/ 5 w 6"/>
                <a:gd name="T13" fmla="*/ 88 h 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" h="23">
                  <a:moveTo>
                    <a:pt x="0" y="21"/>
                  </a:moveTo>
                  <a:cubicBezTo>
                    <a:pt x="3" y="19"/>
                    <a:pt x="4" y="13"/>
                    <a:pt x="4" y="10"/>
                  </a:cubicBezTo>
                  <a:cubicBezTo>
                    <a:pt x="5" y="7"/>
                    <a:pt x="6" y="3"/>
                    <a:pt x="6" y="0"/>
                  </a:cubicBezTo>
                  <a:cubicBezTo>
                    <a:pt x="6" y="5"/>
                    <a:pt x="5" y="10"/>
                    <a:pt x="5" y="14"/>
                  </a:cubicBezTo>
                  <a:cubicBezTo>
                    <a:pt x="4" y="16"/>
                    <a:pt x="4" y="17"/>
                    <a:pt x="4" y="19"/>
                  </a:cubicBezTo>
                  <a:cubicBezTo>
                    <a:pt x="4" y="21"/>
                    <a:pt x="5" y="22"/>
                    <a:pt x="6" y="23"/>
                  </a:cubicBezTo>
                  <a:cubicBezTo>
                    <a:pt x="4" y="22"/>
                    <a:pt x="4" y="20"/>
                    <a:pt x="1" y="21"/>
                  </a:cubicBezTo>
                </a:path>
              </a:pathLst>
            </a:custGeom>
            <a:solidFill>
              <a:srgbClr val="EFCA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225" name="Freeform 652">
              <a:extLst>
                <a:ext uri="{FF2B5EF4-FFF2-40B4-BE49-F238E27FC236}">
                  <a16:creationId xmlns:a16="http://schemas.microsoft.com/office/drawing/2014/main" id="{5099E82F-0DD1-40FF-BD0E-CF134E82F9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3" y="949"/>
              <a:ext cx="31" cy="9"/>
            </a:xfrm>
            <a:custGeom>
              <a:avLst/>
              <a:gdLst>
                <a:gd name="T0" fmla="*/ 5 w 20"/>
                <a:gd name="T1" fmla="*/ 0 h 6"/>
                <a:gd name="T2" fmla="*/ 74 w 20"/>
                <a:gd name="T3" fmla="*/ 18 h 6"/>
                <a:gd name="T4" fmla="*/ 0 w 20"/>
                <a:gd name="T5" fmla="*/ 5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6">
                  <a:moveTo>
                    <a:pt x="1" y="0"/>
                  </a:moveTo>
                  <a:cubicBezTo>
                    <a:pt x="5" y="4"/>
                    <a:pt x="14" y="5"/>
                    <a:pt x="20" y="5"/>
                  </a:cubicBezTo>
                  <a:cubicBezTo>
                    <a:pt x="13" y="6"/>
                    <a:pt x="6" y="6"/>
                    <a:pt x="0" y="1"/>
                  </a:cubicBezTo>
                </a:path>
              </a:pathLst>
            </a:custGeom>
            <a:solidFill>
              <a:srgbClr val="EFCA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226" name="Freeform 653">
              <a:extLst>
                <a:ext uri="{FF2B5EF4-FFF2-40B4-BE49-F238E27FC236}">
                  <a16:creationId xmlns:a16="http://schemas.microsoft.com/office/drawing/2014/main" id="{9DE2D4AB-4853-4B3F-BD3C-807C200CE8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3" y="947"/>
              <a:ext cx="35" cy="10"/>
            </a:xfrm>
            <a:custGeom>
              <a:avLst/>
              <a:gdLst>
                <a:gd name="T0" fmla="*/ 0 w 22"/>
                <a:gd name="T1" fmla="*/ 28 h 6"/>
                <a:gd name="T2" fmla="*/ 89 w 22"/>
                <a:gd name="T3" fmla="*/ 0 h 6"/>
                <a:gd name="T4" fmla="*/ 48 w 22"/>
                <a:gd name="T5" fmla="*/ 22 h 6"/>
                <a:gd name="T6" fmla="*/ 8 w 22"/>
                <a:gd name="T7" fmla="*/ 28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6">
                  <a:moveTo>
                    <a:pt x="0" y="6"/>
                  </a:moveTo>
                  <a:cubicBezTo>
                    <a:pt x="8" y="6"/>
                    <a:pt x="16" y="4"/>
                    <a:pt x="22" y="0"/>
                  </a:cubicBezTo>
                  <a:cubicBezTo>
                    <a:pt x="20" y="3"/>
                    <a:pt x="16" y="4"/>
                    <a:pt x="12" y="5"/>
                  </a:cubicBezTo>
                  <a:cubicBezTo>
                    <a:pt x="9" y="6"/>
                    <a:pt x="5" y="5"/>
                    <a:pt x="2" y="6"/>
                  </a:cubicBezTo>
                </a:path>
              </a:pathLst>
            </a:custGeom>
            <a:solidFill>
              <a:srgbClr val="EFCA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227" name="Freeform 654">
              <a:extLst>
                <a:ext uri="{FF2B5EF4-FFF2-40B4-BE49-F238E27FC236}">
                  <a16:creationId xmlns:a16="http://schemas.microsoft.com/office/drawing/2014/main" id="{BD3BCE78-45FE-46D9-AAE6-249D202058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4" y="987"/>
              <a:ext cx="6" cy="35"/>
            </a:xfrm>
            <a:custGeom>
              <a:avLst/>
              <a:gdLst>
                <a:gd name="T0" fmla="*/ 14 w 4"/>
                <a:gd name="T1" fmla="*/ 89 h 22"/>
                <a:gd name="T2" fmla="*/ 5 w 4"/>
                <a:gd name="T3" fmla="*/ 48 h 22"/>
                <a:gd name="T4" fmla="*/ 14 w 4"/>
                <a:gd name="T5" fmla="*/ 0 h 22"/>
                <a:gd name="T6" fmla="*/ 12 w 4"/>
                <a:gd name="T7" fmla="*/ 53 h 22"/>
                <a:gd name="T8" fmla="*/ 14 w 4"/>
                <a:gd name="T9" fmla="*/ 89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22">
                  <a:moveTo>
                    <a:pt x="4" y="22"/>
                  </a:moveTo>
                  <a:cubicBezTo>
                    <a:pt x="2" y="19"/>
                    <a:pt x="0" y="17"/>
                    <a:pt x="1" y="12"/>
                  </a:cubicBezTo>
                  <a:cubicBezTo>
                    <a:pt x="1" y="8"/>
                    <a:pt x="2" y="3"/>
                    <a:pt x="4" y="0"/>
                  </a:cubicBezTo>
                  <a:cubicBezTo>
                    <a:pt x="4" y="4"/>
                    <a:pt x="3" y="8"/>
                    <a:pt x="3" y="13"/>
                  </a:cubicBezTo>
                  <a:cubicBezTo>
                    <a:pt x="3" y="15"/>
                    <a:pt x="2" y="20"/>
                    <a:pt x="4" y="22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228" name="Freeform 655">
              <a:extLst>
                <a:ext uri="{FF2B5EF4-FFF2-40B4-BE49-F238E27FC236}">
                  <a16:creationId xmlns:a16="http://schemas.microsoft.com/office/drawing/2014/main" id="{F32A68BC-BF74-4442-9A16-B9B66836ECA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9" y="1003"/>
              <a:ext cx="10" cy="19"/>
            </a:xfrm>
            <a:custGeom>
              <a:avLst/>
              <a:gdLst>
                <a:gd name="T0" fmla="*/ 13 w 6"/>
                <a:gd name="T1" fmla="*/ 0 h 12"/>
                <a:gd name="T2" fmla="*/ 5 w 6"/>
                <a:gd name="T3" fmla="*/ 33 h 12"/>
                <a:gd name="T4" fmla="*/ 28 w 6"/>
                <a:gd name="T5" fmla="*/ 43 h 12"/>
                <a:gd name="T6" fmla="*/ 8 w 6"/>
                <a:gd name="T7" fmla="*/ 27 h 12"/>
                <a:gd name="T8" fmla="*/ 13 w 6"/>
                <a:gd name="T9" fmla="*/ 5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12">
                  <a:moveTo>
                    <a:pt x="3" y="0"/>
                  </a:moveTo>
                  <a:cubicBezTo>
                    <a:pt x="2" y="2"/>
                    <a:pt x="0" y="5"/>
                    <a:pt x="1" y="8"/>
                  </a:cubicBezTo>
                  <a:cubicBezTo>
                    <a:pt x="1" y="11"/>
                    <a:pt x="4" y="11"/>
                    <a:pt x="6" y="11"/>
                  </a:cubicBezTo>
                  <a:cubicBezTo>
                    <a:pt x="3" y="12"/>
                    <a:pt x="2" y="9"/>
                    <a:pt x="2" y="7"/>
                  </a:cubicBezTo>
                  <a:cubicBezTo>
                    <a:pt x="2" y="5"/>
                    <a:pt x="4" y="2"/>
                    <a:pt x="3" y="1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229" name="Freeform 656">
              <a:extLst>
                <a:ext uri="{FF2B5EF4-FFF2-40B4-BE49-F238E27FC236}">
                  <a16:creationId xmlns:a16="http://schemas.microsoft.com/office/drawing/2014/main" id="{6C5D9D37-DA51-476C-B4A7-74E3F463D5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8" y="1043"/>
              <a:ext cx="11" cy="32"/>
            </a:xfrm>
            <a:custGeom>
              <a:avLst/>
              <a:gdLst>
                <a:gd name="T0" fmla="*/ 27 w 7"/>
                <a:gd name="T1" fmla="*/ 74 h 20"/>
                <a:gd name="T2" fmla="*/ 13 w 7"/>
                <a:gd name="T3" fmla="*/ 34 h 20"/>
                <a:gd name="T4" fmla="*/ 8 w 7"/>
                <a:gd name="T5" fmla="*/ 0 h 20"/>
                <a:gd name="T6" fmla="*/ 0 w 7"/>
                <a:gd name="T7" fmla="*/ 82 h 20"/>
                <a:gd name="T8" fmla="*/ 27 w 7"/>
                <a:gd name="T9" fmla="*/ 74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20">
                  <a:moveTo>
                    <a:pt x="7" y="18"/>
                  </a:moveTo>
                  <a:cubicBezTo>
                    <a:pt x="5" y="15"/>
                    <a:pt x="4" y="12"/>
                    <a:pt x="3" y="8"/>
                  </a:cubicBezTo>
                  <a:cubicBezTo>
                    <a:pt x="3" y="6"/>
                    <a:pt x="3" y="2"/>
                    <a:pt x="2" y="0"/>
                  </a:cubicBezTo>
                  <a:cubicBezTo>
                    <a:pt x="2" y="7"/>
                    <a:pt x="5" y="16"/>
                    <a:pt x="0" y="20"/>
                  </a:cubicBezTo>
                  <a:cubicBezTo>
                    <a:pt x="1" y="19"/>
                    <a:pt x="5" y="16"/>
                    <a:pt x="7" y="18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230" name="Freeform 657">
              <a:extLst>
                <a:ext uri="{FF2B5EF4-FFF2-40B4-BE49-F238E27FC236}">
                  <a16:creationId xmlns:a16="http://schemas.microsoft.com/office/drawing/2014/main" id="{0494FE0C-BA19-45A2-A8CE-AE9C95A6C7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2" y="920"/>
              <a:ext cx="21" cy="139"/>
            </a:xfrm>
            <a:custGeom>
              <a:avLst/>
              <a:gdLst>
                <a:gd name="T0" fmla="*/ 8 w 13"/>
                <a:gd name="T1" fmla="*/ 5 h 87"/>
                <a:gd name="T2" fmla="*/ 8 w 13"/>
                <a:gd name="T3" fmla="*/ 77 h 87"/>
                <a:gd name="T4" fmla="*/ 21 w 13"/>
                <a:gd name="T5" fmla="*/ 158 h 87"/>
                <a:gd name="T6" fmla="*/ 13 w 13"/>
                <a:gd name="T7" fmla="*/ 197 h 87"/>
                <a:gd name="T8" fmla="*/ 26 w 13"/>
                <a:gd name="T9" fmla="*/ 240 h 87"/>
                <a:gd name="T10" fmla="*/ 55 w 13"/>
                <a:gd name="T11" fmla="*/ 355 h 87"/>
                <a:gd name="T12" fmla="*/ 39 w 13"/>
                <a:gd name="T13" fmla="*/ 281 h 87"/>
                <a:gd name="T14" fmla="*/ 34 w 13"/>
                <a:gd name="T15" fmla="*/ 219 h 87"/>
                <a:gd name="T16" fmla="*/ 34 w 13"/>
                <a:gd name="T17" fmla="*/ 184 h 87"/>
                <a:gd name="T18" fmla="*/ 39 w 13"/>
                <a:gd name="T19" fmla="*/ 150 h 87"/>
                <a:gd name="T20" fmla="*/ 26 w 13"/>
                <a:gd name="T21" fmla="*/ 89 h 87"/>
                <a:gd name="T22" fmla="*/ 39 w 13"/>
                <a:gd name="T23" fmla="*/ 42 h 87"/>
                <a:gd name="T24" fmla="*/ 8 w 13"/>
                <a:gd name="T25" fmla="*/ 0 h 8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3" h="87">
                  <a:moveTo>
                    <a:pt x="2" y="1"/>
                  </a:moveTo>
                  <a:cubicBezTo>
                    <a:pt x="0" y="7"/>
                    <a:pt x="1" y="13"/>
                    <a:pt x="2" y="19"/>
                  </a:cubicBezTo>
                  <a:cubicBezTo>
                    <a:pt x="3" y="25"/>
                    <a:pt x="6" y="33"/>
                    <a:pt x="5" y="39"/>
                  </a:cubicBezTo>
                  <a:cubicBezTo>
                    <a:pt x="4" y="42"/>
                    <a:pt x="3" y="45"/>
                    <a:pt x="3" y="48"/>
                  </a:cubicBezTo>
                  <a:cubicBezTo>
                    <a:pt x="3" y="51"/>
                    <a:pt x="5" y="55"/>
                    <a:pt x="6" y="59"/>
                  </a:cubicBezTo>
                  <a:cubicBezTo>
                    <a:pt x="9" y="68"/>
                    <a:pt x="10" y="77"/>
                    <a:pt x="13" y="87"/>
                  </a:cubicBezTo>
                  <a:cubicBezTo>
                    <a:pt x="10" y="82"/>
                    <a:pt x="10" y="75"/>
                    <a:pt x="9" y="69"/>
                  </a:cubicBezTo>
                  <a:cubicBezTo>
                    <a:pt x="9" y="64"/>
                    <a:pt x="8" y="59"/>
                    <a:pt x="8" y="54"/>
                  </a:cubicBezTo>
                  <a:cubicBezTo>
                    <a:pt x="8" y="51"/>
                    <a:pt x="7" y="48"/>
                    <a:pt x="8" y="45"/>
                  </a:cubicBezTo>
                  <a:cubicBezTo>
                    <a:pt x="8" y="42"/>
                    <a:pt x="9" y="40"/>
                    <a:pt x="9" y="37"/>
                  </a:cubicBezTo>
                  <a:cubicBezTo>
                    <a:pt x="9" y="32"/>
                    <a:pt x="7" y="27"/>
                    <a:pt x="6" y="22"/>
                  </a:cubicBezTo>
                  <a:cubicBezTo>
                    <a:pt x="6" y="18"/>
                    <a:pt x="4" y="12"/>
                    <a:pt x="9" y="10"/>
                  </a:cubicBezTo>
                  <a:cubicBezTo>
                    <a:pt x="5" y="8"/>
                    <a:pt x="2" y="4"/>
                    <a:pt x="2" y="0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231" name="Freeform 658">
              <a:extLst>
                <a:ext uri="{FF2B5EF4-FFF2-40B4-BE49-F238E27FC236}">
                  <a16:creationId xmlns:a16="http://schemas.microsoft.com/office/drawing/2014/main" id="{7E6644B2-AE34-45E2-8384-621BEC9FCF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1" y="930"/>
              <a:ext cx="22" cy="130"/>
            </a:xfrm>
            <a:custGeom>
              <a:avLst/>
              <a:gdLst>
                <a:gd name="T0" fmla="*/ 13 w 14"/>
                <a:gd name="T1" fmla="*/ 0 h 82"/>
                <a:gd name="T2" fmla="*/ 13 w 14"/>
                <a:gd name="T3" fmla="*/ 27 h 82"/>
                <a:gd name="T4" fmla="*/ 13 w 14"/>
                <a:gd name="T5" fmla="*/ 60 h 82"/>
                <a:gd name="T6" fmla="*/ 13 w 14"/>
                <a:gd name="T7" fmla="*/ 111 h 82"/>
                <a:gd name="T8" fmla="*/ 8 w 14"/>
                <a:gd name="T9" fmla="*/ 159 h 82"/>
                <a:gd name="T10" fmla="*/ 0 w 14"/>
                <a:gd name="T11" fmla="*/ 163 h 82"/>
                <a:gd name="T12" fmla="*/ 5 w 14"/>
                <a:gd name="T13" fmla="*/ 176 h 82"/>
                <a:gd name="T14" fmla="*/ 13 w 14"/>
                <a:gd name="T15" fmla="*/ 198 h 82"/>
                <a:gd name="T16" fmla="*/ 22 w 14"/>
                <a:gd name="T17" fmla="*/ 254 h 82"/>
                <a:gd name="T18" fmla="*/ 35 w 14"/>
                <a:gd name="T19" fmla="*/ 292 h 82"/>
                <a:gd name="T20" fmla="*/ 55 w 14"/>
                <a:gd name="T21" fmla="*/ 327 h 82"/>
                <a:gd name="T22" fmla="*/ 39 w 14"/>
                <a:gd name="T23" fmla="*/ 279 h 82"/>
                <a:gd name="T24" fmla="*/ 31 w 14"/>
                <a:gd name="T25" fmla="*/ 239 h 82"/>
                <a:gd name="T26" fmla="*/ 27 w 14"/>
                <a:gd name="T27" fmla="*/ 163 h 82"/>
                <a:gd name="T28" fmla="*/ 22 w 14"/>
                <a:gd name="T29" fmla="*/ 82 h 82"/>
                <a:gd name="T30" fmla="*/ 14 w 14"/>
                <a:gd name="T31" fmla="*/ 16 h 8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4" h="82">
                  <a:moveTo>
                    <a:pt x="3" y="0"/>
                  </a:moveTo>
                  <a:cubicBezTo>
                    <a:pt x="3" y="2"/>
                    <a:pt x="3" y="5"/>
                    <a:pt x="3" y="7"/>
                  </a:cubicBezTo>
                  <a:cubicBezTo>
                    <a:pt x="3" y="10"/>
                    <a:pt x="3" y="12"/>
                    <a:pt x="3" y="15"/>
                  </a:cubicBezTo>
                  <a:cubicBezTo>
                    <a:pt x="3" y="19"/>
                    <a:pt x="3" y="24"/>
                    <a:pt x="3" y="28"/>
                  </a:cubicBezTo>
                  <a:cubicBezTo>
                    <a:pt x="3" y="32"/>
                    <a:pt x="4" y="37"/>
                    <a:pt x="2" y="40"/>
                  </a:cubicBezTo>
                  <a:cubicBezTo>
                    <a:pt x="1" y="41"/>
                    <a:pt x="1" y="40"/>
                    <a:pt x="0" y="41"/>
                  </a:cubicBezTo>
                  <a:cubicBezTo>
                    <a:pt x="0" y="42"/>
                    <a:pt x="1" y="43"/>
                    <a:pt x="1" y="44"/>
                  </a:cubicBezTo>
                  <a:cubicBezTo>
                    <a:pt x="2" y="46"/>
                    <a:pt x="2" y="48"/>
                    <a:pt x="3" y="50"/>
                  </a:cubicBezTo>
                  <a:cubicBezTo>
                    <a:pt x="4" y="55"/>
                    <a:pt x="5" y="59"/>
                    <a:pt x="6" y="64"/>
                  </a:cubicBezTo>
                  <a:cubicBezTo>
                    <a:pt x="7" y="67"/>
                    <a:pt x="8" y="70"/>
                    <a:pt x="9" y="73"/>
                  </a:cubicBezTo>
                  <a:cubicBezTo>
                    <a:pt x="11" y="76"/>
                    <a:pt x="12" y="79"/>
                    <a:pt x="14" y="82"/>
                  </a:cubicBezTo>
                  <a:cubicBezTo>
                    <a:pt x="13" y="78"/>
                    <a:pt x="11" y="74"/>
                    <a:pt x="10" y="70"/>
                  </a:cubicBezTo>
                  <a:cubicBezTo>
                    <a:pt x="9" y="67"/>
                    <a:pt x="9" y="63"/>
                    <a:pt x="8" y="60"/>
                  </a:cubicBezTo>
                  <a:cubicBezTo>
                    <a:pt x="7" y="53"/>
                    <a:pt x="6" y="48"/>
                    <a:pt x="7" y="41"/>
                  </a:cubicBezTo>
                  <a:cubicBezTo>
                    <a:pt x="7" y="34"/>
                    <a:pt x="8" y="28"/>
                    <a:pt x="6" y="21"/>
                  </a:cubicBezTo>
                  <a:cubicBezTo>
                    <a:pt x="5" y="15"/>
                    <a:pt x="5" y="9"/>
                    <a:pt x="4" y="4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232" name="Freeform 659">
              <a:extLst>
                <a:ext uri="{FF2B5EF4-FFF2-40B4-BE49-F238E27FC236}">
                  <a16:creationId xmlns:a16="http://schemas.microsoft.com/office/drawing/2014/main" id="{19552493-B9C0-44B0-AECD-0682195A6C1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7" y="1008"/>
              <a:ext cx="24" cy="73"/>
            </a:xfrm>
            <a:custGeom>
              <a:avLst/>
              <a:gdLst>
                <a:gd name="T0" fmla="*/ 21 w 15"/>
                <a:gd name="T1" fmla="*/ 33 h 46"/>
                <a:gd name="T2" fmla="*/ 29 w 15"/>
                <a:gd name="T3" fmla="*/ 68 h 46"/>
                <a:gd name="T4" fmla="*/ 35 w 15"/>
                <a:gd name="T5" fmla="*/ 100 h 46"/>
                <a:gd name="T6" fmla="*/ 48 w 15"/>
                <a:gd name="T7" fmla="*/ 149 h 46"/>
                <a:gd name="T8" fmla="*/ 61 w 15"/>
                <a:gd name="T9" fmla="*/ 184 h 46"/>
                <a:gd name="T10" fmla="*/ 29 w 15"/>
                <a:gd name="T11" fmla="*/ 121 h 46"/>
                <a:gd name="T12" fmla="*/ 16 w 15"/>
                <a:gd name="T13" fmla="*/ 94 h 46"/>
                <a:gd name="T14" fmla="*/ 8 w 15"/>
                <a:gd name="T15" fmla="*/ 40 h 46"/>
                <a:gd name="T16" fmla="*/ 8 w 15"/>
                <a:gd name="T17" fmla="*/ 0 h 4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5" h="46">
                  <a:moveTo>
                    <a:pt x="5" y="8"/>
                  </a:moveTo>
                  <a:cubicBezTo>
                    <a:pt x="6" y="11"/>
                    <a:pt x="7" y="14"/>
                    <a:pt x="7" y="17"/>
                  </a:cubicBezTo>
                  <a:cubicBezTo>
                    <a:pt x="8" y="20"/>
                    <a:pt x="8" y="22"/>
                    <a:pt x="9" y="25"/>
                  </a:cubicBezTo>
                  <a:cubicBezTo>
                    <a:pt x="10" y="29"/>
                    <a:pt x="11" y="33"/>
                    <a:pt x="12" y="37"/>
                  </a:cubicBezTo>
                  <a:cubicBezTo>
                    <a:pt x="13" y="40"/>
                    <a:pt x="14" y="43"/>
                    <a:pt x="15" y="46"/>
                  </a:cubicBezTo>
                  <a:cubicBezTo>
                    <a:pt x="10" y="42"/>
                    <a:pt x="8" y="36"/>
                    <a:pt x="7" y="30"/>
                  </a:cubicBezTo>
                  <a:cubicBezTo>
                    <a:pt x="6" y="28"/>
                    <a:pt x="5" y="26"/>
                    <a:pt x="4" y="23"/>
                  </a:cubicBezTo>
                  <a:cubicBezTo>
                    <a:pt x="3" y="19"/>
                    <a:pt x="2" y="15"/>
                    <a:pt x="2" y="10"/>
                  </a:cubicBezTo>
                  <a:cubicBezTo>
                    <a:pt x="1" y="7"/>
                    <a:pt x="0" y="3"/>
                    <a:pt x="2" y="0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233" name="Freeform 660">
              <a:extLst>
                <a:ext uri="{FF2B5EF4-FFF2-40B4-BE49-F238E27FC236}">
                  <a16:creationId xmlns:a16="http://schemas.microsoft.com/office/drawing/2014/main" id="{78D27034-A7F6-4E8D-93A8-607AEA64451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2" y="927"/>
              <a:ext cx="8" cy="49"/>
            </a:xfrm>
            <a:custGeom>
              <a:avLst/>
              <a:gdLst>
                <a:gd name="T0" fmla="*/ 8 w 5"/>
                <a:gd name="T1" fmla="*/ 5 h 31"/>
                <a:gd name="T2" fmla="*/ 5 w 5"/>
                <a:gd name="T3" fmla="*/ 55 h 31"/>
                <a:gd name="T4" fmla="*/ 21 w 5"/>
                <a:gd name="T5" fmla="*/ 122 h 31"/>
                <a:gd name="T6" fmla="*/ 13 w 5"/>
                <a:gd name="T7" fmla="*/ 82 h 31"/>
                <a:gd name="T8" fmla="*/ 8 w 5"/>
                <a:gd name="T9" fmla="*/ 52 h 31"/>
                <a:gd name="T10" fmla="*/ 8 w 5"/>
                <a:gd name="T11" fmla="*/ 0 h 3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" h="31">
                  <a:moveTo>
                    <a:pt x="2" y="1"/>
                  </a:moveTo>
                  <a:cubicBezTo>
                    <a:pt x="0" y="4"/>
                    <a:pt x="0" y="10"/>
                    <a:pt x="1" y="14"/>
                  </a:cubicBezTo>
                  <a:cubicBezTo>
                    <a:pt x="1" y="20"/>
                    <a:pt x="3" y="25"/>
                    <a:pt x="5" y="31"/>
                  </a:cubicBezTo>
                  <a:cubicBezTo>
                    <a:pt x="4" y="28"/>
                    <a:pt x="4" y="24"/>
                    <a:pt x="3" y="21"/>
                  </a:cubicBezTo>
                  <a:cubicBezTo>
                    <a:pt x="2" y="18"/>
                    <a:pt x="2" y="16"/>
                    <a:pt x="2" y="13"/>
                  </a:cubicBezTo>
                  <a:cubicBezTo>
                    <a:pt x="1" y="9"/>
                    <a:pt x="1" y="4"/>
                    <a:pt x="2" y="0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234" name="Freeform 661">
              <a:extLst>
                <a:ext uri="{FF2B5EF4-FFF2-40B4-BE49-F238E27FC236}">
                  <a16:creationId xmlns:a16="http://schemas.microsoft.com/office/drawing/2014/main" id="{A9EB494A-2787-4ABF-960D-10F7A3E0944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5" y="987"/>
              <a:ext cx="17" cy="27"/>
            </a:xfrm>
            <a:custGeom>
              <a:avLst/>
              <a:gdLst>
                <a:gd name="T0" fmla="*/ 0 w 11"/>
                <a:gd name="T1" fmla="*/ 5 h 17"/>
                <a:gd name="T2" fmla="*/ 22 w 11"/>
                <a:gd name="T3" fmla="*/ 48 h 17"/>
                <a:gd name="T4" fmla="*/ 40 w 11"/>
                <a:gd name="T5" fmla="*/ 68 h 17"/>
                <a:gd name="T6" fmla="*/ 26 w 11"/>
                <a:gd name="T7" fmla="*/ 27 h 17"/>
                <a:gd name="T8" fmla="*/ 0 w 11"/>
                <a:gd name="T9" fmla="*/ 0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7">
                  <a:moveTo>
                    <a:pt x="0" y="1"/>
                  </a:moveTo>
                  <a:cubicBezTo>
                    <a:pt x="3" y="4"/>
                    <a:pt x="4" y="9"/>
                    <a:pt x="6" y="12"/>
                  </a:cubicBezTo>
                  <a:cubicBezTo>
                    <a:pt x="7" y="14"/>
                    <a:pt x="9" y="16"/>
                    <a:pt x="11" y="17"/>
                  </a:cubicBezTo>
                  <a:cubicBezTo>
                    <a:pt x="9" y="14"/>
                    <a:pt x="8" y="10"/>
                    <a:pt x="7" y="7"/>
                  </a:cubicBezTo>
                  <a:cubicBezTo>
                    <a:pt x="4" y="6"/>
                    <a:pt x="1" y="2"/>
                    <a:pt x="0" y="0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235" name="Freeform 662">
              <a:extLst>
                <a:ext uri="{FF2B5EF4-FFF2-40B4-BE49-F238E27FC236}">
                  <a16:creationId xmlns:a16="http://schemas.microsoft.com/office/drawing/2014/main" id="{29CA156B-6D36-45FD-ADB9-D53570A15F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2" y="777"/>
              <a:ext cx="70" cy="77"/>
            </a:xfrm>
            <a:custGeom>
              <a:avLst/>
              <a:gdLst>
                <a:gd name="T0" fmla="*/ 177 w 44"/>
                <a:gd name="T1" fmla="*/ 0 h 48"/>
                <a:gd name="T2" fmla="*/ 81 w 44"/>
                <a:gd name="T3" fmla="*/ 75 h 48"/>
                <a:gd name="T4" fmla="*/ 0 w 44"/>
                <a:gd name="T5" fmla="*/ 199 h 48"/>
                <a:gd name="T6" fmla="*/ 73 w 44"/>
                <a:gd name="T7" fmla="*/ 101 h 48"/>
                <a:gd name="T8" fmla="*/ 177 w 44"/>
                <a:gd name="T9" fmla="*/ 0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" h="48">
                  <a:moveTo>
                    <a:pt x="44" y="0"/>
                  </a:moveTo>
                  <a:cubicBezTo>
                    <a:pt x="44" y="0"/>
                    <a:pt x="29" y="12"/>
                    <a:pt x="20" y="18"/>
                  </a:cubicBezTo>
                  <a:cubicBezTo>
                    <a:pt x="11" y="23"/>
                    <a:pt x="1" y="36"/>
                    <a:pt x="0" y="48"/>
                  </a:cubicBezTo>
                  <a:cubicBezTo>
                    <a:pt x="0" y="48"/>
                    <a:pt x="9" y="27"/>
                    <a:pt x="18" y="24"/>
                  </a:cubicBezTo>
                  <a:cubicBezTo>
                    <a:pt x="28" y="21"/>
                    <a:pt x="38" y="11"/>
                    <a:pt x="44" y="0"/>
                  </a:cubicBezTo>
                  <a:close/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</p:grpSp>
      <p:grpSp>
        <p:nvGrpSpPr>
          <p:cNvPr id="37896" name="Group 663">
            <a:extLst>
              <a:ext uri="{FF2B5EF4-FFF2-40B4-BE49-F238E27FC236}">
                <a16:creationId xmlns:a16="http://schemas.microsoft.com/office/drawing/2014/main" id="{6F934AE7-504C-48E0-B13E-5B1F488AAA53}"/>
              </a:ext>
            </a:extLst>
          </p:cNvPr>
          <p:cNvGrpSpPr>
            <a:grpSpLocks/>
          </p:cNvGrpSpPr>
          <p:nvPr/>
        </p:nvGrpSpPr>
        <p:grpSpPr bwMode="auto">
          <a:xfrm>
            <a:off x="4686300" y="6170613"/>
            <a:ext cx="650875" cy="427037"/>
            <a:chOff x="1668" y="3746"/>
            <a:chExt cx="410" cy="269"/>
          </a:xfrm>
        </p:grpSpPr>
        <p:sp>
          <p:nvSpPr>
            <p:cNvPr id="38055" name="Freeform 664">
              <a:extLst>
                <a:ext uri="{FF2B5EF4-FFF2-40B4-BE49-F238E27FC236}">
                  <a16:creationId xmlns:a16="http://schemas.microsoft.com/office/drawing/2014/main" id="{1027890B-2AB2-496B-968D-4D2C850F8BB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6" y="3875"/>
              <a:ext cx="29" cy="75"/>
            </a:xfrm>
            <a:custGeom>
              <a:avLst/>
              <a:gdLst>
                <a:gd name="T0" fmla="*/ 89 w 16"/>
                <a:gd name="T1" fmla="*/ 0 h 40"/>
                <a:gd name="T2" fmla="*/ 65 w 16"/>
                <a:gd name="T3" fmla="*/ 81 h 40"/>
                <a:gd name="T4" fmla="*/ 36 w 16"/>
                <a:gd name="T5" fmla="*/ 264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40">
                  <a:moveTo>
                    <a:pt x="15" y="0"/>
                  </a:moveTo>
                  <a:cubicBezTo>
                    <a:pt x="16" y="4"/>
                    <a:pt x="14" y="9"/>
                    <a:pt x="11" y="12"/>
                  </a:cubicBezTo>
                  <a:cubicBezTo>
                    <a:pt x="7" y="17"/>
                    <a:pt x="0" y="32"/>
                    <a:pt x="6" y="4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056" name="Freeform 665">
              <a:extLst>
                <a:ext uri="{FF2B5EF4-FFF2-40B4-BE49-F238E27FC236}">
                  <a16:creationId xmlns:a16="http://schemas.microsoft.com/office/drawing/2014/main" id="{41337CD3-F09A-452C-8C46-2E8B0819230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8" y="3746"/>
              <a:ext cx="207" cy="228"/>
            </a:xfrm>
            <a:custGeom>
              <a:avLst/>
              <a:gdLst>
                <a:gd name="T0" fmla="*/ 244 w 118"/>
                <a:gd name="T1" fmla="*/ 97 h 122"/>
                <a:gd name="T2" fmla="*/ 200 w 118"/>
                <a:gd name="T3" fmla="*/ 325 h 122"/>
                <a:gd name="T4" fmla="*/ 458 w 118"/>
                <a:gd name="T5" fmla="*/ 374 h 122"/>
                <a:gd name="T6" fmla="*/ 588 w 118"/>
                <a:gd name="T7" fmla="*/ 0 h 122"/>
                <a:gd name="T8" fmla="*/ 625 w 118"/>
                <a:gd name="T9" fmla="*/ 249 h 122"/>
                <a:gd name="T10" fmla="*/ 595 w 118"/>
                <a:gd name="T11" fmla="*/ 639 h 122"/>
                <a:gd name="T12" fmla="*/ 323 w 118"/>
                <a:gd name="T13" fmla="*/ 789 h 122"/>
                <a:gd name="T14" fmla="*/ 65 w 118"/>
                <a:gd name="T15" fmla="*/ 471 h 122"/>
                <a:gd name="T16" fmla="*/ 244 w 118"/>
                <a:gd name="T17" fmla="*/ 97 h 12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8" h="122">
                  <a:moveTo>
                    <a:pt x="45" y="15"/>
                  </a:moveTo>
                  <a:cubicBezTo>
                    <a:pt x="37" y="50"/>
                    <a:pt x="37" y="50"/>
                    <a:pt x="37" y="50"/>
                  </a:cubicBezTo>
                  <a:cubicBezTo>
                    <a:pt x="37" y="50"/>
                    <a:pt x="71" y="47"/>
                    <a:pt x="85" y="57"/>
                  </a:cubicBezTo>
                  <a:cubicBezTo>
                    <a:pt x="85" y="57"/>
                    <a:pt x="109" y="21"/>
                    <a:pt x="109" y="0"/>
                  </a:cubicBezTo>
                  <a:cubicBezTo>
                    <a:pt x="109" y="0"/>
                    <a:pt x="118" y="14"/>
                    <a:pt x="116" y="38"/>
                  </a:cubicBezTo>
                  <a:cubicBezTo>
                    <a:pt x="110" y="98"/>
                    <a:pt x="110" y="98"/>
                    <a:pt x="110" y="98"/>
                  </a:cubicBezTo>
                  <a:cubicBezTo>
                    <a:pt x="110" y="98"/>
                    <a:pt x="106" y="120"/>
                    <a:pt x="60" y="121"/>
                  </a:cubicBezTo>
                  <a:cubicBezTo>
                    <a:pt x="14" y="122"/>
                    <a:pt x="0" y="90"/>
                    <a:pt x="12" y="72"/>
                  </a:cubicBezTo>
                  <a:cubicBezTo>
                    <a:pt x="25" y="54"/>
                    <a:pt x="45" y="15"/>
                    <a:pt x="45" y="15"/>
                  </a:cubicBezTo>
                  <a:close/>
                </a:path>
              </a:pathLst>
            </a:custGeom>
            <a:solidFill>
              <a:srgbClr val="B6E0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057" name="Freeform 666">
              <a:extLst>
                <a:ext uri="{FF2B5EF4-FFF2-40B4-BE49-F238E27FC236}">
                  <a16:creationId xmlns:a16="http://schemas.microsoft.com/office/drawing/2014/main" id="{C590818D-ADFE-4C18-BB2C-A3B50EE584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8" y="3746"/>
              <a:ext cx="207" cy="228"/>
            </a:xfrm>
            <a:custGeom>
              <a:avLst/>
              <a:gdLst>
                <a:gd name="T0" fmla="*/ 244 w 118"/>
                <a:gd name="T1" fmla="*/ 97 h 122"/>
                <a:gd name="T2" fmla="*/ 200 w 118"/>
                <a:gd name="T3" fmla="*/ 325 h 122"/>
                <a:gd name="T4" fmla="*/ 458 w 118"/>
                <a:gd name="T5" fmla="*/ 374 h 122"/>
                <a:gd name="T6" fmla="*/ 588 w 118"/>
                <a:gd name="T7" fmla="*/ 0 h 122"/>
                <a:gd name="T8" fmla="*/ 625 w 118"/>
                <a:gd name="T9" fmla="*/ 249 h 122"/>
                <a:gd name="T10" fmla="*/ 595 w 118"/>
                <a:gd name="T11" fmla="*/ 639 h 122"/>
                <a:gd name="T12" fmla="*/ 323 w 118"/>
                <a:gd name="T13" fmla="*/ 789 h 122"/>
                <a:gd name="T14" fmla="*/ 65 w 118"/>
                <a:gd name="T15" fmla="*/ 471 h 122"/>
                <a:gd name="T16" fmla="*/ 244 w 118"/>
                <a:gd name="T17" fmla="*/ 97 h 12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8" h="122">
                  <a:moveTo>
                    <a:pt x="45" y="15"/>
                  </a:moveTo>
                  <a:cubicBezTo>
                    <a:pt x="37" y="50"/>
                    <a:pt x="37" y="50"/>
                    <a:pt x="37" y="50"/>
                  </a:cubicBezTo>
                  <a:cubicBezTo>
                    <a:pt x="37" y="50"/>
                    <a:pt x="71" y="47"/>
                    <a:pt x="85" y="57"/>
                  </a:cubicBezTo>
                  <a:cubicBezTo>
                    <a:pt x="85" y="57"/>
                    <a:pt x="109" y="21"/>
                    <a:pt x="109" y="0"/>
                  </a:cubicBezTo>
                  <a:cubicBezTo>
                    <a:pt x="109" y="0"/>
                    <a:pt x="118" y="14"/>
                    <a:pt x="116" y="38"/>
                  </a:cubicBezTo>
                  <a:cubicBezTo>
                    <a:pt x="110" y="98"/>
                    <a:pt x="110" y="98"/>
                    <a:pt x="110" y="98"/>
                  </a:cubicBezTo>
                  <a:cubicBezTo>
                    <a:pt x="110" y="98"/>
                    <a:pt x="106" y="120"/>
                    <a:pt x="60" y="121"/>
                  </a:cubicBezTo>
                  <a:cubicBezTo>
                    <a:pt x="14" y="122"/>
                    <a:pt x="0" y="90"/>
                    <a:pt x="12" y="72"/>
                  </a:cubicBezTo>
                  <a:cubicBezTo>
                    <a:pt x="25" y="54"/>
                    <a:pt x="45" y="15"/>
                    <a:pt x="45" y="15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058" name="Freeform 667">
              <a:extLst>
                <a:ext uri="{FF2B5EF4-FFF2-40B4-BE49-F238E27FC236}">
                  <a16:creationId xmlns:a16="http://schemas.microsoft.com/office/drawing/2014/main" id="{1249133C-9F54-48B7-9D50-ADD87339AB4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9" y="3776"/>
              <a:ext cx="114" cy="65"/>
            </a:xfrm>
            <a:custGeom>
              <a:avLst/>
              <a:gdLst>
                <a:gd name="T0" fmla="*/ 0 w 65"/>
                <a:gd name="T1" fmla="*/ 158 h 35"/>
                <a:gd name="T2" fmla="*/ 317 w 65"/>
                <a:gd name="T3" fmla="*/ 225 h 35"/>
                <a:gd name="T4" fmla="*/ 351 w 65"/>
                <a:gd name="T5" fmla="*/ 156 h 35"/>
                <a:gd name="T6" fmla="*/ 21 w 65"/>
                <a:gd name="T7" fmla="*/ 104 h 35"/>
                <a:gd name="T8" fmla="*/ 0 w 65"/>
                <a:gd name="T9" fmla="*/ 158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5" h="35">
                  <a:moveTo>
                    <a:pt x="0" y="25"/>
                  </a:moveTo>
                  <a:cubicBezTo>
                    <a:pt x="0" y="25"/>
                    <a:pt x="35" y="11"/>
                    <a:pt x="59" y="35"/>
                  </a:cubicBezTo>
                  <a:cubicBezTo>
                    <a:pt x="65" y="24"/>
                    <a:pt x="65" y="24"/>
                    <a:pt x="65" y="24"/>
                  </a:cubicBezTo>
                  <a:cubicBezTo>
                    <a:pt x="65" y="24"/>
                    <a:pt x="34" y="0"/>
                    <a:pt x="4" y="16"/>
                  </a:cubicBezTo>
                  <a:lnTo>
                    <a:pt x="0" y="25"/>
                  </a:lnTo>
                  <a:close/>
                </a:path>
              </a:pathLst>
            </a:custGeom>
            <a:solidFill>
              <a:srgbClr val="B6E0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059" name="Freeform 668">
              <a:extLst>
                <a:ext uri="{FF2B5EF4-FFF2-40B4-BE49-F238E27FC236}">
                  <a16:creationId xmlns:a16="http://schemas.microsoft.com/office/drawing/2014/main" id="{AFBD7827-3B00-4260-B0A8-4210B8470B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9" y="3776"/>
              <a:ext cx="114" cy="65"/>
            </a:xfrm>
            <a:custGeom>
              <a:avLst/>
              <a:gdLst>
                <a:gd name="T0" fmla="*/ 0 w 65"/>
                <a:gd name="T1" fmla="*/ 158 h 35"/>
                <a:gd name="T2" fmla="*/ 317 w 65"/>
                <a:gd name="T3" fmla="*/ 225 h 35"/>
                <a:gd name="T4" fmla="*/ 351 w 65"/>
                <a:gd name="T5" fmla="*/ 156 h 35"/>
                <a:gd name="T6" fmla="*/ 21 w 65"/>
                <a:gd name="T7" fmla="*/ 104 h 35"/>
                <a:gd name="T8" fmla="*/ 0 w 65"/>
                <a:gd name="T9" fmla="*/ 158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5" h="35">
                  <a:moveTo>
                    <a:pt x="0" y="25"/>
                  </a:moveTo>
                  <a:cubicBezTo>
                    <a:pt x="0" y="25"/>
                    <a:pt x="35" y="11"/>
                    <a:pt x="59" y="35"/>
                  </a:cubicBezTo>
                  <a:cubicBezTo>
                    <a:pt x="65" y="24"/>
                    <a:pt x="65" y="24"/>
                    <a:pt x="65" y="24"/>
                  </a:cubicBezTo>
                  <a:cubicBezTo>
                    <a:pt x="65" y="24"/>
                    <a:pt x="34" y="0"/>
                    <a:pt x="4" y="16"/>
                  </a:cubicBezTo>
                  <a:lnTo>
                    <a:pt x="0" y="25"/>
                  </a:lnTo>
                  <a:close/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060" name="Freeform 669">
              <a:extLst>
                <a:ext uri="{FF2B5EF4-FFF2-40B4-BE49-F238E27FC236}">
                  <a16:creationId xmlns:a16="http://schemas.microsoft.com/office/drawing/2014/main" id="{BCC34954-2EC5-42F4-9FFD-72B5B67AB4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4" y="3785"/>
              <a:ext cx="99" cy="53"/>
            </a:xfrm>
            <a:custGeom>
              <a:avLst/>
              <a:gdLst>
                <a:gd name="T0" fmla="*/ 0 w 56"/>
                <a:gd name="T1" fmla="*/ 115 h 28"/>
                <a:gd name="T2" fmla="*/ 309 w 56"/>
                <a:gd name="T3" fmla="*/ 189 h 28"/>
                <a:gd name="T4" fmla="*/ 0 w 56"/>
                <a:gd name="T5" fmla="*/ 115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6" h="28">
                  <a:moveTo>
                    <a:pt x="0" y="17"/>
                  </a:moveTo>
                  <a:cubicBezTo>
                    <a:pt x="0" y="17"/>
                    <a:pt x="34" y="5"/>
                    <a:pt x="56" y="28"/>
                  </a:cubicBezTo>
                  <a:cubicBezTo>
                    <a:pt x="56" y="28"/>
                    <a:pt x="38" y="0"/>
                    <a:pt x="0" y="17"/>
                  </a:cubicBezTo>
                  <a:close/>
                </a:path>
              </a:pathLst>
            </a:custGeom>
            <a:solidFill>
              <a:srgbClr val="D3EC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061" name="Freeform 670">
              <a:extLst>
                <a:ext uri="{FF2B5EF4-FFF2-40B4-BE49-F238E27FC236}">
                  <a16:creationId xmlns:a16="http://schemas.microsoft.com/office/drawing/2014/main" id="{6EED8D71-CFB6-46F7-8EA2-F481326477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9" y="3927"/>
              <a:ext cx="166" cy="88"/>
            </a:xfrm>
            <a:custGeom>
              <a:avLst/>
              <a:gdLst>
                <a:gd name="T0" fmla="*/ 0 w 95"/>
                <a:gd name="T1" fmla="*/ 0 h 47"/>
                <a:gd name="T2" fmla="*/ 507 w 95"/>
                <a:gd name="T3" fmla="*/ 7 h 47"/>
                <a:gd name="T4" fmla="*/ 0 w 95"/>
                <a:gd name="T5" fmla="*/ 0 h 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5" h="47">
                  <a:moveTo>
                    <a:pt x="0" y="0"/>
                  </a:moveTo>
                  <a:cubicBezTo>
                    <a:pt x="0" y="0"/>
                    <a:pt x="47" y="38"/>
                    <a:pt x="95" y="1"/>
                  </a:cubicBezTo>
                  <a:cubicBezTo>
                    <a:pt x="95" y="1"/>
                    <a:pt x="52" y="47"/>
                    <a:pt x="0" y="0"/>
                  </a:cubicBezTo>
                  <a:close/>
                </a:path>
              </a:pathLst>
            </a:custGeom>
            <a:solidFill>
              <a:srgbClr val="8CCD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062" name="Freeform 671">
              <a:extLst>
                <a:ext uri="{FF2B5EF4-FFF2-40B4-BE49-F238E27FC236}">
                  <a16:creationId xmlns:a16="http://schemas.microsoft.com/office/drawing/2014/main" id="{E65EBDF4-A965-4D4E-85C8-A28D4E8C7A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4" y="3918"/>
              <a:ext cx="138" cy="67"/>
            </a:xfrm>
            <a:custGeom>
              <a:avLst/>
              <a:gdLst>
                <a:gd name="T0" fmla="*/ 0 w 79"/>
                <a:gd name="T1" fmla="*/ 0 h 36"/>
                <a:gd name="T2" fmla="*/ 421 w 79"/>
                <a:gd name="T3" fmla="*/ 104 h 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9" h="36">
                  <a:moveTo>
                    <a:pt x="0" y="0"/>
                  </a:moveTo>
                  <a:cubicBezTo>
                    <a:pt x="0" y="0"/>
                    <a:pt x="29" y="36"/>
                    <a:pt x="79" y="16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063" name="Freeform 672">
              <a:extLst>
                <a:ext uri="{FF2B5EF4-FFF2-40B4-BE49-F238E27FC236}">
                  <a16:creationId xmlns:a16="http://schemas.microsoft.com/office/drawing/2014/main" id="{593223DF-2956-44E7-BEEB-8DCD87A05F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0" y="3763"/>
              <a:ext cx="88" cy="179"/>
            </a:xfrm>
            <a:custGeom>
              <a:avLst/>
              <a:gdLst>
                <a:gd name="T0" fmla="*/ 252 w 50"/>
                <a:gd name="T1" fmla="*/ 0 h 96"/>
                <a:gd name="T2" fmla="*/ 266 w 50"/>
                <a:gd name="T3" fmla="*/ 52 h 96"/>
                <a:gd name="T4" fmla="*/ 266 w 50"/>
                <a:gd name="T5" fmla="*/ 121 h 96"/>
                <a:gd name="T6" fmla="*/ 266 w 50"/>
                <a:gd name="T7" fmla="*/ 216 h 96"/>
                <a:gd name="T8" fmla="*/ 239 w 50"/>
                <a:gd name="T9" fmla="*/ 427 h 96"/>
                <a:gd name="T10" fmla="*/ 216 w 50"/>
                <a:gd name="T11" fmla="*/ 563 h 96"/>
                <a:gd name="T12" fmla="*/ 180 w 50"/>
                <a:gd name="T13" fmla="*/ 571 h 96"/>
                <a:gd name="T14" fmla="*/ 136 w 50"/>
                <a:gd name="T15" fmla="*/ 591 h 96"/>
                <a:gd name="T16" fmla="*/ 81 w 50"/>
                <a:gd name="T17" fmla="*/ 608 h 96"/>
                <a:gd name="T18" fmla="*/ 44 w 50"/>
                <a:gd name="T19" fmla="*/ 623 h 96"/>
                <a:gd name="T20" fmla="*/ 0 w 50"/>
                <a:gd name="T21" fmla="*/ 615 h 96"/>
                <a:gd name="T22" fmla="*/ 33 w 50"/>
                <a:gd name="T23" fmla="*/ 599 h 96"/>
                <a:gd name="T24" fmla="*/ 86 w 50"/>
                <a:gd name="T25" fmla="*/ 546 h 96"/>
                <a:gd name="T26" fmla="*/ 123 w 50"/>
                <a:gd name="T27" fmla="*/ 479 h 96"/>
                <a:gd name="T28" fmla="*/ 136 w 50"/>
                <a:gd name="T29" fmla="*/ 421 h 96"/>
                <a:gd name="T30" fmla="*/ 136 w 50"/>
                <a:gd name="T31" fmla="*/ 362 h 96"/>
                <a:gd name="T32" fmla="*/ 136 w 50"/>
                <a:gd name="T33" fmla="*/ 323 h 96"/>
                <a:gd name="T34" fmla="*/ 151 w 50"/>
                <a:gd name="T35" fmla="*/ 278 h 96"/>
                <a:gd name="T36" fmla="*/ 213 w 50"/>
                <a:gd name="T37" fmla="*/ 188 h 96"/>
                <a:gd name="T38" fmla="*/ 239 w 50"/>
                <a:gd name="T39" fmla="*/ 97 h 96"/>
                <a:gd name="T40" fmla="*/ 257 w 50"/>
                <a:gd name="T41" fmla="*/ 7 h 9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50" h="96">
                  <a:moveTo>
                    <a:pt x="46" y="0"/>
                  </a:moveTo>
                  <a:cubicBezTo>
                    <a:pt x="47" y="3"/>
                    <a:pt x="48" y="5"/>
                    <a:pt x="49" y="8"/>
                  </a:cubicBezTo>
                  <a:cubicBezTo>
                    <a:pt x="50" y="12"/>
                    <a:pt x="49" y="15"/>
                    <a:pt x="49" y="19"/>
                  </a:cubicBezTo>
                  <a:cubicBezTo>
                    <a:pt x="50" y="23"/>
                    <a:pt x="49" y="29"/>
                    <a:pt x="49" y="33"/>
                  </a:cubicBezTo>
                  <a:cubicBezTo>
                    <a:pt x="47" y="44"/>
                    <a:pt x="44" y="54"/>
                    <a:pt x="44" y="66"/>
                  </a:cubicBezTo>
                  <a:cubicBezTo>
                    <a:pt x="44" y="72"/>
                    <a:pt x="45" y="83"/>
                    <a:pt x="40" y="87"/>
                  </a:cubicBezTo>
                  <a:cubicBezTo>
                    <a:pt x="37" y="88"/>
                    <a:pt x="35" y="88"/>
                    <a:pt x="33" y="88"/>
                  </a:cubicBezTo>
                  <a:cubicBezTo>
                    <a:pt x="30" y="89"/>
                    <a:pt x="28" y="90"/>
                    <a:pt x="25" y="91"/>
                  </a:cubicBezTo>
                  <a:cubicBezTo>
                    <a:pt x="22" y="91"/>
                    <a:pt x="19" y="93"/>
                    <a:pt x="15" y="94"/>
                  </a:cubicBezTo>
                  <a:cubicBezTo>
                    <a:pt x="13" y="95"/>
                    <a:pt x="11" y="96"/>
                    <a:pt x="8" y="96"/>
                  </a:cubicBezTo>
                  <a:cubicBezTo>
                    <a:pt x="5" y="96"/>
                    <a:pt x="3" y="95"/>
                    <a:pt x="0" y="95"/>
                  </a:cubicBezTo>
                  <a:cubicBezTo>
                    <a:pt x="1" y="94"/>
                    <a:pt x="4" y="93"/>
                    <a:pt x="6" y="92"/>
                  </a:cubicBezTo>
                  <a:cubicBezTo>
                    <a:pt x="10" y="90"/>
                    <a:pt x="13" y="87"/>
                    <a:pt x="16" y="84"/>
                  </a:cubicBezTo>
                  <a:cubicBezTo>
                    <a:pt x="19" y="81"/>
                    <a:pt x="22" y="78"/>
                    <a:pt x="23" y="74"/>
                  </a:cubicBezTo>
                  <a:cubicBezTo>
                    <a:pt x="24" y="71"/>
                    <a:pt x="24" y="68"/>
                    <a:pt x="25" y="65"/>
                  </a:cubicBezTo>
                  <a:cubicBezTo>
                    <a:pt x="25" y="62"/>
                    <a:pt x="25" y="59"/>
                    <a:pt x="25" y="56"/>
                  </a:cubicBezTo>
                  <a:cubicBezTo>
                    <a:pt x="25" y="53"/>
                    <a:pt x="24" y="52"/>
                    <a:pt x="25" y="50"/>
                  </a:cubicBezTo>
                  <a:cubicBezTo>
                    <a:pt x="26" y="48"/>
                    <a:pt x="27" y="44"/>
                    <a:pt x="28" y="43"/>
                  </a:cubicBezTo>
                  <a:cubicBezTo>
                    <a:pt x="31" y="51"/>
                    <a:pt x="38" y="32"/>
                    <a:pt x="39" y="29"/>
                  </a:cubicBezTo>
                  <a:cubicBezTo>
                    <a:pt x="37" y="26"/>
                    <a:pt x="43" y="19"/>
                    <a:pt x="44" y="15"/>
                  </a:cubicBezTo>
                  <a:cubicBezTo>
                    <a:pt x="45" y="11"/>
                    <a:pt x="46" y="5"/>
                    <a:pt x="47" y="1"/>
                  </a:cubicBezTo>
                </a:path>
              </a:pathLst>
            </a:custGeom>
            <a:solidFill>
              <a:srgbClr val="8CCD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064" name="Freeform 673">
              <a:extLst>
                <a:ext uri="{FF2B5EF4-FFF2-40B4-BE49-F238E27FC236}">
                  <a16:creationId xmlns:a16="http://schemas.microsoft.com/office/drawing/2014/main" id="{DD90A4AB-A2E0-498F-87AB-116CD96B824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2" y="3821"/>
              <a:ext cx="45" cy="123"/>
            </a:xfrm>
            <a:custGeom>
              <a:avLst/>
              <a:gdLst>
                <a:gd name="T0" fmla="*/ 126 w 26"/>
                <a:gd name="T1" fmla="*/ 21 h 66"/>
                <a:gd name="T2" fmla="*/ 16 w 26"/>
                <a:gd name="T3" fmla="*/ 240 h 66"/>
                <a:gd name="T4" fmla="*/ 48 w 26"/>
                <a:gd name="T5" fmla="*/ 358 h 66"/>
                <a:gd name="T6" fmla="*/ 87 w 26"/>
                <a:gd name="T7" fmla="*/ 395 h 66"/>
                <a:gd name="T8" fmla="*/ 135 w 26"/>
                <a:gd name="T9" fmla="*/ 427 h 66"/>
                <a:gd name="T10" fmla="*/ 106 w 26"/>
                <a:gd name="T11" fmla="*/ 395 h 66"/>
                <a:gd name="T12" fmla="*/ 62 w 26"/>
                <a:gd name="T13" fmla="*/ 362 h 66"/>
                <a:gd name="T14" fmla="*/ 69 w 26"/>
                <a:gd name="T15" fmla="*/ 253 h 66"/>
                <a:gd name="T16" fmla="*/ 114 w 26"/>
                <a:gd name="T17" fmla="*/ 112 h 66"/>
                <a:gd name="T18" fmla="*/ 128 w 26"/>
                <a:gd name="T19" fmla="*/ 0 h 6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6" h="66">
                  <a:moveTo>
                    <a:pt x="24" y="3"/>
                  </a:moveTo>
                  <a:cubicBezTo>
                    <a:pt x="19" y="15"/>
                    <a:pt x="10" y="25"/>
                    <a:pt x="3" y="37"/>
                  </a:cubicBezTo>
                  <a:cubicBezTo>
                    <a:pt x="0" y="44"/>
                    <a:pt x="4" y="51"/>
                    <a:pt x="9" y="55"/>
                  </a:cubicBezTo>
                  <a:cubicBezTo>
                    <a:pt x="11" y="58"/>
                    <a:pt x="14" y="59"/>
                    <a:pt x="17" y="61"/>
                  </a:cubicBezTo>
                  <a:cubicBezTo>
                    <a:pt x="20" y="62"/>
                    <a:pt x="24" y="63"/>
                    <a:pt x="26" y="66"/>
                  </a:cubicBezTo>
                  <a:cubicBezTo>
                    <a:pt x="24" y="65"/>
                    <a:pt x="22" y="63"/>
                    <a:pt x="20" y="61"/>
                  </a:cubicBezTo>
                  <a:cubicBezTo>
                    <a:pt x="18" y="59"/>
                    <a:pt x="15" y="58"/>
                    <a:pt x="12" y="56"/>
                  </a:cubicBezTo>
                  <a:cubicBezTo>
                    <a:pt x="8" y="51"/>
                    <a:pt x="10" y="44"/>
                    <a:pt x="13" y="39"/>
                  </a:cubicBezTo>
                  <a:cubicBezTo>
                    <a:pt x="17" y="32"/>
                    <a:pt x="19" y="25"/>
                    <a:pt x="22" y="17"/>
                  </a:cubicBezTo>
                  <a:cubicBezTo>
                    <a:pt x="24" y="12"/>
                    <a:pt x="26" y="6"/>
                    <a:pt x="25" y="0"/>
                  </a:cubicBezTo>
                </a:path>
              </a:pathLst>
            </a:custGeom>
            <a:solidFill>
              <a:srgbClr val="D3EC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065" name="Freeform 674">
              <a:extLst>
                <a:ext uri="{FF2B5EF4-FFF2-40B4-BE49-F238E27FC236}">
                  <a16:creationId xmlns:a16="http://schemas.microsoft.com/office/drawing/2014/main" id="{26AAE7F3-A126-477F-A36D-D32D22F4049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9" y="3746"/>
              <a:ext cx="209" cy="228"/>
            </a:xfrm>
            <a:custGeom>
              <a:avLst/>
              <a:gdLst>
                <a:gd name="T0" fmla="*/ 395 w 119"/>
                <a:gd name="T1" fmla="*/ 97 h 122"/>
                <a:gd name="T2" fmla="*/ 437 w 119"/>
                <a:gd name="T3" fmla="*/ 325 h 122"/>
                <a:gd name="T4" fmla="*/ 179 w 119"/>
                <a:gd name="T5" fmla="*/ 374 h 122"/>
                <a:gd name="T6" fmla="*/ 49 w 119"/>
                <a:gd name="T7" fmla="*/ 0 h 122"/>
                <a:gd name="T8" fmla="*/ 12 w 119"/>
                <a:gd name="T9" fmla="*/ 249 h 122"/>
                <a:gd name="T10" fmla="*/ 44 w 119"/>
                <a:gd name="T11" fmla="*/ 639 h 122"/>
                <a:gd name="T12" fmla="*/ 314 w 119"/>
                <a:gd name="T13" fmla="*/ 789 h 122"/>
                <a:gd name="T14" fmla="*/ 574 w 119"/>
                <a:gd name="T15" fmla="*/ 471 h 122"/>
                <a:gd name="T16" fmla="*/ 395 w 119"/>
                <a:gd name="T17" fmla="*/ 97 h 12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9" h="122">
                  <a:moveTo>
                    <a:pt x="73" y="15"/>
                  </a:moveTo>
                  <a:cubicBezTo>
                    <a:pt x="81" y="50"/>
                    <a:pt x="81" y="50"/>
                    <a:pt x="81" y="50"/>
                  </a:cubicBezTo>
                  <a:cubicBezTo>
                    <a:pt x="81" y="50"/>
                    <a:pt x="48" y="47"/>
                    <a:pt x="33" y="57"/>
                  </a:cubicBezTo>
                  <a:cubicBezTo>
                    <a:pt x="33" y="57"/>
                    <a:pt x="9" y="21"/>
                    <a:pt x="9" y="0"/>
                  </a:cubicBezTo>
                  <a:cubicBezTo>
                    <a:pt x="9" y="0"/>
                    <a:pt x="0" y="14"/>
                    <a:pt x="2" y="38"/>
                  </a:cubicBezTo>
                  <a:cubicBezTo>
                    <a:pt x="8" y="98"/>
                    <a:pt x="8" y="98"/>
                    <a:pt x="8" y="98"/>
                  </a:cubicBezTo>
                  <a:cubicBezTo>
                    <a:pt x="8" y="98"/>
                    <a:pt x="12" y="120"/>
                    <a:pt x="58" y="121"/>
                  </a:cubicBezTo>
                  <a:cubicBezTo>
                    <a:pt x="104" y="122"/>
                    <a:pt x="119" y="90"/>
                    <a:pt x="106" y="72"/>
                  </a:cubicBezTo>
                  <a:cubicBezTo>
                    <a:pt x="93" y="54"/>
                    <a:pt x="73" y="15"/>
                    <a:pt x="73" y="15"/>
                  </a:cubicBezTo>
                  <a:close/>
                </a:path>
              </a:pathLst>
            </a:custGeom>
            <a:solidFill>
              <a:srgbClr val="B6E0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066" name="Freeform 675">
              <a:extLst>
                <a:ext uri="{FF2B5EF4-FFF2-40B4-BE49-F238E27FC236}">
                  <a16:creationId xmlns:a16="http://schemas.microsoft.com/office/drawing/2014/main" id="{EC62DC11-8E2A-4DC4-B316-515AC68B41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9" y="3746"/>
              <a:ext cx="209" cy="228"/>
            </a:xfrm>
            <a:custGeom>
              <a:avLst/>
              <a:gdLst>
                <a:gd name="T0" fmla="*/ 395 w 119"/>
                <a:gd name="T1" fmla="*/ 97 h 122"/>
                <a:gd name="T2" fmla="*/ 437 w 119"/>
                <a:gd name="T3" fmla="*/ 325 h 122"/>
                <a:gd name="T4" fmla="*/ 179 w 119"/>
                <a:gd name="T5" fmla="*/ 374 h 122"/>
                <a:gd name="T6" fmla="*/ 49 w 119"/>
                <a:gd name="T7" fmla="*/ 0 h 122"/>
                <a:gd name="T8" fmla="*/ 12 w 119"/>
                <a:gd name="T9" fmla="*/ 249 h 122"/>
                <a:gd name="T10" fmla="*/ 44 w 119"/>
                <a:gd name="T11" fmla="*/ 639 h 122"/>
                <a:gd name="T12" fmla="*/ 314 w 119"/>
                <a:gd name="T13" fmla="*/ 789 h 122"/>
                <a:gd name="T14" fmla="*/ 574 w 119"/>
                <a:gd name="T15" fmla="*/ 471 h 122"/>
                <a:gd name="T16" fmla="*/ 395 w 119"/>
                <a:gd name="T17" fmla="*/ 97 h 12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9" h="122">
                  <a:moveTo>
                    <a:pt x="73" y="15"/>
                  </a:moveTo>
                  <a:cubicBezTo>
                    <a:pt x="81" y="50"/>
                    <a:pt x="81" y="50"/>
                    <a:pt x="81" y="50"/>
                  </a:cubicBezTo>
                  <a:cubicBezTo>
                    <a:pt x="81" y="50"/>
                    <a:pt x="48" y="47"/>
                    <a:pt x="33" y="57"/>
                  </a:cubicBezTo>
                  <a:cubicBezTo>
                    <a:pt x="33" y="57"/>
                    <a:pt x="9" y="21"/>
                    <a:pt x="9" y="0"/>
                  </a:cubicBezTo>
                  <a:cubicBezTo>
                    <a:pt x="9" y="0"/>
                    <a:pt x="0" y="14"/>
                    <a:pt x="2" y="38"/>
                  </a:cubicBezTo>
                  <a:cubicBezTo>
                    <a:pt x="8" y="98"/>
                    <a:pt x="8" y="98"/>
                    <a:pt x="8" y="98"/>
                  </a:cubicBezTo>
                  <a:cubicBezTo>
                    <a:pt x="8" y="98"/>
                    <a:pt x="12" y="120"/>
                    <a:pt x="58" y="121"/>
                  </a:cubicBezTo>
                  <a:cubicBezTo>
                    <a:pt x="104" y="122"/>
                    <a:pt x="119" y="90"/>
                    <a:pt x="106" y="72"/>
                  </a:cubicBezTo>
                  <a:cubicBezTo>
                    <a:pt x="93" y="54"/>
                    <a:pt x="73" y="15"/>
                    <a:pt x="73" y="15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067" name="Freeform 676">
              <a:extLst>
                <a:ext uri="{FF2B5EF4-FFF2-40B4-BE49-F238E27FC236}">
                  <a16:creationId xmlns:a16="http://schemas.microsoft.com/office/drawing/2014/main" id="{C71712CD-8447-4EFC-89C0-3BD71B2D51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3" y="3776"/>
              <a:ext cx="112" cy="65"/>
            </a:xfrm>
            <a:custGeom>
              <a:avLst/>
              <a:gdLst>
                <a:gd name="T0" fmla="*/ 343 w 64"/>
                <a:gd name="T1" fmla="*/ 158 h 35"/>
                <a:gd name="T2" fmla="*/ 28 w 64"/>
                <a:gd name="T3" fmla="*/ 225 h 35"/>
                <a:gd name="T4" fmla="*/ 0 w 64"/>
                <a:gd name="T5" fmla="*/ 156 h 35"/>
                <a:gd name="T6" fmla="*/ 322 w 64"/>
                <a:gd name="T7" fmla="*/ 104 h 35"/>
                <a:gd name="T8" fmla="*/ 343 w 64"/>
                <a:gd name="T9" fmla="*/ 158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4" h="35">
                  <a:moveTo>
                    <a:pt x="64" y="25"/>
                  </a:moveTo>
                  <a:cubicBezTo>
                    <a:pt x="64" y="25"/>
                    <a:pt x="29" y="11"/>
                    <a:pt x="5" y="35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0" y="24"/>
                    <a:pt x="30" y="0"/>
                    <a:pt x="60" y="16"/>
                  </a:cubicBezTo>
                  <a:lnTo>
                    <a:pt x="64" y="25"/>
                  </a:lnTo>
                  <a:close/>
                </a:path>
              </a:pathLst>
            </a:custGeom>
            <a:solidFill>
              <a:srgbClr val="B6E0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068" name="Freeform 677">
              <a:extLst>
                <a:ext uri="{FF2B5EF4-FFF2-40B4-BE49-F238E27FC236}">
                  <a16:creationId xmlns:a16="http://schemas.microsoft.com/office/drawing/2014/main" id="{0B1F534C-E847-4619-BE7E-81AC256C15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3" y="3776"/>
              <a:ext cx="112" cy="65"/>
            </a:xfrm>
            <a:custGeom>
              <a:avLst/>
              <a:gdLst>
                <a:gd name="T0" fmla="*/ 343 w 64"/>
                <a:gd name="T1" fmla="*/ 158 h 35"/>
                <a:gd name="T2" fmla="*/ 28 w 64"/>
                <a:gd name="T3" fmla="*/ 225 h 35"/>
                <a:gd name="T4" fmla="*/ 0 w 64"/>
                <a:gd name="T5" fmla="*/ 156 h 35"/>
                <a:gd name="T6" fmla="*/ 322 w 64"/>
                <a:gd name="T7" fmla="*/ 104 h 35"/>
                <a:gd name="T8" fmla="*/ 343 w 64"/>
                <a:gd name="T9" fmla="*/ 158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4" h="35">
                  <a:moveTo>
                    <a:pt x="64" y="25"/>
                  </a:moveTo>
                  <a:cubicBezTo>
                    <a:pt x="64" y="25"/>
                    <a:pt x="29" y="11"/>
                    <a:pt x="5" y="35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0" y="24"/>
                    <a:pt x="30" y="0"/>
                    <a:pt x="60" y="16"/>
                  </a:cubicBezTo>
                  <a:lnTo>
                    <a:pt x="64" y="25"/>
                  </a:lnTo>
                  <a:close/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069" name="Freeform 678">
              <a:extLst>
                <a:ext uri="{FF2B5EF4-FFF2-40B4-BE49-F238E27FC236}">
                  <a16:creationId xmlns:a16="http://schemas.microsoft.com/office/drawing/2014/main" id="{2CBDA9DA-38ED-4289-BB6C-5140C97642E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1" y="3785"/>
              <a:ext cx="99" cy="53"/>
            </a:xfrm>
            <a:custGeom>
              <a:avLst/>
              <a:gdLst>
                <a:gd name="T0" fmla="*/ 309 w 56"/>
                <a:gd name="T1" fmla="*/ 115 h 28"/>
                <a:gd name="T2" fmla="*/ 0 w 56"/>
                <a:gd name="T3" fmla="*/ 189 h 28"/>
                <a:gd name="T4" fmla="*/ 309 w 56"/>
                <a:gd name="T5" fmla="*/ 115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6" h="28">
                  <a:moveTo>
                    <a:pt x="56" y="17"/>
                  </a:moveTo>
                  <a:cubicBezTo>
                    <a:pt x="56" y="17"/>
                    <a:pt x="22" y="5"/>
                    <a:pt x="0" y="28"/>
                  </a:cubicBezTo>
                  <a:cubicBezTo>
                    <a:pt x="0" y="28"/>
                    <a:pt x="18" y="0"/>
                    <a:pt x="56" y="17"/>
                  </a:cubicBezTo>
                  <a:close/>
                </a:path>
              </a:pathLst>
            </a:custGeom>
            <a:solidFill>
              <a:srgbClr val="D3EC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070" name="Freeform 679">
              <a:extLst>
                <a:ext uri="{FF2B5EF4-FFF2-40B4-BE49-F238E27FC236}">
                  <a16:creationId xmlns:a16="http://schemas.microsoft.com/office/drawing/2014/main" id="{249C5F0C-5394-4A4F-B9E3-FEB856E33C0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0" y="3927"/>
              <a:ext cx="165" cy="88"/>
            </a:xfrm>
            <a:custGeom>
              <a:avLst/>
              <a:gdLst>
                <a:gd name="T0" fmla="*/ 509 w 94"/>
                <a:gd name="T1" fmla="*/ 0 h 47"/>
                <a:gd name="T2" fmla="*/ 0 w 94"/>
                <a:gd name="T3" fmla="*/ 7 h 47"/>
                <a:gd name="T4" fmla="*/ 509 w 94"/>
                <a:gd name="T5" fmla="*/ 0 h 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4" h="47">
                  <a:moveTo>
                    <a:pt x="94" y="0"/>
                  </a:moveTo>
                  <a:cubicBezTo>
                    <a:pt x="94" y="0"/>
                    <a:pt x="47" y="38"/>
                    <a:pt x="0" y="1"/>
                  </a:cubicBezTo>
                  <a:cubicBezTo>
                    <a:pt x="0" y="1"/>
                    <a:pt x="42" y="47"/>
                    <a:pt x="94" y="0"/>
                  </a:cubicBezTo>
                  <a:close/>
                </a:path>
              </a:pathLst>
            </a:custGeom>
            <a:solidFill>
              <a:srgbClr val="8CCD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071" name="Freeform 680">
              <a:extLst>
                <a:ext uri="{FF2B5EF4-FFF2-40B4-BE49-F238E27FC236}">
                  <a16:creationId xmlns:a16="http://schemas.microsoft.com/office/drawing/2014/main" id="{9A67B4DB-8014-4A8C-9475-B70A2E7CD69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2" y="3918"/>
              <a:ext cx="139" cy="67"/>
            </a:xfrm>
            <a:custGeom>
              <a:avLst/>
              <a:gdLst>
                <a:gd name="T0" fmla="*/ 431 w 79"/>
                <a:gd name="T1" fmla="*/ 0 h 36"/>
                <a:gd name="T2" fmla="*/ 0 w 79"/>
                <a:gd name="T3" fmla="*/ 104 h 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9" h="36">
                  <a:moveTo>
                    <a:pt x="79" y="0"/>
                  </a:moveTo>
                  <a:cubicBezTo>
                    <a:pt x="79" y="0"/>
                    <a:pt x="50" y="36"/>
                    <a:pt x="0" y="16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072" name="Freeform 681">
              <a:extLst>
                <a:ext uri="{FF2B5EF4-FFF2-40B4-BE49-F238E27FC236}">
                  <a16:creationId xmlns:a16="http://schemas.microsoft.com/office/drawing/2014/main" id="{59C8C031-D3CB-4106-94C3-B8248816B0F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8" y="3763"/>
              <a:ext cx="86" cy="179"/>
            </a:xfrm>
            <a:custGeom>
              <a:avLst/>
              <a:gdLst>
                <a:gd name="T0" fmla="*/ 16 w 49"/>
                <a:gd name="T1" fmla="*/ 0 h 96"/>
                <a:gd name="T2" fmla="*/ 0 w 49"/>
                <a:gd name="T3" fmla="*/ 52 h 96"/>
                <a:gd name="T4" fmla="*/ 0 w 49"/>
                <a:gd name="T5" fmla="*/ 121 h 96"/>
                <a:gd name="T6" fmla="*/ 7 w 49"/>
                <a:gd name="T7" fmla="*/ 216 h 96"/>
                <a:gd name="T8" fmla="*/ 28 w 49"/>
                <a:gd name="T9" fmla="*/ 427 h 96"/>
                <a:gd name="T10" fmla="*/ 56 w 49"/>
                <a:gd name="T11" fmla="*/ 563 h 96"/>
                <a:gd name="T12" fmla="*/ 86 w 49"/>
                <a:gd name="T13" fmla="*/ 571 h 96"/>
                <a:gd name="T14" fmla="*/ 130 w 49"/>
                <a:gd name="T15" fmla="*/ 591 h 96"/>
                <a:gd name="T16" fmla="*/ 184 w 49"/>
                <a:gd name="T17" fmla="*/ 608 h 96"/>
                <a:gd name="T18" fmla="*/ 221 w 49"/>
                <a:gd name="T19" fmla="*/ 623 h 96"/>
                <a:gd name="T20" fmla="*/ 265 w 49"/>
                <a:gd name="T21" fmla="*/ 615 h 96"/>
                <a:gd name="T22" fmla="*/ 232 w 49"/>
                <a:gd name="T23" fmla="*/ 599 h 96"/>
                <a:gd name="T24" fmla="*/ 179 w 49"/>
                <a:gd name="T25" fmla="*/ 546 h 96"/>
                <a:gd name="T26" fmla="*/ 142 w 49"/>
                <a:gd name="T27" fmla="*/ 479 h 96"/>
                <a:gd name="T28" fmla="*/ 130 w 49"/>
                <a:gd name="T29" fmla="*/ 421 h 96"/>
                <a:gd name="T30" fmla="*/ 130 w 49"/>
                <a:gd name="T31" fmla="*/ 362 h 96"/>
                <a:gd name="T32" fmla="*/ 130 w 49"/>
                <a:gd name="T33" fmla="*/ 323 h 96"/>
                <a:gd name="T34" fmla="*/ 114 w 49"/>
                <a:gd name="T35" fmla="*/ 278 h 96"/>
                <a:gd name="T36" fmla="*/ 56 w 49"/>
                <a:gd name="T37" fmla="*/ 188 h 96"/>
                <a:gd name="T38" fmla="*/ 28 w 49"/>
                <a:gd name="T39" fmla="*/ 97 h 96"/>
                <a:gd name="T40" fmla="*/ 12 w 49"/>
                <a:gd name="T41" fmla="*/ 7 h 9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49" h="96">
                  <a:moveTo>
                    <a:pt x="3" y="0"/>
                  </a:moveTo>
                  <a:cubicBezTo>
                    <a:pt x="2" y="3"/>
                    <a:pt x="1" y="5"/>
                    <a:pt x="0" y="8"/>
                  </a:cubicBezTo>
                  <a:cubicBezTo>
                    <a:pt x="0" y="12"/>
                    <a:pt x="0" y="15"/>
                    <a:pt x="0" y="19"/>
                  </a:cubicBezTo>
                  <a:cubicBezTo>
                    <a:pt x="0" y="23"/>
                    <a:pt x="0" y="29"/>
                    <a:pt x="1" y="33"/>
                  </a:cubicBezTo>
                  <a:cubicBezTo>
                    <a:pt x="3" y="44"/>
                    <a:pt x="5" y="54"/>
                    <a:pt x="5" y="66"/>
                  </a:cubicBezTo>
                  <a:cubicBezTo>
                    <a:pt x="6" y="72"/>
                    <a:pt x="4" y="83"/>
                    <a:pt x="10" y="87"/>
                  </a:cubicBezTo>
                  <a:cubicBezTo>
                    <a:pt x="12" y="88"/>
                    <a:pt x="14" y="88"/>
                    <a:pt x="16" y="88"/>
                  </a:cubicBezTo>
                  <a:cubicBezTo>
                    <a:pt x="19" y="89"/>
                    <a:pt x="21" y="90"/>
                    <a:pt x="24" y="91"/>
                  </a:cubicBezTo>
                  <a:cubicBezTo>
                    <a:pt x="27" y="91"/>
                    <a:pt x="31" y="93"/>
                    <a:pt x="34" y="94"/>
                  </a:cubicBezTo>
                  <a:cubicBezTo>
                    <a:pt x="36" y="95"/>
                    <a:pt x="39" y="96"/>
                    <a:pt x="41" y="96"/>
                  </a:cubicBezTo>
                  <a:cubicBezTo>
                    <a:pt x="44" y="96"/>
                    <a:pt x="47" y="95"/>
                    <a:pt x="49" y="95"/>
                  </a:cubicBezTo>
                  <a:cubicBezTo>
                    <a:pt x="48" y="94"/>
                    <a:pt x="45" y="93"/>
                    <a:pt x="43" y="92"/>
                  </a:cubicBezTo>
                  <a:cubicBezTo>
                    <a:pt x="40" y="90"/>
                    <a:pt x="36" y="87"/>
                    <a:pt x="33" y="84"/>
                  </a:cubicBezTo>
                  <a:cubicBezTo>
                    <a:pt x="30" y="81"/>
                    <a:pt x="28" y="78"/>
                    <a:pt x="26" y="74"/>
                  </a:cubicBezTo>
                  <a:cubicBezTo>
                    <a:pt x="25" y="71"/>
                    <a:pt x="25" y="68"/>
                    <a:pt x="24" y="65"/>
                  </a:cubicBezTo>
                  <a:cubicBezTo>
                    <a:pt x="24" y="62"/>
                    <a:pt x="24" y="59"/>
                    <a:pt x="24" y="56"/>
                  </a:cubicBezTo>
                  <a:cubicBezTo>
                    <a:pt x="24" y="53"/>
                    <a:pt x="25" y="52"/>
                    <a:pt x="24" y="50"/>
                  </a:cubicBezTo>
                  <a:cubicBezTo>
                    <a:pt x="23" y="48"/>
                    <a:pt x="22" y="44"/>
                    <a:pt x="21" y="43"/>
                  </a:cubicBezTo>
                  <a:cubicBezTo>
                    <a:pt x="19" y="51"/>
                    <a:pt x="11" y="32"/>
                    <a:pt x="10" y="29"/>
                  </a:cubicBezTo>
                  <a:cubicBezTo>
                    <a:pt x="13" y="26"/>
                    <a:pt x="7" y="19"/>
                    <a:pt x="5" y="15"/>
                  </a:cubicBezTo>
                  <a:cubicBezTo>
                    <a:pt x="4" y="11"/>
                    <a:pt x="3" y="5"/>
                    <a:pt x="2" y="1"/>
                  </a:cubicBezTo>
                </a:path>
              </a:pathLst>
            </a:custGeom>
            <a:solidFill>
              <a:srgbClr val="8CCD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073" name="Freeform 682">
              <a:extLst>
                <a:ext uri="{FF2B5EF4-FFF2-40B4-BE49-F238E27FC236}">
                  <a16:creationId xmlns:a16="http://schemas.microsoft.com/office/drawing/2014/main" id="{EB586B31-E018-4EDD-8018-9D0BC87F05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7" y="3821"/>
              <a:ext cx="45" cy="123"/>
            </a:xfrm>
            <a:custGeom>
              <a:avLst/>
              <a:gdLst>
                <a:gd name="T0" fmla="*/ 9 w 26"/>
                <a:gd name="T1" fmla="*/ 21 h 66"/>
                <a:gd name="T2" fmla="*/ 119 w 26"/>
                <a:gd name="T3" fmla="*/ 240 h 66"/>
                <a:gd name="T4" fmla="*/ 87 w 26"/>
                <a:gd name="T5" fmla="*/ 358 h 66"/>
                <a:gd name="T6" fmla="*/ 48 w 26"/>
                <a:gd name="T7" fmla="*/ 395 h 66"/>
                <a:gd name="T8" fmla="*/ 0 w 26"/>
                <a:gd name="T9" fmla="*/ 427 h 66"/>
                <a:gd name="T10" fmla="*/ 29 w 26"/>
                <a:gd name="T11" fmla="*/ 395 h 66"/>
                <a:gd name="T12" fmla="*/ 73 w 26"/>
                <a:gd name="T13" fmla="*/ 362 h 66"/>
                <a:gd name="T14" fmla="*/ 69 w 26"/>
                <a:gd name="T15" fmla="*/ 253 h 66"/>
                <a:gd name="T16" fmla="*/ 21 w 26"/>
                <a:gd name="T17" fmla="*/ 112 h 66"/>
                <a:gd name="T18" fmla="*/ 5 w 26"/>
                <a:gd name="T19" fmla="*/ 0 h 6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6" h="66">
                  <a:moveTo>
                    <a:pt x="2" y="3"/>
                  </a:moveTo>
                  <a:cubicBezTo>
                    <a:pt x="7" y="15"/>
                    <a:pt x="16" y="25"/>
                    <a:pt x="23" y="37"/>
                  </a:cubicBezTo>
                  <a:cubicBezTo>
                    <a:pt x="26" y="44"/>
                    <a:pt x="22" y="51"/>
                    <a:pt x="17" y="55"/>
                  </a:cubicBezTo>
                  <a:cubicBezTo>
                    <a:pt x="15" y="58"/>
                    <a:pt x="12" y="59"/>
                    <a:pt x="9" y="61"/>
                  </a:cubicBezTo>
                  <a:cubicBezTo>
                    <a:pt x="6" y="62"/>
                    <a:pt x="2" y="63"/>
                    <a:pt x="0" y="66"/>
                  </a:cubicBezTo>
                  <a:cubicBezTo>
                    <a:pt x="2" y="65"/>
                    <a:pt x="4" y="63"/>
                    <a:pt x="6" y="61"/>
                  </a:cubicBezTo>
                  <a:cubicBezTo>
                    <a:pt x="9" y="59"/>
                    <a:pt x="12" y="58"/>
                    <a:pt x="14" y="56"/>
                  </a:cubicBezTo>
                  <a:cubicBezTo>
                    <a:pt x="18" y="51"/>
                    <a:pt x="16" y="44"/>
                    <a:pt x="13" y="39"/>
                  </a:cubicBezTo>
                  <a:cubicBezTo>
                    <a:pt x="10" y="32"/>
                    <a:pt x="7" y="25"/>
                    <a:pt x="4" y="17"/>
                  </a:cubicBezTo>
                  <a:cubicBezTo>
                    <a:pt x="3" y="12"/>
                    <a:pt x="0" y="6"/>
                    <a:pt x="1" y="0"/>
                  </a:cubicBezTo>
                </a:path>
              </a:pathLst>
            </a:custGeom>
            <a:solidFill>
              <a:srgbClr val="D3EC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</p:grpSp>
      <p:grpSp>
        <p:nvGrpSpPr>
          <p:cNvPr id="37897" name="Light-blue-sleeveless-dress">
            <a:extLst>
              <a:ext uri="{FF2B5EF4-FFF2-40B4-BE49-F238E27FC236}">
                <a16:creationId xmlns:a16="http://schemas.microsoft.com/office/drawing/2014/main" id="{7D9F5EA3-D87B-4162-AE58-B1B9C3348C05}"/>
              </a:ext>
            </a:extLst>
          </p:cNvPr>
          <p:cNvGrpSpPr>
            <a:grpSpLocks/>
          </p:cNvGrpSpPr>
          <p:nvPr/>
        </p:nvGrpSpPr>
        <p:grpSpPr bwMode="auto">
          <a:xfrm>
            <a:off x="4419600" y="1960563"/>
            <a:ext cx="1166813" cy="3260725"/>
            <a:chOff x="1728" y="1202"/>
            <a:chExt cx="735" cy="2054"/>
          </a:xfrm>
        </p:grpSpPr>
        <p:sp>
          <p:nvSpPr>
            <p:cNvPr id="38044" name="Freeform 684">
              <a:extLst>
                <a:ext uri="{FF2B5EF4-FFF2-40B4-BE49-F238E27FC236}">
                  <a16:creationId xmlns:a16="http://schemas.microsoft.com/office/drawing/2014/main" id="{D239EFFA-8644-4547-9DF0-3B728BDB10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8" y="1202"/>
              <a:ext cx="733" cy="2054"/>
            </a:xfrm>
            <a:custGeom>
              <a:avLst/>
              <a:gdLst>
                <a:gd name="T0" fmla="*/ 1093 w 423"/>
                <a:gd name="T1" fmla="*/ 7008 h 1112"/>
                <a:gd name="T2" fmla="*/ 0 w 423"/>
                <a:gd name="T3" fmla="*/ 6705 h 1112"/>
                <a:gd name="T4" fmla="*/ 376 w 423"/>
                <a:gd name="T5" fmla="*/ 2887 h 1112"/>
                <a:gd name="T6" fmla="*/ 348 w 423"/>
                <a:gd name="T7" fmla="*/ 1664 h 1112"/>
                <a:gd name="T8" fmla="*/ 312 w 423"/>
                <a:gd name="T9" fmla="*/ 1058 h 1112"/>
                <a:gd name="T10" fmla="*/ 511 w 423"/>
                <a:gd name="T11" fmla="*/ 0 h 1112"/>
                <a:gd name="T12" fmla="*/ 1087 w 423"/>
                <a:gd name="T13" fmla="*/ 225 h 1112"/>
                <a:gd name="T14" fmla="*/ 1114 w 423"/>
                <a:gd name="T15" fmla="*/ 225 h 1112"/>
                <a:gd name="T16" fmla="*/ 1691 w 423"/>
                <a:gd name="T17" fmla="*/ 0 h 1112"/>
                <a:gd name="T18" fmla="*/ 1894 w 423"/>
                <a:gd name="T19" fmla="*/ 1058 h 1112"/>
                <a:gd name="T20" fmla="*/ 1859 w 423"/>
                <a:gd name="T21" fmla="*/ 1664 h 1112"/>
                <a:gd name="T22" fmla="*/ 1826 w 423"/>
                <a:gd name="T23" fmla="*/ 2887 h 1112"/>
                <a:gd name="T24" fmla="*/ 2201 w 423"/>
                <a:gd name="T25" fmla="*/ 6705 h 1112"/>
                <a:gd name="T26" fmla="*/ 1107 w 423"/>
                <a:gd name="T27" fmla="*/ 7008 h 1112"/>
                <a:gd name="T28" fmla="*/ 1093 w 423"/>
                <a:gd name="T29" fmla="*/ 7008 h 1112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423" h="1112">
                  <a:moveTo>
                    <a:pt x="210" y="1112"/>
                  </a:moveTo>
                  <a:cubicBezTo>
                    <a:pt x="65" y="1112"/>
                    <a:pt x="0" y="1064"/>
                    <a:pt x="0" y="1064"/>
                  </a:cubicBezTo>
                  <a:cubicBezTo>
                    <a:pt x="0" y="760"/>
                    <a:pt x="58" y="505"/>
                    <a:pt x="72" y="458"/>
                  </a:cubicBezTo>
                  <a:cubicBezTo>
                    <a:pt x="86" y="411"/>
                    <a:pt x="67" y="264"/>
                    <a:pt x="67" y="264"/>
                  </a:cubicBezTo>
                  <a:cubicBezTo>
                    <a:pt x="44" y="204"/>
                    <a:pt x="60" y="168"/>
                    <a:pt x="60" y="168"/>
                  </a:cubicBezTo>
                  <a:cubicBezTo>
                    <a:pt x="99" y="112"/>
                    <a:pt x="98" y="0"/>
                    <a:pt x="98" y="0"/>
                  </a:cubicBezTo>
                  <a:cubicBezTo>
                    <a:pt x="138" y="27"/>
                    <a:pt x="176" y="36"/>
                    <a:pt x="209" y="36"/>
                  </a:cubicBezTo>
                  <a:cubicBezTo>
                    <a:pt x="214" y="36"/>
                    <a:pt x="214" y="36"/>
                    <a:pt x="214" y="36"/>
                  </a:cubicBezTo>
                  <a:cubicBezTo>
                    <a:pt x="247" y="36"/>
                    <a:pt x="286" y="27"/>
                    <a:pt x="325" y="0"/>
                  </a:cubicBezTo>
                  <a:cubicBezTo>
                    <a:pt x="325" y="0"/>
                    <a:pt x="324" y="112"/>
                    <a:pt x="364" y="168"/>
                  </a:cubicBezTo>
                  <a:cubicBezTo>
                    <a:pt x="364" y="168"/>
                    <a:pt x="379" y="204"/>
                    <a:pt x="357" y="264"/>
                  </a:cubicBezTo>
                  <a:cubicBezTo>
                    <a:pt x="357" y="264"/>
                    <a:pt x="337" y="411"/>
                    <a:pt x="351" y="458"/>
                  </a:cubicBezTo>
                  <a:cubicBezTo>
                    <a:pt x="365" y="505"/>
                    <a:pt x="423" y="760"/>
                    <a:pt x="423" y="1064"/>
                  </a:cubicBezTo>
                  <a:cubicBezTo>
                    <a:pt x="423" y="1064"/>
                    <a:pt x="358" y="1112"/>
                    <a:pt x="213" y="1112"/>
                  </a:cubicBezTo>
                  <a:lnTo>
                    <a:pt x="210" y="1112"/>
                  </a:lnTo>
                  <a:close/>
                </a:path>
              </a:pathLst>
            </a:custGeom>
            <a:solidFill>
              <a:srgbClr val="B6E0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045" name="Freeform 685">
              <a:extLst>
                <a:ext uri="{FF2B5EF4-FFF2-40B4-BE49-F238E27FC236}">
                  <a16:creationId xmlns:a16="http://schemas.microsoft.com/office/drawing/2014/main" id="{F3D41D46-4061-4D73-B671-89F96AD8EE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8" y="1202"/>
              <a:ext cx="733" cy="2054"/>
            </a:xfrm>
            <a:custGeom>
              <a:avLst/>
              <a:gdLst>
                <a:gd name="T0" fmla="*/ 1093 w 423"/>
                <a:gd name="T1" fmla="*/ 7008 h 1112"/>
                <a:gd name="T2" fmla="*/ 0 w 423"/>
                <a:gd name="T3" fmla="*/ 6705 h 1112"/>
                <a:gd name="T4" fmla="*/ 376 w 423"/>
                <a:gd name="T5" fmla="*/ 2887 h 1112"/>
                <a:gd name="T6" fmla="*/ 348 w 423"/>
                <a:gd name="T7" fmla="*/ 1664 h 1112"/>
                <a:gd name="T8" fmla="*/ 312 w 423"/>
                <a:gd name="T9" fmla="*/ 1058 h 1112"/>
                <a:gd name="T10" fmla="*/ 511 w 423"/>
                <a:gd name="T11" fmla="*/ 0 h 1112"/>
                <a:gd name="T12" fmla="*/ 1087 w 423"/>
                <a:gd name="T13" fmla="*/ 225 h 1112"/>
                <a:gd name="T14" fmla="*/ 1114 w 423"/>
                <a:gd name="T15" fmla="*/ 225 h 1112"/>
                <a:gd name="T16" fmla="*/ 1691 w 423"/>
                <a:gd name="T17" fmla="*/ 0 h 1112"/>
                <a:gd name="T18" fmla="*/ 1894 w 423"/>
                <a:gd name="T19" fmla="*/ 1058 h 1112"/>
                <a:gd name="T20" fmla="*/ 1859 w 423"/>
                <a:gd name="T21" fmla="*/ 1664 h 1112"/>
                <a:gd name="T22" fmla="*/ 1826 w 423"/>
                <a:gd name="T23" fmla="*/ 2887 h 1112"/>
                <a:gd name="T24" fmla="*/ 2201 w 423"/>
                <a:gd name="T25" fmla="*/ 6705 h 1112"/>
                <a:gd name="T26" fmla="*/ 1107 w 423"/>
                <a:gd name="T27" fmla="*/ 7008 h 1112"/>
                <a:gd name="T28" fmla="*/ 1093 w 423"/>
                <a:gd name="T29" fmla="*/ 7008 h 1112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423" h="1112">
                  <a:moveTo>
                    <a:pt x="210" y="1112"/>
                  </a:moveTo>
                  <a:cubicBezTo>
                    <a:pt x="65" y="1112"/>
                    <a:pt x="0" y="1064"/>
                    <a:pt x="0" y="1064"/>
                  </a:cubicBezTo>
                  <a:cubicBezTo>
                    <a:pt x="0" y="760"/>
                    <a:pt x="58" y="505"/>
                    <a:pt x="72" y="458"/>
                  </a:cubicBezTo>
                  <a:cubicBezTo>
                    <a:pt x="86" y="411"/>
                    <a:pt x="67" y="264"/>
                    <a:pt x="67" y="264"/>
                  </a:cubicBezTo>
                  <a:cubicBezTo>
                    <a:pt x="44" y="204"/>
                    <a:pt x="60" y="168"/>
                    <a:pt x="60" y="168"/>
                  </a:cubicBezTo>
                  <a:cubicBezTo>
                    <a:pt x="99" y="112"/>
                    <a:pt x="98" y="0"/>
                    <a:pt x="98" y="0"/>
                  </a:cubicBezTo>
                  <a:cubicBezTo>
                    <a:pt x="138" y="27"/>
                    <a:pt x="176" y="36"/>
                    <a:pt x="209" y="36"/>
                  </a:cubicBezTo>
                  <a:cubicBezTo>
                    <a:pt x="214" y="36"/>
                    <a:pt x="214" y="36"/>
                    <a:pt x="214" y="36"/>
                  </a:cubicBezTo>
                  <a:cubicBezTo>
                    <a:pt x="247" y="36"/>
                    <a:pt x="286" y="27"/>
                    <a:pt x="325" y="0"/>
                  </a:cubicBezTo>
                  <a:cubicBezTo>
                    <a:pt x="325" y="0"/>
                    <a:pt x="324" y="112"/>
                    <a:pt x="364" y="168"/>
                  </a:cubicBezTo>
                  <a:cubicBezTo>
                    <a:pt x="364" y="168"/>
                    <a:pt x="379" y="204"/>
                    <a:pt x="357" y="264"/>
                  </a:cubicBezTo>
                  <a:cubicBezTo>
                    <a:pt x="357" y="264"/>
                    <a:pt x="337" y="411"/>
                    <a:pt x="351" y="458"/>
                  </a:cubicBezTo>
                  <a:cubicBezTo>
                    <a:pt x="365" y="505"/>
                    <a:pt x="423" y="760"/>
                    <a:pt x="423" y="1064"/>
                  </a:cubicBezTo>
                  <a:cubicBezTo>
                    <a:pt x="423" y="1064"/>
                    <a:pt x="358" y="1112"/>
                    <a:pt x="213" y="1112"/>
                  </a:cubicBezTo>
                  <a:lnTo>
                    <a:pt x="210" y="1112"/>
                  </a:ln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046" name="Freeform 686">
              <a:extLst>
                <a:ext uri="{FF2B5EF4-FFF2-40B4-BE49-F238E27FC236}">
                  <a16:creationId xmlns:a16="http://schemas.microsoft.com/office/drawing/2014/main" id="{4361DC60-84D8-406D-98D7-55094296B20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8" y="1643"/>
              <a:ext cx="246" cy="74"/>
            </a:xfrm>
            <a:custGeom>
              <a:avLst/>
              <a:gdLst>
                <a:gd name="T0" fmla="*/ 0 w 142"/>
                <a:gd name="T1" fmla="*/ 172 h 40"/>
                <a:gd name="T2" fmla="*/ 222 w 142"/>
                <a:gd name="T3" fmla="*/ 202 h 40"/>
                <a:gd name="T4" fmla="*/ 426 w 142"/>
                <a:gd name="T5" fmla="*/ 133 h 40"/>
                <a:gd name="T6" fmla="*/ 738 w 142"/>
                <a:gd name="T7" fmla="*/ 68 h 40"/>
                <a:gd name="T8" fmla="*/ 333 w 142"/>
                <a:gd name="T9" fmla="*/ 222 h 40"/>
                <a:gd name="T10" fmla="*/ 9 w 142"/>
                <a:gd name="T11" fmla="*/ 192 h 4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2" h="40">
                  <a:moveTo>
                    <a:pt x="0" y="27"/>
                  </a:moveTo>
                  <a:cubicBezTo>
                    <a:pt x="14" y="31"/>
                    <a:pt x="28" y="32"/>
                    <a:pt x="43" y="32"/>
                  </a:cubicBezTo>
                  <a:cubicBezTo>
                    <a:pt x="56" y="32"/>
                    <a:pt x="70" y="26"/>
                    <a:pt x="82" y="21"/>
                  </a:cubicBezTo>
                  <a:cubicBezTo>
                    <a:pt x="101" y="13"/>
                    <a:pt x="122" y="0"/>
                    <a:pt x="142" y="11"/>
                  </a:cubicBezTo>
                  <a:cubicBezTo>
                    <a:pt x="114" y="10"/>
                    <a:pt x="91" y="29"/>
                    <a:pt x="64" y="35"/>
                  </a:cubicBezTo>
                  <a:cubicBezTo>
                    <a:pt x="46" y="39"/>
                    <a:pt x="18" y="40"/>
                    <a:pt x="2" y="30"/>
                  </a:cubicBezTo>
                </a:path>
              </a:pathLst>
            </a:custGeom>
            <a:solidFill>
              <a:srgbClr val="8CCD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047" name="Freeform 687">
              <a:extLst>
                <a:ext uri="{FF2B5EF4-FFF2-40B4-BE49-F238E27FC236}">
                  <a16:creationId xmlns:a16="http://schemas.microsoft.com/office/drawing/2014/main" id="{9C08E1A6-C244-4D87-A75D-7037A2ECFE7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8" y="1686"/>
              <a:ext cx="126" cy="39"/>
            </a:xfrm>
            <a:custGeom>
              <a:avLst/>
              <a:gdLst>
                <a:gd name="T0" fmla="*/ 16 w 73"/>
                <a:gd name="T1" fmla="*/ 13 h 21"/>
                <a:gd name="T2" fmla="*/ 104 w 73"/>
                <a:gd name="T3" fmla="*/ 32 h 21"/>
                <a:gd name="T4" fmla="*/ 205 w 73"/>
                <a:gd name="T5" fmla="*/ 76 h 21"/>
                <a:gd name="T6" fmla="*/ 375 w 73"/>
                <a:gd name="T7" fmla="*/ 110 h 21"/>
                <a:gd name="T8" fmla="*/ 180 w 73"/>
                <a:gd name="T9" fmla="*/ 97 h 21"/>
                <a:gd name="T10" fmla="*/ 0 w 73"/>
                <a:gd name="T11" fmla="*/ 7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3" h="21">
                  <a:moveTo>
                    <a:pt x="3" y="2"/>
                  </a:moveTo>
                  <a:cubicBezTo>
                    <a:pt x="2" y="0"/>
                    <a:pt x="17" y="3"/>
                    <a:pt x="20" y="5"/>
                  </a:cubicBezTo>
                  <a:cubicBezTo>
                    <a:pt x="28" y="9"/>
                    <a:pt x="32" y="11"/>
                    <a:pt x="40" y="12"/>
                  </a:cubicBezTo>
                  <a:cubicBezTo>
                    <a:pt x="49" y="14"/>
                    <a:pt x="64" y="21"/>
                    <a:pt x="73" y="17"/>
                  </a:cubicBezTo>
                  <a:cubicBezTo>
                    <a:pt x="61" y="21"/>
                    <a:pt x="47" y="20"/>
                    <a:pt x="35" y="15"/>
                  </a:cubicBezTo>
                  <a:cubicBezTo>
                    <a:pt x="25" y="11"/>
                    <a:pt x="7" y="8"/>
                    <a:pt x="0" y="1"/>
                  </a:cubicBezTo>
                </a:path>
              </a:pathLst>
            </a:custGeom>
            <a:solidFill>
              <a:srgbClr val="8CCD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048" name="Freeform 688">
              <a:extLst>
                <a:ext uri="{FF2B5EF4-FFF2-40B4-BE49-F238E27FC236}">
                  <a16:creationId xmlns:a16="http://schemas.microsoft.com/office/drawing/2014/main" id="{B23F9681-2D3C-4E69-ACCD-EC916347CB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8" y="1732"/>
              <a:ext cx="205" cy="1500"/>
            </a:xfrm>
            <a:custGeom>
              <a:avLst/>
              <a:gdLst>
                <a:gd name="T0" fmla="*/ 226 w 118"/>
                <a:gd name="T1" fmla="*/ 0 h 812"/>
                <a:gd name="T2" fmla="*/ 205 w 118"/>
                <a:gd name="T3" fmla="*/ 1020 h 812"/>
                <a:gd name="T4" fmla="*/ 598 w 118"/>
                <a:gd name="T5" fmla="*/ 4866 h 812"/>
                <a:gd name="T6" fmla="*/ 5 w 118"/>
                <a:gd name="T7" fmla="*/ 5119 h 812"/>
                <a:gd name="T8" fmla="*/ 492 w 118"/>
                <a:gd name="T9" fmla="*/ 4345 h 812"/>
                <a:gd name="T10" fmla="*/ 169 w 118"/>
                <a:gd name="T11" fmla="*/ 1304 h 812"/>
                <a:gd name="T12" fmla="*/ 226 w 118"/>
                <a:gd name="T13" fmla="*/ 0 h 8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8" h="812">
                  <a:moveTo>
                    <a:pt x="43" y="0"/>
                  </a:moveTo>
                  <a:cubicBezTo>
                    <a:pt x="43" y="0"/>
                    <a:pt x="28" y="128"/>
                    <a:pt x="39" y="162"/>
                  </a:cubicBezTo>
                  <a:cubicBezTo>
                    <a:pt x="50" y="196"/>
                    <a:pt x="118" y="491"/>
                    <a:pt x="114" y="772"/>
                  </a:cubicBezTo>
                  <a:cubicBezTo>
                    <a:pt x="114" y="772"/>
                    <a:pt x="86" y="797"/>
                    <a:pt x="1" y="812"/>
                  </a:cubicBezTo>
                  <a:cubicBezTo>
                    <a:pt x="1" y="812"/>
                    <a:pt x="98" y="789"/>
                    <a:pt x="94" y="689"/>
                  </a:cubicBezTo>
                  <a:cubicBezTo>
                    <a:pt x="90" y="589"/>
                    <a:pt x="64" y="288"/>
                    <a:pt x="32" y="207"/>
                  </a:cubicBezTo>
                  <a:cubicBezTo>
                    <a:pt x="0" y="127"/>
                    <a:pt x="43" y="0"/>
                    <a:pt x="43" y="0"/>
                  </a:cubicBezTo>
                  <a:close/>
                </a:path>
              </a:pathLst>
            </a:custGeom>
            <a:solidFill>
              <a:srgbClr val="8CCD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049" name="Freeform 689">
              <a:extLst>
                <a:ext uri="{FF2B5EF4-FFF2-40B4-BE49-F238E27FC236}">
                  <a16:creationId xmlns:a16="http://schemas.microsoft.com/office/drawing/2014/main" id="{5D5450B5-C95D-4B62-9CFC-F9D66EFD27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4" y="1215"/>
              <a:ext cx="100" cy="439"/>
            </a:xfrm>
            <a:custGeom>
              <a:avLst/>
              <a:gdLst>
                <a:gd name="T0" fmla="*/ 36 w 58"/>
                <a:gd name="T1" fmla="*/ 0 h 238"/>
                <a:gd name="T2" fmla="*/ 234 w 58"/>
                <a:gd name="T3" fmla="*/ 1024 h 238"/>
                <a:gd name="T4" fmla="*/ 231 w 58"/>
                <a:gd name="T5" fmla="*/ 1494 h 238"/>
                <a:gd name="T6" fmla="*/ 169 w 58"/>
                <a:gd name="T7" fmla="*/ 1018 h 238"/>
                <a:gd name="T8" fmla="*/ 36 w 58"/>
                <a:gd name="T9" fmla="*/ 0 h 2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8" h="238">
                  <a:moveTo>
                    <a:pt x="7" y="0"/>
                  </a:moveTo>
                  <a:cubicBezTo>
                    <a:pt x="7" y="0"/>
                    <a:pt x="9" y="121"/>
                    <a:pt x="46" y="163"/>
                  </a:cubicBezTo>
                  <a:cubicBezTo>
                    <a:pt x="46" y="163"/>
                    <a:pt x="58" y="200"/>
                    <a:pt x="45" y="238"/>
                  </a:cubicBezTo>
                  <a:cubicBezTo>
                    <a:pt x="45" y="238"/>
                    <a:pt x="54" y="181"/>
                    <a:pt x="33" y="162"/>
                  </a:cubicBezTo>
                  <a:cubicBezTo>
                    <a:pt x="12" y="144"/>
                    <a:pt x="0" y="22"/>
                    <a:pt x="7" y="0"/>
                  </a:cubicBezTo>
                  <a:close/>
                </a:path>
              </a:pathLst>
            </a:custGeom>
            <a:solidFill>
              <a:srgbClr val="8CCD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050" name="Freeform 690">
              <a:extLst>
                <a:ext uri="{FF2B5EF4-FFF2-40B4-BE49-F238E27FC236}">
                  <a16:creationId xmlns:a16="http://schemas.microsoft.com/office/drawing/2014/main" id="{B1C748EF-E27B-4EC4-A55F-5605B4D632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8" y="1363"/>
              <a:ext cx="90" cy="330"/>
            </a:xfrm>
            <a:custGeom>
              <a:avLst/>
              <a:gdLst>
                <a:gd name="T0" fmla="*/ 249 w 52"/>
                <a:gd name="T1" fmla="*/ 0 h 179"/>
                <a:gd name="T2" fmla="*/ 83 w 52"/>
                <a:gd name="T3" fmla="*/ 527 h 179"/>
                <a:gd name="T4" fmla="*/ 222 w 52"/>
                <a:gd name="T5" fmla="*/ 1121 h 179"/>
                <a:gd name="T6" fmla="*/ 144 w 52"/>
                <a:gd name="T7" fmla="*/ 544 h 179"/>
                <a:gd name="T8" fmla="*/ 249 w 52"/>
                <a:gd name="T9" fmla="*/ 0 h 17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" h="179">
                  <a:moveTo>
                    <a:pt x="48" y="0"/>
                  </a:moveTo>
                  <a:cubicBezTo>
                    <a:pt x="48" y="0"/>
                    <a:pt x="34" y="61"/>
                    <a:pt x="16" y="84"/>
                  </a:cubicBezTo>
                  <a:cubicBezTo>
                    <a:pt x="16" y="84"/>
                    <a:pt x="0" y="170"/>
                    <a:pt x="43" y="179"/>
                  </a:cubicBezTo>
                  <a:cubicBezTo>
                    <a:pt x="43" y="179"/>
                    <a:pt x="3" y="137"/>
                    <a:pt x="28" y="87"/>
                  </a:cubicBezTo>
                  <a:cubicBezTo>
                    <a:pt x="52" y="37"/>
                    <a:pt x="48" y="0"/>
                    <a:pt x="48" y="0"/>
                  </a:cubicBezTo>
                  <a:close/>
                </a:path>
              </a:pathLst>
            </a:custGeom>
            <a:solidFill>
              <a:srgbClr val="D3EC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051" name="Freeform 691">
              <a:extLst>
                <a:ext uri="{FF2B5EF4-FFF2-40B4-BE49-F238E27FC236}">
                  <a16:creationId xmlns:a16="http://schemas.microsoft.com/office/drawing/2014/main" id="{6F0EE7D8-154B-435E-B199-00E0970554F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8" y="1215"/>
              <a:ext cx="309" cy="162"/>
            </a:xfrm>
            <a:custGeom>
              <a:avLst/>
              <a:gdLst>
                <a:gd name="T0" fmla="*/ 0 w 178"/>
                <a:gd name="T1" fmla="*/ 0 h 88"/>
                <a:gd name="T2" fmla="*/ 930 w 178"/>
                <a:gd name="T3" fmla="*/ 142 h 88"/>
                <a:gd name="T4" fmla="*/ 0 w 178"/>
                <a:gd name="T5" fmla="*/ 0 h 8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8" h="88">
                  <a:moveTo>
                    <a:pt x="0" y="0"/>
                  </a:moveTo>
                  <a:cubicBezTo>
                    <a:pt x="0" y="0"/>
                    <a:pt x="87" y="63"/>
                    <a:pt x="178" y="23"/>
                  </a:cubicBezTo>
                  <a:cubicBezTo>
                    <a:pt x="178" y="23"/>
                    <a:pt x="90" y="88"/>
                    <a:pt x="0" y="0"/>
                  </a:cubicBezTo>
                  <a:close/>
                </a:path>
              </a:pathLst>
            </a:custGeom>
            <a:solidFill>
              <a:srgbClr val="D3EC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052" name="Freeform 692">
              <a:extLst>
                <a:ext uri="{FF2B5EF4-FFF2-40B4-BE49-F238E27FC236}">
                  <a16:creationId xmlns:a16="http://schemas.microsoft.com/office/drawing/2014/main" id="{F04A8953-82D8-47E2-8B29-F8178F9685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8" y="1976"/>
              <a:ext cx="274" cy="1263"/>
            </a:xfrm>
            <a:custGeom>
              <a:avLst/>
              <a:gdLst>
                <a:gd name="T0" fmla="*/ 447 w 158"/>
                <a:gd name="T1" fmla="*/ 0 h 684"/>
                <a:gd name="T2" fmla="*/ 369 w 158"/>
                <a:gd name="T3" fmla="*/ 410 h 684"/>
                <a:gd name="T4" fmla="*/ 28 w 158"/>
                <a:gd name="T5" fmla="*/ 4036 h 684"/>
                <a:gd name="T6" fmla="*/ 824 w 158"/>
                <a:gd name="T7" fmla="*/ 4306 h 684"/>
                <a:gd name="T8" fmla="*/ 94 w 158"/>
                <a:gd name="T9" fmla="*/ 3726 h 684"/>
                <a:gd name="T10" fmla="*/ 390 w 158"/>
                <a:gd name="T11" fmla="*/ 552 h 684"/>
                <a:gd name="T12" fmla="*/ 447 w 158"/>
                <a:gd name="T13" fmla="*/ 0 h 68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8" h="684">
                  <a:moveTo>
                    <a:pt x="86" y="0"/>
                  </a:moveTo>
                  <a:cubicBezTo>
                    <a:pt x="86" y="0"/>
                    <a:pt x="82" y="36"/>
                    <a:pt x="71" y="65"/>
                  </a:cubicBezTo>
                  <a:cubicBezTo>
                    <a:pt x="59" y="95"/>
                    <a:pt x="0" y="412"/>
                    <a:pt x="5" y="641"/>
                  </a:cubicBezTo>
                  <a:cubicBezTo>
                    <a:pt x="5" y="641"/>
                    <a:pt x="72" y="680"/>
                    <a:pt x="158" y="684"/>
                  </a:cubicBezTo>
                  <a:cubicBezTo>
                    <a:pt x="158" y="684"/>
                    <a:pt x="18" y="660"/>
                    <a:pt x="18" y="592"/>
                  </a:cubicBezTo>
                  <a:cubicBezTo>
                    <a:pt x="18" y="524"/>
                    <a:pt x="24" y="242"/>
                    <a:pt x="75" y="88"/>
                  </a:cubicBezTo>
                  <a:cubicBezTo>
                    <a:pt x="87" y="53"/>
                    <a:pt x="86" y="0"/>
                    <a:pt x="86" y="0"/>
                  </a:cubicBezTo>
                  <a:close/>
                </a:path>
              </a:pathLst>
            </a:custGeom>
            <a:solidFill>
              <a:srgbClr val="D3EC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053" name="Freeform 693">
              <a:extLst>
                <a:ext uri="{FF2B5EF4-FFF2-40B4-BE49-F238E27FC236}">
                  <a16:creationId xmlns:a16="http://schemas.microsoft.com/office/drawing/2014/main" id="{D831D348-8329-49A8-AC8C-C76B9D47E9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1" y="2065"/>
              <a:ext cx="156" cy="517"/>
            </a:xfrm>
            <a:custGeom>
              <a:avLst/>
              <a:gdLst>
                <a:gd name="T0" fmla="*/ 87 w 90"/>
                <a:gd name="T1" fmla="*/ 0 h 280"/>
                <a:gd name="T2" fmla="*/ 185 w 90"/>
                <a:gd name="T3" fmla="*/ 958 h 280"/>
                <a:gd name="T4" fmla="*/ 468 w 90"/>
                <a:gd name="T5" fmla="*/ 1763 h 280"/>
                <a:gd name="T6" fmla="*/ 298 w 90"/>
                <a:gd name="T7" fmla="*/ 1377 h 280"/>
                <a:gd name="T8" fmla="*/ 184 w 90"/>
                <a:gd name="T9" fmla="*/ 1084 h 280"/>
                <a:gd name="T10" fmla="*/ 99 w 90"/>
                <a:gd name="T11" fmla="*/ 678 h 280"/>
                <a:gd name="T12" fmla="*/ 78 w 90"/>
                <a:gd name="T13" fmla="*/ 366 h 280"/>
                <a:gd name="T14" fmla="*/ 73 w 90"/>
                <a:gd name="T15" fmla="*/ 685 h 280"/>
                <a:gd name="T16" fmla="*/ 106 w 90"/>
                <a:gd name="T17" fmla="*/ 1056 h 280"/>
                <a:gd name="T18" fmla="*/ 29 w 90"/>
                <a:gd name="T19" fmla="*/ 523 h 280"/>
                <a:gd name="T20" fmla="*/ 9 w 90"/>
                <a:gd name="T21" fmla="*/ 358 h 280"/>
                <a:gd name="T22" fmla="*/ 73 w 90"/>
                <a:gd name="T23" fmla="*/ 81 h 28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90" h="280">
                  <a:moveTo>
                    <a:pt x="17" y="0"/>
                  </a:moveTo>
                  <a:cubicBezTo>
                    <a:pt x="16" y="49"/>
                    <a:pt x="24" y="106"/>
                    <a:pt x="36" y="152"/>
                  </a:cubicBezTo>
                  <a:cubicBezTo>
                    <a:pt x="49" y="198"/>
                    <a:pt x="77" y="234"/>
                    <a:pt x="90" y="280"/>
                  </a:cubicBezTo>
                  <a:cubicBezTo>
                    <a:pt x="74" y="270"/>
                    <a:pt x="66" y="236"/>
                    <a:pt x="57" y="219"/>
                  </a:cubicBezTo>
                  <a:cubicBezTo>
                    <a:pt x="49" y="203"/>
                    <a:pt x="41" y="188"/>
                    <a:pt x="35" y="172"/>
                  </a:cubicBezTo>
                  <a:cubicBezTo>
                    <a:pt x="27" y="152"/>
                    <a:pt x="21" y="129"/>
                    <a:pt x="19" y="108"/>
                  </a:cubicBezTo>
                  <a:cubicBezTo>
                    <a:pt x="16" y="91"/>
                    <a:pt x="18" y="74"/>
                    <a:pt x="15" y="58"/>
                  </a:cubicBezTo>
                  <a:cubicBezTo>
                    <a:pt x="19" y="75"/>
                    <a:pt x="14" y="92"/>
                    <a:pt x="14" y="109"/>
                  </a:cubicBezTo>
                  <a:cubicBezTo>
                    <a:pt x="14" y="129"/>
                    <a:pt x="17" y="149"/>
                    <a:pt x="20" y="168"/>
                  </a:cubicBezTo>
                  <a:cubicBezTo>
                    <a:pt x="8" y="141"/>
                    <a:pt x="14" y="109"/>
                    <a:pt x="6" y="83"/>
                  </a:cubicBezTo>
                  <a:cubicBezTo>
                    <a:pt x="2" y="71"/>
                    <a:pt x="0" y="70"/>
                    <a:pt x="2" y="57"/>
                  </a:cubicBezTo>
                  <a:cubicBezTo>
                    <a:pt x="4" y="43"/>
                    <a:pt x="10" y="28"/>
                    <a:pt x="14" y="13"/>
                  </a:cubicBezTo>
                </a:path>
              </a:pathLst>
            </a:custGeom>
            <a:solidFill>
              <a:srgbClr val="D3EC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054" name="Freeform 694">
              <a:extLst>
                <a:ext uri="{FF2B5EF4-FFF2-40B4-BE49-F238E27FC236}">
                  <a16:creationId xmlns:a16="http://schemas.microsoft.com/office/drawing/2014/main" id="{AFF57678-AABD-4E68-9EBE-83270ABE7A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3" y="1597"/>
              <a:ext cx="143" cy="74"/>
            </a:xfrm>
            <a:custGeom>
              <a:avLst/>
              <a:gdLst>
                <a:gd name="T0" fmla="*/ 0 w 83"/>
                <a:gd name="T1" fmla="*/ 222 h 40"/>
                <a:gd name="T2" fmla="*/ 205 w 83"/>
                <a:gd name="T3" fmla="*/ 120 h 40"/>
                <a:gd name="T4" fmla="*/ 424 w 83"/>
                <a:gd name="T5" fmla="*/ 253 h 40"/>
                <a:gd name="T6" fmla="*/ 0 w 83"/>
                <a:gd name="T7" fmla="*/ 216 h 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3" h="40">
                  <a:moveTo>
                    <a:pt x="0" y="35"/>
                  </a:moveTo>
                  <a:cubicBezTo>
                    <a:pt x="14" y="31"/>
                    <a:pt x="24" y="17"/>
                    <a:pt x="40" y="19"/>
                  </a:cubicBezTo>
                  <a:cubicBezTo>
                    <a:pt x="57" y="21"/>
                    <a:pt x="70" y="29"/>
                    <a:pt x="83" y="40"/>
                  </a:cubicBezTo>
                  <a:cubicBezTo>
                    <a:pt x="56" y="16"/>
                    <a:pt x="25" y="0"/>
                    <a:pt x="0" y="34"/>
                  </a:cubicBezTo>
                </a:path>
              </a:pathLst>
            </a:custGeom>
            <a:solidFill>
              <a:srgbClr val="D3EC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</p:grpSp>
      <p:grpSp>
        <p:nvGrpSpPr>
          <p:cNvPr id="37898" name="Group 695">
            <a:extLst>
              <a:ext uri="{FF2B5EF4-FFF2-40B4-BE49-F238E27FC236}">
                <a16:creationId xmlns:a16="http://schemas.microsoft.com/office/drawing/2014/main" id="{5C85FBC4-8C0A-46DB-A614-5854F5CEFE40}"/>
              </a:ext>
            </a:extLst>
          </p:cNvPr>
          <p:cNvGrpSpPr>
            <a:grpSpLocks/>
          </p:cNvGrpSpPr>
          <p:nvPr/>
        </p:nvGrpSpPr>
        <p:grpSpPr bwMode="auto">
          <a:xfrm>
            <a:off x="8816975" y="6172200"/>
            <a:ext cx="850900" cy="374650"/>
            <a:chOff x="4738" y="3799"/>
            <a:chExt cx="536" cy="236"/>
          </a:xfrm>
        </p:grpSpPr>
        <p:sp>
          <p:nvSpPr>
            <p:cNvPr id="38016" name="Freeform 696">
              <a:extLst>
                <a:ext uri="{FF2B5EF4-FFF2-40B4-BE49-F238E27FC236}">
                  <a16:creationId xmlns:a16="http://schemas.microsoft.com/office/drawing/2014/main" id="{FB1577A9-8E3E-4AE0-9881-81DA677F3157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0" y="3804"/>
              <a:ext cx="91" cy="36"/>
            </a:xfrm>
            <a:custGeom>
              <a:avLst/>
              <a:gdLst>
                <a:gd name="T0" fmla="*/ 13 w 61"/>
                <a:gd name="T1" fmla="*/ 49 h 23"/>
                <a:gd name="T2" fmla="*/ 27 w 61"/>
                <a:gd name="T3" fmla="*/ 8 h 23"/>
                <a:gd name="T4" fmla="*/ 55 w 61"/>
                <a:gd name="T5" fmla="*/ 22 h 23"/>
                <a:gd name="T6" fmla="*/ 116 w 61"/>
                <a:gd name="T7" fmla="*/ 22 h 23"/>
                <a:gd name="T8" fmla="*/ 189 w 61"/>
                <a:gd name="T9" fmla="*/ 31 h 23"/>
                <a:gd name="T10" fmla="*/ 182 w 61"/>
                <a:gd name="T11" fmla="*/ 88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1" h="23">
                  <a:moveTo>
                    <a:pt x="4" y="13"/>
                  </a:moveTo>
                  <a:cubicBezTo>
                    <a:pt x="0" y="9"/>
                    <a:pt x="1" y="0"/>
                    <a:pt x="8" y="2"/>
                  </a:cubicBezTo>
                  <a:cubicBezTo>
                    <a:pt x="11" y="3"/>
                    <a:pt x="14" y="5"/>
                    <a:pt x="17" y="6"/>
                  </a:cubicBezTo>
                  <a:cubicBezTo>
                    <a:pt x="23" y="7"/>
                    <a:pt x="29" y="6"/>
                    <a:pt x="35" y="6"/>
                  </a:cubicBezTo>
                  <a:cubicBezTo>
                    <a:pt x="41" y="6"/>
                    <a:pt x="52" y="4"/>
                    <a:pt x="57" y="8"/>
                  </a:cubicBezTo>
                  <a:cubicBezTo>
                    <a:pt x="61" y="11"/>
                    <a:pt x="57" y="19"/>
                    <a:pt x="55" y="23"/>
                  </a:cubicBezTo>
                </a:path>
              </a:pathLst>
            </a:custGeom>
            <a:solidFill>
              <a:srgbClr val="BCBB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017" name="Freeform 697">
              <a:extLst>
                <a:ext uri="{FF2B5EF4-FFF2-40B4-BE49-F238E27FC236}">
                  <a16:creationId xmlns:a16="http://schemas.microsoft.com/office/drawing/2014/main" id="{E00B4C91-BA3A-4C04-9EB7-AF0DF5198A3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8" y="3812"/>
              <a:ext cx="255" cy="223"/>
            </a:xfrm>
            <a:custGeom>
              <a:avLst/>
              <a:gdLst>
                <a:gd name="T0" fmla="*/ 270 w 170"/>
                <a:gd name="T1" fmla="*/ 8 h 140"/>
                <a:gd name="T2" fmla="*/ 540 w 170"/>
                <a:gd name="T3" fmla="*/ 0 h 140"/>
                <a:gd name="T4" fmla="*/ 566 w 170"/>
                <a:gd name="T5" fmla="*/ 231 h 140"/>
                <a:gd name="T6" fmla="*/ 548 w 170"/>
                <a:gd name="T7" fmla="*/ 416 h 140"/>
                <a:gd name="T8" fmla="*/ 224 w 170"/>
                <a:gd name="T9" fmla="*/ 558 h 140"/>
                <a:gd name="T10" fmla="*/ 54 w 170"/>
                <a:gd name="T11" fmla="*/ 339 h 140"/>
                <a:gd name="T12" fmla="*/ 270 w 170"/>
                <a:gd name="T13" fmla="*/ 8 h 1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0" h="140">
                  <a:moveTo>
                    <a:pt x="80" y="2"/>
                  </a:moveTo>
                  <a:cubicBezTo>
                    <a:pt x="80" y="2"/>
                    <a:pt x="138" y="21"/>
                    <a:pt x="160" y="0"/>
                  </a:cubicBezTo>
                  <a:cubicBezTo>
                    <a:pt x="160" y="0"/>
                    <a:pt x="170" y="32"/>
                    <a:pt x="167" y="57"/>
                  </a:cubicBezTo>
                  <a:cubicBezTo>
                    <a:pt x="167" y="57"/>
                    <a:pt x="161" y="76"/>
                    <a:pt x="162" y="103"/>
                  </a:cubicBezTo>
                  <a:cubicBezTo>
                    <a:pt x="163" y="130"/>
                    <a:pt x="111" y="140"/>
                    <a:pt x="66" y="138"/>
                  </a:cubicBezTo>
                  <a:cubicBezTo>
                    <a:pt x="21" y="136"/>
                    <a:pt x="0" y="109"/>
                    <a:pt x="16" y="84"/>
                  </a:cubicBezTo>
                  <a:cubicBezTo>
                    <a:pt x="32" y="58"/>
                    <a:pt x="80" y="2"/>
                    <a:pt x="80" y="2"/>
                  </a:cubicBezTo>
                  <a:close/>
                </a:path>
              </a:pathLst>
            </a:custGeom>
            <a:solidFill>
              <a:srgbClr val="F2F2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018" name="Freeform 698">
              <a:extLst>
                <a:ext uri="{FF2B5EF4-FFF2-40B4-BE49-F238E27FC236}">
                  <a16:creationId xmlns:a16="http://schemas.microsoft.com/office/drawing/2014/main" id="{09B3429F-EAB9-4382-A291-FB2D950EA61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8" y="3812"/>
              <a:ext cx="255" cy="223"/>
            </a:xfrm>
            <a:custGeom>
              <a:avLst/>
              <a:gdLst>
                <a:gd name="T0" fmla="*/ 270 w 170"/>
                <a:gd name="T1" fmla="*/ 8 h 140"/>
                <a:gd name="T2" fmla="*/ 540 w 170"/>
                <a:gd name="T3" fmla="*/ 0 h 140"/>
                <a:gd name="T4" fmla="*/ 566 w 170"/>
                <a:gd name="T5" fmla="*/ 231 h 140"/>
                <a:gd name="T6" fmla="*/ 548 w 170"/>
                <a:gd name="T7" fmla="*/ 416 h 140"/>
                <a:gd name="T8" fmla="*/ 224 w 170"/>
                <a:gd name="T9" fmla="*/ 558 h 140"/>
                <a:gd name="T10" fmla="*/ 54 w 170"/>
                <a:gd name="T11" fmla="*/ 339 h 140"/>
                <a:gd name="T12" fmla="*/ 270 w 170"/>
                <a:gd name="T13" fmla="*/ 8 h 1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0" h="140">
                  <a:moveTo>
                    <a:pt x="80" y="2"/>
                  </a:moveTo>
                  <a:cubicBezTo>
                    <a:pt x="80" y="2"/>
                    <a:pt x="138" y="21"/>
                    <a:pt x="160" y="0"/>
                  </a:cubicBezTo>
                  <a:cubicBezTo>
                    <a:pt x="160" y="0"/>
                    <a:pt x="170" y="32"/>
                    <a:pt x="167" y="57"/>
                  </a:cubicBezTo>
                  <a:cubicBezTo>
                    <a:pt x="167" y="57"/>
                    <a:pt x="161" y="76"/>
                    <a:pt x="162" y="103"/>
                  </a:cubicBezTo>
                  <a:cubicBezTo>
                    <a:pt x="163" y="130"/>
                    <a:pt x="111" y="140"/>
                    <a:pt x="66" y="138"/>
                  </a:cubicBezTo>
                  <a:cubicBezTo>
                    <a:pt x="21" y="136"/>
                    <a:pt x="0" y="109"/>
                    <a:pt x="16" y="84"/>
                  </a:cubicBezTo>
                  <a:cubicBezTo>
                    <a:pt x="32" y="58"/>
                    <a:pt x="80" y="2"/>
                    <a:pt x="80" y="2"/>
                  </a:cubicBezTo>
                  <a:close/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019" name="Freeform 699">
              <a:extLst>
                <a:ext uri="{FF2B5EF4-FFF2-40B4-BE49-F238E27FC236}">
                  <a16:creationId xmlns:a16="http://schemas.microsoft.com/office/drawing/2014/main" id="{00BF121A-5048-43FA-888C-1FCDA8EBCB9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5" y="3890"/>
              <a:ext cx="234" cy="144"/>
            </a:xfrm>
            <a:custGeom>
              <a:avLst/>
              <a:gdLst>
                <a:gd name="T0" fmla="*/ 527 w 156"/>
                <a:gd name="T1" fmla="*/ 0 h 90"/>
                <a:gd name="T2" fmla="*/ 527 w 156"/>
                <a:gd name="T3" fmla="*/ 34 h 90"/>
                <a:gd name="T4" fmla="*/ 512 w 156"/>
                <a:gd name="T5" fmla="*/ 221 h 90"/>
                <a:gd name="T6" fmla="*/ 188 w 156"/>
                <a:gd name="T7" fmla="*/ 362 h 90"/>
                <a:gd name="T8" fmla="*/ 0 w 156"/>
                <a:gd name="T9" fmla="*/ 218 h 90"/>
                <a:gd name="T10" fmla="*/ 120 w 156"/>
                <a:gd name="T11" fmla="*/ 328 h 90"/>
                <a:gd name="T12" fmla="*/ 365 w 156"/>
                <a:gd name="T13" fmla="*/ 315 h 90"/>
                <a:gd name="T14" fmla="*/ 494 w 156"/>
                <a:gd name="T15" fmla="*/ 200 h 90"/>
                <a:gd name="T16" fmla="*/ 527 w 156"/>
                <a:gd name="T17" fmla="*/ 0 h 9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56" h="90">
                  <a:moveTo>
                    <a:pt x="156" y="0"/>
                  </a:moveTo>
                  <a:cubicBezTo>
                    <a:pt x="156" y="2"/>
                    <a:pt x="156" y="5"/>
                    <a:pt x="156" y="8"/>
                  </a:cubicBezTo>
                  <a:cubicBezTo>
                    <a:pt x="156" y="8"/>
                    <a:pt x="150" y="26"/>
                    <a:pt x="151" y="54"/>
                  </a:cubicBezTo>
                  <a:cubicBezTo>
                    <a:pt x="152" y="81"/>
                    <a:pt x="100" y="90"/>
                    <a:pt x="55" y="88"/>
                  </a:cubicBezTo>
                  <a:cubicBezTo>
                    <a:pt x="21" y="87"/>
                    <a:pt x="1" y="71"/>
                    <a:pt x="0" y="53"/>
                  </a:cubicBezTo>
                  <a:cubicBezTo>
                    <a:pt x="0" y="53"/>
                    <a:pt x="7" y="75"/>
                    <a:pt x="35" y="80"/>
                  </a:cubicBezTo>
                  <a:cubicBezTo>
                    <a:pt x="63" y="86"/>
                    <a:pt x="93" y="80"/>
                    <a:pt x="108" y="77"/>
                  </a:cubicBezTo>
                  <a:cubicBezTo>
                    <a:pt x="123" y="73"/>
                    <a:pt x="146" y="65"/>
                    <a:pt x="146" y="49"/>
                  </a:cubicBezTo>
                  <a:cubicBezTo>
                    <a:pt x="147" y="33"/>
                    <a:pt x="156" y="0"/>
                    <a:pt x="156" y="0"/>
                  </a:cubicBezTo>
                  <a:close/>
                </a:path>
              </a:pathLst>
            </a:custGeom>
            <a:solidFill>
              <a:srgbClr val="A5A5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020" name="Freeform 700">
              <a:extLst>
                <a:ext uri="{FF2B5EF4-FFF2-40B4-BE49-F238E27FC236}">
                  <a16:creationId xmlns:a16="http://schemas.microsoft.com/office/drawing/2014/main" id="{F559C96E-803A-49F8-8A45-0AC293CECD5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5" y="3890"/>
              <a:ext cx="234" cy="144"/>
            </a:xfrm>
            <a:custGeom>
              <a:avLst/>
              <a:gdLst>
                <a:gd name="T0" fmla="*/ 527 w 156"/>
                <a:gd name="T1" fmla="*/ 0 h 90"/>
                <a:gd name="T2" fmla="*/ 527 w 156"/>
                <a:gd name="T3" fmla="*/ 34 h 90"/>
                <a:gd name="T4" fmla="*/ 512 w 156"/>
                <a:gd name="T5" fmla="*/ 221 h 90"/>
                <a:gd name="T6" fmla="*/ 188 w 156"/>
                <a:gd name="T7" fmla="*/ 362 h 90"/>
                <a:gd name="T8" fmla="*/ 0 w 156"/>
                <a:gd name="T9" fmla="*/ 218 h 90"/>
                <a:gd name="T10" fmla="*/ 120 w 156"/>
                <a:gd name="T11" fmla="*/ 328 h 90"/>
                <a:gd name="T12" fmla="*/ 365 w 156"/>
                <a:gd name="T13" fmla="*/ 315 h 90"/>
                <a:gd name="T14" fmla="*/ 494 w 156"/>
                <a:gd name="T15" fmla="*/ 200 h 90"/>
                <a:gd name="T16" fmla="*/ 527 w 156"/>
                <a:gd name="T17" fmla="*/ 0 h 9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56" h="90">
                  <a:moveTo>
                    <a:pt x="156" y="0"/>
                  </a:moveTo>
                  <a:cubicBezTo>
                    <a:pt x="156" y="2"/>
                    <a:pt x="156" y="5"/>
                    <a:pt x="156" y="8"/>
                  </a:cubicBezTo>
                  <a:cubicBezTo>
                    <a:pt x="156" y="8"/>
                    <a:pt x="150" y="26"/>
                    <a:pt x="151" y="54"/>
                  </a:cubicBezTo>
                  <a:cubicBezTo>
                    <a:pt x="152" y="81"/>
                    <a:pt x="100" y="90"/>
                    <a:pt x="55" y="88"/>
                  </a:cubicBezTo>
                  <a:cubicBezTo>
                    <a:pt x="21" y="87"/>
                    <a:pt x="1" y="71"/>
                    <a:pt x="0" y="53"/>
                  </a:cubicBezTo>
                  <a:cubicBezTo>
                    <a:pt x="0" y="53"/>
                    <a:pt x="7" y="75"/>
                    <a:pt x="35" y="80"/>
                  </a:cubicBezTo>
                  <a:cubicBezTo>
                    <a:pt x="63" y="86"/>
                    <a:pt x="93" y="80"/>
                    <a:pt x="108" y="77"/>
                  </a:cubicBezTo>
                  <a:cubicBezTo>
                    <a:pt x="123" y="73"/>
                    <a:pt x="146" y="65"/>
                    <a:pt x="146" y="49"/>
                  </a:cubicBezTo>
                  <a:cubicBezTo>
                    <a:pt x="147" y="33"/>
                    <a:pt x="156" y="0"/>
                    <a:pt x="156" y="0"/>
                  </a:cubicBezTo>
                  <a:close/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021" name="Freeform 701">
              <a:extLst>
                <a:ext uri="{FF2B5EF4-FFF2-40B4-BE49-F238E27FC236}">
                  <a16:creationId xmlns:a16="http://schemas.microsoft.com/office/drawing/2014/main" id="{55EA5CED-6393-4B1D-8408-18623F573DD2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1" y="3804"/>
              <a:ext cx="87" cy="22"/>
            </a:xfrm>
            <a:custGeom>
              <a:avLst/>
              <a:gdLst>
                <a:gd name="T0" fmla="*/ 5 w 58"/>
                <a:gd name="T1" fmla="*/ 35 h 14"/>
                <a:gd name="T2" fmla="*/ 26 w 58"/>
                <a:gd name="T3" fmla="*/ 8 h 14"/>
                <a:gd name="T4" fmla="*/ 54 w 58"/>
                <a:gd name="T5" fmla="*/ 22 h 14"/>
                <a:gd name="T6" fmla="*/ 116 w 58"/>
                <a:gd name="T7" fmla="*/ 22 h 14"/>
                <a:gd name="T8" fmla="*/ 189 w 58"/>
                <a:gd name="T9" fmla="*/ 31 h 14"/>
                <a:gd name="T10" fmla="*/ 194 w 58"/>
                <a:gd name="T11" fmla="*/ 55 h 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8" h="14">
                  <a:moveTo>
                    <a:pt x="1" y="9"/>
                  </a:moveTo>
                  <a:cubicBezTo>
                    <a:pt x="0" y="5"/>
                    <a:pt x="1" y="0"/>
                    <a:pt x="7" y="2"/>
                  </a:cubicBezTo>
                  <a:cubicBezTo>
                    <a:pt x="10" y="3"/>
                    <a:pt x="13" y="5"/>
                    <a:pt x="16" y="6"/>
                  </a:cubicBezTo>
                  <a:cubicBezTo>
                    <a:pt x="22" y="7"/>
                    <a:pt x="28" y="6"/>
                    <a:pt x="34" y="6"/>
                  </a:cubicBezTo>
                  <a:cubicBezTo>
                    <a:pt x="40" y="6"/>
                    <a:pt x="51" y="4"/>
                    <a:pt x="56" y="8"/>
                  </a:cubicBezTo>
                  <a:cubicBezTo>
                    <a:pt x="57" y="9"/>
                    <a:pt x="58" y="12"/>
                    <a:pt x="57" y="14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022" name="Freeform 702">
              <a:extLst>
                <a:ext uri="{FF2B5EF4-FFF2-40B4-BE49-F238E27FC236}">
                  <a16:creationId xmlns:a16="http://schemas.microsoft.com/office/drawing/2014/main" id="{081EB9C5-9C47-48F3-BD5B-9E2E8C3AC86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2" y="3845"/>
              <a:ext cx="129" cy="75"/>
            </a:xfrm>
            <a:custGeom>
              <a:avLst/>
              <a:gdLst>
                <a:gd name="T0" fmla="*/ 0 w 86"/>
                <a:gd name="T1" fmla="*/ 142 h 47"/>
                <a:gd name="T2" fmla="*/ 282 w 86"/>
                <a:gd name="T3" fmla="*/ 191 h 47"/>
                <a:gd name="T4" fmla="*/ 291 w 86"/>
                <a:gd name="T5" fmla="*/ 110 h 47"/>
                <a:gd name="T6" fmla="*/ 45 w 86"/>
                <a:gd name="T7" fmla="*/ 77 h 47"/>
                <a:gd name="T8" fmla="*/ 0 w 86"/>
                <a:gd name="T9" fmla="*/ 142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6" h="47">
                  <a:moveTo>
                    <a:pt x="0" y="35"/>
                  </a:moveTo>
                  <a:cubicBezTo>
                    <a:pt x="0" y="35"/>
                    <a:pt x="53" y="10"/>
                    <a:pt x="83" y="47"/>
                  </a:cubicBezTo>
                  <a:cubicBezTo>
                    <a:pt x="86" y="27"/>
                    <a:pt x="86" y="27"/>
                    <a:pt x="86" y="27"/>
                  </a:cubicBezTo>
                  <a:cubicBezTo>
                    <a:pt x="86" y="27"/>
                    <a:pt x="57" y="0"/>
                    <a:pt x="13" y="19"/>
                  </a:cubicBezTo>
                  <a:lnTo>
                    <a:pt x="0" y="35"/>
                  </a:lnTo>
                  <a:close/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023" name="Freeform 703">
              <a:extLst>
                <a:ext uri="{FF2B5EF4-FFF2-40B4-BE49-F238E27FC236}">
                  <a16:creationId xmlns:a16="http://schemas.microsoft.com/office/drawing/2014/main" id="{183D37F5-5429-43F9-9306-4CFE8FC2166E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0" y="3813"/>
              <a:ext cx="102" cy="51"/>
            </a:xfrm>
            <a:custGeom>
              <a:avLst/>
              <a:gdLst>
                <a:gd name="T0" fmla="*/ 0 w 68"/>
                <a:gd name="T1" fmla="*/ 97 h 32"/>
                <a:gd name="T2" fmla="*/ 221 w 68"/>
                <a:gd name="T3" fmla="*/ 129 h 32"/>
                <a:gd name="T4" fmla="*/ 230 w 68"/>
                <a:gd name="T5" fmla="*/ 65 h 32"/>
                <a:gd name="T6" fmla="*/ 41 w 68"/>
                <a:gd name="T7" fmla="*/ 41 h 32"/>
                <a:gd name="T8" fmla="*/ 0 w 68"/>
                <a:gd name="T9" fmla="*/ 97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8" h="32">
                  <a:moveTo>
                    <a:pt x="0" y="24"/>
                  </a:moveTo>
                  <a:cubicBezTo>
                    <a:pt x="0" y="24"/>
                    <a:pt x="37" y="8"/>
                    <a:pt x="65" y="32"/>
                  </a:cubicBezTo>
                  <a:cubicBezTo>
                    <a:pt x="68" y="16"/>
                    <a:pt x="68" y="16"/>
                    <a:pt x="68" y="16"/>
                  </a:cubicBezTo>
                  <a:cubicBezTo>
                    <a:pt x="68" y="16"/>
                    <a:pt x="38" y="0"/>
                    <a:pt x="12" y="10"/>
                  </a:cubicBezTo>
                  <a:lnTo>
                    <a:pt x="0" y="24"/>
                  </a:lnTo>
                  <a:close/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024" name="Freeform 704">
              <a:extLst>
                <a:ext uri="{FF2B5EF4-FFF2-40B4-BE49-F238E27FC236}">
                  <a16:creationId xmlns:a16="http://schemas.microsoft.com/office/drawing/2014/main" id="{28281BEA-7492-4426-AAD3-DAC8BACA736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8" y="3864"/>
              <a:ext cx="119" cy="56"/>
            </a:xfrm>
            <a:custGeom>
              <a:avLst/>
              <a:gdLst>
                <a:gd name="T0" fmla="*/ 270 w 79"/>
                <a:gd name="T1" fmla="*/ 144 h 35"/>
                <a:gd name="T2" fmla="*/ 265 w 79"/>
                <a:gd name="T3" fmla="*/ 118 h 35"/>
                <a:gd name="T4" fmla="*/ 0 w 79"/>
                <a:gd name="T5" fmla="*/ 77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9" h="35">
                  <a:moveTo>
                    <a:pt x="79" y="35"/>
                  </a:moveTo>
                  <a:cubicBezTo>
                    <a:pt x="78" y="29"/>
                    <a:pt x="78" y="29"/>
                    <a:pt x="78" y="29"/>
                  </a:cubicBezTo>
                  <a:cubicBezTo>
                    <a:pt x="78" y="29"/>
                    <a:pt x="48" y="0"/>
                    <a:pt x="0" y="19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025" name="Line 705">
              <a:extLst>
                <a:ext uri="{FF2B5EF4-FFF2-40B4-BE49-F238E27FC236}">
                  <a16:creationId xmlns:a16="http://schemas.microsoft.com/office/drawing/2014/main" id="{17523420-7AE4-49C1-A64A-4BD00CAACC1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915" y="3888"/>
              <a:ext cx="6" cy="23"/>
            </a:xfrm>
            <a:prstGeom prst="line">
              <a:avLst/>
            </a:prstGeom>
            <a:noFill/>
            <a:ln w="3175" cap="rnd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026" name="Freeform 706">
              <a:extLst>
                <a:ext uri="{FF2B5EF4-FFF2-40B4-BE49-F238E27FC236}">
                  <a16:creationId xmlns:a16="http://schemas.microsoft.com/office/drawing/2014/main" id="{D8034CD1-AFE6-4450-8642-F0B65EDA91DF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6" y="3826"/>
              <a:ext cx="91" cy="37"/>
            </a:xfrm>
            <a:custGeom>
              <a:avLst/>
              <a:gdLst>
                <a:gd name="T0" fmla="*/ 203 w 61"/>
                <a:gd name="T1" fmla="*/ 97 h 23"/>
                <a:gd name="T2" fmla="*/ 200 w 61"/>
                <a:gd name="T3" fmla="*/ 76 h 23"/>
                <a:gd name="T4" fmla="*/ 0 w 61"/>
                <a:gd name="T5" fmla="*/ 47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1" h="23">
                  <a:moveTo>
                    <a:pt x="61" y="23"/>
                  </a:moveTo>
                  <a:cubicBezTo>
                    <a:pt x="60" y="18"/>
                    <a:pt x="60" y="18"/>
                    <a:pt x="60" y="18"/>
                  </a:cubicBezTo>
                  <a:cubicBezTo>
                    <a:pt x="60" y="18"/>
                    <a:pt x="39" y="0"/>
                    <a:pt x="0" y="11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027" name="Line 707">
              <a:extLst>
                <a:ext uri="{FF2B5EF4-FFF2-40B4-BE49-F238E27FC236}">
                  <a16:creationId xmlns:a16="http://schemas.microsoft.com/office/drawing/2014/main" id="{2B633B8F-75BD-46D2-AB24-C177E2CD7EC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926" y="3839"/>
              <a:ext cx="6" cy="16"/>
            </a:xfrm>
            <a:prstGeom prst="line">
              <a:avLst/>
            </a:prstGeom>
            <a:noFill/>
            <a:ln w="3175" cap="rnd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028" name="Freeform 708">
              <a:extLst>
                <a:ext uri="{FF2B5EF4-FFF2-40B4-BE49-F238E27FC236}">
                  <a16:creationId xmlns:a16="http://schemas.microsoft.com/office/drawing/2014/main" id="{AC66B051-6A3E-4725-AA6D-C063EF534EC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8" y="3914"/>
              <a:ext cx="180" cy="80"/>
            </a:xfrm>
            <a:custGeom>
              <a:avLst/>
              <a:gdLst>
                <a:gd name="T0" fmla="*/ 0 w 120"/>
                <a:gd name="T1" fmla="*/ 138 h 50"/>
                <a:gd name="T2" fmla="*/ 188 w 120"/>
                <a:gd name="T3" fmla="*/ 69 h 50"/>
                <a:gd name="T4" fmla="*/ 405 w 120"/>
                <a:gd name="T5" fmla="*/ 205 h 50"/>
                <a:gd name="T6" fmla="*/ 188 w 120"/>
                <a:gd name="T7" fmla="*/ 8 h 50"/>
                <a:gd name="T8" fmla="*/ 0 w 120"/>
                <a:gd name="T9" fmla="*/ 138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0" h="50">
                  <a:moveTo>
                    <a:pt x="0" y="34"/>
                  </a:moveTo>
                  <a:cubicBezTo>
                    <a:pt x="0" y="34"/>
                    <a:pt x="14" y="15"/>
                    <a:pt x="55" y="17"/>
                  </a:cubicBezTo>
                  <a:cubicBezTo>
                    <a:pt x="96" y="18"/>
                    <a:pt x="120" y="50"/>
                    <a:pt x="120" y="50"/>
                  </a:cubicBezTo>
                  <a:cubicBezTo>
                    <a:pt x="120" y="50"/>
                    <a:pt x="117" y="5"/>
                    <a:pt x="55" y="2"/>
                  </a:cubicBezTo>
                  <a:cubicBezTo>
                    <a:pt x="9" y="0"/>
                    <a:pt x="0" y="34"/>
                    <a:pt x="0" y="3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029" name="Line 709">
              <a:extLst>
                <a:ext uri="{FF2B5EF4-FFF2-40B4-BE49-F238E27FC236}">
                  <a16:creationId xmlns:a16="http://schemas.microsoft.com/office/drawing/2014/main" id="{1B3AF773-3864-4BDA-AA9D-F1FE959DB6C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815" y="3971"/>
              <a:ext cx="1" cy="1"/>
            </a:xfrm>
            <a:prstGeom prst="line">
              <a:avLst/>
            </a:prstGeom>
            <a:noFill/>
            <a:ln w="3175" cap="rnd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030" name="Freeform 710">
              <a:extLst>
                <a:ext uri="{FF2B5EF4-FFF2-40B4-BE49-F238E27FC236}">
                  <a16:creationId xmlns:a16="http://schemas.microsoft.com/office/drawing/2014/main" id="{D538FAD3-0D79-47BE-9FF2-26D187988B6F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1" y="3799"/>
              <a:ext cx="90" cy="38"/>
            </a:xfrm>
            <a:custGeom>
              <a:avLst/>
              <a:gdLst>
                <a:gd name="T0" fmla="*/ 189 w 60"/>
                <a:gd name="T1" fmla="*/ 52 h 24"/>
                <a:gd name="T2" fmla="*/ 180 w 60"/>
                <a:gd name="T3" fmla="*/ 8 h 24"/>
                <a:gd name="T4" fmla="*/ 147 w 60"/>
                <a:gd name="T5" fmla="*/ 25 h 24"/>
                <a:gd name="T6" fmla="*/ 89 w 60"/>
                <a:gd name="T7" fmla="*/ 27 h 24"/>
                <a:gd name="T8" fmla="*/ 14 w 60"/>
                <a:gd name="T9" fmla="*/ 33 h 24"/>
                <a:gd name="T10" fmla="*/ 18 w 60"/>
                <a:gd name="T11" fmla="*/ 95 h 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0" h="24">
                  <a:moveTo>
                    <a:pt x="56" y="13"/>
                  </a:moveTo>
                  <a:cubicBezTo>
                    <a:pt x="60" y="9"/>
                    <a:pt x="60" y="0"/>
                    <a:pt x="53" y="2"/>
                  </a:cubicBezTo>
                  <a:cubicBezTo>
                    <a:pt x="50" y="4"/>
                    <a:pt x="47" y="6"/>
                    <a:pt x="43" y="6"/>
                  </a:cubicBezTo>
                  <a:cubicBezTo>
                    <a:pt x="38" y="7"/>
                    <a:pt x="31" y="6"/>
                    <a:pt x="26" y="7"/>
                  </a:cubicBezTo>
                  <a:cubicBezTo>
                    <a:pt x="20" y="7"/>
                    <a:pt x="9" y="5"/>
                    <a:pt x="4" y="8"/>
                  </a:cubicBezTo>
                  <a:cubicBezTo>
                    <a:pt x="0" y="12"/>
                    <a:pt x="3" y="19"/>
                    <a:pt x="5" y="24"/>
                  </a:cubicBezTo>
                </a:path>
              </a:pathLst>
            </a:custGeom>
            <a:solidFill>
              <a:srgbClr val="BCBB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031" name="Freeform 711">
              <a:extLst>
                <a:ext uri="{FF2B5EF4-FFF2-40B4-BE49-F238E27FC236}">
                  <a16:creationId xmlns:a16="http://schemas.microsoft.com/office/drawing/2014/main" id="{7C3337DB-C902-4605-A44F-8A649333D82A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9" y="3808"/>
              <a:ext cx="255" cy="222"/>
            </a:xfrm>
            <a:custGeom>
              <a:avLst/>
              <a:gdLst>
                <a:gd name="T0" fmla="*/ 302 w 170"/>
                <a:gd name="T1" fmla="*/ 8 h 139"/>
                <a:gd name="T2" fmla="*/ 35 w 170"/>
                <a:gd name="T3" fmla="*/ 0 h 139"/>
                <a:gd name="T4" fmla="*/ 12 w 170"/>
                <a:gd name="T5" fmla="*/ 232 h 139"/>
                <a:gd name="T6" fmla="*/ 27 w 170"/>
                <a:gd name="T7" fmla="*/ 415 h 139"/>
                <a:gd name="T8" fmla="*/ 351 w 170"/>
                <a:gd name="T9" fmla="*/ 559 h 139"/>
                <a:gd name="T10" fmla="*/ 518 w 170"/>
                <a:gd name="T11" fmla="*/ 339 h 139"/>
                <a:gd name="T12" fmla="*/ 302 w 170"/>
                <a:gd name="T13" fmla="*/ 8 h 13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0" h="139">
                  <a:moveTo>
                    <a:pt x="89" y="2"/>
                  </a:moveTo>
                  <a:cubicBezTo>
                    <a:pt x="89" y="2"/>
                    <a:pt x="31" y="20"/>
                    <a:pt x="10" y="0"/>
                  </a:cubicBezTo>
                  <a:cubicBezTo>
                    <a:pt x="10" y="0"/>
                    <a:pt x="0" y="31"/>
                    <a:pt x="3" y="57"/>
                  </a:cubicBezTo>
                  <a:cubicBezTo>
                    <a:pt x="3" y="57"/>
                    <a:pt x="9" y="75"/>
                    <a:pt x="8" y="102"/>
                  </a:cubicBezTo>
                  <a:cubicBezTo>
                    <a:pt x="7" y="130"/>
                    <a:pt x="59" y="139"/>
                    <a:pt x="104" y="137"/>
                  </a:cubicBezTo>
                  <a:cubicBezTo>
                    <a:pt x="148" y="135"/>
                    <a:pt x="170" y="109"/>
                    <a:pt x="153" y="83"/>
                  </a:cubicBezTo>
                  <a:cubicBezTo>
                    <a:pt x="137" y="58"/>
                    <a:pt x="89" y="2"/>
                    <a:pt x="89" y="2"/>
                  </a:cubicBezTo>
                  <a:close/>
                </a:path>
              </a:pathLst>
            </a:custGeom>
            <a:solidFill>
              <a:srgbClr val="F2F2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032" name="Freeform 712">
              <a:extLst>
                <a:ext uri="{FF2B5EF4-FFF2-40B4-BE49-F238E27FC236}">
                  <a16:creationId xmlns:a16="http://schemas.microsoft.com/office/drawing/2014/main" id="{D0A23EF3-03A0-4EBF-A96C-5464A394DB2F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9" y="3808"/>
              <a:ext cx="255" cy="222"/>
            </a:xfrm>
            <a:custGeom>
              <a:avLst/>
              <a:gdLst>
                <a:gd name="T0" fmla="*/ 302 w 170"/>
                <a:gd name="T1" fmla="*/ 8 h 139"/>
                <a:gd name="T2" fmla="*/ 35 w 170"/>
                <a:gd name="T3" fmla="*/ 0 h 139"/>
                <a:gd name="T4" fmla="*/ 12 w 170"/>
                <a:gd name="T5" fmla="*/ 232 h 139"/>
                <a:gd name="T6" fmla="*/ 27 w 170"/>
                <a:gd name="T7" fmla="*/ 415 h 139"/>
                <a:gd name="T8" fmla="*/ 351 w 170"/>
                <a:gd name="T9" fmla="*/ 559 h 139"/>
                <a:gd name="T10" fmla="*/ 518 w 170"/>
                <a:gd name="T11" fmla="*/ 339 h 139"/>
                <a:gd name="T12" fmla="*/ 302 w 170"/>
                <a:gd name="T13" fmla="*/ 8 h 13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0" h="139">
                  <a:moveTo>
                    <a:pt x="89" y="2"/>
                  </a:moveTo>
                  <a:cubicBezTo>
                    <a:pt x="89" y="2"/>
                    <a:pt x="31" y="20"/>
                    <a:pt x="10" y="0"/>
                  </a:cubicBezTo>
                  <a:cubicBezTo>
                    <a:pt x="10" y="0"/>
                    <a:pt x="0" y="31"/>
                    <a:pt x="3" y="57"/>
                  </a:cubicBezTo>
                  <a:cubicBezTo>
                    <a:pt x="3" y="57"/>
                    <a:pt x="9" y="75"/>
                    <a:pt x="8" y="102"/>
                  </a:cubicBezTo>
                  <a:cubicBezTo>
                    <a:pt x="7" y="130"/>
                    <a:pt x="59" y="139"/>
                    <a:pt x="104" y="137"/>
                  </a:cubicBezTo>
                  <a:cubicBezTo>
                    <a:pt x="148" y="135"/>
                    <a:pt x="170" y="109"/>
                    <a:pt x="153" y="83"/>
                  </a:cubicBezTo>
                  <a:cubicBezTo>
                    <a:pt x="137" y="58"/>
                    <a:pt x="89" y="2"/>
                    <a:pt x="89" y="2"/>
                  </a:cubicBezTo>
                  <a:close/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033" name="Freeform 713">
              <a:extLst>
                <a:ext uri="{FF2B5EF4-FFF2-40B4-BE49-F238E27FC236}">
                  <a16:creationId xmlns:a16="http://schemas.microsoft.com/office/drawing/2014/main" id="{07169002-01B4-4FAB-88A0-99C8A823779B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2" y="3885"/>
              <a:ext cx="235" cy="145"/>
            </a:xfrm>
            <a:custGeom>
              <a:avLst/>
              <a:gdLst>
                <a:gd name="T0" fmla="*/ 0 w 157"/>
                <a:gd name="T1" fmla="*/ 0 h 91"/>
                <a:gd name="T2" fmla="*/ 1 w 157"/>
                <a:gd name="T3" fmla="*/ 33 h 91"/>
                <a:gd name="T4" fmla="*/ 19 w 157"/>
                <a:gd name="T5" fmla="*/ 218 h 91"/>
                <a:gd name="T6" fmla="*/ 343 w 157"/>
                <a:gd name="T7" fmla="*/ 360 h 91"/>
                <a:gd name="T8" fmla="*/ 527 w 157"/>
                <a:gd name="T9" fmla="*/ 218 h 91"/>
                <a:gd name="T10" fmla="*/ 410 w 157"/>
                <a:gd name="T11" fmla="*/ 328 h 91"/>
                <a:gd name="T12" fmla="*/ 162 w 157"/>
                <a:gd name="T13" fmla="*/ 312 h 91"/>
                <a:gd name="T14" fmla="*/ 33 w 157"/>
                <a:gd name="T15" fmla="*/ 202 h 91"/>
                <a:gd name="T16" fmla="*/ 0 w 157"/>
                <a:gd name="T17" fmla="*/ 0 h 9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57" h="91">
                  <a:moveTo>
                    <a:pt x="0" y="0"/>
                  </a:moveTo>
                  <a:cubicBezTo>
                    <a:pt x="1" y="3"/>
                    <a:pt x="1" y="6"/>
                    <a:pt x="1" y="8"/>
                  </a:cubicBezTo>
                  <a:cubicBezTo>
                    <a:pt x="1" y="8"/>
                    <a:pt x="7" y="27"/>
                    <a:pt x="6" y="54"/>
                  </a:cubicBezTo>
                  <a:cubicBezTo>
                    <a:pt x="5" y="81"/>
                    <a:pt x="57" y="91"/>
                    <a:pt x="102" y="89"/>
                  </a:cubicBezTo>
                  <a:cubicBezTo>
                    <a:pt x="135" y="87"/>
                    <a:pt x="156" y="72"/>
                    <a:pt x="157" y="54"/>
                  </a:cubicBezTo>
                  <a:cubicBezTo>
                    <a:pt x="157" y="54"/>
                    <a:pt x="150" y="75"/>
                    <a:pt x="122" y="81"/>
                  </a:cubicBezTo>
                  <a:cubicBezTo>
                    <a:pt x="94" y="87"/>
                    <a:pt x="63" y="80"/>
                    <a:pt x="48" y="77"/>
                  </a:cubicBezTo>
                  <a:cubicBezTo>
                    <a:pt x="33" y="74"/>
                    <a:pt x="11" y="66"/>
                    <a:pt x="10" y="50"/>
                  </a:cubicBezTo>
                  <a:cubicBezTo>
                    <a:pt x="10" y="33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A5A5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034" name="Freeform 714">
              <a:extLst>
                <a:ext uri="{FF2B5EF4-FFF2-40B4-BE49-F238E27FC236}">
                  <a16:creationId xmlns:a16="http://schemas.microsoft.com/office/drawing/2014/main" id="{9151677D-D59A-418B-8512-84A440B203C6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2" y="3885"/>
              <a:ext cx="235" cy="145"/>
            </a:xfrm>
            <a:custGeom>
              <a:avLst/>
              <a:gdLst>
                <a:gd name="T0" fmla="*/ 0 w 157"/>
                <a:gd name="T1" fmla="*/ 0 h 91"/>
                <a:gd name="T2" fmla="*/ 1 w 157"/>
                <a:gd name="T3" fmla="*/ 33 h 91"/>
                <a:gd name="T4" fmla="*/ 19 w 157"/>
                <a:gd name="T5" fmla="*/ 218 h 91"/>
                <a:gd name="T6" fmla="*/ 343 w 157"/>
                <a:gd name="T7" fmla="*/ 360 h 91"/>
                <a:gd name="T8" fmla="*/ 527 w 157"/>
                <a:gd name="T9" fmla="*/ 218 h 91"/>
                <a:gd name="T10" fmla="*/ 410 w 157"/>
                <a:gd name="T11" fmla="*/ 328 h 91"/>
                <a:gd name="T12" fmla="*/ 162 w 157"/>
                <a:gd name="T13" fmla="*/ 312 h 91"/>
                <a:gd name="T14" fmla="*/ 33 w 157"/>
                <a:gd name="T15" fmla="*/ 202 h 91"/>
                <a:gd name="T16" fmla="*/ 0 w 157"/>
                <a:gd name="T17" fmla="*/ 0 h 9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57" h="91">
                  <a:moveTo>
                    <a:pt x="0" y="0"/>
                  </a:moveTo>
                  <a:cubicBezTo>
                    <a:pt x="1" y="3"/>
                    <a:pt x="1" y="6"/>
                    <a:pt x="1" y="8"/>
                  </a:cubicBezTo>
                  <a:cubicBezTo>
                    <a:pt x="1" y="8"/>
                    <a:pt x="7" y="27"/>
                    <a:pt x="6" y="54"/>
                  </a:cubicBezTo>
                  <a:cubicBezTo>
                    <a:pt x="5" y="81"/>
                    <a:pt x="57" y="91"/>
                    <a:pt x="102" y="89"/>
                  </a:cubicBezTo>
                  <a:cubicBezTo>
                    <a:pt x="135" y="87"/>
                    <a:pt x="156" y="72"/>
                    <a:pt x="157" y="54"/>
                  </a:cubicBezTo>
                  <a:cubicBezTo>
                    <a:pt x="157" y="54"/>
                    <a:pt x="150" y="75"/>
                    <a:pt x="122" y="81"/>
                  </a:cubicBezTo>
                  <a:cubicBezTo>
                    <a:pt x="94" y="87"/>
                    <a:pt x="63" y="80"/>
                    <a:pt x="48" y="77"/>
                  </a:cubicBezTo>
                  <a:cubicBezTo>
                    <a:pt x="33" y="74"/>
                    <a:pt x="11" y="66"/>
                    <a:pt x="10" y="50"/>
                  </a:cubicBezTo>
                  <a:cubicBezTo>
                    <a:pt x="10" y="33"/>
                    <a:pt x="0" y="0"/>
                    <a:pt x="0" y="0"/>
                  </a:cubicBezTo>
                  <a:close/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035" name="Freeform 715">
              <a:extLst>
                <a:ext uri="{FF2B5EF4-FFF2-40B4-BE49-F238E27FC236}">
                  <a16:creationId xmlns:a16="http://schemas.microsoft.com/office/drawing/2014/main" id="{38613273-7E48-4F72-BDC8-C618CC6DDEFD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4" y="3800"/>
              <a:ext cx="87" cy="23"/>
            </a:xfrm>
            <a:custGeom>
              <a:avLst/>
              <a:gdLst>
                <a:gd name="T0" fmla="*/ 194 w 58"/>
                <a:gd name="T1" fmla="*/ 35 h 14"/>
                <a:gd name="T2" fmla="*/ 174 w 58"/>
                <a:gd name="T3" fmla="*/ 5 h 14"/>
                <a:gd name="T4" fmla="*/ 140 w 58"/>
                <a:gd name="T5" fmla="*/ 21 h 14"/>
                <a:gd name="T6" fmla="*/ 81 w 58"/>
                <a:gd name="T7" fmla="*/ 26 h 14"/>
                <a:gd name="T8" fmla="*/ 8 w 58"/>
                <a:gd name="T9" fmla="*/ 33 h 14"/>
                <a:gd name="T10" fmla="*/ 0 w 58"/>
                <a:gd name="T11" fmla="*/ 62 h 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8" h="14">
                  <a:moveTo>
                    <a:pt x="57" y="8"/>
                  </a:moveTo>
                  <a:cubicBezTo>
                    <a:pt x="58" y="4"/>
                    <a:pt x="56" y="0"/>
                    <a:pt x="51" y="1"/>
                  </a:cubicBezTo>
                  <a:cubicBezTo>
                    <a:pt x="48" y="3"/>
                    <a:pt x="45" y="5"/>
                    <a:pt x="41" y="5"/>
                  </a:cubicBezTo>
                  <a:cubicBezTo>
                    <a:pt x="36" y="6"/>
                    <a:pt x="29" y="5"/>
                    <a:pt x="24" y="6"/>
                  </a:cubicBezTo>
                  <a:cubicBezTo>
                    <a:pt x="18" y="6"/>
                    <a:pt x="7" y="4"/>
                    <a:pt x="2" y="7"/>
                  </a:cubicBezTo>
                  <a:cubicBezTo>
                    <a:pt x="0" y="9"/>
                    <a:pt x="0" y="11"/>
                    <a:pt x="0" y="14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036" name="Freeform 716">
              <a:extLst>
                <a:ext uri="{FF2B5EF4-FFF2-40B4-BE49-F238E27FC236}">
                  <a16:creationId xmlns:a16="http://schemas.microsoft.com/office/drawing/2014/main" id="{86D3A983-7228-4F69-ACE5-04610DE35C45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9" y="3842"/>
              <a:ext cx="131" cy="75"/>
            </a:xfrm>
            <a:custGeom>
              <a:avLst/>
              <a:gdLst>
                <a:gd name="T0" fmla="*/ 297 w 87"/>
                <a:gd name="T1" fmla="*/ 142 h 47"/>
                <a:gd name="T2" fmla="*/ 14 w 87"/>
                <a:gd name="T3" fmla="*/ 191 h 47"/>
                <a:gd name="T4" fmla="*/ 0 w 87"/>
                <a:gd name="T5" fmla="*/ 110 h 47"/>
                <a:gd name="T6" fmla="*/ 250 w 87"/>
                <a:gd name="T7" fmla="*/ 73 h 47"/>
                <a:gd name="T8" fmla="*/ 297 w 87"/>
                <a:gd name="T9" fmla="*/ 142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7" h="47">
                  <a:moveTo>
                    <a:pt x="87" y="35"/>
                  </a:moveTo>
                  <a:cubicBezTo>
                    <a:pt x="87" y="35"/>
                    <a:pt x="34" y="10"/>
                    <a:pt x="4" y="47"/>
                  </a:cubicBezTo>
                  <a:cubicBezTo>
                    <a:pt x="0" y="27"/>
                    <a:pt x="0" y="27"/>
                    <a:pt x="0" y="27"/>
                  </a:cubicBezTo>
                  <a:cubicBezTo>
                    <a:pt x="0" y="27"/>
                    <a:pt x="29" y="0"/>
                    <a:pt x="73" y="18"/>
                  </a:cubicBezTo>
                  <a:lnTo>
                    <a:pt x="87" y="35"/>
                  </a:lnTo>
                  <a:close/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037" name="Freeform 717">
              <a:extLst>
                <a:ext uri="{FF2B5EF4-FFF2-40B4-BE49-F238E27FC236}">
                  <a16:creationId xmlns:a16="http://schemas.microsoft.com/office/drawing/2014/main" id="{727267BC-BAD2-4D15-AE88-57BA672FD1E4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0" y="3808"/>
              <a:ext cx="101" cy="52"/>
            </a:xfrm>
            <a:custGeom>
              <a:avLst/>
              <a:gdLst>
                <a:gd name="T0" fmla="*/ 229 w 67"/>
                <a:gd name="T1" fmla="*/ 102 h 32"/>
                <a:gd name="T2" fmla="*/ 12 w 67"/>
                <a:gd name="T3" fmla="*/ 138 h 32"/>
                <a:gd name="T4" fmla="*/ 0 w 67"/>
                <a:gd name="T5" fmla="*/ 75 h 32"/>
                <a:gd name="T6" fmla="*/ 191 w 67"/>
                <a:gd name="T7" fmla="*/ 42 h 32"/>
                <a:gd name="T8" fmla="*/ 229 w 67"/>
                <a:gd name="T9" fmla="*/ 102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32">
                  <a:moveTo>
                    <a:pt x="67" y="24"/>
                  </a:moveTo>
                  <a:cubicBezTo>
                    <a:pt x="67" y="24"/>
                    <a:pt x="31" y="8"/>
                    <a:pt x="3" y="32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0" y="17"/>
                    <a:pt x="30" y="0"/>
                    <a:pt x="56" y="10"/>
                  </a:cubicBezTo>
                  <a:lnTo>
                    <a:pt x="67" y="24"/>
                  </a:lnTo>
                  <a:close/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038" name="Freeform 718">
              <a:extLst>
                <a:ext uri="{FF2B5EF4-FFF2-40B4-BE49-F238E27FC236}">
                  <a16:creationId xmlns:a16="http://schemas.microsoft.com/office/drawing/2014/main" id="{E9FAFB7A-4B13-46A6-950E-D8CFE96ECC41}"/>
                </a:ext>
              </a:extLst>
            </p:cNvPr>
            <p:cNvSpPr>
              <a:spLocks/>
            </p:cNvSpPr>
            <p:nvPr/>
          </p:nvSpPr>
          <p:spPr bwMode="auto">
            <a:xfrm>
              <a:off x="5095" y="3860"/>
              <a:ext cx="119" cy="57"/>
            </a:xfrm>
            <a:custGeom>
              <a:avLst/>
              <a:gdLst>
                <a:gd name="T0" fmla="*/ 0 w 79"/>
                <a:gd name="T1" fmla="*/ 143 h 36"/>
                <a:gd name="T2" fmla="*/ 5 w 79"/>
                <a:gd name="T3" fmla="*/ 116 h 36"/>
                <a:gd name="T4" fmla="*/ 270 w 79"/>
                <a:gd name="T5" fmla="*/ 76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9" h="36">
                  <a:moveTo>
                    <a:pt x="0" y="36"/>
                  </a:moveTo>
                  <a:cubicBezTo>
                    <a:pt x="1" y="29"/>
                    <a:pt x="1" y="29"/>
                    <a:pt x="1" y="29"/>
                  </a:cubicBezTo>
                  <a:cubicBezTo>
                    <a:pt x="1" y="29"/>
                    <a:pt x="31" y="0"/>
                    <a:pt x="79" y="19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039" name="Line 719">
              <a:extLst>
                <a:ext uri="{FF2B5EF4-FFF2-40B4-BE49-F238E27FC236}">
                  <a16:creationId xmlns:a16="http://schemas.microsoft.com/office/drawing/2014/main" id="{18561E53-C3A3-4526-BFC2-C49FF4DAA68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5089" y="3885"/>
              <a:ext cx="8" cy="21"/>
            </a:xfrm>
            <a:prstGeom prst="line">
              <a:avLst/>
            </a:prstGeom>
            <a:noFill/>
            <a:ln w="3175" cap="rnd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040" name="Freeform 720">
              <a:extLst>
                <a:ext uri="{FF2B5EF4-FFF2-40B4-BE49-F238E27FC236}">
                  <a16:creationId xmlns:a16="http://schemas.microsoft.com/office/drawing/2014/main" id="{BFF8FB72-C408-460D-9E64-AA22C8A50C23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5" y="3823"/>
              <a:ext cx="91" cy="37"/>
            </a:xfrm>
            <a:custGeom>
              <a:avLst/>
              <a:gdLst>
                <a:gd name="T0" fmla="*/ 0 w 61"/>
                <a:gd name="T1" fmla="*/ 97 h 23"/>
                <a:gd name="T2" fmla="*/ 1 w 61"/>
                <a:gd name="T3" fmla="*/ 76 h 23"/>
                <a:gd name="T4" fmla="*/ 203 w 61"/>
                <a:gd name="T5" fmla="*/ 47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1" h="23">
                  <a:moveTo>
                    <a:pt x="0" y="23"/>
                  </a:moveTo>
                  <a:cubicBezTo>
                    <a:pt x="1" y="18"/>
                    <a:pt x="1" y="18"/>
                    <a:pt x="1" y="18"/>
                  </a:cubicBezTo>
                  <a:cubicBezTo>
                    <a:pt x="1" y="18"/>
                    <a:pt x="21" y="0"/>
                    <a:pt x="61" y="11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041" name="Line 721">
              <a:extLst>
                <a:ext uri="{FF2B5EF4-FFF2-40B4-BE49-F238E27FC236}">
                  <a16:creationId xmlns:a16="http://schemas.microsoft.com/office/drawing/2014/main" id="{AD620AF5-65DA-4591-82BE-06CF0A81911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5080" y="3836"/>
              <a:ext cx="6" cy="16"/>
            </a:xfrm>
            <a:prstGeom prst="line">
              <a:avLst/>
            </a:prstGeom>
            <a:noFill/>
            <a:ln w="3175" cap="rnd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042" name="Freeform 722">
              <a:extLst>
                <a:ext uri="{FF2B5EF4-FFF2-40B4-BE49-F238E27FC236}">
                  <a16:creationId xmlns:a16="http://schemas.microsoft.com/office/drawing/2014/main" id="{3EBEEAD3-E3B1-4860-BEF9-C430457821E3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4" y="3911"/>
              <a:ext cx="180" cy="80"/>
            </a:xfrm>
            <a:custGeom>
              <a:avLst/>
              <a:gdLst>
                <a:gd name="T0" fmla="*/ 405 w 120"/>
                <a:gd name="T1" fmla="*/ 138 h 50"/>
                <a:gd name="T2" fmla="*/ 216 w 120"/>
                <a:gd name="T3" fmla="*/ 67 h 50"/>
                <a:gd name="T4" fmla="*/ 0 w 120"/>
                <a:gd name="T5" fmla="*/ 205 h 50"/>
                <a:gd name="T6" fmla="*/ 221 w 120"/>
                <a:gd name="T7" fmla="*/ 8 h 50"/>
                <a:gd name="T8" fmla="*/ 405 w 120"/>
                <a:gd name="T9" fmla="*/ 138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0" h="50">
                  <a:moveTo>
                    <a:pt x="120" y="34"/>
                  </a:moveTo>
                  <a:cubicBezTo>
                    <a:pt x="120" y="34"/>
                    <a:pt x="105" y="14"/>
                    <a:pt x="64" y="16"/>
                  </a:cubicBezTo>
                  <a:cubicBezTo>
                    <a:pt x="23" y="18"/>
                    <a:pt x="0" y="50"/>
                    <a:pt x="0" y="50"/>
                  </a:cubicBezTo>
                  <a:cubicBezTo>
                    <a:pt x="0" y="50"/>
                    <a:pt x="3" y="5"/>
                    <a:pt x="65" y="2"/>
                  </a:cubicBezTo>
                  <a:cubicBezTo>
                    <a:pt x="110" y="0"/>
                    <a:pt x="120" y="34"/>
                    <a:pt x="120" y="3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043" name="Line 723">
              <a:extLst>
                <a:ext uri="{FF2B5EF4-FFF2-40B4-BE49-F238E27FC236}">
                  <a16:creationId xmlns:a16="http://schemas.microsoft.com/office/drawing/2014/main" id="{440E94CC-32DD-4BF0-B190-16026AB98C3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96" y="3967"/>
              <a:ext cx="1" cy="1"/>
            </a:xfrm>
            <a:prstGeom prst="line">
              <a:avLst/>
            </a:prstGeom>
            <a:noFill/>
            <a:ln w="3175" cap="rnd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</p:grpSp>
      <p:grpSp>
        <p:nvGrpSpPr>
          <p:cNvPr id="37899" name="Green-casual-trousers-illustration">
            <a:extLst>
              <a:ext uri="{FF2B5EF4-FFF2-40B4-BE49-F238E27FC236}">
                <a16:creationId xmlns:a16="http://schemas.microsoft.com/office/drawing/2014/main" id="{5BC33BAF-794B-4F66-A1BF-EDA1407D02E5}"/>
              </a:ext>
            </a:extLst>
          </p:cNvPr>
          <p:cNvGrpSpPr>
            <a:grpSpLocks/>
          </p:cNvGrpSpPr>
          <p:nvPr/>
        </p:nvGrpSpPr>
        <p:grpSpPr bwMode="auto">
          <a:xfrm>
            <a:off x="8715375" y="3151188"/>
            <a:ext cx="1073150" cy="3228975"/>
            <a:chOff x="4671" y="1970"/>
            <a:chExt cx="652" cy="1962"/>
          </a:xfrm>
        </p:grpSpPr>
        <p:sp>
          <p:nvSpPr>
            <p:cNvPr id="37935" name="Freeform 725">
              <a:extLst>
                <a:ext uri="{FF2B5EF4-FFF2-40B4-BE49-F238E27FC236}">
                  <a16:creationId xmlns:a16="http://schemas.microsoft.com/office/drawing/2014/main" id="{5983F463-BB36-423B-BDD6-E7327E033CD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2" y="1970"/>
              <a:ext cx="651" cy="1962"/>
            </a:xfrm>
            <a:custGeom>
              <a:avLst/>
              <a:gdLst>
                <a:gd name="T0" fmla="*/ 1509 w 403"/>
                <a:gd name="T1" fmla="*/ 0 h 1139"/>
                <a:gd name="T2" fmla="*/ 835 w 403"/>
                <a:gd name="T3" fmla="*/ 210 h 1139"/>
                <a:gd name="T4" fmla="*/ 144 w 403"/>
                <a:gd name="T5" fmla="*/ 36 h 1139"/>
                <a:gd name="T6" fmla="*/ 118 w 403"/>
                <a:gd name="T7" fmla="*/ 198 h 1139"/>
                <a:gd name="T8" fmla="*/ 136 w 403"/>
                <a:gd name="T9" fmla="*/ 2484 h 1139"/>
                <a:gd name="T10" fmla="*/ 149 w 403"/>
                <a:gd name="T11" fmla="*/ 2872 h 1139"/>
                <a:gd name="T12" fmla="*/ 204 w 403"/>
                <a:gd name="T13" fmla="*/ 3380 h 1139"/>
                <a:gd name="T14" fmla="*/ 194 w 403"/>
                <a:gd name="T15" fmla="*/ 4005 h 1139"/>
                <a:gd name="T16" fmla="*/ 194 w 403"/>
                <a:gd name="T17" fmla="*/ 5080 h 1139"/>
                <a:gd name="T18" fmla="*/ 160 w 403"/>
                <a:gd name="T19" fmla="*/ 5622 h 1139"/>
                <a:gd name="T20" fmla="*/ 830 w 403"/>
                <a:gd name="T21" fmla="*/ 5631 h 1139"/>
                <a:gd name="T22" fmla="*/ 788 w 403"/>
                <a:gd name="T23" fmla="*/ 5397 h 1139"/>
                <a:gd name="T24" fmla="*/ 814 w 403"/>
                <a:gd name="T25" fmla="*/ 4356 h 1139"/>
                <a:gd name="T26" fmla="*/ 775 w 403"/>
                <a:gd name="T27" fmla="*/ 3269 h 1139"/>
                <a:gd name="T28" fmla="*/ 835 w 403"/>
                <a:gd name="T29" fmla="*/ 1662 h 1139"/>
                <a:gd name="T30" fmla="*/ 856 w 403"/>
                <a:gd name="T31" fmla="*/ 2892 h 1139"/>
                <a:gd name="T32" fmla="*/ 872 w 403"/>
                <a:gd name="T33" fmla="*/ 3531 h 1139"/>
                <a:gd name="T34" fmla="*/ 856 w 403"/>
                <a:gd name="T35" fmla="*/ 4272 h 1139"/>
                <a:gd name="T36" fmla="*/ 835 w 403"/>
                <a:gd name="T37" fmla="*/ 4916 h 1139"/>
                <a:gd name="T38" fmla="*/ 775 w 403"/>
                <a:gd name="T39" fmla="*/ 5567 h 1139"/>
                <a:gd name="T40" fmla="*/ 1472 w 403"/>
                <a:gd name="T41" fmla="*/ 5536 h 1139"/>
                <a:gd name="T42" fmla="*/ 1420 w 403"/>
                <a:gd name="T43" fmla="*/ 5278 h 1139"/>
                <a:gd name="T44" fmla="*/ 1441 w 403"/>
                <a:gd name="T45" fmla="*/ 4287 h 1139"/>
                <a:gd name="T46" fmla="*/ 1464 w 403"/>
                <a:gd name="T47" fmla="*/ 3261 h 1139"/>
                <a:gd name="T48" fmla="*/ 1496 w 403"/>
                <a:gd name="T49" fmla="*/ 2866 h 1139"/>
                <a:gd name="T50" fmla="*/ 1539 w 403"/>
                <a:gd name="T51" fmla="*/ 2418 h 1139"/>
                <a:gd name="T52" fmla="*/ 1539 w 403"/>
                <a:gd name="T53" fmla="*/ 189 h 1139"/>
                <a:gd name="T54" fmla="*/ 1509 w 403"/>
                <a:gd name="T55" fmla="*/ 0 h 1139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403" h="1139">
                  <a:moveTo>
                    <a:pt x="358" y="0"/>
                  </a:moveTo>
                  <a:cubicBezTo>
                    <a:pt x="358" y="0"/>
                    <a:pt x="282" y="36"/>
                    <a:pt x="198" y="41"/>
                  </a:cubicBezTo>
                  <a:cubicBezTo>
                    <a:pt x="115" y="46"/>
                    <a:pt x="34" y="7"/>
                    <a:pt x="34" y="7"/>
                  </a:cubicBezTo>
                  <a:cubicBezTo>
                    <a:pt x="28" y="39"/>
                    <a:pt x="28" y="39"/>
                    <a:pt x="28" y="39"/>
                  </a:cubicBezTo>
                  <a:cubicBezTo>
                    <a:pt x="28" y="39"/>
                    <a:pt x="0" y="328"/>
                    <a:pt x="32" y="486"/>
                  </a:cubicBezTo>
                  <a:cubicBezTo>
                    <a:pt x="38" y="518"/>
                    <a:pt x="28" y="541"/>
                    <a:pt x="35" y="562"/>
                  </a:cubicBezTo>
                  <a:cubicBezTo>
                    <a:pt x="42" y="584"/>
                    <a:pt x="44" y="643"/>
                    <a:pt x="48" y="661"/>
                  </a:cubicBezTo>
                  <a:cubicBezTo>
                    <a:pt x="53" y="678"/>
                    <a:pt x="43" y="746"/>
                    <a:pt x="46" y="784"/>
                  </a:cubicBezTo>
                  <a:cubicBezTo>
                    <a:pt x="50" y="821"/>
                    <a:pt x="45" y="956"/>
                    <a:pt x="46" y="994"/>
                  </a:cubicBezTo>
                  <a:cubicBezTo>
                    <a:pt x="47" y="1033"/>
                    <a:pt x="32" y="1085"/>
                    <a:pt x="38" y="1100"/>
                  </a:cubicBezTo>
                  <a:cubicBezTo>
                    <a:pt x="44" y="1114"/>
                    <a:pt x="148" y="1129"/>
                    <a:pt x="197" y="1102"/>
                  </a:cubicBezTo>
                  <a:cubicBezTo>
                    <a:pt x="197" y="1102"/>
                    <a:pt x="192" y="1070"/>
                    <a:pt x="187" y="1056"/>
                  </a:cubicBezTo>
                  <a:cubicBezTo>
                    <a:pt x="183" y="1041"/>
                    <a:pt x="202" y="904"/>
                    <a:pt x="193" y="852"/>
                  </a:cubicBezTo>
                  <a:cubicBezTo>
                    <a:pt x="184" y="800"/>
                    <a:pt x="188" y="673"/>
                    <a:pt x="184" y="640"/>
                  </a:cubicBezTo>
                  <a:cubicBezTo>
                    <a:pt x="179" y="606"/>
                    <a:pt x="202" y="365"/>
                    <a:pt x="198" y="325"/>
                  </a:cubicBezTo>
                  <a:cubicBezTo>
                    <a:pt x="198" y="325"/>
                    <a:pt x="196" y="536"/>
                    <a:pt x="203" y="566"/>
                  </a:cubicBezTo>
                  <a:cubicBezTo>
                    <a:pt x="211" y="597"/>
                    <a:pt x="208" y="651"/>
                    <a:pt x="207" y="691"/>
                  </a:cubicBezTo>
                  <a:cubicBezTo>
                    <a:pt x="206" y="731"/>
                    <a:pt x="197" y="793"/>
                    <a:pt x="203" y="836"/>
                  </a:cubicBezTo>
                  <a:cubicBezTo>
                    <a:pt x="210" y="879"/>
                    <a:pt x="198" y="927"/>
                    <a:pt x="198" y="962"/>
                  </a:cubicBezTo>
                  <a:cubicBezTo>
                    <a:pt x="198" y="998"/>
                    <a:pt x="184" y="1069"/>
                    <a:pt x="184" y="1089"/>
                  </a:cubicBezTo>
                  <a:cubicBezTo>
                    <a:pt x="184" y="1109"/>
                    <a:pt x="296" y="1139"/>
                    <a:pt x="349" y="1083"/>
                  </a:cubicBezTo>
                  <a:cubicBezTo>
                    <a:pt x="349" y="1083"/>
                    <a:pt x="346" y="1051"/>
                    <a:pt x="337" y="1033"/>
                  </a:cubicBezTo>
                  <a:cubicBezTo>
                    <a:pt x="328" y="1014"/>
                    <a:pt x="348" y="886"/>
                    <a:pt x="342" y="839"/>
                  </a:cubicBezTo>
                  <a:cubicBezTo>
                    <a:pt x="337" y="800"/>
                    <a:pt x="347" y="664"/>
                    <a:pt x="347" y="638"/>
                  </a:cubicBezTo>
                  <a:cubicBezTo>
                    <a:pt x="347" y="612"/>
                    <a:pt x="355" y="586"/>
                    <a:pt x="355" y="561"/>
                  </a:cubicBezTo>
                  <a:cubicBezTo>
                    <a:pt x="355" y="535"/>
                    <a:pt x="367" y="494"/>
                    <a:pt x="365" y="473"/>
                  </a:cubicBezTo>
                  <a:cubicBezTo>
                    <a:pt x="362" y="427"/>
                    <a:pt x="403" y="320"/>
                    <a:pt x="365" y="37"/>
                  </a:cubicBezTo>
                  <a:lnTo>
                    <a:pt x="358" y="0"/>
                  </a:lnTo>
                  <a:close/>
                </a:path>
              </a:pathLst>
            </a:custGeom>
            <a:solidFill>
              <a:srgbClr val="748D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936" name="Freeform 726">
              <a:extLst>
                <a:ext uri="{FF2B5EF4-FFF2-40B4-BE49-F238E27FC236}">
                  <a16:creationId xmlns:a16="http://schemas.microsoft.com/office/drawing/2014/main" id="{3EBB287A-5CD9-4CA4-BB52-AFD252A10D8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2" y="2040"/>
              <a:ext cx="385" cy="109"/>
            </a:xfrm>
            <a:custGeom>
              <a:avLst/>
              <a:gdLst>
                <a:gd name="T0" fmla="*/ 0 w 238"/>
                <a:gd name="T1" fmla="*/ 0 h 63"/>
                <a:gd name="T2" fmla="*/ 1008 w 238"/>
                <a:gd name="T3" fmla="*/ 107 h 63"/>
                <a:gd name="T4" fmla="*/ 0 w 238"/>
                <a:gd name="T5" fmla="*/ 28 h 63"/>
                <a:gd name="T6" fmla="*/ 0 w 238"/>
                <a:gd name="T7" fmla="*/ 0 h 6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8" h="63">
                  <a:moveTo>
                    <a:pt x="0" y="0"/>
                  </a:moveTo>
                  <a:cubicBezTo>
                    <a:pt x="0" y="0"/>
                    <a:pt x="101" y="60"/>
                    <a:pt x="238" y="21"/>
                  </a:cubicBezTo>
                  <a:cubicBezTo>
                    <a:pt x="238" y="21"/>
                    <a:pt x="137" y="63"/>
                    <a:pt x="0" y="5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839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937" name="Freeform 727">
              <a:extLst>
                <a:ext uri="{FF2B5EF4-FFF2-40B4-BE49-F238E27FC236}">
                  <a16:creationId xmlns:a16="http://schemas.microsoft.com/office/drawing/2014/main" id="{E522B983-C86D-4E5D-80CF-C4DF9D8F46C4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7" y="2037"/>
              <a:ext cx="37" cy="283"/>
            </a:xfrm>
            <a:custGeom>
              <a:avLst/>
              <a:gdLst>
                <a:gd name="T0" fmla="*/ 82 w 23"/>
                <a:gd name="T1" fmla="*/ 0 h 164"/>
                <a:gd name="T2" fmla="*/ 97 w 23"/>
                <a:gd name="T3" fmla="*/ 176 h 164"/>
                <a:gd name="T4" fmla="*/ 37 w 23"/>
                <a:gd name="T5" fmla="*/ 292 h 164"/>
                <a:gd name="T6" fmla="*/ 47 w 23"/>
                <a:gd name="T7" fmla="*/ 530 h 164"/>
                <a:gd name="T8" fmla="*/ 0 w 23"/>
                <a:gd name="T9" fmla="*/ 842 h 16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64">
                  <a:moveTo>
                    <a:pt x="20" y="0"/>
                  </a:moveTo>
                  <a:cubicBezTo>
                    <a:pt x="19" y="10"/>
                    <a:pt x="21" y="25"/>
                    <a:pt x="23" y="34"/>
                  </a:cubicBezTo>
                  <a:cubicBezTo>
                    <a:pt x="12" y="36"/>
                    <a:pt x="8" y="43"/>
                    <a:pt x="9" y="57"/>
                  </a:cubicBezTo>
                  <a:cubicBezTo>
                    <a:pt x="10" y="72"/>
                    <a:pt x="10" y="88"/>
                    <a:pt x="11" y="103"/>
                  </a:cubicBezTo>
                  <a:cubicBezTo>
                    <a:pt x="12" y="121"/>
                    <a:pt x="12" y="152"/>
                    <a:pt x="0" y="164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938" name="Freeform 728">
              <a:extLst>
                <a:ext uri="{FF2B5EF4-FFF2-40B4-BE49-F238E27FC236}">
                  <a16:creationId xmlns:a16="http://schemas.microsoft.com/office/drawing/2014/main" id="{87A75FF9-76DD-4021-A42B-146DDCB01EB9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4" y="2330"/>
              <a:ext cx="8" cy="138"/>
            </a:xfrm>
            <a:custGeom>
              <a:avLst/>
              <a:gdLst>
                <a:gd name="T0" fmla="*/ 5 w 5"/>
                <a:gd name="T1" fmla="*/ 16 h 80"/>
                <a:gd name="T2" fmla="*/ 0 w 5"/>
                <a:gd name="T3" fmla="*/ 9 h 80"/>
                <a:gd name="T4" fmla="*/ 5 w 5"/>
                <a:gd name="T5" fmla="*/ 411 h 8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80">
                  <a:moveTo>
                    <a:pt x="1" y="3"/>
                  </a:moveTo>
                  <a:cubicBezTo>
                    <a:pt x="1" y="2"/>
                    <a:pt x="1" y="0"/>
                    <a:pt x="0" y="2"/>
                  </a:cubicBezTo>
                  <a:cubicBezTo>
                    <a:pt x="5" y="26"/>
                    <a:pt x="1" y="55"/>
                    <a:pt x="1" y="8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939" name="Freeform 729">
              <a:extLst>
                <a:ext uri="{FF2B5EF4-FFF2-40B4-BE49-F238E27FC236}">
                  <a16:creationId xmlns:a16="http://schemas.microsoft.com/office/drawing/2014/main" id="{474CAE1E-694B-425C-B51A-9C6B5E15D6D3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2" y="2490"/>
              <a:ext cx="2" cy="19"/>
            </a:xfrm>
            <a:custGeom>
              <a:avLst/>
              <a:gdLst>
                <a:gd name="T0" fmla="*/ 8 w 1"/>
                <a:gd name="T1" fmla="*/ 0 h 11"/>
                <a:gd name="T2" fmla="*/ 0 w 1"/>
                <a:gd name="T3" fmla="*/ 57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1">
                  <a:moveTo>
                    <a:pt x="1" y="0"/>
                  </a:moveTo>
                  <a:cubicBezTo>
                    <a:pt x="1" y="1"/>
                    <a:pt x="1" y="8"/>
                    <a:pt x="0" y="11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940" name="Oval 730">
              <a:extLst>
                <a:ext uri="{FF2B5EF4-FFF2-40B4-BE49-F238E27FC236}">
                  <a16:creationId xmlns:a16="http://schemas.microsoft.com/office/drawing/2014/main" id="{1DD260B9-67D8-457C-9B11-505AFD363C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87" y="2054"/>
              <a:ext cx="29" cy="31"/>
            </a:xfrm>
            <a:prstGeom prst="ellipse">
              <a:avLst/>
            </a:prstGeom>
            <a:noFill/>
            <a:ln w="4763" cap="rnd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941" name="Freeform 731">
              <a:extLst>
                <a:ext uri="{FF2B5EF4-FFF2-40B4-BE49-F238E27FC236}">
                  <a16:creationId xmlns:a16="http://schemas.microsoft.com/office/drawing/2014/main" id="{E89431F6-261A-4F6E-AD5F-0286E7E236E8}"/>
                </a:ext>
              </a:extLst>
            </p:cNvPr>
            <p:cNvSpPr>
              <a:spLocks/>
            </p:cNvSpPr>
            <p:nvPr/>
          </p:nvSpPr>
          <p:spPr bwMode="auto">
            <a:xfrm>
              <a:off x="5091" y="2023"/>
              <a:ext cx="21" cy="64"/>
            </a:xfrm>
            <a:custGeom>
              <a:avLst/>
              <a:gdLst>
                <a:gd name="T0" fmla="*/ 5 w 13"/>
                <a:gd name="T1" fmla="*/ 16 h 37"/>
                <a:gd name="T2" fmla="*/ 13 w 13"/>
                <a:gd name="T3" fmla="*/ 50 h 37"/>
                <a:gd name="T4" fmla="*/ 26 w 13"/>
                <a:gd name="T5" fmla="*/ 114 h 37"/>
                <a:gd name="T6" fmla="*/ 39 w 13"/>
                <a:gd name="T7" fmla="*/ 192 h 37"/>
                <a:gd name="T8" fmla="*/ 55 w 13"/>
                <a:gd name="T9" fmla="*/ 161 h 37"/>
                <a:gd name="T10" fmla="*/ 50 w 13"/>
                <a:gd name="T11" fmla="*/ 66 h 37"/>
                <a:gd name="T12" fmla="*/ 39 w 13"/>
                <a:gd name="T13" fmla="*/ 5 h 37"/>
                <a:gd name="T14" fmla="*/ 0 w 13"/>
                <a:gd name="T15" fmla="*/ 16 h 3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3" h="37">
                  <a:moveTo>
                    <a:pt x="1" y="3"/>
                  </a:moveTo>
                  <a:cubicBezTo>
                    <a:pt x="1" y="4"/>
                    <a:pt x="3" y="9"/>
                    <a:pt x="3" y="10"/>
                  </a:cubicBezTo>
                  <a:cubicBezTo>
                    <a:pt x="5" y="14"/>
                    <a:pt x="5" y="18"/>
                    <a:pt x="6" y="22"/>
                  </a:cubicBezTo>
                  <a:cubicBezTo>
                    <a:pt x="7" y="27"/>
                    <a:pt x="9" y="32"/>
                    <a:pt x="9" y="37"/>
                  </a:cubicBezTo>
                  <a:cubicBezTo>
                    <a:pt x="13" y="36"/>
                    <a:pt x="13" y="36"/>
                    <a:pt x="13" y="31"/>
                  </a:cubicBezTo>
                  <a:cubicBezTo>
                    <a:pt x="13" y="25"/>
                    <a:pt x="13" y="19"/>
                    <a:pt x="12" y="13"/>
                  </a:cubicBezTo>
                  <a:cubicBezTo>
                    <a:pt x="11" y="11"/>
                    <a:pt x="11" y="2"/>
                    <a:pt x="9" y="1"/>
                  </a:cubicBezTo>
                  <a:cubicBezTo>
                    <a:pt x="7" y="0"/>
                    <a:pt x="2" y="3"/>
                    <a:pt x="0" y="3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942" name="Freeform 732">
              <a:extLst>
                <a:ext uri="{FF2B5EF4-FFF2-40B4-BE49-F238E27FC236}">
                  <a16:creationId xmlns:a16="http://schemas.microsoft.com/office/drawing/2014/main" id="{6CBCEAC3-24AC-4C7D-8B48-ABB44DAE44B2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5" y="2004"/>
              <a:ext cx="31" cy="66"/>
            </a:xfrm>
            <a:custGeom>
              <a:avLst/>
              <a:gdLst>
                <a:gd name="T0" fmla="*/ 0 w 19"/>
                <a:gd name="T1" fmla="*/ 16 h 38"/>
                <a:gd name="T2" fmla="*/ 29 w 19"/>
                <a:gd name="T3" fmla="*/ 127 h 38"/>
                <a:gd name="T4" fmla="*/ 47 w 19"/>
                <a:gd name="T5" fmla="*/ 200 h 38"/>
                <a:gd name="T6" fmla="*/ 77 w 19"/>
                <a:gd name="T7" fmla="*/ 172 h 38"/>
                <a:gd name="T8" fmla="*/ 69 w 19"/>
                <a:gd name="T9" fmla="*/ 115 h 38"/>
                <a:gd name="T10" fmla="*/ 42 w 19"/>
                <a:gd name="T11" fmla="*/ 0 h 38"/>
                <a:gd name="T12" fmla="*/ 8 w 19"/>
                <a:gd name="T13" fmla="*/ 16 h 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" h="38">
                  <a:moveTo>
                    <a:pt x="0" y="3"/>
                  </a:moveTo>
                  <a:cubicBezTo>
                    <a:pt x="2" y="11"/>
                    <a:pt x="5" y="17"/>
                    <a:pt x="7" y="24"/>
                  </a:cubicBezTo>
                  <a:cubicBezTo>
                    <a:pt x="8" y="28"/>
                    <a:pt x="9" y="35"/>
                    <a:pt x="11" y="38"/>
                  </a:cubicBezTo>
                  <a:cubicBezTo>
                    <a:pt x="13" y="36"/>
                    <a:pt x="17" y="35"/>
                    <a:pt x="18" y="33"/>
                  </a:cubicBezTo>
                  <a:cubicBezTo>
                    <a:pt x="19" y="31"/>
                    <a:pt x="17" y="25"/>
                    <a:pt x="16" y="22"/>
                  </a:cubicBezTo>
                  <a:cubicBezTo>
                    <a:pt x="14" y="14"/>
                    <a:pt x="13" y="7"/>
                    <a:pt x="10" y="0"/>
                  </a:cubicBezTo>
                  <a:cubicBezTo>
                    <a:pt x="7" y="1"/>
                    <a:pt x="4" y="1"/>
                    <a:pt x="2" y="3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943" name="Freeform 733">
              <a:extLst>
                <a:ext uri="{FF2B5EF4-FFF2-40B4-BE49-F238E27FC236}">
                  <a16:creationId xmlns:a16="http://schemas.microsoft.com/office/drawing/2014/main" id="{1F3B9A9A-BD05-44E6-91FB-BD88D0B04C93}"/>
                </a:ext>
              </a:extLst>
            </p:cNvPr>
            <p:cNvSpPr>
              <a:spLocks/>
            </p:cNvSpPr>
            <p:nvPr/>
          </p:nvSpPr>
          <p:spPr bwMode="auto">
            <a:xfrm>
              <a:off x="5222" y="1980"/>
              <a:ext cx="29" cy="69"/>
            </a:xfrm>
            <a:custGeom>
              <a:avLst/>
              <a:gdLst>
                <a:gd name="T0" fmla="*/ 5 w 18"/>
                <a:gd name="T1" fmla="*/ 21 h 40"/>
                <a:gd name="T2" fmla="*/ 13 w 18"/>
                <a:gd name="T3" fmla="*/ 57 h 40"/>
                <a:gd name="T4" fmla="*/ 29 w 18"/>
                <a:gd name="T5" fmla="*/ 140 h 40"/>
                <a:gd name="T6" fmla="*/ 39 w 18"/>
                <a:gd name="T7" fmla="*/ 205 h 40"/>
                <a:gd name="T8" fmla="*/ 76 w 18"/>
                <a:gd name="T9" fmla="*/ 176 h 40"/>
                <a:gd name="T10" fmla="*/ 63 w 18"/>
                <a:gd name="T11" fmla="*/ 119 h 40"/>
                <a:gd name="T12" fmla="*/ 55 w 18"/>
                <a:gd name="T13" fmla="*/ 62 h 40"/>
                <a:gd name="T14" fmla="*/ 34 w 18"/>
                <a:gd name="T15" fmla="*/ 0 h 40"/>
                <a:gd name="T16" fmla="*/ 5 w 18"/>
                <a:gd name="T17" fmla="*/ 16 h 4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" h="40">
                  <a:moveTo>
                    <a:pt x="1" y="4"/>
                  </a:moveTo>
                  <a:cubicBezTo>
                    <a:pt x="0" y="4"/>
                    <a:pt x="2" y="10"/>
                    <a:pt x="3" y="11"/>
                  </a:cubicBezTo>
                  <a:cubicBezTo>
                    <a:pt x="4" y="16"/>
                    <a:pt x="6" y="21"/>
                    <a:pt x="7" y="27"/>
                  </a:cubicBezTo>
                  <a:cubicBezTo>
                    <a:pt x="7" y="31"/>
                    <a:pt x="8" y="36"/>
                    <a:pt x="9" y="40"/>
                  </a:cubicBezTo>
                  <a:cubicBezTo>
                    <a:pt x="12" y="39"/>
                    <a:pt x="17" y="38"/>
                    <a:pt x="18" y="34"/>
                  </a:cubicBezTo>
                  <a:cubicBezTo>
                    <a:pt x="18" y="31"/>
                    <a:pt x="16" y="27"/>
                    <a:pt x="15" y="23"/>
                  </a:cubicBezTo>
                  <a:cubicBezTo>
                    <a:pt x="15" y="20"/>
                    <a:pt x="14" y="16"/>
                    <a:pt x="13" y="12"/>
                  </a:cubicBezTo>
                  <a:cubicBezTo>
                    <a:pt x="12" y="10"/>
                    <a:pt x="11" y="2"/>
                    <a:pt x="8" y="0"/>
                  </a:cubicBezTo>
                  <a:cubicBezTo>
                    <a:pt x="7" y="0"/>
                    <a:pt x="2" y="2"/>
                    <a:pt x="1" y="3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944" name="Freeform 734">
              <a:extLst>
                <a:ext uri="{FF2B5EF4-FFF2-40B4-BE49-F238E27FC236}">
                  <a16:creationId xmlns:a16="http://schemas.microsoft.com/office/drawing/2014/main" id="{0016CE4B-A260-4DE9-A66A-70AE4F6C07F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5" y="2016"/>
              <a:ext cx="25" cy="80"/>
            </a:xfrm>
            <a:custGeom>
              <a:avLst/>
              <a:gdLst>
                <a:gd name="T0" fmla="*/ 33 w 15"/>
                <a:gd name="T1" fmla="*/ 0 h 46"/>
                <a:gd name="T2" fmla="*/ 5 w 15"/>
                <a:gd name="T3" fmla="*/ 184 h 46"/>
                <a:gd name="T4" fmla="*/ 5 w 15"/>
                <a:gd name="T5" fmla="*/ 237 h 46"/>
                <a:gd name="T6" fmla="*/ 47 w 15"/>
                <a:gd name="T7" fmla="*/ 237 h 46"/>
                <a:gd name="T8" fmla="*/ 70 w 15"/>
                <a:gd name="T9" fmla="*/ 9 h 46"/>
                <a:gd name="T10" fmla="*/ 37 w 15"/>
                <a:gd name="T11" fmla="*/ 5 h 4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" h="46">
                  <a:moveTo>
                    <a:pt x="7" y="0"/>
                  </a:moveTo>
                  <a:cubicBezTo>
                    <a:pt x="4" y="11"/>
                    <a:pt x="2" y="23"/>
                    <a:pt x="1" y="35"/>
                  </a:cubicBezTo>
                  <a:cubicBezTo>
                    <a:pt x="1" y="38"/>
                    <a:pt x="0" y="43"/>
                    <a:pt x="1" y="45"/>
                  </a:cubicBezTo>
                  <a:cubicBezTo>
                    <a:pt x="3" y="46"/>
                    <a:pt x="8" y="45"/>
                    <a:pt x="10" y="45"/>
                  </a:cubicBezTo>
                  <a:cubicBezTo>
                    <a:pt x="11" y="30"/>
                    <a:pt x="12" y="16"/>
                    <a:pt x="15" y="2"/>
                  </a:cubicBezTo>
                  <a:cubicBezTo>
                    <a:pt x="13" y="1"/>
                    <a:pt x="10" y="2"/>
                    <a:pt x="8" y="1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945" name="Freeform 735">
              <a:extLst>
                <a:ext uri="{FF2B5EF4-FFF2-40B4-BE49-F238E27FC236}">
                  <a16:creationId xmlns:a16="http://schemas.microsoft.com/office/drawing/2014/main" id="{8C68CDFE-7F98-4A92-AA46-473540E7F6B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1" y="1989"/>
              <a:ext cx="26" cy="84"/>
            </a:xfrm>
            <a:custGeom>
              <a:avLst/>
              <a:gdLst>
                <a:gd name="T0" fmla="*/ 68 w 16"/>
                <a:gd name="T1" fmla="*/ 21 h 49"/>
                <a:gd name="T2" fmla="*/ 55 w 16"/>
                <a:gd name="T3" fmla="*/ 65 h 49"/>
                <a:gd name="T4" fmla="*/ 42 w 16"/>
                <a:gd name="T5" fmla="*/ 147 h 49"/>
                <a:gd name="T6" fmla="*/ 34 w 16"/>
                <a:gd name="T7" fmla="*/ 247 h 49"/>
                <a:gd name="T8" fmla="*/ 5 w 16"/>
                <a:gd name="T9" fmla="*/ 206 h 49"/>
                <a:gd name="T10" fmla="*/ 18 w 16"/>
                <a:gd name="T11" fmla="*/ 106 h 49"/>
                <a:gd name="T12" fmla="*/ 34 w 16"/>
                <a:gd name="T13" fmla="*/ 15 h 49"/>
                <a:gd name="T14" fmla="*/ 68 w 16"/>
                <a:gd name="T15" fmla="*/ 15 h 4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" h="49">
                  <a:moveTo>
                    <a:pt x="16" y="4"/>
                  </a:moveTo>
                  <a:cubicBezTo>
                    <a:pt x="16" y="7"/>
                    <a:pt x="14" y="10"/>
                    <a:pt x="13" y="13"/>
                  </a:cubicBezTo>
                  <a:cubicBezTo>
                    <a:pt x="12" y="18"/>
                    <a:pt x="11" y="23"/>
                    <a:pt x="10" y="29"/>
                  </a:cubicBezTo>
                  <a:cubicBezTo>
                    <a:pt x="9" y="35"/>
                    <a:pt x="8" y="42"/>
                    <a:pt x="8" y="49"/>
                  </a:cubicBezTo>
                  <a:cubicBezTo>
                    <a:pt x="7" y="46"/>
                    <a:pt x="2" y="44"/>
                    <a:pt x="1" y="41"/>
                  </a:cubicBezTo>
                  <a:cubicBezTo>
                    <a:pt x="0" y="37"/>
                    <a:pt x="4" y="26"/>
                    <a:pt x="4" y="21"/>
                  </a:cubicBezTo>
                  <a:cubicBezTo>
                    <a:pt x="5" y="17"/>
                    <a:pt x="6" y="7"/>
                    <a:pt x="8" y="3"/>
                  </a:cubicBezTo>
                  <a:cubicBezTo>
                    <a:pt x="10" y="0"/>
                    <a:pt x="13" y="2"/>
                    <a:pt x="16" y="3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946" name="Freeform 736">
              <a:extLst>
                <a:ext uri="{FF2B5EF4-FFF2-40B4-BE49-F238E27FC236}">
                  <a16:creationId xmlns:a16="http://schemas.microsoft.com/office/drawing/2014/main" id="{AFD44D93-C152-4E11-ABCC-B2A7F6C8DD61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7" y="2039"/>
              <a:ext cx="23" cy="74"/>
            </a:xfrm>
            <a:custGeom>
              <a:avLst/>
              <a:gdLst>
                <a:gd name="T0" fmla="*/ 62 w 14"/>
                <a:gd name="T1" fmla="*/ 5 h 43"/>
                <a:gd name="T2" fmla="*/ 58 w 14"/>
                <a:gd name="T3" fmla="*/ 143 h 43"/>
                <a:gd name="T4" fmla="*/ 58 w 14"/>
                <a:gd name="T5" fmla="*/ 219 h 43"/>
                <a:gd name="T6" fmla="*/ 5 w 14"/>
                <a:gd name="T7" fmla="*/ 210 h 43"/>
                <a:gd name="T8" fmla="*/ 13 w 14"/>
                <a:gd name="T9" fmla="*/ 83 h 43"/>
                <a:gd name="T10" fmla="*/ 21 w 14"/>
                <a:gd name="T11" fmla="*/ 0 h 43"/>
                <a:gd name="T12" fmla="*/ 58 w 14"/>
                <a:gd name="T13" fmla="*/ 5 h 4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" h="43">
                  <a:moveTo>
                    <a:pt x="14" y="1"/>
                  </a:moveTo>
                  <a:cubicBezTo>
                    <a:pt x="14" y="10"/>
                    <a:pt x="13" y="19"/>
                    <a:pt x="13" y="28"/>
                  </a:cubicBezTo>
                  <a:cubicBezTo>
                    <a:pt x="13" y="33"/>
                    <a:pt x="13" y="38"/>
                    <a:pt x="13" y="43"/>
                  </a:cubicBezTo>
                  <a:cubicBezTo>
                    <a:pt x="9" y="41"/>
                    <a:pt x="5" y="42"/>
                    <a:pt x="1" y="41"/>
                  </a:cubicBezTo>
                  <a:cubicBezTo>
                    <a:pt x="0" y="33"/>
                    <a:pt x="1" y="24"/>
                    <a:pt x="3" y="16"/>
                  </a:cubicBezTo>
                  <a:cubicBezTo>
                    <a:pt x="3" y="11"/>
                    <a:pt x="6" y="5"/>
                    <a:pt x="5" y="0"/>
                  </a:cubicBezTo>
                  <a:cubicBezTo>
                    <a:pt x="8" y="1"/>
                    <a:pt x="11" y="0"/>
                    <a:pt x="13" y="1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947" name="Freeform 737">
              <a:extLst>
                <a:ext uri="{FF2B5EF4-FFF2-40B4-BE49-F238E27FC236}">
                  <a16:creationId xmlns:a16="http://schemas.microsoft.com/office/drawing/2014/main" id="{176D6D1D-EE99-4308-AB2E-D232947838B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1" y="1970"/>
              <a:ext cx="651" cy="1962"/>
            </a:xfrm>
            <a:custGeom>
              <a:avLst/>
              <a:gdLst>
                <a:gd name="T0" fmla="*/ 793 w 403"/>
                <a:gd name="T1" fmla="*/ 5397 h 1139"/>
                <a:gd name="T2" fmla="*/ 793 w 403"/>
                <a:gd name="T3" fmla="*/ 5392 h 1139"/>
                <a:gd name="T4" fmla="*/ 817 w 403"/>
                <a:gd name="T5" fmla="*/ 4349 h 1139"/>
                <a:gd name="T6" fmla="*/ 780 w 403"/>
                <a:gd name="T7" fmla="*/ 3268 h 1139"/>
                <a:gd name="T8" fmla="*/ 835 w 403"/>
                <a:gd name="T9" fmla="*/ 1662 h 1139"/>
                <a:gd name="T10" fmla="*/ 861 w 403"/>
                <a:gd name="T11" fmla="*/ 2892 h 1139"/>
                <a:gd name="T12" fmla="*/ 877 w 403"/>
                <a:gd name="T13" fmla="*/ 3531 h 1139"/>
                <a:gd name="T14" fmla="*/ 861 w 403"/>
                <a:gd name="T15" fmla="*/ 4272 h 1139"/>
                <a:gd name="T16" fmla="*/ 838 w 403"/>
                <a:gd name="T17" fmla="*/ 4916 h 1139"/>
                <a:gd name="T18" fmla="*/ 775 w 403"/>
                <a:gd name="T19" fmla="*/ 5567 h 1139"/>
                <a:gd name="T20" fmla="*/ 1475 w 403"/>
                <a:gd name="T21" fmla="*/ 5536 h 1139"/>
                <a:gd name="T22" fmla="*/ 1425 w 403"/>
                <a:gd name="T23" fmla="*/ 5278 h 1139"/>
                <a:gd name="T24" fmla="*/ 1441 w 403"/>
                <a:gd name="T25" fmla="*/ 4287 h 1139"/>
                <a:gd name="T26" fmla="*/ 1464 w 403"/>
                <a:gd name="T27" fmla="*/ 3261 h 1139"/>
                <a:gd name="T28" fmla="*/ 1501 w 403"/>
                <a:gd name="T29" fmla="*/ 2866 h 1139"/>
                <a:gd name="T30" fmla="*/ 1543 w 403"/>
                <a:gd name="T31" fmla="*/ 2418 h 1139"/>
                <a:gd name="T32" fmla="*/ 1543 w 403"/>
                <a:gd name="T33" fmla="*/ 189 h 1139"/>
                <a:gd name="T34" fmla="*/ 1514 w 403"/>
                <a:gd name="T35" fmla="*/ 0 h 1139"/>
                <a:gd name="T36" fmla="*/ 838 w 403"/>
                <a:gd name="T37" fmla="*/ 210 h 1139"/>
                <a:gd name="T38" fmla="*/ 144 w 403"/>
                <a:gd name="T39" fmla="*/ 36 h 1139"/>
                <a:gd name="T40" fmla="*/ 123 w 403"/>
                <a:gd name="T41" fmla="*/ 198 h 1139"/>
                <a:gd name="T42" fmla="*/ 136 w 403"/>
                <a:gd name="T43" fmla="*/ 2484 h 1139"/>
                <a:gd name="T44" fmla="*/ 149 w 403"/>
                <a:gd name="T45" fmla="*/ 2872 h 1139"/>
                <a:gd name="T46" fmla="*/ 207 w 403"/>
                <a:gd name="T47" fmla="*/ 3380 h 1139"/>
                <a:gd name="T48" fmla="*/ 199 w 403"/>
                <a:gd name="T49" fmla="*/ 4003 h 1139"/>
                <a:gd name="T50" fmla="*/ 199 w 403"/>
                <a:gd name="T51" fmla="*/ 5080 h 1139"/>
                <a:gd name="T52" fmla="*/ 165 w 403"/>
                <a:gd name="T53" fmla="*/ 5617 h 1139"/>
                <a:gd name="T54" fmla="*/ 830 w 403"/>
                <a:gd name="T55" fmla="*/ 5631 h 1139"/>
                <a:gd name="T56" fmla="*/ 830 w 403"/>
                <a:gd name="T57" fmla="*/ 5629 h 1139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403" h="1139">
                  <a:moveTo>
                    <a:pt x="188" y="1056"/>
                  </a:moveTo>
                  <a:cubicBezTo>
                    <a:pt x="188" y="1056"/>
                    <a:pt x="188" y="1056"/>
                    <a:pt x="188" y="1055"/>
                  </a:cubicBezTo>
                  <a:cubicBezTo>
                    <a:pt x="183" y="1041"/>
                    <a:pt x="203" y="903"/>
                    <a:pt x="194" y="851"/>
                  </a:cubicBezTo>
                  <a:cubicBezTo>
                    <a:pt x="185" y="799"/>
                    <a:pt x="189" y="673"/>
                    <a:pt x="185" y="639"/>
                  </a:cubicBezTo>
                  <a:cubicBezTo>
                    <a:pt x="180" y="606"/>
                    <a:pt x="203" y="365"/>
                    <a:pt x="198" y="325"/>
                  </a:cubicBezTo>
                  <a:cubicBezTo>
                    <a:pt x="198" y="325"/>
                    <a:pt x="197" y="536"/>
                    <a:pt x="204" y="566"/>
                  </a:cubicBezTo>
                  <a:cubicBezTo>
                    <a:pt x="212" y="596"/>
                    <a:pt x="209" y="651"/>
                    <a:pt x="208" y="691"/>
                  </a:cubicBezTo>
                  <a:cubicBezTo>
                    <a:pt x="207" y="731"/>
                    <a:pt x="198" y="793"/>
                    <a:pt x="204" y="836"/>
                  </a:cubicBezTo>
                  <a:cubicBezTo>
                    <a:pt x="210" y="879"/>
                    <a:pt x="199" y="927"/>
                    <a:pt x="199" y="962"/>
                  </a:cubicBezTo>
                  <a:cubicBezTo>
                    <a:pt x="199" y="998"/>
                    <a:pt x="184" y="1069"/>
                    <a:pt x="184" y="1089"/>
                  </a:cubicBezTo>
                  <a:cubicBezTo>
                    <a:pt x="184" y="1109"/>
                    <a:pt x="297" y="1139"/>
                    <a:pt x="350" y="1083"/>
                  </a:cubicBezTo>
                  <a:cubicBezTo>
                    <a:pt x="350" y="1083"/>
                    <a:pt x="346" y="1051"/>
                    <a:pt x="338" y="1033"/>
                  </a:cubicBezTo>
                  <a:cubicBezTo>
                    <a:pt x="329" y="1014"/>
                    <a:pt x="349" y="886"/>
                    <a:pt x="342" y="839"/>
                  </a:cubicBezTo>
                  <a:cubicBezTo>
                    <a:pt x="337" y="800"/>
                    <a:pt x="347" y="664"/>
                    <a:pt x="347" y="638"/>
                  </a:cubicBezTo>
                  <a:cubicBezTo>
                    <a:pt x="347" y="612"/>
                    <a:pt x="356" y="586"/>
                    <a:pt x="356" y="561"/>
                  </a:cubicBezTo>
                  <a:cubicBezTo>
                    <a:pt x="356" y="535"/>
                    <a:pt x="368" y="494"/>
                    <a:pt x="366" y="473"/>
                  </a:cubicBezTo>
                  <a:cubicBezTo>
                    <a:pt x="362" y="427"/>
                    <a:pt x="403" y="320"/>
                    <a:pt x="366" y="37"/>
                  </a:cubicBezTo>
                  <a:cubicBezTo>
                    <a:pt x="359" y="0"/>
                    <a:pt x="359" y="0"/>
                    <a:pt x="359" y="0"/>
                  </a:cubicBezTo>
                  <a:cubicBezTo>
                    <a:pt x="359" y="0"/>
                    <a:pt x="283" y="36"/>
                    <a:pt x="199" y="41"/>
                  </a:cubicBezTo>
                  <a:cubicBezTo>
                    <a:pt x="116" y="46"/>
                    <a:pt x="34" y="7"/>
                    <a:pt x="34" y="7"/>
                  </a:cubicBezTo>
                  <a:cubicBezTo>
                    <a:pt x="29" y="39"/>
                    <a:pt x="29" y="39"/>
                    <a:pt x="29" y="39"/>
                  </a:cubicBezTo>
                  <a:cubicBezTo>
                    <a:pt x="29" y="39"/>
                    <a:pt x="0" y="328"/>
                    <a:pt x="32" y="486"/>
                  </a:cubicBezTo>
                  <a:cubicBezTo>
                    <a:pt x="39" y="518"/>
                    <a:pt x="28" y="541"/>
                    <a:pt x="35" y="562"/>
                  </a:cubicBezTo>
                  <a:cubicBezTo>
                    <a:pt x="42" y="583"/>
                    <a:pt x="45" y="643"/>
                    <a:pt x="49" y="661"/>
                  </a:cubicBezTo>
                  <a:cubicBezTo>
                    <a:pt x="54" y="678"/>
                    <a:pt x="43" y="746"/>
                    <a:pt x="47" y="783"/>
                  </a:cubicBezTo>
                  <a:cubicBezTo>
                    <a:pt x="50" y="821"/>
                    <a:pt x="46" y="955"/>
                    <a:pt x="47" y="994"/>
                  </a:cubicBezTo>
                  <a:cubicBezTo>
                    <a:pt x="48" y="1033"/>
                    <a:pt x="33" y="1085"/>
                    <a:pt x="39" y="1099"/>
                  </a:cubicBezTo>
                  <a:cubicBezTo>
                    <a:pt x="45" y="1114"/>
                    <a:pt x="149" y="1129"/>
                    <a:pt x="197" y="1102"/>
                  </a:cubicBezTo>
                  <a:cubicBezTo>
                    <a:pt x="197" y="1102"/>
                    <a:pt x="197" y="1102"/>
                    <a:pt x="197" y="1101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948" name="Freeform 738">
              <a:extLst>
                <a:ext uri="{FF2B5EF4-FFF2-40B4-BE49-F238E27FC236}">
                  <a16:creationId xmlns:a16="http://schemas.microsoft.com/office/drawing/2014/main" id="{CB0BBFA8-5302-4B91-A50C-ED52AB5C3F4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8" y="2094"/>
              <a:ext cx="119" cy="148"/>
            </a:xfrm>
            <a:custGeom>
              <a:avLst/>
              <a:gdLst>
                <a:gd name="T0" fmla="*/ 261 w 74"/>
                <a:gd name="T1" fmla="*/ 5 h 86"/>
                <a:gd name="T2" fmla="*/ 259 w 74"/>
                <a:gd name="T3" fmla="*/ 0 h 86"/>
                <a:gd name="T4" fmla="*/ 307 w 74"/>
                <a:gd name="T5" fmla="*/ 9 h 86"/>
                <a:gd name="T6" fmla="*/ 259 w 74"/>
                <a:gd name="T7" fmla="*/ 148 h 86"/>
                <a:gd name="T8" fmla="*/ 154 w 74"/>
                <a:gd name="T9" fmla="*/ 337 h 86"/>
                <a:gd name="T10" fmla="*/ 0 w 74"/>
                <a:gd name="T11" fmla="*/ 439 h 8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4" h="86">
                  <a:moveTo>
                    <a:pt x="63" y="1"/>
                  </a:moveTo>
                  <a:cubicBezTo>
                    <a:pt x="63" y="1"/>
                    <a:pt x="63" y="1"/>
                    <a:pt x="62" y="0"/>
                  </a:cubicBezTo>
                  <a:cubicBezTo>
                    <a:pt x="66" y="1"/>
                    <a:pt x="70" y="4"/>
                    <a:pt x="74" y="2"/>
                  </a:cubicBezTo>
                  <a:cubicBezTo>
                    <a:pt x="71" y="11"/>
                    <a:pt x="66" y="21"/>
                    <a:pt x="62" y="29"/>
                  </a:cubicBezTo>
                  <a:cubicBezTo>
                    <a:pt x="55" y="42"/>
                    <a:pt x="48" y="56"/>
                    <a:pt x="37" y="66"/>
                  </a:cubicBezTo>
                  <a:cubicBezTo>
                    <a:pt x="26" y="76"/>
                    <a:pt x="12" y="80"/>
                    <a:pt x="0" y="86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949" name="Freeform 739">
              <a:extLst>
                <a:ext uri="{FF2B5EF4-FFF2-40B4-BE49-F238E27FC236}">
                  <a16:creationId xmlns:a16="http://schemas.microsoft.com/office/drawing/2014/main" id="{28B49AA5-0FE1-4146-AD6D-B803998C6713}"/>
                </a:ext>
              </a:extLst>
            </p:cNvPr>
            <p:cNvSpPr>
              <a:spLocks/>
            </p:cNvSpPr>
            <p:nvPr/>
          </p:nvSpPr>
          <p:spPr bwMode="auto">
            <a:xfrm>
              <a:off x="5117" y="2085"/>
              <a:ext cx="156" cy="104"/>
            </a:xfrm>
            <a:custGeom>
              <a:avLst/>
              <a:gdLst>
                <a:gd name="T0" fmla="*/ 34 w 97"/>
                <a:gd name="T1" fmla="*/ 0 h 60"/>
                <a:gd name="T2" fmla="*/ 0 w 97"/>
                <a:gd name="T3" fmla="*/ 16 h 60"/>
                <a:gd name="T4" fmla="*/ 76 w 97"/>
                <a:gd name="T5" fmla="*/ 151 h 60"/>
                <a:gd name="T6" fmla="*/ 220 w 97"/>
                <a:gd name="T7" fmla="*/ 270 h 60"/>
                <a:gd name="T8" fmla="*/ 404 w 97"/>
                <a:gd name="T9" fmla="*/ 312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7" h="60">
                  <a:moveTo>
                    <a:pt x="8" y="0"/>
                  </a:moveTo>
                  <a:cubicBezTo>
                    <a:pt x="5" y="0"/>
                    <a:pt x="2" y="2"/>
                    <a:pt x="0" y="3"/>
                  </a:cubicBezTo>
                  <a:cubicBezTo>
                    <a:pt x="0" y="12"/>
                    <a:pt x="13" y="24"/>
                    <a:pt x="18" y="29"/>
                  </a:cubicBezTo>
                  <a:cubicBezTo>
                    <a:pt x="29" y="38"/>
                    <a:pt x="41" y="46"/>
                    <a:pt x="53" y="52"/>
                  </a:cubicBezTo>
                  <a:cubicBezTo>
                    <a:pt x="68" y="58"/>
                    <a:pt x="81" y="60"/>
                    <a:pt x="97" y="6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950" name="Freeform 740">
              <a:extLst>
                <a:ext uri="{FF2B5EF4-FFF2-40B4-BE49-F238E27FC236}">
                  <a16:creationId xmlns:a16="http://schemas.microsoft.com/office/drawing/2014/main" id="{ECA0CB35-265F-4A14-9BC7-BEC4460BC997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6" y="2090"/>
              <a:ext cx="133" cy="99"/>
            </a:xfrm>
            <a:custGeom>
              <a:avLst/>
              <a:gdLst>
                <a:gd name="T0" fmla="*/ 0 w 82"/>
                <a:gd name="T1" fmla="*/ 73 h 57"/>
                <a:gd name="T2" fmla="*/ 34 w 82"/>
                <a:gd name="T3" fmla="*/ 78 h 57"/>
                <a:gd name="T4" fmla="*/ 84 w 82"/>
                <a:gd name="T5" fmla="*/ 73 h 57"/>
                <a:gd name="T6" fmla="*/ 178 w 82"/>
                <a:gd name="T7" fmla="*/ 57 h 57"/>
                <a:gd name="T8" fmla="*/ 316 w 82"/>
                <a:gd name="T9" fmla="*/ 0 h 57"/>
                <a:gd name="T10" fmla="*/ 337 w 82"/>
                <a:gd name="T11" fmla="*/ 177 h 57"/>
                <a:gd name="T12" fmla="*/ 350 w 82"/>
                <a:gd name="T13" fmla="*/ 299 h 5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2" h="57">
                  <a:moveTo>
                    <a:pt x="0" y="14"/>
                  </a:moveTo>
                  <a:cubicBezTo>
                    <a:pt x="2" y="13"/>
                    <a:pt x="5" y="15"/>
                    <a:pt x="8" y="15"/>
                  </a:cubicBezTo>
                  <a:cubicBezTo>
                    <a:pt x="12" y="15"/>
                    <a:pt x="16" y="14"/>
                    <a:pt x="20" y="14"/>
                  </a:cubicBezTo>
                  <a:cubicBezTo>
                    <a:pt x="27" y="13"/>
                    <a:pt x="35" y="12"/>
                    <a:pt x="42" y="11"/>
                  </a:cubicBezTo>
                  <a:cubicBezTo>
                    <a:pt x="54" y="9"/>
                    <a:pt x="64" y="5"/>
                    <a:pt x="74" y="0"/>
                  </a:cubicBezTo>
                  <a:cubicBezTo>
                    <a:pt x="76" y="11"/>
                    <a:pt x="78" y="23"/>
                    <a:pt x="79" y="34"/>
                  </a:cubicBezTo>
                  <a:cubicBezTo>
                    <a:pt x="79" y="42"/>
                    <a:pt x="82" y="50"/>
                    <a:pt x="82" y="57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951" name="Freeform 741">
              <a:extLst>
                <a:ext uri="{FF2B5EF4-FFF2-40B4-BE49-F238E27FC236}">
                  <a16:creationId xmlns:a16="http://schemas.microsoft.com/office/drawing/2014/main" id="{0322AF6C-1AEB-47F9-9C82-3B050CA9E6A2}"/>
                </a:ext>
              </a:extLst>
            </p:cNvPr>
            <p:cNvSpPr>
              <a:spLocks/>
            </p:cNvSpPr>
            <p:nvPr/>
          </p:nvSpPr>
          <p:spPr bwMode="auto">
            <a:xfrm>
              <a:off x="5225" y="2108"/>
              <a:ext cx="18" cy="20"/>
            </a:xfrm>
            <a:custGeom>
              <a:avLst/>
              <a:gdLst>
                <a:gd name="T0" fmla="*/ 26 w 11"/>
                <a:gd name="T1" fmla="*/ 5 h 12"/>
                <a:gd name="T2" fmla="*/ 21 w 11"/>
                <a:gd name="T3" fmla="*/ 50 h 12"/>
                <a:gd name="T4" fmla="*/ 26 w 11"/>
                <a:gd name="T5" fmla="*/ 13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2">
                  <a:moveTo>
                    <a:pt x="6" y="1"/>
                  </a:moveTo>
                  <a:cubicBezTo>
                    <a:pt x="1" y="1"/>
                    <a:pt x="0" y="11"/>
                    <a:pt x="5" y="11"/>
                  </a:cubicBezTo>
                  <a:cubicBezTo>
                    <a:pt x="11" y="12"/>
                    <a:pt x="11" y="0"/>
                    <a:pt x="6" y="3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952" name="Freeform 742">
              <a:extLst>
                <a:ext uri="{FF2B5EF4-FFF2-40B4-BE49-F238E27FC236}">
                  <a16:creationId xmlns:a16="http://schemas.microsoft.com/office/drawing/2014/main" id="{C111E6AA-D5BD-41FC-A806-DBEB50B67797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2" y="2135"/>
              <a:ext cx="10" cy="2"/>
            </a:xfrm>
            <a:custGeom>
              <a:avLst/>
              <a:gdLst>
                <a:gd name="T0" fmla="*/ 0 w 6"/>
                <a:gd name="T1" fmla="*/ 0 h 1"/>
                <a:gd name="T2" fmla="*/ 28 w 6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">
                  <a:moveTo>
                    <a:pt x="0" y="0"/>
                  </a:moveTo>
                  <a:cubicBezTo>
                    <a:pt x="2" y="1"/>
                    <a:pt x="4" y="1"/>
                    <a:pt x="6" y="1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953" name="Freeform 743">
              <a:extLst>
                <a:ext uri="{FF2B5EF4-FFF2-40B4-BE49-F238E27FC236}">
                  <a16:creationId xmlns:a16="http://schemas.microsoft.com/office/drawing/2014/main" id="{5F634801-55E7-4867-A70D-A896A05651F7}"/>
                </a:ext>
              </a:extLst>
            </p:cNvPr>
            <p:cNvSpPr>
              <a:spLocks/>
            </p:cNvSpPr>
            <p:nvPr/>
          </p:nvSpPr>
          <p:spPr bwMode="auto">
            <a:xfrm>
              <a:off x="5173" y="2134"/>
              <a:ext cx="10" cy="1"/>
            </a:xfrm>
            <a:custGeom>
              <a:avLst/>
              <a:gdLst>
                <a:gd name="T0" fmla="*/ 0 w 6"/>
                <a:gd name="T1" fmla="*/ 1 h 1"/>
                <a:gd name="T2" fmla="*/ 28 w 6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">
                  <a:moveTo>
                    <a:pt x="0" y="1"/>
                  </a:moveTo>
                  <a:cubicBezTo>
                    <a:pt x="2" y="1"/>
                    <a:pt x="4" y="0"/>
                    <a:pt x="6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954" name="Freeform 744">
              <a:extLst>
                <a:ext uri="{FF2B5EF4-FFF2-40B4-BE49-F238E27FC236}">
                  <a16:creationId xmlns:a16="http://schemas.microsoft.com/office/drawing/2014/main" id="{56D0B3CF-2945-48FC-95E6-8F56776E1BB0}"/>
                </a:ext>
              </a:extLst>
            </p:cNvPr>
            <p:cNvSpPr>
              <a:spLocks/>
            </p:cNvSpPr>
            <p:nvPr/>
          </p:nvSpPr>
          <p:spPr bwMode="auto">
            <a:xfrm>
              <a:off x="5194" y="2130"/>
              <a:ext cx="10" cy="2"/>
            </a:xfrm>
            <a:custGeom>
              <a:avLst/>
              <a:gdLst>
                <a:gd name="T0" fmla="*/ 0 w 6"/>
                <a:gd name="T1" fmla="*/ 8 h 1"/>
                <a:gd name="T2" fmla="*/ 28 w 6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">
                  <a:moveTo>
                    <a:pt x="0" y="1"/>
                  </a:moveTo>
                  <a:cubicBezTo>
                    <a:pt x="2" y="1"/>
                    <a:pt x="5" y="1"/>
                    <a:pt x="6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955" name="Freeform 745">
              <a:extLst>
                <a:ext uri="{FF2B5EF4-FFF2-40B4-BE49-F238E27FC236}">
                  <a16:creationId xmlns:a16="http://schemas.microsoft.com/office/drawing/2014/main" id="{AA780A54-B6EF-4A0E-9F25-931098DC2A78}"/>
                </a:ext>
              </a:extLst>
            </p:cNvPr>
            <p:cNvSpPr>
              <a:spLocks/>
            </p:cNvSpPr>
            <p:nvPr/>
          </p:nvSpPr>
          <p:spPr bwMode="auto">
            <a:xfrm>
              <a:off x="5215" y="2125"/>
              <a:ext cx="5" cy="2"/>
            </a:xfrm>
            <a:custGeom>
              <a:avLst/>
              <a:gdLst>
                <a:gd name="T0" fmla="*/ 0 w 3"/>
                <a:gd name="T1" fmla="*/ 8 h 1"/>
                <a:gd name="T2" fmla="*/ 13 w 3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">
                  <a:moveTo>
                    <a:pt x="0" y="1"/>
                  </a:moveTo>
                  <a:cubicBezTo>
                    <a:pt x="0" y="1"/>
                    <a:pt x="2" y="1"/>
                    <a:pt x="3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956" name="Freeform 746">
              <a:extLst>
                <a:ext uri="{FF2B5EF4-FFF2-40B4-BE49-F238E27FC236}">
                  <a16:creationId xmlns:a16="http://schemas.microsoft.com/office/drawing/2014/main" id="{19DAD500-A9F3-4CCC-B08E-296194D04A72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5" y="2132"/>
              <a:ext cx="73" cy="188"/>
            </a:xfrm>
            <a:custGeom>
              <a:avLst/>
              <a:gdLst>
                <a:gd name="T0" fmla="*/ 191 w 45"/>
                <a:gd name="T1" fmla="*/ 559 h 109"/>
                <a:gd name="T2" fmla="*/ 39 w 45"/>
                <a:gd name="T3" fmla="*/ 0 h 109"/>
                <a:gd name="T4" fmla="*/ 177 w 45"/>
                <a:gd name="T5" fmla="*/ 550 h 10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5" h="109">
                  <a:moveTo>
                    <a:pt x="45" y="109"/>
                  </a:moveTo>
                  <a:cubicBezTo>
                    <a:pt x="19" y="86"/>
                    <a:pt x="10" y="34"/>
                    <a:pt x="9" y="0"/>
                  </a:cubicBezTo>
                  <a:cubicBezTo>
                    <a:pt x="0" y="32"/>
                    <a:pt x="6" y="101"/>
                    <a:pt x="41" y="107"/>
                  </a:cubicBezTo>
                </a:path>
              </a:pathLst>
            </a:custGeom>
            <a:solidFill>
              <a:srgbClr val="839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957" name="Freeform 747">
              <a:extLst>
                <a:ext uri="{FF2B5EF4-FFF2-40B4-BE49-F238E27FC236}">
                  <a16:creationId xmlns:a16="http://schemas.microsoft.com/office/drawing/2014/main" id="{4C5EB4C4-0582-4DA7-8A04-6CE0E847F66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6" y="2163"/>
              <a:ext cx="97" cy="103"/>
            </a:xfrm>
            <a:custGeom>
              <a:avLst/>
              <a:gdLst>
                <a:gd name="T0" fmla="*/ 0 w 60"/>
                <a:gd name="T1" fmla="*/ 247 h 60"/>
                <a:gd name="T2" fmla="*/ 71 w 60"/>
                <a:gd name="T3" fmla="*/ 218 h 60"/>
                <a:gd name="T4" fmla="*/ 144 w 60"/>
                <a:gd name="T5" fmla="*/ 168 h 60"/>
                <a:gd name="T6" fmla="*/ 254 w 60"/>
                <a:gd name="T7" fmla="*/ 0 h 60"/>
                <a:gd name="T8" fmla="*/ 207 w 60"/>
                <a:gd name="T9" fmla="*/ 127 h 60"/>
                <a:gd name="T10" fmla="*/ 131 w 60"/>
                <a:gd name="T11" fmla="*/ 206 h 60"/>
                <a:gd name="T12" fmla="*/ 50 w 60"/>
                <a:gd name="T13" fmla="*/ 259 h 60"/>
                <a:gd name="T14" fmla="*/ 5 w 60"/>
                <a:gd name="T15" fmla="*/ 268 h 6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0" h="60">
                  <a:moveTo>
                    <a:pt x="0" y="49"/>
                  </a:moveTo>
                  <a:cubicBezTo>
                    <a:pt x="5" y="52"/>
                    <a:pt x="13" y="45"/>
                    <a:pt x="17" y="43"/>
                  </a:cubicBezTo>
                  <a:cubicBezTo>
                    <a:pt x="23" y="40"/>
                    <a:pt x="29" y="37"/>
                    <a:pt x="34" y="33"/>
                  </a:cubicBezTo>
                  <a:cubicBezTo>
                    <a:pt x="45" y="23"/>
                    <a:pt x="53" y="14"/>
                    <a:pt x="60" y="0"/>
                  </a:cubicBezTo>
                  <a:cubicBezTo>
                    <a:pt x="60" y="7"/>
                    <a:pt x="53" y="20"/>
                    <a:pt x="49" y="25"/>
                  </a:cubicBezTo>
                  <a:cubicBezTo>
                    <a:pt x="44" y="32"/>
                    <a:pt x="37" y="37"/>
                    <a:pt x="31" y="41"/>
                  </a:cubicBezTo>
                  <a:cubicBezTo>
                    <a:pt x="25" y="45"/>
                    <a:pt x="19" y="48"/>
                    <a:pt x="12" y="51"/>
                  </a:cubicBezTo>
                  <a:cubicBezTo>
                    <a:pt x="9" y="53"/>
                    <a:pt x="1" y="60"/>
                    <a:pt x="1" y="53"/>
                  </a:cubicBezTo>
                </a:path>
              </a:pathLst>
            </a:custGeom>
            <a:solidFill>
              <a:srgbClr val="839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958" name="Freeform 748">
              <a:extLst>
                <a:ext uri="{FF2B5EF4-FFF2-40B4-BE49-F238E27FC236}">
                  <a16:creationId xmlns:a16="http://schemas.microsoft.com/office/drawing/2014/main" id="{8D8173EE-2B26-4FA7-A975-3EAFF1B94BA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9" y="2025"/>
              <a:ext cx="16" cy="65"/>
            </a:xfrm>
            <a:custGeom>
              <a:avLst/>
              <a:gdLst>
                <a:gd name="T0" fmla="*/ 26 w 10"/>
                <a:gd name="T1" fmla="*/ 0 h 38"/>
                <a:gd name="T2" fmla="*/ 5 w 10"/>
                <a:gd name="T3" fmla="*/ 190 h 38"/>
                <a:gd name="T4" fmla="*/ 21 w 10"/>
                <a:gd name="T5" fmla="*/ 86 h 38"/>
                <a:gd name="T6" fmla="*/ 29 w 10"/>
                <a:gd name="T7" fmla="*/ 0 h 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38">
                  <a:moveTo>
                    <a:pt x="6" y="0"/>
                  </a:moveTo>
                  <a:cubicBezTo>
                    <a:pt x="9" y="12"/>
                    <a:pt x="0" y="26"/>
                    <a:pt x="1" y="38"/>
                  </a:cubicBezTo>
                  <a:cubicBezTo>
                    <a:pt x="4" y="36"/>
                    <a:pt x="4" y="22"/>
                    <a:pt x="5" y="17"/>
                  </a:cubicBezTo>
                  <a:cubicBezTo>
                    <a:pt x="6" y="13"/>
                    <a:pt x="10" y="4"/>
                    <a:pt x="7" y="0"/>
                  </a:cubicBezTo>
                </a:path>
              </a:pathLst>
            </a:custGeom>
            <a:solidFill>
              <a:srgbClr val="839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959" name="Freeform 749">
              <a:extLst>
                <a:ext uri="{FF2B5EF4-FFF2-40B4-BE49-F238E27FC236}">
                  <a16:creationId xmlns:a16="http://schemas.microsoft.com/office/drawing/2014/main" id="{3B141F3E-EC2F-4319-9B74-3A598CBBC0E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2" y="1997"/>
              <a:ext cx="18" cy="64"/>
            </a:xfrm>
            <a:custGeom>
              <a:avLst/>
              <a:gdLst>
                <a:gd name="T0" fmla="*/ 41 w 11"/>
                <a:gd name="T1" fmla="*/ 5 h 37"/>
                <a:gd name="T2" fmla="*/ 18 w 11"/>
                <a:gd name="T3" fmla="*/ 114 h 37"/>
                <a:gd name="T4" fmla="*/ 13 w 11"/>
                <a:gd name="T5" fmla="*/ 192 h 37"/>
                <a:gd name="T6" fmla="*/ 29 w 11"/>
                <a:gd name="T7" fmla="*/ 86 h 37"/>
                <a:gd name="T8" fmla="*/ 41 w 11"/>
                <a:gd name="T9" fmla="*/ 0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37">
                  <a:moveTo>
                    <a:pt x="9" y="1"/>
                  </a:moveTo>
                  <a:cubicBezTo>
                    <a:pt x="6" y="5"/>
                    <a:pt x="5" y="16"/>
                    <a:pt x="4" y="22"/>
                  </a:cubicBezTo>
                  <a:cubicBezTo>
                    <a:pt x="4" y="25"/>
                    <a:pt x="0" y="34"/>
                    <a:pt x="3" y="37"/>
                  </a:cubicBezTo>
                  <a:cubicBezTo>
                    <a:pt x="6" y="32"/>
                    <a:pt x="6" y="23"/>
                    <a:pt x="7" y="17"/>
                  </a:cubicBezTo>
                  <a:cubicBezTo>
                    <a:pt x="8" y="12"/>
                    <a:pt x="11" y="4"/>
                    <a:pt x="9" y="0"/>
                  </a:cubicBezTo>
                </a:path>
              </a:pathLst>
            </a:custGeom>
            <a:solidFill>
              <a:srgbClr val="839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960" name="Freeform 750">
              <a:extLst>
                <a:ext uri="{FF2B5EF4-FFF2-40B4-BE49-F238E27FC236}">
                  <a16:creationId xmlns:a16="http://schemas.microsoft.com/office/drawing/2014/main" id="{447B9153-7B44-482A-8CE7-15A125AF1A52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0" y="2044"/>
              <a:ext cx="13" cy="62"/>
            </a:xfrm>
            <a:custGeom>
              <a:avLst/>
              <a:gdLst>
                <a:gd name="T0" fmla="*/ 26 w 8"/>
                <a:gd name="T1" fmla="*/ 5 h 36"/>
                <a:gd name="T2" fmla="*/ 5 w 8"/>
                <a:gd name="T3" fmla="*/ 177 h 36"/>
                <a:gd name="T4" fmla="*/ 26 w 8"/>
                <a:gd name="T5" fmla="*/ 86 h 36"/>
                <a:gd name="T6" fmla="*/ 34 w 8"/>
                <a:gd name="T7" fmla="*/ 0 h 3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36">
                  <a:moveTo>
                    <a:pt x="6" y="1"/>
                  </a:moveTo>
                  <a:cubicBezTo>
                    <a:pt x="3" y="11"/>
                    <a:pt x="0" y="24"/>
                    <a:pt x="1" y="35"/>
                  </a:cubicBezTo>
                  <a:cubicBezTo>
                    <a:pt x="6" y="36"/>
                    <a:pt x="5" y="21"/>
                    <a:pt x="6" y="17"/>
                  </a:cubicBezTo>
                  <a:cubicBezTo>
                    <a:pt x="6" y="11"/>
                    <a:pt x="8" y="5"/>
                    <a:pt x="8" y="0"/>
                  </a:cubicBezTo>
                </a:path>
              </a:pathLst>
            </a:custGeom>
            <a:solidFill>
              <a:srgbClr val="839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961" name="Freeform 751">
              <a:extLst>
                <a:ext uri="{FF2B5EF4-FFF2-40B4-BE49-F238E27FC236}">
                  <a16:creationId xmlns:a16="http://schemas.microsoft.com/office/drawing/2014/main" id="{60E6ED70-7F74-4C43-AB2F-7E4C4798C372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2" y="2056"/>
              <a:ext cx="11" cy="31"/>
            </a:xfrm>
            <a:custGeom>
              <a:avLst/>
              <a:gdLst>
                <a:gd name="T0" fmla="*/ 27 w 7"/>
                <a:gd name="T1" fmla="*/ 9 h 18"/>
                <a:gd name="T2" fmla="*/ 0 w 7"/>
                <a:gd name="T3" fmla="*/ 41 h 18"/>
                <a:gd name="T4" fmla="*/ 27 w 7"/>
                <a:gd name="T5" fmla="*/ 62 h 18"/>
                <a:gd name="T6" fmla="*/ 22 w 7"/>
                <a:gd name="T7" fmla="*/ 5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18">
                  <a:moveTo>
                    <a:pt x="7" y="2"/>
                  </a:moveTo>
                  <a:cubicBezTo>
                    <a:pt x="3" y="0"/>
                    <a:pt x="0" y="3"/>
                    <a:pt x="0" y="8"/>
                  </a:cubicBezTo>
                  <a:cubicBezTo>
                    <a:pt x="0" y="12"/>
                    <a:pt x="4" y="18"/>
                    <a:pt x="7" y="12"/>
                  </a:cubicBezTo>
                  <a:cubicBezTo>
                    <a:pt x="0" y="12"/>
                    <a:pt x="4" y="3"/>
                    <a:pt x="6" y="1"/>
                  </a:cubicBezTo>
                </a:path>
              </a:pathLst>
            </a:custGeom>
            <a:solidFill>
              <a:srgbClr val="839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962" name="Freeform 752">
              <a:extLst>
                <a:ext uri="{FF2B5EF4-FFF2-40B4-BE49-F238E27FC236}">
                  <a16:creationId xmlns:a16="http://schemas.microsoft.com/office/drawing/2014/main" id="{CC07576C-EE49-4CA8-981B-511888757595}"/>
                </a:ext>
              </a:extLst>
            </p:cNvPr>
            <p:cNvSpPr>
              <a:spLocks/>
            </p:cNvSpPr>
            <p:nvPr/>
          </p:nvSpPr>
          <p:spPr bwMode="auto">
            <a:xfrm>
              <a:off x="5096" y="2028"/>
              <a:ext cx="12" cy="50"/>
            </a:xfrm>
            <a:custGeom>
              <a:avLst/>
              <a:gdLst>
                <a:gd name="T0" fmla="*/ 0 w 8"/>
                <a:gd name="T1" fmla="*/ 9 h 29"/>
                <a:gd name="T2" fmla="*/ 27 w 8"/>
                <a:gd name="T3" fmla="*/ 148 h 29"/>
                <a:gd name="T4" fmla="*/ 5 w 8"/>
                <a:gd name="T5" fmla="*/ 9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29">
                  <a:moveTo>
                    <a:pt x="0" y="2"/>
                  </a:moveTo>
                  <a:cubicBezTo>
                    <a:pt x="5" y="10"/>
                    <a:pt x="5" y="21"/>
                    <a:pt x="8" y="29"/>
                  </a:cubicBezTo>
                  <a:cubicBezTo>
                    <a:pt x="7" y="25"/>
                    <a:pt x="5" y="0"/>
                    <a:pt x="1" y="2"/>
                  </a:cubicBezTo>
                </a:path>
              </a:pathLst>
            </a:custGeom>
            <a:solidFill>
              <a:srgbClr val="839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963" name="Freeform 753">
              <a:extLst>
                <a:ext uri="{FF2B5EF4-FFF2-40B4-BE49-F238E27FC236}">
                  <a16:creationId xmlns:a16="http://schemas.microsoft.com/office/drawing/2014/main" id="{4EF12549-8632-4D88-ACCE-B8D4F8E445AE}"/>
                </a:ext>
              </a:extLst>
            </p:cNvPr>
            <p:cNvSpPr>
              <a:spLocks/>
            </p:cNvSpPr>
            <p:nvPr/>
          </p:nvSpPr>
          <p:spPr bwMode="auto">
            <a:xfrm>
              <a:off x="5160" y="2006"/>
              <a:ext cx="23" cy="59"/>
            </a:xfrm>
            <a:custGeom>
              <a:avLst/>
              <a:gdLst>
                <a:gd name="T0" fmla="*/ 0 w 14"/>
                <a:gd name="T1" fmla="*/ 28 h 34"/>
                <a:gd name="T2" fmla="*/ 26 w 14"/>
                <a:gd name="T3" fmla="*/ 108 h 34"/>
                <a:gd name="T4" fmla="*/ 41 w 14"/>
                <a:gd name="T5" fmla="*/ 177 h 34"/>
                <a:gd name="T6" fmla="*/ 35 w 14"/>
                <a:gd name="T7" fmla="*/ 90 h 34"/>
                <a:gd name="T8" fmla="*/ 0 w 14"/>
                <a:gd name="T9" fmla="*/ 28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34">
                  <a:moveTo>
                    <a:pt x="0" y="5"/>
                  </a:moveTo>
                  <a:cubicBezTo>
                    <a:pt x="2" y="10"/>
                    <a:pt x="4" y="16"/>
                    <a:pt x="6" y="21"/>
                  </a:cubicBezTo>
                  <a:cubicBezTo>
                    <a:pt x="7" y="25"/>
                    <a:pt x="7" y="31"/>
                    <a:pt x="9" y="34"/>
                  </a:cubicBezTo>
                  <a:cubicBezTo>
                    <a:pt x="14" y="30"/>
                    <a:pt x="10" y="22"/>
                    <a:pt x="8" y="17"/>
                  </a:cubicBezTo>
                  <a:cubicBezTo>
                    <a:pt x="7" y="13"/>
                    <a:pt x="5" y="0"/>
                    <a:pt x="0" y="5"/>
                  </a:cubicBezTo>
                </a:path>
              </a:pathLst>
            </a:custGeom>
            <a:solidFill>
              <a:srgbClr val="839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964" name="Freeform 754">
              <a:extLst>
                <a:ext uri="{FF2B5EF4-FFF2-40B4-BE49-F238E27FC236}">
                  <a16:creationId xmlns:a16="http://schemas.microsoft.com/office/drawing/2014/main" id="{E65BB01E-1F4A-4AC4-9142-AF3CB3F0CFD9}"/>
                </a:ext>
              </a:extLst>
            </p:cNvPr>
            <p:cNvSpPr>
              <a:spLocks/>
            </p:cNvSpPr>
            <p:nvPr/>
          </p:nvSpPr>
          <p:spPr bwMode="auto">
            <a:xfrm>
              <a:off x="5226" y="1985"/>
              <a:ext cx="20" cy="59"/>
            </a:xfrm>
            <a:custGeom>
              <a:avLst/>
              <a:gdLst>
                <a:gd name="T0" fmla="*/ 0 w 12"/>
                <a:gd name="T1" fmla="*/ 9 h 34"/>
                <a:gd name="T2" fmla="*/ 42 w 12"/>
                <a:gd name="T3" fmla="*/ 177 h 34"/>
                <a:gd name="T4" fmla="*/ 50 w 12"/>
                <a:gd name="T5" fmla="*/ 168 h 34"/>
                <a:gd name="T6" fmla="*/ 0 w 12"/>
                <a:gd name="T7" fmla="*/ 16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34">
                  <a:moveTo>
                    <a:pt x="0" y="2"/>
                  </a:moveTo>
                  <a:cubicBezTo>
                    <a:pt x="1" y="12"/>
                    <a:pt x="5" y="25"/>
                    <a:pt x="9" y="34"/>
                  </a:cubicBezTo>
                  <a:cubicBezTo>
                    <a:pt x="9" y="34"/>
                    <a:pt x="11" y="33"/>
                    <a:pt x="11" y="32"/>
                  </a:cubicBezTo>
                  <a:cubicBezTo>
                    <a:pt x="12" y="27"/>
                    <a:pt x="4" y="0"/>
                    <a:pt x="0" y="3"/>
                  </a:cubicBezTo>
                </a:path>
              </a:pathLst>
            </a:custGeom>
            <a:solidFill>
              <a:srgbClr val="839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965" name="Freeform 755">
              <a:extLst>
                <a:ext uri="{FF2B5EF4-FFF2-40B4-BE49-F238E27FC236}">
                  <a16:creationId xmlns:a16="http://schemas.microsoft.com/office/drawing/2014/main" id="{580B2CA9-E2E1-4C0E-9198-EE2656253CFF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4" y="2096"/>
              <a:ext cx="112" cy="29"/>
            </a:xfrm>
            <a:custGeom>
              <a:avLst/>
              <a:gdLst>
                <a:gd name="T0" fmla="*/ 5 w 69"/>
                <a:gd name="T1" fmla="*/ 70 h 17"/>
                <a:gd name="T2" fmla="*/ 5 w 69"/>
                <a:gd name="T3" fmla="*/ 70 h 17"/>
                <a:gd name="T4" fmla="*/ 29 w 69"/>
                <a:gd name="T5" fmla="*/ 70 h 17"/>
                <a:gd name="T6" fmla="*/ 63 w 69"/>
                <a:gd name="T7" fmla="*/ 65 h 17"/>
                <a:gd name="T8" fmla="*/ 118 w 69"/>
                <a:gd name="T9" fmla="*/ 55 h 17"/>
                <a:gd name="T10" fmla="*/ 232 w 69"/>
                <a:gd name="T11" fmla="*/ 26 h 17"/>
                <a:gd name="T12" fmla="*/ 269 w 69"/>
                <a:gd name="T13" fmla="*/ 5 h 17"/>
                <a:gd name="T14" fmla="*/ 287 w 69"/>
                <a:gd name="T15" fmla="*/ 0 h 17"/>
                <a:gd name="T16" fmla="*/ 287 w 69"/>
                <a:gd name="T17" fmla="*/ 20 h 17"/>
                <a:gd name="T18" fmla="*/ 253 w 69"/>
                <a:gd name="T19" fmla="*/ 34 h 17"/>
                <a:gd name="T20" fmla="*/ 206 w 69"/>
                <a:gd name="T21" fmla="*/ 55 h 17"/>
                <a:gd name="T22" fmla="*/ 166 w 69"/>
                <a:gd name="T23" fmla="*/ 70 h 17"/>
                <a:gd name="T24" fmla="*/ 131 w 69"/>
                <a:gd name="T25" fmla="*/ 75 h 17"/>
                <a:gd name="T26" fmla="*/ 60 w 69"/>
                <a:gd name="T27" fmla="*/ 84 h 17"/>
                <a:gd name="T28" fmla="*/ 21 w 69"/>
                <a:gd name="T29" fmla="*/ 84 h 17"/>
                <a:gd name="T30" fmla="*/ 5 w 69"/>
                <a:gd name="T31" fmla="*/ 70 h 17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69" h="17">
                  <a:moveTo>
                    <a:pt x="1" y="14"/>
                  </a:moveTo>
                  <a:cubicBezTo>
                    <a:pt x="1" y="14"/>
                    <a:pt x="0" y="13"/>
                    <a:pt x="1" y="14"/>
                  </a:cubicBezTo>
                  <a:cubicBezTo>
                    <a:pt x="3" y="14"/>
                    <a:pt x="5" y="14"/>
                    <a:pt x="7" y="14"/>
                  </a:cubicBezTo>
                  <a:cubicBezTo>
                    <a:pt x="10" y="14"/>
                    <a:pt x="12" y="13"/>
                    <a:pt x="15" y="13"/>
                  </a:cubicBezTo>
                  <a:cubicBezTo>
                    <a:pt x="20" y="13"/>
                    <a:pt x="24" y="12"/>
                    <a:pt x="28" y="11"/>
                  </a:cubicBezTo>
                  <a:cubicBezTo>
                    <a:pt x="37" y="9"/>
                    <a:pt x="45" y="7"/>
                    <a:pt x="54" y="5"/>
                  </a:cubicBezTo>
                  <a:cubicBezTo>
                    <a:pt x="57" y="4"/>
                    <a:pt x="60" y="2"/>
                    <a:pt x="63" y="1"/>
                  </a:cubicBezTo>
                  <a:cubicBezTo>
                    <a:pt x="64" y="1"/>
                    <a:pt x="66" y="0"/>
                    <a:pt x="67" y="0"/>
                  </a:cubicBezTo>
                  <a:cubicBezTo>
                    <a:pt x="69" y="0"/>
                    <a:pt x="69" y="2"/>
                    <a:pt x="67" y="4"/>
                  </a:cubicBezTo>
                  <a:cubicBezTo>
                    <a:pt x="66" y="6"/>
                    <a:pt x="62" y="6"/>
                    <a:pt x="59" y="7"/>
                  </a:cubicBezTo>
                  <a:cubicBezTo>
                    <a:pt x="56" y="9"/>
                    <a:pt x="52" y="11"/>
                    <a:pt x="48" y="11"/>
                  </a:cubicBezTo>
                  <a:cubicBezTo>
                    <a:pt x="45" y="12"/>
                    <a:pt x="42" y="13"/>
                    <a:pt x="39" y="14"/>
                  </a:cubicBezTo>
                  <a:cubicBezTo>
                    <a:pt x="36" y="14"/>
                    <a:pt x="33" y="14"/>
                    <a:pt x="31" y="15"/>
                  </a:cubicBezTo>
                  <a:cubicBezTo>
                    <a:pt x="25" y="16"/>
                    <a:pt x="19" y="17"/>
                    <a:pt x="14" y="17"/>
                  </a:cubicBezTo>
                  <a:cubicBezTo>
                    <a:pt x="11" y="17"/>
                    <a:pt x="8" y="17"/>
                    <a:pt x="5" y="17"/>
                  </a:cubicBezTo>
                  <a:cubicBezTo>
                    <a:pt x="3" y="16"/>
                    <a:pt x="2" y="15"/>
                    <a:pt x="1" y="14"/>
                  </a:cubicBezTo>
                </a:path>
              </a:pathLst>
            </a:custGeom>
            <a:solidFill>
              <a:srgbClr val="839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966" name="Freeform 756">
              <a:extLst>
                <a:ext uri="{FF2B5EF4-FFF2-40B4-BE49-F238E27FC236}">
                  <a16:creationId xmlns:a16="http://schemas.microsoft.com/office/drawing/2014/main" id="{8C10DBFE-65A0-4FFE-B84C-3A08461BCCB6}"/>
                </a:ext>
              </a:extLst>
            </p:cNvPr>
            <p:cNvSpPr>
              <a:spLocks/>
            </p:cNvSpPr>
            <p:nvPr/>
          </p:nvSpPr>
          <p:spPr bwMode="auto">
            <a:xfrm>
              <a:off x="5230" y="2113"/>
              <a:ext cx="6" cy="12"/>
            </a:xfrm>
            <a:custGeom>
              <a:avLst/>
              <a:gdLst>
                <a:gd name="T0" fmla="*/ 12 w 4"/>
                <a:gd name="T1" fmla="*/ 5 h 7"/>
                <a:gd name="T2" fmla="*/ 5 w 4"/>
                <a:gd name="T3" fmla="*/ 29 h 7"/>
                <a:gd name="T4" fmla="*/ 12 w 4"/>
                <a:gd name="T5" fmla="*/ 9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7">
                  <a:moveTo>
                    <a:pt x="3" y="1"/>
                  </a:moveTo>
                  <a:cubicBezTo>
                    <a:pt x="1" y="0"/>
                    <a:pt x="0" y="4"/>
                    <a:pt x="1" y="6"/>
                  </a:cubicBezTo>
                  <a:cubicBezTo>
                    <a:pt x="3" y="7"/>
                    <a:pt x="4" y="3"/>
                    <a:pt x="3" y="2"/>
                  </a:cubicBezTo>
                </a:path>
              </a:pathLst>
            </a:custGeom>
            <a:solidFill>
              <a:srgbClr val="839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967" name="Freeform 757">
              <a:extLst>
                <a:ext uri="{FF2B5EF4-FFF2-40B4-BE49-F238E27FC236}">
                  <a16:creationId xmlns:a16="http://schemas.microsoft.com/office/drawing/2014/main" id="{DA808DE1-EDA2-434E-B50E-AEEBB9CA932C}"/>
                </a:ext>
              </a:extLst>
            </p:cNvPr>
            <p:cNvSpPr>
              <a:spLocks/>
            </p:cNvSpPr>
            <p:nvPr/>
          </p:nvSpPr>
          <p:spPr bwMode="auto">
            <a:xfrm>
              <a:off x="5107" y="2092"/>
              <a:ext cx="81" cy="85"/>
            </a:xfrm>
            <a:custGeom>
              <a:avLst/>
              <a:gdLst>
                <a:gd name="T0" fmla="*/ 8 w 50"/>
                <a:gd name="T1" fmla="*/ 0 h 49"/>
                <a:gd name="T2" fmla="*/ 47 w 50"/>
                <a:gd name="T3" fmla="*/ 85 h 49"/>
                <a:gd name="T4" fmla="*/ 97 w 50"/>
                <a:gd name="T5" fmla="*/ 151 h 49"/>
                <a:gd name="T6" fmla="*/ 152 w 50"/>
                <a:gd name="T7" fmla="*/ 208 h 49"/>
                <a:gd name="T8" fmla="*/ 186 w 50"/>
                <a:gd name="T9" fmla="*/ 234 h 49"/>
                <a:gd name="T10" fmla="*/ 212 w 50"/>
                <a:gd name="T11" fmla="*/ 250 h 49"/>
                <a:gd name="T12" fmla="*/ 123 w 50"/>
                <a:gd name="T13" fmla="*/ 205 h 49"/>
                <a:gd name="T14" fmla="*/ 55 w 50"/>
                <a:gd name="T15" fmla="*/ 120 h 49"/>
                <a:gd name="T16" fmla="*/ 21 w 50"/>
                <a:gd name="T17" fmla="*/ 57 h 49"/>
                <a:gd name="T18" fmla="*/ 0 w 50"/>
                <a:gd name="T19" fmla="*/ 5 h 49"/>
                <a:gd name="T20" fmla="*/ 13 w 50"/>
                <a:gd name="T21" fmla="*/ 5 h 4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0" h="49">
                  <a:moveTo>
                    <a:pt x="2" y="0"/>
                  </a:moveTo>
                  <a:cubicBezTo>
                    <a:pt x="6" y="5"/>
                    <a:pt x="8" y="11"/>
                    <a:pt x="11" y="16"/>
                  </a:cubicBezTo>
                  <a:cubicBezTo>
                    <a:pt x="15" y="21"/>
                    <a:pt x="19" y="25"/>
                    <a:pt x="23" y="29"/>
                  </a:cubicBezTo>
                  <a:cubicBezTo>
                    <a:pt x="27" y="33"/>
                    <a:pt x="31" y="37"/>
                    <a:pt x="36" y="40"/>
                  </a:cubicBezTo>
                  <a:cubicBezTo>
                    <a:pt x="39" y="41"/>
                    <a:pt x="41" y="43"/>
                    <a:pt x="44" y="45"/>
                  </a:cubicBezTo>
                  <a:cubicBezTo>
                    <a:pt x="46" y="46"/>
                    <a:pt x="49" y="47"/>
                    <a:pt x="50" y="48"/>
                  </a:cubicBezTo>
                  <a:cubicBezTo>
                    <a:pt x="42" y="49"/>
                    <a:pt x="35" y="43"/>
                    <a:pt x="29" y="39"/>
                  </a:cubicBezTo>
                  <a:cubicBezTo>
                    <a:pt x="23" y="35"/>
                    <a:pt x="17" y="29"/>
                    <a:pt x="13" y="23"/>
                  </a:cubicBezTo>
                  <a:cubicBezTo>
                    <a:pt x="10" y="19"/>
                    <a:pt x="7" y="15"/>
                    <a:pt x="5" y="11"/>
                  </a:cubicBezTo>
                  <a:cubicBezTo>
                    <a:pt x="3" y="8"/>
                    <a:pt x="0" y="5"/>
                    <a:pt x="0" y="1"/>
                  </a:cubicBezTo>
                  <a:cubicBezTo>
                    <a:pt x="1" y="1"/>
                    <a:pt x="2" y="1"/>
                    <a:pt x="3" y="1"/>
                  </a:cubicBezTo>
                </a:path>
              </a:pathLst>
            </a:custGeom>
            <a:solidFill>
              <a:srgbClr val="839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968" name="Freeform 758">
              <a:extLst>
                <a:ext uri="{FF2B5EF4-FFF2-40B4-BE49-F238E27FC236}">
                  <a16:creationId xmlns:a16="http://schemas.microsoft.com/office/drawing/2014/main" id="{2B5890F3-D095-40AC-A34F-A8773B05CF50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2" y="2101"/>
              <a:ext cx="13" cy="110"/>
            </a:xfrm>
            <a:custGeom>
              <a:avLst/>
              <a:gdLst>
                <a:gd name="T0" fmla="*/ 29 w 8"/>
                <a:gd name="T1" fmla="*/ 9 h 64"/>
                <a:gd name="T2" fmla="*/ 13 w 8"/>
                <a:gd name="T3" fmla="*/ 70 h 64"/>
                <a:gd name="T4" fmla="*/ 13 w 8"/>
                <a:gd name="T5" fmla="*/ 163 h 64"/>
                <a:gd name="T6" fmla="*/ 21 w 8"/>
                <a:gd name="T7" fmla="*/ 248 h 64"/>
                <a:gd name="T8" fmla="*/ 21 w 8"/>
                <a:gd name="T9" fmla="*/ 325 h 64"/>
                <a:gd name="T10" fmla="*/ 13 w 8"/>
                <a:gd name="T11" fmla="*/ 213 h 64"/>
                <a:gd name="T12" fmla="*/ 5 w 8"/>
                <a:gd name="T13" fmla="*/ 100 h 64"/>
                <a:gd name="T14" fmla="*/ 34 w 8"/>
                <a:gd name="T15" fmla="*/ 0 h 6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" h="64">
                  <a:moveTo>
                    <a:pt x="7" y="2"/>
                  </a:moveTo>
                  <a:cubicBezTo>
                    <a:pt x="4" y="3"/>
                    <a:pt x="4" y="10"/>
                    <a:pt x="3" y="14"/>
                  </a:cubicBezTo>
                  <a:cubicBezTo>
                    <a:pt x="3" y="20"/>
                    <a:pt x="3" y="26"/>
                    <a:pt x="3" y="32"/>
                  </a:cubicBezTo>
                  <a:cubicBezTo>
                    <a:pt x="4" y="38"/>
                    <a:pt x="5" y="43"/>
                    <a:pt x="5" y="49"/>
                  </a:cubicBezTo>
                  <a:cubicBezTo>
                    <a:pt x="6" y="53"/>
                    <a:pt x="7" y="60"/>
                    <a:pt x="5" y="64"/>
                  </a:cubicBezTo>
                  <a:cubicBezTo>
                    <a:pt x="4" y="57"/>
                    <a:pt x="3" y="49"/>
                    <a:pt x="3" y="42"/>
                  </a:cubicBezTo>
                  <a:cubicBezTo>
                    <a:pt x="2" y="34"/>
                    <a:pt x="0" y="27"/>
                    <a:pt x="1" y="20"/>
                  </a:cubicBezTo>
                  <a:cubicBezTo>
                    <a:pt x="1" y="13"/>
                    <a:pt x="3" y="3"/>
                    <a:pt x="8" y="0"/>
                  </a:cubicBezTo>
                </a:path>
              </a:pathLst>
            </a:custGeom>
            <a:solidFill>
              <a:srgbClr val="839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969" name="Freeform 759">
              <a:extLst>
                <a:ext uri="{FF2B5EF4-FFF2-40B4-BE49-F238E27FC236}">
                  <a16:creationId xmlns:a16="http://schemas.microsoft.com/office/drawing/2014/main" id="{B07E7895-F323-476B-AEBC-4ED24A38C15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5" y="2919"/>
              <a:ext cx="167" cy="133"/>
            </a:xfrm>
            <a:custGeom>
              <a:avLst/>
              <a:gdLst>
                <a:gd name="T0" fmla="*/ 0 w 103"/>
                <a:gd name="T1" fmla="*/ 0 h 77"/>
                <a:gd name="T2" fmla="*/ 204 w 103"/>
                <a:gd name="T3" fmla="*/ 283 h 77"/>
                <a:gd name="T4" fmla="*/ 439 w 103"/>
                <a:gd name="T5" fmla="*/ 397 h 77"/>
                <a:gd name="T6" fmla="*/ 0 w 103"/>
                <a:gd name="T7" fmla="*/ 28 h 7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3" h="77">
                  <a:moveTo>
                    <a:pt x="0" y="0"/>
                  </a:moveTo>
                  <a:cubicBezTo>
                    <a:pt x="6" y="22"/>
                    <a:pt x="31" y="45"/>
                    <a:pt x="48" y="55"/>
                  </a:cubicBezTo>
                  <a:cubicBezTo>
                    <a:pt x="65" y="66"/>
                    <a:pt x="86" y="65"/>
                    <a:pt x="103" y="77"/>
                  </a:cubicBezTo>
                  <a:cubicBezTo>
                    <a:pt x="56" y="72"/>
                    <a:pt x="11" y="65"/>
                    <a:pt x="0" y="5"/>
                  </a:cubicBezTo>
                </a:path>
              </a:pathLst>
            </a:custGeom>
            <a:solidFill>
              <a:srgbClr val="839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970" name="Freeform 760">
              <a:extLst>
                <a:ext uri="{FF2B5EF4-FFF2-40B4-BE49-F238E27FC236}">
                  <a16:creationId xmlns:a16="http://schemas.microsoft.com/office/drawing/2014/main" id="{94E3B783-E871-437E-B9AF-26E1E5724CE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3" y="3103"/>
              <a:ext cx="105" cy="111"/>
            </a:xfrm>
            <a:custGeom>
              <a:avLst/>
              <a:gdLst>
                <a:gd name="T0" fmla="*/ 5 w 65"/>
                <a:gd name="T1" fmla="*/ 208 h 64"/>
                <a:gd name="T2" fmla="*/ 267 w 65"/>
                <a:gd name="T3" fmla="*/ 0 h 64"/>
                <a:gd name="T4" fmla="*/ 0 w 65"/>
                <a:gd name="T5" fmla="*/ 241 h 6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5" h="64">
                  <a:moveTo>
                    <a:pt x="1" y="40"/>
                  </a:moveTo>
                  <a:cubicBezTo>
                    <a:pt x="23" y="50"/>
                    <a:pt x="51" y="20"/>
                    <a:pt x="63" y="0"/>
                  </a:cubicBezTo>
                  <a:cubicBezTo>
                    <a:pt x="65" y="27"/>
                    <a:pt x="19" y="64"/>
                    <a:pt x="0" y="46"/>
                  </a:cubicBezTo>
                </a:path>
              </a:pathLst>
            </a:custGeom>
            <a:solidFill>
              <a:srgbClr val="839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971" name="Freeform 761">
              <a:extLst>
                <a:ext uri="{FF2B5EF4-FFF2-40B4-BE49-F238E27FC236}">
                  <a16:creationId xmlns:a16="http://schemas.microsoft.com/office/drawing/2014/main" id="{73F6C8F2-59B3-4E49-9823-5E9AD0B55C73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2" y="2948"/>
              <a:ext cx="126" cy="180"/>
            </a:xfrm>
            <a:custGeom>
              <a:avLst/>
              <a:gdLst>
                <a:gd name="T0" fmla="*/ 0 w 78"/>
                <a:gd name="T1" fmla="*/ 0 h 104"/>
                <a:gd name="T2" fmla="*/ 186 w 78"/>
                <a:gd name="T3" fmla="*/ 222 h 104"/>
                <a:gd name="T4" fmla="*/ 330 w 78"/>
                <a:gd name="T5" fmla="*/ 540 h 104"/>
                <a:gd name="T6" fmla="*/ 136 w 78"/>
                <a:gd name="T7" fmla="*/ 242 h 104"/>
                <a:gd name="T8" fmla="*/ 5 w 78"/>
                <a:gd name="T9" fmla="*/ 0 h 10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8" h="104">
                  <a:moveTo>
                    <a:pt x="0" y="0"/>
                  </a:moveTo>
                  <a:cubicBezTo>
                    <a:pt x="9" y="19"/>
                    <a:pt x="30" y="30"/>
                    <a:pt x="44" y="43"/>
                  </a:cubicBezTo>
                  <a:cubicBezTo>
                    <a:pt x="63" y="61"/>
                    <a:pt x="66" y="82"/>
                    <a:pt x="78" y="104"/>
                  </a:cubicBezTo>
                  <a:cubicBezTo>
                    <a:pt x="61" y="90"/>
                    <a:pt x="47" y="65"/>
                    <a:pt x="32" y="47"/>
                  </a:cubicBezTo>
                  <a:cubicBezTo>
                    <a:pt x="20" y="32"/>
                    <a:pt x="13" y="15"/>
                    <a:pt x="1" y="0"/>
                  </a:cubicBezTo>
                </a:path>
              </a:pathLst>
            </a:custGeom>
            <a:solidFill>
              <a:srgbClr val="839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972" name="Freeform 762">
              <a:extLst>
                <a:ext uri="{FF2B5EF4-FFF2-40B4-BE49-F238E27FC236}">
                  <a16:creationId xmlns:a16="http://schemas.microsoft.com/office/drawing/2014/main" id="{8E677051-A01A-4714-9ACC-82A6159C62DD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8" y="2973"/>
              <a:ext cx="91" cy="62"/>
            </a:xfrm>
            <a:custGeom>
              <a:avLst/>
              <a:gdLst>
                <a:gd name="T0" fmla="*/ 0 w 56"/>
                <a:gd name="T1" fmla="*/ 0 h 36"/>
                <a:gd name="T2" fmla="*/ 241 w 56"/>
                <a:gd name="T3" fmla="*/ 184 h 36"/>
                <a:gd name="T4" fmla="*/ 21 w 56"/>
                <a:gd name="T5" fmla="*/ 29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6" h="36">
                  <a:moveTo>
                    <a:pt x="0" y="0"/>
                  </a:moveTo>
                  <a:cubicBezTo>
                    <a:pt x="13" y="15"/>
                    <a:pt x="37" y="36"/>
                    <a:pt x="56" y="36"/>
                  </a:cubicBezTo>
                  <a:cubicBezTo>
                    <a:pt x="40" y="25"/>
                    <a:pt x="20" y="14"/>
                    <a:pt x="5" y="6"/>
                  </a:cubicBezTo>
                </a:path>
              </a:pathLst>
            </a:custGeom>
            <a:solidFill>
              <a:srgbClr val="839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973" name="Freeform 763">
              <a:extLst>
                <a:ext uri="{FF2B5EF4-FFF2-40B4-BE49-F238E27FC236}">
                  <a16:creationId xmlns:a16="http://schemas.microsoft.com/office/drawing/2014/main" id="{57905D35-D543-4447-8559-7E0C468FC743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1" y="2318"/>
              <a:ext cx="73" cy="568"/>
            </a:xfrm>
            <a:custGeom>
              <a:avLst/>
              <a:gdLst>
                <a:gd name="T0" fmla="*/ 26 w 45"/>
                <a:gd name="T1" fmla="*/ 15 h 330"/>
                <a:gd name="T2" fmla="*/ 136 w 45"/>
                <a:gd name="T3" fmla="*/ 65 h 330"/>
                <a:gd name="T4" fmla="*/ 187 w 45"/>
                <a:gd name="T5" fmla="*/ 189 h 330"/>
                <a:gd name="T6" fmla="*/ 164 w 45"/>
                <a:gd name="T7" fmla="*/ 592 h 330"/>
                <a:gd name="T8" fmla="*/ 128 w 45"/>
                <a:gd name="T9" fmla="*/ 1417 h 330"/>
                <a:gd name="T10" fmla="*/ 118 w 45"/>
                <a:gd name="T11" fmla="*/ 1683 h 330"/>
                <a:gd name="T12" fmla="*/ 102 w 45"/>
                <a:gd name="T13" fmla="*/ 1392 h 330"/>
                <a:gd name="T14" fmla="*/ 115 w 45"/>
                <a:gd name="T15" fmla="*/ 1026 h 330"/>
                <a:gd name="T16" fmla="*/ 94 w 45"/>
                <a:gd name="T17" fmla="*/ 776 h 330"/>
                <a:gd name="T18" fmla="*/ 109 w 45"/>
                <a:gd name="T19" fmla="*/ 601 h 330"/>
                <a:gd name="T20" fmla="*/ 68 w 45"/>
                <a:gd name="T21" fmla="*/ 439 h 330"/>
                <a:gd name="T22" fmla="*/ 55 w 45"/>
                <a:gd name="T23" fmla="*/ 260 h 330"/>
                <a:gd name="T24" fmla="*/ 29 w 45"/>
                <a:gd name="T25" fmla="*/ 205 h 330"/>
                <a:gd name="T26" fmla="*/ 34 w 45"/>
                <a:gd name="T27" fmla="*/ 127 h 330"/>
                <a:gd name="T28" fmla="*/ 0 w 45"/>
                <a:gd name="T29" fmla="*/ 15 h 33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45" h="330">
                  <a:moveTo>
                    <a:pt x="6" y="3"/>
                  </a:moveTo>
                  <a:cubicBezTo>
                    <a:pt x="10" y="0"/>
                    <a:pt x="27" y="9"/>
                    <a:pt x="32" y="13"/>
                  </a:cubicBezTo>
                  <a:cubicBezTo>
                    <a:pt x="42" y="20"/>
                    <a:pt x="43" y="24"/>
                    <a:pt x="44" y="37"/>
                  </a:cubicBezTo>
                  <a:cubicBezTo>
                    <a:pt x="45" y="63"/>
                    <a:pt x="41" y="91"/>
                    <a:pt x="38" y="116"/>
                  </a:cubicBezTo>
                  <a:cubicBezTo>
                    <a:pt x="32" y="170"/>
                    <a:pt x="36" y="225"/>
                    <a:pt x="30" y="278"/>
                  </a:cubicBezTo>
                  <a:cubicBezTo>
                    <a:pt x="28" y="295"/>
                    <a:pt x="27" y="315"/>
                    <a:pt x="28" y="330"/>
                  </a:cubicBezTo>
                  <a:cubicBezTo>
                    <a:pt x="21" y="312"/>
                    <a:pt x="23" y="291"/>
                    <a:pt x="24" y="273"/>
                  </a:cubicBezTo>
                  <a:cubicBezTo>
                    <a:pt x="25" y="249"/>
                    <a:pt x="26" y="225"/>
                    <a:pt x="27" y="201"/>
                  </a:cubicBezTo>
                  <a:cubicBezTo>
                    <a:pt x="28" y="184"/>
                    <a:pt x="23" y="169"/>
                    <a:pt x="22" y="152"/>
                  </a:cubicBezTo>
                  <a:cubicBezTo>
                    <a:pt x="21" y="139"/>
                    <a:pt x="28" y="131"/>
                    <a:pt x="25" y="118"/>
                  </a:cubicBezTo>
                  <a:cubicBezTo>
                    <a:pt x="23" y="107"/>
                    <a:pt x="17" y="98"/>
                    <a:pt x="16" y="86"/>
                  </a:cubicBezTo>
                  <a:cubicBezTo>
                    <a:pt x="15" y="73"/>
                    <a:pt x="17" y="62"/>
                    <a:pt x="13" y="51"/>
                  </a:cubicBezTo>
                  <a:cubicBezTo>
                    <a:pt x="12" y="46"/>
                    <a:pt x="8" y="44"/>
                    <a:pt x="7" y="40"/>
                  </a:cubicBezTo>
                  <a:cubicBezTo>
                    <a:pt x="7" y="37"/>
                    <a:pt x="9" y="30"/>
                    <a:pt x="8" y="25"/>
                  </a:cubicBezTo>
                  <a:cubicBezTo>
                    <a:pt x="6" y="18"/>
                    <a:pt x="0" y="12"/>
                    <a:pt x="0" y="3"/>
                  </a:cubicBezTo>
                </a:path>
              </a:pathLst>
            </a:custGeom>
            <a:solidFill>
              <a:srgbClr val="6F85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974" name="Freeform 764">
              <a:extLst>
                <a:ext uri="{FF2B5EF4-FFF2-40B4-BE49-F238E27FC236}">
                  <a16:creationId xmlns:a16="http://schemas.microsoft.com/office/drawing/2014/main" id="{8E84F5E1-BE66-4DB3-9D9D-6C20249A931E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7" y="2090"/>
              <a:ext cx="80" cy="243"/>
            </a:xfrm>
            <a:custGeom>
              <a:avLst/>
              <a:gdLst>
                <a:gd name="T0" fmla="*/ 61 w 50"/>
                <a:gd name="T1" fmla="*/ 48 h 141"/>
                <a:gd name="T2" fmla="*/ 42 w 50"/>
                <a:gd name="T3" fmla="*/ 381 h 141"/>
                <a:gd name="T4" fmla="*/ 35 w 50"/>
                <a:gd name="T5" fmla="*/ 546 h 141"/>
                <a:gd name="T6" fmla="*/ 16 w 50"/>
                <a:gd name="T7" fmla="*/ 722 h 141"/>
                <a:gd name="T8" fmla="*/ 128 w 50"/>
                <a:gd name="T9" fmla="*/ 250 h 141"/>
                <a:gd name="T10" fmla="*/ 184 w 50"/>
                <a:gd name="T11" fmla="*/ 29 h 141"/>
                <a:gd name="T12" fmla="*/ 67 w 50"/>
                <a:gd name="T13" fmla="*/ 65 h 14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0" h="141">
                  <a:moveTo>
                    <a:pt x="15" y="9"/>
                  </a:moveTo>
                  <a:cubicBezTo>
                    <a:pt x="1" y="14"/>
                    <a:pt x="10" y="61"/>
                    <a:pt x="10" y="74"/>
                  </a:cubicBezTo>
                  <a:cubicBezTo>
                    <a:pt x="11" y="85"/>
                    <a:pt x="12" y="96"/>
                    <a:pt x="9" y="107"/>
                  </a:cubicBezTo>
                  <a:cubicBezTo>
                    <a:pt x="7" y="118"/>
                    <a:pt x="0" y="130"/>
                    <a:pt x="4" y="141"/>
                  </a:cubicBezTo>
                  <a:cubicBezTo>
                    <a:pt x="10" y="107"/>
                    <a:pt x="16" y="78"/>
                    <a:pt x="31" y="49"/>
                  </a:cubicBezTo>
                  <a:cubicBezTo>
                    <a:pt x="34" y="42"/>
                    <a:pt x="50" y="13"/>
                    <a:pt x="45" y="6"/>
                  </a:cubicBezTo>
                  <a:cubicBezTo>
                    <a:pt x="40" y="0"/>
                    <a:pt x="21" y="10"/>
                    <a:pt x="16" y="13"/>
                  </a:cubicBezTo>
                </a:path>
              </a:pathLst>
            </a:custGeom>
            <a:solidFill>
              <a:srgbClr val="6F85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975" name="Freeform 765">
              <a:extLst>
                <a:ext uri="{FF2B5EF4-FFF2-40B4-BE49-F238E27FC236}">
                  <a16:creationId xmlns:a16="http://schemas.microsoft.com/office/drawing/2014/main" id="{2DA509D7-4349-428E-A10A-44A92DBF022B}"/>
                </a:ext>
              </a:extLst>
            </p:cNvPr>
            <p:cNvSpPr>
              <a:spLocks/>
            </p:cNvSpPr>
            <p:nvPr/>
          </p:nvSpPr>
          <p:spPr bwMode="auto">
            <a:xfrm>
              <a:off x="5163" y="2142"/>
              <a:ext cx="89" cy="41"/>
            </a:xfrm>
            <a:custGeom>
              <a:avLst/>
              <a:gdLst>
                <a:gd name="T0" fmla="*/ 0 w 55"/>
                <a:gd name="T1" fmla="*/ 0 h 24"/>
                <a:gd name="T2" fmla="*/ 63 w 55"/>
                <a:gd name="T3" fmla="*/ 50 h 24"/>
                <a:gd name="T4" fmla="*/ 123 w 55"/>
                <a:gd name="T5" fmla="*/ 79 h 24"/>
                <a:gd name="T6" fmla="*/ 233 w 55"/>
                <a:gd name="T7" fmla="*/ 120 h 24"/>
                <a:gd name="T8" fmla="*/ 207 w 55"/>
                <a:gd name="T9" fmla="*/ 41 h 24"/>
                <a:gd name="T10" fmla="*/ 136 w 55"/>
                <a:gd name="T11" fmla="*/ 9 h 24"/>
                <a:gd name="T12" fmla="*/ 50 w 55"/>
                <a:gd name="T13" fmla="*/ 9 h 24"/>
                <a:gd name="T14" fmla="*/ 5 w 55"/>
                <a:gd name="T15" fmla="*/ 5 h 2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5" h="24">
                  <a:moveTo>
                    <a:pt x="0" y="0"/>
                  </a:moveTo>
                  <a:cubicBezTo>
                    <a:pt x="5" y="2"/>
                    <a:pt x="10" y="7"/>
                    <a:pt x="15" y="10"/>
                  </a:cubicBezTo>
                  <a:cubicBezTo>
                    <a:pt x="19" y="12"/>
                    <a:pt x="24" y="14"/>
                    <a:pt x="29" y="16"/>
                  </a:cubicBezTo>
                  <a:cubicBezTo>
                    <a:pt x="37" y="20"/>
                    <a:pt x="46" y="24"/>
                    <a:pt x="55" y="24"/>
                  </a:cubicBezTo>
                  <a:cubicBezTo>
                    <a:pt x="53" y="19"/>
                    <a:pt x="52" y="12"/>
                    <a:pt x="49" y="8"/>
                  </a:cubicBezTo>
                  <a:cubicBezTo>
                    <a:pt x="46" y="3"/>
                    <a:pt x="38" y="2"/>
                    <a:pt x="32" y="2"/>
                  </a:cubicBezTo>
                  <a:cubicBezTo>
                    <a:pt x="26" y="2"/>
                    <a:pt x="19" y="1"/>
                    <a:pt x="12" y="2"/>
                  </a:cubicBezTo>
                  <a:cubicBezTo>
                    <a:pt x="8" y="2"/>
                    <a:pt x="5" y="2"/>
                    <a:pt x="1" y="1"/>
                  </a:cubicBezTo>
                </a:path>
              </a:pathLst>
            </a:custGeom>
            <a:solidFill>
              <a:srgbClr val="6F85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976" name="Freeform 766">
              <a:extLst>
                <a:ext uri="{FF2B5EF4-FFF2-40B4-BE49-F238E27FC236}">
                  <a16:creationId xmlns:a16="http://schemas.microsoft.com/office/drawing/2014/main" id="{F35068F1-6AC8-4BED-ACF6-486B792098B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8" y="2113"/>
              <a:ext cx="105" cy="122"/>
            </a:xfrm>
            <a:custGeom>
              <a:avLst/>
              <a:gdLst>
                <a:gd name="T0" fmla="*/ 5 w 65"/>
                <a:gd name="T1" fmla="*/ 361 h 71"/>
                <a:gd name="T2" fmla="*/ 60 w 65"/>
                <a:gd name="T3" fmla="*/ 330 h 71"/>
                <a:gd name="T4" fmla="*/ 115 w 65"/>
                <a:gd name="T5" fmla="*/ 289 h 71"/>
                <a:gd name="T6" fmla="*/ 179 w 65"/>
                <a:gd name="T7" fmla="*/ 206 h 71"/>
                <a:gd name="T8" fmla="*/ 241 w 65"/>
                <a:gd name="T9" fmla="*/ 98 h 71"/>
                <a:gd name="T10" fmla="*/ 268 w 65"/>
                <a:gd name="T11" fmla="*/ 0 h 71"/>
                <a:gd name="T12" fmla="*/ 228 w 65"/>
                <a:gd name="T13" fmla="*/ 50 h 71"/>
                <a:gd name="T14" fmla="*/ 165 w 65"/>
                <a:gd name="T15" fmla="*/ 119 h 71"/>
                <a:gd name="T16" fmla="*/ 97 w 65"/>
                <a:gd name="T17" fmla="*/ 192 h 71"/>
                <a:gd name="T18" fmla="*/ 47 w 65"/>
                <a:gd name="T19" fmla="*/ 234 h 71"/>
                <a:gd name="T20" fmla="*/ 0 w 65"/>
                <a:gd name="T21" fmla="*/ 361 h 7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5" h="71">
                  <a:moveTo>
                    <a:pt x="1" y="71"/>
                  </a:moveTo>
                  <a:cubicBezTo>
                    <a:pt x="5" y="70"/>
                    <a:pt x="10" y="67"/>
                    <a:pt x="14" y="65"/>
                  </a:cubicBezTo>
                  <a:cubicBezTo>
                    <a:pt x="18" y="62"/>
                    <a:pt x="23" y="60"/>
                    <a:pt x="27" y="57"/>
                  </a:cubicBezTo>
                  <a:cubicBezTo>
                    <a:pt x="33" y="52"/>
                    <a:pt x="37" y="46"/>
                    <a:pt x="43" y="41"/>
                  </a:cubicBezTo>
                  <a:cubicBezTo>
                    <a:pt x="49" y="35"/>
                    <a:pt x="53" y="27"/>
                    <a:pt x="57" y="19"/>
                  </a:cubicBezTo>
                  <a:cubicBezTo>
                    <a:pt x="59" y="14"/>
                    <a:pt x="65" y="6"/>
                    <a:pt x="64" y="0"/>
                  </a:cubicBezTo>
                  <a:cubicBezTo>
                    <a:pt x="61" y="0"/>
                    <a:pt x="56" y="7"/>
                    <a:pt x="54" y="10"/>
                  </a:cubicBezTo>
                  <a:cubicBezTo>
                    <a:pt x="48" y="14"/>
                    <a:pt x="43" y="18"/>
                    <a:pt x="39" y="23"/>
                  </a:cubicBezTo>
                  <a:cubicBezTo>
                    <a:pt x="33" y="28"/>
                    <a:pt x="28" y="33"/>
                    <a:pt x="23" y="38"/>
                  </a:cubicBezTo>
                  <a:cubicBezTo>
                    <a:pt x="19" y="41"/>
                    <a:pt x="15" y="43"/>
                    <a:pt x="11" y="46"/>
                  </a:cubicBezTo>
                  <a:cubicBezTo>
                    <a:pt x="5" y="52"/>
                    <a:pt x="1" y="62"/>
                    <a:pt x="0" y="71"/>
                  </a:cubicBezTo>
                </a:path>
              </a:pathLst>
            </a:custGeom>
            <a:solidFill>
              <a:srgbClr val="6F85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977" name="Freeform 767">
              <a:extLst>
                <a:ext uri="{FF2B5EF4-FFF2-40B4-BE49-F238E27FC236}">
                  <a16:creationId xmlns:a16="http://schemas.microsoft.com/office/drawing/2014/main" id="{C8D86AC9-97CB-4AE4-9D9F-6C6CBA0EF9A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7" y="1999"/>
              <a:ext cx="15" cy="76"/>
            </a:xfrm>
            <a:custGeom>
              <a:avLst/>
              <a:gdLst>
                <a:gd name="T0" fmla="*/ 33 w 9"/>
                <a:gd name="T1" fmla="*/ 0 h 44"/>
                <a:gd name="T2" fmla="*/ 20 w 9"/>
                <a:gd name="T3" fmla="*/ 78 h 44"/>
                <a:gd name="T4" fmla="*/ 8 w 9"/>
                <a:gd name="T5" fmla="*/ 143 h 44"/>
                <a:gd name="T6" fmla="*/ 8 w 9"/>
                <a:gd name="T7" fmla="*/ 226 h 44"/>
                <a:gd name="T8" fmla="*/ 33 w 9"/>
                <a:gd name="T9" fmla="*/ 78 h 44"/>
                <a:gd name="T10" fmla="*/ 37 w 9"/>
                <a:gd name="T11" fmla="*/ 5 h 4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" h="44">
                  <a:moveTo>
                    <a:pt x="7" y="0"/>
                  </a:moveTo>
                  <a:cubicBezTo>
                    <a:pt x="5" y="4"/>
                    <a:pt x="5" y="10"/>
                    <a:pt x="4" y="15"/>
                  </a:cubicBezTo>
                  <a:cubicBezTo>
                    <a:pt x="3" y="19"/>
                    <a:pt x="2" y="23"/>
                    <a:pt x="2" y="28"/>
                  </a:cubicBezTo>
                  <a:cubicBezTo>
                    <a:pt x="2" y="31"/>
                    <a:pt x="0" y="43"/>
                    <a:pt x="2" y="44"/>
                  </a:cubicBezTo>
                  <a:cubicBezTo>
                    <a:pt x="2" y="34"/>
                    <a:pt x="6" y="25"/>
                    <a:pt x="7" y="15"/>
                  </a:cubicBezTo>
                  <a:cubicBezTo>
                    <a:pt x="8" y="11"/>
                    <a:pt x="9" y="5"/>
                    <a:pt x="8" y="1"/>
                  </a:cubicBezTo>
                </a:path>
              </a:pathLst>
            </a:custGeom>
            <a:solidFill>
              <a:srgbClr val="6F85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978" name="Freeform 768">
              <a:extLst>
                <a:ext uri="{FF2B5EF4-FFF2-40B4-BE49-F238E27FC236}">
                  <a16:creationId xmlns:a16="http://schemas.microsoft.com/office/drawing/2014/main" id="{5011E6A7-079D-4E6C-96FE-6576160B211B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0" y="2022"/>
              <a:ext cx="16" cy="72"/>
            </a:xfrm>
            <a:custGeom>
              <a:avLst/>
              <a:gdLst>
                <a:gd name="T0" fmla="*/ 34 w 10"/>
                <a:gd name="T1" fmla="*/ 0 h 42"/>
                <a:gd name="T2" fmla="*/ 13 w 10"/>
                <a:gd name="T3" fmla="*/ 206 h 42"/>
                <a:gd name="T4" fmla="*/ 34 w 10"/>
                <a:gd name="T5" fmla="*/ 79 h 42"/>
                <a:gd name="T6" fmla="*/ 34 w 10"/>
                <a:gd name="T7" fmla="*/ 5 h 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42">
                  <a:moveTo>
                    <a:pt x="8" y="0"/>
                  </a:moveTo>
                  <a:cubicBezTo>
                    <a:pt x="7" y="1"/>
                    <a:pt x="0" y="41"/>
                    <a:pt x="3" y="41"/>
                  </a:cubicBezTo>
                  <a:cubicBezTo>
                    <a:pt x="5" y="42"/>
                    <a:pt x="7" y="18"/>
                    <a:pt x="8" y="16"/>
                  </a:cubicBezTo>
                  <a:cubicBezTo>
                    <a:pt x="8" y="12"/>
                    <a:pt x="10" y="4"/>
                    <a:pt x="8" y="1"/>
                  </a:cubicBezTo>
                </a:path>
              </a:pathLst>
            </a:custGeom>
            <a:solidFill>
              <a:srgbClr val="6F85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979" name="Freeform 769">
              <a:extLst>
                <a:ext uri="{FF2B5EF4-FFF2-40B4-BE49-F238E27FC236}">
                  <a16:creationId xmlns:a16="http://schemas.microsoft.com/office/drawing/2014/main" id="{4F07ED82-FBC9-4AF2-9104-BC9D9C186D33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1" y="2044"/>
              <a:ext cx="5" cy="72"/>
            </a:xfrm>
            <a:custGeom>
              <a:avLst/>
              <a:gdLst>
                <a:gd name="T0" fmla="*/ 5 w 3"/>
                <a:gd name="T1" fmla="*/ 0 h 42"/>
                <a:gd name="T2" fmla="*/ 5 w 3"/>
                <a:gd name="T3" fmla="*/ 77 h 42"/>
                <a:gd name="T4" fmla="*/ 0 w 3"/>
                <a:gd name="T5" fmla="*/ 147 h 42"/>
                <a:gd name="T6" fmla="*/ 0 w 3"/>
                <a:gd name="T7" fmla="*/ 185 h 42"/>
                <a:gd name="T8" fmla="*/ 8 w 3"/>
                <a:gd name="T9" fmla="*/ 202 h 42"/>
                <a:gd name="T10" fmla="*/ 13 w 3"/>
                <a:gd name="T11" fmla="*/ 149 h 42"/>
                <a:gd name="T12" fmla="*/ 13 w 3"/>
                <a:gd name="T13" fmla="*/ 79 h 42"/>
                <a:gd name="T14" fmla="*/ 13 w 3"/>
                <a:gd name="T15" fmla="*/ 36 h 42"/>
                <a:gd name="T16" fmla="*/ 8 w 3"/>
                <a:gd name="T17" fmla="*/ 9 h 4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" h="42">
                  <a:moveTo>
                    <a:pt x="1" y="0"/>
                  </a:moveTo>
                  <a:cubicBezTo>
                    <a:pt x="0" y="5"/>
                    <a:pt x="1" y="10"/>
                    <a:pt x="1" y="15"/>
                  </a:cubicBezTo>
                  <a:cubicBezTo>
                    <a:pt x="1" y="20"/>
                    <a:pt x="1" y="24"/>
                    <a:pt x="0" y="29"/>
                  </a:cubicBezTo>
                  <a:cubicBezTo>
                    <a:pt x="0" y="32"/>
                    <a:pt x="0" y="34"/>
                    <a:pt x="0" y="37"/>
                  </a:cubicBezTo>
                  <a:cubicBezTo>
                    <a:pt x="0" y="38"/>
                    <a:pt x="0" y="42"/>
                    <a:pt x="2" y="40"/>
                  </a:cubicBezTo>
                  <a:cubicBezTo>
                    <a:pt x="3" y="38"/>
                    <a:pt x="3" y="32"/>
                    <a:pt x="3" y="30"/>
                  </a:cubicBezTo>
                  <a:cubicBezTo>
                    <a:pt x="3" y="25"/>
                    <a:pt x="3" y="21"/>
                    <a:pt x="3" y="16"/>
                  </a:cubicBezTo>
                  <a:cubicBezTo>
                    <a:pt x="3" y="13"/>
                    <a:pt x="3" y="10"/>
                    <a:pt x="3" y="7"/>
                  </a:cubicBezTo>
                  <a:cubicBezTo>
                    <a:pt x="3" y="5"/>
                    <a:pt x="2" y="4"/>
                    <a:pt x="2" y="2"/>
                  </a:cubicBezTo>
                </a:path>
              </a:pathLst>
            </a:custGeom>
            <a:solidFill>
              <a:srgbClr val="6F85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980" name="Freeform 770">
              <a:extLst>
                <a:ext uri="{FF2B5EF4-FFF2-40B4-BE49-F238E27FC236}">
                  <a16:creationId xmlns:a16="http://schemas.microsoft.com/office/drawing/2014/main" id="{47DC4DF0-9347-4650-881F-49716496B390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8" y="2053"/>
              <a:ext cx="16" cy="39"/>
            </a:xfrm>
            <a:custGeom>
              <a:avLst/>
              <a:gdLst>
                <a:gd name="T0" fmla="*/ 8 w 10"/>
                <a:gd name="T1" fmla="*/ 0 h 23"/>
                <a:gd name="T2" fmla="*/ 21 w 10"/>
                <a:gd name="T3" fmla="*/ 20 h 23"/>
                <a:gd name="T4" fmla="*/ 29 w 10"/>
                <a:gd name="T5" fmla="*/ 49 h 23"/>
                <a:gd name="T6" fmla="*/ 21 w 10"/>
                <a:gd name="T7" fmla="*/ 83 h 23"/>
                <a:gd name="T8" fmla="*/ 0 w 10"/>
                <a:gd name="T9" fmla="*/ 107 h 23"/>
                <a:gd name="T10" fmla="*/ 35 w 10"/>
                <a:gd name="T11" fmla="*/ 54 h 23"/>
                <a:gd name="T12" fmla="*/ 29 w 10"/>
                <a:gd name="T13" fmla="*/ 20 h 23"/>
                <a:gd name="T14" fmla="*/ 5 w 10"/>
                <a:gd name="T15" fmla="*/ 5 h 2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" h="23">
                  <a:moveTo>
                    <a:pt x="2" y="0"/>
                  </a:moveTo>
                  <a:cubicBezTo>
                    <a:pt x="2" y="1"/>
                    <a:pt x="4" y="3"/>
                    <a:pt x="5" y="4"/>
                  </a:cubicBezTo>
                  <a:cubicBezTo>
                    <a:pt x="6" y="6"/>
                    <a:pt x="7" y="8"/>
                    <a:pt x="7" y="10"/>
                  </a:cubicBezTo>
                  <a:cubicBezTo>
                    <a:pt x="7" y="13"/>
                    <a:pt x="6" y="15"/>
                    <a:pt x="5" y="17"/>
                  </a:cubicBezTo>
                  <a:cubicBezTo>
                    <a:pt x="3" y="19"/>
                    <a:pt x="0" y="20"/>
                    <a:pt x="0" y="22"/>
                  </a:cubicBezTo>
                  <a:cubicBezTo>
                    <a:pt x="5" y="23"/>
                    <a:pt x="10" y="17"/>
                    <a:pt x="9" y="11"/>
                  </a:cubicBezTo>
                  <a:cubicBezTo>
                    <a:pt x="9" y="8"/>
                    <a:pt x="8" y="5"/>
                    <a:pt x="7" y="4"/>
                  </a:cubicBezTo>
                  <a:cubicBezTo>
                    <a:pt x="5" y="2"/>
                    <a:pt x="3" y="2"/>
                    <a:pt x="1" y="1"/>
                  </a:cubicBezTo>
                </a:path>
              </a:pathLst>
            </a:custGeom>
            <a:solidFill>
              <a:srgbClr val="6F85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981" name="Freeform 771">
              <a:extLst>
                <a:ext uri="{FF2B5EF4-FFF2-40B4-BE49-F238E27FC236}">
                  <a16:creationId xmlns:a16="http://schemas.microsoft.com/office/drawing/2014/main" id="{E5201C4E-1A85-467E-A74C-F74C768621BC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7" y="2032"/>
              <a:ext cx="15" cy="60"/>
            </a:xfrm>
            <a:custGeom>
              <a:avLst/>
              <a:gdLst>
                <a:gd name="T0" fmla="*/ 0 w 9"/>
                <a:gd name="T1" fmla="*/ 0 h 35"/>
                <a:gd name="T2" fmla="*/ 33 w 9"/>
                <a:gd name="T3" fmla="*/ 98 h 35"/>
                <a:gd name="T4" fmla="*/ 42 w 9"/>
                <a:gd name="T5" fmla="*/ 177 h 35"/>
                <a:gd name="T6" fmla="*/ 13 w 9"/>
                <a:gd name="T7" fmla="*/ 86 h 35"/>
                <a:gd name="T8" fmla="*/ 0 w 9"/>
                <a:gd name="T9" fmla="*/ 9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35">
                  <a:moveTo>
                    <a:pt x="0" y="0"/>
                  </a:moveTo>
                  <a:cubicBezTo>
                    <a:pt x="4" y="5"/>
                    <a:pt x="5" y="13"/>
                    <a:pt x="7" y="19"/>
                  </a:cubicBezTo>
                  <a:cubicBezTo>
                    <a:pt x="8" y="24"/>
                    <a:pt x="9" y="30"/>
                    <a:pt x="9" y="35"/>
                  </a:cubicBezTo>
                  <a:cubicBezTo>
                    <a:pt x="6" y="30"/>
                    <a:pt x="5" y="23"/>
                    <a:pt x="3" y="17"/>
                  </a:cubicBezTo>
                  <a:cubicBezTo>
                    <a:pt x="2" y="13"/>
                    <a:pt x="2" y="6"/>
                    <a:pt x="0" y="2"/>
                  </a:cubicBezTo>
                </a:path>
              </a:pathLst>
            </a:custGeom>
            <a:solidFill>
              <a:srgbClr val="6F85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982" name="Freeform 772">
              <a:extLst>
                <a:ext uri="{FF2B5EF4-FFF2-40B4-BE49-F238E27FC236}">
                  <a16:creationId xmlns:a16="http://schemas.microsoft.com/office/drawing/2014/main" id="{F7A2CA3F-0E44-4432-A90F-92EFE579C720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2" y="2013"/>
              <a:ext cx="16" cy="65"/>
            </a:xfrm>
            <a:custGeom>
              <a:avLst/>
              <a:gdLst>
                <a:gd name="T0" fmla="*/ 0 w 10"/>
                <a:gd name="T1" fmla="*/ 0 h 38"/>
                <a:gd name="T2" fmla="*/ 13 w 10"/>
                <a:gd name="T3" fmla="*/ 29 h 38"/>
                <a:gd name="T4" fmla="*/ 29 w 10"/>
                <a:gd name="T5" fmla="*/ 106 h 38"/>
                <a:gd name="T6" fmla="*/ 42 w 10"/>
                <a:gd name="T7" fmla="*/ 190 h 38"/>
                <a:gd name="T8" fmla="*/ 13 w 10"/>
                <a:gd name="T9" fmla="*/ 70 h 38"/>
                <a:gd name="T10" fmla="*/ 5 w 10"/>
                <a:gd name="T11" fmla="*/ 29 h 38"/>
                <a:gd name="T12" fmla="*/ 0 w 10"/>
                <a:gd name="T13" fmla="*/ 5 h 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" h="38">
                  <a:moveTo>
                    <a:pt x="0" y="0"/>
                  </a:moveTo>
                  <a:cubicBezTo>
                    <a:pt x="1" y="1"/>
                    <a:pt x="2" y="4"/>
                    <a:pt x="3" y="6"/>
                  </a:cubicBezTo>
                  <a:cubicBezTo>
                    <a:pt x="5" y="11"/>
                    <a:pt x="6" y="16"/>
                    <a:pt x="7" y="21"/>
                  </a:cubicBezTo>
                  <a:cubicBezTo>
                    <a:pt x="8" y="26"/>
                    <a:pt x="10" y="32"/>
                    <a:pt x="10" y="38"/>
                  </a:cubicBezTo>
                  <a:cubicBezTo>
                    <a:pt x="6" y="30"/>
                    <a:pt x="5" y="22"/>
                    <a:pt x="3" y="14"/>
                  </a:cubicBezTo>
                  <a:cubicBezTo>
                    <a:pt x="2" y="11"/>
                    <a:pt x="1" y="9"/>
                    <a:pt x="1" y="6"/>
                  </a:cubicBezTo>
                  <a:cubicBezTo>
                    <a:pt x="0" y="5"/>
                    <a:pt x="0" y="3"/>
                    <a:pt x="0" y="1"/>
                  </a:cubicBezTo>
                </a:path>
              </a:pathLst>
            </a:custGeom>
            <a:solidFill>
              <a:srgbClr val="6F85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983" name="Freeform 773">
              <a:extLst>
                <a:ext uri="{FF2B5EF4-FFF2-40B4-BE49-F238E27FC236}">
                  <a16:creationId xmlns:a16="http://schemas.microsoft.com/office/drawing/2014/main" id="{1DD49000-49EA-4D4C-BF84-BD6E56623436}"/>
                </a:ext>
              </a:extLst>
            </p:cNvPr>
            <p:cNvSpPr>
              <a:spLocks/>
            </p:cNvSpPr>
            <p:nvPr/>
          </p:nvSpPr>
          <p:spPr bwMode="auto">
            <a:xfrm>
              <a:off x="5218" y="1989"/>
              <a:ext cx="15" cy="64"/>
            </a:xfrm>
            <a:custGeom>
              <a:avLst/>
              <a:gdLst>
                <a:gd name="T0" fmla="*/ 5 w 9"/>
                <a:gd name="T1" fmla="*/ 0 h 37"/>
                <a:gd name="T2" fmla="*/ 33 w 9"/>
                <a:gd name="T3" fmla="*/ 126 h 37"/>
                <a:gd name="T4" fmla="*/ 42 w 9"/>
                <a:gd name="T5" fmla="*/ 171 h 37"/>
                <a:gd name="T6" fmla="*/ 42 w 9"/>
                <a:gd name="T7" fmla="*/ 192 h 37"/>
                <a:gd name="T8" fmla="*/ 13 w 9"/>
                <a:gd name="T9" fmla="*/ 99 h 37"/>
                <a:gd name="T10" fmla="*/ 8 w 9"/>
                <a:gd name="T11" fmla="*/ 48 h 37"/>
                <a:gd name="T12" fmla="*/ 0 w 9"/>
                <a:gd name="T13" fmla="*/ 9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" h="37">
                  <a:moveTo>
                    <a:pt x="1" y="0"/>
                  </a:moveTo>
                  <a:cubicBezTo>
                    <a:pt x="4" y="8"/>
                    <a:pt x="5" y="16"/>
                    <a:pt x="7" y="24"/>
                  </a:cubicBezTo>
                  <a:cubicBezTo>
                    <a:pt x="8" y="27"/>
                    <a:pt x="8" y="30"/>
                    <a:pt x="9" y="33"/>
                  </a:cubicBezTo>
                  <a:cubicBezTo>
                    <a:pt x="9" y="34"/>
                    <a:pt x="9" y="36"/>
                    <a:pt x="9" y="37"/>
                  </a:cubicBezTo>
                  <a:cubicBezTo>
                    <a:pt x="6" y="31"/>
                    <a:pt x="5" y="25"/>
                    <a:pt x="3" y="19"/>
                  </a:cubicBezTo>
                  <a:cubicBezTo>
                    <a:pt x="2" y="15"/>
                    <a:pt x="2" y="12"/>
                    <a:pt x="2" y="9"/>
                  </a:cubicBezTo>
                  <a:cubicBezTo>
                    <a:pt x="1" y="7"/>
                    <a:pt x="0" y="4"/>
                    <a:pt x="0" y="2"/>
                  </a:cubicBezTo>
                </a:path>
              </a:pathLst>
            </a:custGeom>
            <a:solidFill>
              <a:srgbClr val="6F85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984" name="Freeform 774">
              <a:extLst>
                <a:ext uri="{FF2B5EF4-FFF2-40B4-BE49-F238E27FC236}">
                  <a16:creationId xmlns:a16="http://schemas.microsoft.com/office/drawing/2014/main" id="{804FCFAF-DB52-461B-B88F-E625BBF72A58}"/>
                </a:ext>
              </a:extLst>
            </p:cNvPr>
            <p:cNvSpPr>
              <a:spLocks/>
            </p:cNvSpPr>
            <p:nvPr/>
          </p:nvSpPr>
          <p:spPr bwMode="auto">
            <a:xfrm>
              <a:off x="5251" y="2094"/>
              <a:ext cx="14" cy="91"/>
            </a:xfrm>
            <a:custGeom>
              <a:avLst/>
              <a:gdLst>
                <a:gd name="T0" fmla="*/ 0 w 9"/>
                <a:gd name="T1" fmla="*/ 0 h 53"/>
                <a:gd name="T2" fmla="*/ 19 w 9"/>
                <a:gd name="T3" fmla="*/ 177 h 53"/>
                <a:gd name="T4" fmla="*/ 26 w 9"/>
                <a:gd name="T5" fmla="*/ 239 h 53"/>
                <a:gd name="T6" fmla="*/ 26 w 9"/>
                <a:gd name="T7" fmla="*/ 268 h 53"/>
                <a:gd name="T8" fmla="*/ 34 w 9"/>
                <a:gd name="T9" fmla="*/ 263 h 53"/>
                <a:gd name="T10" fmla="*/ 26 w 9"/>
                <a:gd name="T11" fmla="*/ 161 h 53"/>
                <a:gd name="T12" fmla="*/ 19 w 9"/>
                <a:gd name="T13" fmla="*/ 70 h 53"/>
                <a:gd name="T14" fmla="*/ 0 w 9"/>
                <a:gd name="T15" fmla="*/ 0 h 5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" h="53">
                  <a:moveTo>
                    <a:pt x="0" y="0"/>
                  </a:moveTo>
                  <a:cubicBezTo>
                    <a:pt x="2" y="12"/>
                    <a:pt x="2" y="24"/>
                    <a:pt x="5" y="35"/>
                  </a:cubicBezTo>
                  <a:cubicBezTo>
                    <a:pt x="6" y="39"/>
                    <a:pt x="6" y="43"/>
                    <a:pt x="7" y="47"/>
                  </a:cubicBezTo>
                  <a:cubicBezTo>
                    <a:pt x="7" y="49"/>
                    <a:pt x="7" y="51"/>
                    <a:pt x="7" y="53"/>
                  </a:cubicBezTo>
                  <a:cubicBezTo>
                    <a:pt x="8" y="52"/>
                    <a:pt x="9" y="52"/>
                    <a:pt x="9" y="52"/>
                  </a:cubicBezTo>
                  <a:cubicBezTo>
                    <a:pt x="9" y="45"/>
                    <a:pt x="7" y="39"/>
                    <a:pt x="7" y="32"/>
                  </a:cubicBezTo>
                  <a:cubicBezTo>
                    <a:pt x="7" y="26"/>
                    <a:pt x="6" y="20"/>
                    <a:pt x="5" y="14"/>
                  </a:cubicBezTo>
                  <a:cubicBezTo>
                    <a:pt x="4" y="9"/>
                    <a:pt x="2" y="3"/>
                    <a:pt x="0" y="0"/>
                  </a:cubicBezTo>
                </a:path>
              </a:pathLst>
            </a:custGeom>
            <a:solidFill>
              <a:srgbClr val="6F85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985" name="Freeform 775">
              <a:extLst>
                <a:ext uri="{FF2B5EF4-FFF2-40B4-BE49-F238E27FC236}">
                  <a16:creationId xmlns:a16="http://schemas.microsoft.com/office/drawing/2014/main" id="{426CA64A-664C-42D2-ACC1-08BE663B759A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9" y="2981"/>
              <a:ext cx="132" cy="887"/>
            </a:xfrm>
            <a:custGeom>
              <a:avLst/>
              <a:gdLst>
                <a:gd name="T0" fmla="*/ 63 w 82"/>
                <a:gd name="T1" fmla="*/ 65 h 515"/>
                <a:gd name="T2" fmla="*/ 55 w 82"/>
                <a:gd name="T3" fmla="*/ 50 h 515"/>
                <a:gd name="T4" fmla="*/ 63 w 82"/>
                <a:gd name="T5" fmla="*/ 486 h 515"/>
                <a:gd name="T6" fmla="*/ 47 w 82"/>
                <a:gd name="T7" fmla="*/ 842 h 515"/>
                <a:gd name="T8" fmla="*/ 55 w 82"/>
                <a:gd name="T9" fmla="*/ 1151 h 515"/>
                <a:gd name="T10" fmla="*/ 89 w 82"/>
                <a:gd name="T11" fmla="*/ 1462 h 515"/>
                <a:gd name="T12" fmla="*/ 16 w 82"/>
                <a:gd name="T13" fmla="*/ 2201 h 515"/>
                <a:gd name="T14" fmla="*/ 8 w 82"/>
                <a:gd name="T15" fmla="*/ 2468 h 515"/>
                <a:gd name="T16" fmla="*/ 69 w 82"/>
                <a:gd name="T17" fmla="*/ 2596 h 515"/>
                <a:gd name="T18" fmla="*/ 200 w 82"/>
                <a:gd name="T19" fmla="*/ 2632 h 515"/>
                <a:gd name="T20" fmla="*/ 341 w 82"/>
                <a:gd name="T21" fmla="*/ 2590 h 515"/>
                <a:gd name="T22" fmla="*/ 184 w 82"/>
                <a:gd name="T23" fmla="*/ 2468 h 515"/>
                <a:gd name="T24" fmla="*/ 166 w 82"/>
                <a:gd name="T25" fmla="*/ 2242 h 515"/>
                <a:gd name="T26" fmla="*/ 135 w 82"/>
                <a:gd name="T27" fmla="*/ 2144 h 515"/>
                <a:gd name="T28" fmla="*/ 135 w 82"/>
                <a:gd name="T29" fmla="*/ 2013 h 515"/>
                <a:gd name="T30" fmla="*/ 143 w 82"/>
                <a:gd name="T31" fmla="*/ 1655 h 515"/>
                <a:gd name="T32" fmla="*/ 156 w 82"/>
                <a:gd name="T33" fmla="*/ 1266 h 515"/>
                <a:gd name="T34" fmla="*/ 103 w 82"/>
                <a:gd name="T35" fmla="*/ 966 h 515"/>
                <a:gd name="T36" fmla="*/ 124 w 82"/>
                <a:gd name="T37" fmla="*/ 715 h 515"/>
                <a:gd name="T38" fmla="*/ 129 w 82"/>
                <a:gd name="T39" fmla="*/ 415 h 515"/>
                <a:gd name="T40" fmla="*/ 163 w 82"/>
                <a:gd name="T41" fmla="*/ 210 h 515"/>
                <a:gd name="T42" fmla="*/ 63 w 82"/>
                <a:gd name="T43" fmla="*/ 0 h 515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82" h="515">
                  <a:moveTo>
                    <a:pt x="15" y="13"/>
                  </a:moveTo>
                  <a:cubicBezTo>
                    <a:pt x="15" y="12"/>
                    <a:pt x="14" y="10"/>
                    <a:pt x="13" y="10"/>
                  </a:cubicBezTo>
                  <a:cubicBezTo>
                    <a:pt x="19" y="35"/>
                    <a:pt x="16" y="68"/>
                    <a:pt x="15" y="95"/>
                  </a:cubicBezTo>
                  <a:cubicBezTo>
                    <a:pt x="14" y="118"/>
                    <a:pt x="13" y="142"/>
                    <a:pt x="11" y="165"/>
                  </a:cubicBezTo>
                  <a:cubicBezTo>
                    <a:pt x="10" y="186"/>
                    <a:pt x="7" y="204"/>
                    <a:pt x="13" y="225"/>
                  </a:cubicBezTo>
                  <a:cubicBezTo>
                    <a:pt x="17" y="244"/>
                    <a:pt x="21" y="266"/>
                    <a:pt x="21" y="286"/>
                  </a:cubicBezTo>
                  <a:cubicBezTo>
                    <a:pt x="19" y="334"/>
                    <a:pt x="8" y="383"/>
                    <a:pt x="4" y="431"/>
                  </a:cubicBezTo>
                  <a:cubicBezTo>
                    <a:pt x="2" y="448"/>
                    <a:pt x="4" y="466"/>
                    <a:pt x="2" y="483"/>
                  </a:cubicBezTo>
                  <a:cubicBezTo>
                    <a:pt x="0" y="504"/>
                    <a:pt x="1" y="503"/>
                    <a:pt x="17" y="508"/>
                  </a:cubicBezTo>
                  <a:cubicBezTo>
                    <a:pt x="27" y="511"/>
                    <a:pt x="37" y="515"/>
                    <a:pt x="48" y="515"/>
                  </a:cubicBezTo>
                  <a:cubicBezTo>
                    <a:pt x="61" y="515"/>
                    <a:pt x="70" y="509"/>
                    <a:pt x="82" y="507"/>
                  </a:cubicBezTo>
                  <a:cubicBezTo>
                    <a:pt x="70" y="498"/>
                    <a:pt x="55" y="496"/>
                    <a:pt x="44" y="483"/>
                  </a:cubicBezTo>
                  <a:cubicBezTo>
                    <a:pt x="27" y="465"/>
                    <a:pt x="41" y="461"/>
                    <a:pt x="40" y="439"/>
                  </a:cubicBezTo>
                  <a:cubicBezTo>
                    <a:pt x="40" y="431"/>
                    <a:pt x="34" y="426"/>
                    <a:pt x="32" y="420"/>
                  </a:cubicBezTo>
                  <a:cubicBezTo>
                    <a:pt x="29" y="409"/>
                    <a:pt x="31" y="404"/>
                    <a:pt x="32" y="394"/>
                  </a:cubicBezTo>
                  <a:cubicBezTo>
                    <a:pt x="34" y="370"/>
                    <a:pt x="32" y="347"/>
                    <a:pt x="34" y="324"/>
                  </a:cubicBezTo>
                  <a:cubicBezTo>
                    <a:pt x="36" y="299"/>
                    <a:pt x="40" y="273"/>
                    <a:pt x="37" y="248"/>
                  </a:cubicBezTo>
                  <a:cubicBezTo>
                    <a:pt x="35" y="227"/>
                    <a:pt x="27" y="209"/>
                    <a:pt x="25" y="189"/>
                  </a:cubicBezTo>
                  <a:cubicBezTo>
                    <a:pt x="23" y="172"/>
                    <a:pt x="28" y="156"/>
                    <a:pt x="30" y="140"/>
                  </a:cubicBezTo>
                  <a:cubicBezTo>
                    <a:pt x="31" y="122"/>
                    <a:pt x="25" y="98"/>
                    <a:pt x="31" y="81"/>
                  </a:cubicBezTo>
                  <a:cubicBezTo>
                    <a:pt x="37" y="64"/>
                    <a:pt x="48" y="62"/>
                    <a:pt x="39" y="41"/>
                  </a:cubicBezTo>
                  <a:cubicBezTo>
                    <a:pt x="33" y="27"/>
                    <a:pt x="25" y="10"/>
                    <a:pt x="15" y="0"/>
                  </a:cubicBezTo>
                </a:path>
              </a:pathLst>
            </a:custGeom>
            <a:solidFill>
              <a:srgbClr val="6F85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986" name="Freeform 776">
              <a:extLst>
                <a:ext uri="{FF2B5EF4-FFF2-40B4-BE49-F238E27FC236}">
                  <a16:creationId xmlns:a16="http://schemas.microsoft.com/office/drawing/2014/main" id="{EF9FA52D-037C-49F4-B9A7-117E26F51CF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8" y="3627"/>
              <a:ext cx="61" cy="252"/>
            </a:xfrm>
            <a:custGeom>
              <a:avLst/>
              <a:gdLst>
                <a:gd name="T0" fmla="*/ 157 w 38"/>
                <a:gd name="T1" fmla="*/ 0 h 146"/>
                <a:gd name="T2" fmla="*/ 128 w 38"/>
                <a:gd name="T3" fmla="*/ 311 h 146"/>
                <a:gd name="T4" fmla="*/ 128 w 38"/>
                <a:gd name="T5" fmla="*/ 432 h 146"/>
                <a:gd name="T6" fmla="*/ 132 w 38"/>
                <a:gd name="T7" fmla="*/ 504 h 146"/>
                <a:gd name="T8" fmla="*/ 116 w 38"/>
                <a:gd name="T9" fmla="*/ 652 h 146"/>
                <a:gd name="T10" fmla="*/ 128 w 38"/>
                <a:gd name="T11" fmla="*/ 715 h 146"/>
                <a:gd name="T12" fmla="*/ 90 w 38"/>
                <a:gd name="T13" fmla="*/ 742 h 146"/>
                <a:gd name="T14" fmla="*/ 50 w 38"/>
                <a:gd name="T15" fmla="*/ 751 h 146"/>
                <a:gd name="T16" fmla="*/ 0 w 38"/>
                <a:gd name="T17" fmla="*/ 746 h 146"/>
                <a:gd name="T18" fmla="*/ 56 w 38"/>
                <a:gd name="T19" fmla="*/ 658 h 146"/>
                <a:gd name="T20" fmla="*/ 82 w 38"/>
                <a:gd name="T21" fmla="*/ 516 h 146"/>
                <a:gd name="T22" fmla="*/ 116 w 38"/>
                <a:gd name="T23" fmla="*/ 255 h 146"/>
                <a:gd name="T24" fmla="*/ 149 w 38"/>
                <a:gd name="T25" fmla="*/ 0 h 14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8" h="146">
                  <a:moveTo>
                    <a:pt x="38" y="0"/>
                  </a:moveTo>
                  <a:cubicBezTo>
                    <a:pt x="38" y="20"/>
                    <a:pt x="32" y="40"/>
                    <a:pt x="31" y="60"/>
                  </a:cubicBezTo>
                  <a:cubicBezTo>
                    <a:pt x="31" y="68"/>
                    <a:pt x="31" y="76"/>
                    <a:pt x="31" y="84"/>
                  </a:cubicBezTo>
                  <a:cubicBezTo>
                    <a:pt x="31" y="89"/>
                    <a:pt x="32" y="93"/>
                    <a:pt x="32" y="98"/>
                  </a:cubicBezTo>
                  <a:cubicBezTo>
                    <a:pt x="31" y="108"/>
                    <a:pt x="27" y="116"/>
                    <a:pt x="28" y="127"/>
                  </a:cubicBezTo>
                  <a:cubicBezTo>
                    <a:pt x="28" y="131"/>
                    <a:pt x="32" y="135"/>
                    <a:pt x="31" y="139"/>
                  </a:cubicBezTo>
                  <a:cubicBezTo>
                    <a:pt x="30" y="143"/>
                    <a:pt x="25" y="143"/>
                    <a:pt x="22" y="144"/>
                  </a:cubicBezTo>
                  <a:cubicBezTo>
                    <a:pt x="18" y="146"/>
                    <a:pt x="16" y="146"/>
                    <a:pt x="12" y="146"/>
                  </a:cubicBezTo>
                  <a:cubicBezTo>
                    <a:pt x="8" y="146"/>
                    <a:pt x="4" y="145"/>
                    <a:pt x="0" y="145"/>
                  </a:cubicBezTo>
                  <a:cubicBezTo>
                    <a:pt x="5" y="140"/>
                    <a:pt x="10" y="134"/>
                    <a:pt x="14" y="128"/>
                  </a:cubicBezTo>
                  <a:cubicBezTo>
                    <a:pt x="19" y="121"/>
                    <a:pt x="19" y="109"/>
                    <a:pt x="20" y="100"/>
                  </a:cubicBezTo>
                  <a:cubicBezTo>
                    <a:pt x="21" y="83"/>
                    <a:pt x="26" y="67"/>
                    <a:pt x="28" y="50"/>
                  </a:cubicBezTo>
                  <a:cubicBezTo>
                    <a:pt x="29" y="33"/>
                    <a:pt x="37" y="17"/>
                    <a:pt x="36" y="0"/>
                  </a:cubicBezTo>
                </a:path>
              </a:pathLst>
            </a:custGeom>
            <a:solidFill>
              <a:srgbClr val="6F85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987" name="Freeform 777">
              <a:extLst>
                <a:ext uri="{FF2B5EF4-FFF2-40B4-BE49-F238E27FC236}">
                  <a16:creationId xmlns:a16="http://schemas.microsoft.com/office/drawing/2014/main" id="{0845FF8B-B39B-42D5-ACA3-9193F7713B1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9" y="2973"/>
              <a:ext cx="169" cy="136"/>
            </a:xfrm>
            <a:custGeom>
              <a:avLst/>
              <a:gdLst>
                <a:gd name="T0" fmla="*/ 0 w 105"/>
                <a:gd name="T1" fmla="*/ 0 h 79"/>
                <a:gd name="T2" fmla="*/ 103 w 105"/>
                <a:gd name="T3" fmla="*/ 143 h 79"/>
                <a:gd name="T4" fmla="*/ 208 w 105"/>
                <a:gd name="T5" fmla="*/ 226 h 79"/>
                <a:gd name="T6" fmla="*/ 430 w 105"/>
                <a:gd name="T7" fmla="*/ 267 h 79"/>
                <a:gd name="T8" fmla="*/ 282 w 105"/>
                <a:gd name="T9" fmla="*/ 382 h 79"/>
                <a:gd name="T10" fmla="*/ 89 w 105"/>
                <a:gd name="T11" fmla="*/ 341 h 79"/>
                <a:gd name="T12" fmla="*/ 0 w 105"/>
                <a:gd name="T13" fmla="*/ 26 h 7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5" h="79">
                  <a:moveTo>
                    <a:pt x="0" y="0"/>
                  </a:moveTo>
                  <a:cubicBezTo>
                    <a:pt x="10" y="4"/>
                    <a:pt x="16" y="21"/>
                    <a:pt x="25" y="28"/>
                  </a:cubicBezTo>
                  <a:cubicBezTo>
                    <a:pt x="32" y="34"/>
                    <a:pt x="42" y="41"/>
                    <a:pt x="50" y="44"/>
                  </a:cubicBezTo>
                  <a:cubicBezTo>
                    <a:pt x="67" y="51"/>
                    <a:pt x="86" y="46"/>
                    <a:pt x="103" y="52"/>
                  </a:cubicBezTo>
                  <a:cubicBezTo>
                    <a:pt x="105" y="67"/>
                    <a:pt x="76" y="74"/>
                    <a:pt x="68" y="75"/>
                  </a:cubicBezTo>
                  <a:cubicBezTo>
                    <a:pt x="52" y="77"/>
                    <a:pt x="34" y="79"/>
                    <a:pt x="21" y="67"/>
                  </a:cubicBezTo>
                  <a:cubicBezTo>
                    <a:pt x="5" y="51"/>
                    <a:pt x="5" y="26"/>
                    <a:pt x="0" y="5"/>
                  </a:cubicBezTo>
                </a:path>
              </a:pathLst>
            </a:custGeom>
            <a:solidFill>
              <a:srgbClr val="6F85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988" name="Freeform 778">
              <a:extLst>
                <a:ext uri="{FF2B5EF4-FFF2-40B4-BE49-F238E27FC236}">
                  <a16:creationId xmlns:a16="http://schemas.microsoft.com/office/drawing/2014/main" id="{6F823A18-F9FA-45E9-ADB4-B16C22F2928F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9" y="3169"/>
              <a:ext cx="110" cy="50"/>
            </a:xfrm>
            <a:custGeom>
              <a:avLst/>
              <a:gdLst>
                <a:gd name="T0" fmla="*/ 0 w 68"/>
                <a:gd name="T1" fmla="*/ 21 h 29"/>
                <a:gd name="T2" fmla="*/ 170 w 68"/>
                <a:gd name="T3" fmla="*/ 66 h 29"/>
                <a:gd name="T4" fmla="*/ 288 w 68"/>
                <a:gd name="T5" fmla="*/ 5 h 29"/>
                <a:gd name="T6" fmla="*/ 123 w 68"/>
                <a:gd name="T7" fmla="*/ 143 h 29"/>
                <a:gd name="T8" fmla="*/ 34 w 68"/>
                <a:gd name="T9" fmla="*/ 122 h 29"/>
                <a:gd name="T10" fmla="*/ 0 w 68"/>
                <a:gd name="T11" fmla="*/ 66 h 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8" h="29">
                  <a:moveTo>
                    <a:pt x="0" y="4"/>
                  </a:moveTo>
                  <a:cubicBezTo>
                    <a:pt x="8" y="9"/>
                    <a:pt x="29" y="17"/>
                    <a:pt x="40" y="13"/>
                  </a:cubicBezTo>
                  <a:cubicBezTo>
                    <a:pt x="50" y="10"/>
                    <a:pt x="58" y="0"/>
                    <a:pt x="68" y="1"/>
                  </a:cubicBezTo>
                  <a:cubicBezTo>
                    <a:pt x="66" y="17"/>
                    <a:pt x="42" y="26"/>
                    <a:pt x="29" y="28"/>
                  </a:cubicBezTo>
                  <a:cubicBezTo>
                    <a:pt x="23" y="29"/>
                    <a:pt x="14" y="28"/>
                    <a:pt x="8" y="24"/>
                  </a:cubicBezTo>
                  <a:cubicBezTo>
                    <a:pt x="5" y="22"/>
                    <a:pt x="0" y="13"/>
                    <a:pt x="0" y="13"/>
                  </a:cubicBezTo>
                </a:path>
              </a:pathLst>
            </a:custGeom>
            <a:solidFill>
              <a:srgbClr val="6F85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989" name="Freeform 779">
              <a:extLst>
                <a:ext uri="{FF2B5EF4-FFF2-40B4-BE49-F238E27FC236}">
                  <a16:creationId xmlns:a16="http://schemas.microsoft.com/office/drawing/2014/main" id="{94DF76EE-E4E6-4335-A7CD-7B607BA388CC}"/>
                </a:ext>
              </a:extLst>
            </p:cNvPr>
            <p:cNvSpPr>
              <a:spLocks/>
            </p:cNvSpPr>
            <p:nvPr/>
          </p:nvSpPr>
          <p:spPr bwMode="auto">
            <a:xfrm>
              <a:off x="5096" y="3033"/>
              <a:ext cx="108" cy="117"/>
            </a:xfrm>
            <a:custGeom>
              <a:avLst/>
              <a:gdLst>
                <a:gd name="T0" fmla="*/ 8 w 67"/>
                <a:gd name="T1" fmla="*/ 0 h 68"/>
                <a:gd name="T2" fmla="*/ 135 w 67"/>
                <a:gd name="T3" fmla="*/ 234 h 68"/>
                <a:gd name="T4" fmla="*/ 280 w 67"/>
                <a:gd name="T5" fmla="*/ 337 h 68"/>
                <a:gd name="T6" fmla="*/ 114 w 67"/>
                <a:gd name="T7" fmla="*/ 143 h 68"/>
                <a:gd name="T8" fmla="*/ 63 w 67"/>
                <a:gd name="T9" fmla="*/ 57 h 68"/>
                <a:gd name="T10" fmla="*/ 0 w 67"/>
                <a:gd name="T11" fmla="*/ 21 h 6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7" h="68">
                  <a:moveTo>
                    <a:pt x="2" y="0"/>
                  </a:moveTo>
                  <a:cubicBezTo>
                    <a:pt x="16" y="11"/>
                    <a:pt x="21" y="31"/>
                    <a:pt x="32" y="46"/>
                  </a:cubicBezTo>
                  <a:cubicBezTo>
                    <a:pt x="39" y="55"/>
                    <a:pt x="56" y="68"/>
                    <a:pt x="67" y="66"/>
                  </a:cubicBezTo>
                  <a:cubicBezTo>
                    <a:pt x="53" y="60"/>
                    <a:pt x="37" y="41"/>
                    <a:pt x="27" y="28"/>
                  </a:cubicBezTo>
                  <a:cubicBezTo>
                    <a:pt x="23" y="23"/>
                    <a:pt x="20" y="15"/>
                    <a:pt x="15" y="11"/>
                  </a:cubicBezTo>
                  <a:cubicBezTo>
                    <a:pt x="11" y="7"/>
                    <a:pt x="4" y="6"/>
                    <a:pt x="0" y="4"/>
                  </a:cubicBezTo>
                </a:path>
              </a:pathLst>
            </a:custGeom>
            <a:solidFill>
              <a:srgbClr val="6F85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990" name="Freeform 780">
              <a:extLst>
                <a:ext uri="{FF2B5EF4-FFF2-40B4-BE49-F238E27FC236}">
                  <a16:creationId xmlns:a16="http://schemas.microsoft.com/office/drawing/2014/main" id="{99E2B193-9C0D-4208-B27D-2D9F3137CC1E}"/>
                </a:ext>
              </a:extLst>
            </p:cNvPr>
            <p:cNvSpPr>
              <a:spLocks/>
            </p:cNvSpPr>
            <p:nvPr/>
          </p:nvSpPr>
          <p:spPr bwMode="auto">
            <a:xfrm>
              <a:off x="5184" y="2931"/>
              <a:ext cx="57" cy="86"/>
            </a:xfrm>
            <a:custGeom>
              <a:avLst/>
              <a:gdLst>
                <a:gd name="T0" fmla="*/ 147 w 35"/>
                <a:gd name="T1" fmla="*/ 0 h 50"/>
                <a:gd name="T2" fmla="*/ 130 w 35"/>
                <a:gd name="T3" fmla="*/ 57 h 50"/>
                <a:gd name="T4" fmla="*/ 81 w 35"/>
                <a:gd name="T5" fmla="*/ 143 h 50"/>
                <a:gd name="T6" fmla="*/ 34 w 35"/>
                <a:gd name="T7" fmla="*/ 205 h 50"/>
                <a:gd name="T8" fmla="*/ 0 w 35"/>
                <a:gd name="T9" fmla="*/ 239 h 50"/>
                <a:gd name="T10" fmla="*/ 81 w 35"/>
                <a:gd name="T11" fmla="*/ 184 h 50"/>
                <a:gd name="T12" fmla="*/ 132 w 35"/>
                <a:gd name="T13" fmla="*/ 119 h 50"/>
                <a:gd name="T14" fmla="*/ 151 w 35"/>
                <a:gd name="T15" fmla="*/ 0 h 5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5" h="50">
                  <a:moveTo>
                    <a:pt x="34" y="0"/>
                  </a:moveTo>
                  <a:cubicBezTo>
                    <a:pt x="32" y="2"/>
                    <a:pt x="31" y="8"/>
                    <a:pt x="30" y="11"/>
                  </a:cubicBezTo>
                  <a:cubicBezTo>
                    <a:pt x="27" y="17"/>
                    <a:pt x="23" y="22"/>
                    <a:pt x="19" y="28"/>
                  </a:cubicBezTo>
                  <a:cubicBezTo>
                    <a:pt x="15" y="32"/>
                    <a:pt x="12" y="36"/>
                    <a:pt x="8" y="40"/>
                  </a:cubicBezTo>
                  <a:cubicBezTo>
                    <a:pt x="5" y="42"/>
                    <a:pt x="2" y="44"/>
                    <a:pt x="0" y="47"/>
                  </a:cubicBezTo>
                  <a:cubicBezTo>
                    <a:pt x="6" y="50"/>
                    <a:pt x="15" y="39"/>
                    <a:pt x="19" y="36"/>
                  </a:cubicBezTo>
                  <a:cubicBezTo>
                    <a:pt x="24" y="32"/>
                    <a:pt x="28" y="28"/>
                    <a:pt x="31" y="23"/>
                  </a:cubicBezTo>
                  <a:cubicBezTo>
                    <a:pt x="35" y="16"/>
                    <a:pt x="33" y="8"/>
                    <a:pt x="35" y="0"/>
                  </a:cubicBezTo>
                </a:path>
              </a:pathLst>
            </a:custGeom>
            <a:solidFill>
              <a:srgbClr val="6F85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991" name="Freeform 781">
              <a:extLst>
                <a:ext uri="{FF2B5EF4-FFF2-40B4-BE49-F238E27FC236}">
                  <a16:creationId xmlns:a16="http://schemas.microsoft.com/office/drawing/2014/main" id="{0D31122D-F151-490D-B245-E00DD3AF8654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7" y="2201"/>
              <a:ext cx="123" cy="165"/>
            </a:xfrm>
            <a:custGeom>
              <a:avLst/>
              <a:gdLst>
                <a:gd name="T0" fmla="*/ 272 w 76"/>
                <a:gd name="T1" fmla="*/ 107 h 96"/>
                <a:gd name="T2" fmla="*/ 217 w 76"/>
                <a:gd name="T3" fmla="*/ 98 h 96"/>
                <a:gd name="T4" fmla="*/ 131 w 76"/>
                <a:gd name="T5" fmla="*/ 70 h 96"/>
                <a:gd name="T6" fmla="*/ 0 w 76"/>
                <a:gd name="T7" fmla="*/ 0 h 96"/>
                <a:gd name="T8" fmla="*/ 207 w 76"/>
                <a:gd name="T9" fmla="*/ 198 h 96"/>
                <a:gd name="T10" fmla="*/ 267 w 76"/>
                <a:gd name="T11" fmla="*/ 345 h 96"/>
                <a:gd name="T12" fmla="*/ 309 w 76"/>
                <a:gd name="T13" fmla="*/ 488 h 96"/>
                <a:gd name="T14" fmla="*/ 272 w 76"/>
                <a:gd name="T15" fmla="*/ 98 h 9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6" h="96">
                  <a:moveTo>
                    <a:pt x="64" y="21"/>
                  </a:moveTo>
                  <a:cubicBezTo>
                    <a:pt x="60" y="19"/>
                    <a:pt x="55" y="20"/>
                    <a:pt x="51" y="19"/>
                  </a:cubicBezTo>
                  <a:cubicBezTo>
                    <a:pt x="44" y="18"/>
                    <a:pt x="37" y="16"/>
                    <a:pt x="31" y="14"/>
                  </a:cubicBezTo>
                  <a:cubicBezTo>
                    <a:pt x="20" y="10"/>
                    <a:pt x="11" y="1"/>
                    <a:pt x="0" y="0"/>
                  </a:cubicBezTo>
                  <a:cubicBezTo>
                    <a:pt x="7" y="21"/>
                    <a:pt x="35" y="25"/>
                    <a:pt x="49" y="39"/>
                  </a:cubicBezTo>
                  <a:cubicBezTo>
                    <a:pt x="56" y="47"/>
                    <a:pt x="61" y="58"/>
                    <a:pt x="63" y="68"/>
                  </a:cubicBezTo>
                  <a:cubicBezTo>
                    <a:pt x="65" y="75"/>
                    <a:pt x="67" y="94"/>
                    <a:pt x="73" y="96"/>
                  </a:cubicBezTo>
                  <a:cubicBezTo>
                    <a:pt x="74" y="89"/>
                    <a:pt x="76" y="18"/>
                    <a:pt x="64" y="19"/>
                  </a:cubicBezTo>
                </a:path>
              </a:pathLst>
            </a:custGeom>
            <a:solidFill>
              <a:srgbClr val="6F85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992" name="Freeform 782">
              <a:extLst>
                <a:ext uri="{FF2B5EF4-FFF2-40B4-BE49-F238E27FC236}">
                  <a16:creationId xmlns:a16="http://schemas.microsoft.com/office/drawing/2014/main" id="{A9F00D48-7233-4E5D-95BF-CA98762E067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0" y="2240"/>
              <a:ext cx="80" cy="245"/>
            </a:xfrm>
            <a:custGeom>
              <a:avLst/>
              <a:gdLst>
                <a:gd name="T0" fmla="*/ 176 w 50"/>
                <a:gd name="T1" fmla="*/ 0 h 142"/>
                <a:gd name="T2" fmla="*/ 29 w 50"/>
                <a:gd name="T3" fmla="*/ 214 h 142"/>
                <a:gd name="T4" fmla="*/ 48 w 50"/>
                <a:gd name="T5" fmla="*/ 730 h 142"/>
                <a:gd name="T6" fmla="*/ 115 w 50"/>
                <a:gd name="T7" fmla="*/ 288 h 142"/>
                <a:gd name="T8" fmla="*/ 171 w 50"/>
                <a:gd name="T9" fmla="*/ 41 h 1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142">
                  <a:moveTo>
                    <a:pt x="43" y="0"/>
                  </a:moveTo>
                  <a:cubicBezTo>
                    <a:pt x="33" y="16"/>
                    <a:pt x="13" y="19"/>
                    <a:pt x="7" y="42"/>
                  </a:cubicBezTo>
                  <a:cubicBezTo>
                    <a:pt x="0" y="67"/>
                    <a:pt x="2" y="118"/>
                    <a:pt x="12" y="142"/>
                  </a:cubicBezTo>
                  <a:cubicBezTo>
                    <a:pt x="18" y="114"/>
                    <a:pt x="17" y="83"/>
                    <a:pt x="28" y="56"/>
                  </a:cubicBezTo>
                  <a:cubicBezTo>
                    <a:pt x="32" y="46"/>
                    <a:pt x="50" y="18"/>
                    <a:pt x="42" y="8"/>
                  </a:cubicBezTo>
                </a:path>
              </a:pathLst>
            </a:custGeom>
            <a:solidFill>
              <a:srgbClr val="6F85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993" name="Freeform 783">
              <a:extLst>
                <a:ext uri="{FF2B5EF4-FFF2-40B4-BE49-F238E27FC236}">
                  <a16:creationId xmlns:a16="http://schemas.microsoft.com/office/drawing/2014/main" id="{EDC7B023-6B32-4334-9408-94A704F39BC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4" y="2159"/>
              <a:ext cx="139" cy="820"/>
            </a:xfrm>
            <a:custGeom>
              <a:avLst/>
              <a:gdLst>
                <a:gd name="T0" fmla="*/ 204 w 86"/>
                <a:gd name="T1" fmla="*/ 140 h 476"/>
                <a:gd name="T2" fmla="*/ 81 w 86"/>
                <a:gd name="T3" fmla="*/ 531 h 476"/>
                <a:gd name="T4" fmla="*/ 29 w 86"/>
                <a:gd name="T5" fmla="*/ 710 h 476"/>
                <a:gd name="T6" fmla="*/ 8 w 86"/>
                <a:gd name="T7" fmla="*/ 977 h 476"/>
                <a:gd name="T8" fmla="*/ 21 w 86"/>
                <a:gd name="T9" fmla="*/ 1523 h 476"/>
                <a:gd name="T10" fmla="*/ 50 w 86"/>
                <a:gd name="T11" fmla="*/ 1988 h 476"/>
                <a:gd name="T12" fmla="*/ 191 w 86"/>
                <a:gd name="T13" fmla="*/ 2300 h 476"/>
                <a:gd name="T14" fmla="*/ 351 w 86"/>
                <a:gd name="T15" fmla="*/ 2057 h 476"/>
                <a:gd name="T16" fmla="*/ 351 w 86"/>
                <a:gd name="T17" fmla="*/ 1416 h 476"/>
                <a:gd name="T18" fmla="*/ 351 w 86"/>
                <a:gd name="T19" fmla="*/ 858 h 476"/>
                <a:gd name="T20" fmla="*/ 338 w 86"/>
                <a:gd name="T21" fmla="*/ 531 h 476"/>
                <a:gd name="T22" fmla="*/ 338 w 86"/>
                <a:gd name="T23" fmla="*/ 234 h 476"/>
                <a:gd name="T24" fmla="*/ 194 w 86"/>
                <a:gd name="T25" fmla="*/ 143 h 47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86" h="476">
                  <a:moveTo>
                    <a:pt x="48" y="27"/>
                  </a:moveTo>
                  <a:cubicBezTo>
                    <a:pt x="30" y="46"/>
                    <a:pt x="25" y="77"/>
                    <a:pt x="19" y="104"/>
                  </a:cubicBezTo>
                  <a:cubicBezTo>
                    <a:pt x="17" y="116"/>
                    <a:pt x="11" y="127"/>
                    <a:pt x="7" y="139"/>
                  </a:cubicBezTo>
                  <a:cubicBezTo>
                    <a:pt x="1" y="155"/>
                    <a:pt x="2" y="174"/>
                    <a:pt x="2" y="191"/>
                  </a:cubicBezTo>
                  <a:cubicBezTo>
                    <a:pt x="0" y="226"/>
                    <a:pt x="5" y="262"/>
                    <a:pt x="5" y="298"/>
                  </a:cubicBezTo>
                  <a:cubicBezTo>
                    <a:pt x="5" y="327"/>
                    <a:pt x="7" y="360"/>
                    <a:pt x="12" y="389"/>
                  </a:cubicBezTo>
                  <a:cubicBezTo>
                    <a:pt x="16" y="410"/>
                    <a:pt x="29" y="437"/>
                    <a:pt x="45" y="450"/>
                  </a:cubicBezTo>
                  <a:cubicBezTo>
                    <a:pt x="75" y="476"/>
                    <a:pt x="81" y="430"/>
                    <a:pt x="83" y="402"/>
                  </a:cubicBezTo>
                  <a:cubicBezTo>
                    <a:pt x="86" y="360"/>
                    <a:pt x="80" y="318"/>
                    <a:pt x="83" y="277"/>
                  </a:cubicBezTo>
                  <a:cubicBezTo>
                    <a:pt x="86" y="240"/>
                    <a:pt x="84" y="204"/>
                    <a:pt x="83" y="168"/>
                  </a:cubicBezTo>
                  <a:cubicBezTo>
                    <a:pt x="83" y="146"/>
                    <a:pt x="81" y="125"/>
                    <a:pt x="80" y="104"/>
                  </a:cubicBezTo>
                  <a:cubicBezTo>
                    <a:pt x="79" y="86"/>
                    <a:pt x="83" y="63"/>
                    <a:pt x="80" y="46"/>
                  </a:cubicBezTo>
                  <a:cubicBezTo>
                    <a:pt x="76" y="31"/>
                    <a:pt x="54" y="0"/>
                    <a:pt x="46" y="28"/>
                  </a:cubicBezTo>
                </a:path>
              </a:pathLst>
            </a:custGeom>
            <a:solidFill>
              <a:srgbClr val="6F85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994" name="Freeform 784">
              <a:extLst>
                <a:ext uri="{FF2B5EF4-FFF2-40B4-BE49-F238E27FC236}">
                  <a16:creationId xmlns:a16="http://schemas.microsoft.com/office/drawing/2014/main" id="{A0737F86-BCD6-4A8A-8E92-5576EF688D5B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5" y="2168"/>
              <a:ext cx="165" cy="777"/>
            </a:xfrm>
            <a:custGeom>
              <a:avLst/>
              <a:gdLst>
                <a:gd name="T0" fmla="*/ 178 w 102"/>
                <a:gd name="T1" fmla="*/ 157 h 451"/>
                <a:gd name="T2" fmla="*/ 76 w 102"/>
                <a:gd name="T3" fmla="*/ 296 h 451"/>
                <a:gd name="T4" fmla="*/ 47 w 102"/>
                <a:gd name="T5" fmla="*/ 875 h 451"/>
                <a:gd name="T6" fmla="*/ 5 w 102"/>
                <a:gd name="T7" fmla="*/ 1442 h 451"/>
                <a:gd name="T8" fmla="*/ 60 w 102"/>
                <a:gd name="T9" fmla="*/ 1959 h 451"/>
                <a:gd name="T10" fmla="*/ 249 w 102"/>
                <a:gd name="T11" fmla="*/ 2250 h 451"/>
                <a:gd name="T12" fmla="*/ 327 w 102"/>
                <a:gd name="T13" fmla="*/ 1988 h 451"/>
                <a:gd name="T14" fmla="*/ 351 w 102"/>
                <a:gd name="T15" fmla="*/ 1647 h 451"/>
                <a:gd name="T16" fmla="*/ 369 w 102"/>
                <a:gd name="T17" fmla="*/ 522 h 451"/>
                <a:gd name="T18" fmla="*/ 293 w 102"/>
                <a:gd name="T19" fmla="*/ 234 h 451"/>
                <a:gd name="T20" fmla="*/ 173 w 102"/>
                <a:gd name="T21" fmla="*/ 155 h 45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02" h="451">
                  <a:moveTo>
                    <a:pt x="42" y="31"/>
                  </a:moveTo>
                  <a:cubicBezTo>
                    <a:pt x="33" y="0"/>
                    <a:pt x="19" y="48"/>
                    <a:pt x="18" y="58"/>
                  </a:cubicBezTo>
                  <a:cubicBezTo>
                    <a:pt x="13" y="95"/>
                    <a:pt x="12" y="133"/>
                    <a:pt x="11" y="171"/>
                  </a:cubicBezTo>
                  <a:cubicBezTo>
                    <a:pt x="11" y="208"/>
                    <a:pt x="2" y="245"/>
                    <a:pt x="1" y="282"/>
                  </a:cubicBezTo>
                  <a:cubicBezTo>
                    <a:pt x="0" y="317"/>
                    <a:pt x="3" y="350"/>
                    <a:pt x="14" y="383"/>
                  </a:cubicBezTo>
                  <a:cubicBezTo>
                    <a:pt x="19" y="398"/>
                    <a:pt x="37" y="451"/>
                    <a:pt x="59" y="440"/>
                  </a:cubicBezTo>
                  <a:cubicBezTo>
                    <a:pt x="69" y="434"/>
                    <a:pt x="75" y="401"/>
                    <a:pt x="77" y="389"/>
                  </a:cubicBezTo>
                  <a:cubicBezTo>
                    <a:pt x="81" y="367"/>
                    <a:pt x="82" y="345"/>
                    <a:pt x="83" y="322"/>
                  </a:cubicBezTo>
                  <a:cubicBezTo>
                    <a:pt x="85" y="248"/>
                    <a:pt x="102" y="174"/>
                    <a:pt x="87" y="102"/>
                  </a:cubicBezTo>
                  <a:cubicBezTo>
                    <a:pt x="84" y="84"/>
                    <a:pt x="79" y="59"/>
                    <a:pt x="69" y="46"/>
                  </a:cubicBezTo>
                  <a:cubicBezTo>
                    <a:pt x="62" y="36"/>
                    <a:pt x="50" y="35"/>
                    <a:pt x="41" y="30"/>
                  </a:cubicBezTo>
                </a:path>
              </a:pathLst>
            </a:custGeom>
            <a:solidFill>
              <a:srgbClr val="6F85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995" name="Freeform 785">
              <a:extLst>
                <a:ext uri="{FF2B5EF4-FFF2-40B4-BE49-F238E27FC236}">
                  <a16:creationId xmlns:a16="http://schemas.microsoft.com/office/drawing/2014/main" id="{97F5795D-316D-48D1-AF75-C3A8ADC7924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4" y="3212"/>
              <a:ext cx="121" cy="458"/>
            </a:xfrm>
            <a:custGeom>
              <a:avLst/>
              <a:gdLst>
                <a:gd name="T0" fmla="*/ 26 w 75"/>
                <a:gd name="T1" fmla="*/ 0 h 266"/>
                <a:gd name="T2" fmla="*/ 315 w 75"/>
                <a:gd name="T3" fmla="*/ 119 h 266"/>
                <a:gd name="T4" fmla="*/ 232 w 75"/>
                <a:gd name="T5" fmla="*/ 284 h 266"/>
                <a:gd name="T6" fmla="*/ 245 w 75"/>
                <a:gd name="T7" fmla="*/ 522 h 266"/>
                <a:gd name="T8" fmla="*/ 252 w 75"/>
                <a:gd name="T9" fmla="*/ 954 h 266"/>
                <a:gd name="T10" fmla="*/ 266 w 75"/>
                <a:gd name="T11" fmla="*/ 1359 h 266"/>
                <a:gd name="T12" fmla="*/ 186 w 75"/>
                <a:gd name="T13" fmla="*/ 871 h 266"/>
                <a:gd name="T14" fmla="*/ 123 w 75"/>
                <a:gd name="T15" fmla="*/ 496 h 266"/>
                <a:gd name="T16" fmla="*/ 0 w 75"/>
                <a:gd name="T17" fmla="*/ 45 h 26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5" h="266">
                  <a:moveTo>
                    <a:pt x="6" y="0"/>
                  </a:moveTo>
                  <a:cubicBezTo>
                    <a:pt x="28" y="15"/>
                    <a:pt x="48" y="26"/>
                    <a:pt x="75" y="23"/>
                  </a:cubicBezTo>
                  <a:cubicBezTo>
                    <a:pt x="66" y="21"/>
                    <a:pt x="55" y="48"/>
                    <a:pt x="55" y="56"/>
                  </a:cubicBezTo>
                  <a:cubicBezTo>
                    <a:pt x="53" y="71"/>
                    <a:pt x="58" y="88"/>
                    <a:pt x="58" y="102"/>
                  </a:cubicBezTo>
                  <a:cubicBezTo>
                    <a:pt x="60" y="131"/>
                    <a:pt x="60" y="159"/>
                    <a:pt x="60" y="187"/>
                  </a:cubicBezTo>
                  <a:cubicBezTo>
                    <a:pt x="60" y="213"/>
                    <a:pt x="65" y="241"/>
                    <a:pt x="63" y="266"/>
                  </a:cubicBezTo>
                  <a:cubicBezTo>
                    <a:pt x="47" y="242"/>
                    <a:pt x="48" y="199"/>
                    <a:pt x="44" y="171"/>
                  </a:cubicBezTo>
                  <a:cubicBezTo>
                    <a:pt x="39" y="146"/>
                    <a:pt x="38" y="120"/>
                    <a:pt x="29" y="97"/>
                  </a:cubicBezTo>
                  <a:cubicBezTo>
                    <a:pt x="19" y="68"/>
                    <a:pt x="3" y="39"/>
                    <a:pt x="0" y="9"/>
                  </a:cubicBezTo>
                </a:path>
              </a:pathLst>
            </a:custGeom>
            <a:solidFill>
              <a:srgbClr val="6F85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996" name="Freeform 786">
              <a:extLst>
                <a:ext uri="{FF2B5EF4-FFF2-40B4-BE49-F238E27FC236}">
                  <a16:creationId xmlns:a16="http://schemas.microsoft.com/office/drawing/2014/main" id="{324EAAE6-DA2E-48E2-894D-1837B2FC3097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3" y="3157"/>
              <a:ext cx="108" cy="398"/>
            </a:xfrm>
            <a:custGeom>
              <a:avLst/>
              <a:gdLst>
                <a:gd name="T0" fmla="*/ 13 w 67"/>
                <a:gd name="T1" fmla="*/ 0 h 231"/>
                <a:gd name="T2" fmla="*/ 280 w 67"/>
                <a:gd name="T3" fmla="*/ 140 h 231"/>
                <a:gd name="T4" fmla="*/ 260 w 67"/>
                <a:gd name="T5" fmla="*/ 283 h 231"/>
                <a:gd name="T6" fmla="*/ 234 w 67"/>
                <a:gd name="T7" fmla="*/ 563 h 231"/>
                <a:gd name="T8" fmla="*/ 190 w 67"/>
                <a:gd name="T9" fmla="*/ 1182 h 231"/>
                <a:gd name="T10" fmla="*/ 150 w 67"/>
                <a:gd name="T11" fmla="*/ 767 h 231"/>
                <a:gd name="T12" fmla="*/ 97 w 67"/>
                <a:gd name="T13" fmla="*/ 439 h 231"/>
                <a:gd name="T14" fmla="*/ 0 w 67"/>
                <a:gd name="T15" fmla="*/ 29 h 23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7" h="231">
                  <a:moveTo>
                    <a:pt x="3" y="0"/>
                  </a:moveTo>
                  <a:cubicBezTo>
                    <a:pt x="15" y="16"/>
                    <a:pt x="49" y="40"/>
                    <a:pt x="67" y="27"/>
                  </a:cubicBezTo>
                  <a:cubicBezTo>
                    <a:pt x="67" y="37"/>
                    <a:pt x="63" y="45"/>
                    <a:pt x="62" y="55"/>
                  </a:cubicBezTo>
                  <a:cubicBezTo>
                    <a:pt x="58" y="73"/>
                    <a:pt x="58" y="92"/>
                    <a:pt x="56" y="110"/>
                  </a:cubicBezTo>
                  <a:cubicBezTo>
                    <a:pt x="51" y="149"/>
                    <a:pt x="45" y="191"/>
                    <a:pt x="45" y="231"/>
                  </a:cubicBezTo>
                  <a:cubicBezTo>
                    <a:pt x="35" y="206"/>
                    <a:pt x="42" y="177"/>
                    <a:pt x="36" y="150"/>
                  </a:cubicBezTo>
                  <a:cubicBezTo>
                    <a:pt x="31" y="129"/>
                    <a:pt x="28" y="107"/>
                    <a:pt x="23" y="86"/>
                  </a:cubicBezTo>
                  <a:cubicBezTo>
                    <a:pt x="15" y="58"/>
                    <a:pt x="1" y="36"/>
                    <a:pt x="0" y="6"/>
                  </a:cubicBezTo>
                </a:path>
              </a:pathLst>
            </a:custGeom>
            <a:solidFill>
              <a:srgbClr val="6F85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997" name="Freeform 787">
              <a:extLst>
                <a:ext uri="{FF2B5EF4-FFF2-40B4-BE49-F238E27FC236}">
                  <a16:creationId xmlns:a16="http://schemas.microsoft.com/office/drawing/2014/main" id="{70C4CAC7-5F12-449C-827C-899B54BAC6A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2" y="3832"/>
              <a:ext cx="178" cy="52"/>
            </a:xfrm>
            <a:custGeom>
              <a:avLst/>
              <a:gdLst>
                <a:gd name="T0" fmla="*/ 47 w 110"/>
                <a:gd name="T1" fmla="*/ 0 h 30"/>
                <a:gd name="T2" fmla="*/ 249 w 110"/>
                <a:gd name="T3" fmla="*/ 147 h 30"/>
                <a:gd name="T4" fmla="*/ 372 w 110"/>
                <a:gd name="T5" fmla="*/ 147 h 30"/>
                <a:gd name="T6" fmla="*/ 466 w 110"/>
                <a:gd name="T7" fmla="*/ 135 h 30"/>
                <a:gd name="T8" fmla="*/ 178 w 110"/>
                <a:gd name="T9" fmla="*/ 87 h 30"/>
                <a:gd name="T10" fmla="*/ 55 w 110"/>
                <a:gd name="T11" fmla="*/ 9 h 3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0" h="30">
                  <a:moveTo>
                    <a:pt x="11" y="0"/>
                  </a:moveTo>
                  <a:cubicBezTo>
                    <a:pt x="0" y="24"/>
                    <a:pt x="47" y="28"/>
                    <a:pt x="59" y="28"/>
                  </a:cubicBezTo>
                  <a:cubicBezTo>
                    <a:pt x="69" y="29"/>
                    <a:pt x="79" y="28"/>
                    <a:pt x="88" y="28"/>
                  </a:cubicBezTo>
                  <a:cubicBezTo>
                    <a:pt x="95" y="27"/>
                    <a:pt x="105" y="30"/>
                    <a:pt x="110" y="26"/>
                  </a:cubicBezTo>
                  <a:cubicBezTo>
                    <a:pt x="88" y="27"/>
                    <a:pt x="64" y="23"/>
                    <a:pt x="42" y="17"/>
                  </a:cubicBezTo>
                  <a:cubicBezTo>
                    <a:pt x="32" y="15"/>
                    <a:pt x="17" y="13"/>
                    <a:pt x="13" y="2"/>
                  </a:cubicBezTo>
                </a:path>
              </a:pathLst>
            </a:custGeom>
            <a:solidFill>
              <a:srgbClr val="6F85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998" name="Freeform 788">
              <a:extLst>
                <a:ext uri="{FF2B5EF4-FFF2-40B4-BE49-F238E27FC236}">
                  <a16:creationId xmlns:a16="http://schemas.microsoft.com/office/drawing/2014/main" id="{0BADCF46-AC62-4990-95F8-ACDF1AAEF6D1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3" y="3818"/>
              <a:ext cx="148" cy="69"/>
            </a:xfrm>
            <a:custGeom>
              <a:avLst/>
              <a:gdLst>
                <a:gd name="T0" fmla="*/ 0 w 92"/>
                <a:gd name="T1" fmla="*/ 164 h 40"/>
                <a:gd name="T2" fmla="*/ 241 w 92"/>
                <a:gd name="T3" fmla="*/ 143 h 40"/>
                <a:gd name="T4" fmla="*/ 367 w 92"/>
                <a:gd name="T5" fmla="*/ 16 h 40"/>
                <a:gd name="T6" fmla="*/ 301 w 92"/>
                <a:gd name="T7" fmla="*/ 57 h 40"/>
                <a:gd name="T8" fmla="*/ 150 w 92"/>
                <a:gd name="T9" fmla="*/ 148 h 40"/>
                <a:gd name="T10" fmla="*/ 76 w 92"/>
                <a:gd name="T11" fmla="*/ 164 h 40"/>
                <a:gd name="T12" fmla="*/ 16 w 92"/>
                <a:gd name="T13" fmla="*/ 164 h 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2" h="40">
                  <a:moveTo>
                    <a:pt x="0" y="32"/>
                  </a:moveTo>
                  <a:cubicBezTo>
                    <a:pt x="19" y="40"/>
                    <a:pt x="40" y="36"/>
                    <a:pt x="58" y="28"/>
                  </a:cubicBezTo>
                  <a:cubicBezTo>
                    <a:pt x="65" y="24"/>
                    <a:pt x="92" y="15"/>
                    <a:pt x="88" y="3"/>
                  </a:cubicBezTo>
                  <a:cubicBezTo>
                    <a:pt x="84" y="0"/>
                    <a:pt x="76" y="8"/>
                    <a:pt x="72" y="11"/>
                  </a:cubicBezTo>
                  <a:cubicBezTo>
                    <a:pt x="60" y="18"/>
                    <a:pt x="48" y="25"/>
                    <a:pt x="36" y="29"/>
                  </a:cubicBezTo>
                  <a:cubicBezTo>
                    <a:pt x="30" y="31"/>
                    <a:pt x="24" y="32"/>
                    <a:pt x="18" y="32"/>
                  </a:cubicBezTo>
                  <a:cubicBezTo>
                    <a:pt x="14" y="32"/>
                    <a:pt x="6" y="29"/>
                    <a:pt x="4" y="32"/>
                  </a:cubicBezTo>
                </a:path>
              </a:pathLst>
            </a:custGeom>
            <a:solidFill>
              <a:srgbClr val="6F85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999" name="Freeform 789">
              <a:extLst>
                <a:ext uri="{FF2B5EF4-FFF2-40B4-BE49-F238E27FC236}">
                  <a16:creationId xmlns:a16="http://schemas.microsoft.com/office/drawing/2014/main" id="{A1B18EE1-A533-4D53-BC4B-841029500A4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1" y="2251"/>
              <a:ext cx="18" cy="7"/>
            </a:xfrm>
            <a:custGeom>
              <a:avLst/>
              <a:gdLst>
                <a:gd name="T0" fmla="*/ 0 w 11"/>
                <a:gd name="T1" fmla="*/ 21 h 4"/>
                <a:gd name="T2" fmla="*/ 47 w 11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4">
                  <a:moveTo>
                    <a:pt x="0" y="4"/>
                  </a:moveTo>
                  <a:cubicBezTo>
                    <a:pt x="4" y="3"/>
                    <a:pt x="8" y="2"/>
                    <a:pt x="11" y="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000" name="Freeform 790">
              <a:extLst>
                <a:ext uri="{FF2B5EF4-FFF2-40B4-BE49-F238E27FC236}">
                  <a16:creationId xmlns:a16="http://schemas.microsoft.com/office/drawing/2014/main" id="{2192508B-3C64-4D7F-BBEC-C38BDFA7811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2" y="2233"/>
              <a:ext cx="19" cy="11"/>
            </a:xfrm>
            <a:custGeom>
              <a:avLst/>
              <a:gdLst>
                <a:gd name="T0" fmla="*/ 0 w 12"/>
                <a:gd name="T1" fmla="*/ 37 h 6"/>
                <a:gd name="T2" fmla="*/ 48 w 12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6">
                  <a:moveTo>
                    <a:pt x="0" y="6"/>
                  </a:moveTo>
                  <a:cubicBezTo>
                    <a:pt x="4" y="5"/>
                    <a:pt x="8" y="1"/>
                    <a:pt x="12" y="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001" name="Freeform 791">
              <a:extLst>
                <a:ext uri="{FF2B5EF4-FFF2-40B4-BE49-F238E27FC236}">
                  <a16:creationId xmlns:a16="http://schemas.microsoft.com/office/drawing/2014/main" id="{AC31D8D3-23A8-479E-91BE-407714E3F50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4" y="2206"/>
              <a:ext cx="11" cy="17"/>
            </a:xfrm>
            <a:custGeom>
              <a:avLst/>
              <a:gdLst>
                <a:gd name="T0" fmla="*/ 0 w 7"/>
                <a:gd name="T1" fmla="*/ 49 h 10"/>
                <a:gd name="T2" fmla="*/ 27 w 7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0">
                  <a:moveTo>
                    <a:pt x="0" y="10"/>
                  </a:moveTo>
                  <a:cubicBezTo>
                    <a:pt x="2" y="7"/>
                    <a:pt x="5" y="4"/>
                    <a:pt x="7" y="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002" name="Freeform 792">
              <a:extLst>
                <a:ext uri="{FF2B5EF4-FFF2-40B4-BE49-F238E27FC236}">
                  <a16:creationId xmlns:a16="http://schemas.microsoft.com/office/drawing/2014/main" id="{D27CA5E3-A691-4992-968E-AFC783BE23E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4" y="2182"/>
              <a:ext cx="9" cy="14"/>
            </a:xfrm>
            <a:custGeom>
              <a:avLst/>
              <a:gdLst>
                <a:gd name="T0" fmla="*/ 0 w 6"/>
                <a:gd name="T1" fmla="*/ 44 h 8"/>
                <a:gd name="T2" fmla="*/ 21 w 6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8">
                  <a:moveTo>
                    <a:pt x="0" y="8"/>
                  </a:moveTo>
                  <a:cubicBezTo>
                    <a:pt x="2" y="5"/>
                    <a:pt x="4" y="2"/>
                    <a:pt x="6" y="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003" name="Freeform 793">
              <a:extLst>
                <a:ext uri="{FF2B5EF4-FFF2-40B4-BE49-F238E27FC236}">
                  <a16:creationId xmlns:a16="http://schemas.microsoft.com/office/drawing/2014/main" id="{063BCF6B-0633-4F70-B0A5-C4F6A11FA089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1" y="2147"/>
              <a:ext cx="7" cy="18"/>
            </a:xfrm>
            <a:custGeom>
              <a:avLst/>
              <a:gdLst>
                <a:gd name="T0" fmla="*/ 0 w 4"/>
                <a:gd name="T1" fmla="*/ 58 h 10"/>
                <a:gd name="T2" fmla="*/ 21 w 4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0">
                  <a:moveTo>
                    <a:pt x="0" y="10"/>
                  </a:moveTo>
                  <a:cubicBezTo>
                    <a:pt x="2" y="7"/>
                    <a:pt x="3" y="3"/>
                    <a:pt x="4" y="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004" name="Freeform 794">
              <a:extLst>
                <a:ext uri="{FF2B5EF4-FFF2-40B4-BE49-F238E27FC236}">
                  <a16:creationId xmlns:a16="http://schemas.microsoft.com/office/drawing/2014/main" id="{ADAE179C-2DF8-4AD1-B9D0-C70AA9148737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4" y="2113"/>
              <a:ext cx="5" cy="21"/>
            </a:xfrm>
            <a:custGeom>
              <a:avLst/>
              <a:gdLst>
                <a:gd name="T0" fmla="*/ 0 w 3"/>
                <a:gd name="T1" fmla="*/ 65 h 12"/>
                <a:gd name="T2" fmla="*/ 13 w 3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2">
                  <a:moveTo>
                    <a:pt x="0" y="12"/>
                  </a:moveTo>
                  <a:cubicBezTo>
                    <a:pt x="1" y="8"/>
                    <a:pt x="2" y="3"/>
                    <a:pt x="3" y="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005" name="Freeform 795">
              <a:extLst>
                <a:ext uri="{FF2B5EF4-FFF2-40B4-BE49-F238E27FC236}">
                  <a16:creationId xmlns:a16="http://schemas.microsoft.com/office/drawing/2014/main" id="{4122454A-C451-47E3-88B5-CEB10878EA00}"/>
                </a:ext>
              </a:extLst>
            </p:cNvPr>
            <p:cNvSpPr>
              <a:spLocks/>
            </p:cNvSpPr>
            <p:nvPr/>
          </p:nvSpPr>
          <p:spPr bwMode="auto">
            <a:xfrm>
              <a:off x="5107" y="2094"/>
              <a:ext cx="21" cy="33"/>
            </a:xfrm>
            <a:custGeom>
              <a:avLst/>
              <a:gdLst>
                <a:gd name="T0" fmla="*/ 0 w 13"/>
                <a:gd name="T1" fmla="*/ 0 h 19"/>
                <a:gd name="T2" fmla="*/ 55 w 13"/>
                <a:gd name="T3" fmla="*/ 99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9">
                  <a:moveTo>
                    <a:pt x="0" y="0"/>
                  </a:moveTo>
                  <a:cubicBezTo>
                    <a:pt x="4" y="7"/>
                    <a:pt x="9" y="13"/>
                    <a:pt x="13" y="19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006" name="Freeform 796">
              <a:extLst>
                <a:ext uri="{FF2B5EF4-FFF2-40B4-BE49-F238E27FC236}">
                  <a16:creationId xmlns:a16="http://schemas.microsoft.com/office/drawing/2014/main" id="{ECA5BE20-7FC1-473B-BF1B-949EA10702A5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6" y="2139"/>
              <a:ext cx="19" cy="15"/>
            </a:xfrm>
            <a:custGeom>
              <a:avLst/>
              <a:gdLst>
                <a:gd name="T0" fmla="*/ 0 w 12"/>
                <a:gd name="T1" fmla="*/ 0 h 9"/>
                <a:gd name="T2" fmla="*/ 48 w 12"/>
                <a:gd name="T3" fmla="*/ 42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9">
                  <a:moveTo>
                    <a:pt x="0" y="0"/>
                  </a:moveTo>
                  <a:cubicBezTo>
                    <a:pt x="3" y="3"/>
                    <a:pt x="8" y="7"/>
                    <a:pt x="12" y="9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007" name="Freeform 797">
              <a:extLst>
                <a:ext uri="{FF2B5EF4-FFF2-40B4-BE49-F238E27FC236}">
                  <a16:creationId xmlns:a16="http://schemas.microsoft.com/office/drawing/2014/main" id="{FBE19CBC-FDDC-4FD5-B3D0-EBB6D03F0F44}"/>
                </a:ext>
              </a:extLst>
            </p:cNvPr>
            <p:cNvSpPr>
              <a:spLocks/>
            </p:cNvSpPr>
            <p:nvPr/>
          </p:nvSpPr>
          <p:spPr bwMode="auto">
            <a:xfrm>
              <a:off x="5170" y="2168"/>
              <a:ext cx="18" cy="10"/>
            </a:xfrm>
            <a:custGeom>
              <a:avLst/>
              <a:gdLst>
                <a:gd name="T0" fmla="*/ 0 w 11"/>
                <a:gd name="T1" fmla="*/ 0 h 6"/>
                <a:gd name="T2" fmla="*/ 47 w 11"/>
                <a:gd name="T3" fmla="*/ 28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6">
                  <a:moveTo>
                    <a:pt x="0" y="0"/>
                  </a:moveTo>
                  <a:cubicBezTo>
                    <a:pt x="3" y="3"/>
                    <a:pt x="7" y="5"/>
                    <a:pt x="11" y="6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008" name="Freeform 798">
              <a:extLst>
                <a:ext uri="{FF2B5EF4-FFF2-40B4-BE49-F238E27FC236}">
                  <a16:creationId xmlns:a16="http://schemas.microsoft.com/office/drawing/2014/main" id="{67A18500-33E4-4635-9155-17FEABA86B6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05" y="2185"/>
              <a:ext cx="15" cy="4"/>
            </a:xfrm>
            <a:custGeom>
              <a:avLst/>
              <a:gdLst>
                <a:gd name="T0" fmla="*/ 0 w 9"/>
                <a:gd name="T1" fmla="*/ 0 h 2"/>
                <a:gd name="T2" fmla="*/ 42 w 9"/>
                <a:gd name="T3" fmla="*/ 16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">
                  <a:moveTo>
                    <a:pt x="0" y="0"/>
                  </a:moveTo>
                  <a:cubicBezTo>
                    <a:pt x="3" y="0"/>
                    <a:pt x="6" y="1"/>
                    <a:pt x="9" y="2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009" name="Freeform 799">
              <a:extLst>
                <a:ext uri="{FF2B5EF4-FFF2-40B4-BE49-F238E27FC236}">
                  <a16:creationId xmlns:a16="http://schemas.microsoft.com/office/drawing/2014/main" id="{0737B62E-683A-403F-9C7B-FE5B4195866C}"/>
                </a:ext>
              </a:extLst>
            </p:cNvPr>
            <p:cNvSpPr>
              <a:spLocks/>
            </p:cNvSpPr>
            <p:nvPr/>
          </p:nvSpPr>
          <p:spPr bwMode="auto">
            <a:xfrm>
              <a:off x="5239" y="2194"/>
              <a:ext cx="20" cy="2"/>
            </a:xfrm>
            <a:custGeom>
              <a:avLst/>
              <a:gdLst>
                <a:gd name="T0" fmla="*/ 0 w 12"/>
                <a:gd name="T1" fmla="*/ 0 h 1"/>
                <a:gd name="T2" fmla="*/ 55 w 12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">
                  <a:moveTo>
                    <a:pt x="0" y="0"/>
                  </a:moveTo>
                  <a:cubicBezTo>
                    <a:pt x="4" y="0"/>
                    <a:pt x="9" y="1"/>
                    <a:pt x="12" y="1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010" name="Freeform 800">
              <a:extLst>
                <a:ext uri="{FF2B5EF4-FFF2-40B4-BE49-F238E27FC236}">
                  <a16:creationId xmlns:a16="http://schemas.microsoft.com/office/drawing/2014/main" id="{D9C2C9C7-0C40-4750-999D-8D29BA3EA908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2" y="2108"/>
              <a:ext cx="3" cy="20"/>
            </a:xfrm>
            <a:custGeom>
              <a:avLst/>
              <a:gdLst>
                <a:gd name="T0" fmla="*/ 8 w 2"/>
                <a:gd name="T1" fmla="*/ 0 h 12"/>
                <a:gd name="T2" fmla="*/ 0 w 2"/>
                <a:gd name="T3" fmla="*/ 55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2">
                  <a:moveTo>
                    <a:pt x="2" y="0"/>
                  </a:moveTo>
                  <a:cubicBezTo>
                    <a:pt x="1" y="4"/>
                    <a:pt x="0" y="8"/>
                    <a:pt x="0" y="12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011" name="Freeform 801">
              <a:extLst>
                <a:ext uri="{FF2B5EF4-FFF2-40B4-BE49-F238E27FC236}">
                  <a16:creationId xmlns:a16="http://schemas.microsoft.com/office/drawing/2014/main" id="{9A3693BF-F548-4CC1-A037-5E6D505F7EE6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2" y="2142"/>
              <a:ext cx="1" cy="17"/>
            </a:xfrm>
            <a:custGeom>
              <a:avLst/>
              <a:gdLst>
                <a:gd name="T0" fmla="*/ 0 w 1"/>
                <a:gd name="T1" fmla="*/ 0 h 10"/>
                <a:gd name="T2" fmla="*/ 0 w 1"/>
                <a:gd name="T3" fmla="*/ 49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0">
                  <a:moveTo>
                    <a:pt x="0" y="0"/>
                  </a:moveTo>
                  <a:cubicBezTo>
                    <a:pt x="0" y="3"/>
                    <a:pt x="0" y="6"/>
                    <a:pt x="0" y="1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012" name="Freeform 802">
              <a:extLst>
                <a:ext uri="{FF2B5EF4-FFF2-40B4-BE49-F238E27FC236}">
                  <a16:creationId xmlns:a16="http://schemas.microsoft.com/office/drawing/2014/main" id="{12174C6C-D4C8-4418-97E8-669CF0F8AF3D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3" y="2178"/>
              <a:ext cx="2" cy="16"/>
            </a:xfrm>
            <a:custGeom>
              <a:avLst/>
              <a:gdLst>
                <a:gd name="T0" fmla="*/ 0 w 1"/>
                <a:gd name="T1" fmla="*/ 0 h 9"/>
                <a:gd name="T2" fmla="*/ 8 w 1"/>
                <a:gd name="T3" fmla="*/ 5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9">
                  <a:moveTo>
                    <a:pt x="0" y="0"/>
                  </a:moveTo>
                  <a:cubicBezTo>
                    <a:pt x="0" y="3"/>
                    <a:pt x="1" y="6"/>
                    <a:pt x="1" y="9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013" name="Freeform 803">
              <a:extLst>
                <a:ext uri="{FF2B5EF4-FFF2-40B4-BE49-F238E27FC236}">
                  <a16:creationId xmlns:a16="http://schemas.microsoft.com/office/drawing/2014/main" id="{BDE41355-A322-454B-924F-E82F04501E53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7" y="2214"/>
              <a:ext cx="1" cy="16"/>
            </a:xfrm>
            <a:custGeom>
              <a:avLst/>
              <a:gdLst>
                <a:gd name="T0" fmla="*/ 0 w 1"/>
                <a:gd name="T1" fmla="*/ 0 h 9"/>
                <a:gd name="T2" fmla="*/ 1 w 1"/>
                <a:gd name="T3" fmla="*/ 5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9">
                  <a:moveTo>
                    <a:pt x="0" y="0"/>
                  </a:moveTo>
                  <a:cubicBezTo>
                    <a:pt x="1" y="3"/>
                    <a:pt x="1" y="6"/>
                    <a:pt x="1" y="9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014" name="Freeform 804">
              <a:extLst>
                <a:ext uri="{FF2B5EF4-FFF2-40B4-BE49-F238E27FC236}">
                  <a16:creationId xmlns:a16="http://schemas.microsoft.com/office/drawing/2014/main" id="{0D16E6FB-79AD-49AC-8585-5E7B2C0AE635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7" y="2252"/>
              <a:ext cx="1" cy="18"/>
            </a:xfrm>
            <a:custGeom>
              <a:avLst/>
              <a:gdLst>
                <a:gd name="T0" fmla="*/ 1 w 1"/>
                <a:gd name="T1" fmla="*/ 0 h 10"/>
                <a:gd name="T2" fmla="*/ 0 w 1"/>
                <a:gd name="T3" fmla="*/ 58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0">
                  <a:moveTo>
                    <a:pt x="1" y="0"/>
                  </a:moveTo>
                  <a:cubicBezTo>
                    <a:pt x="0" y="3"/>
                    <a:pt x="1" y="7"/>
                    <a:pt x="0" y="1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015" name="Freeform 805">
              <a:extLst>
                <a:ext uri="{FF2B5EF4-FFF2-40B4-BE49-F238E27FC236}">
                  <a16:creationId xmlns:a16="http://schemas.microsoft.com/office/drawing/2014/main" id="{D5B06BCC-F5C9-49E6-A9F8-A4FC5C1B8EE6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4" y="2299"/>
              <a:ext cx="6" cy="14"/>
            </a:xfrm>
            <a:custGeom>
              <a:avLst/>
              <a:gdLst>
                <a:gd name="T0" fmla="*/ 14 w 4"/>
                <a:gd name="T1" fmla="*/ 0 h 8"/>
                <a:gd name="T2" fmla="*/ 0 w 4"/>
                <a:gd name="T3" fmla="*/ 4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8">
                  <a:moveTo>
                    <a:pt x="4" y="0"/>
                  </a:moveTo>
                  <a:cubicBezTo>
                    <a:pt x="2" y="2"/>
                    <a:pt x="2" y="6"/>
                    <a:pt x="0" y="8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</p:grpSp>
      <p:grpSp>
        <p:nvGrpSpPr>
          <p:cNvPr id="37900" name="Light-blue-t-shirt-illustration">
            <a:extLst>
              <a:ext uri="{FF2B5EF4-FFF2-40B4-BE49-F238E27FC236}">
                <a16:creationId xmlns:a16="http://schemas.microsoft.com/office/drawing/2014/main" id="{10CD38A3-DFE5-470A-AE58-F97F346C8035}"/>
              </a:ext>
            </a:extLst>
          </p:cNvPr>
          <p:cNvGrpSpPr>
            <a:grpSpLocks/>
          </p:cNvGrpSpPr>
          <p:nvPr/>
        </p:nvGrpSpPr>
        <p:grpSpPr bwMode="auto">
          <a:xfrm>
            <a:off x="8524875" y="1998663"/>
            <a:ext cx="1414463" cy="1982787"/>
            <a:chOff x="4490" y="1152"/>
            <a:chExt cx="1029" cy="1441"/>
          </a:xfrm>
        </p:grpSpPr>
        <p:sp>
          <p:nvSpPr>
            <p:cNvPr id="37901" name="Freeform 807">
              <a:extLst>
                <a:ext uri="{FF2B5EF4-FFF2-40B4-BE49-F238E27FC236}">
                  <a16:creationId xmlns:a16="http://schemas.microsoft.com/office/drawing/2014/main" id="{325AFFFA-DF1A-4E73-9439-FE82F1B769A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0" y="1152"/>
              <a:ext cx="1029" cy="1441"/>
            </a:xfrm>
            <a:custGeom>
              <a:avLst/>
              <a:gdLst>
                <a:gd name="T0" fmla="*/ 1320 w 556"/>
                <a:gd name="T1" fmla="*/ 0 h 730"/>
                <a:gd name="T2" fmla="*/ 1756 w 556"/>
                <a:gd name="T3" fmla="*/ 308 h 730"/>
                <a:gd name="T4" fmla="*/ 2219 w 556"/>
                <a:gd name="T5" fmla="*/ 16 h 730"/>
                <a:gd name="T6" fmla="*/ 3157 w 556"/>
                <a:gd name="T7" fmla="*/ 409 h 730"/>
                <a:gd name="T8" fmla="*/ 3524 w 556"/>
                <a:gd name="T9" fmla="*/ 2385 h 730"/>
                <a:gd name="T10" fmla="*/ 2967 w 556"/>
                <a:gd name="T11" fmla="*/ 2477 h 730"/>
                <a:gd name="T12" fmla="*/ 2952 w 556"/>
                <a:gd name="T13" fmla="*/ 5101 h 730"/>
                <a:gd name="T14" fmla="*/ 616 w 556"/>
                <a:gd name="T15" fmla="*/ 5045 h 730"/>
                <a:gd name="T16" fmla="*/ 609 w 556"/>
                <a:gd name="T17" fmla="*/ 2560 h 730"/>
                <a:gd name="T18" fmla="*/ 0 w 556"/>
                <a:gd name="T19" fmla="*/ 2408 h 730"/>
                <a:gd name="T20" fmla="*/ 403 w 556"/>
                <a:gd name="T21" fmla="*/ 393 h 730"/>
                <a:gd name="T22" fmla="*/ 1320 w 556"/>
                <a:gd name="T23" fmla="*/ 0 h 73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56" h="730">
                  <a:moveTo>
                    <a:pt x="208" y="0"/>
                  </a:moveTo>
                  <a:cubicBezTo>
                    <a:pt x="208" y="0"/>
                    <a:pt x="233" y="40"/>
                    <a:pt x="277" y="40"/>
                  </a:cubicBezTo>
                  <a:cubicBezTo>
                    <a:pt x="321" y="40"/>
                    <a:pt x="350" y="2"/>
                    <a:pt x="350" y="2"/>
                  </a:cubicBezTo>
                  <a:cubicBezTo>
                    <a:pt x="350" y="2"/>
                    <a:pt x="486" y="43"/>
                    <a:pt x="498" y="53"/>
                  </a:cubicBezTo>
                  <a:cubicBezTo>
                    <a:pt x="510" y="63"/>
                    <a:pt x="547" y="158"/>
                    <a:pt x="556" y="310"/>
                  </a:cubicBezTo>
                  <a:cubicBezTo>
                    <a:pt x="556" y="310"/>
                    <a:pt x="522" y="327"/>
                    <a:pt x="468" y="322"/>
                  </a:cubicBezTo>
                  <a:cubicBezTo>
                    <a:pt x="468" y="322"/>
                    <a:pt x="462" y="615"/>
                    <a:pt x="466" y="663"/>
                  </a:cubicBezTo>
                  <a:cubicBezTo>
                    <a:pt x="466" y="663"/>
                    <a:pt x="276" y="730"/>
                    <a:pt x="97" y="656"/>
                  </a:cubicBezTo>
                  <a:cubicBezTo>
                    <a:pt x="97" y="656"/>
                    <a:pt x="100" y="567"/>
                    <a:pt x="96" y="333"/>
                  </a:cubicBezTo>
                  <a:cubicBezTo>
                    <a:pt x="96" y="333"/>
                    <a:pt x="35" y="340"/>
                    <a:pt x="0" y="313"/>
                  </a:cubicBezTo>
                  <a:cubicBezTo>
                    <a:pt x="0" y="313"/>
                    <a:pt x="18" y="100"/>
                    <a:pt x="64" y="51"/>
                  </a:cubicBezTo>
                  <a:cubicBezTo>
                    <a:pt x="64" y="51"/>
                    <a:pt x="156" y="21"/>
                    <a:pt x="208" y="0"/>
                  </a:cubicBezTo>
                  <a:close/>
                </a:path>
              </a:pathLst>
            </a:custGeom>
            <a:solidFill>
              <a:srgbClr val="DFF1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902" name="Freeform 808">
              <a:extLst>
                <a:ext uri="{FF2B5EF4-FFF2-40B4-BE49-F238E27FC236}">
                  <a16:creationId xmlns:a16="http://schemas.microsoft.com/office/drawing/2014/main" id="{826F8F98-7D8B-47AE-8B30-F38D0175DE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2" y="1756"/>
              <a:ext cx="302" cy="239"/>
            </a:xfrm>
            <a:custGeom>
              <a:avLst/>
              <a:gdLst>
                <a:gd name="T0" fmla="*/ 0 w 163"/>
                <a:gd name="T1" fmla="*/ 0 h 121"/>
                <a:gd name="T2" fmla="*/ 217 w 163"/>
                <a:gd name="T3" fmla="*/ 387 h 121"/>
                <a:gd name="T4" fmla="*/ 484 w 163"/>
                <a:gd name="T5" fmla="*/ 616 h 121"/>
                <a:gd name="T6" fmla="*/ 782 w 163"/>
                <a:gd name="T7" fmla="*/ 824 h 121"/>
                <a:gd name="T8" fmla="*/ 1038 w 163"/>
                <a:gd name="T9" fmla="*/ 932 h 121"/>
                <a:gd name="T10" fmla="*/ 13 w 163"/>
                <a:gd name="T11" fmla="*/ 55 h 1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3" h="121">
                  <a:moveTo>
                    <a:pt x="0" y="0"/>
                  </a:moveTo>
                  <a:cubicBezTo>
                    <a:pt x="11" y="17"/>
                    <a:pt x="20" y="34"/>
                    <a:pt x="34" y="50"/>
                  </a:cubicBezTo>
                  <a:cubicBezTo>
                    <a:pt x="46" y="63"/>
                    <a:pt x="61" y="71"/>
                    <a:pt x="76" y="80"/>
                  </a:cubicBezTo>
                  <a:cubicBezTo>
                    <a:pt x="92" y="89"/>
                    <a:pt x="107" y="99"/>
                    <a:pt x="123" y="107"/>
                  </a:cubicBezTo>
                  <a:cubicBezTo>
                    <a:pt x="136" y="112"/>
                    <a:pt x="152" y="112"/>
                    <a:pt x="163" y="121"/>
                  </a:cubicBezTo>
                  <a:cubicBezTo>
                    <a:pt x="105" y="91"/>
                    <a:pt x="40" y="66"/>
                    <a:pt x="2" y="7"/>
                  </a:cubicBezTo>
                </a:path>
              </a:pathLst>
            </a:custGeom>
            <a:solidFill>
              <a:srgbClr val="C4E6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903" name="Freeform 809">
              <a:extLst>
                <a:ext uri="{FF2B5EF4-FFF2-40B4-BE49-F238E27FC236}">
                  <a16:creationId xmlns:a16="http://schemas.microsoft.com/office/drawing/2014/main" id="{664B3BF7-4093-405C-8A65-73F477046B3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8" y="1906"/>
              <a:ext cx="190" cy="142"/>
            </a:xfrm>
            <a:custGeom>
              <a:avLst/>
              <a:gdLst>
                <a:gd name="T0" fmla="*/ 0 w 103"/>
                <a:gd name="T1" fmla="*/ 0 h 72"/>
                <a:gd name="T2" fmla="*/ 371 w 103"/>
                <a:gd name="T3" fmla="*/ 276 h 72"/>
                <a:gd name="T4" fmla="*/ 646 w 103"/>
                <a:gd name="T5" fmla="*/ 552 h 72"/>
                <a:gd name="T6" fmla="*/ 290 w 103"/>
                <a:gd name="T7" fmla="*/ 300 h 72"/>
                <a:gd name="T8" fmla="*/ 0 w 103"/>
                <a:gd name="T9" fmla="*/ 16 h 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3" h="72">
                  <a:moveTo>
                    <a:pt x="0" y="0"/>
                  </a:moveTo>
                  <a:cubicBezTo>
                    <a:pt x="20" y="7"/>
                    <a:pt x="41" y="25"/>
                    <a:pt x="59" y="36"/>
                  </a:cubicBezTo>
                  <a:cubicBezTo>
                    <a:pt x="75" y="46"/>
                    <a:pt x="87" y="65"/>
                    <a:pt x="103" y="72"/>
                  </a:cubicBezTo>
                  <a:cubicBezTo>
                    <a:pt x="82" y="65"/>
                    <a:pt x="64" y="52"/>
                    <a:pt x="46" y="39"/>
                  </a:cubicBezTo>
                  <a:cubicBezTo>
                    <a:pt x="30" y="28"/>
                    <a:pt x="11" y="18"/>
                    <a:pt x="0" y="2"/>
                  </a:cubicBezTo>
                </a:path>
              </a:pathLst>
            </a:custGeom>
            <a:solidFill>
              <a:srgbClr val="C4E6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904" name="Freeform 810">
              <a:extLst>
                <a:ext uri="{FF2B5EF4-FFF2-40B4-BE49-F238E27FC236}">
                  <a16:creationId xmlns:a16="http://schemas.microsoft.com/office/drawing/2014/main" id="{40211E36-28D8-42B4-8ACC-E0EDAA5AD804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1" y="1417"/>
              <a:ext cx="33" cy="252"/>
            </a:xfrm>
            <a:custGeom>
              <a:avLst/>
              <a:gdLst>
                <a:gd name="T0" fmla="*/ 0 w 18"/>
                <a:gd name="T1" fmla="*/ 0 h 128"/>
                <a:gd name="T2" fmla="*/ 105 w 18"/>
                <a:gd name="T3" fmla="*/ 411 h 128"/>
                <a:gd name="T4" fmla="*/ 97 w 18"/>
                <a:gd name="T5" fmla="*/ 977 h 128"/>
                <a:gd name="T6" fmla="*/ 81 w 18"/>
                <a:gd name="T7" fmla="*/ 427 h 128"/>
                <a:gd name="T8" fmla="*/ 7 w 18"/>
                <a:gd name="T9" fmla="*/ 55 h 1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28">
                  <a:moveTo>
                    <a:pt x="0" y="0"/>
                  </a:moveTo>
                  <a:cubicBezTo>
                    <a:pt x="6" y="19"/>
                    <a:pt x="16" y="30"/>
                    <a:pt x="17" y="54"/>
                  </a:cubicBezTo>
                  <a:cubicBezTo>
                    <a:pt x="18" y="78"/>
                    <a:pt x="17" y="103"/>
                    <a:pt x="16" y="128"/>
                  </a:cubicBezTo>
                  <a:cubicBezTo>
                    <a:pt x="6" y="107"/>
                    <a:pt x="14" y="78"/>
                    <a:pt x="13" y="56"/>
                  </a:cubicBezTo>
                  <a:cubicBezTo>
                    <a:pt x="13" y="38"/>
                    <a:pt x="9" y="22"/>
                    <a:pt x="1" y="7"/>
                  </a:cubicBezTo>
                </a:path>
              </a:pathLst>
            </a:custGeom>
            <a:solidFill>
              <a:srgbClr val="C4E6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905" name="Freeform 811">
              <a:extLst>
                <a:ext uri="{FF2B5EF4-FFF2-40B4-BE49-F238E27FC236}">
                  <a16:creationId xmlns:a16="http://schemas.microsoft.com/office/drawing/2014/main" id="{BD880740-5F9B-4A62-887E-BB8729116A2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7" y="1760"/>
              <a:ext cx="181" cy="154"/>
            </a:xfrm>
            <a:custGeom>
              <a:avLst/>
              <a:gdLst>
                <a:gd name="T0" fmla="*/ 0 w 98"/>
                <a:gd name="T1" fmla="*/ 0 h 78"/>
                <a:gd name="T2" fmla="*/ 246 w 98"/>
                <a:gd name="T3" fmla="*/ 355 h 78"/>
                <a:gd name="T4" fmla="*/ 617 w 98"/>
                <a:gd name="T5" fmla="*/ 600 h 78"/>
                <a:gd name="T6" fmla="*/ 395 w 98"/>
                <a:gd name="T7" fmla="*/ 448 h 78"/>
                <a:gd name="T8" fmla="*/ 233 w 98"/>
                <a:gd name="T9" fmla="*/ 316 h 78"/>
                <a:gd name="T10" fmla="*/ 13 w 98"/>
                <a:gd name="T11" fmla="*/ 24 h 7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8" h="78">
                  <a:moveTo>
                    <a:pt x="0" y="0"/>
                  </a:moveTo>
                  <a:cubicBezTo>
                    <a:pt x="11" y="17"/>
                    <a:pt x="25" y="33"/>
                    <a:pt x="39" y="46"/>
                  </a:cubicBezTo>
                  <a:cubicBezTo>
                    <a:pt x="57" y="61"/>
                    <a:pt x="79" y="66"/>
                    <a:pt x="98" y="78"/>
                  </a:cubicBezTo>
                  <a:cubicBezTo>
                    <a:pt x="86" y="78"/>
                    <a:pt x="73" y="64"/>
                    <a:pt x="63" y="58"/>
                  </a:cubicBezTo>
                  <a:cubicBezTo>
                    <a:pt x="54" y="53"/>
                    <a:pt x="45" y="48"/>
                    <a:pt x="37" y="41"/>
                  </a:cubicBezTo>
                  <a:cubicBezTo>
                    <a:pt x="26" y="32"/>
                    <a:pt x="8" y="18"/>
                    <a:pt x="2" y="3"/>
                  </a:cubicBezTo>
                </a:path>
              </a:pathLst>
            </a:custGeom>
            <a:solidFill>
              <a:srgbClr val="F0F8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906" name="Freeform 812">
              <a:extLst>
                <a:ext uri="{FF2B5EF4-FFF2-40B4-BE49-F238E27FC236}">
                  <a16:creationId xmlns:a16="http://schemas.microsoft.com/office/drawing/2014/main" id="{2E50007B-1696-4D8F-AFF4-DD0188FA2E40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5" y="1162"/>
              <a:ext cx="20" cy="16"/>
            </a:xfrm>
            <a:custGeom>
              <a:avLst/>
              <a:gdLst>
                <a:gd name="T0" fmla="*/ 60 w 11"/>
                <a:gd name="T1" fmla="*/ 0 h 8"/>
                <a:gd name="T2" fmla="*/ 29 w 11"/>
                <a:gd name="T3" fmla="*/ 24 h 8"/>
                <a:gd name="T4" fmla="*/ 0 w 11"/>
                <a:gd name="T5" fmla="*/ 48 h 8"/>
                <a:gd name="T6" fmla="*/ 29 w 11"/>
                <a:gd name="T7" fmla="*/ 48 h 8"/>
                <a:gd name="T8" fmla="*/ 65 w 11"/>
                <a:gd name="T9" fmla="*/ 8 h 8"/>
                <a:gd name="T10" fmla="*/ 60 w 11"/>
                <a:gd name="T11" fmla="*/ 0 h 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" h="8">
                  <a:moveTo>
                    <a:pt x="10" y="0"/>
                  </a:moveTo>
                  <a:cubicBezTo>
                    <a:pt x="8" y="1"/>
                    <a:pt x="7" y="2"/>
                    <a:pt x="5" y="3"/>
                  </a:cubicBezTo>
                  <a:cubicBezTo>
                    <a:pt x="4" y="4"/>
                    <a:pt x="1" y="5"/>
                    <a:pt x="0" y="6"/>
                  </a:cubicBezTo>
                  <a:cubicBezTo>
                    <a:pt x="3" y="7"/>
                    <a:pt x="2" y="8"/>
                    <a:pt x="5" y="6"/>
                  </a:cubicBezTo>
                  <a:cubicBezTo>
                    <a:pt x="7" y="5"/>
                    <a:pt x="9" y="3"/>
                    <a:pt x="11" y="1"/>
                  </a:cubicBezTo>
                  <a:cubicBezTo>
                    <a:pt x="10" y="1"/>
                    <a:pt x="10" y="0"/>
                    <a:pt x="10" y="0"/>
                  </a:cubicBezTo>
                </a:path>
              </a:pathLst>
            </a:custGeom>
            <a:solidFill>
              <a:srgbClr val="F0F8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907" name="Freeform 813">
              <a:extLst>
                <a:ext uri="{FF2B5EF4-FFF2-40B4-BE49-F238E27FC236}">
                  <a16:creationId xmlns:a16="http://schemas.microsoft.com/office/drawing/2014/main" id="{1B3B19F6-1108-4E64-8475-0E87CE33E127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4" y="1172"/>
              <a:ext cx="17" cy="18"/>
            </a:xfrm>
            <a:custGeom>
              <a:avLst/>
              <a:gdLst>
                <a:gd name="T0" fmla="*/ 60 w 9"/>
                <a:gd name="T1" fmla="*/ 8 h 9"/>
                <a:gd name="T2" fmla="*/ 0 w 9"/>
                <a:gd name="T3" fmla="*/ 56 h 9"/>
                <a:gd name="T4" fmla="*/ 32 w 9"/>
                <a:gd name="T5" fmla="*/ 64 h 9"/>
                <a:gd name="T6" fmla="*/ 53 w 9"/>
                <a:gd name="T7" fmla="*/ 8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9">
                  <a:moveTo>
                    <a:pt x="9" y="1"/>
                  </a:moveTo>
                  <a:cubicBezTo>
                    <a:pt x="6" y="0"/>
                    <a:pt x="1" y="6"/>
                    <a:pt x="0" y="7"/>
                  </a:cubicBezTo>
                  <a:cubicBezTo>
                    <a:pt x="1" y="9"/>
                    <a:pt x="3" y="9"/>
                    <a:pt x="5" y="8"/>
                  </a:cubicBezTo>
                  <a:cubicBezTo>
                    <a:pt x="6" y="6"/>
                    <a:pt x="9" y="3"/>
                    <a:pt x="8" y="1"/>
                  </a:cubicBezTo>
                </a:path>
              </a:pathLst>
            </a:custGeom>
            <a:solidFill>
              <a:srgbClr val="F0F8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908" name="Freeform 814">
              <a:extLst>
                <a:ext uri="{FF2B5EF4-FFF2-40B4-BE49-F238E27FC236}">
                  <a16:creationId xmlns:a16="http://schemas.microsoft.com/office/drawing/2014/main" id="{B84AE55D-0BEC-460F-BD42-7B62643958D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5" y="1186"/>
              <a:ext cx="19" cy="17"/>
            </a:xfrm>
            <a:custGeom>
              <a:avLst/>
              <a:gdLst>
                <a:gd name="T0" fmla="*/ 61 w 10"/>
                <a:gd name="T1" fmla="*/ 0 h 9"/>
                <a:gd name="T2" fmla="*/ 0 w 10"/>
                <a:gd name="T3" fmla="*/ 47 h 9"/>
                <a:gd name="T4" fmla="*/ 29 w 10"/>
                <a:gd name="T5" fmla="*/ 60 h 9"/>
                <a:gd name="T6" fmla="*/ 55 w 10"/>
                <a:gd name="T7" fmla="*/ 0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9">
                  <a:moveTo>
                    <a:pt x="9" y="0"/>
                  </a:moveTo>
                  <a:cubicBezTo>
                    <a:pt x="6" y="2"/>
                    <a:pt x="1" y="4"/>
                    <a:pt x="0" y="7"/>
                  </a:cubicBezTo>
                  <a:cubicBezTo>
                    <a:pt x="1" y="8"/>
                    <a:pt x="3" y="9"/>
                    <a:pt x="4" y="9"/>
                  </a:cubicBezTo>
                  <a:cubicBezTo>
                    <a:pt x="4" y="6"/>
                    <a:pt x="10" y="3"/>
                    <a:pt x="8" y="0"/>
                  </a:cubicBezTo>
                </a:path>
              </a:pathLst>
            </a:custGeom>
            <a:solidFill>
              <a:srgbClr val="F0F8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909" name="Freeform 815">
              <a:extLst>
                <a:ext uri="{FF2B5EF4-FFF2-40B4-BE49-F238E27FC236}">
                  <a16:creationId xmlns:a16="http://schemas.microsoft.com/office/drawing/2014/main" id="{0EABAFB8-3F10-4A7F-BB26-D65ADBBB7C3B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6" y="1197"/>
              <a:ext cx="22" cy="20"/>
            </a:xfrm>
            <a:custGeom>
              <a:avLst/>
              <a:gdLst>
                <a:gd name="T0" fmla="*/ 44 w 12"/>
                <a:gd name="T1" fmla="*/ 0 h 10"/>
                <a:gd name="T2" fmla="*/ 0 w 12"/>
                <a:gd name="T3" fmla="*/ 64 h 10"/>
                <a:gd name="T4" fmla="*/ 24 w 12"/>
                <a:gd name="T5" fmla="*/ 80 h 10"/>
                <a:gd name="T6" fmla="*/ 44 w 12"/>
                <a:gd name="T7" fmla="*/ 0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0">
                  <a:moveTo>
                    <a:pt x="7" y="0"/>
                  </a:moveTo>
                  <a:cubicBezTo>
                    <a:pt x="5" y="0"/>
                    <a:pt x="2" y="5"/>
                    <a:pt x="0" y="8"/>
                  </a:cubicBezTo>
                  <a:cubicBezTo>
                    <a:pt x="1" y="9"/>
                    <a:pt x="2" y="10"/>
                    <a:pt x="4" y="10"/>
                  </a:cubicBezTo>
                  <a:cubicBezTo>
                    <a:pt x="4" y="9"/>
                    <a:pt x="12" y="1"/>
                    <a:pt x="7" y="0"/>
                  </a:cubicBezTo>
                </a:path>
              </a:pathLst>
            </a:custGeom>
            <a:solidFill>
              <a:srgbClr val="F0F8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910" name="Freeform 816">
              <a:extLst>
                <a:ext uri="{FF2B5EF4-FFF2-40B4-BE49-F238E27FC236}">
                  <a16:creationId xmlns:a16="http://schemas.microsoft.com/office/drawing/2014/main" id="{303934FE-A572-4EFC-8267-DA632533862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9" y="1209"/>
              <a:ext cx="21" cy="26"/>
            </a:xfrm>
            <a:custGeom>
              <a:avLst/>
              <a:gdLst>
                <a:gd name="T0" fmla="*/ 55 w 11"/>
                <a:gd name="T1" fmla="*/ 0 h 13"/>
                <a:gd name="T2" fmla="*/ 0 w 11"/>
                <a:gd name="T3" fmla="*/ 80 h 13"/>
                <a:gd name="T4" fmla="*/ 36 w 11"/>
                <a:gd name="T5" fmla="*/ 96 h 13"/>
                <a:gd name="T6" fmla="*/ 55 w 11"/>
                <a:gd name="T7" fmla="*/ 64 h 13"/>
                <a:gd name="T8" fmla="*/ 48 w 11"/>
                <a:gd name="T9" fmla="*/ 8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3">
                  <a:moveTo>
                    <a:pt x="8" y="0"/>
                  </a:moveTo>
                  <a:cubicBezTo>
                    <a:pt x="6" y="3"/>
                    <a:pt x="3" y="7"/>
                    <a:pt x="0" y="10"/>
                  </a:cubicBezTo>
                  <a:cubicBezTo>
                    <a:pt x="1" y="11"/>
                    <a:pt x="4" y="13"/>
                    <a:pt x="5" y="12"/>
                  </a:cubicBezTo>
                  <a:cubicBezTo>
                    <a:pt x="6" y="12"/>
                    <a:pt x="7" y="9"/>
                    <a:pt x="8" y="8"/>
                  </a:cubicBezTo>
                  <a:cubicBezTo>
                    <a:pt x="10" y="4"/>
                    <a:pt x="11" y="4"/>
                    <a:pt x="7" y="1"/>
                  </a:cubicBezTo>
                </a:path>
              </a:pathLst>
            </a:custGeom>
            <a:solidFill>
              <a:srgbClr val="F0F8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911" name="Freeform 817">
              <a:extLst>
                <a:ext uri="{FF2B5EF4-FFF2-40B4-BE49-F238E27FC236}">
                  <a16:creationId xmlns:a16="http://schemas.microsoft.com/office/drawing/2014/main" id="{52F6A0B8-26D2-4945-A56F-E3E2DD7BB96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0" y="1223"/>
              <a:ext cx="18" cy="24"/>
            </a:xfrm>
            <a:custGeom>
              <a:avLst/>
              <a:gdLst>
                <a:gd name="T0" fmla="*/ 29 w 10"/>
                <a:gd name="T1" fmla="*/ 0 h 12"/>
                <a:gd name="T2" fmla="*/ 0 w 10"/>
                <a:gd name="T3" fmla="*/ 96 h 12"/>
                <a:gd name="T4" fmla="*/ 29 w 10"/>
                <a:gd name="T5" fmla="*/ 88 h 12"/>
                <a:gd name="T6" fmla="*/ 36 w 10"/>
                <a:gd name="T7" fmla="*/ 8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2">
                  <a:moveTo>
                    <a:pt x="5" y="0"/>
                  </a:moveTo>
                  <a:cubicBezTo>
                    <a:pt x="4" y="0"/>
                    <a:pt x="0" y="9"/>
                    <a:pt x="0" y="12"/>
                  </a:cubicBezTo>
                  <a:cubicBezTo>
                    <a:pt x="1" y="12"/>
                    <a:pt x="3" y="12"/>
                    <a:pt x="5" y="11"/>
                  </a:cubicBezTo>
                  <a:cubicBezTo>
                    <a:pt x="5" y="8"/>
                    <a:pt x="10" y="2"/>
                    <a:pt x="6" y="1"/>
                  </a:cubicBezTo>
                </a:path>
              </a:pathLst>
            </a:custGeom>
            <a:solidFill>
              <a:srgbClr val="F0F8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912" name="Freeform 818">
              <a:extLst>
                <a:ext uri="{FF2B5EF4-FFF2-40B4-BE49-F238E27FC236}">
                  <a16:creationId xmlns:a16="http://schemas.microsoft.com/office/drawing/2014/main" id="{B41CFDC4-C563-49CA-A0F0-8BBA633C54C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6" y="1231"/>
              <a:ext cx="15" cy="24"/>
            </a:xfrm>
            <a:custGeom>
              <a:avLst/>
              <a:gdLst>
                <a:gd name="T0" fmla="*/ 28 w 8"/>
                <a:gd name="T1" fmla="*/ 0 h 12"/>
                <a:gd name="T2" fmla="*/ 0 w 8"/>
                <a:gd name="T3" fmla="*/ 96 h 12"/>
                <a:gd name="T4" fmla="*/ 39 w 8"/>
                <a:gd name="T5" fmla="*/ 56 h 12"/>
                <a:gd name="T6" fmla="*/ 28 w 8"/>
                <a:gd name="T7" fmla="*/ 16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12">
                  <a:moveTo>
                    <a:pt x="4" y="0"/>
                  </a:moveTo>
                  <a:cubicBezTo>
                    <a:pt x="2" y="3"/>
                    <a:pt x="0" y="8"/>
                    <a:pt x="0" y="12"/>
                  </a:cubicBezTo>
                  <a:cubicBezTo>
                    <a:pt x="4" y="12"/>
                    <a:pt x="5" y="11"/>
                    <a:pt x="6" y="7"/>
                  </a:cubicBezTo>
                  <a:cubicBezTo>
                    <a:pt x="6" y="4"/>
                    <a:pt x="8" y="2"/>
                    <a:pt x="4" y="2"/>
                  </a:cubicBezTo>
                </a:path>
              </a:pathLst>
            </a:custGeom>
            <a:solidFill>
              <a:srgbClr val="F0F8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913" name="Freeform 819">
              <a:extLst>
                <a:ext uri="{FF2B5EF4-FFF2-40B4-BE49-F238E27FC236}">
                  <a16:creationId xmlns:a16="http://schemas.microsoft.com/office/drawing/2014/main" id="{EDD83245-6019-4B1A-AA1B-63D1C4E0BED4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1" y="1237"/>
              <a:ext cx="15" cy="31"/>
            </a:xfrm>
            <a:custGeom>
              <a:avLst/>
              <a:gdLst>
                <a:gd name="T0" fmla="*/ 28 w 8"/>
                <a:gd name="T1" fmla="*/ 0 h 16"/>
                <a:gd name="T2" fmla="*/ 28 w 8"/>
                <a:gd name="T3" fmla="*/ 0 h 16"/>
                <a:gd name="T4" fmla="*/ 0 w 8"/>
                <a:gd name="T5" fmla="*/ 101 h 16"/>
                <a:gd name="T6" fmla="*/ 32 w 8"/>
                <a:gd name="T7" fmla="*/ 116 h 16"/>
                <a:gd name="T8" fmla="*/ 53 w 8"/>
                <a:gd name="T9" fmla="*/ 31 h 16"/>
                <a:gd name="T10" fmla="*/ 21 w 8"/>
                <a:gd name="T11" fmla="*/ 0 h 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" h="16">
                  <a:moveTo>
                    <a:pt x="4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3" y="4"/>
                    <a:pt x="0" y="10"/>
                    <a:pt x="0" y="14"/>
                  </a:cubicBezTo>
                  <a:cubicBezTo>
                    <a:pt x="2" y="14"/>
                    <a:pt x="3" y="16"/>
                    <a:pt x="5" y="16"/>
                  </a:cubicBezTo>
                  <a:cubicBezTo>
                    <a:pt x="6" y="12"/>
                    <a:pt x="8" y="8"/>
                    <a:pt x="8" y="4"/>
                  </a:cubicBezTo>
                  <a:cubicBezTo>
                    <a:pt x="8" y="0"/>
                    <a:pt x="5" y="2"/>
                    <a:pt x="3" y="0"/>
                  </a:cubicBezTo>
                </a:path>
              </a:pathLst>
            </a:custGeom>
            <a:solidFill>
              <a:srgbClr val="F0F8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914" name="Freeform 820">
              <a:extLst>
                <a:ext uri="{FF2B5EF4-FFF2-40B4-BE49-F238E27FC236}">
                  <a16:creationId xmlns:a16="http://schemas.microsoft.com/office/drawing/2014/main" id="{C8909CD3-B209-4AD0-A687-9752A89B77D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7" y="1241"/>
              <a:ext cx="17" cy="29"/>
            </a:xfrm>
            <a:custGeom>
              <a:avLst/>
              <a:gdLst>
                <a:gd name="T0" fmla="*/ 21 w 9"/>
                <a:gd name="T1" fmla="*/ 8 h 15"/>
                <a:gd name="T2" fmla="*/ 0 w 9"/>
                <a:gd name="T3" fmla="*/ 93 h 15"/>
                <a:gd name="T4" fmla="*/ 32 w 9"/>
                <a:gd name="T5" fmla="*/ 108 h 15"/>
                <a:gd name="T6" fmla="*/ 21 w 9"/>
                <a:gd name="T7" fmla="*/ 15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5">
                  <a:moveTo>
                    <a:pt x="3" y="1"/>
                  </a:moveTo>
                  <a:cubicBezTo>
                    <a:pt x="3" y="5"/>
                    <a:pt x="1" y="9"/>
                    <a:pt x="0" y="13"/>
                  </a:cubicBezTo>
                  <a:cubicBezTo>
                    <a:pt x="2" y="14"/>
                    <a:pt x="3" y="15"/>
                    <a:pt x="5" y="15"/>
                  </a:cubicBezTo>
                  <a:cubicBezTo>
                    <a:pt x="5" y="12"/>
                    <a:pt x="9" y="0"/>
                    <a:pt x="3" y="2"/>
                  </a:cubicBezTo>
                </a:path>
              </a:pathLst>
            </a:custGeom>
            <a:solidFill>
              <a:srgbClr val="F0F8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915" name="Freeform 821">
              <a:extLst>
                <a:ext uri="{FF2B5EF4-FFF2-40B4-BE49-F238E27FC236}">
                  <a16:creationId xmlns:a16="http://schemas.microsoft.com/office/drawing/2014/main" id="{C13DF060-0A14-461C-AB5C-7429F78AC575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9" y="1245"/>
              <a:ext cx="15" cy="29"/>
            </a:xfrm>
            <a:custGeom>
              <a:avLst/>
              <a:gdLst>
                <a:gd name="T0" fmla="*/ 8 w 8"/>
                <a:gd name="T1" fmla="*/ 8 h 15"/>
                <a:gd name="T2" fmla="*/ 0 w 8"/>
                <a:gd name="T3" fmla="*/ 101 h 15"/>
                <a:gd name="T4" fmla="*/ 39 w 8"/>
                <a:gd name="T5" fmla="*/ 93 h 15"/>
                <a:gd name="T6" fmla="*/ 39 w 8"/>
                <a:gd name="T7" fmla="*/ 44 h 15"/>
                <a:gd name="T8" fmla="*/ 39 w 8"/>
                <a:gd name="T9" fmla="*/ 8 h 15"/>
                <a:gd name="T10" fmla="*/ 8 w 8"/>
                <a:gd name="T11" fmla="*/ 15 h 1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" h="15">
                  <a:moveTo>
                    <a:pt x="1" y="1"/>
                  </a:moveTo>
                  <a:cubicBezTo>
                    <a:pt x="1" y="6"/>
                    <a:pt x="0" y="10"/>
                    <a:pt x="0" y="14"/>
                  </a:cubicBezTo>
                  <a:cubicBezTo>
                    <a:pt x="2" y="15"/>
                    <a:pt x="5" y="14"/>
                    <a:pt x="6" y="13"/>
                  </a:cubicBezTo>
                  <a:cubicBezTo>
                    <a:pt x="8" y="11"/>
                    <a:pt x="6" y="9"/>
                    <a:pt x="6" y="6"/>
                  </a:cubicBezTo>
                  <a:cubicBezTo>
                    <a:pt x="6" y="5"/>
                    <a:pt x="7" y="2"/>
                    <a:pt x="6" y="1"/>
                  </a:cubicBezTo>
                  <a:cubicBezTo>
                    <a:pt x="5" y="0"/>
                    <a:pt x="2" y="2"/>
                    <a:pt x="1" y="2"/>
                  </a:cubicBezTo>
                </a:path>
              </a:pathLst>
            </a:custGeom>
            <a:solidFill>
              <a:srgbClr val="F0F8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916" name="Freeform 822">
              <a:extLst>
                <a:ext uri="{FF2B5EF4-FFF2-40B4-BE49-F238E27FC236}">
                  <a16:creationId xmlns:a16="http://schemas.microsoft.com/office/drawing/2014/main" id="{D5062CA0-B66A-4E5F-9DF7-33ED4907796A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3" y="1245"/>
              <a:ext cx="9" cy="25"/>
            </a:xfrm>
            <a:custGeom>
              <a:avLst/>
              <a:gdLst>
                <a:gd name="T0" fmla="*/ 0 w 5"/>
                <a:gd name="T1" fmla="*/ 15 h 13"/>
                <a:gd name="T2" fmla="*/ 0 w 5"/>
                <a:gd name="T3" fmla="*/ 8 h 13"/>
                <a:gd name="T4" fmla="*/ 0 w 5"/>
                <a:gd name="T5" fmla="*/ 92 h 13"/>
                <a:gd name="T6" fmla="*/ 29 w 5"/>
                <a:gd name="T7" fmla="*/ 71 h 13"/>
                <a:gd name="T8" fmla="*/ 23 w 5"/>
                <a:gd name="T9" fmla="*/ 15 h 13"/>
                <a:gd name="T10" fmla="*/ 7 w 5"/>
                <a:gd name="T11" fmla="*/ 8 h 1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" h="13">
                  <a:moveTo>
                    <a:pt x="0" y="2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1" y="5"/>
                    <a:pt x="1" y="9"/>
                    <a:pt x="0" y="13"/>
                  </a:cubicBezTo>
                  <a:cubicBezTo>
                    <a:pt x="2" y="13"/>
                    <a:pt x="4" y="12"/>
                    <a:pt x="5" y="10"/>
                  </a:cubicBezTo>
                  <a:cubicBezTo>
                    <a:pt x="4" y="8"/>
                    <a:pt x="4" y="5"/>
                    <a:pt x="4" y="2"/>
                  </a:cubicBezTo>
                  <a:cubicBezTo>
                    <a:pt x="3" y="0"/>
                    <a:pt x="3" y="0"/>
                    <a:pt x="1" y="1"/>
                  </a:cubicBezTo>
                </a:path>
              </a:pathLst>
            </a:custGeom>
            <a:solidFill>
              <a:srgbClr val="F0F8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917" name="Freeform 823">
              <a:extLst>
                <a:ext uri="{FF2B5EF4-FFF2-40B4-BE49-F238E27FC236}">
                  <a16:creationId xmlns:a16="http://schemas.microsoft.com/office/drawing/2014/main" id="{98455A04-BEF9-49EA-A6B7-3354D73EDBB6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8" y="1229"/>
              <a:ext cx="17" cy="26"/>
            </a:xfrm>
            <a:custGeom>
              <a:avLst/>
              <a:gdLst>
                <a:gd name="T0" fmla="*/ 0 w 9"/>
                <a:gd name="T1" fmla="*/ 24 h 13"/>
                <a:gd name="T2" fmla="*/ 28 w 9"/>
                <a:gd name="T3" fmla="*/ 104 h 13"/>
                <a:gd name="T4" fmla="*/ 60 w 9"/>
                <a:gd name="T5" fmla="*/ 72 h 13"/>
                <a:gd name="T6" fmla="*/ 28 w 9"/>
                <a:gd name="T7" fmla="*/ 16 h 13"/>
                <a:gd name="T8" fmla="*/ 0 w 9"/>
                <a:gd name="T9" fmla="*/ 24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13">
                  <a:moveTo>
                    <a:pt x="0" y="3"/>
                  </a:moveTo>
                  <a:cubicBezTo>
                    <a:pt x="0" y="6"/>
                    <a:pt x="2" y="11"/>
                    <a:pt x="4" y="13"/>
                  </a:cubicBezTo>
                  <a:cubicBezTo>
                    <a:pt x="5" y="12"/>
                    <a:pt x="7" y="10"/>
                    <a:pt x="9" y="9"/>
                  </a:cubicBezTo>
                  <a:cubicBezTo>
                    <a:pt x="7" y="7"/>
                    <a:pt x="6" y="4"/>
                    <a:pt x="4" y="2"/>
                  </a:cubicBezTo>
                  <a:cubicBezTo>
                    <a:pt x="2" y="0"/>
                    <a:pt x="2" y="2"/>
                    <a:pt x="0" y="3"/>
                  </a:cubicBezTo>
                </a:path>
              </a:pathLst>
            </a:custGeom>
            <a:solidFill>
              <a:srgbClr val="F0F8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918" name="Freeform 824">
              <a:extLst>
                <a:ext uri="{FF2B5EF4-FFF2-40B4-BE49-F238E27FC236}">
                  <a16:creationId xmlns:a16="http://schemas.microsoft.com/office/drawing/2014/main" id="{5A9DB483-1836-4500-89AA-0AC53DE88B43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1" y="1223"/>
              <a:ext cx="11" cy="18"/>
            </a:xfrm>
            <a:custGeom>
              <a:avLst/>
              <a:gdLst>
                <a:gd name="T0" fmla="*/ 0 w 6"/>
                <a:gd name="T1" fmla="*/ 8 h 9"/>
                <a:gd name="T2" fmla="*/ 20 w 6"/>
                <a:gd name="T3" fmla="*/ 72 h 9"/>
                <a:gd name="T4" fmla="*/ 37 w 6"/>
                <a:gd name="T5" fmla="*/ 40 h 9"/>
                <a:gd name="T6" fmla="*/ 7 w 6"/>
                <a:gd name="T7" fmla="*/ 0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9">
                  <a:moveTo>
                    <a:pt x="0" y="1"/>
                  </a:moveTo>
                  <a:cubicBezTo>
                    <a:pt x="2" y="3"/>
                    <a:pt x="3" y="6"/>
                    <a:pt x="3" y="9"/>
                  </a:cubicBezTo>
                  <a:cubicBezTo>
                    <a:pt x="4" y="8"/>
                    <a:pt x="5" y="6"/>
                    <a:pt x="6" y="5"/>
                  </a:cubicBezTo>
                  <a:cubicBezTo>
                    <a:pt x="3" y="4"/>
                    <a:pt x="2" y="2"/>
                    <a:pt x="1" y="0"/>
                  </a:cubicBezTo>
                </a:path>
              </a:pathLst>
            </a:custGeom>
            <a:solidFill>
              <a:srgbClr val="F0F8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919" name="Freeform 825">
              <a:extLst>
                <a:ext uri="{FF2B5EF4-FFF2-40B4-BE49-F238E27FC236}">
                  <a16:creationId xmlns:a16="http://schemas.microsoft.com/office/drawing/2014/main" id="{B4D68DF4-6CED-4FC2-996C-D7092114FF0C}"/>
                </a:ext>
              </a:extLst>
            </p:cNvPr>
            <p:cNvSpPr>
              <a:spLocks/>
            </p:cNvSpPr>
            <p:nvPr/>
          </p:nvSpPr>
          <p:spPr bwMode="auto">
            <a:xfrm>
              <a:off x="5103" y="1203"/>
              <a:ext cx="15" cy="18"/>
            </a:xfrm>
            <a:custGeom>
              <a:avLst/>
              <a:gdLst>
                <a:gd name="T0" fmla="*/ 0 w 8"/>
                <a:gd name="T1" fmla="*/ 8 h 9"/>
                <a:gd name="T2" fmla="*/ 32 w 8"/>
                <a:gd name="T3" fmla="*/ 72 h 9"/>
                <a:gd name="T4" fmla="*/ 53 w 8"/>
                <a:gd name="T5" fmla="*/ 48 h 9"/>
                <a:gd name="T6" fmla="*/ 8 w 8"/>
                <a:gd name="T7" fmla="*/ 0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9">
                  <a:moveTo>
                    <a:pt x="0" y="1"/>
                  </a:moveTo>
                  <a:cubicBezTo>
                    <a:pt x="2" y="3"/>
                    <a:pt x="3" y="8"/>
                    <a:pt x="5" y="9"/>
                  </a:cubicBezTo>
                  <a:cubicBezTo>
                    <a:pt x="6" y="8"/>
                    <a:pt x="7" y="7"/>
                    <a:pt x="8" y="6"/>
                  </a:cubicBezTo>
                  <a:cubicBezTo>
                    <a:pt x="5" y="6"/>
                    <a:pt x="3" y="3"/>
                    <a:pt x="1" y="0"/>
                  </a:cubicBezTo>
                </a:path>
              </a:pathLst>
            </a:custGeom>
            <a:solidFill>
              <a:srgbClr val="F0F8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920" name="Freeform 826">
              <a:extLst>
                <a:ext uri="{FF2B5EF4-FFF2-40B4-BE49-F238E27FC236}">
                  <a16:creationId xmlns:a16="http://schemas.microsoft.com/office/drawing/2014/main" id="{C8C66C72-9C19-4DA1-BBDC-CFF92974C3AD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4" y="1168"/>
              <a:ext cx="26" cy="20"/>
            </a:xfrm>
            <a:custGeom>
              <a:avLst/>
              <a:gdLst>
                <a:gd name="T0" fmla="*/ 20 w 14"/>
                <a:gd name="T1" fmla="*/ 0 h 10"/>
                <a:gd name="T2" fmla="*/ 45 w 14"/>
                <a:gd name="T3" fmla="*/ 16 h 10"/>
                <a:gd name="T4" fmla="*/ 89 w 14"/>
                <a:gd name="T5" fmla="*/ 40 h 10"/>
                <a:gd name="T6" fmla="*/ 52 w 14"/>
                <a:gd name="T7" fmla="*/ 80 h 10"/>
                <a:gd name="T8" fmla="*/ 0 w 14"/>
                <a:gd name="T9" fmla="*/ 16 h 10"/>
                <a:gd name="T10" fmla="*/ 13 w 14"/>
                <a:gd name="T11" fmla="*/ 0 h 1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" h="10">
                  <a:moveTo>
                    <a:pt x="3" y="0"/>
                  </a:moveTo>
                  <a:cubicBezTo>
                    <a:pt x="3" y="0"/>
                    <a:pt x="6" y="2"/>
                    <a:pt x="7" y="2"/>
                  </a:cubicBezTo>
                  <a:cubicBezTo>
                    <a:pt x="9" y="3"/>
                    <a:pt x="12" y="3"/>
                    <a:pt x="14" y="5"/>
                  </a:cubicBezTo>
                  <a:cubicBezTo>
                    <a:pt x="12" y="6"/>
                    <a:pt x="10" y="9"/>
                    <a:pt x="8" y="10"/>
                  </a:cubicBezTo>
                  <a:cubicBezTo>
                    <a:pt x="7" y="6"/>
                    <a:pt x="3" y="4"/>
                    <a:pt x="0" y="2"/>
                  </a:cubicBezTo>
                  <a:cubicBezTo>
                    <a:pt x="1" y="2"/>
                    <a:pt x="2" y="1"/>
                    <a:pt x="2" y="0"/>
                  </a:cubicBezTo>
                </a:path>
              </a:pathLst>
            </a:custGeom>
            <a:solidFill>
              <a:srgbClr val="F0F8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921" name="Freeform 827">
              <a:extLst>
                <a:ext uri="{FF2B5EF4-FFF2-40B4-BE49-F238E27FC236}">
                  <a16:creationId xmlns:a16="http://schemas.microsoft.com/office/drawing/2014/main" id="{AF1E179A-18E4-4877-82CF-78494ADFBFB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0" y="1152"/>
              <a:ext cx="1029" cy="1441"/>
            </a:xfrm>
            <a:custGeom>
              <a:avLst/>
              <a:gdLst>
                <a:gd name="T0" fmla="*/ 1320 w 556"/>
                <a:gd name="T1" fmla="*/ 0 h 730"/>
                <a:gd name="T2" fmla="*/ 1756 w 556"/>
                <a:gd name="T3" fmla="*/ 308 h 730"/>
                <a:gd name="T4" fmla="*/ 2219 w 556"/>
                <a:gd name="T5" fmla="*/ 16 h 730"/>
                <a:gd name="T6" fmla="*/ 3157 w 556"/>
                <a:gd name="T7" fmla="*/ 409 h 730"/>
                <a:gd name="T8" fmla="*/ 3524 w 556"/>
                <a:gd name="T9" fmla="*/ 2385 h 730"/>
                <a:gd name="T10" fmla="*/ 2967 w 556"/>
                <a:gd name="T11" fmla="*/ 2477 h 730"/>
                <a:gd name="T12" fmla="*/ 2952 w 556"/>
                <a:gd name="T13" fmla="*/ 5101 h 730"/>
                <a:gd name="T14" fmla="*/ 616 w 556"/>
                <a:gd name="T15" fmla="*/ 5045 h 730"/>
                <a:gd name="T16" fmla="*/ 609 w 556"/>
                <a:gd name="T17" fmla="*/ 2560 h 730"/>
                <a:gd name="T18" fmla="*/ 0 w 556"/>
                <a:gd name="T19" fmla="*/ 2408 h 730"/>
                <a:gd name="T20" fmla="*/ 403 w 556"/>
                <a:gd name="T21" fmla="*/ 393 h 730"/>
                <a:gd name="T22" fmla="*/ 1320 w 556"/>
                <a:gd name="T23" fmla="*/ 0 h 73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56" h="730">
                  <a:moveTo>
                    <a:pt x="208" y="0"/>
                  </a:moveTo>
                  <a:cubicBezTo>
                    <a:pt x="208" y="0"/>
                    <a:pt x="233" y="40"/>
                    <a:pt x="277" y="40"/>
                  </a:cubicBezTo>
                  <a:cubicBezTo>
                    <a:pt x="321" y="40"/>
                    <a:pt x="350" y="2"/>
                    <a:pt x="350" y="2"/>
                  </a:cubicBezTo>
                  <a:cubicBezTo>
                    <a:pt x="350" y="2"/>
                    <a:pt x="486" y="43"/>
                    <a:pt x="498" y="53"/>
                  </a:cubicBezTo>
                  <a:cubicBezTo>
                    <a:pt x="510" y="63"/>
                    <a:pt x="547" y="158"/>
                    <a:pt x="556" y="310"/>
                  </a:cubicBezTo>
                  <a:cubicBezTo>
                    <a:pt x="556" y="310"/>
                    <a:pt x="522" y="327"/>
                    <a:pt x="468" y="322"/>
                  </a:cubicBezTo>
                  <a:cubicBezTo>
                    <a:pt x="468" y="322"/>
                    <a:pt x="462" y="622"/>
                    <a:pt x="466" y="663"/>
                  </a:cubicBezTo>
                  <a:cubicBezTo>
                    <a:pt x="466" y="663"/>
                    <a:pt x="276" y="730"/>
                    <a:pt x="97" y="656"/>
                  </a:cubicBezTo>
                  <a:cubicBezTo>
                    <a:pt x="97" y="656"/>
                    <a:pt x="100" y="567"/>
                    <a:pt x="96" y="333"/>
                  </a:cubicBezTo>
                  <a:cubicBezTo>
                    <a:pt x="96" y="333"/>
                    <a:pt x="35" y="340"/>
                    <a:pt x="0" y="313"/>
                  </a:cubicBezTo>
                  <a:cubicBezTo>
                    <a:pt x="0" y="313"/>
                    <a:pt x="18" y="100"/>
                    <a:pt x="64" y="51"/>
                  </a:cubicBezTo>
                  <a:cubicBezTo>
                    <a:pt x="64" y="51"/>
                    <a:pt x="156" y="21"/>
                    <a:pt x="208" y="0"/>
                  </a:cubicBezTo>
                  <a:close/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922" name="Freeform 828">
              <a:extLst>
                <a:ext uri="{FF2B5EF4-FFF2-40B4-BE49-F238E27FC236}">
                  <a16:creationId xmlns:a16="http://schemas.microsoft.com/office/drawing/2014/main" id="{DB6666C5-1051-4088-B6CA-E24C76C60A22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0" y="1176"/>
              <a:ext cx="28" cy="39"/>
            </a:xfrm>
            <a:custGeom>
              <a:avLst/>
              <a:gdLst>
                <a:gd name="T0" fmla="*/ 0 w 15"/>
                <a:gd name="T1" fmla="*/ 148 h 20"/>
                <a:gd name="T2" fmla="*/ 97 w 15"/>
                <a:gd name="T3" fmla="*/ 0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20">
                  <a:moveTo>
                    <a:pt x="0" y="20"/>
                  </a:moveTo>
                  <a:cubicBezTo>
                    <a:pt x="10" y="9"/>
                    <a:pt x="15" y="0"/>
                    <a:pt x="15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923" name="Freeform 829">
              <a:extLst>
                <a:ext uri="{FF2B5EF4-FFF2-40B4-BE49-F238E27FC236}">
                  <a16:creationId xmlns:a16="http://schemas.microsoft.com/office/drawing/2014/main" id="{630F25E0-959D-4646-83B7-38EFB93116BC}"/>
                </a:ext>
              </a:extLst>
            </p:cNvPr>
            <p:cNvSpPr>
              <a:spLocks/>
            </p:cNvSpPr>
            <p:nvPr/>
          </p:nvSpPr>
          <p:spPr bwMode="auto">
            <a:xfrm>
              <a:off x="5116" y="1221"/>
              <a:ext cx="20" cy="18"/>
            </a:xfrm>
            <a:custGeom>
              <a:avLst/>
              <a:gdLst>
                <a:gd name="T0" fmla="*/ 0 w 11"/>
                <a:gd name="T1" fmla="*/ 72 h 9"/>
                <a:gd name="T2" fmla="*/ 65 w 11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9">
                  <a:moveTo>
                    <a:pt x="0" y="9"/>
                  </a:moveTo>
                  <a:cubicBezTo>
                    <a:pt x="4" y="6"/>
                    <a:pt x="8" y="3"/>
                    <a:pt x="11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924" name="Freeform 830">
              <a:extLst>
                <a:ext uri="{FF2B5EF4-FFF2-40B4-BE49-F238E27FC236}">
                  <a16:creationId xmlns:a16="http://schemas.microsoft.com/office/drawing/2014/main" id="{FAB5B16C-C801-4C51-9F96-736A84B0D41D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4" y="1245"/>
              <a:ext cx="24" cy="16"/>
            </a:xfrm>
            <a:custGeom>
              <a:avLst/>
              <a:gdLst>
                <a:gd name="T0" fmla="*/ 0 w 13"/>
                <a:gd name="T1" fmla="*/ 64 h 8"/>
                <a:gd name="T2" fmla="*/ 81 w 13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8">
                  <a:moveTo>
                    <a:pt x="0" y="8"/>
                  </a:moveTo>
                  <a:cubicBezTo>
                    <a:pt x="5" y="6"/>
                    <a:pt x="9" y="3"/>
                    <a:pt x="13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925" name="Freeform 831">
              <a:extLst>
                <a:ext uri="{FF2B5EF4-FFF2-40B4-BE49-F238E27FC236}">
                  <a16:creationId xmlns:a16="http://schemas.microsoft.com/office/drawing/2014/main" id="{040959B5-6088-41B8-ACB0-2386E5AA5D7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7" y="1170"/>
              <a:ext cx="215" cy="114"/>
            </a:xfrm>
            <a:custGeom>
              <a:avLst/>
              <a:gdLst>
                <a:gd name="T0" fmla="*/ 0 w 116"/>
                <a:gd name="T1" fmla="*/ 0 h 58"/>
                <a:gd name="T2" fmla="*/ 552 w 116"/>
                <a:gd name="T3" fmla="*/ 425 h 58"/>
                <a:gd name="T4" fmla="*/ 738 w 116"/>
                <a:gd name="T5" fmla="*/ 387 h 5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6" h="58">
                  <a:moveTo>
                    <a:pt x="0" y="0"/>
                  </a:moveTo>
                  <a:cubicBezTo>
                    <a:pt x="0" y="0"/>
                    <a:pt x="24" y="58"/>
                    <a:pt x="87" y="56"/>
                  </a:cubicBezTo>
                  <a:cubicBezTo>
                    <a:pt x="98" y="55"/>
                    <a:pt x="108" y="54"/>
                    <a:pt x="116" y="51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926" name="Freeform 832">
              <a:extLst>
                <a:ext uri="{FF2B5EF4-FFF2-40B4-BE49-F238E27FC236}">
                  <a16:creationId xmlns:a16="http://schemas.microsoft.com/office/drawing/2014/main" id="{4D813C28-37E7-48C4-A6C2-948540ECB0D2}"/>
                </a:ext>
              </a:extLst>
            </p:cNvPr>
            <p:cNvSpPr>
              <a:spLocks/>
            </p:cNvSpPr>
            <p:nvPr/>
          </p:nvSpPr>
          <p:spPr bwMode="auto">
            <a:xfrm>
              <a:off x="5336" y="1557"/>
              <a:ext cx="22" cy="235"/>
            </a:xfrm>
            <a:custGeom>
              <a:avLst/>
              <a:gdLst>
                <a:gd name="T0" fmla="*/ 68 w 12"/>
                <a:gd name="T1" fmla="*/ 916 h 119"/>
                <a:gd name="T2" fmla="*/ 24 w 12"/>
                <a:gd name="T3" fmla="*/ 379 h 119"/>
                <a:gd name="T4" fmla="*/ 7 w 12"/>
                <a:gd name="T5" fmla="*/ 168 h 119"/>
                <a:gd name="T6" fmla="*/ 0 w 12"/>
                <a:gd name="T7" fmla="*/ 0 h 1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19">
                  <a:moveTo>
                    <a:pt x="11" y="119"/>
                  </a:moveTo>
                  <a:cubicBezTo>
                    <a:pt x="12" y="95"/>
                    <a:pt x="6" y="72"/>
                    <a:pt x="4" y="49"/>
                  </a:cubicBezTo>
                  <a:cubicBezTo>
                    <a:pt x="3" y="40"/>
                    <a:pt x="2" y="31"/>
                    <a:pt x="1" y="22"/>
                  </a:cubicBezTo>
                  <a:cubicBezTo>
                    <a:pt x="1" y="16"/>
                    <a:pt x="2" y="7"/>
                    <a:pt x="0" y="0"/>
                  </a:cubicBezTo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927" name="Freeform 833">
              <a:extLst>
                <a:ext uri="{FF2B5EF4-FFF2-40B4-BE49-F238E27FC236}">
                  <a16:creationId xmlns:a16="http://schemas.microsoft.com/office/drawing/2014/main" id="{F3973D0E-AE37-485B-9321-57BC8E9B606B}"/>
                </a:ext>
              </a:extLst>
            </p:cNvPr>
            <p:cNvSpPr>
              <a:spLocks/>
            </p:cNvSpPr>
            <p:nvPr/>
          </p:nvSpPr>
          <p:spPr bwMode="auto">
            <a:xfrm>
              <a:off x="5340" y="1523"/>
              <a:ext cx="35" cy="107"/>
            </a:xfrm>
            <a:custGeom>
              <a:avLst/>
              <a:gdLst>
                <a:gd name="T0" fmla="*/ 0 w 19"/>
                <a:gd name="T1" fmla="*/ 420 h 54"/>
                <a:gd name="T2" fmla="*/ 57 w 19"/>
                <a:gd name="T3" fmla="*/ 224 h 54"/>
                <a:gd name="T4" fmla="*/ 118 w 19"/>
                <a:gd name="T5" fmla="*/ 0 h 5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54">
                  <a:moveTo>
                    <a:pt x="0" y="54"/>
                  </a:moveTo>
                  <a:cubicBezTo>
                    <a:pt x="1" y="44"/>
                    <a:pt x="3" y="38"/>
                    <a:pt x="9" y="29"/>
                  </a:cubicBezTo>
                  <a:cubicBezTo>
                    <a:pt x="15" y="19"/>
                    <a:pt x="16" y="11"/>
                    <a:pt x="19" y="0"/>
                  </a:cubicBezTo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928" name="Freeform 834">
              <a:extLst>
                <a:ext uri="{FF2B5EF4-FFF2-40B4-BE49-F238E27FC236}">
                  <a16:creationId xmlns:a16="http://schemas.microsoft.com/office/drawing/2014/main" id="{5F0F16A1-D4FA-4DDB-8C82-AC192DBEDCDB}"/>
                </a:ext>
              </a:extLst>
            </p:cNvPr>
            <p:cNvSpPr>
              <a:spLocks/>
            </p:cNvSpPr>
            <p:nvPr/>
          </p:nvSpPr>
          <p:spPr bwMode="auto">
            <a:xfrm>
              <a:off x="5347" y="1539"/>
              <a:ext cx="46" cy="241"/>
            </a:xfrm>
            <a:custGeom>
              <a:avLst/>
              <a:gdLst>
                <a:gd name="T0" fmla="*/ 112 w 25"/>
                <a:gd name="T1" fmla="*/ 0 h 122"/>
                <a:gd name="T2" fmla="*/ 20 w 25"/>
                <a:gd name="T3" fmla="*/ 215 h 122"/>
                <a:gd name="T4" fmla="*/ 7 w 25"/>
                <a:gd name="T5" fmla="*/ 441 h 122"/>
                <a:gd name="T6" fmla="*/ 44 w 25"/>
                <a:gd name="T7" fmla="*/ 703 h 122"/>
                <a:gd name="T8" fmla="*/ 57 w 25"/>
                <a:gd name="T9" fmla="*/ 924 h 122"/>
                <a:gd name="T10" fmla="*/ 156 w 25"/>
                <a:gd name="T11" fmla="*/ 940 h 122"/>
                <a:gd name="T12" fmla="*/ 88 w 25"/>
                <a:gd name="T13" fmla="*/ 464 h 122"/>
                <a:gd name="T14" fmla="*/ 118 w 25"/>
                <a:gd name="T15" fmla="*/ 24 h 12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5" h="122">
                  <a:moveTo>
                    <a:pt x="18" y="0"/>
                  </a:moveTo>
                  <a:cubicBezTo>
                    <a:pt x="14" y="10"/>
                    <a:pt x="7" y="19"/>
                    <a:pt x="3" y="28"/>
                  </a:cubicBezTo>
                  <a:cubicBezTo>
                    <a:pt x="0" y="37"/>
                    <a:pt x="1" y="47"/>
                    <a:pt x="1" y="57"/>
                  </a:cubicBezTo>
                  <a:cubicBezTo>
                    <a:pt x="2" y="68"/>
                    <a:pt x="6" y="79"/>
                    <a:pt x="7" y="91"/>
                  </a:cubicBezTo>
                  <a:cubicBezTo>
                    <a:pt x="9" y="100"/>
                    <a:pt x="12" y="111"/>
                    <a:pt x="9" y="120"/>
                  </a:cubicBezTo>
                  <a:cubicBezTo>
                    <a:pt x="14" y="121"/>
                    <a:pt x="20" y="121"/>
                    <a:pt x="25" y="122"/>
                  </a:cubicBezTo>
                  <a:cubicBezTo>
                    <a:pt x="10" y="112"/>
                    <a:pt x="13" y="76"/>
                    <a:pt x="14" y="60"/>
                  </a:cubicBezTo>
                  <a:cubicBezTo>
                    <a:pt x="16" y="42"/>
                    <a:pt x="19" y="21"/>
                    <a:pt x="19" y="3"/>
                  </a:cubicBezTo>
                </a:path>
              </a:pathLst>
            </a:custGeom>
            <a:solidFill>
              <a:srgbClr val="C4E6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929" name="Freeform 835">
              <a:extLst>
                <a:ext uri="{FF2B5EF4-FFF2-40B4-BE49-F238E27FC236}">
                  <a16:creationId xmlns:a16="http://schemas.microsoft.com/office/drawing/2014/main" id="{7E50D862-9572-479D-AD46-8F947527530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40" y="1496"/>
              <a:ext cx="31" cy="82"/>
            </a:xfrm>
            <a:custGeom>
              <a:avLst/>
              <a:gdLst>
                <a:gd name="T0" fmla="*/ 0 w 17"/>
                <a:gd name="T1" fmla="*/ 0 h 42"/>
                <a:gd name="T2" fmla="*/ 16 w 17"/>
                <a:gd name="T3" fmla="*/ 164 h 42"/>
                <a:gd name="T4" fmla="*/ 16 w 17"/>
                <a:gd name="T5" fmla="*/ 312 h 42"/>
                <a:gd name="T6" fmla="*/ 104 w 17"/>
                <a:gd name="T7" fmla="*/ 45 h 42"/>
                <a:gd name="T8" fmla="*/ 44 w 17"/>
                <a:gd name="T9" fmla="*/ 164 h 42"/>
                <a:gd name="T10" fmla="*/ 0 w 17"/>
                <a:gd name="T11" fmla="*/ 8 h 4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" h="42">
                  <a:moveTo>
                    <a:pt x="0" y="0"/>
                  </a:moveTo>
                  <a:cubicBezTo>
                    <a:pt x="0" y="8"/>
                    <a:pt x="3" y="15"/>
                    <a:pt x="3" y="22"/>
                  </a:cubicBezTo>
                  <a:cubicBezTo>
                    <a:pt x="3" y="29"/>
                    <a:pt x="3" y="36"/>
                    <a:pt x="3" y="42"/>
                  </a:cubicBezTo>
                  <a:cubicBezTo>
                    <a:pt x="10" y="39"/>
                    <a:pt x="17" y="13"/>
                    <a:pt x="17" y="6"/>
                  </a:cubicBezTo>
                  <a:cubicBezTo>
                    <a:pt x="12" y="11"/>
                    <a:pt x="10" y="16"/>
                    <a:pt x="7" y="22"/>
                  </a:cubicBezTo>
                  <a:cubicBezTo>
                    <a:pt x="5" y="15"/>
                    <a:pt x="4" y="7"/>
                    <a:pt x="0" y="1"/>
                  </a:cubicBezTo>
                </a:path>
              </a:pathLst>
            </a:custGeom>
            <a:solidFill>
              <a:srgbClr val="F0F8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930" name="Freeform 836">
              <a:extLst>
                <a:ext uri="{FF2B5EF4-FFF2-40B4-BE49-F238E27FC236}">
                  <a16:creationId xmlns:a16="http://schemas.microsoft.com/office/drawing/2014/main" id="{3D02C792-C869-48ED-82F7-B10D0E636D3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2" y="1608"/>
              <a:ext cx="6" cy="201"/>
            </a:xfrm>
            <a:custGeom>
              <a:avLst/>
              <a:gdLst>
                <a:gd name="T0" fmla="*/ 24 w 3"/>
                <a:gd name="T1" fmla="*/ 780 h 102"/>
                <a:gd name="T2" fmla="*/ 24 w 3"/>
                <a:gd name="T3" fmla="*/ 0 h 10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02">
                  <a:moveTo>
                    <a:pt x="3" y="102"/>
                  </a:moveTo>
                  <a:cubicBezTo>
                    <a:pt x="3" y="102"/>
                    <a:pt x="0" y="29"/>
                    <a:pt x="3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931" name="Freeform 837">
              <a:extLst>
                <a:ext uri="{FF2B5EF4-FFF2-40B4-BE49-F238E27FC236}">
                  <a16:creationId xmlns:a16="http://schemas.microsoft.com/office/drawing/2014/main" id="{662B31AE-6935-42AD-B635-381F156F269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6" y="1620"/>
              <a:ext cx="28" cy="55"/>
            </a:xfrm>
            <a:custGeom>
              <a:avLst/>
              <a:gdLst>
                <a:gd name="T0" fmla="*/ 97 w 15"/>
                <a:gd name="T1" fmla="*/ 212 h 28"/>
                <a:gd name="T2" fmla="*/ 0 w 15"/>
                <a:gd name="T3" fmla="*/ 0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28">
                  <a:moveTo>
                    <a:pt x="15" y="28"/>
                  </a:moveTo>
                  <a:cubicBezTo>
                    <a:pt x="15" y="28"/>
                    <a:pt x="11" y="8"/>
                    <a:pt x="0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932" name="Freeform 838">
              <a:extLst>
                <a:ext uri="{FF2B5EF4-FFF2-40B4-BE49-F238E27FC236}">
                  <a16:creationId xmlns:a16="http://schemas.microsoft.com/office/drawing/2014/main" id="{C6DAC6F7-B9AC-4902-91C8-5743C9FE522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5" y="1545"/>
              <a:ext cx="43" cy="101"/>
            </a:xfrm>
            <a:custGeom>
              <a:avLst/>
              <a:gdLst>
                <a:gd name="T0" fmla="*/ 7 w 23"/>
                <a:gd name="T1" fmla="*/ 216 h 51"/>
                <a:gd name="T2" fmla="*/ 129 w 23"/>
                <a:gd name="T3" fmla="*/ 396 h 51"/>
                <a:gd name="T4" fmla="*/ 129 w 23"/>
                <a:gd name="T5" fmla="*/ 188 h 51"/>
                <a:gd name="T6" fmla="*/ 129 w 23"/>
                <a:gd name="T7" fmla="*/ 0 h 51"/>
                <a:gd name="T8" fmla="*/ 112 w 23"/>
                <a:gd name="T9" fmla="*/ 133 h 51"/>
                <a:gd name="T10" fmla="*/ 105 w 23"/>
                <a:gd name="T11" fmla="*/ 271 h 51"/>
                <a:gd name="T12" fmla="*/ 0 w 23"/>
                <a:gd name="T13" fmla="*/ 172 h 5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51">
                  <a:moveTo>
                    <a:pt x="1" y="28"/>
                  </a:moveTo>
                  <a:cubicBezTo>
                    <a:pt x="9" y="33"/>
                    <a:pt x="15" y="43"/>
                    <a:pt x="20" y="51"/>
                  </a:cubicBezTo>
                  <a:cubicBezTo>
                    <a:pt x="21" y="42"/>
                    <a:pt x="20" y="33"/>
                    <a:pt x="20" y="24"/>
                  </a:cubicBezTo>
                  <a:cubicBezTo>
                    <a:pt x="20" y="16"/>
                    <a:pt x="23" y="6"/>
                    <a:pt x="20" y="0"/>
                  </a:cubicBezTo>
                  <a:cubicBezTo>
                    <a:pt x="20" y="5"/>
                    <a:pt x="18" y="11"/>
                    <a:pt x="17" y="17"/>
                  </a:cubicBezTo>
                  <a:cubicBezTo>
                    <a:pt x="17" y="23"/>
                    <a:pt x="18" y="29"/>
                    <a:pt x="16" y="35"/>
                  </a:cubicBezTo>
                  <a:cubicBezTo>
                    <a:pt x="13" y="30"/>
                    <a:pt x="6" y="21"/>
                    <a:pt x="0" y="22"/>
                  </a:cubicBezTo>
                </a:path>
              </a:pathLst>
            </a:custGeom>
            <a:solidFill>
              <a:srgbClr val="F0F8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933" name="Freeform 839">
              <a:extLst>
                <a:ext uri="{FF2B5EF4-FFF2-40B4-BE49-F238E27FC236}">
                  <a16:creationId xmlns:a16="http://schemas.microsoft.com/office/drawing/2014/main" id="{26F52B95-2255-4B4A-A594-0BB154D050F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4" y="1622"/>
              <a:ext cx="46" cy="179"/>
            </a:xfrm>
            <a:custGeom>
              <a:avLst/>
              <a:gdLst>
                <a:gd name="T0" fmla="*/ 20 w 25"/>
                <a:gd name="T1" fmla="*/ 24 h 91"/>
                <a:gd name="T2" fmla="*/ 125 w 25"/>
                <a:gd name="T3" fmla="*/ 344 h 91"/>
                <a:gd name="T4" fmla="*/ 136 w 25"/>
                <a:gd name="T5" fmla="*/ 533 h 91"/>
                <a:gd name="T6" fmla="*/ 149 w 25"/>
                <a:gd name="T7" fmla="*/ 692 h 91"/>
                <a:gd name="T8" fmla="*/ 0 w 25"/>
                <a:gd name="T9" fmla="*/ 645 h 91"/>
                <a:gd name="T10" fmla="*/ 74 w 25"/>
                <a:gd name="T11" fmla="*/ 297 h 91"/>
                <a:gd name="T12" fmla="*/ 44 w 25"/>
                <a:gd name="T13" fmla="*/ 100 h 91"/>
                <a:gd name="T14" fmla="*/ 7 w 25"/>
                <a:gd name="T15" fmla="*/ 0 h 9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5" h="91">
                  <a:moveTo>
                    <a:pt x="3" y="3"/>
                  </a:moveTo>
                  <a:cubicBezTo>
                    <a:pt x="18" y="7"/>
                    <a:pt x="19" y="31"/>
                    <a:pt x="20" y="45"/>
                  </a:cubicBezTo>
                  <a:cubicBezTo>
                    <a:pt x="20" y="53"/>
                    <a:pt x="21" y="62"/>
                    <a:pt x="22" y="70"/>
                  </a:cubicBezTo>
                  <a:cubicBezTo>
                    <a:pt x="23" y="76"/>
                    <a:pt x="25" y="85"/>
                    <a:pt x="24" y="91"/>
                  </a:cubicBezTo>
                  <a:cubicBezTo>
                    <a:pt x="17" y="87"/>
                    <a:pt x="8" y="84"/>
                    <a:pt x="0" y="85"/>
                  </a:cubicBezTo>
                  <a:cubicBezTo>
                    <a:pt x="12" y="74"/>
                    <a:pt x="14" y="55"/>
                    <a:pt x="12" y="39"/>
                  </a:cubicBezTo>
                  <a:cubicBezTo>
                    <a:pt x="12" y="30"/>
                    <a:pt x="11" y="20"/>
                    <a:pt x="7" y="13"/>
                  </a:cubicBezTo>
                  <a:cubicBezTo>
                    <a:pt x="4" y="9"/>
                    <a:pt x="2" y="5"/>
                    <a:pt x="1" y="0"/>
                  </a:cubicBezTo>
                </a:path>
              </a:pathLst>
            </a:custGeom>
            <a:solidFill>
              <a:srgbClr val="C4E6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7934" name="Freeform 840">
              <a:extLst>
                <a:ext uri="{FF2B5EF4-FFF2-40B4-BE49-F238E27FC236}">
                  <a16:creationId xmlns:a16="http://schemas.microsoft.com/office/drawing/2014/main" id="{B9945A65-CE90-412D-AC40-5E4514DA207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3" y="1539"/>
              <a:ext cx="21" cy="193"/>
            </a:xfrm>
            <a:custGeom>
              <a:avLst/>
              <a:gdLst>
                <a:gd name="T0" fmla="*/ 36 w 11"/>
                <a:gd name="T1" fmla="*/ 16 h 98"/>
                <a:gd name="T2" fmla="*/ 29 w 11"/>
                <a:gd name="T3" fmla="*/ 175 h 98"/>
                <a:gd name="T4" fmla="*/ 15 w 11"/>
                <a:gd name="T5" fmla="*/ 368 h 98"/>
                <a:gd name="T6" fmla="*/ 0 w 11"/>
                <a:gd name="T7" fmla="*/ 748 h 98"/>
                <a:gd name="T8" fmla="*/ 21 w 11"/>
                <a:gd name="T9" fmla="*/ 512 h 98"/>
                <a:gd name="T10" fmla="*/ 61 w 11"/>
                <a:gd name="T11" fmla="*/ 276 h 98"/>
                <a:gd name="T12" fmla="*/ 40 w 11"/>
                <a:gd name="T13" fmla="*/ 0 h 9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" h="98">
                  <a:moveTo>
                    <a:pt x="5" y="2"/>
                  </a:moveTo>
                  <a:cubicBezTo>
                    <a:pt x="7" y="7"/>
                    <a:pt x="4" y="17"/>
                    <a:pt x="4" y="23"/>
                  </a:cubicBezTo>
                  <a:cubicBezTo>
                    <a:pt x="3" y="31"/>
                    <a:pt x="3" y="40"/>
                    <a:pt x="2" y="48"/>
                  </a:cubicBezTo>
                  <a:cubicBezTo>
                    <a:pt x="0" y="64"/>
                    <a:pt x="0" y="81"/>
                    <a:pt x="0" y="98"/>
                  </a:cubicBezTo>
                  <a:cubicBezTo>
                    <a:pt x="1" y="87"/>
                    <a:pt x="1" y="77"/>
                    <a:pt x="3" y="67"/>
                  </a:cubicBezTo>
                  <a:cubicBezTo>
                    <a:pt x="5" y="56"/>
                    <a:pt x="8" y="46"/>
                    <a:pt x="9" y="36"/>
                  </a:cubicBezTo>
                  <a:cubicBezTo>
                    <a:pt x="10" y="24"/>
                    <a:pt x="11" y="10"/>
                    <a:pt x="6" y="0"/>
                  </a:cubicBezTo>
                </a:path>
              </a:pathLst>
            </a:custGeom>
            <a:solidFill>
              <a:srgbClr val="C4E6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</p:grpSp>
    </p:spTree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482" name="Rectangle 2">
            <a:extLst>
              <a:ext uri="{FF2B5EF4-FFF2-40B4-BE49-F238E27FC236}">
                <a16:creationId xmlns:a16="http://schemas.microsoft.com/office/drawing/2014/main" id="{FEBEC3AF-2902-496C-A89B-1C89D0585D4C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Adult (4)</a:t>
            </a:r>
          </a:p>
        </p:txBody>
      </p:sp>
      <p:grpSp>
        <p:nvGrpSpPr>
          <p:cNvPr id="38914" name="adult-male-full-length-illustration">
            <a:extLst>
              <a:ext uri="{FF2B5EF4-FFF2-40B4-BE49-F238E27FC236}">
                <a16:creationId xmlns:a16="http://schemas.microsoft.com/office/drawing/2014/main" id="{695DDA35-8005-4E1C-9D1D-DF597E1BBD58}"/>
              </a:ext>
            </a:extLst>
          </p:cNvPr>
          <p:cNvGrpSpPr>
            <a:grpSpLocks/>
          </p:cNvGrpSpPr>
          <p:nvPr/>
        </p:nvGrpSpPr>
        <p:grpSpPr bwMode="auto">
          <a:xfrm>
            <a:off x="6445250" y="1184275"/>
            <a:ext cx="1874838" cy="5413375"/>
            <a:chOff x="3100" y="696"/>
            <a:chExt cx="1181" cy="3410"/>
          </a:xfrm>
        </p:grpSpPr>
        <p:grpSp>
          <p:nvGrpSpPr>
            <p:cNvPr id="39751" name="Group 4">
              <a:extLst>
                <a:ext uri="{FF2B5EF4-FFF2-40B4-BE49-F238E27FC236}">
                  <a16:creationId xmlns:a16="http://schemas.microsoft.com/office/drawing/2014/main" id="{42828138-DD12-49E8-A754-AF9B5A3E374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149" y="696"/>
              <a:ext cx="1091" cy="3356"/>
              <a:chOff x="3149" y="696"/>
              <a:chExt cx="1091" cy="3356"/>
            </a:xfrm>
          </p:grpSpPr>
          <p:sp>
            <p:nvSpPr>
              <p:cNvPr id="93235" name="Freeform 5">
                <a:extLst>
                  <a:ext uri="{FF2B5EF4-FFF2-40B4-BE49-F238E27FC236}">
                    <a16:creationId xmlns:a16="http://schemas.microsoft.com/office/drawing/2014/main" id="{C6D822EA-20C6-441E-9D6A-91F2E556A7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9" y="712"/>
                <a:ext cx="426" cy="434"/>
              </a:xfrm>
              <a:custGeom>
                <a:avLst/>
                <a:gdLst>
                  <a:gd name="T0" fmla="*/ 985 w 266"/>
                  <a:gd name="T1" fmla="*/ 394 h 272"/>
                  <a:gd name="T2" fmla="*/ 982 w 266"/>
                  <a:gd name="T3" fmla="*/ 394 h 272"/>
                  <a:gd name="T4" fmla="*/ 975 w 266"/>
                  <a:gd name="T5" fmla="*/ 394 h 272"/>
                  <a:gd name="T6" fmla="*/ 943 w 266"/>
                  <a:gd name="T7" fmla="*/ 483 h 272"/>
                  <a:gd name="T8" fmla="*/ 937 w 266"/>
                  <a:gd name="T9" fmla="*/ 507 h 272"/>
                  <a:gd name="T10" fmla="*/ 913 w 266"/>
                  <a:gd name="T11" fmla="*/ 560 h 272"/>
                  <a:gd name="T12" fmla="*/ 916 w 266"/>
                  <a:gd name="T13" fmla="*/ 560 h 272"/>
                  <a:gd name="T14" fmla="*/ 541 w 266"/>
                  <a:gd name="T15" fmla="*/ 8 h 272"/>
                  <a:gd name="T16" fmla="*/ 179 w 266"/>
                  <a:gd name="T17" fmla="*/ 547 h 272"/>
                  <a:gd name="T18" fmla="*/ 157 w 266"/>
                  <a:gd name="T19" fmla="*/ 458 h 272"/>
                  <a:gd name="T20" fmla="*/ 149 w 266"/>
                  <a:gd name="T21" fmla="*/ 423 h 272"/>
                  <a:gd name="T22" fmla="*/ 144 w 266"/>
                  <a:gd name="T23" fmla="*/ 407 h 272"/>
                  <a:gd name="T24" fmla="*/ 144 w 266"/>
                  <a:gd name="T25" fmla="*/ 407 h 272"/>
                  <a:gd name="T26" fmla="*/ 131 w 266"/>
                  <a:gd name="T27" fmla="*/ 394 h 272"/>
                  <a:gd name="T28" fmla="*/ 107 w 266"/>
                  <a:gd name="T29" fmla="*/ 428 h 272"/>
                  <a:gd name="T30" fmla="*/ 128 w 266"/>
                  <a:gd name="T31" fmla="*/ 507 h 272"/>
                  <a:gd name="T32" fmla="*/ 138 w 266"/>
                  <a:gd name="T33" fmla="*/ 594 h 272"/>
                  <a:gd name="T34" fmla="*/ 157 w 266"/>
                  <a:gd name="T35" fmla="*/ 649 h 272"/>
                  <a:gd name="T36" fmla="*/ 178 w 266"/>
                  <a:gd name="T37" fmla="*/ 689 h 272"/>
                  <a:gd name="T38" fmla="*/ 218 w 266"/>
                  <a:gd name="T39" fmla="*/ 718 h 272"/>
                  <a:gd name="T40" fmla="*/ 247 w 266"/>
                  <a:gd name="T41" fmla="*/ 873 h 272"/>
                  <a:gd name="T42" fmla="*/ 389 w 266"/>
                  <a:gd name="T43" fmla="*/ 1036 h 272"/>
                  <a:gd name="T44" fmla="*/ 551 w 266"/>
                  <a:gd name="T45" fmla="*/ 1104 h 272"/>
                  <a:gd name="T46" fmla="*/ 705 w 266"/>
                  <a:gd name="T47" fmla="*/ 1036 h 272"/>
                  <a:gd name="T48" fmla="*/ 852 w 266"/>
                  <a:gd name="T49" fmla="*/ 873 h 272"/>
                  <a:gd name="T50" fmla="*/ 887 w 266"/>
                  <a:gd name="T51" fmla="*/ 718 h 272"/>
                  <a:gd name="T52" fmla="*/ 929 w 266"/>
                  <a:gd name="T53" fmla="*/ 689 h 272"/>
                  <a:gd name="T54" fmla="*/ 950 w 266"/>
                  <a:gd name="T55" fmla="*/ 649 h 272"/>
                  <a:gd name="T56" fmla="*/ 964 w 266"/>
                  <a:gd name="T57" fmla="*/ 594 h 272"/>
                  <a:gd name="T58" fmla="*/ 977 w 266"/>
                  <a:gd name="T59" fmla="*/ 507 h 272"/>
                  <a:gd name="T60" fmla="*/ 998 w 266"/>
                  <a:gd name="T61" fmla="*/ 428 h 272"/>
                  <a:gd name="T62" fmla="*/ 985 w 266"/>
                  <a:gd name="T63" fmla="*/ 394 h 272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266" h="272">
                    <a:moveTo>
                      <a:pt x="240" y="97"/>
                    </a:moveTo>
                    <a:cubicBezTo>
                      <a:pt x="240" y="97"/>
                      <a:pt x="239" y="97"/>
                      <a:pt x="239" y="97"/>
                    </a:cubicBezTo>
                    <a:cubicBezTo>
                      <a:pt x="238" y="97"/>
                      <a:pt x="237" y="97"/>
                      <a:pt x="237" y="97"/>
                    </a:cubicBezTo>
                    <a:cubicBezTo>
                      <a:pt x="230" y="119"/>
                      <a:pt x="230" y="119"/>
                      <a:pt x="230" y="119"/>
                    </a:cubicBezTo>
                    <a:cubicBezTo>
                      <a:pt x="228" y="125"/>
                      <a:pt x="228" y="125"/>
                      <a:pt x="228" y="125"/>
                    </a:cubicBezTo>
                    <a:cubicBezTo>
                      <a:pt x="227" y="131"/>
                      <a:pt x="222" y="138"/>
                      <a:pt x="222" y="138"/>
                    </a:cubicBezTo>
                    <a:cubicBezTo>
                      <a:pt x="223" y="138"/>
                      <a:pt x="223" y="138"/>
                      <a:pt x="223" y="138"/>
                    </a:cubicBezTo>
                    <a:cubicBezTo>
                      <a:pt x="223" y="138"/>
                      <a:pt x="266" y="2"/>
                      <a:pt x="132" y="2"/>
                    </a:cubicBezTo>
                    <a:cubicBezTo>
                      <a:pt x="0" y="0"/>
                      <a:pt x="45" y="139"/>
                      <a:pt x="44" y="135"/>
                    </a:cubicBezTo>
                    <a:cubicBezTo>
                      <a:pt x="41" y="127"/>
                      <a:pt x="38" y="113"/>
                      <a:pt x="38" y="113"/>
                    </a:cubicBezTo>
                    <a:cubicBezTo>
                      <a:pt x="38" y="113"/>
                      <a:pt x="37" y="109"/>
                      <a:pt x="36" y="104"/>
                    </a:cubicBezTo>
                    <a:cubicBezTo>
                      <a:pt x="36" y="103"/>
                      <a:pt x="35" y="102"/>
                      <a:pt x="35" y="100"/>
                    </a:cubicBezTo>
                    <a:cubicBezTo>
                      <a:pt x="35" y="100"/>
                      <a:pt x="35" y="100"/>
                      <a:pt x="35" y="100"/>
                    </a:cubicBezTo>
                    <a:cubicBezTo>
                      <a:pt x="35" y="99"/>
                      <a:pt x="32" y="97"/>
                      <a:pt x="32" y="97"/>
                    </a:cubicBezTo>
                    <a:cubicBezTo>
                      <a:pt x="29" y="95"/>
                      <a:pt x="26" y="99"/>
                      <a:pt x="26" y="105"/>
                    </a:cubicBezTo>
                    <a:cubicBezTo>
                      <a:pt x="26" y="110"/>
                      <a:pt x="31" y="121"/>
                      <a:pt x="31" y="125"/>
                    </a:cubicBezTo>
                    <a:cubicBezTo>
                      <a:pt x="31" y="129"/>
                      <a:pt x="32" y="139"/>
                      <a:pt x="34" y="146"/>
                    </a:cubicBezTo>
                    <a:cubicBezTo>
                      <a:pt x="37" y="153"/>
                      <a:pt x="36" y="156"/>
                      <a:pt x="38" y="160"/>
                    </a:cubicBezTo>
                    <a:cubicBezTo>
                      <a:pt x="40" y="163"/>
                      <a:pt x="41" y="167"/>
                      <a:pt x="43" y="170"/>
                    </a:cubicBezTo>
                    <a:cubicBezTo>
                      <a:pt x="46" y="173"/>
                      <a:pt x="51" y="177"/>
                      <a:pt x="53" y="177"/>
                    </a:cubicBezTo>
                    <a:cubicBezTo>
                      <a:pt x="54" y="187"/>
                      <a:pt x="56" y="207"/>
                      <a:pt x="60" y="215"/>
                    </a:cubicBezTo>
                    <a:cubicBezTo>
                      <a:pt x="65" y="223"/>
                      <a:pt x="83" y="246"/>
                      <a:pt x="95" y="255"/>
                    </a:cubicBezTo>
                    <a:cubicBezTo>
                      <a:pt x="106" y="263"/>
                      <a:pt x="113" y="271"/>
                      <a:pt x="134" y="272"/>
                    </a:cubicBezTo>
                    <a:cubicBezTo>
                      <a:pt x="154" y="271"/>
                      <a:pt x="161" y="263"/>
                      <a:pt x="172" y="255"/>
                    </a:cubicBezTo>
                    <a:cubicBezTo>
                      <a:pt x="185" y="246"/>
                      <a:pt x="203" y="225"/>
                      <a:pt x="207" y="215"/>
                    </a:cubicBezTo>
                    <a:cubicBezTo>
                      <a:pt x="211" y="205"/>
                      <a:pt x="215" y="187"/>
                      <a:pt x="216" y="177"/>
                    </a:cubicBezTo>
                    <a:cubicBezTo>
                      <a:pt x="218" y="177"/>
                      <a:pt x="223" y="173"/>
                      <a:pt x="226" y="170"/>
                    </a:cubicBezTo>
                    <a:cubicBezTo>
                      <a:pt x="228" y="167"/>
                      <a:pt x="229" y="163"/>
                      <a:pt x="231" y="160"/>
                    </a:cubicBezTo>
                    <a:cubicBezTo>
                      <a:pt x="233" y="156"/>
                      <a:pt x="232" y="153"/>
                      <a:pt x="235" y="146"/>
                    </a:cubicBezTo>
                    <a:cubicBezTo>
                      <a:pt x="237" y="139"/>
                      <a:pt x="238" y="129"/>
                      <a:pt x="238" y="125"/>
                    </a:cubicBezTo>
                    <a:cubicBezTo>
                      <a:pt x="238" y="121"/>
                      <a:pt x="243" y="110"/>
                      <a:pt x="243" y="105"/>
                    </a:cubicBezTo>
                    <a:cubicBezTo>
                      <a:pt x="243" y="101"/>
                      <a:pt x="242" y="99"/>
                      <a:pt x="240" y="97"/>
                    </a:cubicBezTo>
                  </a:path>
                </a:pathLst>
              </a:custGeom>
              <a:solidFill>
                <a:srgbClr val="FEF3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3236" name="Freeform 6">
                <a:extLst>
                  <a:ext uri="{FF2B5EF4-FFF2-40B4-BE49-F238E27FC236}">
                    <a16:creationId xmlns:a16="http://schemas.microsoft.com/office/drawing/2014/main" id="{1D9C64B1-F57C-468C-AC66-F368971727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2" y="1049"/>
                <a:ext cx="1088" cy="3000"/>
              </a:xfrm>
              <a:custGeom>
                <a:avLst/>
                <a:gdLst>
                  <a:gd name="T0" fmla="*/ 2778 w 679"/>
                  <a:gd name="T1" fmla="*/ 3192 h 1879"/>
                  <a:gd name="T2" fmla="*/ 2745 w 679"/>
                  <a:gd name="T3" fmla="*/ 2850 h 1879"/>
                  <a:gd name="T4" fmla="*/ 2644 w 679"/>
                  <a:gd name="T5" fmla="*/ 1889 h 1879"/>
                  <a:gd name="T6" fmla="*/ 2540 w 679"/>
                  <a:gd name="T7" fmla="*/ 892 h 1879"/>
                  <a:gd name="T8" fmla="*/ 1743 w 679"/>
                  <a:gd name="T9" fmla="*/ 362 h 1879"/>
                  <a:gd name="T10" fmla="*/ 1522 w 679"/>
                  <a:gd name="T11" fmla="*/ 107 h 1879"/>
                  <a:gd name="T12" fmla="*/ 1263 w 679"/>
                  <a:gd name="T13" fmla="*/ 125 h 1879"/>
                  <a:gd name="T14" fmla="*/ 984 w 679"/>
                  <a:gd name="T15" fmla="*/ 390 h 1879"/>
                  <a:gd name="T16" fmla="*/ 272 w 679"/>
                  <a:gd name="T17" fmla="*/ 872 h 1879"/>
                  <a:gd name="T18" fmla="*/ 139 w 679"/>
                  <a:gd name="T19" fmla="*/ 1889 h 1879"/>
                  <a:gd name="T20" fmla="*/ 46 w 679"/>
                  <a:gd name="T21" fmla="*/ 2850 h 1879"/>
                  <a:gd name="T22" fmla="*/ 13 w 679"/>
                  <a:gd name="T23" fmla="*/ 3192 h 1879"/>
                  <a:gd name="T24" fmla="*/ 8 w 679"/>
                  <a:gd name="T25" fmla="*/ 3370 h 1879"/>
                  <a:gd name="T26" fmla="*/ 316 w 679"/>
                  <a:gd name="T27" fmla="*/ 3358 h 1879"/>
                  <a:gd name="T28" fmla="*/ 320 w 679"/>
                  <a:gd name="T29" fmla="*/ 3125 h 1879"/>
                  <a:gd name="T30" fmla="*/ 532 w 679"/>
                  <a:gd name="T31" fmla="*/ 2176 h 1879"/>
                  <a:gd name="T32" fmla="*/ 588 w 679"/>
                  <a:gd name="T33" fmla="*/ 1710 h 1879"/>
                  <a:gd name="T34" fmla="*/ 596 w 679"/>
                  <a:gd name="T35" fmla="*/ 1624 h 1879"/>
                  <a:gd name="T36" fmla="*/ 566 w 679"/>
                  <a:gd name="T37" fmla="*/ 2226 h 1879"/>
                  <a:gd name="T38" fmla="*/ 711 w 679"/>
                  <a:gd name="T39" fmla="*/ 4927 h 1879"/>
                  <a:gd name="T40" fmla="*/ 792 w 679"/>
                  <a:gd name="T41" fmla="*/ 5451 h 1879"/>
                  <a:gd name="T42" fmla="*/ 929 w 679"/>
                  <a:gd name="T43" fmla="*/ 6699 h 1879"/>
                  <a:gd name="T44" fmla="*/ 989 w 679"/>
                  <a:gd name="T45" fmla="*/ 7135 h 1879"/>
                  <a:gd name="T46" fmla="*/ 801 w 679"/>
                  <a:gd name="T47" fmla="*/ 7387 h 1879"/>
                  <a:gd name="T48" fmla="*/ 729 w 679"/>
                  <a:gd name="T49" fmla="*/ 7530 h 1879"/>
                  <a:gd name="T50" fmla="*/ 739 w 679"/>
                  <a:gd name="T51" fmla="*/ 7533 h 1879"/>
                  <a:gd name="T52" fmla="*/ 801 w 679"/>
                  <a:gd name="T53" fmla="*/ 7579 h 1879"/>
                  <a:gd name="T54" fmla="*/ 814 w 679"/>
                  <a:gd name="T55" fmla="*/ 7598 h 1879"/>
                  <a:gd name="T56" fmla="*/ 1032 w 679"/>
                  <a:gd name="T57" fmla="*/ 7601 h 1879"/>
                  <a:gd name="T58" fmla="*/ 1248 w 679"/>
                  <a:gd name="T59" fmla="*/ 7581 h 1879"/>
                  <a:gd name="T60" fmla="*/ 1283 w 679"/>
                  <a:gd name="T61" fmla="*/ 7403 h 1879"/>
                  <a:gd name="T62" fmla="*/ 1291 w 679"/>
                  <a:gd name="T63" fmla="*/ 7068 h 1879"/>
                  <a:gd name="T64" fmla="*/ 1271 w 679"/>
                  <a:gd name="T65" fmla="*/ 6422 h 1879"/>
                  <a:gd name="T66" fmla="*/ 1243 w 679"/>
                  <a:gd name="T67" fmla="*/ 5328 h 1879"/>
                  <a:gd name="T68" fmla="*/ 1312 w 679"/>
                  <a:gd name="T69" fmla="*/ 4427 h 1879"/>
                  <a:gd name="T70" fmla="*/ 1407 w 679"/>
                  <a:gd name="T71" fmla="*/ 3896 h 1879"/>
                  <a:gd name="T72" fmla="*/ 1538 w 679"/>
                  <a:gd name="T73" fmla="*/ 5200 h 1879"/>
                  <a:gd name="T74" fmla="*/ 1469 w 679"/>
                  <a:gd name="T75" fmla="*/ 5922 h 1879"/>
                  <a:gd name="T76" fmla="*/ 1535 w 679"/>
                  <a:gd name="T77" fmla="*/ 6883 h 1879"/>
                  <a:gd name="T78" fmla="*/ 1463 w 679"/>
                  <a:gd name="T79" fmla="*/ 7314 h 1879"/>
                  <a:gd name="T80" fmla="*/ 1505 w 679"/>
                  <a:gd name="T81" fmla="*/ 7504 h 1879"/>
                  <a:gd name="T82" fmla="*/ 1620 w 679"/>
                  <a:gd name="T83" fmla="*/ 7635 h 1879"/>
                  <a:gd name="T84" fmla="*/ 1867 w 679"/>
                  <a:gd name="T85" fmla="*/ 7611 h 1879"/>
                  <a:gd name="T86" fmla="*/ 1979 w 679"/>
                  <a:gd name="T87" fmla="*/ 7573 h 1879"/>
                  <a:gd name="T88" fmla="*/ 2041 w 679"/>
                  <a:gd name="T89" fmla="*/ 7553 h 1879"/>
                  <a:gd name="T90" fmla="*/ 2043 w 679"/>
                  <a:gd name="T91" fmla="*/ 7533 h 1879"/>
                  <a:gd name="T92" fmla="*/ 2037 w 679"/>
                  <a:gd name="T93" fmla="*/ 7451 h 1879"/>
                  <a:gd name="T94" fmla="*/ 1908 w 679"/>
                  <a:gd name="T95" fmla="*/ 7320 h 1879"/>
                  <a:gd name="T96" fmla="*/ 1804 w 679"/>
                  <a:gd name="T97" fmla="*/ 7012 h 1879"/>
                  <a:gd name="T98" fmla="*/ 2008 w 679"/>
                  <a:gd name="T99" fmla="*/ 6077 h 1879"/>
                  <a:gd name="T100" fmla="*/ 2043 w 679"/>
                  <a:gd name="T101" fmla="*/ 5205 h 1879"/>
                  <a:gd name="T102" fmla="*/ 2218 w 679"/>
                  <a:gd name="T103" fmla="*/ 3452 h 1879"/>
                  <a:gd name="T104" fmla="*/ 2213 w 679"/>
                  <a:gd name="T105" fmla="*/ 2214 h 1879"/>
                  <a:gd name="T106" fmla="*/ 2187 w 679"/>
                  <a:gd name="T107" fmla="*/ 1624 h 1879"/>
                  <a:gd name="T108" fmla="*/ 2198 w 679"/>
                  <a:gd name="T109" fmla="*/ 1710 h 1879"/>
                  <a:gd name="T110" fmla="*/ 2255 w 679"/>
                  <a:gd name="T111" fmla="*/ 2176 h 1879"/>
                  <a:gd name="T112" fmla="*/ 2464 w 679"/>
                  <a:gd name="T113" fmla="*/ 3125 h 1879"/>
                  <a:gd name="T114" fmla="*/ 2468 w 679"/>
                  <a:gd name="T115" fmla="*/ 3358 h 1879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</a:gdLst>
                <a:ahLst/>
                <a:cxnLst>
                  <a:cxn ang="T116">
                    <a:pos x="T0" y="T1"/>
                  </a:cxn>
                  <a:cxn ang="T117">
                    <a:pos x="T2" y="T3"/>
                  </a:cxn>
                  <a:cxn ang="T118">
                    <a:pos x="T4" y="T5"/>
                  </a:cxn>
                  <a:cxn ang="T119">
                    <a:pos x="T6" y="T7"/>
                  </a:cxn>
                  <a:cxn ang="T120">
                    <a:pos x="T8" y="T9"/>
                  </a:cxn>
                  <a:cxn ang="T121">
                    <a:pos x="T10" y="T11"/>
                  </a:cxn>
                  <a:cxn ang="T122">
                    <a:pos x="T12" y="T13"/>
                  </a:cxn>
                  <a:cxn ang="T123">
                    <a:pos x="T14" y="T15"/>
                  </a:cxn>
                  <a:cxn ang="T124">
                    <a:pos x="T16" y="T17"/>
                  </a:cxn>
                  <a:cxn ang="T125">
                    <a:pos x="T18" y="T19"/>
                  </a:cxn>
                  <a:cxn ang="T126">
                    <a:pos x="T20" y="T21"/>
                  </a:cxn>
                  <a:cxn ang="T127">
                    <a:pos x="T22" y="T23"/>
                  </a:cxn>
                  <a:cxn ang="T128">
                    <a:pos x="T24" y="T25"/>
                  </a:cxn>
                  <a:cxn ang="T129">
                    <a:pos x="T26" y="T27"/>
                  </a:cxn>
                  <a:cxn ang="T130">
                    <a:pos x="T28" y="T29"/>
                  </a:cxn>
                  <a:cxn ang="T131">
                    <a:pos x="T30" y="T31"/>
                  </a:cxn>
                  <a:cxn ang="T132">
                    <a:pos x="T32" y="T33"/>
                  </a:cxn>
                  <a:cxn ang="T133">
                    <a:pos x="T34" y="T35"/>
                  </a:cxn>
                  <a:cxn ang="T134">
                    <a:pos x="T36" y="T37"/>
                  </a:cxn>
                  <a:cxn ang="T135">
                    <a:pos x="T38" y="T39"/>
                  </a:cxn>
                  <a:cxn ang="T136">
                    <a:pos x="T40" y="T41"/>
                  </a:cxn>
                  <a:cxn ang="T137">
                    <a:pos x="T42" y="T43"/>
                  </a:cxn>
                  <a:cxn ang="T138">
                    <a:pos x="T44" y="T45"/>
                  </a:cxn>
                  <a:cxn ang="T139">
                    <a:pos x="T46" y="T47"/>
                  </a:cxn>
                  <a:cxn ang="T140">
                    <a:pos x="T48" y="T49"/>
                  </a:cxn>
                  <a:cxn ang="T141">
                    <a:pos x="T50" y="T51"/>
                  </a:cxn>
                  <a:cxn ang="T142">
                    <a:pos x="T52" y="T53"/>
                  </a:cxn>
                  <a:cxn ang="T143">
                    <a:pos x="T54" y="T55"/>
                  </a:cxn>
                  <a:cxn ang="T144">
                    <a:pos x="T56" y="T57"/>
                  </a:cxn>
                  <a:cxn ang="T145">
                    <a:pos x="T58" y="T59"/>
                  </a:cxn>
                  <a:cxn ang="T146">
                    <a:pos x="T60" y="T61"/>
                  </a:cxn>
                  <a:cxn ang="T147">
                    <a:pos x="T62" y="T63"/>
                  </a:cxn>
                  <a:cxn ang="T148">
                    <a:pos x="T64" y="T65"/>
                  </a:cxn>
                  <a:cxn ang="T149">
                    <a:pos x="T66" y="T67"/>
                  </a:cxn>
                  <a:cxn ang="T150">
                    <a:pos x="T68" y="T69"/>
                  </a:cxn>
                  <a:cxn ang="T151">
                    <a:pos x="T70" y="T71"/>
                  </a:cxn>
                  <a:cxn ang="T152">
                    <a:pos x="T72" y="T73"/>
                  </a:cxn>
                  <a:cxn ang="T153">
                    <a:pos x="T74" y="T75"/>
                  </a:cxn>
                  <a:cxn ang="T154">
                    <a:pos x="T76" y="T77"/>
                  </a:cxn>
                  <a:cxn ang="T155">
                    <a:pos x="T78" y="T79"/>
                  </a:cxn>
                  <a:cxn ang="T156">
                    <a:pos x="T80" y="T81"/>
                  </a:cxn>
                  <a:cxn ang="T157">
                    <a:pos x="T82" y="T83"/>
                  </a:cxn>
                  <a:cxn ang="T158">
                    <a:pos x="T84" y="T85"/>
                  </a:cxn>
                  <a:cxn ang="T159">
                    <a:pos x="T86" y="T87"/>
                  </a:cxn>
                  <a:cxn ang="T160">
                    <a:pos x="T88" y="T89"/>
                  </a:cxn>
                  <a:cxn ang="T161">
                    <a:pos x="T90" y="T91"/>
                  </a:cxn>
                  <a:cxn ang="T162">
                    <a:pos x="T92" y="T93"/>
                  </a:cxn>
                  <a:cxn ang="T163">
                    <a:pos x="T94" y="T95"/>
                  </a:cxn>
                  <a:cxn ang="T164">
                    <a:pos x="T96" y="T97"/>
                  </a:cxn>
                  <a:cxn ang="T165">
                    <a:pos x="T98" y="T99"/>
                  </a:cxn>
                  <a:cxn ang="T166">
                    <a:pos x="T100" y="T101"/>
                  </a:cxn>
                  <a:cxn ang="T167">
                    <a:pos x="T102" y="T103"/>
                  </a:cxn>
                  <a:cxn ang="T168">
                    <a:pos x="T104" y="T105"/>
                  </a:cxn>
                  <a:cxn ang="T169">
                    <a:pos x="T106" y="T107"/>
                  </a:cxn>
                  <a:cxn ang="T170">
                    <a:pos x="T108" y="T109"/>
                  </a:cxn>
                  <a:cxn ang="T171">
                    <a:pos x="T110" y="T111"/>
                  </a:cxn>
                  <a:cxn ang="T172">
                    <a:pos x="T112" y="T113"/>
                  </a:cxn>
                  <a:cxn ang="T173">
                    <a:pos x="T114" y="T115"/>
                  </a:cxn>
                </a:cxnLst>
                <a:rect l="0" t="0" r="r" b="b"/>
                <a:pathLst>
                  <a:path w="679" h="1879">
                    <a:moveTo>
                      <a:pt x="679" y="813"/>
                    </a:moveTo>
                    <a:cubicBezTo>
                      <a:pt x="677" y="809"/>
                      <a:pt x="679" y="794"/>
                      <a:pt x="675" y="784"/>
                    </a:cubicBezTo>
                    <a:cubicBezTo>
                      <a:pt x="672" y="774"/>
                      <a:pt x="673" y="764"/>
                      <a:pt x="670" y="752"/>
                    </a:cubicBezTo>
                    <a:cubicBezTo>
                      <a:pt x="667" y="740"/>
                      <a:pt x="667" y="716"/>
                      <a:pt x="667" y="700"/>
                    </a:cubicBezTo>
                    <a:cubicBezTo>
                      <a:pt x="665" y="672"/>
                      <a:pt x="666" y="564"/>
                      <a:pt x="649" y="524"/>
                    </a:cubicBezTo>
                    <a:cubicBezTo>
                      <a:pt x="646" y="512"/>
                      <a:pt x="643" y="492"/>
                      <a:pt x="643" y="464"/>
                    </a:cubicBezTo>
                    <a:cubicBezTo>
                      <a:pt x="642" y="386"/>
                      <a:pt x="624" y="342"/>
                      <a:pt x="626" y="318"/>
                    </a:cubicBezTo>
                    <a:cubicBezTo>
                      <a:pt x="631" y="283"/>
                      <a:pt x="624" y="248"/>
                      <a:pt x="617" y="219"/>
                    </a:cubicBezTo>
                    <a:cubicBezTo>
                      <a:pt x="602" y="151"/>
                      <a:pt x="522" y="130"/>
                      <a:pt x="509" y="127"/>
                    </a:cubicBezTo>
                    <a:cubicBezTo>
                      <a:pt x="483" y="120"/>
                      <a:pt x="438" y="97"/>
                      <a:pt x="424" y="89"/>
                    </a:cubicBezTo>
                    <a:cubicBezTo>
                      <a:pt x="385" y="60"/>
                      <a:pt x="406" y="13"/>
                      <a:pt x="406" y="0"/>
                    </a:cubicBezTo>
                    <a:cubicBezTo>
                      <a:pt x="402" y="10"/>
                      <a:pt x="382" y="17"/>
                      <a:pt x="370" y="26"/>
                    </a:cubicBezTo>
                    <a:cubicBezTo>
                      <a:pt x="359" y="34"/>
                      <a:pt x="358" y="41"/>
                      <a:pt x="338" y="41"/>
                    </a:cubicBezTo>
                    <a:cubicBezTo>
                      <a:pt x="317" y="41"/>
                      <a:pt x="318" y="38"/>
                      <a:pt x="307" y="31"/>
                    </a:cubicBezTo>
                    <a:cubicBezTo>
                      <a:pt x="296" y="23"/>
                      <a:pt x="275" y="10"/>
                      <a:pt x="269" y="0"/>
                    </a:cubicBezTo>
                    <a:cubicBezTo>
                      <a:pt x="272" y="15"/>
                      <a:pt x="286" y="78"/>
                      <a:pt x="239" y="96"/>
                    </a:cubicBezTo>
                    <a:cubicBezTo>
                      <a:pt x="225" y="102"/>
                      <a:pt x="198" y="116"/>
                      <a:pt x="173" y="124"/>
                    </a:cubicBezTo>
                    <a:cubicBezTo>
                      <a:pt x="159" y="128"/>
                      <a:pt x="86" y="148"/>
                      <a:pt x="66" y="214"/>
                    </a:cubicBezTo>
                    <a:cubicBezTo>
                      <a:pt x="56" y="242"/>
                      <a:pt x="47" y="283"/>
                      <a:pt x="51" y="318"/>
                    </a:cubicBezTo>
                    <a:cubicBezTo>
                      <a:pt x="53" y="342"/>
                      <a:pt x="35" y="386"/>
                      <a:pt x="34" y="464"/>
                    </a:cubicBezTo>
                    <a:cubicBezTo>
                      <a:pt x="34" y="492"/>
                      <a:pt x="31" y="512"/>
                      <a:pt x="28" y="524"/>
                    </a:cubicBezTo>
                    <a:cubicBezTo>
                      <a:pt x="12" y="564"/>
                      <a:pt x="12" y="672"/>
                      <a:pt x="11" y="700"/>
                    </a:cubicBezTo>
                    <a:cubicBezTo>
                      <a:pt x="10" y="716"/>
                      <a:pt x="10" y="740"/>
                      <a:pt x="7" y="752"/>
                    </a:cubicBezTo>
                    <a:cubicBezTo>
                      <a:pt x="4" y="764"/>
                      <a:pt x="6" y="774"/>
                      <a:pt x="3" y="784"/>
                    </a:cubicBezTo>
                    <a:cubicBezTo>
                      <a:pt x="0" y="794"/>
                      <a:pt x="3" y="809"/>
                      <a:pt x="1" y="813"/>
                    </a:cubicBezTo>
                    <a:cubicBezTo>
                      <a:pt x="1" y="814"/>
                      <a:pt x="2" y="825"/>
                      <a:pt x="2" y="828"/>
                    </a:cubicBezTo>
                    <a:cubicBezTo>
                      <a:pt x="79" y="839"/>
                      <a:pt x="79" y="839"/>
                      <a:pt x="79" y="839"/>
                    </a:cubicBezTo>
                    <a:cubicBezTo>
                      <a:pt x="77" y="833"/>
                      <a:pt x="76" y="828"/>
                      <a:pt x="77" y="825"/>
                    </a:cubicBezTo>
                    <a:cubicBezTo>
                      <a:pt x="80" y="814"/>
                      <a:pt x="70" y="798"/>
                      <a:pt x="71" y="795"/>
                    </a:cubicBezTo>
                    <a:cubicBezTo>
                      <a:pt x="73" y="792"/>
                      <a:pt x="76" y="780"/>
                      <a:pt x="78" y="768"/>
                    </a:cubicBezTo>
                    <a:cubicBezTo>
                      <a:pt x="80" y="757"/>
                      <a:pt x="111" y="647"/>
                      <a:pt x="115" y="623"/>
                    </a:cubicBezTo>
                    <a:cubicBezTo>
                      <a:pt x="123" y="579"/>
                      <a:pt x="134" y="566"/>
                      <a:pt x="129" y="535"/>
                    </a:cubicBezTo>
                    <a:cubicBezTo>
                      <a:pt x="130" y="513"/>
                      <a:pt x="139" y="452"/>
                      <a:pt x="141" y="441"/>
                    </a:cubicBezTo>
                    <a:cubicBezTo>
                      <a:pt x="142" y="438"/>
                      <a:pt x="142" y="427"/>
                      <a:pt x="143" y="420"/>
                    </a:cubicBezTo>
                    <a:cubicBezTo>
                      <a:pt x="144" y="416"/>
                      <a:pt x="144" y="408"/>
                      <a:pt x="145" y="398"/>
                    </a:cubicBezTo>
                    <a:cubicBezTo>
                      <a:pt x="145" y="399"/>
                      <a:pt x="145" y="399"/>
                      <a:pt x="145" y="399"/>
                    </a:cubicBezTo>
                    <a:cubicBezTo>
                      <a:pt x="145" y="410"/>
                      <a:pt x="139" y="429"/>
                      <a:pt x="141" y="457"/>
                    </a:cubicBezTo>
                    <a:cubicBezTo>
                      <a:pt x="140" y="480"/>
                      <a:pt x="136" y="525"/>
                      <a:pt x="137" y="547"/>
                    </a:cubicBezTo>
                    <a:cubicBezTo>
                      <a:pt x="135" y="554"/>
                      <a:pt x="146" y="757"/>
                      <a:pt x="145" y="783"/>
                    </a:cubicBezTo>
                    <a:cubicBezTo>
                      <a:pt x="143" y="796"/>
                      <a:pt x="119" y="949"/>
                      <a:pt x="173" y="1211"/>
                    </a:cubicBezTo>
                    <a:cubicBezTo>
                      <a:pt x="175" y="1222"/>
                      <a:pt x="176" y="1259"/>
                      <a:pt x="180" y="1279"/>
                    </a:cubicBezTo>
                    <a:cubicBezTo>
                      <a:pt x="181" y="1284"/>
                      <a:pt x="191" y="1307"/>
                      <a:pt x="192" y="1339"/>
                    </a:cubicBezTo>
                    <a:cubicBezTo>
                      <a:pt x="193" y="1390"/>
                      <a:pt x="187" y="1456"/>
                      <a:pt x="189" y="1493"/>
                    </a:cubicBezTo>
                    <a:cubicBezTo>
                      <a:pt x="192" y="1553"/>
                      <a:pt x="217" y="1608"/>
                      <a:pt x="226" y="1646"/>
                    </a:cubicBezTo>
                    <a:cubicBezTo>
                      <a:pt x="236" y="1684"/>
                      <a:pt x="240" y="1715"/>
                      <a:pt x="238" y="1723"/>
                    </a:cubicBezTo>
                    <a:cubicBezTo>
                      <a:pt x="236" y="1729"/>
                      <a:pt x="234" y="1742"/>
                      <a:pt x="240" y="1753"/>
                    </a:cubicBezTo>
                    <a:cubicBezTo>
                      <a:pt x="240" y="1754"/>
                      <a:pt x="223" y="1792"/>
                      <a:pt x="213" y="1799"/>
                    </a:cubicBezTo>
                    <a:cubicBezTo>
                      <a:pt x="204" y="1805"/>
                      <a:pt x="202" y="1812"/>
                      <a:pt x="195" y="1815"/>
                    </a:cubicBezTo>
                    <a:cubicBezTo>
                      <a:pt x="188" y="1819"/>
                      <a:pt x="184" y="1823"/>
                      <a:pt x="181" y="1831"/>
                    </a:cubicBezTo>
                    <a:cubicBezTo>
                      <a:pt x="179" y="1837"/>
                      <a:pt x="172" y="1845"/>
                      <a:pt x="177" y="1850"/>
                    </a:cubicBezTo>
                    <a:cubicBezTo>
                      <a:pt x="178" y="1850"/>
                      <a:pt x="179" y="1851"/>
                      <a:pt x="180" y="1851"/>
                    </a:cubicBezTo>
                    <a:cubicBezTo>
                      <a:pt x="180" y="1851"/>
                      <a:pt x="180" y="1851"/>
                      <a:pt x="180" y="1851"/>
                    </a:cubicBezTo>
                    <a:cubicBezTo>
                      <a:pt x="180" y="1853"/>
                      <a:pt x="180" y="1855"/>
                      <a:pt x="181" y="1856"/>
                    </a:cubicBezTo>
                    <a:cubicBezTo>
                      <a:pt x="184" y="1861"/>
                      <a:pt x="189" y="1863"/>
                      <a:pt x="195" y="1862"/>
                    </a:cubicBezTo>
                    <a:cubicBezTo>
                      <a:pt x="196" y="1861"/>
                      <a:pt x="196" y="1861"/>
                      <a:pt x="196" y="1861"/>
                    </a:cubicBezTo>
                    <a:cubicBezTo>
                      <a:pt x="196" y="1863"/>
                      <a:pt x="196" y="1865"/>
                      <a:pt x="198" y="1867"/>
                    </a:cubicBezTo>
                    <a:cubicBezTo>
                      <a:pt x="203" y="1873"/>
                      <a:pt x="217" y="1876"/>
                      <a:pt x="223" y="1870"/>
                    </a:cubicBezTo>
                    <a:cubicBezTo>
                      <a:pt x="230" y="1874"/>
                      <a:pt x="245" y="1875"/>
                      <a:pt x="251" y="1868"/>
                    </a:cubicBezTo>
                    <a:cubicBezTo>
                      <a:pt x="255" y="1879"/>
                      <a:pt x="272" y="1878"/>
                      <a:pt x="282" y="1876"/>
                    </a:cubicBezTo>
                    <a:cubicBezTo>
                      <a:pt x="292" y="1874"/>
                      <a:pt x="297" y="1867"/>
                      <a:pt x="303" y="1863"/>
                    </a:cubicBezTo>
                    <a:cubicBezTo>
                      <a:pt x="308" y="1858"/>
                      <a:pt x="313" y="1854"/>
                      <a:pt x="311" y="1844"/>
                    </a:cubicBezTo>
                    <a:cubicBezTo>
                      <a:pt x="309" y="1833"/>
                      <a:pt x="311" y="1833"/>
                      <a:pt x="312" y="1819"/>
                    </a:cubicBezTo>
                    <a:cubicBezTo>
                      <a:pt x="313" y="1812"/>
                      <a:pt x="320" y="1809"/>
                      <a:pt x="321" y="1797"/>
                    </a:cubicBezTo>
                    <a:cubicBezTo>
                      <a:pt x="321" y="1786"/>
                      <a:pt x="313" y="1743"/>
                      <a:pt x="314" y="1737"/>
                    </a:cubicBezTo>
                    <a:cubicBezTo>
                      <a:pt x="316" y="1724"/>
                      <a:pt x="307" y="1713"/>
                      <a:pt x="304" y="1691"/>
                    </a:cubicBezTo>
                    <a:cubicBezTo>
                      <a:pt x="300" y="1668"/>
                      <a:pt x="309" y="1592"/>
                      <a:pt x="309" y="1578"/>
                    </a:cubicBezTo>
                    <a:cubicBezTo>
                      <a:pt x="309" y="1552"/>
                      <a:pt x="323" y="1509"/>
                      <a:pt x="319" y="1455"/>
                    </a:cubicBezTo>
                    <a:cubicBezTo>
                      <a:pt x="317" y="1424"/>
                      <a:pt x="302" y="1330"/>
                      <a:pt x="302" y="1309"/>
                    </a:cubicBezTo>
                    <a:cubicBezTo>
                      <a:pt x="302" y="1305"/>
                      <a:pt x="301" y="1282"/>
                      <a:pt x="303" y="1278"/>
                    </a:cubicBezTo>
                    <a:cubicBezTo>
                      <a:pt x="307" y="1263"/>
                      <a:pt x="319" y="1090"/>
                      <a:pt x="319" y="1088"/>
                    </a:cubicBezTo>
                    <a:cubicBezTo>
                      <a:pt x="321" y="1067"/>
                      <a:pt x="335" y="957"/>
                      <a:pt x="335" y="957"/>
                    </a:cubicBezTo>
                    <a:cubicBezTo>
                      <a:pt x="342" y="957"/>
                      <a:pt x="342" y="957"/>
                      <a:pt x="342" y="957"/>
                    </a:cubicBezTo>
                    <a:cubicBezTo>
                      <a:pt x="342" y="957"/>
                      <a:pt x="358" y="1065"/>
                      <a:pt x="360" y="1086"/>
                    </a:cubicBezTo>
                    <a:cubicBezTo>
                      <a:pt x="360" y="1088"/>
                      <a:pt x="370" y="1263"/>
                      <a:pt x="374" y="1278"/>
                    </a:cubicBezTo>
                    <a:cubicBezTo>
                      <a:pt x="376" y="1282"/>
                      <a:pt x="375" y="1305"/>
                      <a:pt x="375" y="1309"/>
                    </a:cubicBezTo>
                    <a:cubicBezTo>
                      <a:pt x="375" y="1330"/>
                      <a:pt x="360" y="1424"/>
                      <a:pt x="357" y="1455"/>
                    </a:cubicBezTo>
                    <a:cubicBezTo>
                      <a:pt x="354" y="1509"/>
                      <a:pt x="368" y="1552"/>
                      <a:pt x="368" y="1578"/>
                    </a:cubicBezTo>
                    <a:cubicBezTo>
                      <a:pt x="368" y="1592"/>
                      <a:pt x="376" y="1668"/>
                      <a:pt x="373" y="1691"/>
                    </a:cubicBezTo>
                    <a:cubicBezTo>
                      <a:pt x="370" y="1713"/>
                      <a:pt x="361" y="1724"/>
                      <a:pt x="363" y="1737"/>
                    </a:cubicBezTo>
                    <a:cubicBezTo>
                      <a:pt x="363" y="1743"/>
                      <a:pt x="355" y="1786"/>
                      <a:pt x="356" y="1797"/>
                    </a:cubicBezTo>
                    <a:cubicBezTo>
                      <a:pt x="357" y="1809"/>
                      <a:pt x="364" y="1812"/>
                      <a:pt x="365" y="1819"/>
                    </a:cubicBezTo>
                    <a:cubicBezTo>
                      <a:pt x="366" y="1833"/>
                      <a:pt x="367" y="1833"/>
                      <a:pt x="366" y="1844"/>
                    </a:cubicBezTo>
                    <a:cubicBezTo>
                      <a:pt x="364" y="1854"/>
                      <a:pt x="368" y="1858"/>
                      <a:pt x="374" y="1863"/>
                    </a:cubicBezTo>
                    <a:cubicBezTo>
                      <a:pt x="380" y="1867"/>
                      <a:pt x="384" y="1874"/>
                      <a:pt x="394" y="1876"/>
                    </a:cubicBezTo>
                    <a:cubicBezTo>
                      <a:pt x="405" y="1878"/>
                      <a:pt x="422" y="1879"/>
                      <a:pt x="426" y="1868"/>
                    </a:cubicBezTo>
                    <a:cubicBezTo>
                      <a:pt x="432" y="1875"/>
                      <a:pt x="447" y="1874"/>
                      <a:pt x="454" y="1870"/>
                    </a:cubicBezTo>
                    <a:cubicBezTo>
                      <a:pt x="460" y="1876"/>
                      <a:pt x="474" y="1873"/>
                      <a:pt x="479" y="1867"/>
                    </a:cubicBezTo>
                    <a:cubicBezTo>
                      <a:pt x="480" y="1865"/>
                      <a:pt x="481" y="1863"/>
                      <a:pt x="481" y="1861"/>
                    </a:cubicBezTo>
                    <a:cubicBezTo>
                      <a:pt x="481" y="1862"/>
                      <a:pt x="481" y="1862"/>
                      <a:pt x="481" y="1862"/>
                    </a:cubicBezTo>
                    <a:cubicBezTo>
                      <a:pt x="488" y="1863"/>
                      <a:pt x="495" y="1860"/>
                      <a:pt x="496" y="1856"/>
                    </a:cubicBezTo>
                    <a:cubicBezTo>
                      <a:pt x="497" y="1855"/>
                      <a:pt x="497" y="1853"/>
                      <a:pt x="497" y="1851"/>
                    </a:cubicBezTo>
                    <a:cubicBezTo>
                      <a:pt x="497" y="1851"/>
                      <a:pt x="497" y="1851"/>
                      <a:pt x="497" y="1851"/>
                    </a:cubicBezTo>
                    <a:cubicBezTo>
                      <a:pt x="498" y="1851"/>
                      <a:pt x="499" y="1850"/>
                      <a:pt x="499" y="1850"/>
                    </a:cubicBezTo>
                    <a:cubicBezTo>
                      <a:pt x="505" y="1845"/>
                      <a:pt x="497" y="1837"/>
                      <a:pt x="495" y="1831"/>
                    </a:cubicBezTo>
                    <a:cubicBezTo>
                      <a:pt x="493" y="1823"/>
                      <a:pt x="489" y="1819"/>
                      <a:pt x="482" y="1815"/>
                    </a:cubicBezTo>
                    <a:cubicBezTo>
                      <a:pt x="475" y="1812"/>
                      <a:pt x="472" y="1805"/>
                      <a:pt x="464" y="1799"/>
                    </a:cubicBezTo>
                    <a:cubicBezTo>
                      <a:pt x="454" y="1792"/>
                      <a:pt x="437" y="1754"/>
                      <a:pt x="437" y="1753"/>
                    </a:cubicBezTo>
                    <a:cubicBezTo>
                      <a:pt x="443" y="1742"/>
                      <a:pt x="441" y="1729"/>
                      <a:pt x="439" y="1723"/>
                    </a:cubicBezTo>
                    <a:cubicBezTo>
                      <a:pt x="437" y="1715"/>
                      <a:pt x="441" y="1684"/>
                      <a:pt x="451" y="1646"/>
                    </a:cubicBezTo>
                    <a:cubicBezTo>
                      <a:pt x="460" y="1608"/>
                      <a:pt x="485" y="1553"/>
                      <a:pt x="488" y="1493"/>
                    </a:cubicBezTo>
                    <a:cubicBezTo>
                      <a:pt x="489" y="1456"/>
                      <a:pt x="484" y="1390"/>
                      <a:pt x="485" y="1339"/>
                    </a:cubicBezTo>
                    <a:cubicBezTo>
                      <a:pt x="485" y="1307"/>
                      <a:pt x="496" y="1284"/>
                      <a:pt x="497" y="1279"/>
                    </a:cubicBezTo>
                    <a:cubicBezTo>
                      <a:pt x="501" y="1259"/>
                      <a:pt x="502" y="1222"/>
                      <a:pt x="504" y="1211"/>
                    </a:cubicBezTo>
                    <a:cubicBezTo>
                      <a:pt x="540" y="1007"/>
                      <a:pt x="541" y="885"/>
                      <a:pt x="539" y="848"/>
                    </a:cubicBezTo>
                    <a:cubicBezTo>
                      <a:pt x="539" y="848"/>
                      <a:pt x="534" y="796"/>
                      <a:pt x="532" y="783"/>
                    </a:cubicBezTo>
                    <a:cubicBezTo>
                      <a:pt x="531" y="757"/>
                      <a:pt x="541" y="550"/>
                      <a:pt x="538" y="544"/>
                    </a:cubicBezTo>
                    <a:cubicBezTo>
                      <a:pt x="539" y="522"/>
                      <a:pt x="537" y="484"/>
                      <a:pt x="535" y="460"/>
                    </a:cubicBezTo>
                    <a:cubicBezTo>
                      <a:pt x="537" y="433"/>
                      <a:pt x="532" y="410"/>
                      <a:pt x="532" y="399"/>
                    </a:cubicBezTo>
                    <a:cubicBezTo>
                      <a:pt x="532" y="398"/>
                      <a:pt x="532" y="398"/>
                      <a:pt x="532" y="398"/>
                    </a:cubicBezTo>
                    <a:cubicBezTo>
                      <a:pt x="533" y="408"/>
                      <a:pt x="533" y="416"/>
                      <a:pt x="534" y="420"/>
                    </a:cubicBezTo>
                    <a:cubicBezTo>
                      <a:pt x="535" y="427"/>
                      <a:pt x="535" y="438"/>
                      <a:pt x="536" y="441"/>
                    </a:cubicBezTo>
                    <a:cubicBezTo>
                      <a:pt x="538" y="452"/>
                      <a:pt x="547" y="513"/>
                      <a:pt x="548" y="535"/>
                    </a:cubicBezTo>
                    <a:cubicBezTo>
                      <a:pt x="543" y="566"/>
                      <a:pt x="554" y="581"/>
                      <a:pt x="562" y="625"/>
                    </a:cubicBezTo>
                    <a:cubicBezTo>
                      <a:pt x="565" y="641"/>
                      <a:pt x="595" y="743"/>
                      <a:pt x="599" y="768"/>
                    </a:cubicBezTo>
                    <a:cubicBezTo>
                      <a:pt x="601" y="780"/>
                      <a:pt x="604" y="792"/>
                      <a:pt x="606" y="795"/>
                    </a:cubicBezTo>
                    <a:cubicBezTo>
                      <a:pt x="607" y="798"/>
                      <a:pt x="597" y="814"/>
                      <a:pt x="600" y="825"/>
                    </a:cubicBezTo>
                    <a:lnTo>
                      <a:pt x="679" y="813"/>
                    </a:lnTo>
                    <a:close/>
                  </a:path>
                </a:pathLst>
              </a:custGeom>
              <a:solidFill>
                <a:srgbClr val="FEF3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3237" name="Freeform 7">
                <a:extLst>
                  <a:ext uri="{FF2B5EF4-FFF2-40B4-BE49-F238E27FC236}">
                    <a16:creationId xmlns:a16="http://schemas.microsoft.com/office/drawing/2014/main" id="{01F9573B-2B71-4CD7-A849-47C1711AD1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3" y="896"/>
                <a:ext cx="67" cy="25"/>
              </a:xfrm>
              <a:custGeom>
                <a:avLst/>
                <a:gdLst>
                  <a:gd name="T0" fmla="*/ 0 w 42"/>
                  <a:gd name="T1" fmla="*/ 42 h 16"/>
                  <a:gd name="T2" fmla="*/ 81 w 42"/>
                  <a:gd name="T3" fmla="*/ 5 h 16"/>
                  <a:gd name="T4" fmla="*/ 155 w 42"/>
                  <a:gd name="T5" fmla="*/ 31 h 16"/>
                  <a:gd name="T6" fmla="*/ 150 w 42"/>
                  <a:gd name="T7" fmla="*/ 47 h 16"/>
                  <a:gd name="T8" fmla="*/ 94 w 42"/>
                  <a:gd name="T9" fmla="*/ 53 h 16"/>
                  <a:gd name="T10" fmla="*/ 0 w 42"/>
                  <a:gd name="T11" fmla="*/ 42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2" h="16">
                    <a:moveTo>
                      <a:pt x="0" y="11"/>
                    </a:moveTo>
                    <a:cubicBezTo>
                      <a:pt x="5" y="7"/>
                      <a:pt x="9" y="1"/>
                      <a:pt x="20" y="1"/>
                    </a:cubicBezTo>
                    <a:cubicBezTo>
                      <a:pt x="31" y="0"/>
                      <a:pt x="35" y="7"/>
                      <a:pt x="38" y="8"/>
                    </a:cubicBezTo>
                    <a:cubicBezTo>
                      <a:pt x="42" y="9"/>
                      <a:pt x="40" y="12"/>
                      <a:pt x="37" y="12"/>
                    </a:cubicBezTo>
                    <a:cubicBezTo>
                      <a:pt x="34" y="13"/>
                      <a:pt x="27" y="13"/>
                      <a:pt x="23" y="14"/>
                    </a:cubicBezTo>
                    <a:cubicBezTo>
                      <a:pt x="19" y="16"/>
                      <a:pt x="8" y="16"/>
                      <a:pt x="0" y="1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3238" name="Freeform 8">
                <a:extLst>
                  <a:ext uri="{FF2B5EF4-FFF2-40B4-BE49-F238E27FC236}">
                    <a16:creationId xmlns:a16="http://schemas.microsoft.com/office/drawing/2014/main" id="{B6B09CF2-C334-40A5-8E67-FBA6D0DBAE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0" y="896"/>
                <a:ext cx="26" cy="24"/>
              </a:xfrm>
              <a:custGeom>
                <a:avLst/>
                <a:gdLst>
                  <a:gd name="T0" fmla="*/ 39 w 16"/>
                  <a:gd name="T1" fmla="*/ 5 h 15"/>
                  <a:gd name="T2" fmla="*/ 8 w 16"/>
                  <a:gd name="T3" fmla="*/ 8 h 15"/>
                  <a:gd name="T4" fmla="*/ 0 w 16"/>
                  <a:gd name="T5" fmla="*/ 29 h 15"/>
                  <a:gd name="T6" fmla="*/ 21 w 16"/>
                  <a:gd name="T7" fmla="*/ 56 h 15"/>
                  <a:gd name="T8" fmla="*/ 42 w 16"/>
                  <a:gd name="T9" fmla="*/ 61 h 15"/>
                  <a:gd name="T10" fmla="*/ 68 w 16"/>
                  <a:gd name="T11" fmla="*/ 29 h 15"/>
                  <a:gd name="T12" fmla="*/ 55 w 16"/>
                  <a:gd name="T13" fmla="*/ 5 h 15"/>
                  <a:gd name="T14" fmla="*/ 39 w 16"/>
                  <a:gd name="T15" fmla="*/ 5 h 1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6" h="15">
                    <a:moveTo>
                      <a:pt x="9" y="1"/>
                    </a:moveTo>
                    <a:cubicBezTo>
                      <a:pt x="6" y="1"/>
                      <a:pt x="4" y="1"/>
                      <a:pt x="2" y="2"/>
                    </a:cubicBezTo>
                    <a:cubicBezTo>
                      <a:pt x="1" y="3"/>
                      <a:pt x="0" y="5"/>
                      <a:pt x="0" y="7"/>
                    </a:cubicBezTo>
                    <a:cubicBezTo>
                      <a:pt x="0" y="10"/>
                      <a:pt x="2" y="13"/>
                      <a:pt x="5" y="14"/>
                    </a:cubicBezTo>
                    <a:cubicBezTo>
                      <a:pt x="6" y="15"/>
                      <a:pt x="8" y="15"/>
                      <a:pt x="10" y="15"/>
                    </a:cubicBezTo>
                    <a:cubicBezTo>
                      <a:pt x="13" y="14"/>
                      <a:pt x="16" y="11"/>
                      <a:pt x="16" y="7"/>
                    </a:cubicBezTo>
                    <a:cubicBezTo>
                      <a:pt x="16" y="4"/>
                      <a:pt x="15" y="2"/>
                      <a:pt x="13" y="1"/>
                    </a:cubicBezTo>
                    <a:cubicBezTo>
                      <a:pt x="12" y="0"/>
                      <a:pt x="10" y="0"/>
                      <a:pt x="9" y="1"/>
                    </a:cubicBezTo>
                  </a:path>
                </a:pathLst>
              </a:custGeom>
              <a:solidFill>
                <a:srgbClr val="558D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3239" name="Freeform 9">
                <a:extLst>
                  <a:ext uri="{FF2B5EF4-FFF2-40B4-BE49-F238E27FC236}">
                    <a16:creationId xmlns:a16="http://schemas.microsoft.com/office/drawing/2014/main" id="{5167CDBD-E402-487C-91DE-FB74F36A7C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7" y="896"/>
                <a:ext cx="69" cy="25"/>
              </a:xfrm>
              <a:custGeom>
                <a:avLst/>
                <a:gdLst>
                  <a:gd name="T0" fmla="*/ 178 w 43"/>
                  <a:gd name="T1" fmla="*/ 39 h 16"/>
                  <a:gd name="T2" fmla="*/ 95 w 43"/>
                  <a:gd name="T3" fmla="*/ 5 h 16"/>
                  <a:gd name="T4" fmla="*/ 21 w 43"/>
                  <a:gd name="T5" fmla="*/ 31 h 16"/>
                  <a:gd name="T6" fmla="*/ 26 w 43"/>
                  <a:gd name="T7" fmla="*/ 47 h 16"/>
                  <a:gd name="T8" fmla="*/ 82 w 43"/>
                  <a:gd name="T9" fmla="*/ 53 h 16"/>
                  <a:gd name="T10" fmla="*/ 178 w 43"/>
                  <a:gd name="T11" fmla="*/ 42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3" h="16">
                    <a:moveTo>
                      <a:pt x="43" y="10"/>
                    </a:moveTo>
                    <a:cubicBezTo>
                      <a:pt x="38" y="7"/>
                      <a:pt x="34" y="1"/>
                      <a:pt x="23" y="1"/>
                    </a:cubicBezTo>
                    <a:cubicBezTo>
                      <a:pt x="12" y="0"/>
                      <a:pt x="7" y="7"/>
                      <a:pt x="5" y="8"/>
                    </a:cubicBezTo>
                    <a:cubicBezTo>
                      <a:pt x="0" y="9"/>
                      <a:pt x="3" y="12"/>
                      <a:pt x="6" y="12"/>
                    </a:cubicBezTo>
                    <a:cubicBezTo>
                      <a:pt x="8" y="13"/>
                      <a:pt x="16" y="13"/>
                      <a:pt x="20" y="14"/>
                    </a:cubicBezTo>
                    <a:cubicBezTo>
                      <a:pt x="23" y="16"/>
                      <a:pt x="35" y="16"/>
                      <a:pt x="43" y="1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3240" name="Freeform 10">
                <a:extLst>
                  <a:ext uri="{FF2B5EF4-FFF2-40B4-BE49-F238E27FC236}">
                    <a16:creationId xmlns:a16="http://schemas.microsoft.com/office/drawing/2014/main" id="{0FBA50FF-F5D8-4154-A198-5A82D75C3D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1" y="896"/>
                <a:ext cx="27" cy="24"/>
              </a:xfrm>
              <a:custGeom>
                <a:avLst/>
                <a:gdLst>
                  <a:gd name="T0" fmla="*/ 33 w 17"/>
                  <a:gd name="T1" fmla="*/ 5 h 15"/>
                  <a:gd name="T2" fmla="*/ 56 w 17"/>
                  <a:gd name="T3" fmla="*/ 8 h 15"/>
                  <a:gd name="T4" fmla="*/ 68 w 17"/>
                  <a:gd name="T5" fmla="*/ 29 h 15"/>
                  <a:gd name="T6" fmla="*/ 48 w 17"/>
                  <a:gd name="T7" fmla="*/ 56 h 15"/>
                  <a:gd name="T8" fmla="*/ 27 w 17"/>
                  <a:gd name="T9" fmla="*/ 61 h 15"/>
                  <a:gd name="T10" fmla="*/ 0 w 17"/>
                  <a:gd name="T11" fmla="*/ 29 h 15"/>
                  <a:gd name="T12" fmla="*/ 16 w 17"/>
                  <a:gd name="T13" fmla="*/ 5 h 15"/>
                  <a:gd name="T14" fmla="*/ 33 w 17"/>
                  <a:gd name="T15" fmla="*/ 5 h 1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7" h="15">
                    <a:moveTo>
                      <a:pt x="8" y="1"/>
                    </a:moveTo>
                    <a:cubicBezTo>
                      <a:pt x="11" y="1"/>
                      <a:pt x="13" y="1"/>
                      <a:pt x="14" y="2"/>
                    </a:cubicBezTo>
                    <a:cubicBezTo>
                      <a:pt x="16" y="3"/>
                      <a:pt x="17" y="5"/>
                      <a:pt x="17" y="7"/>
                    </a:cubicBezTo>
                    <a:cubicBezTo>
                      <a:pt x="17" y="10"/>
                      <a:pt x="15" y="13"/>
                      <a:pt x="12" y="14"/>
                    </a:cubicBezTo>
                    <a:cubicBezTo>
                      <a:pt x="10" y="15"/>
                      <a:pt x="8" y="15"/>
                      <a:pt x="7" y="15"/>
                    </a:cubicBezTo>
                    <a:cubicBezTo>
                      <a:pt x="3" y="14"/>
                      <a:pt x="0" y="11"/>
                      <a:pt x="0" y="7"/>
                    </a:cubicBezTo>
                    <a:cubicBezTo>
                      <a:pt x="0" y="4"/>
                      <a:pt x="2" y="2"/>
                      <a:pt x="4" y="1"/>
                    </a:cubicBezTo>
                    <a:cubicBezTo>
                      <a:pt x="5" y="0"/>
                      <a:pt x="6" y="0"/>
                      <a:pt x="8" y="1"/>
                    </a:cubicBezTo>
                  </a:path>
                </a:pathLst>
              </a:custGeom>
              <a:solidFill>
                <a:srgbClr val="558D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3241" name="Freeform 11">
                <a:extLst>
                  <a:ext uri="{FF2B5EF4-FFF2-40B4-BE49-F238E27FC236}">
                    <a16:creationId xmlns:a16="http://schemas.microsoft.com/office/drawing/2014/main" id="{44A35660-8FCC-40DA-BFDC-396E861C21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8" y="3059"/>
                <a:ext cx="76" cy="80"/>
              </a:xfrm>
              <a:custGeom>
                <a:avLst/>
                <a:gdLst>
                  <a:gd name="T0" fmla="*/ 0 w 48"/>
                  <a:gd name="T1" fmla="*/ 144 h 50"/>
                  <a:gd name="T2" fmla="*/ 176 w 48"/>
                  <a:gd name="T3" fmla="*/ 0 h 50"/>
                  <a:gd name="T4" fmla="*/ 158 w 48"/>
                  <a:gd name="T5" fmla="*/ 115 h 50"/>
                  <a:gd name="T6" fmla="*/ 33 w 48"/>
                  <a:gd name="T7" fmla="*/ 158 h 5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8" h="50">
                    <a:moveTo>
                      <a:pt x="0" y="35"/>
                    </a:moveTo>
                    <a:cubicBezTo>
                      <a:pt x="20" y="50"/>
                      <a:pt x="39" y="12"/>
                      <a:pt x="44" y="0"/>
                    </a:cubicBezTo>
                    <a:cubicBezTo>
                      <a:pt x="45" y="10"/>
                      <a:pt x="48" y="19"/>
                      <a:pt x="40" y="28"/>
                    </a:cubicBezTo>
                    <a:cubicBezTo>
                      <a:pt x="33" y="36"/>
                      <a:pt x="18" y="39"/>
                      <a:pt x="8" y="39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3242" name="Freeform 12">
                <a:extLst>
                  <a:ext uri="{FF2B5EF4-FFF2-40B4-BE49-F238E27FC236}">
                    <a16:creationId xmlns:a16="http://schemas.microsoft.com/office/drawing/2014/main" id="{AF7CF8A9-5397-4F68-BF59-6F79B96113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4" y="3054"/>
                <a:ext cx="54" cy="80"/>
              </a:xfrm>
              <a:custGeom>
                <a:avLst/>
                <a:gdLst>
                  <a:gd name="T0" fmla="*/ 0 w 34"/>
                  <a:gd name="T1" fmla="*/ 163 h 50"/>
                  <a:gd name="T2" fmla="*/ 108 w 34"/>
                  <a:gd name="T3" fmla="*/ 0 h 50"/>
                  <a:gd name="T4" fmla="*/ 16 w 34"/>
                  <a:gd name="T5" fmla="*/ 171 h 5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4" h="50">
                    <a:moveTo>
                      <a:pt x="0" y="40"/>
                    </a:moveTo>
                    <a:cubicBezTo>
                      <a:pt x="20" y="49"/>
                      <a:pt x="27" y="11"/>
                      <a:pt x="27" y="0"/>
                    </a:cubicBezTo>
                    <a:cubicBezTo>
                      <a:pt x="34" y="16"/>
                      <a:pt x="27" y="50"/>
                      <a:pt x="4" y="42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3243" name="Freeform 13">
                <a:extLst>
                  <a:ext uri="{FF2B5EF4-FFF2-40B4-BE49-F238E27FC236}">
                    <a16:creationId xmlns:a16="http://schemas.microsoft.com/office/drawing/2014/main" id="{209B9A90-1FF6-4532-A507-01CD36CD0D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6" y="908"/>
                <a:ext cx="22" cy="45"/>
              </a:xfrm>
              <a:custGeom>
                <a:avLst/>
                <a:gdLst>
                  <a:gd name="T0" fmla="*/ 55 w 14"/>
                  <a:gd name="T1" fmla="*/ 21 h 28"/>
                  <a:gd name="T2" fmla="*/ 47 w 14"/>
                  <a:gd name="T3" fmla="*/ 116 h 2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28">
                    <a:moveTo>
                      <a:pt x="14" y="5"/>
                    </a:moveTo>
                    <a:cubicBezTo>
                      <a:pt x="0" y="0"/>
                      <a:pt x="8" y="26"/>
                      <a:pt x="12" y="28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3244" name="Freeform 14">
                <a:extLst>
                  <a:ext uri="{FF2B5EF4-FFF2-40B4-BE49-F238E27FC236}">
                    <a16:creationId xmlns:a16="http://schemas.microsoft.com/office/drawing/2014/main" id="{6627F83E-9040-4AD1-AB30-9F5AD15E22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4" y="921"/>
                <a:ext cx="13" cy="34"/>
              </a:xfrm>
              <a:custGeom>
                <a:avLst/>
                <a:gdLst>
                  <a:gd name="T0" fmla="*/ 8 w 8"/>
                  <a:gd name="T1" fmla="*/ 0 h 21"/>
                  <a:gd name="T2" fmla="*/ 0 w 8"/>
                  <a:gd name="T3" fmla="*/ 89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21">
                    <a:moveTo>
                      <a:pt x="2" y="0"/>
                    </a:moveTo>
                    <a:cubicBezTo>
                      <a:pt x="8" y="3"/>
                      <a:pt x="4" y="17"/>
                      <a:pt x="0" y="21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3245" name="Freeform 15">
                <a:extLst>
                  <a:ext uri="{FF2B5EF4-FFF2-40B4-BE49-F238E27FC236}">
                    <a16:creationId xmlns:a16="http://schemas.microsoft.com/office/drawing/2014/main" id="{B3703C03-F70E-4EBB-B01A-5683D2E0D6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5" y="2444"/>
                <a:ext cx="67" cy="93"/>
              </a:xfrm>
              <a:custGeom>
                <a:avLst/>
                <a:gdLst>
                  <a:gd name="T0" fmla="*/ 171 w 42"/>
                  <a:gd name="T1" fmla="*/ 0 h 58"/>
                  <a:gd name="T2" fmla="*/ 145 w 42"/>
                  <a:gd name="T3" fmla="*/ 172 h 58"/>
                  <a:gd name="T4" fmla="*/ 0 w 42"/>
                  <a:gd name="T5" fmla="*/ 192 h 58"/>
                  <a:gd name="T6" fmla="*/ 81 w 42"/>
                  <a:gd name="T7" fmla="*/ 183 h 58"/>
                  <a:gd name="T8" fmla="*/ 89 w 42"/>
                  <a:gd name="T9" fmla="*/ 107 h 58"/>
                  <a:gd name="T10" fmla="*/ 155 w 42"/>
                  <a:gd name="T11" fmla="*/ 13 h 5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2" h="58">
                    <a:moveTo>
                      <a:pt x="42" y="0"/>
                    </a:moveTo>
                    <a:cubicBezTo>
                      <a:pt x="41" y="12"/>
                      <a:pt x="41" y="30"/>
                      <a:pt x="36" y="42"/>
                    </a:cubicBezTo>
                    <a:cubicBezTo>
                      <a:pt x="27" y="58"/>
                      <a:pt x="14" y="48"/>
                      <a:pt x="0" y="47"/>
                    </a:cubicBezTo>
                    <a:cubicBezTo>
                      <a:pt x="5" y="47"/>
                      <a:pt x="15" y="48"/>
                      <a:pt x="20" y="44"/>
                    </a:cubicBezTo>
                    <a:cubicBezTo>
                      <a:pt x="27" y="37"/>
                      <a:pt x="21" y="33"/>
                      <a:pt x="22" y="26"/>
                    </a:cubicBezTo>
                    <a:cubicBezTo>
                      <a:pt x="22" y="13"/>
                      <a:pt x="33" y="11"/>
                      <a:pt x="38" y="3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3246" name="Freeform 16">
                <a:extLst>
                  <a:ext uri="{FF2B5EF4-FFF2-40B4-BE49-F238E27FC236}">
                    <a16:creationId xmlns:a16="http://schemas.microsoft.com/office/drawing/2014/main" id="{EF2C573A-2E0E-4FE8-9F9F-DC3CF4AB0C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3" y="1314"/>
                <a:ext cx="101" cy="394"/>
              </a:xfrm>
              <a:custGeom>
                <a:avLst/>
                <a:gdLst>
                  <a:gd name="T0" fmla="*/ 0 w 63"/>
                  <a:gd name="T1" fmla="*/ 0 h 247"/>
                  <a:gd name="T2" fmla="*/ 183 w 63"/>
                  <a:gd name="T3" fmla="*/ 321 h 247"/>
                  <a:gd name="T4" fmla="*/ 213 w 63"/>
                  <a:gd name="T5" fmla="*/ 710 h 247"/>
                  <a:gd name="T6" fmla="*/ 260 w 63"/>
                  <a:gd name="T7" fmla="*/ 1002 h 247"/>
                  <a:gd name="T8" fmla="*/ 162 w 63"/>
                  <a:gd name="T9" fmla="*/ 670 h 247"/>
                  <a:gd name="T10" fmla="*/ 0 w 63"/>
                  <a:gd name="T11" fmla="*/ 0 h 24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3" h="247">
                    <a:moveTo>
                      <a:pt x="0" y="0"/>
                    </a:moveTo>
                    <a:cubicBezTo>
                      <a:pt x="14" y="5"/>
                      <a:pt x="31" y="23"/>
                      <a:pt x="44" y="79"/>
                    </a:cubicBezTo>
                    <a:cubicBezTo>
                      <a:pt x="57" y="135"/>
                      <a:pt x="53" y="158"/>
                      <a:pt x="52" y="175"/>
                    </a:cubicBezTo>
                    <a:cubicBezTo>
                      <a:pt x="51" y="192"/>
                      <a:pt x="60" y="222"/>
                      <a:pt x="63" y="247"/>
                    </a:cubicBezTo>
                    <a:cubicBezTo>
                      <a:pt x="59" y="218"/>
                      <a:pt x="42" y="188"/>
                      <a:pt x="39" y="165"/>
                    </a:cubicBezTo>
                    <a:cubicBezTo>
                      <a:pt x="36" y="142"/>
                      <a:pt x="32" y="23"/>
                      <a:pt x="0" y="0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3247" name="Freeform 17">
                <a:extLst>
                  <a:ext uri="{FF2B5EF4-FFF2-40B4-BE49-F238E27FC236}">
                    <a16:creationId xmlns:a16="http://schemas.microsoft.com/office/drawing/2014/main" id="{6FE47C9F-F471-43A9-97BF-BBE77A60D9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7" y="1913"/>
                <a:ext cx="32" cy="356"/>
              </a:xfrm>
              <a:custGeom>
                <a:avLst/>
                <a:gdLst>
                  <a:gd name="T0" fmla="*/ 13 w 20"/>
                  <a:gd name="T1" fmla="*/ 398 h 223"/>
                  <a:gd name="T2" fmla="*/ 82 w 20"/>
                  <a:gd name="T3" fmla="*/ 907 h 223"/>
                  <a:gd name="T4" fmla="*/ 48 w 20"/>
                  <a:gd name="T5" fmla="*/ 444 h 223"/>
                  <a:gd name="T6" fmla="*/ 5 w 20"/>
                  <a:gd name="T7" fmla="*/ 0 h 223"/>
                  <a:gd name="T8" fmla="*/ 13 w 20"/>
                  <a:gd name="T9" fmla="*/ 398 h 2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223">
                    <a:moveTo>
                      <a:pt x="3" y="98"/>
                    </a:moveTo>
                    <a:cubicBezTo>
                      <a:pt x="4" y="117"/>
                      <a:pt x="13" y="196"/>
                      <a:pt x="20" y="223"/>
                    </a:cubicBezTo>
                    <a:cubicBezTo>
                      <a:pt x="18" y="207"/>
                      <a:pt x="13" y="160"/>
                      <a:pt x="12" y="109"/>
                    </a:cubicBezTo>
                    <a:cubicBezTo>
                      <a:pt x="11" y="58"/>
                      <a:pt x="6" y="23"/>
                      <a:pt x="1" y="0"/>
                    </a:cubicBezTo>
                    <a:cubicBezTo>
                      <a:pt x="0" y="24"/>
                      <a:pt x="2" y="76"/>
                      <a:pt x="3" y="98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3248" name="Freeform 18">
                <a:extLst>
                  <a:ext uri="{FF2B5EF4-FFF2-40B4-BE49-F238E27FC236}">
                    <a16:creationId xmlns:a16="http://schemas.microsoft.com/office/drawing/2014/main" id="{66F58CA8-AD0F-4F0C-AD97-DB2A51350B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8" y="1894"/>
                <a:ext cx="101" cy="84"/>
              </a:xfrm>
              <a:custGeom>
                <a:avLst/>
                <a:gdLst>
                  <a:gd name="T0" fmla="*/ 55 w 63"/>
                  <a:gd name="T1" fmla="*/ 35 h 53"/>
                  <a:gd name="T2" fmla="*/ 260 w 63"/>
                  <a:gd name="T3" fmla="*/ 55 h 53"/>
                  <a:gd name="T4" fmla="*/ 144 w 63"/>
                  <a:gd name="T5" fmla="*/ 52 h 53"/>
                  <a:gd name="T6" fmla="*/ 0 w 63"/>
                  <a:gd name="T7" fmla="*/ 25 h 5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3" h="53">
                    <a:moveTo>
                      <a:pt x="13" y="9"/>
                    </a:moveTo>
                    <a:cubicBezTo>
                      <a:pt x="27" y="10"/>
                      <a:pt x="56" y="53"/>
                      <a:pt x="63" y="14"/>
                    </a:cubicBezTo>
                    <a:cubicBezTo>
                      <a:pt x="55" y="26"/>
                      <a:pt x="43" y="19"/>
                      <a:pt x="35" y="13"/>
                    </a:cubicBezTo>
                    <a:cubicBezTo>
                      <a:pt x="25" y="6"/>
                      <a:pt x="12" y="0"/>
                      <a:pt x="0" y="6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3249" name="Freeform 19">
                <a:extLst>
                  <a:ext uri="{FF2B5EF4-FFF2-40B4-BE49-F238E27FC236}">
                    <a16:creationId xmlns:a16="http://schemas.microsoft.com/office/drawing/2014/main" id="{48D79F62-4231-43BA-99C5-5F7A2175F4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3" y="1897"/>
                <a:ext cx="87" cy="73"/>
              </a:xfrm>
              <a:custGeom>
                <a:avLst/>
                <a:gdLst>
                  <a:gd name="T0" fmla="*/ 13 w 54"/>
                  <a:gd name="T1" fmla="*/ 89 h 46"/>
                  <a:gd name="T2" fmla="*/ 226 w 54"/>
                  <a:gd name="T3" fmla="*/ 35 h 46"/>
                  <a:gd name="T4" fmla="*/ 0 w 54"/>
                  <a:gd name="T5" fmla="*/ 81 h 4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4" h="46">
                    <a:moveTo>
                      <a:pt x="3" y="22"/>
                    </a:moveTo>
                    <a:cubicBezTo>
                      <a:pt x="10" y="46"/>
                      <a:pt x="43" y="8"/>
                      <a:pt x="54" y="9"/>
                    </a:cubicBezTo>
                    <a:cubicBezTo>
                      <a:pt x="32" y="0"/>
                      <a:pt x="20" y="27"/>
                      <a:pt x="0" y="20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3250" name="Freeform 20">
                <a:extLst>
                  <a:ext uri="{FF2B5EF4-FFF2-40B4-BE49-F238E27FC236}">
                    <a16:creationId xmlns:a16="http://schemas.microsoft.com/office/drawing/2014/main" id="{DEF12376-2964-43CA-8ECA-5E7E18BB82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0" y="1515"/>
                <a:ext cx="41" cy="390"/>
              </a:xfrm>
              <a:custGeom>
                <a:avLst/>
                <a:gdLst>
                  <a:gd name="T0" fmla="*/ 90 w 26"/>
                  <a:gd name="T1" fmla="*/ 0 h 244"/>
                  <a:gd name="T2" fmla="*/ 90 w 26"/>
                  <a:gd name="T3" fmla="*/ 424 h 244"/>
                  <a:gd name="T4" fmla="*/ 39 w 26"/>
                  <a:gd name="T5" fmla="*/ 874 h 244"/>
                  <a:gd name="T6" fmla="*/ 22 w 26"/>
                  <a:gd name="T7" fmla="*/ 996 h 244"/>
                  <a:gd name="T8" fmla="*/ 33 w 26"/>
                  <a:gd name="T9" fmla="*/ 585 h 244"/>
                  <a:gd name="T10" fmla="*/ 90 w 26"/>
                  <a:gd name="T11" fmla="*/ 0 h 24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6" h="244">
                    <a:moveTo>
                      <a:pt x="23" y="0"/>
                    </a:moveTo>
                    <a:cubicBezTo>
                      <a:pt x="25" y="18"/>
                      <a:pt x="25" y="71"/>
                      <a:pt x="23" y="104"/>
                    </a:cubicBezTo>
                    <a:cubicBezTo>
                      <a:pt x="21" y="137"/>
                      <a:pt x="14" y="196"/>
                      <a:pt x="10" y="214"/>
                    </a:cubicBezTo>
                    <a:cubicBezTo>
                      <a:pt x="6" y="232"/>
                      <a:pt x="6" y="244"/>
                      <a:pt x="6" y="244"/>
                    </a:cubicBezTo>
                    <a:cubicBezTo>
                      <a:pt x="0" y="218"/>
                      <a:pt x="7" y="160"/>
                      <a:pt x="8" y="143"/>
                    </a:cubicBezTo>
                    <a:cubicBezTo>
                      <a:pt x="9" y="126"/>
                      <a:pt x="26" y="23"/>
                      <a:pt x="23" y="0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3251" name="Line 21">
                <a:extLst>
                  <a:ext uri="{FF2B5EF4-FFF2-40B4-BE49-F238E27FC236}">
                    <a16:creationId xmlns:a16="http://schemas.microsoft.com/office/drawing/2014/main" id="{824D0E03-9CBB-4CFF-BE55-DCC817AF71C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66" y="2361"/>
                <a:ext cx="1" cy="1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3252" name="Line 22">
                <a:extLst>
                  <a:ext uri="{FF2B5EF4-FFF2-40B4-BE49-F238E27FC236}">
                    <a16:creationId xmlns:a16="http://schemas.microsoft.com/office/drawing/2014/main" id="{952808EF-0E1F-4FCB-8CAD-D2E525CC6D3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66" y="2361"/>
                <a:ext cx="1" cy="1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3253" name="Freeform 23">
                <a:extLst>
                  <a:ext uri="{FF2B5EF4-FFF2-40B4-BE49-F238E27FC236}">
                    <a16:creationId xmlns:a16="http://schemas.microsoft.com/office/drawing/2014/main" id="{CA2B5FEC-1C89-4866-AB39-5FCCE4F1F9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5" y="1285"/>
                <a:ext cx="122" cy="321"/>
              </a:xfrm>
              <a:custGeom>
                <a:avLst/>
                <a:gdLst>
                  <a:gd name="T0" fmla="*/ 315 w 76"/>
                  <a:gd name="T1" fmla="*/ 0 h 201"/>
                  <a:gd name="T2" fmla="*/ 67 w 76"/>
                  <a:gd name="T3" fmla="*/ 268 h 201"/>
                  <a:gd name="T4" fmla="*/ 5 w 76"/>
                  <a:gd name="T5" fmla="*/ 661 h 201"/>
                  <a:gd name="T6" fmla="*/ 8 w 76"/>
                  <a:gd name="T7" fmla="*/ 819 h 201"/>
                  <a:gd name="T8" fmla="*/ 75 w 76"/>
                  <a:gd name="T9" fmla="*/ 452 h 201"/>
                  <a:gd name="T10" fmla="*/ 315 w 76"/>
                  <a:gd name="T11" fmla="*/ 0 h 20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6" h="201">
                    <a:moveTo>
                      <a:pt x="76" y="0"/>
                    </a:moveTo>
                    <a:cubicBezTo>
                      <a:pt x="57" y="0"/>
                      <a:pt x="29" y="22"/>
                      <a:pt x="16" y="66"/>
                    </a:cubicBezTo>
                    <a:cubicBezTo>
                      <a:pt x="3" y="110"/>
                      <a:pt x="2" y="146"/>
                      <a:pt x="1" y="162"/>
                    </a:cubicBezTo>
                    <a:cubicBezTo>
                      <a:pt x="0" y="178"/>
                      <a:pt x="5" y="190"/>
                      <a:pt x="2" y="201"/>
                    </a:cubicBezTo>
                    <a:cubicBezTo>
                      <a:pt x="6" y="185"/>
                      <a:pt x="12" y="130"/>
                      <a:pt x="18" y="111"/>
                    </a:cubicBezTo>
                    <a:cubicBezTo>
                      <a:pt x="24" y="92"/>
                      <a:pt x="34" y="7"/>
                      <a:pt x="76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3254" name="Freeform 24">
                <a:extLst>
                  <a:ext uri="{FF2B5EF4-FFF2-40B4-BE49-F238E27FC236}">
                    <a16:creationId xmlns:a16="http://schemas.microsoft.com/office/drawing/2014/main" id="{59C16FF7-8803-4E87-96A4-E0FC9F889F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5" y="1929"/>
                <a:ext cx="27" cy="325"/>
              </a:xfrm>
              <a:custGeom>
                <a:avLst/>
                <a:gdLst>
                  <a:gd name="T0" fmla="*/ 0 w 17"/>
                  <a:gd name="T1" fmla="*/ 825 h 204"/>
                  <a:gd name="T2" fmla="*/ 25 w 17"/>
                  <a:gd name="T3" fmla="*/ 449 h 204"/>
                  <a:gd name="T4" fmla="*/ 60 w 17"/>
                  <a:gd name="T5" fmla="*/ 0 h 204"/>
                  <a:gd name="T6" fmla="*/ 64 w 17"/>
                  <a:gd name="T7" fmla="*/ 335 h 204"/>
                  <a:gd name="T8" fmla="*/ 0 w 17"/>
                  <a:gd name="T9" fmla="*/ 825 h 20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204">
                    <a:moveTo>
                      <a:pt x="0" y="204"/>
                    </a:moveTo>
                    <a:cubicBezTo>
                      <a:pt x="0" y="198"/>
                      <a:pt x="6" y="148"/>
                      <a:pt x="6" y="111"/>
                    </a:cubicBezTo>
                    <a:cubicBezTo>
                      <a:pt x="6" y="70"/>
                      <a:pt x="9" y="29"/>
                      <a:pt x="15" y="0"/>
                    </a:cubicBezTo>
                    <a:cubicBezTo>
                      <a:pt x="12" y="18"/>
                      <a:pt x="15" y="56"/>
                      <a:pt x="16" y="83"/>
                    </a:cubicBezTo>
                    <a:cubicBezTo>
                      <a:pt x="17" y="110"/>
                      <a:pt x="9" y="179"/>
                      <a:pt x="0" y="20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3255" name="Freeform 25">
                <a:extLst>
                  <a:ext uri="{FF2B5EF4-FFF2-40B4-BE49-F238E27FC236}">
                    <a16:creationId xmlns:a16="http://schemas.microsoft.com/office/drawing/2014/main" id="{31FB04C1-5246-4989-BF90-F440172FEB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0" y="2457"/>
                <a:ext cx="56" cy="484"/>
              </a:xfrm>
              <a:custGeom>
                <a:avLst/>
                <a:gdLst>
                  <a:gd name="T0" fmla="*/ 56 w 35"/>
                  <a:gd name="T1" fmla="*/ 586 h 303"/>
                  <a:gd name="T2" fmla="*/ 144 w 35"/>
                  <a:gd name="T3" fmla="*/ 1235 h 303"/>
                  <a:gd name="T4" fmla="*/ 34 w 35"/>
                  <a:gd name="T5" fmla="*/ 773 h 303"/>
                  <a:gd name="T6" fmla="*/ 54 w 35"/>
                  <a:gd name="T7" fmla="*/ 0 h 303"/>
                  <a:gd name="T8" fmla="*/ 56 w 35"/>
                  <a:gd name="T9" fmla="*/ 586 h 30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" h="303">
                    <a:moveTo>
                      <a:pt x="14" y="144"/>
                    </a:moveTo>
                    <a:cubicBezTo>
                      <a:pt x="13" y="179"/>
                      <a:pt x="30" y="282"/>
                      <a:pt x="35" y="303"/>
                    </a:cubicBezTo>
                    <a:cubicBezTo>
                      <a:pt x="26" y="280"/>
                      <a:pt x="16" y="250"/>
                      <a:pt x="8" y="190"/>
                    </a:cubicBezTo>
                    <a:cubicBezTo>
                      <a:pt x="0" y="130"/>
                      <a:pt x="3" y="44"/>
                      <a:pt x="13" y="0"/>
                    </a:cubicBezTo>
                    <a:cubicBezTo>
                      <a:pt x="11" y="35"/>
                      <a:pt x="17" y="116"/>
                      <a:pt x="14" y="14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3256" name="Freeform 26">
                <a:extLst>
                  <a:ext uri="{FF2B5EF4-FFF2-40B4-BE49-F238E27FC236}">
                    <a16:creationId xmlns:a16="http://schemas.microsoft.com/office/drawing/2014/main" id="{C16E8289-07CC-41C3-ADE2-DEC88A41D8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1" y="2424"/>
                <a:ext cx="53" cy="480"/>
              </a:xfrm>
              <a:custGeom>
                <a:avLst/>
                <a:gdLst>
                  <a:gd name="T0" fmla="*/ 69 w 33"/>
                  <a:gd name="T1" fmla="*/ 555 h 301"/>
                  <a:gd name="T2" fmla="*/ 0 w 33"/>
                  <a:gd name="T3" fmla="*/ 1220 h 301"/>
                  <a:gd name="T4" fmla="*/ 80 w 33"/>
                  <a:gd name="T5" fmla="*/ 745 h 301"/>
                  <a:gd name="T6" fmla="*/ 95 w 33"/>
                  <a:gd name="T7" fmla="*/ 0 h 301"/>
                  <a:gd name="T8" fmla="*/ 69 w 33"/>
                  <a:gd name="T9" fmla="*/ 555 h 30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3" h="301">
                    <a:moveTo>
                      <a:pt x="17" y="137"/>
                    </a:moveTo>
                    <a:cubicBezTo>
                      <a:pt x="18" y="172"/>
                      <a:pt x="5" y="280"/>
                      <a:pt x="0" y="301"/>
                    </a:cubicBezTo>
                    <a:cubicBezTo>
                      <a:pt x="9" y="278"/>
                      <a:pt x="11" y="244"/>
                      <a:pt x="19" y="184"/>
                    </a:cubicBezTo>
                    <a:cubicBezTo>
                      <a:pt x="27" y="124"/>
                      <a:pt x="33" y="44"/>
                      <a:pt x="23" y="0"/>
                    </a:cubicBezTo>
                    <a:cubicBezTo>
                      <a:pt x="26" y="58"/>
                      <a:pt x="16" y="130"/>
                      <a:pt x="17" y="137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3257" name="Freeform 27">
                <a:extLst>
                  <a:ext uri="{FF2B5EF4-FFF2-40B4-BE49-F238E27FC236}">
                    <a16:creationId xmlns:a16="http://schemas.microsoft.com/office/drawing/2014/main" id="{70964C1C-ECC4-44F5-AFB9-AC114250E3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5" y="3268"/>
                <a:ext cx="83" cy="447"/>
              </a:xfrm>
              <a:custGeom>
                <a:avLst/>
                <a:gdLst>
                  <a:gd name="T0" fmla="*/ 48 w 52"/>
                  <a:gd name="T1" fmla="*/ 0 h 280"/>
                  <a:gd name="T2" fmla="*/ 56 w 52"/>
                  <a:gd name="T3" fmla="*/ 599 h 280"/>
                  <a:gd name="T4" fmla="*/ 211 w 52"/>
                  <a:gd name="T5" fmla="*/ 1140 h 280"/>
                  <a:gd name="T6" fmla="*/ 97 w 52"/>
                  <a:gd name="T7" fmla="*/ 578 h 280"/>
                  <a:gd name="T8" fmla="*/ 48 w 52"/>
                  <a:gd name="T9" fmla="*/ 0 h 28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2" h="280">
                    <a:moveTo>
                      <a:pt x="12" y="0"/>
                    </a:moveTo>
                    <a:cubicBezTo>
                      <a:pt x="11" y="34"/>
                      <a:pt x="0" y="81"/>
                      <a:pt x="14" y="147"/>
                    </a:cubicBezTo>
                    <a:cubicBezTo>
                      <a:pt x="28" y="213"/>
                      <a:pt x="47" y="258"/>
                      <a:pt x="52" y="280"/>
                    </a:cubicBezTo>
                    <a:cubicBezTo>
                      <a:pt x="46" y="251"/>
                      <a:pt x="28" y="168"/>
                      <a:pt x="24" y="142"/>
                    </a:cubicBezTo>
                    <a:cubicBezTo>
                      <a:pt x="20" y="116"/>
                      <a:pt x="10" y="37"/>
                      <a:pt x="12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3258" name="Freeform 28">
                <a:extLst>
                  <a:ext uri="{FF2B5EF4-FFF2-40B4-BE49-F238E27FC236}">
                    <a16:creationId xmlns:a16="http://schemas.microsoft.com/office/drawing/2014/main" id="{EE4C9C9C-320F-4ACD-8E72-C5FD59E537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0" y="2571"/>
                <a:ext cx="58" cy="589"/>
              </a:xfrm>
              <a:custGeom>
                <a:avLst/>
                <a:gdLst>
                  <a:gd name="T0" fmla="*/ 34 w 36"/>
                  <a:gd name="T1" fmla="*/ 838 h 369"/>
                  <a:gd name="T2" fmla="*/ 13 w 36"/>
                  <a:gd name="T3" fmla="*/ 1500 h 369"/>
                  <a:gd name="T4" fmla="*/ 63 w 36"/>
                  <a:gd name="T5" fmla="*/ 988 h 369"/>
                  <a:gd name="T6" fmla="*/ 150 w 36"/>
                  <a:gd name="T7" fmla="*/ 0 h 369"/>
                  <a:gd name="T8" fmla="*/ 34 w 36"/>
                  <a:gd name="T9" fmla="*/ 838 h 36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" h="369">
                    <a:moveTo>
                      <a:pt x="8" y="206"/>
                    </a:moveTo>
                    <a:cubicBezTo>
                      <a:pt x="0" y="256"/>
                      <a:pt x="4" y="336"/>
                      <a:pt x="3" y="369"/>
                    </a:cubicBezTo>
                    <a:cubicBezTo>
                      <a:pt x="1" y="344"/>
                      <a:pt x="5" y="324"/>
                      <a:pt x="15" y="243"/>
                    </a:cubicBezTo>
                    <a:cubicBezTo>
                      <a:pt x="25" y="162"/>
                      <a:pt x="36" y="30"/>
                      <a:pt x="36" y="0"/>
                    </a:cubicBezTo>
                    <a:cubicBezTo>
                      <a:pt x="33" y="14"/>
                      <a:pt x="13" y="144"/>
                      <a:pt x="8" y="206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3259" name="Freeform 29">
                <a:extLst>
                  <a:ext uri="{FF2B5EF4-FFF2-40B4-BE49-F238E27FC236}">
                    <a16:creationId xmlns:a16="http://schemas.microsoft.com/office/drawing/2014/main" id="{9C3EC3EB-7ECC-4657-8872-A5BFD9E2F8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2" y="3211"/>
                <a:ext cx="35" cy="416"/>
              </a:xfrm>
              <a:custGeom>
                <a:avLst/>
                <a:gdLst>
                  <a:gd name="T0" fmla="*/ 29 w 22"/>
                  <a:gd name="T1" fmla="*/ 0 h 261"/>
                  <a:gd name="T2" fmla="*/ 84 w 22"/>
                  <a:gd name="T3" fmla="*/ 513 h 261"/>
                  <a:gd name="T4" fmla="*/ 33 w 22"/>
                  <a:gd name="T5" fmla="*/ 1057 h 261"/>
                  <a:gd name="T6" fmla="*/ 46 w 22"/>
                  <a:gd name="T7" fmla="*/ 394 h 261"/>
                  <a:gd name="T8" fmla="*/ 29 w 22"/>
                  <a:gd name="T9" fmla="*/ 0 h 26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261">
                    <a:moveTo>
                      <a:pt x="7" y="0"/>
                    </a:moveTo>
                    <a:cubicBezTo>
                      <a:pt x="12" y="24"/>
                      <a:pt x="22" y="92"/>
                      <a:pt x="21" y="127"/>
                    </a:cubicBezTo>
                    <a:cubicBezTo>
                      <a:pt x="20" y="162"/>
                      <a:pt x="11" y="204"/>
                      <a:pt x="8" y="261"/>
                    </a:cubicBezTo>
                    <a:cubicBezTo>
                      <a:pt x="3" y="235"/>
                      <a:pt x="12" y="127"/>
                      <a:pt x="11" y="97"/>
                    </a:cubicBezTo>
                    <a:cubicBezTo>
                      <a:pt x="10" y="67"/>
                      <a:pt x="0" y="7"/>
                      <a:pt x="7" y="0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3260" name="Freeform 30">
                <a:extLst>
                  <a:ext uri="{FF2B5EF4-FFF2-40B4-BE49-F238E27FC236}">
                    <a16:creationId xmlns:a16="http://schemas.microsoft.com/office/drawing/2014/main" id="{20892CC1-2C28-4BBF-8F62-DAB8797CD0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2" y="3786"/>
                <a:ext cx="38" cy="185"/>
              </a:xfrm>
              <a:custGeom>
                <a:avLst/>
                <a:gdLst>
                  <a:gd name="T0" fmla="*/ 52 w 24"/>
                  <a:gd name="T1" fmla="*/ 46 h 116"/>
                  <a:gd name="T2" fmla="*/ 48 w 24"/>
                  <a:gd name="T3" fmla="*/ 150 h 116"/>
                  <a:gd name="T4" fmla="*/ 76 w 24"/>
                  <a:gd name="T5" fmla="*/ 236 h 116"/>
                  <a:gd name="T6" fmla="*/ 35 w 24"/>
                  <a:gd name="T7" fmla="*/ 470 h 116"/>
                  <a:gd name="T8" fmla="*/ 52 w 24"/>
                  <a:gd name="T9" fmla="*/ 337 h 116"/>
                  <a:gd name="T10" fmla="*/ 55 w 24"/>
                  <a:gd name="T11" fmla="*/ 292 h 116"/>
                  <a:gd name="T12" fmla="*/ 16 w 24"/>
                  <a:gd name="T13" fmla="*/ 266 h 116"/>
                  <a:gd name="T14" fmla="*/ 25 w 24"/>
                  <a:gd name="T15" fmla="*/ 175 h 116"/>
                  <a:gd name="T16" fmla="*/ 43 w 24"/>
                  <a:gd name="T17" fmla="*/ 0 h 11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4" h="116">
                    <a:moveTo>
                      <a:pt x="13" y="11"/>
                    </a:moveTo>
                    <a:cubicBezTo>
                      <a:pt x="15" y="20"/>
                      <a:pt x="11" y="28"/>
                      <a:pt x="12" y="37"/>
                    </a:cubicBezTo>
                    <a:cubicBezTo>
                      <a:pt x="14" y="44"/>
                      <a:pt x="18" y="51"/>
                      <a:pt x="19" y="58"/>
                    </a:cubicBezTo>
                    <a:cubicBezTo>
                      <a:pt x="24" y="80"/>
                      <a:pt x="16" y="95"/>
                      <a:pt x="9" y="116"/>
                    </a:cubicBezTo>
                    <a:cubicBezTo>
                      <a:pt x="8" y="105"/>
                      <a:pt x="13" y="93"/>
                      <a:pt x="13" y="83"/>
                    </a:cubicBezTo>
                    <a:cubicBezTo>
                      <a:pt x="14" y="79"/>
                      <a:pt x="16" y="75"/>
                      <a:pt x="14" y="72"/>
                    </a:cubicBezTo>
                    <a:cubicBezTo>
                      <a:pt x="11" y="66"/>
                      <a:pt x="6" y="69"/>
                      <a:pt x="4" y="66"/>
                    </a:cubicBezTo>
                    <a:cubicBezTo>
                      <a:pt x="0" y="61"/>
                      <a:pt x="5" y="49"/>
                      <a:pt x="6" y="43"/>
                    </a:cubicBezTo>
                    <a:cubicBezTo>
                      <a:pt x="8" y="29"/>
                      <a:pt x="10" y="13"/>
                      <a:pt x="11" y="0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3261" name="Freeform 31">
                <a:extLst>
                  <a:ext uri="{FF2B5EF4-FFF2-40B4-BE49-F238E27FC236}">
                    <a16:creationId xmlns:a16="http://schemas.microsoft.com/office/drawing/2014/main" id="{276557E2-A632-442B-99AB-1F9ACDC15E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0" y="3955"/>
                <a:ext cx="77" cy="86"/>
              </a:xfrm>
              <a:custGeom>
                <a:avLst/>
                <a:gdLst>
                  <a:gd name="T0" fmla="*/ 35 w 48"/>
                  <a:gd name="T1" fmla="*/ 218 h 54"/>
                  <a:gd name="T2" fmla="*/ 157 w 48"/>
                  <a:gd name="T3" fmla="*/ 158 h 54"/>
                  <a:gd name="T4" fmla="*/ 183 w 48"/>
                  <a:gd name="T5" fmla="*/ 0 h 54"/>
                  <a:gd name="T6" fmla="*/ 107 w 48"/>
                  <a:gd name="T7" fmla="*/ 108 h 54"/>
                  <a:gd name="T8" fmla="*/ 0 w 48"/>
                  <a:gd name="T9" fmla="*/ 202 h 5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8" h="54">
                    <a:moveTo>
                      <a:pt x="9" y="54"/>
                    </a:moveTo>
                    <a:cubicBezTo>
                      <a:pt x="21" y="53"/>
                      <a:pt x="30" y="49"/>
                      <a:pt x="38" y="39"/>
                    </a:cubicBezTo>
                    <a:cubicBezTo>
                      <a:pt x="48" y="26"/>
                      <a:pt x="45" y="15"/>
                      <a:pt x="44" y="0"/>
                    </a:cubicBezTo>
                    <a:cubicBezTo>
                      <a:pt x="38" y="9"/>
                      <a:pt x="42" y="28"/>
                      <a:pt x="26" y="27"/>
                    </a:cubicBezTo>
                    <a:cubicBezTo>
                      <a:pt x="27" y="43"/>
                      <a:pt x="14" y="47"/>
                      <a:pt x="0" y="50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3262" name="Freeform 32">
                <a:extLst>
                  <a:ext uri="{FF2B5EF4-FFF2-40B4-BE49-F238E27FC236}">
                    <a16:creationId xmlns:a16="http://schemas.microsoft.com/office/drawing/2014/main" id="{C8EF6EC5-3F56-4904-9B26-F93C3D95E0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5" y="3928"/>
                <a:ext cx="66" cy="108"/>
              </a:xfrm>
              <a:custGeom>
                <a:avLst/>
                <a:gdLst>
                  <a:gd name="T0" fmla="*/ 0 w 41"/>
                  <a:gd name="T1" fmla="*/ 8 h 68"/>
                  <a:gd name="T2" fmla="*/ 21 w 41"/>
                  <a:gd name="T3" fmla="*/ 121 h 68"/>
                  <a:gd name="T4" fmla="*/ 50 w 41"/>
                  <a:gd name="T5" fmla="*/ 205 h 68"/>
                  <a:gd name="T6" fmla="*/ 97 w 41"/>
                  <a:gd name="T7" fmla="*/ 265 h 68"/>
                  <a:gd name="T8" fmla="*/ 171 w 41"/>
                  <a:gd name="T9" fmla="*/ 253 h 68"/>
                  <a:gd name="T10" fmla="*/ 80 w 41"/>
                  <a:gd name="T11" fmla="*/ 145 h 68"/>
                  <a:gd name="T12" fmla="*/ 50 w 41"/>
                  <a:gd name="T13" fmla="*/ 81 h 68"/>
                  <a:gd name="T14" fmla="*/ 13 w 41"/>
                  <a:gd name="T15" fmla="*/ 0 h 6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1" h="68">
                    <a:moveTo>
                      <a:pt x="0" y="2"/>
                    </a:moveTo>
                    <a:cubicBezTo>
                      <a:pt x="6" y="9"/>
                      <a:pt x="5" y="21"/>
                      <a:pt x="5" y="30"/>
                    </a:cubicBezTo>
                    <a:cubicBezTo>
                      <a:pt x="5" y="40"/>
                      <a:pt x="8" y="42"/>
                      <a:pt x="12" y="51"/>
                    </a:cubicBezTo>
                    <a:cubicBezTo>
                      <a:pt x="15" y="59"/>
                      <a:pt x="13" y="63"/>
                      <a:pt x="23" y="66"/>
                    </a:cubicBezTo>
                    <a:cubicBezTo>
                      <a:pt x="29" y="67"/>
                      <a:pt x="39" y="68"/>
                      <a:pt x="41" y="63"/>
                    </a:cubicBezTo>
                    <a:cubicBezTo>
                      <a:pt x="20" y="65"/>
                      <a:pt x="18" y="52"/>
                      <a:pt x="19" y="36"/>
                    </a:cubicBezTo>
                    <a:cubicBezTo>
                      <a:pt x="14" y="34"/>
                      <a:pt x="14" y="25"/>
                      <a:pt x="12" y="20"/>
                    </a:cubicBezTo>
                    <a:cubicBezTo>
                      <a:pt x="9" y="14"/>
                      <a:pt x="1" y="7"/>
                      <a:pt x="3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3263" name="Freeform 33">
                <a:extLst>
                  <a:ext uri="{FF2B5EF4-FFF2-40B4-BE49-F238E27FC236}">
                    <a16:creationId xmlns:a16="http://schemas.microsoft.com/office/drawing/2014/main" id="{EE9759FA-FC73-4819-85BA-4980CC8F45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4" y="3219"/>
                <a:ext cx="28" cy="455"/>
              </a:xfrm>
              <a:custGeom>
                <a:avLst/>
                <a:gdLst>
                  <a:gd name="T0" fmla="*/ 62 w 18"/>
                  <a:gd name="T1" fmla="*/ 1124 h 285"/>
                  <a:gd name="T2" fmla="*/ 19 w 18"/>
                  <a:gd name="T3" fmla="*/ 623 h 285"/>
                  <a:gd name="T4" fmla="*/ 61 w 18"/>
                  <a:gd name="T5" fmla="*/ 0 h 285"/>
                  <a:gd name="T6" fmla="*/ 61 w 18"/>
                  <a:gd name="T7" fmla="*/ 458 h 285"/>
                  <a:gd name="T8" fmla="*/ 62 w 18"/>
                  <a:gd name="T9" fmla="*/ 1124 h 28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285">
                    <a:moveTo>
                      <a:pt x="17" y="276"/>
                    </a:moveTo>
                    <a:cubicBezTo>
                      <a:pt x="16" y="285"/>
                      <a:pt x="10" y="209"/>
                      <a:pt x="5" y="153"/>
                    </a:cubicBezTo>
                    <a:cubicBezTo>
                      <a:pt x="0" y="97"/>
                      <a:pt x="7" y="38"/>
                      <a:pt x="16" y="0"/>
                    </a:cubicBezTo>
                    <a:cubicBezTo>
                      <a:pt x="15" y="13"/>
                      <a:pt x="14" y="87"/>
                      <a:pt x="16" y="113"/>
                    </a:cubicBezTo>
                    <a:cubicBezTo>
                      <a:pt x="18" y="139"/>
                      <a:pt x="18" y="267"/>
                      <a:pt x="17" y="27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3264" name="Freeform 34">
                <a:extLst>
                  <a:ext uri="{FF2B5EF4-FFF2-40B4-BE49-F238E27FC236}">
                    <a16:creationId xmlns:a16="http://schemas.microsoft.com/office/drawing/2014/main" id="{1E8084C8-7105-453F-9B57-9657837C1C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8" y="3270"/>
                <a:ext cx="64" cy="407"/>
              </a:xfrm>
              <a:custGeom>
                <a:avLst/>
                <a:gdLst>
                  <a:gd name="T0" fmla="*/ 0 w 40"/>
                  <a:gd name="T1" fmla="*/ 1037 h 255"/>
                  <a:gd name="T2" fmla="*/ 123 w 40"/>
                  <a:gd name="T3" fmla="*/ 538 h 255"/>
                  <a:gd name="T4" fmla="*/ 131 w 40"/>
                  <a:gd name="T5" fmla="*/ 0 h 255"/>
                  <a:gd name="T6" fmla="*/ 90 w 40"/>
                  <a:gd name="T7" fmla="*/ 527 h 255"/>
                  <a:gd name="T8" fmla="*/ 0 w 40"/>
                  <a:gd name="T9" fmla="*/ 1037 h 2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0" h="255">
                    <a:moveTo>
                      <a:pt x="0" y="255"/>
                    </a:moveTo>
                    <a:cubicBezTo>
                      <a:pt x="4" y="235"/>
                      <a:pt x="20" y="171"/>
                      <a:pt x="30" y="132"/>
                    </a:cubicBezTo>
                    <a:cubicBezTo>
                      <a:pt x="40" y="93"/>
                      <a:pt x="33" y="27"/>
                      <a:pt x="32" y="0"/>
                    </a:cubicBezTo>
                    <a:cubicBezTo>
                      <a:pt x="29" y="27"/>
                      <a:pt x="29" y="102"/>
                      <a:pt x="22" y="130"/>
                    </a:cubicBezTo>
                    <a:cubicBezTo>
                      <a:pt x="15" y="158"/>
                      <a:pt x="4" y="234"/>
                      <a:pt x="0" y="255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3265" name="Freeform 35">
                <a:extLst>
                  <a:ext uri="{FF2B5EF4-FFF2-40B4-BE49-F238E27FC236}">
                    <a16:creationId xmlns:a16="http://schemas.microsoft.com/office/drawing/2014/main" id="{07BBCA9C-6D06-4A63-A2CE-B28FC75197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1" y="3953"/>
                <a:ext cx="107" cy="85"/>
              </a:xfrm>
              <a:custGeom>
                <a:avLst/>
                <a:gdLst>
                  <a:gd name="T0" fmla="*/ 123 w 67"/>
                  <a:gd name="T1" fmla="*/ 204 h 53"/>
                  <a:gd name="T2" fmla="*/ 179 w 67"/>
                  <a:gd name="T3" fmla="*/ 165 h 53"/>
                  <a:gd name="T4" fmla="*/ 248 w 67"/>
                  <a:gd name="T5" fmla="*/ 132 h 53"/>
                  <a:gd name="T6" fmla="*/ 225 w 67"/>
                  <a:gd name="T7" fmla="*/ 0 h 53"/>
                  <a:gd name="T8" fmla="*/ 176 w 67"/>
                  <a:gd name="T9" fmla="*/ 95 h 53"/>
                  <a:gd name="T10" fmla="*/ 129 w 67"/>
                  <a:gd name="T11" fmla="*/ 95 h 53"/>
                  <a:gd name="T12" fmla="*/ 123 w 67"/>
                  <a:gd name="T13" fmla="*/ 136 h 53"/>
                  <a:gd name="T14" fmla="*/ 42 w 67"/>
                  <a:gd name="T15" fmla="*/ 144 h 53"/>
                  <a:gd name="T16" fmla="*/ 26 w 67"/>
                  <a:gd name="T17" fmla="*/ 191 h 5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7" h="53">
                    <a:moveTo>
                      <a:pt x="30" y="49"/>
                    </a:moveTo>
                    <a:cubicBezTo>
                      <a:pt x="38" y="53"/>
                      <a:pt x="38" y="43"/>
                      <a:pt x="44" y="40"/>
                    </a:cubicBezTo>
                    <a:cubicBezTo>
                      <a:pt x="49" y="37"/>
                      <a:pt x="57" y="40"/>
                      <a:pt x="61" y="32"/>
                    </a:cubicBezTo>
                    <a:cubicBezTo>
                      <a:pt x="67" y="22"/>
                      <a:pt x="61" y="9"/>
                      <a:pt x="55" y="0"/>
                    </a:cubicBezTo>
                    <a:cubicBezTo>
                      <a:pt x="54" y="15"/>
                      <a:pt x="60" y="22"/>
                      <a:pt x="43" y="23"/>
                    </a:cubicBezTo>
                    <a:cubicBezTo>
                      <a:pt x="41" y="23"/>
                      <a:pt x="33" y="21"/>
                      <a:pt x="32" y="23"/>
                    </a:cubicBezTo>
                    <a:cubicBezTo>
                      <a:pt x="27" y="26"/>
                      <a:pt x="31" y="31"/>
                      <a:pt x="30" y="33"/>
                    </a:cubicBezTo>
                    <a:cubicBezTo>
                      <a:pt x="24" y="39"/>
                      <a:pt x="17" y="33"/>
                      <a:pt x="10" y="35"/>
                    </a:cubicBezTo>
                    <a:cubicBezTo>
                      <a:pt x="0" y="37"/>
                      <a:pt x="4" y="47"/>
                      <a:pt x="6" y="46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3266" name="Freeform 36">
                <a:extLst>
                  <a:ext uri="{FF2B5EF4-FFF2-40B4-BE49-F238E27FC236}">
                    <a16:creationId xmlns:a16="http://schemas.microsoft.com/office/drawing/2014/main" id="{FA66A1A4-38D8-41FF-BAFC-22EDCA0AA8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4" y="2160"/>
                <a:ext cx="42" cy="23"/>
              </a:xfrm>
              <a:custGeom>
                <a:avLst/>
                <a:gdLst>
                  <a:gd name="T0" fmla="*/ 34 w 26"/>
                  <a:gd name="T1" fmla="*/ 0 h 14"/>
                  <a:gd name="T2" fmla="*/ 29 w 26"/>
                  <a:gd name="T3" fmla="*/ 54 h 14"/>
                  <a:gd name="T4" fmla="*/ 71 w 26"/>
                  <a:gd name="T5" fmla="*/ 21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14">
                    <a:moveTo>
                      <a:pt x="8" y="0"/>
                    </a:moveTo>
                    <a:cubicBezTo>
                      <a:pt x="0" y="1"/>
                      <a:pt x="0" y="9"/>
                      <a:pt x="7" y="12"/>
                    </a:cubicBezTo>
                    <a:cubicBezTo>
                      <a:pt x="13" y="14"/>
                      <a:pt x="26" y="6"/>
                      <a:pt x="17" y="5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3267" name="Freeform 37">
                <a:extLst>
                  <a:ext uri="{FF2B5EF4-FFF2-40B4-BE49-F238E27FC236}">
                    <a16:creationId xmlns:a16="http://schemas.microsoft.com/office/drawing/2014/main" id="{AC63877A-D1B7-4C9F-B1F9-14CDAF89A8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8" y="1244"/>
                <a:ext cx="65" cy="65"/>
              </a:xfrm>
              <a:custGeom>
                <a:avLst/>
                <a:gdLst>
                  <a:gd name="T0" fmla="*/ 149 w 41"/>
                  <a:gd name="T1" fmla="*/ 0 h 41"/>
                  <a:gd name="T2" fmla="*/ 0 w 41"/>
                  <a:gd name="T3" fmla="*/ 149 h 41"/>
                  <a:gd name="T4" fmla="*/ 116 w 41"/>
                  <a:gd name="T5" fmla="*/ 116 h 41"/>
                  <a:gd name="T6" fmla="*/ 151 w 41"/>
                  <a:gd name="T7" fmla="*/ 13 h 41"/>
                  <a:gd name="T8" fmla="*/ 163 w 41"/>
                  <a:gd name="T9" fmla="*/ 8 h 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1" h="41">
                    <a:moveTo>
                      <a:pt x="37" y="0"/>
                    </a:moveTo>
                    <a:cubicBezTo>
                      <a:pt x="27" y="13"/>
                      <a:pt x="22" y="39"/>
                      <a:pt x="0" y="37"/>
                    </a:cubicBezTo>
                    <a:cubicBezTo>
                      <a:pt x="13" y="38"/>
                      <a:pt x="19" y="41"/>
                      <a:pt x="29" y="29"/>
                    </a:cubicBezTo>
                    <a:cubicBezTo>
                      <a:pt x="34" y="22"/>
                      <a:pt x="41" y="12"/>
                      <a:pt x="38" y="3"/>
                    </a:cubicBezTo>
                    <a:cubicBezTo>
                      <a:pt x="39" y="3"/>
                      <a:pt x="40" y="2"/>
                      <a:pt x="41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3268" name="Freeform 38">
                <a:extLst>
                  <a:ext uri="{FF2B5EF4-FFF2-40B4-BE49-F238E27FC236}">
                    <a16:creationId xmlns:a16="http://schemas.microsoft.com/office/drawing/2014/main" id="{5308E56E-7D21-4D01-8340-1852FE70C6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7" y="2647"/>
                <a:ext cx="39" cy="348"/>
              </a:xfrm>
              <a:custGeom>
                <a:avLst/>
                <a:gdLst>
                  <a:gd name="T0" fmla="*/ 0 w 24"/>
                  <a:gd name="T1" fmla="*/ 0 h 218"/>
                  <a:gd name="T2" fmla="*/ 96 w 24"/>
                  <a:gd name="T3" fmla="*/ 888 h 218"/>
                  <a:gd name="T4" fmla="*/ 0 w 24"/>
                  <a:gd name="T5" fmla="*/ 0 h 2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218">
                    <a:moveTo>
                      <a:pt x="0" y="0"/>
                    </a:moveTo>
                    <a:cubicBezTo>
                      <a:pt x="0" y="41"/>
                      <a:pt x="11" y="145"/>
                      <a:pt x="22" y="218"/>
                    </a:cubicBezTo>
                    <a:cubicBezTo>
                      <a:pt x="24" y="174"/>
                      <a:pt x="14" y="39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3269" name="Freeform 39">
                <a:extLst>
                  <a:ext uri="{FF2B5EF4-FFF2-40B4-BE49-F238E27FC236}">
                    <a16:creationId xmlns:a16="http://schemas.microsoft.com/office/drawing/2014/main" id="{D097EB9F-5459-45E9-A404-1DE8FE2E9D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3" y="1515"/>
                <a:ext cx="6" cy="173"/>
              </a:xfrm>
              <a:custGeom>
                <a:avLst/>
                <a:gdLst>
                  <a:gd name="T0" fmla="*/ 5 w 4"/>
                  <a:gd name="T1" fmla="*/ 444 h 108"/>
                  <a:gd name="T2" fmla="*/ 5 w 4"/>
                  <a:gd name="T3" fmla="*/ 439 h 108"/>
                  <a:gd name="T4" fmla="*/ 0 w 4"/>
                  <a:gd name="T5" fmla="*/ 0 h 10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108">
                    <a:moveTo>
                      <a:pt x="1" y="108"/>
                    </a:moveTo>
                    <a:cubicBezTo>
                      <a:pt x="1" y="107"/>
                      <a:pt x="1" y="107"/>
                      <a:pt x="1" y="107"/>
                    </a:cubicBezTo>
                    <a:cubicBezTo>
                      <a:pt x="3" y="71"/>
                      <a:pt x="4" y="7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3270" name="Freeform 40">
                <a:extLst>
                  <a:ext uri="{FF2B5EF4-FFF2-40B4-BE49-F238E27FC236}">
                    <a16:creationId xmlns:a16="http://schemas.microsoft.com/office/drawing/2014/main" id="{BAFEE5F6-DB09-4B4B-B647-C6D5B469E4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9" y="1547"/>
                <a:ext cx="94" cy="86"/>
              </a:xfrm>
              <a:custGeom>
                <a:avLst/>
                <a:gdLst>
                  <a:gd name="T0" fmla="*/ 116 w 59"/>
                  <a:gd name="T1" fmla="*/ 5 h 54"/>
                  <a:gd name="T2" fmla="*/ 46 w 59"/>
                  <a:gd name="T3" fmla="*/ 124 h 54"/>
                  <a:gd name="T4" fmla="*/ 185 w 59"/>
                  <a:gd name="T5" fmla="*/ 21 h 5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9" h="54">
                    <a:moveTo>
                      <a:pt x="29" y="1"/>
                    </a:moveTo>
                    <a:cubicBezTo>
                      <a:pt x="13" y="0"/>
                      <a:pt x="0" y="17"/>
                      <a:pt x="11" y="31"/>
                    </a:cubicBezTo>
                    <a:cubicBezTo>
                      <a:pt x="27" y="54"/>
                      <a:pt x="59" y="28"/>
                      <a:pt x="46" y="5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3271" name="Freeform 41">
                <a:extLst>
                  <a:ext uri="{FF2B5EF4-FFF2-40B4-BE49-F238E27FC236}">
                    <a16:creationId xmlns:a16="http://schemas.microsoft.com/office/drawing/2014/main" id="{1AC3D301-5945-4CA9-B753-978A383B47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3" y="1563"/>
                <a:ext cx="3" cy="6"/>
              </a:xfrm>
              <a:custGeom>
                <a:avLst/>
                <a:gdLst>
                  <a:gd name="T0" fmla="*/ 0 w 2"/>
                  <a:gd name="T1" fmla="*/ 14 h 4"/>
                  <a:gd name="T2" fmla="*/ 8 w 2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4">
                    <a:moveTo>
                      <a:pt x="0" y="4"/>
                    </a:moveTo>
                    <a:cubicBezTo>
                      <a:pt x="0" y="3"/>
                      <a:pt x="1" y="1"/>
                      <a:pt x="2" y="0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3272" name="Freeform 42">
                <a:extLst>
                  <a:ext uri="{FF2B5EF4-FFF2-40B4-BE49-F238E27FC236}">
                    <a16:creationId xmlns:a16="http://schemas.microsoft.com/office/drawing/2014/main" id="{8A1308CA-4D24-4DDE-86F8-EE2337A4EC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5" y="1549"/>
                <a:ext cx="57" cy="60"/>
              </a:xfrm>
              <a:custGeom>
                <a:avLst/>
                <a:gdLst>
                  <a:gd name="T0" fmla="*/ 68 w 36"/>
                  <a:gd name="T1" fmla="*/ 0 h 38"/>
                  <a:gd name="T2" fmla="*/ 143 w 36"/>
                  <a:gd name="T3" fmla="*/ 74 h 38"/>
                  <a:gd name="T4" fmla="*/ 68 w 36"/>
                  <a:gd name="T5" fmla="*/ 150 h 38"/>
                  <a:gd name="T6" fmla="*/ 0 w 36"/>
                  <a:gd name="T7" fmla="*/ 107 h 3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6" h="38">
                    <a:moveTo>
                      <a:pt x="17" y="0"/>
                    </a:moveTo>
                    <a:cubicBezTo>
                      <a:pt x="28" y="0"/>
                      <a:pt x="36" y="8"/>
                      <a:pt x="36" y="19"/>
                    </a:cubicBezTo>
                    <a:cubicBezTo>
                      <a:pt x="36" y="29"/>
                      <a:pt x="28" y="38"/>
                      <a:pt x="17" y="38"/>
                    </a:cubicBezTo>
                    <a:cubicBezTo>
                      <a:pt x="9" y="38"/>
                      <a:pt x="3" y="33"/>
                      <a:pt x="0" y="27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3273" name="Oval 43">
                <a:extLst>
                  <a:ext uri="{FF2B5EF4-FFF2-40B4-BE49-F238E27FC236}">
                    <a16:creationId xmlns:a16="http://schemas.microsoft.com/office/drawing/2014/main" id="{557EF7DF-79F0-4750-B77C-E648F9DFA1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84" y="1571"/>
                <a:ext cx="16" cy="16"/>
              </a:xfrm>
              <a:prstGeom prst="ellipse">
                <a:avLst/>
              </a:prstGeom>
              <a:noFill/>
              <a:ln w="4763" cap="rnd">
                <a:solidFill>
                  <a:srgbClr val="343434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93274" name="Freeform 44">
                <a:extLst>
                  <a:ext uri="{FF2B5EF4-FFF2-40B4-BE49-F238E27FC236}">
                    <a16:creationId xmlns:a16="http://schemas.microsoft.com/office/drawing/2014/main" id="{634E82C6-591B-42C9-9AE8-718D409021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5" y="1274"/>
                <a:ext cx="175" cy="21"/>
              </a:xfrm>
              <a:custGeom>
                <a:avLst/>
                <a:gdLst>
                  <a:gd name="T0" fmla="*/ 0 w 109"/>
                  <a:gd name="T1" fmla="*/ 55 h 13"/>
                  <a:gd name="T2" fmla="*/ 47 w 109"/>
                  <a:gd name="T3" fmla="*/ 50 h 13"/>
                  <a:gd name="T4" fmla="*/ 88 w 109"/>
                  <a:gd name="T5" fmla="*/ 47 h 13"/>
                  <a:gd name="T6" fmla="*/ 247 w 109"/>
                  <a:gd name="T7" fmla="*/ 34 h 13"/>
                  <a:gd name="T8" fmla="*/ 307 w 109"/>
                  <a:gd name="T9" fmla="*/ 29 h 13"/>
                  <a:gd name="T10" fmla="*/ 451 w 109"/>
                  <a:gd name="T11" fmla="*/ 0 h 13"/>
                  <a:gd name="T12" fmla="*/ 307 w 109"/>
                  <a:gd name="T13" fmla="*/ 21 h 13"/>
                  <a:gd name="T14" fmla="*/ 247 w 109"/>
                  <a:gd name="T15" fmla="*/ 26 h 13"/>
                  <a:gd name="T16" fmla="*/ 88 w 109"/>
                  <a:gd name="T17" fmla="*/ 39 h 13"/>
                  <a:gd name="T18" fmla="*/ 42 w 109"/>
                  <a:gd name="T19" fmla="*/ 42 h 13"/>
                  <a:gd name="T20" fmla="*/ 0 w 109"/>
                  <a:gd name="T21" fmla="*/ 55 h 1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09" h="13">
                    <a:moveTo>
                      <a:pt x="0" y="13"/>
                    </a:moveTo>
                    <a:cubicBezTo>
                      <a:pt x="11" y="12"/>
                      <a:pt x="11" y="12"/>
                      <a:pt x="11" y="12"/>
                    </a:cubicBezTo>
                    <a:cubicBezTo>
                      <a:pt x="16" y="12"/>
                      <a:pt x="21" y="11"/>
                      <a:pt x="21" y="11"/>
                    </a:cubicBezTo>
                    <a:cubicBezTo>
                      <a:pt x="35" y="9"/>
                      <a:pt x="49" y="9"/>
                      <a:pt x="60" y="8"/>
                    </a:cubicBezTo>
                    <a:cubicBezTo>
                      <a:pt x="74" y="7"/>
                      <a:pt x="74" y="7"/>
                      <a:pt x="74" y="7"/>
                    </a:cubicBezTo>
                    <a:cubicBezTo>
                      <a:pt x="86" y="6"/>
                      <a:pt x="101" y="2"/>
                      <a:pt x="109" y="0"/>
                    </a:cubicBezTo>
                    <a:cubicBezTo>
                      <a:pt x="101" y="2"/>
                      <a:pt x="86" y="4"/>
                      <a:pt x="74" y="5"/>
                    </a:cubicBezTo>
                    <a:cubicBezTo>
                      <a:pt x="60" y="6"/>
                      <a:pt x="60" y="6"/>
                      <a:pt x="60" y="6"/>
                    </a:cubicBezTo>
                    <a:cubicBezTo>
                      <a:pt x="49" y="7"/>
                      <a:pt x="34" y="7"/>
                      <a:pt x="21" y="9"/>
                    </a:cubicBezTo>
                    <a:cubicBezTo>
                      <a:pt x="21" y="9"/>
                      <a:pt x="15" y="10"/>
                      <a:pt x="10" y="10"/>
                    </a:cubicBezTo>
                    <a:cubicBezTo>
                      <a:pt x="10" y="10"/>
                      <a:pt x="0" y="13"/>
                      <a:pt x="0" y="13"/>
                    </a:cubicBezTo>
                  </a:path>
                </a:pathLst>
              </a:custGeom>
              <a:solidFill>
                <a:srgbClr val="8F8E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3275" name="Freeform 45">
                <a:extLst>
                  <a:ext uri="{FF2B5EF4-FFF2-40B4-BE49-F238E27FC236}">
                    <a16:creationId xmlns:a16="http://schemas.microsoft.com/office/drawing/2014/main" id="{FDDA35DC-A9B1-4A4D-9B11-3BB66DC7F4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5" y="1212"/>
                <a:ext cx="82" cy="78"/>
              </a:xfrm>
              <a:custGeom>
                <a:avLst/>
                <a:gdLst>
                  <a:gd name="T0" fmla="*/ 103 w 51"/>
                  <a:gd name="T1" fmla="*/ 189 h 49"/>
                  <a:gd name="T2" fmla="*/ 90 w 51"/>
                  <a:gd name="T3" fmla="*/ 189 h 49"/>
                  <a:gd name="T4" fmla="*/ 80 w 51"/>
                  <a:gd name="T5" fmla="*/ 189 h 49"/>
                  <a:gd name="T6" fmla="*/ 0 w 51"/>
                  <a:gd name="T7" fmla="*/ 89 h 49"/>
                  <a:gd name="T8" fmla="*/ 80 w 51"/>
                  <a:gd name="T9" fmla="*/ 197 h 49"/>
                  <a:gd name="T10" fmla="*/ 90 w 51"/>
                  <a:gd name="T11" fmla="*/ 197 h 49"/>
                  <a:gd name="T12" fmla="*/ 103 w 51"/>
                  <a:gd name="T13" fmla="*/ 197 h 49"/>
                  <a:gd name="T14" fmla="*/ 212 w 51"/>
                  <a:gd name="T15" fmla="*/ 0 h 49"/>
                  <a:gd name="T16" fmla="*/ 103 w 51"/>
                  <a:gd name="T17" fmla="*/ 189 h 4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1" h="49">
                    <a:moveTo>
                      <a:pt x="25" y="47"/>
                    </a:moveTo>
                    <a:cubicBezTo>
                      <a:pt x="22" y="47"/>
                      <a:pt x="22" y="47"/>
                      <a:pt x="22" y="47"/>
                    </a:cubicBezTo>
                    <a:cubicBezTo>
                      <a:pt x="19" y="47"/>
                      <a:pt x="19" y="47"/>
                      <a:pt x="19" y="47"/>
                    </a:cubicBezTo>
                    <a:cubicBezTo>
                      <a:pt x="14" y="47"/>
                      <a:pt x="6" y="37"/>
                      <a:pt x="0" y="22"/>
                    </a:cubicBezTo>
                    <a:cubicBezTo>
                      <a:pt x="2" y="28"/>
                      <a:pt x="10" y="48"/>
                      <a:pt x="19" y="49"/>
                    </a:cubicBezTo>
                    <a:cubicBezTo>
                      <a:pt x="22" y="49"/>
                      <a:pt x="22" y="49"/>
                      <a:pt x="22" y="49"/>
                    </a:cubicBezTo>
                    <a:cubicBezTo>
                      <a:pt x="25" y="49"/>
                      <a:pt x="25" y="49"/>
                      <a:pt x="25" y="49"/>
                    </a:cubicBezTo>
                    <a:cubicBezTo>
                      <a:pt x="35" y="48"/>
                      <a:pt x="47" y="19"/>
                      <a:pt x="51" y="0"/>
                    </a:cubicBezTo>
                    <a:cubicBezTo>
                      <a:pt x="47" y="20"/>
                      <a:pt x="33" y="46"/>
                      <a:pt x="25" y="47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3276" name="Freeform 46">
                <a:extLst>
                  <a:ext uri="{FF2B5EF4-FFF2-40B4-BE49-F238E27FC236}">
                    <a16:creationId xmlns:a16="http://schemas.microsoft.com/office/drawing/2014/main" id="{848D4ACB-6058-441A-996E-090BC6706E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0" y="2157"/>
                <a:ext cx="46" cy="18"/>
              </a:xfrm>
              <a:custGeom>
                <a:avLst/>
                <a:gdLst>
                  <a:gd name="T0" fmla="*/ 0 w 29"/>
                  <a:gd name="T1" fmla="*/ 43 h 11"/>
                  <a:gd name="T2" fmla="*/ 56 w 29"/>
                  <a:gd name="T3" fmla="*/ 0 h 11"/>
                  <a:gd name="T4" fmla="*/ 116 w 29"/>
                  <a:gd name="T5" fmla="*/ 47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9" h="11">
                    <a:moveTo>
                      <a:pt x="0" y="10"/>
                    </a:moveTo>
                    <a:cubicBezTo>
                      <a:pt x="6" y="2"/>
                      <a:pt x="7" y="0"/>
                      <a:pt x="14" y="0"/>
                    </a:cubicBezTo>
                    <a:cubicBezTo>
                      <a:pt x="20" y="0"/>
                      <a:pt x="22" y="2"/>
                      <a:pt x="29" y="11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3277" name="Freeform 47">
                <a:extLst>
                  <a:ext uri="{FF2B5EF4-FFF2-40B4-BE49-F238E27FC236}">
                    <a16:creationId xmlns:a16="http://schemas.microsoft.com/office/drawing/2014/main" id="{9892B823-1169-4CEA-BDFF-BA3425A96F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8" y="2167"/>
                <a:ext cx="30" cy="14"/>
              </a:xfrm>
              <a:custGeom>
                <a:avLst/>
                <a:gdLst>
                  <a:gd name="T0" fmla="*/ 0 w 19"/>
                  <a:gd name="T1" fmla="*/ 0 h 9"/>
                  <a:gd name="T2" fmla="*/ 74 w 19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9">
                    <a:moveTo>
                      <a:pt x="0" y="0"/>
                    </a:moveTo>
                    <a:cubicBezTo>
                      <a:pt x="2" y="9"/>
                      <a:pt x="16" y="9"/>
                      <a:pt x="19" y="0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3278" name="Freeform 48">
                <a:extLst>
                  <a:ext uri="{FF2B5EF4-FFF2-40B4-BE49-F238E27FC236}">
                    <a16:creationId xmlns:a16="http://schemas.microsoft.com/office/drawing/2014/main" id="{22CB8766-0A39-48C2-82A3-5AB1B10FE6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0" y="873"/>
                <a:ext cx="66" cy="23"/>
              </a:xfrm>
              <a:custGeom>
                <a:avLst/>
                <a:gdLst>
                  <a:gd name="T0" fmla="*/ 0 w 41"/>
                  <a:gd name="T1" fmla="*/ 62 h 14"/>
                  <a:gd name="T2" fmla="*/ 171 w 41"/>
                  <a:gd name="T3" fmla="*/ 13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1" h="14">
                    <a:moveTo>
                      <a:pt x="0" y="14"/>
                    </a:moveTo>
                    <a:cubicBezTo>
                      <a:pt x="6" y="1"/>
                      <a:pt x="30" y="0"/>
                      <a:pt x="41" y="3"/>
                    </a:cubicBezTo>
                  </a:path>
                </a:pathLst>
              </a:custGeom>
              <a:noFill/>
              <a:ln w="2063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3279" name="Freeform 49">
                <a:extLst>
                  <a:ext uri="{FF2B5EF4-FFF2-40B4-BE49-F238E27FC236}">
                    <a16:creationId xmlns:a16="http://schemas.microsoft.com/office/drawing/2014/main" id="{56EFD50A-B2A1-47DD-9C04-754B1F9D9D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1" y="896"/>
                <a:ext cx="69" cy="25"/>
              </a:xfrm>
              <a:custGeom>
                <a:avLst/>
                <a:gdLst>
                  <a:gd name="T0" fmla="*/ 0 w 43"/>
                  <a:gd name="T1" fmla="*/ 39 h 16"/>
                  <a:gd name="T2" fmla="*/ 88 w 43"/>
                  <a:gd name="T3" fmla="*/ 5 h 16"/>
                  <a:gd name="T4" fmla="*/ 162 w 43"/>
                  <a:gd name="T5" fmla="*/ 31 h 16"/>
                  <a:gd name="T6" fmla="*/ 157 w 43"/>
                  <a:gd name="T7" fmla="*/ 47 h 16"/>
                  <a:gd name="T8" fmla="*/ 101 w 43"/>
                  <a:gd name="T9" fmla="*/ 53 h 16"/>
                  <a:gd name="T10" fmla="*/ 0 w 43"/>
                  <a:gd name="T11" fmla="*/ 39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3" h="16">
                    <a:moveTo>
                      <a:pt x="0" y="10"/>
                    </a:moveTo>
                    <a:cubicBezTo>
                      <a:pt x="5" y="7"/>
                      <a:pt x="10" y="1"/>
                      <a:pt x="21" y="1"/>
                    </a:cubicBezTo>
                    <a:cubicBezTo>
                      <a:pt x="32" y="0"/>
                      <a:pt x="36" y="7"/>
                      <a:pt x="39" y="8"/>
                    </a:cubicBezTo>
                    <a:cubicBezTo>
                      <a:pt x="43" y="9"/>
                      <a:pt x="41" y="12"/>
                      <a:pt x="38" y="12"/>
                    </a:cubicBezTo>
                    <a:cubicBezTo>
                      <a:pt x="35" y="13"/>
                      <a:pt x="28" y="13"/>
                      <a:pt x="24" y="14"/>
                    </a:cubicBezTo>
                    <a:cubicBezTo>
                      <a:pt x="20" y="16"/>
                      <a:pt x="8" y="16"/>
                      <a:pt x="0" y="10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3280" name="Freeform 50">
                <a:extLst>
                  <a:ext uri="{FF2B5EF4-FFF2-40B4-BE49-F238E27FC236}">
                    <a16:creationId xmlns:a16="http://schemas.microsoft.com/office/drawing/2014/main" id="{B9A2A75F-256B-473E-B4C0-2DA56AD047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6" y="873"/>
                <a:ext cx="14" cy="29"/>
              </a:xfrm>
              <a:custGeom>
                <a:avLst/>
                <a:gdLst>
                  <a:gd name="T0" fmla="*/ 34 w 9"/>
                  <a:gd name="T1" fmla="*/ 76 h 18"/>
                  <a:gd name="T2" fmla="*/ 0 w 9"/>
                  <a:gd name="T3" fmla="*/ 47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18">
                    <a:moveTo>
                      <a:pt x="9" y="18"/>
                    </a:moveTo>
                    <a:cubicBezTo>
                      <a:pt x="8" y="12"/>
                      <a:pt x="2" y="0"/>
                      <a:pt x="0" y="11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3281" name="Freeform 51">
                <a:extLst>
                  <a:ext uri="{FF2B5EF4-FFF2-40B4-BE49-F238E27FC236}">
                    <a16:creationId xmlns:a16="http://schemas.microsoft.com/office/drawing/2014/main" id="{F28CBEF5-6C1D-4383-A837-B0BA65501D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6" y="932"/>
                <a:ext cx="13" cy="34"/>
              </a:xfrm>
              <a:custGeom>
                <a:avLst/>
                <a:gdLst>
                  <a:gd name="T0" fmla="*/ 8 w 8"/>
                  <a:gd name="T1" fmla="*/ 0 h 21"/>
                  <a:gd name="T2" fmla="*/ 8 w 8"/>
                  <a:gd name="T3" fmla="*/ 47 h 21"/>
                  <a:gd name="T4" fmla="*/ 26 w 8"/>
                  <a:gd name="T5" fmla="*/ 89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21">
                    <a:moveTo>
                      <a:pt x="2" y="0"/>
                    </a:moveTo>
                    <a:cubicBezTo>
                      <a:pt x="0" y="2"/>
                      <a:pt x="1" y="5"/>
                      <a:pt x="2" y="11"/>
                    </a:cubicBezTo>
                    <a:cubicBezTo>
                      <a:pt x="3" y="17"/>
                      <a:pt x="8" y="14"/>
                      <a:pt x="6" y="21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3282" name="Freeform 52">
                <a:extLst>
                  <a:ext uri="{FF2B5EF4-FFF2-40B4-BE49-F238E27FC236}">
                    <a16:creationId xmlns:a16="http://schemas.microsoft.com/office/drawing/2014/main" id="{D175AF13-2642-4329-941B-A879BCD5EE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7" y="891"/>
                <a:ext cx="8" cy="21"/>
              </a:xfrm>
              <a:custGeom>
                <a:avLst/>
                <a:gdLst>
                  <a:gd name="T0" fmla="*/ 16 w 5"/>
                  <a:gd name="T1" fmla="*/ 0 h 13"/>
                  <a:gd name="T2" fmla="*/ 5 w 5"/>
                  <a:gd name="T3" fmla="*/ 55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3">
                    <a:moveTo>
                      <a:pt x="4" y="0"/>
                    </a:moveTo>
                    <a:cubicBezTo>
                      <a:pt x="5" y="2"/>
                      <a:pt x="0" y="7"/>
                      <a:pt x="1" y="13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3283" name="Freeform 53">
                <a:extLst>
                  <a:ext uri="{FF2B5EF4-FFF2-40B4-BE49-F238E27FC236}">
                    <a16:creationId xmlns:a16="http://schemas.microsoft.com/office/drawing/2014/main" id="{3FA0FEB8-1F98-4BCD-83F4-DE2820FF9D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6" y="966"/>
                <a:ext cx="10" cy="32"/>
              </a:xfrm>
              <a:custGeom>
                <a:avLst/>
                <a:gdLst>
                  <a:gd name="T0" fmla="*/ 0 w 6"/>
                  <a:gd name="T1" fmla="*/ 0 h 20"/>
                  <a:gd name="T2" fmla="*/ 28 w 6"/>
                  <a:gd name="T3" fmla="*/ 82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20">
                    <a:moveTo>
                      <a:pt x="0" y="0"/>
                    </a:moveTo>
                    <a:cubicBezTo>
                      <a:pt x="1" y="6"/>
                      <a:pt x="1" y="10"/>
                      <a:pt x="6" y="20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3284" name="Oval 54">
                <a:extLst>
                  <a:ext uri="{FF2B5EF4-FFF2-40B4-BE49-F238E27FC236}">
                    <a16:creationId xmlns:a16="http://schemas.microsoft.com/office/drawing/2014/main" id="{DC87401C-8B41-4A59-AD30-D3EBD835C0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20" y="904"/>
                <a:ext cx="6" cy="6"/>
              </a:xfrm>
              <a:prstGeom prst="ellipse">
                <a:avLst/>
              </a:pr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93285" name="Oval 55">
                <a:extLst>
                  <a:ext uri="{FF2B5EF4-FFF2-40B4-BE49-F238E27FC236}">
                    <a16:creationId xmlns:a16="http://schemas.microsoft.com/office/drawing/2014/main" id="{6D3571A3-D9A4-413F-96F2-6570C607F8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20" y="904"/>
                <a:ext cx="6" cy="6"/>
              </a:xfrm>
              <a:prstGeom prst="ellipse">
                <a:avLst/>
              </a:prstGeom>
              <a:noFill/>
              <a:ln w="4763" cap="rnd">
                <a:solidFill>
                  <a:srgbClr val="343434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93286" name="Freeform 56">
                <a:extLst>
                  <a:ext uri="{FF2B5EF4-FFF2-40B4-BE49-F238E27FC236}">
                    <a16:creationId xmlns:a16="http://schemas.microsoft.com/office/drawing/2014/main" id="{1B631308-237C-4297-BCE1-59033743CD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2" y="873"/>
                <a:ext cx="65" cy="23"/>
              </a:xfrm>
              <a:custGeom>
                <a:avLst/>
                <a:gdLst>
                  <a:gd name="T0" fmla="*/ 163 w 41"/>
                  <a:gd name="T1" fmla="*/ 62 h 14"/>
                  <a:gd name="T2" fmla="*/ 0 w 41"/>
                  <a:gd name="T3" fmla="*/ 13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1" h="14">
                    <a:moveTo>
                      <a:pt x="41" y="14"/>
                    </a:moveTo>
                    <a:cubicBezTo>
                      <a:pt x="31" y="0"/>
                      <a:pt x="11" y="0"/>
                      <a:pt x="0" y="3"/>
                    </a:cubicBezTo>
                  </a:path>
                </a:pathLst>
              </a:custGeom>
              <a:noFill/>
              <a:ln w="2063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3287" name="Freeform 57">
                <a:extLst>
                  <a:ext uri="{FF2B5EF4-FFF2-40B4-BE49-F238E27FC236}">
                    <a16:creationId xmlns:a16="http://schemas.microsoft.com/office/drawing/2014/main" id="{4305BAC7-AD19-4F7F-B596-AC5FBEDA17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7" y="896"/>
                <a:ext cx="69" cy="25"/>
              </a:xfrm>
              <a:custGeom>
                <a:avLst/>
                <a:gdLst>
                  <a:gd name="T0" fmla="*/ 178 w 43"/>
                  <a:gd name="T1" fmla="*/ 42 h 16"/>
                  <a:gd name="T2" fmla="*/ 90 w 43"/>
                  <a:gd name="T3" fmla="*/ 5 h 16"/>
                  <a:gd name="T4" fmla="*/ 16 w 43"/>
                  <a:gd name="T5" fmla="*/ 31 h 16"/>
                  <a:gd name="T6" fmla="*/ 21 w 43"/>
                  <a:gd name="T7" fmla="*/ 47 h 16"/>
                  <a:gd name="T8" fmla="*/ 77 w 43"/>
                  <a:gd name="T9" fmla="*/ 53 h 16"/>
                  <a:gd name="T10" fmla="*/ 178 w 43"/>
                  <a:gd name="T11" fmla="*/ 42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3" h="16">
                    <a:moveTo>
                      <a:pt x="43" y="11"/>
                    </a:moveTo>
                    <a:cubicBezTo>
                      <a:pt x="38" y="8"/>
                      <a:pt x="33" y="1"/>
                      <a:pt x="22" y="1"/>
                    </a:cubicBezTo>
                    <a:cubicBezTo>
                      <a:pt x="11" y="0"/>
                      <a:pt x="7" y="7"/>
                      <a:pt x="4" y="8"/>
                    </a:cubicBezTo>
                    <a:cubicBezTo>
                      <a:pt x="0" y="9"/>
                      <a:pt x="2" y="12"/>
                      <a:pt x="5" y="12"/>
                    </a:cubicBezTo>
                    <a:cubicBezTo>
                      <a:pt x="8" y="13"/>
                      <a:pt x="16" y="13"/>
                      <a:pt x="19" y="14"/>
                    </a:cubicBezTo>
                    <a:cubicBezTo>
                      <a:pt x="23" y="16"/>
                      <a:pt x="35" y="16"/>
                      <a:pt x="43" y="11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3288" name="Freeform 58">
                <a:extLst>
                  <a:ext uri="{FF2B5EF4-FFF2-40B4-BE49-F238E27FC236}">
                    <a16:creationId xmlns:a16="http://schemas.microsoft.com/office/drawing/2014/main" id="{B9FDC405-AB9D-4CE4-B358-26EADD1AA5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9" y="873"/>
                <a:ext cx="14" cy="29"/>
              </a:xfrm>
              <a:custGeom>
                <a:avLst/>
                <a:gdLst>
                  <a:gd name="T0" fmla="*/ 0 w 9"/>
                  <a:gd name="T1" fmla="*/ 76 h 18"/>
                  <a:gd name="T2" fmla="*/ 34 w 9"/>
                  <a:gd name="T3" fmla="*/ 47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18">
                    <a:moveTo>
                      <a:pt x="0" y="18"/>
                    </a:moveTo>
                    <a:cubicBezTo>
                      <a:pt x="1" y="12"/>
                      <a:pt x="7" y="0"/>
                      <a:pt x="9" y="11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3289" name="Freeform 59">
                <a:extLst>
                  <a:ext uri="{FF2B5EF4-FFF2-40B4-BE49-F238E27FC236}">
                    <a16:creationId xmlns:a16="http://schemas.microsoft.com/office/drawing/2014/main" id="{28BF074F-4864-4048-B8F8-B32A575670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0" y="932"/>
                <a:ext cx="13" cy="34"/>
              </a:xfrm>
              <a:custGeom>
                <a:avLst/>
                <a:gdLst>
                  <a:gd name="T0" fmla="*/ 26 w 8"/>
                  <a:gd name="T1" fmla="*/ 0 h 21"/>
                  <a:gd name="T2" fmla="*/ 26 w 8"/>
                  <a:gd name="T3" fmla="*/ 47 h 21"/>
                  <a:gd name="T4" fmla="*/ 8 w 8"/>
                  <a:gd name="T5" fmla="*/ 89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21">
                    <a:moveTo>
                      <a:pt x="6" y="0"/>
                    </a:moveTo>
                    <a:cubicBezTo>
                      <a:pt x="8" y="2"/>
                      <a:pt x="7" y="5"/>
                      <a:pt x="6" y="11"/>
                    </a:cubicBezTo>
                    <a:cubicBezTo>
                      <a:pt x="5" y="17"/>
                      <a:pt x="0" y="14"/>
                      <a:pt x="2" y="21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3290" name="Freeform 60">
                <a:extLst>
                  <a:ext uri="{FF2B5EF4-FFF2-40B4-BE49-F238E27FC236}">
                    <a16:creationId xmlns:a16="http://schemas.microsoft.com/office/drawing/2014/main" id="{0EAF78EF-A054-4C60-9D09-6FF54156A6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4" y="891"/>
                <a:ext cx="8" cy="21"/>
              </a:xfrm>
              <a:custGeom>
                <a:avLst/>
                <a:gdLst>
                  <a:gd name="T0" fmla="*/ 5 w 5"/>
                  <a:gd name="T1" fmla="*/ 0 h 13"/>
                  <a:gd name="T2" fmla="*/ 16 w 5"/>
                  <a:gd name="T3" fmla="*/ 55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3">
                    <a:moveTo>
                      <a:pt x="1" y="0"/>
                    </a:moveTo>
                    <a:cubicBezTo>
                      <a:pt x="0" y="2"/>
                      <a:pt x="5" y="7"/>
                      <a:pt x="4" y="13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3291" name="Freeform 61">
                <a:extLst>
                  <a:ext uri="{FF2B5EF4-FFF2-40B4-BE49-F238E27FC236}">
                    <a16:creationId xmlns:a16="http://schemas.microsoft.com/office/drawing/2014/main" id="{3DF10A0B-C5B3-4328-B45D-670211AC2C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3" y="963"/>
                <a:ext cx="8" cy="36"/>
              </a:xfrm>
              <a:custGeom>
                <a:avLst/>
                <a:gdLst>
                  <a:gd name="T0" fmla="*/ 21 w 5"/>
                  <a:gd name="T1" fmla="*/ 0 h 23"/>
                  <a:gd name="T2" fmla="*/ 0 w 5"/>
                  <a:gd name="T3" fmla="*/ 88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23">
                    <a:moveTo>
                      <a:pt x="5" y="0"/>
                    </a:moveTo>
                    <a:cubicBezTo>
                      <a:pt x="3" y="8"/>
                      <a:pt x="4" y="11"/>
                      <a:pt x="0" y="23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3292" name="Oval 62">
                <a:extLst>
                  <a:ext uri="{FF2B5EF4-FFF2-40B4-BE49-F238E27FC236}">
                    <a16:creationId xmlns:a16="http://schemas.microsoft.com/office/drawing/2014/main" id="{F0CF3950-765D-433A-BEF2-C522688E9A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61" y="904"/>
                <a:ext cx="6" cy="6"/>
              </a:xfrm>
              <a:prstGeom prst="ellipse">
                <a:avLst/>
              </a:pr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93293" name="Oval 63">
                <a:extLst>
                  <a:ext uri="{FF2B5EF4-FFF2-40B4-BE49-F238E27FC236}">
                    <a16:creationId xmlns:a16="http://schemas.microsoft.com/office/drawing/2014/main" id="{D08A7447-1995-40E6-BE5A-20BC6D8A7D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61" y="904"/>
                <a:ext cx="6" cy="6"/>
              </a:xfrm>
              <a:prstGeom prst="ellipse">
                <a:avLst/>
              </a:prstGeom>
              <a:noFill/>
              <a:ln w="4763" cap="rnd">
                <a:solidFill>
                  <a:srgbClr val="343434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93294" name="Freeform 64">
                <a:extLst>
                  <a:ext uri="{FF2B5EF4-FFF2-40B4-BE49-F238E27FC236}">
                    <a16:creationId xmlns:a16="http://schemas.microsoft.com/office/drawing/2014/main" id="{76B8461C-60EE-4596-ADCF-E9E722B209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7" y="3998"/>
                <a:ext cx="40" cy="21"/>
              </a:xfrm>
              <a:custGeom>
                <a:avLst/>
                <a:gdLst>
                  <a:gd name="T0" fmla="*/ 0 w 25"/>
                  <a:gd name="T1" fmla="*/ 39 h 13"/>
                  <a:gd name="T2" fmla="*/ 82 w 25"/>
                  <a:gd name="T3" fmla="*/ 47 h 13"/>
                  <a:gd name="T4" fmla="*/ 94 w 25"/>
                  <a:gd name="T5" fmla="*/ 16 h 13"/>
                  <a:gd name="T6" fmla="*/ 21 w 25"/>
                  <a:gd name="T7" fmla="*/ 5 h 13"/>
                  <a:gd name="T8" fmla="*/ 0 w 25"/>
                  <a:gd name="T9" fmla="*/ 39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13">
                    <a:moveTo>
                      <a:pt x="0" y="9"/>
                    </a:moveTo>
                    <a:cubicBezTo>
                      <a:pt x="3" y="6"/>
                      <a:pt x="17" y="8"/>
                      <a:pt x="20" y="11"/>
                    </a:cubicBezTo>
                    <a:cubicBezTo>
                      <a:pt x="23" y="13"/>
                      <a:pt x="25" y="6"/>
                      <a:pt x="23" y="4"/>
                    </a:cubicBezTo>
                    <a:cubicBezTo>
                      <a:pt x="19" y="1"/>
                      <a:pt x="10" y="0"/>
                      <a:pt x="5" y="1"/>
                    </a:cubicBezTo>
                    <a:cubicBezTo>
                      <a:pt x="1" y="3"/>
                      <a:pt x="0" y="9"/>
                      <a:pt x="0" y="9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3295" name="Freeform 65">
                <a:extLst>
                  <a:ext uri="{FF2B5EF4-FFF2-40B4-BE49-F238E27FC236}">
                    <a16:creationId xmlns:a16="http://schemas.microsoft.com/office/drawing/2014/main" id="{3880FE3F-413C-48E5-9870-25EFD75AD0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0" y="3976"/>
                <a:ext cx="30" cy="60"/>
              </a:xfrm>
              <a:custGeom>
                <a:avLst/>
                <a:gdLst>
                  <a:gd name="T0" fmla="*/ 74 w 19"/>
                  <a:gd name="T1" fmla="*/ 0 h 38"/>
                  <a:gd name="T2" fmla="*/ 21 w 19"/>
                  <a:gd name="T3" fmla="*/ 81 h 38"/>
                  <a:gd name="T4" fmla="*/ 13 w 19"/>
                  <a:gd name="T5" fmla="*/ 150 h 3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38">
                    <a:moveTo>
                      <a:pt x="19" y="0"/>
                    </a:moveTo>
                    <a:cubicBezTo>
                      <a:pt x="17" y="7"/>
                      <a:pt x="8" y="12"/>
                      <a:pt x="5" y="20"/>
                    </a:cubicBezTo>
                    <a:cubicBezTo>
                      <a:pt x="2" y="26"/>
                      <a:pt x="0" y="33"/>
                      <a:pt x="3" y="38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3296" name="Freeform 66">
                <a:extLst>
                  <a:ext uri="{FF2B5EF4-FFF2-40B4-BE49-F238E27FC236}">
                    <a16:creationId xmlns:a16="http://schemas.microsoft.com/office/drawing/2014/main" id="{75913F4A-A573-47F8-A606-8DCC9E239B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7" y="3964"/>
                <a:ext cx="37" cy="72"/>
              </a:xfrm>
              <a:custGeom>
                <a:avLst/>
                <a:gdLst>
                  <a:gd name="T0" fmla="*/ 97 w 23"/>
                  <a:gd name="T1" fmla="*/ 0 h 45"/>
                  <a:gd name="T2" fmla="*/ 63 w 23"/>
                  <a:gd name="T3" fmla="*/ 48 h 45"/>
                  <a:gd name="T4" fmla="*/ 29 w 23"/>
                  <a:gd name="T5" fmla="*/ 110 h 45"/>
                  <a:gd name="T6" fmla="*/ 29 w 23"/>
                  <a:gd name="T7" fmla="*/ 184 h 4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" h="45">
                    <a:moveTo>
                      <a:pt x="23" y="0"/>
                    </a:moveTo>
                    <a:cubicBezTo>
                      <a:pt x="17" y="4"/>
                      <a:pt x="16" y="5"/>
                      <a:pt x="15" y="12"/>
                    </a:cubicBezTo>
                    <a:cubicBezTo>
                      <a:pt x="13" y="19"/>
                      <a:pt x="9" y="23"/>
                      <a:pt x="7" y="27"/>
                    </a:cubicBezTo>
                    <a:cubicBezTo>
                      <a:pt x="4" y="30"/>
                      <a:pt x="0" y="39"/>
                      <a:pt x="7" y="45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3297" name="Freeform 67">
                <a:extLst>
                  <a:ext uri="{FF2B5EF4-FFF2-40B4-BE49-F238E27FC236}">
                    <a16:creationId xmlns:a16="http://schemas.microsoft.com/office/drawing/2014/main" id="{DCE87965-D750-47A1-BA82-69610A971C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5" y="3958"/>
                <a:ext cx="43" cy="64"/>
              </a:xfrm>
              <a:custGeom>
                <a:avLst/>
                <a:gdLst>
                  <a:gd name="T0" fmla="*/ 108 w 27"/>
                  <a:gd name="T1" fmla="*/ 0 h 40"/>
                  <a:gd name="T2" fmla="*/ 46 w 27"/>
                  <a:gd name="T3" fmla="*/ 61 h 40"/>
                  <a:gd name="T4" fmla="*/ 13 w 27"/>
                  <a:gd name="T5" fmla="*/ 128 h 40"/>
                  <a:gd name="T6" fmla="*/ 5 w 27"/>
                  <a:gd name="T7" fmla="*/ 163 h 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7" h="40">
                    <a:moveTo>
                      <a:pt x="27" y="0"/>
                    </a:moveTo>
                    <a:cubicBezTo>
                      <a:pt x="21" y="3"/>
                      <a:pt x="13" y="10"/>
                      <a:pt x="11" y="15"/>
                    </a:cubicBezTo>
                    <a:cubicBezTo>
                      <a:pt x="8" y="21"/>
                      <a:pt x="6" y="25"/>
                      <a:pt x="3" y="31"/>
                    </a:cubicBezTo>
                    <a:cubicBezTo>
                      <a:pt x="1" y="34"/>
                      <a:pt x="0" y="37"/>
                      <a:pt x="1" y="40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3298" name="Freeform 68">
                <a:extLst>
                  <a:ext uri="{FF2B5EF4-FFF2-40B4-BE49-F238E27FC236}">
                    <a16:creationId xmlns:a16="http://schemas.microsoft.com/office/drawing/2014/main" id="{1578FE9D-97CB-45FA-92A4-A34D92C3EE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1" y="3950"/>
                <a:ext cx="49" cy="56"/>
              </a:xfrm>
              <a:custGeom>
                <a:avLst/>
                <a:gdLst>
                  <a:gd name="T0" fmla="*/ 122 w 31"/>
                  <a:gd name="T1" fmla="*/ 0 h 35"/>
                  <a:gd name="T2" fmla="*/ 60 w 31"/>
                  <a:gd name="T3" fmla="*/ 46 h 35"/>
                  <a:gd name="T4" fmla="*/ 5 w 31"/>
                  <a:gd name="T5" fmla="*/ 115 h 35"/>
                  <a:gd name="T6" fmla="*/ 0 w 31"/>
                  <a:gd name="T7" fmla="*/ 144 h 3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1" h="35">
                    <a:moveTo>
                      <a:pt x="31" y="0"/>
                    </a:moveTo>
                    <a:cubicBezTo>
                      <a:pt x="24" y="2"/>
                      <a:pt x="19" y="7"/>
                      <a:pt x="15" y="11"/>
                    </a:cubicBezTo>
                    <a:cubicBezTo>
                      <a:pt x="11" y="16"/>
                      <a:pt x="4" y="19"/>
                      <a:pt x="1" y="28"/>
                    </a:cubicBezTo>
                    <a:cubicBezTo>
                      <a:pt x="1" y="31"/>
                      <a:pt x="0" y="33"/>
                      <a:pt x="0" y="35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3299" name="Freeform 69">
                <a:extLst>
                  <a:ext uri="{FF2B5EF4-FFF2-40B4-BE49-F238E27FC236}">
                    <a16:creationId xmlns:a16="http://schemas.microsoft.com/office/drawing/2014/main" id="{610F2B7E-8EF8-4C75-B7FE-F88B927D84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6" y="4014"/>
                <a:ext cx="26" cy="16"/>
              </a:xfrm>
              <a:custGeom>
                <a:avLst/>
                <a:gdLst>
                  <a:gd name="T0" fmla="*/ 0 w 16"/>
                  <a:gd name="T1" fmla="*/ 35 h 10"/>
                  <a:gd name="T2" fmla="*/ 63 w 16"/>
                  <a:gd name="T3" fmla="*/ 35 h 10"/>
                  <a:gd name="T4" fmla="*/ 34 w 16"/>
                  <a:gd name="T5" fmla="*/ 0 h 10"/>
                  <a:gd name="T6" fmla="*/ 0 w 16"/>
                  <a:gd name="T7" fmla="*/ 35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10">
                    <a:moveTo>
                      <a:pt x="0" y="9"/>
                    </a:moveTo>
                    <a:cubicBezTo>
                      <a:pt x="5" y="10"/>
                      <a:pt x="13" y="10"/>
                      <a:pt x="15" y="9"/>
                    </a:cubicBezTo>
                    <a:cubicBezTo>
                      <a:pt x="16" y="8"/>
                      <a:pt x="16" y="1"/>
                      <a:pt x="8" y="0"/>
                    </a:cubicBezTo>
                    <a:cubicBezTo>
                      <a:pt x="1" y="0"/>
                      <a:pt x="0" y="8"/>
                      <a:pt x="0" y="9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3300" name="Freeform 70">
                <a:extLst>
                  <a:ext uri="{FF2B5EF4-FFF2-40B4-BE49-F238E27FC236}">
                    <a16:creationId xmlns:a16="http://schemas.microsoft.com/office/drawing/2014/main" id="{2644E9F8-6817-417C-A87F-D388D13D74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1" y="4006"/>
                <a:ext cx="24" cy="14"/>
              </a:xfrm>
              <a:custGeom>
                <a:avLst/>
                <a:gdLst>
                  <a:gd name="T0" fmla="*/ 0 w 15"/>
                  <a:gd name="T1" fmla="*/ 26 h 9"/>
                  <a:gd name="T2" fmla="*/ 56 w 15"/>
                  <a:gd name="T3" fmla="*/ 30 h 9"/>
                  <a:gd name="T4" fmla="*/ 26 w 15"/>
                  <a:gd name="T5" fmla="*/ 0 h 9"/>
                  <a:gd name="T6" fmla="*/ 0 w 15"/>
                  <a:gd name="T7" fmla="*/ 26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9">
                    <a:moveTo>
                      <a:pt x="0" y="7"/>
                    </a:moveTo>
                    <a:cubicBezTo>
                      <a:pt x="5" y="8"/>
                      <a:pt x="12" y="9"/>
                      <a:pt x="14" y="8"/>
                    </a:cubicBezTo>
                    <a:cubicBezTo>
                      <a:pt x="15" y="7"/>
                      <a:pt x="13" y="0"/>
                      <a:pt x="6" y="0"/>
                    </a:cubicBezTo>
                    <a:cubicBezTo>
                      <a:pt x="2" y="0"/>
                      <a:pt x="0" y="6"/>
                      <a:pt x="0" y="7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3301" name="Freeform 71">
                <a:extLst>
                  <a:ext uri="{FF2B5EF4-FFF2-40B4-BE49-F238E27FC236}">
                    <a16:creationId xmlns:a16="http://schemas.microsoft.com/office/drawing/2014/main" id="{78155433-A26C-465C-BBC9-D1E82113D3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4" y="3999"/>
                <a:ext cx="24" cy="13"/>
              </a:xfrm>
              <a:custGeom>
                <a:avLst/>
                <a:gdLst>
                  <a:gd name="T0" fmla="*/ 5 w 15"/>
                  <a:gd name="T1" fmla="*/ 29 h 8"/>
                  <a:gd name="T2" fmla="*/ 56 w 15"/>
                  <a:gd name="T3" fmla="*/ 29 h 8"/>
                  <a:gd name="T4" fmla="*/ 26 w 15"/>
                  <a:gd name="T5" fmla="*/ 0 h 8"/>
                  <a:gd name="T6" fmla="*/ 5 w 15"/>
                  <a:gd name="T7" fmla="*/ 29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8">
                    <a:moveTo>
                      <a:pt x="1" y="7"/>
                    </a:moveTo>
                    <a:cubicBezTo>
                      <a:pt x="5" y="6"/>
                      <a:pt x="12" y="8"/>
                      <a:pt x="14" y="7"/>
                    </a:cubicBezTo>
                    <a:cubicBezTo>
                      <a:pt x="15" y="6"/>
                      <a:pt x="14" y="0"/>
                      <a:pt x="6" y="0"/>
                    </a:cubicBezTo>
                    <a:cubicBezTo>
                      <a:pt x="2" y="0"/>
                      <a:pt x="0" y="6"/>
                      <a:pt x="1" y="7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3302" name="Freeform 72">
                <a:extLst>
                  <a:ext uri="{FF2B5EF4-FFF2-40B4-BE49-F238E27FC236}">
                    <a16:creationId xmlns:a16="http://schemas.microsoft.com/office/drawing/2014/main" id="{4E4693B2-A30E-467A-B96A-477CE2DF30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3" y="4007"/>
                <a:ext cx="8" cy="21"/>
              </a:xfrm>
              <a:custGeom>
                <a:avLst/>
                <a:gdLst>
                  <a:gd name="T0" fmla="*/ 5 w 5"/>
                  <a:gd name="T1" fmla="*/ 0 h 13"/>
                  <a:gd name="T2" fmla="*/ 0 w 5"/>
                  <a:gd name="T3" fmla="*/ 55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3">
                    <a:moveTo>
                      <a:pt x="1" y="0"/>
                    </a:moveTo>
                    <a:cubicBezTo>
                      <a:pt x="3" y="5"/>
                      <a:pt x="5" y="7"/>
                      <a:pt x="0" y="13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3303" name="Freeform 73">
                <a:extLst>
                  <a:ext uri="{FF2B5EF4-FFF2-40B4-BE49-F238E27FC236}">
                    <a16:creationId xmlns:a16="http://schemas.microsoft.com/office/drawing/2014/main" id="{DD99B35B-4DB7-4DD7-B723-63CF2F0473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0" y="3825"/>
                <a:ext cx="4" cy="26"/>
              </a:xfrm>
              <a:custGeom>
                <a:avLst/>
                <a:gdLst>
                  <a:gd name="T0" fmla="*/ 16 w 2"/>
                  <a:gd name="T1" fmla="*/ 0 h 16"/>
                  <a:gd name="T2" fmla="*/ 0 w 2"/>
                  <a:gd name="T3" fmla="*/ 68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6">
                    <a:moveTo>
                      <a:pt x="2" y="0"/>
                    </a:moveTo>
                    <a:cubicBezTo>
                      <a:pt x="2" y="4"/>
                      <a:pt x="0" y="16"/>
                      <a:pt x="0" y="16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3304" name="Freeform 74">
                <a:extLst>
                  <a:ext uri="{FF2B5EF4-FFF2-40B4-BE49-F238E27FC236}">
                    <a16:creationId xmlns:a16="http://schemas.microsoft.com/office/drawing/2014/main" id="{CC652292-596A-402E-8B1B-46EA3C0BD6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2" y="3998"/>
                <a:ext cx="38" cy="21"/>
              </a:xfrm>
              <a:custGeom>
                <a:avLst/>
                <a:gdLst>
                  <a:gd name="T0" fmla="*/ 95 w 24"/>
                  <a:gd name="T1" fmla="*/ 39 h 13"/>
                  <a:gd name="T2" fmla="*/ 16 w 24"/>
                  <a:gd name="T3" fmla="*/ 47 h 13"/>
                  <a:gd name="T4" fmla="*/ 5 w 24"/>
                  <a:gd name="T5" fmla="*/ 16 h 13"/>
                  <a:gd name="T6" fmla="*/ 76 w 24"/>
                  <a:gd name="T7" fmla="*/ 5 h 13"/>
                  <a:gd name="T8" fmla="*/ 95 w 24"/>
                  <a:gd name="T9" fmla="*/ 39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13">
                    <a:moveTo>
                      <a:pt x="24" y="9"/>
                    </a:moveTo>
                    <a:cubicBezTo>
                      <a:pt x="21" y="6"/>
                      <a:pt x="7" y="8"/>
                      <a:pt x="4" y="11"/>
                    </a:cubicBezTo>
                    <a:cubicBezTo>
                      <a:pt x="1" y="13"/>
                      <a:pt x="0" y="6"/>
                      <a:pt x="1" y="4"/>
                    </a:cubicBezTo>
                    <a:cubicBezTo>
                      <a:pt x="5" y="1"/>
                      <a:pt x="14" y="0"/>
                      <a:pt x="19" y="1"/>
                    </a:cubicBezTo>
                    <a:cubicBezTo>
                      <a:pt x="23" y="3"/>
                      <a:pt x="24" y="9"/>
                      <a:pt x="24" y="9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3305" name="Freeform 75">
                <a:extLst>
                  <a:ext uri="{FF2B5EF4-FFF2-40B4-BE49-F238E27FC236}">
                    <a16:creationId xmlns:a16="http://schemas.microsoft.com/office/drawing/2014/main" id="{5520461F-6EF0-43A2-93E4-11F2536B0A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7" y="3976"/>
                <a:ext cx="31" cy="59"/>
              </a:xfrm>
              <a:custGeom>
                <a:avLst/>
                <a:gdLst>
                  <a:gd name="T0" fmla="*/ 0 w 19"/>
                  <a:gd name="T1" fmla="*/ 0 h 37"/>
                  <a:gd name="T2" fmla="*/ 64 w 19"/>
                  <a:gd name="T3" fmla="*/ 81 h 37"/>
                  <a:gd name="T4" fmla="*/ 69 w 19"/>
                  <a:gd name="T5" fmla="*/ 150 h 3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37">
                    <a:moveTo>
                      <a:pt x="0" y="0"/>
                    </a:moveTo>
                    <a:cubicBezTo>
                      <a:pt x="2" y="7"/>
                      <a:pt x="11" y="12"/>
                      <a:pt x="15" y="20"/>
                    </a:cubicBezTo>
                    <a:cubicBezTo>
                      <a:pt x="17" y="26"/>
                      <a:pt x="19" y="33"/>
                      <a:pt x="16" y="37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3306" name="Freeform 76">
                <a:extLst>
                  <a:ext uri="{FF2B5EF4-FFF2-40B4-BE49-F238E27FC236}">
                    <a16:creationId xmlns:a16="http://schemas.microsoft.com/office/drawing/2014/main" id="{42A63D78-84C7-4F9F-AB36-262828803A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4" y="3964"/>
                <a:ext cx="37" cy="72"/>
              </a:xfrm>
              <a:custGeom>
                <a:avLst/>
                <a:gdLst>
                  <a:gd name="T0" fmla="*/ 0 w 23"/>
                  <a:gd name="T1" fmla="*/ 0 h 45"/>
                  <a:gd name="T2" fmla="*/ 37 w 23"/>
                  <a:gd name="T3" fmla="*/ 48 h 45"/>
                  <a:gd name="T4" fmla="*/ 68 w 23"/>
                  <a:gd name="T5" fmla="*/ 110 h 45"/>
                  <a:gd name="T6" fmla="*/ 68 w 23"/>
                  <a:gd name="T7" fmla="*/ 184 h 4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" h="45">
                    <a:moveTo>
                      <a:pt x="0" y="0"/>
                    </a:moveTo>
                    <a:cubicBezTo>
                      <a:pt x="6" y="4"/>
                      <a:pt x="7" y="5"/>
                      <a:pt x="9" y="12"/>
                    </a:cubicBezTo>
                    <a:cubicBezTo>
                      <a:pt x="10" y="19"/>
                      <a:pt x="14" y="23"/>
                      <a:pt x="16" y="27"/>
                    </a:cubicBezTo>
                    <a:cubicBezTo>
                      <a:pt x="19" y="30"/>
                      <a:pt x="23" y="39"/>
                      <a:pt x="16" y="45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3307" name="Freeform 77">
                <a:extLst>
                  <a:ext uri="{FF2B5EF4-FFF2-40B4-BE49-F238E27FC236}">
                    <a16:creationId xmlns:a16="http://schemas.microsoft.com/office/drawing/2014/main" id="{8CCDD9FE-5D9F-4725-B27E-FCAFBAAF54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9" y="3958"/>
                <a:ext cx="44" cy="64"/>
              </a:xfrm>
              <a:custGeom>
                <a:avLst/>
                <a:gdLst>
                  <a:gd name="T0" fmla="*/ 0 w 27"/>
                  <a:gd name="T1" fmla="*/ 0 h 40"/>
                  <a:gd name="T2" fmla="*/ 68 w 27"/>
                  <a:gd name="T3" fmla="*/ 61 h 40"/>
                  <a:gd name="T4" fmla="*/ 104 w 27"/>
                  <a:gd name="T5" fmla="*/ 128 h 40"/>
                  <a:gd name="T6" fmla="*/ 111 w 27"/>
                  <a:gd name="T7" fmla="*/ 163 h 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7" h="40">
                    <a:moveTo>
                      <a:pt x="0" y="0"/>
                    </a:moveTo>
                    <a:cubicBezTo>
                      <a:pt x="6" y="3"/>
                      <a:pt x="14" y="10"/>
                      <a:pt x="16" y="15"/>
                    </a:cubicBezTo>
                    <a:cubicBezTo>
                      <a:pt x="19" y="21"/>
                      <a:pt x="21" y="25"/>
                      <a:pt x="24" y="31"/>
                    </a:cubicBezTo>
                    <a:cubicBezTo>
                      <a:pt x="26" y="34"/>
                      <a:pt x="27" y="37"/>
                      <a:pt x="26" y="40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3308" name="Freeform 78">
                <a:extLst>
                  <a:ext uri="{FF2B5EF4-FFF2-40B4-BE49-F238E27FC236}">
                    <a16:creationId xmlns:a16="http://schemas.microsoft.com/office/drawing/2014/main" id="{1F489A57-F09C-4ACB-84A3-0E768574F8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7" y="3950"/>
                <a:ext cx="50" cy="56"/>
              </a:xfrm>
              <a:custGeom>
                <a:avLst/>
                <a:gdLst>
                  <a:gd name="T0" fmla="*/ 0 w 31"/>
                  <a:gd name="T1" fmla="*/ 0 h 35"/>
                  <a:gd name="T2" fmla="*/ 68 w 31"/>
                  <a:gd name="T3" fmla="*/ 46 h 35"/>
                  <a:gd name="T4" fmla="*/ 124 w 31"/>
                  <a:gd name="T5" fmla="*/ 115 h 35"/>
                  <a:gd name="T6" fmla="*/ 131 w 31"/>
                  <a:gd name="T7" fmla="*/ 144 h 3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1" h="35">
                    <a:moveTo>
                      <a:pt x="0" y="0"/>
                    </a:moveTo>
                    <a:cubicBezTo>
                      <a:pt x="7" y="2"/>
                      <a:pt x="12" y="7"/>
                      <a:pt x="16" y="11"/>
                    </a:cubicBezTo>
                    <a:cubicBezTo>
                      <a:pt x="20" y="16"/>
                      <a:pt x="27" y="19"/>
                      <a:pt x="30" y="28"/>
                    </a:cubicBezTo>
                    <a:cubicBezTo>
                      <a:pt x="30" y="31"/>
                      <a:pt x="31" y="33"/>
                      <a:pt x="31" y="35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3309" name="Freeform 79">
                <a:extLst>
                  <a:ext uri="{FF2B5EF4-FFF2-40B4-BE49-F238E27FC236}">
                    <a16:creationId xmlns:a16="http://schemas.microsoft.com/office/drawing/2014/main" id="{C53E488F-D30E-4394-8463-EC1F506549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6" y="4014"/>
                <a:ext cx="25" cy="16"/>
              </a:xfrm>
              <a:custGeom>
                <a:avLst/>
                <a:gdLst>
                  <a:gd name="T0" fmla="*/ 61 w 16"/>
                  <a:gd name="T1" fmla="*/ 35 h 10"/>
                  <a:gd name="T2" fmla="*/ 5 w 16"/>
                  <a:gd name="T3" fmla="*/ 35 h 10"/>
                  <a:gd name="T4" fmla="*/ 31 w 16"/>
                  <a:gd name="T5" fmla="*/ 0 h 10"/>
                  <a:gd name="T6" fmla="*/ 61 w 16"/>
                  <a:gd name="T7" fmla="*/ 35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10">
                    <a:moveTo>
                      <a:pt x="16" y="9"/>
                    </a:moveTo>
                    <a:cubicBezTo>
                      <a:pt x="11" y="10"/>
                      <a:pt x="3" y="10"/>
                      <a:pt x="1" y="9"/>
                    </a:cubicBezTo>
                    <a:cubicBezTo>
                      <a:pt x="0" y="8"/>
                      <a:pt x="0" y="1"/>
                      <a:pt x="8" y="0"/>
                    </a:cubicBezTo>
                    <a:cubicBezTo>
                      <a:pt x="15" y="0"/>
                      <a:pt x="16" y="8"/>
                      <a:pt x="16" y="9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3310" name="Freeform 80">
                <a:extLst>
                  <a:ext uri="{FF2B5EF4-FFF2-40B4-BE49-F238E27FC236}">
                    <a16:creationId xmlns:a16="http://schemas.microsoft.com/office/drawing/2014/main" id="{7C803CBB-47D4-47C3-8367-BBAFDE5262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2" y="4006"/>
                <a:ext cx="24" cy="14"/>
              </a:xfrm>
              <a:custGeom>
                <a:avLst/>
                <a:gdLst>
                  <a:gd name="T0" fmla="*/ 61 w 15"/>
                  <a:gd name="T1" fmla="*/ 26 h 9"/>
                  <a:gd name="T2" fmla="*/ 5 w 15"/>
                  <a:gd name="T3" fmla="*/ 30 h 9"/>
                  <a:gd name="T4" fmla="*/ 35 w 15"/>
                  <a:gd name="T5" fmla="*/ 0 h 9"/>
                  <a:gd name="T6" fmla="*/ 61 w 15"/>
                  <a:gd name="T7" fmla="*/ 26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9">
                    <a:moveTo>
                      <a:pt x="15" y="7"/>
                    </a:moveTo>
                    <a:cubicBezTo>
                      <a:pt x="10" y="8"/>
                      <a:pt x="3" y="9"/>
                      <a:pt x="1" y="8"/>
                    </a:cubicBezTo>
                    <a:cubicBezTo>
                      <a:pt x="0" y="7"/>
                      <a:pt x="2" y="0"/>
                      <a:pt x="9" y="0"/>
                    </a:cubicBezTo>
                    <a:cubicBezTo>
                      <a:pt x="13" y="0"/>
                      <a:pt x="15" y="6"/>
                      <a:pt x="15" y="7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3311" name="Freeform 81">
                <a:extLst>
                  <a:ext uri="{FF2B5EF4-FFF2-40B4-BE49-F238E27FC236}">
                    <a16:creationId xmlns:a16="http://schemas.microsoft.com/office/drawing/2014/main" id="{BE4CA470-9906-46D2-ACBE-63A52A5577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9" y="3999"/>
                <a:ext cx="24" cy="13"/>
              </a:xfrm>
              <a:custGeom>
                <a:avLst/>
                <a:gdLst>
                  <a:gd name="T0" fmla="*/ 61 w 15"/>
                  <a:gd name="T1" fmla="*/ 29 h 8"/>
                  <a:gd name="T2" fmla="*/ 5 w 15"/>
                  <a:gd name="T3" fmla="*/ 29 h 8"/>
                  <a:gd name="T4" fmla="*/ 35 w 15"/>
                  <a:gd name="T5" fmla="*/ 0 h 8"/>
                  <a:gd name="T6" fmla="*/ 61 w 15"/>
                  <a:gd name="T7" fmla="*/ 29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8">
                    <a:moveTo>
                      <a:pt x="15" y="7"/>
                    </a:moveTo>
                    <a:cubicBezTo>
                      <a:pt x="10" y="6"/>
                      <a:pt x="3" y="8"/>
                      <a:pt x="1" y="7"/>
                    </a:cubicBezTo>
                    <a:cubicBezTo>
                      <a:pt x="0" y="6"/>
                      <a:pt x="1" y="0"/>
                      <a:pt x="9" y="0"/>
                    </a:cubicBezTo>
                    <a:cubicBezTo>
                      <a:pt x="13" y="0"/>
                      <a:pt x="15" y="6"/>
                      <a:pt x="15" y="7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3312" name="Freeform 82">
                <a:extLst>
                  <a:ext uri="{FF2B5EF4-FFF2-40B4-BE49-F238E27FC236}">
                    <a16:creationId xmlns:a16="http://schemas.microsoft.com/office/drawing/2014/main" id="{F723550F-2733-4624-91F1-37F3035AB4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6" y="4007"/>
                <a:ext cx="8" cy="21"/>
              </a:xfrm>
              <a:custGeom>
                <a:avLst/>
                <a:gdLst>
                  <a:gd name="T0" fmla="*/ 16 w 5"/>
                  <a:gd name="T1" fmla="*/ 0 h 13"/>
                  <a:gd name="T2" fmla="*/ 21 w 5"/>
                  <a:gd name="T3" fmla="*/ 55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3">
                    <a:moveTo>
                      <a:pt x="4" y="0"/>
                    </a:moveTo>
                    <a:cubicBezTo>
                      <a:pt x="2" y="5"/>
                      <a:pt x="0" y="7"/>
                      <a:pt x="5" y="13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3313" name="Freeform 83">
                <a:extLst>
                  <a:ext uri="{FF2B5EF4-FFF2-40B4-BE49-F238E27FC236}">
                    <a16:creationId xmlns:a16="http://schemas.microsoft.com/office/drawing/2014/main" id="{CA6FE769-1E94-4CE9-B21D-CFBE915B92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4" y="3825"/>
                <a:ext cx="3" cy="26"/>
              </a:xfrm>
              <a:custGeom>
                <a:avLst/>
                <a:gdLst>
                  <a:gd name="T0" fmla="*/ 0 w 2"/>
                  <a:gd name="T1" fmla="*/ 0 h 16"/>
                  <a:gd name="T2" fmla="*/ 8 w 2"/>
                  <a:gd name="T3" fmla="*/ 68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6">
                    <a:moveTo>
                      <a:pt x="0" y="0"/>
                    </a:moveTo>
                    <a:cubicBezTo>
                      <a:pt x="0" y="4"/>
                      <a:pt x="2" y="16"/>
                      <a:pt x="2" y="16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3314" name="Freeform 84">
                <a:extLst>
                  <a:ext uri="{FF2B5EF4-FFF2-40B4-BE49-F238E27FC236}">
                    <a16:creationId xmlns:a16="http://schemas.microsoft.com/office/drawing/2014/main" id="{03D0912C-56A1-4767-915E-9C29078A51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1" y="1911"/>
                <a:ext cx="59" cy="35"/>
              </a:xfrm>
              <a:custGeom>
                <a:avLst/>
                <a:gdLst>
                  <a:gd name="T0" fmla="*/ 77 w 37"/>
                  <a:gd name="T1" fmla="*/ 46 h 22"/>
                  <a:gd name="T2" fmla="*/ 16 w 37"/>
                  <a:gd name="T3" fmla="*/ 81 h 22"/>
                  <a:gd name="T4" fmla="*/ 0 w 37"/>
                  <a:gd name="T5" fmla="*/ 73 h 22"/>
                  <a:gd name="T6" fmla="*/ 16 w 37"/>
                  <a:gd name="T7" fmla="*/ 84 h 22"/>
                  <a:gd name="T8" fmla="*/ 81 w 37"/>
                  <a:gd name="T9" fmla="*/ 46 h 22"/>
                  <a:gd name="T10" fmla="*/ 150 w 37"/>
                  <a:gd name="T11" fmla="*/ 0 h 22"/>
                  <a:gd name="T12" fmla="*/ 77 w 37"/>
                  <a:gd name="T13" fmla="*/ 46 h 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7" h="22">
                    <a:moveTo>
                      <a:pt x="19" y="11"/>
                    </a:moveTo>
                    <a:cubicBezTo>
                      <a:pt x="14" y="16"/>
                      <a:pt x="8" y="21"/>
                      <a:pt x="4" y="20"/>
                    </a:cubicBezTo>
                    <a:cubicBezTo>
                      <a:pt x="2" y="20"/>
                      <a:pt x="1" y="19"/>
                      <a:pt x="0" y="18"/>
                    </a:cubicBezTo>
                    <a:cubicBezTo>
                      <a:pt x="1" y="20"/>
                      <a:pt x="2" y="21"/>
                      <a:pt x="4" y="21"/>
                    </a:cubicBezTo>
                    <a:cubicBezTo>
                      <a:pt x="8" y="22"/>
                      <a:pt x="14" y="17"/>
                      <a:pt x="20" y="11"/>
                    </a:cubicBezTo>
                    <a:cubicBezTo>
                      <a:pt x="26" y="6"/>
                      <a:pt x="32" y="0"/>
                      <a:pt x="37" y="0"/>
                    </a:cubicBezTo>
                    <a:cubicBezTo>
                      <a:pt x="32" y="0"/>
                      <a:pt x="26" y="5"/>
                      <a:pt x="19" y="11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3315" name="Freeform 85">
                <a:extLst>
                  <a:ext uri="{FF2B5EF4-FFF2-40B4-BE49-F238E27FC236}">
                    <a16:creationId xmlns:a16="http://schemas.microsoft.com/office/drawing/2014/main" id="{A8F791CB-1EF7-47B7-BFE2-C991152B68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9" y="1515"/>
                <a:ext cx="5" cy="173"/>
              </a:xfrm>
              <a:custGeom>
                <a:avLst/>
                <a:gdLst>
                  <a:gd name="T0" fmla="*/ 13 w 3"/>
                  <a:gd name="T1" fmla="*/ 444 h 108"/>
                  <a:gd name="T2" fmla="*/ 13 w 3"/>
                  <a:gd name="T3" fmla="*/ 439 h 108"/>
                  <a:gd name="T4" fmla="*/ 13 w 3"/>
                  <a:gd name="T5" fmla="*/ 0 h 10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108">
                    <a:moveTo>
                      <a:pt x="3" y="108"/>
                    </a:moveTo>
                    <a:cubicBezTo>
                      <a:pt x="3" y="107"/>
                      <a:pt x="3" y="107"/>
                      <a:pt x="3" y="107"/>
                    </a:cubicBezTo>
                    <a:cubicBezTo>
                      <a:pt x="1" y="71"/>
                      <a:pt x="0" y="7"/>
                      <a:pt x="3" y="0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3316" name="Freeform 86">
                <a:extLst>
                  <a:ext uri="{FF2B5EF4-FFF2-40B4-BE49-F238E27FC236}">
                    <a16:creationId xmlns:a16="http://schemas.microsoft.com/office/drawing/2014/main" id="{EA5270CC-447B-4CC6-BCD0-32D66439EA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6" y="1545"/>
                <a:ext cx="71" cy="68"/>
              </a:xfrm>
              <a:custGeom>
                <a:avLst/>
                <a:gdLst>
                  <a:gd name="T0" fmla="*/ 50 w 44"/>
                  <a:gd name="T1" fmla="*/ 21 h 42"/>
                  <a:gd name="T2" fmla="*/ 115 w 44"/>
                  <a:gd name="T3" fmla="*/ 157 h 42"/>
                  <a:gd name="T4" fmla="*/ 178 w 44"/>
                  <a:gd name="T5" fmla="*/ 84 h 42"/>
                  <a:gd name="T6" fmla="*/ 102 w 44"/>
                  <a:gd name="T7" fmla="*/ 0 h 4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4" h="42">
                    <a:moveTo>
                      <a:pt x="12" y="5"/>
                    </a:moveTo>
                    <a:cubicBezTo>
                      <a:pt x="0" y="17"/>
                      <a:pt x="7" y="42"/>
                      <a:pt x="27" y="37"/>
                    </a:cubicBezTo>
                    <a:cubicBezTo>
                      <a:pt x="34" y="35"/>
                      <a:pt x="41" y="28"/>
                      <a:pt x="42" y="20"/>
                    </a:cubicBezTo>
                    <a:cubicBezTo>
                      <a:pt x="44" y="7"/>
                      <a:pt x="34" y="3"/>
                      <a:pt x="24" y="0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3317" name="Freeform 87">
                <a:extLst>
                  <a:ext uri="{FF2B5EF4-FFF2-40B4-BE49-F238E27FC236}">
                    <a16:creationId xmlns:a16="http://schemas.microsoft.com/office/drawing/2014/main" id="{016ACAE0-A84E-4399-B188-0DD6BCBD3B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2" y="1561"/>
                <a:ext cx="3" cy="7"/>
              </a:xfrm>
              <a:custGeom>
                <a:avLst/>
                <a:gdLst>
                  <a:gd name="T0" fmla="*/ 8 w 2"/>
                  <a:gd name="T1" fmla="*/ 21 h 4"/>
                  <a:gd name="T2" fmla="*/ 0 w 2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4">
                    <a:moveTo>
                      <a:pt x="2" y="4"/>
                    </a:moveTo>
                    <a:cubicBezTo>
                      <a:pt x="1" y="2"/>
                      <a:pt x="1" y="1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3318" name="Freeform 88">
                <a:extLst>
                  <a:ext uri="{FF2B5EF4-FFF2-40B4-BE49-F238E27FC236}">
                    <a16:creationId xmlns:a16="http://schemas.microsoft.com/office/drawing/2014/main" id="{1CC3568B-7408-4159-B027-750CD3E8FE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1" y="1545"/>
                <a:ext cx="62" cy="66"/>
              </a:xfrm>
              <a:custGeom>
                <a:avLst/>
                <a:gdLst>
                  <a:gd name="T0" fmla="*/ 81 w 39"/>
                  <a:gd name="T1" fmla="*/ 0 h 41"/>
                  <a:gd name="T2" fmla="*/ 0 w 39"/>
                  <a:gd name="T3" fmla="*/ 84 h 41"/>
                  <a:gd name="T4" fmla="*/ 81 w 39"/>
                  <a:gd name="T5" fmla="*/ 171 h 41"/>
                  <a:gd name="T6" fmla="*/ 157 w 39"/>
                  <a:gd name="T7" fmla="*/ 122 h 4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9" h="41">
                    <a:moveTo>
                      <a:pt x="20" y="0"/>
                    </a:moveTo>
                    <a:cubicBezTo>
                      <a:pt x="9" y="0"/>
                      <a:pt x="0" y="9"/>
                      <a:pt x="0" y="20"/>
                    </a:cubicBezTo>
                    <a:cubicBezTo>
                      <a:pt x="0" y="32"/>
                      <a:pt x="9" y="41"/>
                      <a:pt x="20" y="41"/>
                    </a:cubicBezTo>
                    <a:cubicBezTo>
                      <a:pt x="29" y="41"/>
                      <a:pt x="36" y="36"/>
                      <a:pt x="39" y="29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3319" name="Oval 89">
                <a:extLst>
                  <a:ext uri="{FF2B5EF4-FFF2-40B4-BE49-F238E27FC236}">
                    <a16:creationId xmlns:a16="http://schemas.microsoft.com/office/drawing/2014/main" id="{0D1B9676-F7C2-40DC-A261-C5779B444A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05" y="1569"/>
                <a:ext cx="18" cy="18"/>
              </a:xfrm>
              <a:prstGeom prst="ellipse">
                <a:avLst/>
              </a:prstGeom>
              <a:noFill/>
              <a:ln w="4763" cap="rnd">
                <a:solidFill>
                  <a:srgbClr val="343434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93320" name="Freeform 90">
                <a:extLst>
                  <a:ext uri="{FF2B5EF4-FFF2-40B4-BE49-F238E27FC236}">
                    <a16:creationId xmlns:a16="http://schemas.microsoft.com/office/drawing/2014/main" id="{33F8A75E-EB1F-436C-8114-F169559CFD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8" y="1274"/>
                <a:ext cx="174" cy="21"/>
              </a:xfrm>
              <a:custGeom>
                <a:avLst/>
                <a:gdLst>
                  <a:gd name="T0" fmla="*/ 356 w 109"/>
                  <a:gd name="T1" fmla="*/ 39 h 13"/>
                  <a:gd name="T2" fmla="*/ 200 w 109"/>
                  <a:gd name="T3" fmla="*/ 26 h 13"/>
                  <a:gd name="T4" fmla="*/ 145 w 109"/>
                  <a:gd name="T5" fmla="*/ 21 h 13"/>
                  <a:gd name="T6" fmla="*/ 0 w 109"/>
                  <a:gd name="T7" fmla="*/ 0 h 13"/>
                  <a:gd name="T8" fmla="*/ 145 w 109"/>
                  <a:gd name="T9" fmla="*/ 29 h 13"/>
                  <a:gd name="T10" fmla="*/ 200 w 109"/>
                  <a:gd name="T11" fmla="*/ 34 h 13"/>
                  <a:gd name="T12" fmla="*/ 356 w 109"/>
                  <a:gd name="T13" fmla="*/ 47 h 13"/>
                  <a:gd name="T14" fmla="*/ 402 w 109"/>
                  <a:gd name="T15" fmla="*/ 50 h 13"/>
                  <a:gd name="T16" fmla="*/ 444 w 109"/>
                  <a:gd name="T17" fmla="*/ 55 h 13"/>
                  <a:gd name="T18" fmla="*/ 402 w 109"/>
                  <a:gd name="T19" fmla="*/ 42 h 13"/>
                  <a:gd name="T20" fmla="*/ 356 w 109"/>
                  <a:gd name="T21" fmla="*/ 39 h 1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09" h="13">
                    <a:moveTo>
                      <a:pt x="88" y="9"/>
                    </a:moveTo>
                    <a:cubicBezTo>
                      <a:pt x="75" y="7"/>
                      <a:pt x="61" y="7"/>
                      <a:pt x="49" y="6"/>
                    </a:cubicBezTo>
                    <a:cubicBezTo>
                      <a:pt x="36" y="5"/>
                      <a:pt x="36" y="5"/>
                      <a:pt x="36" y="5"/>
                    </a:cubicBezTo>
                    <a:cubicBezTo>
                      <a:pt x="24" y="5"/>
                      <a:pt x="8" y="2"/>
                      <a:pt x="0" y="0"/>
                    </a:cubicBezTo>
                    <a:cubicBezTo>
                      <a:pt x="9" y="2"/>
                      <a:pt x="23" y="6"/>
                      <a:pt x="36" y="7"/>
                    </a:cubicBezTo>
                    <a:cubicBezTo>
                      <a:pt x="49" y="8"/>
                      <a:pt x="49" y="8"/>
                      <a:pt x="49" y="8"/>
                    </a:cubicBezTo>
                    <a:cubicBezTo>
                      <a:pt x="61" y="9"/>
                      <a:pt x="75" y="9"/>
                      <a:pt x="88" y="11"/>
                    </a:cubicBezTo>
                    <a:cubicBezTo>
                      <a:pt x="93" y="11"/>
                      <a:pt x="99" y="12"/>
                      <a:pt x="99" y="12"/>
                    </a:cubicBezTo>
                    <a:cubicBezTo>
                      <a:pt x="99" y="12"/>
                      <a:pt x="109" y="13"/>
                      <a:pt x="109" y="13"/>
                    </a:cubicBezTo>
                    <a:cubicBezTo>
                      <a:pt x="99" y="10"/>
                      <a:pt x="99" y="10"/>
                      <a:pt x="99" y="10"/>
                    </a:cubicBezTo>
                    <a:cubicBezTo>
                      <a:pt x="99" y="10"/>
                      <a:pt x="93" y="9"/>
                      <a:pt x="88" y="9"/>
                    </a:cubicBezTo>
                  </a:path>
                </a:pathLst>
              </a:custGeom>
              <a:solidFill>
                <a:srgbClr val="8F8E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3321" name="Freeform 91">
                <a:extLst>
                  <a:ext uri="{FF2B5EF4-FFF2-40B4-BE49-F238E27FC236}">
                    <a16:creationId xmlns:a16="http://schemas.microsoft.com/office/drawing/2014/main" id="{0D7637B4-9FF5-4164-80D0-DE317D1EC4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7" y="1911"/>
                <a:ext cx="61" cy="35"/>
              </a:xfrm>
              <a:custGeom>
                <a:avLst/>
                <a:gdLst>
                  <a:gd name="T0" fmla="*/ 0 w 38"/>
                  <a:gd name="T1" fmla="*/ 0 h 22"/>
                  <a:gd name="T2" fmla="*/ 0 w 38"/>
                  <a:gd name="T3" fmla="*/ 0 h 22"/>
                  <a:gd name="T4" fmla="*/ 69 w 38"/>
                  <a:gd name="T5" fmla="*/ 46 h 22"/>
                  <a:gd name="T6" fmla="*/ 141 w 38"/>
                  <a:gd name="T7" fmla="*/ 84 h 22"/>
                  <a:gd name="T8" fmla="*/ 157 w 38"/>
                  <a:gd name="T9" fmla="*/ 73 h 22"/>
                  <a:gd name="T10" fmla="*/ 136 w 38"/>
                  <a:gd name="T11" fmla="*/ 81 h 22"/>
                  <a:gd name="T12" fmla="*/ 75 w 38"/>
                  <a:gd name="T13" fmla="*/ 46 h 22"/>
                  <a:gd name="T14" fmla="*/ 0 w 38"/>
                  <a:gd name="T15" fmla="*/ 0 h 2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8" h="22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5" y="0"/>
                      <a:pt x="11" y="6"/>
                      <a:pt x="17" y="11"/>
                    </a:cubicBezTo>
                    <a:cubicBezTo>
                      <a:pt x="23" y="17"/>
                      <a:pt x="29" y="22"/>
                      <a:pt x="34" y="21"/>
                    </a:cubicBezTo>
                    <a:cubicBezTo>
                      <a:pt x="35" y="21"/>
                      <a:pt x="37" y="20"/>
                      <a:pt x="38" y="18"/>
                    </a:cubicBezTo>
                    <a:cubicBezTo>
                      <a:pt x="37" y="19"/>
                      <a:pt x="35" y="20"/>
                      <a:pt x="33" y="20"/>
                    </a:cubicBezTo>
                    <a:cubicBezTo>
                      <a:pt x="29" y="21"/>
                      <a:pt x="24" y="16"/>
                      <a:pt x="18" y="11"/>
                    </a:cubicBezTo>
                    <a:cubicBezTo>
                      <a:pt x="12" y="5"/>
                      <a:pt x="6" y="0"/>
                      <a:pt x="0" y="0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3322" name="Freeform 92">
                <a:extLst>
                  <a:ext uri="{FF2B5EF4-FFF2-40B4-BE49-F238E27FC236}">
                    <a16:creationId xmlns:a16="http://schemas.microsoft.com/office/drawing/2014/main" id="{4F000A4F-08F6-4F91-91F1-95C0D06C01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3" y="878"/>
                <a:ext cx="61" cy="32"/>
              </a:xfrm>
              <a:custGeom>
                <a:avLst/>
                <a:gdLst>
                  <a:gd name="T0" fmla="*/ 157 w 38"/>
                  <a:gd name="T1" fmla="*/ 61 h 20"/>
                  <a:gd name="T2" fmla="*/ 0 w 38"/>
                  <a:gd name="T3" fmla="*/ 82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8" h="20">
                    <a:moveTo>
                      <a:pt x="38" y="15"/>
                    </a:moveTo>
                    <a:cubicBezTo>
                      <a:pt x="21" y="0"/>
                      <a:pt x="11" y="11"/>
                      <a:pt x="0" y="20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3323" name="Freeform 93">
                <a:extLst>
                  <a:ext uri="{FF2B5EF4-FFF2-40B4-BE49-F238E27FC236}">
                    <a16:creationId xmlns:a16="http://schemas.microsoft.com/office/drawing/2014/main" id="{721D8521-11D3-4861-AB14-3D4AE2A889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2" y="880"/>
                <a:ext cx="64" cy="32"/>
              </a:xfrm>
              <a:custGeom>
                <a:avLst/>
                <a:gdLst>
                  <a:gd name="T0" fmla="*/ 0 w 40"/>
                  <a:gd name="T1" fmla="*/ 56 h 20"/>
                  <a:gd name="T2" fmla="*/ 163 w 40"/>
                  <a:gd name="T3" fmla="*/ 82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0" h="20">
                    <a:moveTo>
                      <a:pt x="0" y="14"/>
                    </a:moveTo>
                    <a:cubicBezTo>
                      <a:pt x="17" y="0"/>
                      <a:pt x="29" y="10"/>
                      <a:pt x="40" y="20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3324" name="Freeform 94">
                <a:extLst>
                  <a:ext uri="{FF2B5EF4-FFF2-40B4-BE49-F238E27FC236}">
                    <a16:creationId xmlns:a16="http://schemas.microsoft.com/office/drawing/2014/main" id="{9B70FE8C-F6DD-4A87-B4A1-0B244A9C1F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1" y="864"/>
                <a:ext cx="347" cy="282"/>
              </a:xfrm>
              <a:custGeom>
                <a:avLst/>
                <a:gdLst>
                  <a:gd name="T0" fmla="*/ 74 w 217"/>
                  <a:gd name="T1" fmla="*/ 163 h 177"/>
                  <a:gd name="T2" fmla="*/ 48 w 217"/>
                  <a:gd name="T3" fmla="*/ 73 h 177"/>
                  <a:gd name="T4" fmla="*/ 42 w 217"/>
                  <a:gd name="T5" fmla="*/ 35 h 177"/>
                  <a:gd name="T6" fmla="*/ 35 w 217"/>
                  <a:gd name="T7" fmla="*/ 21 h 177"/>
                  <a:gd name="T8" fmla="*/ 35 w 217"/>
                  <a:gd name="T9" fmla="*/ 21 h 177"/>
                  <a:gd name="T10" fmla="*/ 26 w 217"/>
                  <a:gd name="T11" fmla="*/ 8 h 177"/>
                  <a:gd name="T12" fmla="*/ 0 w 217"/>
                  <a:gd name="T13" fmla="*/ 40 h 177"/>
                  <a:gd name="T14" fmla="*/ 21 w 217"/>
                  <a:gd name="T15" fmla="*/ 121 h 177"/>
                  <a:gd name="T16" fmla="*/ 34 w 217"/>
                  <a:gd name="T17" fmla="*/ 206 h 177"/>
                  <a:gd name="T18" fmla="*/ 48 w 217"/>
                  <a:gd name="T19" fmla="*/ 264 h 177"/>
                  <a:gd name="T20" fmla="*/ 69 w 217"/>
                  <a:gd name="T21" fmla="*/ 303 h 177"/>
                  <a:gd name="T22" fmla="*/ 110 w 217"/>
                  <a:gd name="T23" fmla="*/ 333 h 177"/>
                  <a:gd name="T24" fmla="*/ 138 w 217"/>
                  <a:gd name="T25" fmla="*/ 484 h 177"/>
                  <a:gd name="T26" fmla="*/ 278 w 217"/>
                  <a:gd name="T27" fmla="*/ 633 h 177"/>
                  <a:gd name="T28" fmla="*/ 443 w 217"/>
                  <a:gd name="T29" fmla="*/ 715 h 177"/>
                  <a:gd name="T30" fmla="*/ 596 w 217"/>
                  <a:gd name="T31" fmla="*/ 634 h 177"/>
                  <a:gd name="T32" fmla="*/ 739 w 217"/>
                  <a:gd name="T33" fmla="*/ 484 h 177"/>
                  <a:gd name="T34" fmla="*/ 777 w 217"/>
                  <a:gd name="T35" fmla="*/ 333 h 177"/>
                  <a:gd name="T36" fmla="*/ 819 w 217"/>
                  <a:gd name="T37" fmla="*/ 303 h 177"/>
                  <a:gd name="T38" fmla="*/ 838 w 217"/>
                  <a:gd name="T39" fmla="*/ 264 h 177"/>
                  <a:gd name="T40" fmla="*/ 854 w 217"/>
                  <a:gd name="T41" fmla="*/ 206 h 177"/>
                  <a:gd name="T42" fmla="*/ 867 w 217"/>
                  <a:gd name="T43" fmla="*/ 121 h 177"/>
                  <a:gd name="T44" fmla="*/ 887 w 217"/>
                  <a:gd name="T45" fmla="*/ 40 h 177"/>
                  <a:gd name="T46" fmla="*/ 875 w 217"/>
                  <a:gd name="T47" fmla="*/ 8 h 177"/>
                  <a:gd name="T48" fmla="*/ 871 w 217"/>
                  <a:gd name="T49" fmla="*/ 8 h 177"/>
                  <a:gd name="T50" fmla="*/ 862 w 217"/>
                  <a:gd name="T51" fmla="*/ 8 h 177"/>
                  <a:gd name="T52" fmla="*/ 833 w 217"/>
                  <a:gd name="T53" fmla="*/ 97 h 177"/>
                  <a:gd name="T54" fmla="*/ 827 w 217"/>
                  <a:gd name="T55" fmla="*/ 121 h 177"/>
                  <a:gd name="T56" fmla="*/ 801 w 217"/>
                  <a:gd name="T57" fmla="*/ 175 h 177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217" h="177">
                    <a:moveTo>
                      <a:pt x="18" y="40"/>
                    </a:moveTo>
                    <a:cubicBezTo>
                      <a:pt x="15" y="32"/>
                      <a:pt x="12" y="18"/>
                      <a:pt x="12" y="18"/>
                    </a:cubicBezTo>
                    <a:cubicBezTo>
                      <a:pt x="12" y="18"/>
                      <a:pt x="11" y="14"/>
                      <a:pt x="10" y="9"/>
                    </a:cubicBezTo>
                    <a:cubicBezTo>
                      <a:pt x="10" y="8"/>
                      <a:pt x="9" y="7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4"/>
                      <a:pt x="6" y="2"/>
                      <a:pt x="6" y="2"/>
                    </a:cubicBezTo>
                    <a:cubicBezTo>
                      <a:pt x="3" y="0"/>
                      <a:pt x="0" y="4"/>
                      <a:pt x="0" y="10"/>
                    </a:cubicBezTo>
                    <a:cubicBezTo>
                      <a:pt x="0" y="15"/>
                      <a:pt x="5" y="26"/>
                      <a:pt x="5" y="30"/>
                    </a:cubicBezTo>
                    <a:cubicBezTo>
                      <a:pt x="5" y="34"/>
                      <a:pt x="6" y="44"/>
                      <a:pt x="8" y="51"/>
                    </a:cubicBezTo>
                    <a:cubicBezTo>
                      <a:pt x="11" y="58"/>
                      <a:pt x="10" y="61"/>
                      <a:pt x="12" y="65"/>
                    </a:cubicBezTo>
                    <a:cubicBezTo>
                      <a:pt x="14" y="68"/>
                      <a:pt x="15" y="72"/>
                      <a:pt x="17" y="75"/>
                    </a:cubicBezTo>
                    <a:cubicBezTo>
                      <a:pt x="20" y="78"/>
                      <a:pt x="25" y="82"/>
                      <a:pt x="27" y="82"/>
                    </a:cubicBezTo>
                    <a:cubicBezTo>
                      <a:pt x="28" y="92"/>
                      <a:pt x="30" y="112"/>
                      <a:pt x="34" y="120"/>
                    </a:cubicBezTo>
                    <a:cubicBezTo>
                      <a:pt x="39" y="128"/>
                      <a:pt x="54" y="154"/>
                      <a:pt x="68" y="156"/>
                    </a:cubicBezTo>
                    <a:cubicBezTo>
                      <a:pt x="82" y="159"/>
                      <a:pt x="87" y="176"/>
                      <a:pt x="108" y="177"/>
                    </a:cubicBezTo>
                    <a:cubicBezTo>
                      <a:pt x="128" y="176"/>
                      <a:pt x="133" y="160"/>
                      <a:pt x="146" y="157"/>
                    </a:cubicBezTo>
                    <a:cubicBezTo>
                      <a:pt x="164" y="152"/>
                      <a:pt x="177" y="130"/>
                      <a:pt x="181" y="120"/>
                    </a:cubicBezTo>
                    <a:cubicBezTo>
                      <a:pt x="185" y="110"/>
                      <a:pt x="189" y="92"/>
                      <a:pt x="190" y="82"/>
                    </a:cubicBezTo>
                    <a:cubicBezTo>
                      <a:pt x="192" y="82"/>
                      <a:pt x="197" y="78"/>
                      <a:pt x="200" y="75"/>
                    </a:cubicBezTo>
                    <a:cubicBezTo>
                      <a:pt x="202" y="72"/>
                      <a:pt x="203" y="68"/>
                      <a:pt x="205" y="65"/>
                    </a:cubicBezTo>
                    <a:cubicBezTo>
                      <a:pt x="207" y="61"/>
                      <a:pt x="206" y="58"/>
                      <a:pt x="209" y="51"/>
                    </a:cubicBezTo>
                    <a:cubicBezTo>
                      <a:pt x="211" y="44"/>
                      <a:pt x="212" y="34"/>
                      <a:pt x="212" y="30"/>
                    </a:cubicBezTo>
                    <a:cubicBezTo>
                      <a:pt x="212" y="26"/>
                      <a:pt x="217" y="15"/>
                      <a:pt x="217" y="10"/>
                    </a:cubicBezTo>
                    <a:cubicBezTo>
                      <a:pt x="217" y="6"/>
                      <a:pt x="216" y="4"/>
                      <a:pt x="214" y="2"/>
                    </a:cubicBezTo>
                    <a:cubicBezTo>
                      <a:pt x="214" y="2"/>
                      <a:pt x="213" y="2"/>
                      <a:pt x="213" y="2"/>
                    </a:cubicBezTo>
                    <a:cubicBezTo>
                      <a:pt x="212" y="2"/>
                      <a:pt x="211" y="2"/>
                      <a:pt x="211" y="2"/>
                    </a:cubicBezTo>
                    <a:cubicBezTo>
                      <a:pt x="204" y="24"/>
                      <a:pt x="204" y="24"/>
                      <a:pt x="204" y="24"/>
                    </a:cubicBezTo>
                    <a:cubicBezTo>
                      <a:pt x="202" y="30"/>
                      <a:pt x="202" y="30"/>
                      <a:pt x="202" y="30"/>
                    </a:cubicBezTo>
                    <a:cubicBezTo>
                      <a:pt x="201" y="36"/>
                      <a:pt x="196" y="43"/>
                      <a:pt x="196" y="43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3325" name="Freeform 95">
                <a:extLst>
                  <a:ext uri="{FF2B5EF4-FFF2-40B4-BE49-F238E27FC236}">
                    <a16:creationId xmlns:a16="http://schemas.microsoft.com/office/drawing/2014/main" id="{24292382-FC22-4237-83D8-574C6B6A05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2" y="1073"/>
                <a:ext cx="457" cy="1247"/>
              </a:xfrm>
              <a:custGeom>
                <a:avLst/>
                <a:gdLst>
                  <a:gd name="T0" fmla="*/ 1119 w 285"/>
                  <a:gd name="T1" fmla="*/ 0 h 781"/>
                  <a:gd name="T2" fmla="*/ 977 w 285"/>
                  <a:gd name="T3" fmla="*/ 338 h 781"/>
                  <a:gd name="T4" fmla="*/ 685 w 285"/>
                  <a:gd name="T5" fmla="*/ 449 h 781"/>
                  <a:gd name="T6" fmla="*/ 265 w 285"/>
                  <a:gd name="T7" fmla="*/ 832 h 781"/>
                  <a:gd name="T8" fmla="*/ 210 w 285"/>
                  <a:gd name="T9" fmla="*/ 1236 h 781"/>
                  <a:gd name="T10" fmla="*/ 136 w 285"/>
                  <a:gd name="T11" fmla="*/ 1833 h 781"/>
                  <a:gd name="T12" fmla="*/ 111 w 285"/>
                  <a:gd name="T13" fmla="*/ 2076 h 781"/>
                  <a:gd name="T14" fmla="*/ 42 w 285"/>
                  <a:gd name="T15" fmla="*/ 2791 h 781"/>
                  <a:gd name="T16" fmla="*/ 26 w 285"/>
                  <a:gd name="T17" fmla="*/ 3003 h 781"/>
                  <a:gd name="T18" fmla="*/ 13 w 285"/>
                  <a:gd name="T19" fmla="*/ 3133 h 781"/>
                  <a:gd name="T20" fmla="*/ 5 w 285"/>
                  <a:gd name="T21" fmla="*/ 3179 h 78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85" h="781">
                    <a:moveTo>
                      <a:pt x="271" y="0"/>
                    </a:moveTo>
                    <a:cubicBezTo>
                      <a:pt x="272" y="16"/>
                      <a:pt x="285" y="58"/>
                      <a:pt x="237" y="83"/>
                    </a:cubicBezTo>
                    <a:cubicBezTo>
                      <a:pt x="217" y="90"/>
                      <a:pt x="186" y="106"/>
                      <a:pt x="166" y="110"/>
                    </a:cubicBezTo>
                    <a:cubicBezTo>
                      <a:pt x="153" y="112"/>
                      <a:pt x="78" y="140"/>
                      <a:pt x="64" y="204"/>
                    </a:cubicBezTo>
                    <a:cubicBezTo>
                      <a:pt x="57" y="233"/>
                      <a:pt x="46" y="269"/>
                      <a:pt x="51" y="304"/>
                    </a:cubicBezTo>
                    <a:cubicBezTo>
                      <a:pt x="53" y="328"/>
                      <a:pt x="35" y="372"/>
                      <a:pt x="33" y="450"/>
                    </a:cubicBezTo>
                    <a:cubicBezTo>
                      <a:pt x="34" y="478"/>
                      <a:pt x="31" y="498"/>
                      <a:pt x="27" y="510"/>
                    </a:cubicBezTo>
                    <a:cubicBezTo>
                      <a:pt x="11" y="550"/>
                      <a:pt x="11" y="659"/>
                      <a:pt x="10" y="686"/>
                    </a:cubicBezTo>
                    <a:cubicBezTo>
                      <a:pt x="10" y="702"/>
                      <a:pt x="9" y="726"/>
                      <a:pt x="6" y="738"/>
                    </a:cubicBezTo>
                    <a:cubicBezTo>
                      <a:pt x="4" y="750"/>
                      <a:pt x="6" y="760"/>
                      <a:pt x="3" y="770"/>
                    </a:cubicBezTo>
                    <a:cubicBezTo>
                      <a:pt x="1" y="774"/>
                      <a:pt x="0" y="776"/>
                      <a:pt x="1" y="781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3326" name="Oval 96">
                <a:extLst>
                  <a:ext uri="{FF2B5EF4-FFF2-40B4-BE49-F238E27FC236}">
                    <a16:creationId xmlns:a16="http://schemas.microsoft.com/office/drawing/2014/main" id="{38A06F0A-6A89-4A81-94DD-61FC243040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8" y="900"/>
                <a:ext cx="6" cy="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93327" name="Oval 97">
                <a:extLst>
                  <a:ext uri="{FF2B5EF4-FFF2-40B4-BE49-F238E27FC236}">
                    <a16:creationId xmlns:a16="http://schemas.microsoft.com/office/drawing/2014/main" id="{325BA026-6805-405D-8F2F-F112F8059A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17" y="900"/>
                <a:ext cx="6" cy="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93328" name="Freeform 98">
                <a:extLst>
                  <a:ext uri="{FF2B5EF4-FFF2-40B4-BE49-F238E27FC236}">
                    <a16:creationId xmlns:a16="http://schemas.microsoft.com/office/drawing/2014/main" id="{E41D09D9-052C-469F-A283-E9AD918E49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6" y="2131"/>
                <a:ext cx="45" cy="32"/>
              </a:xfrm>
              <a:custGeom>
                <a:avLst/>
                <a:gdLst>
                  <a:gd name="T0" fmla="*/ 0 w 28"/>
                  <a:gd name="T1" fmla="*/ 56 h 20"/>
                  <a:gd name="T2" fmla="*/ 90 w 28"/>
                  <a:gd name="T3" fmla="*/ 82 h 20"/>
                  <a:gd name="T4" fmla="*/ 0 w 28"/>
                  <a:gd name="T5" fmla="*/ 54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20">
                    <a:moveTo>
                      <a:pt x="0" y="14"/>
                    </a:moveTo>
                    <a:cubicBezTo>
                      <a:pt x="6" y="8"/>
                      <a:pt x="19" y="11"/>
                      <a:pt x="22" y="20"/>
                    </a:cubicBezTo>
                    <a:cubicBezTo>
                      <a:pt x="28" y="13"/>
                      <a:pt x="5" y="0"/>
                      <a:pt x="0" y="1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3329" name="Freeform 99">
                <a:extLst>
                  <a:ext uri="{FF2B5EF4-FFF2-40B4-BE49-F238E27FC236}">
                    <a16:creationId xmlns:a16="http://schemas.microsoft.com/office/drawing/2014/main" id="{26474279-96F7-4BDA-AD94-224A47C86A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3" y="1494"/>
                <a:ext cx="36" cy="40"/>
              </a:xfrm>
              <a:custGeom>
                <a:avLst/>
                <a:gdLst>
                  <a:gd name="T0" fmla="*/ 0 w 22"/>
                  <a:gd name="T1" fmla="*/ 102 h 25"/>
                  <a:gd name="T2" fmla="*/ 0 w 22"/>
                  <a:gd name="T3" fmla="*/ 102 h 25"/>
                  <a:gd name="T4" fmla="*/ 97 w 22"/>
                  <a:gd name="T5" fmla="*/ 5 h 25"/>
                  <a:gd name="T6" fmla="*/ 88 w 22"/>
                  <a:gd name="T7" fmla="*/ 0 h 25"/>
                  <a:gd name="T8" fmla="*/ 0 w 22"/>
                  <a:gd name="T9" fmla="*/ 102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25">
                    <a:moveTo>
                      <a:pt x="0" y="25"/>
                    </a:moveTo>
                    <a:cubicBezTo>
                      <a:pt x="0" y="25"/>
                      <a:pt x="0" y="25"/>
                      <a:pt x="0" y="25"/>
                    </a:cubicBezTo>
                    <a:cubicBezTo>
                      <a:pt x="8" y="20"/>
                      <a:pt x="16" y="12"/>
                      <a:pt x="22" y="1"/>
                    </a:cubicBezTo>
                    <a:cubicBezTo>
                      <a:pt x="20" y="0"/>
                      <a:pt x="20" y="0"/>
                      <a:pt x="20" y="0"/>
                    </a:cubicBezTo>
                    <a:cubicBezTo>
                      <a:pt x="14" y="11"/>
                      <a:pt x="8" y="20"/>
                      <a:pt x="0" y="25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3330" name="Freeform 100">
                <a:extLst>
                  <a:ext uri="{FF2B5EF4-FFF2-40B4-BE49-F238E27FC236}">
                    <a16:creationId xmlns:a16="http://schemas.microsoft.com/office/drawing/2014/main" id="{52F49E29-CD5F-46EA-A1BC-868793FD50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0" y="1494"/>
                <a:ext cx="34" cy="40"/>
              </a:xfrm>
              <a:custGeom>
                <a:avLst/>
                <a:gdLst>
                  <a:gd name="T0" fmla="*/ 0 w 21"/>
                  <a:gd name="T1" fmla="*/ 5 h 25"/>
                  <a:gd name="T2" fmla="*/ 89 w 21"/>
                  <a:gd name="T3" fmla="*/ 102 h 25"/>
                  <a:gd name="T4" fmla="*/ 8 w 21"/>
                  <a:gd name="T5" fmla="*/ 0 h 25"/>
                  <a:gd name="T6" fmla="*/ 0 w 21"/>
                  <a:gd name="T7" fmla="*/ 5 h 2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25">
                    <a:moveTo>
                      <a:pt x="0" y="1"/>
                    </a:moveTo>
                    <a:cubicBezTo>
                      <a:pt x="5" y="12"/>
                      <a:pt x="13" y="20"/>
                      <a:pt x="21" y="25"/>
                    </a:cubicBezTo>
                    <a:cubicBezTo>
                      <a:pt x="13" y="20"/>
                      <a:pt x="7" y="11"/>
                      <a:pt x="2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3331" name="Freeform 101">
                <a:extLst>
                  <a:ext uri="{FF2B5EF4-FFF2-40B4-BE49-F238E27FC236}">
                    <a16:creationId xmlns:a16="http://schemas.microsoft.com/office/drawing/2014/main" id="{EAF93509-3AAA-4C22-9285-A4B4EA313A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0" y="1057"/>
                <a:ext cx="92" cy="25"/>
              </a:xfrm>
              <a:custGeom>
                <a:avLst/>
                <a:gdLst>
                  <a:gd name="T0" fmla="*/ 0 w 57"/>
                  <a:gd name="T1" fmla="*/ 8 h 16"/>
                  <a:gd name="T2" fmla="*/ 29 w 57"/>
                  <a:gd name="T3" fmla="*/ 42 h 16"/>
                  <a:gd name="T4" fmla="*/ 97 w 57"/>
                  <a:gd name="T5" fmla="*/ 56 h 16"/>
                  <a:gd name="T6" fmla="*/ 186 w 57"/>
                  <a:gd name="T7" fmla="*/ 53 h 16"/>
                  <a:gd name="T8" fmla="*/ 226 w 57"/>
                  <a:gd name="T9" fmla="*/ 22 h 16"/>
                  <a:gd name="T10" fmla="*/ 239 w 57"/>
                  <a:gd name="T11" fmla="*/ 5 h 16"/>
                  <a:gd name="T12" fmla="*/ 178 w 57"/>
                  <a:gd name="T13" fmla="*/ 5 h 16"/>
                  <a:gd name="T14" fmla="*/ 144 w 57"/>
                  <a:gd name="T15" fmla="*/ 5 h 16"/>
                  <a:gd name="T16" fmla="*/ 118 w 57"/>
                  <a:gd name="T17" fmla="*/ 5 h 16"/>
                  <a:gd name="T18" fmla="*/ 76 w 57"/>
                  <a:gd name="T19" fmla="*/ 5 h 16"/>
                  <a:gd name="T20" fmla="*/ 5 w 57"/>
                  <a:gd name="T21" fmla="*/ 0 h 1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57" h="16">
                    <a:moveTo>
                      <a:pt x="0" y="2"/>
                    </a:moveTo>
                    <a:cubicBezTo>
                      <a:pt x="1" y="4"/>
                      <a:pt x="6" y="8"/>
                      <a:pt x="7" y="11"/>
                    </a:cubicBezTo>
                    <a:cubicBezTo>
                      <a:pt x="11" y="15"/>
                      <a:pt x="16" y="15"/>
                      <a:pt x="23" y="15"/>
                    </a:cubicBezTo>
                    <a:cubicBezTo>
                      <a:pt x="30" y="16"/>
                      <a:pt x="39" y="16"/>
                      <a:pt x="44" y="14"/>
                    </a:cubicBezTo>
                    <a:cubicBezTo>
                      <a:pt x="48" y="11"/>
                      <a:pt x="51" y="7"/>
                      <a:pt x="54" y="6"/>
                    </a:cubicBezTo>
                    <a:cubicBezTo>
                      <a:pt x="54" y="6"/>
                      <a:pt x="56" y="3"/>
                      <a:pt x="57" y="1"/>
                    </a:cubicBezTo>
                    <a:cubicBezTo>
                      <a:pt x="55" y="1"/>
                      <a:pt x="45" y="1"/>
                      <a:pt x="42" y="1"/>
                    </a:cubicBezTo>
                    <a:cubicBezTo>
                      <a:pt x="39" y="1"/>
                      <a:pt x="37" y="1"/>
                      <a:pt x="34" y="1"/>
                    </a:cubicBezTo>
                    <a:cubicBezTo>
                      <a:pt x="32" y="1"/>
                      <a:pt x="31" y="2"/>
                      <a:pt x="28" y="1"/>
                    </a:cubicBezTo>
                    <a:cubicBezTo>
                      <a:pt x="25" y="1"/>
                      <a:pt x="22" y="0"/>
                      <a:pt x="18" y="1"/>
                    </a:cubicBezTo>
                    <a:cubicBezTo>
                      <a:pt x="15" y="2"/>
                      <a:pt x="4" y="2"/>
                      <a:pt x="1" y="0"/>
                    </a:cubicBezTo>
                  </a:path>
                </a:pathLst>
              </a:custGeom>
              <a:solidFill>
                <a:srgbClr val="FCE6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3332" name="Freeform 102">
                <a:extLst>
                  <a:ext uri="{FF2B5EF4-FFF2-40B4-BE49-F238E27FC236}">
                    <a16:creationId xmlns:a16="http://schemas.microsoft.com/office/drawing/2014/main" id="{FAF61C09-C399-4556-842C-F5F1A45F3D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6" y="1065"/>
                <a:ext cx="58" cy="3"/>
              </a:xfrm>
              <a:custGeom>
                <a:avLst/>
                <a:gdLst>
                  <a:gd name="T0" fmla="*/ 150 w 36"/>
                  <a:gd name="T1" fmla="*/ 5 h 2"/>
                  <a:gd name="T2" fmla="*/ 124 w 36"/>
                  <a:gd name="T3" fmla="*/ 5 h 2"/>
                  <a:gd name="T4" fmla="*/ 97 w 36"/>
                  <a:gd name="T5" fmla="*/ 8 h 2"/>
                  <a:gd name="T6" fmla="*/ 63 w 36"/>
                  <a:gd name="T7" fmla="*/ 8 h 2"/>
                  <a:gd name="T8" fmla="*/ 42 w 36"/>
                  <a:gd name="T9" fmla="*/ 8 h 2"/>
                  <a:gd name="T10" fmla="*/ 0 w 36"/>
                  <a:gd name="T11" fmla="*/ 0 h 2"/>
                  <a:gd name="T12" fmla="*/ 42 w 36"/>
                  <a:gd name="T13" fmla="*/ 5 h 2"/>
                  <a:gd name="T14" fmla="*/ 63 w 36"/>
                  <a:gd name="T15" fmla="*/ 5 h 2"/>
                  <a:gd name="T16" fmla="*/ 97 w 36"/>
                  <a:gd name="T17" fmla="*/ 5 h 2"/>
                  <a:gd name="T18" fmla="*/ 124 w 36"/>
                  <a:gd name="T19" fmla="*/ 0 h 2"/>
                  <a:gd name="T20" fmla="*/ 150 w 36"/>
                  <a:gd name="T21" fmla="*/ 5 h 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6" h="2">
                    <a:moveTo>
                      <a:pt x="36" y="1"/>
                    </a:moveTo>
                    <a:cubicBezTo>
                      <a:pt x="30" y="1"/>
                      <a:pt x="30" y="1"/>
                      <a:pt x="30" y="1"/>
                    </a:cubicBezTo>
                    <a:cubicBezTo>
                      <a:pt x="23" y="2"/>
                      <a:pt x="23" y="2"/>
                      <a:pt x="23" y="2"/>
                    </a:cubicBezTo>
                    <a:cubicBezTo>
                      <a:pt x="15" y="2"/>
                      <a:pt x="15" y="2"/>
                      <a:pt x="15" y="2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6" y="2"/>
                      <a:pt x="2" y="1"/>
                      <a:pt x="0" y="0"/>
                    </a:cubicBezTo>
                    <a:cubicBezTo>
                      <a:pt x="2" y="1"/>
                      <a:pt x="6" y="1"/>
                      <a:pt x="10" y="1"/>
                    </a:cubicBezTo>
                    <a:cubicBezTo>
                      <a:pt x="15" y="1"/>
                      <a:pt x="15" y="1"/>
                      <a:pt x="15" y="1"/>
                    </a:cubicBezTo>
                    <a:cubicBezTo>
                      <a:pt x="23" y="1"/>
                      <a:pt x="23" y="1"/>
                      <a:pt x="23" y="1"/>
                    </a:cubicBezTo>
                    <a:cubicBezTo>
                      <a:pt x="30" y="0"/>
                      <a:pt x="30" y="0"/>
                      <a:pt x="30" y="0"/>
                    </a:cubicBezTo>
                    <a:cubicBezTo>
                      <a:pt x="36" y="1"/>
                      <a:pt x="36" y="1"/>
                      <a:pt x="36" y="1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3333" name="Freeform 103">
                <a:extLst>
                  <a:ext uri="{FF2B5EF4-FFF2-40B4-BE49-F238E27FC236}">
                    <a16:creationId xmlns:a16="http://schemas.microsoft.com/office/drawing/2014/main" id="{ED679696-EB43-46D6-8E03-B079F8AB0A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2" y="1074"/>
                <a:ext cx="70" cy="8"/>
              </a:xfrm>
              <a:custGeom>
                <a:avLst/>
                <a:gdLst>
                  <a:gd name="T0" fmla="*/ 172 w 44"/>
                  <a:gd name="T1" fmla="*/ 0 h 5"/>
                  <a:gd name="T2" fmla="*/ 172 w 44"/>
                  <a:gd name="T3" fmla="*/ 0 h 5"/>
                  <a:gd name="T4" fmla="*/ 150 w 44"/>
                  <a:gd name="T5" fmla="*/ 8 h 5"/>
                  <a:gd name="T6" fmla="*/ 73 w 44"/>
                  <a:gd name="T7" fmla="*/ 16 h 5"/>
                  <a:gd name="T8" fmla="*/ 64 w 44"/>
                  <a:gd name="T9" fmla="*/ 16 h 5"/>
                  <a:gd name="T10" fmla="*/ 5 w 44"/>
                  <a:gd name="T11" fmla="*/ 8 h 5"/>
                  <a:gd name="T12" fmla="*/ 5 w 44"/>
                  <a:gd name="T13" fmla="*/ 8 h 5"/>
                  <a:gd name="T14" fmla="*/ 64 w 44"/>
                  <a:gd name="T15" fmla="*/ 21 h 5"/>
                  <a:gd name="T16" fmla="*/ 73 w 44"/>
                  <a:gd name="T17" fmla="*/ 21 h 5"/>
                  <a:gd name="T18" fmla="*/ 150 w 44"/>
                  <a:gd name="T19" fmla="*/ 13 h 5"/>
                  <a:gd name="T20" fmla="*/ 172 w 44"/>
                  <a:gd name="T21" fmla="*/ 0 h 5"/>
                  <a:gd name="T22" fmla="*/ 172 w 44"/>
                  <a:gd name="T23" fmla="*/ 0 h 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44" h="5">
                    <a:moveTo>
                      <a:pt x="43" y="0"/>
                    </a:moveTo>
                    <a:cubicBezTo>
                      <a:pt x="43" y="0"/>
                      <a:pt x="43" y="0"/>
                      <a:pt x="43" y="0"/>
                    </a:cubicBezTo>
                    <a:cubicBezTo>
                      <a:pt x="41" y="2"/>
                      <a:pt x="39" y="1"/>
                      <a:pt x="37" y="2"/>
                    </a:cubicBezTo>
                    <a:cubicBezTo>
                      <a:pt x="33" y="4"/>
                      <a:pt x="24" y="4"/>
                      <a:pt x="18" y="4"/>
                    </a:cubicBezTo>
                    <a:cubicBezTo>
                      <a:pt x="16" y="4"/>
                      <a:pt x="16" y="4"/>
                      <a:pt x="16" y="4"/>
                    </a:cubicBezTo>
                    <a:cubicBezTo>
                      <a:pt x="11" y="4"/>
                      <a:pt x="4" y="4"/>
                      <a:pt x="1" y="2"/>
                    </a:cubicBezTo>
                    <a:cubicBezTo>
                      <a:pt x="0" y="2"/>
                      <a:pt x="1" y="2"/>
                      <a:pt x="1" y="2"/>
                    </a:cubicBezTo>
                    <a:cubicBezTo>
                      <a:pt x="4" y="5"/>
                      <a:pt x="9" y="5"/>
                      <a:pt x="16" y="5"/>
                    </a:cubicBezTo>
                    <a:cubicBezTo>
                      <a:pt x="18" y="5"/>
                      <a:pt x="18" y="5"/>
                      <a:pt x="18" y="5"/>
                    </a:cubicBezTo>
                    <a:cubicBezTo>
                      <a:pt x="25" y="5"/>
                      <a:pt x="33" y="5"/>
                      <a:pt x="37" y="3"/>
                    </a:cubicBezTo>
                    <a:cubicBezTo>
                      <a:pt x="40" y="1"/>
                      <a:pt x="41" y="2"/>
                      <a:pt x="43" y="0"/>
                    </a:cubicBezTo>
                    <a:cubicBezTo>
                      <a:pt x="43" y="0"/>
                      <a:pt x="44" y="0"/>
                      <a:pt x="43" y="0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3334" name="Freeform 104">
                <a:extLst>
                  <a:ext uri="{FF2B5EF4-FFF2-40B4-BE49-F238E27FC236}">
                    <a16:creationId xmlns:a16="http://schemas.microsoft.com/office/drawing/2014/main" id="{C67E9B1C-BB60-45D0-BA80-DE5E34E5F6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4" y="1054"/>
                <a:ext cx="44" cy="4"/>
              </a:xfrm>
              <a:custGeom>
                <a:avLst/>
                <a:gdLst>
                  <a:gd name="T0" fmla="*/ 108 w 28"/>
                  <a:gd name="T1" fmla="*/ 7 h 3"/>
                  <a:gd name="T2" fmla="*/ 101 w 28"/>
                  <a:gd name="T3" fmla="*/ 7 h 3"/>
                  <a:gd name="T4" fmla="*/ 66 w 28"/>
                  <a:gd name="T5" fmla="*/ 5 h 3"/>
                  <a:gd name="T6" fmla="*/ 55 w 28"/>
                  <a:gd name="T7" fmla="*/ 7 h 3"/>
                  <a:gd name="T8" fmla="*/ 0 w 28"/>
                  <a:gd name="T9" fmla="*/ 5 h 3"/>
                  <a:gd name="T10" fmla="*/ 55 w 28"/>
                  <a:gd name="T11" fmla="*/ 1 h 3"/>
                  <a:gd name="T12" fmla="*/ 66 w 28"/>
                  <a:gd name="T13" fmla="*/ 1 h 3"/>
                  <a:gd name="T14" fmla="*/ 101 w 28"/>
                  <a:gd name="T15" fmla="*/ 1 h 3"/>
                  <a:gd name="T16" fmla="*/ 108 w 28"/>
                  <a:gd name="T17" fmla="*/ 1 h 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8" h="3">
                    <a:moveTo>
                      <a:pt x="28" y="3"/>
                    </a:moveTo>
                    <a:cubicBezTo>
                      <a:pt x="26" y="3"/>
                      <a:pt x="26" y="3"/>
                      <a:pt x="26" y="3"/>
                    </a:cubicBezTo>
                    <a:cubicBezTo>
                      <a:pt x="24" y="2"/>
                      <a:pt x="20" y="1"/>
                      <a:pt x="17" y="2"/>
                    </a:cubicBezTo>
                    <a:cubicBezTo>
                      <a:pt x="16" y="2"/>
                      <a:pt x="15" y="3"/>
                      <a:pt x="14" y="3"/>
                    </a:cubicBezTo>
                    <a:cubicBezTo>
                      <a:pt x="9" y="3"/>
                      <a:pt x="3" y="3"/>
                      <a:pt x="0" y="2"/>
                    </a:cubicBezTo>
                    <a:cubicBezTo>
                      <a:pt x="2" y="3"/>
                      <a:pt x="9" y="1"/>
                      <a:pt x="14" y="1"/>
                    </a:cubicBezTo>
                    <a:cubicBezTo>
                      <a:pt x="15" y="1"/>
                      <a:pt x="16" y="1"/>
                      <a:pt x="17" y="1"/>
                    </a:cubicBezTo>
                    <a:cubicBezTo>
                      <a:pt x="20" y="0"/>
                      <a:pt x="24" y="1"/>
                      <a:pt x="26" y="1"/>
                    </a:cubicBezTo>
                    <a:cubicBezTo>
                      <a:pt x="28" y="1"/>
                      <a:pt x="28" y="1"/>
                      <a:pt x="28" y="1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3335" name="Freeform 105">
                <a:extLst>
                  <a:ext uri="{FF2B5EF4-FFF2-40B4-BE49-F238E27FC236}">
                    <a16:creationId xmlns:a16="http://schemas.microsoft.com/office/drawing/2014/main" id="{AC21F5F5-EF31-4FB0-A3C6-1ABDB1E6DD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8" y="1054"/>
                <a:ext cx="45" cy="4"/>
              </a:xfrm>
              <a:custGeom>
                <a:avLst/>
                <a:gdLst>
                  <a:gd name="T0" fmla="*/ 0 w 28"/>
                  <a:gd name="T1" fmla="*/ 1 h 3"/>
                  <a:gd name="T2" fmla="*/ 8 w 28"/>
                  <a:gd name="T3" fmla="*/ 1 h 3"/>
                  <a:gd name="T4" fmla="*/ 47 w 28"/>
                  <a:gd name="T5" fmla="*/ 1 h 3"/>
                  <a:gd name="T6" fmla="*/ 59 w 28"/>
                  <a:gd name="T7" fmla="*/ 1 h 3"/>
                  <a:gd name="T8" fmla="*/ 116 w 28"/>
                  <a:gd name="T9" fmla="*/ 7 h 3"/>
                  <a:gd name="T10" fmla="*/ 59 w 28"/>
                  <a:gd name="T11" fmla="*/ 7 h 3"/>
                  <a:gd name="T12" fmla="*/ 47 w 28"/>
                  <a:gd name="T13" fmla="*/ 5 h 3"/>
                  <a:gd name="T14" fmla="*/ 8 w 28"/>
                  <a:gd name="T15" fmla="*/ 7 h 3"/>
                  <a:gd name="T16" fmla="*/ 0 w 28"/>
                  <a:gd name="T17" fmla="*/ 7 h 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8" h="3">
                    <a:moveTo>
                      <a:pt x="0" y="1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4" y="1"/>
                      <a:pt x="8" y="0"/>
                      <a:pt x="11" y="1"/>
                    </a:cubicBezTo>
                    <a:cubicBezTo>
                      <a:pt x="12" y="1"/>
                      <a:pt x="13" y="1"/>
                      <a:pt x="14" y="1"/>
                    </a:cubicBezTo>
                    <a:cubicBezTo>
                      <a:pt x="19" y="1"/>
                      <a:pt x="26" y="3"/>
                      <a:pt x="28" y="3"/>
                    </a:cubicBezTo>
                    <a:cubicBezTo>
                      <a:pt x="25" y="3"/>
                      <a:pt x="19" y="3"/>
                      <a:pt x="14" y="3"/>
                    </a:cubicBezTo>
                    <a:cubicBezTo>
                      <a:pt x="13" y="3"/>
                      <a:pt x="12" y="2"/>
                      <a:pt x="11" y="2"/>
                    </a:cubicBezTo>
                    <a:cubicBezTo>
                      <a:pt x="8" y="1"/>
                      <a:pt x="4" y="2"/>
                      <a:pt x="2" y="3"/>
                    </a:cubicBezTo>
                    <a:cubicBezTo>
                      <a:pt x="0" y="3"/>
                      <a:pt x="0" y="3"/>
                      <a:pt x="0" y="3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3336" name="Freeform 106">
                <a:extLst>
                  <a:ext uri="{FF2B5EF4-FFF2-40B4-BE49-F238E27FC236}">
                    <a16:creationId xmlns:a16="http://schemas.microsoft.com/office/drawing/2014/main" id="{8F20CEC3-6C14-4B54-9451-7A6BE69D8F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0" y="2428"/>
                <a:ext cx="157" cy="149"/>
              </a:xfrm>
              <a:custGeom>
                <a:avLst/>
                <a:gdLst>
                  <a:gd name="T0" fmla="*/ 35 w 98"/>
                  <a:gd name="T1" fmla="*/ 0 h 93"/>
                  <a:gd name="T2" fmla="*/ 42 w 98"/>
                  <a:gd name="T3" fmla="*/ 82 h 93"/>
                  <a:gd name="T4" fmla="*/ 192 w 98"/>
                  <a:gd name="T5" fmla="*/ 383 h 93"/>
                  <a:gd name="T6" fmla="*/ 320 w 98"/>
                  <a:gd name="T7" fmla="*/ 77 h 93"/>
                  <a:gd name="T8" fmla="*/ 320 w 98"/>
                  <a:gd name="T9" fmla="*/ 34 h 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8" h="93">
                    <a:moveTo>
                      <a:pt x="9" y="0"/>
                    </a:moveTo>
                    <a:cubicBezTo>
                      <a:pt x="11" y="7"/>
                      <a:pt x="12" y="15"/>
                      <a:pt x="10" y="20"/>
                    </a:cubicBezTo>
                    <a:cubicBezTo>
                      <a:pt x="7" y="28"/>
                      <a:pt x="0" y="93"/>
                      <a:pt x="47" y="93"/>
                    </a:cubicBezTo>
                    <a:cubicBezTo>
                      <a:pt x="98" y="93"/>
                      <a:pt x="79" y="35"/>
                      <a:pt x="78" y="19"/>
                    </a:cubicBezTo>
                    <a:cubicBezTo>
                      <a:pt x="77" y="15"/>
                      <a:pt x="77" y="11"/>
                      <a:pt x="78" y="8"/>
                    </a:cubicBezTo>
                  </a:path>
                </a:pathLst>
              </a:custGeom>
              <a:solidFill>
                <a:srgbClr val="FEF3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3337" name="Freeform 107">
                <a:extLst>
                  <a:ext uri="{FF2B5EF4-FFF2-40B4-BE49-F238E27FC236}">
                    <a16:creationId xmlns:a16="http://schemas.microsoft.com/office/drawing/2014/main" id="{F25CCF0E-A080-4829-872D-8A802BF099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2" y="2432"/>
                <a:ext cx="168" cy="146"/>
              </a:xfrm>
              <a:custGeom>
                <a:avLst/>
                <a:gdLst>
                  <a:gd name="T0" fmla="*/ 35 w 105"/>
                  <a:gd name="T1" fmla="*/ 0 h 92"/>
                  <a:gd name="T2" fmla="*/ 46 w 105"/>
                  <a:gd name="T3" fmla="*/ 68 h 92"/>
                  <a:gd name="T4" fmla="*/ 54 w 105"/>
                  <a:gd name="T5" fmla="*/ 257 h 92"/>
                  <a:gd name="T6" fmla="*/ 218 w 105"/>
                  <a:gd name="T7" fmla="*/ 368 h 92"/>
                  <a:gd name="T8" fmla="*/ 376 w 105"/>
                  <a:gd name="T9" fmla="*/ 265 h 92"/>
                  <a:gd name="T10" fmla="*/ 402 w 105"/>
                  <a:gd name="T11" fmla="*/ 95 h 92"/>
                  <a:gd name="T12" fmla="*/ 397 w 105"/>
                  <a:gd name="T13" fmla="*/ 73 h 92"/>
                  <a:gd name="T14" fmla="*/ 389 w 105"/>
                  <a:gd name="T15" fmla="*/ 48 h 92"/>
                  <a:gd name="T16" fmla="*/ 384 w 105"/>
                  <a:gd name="T17" fmla="*/ 13 h 92"/>
                  <a:gd name="T18" fmla="*/ 384 w 105"/>
                  <a:gd name="T19" fmla="*/ 48 h 92"/>
                  <a:gd name="T20" fmla="*/ 389 w 105"/>
                  <a:gd name="T21" fmla="*/ 68 h 92"/>
                  <a:gd name="T22" fmla="*/ 394 w 105"/>
                  <a:gd name="T23" fmla="*/ 95 h 92"/>
                  <a:gd name="T24" fmla="*/ 368 w 105"/>
                  <a:gd name="T25" fmla="*/ 259 h 92"/>
                  <a:gd name="T26" fmla="*/ 213 w 105"/>
                  <a:gd name="T27" fmla="*/ 363 h 92"/>
                  <a:gd name="T28" fmla="*/ 56 w 105"/>
                  <a:gd name="T29" fmla="*/ 252 h 92"/>
                  <a:gd name="T30" fmla="*/ 48 w 105"/>
                  <a:gd name="T31" fmla="*/ 73 h 92"/>
                  <a:gd name="T32" fmla="*/ 35 w 105"/>
                  <a:gd name="T33" fmla="*/ 0 h 92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05" h="92">
                    <a:moveTo>
                      <a:pt x="9" y="0"/>
                    </a:moveTo>
                    <a:cubicBezTo>
                      <a:pt x="15" y="5"/>
                      <a:pt x="13" y="13"/>
                      <a:pt x="11" y="17"/>
                    </a:cubicBezTo>
                    <a:cubicBezTo>
                      <a:pt x="7" y="24"/>
                      <a:pt x="0" y="48"/>
                      <a:pt x="13" y="64"/>
                    </a:cubicBezTo>
                    <a:cubicBezTo>
                      <a:pt x="21" y="73"/>
                      <a:pt x="34" y="92"/>
                      <a:pt x="53" y="92"/>
                    </a:cubicBezTo>
                    <a:cubicBezTo>
                      <a:pt x="71" y="92"/>
                      <a:pt x="84" y="73"/>
                      <a:pt x="92" y="66"/>
                    </a:cubicBezTo>
                    <a:cubicBezTo>
                      <a:pt x="105" y="54"/>
                      <a:pt x="100" y="37"/>
                      <a:pt x="98" y="24"/>
                    </a:cubicBezTo>
                    <a:cubicBezTo>
                      <a:pt x="97" y="18"/>
                      <a:pt x="97" y="18"/>
                      <a:pt x="97" y="18"/>
                    </a:cubicBezTo>
                    <a:cubicBezTo>
                      <a:pt x="97" y="18"/>
                      <a:pt x="95" y="12"/>
                      <a:pt x="95" y="12"/>
                    </a:cubicBezTo>
                    <a:cubicBezTo>
                      <a:pt x="94" y="9"/>
                      <a:pt x="94" y="5"/>
                      <a:pt x="94" y="3"/>
                    </a:cubicBezTo>
                    <a:cubicBezTo>
                      <a:pt x="94" y="6"/>
                      <a:pt x="93" y="9"/>
                      <a:pt x="94" y="12"/>
                    </a:cubicBezTo>
                    <a:cubicBezTo>
                      <a:pt x="95" y="17"/>
                      <a:pt x="95" y="17"/>
                      <a:pt x="95" y="17"/>
                    </a:cubicBezTo>
                    <a:cubicBezTo>
                      <a:pt x="96" y="24"/>
                      <a:pt x="96" y="24"/>
                      <a:pt x="96" y="24"/>
                    </a:cubicBezTo>
                    <a:cubicBezTo>
                      <a:pt x="99" y="36"/>
                      <a:pt x="102" y="54"/>
                      <a:pt x="90" y="65"/>
                    </a:cubicBezTo>
                    <a:cubicBezTo>
                      <a:pt x="82" y="72"/>
                      <a:pt x="70" y="91"/>
                      <a:pt x="52" y="91"/>
                    </a:cubicBezTo>
                    <a:cubicBezTo>
                      <a:pt x="35" y="91"/>
                      <a:pt x="21" y="72"/>
                      <a:pt x="14" y="63"/>
                    </a:cubicBezTo>
                    <a:cubicBezTo>
                      <a:pt x="0" y="47"/>
                      <a:pt x="10" y="22"/>
                      <a:pt x="12" y="18"/>
                    </a:cubicBezTo>
                    <a:cubicBezTo>
                      <a:pt x="14" y="13"/>
                      <a:pt x="16" y="6"/>
                      <a:pt x="9" y="0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3338" name="Freeform 108">
                <a:extLst>
                  <a:ext uri="{FF2B5EF4-FFF2-40B4-BE49-F238E27FC236}">
                    <a16:creationId xmlns:a16="http://schemas.microsoft.com/office/drawing/2014/main" id="{4B0CB853-BCC9-4655-B56A-F4DD5DE931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3" y="2433"/>
                <a:ext cx="67" cy="114"/>
              </a:xfrm>
              <a:custGeom>
                <a:avLst/>
                <a:gdLst>
                  <a:gd name="T0" fmla="*/ 155 w 42"/>
                  <a:gd name="T1" fmla="*/ 0 h 71"/>
                  <a:gd name="T2" fmla="*/ 163 w 42"/>
                  <a:gd name="T3" fmla="*/ 50 h 71"/>
                  <a:gd name="T4" fmla="*/ 150 w 42"/>
                  <a:gd name="T5" fmla="*/ 186 h 71"/>
                  <a:gd name="T6" fmla="*/ 150 w 42"/>
                  <a:gd name="T7" fmla="*/ 191 h 71"/>
                  <a:gd name="T8" fmla="*/ 150 w 42"/>
                  <a:gd name="T9" fmla="*/ 191 h 71"/>
                  <a:gd name="T10" fmla="*/ 166 w 42"/>
                  <a:gd name="T11" fmla="*/ 233 h 71"/>
                  <a:gd name="T12" fmla="*/ 89 w 42"/>
                  <a:gd name="T13" fmla="*/ 286 h 71"/>
                  <a:gd name="T14" fmla="*/ 86 w 42"/>
                  <a:gd name="T15" fmla="*/ 286 h 71"/>
                  <a:gd name="T16" fmla="*/ 5 w 42"/>
                  <a:gd name="T17" fmla="*/ 233 h 71"/>
                  <a:gd name="T18" fmla="*/ 26 w 42"/>
                  <a:gd name="T19" fmla="*/ 191 h 71"/>
                  <a:gd name="T20" fmla="*/ 26 w 42"/>
                  <a:gd name="T21" fmla="*/ 186 h 71"/>
                  <a:gd name="T22" fmla="*/ 16 w 42"/>
                  <a:gd name="T23" fmla="*/ 50 h 71"/>
                  <a:gd name="T24" fmla="*/ 8 w 42"/>
                  <a:gd name="T25" fmla="*/ 21 h 71"/>
                  <a:gd name="T26" fmla="*/ 13 w 42"/>
                  <a:gd name="T27" fmla="*/ 67 h 71"/>
                  <a:gd name="T28" fmla="*/ 16 w 42"/>
                  <a:gd name="T29" fmla="*/ 186 h 71"/>
                  <a:gd name="T30" fmla="*/ 0 w 42"/>
                  <a:gd name="T31" fmla="*/ 225 h 71"/>
                  <a:gd name="T32" fmla="*/ 0 w 42"/>
                  <a:gd name="T33" fmla="*/ 233 h 71"/>
                  <a:gd name="T34" fmla="*/ 86 w 42"/>
                  <a:gd name="T35" fmla="*/ 294 h 71"/>
                  <a:gd name="T36" fmla="*/ 89 w 42"/>
                  <a:gd name="T37" fmla="*/ 294 h 71"/>
                  <a:gd name="T38" fmla="*/ 171 w 42"/>
                  <a:gd name="T39" fmla="*/ 238 h 71"/>
                  <a:gd name="T40" fmla="*/ 171 w 42"/>
                  <a:gd name="T41" fmla="*/ 226 h 71"/>
                  <a:gd name="T42" fmla="*/ 158 w 42"/>
                  <a:gd name="T43" fmla="*/ 186 h 71"/>
                  <a:gd name="T44" fmla="*/ 166 w 42"/>
                  <a:gd name="T45" fmla="*/ 56 h 71"/>
                  <a:gd name="T46" fmla="*/ 166 w 42"/>
                  <a:gd name="T47" fmla="*/ 55 h 71"/>
                  <a:gd name="T48" fmla="*/ 155 w 42"/>
                  <a:gd name="T49" fmla="*/ 0 h 71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42" h="71">
                    <a:moveTo>
                      <a:pt x="38" y="0"/>
                    </a:moveTo>
                    <a:cubicBezTo>
                      <a:pt x="40" y="2"/>
                      <a:pt x="40" y="7"/>
                      <a:pt x="40" y="12"/>
                    </a:cubicBezTo>
                    <a:cubicBezTo>
                      <a:pt x="39" y="17"/>
                      <a:pt x="38" y="42"/>
                      <a:pt x="37" y="45"/>
                    </a:cubicBezTo>
                    <a:cubicBezTo>
                      <a:pt x="37" y="46"/>
                      <a:pt x="37" y="46"/>
                      <a:pt x="37" y="46"/>
                    </a:cubicBezTo>
                    <a:cubicBezTo>
                      <a:pt x="37" y="46"/>
                      <a:pt x="37" y="46"/>
                      <a:pt x="37" y="46"/>
                    </a:cubicBezTo>
                    <a:cubicBezTo>
                      <a:pt x="39" y="50"/>
                      <a:pt x="42" y="53"/>
                      <a:pt x="41" y="56"/>
                    </a:cubicBezTo>
                    <a:cubicBezTo>
                      <a:pt x="39" y="60"/>
                      <a:pt x="33" y="69"/>
                      <a:pt x="22" y="69"/>
                    </a:cubicBezTo>
                    <a:cubicBezTo>
                      <a:pt x="21" y="69"/>
                      <a:pt x="21" y="69"/>
                      <a:pt x="21" y="69"/>
                    </a:cubicBezTo>
                    <a:cubicBezTo>
                      <a:pt x="10" y="69"/>
                      <a:pt x="3" y="60"/>
                      <a:pt x="1" y="56"/>
                    </a:cubicBezTo>
                    <a:cubicBezTo>
                      <a:pt x="0" y="53"/>
                      <a:pt x="3" y="49"/>
                      <a:pt x="6" y="46"/>
                    </a:cubicBezTo>
                    <a:cubicBezTo>
                      <a:pt x="6" y="45"/>
                      <a:pt x="6" y="45"/>
                      <a:pt x="6" y="45"/>
                    </a:cubicBezTo>
                    <a:cubicBezTo>
                      <a:pt x="5" y="42"/>
                      <a:pt x="4" y="18"/>
                      <a:pt x="4" y="12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3" y="16"/>
                      <a:pt x="3" y="16"/>
                      <a:pt x="3" y="16"/>
                    </a:cubicBezTo>
                    <a:cubicBezTo>
                      <a:pt x="3" y="20"/>
                      <a:pt x="3" y="41"/>
                      <a:pt x="4" y="45"/>
                    </a:cubicBezTo>
                    <a:cubicBezTo>
                      <a:pt x="2" y="49"/>
                      <a:pt x="0" y="52"/>
                      <a:pt x="0" y="54"/>
                    </a:cubicBezTo>
                    <a:cubicBezTo>
                      <a:pt x="0" y="55"/>
                      <a:pt x="0" y="56"/>
                      <a:pt x="0" y="56"/>
                    </a:cubicBezTo>
                    <a:cubicBezTo>
                      <a:pt x="2" y="61"/>
                      <a:pt x="9" y="70"/>
                      <a:pt x="21" y="71"/>
                    </a:cubicBezTo>
                    <a:cubicBezTo>
                      <a:pt x="22" y="71"/>
                      <a:pt x="22" y="71"/>
                      <a:pt x="22" y="71"/>
                    </a:cubicBezTo>
                    <a:cubicBezTo>
                      <a:pt x="35" y="70"/>
                      <a:pt x="40" y="62"/>
                      <a:pt x="42" y="57"/>
                    </a:cubicBezTo>
                    <a:cubicBezTo>
                      <a:pt x="42" y="56"/>
                      <a:pt x="42" y="55"/>
                      <a:pt x="42" y="55"/>
                    </a:cubicBezTo>
                    <a:cubicBezTo>
                      <a:pt x="42" y="52"/>
                      <a:pt x="41" y="49"/>
                      <a:pt x="39" y="45"/>
                    </a:cubicBezTo>
                    <a:cubicBezTo>
                      <a:pt x="39" y="41"/>
                      <a:pt x="41" y="19"/>
                      <a:pt x="41" y="14"/>
                    </a:cubicBezTo>
                    <a:cubicBezTo>
                      <a:pt x="41" y="14"/>
                      <a:pt x="41" y="13"/>
                      <a:pt x="41" y="13"/>
                    </a:cubicBezTo>
                    <a:cubicBezTo>
                      <a:pt x="41" y="8"/>
                      <a:pt x="40" y="2"/>
                      <a:pt x="38" y="0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3339" name="Freeform 109">
                <a:extLst>
                  <a:ext uri="{FF2B5EF4-FFF2-40B4-BE49-F238E27FC236}">
                    <a16:creationId xmlns:a16="http://schemas.microsoft.com/office/drawing/2014/main" id="{1623374E-B6EA-4173-804C-BE9ED5667C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9" y="2500"/>
                <a:ext cx="13" cy="7"/>
              </a:xfrm>
              <a:custGeom>
                <a:avLst/>
                <a:gdLst>
                  <a:gd name="T0" fmla="*/ 0 w 8"/>
                  <a:gd name="T1" fmla="*/ 0 h 4"/>
                  <a:gd name="T2" fmla="*/ 34 w 8"/>
                  <a:gd name="T3" fmla="*/ 21 h 4"/>
                  <a:gd name="T4" fmla="*/ 34 w 8"/>
                  <a:gd name="T5" fmla="*/ 16 h 4"/>
                  <a:gd name="T6" fmla="*/ 0 w 8"/>
                  <a:gd name="T7" fmla="*/ 0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4">
                    <a:moveTo>
                      <a:pt x="0" y="0"/>
                    </a:moveTo>
                    <a:cubicBezTo>
                      <a:pt x="2" y="0"/>
                      <a:pt x="6" y="3"/>
                      <a:pt x="8" y="4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6" y="1"/>
                      <a:pt x="1" y="0"/>
                      <a:pt x="0" y="0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3340" name="Freeform 110">
                <a:extLst>
                  <a:ext uri="{FF2B5EF4-FFF2-40B4-BE49-F238E27FC236}">
                    <a16:creationId xmlns:a16="http://schemas.microsoft.com/office/drawing/2014/main" id="{35AE1078-3D29-40CE-AAB6-C1F1F5B51F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6" y="977"/>
                <a:ext cx="97" cy="45"/>
              </a:xfrm>
              <a:custGeom>
                <a:avLst/>
                <a:gdLst>
                  <a:gd name="T0" fmla="*/ 21 w 61"/>
                  <a:gd name="T1" fmla="*/ 0 h 28"/>
                  <a:gd name="T2" fmla="*/ 64 w 61"/>
                  <a:gd name="T3" fmla="*/ 76 h 28"/>
                  <a:gd name="T4" fmla="*/ 121 w 61"/>
                  <a:gd name="T5" fmla="*/ 116 h 28"/>
                  <a:gd name="T6" fmla="*/ 164 w 61"/>
                  <a:gd name="T7" fmla="*/ 82 h 28"/>
                  <a:gd name="T8" fmla="*/ 218 w 61"/>
                  <a:gd name="T9" fmla="*/ 5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1" h="28">
                    <a:moveTo>
                      <a:pt x="5" y="0"/>
                    </a:moveTo>
                    <a:cubicBezTo>
                      <a:pt x="0" y="12"/>
                      <a:pt x="8" y="15"/>
                      <a:pt x="16" y="18"/>
                    </a:cubicBezTo>
                    <a:cubicBezTo>
                      <a:pt x="21" y="20"/>
                      <a:pt x="25" y="28"/>
                      <a:pt x="30" y="28"/>
                    </a:cubicBezTo>
                    <a:cubicBezTo>
                      <a:pt x="34" y="28"/>
                      <a:pt x="39" y="22"/>
                      <a:pt x="41" y="20"/>
                    </a:cubicBezTo>
                    <a:cubicBezTo>
                      <a:pt x="44" y="18"/>
                      <a:pt x="61" y="17"/>
                      <a:pt x="54" y="1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3341" name="Freeform 111">
                <a:extLst>
                  <a:ext uri="{FF2B5EF4-FFF2-40B4-BE49-F238E27FC236}">
                    <a16:creationId xmlns:a16="http://schemas.microsoft.com/office/drawing/2014/main" id="{60181FD4-228C-4776-8CD5-7B1FF2BB98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0" y="896"/>
                <a:ext cx="12" cy="103"/>
              </a:xfrm>
              <a:custGeom>
                <a:avLst/>
                <a:gdLst>
                  <a:gd name="T0" fmla="*/ 12 w 8"/>
                  <a:gd name="T1" fmla="*/ 0 h 65"/>
                  <a:gd name="T2" fmla="*/ 18 w 8"/>
                  <a:gd name="T3" fmla="*/ 68 h 65"/>
                  <a:gd name="T4" fmla="*/ 21 w 8"/>
                  <a:gd name="T5" fmla="*/ 136 h 65"/>
                  <a:gd name="T6" fmla="*/ 26 w 8"/>
                  <a:gd name="T7" fmla="*/ 198 h 65"/>
                  <a:gd name="T8" fmla="*/ 18 w 8"/>
                  <a:gd name="T9" fmla="*/ 227 h 65"/>
                  <a:gd name="T10" fmla="*/ 18 w 8"/>
                  <a:gd name="T11" fmla="*/ 258 h 65"/>
                  <a:gd name="T12" fmla="*/ 8 w 8"/>
                  <a:gd name="T13" fmla="*/ 203 h 65"/>
                  <a:gd name="T14" fmla="*/ 8 w 8"/>
                  <a:gd name="T15" fmla="*/ 138 h 65"/>
                  <a:gd name="T16" fmla="*/ 8 w 8"/>
                  <a:gd name="T17" fmla="*/ 73 h 65"/>
                  <a:gd name="T18" fmla="*/ 12 w 8"/>
                  <a:gd name="T19" fmla="*/ 8 h 65"/>
                  <a:gd name="T20" fmla="*/ 12 w 8"/>
                  <a:gd name="T21" fmla="*/ 5 h 6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" h="65">
                    <a:moveTo>
                      <a:pt x="3" y="0"/>
                    </a:moveTo>
                    <a:cubicBezTo>
                      <a:pt x="5" y="6"/>
                      <a:pt x="6" y="11"/>
                      <a:pt x="5" y="17"/>
                    </a:cubicBezTo>
                    <a:cubicBezTo>
                      <a:pt x="4" y="23"/>
                      <a:pt x="4" y="29"/>
                      <a:pt x="6" y="34"/>
                    </a:cubicBezTo>
                    <a:cubicBezTo>
                      <a:pt x="7" y="40"/>
                      <a:pt x="8" y="45"/>
                      <a:pt x="7" y="50"/>
                    </a:cubicBezTo>
                    <a:cubicBezTo>
                      <a:pt x="6" y="53"/>
                      <a:pt x="5" y="55"/>
                      <a:pt x="5" y="57"/>
                    </a:cubicBezTo>
                    <a:cubicBezTo>
                      <a:pt x="5" y="60"/>
                      <a:pt x="5" y="62"/>
                      <a:pt x="5" y="65"/>
                    </a:cubicBezTo>
                    <a:cubicBezTo>
                      <a:pt x="5" y="60"/>
                      <a:pt x="1" y="56"/>
                      <a:pt x="2" y="51"/>
                    </a:cubicBezTo>
                    <a:cubicBezTo>
                      <a:pt x="4" y="45"/>
                      <a:pt x="4" y="40"/>
                      <a:pt x="2" y="35"/>
                    </a:cubicBezTo>
                    <a:cubicBezTo>
                      <a:pt x="0" y="29"/>
                      <a:pt x="1" y="24"/>
                      <a:pt x="2" y="18"/>
                    </a:cubicBezTo>
                    <a:cubicBezTo>
                      <a:pt x="3" y="13"/>
                      <a:pt x="5" y="6"/>
                      <a:pt x="3" y="2"/>
                    </a:cubicBezTo>
                    <a:cubicBezTo>
                      <a:pt x="3" y="1"/>
                      <a:pt x="3" y="1"/>
                      <a:pt x="3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3342" name="Freeform 112">
                <a:extLst>
                  <a:ext uri="{FF2B5EF4-FFF2-40B4-BE49-F238E27FC236}">
                    <a16:creationId xmlns:a16="http://schemas.microsoft.com/office/drawing/2014/main" id="{09E6F6D6-9279-4BDA-920D-B649FCBED5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8" y="926"/>
                <a:ext cx="6" cy="56"/>
              </a:xfrm>
              <a:custGeom>
                <a:avLst/>
                <a:gdLst>
                  <a:gd name="T0" fmla="*/ 8 w 4"/>
                  <a:gd name="T1" fmla="*/ 0 h 35"/>
                  <a:gd name="T2" fmla="*/ 12 w 4"/>
                  <a:gd name="T3" fmla="*/ 48 h 35"/>
                  <a:gd name="T4" fmla="*/ 5 w 4"/>
                  <a:gd name="T5" fmla="*/ 77 h 35"/>
                  <a:gd name="T6" fmla="*/ 12 w 4"/>
                  <a:gd name="T7" fmla="*/ 144 h 35"/>
                  <a:gd name="T8" fmla="*/ 5 w 4"/>
                  <a:gd name="T9" fmla="*/ 110 h 35"/>
                  <a:gd name="T10" fmla="*/ 12 w 4"/>
                  <a:gd name="T11" fmla="*/ 77 h 35"/>
                  <a:gd name="T12" fmla="*/ 8 w 4"/>
                  <a:gd name="T13" fmla="*/ 5 h 3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" h="35">
                    <a:moveTo>
                      <a:pt x="2" y="0"/>
                    </a:moveTo>
                    <a:cubicBezTo>
                      <a:pt x="2" y="4"/>
                      <a:pt x="3" y="8"/>
                      <a:pt x="3" y="12"/>
                    </a:cubicBezTo>
                    <a:cubicBezTo>
                      <a:pt x="3" y="14"/>
                      <a:pt x="2" y="17"/>
                      <a:pt x="1" y="19"/>
                    </a:cubicBezTo>
                    <a:cubicBezTo>
                      <a:pt x="0" y="25"/>
                      <a:pt x="1" y="30"/>
                      <a:pt x="3" y="35"/>
                    </a:cubicBezTo>
                    <a:cubicBezTo>
                      <a:pt x="2" y="33"/>
                      <a:pt x="2" y="30"/>
                      <a:pt x="1" y="27"/>
                    </a:cubicBezTo>
                    <a:cubicBezTo>
                      <a:pt x="1" y="24"/>
                      <a:pt x="2" y="21"/>
                      <a:pt x="3" y="19"/>
                    </a:cubicBezTo>
                    <a:cubicBezTo>
                      <a:pt x="4" y="13"/>
                      <a:pt x="3" y="7"/>
                      <a:pt x="2" y="1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3343" name="Freeform 113">
                <a:extLst>
                  <a:ext uri="{FF2B5EF4-FFF2-40B4-BE49-F238E27FC236}">
                    <a16:creationId xmlns:a16="http://schemas.microsoft.com/office/drawing/2014/main" id="{3BA3DB1D-F1FE-46C8-A10F-DBCF612EA8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3" y="1004"/>
                <a:ext cx="69" cy="32"/>
              </a:xfrm>
              <a:custGeom>
                <a:avLst/>
                <a:gdLst>
                  <a:gd name="T0" fmla="*/ 0 w 43"/>
                  <a:gd name="T1" fmla="*/ 5 h 20"/>
                  <a:gd name="T2" fmla="*/ 13 w 43"/>
                  <a:gd name="T3" fmla="*/ 5 h 20"/>
                  <a:gd name="T4" fmla="*/ 21 w 43"/>
                  <a:gd name="T5" fmla="*/ 13 h 20"/>
                  <a:gd name="T6" fmla="*/ 34 w 43"/>
                  <a:gd name="T7" fmla="*/ 21 h 20"/>
                  <a:gd name="T8" fmla="*/ 63 w 43"/>
                  <a:gd name="T9" fmla="*/ 48 h 20"/>
                  <a:gd name="T10" fmla="*/ 101 w 43"/>
                  <a:gd name="T11" fmla="*/ 46 h 20"/>
                  <a:gd name="T12" fmla="*/ 116 w 43"/>
                  <a:gd name="T13" fmla="*/ 29 h 20"/>
                  <a:gd name="T14" fmla="*/ 136 w 43"/>
                  <a:gd name="T15" fmla="*/ 21 h 20"/>
                  <a:gd name="T16" fmla="*/ 157 w 43"/>
                  <a:gd name="T17" fmla="*/ 8 h 20"/>
                  <a:gd name="T18" fmla="*/ 178 w 43"/>
                  <a:gd name="T19" fmla="*/ 0 h 20"/>
                  <a:gd name="T20" fmla="*/ 144 w 43"/>
                  <a:gd name="T21" fmla="*/ 26 h 20"/>
                  <a:gd name="T22" fmla="*/ 128 w 43"/>
                  <a:gd name="T23" fmla="*/ 46 h 20"/>
                  <a:gd name="T24" fmla="*/ 56 w 43"/>
                  <a:gd name="T25" fmla="*/ 74 h 20"/>
                  <a:gd name="T26" fmla="*/ 21 w 43"/>
                  <a:gd name="T27" fmla="*/ 29 h 20"/>
                  <a:gd name="T28" fmla="*/ 8 w 43"/>
                  <a:gd name="T29" fmla="*/ 13 h 20"/>
                  <a:gd name="T30" fmla="*/ 0 w 43"/>
                  <a:gd name="T31" fmla="*/ 5 h 20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43" h="20">
                    <a:moveTo>
                      <a:pt x="0" y="1"/>
                    </a:moveTo>
                    <a:cubicBezTo>
                      <a:pt x="1" y="1"/>
                      <a:pt x="2" y="1"/>
                      <a:pt x="3" y="1"/>
                    </a:cubicBezTo>
                    <a:cubicBezTo>
                      <a:pt x="4" y="2"/>
                      <a:pt x="4" y="2"/>
                      <a:pt x="5" y="3"/>
                    </a:cubicBezTo>
                    <a:cubicBezTo>
                      <a:pt x="6" y="4"/>
                      <a:pt x="7" y="4"/>
                      <a:pt x="8" y="5"/>
                    </a:cubicBezTo>
                    <a:cubicBezTo>
                      <a:pt x="10" y="7"/>
                      <a:pt x="12" y="10"/>
                      <a:pt x="15" y="12"/>
                    </a:cubicBezTo>
                    <a:cubicBezTo>
                      <a:pt x="18" y="13"/>
                      <a:pt x="21" y="13"/>
                      <a:pt x="24" y="11"/>
                    </a:cubicBezTo>
                    <a:cubicBezTo>
                      <a:pt x="26" y="10"/>
                      <a:pt x="27" y="9"/>
                      <a:pt x="28" y="7"/>
                    </a:cubicBezTo>
                    <a:cubicBezTo>
                      <a:pt x="30" y="6"/>
                      <a:pt x="31" y="5"/>
                      <a:pt x="33" y="5"/>
                    </a:cubicBezTo>
                    <a:cubicBezTo>
                      <a:pt x="35" y="4"/>
                      <a:pt x="36" y="3"/>
                      <a:pt x="38" y="2"/>
                    </a:cubicBezTo>
                    <a:cubicBezTo>
                      <a:pt x="40" y="2"/>
                      <a:pt x="42" y="1"/>
                      <a:pt x="43" y="0"/>
                    </a:cubicBezTo>
                    <a:cubicBezTo>
                      <a:pt x="40" y="2"/>
                      <a:pt x="38" y="4"/>
                      <a:pt x="35" y="6"/>
                    </a:cubicBezTo>
                    <a:cubicBezTo>
                      <a:pt x="33" y="7"/>
                      <a:pt x="32" y="9"/>
                      <a:pt x="31" y="11"/>
                    </a:cubicBezTo>
                    <a:cubicBezTo>
                      <a:pt x="27" y="17"/>
                      <a:pt x="21" y="20"/>
                      <a:pt x="14" y="18"/>
                    </a:cubicBezTo>
                    <a:cubicBezTo>
                      <a:pt x="10" y="16"/>
                      <a:pt x="8" y="11"/>
                      <a:pt x="5" y="7"/>
                    </a:cubicBezTo>
                    <a:cubicBezTo>
                      <a:pt x="4" y="6"/>
                      <a:pt x="3" y="4"/>
                      <a:pt x="2" y="3"/>
                    </a:cubicBezTo>
                    <a:cubicBezTo>
                      <a:pt x="2" y="2"/>
                      <a:pt x="0" y="1"/>
                      <a:pt x="0" y="1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3344" name="Freeform 114">
                <a:extLst>
                  <a:ext uri="{FF2B5EF4-FFF2-40B4-BE49-F238E27FC236}">
                    <a16:creationId xmlns:a16="http://schemas.microsoft.com/office/drawing/2014/main" id="{CE5A17E8-3035-4643-AEFC-706A84127A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1" y="1003"/>
                <a:ext cx="45" cy="16"/>
              </a:xfrm>
              <a:custGeom>
                <a:avLst/>
                <a:gdLst>
                  <a:gd name="T0" fmla="*/ 5 w 28"/>
                  <a:gd name="T1" fmla="*/ 5 h 10"/>
                  <a:gd name="T2" fmla="*/ 21 w 28"/>
                  <a:gd name="T3" fmla="*/ 8 h 10"/>
                  <a:gd name="T4" fmla="*/ 34 w 28"/>
                  <a:gd name="T5" fmla="*/ 21 h 10"/>
                  <a:gd name="T6" fmla="*/ 55 w 28"/>
                  <a:gd name="T7" fmla="*/ 35 h 10"/>
                  <a:gd name="T8" fmla="*/ 82 w 28"/>
                  <a:gd name="T9" fmla="*/ 21 h 10"/>
                  <a:gd name="T10" fmla="*/ 116 w 28"/>
                  <a:gd name="T11" fmla="*/ 5 h 10"/>
                  <a:gd name="T12" fmla="*/ 101 w 28"/>
                  <a:gd name="T13" fmla="*/ 5 h 10"/>
                  <a:gd name="T14" fmla="*/ 80 w 28"/>
                  <a:gd name="T15" fmla="*/ 13 h 10"/>
                  <a:gd name="T16" fmla="*/ 50 w 28"/>
                  <a:gd name="T17" fmla="*/ 21 h 10"/>
                  <a:gd name="T18" fmla="*/ 29 w 28"/>
                  <a:gd name="T19" fmla="*/ 5 h 10"/>
                  <a:gd name="T20" fmla="*/ 0 w 28"/>
                  <a:gd name="T21" fmla="*/ 5 h 1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8" h="10">
                    <a:moveTo>
                      <a:pt x="1" y="1"/>
                    </a:moveTo>
                    <a:cubicBezTo>
                      <a:pt x="3" y="2"/>
                      <a:pt x="4" y="1"/>
                      <a:pt x="5" y="2"/>
                    </a:cubicBezTo>
                    <a:cubicBezTo>
                      <a:pt x="6" y="3"/>
                      <a:pt x="7" y="4"/>
                      <a:pt x="8" y="5"/>
                    </a:cubicBezTo>
                    <a:cubicBezTo>
                      <a:pt x="9" y="7"/>
                      <a:pt x="11" y="9"/>
                      <a:pt x="13" y="9"/>
                    </a:cubicBezTo>
                    <a:cubicBezTo>
                      <a:pt x="15" y="10"/>
                      <a:pt x="18" y="7"/>
                      <a:pt x="20" y="5"/>
                    </a:cubicBezTo>
                    <a:cubicBezTo>
                      <a:pt x="22" y="3"/>
                      <a:pt x="25" y="1"/>
                      <a:pt x="28" y="1"/>
                    </a:cubicBezTo>
                    <a:cubicBezTo>
                      <a:pt x="27" y="1"/>
                      <a:pt x="25" y="1"/>
                      <a:pt x="24" y="1"/>
                    </a:cubicBezTo>
                    <a:cubicBezTo>
                      <a:pt x="22" y="2"/>
                      <a:pt x="20" y="3"/>
                      <a:pt x="19" y="3"/>
                    </a:cubicBezTo>
                    <a:cubicBezTo>
                      <a:pt x="17" y="5"/>
                      <a:pt x="14" y="7"/>
                      <a:pt x="12" y="5"/>
                    </a:cubicBezTo>
                    <a:cubicBezTo>
                      <a:pt x="10" y="4"/>
                      <a:pt x="9" y="2"/>
                      <a:pt x="7" y="1"/>
                    </a:cubicBezTo>
                    <a:cubicBezTo>
                      <a:pt x="5" y="0"/>
                      <a:pt x="3" y="1"/>
                      <a:pt x="0" y="1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3345" name="Freeform 115">
                <a:extLst>
                  <a:ext uri="{FF2B5EF4-FFF2-40B4-BE49-F238E27FC236}">
                    <a16:creationId xmlns:a16="http://schemas.microsoft.com/office/drawing/2014/main" id="{6EE59810-AAD4-454B-9FB3-CB3745C78D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4" y="967"/>
                <a:ext cx="26" cy="79"/>
              </a:xfrm>
              <a:custGeom>
                <a:avLst/>
                <a:gdLst>
                  <a:gd name="T0" fmla="*/ 68 w 16"/>
                  <a:gd name="T1" fmla="*/ 0 h 49"/>
                  <a:gd name="T2" fmla="*/ 26 w 16"/>
                  <a:gd name="T3" fmla="*/ 89 h 49"/>
                  <a:gd name="T4" fmla="*/ 13 w 16"/>
                  <a:gd name="T5" fmla="*/ 205 h 49"/>
                  <a:gd name="T6" fmla="*/ 13 w 16"/>
                  <a:gd name="T7" fmla="*/ 90 h 49"/>
                  <a:gd name="T8" fmla="*/ 29 w 16"/>
                  <a:gd name="T9" fmla="*/ 39 h 49"/>
                  <a:gd name="T10" fmla="*/ 42 w 16"/>
                  <a:gd name="T11" fmla="*/ 16 h 49"/>
                  <a:gd name="T12" fmla="*/ 68 w 16"/>
                  <a:gd name="T13" fmla="*/ 5 h 4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49">
                    <a:moveTo>
                      <a:pt x="16" y="0"/>
                    </a:moveTo>
                    <a:cubicBezTo>
                      <a:pt x="9" y="5"/>
                      <a:pt x="8" y="12"/>
                      <a:pt x="6" y="21"/>
                    </a:cubicBezTo>
                    <a:cubicBezTo>
                      <a:pt x="4" y="31"/>
                      <a:pt x="1" y="39"/>
                      <a:pt x="3" y="49"/>
                    </a:cubicBezTo>
                    <a:cubicBezTo>
                      <a:pt x="0" y="41"/>
                      <a:pt x="2" y="31"/>
                      <a:pt x="3" y="22"/>
                    </a:cubicBezTo>
                    <a:cubicBezTo>
                      <a:pt x="4" y="17"/>
                      <a:pt x="5" y="13"/>
                      <a:pt x="7" y="9"/>
                    </a:cubicBezTo>
                    <a:cubicBezTo>
                      <a:pt x="8" y="7"/>
                      <a:pt x="9" y="5"/>
                      <a:pt x="10" y="4"/>
                    </a:cubicBezTo>
                    <a:cubicBezTo>
                      <a:pt x="12" y="2"/>
                      <a:pt x="14" y="2"/>
                      <a:pt x="16" y="1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3346" name="Freeform 116">
                <a:extLst>
                  <a:ext uri="{FF2B5EF4-FFF2-40B4-BE49-F238E27FC236}">
                    <a16:creationId xmlns:a16="http://schemas.microsoft.com/office/drawing/2014/main" id="{9DFB8C32-3F7F-4920-BB4D-ED248154D3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9" y="974"/>
                <a:ext cx="19" cy="77"/>
              </a:xfrm>
              <a:custGeom>
                <a:avLst/>
                <a:gdLst>
                  <a:gd name="T0" fmla="*/ 0 w 12"/>
                  <a:gd name="T1" fmla="*/ 5 h 48"/>
                  <a:gd name="T2" fmla="*/ 27 w 12"/>
                  <a:gd name="T3" fmla="*/ 77 h 48"/>
                  <a:gd name="T4" fmla="*/ 48 w 12"/>
                  <a:gd name="T5" fmla="*/ 199 h 48"/>
                  <a:gd name="T6" fmla="*/ 48 w 12"/>
                  <a:gd name="T7" fmla="*/ 128 h 48"/>
                  <a:gd name="T8" fmla="*/ 40 w 12"/>
                  <a:gd name="T9" fmla="*/ 75 h 48"/>
                  <a:gd name="T10" fmla="*/ 5 w 12"/>
                  <a:gd name="T11" fmla="*/ 5 h 4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48">
                    <a:moveTo>
                      <a:pt x="0" y="1"/>
                    </a:moveTo>
                    <a:cubicBezTo>
                      <a:pt x="6" y="1"/>
                      <a:pt x="6" y="15"/>
                      <a:pt x="7" y="19"/>
                    </a:cubicBezTo>
                    <a:cubicBezTo>
                      <a:pt x="9" y="28"/>
                      <a:pt x="11" y="39"/>
                      <a:pt x="12" y="48"/>
                    </a:cubicBezTo>
                    <a:cubicBezTo>
                      <a:pt x="11" y="42"/>
                      <a:pt x="12" y="36"/>
                      <a:pt x="12" y="31"/>
                    </a:cubicBezTo>
                    <a:cubicBezTo>
                      <a:pt x="12" y="26"/>
                      <a:pt x="11" y="22"/>
                      <a:pt x="10" y="18"/>
                    </a:cubicBezTo>
                    <a:cubicBezTo>
                      <a:pt x="9" y="14"/>
                      <a:pt x="7" y="0"/>
                      <a:pt x="1" y="1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3347" name="Freeform 117">
                <a:extLst>
                  <a:ext uri="{FF2B5EF4-FFF2-40B4-BE49-F238E27FC236}">
                    <a16:creationId xmlns:a16="http://schemas.microsoft.com/office/drawing/2014/main" id="{EB4457EA-5C8E-4EE3-8F90-720BCC4F48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8" y="942"/>
                <a:ext cx="8" cy="54"/>
              </a:xfrm>
              <a:custGeom>
                <a:avLst/>
                <a:gdLst>
                  <a:gd name="T0" fmla="*/ 5 w 5"/>
                  <a:gd name="T1" fmla="*/ 0 h 34"/>
                  <a:gd name="T2" fmla="*/ 13 w 5"/>
                  <a:gd name="T3" fmla="*/ 33 h 34"/>
                  <a:gd name="T4" fmla="*/ 13 w 5"/>
                  <a:gd name="T5" fmla="*/ 73 h 34"/>
                  <a:gd name="T6" fmla="*/ 8 w 5"/>
                  <a:gd name="T7" fmla="*/ 103 h 34"/>
                  <a:gd name="T8" fmla="*/ 21 w 5"/>
                  <a:gd name="T9" fmla="*/ 137 h 34"/>
                  <a:gd name="T10" fmla="*/ 5 w 5"/>
                  <a:gd name="T11" fmla="*/ 94 h 34"/>
                  <a:gd name="T12" fmla="*/ 13 w 5"/>
                  <a:gd name="T13" fmla="*/ 52 h 34"/>
                  <a:gd name="T14" fmla="*/ 5 w 5"/>
                  <a:gd name="T15" fmla="*/ 25 h 34"/>
                  <a:gd name="T16" fmla="*/ 5 w 5"/>
                  <a:gd name="T17" fmla="*/ 0 h 3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" h="34">
                    <a:moveTo>
                      <a:pt x="1" y="0"/>
                    </a:moveTo>
                    <a:cubicBezTo>
                      <a:pt x="1" y="3"/>
                      <a:pt x="2" y="5"/>
                      <a:pt x="3" y="8"/>
                    </a:cubicBezTo>
                    <a:cubicBezTo>
                      <a:pt x="4" y="11"/>
                      <a:pt x="4" y="15"/>
                      <a:pt x="3" y="18"/>
                    </a:cubicBezTo>
                    <a:cubicBezTo>
                      <a:pt x="3" y="21"/>
                      <a:pt x="2" y="23"/>
                      <a:pt x="2" y="26"/>
                    </a:cubicBezTo>
                    <a:cubicBezTo>
                      <a:pt x="3" y="28"/>
                      <a:pt x="4" y="31"/>
                      <a:pt x="5" y="34"/>
                    </a:cubicBezTo>
                    <a:cubicBezTo>
                      <a:pt x="3" y="31"/>
                      <a:pt x="1" y="27"/>
                      <a:pt x="1" y="23"/>
                    </a:cubicBezTo>
                    <a:cubicBezTo>
                      <a:pt x="1" y="20"/>
                      <a:pt x="2" y="16"/>
                      <a:pt x="3" y="13"/>
                    </a:cubicBezTo>
                    <a:cubicBezTo>
                      <a:pt x="3" y="10"/>
                      <a:pt x="2" y="8"/>
                      <a:pt x="1" y="6"/>
                    </a:cubicBezTo>
                    <a:cubicBezTo>
                      <a:pt x="1" y="4"/>
                      <a:pt x="0" y="1"/>
                      <a:pt x="1" y="0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3348" name="Freeform 118">
                <a:extLst>
                  <a:ext uri="{FF2B5EF4-FFF2-40B4-BE49-F238E27FC236}">
                    <a16:creationId xmlns:a16="http://schemas.microsoft.com/office/drawing/2014/main" id="{F06FE79A-23D1-4541-BCB9-013EE3F878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4" y="881"/>
                <a:ext cx="20" cy="56"/>
              </a:xfrm>
              <a:custGeom>
                <a:avLst/>
                <a:gdLst>
                  <a:gd name="T0" fmla="*/ 0 w 13"/>
                  <a:gd name="T1" fmla="*/ 0 h 35"/>
                  <a:gd name="T2" fmla="*/ 26 w 13"/>
                  <a:gd name="T3" fmla="*/ 26 h 35"/>
                  <a:gd name="T4" fmla="*/ 43 w 13"/>
                  <a:gd name="T5" fmla="*/ 54 h 35"/>
                  <a:gd name="T6" fmla="*/ 28 w 13"/>
                  <a:gd name="T7" fmla="*/ 144 h 35"/>
                  <a:gd name="T8" fmla="*/ 26 w 13"/>
                  <a:gd name="T9" fmla="*/ 42 h 35"/>
                  <a:gd name="T10" fmla="*/ 0 w 13"/>
                  <a:gd name="T11" fmla="*/ 0 h 3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" h="35">
                    <a:moveTo>
                      <a:pt x="0" y="0"/>
                    </a:moveTo>
                    <a:cubicBezTo>
                      <a:pt x="3" y="2"/>
                      <a:pt x="5" y="3"/>
                      <a:pt x="7" y="6"/>
                    </a:cubicBezTo>
                    <a:cubicBezTo>
                      <a:pt x="9" y="8"/>
                      <a:pt x="11" y="10"/>
                      <a:pt x="12" y="13"/>
                    </a:cubicBezTo>
                    <a:cubicBezTo>
                      <a:pt x="13" y="21"/>
                      <a:pt x="8" y="28"/>
                      <a:pt x="8" y="35"/>
                    </a:cubicBezTo>
                    <a:cubicBezTo>
                      <a:pt x="5" y="27"/>
                      <a:pt x="9" y="18"/>
                      <a:pt x="7" y="10"/>
                    </a:cubicBezTo>
                    <a:cubicBezTo>
                      <a:pt x="7" y="7"/>
                      <a:pt x="5" y="1"/>
                      <a:pt x="0" y="0"/>
                    </a:cubicBezTo>
                  </a:path>
                </a:pathLst>
              </a:custGeom>
              <a:solidFill>
                <a:srgbClr val="FEF3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3349" name="Freeform 119">
                <a:extLst>
                  <a:ext uri="{FF2B5EF4-FFF2-40B4-BE49-F238E27FC236}">
                    <a16:creationId xmlns:a16="http://schemas.microsoft.com/office/drawing/2014/main" id="{B94AC0DC-C5DE-4231-A194-0F6B74A9E1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4" y="881"/>
                <a:ext cx="25" cy="56"/>
              </a:xfrm>
              <a:custGeom>
                <a:avLst/>
                <a:gdLst>
                  <a:gd name="T0" fmla="*/ 0 w 16"/>
                  <a:gd name="T1" fmla="*/ 0 h 35"/>
                  <a:gd name="T2" fmla="*/ 53 w 16"/>
                  <a:gd name="T3" fmla="*/ 48 h 35"/>
                  <a:gd name="T4" fmla="*/ 42 w 16"/>
                  <a:gd name="T5" fmla="*/ 144 h 35"/>
                  <a:gd name="T6" fmla="*/ 31 w 16"/>
                  <a:gd name="T7" fmla="*/ 48 h 35"/>
                  <a:gd name="T8" fmla="*/ 0 w 16"/>
                  <a:gd name="T9" fmla="*/ 0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35">
                    <a:moveTo>
                      <a:pt x="0" y="0"/>
                    </a:moveTo>
                    <a:cubicBezTo>
                      <a:pt x="5" y="1"/>
                      <a:pt x="13" y="7"/>
                      <a:pt x="14" y="12"/>
                    </a:cubicBezTo>
                    <a:cubicBezTo>
                      <a:pt x="16" y="20"/>
                      <a:pt x="11" y="27"/>
                      <a:pt x="11" y="35"/>
                    </a:cubicBezTo>
                    <a:cubicBezTo>
                      <a:pt x="9" y="27"/>
                      <a:pt x="13" y="19"/>
                      <a:pt x="8" y="12"/>
                    </a:cubicBezTo>
                    <a:cubicBezTo>
                      <a:pt x="6" y="8"/>
                      <a:pt x="3" y="4"/>
                      <a:pt x="0" y="0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3350" name="Freeform 120">
                <a:extLst>
                  <a:ext uri="{FF2B5EF4-FFF2-40B4-BE49-F238E27FC236}">
                    <a16:creationId xmlns:a16="http://schemas.microsoft.com/office/drawing/2014/main" id="{4F702FE2-E874-472D-956E-43E7C7F024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8" y="975"/>
                <a:ext cx="14" cy="58"/>
              </a:xfrm>
              <a:custGeom>
                <a:avLst/>
                <a:gdLst>
                  <a:gd name="T0" fmla="*/ 34 w 9"/>
                  <a:gd name="T1" fmla="*/ 0 h 36"/>
                  <a:gd name="T2" fmla="*/ 5 w 9"/>
                  <a:gd name="T3" fmla="*/ 150 h 3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36">
                    <a:moveTo>
                      <a:pt x="9" y="0"/>
                    </a:moveTo>
                    <a:cubicBezTo>
                      <a:pt x="9" y="0"/>
                      <a:pt x="0" y="22"/>
                      <a:pt x="1" y="36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3351" name="Freeform 121">
                <a:extLst>
                  <a:ext uri="{FF2B5EF4-FFF2-40B4-BE49-F238E27FC236}">
                    <a16:creationId xmlns:a16="http://schemas.microsoft.com/office/drawing/2014/main" id="{C2F46833-71B7-4132-9C63-9FD7C0A739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4" y="979"/>
                <a:ext cx="11" cy="56"/>
              </a:xfrm>
              <a:custGeom>
                <a:avLst/>
                <a:gdLst>
                  <a:gd name="T0" fmla="*/ 0 w 7"/>
                  <a:gd name="T1" fmla="*/ 0 h 35"/>
                  <a:gd name="T2" fmla="*/ 27 w 7"/>
                  <a:gd name="T3" fmla="*/ 144 h 3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35">
                    <a:moveTo>
                      <a:pt x="0" y="0"/>
                    </a:moveTo>
                    <a:cubicBezTo>
                      <a:pt x="0" y="0"/>
                      <a:pt x="7" y="16"/>
                      <a:pt x="7" y="35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3352" name="Freeform 122">
                <a:extLst>
                  <a:ext uri="{FF2B5EF4-FFF2-40B4-BE49-F238E27FC236}">
                    <a16:creationId xmlns:a16="http://schemas.microsoft.com/office/drawing/2014/main" id="{9BB93D7D-A8E4-4AAA-ADD5-654D0353A5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2" y="868"/>
                <a:ext cx="40" cy="18"/>
              </a:xfrm>
              <a:custGeom>
                <a:avLst/>
                <a:gdLst>
                  <a:gd name="T0" fmla="*/ 0 w 25"/>
                  <a:gd name="T1" fmla="*/ 13 h 11"/>
                  <a:gd name="T2" fmla="*/ 34 w 25"/>
                  <a:gd name="T3" fmla="*/ 8 h 11"/>
                  <a:gd name="T4" fmla="*/ 77 w 25"/>
                  <a:gd name="T5" fmla="*/ 0 h 11"/>
                  <a:gd name="T6" fmla="*/ 56 w 25"/>
                  <a:gd name="T7" fmla="*/ 8 h 11"/>
                  <a:gd name="T8" fmla="*/ 90 w 25"/>
                  <a:gd name="T9" fmla="*/ 13 h 11"/>
                  <a:gd name="T10" fmla="*/ 69 w 25"/>
                  <a:gd name="T11" fmla="*/ 13 h 11"/>
                  <a:gd name="T12" fmla="*/ 102 w 25"/>
                  <a:gd name="T13" fmla="*/ 29 h 11"/>
                  <a:gd name="T14" fmla="*/ 77 w 25"/>
                  <a:gd name="T15" fmla="*/ 29 h 11"/>
                  <a:gd name="T16" fmla="*/ 86 w 25"/>
                  <a:gd name="T17" fmla="*/ 41 h 11"/>
                  <a:gd name="T18" fmla="*/ 77 w 25"/>
                  <a:gd name="T19" fmla="*/ 41 h 11"/>
                  <a:gd name="T20" fmla="*/ 82 w 25"/>
                  <a:gd name="T21" fmla="*/ 47 h 11"/>
                  <a:gd name="T22" fmla="*/ 61 w 25"/>
                  <a:gd name="T23" fmla="*/ 43 h 11"/>
                  <a:gd name="T24" fmla="*/ 42 w 25"/>
                  <a:gd name="T25" fmla="*/ 41 h 11"/>
                  <a:gd name="T26" fmla="*/ 29 w 25"/>
                  <a:gd name="T27" fmla="*/ 34 h 1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5" h="11">
                    <a:moveTo>
                      <a:pt x="0" y="3"/>
                    </a:moveTo>
                    <a:cubicBezTo>
                      <a:pt x="2" y="3"/>
                      <a:pt x="5" y="3"/>
                      <a:pt x="8" y="2"/>
                    </a:cubicBezTo>
                    <a:cubicBezTo>
                      <a:pt x="11" y="2"/>
                      <a:pt x="16" y="0"/>
                      <a:pt x="19" y="0"/>
                    </a:cubicBezTo>
                    <a:cubicBezTo>
                      <a:pt x="17" y="0"/>
                      <a:pt x="16" y="1"/>
                      <a:pt x="14" y="2"/>
                    </a:cubicBezTo>
                    <a:cubicBezTo>
                      <a:pt x="16" y="2"/>
                      <a:pt x="20" y="1"/>
                      <a:pt x="22" y="3"/>
                    </a:cubicBezTo>
                    <a:cubicBezTo>
                      <a:pt x="21" y="2"/>
                      <a:pt x="19" y="3"/>
                      <a:pt x="17" y="3"/>
                    </a:cubicBezTo>
                    <a:cubicBezTo>
                      <a:pt x="20" y="5"/>
                      <a:pt x="23" y="5"/>
                      <a:pt x="25" y="7"/>
                    </a:cubicBezTo>
                    <a:cubicBezTo>
                      <a:pt x="23" y="7"/>
                      <a:pt x="21" y="7"/>
                      <a:pt x="19" y="7"/>
                    </a:cubicBezTo>
                    <a:cubicBezTo>
                      <a:pt x="19" y="8"/>
                      <a:pt x="21" y="8"/>
                      <a:pt x="21" y="9"/>
                    </a:cubicBezTo>
                    <a:cubicBezTo>
                      <a:pt x="21" y="9"/>
                      <a:pt x="20" y="9"/>
                      <a:pt x="19" y="9"/>
                    </a:cubicBezTo>
                    <a:cubicBezTo>
                      <a:pt x="19" y="9"/>
                      <a:pt x="20" y="10"/>
                      <a:pt x="20" y="11"/>
                    </a:cubicBezTo>
                    <a:cubicBezTo>
                      <a:pt x="19" y="11"/>
                      <a:pt x="16" y="11"/>
                      <a:pt x="15" y="10"/>
                    </a:cubicBezTo>
                    <a:cubicBezTo>
                      <a:pt x="13" y="10"/>
                      <a:pt x="12" y="9"/>
                      <a:pt x="10" y="9"/>
                    </a:cubicBezTo>
                    <a:cubicBezTo>
                      <a:pt x="9" y="9"/>
                      <a:pt x="8" y="9"/>
                      <a:pt x="7" y="8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3353" name="Freeform 123">
                <a:extLst>
                  <a:ext uri="{FF2B5EF4-FFF2-40B4-BE49-F238E27FC236}">
                    <a16:creationId xmlns:a16="http://schemas.microsoft.com/office/drawing/2014/main" id="{82B60363-8BED-4CF5-9F8D-2DE1265D2A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2" y="870"/>
                <a:ext cx="29" cy="18"/>
              </a:xfrm>
              <a:custGeom>
                <a:avLst/>
                <a:gdLst>
                  <a:gd name="T0" fmla="*/ 71 w 18"/>
                  <a:gd name="T1" fmla="*/ 5 h 11"/>
                  <a:gd name="T2" fmla="*/ 42 w 18"/>
                  <a:gd name="T3" fmla="*/ 5 h 11"/>
                  <a:gd name="T4" fmla="*/ 13 w 18"/>
                  <a:gd name="T5" fmla="*/ 5 h 11"/>
                  <a:gd name="T6" fmla="*/ 34 w 18"/>
                  <a:gd name="T7" fmla="*/ 8 h 11"/>
                  <a:gd name="T8" fmla="*/ 0 w 18"/>
                  <a:gd name="T9" fmla="*/ 13 h 11"/>
                  <a:gd name="T10" fmla="*/ 34 w 18"/>
                  <a:gd name="T11" fmla="*/ 18 h 11"/>
                  <a:gd name="T12" fmla="*/ 5 w 18"/>
                  <a:gd name="T13" fmla="*/ 34 h 11"/>
                  <a:gd name="T14" fmla="*/ 34 w 18"/>
                  <a:gd name="T15" fmla="*/ 26 h 11"/>
                  <a:gd name="T16" fmla="*/ 21 w 18"/>
                  <a:gd name="T17" fmla="*/ 41 h 11"/>
                  <a:gd name="T18" fmla="*/ 39 w 18"/>
                  <a:gd name="T19" fmla="*/ 29 h 11"/>
                  <a:gd name="T20" fmla="*/ 29 w 18"/>
                  <a:gd name="T21" fmla="*/ 47 h 11"/>
                  <a:gd name="T22" fmla="*/ 76 w 18"/>
                  <a:gd name="T23" fmla="*/ 29 h 1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8" h="11">
                    <a:moveTo>
                      <a:pt x="17" y="1"/>
                    </a:moveTo>
                    <a:cubicBezTo>
                      <a:pt x="15" y="1"/>
                      <a:pt x="13" y="1"/>
                      <a:pt x="10" y="1"/>
                    </a:cubicBezTo>
                    <a:cubicBezTo>
                      <a:pt x="8" y="1"/>
                      <a:pt x="5" y="0"/>
                      <a:pt x="3" y="1"/>
                    </a:cubicBezTo>
                    <a:cubicBezTo>
                      <a:pt x="4" y="1"/>
                      <a:pt x="6" y="2"/>
                      <a:pt x="8" y="2"/>
                    </a:cubicBezTo>
                    <a:cubicBezTo>
                      <a:pt x="6" y="3"/>
                      <a:pt x="2" y="3"/>
                      <a:pt x="0" y="3"/>
                    </a:cubicBezTo>
                    <a:cubicBezTo>
                      <a:pt x="1" y="5"/>
                      <a:pt x="5" y="4"/>
                      <a:pt x="8" y="4"/>
                    </a:cubicBezTo>
                    <a:cubicBezTo>
                      <a:pt x="6" y="5"/>
                      <a:pt x="3" y="6"/>
                      <a:pt x="1" y="8"/>
                    </a:cubicBezTo>
                    <a:cubicBezTo>
                      <a:pt x="4" y="8"/>
                      <a:pt x="6" y="6"/>
                      <a:pt x="8" y="6"/>
                    </a:cubicBezTo>
                    <a:cubicBezTo>
                      <a:pt x="7" y="8"/>
                      <a:pt x="5" y="8"/>
                      <a:pt x="5" y="9"/>
                    </a:cubicBezTo>
                    <a:cubicBezTo>
                      <a:pt x="6" y="9"/>
                      <a:pt x="8" y="8"/>
                      <a:pt x="9" y="7"/>
                    </a:cubicBezTo>
                    <a:cubicBezTo>
                      <a:pt x="9" y="9"/>
                      <a:pt x="7" y="10"/>
                      <a:pt x="7" y="11"/>
                    </a:cubicBezTo>
                    <a:cubicBezTo>
                      <a:pt x="10" y="9"/>
                      <a:pt x="14" y="7"/>
                      <a:pt x="18" y="7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3354" name="Freeform 124">
                <a:extLst>
                  <a:ext uri="{FF2B5EF4-FFF2-40B4-BE49-F238E27FC236}">
                    <a16:creationId xmlns:a16="http://schemas.microsoft.com/office/drawing/2014/main" id="{DC831AA9-25F0-4A81-8092-99883215DE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6" y="876"/>
                <a:ext cx="35" cy="13"/>
              </a:xfrm>
              <a:custGeom>
                <a:avLst/>
                <a:gdLst>
                  <a:gd name="T0" fmla="*/ 29 w 22"/>
                  <a:gd name="T1" fmla="*/ 0 h 8"/>
                  <a:gd name="T2" fmla="*/ 0 w 22"/>
                  <a:gd name="T3" fmla="*/ 21 h 8"/>
                  <a:gd name="T4" fmla="*/ 25 w 22"/>
                  <a:gd name="T5" fmla="*/ 13 h 8"/>
                  <a:gd name="T6" fmla="*/ 16 w 22"/>
                  <a:gd name="T7" fmla="*/ 29 h 8"/>
                  <a:gd name="T8" fmla="*/ 29 w 22"/>
                  <a:gd name="T9" fmla="*/ 18 h 8"/>
                  <a:gd name="T10" fmla="*/ 25 w 22"/>
                  <a:gd name="T11" fmla="*/ 34 h 8"/>
                  <a:gd name="T12" fmla="*/ 46 w 22"/>
                  <a:gd name="T13" fmla="*/ 13 h 8"/>
                  <a:gd name="T14" fmla="*/ 40 w 22"/>
                  <a:gd name="T15" fmla="*/ 29 h 8"/>
                  <a:gd name="T16" fmla="*/ 56 w 22"/>
                  <a:gd name="T17" fmla="*/ 18 h 8"/>
                  <a:gd name="T18" fmla="*/ 56 w 22"/>
                  <a:gd name="T19" fmla="*/ 26 h 8"/>
                  <a:gd name="T20" fmla="*/ 68 w 22"/>
                  <a:gd name="T21" fmla="*/ 13 h 8"/>
                  <a:gd name="T22" fmla="*/ 68 w 22"/>
                  <a:gd name="T23" fmla="*/ 18 h 8"/>
                  <a:gd name="T24" fmla="*/ 89 w 22"/>
                  <a:gd name="T25" fmla="*/ 8 h 8"/>
                  <a:gd name="T26" fmla="*/ 68 w 22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2" h="8">
                    <a:moveTo>
                      <a:pt x="7" y="0"/>
                    </a:moveTo>
                    <a:cubicBezTo>
                      <a:pt x="4" y="0"/>
                      <a:pt x="3" y="4"/>
                      <a:pt x="0" y="5"/>
                    </a:cubicBezTo>
                    <a:cubicBezTo>
                      <a:pt x="2" y="4"/>
                      <a:pt x="4" y="3"/>
                      <a:pt x="6" y="3"/>
                    </a:cubicBezTo>
                    <a:cubicBezTo>
                      <a:pt x="5" y="4"/>
                      <a:pt x="4" y="5"/>
                      <a:pt x="4" y="7"/>
                    </a:cubicBezTo>
                    <a:cubicBezTo>
                      <a:pt x="5" y="6"/>
                      <a:pt x="6" y="5"/>
                      <a:pt x="7" y="4"/>
                    </a:cubicBezTo>
                    <a:cubicBezTo>
                      <a:pt x="7" y="5"/>
                      <a:pt x="6" y="7"/>
                      <a:pt x="6" y="8"/>
                    </a:cubicBezTo>
                    <a:cubicBezTo>
                      <a:pt x="7" y="6"/>
                      <a:pt x="10" y="5"/>
                      <a:pt x="11" y="3"/>
                    </a:cubicBezTo>
                    <a:cubicBezTo>
                      <a:pt x="11" y="5"/>
                      <a:pt x="10" y="6"/>
                      <a:pt x="10" y="7"/>
                    </a:cubicBezTo>
                    <a:cubicBezTo>
                      <a:pt x="12" y="6"/>
                      <a:pt x="13" y="5"/>
                      <a:pt x="14" y="4"/>
                    </a:cubicBezTo>
                    <a:cubicBezTo>
                      <a:pt x="14" y="4"/>
                      <a:pt x="14" y="5"/>
                      <a:pt x="14" y="6"/>
                    </a:cubicBezTo>
                    <a:cubicBezTo>
                      <a:pt x="15" y="5"/>
                      <a:pt x="16" y="3"/>
                      <a:pt x="17" y="3"/>
                    </a:cubicBezTo>
                    <a:cubicBezTo>
                      <a:pt x="17" y="3"/>
                      <a:pt x="17" y="4"/>
                      <a:pt x="17" y="4"/>
                    </a:cubicBezTo>
                    <a:cubicBezTo>
                      <a:pt x="19" y="4"/>
                      <a:pt x="21" y="2"/>
                      <a:pt x="22" y="2"/>
                    </a:cubicBezTo>
                    <a:cubicBezTo>
                      <a:pt x="21" y="0"/>
                      <a:pt x="19" y="0"/>
                      <a:pt x="17" y="0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3355" name="Freeform 125">
                <a:extLst>
                  <a:ext uri="{FF2B5EF4-FFF2-40B4-BE49-F238E27FC236}">
                    <a16:creationId xmlns:a16="http://schemas.microsoft.com/office/drawing/2014/main" id="{9A4FFE6C-5E64-480A-AF56-1C49491F5D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8" y="878"/>
                <a:ext cx="29" cy="13"/>
              </a:xfrm>
              <a:custGeom>
                <a:avLst/>
                <a:gdLst>
                  <a:gd name="T0" fmla="*/ 55 w 18"/>
                  <a:gd name="T1" fmla="*/ 0 h 8"/>
                  <a:gd name="T2" fmla="*/ 76 w 18"/>
                  <a:gd name="T3" fmla="*/ 34 h 8"/>
                  <a:gd name="T4" fmla="*/ 55 w 18"/>
                  <a:gd name="T5" fmla="*/ 18 h 8"/>
                  <a:gd name="T6" fmla="*/ 60 w 18"/>
                  <a:gd name="T7" fmla="*/ 26 h 8"/>
                  <a:gd name="T8" fmla="*/ 39 w 18"/>
                  <a:gd name="T9" fmla="*/ 13 h 8"/>
                  <a:gd name="T10" fmla="*/ 42 w 18"/>
                  <a:gd name="T11" fmla="*/ 26 h 8"/>
                  <a:gd name="T12" fmla="*/ 16 w 18"/>
                  <a:gd name="T13" fmla="*/ 13 h 8"/>
                  <a:gd name="T14" fmla="*/ 26 w 18"/>
                  <a:gd name="T15" fmla="*/ 18 h 8"/>
                  <a:gd name="T16" fmla="*/ 0 w 18"/>
                  <a:gd name="T17" fmla="*/ 5 h 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8" h="8">
                    <a:moveTo>
                      <a:pt x="13" y="0"/>
                    </a:moveTo>
                    <a:cubicBezTo>
                      <a:pt x="15" y="1"/>
                      <a:pt x="18" y="6"/>
                      <a:pt x="18" y="8"/>
                    </a:cubicBezTo>
                    <a:cubicBezTo>
                      <a:pt x="17" y="7"/>
                      <a:pt x="15" y="5"/>
                      <a:pt x="13" y="4"/>
                    </a:cubicBezTo>
                    <a:cubicBezTo>
                      <a:pt x="13" y="5"/>
                      <a:pt x="13" y="5"/>
                      <a:pt x="14" y="6"/>
                    </a:cubicBezTo>
                    <a:cubicBezTo>
                      <a:pt x="12" y="5"/>
                      <a:pt x="10" y="4"/>
                      <a:pt x="9" y="3"/>
                    </a:cubicBezTo>
                    <a:cubicBezTo>
                      <a:pt x="9" y="4"/>
                      <a:pt x="9" y="5"/>
                      <a:pt x="10" y="6"/>
                    </a:cubicBezTo>
                    <a:cubicBezTo>
                      <a:pt x="8" y="5"/>
                      <a:pt x="6" y="3"/>
                      <a:pt x="4" y="3"/>
                    </a:cubicBezTo>
                    <a:cubicBezTo>
                      <a:pt x="5" y="3"/>
                      <a:pt x="5" y="4"/>
                      <a:pt x="6" y="4"/>
                    </a:cubicBezTo>
                    <a:cubicBezTo>
                      <a:pt x="4" y="3"/>
                      <a:pt x="2" y="2"/>
                      <a:pt x="0" y="1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3356" name="Freeform 126">
                <a:extLst>
                  <a:ext uri="{FF2B5EF4-FFF2-40B4-BE49-F238E27FC236}">
                    <a16:creationId xmlns:a16="http://schemas.microsoft.com/office/drawing/2014/main" id="{DA729E6D-DFCA-4B82-AFAB-6C235658DA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2" y="899"/>
                <a:ext cx="22" cy="14"/>
              </a:xfrm>
              <a:custGeom>
                <a:avLst/>
                <a:gdLst>
                  <a:gd name="T0" fmla="*/ 14 w 14"/>
                  <a:gd name="T1" fmla="*/ 22 h 9"/>
                  <a:gd name="T2" fmla="*/ 8 w 14"/>
                  <a:gd name="T3" fmla="*/ 14 h 9"/>
                  <a:gd name="T4" fmla="*/ 13 w 14"/>
                  <a:gd name="T5" fmla="*/ 8 h 9"/>
                  <a:gd name="T6" fmla="*/ 20 w 14"/>
                  <a:gd name="T7" fmla="*/ 5 h 9"/>
                  <a:gd name="T8" fmla="*/ 22 w 14"/>
                  <a:gd name="T9" fmla="*/ 5 h 9"/>
                  <a:gd name="T10" fmla="*/ 22 w 14"/>
                  <a:gd name="T11" fmla="*/ 8 h 9"/>
                  <a:gd name="T12" fmla="*/ 27 w 14"/>
                  <a:gd name="T13" fmla="*/ 8 h 9"/>
                  <a:gd name="T14" fmla="*/ 35 w 14"/>
                  <a:gd name="T15" fmla="*/ 8 h 9"/>
                  <a:gd name="T16" fmla="*/ 42 w 14"/>
                  <a:gd name="T17" fmla="*/ 19 h 9"/>
                  <a:gd name="T18" fmla="*/ 42 w 14"/>
                  <a:gd name="T19" fmla="*/ 22 h 9"/>
                  <a:gd name="T20" fmla="*/ 49 w 14"/>
                  <a:gd name="T21" fmla="*/ 19 h 9"/>
                  <a:gd name="T22" fmla="*/ 55 w 14"/>
                  <a:gd name="T23" fmla="*/ 12 h 9"/>
                  <a:gd name="T24" fmla="*/ 39 w 14"/>
                  <a:gd name="T25" fmla="*/ 0 h 9"/>
                  <a:gd name="T26" fmla="*/ 20 w 14"/>
                  <a:gd name="T27" fmla="*/ 0 h 9"/>
                  <a:gd name="T28" fmla="*/ 8 w 14"/>
                  <a:gd name="T29" fmla="*/ 5 h 9"/>
                  <a:gd name="T30" fmla="*/ 0 w 14"/>
                  <a:gd name="T31" fmla="*/ 8 h 9"/>
                  <a:gd name="T32" fmla="*/ 0 w 14"/>
                  <a:gd name="T33" fmla="*/ 19 h 9"/>
                  <a:gd name="T34" fmla="*/ 0 w 14"/>
                  <a:gd name="T35" fmla="*/ 26 h 9"/>
                  <a:gd name="T36" fmla="*/ 8 w 14"/>
                  <a:gd name="T37" fmla="*/ 30 h 9"/>
                  <a:gd name="T38" fmla="*/ 13 w 14"/>
                  <a:gd name="T39" fmla="*/ 26 h 9"/>
                  <a:gd name="T40" fmla="*/ 14 w 14"/>
                  <a:gd name="T41" fmla="*/ 22 h 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14" h="9">
                    <a:moveTo>
                      <a:pt x="4" y="6"/>
                    </a:moveTo>
                    <a:cubicBezTo>
                      <a:pt x="3" y="5"/>
                      <a:pt x="2" y="5"/>
                      <a:pt x="2" y="4"/>
                    </a:cubicBezTo>
                    <a:cubicBezTo>
                      <a:pt x="2" y="3"/>
                      <a:pt x="2" y="3"/>
                      <a:pt x="3" y="2"/>
                    </a:cubicBezTo>
                    <a:cubicBezTo>
                      <a:pt x="3" y="1"/>
                      <a:pt x="4" y="1"/>
                      <a:pt x="5" y="1"/>
                    </a:cubicBezTo>
                    <a:cubicBezTo>
                      <a:pt x="5" y="1"/>
                      <a:pt x="5" y="1"/>
                      <a:pt x="6" y="1"/>
                    </a:cubicBezTo>
                    <a:cubicBezTo>
                      <a:pt x="6" y="1"/>
                      <a:pt x="6" y="1"/>
                      <a:pt x="6" y="2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8" y="2"/>
                      <a:pt x="8" y="2"/>
                      <a:pt x="9" y="2"/>
                    </a:cubicBezTo>
                    <a:cubicBezTo>
                      <a:pt x="10" y="3"/>
                      <a:pt x="10" y="4"/>
                      <a:pt x="11" y="5"/>
                    </a:cubicBezTo>
                    <a:cubicBezTo>
                      <a:pt x="11" y="5"/>
                      <a:pt x="11" y="6"/>
                      <a:pt x="11" y="6"/>
                    </a:cubicBezTo>
                    <a:cubicBezTo>
                      <a:pt x="12" y="6"/>
                      <a:pt x="13" y="6"/>
                      <a:pt x="13" y="5"/>
                    </a:cubicBezTo>
                    <a:cubicBezTo>
                      <a:pt x="14" y="5"/>
                      <a:pt x="14" y="4"/>
                      <a:pt x="14" y="3"/>
                    </a:cubicBezTo>
                    <a:cubicBezTo>
                      <a:pt x="13" y="1"/>
                      <a:pt x="12" y="0"/>
                      <a:pt x="10" y="0"/>
                    </a:cubicBezTo>
                    <a:cubicBezTo>
                      <a:pt x="8" y="0"/>
                      <a:pt x="6" y="0"/>
                      <a:pt x="5" y="0"/>
                    </a:cubicBezTo>
                    <a:cubicBezTo>
                      <a:pt x="4" y="1"/>
                      <a:pt x="3" y="1"/>
                      <a:pt x="2" y="1"/>
                    </a:cubicBezTo>
                    <a:cubicBezTo>
                      <a:pt x="1" y="1"/>
                      <a:pt x="1" y="1"/>
                      <a:pt x="0" y="2"/>
                    </a:cubicBezTo>
                    <a:cubicBezTo>
                      <a:pt x="0" y="3"/>
                      <a:pt x="0" y="4"/>
                      <a:pt x="0" y="5"/>
                    </a:cubicBezTo>
                    <a:cubicBezTo>
                      <a:pt x="0" y="6"/>
                      <a:pt x="0" y="6"/>
                      <a:pt x="0" y="7"/>
                    </a:cubicBezTo>
                    <a:cubicBezTo>
                      <a:pt x="0" y="8"/>
                      <a:pt x="1" y="9"/>
                      <a:pt x="2" y="8"/>
                    </a:cubicBezTo>
                    <a:cubicBezTo>
                      <a:pt x="2" y="8"/>
                      <a:pt x="3" y="7"/>
                      <a:pt x="3" y="7"/>
                    </a:cubicBezTo>
                    <a:cubicBezTo>
                      <a:pt x="3" y="6"/>
                      <a:pt x="4" y="6"/>
                      <a:pt x="4" y="6"/>
                    </a:cubicBezTo>
                  </a:path>
                </a:pathLst>
              </a:custGeom>
              <a:solidFill>
                <a:srgbClr val="3F6C3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3357" name="Freeform 127">
                <a:extLst>
                  <a:ext uri="{FF2B5EF4-FFF2-40B4-BE49-F238E27FC236}">
                    <a16:creationId xmlns:a16="http://schemas.microsoft.com/office/drawing/2014/main" id="{BFD7F21E-D2A5-4715-AA50-EFD3347849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1" y="899"/>
                <a:ext cx="26" cy="11"/>
              </a:xfrm>
              <a:custGeom>
                <a:avLst/>
                <a:gdLst>
                  <a:gd name="T0" fmla="*/ 18 w 16"/>
                  <a:gd name="T1" fmla="*/ 20 h 7"/>
                  <a:gd name="T2" fmla="*/ 29 w 16"/>
                  <a:gd name="T3" fmla="*/ 5 h 7"/>
                  <a:gd name="T4" fmla="*/ 47 w 16"/>
                  <a:gd name="T5" fmla="*/ 13 h 7"/>
                  <a:gd name="T6" fmla="*/ 54 w 16"/>
                  <a:gd name="T7" fmla="*/ 20 h 7"/>
                  <a:gd name="T8" fmla="*/ 54 w 16"/>
                  <a:gd name="T9" fmla="*/ 27 h 7"/>
                  <a:gd name="T10" fmla="*/ 60 w 16"/>
                  <a:gd name="T11" fmla="*/ 27 h 7"/>
                  <a:gd name="T12" fmla="*/ 68 w 16"/>
                  <a:gd name="T13" fmla="*/ 22 h 7"/>
                  <a:gd name="T14" fmla="*/ 63 w 16"/>
                  <a:gd name="T15" fmla="*/ 8 h 7"/>
                  <a:gd name="T16" fmla="*/ 42 w 16"/>
                  <a:gd name="T17" fmla="*/ 0 h 7"/>
                  <a:gd name="T18" fmla="*/ 18 w 16"/>
                  <a:gd name="T19" fmla="*/ 0 h 7"/>
                  <a:gd name="T20" fmla="*/ 13 w 16"/>
                  <a:gd name="T21" fmla="*/ 0 h 7"/>
                  <a:gd name="T22" fmla="*/ 5 w 16"/>
                  <a:gd name="T23" fmla="*/ 8 h 7"/>
                  <a:gd name="T24" fmla="*/ 5 w 16"/>
                  <a:gd name="T25" fmla="*/ 22 h 7"/>
                  <a:gd name="T26" fmla="*/ 18 w 16"/>
                  <a:gd name="T27" fmla="*/ 20 h 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6" h="7">
                    <a:moveTo>
                      <a:pt x="4" y="5"/>
                    </a:moveTo>
                    <a:cubicBezTo>
                      <a:pt x="2" y="4"/>
                      <a:pt x="5" y="0"/>
                      <a:pt x="7" y="1"/>
                    </a:cubicBezTo>
                    <a:cubicBezTo>
                      <a:pt x="9" y="2"/>
                      <a:pt x="10" y="2"/>
                      <a:pt x="11" y="3"/>
                    </a:cubicBezTo>
                    <a:cubicBezTo>
                      <a:pt x="11" y="4"/>
                      <a:pt x="12" y="4"/>
                      <a:pt x="12" y="5"/>
                    </a:cubicBezTo>
                    <a:cubicBezTo>
                      <a:pt x="12" y="5"/>
                      <a:pt x="12" y="6"/>
                      <a:pt x="12" y="7"/>
                    </a:cubicBezTo>
                    <a:cubicBezTo>
                      <a:pt x="13" y="7"/>
                      <a:pt x="14" y="7"/>
                      <a:pt x="14" y="7"/>
                    </a:cubicBezTo>
                    <a:cubicBezTo>
                      <a:pt x="15" y="7"/>
                      <a:pt x="15" y="7"/>
                      <a:pt x="16" y="6"/>
                    </a:cubicBezTo>
                    <a:cubicBezTo>
                      <a:pt x="16" y="5"/>
                      <a:pt x="16" y="3"/>
                      <a:pt x="15" y="2"/>
                    </a:cubicBezTo>
                    <a:cubicBezTo>
                      <a:pt x="14" y="1"/>
                      <a:pt x="11" y="0"/>
                      <a:pt x="10" y="0"/>
                    </a:cubicBezTo>
                    <a:cubicBezTo>
                      <a:pt x="8" y="0"/>
                      <a:pt x="6" y="0"/>
                      <a:pt x="4" y="0"/>
                    </a:cubicBezTo>
                    <a:cubicBezTo>
                      <a:pt x="4" y="0"/>
                      <a:pt x="3" y="0"/>
                      <a:pt x="3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3"/>
                      <a:pt x="0" y="5"/>
                      <a:pt x="1" y="6"/>
                    </a:cubicBezTo>
                    <a:cubicBezTo>
                      <a:pt x="2" y="7"/>
                      <a:pt x="4" y="6"/>
                      <a:pt x="4" y="5"/>
                    </a:cubicBezTo>
                  </a:path>
                </a:pathLst>
              </a:custGeom>
              <a:solidFill>
                <a:srgbClr val="3F6C3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3358" name="Freeform 128">
                <a:extLst>
                  <a:ext uri="{FF2B5EF4-FFF2-40B4-BE49-F238E27FC236}">
                    <a16:creationId xmlns:a16="http://schemas.microsoft.com/office/drawing/2014/main" id="{A1DF0023-FE0E-4721-A071-978650D1BC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5" y="910"/>
                <a:ext cx="16" cy="8"/>
              </a:xfrm>
              <a:custGeom>
                <a:avLst/>
                <a:gdLst>
                  <a:gd name="T0" fmla="*/ 8 w 10"/>
                  <a:gd name="T1" fmla="*/ 0 h 5"/>
                  <a:gd name="T2" fmla="*/ 0 w 10"/>
                  <a:gd name="T3" fmla="*/ 13 h 5"/>
                  <a:gd name="T4" fmla="*/ 8 w 10"/>
                  <a:gd name="T5" fmla="*/ 16 h 5"/>
                  <a:gd name="T6" fmla="*/ 21 w 10"/>
                  <a:gd name="T7" fmla="*/ 16 h 5"/>
                  <a:gd name="T8" fmla="*/ 29 w 10"/>
                  <a:gd name="T9" fmla="*/ 16 h 5"/>
                  <a:gd name="T10" fmla="*/ 35 w 10"/>
                  <a:gd name="T11" fmla="*/ 13 h 5"/>
                  <a:gd name="T12" fmla="*/ 35 w 10"/>
                  <a:gd name="T13" fmla="*/ 5 h 5"/>
                  <a:gd name="T14" fmla="*/ 29 w 10"/>
                  <a:gd name="T15" fmla="*/ 5 h 5"/>
                  <a:gd name="T16" fmla="*/ 21 w 10"/>
                  <a:gd name="T17" fmla="*/ 8 h 5"/>
                  <a:gd name="T18" fmla="*/ 13 w 10"/>
                  <a:gd name="T19" fmla="*/ 5 h 5"/>
                  <a:gd name="T20" fmla="*/ 8 w 10"/>
                  <a:gd name="T21" fmla="*/ 0 h 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0" h="5">
                    <a:moveTo>
                      <a:pt x="2" y="0"/>
                    </a:moveTo>
                    <a:cubicBezTo>
                      <a:pt x="1" y="0"/>
                      <a:pt x="0" y="2"/>
                      <a:pt x="0" y="3"/>
                    </a:cubicBezTo>
                    <a:cubicBezTo>
                      <a:pt x="1" y="3"/>
                      <a:pt x="2" y="4"/>
                      <a:pt x="2" y="4"/>
                    </a:cubicBezTo>
                    <a:cubicBezTo>
                      <a:pt x="3" y="5"/>
                      <a:pt x="4" y="4"/>
                      <a:pt x="5" y="4"/>
                    </a:cubicBezTo>
                    <a:cubicBezTo>
                      <a:pt x="6" y="4"/>
                      <a:pt x="6" y="4"/>
                      <a:pt x="7" y="4"/>
                    </a:cubicBezTo>
                    <a:cubicBezTo>
                      <a:pt x="8" y="4"/>
                      <a:pt x="8" y="3"/>
                      <a:pt x="9" y="3"/>
                    </a:cubicBezTo>
                    <a:cubicBezTo>
                      <a:pt x="9" y="3"/>
                      <a:pt x="10" y="1"/>
                      <a:pt x="9" y="1"/>
                    </a:cubicBezTo>
                    <a:cubicBezTo>
                      <a:pt x="9" y="1"/>
                      <a:pt x="8" y="1"/>
                      <a:pt x="7" y="1"/>
                    </a:cubicBezTo>
                    <a:cubicBezTo>
                      <a:pt x="7" y="2"/>
                      <a:pt x="6" y="2"/>
                      <a:pt x="5" y="2"/>
                    </a:cubicBezTo>
                    <a:cubicBezTo>
                      <a:pt x="5" y="2"/>
                      <a:pt x="4" y="1"/>
                      <a:pt x="3" y="1"/>
                    </a:cubicBezTo>
                    <a:cubicBezTo>
                      <a:pt x="3" y="1"/>
                      <a:pt x="2" y="0"/>
                      <a:pt x="2" y="0"/>
                    </a:cubicBezTo>
                  </a:path>
                </a:pathLst>
              </a:custGeom>
              <a:solidFill>
                <a:srgbClr val="88C0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3359" name="Freeform 129">
                <a:extLst>
                  <a:ext uri="{FF2B5EF4-FFF2-40B4-BE49-F238E27FC236}">
                    <a16:creationId xmlns:a16="http://schemas.microsoft.com/office/drawing/2014/main" id="{1F3E3E78-68D9-494C-968F-86D20C3FDD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4" y="908"/>
                <a:ext cx="15" cy="10"/>
              </a:xfrm>
              <a:custGeom>
                <a:avLst/>
                <a:gdLst>
                  <a:gd name="T0" fmla="*/ 0 w 9"/>
                  <a:gd name="T1" fmla="*/ 8 h 6"/>
                  <a:gd name="T2" fmla="*/ 8 w 9"/>
                  <a:gd name="T3" fmla="*/ 0 h 6"/>
                  <a:gd name="T4" fmla="*/ 13 w 9"/>
                  <a:gd name="T5" fmla="*/ 5 h 6"/>
                  <a:gd name="T6" fmla="*/ 22 w 9"/>
                  <a:gd name="T7" fmla="*/ 8 h 6"/>
                  <a:gd name="T8" fmla="*/ 37 w 9"/>
                  <a:gd name="T9" fmla="*/ 13 h 6"/>
                  <a:gd name="T10" fmla="*/ 42 w 9"/>
                  <a:gd name="T11" fmla="*/ 22 h 6"/>
                  <a:gd name="T12" fmla="*/ 22 w 9"/>
                  <a:gd name="T13" fmla="*/ 28 h 6"/>
                  <a:gd name="T14" fmla="*/ 13 w 9"/>
                  <a:gd name="T15" fmla="*/ 22 h 6"/>
                  <a:gd name="T16" fmla="*/ 0 w 9"/>
                  <a:gd name="T17" fmla="*/ 8 h 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" h="6">
                    <a:moveTo>
                      <a:pt x="0" y="2"/>
                    </a:moveTo>
                    <a:cubicBezTo>
                      <a:pt x="0" y="1"/>
                      <a:pt x="2" y="0"/>
                      <a:pt x="2" y="0"/>
                    </a:cubicBezTo>
                    <a:cubicBezTo>
                      <a:pt x="2" y="1"/>
                      <a:pt x="3" y="1"/>
                      <a:pt x="3" y="1"/>
                    </a:cubicBezTo>
                    <a:cubicBezTo>
                      <a:pt x="4" y="2"/>
                      <a:pt x="4" y="2"/>
                      <a:pt x="5" y="2"/>
                    </a:cubicBezTo>
                    <a:cubicBezTo>
                      <a:pt x="6" y="3"/>
                      <a:pt x="7" y="3"/>
                      <a:pt x="8" y="3"/>
                    </a:cubicBezTo>
                    <a:cubicBezTo>
                      <a:pt x="9" y="3"/>
                      <a:pt x="9" y="4"/>
                      <a:pt x="9" y="5"/>
                    </a:cubicBezTo>
                    <a:cubicBezTo>
                      <a:pt x="8" y="6"/>
                      <a:pt x="6" y="6"/>
                      <a:pt x="5" y="6"/>
                    </a:cubicBezTo>
                    <a:cubicBezTo>
                      <a:pt x="4" y="6"/>
                      <a:pt x="4" y="6"/>
                      <a:pt x="3" y="5"/>
                    </a:cubicBezTo>
                    <a:cubicBezTo>
                      <a:pt x="2" y="5"/>
                      <a:pt x="0" y="3"/>
                      <a:pt x="0" y="2"/>
                    </a:cubicBezTo>
                  </a:path>
                </a:pathLst>
              </a:custGeom>
              <a:solidFill>
                <a:srgbClr val="88C0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3360" name="Oval 130">
                <a:extLst>
                  <a:ext uri="{FF2B5EF4-FFF2-40B4-BE49-F238E27FC236}">
                    <a16:creationId xmlns:a16="http://schemas.microsoft.com/office/drawing/2014/main" id="{4B9EB23A-F576-4EFF-970F-D7C09599EE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18" y="908"/>
                <a:ext cx="5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93361" name="Oval 131">
                <a:extLst>
                  <a:ext uri="{FF2B5EF4-FFF2-40B4-BE49-F238E27FC236}">
                    <a16:creationId xmlns:a16="http://schemas.microsoft.com/office/drawing/2014/main" id="{98D07726-EE8D-4FCB-965C-9AF3E361DB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8" y="908"/>
                <a:ext cx="4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93362" name="Freeform 132">
                <a:extLst>
                  <a:ext uri="{FF2B5EF4-FFF2-40B4-BE49-F238E27FC236}">
                    <a16:creationId xmlns:a16="http://schemas.microsoft.com/office/drawing/2014/main" id="{0F56F104-89C1-4E4F-9D67-A9453DDB48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0" y="699"/>
                <a:ext cx="353" cy="238"/>
              </a:xfrm>
              <a:custGeom>
                <a:avLst/>
                <a:gdLst>
                  <a:gd name="T0" fmla="*/ 471 w 221"/>
                  <a:gd name="T1" fmla="*/ 257 h 149"/>
                  <a:gd name="T2" fmla="*/ 184 w 221"/>
                  <a:gd name="T3" fmla="*/ 163 h 149"/>
                  <a:gd name="T4" fmla="*/ 107 w 221"/>
                  <a:gd name="T5" fmla="*/ 449 h 149"/>
                  <a:gd name="T6" fmla="*/ 110 w 221"/>
                  <a:gd name="T7" fmla="*/ 580 h 149"/>
                  <a:gd name="T8" fmla="*/ 67 w 221"/>
                  <a:gd name="T9" fmla="*/ 409 h 149"/>
                  <a:gd name="T10" fmla="*/ 452 w 221"/>
                  <a:gd name="T11" fmla="*/ 13 h 149"/>
                  <a:gd name="T12" fmla="*/ 880 w 221"/>
                  <a:gd name="T13" fmla="*/ 411 h 149"/>
                  <a:gd name="T14" fmla="*/ 824 w 221"/>
                  <a:gd name="T15" fmla="*/ 607 h 149"/>
                  <a:gd name="T16" fmla="*/ 827 w 221"/>
                  <a:gd name="T17" fmla="*/ 457 h 149"/>
                  <a:gd name="T18" fmla="*/ 743 w 221"/>
                  <a:gd name="T19" fmla="*/ 149 h 149"/>
                  <a:gd name="T20" fmla="*/ 471 w 221"/>
                  <a:gd name="T21" fmla="*/ 257 h 14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21" h="149">
                    <a:moveTo>
                      <a:pt x="116" y="63"/>
                    </a:moveTo>
                    <a:cubicBezTo>
                      <a:pt x="89" y="63"/>
                      <a:pt x="73" y="16"/>
                      <a:pt x="45" y="40"/>
                    </a:cubicBezTo>
                    <a:cubicBezTo>
                      <a:pt x="18" y="64"/>
                      <a:pt x="24" y="95"/>
                      <a:pt x="26" y="110"/>
                    </a:cubicBezTo>
                    <a:cubicBezTo>
                      <a:pt x="28" y="126"/>
                      <a:pt x="28" y="137"/>
                      <a:pt x="27" y="142"/>
                    </a:cubicBezTo>
                    <a:cubicBezTo>
                      <a:pt x="25" y="147"/>
                      <a:pt x="17" y="108"/>
                      <a:pt x="16" y="100"/>
                    </a:cubicBezTo>
                    <a:cubicBezTo>
                      <a:pt x="14" y="93"/>
                      <a:pt x="0" y="6"/>
                      <a:pt x="111" y="3"/>
                    </a:cubicBezTo>
                    <a:cubicBezTo>
                      <a:pt x="221" y="0"/>
                      <a:pt x="218" y="79"/>
                      <a:pt x="216" y="101"/>
                    </a:cubicBezTo>
                    <a:cubicBezTo>
                      <a:pt x="215" y="124"/>
                      <a:pt x="203" y="144"/>
                      <a:pt x="202" y="149"/>
                    </a:cubicBezTo>
                    <a:cubicBezTo>
                      <a:pt x="202" y="149"/>
                      <a:pt x="200" y="127"/>
                      <a:pt x="203" y="112"/>
                    </a:cubicBezTo>
                    <a:cubicBezTo>
                      <a:pt x="207" y="94"/>
                      <a:pt x="203" y="52"/>
                      <a:pt x="182" y="36"/>
                    </a:cubicBezTo>
                    <a:cubicBezTo>
                      <a:pt x="162" y="20"/>
                      <a:pt x="149" y="62"/>
                      <a:pt x="116" y="63"/>
                    </a:cubicBezTo>
                  </a:path>
                </a:pathLst>
              </a:custGeom>
              <a:solidFill>
                <a:srgbClr val="58595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3363" name="Freeform 133">
                <a:extLst>
                  <a:ext uri="{FF2B5EF4-FFF2-40B4-BE49-F238E27FC236}">
                    <a16:creationId xmlns:a16="http://schemas.microsoft.com/office/drawing/2014/main" id="{2B126BA0-1442-45E5-ACD6-62012E45DD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3" y="747"/>
                <a:ext cx="133" cy="72"/>
              </a:xfrm>
              <a:custGeom>
                <a:avLst/>
                <a:gdLst>
                  <a:gd name="T0" fmla="*/ 341 w 83"/>
                  <a:gd name="T1" fmla="*/ 48 h 45"/>
                  <a:gd name="T2" fmla="*/ 285 w 83"/>
                  <a:gd name="T3" fmla="*/ 107 h 45"/>
                  <a:gd name="T4" fmla="*/ 192 w 83"/>
                  <a:gd name="T5" fmla="*/ 184 h 45"/>
                  <a:gd name="T6" fmla="*/ 223 w 83"/>
                  <a:gd name="T7" fmla="*/ 149 h 45"/>
                  <a:gd name="T8" fmla="*/ 98 w 83"/>
                  <a:gd name="T9" fmla="*/ 176 h 45"/>
                  <a:gd name="T10" fmla="*/ 139 w 83"/>
                  <a:gd name="T11" fmla="*/ 158 h 45"/>
                  <a:gd name="T12" fmla="*/ 95 w 83"/>
                  <a:gd name="T13" fmla="*/ 157 h 45"/>
                  <a:gd name="T14" fmla="*/ 34 w 83"/>
                  <a:gd name="T15" fmla="*/ 131 h 45"/>
                  <a:gd name="T16" fmla="*/ 90 w 83"/>
                  <a:gd name="T17" fmla="*/ 131 h 45"/>
                  <a:gd name="T18" fmla="*/ 34 w 83"/>
                  <a:gd name="T19" fmla="*/ 102 h 45"/>
                  <a:gd name="T20" fmla="*/ 67 w 83"/>
                  <a:gd name="T21" fmla="*/ 94 h 45"/>
                  <a:gd name="T22" fmla="*/ 29 w 83"/>
                  <a:gd name="T23" fmla="*/ 67 h 45"/>
                  <a:gd name="T24" fmla="*/ 13 w 83"/>
                  <a:gd name="T25" fmla="*/ 29 h 45"/>
                  <a:gd name="T26" fmla="*/ 26 w 83"/>
                  <a:gd name="T27" fmla="*/ 26 h 45"/>
                  <a:gd name="T28" fmla="*/ 0 w 83"/>
                  <a:gd name="T29" fmla="*/ 0 h 4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83" h="45">
                    <a:moveTo>
                      <a:pt x="83" y="12"/>
                    </a:moveTo>
                    <a:cubicBezTo>
                      <a:pt x="77" y="15"/>
                      <a:pt x="73" y="21"/>
                      <a:pt x="69" y="26"/>
                    </a:cubicBezTo>
                    <a:cubicBezTo>
                      <a:pt x="63" y="33"/>
                      <a:pt x="54" y="39"/>
                      <a:pt x="47" y="45"/>
                    </a:cubicBezTo>
                    <a:cubicBezTo>
                      <a:pt x="49" y="42"/>
                      <a:pt x="52" y="39"/>
                      <a:pt x="54" y="36"/>
                    </a:cubicBezTo>
                    <a:cubicBezTo>
                      <a:pt x="45" y="40"/>
                      <a:pt x="34" y="44"/>
                      <a:pt x="24" y="43"/>
                    </a:cubicBezTo>
                    <a:cubicBezTo>
                      <a:pt x="27" y="42"/>
                      <a:pt x="30" y="40"/>
                      <a:pt x="34" y="39"/>
                    </a:cubicBezTo>
                    <a:cubicBezTo>
                      <a:pt x="31" y="38"/>
                      <a:pt x="26" y="38"/>
                      <a:pt x="23" y="38"/>
                    </a:cubicBezTo>
                    <a:cubicBezTo>
                      <a:pt x="18" y="37"/>
                      <a:pt x="12" y="31"/>
                      <a:pt x="8" y="32"/>
                    </a:cubicBezTo>
                    <a:cubicBezTo>
                      <a:pt x="12" y="30"/>
                      <a:pt x="18" y="31"/>
                      <a:pt x="22" y="32"/>
                    </a:cubicBezTo>
                    <a:cubicBezTo>
                      <a:pt x="18" y="30"/>
                      <a:pt x="11" y="30"/>
                      <a:pt x="8" y="25"/>
                    </a:cubicBezTo>
                    <a:cubicBezTo>
                      <a:pt x="6" y="21"/>
                      <a:pt x="13" y="24"/>
                      <a:pt x="16" y="23"/>
                    </a:cubicBezTo>
                    <a:cubicBezTo>
                      <a:pt x="14" y="20"/>
                      <a:pt x="9" y="19"/>
                      <a:pt x="7" y="16"/>
                    </a:cubicBezTo>
                    <a:cubicBezTo>
                      <a:pt x="5" y="13"/>
                      <a:pt x="4" y="10"/>
                      <a:pt x="3" y="7"/>
                    </a:cubicBezTo>
                    <a:cubicBezTo>
                      <a:pt x="4" y="7"/>
                      <a:pt x="5" y="7"/>
                      <a:pt x="6" y="6"/>
                    </a:cubicBezTo>
                    <a:cubicBezTo>
                      <a:pt x="5" y="4"/>
                      <a:pt x="2" y="1"/>
                      <a:pt x="0" y="0"/>
                    </a:cubicBezTo>
                  </a:path>
                </a:pathLst>
              </a:custGeom>
              <a:solidFill>
                <a:srgbClr val="58595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3364" name="Freeform 134">
                <a:extLst>
                  <a:ext uri="{FF2B5EF4-FFF2-40B4-BE49-F238E27FC236}">
                    <a16:creationId xmlns:a16="http://schemas.microsoft.com/office/drawing/2014/main" id="{DCDF260E-6A2A-41FC-A75B-7D04D5B3E4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1" y="696"/>
                <a:ext cx="200" cy="86"/>
              </a:xfrm>
              <a:custGeom>
                <a:avLst/>
                <a:gdLst>
                  <a:gd name="T0" fmla="*/ 512 w 125"/>
                  <a:gd name="T1" fmla="*/ 35 h 54"/>
                  <a:gd name="T2" fmla="*/ 483 w 125"/>
                  <a:gd name="T3" fmla="*/ 25 h 54"/>
                  <a:gd name="T4" fmla="*/ 418 w 125"/>
                  <a:gd name="T5" fmla="*/ 8 h 54"/>
                  <a:gd name="T6" fmla="*/ 302 w 125"/>
                  <a:gd name="T7" fmla="*/ 5 h 54"/>
                  <a:gd name="T8" fmla="*/ 342 w 125"/>
                  <a:gd name="T9" fmla="*/ 16 h 54"/>
                  <a:gd name="T10" fmla="*/ 272 w 125"/>
                  <a:gd name="T11" fmla="*/ 16 h 54"/>
                  <a:gd name="T12" fmla="*/ 158 w 125"/>
                  <a:gd name="T13" fmla="*/ 33 h 54"/>
                  <a:gd name="T14" fmla="*/ 179 w 125"/>
                  <a:gd name="T15" fmla="*/ 35 h 54"/>
                  <a:gd name="T16" fmla="*/ 110 w 125"/>
                  <a:gd name="T17" fmla="*/ 61 h 54"/>
                  <a:gd name="T18" fmla="*/ 35 w 125"/>
                  <a:gd name="T19" fmla="*/ 108 h 54"/>
                  <a:gd name="T20" fmla="*/ 61 w 125"/>
                  <a:gd name="T21" fmla="*/ 97 h 54"/>
                  <a:gd name="T22" fmla="*/ 16 w 125"/>
                  <a:gd name="T23" fmla="*/ 137 h 54"/>
                  <a:gd name="T24" fmla="*/ 0 w 125"/>
                  <a:gd name="T25" fmla="*/ 218 h 54"/>
                  <a:gd name="T26" fmla="*/ 29 w 125"/>
                  <a:gd name="T27" fmla="*/ 177 h 54"/>
                  <a:gd name="T28" fmla="*/ 94 w 125"/>
                  <a:gd name="T29" fmla="*/ 124 h 54"/>
                  <a:gd name="T30" fmla="*/ 253 w 125"/>
                  <a:gd name="T31" fmla="*/ 56 h 54"/>
                  <a:gd name="T32" fmla="*/ 414 w 125"/>
                  <a:gd name="T33" fmla="*/ 40 h 54"/>
                  <a:gd name="T34" fmla="*/ 496 w 125"/>
                  <a:gd name="T35" fmla="*/ 46 h 54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125" h="54">
                    <a:moveTo>
                      <a:pt x="125" y="9"/>
                    </a:moveTo>
                    <a:cubicBezTo>
                      <a:pt x="123" y="9"/>
                      <a:pt x="120" y="7"/>
                      <a:pt x="118" y="6"/>
                    </a:cubicBezTo>
                    <a:cubicBezTo>
                      <a:pt x="112" y="3"/>
                      <a:pt x="108" y="3"/>
                      <a:pt x="102" y="2"/>
                    </a:cubicBezTo>
                    <a:cubicBezTo>
                      <a:pt x="93" y="0"/>
                      <a:pt x="84" y="0"/>
                      <a:pt x="74" y="1"/>
                    </a:cubicBezTo>
                    <a:cubicBezTo>
                      <a:pt x="77" y="1"/>
                      <a:pt x="81" y="3"/>
                      <a:pt x="84" y="4"/>
                    </a:cubicBezTo>
                    <a:cubicBezTo>
                      <a:pt x="79" y="1"/>
                      <a:pt x="71" y="3"/>
                      <a:pt x="66" y="4"/>
                    </a:cubicBezTo>
                    <a:cubicBezTo>
                      <a:pt x="57" y="6"/>
                      <a:pt x="47" y="5"/>
                      <a:pt x="39" y="8"/>
                    </a:cubicBezTo>
                    <a:cubicBezTo>
                      <a:pt x="40" y="9"/>
                      <a:pt x="42" y="9"/>
                      <a:pt x="44" y="9"/>
                    </a:cubicBezTo>
                    <a:cubicBezTo>
                      <a:pt x="39" y="10"/>
                      <a:pt x="33" y="12"/>
                      <a:pt x="27" y="15"/>
                    </a:cubicBezTo>
                    <a:cubicBezTo>
                      <a:pt x="20" y="18"/>
                      <a:pt x="15" y="23"/>
                      <a:pt x="9" y="27"/>
                    </a:cubicBezTo>
                    <a:cubicBezTo>
                      <a:pt x="11" y="26"/>
                      <a:pt x="13" y="25"/>
                      <a:pt x="15" y="24"/>
                    </a:cubicBezTo>
                    <a:cubicBezTo>
                      <a:pt x="11" y="28"/>
                      <a:pt x="7" y="30"/>
                      <a:pt x="4" y="34"/>
                    </a:cubicBezTo>
                    <a:cubicBezTo>
                      <a:pt x="0" y="39"/>
                      <a:pt x="0" y="48"/>
                      <a:pt x="0" y="54"/>
                    </a:cubicBezTo>
                    <a:cubicBezTo>
                      <a:pt x="1" y="50"/>
                      <a:pt x="5" y="47"/>
                      <a:pt x="7" y="44"/>
                    </a:cubicBezTo>
                    <a:cubicBezTo>
                      <a:pt x="12" y="39"/>
                      <a:pt x="17" y="35"/>
                      <a:pt x="23" y="31"/>
                    </a:cubicBezTo>
                    <a:cubicBezTo>
                      <a:pt x="34" y="23"/>
                      <a:pt x="49" y="18"/>
                      <a:pt x="62" y="14"/>
                    </a:cubicBezTo>
                    <a:cubicBezTo>
                      <a:pt x="75" y="11"/>
                      <a:pt x="89" y="10"/>
                      <a:pt x="101" y="10"/>
                    </a:cubicBezTo>
                    <a:cubicBezTo>
                      <a:pt x="107" y="9"/>
                      <a:pt x="116" y="8"/>
                      <a:pt x="121" y="11"/>
                    </a:cubicBezTo>
                  </a:path>
                </a:pathLst>
              </a:custGeom>
              <a:solidFill>
                <a:srgbClr val="58595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3365" name="Freeform 135">
                <a:extLst>
                  <a:ext uri="{FF2B5EF4-FFF2-40B4-BE49-F238E27FC236}">
                    <a16:creationId xmlns:a16="http://schemas.microsoft.com/office/drawing/2014/main" id="{569DADEB-5787-41E9-AB1D-581FF92D38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5" y="704"/>
                <a:ext cx="102" cy="94"/>
              </a:xfrm>
              <a:custGeom>
                <a:avLst/>
                <a:gdLst>
                  <a:gd name="T0" fmla="*/ 0 w 64"/>
                  <a:gd name="T1" fmla="*/ 13 h 59"/>
                  <a:gd name="T2" fmla="*/ 73 w 64"/>
                  <a:gd name="T3" fmla="*/ 5 h 59"/>
                  <a:gd name="T4" fmla="*/ 145 w 64"/>
                  <a:gd name="T5" fmla="*/ 35 h 59"/>
                  <a:gd name="T6" fmla="*/ 81 w 64"/>
                  <a:gd name="T7" fmla="*/ 25 h 59"/>
                  <a:gd name="T8" fmla="*/ 191 w 64"/>
                  <a:gd name="T9" fmla="*/ 84 h 59"/>
                  <a:gd name="T10" fmla="*/ 166 w 64"/>
                  <a:gd name="T11" fmla="*/ 73 h 59"/>
                  <a:gd name="T12" fmla="*/ 260 w 64"/>
                  <a:gd name="T13" fmla="*/ 239 h 59"/>
                  <a:gd name="T14" fmla="*/ 191 w 64"/>
                  <a:gd name="T15" fmla="*/ 155 h 59"/>
                  <a:gd name="T16" fmla="*/ 155 w 64"/>
                  <a:gd name="T17" fmla="*/ 115 h 59"/>
                  <a:gd name="T18" fmla="*/ 110 w 64"/>
                  <a:gd name="T19" fmla="*/ 76 h 5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64" h="59">
                    <a:moveTo>
                      <a:pt x="0" y="3"/>
                    </a:moveTo>
                    <a:cubicBezTo>
                      <a:pt x="5" y="5"/>
                      <a:pt x="13" y="0"/>
                      <a:pt x="18" y="1"/>
                    </a:cubicBezTo>
                    <a:cubicBezTo>
                      <a:pt x="24" y="1"/>
                      <a:pt x="32" y="6"/>
                      <a:pt x="36" y="9"/>
                    </a:cubicBezTo>
                    <a:cubicBezTo>
                      <a:pt x="31" y="10"/>
                      <a:pt x="26" y="5"/>
                      <a:pt x="20" y="6"/>
                    </a:cubicBezTo>
                    <a:cubicBezTo>
                      <a:pt x="30" y="7"/>
                      <a:pt x="41" y="14"/>
                      <a:pt x="47" y="21"/>
                    </a:cubicBezTo>
                    <a:cubicBezTo>
                      <a:pt x="45" y="20"/>
                      <a:pt x="43" y="19"/>
                      <a:pt x="41" y="18"/>
                    </a:cubicBezTo>
                    <a:cubicBezTo>
                      <a:pt x="57" y="25"/>
                      <a:pt x="63" y="42"/>
                      <a:pt x="64" y="59"/>
                    </a:cubicBezTo>
                    <a:cubicBezTo>
                      <a:pt x="58" y="52"/>
                      <a:pt x="53" y="45"/>
                      <a:pt x="47" y="38"/>
                    </a:cubicBezTo>
                    <a:cubicBezTo>
                      <a:pt x="44" y="35"/>
                      <a:pt x="41" y="31"/>
                      <a:pt x="38" y="28"/>
                    </a:cubicBezTo>
                    <a:cubicBezTo>
                      <a:pt x="35" y="25"/>
                      <a:pt x="29" y="22"/>
                      <a:pt x="27" y="19"/>
                    </a:cubicBezTo>
                  </a:path>
                </a:pathLst>
              </a:custGeom>
              <a:solidFill>
                <a:srgbClr val="58595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3366" name="Freeform 136">
                <a:extLst>
                  <a:ext uri="{FF2B5EF4-FFF2-40B4-BE49-F238E27FC236}">
                    <a16:creationId xmlns:a16="http://schemas.microsoft.com/office/drawing/2014/main" id="{E8FB6874-8D56-4F79-8BCA-33DE50B73B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1" y="913"/>
                <a:ext cx="61" cy="50"/>
              </a:xfrm>
              <a:custGeom>
                <a:avLst/>
                <a:gdLst>
                  <a:gd name="T0" fmla="*/ 149 w 38"/>
                  <a:gd name="T1" fmla="*/ 0 h 31"/>
                  <a:gd name="T2" fmla="*/ 75 w 38"/>
                  <a:gd name="T3" fmla="*/ 63 h 31"/>
                  <a:gd name="T4" fmla="*/ 0 w 38"/>
                  <a:gd name="T5" fmla="*/ 131 h 31"/>
                  <a:gd name="T6" fmla="*/ 47 w 38"/>
                  <a:gd name="T7" fmla="*/ 89 h 31"/>
                  <a:gd name="T8" fmla="*/ 103 w 38"/>
                  <a:gd name="T9" fmla="*/ 68 h 31"/>
                  <a:gd name="T10" fmla="*/ 149 w 38"/>
                  <a:gd name="T11" fmla="*/ 5 h 3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8" h="31">
                    <a:moveTo>
                      <a:pt x="36" y="0"/>
                    </a:moveTo>
                    <a:cubicBezTo>
                      <a:pt x="38" y="7"/>
                      <a:pt x="23" y="13"/>
                      <a:pt x="18" y="15"/>
                    </a:cubicBezTo>
                    <a:cubicBezTo>
                      <a:pt x="12" y="17"/>
                      <a:pt x="2" y="23"/>
                      <a:pt x="0" y="31"/>
                    </a:cubicBezTo>
                    <a:cubicBezTo>
                      <a:pt x="2" y="28"/>
                      <a:pt x="8" y="23"/>
                      <a:pt x="11" y="21"/>
                    </a:cubicBezTo>
                    <a:cubicBezTo>
                      <a:pt x="15" y="19"/>
                      <a:pt x="21" y="17"/>
                      <a:pt x="25" y="16"/>
                    </a:cubicBezTo>
                    <a:cubicBezTo>
                      <a:pt x="32" y="13"/>
                      <a:pt x="36" y="8"/>
                      <a:pt x="36" y="1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3367" name="Freeform 137">
                <a:extLst>
                  <a:ext uri="{FF2B5EF4-FFF2-40B4-BE49-F238E27FC236}">
                    <a16:creationId xmlns:a16="http://schemas.microsoft.com/office/drawing/2014/main" id="{332EC55B-0FA1-4EDA-A073-62B55FE827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6" y="913"/>
                <a:ext cx="46" cy="43"/>
              </a:xfrm>
              <a:custGeom>
                <a:avLst/>
                <a:gdLst>
                  <a:gd name="T0" fmla="*/ 5 w 29"/>
                  <a:gd name="T1" fmla="*/ 0 h 27"/>
                  <a:gd name="T2" fmla="*/ 21 w 29"/>
                  <a:gd name="T3" fmla="*/ 33 h 27"/>
                  <a:gd name="T4" fmla="*/ 60 w 29"/>
                  <a:gd name="T5" fmla="*/ 53 h 27"/>
                  <a:gd name="T6" fmla="*/ 116 w 29"/>
                  <a:gd name="T7" fmla="*/ 108 h 27"/>
                  <a:gd name="T8" fmla="*/ 81 w 29"/>
                  <a:gd name="T9" fmla="*/ 76 h 27"/>
                  <a:gd name="T10" fmla="*/ 40 w 29"/>
                  <a:gd name="T11" fmla="*/ 53 h 27"/>
                  <a:gd name="T12" fmla="*/ 8 w 29"/>
                  <a:gd name="T13" fmla="*/ 35 h 27"/>
                  <a:gd name="T14" fmla="*/ 0 w 29"/>
                  <a:gd name="T15" fmla="*/ 8 h 2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9" h="27">
                    <a:moveTo>
                      <a:pt x="1" y="0"/>
                    </a:moveTo>
                    <a:cubicBezTo>
                      <a:pt x="0" y="2"/>
                      <a:pt x="3" y="7"/>
                      <a:pt x="5" y="8"/>
                    </a:cubicBezTo>
                    <a:cubicBezTo>
                      <a:pt x="8" y="11"/>
                      <a:pt x="11" y="11"/>
                      <a:pt x="15" y="13"/>
                    </a:cubicBezTo>
                    <a:cubicBezTo>
                      <a:pt x="21" y="16"/>
                      <a:pt x="27" y="21"/>
                      <a:pt x="29" y="27"/>
                    </a:cubicBezTo>
                    <a:cubicBezTo>
                      <a:pt x="26" y="26"/>
                      <a:pt x="23" y="21"/>
                      <a:pt x="20" y="19"/>
                    </a:cubicBezTo>
                    <a:cubicBezTo>
                      <a:pt x="17" y="16"/>
                      <a:pt x="14" y="14"/>
                      <a:pt x="10" y="13"/>
                    </a:cubicBezTo>
                    <a:cubicBezTo>
                      <a:pt x="7" y="12"/>
                      <a:pt x="4" y="11"/>
                      <a:pt x="2" y="9"/>
                    </a:cubicBezTo>
                    <a:cubicBezTo>
                      <a:pt x="1" y="7"/>
                      <a:pt x="1" y="4"/>
                      <a:pt x="0" y="2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3368" name="Freeform 138">
                <a:extLst>
                  <a:ext uri="{FF2B5EF4-FFF2-40B4-BE49-F238E27FC236}">
                    <a16:creationId xmlns:a16="http://schemas.microsoft.com/office/drawing/2014/main" id="{F0A77319-C0BA-4252-AD47-8A8CFC14E9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3" y="918"/>
                <a:ext cx="62" cy="21"/>
              </a:xfrm>
              <a:custGeom>
                <a:avLst/>
                <a:gdLst>
                  <a:gd name="T0" fmla="*/ 157 w 39"/>
                  <a:gd name="T1" fmla="*/ 0 h 13"/>
                  <a:gd name="T2" fmla="*/ 73 w 39"/>
                  <a:gd name="T3" fmla="*/ 29 h 13"/>
                  <a:gd name="T4" fmla="*/ 33 w 39"/>
                  <a:gd name="T5" fmla="*/ 26 h 13"/>
                  <a:gd name="T6" fmla="*/ 13 w 39"/>
                  <a:gd name="T7" fmla="*/ 34 h 13"/>
                  <a:gd name="T8" fmla="*/ 89 w 39"/>
                  <a:gd name="T9" fmla="*/ 50 h 13"/>
                  <a:gd name="T10" fmla="*/ 149 w 39"/>
                  <a:gd name="T11" fmla="*/ 26 h 13"/>
                  <a:gd name="T12" fmla="*/ 157 w 39"/>
                  <a:gd name="T13" fmla="*/ 5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9" h="13">
                    <a:moveTo>
                      <a:pt x="39" y="0"/>
                    </a:moveTo>
                    <a:cubicBezTo>
                      <a:pt x="38" y="7"/>
                      <a:pt x="23" y="7"/>
                      <a:pt x="18" y="7"/>
                    </a:cubicBezTo>
                    <a:cubicBezTo>
                      <a:pt x="14" y="7"/>
                      <a:pt x="11" y="6"/>
                      <a:pt x="8" y="6"/>
                    </a:cubicBezTo>
                    <a:cubicBezTo>
                      <a:pt x="6" y="5"/>
                      <a:pt x="0" y="3"/>
                      <a:pt x="3" y="8"/>
                    </a:cubicBezTo>
                    <a:cubicBezTo>
                      <a:pt x="5" y="13"/>
                      <a:pt x="17" y="12"/>
                      <a:pt x="22" y="12"/>
                    </a:cubicBezTo>
                    <a:cubicBezTo>
                      <a:pt x="27" y="11"/>
                      <a:pt x="34" y="10"/>
                      <a:pt x="37" y="6"/>
                    </a:cubicBezTo>
                    <a:cubicBezTo>
                      <a:pt x="38" y="5"/>
                      <a:pt x="39" y="3"/>
                      <a:pt x="39" y="1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3369" name="Freeform 139">
                <a:extLst>
                  <a:ext uri="{FF2B5EF4-FFF2-40B4-BE49-F238E27FC236}">
                    <a16:creationId xmlns:a16="http://schemas.microsoft.com/office/drawing/2014/main" id="{0D9817BA-1F5E-44C6-99D0-13BDC99EC2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9" y="921"/>
                <a:ext cx="59" cy="16"/>
              </a:xfrm>
              <a:custGeom>
                <a:avLst/>
                <a:gdLst>
                  <a:gd name="T0" fmla="*/ 0 w 37"/>
                  <a:gd name="T1" fmla="*/ 0 h 10"/>
                  <a:gd name="T2" fmla="*/ 85 w 37"/>
                  <a:gd name="T3" fmla="*/ 26 h 10"/>
                  <a:gd name="T4" fmla="*/ 150 w 37"/>
                  <a:gd name="T5" fmla="*/ 35 h 10"/>
                  <a:gd name="T6" fmla="*/ 110 w 37"/>
                  <a:gd name="T7" fmla="*/ 42 h 10"/>
                  <a:gd name="T8" fmla="*/ 65 w 37"/>
                  <a:gd name="T9" fmla="*/ 35 h 10"/>
                  <a:gd name="T10" fmla="*/ 35 w 37"/>
                  <a:gd name="T11" fmla="*/ 29 h 10"/>
                  <a:gd name="T12" fmla="*/ 13 w 37"/>
                  <a:gd name="T13" fmla="*/ 16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7" h="10">
                    <a:moveTo>
                      <a:pt x="0" y="0"/>
                    </a:moveTo>
                    <a:cubicBezTo>
                      <a:pt x="5" y="7"/>
                      <a:pt x="14" y="6"/>
                      <a:pt x="21" y="6"/>
                    </a:cubicBezTo>
                    <a:cubicBezTo>
                      <a:pt x="25" y="6"/>
                      <a:pt x="37" y="3"/>
                      <a:pt x="37" y="9"/>
                    </a:cubicBezTo>
                    <a:cubicBezTo>
                      <a:pt x="34" y="10"/>
                      <a:pt x="31" y="10"/>
                      <a:pt x="27" y="10"/>
                    </a:cubicBezTo>
                    <a:cubicBezTo>
                      <a:pt x="24" y="10"/>
                      <a:pt x="20" y="10"/>
                      <a:pt x="16" y="9"/>
                    </a:cubicBezTo>
                    <a:cubicBezTo>
                      <a:pt x="14" y="9"/>
                      <a:pt x="11" y="8"/>
                      <a:pt x="9" y="7"/>
                    </a:cubicBezTo>
                    <a:cubicBezTo>
                      <a:pt x="7" y="6"/>
                      <a:pt x="4" y="6"/>
                      <a:pt x="3" y="4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3370" name="Freeform 140">
                <a:extLst>
                  <a:ext uri="{FF2B5EF4-FFF2-40B4-BE49-F238E27FC236}">
                    <a16:creationId xmlns:a16="http://schemas.microsoft.com/office/drawing/2014/main" id="{26ED298D-9341-4E57-BD8C-FCE4ADCDE1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5" y="892"/>
                <a:ext cx="34" cy="28"/>
              </a:xfrm>
              <a:custGeom>
                <a:avLst/>
                <a:gdLst>
                  <a:gd name="T0" fmla="*/ 89 w 21"/>
                  <a:gd name="T1" fmla="*/ 5 h 17"/>
                  <a:gd name="T2" fmla="*/ 68 w 21"/>
                  <a:gd name="T3" fmla="*/ 21 h 17"/>
                  <a:gd name="T4" fmla="*/ 47 w 21"/>
                  <a:gd name="T5" fmla="*/ 35 h 17"/>
                  <a:gd name="T6" fmla="*/ 26 w 21"/>
                  <a:gd name="T7" fmla="*/ 63 h 17"/>
                  <a:gd name="T8" fmla="*/ 0 w 21"/>
                  <a:gd name="T9" fmla="*/ 76 h 17"/>
                  <a:gd name="T10" fmla="*/ 39 w 21"/>
                  <a:gd name="T11" fmla="*/ 33 h 17"/>
                  <a:gd name="T12" fmla="*/ 89 w 21"/>
                  <a:gd name="T13" fmla="*/ 5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1" h="17">
                    <a:moveTo>
                      <a:pt x="21" y="1"/>
                    </a:moveTo>
                    <a:cubicBezTo>
                      <a:pt x="19" y="2"/>
                      <a:pt x="18" y="4"/>
                      <a:pt x="16" y="5"/>
                    </a:cubicBezTo>
                    <a:cubicBezTo>
                      <a:pt x="14" y="6"/>
                      <a:pt x="12" y="7"/>
                      <a:pt x="11" y="8"/>
                    </a:cubicBezTo>
                    <a:cubicBezTo>
                      <a:pt x="9" y="10"/>
                      <a:pt x="8" y="12"/>
                      <a:pt x="6" y="14"/>
                    </a:cubicBezTo>
                    <a:cubicBezTo>
                      <a:pt x="4" y="15"/>
                      <a:pt x="2" y="16"/>
                      <a:pt x="0" y="17"/>
                    </a:cubicBezTo>
                    <a:cubicBezTo>
                      <a:pt x="3" y="14"/>
                      <a:pt x="6" y="10"/>
                      <a:pt x="9" y="7"/>
                    </a:cubicBezTo>
                    <a:cubicBezTo>
                      <a:pt x="12" y="4"/>
                      <a:pt x="16" y="0"/>
                      <a:pt x="21" y="1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3371" name="Freeform 141">
                <a:extLst>
                  <a:ext uri="{FF2B5EF4-FFF2-40B4-BE49-F238E27FC236}">
                    <a16:creationId xmlns:a16="http://schemas.microsoft.com/office/drawing/2014/main" id="{E760AFB9-CD1A-4A84-BF96-69CAFC2598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7" y="892"/>
                <a:ext cx="30" cy="31"/>
              </a:xfrm>
              <a:custGeom>
                <a:avLst/>
                <a:gdLst>
                  <a:gd name="T0" fmla="*/ 0 w 19"/>
                  <a:gd name="T1" fmla="*/ 0 h 19"/>
                  <a:gd name="T2" fmla="*/ 21 w 19"/>
                  <a:gd name="T3" fmla="*/ 18 h 19"/>
                  <a:gd name="T4" fmla="*/ 39 w 19"/>
                  <a:gd name="T5" fmla="*/ 29 h 19"/>
                  <a:gd name="T6" fmla="*/ 74 w 19"/>
                  <a:gd name="T7" fmla="*/ 83 h 19"/>
                  <a:gd name="T8" fmla="*/ 62 w 19"/>
                  <a:gd name="T9" fmla="*/ 47 h 19"/>
                  <a:gd name="T10" fmla="*/ 43 w 19"/>
                  <a:gd name="T11" fmla="*/ 21 h 19"/>
                  <a:gd name="T12" fmla="*/ 0 w 19"/>
                  <a:gd name="T13" fmla="*/ 0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19">
                    <a:moveTo>
                      <a:pt x="0" y="0"/>
                    </a:moveTo>
                    <a:cubicBezTo>
                      <a:pt x="1" y="2"/>
                      <a:pt x="3" y="2"/>
                      <a:pt x="5" y="4"/>
                    </a:cubicBezTo>
                    <a:cubicBezTo>
                      <a:pt x="7" y="5"/>
                      <a:pt x="8" y="6"/>
                      <a:pt x="10" y="7"/>
                    </a:cubicBezTo>
                    <a:cubicBezTo>
                      <a:pt x="14" y="11"/>
                      <a:pt x="15" y="15"/>
                      <a:pt x="19" y="19"/>
                    </a:cubicBezTo>
                    <a:cubicBezTo>
                      <a:pt x="16" y="17"/>
                      <a:pt x="17" y="14"/>
                      <a:pt x="16" y="11"/>
                    </a:cubicBezTo>
                    <a:cubicBezTo>
                      <a:pt x="15" y="9"/>
                      <a:pt x="13" y="7"/>
                      <a:pt x="11" y="5"/>
                    </a:cubicBezTo>
                    <a:cubicBezTo>
                      <a:pt x="8" y="2"/>
                      <a:pt x="4" y="0"/>
                      <a:pt x="0" y="0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3372" name="Freeform 142">
                <a:extLst>
                  <a:ext uri="{FF2B5EF4-FFF2-40B4-BE49-F238E27FC236}">
                    <a16:creationId xmlns:a16="http://schemas.microsoft.com/office/drawing/2014/main" id="{870F7C30-1C96-424F-9BB7-0CAEC4BB97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9" y="916"/>
                <a:ext cx="26" cy="7"/>
              </a:xfrm>
              <a:custGeom>
                <a:avLst/>
                <a:gdLst>
                  <a:gd name="T0" fmla="*/ 68 w 16"/>
                  <a:gd name="T1" fmla="*/ 0 h 4"/>
                  <a:gd name="T2" fmla="*/ 0 w 16"/>
                  <a:gd name="T3" fmla="*/ 21 h 4"/>
                  <a:gd name="T4" fmla="*/ 63 w 16"/>
                  <a:gd name="T5" fmla="*/ 7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4">
                    <a:moveTo>
                      <a:pt x="16" y="0"/>
                    </a:moveTo>
                    <a:cubicBezTo>
                      <a:pt x="11" y="2"/>
                      <a:pt x="6" y="4"/>
                      <a:pt x="0" y="4"/>
                    </a:cubicBezTo>
                    <a:cubicBezTo>
                      <a:pt x="5" y="4"/>
                      <a:pt x="11" y="4"/>
                      <a:pt x="15" y="1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3373" name="Freeform 143">
                <a:extLst>
                  <a:ext uri="{FF2B5EF4-FFF2-40B4-BE49-F238E27FC236}">
                    <a16:creationId xmlns:a16="http://schemas.microsoft.com/office/drawing/2014/main" id="{178E6861-076C-444D-B848-99215A6870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9" y="920"/>
                <a:ext cx="19" cy="11"/>
              </a:xfrm>
              <a:custGeom>
                <a:avLst/>
                <a:gdLst>
                  <a:gd name="T0" fmla="*/ 48 w 12"/>
                  <a:gd name="T1" fmla="*/ 0 h 7"/>
                  <a:gd name="T2" fmla="*/ 27 w 12"/>
                  <a:gd name="T3" fmla="*/ 14 h 7"/>
                  <a:gd name="T4" fmla="*/ 0 w 12"/>
                  <a:gd name="T5" fmla="*/ 27 h 7"/>
                  <a:gd name="T6" fmla="*/ 35 w 12"/>
                  <a:gd name="T7" fmla="*/ 14 h 7"/>
                  <a:gd name="T8" fmla="*/ 43 w 12"/>
                  <a:gd name="T9" fmla="*/ 5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7">
                    <a:moveTo>
                      <a:pt x="12" y="0"/>
                    </a:moveTo>
                    <a:cubicBezTo>
                      <a:pt x="10" y="1"/>
                      <a:pt x="9" y="3"/>
                      <a:pt x="7" y="4"/>
                    </a:cubicBezTo>
                    <a:cubicBezTo>
                      <a:pt x="5" y="5"/>
                      <a:pt x="2" y="7"/>
                      <a:pt x="0" y="7"/>
                    </a:cubicBezTo>
                    <a:cubicBezTo>
                      <a:pt x="2" y="7"/>
                      <a:pt x="7" y="6"/>
                      <a:pt x="9" y="4"/>
                    </a:cubicBezTo>
                    <a:cubicBezTo>
                      <a:pt x="10" y="3"/>
                      <a:pt x="11" y="2"/>
                      <a:pt x="11" y="1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3374" name="Freeform 144">
                <a:extLst>
                  <a:ext uri="{FF2B5EF4-FFF2-40B4-BE49-F238E27FC236}">
                    <a16:creationId xmlns:a16="http://schemas.microsoft.com/office/drawing/2014/main" id="{8AEC9D5C-CEDE-4652-A49E-8958E2042B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9" y="913"/>
                <a:ext cx="23" cy="13"/>
              </a:xfrm>
              <a:custGeom>
                <a:avLst/>
                <a:gdLst>
                  <a:gd name="T0" fmla="*/ 0 w 14"/>
                  <a:gd name="T1" fmla="*/ 0 h 8"/>
                  <a:gd name="T2" fmla="*/ 26 w 14"/>
                  <a:gd name="T3" fmla="*/ 21 h 8"/>
                  <a:gd name="T4" fmla="*/ 43 w 14"/>
                  <a:gd name="T5" fmla="*/ 29 h 8"/>
                  <a:gd name="T6" fmla="*/ 62 w 14"/>
                  <a:gd name="T7" fmla="*/ 34 h 8"/>
                  <a:gd name="T8" fmla="*/ 21 w 14"/>
                  <a:gd name="T9" fmla="*/ 26 h 8"/>
                  <a:gd name="T10" fmla="*/ 0 w 14"/>
                  <a:gd name="T11" fmla="*/ 5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" h="8">
                    <a:moveTo>
                      <a:pt x="0" y="0"/>
                    </a:moveTo>
                    <a:cubicBezTo>
                      <a:pt x="1" y="2"/>
                      <a:pt x="4" y="4"/>
                      <a:pt x="6" y="5"/>
                    </a:cubicBezTo>
                    <a:cubicBezTo>
                      <a:pt x="7" y="6"/>
                      <a:pt x="9" y="7"/>
                      <a:pt x="10" y="7"/>
                    </a:cubicBezTo>
                    <a:cubicBezTo>
                      <a:pt x="11" y="8"/>
                      <a:pt x="13" y="7"/>
                      <a:pt x="14" y="8"/>
                    </a:cubicBezTo>
                    <a:cubicBezTo>
                      <a:pt x="11" y="8"/>
                      <a:pt x="7" y="8"/>
                      <a:pt x="5" y="6"/>
                    </a:cubicBezTo>
                    <a:cubicBezTo>
                      <a:pt x="3" y="5"/>
                      <a:pt x="2" y="3"/>
                      <a:pt x="0" y="1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3375" name="Freeform 145">
                <a:extLst>
                  <a:ext uri="{FF2B5EF4-FFF2-40B4-BE49-F238E27FC236}">
                    <a16:creationId xmlns:a16="http://schemas.microsoft.com/office/drawing/2014/main" id="{BEF7DAC5-5F91-4CEE-97D2-1B2D0B0504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5" y="918"/>
                <a:ext cx="12" cy="14"/>
              </a:xfrm>
              <a:custGeom>
                <a:avLst/>
                <a:gdLst>
                  <a:gd name="T0" fmla="*/ 8 w 8"/>
                  <a:gd name="T1" fmla="*/ 0 h 9"/>
                  <a:gd name="T2" fmla="*/ 27 w 8"/>
                  <a:gd name="T3" fmla="*/ 34 h 9"/>
                  <a:gd name="T4" fmla="*/ 5 w 8"/>
                  <a:gd name="T5" fmla="*/ 0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9">
                    <a:moveTo>
                      <a:pt x="2" y="0"/>
                    </a:moveTo>
                    <a:cubicBezTo>
                      <a:pt x="2" y="3"/>
                      <a:pt x="5" y="7"/>
                      <a:pt x="8" y="9"/>
                    </a:cubicBezTo>
                    <a:cubicBezTo>
                      <a:pt x="4" y="9"/>
                      <a:pt x="0" y="4"/>
                      <a:pt x="1" y="0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3376" name="Freeform 146">
                <a:extLst>
                  <a:ext uri="{FF2B5EF4-FFF2-40B4-BE49-F238E27FC236}">
                    <a16:creationId xmlns:a16="http://schemas.microsoft.com/office/drawing/2014/main" id="{11DA3898-A483-4799-81B7-6A51E9389E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1" y="1058"/>
                <a:ext cx="25" cy="47"/>
              </a:xfrm>
              <a:custGeom>
                <a:avLst/>
                <a:gdLst>
                  <a:gd name="T0" fmla="*/ 61 w 16"/>
                  <a:gd name="T1" fmla="*/ 0 h 29"/>
                  <a:gd name="T2" fmla="*/ 47 w 16"/>
                  <a:gd name="T3" fmla="*/ 47 h 29"/>
                  <a:gd name="T4" fmla="*/ 0 w 16"/>
                  <a:gd name="T5" fmla="*/ 123 h 29"/>
                  <a:gd name="T6" fmla="*/ 56 w 16"/>
                  <a:gd name="T7" fmla="*/ 5 h 2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29">
                    <a:moveTo>
                      <a:pt x="16" y="0"/>
                    </a:moveTo>
                    <a:cubicBezTo>
                      <a:pt x="14" y="4"/>
                      <a:pt x="13" y="8"/>
                      <a:pt x="12" y="11"/>
                    </a:cubicBezTo>
                    <a:cubicBezTo>
                      <a:pt x="9" y="18"/>
                      <a:pt x="4" y="23"/>
                      <a:pt x="0" y="29"/>
                    </a:cubicBezTo>
                    <a:cubicBezTo>
                      <a:pt x="11" y="22"/>
                      <a:pt x="15" y="13"/>
                      <a:pt x="15" y="1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3377" name="Freeform 147">
                <a:extLst>
                  <a:ext uri="{FF2B5EF4-FFF2-40B4-BE49-F238E27FC236}">
                    <a16:creationId xmlns:a16="http://schemas.microsoft.com/office/drawing/2014/main" id="{54814980-187F-4F03-A1C2-CA84A81B54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2" y="1058"/>
                <a:ext cx="16" cy="32"/>
              </a:xfrm>
              <a:custGeom>
                <a:avLst/>
                <a:gdLst>
                  <a:gd name="T0" fmla="*/ 5 w 10"/>
                  <a:gd name="T1" fmla="*/ 0 h 20"/>
                  <a:gd name="T2" fmla="*/ 13 w 10"/>
                  <a:gd name="T3" fmla="*/ 35 h 20"/>
                  <a:gd name="T4" fmla="*/ 42 w 10"/>
                  <a:gd name="T5" fmla="*/ 82 h 20"/>
                  <a:gd name="T6" fmla="*/ 5 w 10"/>
                  <a:gd name="T7" fmla="*/ 42 h 20"/>
                  <a:gd name="T8" fmla="*/ 5 w 10"/>
                  <a:gd name="T9" fmla="*/ 8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20">
                    <a:moveTo>
                      <a:pt x="1" y="0"/>
                    </a:moveTo>
                    <a:cubicBezTo>
                      <a:pt x="1" y="3"/>
                      <a:pt x="2" y="6"/>
                      <a:pt x="3" y="9"/>
                    </a:cubicBezTo>
                    <a:cubicBezTo>
                      <a:pt x="5" y="13"/>
                      <a:pt x="7" y="16"/>
                      <a:pt x="10" y="20"/>
                    </a:cubicBezTo>
                    <a:cubicBezTo>
                      <a:pt x="7" y="17"/>
                      <a:pt x="2" y="14"/>
                      <a:pt x="1" y="10"/>
                    </a:cubicBezTo>
                    <a:cubicBezTo>
                      <a:pt x="1" y="8"/>
                      <a:pt x="0" y="4"/>
                      <a:pt x="1" y="2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3378" name="Freeform 148">
                <a:extLst>
                  <a:ext uri="{FF2B5EF4-FFF2-40B4-BE49-F238E27FC236}">
                    <a16:creationId xmlns:a16="http://schemas.microsoft.com/office/drawing/2014/main" id="{0F79C4DB-3E8A-4955-B3B8-9F2A6DF4DC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0" y="937"/>
                <a:ext cx="54" cy="123"/>
              </a:xfrm>
              <a:custGeom>
                <a:avLst/>
                <a:gdLst>
                  <a:gd name="T0" fmla="*/ 13 w 34"/>
                  <a:gd name="T1" fmla="*/ 0 h 77"/>
                  <a:gd name="T2" fmla="*/ 33 w 34"/>
                  <a:gd name="T3" fmla="*/ 54 h 77"/>
                  <a:gd name="T4" fmla="*/ 43 w 34"/>
                  <a:gd name="T5" fmla="*/ 129 h 77"/>
                  <a:gd name="T6" fmla="*/ 60 w 34"/>
                  <a:gd name="T7" fmla="*/ 184 h 77"/>
                  <a:gd name="T8" fmla="*/ 68 w 34"/>
                  <a:gd name="T9" fmla="*/ 232 h 77"/>
                  <a:gd name="T10" fmla="*/ 137 w 34"/>
                  <a:gd name="T11" fmla="*/ 313 h 77"/>
                  <a:gd name="T12" fmla="*/ 89 w 34"/>
                  <a:gd name="T13" fmla="*/ 204 h 77"/>
                  <a:gd name="T14" fmla="*/ 76 w 34"/>
                  <a:gd name="T15" fmla="*/ 81 h 77"/>
                  <a:gd name="T16" fmla="*/ 16 w 34"/>
                  <a:gd name="T17" fmla="*/ 0 h 7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4" h="77">
                    <a:moveTo>
                      <a:pt x="3" y="0"/>
                    </a:moveTo>
                    <a:cubicBezTo>
                      <a:pt x="0" y="4"/>
                      <a:pt x="6" y="9"/>
                      <a:pt x="8" y="13"/>
                    </a:cubicBezTo>
                    <a:cubicBezTo>
                      <a:pt x="11" y="18"/>
                      <a:pt x="10" y="26"/>
                      <a:pt x="11" y="32"/>
                    </a:cubicBezTo>
                    <a:cubicBezTo>
                      <a:pt x="12" y="36"/>
                      <a:pt x="13" y="41"/>
                      <a:pt x="15" y="45"/>
                    </a:cubicBezTo>
                    <a:cubicBezTo>
                      <a:pt x="16" y="49"/>
                      <a:pt x="16" y="53"/>
                      <a:pt x="17" y="57"/>
                    </a:cubicBezTo>
                    <a:cubicBezTo>
                      <a:pt x="20" y="66"/>
                      <a:pt x="27" y="72"/>
                      <a:pt x="34" y="77"/>
                    </a:cubicBezTo>
                    <a:cubicBezTo>
                      <a:pt x="26" y="72"/>
                      <a:pt x="24" y="59"/>
                      <a:pt x="22" y="50"/>
                    </a:cubicBezTo>
                    <a:cubicBezTo>
                      <a:pt x="20" y="40"/>
                      <a:pt x="21" y="30"/>
                      <a:pt x="19" y="20"/>
                    </a:cubicBezTo>
                    <a:cubicBezTo>
                      <a:pt x="17" y="12"/>
                      <a:pt x="10" y="5"/>
                      <a:pt x="4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3379" name="Freeform 149">
                <a:extLst>
                  <a:ext uri="{FF2B5EF4-FFF2-40B4-BE49-F238E27FC236}">
                    <a16:creationId xmlns:a16="http://schemas.microsoft.com/office/drawing/2014/main" id="{284DBC77-56A0-435A-97F3-018AAE7B0D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5" y="1636"/>
                <a:ext cx="121" cy="68"/>
              </a:xfrm>
              <a:custGeom>
                <a:avLst/>
                <a:gdLst>
                  <a:gd name="T0" fmla="*/ 0 w 76"/>
                  <a:gd name="T1" fmla="*/ 178 h 42"/>
                  <a:gd name="T2" fmla="*/ 307 w 76"/>
                  <a:gd name="T3" fmla="*/ 0 h 42"/>
                  <a:gd name="T4" fmla="*/ 0 w 76"/>
                  <a:gd name="T5" fmla="*/ 178 h 4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6" h="42">
                    <a:moveTo>
                      <a:pt x="0" y="42"/>
                    </a:moveTo>
                    <a:cubicBezTo>
                      <a:pt x="0" y="42"/>
                      <a:pt x="48" y="33"/>
                      <a:pt x="76" y="0"/>
                    </a:cubicBezTo>
                    <a:cubicBezTo>
                      <a:pt x="76" y="0"/>
                      <a:pt x="61" y="36"/>
                      <a:pt x="0" y="42"/>
                    </a:cubicBezTo>
                    <a:close/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3380" name="Freeform 150">
                <a:extLst>
                  <a:ext uri="{FF2B5EF4-FFF2-40B4-BE49-F238E27FC236}">
                    <a16:creationId xmlns:a16="http://schemas.microsoft.com/office/drawing/2014/main" id="{0C680280-9DA1-4D23-85E9-0635060156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4" y="1636"/>
                <a:ext cx="96" cy="53"/>
              </a:xfrm>
              <a:custGeom>
                <a:avLst/>
                <a:gdLst>
                  <a:gd name="T0" fmla="*/ 0 w 60"/>
                  <a:gd name="T1" fmla="*/ 0 h 33"/>
                  <a:gd name="T2" fmla="*/ 246 w 60"/>
                  <a:gd name="T3" fmla="*/ 137 h 33"/>
                  <a:gd name="T4" fmla="*/ 0 w 60"/>
                  <a:gd name="T5" fmla="*/ 0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0" h="33">
                    <a:moveTo>
                      <a:pt x="0" y="0"/>
                    </a:moveTo>
                    <a:cubicBezTo>
                      <a:pt x="0" y="0"/>
                      <a:pt x="22" y="30"/>
                      <a:pt x="60" y="33"/>
                    </a:cubicBezTo>
                    <a:cubicBezTo>
                      <a:pt x="60" y="33"/>
                      <a:pt x="16" y="18"/>
                      <a:pt x="0" y="0"/>
                    </a:cubicBezTo>
                    <a:close/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3381" name="Freeform 151">
                <a:extLst>
                  <a:ext uri="{FF2B5EF4-FFF2-40B4-BE49-F238E27FC236}">
                    <a16:creationId xmlns:a16="http://schemas.microsoft.com/office/drawing/2014/main" id="{3EFED174-296A-4F83-B6A5-C19F35A1F9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3" y="1692"/>
                <a:ext cx="310" cy="109"/>
              </a:xfrm>
              <a:custGeom>
                <a:avLst/>
                <a:gdLst>
                  <a:gd name="T0" fmla="*/ 0 w 194"/>
                  <a:gd name="T1" fmla="*/ 281 h 68"/>
                  <a:gd name="T2" fmla="*/ 791 w 194"/>
                  <a:gd name="T3" fmla="*/ 255 h 68"/>
                  <a:gd name="T4" fmla="*/ 0 w 194"/>
                  <a:gd name="T5" fmla="*/ 281 h 6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4" h="68">
                    <a:moveTo>
                      <a:pt x="0" y="68"/>
                    </a:moveTo>
                    <a:cubicBezTo>
                      <a:pt x="0" y="68"/>
                      <a:pt x="118" y="0"/>
                      <a:pt x="194" y="62"/>
                    </a:cubicBezTo>
                    <a:cubicBezTo>
                      <a:pt x="194" y="62"/>
                      <a:pt x="128" y="12"/>
                      <a:pt x="0" y="68"/>
                    </a:cubicBezTo>
                    <a:close/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3382" name="Freeform 152">
                <a:extLst>
                  <a:ext uri="{FF2B5EF4-FFF2-40B4-BE49-F238E27FC236}">
                    <a16:creationId xmlns:a16="http://schemas.microsoft.com/office/drawing/2014/main" id="{1A366F0E-E332-44A8-97FE-2A663F6971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9" y="2329"/>
                <a:ext cx="330" cy="144"/>
              </a:xfrm>
              <a:custGeom>
                <a:avLst/>
                <a:gdLst>
                  <a:gd name="T0" fmla="*/ 0 w 206"/>
                  <a:gd name="T1" fmla="*/ 0 h 90"/>
                  <a:gd name="T2" fmla="*/ 847 w 206"/>
                  <a:gd name="T3" fmla="*/ 13 h 90"/>
                  <a:gd name="T4" fmla="*/ 0 w 206"/>
                  <a:gd name="T5" fmla="*/ 0 h 9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6" h="90">
                    <a:moveTo>
                      <a:pt x="0" y="0"/>
                    </a:moveTo>
                    <a:cubicBezTo>
                      <a:pt x="0" y="0"/>
                      <a:pt x="113" y="73"/>
                      <a:pt x="206" y="3"/>
                    </a:cubicBezTo>
                    <a:cubicBezTo>
                      <a:pt x="206" y="3"/>
                      <a:pt x="123" y="90"/>
                      <a:pt x="0" y="0"/>
                    </a:cubicBezTo>
                    <a:close/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3383" name="Freeform 153">
                <a:extLst>
                  <a:ext uri="{FF2B5EF4-FFF2-40B4-BE49-F238E27FC236}">
                    <a16:creationId xmlns:a16="http://schemas.microsoft.com/office/drawing/2014/main" id="{B735F86E-8571-4B2B-9236-8003DF74DF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3" y="1740"/>
                <a:ext cx="255" cy="150"/>
              </a:xfrm>
              <a:custGeom>
                <a:avLst/>
                <a:gdLst>
                  <a:gd name="T0" fmla="*/ 0 w 159"/>
                  <a:gd name="T1" fmla="*/ 381 h 94"/>
                  <a:gd name="T2" fmla="*/ 656 w 159"/>
                  <a:gd name="T3" fmla="*/ 5 h 94"/>
                  <a:gd name="T4" fmla="*/ 0 w 159"/>
                  <a:gd name="T5" fmla="*/ 381 h 9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9" h="94">
                    <a:moveTo>
                      <a:pt x="0" y="94"/>
                    </a:moveTo>
                    <a:cubicBezTo>
                      <a:pt x="0" y="94"/>
                      <a:pt x="47" y="0"/>
                      <a:pt x="159" y="1"/>
                    </a:cubicBezTo>
                    <a:cubicBezTo>
                      <a:pt x="159" y="1"/>
                      <a:pt x="60" y="14"/>
                      <a:pt x="0" y="9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3384" name="Freeform 154">
                <a:extLst>
                  <a:ext uri="{FF2B5EF4-FFF2-40B4-BE49-F238E27FC236}">
                    <a16:creationId xmlns:a16="http://schemas.microsoft.com/office/drawing/2014/main" id="{D733FBC9-0F22-4783-97F8-AFB2BB2DD5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1" y="2234"/>
                <a:ext cx="189" cy="140"/>
              </a:xfrm>
              <a:custGeom>
                <a:avLst/>
                <a:gdLst>
                  <a:gd name="T0" fmla="*/ 0 w 118"/>
                  <a:gd name="T1" fmla="*/ 0 h 88"/>
                  <a:gd name="T2" fmla="*/ 485 w 118"/>
                  <a:gd name="T3" fmla="*/ 355 h 88"/>
                  <a:gd name="T4" fmla="*/ 0 w 118"/>
                  <a:gd name="T5" fmla="*/ 0 h 8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8" h="88">
                    <a:moveTo>
                      <a:pt x="0" y="0"/>
                    </a:moveTo>
                    <a:cubicBezTo>
                      <a:pt x="0" y="0"/>
                      <a:pt x="17" y="73"/>
                      <a:pt x="118" y="88"/>
                    </a:cubicBezTo>
                    <a:cubicBezTo>
                      <a:pt x="118" y="88"/>
                      <a:pt x="42" y="75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3385" name="Freeform 155">
                <a:extLst>
                  <a:ext uri="{FF2B5EF4-FFF2-40B4-BE49-F238E27FC236}">
                    <a16:creationId xmlns:a16="http://schemas.microsoft.com/office/drawing/2014/main" id="{F872493C-C65E-4638-9D3F-C7C0C6BC8E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5" y="1266"/>
                <a:ext cx="168" cy="24"/>
              </a:xfrm>
              <a:custGeom>
                <a:avLst/>
                <a:gdLst>
                  <a:gd name="T0" fmla="*/ 430 w 105"/>
                  <a:gd name="T1" fmla="*/ 21 h 15"/>
                  <a:gd name="T2" fmla="*/ 397 w 105"/>
                  <a:gd name="T3" fmla="*/ 21 h 15"/>
                  <a:gd name="T4" fmla="*/ 354 w 105"/>
                  <a:gd name="T5" fmla="*/ 29 h 15"/>
                  <a:gd name="T6" fmla="*/ 238 w 105"/>
                  <a:gd name="T7" fmla="*/ 34 h 15"/>
                  <a:gd name="T8" fmla="*/ 0 w 105"/>
                  <a:gd name="T9" fmla="*/ 61 h 15"/>
                  <a:gd name="T10" fmla="*/ 102 w 105"/>
                  <a:gd name="T11" fmla="*/ 26 h 15"/>
                  <a:gd name="T12" fmla="*/ 251 w 105"/>
                  <a:gd name="T13" fmla="*/ 5 h 15"/>
                  <a:gd name="T14" fmla="*/ 368 w 105"/>
                  <a:gd name="T15" fmla="*/ 13 h 15"/>
                  <a:gd name="T16" fmla="*/ 422 w 105"/>
                  <a:gd name="T17" fmla="*/ 21 h 1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5" h="15">
                    <a:moveTo>
                      <a:pt x="105" y="5"/>
                    </a:moveTo>
                    <a:cubicBezTo>
                      <a:pt x="103" y="5"/>
                      <a:pt x="100" y="5"/>
                      <a:pt x="97" y="5"/>
                    </a:cubicBezTo>
                    <a:cubicBezTo>
                      <a:pt x="94" y="5"/>
                      <a:pt x="90" y="6"/>
                      <a:pt x="86" y="7"/>
                    </a:cubicBezTo>
                    <a:cubicBezTo>
                      <a:pt x="76" y="8"/>
                      <a:pt x="67" y="8"/>
                      <a:pt x="58" y="8"/>
                    </a:cubicBezTo>
                    <a:cubicBezTo>
                      <a:pt x="38" y="9"/>
                      <a:pt x="19" y="9"/>
                      <a:pt x="0" y="15"/>
                    </a:cubicBezTo>
                    <a:cubicBezTo>
                      <a:pt x="7" y="11"/>
                      <a:pt x="16" y="8"/>
                      <a:pt x="25" y="6"/>
                    </a:cubicBezTo>
                    <a:cubicBezTo>
                      <a:pt x="36" y="2"/>
                      <a:pt x="49" y="1"/>
                      <a:pt x="61" y="1"/>
                    </a:cubicBezTo>
                    <a:cubicBezTo>
                      <a:pt x="71" y="0"/>
                      <a:pt x="80" y="2"/>
                      <a:pt x="90" y="3"/>
                    </a:cubicBezTo>
                    <a:cubicBezTo>
                      <a:pt x="95" y="4"/>
                      <a:pt x="99" y="4"/>
                      <a:pt x="103" y="5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3386" name="Freeform 156">
                <a:extLst>
                  <a:ext uri="{FF2B5EF4-FFF2-40B4-BE49-F238E27FC236}">
                    <a16:creationId xmlns:a16="http://schemas.microsoft.com/office/drawing/2014/main" id="{05A13076-922B-4CBA-BF36-2E27C33CE8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2" y="1263"/>
                <a:ext cx="165" cy="29"/>
              </a:xfrm>
              <a:custGeom>
                <a:avLst/>
                <a:gdLst>
                  <a:gd name="T0" fmla="*/ 8 w 103"/>
                  <a:gd name="T1" fmla="*/ 16 h 18"/>
                  <a:gd name="T2" fmla="*/ 61 w 103"/>
                  <a:gd name="T3" fmla="*/ 29 h 18"/>
                  <a:gd name="T4" fmla="*/ 111 w 103"/>
                  <a:gd name="T5" fmla="*/ 39 h 18"/>
                  <a:gd name="T6" fmla="*/ 213 w 103"/>
                  <a:gd name="T7" fmla="*/ 50 h 18"/>
                  <a:gd name="T8" fmla="*/ 325 w 103"/>
                  <a:gd name="T9" fmla="*/ 55 h 18"/>
                  <a:gd name="T10" fmla="*/ 423 w 103"/>
                  <a:gd name="T11" fmla="*/ 76 h 18"/>
                  <a:gd name="T12" fmla="*/ 408 w 103"/>
                  <a:gd name="T13" fmla="*/ 60 h 18"/>
                  <a:gd name="T14" fmla="*/ 320 w 103"/>
                  <a:gd name="T15" fmla="*/ 29 h 18"/>
                  <a:gd name="T16" fmla="*/ 223 w 103"/>
                  <a:gd name="T17" fmla="*/ 13 h 18"/>
                  <a:gd name="T18" fmla="*/ 139 w 103"/>
                  <a:gd name="T19" fmla="*/ 0 h 18"/>
                  <a:gd name="T20" fmla="*/ 46 w 103"/>
                  <a:gd name="T21" fmla="*/ 8 h 18"/>
                  <a:gd name="T22" fmla="*/ 0 w 103"/>
                  <a:gd name="T23" fmla="*/ 13 h 18"/>
                  <a:gd name="T24" fmla="*/ 8 w 103"/>
                  <a:gd name="T25" fmla="*/ 16 h 1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03" h="18">
                    <a:moveTo>
                      <a:pt x="2" y="4"/>
                    </a:moveTo>
                    <a:cubicBezTo>
                      <a:pt x="5" y="6"/>
                      <a:pt x="11" y="6"/>
                      <a:pt x="15" y="7"/>
                    </a:cubicBezTo>
                    <a:cubicBezTo>
                      <a:pt x="19" y="7"/>
                      <a:pt x="23" y="9"/>
                      <a:pt x="27" y="9"/>
                    </a:cubicBezTo>
                    <a:cubicBezTo>
                      <a:pt x="36" y="11"/>
                      <a:pt x="44" y="11"/>
                      <a:pt x="52" y="12"/>
                    </a:cubicBezTo>
                    <a:cubicBezTo>
                      <a:pt x="61" y="13"/>
                      <a:pt x="70" y="12"/>
                      <a:pt x="79" y="13"/>
                    </a:cubicBezTo>
                    <a:cubicBezTo>
                      <a:pt x="87" y="14"/>
                      <a:pt x="95" y="15"/>
                      <a:pt x="103" y="18"/>
                    </a:cubicBezTo>
                    <a:cubicBezTo>
                      <a:pt x="103" y="16"/>
                      <a:pt x="100" y="15"/>
                      <a:pt x="99" y="14"/>
                    </a:cubicBezTo>
                    <a:cubicBezTo>
                      <a:pt x="93" y="10"/>
                      <a:pt x="85" y="8"/>
                      <a:pt x="78" y="7"/>
                    </a:cubicBezTo>
                    <a:cubicBezTo>
                      <a:pt x="70" y="5"/>
                      <a:pt x="62" y="4"/>
                      <a:pt x="54" y="3"/>
                    </a:cubicBezTo>
                    <a:cubicBezTo>
                      <a:pt x="47" y="1"/>
                      <a:pt x="41" y="1"/>
                      <a:pt x="34" y="0"/>
                    </a:cubicBezTo>
                    <a:cubicBezTo>
                      <a:pt x="26" y="0"/>
                      <a:pt x="19" y="1"/>
                      <a:pt x="11" y="2"/>
                    </a:cubicBezTo>
                    <a:cubicBezTo>
                      <a:pt x="8" y="2"/>
                      <a:pt x="2" y="1"/>
                      <a:pt x="0" y="3"/>
                    </a:cubicBezTo>
                    <a:cubicBezTo>
                      <a:pt x="1" y="4"/>
                      <a:pt x="1" y="4"/>
                      <a:pt x="2" y="4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3387" name="Freeform 157">
                <a:extLst>
                  <a:ext uri="{FF2B5EF4-FFF2-40B4-BE49-F238E27FC236}">
                    <a16:creationId xmlns:a16="http://schemas.microsoft.com/office/drawing/2014/main" id="{F37FAE47-A75D-4DC8-8157-450596E791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7" y="1280"/>
                <a:ext cx="138" cy="20"/>
              </a:xfrm>
              <a:custGeom>
                <a:avLst/>
                <a:gdLst>
                  <a:gd name="T0" fmla="*/ 0 w 86"/>
                  <a:gd name="T1" fmla="*/ 0 h 12"/>
                  <a:gd name="T2" fmla="*/ 69 w 86"/>
                  <a:gd name="T3" fmla="*/ 20 h 12"/>
                  <a:gd name="T4" fmla="*/ 120 w 86"/>
                  <a:gd name="T5" fmla="*/ 22 h 12"/>
                  <a:gd name="T6" fmla="*/ 162 w 86"/>
                  <a:gd name="T7" fmla="*/ 28 h 12"/>
                  <a:gd name="T8" fmla="*/ 212 w 86"/>
                  <a:gd name="T9" fmla="*/ 28 h 12"/>
                  <a:gd name="T10" fmla="*/ 260 w 86"/>
                  <a:gd name="T11" fmla="*/ 37 h 12"/>
                  <a:gd name="T12" fmla="*/ 319 w 86"/>
                  <a:gd name="T13" fmla="*/ 47 h 12"/>
                  <a:gd name="T14" fmla="*/ 355 w 86"/>
                  <a:gd name="T15" fmla="*/ 55 h 12"/>
                  <a:gd name="T16" fmla="*/ 329 w 86"/>
                  <a:gd name="T17" fmla="*/ 50 h 12"/>
                  <a:gd name="T18" fmla="*/ 247 w 86"/>
                  <a:gd name="T19" fmla="*/ 50 h 12"/>
                  <a:gd name="T20" fmla="*/ 101 w 86"/>
                  <a:gd name="T21" fmla="*/ 42 h 12"/>
                  <a:gd name="T22" fmla="*/ 26 w 86"/>
                  <a:gd name="T23" fmla="*/ 20 h 12"/>
                  <a:gd name="T24" fmla="*/ 0 w 86"/>
                  <a:gd name="T25" fmla="*/ 8 h 1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86" h="12">
                    <a:moveTo>
                      <a:pt x="0" y="0"/>
                    </a:moveTo>
                    <a:cubicBezTo>
                      <a:pt x="5" y="2"/>
                      <a:pt x="11" y="3"/>
                      <a:pt x="17" y="4"/>
                    </a:cubicBezTo>
                    <a:cubicBezTo>
                      <a:pt x="21" y="5"/>
                      <a:pt x="25" y="5"/>
                      <a:pt x="29" y="5"/>
                    </a:cubicBezTo>
                    <a:cubicBezTo>
                      <a:pt x="32" y="5"/>
                      <a:pt x="35" y="6"/>
                      <a:pt x="39" y="6"/>
                    </a:cubicBezTo>
                    <a:cubicBezTo>
                      <a:pt x="43" y="6"/>
                      <a:pt x="47" y="6"/>
                      <a:pt x="51" y="6"/>
                    </a:cubicBezTo>
                    <a:cubicBezTo>
                      <a:pt x="55" y="6"/>
                      <a:pt x="59" y="8"/>
                      <a:pt x="63" y="8"/>
                    </a:cubicBezTo>
                    <a:cubicBezTo>
                      <a:pt x="67" y="9"/>
                      <a:pt x="72" y="9"/>
                      <a:pt x="77" y="10"/>
                    </a:cubicBezTo>
                    <a:cubicBezTo>
                      <a:pt x="80" y="11"/>
                      <a:pt x="83" y="12"/>
                      <a:pt x="86" y="12"/>
                    </a:cubicBezTo>
                    <a:cubicBezTo>
                      <a:pt x="84" y="12"/>
                      <a:pt x="82" y="11"/>
                      <a:pt x="80" y="11"/>
                    </a:cubicBezTo>
                    <a:cubicBezTo>
                      <a:pt x="73" y="10"/>
                      <a:pt x="67" y="11"/>
                      <a:pt x="60" y="11"/>
                    </a:cubicBezTo>
                    <a:cubicBezTo>
                      <a:pt x="48" y="11"/>
                      <a:pt x="36" y="11"/>
                      <a:pt x="24" y="9"/>
                    </a:cubicBezTo>
                    <a:cubicBezTo>
                      <a:pt x="18" y="7"/>
                      <a:pt x="11" y="6"/>
                      <a:pt x="6" y="4"/>
                    </a:cubicBezTo>
                    <a:cubicBezTo>
                      <a:pt x="4" y="3"/>
                      <a:pt x="2" y="3"/>
                      <a:pt x="0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3388" name="Freeform 158">
                <a:extLst>
                  <a:ext uri="{FF2B5EF4-FFF2-40B4-BE49-F238E27FC236}">
                    <a16:creationId xmlns:a16="http://schemas.microsoft.com/office/drawing/2014/main" id="{9A0065FA-36EB-4EC8-80A2-6C1A3D8824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1" y="1279"/>
                <a:ext cx="149" cy="27"/>
              </a:xfrm>
              <a:custGeom>
                <a:avLst/>
                <a:gdLst>
                  <a:gd name="T0" fmla="*/ 378 w 93"/>
                  <a:gd name="T1" fmla="*/ 5 h 17"/>
                  <a:gd name="T2" fmla="*/ 349 w 93"/>
                  <a:gd name="T3" fmla="*/ 13 h 17"/>
                  <a:gd name="T4" fmla="*/ 293 w 93"/>
                  <a:gd name="T5" fmla="*/ 25 h 17"/>
                  <a:gd name="T6" fmla="*/ 184 w 93"/>
                  <a:gd name="T7" fmla="*/ 35 h 17"/>
                  <a:gd name="T8" fmla="*/ 0 w 93"/>
                  <a:gd name="T9" fmla="*/ 68 h 17"/>
                  <a:gd name="T10" fmla="*/ 54 w 93"/>
                  <a:gd name="T11" fmla="*/ 60 h 17"/>
                  <a:gd name="T12" fmla="*/ 152 w 93"/>
                  <a:gd name="T13" fmla="*/ 56 h 17"/>
                  <a:gd name="T14" fmla="*/ 285 w 93"/>
                  <a:gd name="T15" fmla="*/ 43 h 17"/>
                  <a:gd name="T16" fmla="*/ 383 w 93"/>
                  <a:gd name="T17" fmla="*/ 8 h 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3" h="17">
                    <a:moveTo>
                      <a:pt x="92" y="1"/>
                    </a:moveTo>
                    <a:cubicBezTo>
                      <a:pt x="91" y="0"/>
                      <a:pt x="86" y="2"/>
                      <a:pt x="85" y="3"/>
                    </a:cubicBezTo>
                    <a:cubicBezTo>
                      <a:pt x="81" y="4"/>
                      <a:pt x="76" y="5"/>
                      <a:pt x="71" y="6"/>
                    </a:cubicBezTo>
                    <a:cubicBezTo>
                      <a:pt x="63" y="8"/>
                      <a:pt x="54" y="9"/>
                      <a:pt x="45" y="9"/>
                    </a:cubicBezTo>
                    <a:cubicBezTo>
                      <a:pt x="30" y="10"/>
                      <a:pt x="15" y="12"/>
                      <a:pt x="0" y="17"/>
                    </a:cubicBezTo>
                    <a:cubicBezTo>
                      <a:pt x="5" y="16"/>
                      <a:pt x="9" y="15"/>
                      <a:pt x="13" y="15"/>
                    </a:cubicBezTo>
                    <a:cubicBezTo>
                      <a:pt x="21" y="14"/>
                      <a:pt x="29" y="14"/>
                      <a:pt x="37" y="14"/>
                    </a:cubicBezTo>
                    <a:cubicBezTo>
                      <a:pt x="48" y="15"/>
                      <a:pt x="59" y="13"/>
                      <a:pt x="69" y="11"/>
                    </a:cubicBezTo>
                    <a:cubicBezTo>
                      <a:pt x="78" y="10"/>
                      <a:pt x="88" y="8"/>
                      <a:pt x="93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3389" name="Freeform 159">
                <a:extLst>
                  <a:ext uri="{FF2B5EF4-FFF2-40B4-BE49-F238E27FC236}">
                    <a16:creationId xmlns:a16="http://schemas.microsoft.com/office/drawing/2014/main" id="{F66C21A4-9156-4B34-BAD4-5E23DC9BFF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6" y="696"/>
                <a:ext cx="333" cy="241"/>
              </a:xfrm>
              <a:custGeom>
                <a:avLst/>
                <a:gdLst>
                  <a:gd name="T0" fmla="*/ 818 w 208"/>
                  <a:gd name="T1" fmla="*/ 211 h 151"/>
                  <a:gd name="T2" fmla="*/ 730 w 208"/>
                  <a:gd name="T3" fmla="*/ 94 h 151"/>
                  <a:gd name="T4" fmla="*/ 756 w 208"/>
                  <a:gd name="T5" fmla="*/ 104 h 151"/>
                  <a:gd name="T6" fmla="*/ 644 w 208"/>
                  <a:gd name="T7" fmla="*/ 46 h 151"/>
                  <a:gd name="T8" fmla="*/ 709 w 208"/>
                  <a:gd name="T9" fmla="*/ 56 h 151"/>
                  <a:gd name="T10" fmla="*/ 636 w 208"/>
                  <a:gd name="T11" fmla="*/ 26 h 151"/>
                  <a:gd name="T12" fmla="*/ 575 w 208"/>
                  <a:gd name="T13" fmla="*/ 34 h 151"/>
                  <a:gd name="T14" fmla="*/ 567 w 208"/>
                  <a:gd name="T15" fmla="*/ 34 h 151"/>
                  <a:gd name="T16" fmla="*/ 551 w 208"/>
                  <a:gd name="T17" fmla="*/ 26 h 151"/>
                  <a:gd name="T18" fmla="*/ 485 w 208"/>
                  <a:gd name="T19" fmla="*/ 8 h 151"/>
                  <a:gd name="T20" fmla="*/ 370 w 208"/>
                  <a:gd name="T21" fmla="*/ 5 h 151"/>
                  <a:gd name="T22" fmla="*/ 397 w 208"/>
                  <a:gd name="T23" fmla="*/ 13 h 151"/>
                  <a:gd name="T24" fmla="*/ 336 w 208"/>
                  <a:gd name="T25" fmla="*/ 16 h 151"/>
                  <a:gd name="T26" fmla="*/ 226 w 208"/>
                  <a:gd name="T27" fmla="*/ 34 h 151"/>
                  <a:gd name="T28" fmla="*/ 247 w 208"/>
                  <a:gd name="T29" fmla="*/ 35 h 151"/>
                  <a:gd name="T30" fmla="*/ 176 w 208"/>
                  <a:gd name="T31" fmla="*/ 61 h 151"/>
                  <a:gd name="T32" fmla="*/ 102 w 208"/>
                  <a:gd name="T33" fmla="*/ 110 h 151"/>
                  <a:gd name="T34" fmla="*/ 128 w 208"/>
                  <a:gd name="T35" fmla="*/ 97 h 151"/>
                  <a:gd name="T36" fmla="*/ 82 w 208"/>
                  <a:gd name="T37" fmla="*/ 137 h 151"/>
                  <a:gd name="T38" fmla="*/ 69 w 208"/>
                  <a:gd name="T39" fmla="*/ 171 h 151"/>
                  <a:gd name="T40" fmla="*/ 26 w 208"/>
                  <a:gd name="T41" fmla="*/ 415 h 151"/>
                  <a:gd name="T42" fmla="*/ 69 w 208"/>
                  <a:gd name="T43" fmla="*/ 586 h 151"/>
                  <a:gd name="T44" fmla="*/ 67 w 208"/>
                  <a:gd name="T45" fmla="*/ 456 h 151"/>
                  <a:gd name="T46" fmla="*/ 144 w 208"/>
                  <a:gd name="T47" fmla="*/ 171 h 151"/>
                  <a:gd name="T48" fmla="*/ 261 w 208"/>
                  <a:gd name="T49" fmla="*/ 163 h 151"/>
                  <a:gd name="T50" fmla="*/ 280 w 208"/>
                  <a:gd name="T51" fmla="*/ 196 h 151"/>
                  <a:gd name="T52" fmla="*/ 315 w 208"/>
                  <a:gd name="T53" fmla="*/ 223 h 151"/>
                  <a:gd name="T54" fmla="*/ 282 w 208"/>
                  <a:gd name="T55" fmla="*/ 231 h 151"/>
                  <a:gd name="T56" fmla="*/ 341 w 208"/>
                  <a:gd name="T57" fmla="*/ 260 h 151"/>
                  <a:gd name="T58" fmla="*/ 282 w 208"/>
                  <a:gd name="T59" fmla="*/ 260 h 151"/>
                  <a:gd name="T60" fmla="*/ 344 w 208"/>
                  <a:gd name="T61" fmla="*/ 286 h 151"/>
                  <a:gd name="T62" fmla="*/ 389 w 208"/>
                  <a:gd name="T63" fmla="*/ 287 h 151"/>
                  <a:gd name="T64" fmla="*/ 349 w 208"/>
                  <a:gd name="T65" fmla="*/ 306 h 151"/>
                  <a:gd name="T66" fmla="*/ 472 w 208"/>
                  <a:gd name="T67" fmla="*/ 278 h 151"/>
                  <a:gd name="T68" fmla="*/ 443 w 208"/>
                  <a:gd name="T69" fmla="*/ 313 h 151"/>
                  <a:gd name="T70" fmla="*/ 533 w 208"/>
                  <a:gd name="T71" fmla="*/ 236 h 151"/>
                  <a:gd name="T72" fmla="*/ 541 w 208"/>
                  <a:gd name="T73" fmla="*/ 223 h 151"/>
                  <a:gd name="T74" fmla="*/ 704 w 208"/>
                  <a:gd name="T75" fmla="*/ 155 h 151"/>
                  <a:gd name="T76" fmla="*/ 792 w 208"/>
                  <a:gd name="T77" fmla="*/ 463 h 151"/>
                  <a:gd name="T78" fmla="*/ 786 w 208"/>
                  <a:gd name="T79" fmla="*/ 614 h 151"/>
                  <a:gd name="T80" fmla="*/ 845 w 208"/>
                  <a:gd name="T81" fmla="*/ 418 h 151"/>
                  <a:gd name="T82" fmla="*/ 818 w 208"/>
                  <a:gd name="T83" fmla="*/ 211 h 151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0" t="0" r="r" b="b"/>
                <a:pathLst>
                  <a:path w="208" h="151">
                    <a:moveTo>
                      <a:pt x="199" y="52"/>
                    </a:moveTo>
                    <a:cubicBezTo>
                      <a:pt x="197" y="40"/>
                      <a:pt x="190" y="28"/>
                      <a:pt x="178" y="23"/>
                    </a:cubicBezTo>
                    <a:cubicBezTo>
                      <a:pt x="180" y="24"/>
                      <a:pt x="182" y="25"/>
                      <a:pt x="184" y="26"/>
                    </a:cubicBezTo>
                    <a:cubicBezTo>
                      <a:pt x="178" y="19"/>
                      <a:pt x="167" y="12"/>
                      <a:pt x="157" y="11"/>
                    </a:cubicBezTo>
                    <a:cubicBezTo>
                      <a:pt x="163" y="10"/>
                      <a:pt x="168" y="15"/>
                      <a:pt x="173" y="14"/>
                    </a:cubicBezTo>
                    <a:cubicBezTo>
                      <a:pt x="169" y="11"/>
                      <a:pt x="161" y="6"/>
                      <a:pt x="155" y="6"/>
                    </a:cubicBezTo>
                    <a:cubicBezTo>
                      <a:pt x="151" y="5"/>
                      <a:pt x="145" y="8"/>
                      <a:pt x="140" y="8"/>
                    </a:cubicBezTo>
                    <a:cubicBezTo>
                      <a:pt x="139" y="8"/>
                      <a:pt x="138" y="8"/>
                      <a:pt x="138" y="8"/>
                    </a:cubicBezTo>
                    <a:cubicBezTo>
                      <a:pt x="136" y="7"/>
                      <a:pt x="135" y="6"/>
                      <a:pt x="134" y="6"/>
                    </a:cubicBezTo>
                    <a:cubicBezTo>
                      <a:pt x="128" y="3"/>
                      <a:pt x="124" y="3"/>
                      <a:pt x="118" y="2"/>
                    </a:cubicBezTo>
                    <a:cubicBezTo>
                      <a:pt x="109" y="0"/>
                      <a:pt x="100" y="0"/>
                      <a:pt x="90" y="1"/>
                    </a:cubicBezTo>
                    <a:cubicBezTo>
                      <a:pt x="92" y="1"/>
                      <a:pt x="95" y="2"/>
                      <a:pt x="97" y="3"/>
                    </a:cubicBezTo>
                    <a:cubicBezTo>
                      <a:pt x="92" y="2"/>
                      <a:pt x="86" y="3"/>
                      <a:pt x="82" y="4"/>
                    </a:cubicBezTo>
                    <a:cubicBezTo>
                      <a:pt x="73" y="6"/>
                      <a:pt x="63" y="5"/>
                      <a:pt x="55" y="8"/>
                    </a:cubicBezTo>
                    <a:cubicBezTo>
                      <a:pt x="56" y="9"/>
                      <a:pt x="58" y="9"/>
                      <a:pt x="60" y="9"/>
                    </a:cubicBezTo>
                    <a:cubicBezTo>
                      <a:pt x="55" y="10"/>
                      <a:pt x="49" y="12"/>
                      <a:pt x="43" y="15"/>
                    </a:cubicBezTo>
                    <a:cubicBezTo>
                      <a:pt x="36" y="18"/>
                      <a:pt x="31" y="23"/>
                      <a:pt x="25" y="27"/>
                    </a:cubicBezTo>
                    <a:cubicBezTo>
                      <a:pt x="27" y="26"/>
                      <a:pt x="29" y="25"/>
                      <a:pt x="31" y="24"/>
                    </a:cubicBezTo>
                    <a:cubicBezTo>
                      <a:pt x="27" y="28"/>
                      <a:pt x="23" y="30"/>
                      <a:pt x="20" y="34"/>
                    </a:cubicBezTo>
                    <a:cubicBezTo>
                      <a:pt x="18" y="36"/>
                      <a:pt x="18" y="39"/>
                      <a:pt x="17" y="42"/>
                    </a:cubicBezTo>
                    <a:cubicBezTo>
                      <a:pt x="0" y="68"/>
                      <a:pt x="5" y="98"/>
                      <a:pt x="6" y="102"/>
                    </a:cubicBezTo>
                    <a:cubicBezTo>
                      <a:pt x="7" y="110"/>
                      <a:pt x="15" y="149"/>
                      <a:pt x="17" y="144"/>
                    </a:cubicBezTo>
                    <a:cubicBezTo>
                      <a:pt x="18" y="139"/>
                      <a:pt x="18" y="128"/>
                      <a:pt x="16" y="112"/>
                    </a:cubicBezTo>
                    <a:cubicBezTo>
                      <a:pt x="14" y="97"/>
                      <a:pt x="8" y="66"/>
                      <a:pt x="35" y="42"/>
                    </a:cubicBezTo>
                    <a:cubicBezTo>
                      <a:pt x="46" y="32"/>
                      <a:pt x="55" y="34"/>
                      <a:pt x="64" y="40"/>
                    </a:cubicBezTo>
                    <a:cubicBezTo>
                      <a:pt x="65" y="42"/>
                      <a:pt x="66" y="45"/>
                      <a:pt x="68" y="48"/>
                    </a:cubicBezTo>
                    <a:cubicBezTo>
                      <a:pt x="70" y="51"/>
                      <a:pt x="75" y="52"/>
                      <a:pt x="77" y="55"/>
                    </a:cubicBezTo>
                    <a:cubicBezTo>
                      <a:pt x="74" y="56"/>
                      <a:pt x="67" y="53"/>
                      <a:pt x="69" y="57"/>
                    </a:cubicBezTo>
                    <a:cubicBezTo>
                      <a:pt x="72" y="62"/>
                      <a:pt x="79" y="62"/>
                      <a:pt x="83" y="64"/>
                    </a:cubicBezTo>
                    <a:cubicBezTo>
                      <a:pt x="79" y="63"/>
                      <a:pt x="73" y="62"/>
                      <a:pt x="69" y="64"/>
                    </a:cubicBezTo>
                    <a:cubicBezTo>
                      <a:pt x="73" y="63"/>
                      <a:pt x="79" y="69"/>
                      <a:pt x="84" y="70"/>
                    </a:cubicBezTo>
                    <a:cubicBezTo>
                      <a:pt x="87" y="70"/>
                      <a:pt x="92" y="70"/>
                      <a:pt x="95" y="71"/>
                    </a:cubicBezTo>
                    <a:cubicBezTo>
                      <a:pt x="91" y="72"/>
                      <a:pt x="88" y="74"/>
                      <a:pt x="85" y="75"/>
                    </a:cubicBezTo>
                    <a:cubicBezTo>
                      <a:pt x="95" y="76"/>
                      <a:pt x="106" y="72"/>
                      <a:pt x="115" y="68"/>
                    </a:cubicBezTo>
                    <a:cubicBezTo>
                      <a:pt x="113" y="71"/>
                      <a:pt x="110" y="74"/>
                      <a:pt x="108" y="77"/>
                    </a:cubicBezTo>
                    <a:cubicBezTo>
                      <a:pt x="115" y="71"/>
                      <a:pt x="124" y="65"/>
                      <a:pt x="130" y="58"/>
                    </a:cubicBezTo>
                    <a:cubicBezTo>
                      <a:pt x="130" y="57"/>
                      <a:pt x="131" y="56"/>
                      <a:pt x="132" y="55"/>
                    </a:cubicBezTo>
                    <a:cubicBezTo>
                      <a:pt x="148" y="44"/>
                      <a:pt x="158" y="27"/>
                      <a:pt x="172" y="38"/>
                    </a:cubicBezTo>
                    <a:cubicBezTo>
                      <a:pt x="193" y="54"/>
                      <a:pt x="197" y="96"/>
                      <a:pt x="193" y="114"/>
                    </a:cubicBezTo>
                    <a:cubicBezTo>
                      <a:pt x="190" y="129"/>
                      <a:pt x="192" y="151"/>
                      <a:pt x="192" y="151"/>
                    </a:cubicBezTo>
                    <a:cubicBezTo>
                      <a:pt x="193" y="146"/>
                      <a:pt x="205" y="126"/>
                      <a:pt x="206" y="103"/>
                    </a:cubicBezTo>
                    <a:cubicBezTo>
                      <a:pt x="207" y="93"/>
                      <a:pt x="208" y="72"/>
                      <a:pt x="199" y="52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3390" name="Freeform 160">
                <a:extLst>
                  <a:ext uri="{FF2B5EF4-FFF2-40B4-BE49-F238E27FC236}">
                    <a16:creationId xmlns:a16="http://schemas.microsoft.com/office/drawing/2014/main" id="{4C14F45E-DE26-4C9D-8944-A87948AD0D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1" y="754"/>
                <a:ext cx="69" cy="156"/>
              </a:xfrm>
              <a:custGeom>
                <a:avLst/>
                <a:gdLst>
                  <a:gd name="T0" fmla="*/ 178 w 43"/>
                  <a:gd name="T1" fmla="*/ 13 h 98"/>
                  <a:gd name="T2" fmla="*/ 141 w 43"/>
                  <a:gd name="T3" fmla="*/ 5 h 98"/>
                  <a:gd name="T4" fmla="*/ 101 w 43"/>
                  <a:gd name="T5" fmla="*/ 13 h 98"/>
                  <a:gd name="T6" fmla="*/ 56 w 43"/>
                  <a:gd name="T7" fmla="*/ 48 h 98"/>
                  <a:gd name="T8" fmla="*/ 29 w 43"/>
                  <a:gd name="T9" fmla="*/ 96 h 98"/>
                  <a:gd name="T10" fmla="*/ 0 w 43"/>
                  <a:gd name="T11" fmla="*/ 210 h 98"/>
                  <a:gd name="T12" fmla="*/ 5 w 43"/>
                  <a:gd name="T13" fmla="*/ 279 h 98"/>
                  <a:gd name="T14" fmla="*/ 16 w 43"/>
                  <a:gd name="T15" fmla="*/ 350 h 98"/>
                  <a:gd name="T16" fmla="*/ 26 w 43"/>
                  <a:gd name="T17" fmla="*/ 395 h 98"/>
                  <a:gd name="T18" fmla="*/ 48 w 43"/>
                  <a:gd name="T19" fmla="*/ 339 h 98"/>
                  <a:gd name="T20" fmla="*/ 108 w 43"/>
                  <a:gd name="T21" fmla="*/ 294 h 98"/>
                  <a:gd name="T22" fmla="*/ 132 w 43"/>
                  <a:gd name="T23" fmla="*/ 271 h 98"/>
                  <a:gd name="T24" fmla="*/ 120 w 43"/>
                  <a:gd name="T25" fmla="*/ 261 h 98"/>
                  <a:gd name="T26" fmla="*/ 95 w 43"/>
                  <a:gd name="T27" fmla="*/ 253 h 98"/>
                  <a:gd name="T28" fmla="*/ 77 w 43"/>
                  <a:gd name="T29" fmla="*/ 102 h 98"/>
                  <a:gd name="T30" fmla="*/ 141 w 43"/>
                  <a:gd name="T31" fmla="*/ 35 h 98"/>
                  <a:gd name="T32" fmla="*/ 173 w 43"/>
                  <a:gd name="T33" fmla="*/ 21 h 98"/>
                  <a:gd name="T34" fmla="*/ 178 w 43"/>
                  <a:gd name="T35" fmla="*/ 16 h 98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43" h="98">
                    <a:moveTo>
                      <a:pt x="43" y="3"/>
                    </a:moveTo>
                    <a:cubicBezTo>
                      <a:pt x="40" y="3"/>
                      <a:pt x="37" y="1"/>
                      <a:pt x="34" y="1"/>
                    </a:cubicBezTo>
                    <a:cubicBezTo>
                      <a:pt x="30" y="0"/>
                      <a:pt x="28" y="1"/>
                      <a:pt x="24" y="3"/>
                    </a:cubicBezTo>
                    <a:cubicBezTo>
                      <a:pt x="21" y="5"/>
                      <a:pt x="16" y="8"/>
                      <a:pt x="14" y="12"/>
                    </a:cubicBezTo>
                    <a:cubicBezTo>
                      <a:pt x="11" y="16"/>
                      <a:pt x="10" y="20"/>
                      <a:pt x="7" y="24"/>
                    </a:cubicBezTo>
                    <a:cubicBezTo>
                      <a:pt x="3" y="32"/>
                      <a:pt x="0" y="43"/>
                      <a:pt x="0" y="52"/>
                    </a:cubicBezTo>
                    <a:cubicBezTo>
                      <a:pt x="0" y="58"/>
                      <a:pt x="0" y="63"/>
                      <a:pt x="1" y="69"/>
                    </a:cubicBezTo>
                    <a:cubicBezTo>
                      <a:pt x="2" y="75"/>
                      <a:pt x="4" y="81"/>
                      <a:pt x="4" y="87"/>
                    </a:cubicBezTo>
                    <a:cubicBezTo>
                      <a:pt x="5" y="90"/>
                      <a:pt x="6" y="94"/>
                      <a:pt x="6" y="98"/>
                    </a:cubicBezTo>
                    <a:cubicBezTo>
                      <a:pt x="8" y="93"/>
                      <a:pt x="9" y="89"/>
                      <a:pt x="12" y="84"/>
                    </a:cubicBezTo>
                    <a:cubicBezTo>
                      <a:pt x="16" y="79"/>
                      <a:pt x="20" y="76"/>
                      <a:pt x="26" y="73"/>
                    </a:cubicBezTo>
                    <a:cubicBezTo>
                      <a:pt x="28" y="72"/>
                      <a:pt x="34" y="69"/>
                      <a:pt x="32" y="67"/>
                    </a:cubicBezTo>
                    <a:cubicBezTo>
                      <a:pt x="32" y="66"/>
                      <a:pt x="30" y="65"/>
                      <a:pt x="29" y="65"/>
                    </a:cubicBezTo>
                    <a:cubicBezTo>
                      <a:pt x="27" y="65"/>
                      <a:pt x="25" y="64"/>
                      <a:pt x="23" y="63"/>
                    </a:cubicBezTo>
                    <a:cubicBezTo>
                      <a:pt x="11" y="56"/>
                      <a:pt x="15" y="36"/>
                      <a:pt x="19" y="25"/>
                    </a:cubicBezTo>
                    <a:cubicBezTo>
                      <a:pt x="22" y="18"/>
                      <a:pt x="28" y="12"/>
                      <a:pt x="34" y="9"/>
                    </a:cubicBezTo>
                    <a:cubicBezTo>
                      <a:pt x="37" y="8"/>
                      <a:pt x="40" y="7"/>
                      <a:pt x="42" y="5"/>
                    </a:cubicBezTo>
                    <a:cubicBezTo>
                      <a:pt x="42" y="5"/>
                      <a:pt x="43" y="4"/>
                      <a:pt x="43" y="4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3391" name="Freeform 161">
                <a:extLst>
                  <a:ext uri="{FF2B5EF4-FFF2-40B4-BE49-F238E27FC236}">
                    <a16:creationId xmlns:a16="http://schemas.microsoft.com/office/drawing/2014/main" id="{69970333-6EE9-4423-9484-2966167CF1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3" y="779"/>
                <a:ext cx="16" cy="24"/>
              </a:xfrm>
              <a:custGeom>
                <a:avLst/>
                <a:gdLst>
                  <a:gd name="T0" fmla="*/ 42 w 10"/>
                  <a:gd name="T1" fmla="*/ 5 h 15"/>
                  <a:gd name="T2" fmla="*/ 16 w 10"/>
                  <a:gd name="T3" fmla="*/ 21 h 15"/>
                  <a:gd name="T4" fmla="*/ 34 w 10"/>
                  <a:gd name="T5" fmla="*/ 42 h 15"/>
                  <a:gd name="T6" fmla="*/ 26 w 10"/>
                  <a:gd name="T7" fmla="*/ 61 h 15"/>
                  <a:gd name="T8" fmla="*/ 0 w 10"/>
                  <a:gd name="T9" fmla="*/ 26 h 15"/>
                  <a:gd name="T10" fmla="*/ 35 w 10"/>
                  <a:gd name="T11" fmla="*/ 5 h 1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" h="15">
                    <a:moveTo>
                      <a:pt x="10" y="1"/>
                    </a:moveTo>
                    <a:cubicBezTo>
                      <a:pt x="7" y="0"/>
                      <a:pt x="4" y="2"/>
                      <a:pt x="4" y="5"/>
                    </a:cubicBezTo>
                    <a:cubicBezTo>
                      <a:pt x="4" y="7"/>
                      <a:pt x="6" y="9"/>
                      <a:pt x="8" y="10"/>
                    </a:cubicBezTo>
                    <a:cubicBezTo>
                      <a:pt x="4" y="10"/>
                      <a:pt x="4" y="13"/>
                      <a:pt x="6" y="15"/>
                    </a:cubicBezTo>
                    <a:cubicBezTo>
                      <a:pt x="2" y="14"/>
                      <a:pt x="0" y="10"/>
                      <a:pt x="0" y="6"/>
                    </a:cubicBezTo>
                    <a:cubicBezTo>
                      <a:pt x="0" y="1"/>
                      <a:pt x="4" y="0"/>
                      <a:pt x="9" y="1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3392" name="Freeform 162">
                <a:extLst>
                  <a:ext uri="{FF2B5EF4-FFF2-40B4-BE49-F238E27FC236}">
                    <a16:creationId xmlns:a16="http://schemas.microsoft.com/office/drawing/2014/main" id="{C87394B7-A00F-49CC-A3E0-5837DDF3F5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0" y="809"/>
                <a:ext cx="52" cy="16"/>
              </a:xfrm>
              <a:custGeom>
                <a:avLst/>
                <a:gdLst>
                  <a:gd name="T0" fmla="*/ 138 w 32"/>
                  <a:gd name="T1" fmla="*/ 0 h 10"/>
                  <a:gd name="T2" fmla="*/ 75 w 32"/>
                  <a:gd name="T3" fmla="*/ 26 h 10"/>
                  <a:gd name="T4" fmla="*/ 5 w 32"/>
                  <a:gd name="T5" fmla="*/ 34 h 10"/>
                  <a:gd name="T6" fmla="*/ 26 w 32"/>
                  <a:gd name="T7" fmla="*/ 26 h 10"/>
                  <a:gd name="T8" fmla="*/ 75 w 32"/>
                  <a:gd name="T9" fmla="*/ 21 h 10"/>
                  <a:gd name="T10" fmla="*/ 138 w 32"/>
                  <a:gd name="T11" fmla="*/ 5 h 1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2" h="10">
                    <a:moveTo>
                      <a:pt x="32" y="0"/>
                    </a:moveTo>
                    <a:cubicBezTo>
                      <a:pt x="30" y="5"/>
                      <a:pt x="22" y="6"/>
                      <a:pt x="17" y="6"/>
                    </a:cubicBezTo>
                    <a:cubicBezTo>
                      <a:pt x="12" y="7"/>
                      <a:pt x="6" y="10"/>
                      <a:pt x="1" y="8"/>
                    </a:cubicBezTo>
                    <a:cubicBezTo>
                      <a:pt x="0" y="6"/>
                      <a:pt x="4" y="6"/>
                      <a:pt x="6" y="6"/>
                    </a:cubicBezTo>
                    <a:cubicBezTo>
                      <a:pt x="9" y="6"/>
                      <a:pt x="13" y="6"/>
                      <a:pt x="17" y="5"/>
                    </a:cubicBezTo>
                    <a:cubicBezTo>
                      <a:pt x="22" y="4"/>
                      <a:pt x="27" y="2"/>
                      <a:pt x="32" y="1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3393" name="Freeform 163">
                <a:extLst>
                  <a:ext uri="{FF2B5EF4-FFF2-40B4-BE49-F238E27FC236}">
                    <a16:creationId xmlns:a16="http://schemas.microsoft.com/office/drawing/2014/main" id="{6445B62B-00A5-4D89-BB0F-41F082957D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2" y="805"/>
                <a:ext cx="29" cy="22"/>
              </a:xfrm>
              <a:custGeom>
                <a:avLst/>
                <a:gdLst>
                  <a:gd name="T0" fmla="*/ 76 w 18"/>
                  <a:gd name="T1" fmla="*/ 0 h 14"/>
                  <a:gd name="T2" fmla="*/ 34 w 18"/>
                  <a:gd name="T3" fmla="*/ 31 h 14"/>
                  <a:gd name="T4" fmla="*/ 0 w 18"/>
                  <a:gd name="T5" fmla="*/ 42 h 14"/>
                  <a:gd name="T6" fmla="*/ 55 w 18"/>
                  <a:gd name="T7" fmla="*/ 27 h 14"/>
                  <a:gd name="T8" fmla="*/ 76 w 18"/>
                  <a:gd name="T9" fmla="*/ 0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14">
                    <a:moveTo>
                      <a:pt x="18" y="0"/>
                    </a:moveTo>
                    <a:cubicBezTo>
                      <a:pt x="15" y="3"/>
                      <a:pt x="12" y="6"/>
                      <a:pt x="8" y="8"/>
                    </a:cubicBezTo>
                    <a:cubicBezTo>
                      <a:pt x="5" y="9"/>
                      <a:pt x="3" y="10"/>
                      <a:pt x="0" y="11"/>
                    </a:cubicBezTo>
                    <a:cubicBezTo>
                      <a:pt x="4" y="14"/>
                      <a:pt x="11" y="10"/>
                      <a:pt x="13" y="7"/>
                    </a:cubicBezTo>
                    <a:cubicBezTo>
                      <a:pt x="15" y="5"/>
                      <a:pt x="16" y="2"/>
                      <a:pt x="18" y="0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3394" name="Freeform 164">
                <a:extLst>
                  <a:ext uri="{FF2B5EF4-FFF2-40B4-BE49-F238E27FC236}">
                    <a16:creationId xmlns:a16="http://schemas.microsoft.com/office/drawing/2014/main" id="{453773B1-1A0D-41FF-95CB-08D3BE682C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0" y="801"/>
                <a:ext cx="43" cy="93"/>
              </a:xfrm>
              <a:custGeom>
                <a:avLst/>
                <a:gdLst>
                  <a:gd name="T0" fmla="*/ 0 w 27"/>
                  <a:gd name="T1" fmla="*/ 16 h 58"/>
                  <a:gd name="T2" fmla="*/ 46 w 27"/>
                  <a:gd name="T3" fmla="*/ 13 h 58"/>
                  <a:gd name="T4" fmla="*/ 68 w 27"/>
                  <a:gd name="T5" fmla="*/ 0 h 58"/>
                  <a:gd name="T6" fmla="*/ 97 w 27"/>
                  <a:gd name="T7" fmla="*/ 47 h 58"/>
                  <a:gd name="T8" fmla="*/ 104 w 27"/>
                  <a:gd name="T9" fmla="*/ 136 h 58"/>
                  <a:gd name="T10" fmla="*/ 102 w 27"/>
                  <a:gd name="T11" fmla="*/ 191 h 58"/>
                  <a:gd name="T12" fmla="*/ 97 w 27"/>
                  <a:gd name="T13" fmla="*/ 213 h 58"/>
                  <a:gd name="T14" fmla="*/ 94 w 27"/>
                  <a:gd name="T15" fmla="*/ 239 h 58"/>
                  <a:gd name="T16" fmla="*/ 89 w 27"/>
                  <a:gd name="T17" fmla="*/ 136 h 58"/>
                  <a:gd name="T18" fmla="*/ 64 w 27"/>
                  <a:gd name="T19" fmla="*/ 61 h 58"/>
                  <a:gd name="T20" fmla="*/ 21 w 27"/>
                  <a:gd name="T21" fmla="*/ 34 h 58"/>
                  <a:gd name="T22" fmla="*/ 0 w 27"/>
                  <a:gd name="T23" fmla="*/ 21 h 58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7" h="58">
                    <a:moveTo>
                      <a:pt x="0" y="4"/>
                    </a:moveTo>
                    <a:cubicBezTo>
                      <a:pt x="4" y="6"/>
                      <a:pt x="7" y="5"/>
                      <a:pt x="11" y="3"/>
                    </a:cubicBezTo>
                    <a:cubicBezTo>
                      <a:pt x="13" y="2"/>
                      <a:pt x="15" y="0"/>
                      <a:pt x="17" y="0"/>
                    </a:cubicBezTo>
                    <a:cubicBezTo>
                      <a:pt x="22" y="0"/>
                      <a:pt x="23" y="8"/>
                      <a:pt x="24" y="11"/>
                    </a:cubicBezTo>
                    <a:cubicBezTo>
                      <a:pt x="25" y="18"/>
                      <a:pt x="27" y="26"/>
                      <a:pt x="26" y="33"/>
                    </a:cubicBezTo>
                    <a:cubicBezTo>
                      <a:pt x="26" y="38"/>
                      <a:pt x="25" y="42"/>
                      <a:pt x="25" y="46"/>
                    </a:cubicBezTo>
                    <a:cubicBezTo>
                      <a:pt x="25" y="48"/>
                      <a:pt x="25" y="50"/>
                      <a:pt x="24" y="52"/>
                    </a:cubicBezTo>
                    <a:cubicBezTo>
                      <a:pt x="23" y="54"/>
                      <a:pt x="22" y="56"/>
                      <a:pt x="23" y="58"/>
                    </a:cubicBezTo>
                    <a:cubicBezTo>
                      <a:pt x="22" y="50"/>
                      <a:pt x="24" y="42"/>
                      <a:pt x="22" y="33"/>
                    </a:cubicBezTo>
                    <a:cubicBezTo>
                      <a:pt x="21" y="27"/>
                      <a:pt x="19" y="21"/>
                      <a:pt x="16" y="15"/>
                    </a:cubicBezTo>
                    <a:cubicBezTo>
                      <a:pt x="13" y="11"/>
                      <a:pt x="9" y="10"/>
                      <a:pt x="5" y="8"/>
                    </a:cubicBezTo>
                    <a:cubicBezTo>
                      <a:pt x="4" y="8"/>
                      <a:pt x="1" y="7"/>
                      <a:pt x="0" y="5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3395" name="Freeform 165">
                <a:extLst>
                  <a:ext uri="{FF2B5EF4-FFF2-40B4-BE49-F238E27FC236}">
                    <a16:creationId xmlns:a16="http://schemas.microsoft.com/office/drawing/2014/main" id="{3493ED65-CE14-4C9E-9550-1C3E65F665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4" y="1003"/>
                <a:ext cx="56" cy="102"/>
              </a:xfrm>
              <a:custGeom>
                <a:avLst/>
                <a:gdLst>
                  <a:gd name="T0" fmla="*/ 144 w 35"/>
                  <a:gd name="T1" fmla="*/ 0 h 64"/>
                  <a:gd name="T2" fmla="*/ 0 w 35"/>
                  <a:gd name="T3" fmla="*/ 260 h 64"/>
                  <a:gd name="T4" fmla="*/ 144 w 35"/>
                  <a:gd name="T5" fmla="*/ 0 h 6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5" h="64">
                    <a:moveTo>
                      <a:pt x="35" y="0"/>
                    </a:moveTo>
                    <a:cubicBezTo>
                      <a:pt x="35" y="0"/>
                      <a:pt x="30" y="50"/>
                      <a:pt x="0" y="64"/>
                    </a:cubicBezTo>
                    <a:cubicBezTo>
                      <a:pt x="0" y="64"/>
                      <a:pt x="27" y="39"/>
                      <a:pt x="35" y="0"/>
                    </a:cubicBezTo>
                    <a:close/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3396" name="Freeform 166">
                <a:extLst>
                  <a:ext uri="{FF2B5EF4-FFF2-40B4-BE49-F238E27FC236}">
                    <a16:creationId xmlns:a16="http://schemas.microsoft.com/office/drawing/2014/main" id="{D33FDD48-2907-4C2E-AB2E-8ED2071087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8" y="1119"/>
                <a:ext cx="38" cy="114"/>
              </a:xfrm>
              <a:custGeom>
                <a:avLst/>
                <a:gdLst>
                  <a:gd name="T0" fmla="*/ 5 w 24"/>
                  <a:gd name="T1" fmla="*/ 0 h 71"/>
                  <a:gd name="T2" fmla="*/ 21 w 24"/>
                  <a:gd name="T3" fmla="*/ 26 h 71"/>
                  <a:gd name="T4" fmla="*/ 43 w 24"/>
                  <a:gd name="T5" fmla="*/ 69 h 71"/>
                  <a:gd name="T6" fmla="*/ 63 w 24"/>
                  <a:gd name="T7" fmla="*/ 165 h 71"/>
                  <a:gd name="T8" fmla="*/ 95 w 24"/>
                  <a:gd name="T9" fmla="*/ 294 h 71"/>
                  <a:gd name="T10" fmla="*/ 48 w 24"/>
                  <a:gd name="T11" fmla="*/ 124 h 71"/>
                  <a:gd name="T12" fmla="*/ 33 w 24"/>
                  <a:gd name="T13" fmla="*/ 55 h 71"/>
                  <a:gd name="T14" fmla="*/ 0 w 24"/>
                  <a:gd name="T15" fmla="*/ 8 h 7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4" h="71">
                    <a:moveTo>
                      <a:pt x="1" y="0"/>
                    </a:moveTo>
                    <a:cubicBezTo>
                      <a:pt x="2" y="2"/>
                      <a:pt x="4" y="4"/>
                      <a:pt x="5" y="6"/>
                    </a:cubicBezTo>
                    <a:cubicBezTo>
                      <a:pt x="8" y="9"/>
                      <a:pt x="10" y="13"/>
                      <a:pt x="11" y="17"/>
                    </a:cubicBezTo>
                    <a:cubicBezTo>
                      <a:pt x="14" y="25"/>
                      <a:pt x="15" y="32"/>
                      <a:pt x="16" y="40"/>
                    </a:cubicBezTo>
                    <a:cubicBezTo>
                      <a:pt x="17" y="51"/>
                      <a:pt x="22" y="61"/>
                      <a:pt x="24" y="71"/>
                    </a:cubicBezTo>
                    <a:cubicBezTo>
                      <a:pt x="15" y="60"/>
                      <a:pt x="12" y="43"/>
                      <a:pt x="12" y="30"/>
                    </a:cubicBezTo>
                    <a:cubicBezTo>
                      <a:pt x="11" y="24"/>
                      <a:pt x="10" y="18"/>
                      <a:pt x="8" y="13"/>
                    </a:cubicBezTo>
                    <a:cubicBezTo>
                      <a:pt x="6" y="10"/>
                      <a:pt x="1" y="6"/>
                      <a:pt x="0" y="2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3397" name="Freeform 167">
                <a:extLst>
                  <a:ext uri="{FF2B5EF4-FFF2-40B4-BE49-F238E27FC236}">
                    <a16:creationId xmlns:a16="http://schemas.microsoft.com/office/drawing/2014/main" id="{81678D38-7E40-4B81-B65D-25E4408F56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4" y="1122"/>
                <a:ext cx="40" cy="96"/>
              </a:xfrm>
              <a:custGeom>
                <a:avLst/>
                <a:gdLst>
                  <a:gd name="T0" fmla="*/ 102 w 25"/>
                  <a:gd name="T1" fmla="*/ 0 h 60"/>
                  <a:gd name="T2" fmla="*/ 42 w 25"/>
                  <a:gd name="T3" fmla="*/ 107 h 60"/>
                  <a:gd name="T4" fmla="*/ 29 w 25"/>
                  <a:gd name="T5" fmla="*/ 184 h 60"/>
                  <a:gd name="T6" fmla="*/ 0 w 25"/>
                  <a:gd name="T7" fmla="*/ 246 h 60"/>
                  <a:gd name="T8" fmla="*/ 42 w 25"/>
                  <a:gd name="T9" fmla="*/ 184 h 60"/>
                  <a:gd name="T10" fmla="*/ 56 w 25"/>
                  <a:gd name="T11" fmla="*/ 102 h 60"/>
                  <a:gd name="T12" fmla="*/ 77 w 25"/>
                  <a:gd name="T13" fmla="*/ 46 h 60"/>
                  <a:gd name="T14" fmla="*/ 98 w 25"/>
                  <a:gd name="T15" fmla="*/ 5 h 6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5" h="60">
                    <a:moveTo>
                      <a:pt x="25" y="0"/>
                    </a:moveTo>
                    <a:cubicBezTo>
                      <a:pt x="16" y="4"/>
                      <a:pt x="12" y="18"/>
                      <a:pt x="10" y="26"/>
                    </a:cubicBezTo>
                    <a:cubicBezTo>
                      <a:pt x="9" y="33"/>
                      <a:pt x="8" y="39"/>
                      <a:pt x="7" y="45"/>
                    </a:cubicBezTo>
                    <a:cubicBezTo>
                      <a:pt x="5" y="50"/>
                      <a:pt x="2" y="55"/>
                      <a:pt x="0" y="60"/>
                    </a:cubicBezTo>
                    <a:cubicBezTo>
                      <a:pt x="5" y="55"/>
                      <a:pt x="8" y="51"/>
                      <a:pt x="10" y="45"/>
                    </a:cubicBezTo>
                    <a:cubicBezTo>
                      <a:pt x="13" y="38"/>
                      <a:pt x="12" y="31"/>
                      <a:pt x="14" y="25"/>
                    </a:cubicBezTo>
                    <a:cubicBezTo>
                      <a:pt x="16" y="20"/>
                      <a:pt x="17" y="15"/>
                      <a:pt x="19" y="11"/>
                    </a:cubicBezTo>
                    <a:cubicBezTo>
                      <a:pt x="20" y="7"/>
                      <a:pt x="22" y="5"/>
                      <a:pt x="24" y="1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3398" name="Freeform 168">
                <a:extLst>
                  <a:ext uri="{FF2B5EF4-FFF2-40B4-BE49-F238E27FC236}">
                    <a16:creationId xmlns:a16="http://schemas.microsoft.com/office/drawing/2014/main" id="{7DFCDBC7-A09C-443C-863F-EE6C1A7072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8" y="1102"/>
                <a:ext cx="88" cy="107"/>
              </a:xfrm>
              <a:custGeom>
                <a:avLst/>
                <a:gdLst>
                  <a:gd name="T0" fmla="*/ 107 w 55"/>
                  <a:gd name="T1" fmla="*/ 0 h 67"/>
                  <a:gd name="T2" fmla="*/ 102 w 55"/>
                  <a:gd name="T3" fmla="*/ 56 h 67"/>
                  <a:gd name="T4" fmla="*/ 118 w 55"/>
                  <a:gd name="T5" fmla="*/ 137 h 67"/>
                  <a:gd name="T6" fmla="*/ 171 w 55"/>
                  <a:gd name="T7" fmla="*/ 206 h 67"/>
                  <a:gd name="T8" fmla="*/ 226 w 55"/>
                  <a:gd name="T9" fmla="*/ 273 h 67"/>
                  <a:gd name="T10" fmla="*/ 171 w 55"/>
                  <a:gd name="T11" fmla="*/ 227 h 67"/>
                  <a:gd name="T12" fmla="*/ 94 w 55"/>
                  <a:gd name="T13" fmla="*/ 155 h 67"/>
                  <a:gd name="T14" fmla="*/ 48 w 55"/>
                  <a:gd name="T15" fmla="*/ 136 h 67"/>
                  <a:gd name="T16" fmla="*/ 16 w 55"/>
                  <a:gd name="T17" fmla="*/ 137 h 67"/>
                  <a:gd name="T18" fmla="*/ 61 w 55"/>
                  <a:gd name="T19" fmla="*/ 67 h 67"/>
                  <a:gd name="T20" fmla="*/ 102 w 55"/>
                  <a:gd name="T21" fmla="*/ 21 h 6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55" h="67">
                    <a:moveTo>
                      <a:pt x="26" y="0"/>
                    </a:moveTo>
                    <a:cubicBezTo>
                      <a:pt x="26" y="5"/>
                      <a:pt x="25" y="9"/>
                      <a:pt x="25" y="14"/>
                    </a:cubicBezTo>
                    <a:cubicBezTo>
                      <a:pt x="25" y="21"/>
                      <a:pt x="27" y="27"/>
                      <a:pt x="29" y="34"/>
                    </a:cubicBezTo>
                    <a:cubicBezTo>
                      <a:pt x="32" y="41"/>
                      <a:pt x="38" y="45"/>
                      <a:pt x="42" y="51"/>
                    </a:cubicBezTo>
                    <a:cubicBezTo>
                      <a:pt x="45" y="57"/>
                      <a:pt x="53" y="61"/>
                      <a:pt x="55" y="67"/>
                    </a:cubicBezTo>
                    <a:cubicBezTo>
                      <a:pt x="50" y="67"/>
                      <a:pt x="45" y="59"/>
                      <a:pt x="42" y="56"/>
                    </a:cubicBezTo>
                    <a:cubicBezTo>
                      <a:pt x="36" y="49"/>
                      <a:pt x="31" y="43"/>
                      <a:pt x="23" y="38"/>
                    </a:cubicBezTo>
                    <a:cubicBezTo>
                      <a:pt x="20" y="36"/>
                      <a:pt x="16" y="32"/>
                      <a:pt x="12" y="33"/>
                    </a:cubicBezTo>
                    <a:cubicBezTo>
                      <a:pt x="9" y="33"/>
                      <a:pt x="7" y="35"/>
                      <a:pt x="4" y="34"/>
                    </a:cubicBezTo>
                    <a:cubicBezTo>
                      <a:pt x="0" y="27"/>
                      <a:pt x="10" y="21"/>
                      <a:pt x="15" y="16"/>
                    </a:cubicBezTo>
                    <a:cubicBezTo>
                      <a:pt x="19" y="12"/>
                      <a:pt x="20" y="8"/>
                      <a:pt x="25" y="5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3399" name="Freeform 169">
                <a:extLst>
                  <a:ext uri="{FF2B5EF4-FFF2-40B4-BE49-F238E27FC236}">
                    <a16:creationId xmlns:a16="http://schemas.microsoft.com/office/drawing/2014/main" id="{FB999CFE-06ED-4ECD-AD65-FE34191D9E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1" y="1090"/>
                <a:ext cx="83" cy="128"/>
              </a:xfrm>
              <a:custGeom>
                <a:avLst/>
                <a:gdLst>
                  <a:gd name="T0" fmla="*/ 184 w 52"/>
                  <a:gd name="T1" fmla="*/ 0 h 80"/>
                  <a:gd name="T2" fmla="*/ 187 w 52"/>
                  <a:gd name="T3" fmla="*/ 90 h 80"/>
                  <a:gd name="T4" fmla="*/ 163 w 52"/>
                  <a:gd name="T5" fmla="*/ 192 h 80"/>
                  <a:gd name="T6" fmla="*/ 73 w 52"/>
                  <a:gd name="T7" fmla="*/ 282 h 80"/>
                  <a:gd name="T8" fmla="*/ 29 w 52"/>
                  <a:gd name="T9" fmla="*/ 307 h 80"/>
                  <a:gd name="T10" fmla="*/ 0 w 52"/>
                  <a:gd name="T11" fmla="*/ 328 h 80"/>
                  <a:gd name="T12" fmla="*/ 86 w 52"/>
                  <a:gd name="T13" fmla="*/ 291 h 80"/>
                  <a:gd name="T14" fmla="*/ 184 w 52"/>
                  <a:gd name="T15" fmla="*/ 189 h 80"/>
                  <a:gd name="T16" fmla="*/ 200 w 52"/>
                  <a:gd name="T17" fmla="*/ 74 h 80"/>
                  <a:gd name="T18" fmla="*/ 187 w 52"/>
                  <a:gd name="T19" fmla="*/ 8 h 8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2" h="80">
                    <a:moveTo>
                      <a:pt x="45" y="0"/>
                    </a:moveTo>
                    <a:cubicBezTo>
                      <a:pt x="46" y="9"/>
                      <a:pt x="46" y="12"/>
                      <a:pt x="46" y="22"/>
                    </a:cubicBezTo>
                    <a:cubicBezTo>
                      <a:pt x="47" y="31"/>
                      <a:pt x="44" y="39"/>
                      <a:pt x="40" y="47"/>
                    </a:cubicBezTo>
                    <a:cubicBezTo>
                      <a:pt x="36" y="57"/>
                      <a:pt x="28" y="65"/>
                      <a:pt x="18" y="69"/>
                    </a:cubicBezTo>
                    <a:cubicBezTo>
                      <a:pt x="14" y="72"/>
                      <a:pt x="11" y="72"/>
                      <a:pt x="7" y="75"/>
                    </a:cubicBezTo>
                    <a:cubicBezTo>
                      <a:pt x="5" y="77"/>
                      <a:pt x="3" y="79"/>
                      <a:pt x="0" y="80"/>
                    </a:cubicBezTo>
                    <a:cubicBezTo>
                      <a:pt x="7" y="79"/>
                      <a:pt x="14" y="74"/>
                      <a:pt x="21" y="71"/>
                    </a:cubicBezTo>
                    <a:cubicBezTo>
                      <a:pt x="32" y="67"/>
                      <a:pt x="41" y="58"/>
                      <a:pt x="45" y="46"/>
                    </a:cubicBezTo>
                    <a:cubicBezTo>
                      <a:pt x="47" y="36"/>
                      <a:pt x="52" y="28"/>
                      <a:pt x="49" y="18"/>
                    </a:cubicBezTo>
                    <a:cubicBezTo>
                      <a:pt x="47" y="10"/>
                      <a:pt x="46" y="9"/>
                      <a:pt x="46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3400" name="Freeform 170">
                <a:extLst>
                  <a:ext uri="{FF2B5EF4-FFF2-40B4-BE49-F238E27FC236}">
                    <a16:creationId xmlns:a16="http://schemas.microsoft.com/office/drawing/2014/main" id="{F6A1E650-BFF7-4E9F-A976-A5B26746C1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0" y="747"/>
                <a:ext cx="126" cy="64"/>
              </a:xfrm>
              <a:custGeom>
                <a:avLst/>
                <a:gdLst>
                  <a:gd name="T0" fmla="*/ 321 w 79"/>
                  <a:gd name="T1" fmla="*/ 8 h 40"/>
                  <a:gd name="T2" fmla="*/ 206 w 79"/>
                  <a:gd name="T3" fmla="*/ 69 h 40"/>
                  <a:gd name="T4" fmla="*/ 129 w 79"/>
                  <a:gd name="T5" fmla="*/ 138 h 40"/>
                  <a:gd name="T6" fmla="*/ 142 w 79"/>
                  <a:gd name="T7" fmla="*/ 118 h 40"/>
                  <a:gd name="T8" fmla="*/ 104 w 79"/>
                  <a:gd name="T9" fmla="*/ 144 h 40"/>
                  <a:gd name="T10" fmla="*/ 48 w 79"/>
                  <a:gd name="T11" fmla="*/ 163 h 40"/>
                  <a:gd name="T12" fmla="*/ 102 w 79"/>
                  <a:gd name="T13" fmla="*/ 128 h 40"/>
                  <a:gd name="T14" fmla="*/ 21 w 79"/>
                  <a:gd name="T15" fmla="*/ 138 h 40"/>
                  <a:gd name="T16" fmla="*/ 48 w 79"/>
                  <a:gd name="T17" fmla="*/ 131 h 40"/>
                  <a:gd name="T18" fmla="*/ 0 w 79"/>
                  <a:gd name="T19" fmla="*/ 107 h 40"/>
                  <a:gd name="T20" fmla="*/ 29 w 79"/>
                  <a:gd name="T21" fmla="*/ 115 h 40"/>
                  <a:gd name="T22" fmla="*/ 61 w 79"/>
                  <a:gd name="T23" fmla="*/ 118 h 40"/>
                  <a:gd name="T24" fmla="*/ 145 w 79"/>
                  <a:gd name="T25" fmla="*/ 69 h 40"/>
                  <a:gd name="T26" fmla="*/ 123 w 79"/>
                  <a:gd name="T27" fmla="*/ 110 h 40"/>
                  <a:gd name="T28" fmla="*/ 171 w 79"/>
                  <a:gd name="T29" fmla="*/ 67 h 40"/>
                  <a:gd name="T30" fmla="*/ 211 w 79"/>
                  <a:gd name="T31" fmla="*/ 26 h 40"/>
                  <a:gd name="T32" fmla="*/ 231 w 79"/>
                  <a:gd name="T33" fmla="*/ 5 h 40"/>
                  <a:gd name="T34" fmla="*/ 204 w 79"/>
                  <a:gd name="T35" fmla="*/ 48 h 40"/>
                  <a:gd name="T36" fmla="*/ 285 w 79"/>
                  <a:gd name="T37" fmla="*/ 0 h 40"/>
                  <a:gd name="T38" fmla="*/ 321 w 79"/>
                  <a:gd name="T39" fmla="*/ 5 h 40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79" h="40">
                    <a:moveTo>
                      <a:pt x="79" y="2"/>
                    </a:moveTo>
                    <a:cubicBezTo>
                      <a:pt x="67" y="2"/>
                      <a:pt x="59" y="9"/>
                      <a:pt x="51" y="17"/>
                    </a:cubicBezTo>
                    <a:cubicBezTo>
                      <a:pt x="45" y="23"/>
                      <a:pt x="38" y="28"/>
                      <a:pt x="32" y="34"/>
                    </a:cubicBezTo>
                    <a:cubicBezTo>
                      <a:pt x="33" y="33"/>
                      <a:pt x="34" y="31"/>
                      <a:pt x="35" y="29"/>
                    </a:cubicBezTo>
                    <a:cubicBezTo>
                      <a:pt x="32" y="31"/>
                      <a:pt x="29" y="33"/>
                      <a:pt x="26" y="35"/>
                    </a:cubicBezTo>
                    <a:cubicBezTo>
                      <a:pt x="22" y="37"/>
                      <a:pt x="17" y="39"/>
                      <a:pt x="12" y="40"/>
                    </a:cubicBezTo>
                    <a:cubicBezTo>
                      <a:pt x="17" y="38"/>
                      <a:pt x="23" y="35"/>
                      <a:pt x="25" y="31"/>
                    </a:cubicBezTo>
                    <a:cubicBezTo>
                      <a:pt x="20" y="34"/>
                      <a:pt x="11" y="35"/>
                      <a:pt x="5" y="34"/>
                    </a:cubicBezTo>
                    <a:cubicBezTo>
                      <a:pt x="8" y="34"/>
                      <a:pt x="10" y="34"/>
                      <a:pt x="12" y="32"/>
                    </a:cubicBezTo>
                    <a:cubicBezTo>
                      <a:pt x="8" y="31"/>
                      <a:pt x="3" y="29"/>
                      <a:pt x="0" y="26"/>
                    </a:cubicBezTo>
                    <a:cubicBezTo>
                      <a:pt x="2" y="28"/>
                      <a:pt x="5" y="27"/>
                      <a:pt x="7" y="28"/>
                    </a:cubicBezTo>
                    <a:cubicBezTo>
                      <a:pt x="9" y="29"/>
                      <a:pt x="12" y="29"/>
                      <a:pt x="15" y="29"/>
                    </a:cubicBezTo>
                    <a:cubicBezTo>
                      <a:pt x="23" y="28"/>
                      <a:pt x="30" y="22"/>
                      <a:pt x="36" y="17"/>
                    </a:cubicBezTo>
                    <a:cubicBezTo>
                      <a:pt x="34" y="20"/>
                      <a:pt x="31" y="24"/>
                      <a:pt x="30" y="27"/>
                    </a:cubicBezTo>
                    <a:cubicBezTo>
                      <a:pt x="35" y="24"/>
                      <a:pt x="38" y="21"/>
                      <a:pt x="42" y="16"/>
                    </a:cubicBezTo>
                    <a:cubicBezTo>
                      <a:pt x="45" y="13"/>
                      <a:pt x="49" y="10"/>
                      <a:pt x="52" y="6"/>
                    </a:cubicBezTo>
                    <a:cubicBezTo>
                      <a:pt x="53" y="4"/>
                      <a:pt x="55" y="2"/>
                      <a:pt x="57" y="1"/>
                    </a:cubicBezTo>
                    <a:cubicBezTo>
                      <a:pt x="55" y="5"/>
                      <a:pt x="51" y="8"/>
                      <a:pt x="50" y="12"/>
                    </a:cubicBezTo>
                    <a:cubicBezTo>
                      <a:pt x="57" y="8"/>
                      <a:pt x="62" y="2"/>
                      <a:pt x="70" y="0"/>
                    </a:cubicBezTo>
                    <a:cubicBezTo>
                      <a:pt x="72" y="0"/>
                      <a:pt x="77" y="0"/>
                      <a:pt x="79" y="1"/>
                    </a:cubicBezTo>
                  </a:path>
                </a:pathLst>
              </a:custGeom>
              <a:solidFill>
                <a:srgbClr val="8988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3401" name="Freeform 171">
                <a:extLst>
                  <a:ext uri="{FF2B5EF4-FFF2-40B4-BE49-F238E27FC236}">
                    <a16:creationId xmlns:a16="http://schemas.microsoft.com/office/drawing/2014/main" id="{B155CBCF-555A-4C26-868F-AD5EB4427F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8" y="766"/>
                <a:ext cx="67" cy="21"/>
              </a:xfrm>
              <a:custGeom>
                <a:avLst/>
                <a:gdLst>
                  <a:gd name="T0" fmla="*/ 163 w 42"/>
                  <a:gd name="T1" fmla="*/ 34 h 13"/>
                  <a:gd name="T2" fmla="*/ 129 w 42"/>
                  <a:gd name="T3" fmla="*/ 50 h 13"/>
                  <a:gd name="T4" fmla="*/ 77 w 42"/>
                  <a:gd name="T5" fmla="*/ 50 h 13"/>
                  <a:gd name="T6" fmla="*/ 35 w 42"/>
                  <a:gd name="T7" fmla="*/ 26 h 13"/>
                  <a:gd name="T8" fmla="*/ 0 w 42"/>
                  <a:gd name="T9" fmla="*/ 0 h 13"/>
                  <a:gd name="T10" fmla="*/ 34 w 42"/>
                  <a:gd name="T11" fmla="*/ 13 h 13"/>
                  <a:gd name="T12" fmla="*/ 81 w 42"/>
                  <a:gd name="T13" fmla="*/ 34 h 13"/>
                  <a:gd name="T14" fmla="*/ 56 w 42"/>
                  <a:gd name="T15" fmla="*/ 13 h 13"/>
                  <a:gd name="T16" fmla="*/ 97 w 42"/>
                  <a:gd name="T17" fmla="*/ 29 h 13"/>
                  <a:gd name="T18" fmla="*/ 137 w 42"/>
                  <a:gd name="T19" fmla="*/ 29 h 13"/>
                  <a:gd name="T20" fmla="*/ 163 w 42"/>
                  <a:gd name="T21" fmla="*/ 21 h 13"/>
                  <a:gd name="T22" fmla="*/ 163 w 42"/>
                  <a:gd name="T23" fmla="*/ 34 h 1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42" h="13">
                    <a:moveTo>
                      <a:pt x="40" y="8"/>
                    </a:moveTo>
                    <a:cubicBezTo>
                      <a:pt x="40" y="10"/>
                      <a:pt x="34" y="12"/>
                      <a:pt x="32" y="12"/>
                    </a:cubicBezTo>
                    <a:cubicBezTo>
                      <a:pt x="28" y="13"/>
                      <a:pt x="24" y="13"/>
                      <a:pt x="19" y="12"/>
                    </a:cubicBezTo>
                    <a:cubicBezTo>
                      <a:pt x="16" y="11"/>
                      <a:pt x="12" y="8"/>
                      <a:pt x="9" y="6"/>
                    </a:cubicBezTo>
                    <a:cubicBezTo>
                      <a:pt x="6" y="5"/>
                      <a:pt x="2" y="2"/>
                      <a:pt x="0" y="0"/>
                    </a:cubicBezTo>
                    <a:cubicBezTo>
                      <a:pt x="3" y="0"/>
                      <a:pt x="6" y="2"/>
                      <a:pt x="8" y="3"/>
                    </a:cubicBezTo>
                    <a:cubicBezTo>
                      <a:pt x="12" y="5"/>
                      <a:pt x="16" y="7"/>
                      <a:pt x="20" y="8"/>
                    </a:cubicBezTo>
                    <a:cubicBezTo>
                      <a:pt x="18" y="7"/>
                      <a:pt x="15" y="5"/>
                      <a:pt x="14" y="3"/>
                    </a:cubicBezTo>
                    <a:cubicBezTo>
                      <a:pt x="17" y="5"/>
                      <a:pt x="21" y="6"/>
                      <a:pt x="24" y="7"/>
                    </a:cubicBezTo>
                    <a:cubicBezTo>
                      <a:pt x="28" y="8"/>
                      <a:pt x="31" y="8"/>
                      <a:pt x="34" y="7"/>
                    </a:cubicBezTo>
                    <a:cubicBezTo>
                      <a:pt x="36" y="6"/>
                      <a:pt x="38" y="5"/>
                      <a:pt x="40" y="5"/>
                    </a:cubicBezTo>
                    <a:cubicBezTo>
                      <a:pt x="42" y="5"/>
                      <a:pt x="40" y="7"/>
                      <a:pt x="40" y="8"/>
                    </a:cubicBezTo>
                  </a:path>
                </a:pathLst>
              </a:custGeom>
              <a:solidFill>
                <a:srgbClr val="8988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3402" name="Freeform 172">
                <a:extLst>
                  <a:ext uri="{FF2B5EF4-FFF2-40B4-BE49-F238E27FC236}">
                    <a16:creationId xmlns:a16="http://schemas.microsoft.com/office/drawing/2014/main" id="{2C3A2057-B374-4126-B2CA-684DAAB115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5" y="800"/>
                <a:ext cx="17" cy="108"/>
              </a:xfrm>
              <a:custGeom>
                <a:avLst/>
                <a:gdLst>
                  <a:gd name="T0" fmla="*/ 0 w 11"/>
                  <a:gd name="T1" fmla="*/ 43 h 68"/>
                  <a:gd name="T2" fmla="*/ 12 w 11"/>
                  <a:gd name="T3" fmla="*/ 108 h 68"/>
                  <a:gd name="T4" fmla="*/ 19 w 11"/>
                  <a:gd name="T5" fmla="*/ 162 h 68"/>
                  <a:gd name="T6" fmla="*/ 12 w 11"/>
                  <a:gd name="T7" fmla="*/ 211 h 68"/>
                  <a:gd name="T8" fmla="*/ 8 w 11"/>
                  <a:gd name="T9" fmla="*/ 240 h 68"/>
                  <a:gd name="T10" fmla="*/ 8 w 11"/>
                  <a:gd name="T11" fmla="*/ 273 h 68"/>
                  <a:gd name="T12" fmla="*/ 19 w 11"/>
                  <a:gd name="T13" fmla="*/ 218 h 68"/>
                  <a:gd name="T14" fmla="*/ 14 w 11"/>
                  <a:gd name="T15" fmla="*/ 248 h 68"/>
                  <a:gd name="T16" fmla="*/ 22 w 11"/>
                  <a:gd name="T17" fmla="*/ 230 h 68"/>
                  <a:gd name="T18" fmla="*/ 36 w 11"/>
                  <a:gd name="T19" fmla="*/ 168 h 68"/>
                  <a:gd name="T20" fmla="*/ 40 w 11"/>
                  <a:gd name="T21" fmla="*/ 103 h 68"/>
                  <a:gd name="T22" fmla="*/ 34 w 11"/>
                  <a:gd name="T23" fmla="*/ 48 h 68"/>
                  <a:gd name="T24" fmla="*/ 29 w 11"/>
                  <a:gd name="T25" fmla="*/ 21 h 68"/>
                  <a:gd name="T26" fmla="*/ 22 w 11"/>
                  <a:gd name="T27" fmla="*/ 0 h 68"/>
                  <a:gd name="T28" fmla="*/ 29 w 11"/>
                  <a:gd name="T29" fmla="*/ 76 h 68"/>
                  <a:gd name="T30" fmla="*/ 26 w 11"/>
                  <a:gd name="T31" fmla="*/ 64 h 68"/>
                  <a:gd name="T32" fmla="*/ 19 w 11"/>
                  <a:gd name="T33" fmla="*/ 33 h 68"/>
                  <a:gd name="T34" fmla="*/ 12 w 11"/>
                  <a:gd name="T35" fmla="*/ 8 h 68"/>
                  <a:gd name="T36" fmla="*/ 14 w 11"/>
                  <a:gd name="T37" fmla="*/ 35 h 68"/>
                  <a:gd name="T38" fmla="*/ 19 w 11"/>
                  <a:gd name="T39" fmla="*/ 60 h 68"/>
                  <a:gd name="T40" fmla="*/ 0 w 11"/>
                  <a:gd name="T41" fmla="*/ 25 h 68"/>
                  <a:gd name="T42" fmla="*/ 8 w 11"/>
                  <a:gd name="T43" fmla="*/ 52 h 68"/>
                  <a:gd name="T44" fmla="*/ 0 w 11"/>
                  <a:gd name="T45" fmla="*/ 43 h 68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1" h="68">
                    <a:moveTo>
                      <a:pt x="0" y="11"/>
                    </a:moveTo>
                    <a:cubicBezTo>
                      <a:pt x="3" y="15"/>
                      <a:pt x="3" y="22"/>
                      <a:pt x="3" y="27"/>
                    </a:cubicBezTo>
                    <a:cubicBezTo>
                      <a:pt x="4" y="31"/>
                      <a:pt x="5" y="36"/>
                      <a:pt x="5" y="40"/>
                    </a:cubicBezTo>
                    <a:cubicBezTo>
                      <a:pt x="5" y="44"/>
                      <a:pt x="4" y="48"/>
                      <a:pt x="3" y="53"/>
                    </a:cubicBezTo>
                    <a:cubicBezTo>
                      <a:pt x="3" y="55"/>
                      <a:pt x="2" y="58"/>
                      <a:pt x="2" y="60"/>
                    </a:cubicBezTo>
                    <a:cubicBezTo>
                      <a:pt x="2" y="63"/>
                      <a:pt x="2" y="66"/>
                      <a:pt x="2" y="68"/>
                    </a:cubicBezTo>
                    <a:cubicBezTo>
                      <a:pt x="2" y="63"/>
                      <a:pt x="3" y="58"/>
                      <a:pt x="5" y="54"/>
                    </a:cubicBezTo>
                    <a:cubicBezTo>
                      <a:pt x="5" y="57"/>
                      <a:pt x="4" y="60"/>
                      <a:pt x="4" y="62"/>
                    </a:cubicBezTo>
                    <a:cubicBezTo>
                      <a:pt x="5" y="61"/>
                      <a:pt x="6" y="59"/>
                      <a:pt x="6" y="57"/>
                    </a:cubicBezTo>
                    <a:cubicBezTo>
                      <a:pt x="8" y="52"/>
                      <a:pt x="9" y="47"/>
                      <a:pt x="10" y="42"/>
                    </a:cubicBezTo>
                    <a:cubicBezTo>
                      <a:pt x="11" y="37"/>
                      <a:pt x="11" y="31"/>
                      <a:pt x="11" y="26"/>
                    </a:cubicBezTo>
                    <a:cubicBezTo>
                      <a:pt x="10" y="21"/>
                      <a:pt x="10" y="17"/>
                      <a:pt x="9" y="12"/>
                    </a:cubicBezTo>
                    <a:cubicBezTo>
                      <a:pt x="9" y="10"/>
                      <a:pt x="9" y="7"/>
                      <a:pt x="8" y="5"/>
                    </a:cubicBezTo>
                    <a:cubicBezTo>
                      <a:pt x="7" y="3"/>
                      <a:pt x="7" y="1"/>
                      <a:pt x="6" y="0"/>
                    </a:cubicBezTo>
                    <a:cubicBezTo>
                      <a:pt x="8" y="6"/>
                      <a:pt x="7" y="13"/>
                      <a:pt x="8" y="19"/>
                    </a:cubicBezTo>
                    <a:cubicBezTo>
                      <a:pt x="7" y="18"/>
                      <a:pt x="7" y="17"/>
                      <a:pt x="7" y="16"/>
                    </a:cubicBezTo>
                    <a:cubicBezTo>
                      <a:pt x="7" y="13"/>
                      <a:pt x="6" y="11"/>
                      <a:pt x="5" y="8"/>
                    </a:cubicBezTo>
                    <a:cubicBezTo>
                      <a:pt x="5" y="7"/>
                      <a:pt x="4" y="4"/>
                      <a:pt x="3" y="2"/>
                    </a:cubicBezTo>
                    <a:cubicBezTo>
                      <a:pt x="3" y="5"/>
                      <a:pt x="4" y="7"/>
                      <a:pt x="4" y="9"/>
                    </a:cubicBezTo>
                    <a:cubicBezTo>
                      <a:pt x="4" y="11"/>
                      <a:pt x="4" y="13"/>
                      <a:pt x="5" y="15"/>
                    </a:cubicBezTo>
                    <a:cubicBezTo>
                      <a:pt x="4" y="13"/>
                      <a:pt x="3" y="7"/>
                      <a:pt x="0" y="6"/>
                    </a:cubicBezTo>
                    <a:cubicBezTo>
                      <a:pt x="0" y="9"/>
                      <a:pt x="2" y="11"/>
                      <a:pt x="2" y="13"/>
                    </a:cubicBezTo>
                    <a:cubicBezTo>
                      <a:pt x="1" y="13"/>
                      <a:pt x="1" y="12"/>
                      <a:pt x="0" y="11"/>
                    </a:cubicBezTo>
                  </a:path>
                </a:pathLst>
              </a:custGeom>
              <a:solidFill>
                <a:srgbClr val="8988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3403" name="Freeform 173">
                <a:extLst>
                  <a:ext uri="{FF2B5EF4-FFF2-40B4-BE49-F238E27FC236}">
                    <a16:creationId xmlns:a16="http://schemas.microsoft.com/office/drawing/2014/main" id="{B7BBE1DD-4F42-4FFD-8F58-C02C273599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7" y="793"/>
                <a:ext cx="14" cy="115"/>
              </a:xfrm>
              <a:custGeom>
                <a:avLst/>
                <a:gdLst>
                  <a:gd name="T0" fmla="*/ 26 w 9"/>
                  <a:gd name="T1" fmla="*/ 54 h 72"/>
                  <a:gd name="T2" fmla="*/ 26 w 9"/>
                  <a:gd name="T3" fmla="*/ 176 h 72"/>
                  <a:gd name="T4" fmla="*/ 34 w 9"/>
                  <a:gd name="T5" fmla="*/ 294 h 72"/>
                  <a:gd name="T6" fmla="*/ 22 w 9"/>
                  <a:gd name="T7" fmla="*/ 238 h 72"/>
                  <a:gd name="T8" fmla="*/ 8 w 9"/>
                  <a:gd name="T9" fmla="*/ 150 h 72"/>
                  <a:gd name="T10" fmla="*/ 14 w 9"/>
                  <a:gd name="T11" fmla="*/ 232 h 72"/>
                  <a:gd name="T12" fmla="*/ 0 w 9"/>
                  <a:gd name="T13" fmla="*/ 155 h 72"/>
                  <a:gd name="T14" fmla="*/ 0 w 9"/>
                  <a:gd name="T15" fmla="*/ 77 h 72"/>
                  <a:gd name="T16" fmla="*/ 0 w 9"/>
                  <a:gd name="T17" fmla="*/ 77 h 72"/>
                  <a:gd name="T18" fmla="*/ 8 w 9"/>
                  <a:gd name="T19" fmla="*/ 42 h 72"/>
                  <a:gd name="T20" fmla="*/ 14 w 9"/>
                  <a:gd name="T21" fmla="*/ 0 h 72"/>
                  <a:gd name="T22" fmla="*/ 12 w 9"/>
                  <a:gd name="T23" fmla="*/ 42 h 72"/>
                  <a:gd name="T24" fmla="*/ 12 w 9"/>
                  <a:gd name="T25" fmla="*/ 77 h 72"/>
                  <a:gd name="T26" fmla="*/ 30 w 9"/>
                  <a:gd name="T27" fmla="*/ 21 h 72"/>
                  <a:gd name="T28" fmla="*/ 26 w 9"/>
                  <a:gd name="T29" fmla="*/ 56 h 72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9" h="72">
                    <a:moveTo>
                      <a:pt x="7" y="13"/>
                    </a:moveTo>
                    <a:cubicBezTo>
                      <a:pt x="7" y="23"/>
                      <a:pt x="6" y="33"/>
                      <a:pt x="7" y="43"/>
                    </a:cubicBezTo>
                    <a:cubicBezTo>
                      <a:pt x="7" y="53"/>
                      <a:pt x="9" y="62"/>
                      <a:pt x="9" y="72"/>
                    </a:cubicBezTo>
                    <a:cubicBezTo>
                      <a:pt x="9" y="68"/>
                      <a:pt x="7" y="63"/>
                      <a:pt x="6" y="58"/>
                    </a:cubicBezTo>
                    <a:cubicBezTo>
                      <a:pt x="5" y="51"/>
                      <a:pt x="3" y="44"/>
                      <a:pt x="2" y="37"/>
                    </a:cubicBezTo>
                    <a:cubicBezTo>
                      <a:pt x="2" y="43"/>
                      <a:pt x="4" y="50"/>
                      <a:pt x="4" y="57"/>
                    </a:cubicBezTo>
                    <a:cubicBezTo>
                      <a:pt x="1" y="51"/>
                      <a:pt x="1" y="44"/>
                      <a:pt x="0" y="38"/>
                    </a:cubicBezTo>
                    <a:cubicBezTo>
                      <a:pt x="0" y="31"/>
                      <a:pt x="0" y="25"/>
                      <a:pt x="0" y="19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0" y="16"/>
                      <a:pt x="1" y="13"/>
                      <a:pt x="2" y="10"/>
                    </a:cubicBezTo>
                    <a:cubicBezTo>
                      <a:pt x="2" y="7"/>
                      <a:pt x="4" y="4"/>
                      <a:pt x="4" y="0"/>
                    </a:cubicBezTo>
                    <a:cubicBezTo>
                      <a:pt x="3" y="3"/>
                      <a:pt x="4" y="7"/>
                      <a:pt x="3" y="10"/>
                    </a:cubicBezTo>
                    <a:cubicBezTo>
                      <a:pt x="3" y="13"/>
                      <a:pt x="2" y="17"/>
                      <a:pt x="3" y="19"/>
                    </a:cubicBezTo>
                    <a:cubicBezTo>
                      <a:pt x="4" y="14"/>
                      <a:pt x="6" y="10"/>
                      <a:pt x="8" y="5"/>
                    </a:cubicBezTo>
                    <a:cubicBezTo>
                      <a:pt x="8" y="8"/>
                      <a:pt x="8" y="12"/>
                      <a:pt x="7" y="14"/>
                    </a:cubicBezTo>
                  </a:path>
                </a:pathLst>
              </a:custGeom>
              <a:solidFill>
                <a:srgbClr val="8988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3404" name="Freeform 174">
                <a:extLst>
                  <a:ext uri="{FF2B5EF4-FFF2-40B4-BE49-F238E27FC236}">
                    <a16:creationId xmlns:a16="http://schemas.microsoft.com/office/drawing/2014/main" id="{43CA079E-5ACD-44F1-9144-A2615F0628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5" y="1090"/>
                <a:ext cx="58" cy="93"/>
              </a:xfrm>
              <a:custGeom>
                <a:avLst/>
                <a:gdLst>
                  <a:gd name="T0" fmla="*/ 145 w 36"/>
                  <a:gd name="T1" fmla="*/ 0 h 58"/>
                  <a:gd name="T2" fmla="*/ 143 w 36"/>
                  <a:gd name="T3" fmla="*/ 16 h 58"/>
                  <a:gd name="T4" fmla="*/ 143 w 36"/>
                  <a:gd name="T5" fmla="*/ 35 h 58"/>
                  <a:gd name="T6" fmla="*/ 137 w 36"/>
                  <a:gd name="T7" fmla="*/ 56 h 58"/>
                  <a:gd name="T8" fmla="*/ 135 w 36"/>
                  <a:gd name="T9" fmla="*/ 77 h 58"/>
                  <a:gd name="T10" fmla="*/ 97 w 36"/>
                  <a:gd name="T11" fmla="*/ 123 h 58"/>
                  <a:gd name="T12" fmla="*/ 89 w 36"/>
                  <a:gd name="T13" fmla="*/ 144 h 58"/>
                  <a:gd name="T14" fmla="*/ 90 w 36"/>
                  <a:gd name="T15" fmla="*/ 152 h 58"/>
                  <a:gd name="T16" fmla="*/ 76 w 36"/>
                  <a:gd name="T17" fmla="*/ 162 h 58"/>
                  <a:gd name="T18" fmla="*/ 60 w 36"/>
                  <a:gd name="T19" fmla="*/ 170 h 58"/>
                  <a:gd name="T20" fmla="*/ 8 w 36"/>
                  <a:gd name="T21" fmla="*/ 239 h 58"/>
                  <a:gd name="T22" fmla="*/ 16 w 36"/>
                  <a:gd name="T23" fmla="*/ 184 h 58"/>
                  <a:gd name="T24" fmla="*/ 34 w 36"/>
                  <a:gd name="T25" fmla="*/ 131 h 58"/>
                  <a:gd name="T26" fmla="*/ 60 w 36"/>
                  <a:gd name="T27" fmla="*/ 77 h 58"/>
                  <a:gd name="T28" fmla="*/ 81 w 36"/>
                  <a:gd name="T29" fmla="*/ 56 h 58"/>
                  <a:gd name="T30" fmla="*/ 122 w 36"/>
                  <a:gd name="T31" fmla="*/ 34 h 58"/>
                  <a:gd name="T32" fmla="*/ 145 w 36"/>
                  <a:gd name="T33" fmla="*/ 8 h 5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36" h="58">
                    <a:moveTo>
                      <a:pt x="35" y="0"/>
                    </a:moveTo>
                    <a:cubicBezTo>
                      <a:pt x="36" y="1"/>
                      <a:pt x="35" y="3"/>
                      <a:pt x="34" y="4"/>
                    </a:cubicBezTo>
                    <a:cubicBezTo>
                      <a:pt x="34" y="6"/>
                      <a:pt x="34" y="7"/>
                      <a:pt x="34" y="9"/>
                    </a:cubicBezTo>
                    <a:cubicBezTo>
                      <a:pt x="34" y="11"/>
                      <a:pt x="33" y="12"/>
                      <a:pt x="33" y="14"/>
                    </a:cubicBezTo>
                    <a:cubicBezTo>
                      <a:pt x="33" y="16"/>
                      <a:pt x="33" y="18"/>
                      <a:pt x="32" y="19"/>
                    </a:cubicBezTo>
                    <a:cubicBezTo>
                      <a:pt x="29" y="23"/>
                      <a:pt x="25" y="26"/>
                      <a:pt x="23" y="30"/>
                    </a:cubicBezTo>
                    <a:cubicBezTo>
                      <a:pt x="22" y="31"/>
                      <a:pt x="21" y="33"/>
                      <a:pt x="21" y="35"/>
                    </a:cubicBezTo>
                    <a:cubicBezTo>
                      <a:pt x="22" y="35"/>
                      <a:pt x="22" y="36"/>
                      <a:pt x="22" y="37"/>
                    </a:cubicBezTo>
                    <a:cubicBezTo>
                      <a:pt x="21" y="38"/>
                      <a:pt x="19" y="39"/>
                      <a:pt x="18" y="39"/>
                    </a:cubicBezTo>
                    <a:cubicBezTo>
                      <a:pt x="16" y="40"/>
                      <a:pt x="15" y="40"/>
                      <a:pt x="14" y="41"/>
                    </a:cubicBezTo>
                    <a:cubicBezTo>
                      <a:pt x="8" y="44"/>
                      <a:pt x="2" y="51"/>
                      <a:pt x="2" y="58"/>
                    </a:cubicBezTo>
                    <a:cubicBezTo>
                      <a:pt x="0" y="54"/>
                      <a:pt x="2" y="49"/>
                      <a:pt x="4" y="45"/>
                    </a:cubicBezTo>
                    <a:cubicBezTo>
                      <a:pt x="5" y="41"/>
                      <a:pt x="7" y="36"/>
                      <a:pt x="8" y="32"/>
                    </a:cubicBezTo>
                    <a:cubicBezTo>
                      <a:pt x="10" y="27"/>
                      <a:pt x="12" y="23"/>
                      <a:pt x="14" y="19"/>
                    </a:cubicBezTo>
                    <a:cubicBezTo>
                      <a:pt x="16" y="17"/>
                      <a:pt x="16" y="15"/>
                      <a:pt x="19" y="14"/>
                    </a:cubicBezTo>
                    <a:cubicBezTo>
                      <a:pt x="23" y="12"/>
                      <a:pt x="26" y="10"/>
                      <a:pt x="29" y="8"/>
                    </a:cubicBezTo>
                    <a:cubicBezTo>
                      <a:pt x="32" y="6"/>
                      <a:pt x="33" y="4"/>
                      <a:pt x="35" y="2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3405" name="Freeform 175">
                <a:extLst>
                  <a:ext uri="{FF2B5EF4-FFF2-40B4-BE49-F238E27FC236}">
                    <a16:creationId xmlns:a16="http://schemas.microsoft.com/office/drawing/2014/main" id="{03EEAB95-1FFA-4635-91BF-18CC02C14D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1" y="2321"/>
                <a:ext cx="206" cy="353"/>
              </a:xfrm>
              <a:custGeom>
                <a:avLst/>
                <a:gdLst>
                  <a:gd name="T0" fmla="*/ 299 w 129"/>
                  <a:gd name="T1" fmla="*/ 61 h 221"/>
                  <a:gd name="T2" fmla="*/ 380 w 129"/>
                  <a:gd name="T3" fmla="*/ 278 h 221"/>
                  <a:gd name="T4" fmla="*/ 452 w 129"/>
                  <a:gd name="T5" fmla="*/ 500 h 221"/>
                  <a:gd name="T6" fmla="*/ 308 w 129"/>
                  <a:gd name="T7" fmla="*/ 396 h 221"/>
                  <a:gd name="T8" fmla="*/ 252 w 129"/>
                  <a:gd name="T9" fmla="*/ 339 h 221"/>
                  <a:gd name="T10" fmla="*/ 278 w 129"/>
                  <a:gd name="T11" fmla="*/ 422 h 221"/>
                  <a:gd name="T12" fmla="*/ 278 w 129"/>
                  <a:gd name="T13" fmla="*/ 518 h 221"/>
                  <a:gd name="T14" fmla="*/ 299 w 129"/>
                  <a:gd name="T15" fmla="*/ 586 h 221"/>
                  <a:gd name="T16" fmla="*/ 362 w 129"/>
                  <a:gd name="T17" fmla="*/ 633 h 221"/>
                  <a:gd name="T18" fmla="*/ 477 w 129"/>
                  <a:gd name="T19" fmla="*/ 663 h 221"/>
                  <a:gd name="T20" fmla="*/ 383 w 129"/>
                  <a:gd name="T21" fmla="*/ 701 h 221"/>
                  <a:gd name="T22" fmla="*/ 477 w 129"/>
                  <a:gd name="T23" fmla="*/ 714 h 221"/>
                  <a:gd name="T24" fmla="*/ 490 w 129"/>
                  <a:gd name="T25" fmla="*/ 783 h 221"/>
                  <a:gd name="T26" fmla="*/ 452 w 129"/>
                  <a:gd name="T27" fmla="*/ 786 h 221"/>
                  <a:gd name="T28" fmla="*/ 465 w 129"/>
                  <a:gd name="T29" fmla="*/ 851 h 221"/>
                  <a:gd name="T30" fmla="*/ 388 w 129"/>
                  <a:gd name="T31" fmla="*/ 859 h 221"/>
                  <a:gd name="T32" fmla="*/ 359 w 129"/>
                  <a:gd name="T33" fmla="*/ 855 h 221"/>
                  <a:gd name="T34" fmla="*/ 334 w 129"/>
                  <a:gd name="T35" fmla="*/ 896 h 221"/>
                  <a:gd name="T36" fmla="*/ 257 w 129"/>
                  <a:gd name="T37" fmla="*/ 864 h 221"/>
                  <a:gd name="T38" fmla="*/ 158 w 129"/>
                  <a:gd name="T39" fmla="*/ 786 h 221"/>
                  <a:gd name="T40" fmla="*/ 73 w 129"/>
                  <a:gd name="T41" fmla="*/ 628 h 221"/>
                  <a:gd name="T42" fmla="*/ 8 w 129"/>
                  <a:gd name="T43" fmla="*/ 460 h 221"/>
                  <a:gd name="T44" fmla="*/ 8 w 129"/>
                  <a:gd name="T45" fmla="*/ 300 h 221"/>
                  <a:gd name="T46" fmla="*/ 8 w 129"/>
                  <a:gd name="T47" fmla="*/ 0 h 221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129" h="221">
                    <a:moveTo>
                      <a:pt x="73" y="15"/>
                    </a:moveTo>
                    <a:cubicBezTo>
                      <a:pt x="83" y="24"/>
                      <a:pt x="80" y="56"/>
                      <a:pt x="93" y="68"/>
                    </a:cubicBezTo>
                    <a:cubicBezTo>
                      <a:pt x="106" y="80"/>
                      <a:pt x="126" y="113"/>
                      <a:pt x="111" y="123"/>
                    </a:cubicBezTo>
                    <a:cubicBezTo>
                      <a:pt x="95" y="133"/>
                      <a:pt x="81" y="109"/>
                      <a:pt x="76" y="97"/>
                    </a:cubicBezTo>
                    <a:cubicBezTo>
                      <a:pt x="71" y="85"/>
                      <a:pt x="62" y="83"/>
                      <a:pt x="62" y="83"/>
                    </a:cubicBezTo>
                    <a:cubicBezTo>
                      <a:pt x="62" y="83"/>
                      <a:pt x="71" y="97"/>
                      <a:pt x="68" y="103"/>
                    </a:cubicBezTo>
                    <a:cubicBezTo>
                      <a:pt x="64" y="109"/>
                      <a:pt x="73" y="120"/>
                      <a:pt x="68" y="127"/>
                    </a:cubicBezTo>
                    <a:cubicBezTo>
                      <a:pt x="66" y="131"/>
                      <a:pt x="72" y="133"/>
                      <a:pt x="73" y="144"/>
                    </a:cubicBezTo>
                    <a:cubicBezTo>
                      <a:pt x="75" y="155"/>
                      <a:pt x="81" y="144"/>
                      <a:pt x="89" y="155"/>
                    </a:cubicBezTo>
                    <a:cubicBezTo>
                      <a:pt x="92" y="159"/>
                      <a:pt x="115" y="135"/>
                      <a:pt x="117" y="163"/>
                    </a:cubicBezTo>
                    <a:cubicBezTo>
                      <a:pt x="117" y="164"/>
                      <a:pt x="94" y="170"/>
                      <a:pt x="94" y="172"/>
                    </a:cubicBezTo>
                    <a:cubicBezTo>
                      <a:pt x="94" y="174"/>
                      <a:pt x="117" y="173"/>
                      <a:pt x="117" y="175"/>
                    </a:cubicBezTo>
                    <a:cubicBezTo>
                      <a:pt x="117" y="175"/>
                      <a:pt x="129" y="186"/>
                      <a:pt x="120" y="192"/>
                    </a:cubicBezTo>
                    <a:cubicBezTo>
                      <a:pt x="111" y="193"/>
                      <a:pt x="111" y="193"/>
                      <a:pt x="111" y="193"/>
                    </a:cubicBezTo>
                    <a:cubicBezTo>
                      <a:pt x="111" y="193"/>
                      <a:pt x="123" y="201"/>
                      <a:pt x="114" y="209"/>
                    </a:cubicBezTo>
                    <a:cubicBezTo>
                      <a:pt x="111" y="212"/>
                      <a:pt x="98" y="211"/>
                      <a:pt x="95" y="211"/>
                    </a:cubicBezTo>
                    <a:cubicBezTo>
                      <a:pt x="91" y="211"/>
                      <a:pt x="88" y="210"/>
                      <a:pt x="88" y="210"/>
                    </a:cubicBezTo>
                    <a:cubicBezTo>
                      <a:pt x="88" y="210"/>
                      <a:pt x="89" y="219"/>
                      <a:pt x="82" y="220"/>
                    </a:cubicBezTo>
                    <a:cubicBezTo>
                      <a:pt x="74" y="221"/>
                      <a:pt x="66" y="215"/>
                      <a:pt x="63" y="212"/>
                    </a:cubicBezTo>
                    <a:cubicBezTo>
                      <a:pt x="61" y="209"/>
                      <a:pt x="45" y="202"/>
                      <a:pt x="39" y="193"/>
                    </a:cubicBezTo>
                    <a:cubicBezTo>
                      <a:pt x="33" y="183"/>
                      <a:pt x="24" y="183"/>
                      <a:pt x="18" y="154"/>
                    </a:cubicBezTo>
                    <a:cubicBezTo>
                      <a:pt x="14" y="141"/>
                      <a:pt x="3" y="124"/>
                      <a:pt x="2" y="113"/>
                    </a:cubicBezTo>
                    <a:cubicBezTo>
                      <a:pt x="1" y="102"/>
                      <a:pt x="0" y="92"/>
                      <a:pt x="2" y="74"/>
                    </a:cubicBezTo>
                    <a:cubicBezTo>
                      <a:pt x="5" y="56"/>
                      <a:pt x="2" y="0"/>
                      <a:pt x="2" y="0"/>
                    </a:cubicBezTo>
                  </a:path>
                </a:pathLst>
              </a:custGeom>
              <a:solidFill>
                <a:srgbClr val="FEF3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3406" name="Freeform 176">
                <a:extLst>
                  <a:ext uri="{FF2B5EF4-FFF2-40B4-BE49-F238E27FC236}">
                    <a16:creationId xmlns:a16="http://schemas.microsoft.com/office/drawing/2014/main" id="{298E8929-6DED-42E2-B3EA-475C643900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0" y="2454"/>
                <a:ext cx="56" cy="97"/>
              </a:xfrm>
              <a:custGeom>
                <a:avLst/>
                <a:gdLst>
                  <a:gd name="T0" fmla="*/ 110 w 35"/>
                  <a:gd name="T1" fmla="*/ 5 h 61"/>
                  <a:gd name="T2" fmla="*/ 48 w 35"/>
                  <a:gd name="T3" fmla="*/ 35 h 61"/>
                  <a:gd name="T4" fmla="*/ 42 w 35"/>
                  <a:gd name="T5" fmla="*/ 137 h 61"/>
                  <a:gd name="T6" fmla="*/ 56 w 35"/>
                  <a:gd name="T7" fmla="*/ 232 h 61"/>
                  <a:gd name="T8" fmla="*/ 94 w 35"/>
                  <a:gd name="T9" fmla="*/ 202 h 61"/>
                  <a:gd name="T10" fmla="*/ 128 w 35"/>
                  <a:gd name="T11" fmla="*/ 137 h 61"/>
                  <a:gd name="T12" fmla="*/ 128 w 35"/>
                  <a:gd name="T13" fmla="*/ 52 h 61"/>
                  <a:gd name="T14" fmla="*/ 110 w 35"/>
                  <a:gd name="T15" fmla="*/ 5 h 6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5" h="61">
                    <a:moveTo>
                      <a:pt x="27" y="1"/>
                    </a:moveTo>
                    <a:cubicBezTo>
                      <a:pt x="27" y="1"/>
                      <a:pt x="33" y="0"/>
                      <a:pt x="12" y="9"/>
                    </a:cubicBezTo>
                    <a:cubicBezTo>
                      <a:pt x="0" y="14"/>
                      <a:pt x="9" y="32"/>
                      <a:pt x="10" y="34"/>
                    </a:cubicBezTo>
                    <a:cubicBezTo>
                      <a:pt x="12" y="36"/>
                      <a:pt x="14" y="58"/>
                      <a:pt x="14" y="58"/>
                    </a:cubicBezTo>
                    <a:cubicBezTo>
                      <a:pt x="14" y="58"/>
                      <a:pt x="18" y="61"/>
                      <a:pt x="23" y="50"/>
                    </a:cubicBezTo>
                    <a:cubicBezTo>
                      <a:pt x="28" y="39"/>
                      <a:pt x="35" y="50"/>
                      <a:pt x="31" y="34"/>
                    </a:cubicBezTo>
                    <a:cubicBezTo>
                      <a:pt x="27" y="18"/>
                      <a:pt x="31" y="18"/>
                      <a:pt x="31" y="13"/>
                    </a:cubicBezTo>
                    <a:lnTo>
                      <a:pt x="27" y="1"/>
                    </a:lnTo>
                    <a:close/>
                  </a:path>
                </a:pathLst>
              </a:custGeom>
              <a:solidFill>
                <a:srgbClr val="FAD7C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3407" name="Freeform 177">
                <a:extLst>
                  <a:ext uri="{FF2B5EF4-FFF2-40B4-BE49-F238E27FC236}">
                    <a16:creationId xmlns:a16="http://schemas.microsoft.com/office/drawing/2014/main" id="{838ECC89-CFFF-4AC0-BBD0-44D0806386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9" y="2321"/>
                <a:ext cx="208" cy="353"/>
              </a:xfrm>
              <a:custGeom>
                <a:avLst/>
                <a:gdLst>
                  <a:gd name="T0" fmla="*/ 315 w 130"/>
                  <a:gd name="T1" fmla="*/ 61 h 221"/>
                  <a:gd name="T2" fmla="*/ 389 w 130"/>
                  <a:gd name="T3" fmla="*/ 288 h 221"/>
                  <a:gd name="T4" fmla="*/ 466 w 130"/>
                  <a:gd name="T5" fmla="*/ 500 h 221"/>
                  <a:gd name="T6" fmla="*/ 323 w 130"/>
                  <a:gd name="T7" fmla="*/ 411 h 221"/>
                  <a:gd name="T8" fmla="*/ 259 w 130"/>
                  <a:gd name="T9" fmla="*/ 339 h 221"/>
                  <a:gd name="T10" fmla="*/ 278 w 130"/>
                  <a:gd name="T11" fmla="*/ 422 h 221"/>
                  <a:gd name="T12" fmla="*/ 282 w 130"/>
                  <a:gd name="T13" fmla="*/ 521 h 221"/>
                  <a:gd name="T14" fmla="*/ 302 w 130"/>
                  <a:gd name="T15" fmla="*/ 586 h 221"/>
                  <a:gd name="T16" fmla="*/ 368 w 130"/>
                  <a:gd name="T17" fmla="*/ 633 h 221"/>
                  <a:gd name="T18" fmla="*/ 483 w 130"/>
                  <a:gd name="T19" fmla="*/ 656 h 221"/>
                  <a:gd name="T20" fmla="*/ 389 w 130"/>
                  <a:gd name="T21" fmla="*/ 701 h 221"/>
                  <a:gd name="T22" fmla="*/ 483 w 130"/>
                  <a:gd name="T23" fmla="*/ 717 h 221"/>
                  <a:gd name="T24" fmla="*/ 491 w 130"/>
                  <a:gd name="T25" fmla="*/ 783 h 221"/>
                  <a:gd name="T26" fmla="*/ 458 w 130"/>
                  <a:gd name="T27" fmla="*/ 786 h 221"/>
                  <a:gd name="T28" fmla="*/ 470 w 130"/>
                  <a:gd name="T29" fmla="*/ 851 h 221"/>
                  <a:gd name="T30" fmla="*/ 389 w 130"/>
                  <a:gd name="T31" fmla="*/ 859 h 221"/>
                  <a:gd name="T32" fmla="*/ 363 w 130"/>
                  <a:gd name="T33" fmla="*/ 855 h 221"/>
                  <a:gd name="T34" fmla="*/ 336 w 130"/>
                  <a:gd name="T35" fmla="*/ 896 h 221"/>
                  <a:gd name="T36" fmla="*/ 261 w 130"/>
                  <a:gd name="T37" fmla="*/ 864 h 221"/>
                  <a:gd name="T38" fmla="*/ 158 w 130"/>
                  <a:gd name="T39" fmla="*/ 786 h 221"/>
                  <a:gd name="T40" fmla="*/ 74 w 130"/>
                  <a:gd name="T41" fmla="*/ 628 h 221"/>
                  <a:gd name="T42" fmla="*/ 13 w 130"/>
                  <a:gd name="T43" fmla="*/ 460 h 221"/>
                  <a:gd name="T44" fmla="*/ 13 w 130"/>
                  <a:gd name="T45" fmla="*/ 300 h 221"/>
                  <a:gd name="T46" fmla="*/ 13 w 130"/>
                  <a:gd name="T47" fmla="*/ 0 h 221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130" h="221">
                    <a:moveTo>
                      <a:pt x="77" y="15"/>
                    </a:moveTo>
                    <a:cubicBezTo>
                      <a:pt x="82" y="29"/>
                      <a:pt x="82" y="59"/>
                      <a:pt x="95" y="71"/>
                    </a:cubicBezTo>
                    <a:cubicBezTo>
                      <a:pt x="108" y="83"/>
                      <a:pt x="129" y="113"/>
                      <a:pt x="114" y="123"/>
                    </a:cubicBezTo>
                    <a:cubicBezTo>
                      <a:pt x="98" y="133"/>
                      <a:pt x="84" y="113"/>
                      <a:pt x="79" y="101"/>
                    </a:cubicBezTo>
                    <a:cubicBezTo>
                      <a:pt x="75" y="89"/>
                      <a:pt x="63" y="83"/>
                      <a:pt x="63" y="83"/>
                    </a:cubicBezTo>
                    <a:cubicBezTo>
                      <a:pt x="63" y="83"/>
                      <a:pt x="72" y="97"/>
                      <a:pt x="68" y="103"/>
                    </a:cubicBezTo>
                    <a:cubicBezTo>
                      <a:pt x="64" y="109"/>
                      <a:pt x="74" y="120"/>
                      <a:pt x="69" y="128"/>
                    </a:cubicBezTo>
                    <a:cubicBezTo>
                      <a:pt x="66" y="131"/>
                      <a:pt x="72" y="133"/>
                      <a:pt x="74" y="144"/>
                    </a:cubicBezTo>
                    <a:cubicBezTo>
                      <a:pt x="75" y="155"/>
                      <a:pt x="82" y="144"/>
                      <a:pt x="90" y="155"/>
                    </a:cubicBezTo>
                    <a:cubicBezTo>
                      <a:pt x="93" y="159"/>
                      <a:pt x="117" y="136"/>
                      <a:pt x="118" y="161"/>
                    </a:cubicBezTo>
                    <a:cubicBezTo>
                      <a:pt x="118" y="163"/>
                      <a:pt x="95" y="169"/>
                      <a:pt x="95" y="172"/>
                    </a:cubicBezTo>
                    <a:cubicBezTo>
                      <a:pt x="95" y="174"/>
                      <a:pt x="118" y="173"/>
                      <a:pt x="118" y="176"/>
                    </a:cubicBezTo>
                    <a:cubicBezTo>
                      <a:pt x="118" y="176"/>
                      <a:pt x="130" y="186"/>
                      <a:pt x="120" y="192"/>
                    </a:cubicBezTo>
                    <a:cubicBezTo>
                      <a:pt x="112" y="193"/>
                      <a:pt x="112" y="193"/>
                      <a:pt x="112" y="193"/>
                    </a:cubicBezTo>
                    <a:cubicBezTo>
                      <a:pt x="112" y="193"/>
                      <a:pt x="123" y="201"/>
                      <a:pt x="115" y="209"/>
                    </a:cubicBezTo>
                    <a:cubicBezTo>
                      <a:pt x="112" y="213"/>
                      <a:pt x="99" y="211"/>
                      <a:pt x="95" y="211"/>
                    </a:cubicBezTo>
                    <a:cubicBezTo>
                      <a:pt x="92" y="211"/>
                      <a:pt x="89" y="210"/>
                      <a:pt x="89" y="210"/>
                    </a:cubicBezTo>
                    <a:cubicBezTo>
                      <a:pt x="89" y="210"/>
                      <a:pt x="90" y="219"/>
                      <a:pt x="82" y="220"/>
                    </a:cubicBezTo>
                    <a:cubicBezTo>
                      <a:pt x="74" y="221"/>
                      <a:pt x="66" y="215"/>
                      <a:pt x="64" y="212"/>
                    </a:cubicBezTo>
                    <a:cubicBezTo>
                      <a:pt x="61" y="209"/>
                      <a:pt x="46" y="202"/>
                      <a:pt x="39" y="193"/>
                    </a:cubicBezTo>
                    <a:cubicBezTo>
                      <a:pt x="33" y="183"/>
                      <a:pt x="25" y="183"/>
                      <a:pt x="18" y="154"/>
                    </a:cubicBezTo>
                    <a:cubicBezTo>
                      <a:pt x="15" y="141"/>
                      <a:pt x="4" y="124"/>
                      <a:pt x="3" y="113"/>
                    </a:cubicBezTo>
                    <a:cubicBezTo>
                      <a:pt x="2" y="102"/>
                      <a:pt x="0" y="92"/>
                      <a:pt x="3" y="74"/>
                    </a:cubicBezTo>
                    <a:cubicBezTo>
                      <a:pt x="6" y="56"/>
                      <a:pt x="3" y="0"/>
                      <a:pt x="3" y="0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3408" name="Freeform 178">
                <a:extLst>
                  <a:ext uri="{FF2B5EF4-FFF2-40B4-BE49-F238E27FC236}">
                    <a16:creationId xmlns:a16="http://schemas.microsoft.com/office/drawing/2014/main" id="{2D6A7275-C975-4F3A-A344-F47C3505AE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8" y="2454"/>
                <a:ext cx="74" cy="201"/>
              </a:xfrm>
              <a:custGeom>
                <a:avLst/>
                <a:gdLst>
                  <a:gd name="T0" fmla="*/ 88 w 46"/>
                  <a:gd name="T1" fmla="*/ 0 h 126"/>
                  <a:gd name="T2" fmla="*/ 5 w 46"/>
                  <a:gd name="T3" fmla="*/ 61 h 126"/>
                  <a:gd name="T4" fmla="*/ 16 w 46"/>
                  <a:gd name="T5" fmla="*/ 129 h 126"/>
                  <a:gd name="T6" fmla="*/ 37 w 46"/>
                  <a:gd name="T7" fmla="*/ 227 h 126"/>
                  <a:gd name="T8" fmla="*/ 37 w 46"/>
                  <a:gd name="T9" fmla="*/ 268 h 126"/>
                  <a:gd name="T10" fmla="*/ 55 w 46"/>
                  <a:gd name="T11" fmla="*/ 295 h 126"/>
                  <a:gd name="T12" fmla="*/ 90 w 46"/>
                  <a:gd name="T13" fmla="*/ 394 h 126"/>
                  <a:gd name="T14" fmla="*/ 150 w 46"/>
                  <a:gd name="T15" fmla="*/ 445 h 126"/>
                  <a:gd name="T16" fmla="*/ 191 w 46"/>
                  <a:gd name="T17" fmla="*/ 512 h 12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6" h="126">
                    <a:moveTo>
                      <a:pt x="21" y="0"/>
                    </a:moveTo>
                    <a:cubicBezTo>
                      <a:pt x="13" y="5"/>
                      <a:pt x="2" y="7"/>
                      <a:pt x="1" y="15"/>
                    </a:cubicBezTo>
                    <a:cubicBezTo>
                      <a:pt x="0" y="20"/>
                      <a:pt x="2" y="27"/>
                      <a:pt x="4" y="32"/>
                    </a:cubicBezTo>
                    <a:cubicBezTo>
                      <a:pt x="7" y="40"/>
                      <a:pt x="9" y="47"/>
                      <a:pt x="9" y="56"/>
                    </a:cubicBezTo>
                    <a:cubicBezTo>
                      <a:pt x="9" y="59"/>
                      <a:pt x="8" y="63"/>
                      <a:pt x="9" y="66"/>
                    </a:cubicBezTo>
                    <a:cubicBezTo>
                      <a:pt x="10" y="70"/>
                      <a:pt x="11" y="70"/>
                      <a:pt x="13" y="73"/>
                    </a:cubicBezTo>
                    <a:cubicBezTo>
                      <a:pt x="19" y="80"/>
                      <a:pt x="20" y="89"/>
                      <a:pt x="22" y="97"/>
                    </a:cubicBezTo>
                    <a:cubicBezTo>
                      <a:pt x="25" y="105"/>
                      <a:pt x="30" y="104"/>
                      <a:pt x="36" y="110"/>
                    </a:cubicBezTo>
                    <a:cubicBezTo>
                      <a:pt x="40" y="113"/>
                      <a:pt x="46" y="121"/>
                      <a:pt x="46" y="126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3409" name="Freeform 179">
                <a:extLst>
                  <a:ext uri="{FF2B5EF4-FFF2-40B4-BE49-F238E27FC236}">
                    <a16:creationId xmlns:a16="http://schemas.microsoft.com/office/drawing/2014/main" id="{60576EFD-D6E1-4537-869D-6F053FFDA2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3" y="2526"/>
                <a:ext cx="25" cy="22"/>
              </a:xfrm>
              <a:custGeom>
                <a:avLst/>
                <a:gdLst>
                  <a:gd name="T0" fmla="*/ 61 w 16"/>
                  <a:gd name="T1" fmla="*/ 0 h 14"/>
                  <a:gd name="T2" fmla="*/ 0 w 16"/>
                  <a:gd name="T3" fmla="*/ 55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14">
                    <a:moveTo>
                      <a:pt x="16" y="0"/>
                    </a:moveTo>
                    <a:cubicBezTo>
                      <a:pt x="7" y="2"/>
                      <a:pt x="8" y="14"/>
                      <a:pt x="0" y="14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3410" name="Freeform 180">
                <a:extLst>
                  <a:ext uri="{FF2B5EF4-FFF2-40B4-BE49-F238E27FC236}">
                    <a16:creationId xmlns:a16="http://schemas.microsoft.com/office/drawing/2014/main" id="{56E4F66E-5E74-4EF9-B295-DBBD3BDDA0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2" y="2596"/>
                <a:ext cx="77" cy="34"/>
              </a:xfrm>
              <a:custGeom>
                <a:avLst/>
                <a:gdLst>
                  <a:gd name="T0" fmla="*/ 0 w 48"/>
                  <a:gd name="T1" fmla="*/ 0 h 21"/>
                  <a:gd name="T2" fmla="*/ 101 w 48"/>
                  <a:gd name="T3" fmla="*/ 68 h 21"/>
                  <a:gd name="T4" fmla="*/ 199 w 48"/>
                  <a:gd name="T5" fmla="*/ 89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8" h="21">
                    <a:moveTo>
                      <a:pt x="0" y="0"/>
                    </a:moveTo>
                    <a:cubicBezTo>
                      <a:pt x="10" y="2"/>
                      <a:pt x="14" y="13"/>
                      <a:pt x="24" y="16"/>
                    </a:cubicBezTo>
                    <a:cubicBezTo>
                      <a:pt x="32" y="18"/>
                      <a:pt x="42" y="16"/>
                      <a:pt x="48" y="21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3411" name="Freeform 181">
                <a:extLst>
                  <a:ext uri="{FF2B5EF4-FFF2-40B4-BE49-F238E27FC236}">
                    <a16:creationId xmlns:a16="http://schemas.microsoft.com/office/drawing/2014/main" id="{5099C84E-FECD-4E43-AC60-44B009DE3B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1" y="2547"/>
                <a:ext cx="97" cy="55"/>
              </a:xfrm>
              <a:custGeom>
                <a:avLst/>
                <a:gdLst>
                  <a:gd name="T0" fmla="*/ 245 w 61"/>
                  <a:gd name="T1" fmla="*/ 135 h 35"/>
                  <a:gd name="T2" fmla="*/ 170 w 61"/>
                  <a:gd name="T3" fmla="*/ 124 h 35"/>
                  <a:gd name="T4" fmla="*/ 89 w 61"/>
                  <a:gd name="T5" fmla="*/ 94 h 35"/>
                  <a:gd name="T6" fmla="*/ 27 w 61"/>
                  <a:gd name="T7" fmla="*/ 60 h 35"/>
                  <a:gd name="T8" fmla="*/ 0 w 61"/>
                  <a:gd name="T9" fmla="*/ 0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1" h="35">
                    <a:moveTo>
                      <a:pt x="61" y="35"/>
                    </a:moveTo>
                    <a:cubicBezTo>
                      <a:pt x="54" y="32"/>
                      <a:pt x="50" y="33"/>
                      <a:pt x="42" y="32"/>
                    </a:cubicBezTo>
                    <a:cubicBezTo>
                      <a:pt x="34" y="32"/>
                      <a:pt x="30" y="25"/>
                      <a:pt x="22" y="24"/>
                    </a:cubicBezTo>
                    <a:cubicBezTo>
                      <a:pt x="14" y="23"/>
                      <a:pt x="10" y="23"/>
                      <a:pt x="7" y="15"/>
                    </a:cubicBezTo>
                    <a:cubicBezTo>
                      <a:pt x="5" y="9"/>
                      <a:pt x="5" y="4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3412" name="Freeform 182">
                <a:extLst>
                  <a:ext uri="{FF2B5EF4-FFF2-40B4-BE49-F238E27FC236}">
                    <a16:creationId xmlns:a16="http://schemas.microsoft.com/office/drawing/2014/main" id="{EFA9650F-3199-4ED8-B168-6286AB44F2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0" y="2483"/>
                <a:ext cx="32" cy="32"/>
              </a:xfrm>
              <a:custGeom>
                <a:avLst/>
                <a:gdLst>
                  <a:gd name="T0" fmla="*/ 0 w 20"/>
                  <a:gd name="T1" fmla="*/ 35 h 20"/>
                  <a:gd name="T2" fmla="*/ 26 w 20"/>
                  <a:gd name="T3" fmla="*/ 82 h 20"/>
                  <a:gd name="T4" fmla="*/ 82 w 20"/>
                  <a:gd name="T5" fmla="*/ 46 h 20"/>
                  <a:gd name="T6" fmla="*/ 48 w 20"/>
                  <a:gd name="T7" fmla="*/ 0 h 20"/>
                  <a:gd name="T8" fmla="*/ 0 w 20"/>
                  <a:gd name="T9" fmla="*/ 35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20">
                    <a:moveTo>
                      <a:pt x="0" y="9"/>
                    </a:moveTo>
                    <a:cubicBezTo>
                      <a:pt x="6" y="20"/>
                      <a:pt x="6" y="20"/>
                      <a:pt x="6" y="20"/>
                    </a:cubicBezTo>
                    <a:cubicBezTo>
                      <a:pt x="6" y="20"/>
                      <a:pt x="15" y="12"/>
                      <a:pt x="20" y="11"/>
                    </a:cubicBezTo>
                    <a:cubicBezTo>
                      <a:pt x="20" y="11"/>
                      <a:pt x="17" y="3"/>
                      <a:pt x="12" y="0"/>
                    </a:cubicBezTo>
                    <a:cubicBezTo>
                      <a:pt x="12" y="0"/>
                      <a:pt x="3" y="0"/>
                      <a:pt x="0" y="9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3413" name="Freeform 183">
                <a:extLst>
                  <a:ext uri="{FF2B5EF4-FFF2-40B4-BE49-F238E27FC236}">
                    <a16:creationId xmlns:a16="http://schemas.microsoft.com/office/drawing/2014/main" id="{04984C9B-C704-4DF8-BA50-353F332800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0" y="2654"/>
                <a:ext cx="34" cy="20"/>
              </a:xfrm>
              <a:custGeom>
                <a:avLst/>
                <a:gdLst>
                  <a:gd name="T0" fmla="*/ 0 w 21"/>
                  <a:gd name="T1" fmla="*/ 12 h 13"/>
                  <a:gd name="T2" fmla="*/ 63 w 21"/>
                  <a:gd name="T3" fmla="*/ 26 h 13"/>
                  <a:gd name="T4" fmla="*/ 63 w 21"/>
                  <a:gd name="T5" fmla="*/ 43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13">
                    <a:moveTo>
                      <a:pt x="0" y="3"/>
                    </a:moveTo>
                    <a:cubicBezTo>
                      <a:pt x="0" y="3"/>
                      <a:pt x="4" y="0"/>
                      <a:pt x="15" y="7"/>
                    </a:cubicBezTo>
                    <a:cubicBezTo>
                      <a:pt x="20" y="10"/>
                      <a:pt x="21" y="13"/>
                      <a:pt x="15" y="12"/>
                    </a:cubicBezTo>
                  </a:path>
                </a:pathLst>
              </a:custGeom>
              <a:noFill/>
              <a:ln w="4763" cap="rnd">
                <a:solidFill>
                  <a:srgbClr val="201B1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3414" name="Freeform 184">
                <a:extLst>
                  <a:ext uri="{FF2B5EF4-FFF2-40B4-BE49-F238E27FC236}">
                    <a16:creationId xmlns:a16="http://schemas.microsoft.com/office/drawing/2014/main" id="{17FDDA16-24F3-4474-8EB0-BC73F0DCFE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4" y="2547"/>
                <a:ext cx="104" cy="78"/>
              </a:xfrm>
              <a:custGeom>
                <a:avLst/>
                <a:gdLst>
                  <a:gd name="T0" fmla="*/ 0 w 65"/>
                  <a:gd name="T1" fmla="*/ 13 h 49"/>
                  <a:gd name="T2" fmla="*/ 21 w 65"/>
                  <a:gd name="T3" fmla="*/ 16 h 49"/>
                  <a:gd name="T4" fmla="*/ 46 w 65"/>
                  <a:gd name="T5" fmla="*/ 68 h 49"/>
                  <a:gd name="T6" fmla="*/ 90 w 65"/>
                  <a:gd name="T7" fmla="*/ 103 h 49"/>
                  <a:gd name="T8" fmla="*/ 136 w 65"/>
                  <a:gd name="T9" fmla="*/ 121 h 49"/>
                  <a:gd name="T10" fmla="*/ 157 w 65"/>
                  <a:gd name="T11" fmla="*/ 134 h 49"/>
                  <a:gd name="T12" fmla="*/ 176 w 65"/>
                  <a:gd name="T13" fmla="*/ 137 h 49"/>
                  <a:gd name="T14" fmla="*/ 234 w 65"/>
                  <a:gd name="T15" fmla="*/ 137 h 49"/>
                  <a:gd name="T16" fmla="*/ 266 w 65"/>
                  <a:gd name="T17" fmla="*/ 158 h 49"/>
                  <a:gd name="T18" fmla="*/ 246 w 65"/>
                  <a:gd name="T19" fmla="*/ 189 h 49"/>
                  <a:gd name="T20" fmla="*/ 200 w 65"/>
                  <a:gd name="T21" fmla="*/ 185 h 49"/>
                  <a:gd name="T22" fmla="*/ 157 w 65"/>
                  <a:gd name="T23" fmla="*/ 172 h 49"/>
                  <a:gd name="T24" fmla="*/ 115 w 65"/>
                  <a:gd name="T25" fmla="*/ 153 h 49"/>
                  <a:gd name="T26" fmla="*/ 67 w 65"/>
                  <a:gd name="T27" fmla="*/ 121 h 49"/>
                  <a:gd name="T28" fmla="*/ 48 w 65"/>
                  <a:gd name="T29" fmla="*/ 115 h 49"/>
                  <a:gd name="T30" fmla="*/ 35 w 65"/>
                  <a:gd name="T31" fmla="*/ 94 h 49"/>
                  <a:gd name="T32" fmla="*/ 16 w 65"/>
                  <a:gd name="T33" fmla="*/ 56 h 49"/>
                  <a:gd name="T34" fmla="*/ 5 w 65"/>
                  <a:gd name="T35" fmla="*/ 33 h 49"/>
                  <a:gd name="T36" fmla="*/ 0 w 65"/>
                  <a:gd name="T37" fmla="*/ 13 h 49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65" h="49">
                    <a:moveTo>
                      <a:pt x="0" y="3"/>
                    </a:moveTo>
                    <a:cubicBezTo>
                      <a:pt x="2" y="2"/>
                      <a:pt x="4" y="0"/>
                      <a:pt x="5" y="4"/>
                    </a:cubicBezTo>
                    <a:cubicBezTo>
                      <a:pt x="6" y="9"/>
                      <a:pt x="8" y="13"/>
                      <a:pt x="11" y="17"/>
                    </a:cubicBezTo>
                    <a:cubicBezTo>
                      <a:pt x="13" y="22"/>
                      <a:pt x="17" y="24"/>
                      <a:pt x="22" y="26"/>
                    </a:cubicBezTo>
                    <a:cubicBezTo>
                      <a:pt x="25" y="27"/>
                      <a:pt x="30" y="28"/>
                      <a:pt x="33" y="30"/>
                    </a:cubicBezTo>
                    <a:cubicBezTo>
                      <a:pt x="35" y="31"/>
                      <a:pt x="36" y="32"/>
                      <a:pt x="38" y="33"/>
                    </a:cubicBezTo>
                    <a:cubicBezTo>
                      <a:pt x="40" y="33"/>
                      <a:pt x="42" y="34"/>
                      <a:pt x="43" y="34"/>
                    </a:cubicBezTo>
                    <a:cubicBezTo>
                      <a:pt x="48" y="34"/>
                      <a:pt x="52" y="34"/>
                      <a:pt x="57" y="34"/>
                    </a:cubicBezTo>
                    <a:cubicBezTo>
                      <a:pt x="59" y="35"/>
                      <a:pt x="64" y="36"/>
                      <a:pt x="65" y="39"/>
                    </a:cubicBezTo>
                    <a:cubicBezTo>
                      <a:pt x="65" y="41"/>
                      <a:pt x="61" y="46"/>
                      <a:pt x="60" y="47"/>
                    </a:cubicBezTo>
                    <a:cubicBezTo>
                      <a:pt x="56" y="49"/>
                      <a:pt x="52" y="47"/>
                      <a:pt x="49" y="46"/>
                    </a:cubicBezTo>
                    <a:cubicBezTo>
                      <a:pt x="45" y="45"/>
                      <a:pt x="42" y="44"/>
                      <a:pt x="38" y="43"/>
                    </a:cubicBezTo>
                    <a:cubicBezTo>
                      <a:pt x="34" y="42"/>
                      <a:pt x="31" y="41"/>
                      <a:pt x="28" y="38"/>
                    </a:cubicBezTo>
                    <a:cubicBezTo>
                      <a:pt x="24" y="35"/>
                      <a:pt x="20" y="32"/>
                      <a:pt x="16" y="30"/>
                    </a:cubicBezTo>
                    <a:cubicBezTo>
                      <a:pt x="15" y="30"/>
                      <a:pt x="13" y="29"/>
                      <a:pt x="12" y="28"/>
                    </a:cubicBezTo>
                    <a:cubicBezTo>
                      <a:pt x="11" y="27"/>
                      <a:pt x="10" y="24"/>
                      <a:pt x="9" y="23"/>
                    </a:cubicBezTo>
                    <a:cubicBezTo>
                      <a:pt x="8" y="20"/>
                      <a:pt x="6" y="17"/>
                      <a:pt x="4" y="14"/>
                    </a:cubicBezTo>
                    <a:cubicBezTo>
                      <a:pt x="3" y="12"/>
                      <a:pt x="2" y="10"/>
                      <a:pt x="1" y="8"/>
                    </a:cubicBezTo>
                    <a:cubicBezTo>
                      <a:pt x="1" y="6"/>
                      <a:pt x="1" y="5"/>
                      <a:pt x="0" y="3"/>
                    </a:cubicBezTo>
                  </a:path>
                </a:pathLst>
              </a:custGeom>
              <a:solidFill>
                <a:srgbClr val="FAD7C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3415" name="Freeform 185">
                <a:extLst>
                  <a:ext uri="{FF2B5EF4-FFF2-40B4-BE49-F238E27FC236}">
                    <a16:creationId xmlns:a16="http://schemas.microsoft.com/office/drawing/2014/main" id="{52492306-4AD6-4069-826C-EABF2BA704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2" y="2599"/>
                <a:ext cx="64" cy="43"/>
              </a:xfrm>
              <a:custGeom>
                <a:avLst/>
                <a:gdLst>
                  <a:gd name="T0" fmla="*/ 0 w 40"/>
                  <a:gd name="T1" fmla="*/ 0 h 27"/>
                  <a:gd name="T2" fmla="*/ 21 w 40"/>
                  <a:gd name="T3" fmla="*/ 46 h 27"/>
                  <a:gd name="T4" fmla="*/ 46 w 40"/>
                  <a:gd name="T5" fmla="*/ 53 h 27"/>
                  <a:gd name="T6" fmla="*/ 67 w 40"/>
                  <a:gd name="T7" fmla="*/ 68 h 27"/>
                  <a:gd name="T8" fmla="*/ 128 w 40"/>
                  <a:gd name="T9" fmla="*/ 108 h 27"/>
                  <a:gd name="T10" fmla="*/ 158 w 40"/>
                  <a:gd name="T11" fmla="*/ 81 h 27"/>
                  <a:gd name="T12" fmla="*/ 136 w 40"/>
                  <a:gd name="T13" fmla="*/ 64 h 27"/>
                  <a:gd name="T14" fmla="*/ 90 w 40"/>
                  <a:gd name="T15" fmla="*/ 61 h 27"/>
                  <a:gd name="T16" fmla="*/ 48 w 40"/>
                  <a:gd name="T17" fmla="*/ 35 h 27"/>
                  <a:gd name="T18" fmla="*/ 21 w 40"/>
                  <a:gd name="T19" fmla="*/ 13 h 27"/>
                  <a:gd name="T20" fmla="*/ 5 w 40"/>
                  <a:gd name="T21" fmla="*/ 5 h 2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0" h="27">
                    <a:moveTo>
                      <a:pt x="0" y="0"/>
                    </a:moveTo>
                    <a:cubicBezTo>
                      <a:pt x="3" y="3"/>
                      <a:pt x="2" y="8"/>
                      <a:pt x="5" y="11"/>
                    </a:cubicBezTo>
                    <a:cubicBezTo>
                      <a:pt x="6" y="12"/>
                      <a:pt x="9" y="13"/>
                      <a:pt x="11" y="13"/>
                    </a:cubicBezTo>
                    <a:cubicBezTo>
                      <a:pt x="13" y="14"/>
                      <a:pt x="15" y="15"/>
                      <a:pt x="16" y="17"/>
                    </a:cubicBezTo>
                    <a:cubicBezTo>
                      <a:pt x="20" y="20"/>
                      <a:pt x="25" y="27"/>
                      <a:pt x="31" y="27"/>
                    </a:cubicBezTo>
                    <a:cubicBezTo>
                      <a:pt x="34" y="27"/>
                      <a:pt x="40" y="23"/>
                      <a:pt x="39" y="20"/>
                    </a:cubicBezTo>
                    <a:cubicBezTo>
                      <a:pt x="39" y="17"/>
                      <a:pt x="35" y="16"/>
                      <a:pt x="33" y="16"/>
                    </a:cubicBezTo>
                    <a:cubicBezTo>
                      <a:pt x="29" y="15"/>
                      <a:pt x="25" y="16"/>
                      <a:pt x="22" y="15"/>
                    </a:cubicBezTo>
                    <a:cubicBezTo>
                      <a:pt x="18" y="13"/>
                      <a:pt x="15" y="11"/>
                      <a:pt x="12" y="9"/>
                    </a:cubicBezTo>
                    <a:cubicBezTo>
                      <a:pt x="10" y="6"/>
                      <a:pt x="7" y="5"/>
                      <a:pt x="5" y="3"/>
                    </a:cubicBezTo>
                    <a:cubicBezTo>
                      <a:pt x="3" y="2"/>
                      <a:pt x="2" y="1"/>
                      <a:pt x="1" y="1"/>
                    </a:cubicBezTo>
                  </a:path>
                </a:pathLst>
              </a:custGeom>
              <a:solidFill>
                <a:srgbClr val="FAD7C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3416" name="Freeform 186">
                <a:extLst>
                  <a:ext uri="{FF2B5EF4-FFF2-40B4-BE49-F238E27FC236}">
                    <a16:creationId xmlns:a16="http://schemas.microsoft.com/office/drawing/2014/main" id="{4F542F40-DEB3-481C-8442-F3093D86E5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5" y="2459"/>
                <a:ext cx="23" cy="75"/>
              </a:xfrm>
              <a:custGeom>
                <a:avLst/>
                <a:gdLst>
                  <a:gd name="T0" fmla="*/ 62 w 14"/>
                  <a:gd name="T1" fmla="*/ 0 h 47"/>
                  <a:gd name="T2" fmla="*/ 26 w 14"/>
                  <a:gd name="T3" fmla="*/ 89 h 47"/>
                  <a:gd name="T4" fmla="*/ 43 w 14"/>
                  <a:gd name="T5" fmla="*/ 137 h 47"/>
                  <a:gd name="T6" fmla="*/ 54 w 14"/>
                  <a:gd name="T7" fmla="*/ 191 h 47"/>
                  <a:gd name="T8" fmla="*/ 21 w 14"/>
                  <a:gd name="T9" fmla="*/ 142 h 47"/>
                  <a:gd name="T10" fmla="*/ 5 w 14"/>
                  <a:gd name="T11" fmla="*/ 69 h 47"/>
                  <a:gd name="T12" fmla="*/ 58 w 14"/>
                  <a:gd name="T13" fmla="*/ 5 h 4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47">
                    <a:moveTo>
                      <a:pt x="14" y="0"/>
                    </a:moveTo>
                    <a:cubicBezTo>
                      <a:pt x="7" y="2"/>
                      <a:pt x="5" y="17"/>
                      <a:pt x="6" y="22"/>
                    </a:cubicBezTo>
                    <a:cubicBezTo>
                      <a:pt x="7" y="26"/>
                      <a:pt x="9" y="30"/>
                      <a:pt x="10" y="34"/>
                    </a:cubicBezTo>
                    <a:cubicBezTo>
                      <a:pt x="12" y="38"/>
                      <a:pt x="11" y="43"/>
                      <a:pt x="12" y="47"/>
                    </a:cubicBezTo>
                    <a:cubicBezTo>
                      <a:pt x="9" y="45"/>
                      <a:pt x="7" y="39"/>
                      <a:pt x="5" y="35"/>
                    </a:cubicBezTo>
                    <a:cubicBezTo>
                      <a:pt x="3" y="30"/>
                      <a:pt x="0" y="24"/>
                      <a:pt x="1" y="17"/>
                    </a:cubicBezTo>
                    <a:cubicBezTo>
                      <a:pt x="2" y="11"/>
                      <a:pt x="5" y="1"/>
                      <a:pt x="13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3417" name="Freeform 187">
                <a:extLst>
                  <a:ext uri="{FF2B5EF4-FFF2-40B4-BE49-F238E27FC236}">
                    <a16:creationId xmlns:a16="http://schemas.microsoft.com/office/drawing/2014/main" id="{525F4FE2-6784-4CE8-A124-923EAFE5AA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1" y="2486"/>
                <a:ext cx="21" cy="16"/>
              </a:xfrm>
              <a:custGeom>
                <a:avLst/>
                <a:gdLst>
                  <a:gd name="T0" fmla="*/ 0 w 13"/>
                  <a:gd name="T1" fmla="*/ 29 h 10"/>
                  <a:gd name="T2" fmla="*/ 21 w 13"/>
                  <a:gd name="T3" fmla="*/ 8 h 10"/>
                  <a:gd name="T4" fmla="*/ 47 w 13"/>
                  <a:gd name="T5" fmla="*/ 0 h 10"/>
                  <a:gd name="T6" fmla="*/ 21 w 13"/>
                  <a:gd name="T7" fmla="*/ 21 h 10"/>
                  <a:gd name="T8" fmla="*/ 0 w 13"/>
                  <a:gd name="T9" fmla="*/ 29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0">
                    <a:moveTo>
                      <a:pt x="0" y="7"/>
                    </a:moveTo>
                    <a:cubicBezTo>
                      <a:pt x="0" y="4"/>
                      <a:pt x="3" y="2"/>
                      <a:pt x="5" y="2"/>
                    </a:cubicBezTo>
                    <a:cubicBezTo>
                      <a:pt x="6" y="1"/>
                      <a:pt x="10" y="0"/>
                      <a:pt x="11" y="0"/>
                    </a:cubicBezTo>
                    <a:cubicBezTo>
                      <a:pt x="13" y="1"/>
                      <a:pt x="6" y="4"/>
                      <a:pt x="5" y="5"/>
                    </a:cubicBezTo>
                    <a:cubicBezTo>
                      <a:pt x="4" y="6"/>
                      <a:pt x="1" y="10"/>
                      <a:pt x="0" y="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3418" name="Freeform 188">
                <a:extLst>
                  <a:ext uri="{FF2B5EF4-FFF2-40B4-BE49-F238E27FC236}">
                    <a16:creationId xmlns:a16="http://schemas.microsoft.com/office/drawing/2014/main" id="{39EE3A5B-759D-4BC3-BA5E-FC007A879E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3" y="2657"/>
                <a:ext cx="10" cy="8"/>
              </a:xfrm>
              <a:custGeom>
                <a:avLst/>
                <a:gdLst>
                  <a:gd name="T0" fmla="*/ 0 w 6"/>
                  <a:gd name="T1" fmla="*/ 8 h 5"/>
                  <a:gd name="T2" fmla="*/ 13 w 6"/>
                  <a:gd name="T3" fmla="*/ 21 h 5"/>
                  <a:gd name="T4" fmla="*/ 0 w 6"/>
                  <a:gd name="T5" fmla="*/ 8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5">
                    <a:moveTo>
                      <a:pt x="0" y="2"/>
                    </a:moveTo>
                    <a:cubicBezTo>
                      <a:pt x="1" y="3"/>
                      <a:pt x="2" y="4"/>
                      <a:pt x="3" y="5"/>
                    </a:cubicBezTo>
                    <a:cubicBezTo>
                      <a:pt x="6" y="3"/>
                      <a:pt x="2" y="0"/>
                      <a:pt x="0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3419" name="Freeform 189">
                <a:extLst>
                  <a:ext uri="{FF2B5EF4-FFF2-40B4-BE49-F238E27FC236}">
                    <a16:creationId xmlns:a16="http://schemas.microsoft.com/office/drawing/2014/main" id="{3343BF94-B974-47B5-9419-41C4A5AA6B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0" y="2491"/>
                <a:ext cx="16" cy="22"/>
              </a:xfrm>
              <a:custGeom>
                <a:avLst/>
                <a:gdLst>
                  <a:gd name="T0" fmla="*/ 42 w 10"/>
                  <a:gd name="T1" fmla="*/ 0 h 14"/>
                  <a:gd name="T2" fmla="*/ 0 w 10"/>
                  <a:gd name="T3" fmla="*/ 31 h 14"/>
                  <a:gd name="T4" fmla="*/ 42 w 10"/>
                  <a:gd name="T5" fmla="*/ 0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4">
                    <a:moveTo>
                      <a:pt x="10" y="0"/>
                    </a:moveTo>
                    <a:cubicBezTo>
                      <a:pt x="10" y="0"/>
                      <a:pt x="1" y="2"/>
                      <a:pt x="0" y="8"/>
                    </a:cubicBezTo>
                    <a:cubicBezTo>
                      <a:pt x="0" y="14"/>
                      <a:pt x="3" y="0"/>
                      <a:pt x="10" y="0"/>
                    </a:cubicBezTo>
                  </a:path>
                </a:pathLst>
              </a:custGeom>
              <a:solidFill>
                <a:srgbClr val="FAD7C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3420" name="Freeform 190">
                <a:extLst>
                  <a:ext uri="{FF2B5EF4-FFF2-40B4-BE49-F238E27FC236}">
                    <a16:creationId xmlns:a16="http://schemas.microsoft.com/office/drawing/2014/main" id="{D03ED5FF-4B3A-4CCB-88C2-37489274A8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1" y="2430"/>
                <a:ext cx="31" cy="24"/>
              </a:xfrm>
              <a:custGeom>
                <a:avLst/>
                <a:gdLst>
                  <a:gd name="T0" fmla="*/ 83 w 19"/>
                  <a:gd name="T1" fmla="*/ 61 h 15"/>
                  <a:gd name="T2" fmla="*/ 69 w 19"/>
                  <a:gd name="T3" fmla="*/ 48 h 15"/>
                  <a:gd name="T4" fmla="*/ 42 w 19"/>
                  <a:gd name="T5" fmla="*/ 34 h 15"/>
                  <a:gd name="T6" fmla="*/ 18 w 19"/>
                  <a:gd name="T7" fmla="*/ 16 h 15"/>
                  <a:gd name="T8" fmla="*/ 0 w 19"/>
                  <a:gd name="T9" fmla="*/ 0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15">
                    <a:moveTo>
                      <a:pt x="19" y="15"/>
                    </a:moveTo>
                    <a:cubicBezTo>
                      <a:pt x="18" y="15"/>
                      <a:pt x="17" y="13"/>
                      <a:pt x="16" y="12"/>
                    </a:cubicBezTo>
                    <a:cubicBezTo>
                      <a:pt x="14" y="10"/>
                      <a:pt x="12" y="9"/>
                      <a:pt x="10" y="8"/>
                    </a:cubicBezTo>
                    <a:cubicBezTo>
                      <a:pt x="8" y="7"/>
                      <a:pt x="6" y="6"/>
                      <a:pt x="4" y="4"/>
                    </a:cubicBezTo>
                    <a:cubicBezTo>
                      <a:pt x="2" y="3"/>
                      <a:pt x="1" y="1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3421" name="Freeform 191">
                <a:extLst>
                  <a:ext uri="{FF2B5EF4-FFF2-40B4-BE49-F238E27FC236}">
                    <a16:creationId xmlns:a16="http://schemas.microsoft.com/office/drawing/2014/main" id="{3E570B61-5E74-49D4-8F18-CAB0E91E59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5" y="2531"/>
                <a:ext cx="88" cy="59"/>
              </a:xfrm>
              <a:custGeom>
                <a:avLst/>
                <a:gdLst>
                  <a:gd name="T0" fmla="*/ 0 w 55"/>
                  <a:gd name="T1" fmla="*/ 41 h 37"/>
                  <a:gd name="T2" fmla="*/ 26 w 55"/>
                  <a:gd name="T3" fmla="*/ 0 h 37"/>
                  <a:gd name="T4" fmla="*/ 34 w 55"/>
                  <a:gd name="T5" fmla="*/ 35 h 37"/>
                  <a:gd name="T6" fmla="*/ 48 w 55"/>
                  <a:gd name="T7" fmla="*/ 81 h 37"/>
                  <a:gd name="T8" fmla="*/ 82 w 55"/>
                  <a:gd name="T9" fmla="*/ 94 h 37"/>
                  <a:gd name="T10" fmla="*/ 118 w 55"/>
                  <a:gd name="T11" fmla="*/ 104 h 37"/>
                  <a:gd name="T12" fmla="*/ 158 w 55"/>
                  <a:gd name="T13" fmla="*/ 102 h 37"/>
                  <a:gd name="T14" fmla="*/ 221 w 55"/>
                  <a:gd name="T15" fmla="*/ 110 h 37"/>
                  <a:gd name="T16" fmla="*/ 221 w 55"/>
                  <a:gd name="T17" fmla="*/ 115 h 37"/>
                  <a:gd name="T18" fmla="*/ 157 w 55"/>
                  <a:gd name="T19" fmla="*/ 142 h 37"/>
                  <a:gd name="T20" fmla="*/ 131 w 55"/>
                  <a:gd name="T21" fmla="*/ 150 h 37"/>
                  <a:gd name="T22" fmla="*/ 102 w 55"/>
                  <a:gd name="T23" fmla="*/ 129 h 37"/>
                  <a:gd name="T24" fmla="*/ 35 w 55"/>
                  <a:gd name="T25" fmla="*/ 110 h 37"/>
                  <a:gd name="T26" fmla="*/ 5 w 55"/>
                  <a:gd name="T27" fmla="*/ 48 h 37"/>
                  <a:gd name="T28" fmla="*/ 0 w 55"/>
                  <a:gd name="T29" fmla="*/ 41 h 37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55" h="37">
                    <a:moveTo>
                      <a:pt x="0" y="10"/>
                    </a:moveTo>
                    <a:cubicBezTo>
                      <a:pt x="1" y="8"/>
                      <a:pt x="3" y="1"/>
                      <a:pt x="6" y="0"/>
                    </a:cubicBezTo>
                    <a:cubicBezTo>
                      <a:pt x="8" y="0"/>
                      <a:pt x="8" y="8"/>
                      <a:pt x="8" y="9"/>
                    </a:cubicBezTo>
                    <a:cubicBezTo>
                      <a:pt x="9" y="13"/>
                      <a:pt x="10" y="17"/>
                      <a:pt x="12" y="20"/>
                    </a:cubicBezTo>
                    <a:cubicBezTo>
                      <a:pt x="15" y="23"/>
                      <a:pt x="17" y="22"/>
                      <a:pt x="20" y="23"/>
                    </a:cubicBezTo>
                    <a:cubicBezTo>
                      <a:pt x="24" y="23"/>
                      <a:pt x="26" y="25"/>
                      <a:pt x="29" y="26"/>
                    </a:cubicBezTo>
                    <a:cubicBezTo>
                      <a:pt x="32" y="28"/>
                      <a:pt x="35" y="26"/>
                      <a:pt x="39" y="25"/>
                    </a:cubicBezTo>
                    <a:cubicBezTo>
                      <a:pt x="41" y="24"/>
                      <a:pt x="55" y="20"/>
                      <a:pt x="54" y="27"/>
                    </a:cubicBezTo>
                    <a:cubicBezTo>
                      <a:pt x="54" y="27"/>
                      <a:pt x="54" y="27"/>
                      <a:pt x="54" y="28"/>
                    </a:cubicBezTo>
                    <a:cubicBezTo>
                      <a:pt x="49" y="30"/>
                      <a:pt x="43" y="33"/>
                      <a:pt x="38" y="35"/>
                    </a:cubicBezTo>
                    <a:cubicBezTo>
                      <a:pt x="36" y="36"/>
                      <a:pt x="34" y="37"/>
                      <a:pt x="32" y="37"/>
                    </a:cubicBezTo>
                    <a:cubicBezTo>
                      <a:pt x="30" y="37"/>
                      <a:pt x="27" y="34"/>
                      <a:pt x="25" y="32"/>
                    </a:cubicBezTo>
                    <a:cubicBezTo>
                      <a:pt x="19" y="30"/>
                      <a:pt x="14" y="30"/>
                      <a:pt x="9" y="27"/>
                    </a:cubicBezTo>
                    <a:cubicBezTo>
                      <a:pt x="4" y="24"/>
                      <a:pt x="4" y="17"/>
                      <a:pt x="1" y="12"/>
                    </a:cubicBezTo>
                    <a:cubicBezTo>
                      <a:pt x="1" y="11"/>
                      <a:pt x="1" y="10"/>
                      <a:pt x="0" y="10"/>
                    </a:cubicBezTo>
                  </a:path>
                </a:pathLst>
              </a:custGeom>
              <a:solidFill>
                <a:srgbClr val="FAD7C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3422" name="Freeform 192">
                <a:extLst>
                  <a:ext uri="{FF2B5EF4-FFF2-40B4-BE49-F238E27FC236}">
                    <a16:creationId xmlns:a16="http://schemas.microsoft.com/office/drawing/2014/main" id="{FB082BEB-D383-4BB4-83B2-FF853558D3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3" y="2323"/>
                <a:ext cx="213" cy="354"/>
              </a:xfrm>
              <a:custGeom>
                <a:avLst/>
                <a:gdLst>
                  <a:gd name="T0" fmla="*/ 231 w 133"/>
                  <a:gd name="T1" fmla="*/ 61 h 222"/>
                  <a:gd name="T2" fmla="*/ 151 w 133"/>
                  <a:gd name="T3" fmla="*/ 279 h 222"/>
                  <a:gd name="T4" fmla="*/ 77 w 133"/>
                  <a:gd name="T5" fmla="*/ 499 h 222"/>
                  <a:gd name="T6" fmla="*/ 221 w 133"/>
                  <a:gd name="T7" fmla="*/ 394 h 222"/>
                  <a:gd name="T8" fmla="*/ 274 w 133"/>
                  <a:gd name="T9" fmla="*/ 335 h 222"/>
                  <a:gd name="T10" fmla="*/ 255 w 133"/>
                  <a:gd name="T11" fmla="*/ 418 h 222"/>
                  <a:gd name="T12" fmla="*/ 255 w 133"/>
                  <a:gd name="T13" fmla="*/ 518 h 222"/>
                  <a:gd name="T14" fmla="*/ 231 w 133"/>
                  <a:gd name="T15" fmla="*/ 585 h 222"/>
                  <a:gd name="T16" fmla="*/ 163 w 133"/>
                  <a:gd name="T17" fmla="*/ 628 h 222"/>
                  <a:gd name="T18" fmla="*/ 48 w 133"/>
                  <a:gd name="T19" fmla="*/ 662 h 222"/>
                  <a:gd name="T20" fmla="*/ 144 w 133"/>
                  <a:gd name="T21" fmla="*/ 697 h 222"/>
                  <a:gd name="T22" fmla="*/ 54 w 133"/>
                  <a:gd name="T23" fmla="*/ 714 h 222"/>
                  <a:gd name="T24" fmla="*/ 42 w 133"/>
                  <a:gd name="T25" fmla="*/ 778 h 222"/>
                  <a:gd name="T26" fmla="*/ 74 w 133"/>
                  <a:gd name="T27" fmla="*/ 783 h 222"/>
                  <a:gd name="T28" fmla="*/ 61 w 133"/>
                  <a:gd name="T29" fmla="*/ 852 h 222"/>
                  <a:gd name="T30" fmla="*/ 144 w 133"/>
                  <a:gd name="T31" fmla="*/ 855 h 222"/>
                  <a:gd name="T32" fmla="*/ 170 w 133"/>
                  <a:gd name="T33" fmla="*/ 855 h 222"/>
                  <a:gd name="T34" fmla="*/ 197 w 133"/>
                  <a:gd name="T35" fmla="*/ 895 h 222"/>
                  <a:gd name="T36" fmla="*/ 272 w 133"/>
                  <a:gd name="T37" fmla="*/ 859 h 222"/>
                  <a:gd name="T38" fmla="*/ 375 w 133"/>
                  <a:gd name="T39" fmla="*/ 783 h 222"/>
                  <a:gd name="T40" fmla="*/ 460 w 133"/>
                  <a:gd name="T41" fmla="*/ 625 h 222"/>
                  <a:gd name="T42" fmla="*/ 520 w 133"/>
                  <a:gd name="T43" fmla="*/ 458 h 222"/>
                  <a:gd name="T44" fmla="*/ 520 w 133"/>
                  <a:gd name="T45" fmla="*/ 300 h 222"/>
                  <a:gd name="T46" fmla="*/ 546 w 133"/>
                  <a:gd name="T47" fmla="*/ 0 h 222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133" h="222">
                    <a:moveTo>
                      <a:pt x="56" y="15"/>
                    </a:moveTo>
                    <a:cubicBezTo>
                      <a:pt x="47" y="25"/>
                      <a:pt x="50" y="57"/>
                      <a:pt x="37" y="69"/>
                    </a:cubicBezTo>
                    <a:cubicBezTo>
                      <a:pt x="24" y="81"/>
                      <a:pt x="3" y="113"/>
                      <a:pt x="19" y="123"/>
                    </a:cubicBezTo>
                    <a:cubicBezTo>
                      <a:pt x="34" y="133"/>
                      <a:pt x="49" y="109"/>
                      <a:pt x="54" y="97"/>
                    </a:cubicBezTo>
                    <a:cubicBezTo>
                      <a:pt x="58" y="85"/>
                      <a:pt x="67" y="83"/>
                      <a:pt x="67" y="83"/>
                    </a:cubicBezTo>
                    <a:cubicBezTo>
                      <a:pt x="67" y="83"/>
                      <a:pt x="58" y="97"/>
                      <a:pt x="62" y="103"/>
                    </a:cubicBezTo>
                    <a:cubicBezTo>
                      <a:pt x="66" y="110"/>
                      <a:pt x="56" y="120"/>
                      <a:pt x="62" y="128"/>
                    </a:cubicBezTo>
                    <a:cubicBezTo>
                      <a:pt x="64" y="131"/>
                      <a:pt x="58" y="133"/>
                      <a:pt x="56" y="144"/>
                    </a:cubicBezTo>
                    <a:cubicBezTo>
                      <a:pt x="55" y="155"/>
                      <a:pt x="48" y="144"/>
                      <a:pt x="40" y="155"/>
                    </a:cubicBezTo>
                    <a:cubicBezTo>
                      <a:pt x="37" y="159"/>
                      <a:pt x="15" y="136"/>
                      <a:pt x="12" y="163"/>
                    </a:cubicBezTo>
                    <a:cubicBezTo>
                      <a:pt x="12" y="165"/>
                      <a:pt x="35" y="170"/>
                      <a:pt x="35" y="172"/>
                    </a:cubicBezTo>
                    <a:cubicBezTo>
                      <a:pt x="35" y="174"/>
                      <a:pt x="12" y="173"/>
                      <a:pt x="13" y="176"/>
                    </a:cubicBezTo>
                    <a:cubicBezTo>
                      <a:pt x="13" y="176"/>
                      <a:pt x="0" y="187"/>
                      <a:pt x="10" y="192"/>
                    </a:cubicBezTo>
                    <a:cubicBezTo>
                      <a:pt x="18" y="193"/>
                      <a:pt x="18" y="193"/>
                      <a:pt x="18" y="193"/>
                    </a:cubicBezTo>
                    <a:cubicBezTo>
                      <a:pt x="18" y="193"/>
                      <a:pt x="7" y="201"/>
                      <a:pt x="15" y="210"/>
                    </a:cubicBezTo>
                    <a:cubicBezTo>
                      <a:pt x="18" y="213"/>
                      <a:pt x="31" y="211"/>
                      <a:pt x="35" y="211"/>
                    </a:cubicBezTo>
                    <a:cubicBezTo>
                      <a:pt x="39" y="211"/>
                      <a:pt x="41" y="211"/>
                      <a:pt x="41" y="211"/>
                    </a:cubicBezTo>
                    <a:cubicBezTo>
                      <a:pt x="41" y="211"/>
                      <a:pt x="40" y="219"/>
                      <a:pt x="48" y="221"/>
                    </a:cubicBezTo>
                    <a:cubicBezTo>
                      <a:pt x="56" y="222"/>
                      <a:pt x="64" y="215"/>
                      <a:pt x="66" y="212"/>
                    </a:cubicBezTo>
                    <a:cubicBezTo>
                      <a:pt x="69" y="209"/>
                      <a:pt x="84" y="202"/>
                      <a:pt x="91" y="193"/>
                    </a:cubicBezTo>
                    <a:cubicBezTo>
                      <a:pt x="97" y="184"/>
                      <a:pt x="105" y="183"/>
                      <a:pt x="112" y="154"/>
                    </a:cubicBezTo>
                    <a:cubicBezTo>
                      <a:pt x="115" y="141"/>
                      <a:pt x="126" y="124"/>
                      <a:pt x="127" y="113"/>
                    </a:cubicBezTo>
                    <a:cubicBezTo>
                      <a:pt x="128" y="102"/>
                      <a:pt x="130" y="92"/>
                      <a:pt x="127" y="74"/>
                    </a:cubicBezTo>
                    <a:cubicBezTo>
                      <a:pt x="125" y="56"/>
                      <a:pt x="133" y="0"/>
                      <a:pt x="133" y="0"/>
                    </a:cubicBezTo>
                  </a:path>
                </a:pathLst>
              </a:custGeom>
              <a:solidFill>
                <a:srgbClr val="FEF3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3423" name="Freeform 193">
                <a:extLst>
                  <a:ext uri="{FF2B5EF4-FFF2-40B4-BE49-F238E27FC236}">
                    <a16:creationId xmlns:a16="http://schemas.microsoft.com/office/drawing/2014/main" id="{895E99DC-69BC-4C34-BD02-F5C7BA0B64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6" y="2457"/>
                <a:ext cx="56" cy="96"/>
              </a:xfrm>
              <a:custGeom>
                <a:avLst/>
                <a:gdLst>
                  <a:gd name="T0" fmla="*/ 34 w 35"/>
                  <a:gd name="T1" fmla="*/ 5 h 60"/>
                  <a:gd name="T2" fmla="*/ 94 w 35"/>
                  <a:gd name="T3" fmla="*/ 34 h 60"/>
                  <a:gd name="T4" fmla="*/ 98 w 35"/>
                  <a:gd name="T5" fmla="*/ 136 h 60"/>
                  <a:gd name="T6" fmla="*/ 82 w 35"/>
                  <a:gd name="T7" fmla="*/ 234 h 60"/>
                  <a:gd name="T8" fmla="*/ 48 w 35"/>
                  <a:gd name="T9" fmla="*/ 205 h 60"/>
                  <a:gd name="T10" fmla="*/ 16 w 35"/>
                  <a:gd name="T11" fmla="*/ 136 h 60"/>
                  <a:gd name="T12" fmla="*/ 16 w 35"/>
                  <a:gd name="T13" fmla="*/ 48 h 60"/>
                  <a:gd name="T14" fmla="*/ 34 w 35"/>
                  <a:gd name="T15" fmla="*/ 5 h 6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5" h="60">
                    <a:moveTo>
                      <a:pt x="8" y="1"/>
                    </a:moveTo>
                    <a:cubicBezTo>
                      <a:pt x="8" y="1"/>
                      <a:pt x="1" y="0"/>
                      <a:pt x="23" y="8"/>
                    </a:cubicBezTo>
                    <a:cubicBezTo>
                      <a:pt x="35" y="13"/>
                      <a:pt x="25" y="31"/>
                      <a:pt x="24" y="33"/>
                    </a:cubicBezTo>
                    <a:cubicBezTo>
                      <a:pt x="23" y="35"/>
                      <a:pt x="20" y="57"/>
                      <a:pt x="20" y="57"/>
                    </a:cubicBezTo>
                    <a:cubicBezTo>
                      <a:pt x="20" y="57"/>
                      <a:pt x="16" y="60"/>
                      <a:pt x="12" y="50"/>
                    </a:cubicBezTo>
                    <a:cubicBezTo>
                      <a:pt x="7" y="39"/>
                      <a:pt x="0" y="49"/>
                      <a:pt x="4" y="33"/>
                    </a:cubicBezTo>
                    <a:cubicBezTo>
                      <a:pt x="7" y="17"/>
                      <a:pt x="4" y="17"/>
                      <a:pt x="4" y="12"/>
                    </a:cubicBezTo>
                    <a:lnTo>
                      <a:pt x="8" y="1"/>
                    </a:lnTo>
                    <a:close/>
                  </a:path>
                </a:pathLst>
              </a:custGeom>
              <a:solidFill>
                <a:srgbClr val="FAD7C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3424" name="Freeform 194">
                <a:extLst>
                  <a:ext uri="{FF2B5EF4-FFF2-40B4-BE49-F238E27FC236}">
                    <a16:creationId xmlns:a16="http://schemas.microsoft.com/office/drawing/2014/main" id="{4C1047D7-AAC9-4A8F-B29B-7A4F0EA6F9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5" y="1079"/>
                <a:ext cx="973" cy="2973"/>
              </a:xfrm>
              <a:custGeom>
                <a:avLst/>
                <a:gdLst>
                  <a:gd name="T0" fmla="*/ 1501 w 608"/>
                  <a:gd name="T1" fmla="*/ 308 h 1862"/>
                  <a:gd name="T2" fmla="*/ 2239 w 608"/>
                  <a:gd name="T3" fmla="*/ 806 h 1862"/>
                  <a:gd name="T4" fmla="*/ 2349 w 608"/>
                  <a:gd name="T5" fmla="*/ 1815 h 1862"/>
                  <a:gd name="T6" fmla="*/ 2444 w 608"/>
                  <a:gd name="T7" fmla="*/ 2777 h 1862"/>
                  <a:gd name="T8" fmla="*/ 2479 w 608"/>
                  <a:gd name="T9" fmla="*/ 3118 h 1862"/>
                  <a:gd name="T10" fmla="*/ 2466 w 608"/>
                  <a:gd name="T11" fmla="*/ 3473 h 1862"/>
                  <a:gd name="T12" fmla="*/ 2405 w 608"/>
                  <a:gd name="T13" fmla="*/ 3802 h 1862"/>
                  <a:gd name="T14" fmla="*/ 2218 w 608"/>
                  <a:gd name="T15" fmla="*/ 4033 h 1862"/>
                  <a:gd name="T16" fmla="*/ 2116 w 608"/>
                  <a:gd name="T17" fmla="*/ 4030 h 1862"/>
                  <a:gd name="T18" fmla="*/ 2008 w 608"/>
                  <a:gd name="T19" fmla="*/ 4025 h 1862"/>
                  <a:gd name="T20" fmla="*/ 1984 w 608"/>
                  <a:gd name="T21" fmla="*/ 3957 h 1862"/>
                  <a:gd name="T22" fmla="*/ 2087 w 608"/>
                  <a:gd name="T23" fmla="*/ 3870 h 1862"/>
                  <a:gd name="T24" fmla="*/ 2111 w 608"/>
                  <a:gd name="T25" fmla="*/ 3806 h 1862"/>
                  <a:gd name="T26" fmla="*/ 2197 w 608"/>
                  <a:gd name="T27" fmla="*/ 3692 h 1862"/>
                  <a:gd name="T28" fmla="*/ 2218 w 608"/>
                  <a:gd name="T29" fmla="*/ 3508 h 1862"/>
                  <a:gd name="T30" fmla="*/ 2013 w 608"/>
                  <a:gd name="T31" fmla="*/ 3671 h 1862"/>
                  <a:gd name="T32" fmla="*/ 2176 w 608"/>
                  <a:gd name="T33" fmla="*/ 3233 h 1862"/>
                  <a:gd name="T34" fmla="*/ 2168 w 608"/>
                  <a:gd name="T35" fmla="*/ 3056 h 1862"/>
                  <a:gd name="T36" fmla="*/ 1954 w 608"/>
                  <a:gd name="T37" fmla="*/ 2108 h 1862"/>
                  <a:gd name="T38" fmla="*/ 1903 w 608"/>
                  <a:gd name="T39" fmla="*/ 1637 h 1862"/>
                  <a:gd name="T40" fmla="*/ 1893 w 608"/>
                  <a:gd name="T41" fmla="*/ 1550 h 1862"/>
                  <a:gd name="T42" fmla="*/ 1912 w 608"/>
                  <a:gd name="T43" fmla="*/ 2157 h 1862"/>
                  <a:gd name="T44" fmla="*/ 1924 w 608"/>
                  <a:gd name="T45" fmla="*/ 3358 h 1862"/>
                  <a:gd name="T46" fmla="*/ 1746 w 608"/>
                  <a:gd name="T47" fmla="*/ 5132 h 1862"/>
                  <a:gd name="T48" fmla="*/ 1708 w 608"/>
                  <a:gd name="T49" fmla="*/ 6003 h 1862"/>
                  <a:gd name="T50" fmla="*/ 1514 w 608"/>
                  <a:gd name="T51" fmla="*/ 6939 h 1862"/>
                  <a:gd name="T52" fmla="*/ 1612 w 608"/>
                  <a:gd name="T53" fmla="*/ 7250 h 1862"/>
                  <a:gd name="T54" fmla="*/ 1741 w 608"/>
                  <a:gd name="T55" fmla="*/ 7380 h 1862"/>
                  <a:gd name="T56" fmla="*/ 1749 w 608"/>
                  <a:gd name="T57" fmla="*/ 7461 h 1862"/>
                  <a:gd name="T58" fmla="*/ 1746 w 608"/>
                  <a:gd name="T59" fmla="*/ 7485 h 1862"/>
                  <a:gd name="T60" fmla="*/ 1680 w 608"/>
                  <a:gd name="T61" fmla="*/ 7503 h 1862"/>
                  <a:gd name="T62" fmla="*/ 1575 w 608"/>
                  <a:gd name="T63" fmla="*/ 7538 h 1862"/>
                  <a:gd name="T64" fmla="*/ 1330 w 608"/>
                  <a:gd name="T65" fmla="*/ 7563 h 1862"/>
                  <a:gd name="T66" fmla="*/ 1208 w 608"/>
                  <a:gd name="T67" fmla="*/ 7434 h 1862"/>
                  <a:gd name="T68" fmla="*/ 1173 w 608"/>
                  <a:gd name="T69" fmla="*/ 7241 h 1862"/>
                  <a:gd name="T70" fmla="*/ 1242 w 608"/>
                  <a:gd name="T71" fmla="*/ 6810 h 1862"/>
                  <a:gd name="T72" fmla="*/ 1176 w 608"/>
                  <a:gd name="T73" fmla="*/ 5853 h 1862"/>
                  <a:gd name="T74" fmla="*/ 1247 w 608"/>
                  <a:gd name="T75" fmla="*/ 5130 h 1862"/>
                  <a:gd name="T76" fmla="*/ 1114 w 608"/>
                  <a:gd name="T77" fmla="*/ 3821 h 1862"/>
                  <a:gd name="T78" fmla="*/ 1019 w 608"/>
                  <a:gd name="T79" fmla="*/ 4353 h 1862"/>
                  <a:gd name="T80" fmla="*/ 951 w 608"/>
                  <a:gd name="T81" fmla="*/ 5255 h 1862"/>
                  <a:gd name="T82" fmla="*/ 978 w 608"/>
                  <a:gd name="T83" fmla="*/ 6350 h 1862"/>
                  <a:gd name="T84" fmla="*/ 999 w 608"/>
                  <a:gd name="T85" fmla="*/ 6998 h 1862"/>
                  <a:gd name="T86" fmla="*/ 991 w 608"/>
                  <a:gd name="T87" fmla="*/ 7335 h 1862"/>
                  <a:gd name="T88" fmla="*/ 951 w 608"/>
                  <a:gd name="T89" fmla="*/ 7511 h 1862"/>
                  <a:gd name="T90" fmla="*/ 743 w 608"/>
                  <a:gd name="T91" fmla="*/ 7531 h 1862"/>
                  <a:gd name="T92" fmla="*/ 525 w 608"/>
                  <a:gd name="T93" fmla="*/ 7525 h 1862"/>
                  <a:gd name="T94" fmla="*/ 512 w 608"/>
                  <a:gd name="T95" fmla="*/ 7506 h 1862"/>
                  <a:gd name="T96" fmla="*/ 451 w 608"/>
                  <a:gd name="T97" fmla="*/ 7461 h 1862"/>
                  <a:gd name="T98" fmla="*/ 438 w 608"/>
                  <a:gd name="T99" fmla="*/ 7456 h 1862"/>
                  <a:gd name="T100" fmla="*/ 512 w 608"/>
                  <a:gd name="T101" fmla="*/ 7319 h 1862"/>
                  <a:gd name="T102" fmla="*/ 696 w 608"/>
                  <a:gd name="T103" fmla="*/ 7062 h 1862"/>
                  <a:gd name="T104" fmla="*/ 640 w 608"/>
                  <a:gd name="T105" fmla="*/ 6626 h 1862"/>
                  <a:gd name="T106" fmla="*/ 499 w 608"/>
                  <a:gd name="T107" fmla="*/ 5376 h 1862"/>
                  <a:gd name="T108" fmla="*/ 418 w 608"/>
                  <a:gd name="T109" fmla="*/ 4859 h 1862"/>
                  <a:gd name="T110" fmla="*/ 307 w 608"/>
                  <a:gd name="T111" fmla="*/ 3114 h 1862"/>
                  <a:gd name="T112" fmla="*/ 291 w 608"/>
                  <a:gd name="T113" fmla="*/ 1779 h 1862"/>
                  <a:gd name="T114" fmla="*/ 307 w 608"/>
                  <a:gd name="T115" fmla="*/ 1547 h 1862"/>
                  <a:gd name="T116" fmla="*/ 291 w 608"/>
                  <a:gd name="T117" fmla="*/ 1721 h 1862"/>
                  <a:gd name="T118" fmla="*/ 184 w 608"/>
                  <a:gd name="T119" fmla="*/ 2478 h 1862"/>
                  <a:gd name="T120" fmla="*/ 5 w 608"/>
                  <a:gd name="T121" fmla="*/ 3163 h 1862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0" t="0" r="r" b="b"/>
                <a:pathLst>
                  <a:path w="608" h="1862">
                    <a:moveTo>
                      <a:pt x="333" y="0"/>
                    </a:moveTo>
                    <a:cubicBezTo>
                      <a:pt x="333" y="13"/>
                      <a:pt x="317" y="54"/>
                      <a:pt x="366" y="76"/>
                    </a:cubicBezTo>
                    <a:cubicBezTo>
                      <a:pt x="380" y="83"/>
                      <a:pt x="422" y="104"/>
                      <a:pt x="439" y="108"/>
                    </a:cubicBezTo>
                    <a:cubicBezTo>
                      <a:pt x="462" y="114"/>
                      <a:pt x="532" y="135"/>
                      <a:pt x="546" y="198"/>
                    </a:cubicBezTo>
                    <a:cubicBezTo>
                      <a:pt x="553" y="228"/>
                      <a:pt x="560" y="265"/>
                      <a:pt x="555" y="300"/>
                    </a:cubicBezTo>
                    <a:cubicBezTo>
                      <a:pt x="554" y="324"/>
                      <a:pt x="571" y="368"/>
                      <a:pt x="573" y="446"/>
                    </a:cubicBezTo>
                    <a:cubicBezTo>
                      <a:pt x="572" y="474"/>
                      <a:pt x="576" y="494"/>
                      <a:pt x="579" y="506"/>
                    </a:cubicBezTo>
                    <a:cubicBezTo>
                      <a:pt x="595" y="546"/>
                      <a:pt x="595" y="655"/>
                      <a:pt x="596" y="682"/>
                    </a:cubicBezTo>
                    <a:cubicBezTo>
                      <a:pt x="597" y="698"/>
                      <a:pt x="597" y="722"/>
                      <a:pt x="600" y="734"/>
                    </a:cubicBezTo>
                    <a:cubicBezTo>
                      <a:pt x="603" y="746"/>
                      <a:pt x="602" y="756"/>
                      <a:pt x="605" y="766"/>
                    </a:cubicBezTo>
                    <a:cubicBezTo>
                      <a:pt x="605" y="766"/>
                      <a:pt x="608" y="774"/>
                      <a:pt x="607" y="779"/>
                    </a:cubicBezTo>
                    <a:cubicBezTo>
                      <a:pt x="607" y="784"/>
                      <a:pt x="599" y="836"/>
                      <a:pt x="602" y="853"/>
                    </a:cubicBezTo>
                    <a:cubicBezTo>
                      <a:pt x="604" y="871"/>
                      <a:pt x="603" y="881"/>
                      <a:pt x="602" y="892"/>
                    </a:cubicBezTo>
                    <a:cubicBezTo>
                      <a:pt x="601" y="903"/>
                      <a:pt x="590" y="920"/>
                      <a:pt x="587" y="934"/>
                    </a:cubicBezTo>
                    <a:cubicBezTo>
                      <a:pt x="580" y="962"/>
                      <a:pt x="571" y="963"/>
                      <a:pt x="565" y="972"/>
                    </a:cubicBezTo>
                    <a:cubicBezTo>
                      <a:pt x="559" y="981"/>
                      <a:pt x="543" y="988"/>
                      <a:pt x="541" y="991"/>
                    </a:cubicBezTo>
                    <a:cubicBezTo>
                      <a:pt x="538" y="994"/>
                      <a:pt x="530" y="1001"/>
                      <a:pt x="522" y="1000"/>
                    </a:cubicBezTo>
                    <a:cubicBezTo>
                      <a:pt x="515" y="999"/>
                      <a:pt x="516" y="990"/>
                      <a:pt x="516" y="990"/>
                    </a:cubicBezTo>
                    <a:cubicBezTo>
                      <a:pt x="516" y="990"/>
                      <a:pt x="513" y="990"/>
                      <a:pt x="509" y="990"/>
                    </a:cubicBezTo>
                    <a:cubicBezTo>
                      <a:pt x="506" y="990"/>
                      <a:pt x="493" y="992"/>
                      <a:pt x="490" y="989"/>
                    </a:cubicBezTo>
                    <a:cubicBezTo>
                      <a:pt x="481" y="981"/>
                      <a:pt x="493" y="973"/>
                      <a:pt x="493" y="973"/>
                    </a:cubicBezTo>
                    <a:cubicBezTo>
                      <a:pt x="484" y="972"/>
                      <a:pt x="484" y="972"/>
                      <a:pt x="484" y="972"/>
                    </a:cubicBezTo>
                    <a:cubicBezTo>
                      <a:pt x="475" y="966"/>
                      <a:pt x="487" y="955"/>
                      <a:pt x="487" y="955"/>
                    </a:cubicBezTo>
                    <a:cubicBezTo>
                      <a:pt x="487" y="952"/>
                      <a:pt x="510" y="953"/>
                      <a:pt x="509" y="951"/>
                    </a:cubicBezTo>
                    <a:cubicBezTo>
                      <a:pt x="509" y="949"/>
                      <a:pt x="486" y="943"/>
                      <a:pt x="486" y="941"/>
                    </a:cubicBezTo>
                    <a:cubicBezTo>
                      <a:pt x="488" y="915"/>
                      <a:pt x="512" y="938"/>
                      <a:pt x="515" y="935"/>
                    </a:cubicBezTo>
                    <a:cubicBezTo>
                      <a:pt x="523" y="924"/>
                      <a:pt x="529" y="934"/>
                      <a:pt x="531" y="923"/>
                    </a:cubicBezTo>
                    <a:cubicBezTo>
                      <a:pt x="532" y="912"/>
                      <a:pt x="538" y="910"/>
                      <a:pt x="536" y="907"/>
                    </a:cubicBezTo>
                    <a:cubicBezTo>
                      <a:pt x="531" y="899"/>
                      <a:pt x="540" y="889"/>
                      <a:pt x="537" y="882"/>
                    </a:cubicBezTo>
                    <a:cubicBezTo>
                      <a:pt x="533" y="876"/>
                      <a:pt x="541" y="862"/>
                      <a:pt x="541" y="862"/>
                    </a:cubicBezTo>
                    <a:cubicBezTo>
                      <a:pt x="541" y="862"/>
                      <a:pt x="530" y="868"/>
                      <a:pt x="525" y="880"/>
                    </a:cubicBezTo>
                    <a:cubicBezTo>
                      <a:pt x="520" y="892"/>
                      <a:pt x="507" y="912"/>
                      <a:pt x="491" y="902"/>
                    </a:cubicBezTo>
                    <a:cubicBezTo>
                      <a:pt x="475" y="892"/>
                      <a:pt x="496" y="862"/>
                      <a:pt x="509" y="850"/>
                    </a:cubicBezTo>
                    <a:cubicBezTo>
                      <a:pt x="522" y="838"/>
                      <a:pt x="520" y="802"/>
                      <a:pt x="531" y="794"/>
                    </a:cubicBezTo>
                    <a:cubicBezTo>
                      <a:pt x="536" y="791"/>
                      <a:pt x="535" y="777"/>
                      <a:pt x="535" y="777"/>
                    </a:cubicBezTo>
                    <a:cubicBezTo>
                      <a:pt x="534" y="775"/>
                      <a:pt x="531" y="762"/>
                      <a:pt x="529" y="751"/>
                    </a:cubicBezTo>
                    <a:cubicBezTo>
                      <a:pt x="527" y="739"/>
                      <a:pt x="497" y="632"/>
                      <a:pt x="493" y="609"/>
                    </a:cubicBezTo>
                    <a:cubicBezTo>
                      <a:pt x="485" y="565"/>
                      <a:pt x="473" y="548"/>
                      <a:pt x="477" y="518"/>
                    </a:cubicBezTo>
                    <a:cubicBezTo>
                      <a:pt x="477" y="495"/>
                      <a:pt x="467" y="434"/>
                      <a:pt x="466" y="423"/>
                    </a:cubicBezTo>
                    <a:cubicBezTo>
                      <a:pt x="465" y="421"/>
                      <a:pt x="465" y="409"/>
                      <a:pt x="464" y="402"/>
                    </a:cubicBezTo>
                    <a:cubicBezTo>
                      <a:pt x="463" y="398"/>
                      <a:pt x="462" y="390"/>
                      <a:pt x="462" y="380"/>
                    </a:cubicBezTo>
                    <a:cubicBezTo>
                      <a:pt x="462" y="381"/>
                      <a:pt x="462" y="381"/>
                      <a:pt x="462" y="381"/>
                    </a:cubicBezTo>
                    <a:cubicBezTo>
                      <a:pt x="461" y="392"/>
                      <a:pt x="467" y="413"/>
                      <a:pt x="465" y="441"/>
                    </a:cubicBezTo>
                    <a:cubicBezTo>
                      <a:pt x="467" y="464"/>
                      <a:pt x="467" y="475"/>
                      <a:pt x="467" y="530"/>
                    </a:cubicBezTo>
                    <a:cubicBezTo>
                      <a:pt x="474" y="600"/>
                      <a:pt x="461" y="739"/>
                      <a:pt x="462" y="765"/>
                    </a:cubicBezTo>
                    <a:cubicBezTo>
                      <a:pt x="464" y="778"/>
                      <a:pt x="469" y="825"/>
                      <a:pt x="469" y="825"/>
                    </a:cubicBezTo>
                    <a:cubicBezTo>
                      <a:pt x="471" y="862"/>
                      <a:pt x="468" y="1000"/>
                      <a:pt x="434" y="1194"/>
                    </a:cubicBezTo>
                    <a:cubicBezTo>
                      <a:pt x="432" y="1205"/>
                      <a:pt x="430" y="1241"/>
                      <a:pt x="426" y="1261"/>
                    </a:cubicBezTo>
                    <a:cubicBezTo>
                      <a:pt x="425" y="1266"/>
                      <a:pt x="415" y="1290"/>
                      <a:pt x="414" y="1321"/>
                    </a:cubicBezTo>
                    <a:cubicBezTo>
                      <a:pt x="413" y="1372"/>
                      <a:pt x="419" y="1439"/>
                      <a:pt x="417" y="1475"/>
                    </a:cubicBezTo>
                    <a:cubicBezTo>
                      <a:pt x="415" y="1535"/>
                      <a:pt x="390" y="1590"/>
                      <a:pt x="380" y="1628"/>
                    </a:cubicBezTo>
                    <a:cubicBezTo>
                      <a:pt x="371" y="1667"/>
                      <a:pt x="367" y="1697"/>
                      <a:pt x="369" y="1705"/>
                    </a:cubicBezTo>
                    <a:cubicBezTo>
                      <a:pt x="370" y="1711"/>
                      <a:pt x="372" y="1724"/>
                      <a:pt x="367" y="1735"/>
                    </a:cubicBezTo>
                    <a:cubicBezTo>
                      <a:pt x="366" y="1736"/>
                      <a:pt x="383" y="1774"/>
                      <a:pt x="393" y="1781"/>
                    </a:cubicBezTo>
                    <a:cubicBezTo>
                      <a:pt x="402" y="1788"/>
                      <a:pt x="404" y="1794"/>
                      <a:pt x="412" y="1798"/>
                    </a:cubicBezTo>
                    <a:cubicBezTo>
                      <a:pt x="419" y="1801"/>
                      <a:pt x="422" y="1805"/>
                      <a:pt x="425" y="1813"/>
                    </a:cubicBezTo>
                    <a:cubicBezTo>
                      <a:pt x="427" y="1819"/>
                      <a:pt x="434" y="1827"/>
                      <a:pt x="429" y="1832"/>
                    </a:cubicBezTo>
                    <a:cubicBezTo>
                      <a:pt x="428" y="1832"/>
                      <a:pt x="427" y="1833"/>
                      <a:pt x="427" y="1833"/>
                    </a:cubicBezTo>
                    <a:cubicBezTo>
                      <a:pt x="426" y="1833"/>
                      <a:pt x="426" y="1833"/>
                      <a:pt x="426" y="1833"/>
                    </a:cubicBezTo>
                    <a:cubicBezTo>
                      <a:pt x="427" y="1835"/>
                      <a:pt x="427" y="1837"/>
                      <a:pt x="426" y="1839"/>
                    </a:cubicBezTo>
                    <a:cubicBezTo>
                      <a:pt x="425" y="1843"/>
                      <a:pt x="418" y="1845"/>
                      <a:pt x="411" y="1844"/>
                    </a:cubicBezTo>
                    <a:cubicBezTo>
                      <a:pt x="410" y="1843"/>
                      <a:pt x="410" y="1843"/>
                      <a:pt x="410" y="1843"/>
                    </a:cubicBezTo>
                    <a:cubicBezTo>
                      <a:pt x="410" y="1845"/>
                      <a:pt x="410" y="1847"/>
                      <a:pt x="408" y="1849"/>
                    </a:cubicBezTo>
                    <a:cubicBezTo>
                      <a:pt x="404" y="1855"/>
                      <a:pt x="390" y="1858"/>
                      <a:pt x="384" y="1852"/>
                    </a:cubicBezTo>
                    <a:cubicBezTo>
                      <a:pt x="376" y="1857"/>
                      <a:pt x="361" y="1857"/>
                      <a:pt x="355" y="1850"/>
                    </a:cubicBezTo>
                    <a:cubicBezTo>
                      <a:pt x="351" y="1862"/>
                      <a:pt x="334" y="1860"/>
                      <a:pt x="324" y="1858"/>
                    </a:cubicBezTo>
                    <a:cubicBezTo>
                      <a:pt x="314" y="1856"/>
                      <a:pt x="309" y="1850"/>
                      <a:pt x="304" y="1845"/>
                    </a:cubicBezTo>
                    <a:cubicBezTo>
                      <a:pt x="298" y="1841"/>
                      <a:pt x="294" y="1837"/>
                      <a:pt x="295" y="1826"/>
                    </a:cubicBezTo>
                    <a:cubicBezTo>
                      <a:pt x="297" y="1815"/>
                      <a:pt x="296" y="1815"/>
                      <a:pt x="294" y="1802"/>
                    </a:cubicBezTo>
                    <a:cubicBezTo>
                      <a:pt x="294" y="1794"/>
                      <a:pt x="287" y="1792"/>
                      <a:pt x="286" y="1779"/>
                    </a:cubicBezTo>
                    <a:cubicBezTo>
                      <a:pt x="285" y="1769"/>
                      <a:pt x="293" y="1725"/>
                      <a:pt x="292" y="1719"/>
                    </a:cubicBezTo>
                    <a:cubicBezTo>
                      <a:pt x="290" y="1706"/>
                      <a:pt x="300" y="1695"/>
                      <a:pt x="303" y="1673"/>
                    </a:cubicBezTo>
                    <a:cubicBezTo>
                      <a:pt x="306" y="1650"/>
                      <a:pt x="297" y="1574"/>
                      <a:pt x="297" y="1560"/>
                    </a:cubicBezTo>
                    <a:cubicBezTo>
                      <a:pt x="297" y="1534"/>
                      <a:pt x="283" y="1491"/>
                      <a:pt x="287" y="1438"/>
                    </a:cubicBezTo>
                    <a:cubicBezTo>
                      <a:pt x="289" y="1407"/>
                      <a:pt x="304" y="1313"/>
                      <a:pt x="304" y="1291"/>
                    </a:cubicBezTo>
                    <a:cubicBezTo>
                      <a:pt x="304" y="1287"/>
                      <a:pt x="305" y="1264"/>
                      <a:pt x="304" y="1260"/>
                    </a:cubicBezTo>
                    <a:cubicBezTo>
                      <a:pt x="299" y="1246"/>
                      <a:pt x="290" y="1069"/>
                      <a:pt x="290" y="1067"/>
                    </a:cubicBezTo>
                    <a:cubicBezTo>
                      <a:pt x="288" y="1046"/>
                      <a:pt x="272" y="939"/>
                      <a:pt x="272" y="939"/>
                    </a:cubicBezTo>
                    <a:cubicBezTo>
                      <a:pt x="265" y="939"/>
                      <a:pt x="265" y="939"/>
                      <a:pt x="265" y="939"/>
                    </a:cubicBezTo>
                    <a:cubicBezTo>
                      <a:pt x="265" y="939"/>
                      <a:pt x="251" y="1048"/>
                      <a:pt x="249" y="1069"/>
                    </a:cubicBezTo>
                    <a:cubicBezTo>
                      <a:pt x="249" y="1071"/>
                      <a:pt x="237" y="1246"/>
                      <a:pt x="232" y="1260"/>
                    </a:cubicBezTo>
                    <a:cubicBezTo>
                      <a:pt x="231" y="1264"/>
                      <a:pt x="232" y="1287"/>
                      <a:pt x="232" y="1291"/>
                    </a:cubicBezTo>
                    <a:cubicBezTo>
                      <a:pt x="232" y="1313"/>
                      <a:pt x="247" y="1407"/>
                      <a:pt x="249" y="1438"/>
                    </a:cubicBezTo>
                    <a:cubicBezTo>
                      <a:pt x="253" y="1491"/>
                      <a:pt x="239" y="1534"/>
                      <a:pt x="239" y="1560"/>
                    </a:cubicBezTo>
                    <a:cubicBezTo>
                      <a:pt x="239" y="1574"/>
                      <a:pt x="230" y="1650"/>
                      <a:pt x="233" y="1673"/>
                    </a:cubicBezTo>
                    <a:cubicBezTo>
                      <a:pt x="237" y="1695"/>
                      <a:pt x="246" y="1706"/>
                      <a:pt x="244" y="1719"/>
                    </a:cubicBezTo>
                    <a:cubicBezTo>
                      <a:pt x="243" y="1725"/>
                      <a:pt x="251" y="1769"/>
                      <a:pt x="250" y="1779"/>
                    </a:cubicBezTo>
                    <a:cubicBezTo>
                      <a:pt x="249" y="1792"/>
                      <a:pt x="242" y="1794"/>
                      <a:pt x="242" y="1802"/>
                    </a:cubicBezTo>
                    <a:cubicBezTo>
                      <a:pt x="240" y="1815"/>
                      <a:pt x="239" y="1815"/>
                      <a:pt x="241" y="1826"/>
                    </a:cubicBezTo>
                    <a:cubicBezTo>
                      <a:pt x="242" y="1837"/>
                      <a:pt x="238" y="1841"/>
                      <a:pt x="232" y="1845"/>
                    </a:cubicBezTo>
                    <a:cubicBezTo>
                      <a:pt x="227" y="1850"/>
                      <a:pt x="222" y="1856"/>
                      <a:pt x="212" y="1858"/>
                    </a:cubicBezTo>
                    <a:cubicBezTo>
                      <a:pt x="202" y="1860"/>
                      <a:pt x="185" y="1862"/>
                      <a:pt x="181" y="1850"/>
                    </a:cubicBezTo>
                    <a:cubicBezTo>
                      <a:pt x="175" y="1857"/>
                      <a:pt x="160" y="1857"/>
                      <a:pt x="152" y="1852"/>
                    </a:cubicBezTo>
                    <a:cubicBezTo>
                      <a:pt x="146" y="1858"/>
                      <a:pt x="132" y="1855"/>
                      <a:pt x="128" y="1849"/>
                    </a:cubicBezTo>
                    <a:cubicBezTo>
                      <a:pt x="126" y="1847"/>
                      <a:pt x="126" y="1845"/>
                      <a:pt x="126" y="1843"/>
                    </a:cubicBezTo>
                    <a:cubicBezTo>
                      <a:pt x="125" y="1844"/>
                      <a:pt x="125" y="1844"/>
                      <a:pt x="125" y="1844"/>
                    </a:cubicBezTo>
                    <a:cubicBezTo>
                      <a:pt x="118" y="1845"/>
                      <a:pt x="113" y="1844"/>
                      <a:pt x="110" y="1839"/>
                    </a:cubicBezTo>
                    <a:cubicBezTo>
                      <a:pt x="109" y="1837"/>
                      <a:pt x="109" y="1835"/>
                      <a:pt x="110" y="1833"/>
                    </a:cubicBezTo>
                    <a:cubicBezTo>
                      <a:pt x="109" y="1833"/>
                      <a:pt x="109" y="1833"/>
                      <a:pt x="109" y="1833"/>
                    </a:cubicBezTo>
                    <a:cubicBezTo>
                      <a:pt x="109" y="1833"/>
                      <a:pt x="108" y="1832"/>
                      <a:pt x="107" y="1832"/>
                    </a:cubicBezTo>
                    <a:cubicBezTo>
                      <a:pt x="102" y="1827"/>
                      <a:pt x="109" y="1819"/>
                      <a:pt x="111" y="1813"/>
                    </a:cubicBezTo>
                    <a:cubicBezTo>
                      <a:pt x="114" y="1805"/>
                      <a:pt x="117" y="1801"/>
                      <a:pt x="125" y="1798"/>
                    </a:cubicBezTo>
                    <a:cubicBezTo>
                      <a:pt x="132" y="1794"/>
                      <a:pt x="134" y="1788"/>
                      <a:pt x="143" y="1781"/>
                    </a:cubicBezTo>
                    <a:cubicBezTo>
                      <a:pt x="153" y="1774"/>
                      <a:pt x="170" y="1736"/>
                      <a:pt x="170" y="1735"/>
                    </a:cubicBezTo>
                    <a:cubicBezTo>
                      <a:pt x="164" y="1724"/>
                      <a:pt x="166" y="1711"/>
                      <a:pt x="167" y="1705"/>
                    </a:cubicBezTo>
                    <a:cubicBezTo>
                      <a:pt x="169" y="1697"/>
                      <a:pt x="165" y="1667"/>
                      <a:pt x="156" y="1628"/>
                    </a:cubicBezTo>
                    <a:cubicBezTo>
                      <a:pt x="146" y="1590"/>
                      <a:pt x="121" y="1535"/>
                      <a:pt x="119" y="1475"/>
                    </a:cubicBezTo>
                    <a:cubicBezTo>
                      <a:pt x="117" y="1439"/>
                      <a:pt x="123" y="1372"/>
                      <a:pt x="122" y="1321"/>
                    </a:cubicBezTo>
                    <a:cubicBezTo>
                      <a:pt x="121" y="1290"/>
                      <a:pt x="111" y="1266"/>
                      <a:pt x="110" y="1261"/>
                    </a:cubicBezTo>
                    <a:cubicBezTo>
                      <a:pt x="106" y="1241"/>
                      <a:pt x="104" y="1205"/>
                      <a:pt x="102" y="1194"/>
                    </a:cubicBezTo>
                    <a:cubicBezTo>
                      <a:pt x="67" y="999"/>
                      <a:pt x="66" y="862"/>
                      <a:pt x="68" y="826"/>
                    </a:cubicBezTo>
                    <a:cubicBezTo>
                      <a:pt x="69" y="796"/>
                      <a:pt x="72" y="778"/>
                      <a:pt x="75" y="765"/>
                    </a:cubicBezTo>
                    <a:cubicBezTo>
                      <a:pt x="75" y="739"/>
                      <a:pt x="60" y="622"/>
                      <a:pt x="67" y="534"/>
                    </a:cubicBezTo>
                    <a:cubicBezTo>
                      <a:pt x="66" y="510"/>
                      <a:pt x="63" y="482"/>
                      <a:pt x="71" y="437"/>
                    </a:cubicBezTo>
                    <a:cubicBezTo>
                      <a:pt x="69" y="410"/>
                      <a:pt x="75" y="392"/>
                      <a:pt x="75" y="381"/>
                    </a:cubicBezTo>
                    <a:cubicBezTo>
                      <a:pt x="75" y="380"/>
                      <a:pt x="75" y="380"/>
                      <a:pt x="75" y="380"/>
                    </a:cubicBezTo>
                    <a:cubicBezTo>
                      <a:pt x="74" y="390"/>
                      <a:pt x="73" y="398"/>
                      <a:pt x="73" y="402"/>
                    </a:cubicBezTo>
                    <a:cubicBezTo>
                      <a:pt x="71" y="409"/>
                      <a:pt x="72" y="421"/>
                      <a:pt x="71" y="423"/>
                    </a:cubicBezTo>
                    <a:cubicBezTo>
                      <a:pt x="69" y="434"/>
                      <a:pt x="60" y="495"/>
                      <a:pt x="59" y="518"/>
                    </a:cubicBezTo>
                    <a:cubicBezTo>
                      <a:pt x="64" y="548"/>
                      <a:pt x="53" y="565"/>
                      <a:pt x="45" y="609"/>
                    </a:cubicBezTo>
                    <a:cubicBezTo>
                      <a:pt x="42" y="625"/>
                      <a:pt x="12" y="725"/>
                      <a:pt x="7" y="751"/>
                    </a:cubicBezTo>
                    <a:cubicBezTo>
                      <a:pt x="5" y="762"/>
                      <a:pt x="2" y="775"/>
                      <a:pt x="1" y="777"/>
                    </a:cubicBezTo>
                    <a:cubicBezTo>
                      <a:pt x="0" y="780"/>
                      <a:pt x="7" y="795"/>
                      <a:pt x="9" y="807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3425" name="Freeform 195">
                <a:extLst>
                  <a:ext uri="{FF2B5EF4-FFF2-40B4-BE49-F238E27FC236}">
                    <a16:creationId xmlns:a16="http://schemas.microsoft.com/office/drawing/2014/main" id="{ABBCE02B-785E-4960-993E-D768E77EED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1" y="2457"/>
                <a:ext cx="73" cy="201"/>
              </a:xfrm>
              <a:custGeom>
                <a:avLst/>
                <a:gdLst>
                  <a:gd name="T0" fmla="*/ 100 w 46"/>
                  <a:gd name="T1" fmla="*/ 0 h 126"/>
                  <a:gd name="T2" fmla="*/ 179 w 46"/>
                  <a:gd name="T3" fmla="*/ 56 h 126"/>
                  <a:gd name="T4" fmla="*/ 168 w 46"/>
                  <a:gd name="T5" fmla="*/ 124 h 126"/>
                  <a:gd name="T6" fmla="*/ 149 w 46"/>
                  <a:gd name="T7" fmla="*/ 223 h 126"/>
                  <a:gd name="T8" fmla="*/ 149 w 46"/>
                  <a:gd name="T9" fmla="*/ 268 h 126"/>
                  <a:gd name="T10" fmla="*/ 129 w 46"/>
                  <a:gd name="T11" fmla="*/ 295 h 126"/>
                  <a:gd name="T12" fmla="*/ 94 w 46"/>
                  <a:gd name="T13" fmla="*/ 389 h 126"/>
                  <a:gd name="T14" fmla="*/ 35 w 46"/>
                  <a:gd name="T15" fmla="*/ 443 h 126"/>
                  <a:gd name="T16" fmla="*/ 0 w 46"/>
                  <a:gd name="T17" fmla="*/ 512 h 12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6" h="126">
                    <a:moveTo>
                      <a:pt x="25" y="0"/>
                    </a:moveTo>
                    <a:cubicBezTo>
                      <a:pt x="32" y="4"/>
                      <a:pt x="43" y="6"/>
                      <a:pt x="45" y="14"/>
                    </a:cubicBezTo>
                    <a:cubicBezTo>
                      <a:pt x="46" y="19"/>
                      <a:pt x="43" y="27"/>
                      <a:pt x="42" y="31"/>
                    </a:cubicBezTo>
                    <a:cubicBezTo>
                      <a:pt x="39" y="39"/>
                      <a:pt x="37" y="47"/>
                      <a:pt x="37" y="55"/>
                    </a:cubicBezTo>
                    <a:cubicBezTo>
                      <a:pt x="36" y="59"/>
                      <a:pt x="37" y="62"/>
                      <a:pt x="37" y="66"/>
                    </a:cubicBezTo>
                    <a:cubicBezTo>
                      <a:pt x="36" y="69"/>
                      <a:pt x="34" y="69"/>
                      <a:pt x="32" y="73"/>
                    </a:cubicBezTo>
                    <a:cubicBezTo>
                      <a:pt x="27" y="80"/>
                      <a:pt x="26" y="88"/>
                      <a:pt x="23" y="96"/>
                    </a:cubicBezTo>
                    <a:cubicBezTo>
                      <a:pt x="20" y="105"/>
                      <a:pt x="15" y="103"/>
                      <a:pt x="9" y="109"/>
                    </a:cubicBezTo>
                    <a:cubicBezTo>
                      <a:pt x="5" y="113"/>
                      <a:pt x="0" y="120"/>
                      <a:pt x="0" y="126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3426" name="Freeform 196">
                <a:extLst>
                  <a:ext uri="{FF2B5EF4-FFF2-40B4-BE49-F238E27FC236}">
                    <a16:creationId xmlns:a16="http://schemas.microsoft.com/office/drawing/2014/main" id="{07E2AEB1-8D01-4B7D-8AD1-7F398CFF25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4" y="2527"/>
                <a:ext cx="26" cy="24"/>
              </a:xfrm>
              <a:custGeom>
                <a:avLst/>
                <a:gdLst>
                  <a:gd name="T0" fmla="*/ 0 w 16"/>
                  <a:gd name="T1" fmla="*/ 0 h 15"/>
                  <a:gd name="T2" fmla="*/ 68 w 16"/>
                  <a:gd name="T3" fmla="*/ 61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15">
                    <a:moveTo>
                      <a:pt x="0" y="0"/>
                    </a:moveTo>
                    <a:cubicBezTo>
                      <a:pt x="8" y="2"/>
                      <a:pt x="7" y="14"/>
                      <a:pt x="16" y="15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3427" name="Freeform 197">
                <a:extLst>
                  <a:ext uri="{FF2B5EF4-FFF2-40B4-BE49-F238E27FC236}">
                    <a16:creationId xmlns:a16="http://schemas.microsoft.com/office/drawing/2014/main" id="{D3B2A9F6-2999-4035-9C09-A9AF06EDEC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2" y="2599"/>
                <a:ext cx="79" cy="34"/>
              </a:xfrm>
              <a:custGeom>
                <a:avLst/>
                <a:gdLst>
                  <a:gd name="T0" fmla="*/ 205 w 49"/>
                  <a:gd name="T1" fmla="*/ 0 h 21"/>
                  <a:gd name="T2" fmla="*/ 103 w 49"/>
                  <a:gd name="T3" fmla="*/ 63 h 21"/>
                  <a:gd name="T4" fmla="*/ 0 w 49"/>
                  <a:gd name="T5" fmla="*/ 89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9" h="21">
                    <a:moveTo>
                      <a:pt x="49" y="0"/>
                    </a:moveTo>
                    <a:cubicBezTo>
                      <a:pt x="38" y="2"/>
                      <a:pt x="35" y="13"/>
                      <a:pt x="25" y="15"/>
                    </a:cubicBezTo>
                    <a:cubicBezTo>
                      <a:pt x="17" y="17"/>
                      <a:pt x="6" y="16"/>
                      <a:pt x="0" y="21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3428" name="Freeform 198">
                <a:extLst>
                  <a:ext uri="{FF2B5EF4-FFF2-40B4-BE49-F238E27FC236}">
                    <a16:creationId xmlns:a16="http://schemas.microsoft.com/office/drawing/2014/main" id="{FAFBB377-185E-45E8-8729-C51B7F6EC8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4" y="2548"/>
                <a:ext cx="98" cy="56"/>
              </a:xfrm>
              <a:custGeom>
                <a:avLst/>
                <a:gdLst>
                  <a:gd name="T0" fmla="*/ 0 w 61"/>
                  <a:gd name="T1" fmla="*/ 144 h 35"/>
                  <a:gd name="T2" fmla="*/ 76 w 61"/>
                  <a:gd name="T3" fmla="*/ 131 h 35"/>
                  <a:gd name="T4" fmla="*/ 157 w 61"/>
                  <a:gd name="T5" fmla="*/ 98 h 35"/>
                  <a:gd name="T6" fmla="*/ 220 w 61"/>
                  <a:gd name="T7" fmla="*/ 67 h 35"/>
                  <a:gd name="T8" fmla="*/ 252 w 61"/>
                  <a:gd name="T9" fmla="*/ 0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1" h="35">
                    <a:moveTo>
                      <a:pt x="0" y="35"/>
                    </a:moveTo>
                    <a:cubicBezTo>
                      <a:pt x="7" y="32"/>
                      <a:pt x="11" y="33"/>
                      <a:pt x="18" y="32"/>
                    </a:cubicBezTo>
                    <a:cubicBezTo>
                      <a:pt x="27" y="32"/>
                      <a:pt x="31" y="26"/>
                      <a:pt x="38" y="24"/>
                    </a:cubicBezTo>
                    <a:cubicBezTo>
                      <a:pt x="46" y="23"/>
                      <a:pt x="50" y="23"/>
                      <a:pt x="53" y="16"/>
                    </a:cubicBezTo>
                    <a:cubicBezTo>
                      <a:pt x="56" y="9"/>
                      <a:pt x="56" y="5"/>
                      <a:pt x="61" y="0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3429" name="Freeform 199">
                <a:extLst>
                  <a:ext uri="{FF2B5EF4-FFF2-40B4-BE49-F238E27FC236}">
                    <a16:creationId xmlns:a16="http://schemas.microsoft.com/office/drawing/2014/main" id="{B4274D4E-F125-43FD-AEA2-2579319715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9" y="2484"/>
                <a:ext cx="34" cy="32"/>
              </a:xfrm>
              <a:custGeom>
                <a:avLst/>
                <a:gdLst>
                  <a:gd name="T0" fmla="*/ 89 w 21"/>
                  <a:gd name="T1" fmla="*/ 35 h 20"/>
                  <a:gd name="T2" fmla="*/ 63 w 21"/>
                  <a:gd name="T3" fmla="*/ 82 h 20"/>
                  <a:gd name="T4" fmla="*/ 0 w 21"/>
                  <a:gd name="T5" fmla="*/ 48 h 20"/>
                  <a:gd name="T6" fmla="*/ 34 w 21"/>
                  <a:gd name="T7" fmla="*/ 5 h 20"/>
                  <a:gd name="T8" fmla="*/ 89 w 21"/>
                  <a:gd name="T9" fmla="*/ 35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20">
                    <a:moveTo>
                      <a:pt x="21" y="9"/>
                    </a:moveTo>
                    <a:cubicBezTo>
                      <a:pt x="15" y="20"/>
                      <a:pt x="15" y="20"/>
                      <a:pt x="15" y="20"/>
                    </a:cubicBezTo>
                    <a:cubicBezTo>
                      <a:pt x="15" y="20"/>
                      <a:pt x="6" y="12"/>
                      <a:pt x="0" y="12"/>
                    </a:cubicBezTo>
                    <a:cubicBezTo>
                      <a:pt x="0" y="12"/>
                      <a:pt x="4" y="3"/>
                      <a:pt x="8" y="1"/>
                    </a:cubicBezTo>
                    <a:cubicBezTo>
                      <a:pt x="8" y="1"/>
                      <a:pt x="17" y="0"/>
                      <a:pt x="21" y="9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201B1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3430" name="Freeform 200">
                <a:extLst>
                  <a:ext uri="{FF2B5EF4-FFF2-40B4-BE49-F238E27FC236}">
                    <a16:creationId xmlns:a16="http://schemas.microsoft.com/office/drawing/2014/main" id="{32E654AA-4FB7-4A1E-B895-83A784075A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9" y="2655"/>
                <a:ext cx="33" cy="22"/>
              </a:xfrm>
              <a:custGeom>
                <a:avLst/>
                <a:gdLst>
                  <a:gd name="T0" fmla="*/ 82 w 21"/>
                  <a:gd name="T1" fmla="*/ 14 h 14"/>
                  <a:gd name="T2" fmla="*/ 20 w 21"/>
                  <a:gd name="T3" fmla="*/ 27 h 14"/>
                  <a:gd name="T4" fmla="*/ 20 w 21"/>
                  <a:gd name="T5" fmla="*/ 49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14">
                    <a:moveTo>
                      <a:pt x="21" y="4"/>
                    </a:moveTo>
                    <a:cubicBezTo>
                      <a:pt x="21" y="4"/>
                      <a:pt x="16" y="0"/>
                      <a:pt x="5" y="7"/>
                    </a:cubicBezTo>
                    <a:cubicBezTo>
                      <a:pt x="0" y="11"/>
                      <a:pt x="0" y="14"/>
                      <a:pt x="5" y="13"/>
                    </a:cubicBezTo>
                  </a:path>
                </a:pathLst>
              </a:custGeom>
              <a:noFill/>
              <a:ln w="4763" cap="rnd">
                <a:solidFill>
                  <a:srgbClr val="201B1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3431" name="Freeform 201">
                <a:extLst>
                  <a:ext uri="{FF2B5EF4-FFF2-40B4-BE49-F238E27FC236}">
                    <a16:creationId xmlns:a16="http://schemas.microsoft.com/office/drawing/2014/main" id="{C0B1313A-23A7-4F91-9D74-676A633AC3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4" y="2548"/>
                <a:ext cx="104" cy="78"/>
              </a:xfrm>
              <a:custGeom>
                <a:avLst/>
                <a:gdLst>
                  <a:gd name="T0" fmla="*/ 266 w 65"/>
                  <a:gd name="T1" fmla="*/ 16 h 49"/>
                  <a:gd name="T2" fmla="*/ 240 w 65"/>
                  <a:gd name="T3" fmla="*/ 16 h 49"/>
                  <a:gd name="T4" fmla="*/ 221 w 65"/>
                  <a:gd name="T5" fmla="*/ 68 h 49"/>
                  <a:gd name="T6" fmla="*/ 176 w 65"/>
                  <a:gd name="T7" fmla="*/ 103 h 49"/>
                  <a:gd name="T8" fmla="*/ 128 w 65"/>
                  <a:gd name="T9" fmla="*/ 121 h 49"/>
                  <a:gd name="T10" fmla="*/ 107 w 65"/>
                  <a:gd name="T11" fmla="*/ 134 h 49"/>
                  <a:gd name="T12" fmla="*/ 86 w 65"/>
                  <a:gd name="T13" fmla="*/ 137 h 49"/>
                  <a:gd name="T14" fmla="*/ 34 w 65"/>
                  <a:gd name="T15" fmla="*/ 142 h 49"/>
                  <a:gd name="T16" fmla="*/ 0 w 65"/>
                  <a:gd name="T17" fmla="*/ 158 h 49"/>
                  <a:gd name="T18" fmla="*/ 21 w 65"/>
                  <a:gd name="T19" fmla="*/ 189 h 49"/>
                  <a:gd name="T20" fmla="*/ 67 w 65"/>
                  <a:gd name="T21" fmla="*/ 185 h 49"/>
                  <a:gd name="T22" fmla="*/ 110 w 65"/>
                  <a:gd name="T23" fmla="*/ 172 h 49"/>
                  <a:gd name="T24" fmla="*/ 150 w 65"/>
                  <a:gd name="T25" fmla="*/ 153 h 49"/>
                  <a:gd name="T26" fmla="*/ 200 w 65"/>
                  <a:gd name="T27" fmla="*/ 124 h 49"/>
                  <a:gd name="T28" fmla="*/ 218 w 65"/>
                  <a:gd name="T29" fmla="*/ 116 h 49"/>
                  <a:gd name="T30" fmla="*/ 226 w 65"/>
                  <a:gd name="T31" fmla="*/ 94 h 49"/>
                  <a:gd name="T32" fmla="*/ 246 w 65"/>
                  <a:gd name="T33" fmla="*/ 56 h 49"/>
                  <a:gd name="T34" fmla="*/ 259 w 65"/>
                  <a:gd name="T35" fmla="*/ 33 h 49"/>
                  <a:gd name="T36" fmla="*/ 261 w 65"/>
                  <a:gd name="T37" fmla="*/ 16 h 49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65" h="49">
                    <a:moveTo>
                      <a:pt x="65" y="4"/>
                    </a:moveTo>
                    <a:cubicBezTo>
                      <a:pt x="62" y="2"/>
                      <a:pt x="60" y="0"/>
                      <a:pt x="59" y="4"/>
                    </a:cubicBezTo>
                    <a:cubicBezTo>
                      <a:pt x="58" y="9"/>
                      <a:pt x="57" y="13"/>
                      <a:pt x="54" y="17"/>
                    </a:cubicBezTo>
                    <a:cubicBezTo>
                      <a:pt x="51" y="22"/>
                      <a:pt x="48" y="24"/>
                      <a:pt x="43" y="26"/>
                    </a:cubicBezTo>
                    <a:cubicBezTo>
                      <a:pt x="39" y="28"/>
                      <a:pt x="35" y="28"/>
                      <a:pt x="31" y="30"/>
                    </a:cubicBezTo>
                    <a:cubicBezTo>
                      <a:pt x="30" y="31"/>
                      <a:pt x="28" y="32"/>
                      <a:pt x="26" y="33"/>
                    </a:cubicBezTo>
                    <a:cubicBezTo>
                      <a:pt x="25" y="34"/>
                      <a:pt x="23" y="34"/>
                      <a:pt x="21" y="34"/>
                    </a:cubicBezTo>
                    <a:cubicBezTo>
                      <a:pt x="17" y="35"/>
                      <a:pt x="12" y="34"/>
                      <a:pt x="8" y="35"/>
                    </a:cubicBezTo>
                    <a:cubicBezTo>
                      <a:pt x="5" y="35"/>
                      <a:pt x="0" y="36"/>
                      <a:pt x="0" y="39"/>
                    </a:cubicBezTo>
                    <a:cubicBezTo>
                      <a:pt x="0" y="42"/>
                      <a:pt x="3" y="46"/>
                      <a:pt x="5" y="47"/>
                    </a:cubicBezTo>
                    <a:cubicBezTo>
                      <a:pt x="8" y="49"/>
                      <a:pt x="13" y="48"/>
                      <a:pt x="16" y="46"/>
                    </a:cubicBezTo>
                    <a:cubicBezTo>
                      <a:pt x="20" y="45"/>
                      <a:pt x="23" y="44"/>
                      <a:pt x="27" y="43"/>
                    </a:cubicBezTo>
                    <a:cubicBezTo>
                      <a:pt x="31" y="43"/>
                      <a:pt x="34" y="41"/>
                      <a:pt x="37" y="38"/>
                    </a:cubicBezTo>
                    <a:cubicBezTo>
                      <a:pt x="41" y="35"/>
                      <a:pt x="44" y="33"/>
                      <a:pt x="49" y="31"/>
                    </a:cubicBezTo>
                    <a:cubicBezTo>
                      <a:pt x="50" y="30"/>
                      <a:pt x="52" y="29"/>
                      <a:pt x="53" y="29"/>
                    </a:cubicBezTo>
                    <a:cubicBezTo>
                      <a:pt x="54" y="27"/>
                      <a:pt x="54" y="25"/>
                      <a:pt x="55" y="23"/>
                    </a:cubicBezTo>
                    <a:cubicBezTo>
                      <a:pt x="57" y="20"/>
                      <a:pt x="58" y="17"/>
                      <a:pt x="60" y="14"/>
                    </a:cubicBezTo>
                    <a:cubicBezTo>
                      <a:pt x="61" y="12"/>
                      <a:pt x="62" y="10"/>
                      <a:pt x="63" y="8"/>
                    </a:cubicBezTo>
                    <a:cubicBezTo>
                      <a:pt x="64" y="7"/>
                      <a:pt x="64" y="5"/>
                      <a:pt x="64" y="4"/>
                    </a:cubicBezTo>
                  </a:path>
                </a:pathLst>
              </a:custGeom>
              <a:solidFill>
                <a:srgbClr val="FAD7C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3432" name="Freeform 202">
                <a:extLst>
                  <a:ext uri="{FF2B5EF4-FFF2-40B4-BE49-F238E27FC236}">
                    <a16:creationId xmlns:a16="http://schemas.microsoft.com/office/drawing/2014/main" id="{EA1A8CE1-7E04-4547-8F9A-B434EE5D13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7" y="2601"/>
                <a:ext cx="62" cy="45"/>
              </a:xfrm>
              <a:custGeom>
                <a:avLst/>
                <a:gdLst>
                  <a:gd name="T0" fmla="*/ 157 w 39"/>
                  <a:gd name="T1" fmla="*/ 0 h 28"/>
                  <a:gd name="T2" fmla="*/ 141 w 39"/>
                  <a:gd name="T3" fmla="*/ 47 h 28"/>
                  <a:gd name="T4" fmla="*/ 114 w 39"/>
                  <a:gd name="T5" fmla="*/ 59 h 28"/>
                  <a:gd name="T6" fmla="*/ 94 w 39"/>
                  <a:gd name="T7" fmla="*/ 69 h 28"/>
                  <a:gd name="T8" fmla="*/ 35 w 39"/>
                  <a:gd name="T9" fmla="*/ 111 h 28"/>
                  <a:gd name="T10" fmla="*/ 0 w 39"/>
                  <a:gd name="T11" fmla="*/ 82 h 28"/>
                  <a:gd name="T12" fmla="*/ 27 w 39"/>
                  <a:gd name="T13" fmla="*/ 68 h 28"/>
                  <a:gd name="T14" fmla="*/ 73 w 39"/>
                  <a:gd name="T15" fmla="*/ 63 h 28"/>
                  <a:gd name="T16" fmla="*/ 108 w 39"/>
                  <a:gd name="T17" fmla="*/ 37 h 28"/>
                  <a:gd name="T18" fmla="*/ 141 w 39"/>
                  <a:gd name="T19" fmla="*/ 13 h 28"/>
                  <a:gd name="T20" fmla="*/ 157 w 39"/>
                  <a:gd name="T21" fmla="*/ 5 h 2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9" h="28">
                    <a:moveTo>
                      <a:pt x="39" y="0"/>
                    </a:moveTo>
                    <a:cubicBezTo>
                      <a:pt x="36" y="3"/>
                      <a:pt x="37" y="8"/>
                      <a:pt x="35" y="11"/>
                    </a:cubicBezTo>
                    <a:cubicBezTo>
                      <a:pt x="33" y="13"/>
                      <a:pt x="30" y="13"/>
                      <a:pt x="28" y="14"/>
                    </a:cubicBezTo>
                    <a:cubicBezTo>
                      <a:pt x="26" y="15"/>
                      <a:pt x="25" y="16"/>
                      <a:pt x="23" y="17"/>
                    </a:cubicBezTo>
                    <a:cubicBezTo>
                      <a:pt x="20" y="21"/>
                      <a:pt x="15" y="28"/>
                      <a:pt x="9" y="27"/>
                    </a:cubicBezTo>
                    <a:cubicBezTo>
                      <a:pt x="6" y="27"/>
                      <a:pt x="0" y="23"/>
                      <a:pt x="0" y="20"/>
                    </a:cubicBezTo>
                    <a:cubicBezTo>
                      <a:pt x="1" y="17"/>
                      <a:pt x="5" y="16"/>
                      <a:pt x="7" y="16"/>
                    </a:cubicBezTo>
                    <a:cubicBezTo>
                      <a:pt x="11" y="16"/>
                      <a:pt x="14" y="16"/>
                      <a:pt x="18" y="15"/>
                    </a:cubicBezTo>
                    <a:cubicBezTo>
                      <a:pt x="22" y="14"/>
                      <a:pt x="24" y="12"/>
                      <a:pt x="27" y="9"/>
                    </a:cubicBezTo>
                    <a:cubicBezTo>
                      <a:pt x="30" y="7"/>
                      <a:pt x="32" y="5"/>
                      <a:pt x="35" y="3"/>
                    </a:cubicBezTo>
                    <a:cubicBezTo>
                      <a:pt x="36" y="3"/>
                      <a:pt x="37" y="2"/>
                      <a:pt x="39" y="1"/>
                    </a:cubicBezTo>
                  </a:path>
                </a:pathLst>
              </a:custGeom>
              <a:solidFill>
                <a:srgbClr val="FAD7C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3433" name="Freeform 203">
                <a:extLst>
                  <a:ext uri="{FF2B5EF4-FFF2-40B4-BE49-F238E27FC236}">
                    <a16:creationId xmlns:a16="http://schemas.microsoft.com/office/drawing/2014/main" id="{B01C47A8-220C-48C0-B619-A534E16548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5" y="2462"/>
                <a:ext cx="21" cy="75"/>
              </a:xfrm>
              <a:custGeom>
                <a:avLst/>
                <a:gdLst>
                  <a:gd name="T0" fmla="*/ 0 w 13"/>
                  <a:gd name="T1" fmla="*/ 0 h 47"/>
                  <a:gd name="T2" fmla="*/ 29 w 13"/>
                  <a:gd name="T3" fmla="*/ 86 h 47"/>
                  <a:gd name="T4" fmla="*/ 13 w 13"/>
                  <a:gd name="T5" fmla="*/ 136 h 47"/>
                  <a:gd name="T6" fmla="*/ 8 w 13"/>
                  <a:gd name="T7" fmla="*/ 191 h 47"/>
                  <a:gd name="T8" fmla="*/ 34 w 13"/>
                  <a:gd name="T9" fmla="*/ 142 h 47"/>
                  <a:gd name="T10" fmla="*/ 50 w 13"/>
                  <a:gd name="T11" fmla="*/ 69 h 47"/>
                  <a:gd name="T12" fmla="*/ 5 w 13"/>
                  <a:gd name="T13" fmla="*/ 5 h 4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47">
                    <a:moveTo>
                      <a:pt x="0" y="0"/>
                    </a:moveTo>
                    <a:cubicBezTo>
                      <a:pt x="6" y="2"/>
                      <a:pt x="8" y="16"/>
                      <a:pt x="7" y="21"/>
                    </a:cubicBezTo>
                    <a:cubicBezTo>
                      <a:pt x="7" y="26"/>
                      <a:pt x="5" y="29"/>
                      <a:pt x="3" y="33"/>
                    </a:cubicBezTo>
                    <a:cubicBezTo>
                      <a:pt x="2" y="37"/>
                      <a:pt x="2" y="42"/>
                      <a:pt x="2" y="47"/>
                    </a:cubicBezTo>
                    <a:cubicBezTo>
                      <a:pt x="4" y="44"/>
                      <a:pt x="6" y="38"/>
                      <a:pt x="8" y="35"/>
                    </a:cubicBezTo>
                    <a:cubicBezTo>
                      <a:pt x="11" y="29"/>
                      <a:pt x="13" y="23"/>
                      <a:pt x="12" y="17"/>
                    </a:cubicBezTo>
                    <a:cubicBezTo>
                      <a:pt x="12" y="10"/>
                      <a:pt x="9" y="0"/>
                      <a:pt x="1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3434" name="Freeform 204">
                <a:extLst>
                  <a:ext uri="{FF2B5EF4-FFF2-40B4-BE49-F238E27FC236}">
                    <a16:creationId xmlns:a16="http://schemas.microsoft.com/office/drawing/2014/main" id="{D1A901F0-B9E3-48C1-A5CC-85DEDC7BE8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9" y="2487"/>
                <a:ext cx="22" cy="16"/>
              </a:xfrm>
              <a:custGeom>
                <a:avLst/>
                <a:gdLst>
                  <a:gd name="T0" fmla="*/ 49 w 14"/>
                  <a:gd name="T1" fmla="*/ 29 h 10"/>
                  <a:gd name="T2" fmla="*/ 31 w 14"/>
                  <a:gd name="T3" fmla="*/ 8 h 10"/>
                  <a:gd name="T4" fmla="*/ 13 w 14"/>
                  <a:gd name="T5" fmla="*/ 0 h 10"/>
                  <a:gd name="T6" fmla="*/ 31 w 14"/>
                  <a:gd name="T7" fmla="*/ 21 h 10"/>
                  <a:gd name="T8" fmla="*/ 55 w 14"/>
                  <a:gd name="T9" fmla="*/ 29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0">
                    <a:moveTo>
                      <a:pt x="13" y="7"/>
                    </a:moveTo>
                    <a:cubicBezTo>
                      <a:pt x="13" y="5"/>
                      <a:pt x="10" y="3"/>
                      <a:pt x="8" y="2"/>
                    </a:cubicBezTo>
                    <a:cubicBezTo>
                      <a:pt x="8" y="2"/>
                      <a:pt x="3" y="0"/>
                      <a:pt x="3" y="0"/>
                    </a:cubicBezTo>
                    <a:cubicBezTo>
                      <a:pt x="0" y="2"/>
                      <a:pt x="7" y="5"/>
                      <a:pt x="8" y="5"/>
                    </a:cubicBezTo>
                    <a:cubicBezTo>
                      <a:pt x="10" y="6"/>
                      <a:pt x="13" y="10"/>
                      <a:pt x="14" y="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</p:grpSp>
        <p:grpSp>
          <p:nvGrpSpPr>
            <p:cNvPr id="39752" name="Group 205">
              <a:extLst>
                <a:ext uri="{FF2B5EF4-FFF2-40B4-BE49-F238E27FC236}">
                  <a16:creationId xmlns:a16="http://schemas.microsoft.com/office/drawing/2014/main" id="{41202D4E-C87C-4A18-8EDD-2B91ED6F0E7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100" y="755"/>
              <a:ext cx="1181" cy="3351"/>
              <a:chOff x="3100" y="755"/>
              <a:chExt cx="1181" cy="3351"/>
            </a:xfrm>
          </p:grpSpPr>
          <p:sp>
            <p:nvSpPr>
              <p:cNvPr id="39787" name="Freeform 206">
                <a:extLst>
                  <a:ext uri="{FF2B5EF4-FFF2-40B4-BE49-F238E27FC236}">
                    <a16:creationId xmlns:a16="http://schemas.microsoft.com/office/drawing/2014/main" id="{67FC160F-FE8D-4AD3-A3B2-30AC58E23B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0" y="2660"/>
                <a:ext cx="9" cy="6"/>
              </a:xfrm>
              <a:custGeom>
                <a:avLst/>
                <a:gdLst>
                  <a:gd name="T0" fmla="*/ 21 w 6"/>
                  <a:gd name="T1" fmla="*/ 5 h 4"/>
                  <a:gd name="T2" fmla="*/ 12 w 6"/>
                  <a:gd name="T3" fmla="*/ 14 h 4"/>
                  <a:gd name="T4" fmla="*/ 21 w 6"/>
                  <a:gd name="T5" fmla="*/ 5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4">
                    <a:moveTo>
                      <a:pt x="6" y="1"/>
                    </a:moveTo>
                    <a:cubicBezTo>
                      <a:pt x="5" y="2"/>
                      <a:pt x="4" y="3"/>
                      <a:pt x="3" y="4"/>
                    </a:cubicBezTo>
                    <a:cubicBezTo>
                      <a:pt x="0" y="2"/>
                      <a:pt x="4" y="0"/>
                      <a:pt x="6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788" name="Freeform 207">
                <a:extLst>
                  <a:ext uri="{FF2B5EF4-FFF2-40B4-BE49-F238E27FC236}">
                    <a16:creationId xmlns:a16="http://schemas.microsoft.com/office/drawing/2014/main" id="{777D74D9-590F-4D42-9A99-9DE8930810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7" y="2492"/>
                <a:ext cx="16" cy="23"/>
              </a:xfrm>
              <a:custGeom>
                <a:avLst/>
                <a:gdLst>
                  <a:gd name="T0" fmla="*/ 0 w 10"/>
                  <a:gd name="T1" fmla="*/ 0 h 14"/>
                  <a:gd name="T2" fmla="*/ 35 w 10"/>
                  <a:gd name="T3" fmla="*/ 35 h 14"/>
                  <a:gd name="T4" fmla="*/ 0 w 10"/>
                  <a:gd name="T5" fmla="*/ 0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4">
                    <a:moveTo>
                      <a:pt x="0" y="0"/>
                    </a:moveTo>
                    <a:cubicBezTo>
                      <a:pt x="0" y="0"/>
                      <a:pt x="9" y="3"/>
                      <a:pt x="9" y="8"/>
                    </a:cubicBezTo>
                    <a:cubicBezTo>
                      <a:pt x="10" y="14"/>
                      <a:pt x="6" y="1"/>
                      <a:pt x="0" y="0"/>
                    </a:cubicBezTo>
                  </a:path>
                </a:pathLst>
              </a:custGeom>
              <a:solidFill>
                <a:srgbClr val="FAD7C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789" name="Freeform 208">
                <a:extLst>
                  <a:ext uri="{FF2B5EF4-FFF2-40B4-BE49-F238E27FC236}">
                    <a16:creationId xmlns:a16="http://schemas.microsoft.com/office/drawing/2014/main" id="{8D7F5937-8F45-4787-9417-F3ED519548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9" y="2432"/>
                <a:ext cx="32" cy="25"/>
              </a:xfrm>
              <a:custGeom>
                <a:avLst/>
                <a:gdLst>
                  <a:gd name="T0" fmla="*/ 0 w 20"/>
                  <a:gd name="T1" fmla="*/ 61 h 16"/>
                  <a:gd name="T2" fmla="*/ 16 w 20"/>
                  <a:gd name="T3" fmla="*/ 47 h 16"/>
                  <a:gd name="T4" fmla="*/ 42 w 20"/>
                  <a:gd name="T5" fmla="*/ 31 h 16"/>
                  <a:gd name="T6" fmla="*/ 61 w 20"/>
                  <a:gd name="T7" fmla="*/ 20 h 16"/>
                  <a:gd name="T8" fmla="*/ 82 w 20"/>
                  <a:gd name="T9" fmla="*/ 0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16">
                    <a:moveTo>
                      <a:pt x="0" y="16"/>
                    </a:moveTo>
                    <a:cubicBezTo>
                      <a:pt x="2" y="15"/>
                      <a:pt x="3" y="13"/>
                      <a:pt x="4" y="12"/>
                    </a:cubicBezTo>
                    <a:cubicBezTo>
                      <a:pt x="6" y="10"/>
                      <a:pt x="8" y="10"/>
                      <a:pt x="10" y="8"/>
                    </a:cubicBezTo>
                    <a:cubicBezTo>
                      <a:pt x="11" y="7"/>
                      <a:pt x="14" y="6"/>
                      <a:pt x="15" y="5"/>
                    </a:cubicBezTo>
                    <a:cubicBezTo>
                      <a:pt x="17" y="3"/>
                      <a:pt x="19" y="2"/>
                      <a:pt x="20" y="0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790" name="Freeform 209">
                <a:extLst>
                  <a:ext uri="{FF2B5EF4-FFF2-40B4-BE49-F238E27FC236}">
                    <a16:creationId xmlns:a16="http://schemas.microsoft.com/office/drawing/2014/main" id="{702A5B85-5455-4AA6-AD9A-F538433934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7" y="2532"/>
                <a:ext cx="89" cy="61"/>
              </a:xfrm>
              <a:custGeom>
                <a:avLst/>
                <a:gdLst>
                  <a:gd name="T0" fmla="*/ 233 w 55"/>
                  <a:gd name="T1" fmla="*/ 47 h 38"/>
                  <a:gd name="T2" fmla="*/ 212 w 55"/>
                  <a:gd name="T3" fmla="*/ 5 h 38"/>
                  <a:gd name="T4" fmla="*/ 199 w 55"/>
                  <a:gd name="T5" fmla="*/ 42 h 38"/>
                  <a:gd name="T6" fmla="*/ 183 w 55"/>
                  <a:gd name="T7" fmla="*/ 88 h 38"/>
                  <a:gd name="T8" fmla="*/ 149 w 55"/>
                  <a:gd name="T9" fmla="*/ 95 h 38"/>
                  <a:gd name="T10" fmla="*/ 115 w 55"/>
                  <a:gd name="T11" fmla="*/ 108 h 38"/>
                  <a:gd name="T12" fmla="*/ 73 w 55"/>
                  <a:gd name="T13" fmla="*/ 108 h 38"/>
                  <a:gd name="T14" fmla="*/ 8 w 55"/>
                  <a:gd name="T15" fmla="*/ 111 h 38"/>
                  <a:gd name="T16" fmla="*/ 8 w 55"/>
                  <a:gd name="T17" fmla="*/ 116 h 38"/>
                  <a:gd name="T18" fmla="*/ 76 w 55"/>
                  <a:gd name="T19" fmla="*/ 149 h 38"/>
                  <a:gd name="T20" fmla="*/ 102 w 55"/>
                  <a:gd name="T21" fmla="*/ 153 h 38"/>
                  <a:gd name="T22" fmla="*/ 131 w 55"/>
                  <a:gd name="T23" fmla="*/ 136 h 38"/>
                  <a:gd name="T24" fmla="*/ 199 w 55"/>
                  <a:gd name="T25" fmla="*/ 111 h 38"/>
                  <a:gd name="T26" fmla="*/ 228 w 55"/>
                  <a:gd name="T27" fmla="*/ 55 h 38"/>
                  <a:gd name="T28" fmla="*/ 233 w 55"/>
                  <a:gd name="T29" fmla="*/ 42 h 3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55" h="38">
                    <a:moveTo>
                      <a:pt x="55" y="11"/>
                    </a:moveTo>
                    <a:cubicBezTo>
                      <a:pt x="54" y="9"/>
                      <a:pt x="53" y="1"/>
                      <a:pt x="50" y="1"/>
                    </a:cubicBezTo>
                    <a:cubicBezTo>
                      <a:pt x="48" y="0"/>
                      <a:pt x="48" y="8"/>
                      <a:pt x="47" y="10"/>
                    </a:cubicBezTo>
                    <a:cubicBezTo>
                      <a:pt x="47" y="14"/>
                      <a:pt x="46" y="18"/>
                      <a:pt x="43" y="21"/>
                    </a:cubicBezTo>
                    <a:cubicBezTo>
                      <a:pt x="41" y="23"/>
                      <a:pt x="38" y="22"/>
                      <a:pt x="35" y="23"/>
                    </a:cubicBezTo>
                    <a:cubicBezTo>
                      <a:pt x="32" y="23"/>
                      <a:pt x="30" y="25"/>
                      <a:pt x="27" y="26"/>
                    </a:cubicBezTo>
                    <a:cubicBezTo>
                      <a:pt x="23" y="28"/>
                      <a:pt x="20" y="27"/>
                      <a:pt x="17" y="26"/>
                    </a:cubicBezTo>
                    <a:cubicBezTo>
                      <a:pt x="14" y="25"/>
                      <a:pt x="0" y="20"/>
                      <a:pt x="2" y="27"/>
                    </a:cubicBezTo>
                    <a:cubicBezTo>
                      <a:pt x="2" y="27"/>
                      <a:pt x="2" y="28"/>
                      <a:pt x="2" y="28"/>
                    </a:cubicBezTo>
                    <a:cubicBezTo>
                      <a:pt x="7" y="30"/>
                      <a:pt x="12" y="33"/>
                      <a:pt x="18" y="36"/>
                    </a:cubicBezTo>
                    <a:cubicBezTo>
                      <a:pt x="20" y="37"/>
                      <a:pt x="21" y="38"/>
                      <a:pt x="24" y="37"/>
                    </a:cubicBezTo>
                    <a:cubicBezTo>
                      <a:pt x="26" y="37"/>
                      <a:pt x="29" y="34"/>
                      <a:pt x="31" y="33"/>
                    </a:cubicBezTo>
                    <a:cubicBezTo>
                      <a:pt x="36" y="30"/>
                      <a:pt x="42" y="30"/>
                      <a:pt x="47" y="27"/>
                    </a:cubicBezTo>
                    <a:cubicBezTo>
                      <a:pt x="52" y="24"/>
                      <a:pt x="52" y="17"/>
                      <a:pt x="54" y="13"/>
                    </a:cubicBezTo>
                    <a:cubicBezTo>
                      <a:pt x="55" y="12"/>
                      <a:pt x="55" y="11"/>
                      <a:pt x="55" y="10"/>
                    </a:cubicBezTo>
                  </a:path>
                </a:pathLst>
              </a:custGeom>
              <a:solidFill>
                <a:srgbClr val="FAD7C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791" name="Freeform 210">
                <a:extLst>
                  <a:ext uri="{FF2B5EF4-FFF2-40B4-BE49-F238E27FC236}">
                    <a16:creationId xmlns:a16="http://schemas.microsoft.com/office/drawing/2014/main" id="{4050ADEA-1791-435D-AE14-73F568F451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3" y="2443"/>
                <a:ext cx="43" cy="116"/>
              </a:xfrm>
              <a:custGeom>
                <a:avLst/>
                <a:gdLst>
                  <a:gd name="T0" fmla="*/ 48 w 27"/>
                  <a:gd name="T1" fmla="*/ 16 h 73"/>
                  <a:gd name="T2" fmla="*/ 46 w 27"/>
                  <a:gd name="T3" fmla="*/ 103 h 73"/>
                  <a:gd name="T4" fmla="*/ 40 w 27"/>
                  <a:gd name="T5" fmla="*/ 149 h 73"/>
                  <a:gd name="T6" fmla="*/ 48 w 27"/>
                  <a:gd name="T7" fmla="*/ 205 h 73"/>
                  <a:gd name="T8" fmla="*/ 25 w 27"/>
                  <a:gd name="T9" fmla="*/ 245 h 73"/>
                  <a:gd name="T10" fmla="*/ 0 w 27"/>
                  <a:gd name="T11" fmla="*/ 273 h 73"/>
                  <a:gd name="T12" fmla="*/ 56 w 27"/>
                  <a:gd name="T13" fmla="*/ 261 h 73"/>
                  <a:gd name="T14" fmla="*/ 97 w 27"/>
                  <a:gd name="T15" fmla="*/ 145 h 73"/>
                  <a:gd name="T16" fmla="*/ 81 w 27"/>
                  <a:gd name="T17" fmla="*/ 89 h 73"/>
                  <a:gd name="T18" fmla="*/ 73 w 27"/>
                  <a:gd name="T19" fmla="*/ 35 h 73"/>
                  <a:gd name="T20" fmla="*/ 48 w 27"/>
                  <a:gd name="T21" fmla="*/ 16 h 7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7" h="73">
                    <a:moveTo>
                      <a:pt x="12" y="4"/>
                    </a:moveTo>
                    <a:cubicBezTo>
                      <a:pt x="11" y="12"/>
                      <a:pt x="12" y="19"/>
                      <a:pt x="11" y="26"/>
                    </a:cubicBezTo>
                    <a:cubicBezTo>
                      <a:pt x="11" y="30"/>
                      <a:pt x="10" y="34"/>
                      <a:pt x="10" y="37"/>
                    </a:cubicBezTo>
                    <a:cubicBezTo>
                      <a:pt x="10" y="42"/>
                      <a:pt x="13" y="46"/>
                      <a:pt x="12" y="51"/>
                    </a:cubicBezTo>
                    <a:cubicBezTo>
                      <a:pt x="11" y="54"/>
                      <a:pt x="8" y="58"/>
                      <a:pt x="6" y="61"/>
                    </a:cubicBezTo>
                    <a:cubicBezTo>
                      <a:pt x="3" y="63"/>
                      <a:pt x="1" y="65"/>
                      <a:pt x="0" y="68"/>
                    </a:cubicBezTo>
                    <a:cubicBezTo>
                      <a:pt x="4" y="73"/>
                      <a:pt x="10" y="68"/>
                      <a:pt x="14" y="65"/>
                    </a:cubicBezTo>
                    <a:cubicBezTo>
                      <a:pt x="22" y="57"/>
                      <a:pt x="27" y="46"/>
                      <a:pt x="24" y="36"/>
                    </a:cubicBezTo>
                    <a:cubicBezTo>
                      <a:pt x="22" y="31"/>
                      <a:pt x="21" y="27"/>
                      <a:pt x="20" y="22"/>
                    </a:cubicBezTo>
                    <a:cubicBezTo>
                      <a:pt x="19" y="18"/>
                      <a:pt x="19" y="14"/>
                      <a:pt x="18" y="9"/>
                    </a:cubicBezTo>
                    <a:cubicBezTo>
                      <a:pt x="17" y="8"/>
                      <a:pt x="14" y="0"/>
                      <a:pt x="12" y="4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792" name="Freeform 211">
                <a:extLst>
                  <a:ext uri="{FF2B5EF4-FFF2-40B4-BE49-F238E27FC236}">
                    <a16:creationId xmlns:a16="http://schemas.microsoft.com/office/drawing/2014/main" id="{6954440D-70B0-48BD-AF73-2B54BF0626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6" y="2443"/>
                <a:ext cx="37" cy="96"/>
              </a:xfrm>
              <a:custGeom>
                <a:avLst/>
                <a:gdLst>
                  <a:gd name="T0" fmla="*/ 13 w 23"/>
                  <a:gd name="T1" fmla="*/ 0 h 60"/>
                  <a:gd name="T2" fmla="*/ 16 w 23"/>
                  <a:gd name="T3" fmla="*/ 69 h 60"/>
                  <a:gd name="T4" fmla="*/ 21 w 23"/>
                  <a:gd name="T5" fmla="*/ 110 h 60"/>
                  <a:gd name="T6" fmla="*/ 16 w 23"/>
                  <a:gd name="T7" fmla="*/ 176 h 60"/>
                  <a:gd name="T8" fmla="*/ 5 w 23"/>
                  <a:gd name="T9" fmla="*/ 197 h 60"/>
                  <a:gd name="T10" fmla="*/ 16 w 23"/>
                  <a:gd name="T11" fmla="*/ 226 h 60"/>
                  <a:gd name="T12" fmla="*/ 50 w 23"/>
                  <a:gd name="T13" fmla="*/ 246 h 60"/>
                  <a:gd name="T14" fmla="*/ 97 w 23"/>
                  <a:gd name="T15" fmla="*/ 238 h 60"/>
                  <a:gd name="T16" fmla="*/ 34 w 23"/>
                  <a:gd name="T17" fmla="*/ 200 h 60"/>
                  <a:gd name="T18" fmla="*/ 42 w 23"/>
                  <a:gd name="T19" fmla="*/ 170 h 60"/>
                  <a:gd name="T20" fmla="*/ 47 w 23"/>
                  <a:gd name="T21" fmla="*/ 123 h 60"/>
                  <a:gd name="T22" fmla="*/ 29 w 23"/>
                  <a:gd name="T23" fmla="*/ 46 h 60"/>
                  <a:gd name="T24" fmla="*/ 13 w 23"/>
                  <a:gd name="T25" fmla="*/ 5 h 6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3" h="60">
                    <a:moveTo>
                      <a:pt x="3" y="0"/>
                    </a:moveTo>
                    <a:cubicBezTo>
                      <a:pt x="4" y="6"/>
                      <a:pt x="4" y="11"/>
                      <a:pt x="4" y="17"/>
                    </a:cubicBezTo>
                    <a:cubicBezTo>
                      <a:pt x="5" y="20"/>
                      <a:pt x="5" y="24"/>
                      <a:pt x="5" y="27"/>
                    </a:cubicBezTo>
                    <a:cubicBezTo>
                      <a:pt x="5" y="32"/>
                      <a:pt x="7" y="38"/>
                      <a:pt x="4" y="43"/>
                    </a:cubicBezTo>
                    <a:cubicBezTo>
                      <a:pt x="2" y="44"/>
                      <a:pt x="1" y="46"/>
                      <a:pt x="1" y="48"/>
                    </a:cubicBezTo>
                    <a:cubicBezTo>
                      <a:pt x="0" y="50"/>
                      <a:pt x="2" y="53"/>
                      <a:pt x="4" y="55"/>
                    </a:cubicBezTo>
                    <a:cubicBezTo>
                      <a:pt x="6" y="57"/>
                      <a:pt x="9" y="60"/>
                      <a:pt x="12" y="60"/>
                    </a:cubicBezTo>
                    <a:cubicBezTo>
                      <a:pt x="16" y="60"/>
                      <a:pt x="19" y="59"/>
                      <a:pt x="23" y="58"/>
                    </a:cubicBezTo>
                    <a:cubicBezTo>
                      <a:pt x="18" y="56"/>
                      <a:pt x="9" y="56"/>
                      <a:pt x="8" y="49"/>
                    </a:cubicBezTo>
                    <a:cubicBezTo>
                      <a:pt x="7" y="45"/>
                      <a:pt x="9" y="44"/>
                      <a:pt x="10" y="41"/>
                    </a:cubicBezTo>
                    <a:cubicBezTo>
                      <a:pt x="11" y="38"/>
                      <a:pt x="12" y="33"/>
                      <a:pt x="11" y="30"/>
                    </a:cubicBezTo>
                    <a:cubicBezTo>
                      <a:pt x="11" y="24"/>
                      <a:pt x="9" y="17"/>
                      <a:pt x="7" y="11"/>
                    </a:cubicBezTo>
                    <a:cubicBezTo>
                      <a:pt x="6" y="7"/>
                      <a:pt x="4" y="4"/>
                      <a:pt x="3" y="1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793" name="Freeform 212">
                <a:extLst>
                  <a:ext uri="{FF2B5EF4-FFF2-40B4-BE49-F238E27FC236}">
                    <a16:creationId xmlns:a16="http://schemas.microsoft.com/office/drawing/2014/main" id="{6A38A5AA-DB2A-4209-91C8-D8760370C3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7" y="2456"/>
                <a:ext cx="56" cy="140"/>
              </a:xfrm>
              <a:custGeom>
                <a:avLst/>
                <a:gdLst>
                  <a:gd name="T0" fmla="*/ 48 w 35"/>
                  <a:gd name="T1" fmla="*/ 0 h 88"/>
                  <a:gd name="T2" fmla="*/ 29 w 35"/>
                  <a:gd name="T3" fmla="*/ 64 h 88"/>
                  <a:gd name="T4" fmla="*/ 29 w 35"/>
                  <a:gd name="T5" fmla="*/ 129 h 88"/>
                  <a:gd name="T6" fmla="*/ 69 w 35"/>
                  <a:gd name="T7" fmla="*/ 218 h 88"/>
                  <a:gd name="T8" fmla="*/ 123 w 35"/>
                  <a:gd name="T9" fmla="*/ 278 h 88"/>
                  <a:gd name="T10" fmla="*/ 128 w 35"/>
                  <a:gd name="T11" fmla="*/ 355 h 88"/>
                  <a:gd name="T12" fmla="*/ 90 w 35"/>
                  <a:gd name="T13" fmla="*/ 278 h 88"/>
                  <a:gd name="T14" fmla="*/ 54 w 35"/>
                  <a:gd name="T15" fmla="*/ 239 h 88"/>
                  <a:gd name="T16" fmla="*/ 21 w 35"/>
                  <a:gd name="T17" fmla="*/ 183 h 88"/>
                  <a:gd name="T18" fmla="*/ 16 w 35"/>
                  <a:gd name="T19" fmla="*/ 68 h 88"/>
                  <a:gd name="T20" fmla="*/ 34 w 35"/>
                  <a:gd name="T21" fmla="*/ 33 h 88"/>
                  <a:gd name="T22" fmla="*/ 48 w 35"/>
                  <a:gd name="T23" fmla="*/ 5 h 88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5" h="88">
                    <a:moveTo>
                      <a:pt x="12" y="0"/>
                    </a:moveTo>
                    <a:cubicBezTo>
                      <a:pt x="9" y="5"/>
                      <a:pt x="8" y="11"/>
                      <a:pt x="7" y="16"/>
                    </a:cubicBezTo>
                    <a:cubicBezTo>
                      <a:pt x="6" y="21"/>
                      <a:pt x="6" y="27"/>
                      <a:pt x="7" y="32"/>
                    </a:cubicBezTo>
                    <a:cubicBezTo>
                      <a:pt x="8" y="40"/>
                      <a:pt x="12" y="47"/>
                      <a:pt x="17" y="54"/>
                    </a:cubicBezTo>
                    <a:cubicBezTo>
                      <a:pt x="21" y="59"/>
                      <a:pt x="27" y="64"/>
                      <a:pt x="30" y="69"/>
                    </a:cubicBezTo>
                    <a:cubicBezTo>
                      <a:pt x="34" y="75"/>
                      <a:pt x="35" y="82"/>
                      <a:pt x="31" y="88"/>
                    </a:cubicBezTo>
                    <a:cubicBezTo>
                      <a:pt x="30" y="80"/>
                      <a:pt x="28" y="74"/>
                      <a:pt x="22" y="69"/>
                    </a:cubicBezTo>
                    <a:cubicBezTo>
                      <a:pt x="19" y="65"/>
                      <a:pt x="16" y="62"/>
                      <a:pt x="13" y="59"/>
                    </a:cubicBezTo>
                    <a:cubicBezTo>
                      <a:pt x="9" y="55"/>
                      <a:pt x="7" y="50"/>
                      <a:pt x="5" y="45"/>
                    </a:cubicBezTo>
                    <a:cubicBezTo>
                      <a:pt x="1" y="37"/>
                      <a:pt x="0" y="26"/>
                      <a:pt x="4" y="17"/>
                    </a:cubicBezTo>
                    <a:cubicBezTo>
                      <a:pt x="5" y="14"/>
                      <a:pt x="6" y="11"/>
                      <a:pt x="8" y="8"/>
                    </a:cubicBezTo>
                    <a:cubicBezTo>
                      <a:pt x="9" y="6"/>
                      <a:pt x="11" y="4"/>
                      <a:pt x="12" y="1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794" name="Freeform 213">
                <a:extLst>
                  <a:ext uri="{FF2B5EF4-FFF2-40B4-BE49-F238E27FC236}">
                    <a16:creationId xmlns:a16="http://schemas.microsoft.com/office/drawing/2014/main" id="{38F27040-C860-4FD2-A387-AA62672197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2" y="2499"/>
                <a:ext cx="78" cy="102"/>
              </a:xfrm>
              <a:custGeom>
                <a:avLst/>
                <a:gdLst>
                  <a:gd name="T0" fmla="*/ 13 w 49"/>
                  <a:gd name="T1" fmla="*/ 206 h 64"/>
                  <a:gd name="T2" fmla="*/ 40 w 49"/>
                  <a:gd name="T3" fmla="*/ 196 h 64"/>
                  <a:gd name="T4" fmla="*/ 76 w 49"/>
                  <a:gd name="T5" fmla="*/ 175 h 64"/>
                  <a:gd name="T6" fmla="*/ 102 w 49"/>
                  <a:gd name="T7" fmla="*/ 155 h 64"/>
                  <a:gd name="T8" fmla="*/ 121 w 49"/>
                  <a:gd name="T9" fmla="*/ 129 h 64"/>
                  <a:gd name="T10" fmla="*/ 172 w 49"/>
                  <a:gd name="T11" fmla="*/ 77 h 64"/>
                  <a:gd name="T12" fmla="*/ 193 w 49"/>
                  <a:gd name="T13" fmla="*/ 0 h 64"/>
                  <a:gd name="T14" fmla="*/ 197 w 49"/>
                  <a:gd name="T15" fmla="*/ 16 h 64"/>
                  <a:gd name="T16" fmla="*/ 189 w 49"/>
                  <a:gd name="T17" fmla="*/ 61 h 64"/>
                  <a:gd name="T18" fmla="*/ 158 w 49"/>
                  <a:gd name="T19" fmla="*/ 129 h 64"/>
                  <a:gd name="T20" fmla="*/ 64 w 49"/>
                  <a:gd name="T21" fmla="*/ 214 h 64"/>
                  <a:gd name="T22" fmla="*/ 8 w 49"/>
                  <a:gd name="T23" fmla="*/ 247 h 64"/>
                  <a:gd name="T24" fmla="*/ 0 w 49"/>
                  <a:gd name="T25" fmla="*/ 206 h 6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49" h="64">
                    <a:moveTo>
                      <a:pt x="3" y="51"/>
                    </a:moveTo>
                    <a:cubicBezTo>
                      <a:pt x="5" y="51"/>
                      <a:pt x="7" y="50"/>
                      <a:pt x="10" y="48"/>
                    </a:cubicBezTo>
                    <a:cubicBezTo>
                      <a:pt x="13" y="47"/>
                      <a:pt x="16" y="46"/>
                      <a:pt x="19" y="43"/>
                    </a:cubicBezTo>
                    <a:cubicBezTo>
                      <a:pt x="21" y="42"/>
                      <a:pt x="23" y="40"/>
                      <a:pt x="25" y="38"/>
                    </a:cubicBezTo>
                    <a:cubicBezTo>
                      <a:pt x="27" y="36"/>
                      <a:pt x="28" y="34"/>
                      <a:pt x="30" y="32"/>
                    </a:cubicBezTo>
                    <a:cubicBezTo>
                      <a:pt x="34" y="28"/>
                      <a:pt x="40" y="24"/>
                      <a:pt x="43" y="19"/>
                    </a:cubicBezTo>
                    <a:cubicBezTo>
                      <a:pt x="46" y="14"/>
                      <a:pt x="47" y="7"/>
                      <a:pt x="48" y="0"/>
                    </a:cubicBezTo>
                    <a:cubicBezTo>
                      <a:pt x="48" y="2"/>
                      <a:pt x="49" y="3"/>
                      <a:pt x="49" y="4"/>
                    </a:cubicBezTo>
                    <a:cubicBezTo>
                      <a:pt x="49" y="8"/>
                      <a:pt x="48" y="11"/>
                      <a:pt x="47" y="15"/>
                    </a:cubicBezTo>
                    <a:cubicBezTo>
                      <a:pt x="46" y="22"/>
                      <a:pt x="43" y="27"/>
                      <a:pt x="39" y="32"/>
                    </a:cubicBezTo>
                    <a:cubicBezTo>
                      <a:pt x="33" y="41"/>
                      <a:pt x="23" y="46"/>
                      <a:pt x="16" y="53"/>
                    </a:cubicBezTo>
                    <a:cubicBezTo>
                      <a:pt x="14" y="55"/>
                      <a:pt x="6" y="64"/>
                      <a:pt x="2" y="61"/>
                    </a:cubicBezTo>
                    <a:cubicBezTo>
                      <a:pt x="0" y="59"/>
                      <a:pt x="0" y="54"/>
                      <a:pt x="0" y="51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795" name="Freeform 214">
                <a:extLst>
                  <a:ext uri="{FF2B5EF4-FFF2-40B4-BE49-F238E27FC236}">
                    <a16:creationId xmlns:a16="http://schemas.microsoft.com/office/drawing/2014/main" id="{058828BD-606D-42E7-8890-19F9C38F9F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8" y="1788"/>
                <a:ext cx="27" cy="439"/>
              </a:xfrm>
              <a:custGeom>
                <a:avLst/>
                <a:gdLst>
                  <a:gd name="T0" fmla="*/ 33 w 17"/>
                  <a:gd name="T1" fmla="*/ 0 h 275"/>
                  <a:gd name="T2" fmla="*/ 25 w 17"/>
                  <a:gd name="T3" fmla="*/ 1119 h 275"/>
                  <a:gd name="T4" fmla="*/ 33 w 17"/>
                  <a:gd name="T5" fmla="*/ 0 h 27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275">
                    <a:moveTo>
                      <a:pt x="8" y="0"/>
                    </a:moveTo>
                    <a:cubicBezTo>
                      <a:pt x="8" y="0"/>
                      <a:pt x="17" y="125"/>
                      <a:pt x="6" y="275"/>
                    </a:cubicBezTo>
                    <a:cubicBezTo>
                      <a:pt x="6" y="275"/>
                      <a:pt x="0" y="42"/>
                      <a:pt x="8" y="0"/>
                    </a:cubicBezTo>
                    <a:close/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796" name="Freeform 215">
                <a:extLst>
                  <a:ext uri="{FF2B5EF4-FFF2-40B4-BE49-F238E27FC236}">
                    <a16:creationId xmlns:a16="http://schemas.microsoft.com/office/drawing/2014/main" id="{76EFEDA8-86A0-49AE-8F91-9C2008F1D1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4" y="1804"/>
                <a:ext cx="27" cy="463"/>
              </a:xfrm>
              <a:custGeom>
                <a:avLst/>
                <a:gdLst>
                  <a:gd name="T0" fmla="*/ 43 w 17"/>
                  <a:gd name="T1" fmla="*/ 0 h 290"/>
                  <a:gd name="T2" fmla="*/ 68 w 17"/>
                  <a:gd name="T3" fmla="*/ 1180 h 290"/>
                  <a:gd name="T4" fmla="*/ 43 w 17"/>
                  <a:gd name="T5" fmla="*/ 0 h 29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290">
                    <a:moveTo>
                      <a:pt x="11" y="0"/>
                    </a:moveTo>
                    <a:cubicBezTo>
                      <a:pt x="11" y="0"/>
                      <a:pt x="0" y="204"/>
                      <a:pt x="17" y="290"/>
                    </a:cubicBezTo>
                    <a:cubicBezTo>
                      <a:pt x="17" y="290"/>
                      <a:pt x="11" y="25"/>
                      <a:pt x="1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797" name="Freeform 216">
                <a:extLst>
                  <a:ext uri="{FF2B5EF4-FFF2-40B4-BE49-F238E27FC236}">
                    <a16:creationId xmlns:a16="http://schemas.microsoft.com/office/drawing/2014/main" id="{805172FD-6EBB-44DE-9170-2CB5FF5E43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2" y="1660"/>
                <a:ext cx="118" cy="40"/>
              </a:xfrm>
              <a:custGeom>
                <a:avLst/>
                <a:gdLst>
                  <a:gd name="T0" fmla="*/ 5 w 74"/>
                  <a:gd name="T1" fmla="*/ 98 h 25"/>
                  <a:gd name="T2" fmla="*/ 0 w 74"/>
                  <a:gd name="T3" fmla="*/ 98 h 25"/>
                  <a:gd name="T4" fmla="*/ 175 w 74"/>
                  <a:gd name="T5" fmla="*/ 77 h 25"/>
                  <a:gd name="T6" fmla="*/ 239 w 74"/>
                  <a:gd name="T7" fmla="*/ 42 h 25"/>
                  <a:gd name="T8" fmla="*/ 300 w 74"/>
                  <a:gd name="T9" fmla="*/ 0 h 25"/>
                  <a:gd name="T10" fmla="*/ 239 w 74"/>
                  <a:gd name="T11" fmla="*/ 34 h 25"/>
                  <a:gd name="T12" fmla="*/ 124 w 74"/>
                  <a:gd name="T13" fmla="*/ 69 h 25"/>
                  <a:gd name="T14" fmla="*/ 41 w 74"/>
                  <a:gd name="T15" fmla="*/ 98 h 25"/>
                  <a:gd name="T16" fmla="*/ 0 w 74"/>
                  <a:gd name="T17" fmla="*/ 102 h 2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4" h="25">
                    <a:moveTo>
                      <a:pt x="1" y="24"/>
                    </a:moveTo>
                    <a:cubicBezTo>
                      <a:pt x="1" y="24"/>
                      <a:pt x="0" y="24"/>
                      <a:pt x="0" y="24"/>
                    </a:cubicBezTo>
                    <a:cubicBezTo>
                      <a:pt x="14" y="25"/>
                      <a:pt x="30" y="24"/>
                      <a:pt x="43" y="19"/>
                    </a:cubicBezTo>
                    <a:cubicBezTo>
                      <a:pt x="49" y="16"/>
                      <a:pt x="54" y="14"/>
                      <a:pt x="59" y="10"/>
                    </a:cubicBezTo>
                    <a:cubicBezTo>
                      <a:pt x="64" y="7"/>
                      <a:pt x="71" y="4"/>
                      <a:pt x="74" y="0"/>
                    </a:cubicBezTo>
                    <a:cubicBezTo>
                      <a:pt x="70" y="4"/>
                      <a:pt x="64" y="5"/>
                      <a:pt x="59" y="8"/>
                    </a:cubicBezTo>
                    <a:cubicBezTo>
                      <a:pt x="50" y="11"/>
                      <a:pt x="40" y="14"/>
                      <a:pt x="31" y="17"/>
                    </a:cubicBezTo>
                    <a:cubicBezTo>
                      <a:pt x="24" y="19"/>
                      <a:pt x="18" y="23"/>
                      <a:pt x="10" y="24"/>
                    </a:cubicBezTo>
                    <a:cubicBezTo>
                      <a:pt x="7" y="25"/>
                      <a:pt x="3" y="25"/>
                      <a:pt x="0" y="2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798" name="Freeform 217">
                <a:extLst>
                  <a:ext uri="{FF2B5EF4-FFF2-40B4-BE49-F238E27FC236}">
                    <a16:creationId xmlns:a16="http://schemas.microsoft.com/office/drawing/2014/main" id="{97B9F2CE-DACB-46E0-9505-CAC218F84A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9" y="1656"/>
                <a:ext cx="143" cy="33"/>
              </a:xfrm>
              <a:custGeom>
                <a:avLst/>
                <a:gdLst>
                  <a:gd name="T0" fmla="*/ 0 w 89"/>
                  <a:gd name="T1" fmla="*/ 0 h 21"/>
                  <a:gd name="T2" fmla="*/ 88 w 89"/>
                  <a:gd name="T3" fmla="*/ 31 h 21"/>
                  <a:gd name="T4" fmla="*/ 212 w 89"/>
                  <a:gd name="T5" fmla="*/ 74 h 21"/>
                  <a:gd name="T6" fmla="*/ 302 w 89"/>
                  <a:gd name="T7" fmla="*/ 74 h 21"/>
                  <a:gd name="T8" fmla="*/ 370 w 89"/>
                  <a:gd name="T9" fmla="*/ 74 h 21"/>
                  <a:gd name="T10" fmla="*/ 273 w 89"/>
                  <a:gd name="T11" fmla="*/ 61 h 21"/>
                  <a:gd name="T12" fmla="*/ 141 w 89"/>
                  <a:gd name="T13" fmla="*/ 39 h 21"/>
                  <a:gd name="T14" fmla="*/ 90 w 89"/>
                  <a:gd name="T15" fmla="*/ 27 h 21"/>
                  <a:gd name="T16" fmla="*/ 50 w 89"/>
                  <a:gd name="T17" fmla="*/ 22 h 21"/>
                  <a:gd name="T18" fmla="*/ 13 w 89"/>
                  <a:gd name="T19" fmla="*/ 5 h 2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9" h="21">
                    <a:moveTo>
                      <a:pt x="0" y="0"/>
                    </a:moveTo>
                    <a:cubicBezTo>
                      <a:pt x="6" y="4"/>
                      <a:pt x="14" y="6"/>
                      <a:pt x="21" y="8"/>
                    </a:cubicBezTo>
                    <a:cubicBezTo>
                      <a:pt x="30" y="12"/>
                      <a:pt x="40" y="18"/>
                      <a:pt x="51" y="19"/>
                    </a:cubicBezTo>
                    <a:cubicBezTo>
                      <a:pt x="58" y="20"/>
                      <a:pt x="66" y="19"/>
                      <a:pt x="73" y="19"/>
                    </a:cubicBezTo>
                    <a:cubicBezTo>
                      <a:pt x="78" y="19"/>
                      <a:pt x="84" y="19"/>
                      <a:pt x="89" y="19"/>
                    </a:cubicBezTo>
                    <a:cubicBezTo>
                      <a:pt x="82" y="21"/>
                      <a:pt x="72" y="18"/>
                      <a:pt x="66" y="16"/>
                    </a:cubicBezTo>
                    <a:cubicBezTo>
                      <a:pt x="55" y="15"/>
                      <a:pt x="45" y="12"/>
                      <a:pt x="34" y="10"/>
                    </a:cubicBezTo>
                    <a:cubicBezTo>
                      <a:pt x="30" y="9"/>
                      <a:pt x="26" y="7"/>
                      <a:pt x="22" y="7"/>
                    </a:cubicBezTo>
                    <a:cubicBezTo>
                      <a:pt x="18" y="6"/>
                      <a:pt x="15" y="7"/>
                      <a:pt x="12" y="6"/>
                    </a:cubicBezTo>
                    <a:cubicBezTo>
                      <a:pt x="9" y="5"/>
                      <a:pt x="5" y="4"/>
                      <a:pt x="3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799" name="Freeform 218">
                <a:extLst>
                  <a:ext uri="{FF2B5EF4-FFF2-40B4-BE49-F238E27FC236}">
                    <a16:creationId xmlns:a16="http://schemas.microsoft.com/office/drawing/2014/main" id="{B2A7EB20-83F4-4C32-9243-5464E2E07C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6" y="2385"/>
                <a:ext cx="72" cy="246"/>
              </a:xfrm>
              <a:custGeom>
                <a:avLst/>
                <a:gdLst>
                  <a:gd name="T0" fmla="*/ 13 w 45"/>
                  <a:gd name="T1" fmla="*/ 0 h 154"/>
                  <a:gd name="T2" fmla="*/ 13 w 45"/>
                  <a:gd name="T3" fmla="*/ 89 h 154"/>
                  <a:gd name="T4" fmla="*/ 8 w 45"/>
                  <a:gd name="T5" fmla="*/ 166 h 154"/>
                  <a:gd name="T6" fmla="*/ 16 w 45"/>
                  <a:gd name="T7" fmla="*/ 308 h 154"/>
                  <a:gd name="T8" fmla="*/ 82 w 45"/>
                  <a:gd name="T9" fmla="*/ 473 h 154"/>
                  <a:gd name="T10" fmla="*/ 184 w 45"/>
                  <a:gd name="T11" fmla="*/ 628 h 154"/>
                  <a:gd name="T12" fmla="*/ 94 w 45"/>
                  <a:gd name="T13" fmla="*/ 441 h 154"/>
                  <a:gd name="T14" fmla="*/ 48 w 45"/>
                  <a:gd name="T15" fmla="*/ 289 h 154"/>
                  <a:gd name="T16" fmla="*/ 35 w 45"/>
                  <a:gd name="T17" fmla="*/ 149 h 154"/>
                  <a:gd name="T18" fmla="*/ 16 w 45"/>
                  <a:gd name="T19" fmla="*/ 16 h 15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5" h="154">
                    <a:moveTo>
                      <a:pt x="3" y="0"/>
                    </a:moveTo>
                    <a:cubicBezTo>
                      <a:pt x="1" y="7"/>
                      <a:pt x="3" y="15"/>
                      <a:pt x="3" y="22"/>
                    </a:cubicBezTo>
                    <a:cubicBezTo>
                      <a:pt x="3" y="29"/>
                      <a:pt x="3" y="35"/>
                      <a:pt x="2" y="41"/>
                    </a:cubicBezTo>
                    <a:cubicBezTo>
                      <a:pt x="1" y="53"/>
                      <a:pt x="0" y="65"/>
                      <a:pt x="4" y="76"/>
                    </a:cubicBezTo>
                    <a:cubicBezTo>
                      <a:pt x="8" y="90"/>
                      <a:pt x="16" y="102"/>
                      <a:pt x="20" y="116"/>
                    </a:cubicBezTo>
                    <a:cubicBezTo>
                      <a:pt x="24" y="133"/>
                      <a:pt x="28" y="146"/>
                      <a:pt x="45" y="154"/>
                    </a:cubicBezTo>
                    <a:cubicBezTo>
                      <a:pt x="35" y="141"/>
                      <a:pt x="26" y="125"/>
                      <a:pt x="23" y="108"/>
                    </a:cubicBezTo>
                    <a:cubicBezTo>
                      <a:pt x="21" y="95"/>
                      <a:pt x="15" y="84"/>
                      <a:pt x="12" y="71"/>
                    </a:cubicBezTo>
                    <a:cubicBezTo>
                      <a:pt x="10" y="60"/>
                      <a:pt x="11" y="48"/>
                      <a:pt x="9" y="36"/>
                    </a:cubicBezTo>
                    <a:cubicBezTo>
                      <a:pt x="8" y="26"/>
                      <a:pt x="3" y="15"/>
                      <a:pt x="4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800" name="Freeform 219">
                <a:extLst>
                  <a:ext uri="{FF2B5EF4-FFF2-40B4-BE49-F238E27FC236}">
                    <a16:creationId xmlns:a16="http://schemas.microsoft.com/office/drawing/2014/main" id="{B3BBC1AA-CF77-4635-9F63-CFBC3B8139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1" y="2416"/>
                <a:ext cx="63" cy="57"/>
              </a:xfrm>
              <a:custGeom>
                <a:avLst/>
                <a:gdLst>
                  <a:gd name="T0" fmla="*/ 5 w 39"/>
                  <a:gd name="T1" fmla="*/ 0 h 36"/>
                  <a:gd name="T2" fmla="*/ 81 w 39"/>
                  <a:gd name="T3" fmla="*/ 76 h 36"/>
                  <a:gd name="T4" fmla="*/ 165 w 39"/>
                  <a:gd name="T5" fmla="*/ 143 h 36"/>
                  <a:gd name="T6" fmla="*/ 89 w 39"/>
                  <a:gd name="T7" fmla="*/ 55 h 36"/>
                  <a:gd name="T8" fmla="*/ 5 w 39"/>
                  <a:gd name="T9" fmla="*/ 5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9" h="36">
                    <a:moveTo>
                      <a:pt x="1" y="0"/>
                    </a:moveTo>
                    <a:cubicBezTo>
                      <a:pt x="0" y="8"/>
                      <a:pt x="12" y="16"/>
                      <a:pt x="19" y="19"/>
                    </a:cubicBezTo>
                    <a:cubicBezTo>
                      <a:pt x="28" y="24"/>
                      <a:pt x="32" y="28"/>
                      <a:pt x="39" y="36"/>
                    </a:cubicBezTo>
                    <a:cubicBezTo>
                      <a:pt x="32" y="29"/>
                      <a:pt x="30" y="21"/>
                      <a:pt x="21" y="14"/>
                    </a:cubicBezTo>
                    <a:cubicBezTo>
                      <a:pt x="16" y="11"/>
                      <a:pt x="1" y="8"/>
                      <a:pt x="1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801" name="Freeform 220">
                <a:extLst>
                  <a:ext uri="{FF2B5EF4-FFF2-40B4-BE49-F238E27FC236}">
                    <a16:creationId xmlns:a16="http://schemas.microsoft.com/office/drawing/2014/main" id="{E854EFC1-030D-404D-86B3-940DC4E2B5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0" y="2328"/>
                <a:ext cx="71" cy="137"/>
              </a:xfrm>
              <a:custGeom>
                <a:avLst/>
                <a:gdLst>
                  <a:gd name="T0" fmla="*/ 186 w 44"/>
                  <a:gd name="T1" fmla="*/ 0 h 86"/>
                  <a:gd name="T2" fmla="*/ 169 w 44"/>
                  <a:gd name="T3" fmla="*/ 40 h 86"/>
                  <a:gd name="T4" fmla="*/ 145 w 44"/>
                  <a:gd name="T5" fmla="*/ 69 h 86"/>
                  <a:gd name="T6" fmla="*/ 118 w 44"/>
                  <a:gd name="T7" fmla="*/ 155 h 86"/>
                  <a:gd name="T8" fmla="*/ 81 w 44"/>
                  <a:gd name="T9" fmla="*/ 258 h 86"/>
                  <a:gd name="T10" fmla="*/ 0 w 44"/>
                  <a:gd name="T11" fmla="*/ 347 h 86"/>
                  <a:gd name="T12" fmla="*/ 131 w 44"/>
                  <a:gd name="T13" fmla="*/ 166 h 86"/>
                  <a:gd name="T14" fmla="*/ 169 w 44"/>
                  <a:gd name="T15" fmla="*/ 76 h 86"/>
                  <a:gd name="T16" fmla="*/ 178 w 44"/>
                  <a:gd name="T17" fmla="*/ 5 h 8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4" h="86">
                    <a:moveTo>
                      <a:pt x="44" y="0"/>
                    </a:moveTo>
                    <a:cubicBezTo>
                      <a:pt x="42" y="2"/>
                      <a:pt x="42" y="7"/>
                      <a:pt x="40" y="10"/>
                    </a:cubicBezTo>
                    <a:cubicBezTo>
                      <a:pt x="39" y="13"/>
                      <a:pt x="37" y="14"/>
                      <a:pt x="35" y="17"/>
                    </a:cubicBezTo>
                    <a:cubicBezTo>
                      <a:pt x="30" y="22"/>
                      <a:pt x="30" y="31"/>
                      <a:pt x="28" y="38"/>
                    </a:cubicBezTo>
                    <a:cubicBezTo>
                      <a:pt x="26" y="47"/>
                      <a:pt x="24" y="56"/>
                      <a:pt x="19" y="64"/>
                    </a:cubicBezTo>
                    <a:cubicBezTo>
                      <a:pt x="14" y="73"/>
                      <a:pt x="6" y="78"/>
                      <a:pt x="0" y="86"/>
                    </a:cubicBezTo>
                    <a:cubicBezTo>
                      <a:pt x="18" y="76"/>
                      <a:pt x="26" y="61"/>
                      <a:pt x="31" y="41"/>
                    </a:cubicBezTo>
                    <a:cubicBezTo>
                      <a:pt x="33" y="32"/>
                      <a:pt x="38" y="27"/>
                      <a:pt x="40" y="19"/>
                    </a:cubicBezTo>
                    <a:cubicBezTo>
                      <a:pt x="43" y="13"/>
                      <a:pt x="42" y="6"/>
                      <a:pt x="42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802" name="Freeform 221">
                <a:extLst>
                  <a:ext uri="{FF2B5EF4-FFF2-40B4-BE49-F238E27FC236}">
                    <a16:creationId xmlns:a16="http://schemas.microsoft.com/office/drawing/2014/main" id="{7FF9EE6E-463A-48EB-9E4E-9A1955E2AD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1" y="1977"/>
                <a:ext cx="74" cy="293"/>
              </a:xfrm>
              <a:custGeom>
                <a:avLst/>
                <a:gdLst>
                  <a:gd name="T0" fmla="*/ 0 w 46"/>
                  <a:gd name="T1" fmla="*/ 0 h 184"/>
                  <a:gd name="T2" fmla="*/ 191 w 46"/>
                  <a:gd name="T3" fmla="*/ 744 h 184"/>
                  <a:gd name="T4" fmla="*/ 0 w 46"/>
                  <a:gd name="T5" fmla="*/ 0 h 18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6" h="184">
                    <a:moveTo>
                      <a:pt x="0" y="0"/>
                    </a:moveTo>
                    <a:cubicBezTo>
                      <a:pt x="0" y="0"/>
                      <a:pt x="35" y="132"/>
                      <a:pt x="46" y="184"/>
                    </a:cubicBezTo>
                    <a:cubicBezTo>
                      <a:pt x="46" y="184"/>
                      <a:pt x="38" y="93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803" name="Freeform 222">
                <a:extLst>
                  <a:ext uri="{FF2B5EF4-FFF2-40B4-BE49-F238E27FC236}">
                    <a16:creationId xmlns:a16="http://schemas.microsoft.com/office/drawing/2014/main" id="{A3C411DD-AD98-48DC-8244-FF431CF655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7" y="1553"/>
                <a:ext cx="15" cy="230"/>
              </a:xfrm>
              <a:custGeom>
                <a:avLst/>
                <a:gdLst>
                  <a:gd name="T0" fmla="*/ 0 w 9"/>
                  <a:gd name="T1" fmla="*/ 0 h 144"/>
                  <a:gd name="T2" fmla="*/ 42 w 9"/>
                  <a:gd name="T3" fmla="*/ 586 h 144"/>
                  <a:gd name="T4" fmla="*/ 0 w 9"/>
                  <a:gd name="T5" fmla="*/ 0 h 1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44">
                    <a:moveTo>
                      <a:pt x="0" y="0"/>
                    </a:moveTo>
                    <a:cubicBezTo>
                      <a:pt x="0" y="0"/>
                      <a:pt x="0" y="106"/>
                      <a:pt x="9" y="144"/>
                    </a:cubicBezTo>
                    <a:cubicBezTo>
                      <a:pt x="9" y="144"/>
                      <a:pt x="7" y="23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804" name="Freeform 223">
                <a:extLst>
                  <a:ext uri="{FF2B5EF4-FFF2-40B4-BE49-F238E27FC236}">
                    <a16:creationId xmlns:a16="http://schemas.microsoft.com/office/drawing/2014/main" id="{7A1C2849-80EA-4A6D-ADCA-E073C7034E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5" y="2360"/>
                <a:ext cx="133" cy="83"/>
              </a:xfrm>
              <a:custGeom>
                <a:avLst/>
                <a:gdLst>
                  <a:gd name="T0" fmla="*/ 341 w 83"/>
                  <a:gd name="T1" fmla="*/ 211 h 52"/>
                  <a:gd name="T2" fmla="*/ 218 w 83"/>
                  <a:gd name="T3" fmla="*/ 136 h 52"/>
                  <a:gd name="T4" fmla="*/ 0 w 83"/>
                  <a:gd name="T5" fmla="*/ 0 h 52"/>
                  <a:gd name="T6" fmla="*/ 183 w 83"/>
                  <a:gd name="T7" fmla="*/ 137 h 52"/>
                  <a:gd name="T8" fmla="*/ 333 w 83"/>
                  <a:gd name="T9" fmla="*/ 211 h 5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3" h="52">
                    <a:moveTo>
                      <a:pt x="83" y="52"/>
                    </a:moveTo>
                    <a:cubicBezTo>
                      <a:pt x="80" y="42"/>
                      <a:pt x="62" y="37"/>
                      <a:pt x="53" y="33"/>
                    </a:cubicBezTo>
                    <a:cubicBezTo>
                      <a:pt x="35" y="25"/>
                      <a:pt x="15" y="13"/>
                      <a:pt x="0" y="0"/>
                    </a:cubicBezTo>
                    <a:cubicBezTo>
                      <a:pt x="11" y="12"/>
                      <a:pt x="28" y="29"/>
                      <a:pt x="44" y="34"/>
                    </a:cubicBezTo>
                    <a:cubicBezTo>
                      <a:pt x="57" y="38"/>
                      <a:pt x="72" y="42"/>
                      <a:pt x="81" y="52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805" name="Freeform 224">
                <a:extLst>
                  <a:ext uri="{FF2B5EF4-FFF2-40B4-BE49-F238E27FC236}">
                    <a16:creationId xmlns:a16="http://schemas.microsoft.com/office/drawing/2014/main" id="{8F2B0345-6A0A-4BA3-91E8-0044847C94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4" y="2371"/>
                <a:ext cx="115" cy="83"/>
              </a:xfrm>
              <a:custGeom>
                <a:avLst/>
                <a:gdLst>
                  <a:gd name="T0" fmla="*/ 8 w 72"/>
                  <a:gd name="T1" fmla="*/ 204 h 52"/>
                  <a:gd name="T2" fmla="*/ 13 w 72"/>
                  <a:gd name="T3" fmla="*/ 163 h 52"/>
                  <a:gd name="T4" fmla="*/ 94 w 72"/>
                  <a:gd name="T5" fmla="*/ 107 h 52"/>
                  <a:gd name="T6" fmla="*/ 204 w 72"/>
                  <a:gd name="T7" fmla="*/ 56 h 52"/>
                  <a:gd name="T8" fmla="*/ 278 w 72"/>
                  <a:gd name="T9" fmla="*/ 16 h 52"/>
                  <a:gd name="T10" fmla="*/ 294 w 72"/>
                  <a:gd name="T11" fmla="*/ 0 h 52"/>
                  <a:gd name="T12" fmla="*/ 232 w 72"/>
                  <a:gd name="T13" fmla="*/ 56 h 52"/>
                  <a:gd name="T14" fmla="*/ 129 w 72"/>
                  <a:gd name="T15" fmla="*/ 110 h 52"/>
                  <a:gd name="T16" fmla="*/ 5 w 72"/>
                  <a:gd name="T17" fmla="*/ 211 h 5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2" h="52">
                    <a:moveTo>
                      <a:pt x="2" y="50"/>
                    </a:moveTo>
                    <a:cubicBezTo>
                      <a:pt x="0" y="48"/>
                      <a:pt x="2" y="42"/>
                      <a:pt x="3" y="40"/>
                    </a:cubicBezTo>
                    <a:cubicBezTo>
                      <a:pt x="7" y="33"/>
                      <a:pt x="15" y="29"/>
                      <a:pt x="23" y="26"/>
                    </a:cubicBezTo>
                    <a:cubicBezTo>
                      <a:pt x="32" y="23"/>
                      <a:pt x="41" y="19"/>
                      <a:pt x="50" y="14"/>
                    </a:cubicBezTo>
                    <a:cubicBezTo>
                      <a:pt x="56" y="11"/>
                      <a:pt x="62" y="8"/>
                      <a:pt x="68" y="4"/>
                    </a:cubicBezTo>
                    <a:cubicBezTo>
                      <a:pt x="69" y="3"/>
                      <a:pt x="70" y="1"/>
                      <a:pt x="72" y="0"/>
                    </a:cubicBezTo>
                    <a:cubicBezTo>
                      <a:pt x="68" y="5"/>
                      <a:pt x="63" y="11"/>
                      <a:pt x="57" y="14"/>
                    </a:cubicBezTo>
                    <a:cubicBezTo>
                      <a:pt x="49" y="19"/>
                      <a:pt x="40" y="22"/>
                      <a:pt x="32" y="27"/>
                    </a:cubicBezTo>
                    <a:cubicBezTo>
                      <a:pt x="21" y="33"/>
                      <a:pt x="3" y="36"/>
                      <a:pt x="1" y="52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806" name="Freeform 225">
                <a:extLst>
                  <a:ext uri="{FF2B5EF4-FFF2-40B4-BE49-F238E27FC236}">
                    <a16:creationId xmlns:a16="http://schemas.microsoft.com/office/drawing/2014/main" id="{1C641643-4BE3-47B8-BF54-1DB2E29AFF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0" y="2262"/>
                <a:ext cx="26" cy="134"/>
              </a:xfrm>
              <a:custGeom>
                <a:avLst/>
                <a:gdLst>
                  <a:gd name="T0" fmla="*/ 63 w 16"/>
                  <a:gd name="T1" fmla="*/ 8 h 84"/>
                  <a:gd name="T2" fmla="*/ 54 w 16"/>
                  <a:gd name="T3" fmla="*/ 48 h 84"/>
                  <a:gd name="T4" fmla="*/ 39 w 16"/>
                  <a:gd name="T5" fmla="*/ 94 h 84"/>
                  <a:gd name="T6" fmla="*/ 26 w 16"/>
                  <a:gd name="T7" fmla="*/ 158 h 84"/>
                  <a:gd name="T8" fmla="*/ 47 w 16"/>
                  <a:gd name="T9" fmla="*/ 227 h 84"/>
                  <a:gd name="T10" fmla="*/ 68 w 16"/>
                  <a:gd name="T11" fmla="*/ 341 h 84"/>
                  <a:gd name="T12" fmla="*/ 26 w 16"/>
                  <a:gd name="T13" fmla="*/ 223 h 84"/>
                  <a:gd name="T14" fmla="*/ 0 w 16"/>
                  <a:gd name="T15" fmla="*/ 137 h 84"/>
                  <a:gd name="T16" fmla="*/ 29 w 16"/>
                  <a:gd name="T17" fmla="*/ 56 h 84"/>
                  <a:gd name="T18" fmla="*/ 60 w 16"/>
                  <a:gd name="T19" fmla="*/ 0 h 8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6" h="84">
                    <a:moveTo>
                      <a:pt x="15" y="2"/>
                    </a:moveTo>
                    <a:cubicBezTo>
                      <a:pt x="15" y="5"/>
                      <a:pt x="13" y="8"/>
                      <a:pt x="12" y="12"/>
                    </a:cubicBezTo>
                    <a:cubicBezTo>
                      <a:pt x="10" y="15"/>
                      <a:pt x="10" y="19"/>
                      <a:pt x="9" y="23"/>
                    </a:cubicBezTo>
                    <a:cubicBezTo>
                      <a:pt x="7" y="28"/>
                      <a:pt x="5" y="34"/>
                      <a:pt x="6" y="39"/>
                    </a:cubicBezTo>
                    <a:cubicBezTo>
                      <a:pt x="6" y="46"/>
                      <a:pt x="9" y="51"/>
                      <a:pt x="11" y="56"/>
                    </a:cubicBezTo>
                    <a:cubicBezTo>
                      <a:pt x="15" y="65"/>
                      <a:pt x="14" y="75"/>
                      <a:pt x="16" y="84"/>
                    </a:cubicBezTo>
                    <a:cubicBezTo>
                      <a:pt x="14" y="74"/>
                      <a:pt x="11" y="64"/>
                      <a:pt x="6" y="55"/>
                    </a:cubicBezTo>
                    <a:cubicBezTo>
                      <a:pt x="3" y="48"/>
                      <a:pt x="0" y="42"/>
                      <a:pt x="0" y="34"/>
                    </a:cubicBezTo>
                    <a:cubicBezTo>
                      <a:pt x="0" y="26"/>
                      <a:pt x="4" y="21"/>
                      <a:pt x="7" y="14"/>
                    </a:cubicBezTo>
                    <a:cubicBezTo>
                      <a:pt x="8" y="10"/>
                      <a:pt x="11" y="3"/>
                      <a:pt x="14" y="0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807" name="Freeform 226">
                <a:extLst>
                  <a:ext uri="{FF2B5EF4-FFF2-40B4-BE49-F238E27FC236}">
                    <a16:creationId xmlns:a16="http://schemas.microsoft.com/office/drawing/2014/main" id="{98EB9CFB-1ED9-4B42-A9DD-365CE2410D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7" y="2452"/>
                <a:ext cx="35" cy="61"/>
              </a:xfrm>
              <a:custGeom>
                <a:avLst/>
                <a:gdLst>
                  <a:gd name="T0" fmla="*/ 0 w 22"/>
                  <a:gd name="T1" fmla="*/ 8 h 38"/>
                  <a:gd name="T2" fmla="*/ 56 w 22"/>
                  <a:gd name="T3" fmla="*/ 157 h 38"/>
                  <a:gd name="T4" fmla="*/ 16 w 22"/>
                  <a:gd name="T5" fmla="*/ 0 h 3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38">
                    <a:moveTo>
                      <a:pt x="0" y="2"/>
                    </a:moveTo>
                    <a:cubicBezTo>
                      <a:pt x="14" y="7"/>
                      <a:pt x="19" y="23"/>
                      <a:pt x="14" y="38"/>
                    </a:cubicBezTo>
                    <a:cubicBezTo>
                      <a:pt x="22" y="21"/>
                      <a:pt x="20" y="8"/>
                      <a:pt x="4" y="0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808" name="Freeform 227">
                <a:extLst>
                  <a:ext uri="{FF2B5EF4-FFF2-40B4-BE49-F238E27FC236}">
                    <a16:creationId xmlns:a16="http://schemas.microsoft.com/office/drawing/2014/main" id="{4801AC36-01EC-4DF2-84EC-AE61FCC879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1" y="918"/>
                <a:ext cx="43" cy="10"/>
              </a:xfrm>
              <a:custGeom>
                <a:avLst/>
                <a:gdLst>
                  <a:gd name="T0" fmla="*/ 0 w 27"/>
                  <a:gd name="T1" fmla="*/ 5 h 6"/>
                  <a:gd name="T2" fmla="*/ 53 w 27"/>
                  <a:gd name="T3" fmla="*/ 28 h 6"/>
                  <a:gd name="T4" fmla="*/ 76 w 27"/>
                  <a:gd name="T5" fmla="*/ 28 h 6"/>
                  <a:gd name="T6" fmla="*/ 108 w 27"/>
                  <a:gd name="T7" fmla="*/ 13 h 6"/>
                  <a:gd name="T8" fmla="*/ 35 w 27"/>
                  <a:gd name="T9" fmla="*/ 13 h 6"/>
                  <a:gd name="T10" fmla="*/ 0 w 27"/>
                  <a:gd name="T11" fmla="*/ 0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7" h="6">
                    <a:moveTo>
                      <a:pt x="0" y="1"/>
                    </a:moveTo>
                    <a:cubicBezTo>
                      <a:pt x="2" y="5"/>
                      <a:pt x="9" y="5"/>
                      <a:pt x="13" y="6"/>
                    </a:cubicBezTo>
                    <a:cubicBezTo>
                      <a:pt x="15" y="6"/>
                      <a:pt x="17" y="6"/>
                      <a:pt x="19" y="6"/>
                    </a:cubicBezTo>
                    <a:cubicBezTo>
                      <a:pt x="22" y="6"/>
                      <a:pt x="25" y="3"/>
                      <a:pt x="27" y="3"/>
                    </a:cubicBezTo>
                    <a:cubicBezTo>
                      <a:pt x="21" y="3"/>
                      <a:pt x="15" y="4"/>
                      <a:pt x="9" y="3"/>
                    </a:cubicBezTo>
                    <a:cubicBezTo>
                      <a:pt x="6" y="2"/>
                      <a:pt x="2" y="2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809" name="Freeform 228">
                <a:extLst>
                  <a:ext uri="{FF2B5EF4-FFF2-40B4-BE49-F238E27FC236}">
                    <a16:creationId xmlns:a16="http://schemas.microsoft.com/office/drawing/2014/main" id="{510A154F-20ED-487B-A60F-88367B9388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0" y="918"/>
                <a:ext cx="52" cy="13"/>
              </a:xfrm>
              <a:custGeom>
                <a:avLst/>
                <a:gdLst>
                  <a:gd name="T0" fmla="*/ 0 w 32"/>
                  <a:gd name="T1" fmla="*/ 0 h 8"/>
                  <a:gd name="T2" fmla="*/ 55 w 32"/>
                  <a:gd name="T3" fmla="*/ 29 h 8"/>
                  <a:gd name="T4" fmla="*/ 138 w 32"/>
                  <a:gd name="T5" fmla="*/ 29 h 8"/>
                  <a:gd name="T6" fmla="*/ 89 w 32"/>
                  <a:gd name="T7" fmla="*/ 13 h 8"/>
                  <a:gd name="T8" fmla="*/ 47 w 32"/>
                  <a:gd name="T9" fmla="*/ 13 h 8"/>
                  <a:gd name="T10" fmla="*/ 0 w 32"/>
                  <a:gd name="T11" fmla="*/ 5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2" h="8">
                    <a:moveTo>
                      <a:pt x="0" y="0"/>
                    </a:moveTo>
                    <a:cubicBezTo>
                      <a:pt x="1" y="6"/>
                      <a:pt x="8" y="8"/>
                      <a:pt x="13" y="7"/>
                    </a:cubicBezTo>
                    <a:cubicBezTo>
                      <a:pt x="19" y="6"/>
                      <a:pt x="25" y="7"/>
                      <a:pt x="32" y="7"/>
                    </a:cubicBezTo>
                    <a:cubicBezTo>
                      <a:pt x="28" y="6"/>
                      <a:pt x="25" y="4"/>
                      <a:pt x="21" y="3"/>
                    </a:cubicBezTo>
                    <a:cubicBezTo>
                      <a:pt x="18" y="3"/>
                      <a:pt x="14" y="3"/>
                      <a:pt x="11" y="3"/>
                    </a:cubicBezTo>
                    <a:cubicBezTo>
                      <a:pt x="7" y="3"/>
                      <a:pt x="2" y="3"/>
                      <a:pt x="0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810" name="Freeform 229">
                <a:extLst>
                  <a:ext uri="{FF2B5EF4-FFF2-40B4-BE49-F238E27FC236}">
                    <a16:creationId xmlns:a16="http://schemas.microsoft.com/office/drawing/2014/main" id="{63AD2606-8597-4788-A718-4761C5EC40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2" y="971"/>
                <a:ext cx="22" cy="32"/>
              </a:xfrm>
              <a:custGeom>
                <a:avLst/>
                <a:gdLst>
                  <a:gd name="T0" fmla="*/ 22 w 14"/>
                  <a:gd name="T1" fmla="*/ 0 h 20"/>
                  <a:gd name="T2" fmla="*/ 8 w 14"/>
                  <a:gd name="T3" fmla="*/ 54 h 20"/>
                  <a:gd name="T4" fmla="*/ 55 w 14"/>
                  <a:gd name="T5" fmla="*/ 82 h 20"/>
                  <a:gd name="T6" fmla="*/ 14 w 14"/>
                  <a:gd name="T7" fmla="*/ 46 h 20"/>
                  <a:gd name="T8" fmla="*/ 20 w 14"/>
                  <a:gd name="T9" fmla="*/ 5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20">
                    <a:moveTo>
                      <a:pt x="6" y="0"/>
                    </a:moveTo>
                    <a:cubicBezTo>
                      <a:pt x="2" y="2"/>
                      <a:pt x="0" y="8"/>
                      <a:pt x="2" y="13"/>
                    </a:cubicBezTo>
                    <a:cubicBezTo>
                      <a:pt x="3" y="18"/>
                      <a:pt x="10" y="19"/>
                      <a:pt x="14" y="20"/>
                    </a:cubicBezTo>
                    <a:cubicBezTo>
                      <a:pt x="10" y="18"/>
                      <a:pt x="6" y="16"/>
                      <a:pt x="4" y="11"/>
                    </a:cubicBezTo>
                    <a:cubicBezTo>
                      <a:pt x="3" y="8"/>
                      <a:pt x="4" y="4"/>
                      <a:pt x="5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811" name="Freeform 230">
                <a:extLst>
                  <a:ext uri="{FF2B5EF4-FFF2-40B4-BE49-F238E27FC236}">
                    <a16:creationId xmlns:a16="http://schemas.microsoft.com/office/drawing/2014/main" id="{F318E485-F937-4C95-A598-6DE16BE629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4" y="1017"/>
                <a:ext cx="12" cy="67"/>
              </a:xfrm>
              <a:custGeom>
                <a:avLst/>
                <a:gdLst>
                  <a:gd name="T0" fmla="*/ 0 w 7"/>
                  <a:gd name="T1" fmla="*/ 0 h 42"/>
                  <a:gd name="T2" fmla="*/ 9 w 7"/>
                  <a:gd name="T3" fmla="*/ 97 h 42"/>
                  <a:gd name="T4" fmla="*/ 36 w 7"/>
                  <a:gd name="T5" fmla="*/ 171 h 42"/>
                  <a:gd name="T6" fmla="*/ 9 w 7"/>
                  <a:gd name="T7" fmla="*/ 124 h 42"/>
                  <a:gd name="T8" fmla="*/ 0 w 7"/>
                  <a:gd name="T9" fmla="*/ 61 h 42"/>
                  <a:gd name="T10" fmla="*/ 0 w 7"/>
                  <a:gd name="T11" fmla="*/ 5 h 4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" h="42">
                    <a:moveTo>
                      <a:pt x="0" y="0"/>
                    </a:moveTo>
                    <a:cubicBezTo>
                      <a:pt x="0" y="8"/>
                      <a:pt x="1" y="16"/>
                      <a:pt x="2" y="24"/>
                    </a:cubicBezTo>
                    <a:cubicBezTo>
                      <a:pt x="3" y="30"/>
                      <a:pt x="4" y="37"/>
                      <a:pt x="7" y="42"/>
                    </a:cubicBezTo>
                    <a:cubicBezTo>
                      <a:pt x="4" y="40"/>
                      <a:pt x="3" y="34"/>
                      <a:pt x="2" y="31"/>
                    </a:cubicBezTo>
                    <a:cubicBezTo>
                      <a:pt x="0" y="26"/>
                      <a:pt x="0" y="21"/>
                      <a:pt x="0" y="15"/>
                    </a:cubicBezTo>
                    <a:cubicBezTo>
                      <a:pt x="0" y="11"/>
                      <a:pt x="0" y="6"/>
                      <a:pt x="0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812" name="Freeform 231">
                <a:extLst>
                  <a:ext uri="{FF2B5EF4-FFF2-40B4-BE49-F238E27FC236}">
                    <a16:creationId xmlns:a16="http://schemas.microsoft.com/office/drawing/2014/main" id="{93E2F315-2505-4C90-A8D3-524C4EADCC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5" y="1020"/>
                <a:ext cx="11" cy="64"/>
              </a:xfrm>
              <a:custGeom>
                <a:avLst/>
                <a:gdLst>
                  <a:gd name="T0" fmla="*/ 13 w 7"/>
                  <a:gd name="T1" fmla="*/ 8 h 40"/>
                  <a:gd name="T2" fmla="*/ 14 w 7"/>
                  <a:gd name="T3" fmla="*/ 34 h 40"/>
                  <a:gd name="T4" fmla="*/ 13 w 7"/>
                  <a:gd name="T5" fmla="*/ 90 h 40"/>
                  <a:gd name="T6" fmla="*/ 0 w 7"/>
                  <a:gd name="T7" fmla="*/ 163 h 40"/>
                  <a:gd name="T8" fmla="*/ 20 w 7"/>
                  <a:gd name="T9" fmla="*/ 115 h 40"/>
                  <a:gd name="T10" fmla="*/ 27 w 7"/>
                  <a:gd name="T11" fmla="*/ 67 h 40"/>
                  <a:gd name="T12" fmla="*/ 20 w 7"/>
                  <a:gd name="T13" fmla="*/ 29 h 40"/>
                  <a:gd name="T14" fmla="*/ 13 w 7"/>
                  <a:gd name="T15" fmla="*/ 0 h 4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" h="40">
                    <a:moveTo>
                      <a:pt x="3" y="2"/>
                    </a:moveTo>
                    <a:cubicBezTo>
                      <a:pt x="2" y="3"/>
                      <a:pt x="3" y="6"/>
                      <a:pt x="4" y="8"/>
                    </a:cubicBezTo>
                    <a:cubicBezTo>
                      <a:pt x="4" y="13"/>
                      <a:pt x="4" y="18"/>
                      <a:pt x="3" y="22"/>
                    </a:cubicBezTo>
                    <a:cubicBezTo>
                      <a:pt x="2" y="28"/>
                      <a:pt x="1" y="34"/>
                      <a:pt x="0" y="40"/>
                    </a:cubicBezTo>
                    <a:cubicBezTo>
                      <a:pt x="2" y="37"/>
                      <a:pt x="3" y="32"/>
                      <a:pt x="5" y="28"/>
                    </a:cubicBezTo>
                    <a:cubicBezTo>
                      <a:pt x="6" y="24"/>
                      <a:pt x="7" y="20"/>
                      <a:pt x="7" y="16"/>
                    </a:cubicBezTo>
                    <a:cubicBezTo>
                      <a:pt x="7" y="13"/>
                      <a:pt x="6" y="10"/>
                      <a:pt x="5" y="7"/>
                    </a:cubicBezTo>
                    <a:cubicBezTo>
                      <a:pt x="4" y="5"/>
                      <a:pt x="4" y="2"/>
                      <a:pt x="3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813" name="Freeform 232">
                <a:extLst>
                  <a:ext uri="{FF2B5EF4-FFF2-40B4-BE49-F238E27FC236}">
                    <a16:creationId xmlns:a16="http://schemas.microsoft.com/office/drawing/2014/main" id="{C1486D59-6BA8-4360-A4B3-2F0BF5F0ED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8" y="755"/>
                <a:ext cx="71" cy="42"/>
              </a:xfrm>
              <a:custGeom>
                <a:avLst/>
                <a:gdLst>
                  <a:gd name="T0" fmla="*/ 124 w 44"/>
                  <a:gd name="T1" fmla="*/ 5 h 26"/>
                  <a:gd name="T2" fmla="*/ 13 w 44"/>
                  <a:gd name="T3" fmla="*/ 102 h 26"/>
                  <a:gd name="T4" fmla="*/ 105 w 44"/>
                  <a:gd name="T5" fmla="*/ 39 h 26"/>
                  <a:gd name="T6" fmla="*/ 173 w 44"/>
                  <a:gd name="T7" fmla="*/ 42 h 26"/>
                  <a:gd name="T8" fmla="*/ 123 w 44"/>
                  <a:gd name="T9" fmla="*/ 5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4" h="26">
                    <a:moveTo>
                      <a:pt x="30" y="1"/>
                    </a:moveTo>
                    <a:cubicBezTo>
                      <a:pt x="22" y="0"/>
                      <a:pt x="0" y="22"/>
                      <a:pt x="3" y="24"/>
                    </a:cubicBezTo>
                    <a:cubicBezTo>
                      <a:pt x="8" y="26"/>
                      <a:pt x="21" y="11"/>
                      <a:pt x="25" y="9"/>
                    </a:cubicBezTo>
                    <a:cubicBezTo>
                      <a:pt x="32" y="5"/>
                      <a:pt x="35" y="6"/>
                      <a:pt x="41" y="10"/>
                    </a:cubicBezTo>
                    <a:cubicBezTo>
                      <a:pt x="44" y="4"/>
                      <a:pt x="32" y="1"/>
                      <a:pt x="29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814" name="Freeform 233">
                <a:extLst>
                  <a:ext uri="{FF2B5EF4-FFF2-40B4-BE49-F238E27FC236}">
                    <a16:creationId xmlns:a16="http://schemas.microsoft.com/office/drawing/2014/main" id="{0E24E413-987A-49CB-98A1-9F8239D0AA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8" y="1027"/>
                <a:ext cx="74" cy="49"/>
              </a:xfrm>
              <a:custGeom>
                <a:avLst/>
                <a:gdLst>
                  <a:gd name="T0" fmla="*/ 187 w 46"/>
                  <a:gd name="T1" fmla="*/ 0 h 31"/>
                  <a:gd name="T2" fmla="*/ 82 w 46"/>
                  <a:gd name="T3" fmla="*/ 22 h 31"/>
                  <a:gd name="T4" fmla="*/ 42 w 46"/>
                  <a:gd name="T5" fmla="*/ 70 h 31"/>
                  <a:gd name="T6" fmla="*/ 0 w 46"/>
                  <a:gd name="T7" fmla="*/ 122 h 31"/>
                  <a:gd name="T8" fmla="*/ 156 w 46"/>
                  <a:gd name="T9" fmla="*/ 68 h 31"/>
                  <a:gd name="T10" fmla="*/ 187 w 46"/>
                  <a:gd name="T11" fmla="*/ 5 h 3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6" h="31">
                    <a:moveTo>
                      <a:pt x="45" y="0"/>
                    </a:moveTo>
                    <a:cubicBezTo>
                      <a:pt x="36" y="0"/>
                      <a:pt x="27" y="0"/>
                      <a:pt x="20" y="6"/>
                    </a:cubicBezTo>
                    <a:cubicBezTo>
                      <a:pt x="16" y="10"/>
                      <a:pt x="13" y="14"/>
                      <a:pt x="10" y="18"/>
                    </a:cubicBezTo>
                    <a:cubicBezTo>
                      <a:pt x="6" y="22"/>
                      <a:pt x="3" y="26"/>
                      <a:pt x="0" y="31"/>
                    </a:cubicBezTo>
                    <a:cubicBezTo>
                      <a:pt x="11" y="22"/>
                      <a:pt x="24" y="20"/>
                      <a:pt x="37" y="17"/>
                    </a:cubicBezTo>
                    <a:cubicBezTo>
                      <a:pt x="46" y="15"/>
                      <a:pt x="46" y="8"/>
                      <a:pt x="45" y="1"/>
                    </a:cubicBezTo>
                  </a:path>
                </a:pathLst>
              </a:custGeom>
              <a:solidFill>
                <a:srgbClr val="58595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815" name="Freeform 234">
                <a:extLst>
                  <a:ext uri="{FF2B5EF4-FFF2-40B4-BE49-F238E27FC236}">
                    <a16:creationId xmlns:a16="http://schemas.microsoft.com/office/drawing/2014/main" id="{C4C45045-CAC0-417E-96A4-96D7E9C5E3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5" y="1027"/>
                <a:ext cx="74" cy="49"/>
              </a:xfrm>
              <a:custGeom>
                <a:avLst/>
                <a:gdLst>
                  <a:gd name="T0" fmla="*/ 5 w 46"/>
                  <a:gd name="T1" fmla="*/ 0 h 31"/>
                  <a:gd name="T2" fmla="*/ 109 w 46"/>
                  <a:gd name="T3" fmla="*/ 22 h 31"/>
                  <a:gd name="T4" fmla="*/ 150 w 46"/>
                  <a:gd name="T5" fmla="*/ 68 h 31"/>
                  <a:gd name="T6" fmla="*/ 191 w 46"/>
                  <a:gd name="T7" fmla="*/ 122 h 31"/>
                  <a:gd name="T8" fmla="*/ 37 w 46"/>
                  <a:gd name="T9" fmla="*/ 68 h 31"/>
                  <a:gd name="T10" fmla="*/ 5 w 46"/>
                  <a:gd name="T11" fmla="*/ 5 h 3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6" h="31">
                    <a:moveTo>
                      <a:pt x="1" y="0"/>
                    </a:moveTo>
                    <a:cubicBezTo>
                      <a:pt x="10" y="0"/>
                      <a:pt x="19" y="0"/>
                      <a:pt x="26" y="6"/>
                    </a:cubicBezTo>
                    <a:cubicBezTo>
                      <a:pt x="30" y="9"/>
                      <a:pt x="33" y="14"/>
                      <a:pt x="36" y="17"/>
                    </a:cubicBezTo>
                    <a:cubicBezTo>
                      <a:pt x="40" y="21"/>
                      <a:pt x="44" y="26"/>
                      <a:pt x="46" y="31"/>
                    </a:cubicBezTo>
                    <a:cubicBezTo>
                      <a:pt x="35" y="22"/>
                      <a:pt x="22" y="20"/>
                      <a:pt x="9" y="17"/>
                    </a:cubicBezTo>
                    <a:cubicBezTo>
                      <a:pt x="0" y="14"/>
                      <a:pt x="0" y="8"/>
                      <a:pt x="1" y="1"/>
                    </a:cubicBezTo>
                  </a:path>
                </a:pathLst>
              </a:custGeom>
              <a:solidFill>
                <a:srgbClr val="58595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816" name="Freeform 235">
                <a:extLst>
                  <a:ext uri="{FF2B5EF4-FFF2-40B4-BE49-F238E27FC236}">
                    <a16:creationId xmlns:a16="http://schemas.microsoft.com/office/drawing/2014/main" id="{66553B56-61E4-4691-BA84-D15CB79F90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2" y="3736"/>
                <a:ext cx="284" cy="370"/>
              </a:xfrm>
              <a:custGeom>
                <a:avLst/>
                <a:gdLst>
                  <a:gd name="T0" fmla="*/ 306 w 177"/>
                  <a:gd name="T1" fmla="*/ 16 h 232"/>
                  <a:gd name="T2" fmla="*/ 623 w 177"/>
                  <a:gd name="T3" fmla="*/ 0 h 232"/>
                  <a:gd name="T4" fmla="*/ 698 w 177"/>
                  <a:gd name="T5" fmla="*/ 285 h 232"/>
                  <a:gd name="T6" fmla="*/ 716 w 177"/>
                  <a:gd name="T7" fmla="*/ 547 h 232"/>
                  <a:gd name="T8" fmla="*/ 695 w 177"/>
                  <a:gd name="T9" fmla="*/ 568 h 232"/>
                  <a:gd name="T10" fmla="*/ 655 w 177"/>
                  <a:gd name="T11" fmla="*/ 568 h 232"/>
                  <a:gd name="T12" fmla="*/ 600 w 177"/>
                  <a:gd name="T13" fmla="*/ 770 h 232"/>
                  <a:gd name="T14" fmla="*/ 348 w 177"/>
                  <a:gd name="T15" fmla="*/ 893 h 232"/>
                  <a:gd name="T16" fmla="*/ 77 w 177"/>
                  <a:gd name="T17" fmla="*/ 606 h 232"/>
                  <a:gd name="T18" fmla="*/ 247 w 177"/>
                  <a:gd name="T19" fmla="*/ 424 h 232"/>
                  <a:gd name="T20" fmla="*/ 314 w 177"/>
                  <a:gd name="T21" fmla="*/ 287 h 232"/>
                  <a:gd name="T22" fmla="*/ 306 w 177"/>
                  <a:gd name="T23" fmla="*/ 16 h 23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77" h="232">
                    <a:moveTo>
                      <a:pt x="74" y="4"/>
                    </a:moveTo>
                    <a:cubicBezTo>
                      <a:pt x="74" y="4"/>
                      <a:pt x="109" y="19"/>
                      <a:pt x="151" y="0"/>
                    </a:cubicBezTo>
                    <a:cubicBezTo>
                      <a:pt x="151" y="0"/>
                      <a:pt x="167" y="53"/>
                      <a:pt x="169" y="70"/>
                    </a:cubicBezTo>
                    <a:cubicBezTo>
                      <a:pt x="170" y="86"/>
                      <a:pt x="177" y="105"/>
                      <a:pt x="173" y="135"/>
                    </a:cubicBezTo>
                    <a:cubicBezTo>
                      <a:pt x="168" y="140"/>
                      <a:pt x="168" y="140"/>
                      <a:pt x="168" y="140"/>
                    </a:cubicBezTo>
                    <a:cubicBezTo>
                      <a:pt x="158" y="140"/>
                      <a:pt x="158" y="140"/>
                      <a:pt x="158" y="140"/>
                    </a:cubicBezTo>
                    <a:cubicBezTo>
                      <a:pt x="158" y="140"/>
                      <a:pt x="162" y="172"/>
                      <a:pt x="145" y="190"/>
                    </a:cubicBezTo>
                    <a:cubicBezTo>
                      <a:pt x="145" y="190"/>
                      <a:pt x="122" y="208"/>
                      <a:pt x="84" y="220"/>
                    </a:cubicBezTo>
                    <a:cubicBezTo>
                      <a:pt x="51" y="232"/>
                      <a:pt x="0" y="180"/>
                      <a:pt x="19" y="149"/>
                    </a:cubicBezTo>
                    <a:cubicBezTo>
                      <a:pt x="28" y="134"/>
                      <a:pt x="49" y="120"/>
                      <a:pt x="60" y="105"/>
                    </a:cubicBezTo>
                    <a:cubicBezTo>
                      <a:pt x="73" y="89"/>
                      <a:pt x="76" y="71"/>
                      <a:pt x="76" y="71"/>
                    </a:cubicBezTo>
                    <a:cubicBezTo>
                      <a:pt x="76" y="71"/>
                      <a:pt x="79" y="16"/>
                      <a:pt x="74" y="4"/>
                    </a:cubicBezTo>
                    <a:close/>
                  </a:path>
                </a:pathLst>
              </a:custGeom>
              <a:solidFill>
                <a:srgbClr val="BCA4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817" name="Freeform 236">
                <a:extLst>
                  <a:ext uri="{FF2B5EF4-FFF2-40B4-BE49-F238E27FC236}">
                    <a16:creationId xmlns:a16="http://schemas.microsoft.com/office/drawing/2014/main" id="{E4E1CD42-88A3-42C0-9A6D-ED247DDD10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1" y="3961"/>
                <a:ext cx="231" cy="141"/>
              </a:xfrm>
              <a:custGeom>
                <a:avLst/>
                <a:gdLst>
                  <a:gd name="T0" fmla="*/ 579 w 144"/>
                  <a:gd name="T1" fmla="*/ 0 h 88"/>
                  <a:gd name="T2" fmla="*/ 528 w 144"/>
                  <a:gd name="T3" fmla="*/ 203 h 88"/>
                  <a:gd name="T4" fmla="*/ 273 w 144"/>
                  <a:gd name="T5" fmla="*/ 325 h 88"/>
                  <a:gd name="T6" fmla="*/ 0 w 144"/>
                  <a:gd name="T7" fmla="*/ 152 h 88"/>
                  <a:gd name="T8" fmla="*/ 268 w 144"/>
                  <a:gd name="T9" fmla="*/ 306 h 88"/>
                  <a:gd name="T10" fmla="*/ 525 w 144"/>
                  <a:gd name="T11" fmla="*/ 159 h 88"/>
                  <a:gd name="T12" fmla="*/ 579 w 144"/>
                  <a:gd name="T13" fmla="*/ 0 h 8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4" h="88">
                    <a:moveTo>
                      <a:pt x="140" y="0"/>
                    </a:moveTo>
                    <a:cubicBezTo>
                      <a:pt x="140" y="0"/>
                      <a:pt x="144" y="31"/>
                      <a:pt x="128" y="49"/>
                    </a:cubicBezTo>
                    <a:cubicBezTo>
                      <a:pt x="128" y="49"/>
                      <a:pt x="104" y="67"/>
                      <a:pt x="66" y="79"/>
                    </a:cubicBezTo>
                    <a:cubicBezTo>
                      <a:pt x="42" y="88"/>
                      <a:pt x="9" y="63"/>
                      <a:pt x="0" y="37"/>
                    </a:cubicBezTo>
                    <a:cubicBezTo>
                      <a:pt x="0" y="37"/>
                      <a:pt x="32" y="82"/>
                      <a:pt x="65" y="74"/>
                    </a:cubicBezTo>
                    <a:cubicBezTo>
                      <a:pt x="99" y="65"/>
                      <a:pt x="115" y="53"/>
                      <a:pt x="127" y="39"/>
                    </a:cubicBezTo>
                    <a:cubicBezTo>
                      <a:pt x="140" y="25"/>
                      <a:pt x="140" y="0"/>
                      <a:pt x="140" y="0"/>
                    </a:cubicBezTo>
                    <a:close/>
                  </a:path>
                </a:pathLst>
              </a:custGeom>
              <a:solidFill>
                <a:srgbClr val="32271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818" name="Freeform 237">
                <a:extLst>
                  <a:ext uri="{FF2B5EF4-FFF2-40B4-BE49-F238E27FC236}">
                    <a16:creationId xmlns:a16="http://schemas.microsoft.com/office/drawing/2014/main" id="{464D1DA3-0B01-4BA8-B725-B66AE76542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4" y="3894"/>
                <a:ext cx="42" cy="113"/>
              </a:xfrm>
              <a:custGeom>
                <a:avLst/>
                <a:gdLst>
                  <a:gd name="T0" fmla="*/ 5 w 26"/>
                  <a:gd name="T1" fmla="*/ 271 h 71"/>
                  <a:gd name="T2" fmla="*/ 47 w 26"/>
                  <a:gd name="T3" fmla="*/ 197 h 71"/>
                  <a:gd name="T4" fmla="*/ 60 w 26"/>
                  <a:gd name="T5" fmla="*/ 134 h 71"/>
                  <a:gd name="T6" fmla="*/ 110 w 26"/>
                  <a:gd name="T7" fmla="*/ 0 h 71"/>
                  <a:gd name="T8" fmla="*/ 68 w 26"/>
                  <a:gd name="T9" fmla="*/ 56 h 71"/>
                  <a:gd name="T10" fmla="*/ 39 w 26"/>
                  <a:gd name="T11" fmla="*/ 129 h 71"/>
                  <a:gd name="T12" fmla="*/ 0 w 26"/>
                  <a:gd name="T13" fmla="*/ 286 h 7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" h="71">
                    <a:moveTo>
                      <a:pt x="1" y="67"/>
                    </a:moveTo>
                    <a:cubicBezTo>
                      <a:pt x="5" y="65"/>
                      <a:pt x="10" y="54"/>
                      <a:pt x="11" y="49"/>
                    </a:cubicBezTo>
                    <a:cubicBezTo>
                      <a:pt x="13" y="44"/>
                      <a:pt x="13" y="39"/>
                      <a:pt x="14" y="33"/>
                    </a:cubicBezTo>
                    <a:cubicBezTo>
                      <a:pt x="16" y="20"/>
                      <a:pt x="19" y="12"/>
                      <a:pt x="26" y="0"/>
                    </a:cubicBezTo>
                    <a:cubicBezTo>
                      <a:pt x="22" y="3"/>
                      <a:pt x="18" y="9"/>
                      <a:pt x="16" y="14"/>
                    </a:cubicBezTo>
                    <a:cubicBezTo>
                      <a:pt x="14" y="21"/>
                      <a:pt x="10" y="25"/>
                      <a:pt x="9" y="32"/>
                    </a:cubicBezTo>
                    <a:cubicBezTo>
                      <a:pt x="6" y="46"/>
                      <a:pt x="7" y="58"/>
                      <a:pt x="0" y="71"/>
                    </a:cubicBezTo>
                  </a:path>
                </a:pathLst>
              </a:custGeom>
              <a:solidFill>
                <a:srgbClr val="9B84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819" name="Freeform 238">
                <a:extLst>
                  <a:ext uri="{FF2B5EF4-FFF2-40B4-BE49-F238E27FC236}">
                    <a16:creationId xmlns:a16="http://schemas.microsoft.com/office/drawing/2014/main" id="{CE788693-9985-453F-B335-48E03B697D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4" y="3768"/>
                <a:ext cx="26" cy="155"/>
              </a:xfrm>
              <a:custGeom>
                <a:avLst/>
                <a:gdLst>
                  <a:gd name="T0" fmla="*/ 8 w 16"/>
                  <a:gd name="T1" fmla="*/ 0 h 97"/>
                  <a:gd name="T2" fmla="*/ 29 w 16"/>
                  <a:gd name="T3" fmla="*/ 67 h 97"/>
                  <a:gd name="T4" fmla="*/ 42 w 16"/>
                  <a:gd name="T5" fmla="*/ 118 h 97"/>
                  <a:gd name="T6" fmla="*/ 60 w 16"/>
                  <a:gd name="T7" fmla="*/ 206 h 97"/>
                  <a:gd name="T8" fmla="*/ 8 w 16"/>
                  <a:gd name="T9" fmla="*/ 396 h 97"/>
                  <a:gd name="T10" fmla="*/ 18 w 16"/>
                  <a:gd name="T11" fmla="*/ 347 h 97"/>
                  <a:gd name="T12" fmla="*/ 29 w 16"/>
                  <a:gd name="T13" fmla="*/ 286 h 97"/>
                  <a:gd name="T14" fmla="*/ 42 w 16"/>
                  <a:gd name="T15" fmla="*/ 176 h 97"/>
                  <a:gd name="T16" fmla="*/ 0 w 16"/>
                  <a:gd name="T17" fmla="*/ 0 h 9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6" h="97">
                    <a:moveTo>
                      <a:pt x="2" y="0"/>
                    </a:moveTo>
                    <a:cubicBezTo>
                      <a:pt x="3" y="6"/>
                      <a:pt x="6" y="11"/>
                      <a:pt x="7" y="16"/>
                    </a:cubicBezTo>
                    <a:cubicBezTo>
                      <a:pt x="8" y="21"/>
                      <a:pt x="9" y="25"/>
                      <a:pt x="10" y="29"/>
                    </a:cubicBezTo>
                    <a:cubicBezTo>
                      <a:pt x="12" y="36"/>
                      <a:pt x="13" y="44"/>
                      <a:pt x="14" y="51"/>
                    </a:cubicBezTo>
                    <a:cubicBezTo>
                      <a:pt x="16" y="68"/>
                      <a:pt x="8" y="81"/>
                      <a:pt x="2" y="97"/>
                    </a:cubicBezTo>
                    <a:cubicBezTo>
                      <a:pt x="1" y="92"/>
                      <a:pt x="2" y="89"/>
                      <a:pt x="4" y="85"/>
                    </a:cubicBezTo>
                    <a:cubicBezTo>
                      <a:pt x="5" y="80"/>
                      <a:pt x="6" y="75"/>
                      <a:pt x="7" y="70"/>
                    </a:cubicBezTo>
                    <a:cubicBezTo>
                      <a:pt x="8" y="61"/>
                      <a:pt x="11" y="52"/>
                      <a:pt x="10" y="43"/>
                    </a:cubicBezTo>
                    <a:cubicBezTo>
                      <a:pt x="8" y="28"/>
                      <a:pt x="3" y="14"/>
                      <a:pt x="0" y="0"/>
                    </a:cubicBezTo>
                  </a:path>
                </a:pathLst>
              </a:custGeom>
              <a:solidFill>
                <a:srgbClr val="CEB7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820" name="Freeform 239">
                <a:extLst>
                  <a:ext uri="{FF2B5EF4-FFF2-40B4-BE49-F238E27FC236}">
                    <a16:creationId xmlns:a16="http://schemas.microsoft.com/office/drawing/2014/main" id="{F530AC12-96B6-4B5C-81BE-FF64F60707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8" y="4028"/>
                <a:ext cx="91" cy="42"/>
              </a:xfrm>
              <a:custGeom>
                <a:avLst/>
                <a:gdLst>
                  <a:gd name="T0" fmla="*/ 0 w 57"/>
                  <a:gd name="T1" fmla="*/ 42 h 26"/>
                  <a:gd name="T2" fmla="*/ 73 w 57"/>
                  <a:gd name="T3" fmla="*/ 89 h 26"/>
                  <a:gd name="T4" fmla="*/ 142 w 57"/>
                  <a:gd name="T5" fmla="*/ 105 h 26"/>
                  <a:gd name="T6" fmla="*/ 212 w 57"/>
                  <a:gd name="T7" fmla="*/ 26 h 26"/>
                  <a:gd name="T8" fmla="*/ 155 w 57"/>
                  <a:gd name="T9" fmla="*/ 26 h 26"/>
                  <a:gd name="T10" fmla="*/ 89 w 57"/>
                  <a:gd name="T11" fmla="*/ 29 h 26"/>
                  <a:gd name="T12" fmla="*/ 34 w 57"/>
                  <a:gd name="T13" fmla="*/ 8 h 26"/>
                  <a:gd name="T14" fmla="*/ 0 w 57"/>
                  <a:gd name="T15" fmla="*/ 39 h 26"/>
                  <a:gd name="T16" fmla="*/ 5 w 57"/>
                  <a:gd name="T17" fmla="*/ 50 h 2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7" h="26">
                    <a:moveTo>
                      <a:pt x="0" y="10"/>
                    </a:moveTo>
                    <a:cubicBezTo>
                      <a:pt x="3" y="15"/>
                      <a:pt x="13" y="19"/>
                      <a:pt x="18" y="21"/>
                    </a:cubicBezTo>
                    <a:cubicBezTo>
                      <a:pt x="23" y="23"/>
                      <a:pt x="30" y="26"/>
                      <a:pt x="35" y="25"/>
                    </a:cubicBezTo>
                    <a:cubicBezTo>
                      <a:pt x="40" y="24"/>
                      <a:pt x="57" y="11"/>
                      <a:pt x="52" y="6"/>
                    </a:cubicBezTo>
                    <a:cubicBezTo>
                      <a:pt x="50" y="2"/>
                      <a:pt x="41" y="5"/>
                      <a:pt x="38" y="6"/>
                    </a:cubicBezTo>
                    <a:cubicBezTo>
                      <a:pt x="33" y="7"/>
                      <a:pt x="27" y="8"/>
                      <a:pt x="22" y="7"/>
                    </a:cubicBezTo>
                    <a:cubicBezTo>
                      <a:pt x="17" y="6"/>
                      <a:pt x="14" y="0"/>
                      <a:pt x="8" y="2"/>
                    </a:cubicBezTo>
                    <a:cubicBezTo>
                      <a:pt x="4" y="3"/>
                      <a:pt x="1" y="5"/>
                      <a:pt x="0" y="9"/>
                    </a:cubicBezTo>
                    <a:cubicBezTo>
                      <a:pt x="0" y="10"/>
                      <a:pt x="0" y="11"/>
                      <a:pt x="1" y="12"/>
                    </a:cubicBezTo>
                  </a:path>
                </a:pathLst>
              </a:custGeom>
              <a:solidFill>
                <a:srgbClr val="CEB7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821" name="Freeform 240">
                <a:extLst>
                  <a:ext uri="{FF2B5EF4-FFF2-40B4-BE49-F238E27FC236}">
                    <a16:creationId xmlns:a16="http://schemas.microsoft.com/office/drawing/2014/main" id="{2DA724A6-6350-47C1-B4E6-97AB554C7A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4" y="3750"/>
                <a:ext cx="82" cy="333"/>
              </a:xfrm>
              <a:custGeom>
                <a:avLst/>
                <a:gdLst>
                  <a:gd name="T0" fmla="*/ 76 w 51"/>
                  <a:gd name="T1" fmla="*/ 853 h 208"/>
                  <a:gd name="T2" fmla="*/ 13 w 51"/>
                  <a:gd name="T3" fmla="*/ 722 h 208"/>
                  <a:gd name="T4" fmla="*/ 103 w 51"/>
                  <a:gd name="T5" fmla="*/ 554 h 208"/>
                  <a:gd name="T6" fmla="*/ 166 w 51"/>
                  <a:gd name="T7" fmla="*/ 464 h 208"/>
                  <a:gd name="T8" fmla="*/ 199 w 51"/>
                  <a:gd name="T9" fmla="*/ 383 h 208"/>
                  <a:gd name="T10" fmla="*/ 199 w 51"/>
                  <a:gd name="T11" fmla="*/ 197 h 208"/>
                  <a:gd name="T12" fmla="*/ 178 w 51"/>
                  <a:gd name="T13" fmla="*/ 69 h 208"/>
                  <a:gd name="T14" fmla="*/ 166 w 51"/>
                  <a:gd name="T15" fmla="*/ 0 h 20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1" h="208">
                    <a:moveTo>
                      <a:pt x="18" y="208"/>
                    </a:moveTo>
                    <a:cubicBezTo>
                      <a:pt x="10" y="199"/>
                      <a:pt x="0" y="188"/>
                      <a:pt x="3" y="176"/>
                    </a:cubicBezTo>
                    <a:cubicBezTo>
                      <a:pt x="7" y="156"/>
                      <a:pt x="16" y="149"/>
                      <a:pt x="25" y="135"/>
                    </a:cubicBezTo>
                    <a:cubicBezTo>
                      <a:pt x="29" y="127"/>
                      <a:pt x="36" y="121"/>
                      <a:pt x="40" y="113"/>
                    </a:cubicBezTo>
                    <a:cubicBezTo>
                      <a:pt x="44" y="107"/>
                      <a:pt x="47" y="100"/>
                      <a:pt x="48" y="93"/>
                    </a:cubicBezTo>
                    <a:cubicBezTo>
                      <a:pt x="51" y="78"/>
                      <a:pt x="50" y="63"/>
                      <a:pt x="48" y="48"/>
                    </a:cubicBezTo>
                    <a:cubicBezTo>
                      <a:pt x="46" y="37"/>
                      <a:pt x="44" y="27"/>
                      <a:pt x="43" y="17"/>
                    </a:cubicBezTo>
                    <a:cubicBezTo>
                      <a:pt x="42" y="13"/>
                      <a:pt x="43" y="2"/>
                      <a:pt x="40" y="0"/>
                    </a:cubicBezTo>
                  </a:path>
                </a:pathLst>
              </a:custGeom>
              <a:noFill/>
              <a:ln w="3175" cap="flat">
                <a:solidFill>
                  <a:srgbClr val="32271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822" name="Freeform 241">
                <a:extLst>
                  <a:ext uri="{FF2B5EF4-FFF2-40B4-BE49-F238E27FC236}">
                    <a16:creationId xmlns:a16="http://schemas.microsoft.com/office/drawing/2014/main" id="{61DFD170-A4B4-4DFB-8C67-948EC6509A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3" y="3833"/>
                <a:ext cx="49" cy="144"/>
              </a:xfrm>
              <a:custGeom>
                <a:avLst/>
                <a:gdLst>
                  <a:gd name="T0" fmla="*/ 103 w 31"/>
                  <a:gd name="T1" fmla="*/ 0 h 90"/>
                  <a:gd name="T2" fmla="*/ 115 w 31"/>
                  <a:gd name="T3" fmla="*/ 90 h 90"/>
                  <a:gd name="T4" fmla="*/ 100 w 31"/>
                  <a:gd name="T5" fmla="*/ 189 h 90"/>
                  <a:gd name="T6" fmla="*/ 63 w 31"/>
                  <a:gd name="T7" fmla="*/ 274 h 90"/>
                  <a:gd name="T8" fmla="*/ 0 w 31"/>
                  <a:gd name="T9" fmla="*/ 368 h 90"/>
                  <a:gd name="T10" fmla="*/ 117 w 31"/>
                  <a:gd name="T11" fmla="*/ 158 h 90"/>
                  <a:gd name="T12" fmla="*/ 117 w 31"/>
                  <a:gd name="T13" fmla="*/ 69 h 90"/>
                  <a:gd name="T14" fmla="*/ 103 w 31"/>
                  <a:gd name="T15" fmla="*/ 5 h 9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1" h="90">
                    <a:moveTo>
                      <a:pt x="26" y="0"/>
                    </a:moveTo>
                    <a:cubicBezTo>
                      <a:pt x="28" y="7"/>
                      <a:pt x="28" y="15"/>
                      <a:pt x="29" y="22"/>
                    </a:cubicBezTo>
                    <a:cubicBezTo>
                      <a:pt x="30" y="30"/>
                      <a:pt x="28" y="39"/>
                      <a:pt x="25" y="46"/>
                    </a:cubicBezTo>
                    <a:cubicBezTo>
                      <a:pt x="23" y="53"/>
                      <a:pt x="20" y="60"/>
                      <a:pt x="16" y="67"/>
                    </a:cubicBezTo>
                    <a:cubicBezTo>
                      <a:pt x="12" y="75"/>
                      <a:pt x="4" y="81"/>
                      <a:pt x="0" y="90"/>
                    </a:cubicBezTo>
                    <a:cubicBezTo>
                      <a:pt x="13" y="74"/>
                      <a:pt x="26" y="59"/>
                      <a:pt x="30" y="39"/>
                    </a:cubicBezTo>
                    <a:cubicBezTo>
                      <a:pt x="31" y="32"/>
                      <a:pt x="31" y="24"/>
                      <a:pt x="30" y="17"/>
                    </a:cubicBezTo>
                    <a:cubicBezTo>
                      <a:pt x="29" y="12"/>
                      <a:pt x="26" y="7"/>
                      <a:pt x="26" y="1"/>
                    </a:cubicBezTo>
                  </a:path>
                </a:pathLst>
              </a:custGeom>
              <a:solidFill>
                <a:srgbClr val="CEB7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823" name="Freeform 242">
                <a:extLst>
                  <a:ext uri="{FF2B5EF4-FFF2-40B4-BE49-F238E27FC236}">
                    <a16:creationId xmlns:a16="http://schemas.microsoft.com/office/drawing/2014/main" id="{67942808-15D6-48FD-89D9-69F2A62CA4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7" y="3813"/>
                <a:ext cx="87" cy="163"/>
              </a:xfrm>
              <a:custGeom>
                <a:avLst/>
                <a:gdLst>
                  <a:gd name="T0" fmla="*/ 211 w 54"/>
                  <a:gd name="T1" fmla="*/ 0 h 102"/>
                  <a:gd name="T2" fmla="*/ 205 w 54"/>
                  <a:gd name="T3" fmla="*/ 142 h 102"/>
                  <a:gd name="T4" fmla="*/ 137 w 54"/>
                  <a:gd name="T5" fmla="*/ 240 h 102"/>
                  <a:gd name="T6" fmla="*/ 0 w 54"/>
                  <a:gd name="T7" fmla="*/ 415 h 102"/>
                  <a:gd name="T8" fmla="*/ 97 w 54"/>
                  <a:gd name="T9" fmla="*/ 307 h 102"/>
                  <a:gd name="T10" fmla="*/ 197 w 54"/>
                  <a:gd name="T11" fmla="*/ 189 h 102"/>
                  <a:gd name="T12" fmla="*/ 226 w 54"/>
                  <a:gd name="T13" fmla="*/ 86 h 102"/>
                  <a:gd name="T14" fmla="*/ 226 w 54"/>
                  <a:gd name="T15" fmla="*/ 42 h 102"/>
                  <a:gd name="T16" fmla="*/ 213 w 54"/>
                  <a:gd name="T17" fmla="*/ 5 h 10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4" h="102">
                    <a:moveTo>
                      <a:pt x="50" y="0"/>
                    </a:moveTo>
                    <a:cubicBezTo>
                      <a:pt x="49" y="12"/>
                      <a:pt x="53" y="23"/>
                      <a:pt x="49" y="35"/>
                    </a:cubicBezTo>
                    <a:cubicBezTo>
                      <a:pt x="46" y="44"/>
                      <a:pt x="40" y="52"/>
                      <a:pt x="33" y="59"/>
                    </a:cubicBezTo>
                    <a:cubicBezTo>
                      <a:pt x="23" y="72"/>
                      <a:pt x="3" y="85"/>
                      <a:pt x="0" y="102"/>
                    </a:cubicBezTo>
                    <a:cubicBezTo>
                      <a:pt x="2" y="92"/>
                      <a:pt x="16" y="81"/>
                      <a:pt x="23" y="75"/>
                    </a:cubicBezTo>
                    <a:cubicBezTo>
                      <a:pt x="33" y="66"/>
                      <a:pt x="40" y="58"/>
                      <a:pt x="47" y="46"/>
                    </a:cubicBezTo>
                    <a:cubicBezTo>
                      <a:pt x="52" y="38"/>
                      <a:pt x="54" y="30"/>
                      <a:pt x="54" y="21"/>
                    </a:cubicBezTo>
                    <a:cubicBezTo>
                      <a:pt x="54" y="17"/>
                      <a:pt x="54" y="13"/>
                      <a:pt x="54" y="10"/>
                    </a:cubicBezTo>
                    <a:cubicBezTo>
                      <a:pt x="53" y="7"/>
                      <a:pt x="51" y="4"/>
                      <a:pt x="51" y="1"/>
                    </a:cubicBezTo>
                  </a:path>
                </a:pathLst>
              </a:custGeom>
              <a:solidFill>
                <a:srgbClr val="CEB7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824" name="Freeform 243">
                <a:extLst>
                  <a:ext uri="{FF2B5EF4-FFF2-40B4-BE49-F238E27FC236}">
                    <a16:creationId xmlns:a16="http://schemas.microsoft.com/office/drawing/2014/main" id="{BDEC53A3-4016-4907-896E-E7EF0515CB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5" y="3939"/>
                <a:ext cx="16" cy="21"/>
              </a:xfrm>
              <a:custGeom>
                <a:avLst/>
                <a:gdLst>
                  <a:gd name="T0" fmla="*/ 0 w 10"/>
                  <a:gd name="T1" fmla="*/ 55 h 13"/>
                  <a:gd name="T2" fmla="*/ 42 w 10"/>
                  <a:gd name="T3" fmla="*/ 50 h 13"/>
                  <a:gd name="T4" fmla="*/ 13 w 10"/>
                  <a:gd name="T5" fmla="*/ 5 h 13"/>
                  <a:gd name="T6" fmla="*/ 5 w 10"/>
                  <a:gd name="T7" fmla="*/ 50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13">
                    <a:moveTo>
                      <a:pt x="0" y="13"/>
                    </a:moveTo>
                    <a:cubicBezTo>
                      <a:pt x="5" y="13"/>
                      <a:pt x="2" y="12"/>
                      <a:pt x="10" y="12"/>
                    </a:cubicBezTo>
                    <a:cubicBezTo>
                      <a:pt x="8" y="8"/>
                      <a:pt x="7" y="0"/>
                      <a:pt x="3" y="1"/>
                    </a:cubicBezTo>
                    <a:cubicBezTo>
                      <a:pt x="2" y="3"/>
                      <a:pt x="1" y="10"/>
                      <a:pt x="1" y="12"/>
                    </a:cubicBezTo>
                  </a:path>
                </a:pathLst>
              </a:custGeom>
              <a:solidFill>
                <a:srgbClr val="32271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825" name="Freeform 244">
                <a:extLst>
                  <a:ext uri="{FF2B5EF4-FFF2-40B4-BE49-F238E27FC236}">
                    <a16:creationId xmlns:a16="http://schemas.microsoft.com/office/drawing/2014/main" id="{F1DF1096-37DC-4FB9-8995-9D9DE5AC41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2" y="3736"/>
                <a:ext cx="284" cy="369"/>
              </a:xfrm>
              <a:custGeom>
                <a:avLst/>
                <a:gdLst>
                  <a:gd name="T0" fmla="*/ 306 w 177"/>
                  <a:gd name="T1" fmla="*/ 16 h 231"/>
                  <a:gd name="T2" fmla="*/ 623 w 177"/>
                  <a:gd name="T3" fmla="*/ 0 h 231"/>
                  <a:gd name="T4" fmla="*/ 698 w 177"/>
                  <a:gd name="T5" fmla="*/ 281 h 231"/>
                  <a:gd name="T6" fmla="*/ 716 w 177"/>
                  <a:gd name="T7" fmla="*/ 551 h 231"/>
                  <a:gd name="T8" fmla="*/ 695 w 177"/>
                  <a:gd name="T9" fmla="*/ 572 h 231"/>
                  <a:gd name="T10" fmla="*/ 655 w 177"/>
                  <a:gd name="T11" fmla="*/ 572 h 231"/>
                  <a:gd name="T12" fmla="*/ 600 w 177"/>
                  <a:gd name="T13" fmla="*/ 770 h 231"/>
                  <a:gd name="T14" fmla="*/ 348 w 177"/>
                  <a:gd name="T15" fmla="*/ 896 h 231"/>
                  <a:gd name="T16" fmla="*/ 77 w 177"/>
                  <a:gd name="T17" fmla="*/ 607 h 231"/>
                  <a:gd name="T18" fmla="*/ 247 w 177"/>
                  <a:gd name="T19" fmla="*/ 428 h 231"/>
                  <a:gd name="T20" fmla="*/ 314 w 177"/>
                  <a:gd name="T21" fmla="*/ 289 h 231"/>
                  <a:gd name="T22" fmla="*/ 306 w 177"/>
                  <a:gd name="T23" fmla="*/ 16 h 23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77" h="231">
                    <a:moveTo>
                      <a:pt x="74" y="4"/>
                    </a:moveTo>
                    <a:cubicBezTo>
                      <a:pt x="74" y="4"/>
                      <a:pt x="110" y="19"/>
                      <a:pt x="151" y="0"/>
                    </a:cubicBezTo>
                    <a:cubicBezTo>
                      <a:pt x="151" y="0"/>
                      <a:pt x="167" y="53"/>
                      <a:pt x="169" y="69"/>
                    </a:cubicBezTo>
                    <a:cubicBezTo>
                      <a:pt x="170" y="86"/>
                      <a:pt x="177" y="105"/>
                      <a:pt x="173" y="135"/>
                    </a:cubicBezTo>
                    <a:cubicBezTo>
                      <a:pt x="168" y="140"/>
                      <a:pt x="168" y="140"/>
                      <a:pt x="168" y="140"/>
                    </a:cubicBezTo>
                    <a:cubicBezTo>
                      <a:pt x="158" y="140"/>
                      <a:pt x="158" y="140"/>
                      <a:pt x="158" y="140"/>
                    </a:cubicBezTo>
                    <a:cubicBezTo>
                      <a:pt x="158" y="140"/>
                      <a:pt x="162" y="172"/>
                      <a:pt x="145" y="189"/>
                    </a:cubicBezTo>
                    <a:cubicBezTo>
                      <a:pt x="145" y="189"/>
                      <a:pt x="122" y="208"/>
                      <a:pt x="84" y="220"/>
                    </a:cubicBezTo>
                    <a:cubicBezTo>
                      <a:pt x="51" y="231"/>
                      <a:pt x="0" y="180"/>
                      <a:pt x="19" y="149"/>
                    </a:cubicBezTo>
                    <a:cubicBezTo>
                      <a:pt x="28" y="134"/>
                      <a:pt x="49" y="120"/>
                      <a:pt x="60" y="105"/>
                    </a:cubicBezTo>
                    <a:cubicBezTo>
                      <a:pt x="73" y="89"/>
                      <a:pt x="76" y="71"/>
                      <a:pt x="76" y="71"/>
                    </a:cubicBezTo>
                    <a:cubicBezTo>
                      <a:pt x="76" y="71"/>
                      <a:pt x="79" y="16"/>
                      <a:pt x="74" y="4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826" name="Freeform 245">
                <a:extLst>
                  <a:ext uri="{FF2B5EF4-FFF2-40B4-BE49-F238E27FC236}">
                    <a16:creationId xmlns:a16="http://schemas.microsoft.com/office/drawing/2014/main" id="{03C9DC75-985E-4049-B3A0-F345D94947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5" y="3912"/>
                <a:ext cx="11" cy="51"/>
              </a:xfrm>
              <a:custGeom>
                <a:avLst/>
                <a:gdLst>
                  <a:gd name="T0" fmla="*/ 0 w 7"/>
                  <a:gd name="T1" fmla="*/ 129 h 32"/>
                  <a:gd name="T2" fmla="*/ 0 w 7"/>
                  <a:gd name="T3" fmla="*/ 97 h 32"/>
                  <a:gd name="T4" fmla="*/ 8 w 7"/>
                  <a:gd name="T5" fmla="*/ 53 h 32"/>
                  <a:gd name="T6" fmla="*/ 14 w 7"/>
                  <a:gd name="T7" fmla="*/ 26 h 32"/>
                  <a:gd name="T8" fmla="*/ 27 w 7"/>
                  <a:gd name="T9" fmla="*/ 0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32">
                    <a:moveTo>
                      <a:pt x="0" y="32"/>
                    </a:moveTo>
                    <a:cubicBezTo>
                      <a:pt x="0" y="29"/>
                      <a:pt x="0" y="26"/>
                      <a:pt x="0" y="24"/>
                    </a:cubicBezTo>
                    <a:cubicBezTo>
                      <a:pt x="1" y="20"/>
                      <a:pt x="1" y="17"/>
                      <a:pt x="2" y="13"/>
                    </a:cubicBezTo>
                    <a:cubicBezTo>
                      <a:pt x="3" y="11"/>
                      <a:pt x="3" y="8"/>
                      <a:pt x="4" y="6"/>
                    </a:cubicBezTo>
                    <a:cubicBezTo>
                      <a:pt x="5" y="4"/>
                      <a:pt x="7" y="2"/>
                      <a:pt x="7" y="0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827" name="Freeform 246">
                <a:extLst>
                  <a:ext uri="{FF2B5EF4-FFF2-40B4-BE49-F238E27FC236}">
                    <a16:creationId xmlns:a16="http://schemas.microsoft.com/office/drawing/2014/main" id="{6D982E2E-BC48-4CF1-B600-18DF2C9405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6" y="3747"/>
                <a:ext cx="36" cy="168"/>
              </a:xfrm>
              <a:custGeom>
                <a:avLst/>
                <a:gdLst>
                  <a:gd name="T0" fmla="*/ 0 w 22"/>
                  <a:gd name="T1" fmla="*/ 0 h 105"/>
                  <a:gd name="T2" fmla="*/ 13 w 22"/>
                  <a:gd name="T3" fmla="*/ 0 h 105"/>
                  <a:gd name="T4" fmla="*/ 0 w 22"/>
                  <a:gd name="T5" fmla="*/ 16 h 105"/>
                  <a:gd name="T6" fmla="*/ 13 w 22"/>
                  <a:gd name="T7" fmla="*/ 16 h 105"/>
                  <a:gd name="T8" fmla="*/ 8 w 22"/>
                  <a:gd name="T9" fmla="*/ 29 h 105"/>
                  <a:gd name="T10" fmla="*/ 18 w 22"/>
                  <a:gd name="T11" fmla="*/ 34 h 105"/>
                  <a:gd name="T12" fmla="*/ 21 w 22"/>
                  <a:gd name="T13" fmla="*/ 35 h 105"/>
                  <a:gd name="T14" fmla="*/ 18 w 22"/>
                  <a:gd name="T15" fmla="*/ 46 h 105"/>
                  <a:gd name="T16" fmla="*/ 13 w 22"/>
                  <a:gd name="T17" fmla="*/ 54 h 105"/>
                  <a:gd name="T18" fmla="*/ 21 w 22"/>
                  <a:gd name="T19" fmla="*/ 54 h 105"/>
                  <a:gd name="T20" fmla="*/ 18 w 22"/>
                  <a:gd name="T21" fmla="*/ 67 h 105"/>
                  <a:gd name="T22" fmla="*/ 29 w 22"/>
                  <a:gd name="T23" fmla="*/ 69 h 105"/>
                  <a:gd name="T24" fmla="*/ 43 w 22"/>
                  <a:gd name="T25" fmla="*/ 94 h 105"/>
                  <a:gd name="T26" fmla="*/ 29 w 22"/>
                  <a:gd name="T27" fmla="*/ 115 h 105"/>
                  <a:gd name="T28" fmla="*/ 43 w 22"/>
                  <a:gd name="T29" fmla="*/ 136 h 105"/>
                  <a:gd name="T30" fmla="*/ 54 w 22"/>
                  <a:gd name="T31" fmla="*/ 150 h 105"/>
                  <a:gd name="T32" fmla="*/ 62 w 22"/>
                  <a:gd name="T33" fmla="*/ 184 h 105"/>
                  <a:gd name="T34" fmla="*/ 54 w 22"/>
                  <a:gd name="T35" fmla="*/ 210 h 105"/>
                  <a:gd name="T36" fmla="*/ 70 w 22"/>
                  <a:gd name="T37" fmla="*/ 240 h 105"/>
                  <a:gd name="T38" fmla="*/ 56 w 22"/>
                  <a:gd name="T39" fmla="*/ 261 h 105"/>
                  <a:gd name="T40" fmla="*/ 62 w 22"/>
                  <a:gd name="T41" fmla="*/ 274 h 105"/>
                  <a:gd name="T42" fmla="*/ 70 w 22"/>
                  <a:gd name="T43" fmla="*/ 278 h 105"/>
                  <a:gd name="T44" fmla="*/ 62 w 22"/>
                  <a:gd name="T45" fmla="*/ 299 h 105"/>
                  <a:gd name="T46" fmla="*/ 77 w 22"/>
                  <a:gd name="T47" fmla="*/ 299 h 105"/>
                  <a:gd name="T48" fmla="*/ 75 w 22"/>
                  <a:gd name="T49" fmla="*/ 333 h 105"/>
                  <a:gd name="T50" fmla="*/ 88 w 22"/>
                  <a:gd name="T51" fmla="*/ 328 h 105"/>
                  <a:gd name="T52" fmla="*/ 83 w 22"/>
                  <a:gd name="T53" fmla="*/ 355 h 105"/>
                  <a:gd name="T54" fmla="*/ 97 w 22"/>
                  <a:gd name="T55" fmla="*/ 354 h 105"/>
                  <a:gd name="T56" fmla="*/ 83 w 22"/>
                  <a:gd name="T57" fmla="*/ 389 h 105"/>
                  <a:gd name="T58" fmla="*/ 97 w 22"/>
                  <a:gd name="T59" fmla="*/ 389 h 105"/>
                  <a:gd name="T60" fmla="*/ 97 w 22"/>
                  <a:gd name="T61" fmla="*/ 414 h 105"/>
                  <a:gd name="T62" fmla="*/ 97 w 22"/>
                  <a:gd name="T63" fmla="*/ 430 h 105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22" h="105">
                    <a:moveTo>
                      <a:pt x="0" y="0"/>
                    </a:moveTo>
                    <a:cubicBezTo>
                      <a:pt x="1" y="0"/>
                      <a:pt x="2" y="0"/>
                      <a:pt x="3" y="0"/>
                    </a:cubicBezTo>
                    <a:cubicBezTo>
                      <a:pt x="2" y="2"/>
                      <a:pt x="1" y="3"/>
                      <a:pt x="0" y="4"/>
                    </a:cubicBezTo>
                    <a:cubicBezTo>
                      <a:pt x="1" y="4"/>
                      <a:pt x="2" y="4"/>
                      <a:pt x="3" y="4"/>
                    </a:cubicBezTo>
                    <a:cubicBezTo>
                      <a:pt x="3" y="5"/>
                      <a:pt x="2" y="7"/>
                      <a:pt x="2" y="7"/>
                    </a:cubicBezTo>
                    <a:cubicBezTo>
                      <a:pt x="2" y="8"/>
                      <a:pt x="4" y="8"/>
                      <a:pt x="4" y="8"/>
                    </a:cubicBezTo>
                    <a:cubicBezTo>
                      <a:pt x="4" y="9"/>
                      <a:pt x="5" y="8"/>
                      <a:pt x="5" y="9"/>
                    </a:cubicBezTo>
                    <a:cubicBezTo>
                      <a:pt x="5" y="10"/>
                      <a:pt x="4" y="10"/>
                      <a:pt x="4" y="11"/>
                    </a:cubicBezTo>
                    <a:cubicBezTo>
                      <a:pt x="4" y="11"/>
                      <a:pt x="3" y="12"/>
                      <a:pt x="3" y="13"/>
                    </a:cubicBezTo>
                    <a:cubicBezTo>
                      <a:pt x="3" y="13"/>
                      <a:pt x="4" y="13"/>
                      <a:pt x="5" y="13"/>
                    </a:cubicBezTo>
                    <a:cubicBezTo>
                      <a:pt x="6" y="14"/>
                      <a:pt x="5" y="15"/>
                      <a:pt x="4" y="16"/>
                    </a:cubicBezTo>
                    <a:cubicBezTo>
                      <a:pt x="5" y="17"/>
                      <a:pt x="6" y="17"/>
                      <a:pt x="7" y="17"/>
                    </a:cubicBezTo>
                    <a:cubicBezTo>
                      <a:pt x="8" y="21"/>
                      <a:pt x="4" y="22"/>
                      <a:pt x="10" y="23"/>
                    </a:cubicBezTo>
                    <a:cubicBezTo>
                      <a:pt x="9" y="25"/>
                      <a:pt x="7" y="26"/>
                      <a:pt x="7" y="28"/>
                    </a:cubicBezTo>
                    <a:cubicBezTo>
                      <a:pt x="10" y="30"/>
                      <a:pt x="11" y="29"/>
                      <a:pt x="10" y="33"/>
                    </a:cubicBezTo>
                    <a:cubicBezTo>
                      <a:pt x="9" y="35"/>
                      <a:pt x="8" y="37"/>
                      <a:pt x="12" y="37"/>
                    </a:cubicBezTo>
                    <a:cubicBezTo>
                      <a:pt x="13" y="41"/>
                      <a:pt x="7" y="45"/>
                      <a:pt x="14" y="45"/>
                    </a:cubicBezTo>
                    <a:cubicBezTo>
                      <a:pt x="14" y="47"/>
                      <a:pt x="12" y="49"/>
                      <a:pt x="12" y="51"/>
                    </a:cubicBezTo>
                    <a:cubicBezTo>
                      <a:pt x="20" y="51"/>
                      <a:pt x="6" y="61"/>
                      <a:pt x="16" y="59"/>
                    </a:cubicBezTo>
                    <a:cubicBezTo>
                      <a:pt x="16" y="61"/>
                      <a:pt x="14" y="62"/>
                      <a:pt x="13" y="64"/>
                    </a:cubicBezTo>
                    <a:cubicBezTo>
                      <a:pt x="13" y="68"/>
                      <a:pt x="13" y="65"/>
                      <a:pt x="14" y="67"/>
                    </a:cubicBezTo>
                    <a:cubicBezTo>
                      <a:pt x="15" y="68"/>
                      <a:pt x="16" y="66"/>
                      <a:pt x="16" y="68"/>
                    </a:cubicBezTo>
                    <a:cubicBezTo>
                      <a:pt x="17" y="69"/>
                      <a:pt x="15" y="72"/>
                      <a:pt x="14" y="73"/>
                    </a:cubicBezTo>
                    <a:cubicBezTo>
                      <a:pt x="16" y="74"/>
                      <a:pt x="17" y="73"/>
                      <a:pt x="18" y="73"/>
                    </a:cubicBezTo>
                    <a:cubicBezTo>
                      <a:pt x="18" y="75"/>
                      <a:pt x="16" y="78"/>
                      <a:pt x="17" y="81"/>
                    </a:cubicBezTo>
                    <a:cubicBezTo>
                      <a:pt x="18" y="81"/>
                      <a:pt x="19" y="80"/>
                      <a:pt x="20" y="80"/>
                    </a:cubicBezTo>
                    <a:cubicBezTo>
                      <a:pt x="20" y="82"/>
                      <a:pt x="19" y="84"/>
                      <a:pt x="19" y="87"/>
                    </a:cubicBezTo>
                    <a:cubicBezTo>
                      <a:pt x="20" y="86"/>
                      <a:pt x="21" y="87"/>
                      <a:pt x="22" y="86"/>
                    </a:cubicBezTo>
                    <a:cubicBezTo>
                      <a:pt x="22" y="89"/>
                      <a:pt x="19" y="93"/>
                      <a:pt x="19" y="95"/>
                    </a:cubicBezTo>
                    <a:cubicBezTo>
                      <a:pt x="20" y="95"/>
                      <a:pt x="21" y="95"/>
                      <a:pt x="22" y="95"/>
                    </a:cubicBezTo>
                    <a:cubicBezTo>
                      <a:pt x="21" y="97"/>
                      <a:pt x="18" y="101"/>
                      <a:pt x="22" y="101"/>
                    </a:cubicBezTo>
                    <a:cubicBezTo>
                      <a:pt x="21" y="102"/>
                      <a:pt x="21" y="104"/>
                      <a:pt x="22" y="105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828" name="Freeform 247">
                <a:extLst>
                  <a:ext uri="{FF2B5EF4-FFF2-40B4-BE49-F238E27FC236}">
                    <a16:creationId xmlns:a16="http://schemas.microsoft.com/office/drawing/2014/main" id="{6BCCEEEE-7208-4B4D-90C2-AFC8C0013A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5" y="3744"/>
                <a:ext cx="22" cy="30"/>
              </a:xfrm>
              <a:custGeom>
                <a:avLst/>
                <a:gdLst>
                  <a:gd name="T0" fmla="*/ 5 w 14"/>
                  <a:gd name="T1" fmla="*/ 0 h 19"/>
                  <a:gd name="T2" fmla="*/ 27 w 14"/>
                  <a:gd name="T3" fmla="*/ 60 h 19"/>
                  <a:gd name="T4" fmla="*/ 0 w 14"/>
                  <a:gd name="T5" fmla="*/ 5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9">
                    <a:moveTo>
                      <a:pt x="1" y="0"/>
                    </a:moveTo>
                    <a:cubicBezTo>
                      <a:pt x="6" y="2"/>
                      <a:pt x="14" y="10"/>
                      <a:pt x="7" y="15"/>
                    </a:cubicBezTo>
                    <a:cubicBezTo>
                      <a:pt x="1" y="19"/>
                      <a:pt x="0" y="4"/>
                      <a:pt x="0" y="1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829" name="Freeform 248">
                <a:extLst>
                  <a:ext uri="{FF2B5EF4-FFF2-40B4-BE49-F238E27FC236}">
                    <a16:creationId xmlns:a16="http://schemas.microsoft.com/office/drawing/2014/main" id="{D9264469-FCCD-4FF1-818E-F54A7C2A3A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3" y="3736"/>
                <a:ext cx="282" cy="370"/>
              </a:xfrm>
              <a:custGeom>
                <a:avLst/>
                <a:gdLst>
                  <a:gd name="T0" fmla="*/ 418 w 176"/>
                  <a:gd name="T1" fmla="*/ 16 h 232"/>
                  <a:gd name="T2" fmla="*/ 107 w 176"/>
                  <a:gd name="T3" fmla="*/ 0 h 232"/>
                  <a:gd name="T4" fmla="*/ 34 w 176"/>
                  <a:gd name="T5" fmla="*/ 285 h 232"/>
                  <a:gd name="T6" fmla="*/ 16 w 176"/>
                  <a:gd name="T7" fmla="*/ 547 h 232"/>
                  <a:gd name="T8" fmla="*/ 34 w 176"/>
                  <a:gd name="T9" fmla="*/ 568 h 232"/>
                  <a:gd name="T10" fmla="*/ 74 w 176"/>
                  <a:gd name="T11" fmla="*/ 568 h 232"/>
                  <a:gd name="T12" fmla="*/ 128 w 176"/>
                  <a:gd name="T13" fmla="*/ 770 h 232"/>
                  <a:gd name="T14" fmla="*/ 378 w 176"/>
                  <a:gd name="T15" fmla="*/ 893 h 232"/>
                  <a:gd name="T16" fmla="*/ 649 w 176"/>
                  <a:gd name="T17" fmla="*/ 606 h 232"/>
                  <a:gd name="T18" fmla="*/ 477 w 176"/>
                  <a:gd name="T19" fmla="*/ 424 h 232"/>
                  <a:gd name="T20" fmla="*/ 417 w 176"/>
                  <a:gd name="T21" fmla="*/ 287 h 232"/>
                  <a:gd name="T22" fmla="*/ 418 w 176"/>
                  <a:gd name="T23" fmla="*/ 16 h 23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76" h="232">
                    <a:moveTo>
                      <a:pt x="102" y="4"/>
                    </a:moveTo>
                    <a:cubicBezTo>
                      <a:pt x="102" y="4"/>
                      <a:pt x="67" y="19"/>
                      <a:pt x="26" y="0"/>
                    </a:cubicBezTo>
                    <a:cubicBezTo>
                      <a:pt x="26" y="0"/>
                      <a:pt x="9" y="53"/>
                      <a:pt x="8" y="70"/>
                    </a:cubicBezTo>
                    <a:cubicBezTo>
                      <a:pt x="6" y="86"/>
                      <a:pt x="0" y="105"/>
                      <a:pt x="4" y="135"/>
                    </a:cubicBezTo>
                    <a:cubicBezTo>
                      <a:pt x="8" y="140"/>
                      <a:pt x="8" y="140"/>
                      <a:pt x="8" y="140"/>
                    </a:cubicBezTo>
                    <a:cubicBezTo>
                      <a:pt x="18" y="140"/>
                      <a:pt x="18" y="140"/>
                      <a:pt x="18" y="140"/>
                    </a:cubicBezTo>
                    <a:cubicBezTo>
                      <a:pt x="18" y="140"/>
                      <a:pt x="14" y="172"/>
                      <a:pt x="31" y="190"/>
                    </a:cubicBezTo>
                    <a:cubicBezTo>
                      <a:pt x="31" y="190"/>
                      <a:pt x="54" y="208"/>
                      <a:pt x="92" y="220"/>
                    </a:cubicBezTo>
                    <a:cubicBezTo>
                      <a:pt x="126" y="232"/>
                      <a:pt x="176" y="180"/>
                      <a:pt x="158" y="149"/>
                    </a:cubicBezTo>
                    <a:cubicBezTo>
                      <a:pt x="149" y="134"/>
                      <a:pt x="128" y="120"/>
                      <a:pt x="116" y="105"/>
                    </a:cubicBezTo>
                    <a:cubicBezTo>
                      <a:pt x="104" y="89"/>
                      <a:pt x="101" y="71"/>
                      <a:pt x="101" y="71"/>
                    </a:cubicBezTo>
                    <a:cubicBezTo>
                      <a:pt x="101" y="71"/>
                      <a:pt x="98" y="16"/>
                      <a:pt x="102" y="4"/>
                    </a:cubicBezTo>
                    <a:close/>
                  </a:path>
                </a:pathLst>
              </a:custGeom>
              <a:solidFill>
                <a:srgbClr val="BCA4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830" name="Freeform 249">
                <a:extLst>
                  <a:ext uri="{FF2B5EF4-FFF2-40B4-BE49-F238E27FC236}">
                    <a16:creationId xmlns:a16="http://schemas.microsoft.com/office/drawing/2014/main" id="{1C0690CA-E6C3-436C-BA87-B468320A02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6" y="3961"/>
                <a:ext cx="232" cy="141"/>
              </a:xfrm>
              <a:custGeom>
                <a:avLst/>
                <a:gdLst>
                  <a:gd name="T0" fmla="*/ 16 w 145"/>
                  <a:gd name="T1" fmla="*/ 0 h 88"/>
                  <a:gd name="T2" fmla="*/ 69 w 145"/>
                  <a:gd name="T3" fmla="*/ 203 h 88"/>
                  <a:gd name="T4" fmla="*/ 320 w 145"/>
                  <a:gd name="T5" fmla="*/ 325 h 88"/>
                  <a:gd name="T6" fmla="*/ 594 w 145"/>
                  <a:gd name="T7" fmla="*/ 152 h 88"/>
                  <a:gd name="T8" fmla="*/ 323 w 145"/>
                  <a:gd name="T9" fmla="*/ 306 h 88"/>
                  <a:gd name="T10" fmla="*/ 69 w 145"/>
                  <a:gd name="T11" fmla="*/ 159 h 88"/>
                  <a:gd name="T12" fmla="*/ 16 w 145"/>
                  <a:gd name="T13" fmla="*/ 0 h 8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5" h="88">
                    <a:moveTo>
                      <a:pt x="4" y="0"/>
                    </a:moveTo>
                    <a:cubicBezTo>
                      <a:pt x="4" y="0"/>
                      <a:pt x="0" y="31"/>
                      <a:pt x="17" y="49"/>
                    </a:cubicBezTo>
                    <a:cubicBezTo>
                      <a:pt x="17" y="49"/>
                      <a:pt x="40" y="67"/>
                      <a:pt x="78" y="79"/>
                    </a:cubicBezTo>
                    <a:cubicBezTo>
                      <a:pt x="102" y="88"/>
                      <a:pt x="135" y="63"/>
                      <a:pt x="145" y="37"/>
                    </a:cubicBezTo>
                    <a:cubicBezTo>
                      <a:pt x="145" y="37"/>
                      <a:pt x="113" y="82"/>
                      <a:pt x="79" y="74"/>
                    </a:cubicBezTo>
                    <a:cubicBezTo>
                      <a:pt x="46" y="65"/>
                      <a:pt x="29" y="53"/>
                      <a:pt x="17" y="39"/>
                    </a:cubicBezTo>
                    <a:cubicBezTo>
                      <a:pt x="5" y="25"/>
                      <a:pt x="4" y="0"/>
                      <a:pt x="4" y="0"/>
                    </a:cubicBezTo>
                    <a:close/>
                  </a:path>
                </a:pathLst>
              </a:custGeom>
              <a:solidFill>
                <a:srgbClr val="32271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831" name="Freeform 250">
                <a:extLst>
                  <a:ext uri="{FF2B5EF4-FFF2-40B4-BE49-F238E27FC236}">
                    <a16:creationId xmlns:a16="http://schemas.microsoft.com/office/drawing/2014/main" id="{22A6A8F8-17A1-47C6-934B-F3D32B0762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3" y="3894"/>
                <a:ext cx="40" cy="113"/>
              </a:xfrm>
              <a:custGeom>
                <a:avLst/>
                <a:gdLst>
                  <a:gd name="T0" fmla="*/ 102 w 25"/>
                  <a:gd name="T1" fmla="*/ 271 h 71"/>
                  <a:gd name="T2" fmla="*/ 56 w 25"/>
                  <a:gd name="T3" fmla="*/ 197 h 71"/>
                  <a:gd name="T4" fmla="*/ 46 w 25"/>
                  <a:gd name="T5" fmla="*/ 134 h 71"/>
                  <a:gd name="T6" fmla="*/ 0 w 25"/>
                  <a:gd name="T7" fmla="*/ 0 h 71"/>
                  <a:gd name="T8" fmla="*/ 35 w 25"/>
                  <a:gd name="T9" fmla="*/ 56 h 71"/>
                  <a:gd name="T10" fmla="*/ 69 w 25"/>
                  <a:gd name="T11" fmla="*/ 129 h 71"/>
                  <a:gd name="T12" fmla="*/ 102 w 25"/>
                  <a:gd name="T13" fmla="*/ 286 h 7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" h="71">
                    <a:moveTo>
                      <a:pt x="25" y="67"/>
                    </a:moveTo>
                    <a:cubicBezTo>
                      <a:pt x="20" y="65"/>
                      <a:pt x="16" y="54"/>
                      <a:pt x="14" y="49"/>
                    </a:cubicBezTo>
                    <a:cubicBezTo>
                      <a:pt x="13" y="44"/>
                      <a:pt x="12" y="39"/>
                      <a:pt x="11" y="33"/>
                    </a:cubicBezTo>
                    <a:cubicBezTo>
                      <a:pt x="9" y="20"/>
                      <a:pt x="6" y="12"/>
                      <a:pt x="0" y="0"/>
                    </a:cubicBezTo>
                    <a:cubicBezTo>
                      <a:pt x="4" y="3"/>
                      <a:pt x="7" y="9"/>
                      <a:pt x="9" y="14"/>
                    </a:cubicBezTo>
                    <a:cubicBezTo>
                      <a:pt x="11" y="21"/>
                      <a:pt x="15" y="25"/>
                      <a:pt x="17" y="32"/>
                    </a:cubicBezTo>
                    <a:cubicBezTo>
                      <a:pt x="20" y="46"/>
                      <a:pt x="18" y="58"/>
                      <a:pt x="25" y="71"/>
                    </a:cubicBezTo>
                  </a:path>
                </a:pathLst>
              </a:custGeom>
              <a:solidFill>
                <a:srgbClr val="9B84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832" name="Freeform 251">
                <a:extLst>
                  <a:ext uri="{FF2B5EF4-FFF2-40B4-BE49-F238E27FC236}">
                    <a16:creationId xmlns:a16="http://schemas.microsoft.com/office/drawing/2014/main" id="{6AFCE5DF-5301-499F-AE08-A070F70042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9" y="3768"/>
                <a:ext cx="24" cy="155"/>
              </a:xfrm>
              <a:custGeom>
                <a:avLst/>
                <a:gdLst>
                  <a:gd name="T0" fmla="*/ 54 w 15"/>
                  <a:gd name="T1" fmla="*/ 0 h 97"/>
                  <a:gd name="T2" fmla="*/ 34 w 15"/>
                  <a:gd name="T3" fmla="*/ 67 h 97"/>
                  <a:gd name="T4" fmla="*/ 26 w 15"/>
                  <a:gd name="T5" fmla="*/ 118 h 97"/>
                  <a:gd name="T6" fmla="*/ 5 w 15"/>
                  <a:gd name="T7" fmla="*/ 206 h 97"/>
                  <a:gd name="T8" fmla="*/ 54 w 15"/>
                  <a:gd name="T9" fmla="*/ 396 h 97"/>
                  <a:gd name="T10" fmla="*/ 48 w 15"/>
                  <a:gd name="T11" fmla="*/ 347 h 97"/>
                  <a:gd name="T12" fmla="*/ 35 w 15"/>
                  <a:gd name="T13" fmla="*/ 286 h 97"/>
                  <a:gd name="T14" fmla="*/ 21 w 15"/>
                  <a:gd name="T15" fmla="*/ 176 h 97"/>
                  <a:gd name="T16" fmla="*/ 61 w 15"/>
                  <a:gd name="T17" fmla="*/ 0 h 9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5" h="97">
                    <a:moveTo>
                      <a:pt x="13" y="0"/>
                    </a:moveTo>
                    <a:cubicBezTo>
                      <a:pt x="13" y="6"/>
                      <a:pt x="10" y="11"/>
                      <a:pt x="8" y="16"/>
                    </a:cubicBezTo>
                    <a:cubicBezTo>
                      <a:pt x="7" y="21"/>
                      <a:pt x="7" y="25"/>
                      <a:pt x="6" y="29"/>
                    </a:cubicBezTo>
                    <a:cubicBezTo>
                      <a:pt x="4" y="36"/>
                      <a:pt x="2" y="44"/>
                      <a:pt x="1" y="51"/>
                    </a:cubicBezTo>
                    <a:cubicBezTo>
                      <a:pt x="0" y="68"/>
                      <a:pt x="8" y="81"/>
                      <a:pt x="13" y="97"/>
                    </a:cubicBezTo>
                    <a:cubicBezTo>
                      <a:pt x="15" y="92"/>
                      <a:pt x="13" y="89"/>
                      <a:pt x="12" y="85"/>
                    </a:cubicBezTo>
                    <a:cubicBezTo>
                      <a:pt x="10" y="80"/>
                      <a:pt x="10" y="75"/>
                      <a:pt x="9" y="70"/>
                    </a:cubicBezTo>
                    <a:cubicBezTo>
                      <a:pt x="7" y="61"/>
                      <a:pt x="5" y="52"/>
                      <a:pt x="5" y="43"/>
                    </a:cubicBezTo>
                    <a:cubicBezTo>
                      <a:pt x="7" y="28"/>
                      <a:pt x="13" y="14"/>
                      <a:pt x="15" y="0"/>
                    </a:cubicBezTo>
                  </a:path>
                </a:pathLst>
              </a:custGeom>
              <a:solidFill>
                <a:srgbClr val="CEB7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833" name="Freeform 252">
                <a:extLst>
                  <a:ext uri="{FF2B5EF4-FFF2-40B4-BE49-F238E27FC236}">
                    <a16:creationId xmlns:a16="http://schemas.microsoft.com/office/drawing/2014/main" id="{BFA45FF9-7DEB-47B2-86A9-F0F83D8988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8" y="4028"/>
                <a:ext cx="93" cy="42"/>
              </a:xfrm>
              <a:custGeom>
                <a:avLst/>
                <a:gdLst>
                  <a:gd name="T0" fmla="*/ 239 w 58"/>
                  <a:gd name="T1" fmla="*/ 42 h 26"/>
                  <a:gd name="T2" fmla="*/ 162 w 58"/>
                  <a:gd name="T3" fmla="*/ 89 h 26"/>
                  <a:gd name="T4" fmla="*/ 90 w 58"/>
                  <a:gd name="T5" fmla="*/ 105 h 26"/>
                  <a:gd name="T6" fmla="*/ 21 w 58"/>
                  <a:gd name="T7" fmla="*/ 26 h 26"/>
                  <a:gd name="T8" fmla="*/ 77 w 58"/>
                  <a:gd name="T9" fmla="*/ 26 h 26"/>
                  <a:gd name="T10" fmla="*/ 149 w 58"/>
                  <a:gd name="T11" fmla="*/ 29 h 26"/>
                  <a:gd name="T12" fmla="*/ 205 w 58"/>
                  <a:gd name="T13" fmla="*/ 8 h 26"/>
                  <a:gd name="T14" fmla="*/ 234 w 58"/>
                  <a:gd name="T15" fmla="*/ 39 h 26"/>
                  <a:gd name="T16" fmla="*/ 234 w 58"/>
                  <a:gd name="T17" fmla="*/ 50 h 2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8" h="26">
                    <a:moveTo>
                      <a:pt x="58" y="10"/>
                    </a:moveTo>
                    <a:cubicBezTo>
                      <a:pt x="55" y="15"/>
                      <a:pt x="45" y="19"/>
                      <a:pt x="39" y="21"/>
                    </a:cubicBezTo>
                    <a:cubicBezTo>
                      <a:pt x="34" y="23"/>
                      <a:pt x="28" y="26"/>
                      <a:pt x="22" y="25"/>
                    </a:cubicBezTo>
                    <a:cubicBezTo>
                      <a:pt x="17" y="24"/>
                      <a:pt x="0" y="11"/>
                      <a:pt x="5" y="6"/>
                    </a:cubicBezTo>
                    <a:cubicBezTo>
                      <a:pt x="8" y="2"/>
                      <a:pt x="16" y="5"/>
                      <a:pt x="19" y="6"/>
                    </a:cubicBezTo>
                    <a:cubicBezTo>
                      <a:pt x="24" y="7"/>
                      <a:pt x="31" y="8"/>
                      <a:pt x="36" y="7"/>
                    </a:cubicBezTo>
                    <a:cubicBezTo>
                      <a:pt x="41" y="6"/>
                      <a:pt x="44" y="0"/>
                      <a:pt x="50" y="2"/>
                    </a:cubicBezTo>
                    <a:cubicBezTo>
                      <a:pt x="54" y="3"/>
                      <a:pt x="57" y="5"/>
                      <a:pt x="57" y="9"/>
                    </a:cubicBezTo>
                    <a:cubicBezTo>
                      <a:pt x="57" y="10"/>
                      <a:pt x="57" y="11"/>
                      <a:pt x="57" y="12"/>
                    </a:cubicBezTo>
                  </a:path>
                </a:pathLst>
              </a:custGeom>
              <a:solidFill>
                <a:srgbClr val="CEB7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834" name="Freeform 253">
                <a:extLst>
                  <a:ext uri="{FF2B5EF4-FFF2-40B4-BE49-F238E27FC236}">
                    <a16:creationId xmlns:a16="http://schemas.microsoft.com/office/drawing/2014/main" id="{32FB123C-3C45-4DDE-9F13-259CE4BD09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3" y="3750"/>
                <a:ext cx="80" cy="333"/>
              </a:xfrm>
              <a:custGeom>
                <a:avLst/>
                <a:gdLst>
                  <a:gd name="T0" fmla="*/ 136 w 50"/>
                  <a:gd name="T1" fmla="*/ 853 h 208"/>
                  <a:gd name="T2" fmla="*/ 197 w 50"/>
                  <a:gd name="T3" fmla="*/ 722 h 208"/>
                  <a:gd name="T4" fmla="*/ 107 w 50"/>
                  <a:gd name="T5" fmla="*/ 554 h 208"/>
                  <a:gd name="T6" fmla="*/ 42 w 50"/>
                  <a:gd name="T7" fmla="*/ 464 h 208"/>
                  <a:gd name="T8" fmla="*/ 8 w 50"/>
                  <a:gd name="T9" fmla="*/ 383 h 208"/>
                  <a:gd name="T10" fmla="*/ 13 w 50"/>
                  <a:gd name="T11" fmla="*/ 197 h 208"/>
                  <a:gd name="T12" fmla="*/ 29 w 50"/>
                  <a:gd name="T13" fmla="*/ 69 h 208"/>
                  <a:gd name="T14" fmla="*/ 42 w 50"/>
                  <a:gd name="T15" fmla="*/ 0 h 20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0" h="208">
                    <a:moveTo>
                      <a:pt x="33" y="208"/>
                    </a:moveTo>
                    <a:cubicBezTo>
                      <a:pt x="40" y="199"/>
                      <a:pt x="50" y="188"/>
                      <a:pt x="48" y="176"/>
                    </a:cubicBezTo>
                    <a:cubicBezTo>
                      <a:pt x="44" y="156"/>
                      <a:pt x="34" y="149"/>
                      <a:pt x="26" y="135"/>
                    </a:cubicBezTo>
                    <a:cubicBezTo>
                      <a:pt x="21" y="127"/>
                      <a:pt x="14" y="121"/>
                      <a:pt x="10" y="113"/>
                    </a:cubicBezTo>
                    <a:cubicBezTo>
                      <a:pt x="6" y="107"/>
                      <a:pt x="4" y="100"/>
                      <a:pt x="2" y="93"/>
                    </a:cubicBezTo>
                    <a:cubicBezTo>
                      <a:pt x="0" y="78"/>
                      <a:pt x="0" y="63"/>
                      <a:pt x="3" y="48"/>
                    </a:cubicBezTo>
                    <a:cubicBezTo>
                      <a:pt x="4" y="37"/>
                      <a:pt x="6" y="27"/>
                      <a:pt x="7" y="17"/>
                    </a:cubicBezTo>
                    <a:cubicBezTo>
                      <a:pt x="8" y="13"/>
                      <a:pt x="8" y="2"/>
                      <a:pt x="10" y="0"/>
                    </a:cubicBezTo>
                  </a:path>
                </a:pathLst>
              </a:custGeom>
              <a:noFill/>
              <a:ln w="3175" cap="flat">
                <a:solidFill>
                  <a:srgbClr val="32271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835" name="Freeform 254">
                <a:extLst>
                  <a:ext uri="{FF2B5EF4-FFF2-40B4-BE49-F238E27FC236}">
                    <a16:creationId xmlns:a16="http://schemas.microsoft.com/office/drawing/2014/main" id="{987F659D-4B2D-40B4-90E4-2DC47915B2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7" y="3833"/>
                <a:ext cx="49" cy="144"/>
              </a:xfrm>
              <a:custGeom>
                <a:avLst/>
                <a:gdLst>
                  <a:gd name="T0" fmla="*/ 21 w 31"/>
                  <a:gd name="T1" fmla="*/ 0 h 90"/>
                  <a:gd name="T2" fmla="*/ 5 w 31"/>
                  <a:gd name="T3" fmla="*/ 90 h 90"/>
                  <a:gd name="T4" fmla="*/ 21 w 31"/>
                  <a:gd name="T5" fmla="*/ 189 h 90"/>
                  <a:gd name="T6" fmla="*/ 55 w 31"/>
                  <a:gd name="T7" fmla="*/ 274 h 90"/>
                  <a:gd name="T8" fmla="*/ 122 w 31"/>
                  <a:gd name="T9" fmla="*/ 368 h 90"/>
                  <a:gd name="T10" fmla="*/ 5 w 31"/>
                  <a:gd name="T11" fmla="*/ 158 h 90"/>
                  <a:gd name="T12" fmla="*/ 5 w 31"/>
                  <a:gd name="T13" fmla="*/ 69 h 90"/>
                  <a:gd name="T14" fmla="*/ 14 w 31"/>
                  <a:gd name="T15" fmla="*/ 5 h 9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1" h="90">
                    <a:moveTo>
                      <a:pt x="5" y="0"/>
                    </a:moveTo>
                    <a:cubicBezTo>
                      <a:pt x="2" y="7"/>
                      <a:pt x="2" y="15"/>
                      <a:pt x="1" y="22"/>
                    </a:cubicBezTo>
                    <a:cubicBezTo>
                      <a:pt x="1" y="30"/>
                      <a:pt x="3" y="39"/>
                      <a:pt x="5" y="46"/>
                    </a:cubicBezTo>
                    <a:cubicBezTo>
                      <a:pt x="8" y="53"/>
                      <a:pt x="11" y="60"/>
                      <a:pt x="14" y="67"/>
                    </a:cubicBezTo>
                    <a:cubicBezTo>
                      <a:pt x="19" y="75"/>
                      <a:pt x="26" y="81"/>
                      <a:pt x="31" y="90"/>
                    </a:cubicBezTo>
                    <a:cubicBezTo>
                      <a:pt x="17" y="74"/>
                      <a:pt x="4" y="59"/>
                      <a:pt x="1" y="39"/>
                    </a:cubicBezTo>
                    <a:cubicBezTo>
                      <a:pt x="0" y="32"/>
                      <a:pt x="0" y="24"/>
                      <a:pt x="1" y="17"/>
                    </a:cubicBezTo>
                    <a:cubicBezTo>
                      <a:pt x="2" y="12"/>
                      <a:pt x="4" y="7"/>
                      <a:pt x="4" y="1"/>
                    </a:cubicBezTo>
                  </a:path>
                </a:pathLst>
              </a:custGeom>
              <a:solidFill>
                <a:srgbClr val="CEB7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836" name="Freeform 255">
                <a:extLst>
                  <a:ext uri="{FF2B5EF4-FFF2-40B4-BE49-F238E27FC236}">
                    <a16:creationId xmlns:a16="http://schemas.microsoft.com/office/drawing/2014/main" id="{17F7F5C7-DB5C-4AE3-B2C3-B6FAA2A109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4" y="3813"/>
                <a:ext cx="86" cy="163"/>
              </a:xfrm>
              <a:custGeom>
                <a:avLst/>
                <a:gdLst>
                  <a:gd name="T0" fmla="*/ 16 w 54"/>
                  <a:gd name="T1" fmla="*/ 0 h 102"/>
                  <a:gd name="T2" fmla="*/ 25 w 54"/>
                  <a:gd name="T3" fmla="*/ 142 h 102"/>
                  <a:gd name="T4" fmla="*/ 84 w 54"/>
                  <a:gd name="T5" fmla="*/ 240 h 102"/>
                  <a:gd name="T6" fmla="*/ 218 w 54"/>
                  <a:gd name="T7" fmla="*/ 415 h 102"/>
                  <a:gd name="T8" fmla="*/ 129 w 54"/>
                  <a:gd name="T9" fmla="*/ 307 h 102"/>
                  <a:gd name="T10" fmla="*/ 29 w 54"/>
                  <a:gd name="T11" fmla="*/ 189 h 102"/>
                  <a:gd name="T12" fmla="*/ 0 w 54"/>
                  <a:gd name="T13" fmla="*/ 86 h 102"/>
                  <a:gd name="T14" fmla="*/ 5 w 54"/>
                  <a:gd name="T15" fmla="*/ 42 h 102"/>
                  <a:gd name="T16" fmla="*/ 13 w 54"/>
                  <a:gd name="T17" fmla="*/ 5 h 10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4" h="102">
                    <a:moveTo>
                      <a:pt x="4" y="0"/>
                    </a:moveTo>
                    <a:cubicBezTo>
                      <a:pt x="5" y="12"/>
                      <a:pt x="2" y="23"/>
                      <a:pt x="6" y="35"/>
                    </a:cubicBezTo>
                    <a:cubicBezTo>
                      <a:pt x="9" y="44"/>
                      <a:pt x="15" y="52"/>
                      <a:pt x="21" y="59"/>
                    </a:cubicBezTo>
                    <a:cubicBezTo>
                      <a:pt x="32" y="72"/>
                      <a:pt x="51" y="85"/>
                      <a:pt x="54" y="102"/>
                    </a:cubicBezTo>
                    <a:cubicBezTo>
                      <a:pt x="53" y="92"/>
                      <a:pt x="39" y="81"/>
                      <a:pt x="32" y="75"/>
                    </a:cubicBezTo>
                    <a:cubicBezTo>
                      <a:pt x="22" y="66"/>
                      <a:pt x="14" y="58"/>
                      <a:pt x="7" y="46"/>
                    </a:cubicBezTo>
                    <a:cubicBezTo>
                      <a:pt x="3" y="38"/>
                      <a:pt x="0" y="30"/>
                      <a:pt x="0" y="21"/>
                    </a:cubicBezTo>
                    <a:cubicBezTo>
                      <a:pt x="0" y="17"/>
                      <a:pt x="0" y="13"/>
                      <a:pt x="1" y="10"/>
                    </a:cubicBezTo>
                    <a:cubicBezTo>
                      <a:pt x="1" y="7"/>
                      <a:pt x="3" y="4"/>
                      <a:pt x="3" y="1"/>
                    </a:cubicBezTo>
                  </a:path>
                </a:pathLst>
              </a:custGeom>
              <a:solidFill>
                <a:srgbClr val="CEB7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837" name="Freeform 256">
                <a:extLst>
                  <a:ext uri="{FF2B5EF4-FFF2-40B4-BE49-F238E27FC236}">
                    <a16:creationId xmlns:a16="http://schemas.microsoft.com/office/drawing/2014/main" id="{89EED7BB-33DB-4EE0-B5D9-3162D64C3A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8" y="3939"/>
                <a:ext cx="14" cy="21"/>
              </a:xfrm>
              <a:custGeom>
                <a:avLst/>
                <a:gdLst>
                  <a:gd name="T0" fmla="*/ 34 w 9"/>
                  <a:gd name="T1" fmla="*/ 55 h 13"/>
                  <a:gd name="T2" fmla="*/ 0 w 9"/>
                  <a:gd name="T3" fmla="*/ 50 h 13"/>
                  <a:gd name="T4" fmla="*/ 26 w 9"/>
                  <a:gd name="T5" fmla="*/ 5 h 13"/>
                  <a:gd name="T6" fmla="*/ 34 w 9"/>
                  <a:gd name="T7" fmla="*/ 50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13">
                    <a:moveTo>
                      <a:pt x="9" y="13"/>
                    </a:moveTo>
                    <a:cubicBezTo>
                      <a:pt x="5" y="13"/>
                      <a:pt x="7" y="12"/>
                      <a:pt x="0" y="12"/>
                    </a:cubicBezTo>
                    <a:cubicBezTo>
                      <a:pt x="1" y="8"/>
                      <a:pt x="3" y="0"/>
                      <a:pt x="7" y="1"/>
                    </a:cubicBezTo>
                    <a:cubicBezTo>
                      <a:pt x="7" y="3"/>
                      <a:pt x="9" y="10"/>
                      <a:pt x="9" y="12"/>
                    </a:cubicBezTo>
                  </a:path>
                </a:pathLst>
              </a:custGeom>
              <a:solidFill>
                <a:srgbClr val="32271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838" name="Freeform 257">
                <a:extLst>
                  <a:ext uri="{FF2B5EF4-FFF2-40B4-BE49-F238E27FC236}">
                    <a16:creationId xmlns:a16="http://schemas.microsoft.com/office/drawing/2014/main" id="{7E725411-5530-4ECE-ABC0-7047CF231F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3" y="3736"/>
                <a:ext cx="282" cy="369"/>
              </a:xfrm>
              <a:custGeom>
                <a:avLst/>
                <a:gdLst>
                  <a:gd name="T0" fmla="*/ 418 w 176"/>
                  <a:gd name="T1" fmla="*/ 16 h 231"/>
                  <a:gd name="T2" fmla="*/ 107 w 176"/>
                  <a:gd name="T3" fmla="*/ 0 h 231"/>
                  <a:gd name="T4" fmla="*/ 34 w 176"/>
                  <a:gd name="T5" fmla="*/ 281 h 231"/>
                  <a:gd name="T6" fmla="*/ 16 w 176"/>
                  <a:gd name="T7" fmla="*/ 551 h 231"/>
                  <a:gd name="T8" fmla="*/ 34 w 176"/>
                  <a:gd name="T9" fmla="*/ 572 h 231"/>
                  <a:gd name="T10" fmla="*/ 74 w 176"/>
                  <a:gd name="T11" fmla="*/ 572 h 231"/>
                  <a:gd name="T12" fmla="*/ 128 w 176"/>
                  <a:gd name="T13" fmla="*/ 770 h 231"/>
                  <a:gd name="T14" fmla="*/ 378 w 176"/>
                  <a:gd name="T15" fmla="*/ 896 h 231"/>
                  <a:gd name="T16" fmla="*/ 647 w 176"/>
                  <a:gd name="T17" fmla="*/ 607 h 231"/>
                  <a:gd name="T18" fmla="*/ 477 w 176"/>
                  <a:gd name="T19" fmla="*/ 428 h 231"/>
                  <a:gd name="T20" fmla="*/ 417 w 176"/>
                  <a:gd name="T21" fmla="*/ 289 h 231"/>
                  <a:gd name="T22" fmla="*/ 418 w 176"/>
                  <a:gd name="T23" fmla="*/ 16 h 23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76" h="231">
                    <a:moveTo>
                      <a:pt x="102" y="4"/>
                    </a:moveTo>
                    <a:cubicBezTo>
                      <a:pt x="102" y="4"/>
                      <a:pt x="67" y="19"/>
                      <a:pt x="26" y="0"/>
                    </a:cubicBezTo>
                    <a:cubicBezTo>
                      <a:pt x="26" y="0"/>
                      <a:pt x="9" y="53"/>
                      <a:pt x="8" y="69"/>
                    </a:cubicBezTo>
                    <a:cubicBezTo>
                      <a:pt x="6" y="86"/>
                      <a:pt x="0" y="105"/>
                      <a:pt x="4" y="135"/>
                    </a:cubicBezTo>
                    <a:cubicBezTo>
                      <a:pt x="8" y="140"/>
                      <a:pt x="8" y="140"/>
                      <a:pt x="8" y="140"/>
                    </a:cubicBezTo>
                    <a:cubicBezTo>
                      <a:pt x="18" y="140"/>
                      <a:pt x="18" y="140"/>
                      <a:pt x="18" y="140"/>
                    </a:cubicBezTo>
                    <a:cubicBezTo>
                      <a:pt x="18" y="140"/>
                      <a:pt x="14" y="172"/>
                      <a:pt x="31" y="189"/>
                    </a:cubicBezTo>
                    <a:cubicBezTo>
                      <a:pt x="31" y="189"/>
                      <a:pt x="54" y="208"/>
                      <a:pt x="92" y="220"/>
                    </a:cubicBezTo>
                    <a:cubicBezTo>
                      <a:pt x="126" y="231"/>
                      <a:pt x="176" y="180"/>
                      <a:pt x="157" y="149"/>
                    </a:cubicBezTo>
                    <a:cubicBezTo>
                      <a:pt x="149" y="134"/>
                      <a:pt x="128" y="120"/>
                      <a:pt x="116" y="105"/>
                    </a:cubicBezTo>
                    <a:cubicBezTo>
                      <a:pt x="104" y="89"/>
                      <a:pt x="101" y="71"/>
                      <a:pt x="101" y="71"/>
                    </a:cubicBezTo>
                    <a:cubicBezTo>
                      <a:pt x="101" y="71"/>
                      <a:pt x="98" y="16"/>
                      <a:pt x="102" y="4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839" name="Freeform 258">
                <a:extLst>
                  <a:ext uri="{FF2B5EF4-FFF2-40B4-BE49-F238E27FC236}">
                    <a16:creationId xmlns:a16="http://schemas.microsoft.com/office/drawing/2014/main" id="{61D34C72-1B1B-4B39-A092-29CD5D70ED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1" y="3912"/>
                <a:ext cx="13" cy="51"/>
              </a:xfrm>
              <a:custGeom>
                <a:avLst/>
                <a:gdLst>
                  <a:gd name="T0" fmla="*/ 34 w 8"/>
                  <a:gd name="T1" fmla="*/ 129 h 32"/>
                  <a:gd name="T2" fmla="*/ 29 w 8"/>
                  <a:gd name="T3" fmla="*/ 97 h 32"/>
                  <a:gd name="T4" fmla="*/ 21 w 8"/>
                  <a:gd name="T5" fmla="*/ 53 h 32"/>
                  <a:gd name="T6" fmla="*/ 13 w 8"/>
                  <a:gd name="T7" fmla="*/ 26 h 32"/>
                  <a:gd name="T8" fmla="*/ 0 w 8"/>
                  <a:gd name="T9" fmla="*/ 0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32">
                    <a:moveTo>
                      <a:pt x="8" y="32"/>
                    </a:moveTo>
                    <a:cubicBezTo>
                      <a:pt x="7" y="29"/>
                      <a:pt x="8" y="26"/>
                      <a:pt x="7" y="24"/>
                    </a:cubicBezTo>
                    <a:cubicBezTo>
                      <a:pt x="7" y="20"/>
                      <a:pt x="6" y="17"/>
                      <a:pt x="5" y="13"/>
                    </a:cubicBezTo>
                    <a:cubicBezTo>
                      <a:pt x="5" y="11"/>
                      <a:pt x="4" y="8"/>
                      <a:pt x="3" y="6"/>
                    </a:cubicBezTo>
                    <a:cubicBezTo>
                      <a:pt x="2" y="4"/>
                      <a:pt x="1" y="2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840" name="Freeform 259">
                <a:extLst>
                  <a:ext uri="{FF2B5EF4-FFF2-40B4-BE49-F238E27FC236}">
                    <a16:creationId xmlns:a16="http://schemas.microsoft.com/office/drawing/2014/main" id="{46AC4D8F-EC63-44E7-A59F-4F652D10EF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7" y="3747"/>
                <a:ext cx="34" cy="168"/>
              </a:xfrm>
              <a:custGeom>
                <a:avLst/>
                <a:gdLst>
                  <a:gd name="T0" fmla="*/ 89 w 21"/>
                  <a:gd name="T1" fmla="*/ 0 h 105"/>
                  <a:gd name="T2" fmla="*/ 81 w 21"/>
                  <a:gd name="T3" fmla="*/ 0 h 105"/>
                  <a:gd name="T4" fmla="*/ 89 w 21"/>
                  <a:gd name="T5" fmla="*/ 16 h 105"/>
                  <a:gd name="T6" fmla="*/ 76 w 21"/>
                  <a:gd name="T7" fmla="*/ 16 h 105"/>
                  <a:gd name="T8" fmla="*/ 81 w 21"/>
                  <a:gd name="T9" fmla="*/ 29 h 105"/>
                  <a:gd name="T10" fmla="*/ 76 w 21"/>
                  <a:gd name="T11" fmla="*/ 34 h 105"/>
                  <a:gd name="T12" fmla="*/ 73 w 21"/>
                  <a:gd name="T13" fmla="*/ 35 h 105"/>
                  <a:gd name="T14" fmla="*/ 76 w 21"/>
                  <a:gd name="T15" fmla="*/ 46 h 105"/>
                  <a:gd name="T16" fmla="*/ 81 w 21"/>
                  <a:gd name="T17" fmla="*/ 54 h 105"/>
                  <a:gd name="T18" fmla="*/ 68 w 21"/>
                  <a:gd name="T19" fmla="*/ 54 h 105"/>
                  <a:gd name="T20" fmla="*/ 73 w 21"/>
                  <a:gd name="T21" fmla="*/ 67 h 105"/>
                  <a:gd name="T22" fmla="*/ 60 w 21"/>
                  <a:gd name="T23" fmla="*/ 69 h 105"/>
                  <a:gd name="T24" fmla="*/ 50 w 21"/>
                  <a:gd name="T25" fmla="*/ 94 h 105"/>
                  <a:gd name="T26" fmla="*/ 63 w 21"/>
                  <a:gd name="T27" fmla="*/ 115 h 105"/>
                  <a:gd name="T28" fmla="*/ 47 w 21"/>
                  <a:gd name="T29" fmla="*/ 136 h 105"/>
                  <a:gd name="T30" fmla="*/ 42 w 21"/>
                  <a:gd name="T31" fmla="*/ 150 h 105"/>
                  <a:gd name="T32" fmla="*/ 34 w 21"/>
                  <a:gd name="T33" fmla="*/ 184 h 105"/>
                  <a:gd name="T34" fmla="*/ 42 w 21"/>
                  <a:gd name="T35" fmla="*/ 210 h 105"/>
                  <a:gd name="T36" fmla="*/ 26 w 21"/>
                  <a:gd name="T37" fmla="*/ 240 h 105"/>
                  <a:gd name="T38" fmla="*/ 34 w 21"/>
                  <a:gd name="T39" fmla="*/ 261 h 105"/>
                  <a:gd name="T40" fmla="*/ 29 w 21"/>
                  <a:gd name="T41" fmla="*/ 274 h 105"/>
                  <a:gd name="T42" fmla="*/ 21 w 21"/>
                  <a:gd name="T43" fmla="*/ 278 h 105"/>
                  <a:gd name="T44" fmla="*/ 29 w 21"/>
                  <a:gd name="T45" fmla="*/ 299 h 105"/>
                  <a:gd name="T46" fmla="*/ 13 w 21"/>
                  <a:gd name="T47" fmla="*/ 299 h 105"/>
                  <a:gd name="T48" fmla="*/ 21 w 21"/>
                  <a:gd name="T49" fmla="*/ 333 h 105"/>
                  <a:gd name="T50" fmla="*/ 5 w 21"/>
                  <a:gd name="T51" fmla="*/ 328 h 105"/>
                  <a:gd name="T52" fmla="*/ 13 w 21"/>
                  <a:gd name="T53" fmla="*/ 355 h 105"/>
                  <a:gd name="T54" fmla="*/ 0 w 21"/>
                  <a:gd name="T55" fmla="*/ 354 h 105"/>
                  <a:gd name="T56" fmla="*/ 8 w 21"/>
                  <a:gd name="T57" fmla="*/ 389 h 105"/>
                  <a:gd name="T58" fmla="*/ 0 w 21"/>
                  <a:gd name="T59" fmla="*/ 389 h 105"/>
                  <a:gd name="T60" fmla="*/ 0 w 21"/>
                  <a:gd name="T61" fmla="*/ 414 h 105"/>
                  <a:gd name="T62" fmla="*/ 0 w 21"/>
                  <a:gd name="T63" fmla="*/ 430 h 105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21" h="105">
                    <a:moveTo>
                      <a:pt x="21" y="0"/>
                    </a:moveTo>
                    <a:cubicBezTo>
                      <a:pt x="21" y="0"/>
                      <a:pt x="19" y="0"/>
                      <a:pt x="19" y="0"/>
                    </a:cubicBezTo>
                    <a:cubicBezTo>
                      <a:pt x="19" y="2"/>
                      <a:pt x="21" y="3"/>
                      <a:pt x="21" y="4"/>
                    </a:cubicBezTo>
                    <a:cubicBezTo>
                      <a:pt x="20" y="4"/>
                      <a:pt x="19" y="4"/>
                      <a:pt x="18" y="4"/>
                    </a:cubicBezTo>
                    <a:cubicBezTo>
                      <a:pt x="18" y="5"/>
                      <a:pt x="20" y="7"/>
                      <a:pt x="19" y="7"/>
                    </a:cubicBezTo>
                    <a:cubicBezTo>
                      <a:pt x="19" y="8"/>
                      <a:pt x="18" y="8"/>
                      <a:pt x="18" y="8"/>
                    </a:cubicBezTo>
                    <a:cubicBezTo>
                      <a:pt x="18" y="9"/>
                      <a:pt x="17" y="8"/>
                      <a:pt x="17" y="9"/>
                    </a:cubicBezTo>
                    <a:cubicBezTo>
                      <a:pt x="16" y="10"/>
                      <a:pt x="17" y="10"/>
                      <a:pt x="18" y="11"/>
                    </a:cubicBezTo>
                    <a:cubicBezTo>
                      <a:pt x="18" y="11"/>
                      <a:pt x="19" y="12"/>
                      <a:pt x="19" y="13"/>
                    </a:cubicBezTo>
                    <a:cubicBezTo>
                      <a:pt x="18" y="13"/>
                      <a:pt x="17" y="13"/>
                      <a:pt x="16" y="13"/>
                    </a:cubicBezTo>
                    <a:cubicBezTo>
                      <a:pt x="16" y="14"/>
                      <a:pt x="17" y="15"/>
                      <a:pt x="17" y="16"/>
                    </a:cubicBezTo>
                    <a:cubicBezTo>
                      <a:pt x="17" y="17"/>
                      <a:pt x="15" y="17"/>
                      <a:pt x="14" y="17"/>
                    </a:cubicBezTo>
                    <a:cubicBezTo>
                      <a:pt x="14" y="21"/>
                      <a:pt x="18" y="22"/>
                      <a:pt x="12" y="23"/>
                    </a:cubicBezTo>
                    <a:cubicBezTo>
                      <a:pt x="12" y="25"/>
                      <a:pt x="14" y="26"/>
                      <a:pt x="15" y="28"/>
                    </a:cubicBezTo>
                    <a:cubicBezTo>
                      <a:pt x="11" y="30"/>
                      <a:pt x="10" y="29"/>
                      <a:pt x="11" y="33"/>
                    </a:cubicBezTo>
                    <a:cubicBezTo>
                      <a:pt x="12" y="35"/>
                      <a:pt x="14" y="37"/>
                      <a:pt x="10" y="37"/>
                    </a:cubicBezTo>
                    <a:cubicBezTo>
                      <a:pt x="9" y="41"/>
                      <a:pt x="14" y="45"/>
                      <a:pt x="8" y="45"/>
                    </a:cubicBezTo>
                    <a:cubicBezTo>
                      <a:pt x="8" y="47"/>
                      <a:pt x="10" y="49"/>
                      <a:pt x="10" y="51"/>
                    </a:cubicBezTo>
                    <a:cubicBezTo>
                      <a:pt x="1" y="51"/>
                      <a:pt x="16" y="61"/>
                      <a:pt x="6" y="59"/>
                    </a:cubicBezTo>
                    <a:cubicBezTo>
                      <a:pt x="6" y="61"/>
                      <a:pt x="8" y="62"/>
                      <a:pt x="8" y="64"/>
                    </a:cubicBezTo>
                    <a:cubicBezTo>
                      <a:pt x="9" y="68"/>
                      <a:pt x="8" y="65"/>
                      <a:pt x="7" y="67"/>
                    </a:cubicBezTo>
                    <a:cubicBezTo>
                      <a:pt x="7" y="68"/>
                      <a:pt x="6" y="66"/>
                      <a:pt x="5" y="68"/>
                    </a:cubicBezTo>
                    <a:cubicBezTo>
                      <a:pt x="5" y="69"/>
                      <a:pt x="7" y="72"/>
                      <a:pt x="7" y="73"/>
                    </a:cubicBezTo>
                    <a:cubicBezTo>
                      <a:pt x="6" y="74"/>
                      <a:pt x="5" y="73"/>
                      <a:pt x="3" y="73"/>
                    </a:cubicBezTo>
                    <a:cubicBezTo>
                      <a:pt x="3" y="75"/>
                      <a:pt x="5" y="78"/>
                      <a:pt x="5" y="81"/>
                    </a:cubicBezTo>
                    <a:cubicBezTo>
                      <a:pt x="4" y="81"/>
                      <a:pt x="2" y="80"/>
                      <a:pt x="1" y="80"/>
                    </a:cubicBezTo>
                    <a:cubicBezTo>
                      <a:pt x="1" y="82"/>
                      <a:pt x="3" y="84"/>
                      <a:pt x="3" y="87"/>
                    </a:cubicBezTo>
                    <a:cubicBezTo>
                      <a:pt x="2" y="86"/>
                      <a:pt x="0" y="87"/>
                      <a:pt x="0" y="86"/>
                    </a:cubicBezTo>
                    <a:cubicBezTo>
                      <a:pt x="0" y="89"/>
                      <a:pt x="3" y="93"/>
                      <a:pt x="2" y="95"/>
                    </a:cubicBezTo>
                    <a:cubicBezTo>
                      <a:pt x="1" y="95"/>
                      <a:pt x="0" y="95"/>
                      <a:pt x="0" y="95"/>
                    </a:cubicBezTo>
                    <a:cubicBezTo>
                      <a:pt x="0" y="97"/>
                      <a:pt x="3" y="101"/>
                      <a:pt x="0" y="101"/>
                    </a:cubicBezTo>
                    <a:cubicBezTo>
                      <a:pt x="0" y="102"/>
                      <a:pt x="0" y="104"/>
                      <a:pt x="0" y="105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841" name="Freeform 260">
                <a:extLst>
                  <a:ext uri="{FF2B5EF4-FFF2-40B4-BE49-F238E27FC236}">
                    <a16:creationId xmlns:a16="http://schemas.microsoft.com/office/drawing/2014/main" id="{F026A8A4-786B-4AA8-850F-DFE7248BBD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0" y="3744"/>
                <a:ext cx="24" cy="30"/>
              </a:xfrm>
              <a:custGeom>
                <a:avLst/>
                <a:gdLst>
                  <a:gd name="T0" fmla="*/ 56 w 15"/>
                  <a:gd name="T1" fmla="*/ 0 h 19"/>
                  <a:gd name="T2" fmla="*/ 29 w 15"/>
                  <a:gd name="T3" fmla="*/ 60 h 19"/>
                  <a:gd name="T4" fmla="*/ 61 w 15"/>
                  <a:gd name="T5" fmla="*/ 5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19">
                    <a:moveTo>
                      <a:pt x="14" y="0"/>
                    </a:moveTo>
                    <a:cubicBezTo>
                      <a:pt x="9" y="2"/>
                      <a:pt x="0" y="10"/>
                      <a:pt x="7" y="15"/>
                    </a:cubicBezTo>
                    <a:cubicBezTo>
                      <a:pt x="13" y="19"/>
                      <a:pt x="15" y="4"/>
                      <a:pt x="15" y="1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842" name="Freeform 261">
                <a:extLst>
                  <a:ext uri="{FF2B5EF4-FFF2-40B4-BE49-F238E27FC236}">
                    <a16:creationId xmlns:a16="http://schemas.microsoft.com/office/drawing/2014/main" id="{36967387-A599-480E-9BE0-CD75B444DC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9" y="2088"/>
                <a:ext cx="671" cy="1822"/>
              </a:xfrm>
              <a:custGeom>
                <a:avLst/>
                <a:gdLst>
                  <a:gd name="T0" fmla="*/ 29 w 419"/>
                  <a:gd name="T1" fmla="*/ 0 h 1141"/>
                  <a:gd name="T2" fmla="*/ 1685 w 419"/>
                  <a:gd name="T3" fmla="*/ 8 h 1141"/>
                  <a:gd name="T4" fmla="*/ 1685 w 419"/>
                  <a:gd name="T5" fmla="*/ 362 h 1141"/>
                  <a:gd name="T6" fmla="*/ 1667 w 419"/>
                  <a:gd name="T7" fmla="*/ 1590 h 1141"/>
                  <a:gd name="T8" fmla="*/ 1592 w 419"/>
                  <a:gd name="T9" fmla="*/ 2489 h 1141"/>
                  <a:gd name="T10" fmla="*/ 1573 w 419"/>
                  <a:gd name="T11" fmla="*/ 2654 h 1141"/>
                  <a:gd name="T12" fmla="*/ 1544 w 419"/>
                  <a:gd name="T13" fmla="*/ 2905 h 1141"/>
                  <a:gd name="T14" fmla="*/ 1406 w 419"/>
                  <a:gd name="T15" fmla="*/ 4532 h 1141"/>
                  <a:gd name="T16" fmla="*/ 882 w 419"/>
                  <a:gd name="T17" fmla="*/ 4529 h 1141"/>
                  <a:gd name="T18" fmla="*/ 921 w 419"/>
                  <a:gd name="T19" fmla="*/ 2700 h 1141"/>
                  <a:gd name="T20" fmla="*/ 854 w 419"/>
                  <a:gd name="T21" fmla="*/ 1372 h 1141"/>
                  <a:gd name="T22" fmla="*/ 764 w 419"/>
                  <a:gd name="T23" fmla="*/ 2708 h 1141"/>
                  <a:gd name="T24" fmla="*/ 833 w 419"/>
                  <a:gd name="T25" fmla="*/ 4529 h 1141"/>
                  <a:gd name="T26" fmla="*/ 274 w 419"/>
                  <a:gd name="T27" fmla="*/ 4468 h 1141"/>
                  <a:gd name="T28" fmla="*/ 163 w 419"/>
                  <a:gd name="T29" fmla="*/ 2994 h 1141"/>
                  <a:gd name="T30" fmla="*/ 98 w 419"/>
                  <a:gd name="T31" fmla="*/ 2708 h 1141"/>
                  <a:gd name="T32" fmla="*/ 77 w 419"/>
                  <a:gd name="T33" fmla="*/ 2458 h 1141"/>
                  <a:gd name="T34" fmla="*/ 29 w 419"/>
                  <a:gd name="T35" fmla="*/ 1530 h 1141"/>
                  <a:gd name="T36" fmla="*/ 16 w 419"/>
                  <a:gd name="T37" fmla="*/ 439 h 1141"/>
                  <a:gd name="T38" fmla="*/ 29 w 419"/>
                  <a:gd name="T39" fmla="*/ 0 h 1141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419" h="1141">
                    <a:moveTo>
                      <a:pt x="7" y="0"/>
                    </a:moveTo>
                    <a:cubicBezTo>
                      <a:pt x="7" y="0"/>
                      <a:pt x="244" y="86"/>
                      <a:pt x="410" y="2"/>
                    </a:cubicBezTo>
                    <a:cubicBezTo>
                      <a:pt x="410" y="89"/>
                      <a:pt x="410" y="89"/>
                      <a:pt x="410" y="89"/>
                    </a:cubicBezTo>
                    <a:cubicBezTo>
                      <a:pt x="410" y="89"/>
                      <a:pt x="419" y="264"/>
                      <a:pt x="406" y="391"/>
                    </a:cubicBezTo>
                    <a:cubicBezTo>
                      <a:pt x="392" y="517"/>
                      <a:pt x="386" y="595"/>
                      <a:pt x="388" y="611"/>
                    </a:cubicBezTo>
                    <a:cubicBezTo>
                      <a:pt x="391" y="627"/>
                      <a:pt x="379" y="627"/>
                      <a:pt x="383" y="652"/>
                    </a:cubicBezTo>
                    <a:cubicBezTo>
                      <a:pt x="387" y="677"/>
                      <a:pt x="374" y="688"/>
                      <a:pt x="376" y="713"/>
                    </a:cubicBezTo>
                    <a:cubicBezTo>
                      <a:pt x="379" y="739"/>
                      <a:pt x="348" y="1065"/>
                      <a:pt x="342" y="1113"/>
                    </a:cubicBezTo>
                    <a:cubicBezTo>
                      <a:pt x="342" y="1113"/>
                      <a:pt x="271" y="1136"/>
                      <a:pt x="215" y="1112"/>
                    </a:cubicBezTo>
                    <a:cubicBezTo>
                      <a:pt x="215" y="1112"/>
                      <a:pt x="223" y="745"/>
                      <a:pt x="224" y="663"/>
                    </a:cubicBezTo>
                    <a:cubicBezTo>
                      <a:pt x="226" y="580"/>
                      <a:pt x="208" y="337"/>
                      <a:pt x="208" y="337"/>
                    </a:cubicBezTo>
                    <a:cubicBezTo>
                      <a:pt x="208" y="337"/>
                      <a:pt x="186" y="620"/>
                      <a:pt x="186" y="665"/>
                    </a:cubicBezTo>
                    <a:cubicBezTo>
                      <a:pt x="186" y="711"/>
                      <a:pt x="210" y="851"/>
                      <a:pt x="203" y="1112"/>
                    </a:cubicBezTo>
                    <a:cubicBezTo>
                      <a:pt x="203" y="1112"/>
                      <a:pt x="102" y="1141"/>
                      <a:pt x="67" y="1097"/>
                    </a:cubicBezTo>
                    <a:cubicBezTo>
                      <a:pt x="67" y="1097"/>
                      <a:pt x="40" y="779"/>
                      <a:pt x="40" y="735"/>
                    </a:cubicBezTo>
                    <a:cubicBezTo>
                      <a:pt x="40" y="691"/>
                      <a:pt x="23" y="688"/>
                      <a:pt x="24" y="665"/>
                    </a:cubicBezTo>
                    <a:cubicBezTo>
                      <a:pt x="26" y="643"/>
                      <a:pt x="15" y="624"/>
                      <a:pt x="19" y="604"/>
                    </a:cubicBezTo>
                    <a:cubicBezTo>
                      <a:pt x="23" y="584"/>
                      <a:pt x="7" y="376"/>
                      <a:pt x="7" y="376"/>
                    </a:cubicBezTo>
                    <a:cubicBezTo>
                      <a:pt x="7" y="376"/>
                      <a:pt x="0" y="132"/>
                      <a:pt x="4" y="108"/>
                    </a:cubicBezTo>
                    <a:cubicBezTo>
                      <a:pt x="8" y="84"/>
                      <a:pt x="7" y="0"/>
                      <a:pt x="7" y="0"/>
                    </a:cubicBezTo>
                    <a:close/>
                  </a:path>
                </a:pathLst>
              </a:custGeom>
              <a:solidFill>
                <a:srgbClr val="D3CB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843" name="Freeform 262">
                <a:extLst>
                  <a:ext uri="{FF2B5EF4-FFF2-40B4-BE49-F238E27FC236}">
                    <a16:creationId xmlns:a16="http://schemas.microsoft.com/office/drawing/2014/main" id="{75AA8557-5079-4475-B43D-B81507D26D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9" y="2088"/>
                <a:ext cx="671" cy="1822"/>
              </a:xfrm>
              <a:custGeom>
                <a:avLst/>
                <a:gdLst>
                  <a:gd name="T0" fmla="*/ 29 w 419"/>
                  <a:gd name="T1" fmla="*/ 0 h 1141"/>
                  <a:gd name="T2" fmla="*/ 1685 w 419"/>
                  <a:gd name="T3" fmla="*/ 8 h 1141"/>
                  <a:gd name="T4" fmla="*/ 1685 w 419"/>
                  <a:gd name="T5" fmla="*/ 362 h 1141"/>
                  <a:gd name="T6" fmla="*/ 1667 w 419"/>
                  <a:gd name="T7" fmla="*/ 1590 h 1141"/>
                  <a:gd name="T8" fmla="*/ 1592 w 419"/>
                  <a:gd name="T9" fmla="*/ 2489 h 1141"/>
                  <a:gd name="T10" fmla="*/ 1573 w 419"/>
                  <a:gd name="T11" fmla="*/ 2654 h 1141"/>
                  <a:gd name="T12" fmla="*/ 1544 w 419"/>
                  <a:gd name="T13" fmla="*/ 2905 h 1141"/>
                  <a:gd name="T14" fmla="*/ 1406 w 419"/>
                  <a:gd name="T15" fmla="*/ 4532 h 1141"/>
                  <a:gd name="T16" fmla="*/ 882 w 419"/>
                  <a:gd name="T17" fmla="*/ 4529 h 1141"/>
                  <a:gd name="T18" fmla="*/ 921 w 419"/>
                  <a:gd name="T19" fmla="*/ 2700 h 1141"/>
                  <a:gd name="T20" fmla="*/ 854 w 419"/>
                  <a:gd name="T21" fmla="*/ 1372 h 1141"/>
                  <a:gd name="T22" fmla="*/ 764 w 419"/>
                  <a:gd name="T23" fmla="*/ 2708 h 1141"/>
                  <a:gd name="T24" fmla="*/ 833 w 419"/>
                  <a:gd name="T25" fmla="*/ 4529 h 1141"/>
                  <a:gd name="T26" fmla="*/ 274 w 419"/>
                  <a:gd name="T27" fmla="*/ 4468 h 1141"/>
                  <a:gd name="T28" fmla="*/ 163 w 419"/>
                  <a:gd name="T29" fmla="*/ 2994 h 1141"/>
                  <a:gd name="T30" fmla="*/ 98 w 419"/>
                  <a:gd name="T31" fmla="*/ 2708 h 1141"/>
                  <a:gd name="T32" fmla="*/ 77 w 419"/>
                  <a:gd name="T33" fmla="*/ 2458 h 1141"/>
                  <a:gd name="T34" fmla="*/ 29 w 419"/>
                  <a:gd name="T35" fmla="*/ 1530 h 1141"/>
                  <a:gd name="T36" fmla="*/ 16 w 419"/>
                  <a:gd name="T37" fmla="*/ 439 h 1141"/>
                  <a:gd name="T38" fmla="*/ 29 w 419"/>
                  <a:gd name="T39" fmla="*/ 0 h 1141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419" h="1141">
                    <a:moveTo>
                      <a:pt x="7" y="0"/>
                    </a:moveTo>
                    <a:cubicBezTo>
                      <a:pt x="7" y="0"/>
                      <a:pt x="244" y="86"/>
                      <a:pt x="410" y="2"/>
                    </a:cubicBezTo>
                    <a:cubicBezTo>
                      <a:pt x="410" y="89"/>
                      <a:pt x="410" y="89"/>
                      <a:pt x="410" y="89"/>
                    </a:cubicBezTo>
                    <a:cubicBezTo>
                      <a:pt x="410" y="89"/>
                      <a:pt x="419" y="264"/>
                      <a:pt x="406" y="391"/>
                    </a:cubicBezTo>
                    <a:cubicBezTo>
                      <a:pt x="392" y="517"/>
                      <a:pt x="386" y="595"/>
                      <a:pt x="388" y="611"/>
                    </a:cubicBezTo>
                    <a:cubicBezTo>
                      <a:pt x="391" y="627"/>
                      <a:pt x="379" y="627"/>
                      <a:pt x="383" y="652"/>
                    </a:cubicBezTo>
                    <a:cubicBezTo>
                      <a:pt x="387" y="677"/>
                      <a:pt x="374" y="688"/>
                      <a:pt x="376" y="713"/>
                    </a:cubicBezTo>
                    <a:cubicBezTo>
                      <a:pt x="379" y="739"/>
                      <a:pt x="348" y="1065"/>
                      <a:pt x="342" y="1113"/>
                    </a:cubicBezTo>
                    <a:cubicBezTo>
                      <a:pt x="342" y="1113"/>
                      <a:pt x="271" y="1136"/>
                      <a:pt x="215" y="1112"/>
                    </a:cubicBezTo>
                    <a:cubicBezTo>
                      <a:pt x="215" y="1112"/>
                      <a:pt x="223" y="745"/>
                      <a:pt x="224" y="663"/>
                    </a:cubicBezTo>
                    <a:cubicBezTo>
                      <a:pt x="226" y="580"/>
                      <a:pt x="208" y="337"/>
                      <a:pt x="208" y="337"/>
                    </a:cubicBezTo>
                    <a:cubicBezTo>
                      <a:pt x="208" y="337"/>
                      <a:pt x="186" y="620"/>
                      <a:pt x="186" y="665"/>
                    </a:cubicBezTo>
                    <a:cubicBezTo>
                      <a:pt x="186" y="711"/>
                      <a:pt x="210" y="851"/>
                      <a:pt x="203" y="1112"/>
                    </a:cubicBezTo>
                    <a:cubicBezTo>
                      <a:pt x="203" y="1112"/>
                      <a:pt x="102" y="1141"/>
                      <a:pt x="67" y="1097"/>
                    </a:cubicBezTo>
                    <a:cubicBezTo>
                      <a:pt x="67" y="1097"/>
                      <a:pt x="40" y="779"/>
                      <a:pt x="40" y="735"/>
                    </a:cubicBezTo>
                    <a:cubicBezTo>
                      <a:pt x="40" y="691"/>
                      <a:pt x="23" y="688"/>
                      <a:pt x="24" y="665"/>
                    </a:cubicBezTo>
                    <a:cubicBezTo>
                      <a:pt x="26" y="643"/>
                      <a:pt x="15" y="624"/>
                      <a:pt x="19" y="604"/>
                    </a:cubicBezTo>
                    <a:cubicBezTo>
                      <a:pt x="23" y="584"/>
                      <a:pt x="7" y="376"/>
                      <a:pt x="7" y="376"/>
                    </a:cubicBezTo>
                    <a:cubicBezTo>
                      <a:pt x="7" y="376"/>
                      <a:pt x="0" y="132"/>
                      <a:pt x="4" y="108"/>
                    </a:cubicBezTo>
                    <a:cubicBezTo>
                      <a:pt x="8" y="84"/>
                      <a:pt x="7" y="0"/>
                      <a:pt x="7" y="0"/>
                    </a:cubicBezTo>
                    <a:close/>
                  </a:path>
                </a:pathLst>
              </a:custGeom>
              <a:noFill/>
              <a:ln w="7938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844" name="Freeform 263">
                <a:extLst>
                  <a:ext uri="{FF2B5EF4-FFF2-40B4-BE49-F238E27FC236}">
                    <a16:creationId xmlns:a16="http://schemas.microsoft.com/office/drawing/2014/main" id="{A5E44D5A-5709-4216-91B1-67B737E1E7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0" y="2508"/>
                <a:ext cx="4" cy="130"/>
              </a:xfrm>
              <a:custGeom>
                <a:avLst/>
                <a:gdLst>
                  <a:gd name="T0" fmla="*/ 0 w 2"/>
                  <a:gd name="T1" fmla="*/ 335 h 81"/>
                  <a:gd name="T2" fmla="*/ 16 w 2"/>
                  <a:gd name="T3" fmla="*/ 0 h 8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81">
                    <a:moveTo>
                      <a:pt x="0" y="81"/>
                    </a:moveTo>
                    <a:cubicBezTo>
                      <a:pt x="1" y="55"/>
                      <a:pt x="0" y="26"/>
                      <a:pt x="2" y="0"/>
                    </a:cubicBezTo>
                  </a:path>
                </a:pathLst>
              </a:custGeom>
              <a:noFill/>
              <a:ln w="7938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845" name="Freeform 264">
                <a:extLst>
                  <a:ext uri="{FF2B5EF4-FFF2-40B4-BE49-F238E27FC236}">
                    <a16:creationId xmlns:a16="http://schemas.microsoft.com/office/drawing/2014/main" id="{A0BE5466-AE10-4F29-BB93-648E5DD701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9" y="2409"/>
                <a:ext cx="91" cy="109"/>
              </a:xfrm>
              <a:custGeom>
                <a:avLst/>
                <a:gdLst>
                  <a:gd name="T0" fmla="*/ 231 w 57"/>
                  <a:gd name="T1" fmla="*/ 281 h 68"/>
                  <a:gd name="T2" fmla="*/ 115 w 57"/>
                  <a:gd name="T3" fmla="*/ 172 h 68"/>
                  <a:gd name="T4" fmla="*/ 0 w 57"/>
                  <a:gd name="T5" fmla="*/ 0 h 6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7" h="68">
                    <a:moveTo>
                      <a:pt x="57" y="68"/>
                    </a:moveTo>
                    <a:cubicBezTo>
                      <a:pt x="49" y="60"/>
                      <a:pt x="37" y="46"/>
                      <a:pt x="28" y="42"/>
                    </a:cubicBezTo>
                    <a:cubicBezTo>
                      <a:pt x="14" y="37"/>
                      <a:pt x="5" y="15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846" name="Freeform 265">
                <a:extLst>
                  <a:ext uri="{FF2B5EF4-FFF2-40B4-BE49-F238E27FC236}">
                    <a16:creationId xmlns:a16="http://schemas.microsoft.com/office/drawing/2014/main" id="{F96B3B2D-BAA1-4FCC-B151-3D49DC973D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2" y="2403"/>
                <a:ext cx="83" cy="113"/>
              </a:xfrm>
              <a:custGeom>
                <a:avLst/>
                <a:gdLst>
                  <a:gd name="T0" fmla="*/ 5 w 52"/>
                  <a:gd name="T1" fmla="*/ 286 h 71"/>
                  <a:gd name="T2" fmla="*/ 123 w 52"/>
                  <a:gd name="T3" fmla="*/ 150 h 71"/>
                  <a:gd name="T4" fmla="*/ 211 w 52"/>
                  <a:gd name="T5" fmla="*/ 0 h 7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2" h="71">
                    <a:moveTo>
                      <a:pt x="1" y="71"/>
                    </a:moveTo>
                    <a:cubicBezTo>
                      <a:pt x="0" y="61"/>
                      <a:pt x="24" y="44"/>
                      <a:pt x="30" y="37"/>
                    </a:cubicBezTo>
                    <a:cubicBezTo>
                      <a:pt x="40" y="26"/>
                      <a:pt x="51" y="15"/>
                      <a:pt x="52" y="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847" name="Freeform 266">
                <a:extLst>
                  <a:ext uri="{FF2B5EF4-FFF2-40B4-BE49-F238E27FC236}">
                    <a16:creationId xmlns:a16="http://schemas.microsoft.com/office/drawing/2014/main" id="{D164285D-5FEA-4405-9649-55DBCFEE13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7" y="2154"/>
                <a:ext cx="22" cy="105"/>
              </a:xfrm>
              <a:custGeom>
                <a:avLst/>
                <a:gdLst>
                  <a:gd name="T0" fmla="*/ 5 w 14"/>
                  <a:gd name="T1" fmla="*/ 0 h 66"/>
                  <a:gd name="T2" fmla="*/ 35 w 14"/>
                  <a:gd name="T3" fmla="*/ 145 h 66"/>
                  <a:gd name="T4" fmla="*/ 55 w 14"/>
                  <a:gd name="T5" fmla="*/ 193 h 66"/>
                  <a:gd name="T6" fmla="*/ 55 w 14"/>
                  <a:gd name="T7" fmla="*/ 266 h 6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66">
                    <a:moveTo>
                      <a:pt x="1" y="0"/>
                    </a:moveTo>
                    <a:cubicBezTo>
                      <a:pt x="1" y="14"/>
                      <a:pt x="0" y="25"/>
                      <a:pt x="9" y="36"/>
                    </a:cubicBezTo>
                    <a:cubicBezTo>
                      <a:pt x="13" y="42"/>
                      <a:pt x="14" y="40"/>
                      <a:pt x="14" y="48"/>
                    </a:cubicBezTo>
                    <a:cubicBezTo>
                      <a:pt x="14" y="54"/>
                      <a:pt x="14" y="60"/>
                      <a:pt x="14" y="66"/>
                    </a:cubicBezTo>
                  </a:path>
                </a:pathLst>
              </a:custGeom>
              <a:noFill/>
              <a:ln w="7938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848" name="Freeform 267">
                <a:extLst>
                  <a:ext uri="{FF2B5EF4-FFF2-40B4-BE49-F238E27FC236}">
                    <a16:creationId xmlns:a16="http://schemas.microsoft.com/office/drawing/2014/main" id="{72F78FB6-714A-4990-BFE7-B13754DC23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0" y="2151"/>
                <a:ext cx="41" cy="55"/>
              </a:xfrm>
              <a:custGeom>
                <a:avLst/>
                <a:gdLst>
                  <a:gd name="T0" fmla="*/ 33 w 26"/>
                  <a:gd name="T1" fmla="*/ 35 h 35"/>
                  <a:gd name="T2" fmla="*/ 62 w 26"/>
                  <a:gd name="T3" fmla="*/ 94 h 35"/>
                  <a:gd name="T4" fmla="*/ 22 w 26"/>
                  <a:gd name="T5" fmla="*/ 31 h 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35">
                    <a:moveTo>
                      <a:pt x="8" y="9"/>
                    </a:moveTo>
                    <a:cubicBezTo>
                      <a:pt x="0" y="5"/>
                      <a:pt x="2" y="35"/>
                      <a:pt x="16" y="24"/>
                    </a:cubicBezTo>
                    <a:cubicBezTo>
                      <a:pt x="26" y="17"/>
                      <a:pt x="13" y="0"/>
                      <a:pt x="6" y="8"/>
                    </a:cubicBezTo>
                  </a:path>
                </a:pathLst>
              </a:custGeom>
              <a:noFill/>
              <a:ln w="7938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849" name="Freeform 268">
                <a:extLst>
                  <a:ext uri="{FF2B5EF4-FFF2-40B4-BE49-F238E27FC236}">
                    <a16:creationId xmlns:a16="http://schemas.microsoft.com/office/drawing/2014/main" id="{A001B543-088B-4D9C-BB8B-0E1774B441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8" y="2155"/>
                <a:ext cx="24" cy="79"/>
              </a:xfrm>
              <a:custGeom>
                <a:avLst/>
                <a:gdLst>
                  <a:gd name="T0" fmla="*/ 16 w 15"/>
                  <a:gd name="T1" fmla="*/ 0 h 49"/>
                  <a:gd name="T2" fmla="*/ 16 w 15"/>
                  <a:gd name="T3" fmla="*/ 123 h 49"/>
                  <a:gd name="T4" fmla="*/ 21 w 15"/>
                  <a:gd name="T5" fmla="*/ 205 h 49"/>
                  <a:gd name="T6" fmla="*/ 48 w 15"/>
                  <a:gd name="T7" fmla="*/ 123 h 49"/>
                  <a:gd name="T8" fmla="*/ 35 w 15"/>
                  <a:gd name="T9" fmla="*/ 8 h 49"/>
                  <a:gd name="T10" fmla="*/ 5 w 15"/>
                  <a:gd name="T11" fmla="*/ 16 h 4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" h="49">
                    <a:moveTo>
                      <a:pt x="4" y="0"/>
                    </a:moveTo>
                    <a:cubicBezTo>
                      <a:pt x="0" y="9"/>
                      <a:pt x="4" y="21"/>
                      <a:pt x="4" y="29"/>
                    </a:cubicBezTo>
                    <a:cubicBezTo>
                      <a:pt x="5" y="36"/>
                      <a:pt x="4" y="42"/>
                      <a:pt x="5" y="49"/>
                    </a:cubicBezTo>
                    <a:cubicBezTo>
                      <a:pt x="15" y="43"/>
                      <a:pt x="14" y="40"/>
                      <a:pt x="12" y="29"/>
                    </a:cubicBezTo>
                    <a:cubicBezTo>
                      <a:pt x="11" y="20"/>
                      <a:pt x="12" y="11"/>
                      <a:pt x="9" y="2"/>
                    </a:cubicBezTo>
                    <a:cubicBezTo>
                      <a:pt x="6" y="1"/>
                      <a:pt x="2" y="3"/>
                      <a:pt x="1" y="4"/>
                    </a:cubicBezTo>
                  </a:path>
                </a:pathLst>
              </a:custGeom>
              <a:noFill/>
              <a:ln w="7938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850" name="Freeform 269">
                <a:extLst>
                  <a:ext uri="{FF2B5EF4-FFF2-40B4-BE49-F238E27FC236}">
                    <a16:creationId xmlns:a16="http://schemas.microsoft.com/office/drawing/2014/main" id="{4537FF8A-C98C-47AA-9981-4EAA8BE8F9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1" y="2149"/>
                <a:ext cx="17" cy="67"/>
              </a:xfrm>
              <a:custGeom>
                <a:avLst/>
                <a:gdLst>
                  <a:gd name="T0" fmla="*/ 0 w 11"/>
                  <a:gd name="T1" fmla="*/ 0 h 42"/>
                  <a:gd name="T2" fmla="*/ 12 w 11"/>
                  <a:gd name="T3" fmla="*/ 171 h 42"/>
                  <a:gd name="T4" fmla="*/ 40 w 11"/>
                  <a:gd name="T5" fmla="*/ 115 h 42"/>
                  <a:gd name="T6" fmla="*/ 29 w 11"/>
                  <a:gd name="T7" fmla="*/ 8 h 42"/>
                  <a:gd name="T8" fmla="*/ 5 w 11"/>
                  <a:gd name="T9" fmla="*/ 8 h 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42">
                    <a:moveTo>
                      <a:pt x="0" y="0"/>
                    </a:moveTo>
                    <a:cubicBezTo>
                      <a:pt x="4" y="13"/>
                      <a:pt x="2" y="28"/>
                      <a:pt x="3" y="42"/>
                    </a:cubicBezTo>
                    <a:cubicBezTo>
                      <a:pt x="10" y="34"/>
                      <a:pt x="11" y="39"/>
                      <a:pt x="11" y="28"/>
                    </a:cubicBezTo>
                    <a:cubicBezTo>
                      <a:pt x="10" y="20"/>
                      <a:pt x="10" y="10"/>
                      <a:pt x="8" y="2"/>
                    </a:cubicBezTo>
                    <a:cubicBezTo>
                      <a:pt x="5" y="1"/>
                      <a:pt x="2" y="1"/>
                      <a:pt x="1" y="2"/>
                    </a:cubicBezTo>
                  </a:path>
                </a:pathLst>
              </a:custGeom>
              <a:noFill/>
              <a:ln w="7938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851" name="Freeform 270">
                <a:extLst>
                  <a:ext uri="{FF2B5EF4-FFF2-40B4-BE49-F238E27FC236}">
                    <a16:creationId xmlns:a16="http://schemas.microsoft.com/office/drawing/2014/main" id="{D49A8E4E-90CC-45C0-A9CE-DF773C4CD7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9" y="2115"/>
                <a:ext cx="25" cy="80"/>
              </a:xfrm>
              <a:custGeom>
                <a:avLst/>
                <a:gdLst>
                  <a:gd name="T0" fmla="*/ 0 w 16"/>
                  <a:gd name="T1" fmla="*/ 35 h 50"/>
                  <a:gd name="T2" fmla="*/ 14 w 16"/>
                  <a:gd name="T3" fmla="*/ 205 h 50"/>
                  <a:gd name="T4" fmla="*/ 42 w 16"/>
                  <a:gd name="T5" fmla="*/ 110 h 50"/>
                  <a:gd name="T6" fmla="*/ 8 w 16"/>
                  <a:gd name="T7" fmla="*/ 35 h 5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50">
                    <a:moveTo>
                      <a:pt x="0" y="9"/>
                    </a:moveTo>
                    <a:cubicBezTo>
                      <a:pt x="2" y="22"/>
                      <a:pt x="1" y="36"/>
                      <a:pt x="4" y="50"/>
                    </a:cubicBezTo>
                    <a:cubicBezTo>
                      <a:pt x="16" y="46"/>
                      <a:pt x="11" y="39"/>
                      <a:pt x="11" y="27"/>
                    </a:cubicBezTo>
                    <a:cubicBezTo>
                      <a:pt x="11" y="23"/>
                      <a:pt x="12" y="0"/>
                      <a:pt x="2" y="9"/>
                    </a:cubicBezTo>
                  </a:path>
                </a:pathLst>
              </a:custGeom>
              <a:noFill/>
              <a:ln w="7938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852" name="Freeform 271">
                <a:extLst>
                  <a:ext uri="{FF2B5EF4-FFF2-40B4-BE49-F238E27FC236}">
                    <a16:creationId xmlns:a16="http://schemas.microsoft.com/office/drawing/2014/main" id="{21D3FE59-8446-48F8-B5B3-EB8A581BE3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4" y="2147"/>
                <a:ext cx="14" cy="71"/>
              </a:xfrm>
              <a:custGeom>
                <a:avLst/>
                <a:gdLst>
                  <a:gd name="T0" fmla="*/ 34 w 9"/>
                  <a:gd name="T1" fmla="*/ 5 h 44"/>
                  <a:gd name="T2" fmla="*/ 34 w 9"/>
                  <a:gd name="T3" fmla="*/ 186 h 44"/>
                  <a:gd name="T4" fmla="*/ 5 w 9"/>
                  <a:gd name="T5" fmla="*/ 165 h 44"/>
                  <a:gd name="T6" fmla="*/ 5 w 9"/>
                  <a:gd name="T7" fmla="*/ 105 h 44"/>
                  <a:gd name="T8" fmla="*/ 14 w 9"/>
                  <a:gd name="T9" fmla="*/ 0 h 44"/>
                  <a:gd name="T10" fmla="*/ 26 w 9"/>
                  <a:gd name="T11" fmla="*/ 8 h 4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" h="44">
                    <a:moveTo>
                      <a:pt x="9" y="1"/>
                    </a:moveTo>
                    <a:cubicBezTo>
                      <a:pt x="9" y="15"/>
                      <a:pt x="8" y="30"/>
                      <a:pt x="9" y="44"/>
                    </a:cubicBezTo>
                    <a:cubicBezTo>
                      <a:pt x="7" y="42"/>
                      <a:pt x="3" y="41"/>
                      <a:pt x="1" y="39"/>
                    </a:cubicBezTo>
                    <a:cubicBezTo>
                      <a:pt x="0" y="36"/>
                      <a:pt x="1" y="28"/>
                      <a:pt x="1" y="25"/>
                    </a:cubicBezTo>
                    <a:cubicBezTo>
                      <a:pt x="1" y="16"/>
                      <a:pt x="1" y="8"/>
                      <a:pt x="4" y="0"/>
                    </a:cubicBezTo>
                    <a:cubicBezTo>
                      <a:pt x="5" y="0"/>
                      <a:pt x="6" y="1"/>
                      <a:pt x="7" y="2"/>
                    </a:cubicBezTo>
                  </a:path>
                </a:pathLst>
              </a:custGeom>
              <a:noFill/>
              <a:ln w="7938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853" name="Freeform 272">
                <a:extLst>
                  <a:ext uri="{FF2B5EF4-FFF2-40B4-BE49-F238E27FC236}">
                    <a16:creationId xmlns:a16="http://schemas.microsoft.com/office/drawing/2014/main" id="{6A99BEFD-CF1A-433C-BDD7-AA3D074389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4" y="2125"/>
                <a:ext cx="23" cy="88"/>
              </a:xfrm>
              <a:custGeom>
                <a:avLst/>
                <a:gdLst>
                  <a:gd name="T0" fmla="*/ 62 w 14"/>
                  <a:gd name="T1" fmla="*/ 21 h 55"/>
                  <a:gd name="T2" fmla="*/ 54 w 14"/>
                  <a:gd name="T3" fmla="*/ 131 h 55"/>
                  <a:gd name="T4" fmla="*/ 49 w 14"/>
                  <a:gd name="T5" fmla="*/ 226 h 55"/>
                  <a:gd name="T6" fmla="*/ 8 w 14"/>
                  <a:gd name="T7" fmla="*/ 128 h 55"/>
                  <a:gd name="T8" fmla="*/ 54 w 14"/>
                  <a:gd name="T9" fmla="*/ 16 h 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55">
                    <a:moveTo>
                      <a:pt x="14" y="5"/>
                    </a:moveTo>
                    <a:cubicBezTo>
                      <a:pt x="12" y="9"/>
                      <a:pt x="13" y="25"/>
                      <a:pt x="12" y="32"/>
                    </a:cubicBezTo>
                    <a:cubicBezTo>
                      <a:pt x="11" y="40"/>
                      <a:pt x="12" y="47"/>
                      <a:pt x="11" y="55"/>
                    </a:cubicBezTo>
                    <a:cubicBezTo>
                      <a:pt x="1" y="46"/>
                      <a:pt x="0" y="46"/>
                      <a:pt x="2" y="31"/>
                    </a:cubicBezTo>
                    <a:cubicBezTo>
                      <a:pt x="3" y="24"/>
                      <a:pt x="0" y="0"/>
                      <a:pt x="12" y="4"/>
                    </a:cubicBezTo>
                  </a:path>
                </a:pathLst>
              </a:custGeom>
              <a:noFill/>
              <a:ln w="7938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854" name="Freeform 273">
                <a:extLst>
                  <a:ext uri="{FF2B5EF4-FFF2-40B4-BE49-F238E27FC236}">
                    <a16:creationId xmlns:a16="http://schemas.microsoft.com/office/drawing/2014/main" id="{0BB20D4A-AF33-445C-A4B7-C2F0729597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9" y="2109"/>
                <a:ext cx="20" cy="80"/>
              </a:xfrm>
              <a:custGeom>
                <a:avLst/>
                <a:gdLst>
                  <a:gd name="T0" fmla="*/ 55 w 12"/>
                  <a:gd name="T1" fmla="*/ 13 h 50"/>
                  <a:gd name="T2" fmla="*/ 50 w 12"/>
                  <a:gd name="T3" fmla="*/ 5 h 50"/>
                  <a:gd name="T4" fmla="*/ 50 w 12"/>
                  <a:gd name="T5" fmla="*/ 205 h 50"/>
                  <a:gd name="T6" fmla="*/ 13 w 12"/>
                  <a:gd name="T7" fmla="*/ 90 h 50"/>
                  <a:gd name="T8" fmla="*/ 47 w 12"/>
                  <a:gd name="T9" fmla="*/ 8 h 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50">
                    <a:moveTo>
                      <a:pt x="12" y="3"/>
                    </a:moveTo>
                    <a:cubicBezTo>
                      <a:pt x="12" y="2"/>
                      <a:pt x="11" y="0"/>
                      <a:pt x="11" y="1"/>
                    </a:cubicBezTo>
                    <a:cubicBezTo>
                      <a:pt x="11" y="18"/>
                      <a:pt x="12" y="34"/>
                      <a:pt x="11" y="50"/>
                    </a:cubicBezTo>
                    <a:cubicBezTo>
                      <a:pt x="0" y="44"/>
                      <a:pt x="2" y="34"/>
                      <a:pt x="3" y="22"/>
                    </a:cubicBezTo>
                    <a:cubicBezTo>
                      <a:pt x="3" y="16"/>
                      <a:pt x="2" y="1"/>
                      <a:pt x="10" y="2"/>
                    </a:cubicBezTo>
                  </a:path>
                </a:pathLst>
              </a:custGeom>
              <a:noFill/>
              <a:ln w="7938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855" name="Freeform 274">
                <a:extLst>
                  <a:ext uri="{FF2B5EF4-FFF2-40B4-BE49-F238E27FC236}">
                    <a16:creationId xmlns:a16="http://schemas.microsoft.com/office/drawing/2014/main" id="{7F4A40CA-04F7-4F42-BD04-8D4DA0F2B1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5" y="2184"/>
                <a:ext cx="520" cy="85"/>
              </a:xfrm>
              <a:custGeom>
                <a:avLst/>
                <a:gdLst>
                  <a:gd name="T0" fmla="*/ 0 w 325"/>
                  <a:gd name="T1" fmla="*/ 0 h 53"/>
                  <a:gd name="T2" fmla="*/ 1331 w 325"/>
                  <a:gd name="T3" fmla="*/ 35 h 5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25" h="53">
                    <a:moveTo>
                      <a:pt x="0" y="0"/>
                    </a:moveTo>
                    <a:cubicBezTo>
                      <a:pt x="0" y="0"/>
                      <a:pt x="174" y="53"/>
                      <a:pt x="325" y="9"/>
                    </a:cubicBezTo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856" name="Freeform 275">
                <a:extLst>
                  <a:ext uri="{FF2B5EF4-FFF2-40B4-BE49-F238E27FC236}">
                    <a16:creationId xmlns:a16="http://schemas.microsoft.com/office/drawing/2014/main" id="{973A2CBC-CBF5-4767-9DA1-2775A88C55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2" y="2224"/>
                <a:ext cx="185" cy="43"/>
              </a:xfrm>
              <a:custGeom>
                <a:avLst/>
                <a:gdLst>
                  <a:gd name="T0" fmla="*/ 0 w 116"/>
                  <a:gd name="T1" fmla="*/ 0 h 27"/>
                  <a:gd name="T2" fmla="*/ 470 w 116"/>
                  <a:gd name="T3" fmla="*/ 13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6" h="27">
                    <a:moveTo>
                      <a:pt x="0" y="0"/>
                    </a:moveTo>
                    <a:cubicBezTo>
                      <a:pt x="0" y="0"/>
                      <a:pt x="59" y="27"/>
                      <a:pt x="116" y="3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857" name="Freeform 276">
                <a:extLst>
                  <a:ext uri="{FF2B5EF4-FFF2-40B4-BE49-F238E27FC236}">
                    <a16:creationId xmlns:a16="http://schemas.microsoft.com/office/drawing/2014/main" id="{08848F26-ED5B-4C77-9401-A80602F3FA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3" y="2218"/>
                <a:ext cx="188" cy="38"/>
              </a:xfrm>
              <a:custGeom>
                <a:avLst/>
                <a:gdLst>
                  <a:gd name="T0" fmla="*/ 485 w 117"/>
                  <a:gd name="T1" fmla="*/ 0 h 24"/>
                  <a:gd name="T2" fmla="*/ 0 w 117"/>
                  <a:gd name="T3" fmla="*/ 87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7" h="24">
                    <a:moveTo>
                      <a:pt x="117" y="0"/>
                    </a:moveTo>
                    <a:cubicBezTo>
                      <a:pt x="117" y="0"/>
                      <a:pt x="71" y="24"/>
                      <a:pt x="0" y="22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858" name="Freeform 277">
                <a:extLst>
                  <a:ext uri="{FF2B5EF4-FFF2-40B4-BE49-F238E27FC236}">
                    <a16:creationId xmlns:a16="http://schemas.microsoft.com/office/drawing/2014/main" id="{E31EC6C0-41A7-4556-AF18-7493D8708C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3" y="2210"/>
                <a:ext cx="164" cy="40"/>
              </a:xfrm>
              <a:custGeom>
                <a:avLst/>
                <a:gdLst>
                  <a:gd name="T0" fmla="*/ 0 w 102"/>
                  <a:gd name="T1" fmla="*/ 35 h 25"/>
                  <a:gd name="T2" fmla="*/ 13 w 102"/>
                  <a:gd name="T3" fmla="*/ 98 h 25"/>
                  <a:gd name="T4" fmla="*/ 82 w 102"/>
                  <a:gd name="T5" fmla="*/ 98 h 25"/>
                  <a:gd name="T6" fmla="*/ 191 w 102"/>
                  <a:gd name="T7" fmla="*/ 90 h 25"/>
                  <a:gd name="T8" fmla="*/ 314 w 102"/>
                  <a:gd name="T9" fmla="*/ 61 h 25"/>
                  <a:gd name="T10" fmla="*/ 424 w 102"/>
                  <a:gd name="T11" fmla="*/ 26 h 25"/>
                  <a:gd name="T12" fmla="*/ 336 w 102"/>
                  <a:gd name="T13" fmla="*/ 0 h 25"/>
                  <a:gd name="T14" fmla="*/ 212 w 102"/>
                  <a:gd name="T15" fmla="*/ 16 h 25"/>
                  <a:gd name="T16" fmla="*/ 5 w 102"/>
                  <a:gd name="T17" fmla="*/ 48 h 2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2" h="25">
                    <a:moveTo>
                      <a:pt x="0" y="9"/>
                    </a:moveTo>
                    <a:cubicBezTo>
                      <a:pt x="1" y="13"/>
                      <a:pt x="0" y="22"/>
                      <a:pt x="3" y="24"/>
                    </a:cubicBezTo>
                    <a:cubicBezTo>
                      <a:pt x="6" y="25"/>
                      <a:pt x="16" y="24"/>
                      <a:pt x="20" y="24"/>
                    </a:cubicBezTo>
                    <a:cubicBezTo>
                      <a:pt x="29" y="25"/>
                      <a:pt x="37" y="24"/>
                      <a:pt x="46" y="22"/>
                    </a:cubicBezTo>
                    <a:cubicBezTo>
                      <a:pt x="56" y="19"/>
                      <a:pt x="66" y="18"/>
                      <a:pt x="75" y="15"/>
                    </a:cubicBezTo>
                    <a:cubicBezTo>
                      <a:pt x="84" y="13"/>
                      <a:pt x="92" y="7"/>
                      <a:pt x="102" y="6"/>
                    </a:cubicBezTo>
                    <a:cubicBezTo>
                      <a:pt x="96" y="5"/>
                      <a:pt x="87" y="3"/>
                      <a:pt x="81" y="0"/>
                    </a:cubicBezTo>
                    <a:cubicBezTo>
                      <a:pt x="76" y="12"/>
                      <a:pt x="62" y="3"/>
                      <a:pt x="51" y="4"/>
                    </a:cubicBezTo>
                    <a:cubicBezTo>
                      <a:pt x="34" y="7"/>
                      <a:pt x="17" y="9"/>
                      <a:pt x="1" y="12"/>
                    </a:cubicBezTo>
                  </a:path>
                </a:pathLst>
              </a:custGeom>
              <a:solidFill>
                <a:srgbClr val="A39A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859" name="Freeform 278">
                <a:extLst>
                  <a:ext uri="{FF2B5EF4-FFF2-40B4-BE49-F238E27FC236}">
                    <a16:creationId xmlns:a16="http://schemas.microsoft.com/office/drawing/2014/main" id="{9C666B53-9748-4138-BED6-8D1483FA75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4" y="2198"/>
                <a:ext cx="162" cy="39"/>
              </a:xfrm>
              <a:custGeom>
                <a:avLst/>
                <a:gdLst>
                  <a:gd name="T0" fmla="*/ 0 w 101"/>
                  <a:gd name="T1" fmla="*/ 63 h 24"/>
                  <a:gd name="T2" fmla="*/ 141 w 101"/>
                  <a:gd name="T3" fmla="*/ 96 h 24"/>
                  <a:gd name="T4" fmla="*/ 255 w 101"/>
                  <a:gd name="T5" fmla="*/ 98 h 24"/>
                  <a:gd name="T6" fmla="*/ 367 w 101"/>
                  <a:gd name="T7" fmla="*/ 76 h 24"/>
                  <a:gd name="T8" fmla="*/ 404 w 101"/>
                  <a:gd name="T9" fmla="*/ 60 h 24"/>
                  <a:gd name="T10" fmla="*/ 409 w 101"/>
                  <a:gd name="T11" fmla="*/ 0 h 24"/>
                  <a:gd name="T12" fmla="*/ 276 w 101"/>
                  <a:gd name="T13" fmla="*/ 39 h 24"/>
                  <a:gd name="T14" fmla="*/ 157 w 101"/>
                  <a:gd name="T15" fmla="*/ 55 h 24"/>
                  <a:gd name="T16" fmla="*/ 0 w 101"/>
                  <a:gd name="T17" fmla="*/ 55 h 2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1" h="24">
                    <a:moveTo>
                      <a:pt x="0" y="15"/>
                    </a:moveTo>
                    <a:cubicBezTo>
                      <a:pt x="8" y="21"/>
                      <a:pt x="22" y="21"/>
                      <a:pt x="34" y="22"/>
                    </a:cubicBezTo>
                    <a:cubicBezTo>
                      <a:pt x="44" y="22"/>
                      <a:pt x="53" y="24"/>
                      <a:pt x="62" y="23"/>
                    </a:cubicBezTo>
                    <a:cubicBezTo>
                      <a:pt x="71" y="22"/>
                      <a:pt x="81" y="21"/>
                      <a:pt x="89" y="18"/>
                    </a:cubicBezTo>
                    <a:cubicBezTo>
                      <a:pt x="93" y="17"/>
                      <a:pt x="96" y="17"/>
                      <a:pt x="98" y="14"/>
                    </a:cubicBezTo>
                    <a:cubicBezTo>
                      <a:pt x="101" y="11"/>
                      <a:pt x="99" y="5"/>
                      <a:pt x="99" y="0"/>
                    </a:cubicBezTo>
                    <a:cubicBezTo>
                      <a:pt x="90" y="7"/>
                      <a:pt x="78" y="8"/>
                      <a:pt x="67" y="9"/>
                    </a:cubicBezTo>
                    <a:cubicBezTo>
                      <a:pt x="57" y="10"/>
                      <a:pt x="48" y="12"/>
                      <a:pt x="38" y="13"/>
                    </a:cubicBezTo>
                    <a:cubicBezTo>
                      <a:pt x="26" y="13"/>
                      <a:pt x="12" y="17"/>
                      <a:pt x="0" y="13"/>
                    </a:cubicBezTo>
                  </a:path>
                </a:pathLst>
              </a:custGeom>
              <a:solidFill>
                <a:srgbClr val="A39A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860" name="Freeform 279">
                <a:extLst>
                  <a:ext uri="{FF2B5EF4-FFF2-40B4-BE49-F238E27FC236}">
                    <a16:creationId xmlns:a16="http://schemas.microsoft.com/office/drawing/2014/main" id="{F6A7212E-2F4C-42EE-AD15-1F13873CE3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8" y="2138"/>
                <a:ext cx="10" cy="70"/>
              </a:xfrm>
              <a:custGeom>
                <a:avLst/>
                <a:gdLst>
                  <a:gd name="T0" fmla="*/ 5 w 6"/>
                  <a:gd name="T1" fmla="*/ 0 h 44"/>
                  <a:gd name="T2" fmla="*/ 5 w 6"/>
                  <a:gd name="T3" fmla="*/ 116 h 44"/>
                  <a:gd name="T4" fmla="*/ 20 w 6"/>
                  <a:gd name="T5" fmla="*/ 177 h 44"/>
                  <a:gd name="T6" fmla="*/ 28 w 6"/>
                  <a:gd name="T7" fmla="*/ 129 h 44"/>
                  <a:gd name="T8" fmla="*/ 22 w 6"/>
                  <a:gd name="T9" fmla="*/ 48 h 44"/>
                  <a:gd name="T10" fmla="*/ 13 w 6"/>
                  <a:gd name="T11" fmla="*/ 16 h 44"/>
                  <a:gd name="T12" fmla="*/ 8 w 6"/>
                  <a:gd name="T13" fmla="*/ 5 h 44"/>
                  <a:gd name="T14" fmla="*/ 8 w 6"/>
                  <a:gd name="T15" fmla="*/ 5 h 4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" h="44">
                    <a:moveTo>
                      <a:pt x="1" y="0"/>
                    </a:moveTo>
                    <a:cubicBezTo>
                      <a:pt x="1" y="10"/>
                      <a:pt x="0" y="19"/>
                      <a:pt x="1" y="29"/>
                    </a:cubicBezTo>
                    <a:cubicBezTo>
                      <a:pt x="1" y="33"/>
                      <a:pt x="1" y="40"/>
                      <a:pt x="4" y="44"/>
                    </a:cubicBezTo>
                    <a:cubicBezTo>
                      <a:pt x="6" y="41"/>
                      <a:pt x="6" y="35"/>
                      <a:pt x="6" y="32"/>
                    </a:cubicBezTo>
                    <a:cubicBezTo>
                      <a:pt x="6" y="25"/>
                      <a:pt x="6" y="19"/>
                      <a:pt x="5" y="12"/>
                    </a:cubicBezTo>
                    <a:cubicBezTo>
                      <a:pt x="5" y="9"/>
                      <a:pt x="4" y="7"/>
                      <a:pt x="3" y="4"/>
                    </a:cubicBezTo>
                    <a:cubicBezTo>
                      <a:pt x="2" y="3"/>
                      <a:pt x="2" y="2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</a:path>
                </a:pathLst>
              </a:custGeom>
              <a:solidFill>
                <a:srgbClr val="A39A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861" name="Freeform 280">
                <a:extLst>
                  <a:ext uri="{FF2B5EF4-FFF2-40B4-BE49-F238E27FC236}">
                    <a16:creationId xmlns:a16="http://schemas.microsoft.com/office/drawing/2014/main" id="{3CEC0255-D38C-4DBD-8494-A89FA5A1A7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3" y="2114"/>
                <a:ext cx="15" cy="83"/>
              </a:xfrm>
              <a:custGeom>
                <a:avLst/>
                <a:gdLst>
                  <a:gd name="T0" fmla="*/ 0 w 9"/>
                  <a:gd name="T1" fmla="*/ 5 h 52"/>
                  <a:gd name="T2" fmla="*/ 0 w 9"/>
                  <a:gd name="T3" fmla="*/ 5 h 52"/>
                  <a:gd name="T4" fmla="*/ 5 w 9"/>
                  <a:gd name="T5" fmla="*/ 35 h 52"/>
                  <a:gd name="T6" fmla="*/ 5 w 9"/>
                  <a:gd name="T7" fmla="*/ 137 h 52"/>
                  <a:gd name="T8" fmla="*/ 8 w 9"/>
                  <a:gd name="T9" fmla="*/ 196 h 52"/>
                  <a:gd name="T10" fmla="*/ 22 w 9"/>
                  <a:gd name="T11" fmla="*/ 211 h 52"/>
                  <a:gd name="T12" fmla="*/ 37 w 9"/>
                  <a:gd name="T13" fmla="*/ 158 h 52"/>
                  <a:gd name="T14" fmla="*/ 33 w 9"/>
                  <a:gd name="T15" fmla="*/ 89 h 52"/>
                  <a:gd name="T16" fmla="*/ 22 w 9"/>
                  <a:gd name="T17" fmla="*/ 35 h 52"/>
                  <a:gd name="T18" fmla="*/ 8 w 9"/>
                  <a:gd name="T19" fmla="*/ 5 h 52"/>
                  <a:gd name="T20" fmla="*/ 8 w 9"/>
                  <a:gd name="T21" fmla="*/ 8 h 5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9" h="52">
                    <a:moveTo>
                      <a:pt x="0" y="1"/>
                    </a:moveTo>
                    <a:cubicBezTo>
                      <a:pt x="0" y="1"/>
                      <a:pt x="0" y="0"/>
                      <a:pt x="0" y="1"/>
                    </a:cubicBezTo>
                    <a:cubicBezTo>
                      <a:pt x="1" y="4"/>
                      <a:pt x="1" y="7"/>
                      <a:pt x="1" y="9"/>
                    </a:cubicBezTo>
                    <a:cubicBezTo>
                      <a:pt x="0" y="17"/>
                      <a:pt x="1" y="26"/>
                      <a:pt x="1" y="34"/>
                    </a:cubicBezTo>
                    <a:cubicBezTo>
                      <a:pt x="1" y="39"/>
                      <a:pt x="2" y="44"/>
                      <a:pt x="2" y="48"/>
                    </a:cubicBezTo>
                    <a:cubicBezTo>
                      <a:pt x="3" y="50"/>
                      <a:pt x="3" y="52"/>
                      <a:pt x="5" y="52"/>
                    </a:cubicBezTo>
                    <a:cubicBezTo>
                      <a:pt x="6" y="48"/>
                      <a:pt x="8" y="43"/>
                      <a:pt x="8" y="39"/>
                    </a:cubicBezTo>
                    <a:cubicBezTo>
                      <a:pt x="9" y="33"/>
                      <a:pt x="8" y="28"/>
                      <a:pt x="7" y="22"/>
                    </a:cubicBezTo>
                    <a:cubicBezTo>
                      <a:pt x="6" y="18"/>
                      <a:pt x="6" y="14"/>
                      <a:pt x="5" y="9"/>
                    </a:cubicBezTo>
                    <a:cubicBezTo>
                      <a:pt x="4" y="7"/>
                      <a:pt x="3" y="4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</a:path>
                </a:pathLst>
              </a:custGeom>
              <a:solidFill>
                <a:srgbClr val="A39A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862" name="Freeform 281">
                <a:extLst>
                  <a:ext uri="{FF2B5EF4-FFF2-40B4-BE49-F238E27FC236}">
                    <a16:creationId xmlns:a16="http://schemas.microsoft.com/office/drawing/2014/main" id="{7B2876A4-4218-4824-ADFB-525543A38B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3" y="2151"/>
                <a:ext cx="23" cy="76"/>
              </a:xfrm>
              <a:custGeom>
                <a:avLst/>
                <a:gdLst>
                  <a:gd name="T0" fmla="*/ 5 w 14"/>
                  <a:gd name="T1" fmla="*/ 0 h 48"/>
                  <a:gd name="T2" fmla="*/ 0 w 14"/>
                  <a:gd name="T3" fmla="*/ 138 h 48"/>
                  <a:gd name="T4" fmla="*/ 21 w 14"/>
                  <a:gd name="T5" fmla="*/ 168 h 48"/>
                  <a:gd name="T6" fmla="*/ 8 w 14"/>
                  <a:gd name="T7" fmla="*/ 8 h 4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48">
                    <a:moveTo>
                      <a:pt x="1" y="0"/>
                    </a:moveTo>
                    <a:cubicBezTo>
                      <a:pt x="1" y="12"/>
                      <a:pt x="0" y="23"/>
                      <a:pt x="0" y="35"/>
                    </a:cubicBezTo>
                    <a:cubicBezTo>
                      <a:pt x="0" y="39"/>
                      <a:pt x="1" y="48"/>
                      <a:pt x="5" y="42"/>
                    </a:cubicBezTo>
                    <a:cubicBezTo>
                      <a:pt x="14" y="30"/>
                      <a:pt x="3" y="14"/>
                      <a:pt x="2" y="2"/>
                    </a:cubicBezTo>
                  </a:path>
                </a:pathLst>
              </a:custGeom>
              <a:solidFill>
                <a:srgbClr val="A39A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863" name="Freeform 282">
                <a:extLst>
                  <a:ext uri="{FF2B5EF4-FFF2-40B4-BE49-F238E27FC236}">
                    <a16:creationId xmlns:a16="http://schemas.microsoft.com/office/drawing/2014/main" id="{7884C39D-F5EF-4E86-B940-6FF8BEA704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9" y="2165"/>
                <a:ext cx="15" cy="26"/>
              </a:xfrm>
              <a:custGeom>
                <a:avLst/>
                <a:gdLst>
                  <a:gd name="T0" fmla="*/ 22 w 9"/>
                  <a:gd name="T1" fmla="*/ 5 h 16"/>
                  <a:gd name="T2" fmla="*/ 28 w 9"/>
                  <a:gd name="T3" fmla="*/ 0 h 16"/>
                  <a:gd name="T4" fmla="*/ 20 w 9"/>
                  <a:gd name="T5" fmla="*/ 55 h 16"/>
                  <a:gd name="T6" fmla="*/ 22 w 9"/>
                  <a:gd name="T7" fmla="*/ 0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16">
                    <a:moveTo>
                      <a:pt x="5" y="1"/>
                    </a:moveTo>
                    <a:cubicBezTo>
                      <a:pt x="6" y="1"/>
                      <a:pt x="6" y="1"/>
                      <a:pt x="6" y="0"/>
                    </a:cubicBezTo>
                    <a:cubicBezTo>
                      <a:pt x="1" y="0"/>
                      <a:pt x="0" y="12"/>
                      <a:pt x="4" y="13"/>
                    </a:cubicBezTo>
                    <a:cubicBezTo>
                      <a:pt x="9" y="16"/>
                      <a:pt x="8" y="2"/>
                      <a:pt x="5" y="0"/>
                    </a:cubicBezTo>
                  </a:path>
                </a:pathLst>
              </a:custGeom>
              <a:solidFill>
                <a:srgbClr val="A39A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864" name="Freeform 283">
                <a:extLst>
                  <a:ext uri="{FF2B5EF4-FFF2-40B4-BE49-F238E27FC236}">
                    <a16:creationId xmlns:a16="http://schemas.microsoft.com/office/drawing/2014/main" id="{AA946E36-1233-4E64-A843-2518FD4B17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9" y="2160"/>
                <a:ext cx="24" cy="72"/>
              </a:xfrm>
              <a:custGeom>
                <a:avLst/>
                <a:gdLst>
                  <a:gd name="T0" fmla="*/ 13 w 15"/>
                  <a:gd name="T1" fmla="*/ 0 h 45"/>
                  <a:gd name="T2" fmla="*/ 5 w 15"/>
                  <a:gd name="T3" fmla="*/ 42 h 45"/>
                  <a:gd name="T4" fmla="*/ 21 w 15"/>
                  <a:gd name="T5" fmla="*/ 107 h 45"/>
                  <a:gd name="T6" fmla="*/ 56 w 15"/>
                  <a:gd name="T7" fmla="*/ 184 h 45"/>
                  <a:gd name="T8" fmla="*/ 48 w 15"/>
                  <a:gd name="T9" fmla="*/ 171 h 45"/>
                  <a:gd name="T10" fmla="*/ 21 w 15"/>
                  <a:gd name="T11" fmla="*/ 123 h 45"/>
                  <a:gd name="T12" fmla="*/ 8 w 15"/>
                  <a:gd name="T13" fmla="*/ 0 h 4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45">
                    <a:moveTo>
                      <a:pt x="3" y="0"/>
                    </a:moveTo>
                    <a:cubicBezTo>
                      <a:pt x="1" y="1"/>
                      <a:pt x="1" y="8"/>
                      <a:pt x="1" y="10"/>
                    </a:cubicBezTo>
                    <a:cubicBezTo>
                      <a:pt x="2" y="16"/>
                      <a:pt x="3" y="21"/>
                      <a:pt x="5" y="26"/>
                    </a:cubicBezTo>
                    <a:cubicBezTo>
                      <a:pt x="7" y="32"/>
                      <a:pt x="15" y="38"/>
                      <a:pt x="14" y="45"/>
                    </a:cubicBezTo>
                    <a:cubicBezTo>
                      <a:pt x="14" y="43"/>
                      <a:pt x="13" y="43"/>
                      <a:pt x="12" y="42"/>
                    </a:cubicBezTo>
                    <a:cubicBezTo>
                      <a:pt x="10" y="38"/>
                      <a:pt x="7" y="34"/>
                      <a:pt x="5" y="30"/>
                    </a:cubicBezTo>
                    <a:cubicBezTo>
                      <a:pt x="0" y="22"/>
                      <a:pt x="0" y="9"/>
                      <a:pt x="2" y="0"/>
                    </a:cubicBezTo>
                  </a:path>
                </a:pathLst>
              </a:custGeom>
              <a:solidFill>
                <a:srgbClr val="A39A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865" name="Freeform 284">
                <a:extLst>
                  <a:ext uri="{FF2B5EF4-FFF2-40B4-BE49-F238E27FC236}">
                    <a16:creationId xmlns:a16="http://schemas.microsoft.com/office/drawing/2014/main" id="{981FE0A3-FC91-44DB-A06A-AFAA53A469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7" y="2157"/>
                <a:ext cx="16" cy="62"/>
              </a:xfrm>
              <a:custGeom>
                <a:avLst/>
                <a:gdLst>
                  <a:gd name="T0" fmla="*/ 0 w 10"/>
                  <a:gd name="T1" fmla="*/ 5 h 39"/>
                  <a:gd name="T2" fmla="*/ 5 w 10"/>
                  <a:gd name="T3" fmla="*/ 16 h 39"/>
                  <a:gd name="T4" fmla="*/ 13 w 10"/>
                  <a:gd name="T5" fmla="*/ 76 h 39"/>
                  <a:gd name="T6" fmla="*/ 29 w 10"/>
                  <a:gd name="T7" fmla="*/ 157 h 39"/>
                  <a:gd name="T8" fmla="*/ 34 w 10"/>
                  <a:gd name="T9" fmla="*/ 64 h 39"/>
                  <a:gd name="T10" fmla="*/ 13 w 10"/>
                  <a:gd name="T11" fmla="*/ 21 h 39"/>
                  <a:gd name="T12" fmla="*/ 5 w 10"/>
                  <a:gd name="T13" fmla="*/ 0 h 3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39">
                    <a:moveTo>
                      <a:pt x="0" y="1"/>
                    </a:moveTo>
                    <a:cubicBezTo>
                      <a:pt x="0" y="1"/>
                      <a:pt x="1" y="3"/>
                      <a:pt x="1" y="4"/>
                    </a:cubicBezTo>
                    <a:cubicBezTo>
                      <a:pt x="2" y="9"/>
                      <a:pt x="2" y="14"/>
                      <a:pt x="3" y="19"/>
                    </a:cubicBezTo>
                    <a:cubicBezTo>
                      <a:pt x="4" y="26"/>
                      <a:pt x="3" y="33"/>
                      <a:pt x="7" y="39"/>
                    </a:cubicBezTo>
                    <a:cubicBezTo>
                      <a:pt x="10" y="31"/>
                      <a:pt x="10" y="24"/>
                      <a:pt x="8" y="16"/>
                    </a:cubicBezTo>
                    <a:cubicBezTo>
                      <a:pt x="7" y="12"/>
                      <a:pt x="5" y="9"/>
                      <a:pt x="3" y="5"/>
                    </a:cubicBezTo>
                    <a:cubicBezTo>
                      <a:pt x="3" y="4"/>
                      <a:pt x="2" y="2"/>
                      <a:pt x="1" y="0"/>
                    </a:cubicBezTo>
                  </a:path>
                </a:pathLst>
              </a:custGeom>
              <a:solidFill>
                <a:srgbClr val="A39A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866" name="Freeform 285">
                <a:extLst>
                  <a:ext uri="{FF2B5EF4-FFF2-40B4-BE49-F238E27FC236}">
                    <a16:creationId xmlns:a16="http://schemas.microsoft.com/office/drawing/2014/main" id="{2F32553F-21F3-4726-B72C-20EFFBC8C1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5" y="2144"/>
                <a:ext cx="19" cy="64"/>
              </a:xfrm>
              <a:custGeom>
                <a:avLst/>
                <a:gdLst>
                  <a:gd name="T0" fmla="*/ 8 w 12"/>
                  <a:gd name="T1" fmla="*/ 16 h 40"/>
                  <a:gd name="T2" fmla="*/ 16 w 12"/>
                  <a:gd name="T3" fmla="*/ 128 h 40"/>
                  <a:gd name="T4" fmla="*/ 16 w 12"/>
                  <a:gd name="T5" fmla="*/ 158 h 40"/>
                  <a:gd name="T6" fmla="*/ 25 w 12"/>
                  <a:gd name="T7" fmla="*/ 157 h 40"/>
                  <a:gd name="T8" fmla="*/ 40 w 12"/>
                  <a:gd name="T9" fmla="*/ 86 h 40"/>
                  <a:gd name="T10" fmla="*/ 5 w 12"/>
                  <a:gd name="T11" fmla="*/ 0 h 40"/>
                  <a:gd name="T12" fmla="*/ 0 w 12"/>
                  <a:gd name="T13" fmla="*/ 0 h 40"/>
                  <a:gd name="T14" fmla="*/ 5 w 12"/>
                  <a:gd name="T15" fmla="*/ 5 h 4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2" h="40">
                    <a:moveTo>
                      <a:pt x="2" y="4"/>
                    </a:moveTo>
                    <a:cubicBezTo>
                      <a:pt x="3" y="13"/>
                      <a:pt x="4" y="22"/>
                      <a:pt x="4" y="31"/>
                    </a:cubicBezTo>
                    <a:cubicBezTo>
                      <a:pt x="4" y="32"/>
                      <a:pt x="3" y="38"/>
                      <a:pt x="4" y="39"/>
                    </a:cubicBezTo>
                    <a:cubicBezTo>
                      <a:pt x="5" y="40"/>
                      <a:pt x="5" y="39"/>
                      <a:pt x="6" y="38"/>
                    </a:cubicBezTo>
                    <a:cubicBezTo>
                      <a:pt x="11" y="36"/>
                      <a:pt x="12" y="26"/>
                      <a:pt x="10" y="21"/>
                    </a:cubicBezTo>
                    <a:cubicBezTo>
                      <a:pt x="8" y="15"/>
                      <a:pt x="5" y="6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0"/>
                      <a:pt x="1" y="1"/>
                    </a:cubicBezTo>
                  </a:path>
                </a:pathLst>
              </a:custGeom>
              <a:solidFill>
                <a:srgbClr val="A39A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867" name="Freeform 286">
                <a:extLst>
                  <a:ext uri="{FF2B5EF4-FFF2-40B4-BE49-F238E27FC236}">
                    <a16:creationId xmlns:a16="http://schemas.microsoft.com/office/drawing/2014/main" id="{40A115E9-5D31-460F-AD13-10E23F50DB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5" y="2122"/>
                <a:ext cx="24" cy="62"/>
              </a:xfrm>
              <a:custGeom>
                <a:avLst/>
                <a:gdLst>
                  <a:gd name="T0" fmla="*/ 5 w 15"/>
                  <a:gd name="T1" fmla="*/ 5 h 39"/>
                  <a:gd name="T2" fmla="*/ 13 w 15"/>
                  <a:gd name="T3" fmla="*/ 35 h 39"/>
                  <a:gd name="T4" fmla="*/ 21 w 15"/>
                  <a:gd name="T5" fmla="*/ 108 h 39"/>
                  <a:gd name="T6" fmla="*/ 34 w 15"/>
                  <a:gd name="T7" fmla="*/ 151 h 39"/>
                  <a:gd name="T8" fmla="*/ 54 w 15"/>
                  <a:gd name="T9" fmla="*/ 124 h 39"/>
                  <a:gd name="T10" fmla="*/ 42 w 15"/>
                  <a:gd name="T11" fmla="*/ 60 h 39"/>
                  <a:gd name="T12" fmla="*/ 13 w 15"/>
                  <a:gd name="T13" fmla="*/ 0 h 3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39">
                    <a:moveTo>
                      <a:pt x="1" y="1"/>
                    </a:moveTo>
                    <a:cubicBezTo>
                      <a:pt x="0" y="3"/>
                      <a:pt x="3" y="7"/>
                      <a:pt x="3" y="9"/>
                    </a:cubicBezTo>
                    <a:cubicBezTo>
                      <a:pt x="5" y="15"/>
                      <a:pt x="5" y="21"/>
                      <a:pt x="5" y="27"/>
                    </a:cubicBezTo>
                    <a:cubicBezTo>
                      <a:pt x="5" y="30"/>
                      <a:pt x="3" y="39"/>
                      <a:pt x="8" y="38"/>
                    </a:cubicBezTo>
                    <a:cubicBezTo>
                      <a:pt x="10" y="37"/>
                      <a:pt x="13" y="33"/>
                      <a:pt x="13" y="31"/>
                    </a:cubicBezTo>
                    <a:cubicBezTo>
                      <a:pt x="15" y="25"/>
                      <a:pt x="13" y="20"/>
                      <a:pt x="10" y="15"/>
                    </a:cubicBezTo>
                    <a:cubicBezTo>
                      <a:pt x="8" y="10"/>
                      <a:pt x="7" y="3"/>
                      <a:pt x="3" y="0"/>
                    </a:cubicBezTo>
                  </a:path>
                </a:pathLst>
              </a:custGeom>
              <a:solidFill>
                <a:srgbClr val="A39A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868" name="Freeform 287">
                <a:extLst>
                  <a:ext uri="{FF2B5EF4-FFF2-40B4-BE49-F238E27FC236}">
                    <a16:creationId xmlns:a16="http://schemas.microsoft.com/office/drawing/2014/main" id="{9918B450-98F9-492E-BC95-C5127B5B7E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8" y="2411"/>
                <a:ext cx="99" cy="433"/>
              </a:xfrm>
              <a:custGeom>
                <a:avLst/>
                <a:gdLst>
                  <a:gd name="T0" fmla="*/ 8 w 62"/>
                  <a:gd name="T1" fmla="*/ 0 h 271"/>
                  <a:gd name="T2" fmla="*/ 128 w 62"/>
                  <a:gd name="T3" fmla="*/ 187 h 271"/>
                  <a:gd name="T4" fmla="*/ 252 w 62"/>
                  <a:gd name="T5" fmla="*/ 340 h 271"/>
                  <a:gd name="T6" fmla="*/ 225 w 62"/>
                  <a:gd name="T7" fmla="*/ 612 h 271"/>
                  <a:gd name="T8" fmla="*/ 217 w 62"/>
                  <a:gd name="T9" fmla="*/ 978 h 271"/>
                  <a:gd name="T10" fmla="*/ 192 w 62"/>
                  <a:gd name="T11" fmla="*/ 1106 h 271"/>
                  <a:gd name="T12" fmla="*/ 187 w 62"/>
                  <a:gd name="T13" fmla="*/ 840 h 271"/>
                  <a:gd name="T14" fmla="*/ 187 w 62"/>
                  <a:gd name="T15" fmla="*/ 575 h 271"/>
                  <a:gd name="T16" fmla="*/ 176 w 62"/>
                  <a:gd name="T17" fmla="*/ 423 h 271"/>
                  <a:gd name="T18" fmla="*/ 128 w 62"/>
                  <a:gd name="T19" fmla="*/ 350 h 271"/>
                  <a:gd name="T20" fmla="*/ 81 w 62"/>
                  <a:gd name="T21" fmla="*/ 257 h 271"/>
                  <a:gd name="T22" fmla="*/ 29 w 62"/>
                  <a:gd name="T23" fmla="*/ 176 h 271"/>
                  <a:gd name="T24" fmla="*/ 0 w 62"/>
                  <a:gd name="T25" fmla="*/ 21 h 271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62" h="271">
                    <a:moveTo>
                      <a:pt x="2" y="0"/>
                    </a:moveTo>
                    <a:cubicBezTo>
                      <a:pt x="0" y="14"/>
                      <a:pt x="20" y="39"/>
                      <a:pt x="31" y="46"/>
                    </a:cubicBezTo>
                    <a:cubicBezTo>
                      <a:pt x="45" y="56"/>
                      <a:pt x="61" y="62"/>
                      <a:pt x="62" y="83"/>
                    </a:cubicBezTo>
                    <a:cubicBezTo>
                      <a:pt x="62" y="106"/>
                      <a:pt x="55" y="127"/>
                      <a:pt x="55" y="150"/>
                    </a:cubicBezTo>
                    <a:cubicBezTo>
                      <a:pt x="55" y="181"/>
                      <a:pt x="55" y="210"/>
                      <a:pt x="53" y="240"/>
                    </a:cubicBezTo>
                    <a:cubicBezTo>
                      <a:pt x="52" y="250"/>
                      <a:pt x="52" y="263"/>
                      <a:pt x="47" y="271"/>
                    </a:cubicBezTo>
                    <a:cubicBezTo>
                      <a:pt x="41" y="252"/>
                      <a:pt x="44" y="227"/>
                      <a:pt x="46" y="206"/>
                    </a:cubicBezTo>
                    <a:cubicBezTo>
                      <a:pt x="48" y="185"/>
                      <a:pt x="47" y="163"/>
                      <a:pt x="46" y="141"/>
                    </a:cubicBezTo>
                    <a:cubicBezTo>
                      <a:pt x="45" y="130"/>
                      <a:pt x="46" y="116"/>
                      <a:pt x="43" y="104"/>
                    </a:cubicBezTo>
                    <a:cubicBezTo>
                      <a:pt x="42" y="95"/>
                      <a:pt x="37" y="93"/>
                      <a:pt x="31" y="86"/>
                    </a:cubicBezTo>
                    <a:cubicBezTo>
                      <a:pt x="24" y="79"/>
                      <a:pt x="25" y="71"/>
                      <a:pt x="20" y="63"/>
                    </a:cubicBezTo>
                    <a:cubicBezTo>
                      <a:pt x="16" y="56"/>
                      <a:pt x="10" y="51"/>
                      <a:pt x="7" y="43"/>
                    </a:cubicBezTo>
                    <a:cubicBezTo>
                      <a:pt x="1" y="32"/>
                      <a:pt x="0" y="18"/>
                      <a:pt x="0" y="5"/>
                    </a:cubicBezTo>
                  </a:path>
                </a:pathLst>
              </a:custGeom>
              <a:solidFill>
                <a:srgbClr val="A39A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869" name="Freeform 288">
                <a:extLst>
                  <a:ext uri="{FF2B5EF4-FFF2-40B4-BE49-F238E27FC236}">
                    <a16:creationId xmlns:a16="http://schemas.microsoft.com/office/drawing/2014/main" id="{ECCAA469-39E4-40AE-9413-E239AD7C9B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6" y="2401"/>
                <a:ext cx="100" cy="99"/>
              </a:xfrm>
              <a:custGeom>
                <a:avLst/>
                <a:gdLst>
                  <a:gd name="T0" fmla="*/ 260 w 62"/>
                  <a:gd name="T1" fmla="*/ 0 h 62"/>
                  <a:gd name="T2" fmla="*/ 158 w 62"/>
                  <a:gd name="T3" fmla="*/ 142 h 62"/>
                  <a:gd name="T4" fmla="*/ 60 w 62"/>
                  <a:gd name="T5" fmla="*/ 252 h 62"/>
                  <a:gd name="T6" fmla="*/ 26 w 62"/>
                  <a:gd name="T7" fmla="*/ 204 h 62"/>
                  <a:gd name="T8" fmla="*/ 71 w 62"/>
                  <a:gd name="T9" fmla="*/ 179 h 62"/>
                  <a:gd name="T10" fmla="*/ 118 w 62"/>
                  <a:gd name="T11" fmla="*/ 137 h 62"/>
                  <a:gd name="T12" fmla="*/ 179 w 62"/>
                  <a:gd name="T13" fmla="*/ 61 h 62"/>
                  <a:gd name="T14" fmla="*/ 255 w 62"/>
                  <a:gd name="T15" fmla="*/ 13 h 6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2" h="62">
                    <a:moveTo>
                      <a:pt x="62" y="0"/>
                    </a:moveTo>
                    <a:cubicBezTo>
                      <a:pt x="60" y="16"/>
                      <a:pt x="50" y="25"/>
                      <a:pt x="38" y="35"/>
                    </a:cubicBezTo>
                    <a:cubicBezTo>
                      <a:pt x="28" y="44"/>
                      <a:pt x="21" y="51"/>
                      <a:pt x="14" y="62"/>
                    </a:cubicBezTo>
                    <a:cubicBezTo>
                      <a:pt x="9" y="57"/>
                      <a:pt x="0" y="58"/>
                      <a:pt x="6" y="50"/>
                    </a:cubicBezTo>
                    <a:cubicBezTo>
                      <a:pt x="6" y="49"/>
                      <a:pt x="15" y="45"/>
                      <a:pt x="17" y="44"/>
                    </a:cubicBezTo>
                    <a:cubicBezTo>
                      <a:pt x="20" y="41"/>
                      <a:pt x="24" y="38"/>
                      <a:pt x="28" y="34"/>
                    </a:cubicBezTo>
                    <a:cubicBezTo>
                      <a:pt x="33" y="28"/>
                      <a:pt x="37" y="21"/>
                      <a:pt x="43" y="15"/>
                    </a:cubicBezTo>
                    <a:cubicBezTo>
                      <a:pt x="48" y="11"/>
                      <a:pt x="57" y="7"/>
                      <a:pt x="61" y="3"/>
                    </a:cubicBezTo>
                  </a:path>
                </a:pathLst>
              </a:custGeom>
              <a:solidFill>
                <a:srgbClr val="A39A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870" name="Freeform 289">
                <a:extLst>
                  <a:ext uri="{FF2B5EF4-FFF2-40B4-BE49-F238E27FC236}">
                    <a16:creationId xmlns:a16="http://schemas.microsoft.com/office/drawing/2014/main" id="{68A837C9-9FDC-4889-BE18-FF2CAB52B0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9" y="3196"/>
                <a:ext cx="157" cy="677"/>
              </a:xfrm>
              <a:custGeom>
                <a:avLst/>
                <a:gdLst>
                  <a:gd name="T0" fmla="*/ 320 w 98"/>
                  <a:gd name="T1" fmla="*/ 0 h 424"/>
                  <a:gd name="T2" fmla="*/ 396 w 98"/>
                  <a:gd name="T3" fmla="*/ 928 h 424"/>
                  <a:gd name="T4" fmla="*/ 404 w 98"/>
                  <a:gd name="T5" fmla="*/ 1678 h 424"/>
                  <a:gd name="T6" fmla="*/ 128 w 98"/>
                  <a:gd name="T7" fmla="*/ 1718 h 424"/>
                  <a:gd name="T8" fmla="*/ 346 w 98"/>
                  <a:gd name="T9" fmla="*/ 1609 h 424"/>
                  <a:gd name="T10" fmla="*/ 312 w 98"/>
                  <a:gd name="T11" fmla="*/ 533 h 424"/>
                  <a:gd name="T12" fmla="*/ 320 w 98"/>
                  <a:gd name="T13" fmla="*/ 0 h 4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8" h="424">
                    <a:moveTo>
                      <a:pt x="78" y="0"/>
                    </a:moveTo>
                    <a:cubicBezTo>
                      <a:pt x="78" y="0"/>
                      <a:pt x="94" y="140"/>
                      <a:pt x="96" y="228"/>
                    </a:cubicBezTo>
                    <a:cubicBezTo>
                      <a:pt x="98" y="316"/>
                      <a:pt x="98" y="412"/>
                      <a:pt x="98" y="412"/>
                    </a:cubicBezTo>
                    <a:cubicBezTo>
                      <a:pt x="98" y="412"/>
                      <a:pt x="63" y="424"/>
                      <a:pt x="31" y="422"/>
                    </a:cubicBezTo>
                    <a:cubicBezTo>
                      <a:pt x="0" y="420"/>
                      <a:pt x="80" y="417"/>
                      <a:pt x="84" y="395"/>
                    </a:cubicBezTo>
                    <a:cubicBezTo>
                      <a:pt x="88" y="372"/>
                      <a:pt x="81" y="159"/>
                      <a:pt x="76" y="131"/>
                    </a:cubicBezTo>
                    <a:cubicBezTo>
                      <a:pt x="71" y="102"/>
                      <a:pt x="78" y="0"/>
                      <a:pt x="78" y="0"/>
                    </a:cubicBezTo>
                    <a:close/>
                  </a:path>
                </a:pathLst>
              </a:custGeom>
              <a:solidFill>
                <a:srgbClr val="A39A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871" name="Freeform 290">
                <a:extLst>
                  <a:ext uri="{FF2B5EF4-FFF2-40B4-BE49-F238E27FC236}">
                    <a16:creationId xmlns:a16="http://schemas.microsoft.com/office/drawing/2014/main" id="{9B5783A6-713D-4E89-96AD-D98E59BADB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9" y="3354"/>
                <a:ext cx="188" cy="521"/>
              </a:xfrm>
              <a:custGeom>
                <a:avLst/>
                <a:gdLst>
                  <a:gd name="T0" fmla="*/ 477 w 117"/>
                  <a:gd name="T1" fmla="*/ 0 h 326"/>
                  <a:gd name="T2" fmla="*/ 365 w 117"/>
                  <a:gd name="T3" fmla="*/ 1274 h 326"/>
                  <a:gd name="T4" fmla="*/ 56 w 117"/>
                  <a:gd name="T5" fmla="*/ 1306 h 326"/>
                  <a:gd name="T6" fmla="*/ 315 w 117"/>
                  <a:gd name="T7" fmla="*/ 1224 h 326"/>
                  <a:gd name="T8" fmla="*/ 477 w 117"/>
                  <a:gd name="T9" fmla="*/ 0 h 3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7" h="326">
                    <a:moveTo>
                      <a:pt x="115" y="0"/>
                    </a:moveTo>
                    <a:cubicBezTo>
                      <a:pt x="115" y="0"/>
                      <a:pt x="92" y="307"/>
                      <a:pt x="88" y="312"/>
                    </a:cubicBezTo>
                    <a:cubicBezTo>
                      <a:pt x="84" y="317"/>
                      <a:pt x="28" y="326"/>
                      <a:pt x="14" y="320"/>
                    </a:cubicBezTo>
                    <a:cubicBezTo>
                      <a:pt x="0" y="314"/>
                      <a:pt x="69" y="316"/>
                      <a:pt x="76" y="300"/>
                    </a:cubicBezTo>
                    <a:cubicBezTo>
                      <a:pt x="83" y="284"/>
                      <a:pt x="117" y="17"/>
                      <a:pt x="115" y="0"/>
                    </a:cubicBezTo>
                    <a:close/>
                  </a:path>
                </a:pathLst>
              </a:custGeom>
              <a:solidFill>
                <a:srgbClr val="A39A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872" name="Freeform 291">
                <a:extLst>
                  <a:ext uri="{FF2B5EF4-FFF2-40B4-BE49-F238E27FC236}">
                    <a16:creationId xmlns:a16="http://schemas.microsoft.com/office/drawing/2014/main" id="{1252B5A9-F220-42DD-BAFB-8395C0FC84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4" y="2245"/>
                <a:ext cx="55" cy="841"/>
              </a:xfrm>
              <a:custGeom>
                <a:avLst/>
                <a:gdLst>
                  <a:gd name="T0" fmla="*/ 105 w 34"/>
                  <a:gd name="T1" fmla="*/ 0 h 527"/>
                  <a:gd name="T2" fmla="*/ 94 w 34"/>
                  <a:gd name="T3" fmla="*/ 1106 h 527"/>
                  <a:gd name="T4" fmla="*/ 0 w 34"/>
                  <a:gd name="T5" fmla="*/ 2142 h 527"/>
                  <a:gd name="T6" fmla="*/ 8 w 34"/>
                  <a:gd name="T7" fmla="*/ 1516 h 527"/>
                  <a:gd name="T8" fmla="*/ 68 w 34"/>
                  <a:gd name="T9" fmla="*/ 817 h 527"/>
                  <a:gd name="T10" fmla="*/ 105 w 34"/>
                  <a:gd name="T11" fmla="*/ 0 h 52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4" h="527">
                    <a:moveTo>
                      <a:pt x="25" y="0"/>
                    </a:moveTo>
                    <a:cubicBezTo>
                      <a:pt x="25" y="0"/>
                      <a:pt x="34" y="171"/>
                      <a:pt x="22" y="272"/>
                    </a:cubicBezTo>
                    <a:cubicBezTo>
                      <a:pt x="9" y="373"/>
                      <a:pt x="9" y="509"/>
                      <a:pt x="0" y="527"/>
                    </a:cubicBezTo>
                    <a:cubicBezTo>
                      <a:pt x="0" y="527"/>
                      <a:pt x="2" y="399"/>
                      <a:pt x="2" y="373"/>
                    </a:cubicBezTo>
                    <a:cubicBezTo>
                      <a:pt x="2" y="346"/>
                      <a:pt x="15" y="230"/>
                      <a:pt x="16" y="201"/>
                    </a:cubicBezTo>
                    <a:cubicBezTo>
                      <a:pt x="18" y="172"/>
                      <a:pt x="25" y="0"/>
                      <a:pt x="25" y="0"/>
                    </a:cubicBezTo>
                    <a:close/>
                  </a:path>
                </a:pathLst>
              </a:custGeom>
              <a:solidFill>
                <a:srgbClr val="A39A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873" name="Freeform 292">
                <a:extLst>
                  <a:ext uri="{FF2B5EF4-FFF2-40B4-BE49-F238E27FC236}">
                    <a16:creationId xmlns:a16="http://schemas.microsoft.com/office/drawing/2014/main" id="{6C22EDEE-315E-4E6D-A629-CF842CD2D8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3" y="3137"/>
                <a:ext cx="133" cy="123"/>
              </a:xfrm>
              <a:custGeom>
                <a:avLst/>
                <a:gdLst>
                  <a:gd name="T0" fmla="*/ 341 w 83"/>
                  <a:gd name="T1" fmla="*/ 0 h 77"/>
                  <a:gd name="T2" fmla="*/ 272 w 83"/>
                  <a:gd name="T3" fmla="*/ 171 h 77"/>
                  <a:gd name="T4" fmla="*/ 139 w 83"/>
                  <a:gd name="T5" fmla="*/ 227 h 77"/>
                  <a:gd name="T6" fmla="*/ 0 w 83"/>
                  <a:gd name="T7" fmla="*/ 313 h 77"/>
                  <a:gd name="T8" fmla="*/ 48 w 83"/>
                  <a:gd name="T9" fmla="*/ 268 h 77"/>
                  <a:gd name="T10" fmla="*/ 123 w 83"/>
                  <a:gd name="T11" fmla="*/ 219 h 77"/>
                  <a:gd name="T12" fmla="*/ 260 w 83"/>
                  <a:gd name="T13" fmla="*/ 142 h 77"/>
                  <a:gd name="T14" fmla="*/ 337 w 83"/>
                  <a:gd name="T15" fmla="*/ 13 h 7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3" h="77">
                    <a:moveTo>
                      <a:pt x="83" y="0"/>
                    </a:moveTo>
                    <a:cubicBezTo>
                      <a:pt x="82" y="16"/>
                      <a:pt x="79" y="32"/>
                      <a:pt x="66" y="42"/>
                    </a:cubicBezTo>
                    <a:cubicBezTo>
                      <a:pt x="57" y="49"/>
                      <a:pt x="44" y="52"/>
                      <a:pt x="34" y="56"/>
                    </a:cubicBezTo>
                    <a:cubicBezTo>
                      <a:pt x="22" y="61"/>
                      <a:pt x="9" y="66"/>
                      <a:pt x="0" y="77"/>
                    </a:cubicBezTo>
                    <a:cubicBezTo>
                      <a:pt x="5" y="74"/>
                      <a:pt x="8" y="70"/>
                      <a:pt x="12" y="66"/>
                    </a:cubicBezTo>
                    <a:cubicBezTo>
                      <a:pt x="17" y="61"/>
                      <a:pt x="23" y="58"/>
                      <a:pt x="30" y="54"/>
                    </a:cubicBezTo>
                    <a:cubicBezTo>
                      <a:pt x="41" y="48"/>
                      <a:pt x="53" y="42"/>
                      <a:pt x="63" y="35"/>
                    </a:cubicBezTo>
                    <a:cubicBezTo>
                      <a:pt x="72" y="29"/>
                      <a:pt x="83" y="16"/>
                      <a:pt x="82" y="3"/>
                    </a:cubicBezTo>
                  </a:path>
                </a:pathLst>
              </a:custGeom>
              <a:solidFill>
                <a:srgbClr val="A39A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874" name="Freeform 293">
                <a:extLst>
                  <a:ext uri="{FF2B5EF4-FFF2-40B4-BE49-F238E27FC236}">
                    <a16:creationId xmlns:a16="http://schemas.microsoft.com/office/drawing/2014/main" id="{45A2F64D-4D08-4E53-9740-A9262F0822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5" y="3061"/>
                <a:ext cx="117" cy="84"/>
              </a:xfrm>
              <a:custGeom>
                <a:avLst/>
                <a:gdLst>
                  <a:gd name="T0" fmla="*/ 8 w 73"/>
                  <a:gd name="T1" fmla="*/ 206 h 53"/>
                  <a:gd name="T2" fmla="*/ 35 w 73"/>
                  <a:gd name="T3" fmla="*/ 143 h 53"/>
                  <a:gd name="T4" fmla="*/ 136 w 73"/>
                  <a:gd name="T5" fmla="*/ 52 h 53"/>
                  <a:gd name="T6" fmla="*/ 301 w 73"/>
                  <a:gd name="T7" fmla="*/ 33 h 53"/>
                  <a:gd name="T8" fmla="*/ 165 w 73"/>
                  <a:gd name="T9" fmla="*/ 63 h 53"/>
                  <a:gd name="T10" fmla="*/ 8 w 73"/>
                  <a:gd name="T11" fmla="*/ 211 h 5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3" h="53">
                    <a:moveTo>
                      <a:pt x="2" y="52"/>
                    </a:moveTo>
                    <a:cubicBezTo>
                      <a:pt x="0" y="48"/>
                      <a:pt x="6" y="40"/>
                      <a:pt x="9" y="36"/>
                    </a:cubicBezTo>
                    <a:cubicBezTo>
                      <a:pt x="15" y="26"/>
                      <a:pt x="23" y="18"/>
                      <a:pt x="33" y="13"/>
                    </a:cubicBezTo>
                    <a:cubicBezTo>
                      <a:pt x="40" y="9"/>
                      <a:pt x="66" y="0"/>
                      <a:pt x="73" y="8"/>
                    </a:cubicBezTo>
                    <a:cubicBezTo>
                      <a:pt x="62" y="8"/>
                      <a:pt x="51" y="13"/>
                      <a:pt x="40" y="16"/>
                    </a:cubicBezTo>
                    <a:cubicBezTo>
                      <a:pt x="19" y="22"/>
                      <a:pt x="14" y="38"/>
                      <a:pt x="2" y="53"/>
                    </a:cubicBezTo>
                  </a:path>
                </a:pathLst>
              </a:custGeom>
              <a:solidFill>
                <a:srgbClr val="A39A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875" name="Freeform 294">
                <a:extLst>
                  <a:ext uri="{FF2B5EF4-FFF2-40B4-BE49-F238E27FC236}">
                    <a16:creationId xmlns:a16="http://schemas.microsoft.com/office/drawing/2014/main" id="{5C49A3CB-43EE-43B7-A73D-53B7DB1ECC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5" y="3184"/>
                <a:ext cx="162" cy="41"/>
              </a:xfrm>
              <a:custGeom>
                <a:avLst/>
                <a:gdLst>
                  <a:gd name="T0" fmla="*/ 5 w 101"/>
                  <a:gd name="T1" fmla="*/ 0 h 26"/>
                  <a:gd name="T2" fmla="*/ 199 w 101"/>
                  <a:gd name="T3" fmla="*/ 82 h 26"/>
                  <a:gd name="T4" fmla="*/ 348 w 101"/>
                  <a:gd name="T5" fmla="*/ 87 h 26"/>
                  <a:gd name="T6" fmla="*/ 417 w 101"/>
                  <a:gd name="T7" fmla="*/ 103 h 26"/>
                  <a:gd name="T8" fmla="*/ 212 w 101"/>
                  <a:gd name="T9" fmla="*/ 60 h 26"/>
                  <a:gd name="T10" fmla="*/ 107 w 101"/>
                  <a:gd name="T11" fmla="*/ 55 h 26"/>
                  <a:gd name="T12" fmla="*/ 0 w 101"/>
                  <a:gd name="T13" fmla="*/ 8 h 2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1" h="26">
                    <a:moveTo>
                      <a:pt x="1" y="0"/>
                    </a:moveTo>
                    <a:cubicBezTo>
                      <a:pt x="10" y="18"/>
                      <a:pt x="30" y="21"/>
                      <a:pt x="48" y="21"/>
                    </a:cubicBezTo>
                    <a:cubicBezTo>
                      <a:pt x="61" y="21"/>
                      <a:pt x="72" y="19"/>
                      <a:pt x="84" y="22"/>
                    </a:cubicBezTo>
                    <a:cubicBezTo>
                      <a:pt x="90" y="23"/>
                      <a:pt x="95" y="25"/>
                      <a:pt x="101" y="26"/>
                    </a:cubicBezTo>
                    <a:cubicBezTo>
                      <a:pt x="87" y="14"/>
                      <a:pt x="68" y="13"/>
                      <a:pt x="51" y="15"/>
                    </a:cubicBezTo>
                    <a:cubicBezTo>
                      <a:pt x="41" y="16"/>
                      <a:pt x="35" y="17"/>
                      <a:pt x="26" y="14"/>
                    </a:cubicBezTo>
                    <a:cubicBezTo>
                      <a:pt x="17" y="11"/>
                      <a:pt x="8" y="7"/>
                      <a:pt x="0" y="2"/>
                    </a:cubicBezTo>
                  </a:path>
                </a:pathLst>
              </a:custGeom>
              <a:solidFill>
                <a:srgbClr val="A39A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876" name="Freeform 295">
                <a:extLst>
                  <a:ext uri="{FF2B5EF4-FFF2-40B4-BE49-F238E27FC236}">
                    <a16:creationId xmlns:a16="http://schemas.microsoft.com/office/drawing/2014/main" id="{8A963DB7-F0A4-4610-B9DE-A28517C4AD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5" y="3032"/>
                <a:ext cx="131" cy="29"/>
              </a:xfrm>
              <a:custGeom>
                <a:avLst/>
                <a:gdLst>
                  <a:gd name="T0" fmla="*/ 5 w 82"/>
                  <a:gd name="T1" fmla="*/ 76 h 18"/>
                  <a:gd name="T2" fmla="*/ 179 w 82"/>
                  <a:gd name="T3" fmla="*/ 8 h 18"/>
                  <a:gd name="T4" fmla="*/ 299 w 82"/>
                  <a:gd name="T5" fmla="*/ 39 h 18"/>
                  <a:gd name="T6" fmla="*/ 334 w 82"/>
                  <a:gd name="T7" fmla="*/ 76 h 18"/>
                  <a:gd name="T8" fmla="*/ 252 w 82"/>
                  <a:gd name="T9" fmla="*/ 55 h 18"/>
                  <a:gd name="T10" fmla="*/ 155 w 82"/>
                  <a:gd name="T11" fmla="*/ 29 h 18"/>
                  <a:gd name="T12" fmla="*/ 0 w 82"/>
                  <a:gd name="T13" fmla="*/ 76 h 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2" h="18">
                    <a:moveTo>
                      <a:pt x="1" y="18"/>
                    </a:moveTo>
                    <a:cubicBezTo>
                      <a:pt x="10" y="7"/>
                      <a:pt x="31" y="0"/>
                      <a:pt x="44" y="2"/>
                    </a:cubicBezTo>
                    <a:cubicBezTo>
                      <a:pt x="53" y="4"/>
                      <a:pt x="65" y="6"/>
                      <a:pt x="73" y="9"/>
                    </a:cubicBezTo>
                    <a:cubicBezTo>
                      <a:pt x="77" y="11"/>
                      <a:pt x="80" y="13"/>
                      <a:pt x="82" y="18"/>
                    </a:cubicBezTo>
                    <a:cubicBezTo>
                      <a:pt x="77" y="15"/>
                      <a:pt x="68" y="15"/>
                      <a:pt x="62" y="13"/>
                    </a:cubicBezTo>
                    <a:cubicBezTo>
                      <a:pt x="54" y="11"/>
                      <a:pt x="46" y="8"/>
                      <a:pt x="38" y="7"/>
                    </a:cubicBezTo>
                    <a:cubicBezTo>
                      <a:pt x="29" y="6"/>
                      <a:pt x="3" y="9"/>
                      <a:pt x="0" y="18"/>
                    </a:cubicBezTo>
                  </a:path>
                </a:pathLst>
              </a:custGeom>
              <a:solidFill>
                <a:srgbClr val="A39A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877" name="Freeform 296">
                <a:extLst>
                  <a:ext uri="{FF2B5EF4-FFF2-40B4-BE49-F238E27FC236}">
                    <a16:creationId xmlns:a16="http://schemas.microsoft.com/office/drawing/2014/main" id="{2BCCDD7E-8D4C-48F9-A4C8-970D6A884D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1" y="3225"/>
                <a:ext cx="169" cy="249"/>
              </a:xfrm>
              <a:custGeom>
                <a:avLst/>
                <a:gdLst>
                  <a:gd name="T0" fmla="*/ 0 w 106"/>
                  <a:gd name="T1" fmla="*/ 13 h 156"/>
                  <a:gd name="T2" fmla="*/ 247 w 106"/>
                  <a:gd name="T3" fmla="*/ 268 h 156"/>
                  <a:gd name="T4" fmla="*/ 429 w 106"/>
                  <a:gd name="T5" fmla="*/ 634 h 156"/>
                  <a:gd name="T6" fmla="*/ 210 w 106"/>
                  <a:gd name="T7" fmla="*/ 257 h 156"/>
                  <a:gd name="T8" fmla="*/ 129 w 106"/>
                  <a:gd name="T9" fmla="*/ 117 h 156"/>
                  <a:gd name="T10" fmla="*/ 21 w 106"/>
                  <a:gd name="T11" fmla="*/ 29 h 15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6" h="156">
                    <a:moveTo>
                      <a:pt x="0" y="3"/>
                    </a:moveTo>
                    <a:cubicBezTo>
                      <a:pt x="30" y="0"/>
                      <a:pt x="54" y="44"/>
                      <a:pt x="61" y="66"/>
                    </a:cubicBezTo>
                    <a:cubicBezTo>
                      <a:pt x="72" y="98"/>
                      <a:pt x="92" y="126"/>
                      <a:pt x="106" y="156"/>
                    </a:cubicBezTo>
                    <a:cubicBezTo>
                      <a:pt x="77" y="132"/>
                      <a:pt x="64" y="96"/>
                      <a:pt x="52" y="63"/>
                    </a:cubicBezTo>
                    <a:cubicBezTo>
                      <a:pt x="47" y="51"/>
                      <a:pt x="41" y="39"/>
                      <a:pt x="32" y="29"/>
                    </a:cubicBezTo>
                    <a:cubicBezTo>
                      <a:pt x="25" y="23"/>
                      <a:pt x="10" y="7"/>
                      <a:pt x="5" y="7"/>
                    </a:cubicBezTo>
                  </a:path>
                </a:pathLst>
              </a:custGeom>
              <a:solidFill>
                <a:srgbClr val="A39A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878" name="Freeform 297">
                <a:extLst>
                  <a:ext uri="{FF2B5EF4-FFF2-40B4-BE49-F238E27FC236}">
                    <a16:creationId xmlns:a16="http://schemas.microsoft.com/office/drawing/2014/main" id="{23AD2B09-9E95-4160-B843-664946B2C9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1" y="3251"/>
                <a:ext cx="62" cy="163"/>
              </a:xfrm>
              <a:custGeom>
                <a:avLst/>
                <a:gdLst>
                  <a:gd name="T0" fmla="*/ 157 w 39"/>
                  <a:gd name="T1" fmla="*/ 34 h 102"/>
                  <a:gd name="T2" fmla="*/ 0 w 39"/>
                  <a:gd name="T3" fmla="*/ 415 h 102"/>
                  <a:gd name="T4" fmla="*/ 157 w 39"/>
                  <a:gd name="T5" fmla="*/ 35 h 10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9" h="102">
                    <a:moveTo>
                      <a:pt x="39" y="8"/>
                    </a:moveTo>
                    <a:cubicBezTo>
                      <a:pt x="7" y="0"/>
                      <a:pt x="5" y="85"/>
                      <a:pt x="0" y="102"/>
                    </a:cubicBezTo>
                    <a:cubicBezTo>
                      <a:pt x="13" y="70"/>
                      <a:pt x="8" y="28"/>
                      <a:pt x="39" y="9"/>
                    </a:cubicBezTo>
                  </a:path>
                </a:pathLst>
              </a:custGeom>
              <a:solidFill>
                <a:srgbClr val="A39A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879" name="Freeform 298">
                <a:extLst>
                  <a:ext uri="{FF2B5EF4-FFF2-40B4-BE49-F238E27FC236}">
                    <a16:creationId xmlns:a16="http://schemas.microsoft.com/office/drawing/2014/main" id="{A86FFD06-E636-44ED-B70D-74EF482517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7" y="2320"/>
                <a:ext cx="96" cy="116"/>
              </a:xfrm>
              <a:custGeom>
                <a:avLst/>
                <a:gdLst>
                  <a:gd name="T0" fmla="*/ 246 w 60"/>
                  <a:gd name="T1" fmla="*/ 288 h 73"/>
                  <a:gd name="T2" fmla="*/ 200 w 60"/>
                  <a:gd name="T3" fmla="*/ 145 h 73"/>
                  <a:gd name="T4" fmla="*/ 118 w 60"/>
                  <a:gd name="T5" fmla="*/ 68 h 73"/>
                  <a:gd name="T6" fmla="*/ 0 w 60"/>
                  <a:gd name="T7" fmla="*/ 0 h 73"/>
                  <a:gd name="T8" fmla="*/ 86 w 60"/>
                  <a:gd name="T9" fmla="*/ 60 h 73"/>
                  <a:gd name="T10" fmla="*/ 158 w 60"/>
                  <a:gd name="T11" fmla="*/ 116 h 73"/>
                  <a:gd name="T12" fmla="*/ 240 w 60"/>
                  <a:gd name="T13" fmla="*/ 292 h 7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0" h="73">
                    <a:moveTo>
                      <a:pt x="60" y="72"/>
                    </a:moveTo>
                    <a:cubicBezTo>
                      <a:pt x="58" y="60"/>
                      <a:pt x="56" y="47"/>
                      <a:pt x="49" y="36"/>
                    </a:cubicBezTo>
                    <a:cubicBezTo>
                      <a:pt x="44" y="29"/>
                      <a:pt x="37" y="23"/>
                      <a:pt x="29" y="17"/>
                    </a:cubicBezTo>
                    <a:cubicBezTo>
                      <a:pt x="21" y="11"/>
                      <a:pt x="11" y="1"/>
                      <a:pt x="0" y="0"/>
                    </a:cubicBezTo>
                    <a:cubicBezTo>
                      <a:pt x="6" y="6"/>
                      <a:pt x="15" y="10"/>
                      <a:pt x="21" y="15"/>
                    </a:cubicBezTo>
                    <a:cubicBezTo>
                      <a:pt x="28" y="19"/>
                      <a:pt x="33" y="24"/>
                      <a:pt x="39" y="29"/>
                    </a:cubicBezTo>
                    <a:cubicBezTo>
                      <a:pt x="51" y="39"/>
                      <a:pt x="54" y="58"/>
                      <a:pt x="59" y="73"/>
                    </a:cubicBezTo>
                  </a:path>
                </a:pathLst>
              </a:custGeom>
              <a:solidFill>
                <a:srgbClr val="A39A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880" name="Freeform 299">
                <a:extLst>
                  <a:ext uri="{FF2B5EF4-FFF2-40B4-BE49-F238E27FC236}">
                    <a16:creationId xmlns:a16="http://schemas.microsoft.com/office/drawing/2014/main" id="{C5EB0616-CAEF-4349-A8EC-19392B89C3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0" y="2363"/>
                <a:ext cx="72" cy="53"/>
              </a:xfrm>
              <a:custGeom>
                <a:avLst/>
                <a:gdLst>
                  <a:gd name="T0" fmla="*/ 179 w 45"/>
                  <a:gd name="T1" fmla="*/ 137 h 33"/>
                  <a:gd name="T2" fmla="*/ 107 w 45"/>
                  <a:gd name="T3" fmla="*/ 34 h 33"/>
                  <a:gd name="T4" fmla="*/ 0 w 45"/>
                  <a:gd name="T5" fmla="*/ 0 h 33"/>
                  <a:gd name="T6" fmla="*/ 118 w 45"/>
                  <a:gd name="T7" fmla="*/ 69 h 33"/>
                  <a:gd name="T8" fmla="*/ 184 w 45"/>
                  <a:gd name="T9" fmla="*/ 137 h 33"/>
                  <a:gd name="T10" fmla="*/ 179 w 45"/>
                  <a:gd name="T11" fmla="*/ 132 h 3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5" h="33">
                    <a:moveTo>
                      <a:pt x="44" y="33"/>
                    </a:moveTo>
                    <a:cubicBezTo>
                      <a:pt x="44" y="25"/>
                      <a:pt x="33" y="12"/>
                      <a:pt x="26" y="8"/>
                    </a:cubicBezTo>
                    <a:cubicBezTo>
                      <a:pt x="19" y="4"/>
                      <a:pt x="8" y="2"/>
                      <a:pt x="0" y="0"/>
                    </a:cubicBezTo>
                    <a:cubicBezTo>
                      <a:pt x="9" y="1"/>
                      <a:pt x="21" y="11"/>
                      <a:pt x="29" y="17"/>
                    </a:cubicBezTo>
                    <a:cubicBezTo>
                      <a:pt x="34" y="22"/>
                      <a:pt x="41" y="27"/>
                      <a:pt x="45" y="33"/>
                    </a:cubicBezTo>
                    <a:cubicBezTo>
                      <a:pt x="44" y="32"/>
                      <a:pt x="44" y="32"/>
                      <a:pt x="44" y="32"/>
                    </a:cubicBezTo>
                  </a:path>
                </a:pathLst>
              </a:custGeom>
              <a:solidFill>
                <a:srgbClr val="A39A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881" name="Freeform 300">
                <a:extLst>
                  <a:ext uri="{FF2B5EF4-FFF2-40B4-BE49-F238E27FC236}">
                    <a16:creationId xmlns:a16="http://schemas.microsoft.com/office/drawing/2014/main" id="{C2C61BF9-5AF5-4536-9D9C-835EC92B28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0" y="2353"/>
                <a:ext cx="121" cy="80"/>
              </a:xfrm>
              <a:custGeom>
                <a:avLst/>
                <a:gdLst>
                  <a:gd name="T0" fmla="*/ 0 w 75"/>
                  <a:gd name="T1" fmla="*/ 205 h 50"/>
                  <a:gd name="T2" fmla="*/ 47 w 75"/>
                  <a:gd name="T3" fmla="*/ 158 h 50"/>
                  <a:gd name="T4" fmla="*/ 105 w 75"/>
                  <a:gd name="T5" fmla="*/ 90 h 50"/>
                  <a:gd name="T6" fmla="*/ 315 w 75"/>
                  <a:gd name="T7" fmla="*/ 5 h 50"/>
                  <a:gd name="T8" fmla="*/ 139 w 75"/>
                  <a:gd name="T9" fmla="*/ 90 h 50"/>
                  <a:gd name="T10" fmla="*/ 71 w 75"/>
                  <a:gd name="T11" fmla="*/ 150 h 50"/>
                  <a:gd name="T12" fmla="*/ 13 w 75"/>
                  <a:gd name="T13" fmla="*/ 189 h 5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5" h="50">
                    <a:moveTo>
                      <a:pt x="0" y="50"/>
                    </a:moveTo>
                    <a:cubicBezTo>
                      <a:pt x="4" y="49"/>
                      <a:pt x="9" y="42"/>
                      <a:pt x="11" y="39"/>
                    </a:cubicBezTo>
                    <a:cubicBezTo>
                      <a:pt x="16" y="33"/>
                      <a:pt x="19" y="27"/>
                      <a:pt x="25" y="22"/>
                    </a:cubicBezTo>
                    <a:cubicBezTo>
                      <a:pt x="39" y="10"/>
                      <a:pt x="56" y="0"/>
                      <a:pt x="75" y="1"/>
                    </a:cubicBezTo>
                    <a:cubicBezTo>
                      <a:pt x="61" y="3"/>
                      <a:pt x="44" y="13"/>
                      <a:pt x="33" y="22"/>
                    </a:cubicBezTo>
                    <a:cubicBezTo>
                      <a:pt x="27" y="26"/>
                      <a:pt x="22" y="32"/>
                      <a:pt x="17" y="37"/>
                    </a:cubicBezTo>
                    <a:cubicBezTo>
                      <a:pt x="13" y="40"/>
                      <a:pt x="6" y="42"/>
                      <a:pt x="3" y="46"/>
                    </a:cubicBezTo>
                  </a:path>
                </a:pathLst>
              </a:custGeom>
              <a:solidFill>
                <a:srgbClr val="A39A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882" name="Freeform 301">
                <a:extLst>
                  <a:ext uri="{FF2B5EF4-FFF2-40B4-BE49-F238E27FC236}">
                    <a16:creationId xmlns:a16="http://schemas.microsoft.com/office/drawing/2014/main" id="{3A87CBC4-BB6C-473E-845A-857A26D17C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7" y="2424"/>
                <a:ext cx="62" cy="52"/>
              </a:xfrm>
              <a:custGeom>
                <a:avLst/>
                <a:gdLst>
                  <a:gd name="T0" fmla="*/ 157 w 39"/>
                  <a:gd name="T1" fmla="*/ 0 h 33"/>
                  <a:gd name="T2" fmla="*/ 76 w 39"/>
                  <a:gd name="T3" fmla="*/ 55 h 33"/>
                  <a:gd name="T4" fmla="*/ 27 w 39"/>
                  <a:gd name="T5" fmla="*/ 95 h 33"/>
                  <a:gd name="T6" fmla="*/ 0 w 39"/>
                  <a:gd name="T7" fmla="*/ 129 h 33"/>
                  <a:gd name="T8" fmla="*/ 89 w 39"/>
                  <a:gd name="T9" fmla="*/ 61 h 33"/>
                  <a:gd name="T10" fmla="*/ 145 w 39"/>
                  <a:gd name="T11" fmla="*/ 8 h 3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9" h="33">
                    <a:moveTo>
                      <a:pt x="39" y="0"/>
                    </a:moveTo>
                    <a:cubicBezTo>
                      <a:pt x="33" y="3"/>
                      <a:pt x="25" y="9"/>
                      <a:pt x="19" y="14"/>
                    </a:cubicBezTo>
                    <a:cubicBezTo>
                      <a:pt x="15" y="17"/>
                      <a:pt x="11" y="20"/>
                      <a:pt x="7" y="24"/>
                    </a:cubicBezTo>
                    <a:cubicBezTo>
                      <a:pt x="4" y="26"/>
                      <a:pt x="3" y="31"/>
                      <a:pt x="0" y="33"/>
                    </a:cubicBezTo>
                    <a:cubicBezTo>
                      <a:pt x="6" y="26"/>
                      <a:pt x="14" y="22"/>
                      <a:pt x="22" y="16"/>
                    </a:cubicBezTo>
                    <a:cubicBezTo>
                      <a:pt x="28" y="12"/>
                      <a:pt x="31" y="6"/>
                      <a:pt x="36" y="2"/>
                    </a:cubicBezTo>
                  </a:path>
                </a:pathLst>
              </a:custGeom>
              <a:solidFill>
                <a:srgbClr val="A39A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883" name="Freeform 302">
                <a:extLst>
                  <a:ext uri="{FF2B5EF4-FFF2-40B4-BE49-F238E27FC236}">
                    <a16:creationId xmlns:a16="http://schemas.microsoft.com/office/drawing/2014/main" id="{14BBDDFE-240F-4743-8F24-2D9D466DDB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0" y="2280"/>
                <a:ext cx="11" cy="46"/>
              </a:xfrm>
              <a:custGeom>
                <a:avLst/>
                <a:gdLst>
                  <a:gd name="T0" fmla="*/ 20 w 7"/>
                  <a:gd name="T1" fmla="*/ 0 h 29"/>
                  <a:gd name="T2" fmla="*/ 22 w 7"/>
                  <a:gd name="T3" fmla="*/ 116 h 29"/>
                  <a:gd name="T4" fmla="*/ 20 w 7"/>
                  <a:gd name="T5" fmla="*/ 0 h 2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29">
                    <a:moveTo>
                      <a:pt x="5" y="0"/>
                    </a:moveTo>
                    <a:cubicBezTo>
                      <a:pt x="5" y="7"/>
                      <a:pt x="0" y="22"/>
                      <a:pt x="6" y="29"/>
                    </a:cubicBezTo>
                    <a:cubicBezTo>
                      <a:pt x="7" y="19"/>
                      <a:pt x="5" y="9"/>
                      <a:pt x="5" y="0"/>
                    </a:cubicBezTo>
                  </a:path>
                </a:pathLst>
              </a:custGeom>
              <a:solidFill>
                <a:srgbClr val="A39A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884" name="Freeform 303">
                <a:extLst>
                  <a:ext uri="{FF2B5EF4-FFF2-40B4-BE49-F238E27FC236}">
                    <a16:creationId xmlns:a16="http://schemas.microsoft.com/office/drawing/2014/main" id="{6FCB32D1-BEB6-48F2-8BE2-905E89C1FD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4" y="2357"/>
                <a:ext cx="10" cy="43"/>
              </a:xfrm>
              <a:custGeom>
                <a:avLst/>
                <a:gdLst>
                  <a:gd name="T0" fmla="*/ 13 w 6"/>
                  <a:gd name="T1" fmla="*/ 13 h 27"/>
                  <a:gd name="T2" fmla="*/ 8 w 6"/>
                  <a:gd name="T3" fmla="*/ 33 h 27"/>
                  <a:gd name="T4" fmla="*/ 13 w 6"/>
                  <a:gd name="T5" fmla="*/ 108 h 27"/>
                  <a:gd name="T6" fmla="*/ 20 w 6"/>
                  <a:gd name="T7" fmla="*/ 0 h 2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27">
                    <a:moveTo>
                      <a:pt x="3" y="3"/>
                    </a:moveTo>
                    <a:cubicBezTo>
                      <a:pt x="3" y="3"/>
                      <a:pt x="2" y="6"/>
                      <a:pt x="2" y="8"/>
                    </a:cubicBezTo>
                    <a:cubicBezTo>
                      <a:pt x="1" y="13"/>
                      <a:pt x="0" y="22"/>
                      <a:pt x="3" y="27"/>
                    </a:cubicBezTo>
                    <a:cubicBezTo>
                      <a:pt x="6" y="19"/>
                      <a:pt x="4" y="8"/>
                      <a:pt x="4" y="0"/>
                    </a:cubicBezTo>
                  </a:path>
                </a:pathLst>
              </a:custGeom>
              <a:solidFill>
                <a:srgbClr val="A39A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885" name="Freeform 304">
                <a:extLst>
                  <a:ext uri="{FF2B5EF4-FFF2-40B4-BE49-F238E27FC236}">
                    <a16:creationId xmlns:a16="http://schemas.microsoft.com/office/drawing/2014/main" id="{6AE112FD-B707-43C0-B1D6-A725DE8D24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6" y="2428"/>
                <a:ext cx="11" cy="45"/>
              </a:xfrm>
              <a:custGeom>
                <a:avLst/>
                <a:gdLst>
                  <a:gd name="T0" fmla="*/ 14 w 7"/>
                  <a:gd name="T1" fmla="*/ 0 h 28"/>
                  <a:gd name="T2" fmla="*/ 20 w 7"/>
                  <a:gd name="T3" fmla="*/ 116 h 28"/>
                  <a:gd name="T4" fmla="*/ 13 w 7"/>
                  <a:gd name="T5" fmla="*/ 5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28">
                    <a:moveTo>
                      <a:pt x="4" y="0"/>
                    </a:moveTo>
                    <a:cubicBezTo>
                      <a:pt x="0" y="5"/>
                      <a:pt x="2" y="23"/>
                      <a:pt x="5" y="28"/>
                    </a:cubicBezTo>
                    <a:cubicBezTo>
                      <a:pt x="7" y="19"/>
                      <a:pt x="1" y="10"/>
                      <a:pt x="3" y="1"/>
                    </a:cubicBezTo>
                  </a:path>
                </a:pathLst>
              </a:custGeom>
              <a:solidFill>
                <a:srgbClr val="A39A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886" name="Freeform 305">
                <a:extLst>
                  <a:ext uri="{FF2B5EF4-FFF2-40B4-BE49-F238E27FC236}">
                    <a16:creationId xmlns:a16="http://schemas.microsoft.com/office/drawing/2014/main" id="{2B4C12D6-33E9-49AC-8D53-488E7A7B54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9" y="2232"/>
                <a:ext cx="190" cy="38"/>
              </a:xfrm>
              <a:custGeom>
                <a:avLst/>
                <a:gdLst>
                  <a:gd name="T0" fmla="*/ 13 w 119"/>
                  <a:gd name="T1" fmla="*/ 76 h 24"/>
                  <a:gd name="T2" fmla="*/ 5 w 119"/>
                  <a:gd name="T3" fmla="*/ 73 h 24"/>
                  <a:gd name="T4" fmla="*/ 123 w 119"/>
                  <a:gd name="T5" fmla="*/ 76 h 24"/>
                  <a:gd name="T6" fmla="*/ 286 w 119"/>
                  <a:gd name="T7" fmla="*/ 43 h 24"/>
                  <a:gd name="T8" fmla="*/ 484 w 119"/>
                  <a:gd name="T9" fmla="*/ 0 h 24"/>
                  <a:gd name="T10" fmla="*/ 359 w 119"/>
                  <a:gd name="T11" fmla="*/ 48 h 24"/>
                  <a:gd name="T12" fmla="*/ 179 w 119"/>
                  <a:gd name="T13" fmla="*/ 87 h 24"/>
                  <a:gd name="T14" fmla="*/ 61 w 119"/>
                  <a:gd name="T15" fmla="*/ 90 h 24"/>
                  <a:gd name="T16" fmla="*/ 0 w 119"/>
                  <a:gd name="T17" fmla="*/ 76 h 2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19" h="24">
                    <a:moveTo>
                      <a:pt x="3" y="19"/>
                    </a:moveTo>
                    <a:cubicBezTo>
                      <a:pt x="2" y="18"/>
                      <a:pt x="2" y="19"/>
                      <a:pt x="1" y="18"/>
                    </a:cubicBezTo>
                    <a:cubicBezTo>
                      <a:pt x="11" y="18"/>
                      <a:pt x="19" y="20"/>
                      <a:pt x="30" y="19"/>
                    </a:cubicBezTo>
                    <a:cubicBezTo>
                      <a:pt x="44" y="17"/>
                      <a:pt x="56" y="14"/>
                      <a:pt x="70" y="11"/>
                    </a:cubicBezTo>
                    <a:cubicBezTo>
                      <a:pt x="86" y="6"/>
                      <a:pt x="103" y="4"/>
                      <a:pt x="119" y="0"/>
                    </a:cubicBezTo>
                    <a:cubicBezTo>
                      <a:pt x="110" y="5"/>
                      <a:pt x="98" y="9"/>
                      <a:pt x="88" y="12"/>
                    </a:cubicBezTo>
                    <a:cubicBezTo>
                      <a:pt x="73" y="17"/>
                      <a:pt x="60" y="21"/>
                      <a:pt x="44" y="22"/>
                    </a:cubicBezTo>
                    <a:cubicBezTo>
                      <a:pt x="35" y="23"/>
                      <a:pt x="25" y="24"/>
                      <a:pt x="15" y="23"/>
                    </a:cubicBezTo>
                    <a:cubicBezTo>
                      <a:pt x="10" y="23"/>
                      <a:pt x="6" y="19"/>
                      <a:pt x="0" y="1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887" name="Freeform 306">
                <a:extLst>
                  <a:ext uri="{FF2B5EF4-FFF2-40B4-BE49-F238E27FC236}">
                    <a16:creationId xmlns:a16="http://schemas.microsoft.com/office/drawing/2014/main" id="{2923C156-C63D-4771-9D8C-939E56A911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5" y="2230"/>
                <a:ext cx="138" cy="36"/>
              </a:xfrm>
              <a:custGeom>
                <a:avLst/>
                <a:gdLst>
                  <a:gd name="T0" fmla="*/ 13 w 86"/>
                  <a:gd name="T1" fmla="*/ 5 h 22"/>
                  <a:gd name="T2" fmla="*/ 21 w 86"/>
                  <a:gd name="T3" fmla="*/ 13 h 22"/>
                  <a:gd name="T4" fmla="*/ 77 w 86"/>
                  <a:gd name="T5" fmla="*/ 29 h 22"/>
                  <a:gd name="T6" fmla="*/ 144 w 86"/>
                  <a:gd name="T7" fmla="*/ 62 h 22"/>
                  <a:gd name="T8" fmla="*/ 212 w 86"/>
                  <a:gd name="T9" fmla="*/ 67 h 22"/>
                  <a:gd name="T10" fmla="*/ 302 w 86"/>
                  <a:gd name="T11" fmla="*/ 77 h 22"/>
                  <a:gd name="T12" fmla="*/ 355 w 86"/>
                  <a:gd name="T13" fmla="*/ 70 h 22"/>
                  <a:gd name="T14" fmla="*/ 162 w 86"/>
                  <a:gd name="T15" fmla="*/ 67 h 22"/>
                  <a:gd name="T16" fmla="*/ 8 w 86"/>
                  <a:gd name="T17" fmla="*/ 8 h 2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6" h="22">
                    <a:moveTo>
                      <a:pt x="3" y="1"/>
                    </a:moveTo>
                    <a:cubicBezTo>
                      <a:pt x="0" y="0"/>
                      <a:pt x="4" y="2"/>
                      <a:pt x="5" y="3"/>
                    </a:cubicBezTo>
                    <a:cubicBezTo>
                      <a:pt x="9" y="5"/>
                      <a:pt x="14" y="6"/>
                      <a:pt x="19" y="7"/>
                    </a:cubicBezTo>
                    <a:cubicBezTo>
                      <a:pt x="24" y="9"/>
                      <a:pt x="30" y="13"/>
                      <a:pt x="35" y="14"/>
                    </a:cubicBezTo>
                    <a:cubicBezTo>
                      <a:pt x="41" y="16"/>
                      <a:pt x="46" y="15"/>
                      <a:pt x="51" y="15"/>
                    </a:cubicBezTo>
                    <a:cubicBezTo>
                      <a:pt x="60" y="16"/>
                      <a:pt x="65" y="19"/>
                      <a:pt x="73" y="18"/>
                    </a:cubicBezTo>
                    <a:cubicBezTo>
                      <a:pt x="78" y="17"/>
                      <a:pt x="82" y="16"/>
                      <a:pt x="86" y="16"/>
                    </a:cubicBezTo>
                    <a:cubicBezTo>
                      <a:pt x="74" y="22"/>
                      <a:pt x="51" y="20"/>
                      <a:pt x="39" y="15"/>
                    </a:cubicBezTo>
                    <a:cubicBezTo>
                      <a:pt x="26" y="10"/>
                      <a:pt x="13" y="9"/>
                      <a:pt x="2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888" name="Freeform 307">
                <a:extLst>
                  <a:ext uri="{FF2B5EF4-FFF2-40B4-BE49-F238E27FC236}">
                    <a16:creationId xmlns:a16="http://schemas.microsoft.com/office/drawing/2014/main" id="{BEF8013A-5B3B-4037-8C95-BD105608C4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4" y="2117"/>
                <a:ext cx="11" cy="56"/>
              </a:xfrm>
              <a:custGeom>
                <a:avLst/>
                <a:gdLst>
                  <a:gd name="T0" fmla="*/ 14 w 7"/>
                  <a:gd name="T1" fmla="*/ 5 h 35"/>
                  <a:gd name="T2" fmla="*/ 14 w 7"/>
                  <a:gd name="T3" fmla="*/ 0 h 35"/>
                  <a:gd name="T4" fmla="*/ 5 w 7"/>
                  <a:gd name="T5" fmla="*/ 86 h 35"/>
                  <a:gd name="T6" fmla="*/ 13 w 7"/>
                  <a:gd name="T7" fmla="*/ 138 h 35"/>
                  <a:gd name="T8" fmla="*/ 20 w 7"/>
                  <a:gd name="T9" fmla="*/ 136 h 35"/>
                  <a:gd name="T10" fmla="*/ 22 w 7"/>
                  <a:gd name="T11" fmla="*/ 82 h 35"/>
                  <a:gd name="T12" fmla="*/ 27 w 7"/>
                  <a:gd name="T13" fmla="*/ 29 h 35"/>
                  <a:gd name="T14" fmla="*/ 22 w 7"/>
                  <a:gd name="T15" fmla="*/ 8 h 3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" h="35">
                    <a:moveTo>
                      <a:pt x="4" y="1"/>
                    </a:moveTo>
                    <a:cubicBezTo>
                      <a:pt x="4" y="1"/>
                      <a:pt x="4" y="0"/>
                      <a:pt x="4" y="0"/>
                    </a:cubicBezTo>
                    <a:cubicBezTo>
                      <a:pt x="3" y="7"/>
                      <a:pt x="2" y="14"/>
                      <a:pt x="1" y="21"/>
                    </a:cubicBezTo>
                    <a:cubicBezTo>
                      <a:pt x="1" y="24"/>
                      <a:pt x="0" y="33"/>
                      <a:pt x="3" y="34"/>
                    </a:cubicBezTo>
                    <a:cubicBezTo>
                      <a:pt x="4" y="35"/>
                      <a:pt x="5" y="34"/>
                      <a:pt x="5" y="33"/>
                    </a:cubicBezTo>
                    <a:cubicBezTo>
                      <a:pt x="6" y="29"/>
                      <a:pt x="6" y="24"/>
                      <a:pt x="6" y="20"/>
                    </a:cubicBezTo>
                    <a:cubicBezTo>
                      <a:pt x="6" y="16"/>
                      <a:pt x="6" y="11"/>
                      <a:pt x="7" y="7"/>
                    </a:cubicBezTo>
                    <a:cubicBezTo>
                      <a:pt x="7" y="5"/>
                      <a:pt x="7" y="3"/>
                      <a:pt x="6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889" name="Freeform 308">
                <a:extLst>
                  <a:ext uri="{FF2B5EF4-FFF2-40B4-BE49-F238E27FC236}">
                    <a16:creationId xmlns:a16="http://schemas.microsoft.com/office/drawing/2014/main" id="{512493C1-BCDD-461F-A76B-3C067EEDB7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9" y="2135"/>
                <a:ext cx="11" cy="71"/>
              </a:xfrm>
              <a:custGeom>
                <a:avLst/>
                <a:gdLst>
                  <a:gd name="T0" fmla="*/ 22 w 7"/>
                  <a:gd name="T1" fmla="*/ 5 h 45"/>
                  <a:gd name="T2" fmla="*/ 13 w 7"/>
                  <a:gd name="T3" fmla="*/ 163 h 45"/>
                  <a:gd name="T4" fmla="*/ 20 w 7"/>
                  <a:gd name="T5" fmla="*/ 172 h 45"/>
                  <a:gd name="T6" fmla="*/ 22 w 7"/>
                  <a:gd name="T7" fmla="*/ 145 h 45"/>
                  <a:gd name="T8" fmla="*/ 22 w 7"/>
                  <a:gd name="T9" fmla="*/ 79 h 45"/>
                  <a:gd name="T10" fmla="*/ 27 w 7"/>
                  <a:gd name="T11" fmla="*/ 13 h 4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" h="45">
                    <a:moveTo>
                      <a:pt x="6" y="1"/>
                    </a:moveTo>
                    <a:cubicBezTo>
                      <a:pt x="3" y="0"/>
                      <a:pt x="0" y="34"/>
                      <a:pt x="3" y="41"/>
                    </a:cubicBezTo>
                    <a:cubicBezTo>
                      <a:pt x="3" y="42"/>
                      <a:pt x="4" y="44"/>
                      <a:pt x="5" y="44"/>
                    </a:cubicBezTo>
                    <a:cubicBezTo>
                      <a:pt x="7" y="45"/>
                      <a:pt x="6" y="38"/>
                      <a:pt x="6" y="37"/>
                    </a:cubicBezTo>
                    <a:cubicBezTo>
                      <a:pt x="6" y="31"/>
                      <a:pt x="6" y="25"/>
                      <a:pt x="6" y="20"/>
                    </a:cubicBezTo>
                    <a:cubicBezTo>
                      <a:pt x="7" y="14"/>
                      <a:pt x="7" y="9"/>
                      <a:pt x="7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890" name="Freeform 309">
                <a:extLst>
                  <a:ext uri="{FF2B5EF4-FFF2-40B4-BE49-F238E27FC236}">
                    <a16:creationId xmlns:a16="http://schemas.microsoft.com/office/drawing/2014/main" id="{A3BD5D9A-AED5-4357-AABA-C1FCA4DFF7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9" y="2155"/>
                <a:ext cx="8" cy="58"/>
              </a:xfrm>
              <a:custGeom>
                <a:avLst/>
                <a:gdLst>
                  <a:gd name="T0" fmla="*/ 13 w 5"/>
                  <a:gd name="T1" fmla="*/ 0 h 36"/>
                  <a:gd name="T2" fmla="*/ 8 w 5"/>
                  <a:gd name="T3" fmla="*/ 26 h 36"/>
                  <a:gd name="T4" fmla="*/ 5 w 5"/>
                  <a:gd name="T5" fmla="*/ 63 h 36"/>
                  <a:gd name="T6" fmla="*/ 0 w 5"/>
                  <a:gd name="T7" fmla="*/ 102 h 36"/>
                  <a:gd name="T8" fmla="*/ 5 w 5"/>
                  <a:gd name="T9" fmla="*/ 131 h 36"/>
                  <a:gd name="T10" fmla="*/ 16 w 5"/>
                  <a:gd name="T11" fmla="*/ 150 h 36"/>
                  <a:gd name="T12" fmla="*/ 16 w 5"/>
                  <a:gd name="T13" fmla="*/ 122 h 36"/>
                  <a:gd name="T14" fmla="*/ 13 w 5"/>
                  <a:gd name="T15" fmla="*/ 76 h 36"/>
                  <a:gd name="T16" fmla="*/ 13 w 5"/>
                  <a:gd name="T17" fmla="*/ 5 h 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" h="36">
                    <a:moveTo>
                      <a:pt x="3" y="0"/>
                    </a:moveTo>
                    <a:cubicBezTo>
                      <a:pt x="2" y="1"/>
                      <a:pt x="2" y="4"/>
                      <a:pt x="2" y="6"/>
                    </a:cubicBezTo>
                    <a:cubicBezTo>
                      <a:pt x="2" y="9"/>
                      <a:pt x="1" y="12"/>
                      <a:pt x="1" y="15"/>
                    </a:cubicBezTo>
                    <a:cubicBezTo>
                      <a:pt x="1" y="18"/>
                      <a:pt x="1" y="21"/>
                      <a:pt x="0" y="24"/>
                    </a:cubicBezTo>
                    <a:cubicBezTo>
                      <a:pt x="0" y="26"/>
                      <a:pt x="0" y="29"/>
                      <a:pt x="1" y="31"/>
                    </a:cubicBezTo>
                    <a:cubicBezTo>
                      <a:pt x="1" y="33"/>
                      <a:pt x="3" y="34"/>
                      <a:pt x="4" y="36"/>
                    </a:cubicBezTo>
                    <a:cubicBezTo>
                      <a:pt x="4" y="34"/>
                      <a:pt x="4" y="32"/>
                      <a:pt x="4" y="29"/>
                    </a:cubicBezTo>
                    <a:cubicBezTo>
                      <a:pt x="4" y="26"/>
                      <a:pt x="3" y="22"/>
                      <a:pt x="3" y="18"/>
                    </a:cubicBezTo>
                    <a:cubicBezTo>
                      <a:pt x="4" y="13"/>
                      <a:pt x="5" y="6"/>
                      <a:pt x="3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891" name="Freeform 310">
                <a:extLst>
                  <a:ext uri="{FF2B5EF4-FFF2-40B4-BE49-F238E27FC236}">
                    <a16:creationId xmlns:a16="http://schemas.microsoft.com/office/drawing/2014/main" id="{6BDDBE18-3468-41A1-A2C6-112C6F50C9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7" y="2167"/>
                <a:ext cx="7" cy="20"/>
              </a:xfrm>
              <a:custGeom>
                <a:avLst/>
                <a:gdLst>
                  <a:gd name="T0" fmla="*/ 12 w 4"/>
                  <a:gd name="T1" fmla="*/ 0 h 13"/>
                  <a:gd name="T2" fmla="*/ 12 w 4"/>
                  <a:gd name="T3" fmla="*/ 12 h 13"/>
                  <a:gd name="T4" fmla="*/ 12 w 4"/>
                  <a:gd name="T5" fmla="*/ 40 h 13"/>
                  <a:gd name="T6" fmla="*/ 21 w 4"/>
                  <a:gd name="T7" fmla="*/ 34 h 13"/>
                  <a:gd name="T8" fmla="*/ 7 w 4"/>
                  <a:gd name="T9" fmla="*/ 0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13">
                    <a:moveTo>
                      <a:pt x="2" y="0"/>
                    </a:moveTo>
                    <a:cubicBezTo>
                      <a:pt x="2" y="0"/>
                      <a:pt x="2" y="2"/>
                      <a:pt x="2" y="3"/>
                    </a:cubicBezTo>
                    <a:cubicBezTo>
                      <a:pt x="2" y="5"/>
                      <a:pt x="0" y="9"/>
                      <a:pt x="2" y="11"/>
                    </a:cubicBezTo>
                    <a:cubicBezTo>
                      <a:pt x="3" y="13"/>
                      <a:pt x="4" y="10"/>
                      <a:pt x="4" y="9"/>
                    </a:cubicBezTo>
                    <a:cubicBezTo>
                      <a:pt x="4" y="6"/>
                      <a:pt x="3" y="3"/>
                      <a:pt x="1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892" name="Freeform 311">
                <a:extLst>
                  <a:ext uri="{FF2B5EF4-FFF2-40B4-BE49-F238E27FC236}">
                    <a16:creationId xmlns:a16="http://schemas.microsoft.com/office/drawing/2014/main" id="{B28A0A6F-4BB5-4ED2-892B-DB50350E3B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6" y="2167"/>
                <a:ext cx="9" cy="62"/>
              </a:xfrm>
              <a:custGeom>
                <a:avLst/>
                <a:gdLst>
                  <a:gd name="T0" fmla="*/ 0 w 6"/>
                  <a:gd name="T1" fmla="*/ 0 h 39"/>
                  <a:gd name="T2" fmla="*/ 8 w 6"/>
                  <a:gd name="T3" fmla="*/ 114 h 39"/>
                  <a:gd name="T4" fmla="*/ 8 w 6"/>
                  <a:gd name="T5" fmla="*/ 157 h 39"/>
                  <a:gd name="T6" fmla="*/ 18 w 6"/>
                  <a:gd name="T7" fmla="*/ 132 h 39"/>
                  <a:gd name="T8" fmla="*/ 18 w 6"/>
                  <a:gd name="T9" fmla="*/ 103 h 39"/>
                  <a:gd name="T10" fmla="*/ 12 w 6"/>
                  <a:gd name="T11" fmla="*/ 60 h 39"/>
                  <a:gd name="T12" fmla="*/ 8 w 6"/>
                  <a:gd name="T13" fmla="*/ 21 h 3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" h="39">
                    <a:moveTo>
                      <a:pt x="0" y="0"/>
                    </a:moveTo>
                    <a:cubicBezTo>
                      <a:pt x="1" y="9"/>
                      <a:pt x="2" y="19"/>
                      <a:pt x="2" y="28"/>
                    </a:cubicBezTo>
                    <a:cubicBezTo>
                      <a:pt x="2" y="30"/>
                      <a:pt x="0" y="38"/>
                      <a:pt x="2" y="39"/>
                    </a:cubicBezTo>
                    <a:cubicBezTo>
                      <a:pt x="3" y="37"/>
                      <a:pt x="4" y="35"/>
                      <a:pt x="5" y="33"/>
                    </a:cubicBezTo>
                    <a:cubicBezTo>
                      <a:pt x="6" y="31"/>
                      <a:pt x="5" y="28"/>
                      <a:pt x="5" y="26"/>
                    </a:cubicBezTo>
                    <a:cubicBezTo>
                      <a:pt x="4" y="22"/>
                      <a:pt x="4" y="19"/>
                      <a:pt x="3" y="15"/>
                    </a:cubicBezTo>
                    <a:cubicBezTo>
                      <a:pt x="3" y="12"/>
                      <a:pt x="3" y="8"/>
                      <a:pt x="2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893" name="Freeform 312">
                <a:extLst>
                  <a:ext uri="{FF2B5EF4-FFF2-40B4-BE49-F238E27FC236}">
                    <a16:creationId xmlns:a16="http://schemas.microsoft.com/office/drawing/2014/main" id="{F7604623-B21B-4297-8D85-D8F63B60AC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7" y="2157"/>
                <a:ext cx="8" cy="48"/>
              </a:xfrm>
              <a:custGeom>
                <a:avLst/>
                <a:gdLst>
                  <a:gd name="T0" fmla="*/ 0 w 5"/>
                  <a:gd name="T1" fmla="*/ 0 h 30"/>
                  <a:gd name="T2" fmla="*/ 5 w 5"/>
                  <a:gd name="T3" fmla="*/ 35 h 30"/>
                  <a:gd name="T4" fmla="*/ 8 w 5"/>
                  <a:gd name="T5" fmla="*/ 74 h 30"/>
                  <a:gd name="T6" fmla="*/ 5 w 5"/>
                  <a:gd name="T7" fmla="*/ 98 h 30"/>
                  <a:gd name="T8" fmla="*/ 5 w 5"/>
                  <a:gd name="T9" fmla="*/ 118 h 30"/>
                  <a:gd name="T10" fmla="*/ 13 w 5"/>
                  <a:gd name="T11" fmla="*/ 118 h 30"/>
                  <a:gd name="T12" fmla="*/ 16 w 5"/>
                  <a:gd name="T13" fmla="*/ 86 h 30"/>
                  <a:gd name="T14" fmla="*/ 13 w 5"/>
                  <a:gd name="T15" fmla="*/ 42 h 30"/>
                  <a:gd name="T16" fmla="*/ 13 w 5"/>
                  <a:gd name="T17" fmla="*/ 0 h 30"/>
                  <a:gd name="T18" fmla="*/ 13 w 5"/>
                  <a:gd name="T19" fmla="*/ 0 h 3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" h="30">
                    <a:moveTo>
                      <a:pt x="0" y="0"/>
                    </a:moveTo>
                    <a:cubicBezTo>
                      <a:pt x="0" y="3"/>
                      <a:pt x="1" y="6"/>
                      <a:pt x="1" y="9"/>
                    </a:cubicBezTo>
                    <a:cubicBezTo>
                      <a:pt x="1" y="12"/>
                      <a:pt x="2" y="15"/>
                      <a:pt x="2" y="18"/>
                    </a:cubicBezTo>
                    <a:cubicBezTo>
                      <a:pt x="2" y="20"/>
                      <a:pt x="2" y="22"/>
                      <a:pt x="1" y="24"/>
                    </a:cubicBezTo>
                    <a:cubicBezTo>
                      <a:pt x="1" y="25"/>
                      <a:pt x="1" y="27"/>
                      <a:pt x="1" y="29"/>
                    </a:cubicBezTo>
                    <a:cubicBezTo>
                      <a:pt x="2" y="30"/>
                      <a:pt x="1" y="30"/>
                      <a:pt x="3" y="29"/>
                    </a:cubicBezTo>
                    <a:cubicBezTo>
                      <a:pt x="5" y="28"/>
                      <a:pt x="4" y="23"/>
                      <a:pt x="4" y="21"/>
                    </a:cubicBezTo>
                    <a:cubicBezTo>
                      <a:pt x="4" y="17"/>
                      <a:pt x="2" y="14"/>
                      <a:pt x="3" y="10"/>
                    </a:cubicBezTo>
                    <a:cubicBezTo>
                      <a:pt x="3" y="6"/>
                      <a:pt x="3" y="4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894" name="Freeform 313">
                <a:extLst>
                  <a:ext uri="{FF2B5EF4-FFF2-40B4-BE49-F238E27FC236}">
                    <a16:creationId xmlns:a16="http://schemas.microsoft.com/office/drawing/2014/main" id="{F4C33A7E-E26E-44E5-9608-4FB0EEFD79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3" y="2135"/>
                <a:ext cx="10" cy="51"/>
              </a:xfrm>
              <a:custGeom>
                <a:avLst/>
                <a:gdLst>
                  <a:gd name="T0" fmla="*/ 0 w 6"/>
                  <a:gd name="T1" fmla="*/ 0 h 32"/>
                  <a:gd name="T2" fmla="*/ 0 w 6"/>
                  <a:gd name="T3" fmla="*/ 0 h 32"/>
                  <a:gd name="T4" fmla="*/ 8 w 6"/>
                  <a:gd name="T5" fmla="*/ 46 h 32"/>
                  <a:gd name="T6" fmla="*/ 8 w 6"/>
                  <a:gd name="T7" fmla="*/ 94 h 32"/>
                  <a:gd name="T8" fmla="*/ 22 w 6"/>
                  <a:gd name="T9" fmla="*/ 129 h 32"/>
                  <a:gd name="T10" fmla="*/ 28 w 6"/>
                  <a:gd name="T11" fmla="*/ 115 h 32"/>
                  <a:gd name="T12" fmla="*/ 28 w 6"/>
                  <a:gd name="T13" fmla="*/ 65 h 32"/>
                  <a:gd name="T14" fmla="*/ 20 w 6"/>
                  <a:gd name="T15" fmla="*/ 13 h 32"/>
                  <a:gd name="T16" fmla="*/ 20 w 6"/>
                  <a:gd name="T17" fmla="*/ 0 h 3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" h="32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4"/>
                      <a:pt x="2" y="7"/>
                      <a:pt x="2" y="11"/>
                    </a:cubicBezTo>
                    <a:cubicBezTo>
                      <a:pt x="3" y="15"/>
                      <a:pt x="2" y="19"/>
                      <a:pt x="2" y="23"/>
                    </a:cubicBezTo>
                    <a:cubicBezTo>
                      <a:pt x="3" y="26"/>
                      <a:pt x="3" y="29"/>
                      <a:pt x="5" y="32"/>
                    </a:cubicBezTo>
                    <a:cubicBezTo>
                      <a:pt x="6" y="31"/>
                      <a:pt x="6" y="30"/>
                      <a:pt x="6" y="28"/>
                    </a:cubicBezTo>
                    <a:cubicBezTo>
                      <a:pt x="6" y="24"/>
                      <a:pt x="6" y="20"/>
                      <a:pt x="6" y="16"/>
                    </a:cubicBezTo>
                    <a:cubicBezTo>
                      <a:pt x="5" y="12"/>
                      <a:pt x="5" y="8"/>
                      <a:pt x="4" y="3"/>
                    </a:cubicBezTo>
                    <a:cubicBezTo>
                      <a:pt x="4" y="2"/>
                      <a:pt x="5" y="1"/>
                      <a:pt x="4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895" name="Freeform 314">
                <a:extLst>
                  <a:ext uri="{FF2B5EF4-FFF2-40B4-BE49-F238E27FC236}">
                    <a16:creationId xmlns:a16="http://schemas.microsoft.com/office/drawing/2014/main" id="{1572E6F3-7263-42AD-BE3D-C52794BACF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8" y="2366"/>
                <a:ext cx="85" cy="110"/>
              </a:xfrm>
              <a:custGeom>
                <a:avLst/>
                <a:gdLst>
                  <a:gd name="T0" fmla="*/ 0 w 53"/>
                  <a:gd name="T1" fmla="*/ 0 h 69"/>
                  <a:gd name="T2" fmla="*/ 69 w 53"/>
                  <a:gd name="T3" fmla="*/ 97 h 69"/>
                  <a:gd name="T4" fmla="*/ 98 w 53"/>
                  <a:gd name="T5" fmla="*/ 183 h 69"/>
                  <a:gd name="T6" fmla="*/ 205 w 53"/>
                  <a:gd name="T7" fmla="*/ 279 h 69"/>
                  <a:gd name="T8" fmla="*/ 98 w 53"/>
                  <a:gd name="T9" fmla="*/ 142 h 69"/>
                  <a:gd name="T10" fmla="*/ 67 w 53"/>
                  <a:gd name="T11" fmla="*/ 61 h 69"/>
                  <a:gd name="T12" fmla="*/ 13 w 53"/>
                  <a:gd name="T13" fmla="*/ 16 h 6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3" h="69">
                    <a:moveTo>
                      <a:pt x="0" y="0"/>
                    </a:moveTo>
                    <a:cubicBezTo>
                      <a:pt x="6" y="9"/>
                      <a:pt x="13" y="15"/>
                      <a:pt x="17" y="24"/>
                    </a:cubicBezTo>
                    <a:cubicBezTo>
                      <a:pt x="19" y="31"/>
                      <a:pt x="21" y="38"/>
                      <a:pt x="24" y="45"/>
                    </a:cubicBezTo>
                    <a:cubicBezTo>
                      <a:pt x="28" y="55"/>
                      <a:pt x="40" y="68"/>
                      <a:pt x="50" y="69"/>
                    </a:cubicBezTo>
                    <a:cubicBezTo>
                      <a:pt x="53" y="62"/>
                      <a:pt x="29" y="43"/>
                      <a:pt x="24" y="35"/>
                    </a:cubicBezTo>
                    <a:cubicBezTo>
                      <a:pt x="21" y="29"/>
                      <a:pt x="19" y="21"/>
                      <a:pt x="16" y="15"/>
                    </a:cubicBezTo>
                    <a:cubicBezTo>
                      <a:pt x="12" y="10"/>
                      <a:pt x="6" y="8"/>
                      <a:pt x="3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896" name="Freeform 315">
                <a:extLst>
                  <a:ext uri="{FF2B5EF4-FFF2-40B4-BE49-F238E27FC236}">
                    <a16:creationId xmlns:a16="http://schemas.microsoft.com/office/drawing/2014/main" id="{A1E9E762-610E-4E26-A933-5FA9FA5C31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1" y="2318"/>
                <a:ext cx="96" cy="75"/>
              </a:xfrm>
              <a:custGeom>
                <a:avLst/>
                <a:gdLst>
                  <a:gd name="T0" fmla="*/ 0 w 60"/>
                  <a:gd name="T1" fmla="*/ 0 h 47"/>
                  <a:gd name="T2" fmla="*/ 26 w 60"/>
                  <a:gd name="T3" fmla="*/ 8 h 47"/>
                  <a:gd name="T4" fmla="*/ 82 w 60"/>
                  <a:gd name="T5" fmla="*/ 34 h 47"/>
                  <a:gd name="T6" fmla="*/ 157 w 60"/>
                  <a:gd name="T7" fmla="*/ 81 h 47"/>
                  <a:gd name="T8" fmla="*/ 210 w 60"/>
                  <a:gd name="T9" fmla="*/ 136 h 47"/>
                  <a:gd name="T10" fmla="*/ 246 w 60"/>
                  <a:gd name="T11" fmla="*/ 191 h 47"/>
                  <a:gd name="T12" fmla="*/ 118 w 60"/>
                  <a:gd name="T13" fmla="*/ 65 h 47"/>
                  <a:gd name="T14" fmla="*/ 86 w 60"/>
                  <a:gd name="T15" fmla="*/ 48 h 47"/>
                  <a:gd name="T16" fmla="*/ 54 w 60"/>
                  <a:gd name="T17" fmla="*/ 34 h 47"/>
                  <a:gd name="T18" fmla="*/ 5 w 60"/>
                  <a:gd name="T19" fmla="*/ 5 h 4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60" h="47">
                    <a:moveTo>
                      <a:pt x="0" y="0"/>
                    </a:moveTo>
                    <a:cubicBezTo>
                      <a:pt x="1" y="1"/>
                      <a:pt x="4" y="2"/>
                      <a:pt x="6" y="2"/>
                    </a:cubicBezTo>
                    <a:cubicBezTo>
                      <a:pt x="10" y="4"/>
                      <a:pt x="15" y="6"/>
                      <a:pt x="20" y="8"/>
                    </a:cubicBezTo>
                    <a:cubicBezTo>
                      <a:pt x="26" y="12"/>
                      <a:pt x="32" y="15"/>
                      <a:pt x="38" y="20"/>
                    </a:cubicBezTo>
                    <a:cubicBezTo>
                      <a:pt x="43" y="24"/>
                      <a:pt x="47" y="28"/>
                      <a:pt x="51" y="33"/>
                    </a:cubicBezTo>
                    <a:cubicBezTo>
                      <a:pt x="55" y="37"/>
                      <a:pt x="57" y="42"/>
                      <a:pt x="60" y="47"/>
                    </a:cubicBezTo>
                    <a:cubicBezTo>
                      <a:pt x="48" y="39"/>
                      <a:pt x="42" y="24"/>
                      <a:pt x="29" y="16"/>
                    </a:cubicBezTo>
                    <a:cubicBezTo>
                      <a:pt x="27" y="15"/>
                      <a:pt x="24" y="14"/>
                      <a:pt x="21" y="12"/>
                    </a:cubicBezTo>
                    <a:cubicBezTo>
                      <a:pt x="18" y="11"/>
                      <a:pt x="16" y="9"/>
                      <a:pt x="13" y="8"/>
                    </a:cubicBezTo>
                    <a:cubicBezTo>
                      <a:pt x="11" y="7"/>
                      <a:pt x="0" y="3"/>
                      <a:pt x="1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897" name="Freeform 316">
                <a:extLst>
                  <a:ext uri="{FF2B5EF4-FFF2-40B4-BE49-F238E27FC236}">
                    <a16:creationId xmlns:a16="http://schemas.microsoft.com/office/drawing/2014/main" id="{0CC87084-33AC-479E-9CB5-75E1ADCAD5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4" y="2358"/>
                <a:ext cx="70" cy="46"/>
              </a:xfrm>
              <a:custGeom>
                <a:avLst/>
                <a:gdLst>
                  <a:gd name="T0" fmla="*/ 0 w 44"/>
                  <a:gd name="T1" fmla="*/ 0 h 29"/>
                  <a:gd name="T2" fmla="*/ 115 w 44"/>
                  <a:gd name="T3" fmla="*/ 52 h 29"/>
                  <a:gd name="T4" fmla="*/ 162 w 44"/>
                  <a:gd name="T5" fmla="*/ 100 h 29"/>
                  <a:gd name="T6" fmla="*/ 177 w 44"/>
                  <a:gd name="T7" fmla="*/ 116 h 29"/>
                  <a:gd name="T8" fmla="*/ 102 w 44"/>
                  <a:gd name="T9" fmla="*/ 73 h 29"/>
                  <a:gd name="T10" fmla="*/ 35 w 44"/>
                  <a:gd name="T11" fmla="*/ 33 h 29"/>
                  <a:gd name="T12" fmla="*/ 0 w 44"/>
                  <a:gd name="T13" fmla="*/ 13 h 2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4" h="29">
                    <a:moveTo>
                      <a:pt x="0" y="0"/>
                    </a:moveTo>
                    <a:cubicBezTo>
                      <a:pt x="10" y="4"/>
                      <a:pt x="20" y="7"/>
                      <a:pt x="28" y="13"/>
                    </a:cubicBezTo>
                    <a:cubicBezTo>
                      <a:pt x="32" y="17"/>
                      <a:pt x="36" y="20"/>
                      <a:pt x="40" y="25"/>
                    </a:cubicBezTo>
                    <a:cubicBezTo>
                      <a:pt x="41" y="26"/>
                      <a:pt x="43" y="28"/>
                      <a:pt x="44" y="29"/>
                    </a:cubicBezTo>
                    <a:cubicBezTo>
                      <a:pt x="37" y="25"/>
                      <a:pt x="31" y="22"/>
                      <a:pt x="25" y="18"/>
                    </a:cubicBezTo>
                    <a:cubicBezTo>
                      <a:pt x="19" y="15"/>
                      <a:pt x="14" y="11"/>
                      <a:pt x="9" y="8"/>
                    </a:cubicBezTo>
                    <a:cubicBezTo>
                      <a:pt x="6" y="6"/>
                      <a:pt x="4" y="4"/>
                      <a:pt x="0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898" name="Freeform 317">
                <a:extLst>
                  <a:ext uri="{FF2B5EF4-FFF2-40B4-BE49-F238E27FC236}">
                    <a16:creationId xmlns:a16="http://schemas.microsoft.com/office/drawing/2014/main" id="{E353429A-FDEF-462A-BE4F-59E8DC4D28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2" y="2339"/>
                <a:ext cx="112" cy="61"/>
              </a:xfrm>
              <a:custGeom>
                <a:avLst/>
                <a:gdLst>
                  <a:gd name="T0" fmla="*/ 278 w 70"/>
                  <a:gd name="T1" fmla="*/ 34 h 38"/>
                  <a:gd name="T2" fmla="*/ 251 w 70"/>
                  <a:gd name="T3" fmla="*/ 29 h 38"/>
                  <a:gd name="T4" fmla="*/ 157 w 70"/>
                  <a:gd name="T5" fmla="*/ 47 h 38"/>
                  <a:gd name="T6" fmla="*/ 56 w 70"/>
                  <a:gd name="T7" fmla="*/ 103 h 38"/>
                  <a:gd name="T8" fmla="*/ 0 w 70"/>
                  <a:gd name="T9" fmla="*/ 157 h 38"/>
                  <a:gd name="T10" fmla="*/ 34 w 70"/>
                  <a:gd name="T11" fmla="*/ 108 h 38"/>
                  <a:gd name="T12" fmla="*/ 128 w 70"/>
                  <a:gd name="T13" fmla="*/ 29 h 38"/>
                  <a:gd name="T14" fmla="*/ 286 w 70"/>
                  <a:gd name="T15" fmla="*/ 26 h 3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0" h="38">
                    <a:moveTo>
                      <a:pt x="68" y="8"/>
                    </a:moveTo>
                    <a:cubicBezTo>
                      <a:pt x="67" y="7"/>
                      <a:pt x="63" y="7"/>
                      <a:pt x="61" y="7"/>
                    </a:cubicBezTo>
                    <a:cubicBezTo>
                      <a:pt x="53" y="6"/>
                      <a:pt x="45" y="8"/>
                      <a:pt x="38" y="11"/>
                    </a:cubicBezTo>
                    <a:cubicBezTo>
                      <a:pt x="29" y="14"/>
                      <a:pt x="22" y="19"/>
                      <a:pt x="14" y="25"/>
                    </a:cubicBezTo>
                    <a:cubicBezTo>
                      <a:pt x="9" y="29"/>
                      <a:pt x="4" y="32"/>
                      <a:pt x="0" y="38"/>
                    </a:cubicBezTo>
                    <a:cubicBezTo>
                      <a:pt x="1" y="33"/>
                      <a:pt x="5" y="30"/>
                      <a:pt x="8" y="26"/>
                    </a:cubicBezTo>
                    <a:cubicBezTo>
                      <a:pt x="15" y="19"/>
                      <a:pt x="22" y="11"/>
                      <a:pt x="31" y="7"/>
                    </a:cubicBezTo>
                    <a:cubicBezTo>
                      <a:pt x="44" y="0"/>
                      <a:pt x="57" y="2"/>
                      <a:pt x="70" y="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899" name="Freeform 318">
                <a:extLst>
                  <a:ext uri="{FF2B5EF4-FFF2-40B4-BE49-F238E27FC236}">
                    <a16:creationId xmlns:a16="http://schemas.microsoft.com/office/drawing/2014/main" id="{20D82D30-96F8-4EC6-81FD-8AF69F8CCF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0" y="2476"/>
                <a:ext cx="50" cy="340"/>
              </a:xfrm>
              <a:custGeom>
                <a:avLst/>
                <a:gdLst>
                  <a:gd name="T0" fmla="*/ 123 w 31"/>
                  <a:gd name="T1" fmla="*/ 0 h 213"/>
                  <a:gd name="T2" fmla="*/ 26 w 31"/>
                  <a:gd name="T3" fmla="*/ 107 h 213"/>
                  <a:gd name="T4" fmla="*/ 13 w 31"/>
                  <a:gd name="T5" fmla="*/ 313 h 213"/>
                  <a:gd name="T6" fmla="*/ 29 w 31"/>
                  <a:gd name="T7" fmla="*/ 594 h 213"/>
                  <a:gd name="T8" fmla="*/ 81 w 31"/>
                  <a:gd name="T9" fmla="*/ 867 h 213"/>
                  <a:gd name="T10" fmla="*/ 55 w 31"/>
                  <a:gd name="T11" fmla="*/ 559 h 213"/>
                  <a:gd name="T12" fmla="*/ 39 w 31"/>
                  <a:gd name="T13" fmla="*/ 286 h 213"/>
                  <a:gd name="T14" fmla="*/ 42 w 31"/>
                  <a:gd name="T15" fmla="*/ 129 h 213"/>
                  <a:gd name="T16" fmla="*/ 131 w 31"/>
                  <a:gd name="T17" fmla="*/ 5 h 21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1" h="213">
                    <a:moveTo>
                      <a:pt x="29" y="0"/>
                    </a:moveTo>
                    <a:cubicBezTo>
                      <a:pt x="21" y="9"/>
                      <a:pt x="11" y="15"/>
                      <a:pt x="6" y="26"/>
                    </a:cubicBezTo>
                    <a:cubicBezTo>
                      <a:pt x="0" y="40"/>
                      <a:pt x="3" y="61"/>
                      <a:pt x="3" y="77"/>
                    </a:cubicBezTo>
                    <a:cubicBezTo>
                      <a:pt x="3" y="100"/>
                      <a:pt x="5" y="123"/>
                      <a:pt x="7" y="146"/>
                    </a:cubicBezTo>
                    <a:cubicBezTo>
                      <a:pt x="10" y="167"/>
                      <a:pt x="12" y="194"/>
                      <a:pt x="19" y="213"/>
                    </a:cubicBezTo>
                    <a:cubicBezTo>
                      <a:pt x="15" y="189"/>
                      <a:pt x="14" y="162"/>
                      <a:pt x="13" y="137"/>
                    </a:cubicBezTo>
                    <a:cubicBezTo>
                      <a:pt x="12" y="115"/>
                      <a:pt x="9" y="93"/>
                      <a:pt x="9" y="70"/>
                    </a:cubicBezTo>
                    <a:cubicBezTo>
                      <a:pt x="8" y="57"/>
                      <a:pt x="7" y="45"/>
                      <a:pt x="10" y="32"/>
                    </a:cubicBezTo>
                    <a:cubicBezTo>
                      <a:pt x="13" y="20"/>
                      <a:pt x="22" y="10"/>
                      <a:pt x="31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900" name="Freeform 319">
                <a:extLst>
                  <a:ext uri="{FF2B5EF4-FFF2-40B4-BE49-F238E27FC236}">
                    <a16:creationId xmlns:a16="http://schemas.microsoft.com/office/drawing/2014/main" id="{93F01AE8-55B1-43DF-BF27-97599737BA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3" y="3048"/>
                <a:ext cx="108" cy="37"/>
              </a:xfrm>
              <a:custGeom>
                <a:avLst/>
                <a:gdLst>
                  <a:gd name="T0" fmla="*/ 272 w 67"/>
                  <a:gd name="T1" fmla="*/ 16 h 23"/>
                  <a:gd name="T2" fmla="*/ 164 w 67"/>
                  <a:gd name="T3" fmla="*/ 16 h 23"/>
                  <a:gd name="T4" fmla="*/ 63 w 67"/>
                  <a:gd name="T5" fmla="*/ 68 h 23"/>
                  <a:gd name="T6" fmla="*/ 0 w 67"/>
                  <a:gd name="T7" fmla="*/ 90 h 23"/>
                  <a:gd name="T8" fmla="*/ 110 w 67"/>
                  <a:gd name="T9" fmla="*/ 16 h 23"/>
                  <a:gd name="T10" fmla="*/ 280 w 67"/>
                  <a:gd name="T11" fmla="*/ 0 h 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7" h="23">
                    <a:moveTo>
                      <a:pt x="65" y="4"/>
                    </a:moveTo>
                    <a:cubicBezTo>
                      <a:pt x="56" y="4"/>
                      <a:pt x="48" y="2"/>
                      <a:pt x="39" y="4"/>
                    </a:cubicBezTo>
                    <a:cubicBezTo>
                      <a:pt x="31" y="7"/>
                      <a:pt x="23" y="11"/>
                      <a:pt x="15" y="16"/>
                    </a:cubicBezTo>
                    <a:cubicBezTo>
                      <a:pt x="11" y="18"/>
                      <a:pt x="4" y="23"/>
                      <a:pt x="0" y="22"/>
                    </a:cubicBezTo>
                    <a:cubicBezTo>
                      <a:pt x="3" y="14"/>
                      <a:pt x="18" y="7"/>
                      <a:pt x="26" y="4"/>
                    </a:cubicBezTo>
                    <a:cubicBezTo>
                      <a:pt x="40" y="0"/>
                      <a:pt x="53" y="1"/>
                      <a:pt x="67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901" name="Freeform 320">
                <a:extLst>
                  <a:ext uri="{FF2B5EF4-FFF2-40B4-BE49-F238E27FC236}">
                    <a16:creationId xmlns:a16="http://schemas.microsoft.com/office/drawing/2014/main" id="{91D1E096-C68C-4ABF-900A-B65326F4E2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2" y="3013"/>
                <a:ext cx="99" cy="72"/>
              </a:xfrm>
              <a:custGeom>
                <a:avLst/>
                <a:gdLst>
                  <a:gd name="T0" fmla="*/ 0 w 62"/>
                  <a:gd name="T1" fmla="*/ 42 h 45"/>
                  <a:gd name="T2" fmla="*/ 155 w 62"/>
                  <a:gd name="T3" fmla="*/ 67 h 45"/>
                  <a:gd name="T4" fmla="*/ 252 w 62"/>
                  <a:gd name="T5" fmla="*/ 184 h 45"/>
                  <a:gd name="T6" fmla="*/ 206 w 62"/>
                  <a:gd name="T7" fmla="*/ 82 h 45"/>
                  <a:gd name="T8" fmla="*/ 56 w 62"/>
                  <a:gd name="T9" fmla="*/ 21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2" h="45">
                    <a:moveTo>
                      <a:pt x="0" y="10"/>
                    </a:moveTo>
                    <a:cubicBezTo>
                      <a:pt x="14" y="10"/>
                      <a:pt x="25" y="7"/>
                      <a:pt x="38" y="16"/>
                    </a:cubicBezTo>
                    <a:cubicBezTo>
                      <a:pt x="49" y="23"/>
                      <a:pt x="55" y="35"/>
                      <a:pt x="62" y="45"/>
                    </a:cubicBezTo>
                    <a:cubicBezTo>
                      <a:pt x="58" y="37"/>
                      <a:pt x="56" y="28"/>
                      <a:pt x="51" y="20"/>
                    </a:cubicBezTo>
                    <a:cubicBezTo>
                      <a:pt x="43" y="9"/>
                      <a:pt x="27" y="0"/>
                      <a:pt x="14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902" name="Freeform 321">
                <a:extLst>
                  <a:ext uri="{FF2B5EF4-FFF2-40B4-BE49-F238E27FC236}">
                    <a16:creationId xmlns:a16="http://schemas.microsoft.com/office/drawing/2014/main" id="{CCC7FAB7-8066-493D-BD3E-EF3FFABC6F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7" y="3243"/>
                <a:ext cx="83" cy="124"/>
              </a:xfrm>
              <a:custGeom>
                <a:avLst/>
                <a:gdLst>
                  <a:gd name="T0" fmla="*/ 0 w 52"/>
                  <a:gd name="T1" fmla="*/ 0 h 78"/>
                  <a:gd name="T2" fmla="*/ 211 w 52"/>
                  <a:gd name="T3" fmla="*/ 313 h 78"/>
                  <a:gd name="T4" fmla="*/ 137 w 52"/>
                  <a:gd name="T5" fmla="*/ 162 h 78"/>
                  <a:gd name="T6" fmla="*/ 13 w 52"/>
                  <a:gd name="T7" fmla="*/ 8 h 7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2" h="78">
                    <a:moveTo>
                      <a:pt x="0" y="0"/>
                    </a:moveTo>
                    <a:cubicBezTo>
                      <a:pt x="32" y="19"/>
                      <a:pt x="36" y="47"/>
                      <a:pt x="52" y="78"/>
                    </a:cubicBezTo>
                    <a:cubicBezTo>
                      <a:pt x="52" y="65"/>
                      <a:pt x="40" y="51"/>
                      <a:pt x="34" y="40"/>
                    </a:cubicBezTo>
                    <a:cubicBezTo>
                      <a:pt x="26" y="27"/>
                      <a:pt x="8" y="16"/>
                      <a:pt x="3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903" name="Freeform 322">
                <a:extLst>
                  <a:ext uri="{FF2B5EF4-FFF2-40B4-BE49-F238E27FC236}">
                    <a16:creationId xmlns:a16="http://schemas.microsoft.com/office/drawing/2014/main" id="{4B5F2BD0-652B-4BE0-8EC1-A4DEF1A9B1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8" y="3263"/>
                <a:ext cx="48" cy="99"/>
              </a:xfrm>
              <a:custGeom>
                <a:avLst/>
                <a:gdLst>
                  <a:gd name="T0" fmla="*/ 123 w 30"/>
                  <a:gd name="T1" fmla="*/ 0 h 62"/>
                  <a:gd name="T2" fmla="*/ 8 w 30"/>
                  <a:gd name="T3" fmla="*/ 252 h 62"/>
                  <a:gd name="T4" fmla="*/ 107 w 30"/>
                  <a:gd name="T5" fmla="*/ 5 h 6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0" h="62">
                    <a:moveTo>
                      <a:pt x="30" y="0"/>
                    </a:moveTo>
                    <a:cubicBezTo>
                      <a:pt x="13" y="5"/>
                      <a:pt x="0" y="46"/>
                      <a:pt x="2" y="62"/>
                    </a:cubicBezTo>
                    <a:cubicBezTo>
                      <a:pt x="1" y="40"/>
                      <a:pt x="9" y="17"/>
                      <a:pt x="26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904" name="Freeform 323">
                <a:extLst>
                  <a:ext uri="{FF2B5EF4-FFF2-40B4-BE49-F238E27FC236}">
                    <a16:creationId xmlns:a16="http://schemas.microsoft.com/office/drawing/2014/main" id="{916ABCDC-1D7B-4780-9C1C-8931F9A79E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6" y="3723"/>
                <a:ext cx="56" cy="134"/>
              </a:xfrm>
              <a:custGeom>
                <a:avLst/>
                <a:gdLst>
                  <a:gd name="T0" fmla="*/ 0 w 35"/>
                  <a:gd name="T1" fmla="*/ 0 h 84"/>
                  <a:gd name="T2" fmla="*/ 26 w 35"/>
                  <a:gd name="T3" fmla="*/ 239 h 84"/>
                  <a:gd name="T4" fmla="*/ 144 w 35"/>
                  <a:gd name="T5" fmla="*/ 341 h 84"/>
                  <a:gd name="T6" fmla="*/ 21 w 35"/>
                  <a:gd name="T7" fmla="*/ 46 h 8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5" h="84">
                    <a:moveTo>
                      <a:pt x="0" y="0"/>
                    </a:moveTo>
                    <a:cubicBezTo>
                      <a:pt x="0" y="19"/>
                      <a:pt x="4" y="40"/>
                      <a:pt x="6" y="59"/>
                    </a:cubicBezTo>
                    <a:cubicBezTo>
                      <a:pt x="8" y="78"/>
                      <a:pt x="16" y="82"/>
                      <a:pt x="35" y="84"/>
                    </a:cubicBezTo>
                    <a:cubicBezTo>
                      <a:pt x="10" y="76"/>
                      <a:pt x="4" y="33"/>
                      <a:pt x="5" y="1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905" name="Freeform 324">
                <a:extLst>
                  <a:ext uri="{FF2B5EF4-FFF2-40B4-BE49-F238E27FC236}">
                    <a16:creationId xmlns:a16="http://schemas.microsoft.com/office/drawing/2014/main" id="{16DE64AC-1EE8-4A0E-B011-DED10FF5EF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1" y="3709"/>
                <a:ext cx="48" cy="160"/>
              </a:xfrm>
              <a:custGeom>
                <a:avLst/>
                <a:gdLst>
                  <a:gd name="T0" fmla="*/ 0 w 30"/>
                  <a:gd name="T1" fmla="*/ 0 h 100"/>
                  <a:gd name="T2" fmla="*/ 8 w 30"/>
                  <a:gd name="T3" fmla="*/ 312 h 100"/>
                  <a:gd name="T4" fmla="*/ 123 w 30"/>
                  <a:gd name="T5" fmla="*/ 397 h 100"/>
                  <a:gd name="T6" fmla="*/ 13 w 30"/>
                  <a:gd name="T7" fmla="*/ 54 h 10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0" h="100">
                    <a:moveTo>
                      <a:pt x="0" y="0"/>
                    </a:moveTo>
                    <a:cubicBezTo>
                      <a:pt x="6" y="23"/>
                      <a:pt x="3" y="52"/>
                      <a:pt x="2" y="76"/>
                    </a:cubicBezTo>
                    <a:cubicBezTo>
                      <a:pt x="0" y="100"/>
                      <a:pt x="14" y="91"/>
                      <a:pt x="30" y="97"/>
                    </a:cubicBezTo>
                    <a:cubicBezTo>
                      <a:pt x="2" y="87"/>
                      <a:pt x="3" y="37"/>
                      <a:pt x="3" y="1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906" name="Freeform 325">
                <a:extLst>
                  <a:ext uri="{FF2B5EF4-FFF2-40B4-BE49-F238E27FC236}">
                    <a16:creationId xmlns:a16="http://schemas.microsoft.com/office/drawing/2014/main" id="{0503F634-66EB-45A3-989D-1B4AA21E34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0" y="1126"/>
                <a:ext cx="1181" cy="1213"/>
              </a:xfrm>
              <a:custGeom>
                <a:avLst/>
                <a:gdLst>
                  <a:gd name="T0" fmla="*/ 1242 w 738"/>
                  <a:gd name="T1" fmla="*/ 0 h 760"/>
                  <a:gd name="T2" fmla="*/ 1475 w 738"/>
                  <a:gd name="T3" fmla="*/ 117 h 760"/>
                  <a:gd name="T4" fmla="*/ 1522 w 738"/>
                  <a:gd name="T5" fmla="*/ 329 h 760"/>
                  <a:gd name="T6" fmla="*/ 1549 w 738"/>
                  <a:gd name="T7" fmla="*/ 117 h 760"/>
                  <a:gd name="T8" fmla="*/ 1783 w 738"/>
                  <a:gd name="T9" fmla="*/ 13 h 760"/>
                  <a:gd name="T10" fmla="*/ 1911 w 738"/>
                  <a:gd name="T11" fmla="*/ 155 h 760"/>
                  <a:gd name="T12" fmla="*/ 2594 w 738"/>
                  <a:gd name="T13" fmla="*/ 496 h 760"/>
                  <a:gd name="T14" fmla="*/ 2807 w 738"/>
                  <a:gd name="T15" fmla="*/ 1679 h 760"/>
                  <a:gd name="T16" fmla="*/ 2828 w 738"/>
                  <a:gd name="T17" fmla="*/ 1813 h 760"/>
                  <a:gd name="T18" fmla="*/ 2866 w 738"/>
                  <a:gd name="T19" fmla="*/ 2048 h 760"/>
                  <a:gd name="T20" fmla="*/ 2896 w 738"/>
                  <a:gd name="T21" fmla="*/ 2239 h 760"/>
                  <a:gd name="T22" fmla="*/ 2943 w 738"/>
                  <a:gd name="T23" fmla="*/ 2531 h 760"/>
                  <a:gd name="T24" fmla="*/ 2896 w 738"/>
                  <a:gd name="T25" fmla="*/ 2784 h 760"/>
                  <a:gd name="T26" fmla="*/ 2922 w 738"/>
                  <a:gd name="T27" fmla="*/ 2967 h 760"/>
                  <a:gd name="T28" fmla="*/ 2581 w 738"/>
                  <a:gd name="T29" fmla="*/ 2988 h 760"/>
                  <a:gd name="T30" fmla="*/ 2559 w 738"/>
                  <a:gd name="T31" fmla="*/ 2843 h 760"/>
                  <a:gd name="T32" fmla="*/ 2424 w 738"/>
                  <a:gd name="T33" fmla="*/ 2713 h 760"/>
                  <a:gd name="T34" fmla="*/ 2356 w 738"/>
                  <a:gd name="T35" fmla="*/ 2038 h 760"/>
                  <a:gd name="T36" fmla="*/ 2343 w 738"/>
                  <a:gd name="T37" fmla="*/ 2456 h 760"/>
                  <a:gd name="T38" fmla="*/ 688 w 738"/>
                  <a:gd name="T39" fmla="*/ 2456 h 760"/>
                  <a:gd name="T40" fmla="*/ 663 w 738"/>
                  <a:gd name="T41" fmla="*/ 2171 h 760"/>
                  <a:gd name="T42" fmla="*/ 581 w 738"/>
                  <a:gd name="T43" fmla="*/ 2614 h 760"/>
                  <a:gd name="T44" fmla="*/ 486 w 738"/>
                  <a:gd name="T45" fmla="*/ 2905 h 760"/>
                  <a:gd name="T46" fmla="*/ 443 w 738"/>
                  <a:gd name="T47" fmla="*/ 3042 h 760"/>
                  <a:gd name="T48" fmla="*/ 123 w 738"/>
                  <a:gd name="T49" fmla="*/ 2996 h 760"/>
                  <a:gd name="T50" fmla="*/ 149 w 738"/>
                  <a:gd name="T51" fmla="*/ 2843 h 760"/>
                  <a:gd name="T52" fmla="*/ 61 w 738"/>
                  <a:gd name="T53" fmla="*/ 2672 h 760"/>
                  <a:gd name="T54" fmla="*/ 123 w 738"/>
                  <a:gd name="T55" fmla="*/ 2252 h 760"/>
                  <a:gd name="T56" fmla="*/ 118 w 738"/>
                  <a:gd name="T57" fmla="*/ 2046 h 760"/>
                  <a:gd name="T58" fmla="*/ 131 w 738"/>
                  <a:gd name="T59" fmla="*/ 1875 h 760"/>
                  <a:gd name="T60" fmla="*/ 163 w 738"/>
                  <a:gd name="T61" fmla="*/ 1705 h 760"/>
                  <a:gd name="T62" fmla="*/ 602 w 738"/>
                  <a:gd name="T63" fmla="*/ 377 h 760"/>
                  <a:gd name="T64" fmla="*/ 1173 w 738"/>
                  <a:gd name="T65" fmla="*/ 124 h 760"/>
                  <a:gd name="T66" fmla="*/ 1242 w 738"/>
                  <a:gd name="T67" fmla="*/ 0 h 760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738" h="760">
                    <a:moveTo>
                      <a:pt x="303" y="0"/>
                    </a:moveTo>
                    <a:cubicBezTo>
                      <a:pt x="303" y="0"/>
                      <a:pt x="321" y="26"/>
                      <a:pt x="360" y="29"/>
                    </a:cubicBezTo>
                    <a:cubicBezTo>
                      <a:pt x="363" y="30"/>
                      <a:pt x="368" y="81"/>
                      <a:pt x="371" y="81"/>
                    </a:cubicBezTo>
                    <a:cubicBezTo>
                      <a:pt x="374" y="81"/>
                      <a:pt x="375" y="30"/>
                      <a:pt x="378" y="29"/>
                    </a:cubicBezTo>
                    <a:cubicBezTo>
                      <a:pt x="417" y="26"/>
                      <a:pt x="435" y="3"/>
                      <a:pt x="435" y="3"/>
                    </a:cubicBezTo>
                    <a:cubicBezTo>
                      <a:pt x="435" y="3"/>
                      <a:pt x="440" y="27"/>
                      <a:pt x="466" y="38"/>
                    </a:cubicBezTo>
                    <a:cubicBezTo>
                      <a:pt x="492" y="49"/>
                      <a:pt x="597" y="81"/>
                      <a:pt x="633" y="122"/>
                    </a:cubicBezTo>
                    <a:cubicBezTo>
                      <a:pt x="669" y="163"/>
                      <a:pt x="689" y="356"/>
                      <a:pt x="685" y="413"/>
                    </a:cubicBezTo>
                    <a:cubicBezTo>
                      <a:pt x="683" y="444"/>
                      <a:pt x="691" y="436"/>
                      <a:pt x="690" y="446"/>
                    </a:cubicBezTo>
                    <a:cubicBezTo>
                      <a:pt x="690" y="461"/>
                      <a:pt x="701" y="481"/>
                      <a:pt x="699" y="504"/>
                    </a:cubicBezTo>
                    <a:cubicBezTo>
                      <a:pt x="697" y="527"/>
                      <a:pt x="708" y="526"/>
                      <a:pt x="707" y="551"/>
                    </a:cubicBezTo>
                    <a:cubicBezTo>
                      <a:pt x="707" y="551"/>
                      <a:pt x="714" y="601"/>
                      <a:pt x="718" y="623"/>
                    </a:cubicBezTo>
                    <a:cubicBezTo>
                      <a:pt x="722" y="645"/>
                      <a:pt x="738" y="658"/>
                      <a:pt x="707" y="685"/>
                    </a:cubicBezTo>
                    <a:cubicBezTo>
                      <a:pt x="707" y="685"/>
                      <a:pt x="708" y="719"/>
                      <a:pt x="713" y="730"/>
                    </a:cubicBezTo>
                    <a:cubicBezTo>
                      <a:pt x="713" y="730"/>
                      <a:pt x="656" y="751"/>
                      <a:pt x="630" y="735"/>
                    </a:cubicBezTo>
                    <a:cubicBezTo>
                      <a:pt x="624" y="699"/>
                      <a:pt x="624" y="699"/>
                      <a:pt x="624" y="699"/>
                    </a:cubicBezTo>
                    <a:cubicBezTo>
                      <a:pt x="624" y="699"/>
                      <a:pt x="602" y="714"/>
                      <a:pt x="592" y="667"/>
                    </a:cubicBezTo>
                    <a:cubicBezTo>
                      <a:pt x="581" y="619"/>
                      <a:pt x="579" y="519"/>
                      <a:pt x="575" y="501"/>
                    </a:cubicBezTo>
                    <a:cubicBezTo>
                      <a:pt x="571" y="483"/>
                      <a:pt x="585" y="571"/>
                      <a:pt x="572" y="604"/>
                    </a:cubicBezTo>
                    <a:cubicBezTo>
                      <a:pt x="572" y="604"/>
                      <a:pt x="433" y="694"/>
                      <a:pt x="168" y="604"/>
                    </a:cubicBezTo>
                    <a:cubicBezTo>
                      <a:pt x="168" y="604"/>
                      <a:pt x="155" y="568"/>
                      <a:pt x="162" y="534"/>
                    </a:cubicBezTo>
                    <a:cubicBezTo>
                      <a:pt x="162" y="534"/>
                      <a:pt x="150" y="621"/>
                      <a:pt x="142" y="643"/>
                    </a:cubicBezTo>
                    <a:cubicBezTo>
                      <a:pt x="134" y="664"/>
                      <a:pt x="166" y="701"/>
                      <a:pt x="119" y="714"/>
                    </a:cubicBezTo>
                    <a:cubicBezTo>
                      <a:pt x="108" y="748"/>
                      <a:pt x="108" y="748"/>
                      <a:pt x="108" y="748"/>
                    </a:cubicBezTo>
                    <a:cubicBezTo>
                      <a:pt x="108" y="748"/>
                      <a:pt x="52" y="760"/>
                      <a:pt x="30" y="737"/>
                    </a:cubicBezTo>
                    <a:cubicBezTo>
                      <a:pt x="36" y="699"/>
                      <a:pt x="36" y="699"/>
                      <a:pt x="36" y="699"/>
                    </a:cubicBezTo>
                    <a:cubicBezTo>
                      <a:pt x="36" y="699"/>
                      <a:pt x="0" y="694"/>
                      <a:pt x="15" y="657"/>
                    </a:cubicBezTo>
                    <a:cubicBezTo>
                      <a:pt x="30" y="621"/>
                      <a:pt x="29" y="586"/>
                      <a:pt x="30" y="554"/>
                    </a:cubicBezTo>
                    <a:cubicBezTo>
                      <a:pt x="31" y="522"/>
                      <a:pt x="19" y="518"/>
                      <a:pt x="29" y="503"/>
                    </a:cubicBezTo>
                    <a:cubicBezTo>
                      <a:pt x="38" y="488"/>
                      <a:pt x="24" y="474"/>
                      <a:pt x="32" y="461"/>
                    </a:cubicBezTo>
                    <a:cubicBezTo>
                      <a:pt x="40" y="449"/>
                      <a:pt x="36" y="424"/>
                      <a:pt x="40" y="419"/>
                    </a:cubicBezTo>
                    <a:cubicBezTo>
                      <a:pt x="43" y="415"/>
                      <a:pt x="59" y="136"/>
                      <a:pt x="147" y="93"/>
                    </a:cubicBezTo>
                    <a:cubicBezTo>
                      <a:pt x="234" y="50"/>
                      <a:pt x="286" y="31"/>
                      <a:pt x="286" y="31"/>
                    </a:cubicBezTo>
                    <a:cubicBezTo>
                      <a:pt x="286" y="31"/>
                      <a:pt x="304" y="12"/>
                      <a:pt x="303" y="0"/>
                    </a:cubicBezTo>
                    <a:close/>
                  </a:path>
                </a:pathLst>
              </a:custGeom>
              <a:solidFill>
                <a:srgbClr val="8DB5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907" name="Freeform 326">
                <a:extLst>
                  <a:ext uri="{FF2B5EF4-FFF2-40B4-BE49-F238E27FC236}">
                    <a16:creationId xmlns:a16="http://schemas.microsoft.com/office/drawing/2014/main" id="{B04E48C4-B8BC-4DA7-843B-5DF5E22657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5" y="1148"/>
                <a:ext cx="21" cy="24"/>
              </a:xfrm>
              <a:custGeom>
                <a:avLst/>
                <a:gdLst>
                  <a:gd name="T0" fmla="*/ 55 w 13"/>
                  <a:gd name="T1" fmla="*/ 61 h 15"/>
                  <a:gd name="T2" fmla="*/ 50 w 13"/>
                  <a:gd name="T3" fmla="*/ 0 h 15"/>
                  <a:gd name="T4" fmla="*/ 0 w 13"/>
                  <a:gd name="T5" fmla="*/ 54 h 15"/>
                  <a:gd name="T6" fmla="*/ 55 w 13"/>
                  <a:gd name="T7" fmla="*/ 61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15">
                    <a:moveTo>
                      <a:pt x="13" y="15"/>
                    </a:moveTo>
                    <a:cubicBezTo>
                      <a:pt x="12" y="0"/>
                      <a:pt x="12" y="0"/>
                      <a:pt x="12" y="0"/>
                    </a:cubicBezTo>
                    <a:cubicBezTo>
                      <a:pt x="12" y="0"/>
                      <a:pt x="0" y="8"/>
                      <a:pt x="0" y="13"/>
                    </a:cubicBezTo>
                    <a:cubicBezTo>
                      <a:pt x="0" y="13"/>
                      <a:pt x="10" y="15"/>
                      <a:pt x="13" y="15"/>
                    </a:cubicBezTo>
                    <a:close/>
                  </a:path>
                </a:pathLst>
              </a:custGeom>
              <a:solidFill>
                <a:srgbClr val="6587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908" name="Freeform 327">
                <a:extLst>
                  <a:ext uri="{FF2B5EF4-FFF2-40B4-BE49-F238E27FC236}">
                    <a16:creationId xmlns:a16="http://schemas.microsoft.com/office/drawing/2014/main" id="{AA26FBDF-BD2E-41C0-B8C1-745C09EF10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3" y="1100"/>
                <a:ext cx="131" cy="125"/>
              </a:xfrm>
              <a:custGeom>
                <a:avLst/>
                <a:gdLst>
                  <a:gd name="T0" fmla="*/ 334 w 82"/>
                  <a:gd name="T1" fmla="*/ 123 h 78"/>
                  <a:gd name="T2" fmla="*/ 217 w 82"/>
                  <a:gd name="T3" fmla="*/ 321 h 78"/>
                  <a:gd name="T4" fmla="*/ 0 w 82"/>
                  <a:gd name="T5" fmla="*/ 157 h 78"/>
                  <a:gd name="T6" fmla="*/ 102 w 82"/>
                  <a:gd name="T7" fmla="*/ 0 h 78"/>
                  <a:gd name="T8" fmla="*/ 334 w 82"/>
                  <a:gd name="T9" fmla="*/ 123 h 7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2" h="78">
                    <a:moveTo>
                      <a:pt x="82" y="30"/>
                    </a:moveTo>
                    <a:cubicBezTo>
                      <a:pt x="82" y="30"/>
                      <a:pt x="59" y="46"/>
                      <a:pt x="53" y="78"/>
                    </a:cubicBezTo>
                    <a:cubicBezTo>
                      <a:pt x="53" y="78"/>
                      <a:pt x="8" y="59"/>
                      <a:pt x="0" y="38"/>
                    </a:cubicBezTo>
                    <a:cubicBezTo>
                      <a:pt x="0" y="38"/>
                      <a:pt x="20" y="6"/>
                      <a:pt x="25" y="0"/>
                    </a:cubicBezTo>
                    <a:cubicBezTo>
                      <a:pt x="25" y="0"/>
                      <a:pt x="54" y="29"/>
                      <a:pt x="82" y="30"/>
                    </a:cubicBezTo>
                    <a:close/>
                  </a:path>
                </a:pathLst>
              </a:custGeom>
              <a:solidFill>
                <a:srgbClr val="AED1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909" name="Freeform 328">
                <a:extLst>
                  <a:ext uri="{FF2B5EF4-FFF2-40B4-BE49-F238E27FC236}">
                    <a16:creationId xmlns:a16="http://schemas.microsoft.com/office/drawing/2014/main" id="{80254752-0B15-4CF6-8E69-D5066DB150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6" y="1150"/>
                <a:ext cx="21" cy="25"/>
              </a:xfrm>
              <a:custGeom>
                <a:avLst/>
                <a:gdLst>
                  <a:gd name="T0" fmla="*/ 0 w 13"/>
                  <a:gd name="T1" fmla="*/ 56 h 16"/>
                  <a:gd name="T2" fmla="*/ 5 w 13"/>
                  <a:gd name="T3" fmla="*/ 0 h 16"/>
                  <a:gd name="T4" fmla="*/ 55 w 13"/>
                  <a:gd name="T5" fmla="*/ 53 h 16"/>
                  <a:gd name="T6" fmla="*/ 0 w 13"/>
                  <a:gd name="T7" fmla="*/ 56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16">
                    <a:moveTo>
                      <a:pt x="0" y="15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2" y="8"/>
                      <a:pt x="13" y="14"/>
                    </a:cubicBezTo>
                    <a:cubicBezTo>
                      <a:pt x="13" y="14"/>
                      <a:pt x="2" y="16"/>
                      <a:pt x="0" y="15"/>
                    </a:cubicBezTo>
                    <a:close/>
                  </a:path>
                </a:pathLst>
              </a:custGeom>
              <a:solidFill>
                <a:srgbClr val="6587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910" name="Freeform 329">
                <a:extLst>
                  <a:ext uri="{FF2B5EF4-FFF2-40B4-BE49-F238E27FC236}">
                    <a16:creationId xmlns:a16="http://schemas.microsoft.com/office/drawing/2014/main" id="{88A284E0-A51D-4FEE-AEB2-4C9105A407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8" y="1102"/>
                <a:ext cx="130" cy="126"/>
              </a:xfrm>
              <a:custGeom>
                <a:avLst/>
                <a:gdLst>
                  <a:gd name="T0" fmla="*/ 0 w 81"/>
                  <a:gd name="T1" fmla="*/ 123 h 79"/>
                  <a:gd name="T2" fmla="*/ 120 w 81"/>
                  <a:gd name="T3" fmla="*/ 321 h 79"/>
                  <a:gd name="T4" fmla="*/ 335 w 81"/>
                  <a:gd name="T5" fmla="*/ 155 h 79"/>
                  <a:gd name="T6" fmla="*/ 234 w 81"/>
                  <a:gd name="T7" fmla="*/ 0 h 79"/>
                  <a:gd name="T8" fmla="*/ 0 w 81"/>
                  <a:gd name="T9" fmla="*/ 123 h 7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1" h="79">
                    <a:moveTo>
                      <a:pt x="0" y="30"/>
                    </a:moveTo>
                    <a:cubicBezTo>
                      <a:pt x="0" y="30"/>
                      <a:pt x="23" y="46"/>
                      <a:pt x="29" y="79"/>
                    </a:cubicBezTo>
                    <a:cubicBezTo>
                      <a:pt x="29" y="79"/>
                      <a:pt x="74" y="60"/>
                      <a:pt x="81" y="38"/>
                    </a:cubicBezTo>
                    <a:cubicBezTo>
                      <a:pt x="81" y="38"/>
                      <a:pt x="62" y="6"/>
                      <a:pt x="57" y="0"/>
                    </a:cubicBezTo>
                    <a:cubicBezTo>
                      <a:pt x="57" y="0"/>
                      <a:pt x="28" y="30"/>
                      <a:pt x="0" y="30"/>
                    </a:cubicBezTo>
                    <a:close/>
                  </a:path>
                </a:pathLst>
              </a:custGeom>
              <a:solidFill>
                <a:srgbClr val="AED1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911" name="Freeform 330">
                <a:extLst>
                  <a:ext uri="{FF2B5EF4-FFF2-40B4-BE49-F238E27FC236}">
                    <a16:creationId xmlns:a16="http://schemas.microsoft.com/office/drawing/2014/main" id="{1421D8B3-C0F7-4234-AC91-D989B13278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2" y="2197"/>
                <a:ext cx="159" cy="61"/>
              </a:xfrm>
              <a:custGeom>
                <a:avLst/>
                <a:gdLst>
                  <a:gd name="T0" fmla="*/ 0 w 99"/>
                  <a:gd name="T1" fmla="*/ 0 h 38"/>
                  <a:gd name="T2" fmla="*/ 34 w 99"/>
                  <a:gd name="T3" fmla="*/ 80 h 38"/>
                  <a:gd name="T4" fmla="*/ 128 w 99"/>
                  <a:gd name="T5" fmla="*/ 116 h 38"/>
                  <a:gd name="T6" fmla="*/ 186 w 99"/>
                  <a:gd name="T7" fmla="*/ 144 h 38"/>
                  <a:gd name="T8" fmla="*/ 260 w 99"/>
                  <a:gd name="T9" fmla="*/ 132 h 38"/>
                  <a:gd name="T10" fmla="*/ 299 w 99"/>
                  <a:gd name="T11" fmla="*/ 141 h 38"/>
                  <a:gd name="T12" fmla="*/ 340 w 99"/>
                  <a:gd name="T13" fmla="*/ 153 h 38"/>
                  <a:gd name="T14" fmla="*/ 410 w 99"/>
                  <a:gd name="T15" fmla="*/ 141 h 38"/>
                  <a:gd name="T16" fmla="*/ 336 w 99"/>
                  <a:gd name="T17" fmla="*/ 141 h 38"/>
                  <a:gd name="T18" fmla="*/ 238 w 99"/>
                  <a:gd name="T19" fmla="*/ 124 h 38"/>
                  <a:gd name="T20" fmla="*/ 193 w 99"/>
                  <a:gd name="T21" fmla="*/ 128 h 38"/>
                  <a:gd name="T22" fmla="*/ 145 w 99"/>
                  <a:gd name="T23" fmla="*/ 111 h 38"/>
                  <a:gd name="T24" fmla="*/ 88 w 99"/>
                  <a:gd name="T25" fmla="*/ 82 h 38"/>
                  <a:gd name="T26" fmla="*/ 29 w 99"/>
                  <a:gd name="T27" fmla="*/ 63 h 38"/>
                  <a:gd name="T28" fmla="*/ 8 w 99"/>
                  <a:gd name="T29" fmla="*/ 34 h 38"/>
                  <a:gd name="T30" fmla="*/ 5 w 99"/>
                  <a:gd name="T31" fmla="*/ 13 h 38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99" h="38">
                    <a:moveTo>
                      <a:pt x="0" y="0"/>
                    </a:moveTo>
                    <a:cubicBezTo>
                      <a:pt x="0" y="7"/>
                      <a:pt x="3" y="15"/>
                      <a:pt x="8" y="19"/>
                    </a:cubicBezTo>
                    <a:cubicBezTo>
                      <a:pt x="14" y="25"/>
                      <a:pt x="24" y="26"/>
                      <a:pt x="31" y="28"/>
                    </a:cubicBezTo>
                    <a:cubicBezTo>
                      <a:pt x="36" y="29"/>
                      <a:pt x="40" y="34"/>
                      <a:pt x="45" y="35"/>
                    </a:cubicBezTo>
                    <a:cubicBezTo>
                      <a:pt x="52" y="37"/>
                      <a:pt x="57" y="32"/>
                      <a:pt x="63" y="32"/>
                    </a:cubicBezTo>
                    <a:cubicBezTo>
                      <a:pt x="66" y="32"/>
                      <a:pt x="69" y="33"/>
                      <a:pt x="72" y="34"/>
                    </a:cubicBezTo>
                    <a:cubicBezTo>
                      <a:pt x="75" y="36"/>
                      <a:pt x="78" y="37"/>
                      <a:pt x="82" y="37"/>
                    </a:cubicBezTo>
                    <a:cubicBezTo>
                      <a:pt x="87" y="38"/>
                      <a:pt x="93" y="37"/>
                      <a:pt x="99" y="34"/>
                    </a:cubicBezTo>
                    <a:cubicBezTo>
                      <a:pt x="94" y="37"/>
                      <a:pt x="85" y="35"/>
                      <a:pt x="81" y="34"/>
                    </a:cubicBezTo>
                    <a:cubicBezTo>
                      <a:pt x="73" y="32"/>
                      <a:pt x="65" y="30"/>
                      <a:pt x="57" y="30"/>
                    </a:cubicBezTo>
                    <a:cubicBezTo>
                      <a:pt x="53" y="30"/>
                      <a:pt x="50" y="31"/>
                      <a:pt x="47" y="31"/>
                    </a:cubicBezTo>
                    <a:cubicBezTo>
                      <a:pt x="43" y="31"/>
                      <a:pt x="39" y="29"/>
                      <a:pt x="35" y="27"/>
                    </a:cubicBezTo>
                    <a:cubicBezTo>
                      <a:pt x="31" y="24"/>
                      <a:pt x="27" y="21"/>
                      <a:pt x="21" y="20"/>
                    </a:cubicBezTo>
                    <a:cubicBezTo>
                      <a:pt x="16" y="20"/>
                      <a:pt x="10" y="19"/>
                      <a:pt x="7" y="15"/>
                    </a:cubicBezTo>
                    <a:cubicBezTo>
                      <a:pt x="5" y="14"/>
                      <a:pt x="3" y="10"/>
                      <a:pt x="2" y="8"/>
                    </a:cubicBezTo>
                    <a:cubicBezTo>
                      <a:pt x="2" y="6"/>
                      <a:pt x="2" y="4"/>
                      <a:pt x="1" y="3"/>
                    </a:cubicBezTo>
                  </a:path>
                </a:pathLst>
              </a:custGeom>
              <a:solidFill>
                <a:srgbClr val="6587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912" name="Freeform 331">
                <a:extLst>
                  <a:ext uri="{FF2B5EF4-FFF2-40B4-BE49-F238E27FC236}">
                    <a16:creationId xmlns:a16="http://schemas.microsoft.com/office/drawing/2014/main" id="{8BD8F955-BE1E-4678-881A-501ABEDA45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5" y="2179"/>
                <a:ext cx="141" cy="55"/>
              </a:xfrm>
              <a:custGeom>
                <a:avLst/>
                <a:gdLst>
                  <a:gd name="T0" fmla="*/ 362 w 88"/>
                  <a:gd name="T1" fmla="*/ 0 h 34"/>
                  <a:gd name="T2" fmla="*/ 341 w 88"/>
                  <a:gd name="T3" fmla="*/ 47 h 34"/>
                  <a:gd name="T4" fmla="*/ 316 w 88"/>
                  <a:gd name="T5" fmla="*/ 84 h 34"/>
                  <a:gd name="T6" fmla="*/ 287 w 88"/>
                  <a:gd name="T7" fmla="*/ 102 h 34"/>
                  <a:gd name="T8" fmla="*/ 226 w 88"/>
                  <a:gd name="T9" fmla="*/ 102 h 34"/>
                  <a:gd name="T10" fmla="*/ 170 w 88"/>
                  <a:gd name="T11" fmla="*/ 128 h 34"/>
                  <a:gd name="T12" fmla="*/ 103 w 88"/>
                  <a:gd name="T13" fmla="*/ 118 h 34"/>
                  <a:gd name="T14" fmla="*/ 0 w 88"/>
                  <a:gd name="T15" fmla="*/ 144 h 34"/>
                  <a:gd name="T16" fmla="*/ 90 w 88"/>
                  <a:gd name="T17" fmla="*/ 102 h 34"/>
                  <a:gd name="T18" fmla="*/ 136 w 88"/>
                  <a:gd name="T19" fmla="*/ 118 h 34"/>
                  <a:gd name="T20" fmla="*/ 191 w 88"/>
                  <a:gd name="T21" fmla="*/ 89 h 34"/>
                  <a:gd name="T22" fmla="*/ 252 w 88"/>
                  <a:gd name="T23" fmla="*/ 81 h 34"/>
                  <a:gd name="T24" fmla="*/ 308 w 88"/>
                  <a:gd name="T25" fmla="*/ 73 h 34"/>
                  <a:gd name="T26" fmla="*/ 357 w 88"/>
                  <a:gd name="T27" fmla="*/ 0 h 3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88" h="34">
                    <a:moveTo>
                      <a:pt x="88" y="0"/>
                    </a:moveTo>
                    <a:cubicBezTo>
                      <a:pt x="86" y="2"/>
                      <a:pt x="85" y="8"/>
                      <a:pt x="83" y="11"/>
                    </a:cubicBezTo>
                    <a:cubicBezTo>
                      <a:pt x="82" y="15"/>
                      <a:pt x="79" y="17"/>
                      <a:pt x="77" y="20"/>
                    </a:cubicBezTo>
                    <a:cubicBezTo>
                      <a:pt x="75" y="22"/>
                      <a:pt x="72" y="23"/>
                      <a:pt x="70" y="24"/>
                    </a:cubicBezTo>
                    <a:cubicBezTo>
                      <a:pt x="65" y="27"/>
                      <a:pt x="60" y="24"/>
                      <a:pt x="55" y="24"/>
                    </a:cubicBezTo>
                    <a:cubicBezTo>
                      <a:pt x="48" y="24"/>
                      <a:pt x="46" y="28"/>
                      <a:pt x="41" y="30"/>
                    </a:cubicBezTo>
                    <a:cubicBezTo>
                      <a:pt x="34" y="34"/>
                      <a:pt x="31" y="30"/>
                      <a:pt x="25" y="28"/>
                    </a:cubicBezTo>
                    <a:cubicBezTo>
                      <a:pt x="17" y="26"/>
                      <a:pt x="6" y="27"/>
                      <a:pt x="0" y="34"/>
                    </a:cubicBezTo>
                    <a:cubicBezTo>
                      <a:pt x="2" y="26"/>
                      <a:pt x="16" y="22"/>
                      <a:pt x="22" y="24"/>
                    </a:cubicBezTo>
                    <a:cubicBezTo>
                      <a:pt x="26" y="25"/>
                      <a:pt x="29" y="27"/>
                      <a:pt x="33" y="28"/>
                    </a:cubicBezTo>
                    <a:cubicBezTo>
                      <a:pt x="38" y="28"/>
                      <a:pt x="41" y="24"/>
                      <a:pt x="46" y="21"/>
                    </a:cubicBezTo>
                    <a:cubicBezTo>
                      <a:pt x="51" y="19"/>
                      <a:pt x="56" y="18"/>
                      <a:pt x="61" y="19"/>
                    </a:cubicBezTo>
                    <a:cubicBezTo>
                      <a:pt x="66" y="19"/>
                      <a:pt x="71" y="20"/>
                      <a:pt x="75" y="17"/>
                    </a:cubicBezTo>
                    <a:cubicBezTo>
                      <a:pt x="79" y="15"/>
                      <a:pt x="88" y="4"/>
                      <a:pt x="87" y="0"/>
                    </a:cubicBezTo>
                  </a:path>
                </a:pathLst>
              </a:custGeom>
              <a:solidFill>
                <a:srgbClr val="6587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913" name="Freeform 332">
                <a:extLst>
                  <a:ext uri="{FF2B5EF4-FFF2-40B4-BE49-F238E27FC236}">
                    <a16:creationId xmlns:a16="http://schemas.microsoft.com/office/drawing/2014/main" id="{FF7CD8C8-2F1F-44B6-8567-2A8BA6FD98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4" y="2242"/>
                <a:ext cx="24" cy="63"/>
              </a:xfrm>
              <a:custGeom>
                <a:avLst/>
                <a:gdLst>
                  <a:gd name="T0" fmla="*/ 0 w 15"/>
                  <a:gd name="T1" fmla="*/ 5 h 40"/>
                  <a:gd name="T2" fmla="*/ 8 w 15"/>
                  <a:gd name="T3" fmla="*/ 60 h 40"/>
                  <a:gd name="T4" fmla="*/ 16 w 15"/>
                  <a:gd name="T5" fmla="*/ 109 h 40"/>
                  <a:gd name="T6" fmla="*/ 61 w 15"/>
                  <a:gd name="T7" fmla="*/ 151 h 40"/>
                  <a:gd name="T8" fmla="*/ 42 w 15"/>
                  <a:gd name="T9" fmla="*/ 117 h 40"/>
                  <a:gd name="T10" fmla="*/ 29 w 15"/>
                  <a:gd name="T11" fmla="*/ 68 h 40"/>
                  <a:gd name="T12" fmla="*/ 13 w 15"/>
                  <a:gd name="T13" fmla="*/ 0 h 40"/>
                  <a:gd name="T14" fmla="*/ 0 w 15"/>
                  <a:gd name="T15" fmla="*/ 8 h 4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5" h="40">
                    <a:moveTo>
                      <a:pt x="0" y="1"/>
                    </a:moveTo>
                    <a:cubicBezTo>
                      <a:pt x="0" y="5"/>
                      <a:pt x="1" y="11"/>
                      <a:pt x="2" y="15"/>
                    </a:cubicBezTo>
                    <a:cubicBezTo>
                      <a:pt x="3" y="19"/>
                      <a:pt x="3" y="24"/>
                      <a:pt x="4" y="28"/>
                    </a:cubicBezTo>
                    <a:cubicBezTo>
                      <a:pt x="5" y="33"/>
                      <a:pt x="9" y="40"/>
                      <a:pt x="15" y="39"/>
                    </a:cubicBezTo>
                    <a:cubicBezTo>
                      <a:pt x="15" y="36"/>
                      <a:pt x="12" y="33"/>
                      <a:pt x="10" y="30"/>
                    </a:cubicBezTo>
                    <a:cubicBezTo>
                      <a:pt x="9" y="26"/>
                      <a:pt x="8" y="22"/>
                      <a:pt x="7" y="17"/>
                    </a:cubicBezTo>
                    <a:cubicBezTo>
                      <a:pt x="6" y="12"/>
                      <a:pt x="5" y="5"/>
                      <a:pt x="3" y="0"/>
                    </a:cubicBezTo>
                    <a:cubicBezTo>
                      <a:pt x="3" y="1"/>
                      <a:pt x="1" y="1"/>
                      <a:pt x="0" y="2"/>
                    </a:cubicBezTo>
                  </a:path>
                </a:pathLst>
              </a:custGeom>
              <a:solidFill>
                <a:srgbClr val="6587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914" name="Freeform 333">
                <a:extLst>
                  <a:ext uri="{FF2B5EF4-FFF2-40B4-BE49-F238E27FC236}">
                    <a16:creationId xmlns:a16="http://schemas.microsoft.com/office/drawing/2014/main" id="{5509E1DE-5A7E-4E76-8BF5-804862597B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0" y="2267"/>
                <a:ext cx="34" cy="50"/>
              </a:xfrm>
              <a:custGeom>
                <a:avLst/>
                <a:gdLst>
                  <a:gd name="T0" fmla="*/ 89 w 21"/>
                  <a:gd name="T1" fmla="*/ 5 h 31"/>
                  <a:gd name="T2" fmla="*/ 47 w 21"/>
                  <a:gd name="T3" fmla="*/ 124 h 31"/>
                  <a:gd name="T4" fmla="*/ 0 w 21"/>
                  <a:gd name="T5" fmla="*/ 131 h 31"/>
                  <a:gd name="T6" fmla="*/ 63 w 21"/>
                  <a:gd name="T7" fmla="*/ 5 h 31"/>
                  <a:gd name="T8" fmla="*/ 81 w 21"/>
                  <a:gd name="T9" fmla="*/ 5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31">
                    <a:moveTo>
                      <a:pt x="21" y="1"/>
                    </a:moveTo>
                    <a:cubicBezTo>
                      <a:pt x="19" y="11"/>
                      <a:pt x="14" y="21"/>
                      <a:pt x="11" y="30"/>
                    </a:cubicBezTo>
                    <a:cubicBezTo>
                      <a:pt x="7" y="30"/>
                      <a:pt x="3" y="30"/>
                      <a:pt x="0" y="31"/>
                    </a:cubicBezTo>
                    <a:cubicBezTo>
                      <a:pt x="7" y="24"/>
                      <a:pt x="13" y="11"/>
                      <a:pt x="15" y="1"/>
                    </a:cubicBezTo>
                    <a:cubicBezTo>
                      <a:pt x="16" y="0"/>
                      <a:pt x="17" y="0"/>
                      <a:pt x="19" y="1"/>
                    </a:cubicBezTo>
                  </a:path>
                </a:pathLst>
              </a:custGeom>
              <a:solidFill>
                <a:srgbClr val="6587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915" name="Freeform 334">
                <a:extLst>
                  <a:ext uri="{FF2B5EF4-FFF2-40B4-BE49-F238E27FC236}">
                    <a16:creationId xmlns:a16="http://schemas.microsoft.com/office/drawing/2014/main" id="{C706F91B-E4F0-4DA6-AA19-02C1F646F7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0" y="1177"/>
                <a:ext cx="1180" cy="1162"/>
              </a:xfrm>
              <a:custGeom>
                <a:avLst/>
                <a:gdLst>
                  <a:gd name="T0" fmla="*/ 1872 w 737"/>
                  <a:gd name="T1" fmla="*/ 5 h 728"/>
                  <a:gd name="T2" fmla="*/ 1912 w 737"/>
                  <a:gd name="T3" fmla="*/ 26 h 728"/>
                  <a:gd name="T4" fmla="*/ 2597 w 737"/>
                  <a:gd name="T5" fmla="*/ 367 h 728"/>
                  <a:gd name="T6" fmla="*/ 2812 w 737"/>
                  <a:gd name="T7" fmla="*/ 1548 h 728"/>
                  <a:gd name="T8" fmla="*/ 2832 w 737"/>
                  <a:gd name="T9" fmla="*/ 1684 h 728"/>
                  <a:gd name="T10" fmla="*/ 2869 w 737"/>
                  <a:gd name="T11" fmla="*/ 1919 h 728"/>
                  <a:gd name="T12" fmla="*/ 2901 w 737"/>
                  <a:gd name="T13" fmla="*/ 2110 h 728"/>
                  <a:gd name="T14" fmla="*/ 2943 w 737"/>
                  <a:gd name="T15" fmla="*/ 2402 h 728"/>
                  <a:gd name="T16" fmla="*/ 2901 w 737"/>
                  <a:gd name="T17" fmla="*/ 2654 h 728"/>
                  <a:gd name="T18" fmla="*/ 2927 w 737"/>
                  <a:gd name="T19" fmla="*/ 2838 h 728"/>
                  <a:gd name="T20" fmla="*/ 2586 w 737"/>
                  <a:gd name="T21" fmla="*/ 2859 h 728"/>
                  <a:gd name="T22" fmla="*/ 2560 w 737"/>
                  <a:gd name="T23" fmla="*/ 2713 h 728"/>
                  <a:gd name="T24" fmla="*/ 2426 w 737"/>
                  <a:gd name="T25" fmla="*/ 2584 h 728"/>
                  <a:gd name="T26" fmla="*/ 2362 w 737"/>
                  <a:gd name="T27" fmla="*/ 1909 h 728"/>
                  <a:gd name="T28" fmla="*/ 2349 w 737"/>
                  <a:gd name="T29" fmla="*/ 2326 h 728"/>
                  <a:gd name="T30" fmla="*/ 690 w 737"/>
                  <a:gd name="T31" fmla="*/ 2326 h 728"/>
                  <a:gd name="T32" fmla="*/ 664 w 737"/>
                  <a:gd name="T33" fmla="*/ 2041 h 728"/>
                  <a:gd name="T34" fmla="*/ 581 w 737"/>
                  <a:gd name="T35" fmla="*/ 2484 h 728"/>
                  <a:gd name="T36" fmla="*/ 490 w 737"/>
                  <a:gd name="T37" fmla="*/ 2774 h 728"/>
                  <a:gd name="T38" fmla="*/ 444 w 737"/>
                  <a:gd name="T39" fmla="*/ 2911 h 728"/>
                  <a:gd name="T40" fmla="*/ 118 w 737"/>
                  <a:gd name="T41" fmla="*/ 2867 h 728"/>
                  <a:gd name="T42" fmla="*/ 149 w 737"/>
                  <a:gd name="T43" fmla="*/ 2713 h 728"/>
                  <a:gd name="T44" fmla="*/ 61 w 737"/>
                  <a:gd name="T45" fmla="*/ 2543 h 728"/>
                  <a:gd name="T46" fmla="*/ 118 w 737"/>
                  <a:gd name="T47" fmla="*/ 2123 h 728"/>
                  <a:gd name="T48" fmla="*/ 115 w 737"/>
                  <a:gd name="T49" fmla="*/ 1915 h 728"/>
                  <a:gd name="T50" fmla="*/ 131 w 737"/>
                  <a:gd name="T51" fmla="*/ 1745 h 728"/>
                  <a:gd name="T52" fmla="*/ 163 w 737"/>
                  <a:gd name="T53" fmla="*/ 1574 h 728"/>
                  <a:gd name="T54" fmla="*/ 600 w 737"/>
                  <a:gd name="T55" fmla="*/ 247 h 728"/>
                  <a:gd name="T56" fmla="*/ 1166 w 737"/>
                  <a:gd name="T57" fmla="*/ 0 h 728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737" h="728">
                    <a:moveTo>
                      <a:pt x="456" y="1"/>
                    </a:moveTo>
                    <a:cubicBezTo>
                      <a:pt x="459" y="3"/>
                      <a:pt x="462" y="5"/>
                      <a:pt x="466" y="6"/>
                    </a:cubicBezTo>
                    <a:cubicBezTo>
                      <a:pt x="492" y="17"/>
                      <a:pt x="597" y="49"/>
                      <a:pt x="633" y="90"/>
                    </a:cubicBezTo>
                    <a:cubicBezTo>
                      <a:pt x="669" y="131"/>
                      <a:pt x="689" y="324"/>
                      <a:pt x="685" y="381"/>
                    </a:cubicBezTo>
                    <a:cubicBezTo>
                      <a:pt x="683" y="412"/>
                      <a:pt x="690" y="405"/>
                      <a:pt x="690" y="414"/>
                    </a:cubicBezTo>
                    <a:cubicBezTo>
                      <a:pt x="689" y="429"/>
                      <a:pt x="701" y="449"/>
                      <a:pt x="699" y="472"/>
                    </a:cubicBezTo>
                    <a:cubicBezTo>
                      <a:pt x="697" y="495"/>
                      <a:pt x="708" y="494"/>
                      <a:pt x="707" y="519"/>
                    </a:cubicBezTo>
                    <a:cubicBezTo>
                      <a:pt x="707" y="519"/>
                      <a:pt x="713" y="569"/>
                      <a:pt x="717" y="591"/>
                    </a:cubicBezTo>
                    <a:cubicBezTo>
                      <a:pt x="721" y="613"/>
                      <a:pt x="737" y="626"/>
                      <a:pt x="707" y="653"/>
                    </a:cubicBezTo>
                    <a:cubicBezTo>
                      <a:pt x="707" y="653"/>
                      <a:pt x="708" y="687"/>
                      <a:pt x="713" y="698"/>
                    </a:cubicBezTo>
                    <a:cubicBezTo>
                      <a:pt x="713" y="698"/>
                      <a:pt x="656" y="719"/>
                      <a:pt x="630" y="703"/>
                    </a:cubicBezTo>
                    <a:cubicBezTo>
                      <a:pt x="624" y="667"/>
                      <a:pt x="624" y="667"/>
                      <a:pt x="624" y="667"/>
                    </a:cubicBezTo>
                    <a:cubicBezTo>
                      <a:pt x="624" y="667"/>
                      <a:pt x="602" y="682"/>
                      <a:pt x="591" y="635"/>
                    </a:cubicBezTo>
                    <a:cubicBezTo>
                      <a:pt x="581" y="587"/>
                      <a:pt x="578" y="487"/>
                      <a:pt x="575" y="469"/>
                    </a:cubicBezTo>
                    <a:cubicBezTo>
                      <a:pt x="571" y="451"/>
                      <a:pt x="584" y="539"/>
                      <a:pt x="572" y="572"/>
                    </a:cubicBezTo>
                    <a:cubicBezTo>
                      <a:pt x="572" y="572"/>
                      <a:pt x="432" y="662"/>
                      <a:pt x="168" y="572"/>
                    </a:cubicBezTo>
                    <a:cubicBezTo>
                      <a:pt x="168" y="572"/>
                      <a:pt x="154" y="537"/>
                      <a:pt x="162" y="502"/>
                    </a:cubicBezTo>
                    <a:cubicBezTo>
                      <a:pt x="162" y="502"/>
                      <a:pt x="150" y="589"/>
                      <a:pt x="142" y="611"/>
                    </a:cubicBezTo>
                    <a:cubicBezTo>
                      <a:pt x="134" y="632"/>
                      <a:pt x="165" y="669"/>
                      <a:pt x="119" y="682"/>
                    </a:cubicBezTo>
                    <a:cubicBezTo>
                      <a:pt x="108" y="716"/>
                      <a:pt x="108" y="716"/>
                      <a:pt x="108" y="716"/>
                    </a:cubicBezTo>
                    <a:cubicBezTo>
                      <a:pt x="108" y="716"/>
                      <a:pt x="52" y="728"/>
                      <a:pt x="29" y="705"/>
                    </a:cubicBezTo>
                    <a:cubicBezTo>
                      <a:pt x="36" y="667"/>
                      <a:pt x="36" y="667"/>
                      <a:pt x="36" y="667"/>
                    </a:cubicBezTo>
                    <a:cubicBezTo>
                      <a:pt x="36" y="667"/>
                      <a:pt x="0" y="662"/>
                      <a:pt x="15" y="625"/>
                    </a:cubicBezTo>
                    <a:cubicBezTo>
                      <a:pt x="29" y="589"/>
                      <a:pt x="28" y="554"/>
                      <a:pt x="29" y="522"/>
                    </a:cubicBezTo>
                    <a:cubicBezTo>
                      <a:pt x="30" y="490"/>
                      <a:pt x="19" y="486"/>
                      <a:pt x="28" y="471"/>
                    </a:cubicBezTo>
                    <a:cubicBezTo>
                      <a:pt x="37" y="456"/>
                      <a:pt x="24" y="442"/>
                      <a:pt x="32" y="429"/>
                    </a:cubicBezTo>
                    <a:cubicBezTo>
                      <a:pt x="40" y="417"/>
                      <a:pt x="36" y="392"/>
                      <a:pt x="40" y="387"/>
                    </a:cubicBezTo>
                    <a:cubicBezTo>
                      <a:pt x="43" y="383"/>
                      <a:pt x="59" y="105"/>
                      <a:pt x="146" y="61"/>
                    </a:cubicBezTo>
                    <a:cubicBezTo>
                      <a:pt x="224" y="23"/>
                      <a:pt x="273" y="4"/>
                      <a:pt x="284" y="0"/>
                    </a:cubicBezTo>
                  </a:path>
                </a:pathLst>
              </a:custGeom>
              <a:noFill/>
              <a:ln w="4763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916" name="Freeform 335">
                <a:extLst>
                  <a:ext uri="{FF2B5EF4-FFF2-40B4-BE49-F238E27FC236}">
                    <a16:creationId xmlns:a16="http://schemas.microsoft.com/office/drawing/2014/main" id="{3ECF939B-A0BE-450D-B094-D07EBB7207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4" y="1169"/>
                <a:ext cx="73" cy="86"/>
              </a:xfrm>
              <a:custGeom>
                <a:avLst/>
                <a:gdLst>
                  <a:gd name="T0" fmla="*/ 0 w 46"/>
                  <a:gd name="T1" fmla="*/ 0 h 54"/>
                  <a:gd name="T2" fmla="*/ 56 w 46"/>
                  <a:gd name="T3" fmla="*/ 8 h 54"/>
                  <a:gd name="T4" fmla="*/ 100 w 46"/>
                  <a:gd name="T5" fmla="*/ 218 h 54"/>
                  <a:gd name="T6" fmla="*/ 129 w 46"/>
                  <a:gd name="T7" fmla="*/ 13 h 54"/>
                  <a:gd name="T8" fmla="*/ 184 w 46"/>
                  <a:gd name="T9" fmla="*/ 0 h 5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6" h="54">
                    <a:moveTo>
                      <a:pt x="0" y="0"/>
                    </a:moveTo>
                    <a:cubicBezTo>
                      <a:pt x="4" y="1"/>
                      <a:pt x="9" y="2"/>
                      <a:pt x="14" y="2"/>
                    </a:cubicBezTo>
                    <a:cubicBezTo>
                      <a:pt x="17" y="3"/>
                      <a:pt x="21" y="54"/>
                      <a:pt x="25" y="54"/>
                    </a:cubicBezTo>
                    <a:cubicBezTo>
                      <a:pt x="27" y="54"/>
                      <a:pt x="29" y="3"/>
                      <a:pt x="32" y="3"/>
                    </a:cubicBezTo>
                    <a:cubicBezTo>
                      <a:pt x="37" y="2"/>
                      <a:pt x="42" y="1"/>
                      <a:pt x="46" y="0"/>
                    </a:cubicBezTo>
                  </a:path>
                </a:pathLst>
              </a:custGeom>
              <a:noFill/>
              <a:ln w="4763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917" name="Freeform 336">
                <a:extLst>
                  <a:ext uri="{FF2B5EF4-FFF2-40B4-BE49-F238E27FC236}">
                    <a16:creationId xmlns:a16="http://schemas.microsoft.com/office/drawing/2014/main" id="{3D4D22D9-7C91-492E-9AE5-E667A939DA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5" y="1451"/>
                <a:ext cx="44" cy="535"/>
              </a:xfrm>
              <a:custGeom>
                <a:avLst/>
                <a:gdLst>
                  <a:gd name="T0" fmla="*/ 31 w 28"/>
                  <a:gd name="T1" fmla="*/ 1364 h 335"/>
                  <a:gd name="T2" fmla="*/ 31 w 28"/>
                  <a:gd name="T3" fmla="*/ 854 h 335"/>
                  <a:gd name="T4" fmla="*/ 60 w 28"/>
                  <a:gd name="T5" fmla="*/ 663 h 335"/>
                  <a:gd name="T6" fmla="*/ 82 w 28"/>
                  <a:gd name="T7" fmla="*/ 458 h 335"/>
                  <a:gd name="T8" fmla="*/ 96 w 28"/>
                  <a:gd name="T9" fmla="*/ 308 h 335"/>
                  <a:gd name="T10" fmla="*/ 69 w 28"/>
                  <a:gd name="T11" fmla="*/ 192 h 335"/>
                  <a:gd name="T12" fmla="*/ 94 w 28"/>
                  <a:gd name="T13" fmla="*/ 110 h 335"/>
                  <a:gd name="T14" fmla="*/ 55 w 28"/>
                  <a:gd name="T15" fmla="*/ 0 h 33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8" h="335">
                    <a:moveTo>
                      <a:pt x="8" y="335"/>
                    </a:moveTo>
                    <a:cubicBezTo>
                      <a:pt x="7" y="291"/>
                      <a:pt x="22" y="252"/>
                      <a:pt x="8" y="210"/>
                    </a:cubicBezTo>
                    <a:cubicBezTo>
                      <a:pt x="0" y="189"/>
                      <a:pt x="8" y="183"/>
                      <a:pt x="15" y="163"/>
                    </a:cubicBezTo>
                    <a:cubicBezTo>
                      <a:pt x="21" y="146"/>
                      <a:pt x="21" y="129"/>
                      <a:pt x="21" y="113"/>
                    </a:cubicBezTo>
                    <a:cubicBezTo>
                      <a:pt x="22" y="102"/>
                      <a:pt x="28" y="86"/>
                      <a:pt x="25" y="76"/>
                    </a:cubicBezTo>
                    <a:cubicBezTo>
                      <a:pt x="22" y="63"/>
                      <a:pt x="16" y="61"/>
                      <a:pt x="18" y="47"/>
                    </a:cubicBezTo>
                    <a:cubicBezTo>
                      <a:pt x="18" y="42"/>
                      <a:pt x="25" y="31"/>
                      <a:pt x="24" y="27"/>
                    </a:cubicBezTo>
                    <a:cubicBezTo>
                      <a:pt x="23" y="18"/>
                      <a:pt x="17" y="8"/>
                      <a:pt x="14" y="0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918" name="Freeform 337">
                <a:extLst>
                  <a:ext uri="{FF2B5EF4-FFF2-40B4-BE49-F238E27FC236}">
                    <a16:creationId xmlns:a16="http://schemas.microsoft.com/office/drawing/2014/main" id="{EED71464-12DF-4734-858F-A530A98701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5" y="1501"/>
                <a:ext cx="37" cy="56"/>
              </a:xfrm>
              <a:custGeom>
                <a:avLst/>
                <a:gdLst>
                  <a:gd name="T0" fmla="*/ 8 w 23"/>
                  <a:gd name="T1" fmla="*/ 144 h 35"/>
                  <a:gd name="T2" fmla="*/ 97 w 23"/>
                  <a:gd name="T3" fmla="*/ 0 h 3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35">
                    <a:moveTo>
                      <a:pt x="2" y="35"/>
                    </a:moveTo>
                    <a:cubicBezTo>
                      <a:pt x="0" y="19"/>
                      <a:pt x="18" y="12"/>
                      <a:pt x="23" y="0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919" name="Freeform 338">
                <a:extLst>
                  <a:ext uri="{FF2B5EF4-FFF2-40B4-BE49-F238E27FC236}">
                    <a16:creationId xmlns:a16="http://schemas.microsoft.com/office/drawing/2014/main" id="{517BADE0-3EB4-4FC3-A9CB-7AB64B8622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1" y="1450"/>
                <a:ext cx="60" cy="477"/>
              </a:xfrm>
              <a:custGeom>
                <a:avLst/>
                <a:gdLst>
                  <a:gd name="T0" fmla="*/ 115 w 38"/>
                  <a:gd name="T1" fmla="*/ 1214 h 299"/>
                  <a:gd name="T2" fmla="*/ 134 w 38"/>
                  <a:gd name="T3" fmla="*/ 901 h 299"/>
                  <a:gd name="T4" fmla="*/ 74 w 38"/>
                  <a:gd name="T5" fmla="*/ 504 h 299"/>
                  <a:gd name="T6" fmla="*/ 47 w 38"/>
                  <a:gd name="T7" fmla="*/ 204 h 299"/>
                  <a:gd name="T8" fmla="*/ 0 w 38"/>
                  <a:gd name="T9" fmla="*/ 0 h 29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" h="299">
                    <a:moveTo>
                      <a:pt x="29" y="299"/>
                    </a:moveTo>
                    <a:cubicBezTo>
                      <a:pt x="26" y="272"/>
                      <a:pt x="32" y="250"/>
                      <a:pt x="34" y="222"/>
                    </a:cubicBezTo>
                    <a:cubicBezTo>
                      <a:pt x="38" y="189"/>
                      <a:pt x="22" y="158"/>
                      <a:pt x="19" y="124"/>
                    </a:cubicBezTo>
                    <a:cubicBezTo>
                      <a:pt x="16" y="99"/>
                      <a:pt x="15" y="75"/>
                      <a:pt x="12" y="50"/>
                    </a:cubicBezTo>
                    <a:cubicBezTo>
                      <a:pt x="10" y="31"/>
                      <a:pt x="0" y="20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920" name="Freeform 339">
                <a:extLst>
                  <a:ext uri="{FF2B5EF4-FFF2-40B4-BE49-F238E27FC236}">
                    <a16:creationId xmlns:a16="http://schemas.microsoft.com/office/drawing/2014/main" id="{EFA40384-2290-4180-AFF9-24FA212564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5" y="1477"/>
                <a:ext cx="14" cy="49"/>
              </a:xfrm>
              <a:custGeom>
                <a:avLst/>
                <a:gdLst>
                  <a:gd name="T0" fmla="*/ 5 w 9"/>
                  <a:gd name="T1" fmla="*/ 122 h 31"/>
                  <a:gd name="T2" fmla="*/ 34 w 9"/>
                  <a:gd name="T3" fmla="*/ 0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31">
                    <a:moveTo>
                      <a:pt x="1" y="31"/>
                    </a:moveTo>
                    <a:cubicBezTo>
                      <a:pt x="0" y="20"/>
                      <a:pt x="4" y="10"/>
                      <a:pt x="9" y="0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921" name="Freeform 340">
                <a:extLst>
                  <a:ext uri="{FF2B5EF4-FFF2-40B4-BE49-F238E27FC236}">
                    <a16:creationId xmlns:a16="http://schemas.microsoft.com/office/drawing/2014/main" id="{027A8B26-CD0D-411F-9BB9-01DB32BED6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5" y="1100"/>
                <a:ext cx="129" cy="126"/>
              </a:xfrm>
              <a:custGeom>
                <a:avLst/>
                <a:gdLst>
                  <a:gd name="T0" fmla="*/ 326 w 81"/>
                  <a:gd name="T1" fmla="*/ 123 h 79"/>
                  <a:gd name="T2" fmla="*/ 210 w 81"/>
                  <a:gd name="T3" fmla="*/ 321 h 79"/>
                  <a:gd name="T4" fmla="*/ 0 w 81"/>
                  <a:gd name="T5" fmla="*/ 155 h 79"/>
                  <a:gd name="T6" fmla="*/ 97 w 81"/>
                  <a:gd name="T7" fmla="*/ 0 h 79"/>
                  <a:gd name="T8" fmla="*/ 326 w 81"/>
                  <a:gd name="T9" fmla="*/ 123 h 7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1" h="79">
                    <a:moveTo>
                      <a:pt x="81" y="30"/>
                    </a:moveTo>
                    <a:cubicBezTo>
                      <a:pt x="81" y="30"/>
                      <a:pt x="58" y="46"/>
                      <a:pt x="52" y="79"/>
                    </a:cubicBezTo>
                    <a:cubicBezTo>
                      <a:pt x="52" y="79"/>
                      <a:pt x="7" y="59"/>
                      <a:pt x="0" y="38"/>
                    </a:cubicBezTo>
                    <a:cubicBezTo>
                      <a:pt x="0" y="38"/>
                      <a:pt x="19" y="6"/>
                      <a:pt x="24" y="0"/>
                    </a:cubicBezTo>
                    <a:cubicBezTo>
                      <a:pt x="24" y="0"/>
                      <a:pt x="53" y="30"/>
                      <a:pt x="81" y="30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922" name="Freeform 341">
                <a:extLst>
                  <a:ext uri="{FF2B5EF4-FFF2-40B4-BE49-F238E27FC236}">
                    <a16:creationId xmlns:a16="http://schemas.microsoft.com/office/drawing/2014/main" id="{B4AFA12C-2179-4117-98DA-2EC3153BD8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8" y="1103"/>
                <a:ext cx="130" cy="125"/>
              </a:xfrm>
              <a:custGeom>
                <a:avLst/>
                <a:gdLst>
                  <a:gd name="T0" fmla="*/ 0 w 81"/>
                  <a:gd name="T1" fmla="*/ 123 h 78"/>
                  <a:gd name="T2" fmla="*/ 120 w 81"/>
                  <a:gd name="T3" fmla="*/ 321 h 78"/>
                  <a:gd name="T4" fmla="*/ 335 w 81"/>
                  <a:gd name="T5" fmla="*/ 152 h 78"/>
                  <a:gd name="T6" fmla="*/ 234 w 81"/>
                  <a:gd name="T7" fmla="*/ 0 h 78"/>
                  <a:gd name="T8" fmla="*/ 0 w 81"/>
                  <a:gd name="T9" fmla="*/ 123 h 7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1" h="78">
                    <a:moveTo>
                      <a:pt x="0" y="30"/>
                    </a:moveTo>
                    <a:cubicBezTo>
                      <a:pt x="0" y="30"/>
                      <a:pt x="23" y="46"/>
                      <a:pt x="29" y="78"/>
                    </a:cubicBezTo>
                    <a:cubicBezTo>
                      <a:pt x="29" y="78"/>
                      <a:pt x="74" y="59"/>
                      <a:pt x="81" y="37"/>
                    </a:cubicBezTo>
                    <a:cubicBezTo>
                      <a:pt x="81" y="37"/>
                      <a:pt x="62" y="6"/>
                      <a:pt x="57" y="0"/>
                    </a:cubicBezTo>
                    <a:cubicBezTo>
                      <a:pt x="57" y="0"/>
                      <a:pt x="28" y="29"/>
                      <a:pt x="0" y="30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923" name="Line 342">
                <a:extLst>
                  <a:ext uri="{FF2B5EF4-FFF2-40B4-BE49-F238E27FC236}">
                    <a16:creationId xmlns:a16="http://schemas.microsoft.com/office/drawing/2014/main" id="{F6CBCB9E-7CDA-47AA-8CD0-80182D91206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674" y="1148"/>
                <a:ext cx="4" cy="25"/>
              </a:xfrm>
              <a:prstGeom prst="line">
                <a:avLst/>
              </a:prstGeom>
              <a:noFill/>
              <a:ln w="4763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924" name="Line 343">
                <a:extLst>
                  <a:ext uri="{FF2B5EF4-FFF2-40B4-BE49-F238E27FC236}">
                    <a16:creationId xmlns:a16="http://schemas.microsoft.com/office/drawing/2014/main" id="{2B010FA9-C6A8-4BD6-BDB8-EA8970EEB58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705" y="1151"/>
                <a:ext cx="3" cy="19"/>
              </a:xfrm>
              <a:prstGeom prst="line">
                <a:avLst/>
              </a:prstGeom>
              <a:noFill/>
              <a:ln w="4763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925" name="Freeform 344">
                <a:extLst>
                  <a:ext uri="{FF2B5EF4-FFF2-40B4-BE49-F238E27FC236}">
                    <a16:creationId xmlns:a16="http://schemas.microsoft.com/office/drawing/2014/main" id="{2067DC93-4FA7-4E7D-AC0A-6E8A039942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4" y="1255"/>
                <a:ext cx="60" cy="902"/>
              </a:xfrm>
              <a:custGeom>
                <a:avLst/>
                <a:gdLst>
                  <a:gd name="T0" fmla="*/ 0 w 38"/>
                  <a:gd name="T1" fmla="*/ 0 h 565"/>
                  <a:gd name="T2" fmla="*/ 27 w 38"/>
                  <a:gd name="T3" fmla="*/ 717 h 565"/>
                  <a:gd name="T4" fmla="*/ 74 w 38"/>
                  <a:gd name="T5" fmla="*/ 1017 h 565"/>
                  <a:gd name="T6" fmla="*/ 47 w 38"/>
                  <a:gd name="T7" fmla="*/ 1277 h 565"/>
                  <a:gd name="T8" fmla="*/ 109 w 38"/>
                  <a:gd name="T9" fmla="*/ 1537 h 565"/>
                  <a:gd name="T10" fmla="*/ 98 w 38"/>
                  <a:gd name="T11" fmla="*/ 1799 h 565"/>
                  <a:gd name="T12" fmla="*/ 68 w 38"/>
                  <a:gd name="T13" fmla="*/ 2299 h 56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8" h="565">
                    <a:moveTo>
                      <a:pt x="0" y="0"/>
                    </a:moveTo>
                    <a:cubicBezTo>
                      <a:pt x="0" y="59"/>
                      <a:pt x="3" y="118"/>
                      <a:pt x="7" y="176"/>
                    </a:cubicBezTo>
                    <a:cubicBezTo>
                      <a:pt x="8" y="202"/>
                      <a:pt x="15" y="225"/>
                      <a:pt x="19" y="250"/>
                    </a:cubicBezTo>
                    <a:cubicBezTo>
                      <a:pt x="24" y="277"/>
                      <a:pt x="15" y="289"/>
                      <a:pt x="12" y="314"/>
                    </a:cubicBezTo>
                    <a:cubicBezTo>
                      <a:pt x="8" y="340"/>
                      <a:pt x="24" y="355"/>
                      <a:pt x="28" y="378"/>
                    </a:cubicBezTo>
                    <a:cubicBezTo>
                      <a:pt x="31" y="399"/>
                      <a:pt x="25" y="421"/>
                      <a:pt x="25" y="442"/>
                    </a:cubicBezTo>
                    <a:cubicBezTo>
                      <a:pt x="25" y="479"/>
                      <a:pt x="38" y="536"/>
                      <a:pt x="17" y="565"/>
                    </a:cubicBezTo>
                  </a:path>
                </a:pathLst>
              </a:custGeom>
              <a:noFill/>
              <a:ln w="4763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926" name="Freeform 345">
                <a:extLst>
                  <a:ext uri="{FF2B5EF4-FFF2-40B4-BE49-F238E27FC236}">
                    <a16:creationId xmlns:a16="http://schemas.microsoft.com/office/drawing/2014/main" id="{9185CD39-B189-4D08-8168-F9EA54D85D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1" y="1514"/>
                <a:ext cx="155" cy="603"/>
              </a:xfrm>
              <a:custGeom>
                <a:avLst/>
                <a:gdLst>
                  <a:gd name="T0" fmla="*/ 158 w 97"/>
                  <a:gd name="T1" fmla="*/ 0 h 378"/>
                  <a:gd name="T2" fmla="*/ 107 w 97"/>
                  <a:gd name="T3" fmla="*/ 69 h 378"/>
                  <a:gd name="T4" fmla="*/ 86 w 97"/>
                  <a:gd name="T5" fmla="*/ 129 h 378"/>
                  <a:gd name="T6" fmla="*/ 81 w 97"/>
                  <a:gd name="T7" fmla="*/ 375 h 378"/>
                  <a:gd name="T8" fmla="*/ 74 w 97"/>
                  <a:gd name="T9" fmla="*/ 479 h 378"/>
                  <a:gd name="T10" fmla="*/ 34 w 97"/>
                  <a:gd name="T11" fmla="*/ 585 h 378"/>
                  <a:gd name="T12" fmla="*/ 54 w 97"/>
                  <a:gd name="T13" fmla="*/ 820 h 378"/>
                  <a:gd name="T14" fmla="*/ 42 w 97"/>
                  <a:gd name="T15" fmla="*/ 1078 h 378"/>
                  <a:gd name="T16" fmla="*/ 54 w 97"/>
                  <a:gd name="T17" fmla="*/ 1385 h 378"/>
                  <a:gd name="T18" fmla="*/ 158 w 97"/>
                  <a:gd name="T19" fmla="*/ 1487 h 378"/>
                  <a:gd name="T20" fmla="*/ 396 w 97"/>
                  <a:gd name="T21" fmla="*/ 1530 h 378"/>
                  <a:gd name="T22" fmla="*/ 225 w 97"/>
                  <a:gd name="T23" fmla="*/ 1461 h 378"/>
                  <a:gd name="T24" fmla="*/ 118 w 97"/>
                  <a:gd name="T25" fmla="*/ 1311 h 378"/>
                  <a:gd name="T26" fmla="*/ 129 w 97"/>
                  <a:gd name="T27" fmla="*/ 1117 h 378"/>
                  <a:gd name="T28" fmla="*/ 123 w 97"/>
                  <a:gd name="T29" fmla="*/ 919 h 378"/>
                  <a:gd name="T30" fmla="*/ 155 w 97"/>
                  <a:gd name="T31" fmla="*/ 991 h 378"/>
                  <a:gd name="T32" fmla="*/ 240 w 97"/>
                  <a:gd name="T33" fmla="*/ 1027 h 378"/>
                  <a:gd name="T34" fmla="*/ 168 w 97"/>
                  <a:gd name="T35" fmla="*/ 847 h 378"/>
                  <a:gd name="T36" fmla="*/ 110 w 97"/>
                  <a:gd name="T37" fmla="*/ 702 h 378"/>
                  <a:gd name="T38" fmla="*/ 129 w 97"/>
                  <a:gd name="T39" fmla="*/ 539 h 378"/>
                  <a:gd name="T40" fmla="*/ 129 w 97"/>
                  <a:gd name="T41" fmla="*/ 341 h 378"/>
                  <a:gd name="T42" fmla="*/ 268 w 97"/>
                  <a:gd name="T43" fmla="*/ 431 h 378"/>
                  <a:gd name="T44" fmla="*/ 137 w 97"/>
                  <a:gd name="T45" fmla="*/ 227 h 378"/>
                  <a:gd name="T46" fmla="*/ 137 w 97"/>
                  <a:gd name="T47" fmla="*/ 115 h 378"/>
                  <a:gd name="T48" fmla="*/ 158 w 97"/>
                  <a:gd name="T49" fmla="*/ 8 h 378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97" h="378">
                    <a:moveTo>
                      <a:pt x="39" y="0"/>
                    </a:moveTo>
                    <a:cubicBezTo>
                      <a:pt x="35" y="5"/>
                      <a:pt x="28" y="11"/>
                      <a:pt x="26" y="17"/>
                    </a:cubicBezTo>
                    <a:cubicBezTo>
                      <a:pt x="20" y="18"/>
                      <a:pt x="16" y="29"/>
                      <a:pt x="21" y="32"/>
                    </a:cubicBezTo>
                    <a:cubicBezTo>
                      <a:pt x="28" y="52"/>
                      <a:pt x="21" y="72"/>
                      <a:pt x="20" y="92"/>
                    </a:cubicBezTo>
                    <a:cubicBezTo>
                      <a:pt x="20" y="100"/>
                      <a:pt x="18" y="109"/>
                      <a:pt x="18" y="118"/>
                    </a:cubicBezTo>
                    <a:cubicBezTo>
                      <a:pt x="18" y="130"/>
                      <a:pt x="13" y="134"/>
                      <a:pt x="8" y="144"/>
                    </a:cubicBezTo>
                    <a:cubicBezTo>
                      <a:pt x="0" y="161"/>
                      <a:pt x="11" y="184"/>
                      <a:pt x="13" y="202"/>
                    </a:cubicBezTo>
                    <a:cubicBezTo>
                      <a:pt x="16" y="223"/>
                      <a:pt x="13" y="245"/>
                      <a:pt x="10" y="266"/>
                    </a:cubicBezTo>
                    <a:cubicBezTo>
                      <a:pt x="7" y="289"/>
                      <a:pt x="7" y="318"/>
                      <a:pt x="13" y="341"/>
                    </a:cubicBezTo>
                    <a:cubicBezTo>
                      <a:pt x="17" y="356"/>
                      <a:pt x="24" y="362"/>
                      <a:pt x="39" y="366"/>
                    </a:cubicBezTo>
                    <a:cubicBezTo>
                      <a:pt x="57" y="370"/>
                      <a:pt x="78" y="378"/>
                      <a:pt x="97" y="377"/>
                    </a:cubicBezTo>
                    <a:cubicBezTo>
                      <a:pt x="84" y="378"/>
                      <a:pt x="66" y="368"/>
                      <a:pt x="55" y="360"/>
                    </a:cubicBezTo>
                    <a:cubicBezTo>
                      <a:pt x="41" y="350"/>
                      <a:pt x="32" y="340"/>
                      <a:pt x="29" y="323"/>
                    </a:cubicBezTo>
                    <a:cubicBezTo>
                      <a:pt x="27" y="307"/>
                      <a:pt x="33" y="291"/>
                      <a:pt x="32" y="275"/>
                    </a:cubicBezTo>
                    <a:cubicBezTo>
                      <a:pt x="31" y="263"/>
                      <a:pt x="23" y="234"/>
                      <a:pt x="30" y="226"/>
                    </a:cubicBezTo>
                    <a:cubicBezTo>
                      <a:pt x="32" y="232"/>
                      <a:pt x="34" y="239"/>
                      <a:pt x="38" y="244"/>
                    </a:cubicBezTo>
                    <a:cubicBezTo>
                      <a:pt x="45" y="251"/>
                      <a:pt x="51" y="249"/>
                      <a:pt x="59" y="253"/>
                    </a:cubicBezTo>
                    <a:cubicBezTo>
                      <a:pt x="47" y="240"/>
                      <a:pt x="47" y="224"/>
                      <a:pt x="41" y="209"/>
                    </a:cubicBezTo>
                    <a:cubicBezTo>
                      <a:pt x="35" y="196"/>
                      <a:pt x="29" y="188"/>
                      <a:pt x="27" y="173"/>
                    </a:cubicBezTo>
                    <a:cubicBezTo>
                      <a:pt x="26" y="158"/>
                      <a:pt x="30" y="147"/>
                      <a:pt x="32" y="133"/>
                    </a:cubicBezTo>
                    <a:cubicBezTo>
                      <a:pt x="34" y="117"/>
                      <a:pt x="29" y="100"/>
                      <a:pt x="32" y="84"/>
                    </a:cubicBezTo>
                    <a:cubicBezTo>
                      <a:pt x="42" y="101"/>
                      <a:pt x="43" y="112"/>
                      <a:pt x="66" y="106"/>
                    </a:cubicBezTo>
                    <a:cubicBezTo>
                      <a:pt x="52" y="95"/>
                      <a:pt x="36" y="78"/>
                      <a:pt x="34" y="56"/>
                    </a:cubicBezTo>
                    <a:cubicBezTo>
                      <a:pt x="33" y="47"/>
                      <a:pt x="33" y="36"/>
                      <a:pt x="34" y="28"/>
                    </a:cubicBezTo>
                    <a:cubicBezTo>
                      <a:pt x="35" y="19"/>
                      <a:pt x="42" y="11"/>
                      <a:pt x="39" y="2"/>
                    </a:cubicBezTo>
                  </a:path>
                </a:pathLst>
              </a:custGeom>
              <a:solidFill>
                <a:srgbClr val="6587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927" name="Freeform 346">
                <a:extLst>
                  <a:ext uri="{FF2B5EF4-FFF2-40B4-BE49-F238E27FC236}">
                    <a16:creationId xmlns:a16="http://schemas.microsoft.com/office/drawing/2014/main" id="{6A7B8BD3-2B13-4338-B570-77AD5DB517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6" y="1582"/>
                <a:ext cx="43" cy="374"/>
              </a:xfrm>
              <a:custGeom>
                <a:avLst/>
                <a:gdLst>
                  <a:gd name="T0" fmla="*/ 29 w 27"/>
                  <a:gd name="T1" fmla="*/ 0 h 234"/>
                  <a:gd name="T2" fmla="*/ 53 w 27"/>
                  <a:gd name="T3" fmla="*/ 118 h 234"/>
                  <a:gd name="T4" fmla="*/ 61 w 27"/>
                  <a:gd name="T5" fmla="*/ 230 h 234"/>
                  <a:gd name="T6" fmla="*/ 25 w 27"/>
                  <a:gd name="T7" fmla="*/ 473 h 234"/>
                  <a:gd name="T8" fmla="*/ 84 w 27"/>
                  <a:gd name="T9" fmla="*/ 687 h 234"/>
                  <a:gd name="T10" fmla="*/ 73 w 27"/>
                  <a:gd name="T11" fmla="*/ 956 h 234"/>
                  <a:gd name="T12" fmla="*/ 40 w 27"/>
                  <a:gd name="T13" fmla="*/ 687 h 234"/>
                  <a:gd name="T14" fmla="*/ 5 w 27"/>
                  <a:gd name="T15" fmla="*/ 436 h 234"/>
                  <a:gd name="T16" fmla="*/ 48 w 27"/>
                  <a:gd name="T17" fmla="*/ 200 h 234"/>
                  <a:gd name="T18" fmla="*/ 29 w 27"/>
                  <a:gd name="T19" fmla="*/ 26 h 23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7" h="234">
                    <a:moveTo>
                      <a:pt x="7" y="0"/>
                    </a:moveTo>
                    <a:cubicBezTo>
                      <a:pt x="6" y="9"/>
                      <a:pt x="12" y="19"/>
                      <a:pt x="13" y="29"/>
                    </a:cubicBezTo>
                    <a:cubicBezTo>
                      <a:pt x="15" y="38"/>
                      <a:pt x="15" y="47"/>
                      <a:pt x="15" y="56"/>
                    </a:cubicBezTo>
                    <a:cubicBezTo>
                      <a:pt x="13" y="76"/>
                      <a:pt x="4" y="96"/>
                      <a:pt x="6" y="116"/>
                    </a:cubicBezTo>
                    <a:cubicBezTo>
                      <a:pt x="8" y="134"/>
                      <a:pt x="17" y="151"/>
                      <a:pt x="21" y="168"/>
                    </a:cubicBezTo>
                    <a:cubicBezTo>
                      <a:pt x="27" y="190"/>
                      <a:pt x="18" y="212"/>
                      <a:pt x="18" y="234"/>
                    </a:cubicBezTo>
                    <a:cubicBezTo>
                      <a:pt x="12" y="213"/>
                      <a:pt x="16" y="189"/>
                      <a:pt x="10" y="168"/>
                    </a:cubicBezTo>
                    <a:cubicBezTo>
                      <a:pt x="5" y="147"/>
                      <a:pt x="0" y="128"/>
                      <a:pt x="1" y="107"/>
                    </a:cubicBezTo>
                    <a:cubicBezTo>
                      <a:pt x="2" y="87"/>
                      <a:pt x="11" y="68"/>
                      <a:pt x="12" y="49"/>
                    </a:cubicBezTo>
                    <a:cubicBezTo>
                      <a:pt x="14" y="33"/>
                      <a:pt x="9" y="20"/>
                      <a:pt x="7" y="6"/>
                    </a:cubicBezTo>
                  </a:path>
                </a:pathLst>
              </a:custGeom>
              <a:solidFill>
                <a:srgbClr val="6587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928" name="Freeform 347">
                <a:extLst>
                  <a:ext uri="{FF2B5EF4-FFF2-40B4-BE49-F238E27FC236}">
                    <a16:creationId xmlns:a16="http://schemas.microsoft.com/office/drawing/2014/main" id="{3236E510-C87C-4B16-9EE6-D53B3CA2C4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3" y="1482"/>
                <a:ext cx="123" cy="554"/>
              </a:xfrm>
              <a:custGeom>
                <a:avLst/>
                <a:gdLst>
                  <a:gd name="T0" fmla="*/ 35 w 77"/>
                  <a:gd name="T1" fmla="*/ 0 h 347"/>
                  <a:gd name="T2" fmla="*/ 26 w 77"/>
                  <a:gd name="T3" fmla="*/ 239 h 347"/>
                  <a:gd name="T4" fmla="*/ 61 w 77"/>
                  <a:gd name="T5" fmla="*/ 533 h 347"/>
                  <a:gd name="T6" fmla="*/ 107 w 77"/>
                  <a:gd name="T7" fmla="*/ 813 h 347"/>
                  <a:gd name="T8" fmla="*/ 81 w 77"/>
                  <a:gd name="T9" fmla="*/ 983 h 347"/>
                  <a:gd name="T10" fmla="*/ 89 w 77"/>
                  <a:gd name="T11" fmla="*/ 1146 h 347"/>
                  <a:gd name="T12" fmla="*/ 129 w 77"/>
                  <a:gd name="T13" fmla="*/ 1411 h 347"/>
                  <a:gd name="T14" fmla="*/ 158 w 77"/>
                  <a:gd name="T15" fmla="*/ 1051 h 347"/>
                  <a:gd name="T16" fmla="*/ 313 w 77"/>
                  <a:gd name="T17" fmla="*/ 875 h 347"/>
                  <a:gd name="T18" fmla="*/ 149 w 77"/>
                  <a:gd name="T19" fmla="*/ 907 h 347"/>
                  <a:gd name="T20" fmla="*/ 265 w 77"/>
                  <a:gd name="T21" fmla="*/ 846 h 347"/>
                  <a:gd name="T22" fmla="*/ 166 w 77"/>
                  <a:gd name="T23" fmla="*/ 851 h 347"/>
                  <a:gd name="T24" fmla="*/ 128 w 77"/>
                  <a:gd name="T25" fmla="*/ 770 h 347"/>
                  <a:gd name="T26" fmla="*/ 86 w 77"/>
                  <a:gd name="T27" fmla="*/ 479 h 347"/>
                  <a:gd name="T28" fmla="*/ 34 w 77"/>
                  <a:gd name="T29" fmla="*/ 224 h 347"/>
                  <a:gd name="T30" fmla="*/ 42 w 77"/>
                  <a:gd name="T31" fmla="*/ 16 h 347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77" h="347">
                    <a:moveTo>
                      <a:pt x="9" y="0"/>
                    </a:moveTo>
                    <a:cubicBezTo>
                      <a:pt x="0" y="18"/>
                      <a:pt x="2" y="40"/>
                      <a:pt x="6" y="59"/>
                    </a:cubicBezTo>
                    <a:cubicBezTo>
                      <a:pt x="10" y="82"/>
                      <a:pt x="10" y="108"/>
                      <a:pt x="15" y="131"/>
                    </a:cubicBezTo>
                    <a:cubicBezTo>
                      <a:pt x="20" y="153"/>
                      <a:pt x="29" y="176"/>
                      <a:pt x="26" y="200"/>
                    </a:cubicBezTo>
                    <a:cubicBezTo>
                      <a:pt x="25" y="214"/>
                      <a:pt x="20" y="228"/>
                      <a:pt x="20" y="242"/>
                    </a:cubicBezTo>
                    <a:cubicBezTo>
                      <a:pt x="19" y="256"/>
                      <a:pt x="22" y="268"/>
                      <a:pt x="22" y="282"/>
                    </a:cubicBezTo>
                    <a:cubicBezTo>
                      <a:pt x="22" y="303"/>
                      <a:pt x="26" y="327"/>
                      <a:pt x="32" y="347"/>
                    </a:cubicBezTo>
                    <a:cubicBezTo>
                      <a:pt x="31" y="322"/>
                      <a:pt x="31" y="285"/>
                      <a:pt x="39" y="258"/>
                    </a:cubicBezTo>
                    <a:cubicBezTo>
                      <a:pt x="44" y="242"/>
                      <a:pt x="59" y="217"/>
                      <a:pt x="77" y="215"/>
                    </a:cubicBezTo>
                    <a:cubicBezTo>
                      <a:pt x="63" y="217"/>
                      <a:pt x="49" y="221"/>
                      <a:pt x="36" y="223"/>
                    </a:cubicBezTo>
                    <a:cubicBezTo>
                      <a:pt x="45" y="217"/>
                      <a:pt x="55" y="212"/>
                      <a:pt x="65" y="208"/>
                    </a:cubicBezTo>
                    <a:cubicBezTo>
                      <a:pt x="59" y="210"/>
                      <a:pt x="47" y="211"/>
                      <a:pt x="41" y="209"/>
                    </a:cubicBezTo>
                    <a:cubicBezTo>
                      <a:pt x="31" y="206"/>
                      <a:pt x="31" y="200"/>
                      <a:pt x="31" y="189"/>
                    </a:cubicBezTo>
                    <a:cubicBezTo>
                      <a:pt x="30" y="163"/>
                      <a:pt x="26" y="142"/>
                      <a:pt x="21" y="118"/>
                    </a:cubicBezTo>
                    <a:cubicBezTo>
                      <a:pt x="16" y="97"/>
                      <a:pt x="12" y="76"/>
                      <a:pt x="8" y="55"/>
                    </a:cubicBezTo>
                    <a:cubicBezTo>
                      <a:pt x="5" y="40"/>
                      <a:pt x="3" y="18"/>
                      <a:pt x="10" y="4"/>
                    </a:cubicBezTo>
                  </a:path>
                </a:pathLst>
              </a:custGeom>
              <a:solidFill>
                <a:srgbClr val="6587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929" name="Freeform 348">
                <a:extLst>
                  <a:ext uri="{FF2B5EF4-FFF2-40B4-BE49-F238E27FC236}">
                    <a16:creationId xmlns:a16="http://schemas.microsoft.com/office/drawing/2014/main" id="{4DC0D57C-8ABB-4EA1-BD34-56CFF51CF1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0" y="1392"/>
                <a:ext cx="115" cy="530"/>
              </a:xfrm>
              <a:custGeom>
                <a:avLst/>
                <a:gdLst>
                  <a:gd name="T0" fmla="*/ 294 w 72"/>
                  <a:gd name="T1" fmla="*/ 0 h 332"/>
                  <a:gd name="T2" fmla="*/ 238 w 72"/>
                  <a:gd name="T3" fmla="*/ 171 h 332"/>
                  <a:gd name="T4" fmla="*/ 187 w 72"/>
                  <a:gd name="T5" fmla="*/ 350 h 332"/>
                  <a:gd name="T6" fmla="*/ 107 w 72"/>
                  <a:gd name="T7" fmla="*/ 785 h 332"/>
                  <a:gd name="T8" fmla="*/ 77 w 72"/>
                  <a:gd name="T9" fmla="*/ 982 h 332"/>
                  <a:gd name="T10" fmla="*/ 73 w 72"/>
                  <a:gd name="T11" fmla="*/ 1124 h 332"/>
                  <a:gd name="T12" fmla="*/ 46 w 72"/>
                  <a:gd name="T13" fmla="*/ 1351 h 332"/>
                  <a:gd name="T14" fmla="*/ 110 w 72"/>
                  <a:gd name="T15" fmla="*/ 1124 h 332"/>
                  <a:gd name="T16" fmla="*/ 176 w 72"/>
                  <a:gd name="T17" fmla="*/ 900 h 332"/>
                  <a:gd name="T18" fmla="*/ 176 w 72"/>
                  <a:gd name="T19" fmla="*/ 769 h 332"/>
                  <a:gd name="T20" fmla="*/ 225 w 72"/>
                  <a:gd name="T21" fmla="*/ 667 h 332"/>
                  <a:gd name="T22" fmla="*/ 227 w 72"/>
                  <a:gd name="T23" fmla="*/ 517 h 332"/>
                  <a:gd name="T24" fmla="*/ 265 w 72"/>
                  <a:gd name="T25" fmla="*/ 307 h 332"/>
                  <a:gd name="T26" fmla="*/ 286 w 72"/>
                  <a:gd name="T27" fmla="*/ 145 h 332"/>
                  <a:gd name="T28" fmla="*/ 294 w 72"/>
                  <a:gd name="T29" fmla="*/ 26 h 332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72" h="332">
                    <a:moveTo>
                      <a:pt x="72" y="0"/>
                    </a:moveTo>
                    <a:cubicBezTo>
                      <a:pt x="63" y="11"/>
                      <a:pt x="62" y="29"/>
                      <a:pt x="58" y="42"/>
                    </a:cubicBezTo>
                    <a:cubicBezTo>
                      <a:pt x="54" y="57"/>
                      <a:pt x="50" y="71"/>
                      <a:pt x="46" y="86"/>
                    </a:cubicBezTo>
                    <a:cubicBezTo>
                      <a:pt x="37" y="121"/>
                      <a:pt x="32" y="157"/>
                      <a:pt x="26" y="193"/>
                    </a:cubicBezTo>
                    <a:cubicBezTo>
                      <a:pt x="24" y="209"/>
                      <a:pt x="20" y="225"/>
                      <a:pt x="19" y="241"/>
                    </a:cubicBezTo>
                    <a:cubicBezTo>
                      <a:pt x="19" y="252"/>
                      <a:pt x="21" y="265"/>
                      <a:pt x="18" y="276"/>
                    </a:cubicBezTo>
                    <a:cubicBezTo>
                      <a:pt x="16" y="290"/>
                      <a:pt x="0" y="318"/>
                      <a:pt x="11" y="332"/>
                    </a:cubicBezTo>
                    <a:cubicBezTo>
                      <a:pt x="20" y="316"/>
                      <a:pt x="24" y="293"/>
                      <a:pt x="27" y="276"/>
                    </a:cubicBezTo>
                    <a:cubicBezTo>
                      <a:pt x="31" y="256"/>
                      <a:pt x="38" y="239"/>
                      <a:pt x="43" y="221"/>
                    </a:cubicBezTo>
                    <a:cubicBezTo>
                      <a:pt x="46" y="210"/>
                      <a:pt x="42" y="199"/>
                      <a:pt x="43" y="189"/>
                    </a:cubicBezTo>
                    <a:cubicBezTo>
                      <a:pt x="45" y="178"/>
                      <a:pt x="54" y="174"/>
                      <a:pt x="55" y="164"/>
                    </a:cubicBezTo>
                    <a:cubicBezTo>
                      <a:pt x="57" y="151"/>
                      <a:pt x="51" y="142"/>
                      <a:pt x="56" y="127"/>
                    </a:cubicBezTo>
                    <a:cubicBezTo>
                      <a:pt x="61" y="110"/>
                      <a:pt x="63" y="93"/>
                      <a:pt x="65" y="75"/>
                    </a:cubicBezTo>
                    <a:cubicBezTo>
                      <a:pt x="67" y="63"/>
                      <a:pt x="70" y="50"/>
                      <a:pt x="70" y="36"/>
                    </a:cubicBezTo>
                    <a:cubicBezTo>
                      <a:pt x="70" y="27"/>
                      <a:pt x="68" y="15"/>
                      <a:pt x="72" y="6"/>
                    </a:cubicBezTo>
                  </a:path>
                </a:pathLst>
              </a:custGeom>
              <a:solidFill>
                <a:srgbClr val="AED1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930" name="Freeform 349">
                <a:extLst>
                  <a:ext uri="{FF2B5EF4-FFF2-40B4-BE49-F238E27FC236}">
                    <a16:creationId xmlns:a16="http://schemas.microsoft.com/office/drawing/2014/main" id="{2E8833DF-D30E-4A9A-B73F-DF218A2490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4" y="2077"/>
                <a:ext cx="30" cy="147"/>
              </a:xfrm>
              <a:custGeom>
                <a:avLst/>
                <a:gdLst>
                  <a:gd name="T0" fmla="*/ 68 w 19"/>
                  <a:gd name="T1" fmla="*/ 368 h 92"/>
                  <a:gd name="T2" fmla="*/ 13 w 19"/>
                  <a:gd name="T3" fmla="*/ 320 h 92"/>
                  <a:gd name="T4" fmla="*/ 22 w 19"/>
                  <a:gd name="T5" fmla="*/ 238 h 92"/>
                  <a:gd name="T6" fmla="*/ 68 w 19"/>
                  <a:gd name="T7" fmla="*/ 0 h 92"/>
                  <a:gd name="T8" fmla="*/ 39 w 19"/>
                  <a:gd name="T9" fmla="*/ 240 h 92"/>
                  <a:gd name="T10" fmla="*/ 60 w 19"/>
                  <a:gd name="T11" fmla="*/ 375 h 9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9" h="92">
                    <a:moveTo>
                      <a:pt x="17" y="90"/>
                    </a:moveTo>
                    <a:cubicBezTo>
                      <a:pt x="11" y="86"/>
                      <a:pt x="6" y="85"/>
                      <a:pt x="3" y="78"/>
                    </a:cubicBezTo>
                    <a:cubicBezTo>
                      <a:pt x="0" y="70"/>
                      <a:pt x="3" y="65"/>
                      <a:pt x="6" y="58"/>
                    </a:cubicBezTo>
                    <a:cubicBezTo>
                      <a:pt x="13" y="42"/>
                      <a:pt x="18" y="17"/>
                      <a:pt x="17" y="0"/>
                    </a:cubicBezTo>
                    <a:cubicBezTo>
                      <a:pt x="19" y="20"/>
                      <a:pt x="13" y="39"/>
                      <a:pt x="10" y="59"/>
                    </a:cubicBezTo>
                    <a:cubicBezTo>
                      <a:pt x="9" y="68"/>
                      <a:pt x="6" y="87"/>
                      <a:pt x="15" y="92"/>
                    </a:cubicBezTo>
                  </a:path>
                </a:pathLst>
              </a:custGeom>
              <a:solidFill>
                <a:srgbClr val="AED1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931" name="Freeform 350">
                <a:extLst>
                  <a:ext uri="{FF2B5EF4-FFF2-40B4-BE49-F238E27FC236}">
                    <a16:creationId xmlns:a16="http://schemas.microsoft.com/office/drawing/2014/main" id="{02E682A8-D72E-4D3B-8CA3-05306611A4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6" y="1767"/>
                <a:ext cx="163" cy="168"/>
              </a:xfrm>
              <a:custGeom>
                <a:avLst/>
                <a:gdLst>
                  <a:gd name="T0" fmla="*/ 8 w 102"/>
                  <a:gd name="T1" fmla="*/ 0 h 105"/>
                  <a:gd name="T2" fmla="*/ 46 w 102"/>
                  <a:gd name="T3" fmla="*/ 157 h 105"/>
                  <a:gd name="T4" fmla="*/ 97 w 102"/>
                  <a:gd name="T5" fmla="*/ 282 h 105"/>
                  <a:gd name="T6" fmla="*/ 205 w 102"/>
                  <a:gd name="T7" fmla="*/ 394 h 105"/>
                  <a:gd name="T8" fmla="*/ 415 w 102"/>
                  <a:gd name="T9" fmla="*/ 430 h 105"/>
                  <a:gd name="T10" fmla="*/ 342 w 102"/>
                  <a:gd name="T11" fmla="*/ 410 h 105"/>
                  <a:gd name="T12" fmla="*/ 248 w 102"/>
                  <a:gd name="T13" fmla="*/ 376 h 105"/>
                  <a:gd name="T14" fmla="*/ 131 w 102"/>
                  <a:gd name="T15" fmla="*/ 251 h 105"/>
                  <a:gd name="T16" fmla="*/ 48 w 102"/>
                  <a:gd name="T17" fmla="*/ 115 h 105"/>
                  <a:gd name="T18" fmla="*/ 8 w 102"/>
                  <a:gd name="T19" fmla="*/ 13 h 10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02" h="105">
                    <a:moveTo>
                      <a:pt x="2" y="0"/>
                    </a:moveTo>
                    <a:cubicBezTo>
                      <a:pt x="0" y="12"/>
                      <a:pt x="5" y="28"/>
                      <a:pt x="11" y="38"/>
                    </a:cubicBezTo>
                    <a:cubicBezTo>
                      <a:pt x="16" y="48"/>
                      <a:pt x="19" y="58"/>
                      <a:pt x="24" y="69"/>
                    </a:cubicBezTo>
                    <a:cubicBezTo>
                      <a:pt x="30" y="83"/>
                      <a:pt x="34" y="92"/>
                      <a:pt x="50" y="96"/>
                    </a:cubicBezTo>
                    <a:cubicBezTo>
                      <a:pt x="67" y="101"/>
                      <a:pt x="84" y="101"/>
                      <a:pt x="102" y="105"/>
                    </a:cubicBezTo>
                    <a:cubicBezTo>
                      <a:pt x="96" y="105"/>
                      <a:pt x="90" y="102"/>
                      <a:pt x="84" y="100"/>
                    </a:cubicBezTo>
                    <a:cubicBezTo>
                      <a:pt x="77" y="97"/>
                      <a:pt x="69" y="95"/>
                      <a:pt x="61" y="92"/>
                    </a:cubicBezTo>
                    <a:cubicBezTo>
                      <a:pt x="47" y="86"/>
                      <a:pt x="38" y="74"/>
                      <a:pt x="32" y="61"/>
                    </a:cubicBezTo>
                    <a:cubicBezTo>
                      <a:pt x="26" y="49"/>
                      <a:pt x="19" y="39"/>
                      <a:pt x="12" y="28"/>
                    </a:cubicBezTo>
                    <a:cubicBezTo>
                      <a:pt x="8" y="21"/>
                      <a:pt x="1" y="12"/>
                      <a:pt x="2" y="3"/>
                    </a:cubicBezTo>
                  </a:path>
                </a:pathLst>
              </a:custGeom>
              <a:solidFill>
                <a:srgbClr val="AED1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932" name="Freeform 351">
                <a:extLst>
                  <a:ext uri="{FF2B5EF4-FFF2-40B4-BE49-F238E27FC236}">
                    <a16:creationId xmlns:a16="http://schemas.microsoft.com/office/drawing/2014/main" id="{5643E674-3FDF-4161-B7D0-18D13221BF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5" y="2007"/>
                <a:ext cx="293" cy="131"/>
              </a:xfrm>
              <a:custGeom>
                <a:avLst/>
                <a:gdLst>
                  <a:gd name="T0" fmla="*/ 8 w 183"/>
                  <a:gd name="T1" fmla="*/ 0 h 82"/>
                  <a:gd name="T2" fmla="*/ 5 w 183"/>
                  <a:gd name="T3" fmla="*/ 5 h 82"/>
                  <a:gd name="T4" fmla="*/ 21 w 183"/>
                  <a:gd name="T5" fmla="*/ 86 h 82"/>
                  <a:gd name="T6" fmla="*/ 86 w 183"/>
                  <a:gd name="T7" fmla="*/ 150 h 82"/>
                  <a:gd name="T8" fmla="*/ 280 w 183"/>
                  <a:gd name="T9" fmla="*/ 265 h 82"/>
                  <a:gd name="T10" fmla="*/ 512 w 183"/>
                  <a:gd name="T11" fmla="*/ 320 h 82"/>
                  <a:gd name="T12" fmla="*/ 644 w 183"/>
                  <a:gd name="T13" fmla="*/ 329 h 82"/>
                  <a:gd name="T14" fmla="*/ 751 w 183"/>
                  <a:gd name="T15" fmla="*/ 326 h 82"/>
                  <a:gd name="T16" fmla="*/ 538 w 183"/>
                  <a:gd name="T17" fmla="*/ 281 h 82"/>
                  <a:gd name="T18" fmla="*/ 282 w 183"/>
                  <a:gd name="T19" fmla="*/ 232 h 82"/>
                  <a:gd name="T20" fmla="*/ 163 w 183"/>
                  <a:gd name="T21" fmla="*/ 184 h 82"/>
                  <a:gd name="T22" fmla="*/ 69 w 183"/>
                  <a:gd name="T23" fmla="*/ 117 h 82"/>
                  <a:gd name="T24" fmla="*/ 5 w 183"/>
                  <a:gd name="T25" fmla="*/ 13 h 8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83" h="82">
                    <a:moveTo>
                      <a:pt x="2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3" y="8"/>
                      <a:pt x="2" y="14"/>
                      <a:pt x="5" y="21"/>
                    </a:cubicBezTo>
                    <a:cubicBezTo>
                      <a:pt x="8" y="29"/>
                      <a:pt x="13" y="33"/>
                      <a:pt x="21" y="37"/>
                    </a:cubicBezTo>
                    <a:cubicBezTo>
                      <a:pt x="37" y="45"/>
                      <a:pt x="51" y="58"/>
                      <a:pt x="68" y="65"/>
                    </a:cubicBezTo>
                    <a:cubicBezTo>
                      <a:pt x="87" y="73"/>
                      <a:pt x="106" y="73"/>
                      <a:pt x="125" y="78"/>
                    </a:cubicBezTo>
                    <a:cubicBezTo>
                      <a:pt x="136" y="80"/>
                      <a:pt x="146" y="80"/>
                      <a:pt x="157" y="81"/>
                    </a:cubicBezTo>
                    <a:cubicBezTo>
                      <a:pt x="166" y="82"/>
                      <a:pt x="174" y="80"/>
                      <a:pt x="183" y="80"/>
                    </a:cubicBezTo>
                    <a:cubicBezTo>
                      <a:pt x="165" y="76"/>
                      <a:pt x="149" y="70"/>
                      <a:pt x="131" y="69"/>
                    </a:cubicBezTo>
                    <a:cubicBezTo>
                      <a:pt x="108" y="67"/>
                      <a:pt x="89" y="69"/>
                      <a:pt x="69" y="57"/>
                    </a:cubicBezTo>
                    <a:cubicBezTo>
                      <a:pt x="60" y="51"/>
                      <a:pt x="49" y="50"/>
                      <a:pt x="40" y="45"/>
                    </a:cubicBezTo>
                    <a:cubicBezTo>
                      <a:pt x="32" y="40"/>
                      <a:pt x="26" y="34"/>
                      <a:pt x="17" y="29"/>
                    </a:cubicBezTo>
                    <a:cubicBezTo>
                      <a:pt x="7" y="24"/>
                      <a:pt x="0" y="15"/>
                      <a:pt x="1" y="3"/>
                    </a:cubicBezTo>
                  </a:path>
                </a:pathLst>
              </a:custGeom>
              <a:solidFill>
                <a:srgbClr val="AED1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933" name="Freeform 352">
                <a:extLst>
                  <a:ext uri="{FF2B5EF4-FFF2-40B4-BE49-F238E27FC236}">
                    <a16:creationId xmlns:a16="http://schemas.microsoft.com/office/drawing/2014/main" id="{8AC1DFAC-E97C-4A74-BD90-037799715E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5" y="1446"/>
                <a:ext cx="43" cy="363"/>
              </a:xfrm>
              <a:custGeom>
                <a:avLst/>
                <a:gdLst>
                  <a:gd name="T0" fmla="*/ 0 w 27"/>
                  <a:gd name="T1" fmla="*/ 0 h 227"/>
                  <a:gd name="T2" fmla="*/ 21 w 27"/>
                  <a:gd name="T3" fmla="*/ 281 h 227"/>
                  <a:gd name="T4" fmla="*/ 73 w 27"/>
                  <a:gd name="T5" fmla="*/ 491 h 227"/>
                  <a:gd name="T6" fmla="*/ 61 w 27"/>
                  <a:gd name="T7" fmla="*/ 704 h 227"/>
                  <a:gd name="T8" fmla="*/ 40 w 27"/>
                  <a:gd name="T9" fmla="*/ 793 h 227"/>
                  <a:gd name="T10" fmla="*/ 97 w 27"/>
                  <a:gd name="T11" fmla="*/ 927 h 227"/>
                  <a:gd name="T12" fmla="*/ 97 w 27"/>
                  <a:gd name="T13" fmla="*/ 683 h 227"/>
                  <a:gd name="T14" fmla="*/ 84 w 27"/>
                  <a:gd name="T15" fmla="*/ 435 h 227"/>
                  <a:gd name="T16" fmla="*/ 40 w 27"/>
                  <a:gd name="T17" fmla="*/ 233 h 227"/>
                  <a:gd name="T18" fmla="*/ 16 w 27"/>
                  <a:gd name="T19" fmla="*/ 21 h 22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7" h="227">
                    <a:moveTo>
                      <a:pt x="0" y="0"/>
                    </a:moveTo>
                    <a:cubicBezTo>
                      <a:pt x="0" y="22"/>
                      <a:pt x="2" y="47"/>
                      <a:pt x="5" y="69"/>
                    </a:cubicBezTo>
                    <a:cubicBezTo>
                      <a:pt x="7" y="86"/>
                      <a:pt x="14" y="102"/>
                      <a:pt x="18" y="120"/>
                    </a:cubicBezTo>
                    <a:cubicBezTo>
                      <a:pt x="21" y="136"/>
                      <a:pt x="20" y="156"/>
                      <a:pt x="15" y="172"/>
                    </a:cubicBezTo>
                    <a:cubicBezTo>
                      <a:pt x="12" y="179"/>
                      <a:pt x="9" y="186"/>
                      <a:pt x="10" y="194"/>
                    </a:cubicBezTo>
                    <a:cubicBezTo>
                      <a:pt x="12" y="206"/>
                      <a:pt x="21" y="216"/>
                      <a:pt x="24" y="227"/>
                    </a:cubicBezTo>
                    <a:cubicBezTo>
                      <a:pt x="12" y="217"/>
                      <a:pt x="21" y="181"/>
                      <a:pt x="24" y="167"/>
                    </a:cubicBezTo>
                    <a:cubicBezTo>
                      <a:pt x="27" y="146"/>
                      <a:pt x="26" y="126"/>
                      <a:pt x="21" y="106"/>
                    </a:cubicBezTo>
                    <a:cubicBezTo>
                      <a:pt x="16" y="90"/>
                      <a:pt x="13" y="74"/>
                      <a:pt x="10" y="57"/>
                    </a:cubicBezTo>
                    <a:cubicBezTo>
                      <a:pt x="7" y="40"/>
                      <a:pt x="8" y="22"/>
                      <a:pt x="4" y="5"/>
                    </a:cubicBezTo>
                  </a:path>
                </a:pathLst>
              </a:custGeom>
              <a:solidFill>
                <a:srgbClr val="AED1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934" name="Freeform 353">
                <a:extLst>
                  <a:ext uri="{FF2B5EF4-FFF2-40B4-BE49-F238E27FC236}">
                    <a16:creationId xmlns:a16="http://schemas.microsoft.com/office/drawing/2014/main" id="{F044B2A7-E7A2-435E-8029-7672FC3600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0" y="1472"/>
                <a:ext cx="48" cy="57"/>
              </a:xfrm>
              <a:custGeom>
                <a:avLst/>
                <a:gdLst>
                  <a:gd name="T0" fmla="*/ 74 w 30"/>
                  <a:gd name="T1" fmla="*/ 0 h 36"/>
                  <a:gd name="T2" fmla="*/ 29 w 30"/>
                  <a:gd name="T3" fmla="*/ 73 h 36"/>
                  <a:gd name="T4" fmla="*/ 0 w 30"/>
                  <a:gd name="T5" fmla="*/ 143 h 36"/>
                  <a:gd name="T6" fmla="*/ 69 w 30"/>
                  <a:gd name="T7" fmla="*/ 13 h 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0" h="36">
                    <a:moveTo>
                      <a:pt x="18" y="0"/>
                    </a:moveTo>
                    <a:cubicBezTo>
                      <a:pt x="14" y="5"/>
                      <a:pt x="10" y="12"/>
                      <a:pt x="7" y="18"/>
                    </a:cubicBezTo>
                    <a:cubicBezTo>
                      <a:pt x="3" y="23"/>
                      <a:pt x="0" y="31"/>
                      <a:pt x="0" y="36"/>
                    </a:cubicBezTo>
                    <a:cubicBezTo>
                      <a:pt x="1" y="31"/>
                      <a:pt x="30" y="5"/>
                      <a:pt x="17" y="3"/>
                    </a:cubicBezTo>
                  </a:path>
                </a:pathLst>
              </a:custGeom>
              <a:solidFill>
                <a:srgbClr val="AED1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935" name="Freeform 354">
                <a:extLst>
                  <a:ext uri="{FF2B5EF4-FFF2-40B4-BE49-F238E27FC236}">
                    <a16:creationId xmlns:a16="http://schemas.microsoft.com/office/drawing/2014/main" id="{2F2A8FEC-AEBA-4F25-8965-61987A3CBF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0" y="1419"/>
                <a:ext cx="48" cy="273"/>
              </a:xfrm>
              <a:custGeom>
                <a:avLst/>
                <a:gdLst>
                  <a:gd name="T0" fmla="*/ 34 w 30"/>
                  <a:gd name="T1" fmla="*/ 5 h 171"/>
                  <a:gd name="T2" fmla="*/ 34 w 30"/>
                  <a:gd name="T3" fmla="*/ 123 h 171"/>
                  <a:gd name="T4" fmla="*/ 56 w 30"/>
                  <a:gd name="T5" fmla="*/ 192 h 171"/>
                  <a:gd name="T6" fmla="*/ 74 w 30"/>
                  <a:gd name="T7" fmla="*/ 294 h 171"/>
                  <a:gd name="T8" fmla="*/ 90 w 30"/>
                  <a:gd name="T9" fmla="*/ 458 h 171"/>
                  <a:gd name="T10" fmla="*/ 98 w 30"/>
                  <a:gd name="T11" fmla="*/ 573 h 171"/>
                  <a:gd name="T12" fmla="*/ 123 w 30"/>
                  <a:gd name="T13" fmla="*/ 696 h 171"/>
                  <a:gd name="T14" fmla="*/ 74 w 30"/>
                  <a:gd name="T15" fmla="*/ 439 h 171"/>
                  <a:gd name="T16" fmla="*/ 48 w 30"/>
                  <a:gd name="T17" fmla="*/ 252 h 171"/>
                  <a:gd name="T18" fmla="*/ 29 w 30"/>
                  <a:gd name="T19" fmla="*/ 0 h 17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0" h="171">
                    <a:moveTo>
                      <a:pt x="8" y="1"/>
                    </a:moveTo>
                    <a:cubicBezTo>
                      <a:pt x="9" y="11"/>
                      <a:pt x="6" y="21"/>
                      <a:pt x="8" y="30"/>
                    </a:cubicBezTo>
                    <a:cubicBezTo>
                      <a:pt x="9" y="36"/>
                      <a:pt x="12" y="42"/>
                      <a:pt x="14" y="47"/>
                    </a:cubicBezTo>
                    <a:cubicBezTo>
                      <a:pt x="18" y="56"/>
                      <a:pt x="17" y="63"/>
                      <a:pt x="18" y="72"/>
                    </a:cubicBezTo>
                    <a:cubicBezTo>
                      <a:pt x="19" y="86"/>
                      <a:pt x="23" y="98"/>
                      <a:pt x="22" y="113"/>
                    </a:cubicBezTo>
                    <a:cubicBezTo>
                      <a:pt x="22" y="122"/>
                      <a:pt x="21" y="131"/>
                      <a:pt x="24" y="141"/>
                    </a:cubicBezTo>
                    <a:cubicBezTo>
                      <a:pt x="26" y="151"/>
                      <a:pt x="30" y="160"/>
                      <a:pt x="30" y="171"/>
                    </a:cubicBezTo>
                    <a:cubicBezTo>
                      <a:pt x="23" y="150"/>
                      <a:pt x="20" y="130"/>
                      <a:pt x="18" y="108"/>
                    </a:cubicBezTo>
                    <a:cubicBezTo>
                      <a:pt x="17" y="93"/>
                      <a:pt x="16" y="77"/>
                      <a:pt x="12" y="62"/>
                    </a:cubicBezTo>
                    <a:cubicBezTo>
                      <a:pt x="7" y="42"/>
                      <a:pt x="0" y="21"/>
                      <a:pt x="7" y="0"/>
                    </a:cubicBezTo>
                  </a:path>
                </a:pathLst>
              </a:custGeom>
              <a:solidFill>
                <a:srgbClr val="AED1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3184" name="Freeform 355">
                <a:extLst>
                  <a:ext uri="{FF2B5EF4-FFF2-40B4-BE49-F238E27FC236}">
                    <a16:creationId xmlns:a16="http://schemas.microsoft.com/office/drawing/2014/main" id="{435DB24A-40DC-4ABF-81C5-376DE1944B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7" y="1434"/>
                <a:ext cx="19" cy="52"/>
              </a:xfrm>
              <a:custGeom>
                <a:avLst/>
                <a:gdLst>
                  <a:gd name="T0" fmla="*/ 0 w 12"/>
                  <a:gd name="T1" fmla="*/ 124 h 33"/>
                  <a:gd name="T2" fmla="*/ 48 w 12"/>
                  <a:gd name="T3" fmla="*/ 0 h 33"/>
                  <a:gd name="T4" fmla="*/ 5 w 12"/>
                  <a:gd name="T5" fmla="*/ 129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33">
                    <a:moveTo>
                      <a:pt x="0" y="32"/>
                    </a:moveTo>
                    <a:cubicBezTo>
                      <a:pt x="0" y="20"/>
                      <a:pt x="6" y="10"/>
                      <a:pt x="12" y="0"/>
                    </a:cubicBezTo>
                    <a:cubicBezTo>
                      <a:pt x="11" y="12"/>
                      <a:pt x="6" y="23"/>
                      <a:pt x="1" y="33"/>
                    </a:cubicBezTo>
                  </a:path>
                </a:pathLst>
              </a:custGeom>
              <a:solidFill>
                <a:srgbClr val="AED1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3185" name="Freeform 356">
                <a:extLst>
                  <a:ext uri="{FF2B5EF4-FFF2-40B4-BE49-F238E27FC236}">
                    <a16:creationId xmlns:a16="http://schemas.microsoft.com/office/drawing/2014/main" id="{3A5535DD-C66B-4282-B71A-D060F7B668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2" y="1181"/>
                <a:ext cx="30" cy="119"/>
              </a:xfrm>
              <a:custGeom>
                <a:avLst/>
                <a:gdLst>
                  <a:gd name="T0" fmla="*/ 35 w 19"/>
                  <a:gd name="T1" fmla="*/ 0 h 74"/>
                  <a:gd name="T2" fmla="*/ 22 w 19"/>
                  <a:gd name="T3" fmla="*/ 307 h 74"/>
                  <a:gd name="T4" fmla="*/ 62 w 19"/>
                  <a:gd name="T5" fmla="*/ 116 h 74"/>
                  <a:gd name="T6" fmla="*/ 74 w 19"/>
                  <a:gd name="T7" fmla="*/ 13 h 74"/>
                  <a:gd name="T8" fmla="*/ 35 w 19"/>
                  <a:gd name="T9" fmla="*/ 16 h 7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74">
                    <a:moveTo>
                      <a:pt x="9" y="0"/>
                    </a:moveTo>
                    <a:cubicBezTo>
                      <a:pt x="11" y="24"/>
                      <a:pt x="0" y="50"/>
                      <a:pt x="6" y="74"/>
                    </a:cubicBezTo>
                    <a:cubicBezTo>
                      <a:pt x="5" y="59"/>
                      <a:pt x="13" y="43"/>
                      <a:pt x="16" y="28"/>
                    </a:cubicBezTo>
                    <a:cubicBezTo>
                      <a:pt x="17" y="20"/>
                      <a:pt x="18" y="11"/>
                      <a:pt x="19" y="3"/>
                    </a:cubicBezTo>
                    <a:cubicBezTo>
                      <a:pt x="16" y="2"/>
                      <a:pt x="12" y="2"/>
                      <a:pt x="9" y="4"/>
                    </a:cubicBezTo>
                  </a:path>
                </a:pathLst>
              </a:custGeom>
              <a:solidFill>
                <a:srgbClr val="AED1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3186" name="Freeform 357">
                <a:extLst>
                  <a:ext uri="{FF2B5EF4-FFF2-40B4-BE49-F238E27FC236}">
                    <a16:creationId xmlns:a16="http://schemas.microsoft.com/office/drawing/2014/main" id="{0C47BF8B-3DF0-407E-8845-6EC77C3F7D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6" y="2021"/>
                <a:ext cx="285" cy="122"/>
              </a:xfrm>
              <a:custGeom>
                <a:avLst/>
                <a:gdLst>
                  <a:gd name="T0" fmla="*/ 35 w 178"/>
                  <a:gd name="T1" fmla="*/ 162 h 76"/>
                  <a:gd name="T2" fmla="*/ 34 w 178"/>
                  <a:gd name="T3" fmla="*/ 199 h 76"/>
                  <a:gd name="T4" fmla="*/ 16 w 178"/>
                  <a:gd name="T5" fmla="*/ 252 h 76"/>
                  <a:gd name="T6" fmla="*/ 90 w 178"/>
                  <a:gd name="T7" fmla="*/ 294 h 76"/>
                  <a:gd name="T8" fmla="*/ 415 w 178"/>
                  <a:gd name="T9" fmla="*/ 226 h 76"/>
                  <a:gd name="T10" fmla="*/ 620 w 178"/>
                  <a:gd name="T11" fmla="*/ 157 h 76"/>
                  <a:gd name="T12" fmla="*/ 677 w 178"/>
                  <a:gd name="T13" fmla="*/ 0 h 76"/>
                  <a:gd name="T14" fmla="*/ 628 w 178"/>
                  <a:gd name="T15" fmla="*/ 82 h 76"/>
                  <a:gd name="T16" fmla="*/ 512 w 178"/>
                  <a:gd name="T17" fmla="*/ 149 h 76"/>
                  <a:gd name="T18" fmla="*/ 383 w 178"/>
                  <a:gd name="T19" fmla="*/ 178 h 76"/>
                  <a:gd name="T20" fmla="*/ 261 w 178"/>
                  <a:gd name="T21" fmla="*/ 191 h 76"/>
                  <a:gd name="T22" fmla="*/ 98 w 178"/>
                  <a:gd name="T23" fmla="*/ 212 h 76"/>
                  <a:gd name="T24" fmla="*/ 35 w 178"/>
                  <a:gd name="T25" fmla="*/ 165 h 7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78" h="76">
                    <a:moveTo>
                      <a:pt x="9" y="39"/>
                    </a:moveTo>
                    <a:cubicBezTo>
                      <a:pt x="8" y="41"/>
                      <a:pt x="8" y="45"/>
                      <a:pt x="8" y="48"/>
                    </a:cubicBezTo>
                    <a:cubicBezTo>
                      <a:pt x="7" y="53"/>
                      <a:pt x="5" y="57"/>
                      <a:pt x="4" y="61"/>
                    </a:cubicBezTo>
                    <a:cubicBezTo>
                      <a:pt x="0" y="76"/>
                      <a:pt x="11" y="74"/>
                      <a:pt x="22" y="71"/>
                    </a:cubicBezTo>
                    <a:cubicBezTo>
                      <a:pt x="48" y="66"/>
                      <a:pt x="74" y="60"/>
                      <a:pt x="101" y="55"/>
                    </a:cubicBezTo>
                    <a:cubicBezTo>
                      <a:pt x="117" y="52"/>
                      <a:pt x="136" y="47"/>
                      <a:pt x="151" y="38"/>
                    </a:cubicBezTo>
                    <a:cubicBezTo>
                      <a:pt x="160" y="33"/>
                      <a:pt x="178" y="10"/>
                      <a:pt x="165" y="0"/>
                    </a:cubicBezTo>
                    <a:cubicBezTo>
                      <a:pt x="161" y="6"/>
                      <a:pt x="159" y="14"/>
                      <a:pt x="153" y="20"/>
                    </a:cubicBezTo>
                    <a:cubicBezTo>
                      <a:pt x="145" y="27"/>
                      <a:pt x="135" y="31"/>
                      <a:pt x="125" y="36"/>
                    </a:cubicBezTo>
                    <a:cubicBezTo>
                      <a:pt x="115" y="41"/>
                      <a:pt x="105" y="45"/>
                      <a:pt x="93" y="43"/>
                    </a:cubicBezTo>
                    <a:cubicBezTo>
                      <a:pt x="80" y="42"/>
                      <a:pt x="76" y="39"/>
                      <a:pt x="64" y="46"/>
                    </a:cubicBezTo>
                    <a:cubicBezTo>
                      <a:pt x="51" y="54"/>
                      <a:pt x="37" y="58"/>
                      <a:pt x="24" y="51"/>
                    </a:cubicBezTo>
                    <a:cubicBezTo>
                      <a:pt x="18" y="48"/>
                      <a:pt x="14" y="42"/>
                      <a:pt x="9" y="40"/>
                    </a:cubicBezTo>
                  </a:path>
                </a:pathLst>
              </a:custGeom>
              <a:solidFill>
                <a:srgbClr val="AED1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3187" name="Freeform 358">
                <a:extLst>
                  <a:ext uri="{FF2B5EF4-FFF2-40B4-BE49-F238E27FC236}">
                    <a16:creationId xmlns:a16="http://schemas.microsoft.com/office/drawing/2014/main" id="{B84AC8A4-028D-4081-BD41-2A901F1662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1" y="1207"/>
                <a:ext cx="223" cy="140"/>
              </a:xfrm>
              <a:custGeom>
                <a:avLst/>
                <a:gdLst>
                  <a:gd name="T0" fmla="*/ 574 w 139"/>
                  <a:gd name="T1" fmla="*/ 0 h 88"/>
                  <a:gd name="T2" fmla="*/ 252 w 139"/>
                  <a:gd name="T3" fmla="*/ 150 h 88"/>
                  <a:gd name="T4" fmla="*/ 0 w 139"/>
                  <a:gd name="T5" fmla="*/ 355 h 88"/>
                  <a:gd name="T6" fmla="*/ 204 w 139"/>
                  <a:gd name="T7" fmla="*/ 185 h 88"/>
                  <a:gd name="T8" fmla="*/ 574 w 139"/>
                  <a:gd name="T9" fmla="*/ 0 h 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9" h="88">
                    <a:moveTo>
                      <a:pt x="139" y="0"/>
                    </a:moveTo>
                    <a:cubicBezTo>
                      <a:pt x="61" y="37"/>
                      <a:pt x="61" y="37"/>
                      <a:pt x="61" y="37"/>
                    </a:cubicBezTo>
                    <a:cubicBezTo>
                      <a:pt x="61" y="37"/>
                      <a:pt x="22" y="48"/>
                      <a:pt x="0" y="88"/>
                    </a:cubicBezTo>
                    <a:cubicBezTo>
                      <a:pt x="0" y="88"/>
                      <a:pt x="21" y="59"/>
                      <a:pt x="49" y="46"/>
                    </a:cubicBezTo>
                    <a:cubicBezTo>
                      <a:pt x="76" y="33"/>
                      <a:pt x="139" y="0"/>
                      <a:pt x="13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3188" name="Freeform 359">
                <a:extLst>
                  <a:ext uri="{FF2B5EF4-FFF2-40B4-BE49-F238E27FC236}">
                    <a16:creationId xmlns:a16="http://schemas.microsoft.com/office/drawing/2014/main" id="{8827DE43-1315-4215-BF2D-2FB59EA7C0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5" y="1507"/>
                <a:ext cx="61" cy="264"/>
              </a:xfrm>
              <a:custGeom>
                <a:avLst/>
                <a:gdLst>
                  <a:gd name="T0" fmla="*/ 128 w 38"/>
                  <a:gd name="T1" fmla="*/ 0 h 165"/>
                  <a:gd name="T2" fmla="*/ 0 w 38"/>
                  <a:gd name="T3" fmla="*/ 675 h 165"/>
                  <a:gd name="T4" fmla="*/ 128 w 38"/>
                  <a:gd name="T5" fmla="*/ 0 h 16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8" h="165">
                    <a:moveTo>
                      <a:pt x="31" y="0"/>
                    </a:moveTo>
                    <a:cubicBezTo>
                      <a:pt x="31" y="0"/>
                      <a:pt x="1" y="147"/>
                      <a:pt x="0" y="165"/>
                    </a:cubicBezTo>
                    <a:cubicBezTo>
                      <a:pt x="0" y="165"/>
                      <a:pt x="38" y="20"/>
                      <a:pt x="3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3189" name="Freeform 360">
                <a:extLst>
                  <a:ext uri="{FF2B5EF4-FFF2-40B4-BE49-F238E27FC236}">
                    <a16:creationId xmlns:a16="http://schemas.microsoft.com/office/drawing/2014/main" id="{22691A22-A219-4BE8-9D29-74258D88B3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9" y="2160"/>
                <a:ext cx="21" cy="59"/>
              </a:xfrm>
              <a:custGeom>
                <a:avLst/>
                <a:gdLst>
                  <a:gd name="T0" fmla="*/ 34 w 13"/>
                  <a:gd name="T1" fmla="*/ 0 h 37"/>
                  <a:gd name="T2" fmla="*/ 55 w 13"/>
                  <a:gd name="T3" fmla="*/ 150 h 37"/>
                  <a:gd name="T4" fmla="*/ 42 w 13"/>
                  <a:gd name="T5" fmla="*/ 0 h 3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37">
                    <a:moveTo>
                      <a:pt x="8" y="0"/>
                    </a:moveTo>
                    <a:cubicBezTo>
                      <a:pt x="9" y="11"/>
                      <a:pt x="0" y="30"/>
                      <a:pt x="13" y="37"/>
                    </a:cubicBezTo>
                    <a:cubicBezTo>
                      <a:pt x="9" y="28"/>
                      <a:pt x="1" y="9"/>
                      <a:pt x="1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3190" name="Freeform 361">
                <a:extLst>
                  <a:ext uri="{FF2B5EF4-FFF2-40B4-BE49-F238E27FC236}">
                    <a16:creationId xmlns:a16="http://schemas.microsoft.com/office/drawing/2014/main" id="{63D4A2B1-AD7D-4E23-97E2-C89A12F46B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2" y="2246"/>
                <a:ext cx="29" cy="67"/>
              </a:xfrm>
              <a:custGeom>
                <a:avLst/>
                <a:gdLst>
                  <a:gd name="T0" fmla="*/ 26 w 18"/>
                  <a:gd name="T1" fmla="*/ 5 h 42"/>
                  <a:gd name="T2" fmla="*/ 0 w 18"/>
                  <a:gd name="T3" fmla="*/ 123 h 42"/>
                  <a:gd name="T4" fmla="*/ 13 w 18"/>
                  <a:gd name="T5" fmla="*/ 142 h 42"/>
                  <a:gd name="T6" fmla="*/ 63 w 18"/>
                  <a:gd name="T7" fmla="*/ 166 h 42"/>
                  <a:gd name="T8" fmla="*/ 60 w 18"/>
                  <a:gd name="T9" fmla="*/ 81 h 42"/>
                  <a:gd name="T10" fmla="*/ 71 w 18"/>
                  <a:gd name="T11" fmla="*/ 13 h 42"/>
                  <a:gd name="T12" fmla="*/ 29 w 18"/>
                  <a:gd name="T13" fmla="*/ 0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42">
                    <a:moveTo>
                      <a:pt x="6" y="1"/>
                    </a:moveTo>
                    <a:cubicBezTo>
                      <a:pt x="3" y="10"/>
                      <a:pt x="1" y="20"/>
                      <a:pt x="0" y="30"/>
                    </a:cubicBezTo>
                    <a:cubicBezTo>
                      <a:pt x="0" y="33"/>
                      <a:pt x="0" y="34"/>
                      <a:pt x="3" y="35"/>
                    </a:cubicBezTo>
                    <a:cubicBezTo>
                      <a:pt x="6" y="37"/>
                      <a:pt x="12" y="42"/>
                      <a:pt x="15" y="41"/>
                    </a:cubicBezTo>
                    <a:cubicBezTo>
                      <a:pt x="11" y="37"/>
                      <a:pt x="14" y="26"/>
                      <a:pt x="14" y="20"/>
                    </a:cubicBezTo>
                    <a:cubicBezTo>
                      <a:pt x="14" y="14"/>
                      <a:pt x="18" y="9"/>
                      <a:pt x="17" y="3"/>
                    </a:cubicBezTo>
                    <a:cubicBezTo>
                      <a:pt x="14" y="2"/>
                      <a:pt x="9" y="2"/>
                      <a:pt x="7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3191" name="Freeform 362">
                <a:extLst>
                  <a:ext uri="{FF2B5EF4-FFF2-40B4-BE49-F238E27FC236}">
                    <a16:creationId xmlns:a16="http://schemas.microsoft.com/office/drawing/2014/main" id="{9B224528-DC2D-4756-B2BA-B8A6529241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9" y="1154"/>
                <a:ext cx="61" cy="64"/>
              </a:xfrm>
              <a:custGeom>
                <a:avLst/>
                <a:gdLst>
                  <a:gd name="T0" fmla="*/ 157 w 38"/>
                  <a:gd name="T1" fmla="*/ 0 h 40"/>
                  <a:gd name="T2" fmla="*/ 63 w 38"/>
                  <a:gd name="T3" fmla="*/ 163 h 40"/>
                  <a:gd name="T4" fmla="*/ 34 w 38"/>
                  <a:gd name="T5" fmla="*/ 144 h 40"/>
                  <a:gd name="T6" fmla="*/ 0 w 38"/>
                  <a:gd name="T7" fmla="*/ 118 h 40"/>
                  <a:gd name="T8" fmla="*/ 42 w 38"/>
                  <a:gd name="T9" fmla="*/ 128 h 40"/>
                  <a:gd name="T10" fmla="*/ 75 w 38"/>
                  <a:gd name="T11" fmla="*/ 82 h 40"/>
                  <a:gd name="T12" fmla="*/ 153 w 38"/>
                  <a:gd name="T13" fmla="*/ 5 h 4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8" h="40">
                    <a:moveTo>
                      <a:pt x="38" y="0"/>
                    </a:moveTo>
                    <a:cubicBezTo>
                      <a:pt x="25" y="4"/>
                      <a:pt x="12" y="27"/>
                      <a:pt x="15" y="40"/>
                    </a:cubicBezTo>
                    <a:cubicBezTo>
                      <a:pt x="13" y="37"/>
                      <a:pt x="11" y="36"/>
                      <a:pt x="8" y="35"/>
                    </a:cubicBezTo>
                    <a:cubicBezTo>
                      <a:pt x="6" y="33"/>
                      <a:pt x="2" y="30"/>
                      <a:pt x="0" y="29"/>
                    </a:cubicBezTo>
                    <a:cubicBezTo>
                      <a:pt x="3" y="29"/>
                      <a:pt x="7" y="32"/>
                      <a:pt x="10" y="31"/>
                    </a:cubicBezTo>
                    <a:cubicBezTo>
                      <a:pt x="12" y="30"/>
                      <a:pt x="16" y="22"/>
                      <a:pt x="18" y="20"/>
                    </a:cubicBezTo>
                    <a:cubicBezTo>
                      <a:pt x="23" y="13"/>
                      <a:pt x="29" y="4"/>
                      <a:pt x="37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3192" name="Freeform 363">
                <a:extLst>
                  <a:ext uri="{FF2B5EF4-FFF2-40B4-BE49-F238E27FC236}">
                    <a16:creationId xmlns:a16="http://schemas.microsoft.com/office/drawing/2014/main" id="{DECB9DBF-E550-42CE-B21C-A8238A060E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1" y="1154"/>
                <a:ext cx="65" cy="67"/>
              </a:xfrm>
              <a:custGeom>
                <a:avLst/>
                <a:gdLst>
                  <a:gd name="T0" fmla="*/ 0 w 41"/>
                  <a:gd name="T1" fmla="*/ 0 h 42"/>
                  <a:gd name="T2" fmla="*/ 82 w 41"/>
                  <a:gd name="T3" fmla="*/ 171 h 42"/>
                  <a:gd name="T4" fmla="*/ 163 w 41"/>
                  <a:gd name="T5" fmla="*/ 116 h 42"/>
                  <a:gd name="T6" fmla="*/ 111 w 41"/>
                  <a:gd name="T7" fmla="*/ 124 h 42"/>
                  <a:gd name="T8" fmla="*/ 81 w 41"/>
                  <a:gd name="T9" fmla="*/ 77 h 42"/>
                  <a:gd name="T10" fmla="*/ 40 w 41"/>
                  <a:gd name="T11" fmla="*/ 29 h 42"/>
                  <a:gd name="T12" fmla="*/ 0 w 41"/>
                  <a:gd name="T13" fmla="*/ 0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1" h="42">
                    <a:moveTo>
                      <a:pt x="0" y="0"/>
                    </a:moveTo>
                    <a:cubicBezTo>
                      <a:pt x="13" y="11"/>
                      <a:pt x="17" y="26"/>
                      <a:pt x="21" y="42"/>
                    </a:cubicBezTo>
                    <a:cubicBezTo>
                      <a:pt x="27" y="38"/>
                      <a:pt x="36" y="34"/>
                      <a:pt x="41" y="29"/>
                    </a:cubicBezTo>
                    <a:cubicBezTo>
                      <a:pt x="37" y="30"/>
                      <a:pt x="32" y="32"/>
                      <a:pt x="28" y="31"/>
                    </a:cubicBezTo>
                    <a:cubicBezTo>
                      <a:pt x="24" y="30"/>
                      <a:pt x="21" y="23"/>
                      <a:pt x="20" y="19"/>
                    </a:cubicBezTo>
                    <a:cubicBezTo>
                      <a:pt x="17" y="15"/>
                      <a:pt x="14" y="11"/>
                      <a:pt x="10" y="7"/>
                    </a:cubicBezTo>
                    <a:cubicBezTo>
                      <a:pt x="8" y="5"/>
                      <a:pt x="3" y="1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3193" name="Freeform 364">
                <a:extLst>
                  <a:ext uri="{FF2B5EF4-FFF2-40B4-BE49-F238E27FC236}">
                    <a16:creationId xmlns:a16="http://schemas.microsoft.com/office/drawing/2014/main" id="{113BF9A0-16A4-4ABB-B0B7-F0FB1C88EA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4" y="1178"/>
                <a:ext cx="21" cy="48"/>
              </a:xfrm>
              <a:custGeom>
                <a:avLst/>
                <a:gdLst>
                  <a:gd name="T0" fmla="*/ 50 w 13"/>
                  <a:gd name="T1" fmla="*/ 0 h 30"/>
                  <a:gd name="T2" fmla="*/ 13 w 13"/>
                  <a:gd name="T3" fmla="*/ 67 h 30"/>
                  <a:gd name="T4" fmla="*/ 0 w 13"/>
                  <a:gd name="T5" fmla="*/ 123 h 30"/>
                  <a:gd name="T6" fmla="*/ 55 w 13"/>
                  <a:gd name="T7" fmla="*/ 94 h 30"/>
                  <a:gd name="T8" fmla="*/ 50 w 13"/>
                  <a:gd name="T9" fmla="*/ 8 h 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30">
                    <a:moveTo>
                      <a:pt x="12" y="0"/>
                    </a:moveTo>
                    <a:cubicBezTo>
                      <a:pt x="8" y="3"/>
                      <a:pt x="5" y="11"/>
                      <a:pt x="3" y="16"/>
                    </a:cubicBezTo>
                    <a:cubicBezTo>
                      <a:pt x="2" y="21"/>
                      <a:pt x="2" y="26"/>
                      <a:pt x="0" y="30"/>
                    </a:cubicBezTo>
                    <a:cubicBezTo>
                      <a:pt x="3" y="26"/>
                      <a:pt x="8" y="24"/>
                      <a:pt x="13" y="23"/>
                    </a:cubicBezTo>
                    <a:cubicBezTo>
                      <a:pt x="11" y="18"/>
                      <a:pt x="11" y="7"/>
                      <a:pt x="12" y="2"/>
                    </a:cubicBezTo>
                  </a:path>
                </a:pathLst>
              </a:custGeom>
              <a:solidFill>
                <a:srgbClr val="6587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3194" name="Freeform 365">
                <a:extLst>
                  <a:ext uri="{FF2B5EF4-FFF2-40B4-BE49-F238E27FC236}">
                    <a16:creationId xmlns:a16="http://schemas.microsoft.com/office/drawing/2014/main" id="{F77558B4-1724-4DEE-AFB9-DC2B4925F1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4" y="1178"/>
                <a:ext cx="34" cy="50"/>
              </a:xfrm>
              <a:custGeom>
                <a:avLst/>
                <a:gdLst>
                  <a:gd name="T0" fmla="*/ 0 w 21"/>
                  <a:gd name="T1" fmla="*/ 0 h 31"/>
                  <a:gd name="T2" fmla="*/ 55 w 21"/>
                  <a:gd name="T3" fmla="*/ 97 h 31"/>
                  <a:gd name="T4" fmla="*/ 63 w 21"/>
                  <a:gd name="T5" fmla="*/ 124 h 31"/>
                  <a:gd name="T6" fmla="*/ 84 w 21"/>
                  <a:gd name="T7" fmla="*/ 110 h 31"/>
                  <a:gd name="T8" fmla="*/ 50 w 21"/>
                  <a:gd name="T9" fmla="*/ 26 h 31"/>
                  <a:gd name="T10" fmla="*/ 13 w 21"/>
                  <a:gd name="T11" fmla="*/ 0 h 3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1" h="31">
                    <a:moveTo>
                      <a:pt x="0" y="0"/>
                    </a:moveTo>
                    <a:cubicBezTo>
                      <a:pt x="7" y="4"/>
                      <a:pt x="12" y="16"/>
                      <a:pt x="13" y="23"/>
                    </a:cubicBezTo>
                    <a:cubicBezTo>
                      <a:pt x="14" y="25"/>
                      <a:pt x="13" y="30"/>
                      <a:pt x="15" y="30"/>
                    </a:cubicBezTo>
                    <a:cubicBezTo>
                      <a:pt x="18" y="31"/>
                      <a:pt x="20" y="27"/>
                      <a:pt x="20" y="26"/>
                    </a:cubicBezTo>
                    <a:cubicBezTo>
                      <a:pt x="21" y="19"/>
                      <a:pt x="16" y="11"/>
                      <a:pt x="12" y="6"/>
                    </a:cubicBezTo>
                    <a:cubicBezTo>
                      <a:pt x="9" y="2"/>
                      <a:pt x="8" y="0"/>
                      <a:pt x="3" y="0"/>
                    </a:cubicBezTo>
                  </a:path>
                </a:pathLst>
              </a:custGeom>
              <a:solidFill>
                <a:srgbClr val="6587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3195" name="Freeform 366">
                <a:extLst>
                  <a:ext uri="{FF2B5EF4-FFF2-40B4-BE49-F238E27FC236}">
                    <a16:creationId xmlns:a16="http://schemas.microsoft.com/office/drawing/2014/main" id="{785CCD2B-1760-4375-ABF6-81967E431A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8" y="1185"/>
                <a:ext cx="50" cy="35"/>
              </a:xfrm>
              <a:custGeom>
                <a:avLst/>
                <a:gdLst>
                  <a:gd name="T0" fmla="*/ 131 w 31"/>
                  <a:gd name="T1" fmla="*/ 0 h 22"/>
                  <a:gd name="T2" fmla="*/ 71 w 31"/>
                  <a:gd name="T3" fmla="*/ 48 h 22"/>
                  <a:gd name="T4" fmla="*/ 0 w 31"/>
                  <a:gd name="T5" fmla="*/ 89 h 22"/>
                  <a:gd name="T6" fmla="*/ 102 w 31"/>
                  <a:gd name="T7" fmla="*/ 46 h 22"/>
                  <a:gd name="T8" fmla="*/ 131 w 31"/>
                  <a:gd name="T9" fmla="*/ 8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22">
                    <a:moveTo>
                      <a:pt x="31" y="0"/>
                    </a:moveTo>
                    <a:cubicBezTo>
                      <a:pt x="26" y="3"/>
                      <a:pt x="22" y="8"/>
                      <a:pt x="17" y="12"/>
                    </a:cubicBezTo>
                    <a:cubicBezTo>
                      <a:pt x="12" y="15"/>
                      <a:pt x="4" y="17"/>
                      <a:pt x="0" y="22"/>
                    </a:cubicBezTo>
                    <a:cubicBezTo>
                      <a:pt x="8" y="20"/>
                      <a:pt x="16" y="16"/>
                      <a:pt x="24" y="11"/>
                    </a:cubicBezTo>
                    <a:cubicBezTo>
                      <a:pt x="27" y="8"/>
                      <a:pt x="28" y="5"/>
                      <a:pt x="31" y="2"/>
                    </a:cubicBezTo>
                  </a:path>
                </a:pathLst>
              </a:custGeom>
              <a:solidFill>
                <a:srgbClr val="6587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3196" name="Freeform 367">
                <a:extLst>
                  <a:ext uri="{FF2B5EF4-FFF2-40B4-BE49-F238E27FC236}">
                    <a16:creationId xmlns:a16="http://schemas.microsoft.com/office/drawing/2014/main" id="{3319DCD1-4CE0-4D6A-B3E1-454C1ECB1C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8" y="1181"/>
                <a:ext cx="54" cy="40"/>
              </a:xfrm>
              <a:custGeom>
                <a:avLst/>
                <a:gdLst>
                  <a:gd name="T0" fmla="*/ 8 w 34"/>
                  <a:gd name="T1" fmla="*/ 0 h 25"/>
                  <a:gd name="T2" fmla="*/ 73 w 34"/>
                  <a:gd name="T3" fmla="*/ 56 h 25"/>
                  <a:gd name="T4" fmla="*/ 137 w 34"/>
                  <a:gd name="T5" fmla="*/ 102 h 25"/>
                  <a:gd name="T6" fmla="*/ 60 w 34"/>
                  <a:gd name="T7" fmla="*/ 69 h 25"/>
                  <a:gd name="T8" fmla="*/ 21 w 34"/>
                  <a:gd name="T9" fmla="*/ 35 h 25"/>
                  <a:gd name="T10" fmla="*/ 5 w 34"/>
                  <a:gd name="T11" fmla="*/ 21 h 25"/>
                  <a:gd name="T12" fmla="*/ 0 w 34"/>
                  <a:gd name="T13" fmla="*/ 8 h 2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4" h="25">
                    <a:moveTo>
                      <a:pt x="2" y="0"/>
                    </a:moveTo>
                    <a:cubicBezTo>
                      <a:pt x="2" y="5"/>
                      <a:pt x="15" y="12"/>
                      <a:pt x="18" y="14"/>
                    </a:cubicBezTo>
                    <a:cubicBezTo>
                      <a:pt x="24" y="18"/>
                      <a:pt x="29" y="21"/>
                      <a:pt x="34" y="25"/>
                    </a:cubicBezTo>
                    <a:cubicBezTo>
                      <a:pt x="27" y="25"/>
                      <a:pt x="20" y="22"/>
                      <a:pt x="15" y="17"/>
                    </a:cubicBezTo>
                    <a:cubicBezTo>
                      <a:pt x="12" y="14"/>
                      <a:pt x="8" y="12"/>
                      <a:pt x="5" y="9"/>
                    </a:cubicBezTo>
                    <a:cubicBezTo>
                      <a:pt x="4" y="8"/>
                      <a:pt x="2" y="6"/>
                      <a:pt x="1" y="5"/>
                    </a:cubicBezTo>
                    <a:cubicBezTo>
                      <a:pt x="1" y="4"/>
                      <a:pt x="0" y="2"/>
                      <a:pt x="0" y="2"/>
                    </a:cubicBezTo>
                  </a:path>
                </a:pathLst>
              </a:custGeom>
              <a:solidFill>
                <a:srgbClr val="6587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3197" name="Freeform 368">
                <a:extLst>
                  <a:ext uri="{FF2B5EF4-FFF2-40B4-BE49-F238E27FC236}">
                    <a16:creationId xmlns:a16="http://schemas.microsoft.com/office/drawing/2014/main" id="{89514F5D-9C51-47FF-960F-57A4613590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3" y="1108"/>
                <a:ext cx="56" cy="35"/>
              </a:xfrm>
              <a:custGeom>
                <a:avLst/>
                <a:gdLst>
                  <a:gd name="T0" fmla="*/ 0 w 35"/>
                  <a:gd name="T1" fmla="*/ 0 h 22"/>
                  <a:gd name="T2" fmla="*/ 26 w 35"/>
                  <a:gd name="T3" fmla="*/ 25 h 22"/>
                  <a:gd name="T4" fmla="*/ 69 w 35"/>
                  <a:gd name="T5" fmla="*/ 56 h 22"/>
                  <a:gd name="T6" fmla="*/ 115 w 35"/>
                  <a:gd name="T7" fmla="*/ 76 h 22"/>
                  <a:gd name="T8" fmla="*/ 144 w 35"/>
                  <a:gd name="T9" fmla="*/ 89 h 22"/>
                  <a:gd name="T10" fmla="*/ 42 w 35"/>
                  <a:gd name="T11" fmla="*/ 48 h 22"/>
                  <a:gd name="T12" fmla="*/ 5 w 35"/>
                  <a:gd name="T13" fmla="*/ 0 h 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5" h="22">
                    <a:moveTo>
                      <a:pt x="0" y="0"/>
                    </a:moveTo>
                    <a:cubicBezTo>
                      <a:pt x="1" y="3"/>
                      <a:pt x="4" y="5"/>
                      <a:pt x="6" y="6"/>
                    </a:cubicBezTo>
                    <a:cubicBezTo>
                      <a:pt x="9" y="9"/>
                      <a:pt x="13" y="12"/>
                      <a:pt x="17" y="14"/>
                    </a:cubicBezTo>
                    <a:cubicBezTo>
                      <a:pt x="21" y="15"/>
                      <a:pt x="24" y="17"/>
                      <a:pt x="28" y="19"/>
                    </a:cubicBezTo>
                    <a:cubicBezTo>
                      <a:pt x="30" y="20"/>
                      <a:pt x="32" y="21"/>
                      <a:pt x="35" y="22"/>
                    </a:cubicBezTo>
                    <a:cubicBezTo>
                      <a:pt x="25" y="22"/>
                      <a:pt x="18" y="17"/>
                      <a:pt x="10" y="12"/>
                    </a:cubicBezTo>
                    <a:cubicBezTo>
                      <a:pt x="7" y="9"/>
                      <a:pt x="2" y="4"/>
                      <a:pt x="1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3198" name="Freeform 369">
                <a:extLst>
                  <a:ext uri="{FF2B5EF4-FFF2-40B4-BE49-F238E27FC236}">
                    <a16:creationId xmlns:a16="http://schemas.microsoft.com/office/drawing/2014/main" id="{779846EA-A10E-4D16-B265-CB28AC0FA6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4" y="1114"/>
                <a:ext cx="65" cy="37"/>
              </a:xfrm>
              <a:custGeom>
                <a:avLst/>
                <a:gdLst>
                  <a:gd name="T0" fmla="*/ 0 w 41"/>
                  <a:gd name="T1" fmla="*/ 97 h 23"/>
                  <a:gd name="T2" fmla="*/ 25 w 41"/>
                  <a:gd name="T3" fmla="*/ 88 h 23"/>
                  <a:gd name="T4" fmla="*/ 60 w 41"/>
                  <a:gd name="T5" fmla="*/ 76 h 23"/>
                  <a:gd name="T6" fmla="*/ 108 w 41"/>
                  <a:gd name="T7" fmla="*/ 50 h 23"/>
                  <a:gd name="T8" fmla="*/ 163 w 41"/>
                  <a:gd name="T9" fmla="*/ 0 h 23"/>
                  <a:gd name="T10" fmla="*/ 143 w 41"/>
                  <a:gd name="T11" fmla="*/ 37 h 23"/>
                  <a:gd name="T12" fmla="*/ 95 w 41"/>
                  <a:gd name="T13" fmla="*/ 68 h 23"/>
                  <a:gd name="T14" fmla="*/ 48 w 41"/>
                  <a:gd name="T15" fmla="*/ 88 h 23"/>
                  <a:gd name="T16" fmla="*/ 5 w 41"/>
                  <a:gd name="T17" fmla="*/ 90 h 2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1" h="23">
                    <a:moveTo>
                      <a:pt x="0" y="23"/>
                    </a:moveTo>
                    <a:cubicBezTo>
                      <a:pt x="2" y="23"/>
                      <a:pt x="4" y="22"/>
                      <a:pt x="6" y="21"/>
                    </a:cubicBezTo>
                    <a:cubicBezTo>
                      <a:pt x="9" y="20"/>
                      <a:pt x="12" y="20"/>
                      <a:pt x="15" y="18"/>
                    </a:cubicBezTo>
                    <a:cubicBezTo>
                      <a:pt x="19" y="16"/>
                      <a:pt x="23" y="15"/>
                      <a:pt x="27" y="12"/>
                    </a:cubicBezTo>
                    <a:cubicBezTo>
                      <a:pt x="32" y="8"/>
                      <a:pt x="38" y="5"/>
                      <a:pt x="41" y="0"/>
                    </a:cubicBezTo>
                    <a:cubicBezTo>
                      <a:pt x="39" y="3"/>
                      <a:pt x="38" y="6"/>
                      <a:pt x="36" y="9"/>
                    </a:cubicBezTo>
                    <a:cubicBezTo>
                      <a:pt x="32" y="12"/>
                      <a:pt x="28" y="14"/>
                      <a:pt x="24" y="16"/>
                    </a:cubicBezTo>
                    <a:cubicBezTo>
                      <a:pt x="20" y="18"/>
                      <a:pt x="16" y="20"/>
                      <a:pt x="12" y="21"/>
                    </a:cubicBezTo>
                    <a:cubicBezTo>
                      <a:pt x="8" y="21"/>
                      <a:pt x="5" y="23"/>
                      <a:pt x="1" y="2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3199" name="Freeform 370">
                <a:extLst>
                  <a:ext uri="{FF2B5EF4-FFF2-40B4-BE49-F238E27FC236}">
                    <a16:creationId xmlns:a16="http://schemas.microsoft.com/office/drawing/2014/main" id="{7BF529D8-81CE-4C44-B83C-CC2D94BCD4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7" y="1213"/>
                <a:ext cx="243" cy="173"/>
              </a:xfrm>
              <a:custGeom>
                <a:avLst/>
                <a:gdLst>
                  <a:gd name="T0" fmla="*/ 0 w 152"/>
                  <a:gd name="T1" fmla="*/ 0 h 108"/>
                  <a:gd name="T2" fmla="*/ 620 w 152"/>
                  <a:gd name="T3" fmla="*/ 444 h 108"/>
                  <a:gd name="T4" fmla="*/ 0 w 152"/>
                  <a:gd name="T5" fmla="*/ 0 h 10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2" h="108">
                    <a:moveTo>
                      <a:pt x="0" y="0"/>
                    </a:moveTo>
                    <a:cubicBezTo>
                      <a:pt x="0" y="0"/>
                      <a:pt x="127" y="34"/>
                      <a:pt x="152" y="108"/>
                    </a:cubicBezTo>
                    <a:cubicBezTo>
                      <a:pt x="152" y="108"/>
                      <a:pt x="118" y="32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3200" name="Freeform 371">
                <a:extLst>
                  <a:ext uri="{FF2B5EF4-FFF2-40B4-BE49-F238E27FC236}">
                    <a16:creationId xmlns:a16="http://schemas.microsoft.com/office/drawing/2014/main" id="{E5629BB4-8104-4630-B100-AC6AAE8846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6" y="1317"/>
                <a:ext cx="13" cy="8"/>
              </a:xfrm>
              <a:custGeom>
                <a:avLst/>
                <a:gdLst>
                  <a:gd name="T0" fmla="*/ 34 w 8"/>
                  <a:gd name="T1" fmla="*/ 0 h 5"/>
                  <a:gd name="T2" fmla="*/ 0 w 8"/>
                  <a:gd name="T3" fmla="*/ 21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5">
                    <a:moveTo>
                      <a:pt x="8" y="0"/>
                    </a:moveTo>
                    <a:cubicBezTo>
                      <a:pt x="5" y="0"/>
                      <a:pt x="2" y="3"/>
                      <a:pt x="0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3201" name="Freeform 372">
                <a:extLst>
                  <a:ext uri="{FF2B5EF4-FFF2-40B4-BE49-F238E27FC236}">
                    <a16:creationId xmlns:a16="http://schemas.microsoft.com/office/drawing/2014/main" id="{1154ED14-595E-4799-BCF5-2C8B8EC896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4" y="1339"/>
                <a:ext cx="9" cy="7"/>
              </a:xfrm>
              <a:custGeom>
                <a:avLst/>
                <a:gdLst>
                  <a:gd name="T0" fmla="*/ 21 w 6"/>
                  <a:gd name="T1" fmla="*/ 0 h 4"/>
                  <a:gd name="T2" fmla="*/ 0 w 6"/>
                  <a:gd name="T3" fmla="*/ 21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4">
                    <a:moveTo>
                      <a:pt x="6" y="0"/>
                    </a:moveTo>
                    <a:cubicBezTo>
                      <a:pt x="4" y="1"/>
                      <a:pt x="2" y="3"/>
                      <a:pt x="0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3202" name="Freeform 373">
                <a:extLst>
                  <a:ext uri="{FF2B5EF4-FFF2-40B4-BE49-F238E27FC236}">
                    <a16:creationId xmlns:a16="http://schemas.microsoft.com/office/drawing/2014/main" id="{2F1F3442-61E0-4E8B-87E7-25F9A3D055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7" y="1368"/>
                <a:ext cx="13" cy="15"/>
              </a:xfrm>
              <a:custGeom>
                <a:avLst/>
                <a:gdLst>
                  <a:gd name="T0" fmla="*/ 34 w 8"/>
                  <a:gd name="T1" fmla="*/ 0 h 9"/>
                  <a:gd name="T2" fmla="*/ 0 w 8"/>
                  <a:gd name="T3" fmla="*/ 42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9">
                    <a:moveTo>
                      <a:pt x="8" y="0"/>
                    </a:moveTo>
                    <a:cubicBezTo>
                      <a:pt x="5" y="3"/>
                      <a:pt x="3" y="6"/>
                      <a:pt x="0" y="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3203" name="Freeform 374">
                <a:extLst>
                  <a:ext uri="{FF2B5EF4-FFF2-40B4-BE49-F238E27FC236}">
                    <a16:creationId xmlns:a16="http://schemas.microsoft.com/office/drawing/2014/main" id="{254DC1E0-50E6-43AD-8C4B-F0CEE31D3E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6" y="1403"/>
                <a:ext cx="10" cy="18"/>
              </a:xfrm>
              <a:custGeom>
                <a:avLst/>
                <a:gdLst>
                  <a:gd name="T0" fmla="*/ 28 w 6"/>
                  <a:gd name="T1" fmla="*/ 0 h 11"/>
                  <a:gd name="T2" fmla="*/ 0 w 6"/>
                  <a:gd name="T3" fmla="*/ 47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1">
                    <a:moveTo>
                      <a:pt x="6" y="0"/>
                    </a:moveTo>
                    <a:cubicBezTo>
                      <a:pt x="4" y="4"/>
                      <a:pt x="1" y="7"/>
                      <a:pt x="0" y="1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3204" name="Freeform 375">
                <a:extLst>
                  <a:ext uri="{FF2B5EF4-FFF2-40B4-BE49-F238E27FC236}">
                    <a16:creationId xmlns:a16="http://schemas.microsoft.com/office/drawing/2014/main" id="{5209BD61-E171-4EB1-A4B6-A62A81829E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2" y="1446"/>
                <a:ext cx="3" cy="12"/>
              </a:xfrm>
              <a:custGeom>
                <a:avLst/>
                <a:gdLst>
                  <a:gd name="T0" fmla="*/ 8 w 2"/>
                  <a:gd name="T1" fmla="*/ 0 h 7"/>
                  <a:gd name="T2" fmla="*/ 0 w 2"/>
                  <a:gd name="T3" fmla="*/ 36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7">
                    <a:moveTo>
                      <a:pt x="2" y="0"/>
                    </a:moveTo>
                    <a:cubicBezTo>
                      <a:pt x="1" y="2"/>
                      <a:pt x="0" y="4"/>
                      <a:pt x="0" y="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3205" name="Freeform 376">
                <a:extLst>
                  <a:ext uri="{FF2B5EF4-FFF2-40B4-BE49-F238E27FC236}">
                    <a16:creationId xmlns:a16="http://schemas.microsoft.com/office/drawing/2014/main" id="{F946A59F-9DF4-4534-A4EC-0CC3955D40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0" y="1312"/>
                <a:ext cx="19" cy="24"/>
              </a:xfrm>
              <a:custGeom>
                <a:avLst/>
                <a:gdLst>
                  <a:gd name="T0" fmla="*/ 0 w 12"/>
                  <a:gd name="T1" fmla="*/ 0 h 15"/>
                  <a:gd name="T2" fmla="*/ 48 w 12"/>
                  <a:gd name="T3" fmla="*/ 61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15">
                    <a:moveTo>
                      <a:pt x="0" y="0"/>
                    </a:moveTo>
                    <a:cubicBezTo>
                      <a:pt x="3" y="5"/>
                      <a:pt x="7" y="11"/>
                      <a:pt x="12" y="1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3206" name="Freeform 377">
                <a:extLst>
                  <a:ext uri="{FF2B5EF4-FFF2-40B4-BE49-F238E27FC236}">
                    <a16:creationId xmlns:a16="http://schemas.microsoft.com/office/drawing/2014/main" id="{DF5B8639-1023-40C3-BD63-EED9BA2201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0" y="1351"/>
                <a:ext cx="10" cy="17"/>
              </a:xfrm>
              <a:custGeom>
                <a:avLst/>
                <a:gdLst>
                  <a:gd name="T0" fmla="*/ 0 w 6"/>
                  <a:gd name="T1" fmla="*/ 0 h 11"/>
                  <a:gd name="T2" fmla="*/ 28 w 6"/>
                  <a:gd name="T3" fmla="*/ 4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1">
                    <a:moveTo>
                      <a:pt x="0" y="0"/>
                    </a:moveTo>
                    <a:cubicBezTo>
                      <a:pt x="2" y="4"/>
                      <a:pt x="4" y="7"/>
                      <a:pt x="6" y="1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3207" name="Freeform 378">
                <a:extLst>
                  <a:ext uri="{FF2B5EF4-FFF2-40B4-BE49-F238E27FC236}">
                    <a16:creationId xmlns:a16="http://schemas.microsoft.com/office/drawing/2014/main" id="{2DBE42D0-C7A1-43D4-8B0A-EB9E7FF818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4" y="1391"/>
                <a:ext cx="8" cy="14"/>
              </a:xfrm>
              <a:custGeom>
                <a:avLst/>
                <a:gdLst>
                  <a:gd name="T0" fmla="*/ 0 w 5"/>
                  <a:gd name="T1" fmla="*/ 0 h 9"/>
                  <a:gd name="T2" fmla="*/ 21 w 5"/>
                  <a:gd name="T3" fmla="*/ 34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9">
                    <a:moveTo>
                      <a:pt x="0" y="0"/>
                    </a:moveTo>
                    <a:cubicBezTo>
                      <a:pt x="2" y="3"/>
                      <a:pt x="4" y="6"/>
                      <a:pt x="5" y="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3208" name="Freeform 379">
                <a:extLst>
                  <a:ext uri="{FF2B5EF4-FFF2-40B4-BE49-F238E27FC236}">
                    <a16:creationId xmlns:a16="http://schemas.microsoft.com/office/drawing/2014/main" id="{70A48078-888E-4EF0-966A-991DC80DC8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7" y="1429"/>
                <a:ext cx="6" cy="13"/>
              </a:xfrm>
              <a:custGeom>
                <a:avLst/>
                <a:gdLst>
                  <a:gd name="T0" fmla="*/ 0 w 4"/>
                  <a:gd name="T1" fmla="*/ 0 h 8"/>
                  <a:gd name="T2" fmla="*/ 14 w 4"/>
                  <a:gd name="T3" fmla="*/ 34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8">
                    <a:moveTo>
                      <a:pt x="0" y="0"/>
                    </a:moveTo>
                    <a:cubicBezTo>
                      <a:pt x="1" y="3"/>
                      <a:pt x="2" y="6"/>
                      <a:pt x="4" y="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3209" name="Freeform 380">
                <a:extLst>
                  <a:ext uri="{FF2B5EF4-FFF2-40B4-BE49-F238E27FC236}">
                    <a16:creationId xmlns:a16="http://schemas.microsoft.com/office/drawing/2014/main" id="{728DB021-26DD-4129-BCD1-AA86DE9ADC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8" y="1464"/>
                <a:ext cx="5" cy="16"/>
              </a:xfrm>
              <a:custGeom>
                <a:avLst/>
                <a:gdLst>
                  <a:gd name="T0" fmla="*/ 0 w 3"/>
                  <a:gd name="T1" fmla="*/ 0 h 10"/>
                  <a:gd name="T2" fmla="*/ 13 w 3"/>
                  <a:gd name="T3" fmla="*/ 42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0">
                    <a:moveTo>
                      <a:pt x="0" y="0"/>
                    </a:moveTo>
                    <a:cubicBezTo>
                      <a:pt x="2" y="3"/>
                      <a:pt x="2" y="6"/>
                      <a:pt x="3" y="1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3210" name="Freeform 381">
                <a:extLst>
                  <a:ext uri="{FF2B5EF4-FFF2-40B4-BE49-F238E27FC236}">
                    <a16:creationId xmlns:a16="http://schemas.microsoft.com/office/drawing/2014/main" id="{9C1569E8-A2E4-4057-ADFB-77F5BD5256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0" y="1272"/>
                <a:ext cx="2" cy="21"/>
              </a:xfrm>
              <a:custGeom>
                <a:avLst/>
                <a:gdLst>
                  <a:gd name="T0" fmla="*/ 0 w 1"/>
                  <a:gd name="T1" fmla="*/ 0 h 13"/>
                  <a:gd name="T2" fmla="*/ 0 w 1"/>
                  <a:gd name="T3" fmla="*/ 55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3">
                    <a:moveTo>
                      <a:pt x="0" y="0"/>
                    </a:moveTo>
                    <a:cubicBezTo>
                      <a:pt x="1" y="4"/>
                      <a:pt x="0" y="9"/>
                      <a:pt x="0" y="13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3211" name="Freeform 382">
                <a:extLst>
                  <a:ext uri="{FF2B5EF4-FFF2-40B4-BE49-F238E27FC236}">
                    <a16:creationId xmlns:a16="http://schemas.microsoft.com/office/drawing/2014/main" id="{8697A05C-E455-4B01-B25E-AB77C53189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2" y="1351"/>
                <a:ext cx="3" cy="14"/>
              </a:xfrm>
              <a:custGeom>
                <a:avLst/>
                <a:gdLst>
                  <a:gd name="T0" fmla="*/ 8 w 2"/>
                  <a:gd name="T1" fmla="*/ 0 h 9"/>
                  <a:gd name="T2" fmla="*/ 8 w 2"/>
                  <a:gd name="T3" fmla="*/ 34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9">
                    <a:moveTo>
                      <a:pt x="2" y="0"/>
                    </a:moveTo>
                    <a:cubicBezTo>
                      <a:pt x="0" y="1"/>
                      <a:pt x="2" y="7"/>
                      <a:pt x="2" y="9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3212" name="Freeform 383">
                <a:extLst>
                  <a:ext uri="{FF2B5EF4-FFF2-40B4-BE49-F238E27FC236}">
                    <a16:creationId xmlns:a16="http://schemas.microsoft.com/office/drawing/2014/main" id="{B1D4EB1B-40FF-45B1-97B2-6C64FA5B2C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5" y="1399"/>
                <a:ext cx="1" cy="17"/>
              </a:xfrm>
              <a:custGeom>
                <a:avLst/>
                <a:gdLst>
                  <a:gd name="T0" fmla="*/ 0 w 1"/>
                  <a:gd name="T1" fmla="*/ 0 h 11"/>
                  <a:gd name="T2" fmla="*/ 1 w 1"/>
                  <a:gd name="T3" fmla="*/ 4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1">
                    <a:moveTo>
                      <a:pt x="0" y="0"/>
                    </a:moveTo>
                    <a:cubicBezTo>
                      <a:pt x="0" y="3"/>
                      <a:pt x="0" y="7"/>
                      <a:pt x="1" y="11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3213" name="Freeform 384">
                <a:extLst>
                  <a:ext uri="{FF2B5EF4-FFF2-40B4-BE49-F238E27FC236}">
                    <a16:creationId xmlns:a16="http://schemas.microsoft.com/office/drawing/2014/main" id="{A50BB8FE-5D5B-4B0D-8BA5-9C5455AF26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1" y="1469"/>
                <a:ext cx="2" cy="21"/>
              </a:xfrm>
              <a:custGeom>
                <a:avLst/>
                <a:gdLst>
                  <a:gd name="T0" fmla="*/ 0 w 1"/>
                  <a:gd name="T1" fmla="*/ 0 h 13"/>
                  <a:gd name="T2" fmla="*/ 0 w 1"/>
                  <a:gd name="T3" fmla="*/ 55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3">
                    <a:moveTo>
                      <a:pt x="0" y="0"/>
                    </a:moveTo>
                    <a:cubicBezTo>
                      <a:pt x="1" y="4"/>
                      <a:pt x="0" y="9"/>
                      <a:pt x="0" y="13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3214" name="Freeform 385">
                <a:extLst>
                  <a:ext uri="{FF2B5EF4-FFF2-40B4-BE49-F238E27FC236}">
                    <a16:creationId xmlns:a16="http://schemas.microsoft.com/office/drawing/2014/main" id="{52F7E16A-F53B-4D93-93BF-457ADBB60E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4" y="1514"/>
                <a:ext cx="1" cy="19"/>
              </a:xfrm>
              <a:custGeom>
                <a:avLst/>
                <a:gdLst>
                  <a:gd name="T0" fmla="*/ 0 w 1"/>
                  <a:gd name="T1" fmla="*/ 0 h 12"/>
                  <a:gd name="T2" fmla="*/ 0 w 1"/>
                  <a:gd name="T3" fmla="*/ 48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2">
                    <a:moveTo>
                      <a:pt x="0" y="0"/>
                    </a:moveTo>
                    <a:cubicBezTo>
                      <a:pt x="0" y="4"/>
                      <a:pt x="0" y="8"/>
                      <a:pt x="0" y="12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3215" name="Freeform 386">
                <a:extLst>
                  <a:ext uri="{FF2B5EF4-FFF2-40B4-BE49-F238E27FC236}">
                    <a16:creationId xmlns:a16="http://schemas.microsoft.com/office/drawing/2014/main" id="{96F3C0EB-CD09-45F5-B920-7A75AE8E6E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8" y="1574"/>
                <a:ext cx="3" cy="13"/>
              </a:xfrm>
              <a:custGeom>
                <a:avLst/>
                <a:gdLst>
                  <a:gd name="T0" fmla="*/ 5 w 2"/>
                  <a:gd name="T1" fmla="*/ 0 h 8"/>
                  <a:gd name="T2" fmla="*/ 8 w 2"/>
                  <a:gd name="T3" fmla="*/ 34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8">
                    <a:moveTo>
                      <a:pt x="1" y="0"/>
                    </a:moveTo>
                    <a:cubicBezTo>
                      <a:pt x="0" y="2"/>
                      <a:pt x="2" y="5"/>
                      <a:pt x="2" y="8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3216" name="Freeform 387">
                <a:extLst>
                  <a:ext uri="{FF2B5EF4-FFF2-40B4-BE49-F238E27FC236}">
                    <a16:creationId xmlns:a16="http://schemas.microsoft.com/office/drawing/2014/main" id="{7392CFE5-A9D9-4D58-9DE0-DE49BE7901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2" y="1635"/>
                <a:ext cx="2" cy="11"/>
              </a:xfrm>
              <a:custGeom>
                <a:avLst/>
                <a:gdLst>
                  <a:gd name="T0" fmla="*/ 8 w 1"/>
                  <a:gd name="T1" fmla="*/ 0 h 7"/>
                  <a:gd name="T2" fmla="*/ 8 w 1"/>
                  <a:gd name="T3" fmla="*/ 27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7">
                    <a:moveTo>
                      <a:pt x="1" y="0"/>
                    </a:moveTo>
                    <a:cubicBezTo>
                      <a:pt x="0" y="2"/>
                      <a:pt x="1" y="4"/>
                      <a:pt x="1" y="7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3217" name="Freeform 388">
                <a:extLst>
                  <a:ext uri="{FF2B5EF4-FFF2-40B4-BE49-F238E27FC236}">
                    <a16:creationId xmlns:a16="http://schemas.microsoft.com/office/drawing/2014/main" id="{122C1080-6190-4346-AAAB-ACCF29B6AF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5" y="1689"/>
                <a:ext cx="2" cy="19"/>
              </a:xfrm>
              <a:custGeom>
                <a:avLst/>
                <a:gdLst>
                  <a:gd name="T0" fmla="*/ 8 w 1"/>
                  <a:gd name="T1" fmla="*/ 0 h 12"/>
                  <a:gd name="T2" fmla="*/ 0 w 1"/>
                  <a:gd name="T3" fmla="*/ 48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2">
                    <a:moveTo>
                      <a:pt x="1" y="0"/>
                    </a:moveTo>
                    <a:cubicBezTo>
                      <a:pt x="1" y="4"/>
                      <a:pt x="1" y="8"/>
                      <a:pt x="0" y="12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3218" name="Freeform 389">
                <a:extLst>
                  <a:ext uri="{FF2B5EF4-FFF2-40B4-BE49-F238E27FC236}">
                    <a16:creationId xmlns:a16="http://schemas.microsoft.com/office/drawing/2014/main" id="{8207AA4F-BA4A-4CB4-9489-6346AFBCF4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6" y="1740"/>
                <a:ext cx="4" cy="23"/>
              </a:xfrm>
              <a:custGeom>
                <a:avLst/>
                <a:gdLst>
                  <a:gd name="T0" fmla="*/ 7 w 3"/>
                  <a:gd name="T1" fmla="*/ 0 h 14"/>
                  <a:gd name="T2" fmla="*/ 1 w 3"/>
                  <a:gd name="T3" fmla="*/ 62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4">
                    <a:moveTo>
                      <a:pt x="3" y="0"/>
                    </a:moveTo>
                    <a:cubicBezTo>
                      <a:pt x="2" y="4"/>
                      <a:pt x="0" y="8"/>
                      <a:pt x="1" y="14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3219" name="Freeform 390">
                <a:extLst>
                  <a:ext uri="{FF2B5EF4-FFF2-40B4-BE49-F238E27FC236}">
                    <a16:creationId xmlns:a16="http://schemas.microsoft.com/office/drawing/2014/main" id="{FD5020B0-7797-4D15-8AFD-E1E7AD3F13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0" y="1791"/>
                <a:ext cx="7" cy="23"/>
              </a:xfrm>
              <a:custGeom>
                <a:avLst/>
                <a:gdLst>
                  <a:gd name="T0" fmla="*/ 0 w 4"/>
                  <a:gd name="T1" fmla="*/ 0 h 14"/>
                  <a:gd name="T2" fmla="*/ 21 w 4"/>
                  <a:gd name="T3" fmla="*/ 62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4">
                    <a:moveTo>
                      <a:pt x="0" y="0"/>
                    </a:moveTo>
                    <a:cubicBezTo>
                      <a:pt x="0" y="5"/>
                      <a:pt x="3" y="10"/>
                      <a:pt x="4" y="14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3220" name="Freeform 391">
                <a:extLst>
                  <a:ext uri="{FF2B5EF4-FFF2-40B4-BE49-F238E27FC236}">
                    <a16:creationId xmlns:a16="http://schemas.microsoft.com/office/drawing/2014/main" id="{F137C5F1-E488-49AF-AE05-02EC5CB76E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8" y="1846"/>
                <a:ext cx="2" cy="17"/>
              </a:xfrm>
              <a:custGeom>
                <a:avLst/>
                <a:gdLst>
                  <a:gd name="T0" fmla="*/ 0 w 1"/>
                  <a:gd name="T1" fmla="*/ 0 h 11"/>
                  <a:gd name="T2" fmla="*/ 8 w 1"/>
                  <a:gd name="T3" fmla="*/ 4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1">
                    <a:moveTo>
                      <a:pt x="0" y="0"/>
                    </a:moveTo>
                    <a:cubicBezTo>
                      <a:pt x="1" y="3"/>
                      <a:pt x="1" y="7"/>
                      <a:pt x="1" y="11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3221" name="Freeform 392">
                <a:extLst>
                  <a:ext uri="{FF2B5EF4-FFF2-40B4-BE49-F238E27FC236}">
                    <a16:creationId xmlns:a16="http://schemas.microsoft.com/office/drawing/2014/main" id="{DFC25DAE-3006-45F8-83F1-EBFBF4FD14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8" y="1890"/>
                <a:ext cx="3" cy="16"/>
              </a:xfrm>
              <a:custGeom>
                <a:avLst/>
                <a:gdLst>
                  <a:gd name="T0" fmla="*/ 8 w 2"/>
                  <a:gd name="T1" fmla="*/ 0 h 10"/>
                  <a:gd name="T2" fmla="*/ 5 w 2"/>
                  <a:gd name="T3" fmla="*/ 42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0">
                    <a:moveTo>
                      <a:pt x="2" y="0"/>
                    </a:moveTo>
                    <a:cubicBezTo>
                      <a:pt x="1" y="3"/>
                      <a:pt x="0" y="7"/>
                      <a:pt x="1" y="10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3222" name="Freeform 393">
                <a:extLst>
                  <a:ext uri="{FF2B5EF4-FFF2-40B4-BE49-F238E27FC236}">
                    <a16:creationId xmlns:a16="http://schemas.microsoft.com/office/drawing/2014/main" id="{BCF05879-0FB9-4E78-A4C2-A34961BCA7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5" y="1941"/>
                <a:ext cx="1" cy="24"/>
              </a:xfrm>
              <a:custGeom>
                <a:avLst/>
                <a:gdLst>
                  <a:gd name="T0" fmla="*/ 1 w 1"/>
                  <a:gd name="T1" fmla="*/ 0 h 15"/>
                  <a:gd name="T2" fmla="*/ 0 w 1"/>
                  <a:gd name="T3" fmla="*/ 61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5">
                    <a:moveTo>
                      <a:pt x="1" y="0"/>
                    </a:moveTo>
                    <a:cubicBezTo>
                      <a:pt x="1" y="5"/>
                      <a:pt x="0" y="10"/>
                      <a:pt x="0" y="15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3223" name="Freeform 394">
                <a:extLst>
                  <a:ext uri="{FF2B5EF4-FFF2-40B4-BE49-F238E27FC236}">
                    <a16:creationId xmlns:a16="http://schemas.microsoft.com/office/drawing/2014/main" id="{64BA5A99-BA1F-4BDA-8DB2-6E005CC8FC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6" y="2001"/>
                <a:ext cx="2" cy="19"/>
              </a:xfrm>
              <a:custGeom>
                <a:avLst/>
                <a:gdLst>
                  <a:gd name="T0" fmla="*/ 0 w 1"/>
                  <a:gd name="T1" fmla="*/ 0 h 12"/>
                  <a:gd name="T2" fmla="*/ 8 w 1"/>
                  <a:gd name="T3" fmla="*/ 48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2">
                    <a:moveTo>
                      <a:pt x="0" y="0"/>
                    </a:moveTo>
                    <a:cubicBezTo>
                      <a:pt x="0" y="4"/>
                      <a:pt x="0" y="8"/>
                      <a:pt x="1" y="12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3224" name="Freeform 395">
                <a:extLst>
                  <a:ext uri="{FF2B5EF4-FFF2-40B4-BE49-F238E27FC236}">
                    <a16:creationId xmlns:a16="http://schemas.microsoft.com/office/drawing/2014/main" id="{31EB41D0-9C19-45BC-9017-889DA2872C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1" y="2053"/>
                <a:ext cx="2" cy="23"/>
              </a:xfrm>
              <a:custGeom>
                <a:avLst/>
                <a:gdLst>
                  <a:gd name="T0" fmla="*/ 0 w 1"/>
                  <a:gd name="T1" fmla="*/ 0 h 14"/>
                  <a:gd name="T2" fmla="*/ 8 w 1"/>
                  <a:gd name="T3" fmla="*/ 62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4">
                    <a:moveTo>
                      <a:pt x="0" y="0"/>
                    </a:moveTo>
                    <a:cubicBezTo>
                      <a:pt x="0" y="5"/>
                      <a:pt x="1" y="9"/>
                      <a:pt x="1" y="14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3225" name="Freeform 396">
                <a:extLst>
                  <a:ext uri="{FF2B5EF4-FFF2-40B4-BE49-F238E27FC236}">
                    <a16:creationId xmlns:a16="http://schemas.microsoft.com/office/drawing/2014/main" id="{C7EB4DE1-E8AB-4469-9BCE-268B613DCE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6" y="2104"/>
                <a:ext cx="4" cy="13"/>
              </a:xfrm>
              <a:custGeom>
                <a:avLst/>
                <a:gdLst>
                  <a:gd name="T0" fmla="*/ 16 w 2"/>
                  <a:gd name="T1" fmla="*/ 0 h 8"/>
                  <a:gd name="T2" fmla="*/ 0 w 2"/>
                  <a:gd name="T3" fmla="*/ 34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8">
                    <a:moveTo>
                      <a:pt x="2" y="0"/>
                    </a:moveTo>
                    <a:cubicBezTo>
                      <a:pt x="2" y="2"/>
                      <a:pt x="1" y="5"/>
                      <a:pt x="0" y="8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3226" name="Freeform 397">
                <a:extLst>
                  <a:ext uri="{FF2B5EF4-FFF2-40B4-BE49-F238E27FC236}">
                    <a16:creationId xmlns:a16="http://schemas.microsoft.com/office/drawing/2014/main" id="{6AE6E496-B1BE-4D55-ADAB-8CABF31962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7" y="2141"/>
                <a:ext cx="3" cy="8"/>
              </a:xfrm>
              <a:custGeom>
                <a:avLst/>
                <a:gdLst>
                  <a:gd name="T0" fmla="*/ 8 w 2"/>
                  <a:gd name="T1" fmla="*/ 0 h 5"/>
                  <a:gd name="T2" fmla="*/ 0 w 2"/>
                  <a:gd name="T3" fmla="*/ 21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5">
                    <a:moveTo>
                      <a:pt x="2" y="0"/>
                    </a:moveTo>
                    <a:cubicBezTo>
                      <a:pt x="1" y="1"/>
                      <a:pt x="0" y="3"/>
                      <a:pt x="0" y="5"/>
                    </a:cubicBezTo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3227" name="Freeform 398">
                <a:extLst>
                  <a:ext uri="{FF2B5EF4-FFF2-40B4-BE49-F238E27FC236}">
                    <a16:creationId xmlns:a16="http://schemas.microsoft.com/office/drawing/2014/main" id="{89386A9D-F4CA-41A3-8CD9-42A96F3EEE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8" y="2222"/>
                <a:ext cx="29" cy="77"/>
              </a:xfrm>
              <a:custGeom>
                <a:avLst/>
                <a:gdLst>
                  <a:gd name="T0" fmla="*/ 0 w 18"/>
                  <a:gd name="T1" fmla="*/ 26 h 48"/>
                  <a:gd name="T2" fmla="*/ 29 w 18"/>
                  <a:gd name="T3" fmla="*/ 199 h 48"/>
                  <a:gd name="T4" fmla="*/ 76 w 18"/>
                  <a:gd name="T5" fmla="*/ 128 h 48"/>
                  <a:gd name="T6" fmla="*/ 47 w 18"/>
                  <a:gd name="T7" fmla="*/ 0 h 48"/>
                  <a:gd name="T8" fmla="*/ 5 w 18"/>
                  <a:gd name="T9" fmla="*/ 29 h 4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48">
                    <a:moveTo>
                      <a:pt x="0" y="6"/>
                    </a:moveTo>
                    <a:cubicBezTo>
                      <a:pt x="0" y="18"/>
                      <a:pt x="0" y="37"/>
                      <a:pt x="7" y="48"/>
                    </a:cubicBezTo>
                    <a:cubicBezTo>
                      <a:pt x="16" y="43"/>
                      <a:pt x="18" y="42"/>
                      <a:pt x="18" y="31"/>
                    </a:cubicBezTo>
                    <a:cubicBezTo>
                      <a:pt x="17" y="21"/>
                      <a:pt x="11" y="11"/>
                      <a:pt x="11" y="0"/>
                    </a:cubicBezTo>
                    <a:cubicBezTo>
                      <a:pt x="8" y="2"/>
                      <a:pt x="4" y="4"/>
                      <a:pt x="1" y="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3228" name="Freeform 399">
                <a:extLst>
                  <a:ext uri="{FF2B5EF4-FFF2-40B4-BE49-F238E27FC236}">
                    <a16:creationId xmlns:a16="http://schemas.microsoft.com/office/drawing/2014/main" id="{B379B63D-177D-4D8A-A0A8-005D12E634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8" y="1454"/>
                <a:ext cx="48" cy="75"/>
              </a:xfrm>
              <a:custGeom>
                <a:avLst/>
                <a:gdLst>
                  <a:gd name="T0" fmla="*/ 8 w 30"/>
                  <a:gd name="T1" fmla="*/ 171 h 47"/>
                  <a:gd name="T2" fmla="*/ 123 w 30"/>
                  <a:gd name="T3" fmla="*/ 0 h 47"/>
                  <a:gd name="T4" fmla="*/ 90 w 30"/>
                  <a:gd name="T5" fmla="*/ 97 h 47"/>
                  <a:gd name="T6" fmla="*/ 0 w 30"/>
                  <a:gd name="T7" fmla="*/ 191 h 4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0" h="47">
                    <a:moveTo>
                      <a:pt x="2" y="42"/>
                    </a:moveTo>
                    <a:cubicBezTo>
                      <a:pt x="4" y="26"/>
                      <a:pt x="27" y="18"/>
                      <a:pt x="30" y="0"/>
                    </a:cubicBezTo>
                    <a:cubicBezTo>
                      <a:pt x="28" y="9"/>
                      <a:pt x="28" y="16"/>
                      <a:pt x="22" y="24"/>
                    </a:cubicBezTo>
                    <a:cubicBezTo>
                      <a:pt x="16" y="33"/>
                      <a:pt x="6" y="38"/>
                      <a:pt x="0" y="4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3229" name="Freeform 400">
                <a:extLst>
                  <a:ext uri="{FF2B5EF4-FFF2-40B4-BE49-F238E27FC236}">
                    <a16:creationId xmlns:a16="http://schemas.microsoft.com/office/drawing/2014/main" id="{EFD61F15-CB86-4C06-962F-E9FEA49E04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7" y="1539"/>
                <a:ext cx="37" cy="121"/>
              </a:xfrm>
              <a:custGeom>
                <a:avLst/>
                <a:gdLst>
                  <a:gd name="T0" fmla="*/ 21 w 23"/>
                  <a:gd name="T1" fmla="*/ 0 h 76"/>
                  <a:gd name="T2" fmla="*/ 8 w 23"/>
                  <a:gd name="T3" fmla="*/ 170 h 76"/>
                  <a:gd name="T4" fmla="*/ 97 w 23"/>
                  <a:gd name="T5" fmla="*/ 307 h 76"/>
                  <a:gd name="T6" fmla="*/ 26 w 23"/>
                  <a:gd name="T7" fmla="*/ 13 h 7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" h="76">
                    <a:moveTo>
                      <a:pt x="5" y="0"/>
                    </a:moveTo>
                    <a:cubicBezTo>
                      <a:pt x="6" y="14"/>
                      <a:pt x="0" y="28"/>
                      <a:pt x="2" y="42"/>
                    </a:cubicBezTo>
                    <a:cubicBezTo>
                      <a:pt x="3" y="53"/>
                      <a:pt x="10" y="73"/>
                      <a:pt x="23" y="76"/>
                    </a:cubicBezTo>
                    <a:cubicBezTo>
                      <a:pt x="3" y="58"/>
                      <a:pt x="6" y="28"/>
                      <a:pt x="6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3230" name="Freeform 401">
                <a:extLst>
                  <a:ext uri="{FF2B5EF4-FFF2-40B4-BE49-F238E27FC236}">
                    <a16:creationId xmlns:a16="http://schemas.microsoft.com/office/drawing/2014/main" id="{C55D4F90-BB63-4BE5-ABB9-AB9A1D55D3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3" y="1830"/>
                <a:ext cx="61" cy="87"/>
              </a:xfrm>
              <a:custGeom>
                <a:avLst/>
                <a:gdLst>
                  <a:gd name="T0" fmla="*/ 0 w 38"/>
                  <a:gd name="T1" fmla="*/ 0 h 55"/>
                  <a:gd name="T2" fmla="*/ 157 w 38"/>
                  <a:gd name="T3" fmla="*/ 218 h 55"/>
                  <a:gd name="T4" fmla="*/ 5 w 38"/>
                  <a:gd name="T5" fmla="*/ 14 h 5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8" h="55">
                    <a:moveTo>
                      <a:pt x="0" y="0"/>
                    </a:moveTo>
                    <a:cubicBezTo>
                      <a:pt x="9" y="14"/>
                      <a:pt x="20" y="51"/>
                      <a:pt x="38" y="55"/>
                    </a:cubicBezTo>
                    <a:cubicBezTo>
                      <a:pt x="24" y="40"/>
                      <a:pt x="12" y="21"/>
                      <a:pt x="1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3231" name="Freeform 402">
                <a:extLst>
                  <a:ext uri="{FF2B5EF4-FFF2-40B4-BE49-F238E27FC236}">
                    <a16:creationId xmlns:a16="http://schemas.microsoft.com/office/drawing/2014/main" id="{03EC6768-E047-47EB-94E7-3416A079BC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8" y="1247"/>
                <a:ext cx="19" cy="180"/>
              </a:xfrm>
              <a:custGeom>
                <a:avLst/>
                <a:gdLst>
                  <a:gd name="T0" fmla="*/ 16 w 12"/>
                  <a:gd name="T1" fmla="*/ 0 h 113"/>
                  <a:gd name="T2" fmla="*/ 27 w 12"/>
                  <a:gd name="T3" fmla="*/ 108 h 113"/>
                  <a:gd name="T4" fmla="*/ 35 w 12"/>
                  <a:gd name="T5" fmla="*/ 247 h 113"/>
                  <a:gd name="T6" fmla="*/ 48 w 12"/>
                  <a:gd name="T7" fmla="*/ 457 h 113"/>
                  <a:gd name="T8" fmla="*/ 13 w 12"/>
                  <a:gd name="T9" fmla="*/ 21 h 1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13">
                    <a:moveTo>
                      <a:pt x="4" y="0"/>
                    </a:moveTo>
                    <a:cubicBezTo>
                      <a:pt x="4" y="9"/>
                      <a:pt x="7" y="18"/>
                      <a:pt x="7" y="27"/>
                    </a:cubicBezTo>
                    <a:cubicBezTo>
                      <a:pt x="8" y="38"/>
                      <a:pt x="8" y="50"/>
                      <a:pt x="9" y="61"/>
                    </a:cubicBezTo>
                    <a:cubicBezTo>
                      <a:pt x="10" y="78"/>
                      <a:pt x="12" y="96"/>
                      <a:pt x="12" y="113"/>
                    </a:cubicBezTo>
                    <a:cubicBezTo>
                      <a:pt x="0" y="79"/>
                      <a:pt x="3" y="41"/>
                      <a:pt x="3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3232" name="Freeform 403">
                <a:extLst>
                  <a:ext uri="{FF2B5EF4-FFF2-40B4-BE49-F238E27FC236}">
                    <a16:creationId xmlns:a16="http://schemas.microsoft.com/office/drawing/2014/main" id="{D18A7D60-F401-42B7-A3C9-4E6B301372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8" y="1726"/>
                <a:ext cx="42" cy="332"/>
              </a:xfrm>
              <a:custGeom>
                <a:avLst/>
                <a:gdLst>
                  <a:gd name="T0" fmla="*/ 42 w 26"/>
                  <a:gd name="T1" fmla="*/ 0 h 208"/>
                  <a:gd name="T2" fmla="*/ 50 w 26"/>
                  <a:gd name="T3" fmla="*/ 464 h 208"/>
                  <a:gd name="T4" fmla="*/ 0 w 26"/>
                  <a:gd name="T5" fmla="*/ 846 h 208"/>
                  <a:gd name="T6" fmla="*/ 29 w 26"/>
                  <a:gd name="T7" fmla="*/ 388 h 208"/>
                  <a:gd name="T8" fmla="*/ 39 w 26"/>
                  <a:gd name="T9" fmla="*/ 171 h 208"/>
                  <a:gd name="T10" fmla="*/ 26 w 26"/>
                  <a:gd name="T11" fmla="*/ 13 h 20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6" h="208">
                    <a:moveTo>
                      <a:pt x="10" y="0"/>
                    </a:moveTo>
                    <a:cubicBezTo>
                      <a:pt x="26" y="35"/>
                      <a:pt x="10" y="77"/>
                      <a:pt x="12" y="114"/>
                    </a:cubicBezTo>
                    <a:cubicBezTo>
                      <a:pt x="14" y="142"/>
                      <a:pt x="22" y="186"/>
                      <a:pt x="0" y="208"/>
                    </a:cubicBezTo>
                    <a:cubicBezTo>
                      <a:pt x="20" y="177"/>
                      <a:pt x="5" y="130"/>
                      <a:pt x="7" y="95"/>
                    </a:cubicBezTo>
                    <a:cubicBezTo>
                      <a:pt x="8" y="77"/>
                      <a:pt x="8" y="60"/>
                      <a:pt x="9" y="42"/>
                    </a:cubicBezTo>
                    <a:cubicBezTo>
                      <a:pt x="10" y="29"/>
                      <a:pt x="7" y="14"/>
                      <a:pt x="6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3233" name="Freeform 404">
                <a:extLst>
                  <a:ext uri="{FF2B5EF4-FFF2-40B4-BE49-F238E27FC236}">
                    <a16:creationId xmlns:a16="http://schemas.microsoft.com/office/drawing/2014/main" id="{85734BA8-719F-4394-8DBD-1690DB08BF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9" y="1761"/>
                <a:ext cx="35" cy="148"/>
              </a:xfrm>
              <a:custGeom>
                <a:avLst/>
                <a:gdLst>
                  <a:gd name="T0" fmla="*/ 40 w 22"/>
                  <a:gd name="T1" fmla="*/ 0 h 93"/>
                  <a:gd name="T2" fmla="*/ 48 w 22"/>
                  <a:gd name="T3" fmla="*/ 172 h 93"/>
                  <a:gd name="T4" fmla="*/ 81 w 22"/>
                  <a:gd name="T5" fmla="*/ 232 h 93"/>
                  <a:gd name="T6" fmla="*/ 89 w 22"/>
                  <a:gd name="T7" fmla="*/ 376 h 93"/>
                  <a:gd name="T8" fmla="*/ 56 w 22"/>
                  <a:gd name="T9" fmla="*/ 226 h 93"/>
                  <a:gd name="T10" fmla="*/ 0 w 22"/>
                  <a:gd name="T11" fmla="*/ 151 h 93"/>
                  <a:gd name="T12" fmla="*/ 21 w 22"/>
                  <a:gd name="T13" fmla="*/ 142 h 93"/>
                  <a:gd name="T14" fmla="*/ 8 w 22"/>
                  <a:gd name="T15" fmla="*/ 142 h 93"/>
                  <a:gd name="T16" fmla="*/ 35 w 22"/>
                  <a:gd name="T17" fmla="*/ 13 h 9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2" h="93">
                    <a:moveTo>
                      <a:pt x="10" y="0"/>
                    </a:moveTo>
                    <a:cubicBezTo>
                      <a:pt x="14" y="14"/>
                      <a:pt x="6" y="29"/>
                      <a:pt x="12" y="43"/>
                    </a:cubicBezTo>
                    <a:cubicBezTo>
                      <a:pt x="15" y="48"/>
                      <a:pt x="19" y="51"/>
                      <a:pt x="20" y="58"/>
                    </a:cubicBezTo>
                    <a:cubicBezTo>
                      <a:pt x="22" y="68"/>
                      <a:pt x="22" y="82"/>
                      <a:pt x="22" y="93"/>
                    </a:cubicBezTo>
                    <a:cubicBezTo>
                      <a:pt x="16" y="82"/>
                      <a:pt x="20" y="67"/>
                      <a:pt x="14" y="56"/>
                    </a:cubicBezTo>
                    <a:cubicBezTo>
                      <a:pt x="11" y="49"/>
                      <a:pt x="4" y="44"/>
                      <a:pt x="0" y="38"/>
                    </a:cubicBezTo>
                    <a:cubicBezTo>
                      <a:pt x="2" y="37"/>
                      <a:pt x="3" y="35"/>
                      <a:pt x="5" y="35"/>
                    </a:cubicBezTo>
                    <a:cubicBezTo>
                      <a:pt x="4" y="35"/>
                      <a:pt x="3" y="35"/>
                      <a:pt x="2" y="35"/>
                    </a:cubicBezTo>
                    <a:cubicBezTo>
                      <a:pt x="7" y="28"/>
                      <a:pt x="9" y="11"/>
                      <a:pt x="9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3234" name="Freeform 405">
                <a:extLst>
                  <a:ext uri="{FF2B5EF4-FFF2-40B4-BE49-F238E27FC236}">
                    <a16:creationId xmlns:a16="http://schemas.microsoft.com/office/drawing/2014/main" id="{94E05AFF-BF17-4934-A2E8-1B680C09E0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1" y="1932"/>
                <a:ext cx="64" cy="311"/>
              </a:xfrm>
              <a:custGeom>
                <a:avLst/>
                <a:gdLst>
                  <a:gd name="T0" fmla="*/ 163 w 40"/>
                  <a:gd name="T1" fmla="*/ 0 h 195"/>
                  <a:gd name="T2" fmla="*/ 118 w 40"/>
                  <a:gd name="T3" fmla="*/ 287 h 195"/>
                  <a:gd name="T4" fmla="*/ 86 w 40"/>
                  <a:gd name="T5" fmla="*/ 518 h 195"/>
                  <a:gd name="T6" fmla="*/ 86 w 40"/>
                  <a:gd name="T7" fmla="*/ 667 h 195"/>
                  <a:gd name="T8" fmla="*/ 54 w 40"/>
                  <a:gd name="T9" fmla="*/ 791 h 195"/>
                  <a:gd name="T10" fmla="*/ 29 w 40"/>
                  <a:gd name="T11" fmla="*/ 662 h 195"/>
                  <a:gd name="T12" fmla="*/ 82 w 40"/>
                  <a:gd name="T13" fmla="*/ 423 h 195"/>
                  <a:gd name="T14" fmla="*/ 138 w 40"/>
                  <a:gd name="T15" fmla="*/ 21 h 19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0" h="195">
                    <a:moveTo>
                      <a:pt x="40" y="0"/>
                    </a:moveTo>
                    <a:cubicBezTo>
                      <a:pt x="34" y="22"/>
                      <a:pt x="33" y="48"/>
                      <a:pt x="29" y="71"/>
                    </a:cubicBezTo>
                    <a:cubicBezTo>
                      <a:pt x="25" y="90"/>
                      <a:pt x="25" y="109"/>
                      <a:pt x="21" y="128"/>
                    </a:cubicBezTo>
                    <a:cubicBezTo>
                      <a:pt x="18" y="140"/>
                      <a:pt x="18" y="152"/>
                      <a:pt x="21" y="164"/>
                    </a:cubicBezTo>
                    <a:cubicBezTo>
                      <a:pt x="24" y="177"/>
                      <a:pt x="25" y="185"/>
                      <a:pt x="13" y="195"/>
                    </a:cubicBezTo>
                    <a:cubicBezTo>
                      <a:pt x="18" y="178"/>
                      <a:pt x="11" y="177"/>
                      <a:pt x="7" y="163"/>
                    </a:cubicBezTo>
                    <a:cubicBezTo>
                      <a:pt x="0" y="144"/>
                      <a:pt x="15" y="121"/>
                      <a:pt x="20" y="104"/>
                    </a:cubicBezTo>
                    <a:cubicBezTo>
                      <a:pt x="28" y="74"/>
                      <a:pt x="34" y="37"/>
                      <a:pt x="34" y="5"/>
                    </a:cubicBezTo>
                  </a:path>
                </a:pathLst>
              </a:custGeom>
              <a:solidFill>
                <a:srgbClr val="6587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</p:grpSp>
        <p:sp>
          <p:nvSpPr>
            <p:cNvPr id="39753" name="Freeform 406">
              <a:extLst>
                <a:ext uri="{FF2B5EF4-FFF2-40B4-BE49-F238E27FC236}">
                  <a16:creationId xmlns:a16="http://schemas.microsoft.com/office/drawing/2014/main" id="{79123F73-5FE8-43A3-BD48-2DC0CED295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7" y="1303"/>
              <a:ext cx="170" cy="183"/>
            </a:xfrm>
            <a:custGeom>
              <a:avLst/>
              <a:gdLst>
                <a:gd name="T0" fmla="*/ 35 w 106"/>
                <a:gd name="T1" fmla="*/ 313 h 115"/>
                <a:gd name="T2" fmla="*/ 244 w 106"/>
                <a:gd name="T3" fmla="*/ 205 h 115"/>
                <a:gd name="T4" fmla="*/ 438 w 106"/>
                <a:gd name="T5" fmla="*/ 0 h 115"/>
                <a:gd name="T6" fmla="*/ 239 w 106"/>
                <a:gd name="T7" fmla="*/ 286 h 115"/>
                <a:gd name="T8" fmla="*/ 132 w 106"/>
                <a:gd name="T9" fmla="*/ 342 h 115"/>
                <a:gd name="T10" fmla="*/ 0 w 106"/>
                <a:gd name="T11" fmla="*/ 463 h 115"/>
                <a:gd name="T12" fmla="*/ 192 w 106"/>
                <a:gd name="T13" fmla="*/ 321 h 11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6" h="115">
                  <a:moveTo>
                    <a:pt x="9" y="78"/>
                  </a:moveTo>
                  <a:cubicBezTo>
                    <a:pt x="24" y="88"/>
                    <a:pt x="49" y="60"/>
                    <a:pt x="59" y="51"/>
                  </a:cubicBezTo>
                  <a:cubicBezTo>
                    <a:pt x="75" y="36"/>
                    <a:pt x="88" y="13"/>
                    <a:pt x="106" y="0"/>
                  </a:cubicBezTo>
                  <a:cubicBezTo>
                    <a:pt x="92" y="25"/>
                    <a:pt x="81" y="52"/>
                    <a:pt x="58" y="71"/>
                  </a:cubicBezTo>
                  <a:cubicBezTo>
                    <a:pt x="50" y="77"/>
                    <a:pt x="41" y="81"/>
                    <a:pt x="32" y="85"/>
                  </a:cubicBezTo>
                  <a:cubicBezTo>
                    <a:pt x="15" y="91"/>
                    <a:pt x="8" y="100"/>
                    <a:pt x="0" y="115"/>
                  </a:cubicBezTo>
                  <a:cubicBezTo>
                    <a:pt x="9" y="97"/>
                    <a:pt x="37" y="97"/>
                    <a:pt x="47" y="80"/>
                  </a:cubicBezTo>
                </a:path>
              </a:pathLst>
            </a:custGeom>
            <a:solidFill>
              <a:srgbClr val="658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9754" name="Freeform 407">
              <a:extLst>
                <a:ext uri="{FF2B5EF4-FFF2-40B4-BE49-F238E27FC236}">
                  <a16:creationId xmlns:a16="http://schemas.microsoft.com/office/drawing/2014/main" id="{FDAF0126-5AD3-40B2-8442-B85C64080C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1" y="1443"/>
              <a:ext cx="78" cy="29"/>
            </a:xfrm>
            <a:custGeom>
              <a:avLst/>
              <a:gdLst>
                <a:gd name="T0" fmla="*/ 5 w 49"/>
                <a:gd name="T1" fmla="*/ 0 h 18"/>
                <a:gd name="T2" fmla="*/ 94 w 49"/>
                <a:gd name="T3" fmla="*/ 21 h 18"/>
                <a:gd name="T4" fmla="*/ 197 w 49"/>
                <a:gd name="T5" fmla="*/ 71 h 18"/>
                <a:gd name="T6" fmla="*/ 94 w 49"/>
                <a:gd name="T7" fmla="*/ 60 h 18"/>
                <a:gd name="T8" fmla="*/ 0 w 49"/>
                <a:gd name="T9" fmla="*/ 13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18">
                  <a:moveTo>
                    <a:pt x="1" y="0"/>
                  </a:moveTo>
                  <a:cubicBezTo>
                    <a:pt x="7" y="4"/>
                    <a:pt x="16" y="2"/>
                    <a:pt x="23" y="5"/>
                  </a:cubicBezTo>
                  <a:cubicBezTo>
                    <a:pt x="32" y="8"/>
                    <a:pt x="41" y="13"/>
                    <a:pt x="49" y="17"/>
                  </a:cubicBezTo>
                  <a:cubicBezTo>
                    <a:pt x="39" y="16"/>
                    <a:pt x="33" y="18"/>
                    <a:pt x="23" y="14"/>
                  </a:cubicBezTo>
                  <a:cubicBezTo>
                    <a:pt x="15" y="10"/>
                    <a:pt x="10" y="4"/>
                    <a:pt x="0" y="3"/>
                  </a:cubicBezTo>
                </a:path>
              </a:pathLst>
            </a:custGeom>
            <a:solidFill>
              <a:srgbClr val="658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9755" name="Freeform 408">
              <a:extLst>
                <a:ext uri="{FF2B5EF4-FFF2-40B4-BE49-F238E27FC236}">
                  <a16:creationId xmlns:a16="http://schemas.microsoft.com/office/drawing/2014/main" id="{CEE822CE-42AD-44A7-850B-3D8B1378DD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4" y="1341"/>
              <a:ext cx="110" cy="90"/>
            </a:xfrm>
            <a:custGeom>
              <a:avLst/>
              <a:gdLst>
                <a:gd name="T0" fmla="*/ 16 w 69"/>
                <a:gd name="T1" fmla="*/ 207 h 56"/>
                <a:gd name="T2" fmla="*/ 155 w 69"/>
                <a:gd name="T3" fmla="*/ 178 h 56"/>
                <a:gd name="T4" fmla="*/ 279 w 69"/>
                <a:gd name="T5" fmla="*/ 0 h 56"/>
                <a:gd name="T6" fmla="*/ 150 w 69"/>
                <a:gd name="T7" fmla="*/ 149 h 56"/>
                <a:gd name="T8" fmla="*/ 61 w 69"/>
                <a:gd name="T9" fmla="*/ 196 h 56"/>
                <a:gd name="T10" fmla="*/ 0 w 69"/>
                <a:gd name="T11" fmla="*/ 217 h 5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9" h="56">
                  <a:moveTo>
                    <a:pt x="4" y="50"/>
                  </a:moveTo>
                  <a:cubicBezTo>
                    <a:pt x="14" y="56"/>
                    <a:pt x="30" y="48"/>
                    <a:pt x="38" y="43"/>
                  </a:cubicBezTo>
                  <a:cubicBezTo>
                    <a:pt x="53" y="33"/>
                    <a:pt x="62" y="15"/>
                    <a:pt x="69" y="0"/>
                  </a:cubicBezTo>
                  <a:cubicBezTo>
                    <a:pt x="62" y="13"/>
                    <a:pt x="51" y="27"/>
                    <a:pt x="37" y="36"/>
                  </a:cubicBezTo>
                  <a:cubicBezTo>
                    <a:pt x="31" y="40"/>
                    <a:pt x="23" y="45"/>
                    <a:pt x="15" y="47"/>
                  </a:cubicBezTo>
                  <a:cubicBezTo>
                    <a:pt x="10" y="49"/>
                    <a:pt x="3" y="48"/>
                    <a:pt x="0" y="52"/>
                  </a:cubicBezTo>
                </a:path>
              </a:pathLst>
            </a:custGeom>
            <a:solidFill>
              <a:srgbClr val="AED1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9756" name="Freeform 409">
              <a:extLst>
                <a:ext uri="{FF2B5EF4-FFF2-40B4-BE49-F238E27FC236}">
                  <a16:creationId xmlns:a16="http://schemas.microsoft.com/office/drawing/2014/main" id="{D7E46C78-7B40-4E89-9D4F-CA0F0A926A0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8" y="1440"/>
              <a:ext cx="96" cy="46"/>
            </a:xfrm>
            <a:custGeom>
              <a:avLst/>
              <a:gdLst>
                <a:gd name="T0" fmla="*/ 5 w 60"/>
                <a:gd name="T1" fmla="*/ 8 h 29"/>
                <a:gd name="T2" fmla="*/ 138 w 60"/>
                <a:gd name="T3" fmla="*/ 73 h 29"/>
                <a:gd name="T4" fmla="*/ 197 w 60"/>
                <a:gd name="T5" fmla="*/ 111 h 29"/>
                <a:gd name="T6" fmla="*/ 246 w 60"/>
                <a:gd name="T7" fmla="*/ 116 h 29"/>
                <a:gd name="T8" fmla="*/ 0 w 60"/>
                <a:gd name="T9" fmla="*/ 8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0" h="29">
                  <a:moveTo>
                    <a:pt x="1" y="2"/>
                  </a:moveTo>
                  <a:cubicBezTo>
                    <a:pt x="12" y="5"/>
                    <a:pt x="24" y="11"/>
                    <a:pt x="34" y="18"/>
                  </a:cubicBezTo>
                  <a:cubicBezTo>
                    <a:pt x="38" y="21"/>
                    <a:pt x="43" y="26"/>
                    <a:pt x="48" y="28"/>
                  </a:cubicBezTo>
                  <a:cubicBezTo>
                    <a:pt x="52" y="29"/>
                    <a:pt x="57" y="28"/>
                    <a:pt x="60" y="29"/>
                  </a:cubicBezTo>
                  <a:cubicBezTo>
                    <a:pt x="41" y="19"/>
                    <a:pt x="22" y="0"/>
                    <a:pt x="0" y="2"/>
                  </a:cubicBezTo>
                </a:path>
              </a:pathLst>
            </a:custGeom>
            <a:solidFill>
              <a:srgbClr val="AED1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9757" name="Oval 410">
              <a:extLst>
                <a:ext uri="{FF2B5EF4-FFF2-40B4-BE49-F238E27FC236}">
                  <a16:creationId xmlns:a16="http://schemas.microsoft.com/office/drawing/2014/main" id="{DCEBA8DA-9BD5-4CD4-969E-2FA37D4AFD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6" y="1180"/>
              <a:ext cx="20" cy="19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9758" name="Oval 411">
              <a:extLst>
                <a:ext uri="{FF2B5EF4-FFF2-40B4-BE49-F238E27FC236}">
                  <a16:creationId xmlns:a16="http://schemas.microsoft.com/office/drawing/2014/main" id="{BECD7D92-7C05-4A81-8836-0492D40B87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0" y="1185"/>
              <a:ext cx="9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9759" name="Oval 412">
              <a:extLst>
                <a:ext uri="{FF2B5EF4-FFF2-40B4-BE49-F238E27FC236}">
                  <a16:creationId xmlns:a16="http://schemas.microsoft.com/office/drawing/2014/main" id="{E6205878-8055-480D-88FB-42B4A2E539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56" y="1199"/>
              <a:ext cx="13" cy="13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9760" name="Oval 413">
              <a:extLst>
                <a:ext uri="{FF2B5EF4-FFF2-40B4-BE49-F238E27FC236}">
                  <a16:creationId xmlns:a16="http://schemas.microsoft.com/office/drawing/2014/main" id="{CF559A28-69B9-4117-9A13-1CA6368A11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58" y="1204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9761" name="Oval 414">
              <a:extLst>
                <a:ext uri="{FF2B5EF4-FFF2-40B4-BE49-F238E27FC236}">
                  <a16:creationId xmlns:a16="http://schemas.microsoft.com/office/drawing/2014/main" id="{EF11742E-48EF-4D6E-B355-7ED9A3DF41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0" y="1199"/>
              <a:ext cx="13" cy="13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9762" name="Oval 415">
              <a:extLst>
                <a:ext uri="{FF2B5EF4-FFF2-40B4-BE49-F238E27FC236}">
                  <a16:creationId xmlns:a16="http://schemas.microsoft.com/office/drawing/2014/main" id="{72581493-CC3D-476D-978C-C767FDB993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2" y="1202"/>
              <a:ext cx="6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9763" name="Oval 416">
              <a:extLst>
                <a:ext uri="{FF2B5EF4-FFF2-40B4-BE49-F238E27FC236}">
                  <a16:creationId xmlns:a16="http://schemas.microsoft.com/office/drawing/2014/main" id="{A766A7FF-E3EE-4D7D-9D02-733E815012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6" y="1260"/>
              <a:ext cx="20" cy="19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9764" name="Oval 417">
              <a:extLst>
                <a:ext uri="{FF2B5EF4-FFF2-40B4-BE49-F238E27FC236}">
                  <a16:creationId xmlns:a16="http://schemas.microsoft.com/office/drawing/2014/main" id="{F7010470-32CC-4663-A59E-3F7E57573D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0" y="1264"/>
              <a:ext cx="9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9765" name="Oval 418">
              <a:extLst>
                <a:ext uri="{FF2B5EF4-FFF2-40B4-BE49-F238E27FC236}">
                  <a16:creationId xmlns:a16="http://schemas.microsoft.com/office/drawing/2014/main" id="{986199AA-6A22-41EE-B963-86AEE52C58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6" y="1343"/>
              <a:ext cx="20" cy="19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9766" name="Oval 419">
              <a:extLst>
                <a:ext uri="{FF2B5EF4-FFF2-40B4-BE49-F238E27FC236}">
                  <a16:creationId xmlns:a16="http://schemas.microsoft.com/office/drawing/2014/main" id="{3776E58A-28EA-42DA-B0B5-E6843ACE0E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0" y="1347"/>
              <a:ext cx="9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9767" name="Oval 420">
              <a:extLst>
                <a:ext uri="{FF2B5EF4-FFF2-40B4-BE49-F238E27FC236}">
                  <a16:creationId xmlns:a16="http://schemas.microsoft.com/office/drawing/2014/main" id="{85690F42-4789-4642-B8AC-52DF8765AE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6" y="1434"/>
              <a:ext cx="19" cy="19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9768" name="Oval 421">
              <a:extLst>
                <a:ext uri="{FF2B5EF4-FFF2-40B4-BE49-F238E27FC236}">
                  <a16:creationId xmlns:a16="http://schemas.microsoft.com/office/drawing/2014/main" id="{F80ECC69-858F-48C7-957F-691F0BB530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9" y="1438"/>
              <a:ext cx="10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9769" name="Oval 422">
              <a:extLst>
                <a:ext uri="{FF2B5EF4-FFF2-40B4-BE49-F238E27FC236}">
                  <a16:creationId xmlns:a16="http://schemas.microsoft.com/office/drawing/2014/main" id="{14CDDFFF-D2D6-44AE-819F-C73B562E8B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26" y="1525"/>
              <a:ext cx="19" cy="19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9770" name="Oval 423">
              <a:extLst>
                <a:ext uri="{FF2B5EF4-FFF2-40B4-BE49-F238E27FC236}">
                  <a16:creationId xmlns:a16="http://schemas.microsoft.com/office/drawing/2014/main" id="{C267BB22-ABBD-4F81-88CD-E10C70A87A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29" y="1529"/>
              <a:ext cx="9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9771" name="Oval 424">
              <a:extLst>
                <a:ext uri="{FF2B5EF4-FFF2-40B4-BE49-F238E27FC236}">
                  <a16:creationId xmlns:a16="http://schemas.microsoft.com/office/drawing/2014/main" id="{2027F12B-5706-4805-BA6A-45C8BFEE5F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2" y="1605"/>
              <a:ext cx="19" cy="17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9772" name="Oval 425">
              <a:extLst>
                <a:ext uri="{FF2B5EF4-FFF2-40B4-BE49-F238E27FC236}">
                  <a16:creationId xmlns:a16="http://schemas.microsoft.com/office/drawing/2014/main" id="{5C573B6A-EBF2-4076-A08F-BCD7866AF0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5" y="1609"/>
              <a:ext cx="9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9773" name="Oval 426">
              <a:extLst>
                <a:ext uri="{FF2B5EF4-FFF2-40B4-BE49-F238E27FC236}">
                  <a16:creationId xmlns:a16="http://schemas.microsoft.com/office/drawing/2014/main" id="{F00AD20B-494C-48DB-89CA-AF72FCF467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6" y="1686"/>
              <a:ext cx="20" cy="19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9774" name="Oval 427">
              <a:extLst>
                <a:ext uri="{FF2B5EF4-FFF2-40B4-BE49-F238E27FC236}">
                  <a16:creationId xmlns:a16="http://schemas.microsoft.com/office/drawing/2014/main" id="{CFCBAF17-4275-4341-8E0E-ED546C1440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50" y="1691"/>
              <a:ext cx="9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9775" name="Oval 428">
              <a:extLst>
                <a:ext uri="{FF2B5EF4-FFF2-40B4-BE49-F238E27FC236}">
                  <a16:creationId xmlns:a16="http://schemas.microsoft.com/office/drawing/2014/main" id="{25C24ED9-8E11-4AD7-B0EB-F76313F3E8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34" y="1780"/>
              <a:ext cx="19" cy="18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9776" name="Oval 429">
              <a:extLst>
                <a:ext uri="{FF2B5EF4-FFF2-40B4-BE49-F238E27FC236}">
                  <a16:creationId xmlns:a16="http://schemas.microsoft.com/office/drawing/2014/main" id="{ACD213E4-7B8C-440B-A575-A7A2C4B534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37" y="1785"/>
              <a:ext cx="9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9777" name="Oval 430">
              <a:extLst>
                <a:ext uri="{FF2B5EF4-FFF2-40B4-BE49-F238E27FC236}">
                  <a16:creationId xmlns:a16="http://schemas.microsoft.com/office/drawing/2014/main" id="{57E7EB5D-BB10-40A0-8165-B2CC65DDDA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58" y="1873"/>
              <a:ext cx="19" cy="19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9778" name="Oval 431">
              <a:extLst>
                <a:ext uri="{FF2B5EF4-FFF2-40B4-BE49-F238E27FC236}">
                  <a16:creationId xmlns:a16="http://schemas.microsoft.com/office/drawing/2014/main" id="{F8D4ECFD-C388-479E-A3CD-370525265E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61" y="1879"/>
              <a:ext cx="9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9779" name="Oval 432">
              <a:extLst>
                <a:ext uri="{FF2B5EF4-FFF2-40B4-BE49-F238E27FC236}">
                  <a16:creationId xmlns:a16="http://schemas.microsoft.com/office/drawing/2014/main" id="{DD02062D-23E3-4354-BC05-E81CFC4B12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8" y="1967"/>
              <a:ext cx="19" cy="19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9780" name="Oval 433">
              <a:extLst>
                <a:ext uri="{FF2B5EF4-FFF2-40B4-BE49-F238E27FC236}">
                  <a16:creationId xmlns:a16="http://schemas.microsoft.com/office/drawing/2014/main" id="{3CAF4883-EA47-42A1-BDC0-3082F78C40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51" y="1972"/>
              <a:ext cx="10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9781" name="Oval 434">
              <a:extLst>
                <a:ext uri="{FF2B5EF4-FFF2-40B4-BE49-F238E27FC236}">
                  <a16:creationId xmlns:a16="http://schemas.microsoft.com/office/drawing/2014/main" id="{5BC24EC2-D3A2-4501-8287-DEDB03D53C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54" y="2055"/>
              <a:ext cx="20" cy="19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9782" name="Oval 435">
              <a:extLst>
                <a:ext uri="{FF2B5EF4-FFF2-40B4-BE49-F238E27FC236}">
                  <a16:creationId xmlns:a16="http://schemas.microsoft.com/office/drawing/2014/main" id="{833E8DE1-906E-4DEE-A69D-51A277C2ED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56" y="2061"/>
              <a:ext cx="11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9783" name="Oval 436">
              <a:extLst>
                <a:ext uri="{FF2B5EF4-FFF2-40B4-BE49-F238E27FC236}">
                  <a16:creationId xmlns:a16="http://schemas.microsoft.com/office/drawing/2014/main" id="{BAD8777C-978A-4441-B148-FECF5F3379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65" y="2270"/>
              <a:ext cx="26" cy="27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9784" name="Oval 437">
              <a:extLst>
                <a:ext uri="{FF2B5EF4-FFF2-40B4-BE49-F238E27FC236}">
                  <a16:creationId xmlns:a16="http://schemas.microsoft.com/office/drawing/2014/main" id="{1C54E9D1-D94E-4469-B2A3-049409A6AC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68" y="2278"/>
              <a:ext cx="13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9785" name="Oval 438">
              <a:extLst>
                <a:ext uri="{FF2B5EF4-FFF2-40B4-BE49-F238E27FC236}">
                  <a16:creationId xmlns:a16="http://schemas.microsoft.com/office/drawing/2014/main" id="{9D94C2C6-8FDF-40EA-B162-FC70918206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88" y="2258"/>
              <a:ext cx="26" cy="25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9786" name="Oval 439">
              <a:extLst>
                <a:ext uri="{FF2B5EF4-FFF2-40B4-BE49-F238E27FC236}">
                  <a16:creationId xmlns:a16="http://schemas.microsoft.com/office/drawing/2014/main" id="{A9084F78-0C90-42C5-AC8D-2D52E7472B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93" y="2266"/>
              <a:ext cx="13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38915" name="adult-male-full-body-standing">
            <a:extLst>
              <a:ext uri="{FF2B5EF4-FFF2-40B4-BE49-F238E27FC236}">
                <a16:creationId xmlns:a16="http://schemas.microsoft.com/office/drawing/2014/main" id="{A56B7188-B323-41B0-81AA-A9E509C42C9E}"/>
              </a:ext>
            </a:extLst>
          </p:cNvPr>
          <p:cNvGrpSpPr>
            <a:grpSpLocks/>
          </p:cNvGrpSpPr>
          <p:nvPr/>
        </p:nvGrpSpPr>
        <p:grpSpPr bwMode="auto">
          <a:xfrm>
            <a:off x="8439150" y="1209675"/>
            <a:ext cx="1727200" cy="5329238"/>
            <a:chOff x="4356" y="712"/>
            <a:chExt cx="1088" cy="3357"/>
          </a:xfrm>
        </p:grpSpPr>
        <p:grpSp>
          <p:nvGrpSpPr>
            <p:cNvPr id="39521" name="Group 441">
              <a:extLst>
                <a:ext uri="{FF2B5EF4-FFF2-40B4-BE49-F238E27FC236}">
                  <a16:creationId xmlns:a16="http://schemas.microsoft.com/office/drawing/2014/main" id="{5BC538C3-790B-4B6C-B375-E33210996CE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356" y="712"/>
              <a:ext cx="1088" cy="3357"/>
              <a:chOff x="4356" y="712"/>
              <a:chExt cx="1088" cy="3357"/>
            </a:xfrm>
          </p:grpSpPr>
          <p:sp>
            <p:nvSpPr>
              <p:cNvPr id="39551" name="Freeform 442">
                <a:extLst>
                  <a:ext uri="{FF2B5EF4-FFF2-40B4-BE49-F238E27FC236}">
                    <a16:creationId xmlns:a16="http://schemas.microsoft.com/office/drawing/2014/main" id="{DABC1136-7B30-44EB-83BB-8F1DB10ABF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4" y="728"/>
                <a:ext cx="425" cy="435"/>
              </a:xfrm>
              <a:custGeom>
                <a:avLst/>
                <a:gdLst>
                  <a:gd name="T0" fmla="*/ 978 w 266"/>
                  <a:gd name="T1" fmla="*/ 397 h 272"/>
                  <a:gd name="T2" fmla="*/ 975 w 266"/>
                  <a:gd name="T3" fmla="*/ 397 h 272"/>
                  <a:gd name="T4" fmla="*/ 968 w 266"/>
                  <a:gd name="T5" fmla="*/ 397 h 272"/>
                  <a:gd name="T6" fmla="*/ 936 w 266"/>
                  <a:gd name="T7" fmla="*/ 486 h 272"/>
                  <a:gd name="T8" fmla="*/ 930 w 266"/>
                  <a:gd name="T9" fmla="*/ 512 h 272"/>
                  <a:gd name="T10" fmla="*/ 909 w 266"/>
                  <a:gd name="T11" fmla="*/ 565 h 272"/>
                  <a:gd name="T12" fmla="*/ 909 w 266"/>
                  <a:gd name="T13" fmla="*/ 565 h 272"/>
                  <a:gd name="T14" fmla="*/ 538 w 266"/>
                  <a:gd name="T15" fmla="*/ 8 h 272"/>
                  <a:gd name="T16" fmla="*/ 179 w 266"/>
                  <a:gd name="T17" fmla="*/ 552 h 272"/>
                  <a:gd name="T18" fmla="*/ 158 w 266"/>
                  <a:gd name="T19" fmla="*/ 462 h 272"/>
                  <a:gd name="T20" fmla="*/ 150 w 266"/>
                  <a:gd name="T21" fmla="*/ 424 h 272"/>
                  <a:gd name="T22" fmla="*/ 149 w 266"/>
                  <a:gd name="T23" fmla="*/ 409 h 272"/>
                  <a:gd name="T24" fmla="*/ 142 w 266"/>
                  <a:gd name="T25" fmla="*/ 409 h 272"/>
                  <a:gd name="T26" fmla="*/ 136 w 266"/>
                  <a:gd name="T27" fmla="*/ 397 h 272"/>
                  <a:gd name="T28" fmla="*/ 107 w 266"/>
                  <a:gd name="T29" fmla="*/ 430 h 272"/>
                  <a:gd name="T30" fmla="*/ 128 w 266"/>
                  <a:gd name="T31" fmla="*/ 512 h 272"/>
                  <a:gd name="T32" fmla="*/ 142 w 266"/>
                  <a:gd name="T33" fmla="*/ 597 h 272"/>
                  <a:gd name="T34" fmla="*/ 155 w 266"/>
                  <a:gd name="T35" fmla="*/ 654 h 272"/>
                  <a:gd name="T36" fmla="*/ 179 w 266"/>
                  <a:gd name="T37" fmla="*/ 696 h 272"/>
                  <a:gd name="T38" fmla="*/ 217 w 266"/>
                  <a:gd name="T39" fmla="*/ 724 h 272"/>
                  <a:gd name="T40" fmla="*/ 248 w 266"/>
                  <a:gd name="T41" fmla="*/ 880 h 272"/>
                  <a:gd name="T42" fmla="*/ 388 w 266"/>
                  <a:gd name="T43" fmla="*/ 1044 h 272"/>
                  <a:gd name="T44" fmla="*/ 546 w 266"/>
                  <a:gd name="T45" fmla="*/ 1113 h 272"/>
                  <a:gd name="T46" fmla="*/ 705 w 266"/>
                  <a:gd name="T47" fmla="*/ 1044 h 272"/>
                  <a:gd name="T48" fmla="*/ 845 w 266"/>
                  <a:gd name="T49" fmla="*/ 880 h 272"/>
                  <a:gd name="T50" fmla="*/ 880 w 266"/>
                  <a:gd name="T51" fmla="*/ 724 h 272"/>
                  <a:gd name="T52" fmla="*/ 922 w 266"/>
                  <a:gd name="T53" fmla="*/ 696 h 272"/>
                  <a:gd name="T54" fmla="*/ 943 w 266"/>
                  <a:gd name="T55" fmla="*/ 654 h 272"/>
                  <a:gd name="T56" fmla="*/ 957 w 266"/>
                  <a:gd name="T57" fmla="*/ 597 h 272"/>
                  <a:gd name="T58" fmla="*/ 975 w 266"/>
                  <a:gd name="T59" fmla="*/ 512 h 272"/>
                  <a:gd name="T60" fmla="*/ 991 w 266"/>
                  <a:gd name="T61" fmla="*/ 430 h 272"/>
                  <a:gd name="T62" fmla="*/ 978 w 266"/>
                  <a:gd name="T63" fmla="*/ 397 h 272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266" h="272">
                    <a:moveTo>
                      <a:pt x="240" y="97"/>
                    </a:moveTo>
                    <a:cubicBezTo>
                      <a:pt x="240" y="97"/>
                      <a:pt x="239" y="97"/>
                      <a:pt x="239" y="97"/>
                    </a:cubicBezTo>
                    <a:cubicBezTo>
                      <a:pt x="238" y="97"/>
                      <a:pt x="237" y="97"/>
                      <a:pt x="237" y="97"/>
                    </a:cubicBezTo>
                    <a:cubicBezTo>
                      <a:pt x="230" y="119"/>
                      <a:pt x="230" y="119"/>
                      <a:pt x="230" y="119"/>
                    </a:cubicBezTo>
                    <a:cubicBezTo>
                      <a:pt x="228" y="125"/>
                      <a:pt x="228" y="125"/>
                      <a:pt x="228" y="125"/>
                    </a:cubicBezTo>
                    <a:cubicBezTo>
                      <a:pt x="227" y="131"/>
                      <a:pt x="223" y="138"/>
                      <a:pt x="223" y="138"/>
                    </a:cubicBezTo>
                    <a:cubicBezTo>
                      <a:pt x="223" y="138"/>
                      <a:pt x="223" y="138"/>
                      <a:pt x="223" y="138"/>
                    </a:cubicBezTo>
                    <a:cubicBezTo>
                      <a:pt x="223" y="138"/>
                      <a:pt x="266" y="2"/>
                      <a:pt x="132" y="2"/>
                    </a:cubicBezTo>
                    <a:cubicBezTo>
                      <a:pt x="0" y="0"/>
                      <a:pt x="45" y="139"/>
                      <a:pt x="44" y="135"/>
                    </a:cubicBezTo>
                    <a:cubicBezTo>
                      <a:pt x="41" y="127"/>
                      <a:pt x="39" y="113"/>
                      <a:pt x="39" y="113"/>
                    </a:cubicBezTo>
                    <a:cubicBezTo>
                      <a:pt x="39" y="113"/>
                      <a:pt x="38" y="109"/>
                      <a:pt x="37" y="104"/>
                    </a:cubicBezTo>
                    <a:cubicBezTo>
                      <a:pt x="36" y="103"/>
                      <a:pt x="36" y="102"/>
                      <a:pt x="36" y="100"/>
                    </a:cubicBezTo>
                    <a:cubicBezTo>
                      <a:pt x="35" y="100"/>
                      <a:pt x="35" y="100"/>
                      <a:pt x="35" y="100"/>
                    </a:cubicBezTo>
                    <a:cubicBezTo>
                      <a:pt x="35" y="99"/>
                      <a:pt x="33" y="97"/>
                      <a:pt x="33" y="97"/>
                    </a:cubicBezTo>
                    <a:cubicBezTo>
                      <a:pt x="29" y="95"/>
                      <a:pt x="26" y="99"/>
                      <a:pt x="26" y="105"/>
                    </a:cubicBezTo>
                    <a:cubicBezTo>
                      <a:pt x="26" y="110"/>
                      <a:pt x="31" y="121"/>
                      <a:pt x="31" y="125"/>
                    </a:cubicBezTo>
                    <a:cubicBezTo>
                      <a:pt x="31" y="129"/>
                      <a:pt x="32" y="139"/>
                      <a:pt x="35" y="146"/>
                    </a:cubicBezTo>
                    <a:cubicBezTo>
                      <a:pt x="37" y="153"/>
                      <a:pt x="36" y="156"/>
                      <a:pt x="38" y="160"/>
                    </a:cubicBezTo>
                    <a:cubicBezTo>
                      <a:pt x="40" y="163"/>
                      <a:pt x="41" y="167"/>
                      <a:pt x="44" y="170"/>
                    </a:cubicBezTo>
                    <a:cubicBezTo>
                      <a:pt x="46" y="173"/>
                      <a:pt x="51" y="177"/>
                      <a:pt x="53" y="177"/>
                    </a:cubicBezTo>
                    <a:cubicBezTo>
                      <a:pt x="54" y="187"/>
                      <a:pt x="56" y="207"/>
                      <a:pt x="61" y="215"/>
                    </a:cubicBezTo>
                    <a:cubicBezTo>
                      <a:pt x="65" y="223"/>
                      <a:pt x="83" y="246"/>
                      <a:pt x="95" y="255"/>
                    </a:cubicBezTo>
                    <a:cubicBezTo>
                      <a:pt x="107" y="263"/>
                      <a:pt x="114" y="271"/>
                      <a:pt x="134" y="272"/>
                    </a:cubicBezTo>
                    <a:cubicBezTo>
                      <a:pt x="155" y="271"/>
                      <a:pt x="162" y="263"/>
                      <a:pt x="173" y="255"/>
                    </a:cubicBezTo>
                    <a:cubicBezTo>
                      <a:pt x="185" y="246"/>
                      <a:pt x="204" y="225"/>
                      <a:pt x="207" y="215"/>
                    </a:cubicBezTo>
                    <a:cubicBezTo>
                      <a:pt x="211" y="205"/>
                      <a:pt x="216" y="187"/>
                      <a:pt x="216" y="177"/>
                    </a:cubicBezTo>
                    <a:cubicBezTo>
                      <a:pt x="218" y="177"/>
                      <a:pt x="223" y="173"/>
                      <a:pt x="226" y="170"/>
                    </a:cubicBezTo>
                    <a:cubicBezTo>
                      <a:pt x="228" y="167"/>
                      <a:pt x="229" y="163"/>
                      <a:pt x="231" y="160"/>
                    </a:cubicBezTo>
                    <a:cubicBezTo>
                      <a:pt x="234" y="156"/>
                      <a:pt x="233" y="153"/>
                      <a:pt x="235" y="146"/>
                    </a:cubicBezTo>
                    <a:cubicBezTo>
                      <a:pt x="237" y="139"/>
                      <a:pt x="239" y="129"/>
                      <a:pt x="239" y="125"/>
                    </a:cubicBezTo>
                    <a:cubicBezTo>
                      <a:pt x="239" y="121"/>
                      <a:pt x="243" y="110"/>
                      <a:pt x="243" y="105"/>
                    </a:cubicBezTo>
                    <a:cubicBezTo>
                      <a:pt x="243" y="101"/>
                      <a:pt x="242" y="99"/>
                      <a:pt x="240" y="97"/>
                    </a:cubicBezTo>
                  </a:path>
                </a:pathLst>
              </a:custGeom>
              <a:solidFill>
                <a:srgbClr val="FEF3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552" name="Freeform 443">
                <a:extLst>
                  <a:ext uri="{FF2B5EF4-FFF2-40B4-BE49-F238E27FC236}">
                    <a16:creationId xmlns:a16="http://schemas.microsoft.com/office/drawing/2014/main" id="{85ADA158-AFEF-4DDD-90E3-16A8CA79CF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7" y="1065"/>
                <a:ext cx="1087" cy="3000"/>
              </a:xfrm>
              <a:custGeom>
                <a:avLst/>
                <a:gdLst>
                  <a:gd name="T0" fmla="*/ 2773 w 679"/>
                  <a:gd name="T1" fmla="*/ 3192 h 1879"/>
                  <a:gd name="T2" fmla="*/ 2738 w 679"/>
                  <a:gd name="T3" fmla="*/ 2850 h 1879"/>
                  <a:gd name="T4" fmla="*/ 2643 w 679"/>
                  <a:gd name="T5" fmla="*/ 1889 h 1879"/>
                  <a:gd name="T6" fmla="*/ 2533 w 679"/>
                  <a:gd name="T7" fmla="*/ 892 h 1879"/>
                  <a:gd name="T8" fmla="*/ 1740 w 679"/>
                  <a:gd name="T9" fmla="*/ 362 h 1879"/>
                  <a:gd name="T10" fmla="*/ 1518 w 679"/>
                  <a:gd name="T11" fmla="*/ 107 h 1879"/>
                  <a:gd name="T12" fmla="*/ 1263 w 679"/>
                  <a:gd name="T13" fmla="*/ 125 h 1879"/>
                  <a:gd name="T14" fmla="*/ 981 w 679"/>
                  <a:gd name="T15" fmla="*/ 390 h 1879"/>
                  <a:gd name="T16" fmla="*/ 272 w 679"/>
                  <a:gd name="T17" fmla="*/ 872 h 1879"/>
                  <a:gd name="T18" fmla="*/ 138 w 679"/>
                  <a:gd name="T19" fmla="*/ 1889 h 1879"/>
                  <a:gd name="T20" fmla="*/ 46 w 679"/>
                  <a:gd name="T21" fmla="*/ 2850 h 1879"/>
                  <a:gd name="T22" fmla="*/ 13 w 679"/>
                  <a:gd name="T23" fmla="*/ 3192 h 1879"/>
                  <a:gd name="T24" fmla="*/ 8 w 679"/>
                  <a:gd name="T25" fmla="*/ 3370 h 1879"/>
                  <a:gd name="T26" fmla="*/ 315 w 679"/>
                  <a:gd name="T27" fmla="*/ 3358 h 1879"/>
                  <a:gd name="T28" fmla="*/ 320 w 679"/>
                  <a:gd name="T29" fmla="*/ 3125 h 1879"/>
                  <a:gd name="T30" fmla="*/ 533 w 679"/>
                  <a:gd name="T31" fmla="*/ 2176 h 1879"/>
                  <a:gd name="T32" fmla="*/ 588 w 679"/>
                  <a:gd name="T33" fmla="*/ 1710 h 1879"/>
                  <a:gd name="T34" fmla="*/ 594 w 679"/>
                  <a:gd name="T35" fmla="*/ 1624 h 1879"/>
                  <a:gd name="T36" fmla="*/ 567 w 679"/>
                  <a:gd name="T37" fmla="*/ 2226 h 1879"/>
                  <a:gd name="T38" fmla="*/ 709 w 679"/>
                  <a:gd name="T39" fmla="*/ 4927 h 1879"/>
                  <a:gd name="T40" fmla="*/ 786 w 679"/>
                  <a:gd name="T41" fmla="*/ 5451 h 1879"/>
                  <a:gd name="T42" fmla="*/ 929 w 679"/>
                  <a:gd name="T43" fmla="*/ 6699 h 1879"/>
                  <a:gd name="T44" fmla="*/ 985 w 679"/>
                  <a:gd name="T45" fmla="*/ 7135 h 1879"/>
                  <a:gd name="T46" fmla="*/ 799 w 679"/>
                  <a:gd name="T47" fmla="*/ 7387 h 1879"/>
                  <a:gd name="T48" fmla="*/ 730 w 679"/>
                  <a:gd name="T49" fmla="*/ 7530 h 1879"/>
                  <a:gd name="T50" fmla="*/ 738 w 679"/>
                  <a:gd name="T51" fmla="*/ 7533 h 1879"/>
                  <a:gd name="T52" fmla="*/ 805 w 679"/>
                  <a:gd name="T53" fmla="*/ 7579 h 1879"/>
                  <a:gd name="T54" fmla="*/ 812 w 679"/>
                  <a:gd name="T55" fmla="*/ 7598 h 1879"/>
                  <a:gd name="T56" fmla="*/ 1031 w 679"/>
                  <a:gd name="T57" fmla="*/ 7601 h 1879"/>
                  <a:gd name="T58" fmla="*/ 1242 w 679"/>
                  <a:gd name="T59" fmla="*/ 7581 h 1879"/>
                  <a:gd name="T60" fmla="*/ 1279 w 679"/>
                  <a:gd name="T61" fmla="*/ 7403 h 1879"/>
                  <a:gd name="T62" fmla="*/ 1289 w 679"/>
                  <a:gd name="T63" fmla="*/ 7068 h 1879"/>
                  <a:gd name="T64" fmla="*/ 1268 w 679"/>
                  <a:gd name="T65" fmla="*/ 6422 h 1879"/>
                  <a:gd name="T66" fmla="*/ 1237 w 679"/>
                  <a:gd name="T67" fmla="*/ 5328 h 1879"/>
                  <a:gd name="T68" fmla="*/ 1310 w 679"/>
                  <a:gd name="T69" fmla="*/ 4427 h 1879"/>
                  <a:gd name="T70" fmla="*/ 1404 w 679"/>
                  <a:gd name="T71" fmla="*/ 3896 h 1879"/>
                  <a:gd name="T72" fmla="*/ 1538 w 679"/>
                  <a:gd name="T73" fmla="*/ 5200 h 1879"/>
                  <a:gd name="T74" fmla="*/ 1468 w 679"/>
                  <a:gd name="T75" fmla="*/ 5922 h 1879"/>
                  <a:gd name="T76" fmla="*/ 1530 w 679"/>
                  <a:gd name="T77" fmla="*/ 6883 h 1879"/>
                  <a:gd name="T78" fmla="*/ 1462 w 679"/>
                  <a:gd name="T79" fmla="*/ 7314 h 1879"/>
                  <a:gd name="T80" fmla="*/ 1502 w 679"/>
                  <a:gd name="T81" fmla="*/ 7504 h 1879"/>
                  <a:gd name="T82" fmla="*/ 1620 w 679"/>
                  <a:gd name="T83" fmla="*/ 7635 h 1879"/>
                  <a:gd name="T84" fmla="*/ 1865 w 679"/>
                  <a:gd name="T85" fmla="*/ 7611 h 1879"/>
                  <a:gd name="T86" fmla="*/ 1974 w 679"/>
                  <a:gd name="T87" fmla="*/ 7573 h 1879"/>
                  <a:gd name="T88" fmla="*/ 2035 w 679"/>
                  <a:gd name="T89" fmla="*/ 7553 h 1879"/>
                  <a:gd name="T90" fmla="*/ 2040 w 679"/>
                  <a:gd name="T91" fmla="*/ 7533 h 1879"/>
                  <a:gd name="T92" fmla="*/ 2035 w 679"/>
                  <a:gd name="T93" fmla="*/ 7451 h 1879"/>
                  <a:gd name="T94" fmla="*/ 1903 w 679"/>
                  <a:gd name="T95" fmla="*/ 7320 h 1879"/>
                  <a:gd name="T96" fmla="*/ 1801 w 679"/>
                  <a:gd name="T97" fmla="*/ 7012 h 1879"/>
                  <a:gd name="T98" fmla="*/ 2001 w 679"/>
                  <a:gd name="T99" fmla="*/ 6077 h 1879"/>
                  <a:gd name="T100" fmla="*/ 2040 w 679"/>
                  <a:gd name="T101" fmla="*/ 5205 h 1879"/>
                  <a:gd name="T102" fmla="*/ 2212 w 679"/>
                  <a:gd name="T103" fmla="*/ 3452 h 1879"/>
                  <a:gd name="T104" fmla="*/ 2206 w 679"/>
                  <a:gd name="T105" fmla="*/ 2214 h 1879"/>
                  <a:gd name="T106" fmla="*/ 2184 w 679"/>
                  <a:gd name="T107" fmla="*/ 1624 h 1879"/>
                  <a:gd name="T108" fmla="*/ 2192 w 679"/>
                  <a:gd name="T109" fmla="*/ 1710 h 1879"/>
                  <a:gd name="T110" fmla="*/ 2248 w 679"/>
                  <a:gd name="T111" fmla="*/ 2176 h 1879"/>
                  <a:gd name="T112" fmla="*/ 2462 w 679"/>
                  <a:gd name="T113" fmla="*/ 3125 h 1879"/>
                  <a:gd name="T114" fmla="*/ 2462 w 679"/>
                  <a:gd name="T115" fmla="*/ 3358 h 1879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</a:gdLst>
                <a:ahLst/>
                <a:cxnLst>
                  <a:cxn ang="T116">
                    <a:pos x="T0" y="T1"/>
                  </a:cxn>
                  <a:cxn ang="T117">
                    <a:pos x="T2" y="T3"/>
                  </a:cxn>
                  <a:cxn ang="T118">
                    <a:pos x="T4" y="T5"/>
                  </a:cxn>
                  <a:cxn ang="T119">
                    <a:pos x="T6" y="T7"/>
                  </a:cxn>
                  <a:cxn ang="T120">
                    <a:pos x="T8" y="T9"/>
                  </a:cxn>
                  <a:cxn ang="T121">
                    <a:pos x="T10" y="T11"/>
                  </a:cxn>
                  <a:cxn ang="T122">
                    <a:pos x="T12" y="T13"/>
                  </a:cxn>
                  <a:cxn ang="T123">
                    <a:pos x="T14" y="T15"/>
                  </a:cxn>
                  <a:cxn ang="T124">
                    <a:pos x="T16" y="T17"/>
                  </a:cxn>
                  <a:cxn ang="T125">
                    <a:pos x="T18" y="T19"/>
                  </a:cxn>
                  <a:cxn ang="T126">
                    <a:pos x="T20" y="T21"/>
                  </a:cxn>
                  <a:cxn ang="T127">
                    <a:pos x="T22" y="T23"/>
                  </a:cxn>
                  <a:cxn ang="T128">
                    <a:pos x="T24" y="T25"/>
                  </a:cxn>
                  <a:cxn ang="T129">
                    <a:pos x="T26" y="T27"/>
                  </a:cxn>
                  <a:cxn ang="T130">
                    <a:pos x="T28" y="T29"/>
                  </a:cxn>
                  <a:cxn ang="T131">
                    <a:pos x="T30" y="T31"/>
                  </a:cxn>
                  <a:cxn ang="T132">
                    <a:pos x="T32" y="T33"/>
                  </a:cxn>
                  <a:cxn ang="T133">
                    <a:pos x="T34" y="T35"/>
                  </a:cxn>
                  <a:cxn ang="T134">
                    <a:pos x="T36" y="T37"/>
                  </a:cxn>
                  <a:cxn ang="T135">
                    <a:pos x="T38" y="T39"/>
                  </a:cxn>
                  <a:cxn ang="T136">
                    <a:pos x="T40" y="T41"/>
                  </a:cxn>
                  <a:cxn ang="T137">
                    <a:pos x="T42" y="T43"/>
                  </a:cxn>
                  <a:cxn ang="T138">
                    <a:pos x="T44" y="T45"/>
                  </a:cxn>
                  <a:cxn ang="T139">
                    <a:pos x="T46" y="T47"/>
                  </a:cxn>
                  <a:cxn ang="T140">
                    <a:pos x="T48" y="T49"/>
                  </a:cxn>
                  <a:cxn ang="T141">
                    <a:pos x="T50" y="T51"/>
                  </a:cxn>
                  <a:cxn ang="T142">
                    <a:pos x="T52" y="T53"/>
                  </a:cxn>
                  <a:cxn ang="T143">
                    <a:pos x="T54" y="T55"/>
                  </a:cxn>
                  <a:cxn ang="T144">
                    <a:pos x="T56" y="T57"/>
                  </a:cxn>
                  <a:cxn ang="T145">
                    <a:pos x="T58" y="T59"/>
                  </a:cxn>
                  <a:cxn ang="T146">
                    <a:pos x="T60" y="T61"/>
                  </a:cxn>
                  <a:cxn ang="T147">
                    <a:pos x="T62" y="T63"/>
                  </a:cxn>
                  <a:cxn ang="T148">
                    <a:pos x="T64" y="T65"/>
                  </a:cxn>
                  <a:cxn ang="T149">
                    <a:pos x="T66" y="T67"/>
                  </a:cxn>
                  <a:cxn ang="T150">
                    <a:pos x="T68" y="T69"/>
                  </a:cxn>
                  <a:cxn ang="T151">
                    <a:pos x="T70" y="T71"/>
                  </a:cxn>
                  <a:cxn ang="T152">
                    <a:pos x="T72" y="T73"/>
                  </a:cxn>
                  <a:cxn ang="T153">
                    <a:pos x="T74" y="T75"/>
                  </a:cxn>
                  <a:cxn ang="T154">
                    <a:pos x="T76" y="T77"/>
                  </a:cxn>
                  <a:cxn ang="T155">
                    <a:pos x="T78" y="T79"/>
                  </a:cxn>
                  <a:cxn ang="T156">
                    <a:pos x="T80" y="T81"/>
                  </a:cxn>
                  <a:cxn ang="T157">
                    <a:pos x="T82" y="T83"/>
                  </a:cxn>
                  <a:cxn ang="T158">
                    <a:pos x="T84" y="T85"/>
                  </a:cxn>
                  <a:cxn ang="T159">
                    <a:pos x="T86" y="T87"/>
                  </a:cxn>
                  <a:cxn ang="T160">
                    <a:pos x="T88" y="T89"/>
                  </a:cxn>
                  <a:cxn ang="T161">
                    <a:pos x="T90" y="T91"/>
                  </a:cxn>
                  <a:cxn ang="T162">
                    <a:pos x="T92" y="T93"/>
                  </a:cxn>
                  <a:cxn ang="T163">
                    <a:pos x="T94" y="T95"/>
                  </a:cxn>
                  <a:cxn ang="T164">
                    <a:pos x="T96" y="T97"/>
                  </a:cxn>
                  <a:cxn ang="T165">
                    <a:pos x="T98" y="T99"/>
                  </a:cxn>
                  <a:cxn ang="T166">
                    <a:pos x="T100" y="T101"/>
                  </a:cxn>
                  <a:cxn ang="T167">
                    <a:pos x="T102" y="T103"/>
                  </a:cxn>
                  <a:cxn ang="T168">
                    <a:pos x="T104" y="T105"/>
                  </a:cxn>
                  <a:cxn ang="T169">
                    <a:pos x="T106" y="T107"/>
                  </a:cxn>
                  <a:cxn ang="T170">
                    <a:pos x="T108" y="T109"/>
                  </a:cxn>
                  <a:cxn ang="T171">
                    <a:pos x="T110" y="T111"/>
                  </a:cxn>
                  <a:cxn ang="T172">
                    <a:pos x="T112" y="T113"/>
                  </a:cxn>
                  <a:cxn ang="T173">
                    <a:pos x="T114" y="T115"/>
                  </a:cxn>
                </a:cxnLst>
                <a:rect l="0" t="0" r="r" b="b"/>
                <a:pathLst>
                  <a:path w="679" h="1879">
                    <a:moveTo>
                      <a:pt x="679" y="813"/>
                    </a:moveTo>
                    <a:cubicBezTo>
                      <a:pt x="677" y="809"/>
                      <a:pt x="679" y="794"/>
                      <a:pt x="676" y="784"/>
                    </a:cubicBezTo>
                    <a:cubicBezTo>
                      <a:pt x="673" y="774"/>
                      <a:pt x="673" y="764"/>
                      <a:pt x="671" y="752"/>
                    </a:cubicBezTo>
                    <a:cubicBezTo>
                      <a:pt x="668" y="740"/>
                      <a:pt x="667" y="716"/>
                      <a:pt x="667" y="700"/>
                    </a:cubicBezTo>
                    <a:cubicBezTo>
                      <a:pt x="666" y="672"/>
                      <a:pt x="666" y="564"/>
                      <a:pt x="650" y="524"/>
                    </a:cubicBezTo>
                    <a:cubicBezTo>
                      <a:pt x="646" y="512"/>
                      <a:pt x="643" y="492"/>
                      <a:pt x="644" y="464"/>
                    </a:cubicBezTo>
                    <a:cubicBezTo>
                      <a:pt x="642" y="386"/>
                      <a:pt x="625" y="342"/>
                      <a:pt x="626" y="318"/>
                    </a:cubicBezTo>
                    <a:cubicBezTo>
                      <a:pt x="631" y="283"/>
                      <a:pt x="624" y="248"/>
                      <a:pt x="617" y="219"/>
                    </a:cubicBezTo>
                    <a:cubicBezTo>
                      <a:pt x="602" y="151"/>
                      <a:pt x="522" y="130"/>
                      <a:pt x="509" y="127"/>
                    </a:cubicBezTo>
                    <a:cubicBezTo>
                      <a:pt x="483" y="120"/>
                      <a:pt x="438" y="97"/>
                      <a:pt x="424" y="89"/>
                    </a:cubicBezTo>
                    <a:cubicBezTo>
                      <a:pt x="385" y="60"/>
                      <a:pt x="407" y="13"/>
                      <a:pt x="407" y="0"/>
                    </a:cubicBezTo>
                    <a:cubicBezTo>
                      <a:pt x="402" y="10"/>
                      <a:pt x="382" y="17"/>
                      <a:pt x="370" y="26"/>
                    </a:cubicBezTo>
                    <a:cubicBezTo>
                      <a:pt x="359" y="34"/>
                      <a:pt x="358" y="41"/>
                      <a:pt x="338" y="41"/>
                    </a:cubicBezTo>
                    <a:cubicBezTo>
                      <a:pt x="317" y="41"/>
                      <a:pt x="319" y="38"/>
                      <a:pt x="308" y="31"/>
                    </a:cubicBezTo>
                    <a:cubicBezTo>
                      <a:pt x="296" y="23"/>
                      <a:pt x="275" y="10"/>
                      <a:pt x="269" y="0"/>
                    </a:cubicBezTo>
                    <a:cubicBezTo>
                      <a:pt x="272" y="15"/>
                      <a:pt x="286" y="78"/>
                      <a:pt x="239" y="96"/>
                    </a:cubicBezTo>
                    <a:cubicBezTo>
                      <a:pt x="226" y="102"/>
                      <a:pt x="198" y="116"/>
                      <a:pt x="173" y="124"/>
                    </a:cubicBezTo>
                    <a:cubicBezTo>
                      <a:pt x="159" y="128"/>
                      <a:pt x="87" y="148"/>
                      <a:pt x="66" y="214"/>
                    </a:cubicBezTo>
                    <a:cubicBezTo>
                      <a:pt x="57" y="242"/>
                      <a:pt x="47" y="283"/>
                      <a:pt x="52" y="318"/>
                    </a:cubicBezTo>
                    <a:cubicBezTo>
                      <a:pt x="53" y="342"/>
                      <a:pt x="36" y="386"/>
                      <a:pt x="34" y="464"/>
                    </a:cubicBezTo>
                    <a:cubicBezTo>
                      <a:pt x="35" y="492"/>
                      <a:pt x="31" y="512"/>
                      <a:pt x="28" y="524"/>
                    </a:cubicBezTo>
                    <a:cubicBezTo>
                      <a:pt x="12" y="564"/>
                      <a:pt x="12" y="672"/>
                      <a:pt x="11" y="700"/>
                    </a:cubicBezTo>
                    <a:cubicBezTo>
                      <a:pt x="10" y="716"/>
                      <a:pt x="10" y="740"/>
                      <a:pt x="7" y="752"/>
                    </a:cubicBezTo>
                    <a:cubicBezTo>
                      <a:pt x="4" y="764"/>
                      <a:pt x="6" y="774"/>
                      <a:pt x="3" y="784"/>
                    </a:cubicBezTo>
                    <a:cubicBezTo>
                      <a:pt x="0" y="794"/>
                      <a:pt x="3" y="809"/>
                      <a:pt x="1" y="813"/>
                    </a:cubicBezTo>
                    <a:cubicBezTo>
                      <a:pt x="1" y="814"/>
                      <a:pt x="2" y="825"/>
                      <a:pt x="2" y="828"/>
                    </a:cubicBezTo>
                    <a:cubicBezTo>
                      <a:pt x="79" y="839"/>
                      <a:pt x="79" y="839"/>
                      <a:pt x="79" y="839"/>
                    </a:cubicBezTo>
                    <a:cubicBezTo>
                      <a:pt x="77" y="833"/>
                      <a:pt x="76" y="828"/>
                      <a:pt x="77" y="825"/>
                    </a:cubicBezTo>
                    <a:cubicBezTo>
                      <a:pt x="80" y="814"/>
                      <a:pt x="70" y="798"/>
                      <a:pt x="72" y="795"/>
                    </a:cubicBezTo>
                    <a:cubicBezTo>
                      <a:pt x="73" y="792"/>
                      <a:pt x="76" y="780"/>
                      <a:pt x="78" y="768"/>
                    </a:cubicBezTo>
                    <a:cubicBezTo>
                      <a:pt x="80" y="757"/>
                      <a:pt x="111" y="647"/>
                      <a:pt x="115" y="623"/>
                    </a:cubicBezTo>
                    <a:cubicBezTo>
                      <a:pt x="124" y="579"/>
                      <a:pt x="134" y="566"/>
                      <a:pt x="130" y="535"/>
                    </a:cubicBezTo>
                    <a:cubicBezTo>
                      <a:pt x="130" y="513"/>
                      <a:pt x="140" y="452"/>
                      <a:pt x="141" y="441"/>
                    </a:cubicBezTo>
                    <a:cubicBezTo>
                      <a:pt x="142" y="438"/>
                      <a:pt x="142" y="427"/>
                      <a:pt x="143" y="420"/>
                    </a:cubicBezTo>
                    <a:cubicBezTo>
                      <a:pt x="144" y="416"/>
                      <a:pt x="145" y="408"/>
                      <a:pt x="145" y="398"/>
                    </a:cubicBezTo>
                    <a:cubicBezTo>
                      <a:pt x="145" y="399"/>
                      <a:pt x="145" y="399"/>
                      <a:pt x="145" y="399"/>
                    </a:cubicBezTo>
                    <a:cubicBezTo>
                      <a:pt x="146" y="410"/>
                      <a:pt x="140" y="429"/>
                      <a:pt x="141" y="457"/>
                    </a:cubicBezTo>
                    <a:cubicBezTo>
                      <a:pt x="140" y="480"/>
                      <a:pt x="136" y="525"/>
                      <a:pt x="138" y="547"/>
                    </a:cubicBezTo>
                    <a:cubicBezTo>
                      <a:pt x="135" y="554"/>
                      <a:pt x="146" y="757"/>
                      <a:pt x="145" y="783"/>
                    </a:cubicBezTo>
                    <a:cubicBezTo>
                      <a:pt x="143" y="796"/>
                      <a:pt x="119" y="949"/>
                      <a:pt x="173" y="1211"/>
                    </a:cubicBezTo>
                    <a:cubicBezTo>
                      <a:pt x="175" y="1222"/>
                      <a:pt x="176" y="1259"/>
                      <a:pt x="180" y="1279"/>
                    </a:cubicBezTo>
                    <a:cubicBezTo>
                      <a:pt x="181" y="1284"/>
                      <a:pt x="192" y="1307"/>
                      <a:pt x="192" y="1339"/>
                    </a:cubicBezTo>
                    <a:cubicBezTo>
                      <a:pt x="193" y="1390"/>
                      <a:pt x="188" y="1456"/>
                      <a:pt x="189" y="1493"/>
                    </a:cubicBezTo>
                    <a:cubicBezTo>
                      <a:pt x="192" y="1553"/>
                      <a:pt x="217" y="1608"/>
                      <a:pt x="226" y="1646"/>
                    </a:cubicBezTo>
                    <a:cubicBezTo>
                      <a:pt x="236" y="1684"/>
                      <a:pt x="240" y="1715"/>
                      <a:pt x="238" y="1723"/>
                    </a:cubicBezTo>
                    <a:cubicBezTo>
                      <a:pt x="236" y="1729"/>
                      <a:pt x="234" y="1742"/>
                      <a:pt x="240" y="1753"/>
                    </a:cubicBezTo>
                    <a:cubicBezTo>
                      <a:pt x="241" y="1754"/>
                      <a:pt x="223" y="1792"/>
                      <a:pt x="213" y="1799"/>
                    </a:cubicBezTo>
                    <a:cubicBezTo>
                      <a:pt x="205" y="1805"/>
                      <a:pt x="202" y="1812"/>
                      <a:pt x="195" y="1815"/>
                    </a:cubicBezTo>
                    <a:cubicBezTo>
                      <a:pt x="188" y="1819"/>
                      <a:pt x="184" y="1823"/>
                      <a:pt x="182" y="1831"/>
                    </a:cubicBezTo>
                    <a:cubicBezTo>
                      <a:pt x="180" y="1837"/>
                      <a:pt x="172" y="1845"/>
                      <a:pt x="178" y="1850"/>
                    </a:cubicBezTo>
                    <a:cubicBezTo>
                      <a:pt x="178" y="1850"/>
                      <a:pt x="179" y="1851"/>
                      <a:pt x="180" y="1851"/>
                    </a:cubicBezTo>
                    <a:cubicBezTo>
                      <a:pt x="180" y="1851"/>
                      <a:pt x="180" y="1851"/>
                      <a:pt x="180" y="1851"/>
                    </a:cubicBezTo>
                    <a:cubicBezTo>
                      <a:pt x="180" y="1853"/>
                      <a:pt x="180" y="1855"/>
                      <a:pt x="181" y="1856"/>
                    </a:cubicBezTo>
                    <a:cubicBezTo>
                      <a:pt x="184" y="1861"/>
                      <a:pt x="189" y="1863"/>
                      <a:pt x="196" y="1862"/>
                    </a:cubicBezTo>
                    <a:cubicBezTo>
                      <a:pt x="196" y="1861"/>
                      <a:pt x="196" y="1861"/>
                      <a:pt x="196" y="1861"/>
                    </a:cubicBezTo>
                    <a:cubicBezTo>
                      <a:pt x="196" y="1863"/>
                      <a:pt x="197" y="1865"/>
                      <a:pt x="198" y="1867"/>
                    </a:cubicBezTo>
                    <a:cubicBezTo>
                      <a:pt x="203" y="1873"/>
                      <a:pt x="217" y="1876"/>
                      <a:pt x="223" y="1870"/>
                    </a:cubicBezTo>
                    <a:cubicBezTo>
                      <a:pt x="230" y="1874"/>
                      <a:pt x="245" y="1875"/>
                      <a:pt x="251" y="1868"/>
                    </a:cubicBezTo>
                    <a:cubicBezTo>
                      <a:pt x="255" y="1879"/>
                      <a:pt x="272" y="1878"/>
                      <a:pt x="283" y="1876"/>
                    </a:cubicBezTo>
                    <a:cubicBezTo>
                      <a:pt x="293" y="1874"/>
                      <a:pt x="297" y="1867"/>
                      <a:pt x="303" y="1863"/>
                    </a:cubicBezTo>
                    <a:cubicBezTo>
                      <a:pt x="309" y="1858"/>
                      <a:pt x="313" y="1854"/>
                      <a:pt x="311" y="1844"/>
                    </a:cubicBezTo>
                    <a:cubicBezTo>
                      <a:pt x="310" y="1833"/>
                      <a:pt x="311" y="1833"/>
                      <a:pt x="312" y="1819"/>
                    </a:cubicBezTo>
                    <a:cubicBezTo>
                      <a:pt x="313" y="1812"/>
                      <a:pt x="320" y="1809"/>
                      <a:pt x="321" y="1797"/>
                    </a:cubicBezTo>
                    <a:cubicBezTo>
                      <a:pt x="322" y="1786"/>
                      <a:pt x="314" y="1743"/>
                      <a:pt x="314" y="1737"/>
                    </a:cubicBezTo>
                    <a:cubicBezTo>
                      <a:pt x="316" y="1724"/>
                      <a:pt x="307" y="1713"/>
                      <a:pt x="304" y="1691"/>
                    </a:cubicBezTo>
                    <a:cubicBezTo>
                      <a:pt x="301" y="1668"/>
                      <a:pt x="309" y="1592"/>
                      <a:pt x="309" y="1578"/>
                    </a:cubicBezTo>
                    <a:cubicBezTo>
                      <a:pt x="309" y="1552"/>
                      <a:pt x="324" y="1509"/>
                      <a:pt x="320" y="1455"/>
                    </a:cubicBezTo>
                    <a:cubicBezTo>
                      <a:pt x="317" y="1424"/>
                      <a:pt x="302" y="1330"/>
                      <a:pt x="302" y="1309"/>
                    </a:cubicBezTo>
                    <a:cubicBezTo>
                      <a:pt x="302" y="1305"/>
                      <a:pt x="301" y="1282"/>
                      <a:pt x="303" y="1278"/>
                    </a:cubicBezTo>
                    <a:cubicBezTo>
                      <a:pt x="307" y="1263"/>
                      <a:pt x="319" y="1090"/>
                      <a:pt x="319" y="1088"/>
                    </a:cubicBezTo>
                    <a:cubicBezTo>
                      <a:pt x="321" y="1067"/>
                      <a:pt x="335" y="957"/>
                      <a:pt x="335" y="957"/>
                    </a:cubicBezTo>
                    <a:cubicBezTo>
                      <a:pt x="342" y="957"/>
                      <a:pt x="342" y="957"/>
                      <a:pt x="342" y="957"/>
                    </a:cubicBezTo>
                    <a:cubicBezTo>
                      <a:pt x="342" y="957"/>
                      <a:pt x="358" y="1065"/>
                      <a:pt x="360" y="1086"/>
                    </a:cubicBezTo>
                    <a:cubicBezTo>
                      <a:pt x="360" y="1088"/>
                      <a:pt x="370" y="1263"/>
                      <a:pt x="375" y="1278"/>
                    </a:cubicBezTo>
                    <a:cubicBezTo>
                      <a:pt x="376" y="1282"/>
                      <a:pt x="375" y="1305"/>
                      <a:pt x="375" y="1309"/>
                    </a:cubicBezTo>
                    <a:cubicBezTo>
                      <a:pt x="375" y="1330"/>
                      <a:pt x="360" y="1424"/>
                      <a:pt x="358" y="1455"/>
                    </a:cubicBezTo>
                    <a:cubicBezTo>
                      <a:pt x="354" y="1509"/>
                      <a:pt x="368" y="1552"/>
                      <a:pt x="368" y="1578"/>
                    </a:cubicBezTo>
                    <a:cubicBezTo>
                      <a:pt x="368" y="1592"/>
                      <a:pt x="377" y="1668"/>
                      <a:pt x="373" y="1691"/>
                    </a:cubicBezTo>
                    <a:cubicBezTo>
                      <a:pt x="370" y="1713"/>
                      <a:pt x="361" y="1724"/>
                      <a:pt x="363" y="1737"/>
                    </a:cubicBezTo>
                    <a:cubicBezTo>
                      <a:pt x="364" y="1743"/>
                      <a:pt x="356" y="1786"/>
                      <a:pt x="356" y="1797"/>
                    </a:cubicBezTo>
                    <a:cubicBezTo>
                      <a:pt x="357" y="1809"/>
                      <a:pt x="364" y="1812"/>
                      <a:pt x="365" y="1819"/>
                    </a:cubicBezTo>
                    <a:cubicBezTo>
                      <a:pt x="366" y="1833"/>
                      <a:pt x="368" y="1833"/>
                      <a:pt x="366" y="1844"/>
                    </a:cubicBezTo>
                    <a:cubicBezTo>
                      <a:pt x="364" y="1854"/>
                      <a:pt x="369" y="1858"/>
                      <a:pt x="374" y="1863"/>
                    </a:cubicBezTo>
                    <a:cubicBezTo>
                      <a:pt x="380" y="1867"/>
                      <a:pt x="385" y="1874"/>
                      <a:pt x="395" y="1876"/>
                    </a:cubicBezTo>
                    <a:cubicBezTo>
                      <a:pt x="405" y="1878"/>
                      <a:pt x="422" y="1879"/>
                      <a:pt x="426" y="1868"/>
                    </a:cubicBezTo>
                    <a:cubicBezTo>
                      <a:pt x="432" y="1875"/>
                      <a:pt x="447" y="1874"/>
                      <a:pt x="455" y="1870"/>
                    </a:cubicBezTo>
                    <a:cubicBezTo>
                      <a:pt x="460" y="1876"/>
                      <a:pt x="475" y="1873"/>
                      <a:pt x="479" y="1867"/>
                    </a:cubicBezTo>
                    <a:cubicBezTo>
                      <a:pt x="480" y="1865"/>
                      <a:pt x="481" y="1863"/>
                      <a:pt x="481" y="1861"/>
                    </a:cubicBezTo>
                    <a:cubicBezTo>
                      <a:pt x="482" y="1862"/>
                      <a:pt x="482" y="1862"/>
                      <a:pt x="482" y="1862"/>
                    </a:cubicBezTo>
                    <a:cubicBezTo>
                      <a:pt x="488" y="1863"/>
                      <a:pt x="496" y="1860"/>
                      <a:pt x="496" y="1856"/>
                    </a:cubicBezTo>
                    <a:cubicBezTo>
                      <a:pt x="497" y="1855"/>
                      <a:pt x="497" y="1853"/>
                      <a:pt x="497" y="1851"/>
                    </a:cubicBezTo>
                    <a:cubicBezTo>
                      <a:pt x="497" y="1851"/>
                      <a:pt x="497" y="1851"/>
                      <a:pt x="497" y="1851"/>
                    </a:cubicBezTo>
                    <a:cubicBezTo>
                      <a:pt x="498" y="1851"/>
                      <a:pt x="499" y="1850"/>
                      <a:pt x="500" y="1850"/>
                    </a:cubicBezTo>
                    <a:cubicBezTo>
                      <a:pt x="505" y="1845"/>
                      <a:pt x="498" y="1837"/>
                      <a:pt x="496" y="1831"/>
                    </a:cubicBezTo>
                    <a:cubicBezTo>
                      <a:pt x="493" y="1823"/>
                      <a:pt x="489" y="1819"/>
                      <a:pt x="482" y="1815"/>
                    </a:cubicBezTo>
                    <a:cubicBezTo>
                      <a:pt x="475" y="1812"/>
                      <a:pt x="473" y="1805"/>
                      <a:pt x="464" y="1799"/>
                    </a:cubicBezTo>
                    <a:cubicBezTo>
                      <a:pt x="454" y="1792"/>
                      <a:pt x="437" y="1754"/>
                      <a:pt x="437" y="1753"/>
                    </a:cubicBezTo>
                    <a:cubicBezTo>
                      <a:pt x="443" y="1742"/>
                      <a:pt x="441" y="1729"/>
                      <a:pt x="439" y="1723"/>
                    </a:cubicBezTo>
                    <a:cubicBezTo>
                      <a:pt x="437" y="1715"/>
                      <a:pt x="441" y="1684"/>
                      <a:pt x="451" y="1646"/>
                    </a:cubicBezTo>
                    <a:cubicBezTo>
                      <a:pt x="460" y="1608"/>
                      <a:pt x="485" y="1553"/>
                      <a:pt x="488" y="1493"/>
                    </a:cubicBezTo>
                    <a:cubicBezTo>
                      <a:pt x="490" y="1456"/>
                      <a:pt x="484" y="1390"/>
                      <a:pt x="485" y="1339"/>
                    </a:cubicBezTo>
                    <a:cubicBezTo>
                      <a:pt x="486" y="1307"/>
                      <a:pt x="496" y="1284"/>
                      <a:pt x="497" y="1279"/>
                    </a:cubicBezTo>
                    <a:cubicBezTo>
                      <a:pt x="501" y="1259"/>
                      <a:pt x="503" y="1222"/>
                      <a:pt x="504" y="1211"/>
                    </a:cubicBezTo>
                    <a:cubicBezTo>
                      <a:pt x="540" y="1007"/>
                      <a:pt x="541" y="885"/>
                      <a:pt x="539" y="848"/>
                    </a:cubicBezTo>
                    <a:cubicBezTo>
                      <a:pt x="539" y="848"/>
                      <a:pt x="535" y="796"/>
                      <a:pt x="532" y="783"/>
                    </a:cubicBezTo>
                    <a:cubicBezTo>
                      <a:pt x="532" y="757"/>
                      <a:pt x="541" y="550"/>
                      <a:pt x="538" y="544"/>
                    </a:cubicBezTo>
                    <a:cubicBezTo>
                      <a:pt x="539" y="522"/>
                      <a:pt x="537" y="484"/>
                      <a:pt x="536" y="460"/>
                    </a:cubicBezTo>
                    <a:cubicBezTo>
                      <a:pt x="537" y="433"/>
                      <a:pt x="532" y="410"/>
                      <a:pt x="532" y="399"/>
                    </a:cubicBezTo>
                    <a:cubicBezTo>
                      <a:pt x="532" y="398"/>
                      <a:pt x="532" y="398"/>
                      <a:pt x="532" y="398"/>
                    </a:cubicBezTo>
                    <a:cubicBezTo>
                      <a:pt x="533" y="408"/>
                      <a:pt x="534" y="416"/>
                      <a:pt x="534" y="420"/>
                    </a:cubicBezTo>
                    <a:cubicBezTo>
                      <a:pt x="536" y="427"/>
                      <a:pt x="535" y="438"/>
                      <a:pt x="537" y="441"/>
                    </a:cubicBezTo>
                    <a:cubicBezTo>
                      <a:pt x="538" y="452"/>
                      <a:pt x="547" y="513"/>
                      <a:pt x="548" y="535"/>
                    </a:cubicBezTo>
                    <a:cubicBezTo>
                      <a:pt x="543" y="566"/>
                      <a:pt x="554" y="581"/>
                      <a:pt x="562" y="625"/>
                    </a:cubicBezTo>
                    <a:cubicBezTo>
                      <a:pt x="565" y="641"/>
                      <a:pt x="595" y="743"/>
                      <a:pt x="600" y="768"/>
                    </a:cubicBezTo>
                    <a:cubicBezTo>
                      <a:pt x="602" y="780"/>
                      <a:pt x="605" y="792"/>
                      <a:pt x="606" y="795"/>
                    </a:cubicBezTo>
                    <a:cubicBezTo>
                      <a:pt x="607" y="798"/>
                      <a:pt x="598" y="814"/>
                      <a:pt x="600" y="825"/>
                    </a:cubicBezTo>
                    <a:lnTo>
                      <a:pt x="679" y="813"/>
                    </a:lnTo>
                    <a:close/>
                  </a:path>
                </a:pathLst>
              </a:custGeom>
              <a:solidFill>
                <a:srgbClr val="FEF3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553" name="Freeform 444">
                <a:extLst>
                  <a:ext uri="{FF2B5EF4-FFF2-40B4-BE49-F238E27FC236}">
                    <a16:creationId xmlns:a16="http://schemas.microsoft.com/office/drawing/2014/main" id="{699FE128-59CE-4372-8721-1AFE865B69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7" y="912"/>
                <a:ext cx="69" cy="25"/>
              </a:xfrm>
              <a:custGeom>
                <a:avLst/>
                <a:gdLst>
                  <a:gd name="T0" fmla="*/ 0 w 43"/>
                  <a:gd name="T1" fmla="*/ 42 h 16"/>
                  <a:gd name="T2" fmla="*/ 82 w 43"/>
                  <a:gd name="T3" fmla="*/ 5 h 16"/>
                  <a:gd name="T4" fmla="*/ 157 w 43"/>
                  <a:gd name="T5" fmla="*/ 31 h 16"/>
                  <a:gd name="T6" fmla="*/ 152 w 43"/>
                  <a:gd name="T7" fmla="*/ 47 h 16"/>
                  <a:gd name="T8" fmla="*/ 95 w 43"/>
                  <a:gd name="T9" fmla="*/ 53 h 16"/>
                  <a:gd name="T10" fmla="*/ 0 w 43"/>
                  <a:gd name="T11" fmla="*/ 42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3" h="16">
                    <a:moveTo>
                      <a:pt x="0" y="11"/>
                    </a:moveTo>
                    <a:cubicBezTo>
                      <a:pt x="5" y="7"/>
                      <a:pt x="9" y="1"/>
                      <a:pt x="20" y="1"/>
                    </a:cubicBezTo>
                    <a:cubicBezTo>
                      <a:pt x="31" y="0"/>
                      <a:pt x="35" y="7"/>
                      <a:pt x="38" y="8"/>
                    </a:cubicBezTo>
                    <a:cubicBezTo>
                      <a:pt x="43" y="9"/>
                      <a:pt x="40" y="12"/>
                      <a:pt x="37" y="12"/>
                    </a:cubicBezTo>
                    <a:cubicBezTo>
                      <a:pt x="35" y="13"/>
                      <a:pt x="27" y="13"/>
                      <a:pt x="23" y="14"/>
                    </a:cubicBezTo>
                    <a:cubicBezTo>
                      <a:pt x="19" y="16"/>
                      <a:pt x="8" y="16"/>
                      <a:pt x="0" y="1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554" name="Freeform 445">
                <a:extLst>
                  <a:ext uri="{FF2B5EF4-FFF2-40B4-BE49-F238E27FC236}">
                    <a16:creationId xmlns:a16="http://schemas.microsoft.com/office/drawing/2014/main" id="{E94EFA18-B5A9-4FD1-8636-8376B9E4C4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5" y="912"/>
                <a:ext cx="27" cy="24"/>
              </a:xfrm>
              <a:custGeom>
                <a:avLst/>
                <a:gdLst>
                  <a:gd name="T0" fmla="*/ 35 w 17"/>
                  <a:gd name="T1" fmla="*/ 5 h 15"/>
                  <a:gd name="T2" fmla="*/ 13 w 17"/>
                  <a:gd name="T3" fmla="*/ 8 h 15"/>
                  <a:gd name="T4" fmla="*/ 0 w 17"/>
                  <a:gd name="T5" fmla="*/ 29 h 15"/>
                  <a:gd name="T6" fmla="*/ 21 w 17"/>
                  <a:gd name="T7" fmla="*/ 56 h 15"/>
                  <a:gd name="T8" fmla="*/ 40 w 17"/>
                  <a:gd name="T9" fmla="*/ 61 h 15"/>
                  <a:gd name="T10" fmla="*/ 68 w 17"/>
                  <a:gd name="T11" fmla="*/ 29 h 15"/>
                  <a:gd name="T12" fmla="*/ 52 w 17"/>
                  <a:gd name="T13" fmla="*/ 5 h 15"/>
                  <a:gd name="T14" fmla="*/ 35 w 17"/>
                  <a:gd name="T15" fmla="*/ 5 h 1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7" h="15">
                    <a:moveTo>
                      <a:pt x="9" y="1"/>
                    </a:moveTo>
                    <a:cubicBezTo>
                      <a:pt x="6" y="1"/>
                      <a:pt x="4" y="1"/>
                      <a:pt x="3" y="2"/>
                    </a:cubicBezTo>
                    <a:cubicBezTo>
                      <a:pt x="1" y="3"/>
                      <a:pt x="0" y="5"/>
                      <a:pt x="0" y="7"/>
                    </a:cubicBezTo>
                    <a:cubicBezTo>
                      <a:pt x="0" y="10"/>
                      <a:pt x="2" y="13"/>
                      <a:pt x="5" y="14"/>
                    </a:cubicBezTo>
                    <a:cubicBezTo>
                      <a:pt x="7" y="15"/>
                      <a:pt x="8" y="15"/>
                      <a:pt x="10" y="15"/>
                    </a:cubicBezTo>
                    <a:cubicBezTo>
                      <a:pt x="14" y="14"/>
                      <a:pt x="17" y="11"/>
                      <a:pt x="17" y="7"/>
                    </a:cubicBezTo>
                    <a:cubicBezTo>
                      <a:pt x="17" y="4"/>
                      <a:pt x="15" y="2"/>
                      <a:pt x="13" y="1"/>
                    </a:cubicBezTo>
                    <a:cubicBezTo>
                      <a:pt x="12" y="0"/>
                      <a:pt x="10" y="0"/>
                      <a:pt x="9" y="1"/>
                    </a:cubicBezTo>
                  </a:path>
                </a:pathLst>
              </a:custGeom>
              <a:solidFill>
                <a:srgbClr val="558D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555" name="Freeform 446">
                <a:extLst>
                  <a:ext uri="{FF2B5EF4-FFF2-40B4-BE49-F238E27FC236}">
                    <a16:creationId xmlns:a16="http://schemas.microsoft.com/office/drawing/2014/main" id="{C9717023-D56E-4BF0-8DEF-B8B84CD5C2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2" y="912"/>
                <a:ext cx="69" cy="25"/>
              </a:xfrm>
              <a:custGeom>
                <a:avLst/>
                <a:gdLst>
                  <a:gd name="T0" fmla="*/ 178 w 43"/>
                  <a:gd name="T1" fmla="*/ 39 h 16"/>
                  <a:gd name="T2" fmla="*/ 95 w 43"/>
                  <a:gd name="T3" fmla="*/ 5 h 16"/>
                  <a:gd name="T4" fmla="*/ 21 w 43"/>
                  <a:gd name="T5" fmla="*/ 31 h 16"/>
                  <a:gd name="T6" fmla="*/ 26 w 43"/>
                  <a:gd name="T7" fmla="*/ 47 h 16"/>
                  <a:gd name="T8" fmla="*/ 82 w 43"/>
                  <a:gd name="T9" fmla="*/ 53 h 16"/>
                  <a:gd name="T10" fmla="*/ 178 w 43"/>
                  <a:gd name="T11" fmla="*/ 42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3" h="16">
                    <a:moveTo>
                      <a:pt x="43" y="10"/>
                    </a:moveTo>
                    <a:cubicBezTo>
                      <a:pt x="38" y="7"/>
                      <a:pt x="34" y="1"/>
                      <a:pt x="23" y="1"/>
                    </a:cubicBezTo>
                    <a:cubicBezTo>
                      <a:pt x="12" y="0"/>
                      <a:pt x="8" y="7"/>
                      <a:pt x="5" y="8"/>
                    </a:cubicBezTo>
                    <a:cubicBezTo>
                      <a:pt x="0" y="9"/>
                      <a:pt x="3" y="12"/>
                      <a:pt x="6" y="12"/>
                    </a:cubicBezTo>
                    <a:cubicBezTo>
                      <a:pt x="9" y="13"/>
                      <a:pt x="16" y="13"/>
                      <a:pt x="20" y="14"/>
                    </a:cubicBezTo>
                    <a:cubicBezTo>
                      <a:pt x="24" y="16"/>
                      <a:pt x="35" y="16"/>
                      <a:pt x="43" y="1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556" name="Freeform 447">
                <a:extLst>
                  <a:ext uri="{FF2B5EF4-FFF2-40B4-BE49-F238E27FC236}">
                    <a16:creationId xmlns:a16="http://schemas.microsoft.com/office/drawing/2014/main" id="{19A52FA5-E5F6-4FF4-9F19-2861E0B0E7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56" y="912"/>
                <a:ext cx="27" cy="24"/>
              </a:xfrm>
              <a:custGeom>
                <a:avLst/>
                <a:gdLst>
                  <a:gd name="T0" fmla="*/ 33 w 17"/>
                  <a:gd name="T1" fmla="*/ 5 h 15"/>
                  <a:gd name="T2" fmla="*/ 60 w 17"/>
                  <a:gd name="T3" fmla="*/ 8 h 15"/>
                  <a:gd name="T4" fmla="*/ 68 w 17"/>
                  <a:gd name="T5" fmla="*/ 29 h 15"/>
                  <a:gd name="T6" fmla="*/ 48 w 17"/>
                  <a:gd name="T7" fmla="*/ 56 h 15"/>
                  <a:gd name="T8" fmla="*/ 27 w 17"/>
                  <a:gd name="T9" fmla="*/ 61 h 15"/>
                  <a:gd name="T10" fmla="*/ 0 w 17"/>
                  <a:gd name="T11" fmla="*/ 29 h 15"/>
                  <a:gd name="T12" fmla="*/ 16 w 17"/>
                  <a:gd name="T13" fmla="*/ 5 h 15"/>
                  <a:gd name="T14" fmla="*/ 33 w 17"/>
                  <a:gd name="T15" fmla="*/ 5 h 1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7" h="15">
                    <a:moveTo>
                      <a:pt x="8" y="1"/>
                    </a:moveTo>
                    <a:cubicBezTo>
                      <a:pt x="11" y="1"/>
                      <a:pt x="13" y="1"/>
                      <a:pt x="15" y="2"/>
                    </a:cubicBezTo>
                    <a:cubicBezTo>
                      <a:pt x="16" y="3"/>
                      <a:pt x="17" y="5"/>
                      <a:pt x="17" y="7"/>
                    </a:cubicBezTo>
                    <a:cubicBezTo>
                      <a:pt x="17" y="10"/>
                      <a:pt x="15" y="13"/>
                      <a:pt x="12" y="14"/>
                    </a:cubicBezTo>
                    <a:cubicBezTo>
                      <a:pt x="10" y="15"/>
                      <a:pt x="9" y="15"/>
                      <a:pt x="7" y="15"/>
                    </a:cubicBezTo>
                    <a:cubicBezTo>
                      <a:pt x="3" y="14"/>
                      <a:pt x="0" y="11"/>
                      <a:pt x="0" y="7"/>
                    </a:cubicBezTo>
                    <a:cubicBezTo>
                      <a:pt x="0" y="4"/>
                      <a:pt x="2" y="2"/>
                      <a:pt x="4" y="1"/>
                    </a:cubicBezTo>
                    <a:cubicBezTo>
                      <a:pt x="5" y="0"/>
                      <a:pt x="7" y="0"/>
                      <a:pt x="8" y="1"/>
                    </a:cubicBezTo>
                  </a:path>
                </a:pathLst>
              </a:custGeom>
              <a:solidFill>
                <a:srgbClr val="558D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557" name="Freeform 448">
                <a:extLst>
                  <a:ext uri="{FF2B5EF4-FFF2-40B4-BE49-F238E27FC236}">
                    <a16:creationId xmlns:a16="http://schemas.microsoft.com/office/drawing/2014/main" id="{2BADBB65-86B5-4098-ADA4-3E7D1F762C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4" y="3075"/>
                <a:ext cx="75" cy="80"/>
              </a:xfrm>
              <a:custGeom>
                <a:avLst/>
                <a:gdLst>
                  <a:gd name="T0" fmla="*/ 0 w 47"/>
                  <a:gd name="T1" fmla="*/ 144 h 50"/>
                  <a:gd name="T2" fmla="*/ 176 w 47"/>
                  <a:gd name="T3" fmla="*/ 0 h 50"/>
                  <a:gd name="T4" fmla="*/ 158 w 47"/>
                  <a:gd name="T5" fmla="*/ 115 h 50"/>
                  <a:gd name="T6" fmla="*/ 29 w 47"/>
                  <a:gd name="T7" fmla="*/ 158 h 5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7" h="50">
                    <a:moveTo>
                      <a:pt x="0" y="35"/>
                    </a:moveTo>
                    <a:cubicBezTo>
                      <a:pt x="19" y="50"/>
                      <a:pt x="38" y="12"/>
                      <a:pt x="43" y="0"/>
                    </a:cubicBezTo>
                    <a:cubicBezTo>
                      <a:pt x="44" y="10"/>
                      <a:pt x="47" y="19"/>
                      <a:pt x="39" y="28"/>
                    </a:cubicBezTo>
                    <a:cubicBezTo>
                      <a:pt x="32" y="36"/>
                      <a:pt x="18" y="39"/>
                      <a:pt x="7" y="39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558" name="Freeform 449">
                <a:extLst>
                  <a:ext uri="{FF2B5EF4-FFF2-40B4-BE49-F238E27FC236}">
                    <a16:creationId xmlns:a16="http://schemas.microsoft.com/office/drawing/2014/main" id="{316E88DE-1546-44A2-B939-2940E5C25C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58" y="3071"/>
                <a:ext cx="56" cy="79"/>
              </a:xfrm>
              <a:custGeom>
                <a:avLst/>
                <a:gdLst>
                  <a:gd name="T0" fmla="*/ 0 w 35"/>
                  <a:gd name="T1" fmla="*/ 158 h 50"/>
                  <a:gd name="T2" fmla="*/ 110 w 35"/>
                  <a:gd name="T3" fmla="*/ 0 h 50"/>
                  <a:gd name="T4" fmla="*/ 16 w 35"/>
                  <a:gd name="T5" fmla="*/ 164 h 5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5" h="50">
                    <a:moveTo>
                      <a:pt x="0" y="40"/>
                    </a:moveTo>
                    <a:cubicBezTo>
                      <a:pt x="20" y="49"/>
                      <a:pt x="28" y="11"/>
                      <a:pt x="27" y="0"/>
                    </a:cubicBezTo>
                    <a:cubicBezTo>
                      <a:pt x="35" y="16"/>
                      <a:pt x="27" y="50"/>
                      <a:pt x="4" y="42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559" name="Freeform 450">
                <a:extLst>
                  <a:ext uri="{FF2B5EF4-FFF2-40B4-BE49-F238E27FC236}">
                    <a16:creationId xmlns:a16="http://schemas.microsoft.com/office/drawing/2014/main" id="{6D2933C2-38F9-4A73-AF17-9906773C3F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2" y="925"/>
                <a:ext cx="21" cy="44"/>
              </a:xfrm>
              <a:custGeom>
                <a:avLst/>
                <a:gdLst>
                  <a:gd name="T0" fmla="*/ 55 w 13"/>
                  <a:gd name="T1" fmla="*/ 20 h 28"/>
                  <a:gd name="T2" fmla="*/ 47 w 13"/>
                  <a:gd name="T3" fmla="*/ 108 h 2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28">
                    <a:moveTo>
                      <a:pt x="13" y="5"/>
                    </a:moveTo>
                    <a:cubicBezTo>
                      <a:pt x="0" y="0"/>
                      <a:pt x="7" y="26"/>
                      <a:pt x="11" y="28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560" name="Freeform 451">
                <a:extLst>
                  <a:ext uri="{FF2B5EF4-FFF2-40B4-BE49-F238E27FC236}">
                    <a16:creationId xmlns:a16="http://schemas.microsoft.com/office/drawing/2014/main" id="{2A425D6C-9EFE-4AFC-A5FE-8F4F57D7C4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49" y="937"/>
                <a:ext cx="14" cy="34"/>
              </a:xfrm>
              <a:custGeom>
                <a:avLst/>
                <a:gdLst>
                  <a:gd name="T0" fmla="*/ 8 w 9"/>
                  <a:gd name="T1" fmla="*/ 0 h 21"/>
                  <a:gd name="T2" fmla="*/ 0 w 9"/>
                  <a:gd name="T3" fmla="*/ 89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21">
                    <a:moveTo>
                      <a:pt x="2" y="0"/>
                    </a:moveTo>
                    <a:cubicBezTo>
                      <a:pt x="9" y="3"/>
                      <a:pt x="4" y="17"/>
                      <a:pt x="0" y="21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561" name="Freeform 452">
                <a:extLst>
                  <a:ext uri="{FF2B5EF4-FFF2-40B4-BE49-F238E27FC236}">
                    <a16:creationId xmlns:a16="http://schemas.microsoft.com/office/drawing/2014/main" id="{B42CEC11-5EA4-42C2-9DC5-9B1FDBB71D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9" y="2461"/>
                <a:ext cx="68" cy="92"/>
              </a:xfrm>
              <a:custGeom>
                <a:avLst/>
                <a:gdLst>
                  <a:gd name="T0" fmla="*/ 178 w 42"/>
                  <a:gd name="T1" fmla="*/ 0 h 58"/>
                  <a:gd name="T2" fmla="*/ 152 w 42"/>
                  <a:gd name="T3" fmla="*/ 168 h 58"/>
                  <a:gd name="T4" fmla="*/ 0 w 42"/>
                  <a:gd name="T5" fmla="*/ 189 h 58"/>
                  <a:gd name="T6" fmla="*/ 84 w 42"/>
                  <a:gd name="T7" fmla="*/ 176 h 58"/>
                  <a:gd name="T8" fmla="*/ 94 w 42"/>
                  <a:gd name="T9" fmla="*/ 103 h 58"/>
                  <a:gd name="T10" fmla="*/ 162 w 42"/>
                  <a:gd name="T11" fmla="*/ 13 h 5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2" h="58">
                    <a:moveTo>
                      <a:pt x="42" y="0"/>
                    </a:moveTo>
                    <a:cubicBezTo>
                      <a:pt x="41" y="12"/>
                      <a:pt x="42" y="30"/>
                      <a:pt x="36" y="42"/>
                    </a:cubicBezTo>
                    <a:cubicBezTo>
                      <a:pt x="28" y="58"/>
                      <a:pt x="15" y="48"/>
                      <a:pt x="0" y="47"/>
                    </a:cubicBezTo>
                    <a:cubicBezTo>
                      <a:pt x="6" y="47"/>
                      <a:pt x="15" y="48"/>
                      <a:pt x="20" y="44"/>
                    </a:cubicBezTo>
                    <a:cubicBezTo>
                      <a:pt x="27" y="37"/>
                      <a:pt x="21" y="33"/>
                      <a:pt x="22" y="26"/>
                    </a:cubicBezTo>
                    <a:cubicBezTo>
                      <a:pt x="23" y="13"/>
                      <a:pt x="34" y="11"/>
                      <a:pt x="38" y="3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562" name="Freeform 453">
                <a:extLst>
                  <a:ext uri="{FF2B5EF4-FFF2-40B4-BE49-F238E27FC236}">
                    <a16:creationId xmlns:a16="http://schemas.microsoft.com/office/drawing/2014/main" id="{02D129D4-FF38-48DF-80AF-9533FB7EEE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1330"/>
                <a:ext cx="101" cy="395"/>
              </a:xfrm>
              <a:custGeom>
                <a:avLst/>
                <a:gdLst>
                  <a:gd name="T0" fmla="*/ 0 w 63"/>
                  <a:gd name="T1" fmla="*/ 0 h 247"/>
                  <a:gd name="T2" fmla="*/ 183 w 63"/>
                  <a:gd name="T3" fmla="*/ 321 h 247"/>
                  <a:gd name="T4" fmla="*/ 213 w 63"/>
                  <a:gd name="T5" fmla="*/ 716 h 247"/>
                  <a:gd name="T6" fmla="*/ 260 w 63"/>
                  <a:gd name="T7" fmla="*/ 1011 h 247"/>
                  <a:gd name="T8" fmla="*/ 162 w 63"/>
                  <a:gd name="T9" fmla="*/ 675 h 247"/>
                  <a:gd name="T10" fmla="*/ 0 w 63"/>
                  <a:gd name="T11" fmla="*/ 0 h 24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3" h="247">
                    <a:moveTo>
                      <a:pt x="0" y="0"/>
                    </a:moveTo>
                    <a:cubicBezTo>
                      <a:pt x="14" y="5"/>
                      <a:pt x="31" y="23"/>
                      <a:pt x="44" y="79"/>
                    </a:cubicBezTo>
                    <a:cubicBezTo>
                      <a:pt x="57" y="135"/>
                      <a:pt x="53" y="158"/>
                      <a:pt x="52" y="175"/>
                    </a:cubicBezTo>
                    <a:cubicBezTo>
                      <a:pt x="51" y="192"/>
                      <a:pt x="60" y="222"/>
                      <a:pt x="63" y="247"/>
                    </a:cubicBezTo>
                    <a:cubicBezTo>
                      <a:pt x="59" y="218"/>
                      <a:pt x="42" y="188"/>
                      <a:pt x="39" y="165"/>
                    </a:cubicBezTo>
                    <a:cubicBezTo>
                      <a:pt x="36" y="142"/>
                      <a:pt x="32" y="23"/>
                      <a:pt x="0" y="0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563" name="Freeform 454">
                <a:extLst>
                  <a:ext uri="{FF2B5EF4-FFF2-40B4-BE49-F238E27FC236}">
                    <a16:creationId xmlns:a16="http://schemas.microsoft.com/office/drawing/2014/main" id="{73B1A0FC-97F1-4C40-B515-1327FA7D9C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91" y="1929"/>
                <a:ext cx="32" cy="356"/>
              </a:xfrm>
              <a:custGeom>
                <a:avLst/>
                <a:gdLst>
                  <a:gd name="T0" fmla="*/ 13 w 20"/>
                  <a:gd name="T1" fmla="*/ 398 h 223"/>
                  <a:gd name="T2" fmla="*/ 82 w 20"/>
                  <a:gd name="T3" fmla="*/ 907 h 223"/>
                  <a:gd name="T4" fmla="*/ 48 w 20"/>
                  <a:gd name="T5" fmla="*/ 444 h 223"/>
                  <a:gd name="T6" fmla="*/ 5 w 20"/>
                  <a:gd name="T7" fmla="*/ 0 h 223"/>
                  <a:gd name="T8" fmla="*/ 13 w 20"/>
                  <a:gd name="T9" fmla="*/ 398 h 2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223">
                    <a:moveTo>
                      <a:pt x="3" y="98"/>
                    </a:moveTo>
                    <a:cubicBezTo>
                      <a:pt x="4" y="117"/>
                      <a:pt x="13" y="196"/>
                      <a:pt x="20" y="223"/>
                    </a:cubicBezTo>
                    <a:cubicBezTo>
                      <a:pt x="18" y="207"/>
                      <a:pt x="13" y="160"/>
                      <a:pt x="12" y="109"/>
                    </a:cubicBezTo>
                    <a:cubicBezTo>
                      <a:pt x="11" y="58"/>
                      <a:pt x="6" y="23"/>
                      <a:pt x="1" y="0"/>
                    </a:cubicBezTo>
                    <a:cubicBezTo>
                      <a:pt x="0" y="24"/>
                      <a:pt x="2" y="76"/>
                      <a:pt x="3" y="98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564" name="Freeform 455">
                <a:extLst>
                  <a:ext uri="{FF2B5EF4-FFF2-40B4-BE49-F238E27FC236}">
                    <a16:creationId xmlns:a16="http://schemas.microsoft.com/office/drawing/2014/main" id="{E2A41514-CFA3-445E-8319-65165A08BA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42" y="1910"/>
                <a:ext cx="101" cy="84"/>
              </a:xfrm>
              <a:custGeom>
                <a:avLst/>
                <a:gdLst>
                  <a:gd name="T0" fmla="*/ 55 w 63"/>
                  <a:gd name="T1" fmla="*/ 35 h 53"/>
                  <a:gd name="T2" fmla="*/ 260 w 63"/>
                  <a:gd name="T3" fmla="*/ 55 h 53"/>
                  <a:gd name="T4" fmla="*/ 144 w 63"/>
                  <a:gd name="T5" fmla="*/ 52 h 53"/>
                  <a:gd name="T6" fmla="*/ 0 w 63"/>
                  <a:gd name="T7" fmla="*/ 25 h 5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3" h="53">
                    <a:moveTo>
                      <a:pt x="13" y="9"/>
                    </a:moveTo>
                    <a:cubicBezTo>
                      <a:pt x="28" y="10"/>
                      <a:pt x="57" y="53"/>
                      <a:pt x="63" y="14"/>
                    </a:cubicBezTo>
                    <a:cubicBezTo>
                      <a:pt x="55" y="26"/>
                      <a:pt x="44" y="19"/>
                      <a:pt x="35" y="13"/>
                    </a:cubicBezTo>
                    <a:cubicBezTo>
                      <a:pt x="25" y="6"/>
                      <a:pt x="12" y="0"/>
                      <a:pt x="0" y="6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565" name="Freeform 456">
                <a:extLst>
                  <a:ext uri="{FF2B5EF4-FFF2-40B4-BE49-F238E27FC236}">
                    <a16:creationId xmlns:a16="http://schemas.microsoft.com/office/drawing/2014/main" id="{75F29D51-AE0E-4D98-B790-5B033F9EAF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8" y="1913"/>
                <a:ext cx="88" cy="74"/>
              </a:xfrm>
              <a:custGeom>
                <a:avLst/>
                <a:gdLst>
                  <a:gd name="T0" fmla="*/ 13 w 55"/>
                  <a:gd name="T1" fmla="*/ 90 h 46"/>
                  <a:gd name="T2" fmla="*/ 226 w 55"/>
                  <a:gd name="T3" fmla="*/ 37 h 46"/>
                  <a:gd name="T4" fmla="*/ 0 w 55"/>
                  <a:gd name="T5" fmla="*/ 82 h 4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5" h="46">
                    <a:moveTo>
                      <a:pt x="3" y="22"/>
                    </a:moveTo>
                    <a:cubicBezTo>
                      <a:pt x="11" y="46"/>
                      <a:pt x="43" y="8"/>
                      <a:pt x="55" y="9"/>
                    </a:cubicBezTo>
                    <a:cubicBezTo>
                      <a:pt x="32" y="0"/>
                      <a:pt x="20" y="27"/>
                      <a:pt x="0" y="20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566" name="Freeform 457">
                <a:extLst>
                  <a:ext uri="{FF2B5EF4-FFF2-40B4-BE49-F238E27FC236}">
                    <a16:creationId xmlns:a16="http://schemas.microsoft.com/office/drawing/2014/main" id="{CC57BB94-CE21-433E-B49B-745A806B38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4" y="1531"/>
                <a:ext cx="42" cy="390"/>
              </a:xfrm>
              <a:custGeom>
                <a:avLst/>
                <a:gdLst>
                  <a:gd name="T0" fmla="*/ 97 w 26"/>
                  <a:gd name="T1" fmla="*/ 0 h 244"/>
                  <a:gd name="T2" fmla="*/ 97 w 26"/>
                  <a:gd name="T3" fmla="*/ 424 h 244"/>
                  <a:gd name="T4" fmla="*/ 42 w 26"/>
                  <a:gd name="T5" fmla="*/ 874 h 244"/>
                  <a:gd name="T6" fmla="*/ 26 w 26"/>
                  <a:gd name="T7" fmla="*/ 996 h 244"/>
                  <a:gd name="T8" fmla="*/ 34 w 26"/>
                  <a:gd name="T9" fmla="*/ 585 h 244"/>
                  <a:gd name="T10" fmla="*/ 97 w 26"/>
                  <a:gd name="T11" fmla="*/ 0 h 24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6" h="244">
                    <a:moveTo>
                      <a:pt x="23" y="0"/>
                    </a:moveTo>
                    <a:cubicBezTo>
                      <a:pt x="25" y="18"/>
                      <a:pt x="25" y="71"/>
                      <a:pt x="23" y="104"/>
                    </a:cubicBezTo>
                    <a:cubicBezTo>
                      <a:pt x="21" y="137"/>
                      <a:pt x="14" y="196"/>
                      <a:pt x="10" y="214"/>
                    </a:cubicBezTo>
                    <a:cubicBezTo>
                      <a:pt x="6" y="232"/>
                      <a:pt x="6" y="244"/>
                      <a:pt x="6" y="244"/>
                    </a:cubicBezTo>
                    <a:cubicBezTo>
                      <a:pt x="0" y="218"/>
                      <a:pt x="7" y="160"/>
                      <a:pt x="8" y="143"/>
                    </a:cubicBezTo>
                    <a:cubicBezTo>
                      <a:pt x="9" y="126"/>
                      <a:pt x="26" y="23"/>
                      <a:pt x="23" y="0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567" name="Line 458">
                <a:extLst>
                  <a:ext uri="{FF2B5EF4-FFF2-40B4-BE49-F238E27FC236}">
                    <a16:creationId xmlns:a16="http://schemas.microsoft.com/office/drawing/2014/main" id="{F3559003-775B-4CA9-B2B7-80567D6C8B2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471" y="2378"/>
                <a:ext cx="1" cy="1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568" name="Line 459">
                <a:extLst>
                  <a:ext uri="{FF2B5EF4-FFF2-40B4-BE49-F238E27FC236}">
                    <a16:creationId xmlns:a16="http://schemas.microsoft.com/office/drawing/2014/main" id="{AF3E0362-1A12-438E-86D9-E95D3F0E0DF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471" y="2378"/>
                <a:ext cx="1" cy="1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569" name="Freeform 460">
                <a:extLst>
                  <a:ext uri="{FF2B5EF4-FFF2-40B4-BE49-F238E27FC236}">
                    <a16:creationId xmlns:a16="http://schemas.microsoft.com/office/drawing/2014/main" id="{6A91273D-946A-479D-921C-0DB913729F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0" y="1302"/>
                <a:ext cx="122" cy="320"/>
              </a:xfrm>
              <a:custGeom>
                <a:avLst/>
                <a:gdLst>
                  <a:gd name="T0" fmla="*/ 315 w 76"/>
                  <a:gd name="T1" fmla="*/ 0 h 201"/>
                  <a:gd name="T2" fmla="*/ 67 w 76"/>
                  <a:gd name="T3" fmla="*/ 266 h 201"/>
                  <a:gd name="T4" fmla="*/ 5 w 76"/>
                  <a:gd name="T5" fmla="*/ 654 h 201"/>
                  <a:gd name="T6" fmla="*/ 8 w 76"/>
                  <a:gd name="T7" fmla="*/ 810 h 201"/>
                  <a:gd name="T8" fmla="*/ 75 w 76"/>
                  <a:gd name="T9" fmla="*/ 449 h 201"/>
                  <a:gd name="T10" fmla="*/ 315 w 76"/>
                  <a:gd name="T11" fmla="*/ 0 h 20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6" h="201">
                    <a:moveTo>
                      <a:pt x="76" y="0"/>
                    </a:moveTo>
                    <a:cubicBezTo>
                      <a:pt x="57" y="0"/>
                      <a:pt x="29" y="22"/>
                      <a:pt x="16" y="66"/>
                    </a:cubicBezTo>
                    <a:cubicBezTo>
                      <a:pt x="3" y="110"/>
                      <a:pt x="2" y="146"/>
                      <a:pt x="1" y="162"/>
                    </a:cubicBezTo>
                    <a:cubicBezTo>
                      <a:pt x="0" y="178"/>
                      <a:pt x="5" y="190"/>
                      <a:pt x="2" y="201"/>
                    </a:cubicBezTo>
                    <a:cubicBezTo>
                      <a:pt x="6" y="185"/>
                      <a:pt x="12" y="130"/>
                      <a:pt x="18" y="111"/>
                    </a:cubicBezTo>
                    <a:cubicBezTo>
                      <a:pt x="24" y="92"/>
                      <a:pt x="34" y="7"/>
                      <a:pt x="76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570" name="Freeform 461">
                <a:extLst>
                  <a:ext uri="{FF2B5EF4-FFF2-40B4-BE49-F238E27FC236}">
                    <a16:creationId xmlns:a16="http://schemas.microsoft.com/office/drawing/2014/main" id="{C4561798-BF7E-4353-B24B-32A1BC9AA2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0" y="1945"/>
                <a:ext cx="27" cy="326"/>
              </a:xfrm>
              <a:custGeom>
                <a:avLst/>
                <a:gdLst>
                  <a:gd name="T0" fmla="*/ 0 w 17"/>
                  <a:gd name="T1" fmla="*/ 833 h 204"/>
                  <a:gd name="T2" fmla="*/ 25 w 17"/>
                  <a:gd name="T3" fmla="*/ 452 h 204"/>
                  <a:gd name="T4" fmla="*/ 60 w 17"/>
                  <a:gd name="T5" fmla="*/ 0 h 204"/>
                  <a:gd name="T6" fmla="*/ 64 w 17"/>
                  <a:gd name="T7" fmla="*/ 340 h 204"/>
                  <a:gd name="T8" fmla="*/ 0 w 17"/>
                  <a:gd name="T9" fmla="*/ 833 h 20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204">
                    <a:moveTo>
                      <a:pt x="0" y="204"/>
                    </a:moveTo>
                    <a:cubicBezTo>
                      <a:pt x="0" y="198"/>
                      <a:pt x="6" y="148"/>
                      <a:pt x="6" y="111"/>
                    </a:cubicBezTo>
                    <a:cubicBezTo>
                      <a:pt x="6" y="70"/>
                      <a:pt x="9" y="29"/>
                      <a:pt x="15" y="0"/>
                    </a:cubicBezTo>
                    <a:cubicBezTo>
                      <a:pt x="12" y="18"/>
                      <a:pt x="15" y="56"/>
                      <a:pt x="16" y="83"/>
                    </a:cubicBezTo>
                    <a:cubicBezTo>
                      <a:pt x="17" y="110"/>
                      <a:pt x="9" y="179"/>
                      <a:pt x="0" y="20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571" name="Freeform 462">
                <a:extLst>
                  <a:ext uri="{FF2B5EF4-FFF2-40B4-BE49-F238E27FC236}">
                    <a16:creationId xmlns:a16="http://schemas.microsoft.com/office/drawing/2014/main" id="{09CE01FA-3B34-4520-81B3-7023FF7795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4" y="2473"/>
                <a:ext cx="57" cy="484"/>
              </a:xfrm>
              <a:custGeom>
                <a:avLst/>
                <a:gdLst>
                  <a:gd name="T0" fmla="*/ 60 w 35"/>
                  <a:gd name="T1" fmla="*/ 586 h 303"/>
                  <a:gd name="T2" fmla="*/ 151 w 35"/>
                  <a:gd name="T3" fmla="*/ 1235 h 303"/>
                  <a:gd name="T4" fmla="*/ 34 w 35"/>
                  <a:gd name="T5" fmla="*/ 773 h 303"/>
                  <a:gd name="T6" fmla="*/ 55 w 35"/>
                  <a:gd name="T7" fmla="*/ 0 h 303"/>
                  <a:gd name="T8" fmla="*/ 60 w 35"/>
                  <a:gd name="T9" fmla="*/ 586 h 30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" h="303">
                    <a:moveTo>
                      <a:pt x="14" y="144"/>
                    </a:moveTo>
                    <a:cubicBezTo>
                      <a:pt x="13" y="179"/>
                      <a:pt x="30" y="282"/>
                      <a:pt x="35" y="303"/>
                    </a:cubicBezTo>
                    <a:cubicBezTo>
                      <a:pt x="26" y="280"/>
                      <a:pt x="16" y="250"/>
                      <a:pt x="8" y="190"/>
                    </a:cubicBezTo>
                    <a:cubicBezTo>
                      <a:pt x="0" y="130"/>
                      <a:pt x="3" y="44"/>
                      <a:pt x="13" y="0"/>
                    </a:cubicBezTo>
                    <a:cubicBezTo>
                      <a:pt x="11" y="35"/>
                      <a:pt x="17" y="116"/>
                      <a:pt x="14" y="14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572" name="Freeform 463">
                <a:extLst>
                  <a:ext uri="{FF2B5EF4-FFF2-40B4-BE49-F238E27FC236}">
                    <a16:creationId xmlns:a16="http://schemas.microsoft.com/office/drawing/2014/main" id="{10DAE929-E47C-47FE-B171-76048934EB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65" y="2440"/>
                <a:ext cx="53" cy="481"/>
              </a:xfrm>
              <a:custGeom>
                <a:avLst/>
                <a:gdLst>
                  <a:gd name="T0" fmla="*/ 69 w 33"/>
                  <a:gd name="T1" fmla="*/ 559 h 301"/>
                  <a:gd name="T2" fmla="*/ 0 w 33"/>
                  <a:gd name="T3" fmla="*/ 1229 h 301"/>
                  <a:gd name="T4" fmla="*/ 80 w 33"/>
                  <a:gd name="T5" fmla="*/ 751 h 301"/>
                  <a:gd name="T6" fmla="*/ 95 w 33"/>
                  <a:gd name="T7" fmla="*/ 0 h 301"/>
                  <a:gd name="T8" fmla="*/ 69 w 33"/>
                  <a:gd name="T9" fmla="*/ 559 h 30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3" h="301">
                    <a:moveTo>
                      <a:pt x="17" y="137"/>
                    </a:moveTo>
                    <a:cubicBezTo>
                      <a:pt x="18" y="172"/>
                      <a:pt x="5" y="280"/>
                      <a:pt x="0" y="301"/>
                    </a:cubicBezTo>
                    <a:cubicBezTo>
                      <a:pt x="9" y="278"/>
                      <a:pt x="11" y="244"/>
                      <a:pt x="19" y="184"/>
                    </a:cubicBezTo>
                    <a:cubicBezTo>
                      <a:pt x="27" y="124"/>
                      <a:pt x="33" y="44"/>
                      <a:pt x="23" y="0"/>
                    </a:cubicBezTo>
                    <a:cubicBezTo>
                      <a:pt x="26" y="58"/>
                      <a:pt x="16" y="130"/>
                      <a:pt x="17" y="137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573" name="Freeform 464">
                <a:extLst>
                  <a:ext uri="{FF2B5EF4-FFF2-40B4-BE49-F238E27FC236}">
                    <a16:creationId xmlns:a16="http://schemas.microsoft.com/office/drawing/2014/main" id="{C321EACF-7835-49B7-986F-0DE3CAA1BF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0" y="3285"/>
                <a:ext cx="83" cy="447"/>
              </a:xfrm>
              <a:custGeom>
                <a:avLst/>
                <a:gdLst>
                  <a:gd name="T0" fmla="*/ 48 w 52"/>
                  <a:gd name="T1" fmla="*/ 0 h 280"/>
                  <a:gd name="T2" fmla="*/ 56 w 52"/>
                  <a:gd name="T3" fmla="*/ 599 h 280"/>
                  <a:gd name="T4" fmla="*/ 211 w 52"/>
                  <a:gd name="T5" fmla="*/ 1140 h 280"/>
                  <a:gd name="T6" fmla="*/ 97 w 52"/>
                  <a:gd name="T7" fmla="*/ 578 h 280"/>
                  <a:gd name="T8" fmla="*/ 48 w 52"/>
                  <a:gd name="T9" fmla="*/ 0 h 28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2" h="280">
                    <a:moveTo>
                      <a:pt x="12" y="0"/>
                    </a:moveTo>
                    <a:cubicBezTo>
                      <a:pt x="11" y="34"/>
                      <a:pt x="0" y="81"/>
                      <a:pt x="14" y="147"/>
                    </a:cubicBezTo>
                    <a:cubicBezTo>
                      <a:pt x="28" y="213"/>
                      <a:pt x="47" y="258"/>
                      <a:pt x="52" y="280"/>
                    </a:cubicBezTo>
                    <a:cubicBezTo>
                      <a:pt x="46" y="251"/>
                      <a:pt x="28" y="168"/>
                      <a:pt x="24" y="142"/>
                    </a:cubicBezTo>
                    <a:cubicBezTo>
                      <a:pt x="20" y="116"/>
                      <a:pt x="10" y="37"/>
                      <a:pt x="12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574" name="Freeform 465">
                <a:extLst>
                  <a:ext uri="{FF2B5EF4-FFF2-40B4-BE49-F238E27FC236}">
                    <a16:creationId xmlns:a16="http://schemas.microsoft.com/office/drawing/2014/main" id="{99CCF54B-3AD7-46D2-AC02-022EBBD182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5" y="2587"/>
                <a:ext cx="58" cy="589"/>
              </a:xfrm>
              <a:custGeom>
                <a:avLst/>
                <a:gdLst>
                  <a:gd name="T0" fmla="*/ 34 w 36"/>
                  <a:gd name="T1" fmla="*/ 838 h 369"/>
                  <a:gd name="T2" fmla="*/ 13 w 36"/>
                  <a:gd name="T3" fmla="*/ 1500 h 369"/>
                  <a:gd name="T4" fmla="*/ 63 w 36"/>
                  <a:gd name="T5" fmla="*/ 988 h 369"/>
                  <a:gd name="T6" fmla="*/ 150 w 36"/>
                  <a:gd name="T7" fmla="*/ 0 h 369"/>
                  <a:gd name="T8" fmla="*/ 34 w 36"/>
                  <a:gd name="T9" fmla="*/ 838 h 36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" h="369">
                    <a:moveTo>
                      <a:pt x="8" y="206"/>
                    </a:moveTo>
                    <a:cubicBezTo>
                      <a:pt x="0" y="256"/>
                      <a:pt x="4" y="336"/>
                      <a:pt x="3" y="369"/>
                    </a:cubicBezTo>
                    <a:cubicBezTo>
                      <a:pt x="1" y="344"/>
                      <a:pt x="5" y="324"/>
                      <a:pt x="15" y="243"/>
                    </a:cubicBezTo>
                    <a:cubicBezTo>
                      <a:pt x="25" y="162"/>
                      <a:pt x="36" y="30"/>
                      <a:pt x="36" y="0"/>
                    </a:cubicBezTo>
                    <a:cubicBezTo>
                      <a:pt x="33" y="14"/>
                      <a:pt x="13" y="144"/>
                      <a:pt x="8" y="206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575" name="Freeform 466">
                <a:extLst>
                  <a:ext uri="{FF2B5EF4-FFF2-40B4-BE49-F238E27FC236}">
                    <a16:creationId xmlns:a16="http://schemas.microsoft.com/office/drawing/2014/main" id="{DD77D9F5-8A26-4F4D-A10E-CEF9DCB8A8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6" y="3227"/>
                <a:ext cx="35" cy="417"/>
              </a:xfrm>
              <a:custGeom>
                <a:avLst/>
                <a:gdLst>
                  <a:gd name="T0" fmla="*/ 29 w 22"/>
                  <a:gd name="T1" fmla="*/ 0 h 261"/>
                  <a:gd name="T2" fmla="*/ 84 w 22"/>
                  <a:gd name="T3" fmla="*/ 518 h 261"/>
                  <a:gd name="T4" fmla="*/ 33 w 22"/>
                  <a:gd name="T5" fmla="*/ 1064 h 261"/>
                  <a:gd name="T6" fmla="*/ 46 w 22"/>
                  <a:gd name="T7" fmla="*/ 396 h 261"/>
                  <a:gd name="T8" fmla="*/ 29 w 22"/>
                  <a:gd name="T9" fmla="*/ 0 h 26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261">
                    <a:moveTo>
                      <a:pt x="7" y="0"/>
                    </a:moveTo>
                    <a:cubicBezTo>
                      <a:pt x="12" y="24"/>
                      <a:pt x="22" y="92"/>
                      <a:pt x="21" y="127"/>
                    </a:cubicBezTo>
                    <a:cubicBezTo>
                      <a:pt x="20" y="162"/>
                      <a:pt x="11" y="204"/>
                      <a:pt x="8" y="261"/>
                    </a:cubicBezTo>
                    <a:cubicBezTo>
                      <a:pt x="3" y="235"/>
                      <a:pt x="12" y="127"/>
                      <a:pt x="11" y="97"/>
                    </a:cubicBezTo>
                    <a:cubicBezTo>
                      <a:pt x="10" y="67"/>
                      <a:pt x="0" y="7"/>
                      <a:pt x="7" y="0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576" name="Freeform 467">
                <a:extLst>
                  <a:ext uri="{FF2B5EF4-FFF2-40B4-BE49-F238E27FC236}">
                    <a16:creationId xmlns:a16="http://schemas.microsoft.com/office/drawing/2014/main" id="{73CB1938-6A32-404F-A590-EA999B7E32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6" y="3802"/>
                <a:ext cx="39" cy="185"/>
              </a:xfrm>
              <a:custGeom>
                <a:avLst/>
                <a:gdLst>
                  <a:gd name="T0" fmla="*/ 55 w 24"/>
                  <a:gd name="T1" fmla="*/ 46 h 116"/>
                  <a:gd name="T2" fmla="*/ 55 w 24"/>
                  <a:gd name="T3" fmla="*/ 150 h 116"/>
                  <a:gd name="T4" fmla="*/ 88 w 24"/>
                  <a:gd name="T5" fmla="*/ 236 h 116"/>
                  <a:gd name="T6" fmla="*/ 39 w 24"/>
                  <a:gd name="T7" fmla="*/ 470 h 116"/>
                  <a:gd name="T8" fmla="*/ 60 w 24"/>
                  <a:gd name="T9" fmla="*/ 337 h 116"/>
                  <a:gd name="T10" fmla="*/ 60 w 24"/>
                  <a:gd name="T11" fmla="*/ 292 h 116"/>
                  <a:gd name="T12" fmla="*/ 18 w 24"/>
                  <a:gd name="T13" fmla="*/ 266 h 116"/>
                  <a:gd name="T14" fmla="*/ 29 w 24"/>
                  <a:gd name="T15" fmla="*/ 175 h 116"/>
                  <a:gd name="T16" fmla="*/ 47 w 24"/>
                  <a:gd name="T17" fmla="*/ 0 h 11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4" h="116">
                    <a:moveTo>
                      <a:pt x="13" y="11"/>
                    </a:moveTo>
                    <a:cubicBezTo>
                      <a:pt x="16" y="20"/>
                      <a:pt x="11" y="28"/>
                      <a:pt x="13" y="37"/>
                    </a:cubicBezTo>
                    <a:cubicBezTo>
                      <a:pt x="14" y="44"/>
                      <a:pt x="18" y="51"/>
                      <a:pt x="20" y="58"/>
                    </a:cubicBezTo>
                    <a:cubicBezTo>
                      <a:pt x="24" y="80"/>
                      <a:pt x="17" y="95"/>
                      <a:pt x="9" y="116"/>
                    </a:cubicBezTo>
                    <a:cubicBezTo>
                      <a:pt x="8" y="105"/>
                      <a:pt x="13" y="93"/>
                      <a:pt x="14" y="83"/>
                    </a:cubicBezTo>
                    <a:cubicBezTo>
                      <a:pt x="14" y="79"/>
                      <a:pt x="16" y="75"/>
                      <a:pt x="14" y="72"/>
                    </a:cubicBezTo>
                    <a:cubicBezTo>
                      <a:pt x="11" y="66"/>
                      <a:pt x="6" y="69"/>
                      <a:pt x="4" y="66"/>
                    </a:cubicBezTo>
                    <a:cubicBezTo>
                      <a:pt x="0" y="61"/>
                      <a:pt x="6" y="49"/>
                      <a:pt x="7" y="43"/>
                    </a:cubicBezTo>
                    <a:cubicBezTo>
                      <a:pt x="9" y="29"/>
                      <a:pt x="10" y="13"/>
                      <a:pt x="11" y="0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577" name="Freeform 468">
                <a:extLst>
                  <a:ext uri="{FF2B5EF4-FFF2-40B4-BE49-F238E27FC236}">
                    <a16:creationId xmlns:a16="http://schemas.microsoft.com/office/drawing/2014/main" id="{277D5B96-7225-470D-AA8A-DD00932A8B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5" y="3971"/>
                <a:ext cx="77" cy="86"/>
              </a:xfrm>
              <a:custGeom>
                <a:avLst/>
                <a:gdLst>
                  <a:gd name="T0" fmla="*/ 35 w 48"/>
                  <a:gd name="T1" fmla="*/ 218 h 54"/>
                  <a:gd name="T2" fmla="*/ 157 w 48"/>
                  <a:gd name="T3" fmla="*/ 158 h 54"/>
                  <a:gd name="T4" fmla="*/ 186 w 48"/>
                  <a:gd name="T5" fmla="*/ 0 h 54"/>
                  <a:gd name="T6" fmla="*/ 107 w 48"/>
                  <a:gd name="T7" fmla="*/ 108 h 54"/>
                  <a:gd name="T8" fmla="*/ 0 w 48"/>
                  <a:gd name="T9" fmla="*/ 202 h 5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8" h="54">
                    <a:moveTo>
                      <a:pt x="9" y="54"/>
                    </a:moveTo>
                    <a:cubicBezTo>
                      <a:pt x="22" y="53"/>
                      <a:pt x="30" y="49"/>
                      <a:pt x="38" y="39"/>
                    </a:cubicBezTo>
                    <a:cubicBezTo>
                      <a:pt x="48" y="26"/>
                      <a:pt x="45" y="15"/>
                      <a:pt x="45" y="0"/>
                    </a:cubicBezTo>
                    <a:cubicBezTo>
                      <a:pt x="38" y="9"/>
                      <a:pt x="42" y="28"/>
                      <a:pt x="26" y="27"/>
                    </a:cubicBezTo>
                    <a:cubicBezTo>
                      <a:pt x="27" y="43"/>
                      <a:pt x="14" y="47"/>
                      <a:pt x="0" y="50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578" name="Freeform 469">
                <a:extLst>
                  <a:ext uri="{FF2B5EF4-FFF2-40B4-BE49-F238E27FC236}">
                    <a16:creationId xmlns:a16="http://schemas.microsoft.com/office/drawing/2014/main" id="{2A1562FA-3184-405D-8DC5-94D142A99B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9" y="3944"/>
                <a:ext cx="68" cy="109"/>
              </a:xfrm>
              <a:custGeom>
                <a:avLst/>
                <a:gdLst>
                  <a:gd name="T0" fmla="*/ 0 w 42"/>
                  <a:gd name="T1" fmla="*/ 8 h 68"/>
                  <a:gd name="T2" fmla="*/ 26 w 42"/>
                  <a:gd name="T3" fmla="*/ 123 h 68"/>
                  <a:gd name="T4" fmla="*/ 50 w 42"/>
                  <a:gd name="T5" fmla="*/ 210 h 68"/>
                  <a:gd name="T6" fmla="*/ 102 w 42"/>
                  <a:gd name="T7" fmla="*/ 273 h 68"/>
                  <a:gd name="T8" fmla="*/ 178 w 42"/>
                  <a:gd name="T9" fmla="*/ 260 h 68"/>
                  <a:gd name="T10" fmla="*/ 84 w 42"/>
                  <a:gd name="T11" fmla="*/ 149 h 68"/>
                  <a:gd name="T12" fmla="*/ 50 w 42"/>
                  <a:gd name="T13" fmla="*/ 82 h 68"/>
                  <a:gd name="T14" fmla="*/ 13 w 42"/>
                  <a:gd name="T15" fmla="*/ 0 h 6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2" h="68">
                    <a:moveTo>
                      <a:pt x="0" y="2"/>
                    </a:moveTo>
                    <a:cubicBezTo>
                      <a:pt x="7" y="9"/>
                      <a:pt x="6" y="21"/>
                      <a:pt x="6" y="30"/>
                    </a:cubicBezTo>
                    <a:cubicBezTo>
                      <a:pt x="6" y="40"/>
                      <a:pt x="8" y="42"/>
                      <a:pt x="12" y="51"/>
                    </a:cubicBezTo>
                    <a:cubicBezTo>
                      <a:pt x="15" y="59"/>
                      <a:pt x="13" y="63"/>
                      <a:pt x="24" y="66"/>
                    </a:cubicBezTo>
                    <a:cubicBezTo>
                      <a:pt x="29" y="67"/>
                      <a:pt x="39" y="68"/>
                      <a:pt x="42" y="63"/>
                    </a:cubicBezTo>
                    <a:cubicBezTo>
                      <a:pt x="21" y="65"/>
                      <a:pt x="18" y="52"/>
                      <a:pt x="20" y="36"/>
                    </a:cubicBezTo>
                    <a:cubicBezTo>
                      <a:pt x="14" y="34"/>
                      <a:pt x="14" y="25"/>
                      <a:pt x="12" y="20"/>
                    </a:cubicBezTo>
                    <a:cubicBezTo>
                      <a:pt x="10" y="14"/>
                      <a:pt x="1" y="7"/>
                      <a:pt x="3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579" name="Freeform 470">
                <a:extLst>
                  <a:ext uri="{FF2B5EF4-FFF2-40B4-BE49-F238E27FC236}">
                    <a16:creationId xmlns:a16="http://schemas.microsoft.com/office/drawing/2014/main" id="{628235D8-7693-4C75-BAB6-1642DBBAA4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8" y="3235"/>
                <a:ext cx="29" cy="455"/>
              </a:xfrm>
              <a:custGeom>
                <a:avLst/>
                <a:gdLst>
                  <a:gd name="T0" fmla="*/ 71 w 18"/>
                  <a:gd name="T1" fmla="*/ 1124 h 285"/>
                  <a:gd name="T2" fmla="*/ 21 w 18"/>
                  <a:gd name="T3" fmla="*/ 623 h 285"/>
                  <a:gd name="T4" fmla="*/ 68 w 18"/>
                  <a:gd name="T5" fmla="*/ 0 h 285"/>
                  <a:gd name="T6" fmla="*/ 68 w 18"/>
                  <a:gd name="T7" fmla="*/ 458 h 285"/>
                  <a:gd name="T8" fmla="*/ 71 w 18"/>
                  <a:gd name="T9" fmla="*/ 1124 h 28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285">
                    <a:moveTo>
                      <a:pt x="17" y="276"/>
                    </a:moveTo>
                    <a:cubicBezTo>
                      <a:pt x="16" y="285"/>
                      <a:pt x="10" y="209"/>
                      <a:pt x="5" y="153"/>
                    </a:cubicBezTo>
                    <a:cubicBezTo>
                      <a:pt x="0" y="97"/>
                      <a:pt x="7" y="38"/>
                      <a:pt x="16" y="0"/>
                    </a:cubicBezTo>
                    <a:cubicBezTo>
                      <a:pt x="15" y="13"/>
                      <a:pt x="14" y="87"/>
                      <a:pt x="16" y="113"/>
                    </a:cubicBezTo>
                    <a:cubicBezTo>
                      <a:pt x="18" y="139"/>
                      <a:pt x="18" y="267"/>
                      <a:pt x="17" y="27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580" name="Freeform 471">
                <a:extLst>
                  <a:ext uri="{FF2B5EF4-FFF2-40B4-BE49-F238E27FC236}">
                    <a16:creationId xmlns:a16="http://schemas.microsoft.com/office/drawing/2014/main" id="{E718ED10-40EC-4A84-9E20-4C8C82CE5D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73" y="3286"/>
                <a:ext cx="64" cy="407"/>
              </a:xfrm>
              <a:custGeom>
                <a:avLst/>
                <a:gdLst>
                  <a:gd name="T0" fmla="*/ 0 w 40"/>
                  <a:gd name="T1" fmla="*/ 1037 h 255"/>
                  <a:gd name="T2" fmla="*/ 123 w 40"/>
                  <a:gd name="T3" fmla="*/ 538 h 255"/>
                  <a:gd name="T4" fmla="*/ 131 w 40"/>
                  <a:gd name="T5" fmla="*/ 0 h 255"/>
                  <a:gd name="T6" fmla="*/ 90 w 40"/>
                  <a:gd name="T7" fmla="*/ 527 h 255"/>
                  <a:gd name="T8" fmla="*/ 0 w 40"/>
                  <a:gd name="T9" fmla="*/ 1037 h 2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0" h="255">
                    <a:moveTo>
                      <a:pt x="0" y="255"/>
                    </a:moveTo>
                    <a:cubicBezTo>
                      <a:pt x="4" y="235"/>
                      <a:pt x="20" y="171"/>
                      <a:pt x="30" y="132"/>
                    </a:cubicBezTo>
                    <a:cubicBezTo>
                      <a:pt x="40" y="93"/>
                      <a:pt x="33" y="27"/>
                      <a:pt x="32" y="0"/>
                    </a:cubicBezTo>
                    <a:cubicBezTo>
                      <a:pt x="29" y="27"/>
                      <a:pt x="29" y="102"/>
                      <a:pt x="22" y="130"/>
                    </a:cubicBezTo>
                    <a:cubicBezTo>
                      <a:pt x="15" y="158"/>
                      <a:pt x="4" y="234"/>
                      <a:pt x="0" y="255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581" name="Freeform 472">
                <a:extLst>
                  <a:ext uri="{FF2B5EF4-FFF2-40B4-BE49-F238E27FC236}">
                    <a16:creationId xmlns:a16="http://schemas.microsoft.com/office/drawing/2014/main" id="{653FB0CF-3F95-48C9-A96D-2847DF9AEA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45" y="3970"/>
                <a:ext cx="108" cy="84"/>
              </a:xfrm>
              <a:custGeom>
                <a:avLst/>
                <a:gdLst>
                  <a:gd name="T0" fmla="*/ 124 w 67"/>
                  <a:gd name="T1" fmla="*/ 197 h 53"/>
                  <a:gd name="T2" fmla="*/ 184 w 67"/>
                  <a:gd name="T3" fmla="*/ 158 h 53"/>
                  <a:gd name="T4" fmla="*/ 255 w 67"/>
                  <a:gd name="T5" fmla="*/ 128 h 53"/>
                  <a:gd name="T6" fmla="*/ 231 w 67"/>
                  <a:gd name="T7" fmla="*/ 0 h 53"/>
                  <a:gd name="T8" fmla="*/ 179 w 67"/>
                  <a:gd name="T9" fmla="*/ 90 h 53"/>
                  <a:gd name="T10" fmla="*/ 135 w 67"/>
                  <a:gd name="T11" fmla="*/ 90 h 53"/>
                  <a:gd name="T12" fmla="*/ 124 w 67"/>
                  <a:gd name="T13" fmla="*/ 130 h 53"/>
                  <a:gd name="T14" fmla="*/ 42 w 67"/>
                  <a:gd name="T15" fmla="*/ 138 h 53"/>
                  <a:gd name="T16" fmla="*/ 26 w 67"/>
                  <a:gd name="T17" fmla="*/ 184 h 5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7" h="53">
                    <a:moveTo>
                      <a:pt x="30" y="49"/>
                    </a:moveTo>
                    <a:cubicBezTo>
                      <a:pt x="38" y="53"/>
                      <a:pt x="38" y="43"/>
                      <a:pt x="44" y="40"/>
                    </a:cubicBezTo>
                    <a:cubicBezTo>
                      <a:pt x="49" y="37"/>
                      <a:pt x="57" y="40"/>
                      <a:pt x="61" y="32"/>
                    </a:cubicBezTo>
                    <a:cubicBezTo>
                      <a:pt x="67" y="22"/>
                      <a:pt x="61" y="9"/>
                      <a:pt x="55" y="0"/>
                    </a:cubicBezTo>
                    <a:cubicBezTo>
                      <a:pt x="54" y="15"/>
                      <a:pt x="61" y="22"/>
                      <a:pt x="43" y="23"/>
                    </a:cubicBezTo>
                    <a:cubicBezTo>
                      <a:pt x="41" y="23"/>
                      <a:pt x="34" y="21"/>
                      <a:pt x="32" y="23"/>
                    </a:cubicBezTo>
                    <a:cubicBezTo>
                      <a:pt x="28" y="26"/>
                      <a:pt x="31" y="31"/>
                      <a:pt x="30" y="33"/>
                    </a:cubicBezTo>
                    <a:cubicBezTo>
                      <a:pt x="25" y="39"/>
                      <a:pt x="17" y="33"/>
                      <a:pt x="10" y="35"/>
                    </a:cubicBezTo>
                    <a:cubicBezTo>
                      <a:pt x="0" y="37"/>
                      <a:pt x="5" y="47"/>
                      <a:pt x="6" y="46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582" name="Freeform 473">
                <a:extLst>
                  <a:ext uri="{FF2B5EF4-FFF2-40B4-BE49-F238E27FC236}">
                    <a16:creationId xmlns:a16="http://schemas.microsoft.com/office/drawing/2014/main" id="{E62E499A-F1B7-4311-AA6B-FBB2010E64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9" y="2177"/>
                <a:ext cx="42" cy="22"/>
              </a:xfrm>
              <a:custGeom>
                <a:avLst/>
                <a:gdLst>
                  <a:gd name="T0" fmla="*/ 34 w 26"/>
                  <a:gd name="T1" fmla="*/ 0 h 14"/>
                  <a:gd name="T2" fmla="*/ 34 w 26"/>
                  <a:gd name="T3" fmla="*/ 47 h 14"/>
                  <a:gd name="T4" fmla="*/ 76 w 26"/>
                  <a:gd name="T5" fmla="*/ 20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14">
                    <a:moveTo>
                      <a:pt x="8" y="0"/>
                    </a:moveTo>
                    <a:cubicBezTo>
                      <a:pt x="0" y="1"/>
                      <a:pt x="0" y="9"/>
                      <a:pt x="8" y="12"/>
                    </a:cubicBezTo>
                    <a:cubicBezTo>
                      <a:pt x="14" y="14"/>
                      <a:pt x="26" y="6"/>
                      <a:pt x="18" y="5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583" name="Freeform 474">
                <a:extLst>
                  <a:ext uri="{FF2B5EF4-FFF2-40B4-BE49-F238E27FC236}">
                    <a16:creationId xmlns:a16="http://schemas.microsoft.com/office/drawing/2014/main" id="{C67B3197-8385-479D-9B3D-187F317F34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2" y="1260"/>
                <a:ext cx="66" cy="65"/>
              </a:xfrm>
              <a:custGeom>
                <a:avLst/>
                <a:gdLst>
                  <a:gd name="T0" fmla="*/ 156 w 41"/>
                  <a:gd name="T1" fmla="*/ 0 h 41"/>
                  <a:gd name="T2" fmla="*/ 0 w 41"/>
                  <a:gd name="T3" fmla="*/ 149 h 41"/>
                  <a:gd name="T4" fmla="*/ 122 w 41"/>
                  <a:gd name="T5" fmla="*/ 116 h 41"/>
                  <a:gd name="T6" fmla="*/ 158 w 41"/>
                  <a:gd name="T7" fmla="*/ 13 h 41"/>
                  <a:gd name="T8" fmla="*/ 171 w 41"/>
                  <a:gd name="T9" fmla="*/ 8 h 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1" h="41">
                    <a:moveTo>
                      <a:pt x="37" y="0"/>
                    </a:moveTo>
                    <a:cubicBezTo>
                      <a:pt x="27" y="13"/>
                      <a:pt x="22" y="39"/>
                      <a:pt x="0" y="37"/>
                    </a:cubicBezTo>
                    <a:cubicBezTo>
                      <a:pt x="13" y="38"/>
                      <a:pt x="19" y="41"/>
                      <a:pt x="29" y="29"/>
                    </a:cubicBezTo>
                    <a:cubicBezTo>
                      <a:pt x="34" y="22"/>
                      <a:pt x="41" y="12"/>
                      <a:pt x="38" y="3"/>
                    </a:cubicBezTo>
                    <a:cubicBezTo>
                      <a:pt x="39" y="3"/>
                      <a:pt x="40" y="2"/>
                      <a:pt x="41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584" name="Freeform 475">
                <a:extLst>
                  <a:ext uri="{FF2B5EF4-FFF2-40B4-BE49-F238E27FC236}">
                    <a16:creationId xmlns:a16="http://schemas.microsoft.com/office/drawing/2014/main" id="{BA2866CD-FBAF-4933-9D7E-B093E47568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3" y="2663"/>
                <a:ext cx="39" cy="349"/>
              </a:xfrm>
              <a:custGeom>
                <a:avLst/>
                <a:gdLst>
                  <a:gd name="T0" fmla="*/ 0 w 24"/>
                  <a:gd name="T1" fmla="*/ 0 h 218"/>
                  <a:gd name="T2" fmla="*/ 96 w 24"/>
                  <a:gd name="T3" fmla="*/ 895 h 218"/>
                  <a:gd name="T4" fmla="*/ 0 w 24"/>
                  <a:gd name="T5" fmla="*/ 0 h 2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218">
                    <a:moveTo>
                      <a:pt x="0" y="0"/>
                    </a:moveTo>
                    <a:cubicBezTo>
                      <a:pt x="0" y="41"/>
                      <a:pt x="11" y="145"/>
                      <a:pt x="22" y="218"/>
                    </a:cubicBezTo>
                    <a:cubicBezTo>
                      <a:pt x="24" y="174"/>
                      <a:pt x="14" y="39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585" name="Freeform 476">
                <a:extLst>
                  <a:ext uri="{FF2B5EF4-FFF2-40B4-BE49-F238E27FC236}">
                    <a16:creationId xmlns:a16="http://schemas.microsoft.com/office/drawing/2014/main" id="{FE87F946-0F94-4D5D-9C26-C66EEEAC43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8" y="1531"/>
                <a:ext cx="6" cy="173"/>
              </a:xfrm>
              <a:custGeom>
                <a:avLst/>
                <a:gdLst>
                  <a:gd name="T0" fmla="*/ 5 w 4"/>
                  <a:gd name="T1" fmla="*/ 444 h 108"/>
                  <a:gd name="T2" fmla="*/ 5 w 4"/>
                  <a:gd name="T3" fmla="*/ 439 h 108"/>
                  <a:gd name="T4" fmla="*/ 0 w 4"/>
                  <a:gd name="T5" fmla="*/ 0 h 10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108">
                    <a:moveTo>
                      <a:pt x="1" y="108"/>
                    </a:moveTo>
                    <a:cubicBezTo>
                      <a:pt x="1" y="107"/>
                      <a:pt x="1" y="107"/>
                      <a:pt x="1" y="107"/>
                    </a:cubicBezTo>
                    <a:cubicBezTo>
                      <a:pt x="3" y="71"/>
                      <a:pt x="4" y="7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586" name="Freeform 477">
                <a:extLst>
                  <a:ext uri="{FF2B5EF4-FFF2-40B4-BE49-F238E27FC236}">
                    <a16:creationId xmlns:a16="http://schemas.microsoft.com/office/drawing/2014/main" id="{89B02211-9FBD-4AC1-AF4B-4F1D66C59D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3" y="1563"/>
                <a:ext cx="96" cy="87"/>
              </a:xfrm>
              <a:custGeom>
                <a:avLst/>
                <a:gdLst>
                  <a:gd name="T0" fmla="*/ 118 w 60"/>
                  <a:gd name="T1" fmla="*/ 5 h 54"/>
                  <a:gd name="T2" fmla="*/ 46 w 60"/>
                  <a:gd name="T3" fmla="*/ 131 h 54"/>
                  <a:gd name="T4" fmla="*/ 192 w 60"/>
                  <a:gd name="T5" fmla="*/ 21 h 5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0" h="54">
                    <a:moveTo>
                      <a:pt x="29" y="1"/>
                    </a:moveTo>
                    <a:cubicBezTo>
                      <a:pt x="14" y="0"/>
                      <a:pt x="0" y="17"/>
                      <a:pt x="11" y="31"/>
                    </a:cubicBezTo>
                    <a:cubicBezTo>
                      <a:pt x="27" y="54"/>
                      <a:pt x="60" y="28"/>
                      <a:pt x="47" y="5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587" name="Freeform 478">
                <a:extLst>
                  <a:ext uri="{FF2B5EF4-FFF2-40B4-BE49-F238E27FC236}">
                    <a16:creationId xmlns:a16="http://schemas.microsoft.com/office/drawing/2014/main" id="{DC4FCED4-60EF-4888-9AF1-8EEB56108E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8" y="1579"/>
                <a:ext cx="3" cy="7"/>
              </a:xfrm>
              <a:custGeom>
                <a:avLst/>
                <a:gdLst>
                  <a:gd name="T0" fmla="*/ 0 w 2"/>
                  <a:gd name="T1" fmla="*/ 21 h 4"/>
                  <a:gd name="T2" fmla="*/ 8 w 2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4">
                    <a:moveTo>
                      <a:pt x="0" y="4"/>
                    </a:moveTo>
                    <a:cubicBezTo>
                      <a:pt x="1" y="3"/>
                      <a:pt x="1" y="1"/>
                      <a:pt x="2" y="0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588" name="Freeform 479">
                <a:extLst>
                  <a:ext uri="{FF2B5EF4-FFF2-40B4-BE49-F238E27FC236}">
                    <a16:creationId xmlns:a16="http://schemas.microsoft.com/office/drawing/2014/main" id="{835CBA46-C5A4-4823-9525-2CAF4FC05A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9" y="1565"/>
                <a:ext cx="58" cy="61"/>
              </a:xfrm>
              <a:custGeom>
                <a:avLst/>
                <a:gdLst>
                  <a:gd name="T0" fmla="*/ 71 w 36"/>
                  <a:gd name="T1" fmla="*/ 0 h 38"/>
                  <a:gd name="T2" fmla="*/ 150 w 36"/>
                  <a:gd name="T3" fmla="*/ 80 h 38"/>
                  <a:gd name="T4" fmla="*/ 71 w 36"/>
                  <a:gd name="T5" fmla="*/ 157 h 38"/>
                  <a:gd name="T6" fmla="*/ 0 w 36"/>
                  <a:gd name="T7" fmla="*/ 111 h 3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6" h="38">
                    <a:moveTo>
                      <a:pt x="17" y="0"/>
                    </a:moveTo>
                    <a:cubicBezTo>
                      <a:pt x="28" y="0"/>
                      <a:pt x="36" y="8"/>
                      <a:pt x="36" y="19"/>
                    </a:cubicBezTo>
                    <a:cubicBezTo>
                      <a:pt x="36" y="29"/>
                      <a:pt x="28" y="38"/>
                      <a:pt x="17" y="38"/>
                    </a:cubicBezTo>
                    <a:cubicBezTo>
                      <a:pt x="10" y="38"/>
                      <a:pt x="3" y="33"/>
                      <a:pt x="0" y="27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589" name="Oval 480">
                <a:extLst>
                  <a:ext uri="{FF2B5EF4-FFF2-40B4-BE49-F238E27FC236}">
                    <a16:creationId xmlns:a16="http://schemas.microsoft.com/office/drawing/2014/main" id="{388A1426-412C-4E15-B284-4B1A7AD3D7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89" y="1587"/>
                <a:ext cx="17" cy="16"/>
              </a:xfrm>
              <a:prstGeom prst="ellipse">
                <a:avLst/>
              </a:prstGeom>
              <a:noFill/>
              <a:ln w="4763" cap="rnd">
                <a:solidFill>
                  <a:srgbClr val="343434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590" name="Freeform 481">
                <a:extLst>
                  <a:ext uri="{FF2B5EF4-FFF2-40B4-BE49-F238E27FC236}">
                    <a16:creationId xmlns:a16="http://schemas.microsoft.com/office/drawing/2014/main" id="{B9D41727-9A0D-4AAE-ACF3-FB0D62A98D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1" y="1290"/>
                <a:ext cx="173" cy="21"/>
              </a:xfrm>
              <a:custGeom>
                <a:avLst/>
                <a:gdLst>
                  <a:gd name="T0" fmla="*/ 0 w 108"/>
                  <a:gd name="T1" fmla="*/ 55 h 13"/>
                  <a:gd name="T2" fmla="*/ 42 w 108"/>
                  <a:gd name="T3" fmla="*/ 50 h 13"/>
                  <a:gd name="T4" fmla="*/ 87 w 108"/>
                  <a:gd name="T5" fmla="*/ 47 h 13"/>
                  <a:gd name="T6" fmla="*/ 247 w 108"/>
                  <a:gd name="T7" fmla="*/ 34 h 13"/>
                  <a:gd name="T8" fmla="*/ 300 w 108"/>
                  <a:gd name="T9" fmla="*/ 29 h 13"/>
                  <a:gd name="T10" fmla="*/ 444 w 108"/>
                  <a:gd name="T11" fmla="*/ 0 h 13"/>
                  <a:gd name="T12" fmla="*/ 300 w 108"/>
                  <a:gd name="T13" fmla="*/ 21 h 13"/>
                  <a:gd name="T14" fmla="*/ 243 w 108"/>
                  <a:gd name="T15" fmla="*/ 26 h 13"/>
                  <a:gd name="T16" fmla="*/ 82 w 108"/>
                  <a:gd name="T17" fmla="*/ 39 h 13"/>
                  <a:gd name="T18" fmla="*/ 42 w 108"/>
                  <a:gd name="T19" fmla="*/ 42 h 13"/>
                  <a:gd name="T20" fmla="*/ 0 w 108"/>
                  <a:gd name="T21" fmla="*/ 55 h 1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08" h="13">
                    <a:moveTo>
                      <a:pt x="0" y="13"/>
                    </a:moveTo>
                    <a:cubicBezTo>
                      <a:pt x="10" y="12"/>
                      <a:pt x="10" y="12"/>
                      <a:pt x="10" y="12"/>
                    </a:cubicBezTo>
                    <a:cubicBezTo>
                      <a:pt x="15" y="12"/>
                      <a:pt x="20" y="11"/>
                      <a:pt x="21" y="11"/>
                    </a:cubicBezTo>
                    <a:cubicBezTo>
                      <a:pt x="34" y="9"/>
                      <a:pt x="48" y="9"/>
                      <a:pt x="60" y="8"/>
                    </a:cubicBezTo>
                    <a:cubicBezTo>
                      <a:pt x="73" y="7"/>
                      <a:pt x="73" y="7"/>
                      <a:pt x="73" y="7"/>
                    </a:cubicBezTo>
                    <a:cubicBezTo>
                      <a:pt x="85" y="6"/>
                      <a:pt x="100" y="2"/>
                      <a:pt x="108" y="0"/>
                    </a:cubicBezTo>
                    <a:cubicBezTo>
                      <a:pt x="100" y="2"/>
                      <a:pt x="85" y="4"/>
                      <a:pt x="73" y="5"/>
                    </a:cubicBezTo>
                    <a:cubicBezTo>
                      <a:pt x="59" y="6"/>
                      <a:pt x="59" y="6"/>
                      <a:pt x="59" y="6"/>
                    </a:cubicBezTo>
                    <a:cubicBezTo>
                      <a:pt x="48" y="7"/>
                      <a:pt x="34" y="7"/>
                      <a:pt x="20" y="9"/>
                    </a:cubicBezTo>
                    <a:cubicBezTo>
                      <a:pt x="20" y="9"/>
                      <a:pt x="15" y="10"/>
                      <a:pt x="10" y="10"/>
                    </a:cubicBezTo>
                    <a:cubicBezTo>
                      <a:pt x="9" y="10"/>
                      <a:pt x="0" y="13"/>
                      <a:pt x="0" y="13"/>
                    </a:cubicBezTo>
                  </a:path>
                </a:pathLst>
              </a:custGeom>
              <a:solidFill>
                <a:srgbClr val="8F8E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591" name="Freeform 482">
                <a:extLst>
                  <a:ext uri="{FF2B5EF4-FFF2-40B4-BE49-F238E27FC236}">
                    <a16:creationId xmlns:a16="http://schemas.microsoft.com/office/drawing/2014/main" id="{D7B417B9-E136-4353-B9CF-3322D4EDDD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0" y="1228"/>
                <a:ext cx="81" cy="78"/>
              </a:xfrm>
              <a:custGeom>
                <a:avLst/>
                <a:gdLst>
                  <a:gd name="T0" fmla="*/ 102 w 51"/>
                  <a:gd name="T1" fmla="*/ 189 h 49"/>
                  <a:gd name="T2" fmla="*/ 89 w 51"/>
                  <a:gd name="T3" fmla="*/ 189 h 49"/>
                  <a:gd name="T4" fmla="*/ 76 w 51"/>
                  <a:gd name="T5" fmla="*/ 189 h 49"/>
                  <a:gd name="T6" fmla="*/ 0 w 51"/>
                  <a:gd name="T7" fmla="*/ 89 h 49"/>
                  <a:gd name="T8" fmla="*/ 76 w 51"/>
                  <a:gd name="T9" fmla="*/ 197 h 49"/>
                  <a:gd name="T10" fmla="*/ 89 w 51"/>
                  <a:gd name="T11" fmla="*/ 197 h 49"/>
                  <a:gd name="T12" fmla="*/ 102 w 51"/>
                  <a:gd name="T13" fmla="*/ 197 h 49"/>
                  <a:gd name="T14" fmla="*/ 205 w 51"/>
                  <a:gd name="T15" fmla="*/ 0 h 49"/>
                  <a:gd name="T16" fmla="*/ 102 w 51"/>
                  <a:gd name="T17" fmla="*/ 189 h 4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1" h="49">
                    <a:moveTo>
                      <a:pt x="25" y="47"/>
                    </a:moveTo>
                    <a:cubicBezTo>
                      <a:pt x="22" y="47"/>
                      <a:pt x="22" y="47"/>
                      <a:pt x="22" y="47"/>
                    </a:cubicBezTo>
                    <a:cubicBezTo>
                      <a:pt x="19" y="47"/>
                      <a:pt x="19" y="47"/>
                      <a:pt x="19" y="47"/>
                    </a:cubicBezTo>
                    <a:cubicBezTo>
                      <a:pt x="15" y="47"/>
                      <a:pt x="6" y="37"/>
                      <a:pt x="0" y="22"/>
                    </a:cubicBezTo>
                    <a:cubicBezTo>
                      <a:pt x="3" y="28"/>
                      <a:pt x="11" y="48"/>
                      <a:pt x="19" y="49"/>
                    </a:cubicBezTo>
                    <a:cubicBezTo>
                      <a:pt x="22" y="49"/>
                      <a:pt x="22" y="49"/>
                      <a:pt x="22" y="49"/>
                    </a:cubicBezTo>
                    <a:cubicBezTo>
                      <a:pt x="25" y="49"/>
                      <a:pt x="25" y="49"/>
                      <a:pt x="25" y="49"/>
                    </a:cubicBezTo>
                    <a:cubicBezTo>
                      <a:pt x="36" y="48"/>
                      <a:pt x="47" y="19"/>
                      <a:pt x="51" y="0"/>
                    </a:cubicBezTo>
                    <a:cubicBezTo>
                      <a:pt x="47" y="20"/>
                      <a:pt x="33" y="46"/>
                      <a:pt x="25" y="47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592" name="Freeform 483">
                <a:extLst>
                  <a:ext uri="{FF2B5EF4-FFF2-40B4-BE49-F238E27FC236}">
                    <a16:creationId xmlns:a16="http://schemas.microsoft.com/office/drawing/2014/main" id="{C29AFBC1-62B5-4409-A689-D2B1C89496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4" y="2173"/>
                <a:ext cx="47" cy="18"/>
              </a:xfrm>
              <a:custGeom>
                <a:avLst/>
                <a:gdLst>
                  <a:gd name="T0" fmla="*/ 0 w 29"/>
                  <a:gd name="T1" fmla="*/ 43 h 11"/>
                  <a:gd name="T2" fmla="*/ 60 w 29"/>
                  <a:gd name="T3" fmla="*/ 0 h 11"/>
                  <a:gd name="T4" fmla="*/ 123 w 29"/>
                  <a:gd name="T5" fmla="*/ 47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9" h="11">
                    <a:moveTo>
                      <a:pt x="0" y="10"/>
                    </a:moveTo>
                    <a:cubicBezTo>
                      <a:pt x="6" y="2"/>
                      <a:pt x="8" y="0"/>
                      <a:pt x="14" y="0"/>
                    </a:cubicBezTo>
                    <a:cubicBezTo>
                      <a:pt x="20" y="0"/>
                      <a:pt x="22" y="2"/>
                      <a:pt x="29" y="11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593" name="Freeform 484">
                <a:extLst>
                  <a:ext uri="{FF2B5EF4-FFF2-40B4-BE49-F238E27FC236}">
                    <a16:creationId xmlns:a16="http://schemas.microsoft.com/office/drawing/2014/main" id="{E6443220-656E-4BA0-B70B-848A2156A2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2" y="2183"/>
                <a:ext cx="31" cy="14"/>
              </a:xfrm>
              <a:custGeom>
                <a:avLst/>
                <a:gdLst>
                  <a:gd name="T0" fmla="*/ 0 w 19"/>
                  <a:gd name="T1" fmla="*/ 0 h 9"/>
                  <a:gd name="T2" fmla="*/ 83 w 19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9">
                    <a:moveTo>
                      <a:pt x="0" y="0"/>
                    </a:moveTo>
                    <a:cubicBezTo>
                      <a:pt x="2" y="9"/>
                      <a:pt x="16" y="9"/>
                      <a:pt x="19" y="0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594" name="Freeform 485">
                <a:extLst>
                  <a:ext uri="{FF2B5EF4-FFF2-40B4-BE49-F238E27FC236}">
                    <a16:creationId xmlns:a16="http://schemas.microsoft.com/office/drawing/2014/main" id="{09204BBD-FD50-400C-9425-83BB891A91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5" y="890"/>
                <a:ext cx="65" cy="22"/>
              </a:xfrm>
              <a:custGeom>
                <a:avLst/>
                <a:gdLst>
                  <a:gd name="T0" fmla="*/ 0 w 41"/>
                  <a:gd name="T1" fmla="*/ 55 h 14"/>
                  <a:gd name="T2" fmla="*/ 163 w 41"/>
                  <a:gd name="T3" fmla="*/ 13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1" h="14">
                    <a:moveTo>
                      <a:pt x="0" y="14"/>
                    </a:moveTo>
                    <a:cubicBezTo>
                      <a:pt x="7" y="1"/>
                      <a:pt x="30" y="0"/>
                      <a:pt x="41" y="3"/>
                    </a:cubicBezTo>
                  </a:path>
                </a:pathLst>
              </a:custGeom>
              <a:noFill/>
              <a:ln w="2063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595" name="Freeform 486">
                <a:extLst>
                  <a:ext uri="{FF2B5EF4-FFF2-40B4-BE49-F238E27FC236}">
                    <a16:creationId xmlns:a16="http://schemas.microsoft.com/office/drawing/2014/main" id="{7F79D8F5-80E1-458C-8AD6-AB763774DA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6" y="912"/>
                <a:ext cx="70" cy="25"/>
              </a:xfrm>
              <a:custGeom>
                <a:avLst/>
                <a:gdLst>
                  <a:gd name="T0" fmla="*/ 0 w 44"/>
                  <a:gd name="T1" fmla="*/ 39 h 16"/>
                  <a:gd name="T2" fmla="*/ 84 w 44"/>
                  <a:gd name="T3" fmla="*/ 5 h 16"/>
                  <a:gd name="T4" fmla="*/ 158 w 44"/>
                  <a:gd name="T5" fmla="*/ 31 h 16"/>
                  <a:gd name="T6" fmla="*/ 151 w 44"/>
                  <a:gd name="T7" fmla="*/ 47 h 16"/>
                  <a:gd name="T8" fmla="*/ 95 w 44"/>
                  <a:gd name="T9" fmla="*/ 53 h 16"/>
                  <a:gd name="T10" fmla="*/ 0 w 44"/>
                  <a:gd name="T11" fmla="*/ 39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4" h="16">
                    <a:moveTo>
                      <a:pt x="0" y="10"/>
                    </a:moveTo>
                    <a:cubicBezTo>
                      <a:pt x="5" y="7"/>
                      <a:pt x="10" y="1"/>
                      <a:pt x="21" y="1"/>
                    </a:cubicBezTo>
                    <a:cubicBezTo>
                      <a:pt x="32" y="0"/>
                      <a:pt x="36" y="7"/>
                      <a:pt x="39" y="8"/>
                    </a:cubicBezTo>
                    <a:cubicBezTo>
                      <a:pt x="44" y="9"/>
                      <a:pt x="41" y="12"/>
                      <a:pt x="38" y="12"/>
                    </a:cubicBezTo>
                    <a:cubicBezTo>
                      <a:pt x="36" y="13"/>
                      <a:pt x="28" y="13"/>
                      <a:pt x="24" y="14"/>
                    </a:cubicBezTo>
                    <a:cubicBezTo>
                      <a:pt x="20" y="16"/>
                      <a:pt x="8" y="16"/>
                      <a:pt x="0" y="10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596" name="Freeform 487">
                <a:extLst>
                  <a:ext uri="{FF2B5EF4-FFF2-40B4-BE49-F238E27FC236}">
                    <a16:creationId xmlns:a16="http://schemas.microsoft.com/office/drawing/2014/main" id="{2636D7B0-12E9-4CFC-A227-000908D4AD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0" y="890"/>
                <a:ext cx="16" cy="28"/>
              </a:xfrm>
              <a:custGeom>
                <a:avLst/>
                <a:gdLst>
                  <a:gd name="T0" fmla="*/ 42 w 10"/>
                  <a:gd name="T1" fmla="*/ 68 h 18"/>
                  <a:gd name="T2" fmla="*/ 0 w 10"/>
                  <a:gd name="T3" fmla="*/ 40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18">
                    <a:moveTo>
                      <a:pt x="10" y="18"/>
                    </a:moveTo>
                    <a:cubicBezTo>
                      <a:pt x="8" y="12"/>
                      <a:pt x="2" y="0"/>
                      <a:pt x="0" y="11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597" name="Freeform 488">
                <a:extLst>
                  <a:ext uri="{FF2B5EF4-FFF2-40B4-BE49-F238E27FC236}">
                    <a16:creationId xmlns:a16="http://schemas.microsoft.com/office/drawing/2014/main" id="{6E7BADB2-76BB-4F04-BB05-9F8FA5CAAD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1" y="949"/>
                <a:ext cx="13" cy="33"/>
              </a:xfrm>
              <a:custGeom>
                <a:avLst/>
                <a:gdLst>
                  <a:gd name="T0" fmla="*/ 8 w 8"/>
                  <a:gd name="T1" fmla="*/ 0 h 21"/>
                  <a:gd name="T2" fmla="*/ 8 w 8"/>
                  <a:gd name="T3" fmla="*/ 42 h 21"/>
                  <a:gd name="T4" fmla="*/ 26 w 8"/>
                  <a:gd name="T5" fmla="*/ 82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21">
                    <a:moveTo>
                      <a:pt x="2" y="0"/>
                    </a:moveTo>
                    <a:cubicBezTo>
                      <a:pt x="0" y="2"/>
                      <a:pt x="1" y="5"/>
                      <a:pt x="2" y="11"/>
                    </a:cubicBezTo>
                    <a:cubicBezTo>
                      <a:pt x="4" y="17"/>
                      <a:pt x="8" y="14"/>
                      <a:pt x="6" y="21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598" name="Freeform 489">
                <a:extLst>
                  <a:ext uri="{FF2B5EF4-FFF2-40B4-BE49-F238E27FC236}">
                    <a16:creationId xmlns:a16="http://schemas.microsoft.com/office/drawing/2014/main" id="{DCF25A86-1E64-4017-B779-162215753A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2" y="907"/>
                <a:ext cx="8" cy="21"/>
              </a:xfrm>
              <a:custGeom>
                <a:avLst/>
                <a:gdLst>
                  <a:gd name="T0" fmla="*/ 21 w 5"/>
                  <a:gd name="T1" fmla="*/ 0 h 13"/>
                  <a:gd name="T2" fmla="*/ 5 w 5"/>
                  <a:gd name="T3" fmla="*/ 55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3">
                    <a:moveTo>
                      <a:pt x="5" y="0"/>
                    </a:moveTo>
                    <a:cubicBezTo>
                      <a:pt x="5" y="2"/>
                      <a:pt x="0" y="7"/>
                      <a:pt x="1" y="13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599" name="Freeform 490">
                <a:extLst>
                  <a:ext uri="{FF2B5EF4-FFF2-40B4-BE49-F238E27FC236}">
                    <a16:creationId xmlns:a16="http://schemas.microsoft.com/office/drawing/2014/main" id="{B37A9389-468B-47D9-9AA7-7E0B52F256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1" y="982"/>
                <a:ext cx="9" cy="32"/>
              </a:xfrm>
              <a:custGeom>
                <a:avLst/>
                <a:gdLst>
                  <a:gd name="T0" fmla="*/ 0 w 6"/>
                  <a:gd name="T1" fmla="*/ 0 h 20"/>
                  <a:gd name="T2" fmla="*/ 21 w 6"/>
                  <a:gd name="T3" fmla="*/ 82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20">
                    <a:moveTo>
                      <a:pt x="0" y="0"/>
                    </a:moveTo>
                    <a:cubicBezTo>
                      <a:pt x="1" y="6"/>
                      <a:pt x="1" y="10"/>
                      <a:pt x="6" y="20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600" name="Oval 491">
                <a:extLst>
                  <a:ext uri="{FF2B5EF4-FFF2-40B4-BE49-F238E27FC236}">
                    <a16:creationId xmlns:a16="http://schemas.microsoft.com/office/drawing/2014/main" id="{CCB39ED8-FD76-42D8-963E-C832730687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25" y="920"/>
                <a:ext cx="6" cy="6"/>
              </a:xfrm>
              <a:prstGeom prst="ellipse">
                <a:avLst/>
              </a:pr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601" name="Oval 492">
                <a:extLst>
                  <a:ext uri="{FF2B5EF4-FFF2-40B4-BE49-F238E27FC236}">
                    <a16:creationId xmlns:a16="http://schemas.microsoft.com/office/drawing/2014/main" id="{005FC5A5-58BD-4913-86F3-D671740C64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25" y="920"/>
                <a:ext cx="6" cy="6"/>
              </a:xfrm>
              <a:prstGeom prst="ellipse">
                <a:avLst/>
              </a:prstGeom>
              <a:noFill/>
              <a:ln w="4763" cap="rnd">
                <a:solidFill>
                  <a:srgbClr val="343434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602" name="Freeform 493">
                <a:extLst>
                  <a:ext uri="{FF2B5EF4-FFF2-40B4-BE49-F238E27FC236}">
                    <a16:creationId xmlns:a16="http://schemas.microsoft.com/office/drawing/2014/main" id="{C765D669-6C0C-4BDD-B747-EB19CC2B74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6" y="890"/>
                <a:ext cx="67" cy="22"/>
              </a:xfrm>
              <a:custGeom>
                <a:avLst/>
                <a:gdLst>
                  <a:gd name="T0" fmla="*/ 171 w 42"/>
                  <a:gd name="T1" fmla="*/ 55 h 14"/>
                  <a:gd name="T2" fmla="*/ 0 w 42"/>
                  <a:gd name="T3" fmla="*/ 13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2" h="14">
                    <a:moveTo>
                      <a:pt x="42" y="14"/>
                    </a:moveTo>
                    <a:cubicBezTo>
                      <a:pt x="31" y="0"/>
                      <a:pt x="11" y="0"/>
                      <a:pt x="0" y="3"/>
                    </a:cubicBezTo>
                  </a:path>
                </a:pathLst>
              </a:custGeom>
              <a:noFill/>
              <a:ln w="2063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603" name="Freeform 494">
                <a:extLst>
                  <a:ext uri="{FF2B5EF4-FFF2-40B4-BE49-F238E27FC236}">
                    <a16:creationId xmlns:a16="http://schemas.microsoft.com/office/drawing/2014/main" id="{D74B78C9-1152-49B8-B465-E03D1AFA1E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2" y="912"/>
                <a:ext cx="69" cy="25"/>
              </a:xfrm>
              <a:custGeom>
                <a:avLst/>
                <a:gdLst>
                  <a:gd name="T0" fmla="*/ 178 w 43"/>
                  <a:gd name="T1" fmla="*/ 42 h 16"/>
                  <a:gd name="T2" fmla="*/ 95 w 43"/>
                  <a:gd name="T3" fmla="*/ 5 h 16"/>
                  <a:gd name="T4" fmla="*/ 16 w 43"/>
                  <a:gd name="T5" fmla="*/ 31 h 16"/>
                  <a:gd name="T6" fmla="*/ 21 w 43"/>
                  <a:gd name="T7" fmla="*/ 47 h 16"/>
                  <a:gd name="T8" fmla="*/ 82 w 43"/>
                  <a:gd name="T9" fmla="*/ 53 h 16"/>
                  <a:gd name="T10" fmla="*/ 178 w 43"/>
                  <a:gd name="T11" fmla="*/ 42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3" h="16">
                    <a:moveTo>
                      <a:pt x="43" y="11"/>
                    </a:moveTo>
                    <a:cubicBezTo>
                      <a:pt x="38" y="8"/>
                      <a:pt x="34" y="1"/>
                      <a:pt x="23" y="1"/>
                    </a:cubicBezTo>
                    <a:cubicBezTo>
                      <a:pt x="12" y="0"/>
                      <a:pt x="7" y="7"/>
                      <a:pt x="4" y="8"/>
                    </a:cubicBezTo>
                    <a:cubicBezTo>
                      <a:pt x="0" y="9"/>
                      <a:pt x="3" y="12"/>
                      <a:pt x="5" y="12"/>
                    </a:cubicBezTo>
                    <a:cubicBezTo>
                      <a:pt x="8" y="13"/>
                      <a:pt x="16" y="13"/>
                      <a:pt x="20" y="14"/>
                    </a:cubicBezTo>
                    <a:cubicBezTo>
                      <a:pt x="23" y="16"/>
                      <a:pt x="35" y="16"/>
                      <a:pt x="43" y="11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604" name="Freeform 495">
                <a:extLst>
                  <a:ext uri="{FF2B5EF4-FFF2-40B4-BE49-F238E27FC236}">
                    <a16:creationId xmlns:a16="http://schemas.microsoft.com/office/drawing/2014/main" id="{11E2748B-79E0-4ABB-9B66-3497AD9AE4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53" y="890"/>
                <a:ext cx="15" cy="28"/>
              </a:xfrm>
              <a:custGeom>
                <a:avLst/>
                <a:gdLst>
                  <a:gd name="T0" fmla="*/ 0 w 9"/>
                  <a:gd name="T1" fmla="*/ 68 h 18"/>
                  <a:gd name="T2" fmla="*/ 42 w 9"/>
                  <a:gd name="T3" fmla="*/ 40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18">
                    <a:moveTo>
                      <a:pt x="0" y="18"/>
                    </a:moveTo>
                    <a:cubicBezTo>
                      <a:pt x="2" y="12"/>
                      <a:pt x="8" y="0"/>
                      <a:pt x="9" y="11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605" name="Freeform 496">
                <a:extLst>
                  <a:ext uri="{FF2B5EF4-FFF2-40B4-BE49-F238E27FC236}">
                    <a16:creationId xmlns:a16="http://schemas.microsoft.com/office/drawing/2014/main" id="{18D86B51-F933-45D7-A0E4-9965BDF9A7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34" y="949"/>
                <a:ext cx="13" cy="33"/>
              </a:xfrm>
              <a:custGeom>
                <a:avLst/>
                <a:gdLst>
                  <a:gd name="T0" fmla="*/ 26 w 8"/>
                  <a:gd name="T1" fmla="*/ 0 h 21"/>
                  <a:gd name="T2" fmla="*/ 26 w 8"/>
                  <a:gd name="T3" fmla="*/ 42 h 21"/>
                  <a:gd name="T4" fmla="*/ 13 w 8"/>
                  <a:gd name="T5" fmla="*/ 82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21">
                    <a:moveTo>
                      <a:pt x="6" y="0"/>
                    </a:moveTo>
                    <a:cubicBezTo>
                      <a:pt x="8" y="2"/>
                      <a:pt x="8" y="5"/>
                      <a:pt x="6" y="11"/>
                    </a:cubicBezTo>
                    <a:cubicBezTo>
                      <a:pt x="5" y="17"/>
                      <a:pt x="0" y="14"/>
                      <a:pt x="3" y="21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606" name="Freeform 497">
                <a:extLst>
                  <a:ext uri="{FF2B5EF4-FFF2-40B4-BE49-F238E27FC236}">
                    <a16:creationId xmlns:a16="http://schemas.microsoft.com/office/drawing/2014/main" id="{3AB9B66C-A69B-45EF-9DDA-F0FC914D3C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58" y="907"/>
                <a:ext cx="8" cy="21"/>
              </a:xfrm>
              <a:custGeom>
                <a:avLst/>
                <a:gdLst>
                  <a:gd name="T0" fmla="*/ 5 w 5"/>
                  <a:gd name="T1" fmla="*/ 0 h 13"/>
                  <a:gd name="T2" fmla="*/ 21 w 5"/>
                  <a:gd name="T3" fmla="*/ 55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3">
                    <a:moveTo>
                      <a:pt x="1" y="0"/>
                    </a:moveTo>
                    <a:cubicBezTo>
                      <a:pt x="0" y="2"/>
                      <a:pt x="5" y="7"/>
                      <a:pt x="5" y="13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607" name="Freeform 498">
                <a:extLst>
                  <a:ext uri="{FF2B5EF4-FFF2-40B4-BE49-F238E27FC236}">
                    <a16:creationId xmlns:a16="http://schemas.microsoft.com/office/drawing/2014/main" id="{10E8F677-3888-4FB5-B50F-8D12289B72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9" y="979"/>
                <a:ext cx="7" cy="37"/>
              </a:xfrm>
              <a:custGeom>
                <a:avLst/>
                <a:gdLst>
                  <a:gd name="T0" fmla="*/ 21 w 4"/>
                  <a:gd name="T1" fmla="*/ 0 h 23"/>
                  <a:gd name="T2" fmla="*/ 0 w 4"/>
                  <a:gd name="T3" fmla="*/ 97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3">
                    <a:moveTo>
                      <a:pt x="4" y="0"/>
                    </a:moveTo>
                    <a:cubicBezTo>
                      <a:pt x="2" y="8"/>
                      <a:pt x="3" y="11"/>
                      <a:pt x="0" y="23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608" name="Oval 499">
                <a:extLst>
                  <a:ext uri="{FF2B5EF4-FFF2-40B4-BE49-F238E27FC236}">
                    <a16:creationId xmlns:a16="http://schemas.microsoft.com/office/drawing/2014/main" id="{5648CD3B-AFCB-4324-967C-3E90045731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65" y="920"/>
                <a:ext cx="7" cy="6"/>
              </a:xfrm>
              <a:prstGeom prst="ellipse">
                <a:avLst/>
              </a:pr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609" name="Oval 500">
                <a:extLst>
                  <a:ext uri="{FF2B5EF4-FFF2-40B4-BE49-F238E27FC236}">
                    <a16:creationId xmlns:a16="http://schemas.microsoft.com/office/drawing/2014/main" id="{789F61A6-FA65-4009-9B99-A16DB50431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65" y="920"/>
                <a:ext cx="7" cy="6"/>
              </a:xfrm>
              <a:prstGeom prst="ellipse">
                <a:avLst/>
              </a:prstGeom>
              <a:noFill/>
              <a:ln w="4763" cap="rnd">
                <a:solidFill>
                  <a:srgbClr val="343434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610" name="Freeform 501">
                <a:extLst>
                  <a:ext uri="{FF2B5EF4-FFF2-40B4-BE49-F238E27FC236}">
                    <a16:creationId xmlns:a16="http://schemas.microsoft.com/office/drawing/2014/main" id="{AADB53B4-4C4D-4D81-93B9-0BAD72DDE6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2" y="4014"/>
                <a:ext cx="40" cy="21"/>
              </a:xfrm>
              <a:custGeom>
                <a:avLst/>
                <a:gdLst>
                  <a:gd name="T0" fmla="*/ 0 w 25"/>
                  <a:gd name="T1" fmla="*/ 39 h 13"/>
                  <a:gd name="T2" fmla="*/ 82 w 25"/>
                  <a:gd name="T3" fmla="*/ 47 h 13"/>
                  <a:gd name="T4" fmla="*/ 94 w 25"/>
                  <a:gd name="T5" fmla="*/ 16 h 13"/>
                  <a:gd name="T6" fmla="*/ 26 w 25"/>
                  <a:gd name="T7" fmla="*/ 5 h 13"/>
                  <a:gd name="T8" fmla="*/ 0 w 25"/>
                  <a:gd name="T9" fmla="*/ 39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13">
                    <a:moveTo>
                      <a:pt x="0" y="9"/>
                    </a:moveTo>
                    <a:cubicBezTo>
                      <a:pt x="3" y="6"/>
                      <a:pt x="18" y="8"/>
                      <a:pt x="20" y="11"/>
                    </a:cubicBezTo>
                    <a:cubicBezTo>
                      <a:pt x="23" y="13"/>
                      <a:pt x="25" y="6"/>
                      <a:pt x="23" y="4"/>
                    </a:cubicBezTo>
                    <a:cubicBezTo>
                      <a:pt x="19" y="1"/>
                      <a:pt x="10" y="0"/>
                      <a:pt x="6" y="1"/>
                    </a:cubicBezTo>
                    <a:cubicBezTo>
                      <a:pt x="1" y="3"/>
                      <a:pt x="0" y="9"/>
                      <a:pt x="0" y="9"/>
                    </a:cubicBezTo>
                    <a:close/>
                  </a:path>
                </a:pathLst>
              </a:custGeom>
              <a:noFill/>
              <a:ln w="158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611" name="Freeform 502">
                <a:extLst>
                  <a:ext uri="{FF2B5EF4-FFF2-40B4-BE49-F238E27FC236}">
                    <a16:creationId xmlns:a16="http://schemas.microsoft.com/office/drawing/2014/main" id="{2EE5D90C-18E4-4BC3-83B4-83F41B93B5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4" y="3992"/>
                <a:ext cx="31" cy="61"/>
              </a:xfrm>
              <a:custGeom>
                <a:avLst/>
                <a:gdLst>
                  <a:gd name="T0" fmla="*/ 83 w 19"/>
                  <a:gd name="T1" fmla="*/ 0 h 38"/>
                  <a:gd name="T2" fmla="*/ 21 w 19"/>
                  <a:gd name="T3" fmla="*/ 82 h 38"/>
                  <a:gd name="T4" fmla="*/ 13 w 19"/>
                  <a:gd name="T5" fmla="*/ 157 h 3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38">
                    <a:moveTo>
                      <a:pt x="19" y="0"/>
                    </a:moveTo>
                    <a:cubicBezTo>
                      <a:pt x="17" y="7"/>
                      <a:pt x="8" y="12"/>
                      <a:pt x="5" y="20"/>
                    </a:cubicBezTo>
                    <a:cubicBezTo>
                      <a:pt x="3" y="26"/>
                      <a:pt x="0" y="33"/>
                      <a:pt x="3" y="38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612" name="Freeform 503">
                <a:extLst>
                  <a:ext uri="{FF2B5EF4-FFF2-40B4-BE49-F238E27FC236}">
                    <a16:creationId xmlns:a16="http://schemas.microsoft.com/office/drawing/2014/main" id="{F3A98957-9A3F-4940-8C5A-540EB1AF36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1" y="3981"/>
                <a:ext cx="37" cy="72"/>
              </a:xfrm>
              <a:custGeom>
                <a:avLst/>
                <a:gdLst>
                  <a:gd name="T0" fmla="*/ 97 w 23"/>
                  <a:gd name="T1" fmla="*/ 0 h 45"/>
                  <a:gd name="T2" fmla="*/ 63 w 23"/>
                  <a:gd name="T3" fmla="*/ 48 h 45"/>
                  <a:gd name="T4" fmla="*/ 29 w 23"/>
                  <a:gd name="T5" fmla="*/ 110 h 45"/>
                  <a:gd name="T6" fmla="*/ 29 w 23"/>
                  <a:gd name="T7" fmla="*/ 184 h 4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" h="45">
                    <a:moveTo>
                      <a:pt x="23" y="0"/>
                    </a:moveTo>
                    <a:cubicBezTo>
                      <a:pt x="17" y="4"/>
                      <a:pt x="17" y="5"/>
                      <a:pt x="15" y="12"/>
                    </a:cubicBezTo>
                    <a:cubicBezTo>
                      <a:pt x="13" y="19"/>
                      <a:pt x="10" y="23"/>
                      <a:pt x="7" y="27"/>
                    </a:cubicBezTo>
                    <a:cubicBezTo>
                      <a:pt x="5" y="30"/>
                      <a:pt x="0" y="39"/>
                      <a:pt x="7" y="45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613" name="Freeform 504">
                <a:extLst>
                  <a:ext uri="{FF2B5EF4-FFF2-40B4-BE49-F238E27FC236}">
                    <a16:creationId xmlns:a16="http://schemas.microsoft.com/office/drawing/2014/main" id="{4D793D37-D9AA-44D0-903A-1446F3FF2B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9" y="3974"/>
                <a:ext cx="44" cy="64"/>
              </a:xfrm>
              <a:custGeom>
                <a:avLst/>
                <a:gdLst>
                  <a:gd name="T0" fmla="*/ 117 w 27"/>
                  <a:gd name="T1" fmla="*/ 0 h 40"/>
                  <a:gd name="T2" fmla="*/ 47 w 27"/>
                  <a:gd name="T3" fmla="*/ 61 h 40"/>
                  <a:gd name="T4" fmla="*/ 13 w 27"/>
                  <a:gd name="T5" fmla="*/ 128 h 40"/>
                  <a:gd name="T6" fmla="*/ 5 w 27"/>
                  <a:gd name="T7" fmla="*/ 163 h 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7" h="40">
                    <a:moveTo>
                      <a:pt x="27" y="0"/>
                    </a:moveTo>
                    <a:cubicBezTo>
                      <a:pt x="22" y="3"/>
                      <a:pt x="13" y="10"/>
                      <a:pt x="11" y="15"/>
                    </a:cubicBezTo>
                    <a:cubicBezTo>
                      <a:pt x="8" y="21"/>
                      <a:pt x="7" y="25"/>
                      <a:pt x="3" y="31"/>
                    </a:cubicBezTo>
                    <a:cubicBezTo>
                      <a:pt x="2" y="34"/>
                      <a:pt x="0" y="37"/>
                      <a:pt x="1" y="40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614" name="Freeform 505">
                <a:extLst>
                  <a:ext uri="{FF2B5EF4-FFF2-40B4-BE49-F238E27FC236}">
                    <a16:creationId xmlns:a16="http://schemas.microsoft.com/office/drawing/2014/main" id="{5D8A219B-F972-444A-BBD5-9959FAC07B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5" y="3966"/>
                <a:ext cx="50" cy="56"/>
              </a:xfrm>
              <a:custGeom>
                <a:avLst/>
                <a:gdLst>
                  <a:gd name="T0" fmla="*/ 131 w 31"/>
                  <a:gd name="T1" fmla="*/ 0 h 35"/>
                  <a:gd name="T2" fmla="*/ 68 w 31"/>
                  <a:gd name="T3" fmla="*/ 46 h 35"/>
                  <a:gd name="T4" fmla="*/ 8 w 31"/>
                  <a:gd name="T5" fmla="*/ 115 h 35"/>
                  <a:gd name="T6" fmla="*/ 0 w 31"/>
                  <a:gd name="T7" fmla="*/ 144 h 3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1" h="35">
                    <a:moveTo>
                      <a:pt x="31" y="0"/>
                    </a:moveTo>
                    <a:cubicBezTo>
                      <a:pt x="25" y="2"/>
                      <a:pt x="19" y="7"/>
                      <a:pt x="16" y="11"/>
                    </a:cubicBezTo>
                    <a:cubicBezTo>
                      <a:pt x="12" y="16"/>
                      <a:pt x="4" y="19"/>
                      <a:pt x="2" y="28"/>
                    </a:cubicBezTo>
                    <a:cubicBezTo>
                      <a:pt x="1" y="31"/>
                      <a:pt x="0" y="33"/>
                      <a:pt x="0" y="35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615" name="Freeform 506">
                <a:extLst>
                  <a:ext uri="{FF2B5EF4-FFF2-40B4-BE49-F238E27FC236}">
                    <a16:creationId xmlns:a16="http://schemas.microsoft.com/office/drawing/2014/main" id="{2BE2756F-5A96-41A1-B9E8-B1190C3BF3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1" y="4030"/>
                <a:ext cx="27" cy="16"/>
              </a:xfrm>
              <a:custGeom>
                <a:avLst/>
                <a:gdLst>
                  <a:gd name="T0" fmla="*/ 5 w 17"/>
                  <a:gd name="T1" fmla="*/ 35 h 10"/>
                  <a:gd name="T2" fmla="*/ 60 w 17"/>
                  <a:gd name="T3" fmla="*/ 35 h 10"/>
                  <a:gd name="T4" fmla="*/ 35 w 17"/>
                  <a:gd name="T5" fmla="*/ 0 h 10"/>
                  <a:gd name="T6" fmla="*/ 5 w 17"/>
                  <a:gd name="T7" fmla="*/ 35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10">
                    <a:moveTo>
                      <a:pt x="1" y="9"/>
                    </a:moveTo>
                    <a:cubicBezTo>
                      <a:pt x="6" y="10"/>
                      <a:pt x="13" y="10"/>
                      <a:pt x="15" y="9"/>
                    </a:cubicBezTo>
                    <a:cubicBezTo>
                      <a:pt x="17" y="8"/>
                      <a:pt x="16" y="1"/>
                      <a:pt x="9" y="0"/>
                    </a:cubicBezTo>
                    <a:cubicBezTo>
                      <a:pt x="1" y="0"/>
                      <a:pt x="0" y="8"/>
                      <a:pt x="1" y="9"/>
                    </a:cubicBezTo>
                    <a:close/>
                  </a:path>
                </a:pathLst>
              </a:custGeom>
              <a:noFill/>
              <a:ln w="158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616" name="Freeform 507">
                <a:extLst>
                  <a:ext uri="{FF2B5EF4-FFF2-40B4-BE49-F238E27FC236}">
                    <a16:creationId xmlns:a16="http://schemas.microsoft.com/office/drawing/2014/main" id="{7DC98D38-FA78-4380-8181-FF89AE87DB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6" y="4022"/>
                <a:ext cx="25" cy="15"/>
              </a:xfrm>
              <a:custGeom>
                <a:avLst/>
                <a:gdLst>
                  <a:gd name="T0" fmla="*/ 5 w 16"/>
                  <a:gd name="T1" fmla="*/ 33 h 9"/>
                  <a:gd name="T2" fmla="*/ 53 w 16"/>
                  <a:gd name="T3" fmla="*/ 37 h 9"/>
                  <a:gd name="T4" fmla="*/ 22 w 16"/>
                  <a:gd name="T5" fmla="*/ 0 h 9"/>
                  <a:gd name="T6" fmla="*/ 5 w 16"/>
                  <a:gd name="T7" fmla="*/ 33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9">
                    <a:moveTo>
                      <a:pt x="1" y="7"/>
                    </a:moveTo>
                    <a:cubicBezTo>
                      <a:pt x="5" y="8"/>
                      <a:pt x="12" y="9"/>
                      <a:pt x="14" y="8"/>
                    </a:cubicBezTo>
                    <a:cubicBezTo>
                      <a:pt x="16" y="7"/>
                      <a:pt x="14" y="0"/>
                      <a:pt x="6" y="0"/>
                    </a:cubicBezTo>
                    <a:cubicBezTo>
                      <a:pt x="2" y="0"/>
                      <a:pt x="0" y="6"/>
                      <a:pt x="1" y="7"/>
                    </a:cubicBezTo>
                    <a:close/>
                  </a:path>
                </a:pathLst>
              </a:custGeom>
              <a:noFill/>
              <a:ln w="158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617" name="Freeform 508">
                <a:extLst>
                  <a:ext uri="{FF2B5EF4-FFF2-40B4-BE49-F238E27FC236}">
                    <a16:creationId xmlns:a16="http://schemas.microsoft.com/office/drawing/2014/main" id="{0A08D19E-49EB-4E2A-9834-C425F48303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9" y="4016"/>
                <a:ext cx="24" cy="13"/>
              </a:xfrm>
              <a:custGeom>
                <a:avLst/>
                <a:gdLst>
                  <a:gd name="T0" fmla="*/ 5 w 15"/>
                  <a:gd name="T1" fmla="*/ 29 h 8"/>
                  <a:gd name="T2" fmla="*/ 56 w 15"/>
                  <a:gd name="T3" fmla="*/ 29 h 8"/>
                  <a:gd name="T4" fmla="*/ 29 w 15"/>
                  <a:gd name="T5" fmla="*/ 0 h 8"/>
                  <a:gd name="T6" fmla="*/ 5 w 15"/>
                  <a:gd name="T7" fmla="*/ 29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8">
                    <a:moveTo>
                      <a:pt x="1" y="7"/>
                    </a:moveTo>
                    <a:cubicBezTo>
                      <a:pt x="6" y="6"/>
                      <a:pt x="12" y="8"/>
                      <a:pt x="14" y="7"/>
                    </a:cubicBezTo>
                    <a:cubicBezTo>
                      <a:pt x="15" y="6"/>
                      <a:pt x="14" y="0"/>
                      <a:pt x="7" y="0"/>
                    </a:cubicBezTo>
                    <a:cubicBezTo>
                      <a:pt x="2" y="0"/>
                      <a:pt x="0" y="6"/>
                      <a:pt x="1" y="7"/>
                    </a:cubicBezTo>
                    <a:close/>
                  </a:path>
                </a:pathLst>
              </a:custGeom>
              <a:noFill/>
              <a:ln w="158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618" name="Freeform 509">
                <a:extLst>
                  <a:ext uri="{FF2B5EF4-FFF2-40B4-BE49-F238E27FC236}">
                    <a16:creationId xmlns:a16="http://schemas.microsoft.com/office/drawing/2014/main" id="{ABE1741A-2D74-40CE-86D5-B11354CC89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7" y="4024"/>
                <a:ext cx="8" cy="21"/>
              </a:xfrm>
              <a:custGeom>
                <a:avLst/>
                <a:gdLst>
                  <a:gd name="T0" fmla="*/ 5 w 5"/>
                  <a:gd name="T1" fmla="*/ 0 h 13"/>
                  <a:gd name="T2" fmla="*/ 0 w 5"/>
                  <a:gd name="T3" fmla="*/ 55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3">
                    <a:moveTo>
                      <a:pt x="1" y="0"/>
                    </a:moveTo>
                    <a:cubicBezTo>
                      <a:pt x="3" y="5"/>
                      <a:pt x="5" y="7"/>
                      <a:pt x="0" y="13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619" name="Freeform 510">
                <a:extLst>
                  <a:ext uri="{FF2B5EF4-FFF2-40B4-BE49-F238E27FC236}">
                    <a16:creationId xmlns:a16="http://schemas.microsoft.com/office/drawing/2014/main" id="{43958287-D756-4D09-9385-B7958CC882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5" y="3842"/>
                <a:ext cx="5" cy="25"/>
              </a:xfrm>
              <a:custGeom>
                <a:avLst/>
                <a:gdLst>
                  <a:gd name="T0" fmla="*/ 13 w 3"/>
                  <a:gd name="T1" fmla="*/ 0 h 16"/>
                  <a:gd name="T2" fmla="*/ 0 w 3"/>
                  <a:gd name="T3" fmla="*/ 61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6">
                    <a:moveTo>
                      <a:pt x="3" y="0"/>
                    </a:moveTo>
                    <a:cubicBezTo>
                      <a:pt x="3" y="4"/>
                      <a:pt x="0" y="16"/>
                      <a:pt x="0" y="16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620" name="Freeform 511">
                <a:extLst>
                  <a:ext uri="{FF2B5EF4-FFF2-40B4-BE49-F238E27FC236}">
                    <a16:creationId xmlns:a16="http://schemas.microsoft.com/office/drawing/2014/main" id="{DF9B1D39-312A-479D-A0CC-9BC96BDB16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6" y="4014"/>
                <a:ext cx="40" cy="21"/>
              </a:xfrm>
              <a:custGeom>
                <a:avLst/>
                <a:gdLst>
                  <a:gd name="T0" fmla="*/ 102 w 25"/>
                  <a:gd name="T1" fmla="*/ 39 h 13"/>
                  <a:gd name="T2" fmla="*/ 16 w 25"/>
                  <a:gd name="T3" fmla="*/ 47 h 13"/>
                  <a:gd name="T4" fmla="*/ 8 w 25"/>
                  <a:gd name="T5" fmla="*/ 16 h 13"/>
                  <a:gd name="T6" fmla="*/ 77 w 25"/>
                  <a:gd name="T7" fmla="*/ 5 h 13"/>
                  <a:gd name="T8" fmla="*/ 102 w 25"/>
                  <a:gd name="T9" fmla="*/ 39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13">
                    <a:moveTo>
                      <a:pt x="25" y="9"/>
                    </a:moveTo>
                    <a:cubicBezTo>
                      <a:pt x="21" y="6"/>
                      <a:pt x="7" y="8"/>
                      <a:pt x="4" y="11"/>
                    </a:cubicBezTo>
                    <a:cubicBezTo>
                      <a:pt x="2" y="13"/>
                      <a:pt x="0" y="6"/>
                      <a:pt x="2" y="4"/>
                    </a:cubicBezTo>
                    <a:cubicBezTo>
                      <a:pt x="6" y="1"/>
                      <a:pt x="14" y="0"/>
                      <a:pt x="19" y="1"/>
                    </a:cubicBezTo>
                    <a:cubicBezTo>
                      <a:pt x="23" y="3"/>
                      <a:pt x="25" y="9"/>
                      <a:pt x="25" y="9"/>
                    </a:cubicBezTo>
                    <a:close/>
                  </a:path>
                </a:pathLst>
              </a:custGeom>
              <a:noFill/>
              <a:ln w="158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621" name="Freeform 512">
                <a:extLst>
                  <a:ext uri="{FF2B5EF4-FFF2-40B4-BE49-F238E27FC236}">
                    <a16:creationId xmlns:a16="http://schemas.microsoft.com/office/drawing/2014/main" id="{E503B59C-B730-46A9-A5F2-9E41961950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12" y="3992"/>
                <a:ext cx="30" cy="59"/>
              </a:xfrm>
              <a:custGeom>
                <a:avLst/>
                <a:gdLst>
                  <a:gd name="T0" fmla="*/ 0 w 19"/>
                  <a:gd name="T1" fmla="*/ 0 h 37"/>
                  <a:gd name="T2" fmla="*/ 60 w 19"/>
                  <a:gd name="T3" fmla="*/ 81 h 37"/>
                  <a:gd name="T4" fmla="*/ 62 w 19"/>
                  <a:gd name="T5" fmla="*/ 150 h 3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37">
                    <a:moveTo>
                      <a:pt x="0" y="0"/>
                    </a:moveTo>
                    <a:cubicBezTo>
                      <a:pt x="3" y="7"/>
                      <a:pt x="12" y="12"/>
                      <a:pt x="15" y="20"/>
                    </a:cubicBezTo>
                    <a:cubicBezTo>
                      <a:pt x="17" y="26"/>
                      <a:pt x="19" y="33"/>
                      <a:pt x="16" y="37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622" name="Freeform 513">
                <a:extLst>
                  <a:ext uri="{FF2B5EF4-FFF2-40B4-BE49-F238E27FC236}">
                    <a16:creationId xmlns:a16="http://schemas.microsoft.com/office/drawing/2014/main" id="{008747A0-A61E-4A7C-82AE-95FE923C33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60" y="3981"/>
                <a:ext cx="35" cy="72"/>
              </a:xfrm>
              <a:custGeom>
                <a:avLst/>
                <a:gdLst>
                  <a:gd name="T0" fmla="*/ 0 w 22"/>
                  <a:gd name="T1" fmla="*/ 0 h 45"/>
                  <a:gd name="T2" fmla="*/ 33 w 22"/>
                  <a:gd name="T3" fmla="*/ 48 h 45"/>
                  <a:gd name="T4" fmla="*/ 60 w 22"/>
                  <a:gd name="T5" fmla="*/ 110 h 45"/>
                  <a:gd name="T6" fmla="*/ 60 w 22"/>
                  <a:gd name="T7" fmla="*/ 184 h 4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" h="45">
                    <a:moveTo>
                      <a:pt x="0" y="0"/>
                    </a:moveTo>
                    <a:cubicBezTo>
                      <a:pt x="5" y="4"/>
                      <a:pt x="6" y="5"/>
                      <a:pt x="8" y="12"/>
                    </a:cubicBezTo>
                    <a:cubicBezTo>
                      <a:pt x="10" y="19"/>
                      <a:pt x="13" y="23"/>
                      <a:pt x="15" y="27"/>
                    </a:cubicBezTo>
                    <a:cubicBezTo>
                      <a:pt x="18" y="30"/>
                      <a:pt x="22" y="39"/>
                      <a:pt x="15" y="45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623" name="Freeform 514">
                <a:extLst>
                  <a:ext uri="{FF2B5EF4-FFF2-40B4-BE49-F238E27FC236}">
                    <a16:creationId xmlns:a16="http://schemas.microsoft.com/office/drawing/2014/main" id="{28321290-13DA-4F86-B4AA-E5BC3517D2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4" y="3974"/>
                <a:ext cx="43" cy="64"/>
              </a:xfrm>
              <a:custGeom>
                <a:avLst/>
                <a:gdLst>
                  <a:gd name="T0" fmla="*/ 0 w 27"/>
                  <a:gd name="T1" fmla="*/ 0 h 40"/>
                  <a:gd name="T2" fmla="*/ 68 w 27"/>
                  <a:gd name="T3" fmla="*/ 61 h 40"/>
                  <a:gd name="T4" fmla="*/ 97 w 27"/>
                  <a:gd name="T5" fmla="*/ 128 h 40"/>
                  <a:gd name="T6" fmla="*/ 108 w 27"/>
                  <a:gd name="T7" fmla="*/ 163 h 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7" h="40">
                    <a:moveTo>
                      <a:pt x="0" y="0"/>
                    </a:moveTo>
                    <a:cubicBezTo>
                      <a:pt x="6" y="3"/>
                      <a:pt x="14" y="10"/>
                      <a:pt x="17" y="15"/>
                    </a:cubicBezTo>
                    <a:cubicBezTo>
                      <a:pt x="19" y="21"/>
                      <a:pt x="21" y="25"/>
                      <a:pt x="24" y="31"/>
                    </a:cubicBezTo>
                    <a:cubicBezTo>
                      <a:pt x="26" y="34"/>
                      <a:pt x="27" y="37"/>
                      <a:pt x="27" y="40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624" name="Freeform 515">
                <a:extLst>
                  <a:ext uri="{FF2B5EF4-FFF2-40B4-BE49-F238E27FC236}">
                    <a16:creationId xmlns:a16="http://schemas.microsoft.com/office/drawing/2014/main" id="{F46404B6-5B35-41B0-BE3B-DF1E8286EF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03" y="3966"/>
                <a:ext cx="50" cy="56"/>
              </a:xfrm>
              <a:custGeom>
                <a:avLst/>
                <a:gdLst>
                  <a:gd name="T0" fmla="*/ 0 w 31"/>
                  <a:gd name="T1" fmla="*/ 0 h 35"/>
                  <a:gd name="T2" fmla="*/ 63 w 31"/>
                  <a:gd name="T3" fmla="*/ 46 h 35"/>
                  <a:gd name="T4" fmla="*/ 123 w 31"/>
                  <a:gd name="T5" fmla="*/ 115 h 35"/>
                  <a:gd name="T6" fmla="*/ 131 w 31"/>
                  <a:gd name="T7" fmla="*/ 144 h 3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1" h="35">
                    <a:moveTo>
                      <a:pt x="0" y="0"/>
                    </a:moveTo>
                    <a:cubicBezTo>
                      <a:pt x="6" y="2"/>
                      <a:pt x="11" y="7"/>
                      <a:pt x="15" y="11"/>
                    </a:cubicBezTo>
                    <a:cubicBezTo>
                      <a:pt x="19" y="16"/>
                      <a:pt x="26" y="19"/>
                      <a:pt x="29" y="28"/>
                    </a:cubicBezTo>
                    <a:cubicBezTo>
                      <a:pt x="30" y="31"/>
                      <a:pt x="30" y="33"/>
                      <a:pt x="31" y="35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625" name="Freeform 516">
                <a:extLst>
                  <a:ext uri="{FF2B5EF4-FFF2-40B4-BE49-F238E27FC236}">
                    <a16:creationId xmlns:a16="http://schemas.microsoft.com/office/drawing/2014/main" id="{450FACF5-C83C-41AE-AB65-4170C9728A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50" y="4030"/>
                <a:ext cx="27" cy="16"/>
              </a:xfrm>
              <a:custGeom>
                <a:avLst/>
                <a:gdLst>
                  <a:gd name="T0" fmla="*/ 64 w 17"/>
                  <a:gd name="T1" fmla="*/ 35 h 10"/>
                  <a:gd name="T2" fmla="*/ 8 w 17"/>
                  <a:gd name="T3" fmla="*/ 35 h 10"/>
                  <a:gd name="T4" fmla="*/ 33 w 17"/>
                  <a:gd name="T5" fmla="*/ 0 h 10"/>
                  <a:gd name="T6" fmla="*/ 64 w 17"/>
                  <a:gd name="T7" fmla="*/ 35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10">
                    <a:moveTo>
                      <a:pt x="16" y="9"/>
                    </a:moveTo>
                    <a:cubicBezTo>
                      <a:pt x="11" y="10"/>
                      <a:pt x="3" y="10"/>
                      <a:pt x="2" y="9"/>
                    </a:cubicBezTo>
                    <a:cubicBezTo>
                      <a:pt x="0" y="8"/>
                      <a:pt x="1" y="1"/>
                      <a:pt x="8" y="0"/>
                    </a:cubicBezTo>
                    <a:cubicBezTo>
                      <a:pt x="16" y="0"/>
                      <a:pt x="17" y="8"/>
                      <a:pt x="16" y="9"/>
                    </a:cubicBezTo>
                    <a:close/>
                  </a:path>
                </a:pathLst>
              </a:custGeom>
              <a:noFill/>
              <a:ln w="158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626" name="Freeform 517">
                <a:extLst>
                  <a:ext uri="{FF2B5EF4-FFF2-40B4-BE49-F238E27FC236}">
                    <a16:creationId xmlns:a16="http://schemas.microsoft.com/office/drawing/2014/main" id="{10298148-8620-4F3B-BFE2-C0DD93BDD0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97" y="4022"/>
                <a:ext cx="25" cy="15"/>
              </a:xfrm>
              <a:custGeom>
                <a:avLst/>
                <a:gdLst>
                  <a:gd name="T0" fmla="*/ 56 w 16"/>
                  <a:gd name="T1" fmla="*/ 33 h 9"/>
                  <a:gd name="T2" fmla="*/ 8 w 16"/>
                  <a:gd name="T3" fmla="*/ 37 h 9"/>
                  <a:gd name="T4" fmla="*/ 34 w 16"/>
                  <a:gd name="T5" fmla="*/ 0 h 9"/>
                  <a:gd name="T6" fmla="*/ 56 w 16"/>
                  <a:gd name="T7" fmla="*/ 33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9">
                    <a:moveTo>
                      <a:pt x="15" y="7"/>
                    </a:moveTo>
                    <a:cubicBezTo>
                      <a:pt x="10" y="8"/>
                      <a:pt x="3" y="9"/>
                      <a:pt x="2" y="8"/>
                    </a:cubicBezTo>
                    <a:cubicBezTo>
                      <a:pt x="0" y="7"/>
                      <a:pt x="2" y="0"/>
                      <a:pt x="9" y="0"/>
                    </a:cubicBezTo>
                    <a:cubicBezTo>
                      <a:pt x="14" y="0"/>
                      <a:pt x="16" y="6"/>
                      <a:pt x="15" y="7"/>
                    </a:cubicBezTo>
                    <a:close/>
                  </a:path>
                </a:pathLst>
              </a:custGeom>
              <a:noFill/>
              <a:ln w="158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627" name="Freeform 518">
                <a:extLst>
                  <a:ext uri="{FF2B5EF4-FFF2-40B4-BE49-F238E27FC236}">
                    <a16:creationId xmlns:a16="http://schemas.microsoft.com/office/drawing/2014/main" id="{9D2CDBCF-7B56-4086-822F-5375BA22BF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24" y="4016"/>
                <a:ext cx="24" cy="13"/>
              </a:xfrm>
              <a:custGeom>
                <a:avLst/>
                <a:gdLst>
                  <a:gd name="T0" fmla="*/ 61 w 15"/>
                  <a:gd name="T1" fmla="*/ 29 h 8"/>
                  <a:gd name="T2" fmla="*/ 8 w 15"/>
                  <a:gd name="T3" fmla="*/ 29 h 8"/>
                  <a:gd name="T4" fmla="*/ 35 w 15"/>
                  <a:gd name="T5" fmla="*/ 0 h 8"/>
                  <a:gd name="T6" fmla="*/ 61 w 15"/>
                  <a:gd name="T7" fmla="*/ 29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8">
                    <a:moveTo>
                      <a:pt x="15" y="7"/>
                    </a:moveTo>
                    <a:cubicBezTo>
                      <a:pt x="10" y="6"/>
                      <a:pt x="3" y="8"/>
                      <a:pt x="2" y="7"/>
                    </a:cubicBezTo>
                    <a:cubicBezTo>
                      <a:pt x="0" y="6"/>
                      <a:pt x="2" y="0"/>
                      <a:pt x="9" y="0"/>
                    </a:cubicBezTo>
                    <a:cubicBezTo>
                      <a:pt x="14" y="0"/>
                      <a:pt x="15" y="6"/>
                      <a:pt x="15" y="7"/>
                    </a:cubicBezTo>
                    <a:close/>
                  </a:path>
                </a:pathLst>
              </a:custGeom>
              <a:noFill/>
              <a:ln w="158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628" name="Freeform 519">
                <a:extLst>
                  <a:ext uri="{FF2B5EF4-FFF2-40B4-BE49-F238E27FC236}">
                    <a16:creationId xmlns:a16="http://schemas.microsoft.com/office/drawing/2014/main" id="{98EED88E-4F6C-4C8B-84D8-45BBEB709F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51" y="4024"/>
                <a:ext cx="8" cy="21"/>
              </a:xfrm>
              <a:custGeom>
                <a:avLst/>
                <a:gdLst>
                  <a:gd name="T0" fmla="*/ 21 w 5"/>
                  <a:gd name="T1" fmla="*/ 0 h 13"/>
                  <a:gd name="T2" fmla="*/ 21 w 5"/>
                  <a:gd name="T3" fmla="*/ 55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3">
                    <a:moveTo>
                      <a:pt x="5" y="0"/>
                    </a:moveTo>
                    <a:cubicBezTo>
                      <a:pt x="3" y="5"/>
                      <a:pt x="0" y="7"/>
                      <a:pt x="5" y="13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629" name="Freeform 520">
                <a:extLst>
                  <a:ext uri="{FF2B5EF4-FFF2-40B4-BE49-F238E27FC236}">
                    <a16:creationId xmlns:a16="http://schemas.microsoft.com/office/drawing/2014/main" id="{F6C96988-9C6F-429E-9BA8-BE23C20FB3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8" y="3842"/>
                <a:ext cx="3" cy="25"/>
              </a:xfrm>
              <a:custGeom>
                <a:avLst/>
                <a:gdLst>
                  <a:gd name="T0" fmla="*/ 0 w 2"/>
                  <a:gd name="T1" fmla="*/ 0 h 16"/>
                  <a:gd name="T2" fmla="*/ 8 w 2"/>
                  <a:gd name="T3" fmla="*/ 61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6">
                    <a:moveTo>
                      <a:pt x="0" y="0"/>
                    </a:moveTo>
                    <a:cubicBezTo>
                      <a:pt x="0" y="4"/>
                      <a:pt x="2" y="16"/>
                      <a:pt x="2" y="16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630" name="Freeform 521">
                <a:extLst>
                  <a:ext uri="{FF2B5EF4-FFF2-40B4-BE49-F238E27FC236}">
                    <a16:creationId xmlns:a16="http://schemas.microsoft.com/office/drawing/2014/main" id="{328E94D1-B412-4D2E-8370-9ECBF3BA0D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6" y="1927"/>
                <a:ext cx="60" cy="36"/>
              </a:xfrm>
              <a:custGeom>
                <a:avLst/>
                <a:gdLst>
                  <a:gd name="T0" fmla="*/ 81 w 38"/>
                  <a:gd name="T1" fmla="*/ 47 h 22"/>
                  <a:gd name="T2" fmla="*/ 14 w 38"/>
                  <a:gd name="T3" fmla="*/ 88 h 22"/>
                  <a:gd name="T4" fmla="*/ 0 w 38"/>
                  <a:gd name="T5" fmla="*/ 77 h 22"/>
                  <a:gd name="T6" fmla="*/ 14 w 38"/>
                  <a:gd name="T7" fmla="*/ 92 h 22"/>
                  <a:gd name="T8" fmla="*/ 81 w 38"/>
                  <a:gd name="T9" fmla="*/ 47 h 22"/>
                  <a:gd name="T10" fmla="*/ 150 w 38"/>
                  <a:gd name="T11" fmla="*/ 0 h 22"/>
                  <a:gd name="T12" fmla="*/ 81 w 38"/>
                  <a:gd name="T13" fmla="*/ 47 h 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8" h="22">
                    <a:moveTo>
                      <a:pt x="20" y="11"/>
                    </a:moveTo>
                    <a:cubicBezTo>
                      <a:pt x="14" y="16"/>
                      <a:pt x="8" y="21"/>
                      <a:pt x="4" y="20"/>
                    </a:cubicBezTo>
                    <a:cubicBezTo>
                      <a:pt x="3" y="20"/>
                      <a:pt x="1" y="19"/>
                      <a:pt x="0" y="18"/>
                    </a:cubicBezTo>
                    <a:cubicBezTo>
                      <a:pt x="1" y="20"/>
                      <a:pt x="2" y="21"/>
                      <a:pt x="4" y="21"/>
                    </a:cubicBezTo>
                    <a:cubicBezTo>
                      <a:pt x="9" y="22"/>
                      <a:pt x="14" y="17"/>
                      <a:pt x="20" y="11"/>
                    </a:cubicBezTo>
                    <a:cubicBezTo>
                      <a:pt x="26" y="6"/>
                      <a:pt x="32" y="0"/>
                      <a:pt x="38" y="0"/>
                    </a:cubicBezTo>
                    <a:cubicBezTo>
                      <a:pt x="32" y="0"/>
                      <a:pt x="26" y="5"/>
                      <a:pt x="20" y="11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631" name="Freeform 522">
                <a:extLst>
                  <a:ext uri="{FF2B5EF4-FFF2-40B4-BE49-F238E27FC236}">
                    <a16:creationId xmlns:a16="http://schemas.microsoft.com/office/drawing/2014/main" id="{DC5A04DB-ACD2-4F9B-806D-B805F27788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04" y="1531"/>
                <a:ext cx="6" cy="173"/>
              </a:xfrm>
              <a:custGeom>
                <a:avLst/>
                <a:gdLst>
                  <a:gd name="T0" fmla="*/ 12 w 4"/>
                  <a:gd name="T1" fmla="*/ 444 h 108"/>
                  <a:gd name="T2" fmla="*/ 12 w 4"/>
                  <a:gd name="T3" fmla="*/ 439 h 108"/>
                  <a:gd name="T4" fmla="*/ 14 w 4"/>
                  <a:gd name="T5" fmla="*/ 0 h 10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108">
                    <a:moveTo>
                      <a:pt x="3" y="108"/>
                    </a:moveTo>
                    <a:cubicBezTo>
                      <a:pt x="3" y="107"/>
                      <a:pt x="3" y="107"/>
                      <a:pt x="3" y="107"/>
                    </a:cubicBezTo>
                    <a:cubicBezTo>
                      <a:pt x="1" y="71"/>
                      <a:pt x="0" y="7"/>
                      <a:pt x="4" y="0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632" name="Freeform 523">
                <a:extLst>
                  <a:ext uri="{FF2B5EF4-FFF2-40B4-BE49-F238E27FC236}">
                    <a16:creationId xmlns:a16="http://schemas.microsoft.com/office/drawing/2014/main" id="{71780D84-2402-4BFA-B172-2D66E31038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1" y="1562"/>
                <a:ext cx="70" cy="67"/>
              </a:xfrm>
              <a:custGeom>
                <a:avLst/>
                <a:gdLst>
                  <a:gd name="T0" fmla="*/ 53 w 44"/>
                  <a:gd name="T1" fmla="*/ 21 h 42"/>
                  <a:gd name="T2" fmla="*/ 108 w 44"/>
                  <a:gd name="T3" fmla="*/ 150 h 42"/>
                  <a:gd name="T4" fmla="*/ 170 w 44"/>
                  <a:gd name="T5" fmla="*/ 81 h 42"/>
                  <a:gd name="T6" fmla="*/ 95 w 44"/>
                  <a:gd name="T7" fmla="*/ 0 h 4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4" h="42">
                    <a:moveTo>
                      <a:pt x="13" y="5"/>
                    </a:moveTo>
                    <a:cubicBezTo>
                      <a:pt x="0" y="17"/>
                      <a:pt x="7" y="42"/>
                      <a:pt x="27" y="37"/>
                    </a:cubicBezTo>
                    <a:cubicBezTo>
                      <a:pt x="35" y="35"/>
                      <a:pt x="41" y="28"/>
                      <a:pt x="42" y="20"/>
                    </a:cubicBezTo>
                    <a:cubicBezTo>
                      <a:pt x="44" y="7"/>
                      <a:pt x="34" y="3"/>
                      <a:pt x="24" y="0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633" name="Freeform 524">
                <a:extLst>
                  <a:ext uri="{FF2B5EF4-FFF2-40B4-BE49-F238E27FC236}">
                    <a16:creationId xmlns:a16="http://schemas.microsoft.com/office/drawing/2014/main" id="{EB0F924C-6324-4E7E-AB15-8F591412B8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6" y="1578"/>
                <a:ext cx="3" cy="6"/>
              </a:xfrm>
              <a:custGeom>
                <a:avLst/>
                <a:gdLst>
                  <a:gd name="T0" fmla="*/ 8 w 2"/>
                  <a:gd name="T1" fmla="*/ 14 h 4"/>
                  <a:gd name="T2" fmla="*/ 0 w 2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4">
                    <a:moveTo>
                      <a:pt x="2" y="4"/>
                    </a:moveTo>
                    <a:cubicBezTo>
                      <a:pt x="2" y="2"/>
                      <a:pt x="1" y="1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634" name="Freeform 525">
                <a:extLst>
                  <a:ext uri="{FF2B5EF4-FFF2-40B4-BE49-F238E27FC236}">
                    <a16:creationId xmlns:a16="http://schemas.microsoft.com/office/drawing/2014/main" id="{1B38C3BB-E41B-4E7D-9274-9D3B7C9E02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5" y="1562"/>
                <a:ext cx="63" cy="65"/>
              </a:xfrm>
              <a:custGeom>
                <a:avLst/>
                <a:gdLst>
                  <a:gd name="T0" fmla="*/ 89 w 39"/>
                  <a:gd name="T1" fmla="*/ 0 h 41"/>
                  <a:gd name="T2" fmla="*/ 0 w 39"/>
                  <a:gd name="T3" fmla="*/ 81 h 41"/>
                  <a:gd name="T4" fmla="*/ 89 w 39"/>
                  <a:gd name="T5" fmla="*/ 163 h 41"/>
                  <a:gd name="T6" fmla="*/ 165 w 39"/>
                  <a:gd name="T7" fmla="*/ 116 h 4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9" h="41">
                    <a:moveTo>
                      <a:pt x="21" y="0"/>
                    </a:moveTo>
                    <a:cubicBezTo>
                      <a:pt x="9" y="0"/>
                      <a:pt x="0" y="9"/>
                      <a:pt x="0" y="20"/>
                    </a:cubicBezTo>
                    <a:cubicBezTo>
                      <a:pt x="0" y="32"/>
                      <a:pt x="9" y="41"/>
                      <a:pt x="21" y="41"/>
                    </a:cubicBezTo>
                    <a:cubicBezTo>
                      <a:pt x="29" y="41"/>
                      <a:pt x="36" y="36"/>
                      <a:pt x="39" y="29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635" name="Oval 526">
                <a:extLst>
                  <a:ext uri="{FF2B5EF4-FFF2-40B4-BE49-F238E27FC236}">
                    <a16:creationId xmlns:a16="http://schemas.microsoft.com/office/drawing/2014/main" id="{5D09B055-4EC8-46EE-B6AE-3CC3418DCF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09" y="1586"/>
                <a:ext cx="18" cy="17"/>
              </a:xfrm>
              <a:prstGeom prst="ellipse">
                <a:avLst/>
              </a:prstGeom>
              <a:noFill/>
              <a:ln w="4763" cap="rnd">
                <a:solidFill>
                  <a:srgbClr val="343434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636" name="Freeform 527">
                <a:extLst>
                  <a:ext uri="{FF2B5EF4-FFF2-40B4-BE49-F238E27FC236}">
                    <a16:creationId xmlns:a16="http://schemas.microsoft.com/office/drawing/2014/main" id="{8C3EF2CD-55BE-4B39-AB81-02EAE3B28E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4" y="1290"/>
                <a:ext cx="173" cy="21"/>
              </a:xfrm>
              <a:custGeom>
                <a:avLst/>
                <a:gdLst>
                  <a:gd name="T0" fmla="*/ 362 w 108"/>
                  <a:gd name="T1" fmla="*/ 39 h 13"/>
                  <a:gd name="T2" fmla="*/ 200 w 108"/>
                  <a:gd name="T3" fmla="*/ 26 h 13"/>
                  <a:gd name="T4" fmla="*/ 144 w 108"/>
                  <a:gd name="T5" fmla="*/ 21 h 13"/>
                  <a:gd name="T6" fmla="*/ 0 w 108"/>
                  <a:gd name="T7" fmla="*/ 0 h 13"/>
                  <a:gd name="T8" fmla="*/ 144 w 108"/>
                  <a:gd name="T9" fmla="*/ 29 h 13"/>
                  <a:gd name="T10" fmla="*/ 197 w 108"/>
                  <a:gd name="T11" fmla="*/ 34 h 13"/>
                  <a:gd name="T12" fmla="*/ 357 w 108"/>
                  <a:gd name="T13" fmla="*/ 47 h 13"/>
                  <a:gd name="T14" fmla="*/ 402 w 108"/>
                  <a:gd name="T15" fmla="*/ 50 h 13"/>
                  <a:gd name="T16" fmla="*/ 444 w 108"/>
                  <a:gd name="T17" fmla="*/ 55 h 13"/>
                  <a:gd name="T18" fmla="*/ 408 w 108"/>
                  <a:gd name="T19" fmla="*/ 42 h 13"/>
                  <a:gd name="T20" fmla="*/ 362 w 108"/>
                  <a:gd name="T21" fmla="*/ 39 h 1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08" h="13">
                    <a:moveTo>
                      <a:pt x="88" y="9"/>
                    </a:moveTo>
                    <a:cubicBezTo>
                      <a:pt x="74" y="7"/>
                      <a:pt x="60" y="7"/>
                      <a:pt x="49" y="6"/>
                    </a:cubicBezTo>
                    <a:cubicBezTo>
                      <a:pt x="35" y="5"/>
                      <a:pt x="35" y="5"/>
                      <a:pt x="35" y="5"/>
                    </a:cubicBezTo>
                    <a:cubicBezTo>
                      <a:pt x="23" y="5"/>
                      <a:pt x="8" y="2"/>
                      <a:pt x="0" y="0"/>
                    </a:cubicBezTo>
                    <a:cubicBezTo>
                      <a:pt x="8" y="2"/>
                      <a:pt x="23" y="6"/>
                      <a:pt x="35" y="7"/>
                    </a:cubicBezTo>
                    <a:cubicBezTo>
                      <a:pt x="48" y="8"/>
                      <a:pt x="48" y="8"/>
                      <a:pt x="48" y="8"/>
                    </a:cubicBezTo>
                    <a:cubicBezTo>
                      <a:pt x="60" y="9"/>
                      <a:pt x="74" y="9"/>
                      <a:pt x="87" y="11"/>
                    </a:cubicBezTo>
                    <a:cubicBezTo>
                      <a:pt x="92" y="11"/>
                      <a:pt x="98" y="12"/>
                      <a:pt x="98" y="12"/>
                    </a:cubicBezTo>
                    <a:cubicBezTo>
                      <a:pt x="98" y="12"/>
                      <a:pt x="108" y="13"/>
                      <a:pt x="108" y="13"/>
                    </a:cubicBezTo>
                    <a:cubicBezTo>
                      <a:pt x="99" y="10"/>
                      <a:pt x="99" y="10"/>
                      <a:pt x="99" y="10"/>
                    </a:cubicBezTo>
                    <a:cubicBezTo>
                      <a:pt x="98" y="10"/>
                      <a:pt x="92" y="9"/>
                      <a:pt x="88" y="9"/>
                    </a:cubicBezTo>
                  </a:path>
                </a:pathLst>
              </a:custGeom>
              <a:solidFill>
                <a:srgbClr val="8F8E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637" name="Freeform 528">
                <a:extLst>
                  <a:ext uri="{FF2B5EF4-FFF2-40B4-BE49-F238E27FC236}">
                    <a16:creationId xmlns:a16="http://schemas.microsoft.com/office/drawing/2014/main" id="{C5D4CD16-7286-4F21-820F-DFFA1A9C6C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2" y="1927"/>
                <a:ext cx="60" cy="36"/>
              </a:xfrm>
              <a:custGeom>
                <a:avLst/>
                <a:gdLst>
                  <a:gd name="T0" fmla="*/ 0 w 38"/>
                  <a:gd name="T1" fmla="*/ 0 h 22"/>
                  <a:gd name="T2" fmla="*/ 0 w 38"/>
                  <a:gd name="T3" fmla="*/ 0 h 22"/>
                  <a:gd name="T4" fmla="*/ 69 w 38"/>
                  <a:gd name="T5" fmla="*/ 47 h 22"/>
                  <a:gd name="T6" fmla="*/ 134 w 38"/>
                  <a:gd name="T7" fmla="*/ 92 h 22"/>
                  <a:gd name="T8" fmla="*/ 150 w 38"/>
                  <a:gd name="T9" fmla="*/ 77 h 22"/>
                  <a:gd name="T10" fmla="*/ 134 w 38"/>
                  <a:gd name="T11" fmla="*/ 88 h 22"/>
                  <a:gd name="T12" fmla="*/ 69 w 38"/>
                  <a:gd name="T13" fmla="*/ 47 h 22"/>
                  <a:gd name="T14" fmla="*/ 0 w 38"/>
                  <a:gd name="T15" fmla="*/ 0 h 2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8" h="22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5" y="0"/>
                      <a:pt x="12" y="6"/>
                      <a:pt x="18" y="11"/>
                    </a:cubicBezTo>
                    <a:cubicBezTo>
                      <a:pt x="24" y="17"/>
                      <a:pt x="29" y="22"/>
                      <a:pt x="34" y="21"/>
                    </a:cubicBezTo>
                    <a:cubicBezTo>
                      <a:pt x="36" y="21"/>
                      <a:pt x="37" y="20"/>
                      <a:pt x="38" y="18"/>
                    </a:cubicBezTo>
                    <a:cubicBezTo>
                      <a:pt x="37" y="19"/>
                      <a:pt x="35" y="20"/>
                      <a:pt x="34" y="20"/>
                    </a:cubicBezTo>
                    <a:cubicBezTo>
                      <a:pt x="30" y="21"/>
                      <a:pt x="24" y="16"/>
                      <a:pt x="18" y="11"/>
                    </a:cubicBezTo>
                    <a:cubicBezTo>
                      <a:pt x="12" y="5"/>
                      <a:pt x="6" y="0"/>
                      <a:pt x="0" y="0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638" name="Freeform 529">
                <a:extLst>
                  <a:ext uri="{FF2B5EF4-FFF2-40B4-BE49-F238E27FC236}">
                    <a16:creationId xmlns:a16="http://schemas.microsoft.com/office/drawing/2014/main" id="{965A2774-55DF-4ACB-AFE8-153FC2433B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7" y="894"/>
                <a:ext cx="61" cy="32"/>
              </a:xfrm>
              <a:custGeom>
                <a:avLst/>
                <a:gdLst>
                  <a:gd name="T0" fmla="*/ 157 w 38"/>
                  <a:gd name="T1" fmla="*/ 61 h 20"/>
                  <a:gd name="T2" fmla="*/ 0 w 38"/>
                  <a:gd name="T3" fmla="*/ 82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8" h="20">
                    <a:moveTo>
                      <a:pt x="38" y="15"/>
                    </a:moveTo>
                    <a:cubicBezTo>
                      <a:pt x="21" y="0"/>
                      <a:pt x="11" y="11"/>
                      <a:pt x="0" y="20"/>
                    </a:cubicBezTo>
                  </a:path>
                </a:pathLst>
              </a:custGeom>
              <a:noFill/>
              <a:ln w="158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639" name="Freeform 530">
                <a:extLst>
                  <a:ext uri="{FF2B5EF4-FFF2-40B4-BE49-F238E27FC236}">
                    <a16:creationId xmlns:a16="http://schemas.microsoft.com/office/drawing/2014/main" id="{911A9AF0-F1D1-4791-ACED-38C17E6A96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7" y="896"/>
                <a:ext cx="64" cy="32"/>
              </a:xfrm>
              <a:custGeom>
                <a:avLst/>
                <a:gdLst>
                  <a:gd name="T0" fmla="*/ 0 w 40"/>
                  <a:gd name="T1" fmla="*/ 56 h 20"/>
                  <a:gd name="T2" fmla="*/ 163 w 40"/>
                  <a:gd name="T3" fmla="*/ 82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0" h="20">
                    <a:moveTo>
                      <a:pt x="0" y="14"/>
                    </a:moveTo>
                    <a:cubicBezTo>
                      <a:pt x="17" y="0"/>
                      <a:pt x="29" y="10"/>
                      <a:pt x="40" y="20"/>
                    </a:cubicBezTo>
                  </a:path>
                </a:pathLst>
              </a:custGeom>
              <a:noFill/>
              <a:ln w="158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640" name="Freeform 531">
                <a:extLst>
                  <a:ext uri="{FF2B5EF4-FFF2-40B4-BE49-F238E27FC236}">
                    <a16:creationId xmlns:a16="http://schemas.microsoft.com/office/drawing/2014/main" id="{14273927-AF87-4DFE-BF75-24106612BC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5" y="880"/>
                <a:ext cx="348" cy="283"/>
              </a:xfrm>
              <a:custGeom>
                <a:avLst/>
                <a:gdLst>
                  <a:gd name="T0" fmla="*/ 75 w 217"/>
                  <a:gd name="T1" fmla="*/ 163 h 177"/>
                  <a:gd name="T2" fmla="*/ 55 w 217"/>
                  <a:gd name="T3" fmla="*/ 74 h 177"/>
                  <a:gd name="T4" fmla="*/ 47 w 217"/>
                  <a:gd name="T5" fmla="*/ 35 h 177"/>
                  <a:gd name="T6" fmla="*/ 42 w 217"/>
                  <a:gd name="T7" fmla="*/ 21 h 177"/>
                  <a:gd name="T8" fmla="*/ 35 w 217"/>
                  <a:gd name="T9" fmla="*/ 21 h 177"/>
                  <a:gd name="T10" fmla="*/ 29 w 217"/>
                  <a:gd name="T11" fmla="*/ 8 h 177"/>
                  <a:gd name="T12" fmla="*/ 0 w 217"/>
                  <a:gd name="T13" fmla="*/ 42 h 177"/>
                  <a:gd name="T14" fmla="*/ 21 w 217"/>
                  <a:gd name="T15" fmla="*/ 123 h 177"/>
                  <a:gd name="T16" fmla="*/ 35 w 217"/>
                  <a:gd name="T17" fmla="*/ 209 h 177"/>
                  <a:gd name="T18" fmla="*/ 48 w 217"/>
                  <a:gd name="T19" fmla="*/ 265 h 177"/>
                  <a:gd name="T20" fmla="*/ 75 w 217"/>
                  <a:gd name="T21" fmla="*/ 307 h 177"/>
                  <a:gd name="T22" fmla="*/ 111 w 217"/>
                  <a:gd name="T23" fmla="*/ 334 h 177"/>
                  <a:gd name="T24" fmla="*/ 144 w 217"/>
                  <a:gd name="T25" fmla="*/ 491 h 177"/>
                  <a:gd name="T26" fmla="*/ 285 w 217"/>
                  <a:gd name="T27" fmla="*/ 636 h 177"/>
                  <a:gd name="T28" fmla="*/ 444 w 217"/>
                  <a:gd name="T29" fmla="*/ 723 h 177"/>
                  <a:gd name="T30" fmla="*/ 601 w 217"/>
                  <a:gd name="T31" fmla="*/ 641 h 177"/>
                  <a:gd name="T32" fmla="*/ 746 w 217"/>
                  <a:gd name="T33" fmla="*/ 491 h 177"/>
                  <a:gd name="T34" fmla="*/ 784 w 217"/>
                  <a:gd name="T35" fmla="*/ 334 h 177"/>
                  <a:gd name="T36" fmla="*/ 826 w 217"/>
                  <a:gd name="T37" fmla="*/ 307 h 177"/>
                  <a:gd name="T38" fmla="*/ 847 w 217"/>
                  <a:gd name="T39" fmla="*/ 265 h 177"/>
                  <a:gd name="T40" fmla="*/ 861 w 217"/>
                  <a:gd name="T41" fmla="*/ 209 h 177"/>
                  <a:gd name="T42" fmla="*/ 879 w 217"/>
                  <a:gd name="T43" fmla="*/ 123 h 177"/>
                  <a:gd name="T44" fmla="*/ 895 w 217"/>
                  <a:gd name="T45" fmla="*/ 42 h 177"/>
                  <a:gd name="T46" fmla="*/ 882 w 217"/>
                  <a:gd name="T47" fmla="*/ 8 h 177"/>
                  <a:gd name="T48" fmla="*/ 879 w 217"/>
                  <a:gd name="T49" fmla="*/ 8 h 177"/>
                  <a:gd name="T50" fmla="*/ 869 w 217"/>
                  <a:gd name="T51" fmla="*/ 8 h 177"/>
                  <a:gd name="T52" fmla="*/ 840 w 217"/>
                  <a:gd name="T53" fmla="*/ 98 h 177"/>
                  <a:gd name="T54" fmla="*/ 834 w 217"/>
                  <a:gd name="T55" fmla="*/ 123 h 177"/>
                  <a:gd name="T56" fmla="*/ 813 w 217"/>
                  <a:gd name="T57" fmla="*/ 176 h 177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217" h="177">
                    <a:moveTo>
                      <a:pt x="18" y="40"/>
                    </a:moveTo>
                    <a:cubicBezTo>
                      <a:pt x="15" y="32"/>
                      <a:pt x="13" y="18"/>
                      <a:pt x="13" y="18"/>
                    </a:cubicBezTo>
                    <a:cubicBezTo>
                      <a:pt x="13" y="18"/>
                      <a:pt x="12" y="14"/>
                      <a:pt x="11" y="9"/>
                    </a:cubicBezTo>
                    <a:cubicBezTo>
                      <a:pt x="10" y="8"/>
                      <a:pt x="10" y="7"/>
                      <a:pt x="10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4"/>
                      <a:pt x="7" y="2"/>
                      <a:pt x="7" y="2"/>
                    </a:cubicBezTo>
                    <a:cubicBezTo>
                      <a:pt x="3" y="0"/>
                      <a:pt x="0" y="4"/>
                      <a:pt x="0" y="10"/>
                    </a:cubicBezTo>
                    <a:cubicBezTo>
                      <a:pt x="0" y="15"/>
                      <a:pt x="5" y="26"/>
                      <a:pt x="5" y="30"/>
                    </a:cubicBezTo>
                    <a:cubicBezTo>
                      <a:pt x="5" y="34"/>
                      <a:pt x="6" y="44"/>
                      <a:pt x="9" y="51"/>
                    </a:cubicBezTo>
                    <a:cubicBezTo>
                      <a:pt x="11" y="58"/>
                      <a:pt x="10" y="61"/>
                      <a:pt x="12" y="65"/>
                    </a:cubicBezTo>
                    <a:cubicBezTo>
                      <a:pt x="14" y="68"/>
                      <a:pt x="15" y="72"/>
                      <a:pt x="18" y="75"/>
                    </a:cubicBezTo>
                    <a:cubicBezTo>
                      <a:pt x="20" y="78"/>
                      <a:pt x="25" y="82"/>
                      <a:pt x="27" y="82"/>
                    </a:cubicBezTo>
                    <a:cubicBezTo>
                      <a:pt x="28" y="92"/>
                      <a:pt x="30" y="112"/>
                      <a:pt x="35" y="120"/>
                    </a:cubicBezTo>
                    <a:cubicBezTo>
                      <a:pt x="39" y="128"/>
                      <a:pt x="55" y="154"/>
                      <a:pt x="69" y="156"/>
                    </a:cubicBezTo>
                    <a:cubicBezTo>
                      <a:pt x="82" y="159"/>
                      <a:pt x="88" y="176"/>
                      <a:pt x="108" y="177"/>
                    </a:cubicBezTo>
                    <a:cubicBezTo>
                      <a:pt x="129" y="176"/>
                      <a:pt x="133" y="160"/>
                      <a:pt x="146" y="157"/>
                    </a:cubicBezTo>
                    <a:cubicBezTo>
                      <a:pt x="164" y="152"/>
                      <a:pt x="178" y="130"/>
                      <a:pt x="181" y="120"/>
                    </a:cubicBezTo>
                    <a:cubicBezTo>
                      <a:pt x="185" y="110"/>
                      <a:pt x="190" y="92"/>
                      <a:pt x="190" y="82"/>
                    </a:cubicBezTo>
                    <a:cubicBezTo>
                      <a:pt x="192" y="82"/>
                      <a:pt x="197" y="78"/>
                      <a:pt x="200" y="75"/>
                    </a:cubicBezTo>
                    <a:cubicBezTo>
                      <a:pt x="202" y="72"/>
                      <a:pt x="203" y="68"/>
                      <a:pt x="205" y="65"/>
                    </a:cubicBezTo>
                    <a:cubicBezTo>
                      <a:pt x="208" y="61"/>
                      <a:pt x="207" y="58"/>
                      <a:pt x="209" y="51"/>
                    </a:cubicBezTo>
                    <a:cubicBezTo>
                      <a:pt x="211" y="44"/>
                      <a:pt x="213" y="34"/>
                      <a:pt x="213" y="30"/>
                    </a:cubicBezTo>
                    <a:cubicBezTo>
                      <a:pt x="213" y="26"/>
                      <a:pt x="217" y="15"/>
                      <a:pt x="217" y="10"/>
                    </a:cubicBezTo>
                    <a:cubicBezTo>
                      <a:pt x="217" y="6"/>
                      <a:pt x="216" y="4"/>
                      <a:pt x="214" y="2"/>
                    </a:cubicBezTo>
                    <a:cubicBezTo>
                      <a:pt x="214" y="2"/>
                      <a:pt x="213" y="2"/>
                      <a:pt x="213" y="2"/>
                    </a:cubicBezTo>
                    <a:cubicBezTo>
                      <a:pt x="212" y="2"/>
                      <a:pt x="211" y="2"/>
                      <a:pt x="211" y="2"/>
                    </a:cubicBezTo>
                    <a:cubicBezTo>
                      <a:pt x="204" y="24"/>
                      <a:pt x="204" y="24"/>
                      <a:pt x="204" y="24"/>
                    </a:cubicBezTo>
                    <a:cubicBezTo>
                      <a:pt x="202" y="30"/>
                      <a:pt x="202" y="30"/>
                      <a:pt x="202" y="30"/>
                    </a:cubicBezTo>
                    <a:cubicBezTo>
                      <a:pt x="201" y="36"/>
                      <a:pt x="197" y="43"/>
                      <a:pt x="197" y="43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641" name="Freeform 532">
                <a:extLst>
                  <a:ext uri="{FF2B5EF4-FFF2-40B4-BE49-F238E27FC236}">
                    <a16:creationId xmlns:a16="http://schemas.microsoft.com/office/drawing/2014/main" id="{DFF75065-38BF-4A90-9843-41DC529AF8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9" y="1089"/>
                <a:ext cx="454" cy="1247"/>
              </a:xfrm>
              <a:custGeom>
                <a:avLst/>
                <a:gdLst>
                  <a:gd name="T0" fmla="*/ 1106 w 284"/>
                  <a:gd name="T1" fmla="*/ 0 h 781"/>
                  <a:gd name="T2" fmla="*/ 964 w 284"/>
                  <a:gd name="T3" fmla="*/ 338 h 781"/>
                  <a:gd name="T4" fmla="*/ 675 w 284"/>
                  <a:gd name="T5" fmla="*/ 449 h 781"/>
                  <a:gd name="T6" fmla="*/ 257 w 284"/>
                  <a:gd name="T7" fmla="*/ 832 h 781"/>
                  <a:gd name="T8" fmla="*/ 205 w 284"/>
                  <a:gd name="T9" fmla="*/ 1236 h 781"/>
                  <a:gd name="T10" fmla="*/ 136 w 284"/>
                  <a:gd name="T11" fmla="*/ 1833 h 781"/>
                  <a:gd name="T12" fmla="*/ 110 w 284"/>
                  <a:gd name="T13" fmla="*/ 2076 h 781"/>
                  <a:gd name="T14" fmla="*/ 42 w 284"/>
                  <a:gd name="T15" fmla="*/ 2791 h 781"/>
                  <a:gd name="T16" fmla="*/ 26 w 284"/>
                  <a:gd name="T17" fmla="*/ 3003 h 781"/>
                  <a:gd name="T18" fmla="*/ 8 w 284"/>
                  <a:gd name="T19" fmla="*/ 3133 h 781"/>
                  <a:gd name="T20" fmla="*/ 0 w 284"/>
                  <a:gd name="T21" fmla="*/ 3179 h 78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84" h="781">
                    <a:moveTo>
                      <a:pt x="271" y="0"/>
                    </a:moveTo>
                    <a:cubicBezTo>
                      <a:pt x="271" y="16"/>
                      <a:pt x="284" y="58"/>
                      <a:pt x="236" y="83"/>
                    </a:cubicBezTo>
                    <a:cubicBezTo>
                      <a:pt x="216" y="90"/>
                      <a:pt x="185" y="106"/>
                      <a:pt x="165" y="110"/>
                    </a:cubicBezTo>
                    <a:cubicBezTo>
                      <a:pt x="152" y="112"/>
                      <a:pt x="78" y="140"/>
                      <a:pt x="63" y="204"/>
                    </a:cubicBezTo>
                    <a:cubicBezTo>
                      <a:pt x="57" y="233"/>
                      <a:pt x="45" y="269"/>
                      <a:pt x="50" y="304"/>
                    </a:cubicBezTo>
                    <a:cubicBezTo>
                      <a:pt x="52" y="328"/>
                      <a:pt x="34" y="372"/>
                      <a:pt x="33" y="450"/>
                    </a:cubicBezTo>
                    <a:cubicBezTo>
                      <a:pt x="33" y="478"/>
                      <a:pt x="30" y="498"/>
                      <a:pt x="27" y="510"/>
                    </a:cubicBezTo>
                    <a:cubicBezTo>
                      <a:pt x="10" y="550"/>
                      <a:pt x="11" y="659"/>
                      <a:pt x="10" y="686"/>
                    </a:cubicBezTo>
                    <a:cubicBezTo>
                      <a:pt x="9" y="702"/>
                      <a:pt x="9" y="726"/>
                      <a:pt x="6" y="738"/>
                    </a:cubicBezTo>
                    <a:cubicBezTo>
                      <a:pt x="3" y="750"/>
                      <a:pt x="5" y="760"/>
                      <a:pt x="2" y="770"/>
                    </a:cubicBezTo>
                    <a:cubicBezTo>
                      <a:pt x="0" y="774"/>
                      <a:pt x="0" y="776"/>
                      <a:pt x="0" y="781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642" name="Oval 533">
                <a:extLst>
                  <a:ext uri="{FF2B5EF4-FFF2-40B4-BE49-F238E27FC236}">
                    <a16:creationId xmlns:a16="http://schemas.microsoft.com/office/drawing/2014/main" id="{5476C346-4DEE-4FE9-BA32-CC2B198DA5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62" y="917"/>
                <a:ext cx="7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643" name="Oval 534">
                <a:extLst>
                  <a:ext uri="{FF2B5EF4-FFF2-40B4-BE49-F238E27FC236}">
                    <a16:creationId xmlns:a16="http://schemas.microsoft.com/office/drawing/2014/main" id="{CEF5CA30-0A6B-4835-A786-DE4EAB4C40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21" y="917"/>
                <a:ext cx="7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644" name="Freeform 535">
                <a:extLst>
                  <a:ext uri="{FF2B5EF4-FFF2-40B4-BE49-F238E27FC236}">
                    <a16:creationId xmlns:a16="http://schemas.microsoft.com/office/drawing/2014/main" id="{5421C9CB-F7B1-47E7-BDC8-42CF4B562F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1" y="2148"/>
                <a:ext cx="44" cy="32"/>
              </a:xfrm>
              <a:custGeom>
                <a:avLst/>
                <a:gdLst>
                  <a:gd name="T0" fmla="*/ 0 w 28"/>
                  <a:gd name="T1" fmla="*/ 56 h 20"/>
                  <a:gd name="T2" fmla="*/ 86 w 28"/>
                  <a:gd name="T3" fmla="*/ 82 h 20"/>
                  <a:gd name="T4" fmla="*/ 0 w 28"/>
                  <a:gd name="T5" fmla="*/ 54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20">
                    <a:moveTo>
                      <a:pt x="0" y="14"/>
                    </a:moveTo>
                    <a:cubicBezTo>
                      <a:pt x="7" y="8"/>
                      <a:pt x="19" y="11"/>
                      <a:pt x="22" y="20"/>
                    </a:cubicBezTo>
                    <a:cubicBezTo>
                      <a:pt x="28" y="13"/>
                      <a:pt x="5" y="0"/>
                      <a:pt x="0" y="1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645" name="Freeform 536">
                <a:extLst>
                  <a:ext uri="{FF2B5EF4-FFF2-40B4-BE49-F238E27FC236}">
                    <a16:creationId xmlns:a16="http://schemas.microsoft.com/office/drawing/2014/main" id="{73FE19FA-CC44-449B-8033-F99AB80ED6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88" y="1511"/>
                <a:ext cx="35" cy="40"/>
              </a:xfrm>
              <a:custGeom>
                <a:avLst/>
                <a:gdLst>
                  <a:gd name="T0" fmla="*/ 0 w 22"/>
                  <a:gd name="T1" fmla="*/ 102 h 25"/>
                  <a:gd name="T2" fmla="*/ 0 w 22"/>
                  <a:gd name="T3" fmla="*/ 102 h 25"/>
                  <a:gd name="T4" fmla="*/ 89 w 22"/>
                  <a:gd name="T5" fmla="*/ 5 h 25"/>
                  <a:gd name="T6" fmla="*/ 81 w 22"/>
                  <a:gd name="T7" fmla="*/ 0 h 25"/>
                  <a:gd name="T8" fmla="*/ 0 w 22"/>
                  <a:gd name="T9" fmla="*/ 102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25">
                    <a:moveTo>
                      <a:pt x="0" y="25"/>
                    </a:moveTo>
                    <a:cubicBezTo>
                      <a:pt x="0" y="25"/>
                      <a:pt x="0" y="25"/>
                      <a:pt x="0" y="25"/>
                    </a:cubicBezTo>
                    <a:cubicBezTo>
                      <a:pt x="9" y="20"/>
                      <a:pt x="16" y="12"/>
                      <a:pt x="22" y="1"/>
                    </a:cubicBezTo>
                    <a:cubicBezTo>
                      <a:pt x="20" y="0"/>
                      <a:pt x="20" y="0"/>
                      <a:pt x="20" y="0"/>
                    </a:cubicBezTo>
                    <a:cubicBezTo>
                      <a:pt x="15" y="11"/>
                      <a:pt x="8" y="20"/>
                      <a:pt x="0" y="25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646" name="Freeform 537">
                <a:extLst>
                  <a:ext uri="{FF2B5EF4-FFF2-40B4-BE49-F238E27FC236}">
                    <a16:creationId xmlns:a16="http://schemas.microsoft.com/office/drawing/2014/main" id="{45CF046E-1008-4DAD-9293-F3053721B8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5" y="1511"/>
                <a:ext cx="33" cy="40"/>
              </a:xfrm>
              <a:custGeom>
                <a:avLst/>
                <a:gdLst>
                  <a:gd name="T0" fmla="*/ 0 w 21"/>
                  <a:gd name="T1" fmla="*/ 5 h 25"/>
                  <a:gd name="T2" fmla="*/ 82 w 21"/>
                  <a:gd name="T3" fmla="*/ 102 h 25"/>
                  <a:gd name="T4" fmla="*/ 8 w 21"/>
                  <a:gd name="T5" fmla="*/ 0 h 25"/>
                  <a:gd name="T6" fmla="*/ 0 w 21"/>
                  <a:gd name="T7" fmla="*/ 5 h 2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25">
                    <a:moveTo>
                      <a:pt x="0" y="1"/>
                    </a:moveTo>
                    <a:cubicBezTo>
                      <a:pt x="6" y="12"/>
                      <a:pt x="13" y="20"/>
                      <a:pt x="21" y="25"/>
                    </a:cubicBezTo>
                    <a:cubicBezTo>
                      <a:pt x="14" y="20"/>
                      <a:pt x="7" y="11"/>
                      <a:pt x="2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647" name="Freeform 538">
                <a:extLst>
                  <a:ext uri="{FF2B5EF4-FFF2-40B4-BE49-F238E27FC236}">
                    <a16:creationId xmlns:a16="http://schemas.microsoft.com/office/drawing/2014/main" id="{EB02F26E-9C81-4C2D-8C44-5391E3EEBC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5" y="1073"/>
                <a:ext cx="91" cy="26"/>
              </a:xfrm>
              <a:custGeom>
                <a:avLst/>
                <a:gdLst>
                  <a:gd name="T0" fmla="*/ 0 w 57"/>
                  <a:gd name="T1" fmla="*/ 8 h 16"/>
                  <a:gd name="T2" fmla="*/ 34 w 57"/>
                  <a:gd name="T3" fmla="*/ 47 h 16"/>
                  <a:gd name="T4" fmla="*/ 94 w 57"/>
                  <a:gd name="T5" fmla="*/ 63 h 16"/>
                  <a:gd name="T6" fmla="*/ 179 w 57"/>
                  <a:gd name="T7" fmla="*/ 60 h 16"/>
                  <a:gd name="T8" fmla="*/ 219 w 57"/>
                  <a:gd name="T9" fmla="*/ 26 h 16"/>
                  <a:gd name="T10" fmla="*/ 231 w 57"/>
                  <a:gd name="T11" fmla="*/ 5 h 16"/>
                  <a:gd name="T12" fmla="*/ 171 w 57"/>
                  <a:gd name="T13" fmla="*/ 5 h 16"/>
                  <a:gd name="T14" fmla="*/ 142 w 57"/>
                  <a:gd name="T15" fmla="*/ 5 h 16"/>
                  <a:gd name="T16" fmla="*/ 115 w 57"/>
                  <a:gd name="T17" fmla="*/ 5 h 16"/>
                  <a:gd name="T18" fmla="*/ 73 w 57"/>
                  <a:gd name="T19" fmla="*/ 5 h 16"/>
                  <a:gd name="T20" fmla="*/ 5 w 57"/>
                  <a:gd name="T21" fmla="*/ 0 h 1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57" h="16">
                    <a:moveTo>
                      <a:pt x="0" y="2"/>
                    </a:moveTo>
                    <a:cubicBezTo>
                      <a:pt x="1" y="4"/>
                      <a:pt x="6" y="8"/>
                      <a:pt x="8" y="11"/>
                    </a:cubicBezTo>
                    <a:cubicBezTo>
                      <a:pt x="11" y="15"/>
                      <a:pt x="17" y="15"/>
                      <a:pt x="23" y="15"/>
                    </a:cubicBezTo>
                    <a:cubicBezTo>
                      <a:pt x="30" y="16"/>
                      <a:pt x="40" y="16"/>
                      <a:pt x="44" y="14"/>
                    </a:cubicBezTo>
                    <a:cubicBezTo>
                      <a:pt x="49" y="11"/>
                      <a:pt x="52" y="7"/>
                      <a:pt x="54" y="6"/>
                    </a:cubicBezTo>
                    <a:cubicBezTo>
                      <a:pt x="54" y="6"/>
                      <a:pt x="56" y="3"/>
                      <a:pt x="57" y="1"/>
                    </a:cubicBezTo>
                    <a:cubicBezTo>
                      <a:pt x="55" y="1"/>
                      <a:pt x="46" y="1"/>
                      <a:pt x="42" y="1"/>
                    </a:cubicBezTo>
                    <a:cubicBezTo>
                      <a:pt x="40" y="1"/>
                      <a:pt x="37" y="1"/>
                      <a:pt x="35" y="1"/>
                    </a:cubicBezTo>
                    <a:cubicBezTo>
                      <a:pt x="32" y="1"/>
                      <a:pt x="31" y="2"/>
                      <a:pt x="28" y="1"/>
                    </a:cubicBezTo>
                    <a:cubicBezTo>
                      <a:pt x="26" y="1"/>
                      <a:pt x="22" y="0"/>
                      <a:pt x="18" y="1"/>
                    </a:cubicBezTo>
                    <a:cubicBezTo>
                      <a:pt x="15" y="2"/>
                      <a:pt x="5" y="2"/>
                      <a:pt x="1" y="0"/>
                    </a:cubicBezTo>
                  </a:path>
                </a:pathLst>
              </a:custGeom>
              <a:solidFill>
                <a:srgbClr val="FCE6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648" name="Freeform 539">
                <a:extLst>
                  <a:ext uri="{FF2B5EF4-FFF2-40B4-BE49-F238E27FC236}">
                    <a16:creationId xmlns:a16="http://schemas.microsoft.com/office/drawing/2014/main" id="{6E0AB377-1F37-4785-9EB0-C5033A7DDD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1" y="1081"/>
                <a:ext cx="58" cy="3"/>
              </a:xfrm>
              <a:custGeom>
                <a:avLst/>
                <a:gdLst>
                  <a:gd name="T0" fmla="*/ 150 w 36"/>
                  <a:gd name="T1" fmla="*/ 5 h 2"/>
                  <a:gd name="T2" fmla="*/ 131 w 36"/>
                  <a:gd name="T3" fmla="*/ 5 h 2"/>
                  <a:gd name="T4" fmla="*/ 102 w 36"/>
                  <a:gd name="T5" fmla="*/ 8 h 2"/>
                  <a:gd name="T6" fmla="*/ 63 w 36"/>
                  <a:gd name="T7" fmla="*/ 8 h 2"/>
                  <a:gd name="T8" fmla="*/ 42 w 36"/>
                  <a:gd name="T9" fmla="*/ 8 h 2"/>
                  <a:gd name="T10" fmla="*/ 0 w 36"/>
                  <a:gd name="T11" fmla="*/ 0 h 2"/>
                  <a:gd name="T12" fmla="*/ 42 w 36"/>
                  <a:gd name="T13" fmla="*/ 5 h 2"/>
                  <a:gd name="T14" fmla="*/ 63 w 36"/>
                  <a:gd name="T15" fmla="*/ 5 h 2"/>
                  <a:gd name="T16" fmla="*/ 97 w 36"/>
                  <a:gd name="T17" fmla="*/ 5 h 2"/>
                  <a:gd name="T18" fmla="*/ 124 w 36"/>
                  <a:gd name="T19" fmla="*/ 0 h 2"/>
                  <a:gd name="T20" fmla="*/ 150 w 36"/>
                  <a:gd name="T21" fmla="*/ 5 h 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6" h="2">
                    <a:moveTo>
                      <a:pt x="36" y="1"/>
                    </a:moveTo>
                    <a:cubicBezTo>
                      <a:pt x="31" y="1"/>
                      <a:pt x="31" y="1"/>
                      <a:pt x="31" y="1"/>
                    </a:cubicBezTo>
                    <a:cubicBezTo>
                      <a:pt x="24" y="2"/>
                      <a:pt x="24" y="2"/>
                      <a:pt x="24" y="2"/>
                    </a:cubicBezTo>
                    <a:cubicBezTo>
                      <a:pt x="15" y="2"/>
                      <a:pt x="15" y="2"/>
                      <a:pt x="15" y="2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7" y="2"/>
                      <a:pt x="2" y="1"/>
                      <a:pt x="0" y="0"/>
                    </a:cubicBezTo>
                    <a:cubicBezTo>
                      <a:pt x="2" y="1"/>
                      <a:pt x="7" y="1"/>
                      <a:pt x="10" y="1"/>
                    </a:cubicBezTo>
                    <a:cubicBezTo>
                      <a:pt x="15" y="1"/>
                      <a:pt x="15" y="1"/>
                      <a:pt x="15" y="1"/>
                    </a:cubicBezTo>
                    <a:cubicBezTo>
                      <a:pt x="23" y="1"/>
                      <a:pt x="23" y="1"/>
                      <a:pt x="23" y="1"/>
                    </a:cubicBezTo>
                    <a:cubicBezTo>
                      <a:pt x="30" y="0"/>
                      <a:pt x="30" y="0"/>
                      <a:pt x="30" y="0"/>
                    </a:cubicBezTo>
                    <a:cubicBezTo>
                      <a:pt x="36" y="1"/>
                      <a:pt x="36" y="1"/>
                      <a:pt x="36" y="1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649" name="Freeform 540">
                <a:extLst>
                  <a:ext uri="{FF2B5EF4-FFF2-40B4-BE49-F238E27FC236}">
                    <a16:creationId xmlns:a16="http://schemas.microsoft.com/office/drawing/2014/main" id="{38F11E45-04FA-4472-A6D4-A5FC291A48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8" y="1091"/>
                <a:ext cx="69" cy="8"/>
              </a:xfrm>
              <a:custGeom>
                <a:avLst/>
                <a:gdLst>
                  <a:gd name="T0" fmla="*/ 173 w 43"/>
                  <a:gd name="T1" fmla="*/ 0 h 5"/>
                  <a:gd name="T2" fmla="*/ 173 w 43"/>
                  <a:gd name="T3" fmla="*/ 0 h 5"/>
                  <a:gd name="T4" fmla="*/ 149 w 43"/>
                  <a:gd name="T5" fmla="*/ 8 h 5"/>
                  <a:gd name="T6" fmla="*/ 69 w 43"/>
                  <a:gd name="T7" fmla="*/ 16 h 5"/>
                  <a:gd name="T8" fmla="*/ 63 w 43"/>
                  <a:gd name="T9" fmla="*/ 16 h 5"/>
                  <a:gd name="T10" fmla="*/ 0 w 43"/>
                  <a:gd name="T11" fmla="*/ 8 h 5"/>
                  <a:gd name="T12" fmla="*/ 0 w 43"/>
                  <a:gd name="T13" fmla="*/ 8 h 5"/>
                  <a:gd name="T14" fmla="*/ 67 w 43"/>
                  <a:gd name="T15" fmla="*/ 21 h 5"/>
                  <a:gd name="T16" fmla="*/ 69 w 43"/>
                  <a:gd name="T17" fmla="*/ 21 h 5"/>
                  <a:gd name="T18" fmla="*/ 152 w 43"/>
                  <a:gd name="T19" fmla="*/ 13 h 5"/>
                  <a:gd name="T20" fmla="*/ 173 w 43"/>
                  <a:gd name="T21" fmla="*/ 0 h 5"/>
                  <a:gd name="T22" fmla="*/ 173 w 43"/>
                  <a:gd name="T23" fmla="*/ 0 h 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43" h="5">
                    <a:moveTo>
                      <a:pt x="42" y="0"/>
                    </a:moveTo>
                    <a:cubicBezTo>
                      <a:pt x="42" y="0"/>
                      <a:pt x="42" y="0"/>
                      <a:pt x="42" y="0"/>
                    </a:cubicBezTo>
                    <a:cubicBezTo>
                      <a:pt x="41" y="2"/>
                      <a:pt x="38" y="1"/>
                      <a:pt x="36" y="2"/>
                    </a:cubicBezTo>
                    <a:cubicBezTo>
                      <a:pt x="32" y="4"/>
                      <a:pt x="23" y="4"/>
                      <a:pt x="17" y="4"/>
                    </a:cubicBezTo>
                    <a:cubicBezTo>
                      <a:pt x="15" y="4"/>
                      <a:pt x="15" y="4"/>
                      <a:pt x="15" y="4"/>
                    </a:cubicBezTo>
                    <a:cubicBezTo>
                      <a:pt x="10" y="4"/>
                      <a:pt x="3" y="4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3" y="5"/>
                      <a:pt x="8" y="5"/>
                      <a:pt x="16" y="5"/>
                    </a:cubicBezTo>
                    <a:cubicBezTo>
                      <a:pt x="17" y="5"/>
                      <a:pt x="17" y="5"/>
                      <a:pt x="17" y="5"/>
                    </a:cubicBezTo>
                    <a:cubicBezTo>
                      <a:pt x="24" y="5"/>
                      <a:pt x="32" y="5"/>
                      <a:pt x="37" y="3"/>
                    </a:cubicBezTo>
                    <a:cubicBezTo>
                      <a:pt x="39" y="1"/>
                      <a:pt x="41" y="2"/>
                      <a:pt x="42" y="0"/>
                    </a:cubicBezTo>
                    <a:cubicBezTo>
                      <a:pt x="42" y="0"/>
                      <a:pt x="43" y="0"/>
                      <a:pt x="42" y="0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650" name="Freeform 541">
                <a:extLst>
                  <a:ext uri="{FF2B5EF4-FFF2-40B4-BE49-F238E27FC236}">
                    <a16:creationId xmlns:a16="http://schemas.microsoft.com/office/drawing/2014/main" id="{3973F8EE-2BAA-4671-8718-1AC2E1C1C3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0" y="1070"/>
                <a:ext cx="43" cy="5"/>
              </a:xfrm>
              <a:custGeom>
                <a:avLst/>
                <a:gdLst>
                  <a:gd name="T0" fmla="*/ 108 w 27"/>
                  <a:gd name="T1" fmla="*/ 13 h 3"/>
                  <a:gd name="T2" fmla="*/ 102 w 27"/>
                  <a:gd name="T3" fmla="*/ 13 h 3"/>
                  <a:gd name="T4" fmla="*/ 68 w 27"/>
                  <a:gd name="T5" fmla="*/ 8 h 3"/>
                  <a:gd name="T6" fmla="*/ 53 w 27"/>
                  <a:gd name="T7" fmla="*/ 13 h 3"/>
                  <a:gd name="T8" fmla="*/ 0 w 27"/>
                  <a:gd name="T9" fmla="*/ 8 h 3"/>
                  <a:gd name="T10" fmla="*/ 53 w 27"/>
                  <a:gd name="T11" fmla="*/ 5 h 3"/>
                  <a:gd name="T12" fmla="*/ 64 w 27"/>
                  <a:gd name="T13" fmla="*/ 5 h 3"/>
                  <a:gd name="T14" fmla="*/ 104 w 27"/>
                  <a:gd name="T15" fmla="*/ 5 h 3"/>
                  <a:gd name="T16" fmla="*/ 108 w 27"/>
                  <a:gd name="T17" fmla="*/ 5 h 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7" h="3">
                    <a:moveTo>
                      <a:pt x="27" y="3"/>
                    </a:moveTo>
                    <a:cubicBezTo>
                      <a:pt x="25" y="3"/>
                      <a:pt x="25" y="3"/>
                      <a:pt x="25" y="3"/>
                    </a:cubicBezTo>
                    <a:cubicBezTo>
                      <a:pt x="23" y="2"/>
                      <a:pt x="20" y="1"/>
                      <a:pt x="17" y="2"/>
                    </a:cubicBezTo>
                    <a:cubicBezTo>
                      <a:pt x="16" y="2"/>
                      <a:pt x="14" y="3"/>
                      <a:pt x="13" y="3"/>
                    </a:cubicBezTo>
                    <a:cubicBezTo>
                      <a:pt x="9" y="3"/>
                      <a:pt x="2" y="3"/>
                      <a:pt x="0" y="2"/>
                    </a:cubicBezTo>
                    <a:cubicBezTo>
                      <a:pt x="2" y="3"/>
                      <a:pt x="8" y="1"/>
                      <a:pt x="13" y="1"/>
                    </a:cubicBezTo>
                    <a:cubicBezTo>
                      <a:pt x="14" y="1"/>
                      <a:pt x="16" y="1"/>
                      <a:pt x="16" y="1"/>
                    </a:cubicBezTo>
                    <a:cubicBezTo>
                      <a:pt x="20" y="0"/>
                      <a:pt x="23" y="1"/>
                      <a:pt x="26" y="1"/>
                    </a:cubicBezTo>
                    <a:cubicBezTo>
                      <a:pt x="27" y="1"/>
                      <a:pt x="27" y="1"/>
                      <a:pt x="27" y="1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651" name="Freeform 542">
                <a:extLst>
                  <a:ext uri="{FF2B5EF4-FFF2-40B4-BE49-F238E27FC236}">
                    <a16:creationId xmlns:a16="http://schemas.microsoft.com/office/drawing/2014/main" id="{9269A1A3-634E-47FD-BBF9-4D42AF0B9F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3" y="1070"/>
                <a:ext cx="45" cy="5"/>
              </a:xfrm>
              <a:custGeom>
                <a:avLst/>
                <a:gdLst>
                  <a:gd name="T0" fmla="*/ 0 w 28"/>
                  <a:gd name="T1" fmla="*/ 5 h 3"/>
                  <a:gd name="T2" fmla="*/ 8 w 28"/>
                  <a:gd name="T3" fmla="*/ 5 h 3"/>
                  <a:gd name="T4" fmla="*/ 47 w 28"/>
                  <a:gd name="T5" fmla="*/ 5 h 3"/>
                  <a:gd name="T6" fmla="*/ 63 w 28"/>
                  <a:gd name="T7" fmla="*/ 5 h 3"/>
                  <a:gd name="T8" fmla="*/ 116 w 28"/>
                  <a:gd name="T9" fmla="*/ 13 h 3"/>
                  <a:gd name="T10" fmla="*/ 63 w 28"/>
                  <a:gd name="T11" fmla="*/ 13 h 3"/>
                  <a:gd name="T12" fmla="*/ 47 w 28"/>
                  <a:gd name="T13" fmla="*/ 8 h 3"/>
                  <a:gd name="T14" fmla="*/ 8 w 28"/>
                  <a:gd name="T15" fmla="*/ 13 h 3"/>
                  <a:gd name="T16" fmla="*/ 0 w 28"/>
                  <a:gd name="T17" fmla="*/ 13 h 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8" h="3">
                    <a:moveTo>
                      <a:pt x="0" y="1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4" y="1"/>
                      <a:pt x="8" y="0"/>
                      <a:pt x="11" y="1"/>
                    </a:cubicBezTo>
                    <a:cubicBezTo>
                      <a:pt x="12" y="1"/>
                      <a:pt x="13" y="1"/>
                      <a:pt x="15" y="1"/>
                    </a:cubicBezTo>
                    <a:cubicBezTo>
                      <a:pt x="19" y="1"/>
                      <a:pt x="26" y="3"/>
                      <a:pt x="28" y="3"/>
                    </a:cubicBezTo>
                    <a:cubicBezTo>
                      <a:pt x="26" y="3"/>
                      <a:pt x="19" y="3"/>
                      <a:pt x="15" y="3"/>
                    </a:cubicBezTo>
                    <a:cubicBezTo>
                      <a:pt x="13" y="3"/>
                      <a:pt x="12" y="2"/>
                      <a:pt x="11" y="2"/>
                    </a:cubicBezTo>
                    <a:cubicBezTo>
                      <a:pt x="8" y="1"/>
                      <a:pt x="4" y="2"/>
                      <a:pt x="2" y="3"/>
                    </a:cubicBezTo>
                    <a:cubicBezTo>
                      <a:pt x="0" y="3"/>
                      <a:pt x="0" y="3"/>
                      <a:pt x="0" y="3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652" name="Freeform 543">
                <a:extLst>
                  <a:ext uri="{FF2B5EF4-FFF2-40B4-BE49-F238E27FC236}">
                    <a16:creationId xmlns:a16="http://schemas.microsoft.com/office/drawing/2014/main" id="{8A3E36A0-6D16-4E25-A978-EDF027F4C1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6" y="2445"/>
                <a:ext cx="155" cy="148"/>
              </a:xfrm>
              <a:custGeom>
                <a:avLst/>
                <a:gdLst>
                  <a:gd name="T0" fmla="*/ 34 w 97"/>
                  <a:gd name="T1" fmla="*/ 0 h 93"/>
                  <a:gd name="T2" fmla="*/ 35 w 97"/>
                  <a:gd name="T3" fmla="*/ 81 h 93"/>
                  <a:gd name="T4" fmla="*/ 192 w 97"/>
                  <a:gd name="T5" fmla="*/ 376 h 93"/>
                  <a:gd name="T6" fmla="*/ 315 w 97"/>
                  <a:gd name="T7" fmla="*/ 76 h 93"/>
                  <a:gd name="T8" fmla="*/ 315 w 97"/>
                  <a:gd name="T9" fmla="*/ 33 h 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7" h="93">
                    <a:moveTo>
                      <a:pt x="8" y="0"/>
                    </a:moveTo>
                    <a:cubicBezTo>
                      <a:pt x="10" y="7"/>
                      <a:pt x="12" y="15"/>
                      <a:pt x="9" y="20"/>
                    </a:cubicBezTo>
                    <a:cubicBezTo>
                      <a:pt x="6" y="28"/>
                      <a:pt x="0" y="93"/>
                      <a:pt x="47" y="93"/>
                    </a:cubicBezTo>
                    <a:cubicBezTo>
                      <a:pt x="97" y="93"/>
                      <a:pt x="78" y="35"/>
                      <a:pt x="77" y="19"/>
                    </a:cubicBezTo>
                    <a:cubicBezTo>
                      <a:pt x="77" y="15"/>
                      <a:pt x="76" y="11"/>
                      <a:pt x="77" y="8"/>
                    </a:cubicBezTo>
                  </a:path>
                </a:pathLst>
              </a:custGeom>
              <a:solidFill>
                <a:srgbClr val="FEF3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653" name="Freeform 544">
                <a:extLst>
                  <a:ext uri="{FF2B5EF4-FFF2-40B4-BE49-F238E27FC236}">
                    <a16:creationId xmlns:a16="http://schemas.microsoft.com/office/drawing/2014/main" id="{7DC5E869-527D-4CD4-99B0-727BB32757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7" y="2448"/>
                <a:ext cx="168" cy="147"/>
              </a:xfrm>
              <a:custGeom>
                <a:avLst/>
                <a:gdLst>
                  <a:gd name="T0" fmla="*/ 35 w 105"/>
                  <a:gd name="T1" fmla="*/ 0 h 92"/>
                  <a:gd name="T2" fmla="*/ 46 w 105"/>
                  <a:gd name="T3" fmla="*/ 69 h 92"/>
                  <a:gd name="T4" fmla="*/ 54 w 105"/>
                  <a:gd name="T5" fmla="*/ 260 h 92"/>
                  <a:gd name="T6" fmla="*/ 218 w 105"/>
                  <a:gd name="T7" fmla="*/ 375 h 92"/>
                  <a:gd name="T8" fmla="*/ 376 w 105"/>
                  <a:gd name="T9" fmla="*/ 268 h 92"/>
                  <a:gd name="T10" fmla="*/ 402 w 105"/>
                  <a:gd name="T11" fmla="*/ 97 h 92"/>
                  <a:gd name="T12" fmla="*/ 397 w 105"/>
                  <a:gd name="T13" fmla="*/ 74 h 92"/>
                  <a:gd name="T14" fmla="*/ 389 w 105"/>
                  <a:gd name="T15" fmla="*/ 48 h 92"/>
                  <a:gd name="T16" fmla="*/ 389 w 105"/>
                  <a:gd name="T17" fmla="*/ 13 h 92"/>
                  <a:gd name="T18" fmla="*/ 384 w 105"/>
                  <a:gd name="T19" fmla="*/ 48 h 92"/>
                  <a:gd name="T20" fmla="*/ 389 w 105"/>
                  <a:gd name="T21" fmla="*/ 69 h 92"/>
                  <a:gd name="T22" fmla="*/ 394 w 105"/>
                  <a:gd name="T23" fmla="*/ 97 h 92"/>
                  <a:gd name="T24" fmla="*/ 368 w 105"/>
                  <a:gd name="T25" fmla="*/ 265 h 92"/>
                  <a:gd name="T26" fmla="*/ 213 w 105"/>
                  <a:gd name="T27" fmla="*/ 371 h 92"/>
                  <a:gd name="T28" fmla="*/ 56 w 105"/>
                  <a:gd name="T29" fmla="*/ 257 h 92"/>
                  <a:gd name="T30" fmla="*/ 48 w 105"/>
                  <a:gd name="T31" fmla="*/ 74 h 92"/>
                  <a:gd name="T32" fmla="*/ 35 w 105"/>
                  <a:gd name="T33" fmla="*/ 0 h 92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05" h="92">
                    <a:moveTo>
                      <a:pt x="9" y="0"/>
                    </a:moveTo>
                    <a:cubicBezTo>
                      <a:pt x="15" y="5"/>
                      <a:pt x="13" y="13"/>
                      <a:pt x="11" y="17"/>
                    </a:cubicBezTo>
                    <a:cubicBezTo>
                      <a:pt x="7" y="24"/>
                      <a:pt x="0" y="48"/>
                      <a:pt x="13" y="64"/>
                    </a:cubicBezTo>
                    <a:cubicBezTo>
                      <a:pt x="21" y="73"/>
                      <a:pt x="35" y="92"/>
                      <a:pt x="53" y="92"/>
                    </a:cubicBezTo>
                    <a:cubicBezTo>
                      <a:pt x="71" y="92"/>
                      <a:pt x="84" y="73"/>
                      <a:pt x="92" y="66"/>
                    </a:cubicBezTo>
                    <a:cubicBezTo>
                      <a:pt x="105" y="54"/>
                      <a:pt x="101" y="37"/>
                      <a:pt x="98" y="24"/>
                    </a:cubicBezTo>
                    <a:cubicBezTo>
                      <a:pt x="97" y="18"/>
                      <a:pt x="97" y="18"/>
                      <a:pt x="97" y="18"/>
                    </a:cubicBezTo>
                    <a:cubicBezTo>
                      <a:pt x="97" y="18"/>
                      <a:pt x="95" y="12"/>
                      <a:pt x="95" y="12"/>
                    </a:cubicBezTo>
                    <a:cubicBezTo>
                      <a:pt x="95" y="9"/>
                      <a:pt x="94" y="5"/>
                      <a:pt x="95" y="3"/>
                    </a:cubicBezTo>
                    <a:cubicBezTo>
                      <a:pt x="94" y="6"/>
                      <a:pt x="93" y="9"/>
                      <a:pt x="94" y="12"/>
                    </a:cubicBezTo>
                    <a:cubicBezTo>
                      <a:pt x="95" y="17"/>
                      <a:pt x="95" y="17"/>
                      <a:pt x="95" y="17"/>
                    </a:cubicBezTo>
                    <a:cubicBezTo>
                      <a:pt x="96" y="24"/>
                      <a:pt x="96" y="24"/>
                      <a:pt x="96" y="24"/>
                    </a:cubicBezTo>
                    <a:cubicBezTo>
                      <a:pt x="99" y="36"/>
                      <a:pt x="102" y="54"/>
                      <a:pt x="90" y="65"/>
                    </a:cubicBezTo>
                    <a:cubicBezTo>
                      <a:pt x="83" y="72"/>
                      <a:pt x="70" y="91"/>
                      <a:pt x="52" y="91"/>
                    </a:cubicBezTo>
                    <a:cubicBezTo>
                      <a:pt x="35" y="91"/>
                      <a:pt x="22" y="72"/>
                      <a:pt x="14" y="63"/>
                    </a:cubicBezTo>
                    <a:cubicBezTo>
                      <a:pt x="1" y="47"/>
                      <a:pt x="10" y="22"/>
                      <a:pt x="12" y="18"/>
                    </a:cubicBezTo>
                    <a:cubicBezTo>
                      <a:pt x="15" y="13"/>
                      <a:pt x="16" y="6"/>
                      <a:pt x="9" y="0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654" name="Freeform 545">
                <a:extLst>
                  <a:ext uri="{FF2B5EF4-FFF2-40B4-BE49-F238E27FC236}">
                    <a16:creationId xmlns:a16="http://schemas.microsoft.com/office/drawing/2014/main" id="{6AA45334-6E93-4E42-A72B-A398EF7886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8" y="2450"/>
                <a:ext cx="67" cy="113"/>
              </a:xfrm>
              <a:custGeom>
                <a:avLst/>
                <a:gdLst>
                  <a:gd name="T0" fmla="*/ 155 w 42"/>
                  <a:gd name="T1" fmla="*/ 0 h 71"/>
                  <a:gd name="T2" fmla="*/ 163 w 42"/>
                  <a:gd name="T3" fmla="*/ 48 h 71"/>
                  <a:gd name="T4" fmla="*/ 150 w 42"/>
                  <a:gd name="T5" fmla="*/ 183 h 71"/>
                  <a:gd name="T6" fmla="*/ 150 w 42"/>
                  <a:gd name="T7" fmla="*/ 185 h 71"/>
                  <a:gd name="T8" fmla="*/ 150 w 42"/>
                  <a:gd name="T9" fmla="*/ 185 h 71"/>
                  <a:gd name="T10" fmla="*/ 166 w 42"/>
                  <a:gd name="T11" fmla="*/ 226 h 71"/>
                  <a:gd name="T12" fmla="*/ 89 w 42"/>
                  <a:gd name="T13" fmla="*/ 279 h 71"/>
                  <a:gd name="T14" fmla="*/ 86 w 42"/>
                  <a:gd name="T15" fmla="*/ 279 h 71"/>
                  <a:gd name="T16" fmla="*/ 8 w 42"/>
                  <a:gd name="T17" fmla="*/ 226 h 71"/>
                  <a:gd name="T18" fmla="*/ 26 w 42"/>
                  <a:gd name="T19" fmla="*/ 185 h 71"/>
                  <a:gd name="T20" fmla="*/ 26 w 42"/>
                  <a:gd name="T21" fmla="*/ 183 h 71"/>
                  <a:gd name="T22" fmla="*/ 16 w 42"/>
                  <a:gd name="T23" fmla="*/ 48 h 71"/>
                  <a:gd name="T24" fmla="*/ 8 w 42"/>
                  <a:gd name="T25" fmla="*/ 21 h 71"/>
                  <a:gd name="T26" fmla="*/ 13 w 42"/>
                  <a:gd name="T27" fmla="*/ 64 h 71"/>
                  <a:gd name="T28" fmla="*/ 16 w 42"/>
                  <a:gd name="T29" fmla="*/ 183 h 71"/>
                  <a:gd name="T30" fmla="*/ 0 w 42"/>
                  <a:gd name="T31" fmla="*/ 218 h 71"/>
                  <a:gd name="T32" fmla="*/ 0 w 42"/>
                  <a:gd name="T33" fmla="*/ 226 h 71"/>
                  <a:gd name="T34" fmla="*/ 86 w 42"/>
                  <a:gd name="T35" fmla="*/ 286 h 71"/>
                  <a:gd name="T36" fmla="*/ 89 w 42"/>
                  <a:gd name="T37" fmla="*/ 286 h 71"/>
                  <a:gd name="T38" fmla="*/ 171 w 42"/>
                  <a:gd name="T39" fmla="*/ 231 h 71"/>
                  <a:gd name="T40" fmla="*/ 171 w 42"/>
                  <a:gd name="T41" fmla="*/ 223 h 71"/>
                  <a:gd name="T42" fmla="*/ 158 w 42"/>
                  <a:gd name="T43" fmla="*/ 183 h 71"/>
                  <a:gd name="T44" fmla="*/ 166 w 42"/>
                  <a:gd name="T45" fmla="*/ 56 h 71"/>
                  <a:gd name="T46" fmla="*/ 166 w 42"/>
                  <a:gd name="T47" fmla="*/ 53 h 71"/>
                  <a:gd name="T48" fmla="*/ 155 w 42"/>
                  <a:gd name="T49" fmla="*/ 0 h 71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42" h="71">
                    <a:moveTo>
                      <a:pt x="38" y="0"/>
                    </a:moveTo>
                    <a:cubicBezTo>
                      <a:pt x="40" y="2"/>
                      <a:pt x="40" y="7"/>
                      <a:pt x="40" y="12"/>
                    </a:cubicBezTo>
                    <a:cubicBezTo>
                      <a:pt x="40" y="17"/>
                      <a:pt x="38" y="42"/>
                      <a:pt x="37" y="45"/>
                    </a:cubicBezTo>
                    <a:cubicBezTo>
                      <a:pt x="37" y="46"/>
                      <a:pt x="37" y="46"/>
                      <a:pt x="37" y="46"/>
                    </a:cubicBezTo>
                    <a:cubicBezTo>
                      <a:pt x="37" y="46"/>
                      <a:pt x="37" y="46"/>
                      <a:pt x="37" y="46"/>
                    </a:cubicBezTo>
                    <a:cubicBezTo>
                      <a:pt x="40" y="50"/>
                      <a:pt x="42" y="53"/>
                      <a:pt x="41" y="56"/>
                    </a:cubicBezTo>
                    <a:cubicBezTo>
                      <a:pt x="39" y="60"/>
                      <a:pt x="33" y="69"/>
                      <a:pt x="22" y="69"/>
                    </a:cubicBezTo>
                    <a:cubicBezTo>
                      <a:pt x="21" y="69"/>
                      <a:pt x="21" y="69"/>
                      <a:pt x="21" y="69"/>
                    </a:cubicBezTo>
                    <a:cubicBezTo>
                      <a:pt x="11" y="69"/>
                      <a:pt x="3" y="60"/>
                      <a:pt x="2" y="56"/>
                    </a:cubicBezTo>
                    <a:cubicBezTo>
                      <a:pt x="1" y="53"/>
                      <a:pt x="3" y="49"/>
                      <a:pt x="6" y="46"/>
                    </a:cubicBezTo>
                    <a:cubicBezTo>
                      <a:pt x="6" y="45"/>
                      <a:pt x="6" y="45"/>
                      <a:pt x="6" y="45"/>
                    </a:cubicBezTo>
                    <a:cubicBezTo>
                      <a:pt x="5" y="42"/>
                      <a:pt x="4" y="18"/>
                      <a:pt x="4" y="12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3" y="16"/>
                      <a:pt x="3" y="16"/>
                      <a:pt x="3" y="16"/>
                    </a:cubicBezTo>
                    <a:cubicBezTo>
                      <a:pt x="3" y="20"/>
                      <a:pt x="3" y="41"/>
                      <a:pt x="4" y="45"/>
                    </a:cubicBezTo>
                    <a:cubicBezTo>
                      <a:pt x="2" y="49"/>
                      <a:pt x="0" y="52"/>
                      <a:pt x="0" y="54"/>
                    </a:cubicBezTo>
                    <a:cubicBezTo>
                      <a:pt x="0" y="55"/>
                      <a:pt x="0" y="56"/>
                      <a:pt x="0" y="56"/>
                    </a:cubicBezTo>
                    <a:cubicBezTo>
                      <a:pt x="2" y="61"/>
                      <a:pt x="9" y="70"/>
                      <a:pt x="21" y="71"/>
                    </a:cubicBezTo>
                    <a:cubicBezTo>
                      <a:pt x="22" y="71"/>
                      <a:pt x="22" y="71"/>
                      <a:pt x="22" y="71"/>
                    </a:cubicBezTo>
                    <a:cubicBezTo>
                      <a:pt x="35" y="70"/>
                      <a:pt x="40" y="62"/>
                      <a:pt x="42" y="57"/>
                    </a:cubicBezTo>
                    <a:cubicBezTo>
                      <a:pt x="42" y="56"/>
                      <a:pt x="42" y="55"/>
                      <a:pt x="42" y="55"/>
                    </a:cubicBezTo>
                    <a:cubicBezTo>
                      <a:pt x="42" y="52"/>
                      <a:pt x="41" y="49"/>
                      <a:pt x="39" y="45"/>
                    </a:cubicBezTo>
                    <a:cubicBezTo>
                      <a:pt x="40" y="41"/>
                      <a:pt x="41" y="19"/>
                      <a:pt x="41" y="14"/>
                    </a:cubicBezTo>
                    <a:cubicBezTo>
                      <a:pt x="41" y="14"/>
                      <a:pt x="41" y="13"/>
                      <a:pt x="41" y="13"/>
                    </a:cubicBezTo>
                    <a:cubicBezTo>
                      <a:pt x="41" y="8"/>
                      <a:pt x="40" y="2"/>
                      <a:pt x="38" y="0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655" name="Freeform 546">
                <a:extLst>
                  <a:ext uri="{FF2B5EF4-FFF2-40B4-BE49-F238E27FC236}">
                    <a16:creationId xmlns:a16="http://schemas.microsoft.com/office/drawing/2014/main" id="{BEDE8AD4-6871-40CE-804C-2AB706B84B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5" y="2517"/>
                <a:ext cx="13" cy="6"/>
              </a:xfrm>
              <a:custGeom>
                <a:avLst/>
                <a:gdLst>
                  <a:gd name="T0" fmla="*/ 0 w 8"/>
                  <a:gd name="T1" fmla="*/ 0 h 4"/>
                  <a:gd name="T2" fmla="*/ 29 w 8"/>
                  <a:gd name="T3" fmla="*/ 14 h 4"/>
                  <a:gd name="T4" fmla="*/ 34 w 8"/>
                  <a:gd name="T5" fmla="*/ 12 h 4"/>
                  <a:gd name="T6" fmla="*/ 0 w 8"/>
                  <a:gd name="T7" fmla="*/ 0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4">
                    <a:moveTo>
                      <a:pt x="0" y="0"/>
                    </a:moveTo>
                    <a:cubicBezTo>
                      <a:pt x="1" y="0"/>
                      <a:pt x="5" y="3"/>
                      <a:pt x="7" y="4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6" y="1"/>
                      <a:pt x="0" y="0"/>
                      <a:pt x="0" y="0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656" name="Freeform 547">
                <a:extLst>
                  <a:ext uri="{FF2B5EF4-FFF2-40B4-BE49-F238E27FC236}">
                    <a16:creationId xmlns:a16="http://schemas.microsoft.com/office/drawing/2014/main" id="{8DE7F713-A2B7-4F2E-AA86-C76FC1A753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0" y="993"/>
                <a:ext cx="98" cy="45"/>
              </a:xfrm>
              <a:custGeom>
                <a:avLst/>
                <a:gdLst>
                  <a:gd name="T0" fmla="*/ 26 w 61"/>
                  <a:gd name="T1" fmla="*/ 0 h 28"/>
                  <a:gd name="T2" fmla="*/ 67 w 61"/>
                  <a:gd name="T3" fmla="*/ 76 h 28"/>
                  <a:gd name="T4" fmla="*/ 129 w 61"/>
                  <a:gd name="T5" fmla="*/ 116 h 28"/>
                  <a:gd name="T6" fmla="*/ 174 w 61"/>
                  <a:gd name="T7" fmla="*/ 82 h 28"/>
                  <a:gd name="T8" fmla="*/ 227 w 61"/>
                  <a:gd name="T9" fmla="*/ 5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1" h="28">
                    <a:moveTo>
                      <a:pt x="6" y="0"/>
                    </a:moveTo>
                    <a:cubicBezTo>
                      <a:pt x="0" y="12"/>
                      <a:pt x="9" y="15"/>
                      <a:pt x="16" y="18"/>
                    </a:cubicBezTo>
                    <a:cubicBezTo>
                      <a:pt x="21" y="20"/>
                      <a:pt x="25" y="28"/>
                      <a:pt x="31" y="28"/>
                    </a:cubicBezTo>
                    <a:cubicBezTo>
                      <a:pt x="34" y="28"/>
                      <a:pt x="39" y="22"/>
                      <a:pt x="42" y="20"/>
                    </a:cubicBezTo>
                    <a:cubicBezTo>
                      <a:pt x="44" y="18"/>
                      <a:pt x="61" y="17"/>
                      <a:pt x="55" y="1"/>
                    </a:cubicBezTo>
                  </a:path>
                </a:pathLst>
              </a:custGeom>
              <a:noFill/>
              <a:ln w="158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657" name="Freeform 548">
                <a:extLst>
                  <a:ext uri="{FF2B5EF4-FFF2-40B4-BE49-F238E27FC236}">
                    <a16:creationId xmlns:a16="http://schemas.microsoft.com/office/drawing/2014/main" id="{800A3071-C26A-4877-AEC5-2B736C3600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4" y="912"/>
                <a:ext cx="15" cy="104"/>
              </a:xfrm>
              <a:custGeom>
                <a:avLst/>
                <a:gdLst>
                  <a:gd name="T0" fmla="*/ 20 w 9"/>
                  <a:gd name="T1" fmla="*/ 0 h 65"/>
                  <a:gd name="T2" fmla="*/ 22 w 9"/>
                  <a:gd name="T3" fmla="*/ 69 h 65"/>
                  <a:gd name="T4" fmla="*/ 28 w 9"/>
                  <a:gd name="T5" fmla="*/ 138 h 65"/>
                  <a:gd name="T6" fmla="*/ 33 w 9"/>
                  <a:gd name="T7" fmla="*/ 205 h 65"/>
                  <a:gd name="T8" fmla="*/ 22 w 9"/>
                  <a:gd name="T9" fmla="*/ 234 h 65"/>
                  <a:gd name="T10" fmla="*/ 22 w 9"/>
                  <a:gd name="T11" fmla="*/ 266 h 65"/>
                  <a:gd name="T12" fmla="*/ 13 w 9"/>
                  <a:gd name="T13" fmla="*/ 210 h 65"/>
                  <a:gd name="T14" fmla="*/ 8 w 9"/>
                  <a:gd name="T15" fmla="*/ 144 h 65"/>
                  <a:gd name="T16" fmla="*/ 8 w 9"/>
                  <a:gd name="T17" fmla="*/ 74 h 65"/>
                  <a:gd name="T18" fmla="*/ 20 w 9"/>
                  <a:gd name="T19" fmla="*/ 8 h 65"/>
                  <a:gd name="T20" fmla="*/ 13 w 9"/>
                  <a:gd name="T21" fmla="*/ 5 h 6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9" h="65">
                    <a:moveTo>
                      <a:pt x="4" y="0"/>
                    </a:moveTo>
                    <a:cubicBezTo>
                      <a:pt x="6" y="6"/>
                      <a:pt x="6" y="11"/>
                      <a:pt x="5" y="17"/>
                    </a:cubicBezTo>
                    <a:cubicBezTo>
                      <a:pt x="4" y="23"/>
                      <a:pt x="4" y="29"/>
                      <a:pt x="6" y="34"/>
                    </a:cubicBezTo>
                    <a:cubicBezTo>
                      <a:pt x="8" y="40"/>
                      <a:pt x="9" y="45"/>
                      <a:pt x="7" y="50"/>
                    </a:cubicBezTo>
                    <a:cubicBezTo>
                      <a:pt x="7" y="53"/>
                      <a:pt x="6" y="55"/>
                      <a:pt x="5" y="57"/>
                    </a:cubicBezTo>
                    <a:cubicBezTo>
                      <a:pt x="5" y="60"/>
                      <a:pt x="5" y="62"/>
                      <a:pt x="5" y="65"/>
                    </a:cubicBezTo>
                    <a:cubicBezTo>
                      <a:pt x="5" y="60"/>
                      <a:pt x="2" y="56"/>
                      <a:pt x="3" y="51"/>
                    </a:cubicBezTo>
                    <a:cubicBezTo>
                      <a:pt x="4" y="45"/>
                      <a:pt x="5" y="40"/>
                      <a:pt x="2" y="35"/>
                    </a:cubicBezTo>
                    <a:cubicBezTo>
                      <a:pt x="0" y="29"/>
                      <a:pt x="1" y="24"/>
                      <a:pt x="2" y="18"/>
                    </a:cubicBezTo>
                    <a:cubicBezTo>
                      <a:pt x="4" y="13"/>
                      <a:pt x="5" y="6"/>
                      <a:pt x="4" y="2"/>
                    </a:cubicBezTo>
                    <a:cubicBezTo>
                      <a:pt x="4" y="1"/>
                      <a:pt x="3" y="1"/>
                      <a:pt x="3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658" name="Freeform 549">
                <a:extLst>
                  <a:ext uri="{FF2B5EF4-FFF2-40B4-BE49-F238E27FC236}">
                    <a16:creationId xmlns:a16="http://schemas.microsoft.com/office/drawing/2014/main" id="{4235E01A-F570-4269-A595-8A6CB16C87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3" y="942"/>
                <a:ext cx="6" cy="56"/>
              </a:xfrm>
              <a:custGeom>
                <a:avLst/>
                <a:gdLst>
                  <a:gd name="T0" fmla="*/ 12 w 4"/>
                  <a:gd name="T1" fmla="*/ 0 h 35"/>
                  <a:gd name="T2" fmla="*/ 12 w 4"/>
                  <a:gd name="T3" fmla="*/ 48 h 35"/>
                  <a:gd name="T4" fmla="*/ 5 w 4"/>
                  <a:gd name="T5" fmla="*/ 77 h 35"/>
                  <a:gd name="T6" fmla="*/ 12 w 4"/>
                  <a:gd name="T7" fmla="*/ 144 h 35"/>
                  <a:gd name="T8" fmla="*/ 8 w 4"/>
                  <a:gd name="T9" fmla="*/ 110 h 35"/>
                  <a:gd name="T10" fmla="*/ 12 w 4"/>
                  <a:gd name="T11" fmla="*/ 77 h 35"/>
                  <a:gd name="T12" fmla="*/ 12 w 4"/>
                  <a:gd name="T13" fmla="*/ 5 h 3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" h="35">
                    <a:moveTo>
                      <a:pt x="3" y="0"/>
                    </a:moveTo>
                    <a:cubicBezTo>
                      <a:pt x="2" y="4"/>
                      <a:pt x="3" y="8"/>
                      <a:pt x="3" y="12"/>
                    </a:cubicBezTo>
                    <a:cubicBezTo>
                      <a:pt x="3" y="14"/>
                      <a:pt x="2" y="17"/>
                      <a:pt x="1" y="19"/>
                    </a:cubicBezTo>
                    <a:cubicBezTo>
                      <a:pt x="0" y="25"/>
                      <a:pt x="2" y="30"/>
                      <a:pt x="3" y="35"/>
                    </a:cubicBezTo>
                    <a:cubicBezTo>
                      <a:pt x="3" y="33"/>
                      <a:pt x="2" y="30"/>
                      <a:pt x="2" y="27"/>
                    </a:cubicBezTo>
                    <a:cubicBezTo>
                      <a:pt x="1" y="24"/>
                      <a:pt x="2" y="21"/>
                      <a:pt x="3" y="19"/>
                    </a:cubicBezTo>
                    <a:cubicBezTo>
                      <a:pt x="4" y="13"/>
                      <a:pt x="3" y="7"/>
                      <a:pt x="3" y="1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659" name="Freeform 550">
                <a:extLst>
                  <a:ext uri="{FF2B5EF4-FFF2-40B4-BE49-F238E27FC236}">
                    <a16:creationId xmlns:a16="http://schemas.microsoft.com/office/drawing/2014/main" id="{2F0A26B2-1F54-4357-BDE3-5D343883F4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8" y="1021"/>
                <a:ext cx="69" cy="31"/>
              </a:xfrm>
              <a:custGeom>
                <a:avLst/>
                <a:gdLst>
                  <a:gd name="T0" fmla="*/ 0 w 43"/>
                  <a:gd name="T1" fmla="*/ 5 h 20"/>
                  <a:gd name="T2" fmla="*/ 13 w 43"/>
                  <a:gd name="T3" fmla="*/ 5 h 20"/>
                  <a:gd name="T4" fmla="*/ 21 w 43"/>
                  <a:gd name="T5" fmla="*/ 12 h 20"/>
                  <a:gd name="T6" fmla="*/ 34 w 43"/>
                  <a:gd name="T7" fmla="*/ 19 h 20"/>
                  <a:gd name="T8" fmla="*/ 63 w 43"/>
                  <a:gd name="T9" fmla="*/ 45 h 20"/>
                  <a:gd name="T10" fmla="*/ 101 w 43"/>
                  <a:gd name="T11" fmla="*/ 40 h 20"/>
                  <a:gd name="T12" fmla="*/ 120 w 43"/>
                  <a:gd name="T13" fmla="*/ 26 h 20"/>
                  <a:gd name="T14" fmla="*/ 136 w 43"/>
                  <a:gd name="T15" fmla="*/ 19 h 20"/>
                  <a:gd name="T16" fmla="*/ 157 w 43"/>
                  <a:gd name="T17" fmla="*/ 8 h 20"/>
                  <a:gd name="T18" fmla="*/ 178 w 43"/>
                  <a:gd name="T19" fmla="*/ 0 h 20"/>
                  <a:gd name="T20" fmla="*/ 144 w 43"/>
                  <a:gd name="T21" fmla="*/ 22 h 20"/>
                  <a:gd name="T22" fmla="*/ 128 w 43"/>
                  <a:gd name="T23" fmla="*/ 40 h 20"/>
                  <a:gd name="T24" fmla="*/ 63 w 43"/>
                  <a:gd name="T25" fmla="*/ 67 h 20"/>
                  <a:gd name="T26" fmla="*/ 26 w 43"/>
                  <a:gd name="T27" fmla="*/ 26 h 20"/>
                  <a:gd name="T28" fmla="*/ 8 w 43"/>
                  <a:gd name="T29" fmla="*/ 12 h 20"/>
                  <a:gd name="T30" fmla="*/ 0 w 43"/>
                  <a:gd name="T31" fmla="*/ 5 h 20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43" h="20">
                    <a:moveTo>
                      <a:pt x="0" y="1"/>
                    </a:moveTo>
                    <a:cubicBezTo>
                      <a:pt x="1" y="1"/>
                      <a:pt x="2" y="1"/>
                      <a:pt x="3" y="1"/>
                    </a:cubicBezTo>
                    <a:cubicBezTo>
                      <a:pt x="4" y="2"/>
                      <a:pt x="5" y="2"/>
                      <a:pt x="5" y="3"/>
                    </a:cubicBezTo>
                    <a:cubicBezTo>
                      <a:pt x="6" y="4"/>
                      <a:pt x="8" y="4"/>
                      <a:pt x="8" y="5"/>
                    </a:cubicBezTo>
                    <a:cubicBezTo>
                      <a:pt x="11" y="7"/>
                      <a:pt x="12" y="10"/>
                      <a:pt x="15" y="12"/>
                    </a:cubicBezTo>
                    <a:cubicBezTo>
                      <a:pt x="18" y="13"/>
                      <a:pt x="22" y="13"/>
                      <a:pt x="24" y="11"/>
                    </a:cubicBezTo>
                    <a:cubicBezTo>
                      <a:pt x="26" y="10"/>
                      <a:pt x="27" y="9"/>
                      <a:pt x="29" y="7"/>
                    </a:cubicBezTo>
                    <a:cubicBezTo>
                      <a:pt x="30" y="6"/>
                      <a:pt x="31" y="5"/>
                      <a:pt x="33" y="5"/>
                    </a:cubicBezTo>
                    <a:cubicBezTo>
                      <a:pt x="35" y="4"/>
                      <a:pt x="37" y="3"/>
                      <a:pt x="38" y="2"/>
                    </a:cubicBezTo>
                    <a:cubicBezTo>
                      <a:pt x="40" y="2"/>
                      <a:pt x="42" y="1"/>
                      <a:pt x="43" y="0"/>
                    </a:cubicBezTo>
                    <a:cubicBezTo>
                      <a:pt x="41" y="2"/>
                      <a:pt x="38" y="4"/>
                      <a:pt x="35" y="6"/>
                    </a:cubicBezTo>
                    <a:cubicBezTo>
                      <a:pt x="33" y="7"/>
                      <a:pt x="32" y="9"/>
                      <a:pt x="31" y="11"/>
                    </a:cubicBezTo>
                    <a:cubicBezTo>
                      <a:pt x="28" y="17"/>
                      <a:pt x="21" y="20"/>
                      <a:pt x="15" y="18"/>
                    </a:cubicBezTo>
                    <a:cubicBezTo>
                      <a:pt x="10" y="16"/>
                      <a:pt x="8" y="11"/>
                      <a:pt x="6" y="7"/>
                    </a:cubicBezTo>
                    <a:cubicBezTo>
                      <a:pt x="5" y="6"/>
                      <a:pt x="4" y="4"/>
                      <a:pt x="2" y="3"/>
                    </a:cubicBezTo>
                    <a:cubicBezTo>
                      <a:pt x="2" y="2"/>
                      <a:pt x="0" y="1"/>
                      <a:pt x="0" y="1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660" name="Freeform 551">
                <a:extLst>
                  <a:ext uri="{FF2B5EF4-FFF2-40B4-BE49-F238E27FC236}">
                    <a16:creationId xmlns:a16="http://schemas.microsoft.com/office/drawing/2014/main" id="{A1871F13-A646-4257-B1A6-868CC9DBE5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7" y="1019"/>
                <a:ext cx="44" cy="16"/>
              </a:xfrm>
              <a:custGeom>
                <a:avLst/>
                <a:gdLst>
                  <a:gd name="T0" fmla="*/ 5 w 27"/>
                  <a:gd name="T1" fmla="*/ 5 h 10"/>
                  <a:gd name="T2" fmla="*/ 18 w 27"/>
                  <a:gd name="T3" fmla="*/ 8 h 10"/>
                  <a:gd name="T4" fmla="*/ 29 w 27"/>
                  <a:gd name="T5" fmla="*/ 21 h 10"/>
                  <a:gd name="T6" fmla="*/ 54 w 27"/>
                  <a:gd name="T7" fmla="*/ 35 h 10"/>
                  <a:gd name="T8" fmla="*/ 83 w 27"/>
                  <a:gd name="T9" fmla="*/ 21 h 10"/>
                  <a:gd name="T10" fmla="*/ 117 w 27"/>
                  <a:gd name="T11" fmla="*/ 5 h 10"/>
                  <a:gd name="T12" fmla="*/ 98 w 27"/>
                  <a:gd name="T13" fmla="*/ 5 h 10"/>
                  <a:gd name="T14" fmla="*/ 77 w 27"/>
                  <a:gd name="T15" fmla="*/ 13 h 10"/>
                  <a:gd name="T16" fmla="*/ 47 w 27"/>
                  <a:gd name="T17" fmla="*/ 21 h 10"/>
                  <a:gd name="T18" fmla="*/ 26 w 27"/>
                  <a:gd name="T19" fmla="*/ 5 h 10"/>
                  <a:gd name="T20" fmla="*/ 0 w 27"/>
                  <a:gd name="T21" fmla="*/ 5 h 1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7" h="10">
                    <a:moveTo>
                      <a:pt x="1" y="1"/>
                    </a:moveTo>
                    <a:cubicBezTo>
                      <a:pt x="2" y="2"/>
                      <a:pt x="3" y="1"/>
                      <a:pt x="4" y="2"/>
                    </a:cubicBezTo>
                    <a:cubicBezTo>
                      <a:pt x="5" y="3"/>
                      <a:pt x="6" y="4"/>
                      <a:pt x="7" y="5"/>
                    </a:cubicBezTo>
                    <a:cubicBezTo>
                      <a:pt x="8" y="7"/>
                      <a:pt x="10" y="9"/>
                      <a:pt x="12" y="9"/>
                    </a:cubicBezTo>
                    <a:cubicBezTo>
                      <a:pt x="15" y="10"/>
                      <a:pt x="17" y="7"/>
                      <a:pt x="19" y="5"/>
                    </a:cubicBezTo>
                    <a:cubicBezTo>
                      <a:pt x="21" y="3"/>
                      <a:pt x="24" y="1"/>
                      <a:pt x="27" y="1"/>
                    </a:cubicBezTo>
                    <a:cubicBezTo>
                      <a:pt x="26" y="1"/>
                      <a:pt x="25" y="1"/>
                      <a:pt x="23" y="1"/>
                    </a:cubicBezTo>
                    <a:cubicBezTo>
                      <a:pt x="21" y="2"/>
                      <a:pt x="20" y="3"/>
                      <a:pt x="18" y="3"/>
                    </a:cubicBezTo>
                    <a:cubicBezTo>
                      <a:pt x="16" y="5"/>
                      <a:pt x="13" y="7"/>
                      <a:pt x="11" y="5"/>
                    </a:cubicBezTo>
                    <a:cubicBezTo>
                      <a:pt x="9" y="4"/>
                      <a:pt x="8" y="2"/>
                      <a:pt x="6" y="1"/>
                    </a:cubicBezTo>
                    <a:cubicBezTo>
                      <a:pt x="4" y="0"/>
                      <a:pt x="2" y="1"/>
                      <a:pt x="0" y="1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661" name="Freeform 552">
                <a:extLst>
                  <a:ext uri="{FF2B5EF4-FFF2-40B4-BE49-F238E27FC236}">
                    <a16:creationId xmlns:a16="http://schemas.microsoft.com/office/drawing/2014/main" id="{8AF842B8-4563-4623-A990-D22483475C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9" y="984"/>
                <a:ext cx="26" cy="78"/>
              </a:xfrm>
              <a:custGeom>
                <a:avLst/>
                <a:gdLst>
                  <a:gd name="T0" fmla="*/ 68 w 16"/>
                  <a:gd name="T1" fmla="*/ 0 h 49"/>
                  <a:gd name="T2" fmla="*/ 26 w 16"/>
                  <a:gd name="T3" fmla="*/ 84 h 49"/>
                  <a:gd name="T4" fmla="*/ 13 w 16"/>
                  <a:gd name="T5" fmla="*/ 197 h 49"/>
                  <a:gd name="T6" fmla="*/ 13 w 16"/>
                  <a:gd name="T7" fmla="*/ 89 h 49"/>
                  <a:gd name="T8" fmla="*/ 29 w 16"/>
                  <a:gd name="T9" fmla="*/ 35 h 49"/>
                  <a:gd name="T10" fmla="*/ 47 w 16"/>
                  <a:gd name="T11" fmla="*/ 16 h 49"/>
                  <a:gd name="T12" fmla="*/ 68 w 16"/>
                  <a:gd name="T13" fmla="*/ 5 h 4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49">
                    <a:moveTo>
                      <a:pt x="16" y="0"/>
                    </a:moveTo>
                    <a:cubicBezTo>
                      <a:pt x="10" y="5"/>
                      <a:pt x="8" y="12"/>
                      <a:pt x="6" y="21"/>
                    </a:cubicBezTo>
                    <a:cubicBezTo>
                      <a:pt x="4" y="31"/>
                      <a:pt x="2" y="39"/>
                      <a:pt x="3" y="49"/>
                    </a:cubicBezTo>
                    <a:cubicBezTo>
                      <a:pt x="0" y="41"/>
                      <a:pt x="2" y="31"/>
                      <a:pt x="3" y="22"/>
                    </a:cubicBezTo>
                    <a:cubicBezTo>
                      <a:pt x="4" y="17"/>
                      <a:pt x="5" y="13"/>
                      <a:pt x="7" y="9"/>
                    </a:cubicBezTo>
                    <a:cubicBezTo>
                      <a:pt x="8" y="7"/>
                      <a:pt x="9" y="5"/>
                      <a:pt x="11" y="4"/>
                    </a:cubicBezTo>
                    <a:cubicBezTo>
                      <a:pt x="12" y="2"/>
                      <a:pt x="14" y="2"/>
                      <a:pt x="16" y="1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662" name="Freeform 553">
                <a:extLst>
                  <a:ext uri="{FF2B5EF4-FFF2-40B4-BE49-F238E27FC236}">
                    <a16:creationId xmlns:a16="http://schemas.microsoft.com/office/drawing/2014/main" id="{FB9EABA9-0E28-4FCF-A709-331FCFE934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3" y="990"/>
                <a:ext cx="20" cy="77"/>
              </a:xfrm>
              <a:custGeom>
                <a:avLst/>
                <a:gdLst>
                  <a:gd name="T0" fmla="*/ 0 w 12"/>
                  <a:gd name="T1" fmla="*/ 5 h 48"/>
                  <a:gd name="T2" fmla="*/ 33 w 12"/>
                  <a:gd name="T3" fmla="*/ 77 h 48"/>
                  <a:gd name="T4" fmla="*/ 55 w 12"/>
                  <a:gd name="T5" fmla="*/ 199 h 48"/>
                  <a:gd name="T6" fmla="*/ 55 w 12"/>
                  <a:gd name="T7" fmla="*/ 128 h 48"/>
                  <a:gd name="T8" fmla="*/ 47 w 12"/>
                  <a:gd name="T9" fmla="*/ 75 h 48"/>
                  <a:gd name="T10" fmla="*/ 5 w 12"/>
                  <a:gd name="T11" fmla="*/ 5 h 4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48">
                    <a:moveTo>
                      <a:pt x="0" y="1"/>
                    </a:moveTo>
                    <a:cubicBezTo>
                      <a:pt x="7" y="1"/>
                      <a:pt x="7" y="15"/>
                      <a:pt x="7" y="19"/>
                    </a:cubicBezTo>
                    <a:cubicBezTo>
                      <a:pt x="9" y="28"/>
                      <a:pt x="12" y="39"/>
                      <a:pt x="12" y="48"/>
                    </a:cubicBezTo>
                    <a:cubicBezTo>
                      <a:pt x="12" y="42"/>
                      <a:pt x="12" y="36"/>
                      <a:pt x="12" y="31"/>
                    </a:cubicBezTo>
                    <a:cubicBezTo>
                      <a:pt x="12" y="26"/>
                      <a:pt x="11" y="22"/>
                      <a:pt x="10" y="18"/>
                    </a:cubicBezTo>
                    <a:cubicBezTo>
                      <a:pt x="9" y="14"/>
                      <a:pt x="7" y="0"/>
                      <a:pt x="1" y="1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663" name="Freeform 554">
                <a:extLst>
                  <a:ext uri="{FF2B5EF4-FFF2-40B4-BE49-F238E27FC236}">
                    <a16:creationId xmlns:a16="http://schemas.microsoft.com/office/drawing/2014/main" id="{C021A226-EA48-4710-8915-AC6CCD37AC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4" y="958"/>
                <a:ext cx="7" cy="55"/>
              </a:xfrm>
              <a:custGeom>
                <a:avLst/>
                <a:gdLst>
                  <a:gd name="T0" fmla="*/ 0 w 4"/>
                  <a:gd name="T1" fmla="*/ 0 h 34"/>
                  <a:gd name="T2" fmla="*/ 12 w 4"/>
                  <a:gd name="T3" fmla="*/ 34 h 34"/>
                  <a:gd name="T4" fmla="*/ 12 w 4"/>
                  <a:gd name="T5" fmla="*/ 76 h 34"/>
                  <a:gd name="T6" fmla="*/ 12 w 4"/>
                  <a:gd name="T7" fmla="*/ 110 h 34"/>
                  <a:gd name="T8" fmla="*/ 21 w 4"/>
                  <a:gd name="T9" fmla="*/ 144 h 34"/>
                  <a:gd name="T10" fmla="*/ 0 w 4"/>
                  <a:gd name="T11" fmla="*/ 97 h 34"/>
                  <a:gd name="T12" fmla="*/ 12 w 4"/>
                  <a:gd name="T13" fmla="*/ 55 h 34"/>
                  <a:gd name="T14" fmla="*/ 0 w 4"/>
                  <a:gd name="T15" fmla="*/ 26 h 34"/>
                  <a:gd name="T16" fmla="*/ 0 w 4"/>
                  <a:gd name="T17" fmla="*/ 0 h 3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" h="34">
                    <a:moveTo>
                      <a:pt x="0" y="0"/>
                    </a:moveTo>
                    <a:cubicBezTo>
                      <a:pt x="0" y="3"/>
                      <a:pt x="1" y="5"/>
                      <a:pt x="2" y="8"/>
                    </a:cubicBezTo>
                    <a:cubicBezTo>
                      <a:pt x="3" y="11"/>
                      <a:pt x="3" y="15"/>
                      <a:pt x="2" y="18"/>
                    </a:cubicBezTo>
                    <a:cubicBezTo>
                      <a:pt x="2" y="21"/>
                      <a:pt x="1" y="23"/>
                      <a:pt x="2" y="26"/>
                    </a:cubicBezTo>
                    <a:cubicBezTo>
                      <a:pt x="2" y="28"/>
                      <a:pt x="3" y="31"/>
                      <a:pt x="4" y="34"/>
                    </a:cubicBezTo>
                    <a:cubicBezTo>
                      <a:pt x="2" y="31"/>
                      <a:pt x="0" y="27"/>
                      <a:pt x="0" y="23"/>
                    </a:cubicBezTo>
                    <a:cubicBezTo>
                      <a:pt x="0" y="20"/>
                      <a:pt x="1" y="16"/>
                      <a:pt x="2" y="13"/>
                    </a:cubicBezTo>
                    <a:cubicBezTo>
                      <a:pt x="2" y="10"/>
                      <a:pt x="1" y="8"/>
                      <a:pt x="0" y="6"/>
                    </a:cubicBezTo>
                    <a:cubicBezTo>
                      <a:pt x="0" y="4"/>
                      <a:pt x="0" y="1"/>
                      <a:pt x="0" y="0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664" name="Freeform 555">
                <a:extLst>
                  <a:ext uri="{FF2B5EF4-FFF2-40B4-BE49-F238E27FC236}">
                    <a16:creationId xmlns:a16="http://schemas.microsoft.com/office/drawing/2014/main" id="{AD620DFB-2E9D-4BDA-80EC-2AB6756E32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8" y="898"/>
                <a:ext cx="21" cy="55"/>
              </a:xfrm>
              <a:custGeom>
                <a:avLst/>
                <a:gdLst>
                  <a:gd name="T0" fmla="*/ 0 w 13"/>
                  <a:gd name="T1" fmla="*/ 0 h 35"/>
                  <a:gd name="T2" fmla="*/ 34 w 13"/>
                  <a:gd name="T3" fmla="*/ 22 h 35"/>
                  <a:gd name="T4" fmla="*/ 50 w 13"/>
                  <a:gd name="T5" fmla="*/ 49 h 35"/>
                  <a:gd name="T6" fmla="*/ 39 w 13"/>
                  <a:gd name="T7" fmla="*/ 135 h 35"/>
                  <a:gd name="T8" fmla="*/ 34 w 13"/>
                  <a:gd name="T9" fmla="*/ 39 h 35"/>
                  <a:gd name="T10" fmla="*/ 5 w 13"/>
                  <a:gd name="T11" fmla="*/ 0 h 3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" h="35">
                    <a:moveTo>
                      <a:pt x="0" y="0"/>
                    </a:moveTo>
                    <a:cubicBezTo>
                      <a:pt x="3" y="2"/>
                      <a:pt x="6" y="3"/>
                      <a:pt x="8" y="6"/>
                    </a:cubicBezTo>
                    <a:cubicBezTo>
                      <a:pt x="10" y="8"/>
                      <a:pt x="11" y="10"/>
                      <a:pt x="12" y="13"/>
                    </a:cubicBezTo>
                    <a:cubicBezTo>
                      <a:pt x="13" y="21"/>
                      <a:pt x="9" y="28"/>
                      <a:pt x="9" y="35"/>
                    </a:cubicBezTo>
                    <a:cubicBezTo>
                      <a:pt x="5" y="27"/>
                      <a:pt x="9" y="18"/>
                      <a:pt x="8" y="10"/>
                    </a:cubicBezTo>
                    <a:cubicBezTo>
                      <a:pt x="7" y="7"/>
                      <a:pt x="5" y="1"/>
                      <a:pt x="1" y="0"/>
                    </a:cubicBezTo>
                  </a:path>
                </a:pathLst>
              </a:custGeom>
              <a:solidFill>
                <a:srgbClr val="FEF3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665" name="Freeform 556">
                <a:extLst>
                  <a:ext uri="{FF2B5EF4-FFF2-40B4-BE49-F238E27FC236}">
                    <a16:creationId xmlns:a16="http://schemas.microsoft.com/office/drawing/2014/main" id="{6090A64F-3FF3-4899-A029-95F2534EF5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8" y="898"/>
                <a:ext cx="27" cy="55"/>
              </a:xfrm>
              <a:custGeom>
                <a:avLst/>
                <a:gdLst>
                  <a:gd name="T0" fmla="*/ 0 w 17"/>
                  <a:gd name="T1" fmla="*/ 0 h 35"/>
                  <a:gd name="T2" fmla="*/ 56 w 17"/>
                  <a:gd name="T3" fmla="*/ 47 h 35"/>
                  <a:gd name="T4" fmla="*/ 43 w 17"/>
                  <a:gd name="T5" fmla="*/ 135 h 35"/>
                  <a:gd name="T6" fmla="*/ 35 w 17"/>
                  <a:gd name="T7" fmla="*/ 47 h 35"/>
                  <a:gd name="T8" fmla="*/ 0 w 17"/>
                  <a:gd name="T9" fmla="*/ 0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35">
                    <a:moveTo>
                      <a:pt x="0" y="0"/>
                    </a:moveTo>
                    <a:cubicBezTo>
                      <a:pt x="5" y="1"/>
                      <a:pt x="13" y="7"/>
                      <a:pt x="14" y="12"/>
                    </a:cubicBezTo>
                    <a:cubicBezTo>
                      <a:pt x="17" y="20"/>
                      <a:pt x="12" y="27"/>
                      <a:pt x="11" y="35"/>
                    </a:cubicBezTo>
                    <a:cubicBezTo>
                      <a:pt x="9" y="27"/>
                      <a:pt x="13" y="19"/>
                      <a:pt x="9" y="12"/>
                    </a:cubicBezTo>
                    <a:cubicBezTo>
                      <a:pt x="6" y="8"/>
                      <a:pt x="3" y="4"/>
                      <a:pt x="0" y="0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666" name="Freeform 557">
                <a:extLst>
                  <a:ext uri="{FF2B5EF4-FFF2-40B4-BE49-F238E27FC236}">
                    <a16:creationId xmlns:a16="http://schemas.microsoft.com/office/drawing/2014/main" id="{BC8A7C8E-6DCA-418C-ADD3-8A7364B7F7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2" y="992"/>
                <a:ext cx="16" cy="57"/>
              </a:xfrm>
              <a:custGeom>
                <a:avLst/>
                <a:gdLst>
                  <a:gd name="T0" fmla="*/ 42 w 10"/>
                  <a:gd name="T1" fmla="*/ 0 h 36"/>
                  <a:gd name="T2" fmla="*/ 5 w 10"/>
                  <a:gd name="T3" fmla="*/ 143 h 3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36">
                    <a:moveTo>
                      <a:pt x="10" y="0"/>
                    </a:moveTo>
                    <a:cubicBezTo>
                      <a:pt x="10" y="0"/>
                      <a:pt x="0" y="22"/>
                      <a:pt x="1" y="36"/>
                    </a:cubicBezTo>
                  </a:path>
                </a:pathLst>
              </a:custGeom>
              <a:noFill/>
              <a:ln w="158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667" name="Freeform 558">
                <a:extLst>
                  <a:ext uri="{FF2B5EF4-FFF2-40B4-BE49-F238E27FC236}">
                    <a16:creationId xmlns:a16="http://schemas.microsoft.com/office/drawing/2014/main" id="{C95C919F-A8A1-4EF7-87FA-41129A34E7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0" y="995"/>
                <a:ext cx="11" cy="56"/>
              </a:xfrm>
              <a:custGeom>
                <a:avLst/>
                <a:gdLst>
                  <a:gd name="T0" fmla="*/ 0 w 7"/>
                  <a:gd name="T1" fmla="*/ 0 h 35"/>
                  <a:gd name="T2" fmla="*/ 27 w 7"/>
                  <a:gd name="T3" fmla="*/ 144 h 3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35">
                    <a:moveTo>
                      <a:pt x="0" y="0"/>
                    </a:moveTo>
                    <a:cubicBezTo>
                      <a:pt x="0" y="0"/>
                      <a:pt x="6" y="16"/>
                      <a:pt x="7" y="35"/>
                    </a:cubicBezTo>
                  </a:path>
                </a:pathLst>
              </a:custGeom>
              <a:noFill/>
              <a:ln w="158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668" name="Freeform 559">
                <a:extLst>
                  <a:ext uri="{FF2B5EF4-FFF2-40B4-BE49-F238E27FC236}">
                    <a16:creationId xmlns:a16="http://schemas.microsoft.com/office/drawing/2014/main" id="{1C11B28E-9606-4F4B-A826-3472560D89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6" y="885"/>
                <a:ext cx="40" cy="17"/>
              </a:xfrm>
              <a:custGeom>
                <a:avLst/>
                <a:gdLst>
                  <a:gd name="T0" fmla="*/ 0 w 25"/>
                  <a:gd name="T1" fmla="*/ 12 h 11"/>
                  <a:gd name="T2" fmla="*/ 34 w 25"/>
                  <a:gd name="T3" fmla="*/ 8 h 11"/>
                  <a:gd name="T4" fmla="*/ 77 w 25"/>
                  <a:gd name="T5" fmla="*/ 0 h 11"/>
                  <a:gd name="T6" fmla="*/ 56 w 25"/>
                  <a:gd name="T7" fmla="*/ 8 h 11"/>
                  <a:gd name="T8" fmla="*/ 94 w 25"/>
                  <a:gd name="T9" fmla="*/ 12 h 11"/>
                  <a:gd name="T10" fmla="*/ 74 w 25"/>
                  <a:gd name="T11" fmla="*/ 12 h 11"/>
                  <a:gd name="T12" fmla="*/ 102 w 25"/>
                  <a:gd name="T13" fmla="*/ 26 h 11"/>
                  <a:gd name="T14" fmla="*/ 77 w 25"/>
                  <a:gd name="T15" fmla="*/ 26 h 11"/>
                  <a:gd name="T16" fmla="*/ 90 w 25"/>
                  <a:gd name="T17" fmla="*/ 34 h 11"/>
                  <a:gd name="T18" fmla="*/ 77 w 25"/>
                  <a:gd name="T19" fmla="*/ 34 h 11"/>
                  <a:gd name="T20" fmla="*/ 82 w 25"/>
                  <a:gd name="T21" fmla="*/ 40 h 11"/>
                  <a:gd name="T22" fmla="*/ 61 w 25"/>
                  <a:gd name="T23" fmla="*/ 36 h 11"/>
                  <a:gd name="T24" fmla="*/ 46 w 25"/>
                  <a:gd name="T25" fmla="*/ 34 h 11"/>
                  <a:gd name="T26" fmla="*/ 29 w 25"/>
                  <a:gd name="T27" fmla="*/ 29 h 1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5" h="11">
                    <a:moveTo>
                      <a:pt x="0" y="3"/>
                    </a:moveTo>
                    <a:cubicBezTo>
                      <a:pt x="2" y="3"/>
                      <a:pt x="6" y="3"/>
                      <a:pt x="8" y="2"/>
                    </a:cubicBezTo>
                    <a:cubicBezTo>
                      <a:pt x="12" y="2"/>
                      <a:pt x="16" y="0"/>
                      <a:pt x="19" y="0"/>
                    </a:cubicBezTo>
                    <a:cubicBezTo>
                      <a:pt x="17" y="0"/>
                      <a:pt x="16" y="1"/>
                      <a:pt x="14" y="2"/>
                    </a:cubicBezTo>
                    <a:cubicBezTo>
                      <a:pt x="17" y="2"/>
                      <a:pt x="21" y="1"/>
                      <a:pt x="23" y="3"/>
                    </a:cubicBezTo>
                    <a:cubicBezTo>
                      <a:pt x="21" y="2"/>
                      <a:pt x="19" y="3"/>
                      <a:pt x="18" y="3"/>
                    </a:cubicBezTo>
                    <a:cubicBezTo>
                      <a:pt x="20" y="5"/>
                      <a:pt x="23" y="5"/>
                      <a:pt x="25" y="7"/>
                    </a:cubicBezTo>
                    <a:cubicBezTo>
                      <a:pt x="23" y="7"/>
                      <a:pt x="21" y="7"/>
                      <a:pt x="19" y="7"/>
                    </a:cubicBezTo>
                    <a:cubicBezTo>
                      <a:pt x="20" y="8"/>
                      <a:pt x="21" y="8"/>
                      <a:pt x="22" y="9"/>
                    </a:cubicBezTo>
                    <a:cubicBezTo>
                      <a:pt x="21" y="9"/>
                      <a:pt x="20" y="9"/>
                      <a:pt x="19" y="9"/>
                    </a:cubicBezTo>
                    <a:cubicBezTo>
                      <a:pt x="20" y="9"/>
                      <a:pt x="20" y="10"/>
                      <a:pt x="20" y="11"/>
                    </a:cubicBezTo>
                    <a:cubicBezTo>
                      <a:pt x="19" y="11"/>
                      <a:pt x="16" y="11"/>
                      <a:pt x="15" y="10"/>
                    </a:cubicBezTo>
                    <a:cubicBezTo>
                      <a:pt x="14" y="10"/>
                      <a:pt x="12" y="9"/>
                      <a:pt x="11" y="9"/>
                    </a:cubicBezTo>
                    <a:cubicBezTo>
                      <a:pt x="9" y="9"/>
                      <a:pt x="8" y="9"/>
                      <a:pt x="7" y="8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669" name="Freeform 560">
                <a:extLst>
                  <a:ext uri="{FF2B5EF4-FFF2-40B4-BE49-F238E27FC236}">
                    <a16:creationId xmlns:a16="http://schemas.microsoft.com/office/drawing/2014/main" id="{597F1C4A-B0E6-4C6F-915C-3C553CC836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7" y="886"/>
                <a:ext cx="29" cy="18"/>
              </a:xfrm>
              <a:custGeom>
                <a:avLst/>
                <a:gdLst>
                  <a:gd name="T0" fmla="*/ 71 w 18"/>
                  <a:gd name="T1" fmla="*/ 5 h 11"/>
                  <a:gd name="T2" fmla="*/ 47 w 18"/>
                  <a:gd name="T3" fmla="*/ 5 h 11"/>
                  <a:gd name="T4" fmla="*/ 13 w 18"/>
                  <a:gd name="T5" fmla="*/ 5 h 11"/>
                  <a:gd name="T6" fmla="*/ 34 w 18"/>
                  <a:gd name="T7" fmla="*/ 8 h 11"/>
                  <a:gd name="T8" fmla="*/ 0 w 18"/>
                  <a:gd name="T9" fmla="*/ 13 h 11"/>
                  <a:gd name="T10" fmla="*/ 34 w 18"/>
                  <a:gd name="T11" fmla="*/ 18 h 11"/>
                  <a:gd name="T12" fmla="*/ 8 w 18"/>
                  <a:gd name="T13" fmla="*/ 34 h 11"/>
                  <a:gd name="T14" fmla="*/ 34 w 18"/>
                  <a:gd name="T15" fmla="*/ 26 h 11"/>
                  <a:gd name="T16" fmla="*/ 21 w 18"/>
                  <a:gd name="T17" fmla="*/ 41 h 11"/>
                  <a:gd name="T18" fmla="*/ 39 w 18"/>
                  <a:gd name="T19" fmla="*/ 29 h 11"/>
                  <a:gd name="T20" fmla="*/ 29 w 18"/>
                  <a:gd name="T21" fmla="*/ 47 h 11"/>
                  <a:gd name="T22" fmla="*/ 76 w 18"/>
                  <a:gd name="T23" fmla="*/ 29 h 1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8" h="11">
                    <a:moveTo>
                      <a:pt x="17" y="1"/>
                    </a:moveTo>
                    <a:cubicBezTo>
                      <a:pt x="15" y="1"/>
                      <a:pt x="13" y="1"/>
                      <a:pt x="11" y="1"/>
                    </a:cubicBezTo>
                    <a:cubicBezTo>
                      <a:pt x="8" y="1"/>
                      <a:pt x="5" y="0"/>
                      <a:pt x="3" y="1"/>
                    </a:cubicBezTo>
                    <a:cubicBezTo>
                      <a:pt x="5" y="1"/>
                      <a:pt x="6" y="2"/>
                      <a:pt x="8" y="2"/>
                    </a:cubicBezTo>
                    <a:cubicBezTo>
                      <a:pt x="6" y="3"/>
                      <a:pt x="2" y="3"/>
                      <a:pt x="0" y="3"/>
                    </a:cubicBezTo>
                    <a:cubicBezTo>
                      <a:pt x="2" y="5"/>
                      <a:pt x="5" y="4"/>
                      <a:pt x="8" y="4"/>
                    </a:cubicBezTo>
                    <a:cubicBezTo>
                      <a:pt x="6" y="5"/>
                      <a:pt x="3" y="6"/>
                      <a:pt x="2" y="8"/>
                    </a:cubicBezTo>
                    <a:cubicBezTo>
                      <a:pt x="4" y="8"/>
                      <a:pt x="6" y="6"/>
                      <a:pt x="8" y="6"/>
                    </a:cubicBezTo>
                    <a:cubicBezTo>
                      <a:pt x="7" y="8"/>
                      <a:pt x="6" y="8"/>
                      <a:pt x="5" y="9"/>
                    </a:cubicBezTo>
                    <a:cubicBezTo>
                      <a:pt x="6" y="9"/>
                      <a:pt x="8" y="8"/>
                      <a:pt x="9" y="7"/>
                    </a:cubicBezTo>
                    <a:cubicBezTo>
                      <a:pt x="9" y="9"/>
                      <a:pt x="8" y="10"/>
                      <a:pt x="7" y="11"/>
                    </a:cubicBezTo>
                    <a:cubicBezTo>
                      <a:pt x="11" y="9"/>
                      <a:pt x="14" y="7"/>
                      <a:pt x="18" y="7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670" name="Freeform 561">
                <a:extLst>
                  <a:ext uri="{FF2B5EF4-FFF2-40B4-BE49-F238E27FC236}">
                    <a16:creationId xmlns:a16="http://schemas.microsoft.com/office/drawing/2014/main" id="{BA8C3BE3-EC31-4315-9174-61E517C079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2" y="893"/>
                <a:ext cx="35" cy="13"/>
              </a:xfrm>
              <a:custGeom>
                <a:avLst/>
                <a:gdLst>
                  <a:gd name="T0" fmla="*/ 25 w 22"/>
                  <a:gd name="T1" fmla="*/ 0 h 8"/>
                  <a:gd name="T2" fmla="*/ 0 w 22"/>
                  <a:gd name="T3" fmla="*/ 21 h 8"/>
                  <a:gd name="T4" fmla="*/ 21 w 22"/>
                  <a:gd name="T5" fmla="*/ 13 h 8"/>
                  <a:gd name="T6" fmla="*/ 13 w 22"/>
                  <a:gd name="T7" fmla="*/ 29 h 8"/>
                  <a:gd name="T8" fmla="*/ 25 w 22"/>
                  <a:gd name="T9" fmla="*/ 18 h 8"/>
                  <a:gd name="T10" fmla="*/ 21 w 22"/>
                  <a:gd name="T11" fmla="*/ 34 h 8"/>
                  <a:gd name="T12" fmla="*/ 40 w 22"/>
                  <a:gd name="T13" fmla="*/ 13 h 8"/>
                  <a:gd name="T14" fmla="*/ 35 w 22"/>
                  <a:gd name="T15" fmla="*/ 29 h 8"/>
                  <a:gd name="T16" fmla="*/ 53 w 22"/>
                  <a:gd name="T17" fmla="*/ 18 h 8"/>
                  <a:gd name="T18" fmla="*/ 53 w 22"/>
                  <a:gd name="T19" fmla="*/ 26 h 8"/>
                  <a:gd name="T20" fmla="*/ 64 w 22"/>
                  <a:gd name="T21" fmla="*/ 13 h 8"/>
                  <a:gd name="T22" fmla="*/ 68 w 22"/>
                  <a:gd name="T23" fmla="*/ 18 h 8"/>
                  <a:gd name="T24" fmla="*/ 89 w 22"/>
                  <a:gd name="T25" fmla="*/ 8 h 8"/>
                  <a:gd name="T26" fmla="*/ 68 w 22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2" h="8">
                    <a:moveTo>
                      <a:pt x="6" y="0"/>
                    </a:moveTo>
                    <a:cubicBezTo>
                      <a:pt x="4" y="0"/>
                      <a:pt x="2" y="4"/>
                      <a:pt x="0" y="5"/>
                    </a:cubicBezTo>
                    <a:cubicBezTo>
                      <a:pt x="1" y="4"/>
                      <a:pt x="4" y="3"/>
                      <a:pt x="5" y="3"/>
                    </a:cubicBezTo>
                    <a:cubicBezTo>
                      <a:pt x="4" y="4"/>
                      <a:pt x="3" y="5"/>
                      <a:pt x="3" y="7"/>
                    </a:cubicBezTo>
                    <a:cubicBezTo>
                      <a:pt x="4" y="6"/>
                      <a:pt x="5" y="5"/>
                      <a:pt x="6" y="4"/>
                    </a:cubicBezTo>
                    <a:cubicBezTo>
                      <a:pt x="6" y="5"/>
                      <a:pt x="5" y="7"/>
                      <a:pt x="5" y="8"/>
                    </a:cubicBezTo>
                    <a:cubicBezTo>
                      <a:pt x="7" y="6"/>
                      <a:pt x="9" y="5"/>
                      <a:pt x="10" y="3"/>
                    </a:cubicBezTo>
                    <a:cubicBezTo>
                      <a:pt x="10" y="5"/>
                      <a:pt x="9" y="6"/>
                      <a:pt x="9" y="7"/>
                    </a:cubicBezTo>
                    <a:cubicBezTo>
                      <a:pt x="11" y="6"/>
                      <a:pt x="12" y="5"/>
                      <a:pt x="13" y="4"/>
                    </a:cubicBezTo>
                    <a:cubicBezTo>
                      <a:pt x="13" y="4"/>
                      <a:pt x="13" y="5"/>
                      <a:pt x="13" y="6"/>
                    </a:cubicBezTo>
                    <a:cubicBezTo>
                      <a:pt x="14" y="5"/>
                      <a:pt x="15" y="3"/>
                      <a:pt x="16" y="3"/>
                    </a:cubicBezTo>
                    <a:cubicBezTo>
                      <a:pt x="16" y="3"/>
                      <a:pt x="17" y="4"/>
                      <a:pt x="17" y="4"/>
                    </a:cubicBezTo>
                    <a:cubicBezTo>
                      <a:pt x="18" y="4"/>
                      <a:pt x="20" y="2"/>
                      <a:pt x="22" y="2"/>
                    </a:cubicBezTo>
                    <a:cubicBezTo>
                      <a:pt x="20" y="0"/>
                      <a:pt x="19" y="0"/>
                      <a:pt x="17" y="0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671" name="Freeform 562">
                <a:extLst>
                  <a:ext uri="{FF2B5EF4-FFF2-40B4-BE49-F238E27FC236}">
                    <a16:creationId xmlns:a16="http://schemas.microsoft.com/office/drawing/2014/main" id="{6959022A-B7B5-4F0A-8A55-A1F826F7F1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3" y="894"/>
                <a:ext cx="28" cy="13"/>
              </a:xfrm>
              <a:custGeom>
                <a:avLst/>
                <a:gdLst>
                  <a:gd name="T0" fmla="*/ 48 w 18"/>
                  <a:gd name="T1" fmla="*/ 0 h 8"/>
                  <a:gd name="T2" fmla="*/ 68 w 18"/>
                  <a:gd name="T3" fmla="*/ 34 h 8"/>
                  <a:gd name="T4" fmla="*/ 48 w 18"/>
                  <a:gd name="T5" fmla="*/ 18 h 8"/>
                  <a:gd name="T6" fmla="*/ 53 w 18"/>
                  <a:gd name="T7" fmla="*/ 26 h 8"/>
                  <a:gd name="T8" fmla="*/ 34 w 18"/>
                  <a:gd name="T9" fmla="*/ 13 h 8"/>
                  <a:gd name="T10" fmla="*/ 39 w 18"/>
                  <a:gd name="T11" fmla="*/ 26 h 8"/>
                  <a:gd name="T12" fmla="*/ 19 w 18"/>
                  <a:gd name="T13" fmla="*/ 13 h 8"/>
                  <a:gd name="T14" fmla="*/ 22 w 18"/>
                  <a:gd name="T15" fmla="*/ 18 h 8"/>
                  <a:gd name="T16" fmla="*/ 0 w 18"/>
                  <a:gd name="T17" fmla="*/ 5 h 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8" h="8">
                    <a:moveTo>
                      <a:pt x="13" y="0"/>
                    </a:moveTo>
                    <a:cubicBezTo>
                      <a:pt x="15" y="1"/>
                      <a:pt x="18" y="6"/>
                      <a:pt x="18" y="8"/>
                    </a:cubicBezTo>
                    <a:cubicBezTo>
                      <a:pt x="17" y="7"/>
                      <a:pt x="15" y="5"/>
                      <a:pt x="13" y="4"/>
                    </a:cubicBezTo>
                    <a:cubicBezTo>
                      <a:pt x="13" y="5"/>
                      <a:pt x="13" y="5"/>
                      <a:pt x="14" y="6"/>
                    </a:cubicBezTo>
                    <a:cubicBezTo>
                      <a:pt x="12" y="5"/>
                      <a:pt x="10" y="4"/>
                      <a:pt x="9" y="3"/>
                    </a:cubicBezTo>
                    <a:cubicBezTo>
                      <a:pt x="9" y="4"/>
                      <a:pt x="10" y="5"/>
                      <a:pt x="10" y="6"/>
                    </a:cubicBezTo>
                    <a:cubicBezTo>
                      <a:pt x="9" y="5"/>
                      <a:pt x="7" y="3"/>
                      <a:pt x="5" y="3"/>
                    </a:cubicBezTo>
                    <a:cubicBezTo>
                      <a:pt x="5" y="3"/>
                      <a:pt x="5" y="4"/>
                      <a:pt x="6" y="4"/>
                    </a:cubicBezTo>
                    <a:cubicBezTo>
                      <a:pt x="4" y="3"/>
                      <a:pt x="2" y="2"/>
                      <a:pt x="0" y="1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672" name="Freeform 563">
                <a:extLst>
                  <a:ext uri="{FF2B5EF4-FFF2-40B4-BE49-F238E27FC236}">
                    <a16:creationId xmlns:a16="http://schemas.microsoft.com/office/drawing/2014/main" id="{B3A9024B-1F85-4756-B2BE-7577B01CF9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7" y="915"/>
                <a:ext cx="24" cy="15"/>
              </a:xfrm>
              <a:custGeom>
                <a:avLst/>
                <a:gdLst>
                  <a:gd name="T0" fmla="*/ 16 w 15"/>
                  <a:gd name="T1" fmla="*/ 28 h 9"/>
                  <a:gd name="T2" fmla="*/ 8 w 15"/>
                  <a:gd name="T3" fmla="*/ 20 h 9"/>
                  <a:gd name="T4" fmla="*/ 13 w 15"/>
                  <a:gd name="T5" fmla="*/ 8 h 9"/>
                  <a:gd name="T6" fmla="*/ 21 w 15"/>
                  <a:gd name="T7" fmla="*/ 5 h 9"/>
                  <a:gd name="T8" fmla="*/ 26 w 15"/>
                  <a:gd name="T9" fmla="*/ 5 h 9"/>
                  <a:gd name="T10" fmla="*/ 29 w 15"/>
                  <a:gd name="T11" fmla="*/ 8 h 9"/>
                  <a:gd name="T12" fmla="*/ 34 w 15"/>
                  <a:gd name="T13" fmla="*/ 8 h 9"/>
                  <a:gd name="T14" fmla="*/ 35 w 15"/>
                  <a:gd name="T15" fmla="*/ 8 h 9"/>
                  <a:gd name="T16" fmla="*/ 46 w 15"/>
                  <a:gd name="T17" fmla="*/ 22 h 9"/>
                  <a:gd name="T18" fmla="*/ 48 w 15"/>
                  <a:gd name="T19" fmla="*/ 28 h 9"/>
                  <a:gd name="T20" fmla="*/ 56 w 15"/>
                  <a:gd name="T21" fmla="*/ 22 h 9"/>
                  <a:gd name="T22" fmla="*/ 56 w 15"/>
                  <a:gd name="T23" fmla="*/ 13 h 9"/>
                  <a:gd name="T24" fmla="*/ 42 w 15"/>
                  <a:gd name="T25" fmla="*/ 0 h 9"/>
                  <a:gd name="T26" fmla="*/ 21 w 15"/>
                  <a:gd name="T27" fmla="*/ 0 h 9"/>
                  <a:gd name="T28" fmla="*/ 8 w 15"/>
                  <a:gd name="T29" fmla="*/ 5 h 9"/>
                  <a:gd name="T30" fmla="*/ 5 w 15"/>
                  <a:gd name="T31" fmla="*/ 8 h 9"/>
                  <a:gd name="T32" fmla="*/ 0 w 15"/>
                  <a:gd name="T33" fmla="*/ 22 h 9"/>
                  <a:gd name="T34" fmla="*/ 0 w 15"/>
                  <a:gd name="T35" fmla="*/ 33 h 9"/>
                  <a:gd name="T36" fmla="*/ 8 w 15"/>
                  <a:gd name="T37" fmla="*/ 37 h 9"/>
                  <a:gd name="T38" fmla="*/ 13 w 15"/>
                  <a:gd name="T39" fmla="*/ 33 h 9"/>
                  <a:gd name="T40" fmla="*/ 16 w 15"/>
                  <a:gd name="T41" fmla="*/ 28 h 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15" h="9">
                    <a:moveTo>
                      <a:pt x="4" y="6"/>
                    </a:moveTo>
                    <a:cubicBezTo>
                      <a:pt x="3" y="5"/>
                      <a:pt x="3" y="5"/>
                      <a:pt x="2" y="4"/>
                    </a:cubicBezTo>
                    <a:cubicBezTo>
                      <a:pt x="2" y="3"/>
                      <a:pt x="2" y="3"/>
                      <a:pt x="3" y="2"/>
                    </a:cubicBezTo>
                    <a:cubicBezTo>
                      <a:pt x="4" y="1"/>
                      <a:pt x="4" y="1"/>
                      <a:pt x="5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7" y="2"/>
                    </a:cubicBezTo>
                    <a:cubicBezTo>
                      <a:pt x="7" y="2"/>
                      <a:pt x="7" y="2"/>
                      <a:pt x="8" y="2"/>
                    </a:cubicBezTo>
                    <a:cubicBezTo>
                      <a:pt x="8" y="2"/>
                      <a:pt x="9" y="2"/>
                      <a:pt x="9" y="2"/>
                    </a:cubicBezTo>
                    <a:cubicBezTo>
                      <a:pt x="10" y="3"/>
                      <a:pt x="10" y="4"/>
                      <a:pt x="11" y="5"/>
                    </a:cubicBezTo>
                    <a:cubicBezTo>
                      <a:pt x="11" y="5"/>
                      <a:pt x="11" y="6"/>
                      <a:pt x="12" y="6"/>
                    </a:cubicBezTo>
                    <a:cubicBezTo>
                      <a:pt x="12" y="6"/>
                      <a:pt x="13" y="6"/>
                      <a:pt x="14" y="5"/>
                    </a:cubicBezTo>
                    <a:cubicBezTo>
                      <a:pt x="15" y="5"/>
                      <a:pt x="15" y="4"/>
                      <a:pt x="14" y="3"/>
                    </a:cubicBezTo>
                    <a:cubicBezTo>
                      <a:pt x="14" y="1"/>
                      <a:pt x="12" y="0"/>
                      <a:pt x="10" y="0"/>
                    </a:cubicBezTo>
                    <a:cubicBezTo>
                      <a:pt x="8" y="0"/>
                      <a:pt x="7" y="0"/>
                      <a:pt x="5" y="0"/>
                    </a:cubicBezTo>
                    <a:cubicBezTo>
                      <a:pt x="4" y="1"/>
                      <a:pt x="3" y="1"/>
                      <a:pt x="2" y="1"/>
                    </a:cubicBezTo>
                    <a:cubicBezTo>
                      <a:pt x="2" y="1"/>
                      <a:pt x="1" y="1"/>
                      <a:pt x="1" y="2"/>
                    </a:cubicBezTo>
                    <a:cubicBezTo>
                      <a:pt x="0" y="3"/>
                      <a:pt x="0" y="4"/>
                      <a:pt x="0" y="5"/>
                    </a:cubicBezTo>
                    <a:cubicBezTo>
                      <a:pt x="0" y="6"/>
                      <a:pt x="0" y="6"/>
                      <a:pt x="0" y="7"/>
                    </a:cubicBezTo>
                    <a:cubicBezTo>
                      <a:pt x="1" y="8"/>
                      <a:pt x="1" y="9"/>
                      <a:pt x="2" y="8"/>
                    </a:cubicBezTo>
                    <a:cubicBezTo>
                      <a:pt x="3" y="8"/>
                      <a:pt x="3" y="7"/>
                      <a:pt x="3" y="7"/>
                    </a:cubicBezTo>
                    <a:cubicBezTo>
                      <a:pt x="4" y="6"/>
                      <a:pt x="4" y="6"/>
                      <a:pt x="4" y="6"/>
                    </a:cubicBezTo>
                  </a:path>
                </a:pathLst>
              </a:custGeom>
              <a:solidFill>
                <a:srgbClr val="3F6C3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673" name="Freeform 564">
                <a:extLst>
                  <a:ext uri="{FF2B5EF4-FFF2-40B4-BE49-F238E27FC236}">
                    <a16:creationId xmlns:a16="http://schemas.microsoft.com/office/drawing/2014/main" id="{7E758150-22C2-44D8-B283-F7ED15C9DA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56" y="915"/>
                <a:ext cx="27" cy="11"/>
              </a:xfrm>
              <a:custGeom>
                <a:avLst/>
                <a:gdLst>
                  <a:gd name="T0" fmla="*/ 21 w 17"/>
                  <a:gd name="T1" fmla="*/ 20 h 7"/>
                  <a:gd name="T2" fmla="*/ 27 w 17"/>
                  <a:gd name="T3" fmla="*/ 5 h 7"/>
                  <a:gd name="T4" fmla="*/ 43 w 17"/>
                  <a:gd name="T5" fmla="*/ 13 h 7"/>
                  <a:gd name="T6" fmla="*/ 48 w 17"/>
                  <a:gd name="T7" fmla="*/ 20 h 7"/>
                  <a:gd name="T8" fmla="*/ 48 w 17"/>
                  <a:gd name="T9" fmla="*/ 27 h 7"/>
                  <a:gd name="T10" fmla="*/ 60 w 17"/>
                  <a:gd name="T11" fmla="*/ 27 h 7"/>
                  <a:gd name="T12" fmla="*/ 64 w 17"/>
                  <a:gd name="T13" fmla="*/ 22 h 7"/>
                  <a:gd name="T14" fmla="*/ 60 w 17"/>
                  <a:gd name="T15" fmla="*/ 8 h 7"/>
                  <a:gd name="T16" fmla="*/ 40 w 17"/>
                  <a:gd name="T17" fmla="*/ 0 h 7"/>
                  <a:gd name="T18" fmla="*/ 21 w 17"/>
                  <a:gd name="T19" fmla="*/ 0 h 7"/>
                  <a:gd name="T20" fmla="*/ 13 w 17"/>
                  <a:gd name="T21" fmla="*/ 0 h 7"/>
                  <a:gd name="T22" fmla="*/ 8 w 17"/>
                  <a:gd name="T23" fmla="*/ 8 h 7"/>
                  <a:gd name="T24" fmla="*/ 5 w 17"/>
                  <a:gd name="T25" fmla="*/ 22 h 7"/>
                  <a:gd name="T26" fmla="*/ 21 w 17"/>
                  <a:gd name="T27" fmla="*/ 20 h 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7" h="7">
                    <a:moveTo>
                      <a:pt x="5" y="5"/>
                    </a:moveTo>
                    <a:cubicBezTo>
                      <a:pt x="2" y="4"/>
                      <a:pt x="5" y="0"/>
                      <a:pt x="7" y="1"/>
                    </a:cubicBezTo>
                    <a:cubicBezTo>
                      <a:pt x="9" y="2"/>
                      <a:pt x="10" y="2"/>
                      <a:pt x="11" y="3"/>
                    </a:cubicBezTo>
                    <a:cubicBezTo>
                      <a:pt x="12" y="4"/>
                      <a:pt x="12" y="4"/>
                      <a:pt x="12" y="5"/>
                    </a:cubicBezTo>
                    <a:cubicBezTo>
                      <a:pt x="12" y="5"/>
                      <a:pt x="12" y="6"/>
                      <a:pt x="12" y="7"/>
                    </a:cubicBezTo>
                    <a:cubicBezTo>
                      <a:pt x="13" y="7"/>
                      <a:pt x="14" y="7"/>
                      <a:pt x="15" y="7"/>
                    </a:cubicBezTo>
                    <a:cubicBezTo>
                      <a:pt x="15" y="7"/>
                      <a:pt x="16" y="7"/>
                      <a:pt x="16" y="6"/>
                    </a:cubicBezTo>
                    <a:cubicBezTo>
                      <a:pt x="16" y="5"/>
                      <a:pt x="17" y="3"/>
                      <a:pt x="15" y="2"/>
                    </a:cubicBezTo>
                    <a:cubicBezTo>
                      <a:pt x="14" y="1"/>
                      <a:pt x="12" y="0"/>
                      <a:pt x="10" y="0"/>
                    </a:cubicBezTo>
                    <a:cubicBezTo>
                      <a:pt x="8" y="0"/>
                      <a:pt x="6" y="0"/>
                      <a:pt x="5" y="0"/>
                    </a:cubicBezTo>
                    <a:cubicBezTo>
                      <a:pt x="4" y="0"/>
                      <a:pt x="3" y="0"/>
                      <a:pt x="3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3"/>
                      <a:pt x="0" y="5"/>
                      <a:pt x="1" y="6"/>
                    </a:cubicBezTo>
                    <a:cubicBezTo>
                      <a:pt x="2" y="7"/>
                      <a:pt x="4" y="6"/>
                      <a:pt x="5" y="5"/>
                    </a:cubicBezTo>
                  </a:path>
                </a:pathLst>
              </a:custGeom>
              <a:solidFill>
                <a:srgbClr val="3F6C3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674" name="Freeform 565">
                <a:extLst>
                  <a:ext uri="{FF2B5EF4-FFF2-40B4-BE49-F238E27FC236}">
                    <a16:creationId xmlns:a16="http://schemas.microsoft.com/office/drawing/2014/main" id="{9FD3776E-82C7-4060-9357-3836E63EAF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1" y="926"/>
                <a:ext cx="16" cy="8"/>
              </a:xfrm>
              <a:custGeom>
                <a:avLst/>
                <a:gdLst>
                  <a:gd name="T0" fmla="*/ 5 w 10"/>
                  <a:gd name="T1" fmla="*/ 0 h 5"/>
                  <a:gd name="T2" fmla="*/ 0 w 10"/>
                  <a:gd name="T3" fmla="*/ 13 h 5"/>
                  <a:gd name="T4" fmla="*/ 8 w 10"/>
                  <a:gd name="T5" fmla="*/ 16 h 5"/>
                  <a:gd name="T6" fmla="*/ 16 w 10"/>
                  <a:gd name="T7" fmla="*/ 16 h 5"/>
                  <a:gd name="T8" fmla="*/ 26 w 10"/>
                  <a:gd name="T9" fmla="*/ 16 h 5"/>
                  <a:gd name="T10" fmla="*/ 34 w 10"/>
                  <a:gd name="T11" fmla="*/ 13 h 5"/>
                  <a:gd name="T12" fmla="*/ 35 w 10"/>
                  <a:gd name="T13" fmla="*/ 5 h 5"/>
                  <a:gd name="T14" fmla="*/ 29 w 10"/>
                  <a:gd name="T15" fmla="*/ 5 h 5"/>
                  <a:gd name="T16" fmla="*/ 21 w 10"/>
                  <a:gd name="T17" fmla="*/ 8 h 5"/>
                  <a:gd name="T18" fmla="*/ 8 w 10"/>
                  <a:gd name="T19" fmla="*/ 5 h 5"/>
                  <a:gd name="T20" fmla="*/ 5 w 10"/>
                  <a:gd name="T21" fmla="*/ 0 h 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0" h="5">
                    <a:moveTo>
                      <a:pt x="1" y="0"/>
                    </a:moveTo>
                    <a:cubicBezTo>
                      <a:pt x="1" y="0"/>
                      <a:pt x="0" y="2"/>
                      <a:pt x="0" y="3"/>
                    </a:cubicBezTo>
                    <a:cubicBezTo>
                      <a:pt x="0" y="3"/>
                      <a:pt x="1" y="4"/>
                      <a:pt x="2" y="4"/>
                    </a:cubicBezTo>
                    <a:cubicBezTo>
                      <a:pt x="2" y="5"/>
                      <a:pt x="4" y="4"/>
                      <a:pt x="4" y="4"/>
                    </a:cubicBezTo>
                    <a:cubicBezTo>
                      <a:pt x="5" y="4"/>
                      <a:pt x="6" y="4"/>
                      <a:pt x="6" y="4"/>
                    </a:cubicBezTo>
                    <a:cubicBezTo>
                      <a:pt x="7" y="4"/>
                      <a:pt x="7" y="3"/>
                      <a:pt x="8" y="3"/>
                    </a:cubicBezTo>
                    <a:cubicBezTo>
                      <a:pt x="9" y="3"/>
                      <a:pt x="10" y="1"/>
                      <a:pt x="9" y="1"/>
                    </a:cubicBezTo>
                    <a:cubicBezTo>
                      <a:pt x="8" y="1"/>
                      <a:pt x="7" y="1"/>
                      <a:pt x="7" y="1"/>
                    </a:cubicBezTo>
                    <a:cubicBezTo>
                      <a:pt x="6" y="2"/>
                      <a:pt x="5" y="2"/>
                      <a:pt x="5" y="2"/>
                    </a:cubicBezTo>
                    <a:cubicBezTo>
                      <a:pt x="4" y="2"/>
                      <a:pt x="3" y="1"/>
                      <a:pt x="2" y="1"/>
                    </a:cubicBezTo>
                    <a:cubicBezTo>
                      <a:pt x="2" y="1"/>
                      <a:pt x="1" y="0"/>
                      <a:pt x="1" y="0"/>
                    </a:cubicBezTo>
                  </a:path>
                </a:pathLst>
              </a:custGeom>
              <a:solidFill>
                <a:srgbClr val="88C0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675" name="Freeform 566">
                <a:extLst>
                  <a:ext uri="{FF2B5EF4-FFF2-40B4-BE49-F238E27FC236}">
                    <a16:creationId xmlns:a16="http://schemas.microsoft.com/office/drawing/2014/main" id="{179232F0-065A-42FE-AED7-C6F46F7D83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59" y="925"/>
                <a:ext cx="16" cy="9"/>
              </a:xfrm>
              <a:custGeom>
                <a:avLst/>
                <a:gdLst>
                  <a:gd name="T0" fmla="*/ 0 w 10"/>
                  <a:gd name="T1" fmla="*/ 8 h 6"/>
                  <a:gd name="T2" fmla="*/ 8 w 10"/>
                  <a:gd name="T3" fmla="*/ 0 h 6"/>
                  <a:gd name="T4" fmla="*/ 13 w 10"/>
                  <a:gd name="T5" fmla="*/ 5 h 6"/>
                  <a:gd name="T6" fmla="*/ 21 w 10"/>
                  <a:gd name="T7" fmla="*/ 8 h 6"/>
                  <a:gd name="T8" fmla="*/ 34 w 10"/>
                  <a:gd name="T9" fmla="*/ 12 h 6"/>
                  <a:gd name="T10" fmla="*/ 35 w 10"/>
                  <a:gd name="T11" fmla="*/ 18 h 6"/>
                  <a:gd name="T12" fmla="*/ 26 w 10"/>
                  <a:gd name="T13" fmla="*/ 21 h 6"/>
                  <a:gd name="T14" fmla="*/ 13 w 10"/>
                  <a:gd name="T15" fmla="*/ 18 h 6"/>
                  <a:gd name="T16" fmla="*/ 0 w 10"/>
                  <a:gd name="T17" fmla="*/ 8 h 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" h="6">
                    <a:moveTo>
                      <a:pt x="0" y="2"/>
                    </a:moveTo>
                    <a:cubicBezTo>
                      <a:pt x="0" y="1"/>
                      <a:pt x="2" y="0"/>
                      <a:pt x="2" y="0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4" y="2"/>
                      <a:pt x="4" y="2"/>
                      <a:pt x="5" y="2"/>
                    </a:cubicBezTo>
                    <a:cubicBezTo>
                      <a:pt x="6" y="3"/>
                      <a:pt x="7" y="3"/>
                      <a:pt x="8" y="3"/>
                    </a:cubicBezTo>
                    <a:cubicBezTo>
                      <a:pt x="9" y="3"/>
                      <a:pt x="10" y="4"/>
                      <a:pt x="9" y="5"/>
                    </a:cubicBezTo>
                    <a:cubicBezTo>
                      <a:pt x="8" y="6"/>
                      <a:pt x="7" y="6"/>
                      <a:pt x="6" y="6"/>
                    </a:cubicBezTo>
                    <a:cubicBezTo>
                      <a:pt x="5" y="6"/>
                      <a:pt x="4" y="6"/>
                      <a:pt x="3" y="5"/>
                    </a:cubicBezTo>
                    <a:cubicBezTo>
                      <a:pt x="2" y="5"/>
                      <a:pt x="0" y="3"/>
                      <a:pt x="0" y="2"/>
                    </a:cubicBezTo>
                  </a:path>
                </a:pathLst>
              </a:custGeom>
              <a:solidFill>
                <a:srgbClr val="88C0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676" name="Oval 567">
                <a:extLst>
                  <a:ext uri="{FF2B5EF4-FFF2-40B4-BE49-F238E27FC236}">
                    <a16:creationId xmlns:a16="http://schemas.microsoft.com/office/drawing/2014/main" id="{2D80618D-2055-46D9-BEB8-B1A5716297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23" y="925"/>
                <a:ext cx="5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677" name="Oval 568">
                <a:extLst>
                  <a:ext uri="{FF2B5EF4-FFF2-40B4-BE49-F238E27FC236}">
                    <a16:creationId xmlns:a16="http://schemas.microsoft.com/office/drawing/2014/main" id="{74D7BA3A-6AF7-4182-9F9E-25927CF86C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64" y="925"/>
                <a:ext cx="3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678" name="Freeform 569">
                <a:extLst>
                  <a:ext uri="{FF2B5EF4-FFF2-40B4-BE49-F238E27FC236}">
                    <a16:creationId xmlns:a16="http://schemas.microsoft.com/office/drawing/2014/main" id="{C9E0D70F-2AE0-4BD0-AB4E-D43C08183C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4" y="716"/>
                <a:ext cx="354" cy="237"/>
              </a:xfrm>
              <a:custGeom>
                <a:avLst/>
                <a:gdLst>
                  <a:gd name="T0" fmla="*/ 477 w 221"/>
                  <a:gd name="T1" fmla="*/ 253 h 149"/>
                  <a:gd name="T2" fmla="*/ 191 w 221"/>
                  <a:gd name="T3" fmla="*/ 162 h 149"/>
                  <a:gd name="T4" fmla="*/ 107 w 221"/>
                  <a:gd name="T5" fmla="*/ 442 h 149"/>
                  <a:gd name="T6" fmla="*/ 111 w 221"/>
                  <a:gd name="T7" fmla="*/ 571 h 149"/>
                  <a:gd name="T8" fmla="*/ 67 w 221"/>
                  <a:gd name="T9" fmla="*/ 402 h 149"/>
                  <a:gd name="T10" fmla="*/ 457 w 221"/>
                  <a:gd name="T11" fmla="*/ 13 h 149"/>
                  <a:gd name="T12" fmla="*/ 887 w 221"/>
                  <a:gd name="T13" fmla="*/ 407 h 149"/>
                  <a:gd name="T14" fmla="*/ 835 w 221"/>
                  <a:gd name="T15" fmla="*/ 600 h 149"/>
                  <a:gd name="T16" fmla="*/ 835 w 221"/>
                  <a:gd name="T17" fmla="*/ 450 h 149"/>
                  <a:gd name="T18" fmla="*/ 751 w 221"/>
                  <a:gd name="T19" fmla="*/ 145 h 149"/>
                  <a:gd name="T20" fmla="*/ 477 w 221"/>
                  <a:gd name="T21" fmla="*/ 253 h 14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21" h="149">
                    <a:moveTo>
                      <a:pt x="116" y="63"/>
                    </a:moveTo>
                    <a:cubicBezTo>
                      <a:pt x="89" y="63"/>
                      <a:pt x="73" y="16"/>
                      <a:pt x="46" y="40"/>
                    </a:cubicBezTo>
                    <a:cubicBezTo>
                      <a:pt x="18" y="64"/>
                      <a:pt x="24" y="95"/>
                      <a:pt x="26" y="110"/>
                    </a:cubicBezTo>
                    <a:cubicBezTo>
                      <a:pt x="28" y="126"/>
                      <a:pt x="28" y="137"/>
                      <a:pt x="27" y="142"/>
                    </a:cubicBezTo>
                    <a:cubicBezTo>
                      <a:pt x="25" y="147"/>
                      <a:pt x="17" y="108"/>
                      <a:pt x="16" y="100"/>
                    </a:cubicBezTo>
                    <a:cubicBezTo>
                      <a:pt x="15" y="93"/>
                      <a:pt x="0" y="6"/>
                      <a:pt x="111" y="3"/>
                    </a:cubicBezTo>
                    <a:cubicBezTo>
                      <a:pt x="221" y="0"/>
                      <a:pt x="218" y="79"/>
                      <a:pt x="216" y="101"/>
                    </a:cubicBezTo>
                    <a:cubicBezTo>
                      <a:pt x="215" y="124"/>
                      <a:pt x="204" y="144"/>
                      <a:pt x="203" y="149"/>
                    </a:cubicBezTo>
                    <a:cubicBezTo>
                      <a:pt x="203" y="149"/>
                      <a:pt x="201" y="127"/>
                      <a:pt x="203" y="112"/>
                    </a:cubicBezTo>
                    <a:cubicBezTo>
                      <a:pt x="207" y="94"/>
                      <a:pt x="203" y="52"/>
                      <a:pt x="183" y="36"/>
                    </a:cubicBezTo>
                    <a:cubicBezTo>
                      <a:pt x="162" y="20"/>
                      <a:pt x="149" y="62"/>
                      <a:pt x="116" y="63"/>
                    </a:cubicBezTo>
                  </a:path>
                </a:pathLst>
              </a:custGeom>
              <a:solidFill>
                <a:srgbClr val="58595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679" name="Freeform 570">
                <a:extLst>
                  <a:ext uri="{FF2B5EF4-FFF2-40B4-BE49-F238E27FC236}">
                    <a16:creationId xmlns:a16="http://schemas.microsoft.com/office/drawing/2014/main" id="{4B6290D9-B587-4E3F-8005-44DF48DB7D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8" y="763"/>
                <a:ext cx="133" cy="72"/>
              </a:xfrm>
              <a:custGeom>
                <a:avLst/>
                <a:gdLst>
                  <a:gd name="T0" fmla="*/ 341 w 83"/>
                  <a:gd name="T1" fmla="*/ 48 h 45"/>
                  <a:gd name="T2" fmla="*/ 285 w 83"/>
                  <a:gd name="T3" fmla="*/ 107 h 45"/>
                  <a:gd name="T4" fmla="*/ 192 w 83"/>
                  <a:gd name="T5" fmla="*/ 184 h 45"/>
                  <a:gd name="T6" fmla="*/ 223 w 83"/>
                  <a:gd name="T7" fmla="*/ 149 h 45"/>
                  <a:gd name="T8" fmla="*/ 98 w 83"/>
                  <a:gd name="T9" fmla="*/ 176 h 45"/>
                  <a:gd name="T10" fmla="*/ 139 w 83"/>
                  <a:gd name="T11" fmla="*/ 158 h 45"/>
                  <a:gd name="T12" fmla="*/ 95 w 83"/>
                  <a:gd name="T13" fmla="*/ 157 h 45"/>
                  <a:gd name="T14" fmla="*/ 34 w 83"/>
                  <a:gd name="T15" fmla="*/ 131 h 45"/>
                  <a:gd name="T16" fmla="*/ 90 w 83"/>
                  <a:gd name="T17" fmla="*/ 131 h 45"/>
                  <a:gd name="T18" fmla="*/ 34 w 83"/>
                  <a:gd name="T19" fmla="*/ 102 h 45"/>
                  <a:gd name="T20" fmla="*/ 67 w 83"/>
                  <a:gd name="T21" fmla="*/ 94 h 45"/>
                  <a:gd name="T22" fmla="*/ 29 w 83"/>
                  <a:gd name="T23" fmla="*/ 67 h 45"/>
                  <a:gd name="T24" fmla="*/ 13 w 83"/>
                  <a:gd name="T25" fmla="*/ 29 h 45"/>
                  <a:gd name="T26" fmla="*/ 26 w 83"/>
                  <a:gd name="T27" fmla="*/ 26 h 45"/>
                  <a:gd name="T28" fmla="*/ 0 w 83"/>
                  <a:gd name="T29" fmla="*/ 0 h 4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83" h="45">
                    <a:moveTo>
                      <a:pt x="83" y="12"/>
                    </a:moveTo>
                    <a:cubicBezTo>
                      <a:pt x="78" y="15"/>
                      <a:pt x="73" y="21"/>
                      <a:pt x="69" y="26"/>
                    </a:cubicBezTo>
                    <a:cubicBezTo>
                      <a:pt x="64" y="33"/>
                      <a:pt x="54" y="39"/>
                      <a:pt x="47" y="45"/>
                    </a:cubicBezTo>
                    <a:cubicBezTo>
                      <a:pt x="49" y="42"/>
                      <a:pt x="52" y="39"/>
                      <a:pt x="54" y="36"/>
                    </a:cubicBezTo>
                    <a:cubicBezTo>
                      <a:pt x="45" y="40"/>
                      <a:pt x="34" y="44"/>
                      <a:pt x="24" y="43"/>
                    </a:cubicBezTo>
                    <a:cubicBezTo>
                      <a:pt x="27" y="42"/>
                      <a:pt x="30" y="40"/>
                      <a:pt x="34" y="39"/>
                    </a:cubicBezTo>
                    <a:cubicBezTo>
                      <a:pt x="31" y="38"/>
                      <a:pt x="27" y="38"/>
                      <a:pt x="23" y="38"/>
                    </a:cubicBezTo>
                    <a:cubicBezTo>
                      <a:pt x="19" y="37"/>
                      <a:pt x="13" y="31"/>
                      <a:pt x="8" y="32"/>
                    </a:cubicBezTo>
                    <a:cubicBezTo>
                      <a:pt x="12" y="30"/>
                      <a:pt x="18" y="31"/>
                      <a:pt x="22" y="32"/>
                    </a:cubicBezTo>
                    <a:cubicBezTo>
                      <a:pt x="19" y="30"/>
                      <a:pt x="11" y="30"/>
                      <a:pt x="8" y="25"/>
                    </a:cubicBezTo>
                    <a:cubicBezTo>
                      <a:pt x="6" y="21"/>
                      <a:pt x="13" y="24"/>
                      <a:pt x="16" y="23"/>
                    </a:cubicBezTo>
                    <a:cubicBezTo>
                      <a:pt x="15" y="20"/>
                      <a:pt x="10" y="19"/>
                      <a:pt x="7" y="16"/>
                    </a:cubicBezTo>
                    <a:cubicBezTo>
                      <a:pt x="6" y="13"/>
                      <a:pt x="4" y="10"/>
                      <a:pt x="3" y="7"/>
                    </a:cubicBezTo>
                    <a:cubicBezTo>
                      <a:pt x="4" y="7"/>
                      <a:pt x="5" y="7"/>
                      <a:pt x="6" y="6"/>
                    </a:cubicBezTo>
                    <a:cubicBezTo>
                      <a:pt x="6" y="4"/>
                      <a:pt x="2" y="1"/>
                      <a:pt x="0" y="0"/>
                    </a:cubicBezTo>
                  </a:path>
                </a:pathLst>
              </a:custGeom>
              <a:solidFill>
                <a:srgbClr val="58595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680" name="Freeform 571">
                <a:extLst>
                  <a:ext uri="{FF2B5EF4-FFF2-40B4-BE49-F238E27FC236}">
                    <a16:creationId xmlns:a16="http://schemas.microsoft.com/office/drawing/2014/main" id="{E9042652-BD75-4ABF-87ED-D3BBA756DC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6" y="712"/>
                <a:ext cx="201" cy="87"/>
              </a:xfrm>
              <a:custGeom>
                <a:avLst/>
                <a:gdLst>
                  <a:gd name="T0" fmla="*/ 512 w 126"/>
                  <a:gd name="T1" fmla="*/ 39 h 54"/>
                  <a:gd name="T2" fmla="*/ 479 w 126"/>
                  <a:gd name="T3" fmla="*/ 26 h 54"/>
                  <a:gd name="T4" fmla="*/ 418 w 126"/>
                  <a:gd name="T5" fmla="*/ 8 h 54"/>
                  <a:gd name="T6" fmla="*/ 300 w 126"/>
                  <a:gd name="T7" fmla="*/ 5 h 54"/>
                  <a:gd name="T8" fmla="*/ 346 w 126"/>
                  <a:gd name="T9" fmla="*/ 16 h 54"/>
                  <a:gd name="T10" fmla="*/ 268 w 126"/>
                  <a:gd name="T11" fmla="*/ 16 h 54"/>
                  <a:gd name="T12" fmla="*/ 158 w 126"/>
                  <a:gd name="T13" fmla="*/ 34 h 54"/>
                  <a:gd name="T14" fmla="*/ 183 w 126"/>
                  <a:gd name="T15" fmla="*/ 39 h 54"/>
                  <a:gd name="T16" fmla="*/ 110 w 126"/>
                  <a:gd name="T17" fmla="*/ 63 h 54"/>
                  <a:gd name="T18" fmla="*/ 41 w 126"/>
                  <a:gd name="T19" fmla="*/ 114 h 54"/>
                  <a:gd name="T20" fmla="*/ 61 w 126"/>
                  <a:gd name="T21" fmla="*/ 102 h 54"/>
                  <a:gd name="T22" fmla="*/ 16 w 126"/>
                  <a:gd name="T23" fmla="*/ 143 h 54"/>
                  <a:gd name="T24" fmla="*/ 0 w 126"/>
                  <a:gd name="T25" fmla="*/ 226 h 54"/>
                  <a:gd name="T26" fmla="*/ 29 w 126"/>
                  <a:gd name="T27" fmla="*/ 184 h 54"/>
                  <a:gd name="T28" fmla="*/ 94 w 126"/>
                  <a:gd name="T29" fmla="*/ 131 h 54"/>
                  <a:gd name="T30" fmla="*/ 252 w 126"/>
                  <a:gd name="T31" fmla="*/ 60 h 54"/>
                  <a:gd name="T32" fmla="*/ 415 w 126"/>
                  <a:gd name="T33" fmla="*/ 42 h 54"/>
                  <a:gd name="T34" fmla="*/ 496 w 126"/>
                  <a:gd name="T35" fmla="*/ 47 h 54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126" h="54">
                    <a:moveTo>
                      <a:pt x="126" y="9"/>
                    </a:moveTo>
                    <a:cubicBezTo>
                      <a:pt x="124" y="9"/>
                      <a:pt x="120" y="7"/>
                      <a:pt x="118" y="6"/>
                    </a:cubicBezTo>
                    <a:cubicBezTo>
                      <a:pt x="113" y="3"/>
                      <a:pt x="108" y="3"/>
                      <a:pt x="103" y="2"/>
                    </a:cubicBezTo>
                    <a:cubicBezTo>
                      <a:pt x="93" y="0"/>
                      <a:pt x="84" y="0"/>
                      <a:pt x="74" y="1"/>
                    </a:cubicBezTo>
                    <a:cubicBezTo>
                      <a:pt x="78" y="1"/>
                      <a:pt x="81" y="3"/>
                      <a:pt x="85" y="4"/>
                    </a:cubicBezTo>
                    <a:cubicBezTo>
                      <a:pt x="79" y="1"/>
                      <a:pt x="72" y="3"/>
                      <a:pt x="66" y="4"/>
                    </a:cubicBezTo>
                    <a:cubicBezTo>
                      <a:pt x="57" y="6"/>
                      <a:pt x="48" y="5"/>
                      <a:pt x="39" y="8"/>
                    </a:cubicBezTo>
                    <a:cubicBezTo>
                      <a:pt x="41" y="9"/>
                      <a:pt x="43" y="9"/>
                      <a:pt x="45" y="9"/>
                    </a:cubicBezTo>
                    <a:cubicBezTo>
                      <a:pt x="39" y="10"/>
                      <a:pt x="33" y="12"/>
                      <a:pt x="27" y="15"/>
                    </a:cubicBezTo>
                    <a:cubicBezTo>
                      <a:pt x="20" y="18"/>
                      <a:pt x="16" y="23"/>
                      <a:pt x="10" y="27"/>
                    </a:cubicBezTo>
                    <a:cubicBezTo>
                      <a:pt x="11" y="26"/>
                      <a:pt x="13" y="25"/>
                      <a:pt x="15" y="24"/>
                    </a:cubicBezTo>
                    <a:cubicBezTo>
                      <a:pt x="12" y="28"/>
                      <a:pt x="7" y="30"/>
                      <a:pt x="4" y="34"/>
                    </a:cubicBezTo>
                    <a:cubicBezTo>
                      <a:pt x="1" y="39"/>
                      <a:pt x="0" y="48"/>
                      <a:pt x="0" y="54"/>
                    </a:cubicBezTo>
                    <a:cubicBezTo>
                      <a:pt x="1" y="50"/>
                      <a:pt x="5" y="47"/>
                      <a:pt x="7" y="44"/>
                    </a:cubicBezTo>
                    <a:cubicBezTo>
                      <a:pt x="12" y="39"/>
                      <a:pt x="17" y="35"/>
                      <a:pt x="23" y="31"/>
                    </a:cubicBezTo>
                    <a:cubicBezTo>
                      <a:pt x="34" y="23"/>
                      <a:pt x="49" y="18"/>
                      <a:pt x="62" y="14"/>
                    </a:cubicBezTo>
                    <a:cubicBezTo>
                      <a:pt x="75" y="11"/>
                      <a:pt x="89" y="10"/>
                      <a:pt x="102" y="10"/>
                    </a:cubicBezTo>
                    <a:cubicBezTo>
                      <a:pt x="108" y="9"/>
                      <a:pt x="116" y="8"/>
                      <a:pt x="122" y="11"/>
                    </a:cubicBezTo>
                  </a:path>
                </a:pathLst>
              </a:custGeom>
              <a:solidFill>
                <a:srgbClr val="58595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681" name="Freeform 572">
                <a:extLst>
                  <a:ext uri="{FF2B5EF4-FFF2-40B4-BE49-F238E27FC236}">
                    <a16:creationId xmlns:a16="http://schemas.microsoft.com/office/drawing/2014/main" id="{7092FCEC-E0AA-4A36-8791-C4A7B4F098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9" y="720"/>
                <a:ext cx="103" cy="95"/>
              </a:xfrm>
              <a:custGeom>
                <a:avLst/>
                <a:gdLst>
                  <a:gd name="T0" fmla="*/ 0 w 64"/>
                  <a:gd name="T1" fmla="*/ 13 h 59"/>
                  <a:gd name="T2" fmla="*/ 76 w 64"/>
                  <a:gd name="T3" fmla="*/ 5 h 59"/>
                  <a:gd name="T4" fmla="*/ 150 w 64"/>
                  <a:gd name="T5" fmla="*/ 37 h 59"/>
                  <a:gd name="T6" fmla="*/ 89 w 64"/>
                  <a:gd name="T7" fmla="*/ 26 h 59"/>
                  <a:gd name="T8" fmla="*/ 196 w 64"/>
                  <a:gd name="T9" fmla="*/ 89 h 59"/>
                  <a:gd name="T10" fmla="*/ 171 w 64"/>
                  <a:gd name="T11" fmla="*/ 76 h 59"/>
                  <a:gd name="T12" fmla="*/ 267 w 64"/>
                  <a:gd name="T13" fmla="*/ 246 h 59"/>
                  <a:gd name="T14" fmla="*/ 200 w 64"/>
                  <a:gd name="T15" fmla="*/ 158 h 59"/>
                  <a:gd name="T16" fmla="*/ 158 w 64"/>
                  <a:gd name="T17" fmla="*/ 116 h 59"/>
                  <a:gd name="T18" fmla="*/ 116 w 64"/>
                  <a:gd name="T19" fmla="*/ 81 h 5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64" h="59">
                    <a:moveTo>
                      <a:pt x="0" y="3"/>
                    </a:moveTo>
                    <a:cubicBezTo>
                      <a:pt x="5" y="5"/>
                      <a:pt x="13" y="0"/>
                      <a:pt x="18" y="1"/>
                    </a:cubicBezTo>
                    <a:cubicBezTo>
                      <a:pt x="24" y="1"/>
                      <a:pt x="32" y="6"/>
                      <a:pt x="36" y="9"/>
                    </a:cubicBezTo>
                    <a:cubicBezTo>
                      <a:pt x="31" y="10"/>
                      <a:pt x="26" y="5"/>
                      <a:pt x="21" y="6"/>
                    </a:cubicBezTo>
                    <a:cubicBezTo>
                      <a:pt x="30" y="7"/>
                      <a:pt x="41" y="14"/>
                      <a:pt x="47" y="21"/>
                    </a:cubicBezTo>
                    <a:cubicBezTo>
                      <a:pt x="45" y="20"/>
                      <a:pt x="43" y="19"/>
                      <a:pt x="41" y="18"/>
                    </a:cubicBezTo>
                    <a:cubicBezTo>
                      <a:pt x="57" y="25"/>
                      <a:pt x="63" y="42"/>
                      <a:pt x="64" y="59"/>
                    </a:cubicBezTo>
                    <a:cubicBezTo>
                      <a:pt x="59" y="52"/>
                      <a:pt x="53" y="45"/>
                      <a:pt x="48" y="38"/>
                    </a:cubicBezTo>
                    <a:cubicBezTo>
                      <a:pt x="45" y="35"/>
                      <a:pt x="42" y="31"/>
                      <a:pt x="38" y="28"/>
                    </a:cubicBezTo>
                    <a:cubicBezTo>
                      <a:pt x="35" y="25"/>
                      <a:pt x="30" y="22"/>
                      <a:pt x="28" y="19"/>
                    </a:cubicBezTo>
                  </a:path>
                </a:pathLst>
              </a:custGeom>
              <a:solidFill>
                <a:srgbClr val="58595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682" name="Freeform 573">
                <a:extLst>
                  <a:ext uri="{FF2B5EF4-FFF2-40B4-BE49-F238E27FC236}">
                    <a16:creationId xmlns:a16="http://schemas.microsoft.com/office/drawing/2014/main" id="{71BA42E9-5FF2-4FA8-A3FB-5B386B3923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7" y="930"/>
                <a:ext cx="61" cy="49"/>
              </a:xfrm>
              <a:custGeom>
                <a:avLst/>
                <a:gdLst>
                  <a:gd name="T0" fmla="*/ 149 w 38"/>
                  <a:gd name="T1" fmla="*/ 0 h 31"/>
                  <a:gd name="T2" fmla="*/ 75 w 38"/>
                  <a:gd name="T3" fmla="*/ 60 h 31"/>
                  <a:gd name="T4" fmla="*/ 0 w 38"/>
                  <a:gd name="T5" fmla="*/ 122 h 31"/>
                  <a:gd name="T6" fmla="*/ 47 w 38"/>
                  <a:gd name="T7" fmla="*/ 82 h 31"/>
                  <a:gd name="T8" fmla="*/ 103 w 38"/>
                  <a:gd name="T9" fmla="*/ 63 h 31"/>
                  <a:gd name="T10" fmla="*/ 144 w 38"/>
                  <a:gd name="T11" fmla="*/ 5 h 3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8" h="31">
                    <a:moveTo>
                      <a:pt x="36" y="0"/>
                    </a:moveTo>
                    <a:cubicBezTo>
                      <a:pt x="38" y="7"/>
                      <a:pt x="22" y="13"/>
                      <a:pt x="18" y="15"/>
                    </a:cubicBezTo>
                    <a:cubicBezTo>
                      <a:pt x="11" y="17"/>
                      <a:pt x="1" y="23"/>
                      <a:pt x="0" y="31"/>
                    </a:cubicBezTo>
                    <a:cubicBezTo>
                      <a:pt x="1" y="28"/>
                      <a:pt x="7" y="23"/>
                      <a:pt x="11" y="21"/>
                    </a:cubicBezTo>
                    <a:cubicBezTo>
                      <a:pt x="15" y="19"/>
                      <a:pt x="20" y="17"/>
                      <a:pt x="25" y="16"/>
                    </a:cubicBezTo>
                    <a:cubicBezTo>
                      <a:pt x="31" y="13"/>
                      <a:pt x="35" y="8"/>
                      <a:pt x="35" y="1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683" name="Freeform 574">
                <a:extLst>
                  <a:ext uri="{FF2B5EF4-FFF2-40B4-BE49-F238E27FC236}">
                    <a16:creationId xmlns:a16="http://schemas.microsoft.com/office/drawing/2014/main" id="{BE4D40BF-A5E1-41BD-863B-1E25F10BB2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0" y="930"/>
                <a:ext cx="48" cy="43"/>
              </a:xfrm>
              <a:custGeom>
                <a:avLst/>
                <a:gdLst>
                  <a:gd name="T0" fmla="*/ 5 w 30"/>
                  <a:gd name="T1" fmla="*/ 0 h 27"/>
                  <a:gd name="T2" fmla="*/ 21 w 30"/>
                  <a:gd name="T3" fmla="*/ 33 h 27"/>
                  <a:gd name="T4" fmla="*/ 61 w 30"/>
                  <a:gd name="T5" fmla="*/ 53 h 27"/>
                  <a:gd name="T6" fmla="*/ 123 w 30"/>
                  <a:gd name="T7" fmla="*/ 108 h 27"/>
                  <a:gd name="T8" fmla="*/ 86 w 30"/>
                  <a:gd name="T9" fmla="*/ 76 h 27"/>
                  <a:gd name="T10" fmla="*/ 42 w 30"/>
                  <a:gd name="T11" fmla="*/ 53 h 27"/>
                  <a:gd name="T12" fmla="*/ 8 w 30"/>
                  <a:gd name="T13" fmla="*/ 35 h 27"/>
                  <a:gd name="T14" fmla="*/ 0 w 30"/>
                  <a:gd name="T15" fmla="*/ 8 h 2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0" h="27">
                    <a:moveTo>
                      <a:pt x="1" y="0"/>
                    </a:moveTo>
                    <a:cubicBezTo>
                      <a:pt x="0" y="2"/>
                      <a:pt x="4" y="7"/>
                      <a:pt x="5" y="8"/>
                    </a:cubicBezTo>
                    <a:cubicBezTo>
                      <a:pt x="8" y="11"/>
                      <a:pt x="12" y="11"/>
                      <a:pt x="15" y="13"/>
                    </a:cubicBezTo>
                    <a:cubicBezTo>
                      <a:pt x="21" y="16"/>
                      <a:pt x="27" y="21"/>
                      <a:pt x="30" y="27"/>
                    </a:cubicBezTo>
                    <a:cubicBezTo>
                      <a:pt x="26" y="26"/>
                      <a:pt x="24" y="21"/>
                      <a:pt x="21" y="19"/>
                    </a:cubicBezTo>
                    <a:cubicBezTo>
                      <a:pt x="17" y="16"/>
                      <a:pt x="14" y="14"/>
                      <a:pt x="10" y="13"/>
                    </a:cubicBezTo>
                    <a:cubicBezTo>
                      <a:pt x="7" y="12"/>
                      <a:pt x="4" y="11"/>
                      <a:pt x="2" y="9"/>
                    </a:cubicBezTo>
                    <a:cubicBezTo>
                      <a:pt x="1" y="7"/>
                      <a:pt x="1" y="4"/>
                      <a:pt x="0" y="2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684" name="Freeform 575">
                <a:extLst>
                  <a:ext uri="{FF2B5EF4-FFF2-40B4-BE49-F238E27FC236}">
                    <a16:creationId xmlns:a16="http://schemas.microsoft.com/office/drawing/2014/main" id="{351B25E9-0BC0-4F97-8641-87B24DFFFD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9" y="934"/>
                <a:ext cx="62" cy="21"/>
              </a:xfrm>
              <a:custGeom>
                <a:avLst/>
                <a:gdLst>
                  <a:gd name="T0" fmla="*/ 157 w 39"/>
                  <a:gd name="T1" fmla="*/ 0 h 13"/>
                  <a:gd name="T2" fmla="*/ 68 w 39"/>
                  <a:gd name="T3" fmla="*/ 29 h 13"/>
                  <a:gd name="T4" fmla="*/ 27 w 39"/>
                  <a:gd name="T5" fmla="*/ 26 h 13"/>
                  <a:gd name="T6" fmla="*/ 8 w 39"/>
                  <a:gd name="T7" fmla="*/ 34 h 13"/>
                  <a:gd name="T8" fmla="*/ 89 w 39"/>
                  <a:gd name="T9" fmla="*/ 50 h 13"/>
                  <a:gd name="T10" fmla="*/ 145 w 39"/>
                  <a:gd name="T11" fmla="*/ 26 h 13"/>
                  <a:gd name="T12" fmla="*/ 157 w 39"/>
                  <a:gd name="T13" fmla="*/ 5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9" h="13">
                    <a:moveTo>
                      <a:pt x="39" y="0"/>
                    </a:moveTo>
                    <a:cubicBezTo>
                      <a:pt x="37" y="7"/>
                      <a:pt x="23" y="7"/>
                      <a:pt x="17" y="7"/>
                    </a:cubicBezTo>
                    <a:cubicBezTo>
                      <a:pt x="14" y="7"/>
                      <a:pt x="10" y="6"/>
                      <a:pt x="7" y="6"/>
                    </a:cubicBezTo>
                    <a:cubicBezTo>
                      <a:pt x="5" y="5"/>
                      <a:pt x="0" y="3"/>
                      <a:pt x="2" y="8"/>
                    </a:cubicBezTo>
                    <a:cubicBezTo>
                      <a:pt x="5" y="13"/>
                      <a:pt x="17" y="12"/>
                      <a:pt x="22" y="12"/>
                    </a:cubicBezTo>
                    <a:cubicBezTo>
                      <a:pt x="26" y="11"/>
                      <a:pt x="33" y="10"/>
                      <a:pt x="36" y="6"/>
                    </a:cubicBezTo>
                    <a:cubicBezTo>
                      <a:pt x="37" y="5"/>
                      <a:pt x="38" y="3"/>
                      <a:pt x="39" y="1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685" name="Freeform 576">
                <a:extLst>
                  <a:ext uri="{FF2B5EF4-FFF2-40B4-BE49-F238E27FC236}">
                    <a16:creationId xmlns:a16="http://schemas.microsoft.com/office/drawing/2014/main" id="{A8E6700C-945C-41E0-A272-AAA59E10B7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5" y="937"/>
                <a:ext cx="59" cy="16"/>
              </a:xfrm>
              <a:custGeom>
                <a:avLst/>
                <a:gdLst>
                  <a:gd name="T0" fmla="*/ 0 w 37"/>
                  <a:gd name="T1" fmla="*/ 0 h 10"/>
                  <a:gd name="T2" fmla="*/ 81 w 37"/>
                  <a:gd name="T3" fmla="*/ 26 h 10"/>
                  <a:gd name="T4" fmla="*/ 150 w 37"/>
                  <a:gd name="T5" fmla="*/ 35 h 10"/>
                  <a:gd name="T6" fmla="*/ 110 w 37"/>
                  <a:gd name="T7" fmla="*/ 42 h 10"/>
                  <a:gd name="T8" fmla="*/ 65 w 37"/>
                  <a:gd name="T9" fmla="*/ 35 h 10"/>
                  <a:gd name="T10" fmla="*/ 33 w 37"/>
                  <a:gd name="T11" fmla="*/ 29 h 10"/>
                  <a:gd name="T12" fmla="*/ 8 w 37"/>
                  <a:gd name="T13" fmla="*/ 16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7" h="10">
                    <a:moveTo>
                      <a:pt x="0" y="0"/>
                    </a:moveTo>
                    <a:cubicBezTo>
                      <a:pt x="4" y="7"/>
                      <a:pt x="13" y="6"/>
                      <a:pt x="20" y="6"/>
                    </a:cubicBezTo>
                    <a:cubicBezTo>
                      <a:pt x="24" y="6"/>
                      <a:pt x="36" y="3"/>
                      <a:pt x="37" y="9"/>
                    </a:cubicBezTo>
                    <a:cubicBezTo>
                      <a:pt x="34" y="10"/>
                      <a:pt x="30" y="10"/>
                      <a:pt x="27" y="10"/>
                    </a:cubicBezTo>
                    <a:cubicBezTo>
                      <a:pt x="23" y="10"/>
                      <a:pt x="19" y="10"/>
                      <a:pt x="16" y="9"/>
                    </a:cubicBezTo>
                    <a:cubicBezTo>
                      <a:pt x="13" y="9"/>
                      <a:pt x="11" y="8"/>
                      <a:pt x="8" y="7"/>
                    </a:cubicBezTo>
                    <a:cubicBezTo>
                      <a:pt x="7" y="6"/>
                      <a:pt x="3" y="6"/>
                      <a:pt x="2" y="4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686" name="Freeform 577">
                <a:extLst>
                  <a:ext uri="{FF2B5EF4-FFF2-40B4-BE49-F238E27FC236}">
                    <a16:creationId xmlns:a16="http://schemas.microsoft.com/office/drawing/2014/main" id="{DA03DEC8-8481-4D1E-B7C4-2BB14C053E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0" y="909"/>
                <a:ext cx="33" cy="27"/>
              </a:xfrm>
              <a:custGeom>
                <a:avLst/>
                <a:gdLst>
                  <a:gd name="T0" fmla="*/ 82 w 21"/>
                  <a:gd name="T1" fmla="*/ 5 h 17"/>
                  <a:gd name="T2" fmla="*/ 61 w 21"/>
                  <a:gd name="T3" fmla="*/ 21 h 17"/>
                  <a:gd name="T4" fmla="*/ 42 w 21"/>
                  <a:gd name="T5" fmla="*/ 33 h 17"/>
                  <a:gd name="T6" fmla="*/ 22 w 21"/>
                  <a:gd name="T7" fmla="*/ 56 h 17"/>
                  <a:gd name="T8" fmla="*/ 0 w 21"/>
                  <a:gd name="T9" fmla="*/ 68 h 17"/>
                  <a:gd name="T10" fmla="*/ 35 w 21"/>
                  <a:gd name="T11" fmla="*/ 27 h 17"/>
                  <a:gd name="T12" fmla="*/ 82 w 21"/>
                  <a:gd name="T13" fmla="*/ 5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1" h="17">
                    <a:moveTo>
                      <a:pt x="21" y="1"/>
                    </a:moveTo>
                    <a:cubicBezTo>
                      <a:pt x="20" y="2"/>
                      <a:pt x="18" y="4"/>
                      <a:pt x="16" y="5"/>
                    </a:cubicBezTo>
                    <a:cubicBezTo>
                      <a:pt x="14" y="6"/>
                      <a:pt x="13" y="7"/>
                      <a:pt x="11" y="8"/>
                    </a:cubicBezTo>
                    <a:cubicBezTo>
                      <a:pt x="9" y="10"/>
                      <a:pt x="8" y="12"/>
                      <a:pt x="6" y="14"/>
                    </a:cubicBezTo>
                    <a:cubicBezTo>
                      <a:pt x="5" y="15"/>
                      <a:pt x="2" y="16"/>
                      <a:pt x="0" y="17"/>
                    </a:cubicBezTo>
                    <a:cubicBezTo>
                      <a:pt x="4" y="14"/>
                      <a:pt x="6" y="10"/>
                      <a:pt x="9" y="7"/>
                    </a:cubicBezTo>
                    <a:cubicBezTo>
                      <a:pt x="12" y="4"/>
                      <a:pt x="16" y="0"/>
                      <a:pt x="21" y="1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687" name="Freeform 578">
                <a:extLst>
                  <a:ext uri="{FF2B5EF4-FFF2-40B4-BE49-F238E27FC236}">
                    <a16:creationId xmlns:a16="http://schemas.microsoft.com/office/drawing/2014/main" id="{9D988BF7-01C5-4766-BD6A-A85269B8D1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1" y="909"/>
                <a:ext cx="31" cy="30"/>
              </a:xfrm>
              <a:custGeom>
                <a:avLst/>
                <a:gdLst>
                  <a:gd name="T0" fmla="*/ 0 w 19"/>
                  <a:gd name="T1" fmla="*/ 0 h 19"/>
                  <a:gd name="T2" fmla="*/ 21 w 19"/>
                  <a:gd name="T3" fmla="*/ 14 h 19"/>
                  <a:gd name="T4" fmla="*/ 42 w 19"/>
                  <a:gd name="T5" fmla="*/ 27 h 19"/>
                  <a:gd name="T6" fmla="*/ 83 w 19"/>
                  <a:gd name="T7" fmla="*/ 74 h 19"/>
                  <a:gd name="T8" fmla="*/ 69 w 19"/>
                  <a:gd name="T9" fmla="*/ 43 h 19"/>
                  <a:gd name="T10" fmla="*/ 47 w 19"/>
                  <a:gd name="T11" fmla="*/ 21 h 19"/>
                  <a:gd name="T12" fmla="*/ 0 w 19"/>
                  <a:gd name="T13" fmla="*/ 0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19">
                    <a:moveTo>
                      <a:pt x="0" y="0"/>
                    </a:moveTo>
                    <a:cubicBezTo>
                      <a:pt x="1" y="2"/>
                      <a:pt x="4" y="2"/>
                      <a:pt x="5" y="4"/>
                    </a:cubicBezTo>
                    <a:cubicBezTo>
                      <a:pt x="7" y="5"/>
                      <a:pt x="9" y="6"/>
                      <a:pt x="10" y="7"/>
                    </a:cubicBezTo>
                    <a:cubicBezTo>
                      <a:pt x="14" y="11"/>
                      <a:pt x="16" y="15"/>
                      <a:pt x="19" y="19"/>
                    </a:cubicBezTo>
                    <a:cubicBezTo>
                      <a:pt x="17" y="17"/>
                      <a:pt x="17" y="14"/>
                      <a:pt x="16" y="11"/>
                    </a:cubicBezTo>
                    <a:cubicBezTo>
                      <a:pt x="15" y="9"/>
                      <a:pt x="13" y="7"/>
                      <a:pt x="11" y="5"/>
                    </a:cubicBezTo>
                    <a:cubicBezTo>
                      <a:pt x="8" y="2"/>
                      <a:pt x="5" y="0"/>
                      <a:pt x="0" y="0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688" name="Freeform 579">
                <a:extLst>
                  <a:ext uri="{FF2B5EF4-FFF2-40B4-BE49-F238E27FC236}">
                    <a16:creationId xmlns:a16="http://schemas.microsoft.com/office/drawing/2014/main" id="{B5174B11-6E08-4DBF-8756-EACA860C37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5" y="933"/>
                <a:ext cx="24" cy="6"/>
              </a:xfrm>
              <a:custGeom>
                <a:avLst/>
                <a:gdLst>
                  <a:gd name="T0" fmla="*/ 61 w 15"/>
                  <a:gd name="T1" fmla="*/ 0 h 4"/>
                  <a:gd name="T2" fmla="*/ 0 w 15"/>
                  <a:gd name="T3" fmla="*/ 14 h 4"/>
                  <a:gd name="T4" fmla="*/ 56 w 15"/>
                  <a:gd name="T5" fmla="*/ 5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4">
                    <a:moveTo>
                      <a:pt x="15" y="0"/>
                    </a:moveTo>
                    <a:cubicBezTo>
                      <a:pt x="10" y="2"/>
                      <a:pt x="5" y="4"/>
                      <a:pt x="0" y="4"/>
                    </a:cubicBezTo>
                    <a:cubicBezTo>
                      <a:pt x="4" y="4"/>
                      <a:pt x="11" y="4"/>
                      <a:pt x="14" y="1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689" name="Freeform 580">
                <a:extLst>
                  <a:ext uri="{FF2B5EF4-FFF2-40B4-BE49-F238E27FC236}">
                    <a16:creationId xmlns:a16="http://schemas.microsoft.com/office/drawing/2014/main" id="{A74C8563-A506-4B25-AA41-2CBA2D3B6E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3" y="936"/>
                <a:ext cx="20" cy="11"/>
              </a:xfrm>
              <a:custGeom>
                <a:avLst/>
                <a:gdLst>
                  <a:gd name="T0" fmla="*/ 55 w 12"/>
                  <a:gd name="T1" fmla="*/ 0 h 7"/>
                  <a:gd name="T2" fmla="*/ 33 w 12"/>
                  <a:gd name="T3" fmla="*/ 14 h 7"/>
                  <a:gd name="T4" fmla="*/ 0 w 12"/>
                  <a:gd name="T5" fmla="*/ 27 h 7"/>
                  <a:gd name="T6" fmla="*/ 42 w 12"/>
                  <a:gd name="T7" fmla="*/ 14 h 7"/>
                  <a:gd name="T8" fmla="*/ 55 w 12"/>
                  <a:gd name="T9" fmla="*/ 5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7">
                    <a:moveTo>
                      <a:pt x="12" y="0"/>
                    </a:moveTo>
                    <a:cubicBezTo>
                      <a:pt x="10" y="1"/>
                      <a:pt x="9" y="3"/>
                      <a:pt x="7" y="4"/>
                    </a:cubicBezTo>
                    <a:cubicBezTo>
                      <a:pt x="5" y="5"/>
                      <a:pt x="3" y="7"/>
                      <a:pt x="0" y="7"/>
                    </a:cubicBezTo>
                    <a:cubicBezTo>
                      <a:pt x="3" y="7"/>
                      <a:pt x="7" y="6"/>
                      <a:pt x="9" y="4"/>
                    </a:cubicBezTo>
                    <a:cubicBezTo>
                      <a:pt x="10" y="3"/>
                      <a:pt x="11" y="2"/>
                      <a:pt x="12" y="1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690" name="Freeform 581">
                <a:extLst>
                  <a:ext uri="{FF2B5EF4-FFF2-40B4-BE49-F238E27FC236}">
                    <a16:creationId xmlns:a16="http://schemas.microsoft.com/office/drawing/2014/main" id="{3D3D0C9C-A2F7-46DB-8A68-AA0BC409F3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04" y="930"/>
                <a:ext cx="22" cy="12"/>
              </a:xfrm>
              <a:custGeom>
                <a:avLst/>
                <a:gdLst>
                  <a:gd name="T0" fmla="*/ 0 w 14"/>
                  <a:gd name="T1" fmla="*/ 0 h 8"/>
                  <a:gd name="T2" fmla="*/ 22 w 14"/>
                  <a:gd name="T3" fmla="*/ 18 h 8"/>
                  <a:gd name="T4" fmla="*/ 42 w 14"/>
                  <a:gd name="T5" fmla="*/ 26 h 8"/>
                  <a:gd name="T6" fmla="*/ 55 w 14"/>
                  <a:gd name="T7" fmla="*/ 27 h 8"/>
                  <a:gd name="T8" fmla="*/ 20 w 14"/>
                  <a:gd name="T9" fmla="*/ 21 h 8"/>
                  <a:gd name="T10" fmla="*/ 5 w 14"/>
                  <a:gd name="T11" fmla="*/ 5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" h="8">
                    <a:moveTo>
                      <a:pt x="0" y="0"/>
                    </a:moveTo>
                    <a:cubicBezTo>
                      <a:pt x="1" y="2"/>
                      <a:pt x="4" y="4"/>
                      <a:pt x="6" y="5"/>
                    </a:cubicBezTo>
                    <a:cubicBezTo>
                      <a:pt x="8" y="6"/>
                      <a:pt x="9" y="7"/>
                      <a:pt x="11" y="7"/>
                    </a:cubicBezTo>
                    <a:cubicBezTo>
                      <a:pt x="12" y="8"/>
                      <a:pt x="13" y="7"/>
                      <a:pt x="14" y="8"/>
                    </a:cubicBezTo>
                    <a:cubicBezTo>
                      <a:pt x="11" y="8"/>
                      <a:pt x="8" y="8"/>
                      <a:pt x="5" y="6"/>
                    </a:cubicBezTo>
                    <a:cubicBezTo>
                      <a:pt x="3" y="5"/>
                      <a:pt x="2" y="3"/>
                      <a:pt x="1" y="1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691" name="Freeform 582">
                <a:extLst>
                  <a:ext uri="{FF2B5EF4-FFF2-40B4-BE49-F238E27FC236}">
                    <a16:creationId xmlns:a16="http://schemas.microsoft.com/office/drawing/2014/main" id="{15D15964-AF90-428E-8584-C85EDE552A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99" y="934"/>
                <a:ext cx="13" cy="15"/>
              </a:xfrm>
              <a:custGeom>
                <a:avLst/>
                <a:gdLst>
                  <a:gd name="T0" fmla="*/ 8 w 8"/>
                  <a:gd name="T1" fmla="*/ 0 h 9"/>
                  <a:gd name="T2" fmla="*/ 34 w 8"/>
                  <a:gd name="T3" fmla="*/ 42 h 9"/>
                  <a:gd name="T4" fmla="*/ 5 w 8"/>
                  <a:gd name="T5" fmla="*/ 0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9">
                    <a:moveTo>
                      <a:pt x="2" y="0"/>
                    </a:moveTo>
                    <a:cubicBezTo>
                      <a:pt x="2" y="3"/>
                      <a:pt x="6" y="7"/>
                      <a:pt x="8" y="9"/>
                    </a:cubicBezTo>
                    <a:cubicBezTo>
                      <a:pt x="5" y="9"/>
                      <a:pt x="0" y="4"/>
                      <a:pt x="1" y="0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692" name="Freeform 583">
                <a:extLst>
                  <a:ext uri="{FF2B5EF4-FFF2-40B4-BE49-F238E27FC236}">
                    <a16:creationId xmlns:a16="http://schemas.microsoft.com/office/drawing/2014/main" id="{195F132E-FC21-45B6-AF59-06E2C4FCDC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5" y="1075"/>
                <a:ext cx="26" cy="46"/>
              </a:xfrm>
              <a:custGeom>
                <a:avLst/>
                <a:gdLst>
                  <a:gd name="T0" fmla="*/ 68 w 16"/>
                  <a:gd name="T1" fmla="*/ 0 h 29"/>
                  <a:gd name="T2" fmla="*/ 54 w 16"/>
                  <a:gd name="T3" fmla="*/ 43 h 29"/>
                  <a:gd name="T4" fmla="*/ 0 w 16"/>
                  <a:gd name="T5" fmla="*/ 116 h 29"/>
                  <a:gd name="T6" fmla="*/ 68 w 16"/>
                  <a:gd name="T7" fmla="*/ 5 h 2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29">
                    <a:moveTo>
                      <a:pt x="16" y="0"/>
                    </a:moveTo>
                    <a:cubicBezTo>
                      <a:pt x="14" y="4"/>
                      <a:pt x="14" y="8"/>
                      <a:pt x="12" y="11"/>
                    </a:cubicBezTo>
                    <a:cubicBezTo>
                      <a:pt x="9" y="18"/>
                      <a:pt x="4" y="23"/>
                      <a:pt x="0" y="29"/>
                    </a:cubicBezTo>
                    <a:cubicBezTo>
                      <a:pt x="11" y="22"/>
                      <a:pt x="15" y="13"/>
                      <a:pt x="16" y="1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693" name="Freeform 584">
                <a:extLst>
                  <a:ext uri="{FF2B5EF4-FFF2-40B4-BE49-F238E27FC236}">
                    <a16:creationId xmlns:a16="http://schemas.microsoft.com/office/drawing/2014/main" id="{6B51D2EF-42F8-4EC7-9AA8-0C66177173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9" y="1075"/>
                <a:ext cx="14" cy="32"/>
              </a:xfrm>
              <a:custGeom>
                <a:avLst/>
                <a:gdLst>
                  <a:gd name="T0" fmla="*/ 0 w 9"/>
                  <a:gd name="T1" fmla="*/ 0 h 20"/>
                  <a:gd name="T2" fmla="*/ 8 w 9"/>
                  <a:gd name="T3" fmla="*/ 35 h 20"/>
                  <a:gd name="T4" fmla="*/ 34 w 9"/>
                  <a:gd name="T5" fmla="*/ 82 h 20"/>
                  <a:gd name="T6" fmla="*/ 5 w 9"/>
                  <a:gd name="T7" fmla="*/ 42 h 20"/>
                  <a:gd name="T8" fmla="*/ 0 w 9"/>
                  <a:gd name="T9" fmla="*/ 8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20">
                    <a:moveTo>
                      <a:pt x="0" y="0"/>
                    </a:moveTo>
                    <a:cubicBezTo>
                      <a:pt x="1" y="3"/>
                      <a:pt x="1" y="6"/>
                      <a:pt x="2" y="9"/>
                    </a:cubicBezTo>
                    <a:cubicBezTo>
                      <a:pt x="4" y="13"/>
                      <a:pt x="7" y="16"/>
                      <a:pt x="9" y="20"/>
                    </a:cubicBezTo>
                    <a:cubicBezTo>
                      <a:pt x="7" y="17"/>
                      <a:pt x="2" y="14"/>
                      <a:pt x="1" y="10"/>
                    </a:cubicBezTo>
                    <a:cubicBezTo>
                      <a:pt x="0" y="8"/>
                      <a:pt x="0" y="4"/>
                      <a:pt x="0" y="2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694" name="Freeform 585">
                <a:extLst>
                  <a:ext uri="{FF2B5EF4-FFF2-40B4-BE49-F238E27FC236}">
                    <a16:creationId xmlns:a16="http://schemas.microsoft.com/office/drawing/2014/main" id="{387C476D-4B75-49D7-8258-969214181D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4" y="953"/>
                <a:ext cx="56" cy="123"/>
              </a:xfrm>
              <a:custGeom>
                <a:avLst/>
                <a:gdLst>
                  <a:gd name="T0" fmla="*/ 13 w 35"/>
                  <a:gd name="T1" fmla="*/ 0 h 77"/>
                  <a:gd name="T2" fmla="*/ 34 w 35"/>
                  <a:gd name="T3" fmla="*/ 54 h 77"/>
                  <a:gd name="T4" fmla="*/ 46 w 35"/>
                  <a:gd name="T5" fmla="*/ 129 h 77"/>
                  <a:gd name="T6" fmla="*/ 61 w 35"/>
                  <a:gd name="T7" fmla="*/ 184 h 77"/>
                  <a:gd name="T8" fmla="*/ 69 w 35"/>
                  <a:gd name="T9" fmla="*/ 232 h 77"/>
                  <a:gd name="T10" fmla="*/ 144 w 35"/>
                  <a:gd name="T11" fmla="*/ 313 h 77"/>
                  <a:gd name="T12" fmla="*/ 90 w 35"/>
                  <a:gd name="T13" fmla="*/ 204 h 77"/>
                  <a:gd name="T14" fmla="*/ 77 w 35"/>
                  <a:gd name="T15" fmla="*/ 81 h 77"/>
                  <a:gd name="T16" fmla="*/ 16 w 35"/>
                  <a:gd name="T17" fmla="*/ 0 h 7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5" h="77">
                    <a:moveTo>
                      <a:pt x="3" y="0"/>
                    </a:moveTo>
                    <a:cubicBezTo>
                      <a:pt x="0" y="4"/>
                      <a:pt x="6" y="9"/>
                      <a:pt x="8" y="13"/>
                    </a:cubicBezTo>
                    <a:cubicBezTo>
                      <a:pt x="11" y="18"/>
                      <a:pt x="10" y="26"/>
                      <a:pt x="11" y="32"/>
                    </a:cubicBezTo>
                    <a:cubicBezTo>
                      <a:pt x="12" y="36"/>
                      <a:pt x="14" y="41"/>
                      <a:pt x="15" y="45"/>
                    </a:cubicBezTo>
                    <a:cubicBezTo>
                      <a:pt x="16" y="49"/>
                      <a:pt x="16" y="53"/>
                      <a:pt x="17" y="57"/>
                    </a:cubicBezTo>
                    <a:cubicBezTo>
                      <a:pt x="20" y="66"/>
                      <a:pt x="27" y="72"/>
                      <a:pt x="35" y="77"/>
                    </a:cubicBezTo>
                    <a:cubicBezTo>
                      <a:pt x="27" y="72"/>
                      <a:pt x="24" y="59"/>
                      <a:pt x="22" y="50"/>
                    </a:cubicBezTo>
                    <a:cubicBezTo>
                      <a:pt x="20" y="40"/>
                      <a:pt x="22" y="30"/>
                      <a:pt x="19" y="20"/>
                    </a:cubicBezTo>
                    <a:cubicBezTo>
                      <a:pt x="17" y="12"/>
                      <a:pt x="10" y="5"/>
                      <a:pt x="4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695" name="Freeform 586">
                <a:extLst>
                  <a:ext uri="{FF2B5EF4-FFF2-40B4-BE49-F238E27FC236}">
                    <a16:creationId xmlns:a16="http://schemas.microsoft.com/office/drawing/2014/main" id="{A399B2F8-32C5-45CA-B235-3554DBAF68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9" y="1653"/>
                <a:ext cx="122" cy="67"/>
              </a:xfrm>
              <a:custGeom>
                <a:avLst/>
                <a:gdLst>
                  <a:gd name="T0" fmla="*/ 0 w 76"/>
                  <a:gd name="T1" fmla="*/ 171 h 42"/>
                  <a:gd name="T2" fmla="*/ 315 w 76"/>
                  <a:gd name="T3" fmla="*/ 0 h 42"/>
                  <a:gd name="T4" fmla="*/ 0 w 76"/>
                  <a:gd name="T5" fmla="*/ 171 h 4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6" h="42">
                    <a:moveTo>
                      <a:pt x="0" y="42"/>
                    </a:moveTo>
                    <a:cubicBezTo>
                      <a:pt x="0" y="42"/>
                      <a:pt x="48" y="33"/>
                      <a:pt x="76" y="0"/>
                    </a:cubicBezTo>
                    <a:cubicBezTo>
                      <a:pt x="76" y="0"/>
                      <a:pt x="61" y="36"/>
                      <a:pt x="0" y="42"/>
                    </a:cubicBezTo>
                    <a:close/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696" name="Freeform 587">
                <a:extLst>
                  <a:ext uri="{FF2B5EF4-FFF2-40B4-BE49-F238E27FC236}">
                    <a16:creationId xmlns:a16="http://schemas.microsoft.com/office/drawing/2014/main" id="{BE04D33D-1534-4D9C-9921-1305B431DE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09" y="1653"/>
                <a:ext cx="97" cy="52"/>
              </a:xfrm>
              <a:custGeom>
                <a:avLst/>
                <a:gdLst>
                  <a:gd name="T0" fmla="*/ 0 w 61"/>
                  <a:gd name="T1" fmla="*/ 0 h 33"/>
                  <a:gd name="T2" fmla="*/ 245 w 61"/>
                  <a:gd name="T3" fmla="*/ 129 h 33"/>
                  <a:gd name="T4" fmla="*/ 0 w 61"/>
                  <a:gd name="T5" fmla="*/ 0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1" h="33">
                    <a:moveTo>
                      <a:pt x="0" y="0"/>
                    </a:moveTo>
                    <a:cubicBezTo>
                      <a:pt x="0" y="0"/>
                      <a:pt x="23" y="30"/>
                      <a:pt x="61" y="33"/>
                    </a:cubicBezTo>
                    <a:cubicBezTo>
                      <a:pt x="61" y="33"/>
                      <a:pt x="17" y="18"/>
                      <a:pt x="0" y="0"/>
                    </a:cubicBezTo>
                    <a:close/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697" name="Freeform 588">
                <a:extLst>
                  <a:ext uri="{FF2B5EF4-FFF2-40B4-BE49-F238E27FC236}">
                    <a16:creationId xmlns:a16="http://schemas.microsoft.com/office/drawing/2014/main" id="{020F9371-A5A5-4EAD-9B45-F1372E9B12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7" y="1709"/>
                <a:ext cx="311" cy="108"/>
              </a:xfrm>
              <a:custGeom>
                <a:avLst/>
                <a:gdLst>
                  <a:gd name="T0" fmla="*/ 0 w 194"/>
                  <a:gd name="T1" fmla="*/ 273 h 68"/>
                  <a:gd name="T2" fmla="*/ 800 w 194"/>
                  <a:gd name="T3" fmla="*/ 248 h 68"/>
                  <a:gd name="T4" fmla="*/ 0 w 194"/>
                  <a:gd name="T5" fmla="*/ 273 h 6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4" h="68">
                    <a:moveTo>
                      <a:pt x="0" y="68"/>
                    </a:moveTo>
                    <a:cubicBezTo>
                      <a:pt x="0" y="68"/>
                      <a:pt x="119" y="0"/>
                      <a:pt x="194" y="62"/>
                    </a:cubicBezTo>
                    <a:cubicBezTo>
                      <a:pt x="194" y="62"/>
                      <a:pt x="129" y="12"/>
                      <a:pt x="0" y="68"/>
                    </a:cubicBezTo>
                    <a:close/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698" name="Freeform 589">
                <a:extLst>
                  <a:ext uri="{FF2B5EF4-FFF2-40B4-BE49-F238E27FC236}">
                    <a16:creationId xmlns:a16="http://schemas.microsoft.com/office/drawing/2014/main" id="{497C8C0F-3047-422C-A3B4-674EAB6242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4" y="2346"/>
                <a:ext cx="329" cy="143"/>
              </a:xfrm>
              <a:custGeom>
                <a:avLst/>
                <a:gdLst>
                  <a:gd name="T0" fmla="*/ 0 w 206"/>
                  <a:gd name="T1" fmla="*/ 0 h 90"/>
                  <a:gd name="T2" fmla="*/ 838 w 206"/>
                  <a:gd name="T3" fmla="*/ 13 h 90"/>
                  <a:gd name="T4" fmla="*/ 0 w 206"/>
                  <a:gd name="T5" fmla="*/ 0 h 9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6" h="90">
                    <a:moveTo>
                      <a:pt x="0" y="0"/>
                    </a:moveTo>
                    <a:cubicBezTo>
                      <a:pt x="0" y="0"/>
                      <a:pt x="114" y="73"/>
                      <a:pt x="206" y="3"/>
                    </a:cubicBezTo>
                    <a:cubicBezTo>
                      <a:pt x="206" y="3"/>
                      <a:pt x="123" y="90"/>
                      <a:pt x="0" y="0"/>
                    </a:cubicBezTo>
                    <a:close/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699" name="Freeform 590">
                <a:extLst>
                  <a:ext uri="{FF2B5EF4-FFF2-40B4-BE49-F238E27FC236}">
                    <a16:creationId xmlns:a16="http://schemas.microsoft.com/office/drawing/2014/main" id="{DE020ACD-BE0F-42A3-A191-8033460378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8" y="1757"/>
                <a:ext cx="255" cy="150"/>
              </a:xfrm>
              <a:custGeom>
                <a:avLst/>
                <a:gdLst>
                  <a:gd name="T0" fmla="*/ 0 w 159"/>
                  <a:gd name="T1" fmla="*/ 381 h 94"/>
                  <a:gd name="T2" fmla="*/ 656 w 159"/>
                  <a:gd name="T3" fmla="*/ 5 h 94"/>
                  <a:gd name="T4" fmla="*/ 0 w 159"/>
                  <a:gd name="T5" fmla="*/ 381 h 9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9" h="94">
                    <a:moveTo>
                      <a:pt x="0" y="94"/>
                    </a:moveTo>
                    <a:cubicBezTo>
                      <a:pt x="0" y="94"/>
                      <a:pt x="47" y="0"/>
                      <a:pt x="159" y="1"/>
                    </a:cubicBezTo>
                    <a:cubicBezTo>
                      <a:pt x="159" y="1"/>
                      <a:pt x="60" y="14"/>
                      <a:pt x="0" y="9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700" name="Freeform 591">
                <a:extLst>
                  <a:ext uri="{FF2B5EF4-FFF2-40B4-BE49-F238E27FC236}">
                    <a16:creationId xmlns:a16="http://schemas.microsoft.com/office/drawing/2014/main" id="{617FC70C-9F58-4FBB-98F5-7AEFDE8853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6" y="2250"/>
                <a:ext cx="191" cy="140"/>
              </a:xfrm>
              <a:custGeom>
                <a:avLst/>
                <a:gdLst>
                  <a:gd name="T0" fmla="*/ 0 w 119"/>
                  <a:gd name="T1" fmla="*/ 0 h 88"/>
                  <a:gd name="T2" fmla="*/ 493 w 119"/>
                  <a:gd name="T3" fmla="*/ 355 h 88"/>
                  <a:gd name="T4" fmla="*/ 0 w 119"/>
                  <a:gd name="T5" fmla="*/ 0 h 8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9" h="88">
                    <a:moveTo>
                      <a:pt x="0" y="0"/>
                    </a:moveTo>
                    <a:cubicBezTo>
                      <a:pt x="0" y="0"/>
                      <a:pt x="17" y="73"/>
                      <a:pt x="119" y="88"/>
                    </a:cubicBezTo>
                    <a:cubicBezTo>
                      <a:pt x="119" y="88"/>
                      <a:pt x="42" y="75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701" name="Freeform 592">
                <a:extLst>
                  <a:ext uri="{FF2B5EF4-FFF2-40B4-BE49-F238E27FC236}">
                    <a16:creationId xmlns:a16="http://schemas.microsoft.com/office/drawing/2014/main" id="{291761BC-4FE3-4E36-AB55-18DA125A7C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0" y="1282"/>
                <a:ext cx="168" cy="24"/>
              </a:xfrm>
              <a:custGeom>
                <a:avLst/>
                <a:gdLst>
                  <a:gd name="T0" fmla="*/ 430 w 105"/>
                  <a:gd name="T1" fmla="*/ 21 h 15"/>
                  <a:gd name="T2" fmla="*/ 402 w 105"/>
                  <a:gd name="T3" fmla="*/ 21 h 15"/>
                  <a:gd name="T4" fmla="*/ 354 w 105"/>
                  <a:gd name="T5" fmla="*/ 29 h 15"/>
                  <a:gd name="T6" fmla="*/ 238 w 105"/>
                  <a:gd name="T7" fmla="*/ 34 h 15"/>
                  <a:gd name="T8" fmla="*/ 0 w 105"/>
                  <a:gd name="T9" fmla="*/ 61 h 15"/>
                  <a:gd name="T10" fmla="*/ 102 w 105"/>
                  <a:gd name="T11" fmla="*/ 26 h 15"/>
                  <a:gd name="T12" fmla="*/ 251 w 105"/>
                  <a:gd name="T13" fmla="*/ 5 h 15"/>
                  <a:gd name="T14" fmla="*/ 368 w 105"/>
                  <a:gd name="T15" fmla="*/ 13 h 15"/>
                  <a:gd name="T16" fmla="*/ 426 w 105"/>
                  <a:gd name="T17" fmla="*/ 21 h 1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5" h="15">
                    <a:moveTo>
                      <a:pt x="105" y="5"/>
                    </a:moveTo>
                    <a:cubicBezTo>
                      <a:pt x="103" y="5"/>
                      <a:pt x="100" y="5"/>
                      <a:pt x="98" y="5"/>
                    </a:cubicBezTo>
                    <a:cubicBezTo>
                      <a:pt x="94" y="5"/>
                      <a:pt x="90" y="6"/>
                      <a:pt x="86" y="7"/>
                    </a:cubicBezTo>
                    <a:cubicBezTo>
                      <a:pt x="77" y="8"/>
                      <a:pt x="67" y="8"/>
                      <a:pt x="58" y="8"/>
                    </a:cubicBezTo>
                    <a:cubicBezTo>
                      <a:pt x="39" y="9"/>
                      <a:pt x="19" y="9"/>
                      <a:pt x="0" y="15"/>
                    </a:cubicBezTo>
                    <a:cubicBezTo>
                      <a:pt x="8" y="11"/>
                      <a:pt x="17" y="8"/>
                      <a:pt x="25" y="6"/>
                    </a:cubicBezTo>
                    <a:cubicBezTo>
                      <a:pt x="37" y="2"/>
                      <a:pt x="49" y="1"/>
                      <a:pt x="61" y="1"/>
                    </a:cubicBezTo>
                    <a:cubicBezTo>
                      <a:pt x="71" y="0"/>
                      <a:pt x="81" y="2"/>
                      <a:pt x="90" y="3"/>
                    </a:cubicBezTo>
                    <a:cubicBezTo>
                      <a:pt x="95" y="4"/>
                      <a:pt x="99" y="4"/>
                      <a:pt x="104" y="5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702" name="Freeform 593">
                <a:extLst>
                  <a:ext uri="{FF2B5EF4-FFF2-40B4-BE49-F238E27FC236}">
                    <a16:creationId xmlns:a16="http://schemas.microsoft.com/office/drawing/2014/main" id="{1DB1E44C-95CC-4672-B585-9A4C67C553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7" y="1279"/>
                <a:ext cx="165" cy="29"/>
              </a:xfrm>
              <a:custGeom>
                <a:avLst/>
                <a:gdLst>
                  <a:gd name="T0" fmla="*/ 8 w 103"/>
                  <a:gd name="T1" fmla="*/ 16 h 18"/>
                  <a:gd name="T2" fmla="*/ 61 w 103"/>
                  <a:gd name="T3" fmla="*/ 29 h 18"/>
                  <a:gd name="T4" fmla="*/ 115 w 103"/>
                  <a:gd name="T5" fmla="*/ 39 h 18"/>
                  <a:gd name="T6" fmla="*/ 213 w 103"/>
                  <a:gd name="T7" fmla="*/ 50 h 18"/>
                  <a:gd name="T8" fmla="*/ 325 w 103"/>
                  <a:gd name="T9" fmla="*/ 55 h 18"/>
                  <a:gd name="T10" fmla="*/ 423 w 103"/>
                  <a:gd name="T11" fmla="*/ 76 h 18"/>
                  <a:gd name="T12" fmla="*/ 408 w 103"/>
                  <a:gd name="T13" fmla="*/ 60 h 18"/>
                  <a:gd name="T14" fmla="*/ 320 w 103"/>
                  <a:gd name="T15" fmla="*/ 29 h 18"/>
                  <a:gd name="T16" fmla="*/ 223 w 103"/>
                  <a:gd name="T17" fmla="*/ 13 h 18"/>
                  <a:gd name="T18" fmla="*/ 139 w 103"/>
                  <a:gd name="T19" fmla="*/ 0 h 18"/>
                  <a:gd name="T20" fmla="*/ 46 w 103"/>
                  <a:gd name="T21" fmla="*/ 8 h 18"/>
                  <a:gd name="T22" fmla="*/ 0 w 103"/>
                  <a:gd name="T23" fmla="*/ 13 h 18"/>
                  <a:gd name="T24" fmla="*/ 8 w 103"/>
                  <a:gd name="T25" fmla="*/ 16 h 1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03" h="18">
                    <a:moveTo>
                      <a:pt x="2" y="4"/>
                    </a:moveTo>
                    <a:cubicBezTo>
                      <a:pt x="6" y="6"/>
                      <a:pt x="11" y="6"/>
                      <a:pt x="15" y="7"/>
                    </a:cubicBezTo>
                    <a:cubicBezTo>
                      <a:pt x="19" y="7"/>
                      <a:pt x="24" y="9"/>
                      <a:pt x="28" y="9"/>
                    </a:cubicBezTo>
                    <a:cubicBezTo>
                      <a:pt x="36" y="11"/>
                      <a:pt x="44" y="11"/>
                      <a:pt x="52" y="12"/>
                    </a:cubicBezTo>
                    <a:cubicBezTo>
                      <a:pt x="61" y="13"/>
                      <a:pt x="70" y="12"/>
                      <a:pt x="79" y="13"/>
                    </a:cubicBezTo>
                    <a:cubicBezTo>
                      <a:pt x="87" y="14"/>
                      <a:pt x="96" y="15"/>
                      <a:pt x="103" y="18"/>
                    </a:cubicBezTo>
                    <a:cubicBezTo>
                      <a:pt x="103" y="16"/>
                      <a:pt x="101" y="15"/>
                      <a:pt x="99" y="14"/>
                    </a:cubicBezTo>
                    <a:cubicBezTo>
                      <a:pt x="93" y="10"/>
                      <a:pt x="85" y="8"/>
                      <a:pt x="78" y="7"/>
                    </a:cubicBezTo>
                    <a:cubicBezTo>
                      <a:pt x="70" y="5"/>
                      <a:pt x="62" y="4"/>
                      <a:pt x="54" y="3"/>
                    </a:cubicBezTo>
                    <a:cubicBezTo>
                      <a:pt x="48" y="1"/>
                      <a:pt x="41" y="1"/>
                      <a:pt x="34" y="0"/>
                    </a:cubicBezTo>
                    <a:cubicBezTo>
                      <a:pt x="26" y="0"/>
                      <a:pt x="19" y="1"/>
                      <a:pt x="11" y="2"/>
                    </a:cubicBezTo>
                    <a:cubicBezTo>
                      <a:pt x="9" y="2"/>
                      <a:pt x="3" y="1"/>
                      <a:pt x="0" y="3"/>
                    </a:cubicBezTo>
                    <a:cubicBezTo>
                      <a:pt x="1" y="4"/>
                      <a:pt x="1" y="4"/>
                      <a:pt x="2" y="4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703" name="Freeform 594">
                <a:extLst>
                  <a:ext uri="{FF2B5EF4-FFF2-40B4-BE49-F238E27FC236}">
                    <a16:creationId xmlns:a16="http://schemas.microsoft.com/office/drawing/2014/main" id="{1C7068FD-FE32-4202-9566-6EB007B7D5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72" y="1297"/>
                <a:ext cx="137" cy="19"/>
              </a:xfrm>
              <a:custGeom>
                <a:avLst/>
                <a:gdLst>
                  <a:gd name="T0" fmla="*/ 0 w 86"/>
                  <a:gd name="T1" fmla="*/ 0 h 12"/>
                  <a:gd name="T2" fmla="*/ 69 w 86"/>
                  <a:gd name="T3" fmla="*/ 16 h 12"/>
                  <a:gd name="T4" fmla="*/ 116 w 86"/>
                  <a:gd name="T5" fmla="*/ 21 h 12"/>
                  <a:gd name="T6" fmla="*/ 158 w 86"/>
                  <a:gd name="T7" fmla="*/ 25 h 12"/>
                  <a:gd name="T8" fmla="*/ 206 w 86"/>
                  <a:gd name="T9" fmla="*/ 25 h 12"/>
                  <a:gd name="T10" fmla="*/ 253 w 86"/>
                  <a:gd name="T11" fmla="*/ 33 h 12"/>
                  <a:gd name="T12" fmla="*/ 312 w 86"/>
                  <a:gd name="T13" fmla="*/ 40 h 12"/>
                  <a:gd name="T14" fmla="*/ 347 w 86"/>
                  <a:gd name="T15" fmla="*/ 48 h 12"/>
                  <a:gd name="T16" fmla="*/ 322 w 86"/>
                  <a:gd name="T17" fmla="*/ 43 h 12"/>
                  <a:gd name="T18" fmla="*/ 244 w 86"/>
                  <a:gd name="T19" fmla="*/ 43 h 12"/>
                  <a:gd name="T20" fmla="*/ 97 w 86"/>
                  <a:gd name="T21" fmla="*/ 35 h 12"/>
                  <a:gd name="T22" fmla="*/ 25 w 86"/>
                  <a:gd name="T23" fmla="*/ 16 h 12"/>
                  <a:gd name="T24" fmla="*/ 0 w 86"/>
                  <a:gd name="T25" fmla="*/ 8 h 1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86" h="12">
                    <a:moveTo>
                      <a:pt x="0" y="0"/>
                    </a:moveTo>
                    <a:cubicBezTo>
                      <a:pt x="5" y="2"/>
                      <a:pt x="12" y="3"/>
                      <a:pt x="17" y="4"/>
                    </a:cubicBezTo>
                    <a:cubicBezTo>
                      <a:pt x="21" y="5"/>
                      <a:pt x="25" y="5"/>
                      <a:pt x="29" y="5"/>
                    </a:cubicBezTo>
                    <a:cubicBezTo>
                      <a:pt x="32" y="5"/>
                      <a:pt x="36" y="6"/>
                      <a:pt x="39" y="6"/>
                    </a:cubicBezTo>
                    <a:cubicBezTo>
                      <a:pt x="43" y="6"/>
                      <a:pt x="47" y="6"/>
                      <a:pt x="51" y="6"/>
                    </a:cubicBezTo>
                    <a:cubicBezTo>
                      <a:pt x="55" y="6"/>
                      <a:pt x="59" y="8"/>
                      <a:pt x="63" y="8"/>
                    </a:cubicBezTo>
                    <a:cubicBezTo>
                      <a:pt x="68" y="9"/>
                      <a:pt x="72" y="9"/>
                      <a:pt x="77" y="10"/>
                    </a:cubicBezTo>
                    <a:cubicBezTo>
                      <a:pt x="80" y="11"/>
                      <a:pt x="83" y="12"/>
                      <a:pt x="86" y="12"/>
                    </a:cubicBezTo>
                    <a:cubicBezTo>
                      <a:pt x="84" y="12"/>
                      <a:pt x="82" y="11"/>
                      <a:pt x="80" y="11"/>
                    </a:cubicBezTo>
                    <a:cubicBezTo>
                      <a:pt x="73" y="10"/>
                      <a:pt x="67" y="11"/>
                      <a:pt x="60" y="11"/>
                    </a:cubicBezTo>
                    <a:cubicBezTo>
                      <a:pt x="48" y="11"/>
                      <a:pt x="36" y="11"/>
                      <a:pt x="24" y="9"/>
                    </a:cubicBezTo>
                    <a:cubicBezTo>
                      <a:pt x="18" y="7"/>
                      <a:pt x="12" y="6"/>
                      <a:pt x="6" y="4"/>
                    </a:cubicBezTo>
                    <a:cubicBezTo>
                      <a:pt x="4" y="3"/>
                      <a:pt x="2" y="3"/>
                      <a:pt x="0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704" name="Freeform 595">
                <a:extLst>
                  <a:ext uri="{FF2B5EF4-FFF2-40B4-BE49-F238E27FC236}">
                    <a16:creationId xmlns:a16="http://schemas.microsoft.com/office/drawing/2014/main" id="{D70411A1-9B5A-4058-86D9-A6F1F3A1F6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6" y="1295"/>
                <a:ext cx="150" cy="27"/>
              </a:xfrm>
              <a:custGeom>
                <a:avLst/>
                <a:gdLst>
                  <a:gd name="T0" fmla="*/ 375 w 94"/>
                  <a:gd name="T1" fmla="*/ 5 h 17"/>
                  <a:gd name="T2" fmla="*/ 349 w 94"/>
                  <a:gd name="T3" fmla="*/ 13 h 17"/>
                  <a:gd name="T4" fmla="*/ 287 w 94"/>
                  <a:gd name="T5" fmla="*/ 25 h 17"/>
                  <a:gd name="T6" fmla="*/ 185 w 94"/>
                  <a:gd name="T7" fmla="*/ 35 h 17"/>
                  <a:gd name="T8" fmla="*/ 0 w 94"/>
                  <a:gd name="T9" fmla="*/ 68 h 17"/>
                  <a:gd name="T10" fmla="*/ 56 w 94"/>
                  <a:gd name="T11" fmla="*/ 60 h 17"/>
                  <a:gd name="T12" fmla="*/ 150 w 94"/>
                  <a:gd name="T13" fmla="*/ 56 h 17"/>
                  <a:gd name="T14" fmla="*/ 286 w 94"/>
                  <a:gd name="T15" fmla="*/ 43 h 17"/>
                  <a:gd name="T16" fmla="*/ 381 w 94"/>
                  <a:gd name="T17" fmla="*/ 8 h 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4" h="17">
                    <a:moveTo>
                      <a:pt x="92" y="1"/>
                    </a:moveTo>
                    <a:cubicBezTo>
                      <a:pt x="91" y="0"/>
                      <a:pt x="87" y="2"/>
                      <a:pt x="86" y="3"/>
                    </a:cubicBezTo>
                    <a:cubicBezTo>
                      <a:pt x="81" y="4"/>
                      <a:pt x="76" y="5"/>
                      <a:pt x="71" y="6"/>
                    </a:cubicBezTo>
                    <a:cubicBezTo>
                      <a:pt x="63" y="8"/>
                      <a:pt x="54" y="9"/>
                      <a:pt x="46" y="9"/>
                    </a:cubicBezTo>
                    <a:cubicBezTo>
                      <a:pt x="30" y="10"/>
                      <a:pt x="15" y="12"/>
                      <a:pt x="0" y="17"/>
                    </a:cubicBezTo>
                    <a:cubicBezTo>
                      <a:pt x="5" y="16"/>
                      <a:pt x="9" y="15"/>
                      <a:pt x="14" y="15"/>
                    </a:cubicBezTo>
                    <a:cubicBezTo>
                      <a:pt x="21" y="14"/>
                      <a:pt x="29" y="14"/>
                      <a:pt x="37" y="14"/>
                    </a:cubicBezTo>
                    <a:cubicBezTo>
                      <a:pt x="48" y="15"/>
                      <a:pt x="59" y="13"/>
                      <a:pt x="70" y="11"/>
                    </a:cubicBezTo>
                    <a:cubicBezTo>
                      <a:pt x="78" y="10"/>
                      <a:pt x="88" y="8"/>
                      <a:pt x="94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705" name="Freeform 596">
                <a:extLst>
                  <a:ext uri="{FF2B5EF4-FFF2-40B4-BE49-F238E27FC236}">
                    <a16:creationId xmlns:a16="http://schemas.microsoft.com/office/drawing/2014/main" id="{3D0D9DE4-4061-45AB-9E05-32FA996E3C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0" y="712"/>
                <a:ext cx="333" cy="241"/>
              </a:xfrm>
              <a:custGeom>
                <a:avLst/>
                <a:gdLst>
                  <a:gd name="T0" fmla="*/ 820 w 208"/>
                  <a:gd name="T1" fmla="*/ 211 h 151"/>
                  <a:gd name="T2" fmla="*/ 730 w 208"/>
                  <a:gd name="T3" fmla="*/ 94 h 151"/>
                  <a:gd name="T4" fmla="*/ 756 w 208"/>
                  <a:gd name="T5" fmla="*/ 104 h 151"/>
                  <a:gd name="T6" fmla="*/ 648 w 208"/>
                  <a:gd name="T7" fmla="*/ 46 h 151"/>
                  <a:gd name="T8" fmla="*/ 709 w 208"/>
                  <a:gd name="T9" fmla="*/ 56 h 151"/>
                  <a:gd name="T10" fmla="*/ 636 w 208"/>
                  <a:gd name="T11" fmla="*/ 26 h 151"/>
                  <a:gd name="T12" fmla="*/ 575 w 208"/>
                  <a:gd name="T13" fmla="*/ 34 h 151"/>
                  <a:gd name="T14" fmla="*/ 567 w 208"/>
                  <a:gd name="T15" fmla="*/ 34 h 151"/>
                  <a:gd name="T16" fmla="*/ 551 w 208"/>
                  <a:gd name="T17" fmla="*/ 26 h 151"/>
                  <a:gd name="T18" fmla="*/ 490 w 208"/>
                  <a:gd name="T19" fmla="*/ 8 h 151"/>
                  <a:gd name="T20" fmla="*/ 370 w 208"/>
                  <a:gd name="T21" fmla="*/ 5 h 151"/>
                  <a:gd name="T22" fmla="*/ 397 w 208"/>
                  <a:gd name="T23" fmla="*/ 13 h 151"/>
                  <a:gd name="T24" fmla="*/ 336 w 208"/>
                  <a:gd name="T25" fmla="*/ 16 h 151"/>
                  <a:gd name="T26" fmla="*/ 226 w 208"/>
                  <a:gd name="T27" fmla="*/ 34 h 151"/>
                  <a:gd name="T28" fmla="*/ 251 w 208"/>
                  <a:gd name="T29" fmla="*/ 35 h 151"/>
                  <a:gd name="T30" fmla="*/ 176 w 208"/>
                  <a:gd name="T31" fmla="*/ 61 h 151"/>
                  <a:gd name="T32" fmla="*/ 107 w 208"/>
                  <a:gd name="T33" fmla="*/ 110 h 151"/>
                  <a:gd name="T34" fmla="*/ 128 w 208"/>
                  <a:gd name="T35" fmla="*/ 97 h 151"/>
                  <a:gd name="T36" fmla="*/ 82 w 208"/>
                  <a:gd name="T37" fmla="*/ 137 h 151"/>
                  <a:gd name="T38" fmla="*/ 69 w 208"/>
                  <a:gd name="T39" fmla="*/ 171 h 151"/>
                  <a:gd name="T40" fmla="*/ 26 w 208"/>
                  <a:gd name="T41" fmla="*/ 415 h 151"/>
                  <a:gd name="T42" fmla="*/ 69 w 208"/>
                  <a:gd name="T43" fmla="*/ 586 h 151"/>
                  <a:gd name="T44" fmla="*/ 67 w 208"/>
                  <a:gd name="T45" fmla="*/ 456 h 151"/>
                  <a:gd name="T46" fmla="*/ 149 w 208"/>
                  <a:gd name="T47" fmla="*/ 171 h 151"/>
                  <a:gd name="T48" fmla="*/ 261 w 208"/>
                  <a:gd name="T49" fmla="*/ 163 h 151"/>
                  <a:gd name="T50" fmla="*/ 280 w 208"/>
                  <a:gd name="T51" fmla="*/ 196 h 151"/>
                  <a:gd name="T52" fmla="*/ 315 w 208"/>
                  <a:gd name="T53" fmla="*/ 223 h 151"/>
                  <a:gd name="T54" fmla="*/ 282 w 208"/>
                  <a:gd name="T55" fmla="*/ 231 h 151"/>
                  <a:gd name="T56" fmla="*/ 341 w 208"/>
                  <a:gd name="T57" fmla="*/ 260 h 151"/>
                  <a:gd name="T58" fmla="*/ 282 w 208"/>
                  <a:gd name="T59" fmla="*/ 260 h 151"/>
                  <a:gd name="T60" fmla="*/ 344 w 208"/>
                  <a:gd name="T61" fmla="*/ 286 h 151"/>
                  <a:gd name="T62" fmla="*/ 389 w 208"/>
                  <a:gd name="T63" fmla="*/ 287 h 151"/>
                  <a:gd name="T64" fmla="*/ 349 w 208"/>
                  <a:gd name="T65" fmla="*/ 306 h 151"/>
                  <a:gd name="T66" fmla="*/ 472 w 208"/>
                  <a:gd name="T67" fmla="*/ 278 h 151"/>
                  <a:gd name="T68" fmla="*/ 443 w 208"/>
                  <a:gd name="T69" fmla="*/ 313 h 151"/>
                  <a:gd name="T70" fmla="*/ 533 w 208"/>
                  <a:gd name="T71" fmla="*/ 236 h 151"/>
                  <a:gd name="T72" fmla="*/ 541 w 208"/>
                  <a:gd name="T73" fmla="*/ 223 h 151"/>
                  <a:gd name="T74" fmla="*/ 709 w 208"/>
                  <a:gd name="T75" fmla="*/ 155 h 151"/>
                  <a:gd name="T76" fmla="*/ 792 w 208"/>
                  <a:gd name="T77" fmla="*/ 463 h 151"/>
                  <a:gd name="T78" fmla="*/ 792 w 208"/>
                  <a:gd name="T79" fmla="*/ 614 h 151"/>
                  <a:gd name="T80" fmla="*/ 845 w 208"/>
                  <a:gd name="T81" fmla="*/ 418 h 151"/>
                  <a:gd name="T82" fmla="*/ 820 w 208"/>
                  <a:gd name="T83" fmla="*/ 211 h 151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0" t="0" r="r" b="b"/>
                <a:pathLst>
                  <a:path w="208" h="151">
                    <a:moveTo>
                      <a:pt x="200" y="52"/>
                    </a:moveTo>
                    <a:cubicBezTo>
                      <a:pt x="197" y="40"/>
                      <a:pt x="191" y="28"/>
                      <a:pt x="178" y="23"/>
                    </a:cubicBezTo>
                    <a:cubicBezTo>
                      <a:pt x="180" y="24"/>
                      <a:pt x="182" y="25"/>
                      <a:pt x="184" y="26"/>
                    </a:cubicBezTo>
                    <a:cubicBezTo>
                      <a:pt x="178" y="19"/>
                      <a:pt x="167" y="12"/>
                      <a:pt x="158" y="11"/>
                    </a:cubicBezTo>
                    <a:cubicBezTo>
                      <a:pt x="163" y="10"/>
                      <a:pt x="168" y="15"/>
                      <a:pt x="173" y="14"/>
                    </a:cubicBezTo>
                    <a:cubicBezTo>
                      <a:pt x="169" y="11"/>
                      <a:pt x="161" y="6"/>
                      <a:pt x="155" y="6"/>
                    </a:cubicBezTo>
                    <a:cubicBezTo>
                      <a:pt x="151" y="5"/>
                      <a:pt x="145" y="8"/>
                      <a:pt x="140" y="8"/>
                    </a:cubicBezTo>
                    <a:cubicBezTo>
                      <a:pt x="139" y="8"/>
                      <a:pt x="139" y="8"/>
                      <a:pt x="138" y="8"/>
                    </a:cubicBezTo>
                    <a:cubicBezTo>
                      <a:pt x="137" y="7"/>
                      <a:pt x="135" y="6"/>
                      <a:pt x="134" y="6"/>
                    </a:cubicBezTo>
                    <a:cubicBezTo>
                      <a:pt x="129" y="3"/>
                      <a:pt x="124" y="3"/>
                      <a:pt x="119" y="2"/>
                    </a:cubicBezTo>
                    <a:cubicBezTo>
                      <a:pt x="109" y="0"/>
                      <a:pt x="100" y="0"/>
                      <a:pt x="90" y="1"/>
                    </a:cubicBezTo>
                    <a:cubicBezTo>
                      <a:pt x="93" y="1"/>
                      <a:pt x="95" y="2"/>
                      <a:pt x="97" y="3"/>
                    </a:cubicBezTo>
                    <a:cubicBezTo>
                      <a:pt x="92" y="2"/>
                      <a:pt x="86" y="3"/>
                      <a:pt x="82" y="4"/>
                    </a:cubicBezTo>
                    <a:cubicBezTo>
                      <a:pt x="73" y="6"/>
                      <a:pt x="64" y="5"/>
                      <a:pt x="55" y="8"/>
                    </a:cubicBezTo>
                    <a:cubicBezTo>
                      <a:pt x="57" y="9"/>
                      <a:pt x="59" y="9"/>
                      <a:pt x="61" y="9"/>
                    </a:cubicBezTo>
                    <a:cubicBezTo>
                      <a:pt x="55" y="10"/>
                      <a:pt x="49" y="12"/>
                      <a:pt x="43" y="15"/>
                    </a:cubicBezTo>
                    <a:cubicBezTo>
                      <a:pt x="36" y="18"/>
                      <a:pt x="32" y="23"/>
                      <a:pt x="26" y="27"/>
                    </a:cubicBezTo>
                    <a:cubicBezTo>
                      <a:pt x="27" y="26"/>
                      <a:pt x="29" y="25"/>
                      <a:pt x="31" y="24"/>
                    </a:cubicBezTo>
                    <a:cubicBezTo>
                      <a:pt x="28" y="28"/>
                      <a:pt x="23" y="30"/>
                      <a:pt x="20" y="34"/>
                    </a:cubicBezTo>
                    <a:cubicBezTo>
                      <a:pt x="19" y="36"/>
                      <a:pt x="18" y="39"/>
                      <a:pt x="17" y="42"/>
                    </a:cubicBezTo>
                    <a:cubicBezTo>
                      <a:pt x="0" y="68"/>
                      <a:pt x="5" y="98"/>
                      <a:pt x="6" y="102"/>
                    </a:cubicBezTo>
                    <a:cubicBezTo>
                      <a:pt x="7" y="110"/>
                      <a:pt x="15" y="149"/>
                      <a:pt x="17" y="144"/>
                    </a:cubicBezTo>
                    <a:cubicBezTo>
                      <a:pt x="18" y="139"/>
                      <a:pt x="18" y="128"/>
                      <a:pt x="16" y="112"/>
                    </a:cubicBezTo>
                    <a:cubicBezTo>
                      <a:pt x="14" y="97"/>
                      <a:pt x="8" y="66"/>
                      <a:pt x="36" y="42"/>
                    </a:cubicBezTo>
                    <a:cubicBezTo>
                      <a:pt x="47" y="32"/>
                      <a:pt x="56" y="34"/>
                      <a:pt x="64" y="40"/>
                    </a:cubicBezTo>
                    <a:cubicBezTo>
                      <a:pt x="66" y="42"/>
                      <a:pt x="67" y="45"/>
                      <a:pt x="68" y="48"/>
                    </a:cubicBezTo>
                    <a:cubicBezTo>
                      <a:pt x="71" y="51"/>
                      <a:pt x="76" y="52"/>
                      <a:pt x="77" y="55"/>
                    </a:cubicBezTo>
                    <a:cubicBezTo>
                      <a:pt x="74" y="56"/>
                      <a:pt x="67" y="53"/>
                      <a:pt x="69" y="57"/>
                    </a:cubicBezTo>
                    <a:cubicBezTo>
                      <a:pt x="72" y="62"/>
                      <a:pt x="80" y="62"/>
                      <a:pt x="83" y="64"/>
                    </a:cubicBezTo>
                    <a:cubicBezTo>
                      <a:pt x="79" y="63"/>
                      <a:pt x="73" y="62"/>
                      <a:pt x="69" y="64"/>
                    </a:cubicBezTo>
                    <a:cubicBezTo>
                      <a:pt x="74" y="63"/>
                      <a:pt x="80" y="69"/>
                      <a:pt x="84" y="70"/>
                    </a:cubicBezTo>
                    <a:cubicBezTo>
                      <a:pt x="88" y="70"/>
                      <a:pt x="92" y="70"/>
                      <a:pt x="95" y="71"/>
                    </a:cubicBezTo>
                    <a:cubicBezTo>
                      <a:pt x="91" y="72"/>
                      <a:pt x="88" y="74"/>
                      <a:pt x="85" y="75"/>
                    </a:cubicBezTo>
                    <a:cubicBezTo>
                      <a:pt x="95" y="76"/>
                      <a:pt x="106" y="72"/>
                      <a:pt x="115" y="68"/>
                    </a:cubicBezTo>
                    <a:cubicBezTo>
                      <a:pt x="113" y="71"/>
                      <a:pt x="110" y="74"/>
                      <a:pt x="108" y="77"/>
                    </a:cubicBezTo>
                    <a:cubicBezTo>
                      <a:pt x="115" y="71"/>
                      <a:pt x="125" y="65"/>
                      <a:pt x="130" y="58"/>
                    </a:cubicBezTo>
                    <a:cubicBezTo>
                      <a:pt x="131" y="57"/>
                      <a:pt x="131" y="56"/>
                      <a:pt x="132" y="55"/>
                    </a:cubicBezTo>
                    <a:cubicBezTo>
                      <a:pt x="148" y="44"/>
                      <a:pt x="158" y="27"/>
                      <a:pt x="173" y="38"/>
                    </a:cubicBezTo>
                    <a:cubicBezTo>
                      <a:pt x="193" y="54"/>
                      <a:pt x="197" y="96"/>
                      <a:pt x="193" y="114"/>
                    </a:cubicBezTo>
                    <a:cubicBezTo>
                      <a:pt x="191" y="129"/>
                      <a:pt x="193" y="151"/>
                      <a:pt x="193" y="151"/>
                    </a:cubicBezTo>
                    <a:cubicBezTo>
                      <a:pt x="194" y="146"/>
                      <a:pt x="205" y="126"/>
                      <a:pt x="206" y="103"/>
                    </a:cubicBezTo>
                    <a:cubicBezTo>
                      <a:pt x="207" y="93"/>
                      <a:pt x="208" y="72"/>
                      <a:pt x="200" y="52"/>
                    </a:cubicBezTo>
                    <a:close/>
                  </a:path>
                </a:pathLst>
              </a:custGeom>
              <a:noFill/>
              <a:ln w="158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706" name="Freeform 597">
                <a:extLst>
                  <a:ext uri="{FF2B5EF4-FFF2-40B4-BE49-F238E27FC236}">
                    <a16:creationId xmlns:a16="http://schemas.microsoft.com/office/drawing/2014/main" id="{05E9B375-1370-4B00-A5C5-82C2710ED2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6" y="770"/>
                <a:ext cx="70" cy="156"/>
              </a:xfrm>
              <a:custGeom>
                <a:avLst/>
                <a:gdLst>
                  <a:gd name="T0" fmla="*/ 177 w 44"/>
                  <a:gd name="T1" fmla="*/ 13 h 98"/>
                  <a:gd name="T2" fmla="*/ 137 w 44"/>
                  <a:gd name="T3" fmla="*/ 5 h 98"/>
                  <a:gd name="T4" fmla="*/ 102 w 44"/>
                  <a:gd name="T5" fmla="*/ 13 h 98"/>
                  <a:gd name="T6" fmla="*/ 56 w 44"/>
                  <a:gd name="T7" fmla="*/ 48 h 98"/>
                  <a:gd name="T8" fmla="*/ 33 w 44"/>
                  <a:gd name="T9" fmla="*/ 96 h 98"/>
                  <a:gd name="T10" fmla="*/ 0 w 44"/>
                  <a:gd name="T11" fmla="*/ 210 h 98"/>
                  <a:gd name="T12" fmla="*/ 5 w 44"/>
                  <a:gd name="T13" fmla="*/ 279 h 98"/>
                  <a:gd name="T14" fmla="*/ 21 w 44"/>
                  <a:gd name="T15" fmla="*/ 350 h 98"/>
                  <a:gd name="T16" fmla="*/ 25 w 44"/>
                  <a:gd name="T17" fmla="*/ 395 h 98"/>
                  <a:gd name="T18" fmla="*/ 53 w 44"/>
                  <a:gd name="T19" fmla="*/ 339 h 98"/>
                  <a:gd name="T20" fmla="*/ 103 w 44"/>
                  <a:gd name="T21" fmla="*/ 294 h 98"/>
                  <a:gd name="T22" fmla="*/ 134 w 44"/>
                  <a:gd name="T23" fmla="*/ 271 h 98"/>
                  <a:gd name="T24" fmla="*/ 116 w 44"/>
                  <a:gd name="T25" fmla="*/ 261 h 98"/>
                  <a:gd name="T26" fmla="*/ 95 w 44"/>
                  <a:gd name="T27" fmla="*/ 253 h 98"/>
                  <a:gd name="T28" fmla="*/ 81 w 44"/>
                  <a:gd name="T29" fmla="*/ 102 h 98"/>
                  <a:gd name="T30" fmla="*/ 137 w 44"/>
                  <a:gd name="T31" fmla="*/ 35 h 98"/>
                  <a:gd name="T32" fmla="*/ 170 w 44"/>
                  <a:gd name="T33" fmla="*/ 21 h 98"/>
                  <a:gd name="T34" fmla="*/ 177 w 44"/>
                  <a:gd name="T35" fmla="*/ 16 h 98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44" h="98">
                    <a:moveTo>
                      <a:pt x="44" y="3"/>
                    </a:moveTo>
                    <a:cubicBezTo>
                      <a:pt x="40" y="3"/>
                      <a:pt x="37" y="1"/>
                      <a:pt x="34" y="1"/>
                    </a:cubicBezTo>
                    <a:cubicBezTo>
                      <a:pt x="30" y="0"/>
                      <a:pt x="28" y="1"/>
                      <a:pt x="25" y="3"/>
                    </a:cubicBezTo>
                    <a:cubicBezTo>
                      <a:pt x="21" y="5"/>
                      <a:pt x="16" y="8"/>
                      <a:pt x="14" y="12"/>
                    </a:cubicBezTo>
                    <a:cubicBezTo>
                      <a:pt x="11" y="16"/>
                      <a:pt x="10" y="20"/>
                      <a:pt x="8" y="24"/>
                    </a:cubicBezTo>
                    <a:cubicBezTo>
                      <a:pt x="3" y="32"/>
                      <a:pt x="0" y="43"/>
                      <a:pt x="0" y="52"/>
                    </a:cubicBezTo>
                    <a:cubicBezTo>
                      <a:pt x="0" y="58"/>
                      <a:pt x="1" y="63"/>
                      <a:pt x="1" y="69"/>
                    </a:cubicBezTo>
                    <a:cubicBezTo>
                      <a:pt x="2" y="75"/>
                      <a:pt x="4" y="81"/>
                      <a:pt x="5" y="87"/>
                    </a:cubicBezTo>
                    <a:cubicBezTo>
                      <a:pt x="5" y="90"/>
                      <a:pt x="6" y="94"/>
                      <a:pt x="6" y="98"/>
                    </a:cubicBezTo>
                    <a:cubicBezTo>
                      <a:pt x="8" y="93"/>
                      <a:pt x="10" y="89"/>
                      <a:pt x="13" y="84"/>
                    </a:cubicBezTo>
                    <a:cubicBezTo>
                      <a:pt x="16" y="79"/>
                      <a:pt x="21" y="76"/>
                      <a:pt x="26" y="73"/>
                    </a:cubicBezTo>
                    <a:cubicBezTo>
                      <a:pt x="28" y="72"/>
                      <a:pt x="34" y="69"/>
                      <a:pt x="33" y="67"/>
                    </a:cubicBezTo>
                    <a:cubicBezTo>
                      <a:pt x="32" y="66"/>
                      <a:pt x="30" y="65"/>
                      <a:pt x="29" y="65"/>
                    </a:cubicBezTo>
                    <a:cubicBezTo>
                      <a:pt x="27" y="65"/>
                      <a:pt x="25" y="64"/>
                      <a:pt x="24" y="63"/>
                    </a:cubicBezTo>
                    <a:cubicBezTo>
                      <a:pt x="12" y="56"/>
                      <a:pt x="15" y="36"/>
                      <a:pt x="20" y="25"/>
                    </a:cubicBezTo>
                    <a:cubicBezTo>
                      <a:pt x="22" y="18"/>
                      <a:pt x="28" y="12"/>
                      <a:pt x="34" y="9"/>
                    </a:cubicBezTo>
                    <a:cubicBezTo>
                      <a:pt x="37" y="8"/>
                      <a:pt x="40" y="7"/>
                      <a:pt x="42" y="5"/>
                    </a:cubicBezTo>
                    <a:cubicBezTo>
                      <a:pt x="43" y="5"/>
                      <a:pt x="43" y="4"/>
                      <a:pt x="44" y="4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707" name="Freeform 598">
                <a:extLst>
                  <a:ext uri="{FF2B5EF4-FFF2-40B4-BE49-F238E27FC236}">
                    <a16:creationId xmlns:a16="http://schemas.microsoft.com/office/drawing/2014/main" id="{1DD6C9C4-13B1-457D-8088-3E9120AC78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8" y="795"/>
                <a:ext cx="16" cy="24"/>
              </a:xfrm>
              <a:custGeom>
                <a:avLst/>
                <a:gdLst>
                  <a:gd name="T0" fmla="*/ 42 w 10"/>
                  <a:gd name="T1" fmla="*/ 5 h 15"/>
                  <a:gd name="T2" fmla="*/ 16 w 10"/>
                  <a:gd name="T3" fmla="*/ 21 h 15"/>
                  <a:gd name="T4" fmla="*/ 35 w 10"/>
                  <a:gd name="T5" fmla="*/ 42 h 15"/>
                  <a:gd name="T6" fmla="*/ 26 w 10"/>
                  <a:gd name="T7" fmla="*/ 61 h 15"/>
                  <a:gd name="T8" fmla="*/ 0 w 10"/>
                  <a:gd name="T9" fmla="*/ 26 h 15"/>
                  <a:gd name="T10" fmla="*/ 35 w 10"/>
                  <a:gd name="T11" fmla="*/ 5 h 1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" h="15">
                    <a:moveTo>
                      <a:pt x="10" y="1"/>
                    </a:moveTo>
                    <a:cubicBezTo>
                      <a:pt x="7" y="0"/>
                      <a:pt x="4" y="2"/>
                      <a:pt x="4" y="5"/>
                    </a:cubicBezTo>
                    <a:cubicBezTo>
                      <a:pt x="4" y="7"/>
                      <a:pt x="7" y="9"/>
                      <a:pt x="9" y="10"/>
                    </a:cubicBezTo>
                    <a:cubicBezTo>
                      <a:pt x="5" y="10"/>
                      <a:pt x="4" y="13"/>
                      <a:pt x="6" y="15"/>
                    </a:cubicBezTo>
                    <a:cubicBezTo>
                      <a:pt x="3" y="14"/>
                      <a:pt x="0" y="10"/>
                      <a:pt x="0" y="6"/>
                    </a:cubicBezTo>
                    <a:cubicBezTo>
                      <a:pt x="0" y="1"/>
                      <a:pt x="5" y="0"/>
                      <a:pt x="9" y="1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708" name="Freeform 599">
                <a:extLst>
                  <a:ext uri="{FF2B5EF4-FFF2-40B4-BE49-F238E27FC236}">
                    <a16:creationId xmlns:a16="http://schemas.microsoft.com/office/drawing/2014/main" id="{0FC83FAB-CDA8-4E26-87CF-2BD4E257E2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5" y="826"/>
                <a:ext cx="51" cy="16"/>
              </a:xfrm>
              <a:custGeom>
                <a:avLst/>
                <a:gdLst>
                  <a:gd name="T0" fmla="*/ 129 w 32"/>
                  <a:gd name="T1" fmla="*/ 0 h 10"/>
                  <a:gd name="T2" fmla="*/ 69 w 32"/>
                  <a:gd name="T3" fmla="*/ 26 h 10"/>
                  <a:gd name="T4" fmla="*/ 5 w 32"/>
                  <a:gd name="T5" fmla="*/ 34 h 10"/>
                  <a:gd name="T6" fmla="*/ 26 w 32"/>
                  <a:gd name="T7" fmla="*/ 26 h 10"/>
                  <a:gd name="T8" fmla="*/ 69 w 32"/>
                  <a:gd name="T9" fmla="*/ 21 h 10"/>
                  <a:gd name="T10" fmla="*/ 129 w 32"/>
                  <a:gd name="T11" fmla="*/ 5 h 1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2" h="10">
                    <a:moveTo>
                      <a:pt x="32" y="0"/>
                    </a:moveTo>
                    <a:cubicBezTo>
                      <a:pt x="31" y="5"/>
                      <a:pt x="22" y="6"/>
                      <a:pt x="17" y="6"/>
                    </a:cubicBezTo>
                    <a:cubicBezTo>
                      <a:pt x="12" y="7"/>
                      <a:pt x="7" y="10"/>
                      <a:pt x="1" y="8"/>
                    </a:cubicBezTo>
                    <a:cubicBezTo>
                      <a:pt x="0" y="6"/>
                      <a:pt x="5" y="6"/>
                      <a:pt x="6" y="6"/>
                    </a:cubicBezTo>
                    <a:cubicBezTo>
                      <a:pt x="10" y="6"/>
                      <a:pt x="13" y="6"/>
                      <a:pt x="17" y="5"/>
                    </a:cubicBezTo>
                    <a:cubicBezTo>
                      <a:pt x="22" y="4"/>
                      <a:pt x="27" y="2"/>
                      <a:pt x="32" y="1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709" name="Freeform 600">
                <a:extLst>
                  <a:ext uri="{FF2B5EF4-FFF2-40B4-BE49-F238E27FC236}">
                    <a16:creationId xmlns:a16="http://schemas.microsoft.com/office/drawing/2014/main" id="{13271F44-746C-4DBC-9D39-2367B49795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7" y="821"/>
                <a:ext cx="30" cy="22"/>
              </a:xfrm>
              <a:custGeom>
                <a:avLst/>
                <a:gdLst>
                  <a:gd name="T0" fmla="*/ 74 w 19"/>
                  <a:gd name="T1" fmla="*/ 0 h 14"/>
                  <a:gd name="T2" fmla="*/ 33 w 19"/>
                  <a:gd name="T3" fmla="*/ 31 h 14"/>
                  <a:gd name="T4" fmla="*/ 0 w 19"/>
                  <a:gd name="T5" fmla="*/ 42 h 14"/>
                  <a:gd name="T6" fmla="*/ 55 w 19"/>
                  <a:gd name="T7" fmla="*/ 27 h 14"/>
                  <a:gd name="T8" fmla="*/ 69 w 19"/>
                  <a:gd name="T9" fmla="*/ 0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14">
                    <a:moveTo>
                      <a:pt x="19" y="0"/>
                    </a:moveTo>
                    <a:cubicBezTo>
                      <a:pt x="15" y="3"/>
                      <a:pt x="12" y="6"/>
                      <a:pt x="8" y="8"/>
                    </a:cubicBezTo>
                    <a:cubicBezTo>
                      <a:pt x="5" y="9"/>
                      <a:pt x="3" y="10"/>
                      <a:pt x="0" y="11"/>
                    </a:cubicBezTo>
                    <a:cubicBezTo>
                      <a:pt x="4" y="14"/>
                      <a:pt x="11" y="10"/>
                      <a:pt x="14" y="7"/>
                    </a:cubicBezTo>
                    <a:cubicBezTo>
                      <a:pt x="16" y="5"/>
                      <a:pt x="17" y="2"/>
                      <a:pt x="18" y="0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710" name="Freeform 601">
                <a:extLst>
                  <a:ext uri="{FF2B5EF4-FFF2-40B4-BE49-F238E27FC236}">
                    <a16:creationId xmlns:a16="http://schemas.microsoft.com/office/drawing/2014/main" id="{9A52A0C1-725D-4FCD-8B7F-B081B75A15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94" y="818"/>
                <a:ext cx="43" cy="92"/>
              </a:xfrm>
              <a:custGeom>
                <a:avLst/>
                <a:gdLst>
                  <a:gd name="T0" fmla="*/ 0 w 27"/>
                  <a:gd name="T1" fmla="*/ 16 h 58"/>
                  <a:gd name="T2" fmla="*/ 46 w 27"/>
                  <a:gd name="T3" fmla="*/ 13 h 58"/>
                  <a:gd name="T4" fmla="*/ 73 w 27"/>
                  <a:gd name="T5" fmla="*/ 0 h 58"/>
                  <a:gd name="T6" fmla="*/ 97 w 27"/>
                  <a:gd name="T7" fmla="*/ 43 h 58"/>
                  <a:gd name="T8" fmla="*/ 108 w 27"/>
                  <a:gd name="T9" fmla="*/ 130 h 58"/>
                  <a:gd name="T10" fmla="*/ 102 w 27"/>
                  <a:gd name="T11" fmla="*/ 184 h 58"/>
                  <a:gd name="T12" fmla="*/ 97 w 27"/>
                  <a:gd name="T13" fmla="*/ 206 h 58"/>
                  <a:gd name="T14" fmla="*/ 94 w 27"/>
                  <a:gd name="T15" fmla="*/ 232 h 58"/>
                  <a:gd name="T16" fmla="*/ 94 w 27"/>
                  <a:gd name="T17" fmla="*/ 130 h 58"/>
                  <a:gd name="T18" fmla="*/ 64 w 27"/>
                  <a:gd name="T19" fmla="*/ 60 h 58"/>
                  <a:gd name="T20" fmla="*/ 21 w 27"/>
                  <a:gd name="T21" fmla="*/ 33 h 58"/>
                  <a:gd name="T22" fmla="*/ 5 w 27"/>
                  <a:gd name="T23" fmla="*/ 21 h 58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7" h="58">
                    <a:moveTo>
                      <a:pt x="0" y="4"/>
                    </a:moveTo>
                    <a:cubicBezTo>
                      <a:pt x="4" y="6"/>
                      <a:pt x="7" y="5"/>
                      <a:pt x="11" y="3"/>
                    </a:cubicBezTo>
                    <a:cubicBezTo>
                      <a:pt x="13" y="2"/>
                      <a:pt x="15" y="0"/>
                      <a:pt x="18" y="0"/>
                    </a:cubicBezTo>
                    <a:cubicBezTo>
                      <a:pt x="22" y="0"/>
                      <a:pt x="23" y="8"/>
                      <a:pt x="24" y="11"/>
                    </a:cubicBezTo>
                    <a:cubicBezTo>
                      <a:pt x="26" y="18"/>
                      <a:pt x="27" y="26"/>
                      <a:pt x="27" y="33"/>
                    </a:cubicBezTo>
                    <a:cubicBezTo>
                      <a:pt x="26" y="38"/>
                      <a:pt x="26" y="42"/>
                      <a:pt x="25" y="46"/>
                    </a:cubicBezTo>
                    <a:cubicBezTo>
                      <a:pt x="25" y="48"/>
                      <a:pt x="25" y="50"/>
                      <a:pt x="24" y="52"/>
                    </a:cubicBezTo>
                    <a:cubicBezTo>
                      <a:pt x="24" y="54"/>
                      <a:pt x="23" y="56"/>
                      <a:pt x="23" y="58"/>
                    </a:cubicBezTo>
                    <a:cubicBezTo>
                      <a:pt x="23" y="50"/>
                      <a:pt x="24" y="42"/>
                      <a:pt x="23" y="33"/>
                    </a:cubicBezTo>
                    <a:cubicBezTo>
                      <a:pt x="22" y="27"/>
                      <a:pt x="20" y="21"/>
                      <a:pt x="16" y="15"/>
                    </a:cubicBezTo>
                    <a:cubicBezTo>
                      <a:pt x="14" y="11"/>
                      <a:pt x="9" y="10"/>
                      <a:pt x="5" y="8"/>
                    </a:cubicBezTo>
                    <a:cubicBezTo>
                      <a:pt x="4" y="8"/>
                      <a:pt x="1" y="7"/>
                      <a:pt x="1" y="5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711" name="Freeform 602">
                <a:extLst>
                  <a:ext uri="{FF2B5EF4-FFF2-40B4-BE49-F238E27FC236}">
                    <a16:creationId xmlns:a16="http://schemas.microsoft.com/office/drawing/2014/main" id="{BA0051A4-2757-4DDB-AB0A-3A75888ACA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9" y="1019"/>
                <a:ext cx="56" cy="102"/>
              </a:xfrm>
              <a:custGeom>
                <a:avLst/>
                <a:gdLst>
                  <a:gd name="T0" fmla="*/ 144 w 35"/>
                  <a:gd name="T1" fmla="*/ 0 h 64"/>
                  <a:gd name="T2" fmla="*/ 0 w 35"/>
                  <a:gd name="T3" fmla="*/ 260 h 64"/>
                  <a:gd name="T4" fmla="*/ 144 w 35"/>
                  <a:gd name="T5" fmla="*/ 0 h 6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5" h="64">
                    <a:moveTo>
                      <a:pt x="35" y="0"/>
                    </a:moveTo>
                    <a:cubicBezTo>
                      <a:pt x="35" y="0"/>
                      <a:pt x="31" y="50"/>
                      <a:pt x="0" y="64"/>
                    </a:cubicBezTo>
                    <a:cubicBezTo>
                      <a:pt x="0" y="64"/>
                      <a:pt x="27" y="39"/>
                      <a:pt x="35" y="0"/>
                    </a:cubicBezTo>
                    <a:close/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712" name="Freeform 603">
                <a:extLst>
                  <a:ext uri="{FF2B5EF4-FFF2-40B4-BE49-F238E27FC236}">
                    <a16:creationId xmlns:a16="http://schemas.microsoft.com/office/drawing/2014/main" id="{C937BE33-F4AD-40E5-A2A7-AA2AE6D9C0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3" y="1135"/>
                <a:ext cx="38" cy="114"/>
              </a:xfrm>
              <a:custGeom>
                <a:avLst/>
                <a:gdLst>
                  <a:gd name="T0" fmla="*/ 5 w 24"/>
                  <a:gd name="T1" fmla="*/ 0 h 71"/>
                  <a:gd name="T2" fmla="*/ 25 w 24"/>
                  <a:gd name="T3" fmla="*/ 26 h 71"/>
                  <a:gd name="T4" fmla="*/ 43 w 24"/>
                  <a:gd name="T5" fmla="*/ 69 h 71"/>
                  <a:gd name="T6" fmla="*/ 63 w 24"/>
                  <a:gd name="T7" fmla="*/ 165 h 71"/>
                  <a:gd name="T8" fmla="*/ 95 w 24"/>
                  <a:gd name="T9" fmla="*/ 294 h 71"/>
                  <a:gd name="T10" fmla="*/ 48 w 24"/>
                  <a:gd name="T11" fmla="*/ 124 h 71"/>
                  <a:gd name="T12" fmla="*/ 33 w 24"/>
                  <a:gd name="T13" fmla="*/ 55 h 71"/>
                  <a:gd name="T14" fmla="*/ 0 w 24"/>
                  <a:gd name="T15" fmla="*/ 8 h 7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4" h="71">
                    <a:moveTo>
                      <a:pt x="1" y="0"/>
                    </a:moveTo>
                    <a:cubicBezTo>
                      <a:pt x="2" y="2"/>
                      <a:pt x="4" y="4"/>
                      <a:pt x="6" y="6"/>
                    </a:cubicBezTo>
                    <a:cubicBezTo>
                      <a:pt x="8" y="9"/>
                      <a:pt x="10" y="13"/>
                      <a:pt x="11" y="17"/>
                    </a:cubicBezTo>
                    <a:cubicBezTo>
                      <a:pt x="14" y="25"/>
                      <a:pt x="15" y="32"/>
                      <a:pt x="16" y="40"/>
                    </a:cubicBezTo>
                    <a:cubicBezTo>
                      <a:pt x="17" y="51"/>
                      <a:pt x="22" y="61"/>
                      <a:pt x="24" y="71"/>
                    </a:cubicBezTo>
                    <a:cubicBezTo>
                      <a:pt x="15" y="60"/>
                      <a:pt x="12" y="43"/>
                      <a:pt x="12" y="30"/>
                    </a:cubicBezTo>
                    <a:cubicBezTo>
                      <a:pt x="12" y="24"/>
                      <a:pt x="11" y="18"/>
                      <a:pt x="8" y="13"/>
                    </a:cubicBezTo>
                    <a:cubicBezTo>
                      <a:pt x="6" y="10"/>
                      <a:pt x="1" y="6"/>
                      <a:pt x="0" y="2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713" name="Freeform 604">
                <a:extLst>
                  <a:ext uri="{FF2B5EF4-FFF2-40B4-BE49-F238E27FC236}">
                    <a16:creationId xmlns:a16="http://schemas.microsoft.com/office/drawing/2014/main" id="{3D2CC12C-A36F-48D9-8A53-0017DBBCFB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1" y="1139"/>
                <a:ext cx="38" cy="95"/>
              </a:xfrm>
              <a:custGeom>
                <a:avLst/>
                <a:gdLst>
                  <a:gd name="T0" fmla="*/ 95 w 24"/>
                  <a:gd name="T1" fmla="*/ 0 h 60"/>
                  <a:gd name="T2" fmla="*/ 35 w 24"/>
                  <a:gd name="T3" fmla="*/ 103 h 60"/>
                  <a:gd name="T4" fmla="*/ 25 w 24"/>
                  <a:gd name="T5" fmla="*/ 177 h 60"/>
                  <a:gd name="T6" fmla="*/ 0 w 24"/>
                  <a:gd name="T7" fmla="*/ 238 h 60"/>
                  <a:gd name="T8" fmla="*/ 40 w 24"/>
                  <a:gd name="T9" fmla="*/ 177 h 60"/>
                  <a:gd name="T10" fmla="*/ 55 w 24"/>
                  <a:gd name="T11" fmla="*/ 100 h 60"/>
                  <a:gd name="T12" fmla="*/ 73 w 24"/>
                  <a:gd name="T13" fmla="*/ 43 h 60"/>
                  <a:gd name="T14" fmla="*/ 90 w 24"/>
                  <a:gd name="T15" fmla="*/ 5 h 6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4" h="60">
                    <a:moveTo>
                      <a:pt x="24" y="0"/>
                    </a:moveTo>
                    <a:cubicBezTo>
                      <a:pt x="15" y="4"/>
                      <a:pt x="11" y="18"/>
                      <a:pt x="9" y="26"/>
                    </a:cubicBezTo>
                    <a:cubicBezTo>
                      <a:pt x="8" y="33"/>
                      <a:pt x="7" y="39"/>
                      <a:pt x="6" y="45"/>
                    </a:cubicBezTo>
                    <a:cubicBezTo>
                      <a:pt x="4" y="50"/>
                      <a:pt x="2" y="55"/>
                      <a:pt x="0" y="60"/>
                    </a:cubicBezTo>
                    <a:cubicBezTo>
                      <a:pt x="4" y="55"/>
                      <a:pt x="7" y="51"/>
                      <a:pt x="10" y="45"/>
                    </a:cubicBezTo>
                    <a:cubicBezTo>
                      <a:pt x="12" y="38"/>
                      <a:pt x="12" y="31"/>
                      <a:pt x="14" y="25"/>
                    </a:cubicBezTo>
                    <a:cubicBezTo>
                      <a:pt x="15" y="20"/>
                      <a:pt x="16" y="15"/>
                      <a:pt x="18" y="11"/>
                    </a:cubicBezTo>
                    <a:cubicBezTo>
                      <a:pt x="19" y="7"/>
                      <a:pt x="22" y="5"/>
                      <a:pt x="23" y="1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714" name="Freeform 605">
                <a:extLst>
                  <a:ext uri="{FF2B5EF4-FFF2-40B4-BE49-F238E27FC236}">
                    <a16:creationId xmlns:a16="http://schemas.microsoft.com/office/drawing/2014/main" id="{EE3D4EA1-EB21-44FE-AC80-8EE331C98F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54" y="1118"/>
                <a:ext cx="87" cy="107"/>
              </a:xfrm>
              <a:custGeom>
                <a:avLst/>
                <a:gdLst>
                  <a:gd name="T0" fmla="*/ 103 w 54"/>
                  <a:gd name="T1" fmla="*/ 0 h 67"/>
                  <a:gd name="T2" fmla="*/ 102 w 54"/>
                  <a:gd name="T3" fmla="*/ 56 h 67"/>
                  <a:gd name="T4" fmla="*/ 122 w 54"/>
                  <a:gd name="T5" fmla="*/ 137 h 67"/>
                  <a:gd name="T6" fmla="*/ 171 w 54"/>
                  <a:gd name="T7" fmla="*/ 206 h 67"/>
                  <a:gd name="T8" fmla="*/ 226 w 54"/>
                  <a:gd name="T9" fmla="*/ 273 h 67"/>
                  <a:gd name="T10" fmla="*/ 171 w 54"/>
                  <a:gd name="T11" fmla="*/ 227 h 67"/>
                  <a:gd name="T12" fmla="*/ 90 w 54"/>
                  <a:gd name="T13" fmla="*/ 155 h 67"/>
                  <a:gd name="T14" fmla="*/ 47 w 54"/>
                  <a:gd name="T15" fmla="*/ 136 h 67"/>
                  <a:gd name="T16" fmla="*/ 16 w 54"/>
                  <a:gd name="T17" fmla="*/ 137 h 67"/>
                  <a:gd name="T18" fmla="*/ 60 w 54"/>
                  <a:gd name="T19" fmla="*/ 67 h 67"/>
                  <a:gd name="T20" fmla="*/ 102 w 54"/>
                  <a:gd name="T21" fmla="*/ 21 h 6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54" h="67">
                    <a:moveTo>
                      <a:pt x="25" y="0"/>
                    </a:moveTo>
                    <a:cubicBezTo>
                      <a:pt x="25" y="5"/>
                      <a:pt x="25" y="9"/>
                      <a:pt x="24" y="14"/>
                    </a:cubicBezTo>
                    <a:cubicBezTo>
                      <a:pt x="24" y="21"/>
                      <a:pt x="26" y="27"/>
                      <a:pt x="29" y="34"/>
                    </a:cubicBezTo>
                    <a:cubicBezTo>
                      <a:pt x="31" y="41"/>
                      <a:pt x="37" y="45"/>
                      <a:pt x="41" y="51"/>
                    </a:cubicBezTo>
                    <a:cubicBezTo>
                      <a:pt x="45" y="57"/>
                      <a:pt x="52" y="61"/>
                      <a:pt x="54" y="67"/>
                    </a:cubicBezTo>
                    <a:cubicBezTo>
                      <a:pt x="50" y="67"/>
                      <a:pt x="44" y="59"/>
                      <a:pt x="41" y="56"/>
                    </a:cubicBezTo>
                    <a:cubicBezTo>
                      <a:pt x="36" y="49"/>
                      <a:pt x="30" y="43"/>
                      <a:pt x="22" y="38"/>
                    </a:cubicBezTo>
                    <a:cubicBezTo>
                      <a:pt x="19" y="36"/>
                      <a:pt x="16" y="32"/>
                      <a:pt x="11" y="33"/>
                    </a:cubicBezTo>
                    <a:cubicBezTo>
                      <a:pt x="8" y="33"/>
                      <a:pt x="6" y="35"/>
                      <a:pt x="4" y="34"/>
                    </a:cubicBezTo>
                    <a:cubicBezTo>
                      <a:pt x="0" y="27"/>
                      <a:pt x="9" y="21"/>
                      <a:pt x="14" y="16"/>
                    </a:cubicBezTo>
                    <a:cubicBezTo>
                      <a:pt x="18" y="12"/>
                      <a:pt x="19" y="8"/>
                      <a:pt x="24" y="5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715" name="Freeform 606">
                <a:extLst>
                  <a:ext uri="{FF2B5EF4-FFF2-40B4-BE49-F238E27FC236}">
                    <a16:creationId xmlns:a16="http://schemas.microsoft.com/office/drawing/2014/main" id="{67F46277-7052-4697-A5DD-1EAF744956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5" y="1107"/>
                <a:ext cx="84" cy="127"/>
              </a:xfrm>
              <a:custGeom>
                <a:avLst/>
                <a:gdLst>
                  <a:gd name="T0" fmla="*/ 191 w 52"/>
                  <a:gd name="T1" fmla="*/ 0 h 80"/>
                  <a:gd name="T2" fmla="*/ 199 w 52"/>
                  <a:gd name="T3" fmla="*/ 89 h 80"/>
                  <a:gd name="T4" fmla="*/ 170 w 52"/>
                  <a:gd name="T5" fmla="*/ 189 h 80"/>
                  <a:gd name="T6" fmla="*/ 81 w 52"/>
                  <a:gd name="T7" fmla="*/ 278 h 80"/>
                  <a:gd name="T8" fmla="*/ 29 w 52"/>
                  <a:gd name="T9" fmla="*/ 300 h 80"/>
                  <a:gd name="T10" fmla="*/ 0 w 52"/>
                  <a:gd name="T11" fmla="*/ 321 h 80"/>
                  <a:gd name="T12" fmla="*/ 89 w 52"/>
                  <a:gd name="T13" fmla="*/ 284 h 80"/>
                  <a:gd name="T14" fmla="*/ 191 w 52"/>
                  <a:gd name="T15" fmla="*/ 184 h 80"/>
                  <a:gd name="T16" fmla="*/ 212 w 52"/>
                  <a:gd name="T17" fmla="*/ 73 h 80"/>
                  <a:gd name="T18" fmla="*/ 194 w 52"/>
                  <a:gd name="T19" fmla="*/ 8 h 8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2" h="80">
                    <a:moveTo>
                      <a:pt x="45" y="0"/>
                    </a:moveTo>
                    <a:cubicBezTo>
                      <a:pt x="47" y="9"/>
                      <a:pt x="46" y="12"/>
                      <a:pt x="47" y="22"/>
                    </a:cubicBezTo>
                    <a:cubicBezTo>
                      <a:pt x="47" y="31"/>
                      <a:pt x="44" y="39"/>
                      <a:pt x="40" y="47"/>
                    </a:cubicBezTo>
                    <a:cubicBezTo>
                      <a:pt x="36" y="57"/>
                      <a:pt x="28" y="65"/>
                      <a:pt x="19" y="69"/>
                    </a:cubicBezTo>
                    <a:cubicBezTo>
                      <a:pt x="14" y="72"/>
                      <a:pt x="11" y="72"/>
                      <a:pt x="7" y="75"/>
                    </a:cubicBezTo>
                    <a:cubicBezTo>
                      <a:pt x="5" y="77"/>
                      <a:pt x="3" y="79"/>
                      <a:pt x="0" y="80"/>
                    </a:cubicBezTo>
                    <a:cubicBezTo>
                      <a:pt x="7" y="79"/>
                      <a:pt x="15" y="74"/>
                      <a:pt x="21" y="71"/>
                    </a:cubicBezTo>
                    <a:cubicBezTo>
                      <a:pt x="32" y="67"/>
                      <a:pt x="41" y="58"/>
                      <a:pt x="45" y="46"/>
                    </a:cubicBezTo>
                    <a:cubicBezTo>
                      <a:pt x="48" y="36"/>
                      <a:pt x="52" y="28"/>
                      <a:pt x="50" y="18"/>
                    </a:cubicBezTo>
                    <a:cubicBezTo>
                      <a:pt x="48" y="10"/>
                      <a:pt x="47" y="9"/>
                      <a:pt x="46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716" name="Freeform 607">
                <a:extLst>
                  <a:ext uri="{FF2B5EF4-FFF2-40B4-BE49-F238E27FC236}">
                    <a16:creationId xmlns:a16="http://schemas.microsoft.com/office/drawing/2014/main" id="{BB7B0CEA-4B6E-465D-A693-24DA8D1F56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5" y="763"/>
                <a:ext cx="126" cy="64"/>
              </a:xfrm>
              <a:custGeom>
                <a:avLst/>
                <a:gdLst>
                  <a:gd name="T0" fmla="*/ 321 w 79"/>
                  <a:gd name="T1" fmla="*/ 8 h 40"/>
                  <a:gd name="T2" fmla="*/ 211 w 79"/>
                  <a:gd name="T3" fmla="*/ 69 h 40"/>
                  <a:gd name="T4" fmla="*/ 129 w 79"/>
                  <a:gd name="T5" fmla="*/ 138 h 40"/>
                  <a:gd name="T6" fmla="*/ 142 w 79"/>
                  <a:gd name="T7" fmla="*/ 118 h 40"/>
                  <a:gd name="T8" fmla="*/ 104 w 79"/>
                  <a:gd name="T9" fmla="*/ 144 h 40"/>
                  <a:gd name="T10" fmla="*/ 53 w 79"/>
                  <a:gd name="T11" fmla="*/ 163 h 40"/>
                  <a:gd name="T12" fmla="*/ 102 w 79"/>
                  <a:gd name="T13" fmla="*/ 128 h 40"/>
                  <a:gd name="T14" fmla="*/ 21 w 79"/>
                  <a:gd name="T15" fmla="*/ 138 h 40"/>
                  <a:gd name="T16" fmla="*/ 53 w 79"/>
                  <a:gd name="T17" fmla="*/ 131 h 40"/>
                  <a:gd name="T18" fmla="*/ 0 w 79"/>
                  <a:gd name="T19" fmla="*/ 107 h 40"/>
                  <a:gd name="T20" fmla="*/ 29 w 79"/>
                  <a:gd name="T21" fmla="*/ 115 h 40"/>
                  <a:gd name="T22" fmla="*/ 61 w 79"/>
                  <a:gd name="T23" fmla="*/ 118 h 40"/>
                  <a:gd name="T24" fmla="*/ 145 w 79"/>
                  <a:gd name="T25" fmla="*/ 69 h 40"/>
                  <a:gd name="T26" fmla="*/ 123 w 79"/>
                  <a:gd name="T27" fmla="*/ 110 h 40"/>
                  <a:gd name="T28" fmla="*/ 171 w 79"/>
                  <a:gd name="T29" fmla="*/ 67 h 40"/>
                  <a:gd name="T30" fmla="*/ 211 w 79"/>
                  <a:gd name="T31" fmla="*/ 26 h 40"/>
                  <a:gd name="T32" fmla="*/ 231 w 79"/>
                  <a:gd name="T33" fmla="*/ 5 h 40"/>
                  <a:gd name="T34" fmla="*/ 204 w 79"/>
                  <a:gd name="T35" fmla="*/ 48 h 40"/>
                  <a:gd name="T36" fmla="*/ 285 w 79"/>
                  <a:gd name="T37" fmla="*/ 0 h 40"/>
                  <a:gd name="T38" fmla="*/ 321 w 79"/>
                  <a:gd name="T39" fmla="*/ 5 h 40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79" h="40">
                    <a:moveTo>
                      <a:pt x="79" y="2"/>
                    </a:moveTo>
                    <a:cubicBezTo>
                      <a:pt x="67" y="2"/>
                      <a:pt x="59" y="9"/>
                      <a:pt x="52" y="17"/>
                    </a:cubicBezTo>
                    <a:cubicBezTo>
                      <a:pt x="46" y="23"/>
                      <a:pt x="38" y="28"/>
                      <a:pt x="32" y="34"/>
                    </a:cubicBezTo>
                    <a:cubicBezTo>
                      <a:pt x="33" y="33"/>
                      <a:pt x="35" y="31"/>
                      <a:pt x="35" y="29"/>
                    </a:cubicBezTo>
                    <a:cubicBezTo>
                      <a:pt x="32" y="31"/>
                      <a:pt x="29" y="33"/>
                      <a:pt x="26" y="35"/>
                    </a:cubicBezTo>
                    <a:cubicBezTo>
                      <a:pt x="22" y="37"/>
                      <a:pt x="17" y="39"/>
                      <a:pt x="13" y="40"/>
                    </a:cubicBezTo>
                    <a:cubicBezTo>
                      <a:pt x="17" y="38"/>
                      <a:pt x="23" y="35"/>
                      <a:pt x="25" y="31"/>
                    </a:cubicBezTo>
                    <a:cubicBezTo>
                      <a:pt x="20" y="34"/>
                      <a:pt x="11" y="35"/>
                      <a:pt x="5" y="34"/>
                    </a:cubicBezTo>
                    <a:cubicBezTo>
                      <a:pt x="8" y="34"/>
                      <a:pt x="10" y="34"/>
                      <a:pt x="13" y="32"/>
                    </a:cubicBezTo>
                    <a:cubicBezTo>
                      <a:pt x="8" y="31"/>
                      <a:pt x="4" y="29"/>
                      <a:pt x="0" y="26"/>
                    </a:cubicBezTo>
                    <a:cubicBezTo>
                      <a:pt x="2" y="28"/>
                      <a:pt x="5" y="27"/>
                      <a:pt x="7" y="28"/>
                    </a:cubicBezTo>
                    <a:cubicBezTo>
                      <a:pt x="10" y="29"/>
                      <a:pt x="12" y="29"/>
                      <a:pt x="15" y="29"/>
                    </a:cubicBezTo>
                    <a:cubicBezTo>
                      <a:pt x="23" y="28"/>
                      <a:pt x="30" y="22"/>
                      <a:pt x="36" y="17"/>
                    </a:cubicBezTo>
                    <a:cubicBezTo>
                      <a:pt x="34" y="20"/>
                      <a:pt x="31" y="24"/>
                      <a:pt x="30" y="27"/>
                    </a:cubicBezTo>
                    <a:cubicBezTo>
                      <a:pt x="35" y="24"/>
                      <a:pt x="38" y="21"/>
                      <a:pt x="42" y="16"/>
                    </a:cubicBezTo>
                    <a:cubicBezTo>
                      <a:pt x="46" y="13"/>
                      <a:pt x="49" y="10"/>
                      <a:pt x="52" y="6"/>
                    </a:cubicBezTo>
                    <a:cubicBezTo>
                      <a:pt x="53" y="4"/>
                      <a:pt x="55" y="2"/>
                      <a:pt x="57" y="1"/>
                    </a:cubicBezTo>
                    <a:cubicBezTo>
                      <a:pt x="55" y="5"/>
                      <a:pt x="51" y="8"/>
                      <a:pt x="50" y="12"/>
                    </a:cubicBezTo>
                    <a:cubicBezTo>
                      <a:pt x="57" y="8"/>
                      <a:pt x="62" y="2"/>
                      <a:pt x="70" y="0"/>
                    </a:cubicBezTo>
                    <a:cubicBezTo>
                      <a:pt x="72" y="0"/>
                      <a:pt x="77" y="0"/>
                      <a:pt x="79" y="1"/>
                    </a:cubicBezTo>
                  </a:path>
                </a:pathLst>
              </a:custGeom>
              <a:solidFill>
                <a:srgbClr val="8988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717" name="Freeform 608">
                <a:extLst>
                  <a:ext uri="{FF2B5EF4-FFF2-40B4-BE49-F238E27FC236}">
                    <a16:creationId xmlns:a16="http://schemas.microsoft.com/office/drawing/2014/main" id="{C60878D6-8A2E-47B1-AE36-E4943A34D6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2" y="783"/>
                <a:ext cx="67" cy="20"/>
              </a:xfrm>
              <a:custGeom>
                <a:avLst/>
                <a:gdLst>
                  <a:gd name="T0" fmla="*/ 163 w 42"/>
                  <a:gd name="T1" fmla="*/ 28 h 13"/>
                  <a:gd name="T2" fmla="*/ 136 w 42"/>
                  <a:gd name="T3" fmla="*/ 43 h 13"/>
                  <a:gd name="T4" fmla="*/ 81 w 42"/>
                  <a:gd name="T5" fmla="*/ 43 h 13"/>
                  <a:gd name="T6" fmla="*/ 35 w 42"/>
                  <a:gd name="T7" fmla="*/ 22 h 13"/>
                  <a:gd name="T8" fmla="*/ 0 w 42"/>
                  <a:gd name="T9" fmla="*/ 0 h 13"/>
                  <a:gd name="T10" fmla="*/ 35 w 42"/>
                  <a:gd name="T11" fmla="*/ 12 h 13"/>
                  <a:gd name="T12" fmla="*/ 81 w 42"/>
                  <a:gd name="T13" fmla="*/ 28 h 13"/>
                  <a:gd name="T14" fmla="*/ 56 w 42"/>
                  <a:gd name="T15" fmla="*/ 12 h 13"/>
                  <a:gd name="T16" fmla="*/ 102 w 42"/>
                  <a:gd name="T17" fmla="*/ 26 h 13"/>
                  <a:gd name="T18" fmla="*/ 137 w 42"/>
                  <a:gd name="T19" fmla="*/ 26 h 13"/>
                  <a:gd name="T20" fmla="*/ 163 w 42"/>
                  <a:gd name="T21" fmla="*/ 18 h 13"/>
                  <a:gd name="T22" fmla="*/ 163 w 42"/>
                  <a:gd name="T23" fmla="*/ 28 h 1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42" h="13">
                    <a:moveTo>
                      <a:pt x="40" y="8"/>
                    </a:moveTo>
                    <a:cubicBezTo>
                      <a:pt x="40" y="10"/>
                      <a:pt x="34" y="12"/>
                      <a:pt x="33" y="12"/>
                    </a:cubicBezTo>
                    <a:cubicBezTo>
                      <a:pt x="28" y="13"/>
                      <a:pt x="24" y="13"/>
                      <a:pt x="20" y="12"/>
                    </a:cubicBezTo>
                    <a:cubicBezTo>
                      <a:pt x="16" y="11"/>
                      <a:pt x="12" y="8"/>
                      <a:pt x="9" y="6"/>
                    </a:cubicBezTo>
                    <a:cubicBezTo>
                      <a:pt x="6" y="5"/>
                      <a:pt x="2" y="2"/>
                      <a:pt x="0" y="0"/>
                    </a:cubicBezTo>
                    <a:cubicBezTo>
                      <a:pt x="3" y="0"/>
                      <a:pt x="6" y="2"/>
                      <a:pt x="9" y="3"/>
                    </a:cubicBezTo>
                    <a:cubicBezTo>
                      <a:pt x="12" y="5"/>
                      <a:pt x="16" y="7"/>
                      <a:pt x="20" y="8"/>
                    </a:cubicBezTo>
                    <a:cubicBezTo>
                      <a:pt x="18" y="7"/>
                      <a:pt x="16" y="5"/>
                      <a:pt x="14" y="3"/>
                    </a:cubicBezTo>
                    <a:cubicBezTo>
                      <a:pt x="17" y="5"/>
                      <a:pt x="22" y="6"/>
                      <a:pt x="25" y="7"/>
                    </a:cubicBezTo>
                    <a:cubicBezTo>
                      <a:pt x="28" y="8"/>
                      <a:pt x="31" y="8"/>
                      <a:pt x="34" y="7"/>
                    </a:cubicBezTo>
                    <a:cubicBezTo>
                      <a:pt x="36" y="6"/>
                      <a:pt x="38" y="5"/>
                      <a:pt x="40" y="5"/>
                    </a:cubicBezTo>
                    <a:cubicBezTo>
                      <a:pt x="42" y="5"/>
                      <a:pt x="40" y="7"/>
                      <a:pt x="40" y="8"/>
                    </a:cubicBezTo>
                  </a:path>
                </a:pathLst>
              </a:custGeom>
              <a:solidFill>
                <a:srgbClr val="8988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718" name="Freeform 609">
                <a:extLst>
                  <a:ext uri="{FF2B5EF4-FFF2-40B4-BE49-F238E27FC236}">
                    <a16:creationId xmlns:a16="http://schemas.microsoft.com/office/drawing/2014/main" id="{BF71A5AC-D8D4-4B0C-A04D-63B96640A3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39" y="816"/>
                <a:ext cx="19" cy="109"/>
              </a:xfrm>
              <a:custGeom>
                <a:avLst/>
                <a:gdLst>
                  <a:gd name="T0" fmla="*/ 0 w 12"/>
                  <a:gd name="T1" fmla="*/ 46 h 68"/>
                  <a:gd name="T2" fmla="*/ 16 w 12"/>
                  <a:gd name="T3" fmla="*/ 111 h 68"/>
                  <a:gd name="T4" fmla="*/ 21 w 12"/>
                  <a:gd name="T5" fmla="*/ 165 h 68"/>
                  <a:gd name="T6" fmla="*/ 13 w 12"/>
                  <a:gd name="T7" fmla="*/ 218 h 68"/>
                  <a:gd name="T8" fmla="*/ 8 w 12"/>
                  <a:gd name="T9" fmla="*/ 247 h 68"/>
                  <a:gd name="T10" fmla="*/ 8 w 12"/>
                  <a:gd name="T11" fmla="*/ 281 h 68"/>
                  <a:gd name="T12" fmla="*/ 21 w 12"/>
                  <a:gd name="T13" fmla="*/ 223 h 68"/>
                  <a:gd name="T14" fmla="*/ 21 w 12"/>
                  <a:gd name="T15" fmla="*/ 255 h 68"/>
                  <a:gd name="T16" fmla="*/ 27 w 12"/>
                  <a:gd name="T17" fmla="*/ 234 h 68"/>
                  <a:gd name="T18" fmla="*/ 40 w 12"/>
                  <a:gd name="T19" fmla="*/ 172 h 68"/>
                  <a:gd name="T20" fmla="*/ 43 w 12"/>
                  <a:gd name="T21" fmla="*/ 107 h 68"/>
                  <a:gd name="T22" fmla="*/ 40 w 12"/>
                  <a:gd name="T23" fmla="*/ 48 h 68"/>
                  <a:gd name="T24" fmla="*/ 33 w 12"/>
                  <a:gd name="T25" fmla="*/ 21 h 68"/>
                  <a:gd name="T26" fmla="*/ 27 w 12"/>
                  <a:gd name="T27" fmla="*/ 0 h 68"/>
                  <a:gd name="T28" fmla="*/ 35 w 12"/>
                  <a:gd name="T29" fmla="*/ 77 h 68"/>
                  <a:gd name="T30" fmla="*/ 27 w 12"/>
                  <a:gd name="T31" fmla="*/ 67 h 68"/>
                  <a:gd name="T32" fmla="*/ 21 w 12"/>
                  <a:gd name="T33" fmla="*/ 34 h 68"/>
                  <a:gd name="T34" fmla="*/ 16 w 12"/>
                  <a:gd name="T35" fmla="*/ 8 h 68"/>
                  <a:gd name="T36" fmla="*/ 16 w 12"/>
                  <a:gd name="T37" fmla="*/ 35 h 68"/>
                  <a:gd name="T38" fmla="*/ 21 w 12"/>
                  <a:gd name="T39" fmla="*/ 61 h 68"/>
                  <a:gd name="T40" fmla="*/ 5 w 12"/>
                  <a:gd name="T41" fmla="*/ 26 h 68"/>
                  <a:gd name="T42" fmla="*/ 8 w 12"/>
                  <a:gd name="T43" fmla="*/ 55 h 68"/>
                  <a:gd name="T44" fmla="*/ 0 w 12"/>
                  <a:gd name="T45" fmla="*/ 46 h 68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" h="68">
                    <a:moveTo>
                      <a:pt x="0" y="11"/>
                    </a:moveTo>
                    <a:cubicBezTo>
                      <a:pt x="3" y="15"/>
                      <a:pt x="3" y="22"/>
                      <a:pt x="4" y="27"/>
                    </a:cubicBezTo>
                    <a:cubicBezTo>
                      <a:pt x="4" y="31"/>
                      <a:pt x="5" y="36"/>
                      <a:pt x="5" y="40"/>
                    </a:cubicBezTo>
                    <a:cubicBezTo>
                      <a:pt x="5" y="44"/>
                      <a:pt x="4" y="48"/>
                      <a:pt x="3" y="53"/>
                    </a:cubicBezTo>
                    <a:cubicBezTo>
                      <a:pt x="3" y="55"/>
                      <a:pt x="3" y="58"/>
                      <a:pt x="2" y="60"/>
                    </a:cubicBezTo>
                    <a:cubicBezTo>
                      <a:pt x="2" y="63"/>
                      <a:pt x="3" y="66"/>
                      <a:pt x="2" y="68"/>
                    </a:cubicBezTo>
                    <a:cubicBezTo>
                      <a:pt x="2" y="63"/>
                      <a:pt x="4" y="58"/>
                      <a:pt x="5" y="54"/>
                    </a:cubicBezTo>
                    <a:cubicBezTo>
                      <a:pt x="5" y="57"/>
                      <a:pt x="4" y="60"/>
                      <a:pt x="5" y="62"/>
                    </a:cubicBezTo>
                    <a:cubicBezTo>
                      <a:pt x="6" y="61"/>
                      <a:pt x="6" y="59"/>
                      <a:pt x="7" y="57"/>
                    </a:cubicBezTo>
                    <a:cubicBezTo>
                      <a:pt x="8" y="52"/>
                      <a:pt x="9" y="47"/>
                      <a:pt x="10" y="42"/>
                    </a:cubicBezTo>
                    <a:cubicBezTo>
                      <a:pt x="12" y="37"/>
                      <a:pt x="12" y="31"/>
                      <a:pt x="11" y="26"/>
                    </a:cubicBezTo>
                    <a:cubicBezTo>
                      <a:pt x="11" y="21"/>
                      <a:pt x="11" y="17"/>
                      <a:pt x="10" y="12"/>
                    </a:cubicBezTo>
                    <a:cubicBezTo>
                      <a:pt x="9" y="10"/>
                      <a:pt x="9" y="7"/>
                      <a:pt x="8" y="5"/>
                    </a:cubicBezTo>
                    <a:cubicBezTo>
                      <a:pt x="8" y="3"/>
                      <a:pt x="7" y="1"/>
                      <a:pt x="7" y="0"/>
                    </a:cubicBezTo>
                    <a:cubicBezTo>
                      <a:pt x="8" y="6"/>
                      <a:pt x="7" y="13"/>
                      <a:pt x="9" y="19"/>
                    </a:cubicBezTo>
                    <a:cubicBezTo>
                      <a:pt x="8" y="18"/>
                      <a:pt x="8" y="17"/>
                      <a:pt x="7" y="16"/>
                    </a:cubicBezTo>
                    <a:cubicBezTo>
                      <a:pt x="7" y="13"/>
                      <a:pt x="6" y="11"/>
                      <a:pt x="5" y="8"/>
                    </a:cubicBezTo>
                    <a:cubicBezTo>
                      <a:pt x="5" y="7"/>
                      <a:pt x="4" y="4"/>
                      <a:pt x="4" y="2"/>
                    </a:cubicBezTo>
                    <a:cubicBezTo>
                      <a:pt x="4" y="5"/>
                      <a:pt x="4" y="7"/>
                      <a:pt x="4" y="9"/>
                    </a:cubicBezTo>
                    <a:cubicBezTo>
                      <a:pt x="4" y="11"/>
                      <a:pt x="4" y="13"/>
                      <a:pt x="5" y="15"/>
                    </a:cubicBezTo>
                    <a:cubicBezTo>
                      <a:pt x="4" y="13"/>
                      <a:pt x="3" y="7"/>
                      <a:pt x="1" y="6"/>
                    </a:cubicBezTo>
                    <a:cubicBezTo>
                      <a:pt x="1" y="9"/>
                      <a:pt x="2" y="11"/>
                      <a:pt x="2" y="13"/>
                    </a:cubicBezTo>
                    <a:cubicBezTo>
                      <a:pt x="2" y="13"/>
                      <a:pt x="1" y="12"/>
                      <a:pt x="0" y="11"/>
                    </a:cubicBezTo>
                  </a:path>
                </a:pathLst>
              </a:custGeom>
              <a:solidFill>
                <a:srgbClr val="8988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719" name="Freeform 610">
                <a:extLst>
                  <a:ext uri="{FF2B5EF4-FFF2-40B4-BE49-F238E27FC236}">
                    <a16:creationId xmlns:a16="http://schemas.microsoft.com/office/drawing/2014/main" id="{C5C7B9F2-0886-4192-9336-464D352755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1" y="810"/>
                <a:ext cx="16" cy="115"/>
              </a:xfrm>
              <a:custGeom>
                <a:avLst/>
                <a:gdLst>
                  <a:gd name="T0" fmla="*/ 29 w 10"/>
                  <a:gd name="T1" fmla="*/ 54 h 72"/>
                  <a:gd name="T2" fmla="*/ 29 w 10"/>
                  <a:gd name="T3" fmla="*/ 176 h 72"/>
                  <a:gd name="T4" fmla="*/ 35 w 10"/>
                  <a:gd name="T5" fmla="*/ 294 h 72"/>
                  <a:gd name="T6" fmla="*/ 29 w 10"/>
                  <a:gd name="T7" fmla="*/ 238 h 72"/>
                  <a:gd name="T8" fmla="*/ 8 w 10"/>
                  <a:gd name="T9" fmla="*/ 150 h 72"/>
                  <a:gd name="T10" fmla="*/ 16 w 10"/>
                  <a:gd name="T11" fmla="*/ 232 h 72"/>
                  <a:gd name="T12" fmla="*/ 5 w 10"/>
                  <a:gd name="T13" fmla="*/ 155 h 72"/>
                  <a:gd name="T14" fmla="*/ 0 w 10"/>
                  <a:gd name="T15" fmla="*/ 77 h 72"/>
                  <a:gd name="T16" fmla="*/ 0 w 10"/>
                  <a:gd name="T17" fmla="*/ 77 h 72"/>
                  <a:gd name="T18" fmla="*/ 8 w 10"/>
                  <a:gd name="T19" fmla="*/ 42 h 72"/>
                  <a:gd name="T20" fmla="*/ 21 w 10"/>
                  <a:gd name="T21" fmla="*/ 0 h 72"/>
                  <a:gd name="T22" fmla="*/ 16 w 10"/>
                  <a:gd name="T23" fmla="*/ 42 h 72"/>
                  <a:gd name="T24" fmla="*/ 13 w 10"/>
                  <a:gd name="T25" fmla="*/ 77 h 72"/>
                  <a:gd name="T26" fmla="*/ 34 w 10"/>
                  <a:gd name="T27" fmla="*/ 21 h 72"/>
                  <a:gd name="T28" fmla="*/ 29 w 10"/>
                  <a:gd name="T29" fmla="*/ 56 h 72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0" h="72">
                    <a:moveTo>
                      <a:pt x="7" y="13"/>
                    </a:moveTo>
                    <a:cubicBezTo>
                      <a:pt x="7" y="23"/>
                      <a:pt x="6" y="33"/>
                      <a:pt x="7" y="43"/>
                    </a:cubicBezTo>
                    <a:cubicBezTo>
                      <a:pt x="8" y="53"/>
                      <a:pt x="9" y="62"/>
                      <a:pt x="9" y="72"/>
                    </a:cubicBezTo>
                    <a:cubicBezTo>
                      <a:pt x="10" y="68"/>
                      <a:pt x="8" y="63"/>
                      <a:pt x="7" y="58"/>
                    </a:cubicBezTo>
                    <a:cubicBezTo>
                      <a:pt x="5" y="51"/>
                      <a:pt x="3" y="44"/>
                      <a:pt x="2" y="37"/>
                    </a:cubicBezTo>
                    <a:cubicBezTo>
                      <a:pt x="2" y="43"/>
                      <a:pt x="4" y="50"/>
                      <a:pt x="4" y="57"/>
                    </a:cubicBezTo>
                    <a:cubicBezTo>
                      <a:pt x="2" y="51"/>
                      <a:pt x="1" y="44"/>
                      <a:pt x="1" y="38"/>
                    </a:cubicBezTo>
                    <a:cubicBezTo>
                      <a:pt x="0" y="31"/>
                      <a:pt x="0" y="25"/>
                      <a:pt x="0" y="19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0" y="16"/>
                      <a:pt x="1" y="13"/>
                      <a:pt x="2" y="10"/>
                    </a:cubicBezTo>
                    <a:cubicBezTo>
                      <a:pt x="3" y="7"/>
                      <a:pt x="4" y="4"/>
                      <a:pt x="5" y="0"/>
                    </a:cubicBezTo>
                    <a:cubicBezTo>
                      <a:pt x="4" y="3"/>
                      <a:pt x="4" y="7"/>
                      <a:pt x="4" y="10"/>
                    </a:cubicBezTo>
                    <a:cubicBezTo>
                      <a:pt x="3" y="13"/>
                      <a:pt x="2" y="17"/>
                      <a:pt x="3" y="19"/>
                    </a:cubicBezTo>
                    <a:cubicBezTo>
                      <a:pt x="4" y="14"/>
                      <a:pt x="6" y="10"/>
                      <a:pt x="8" y="5"/>
                    </a:cubicBezTo>
                    <a:cubicBezTo>
                      <a:pt x="8" y="8"/>
                      <a:pt x="8" y="12"/>
                      <a:pt x="7" y="14"/>
                    </a:cubicBezTo>
                  </a:path>
                </a:pathLst>
              </a:custGeom>
              <a:solidFill>
                <a:srgbClr val="8988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720" name="Freeform 611">
                <a:extLst>
                  <a:ext uri="{FF2B5EF4-FFF2-40B4-BE49-F238E27FC236}">
                    <a16:creationId xmlns:a16="http://schemas.microsoft.com/office/drawing/2014/main" id="{E1844AA7-859C-4775-991D-FFD4C16F14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1" y="1107"/>
                <a:ext cx="56" cy="92"/>
              </a:xfrm>
              <a:custGeom>
                <a:avLst/>
                <a:gdLst>
                  <a:gd name="T0" fmla="*/ 144 w 35"/>
                  <a:gd name="T1" fmla="*/ 0 h 58"/>
                  <a:gd name="T2" fmla="*/ 138 w 35"/>
                  <a:gd name="T3" fmla="*/ 16 h 58"/>
                  <a:gd name="T4" fmla="*/ 136 w 35"/>
                  <a:gd name="T5" fmla="*/ 35 h 58"/>
                  <a:gd name="T6" fmla="*/ 131 w 35"/>
                  <a:gd name="T7" fmla="*/ 56 h 58"/>
                  <a:gd name="T8" fmla="*/ 128 w 35"/>
                  <a:gd name="T9" fmla="*/ 76 h 58"/>
                  <a:gd name="T10" fmla="*/ 90 w 35"/>
                  <a:gd name="T11" fmla="*/ 121 h 58"/>
                  <a:gd name="T12" fmla="*/ 82 w 35"/>
                  <a:gd name="T13" fmla="*/ 141 h 58"/>
                  <a:gd name="T14" fmla="*/ 86 w 35"/>
                  <a:gd name="T15" fmla="*/ 149 h 58"/>
                  <a:gd name="T16" fmla="*/ 69 w 35"/>
                  <a:gd name="T17" fmla="*/ 155 h 58"/>
                  <a:gd name="T18" fmla="*/ 54 w 35"/>
                  <a:gd name="T19" fmla="*/ 163 h 58"/>
                  <a:gd name="T20" fmla="*/ 5 w 35"/>
                  <a:gd name="T21" fmla="*/ 232 h 58"/>
                  <a:gd name="T22" fmla="*/ 13 w 35"/>
                  <a:gd name="T23" fmla="*/ 179 h 58"/>
                  <a:gd name="T24" fmla="*/ 29 w 35"/>
                  <a:gd name="T25" fmla="*/ 128 h 58"/>
                  <a:gd name="T26" fmla="*/ 56 w 35"/>
                  <a:gd name="T27" fmla="*/ 76 h 58"/>
                  <a:gd name="T28" fmla="*/ 74 w 35"/>
                  <a:gd name="T29" fmla="*/ 56 h 58"/>
                  <a:gd name="T30" fmla="*/ 118 w 35"/>
                  <a:gd name="T31" fmla="*/ 33 h 58"/>
                  <a:gd name="T32" fmla="*/ 138 w 35"/>
                  <a:gd name="T33" fmla="*/ 8 h 5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35" h="58">
                    <a:moveTo>
                      <a:pt x="35" y="0"/>
                    </a:moveTo>
                    <a:cubicBezTo>
                      <a:pt x="35" y="1"/>
                      <a:pt x="34" y="3"/>
                      <a:pt x="34" y="4"/>
                    </a:cubicBezTo>
                    <a:cubicBezTo>
                      <a:pt x="33" y="6"/>
                      <a:pt x="33" y="7"/>
                      <a:pt x="33" y="9"/>
                    </a:cubicBezTo>
                    <a:cubicBezTo>
                      <a:pt x="33" y="11"/>
                      <a:pt x="32" y="12"/>
                      <a:pt x="32" y="14"/>
                    </a:cubicBezTo>
                    <a:cubicBezTo>
                      <a:pt x="32" y="16"/>
                      <a:pt x="32" y="18"/>
                      <a:pt x="31" y="19"/>
                    </a:cubicBezTo>
                    <a:cubicBezTo>
                      <a:pt x="28" y="23"/>
                      <a:pt x="24" y="26"/>
                      <a:pt x="22" y="30"/>
                    </a:cubicBezTo>
                    <a:cubicBezTo>
                      <a:pt x="21" y="31"/>
                      <a:pt x="20" y="33"/>
                      <a:pt x="20" y="35"/>
                    </a:cubicBezTo>
                    <a:cubicBezTo>
                      <a:pt x="21" y="35"/>
                      <a:pt x="22" y="36"/>
                      <a:pt x="21" y="37"/>
                    </a:cubicBezTo>
                    <a:cubicBezTo>
                      <a:pt x="20" y="38"/>
                      <a:pt x="19" y="39"/>
                      <a:pt x="17" y="39"/>
                    </a:cubicBezTo>
                    <a:cubicBezTo>
                      <a:pt x="16" y="40"/>
                      <a:pt x="14" y="40"/>
                      <a:pt x="13" y="41"/>
                    </a:cubicBezTo>
                    <a:cubicBezTo>
                      <a:pt x="7" y="44"/>
                      <a:pt x="2" y="51"/>
                      <a:pt x="1" y="58"/>
                    </a:cubicBezTo>
                    <a:cubicBezTo>
                      <a:pt x="0" y="54"/>
                      <a:pt x="2" y="49"/>
                      <a:pt x="3" y="45"/>
                    </a:cubicBezTo>
                    <a:cubicBezTo>
                      <a:pt x="4" y="41"/>
                      <a:pt x="6" y="36"/>
                      <a:pt x="7" y="32"/>
                    </a:cubicBezTo>
                    <a:cubicBezTo>
                      <a:pt x="9" y="27"/>
                      <a:pt x="11" y="23"/>
                      <a:pt x="14" y="19"/>
                    </a:cubicBezTo>
                    <a:cubicBezTo>
                      <a:pt x="15" y="17"/>
                      <a:pt x="16" y="15"/>
                      <a:pt x="18" y="14"/>
                    </a:cubicBezTo>
                    <a:cubicBezTo>
                      <a:pt x="22" y="12"/>
                      <a:pt x="25" y="10"/>
                      <a:pt x="29" y="8"/>
                    </a:cubicBezTo>
                    <a:cubicBezTo>
                      <a:pt x="31" y="6"/>
                      <a:pt x="32" y="4"/>
                      <a:pt x="34" y="2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721" name="Freeform 612">
                <a:extLst>
                  <a:ext uri="{FF2B5EF4-FFF2-40B4-BE49-F238E27FC236}">
                    <a16:creationId xmlns:a16="http://schemas.microsoft.com/office/drawing/2014/main" id="{D1823FBD-430D-41C9-9253-3DB7D28A3E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6" y="2338"/>
                <a:ext cx="208" cy="353"/>
              </a:xfrm>
              <a:custGeom>
                <a:avLst/>
                <a:gdLst>
                  <a:gd name="T0" fmla="*/ 302 w 130"/>
                  <a:gd name="T1" fmla="*/ 61 h 221"/>
                  <a:gd name="T2" fmla="*/ 381 w 130"/>
                  <a:gd name="T3" fmla="*/ 278 h 221"/>
                  <a:gd name="T4" fmla="*/ 456 w 130"/>
                  <a:gd name="T5" fmla="*/ 500 h 221"/>
                  <a:gd name="T6" fmla="*/ 312 w 130"/>
                  <a:gd name="T7" fmla="*/ 396 h 221"/>
                  <a:gd name="T8" fmla="*/ 259 w 130"/>
                  <a:gd name="T9" fmla="*/ 339 h 221"/>
                  <a:gd name="T10" fmla="*/ 278 w 130"/>
                  <a:gd name="T11" fmla="*/ 422 h 221"/>
                  <a:gd name="T12" fmla="*/ 278 w 130"/>
                  <a:gd name="T13" fmla="*/ 518 h 221"/>
                  <a:gd name="T14" fmla="*/ 302 w 130"/>
                  <a:gd name="T15" fmla="*/ 586 h 221"/>
                  <a:gd name="T16" fmla="*/ 368 w 130"/>
                  <a:gd name="T17" fmla="*/ 633 h 221"/>
                  <a:gd name="T18" fmla="*/ 478 w 130"/>
                  <a:gd name="T19" fmla="*/ 663 h 221"/>
                  <a:gd name="T20" fmla="*/ 384 w 130"/>
                  <a:gd name="T21" fmla="*/ 701 h 221"/>
                  <a:gd name="T22" fmla="*/ 478 w 130"/>
                  <a:gd name="T23" fmla="*/ 714 h 221"/>
                  <a:gd name="T24" fmla="*/ 491 w 130"/>
                  <a:gd name="T25" fmla="*/ 783 h 221"/>
                  <a:gd name="T26" fmla="*/ 458 w 130"/>
                  <a:gd name="T27" fmla="*/ 786 h 221"/>
                  <a:gd name="T28" fmla="*/ 470 w 130"/>
                  <a:gd name="T29" fmla="*/ 851 h 221"/>
                  <a:gd name="T30" fmla="*/ 389 w 130"/>
                  <a:gd name="T31" fmla="*/ 859 h 221"/>
                  <a:gd name="T32" fmla="*/ 363 w 130"/>
                  <a:gd name="T33" fmla="*/ 855 h 221"/>
                  <a:gd name="T34" fmla="*/ 336 w 130"/>
                  <a:gd name="T35" fmla="*/ 896 h 221"/>
                  <a:gd name="T36" fmla="*/ 261 w 130"/>
                  <a:gd name="T37" fmla="*/ 864 h 221"/>
                  <a:gd name="T38" fmla="*/ 158 w 130"/>
                  <a:gd name="T39" fmla="*/ 786 h 221"/>
                  <a:gd name="T40" fmla="*/ 74 w 130"/>
                  <a:gd name="T41" fmla="*/ 628 h 221"/>
                  <a:gd name="T42" fmla="*/ 13 w 130"/>
                  <a:gd name="T43" fmla="*/ 460 h 221"/>
                  <a:gd name="T44" fmla="*/ 13 w 130"/>
                  <a:gd name="T45" fmla="*/ 300 h 221"/>
                  <a:gd name="T46" fmla="*/ 8 w 130"/>
                  <a:gd name="T47" fmla="*/ 0 h 221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130" h="221">
                    <a:moveTo>
                      <a:pt x="74" y="15"/>
                    </a:moveTo>
                    <a:cubicBezTo>
                      <a:pt x="83" y="24"/>
                      <a:pt x="80" y="56"/>
                      <a:pt x="93" y="68"/>
                    </a:cubicBezTo>
                    <a:cubicBezTo>
                      <a:pt x="106" y="80"/>
                      <a:pt x="127" y="113"/>
                      <a:pt x="111" y="123"/>
                    </a:cubicBezTo>
                    <a:cubicBezTo>
                      <a:pt x="95" y="133"/>
                      <a:pt x="81" y="109"/>
                      <a:pt x="76" y="97"/>
                    </a:cubicBezTo>
                    <a:cubicBezTo>
                      <a:pt x="72" y="85"/>
                      <a:pt x="63" y="83"/>
                      <a:pt x="63" y="83"/>
                    </a:cubicBezTo>
                    <a:cubicBezTo>
                      <a:pt x="63" y="83"/>
                      <a:pt x="71" y="97"/>
                      <a:pt x="68" y="103"/>
                    </a:cubicBezTo>
                    <a:cubicBezTo>
                      <a:pt x="64" y="109"/>
                      <a:pt x="74" y="120"/>
                      <a:pt x="68" y="127"/>
                    </a:cubicBezTo>
                    <a:cubicBezTo>
                      <a:pt x="66" y="131"/>
                      <a:pt x="72" y="133"/>
                      <a:pt x="74" y="144"/>
                    </a:cubicBezTo>
                    <a:cubicBezTo>
                      <a:pt x="75" y="155"/>
                      <a:pt x="81" y="144"/>
                      <a:pt x="90" y="155"/>
                    </a:cubicBezTo>
                    <a:cubicBezTo>
                      <a:pt x="92" y="159"/>
                      <a:pt x="115" y="135"/>
                      <a:pt x="117" y="163"/>
                    </a:cubicBezTo>
                    <a:cubicBezTo>
                      <a:pt x="118" y="164"/>
                      <a:pt x="94" y="170"/>
                      <a:pt x="94" y="172"/>
                    </a:cubicBezTo>
                    <a:cubicBezTo>
                      <a:pt x="94" y="174"/>
                      <a:pt x="118" y="173"/>
                      <a:pt x="117" y="175"/>
                    </a:cubicBezTo>
                    <a:cubicBezTo>
                      <a:pt x="117" y="175"/>
                      <a:pt x="130" y="186"/>
                      <a:pt x="120" y="192"/>
                    </a:cubicBezTo>
                    <a:cubicBezTo>
                      <a:pt x="112" y="193"/>
                      <a:pt x="112" y="193"/>
                      <a:pt x="112" y="193"/>
                    </a:cubicBezTo>
                    <a:cubicBezTo>
                      <a:pt x="112" y="193"/>
                      <a:pt x="123" y="201"/>
                      <a:pt x="115" y="209"/>
                    </a:cubicBezTo>
                    <a:cubicBezTo>
                      <a:pt x="112" y="212"/>
                      <a:pt x="99" y="211"/>
                      <a:pt x="95" y="211"/>
                    </a:cubicBezTo>
                    <a:cubicBezTo>
                      <a:pt x="91" y="211"/>
                      <a:pt x="89" y="210"/>
                      <a:pt x="89" y="210"/>
                    </a:cubicBezTo>
                    <a:cubicBezTo>
                      <a:pt x="89" y="210"/>
                      <a:pt x="90" y="219"/>
                      <a:pt x="82" y="220"/>
                    </a:cubicBezTo>
                    <a:cubicBezTo>
                      <a:pt x="74" y="221"/>
                      <a:pt x="66" y="215"/>
                      <a:pt x="64" y="212"/>
                    </a:cubicBezTo>
                    <a:cubicBezTo>
                      <a:pt x="61" y="209"/>
                      <a:pt x="45" y="202"/>
                      <a:pt x="39" y="193"/>
                    </a:cubicBezTo>
                    <a:cubicBezTo>
                      <a:pt x="33" y="183"/>
                      <a:pt x="24" y="183"/>
                      <a:pt x="18" y="154"/>
                    </a:cubicBezTo>
                    <a:cubicBezTo>
                      <a:pt x="15" y="141"/>
                      <a:pt x="4" y="124"/>
                      <a:pt x="3" y="113"/>
                    </a:cubicBezTo>
                    <a:cubicBezTo>
                      <a:pt x="2" y="102"/>
                      <a:pt x="0" y="92"/>
                      <a:pt x="3" y="74"/>
                    </a:cubicBezTo>
                    <a:cubicBezTo>
                      <a:pt x="5" y="56"/>
                      <a:pt x="2" y="0"/>
                      <a:pt x="2" y="0"/>
                    </a:cubicBezTo>
                  </a:path>
                </a:pathLst>
              </a:custGeom>
              <a:solidFill>
                <a:srgbClr val="FEF3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722" name="Freeform 613">
                <a:extLst>
                  <a:ext uri="{FF2B5EF4-FFF2-40B4-BE49-F238E27FC236}">
                    <a16:creationId xmlns:a16="http://schemas.microsoft.com/office/drawing/2014/main" id="{CA16FAE9-0B38-4820-9292-AAECF3174C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5" y="2470"/>
                <a:ext cx="56" cy="98"/>
              </a:xfrm>
              <a:custGeom>
                <a:avLst/>
                <a:gdLst>
                  <a:gd name="T0" fmla="*/ 110 w 35"/>
                  <a:gd name="T1" fmla="*/ 5 h 61"/>
                  <a:gd name="T2" fmla="*/ 48 w 35"/>
                  <a:gd name="T3" fmla="*/ 35 h 61"/>
                  <a:gd name="T4" fmla="*/ 46 w 35"/>
                  <a:gd name="T5" fmla="*/ 141 h 61"/>
                  <a:gd name="T6" fmla="*/ 56 w 35"/>
                  <a:gd name="T7" fmla="*/ 239 h 61"/>
                  <a:gd name="T8" fmla="*/ 94 w 35"/>
                  <a:gd name="T9" fmla="*/ 207 h 61"/>
                  <a:gd name="T10" fmla="*/ 128 w 35"/>
                  <a:gd name="T11" fmla="*/ 141 h 61"/>
                  <a:gd name="T12" fmla="*/ 128 w 35"/>
                  <a:gd name="T13" fmla="*/ 55 h 61"/>
                  <a:gd name="T14" fmla="*/ 110 w 35"/>
                  <a:gd name="T15" fmla="*/ 5 h 6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5" h="61">
                    <a:moveTo>
                      <a:pt x="27" y="1"/>
                    </a:moveTo>
                    <a:cubicBezTo>
                      <a:pt x="27" y="1"/>
                      <a:pt x="33" y="0"/>
                      <a:pt x="12" y="9"/>
                    </a:cubicBezTo>
                    <a:cubicBezTo>
                      <a:pt x="0" y="14"/>
                      <a:pt x="10" y="32"/>
                      <a:pt x="11" y="34"/>
                    </a:cubicBezTo>
                    <a:cubicBezTo>
                      <a:pt x="12" y="36"/>
                      <a:pt x="14" y="58"/>
                      <a:pt x="14" y="58"/>
                    </a:cubicBezTo>
                    <a:cubicBezTo>
                      <a:pt x="14" y="58"/>
                      <a:pt x="18" y="61"/>
                      <a:pt x="23" y="50"/>
                    </a:cubicBezTo>
                    <a:cubicBezTo>
                      <a:pt x="28" y="39"/>
                      <a:pt x="35" y="50"/>
                      <a:pt x="31" y="34"/>
                    </a:cubicBezTo>
                    <a:cubicBezTo>
                      <a:pt x="28" y="18"/>
                      <a:pt x="31" y="18"/>
                      <a:pt x="31" y="13"/>
                    </a:cubicBezTo>
                    <a:lnTo>
                      <a:pt x="27" y="1"/>
                    </a:lnTo>
                    <a:close/>
                  </a:path>
                </a:pathLst>
              </a:custGeom>
              <a:solidFill>
                <a:srgbClr val="FAD7C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723" name="Freeform 614">
                <a:extLst>
                  <a:ext uri="{FF2B5EF4-FFF2-40B4-BE49-F238E27FC236}">
                    <a16:creationId xmlns:a16="http://schemas.microsoft.com/office/drawing/2014/main" id="{4DC417F8-9E9F-46C4-82D2-8C5644D9CD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6" y="2338"/>
                <a:ext cx="206" cy="353"/>
              </a:xfrm>
              <a:custGeom>
                <a:avLst/>
                <a:gdLst>
                  <a:gd name="T0" fmla="*/ 313 w 129"/>
                  <a:gd name="T1" fmla="*/ 61 h 221"/>
                  <a:gd name="T2" fmla="*/ 388 w 129"/>
                  <a:gd name="T3" fmla="*/ 288 h 221"/>
                  <a:gd name="T4" fmla="*/ 458 w 129"/>
                  <a:gd name="T5" fmla="*/ 500 h 221"/>
                  <a:gd name="T6" fmla="*/ 321 w 129"/>
                  <a:gd name="T7" fmla="*/ 411 h 221"/>
                  <a:gd name="T8" fmla="*/ 257 w 129"/>
                  <a:gd name="T9" fmla="*/ 339 h 221"/>
                  <a:gd name="T10" fmla="*/ 273 w 129"/>
                  <a:gd name="T11" fmla="*/ 422 h 221"/>
                  <a:gd name="T12" fmla="*/ 278 w 129"/>
                  <a:gd name="T13" fmla="*/ 521 h 221"/>
                  <a:gd name="T14" fmla="*/ 299 w 129"/>
                  <a:gd name="T15" fmla="*/ 586 h 221"/>
                  <a:gd name="T16" fmla="*/ 362 w 129"/>
                  <a:gd name="T17" fmla="*/ 633 h 221"/>
                  <a:gd name="T18" fmla="*/ 479 w 129"/>
                  <a:gd name="T19" fmla="*/ 656 h 221"/>
                  <a:gd name="T20" fmla="*/ 383 w 129"/>
                  <a:gd name="T21" fmla="*/ 701 h 221"/>
                  <a:gd name="T22" fmla="*/ 477 w 129"/>
                  <a:gd name="T23" fmla="*/ 717 h 221"/>
                  <a:gd name="T24" fmla="*/ 484 w 129"/>
                  <a:gd name="T25" fmla="*/ 783 h 221"/>
                  <a:gd name="T26" fmla="*/ 452 w 129"/>
                  <a:gd name="T27" fmla="*/ 786 h 221"/>
                  <a:gd name="T28" fmla="*/ 465 w 129"/>
                  <a:gd name="T29" fmla="*/ 851 h 221"/>
                  <a:gd name="T30" fmla="*/ 383 w 129"/>
                  <a:gd name="T31" fmla="*/ 859 h 221"/>
                  <a:gd name="T32" fmla="*/ 359 w 129"/>
                  <a:gd name="T33" fmla="*/ 855 h 221"/>
                  <a:gd name="T34" fmla="*/ 329 w 129"/>
                  <a:gd name="T35" fmla="*/ 896 h 221"/>
                  <a:gd name="T36" fmla="*/ 257 w 129"/>
                  <a:gd name="T37" fmla="*/ 864 h 221"/>
                  <a:gd name="T38" fmla="*/ 158 w 129"/>
                  <a:gd name="T39" fmla="*/ 786 h 221"/>
                  <a:gd name="T40" fmla="*/ 69 w 129"/>
                  <a:gd name="T41" fmla="*/ 628 h 221"/>
                  <a:gd name="T42" fmla="*/ 8 w 129"/>
                  <a:gd name="T43" fmla="*/ 460 h 221"/>
                  <a:gd name="T44" fmla="*/ 8 w 129"/>
                  <a:gd name="T45" fmla="*/ 300 h 221"/>
                  <a:gd name="T46" fmla="*/ 8 w 129"/>
                  <a:gd name="T47" fmla="*/ 0 h 221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129" h="221">
                    <a:moveTo>
                      <a:pt x="77" y="15"/>
                    </a:moveTo>
                    <a:cubicBezTo>
                      <a:pt x="82" y="29"/>
                      <a:pt x="82" y="59"/>
                      <a:pt x="95" y="71"/>
                    </a:cubicBezTo>
                    <a:cubicBezTo>
                      <a:pt x="108" y="83"/>
                      <a:pt x="128" y="113"/>
                      <a:pt x="113" y="123"/>
                    </a:cubicBezTo>
                    <a:cubicBezTo>
                      <a:pt x="97" y="133"/>
                      <a:pt x="83" y="113"/>
                      <a:pt x="79" y="101"/>
                    </a:cubicBezTo>
                    <a:cubicBezTo>
                      <a:pt x="74" y="89"/>
                      <a:pt x="63" y="83"/>
                      <a:pt x="63" y="83"/>
                    </a:cubicBezTo>
                    <a:cubicBezTo>
                      <a:pt x="63" y="83"/>
                      <a:pt x="71" y="97"/>
                      <a:pt x="67" y="103"/>
                    </a:cubicBezTo>
                    <a:cubicBezTo>
                      <a:pt x="64" y="109"/>
                      <a:pt x="73" y="120"/>
                      <a:pt x="68" y="128"/>
                    </a:cubicBezTo>
                    <a:cubicBezTo>
                      <a:pt x="66" y="131"/>
                      <a:pt x="71" y="133"/>
                      <a:pt x="73" y="144"/>
                    </a:cubicBezTo>
                    <a:cubicBezTo>
                      <a:pt x="75" y="155"/>
                      <a:pt x="81" y="144"/>
                      <a:pt x="89" y="155"/>
                    </a:cubicBezTo>
                    <a:cubicBezTo>
                      <a:pt x="92" y="159"/>
                      <a:pt x="116" y="136"/>
                      <a:pt x="118" y="161"/>
                    </a:cubicBezTo>
                    <a:cubicBezTo>
                      <a:pt x="118" y="163"/>
                      <a:pt x="95" y="169"/>
                      <a:pt x="94" y="172"/>
                    </a:cubicBezTo>
                    <a:cubicBezTo>
                      <a:pt x="94" y="174"/>
                      <a:pt x="117" y="173"/>
                      <a:pt x="117" y="176"/>
                    </a:cubicBezTo>
                    <a:cubicBezTo>
                      <a:pt x="117" y="176"/>
                      <a:pt x="129" y="186"/>
                      <a:pt x="119" y="192"/>
                    </a:cubicBezTo>
                    <a:cubicBezTo>
                      <a:pt x="111" y="193"/>
                      <a:pt x="111" y="193"/>
                      <a:pt x="111" y="193"/>
                    </a:cubicBezTo>
                    <a:cubicBezTo>
                      <a:pt x="111" y="193"/>
                      <a:pt x="122" y="201"/>
                      <a:pt x="114" y="209"/>
                    </a:cubicBezTo>
                    <a:cubicBezTo>
                      <a:pt x="111" y="213"/>
                      <a:pt x="98" y="211"/>
                      <a:pt x="94" y="211"/>
                    </a:cubicBezTo>
                    <a:cubicBezTo>
                      <a:pt x="91" y="211"/>
                      <a:pt x="88" y="210"/>
                      <a:pt x="88" y="210"/>
                    </a:cubicBezTo>
                    <a:cubicBezTo>
                      <a:pt x="88" y="210"/>
                      <a:pt x="89" y="219"/>
                      <a:pt x="81" y="220"/>
                    </a:cubicBezTo>
                    <a:cubicBezTo>
                      <a:pt x="74" y="221"/>
                      <a:pt x="66" y="215"/>
                      <a:pt x="63" y="212"/>
                    </a:cubicBezTo>
                    <a:cubicBezTo>
                      <a:pt x="61" y="209"/>
                      <a:pt x="45" y="202"/>
                      <a:pt x="39" y="193"/>
                    </a:cubicBezTo>
                    <a:cubicBezTo>
                      <a:pt x="32" y="183"/>
                      <a:pt x="24" y="183"/>
                      <a:pt x="17" y="154"/>
                    </a:cubicBezTo>
                    <a:cubicBezTo>
                      <a:pt x="14" y="141"/>
                      <a:pt x="3" y="124"/>
                      <a:pt x="2" y="113"/>
                    </a:cubicBezTo>
                    <a:cubicBezTo>
                      <a:pt x="1" y="102"/>
                      <a:pt x="0" y="92"/>
                      <a:pt x="2" y="74"/>
                    </a:cubicBezTo>
                    <a:cubicBezTo>
                      <a:pt x="5" y="56"/>
                      <a:pt x="2" y="0"/>
                      <a:pt x="2" y="0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724" name="Freeform 615">
                <a:extLst>
                  <a:ext uri="{FF2B5EF4-FFF2-40B4-BE49-F238E27FC236}">
                    <a16:creationId xmlns:a16="http://schemas.microsoft.com/office/drawing/2014/main" id="{B1225B73-A092-43E2-A3F2-D759907357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3" y="2470"/>
                <a:ext cx="73" cy="201"/>
              </a:xfrm>
              <a:custGeom>
                <a:avLst/>
                <a:gdLst>
                  <a:gd name="T0" fmla="*/ 83 w 46"/>
                  <a:gd name="T1" fmla="*/ 0 h 126"/>
                  <a:gd name="T2" fmla="*/ 5 w 46"/>
                  <a:gd name="T3" fmla="*/ 61 h 126"/>
                  <a:gd name="T4" fmla="*/ 16 w 46"/>
                  <a:gd name="T5" fmla="*/ 129 h 126"/>
                  <a:gd name="T6" fmla="*/ 35 w 46"/>
                  <a:gd name="T7" fmla="*/ 227 h 126"/>
                  <a:gd name="T8" fmla="*/ 35 w 46"/>
                  <a:gd name="T9" fmla="*/ 268 h 126"/>
                  <a:gd name="T10" fmla="*/ 56 w 46"/>
                  <a:gd name="T11" fmla="*/ 295 h 126"/>
                  <a:gd name="T12" fmla="*/ 94 w 46"/>
                  <a:gd name="T13" fmla="*/ 394 h 126"/>
                  <a:gd name="T14" fmla="*/ 149 w 46"/>
                  <a:gd name="T15" fmla="*/ 445 h 126"/>
                  <a:gd name="T16" fmla="*/ 184 w 46"/>
                  <a:gd name="T17" fmla="*/ 512 h 12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6" h="126">
                    <a:moveTo>
                      <a:pt x="21" y="0"/>
                    </a:moveTo>
                    <a:cubicBezTo>
                      <a:pt x="14" y="5"/>
                      <a:pt x="3" y="7"/>
                      <a:pt x="1" y="15"/>
                    </a:cubicBezTo>
                    <a:cubicBezTo>
                      <a:pt x="0" y="20"/>
                      <a:pt x="2" y="27"/>
                      <a:pt x="4" y="32"/>
                    </a:cubicBezTo>
                    <a:cubicBezTo>
                      <a:pt x="7" y="40"/>
                      <a:pt x="9" y="47"/>
                      <a:pt x="9" y="56"/>
                    </a:cubicBezTo>
                    <a:cubicBezTo>
                      <a:pt x="9" y="59"/>
                      <a:pt x="9" y="63"/>
                      <a:pt x="9" y="66"/>
                    </a:cubicBezTo>
                    <a:cubicBezTo>
                      <a:pt x="10" y="70"/>
                      <a:pt x="11" y="70"/>
                      <a:pt x="14" y="73"/>
                    </a:cubicBezTo>
                    <a:cubicBezTo>
                      <a:pt x="19" y="80"/>
                      <a:pt x="20" y="89"/>
                      <a:pt x="23" y="97"/>
                    </a:cubicBezTo>
                    <a:cubicBezTo>
                      <a:pt x="25" y="105"/>
                      <a:pt x="31" y="104"/>
                      <a:pt x="37" y="110"/>
                    </a:cubicBezTo>
                    <a:cubicBezTo>
                      <a:pt x="41" y="113"/>
                      <a:pt x="46" y="121"/>
                      <a:pt x="46" y="126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725" name="Freeform 616">
                <a:extLst>
                  <a:ext uri="{FF2B5EF4-FFF2-40B4-BE49-F238E27FC236}">
                    <a16:creationId xmlns:a16="http://schemas.microsoft.com/office/drawing/2014/main" id="{627E1D20-94DD-4449-8714-0D6D86AC55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7" y="2542"/>
                <a:ext cx="26" cy="23"/>
              </a:xfrm>
              <a:custGeom>
                <a:avLst/>
                <a:gdLst>
                  <a:gd name="T0" fmla="*/ 68 w 16"/>
                  <a:gd name="T1" fmla="*/ 0 h 14"/>
                  <a:gd name="T2" fmla="*/ 0 w 16"/>
                  <a:gd name="T3" fmla="*/ 62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14">
                    <a:moveTo>
                      <a:pt x="16" y="0"/>
                    </a:moveTo>
                    <a:cubicBezTo>
                      <a:pt x="8" y="2"/>
                      <a:pt x="9" y="14"/>
                      <a:pt x="0" y="14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726" name="Freeform 617">
                <a:extLst>
                  <a:ext uri="{FF2B5EF4-FFF2-40B4-BE49-F238E27FC236}">
                    <a16:creationId xmlns:a16="http://schemas.microsoft.com/office/drawing/2014/main" id="{D0608F32-0A89-4610-B8DA-F828614DF4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6" y="2612"/>
                <a:ext cx="79" cy="34"/>
              </a:xfrm>
              <a:custGeom>
                <a:avLst/>
                <a:gdLst>
                  <a:gd name="T0" fmla="*/ 0 w 49"/>
                  <a:gd name="T1" fmla="*/ 0 h 21"/>
                  <a:gd name="T2" fmla="*/ 102 w 49"/>
                  <a:gd name="T3" fmla="*/ 68 h 21"/>
                  <a:gd name="T4" fmla="*/ 205 w 49"/>
                  <a:gd name="T5" fmla="*/ 89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9" h="21">
                    <a:moveTo>
                      <a:pt x="0" y="0"/>
                    </a:moveTo>
                    <a:cubicBezTo>
                      <a:pt x="11" y="2"/>
                      <a:pt x="14" y="13"/>
                      <a:pt x="24" y="16"/>
                    </a:cubicBezTo>
                    <a:cubicBezTo>
                      <a:pt x="32" y="18"/>
                      <a:pt x="43" y="16"/>
                      <a:pt x="49" y="21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727" name="Freeform 618">
                <a:extLst>
                  <a:ext uri="{FF2B5EF4-FFF2-40B4-BE49-F238E27FC236}">
                    <a16:creationId xmlns:a16="http://schemas.microsoft.com/office/drawing/2014/main" id="{F4DAEAC6-2F1F-4B43-901C-A44970286C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5" y="2563"/>
                <a:ext cx="98" cy="56"/>
              </a:xfrm>
              <a:custGeom>
                <a:avLst/>
                <a:gdLst>
                  <a:gd name="T0" fmla="*/ 252 w 61"/>
                  <a:gd name="T1" fmla="*/ 144 h 35"/>
                  <a:gd name="T2" fmla="*/ 174 w 61"/>
                  <a:gd name="T3" fmla="*/ 131 h 35"/>
                  <a:gd name="T4" fmla="*/ 90 w 61"/>
                  <a:gd name="T5" fmla="*/ 98 h 35"/>
                  <a:gd name="T6" fmla="*/ 29 w 61"/>
                  <a:gd name="T7" fmla="*/ 61 h 35"/>
                  <a:gd name="T8" fmla="*/ 0 w 61"/>
                  <a:gd name="T9" fmla="*/ 0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1" h="35">
                    <a:moveTo>
                      <a:pt x="61" y="35"/>
                    </a:moveTo>
                    <a:cubicBezTo>
                      <a:pt x="54" y="32"/>
                      <a:pt x="50" y="33"/>
                      <a:pt x="42" y="32"/>
                    </a:cubicBezTo>
                    <a:cubicBezTo>
                      <a:pt x="34" y="32"/>
                      <a:pt x="30" y="25"/>
                      <a:pt x="22" y="24"/>
                    </a:cubicBezTo>
                    <a:cubicBezTo>
                      <a:pt x="15" y="23"/>
                      <a:pt x="11" y="23"/>
                      <a:pt x="7" y="15"/>
                    </a:cubicBezTo>
                    <a:cubicBezTo>
                      <a:pt x="5" y="9"/>
                      <a:pt x="5" y="4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728" name="Freeform 619">
                <a:extLst>
                  <a:ext uri="{FF2B5EF4-FFF2-40B4-BE49-F238E27FC236}">
                    <a16:creationId xmlns:a16="http://schemas.microsoft.com/office/drawing/2014/main" id="{717EBDB9-5F79-40E4-A4F3-73AC2F01DB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4" y="2499"/>
                <a:ext cx="34" cy="32"/>
              </a:xfrm>
              <a:custGeom>
                <a:avLst/>
                <a:gdLst>
                  <a:gd name="T0" fmla="*/ 0 w 21"/>
                  <a:gd name="T1" fmla="*/ 35 h 20"/>
                  <a:gd name="T2" fmla="*/ 26 w 21"/>
                  <a:gd name="T3" fmla="*/ 82 h 20"/>
                  <a:gd name="T4" fmla="*/ 89 w 21"/>
                  <a:gd name="T5" fmla="*/ 46 h 20"/>
                  <a:gd name="T6" fmla="*/ 55 w 21"/>
                  <a:gd name="T7" fmla="*/ 0 h 20"/>
                  <a:gd name="T8" fmla="*/ 0 w 21"/>
                  <a:gd name="T9" fmla="*/ 35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20">
                    <a:moveTo>
                      <a:pt x="0" y="9"/>
                    </a:moveTo>
                    <a:cubicBezTo>
                      <a:pt x="6" y="20"/>
                      <a:pt x="6" y="20"/>
                      <a:pt x="6" y="20"/>
                    </a:cubicBezTo>
                    <a:cubicBezTo>
                      <a:pt x="6" y="20"/>
                      <a:pt x="15" y="12"/>
                      <a:pt x="21" y="11"/>
                    </a:cubicBezTo>
                    <a:cubicBezTo>
                      <a:pt x="21" y="11"/>
                      <a:pt x="17" y="3"/>
                      <a:pt x="13" y="0"/>
                    </a:cubicBezTo>
                    <a:cubicBezTo>
                      <a:pt x="13" y="0"/>
                      <a:pt x="4" y="0"/>
                      <a:pt x="0" y="9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729" name="Freeform 620">
                <a:extLst>
                  <a:ext uri="{FF2B5EF4-FFF2-40B4-BE49-F238E27FC236}">
                    <a16:creationId xmlns:a16="http://schemas.microsoft.com/office/drawing/2014/main" id="{829BE59A-3D94-4D28-8456-C63AC8DDC0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5" y="2670"/>
                <a:ext cx="33" cy="21"/>
              </a:xfrm>
              <a:custGeom>
                <a:avLst/>
                <a:gdLst>
                  <a:gd name="T0" fmla="*/ 0 w 21"/>
                  <a:gd name="T1" fmla="*/ 13 h 13"/>
                  <a:gd name="T2" fmla="*/ 60 w 21"/>
                  <a:gd name="T3" fmla="*/ 29 h 13"/>
                  <a:gd name="T4" fmla="*/ 61 w 21"/>
                  <a:gd name="T5" fmla="*/ 50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13">
                    <a:moveTo>
                      <a:pt x="0" y="3"/>
                    </a:moveTo>
                    <a:cubicBezTo>
                      <a:pt x="0" y="3"/>
                      <a:pt x="5" y="0"/>
                      <a:pt x="15" y="7"/>
                    </a:cubicBezTo>
                    <a:cubicBezTo>
                      <a:pt x="21" y="10"/>
                      <a:pt x="21" y="13"/>
                      <a:pt x="16" y="12"/>
                    </a:cubicBezTo>
                  </a:path>
                </a:pathLst>
              </a:custGeom>
              <a:noFill/>
              <a:ln w="4763" cap="rnd">
                <a:solidFill>
                  <a:srgbClr val="201B1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730" name="Freeform 621">
                <a:extLst>
                  <a:ext uri="{FF2B5EF4-FFF2-40B4-BE49-F238E27FC236}">
                    <a16:creationId xmlns:a16="http://schemas.microsoft.com/office/drawing/2014/main" id="{80C3E080-48FF-41D2-AF93-9DC5E0A28E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9" y="2563"/>
                <a:ext cx="104" cy="78"/>
              </a:xfrm>
              <a:custGeom>
                <a:avLst/>
                <a:gdLst>
                  <a:gd name="T0" fmla="*/ 0 w 65"/>
                  <a:gd name="T1" fmla="*/ 13 h 49"/>
                  <a:gd name="T2" fmla="*/ 21 w 65"/>
                  <a:gd name="T3" fmla="*/ 16 h 49"/>
                  <a:gd name="T4" fmla="*/ 46 w 65"/>
                  <a:gd name="T5" fmla="*/ 68 h 49"/>
                  <a:gd name="T6" fmla="*/ 90 w 65"/>
                  <a:gd name="T7" fmla="*/ 103 h 49"/>
                  <a:gd name="T8" fmla="*/ 136 w 65"/>
                  <a:gd name="T9" fmla="*/ 121 h 49"/>
                  <a:gd name="T10" fmla="*/ 157 w 65"/>
                  <a:gd name="T11" fmla="*/ 134 h 49"/>
                  <a:gd name="T12" fmla="*/ 179 w 65"/>
                  <a:gd name="T13" fmla="*/ 137 h 49"/>
                  <a:gd name="T14" fmla="*/ 234 w 65"/>
                  <a:gd name="T15" fmla="*/ 137 h 49"/>
                  <a:gd name="T16" fmla="*/ 266 w 65"/>
                  <a:gd name="T17" fmla="*/ 158 h 49"/>
                  <a:gd name="T18" fmla="*/ 246 w 65"/>
                  <a:gd name="T19" fmla="*/ 189 h 49"/>
                  <a:gd name="T20" fmla="*/ 200 w 65"/>
                  <a:gd name="T21" fmla="*/ 185 h 49"/>
                  <a:gd name="T22" fmla="*/ 157 w 65"/>
                  <a:gd name="T23" fmla="*/ 172 h 49"/>
                  <a:gd name="T24" fmla="*/ 115 w 65"/>
                  <a:gd name="T25" fmla="*/ 153 h 49"/>
                  <a:gd name="T26" fmla="*/ 67 w 65"/>
                  <a:gd name="T27" fmla="*/ 121 h 49"/>
                  <a:gd name="T28" fmla="*/ 48 w 65"/>
                  <a:gd name="T29" fmla="*/ 115 h 49"/>
                  <a:gd name="T30" fmla="*/ 42 w 65"/>
                  <a:gd name="T31" fmla="*/ 94 h 49"/>
                  <a:gd name="T32" fmla="*/ 21 w 65"/>
                  <a:gd name="T33" fmla="*/ 56 h 49"/>
                  <a:gd name="T34" fmla="*/ 8 w 65"/>
                  <a:gd name="T35" fmla="*/ 33 h 49"/>
                  <a:gd name="T36" fmla="*/ 0 w 65"/>
                  <a:gd name="T37" fmla="*/ 13 h 49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65" h="49">
                    <a:moveTo>
                      <a:pt x="0" y="3"/>
                    </a:moveTo>
                    <a:cubicBezTo>
                      <a:pt x="2" y="2"/>
                      <a:pt x="5" y="0"/>
                      <a:pt x="5" y="4"/>
                    </a:cubicBezTo>
                    <a:cubicBezTo>
                      <a:pt x="7" y="9"/>
                      <a:pt x="8" y="13"/>
                      <a:pt x="11" y="17"/>
                    </a:cubicBezTo>
                    <a:cubicBezTo>
                      <a:pt x="13" y="22"/>
                      <a:pt x="17" y="24"/>
                      <a:pt x="22" y="26"/>
                    </a:cubicBezTo>
                    <a:cubicBezTo>
                      <a:pt x="26" y="27"/>
                      <a:pt x="30" y="28"/>
                      <a:pt x="33" y="30"/>
                    </a:cubicBezTo>
                    <a:cubicBezTo>
                      <a:pt x="35" y="31"/>
                      <a:pt x="37" y="32"/>
                      <a:pt x="38" y="33"/>
                    </a:cubicBezTo>
                    <a:cubicBezTo>
                      <a:pt x="40" y="33"/>
                      <a:pt x="42" y="34"/>
                      <a:pt x="44" y="34"/>
                    </a:cubicBezTo>
                    <a:cubicBezTo>
                      <a:pt x="48" y="34"/>
                      <a:pt x="52" y="34"/>
                      <a:pt x="57" y="34"/>
                    </a:cubicBezTo>
                    <a:cubicBezTo>
                      <a:pt x="60" y="35"/>
                      <a:pt x="65" y="36"/>
                      <a:pt x="65" y="39"/>
                    </a:cubicBezTo>
                    <a:cubicBezTo>
                      <a:pt x="65" y="41"/>
                      <a:pt x="62" y="46"/>
                      <a:pt x="60" y="47"/>
                    </a:cubicBezTo>
                    <a:cubicBezTo>
                      <a:pt x="57" y="49"/>
                      <a:pt x="52" y="47"/>
                      <a:pt x="49" y="46"/>
                    </a:cubicBezTo>
                    <a:cubicBezTo>
                      <a:pt x="45" y="45"/>
                      <a:pt x="42" y="44"/>
                      <a:pt x="38" y="43"/>
                    </a:cubicBezTo>
                    <a:cubicBezTo>
                      <a:pt x="34" y="42"/>
                      <a:pt x="31" y="41"/>
                      <a:pt x="28" y="38"/>
                    </a:cubicBezTo>
                    <a:cubicBezTo>
                      <a:pt x="24" y="35"/>
                      <a:pt x="21" y="32"/>
                      <a:pt x="16" y="30"/>
                    </a:cubicBezTo>
                    <a:cubicBezTo>
                      <a:pt x="15" y="30"/>
                      <a:pt x="13" y="29"/>
                      <a:pt x="12" y="28"/>
                    </a:cubicBezTo>
                    <a:cubicBezTo>
                      <a:pt x="11" y="27"/>
                      <a:pt x="10" y="24"/>
                      <a:pt x="10" y="23"/>
                    </a:cubicBezTo>
                    <a:cubicBezTo>
                      <a:pt x="8" y="20"/>
                      <a:pt x="7" y="17"/>
                      <a:pt x="5" y="14"/>
                    </a:cubicBezTo>
                    <a:cubicBezTo>
                      <a:pt x="3" y="12"/>
                      <a:pt x="3" y="10"/>
                      <a:pt x="2" y="8"/>
                    </a:cubicBezTo>
                    <a:cubicBezTo>
                      <a:pt x="1" y="6"/>
                      <a:pt x="1" y="5"/>
                      <a:pt x="0" y="3"/>
                    </a:cubicBezTo>
                  </a:path>
                </a:pathLst>
              </a:custGeom>
              <a:solidFill>
                <a:srgbClr val="FAD7C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731" name="Freeform 622">
                <a:extLst>
                  <a:ext uri="{FF2B5EF4-FFF2-40B4-BE49-F238E27FC236}">
                    <a16:creationId xmlns:a16="http://schemas.microsoft.com/office/drawing/2014/main" id="{E5425F5C-25E5-4935-AC6B-88BA1C6A7C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6" y="2616"/>
                <a:ext cx="64" cy="43"/>
              </a:xfrm>
              <a:custGeom>
                <a:avLst/>
                <a:gdLst>
                  <a:gd name="T0" fmla="*/ 0 w 40"/>
                  <a:gd name="T1" fmla="*/ 0 h 27"/>
                  <a:gd name="T2" fmla="*/ 21 w 40"/>
                  <a:gd name="T3" fmla="*/ 46 h 27"/>
                  <a:gd name="T4" fmla="*/ 46 w 40"/>
                  <a:gd name="T5" fmla="*/ 53 h 27"/>
                  <a:gd name="T6" fmla="*/ 67 w 40"/>
                  <a:gd name="T7" fmla="*/ 68 h 27"/>
                  <a:gd name="T8" fmla="*/ 128 w 40"/>
                  <a:gd name="T9" fmla="*/ 108 h 27"/>
                  <a:gd name="T10" fmla="*/ 158 w 40"/>
                  <a:gd name="T11" fmla="*/ 81 h 27"/>
                  <a:gd name="T12" fmla="*/ 136 w 40"/>
                  <a:gd name="T13" fmla="*/ 64 h 27"/>
                  <a:gd name="T14" fmla="*/ 90 w 40"/>
                  <a:gd name="T15" fmla="*/ 61 h 27"/>
                  <a:gd name="T16" fmla="*/ 54 w 40"/>
                  <a:gd name="T17" fmla="*/ 35 h 27"/>
                  <a:gd name="T18" fmla="*/ 21 w 40"/>
                  <a:gd name="T19" fmla="*/ 13 h 27"/>
                  <a:gd name="T20" fmla="*/ 5 w 40"/>
                  <a:gd name="T21" fmla="*/ 5 h 2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0" h="27">
                    <a:moveTo>
                      <a:pt x="0" y="0"/>
                    </a:moveTo>
                    <a:cubicBezTo>
                      <a:pt x="3" y="3"/>
                      <a:pt x="3" y="8"/>
                      <a:pt x="5" y="11"/>
                    </a:cubicBezTo>
                    <a:cubicBezTo>
                      <a:pt x="7" y="12"/>
                      <a:pt x="9" y="13"/>
                      <a:pt x="11" y="13"/>
                    </a:cubicBezTo>
                    <a:cubicBezTo>
                      <a:pt x="13" y="14"/>
                      <a:pt x="15" y="15"/>
                      <a:pt x="16" y="17"/>
                    </a:cubicBezTo>
                    <a:cubicBezTo>
                      <a:pt x="20" y="20"/>
                      <a:pt x="25" y="27"/>
                      <a:pt x="31" y="27"/>
                    </a:cubicBezTo>
                    <a:cubicBezTo>
                      <a:pt x="34" y="27"/>
                      <a:pt x="40" y="23"/>
                      <a:pt x="39" y="20"/>
                    </a:cubicBezTo>
                    <a:cubicBezTo>
                      <a:pt x="39" y="17"/>
                      <a:pt x="35" y="16"/>
                      <a:pt x="33" y="16"/>
                    </a:cubicBezTo>
                    <a:cubicBezTo>
                      <a:pt x="29" y="15"/>
                      <a:pt x="25" y="16"/>
                      <a:pt x="22" y="15"/>
                    </a:cubicBezTo>
                    <a:cubicBezTo>
                      <a:pt x="18" y="13"/>
                      <a:pt x="16" y="11"/>
                      <a:pt x="13" y="9"/>
                    </a:cubicBezTo>
                    <a:cubicBezTo>
                      <a:pt x="10" y="6"/>
                      <a:pt x="8" y="5"/>
                      <a:pt x="5" y="3"/>
                    </a:cubicBezTo>
                    <a:cubicBezTo>
                      <a:pt x="4" y="2"/>
                      <a:pt x="3" y="1"/>
                      <a:pt x="1" y="1"/>
                    </a:cubicBezTo>
                  </a:path>
                </a:pathLst>
              </a:custGeom>
              <a:solidFill>
                <a:srgbClr val="FAD7C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732" name="Freeform 623">
                <a:extLst>
                  <a:ext uri="{FF2B5EF4-FFF2-40B4-BE49-F238E27FC236}">
                    <a16:creationId xmlns:a16="http://schemas.microsoft.com/office/drawing/2014/main" id="{4F028BEF-165F-4976-848F-549C28E627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2" y="2475"/>
                <a:ext cx="20" cy="75"/>
              </a:xfrm>
              <a:custGeom>
                <a:avLst/>
                <a:gdLst>
                  <a:gd name="T0" fmla="*/ 48 w 13"/>
                  <a:gd name="T1" fmla="*/ 0 h 47"/>
                  <a:gd name="T2" fmla="*/ 18 w 13"/>
                  <a:gd name="T3" fmla="*/ 89 h 47"/>
                  <a:gd name="T4" fmla="*/ 34 w 13"/>
                  <a:gd name="T5" fmla="*/ 137 h 47"/>
                  <a:gd name="T6" fmla="*/ 40 w 13"/>
                  <a:gd name="T7" fmla="*/ 191 h 47"/>
                  <a:gd name="T8" fmla="*/ 18 w 13"/>
                  <a:gd name="T9" fmla="*/ 142 h 47"/>
                  <a:gd name="T10" fmla="*/ 0 w 13"/>
                  <a:gd name="T11" fmla="*/ 69 h 47"/>
                  <a:gd name="T12" fmla="*/ 43 w 13"/>
                  <a:gd name="T13" fmla="*/ 5 h 4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47">
                    <a:moveTo>
                      <a:pt x="13" y="0"/>
                    </a:moveTo>
                    <a:cubicBezTo>
                      <a:pt x="7" y="2"/>
                      <a:pt x="5" y="17"/>
                      <a:pt x="5" y="22"/>
                    </a:cubicBezTo>
                    <a:cubicBezTo>
                      <a:pt x="6" y="26"/>
                      <a:pt x="8" y="30"/>
                      <a:pt x="9" y="34"/>
                    </a:cubicBezTo>
                    <a:cubicBezTo>
                      <a:pt x="11" y="38"/>
                      <a:pt x="10" y="43"/>
                      <a:pt x="11" y="47"/>
                    </a:cubicBezTo>
                    <a:cubicBezTo>
                      <a:pt x="8" y="45"/>
                      <a:pt x="6" y="39"/>
                      <a:pt x="5" y="35"/>
                    </a:cubicBezTo>
                    <a:cubicBezTo>
                      <a:pt x="2" y="30"/>
                      <a:pt x="0" y="24"/>
                      <a:pt x="0" y="17"/>
                    </a:cubicBezTo>
                    <a:cubicBezTo>
                      <a:pt x="1" y="11"/>
                      <a:pt x="4" y="1"/>
                      <a:pt x="12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733" name="Freeform 624">
                <a:extLst>
                  <a:ext uri="{FF2B5EF4-FFF2-40B4-BE49-F238E27FC236}">
                    <a16:creationId xmlns:a16="http://schemas.microsoft.com/office/drawing/2014/main" id="{8096C270-F1AF-4DD1-8E07-433DE873A9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6" y="2502"/>
                <a:ext cx="22" cy="16"/>
              </a:xfrm>
              <a:custGeom>
                <a:avLst/>
                <a:gdLst>
                  <a:gd name="T0" fmla="*/ 0 w 14"/>
                  <a:gd name="T1" fmla="*/ 29 h 10"/>
                  <a:gd name="T2" fmla="*/ 20 w 14"/>
                  <a:gd name="T3" fmla="*/ 8 h 10"/>
                  <a:gd name="T4" fmla="*/ 42 w 14"/>
                  <a:gd name="T5" fmla="*/ 0 h 10"/>
                  <a:gd name="T6" fmla="*/ 22 w 14"/>
                  <a:gd name="T7" fmla="*/ 21 h 10"/>
                  <a:gd name="T8" fmla="*/ 0 w 14"/>
                  <a:gd name="T9" fmla="*/ 29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0">
                    <a:moveTo>
                      <a:pt x="0" y="7"/>
                    </a:moveTo>
                    <a:cubicBezTo>
                      <a:pt x="1" y="4"/>
                      <a:pt x="3" y="2"/>
                      <a:pt x="5" y="2"/>
                    </a:cubicBezTo>
                    <a:cubicBezTo>
                      <a:pt x="6" y="1"/>
                      <a:pt x="10" y="0"/>
                      <a:pt x="11" y="0"/>
                    </a:cubicBezTo>
                    <a:cubicBezTo>
                      <a:pt x="14" y="1"/>
                      <a:pt x="7" y="4"/>
                      <a:pt x="6" y="5"/>
                    </a:cubicBezTo>
                    <a:cubicBezTo>
                      <a:pt x="4" y="6"/>
                      <a:pt x="1" y="10"/>
                      <a:pt x="0" y="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734" name="Freeform 625">
                <a:extLst>
                  <a:ext uri="{FF2B5EF4-FFF2-40B4-BE49-F238E27FC236}">
                    <a16:creationId xmlns:a16="http://schemas.microsoft.com/office/drawing/2014/main" id="{C819C28F-70F1-45E3-8336-1127AC5B9E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8" y="2673"/>
                <a:ext cx="10" cy="8"/>
              </a:xfrm>
              <a:custGeom>
                <a:avLst/>
                <a:gdLst>
                  <a:gd name="T0" fmla="*/ 0 w 6"/>
                  <a:gd name="T1" fmla="*/ 8 h 5"/>
                  <a:gd name="T2" fmla="*/ 13 w 6"/>
                  <a:gd name="T3" fmla="*/ 21 h 5"/>
                  <a:gd name="T4" fmla="*/ 0 w 6"/>
                  <a:gd name="T5" fmla="*/ 8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5">
                    <a:moveTo>
                      <a:pt x="0" y="2"/>
                    </a:moveTo>
                    <a:cubicBezTo>
                      <a:pt x="1" y="3"/>
                      <a:pt x="2" y="4"/>
                      <a:pt x="3" y="5"/>
                    </a:cubicBezTo>
                    <a:cubicBezTo>
                      <a:pt x="6" y="3"/>
                      <a:pt x="2" y="0"/>
                      <a:pt x="0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735" name="Freeform 626">
                <a:extLst>
                  <a:ext uri="{FF2B5EF4-FFF2-40B4-BE49-F238E27FC236}">
                    <a16:creationId xmlns:a16="http://schemas.microsoft.com/office/drawing/2014/main" id="{8C2F57CF-6B03-40D8-A9E7-438777FFA4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4" y="2507"/>
                <a:ext cx="16" cy="22"/>
              </a:xfrm>
              <a:custGeom>
                <a:avLst/>
                <a:gdLst>
                  <a:gd name="T0" fmla="*/ 42 w 10"/>
                  <a:gd name="T1" fmla="*/ 0 h 14"/>
                  <a:gd name="T2" fmla="*/ 0 w 10"/>
                  <a:gd name="T3" fmla="*/ 31 h 14"/>
                  <a:gd name="T4" fmla="*/ 42 w 10"/>
                  <a:gd name="T5" fmla="*/ 0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4">
                    <a:moveTo>
                      <a:pt x="10" y="0"/>
                    </a:moveTo>
                    <a:cubicBezTo>
                      <a:pt x="10" y="0"/>
                      <a:pt x="1" y="2"/>
                      <a:pt x="0" y="8"/>
                    </a:cubicBezTo>
                    <a:cubicBezTo>
                      <a:pt x="0" y="14"/>
                      <a:pt x="4" y="0"/>
                      <a:pt x="10" y="0"/>
                    </a:cubicBezTo>
                  </a:path>
                </a:pathLst>
              </a:custGeom>
              <a:solidFill>
                <a:srgbClr val="FAD7C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736" name="Freeform 627">
                <a:extLst>
                  <a:ext uri="{FF2B5EF4-FFF2-40B4-BE49-F238E27FC236}">
                    <a16:creationId xmlns:a16="http://schemas.microsoft.com/office/drawing/2014/main" id="{F50C7469-05BF-41BE-B40C-9937E14DB5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6" y="2446"/>
                <a:ext cx="32" cy="24"/>
              </a:xfrm>
              <a:custGeom>
                <a:avLst/>
                <a:gdLst>
                  <a:gd name="T0" fmla="*/ 82 w 20"/>
                  <a:gd name="T1" fmla="*/ 61 h 15"/>
                  <a:gd name="T2" fmla="*/ 67 w 20"/>
                  <a:gd name="T3" fmla="*/ 48 h 15"/>
                  <a:gd name="T4" fmla="*/ 42 w 20"/>
                  <a:gd name="T5" fmla="*/ 34 h 15"/>
                  <a:gd name="T6" fmla="*/ 16 w 20"/>
                  <a:gd name="T7" fmla="*/ 16 h 15"/>
                  <a:gd name="T8" fmla="*/ 0 w 20"/>
                  <a:gd name="T9" fmla="*/ 0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15">
                    <a:moveTo>
                      <a:pt x="20" y="15"/>
                    </a:moveTo>
                    <a:cubicBezTo>
                      <a:pt x="18" y="15"/>
                      <a:pt x="17" y="13"/>
                      <a:pt x="16" y="12"/>
                    </a:cubicBezTo>
                    <a:cubicBezTo>
                      <a:pt x="14" y="10"/>
                      <a:pt x="12" y="9"/>
                      <a:pt x="10" y="8"/>
                    </a:cubicBezTo>
                    <a:cubicBezTo>
                      <a:pt x="8" y="7"/>
                      <a:pt x="6" y="6"/>
                      <a:pt x="4" y="4"/>
                    </a:cubicBezTo>
                    <a:cubicBezTo>
                      <a:pt x="2" y="3"/>
                      <a:pt x="1" y="1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737" name="Freeform 628">
                <a:extLst>
                  <a:ext uri="{FF2B5EF4-FFF2-40B4-BE49-F238E27FC236}">
                    <a16:creationId xmlns:a16="http://schemas.microsoft.com/office/drawing/2014/main" id="{963419C4-0DE2-4A79-93FD-9C6D9081BB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0" y="2547"/>
                <a:ext cx="90" cy="59"/>
              </a:xfrm>
              <a:custGeom>
                <a:avLst/>
                <a:gdLst>
                  <a:gd name="T0" fmla="*/ 0 w 56"/>
                  <a:gd name="T1" fmla="*/ 41 h 37"/>
                  <a:gd name="T2" fmla="*/ 26 w 56"/>
                  <a:gd name="T3" fmla="*/ 0 h 37"/>
                  <a:gd name="T4" fmla="*/ 37 w 56"/>
                  <a:gd name="T5" fmla="*/ 35 h 37"/>
                  <a:gd name="T6" fmla="*/ 55 w 56"/>
                  <a:gd name="T7" fmla="*/ 81 h 37"/>
                  <a:gd name="T8" fmla="*/ 88 w 56"/>
                  <a:gd name="T9" fmla="*/ 94 h 37"/>
                  <a:gd name="T10" fmla="*/ 122 w 56"/>
                  <a:gd name="T11" fmla="*/ 104 h 37"/>
                  <a:gd name="T12" fmla="*/ 162 w 56"/>
                  <a:gd name="T13" fmla="*/ 102 h 37"/>
                  <a:gd name="T14" fmla="*/ 225 w 56"/>
                  <a:gd name="T15" fmla="*/ 110 h 37"/>
                  <a:gd name="T16" fmla="*/ 225 w 56"/>
                  <a:gd name="T17" fmla="*/ 115 h 37"/>
                  <a:gd name="T18" fmla="*/ 158 w 56"/>
                  <a:gd name="T19" fmla="*/ 142 h 37"/>
                  <a:gd name="T20" fmla="*/ 132 w 56"/>
                  <a:gd name="T21" fmla="*/ 150 h 37"/>
                  <a:gd name="T22" fmla="*/ 103 w 56"/>
                  <a:gd name="T23" fmla="*/ 129 h 37"/>
                  <a:gd name="T24" fmla="*/ 37 w 56"/>
                  <a:gd name="T25" fmla="*/ 110 h 37"/>
                  <a:gd name="T26" fmla="*/ 8 w 56"/>
                  <a:gd name="T27" fmla="*/ 48 h 37"/>
                  <a:gd name="T28" fmla="*/ 0 w 56"/>
                  <a:gd name="T29" fmla="*/ 41 h 37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56" h="37">
                    <a:moveTo>
                      <a:pt x="0" y="10"/>
                    </a:moveTo>
                    <a:cubicBezTo>
                      <a:pt x="1" y="8"/>
                      <a:pt x="3" y="1"/>
                      <a:pt x="6" y="0"/>
                    </a:cubicBezTo>
                    <a:cubicBezTo>
                      <a:pt x="8" y="0"/>
                      <a:pt x="8" y="8"/>
                      <a:pt x="9" y="9"/>
                    </a:cubicBezTo>
                    <a:cubicBezTo>
                      <a:pt x="9" y="13"/>
                      <a:pt x="10" y="17"/>
                      <a:pt x="13" y="20"/>
                    </a:cubicBezTo>
                    <a:cubicBezTo>
                      <a:pt x="15" y="23"/>
                      <a:pt x="18" y="22"/>
                      <a:pt x="21" y="23"/>
                    </a:cubicBezTo>
                    <a:cubicBezTo>
                      <a:pt x="24" y="23"/>
                      <a:pt x="26" y="25"/>
                      <a:pt x="29" y="26"/>
                    </a:cubicBezTo>
                    <a:cubicBezTo>
                      <a:pt x="32" y="28"/>
                      <a:pt x="36" y="26"/>
                      <a:pt x="39" y="25"/>
                    </a:cubicBezTo>
                    <a:cubicBezTo>
                      <a:pt x="42" y="24"/>
                      <a:pt x="56" y="20"/>
                      <a:pt x="54" y="27"/>
                    </a:cubicBezTo>
                    <a:cubicBezTo>
                      <a:pt x="54" y="27"/>
                      <a:pt x="54" y="27"/>
                      <a:pt x="54" y="28"/>
                    </a:cubicBezTo>
                    <a:cubicBezTo>
                      <a:pt x="49" y="30"/>
                      <a:pt x="43" y="33"/>
                      <a:pt x="38" y="35"/>
                    </a:cubicBezTo>
                    <a:cubicBezTo>
                      <a:pt x="36" y="36"/>
                      <a:pt x="34" y="37"/>
                      <a:pt x="32" y="37"/>
                    </a:cubicBezTo>
                    <a:cubicBezTo>
                      <a:pt x="30" y="37"/>
                      <a:pt x="27" y="34"/>
                      <a:pt x="25" y="32"/>
                    </a:cubicBezTo>
                    <a:cubicBezTo>
                      <a:pt x="20" y="30"/>
                      <a:pt x="14" y="30"/>
                      <a:pt x="9" y="27"/>
                    </a:cubicBezTo>
                    <a:cubicBezTo>
                      <a:pt x="4" y="24"/>
                      <a:pt x="4" y="17"/>
                      <a:pt x="2" y="12"/>
                    </a:cubicBezTo>
                    <a:cubicBezTo>
                      <a:pt x="1" y="11"/>
                      <a:pt x="1" y="10"/>
                      <a:pt x="0" y="10"/>
                    </a:cubicBezTo>
                  </a:path>
                </a:pathLst>
              </a:custGeom>
              <a:solidFill>
                <a:srgbClr val="FAD7C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738" name="Freeform 629">
                <a:extLst>
                  <a:ext uri="{FF2B5EF4-FFF2-40B4-BE49-F238E27FC236}">
                    <a16:creationId xmlns:a16="http://schemas.microsoft.com/office/drawing/2014/main" id="{A6319FF0-7B9F-470C-8CB8-0DF4436827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28" y="2339"/>
                <a:ext cx="213" cy="355"/>
              </a:xfrm>
              <a:custGeom>
                <a:avLst/>
                <a:gdLst>
                  <a:gd name="T0" fmla="*/ 234 w 133"/>
                  <a:gd name="T1" fmla="*/ 61 h 222"/>
                  <a:gd name="T2" fmla="*/ 151 w 133"/>
                  <a:gd name="T3" fmla="*/ 281 h 222"/>
                  <a:gd name="T4" fmla="*/ 77 w 133"/>
                  <a:gd name="T5" fmla="*/ 504 h 222"/>
                  <a:gd name="T6" fmla="*/ 221 w 133"/>
                  <a:gd name="T7" fmla="*/ 397 h 222"/>
                  <a:gd name="T8" fmla="*/ 274 w 133"/>
                  <a:gd name="T9" fmla="*/ 341 h 222"/>
                  <a:gd name="T10" fmla="*/ 255 w 133"/>
                  <a:gd name="T11" fmla="*/ 422 h 222"/>
                  <a:gd name="T12" fmla="*/ 255 w 133"/>
                  <a:gd name="T13" fmla="*/ 525 h 222"/>
                  <a:gd name="T14" fmla="*/ 234 w 133"/>
                  <a:gd name="T15" fmla="*/ 588 h 222"/>
                  <a:gd name="T16" fmla="*/ 163 w 133"/>
                  <a:gd name="T17" fmla="*/ 635 h 222"/>
                  <a:gd name="T18" fmla="*/ 54 w 133"/>
                  <a:gd name="T19" fmla="*/ 667 h 222"/>
                  <a:gd name="T20" fmla="*/ 149 w 133"/>
                  <a:gd name="T21" fmla="*/ 704 h 222"/>
                  <a:gd name="T22" fmla="*/ 54 w 133"/>
                  <a:gd name="T23" fmla="*/ 718 h 222"/>
                  <a:gd name="T24" fmla="*/ 42 w 133"/>
                  <a:gd name="T25" fmla="*/ 785 h 222"/>
                  <a:gd name="T26" fmla="*/ 77 w 133"/>
                  <a:gd name="T27" fmla="*/ 790 h 222"/>
                  <a:gd name="T28" fmla="*/ 61 w 133"/>
                  <a:gd name="T29" fmla="*/ 859 h 222"/>
                  <a:gd name="T30" fmla="*/ 144 w 133"/>
                  <a:gd name="T31" fmla="*/ 862 h 222"/>
                  <a:gd name="T32" fmla="*/ 170 w 133"/>
                  <a:gd name="T33" fmla="*/ 862 h 222"/>
                  <a:gd name="T34" fmla="*/ 197 w 133"/>
                  <a:gd name="T35" fmla="*/ 902 h 222"/>
                  <a:gd name="T36" fmla="*/ 272 w 133"/>
                  <a:gd name="T37" fmla="*/ 867 h 222"/>
                  <a:gd name="T38" fmla="*/ 375 w 133"/>
                  <a:gd name="T39" fmla="*/ 790 h 222"/>
                  <a:gd name="T40" fmla="*/ 460 w 133"/>
                  <a:gd name="T41" fmla="*/ 628 h 222"/>
                  <a:gd name="T42" fmla="*/ 520 w 133"/>
                  <a:gd name="T43" fmla="*/ 462 h 222"/>
                  <a:gd name="T44" fmla="*/ 520 w 133"/>
                  <a:gd name="T45" fmla="*/ 302 h 222"/>
                  <a:gd name="T46" fmla="*/ 546 w 133"/>
                  <a:gd name="T47" fmla="*/ 0 h 222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133" h="222">
                    <a:moveTo>
                      <a:pt x="57" y="15"/>
                    </a:moveTo>
                    <a:cubicBezTo>
                      <a:pt x="47" y="25"/>
                      <a:pt x="50" y="57"/>
                      <a:pt x="37" y="69"/>
                    </a:cubicBezTo>
                    <a:cubicBezTo>
                      <a:pt x="24" y="81"/>
                      <a:pt x="3" y="113"/>
                      <a:pt x="19" y="123"/>
                    </a:cubicBezTo>
                    <a:cubicBezTo>
                      <a:pt x="35" y="133"/>
                      <a:pt x="49" y="109"/>
                      <a:pt x="54" y="97"/>
                    </a:cubicBezTo>
                    <a:cubicBezTo>
                      <a:pt x="58" y="85"/>
                      <a:pt x="67" y="83"/>
                      <a:pt x="67" y="83"/>
                    </a:cubicBezTo>
                    <a:cubicBezTo>
                      <a:pt x="67" y="83"/>
                      <a:pt x="59" y="97"/>
                      <a:pt x="62" y="103"/>
                    </a:cubicBezTo>
                    <a:cubicBezTo>
                      <a:pt x="66" y="110"/>
                      <a:pt x="56" y="120"/>
                      <a:pt x="62" y="128"/>
                    </a:cubicBezTo>
                    <a:cubicBezTo>
                      <a:pt x="64" y="131"/>
                      <a:pt x="58" y="133"/>
                      <a:pt x="57" y="144"/>
                    </a:cubicBezTo>
                    <a:cubicBezTo>
                      <a:pt x="55" y="155"/>
                      <a:pt x="49" y="144"/>
                      <a:pt x="40" y="155"/>
                    </a:cubicBezTo>
                    <a:cubicBezTo>
                      <a:pt x="38" y="159"/>
                      <a:pt x="15" y="136"/>
                      <a:pt x="13" y="163"/>
                    </a:cubicBezTo>
                    <a:cubicBezTo>
                      <a:pt x="12" y="165"/>
                      <a:pt x="36" y="170"/>
                      <a:pt x="36" y="172"/>
                    </a:cubicBezTo>
                    <a:cubicBezTo>
                      <a:pt x="36" y="174"/>
                      <a:pt x="13" y="173"/>
                      <a:pt x="13" y="176"/>
                    </a:cubicBezTo>
                    <a:cubicBezTo>
                      <a:pt x="13" y="176"/>
                      <a:pt x="0" y="187"/>
                      <a:pt x="10" y="192"/>
                    </a:cubicBezTo>
                    <a:cubicBezTo>
                      <a:pt x="19" y="193"/>
                      <a:pt x="19" y="193"/>
                      <a:pt x="19" y="193"/>
                    </a:cubicBezTo>
                    <a:cubicBezTo>
                      <a:pt x="19" y="193"/>
                      <a:pt x="7" y="201"/>
                      <a:pt x="15" y="210"/>
                    </a:cubicBezTo>
                    <a:cubicBezTo>
                      <a:pt x="19" y="213"/>
                      <a:pt x="32" y="211"/>
                      <a:pt x="35" y="211"/>
                    </a:cubicBezTo>
                    <a:cubicBezTo>
                      <a:pt x="39" y="211"/>
                      <a:pt x="41" y="211"/>
                      <a:pt x="41" y="211"/>
                    </a:cubicBezTo>
                    <a:cubicBezTo>
                      <a:pt x="41" y="211"/>
                      <a:pt x="40" y="219"/>
                      <a:pt x="48" y="221"/>
                    </a:cubicBezTo>
                    <a:cubicBezTo>
                      <a:pt x="56" y="222"/>
                      <a:pt x="64" y="215"/>
                      <a:pt x="66" y="212"/>
                    </a:cubicBezTo>
                    <a:cubicBezTo>
                      <a:pt x="69" y="209"/>
                      <a:pt x="85" y="202"/>
                      <a:pt x="91" y="193"/>
                    </a:cubicBezTo>
                    <a:cubicBezTo>
                      <a:pt x="97" y="184"/>
                      <a:pt x="106" y="183"/>
                      <a:pt x="112" y="154"/>
                    </a:cubicBezTo>
                    <a:cubicBezTo>
                      <a:pt x="115" y="141"/>
                      <a:pt x="126" y="124"/>
                      <a:pt x="127" y="113"/>
                    </a:cubicBezTo>
                    <a:cubicBezTo>
                      <a:pt x="128" y="102"/>
                      <a:pt x="130" y="92"/>
                      <a:pt x="127" y="74"/>
                    </a:cubicBezTo>
                    <a:cubicBezTo>
                      <a:pt x="125" y="56"/>
                      <a:pt x="133" y="0"/>
                      <a:pt x="133" y="0"/>
                    </a:cubicBezTo>
                  </a:path>
                </a:pathLst>
              </a:custGeom>
              <a:solidFill>
                <a:srgbClr val="FEF3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739" name="Freeform 630">
                <a:extLst>
                  <a:ext uri="{FF2B5EF4-FFF2-40B4-BE49-F238E27FC236}">
                    <a16:creationId xmlns:a16="http://schemas.microsoft.com/office/drawing/2014/main" id="{C4178F51-D21A-480E-98D9-B1A858AF65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2473"/>
                <a:ext cx="56" cy="96"/>
              </a:xfrm>
              <a:custGeom>
                <a:avLst/>
                <a:gdLst>
                  <a:gd name="T0" fmla="*/ 34 w 35"/>
                  <a:gd name="T1" fmla="*/ 5 h 60"/>
                  <a:gd name="T2" fmla="*/ 94 w 35"/>
                  <a:gd name="T3" fmla="*/ 34 h 60"/>
                  <a:gd name="T4" fmla="*/ 98 w 35"/>
                  <a:gd name="T5" fmla="*/ 136 h 60"/>
                  <a:gd name="T6" fmla="*/ 86 w 35"/>
                  <a:gd name="T7" fmla="*/ 234 h 60"/>
                  <a:gd name="T8" fmla="*/ 48 w 35"/>
                  <a:gd name="T9" fmla="*/ 205 h 60"/>
                  <a:gd name="T10" fmla="*/ 16 w 35"/>
                  <a:gd name="T11" fmla="*/ 136 h 60"/>
                  <a:gd name="T12" fmla="*/ 16 w 35"/>
                  <a:gd name="T13" fmla="*/ 48 h 60"/>
                  <a:gd name="T14" fmla="*/ 34 w 35"/>
                  <a:gd name="T15" fmla="*/ 5 h 6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5" h="60">
                    <a:moveTo>
                      <a:pt x="8" y="1"/>
                    </a:moveTo>
                    <a:cubicBezTo>
                      <a:pt x="8" y="1"/>
                      <a:pt x="2" y="0"/>
                      <a:pt x="23" y="8"/>
                    </a:cubicBezTo>
                    <a:cubicBezTo>
                      <a:pt x="35" y="13"/>
                      <a:pt x="26" y="31"/>
                      <a:pt x="24" y="33"/>
                    </a:cubicBezTo>
                    <a:cubicBezTo>
                      <a:pt x="23" y="35"/>
                      <a:pt x="21" y="57"/>
                      <a:pt x="21" y="57"/>
                    </a:cubicBezTo>
                    <a:cubicBezTo>
                      <a:pt x="21" y="57"/>
                      <a:pt x="17" y="60"/>
                      <a:pt x="12" y="50"/>
                    </a:cubicBezTo>
                    <a:cubicBezTo>
                      <a:pt x="7" y="39"/>
                      <a:pt x="0" y="49"/>
                      <a:pt x="4" y="33"/>
                    </a:cubicBezTo>
                    <a:cubicBezTo>
                      <a:pt x="7" y="17"/>
                      <a:pt x="4" y="17"/>
                      <a:pt x="4" y="12"/>
                    </a:cubicBezTo>
                    <a:lnTo>
                      <a:pt x="8" y="1"/>
                    </a:lnTo>
                    <a:close/>
                  </a:path>
                </a:pathLst>
              </a:custGeom>
              <a:solidFill>
                <a:srgbClr val="FAD7C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740" name="Freeform 631">
                <a:extLst>
                  <a:ext uri="{FF2B5EF4-FFF2-40B4-BE49-F238E27FC236}">
                    <a16:creationId xmlns:a16="http://schemas.microsoft.com/office/drawing/2014/main" id="{02CCBE5B-70BA-4922-813F-C706EF1E24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9" y="1096"/>
                <a:ext cx="973" cy="2973"/>
              </a:xfrm>
              <a:custGeom>
                <a:avLst/>
                <a:gdLst>
                  <a:gd name="T0" fmla="*/ 1501 w 608"/>
                  <a:gd name="T1" fmla="*/ 308 h 1862"/>
                  <a:gd name="T2" fmla="*/ 2239 w 608"/>
                  <a:gd name="T3" fmla="*/ 806 h 1862"/>
                  <a:gd name="T4" fmla="*/ 2349 w 608"/>
                  <a:gd name="T5" fmla="*/ 1815 h 1862"/>
                  <a:gd name="T6" fmla="*/ 2444 w 608"/>
                  <a:gd name="T7" fmla="*/ 2777 h 1862"/>
                  <a:gd name="T8" fmla="*/ 2479 w 608"/>
                  <a:gd name="T9" fmla="*/ 3118 h 1862"/>
                  <a:gd name="T10" fmla="*/ 2466 w 608"/>
                  <a:gd name="T11" fmla="*/ 3473 h 1862"/>
                  <a:gd name="T12" fmla="*/ 2405 w 608"/>
                  <a:gd name="T13" fmla="*/ 3802 h 1862"/>
                  <a:gd name="T14" fmla="*/ 2218 w 608"/>
                  <a:gd name="T15" fmla="*/ 4033 h 1862"/>
                  <a:gd name="T16" fmla="*/ 2116 w 608"/>
                  <a:gd name="T17" fmla="*/ 4030 h 1862"/>
                  <a:gd name="T18" fmla="*/ 2008 w 608"/>
                  <a:gd name="T19" fmla="*/ 4025 h 1862"/>
                  <a:gd name="T20" fmla="*/ 1988 w 608"/>
                  <a:gd name="T21" fmla="*/ 3957 h 1862"/>
                  <a:gd name="T22" fmla="*/ 2090 w 608"/>
                  <a:gd name="T23" fmla="*/ 3870 h 1862"/>
                  <a:gd name="T24" fmla="*/ 2111 w 608"/>
                  <a:gd name="T25" fmla="*/ 3806 h 1862"/>
                  <a:gd name="T26" fmla="*/ 2197 w 608"/>
                  <a:gd name="T27" fmla="*/ 3692 h 1862"/>
                  <a:gd name="T28" fmla="*/ 2218 w 608"/>
                  <a:gd name="T29" fmla="*/ 3508 h 1862"/>
                  <a:gd name="T30" fmla="*/ 2013 w 608"/>
                  <a:gd name="T31" fmla="*/ 3671 h 1862"/>
                  <a:gd name="T32" fmla="*/ 2176 w 608"/>
                  <a:gd name="T33" fmla="*/ 3233 h 1862"/>
                  <a:gd name="T34" fmla="*/ 2168 w 608"/>
                  <a:gd name="T35" fmla="*/ 3056 h 1862"/>
                  <a:gd name="T36" fmla="*/ 1959 w 608"/>
                  <a:gd name="T37" fmla="*/ 2108 h 1862"/>
                  <a:gd name="T38" fmla="*/ 1903 w 608"/>
                  <a:gd name="T39" fmla="*/ 1637 h 1862"/>
                  <a:gd name="T40" fmla="*/ 1893 w 608"/>
                  <a:gd name="T41" fmla="*/ 1550 h 1862"/>
                  <a:gd name="T42" fmla="*/ 1912 w 608"/>
                  <a:gd name="T43" fmla="*/ 2157 h 1862"/>
                  <a:gd name="T44" fmla="*/ 1924 w 608"/>
                  <a:gd name="T45" fmla="*/ 3358 h 1862"/>
                  <a:gd name="T46" fmla="*/ 1749 w 608"/>
                  <a:gd name="T47" fmla="*/ 5132 h 1862"/>
                  <a:gd name="T48" fmla="*/ 1714 w 608"/>
                  <a:gd name="T49" fmla="*/ 6003 h 1862"/>
                  <a:gd name="T50" fmla="*/ 1514 w 608"/>
                  <a:gd name="T51" fmla="*/ 6939 h 1862"/>
                  <a:gd name="T52" fmla="*/ 1616 w 608"/>
                  <a:gd name="T53" fmla="*/ 7250 h 1862"/>
                  <a:gd name="T54" fmla="*/ 1741 w 608"/>
                  <a:gd name="T55" fmla="*/ 7380 h 1862"/>
                  <a:gd name="T56" fmla="*/ 1749 w 608"/>
                  <a:gd name="T57" fmla="*/ 7461 h 1862"/>
                  <a:gd name="T58" fmla="*/ 1746 w 608"/>
                  <a:gd name="T59" fmla="*/ 7485 h 1862"/>
                  <a:gd name="T60" fmla="*/ 1685 w 608"/>
                  <a:gd name="T61" fmla="*/ 7503 h 1862"/>
                  <a:gd name="T62" fmla="*/ 1575 w 608"/>
                  <a:gd name="T63" fmla="*/ 7538 h 1862"/>
                  <a:gd name="T64" fmla="*/ 1330 w 608"/>
                  <a:gd name="T65" fmla="*/ 7563 h 1862"/>
                  <a:gd name="T66" fmla="*/ 1215 w 608"/>
                  <a:gd name="T67" fmla="*/ 7434 h 1862"/>
                  <a:gd name="T68" fmla="*/ 1173 w 608"/>
                  <a:gd name="T69" fmla="*/ 7241 h 1862"/>
                  <a:gd name="T70" fmla="*/ 1242 w 608"/>
                  <a:gd name="T71" fmla="*/ 6810 h 1862"/>
                  <a:gd name="T72" fmla="*/ 1176 w 608"/>
                  <a:gd name="T73" fmla="*/ 5853 h 1862"/>
                  <a:gd name="T74" fmla="*/ 1247 w 608"/>
                  <a:gd name="T75" fmla="*/ 5130 h 1862"/>
                  <a:gd name="T76" fmla="*/ 1114 w 608"/>
                  <a:gd name="T77" fmla="*/ 3821 h 1862"/>
                  <a:gd name="T78" fmla="*/ 1019 w 608"/>
                  <a:gd name="T79" fmla="*/ 4353 h 1862"/>
                  <a:gd name="T80" fmla="*/ 951 w 608"/>
                  <a:gd name="T81" fmla="*/ 5255 h 1862"/>
                  <a:gd name="T82" fmla="*/ 978 w 608"/>
                  <a:gd name="T83" fmla="*/ 6350 h 1862"/>
                  <a:gd name="T84" fmla="*/ 999 w 608"/>
                  <a:gd name="T85" fmla="*/ 6998 h 1862"/>
                  <a:gd name="T86" fmla="*/ 991 w 608"/>
                  <a:gd name="T87" fmla="*/ 7335 h 1862"/>
                  <a:gd name="T88" fmla="*/ 955 w 608"/>
                  <a:gd name="T89" fmla="*/ 7511 h 1862"/>
                  <a:gd name="T90" fmla="*/ 743 w 608"/>
                  <a:gd name="T91" fmla="*/ 7531 h 1862"/>
                  <a:gd name="T92" fmla="*/ 525 w 608"/>
                  <a:gd name="T93" fmla="*/ 7525 h 1862"/>
                  <a:gd name="T94" fmla="*/ 512 w 608"/>
                  <a:gd name="T95" fmla="*/ 7506 h 1862"/>
                  <a:gd name="T96" fmla="*/ 451 w 608"/>
                  <a:gd name="T97" fmla="*/ 7461 h 1862"/>
                  <a:gd name="T98" fmla="*/ 438 w 608"/>
                  <a:gd name="T99" fmla="*/ 7456 h 1862"/>
                  <a:gd name="T100" fmla="*/ 512 w 608"/>
                  <a:gd name="T101" fmla="*/ 7319 h 1862"/>
                  <a:gd name="T102" fmla="*/ 696 w 608"/>
                  <a:gd name="T103" fmla="*/ 7062 h 1862"/>
                  <a:gd name="T104" fmla="*/ 640 w 608"/>
                  <a:gd name="T105" fmla="*/ 6626 h 1862"/>
                  <a:gd name="T106" fmla="*/ 499 w 608"/>
                  <a:gd name="T107" fmla="*/ 5376 h 1862"/>
                  <a:gd name="T108" fmla="*/ 418 w 608"/>
                  <a:gd name="T109" fmla="*/ 4859 h 1862"/>
                  <a:gd name="T110" fmla="*/ 307 w 608"/>
                  <a:gd name="T111" fmla="*/ 3114 h 1862"/>
                  <a:gd name="T112" fmla="*/ 291 w 608"/>
                  <a:gd name="T113" fmla="*/ 1779 h 1862"/>
                  <a:gd name="T114" fmla="*/ 307 w 608"/>
                  <a:gd name="T115" fmla="*/ 1547 h 1862"/>
                  <a:gd name="T116" fmla="*/ 291 w 608"/>
                  <a:gd name="T117" fmla="*/ 1721 h 1862"/>
                  <a:gd name="T118" fmla="*/ 184 w 608"/>
                  <a:gd name="T119" fmla="*/ 2478 h 1862"/>
                  <a:gd name="T120" fmla="*/ 5 w 608"/>
                  <a:gd name="T121" fmla="*/ 3163 h 1862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0" t="0" r="r" b="b"/>
                <a:pathLst>
                  <a:path w="608" h="1862">
                    <a:moveTo>
                      <a:pt x="333" y="0"/>
                    </a:moveTo>
                    <a:cubicBezTo>
                      <a:pt x="333" y="13"/>
                      <a:pt x="317" y="54"/>
                      <a:pt x="366" y="76"/>
                    </a:cubicBezTo>
                    <a:cubicBezTo>
                      <a:pt x="380" y="83"/>
                      <a:pt x="423" y="104"/>
                      <a:pt x="439" y="108"/>
                    </a:cubicBezTo>
                    <a:cubicBezTo>
                      <a:pt x="462" y="114"/>
                      <a:pt x="532" y="135"/>
                      <a:pt x="546" y="198"/>
                    </a:cubicBezTo>
                    <a:cubicBezTo>
                      <a:pt x="553" y="228"/>
                      <a:pt x="561" y="265"/>
                      <a:pt x="556" y="300"/>
                    </a:cubicBezTo>
                    <a:cubicBezTo>
                      <a:pt x="554" y="324"/>
                      <a:pt x="572" y="368"/>
                      <a:pt x="573" y="446"/>
                    </a:cubicBezTo>
                    <a:cubicBezTo>
                      <a:pt x="573" y="474"/>
                      <a:pt x="576" y="494"/>
                      <a:pt x="579" y="506"/>
                    </a:cubicBezTo>
                    <a:cubicBezTo>
                      <a:pt x="595" y="546"/>
                      <a:pt x="595" y="655"/>
                      <a:pt x="596" y="682"/>
                    </a:cubicBezTo>
                    <a:cubicBezTo>
                      <a:pt x="597" y="698"/>
                      <a:pt x="597" y="722"/>
                      <a:pt x="600" y="734"/>
                    </a:cubicBezTo>
                    <a:cubicBezTo>
                      <a:pt x="603" y="746"/>
                      <a:pt x="602" y="756"/>
                      <a:pt x="605" y="766"/>
                    </a:cubicBezTo>
                    <a:cubicBezTo>
                      <a:pt x="605" y="766"/>
                      <a:pt x="608" y="774"/>
                      <a:pt x="608" y="779"/>
                    </a:cubicBezTo>
                    <a:cubicBezTo>
                      <a:pt x="607" y="784"/>
                      <a:pt x="599" y="836"/>
                      <a:pt x="602" y="853"/>
                    </a:cubicBezTo>
                    <a:cubicBezTo>
                      <a:pt x="605" y="871"/>
                      <a:pt x="603" y="881"/>
                      <a:pt x="602" y="892"/>
                    </a:cubicBezTo>
                    <a:cubicBezTo>
                      <a:pt x="601" y="903"/>
                      <a:pt x="590" y="920"/>
                      <a:pt x="587" y="934"/>
                    </a:cubicBezTo>
                    <a:cubicBezTo>
                      <a:pt x="580" y="962"/>
                      <a:pt x="572" y="963"/>
                      <a:pt x="565" y="972"/>
                    </a:cubicBezTo>
                    <a:cubicBezTo>
                      <a:pt x="559" y="981"/>
                      <a:pt x="544" y="988"/>
                      <a:pt x="541" y="991"/>
                    </a:cubicBezTo>
                    <a:cubicBezTo>
                      <a:pt x="538" y="994"/>
                      <a:pt x="531" y="1001"/>
                      <a:pt x="523" y="1000"/>
                    </a:cubicBezTo>
                    <a:cubicBezTo>
                      <a:pt x="515" y="999"/>
                      <a:pt x="516" y="990"/>
                      <a:pt x="516" y="990"/>
                    </a:cubicBezTo>
                    <a:cubicBezTo>
                      <a:pt x="516" y="990"/>
                      <a:pt x="513" y="990"/>
                      <a:pt x="510" y="990"/>
                    </a:cubicBezTo>
                    <a:cubicBezTo>
                      <a:pt x="506" y="990"/>
                      <a:pt x="493" y="992"/>
                      <a:pt x="490" y="989"/>
                    </a:cubicBezTo>
                    <a:cubicBezTo>
                      <a:pt x="482" y="981"/>
                      <a:pt x="493" y="973"/>
                      <a:pt x="493" y="973"/>
                    </a:cubicBezTo>
                    <a:cubicBezTo>
                      <a:pt x="485" y="972"/>
                      <a:pt x="485" y="972"/>
                      <a:pt x="485" y="972"/>
                    </a:cubicBezTo>
                    <a:cubicBezTo>
                      <a:pt x="475" y="966"/>
                      <a:pt x="487" y="955"/>
                      <a:pt x="487" y="955"/>
                    </a:cubicBezTo>
                    <a:cubicBezTo>
                      <a:pt x="487" y="952"/>
                      <a:pt x="510" y="953"/>
                      <a:pt x="510" y="951"/>
                    </a:cubicBezTo>
                    <a:cubicBezTo>
                      <a:pt x="510" y="949"/>
                      <a:pt x="486" y="943"/>
                      <a:pt x="487" y="941"/>
                    </a:cubicBezTo>
                    <a:cubicBezTo>
                      <a:pt x="488" y="915"/>
                      <a:pt x="512" y="938"/>
                      <a:pt x="515" y="935"/>
                    </a:cubicBezTo>
                    <a:cubicBezTo>
                      <a:pt x="523" y="924"/>
                      <a:pt x="529" y="934"/>
                      <a:pt x="531" y="923"/>
                    </a:cubicBezTo>
                    <a:cubicBezTo>
                      <a:pt x="533" y="912"/>
                      <a:pt x="538" y="910"/>
                      <a:pt x="536" y="907"/>
                    </a:cubicBezTo>
                    <a:cubicBezTo>
                      <a:pt x="531" y="899"/>
                      <a:pt x="540" y="889"/>
                      <a:pt x="537" y="882"/>
                    </a:cubicBezTo>
                    <a:cubicBezTo>
                      <a:pt x="533" y="876"/>
                      <a:pt x="541" y="862"/>
                      <a:pt x="541" y="862"/>
                    </a:cubicBezTo>
                    <a:cubicBezTo>
                      <a:pt x="541" y="862"/>
                      <a:pt x="530" y="868"/>
                      <a:pt x="525" y="880"/>
                    </a:cubicBezTo>
                    <a:cubicBezTo>
                      <a:pt x="521" y="892"/>
                      <a:pt x="507" y="912"/>
                      <a:pt x="491" y="902"/>
                    </a:cubicBezTo>
                    <a:cubicBezTo>
                      <a:pt x="476" y="892"/>
                      <a:pt x="497" y="862"/>
                      <a:pt x="510" y="850"/>
                    </a:cubicBezTo>
                    <a:cubicBezTo>
                      <a:pt x="523" y="838"/>
                      <a:pt x="520" y="802"/>
                      <a:pt x="531" y="794"/>
                    </a:cubicBezTo>
                    <a:cubicBezTo>
                      <a:pt x="536" y="791"/>
                      <a:pt x="536" y="777"/>
                      <a:pt x="536" y="777"/>
                    </a:cubicBezTo>
                    <a:cubicBezTo>
                      <a:pt x="534" y="775"/>
                      <a:pt x="531" y="762"/>
                      <a:pt x="529" y="751"/>
                    </a:cubicBezTo>
                    <a:cubicBezTo>
                      <a:pt x="527" y="739"/>
                      <a:pt x="498" y="632"/>
                      <a:pt x="494" y="609"/>
                    </a:cubicBezTo>
                    <a:cubicBezTo>
                      <a:pt x="485" y="565"/>
                      <a:pt x="473" y="548"/>
                      <a:pt x="478" y="518"/>
                    </a:cubicBezTo>
                    <a:cubicBezTo>
                      <a:pt x="477" y="495"/>
                      <a:pt x="468" y="434"/>
                      <a:pt x="466" y="423"/>
                    </a:cubicBezTo>
                    <a:cubicBezTo>
                      <a:pt x="465" y="421"/>
                      <a:pt x="465" y="409"/>
                      <a:pt x="464" y="402"/>
                    </a:cubicBezTo>
                    <a:cubicBezTo>
                      <a:pt x="463" y="398"/>
                      <a:pt x="463" y="390"/>
                      <a:pt x="462" y="380"/>
                    </a:cubicBezTo>
                    <a:cubicBezTo>
                      <a:pt x="462" y="381"/>
                      <a:pt x="462" y="381"/>
                      <a:pt x="462" y="381"/>
                    </a:cubicBezTo>
                    <a:cubicBezTo>
                      <a:pt x="462" y="392"/>
                      <a:pt x="467" y="413"/>
                      <a:pt x="466" y="441"/>
                    </a:cubicBezTo>
                    <a:cubicBezTo>
                      <a:pt x="467" y="464"/>
                      <a:pt x="467" y="475"/>
                      <a:pt x="467" y="530"/>
                    </a:cubicBezTo>
                    <a:cubicBezTo>
                      <a:pt x="474" y="600"/>
                      <a:pt x="461" y="739"/>
                      <a:pt x="462" y="765"/>
                    </a:cubicBezTo>
                    <a:cubicBezTo>
                      <a:pt x="464" y="778"/>
                      <a:pt x="469" y="825"/>
                      <a:pt x="469" y="825"/>
                    </a:cubicBezTo>
                    <a:cubicBezTo>
                      <a:pt x="471" y="862"/>
                      <a:pt x="468" y="1000"/>
                      <a:pt x="434" y="1194"/>
                    </a:cubicBezTo>
                    <a:cubicBezTo>
                      <a:pt x="432" y="1205"/>
                      <a:pt x="431" y="1241"/>
                      <a:pt x="427" y="1261"/>
                    </a:cubicBezTo>
                    <a:cubicBezTo>
                      <a:pt x="426" y="1266"/>
                      <a:pt x="415" y="1290"/>
                      <a:pt x="415" y="1321"/>
                    </a:cubicBezTo>
                    <a:cubicBezTo>
                      <a:pt x="413" y="1372"/>
                      <a:pt x="419" y="1439"/>
                      <a:pt x="418" y="1475"/>
                    </a:cubicBezTo>
                    <a:cubicBezTo>
                      <a:pt x="415" y="1535"/>
                      <a:pt x="390" y="1590"/>
                      <a:pt x="381" y="1628"/>
                    </a:cubicBezTo>
                    <a:cubicBezTo>
                      <a:pt x="371" y="1667"/>
                      <a:pt x="367" y="1697"/>
                      <a:pt x="369" y="1705"/>
                    </a:cubicBezTo>
                    <a:cubicBezTo>
                      <a:pt x="371" y="1711"/>
                      <a:pt x="372" y="1724"/>
                      <a:pt x="367" y="1735"/>
                    </a:cubicBezTo>
                    <a:cubicBezTo>
                      <a:pt x="366" y="1736"/>
                      <a:pt x="384" y="1774"/>
                      <a:pt x="394" y="1781"/>
                    </a:cubicBezTo>
                    <a:cubicBezTo>
                      <a:pt x="402" y="1788"/>
                      <a:pt x="405" y="1794"/>
                      <a:pt x="412" y="1798"/>
                    </a:cubicBezTo>
                    <a:cubicBezTo>
                      <a:pt x="419" y="1801"/>
                      <a:pt x="422" y="1805"/>
                      <a:pt x="425" y="1813"/>
                    </a:cubicBezTo>
                    <a:cubicBezTo>
                      <a:pt x="427" y="1819"/>
                      <a:pt x="434" y="1827"/>
                      <a:pt x="429" y="1832"/>
                    </a:cubicBezTo>
                    <a:cubicBezTo>
                      <a:pt x="429" y="1832"/>
                      <a:pt x="428" y="1833"/>
                      <a:pt x="427" y="1833"/>
                    </a:cubicBezTo>
                    <a:cubicBezTo>
                      <a:pt x="427" y="1833"/>
                      <a:pt x="427" y="1833"/>
                      <a:pt x="427" y="1833"/>
                    </a:cubicBezTo>
                    <a:cubicBezTo>
                      <a:pt x="427" y="1835"/>
                      <a:pt x="427" y="1837"/>
                      <a:pt x="426" y="1839"/>
                    </a:cubicBezTo>
                    <a:cubicBezTo>
                      <a:pt x="425" y="1843"/>
                      <a:pt x="418" y="1845"/>
                      <a:pt x="411" y="1844"/>
                    </a:cubicBezTo>
                    <a:cubicBezTo>
                      <a:pt x="411" y="1843"/>
                      <a:pt x="411" y="1843"/>
                      <a:pt x="411" y="1843"/>
                    </a:cubicBezTo>
                    <a:cubicBezTo>
                      <a:pt x="410" y="1845"/>
                      <a:pt x="410" y="1847"/>
                      <a:pt x="409" y="1849"/>
                    </a:cubicBezTo>
                    <a:cubicBezTo>
                      <a:pt x="404" y="1855"/>
                      <a:pt x="390" y="1858"/>
                      <a:pt x="384" y="1852"/>
                    </a:cubicBezTo>
                    <a:cubicBezTo>
                      <a:pt x="376" y="1857"/>
                      <a:pt x="361" y="1857"/>
                      <a:pt x="356" y="1850"/>
                    </a:cubicBezTo>
                    <a:cubicBezTo>
                      <a:pt x="352" y="1862"/>
                      <a:pt x="335" y="1860"/>
                      <a:pt x="324" y="1858"/>
                    </a:cubicBezTo>
                    <a:cubicBezTo>
                      <a:pt x="314" y="1856"/>
                      <a:pt x="310" y="1850"/>
                      <a:pt x="304" y="1845"/>
                    </a:cubicBezTo>
                    <a:cubicBezTo>
                      <a:pt x="298" y="1841"/>
                      <a:pt x="294" y="1837"/>
                      <a:pt x="296" y="1826"/>
                    </a:cubicBezTo>
                    <a:cubicBezTo>
                      <a:pt x="297" y="1815"/>
                      <a:pt x="296" y="1815"/>
                      <a:pt x="295" y="1802"/>
                    </a:cubicBezTo>
                    <a:cubicBezTo>
                      <a:pt x="294" y="1794"/>
                      <a:pt x="287" y="1792"/>
                      <a:pt x="286" y="1779"/>
                    </a:cubicBezTo>
                    <a:cubicBezTo>
                      <a:pt x="285" y="1769"/>
                      <a:pt x="293" y="1725"/>
                      <a:pt x="292" y="1719"/>
                    </a:cubicBezTo>
                    <a:cubicBezTo>
                      <a:pt x="291" y="1706"/>
                      <a:pt x="300" y="1695"/>
                      <a:pt x="303" y="1673"/>
                    </a:cubicBezTo>
                    <a:cubicBezTo>
                      <a:pt x="306" y="1650"/>
                      <a:pt x="298" y="1574"/>
                      <a:pt x="298" y="1560"/>
                    </a:cubicBezTo>
                    <a:cubicBezTo>
                      <a:pt x="298" y="1534"/>
                      <a:pt x="283" y="1491"/>
                      <a:pt x="287" y="1438"/>
                    </a:cubicBezTo>
                    <a:cubicBezTo>
                      <a:pt x="289" y="1407"/>
                      <a:pt x="305" y="1313"/>
                      <a:pt x="305" y="1291"/>
                    </a:cubicBezTo>
                    <a:cubicBezTo>
                      <a:pt x="305" y="1287"/>
                      <a:pt x="306" y="1264"/>
                      <a:pt x="304" y="1260"/>
                    </a:cubicBezTo>
                    <a:cubicBezTo>
                      <a:pt x="300" y="1246"/>
                      <a:pt x="290" y="1069"/>
                      <a:pt x="290" y="1067"/>
                    </a:cubicBezTo>
                    <a:cubicBezTo>
                      <a:pt x="288" y="1046"/>
                      <a:pt x="272" y="939"/>
                      <a:pt x="272" y="939"/>
                    </a:cubicBezTo>
                    <a:cubicBezTo>
                      <a:pt x="265" y="939"/>
                      <a:pt x="265" y="939"/>
                      <a:pt x="265" y="939"/>
                    </a:cubicBezTo>
                    <a:cubicBezTo>
                      <a:pt x="265" y="939"/>
                      <a:pt x="251" y="1048"/>
                      <a:pt x="249" y="1069"/>
                    </a:cubicBezTo>
                    <a:cubicBezTo>
                      <a:pt x="249" y="1071"/>
                      <a:pt x="237" y="1246"/>
                      <a:pt x="232" y="1260"/>
                    </a:cubicBezTo>
                    <a:cubicBezTo>
                      <a:pt x="231" y="1264"/>
                      <a:pt x="232" y="1287"/>
                      <a:pt x="232" y="1291"/>
                    </a:cubicBezTo>
                    <a:cubicBezTo>
                      <a:pt x="232" y="1313"/>
                      <a:pt x="247" y="1407"/>
                      <a:pt x="249" y="1438"/>
                    </a:cubicBezTo>
                    <a:cubicBezTo>
                      <a:pt x="253" y="1491"/>
                      <a:pt x="239" y="1534"/>
                      <a:pt x="239" y="1560"/>
                    </a:cubicBezTo>
                    <a:cubicBezTo>
                      <a:pt x="239" y="1574"/>
                      <a:pt x="230" y="1650"/>
                      <a:pt x="234" y="1673"/>
                    </a:cubicBezTo>
                    <a:cubicBezTo>
                      <a:pt x="237" y="1695"/>
                      <a:pt x="246" y="1706"/>
                      <a:pt x="244" y="1719"/>
                    </a:cubicBezTo>
                    <a:cubicBezTo>
                      <a:pt x="243" y="1725"/>
                      <a:pt x="251" y="1769"/>
                      <a:pt x="251" y="1779"/>
                    </a:cubicBezTo>
                    <a:cubicBezTo>
                      <a:pt x="250" y="1792"/>
                      <a:pt x="243" y="1794"/>
                      <a:pt x="242" y="1802"/>
                    </a:cubicBezTo>
                    <a:cubicBezTo>
                      <a:pt x="241" y="1815"/>
                      <a:pt x="239" y="1815"/>
                      <a:pt x="241" y="1826"/>
                    </a:cubicBezTo>
                    <a:cubicBezTo>
                      <a:pt x="243" y="1837"/>
                      <a:pt x="238" y="1841"/>
                      <a:pt x="233" y="1845"/>
                    </a:cubicBezTo>
                    <a:cubicBezTo>
                      <a:pt x="227" y="1850"/>
                      <a:pt x="222" y="1856"/>
                      <a:pt x="212" y="1858"/>
                    </a:cubicBezTo>
                    <a:cubicBezTo>
                      <a:pt x="202" y="1860"/>
                      <a:pt x="185" y="1862"/>
                      <a:pt x="181" y="1850"/>
                    </a:cubicBezTo>
                    <a:cubicBezTo>
                      <a:pt x="175" y="1857"/>
                      <a:pt x="160" y="1857"/>
                      <a:pt x="152" y="1852"/>
                    </a:cubicBezTo>
                    <a:cubicBezTo>
                      <a:pt x="147" y="1858"/>
                      <a:pt x="132" y="1855"/>
                      <a:pt x="128" y="1849"/>
                    </a:cubicBezTo>
                    <a:cubicBezTo>
                      <a:pt x="126" y="1847"/>
                      <a:pt x="126" y="1845"/>
                      <a:pt x="126" y="1843"/>
                    </a:cubicBezTo>
                    <a:cubicBezTo>
                      <a:pt x="125" y="1844"/>
                      <a:pt x="125" y="1844"/>
                      <a:pt x="125" y="1844"/>
                    </a:cubicBezTo>
                    <a:cubicBezTo>
                      <a:pt x="119" y="1845"/>
                      <a:pt x="113" y="1844"/>
                      <a:pt x="111" y="1839"/>
                    </a:cubicBezTo>
                    <a:cubicBezTo>
                      <a:pt x="110" y="1837"/>
                      <a:pt x="110" y="1835"/>
                      <a:pt x="110" y="1833"/>
                    </a:cubicBezTo>
                    <a:cubicBezTo>
                      <a:pt x="110" y="1833"/>
                      <a:pt x="110" y="1833"/>
                      <a:pt x="110" y="1833"/>
                    </a:cubicBezTo>
                    <a:cubicBezTo>
                      <a:pt x="109" y="1833"/>
                      <a:pt x="108" y="1832"/>
                      <a:pt x="107" y="1832"/>
                    </a:cubicBezTo>
                    <a:cubicBezTo>
                      <a:pt x="102" y="1827"/>
                      <a:pt x="109" y="1819"/>
                      <a:pt x="111" y="1813"/>
                    </a:cubicBezTo>
                    <a:cubicBezTo>
                      <a:pt x="114" y="1805"/>
                      <a:pt x="118" y="1801"/>
                      <a:pt x="125" y="1798"/>
                    </a:cubicBezTo>
                    <a:cubicBezTo>
                      <a:pt x="132" y="1794"/>
                      <a:pt x="134" y="1788"/>
                      <a:pt x="143" y="1781"/>
                    </a:cubicBezTo>
                    <a:cubicBezTo>
                      <a:pt x="153" y="1774"/>
                      <a:pt x="170" y="1736"/>
                      <a:pt x="170" y="1735"/>
                    </a:cubicBezTo>
                    <a:cubicBezTo>
                      <a:pt x="164" y="1724"/>
                      <a:pt x="166" y="1711"/>
                      <a:pt x="168" y="1705"/>
                    </a:cubicBezTo>
                    <a:cubicBezTo>
                      <a:pt x="169" y="1697"/>
                      <a:pt x="166" y="1667"/>
                      <a:pt x="156" y="1628"/>
                    </a:cubicBezTo>
                    <a:cubicBezTo>
                      <a:pt x="146" y="1590"/>
                      <a:pt x="122" y="1535"/>
                      <a:pt x="119" y="1475"/>
                    </a:cubicBezTo>
                    <a:cubicBezTo>
                      <a:pt x="117" y="1439"/>
                      <a:pt x="123" y="1372"/>
                      <a:pt x="122" y="1321"/>
                    </a:cubicBezTo>
                    <a:cubicBezTo>
                      <a:pt x="121" y="1290"/>
                      <a:pt x="111" y="1266"/>
                      <a:pt x="110" y="1261"/>
                    </a:cubicBezTo>
                    <a:cubicBezTo>
                      <a:pt x="106" y="1241"/>
                      <a:pt x="104" y="1205"/>
                      <a:pt x="102" y="1194"/>
                    </a:cubicBezTo>
                    <a:cubicBezTo>
                      <a:pt x="68" y="999"/>
                      <a:pt x="66" y="862"/>
                      <a:pt x="68" y="826"/>
                    </a:cubicBezTo>
                    <a:cubicBezTo>
                      <a:pt x="70" y="796"/>
                      <a:pt x="73" y="778"/>
                      <a:pt x="75" y="765"/>
                    </a:cubicBezTo>
                    <a:cubicBezTo>
                      <a:pt x="76" y="739"/>
                      <a:pt x="60" y="622"/>
                      <a:pt x="68" y="534"/>
                    </a:cubicBezTo>
                    <a:cubicBezTo>
                      <a:pt x="66" y="510"/>
                      <a:pt x="63" y="482"/>
                      <a:pt x="71" y="437"/>
                    </a:cubicBezTo>
                    <a:cubicBezTo>
                      <a:pt x="70" y="410"/>
                      <a:pt x="75" y="392"/>
                      <a:pt x="75" y="381"/>
                    </a:cubicBezTo>
                    <a:cubicBezTo>
                      <a:pt x="75" y="380"/>
                      <a:pt x="75" y="380"/>
                      <a:pt x="75" y="380"/>
                    </a:cubicBezTo>
                    <a:cubicBezTo>
                      <a:pt x="74" y="390"/>
                      <a:pt x="74" y="398"/>
                      <a:pt x="73" y="402"/>
                    </a:cubicBezTo>
                    <a:cubicBezTo>
                      <a:pt x="72" y="409"/>
                      <a:pt x="72" y="421"/>
                      <a:pt x="71" y="423"/>
                    </a:cubicBezTo>
                    <a:cubicBezTo>
                      <a:pt x="69" y="434"/>
                      <a:pt x="60" y="495"/>
                      <a:pt x="59" y="518"/>
                    </a:cubicBezTo>
                    <a:cubicBezTo>
                      <a:pt x="64" y="548"/>
                      <a:pt x="54" y="565"/>
                      <a:pt x="45" y="609"/>
                    </a:cubicBezTo>
                    <a:cubicBezTo>
                      <a:pt x="42" y="625"/>
                      <a:pt x="12" y="725"/>
                      <a:pt x="8" y="751"/>
                    </a:cubicBezTo>
                    <a:cubicBezTo>
                      <a:pt x="6" y="762"/>
                      <a:pt x="3" y="775"/>
                      <a:pt x="1" y="777"/>
                    </a:cubicBezTo>
                    <a:cubicBezTo>
                      <a:pt x="0" y="780"/>
                      <a:pt x="7" y="795"/>
                      <a:pt x="9" y="807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741" name="Freeform 632">
                <a:extLst>
                  <a:ext uri="{FF2B5EF4-FFF2-40B4-BE49-F238E27FC236}">
                    <a16:creationId xmlns:a16="http://schemas.microsoft.com/office/drawing/2014/main" id="{745ED82C-2BEF-4D50-8831-C812978B8A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95" y="2473"/>
                <a:ext cx="74" cy="202"/>
              </a:xfrm>
              <a:custGeom>
                <a:avLst/>
                <a:gdLst>
                  <a:gd name="T0" fmla="*/ 103 w 46"/>
                  <a:gd name="T1" fmla="*/ 0 h 126"/>
                  <a:gd name="T2" fmla="*/ 187 w 46"/>
                  <a:gd name="T3" fmla="*/ 56 h 126"/>
                  <a:gd name="T4" fmla="*/ 175 w 46"/>
                  <a:gd name="T5" fmla="*/ 128 h 126"/>
                  <a:gd name="T6" fmla="*/ 156 w 46"/>
                  <a:gd name="T7" fmla="*/ 226 h 126"/>
                  <a:gd name="T8" fmla="*/ 156 w 46"/>
                  <a:gd name="T9" fmla="*/ 273 h 126"/>
                  <a:gd name="T10" fmla="*/ 132 w 46"/>
                  <a:gd name="T11" fmla="*/ 301 h 126"/>
                  <a:gd name="T12" fmla="*/ 97 w 46"/>
                  <a:gd name="T13" fmla="*/ 396 h 126"/>
                  <a:gd name="T14" fmla="*/ 37 w 46"/>
                  <a:gd name="T15" fmla="*/ 450 h 126"/>
                  <a:gd name="T16" fmla="*/ 0 w 46"/>
                  <a:gd name="T17" fmla="*/ 519 h 12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6" h="126">
                    <a:moveTo>
                      <a:pt x="25" y="0"/>
                    </a:moveTo>
                    <a:cubicBezTo>
                      <a:pt x="32" y="4"/>
                      <a:pt x="43" y="6"/>
                      <a:pt x="45" y="14"/>
                    </a:cubicBezTo>
                    <a:cubicBezTo>
                      <a:pt x="46" y="19"/>
                      <a:pt x="44" y="27"/>
                      <a:pt x="42" y="31"/>
                    </a:cubicBezTo>
                    <a:cubicBezTo>
                      <a:pt x="39" y="39"/>
                      <a:pt x="37" y="47"/>
                      <a:pt x="37" y="55"/>
                    </a:cubicBezTo>
                    <a:cubicBezTo>
                      <a:pt x="37" y="59"/>
                      <a:pt x="38" y="62"/>
                      <a:pt x="37" y="66"/>
                    </a:cubicBezTo>
                    <a:cubicBezTo>
                      <a:pt x="36" y="69"/>
                      <a:pt x="35" y="69"/>
                      <a:pt x="32" y="73"/>
                    </a:cubicBezTo>
                    <a:cubicBezTo>
                      <a:pt x="27" y="80"/>
                      <a:pt x="26" y="88"/>
                      <a:pt x="23" y="96"/>
                    </a:cubicBezTo>
                    <a:cubicBezTo>
                      <a:pt x="21" y="105"/>
                      <a:pt x="16" y="103"/>
                      <a:pt x="9" y="109"/>
                    </a:cubicBezTo>
                    <a:cubicBezTo>
                      <a:pt x="6" y="113"/>
                      <a:pt x="0" y="120"/>
                      <a:pt x="0" y="126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742" name="Freeform 633">
                <a:extLst>
                  <a:ext uri="{FF2B5EF4-FFF2-40B4-BE49-F238E27FC236}">
                    <a16:creationId xmlns:a16="http://schemas.microsoft.com/office/drawing/2014/main" id="{4C39AEE5-ED3C-4A67-AF9F-0845B8B24F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9" y="2544"/>
                <a:ext cx="25" cy="24"/>
              </a:xfrm>
              <a:custGeom>
                <a:avLst/>
                <a:gdLst>
                  <a:gd name="T0" fmla="*/ 0 w 16"/>
                  <a:gd name="T1" fmla="*/ 0 h 15"/>
                  <a:gd name="T2" fmla="*/ 61 w 16"/>
                  <a:gd name="T3" fmla="*/ 61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15">
                    <a:moveTo>
                      <a:pt x="0" y="0"/>
                    </a:moveTo>
                    <a:cubicBezTo>
                      <a:pt x="9" y="2"/>
                      <a:pt x="8" y="14"/>
                      <a:pt x="16" y="15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743" name="Freeform 634">
                <a:extLst>
                  <a:ext uri="{FF2B5EF4-FFF2-40B4-BE49-F238E27FC236}">
                    <a16:creationId xmlns:a16="http://schemas.microsoft.com/office/drawing/2014/main" id="{9F64728E-B097-4414-826E-696F09188E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57" y="2616"/>
                <a:ext cx="78" cy="33"/>
              </a:xfrm>
              <a:custGeom>
                <a:avLst/>
                <a:gdLst>
                  <a:gd name="T0" fmla="*/ 197 w 49"/>
                  <a:gd name="T1" fmla="*/ 0 h 21"/>
                  <a:gd name="T2" fmla="*/ 102 w 49"/>
                  <a:gd name="T3" fmla="*/ 60 h 21"/>
                  <a:gd name="T4" fmla="*/ 0 w 49"/>
                  <a:gd name="T5" fmla="*/ 82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9" h="21">
                    <a:moveTo>
                      <a:pt x="49" y="0"/>
                    </a:moveTo>
                    <a:cubicBezTo>
                      <a:pt x="39" y="2"/>
                      <a:pt x="35" y="13"/>
                      <a:pt x="25" y="15"/>
                    </a:cubicBezTo>
                    <a:cubicBezTo>
                      <a:pt x="17" y="17"/>
                      <a:pt x="7" y="16"/>
                      <a:pt x="0" y="21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744" name="Freeform 635">
                <a:extLst>
                  <a:ext uri="{FF2B5EF4-FFF2-40B4-BE49-F238E27FC236}">
                    <a16:creationId xmlns:a16="http://schemas.microsoft.com/office/drawing/2014/main" id="{AC0D7953-832A-4231-8C95-B27A44E510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49" y="2565"/>
                <a:ext cx="97" cy="55"/>
              </a:xfrm>
              <a:custGeom>
                <a:avLst/>
                <a:gdLst>
                  <a:gd name="T0" fmla="*/ 0 w 61"/>
                  <a:gd name="T1" fmla="*/ 135 h 35"/>
                  <a:gd name="T2" fmla="*/ 76 w 61"/>
                  <a:gd name="T3" fmla="*/ 124 h 35"/>
                  <a:gd name="T4" fmla="*/ 157 w 61"/>
                  <a:gd name="T5" fmla="*/ 94 h 35"/>
                  <a:gd name="T6" fmla="*/ 218 w 61"/>
                  <a:gd name="T7" fmla="*/ 61 h 35"/>
                  <a:gd name="T8" fmla="*/ 245 w 61"/>
                  <a:gd name="T9" fmla="*/ 0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1" h="35">
                    <a:moveTo>
                      <a:pt x="0" y="35"/>
                    </a:moveTo>
                    <a:cubicBezTo>
                      <a:pt x="7" y="32"/>
                      <a:pt x="11" y="33"/>
                      <a:pt x="19" y="32"/>
                    </a:cubicBezTo>
                    <a:cubicBezTo>
                      <a:pt x="27" y="32"/>
                      <a:pt x="31" y="26"/>
                      <a:pt x="39" y="24"/>
                    </a:cubicBezTo>
                    <a:cubicBezTo>
                      <a:pt x="46" y="23"/>
                      <a:pt x="50" y="23"/>
                      <a:pt x="54" y="16"/>
                    </a:cubicBezTo>
                    <a:cubicBezTo>
                      <a:pt x="56" y="9"/>
                      <a:pt x="56" y="5"/>
                      <a:pt x="61" y="0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745" name="Freeform 636">
                <a:extLst>
                  <a:ext uri="{FF2B5EF4-FFF2-40B4-BE49-F238E27FC236}">
                    <a16:creationId xmlns:a16="http://schemas.microsoft.com/office/drawing/2014/main" id="{D60B95AB-2944-4B93-8E83-242564E24B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54" y="2501"/>
                <a:ext cx="33" cy="32"/>
              </a:xfrm>
              <a:custGeom>
                <a:avLst/>
                <a:gdLst>
                  <a:gd name="T0" fmla="*/ 82 w 21"/>
                  <a:gd name="T1" fmla="*/ 35 h 20"/>
                  <a:gd name="T2" fmla="*/ 60 w 21"/>
                  <a:gd name="T3" fmla="*/ 82 h 20"/>
                  <a:gd name="T4" fmla="*/ 0 w 21"/>
                  <a:gd name="T5" fmla="*/ 48 h 20"/>
                  <a:gd name="T6" fmla="*/ 31 w 21"/>
                  <a:gd name="T7" fmla="*/ 5 h 20"/>
                  <a:gd name="T8" fmla="*/ 82 w 21"/>
                  <a:gd name="T9" fmla="*/ 35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20">
                    <a:moveTo>
                      <a:pt x="21" y="9"/>
                    </a:moveTo>
                    <a:cubicBezTo>
                      <a:pt x="15" y="20"/>
                      <a:pt x="15" y="20"/>
                      <a:pt x="15" y="20"/>
                    </a:cubicBezTo>
                    <a:cubicBezTo>
                      <a:pt x="15" y="20"/>
                      <a:pt x="6" y="12"/>
                      <a:pt x="0" y="12"/>
                    </a:cubicBezTo>
                    <a:cubicBezTo>
                      <a:pt x="0" y="12"/>
                      <a:pt x="4" y="3"/>
                      <a:pt x="8" y="1"/>
                    </a:cubicBezTo>
                    <a:cubicBezTo>
                      <a:pt x="8" y="1"/>
                      <a:pt x="18" y="0"/>
                      <a:pt x="21" y="9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201B1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746" name="Freeform 637">
                <a:extLst>
                  <a:ext uri="{FF2B5EF4-FFF2-40B4-BE49-F238E27FC236}">
                    <a16:creationId xmlns:a16="http://schemas.microsoft.com/office/drawing/2014/main" id="{CB206D01-B6F0-4748-9C16-DA69FA0563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3" y="2671"/>
                <a:ext cx="34" cy="23"/>
              </a:xfrm>
              <a:custGeom>
                <a:avLst/>
                <a:gdLst>
                  <a:gd name="T0" fmla="*/ 89 w 21"/>
                  <a:gd name="T1" fmla="*/ 20 h 14"/>
                  <a:gd name="T2" fmla="*/ 26 w 21"/>
                  <a:gd name="T3" fmla="*/ 33 h 14"/>
                  <a:gd name="T4" fmla="*/ 21 w 21"/>
                  <a:gd name="T5" fmla="*/ 58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14">
                    <a:moveTo>
                      <a:pt x="21" y="4"/>
                    </a:moveTo>
                    <a:cubicBezTo>
                      <a:pt x="21" y="4"/>
                      <a:pt x="16" y="0"/>
                      <a:pt x="6" y="7"/>
                    </a:cubicBezTo>
                    <a:cubicBezTo>
                      <a:pt x="1" y="11"/>
                      <a:pt x="0" y="14"/>
                      <a:pt x="5" y="13"/>
                    </a:cubicBezTo>
                  </a:path>
                </a:pathLst>
              </a:custGeom>
              <a:noFill/>
              <a:ln w="4763" cap="rnd">
                <a:solidFill>
                  <a:srgbClr val="201B1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747" name="Freeform 638">
                <a:extLst>
                  <a:ext uri="{FF2B5EF4-FFF2-40B4-BE49-F238E27FC236}">
                    <a16:creationId xmlns:a16="http://schemas.microsoft.com/office/drawing/2014/main" id="{A849814B-10BE-4561-AAA9-A91B33DC1D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49" y="2565"/>
                <a:ext cx="104" cy="78"/>
              </a:xfrm>
              <a:custGeom>
                <a:avLst/>
                <a:gdLst>
                  <a:gd name="T0" fmla="*/ 266 w 65"/>
                  <a:gd name="T1" fmla="*/ 16 h 49"/>
                  <a:gd name="T2" fmla="*/ 246 w 65"/>
                  <a:gd name="T3" fmla="*/ 16 h 49"/>
                  <a:gd name="T4" fmla="*/ 221 w 65"/>
                  <a:gd name="T5" fmla="*/ 68 h 49"/>
                  <a:gd name="T6" fmla="*/ 176 w 65"/>
                  <a:gd name="T7" fmla="*/ 103 h 49"/>
                  <a:gd name="T8" fmla="*/ 131 w 65"/>
                  <a:gd name="T9" fmla="*/ 121 h 49"/>
                  <a:gd name="T10" fmla="*/ 110 w 65"/>
                  <a:gd name="T11" fmla="*/ 134 h 49"/>
                  <a:gd name="T12" fmla="*/ 90 w 65"/>
                  <a:gd name="T13" fmla="*/ 137 h 49"/>
                  <a:gd name="T14" fmla="*/ 34 w 65"/>
                  <a:gd name="T15" fmla="*/ 142 h 49"/>
                  <a:gd name="T16" fmla="*/ 0 w 65"/>
                  <a:gd name="T17" fmla="*/ 158 h 49"/>
                  <a:gd name="T18" fmla="*/ 21 w 65"/>
                  <a:gd name="T19" fmla="*/ 189 h 49"/>
                  <a:gd name="T20" fmla="*/ 67 w 65"/>
                  <a:gd name="T21" fmla="*/ 185 h 49"/>
                  <a:gd name="T22" fmla="*/ 110 w 65"/>
                  <a:gd name="T23" fmla="*/ 172 h 49"/>
                  <a:gd name="T24" fmla="*/ 150 w 65"/>
                  <a:gd name="T25" fmla="*/ 153 h 49"/>
                  <a:gd name="T26" fmla="*/ 200 w 65"/>
                  <a:gd name="T27" fmla="*/ 124 h 49"/>
                  <a:gd name="T28" fmla="*/ 218 w 65"/>
                  <a:gd name="T29" fmla="*/ 116 h 49"/>
                  <a:gd name="T30" fmla="*/ 226 w 65"/>
                  <a:gd name="T31" fmla="*/ 94 h 49"/>
                  <a:gd name="T32" fmla="*/ 246 w 65"/>
                  <a:gd name="T33" fmla="*/ 56 h 49"/>
                  <a:gd name="T34" fmla="*/ 259 w 65"/>
                  <a:gd name="T35" fmla="*/ 33 h 49"/>
                  <a:gd name="T36" fmla="*/ 266 w 65"/>
                  <a:gd name="T37" fmla="*/ 16 h 49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65" h="49">
                    <a:moveTo>
                      <a:pt x="65" y="4"/>
                    </a:moveTo>
                    <a:cubicBezTo>
                      <a:pt x="63" y="2"/>
                      <a:pt x="61" y="0"/>
                      <a:pt x="60" y="4"/>
                    </a:cubicBezTo>
                    <a:cubicBezTo>
                      <a:pt x="59" y="9"/>
                      <a:pt x="57" y="13"/>
                      <a:pt x="54" y="17"/>
                    </a:cubicBezTo>
                    <a:cubicBezTo>
                      <a:pt x="52" y="22"/>
                      <a:pt x="48" y="24"/>
                      <a:pt x="43" y="26"/>
                    </a:cubicBezTo>
                    <a:cubicBezTo>
                      <a:pt x="39" y="28"/>
                      <a:pt x="35" y="28"/>
                      <a:pt x="32" y="30"/>
                    </a:cubicBezTo>
                    <a:cubicBezTo>
                      <a:pt x="30" y="31"/>
                      <a:pt x="29" y="32"/>
                      <a:pt x="27" y="33"/>
                    </a:cubicBezTo>
                    <a:cubicBezTo>
                      <a:pt x="25" y="34"/>
                      <a:pt x="23" y="34"/>
                      <a:pt x="22" y="34"/>
                    </a:cubicBezTo>
                    <a:cubicBezTo>
                      <a:pt x="17" y="35"/>
                      <a:pt x="13" y="34"/>
                      <a:pt x="8" y="35"/>
                    </a:cubicBezTo>
                    <a:cubicBezTo>
                      <a:pt x="5" y="35"/>
                      <a:pt x="1" y="36"/>
                      <a:pt x="0" y="39"/>
                    </a:cubicBezTo>
                    <a:cubicBezTo>
                      <a:pt x="0" y="42"/>
                      <a:pt x="4" y="46"/>
                      <a:pt x="5" y="47"/>
                    </a:cubicBezTo>
                    <a:cubicBezTo>
                      <a:pt x="9" y="49"/>
                      <a:pt x="13" y="48"/>
                      <a:pt x="16" y="46"/>
                    </a:cubicBezTo>
                    <a:cubicBezTo>
                      <a:pt x="20" y="45"/>
                      <a:pt x="23" y="44"/>
                      <a:pt x="27" y="43"/>
                    </a:cubicBezTo>
                    <a:cubicBezTo>
                      <a:pt x="31" y="43"/>
                      <a:pt x="34" y="41"/>
                      <a:pt x="37" y="38"/>
                    </a:cubicBezTo>
                    <a:cubicBezTo>
                      <a:pt x="41" y="35"/>
                      <a:pt x="44" y="33"/>
                      <a:pt x="49" y="31"/>
                    </a:cubicBezTo>
                    <a:cubicBezTo>
                      <a:pt x="50" y="30"/>
                      <a:pt x="52" y="29"/>
                      <a:pt x="53" y="29"/>
                    </a:cubicBezTo>
                    <a:cubicBezTo>
                      <a:pt x="54" y="27"/>
                      <a:pt x="55" y="25"/>
                      <a:pt x="55" y="23"/>
                    </a:cubicBezTo>
                    <a:cubicBezTo>
                      <a:pt x="57" y="20"/>
                      <a:pt x="58" y="17"/>
                      <a:pt x="60" y="14"/>
                    </a:cubicBezTo>
                    <a:cubicBezTo>
                      <a:pt x="62" y="12"/>
                      <a:pt x="63" y="10"/>
                      <a:pt x="63" y="8"/>
                    </a:cubicBezTo>
                    <a:cubicBezTo>
                      <a:pt x="64" y="7"/>
                      <a:pt x="64" y="5"/>
                      <a:pt x="65" y="4"/>
                    </a:cubicBezTo>
                  </a:path>
                </a:pathLst>
              </a:custGeom>
              <a:solidFill>
                <a:srgbClr val="FAD7C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748" name="Freeform 639">
                <a:extLst>
                  <a:ext uri="{FF2B5EF4-FFF2-40B4-BE49-F238E27FC236}">
                    <a16:creationId xmlns:a16="http://schemas.microsoft.com/office/drawing/2014/main" id="{9A5D6A00-8208-47D5-823E-F3295873F9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71" y="2617"/>
                <a:ext cx="64" cy="45"/>
              </a:xfrm>
              <a:custGeom>
                <a:avLst/>
                <a:gdLst>
                  <a:gd name="T0" fmla="*/ 163 w 40"/>
                  <a:gd name="T1" fmla="*/ 0 h 28"/>
                  <a:gd name="T2" fmla="*/ 144 w 40"/>
                  <a:gd name="T3" fmla="*/ 47 h 28"/>
                  <a:gd name="T4" fmla="*/ 118 w 40"/>
                  <a:gd name="T5" fmla="*/ 59 h 28"/>
                  <a:gd name="T6" fmla="*/ 98 w 40"/>
                  <a:gd name="T7" fmla="*/ 69 h 28"/>
                  <a:gd name="T8" fmla="*/ 35 w 40"/>
                  <a:gd name="T9" fmla="*/ 111 h 28"/>
                  <a:gd name="T10" fmla="*/ 5 w 40"/>
                  <a:gd name="T11" fmla="*/ 82 h 28"/>
                  <a:gd name="T12" fmla="*/ 29 w 40"/>
                  <a:gd name="T13" fmla="*/ 68 h 28"/>
                  <a:gd name="T14" fmla="*/ 74 w 40"/>
                  <a:gd name="T15" fmla="*/ 63 h 28"/>
                  <a:gd name="T16" fmla="*/ 110 w 40"/>
                  <a:gd name="T17" fmla="*/ 37 h 28"/>
                  <a:gd name="T18" fmla="*/ 144 w 40"/>
                  <a:gd name="T19" fmla="*/ 13 h 28"/>
                  <a:gd name="T20" fmla="*/ 158 w 40"/>
                  <a:gd name="T21" fmla="*/ 5 h 2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0" h="28">
                    <a:moveTo>
                      <a:pt x="40" y="0"/>
                    </a:moveTo>
                    <a:cubicBezTo>
                      <a:pt x="37" y="3"/>
                      <a:pt x="38" y="8"/>
                      <a:pt x="35" y="11"/>
                    </a:cubicBezTo>
                    <a:cubicBezTo>
                      <a:pt x="33" y="13"/>
                      <a:pt x="31" y="13"/>
                      <a:pt x="29" y="14"/>
                    </a:cubicBezTo>
                    <a:cubicBezTo>
                      <a:pt x="27" y="15"/>
                      <a:pt x="25" y="16"/>
                      <a:pt x="24" y="17"/>
                    </a:cubicBezTo>
                    <a:cubicBezTo>
                      <a:pt x="20" y="21"/>
                      <a:pt x="15" y="28"/>
                      <a:pt x="9" y="27"/>
                    </a:cubicBezTo>
                    <a:cubicBezTo>
                      <a:pt x="6" y="27"/>
                      <a:pt x="0" y="23"/>
                      <a:pt x="1" y="20"/>
                    </a:cubicBezTo>
                    <a:cubicBezTo>
                      <a:pt x="1" y="17"/>
                      <a:pt x="5" y="16"/>
                      <a:pt x="7" y="16"/>
                    </a:cubicBezTo>
                    <a:cubicBezTo>
                      <a:pt x="11" y="16"/>
                      <a:pt x="15" y="16"/>
                      <a:pt x="18" y="15"/>
                    </a:cubicBezTo>
                    <a:cubicBezTo>
                      <a:pt x="22" y="14"/>
                      <a:pt x="24" y="12"/>
                      <a:pt x="27" y="9"/>
                    </a:cubicBezTo>
                    <a:cubicBezTo>
                      <a:pt x="30" y="7"/>
                      <a:pt x="33" y="5"/>
                      <a:pt x="35" y="3"/>
                    </a:cubicBezTo>
                    <a:cubicBezTo>
                      <a:pt x="36" y="3"/>
                      <a:pt x="38" y="2"/>
                      <a:pt x="39" y="1"/>
                    </a:cubicBezTo>
                  </a:path>
                </a:pathLst>
              </a:custGeom>
              <a:solidFill>
                <a:srgbClr val="FAD7C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749" name="Freeform 640">
                <a:extLst>
                  <a:ext uri="{FF2B5EF4-FFF2-40B4-BE49-F238E27FC236}">
                    <a16:creationId xmlns:a16="http://schemas.microsoft.com/office/drawing/2014/main" id="{47C8240F-2374-419A-8284-330297BBD1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59" y="2478"/>
                <a:ext cx="21" cy="75"/>
              </a:xfrm>
              <a:custGeom>
                <a:avLst/>
                <a:gdLst>
                  <a:gd name="T0" fmla="*/ 0 w 13"/>
                  <a:gd name="T1" fmla="*/ 0 h 47"/>
                  <a:gd name="T2" fmla="*/ 34 w 13"/>
                  <a:gd name="T3" fmla="*/ 86 h 47"/>
                  <a:gd name="T4" fmla="*/ 16 w 13"/>
                  <a:gd name="T5" fmla="*/ 136 h 47"/>
                  <a:gd name="T6" fmla="*/ 8 w 13"/>
                  <a:gd name="T7" fmla="*/ 191 h 47"/>
                  <a:gd name="T8" fmla="*/ 34 w 13"/>
                  <a:gd name="T9" fmla="*/ 142 h 47"/>
                  <a:gd name="T10" fmla="*/ 55 w 13"/>
                  <a:gd name="T11" fmla="*/ 69 h 47"/>
                  <a:gd name="T12" fmla="*/ 5 w 13"/>
                  <a:gd name="T13" fmla="*/ 5 h 4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47">
                    <a:moveTo>
                      <a:pt x="0" y="0"/>
                    </a:moveTo>
                    <a:cubicBezTo>
                      <a:pt x="6" y="2"/>
                      <a:pt x="9" y="16"/>
                      <a:pt x="8" y="21"/>
                    </a:cubicBezTo>
                    <a:cubicBezTo>
                      <a:pt x="7" y="26"/>
                      <a:pt x="5" y="29"/>
                      <a:pt x="4" y="33"/>
                    </a:cubicBezTo>
                    <a:cubicBezTo>
                      <a:pt x="2" y="37"/>
                      <a:pt x="3" y="42"/>
                      <a:pt x="2" y="47"/>
                    </a:cubicBezTo>
                    <a:cubicBezTo>
                      <a:pt x="5" y="44"/>
                      <a:pt x="7" y="38"/>
                      <a:pt x="8" y="35"/>
                    </a:cubicBezTo>
                    <a:cubicBezTo>
                      <a:pt x="11" y="29"/>
                      <a:pt x="13" y="23"/>
                      <a:pt x="13" y="17"/>
                    </a:cubicBezTo>
                    <a:cubicBezTo>
                      <a:pt x="12" y="10"/>
                      <a:pt x="9" y="0"/>
                      <a:pt x="1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750" name="Freeform 641">
                <a:extLst>
                  <a:ext uri="{FF2B5EF4-FFF2-40B4-BE49-F238E27FC236}">
                    <a16:creationId xmlns:a16="http://schemas.microsoft.com/office/drawing/2014/main" id="{5C24C786-0F0B-4237-AA89-A94F29C715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5" y="2504"/>
                <a:ext cx="21" cy="16"/>
              </a:xfrm>
              <a:custGeom>
                <a:avLst/>
                <a:gdLst>
                  <a:gd name="T0" fmla="*/ 55 w 13"/>
                  <a:gd name="T1" fmla="*/ 29 h 10"/>
                  <a:gd name="T2" fmla="*/ 34 w 13"/>
                  <a:gd name="T3" fmla="*/ 8 h 10"/>
                  <a:gd name="T4" fmla="*/ 8 w 13"/>
                  <a:gd name="T5" fmla="*/ 0 h 10"/>
                  <a:gd name="T6" fmla="*/ 34 w 13"/>
                  <a:gd name="T7" fmla="*/ 21 h 10"/>
                  <a:gd name="T8" fmla="*/ 55 w 13"/>
                  <a:gd name="T9" fmla="*/ 29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0">
                    <a:moveTo>
                      <a:pt x="13" y="7"/>
                    </a:moveTo>
                    <a:cubicBezTo>
                      <a:pt x="12" y="5"/>
                      <a:pt x="10" y="3"/>
                      <a:pt x="8" y="2"/>
                    </a:cubicBezTo>
                    <a:cubicBezTo>
                      <a:pt x="7" y="2"/>
                      <a:pt x="3" y="0"/>
                      <a:pt x="2" y="0"/>
                    </a:cubicBezTo>
                    <a:cubicBezTo>
                      <a:pt x="0" y="2"/>
                      <a:pt x="6" y="5"/>
                      <a:pt x="8" y="5"/>
                    </a:cubicBezTo>
                    <a:cubicBezTo>
                      <a:pt x="9" y="6"/>
                      <a:pt x="12" y="10"/>
                      <a:pt x="13" y="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</p:grpSp>
        <p:sp>
          <p:nvSpPr>
            <p:cNvPr id="39522" name="Freeform 642">
              <a:extLst>
                <a:ext uri="{FF2B5EF4-FFF2-40B4-BE49-F238E27FC236}">
                  <a16:creationId xmlns:a16="http://schemas.microsoft.com/office/drawing/2014/main" id="{E9D4415A-F225-40AC-BAD0-2F8E1ADF55F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4" y="2676"/>
              <a:ext cx="10" cy="7"/>
            </a:xfrm>
            <a:custGeom>
              <a:avLst/>
              <a:gdLst>
                <a:gd name="T0" fmla="*/ 28 w 6"/>
                <a:gd name="T1" fmla="*/ 7 h 4"/>
                <a:gd name="T2" fmla="*/ 13 w 6"/>
                <a:gd name="T3" fmla="*/ 21 h 4"/>
                <a:gd name="T4" fmla="*/ 28 w 6"/>
                <a:gd name="T5" fmla="*/ 7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4">
                  <a:moveTo>
                    <a:pt x="6" y="1"/>
                  </a:moveTo>
                  <a:cubicBezTo>
                    <a:pt x="5" y="2"/>
                    <a:pt x="4" y="3"/>
                    <a:pt x="3" y="4"/>
                  </a:cubicBezTo>
                  <a:cubicBezTo>
                    <a:pt x="0" y="2"/>
                    <a:pt x="4" y="0"/>
                    <a:pt x="6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9523" name="Freeform 643">
              <a:extLst>
                <a:ext uri="{FF2B5EF4-FFF2-40B4-BE49-F238E27FC236}">
                  <a16:creationId xmlns:a16="http://schemas.microsoft.com/office/drawing/2014/main" id="{3D996538-A3EE-49AD-A1E1-67422E8A6886}"/>
                </a:ext>
              </a:extLst>
            </p:cNvPr>
            <p:cNvSpPr>
              <a:spLocks/>
            </p:cNvSpPr>
            <p:nvPr/>
          </p:nvSpPr>
          <p:spPr bwMode="auto">
            <a:xfrm>
              <a:off x="5271" y="2509"/>
              <a:ext cx="16" cy="22"/>
            </a:xfrm>
            <a:custGeom>
              <a:avLst/>
              <a:gdLst>
                <a:gd name="T0" fmla="*/ 0 w 10"/>
                <a:gd name="T1" fmla="*/ 0 h 14"/>
                <a:gd name="T2" fmla="*/ 42 w 10"/>
                <a:gd name="T3" fmla="*/ 31 h 14"/>
                <a:gd name="T4" fmla="*/ 0 w 10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4">
                  <a:moveTo>
                    <a:pt x="0" y="0"/>
                  </a:moveTo>
                  <a:cubicBezTo>
                    <a:pt x="0" y="0"/>
                    <a:pt x="9" y="3"/>
                    <a:pt x="10" y="8"/>
                  </a:cubicBezTo>
                  <a:cubicBezTo>
                    <a:pt x="10" y="14"/>
                    <a:pt x="6" y="1"/>
                    <a:pt x="0" y="0"/>
                  </a:cubicBezTo>
                </a:path>
              </a:pathLst>
            </a:custGeom>
            <a:solidFill>
              <a:srgbClr val="FAD7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9524" name="Freeform 644">
              <a:extLst>
                <a:ext uri="{FF2B5EF4-FFF2-40B4-BE49-F238E27FC236}">
                  <a16:creationId xmlns:a16="http://schemas.microsoft.com/office/drawing/2014/main" id="{D47E50E9-F1F1-4368-8698-C9993CCB837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34" y="2448"/>
              <a:ext cx="32" cy="25"/>
            </a:xfrm>
            <a:custGeom>
              <a:avLst/>
              <a:gdLst>
                <a:gd name="T0" fmla="*/ 0 w 20"/>
                <a:gd name="T1" fmla="*/ 61 h 16"/>
                <a:gd name="T2" fmla="*/ 16 w 20"/>
                <a:gd name="T3" fmla="*/ 47 h 16"/>
                <a:gd name="T4" fmla="*/ 42 w 20"/>
                <a:gd name="T5" fmla="*/ 31 h 16"/>
                <a:gd name="T6" fmla="*/ 67 w 20"/>
                <a:gd name="T7" fmla="*/ 20 h 16"/>
                <a:gd name="T8" fmla="*/ 82 w 20"/>
                <a:gd name="T9" fmla="*/ 0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16">
                  <a:moveTo>
                    <a:pt x="0" y="16"/>
                  </a:moveTo>
                  <a:cubicBezTo>
                    <a:pt x="2" y="15"/>
                    <a:pt x="3" y="13"/>
                    <a:pt x="4" y="12"/>
                  </a:cubicBezTo>
                  <a:cubicBezTo>
                    <a:pt x="6" y="10"/>
                    <a:pt x="8" y="10"/>
                    <a:pt x="10" y="8"/>
                  </a:cubicBezTo>
                  <a:cubicBezTo>
                    <a:pt x="12" y="7"/>
                    <a:pt x="14" y="6"/>
                    <a:pt x="16" y="5"/>
                  </a:cubicBezTo>
                  <a:cubicBezTo>
                    <a:pt x="18" y="3"/>
                    <a:pt x="19" y="2"/>
                    <a:pt x="20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9525" name="Freeform 645">
              <a:extLst>
                <a:ext uri="{FF2B5EF4-FFF2-40B4-BE49-F238E27FC236}">
                  <a16:creationId xmlns:a16="http://schemas.microsoft.com/office/drawing/2014/main" id="{9C34B6FA-D71D-47F1-A42F-64D487ACD7C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52" y="2549"/>
              <a:ext cx="90" cy="60"/>
            </a:xfrm>
            <a:custGeom>
              <a:avLst/>
              <a:gdLst>
                <a:gd name="T0" fmla="*/ 233 w 56"/>
                <a:gd name="T1" fmla="*/ 43 h 38"/>
                <a:gd name="T2" fmla="*/ 207 w 56"/>
                <a:gd name="T3" fmla="*/ 5 h 38"/>
                <a:gd name="T4" fmla="*/ 199 w 56"/>
                <a:gd name="T5" fmla="*/ 39 h 38"/>
                <a:gd name="T6" fmla="*/ 178 w 56"/>
                <a:gd name="T7" fmla="*/ 82 h 38"/>
                <a:gd name="T8" fmla="*/ 149 w 56"/>
                <a:gd name="T9" fmla="*/ 90 h 38"/>
                <a:gd name="T10" fmla="*/ 111 w 56"/>
                <a:gd name="T11" fmla="*/ 103 h 38"/>
                <a:gd name="T12" fmla="*/ 69 w 56"/>
                <a:gd name="T13" fmla="*/ 103 h 38"/>
                <a:gd name="T14" fmla="*/ 8 w 56"/>
                <a:gd name="T15" fmla="*/ 107 h 38"/>
                <a:gd name="T16" fmla="*/ 8 w 56"/>
                <a:gd name="T17" fmla="*/ 109 h 38"/>
                <a:gd name="T18" fmla="*/ 76 w 56"/>
                <a:gd name="T19" fmla="*/ 142 h 38"/>
                <a:gd name="T20" fmla="*/ 101 w 56"/>
                <a:gd name="T21" fmla="*/ 145 h 38"/>
                <a:gd name="T22" fmla="*/ 129 w 56"/>
                <a:gd name="T23" fmla="*/ 129 h 38"/>
                <a:gd name="T24" fmla="*/ 196 w 56"/>
                <a:gd name="T25" fmla="*/ 107 h 38"/>
                <a:gd name="T26" fmla="*/ 225 w 56"/>
                <a:gd name="T27" fmla="*/ 52 h 38"/>
                <a:gd name="T28" fmla="*/ 233 w 56"/>
                <a:gd name="T29" fmla="*/ 39 h 3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56" h="38">
                  <a:moveTo>
                    <a:pt x="56" y="11"/>
                  </a:moveTo>
                  <a:cubicBezTo>
                    <a:pt x="55" y="9"/>
                    <a:pt x="53" y="1"/>
                    <a:pt x="50" y="1"/>
                  </a:cubicBezTo>
                  <a:cubicBezTo>
                    <a:pt x="48" y="0"/>
                    <a:pt x="48" y="8"/>
                    <a:pt x="48" y="10"/>
                  </a:cubicBezTo>
                  <a:cubicBezTo>
                    <a:pt x="47" y="14"/>
                    <a:pt x="46" y="18"/>
                    <a:pt x="43" y="21"/>
                  </a:cubicBezTo>
                  <a:cubicBezTo>
                    <a:pt x="41" y="23"/>
                    <a:pt x="39" y="22"/>
                    <a:pt x="36" y="23"/>
                  </a:cubicBezTo>
                  <a:cubicBezTo>
                    <a:pt x="32" y="23"/>
                    <a:pt x="30" y="25"/>
                    <a:pt x="27" y="26"/>
                  </a:cubicBezTo>
                  <a:cubicBezTo>
                    <a:pt x="24" y="28"/>
                    <a:pt x="20" y="27"/>
                    <a:pt x="17" y="26"/>
                  </a:cubicBezTo>
                  <a:cubicBezTo>
                    <a:pt x="14" y="25"/>
                    <a:pt x="0" y="20"/>
                    <a:pt x="2" y="27"/>
                  </a:cubicBezTo>
                  <a:cubicBezTo>
                    <a:pt x="2" y="27"/>
                    <a:pt x="2" y="28"/>
                    <a:pt x="2" y="28"/>
                  </a:cubicBezTo>
                  <a:cubicBezTo>
                    <a:pt x="7" y="30"/>
                    <a:pt x="13" y="33"/>
                    <a:pt x="18" y="36"/>
                  </a:cubicBezTo>
                  <a:cubicBezTo>
                    <a:pt x="20" y="37"/>
                    <a:pt x="22" y="38"/>
                    <a:pt x="24" y="37"/>
                  </a:cubicBezTo>
                  <a:cubicBezTo>
                    <a:pt x="26" y="37"/>
                    <a:pt x="29" y="34"/>
                    <a:pt x="31" y="33"/>
                  </a:cubicBezTo>
                  <a:cubicBezTo>
                    <a:pt x="36" y="30"/>
                    <a:pt x="42" y="30"/>
                    <a:pt x="47" y="27"/>
                  </a:cubicBezTo>
                  <a:cubicBezTo>
                    <a:pt x="52" y="24"/>
                    <a:pt x="52" y="17"/>
                    <a:pt x="54" y="13"/>
                  </a:cubicBezTo>
                  <a:cubicBezTo>
                    <a:pt x="55" y="12"/>
                    <a:pt x="55" y="11"/>
                    <a:pt x="56" y="10"/>
                  </a:cubicBezTo>
                </a:path>
              </a:pathLst>
            </a:custGeom>
            <a:solidFill>
              <a:srgbClr val="FAD7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9526" name="Freeform 646">
              <a:extLst>
                <a:ext uri="{FF2B5EF4-FFF2-40B4-BE49-F238E27FC236}">
                  <a16:creationId xmlns:a16="http://schemas.microsoft.com/office/drawing/2014/main" id="{56F48940-8365-4BF5-B8B5-52452DBA96B7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7" y="2459"/>
              <a:ext cx="44" cy="117"/>
            </a:xfrm>
            <a:custGeom>
              <a:avLst/>
              <a:gdLst>
                <a:gd name="T0" fmla="*/ 54 w 27"/>
                <a:gd name="T1" fmla="*/ 16 h 73"/>
                <a:gd name="T2" fmla="*/ 47 w 27"/>
                <a:gd name="T3" fmla="*/ 107 h 73"/>
                <a:gd name="T4" fmla="*/ 42 w 27"/>
                <a:gd name="T5" fmla="*/ 152 h 73"/>
                <a:gd name="T6" fmla="*/ 54 w 27"/>
                <a:gd name="T7" fmla="*/ 210 h 73"/>
                <a:gd name="T8" fmla="*/ 26 w 27"/>
                <a:gd name="T9" fmla="*/ 252 h 73"/>
                <a:gd name="T10" fmla="*/ 0 w 27"/>
                <a:gd name="T11" fmla="*/ 280 h 73"/>
                <a:gd name="T12" fmla="*/ 60 w 27"/>
                <a:gd name="T13" fmla="*/ 268 h 73"/>
                <a:gd name="T14" fmla="*/ 104 w 27"/>
                <a:gd name="T15" fmla="*/ 149 h 73"/>
                <a:gd name="T16" fmla="*/ 88 w 27"/>
                <a:gd name="T17" fmla="*/ 90 h 73"/>
                <a:gd name="T18" fmla="*/ 77 w 27"/>
                <a:gd name="T19" fmla="*/ 35 h 73"/>
                <a:gd name="T20" fmla="*/ 54 w 27"/>
                <a:gd name="T21" fmla="*/ 16 h 7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7" h="73">
                  <a:moveTo>
                    <a:pt x="12" y="4"/>
                  </a:moveTo>
                  <a:cubicBezTo>
                    <a:pt x="12" y="12"/>
                    <a:pt x="12" y="19"/>
                    <a:pt x="11" y="26"/>
                  </a:cubicBezTo>
                  <a:cubicBezTo>
                    <a:pt x="11" y="30"/>
                    <a:pt x="10" y="34"/>
                    <a:pt x="10" y="37"/>
                  </a:cubicBezTo>
                  <a:cubicBezTo>
                    <a:pt x="10" y="42"/>
                    <a:pt x="14" y="46"/>
                    <a:pt x="12" y="51"/>
                  </a:cubicBezTo>
                  <a:cubicBezTo>
                    <a:pt x="11" y="54"/>
                    <a:pt x="9" y="58"/>
                    <a:pt x="6" y="61"/>
                  </a:cubicBezTo>
                  <a:cubicBezTo>
                    <a:pt x="4" y="63"/>
                    <a:pt x="1" y="65"/>
                    <a:pt x="0" y="68"/>
                  </a:cubicBezTo>
                  <a:cubicBezTo>
                    <a:pt x="4" y="73"/>
                    <a:pt x="11" y="68"/>
                    <a:pt x="14" y="65"/>
                  </a:cubicBezTo>
                  <a:cubicBezTo>
                    <a:pt x="22" y="57"/>
                    <a:pt x="27" y="46"/>
                    <a:pt x="24" y="36"/>
                  </a:cubicBezTo>
                  <a:cubicBezTo>
                    <a:pt x="23" y="31"/>
                    <a:pt x="21" y="27"/>
                    <a:pt x="20" y="22"/>
                  </a:cubicBezTo>
                  <a:cubicBezTo>
                    <a:pt x="19" y="18"/>
                    <a:pt x="19" y="14"/>
                    <a:pt x="18" y="9"/>
                  </a:cubicBezTo>
                  <a:cubicBezTo>
                    <a:pt x="17" y="8"/>
                    <a:pt x="15" y="0"/>
                    <a:pt x="12" y="4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9527" name="Freeform 647">
              <a:extLst>
                <a:ext uri="{FF2B5EF4-FFF2-40B4-BE49-F238E27FC236}">
                  <a16:creationId xmlns:a16="http://schemas.microsoft.com/office/drawing/2014/main" id="{454E4B40-26A3-446F-B1C3-C4DDCD016AC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1" y="2459"/>
              <a:ext cx="37" cy="96"/>
            </a:xfrm>
            <a:custGeom>
              <a:avLst/>
              <a:gdLst>
                <a:gd name="T0" fmla="*/ 13 w 23"/>
                <a:gd name="T1" fmla="*/ 0 h 60"/>
                <a:gd name="T2" fmla="*/ 21 w 23"/>
                <a:gd name="T3" fmla="*/ 69 h 60"/>
                <a:gd name="T4" fmla="*/ 26 w 23"/>
                <a:gd name="T5" fmla="*/ 110 h 60"/>
                <a:gd name="T6" fmla="*/ 16 w 23"/>
                <a:gd name="T7" fmla="*/ 176 h 60"/>
                <a:gd name="T8" fmla="*/ 5 w 23"/>
                <a:gd name="T9" fmla="*/ 197 h 60"/>
                <a:gd name="T10" fmla="*/ 16 w 23"/>
                <a:gd name="T11" fmla="*/ 226 h 60"/>
                <a:gd name="T12" fmla="*/ 55 w 23"/>
                <a:gd name="T13" fmla="*/ 246 h 60"/>
                <a:gd name="T14" fmla="*/ 97 w 23"/>
                <a:gd name="T15" fmla="*/ 238 h 60"/>
                <a:gd name="T16" fmla="*/ 34 w 23"/>
                <a:gd name="T17" fmla="*/ 200 h 60"/>
                <a:gd name="T18" fmla="*/ 42 w 23"/>
                <a:gd name="T19" fmla="*/ 170 h 60"/>
                <a:gd name="T20" fmla="*/ 50 w 23"/>
                <a:gd name="T21" fmla="*/ 123 h 60"/>
                <a:gd name="T22" fmla="*/ 34 w 23"/>
                <a:gd name="T23" fmla="*/ 46 h 60"/>
                <a:gd name="T24" fmla="*/ 13 w 23"/>
                <a:gd name="T25" fmla="*/ 5 h 6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3" h="60">
                  <a:moveTo>
                    <a:pt x="3" y="0"/>
                  </a:moveTo>
                  <a:cubicBezTo>
                    <a:pt x="4" y="6"/>
                    <a:pt x="4" y="11"/>
                    <a:pt x="5" y="17"/>
                  </a:cubicBezTo>
                  <a:cubicBezTo>
                    <a:pt x="5" y="20"/>
                    <a:pt x="6" y="24"/>
                    <a:pt x="6" y="27"/>
                  </a:cubicBezTo>
                  <a:cubicBezTo>
                    <a:pt x="6" y="32"/>
                    <a:pt x="7" y="38"/>
                    <a:pt x="4" y="43"/>
                  </a:cubicBezTo>
                  <a:cubicBezTo>
                    <a:pt x="3" y="44"/>
                    <a:pt x="1" y="46"/>
                    <a:pt x="1" y="48"/>
                  </a:cubicBezTo>
                  <a:cubicBezTo>
                    <a:pt x="0" y="50"/>
                    <a:pt x="2" y="53"/>
                    <a:pt x="4" y="55"/>
                  </a:cubicBezTo>
                  <a:cubicBezTo>
                    <a:pt x="6" y="57"/>
                    <a:pt x="9" y="60"/>
                    <a:pt x="13" y="60"/>
                  </a:cubicBezTo>
                  <a:cubicBezTo>
                    <a:pt x="16" y="60"/>
                    <a:pt x="20" y="59"/>
                    <a:pt x="23" y="58"/>
                  </a:cubicBezTo>
                  <a:cubicBezTo>
                    <a:pt x="18" y="56"/>
                    <a:pt x="10" y="56"/>
                    <a:pt x="8" y="49"/>
                  </a:cubicBezTo>
                  <a:cubicBezTo>
                    <a:pt x="7" y="45"/>
                    <a:pt x="9" y="44"/>
                    <a:pt x="10" y="41"/>
                  </a:cubicBezTo>
                  <a:cubicBezTo>
                    <a:pt x="12" y="38"/>
                    <a:pt x="12" y="33"/>
                    <a:pt x="12" y="30"/>
                  </a:cubicBezTo>
                  <a:cubicBezTo>
                    <a:pt x="11" y="24"/>
                    <a:pt x="9" y="17"/>
                    <a:pt x="8" y="11"/>
                  </a:cubicBezTo>
                  <a:cubicBezTo>
                    <a:pt x="7" y="7"/>
                    <a:pt x="5" y="4"/>
                    <a:pt x="3" y="1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9528" name="Freeform 648">
              <a:extLst>
                <a:ext uri="{FF2B5EF4-FFF2-40B4-BE49-F238E27FC236}">
                  <a16:creationId xmlns:a16="http://schemas.microsoft.com/office/drawing/2014/main" id="{4B4901E3-FF53-4B77-895B-367EB8174CF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3" y="2472"/>
              <a:ext cx="55" cy="140"/>
            </a:xfrm>
            <a:custGeom>
              <a:avLst/>
              <a:gdLst>
                <a:gd name="T0" fmla="*/ 47 w 34"/>
                <a:gd name="T1" fmla="*/ 0 h 88"/>
                <a:gd name="T2" fmla="*/ 29 w 34"/>
                <a:gd name="T3" fmla="*/ 64 h 88"/>
                <a:gd name="T4" fmla="*/ 26 w 34"/>
                <a:gd name="T5" fmla="*/ 129 h 88"/>
                <a:gd name="T6" fmla="*/ 68 w 34"/>
                <a:gd name="T7" fmla="*/ 218 h 88"/>
                <a:gd name="T8" fmla="*/ 128 w 34"/>
                <a:gd name="T9" fmla="*/ 278 h 88"/>
                <a:gd name="T10" fmla="*/ 128 w 34"/>
                <a:gd name="T11" fmla="*/ 355 h 88"/>
                <a:gd name="T12" fmla="*/ 89 w 34"/>
                <a:gd name="T13" fmla="*/ 278 h 88"/>
                <a:gd name="T14" fmla="*/ 50 w 34"/>
                <a:gd name="T15" fmla="*/ 239 h 88"/>
                <a:gd name="T16" fmla="*/ 16 w 34"/>
                <a:gd name="T17" fmla="*/ 183 h 88"/>
                <a:gd name="T18" fmla="*/ 13 w 34"/>
                <a:gd name="T19" fmla="*/ 68 h 88"/>
                <a:gd name="T20" fmla="*/ 29 w 34"/>
                <a:gd name="T21" fmla="*/ 33 h 88"/>
                <a:gd name="T22" fmla="*/ 47 w 34"/>
                <a:gd name="T23" fmla="*/ 5 h 8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4" h="88">
                  <a:moveTo>
                    <a:pt x="11" y="0"/>
                  </a:moveTo>
                  <a:cubicBezTo>
                    <a:pt x="8" y="5"/>
                    <a:pt x="8" y="11"/>
                    <a:pt x="7" y="16"/>
                  </a:cubicBezTo>
                  <a:cubicBezTo>
                    <a:pt x="6" y="21"/>
                    <a:pt x="5" y="27"/>
                    <a:pt x="6" y="32"/>
                  </a:cubicBezTo>
                  <a:cubicBezTo>
                    <a:pt x="7" y="40"/>
                    <a:pt x="12" y="47"/>
                    <a:pt x="16" y="54"/>
                  </a:cubicBezTo>
                  <a:cubicBezTo>
                    <a:pt x="20" y="59"/>
                    <a:pt x="26" y="64"/>
                    <a:pt x="30" y="69"/>
                  </a:cubicBezTo>
                  <a:cubicBezTo>
                    <a:pt x="33" y="75"/>
                    <a:pt x="34" y="82"/>
                    <a:pt x="30" y="88"/>
                  </a:cubicBezTo>
                  <a:cubicBezTo>
                    <a:pt x="29" y="80"/>
                    <a:pt x="27" y="74"/>
                    <a:pt x="21" y="69"/>
                  </a:cubicBezTo>
                  <a:cubicBezTo>
                    <a:pt x="18" y="65"/>
                    <a:pt x="15" y="62"/>
                    <a:pt x="12" y="59"/>
                  </a:cubicBezTo>
                  <a:cubicBezTo>
                    <a:pt x="9" y="55"/>
                    <a:pt x="6" y="50"/>
                    <a:pt x="4" y="45"/>
                  </a:cubicBezTo>
                  <a:cubicBezTo>
                    <a:pt x="0" y="37"/>
                    <a:pt x="0" y="26"/>
                    <a:pt x="3" y="17"/>
                  </a:cubicBezTo>
                  <a:cubicBezTo>
                    <a:pt x="4" y="14"/>
                    <a:pt x="5" y="11"/>
                    <a:pt x="7" y="8"/>
                  </a:cubicBezTo>
                  <a:cubicBezTo>
                    <a:pt x="8" y="6"/>
                    <a:pt x="10" y="4"/>
                    <a:pt x="11" y="1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9529" name="Freeform 649">
              <a:extLst>
                <a:ext uri="{FF2B5EF4-FFF2-40B4-BE49-F238E27FC236}">
                  <a16:creationId xmlns:a16="http://schemas.microsoft.com/office/drawing/2014/main" id="{F06D76E9-875A-4E6B-81B9-39F150DD1593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6" y="2515"/>
              <a:ext cx="79" cy="102"/>
            </a:xfrm>
            <a:custGeom>
              <a:avLst/>
              <a:gdLst>
                <a:gd name="T0" fmla="*/ 13 w 49"/>
                <a:gd name="T1" fmla="*/ 206 h 64"/>
                <a:gd name="T2" fmla="*/ 42 w 49"/>
                <a:gd name="T3" fmla="*/ 196 h 64"/>
                <a:gd name="T4" fmla="*/ 81 w 49"/>
                <a:gd name="T5" fmla="*/ 175 h 64"/>
                <a:gd name="T6" fmla="*/ 103 w 49"/>
                <a:gd name="T7" fmla="*/ 155 h 64"/>
                <a:gd name="T8" fmla="*/ 124 w 49"/>
                <a:gd name="T9" fmla="*/ 129 h 64"/>
                <a:gd name="T10" fmla="*/ 179 w 49"/>
                <a:gd name="T11" fmla="*/ 77 h 64"/>
                <a:gd name="T12" fmla="*/ 205 w 49"/>
                <a:gd name="T13" fmla="*/ 0 h 64"/>
                <a:gd name="T14" fmla="*/ 205 w 49"/>
                <a:gd name="T15" fmla="*/ 16 h 64"/>
                <a:gd name="T16" fmla="*/ 198 w 49"/>
                <a:gd name="T17" fmla="*/ 61 h 64"/>
                <a:gd name="T18" fmla="*/ 164 w 49"/>
                <a:gd name="T19" fmla="*/ 129 h 64"/>
                <a:gd name="T20" fmla="*/ 68 w 49"/>
                <a:gd name="T21" fmla="*/ 214 h 64"/>
                <a:gd name="T22" fmla="*/ 13 w 49"/>
                <a:gd name="T23" fmla="*/ 247 h 64"/>
                <a:gd name="T24" fmla="*/ 5 w 49"/>
                <a:gd name="T25" fmla="*/ 206 h 6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9" h="64">
                  <a:moveTo>
                    <a:pt x="3" y="51"/>
                  </a:moveTo>
                  <a:cubicBezTo>
                    <a:pt x="6" y="51"/>
                    <a:pt x="8" y="50"/>
                    <a:pt x="10" y="48"/>
                  </a:cubicBezTo>
                  <a:cubicBezTo>
                    <a:pt x="13" y="47"/>
                    <a:pt x="16" y="46"/>
                    <a:pt x="19" y="43"/>
                  </a:cubicBezTo>
                  <a:cubicBezTo>
                    <a:pt x="21" y="42"/>
                    <a:pt x="23" y="40"/>
                    <a:pt x="25" y="38"/>
                  </a:cubicBezTo>
                  <a:cubicBezTo>
                    <a:pt x="27" y="36"/>
                    <a:pt x="28" y="34"/>
                    <a:pt x="30" y="32"/>
                  </a:cubicBezTo>
                  <a:cubicBezTo>
                    <a:pt x="34" y="28"/>
                    <a:pt x="40" y="24"/>
                    <a:pt x="43" y="19"/>
                  </a:cubicBezTo>
                  <a:cubicBezTo>
                    <a:pt x="46" y="14"/>
                    <a:pt x="48" y="7"/>
                    <a:pt x="49" y="0"/>
                  </a:cubicBezTo>
                  <a:cubicBezTo>
                    <a:pt x="48" y="2"/>
                    <a:pt x="49" y="3"/>
                    <a:pt x="49" y="4"/>
                  </a:cubicBezTo>
                  <a:cubicBezTo>
                    <a:pt x="49" y="8"/>
                    <a:pt x="48" y="11"/>
                    <a:pt x="47" y="15"/>
                  </a:cubicBezTo>
                  <a:cubicBezTo>
                    <a:pt x="46" y="22"/>
                    <a:pt x="43" y="27"/>
                    <a:pt x="39" y="32"/>
                  </a:cubicBezTo>
                  <a:cubicBezTo>
                    <a:pt x="33" y="41"/>
                    <a:pt x="24" y="46"/>
                    <a:pt x="16" y="53"/>
                  </a:cubicBezTo>
                  <a:cubicBezTo>
                    <a:pt x="14" y="55"/>
                    <a:pt x="6" y="64"/>
                    <a:pt x="3" y="61"/>
                  </a:cubicBezTo>
                  <a:cubicBezTo>
                    <a:pt x="0" y="59"/>
                    <a:pt x="1" y="54"/>
                    <a:pt x="1" y="51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9530" name="Freeform 650">
              <a:extLst>
                <a:ext uri="{FF2B5EF4-FFF2-40B4-BE49-F238E27FC236}">
                  <a16:creationId xmlns:a16="http://schemas.microsoft.com/office/drawing/2014/main" id="{0D64DC4F-E996-47DC-A47A-11B2D82037FB}"/>
                </a:ext>
              </a:extLst>
            </p:cNvPr>
            <p:cNvSpPr>
              <a:spLocks/>
            </p:cNvSpPr>
            <p:nvPr/>
          </p:nvSpPr>
          <p:spPr bwMode="auto">
            <a:xfrm>
              <a:off x="5193" y="1804"/>
              <a:ext cx="27" cy="440"/>
            </a:xfrm>
            <a:custGeom>
              <a:avLst/>
              <a:gdLst>
                <a:gd name="T0" fmla="*/ 33 w 17"/>
                <a:gd name="T1" fmla="*/ 0 h 275"/>
                <a:gd name="T2" fmla="*/ 27 w 17"/>
                <a:gd name="T3" fmla="*/ 1126 h 275"/>
                <a:gd name="T4" fmla="*/ 33 w 17"/>
                <a:gd name="T5" fmla="*/ 0 h 27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75">
                  <a:moveTo>
                    <a:pt x="8" y="0"/>
                  </a:moveTo>
                  <a:cubicBezTo>
                    <a:pt x="8" y="0"/>
                    <a:pt x="17" y="125"/>
                    <a:pt x="7" y="275"/>
                  </a:cubicBezTo>
                  <a:cubicBezTo>
                    <a:pt x="7" y="275"/>
                    <a:pt x="0" y="42"/>
                    <a:pt x="8" y="0"/>
                  </a:cubicBezTo>
                  <a:close/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9531" name="Freeform 651">
              <a:extLst>
                <a:ext uri="{FF2B5EF4-FFF2-40B4-BE49-F238E27FC236}">
                  <a16:creationId xmlns:a16="http://schemas.microsoft.com/office/drawing/2014/main" id="{FA2A8645-73E4-4C9F-84AF-30A0DCF9A6F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8" y="1820"/>
              <a:ext cx="28" cy="463"/>
            </a:xfrm>
            <a:custGeom>
              <a:avLst/>
              <a:gdLst>
                <a:gd name="T0" fmla="*/ 49 w 17"/>
                <a:gd name="T1" fmla="*/ 0 h 290"/>
                <a:gd name="T2" fmla="*/ 76 w 17"/>
                <a:gd name="T3" fmla="*/ 1180 h 290"/>
                <a:gd name="T4" fmla="*/ 49 w 17"/>
                <a:gd name="T5" fmla="*/ 0 h 29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90">
                  <a:moveTo>
                    <a:pt x="11" y="0"/>
                  </a:moveTo>
                  <a:cubicBezTo>
                    <a:pt x="11" y="0"/>
                    <a:pt x="0" y="204"/>
                    <a:pt x="17" y="290"/>
                  </a:cubicBezTo>
                  <a:cubicBezTo>
                    <a:pt x="17" y="290"/>
                    <a:pt x="11" y="25"/>
                    <a:pt x="1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9532" name="Freeform 652">
              <a:extLst>
                <a:ext uri="{FF2B5EF4-FFF2-40B4-BE49-F238E27FC236}">
                  <a16:creationId xmlns:a16="http://schemas.microsoft.com/office/drawing/2014/main" id="{765C3068-A492-4C1C-B5EA-5C9FC5ECDCC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6" y="1677"/>
              <a:ext cx="121" cy="40"/>
            </a:xfrm>
            <a:custGeom>
              <a:avLst/>
              <a:gdLst>
                <a:gd name="T0" fmla="*/ 5 w 75"/>
                <a:gd name="T1" fmla="*/ 98 h 25"/>
                <a:gd name="T2" fmla="*/ 0 w 75"/>
                <a:gd name="T3" fmla="*/ 98 h 25"/>
                <a:gd name="T4" fmla="*/ 179 w 75"/>
                <a:gd name="T5" fmla="*/ 77 h 25"/>
                <a:gd name="T6" fmla="*/ 252 w 75"/>
                <a:gd name="T7" fmla="*/ 42 h 25"/>
                <a:gd name="T8" fmla="*/ 315 w 75"/>
                <a:gd name="T9" fmla="*/ 0 h 25"/>
                <a:gd name="T10" fmla="*/ 247 w 75"/>
                <a:gd name="T11" fmla="*/ 34 h 25"/>
                <a:gd name="T12" fmla="*/ 136 w 75"/>
                <a:gd name="T13" fmla="*/ 69 h 25"/>
                <a:gd name="T14" fmla="*/ 42 w 75"/>
                <a:gd name="T15" fmla="*/ 98 h 25"/>
                <a:gd name="T16" fmla="*/ 0 w 75"/>
                <a:gd name="T17" fmla="*/ 102 h 2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5" h="25">
                  <a:moveTo>
                    <a:pt x="1" y="24"/>
                  </a:moveTo>
                  <a:cubicBezTo>
                    <a:pt x="1" y="24"/>
                    <a:pt x="1" y="24"/>
                    <a:pt x="0" y="24"/>
                  </a:cubicBezTo>
                  <a:cubicBezTo>
                    <a:pt x="14" y="25"/>
                    <a:pt x="30" y="24"/>
                    <a:pt x="43" y="19"/>
                  </a:cubicBezTo>
                  <a:cubicBezTo>
                    <a:pt x="49" y="16"/>
                    <a:pt x="54" y="14"/>
                    <a:pt x="60" y="10"/>
                  </a:cubicBezTo>
                  <a:cubicBezTo>
                    <a:pt x="64" y="7"/>
                    <a:pt x="71" y="4"/>
                    <a:pt x="75" y="0"/>
                  </a:cubicBezTo>
                  <a:cubicBezTo>
                    <a:pt x="70" y="4"/>
                    <a:pt x="64" y="5"/>
                    <a:pt x="59" y="8"/>
                  </a:cubicBezTo>
                  <a:cubicBezTo>
                    <a:pt x="50" y="11"/>
                    <a:pt x="41" y="14"/>
                    <a:pt x="32" y="17"/>
                  </a:cubicBezTo>
                  <a:cubicBezTo>
                    <a:pt x="25" y="19"/>
                    <a:pt x="18" y="23"/>
                    <a:pt x="10" y="24"/>
                  </a:cubicBezTo>
                  <a:cubicBezTo>
                    <a:pt x="7" y="25"/>
                    <a:pt x="3" y="25"/>
                    <a:pt x="0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9533" name="Freeform 653">
              <a:extLst>
                <a:ext uri="{FF2B5EF4-FFF2-40B4-BE49-F238E27FC236}">
                  <a16:creationId xmlns:a16="http://schemas.microsoft.com/office/drawing/2014/main" id="{652900C0-B3AC-4383-9ECA-B946768510DF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4" y="1672"/>
              <a:ext cx="142" cy="33"/>
            </a:xfrm>
            <a:custGeom>
              <a:avLst/>
              <a:gdLst>
                <a:gd name="T0" fmla="*/ 0 w 89"/>
                <a:gd name="T1" fmla="*/ 0 h 21"/>
                <a:gd name="T2" fmla="*/ 86 w 89"/>
                <a:gd name="T3" fmla="*/ 31 h 21"/>
                <a:gd name="T4" fmla="*/ 206 w 89"/>
                <a:gd name="T5" fmla="*/ 74 h 21"/>
                <a:gd name="T6" fmla="*/ 300 w 89"/>
                <a:gd name="T7" fmla="*/ 74 h 21"/>
                <a:gd name="T8" fmla="*/ 362 w 89"/>
                <a:gd name="T9" fmla="*/ 74 h 21"/>
                <a:gd name="T10" fmla="*/ 268 w 89"/>
                <a:gd name="T11" fmla="*/ 61 h 21"/>
                <a:gd name="T12" fmla="*/ 137 w 89"/>
                <a:gd name="T13" fmla="*/ 39 h 21"/>
                <a:gd name="T14" fmla="*/ 89 w 89"/>
                <a:gd name="T15" fmla="*/ 27 h 21"/>
                <a:gd name="T16" fmla="*/ 48 w 89"/>
                <a:gd name="T17" fmla="*/ 22 h 21"/>
                <a:gd name="T18" fmla="*/ 13 w 89"/>
                <a:gd name="T19" fmla="*/ 5 h 2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9" h="21">
                  <a:moveTo>
                    <a:pt x="0" y="0"/>
                  </a:moveTo>
                  <a:cubicBezTo>
                    <a:pt x="6" y="4"/>
                    <a:pt x="14" y="6"/>
                    <a:pt x="21" y="8"/>
                  </a:cubicBezTo>
                  <a:cubicBezTo>
                    <a:pt x="31" y="12"/>
                    <a:pt x="41" y="18"/>
                    <a:pt x="51" y="19"/>
                  </a:cubicBezTo>
                  <a:cubicBezTo>
                    <a:pt x="58" y="20"/>
                    <a:pt x="66" y="19"/>
                    <a:pt x="74" y="19"/>
                  </a:cubicBezTo>
                  <a:cubicBezTo>
                    <a:pt x="79" y="19"/>
                    <a:pt x="84" y="19"/>
                    <a:pt x="89" y="19"/>
                  </a:cubicBezTo>
                  <a:cubicBezTo>
                    <a:pt x="82" y="21"/>
                    <a:pt x="73" y="18"/>
                    <a:pt x="66" y="16"/>
                  </a:cubicBezTo>
                  <a:cubicBezTo>
                    <a:pt x="55" y="15"/>
                    <a:pt x="45" y="12"/>
                    <a:pt x="34" y="10"/>
                  </a:cubicBezTo>
                  <a:cubicBezTo>
                    <a:pt x="30" y="9"/>
                    <a:pt x="26" y="7"/>
                    <a:pt x="22" y="7"/>
                  </a:cubicBezTo>
                  <a:cubicBezTo>
                    <a:pt x="19" y="6"/>
                    <a:pt x="16" y="7"/>
                    <a:pt x="12" y="6"/>
                  </a:cubicBezTo>
                  <a:cubicBezTo>
                    <a:pt x="9" y="5"/>
                    <a:pt x="6" y="4"/>
                    <a:pt x="3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9534" name="Freeform 654">
              <a:extLst>
                <a:ext uri="{FF2B5EF4-FFF2-40B4-BE49-F238E27FC236}">
                  <a16:creationId xmlns:a16="http://schemas.microsoft.com/office/drawing/2014/main" id="{C9A8C4D0-4D23-4DBF-9BFC-49BBFEF7B0D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2" y="2402"/>
              <a:ext cx="72" cy="246"/>
            </a:xfrm>
            <a:custGeom>
              <a:avLst/>
              <a:gdLst>
                <a:gd name="T0" fmla="*/ 8 w 45"/>
                <a:gd name="T1" fmla="*/ 0 h 154"/>
                <a:gd name="T2" fmla="*/ 8 w 45"/>
                <a:gd name="T3" fmla="*/ 89 h 154"/>
                <a:gd name="T4" fmla="*/ 5 w 45"/>
                <a:gd name="T5" fmla="*/ 166 h 154"/>
                <a:gd name="T6" fmla="*/ 13 w 45"/>
                <a:gd name="T7" fmla="*/ 308 h 154"/>
                <a:gd name="T8" fmla="*/ 77 w 45"/>
                <a:gd name="T9" fmla="*/ 473 h 154"/>
                <a:gd name="T10" fmla="*/ 184 w 45"/>
                <a:gd name="T11" fmla="*/ 628 h 154"/>
                <a:gd name="T12" fmla="*/ 90 w 45"/>
                <a:gd name="T13" fmla="*/ 441 h 154"/>
                <a:gd name="T14" fmla="*/ 48 w 45"/>
                <a:gd name="T15" fmla="*/ 289 h 154"/>
                <a:gd name="T16" fmla="*/ 35 w 45"/>
                <a:gd name="T17" fmla="*/ 149 h 154"/>
                <a:gd name="T18" fmla="*/ 16 w 45"/>
                <a:gd name="T19" fmla="*/ 16 h 15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5" h="154">
                  <a:moveTo>
                    <a:pt x="2" y="0"/>
                  </a:moveTo>
                  <a:cubicBezTo>
                    <a:pt x="0" y="7"/>
                    <a:pt x="2" y="15"/>
                    <a:pt x="2" y="22"/>
                  </a:cubicBezTo>
                  <a:cubicBezTo>
                    <a:pt x="2" y="29"/>
                    <a:pt x="2" y="35"/>
                    <a:pt x="1" y="41"/>
                  </a:cubicBezTo>
                  <a:cubicBezTo>
                    <a:pt x="0" y="53"/>
                    <a:pt x="0" y="65"/>
                    <a:pt x="3" y="76"/>
                  </a:cubicBezTo>
                  <a:cubicBezTo>
                    <a:pt x="7" y="90"/>
                    <a:pt x="16" y="102"/>
                    <a:pt x="19" y="116"/>
                  </a:cubicBezTo>
                  <a:cubicBezTo>
                    <a:pt x="23" y="133"/>
                    <a:pt x="27" y="146"/>
                    <a:pt x="45" y="154"/>
                  </a:cubicBezTo>
                  <a:cubicBezTo>
                    <a:pt x="35" y="141"/>
                    <a:pt x="25" y="125"/>
                    <a:pt x="22" y="108"/>
                  </a:cubicBezTo>
                  <a:cubicBezTo>
                    <a:pt x="20" y="95"/>
                    <a:pt x="15" y="84"/>
                    <a:pt x="12" y="71"/>
                  </a:cubicBezTo>
                  <a:cubicBezTo>
                    <a:pt x="9" y="60"/>
                    <a:pt x="10" y="48"/>
                    <a:pt x="9" y="36"/>
                  </a:cubicBezTo>
                  <a:cubicBezTo>
                    <a:pt x="8" y="26"/>
                    <a:pt x="3" y="15"/>
                    <a:pt x="4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9535" name="Freeform 655">
              <a:extLst>
                <a:ext uri="{FF2B5EF4-FFF2-40B4-BE49-F238E27FC236}">
                  <a16:creationId xmlns:a16="http://schemas.microsoft.com/office/drawing/2014/main" id="{35085A86-0468-4F5D-AB68-7A6B1541C70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8" y="2432"/>
              <a:ext cx="60" cy="57"/>
            </a:xfrm>
            <a:custGeom>
              <a:avLst/>
              <a:gdLst>
                <a:gd name="T0" fmla="*/ 0 w 38"/>
                <a:gd name="T1" fmla="*/ 0 h 36"/>
                <a:gd name="T2" fmla="*/ 69 w 38"/>
                <a:gd name="T3" fmla="*/ 76 h 36"/>
                <a:gd name="T4" fmla="*/ 150 w 38"/>
                <a:gd name="T5" fmla="*/ 143 h 36"/>
                <a:gd name="T6" fmla="*/ 81 w 38"/>
                <a:gd name="T7" fmla="*/ 55 h 36"/>
                <a:gd name="T8" fmla="*/ 0 w 38"/>
                <a:gd name="T9" fmla="*/ 5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36">
                  <a:moveTo>
                    <a:pt x="0" y="0"/>
                  </a:moveTo>
                  <a:cubicBezTo>
                    <a:pt x="0" y="8"/>
                    <a:pt x="12" y="16"/>
                    <a:pt x="18" y="19"/>
                  </a:cubicBezTo>
                  <a:cubicBezTo>
                    <a:pt x="28" y="24"/>
                    <a:pt x="31" y="28"/>
                    <a:pt x="38" y="36"/>
                  </a:cubicBezTo>
                  <a:cubicBezTo>
                    <a:pt x="31" y="29"/>
                    <a:pt x="29" y="21"/>
                    <a:pt x="20" y="14"/>
                  </a:cubicBezTo>
                  <a:cubicBezTo>
                    <a:pt x="15" y="11"/>
                    <a:pt x="0" y="8"/>
                    <a:pt x="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9536" name="Freeform 656">
              <a:extLst>
                <a:ext uri="{FF2B5EF4-FFF2-40B4-BE49-F238E27FC236}">
                  <a16:creationId xmlns:a16="http://schemas.microsoft.com/office/drawing/2014/main" id="{FE72A5F4-7B67-4549-902F-59EE62723765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6" y="2344"/>
              <a:ext cx="69" cy="137"/>
            </a:xfrm>
            <a:custGeom>
              <a:avLst/>
              <a:gdLst>
                <a:gd name="T0" fmla="*/ 178 w 43"/>
                <a:gd name="T1" fmla="*/ 0 h 86"/>
                <a:gd name="T2" fmla="*/ 165 w 43"/>
                <a:gd name="T3" fmla="*/ 40 h 86"/>
                <a:gd name="T4" fmla="*/ 141 w 43"/>
                <a:gd name="T5" fmla="*/ 69 h 86"/>
                <a:gd name="T6" fmla="*/ 111 w 43"/>
                <a:gd name="T7" fmla="*/ 155 h 86"/>
                <a:gd name="T8" fmla="*/ 77 w 43"/>
                <a:gd name="T9" fmla="*/ 258 h 86"/>
                <a:gd name="T10" fmla="*/ 0 w 43"/>
                <a:gd name="T11" fmla="*/ 347 h 86"/>
                <a:gd name="T12" fmla="*/ 124 w 43"/>
                <a:gd name="T13" fmla="*/ 166 h 86"/>
                <a:gd name="T14" fmla="*/ 165 w 43"/>
                <a:gd name="T15" fmla="*/ 76 h 86"/>
                <a:gd name="T16" fmla="*/ 170 w 43"/>
                <a:gd name="T17" fmla="*/ 5 h 8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3" h="86">
                  <a:moveTo>
                    <a:pt x="43" y="0"/>
                  </a:moveTo>
                  <a:cubicBezTo>
                    <a:pt x="41" y="2"/>
                    <a:pt x="41" y="7"/>
                    <a:pt x="40" y="10"/>
                  </a:cubicBezTo>
                  <a:cubicBezTo>
                    <a:pt x="38" y="13"/>
                    <a:pt x="36" y="14"/>
                    <a:pt x="34" y="17"/>
                  </a:cubicBezTo>
                  <a:cubicBezTo>
                    <a:pt x="29" y="22"/>
                    <a:pt x="29" y="31"/>
                    <a:pt x="27" y="38"/>
                  </a:cubicBezTo>
                  <a:cubicBezTo>
                    <a:pt x="25" y="47"/>
                    <a:pt x="23" y="56"/>
                    <a:pt x="19" y="64"/>
                  </a:cubicBezTo>
                  <a:cubicBezTo>
                    <a:pt x="14" y="73"/>
                    <a:pt x="5" y="78"/>
                    <a:pt x="0" y="86"/>
                  </a:cubicBezTo>
                  <a:cubicBezTo>
                    <a:pt x="18" y="76"/>
                    <a:pt x="26" y="61"/>
                    <a:pt x="30" y="41"/>
                  </a:cubicBezTo>
                  <a:cubicBezTo>
                    <a:pt x="32" y="32"/>
                    <a:pt x="37" y="27"/>
                    <a:pt x="40" y="19"/>
                  </a:cubicBezTo>
                  <a:cubicBezTo>
                    <a:pt x="42" y="13"/>
                    <a:pt x="41" y="6"/>
                    <a:pt x="4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9537" name="Freeform 657">
              <a:extLst>
                <a:ext uri="{FF2B5EF4-FFF2-40B4-BE49-F238E27FC236}">
                  <a16:creationId xmlns:a16="http://schemas.microsoft.com/office/drawing/2014/main" id="{78B8AB6D-E54C-4EC2-BDBF-8B90FD653BD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46" y="1993"/>
              <a:ext cx="73" cy="294"/>
            </a:xfrm>
            <a:custGeom>
              <a:avLst/>
              <a:gdLst>
                <a:gd name="T0" fmla="*/ 0 w 46"/>
                <a:gd name="T1" fmla="*/ 0 h 184"/>
                <a:gd name="T2" fmla="*/ 184 w 46"/>
                <a:gd name="T3" fmla="*/ 751 h 184"/>
                <a:gd name="T4" fmla="*/ 0 w 46"/>
                <a:gd name="T5" fmla="*/ 0 h 18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6" h="184">
                  <a:moveTo>
                    <a:pt x="0" y="0"/>
                  </a:moveTo>
                  <a:cubicBezTo>
                    <a:pt x="0" y="0"/>
                    <a:pt x="35" y="132"/>
                    <a:pt x="46" y="184"/>
                  </a:cubicBezTo>
                  <a:cubicBezTo>
                    <a:pt x="46" y="184"/>
                    <a:pt x="39" y="93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9538" name="Freeform 658">
              <a:extLst>
                <a:ext uri="{FF2B5EF4-FFF2-40B4-BE49-F238E27FC236}">
                  <a16:creationId xmlns:a16="http://schemas.microsoft.com/office/drawing/2014/main" id="{468DA2CD-C1A0-42C8-B2AE-8FFDD6300F3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13" y="1570"/>
              <a:ext cx="15" cy="230"/>
            </a:xfrm>
            <a:custGeom>
              <a:avLst/>
              <a:gdLst>
                <a:gd name="T0" fmla="*/ 0 w 9"/>
                <a:gd name="T1" fmla="*/ 0 h 144"/>
                <a:gd name="T2" fmla="*/ 42 w 9"/>
                <a:gd name="T3" fmla="*/ 586 h 144"/>
                <a:gd name="T4" fmla="*/ 0 w 9"/>
                <a:gd name="T5" fmla="*/ 0 h 1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44">
                  <a:moveTo>
                    <a:pt x="0" y="0"/>
                  </a:moveTo>
                  <a:cubicBezTo>
                    <a:pt x="0" y="0"/>
                    <a:pt x="0" y="106"/>
                    <a:pt x="9" y="144"/>
                  </a:cubicBezTo>
                  <a:cubicBezTo>
                    <a:pt x="9" y="144"/>
                    <a:pt x="6" y="23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9539" name="Freeform 659">
              <a:extLst>
                <a:ext uri="{FF2B5EF4-FFF2-40B4-BE49-F238E27FC236}">
                  <a16:creationId xmlns:a16="http://schemas.microsoft.com/office/drawing/2014/main" id="{81199AA0-8A65-46A9-830B-2D29DE5601C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1" y="2376"/>
              <a:ext cx="132" cy="83"/>
            </a:xfrm>
            <a:custGeom>
              <a:avLst/>
              <a:gdLst>
                <a:gd name="T0" fmla="*/ 341 w 82"/>
                <a:gd name="T1" fmla="*/ 211 h 52"/>
                <a:gd name="T2" fmla="*/ 217 w 82"/>
                <a:gd name="T3" fmla="*/ 136 h 52"/>
                <a:gd name="T4" fmla="*/ 0 w 82"/>
                <a:gd name="T5" fmla="*/ 0 h 52"/>
                <a:gd name="T6" fmla="*/ 184 w 82"/>
                <a:gd name="T7" fmla="*/ 137 h 52"/>
                <a:gd name="T8" fmla="*/ 335 w 82"/>
                <a:gd name="T9" fmla="*/ 211 h 5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2" h="52">
                  <a:moveTo>
                    <a:pt x="82" y="52"/>
                  </a:moveTo>
                  <a:cubicBezTo>
                    <a:pt x="80" y="42"/>
                    <a:pt x="61" y="37"/>
                    <a:pt x="52" y="33"/>
                  </a:cubicBezTo>
                  <a:cubicBezTo>
                    <a:pt x="34" y="25"/>
                    <a:pt x="14" y="13"/>
                    <a:pt x="0" y="0"/>
                  </a:cubicBezTo>
                  <a:cubicBezTo>
                    <a:pt x="11" y="12"/>
                    <a:pt x="27" y="29"/>
                    <a:pt x="44" y="34"/>
                  </a:cubicBezTo>
                  <a:cubicBezTo>
                    <a:pt x="56" y="38"/>
                    <a:pt x="71" y="42"/>
                    <a:pt x="80" y="52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9540" name="Freeform 660">
              <a:extLst>
                <a:ext uri="{FF2B5EF4-FFF2-40B4-BE49-F238E27FC236}">
                  <a16:creationId xmlns:a16="http://schemas.microsoft.com/office/drawing/2014/main" id="{B8229675-82BA-4D38-8588-5F0F65465027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9" y="2387"/>
              <a:ext cx="115" cy="83"/>
            </a:xfrm>
            <a:custGeom>
              <a:avLst/>
              <a:gdLst>
                <a:gd name="T0" fmla="*/ 8 w 72"/>
                <a:gd name="T1" fmla="*/ 204 h 52"/>
                <a:gd name="T2" fmla="*/ 16 w 72"/>
                <a:gd name="T3" fmla="*/ 163 h 52"/>
                <a:gd name="T4" fmla="*/ 94 w 72"/>
                <a:gd name="T5" fmla="*/ 107 h 52"/>
                <a:gd name="T6" fmla="*/ 204 w 72"/>
                <a:gd name="T7" fmla="*/ 56 h 52"/>
                <a:gd name="T8" fmla="*/ 278 w 72"/>
                <a:gd name="T9" fmla="*/ 16 h 52"/>
                <a:gd name="T10" fmla="*/ 294 w 72"/>
                <a:gd name="T11" fmla="*/ 0 h 52"/>
                <a:gd name="T12" fmla="*/ 238 w 72"/>
                <a:gd name="T13" fmla="*/ 56 h 52"/>
                <a:gd name="T14" fmla="*/ 129 w 72"/>
                <a:gd name="T15" fmla="*/ 110 h 52"/>
                <a:gd name="T16" fmla="*/ 8 w 72"/>
                <a:gd name="T17" fmla="*/ 211 h 5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2" h="52">
                  <a:moveTo>
                    <a:pt x="2" y="50"/>
                  </a:moveTo>
                  <a:cubicBezTo>
                    <a:pt x="0" y="48"/>
                    <a:pt x="3" y="42"/>
                    <a:pt x="4" y="40"/>
                  </a:cubicBezTo>
                  <a:cubicBezTo>
                    <a:pt x="7" y="33"/>
                    <a:pt x="16" y="29"/>
                    <a:pt x="23" y="26"/>
                  </a:cubicBezTo>
                  <a:cubicBezTo>
                    <a:pt x="32" y="23"/>
                    <a:pt x="41" y="19"/>
                    <a:pt x="50" y="14"/>
                  </a:cubicBezTo>
                  <a:cubicBezTo>
                    <a:pt x="56" y="11"/>
                    <a:pt x="62" y="8"/>
                    <a:pt x="68" y="4"/>
                  </a:cubicBezTo>
                  <a:cubicBezTo>
                    <a:pt x="69" y="3"/>
                    <a:pt x="71" y="1"/>
                    <a:pt x="72" y="0"/>
                  </a:cubicBezTo>
                  <a:cubicBezTo>
                    <a:pt x="68" y="5"/>
                    <a:pt x="63" y="11"/>
                    <a:pt x="58" y="14"/>
                  </a:cubicBezTo>
                  <a:cubicBezTo>
                    <a:pt x="49" y="19"/>
                    <a:pt x="40" y="22"/>
                    <a:pt x="32" y="27"/>
                  </a:cubicBezTo>
                  <a:cubicBezTo>
                    <a:pt x="21" y="33"/>
                    <a:pt x="3" y="36"/>
                    <a:pt x="2" y="52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9541" name="Freeform 661">
              <a:extLst>
                <a:ext uri="{FF2B5EF4-FFF2-40B4-BE49-F238E27FC236}">
                  <a16:creationId xmlns:a16="http://schemas.microsoft.com/office/drawing/2014/main" id="{52873700-EB86-4A53-9D7C-5079A6B054C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5" y="2279"/>
              <a:ext cx="25" cy="134"/>
            </a:xfrm>
            <a:custGeom>
              <a:avLst/>
              <a:gdLst>
                <a:gd name="T0" fmla="*/ 56 w 16"/>
                <a:gd name="T1" fmla="*/ 8 h 84"/>
                <a:gd name="T2" fmla="*/ 47 w 16"/>
                <a:gd name="T3" fmla="*/ 48 h 84"/>
                <a:gd name="T4" fmla="*/ 34 w 16"/>
                <a:gd name="T5" fmla="*/ 94 h 84"/>
                <a:gd name="T6" fmla="*/ 22 w 16"/>
                <a:gd name="T7" fmla="*/ 158 h 84"/>
                <a:gd name="T8" fmla="*/ 47 w 16"/>
                <a:gd name="T9" fmla="*/ 227 h 84"/>
                <a:gd name="T10" fmla="*/ 61 w 16"/>
                <a:gd name="T11" fmla="*/ 341 h 84"/>
                <a:gd name="T12" fmla="*/ 27 w 16"/>
                <a:gd name="T13" fmla="*/ 223 h 84"/>
                <a:gd name="T14" fmla="*/ 0 w 16"/>
                <a:gd name="T15" fmla="*/ 137 h 84"/>
                <a:gd name="T16" fmla="*/ 27 w 16"/>
                <a:gd name="T17" fmla="*/ 56 h 84"/>
                <a:gd name="T18" fmla="*/ 53 w 16"/>
                <a:gd name="T19" fmla="*/ 0 h 8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6" h="84">
                  <a:moveTo>
                    <a:pt x="15" y="2"/>
                  </a:moveTo>
                  <a:cubicBezTo>
                    <a:pt x="15" y="5"/>
                    <a:pt x="13" y="8"/>
                    <a:pt x="12" y="12"/>
                  </a:cubicBezTo>
                  <a:cubicBezTo>
                    <a:pt x="11" y="15"/>
                    <a:pt x="10" y="19"/>
                    <a:pt x="9" y="23"/>
                  </a:cubicBezTo>
                  <a:cubicBezTo>
                    <a:pt x="8" y="28"/>
                    <a:pt x="6" y="34"/>
                    <a:pt x="6" y="39"/>
                  </a:cubicBezTo>
                  <a:cubicBezTo>
                    <a:pt x="6" y="46"/>
                    <a:pt x="10" y="51"/>
                    <a:pt x="12" y="56"/>
                  </a:cubicBezTo>
                  <a:cubicBezTo>
                    <a:pt x="15" y="65"/>
                    <a:pt x="14" y="75"/>
                    <a:pt x="16" y="84"/>
                  </a:cubicBezTo>
                  <a:cubicBezTo>
                    <a:pt x="14" y="74"/>
                    <a:pt x="11" y="64"/>
                    <a:pt x="7" y="55"/>
                  </a:cubicBezTo>
                  <a:cubicBezTo>
                    <a:pt x="3" y="48"/>
                    <a:pt x="0" y="42"/>
                    <a:pt x="0" y="34"/>
                  </a:cubicBezTo>
                  <a:cubicBezTo>
                    <a:pt x="0" y="26"/>
                    <a:pt x="4" y="21"/>
                    <a:pt x="7" y="14"/>
                  </a:cubicBezTo>
                  <a:cubicBezTo>
                    <a:pt x="9" y="10"/>
                    <a:pt x="11" y="3"/>
                    <a:pt x="14" y="0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9542" name="Freeform 662">
              <a:extLst>
                <a:ext uri="{FF2B5EF4-FFF2-40B4-BE49-F238E27FC236}">
                  <a16:creationId xmlns:a16="http://schemas.microsoft.com/office/drawing/2014/main" id="{283F7021-5BCD-4E04-9224-96DBAEF5C553}"/>
                </a:ext>
              </a:extLst>
            </p:cNvPr>
            <p:cNvSpPr>
              <a:spLocks/>
            </p:cNvSpPr>
            <p:nvPr/>
          </p:nvSpPr>
          <p:spPr bwMode="auto">
            <a:xfrm>
              <a:off x="5351" y="2469"/>
              <a:ext cx="35" cy="60"/>
            </a:xfrm>
            <a:custGeom>
              <a:avLst/>
              <a:gdLst>
                <a:gd name="T0" fmla="*/ 0 w 22"/>
                <a:gd name="T1" fmla="*/ 8 h 38"/>
                <a:gd name="T2" fmla="*/ 56 w 22"/>
                <a:gd name="T3" fmla="*/ 150 h 38"/>
                <a:gd name="T4" fmla="*/ 16 w 22"/>
                <a:gd name="T5" fmla="*/ 0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38">
                  <a:moveTo>
                    <a:pt x="0" y="2"/>
                  </a:moveTo>
                  <a:cubicBezTo>
                    <a:pt x="15" y="7"/>
                    <a:pt x="19" y="23"/>
                    <a:pt x="14" y="38"/>
                  </a:cubicBezTo>
                  <a:cubicBezTo>
                    <a:pt x="22" y="21"/>
                    <a:pt x="20" y="8"/>
                    <a:pt x="4" y="0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9543" name="Freeform 663">
              <a:extLst>
                <a:ext uri="{FF2B5EF4-FFF2-40B4-BE49-F238E27FC236}">
                  <a16:creationId xmlns:a16="http://schemas.microsoft.com/office/drawing/2014/main" id="{DFE6D30F-9A92-4D63-A24F-4015FF2AEBB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6" y="934"/>
              <a:ext cx="45" cy="10"/>
            </a:xfrm>
            <a:custGeom>
              <a:avLst/>
              <a:gdLst>
                <a:gd name="T0" fmla="*/ 0 w 28"/>
                <a:gd name="T1" fmla="*/ 5 h 6"/>
                <a:gd name="T2" fmla="*/ 55 w 28"/>
                <a:gd name="T3" fmla="*/ 28 h 6"/>
                <a:gd name="T4" fmla="*/ 80 w 28"/>
                <a:gd name="T5" fmla="*/ 28 h 6"/>
                <a:gd name="T6" fmla="*/ 116 w 28"/>
                <a:gd name="T7" fmla="*/ 13 h 6"/>
                <a:gd name="T8" fmla="*/ 37 w 28"/>
                <a:gd name="T9" fmla="*/ 13 h 6"/>
                <a:gd name="T10" fmla="*/ 5 w 28"/>
                <a:gd name="T11" fmla="*/ 0 h 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" h="6">
                  <a:moveTo>
                    <a:pt x="0" y="1"/>
                  </a:moveTo>
                  <a:cubicBezTo>
                    <a:pt x="2" y="5"/>
                    <a:pt x="9" y="5"/>
                    <a:pt x="13" y="6"/>
                  </a:cubicBezTo>
                  <a:cubicBezTo>
                    <a:pt x="15" y="6"/>
                    <a:pt x="17" y="6"/>
                    <a:pt x="19" y="6"/>
                  </a:cubicBezTo>
                  <a:cubicBezTo>
                    <a:pt x="22" y="6"/>
                    <a:pt x="25" y="3"/>
                    <a:pt x="28" y="3"/>
                  </a:cubicBezTo>
                  <a:cubicBezTo>
                    <a:pt x="21" y="3"/>
                    <a:pt x="15" y="4"/>
                    <a:pt x="9" y="3"/>
                  </a:cubicBezTo>
                  <a:cubicBezTo>
                    <a:pt x="7" y="2"/>
                    <a:pt x="2" y="2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9544" name="Freeform 664">
              <a:extLst>
                <a:ext uri="{FF2B5EF4-FFF2-40B4-BE49-F238E27FC236}">
                  <a16:creationId xmlns:a16="http://schemas.microsoft.com/office/drawing/2014/main" id="{52F1ADD5-E230-4055-BCE5-7BDDC8E964AF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5" y="934"/>
              <a:ext cx="51" cy="13"/>
            </a:xfrm>
            <a:custGeom>
              <a:avLst/>
              <a:gdLst>
                <a:gd name="T0" fmla="*/ 0 w 32"/>
                <a:gd name="T1" fmla="*/ 0 h 8"/>
                <a:gd name="T2" fmla="*/ 53 w 32"/>
                <a:gd name="T3" fmla="*/ 29 h 8"/>
                <a:gd name="T4" fmla="*/ 129 w 32"/>
                <a:gd name="T5" fmla="*/ 29 h 8"/>
                <a:gd name="T6" fmla="*/ 84 w 32"/>
                <a:gd name="T7" fmla="*/ 13 h 8"/>
                <a:gd name="T8" fmla="*/ 46 w 32"/>
                <a:gd name="T9" fmla="*/ 13 h 8"/>
                <a:gd name="T10" fmla="*/ 0 w 32"/>
                <a:gd name="T11" fmla="*/ 5 h 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2" h="8">
                  <a:moveTo>
                    <a:pt x="0" y="0"/>
                  </a:moveTo>
                  <a:cubicBezTo>
                    <a:pt x="1" y="6"/>
                    <a:pt x="8" y="8"/>
                    <a:pt x="13" y="7"/>
                  </a:cubicBezTo>
                  <a:cubicBezTo>
                    <a:pt x="19" y="6"/>
                    <a:pt x="26" y="7"/>
                    <a:pt x="32" y="7"/>
                  </a:cubicBezTo>
                  <a:cubicBezTo>
                    <a:pt x="29" y="6"/>
                    <a:pt x="25" y="4"/>
                    <a:pt x="21" y="3"/>
                  </a:cubicBezTo>
                  <a:cubicBezTo>
                    <a:pt x="18" y="3"/>
                    <a:pt x="14" y="3"/>
                    <a:pt x="11" y="3"/>
                  </a:cubicBezTo>
                  <a:cubicBezTo>
                    <a:pt x="8" y="3"/>
                    <a:pt x="2" y="3"/>
                    <a:pt x="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9545" name="Freeform 665">
              <a:extLst>
                <a:ext uri="{FF2B5EF4-FFF2-40B4-BE49-F238E27FC236}">
                  <a16:creationId xmlns:a16="http://schemas.microsoft.com/office/drawing/2014/main" id="{32E58AB0-F248-4962-85E7-0228E8B93E99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7" y="987"/>
              <a:ext cx="22" cy="32"/>
            </a:xfrm>
            <a:custGeom>
              <a:avLst/>
              <a:gdLst>
                <a:gd name="T0" fmla="*/ 22 w 14"/>
                <a:gd name="T1" fmla="*/ 0 h 20"/>
                <a:gd name="T2" fmla="*/ 8 w 14"/>
                <a:gd name="T3" fmla="*/ 54 h 20"/>
                <a:gd name="T4" fmla="*/ 55 w 14"/>
                <a:gd name="T5" fmla="*/ 82 h 20"/>
                <a:gd name="T6" fmla="*/ 20 w 14"/>
                <a:gd name="T7" fmla="*/ 46 h 20"/>
                <a:gd name="T8" fmla="*/ 22 w 14"/>
                <a:gd name="T9" fmla="*/ 5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20">
                  <a:moveTo>
                    <a:pt x="6" y="0"/>
                  </a:moveTo>
                  <a:cubicBezTo>
                    <a:pt x="2" y="2"/>
                    <a:pt x="0" y="8"/>
                    <a:pt x="2" y="13"/>
                  </a:cubicBezTo>
                  <a:cubicBezTo>
                    <a:pt x="4" y="18"/>
                    <a:pt x="10" y="19"/>
                    <a:pt x="14" y="20"/>
                  </a:cubicBezTo>
                  <a:cubicBezTo>
                    <a:pt x="10" y="18"/>
                    <a:pt x="6" y="16"/>
                    <a:pt x="5" y="11"/>
                  </a:cubicBezTo>
                  <a:cubicBezTo>
                    <a:pt x="4" y="8"/>
                    <a:pt x="4" y="4"/>
                    <a:pt x="6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9546" name="Freeform 666">
              <a:extLst>
                <a:ext uri="{FF2B5EF4-FFF2-40B4-BE49-F238E27FC236}">
                  <a16:creationId xmlns:a16="http://schemas.microsoft.com/office/drawing/2014/main" id="{AC530DC8-B2B8-4FDB-8A4E-3CF12C2D257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9" y="1033"/>
              <a:ext cx="11" cy="67"/>
            </a:xfrm>
            <a:custGeom>
              <a:avLst/>
              <a:gdLst>
                <a:gd name="T0" fmla="*/ 0 w 7"/>
                <a:gd name="T1" fmla="*/ 0 h 42"/>
                <a:gd name="T2" fmla="*/ 8 w 7"/>
                <a:gd name="T3" fmla="*/ 97 h 42"/>
                <a:gd name="T4" fmla="*/ 27 w 7"/>
                <a:gd name="T5" fmla="*/ 171 h 42"/>
                <a:gd name="T6" fmla="*/ 8 w 7"/>
                <a:gd name="T7" fmla="*/ 124 h 42"/>
                <a:gd name="T8" fmla="*/ 0 w 7"/>
                <a:gd name="T9" fmla="*/ 61 h 42"/>
                <a:gd name="T10" fmla="*/ 0 w 7"/>
                <a:gd name="T11" fmla="*/ 5 h 4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" h="42">
                  <a:moveTo>
                    <a:pt x="0" y="0"/>
                  </a:moveTo>
                  <a:cubicBezTo>
                    <a:pt x="0" y="8"/>
                    <a:pt x="1" y="16"/>
                    <a:pt x="2" y="24"/>
                  </a:cubicBezTo>
                  <a:cubicBezTo>
                    <a:pt x="3" y="30"/>
                    <a:pt x="4" y="37"/>
                    <a:pt x="7" y="42"/>
                  </a:cubicBezTo>
                  <a:cubicBezTo>
                    <a:pt x="4" y="40"/>
                    <a:pt x="3" y="34"/>
                    <a:pt x="2" y="31"/>
                  </a:cubicBezTo>
                  <a:cubicBezTo>
                    <a:pt x="0" y="26"/>
                    <a:pt x="0" y="21"/>
                    <a:pt x="0" y="15"/>
                  </a:cubicBezTo>
                  <a:cubicBezTo>
                    <a:pt x="0" y="11"/>
                    <a:pt x="0" y="6"/>
                    <a:pt x="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9547" name="Freeform 667">
              <a:extLst>
                <a:ext uri="{FF2B5EF4-FFF2-40B4-BE49-F238E27FC236}">
                  <a16:creationId xmlns:a16="http://schemas.microsoft.com/office/drawing/2014/main" id="{D71D5304-8D69-4A48-BD0E-AFEFB9D9398F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9" y="1036"/>
              <a:ext cx="12" cy="64"/>
            </a:xfrm>
            <a:custGeom>
              <a:avLst/>
              <a:gdLst>
                <a:gd name="T0" fmla="*/ 15 w 7"/>
                <a:gd name="T1" fmla="*/ 8 h 40"/>
                <a:gd name="T2" fmla="*/ 21 w 7"/>
                <a:gd name="T3" fmla="*/ 34 h 40"/>
                <a:gd name="T4" fmla="*/ 15 w 7"/>
                <a:gd name="T5" fmla="*/ 90 h 40"/>
                <a:gd name="T6" fmla="*/ 0 w 7"/>
                <a:gd name="T7" fmla="*/ 163 h 40"/>
                <a:gd name="T8" fmla="*/ 26 w 7"/>
                <a:gd name="T9" fmla="*/ 115 h 40"/>
                <a:gd name="T10" fmla="*/ 36 w 7"/>
                <a:gd name="T11" fmla="*/ 67 h 40"/>
                <a:gd name="T12" fmla="*/ 26 w 7"/>
                <a:gd name="T13" fmla="*/ 29 h 40"/>
                <a:gd name="T14" fmla="*/ 15 w 7"/>
                <a:gd name="T15" fmla="*/ 0 h 4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" h="40">
                  <a:moveTo>
                    <a:pt x="3" y="2"/>
                  </a:moveTo>
                  <a:cubicBezTo>
                    <a:pt x="3" y="3"/>
                    <a:pt x="4" y="6"/>
                    <a:pt x="4" y="8"/>
                  </a:cubicBezTo>
                  <a:cubicBezTo>
                    <a:pt x="4" y="13"/>
                    <a:pt x="4" y="18"/>
                    <a:pt x="3" y="22"/>
                  </a:cubicBezTo>
                  <a:cubicBezTo>
                    <a:pt x="3" y="28"/>
                    <a:pt x="1" y="34"/>
                    <a:pt x="0" y="40"/>
                  </a:cubicBezTo>
                  <a:cubicBezTo>
                    <a:pt x="3" y="37"/>
                    <a:pt x="4" y="32"/>
                    <a:pt x="5" y="28"/>
                  </a:cubicBezTo>
                  <a:cubicBezTo>
                    <a:pt x="6" y="24"/>
                    <a:pt x="7" y="20"/>
                    <a:pt x="7" y="16"/>
                  </a:cubicBezTo>
                  <a:cubicBezTo>
                    <a:pt x="7" y="13"/>
                    <a:pt x="6" y="10"/>
                    <a:pt x="5" y="7"/>
                  </a:cubicBezTo>
                  <a:cubicBezTo>
                    <a:pt x="4" y="5"/>
                    <a:pt x="4" y="2"/>
                    <a:pt x="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9548" name="Freeform 668">
              <a:extLst>
                <a:ext uri="{FF2B5EF4-FFF2-40B4-BE49-F238E27FC236}">
                  <a16:creationId xmlns:a16="http://schemas.microsoft.com/office/drawing/2014/main" id="{D9F7960F-5FA3-44CA-8371-7A63E9152296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5" y="771"/>
              <a:ext cx="68" cy="42"/>
            </a:xfrm>
            <a:custGeom>
              <a:avLst/>
              <a:gdLst>
                <a:gd name="T0" fmla="*/ 115 w 43"/>
                <a:gd name="T1" fmla="*/ 5 h 26"/>
                <a:gd name="T2" fmla="*/ 13 w 43"/>
                <a:gd name="T3" fmla="*/ 102 h 26"/>
                <a:gd name="T4" fmla="*/ 95 w 43"/>
                <a:gd name="T5" fmla="*/ 39 h 26"/>
                <a:gd name="T6" fmla="*/ 158 w 43"/>
                <a:gd name="T7" fmla="*/ 42 h 26"/>
                <a:gd name="T8" fmla="*/ 111 w 43"/>
                <a:gd name="T9" fmla="*/ 5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" h="26">
                  <a:moveTo>
                    <a:pt x="29" y="1"/>
                  </a:moveTo>
                  <a:cubicBezTo>
                    <a:pt x="22" y="0"/>
                    <a:pt x="0" y="22"/>
                    <a:pt x="3" y="24"/>
                  </a:cubicBezTo>
                  <a:cubicBezTo>
                    <a:pt x="7" y="26"/>
                    <a:pt x="20" y="11"/>
                    <a:pt x="24" y="9"/>
                  </a:cubicBezTo>
                  <a:cubicBezTo>
                    <a:pt x="31" y="5"/>
                    <a:pt x="35" y="6"/>
                    <a:pt x="40" y="10"/>
                  </a:cubicBezTo>
                  <a:cubicBezTo>
                    <a:pt x="43" y="4"/>
                    <a:pt x="32" y="1"/>
                    <a:pt x="28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9549" name="Freeform 669">
              <a:extLst>
                <a:ext uri="{FF2B5EF4-FFF2-40B4-BE49-F238E27FC236}">
                  <a16:creationId xmlns:a16="http://schemas.microsoft.com/office/drawing/2014/main" id="{587984E1-7749-4B40-AA91-17D64C9043A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5" y="1043"/>
              <a:ext cx="73" cy="49"/>
            </a:xfrm>
            <a:custGeom>
              <a:avLst/>
              <a:gdLst>
                <a:gd name="T0" fmla="*/ 179 w 46"/>
                <a:gd name="T1" fmla="*/ 0 h 31"/>
                <a:gd name="T2" fmla="*/ 76 w 46"/>
                <a:gd name="T3" fmla="*/ 22 h 31"/>
                <a:gd name="T4" fmla="*/ 35 w 46"/>
                <a:gd name="T5" fmla="*/ 70 h 31"/>
                <a:gd name="T6" fmla="*/ 0 w 46"/>
                <a:gd name="T7" fmla="*/ 122 h 31"/>
                <a:gd name="T8" fmla="*/ 143 w 46"/>
                <a:gd name="T9" fmla="*/ 68 h 31"/>
                <a:gd name="T10" fmla="*/ 179 w 46"/>
                <a:gd name="T11" fmla="*/ 5 h 3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6" h="31">
                  <a:moveTo>
                    <a:pt x="45" y="0"/>
                  </a:moveTo>
                  <a:cubicBezTo>
                    <a:pt x="36" y="0"/>
                    <a:pt x="26" y="0"/>
                    <a:pt x="19" y="6"/>
                  </a:cubicBezTo>
                  <a:cubicBezTo>
                    <a:pt x="15" y="10"/>
                    <a:pt x="13" y="14"/>
                    <a:pt x="9" y="18"/>
                  </a:cubicBezTo>
                  <a:cubicBezTo>
                    <a:pt x="6" y="22"/>
                    <a:pt x="2" y="26"/>
                    <a:pt x="0" y="31"/>
                  </a:cubicBezTo>
                  <a:cubicBezTo>
                    <a:pt x="10" y="22"/>
                    <a:pt x="24" y="20"/>
                    <a:pt x="36" y="17"/>
                  </a:cubicBezTo>
                  <a:cubicBezTo>
                    <a:pt x="45" y="15"/>
                    <a:pt x="46" y="8"/>
                    <a:pt x="45" y="1"/>
                  </a:cubicBezTo>
                </a:path>
              </a:pathLst>
            </a:custGeom>
            <a:solidFill>
              <a:srgbClr val="5859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9550" name="Freeform 670">
              <a:extLst>
                <a:ext uri="{FF2B5EF4-FFF2-40B4-BE49-F238E27FC236}">
                  <a16:creationId xmlns:a16="http://schemas.microsoft.com/office/drawing/2014/main" id="{AA9D6657-C1EA-4B48-AA68-C25AD4D5085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0" y="1043"/>
              <a:ext cx="73" cy="49"/>
            </a:xfrm>
            <a:custGeom>
              <a:avLst/>
              <a:gdLst>
                <a:gd name="T0" fmla="*/ 5 w 46"/>
                <a:gd name="T1" fmla="*/ 0 h 31"/>
                <a:gd name="T2" fmla="*/ 108 w 46"/>
                <a:gd name="T3" fmla="*/ 22 h 31"/>
                <a:gd name="T4" fmla="*/ 149 w 46"/>
                <a:gd name="T5" fmla="*/ 68 h 31"/>
                <a:gd name="T6" fmla="*/ 184 w 46"/>
                <a:gd name="T7" fmla="*/ 122 h 31"/>
                <a:gd name="T8" fmla="*/ 35 w 46"/>
                <a:gd name="T9" fmla="*/ 68 h 31"/>
                <a:gd name="T10" fmla="*/ 5 w 46"/>
                <a:gd name="T11" fmla="*/ 5 h 3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6" h="31">
                  <a:moveTo>
                    <a:pt x="1" y="0"/>
                  </a:moveTo>
                  <a:cubicBezTo>
                    <a:pt x="10" y="0"/>
                    <a:pt x="19" y="0"/>
                    <a:pt x="27" y="6"/>
                  </a:cubicBezTo>
                  <a:cubicBezTo>
                    <a:pt x="31" y="9"/>
                    <a:pt x="33" y="14"/>
                    <a:pt x="37" y="17"/>
                  </a:cubicBezTo>
                  <a:cubicBezTo>
                    <a:pt x="40" y="21"/>
                    <a:pt x="44" y="26"/>
                    <a:pt x="46" y="31"/>
                  </a:cubicBezTo>
                  <a:cubicBezTo>
                    <a:pt x="35" y="22"/>
                    <a:pt x="22" y="20"/>
                    <a:pt x="9" y="17"/>
                  </a:cubicBezTo>
                  <a:cubicBezTo>
                    <a:pt x="0" y="14"/>
                    <a:pt x="0" y="8"/>
                    <a:pt x="1" y="1"/>
                  </a:cubicBezTo>
                </a:path>
              </a:pathLst>
            </a:custGeom>
            <a:solidFill>
              <a:srgbClr val="5859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</p:grpSp>
      <p:grpSp>
        <p:nvGrpSpPr>
          <p:cNvPr id="38916" name="adult-female-full-body-illustration">
            <a:extLst>
              <a:ext uri="{FF2B5EF4-FFF2-40B4-BE49-F238E27FC236}">
                <a16:creationId xmlns:a16="http://schemas.microsoft.com/office/drawing/2014/main" id="{B17FD1FA-60E1-4A0C-8511-11461D5F668F}"/>
              </a:ext>
            </a:extLst>
          </p:cNvPr>
          <p:cNvGrpSpPr>
            <a:grpSpLocks/>
          </p:cNvGrpSpPr>
          <p:nvPr/>
        </p:nvGrpSpPr>
        <p:grpSpPr bwMode="auto">
          <a:xfrm>
            <a:off x="2130425" y="1244600"/>
            <a:ext cx="1479550" cy="5270500"/>
            <a:chOff x="382" y="734"/>
            <a:chExt cx="932" cy="3320"/>
          </a:xfrm>
        </p:grpSpPr>
        <p:grpSp>
          <p:nvGrpSpPr>
            <p:cNvPr id="39290" name="Group 672">
              <a:extLst>
                <a:ext uri="{FF2B5EF4-FFF2-40B4-BE49-F238E27FC236}">
                  <a16:creationId xmlns:a16="http://schemas.microsoft.com/office/drawing/2014/main" id="{12785488-63EA-4951-BA12-8FF972DC50B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82" y="734"/>
              <a:ext cx="932" cy="3320"/>
              <a:chOff x="382" y="734"/>
              <a:chExt cx="932" cy="3320"/>
            </a:xfrm>
          </p:grpSpPr>
          <p:sp>
            <p:nvSpPr>
              <p:cNvPr id="39321" name="Freeform 673">
                <a:extLst>
                  <a:ext uri="{FF2B5EF4-FFF2-40B4-BE49-F238E27FC236}">
                    <a16:creationId xmlns:a16="http://schemas.microsoft.com/office/drawing/2014/main" id="{B0A65CC7-D0A7-4F31-A17E-A1CDF41D96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0" y="808"/>
                <a:ext cx="276" cy="380"/>
              </a:xfrm>
              <a:custGeom>
                <a:avLst/>
                <a:gdLst>
                  <a:gd name="T0" fmla="*/ 701 w 170"/>
                  <a:gd name="T1" fmla="*/ 322 h 235"/>
                  <a:gd name="T2" fmla="*/ 701 w 170"/>
                  <a:gd name="T3" fmla="*/ 314 h 235"/>
                  <a:gd name="T4" fmla="*/ 461 w 170"/>
                  <a:gd name="T5" fmla="*/ 136 h 235"/>
                  <a:gd name="T6" fmla="*/ 153 w 170"/>
                  <a:gd name="T7" fmla="*/ 50 h 235"/>
                  <a:gd name="T8" fmla="*/ 13 w 170"/>
                  <a:gd name="T9" fmla="*/ 309 h 235"/>
                  <a:gd name="T10" fmla="*/ 13 w 170"/>
                  <a:gd name="T11" fmla="*/ 317 h 235"/>
                  <a:gd name="T12" fmla="*/ 5 w 170"/>
                  <a:gd name="T13" fmla="*/ 412 h 235"/>
                  <a:gd name="T14" fmla="*/ 0 w 170"/>
                  <a:gd name="T15" fmla="*/ 348 h 235"/>
                  <a:gd name="T16" fmla="*/ 5 w 170"/>
                  <a:gd name="T17" fmla="*/ 437 h 235"/>
                  <a:gd name="T18" fmla="*/ 29 w 170"/>
                  <a:gd name="T19" fmla="*/ 576 h 235"/>
                  <a:gd name="T20" fmla="*/ 68 w 170"/>
                  <a:gd name="T21" fmla="*/ 734 h 235"/>
                  <a:gd name="T22" fmla="*/ 144 w 170"/>
                  <a:gd name="T23" fmla="*/ 855 h 235"/>
                  <a:gd name="T24" fmla="*/ 313 w 170"/>
                  <a:gd name="T25" fmla="*/ 986 h 235"/>
                  <a:gd name="T26" fmla="*/ 364 w 170"/>
                  <a:gd name="T27" fmla="*/ 993 h 235"/>
                  <a:gd name="T28" fmla="*/ 419 w 170"/>
                  <a:gd name="T29" fmla="*/ 986 h 235"/>
                  <a:gd name="T30" fmla="*/ 584 w 170"/>
                  <a:gd name="T31" fmla="*/ 855 h 235"/>
                  <a:gd name="T32" fmla="*/ 659 w 170"/>
                  <a:gd name="T33" fmla="*/ 734 h 235"/>
                  <a:gd name="T34" fmla="*/ 701 w 170"/>
                  <a:gd name="T35" fmla="*/ 576 h 235"/>
                  <a:gd name="T36" fmla="*/ 727 w 170"/>
                  <a:gd name="T37" fmla="*/ 461 h 235"/>
                  <a:gd name="T38" fmla="*/ 727 w 170"/>
                  <a:gd name="T39" fmla="*/ 458 h 235"/>
                  <a:gd name="T40" fmla="*/ 701 w 170"/>
                  <a:gd name="T41" fmla="*/ 322 h 235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170" h="235">
                    <a:moveTo>
                      <a:pt x="164" y="76"/>
                    </a:moveTo>
                    <a:cubicBezTo>
                      <a:pt x="164" y="74"/>
                      <a:pt x="164" y="74"/>
                      <a:pt x="164" y="74"/>
                    </a:cubicBezTo>
                    <a:cubicBezTo>
                      <a:pt x="144" y="77"/>
                      <a:pt x="118" y="39"/>
                      <a:pt x="108" y="32"/>
                    </a:cubicBezTo>
                    <a:cubicBezTo>
                      <a:pt x="94" y="20"/>
                      <a:pt x="61" y="0"/>
                      <a:pt x="36" y="12"/>
                    </a:cubicBezTo>
                    <a:cubicBezTo>
                      <a:pt x="33" y="20"/>
                      <a:pt x="11" y="67"/>
                      <a:pt x="3" y="73"/>
                    </a:cubicBezTo>
                    <a:cubicBezTo>
                      <a:pt x="3" y="75"/>
                      <a:pt x="3" y="75"/>
                      <a:pt x="3" y="75"/>
                    </a:cubicBezTo>
                    <a:cubicBezTo>
                      <a:pt x="2" y="80"/>
                      <a:pt x="4" y="93"/>
                      <a:pt x="1" y="98"/>
                    </a:cubicBezTo>
                    <a:cubicBezTo>
                      <a:pt x="1" y="93"/>
                      <a:pt x="1" y="87"/>
                      <a:pt x="0" y="82"/>
                    </a:cubicBezTo>
                    <a:cubicBezTo>
                      <a:pt x="0" y="87"/>
                      <a:pt x="0" y="99"/>
                      <a:pt x="1" y="103"/>
                    </a:cubicBezTo>
                    <a:cubicBezTo>
                      <a:pt x="4" y="114"/>
                      <a:pt x="5" y="126"/>
                      <a:pt x="7" y="136"/>
                    </a:cubicBezTo>
                    <a:cubicBezTo>
                      <a:pt x="9" y="146"/>
                      <a:pt x="14" y="166"/>
                      <a:pt x="16" y="174"/>
                    </a:cubicBezTo>
                    <a:cubicBezTo>
                      <a:pt x="19" y="182"/>
                      <a:pt x="22" y="191"/>
                      <a:pt x="34" y="202"/>
                    </a:cubicBezTo>
                    <a:cubicBezTo>
                      <a:pt x="46" y="212"/>
                      <a:pt x="60" y="231"/>
                      <a:pt x="73" y="233"/>
                    </a:cubicBezTo>
                    <a:cubicBezTo>
                      <a:pt x="77" y="234"/>
                      <a:pt x="82" y="235"/>
                      <a:pt x="85" y="235"/>
                    </a:cubicBezTo>
                    <a:cubicBezTo>
                      <a:pt x="89" y="235"/>
                      <a:pt x="94" y="234"/>
                      <a:pt x="98" y="233"/>
                    </a:cubicBezTo>
                    <a:cubicBezTo>
                      <a:pt x="111" y="231"/>
                      <a:pt x="125" y="212"/>
                      <a:pt x="137" y="202"/>
                    </a:cubicBezTo>
                    <a:cubicBezTo>
                      <a:pt x="149" y="191"/>
                      <a:pt x="152" y="182"/>
                      <a:pt x="154" y="174"/>
                    </a:cubicBezTo>
                    <a:cubicBezTo>
                      <a:pt x="157" y="166"/>
                      <a:pt x="161" y="146"/>
                      <a:pt x="164" y="136"/>
                    </a:cubicBezTo>
                    <a:cubicBezTo>
                      <a:pt x="165" y="129"/>
                      <a:pt x="168" y="118"/>
                      <a:pt x="170" y="109"/>
                    </a:cubicBezTo>
                    <a:cubicBezTo>
                      <a:pt x="170" y="108"/>
                      <a:pt x="170" y="108"/>
                      <a:pt x="170" y="108"/>
                    </a:cubicBezTo>
                    <a:cubicBezTo>
                      <a:pt x="169" y="101"/>
                      <a:pt x="168" y="88"/>
                      <a:pt x="164" y="76"/>
                    </a:cubicBezTo>
                  </a:path>
                </a:pathLst>
              </a:custGeom>
              <a:solidFill>
                <a:srgbClr val="FEF6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322" name="Freeform 674">
                <a:extLst>
                  <a:ext uri="{FF2B5EF4-FFF2-40B4-BE49-F238E27FC236}">
                    <a16:creationId xmlns:a16="http://schemas.microsoft.com/office/drawing/2014/main" id="{986E72E7-A289-4FC1-A9C3-5A2677F218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0" y="963"/>
                <a:ext cx="61" cy="28"/>
              </a:xfrm>
              <a:custGeom>
                <a:avLst/>
                <a:gdLst>
                  <a:gd name="T0" fmla="*/ 167 w 37"/>
                  <a:gd name="T1" fmla="*/ 43 h 17"/>
                  <a:gd name="T2" fmla="*/ 147 w 37"/>
                  <a:gd name="T3" fmla="*/ 54 h 17"/>
                  <a:gd name="T4" fmla="*/ 68 w 37"/>
                  <a:gd name="T5" fmla="*/ 76 h 17"/>
                  <a:gd name="T6" fmla="*/ 0 w 37"/>
                  <a:gd name="T7" fmla="*/ 43 h 17"/>
                  <a:gd name="T8" fmla="*/ 81 w 37"/>
                  <a:gd name="T9" fmla="*/ 0 h 17"/>
                  <a:gd name="T10" fmla="*/ 152 w 37"/>
                  <a:gd name="T11" fmla="*/ 33 h 17"/>
                  <a:gd name="T12" fmla="*/ 167 w 37"/>
                  <a:gd name="T13" fmla="*/ 43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7" h="17">
                    <a:moveTo>
                      <a:pt x="37" y="10"/>
                    </a:moveTo>
                    <a:cubicBezTo>
                      <a:pt x="37" y="12"/>
                      <a:pt x="35" y="12"/>
                      <a:pt x="33" y="12"/>
                    </a:cubicBezTo>
                    <a:cubicBezTo>
                      <a:pt x="31" y="12"/>
                      <a:pt x="24" y="17"/>
                      <a:pt x="15" y="17"/>
                    </a:cubicBezTo>
                    <a:cubicBezTo>
                      <a:pt x="7" y="17"/>
                      <a:pt x="1" y="11"/>
                      <a:pt x="0" y="10"/>
                    </a:cubicBezTo>
                    <a:cubicBezTo>
                      <a:pt x="1" y="8"/>
                      <a:pt x="7" y="0"/>
                      <a:pt x="18" y="0"/>
                    </a:cubicBezTo>
                    <a:cubicBezTo>
                      <a:pt x="27" y="0"/>
                      <a:pt x="30" y="5"/>
                      <a:pt x="34" y="7"/>
                    </a:cubicBezTo>
                    <a:cubicBezTo>
                      <a:pt x="35" y="8"/>
                      <a:pt x="37" y="9"/>
                      <a:pt x="37" y="1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323" name="Freeform 675">
                <a:extLst>
                  <a:ext uri="{FF2B5EF4-FFF2-40B4-BE49-F238E27FC236}">
                    <a16:creationId xmlns:a16="http://schemas.microsoft.com/office/drawing/2014/main" id="{A0000015-16AD-4479-9B21-F46B1A9B93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7" y="963"/>
                <a:ext cx="60" cy="29"/>
              </a:xfrm>
              <a:custGeom>
                <a:avLst/>
                <a:gdLst>
                  <a:gd name="T0" fmla="*/ 0 w 37"/>
                  <a:gd name="T1" fmla="*/ 42 h 18"/>
                  <a:gd name="T2" fmla="*/ 16 w 37"/>
                  <a:gd name="T3" fmla="*/ 50 h 18"/>
                  <a:gd name="T4" fmla="*/ 89 w 37"/>
                  <a:gd name="T5" fmla="*/ 76 h 18"/>
                  <a:gd name="T6" fmla="*/ 157 w 37"/>
                  <a:gd name="T7" fmla="*/ 42 h 18"/>
                  <a:gd name="T8" fmla="*/ 81 w 37"/>
                  <a:gd name="T9" fmla="*/ 0 h 18"/>
                  <a:gd name="T10" fmla="*/ 13 w 37"/>
                  <a:gd name="T11" fmla="*/ 29 h 18"/>
                  <a:gd name="T12" fmla="*/ 0 w 37"/>
                  <a:gd name="T13" fmla="*/ 42 h 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7" h="18">
                    <a:moveTo>
                      <a:pt x="0" y="10"/>
                    </a:moveTo>
                    <a:cubicBezTo>
                      <a:pt x="0" y="12"/>
                      <a:pt x="2" y="12"/>
                      <a:pt x="4" y="12"/>
                    </a:cubicBezTo>
                    <a:cubicBezTo>
                      <a:pt x="6" y="12"/>
                      <a:pt x="13" y="18"/>
                      <a:pt x="21" y="18"/>
                    </a:cubicBezTo>
                    <a:cubicBezTo>
                      <a:pt x="30" y="18"/>
                      <a:pt x="37" y="11"/>
                      <a:pt x="37" y="10"/>
                    </a:cubicBezTo>
                    <a:cubicBezTo>
                      <a:pt x="36" y="8"/>
                      <a:pt x="29" y="0"/>
                      <a:pt x="19" y="0"/>
                    </a:cubicBezTo>
                    <a:cubicBezTo>
                      <a:pt x="10" y="0"/>
                      <a:pt x="6" y="5"/>
                      <a:pt x="3" y="7"/>
                    </a:cubicBezTo>
                    <a:cubicBezTo>
                      <a:pt x="1" y="8"/>
                      <a:pt x="0" y="9"/>
                      <a:pt x="0" y="1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324" name="Freeform 676">
                <a:extLst>
                  <a:ext uri="{FF2B5EF4-FFF2-40B4-BE49-F238E27FC236}">
                    <a16:creationId xmlns:a16="http://schemas.microsoft.com/office/drawing/2014/main" id="{C250E5C7-7552-4552-B534-2556F15E6A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" y="1121"/>
                <a:ext cx="932" cy="2933"/>
              </a:xfrm>
              <a:custGeom>
                <a:avLst/>
                <a:gdLst>
                  <a:gd name="T0" fmla="*/ 2397 w 572"/>
                  <a:gd name="T1" fmla="*/ 2965 h 1817"/>
                  <a:gd name="T2" fmla="*/ 2294 w 572"/>
                  <a:gd name="T3" fmla="*/ 1685 h 1817"/>
                  <a:gd name="T4" fmla="*/ 2123 w 572"/>
                  <a:gd name="T5" fmla="*/ 555 h 1817"/>
                  <a:gd name="T6" fmla="*/ 1813 w 572"/>
                  <a:gd name="T7" fmla="*/ 391 h 1817"/>
                  <a:gd name="T8" fmla="*/ 1463 w 572"/>
                  <a:gd name="T9" fmla="*/ 34 h 1817"/>
                  <a:gd name="T10" fmla="*/ 1237 w 572"/>
                  <a:gd name="T11" fmla="*/ 173 h 1817"/>
                  <a:gd name="T12" fmla="*/ 1185 w 572"/>
                  <a:gd name="T13" fmla="*/ 165 h 1817"/>
                  <a:gd name="T14" fmla="*/ 798 w 572"/>
                  <a:gd name="T15" fmla="*/ 362 h 1817"/>
                  <a:gd name="T16" fmla="*/ 536 w 572"/>
                  <a:gd name="T17" fmla="*/ 437 h 1817"/>
                  <a:gd name="T18" fmla="*/ 191 w 572"/>
                  <a:gd name="T19" fmla="*/ 1185 h 1817"/>
                  <a:gd name="T20" fmla="*/ 77 w 572"/>
                  <a:gd name="T21" fmla="*/ 2644 h 1817"/>
                  <a:gd name="T22" fmla="*/ 13 w 572"/>
                  <a:gd name="T23" fmla="*/ 3658 h 1817"/>
                  <a:gd name="T24" fmla="*/ 109 w 572"/>
                  <a:gd name="T25" fmla="*/ 3882 h 1817"/>
                  <a:gd name="T26" fmla="*/ 303 w 572"/>
                  <a:gd name="T27" fmla="*/ 3916 h 1817"/>
                  <a:gd name="T28" fmla="*/ 329 w 572"/>
                  <a:gd name="T29" fmla="*/ 3843 h 1817"/>
                  <a:gd name="T30" fmla="*/ 275 w 572"/>
                  <a:gd name="T31" fmla="*/ 3348 h 1817"/>
                  <a:gd name="T32" fmla="*/ 556 w 572"/>
                  <a:gd name="T33" fmla="*/ 1603 h 1817"/>
                  <a:gd name="T34" fmla="*/ 481 w 572"/>
                  <a:gd name="T35" fmla="*/ 2436 h 1817"/>
                  <a:gd name="T36" fmla="*/ 463 w 572"/>
                  <a:gd name="T37" fmla="*/ 4247 h 1817"/>
                  <a:gd name="T38" fmla="*/ 727 w 572"/>
                  <a:gd name="T39" fmla="*/ 6271 h 1817"/>
                  <a:gd name="T40" fmla="*/ 860 w 572"/>
                  <a:gd name="T41" fmla="*/ 7272 h 1817"/>
                  <a:gd name="T42" fmla="*/ 784 w 572"/>
                  <a:gd name="T43" fmla="*/ 7593 h 1817"/>
                  <a:gd name="T44" fmla="*/ 1160 w 572"/>
                  <a:gd name="T45" fmla="*/ 7595 h 1817"/>
                  <a:gd name="T46" fmla="*/ 1219 w 572"/>
                  <a:gd name="T47" fmla="*/ 7204 h 1817"/>
                  <a:gd name="T48" fmla="*/ 1134 w 572"/>
                  <a:gd name="T49" fmla="*/ 6657 h 1817"/>
                  <a:gd name="T50" fmla="*/ 1194 w 572"/>
                  <a:gd name="T51" fmla="*/ 4752 h 1817"/>
                  <a:gd name="T52" fmla="*/ 1194 w 572"/>
                  <a:gd name="T53" fmla="*/ 3601 h 1817"/>
                  <a:gd name="T54" fmla="*/ 1290 w 572"/>
                  <a:gd name="T55" fmla="*/ 3596 h 1817"/>
                  <a:gd name="T56" fmla="*/ 1286 w 572"/>
                  <a:gd name="T57" fmla="*/ 4752 h 1817"/>
                  <a:gd name="T58" fmla="*/ 1341 w 572"/>
                  <a:gd name="T59" fmla="*/ 6657 h 1817"/>
                  <a:gd name="T60" fmla="*/ 1258 w 572"/>
                  <a:gd name="T61" fmla="*/ 7204 h 1817"/>
                  <a:gd name="T62" fmla="*/ 1315 w 572"/>
                  <a:gd name="T63" fmla="*/ 7595 h 1817"/>
                  <a:gd name="T64" fmla="*/ 1696 w 572"/>
                  <a:gd name="T65" fmla="*/ 7593 h 1817"/>
                  <a:gd name="T66" fmla="*/ 1616 w 572"/>
                  <a:gd name="T67" fmla="*/ 7272 h 1817"/>
                  <a:gd name="T68" fmla="*/ 1747 w 572"/>
                  <a:gd name="T69" fmla="*/ 6271 h 1817"/>
                  <a:gd name="T70" fmla="*/ 2012 w 572"/>
                  <a:gd name="T71" fmla="*/ 4247 h 1817"/>
                  <a:gd name="T72" fmla="*/ 1991 w 572"/>
                  <a:gd name="T73" fmla="*/ 2402 h 1817"/>
                  <a:gd name="T74" fmla="*/ 1924 w 572"/>
                  <a:gd name="T75" fmla="*/ 1598 h 1817"/>
                  <a:gd name="T76" fmla="*/ 2198 w 572"/>
                  <a:gd name="T77" fmla="*/ 3348 h 1817"/>
                  <a:gd name="T78" fmla="*/ 2151 w 572"/>
                  <a:gd name="T79" fmla="*/ 3843 h 1817"/>
                  <a:gd name="T80" fmla="*/ 2177 w 572"/>
                  <a:gd name="T81" fmla="*/ 3916 h 1817"/>
                  <a:gd name="T82" fmla="*/ 2371 w 572"/>
                  <a:gd name="T83" fmla="*/ 3882 h 1817"/>
                  <a:gd name="T84" fmla="*/ 2467 w 572"/>
                  <a:gd name="T85" fmla="*/ 3658 h 1817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0" t="0" r="r" b="b"/>
                <a:pathLst>
                  <a:path w="572" h="1817">
                    <a:moveTo>
                      <a:pt x="570" y="870"/>
                    </a:moveTo>
                    <a:cubicBezTo>
                      <a:pt x="568" y="865"/>
                      <a:pt x="564" y="834"/>
                      <a:pt x="559" y="815"/>
                    </a:cubicBezTo>
                    <a:cubicBezTo>
                      <a:pt x="555" y="800"/>
                      <a:pt x="551" y="735"/>
                      <a:pt x="554" y="705"/>
                    </a:cubicBezTo>
                    <a:cubicBezTo>
                      <a:pt x="555" y="681"/>
                      <a:pt x="554" y="644"/>
                      <a:pt x="555" y="629"/>
                    </a:cubicBezTo>
                    <a:cubicBezTo>
                      <a:pt x="555" y="539"/>
                      <a:pt x="541" y="494"/>
                      <a:pt x="538" y="477"/>
                    </a:cubicBezTo>
                    <a:cubicBezTo>
                      <a:pt x="534" y="461"/>
                      <a:pt x="530" y="437"/>
                      <a:pt x="530" y="401"/>
                    </a:cubicBezTo>
                    <a:cubicBezTo>
                      <a:pt x="530" y="366"/>
                      <a:pt x="531" y="316"/>
                      <a:pt x="529" y="282"/>
                    </a:cubicBezTo>
                    <a:cubicBezTo>
                      <a:pt x="527" y="262"/>
                      <a:pt x="523" y="232"/>
                      <a:pt x="519" y="205"/>
                    </a:cubicBezTo>
                    <a:cubicBezTo>
                      <a:pt x="515" y="179"/>
                      <a:pt x="502" y="144"/>
                      <a:pt x="491" y="132"/>
                    </a:cubicBezTo>
                    <a:cubicBezTo>
                      <a:pt x="480" y="120"/>
                      <a:pt x="465" y="110"/>
                      <a:pt x="449" y="104"/>
                    </a:cubicBezTo>
                    <a:cubicBezTo>
                      <a:pt x="445" y="103"/>
                      <a:pt x="439" y="98"/>
                      <a:pt x="435" y="98"/>
                    </a:cubicBezTo>
                    <a:cubicBezTo>
                      <a:pt x="428" y="96"/>
                      <a:pt x="425" y="94"/>
                      <a:pt x="419" y="93"/>
                    </a:cubicBezTo>
                    <a:cubicBezTo>
                      <a:pt x="407" y="91"/>
                      <a:pt x="397" y="89"/>
                      <a:pt x="387" y="86"/>
                    </a:cubicBezTo>
                    <a:cubicBezTo>
                      <a:pt x="366" y="79"/>
                      <a:pt x="345" y="77"/>
                      <a:pt x="345" y="0"/>
                    </a:cubicBezTo>
                    <a:cubicBezTo>
                      <a:pt x="343" y="2"/>
                      <a:pt x="341" y="5"/>
                      <a:pt x="338" y="8"/>
                    </a:cubicBezTo>
                    <a:cubicBezTo>
                      <a:pt x="326" y="18"/>
                      <a:pt x="312" y="37"/>
                      <a:pt x="299" y="39"/>
                    </a:cubicBezTo>
                    <a:cubicBezTo>
                      <a:pt x="295" y="40"/>
                      <a:pt x="290" y="41"/>
                      <a:pt x="286" y="41"/>
                    </a:cubicBezTo>
                    <a:cubicBezTo>
                      <a:pt x="286" y="41"/>
                      <a:pt x="286" y="41"/>
                      <a:pt x="286" y="41"/>
                    </a:cubicBezTo>
                    <a:cubicBezTo>
                      <a:pt x="286" y="41"/>
                      <a:pt x="286" y="41"/>
                      <a:pt x="286" y="41"/>
                    </a:cubicBezTo>
                    <a:cubicBezTo>
                      <a:pt x="286" y="41"/>
                      <a:pt x="286" y="41"/>
                      <a:pt x="286" y="41"/>
                    </a:cubicBezTo>
                    <a:cubicBezTo>
                      <a:pt x="283" y="41"/>
                      <a:pt x="278" y="40"/>
                      <a:pt x="274" y="39"/>
                    </a:cubicBezTo>
                    <a:cubicBezTo>
                      <a:pt x="261" y="37"/>
                      <a:pt x="247" y="18"/>
                      <a:pt x="235" y="8"/>
                    </a:cubicBezTo>
                    <a:cubicBezTo>
                      <a:pt x="232" y="5"/>
                      <a:pt x="229" y="2"/>
                      <a:pt x="227" y="0"/>
                    </a:cubicBezTo>
                    <a:cubicBezTo>
                      <a:pt x="227" y="77"/>
                      <a:pt x="207" y="79"/>
                      <a:pt x="185" y="86"/>
                    </a:cubicBezTo>
                    <a:cubicBezTo>
                      <a:pt x="176" y="89"/>
                      <a:pt x="165" y="91"/>
                      <a:pt x="153" y="93"/>
                    </a:cubicBezTo>
                    <a:cubicBezTo>
                      <a:pt x="148" y="94"/>
                      <a:pt x="144" y="96"/>
                      <a:pt x="138" y="97"/>
                    </a:cubicBezTo>
                    <a:cubicBezTo>
                      <a:pt x="134" y="98"/>
                      <a:pt x="128" y="102"/>
                      <a:pt x="124" y="104"/>
                    </a:cubicBezTo>
                    <a:cubicBezTo>
                      <a:pt x="108" y="109"/>
                      <a:pt x="93" y="119"/>
                      <a:pt x="81" y="131"/>
                    </a:cubicBezTo>
                    <a:cubicBezTo>
                      <a:pt x="70" y="143"/>
                      <a:pt x="57" y="179"/>
                      <a:pt x="54" y="205"/>
                    </a:cubicBezTo>
                    <a:cubicBezTo>
                      <a:pt x="49" y="232"/>
                      <a:pt x="46" y="262"/>
                      <a:pt x="44" y="282"/>
                    </a:cubicBezTo>
                    <a:cubicBezTo>
                      <a:pt x="41" y="316"/>
                      <a:pt x="43" y="366"/>
                      <a:pt x="43" y="401"/>
                    </a:cubicBezTo>
                    <a:cubicBezTo>
                      <a:pt x="43" y="437"/>
                      <a:pt x="39" y="461"/>
                      <a:pt x="35" y="477"/>
                    </a:cubicBezTo>
                    <a:cubicBezTo>
                      <a:pt x="32" y="494"/>
                      <a:pt x="17" y="539"/>
                      <a:pt x="18" y="629"/>
                    </a:cubicBezTo>
                    <a:cubicBezTo>
                      <a:pt x="19" y="644"/>
                      <a:pt x="18" y="681"/>
                      <a:pt x="19" y="705"/>
                    </a:cubicBezTo>
                    <a:cubicBezTo>
                      <a:pt x="22" y="735"/>
                      <a:pt x="18" y="800"/>
                      <a:pt x="14" y="815"/>
                    </a:cubicBezTo>
                    <a:cubicBezTo>
                      <a:pt x="9" y="834"/>
                      <a:pt x="5" y="865"/>
                      <a:pt x="3" y="870"/>
                    </a:cubicBezTo>
                    <a:cubicBezTo>
                      <a:pt x="0" y="874"/>
                      <a:pt x="5" y="880"/>
                      <a:pt x="7" y="885"/>
                    </a:cubicBezTo>
                    <a:cubicBezTo>
                      <a:pt x="9" y="890"/>
                      <a:pt x="9" y="894"/>
                      <a:pt x="12" y="901"/>
                    </a:cubicBezTo>
                    <a:cubicBezTo>
                      <a:pt x="14" y="906"/>
                      <a:pt x="22" y="917"/>
                      <a:pt x="25" y="923"/>
                    </a:cubicBezTo>
                    <a:cubicBezTo>
                      <a:pt x="29" y="929"/>
                      <a:pt x="43" y="936"/>
                      <a:pt x="55" y="940"/>
                    </a:cubicBezTo>
                    <a:cubicBezTo>
                      <a:pt x="62" y="943"/>
                      <a:pt x="77" y="951"/>
                      <a:pt x="78" y="947"/>
                    </a:cubicBezTo>
                    <a:cubicBezTo>
                      <a:pt x="81" y="940"/>
                      <a:pt x="76" y="935"/>
                      <a:pt x="70" y="931"/>
                    </a:cubicBezTo>
                    <a:cubicBezTo>
                      <a:pt x="66" y="929"/>
                      <a:pt x="77" y="936"/>
                      <a:pt x="79" y="929"/>
                    </a:cubicBezTo>
                    <a:cubicBezTo>
                      <a:pt x="80" y="927"/>
                      <a:pt x="80" y="926"/>
                      <a:pt x="78" y="922"/>
                    </a:cubicBezTo>
                    <a:cubicBezTo>
                      <a:pt x="80" y="917"/>
                      <a:pt x="79" y="917"/>
                      <a:pt x="76" y="914"/>
                    </a:cubicBezTo>
                    <a:cubicBezTo>
                      <a:pt x="81" y="912"/>
                      <a:pt x="77" y="889"/>
                      <a:pt x="75" y="878"/>
                    </a:cubicBezTo>
                    <a:cubicBezTo>
                      <a:pt x="76" y="870"/>
                      <a:pt x="76" y="843"/>
                      <a:pt x="70" y="825"/>
                    </a:cubicBezTo>
                    <a:cubicBezTo>
                      <a:pt x="66" y="814"/>
                      <a:pt x="64" y="803"/>
                      <a:pt x="64" y="796"/>
                    </a:cubicBezTo>
                    <a:cubicBezTo>
                      <a:pt x="61" y="779"/>
                      <a:pt x="80" y="662"/>
                      <a:pt x="90" y="629"/>
                    </a:cubicBezTo>
                    <a:cubicBezTo>
                      <a:pt x="111" y="559"/>
                      <a:pt x="105" y="499"/>
                      <a:pt x="107" y="487"/>
                    </a:cubicBezTo>
                    <a:cubicBezTo>
                      <a:pt x="109" y="474"/>
                      <a:pt x="123" y="410"/>
                      <a:pt x="128" y="381"/>
                    </a:cubicBezTo>
                    <a:cubicBezTo>
                      <a:pt x="128" y="381"/>
                      <a:pt x="128" y="381"/>
                      <a:pt x="128" y="381"/>
                    </a:cubicBezTo>
                    <a:cubicBezTo>
                      <a:pt x="130" y="417"/>
                      <a:pt x="127" y="470"/>
                      <a:pt x="127" y="488"/>
                    </a:cubicBezTo>
                    <a:cubicBezTo>
                      <a:pt x="129" y="513"/>
                      <a:pt x="122" y="558"/>
                      <a:pt x="111" y="579"/>
                    </a:cubicBezTo>
                    <a:cubicBezTo>
                      <a:pt x="100" y="599"/>
                      <a:pt x="95" y="630"/>
                      <a:pt x="86" y="686"/>
                    </a:cubicBezTo>
                    <a:cubicBezTo>
                      <a:pt x="77" y="730"/>
                      <a:pt x="70" y="776"/>
                      <a:pt x="78" y="856"/>
                    </a:cubicBezTo>
                    <a:cubicBezTo>
                      <a:pt x="84" y="912"/>
                      <a:pt x="93" y="947"/>
                      <a:pt x="107" y="1010"/>
                    </a:cubicBezTo>
                    <a:cubicBezTo>
                      <a:pt x="120" y="1066"/>
                      <a:pt x="139" y="1140"/>
                      <a:pt x="146" y="1181"/>
                    </a:cubicBezTo>
                    <a:cubicBezTo>
                      <a:pt x="153" y="1222"/>
                      <a:pt x="163" y="1237"/>
                      <a:pt x="165" y="1264"/>
                    </a:cubicBezTo>
                    <a:cubicBezTo>
                      <a:pt x="167" y="1291"/>
                      <a:pt x="149" y="1418"/>
                      <a:pt x="168" y="1491"/>
                    </a:cubicBezTo>
                    <a:cubicBezTo>
                      <a:pt x="188" y="1565"/>
                      <a:pt x="197" y="1612"/>
                      <a:pt x="201" y="1630"/>
                    </a:cubicBezTo>
                    <a:cubicBezTo>
                      <a:pt x="209" y="1669"/>
                      <a:pt x="202" y="1673"/>
                      <a:pt x="205" y="1693"/>
                    </a:cubicBezTo>
                    <a:cubicBezTo>
                      <a:pt x="209" y="1713"/>
                      <a:pt x="209" y="1710"/>
                      <a:pt x="199" y="1729"/>
                    </a:cubicBezTo>
                    <a:cubicBezTo>
                      <a:pt x="190" y="1742"/>
                      <a:pt x="175" y="1769"/>
                      <a:pt x="170" y="1775"/>
                    </a:cubicBezTo>
                    <a:cubicBezTo>
                      <a:pt x="166" y="1781"/>
                      <a:pt x="168" y="1787"/>
                      <a:pt x="170" y="1791"/>
                    </a:cubicBezTo>
                    <a:cubicBezTo>
                      <a:pt x="167" y="1800"/>
                      <a:pt x="177" y="1805"/>
                      <a:pt x="181" y="1805"/>
                    </a:cubicBezTo>
                    <a:cubicBezTo>
                      <a:pt x="180" y="1816"/>
                      <a:pt x="200" y="1815"/>
                      <a:pt x="205" y="1810"/>
                    </a:cubicBezTo>
                    <a:cubicBezTo>
                      <a:pt x="210" y="1816"/>
                      <a:pt x="225" y="1816"/>
                      <a:pt x="231" y="1808"/>
                    </a:cubicBezTo>
                    <a:cubicBezTo>
                      <a:pt x="241" y="1817"/>
                      <a:pt x="258" y="1817"/>
                      <a:pt x="268" y="1806"/>
                    </a:cubicBezTo>
                    <a:cubicBezTo>
                      <a:pt x="279" y="1795"/>
                      <a:pt x="280" y="1785"/>
                      <a:pt x="279" y="1774"/>
                    </a:cubicBezTo>
                    <a:cubicBezTo>
                      <a:pt x="278" y="1763"/>
                      <a:pt x="280" y="1759"/>
                      <a:pt x="283" y="1746"/>
                    </a:cubicBezTo>
                    <a:cubicBezTo>
                      <a:pt x="285" y="1733"/>
                      <a:pt x="287" y="1723"/>
                      <a:pt x="282" y="1713"/>
                    </a:cubicBezTo>
                    <a:cubicBezTo>
                      <a:pt x="277" y="1704"/>
                      <a:pt x="277" y="1699"/>
                      <a:pt x="277" y="1690"/>
                    </a:cubicBezTo>
                    <a:cubicBezTo>
                      <a:pt x="277" y="1680"/>
                      <a:pt x="280" y="1666"/>
                      <a:pt x="274" y="1654"/>
                    </a:cubicBezTo>
                    <a:cubicBezTo>
                      <a:pt x="268" y="1642"/>
                      <a:pt x="261" y="1614"/>
                      <a:pt x="262" y="1583"/>
                    </a:cubicBezTo>
                    <a:cubicBezTo>
                      <a:pt x="264" y="1552"/>
                      <a:pt x="286" y="1377"/>
                      <a:pt x="277" y="1318"/>
                    </a:cubicBezTo>
                    <a:cubicBezTo>
                      <a:pt x="267" y="1258"/>
                      <a:pt x="271" y="1246"/>
                      <a:pt x="273" y="1226"/>
                    </a:cubicBezTo>
                    <a:cubicBezTo>
                      <a:pt x="275" y="1205"/>
                      <a:pt x="281" y="1173"/>
                      <a:pt x="276" y="1130"/>
                    </a:cubicBezTo>
                    <a:cubicBezTo>
                      <a:pt x="274" y="1113"/>
                      <a:pt x="281" y="1044"/>
                      <a:pt x="282" y="973"/>
                    </a:cubicBezTo>
                    <a:cubicBezTo>
                      <a:pt x="282" y="928"/>
                      <a:pt x="288" y="868"/>
                      <a:pt x="276" y="856"/>
                    </a:cubicBezTo>
                    <a:cubicBezTo>
                      <a:pt x="276" y="856"/>
                      <a:pt x="276" y="856"/>
                      <a:pt x="276" y="856"/>
                    </a:cubicBezTo>
                    <a:cubicBezTo>
                      <a:pt x="279" y="857"/>
                      <a:pt x="282" y="857"/>
                      <a:pt x="285" y="857"/>
                    </a:cubicBezTo>
                    <a:cubicBezTo>
                      <a:pt x="286" y="857"/>
                      <a:pt x="286" y="857"/>
                      <a:pt x="286" y="857"/>
                    </a:cubicBezTo>
                    <a:cubicBezTo>
                      <a:pt x="290" y="857"/>
                      <a:pt x="294" y="857"/>
                      <a:pt x="298" y="855"/>
                    </a:cubicBezTo>
                    <a:cubicBezTo>
                      <a:pt x="297" y="856"/>
                      <a:pt x="297" y="856"/>
                      <a:pt x="297" y="856"/>
                    </a:cubicBezTo>
                    <a:cubicBezTo>
                      <a:pt x="285" y="868"/>
                      <a:pt x="290" y="929"/>
                      <a:pt x="291" y="974"/>
                    </a:cubicBezTo>
                    <a:cubicBezTo>
                      <a:pt x="291" y="1044"/>
                      <a:pt x="299" y="1113"/>
                      <a:pt x="297" y="1130"/>
                    </a:cubicBezTo>
                    <a:cubicBezTo>
                      <a:pt x="291" y="1173"/>
                      <a:pt x="297" y="1205"/>
                      <a:pt x="300" y="1226"/>
                    </a:cubicBezTo>
                    <a:cubicBezTo>
                      <a:pt x="302" y="1246"/>
                      <a:pt x="306" y="1258"/>
                      <a:pt x="296" y="1318"/>
                    </a:cubicBezTo>
                    <a:cubicBezTo>
                      <a:pt x="286" y="1377"/>
                      <a:pt x="309" y="1552"/>
                      <a:pt x="310" y="1583"/>
                    </a:cubicBezTo>
                    <a:cubicBezTo>
                      <a:pt x="312" y="1614"/>
                      <a:pt x="304" y="1642"/>
                      <a:pt x="298" y="1654"/>
                    </a:cubicBezTo>
                    <a:cubicBezTo>
                      <a:pt x="292" y="1666"/>
                      <a:pt x="296" y="1680"/>
                      <a:pt x="296" y="1690"/>
                    </a:cubicBezTo>
                    <a:cubicBezTo>
                      <a:pt x="296" y="1699"/>
                      <a:pt x="296" y="1704"/>
                      <a:pt x="291" y="1713"/>
                    </a:cubicBezTo>
                    <a:cubicBezTo>
                      <a:pt x="286" y="1723"/>
                      <a:pt x="288" y="1733"/>
                      <a:pt x="290" y="1746"/>
                    </a:cubicBezTo>
                    <a:cubicBezTo>
                      <a:pt x="292" y="1759"/>
                      <a:pt x="295" y="1763"/>
                      <a:pt x="294" y="1774"/>
                    </a:cubicBezTo>
                    <a:cubicBezTo>
                      <a:pt x="292" y="1785"/>
                      <a:pt x="294" y="1795"/>
                      <a:pt x="304" y="1806"/>
                    </a:cubicBezTo>
                    <a:cubicBezTo>
                      <a:pt x="315" y="1817"/>
                      <a:pt x="332" y="1817"/>
                      <a:pt x="341" y="1808"/>
                    </a:cubicBezTo>
                    <a:cubicBezTo>
                      <a:pt x="347" y="1816"/>
                      <a:pt x="363" y="1816"/>
                      <a:pt x="368" y="1810"/>
                    </a:cubicBezTo>
                    <a:cubicBezTo>
                      <a:pt x="373" y="1815"/>
                      <a:pt x="393" y="1816"/>
                      <a:pt x="392" y="1805"/>
                    </a:cubicBezTo>
                    <a:cubicBezTo>
                      <a:pt x="395" y="1805"/>
                      <a:pt x="406" y="1800"/>
                      <a:pt x="402" y="1791"/>
                    </a:cubicBezTo>
                    <a:cubicBezTo>
                      <a:pt x="405" y="1787"/>
                      <a:pt x="407" y="1781"/>
                      <a:pt x="402" y="1775"/>
                    </a:cubicBezTo>
                    <a:cubicBezTo>
                      <a:pt x="397" y="1769"/>
                      <a:pt x="383" y="1742"/>
                      <a:pt x="374" y="1729"/>
                    </a:cubicBezTo>
                    <a:cubicBezTo>
                      <a:pt x="364" y="1710"/>
                      <a:pt x="364" y="1713"/>
                      <a:pt x="368" y="1693"/>
                    </a:cubicBezTo>
                    <a:cubicBezTo>
                      <a:pt x="371" y="1673"/>
                      <a:pt x="364" y="1669"/>
                      <a:pt x="372" y="1630"/>
                    </a:cubicBezTo>
                    <a:cubicBezTo>
                      <a:pt x="376" y="1612"/>
                      <a:pt x="385" y="1565"/>
                      <a:pt x="404" y="1491"/>
                    </a:cubicBezTo>
                    <a:cubicBezTo>
                      <a:pt x="424" y="1418"/>
                      <a:pt x="406" y="1291"/>
                      <a:pt x="408" y="1264"/>
                    </a:cubicBezTo>
                    <a:cubicBezTo>
                      <a:pt x="410" y="1237"/>
                      <a:pt x="421" y="1219"/>
                      <a:pt x="428" y="1178"/>
                    </a:cubicBezTo>
                    <a:cubicBezTo>
                      <a:pt x="436" y="1136"/>
                      <a:pt x="453" y="1066"/>
                      <a:pt x="465" y="1010"/>
                    </a:cubicBezTo>
                    <a:cubicBezTo>
                      <a:pt x="480" y="947"/>
                      <a:pt x="491" y="913"/>
                      <a:pt x="496" y="857"/>
                    </a:cubicBezTo>
                    <a:cubicBezTo>
                      <a:pt x="505" y="777"/>
                      <a:pt x="498" y="729"/>
                      <a:pt x="489" y="685"/>
                    </a:cubicBezTo>
                    <a:cubicBezTo>
                      <a:pt x="479" y="629"/>
                      <a:pt x="471" y="591"/>
                      <a:pt x="460" y="571"/>
                    </a:cubicBezTo>
                    <a:cubicBezTo>
                      <a:pt x="450" y="551"/>
                      <a:pt x="446" y="512"/>
                      <a:pt x="447" y="487"/>
                    </a:cubicBezTo>
                    <a:cubicBezTo>
                      <a:pt x="448" y="468"/>
                      <a:pt x="443" y="415"/>
                      <a:pt x="445" y="379"/>
                    </a:cubicBezTo>
                    <a:cubicBezTo>
                      <a:pt x="445" y="380"/>
                      <a:pt x="445" y="380"/>
                      <a:pt x="445" y="380"/>
                    </a:cubicBezTo>
                    <a:cubicBezTo>
                      <a:pt x="449" y="409"/>
                      <a:pt x="464" y="474"/>
                      <a:pt x="466" y="487"/>
                    </a:cubicBezTo>
                    <a:cubicBezTo>
                      <a:pt x="468" y="499"/>
                      <a:pt x="462" y="559"/>
                      <a:pt x="482" y="629"/>
                    </a:cubicBezTo>
                    <a:cubicBezTo>
                      <a:pt x="493" y="662"/>
                      <a:pt x="511" y="779"/>
                      <a:pt x="508" y="796"/>
                    </a:cubicBezTo>
                    <a:cubicBezTo>
                      <a:pt x="509" y="803"/>
                      <a:pt x="507" y="814"/>
                      <a:pt x="503" y="825"/>
                    </a:cubicBezTo>
                    <a:cubicBezTo>
                      <a:pt x="496" y="843"/>
                      <a:pt x="497" y="870"/>
                      <a:pt x="498" y="878"/>
                    </a:cubicBezTo>
                    <a:cubicBezTo>
                      <a:pt x="496" y="889"/>
                      <a:pt x="492" y="912"/>
                      <a:pt x="497" y="914"/>
                    </a:cubicBezTo>
                    <a:cubicBezTo>
                      <a:pt x="494" y="917"/>
                      <a:pt x="493" y="917"/>
                      <a:pt x="494" y="922"/>
                    </a:cubicBezTo>
                    <a:cubicBezTo>
                      <a:pt x="493" y="926"/>
                      <a:pt x="493" y="927"/>
                      <a:pt x="494" y="929"/>
                    </a:cubicBezTo>
                    <a:cubicBezTo>
                      <a:pt x="496" y="936"/>
                      <a:pt x="506" y="929"/>
                      <a:pt x="503" y="931"/>
                    </a:cubicBezTo>
                    <a:cubicBezTo>
                      <a:pt x="497" y="935"/>
                      <a:pt x="492" y="940"/>
                      <a:pt x="494" y="947"/>
                    </a:cubicBezTo>
                    <a:cubicBezTo>
                      <a:pt x="496" y="951"/>
                      <a:pt x="510" y="943"/>
                      <a:pt x="518" y="940"/>
                    </a:cubicBezTo>
                    <a:cubicBezTo>
                      <a:pt x="530" y="936"/>
                      <a:pt x="544" y="929"/>
                      <a:pt x="548" y="923"/>
                    </a:cubicBezTo>
                    <a:cubicBezTo>
                      <a:pt x="551" y="917"/>
                      <a:pt x="559" y="906"/>
                      <a:pt x="561" y="901"/>
                    </a:cubicBezTo>
                    <a:cubicBezTo>
                      <a:pt x="564" y="894"/>
                      <a:pt x="563" y="890"/>
                      <a:pt x="566" y="885"/>
                    </a:cubicBezTo>
                    <a:cubicBezTo>
                      <a:pt x="568" y="880"/>
                      <a:pt x="572" y="874"/>
                      <a:pt x="570" y="870"/>
                    </a:cubicBezTo>
                  </a:path>
                </a:pathLst>
              </a:custGeom>
              <a:solidFill>
                <a:srgbClr val="FEF6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325" name="Oval 677">
                <a:extLst>
                  <a:ext uri="{FF2B5EF4-FFF2-40B4-BE49-F238E27FC236}">
                    <a16:creationId xmlns:a16="http://schemas.microsoft.com/office/drawing/2014/main" id="{6C6D6D59-8843-4F98-925D-345A6D04EA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67" y="963"/>
                <a:ext cx="24" cy="25"/>
              </a:xfrm>
              <a:prstGeom prst="ellipse">
                <a:avLst/>
              </a:prstGeom>
              <a:solidFill>
                <a:srgbClr val="A1822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326" name="Oval 678">
                <a:extLst>
                  <a:ext uri="{FF2B5EF4-FFF2-40B4-BE49-F238E27FC236}">
                    <a16:creationId xmlns:a16="http://schemas.microsoft.com/office/drawing/2014/main" id="{BB02193C-5FB1-4AFA-BCC7-27269FBF6F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05" y="963"/>
                <a:ext cx="26" cy="25"/>
              </a:xfrm>
              <a:prstGeom prst="ellipse">
                <a:avLst/>
              </a:prstGeom>
              <a:solidFill>
                <a:srgbClr val="A1822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327" name="Freeform 679">
                <a:extLst>
                  <a:ext uri="{FF2B5EF4-FFF2-40B4-BE49-F238E27FC236}">
                    <a16:creationId xmlns:a16="http://schemas.microsoft.com/office/drawing/2014/main" id="{2A555CE6-5537-417B-93A2-1512C32B56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5" y="1094"/>
                <a:ext cx="82" cy="34"/>
              </a:xfrm>
              <a:custGeom>
                <a:avLst/>
                <a:gdLst>
                  <a:gd name="T0" fmla="*/ 26 w 50"/>
                  <a:gd name="T1" fmla="*/ 55 h 21"/>
                  <a:gd name="T2" fmla="*/ 49 w 50"/>
                  <a:gd name="T3" fmla="*/ 76 h 21"/>
                  <a:gd name="T4" fmla="*/ 116 w 50"/>
                  <a:gd name="T5" fmla="*/ 89 h 21"/>
                  <a:gd name="T6" fmla="*/ 116 w 50"/>
                  <a:gd name="T7" fmla="*/ 89 h 21"/>
                  <a:gd name="T8" fmla="*/ 172 w 50"/>
                  <a:gd name="T9" fmla="*/ 76 h 21"/>
                  <a:gd name="T10" fmla="*/ 194 w 50"/>
                  <a:gd name="T11" fmla="*/ 55 h 21"/>
                  <a:gd name="T12" fmla="*/ 220 w 50"/>
                  <a:gd name="T13" fmla="*/ 13 h 21"/>
                  <a:gd name="T14" fmla="*/ 139 w 50"/>
                  <a:gd name="T15" fmla="*/ 0 h 21"/>
                  <a:gd name="T16" fmla="*/ 110 w 50"/>
                  <a:gd name="T17" fmla="*/ 0 h 21"/>
                  <a:gd name="T18" fmla="*/ 110 w 50"/>
                  <a:gd name="T19" fmla="*/ 0 h 21"/>
                  <a:gd name="T20" fmla="*/ 75 w 50"/>
                  <a:gd name="T21" fmla="*/ 0 h 21"/>
                  <a:gd name="T22" fmla="*/ 0 w 50"/>
                  <a:gd name="T23" fmla="*/ 13 h 2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50" h="21">
                    <a:moveTo>
                      <a:pt x="6" y="13"/>
                    </a:moveTo>
                    <a:cubicBezTo>
                      <a:pt x="6" y="13"/>
                      <a:pt x="7" y="16"/>
                      <a:pt x="11" y="18"/>
                    </a:cubicBezTo>
                    <a:cubicBezTo>
                      <a:pt x="15" y="20"/>
                      <a:pt x="23" y="21"/>
                      <a:pt x="26" y="21"/>
                    </a:cubicBezTo>
                    <a:cubicBezTo>
                      <a:pt x="26" y="21"/>
                      <a:pt x="26" y="21"/>
                      <a:pt x="26" y="21"/>
                    </a:cubicBezTo>
                    <a:cubicBezTo>
                      <a:pt x="29" y="21"/>
                      <a:pt x="35" y="20"/>
                      <a:pt x="39" y="18"/>
                    </a:cubicBezTo>
                    <a:cubicBezTo>
                      <a:pt x="43" y="16"/>
                      <a:pt x="44" y="13"/>
                      <a:pt x="44" y="13"/>
                    </a:cubicBezTo>
                    <a:cubicBezTo>
                      <a:pt x="50" y="3"/>
                      <a:pt x="50" y="3"/>
                      <a:pt x="50" y="3"/>
                    </a:cubicBezTo>
                    <a:cubicBezTo>
                      <a:pt x="45" y="4"/>
                      <a:pt x="35" y="0"/>
                      <a:pt x="32" y="0"/>
                    </a:cubicBezTo>
                    <a:cubicBezTo>
                      <a:pt x="29" y="0"/>
                      <a:pt x="27" y="0"/>
                      <a:pt x="25" y="0"/>
                    </a:cubicBezTo>
                    <a:cubicBezTo>
                      <a:pt x="25" y="0"/>
                      <a:pt x="25" y="0"/>
                      <a:pt x="25" y="0"/>
                    </a:cubicBezTo>
                    <a:cubicBezTo>
                      <a:pt x="23" y="0"/>
                      <a:pt x="20" y="0"/>
                      <a:pt x="17" y="0"/>
                    </a:cubicBezTo>
                    <a:cubicBezTo>
                      <a:pt x="14" y="0"/>
                      <a:pt x="5" y="4"/>
                      <a:pt x="0" y="3"/>
                    </a:cubicBezTo>
                  </a:path>
                </a:pathLst>
              </a:custGeom>
              <a:solidFill>
                <a:srgbClr val="F4D7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328" name="Freeform 680">
                <a:extLst>
                  <a:ext uri="{FF2B5EF4-FFF2-40B4-BE49-F238E27FC236}">
                    <a16:creationId xmlns:a16="http://schemas.microsoft.com/office/drawing/2014/main" id="{1BAA9B0F-63E5-47B6-8B9B-B4652DFEE9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3" y="1125"/>
                <a:ext cx="46" cy="14"/>
              </a:xfrm>
              <a:custGeom>
                <a:avLst/>
                <a:gdLst>
                  <a:gd name="T0" fmla="*/ 0 w 28"/>
                  <a:gd name="T1" fmla="*/ 0 h 9"/>
                  <a:gd name="T2" fmla="*/ 125 w 28"/>
                  <a:gd name="T3" fmla="*/ 12 h 9"/>
                  <a:gd name="T4" fmla="*/ 8 w 28"/>
                  <a:gd name="T5" fmla="*/ 5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9">
                    <a:moveTo>
                      <a:pt x="0" y="0"/>
                    </a:moveTo>
                    <a:cubicBezTo>
                      <a:pt x="8" y="5"/>
                      <a:pt x="19" y="3"/>
                      <a:pt x="28" y="3"/>
                    </a:cubicBezTo>
                    <a:cubicBezTo>
                      <a:pt x="17" y="9"/>
                      <a:pt x="12" y="6"/>
                      <a:pt x="2" y="1"/>
                    </a:cubicBezTo>
                  </a:path>
                </a:pathLst>
              </a:custGeom>
              <a:solidFill>
                <a:srgbClr val="FDEA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329" name="Freeform 681">
                <a:extLst>
                  <a:ext uri="{FF2B5EF4-FFF2-40B4-BE49-F238E27FC236}">
                    <a16:creationId xmlns:a16="http://schemas.microsoft.com/office/drawing/2014/main" id="{2BD05C08-B256-4C8E-BB39-7880FDE9C7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6" y="1136"/>
                <a:ext cx="93" cy="131"/>
              </a:xfrm>
              <a:custGeom>
                <a:avLst/>
                <a:gdLst>
                  <a:gd name="T0" fmla="*/ 13 w 57"/>
                  <a:gd name="T1" fmla="*/ 152 h 81"/>
                  <a:gd name="T2" fmla="*/ 147 w 57"/>
                  <a:gd name="T3" fmla="*/ 94 h 81"/>
                  <a:gd name="T4" fmla="*/ 194 w 57"/>
                  <a:gd name="T5" fmla="*/ 47 h 81"/>
                  <a:gd name="T6" fmla="*/ 219 w 57"/>
                  <a:gd name="T7" fmla="*/ 16 h 81"/>
                  <a:gd name="T8" fmla="*/ 248 w 57"/>
                  <a:gd name="T9" fmla="*/ 0 h 81"/>
                  <a:gd name="T10" fmla="*/ 214 w 57"/>
                  <a:gd name="T11" fmla="*/ 55 h 81"/>
                  <a:gd name="T12" fmla="*/ 165 w 57"/>
                  <a:gd name="T13" fmla="*/ 123 h 81"/>
                  <a:gd name="T14" fmla="*/ 113 w 57"/>
                  <a:gd name="T15" fmla="*/ 233 h 81"/>
                  <a:gd name="T16" fmla="*/ 55 w 57"/>
                  <a:gd name="T17" fmla="*/ 343 h 81"/>
                  <a:gd name="T18" fmla="*/ 69 w 57"/>
                  <a:gd name="T19" fmla="*/ 215 h 81"/>
                  <a:gd name="T20" fmla="*/ 0 w 57"/>
                  <a:gd name="T21" fmla="*/ 165 h 8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57" h="81">
                    <a:moveTo>
                      <a:pt x="3" y="36"/>
                    </a:moveTo>
                    <a:cubicBezTo>
                      <a:pt x="15" y="37"/>
                      <a:pt x="25" y="28"/>
                      <a:pt x="34" y="22"/>
                    </a:cubicBezTo>
                    <a:cubicBezTo>
                      <a:pt x="38" y="18"/>
                      <a:pt x="42" y="15"/>
                      <a:pt x="45" y="11"/>
                    </a:cubicBezTo>
                    <a:cubicBezTo>
                      <a:pt x="47" y="8"/>
                      <a:pt x="48" y="6"/>
                      <a:pt x="50" y="4"/>
                    </a:cubicBezTo>
                    <a:cubicBezTo>
                      <a:pt x="52" y="2"/>
                      <a:pt x="55" y="1"/>
                      <a:pt x="57" y="0"/>
                    </a:cubicBezTo>
                    <a:cubicBezTo>
                      <a:pt x="55" y="4"/>
                      <a:pt x="52" y="9"/>
                      <a:pt x="49" y="13"/>
                    </a:cubicBezTo>
                    <a:cubicBezTo>
                      <a:pt x="46" y="18"/>
                      <a:pt x="41" y="23"/>
                      <a:pt x="38" y="29"/>
                    </a:cubicBezTo>
                    <a:cubicBezTo>
                      <a:pt x="32" y="37"/>
                      <a:pt x="29" y="45"/>
                      <a:pt x="26" y="55"/>
                    </a:cubicBezTo>
                    <a:cubicBezTo>
                      <a:pt x="22" y="64"/>
                      <a:pt x="20" y="73"/>
                      <a:pt x="13" y="81"/>
                    </a:cubicBezTo>
                    <a:cubicBezTo>
                      <a:pt x="13" y="71"/>
                      <a:pt x="23" y="60"/>
                      <a:pt x="16" y="51"/>
                    </a:cubicBezTo>
                    <a:cubicBezTo>
                      <a:pt x="12" y="45"/>
                      <a:pt x="4" y="45"/>
                      <a:pt x="0" y="39"/>
                    </a:cubicBezTo>
                  </a:path>
                </a:pathLst>
              </a:custGeom>
              <a:solidFill>
                <a:srgbClr val="FDEA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330" name="Freeform 682">
                <a:extLst>
                  <a:ext uri="{FF2B5EF4-FFF2-40B4-BE49-F238E27FC236}">
                    <a16:creationId xmlns:a16="http://schemas.microsoft.com/office/drawing/2014/main" id="{B95ACF7A-D3E3-469B-A2EB-34D348F28A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2" y="1134"/>
                <a:ext cx="47" cy="110"/>
              </a:xfrm>
              <a:custGeom>
                <a:avLst/>
                <a:gdLst>
                  <a:gd name="T0" fmla="*/ 73 w 29"/>
                  <a:gd name="T1" fmla="*/ 0 h 68"/>
                  <a:gd name="T2" fmla="*/ 68 w 29"/>
                  <a:gd name="T3" fmla="*/ 73 h 68"/>
                  <a:gd name="T4" fmla="*/ 76 w 29"/>
                  <a:gd name="T5" fmla="*/ 144 h 68"/>
                  <a:gd name="T6" fmla="*/ 97 w 29"/>
                  <a:gd name="T7" fmla="*/ 220 h 68"/>
                  <a:gd name="T8" fmla="*/ 123 w 29"/>
                  <a:gd name="T9" fmla="*/ 288 h 68"/>
                  <a:gd name="T10" fmla="*/ 55 w 29"/>
                  <a:gd name="T11" fmla="*/ 144 h 68"/>
                  <a:gd name="T12" fmla="*/ 0 w 29"/>
                  <a:gd name="T13" fmla="*/ 76 h 6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9" h="68">
                    <a:moveTo>
                      <a:pt x="17" y="0"/>
                    </a:moveTo>
                    <a:cubicBezTo>
                      <a:pt x="15" y="4"/>
                      <a:pt x="16" y="12"/>
                      <a:pt x="16" y="17"/>
                    </a:cubicBezTo>
                    <a:cubicBezTo>
                      <a:pt x="16" y="23"/>
                      <a:pt x="17" y="28"/>
                      <a:pt x="18" y="34"/>
                    </a:cubicBezTo>
                    <a:cubicBezTo>
                      <a:pt x="19" y="40"/>
                      <a:pt x="21" y="46"/>
                      <a:pt x="23" y="52"/>
                    </a:cubicBezTo>
                    <a:cubicBezTo>
                      <a:pt x="24" y="58"/>
                      <a:pt x="28" y="63"/>
                      <a:pt x="29" y="68"/>
                    </a:cubicBezTo>
                    <a:cubicBezTo>
                      <a:pt x="19" y="63"/>
                      <a:pt x="14" y="45"/>
                      <a:pt x="13" y="34"/>
                    </a:cubicBezTo>
                    <a:cubicBezTo>
                      <a:pt x="12" y="29"/>
                      <a:pt x="9" y="9"/>
                      <a:pt x="0" y="18"/>
                    </a:cubicBezTo>
                  </a:path>
                </a:pathLst>
              </a:custGeom>
              <a:solidFill>
                <a:srgbClr val="FDEA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331" name="Freeform 683">
                <a:extLst>
                  <a:ext uri="{FF2B5EF4-FFF2-40B4-BE49-F238E27FC236}">
                    <a16:creationId xmlns:a16="http://schemas.microsoft.com/office/drawing/2014/main" id="{6A1B8AD9-6592-436C-B5CE-B0CFDC3372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2" y="1285"/>
                <a:ext cx="161" cy="17"/>
              </a:xfrm>
              <a:custGeom>
                <a:avLst/>
                <a:gdLst>
                  <a:gd name="T0" fmla="*/ 5 w 99"/>
                  <a:gd name="T1" fmla="*/ 29 h 11"/>
                  <a:gd name="T2" fmla="*/ 207 w 99"/>
                  <a:gd name="T3" fmla="*/ 26 h 11"/>
                  <a:gd name="T4" fmla="*/ 426 w 99"/>
                  <a:gd name="T5" fmla="*/ 14 h 11"/>
                  <a:gd name="T6" fmla="*/ 379 w 99"/>
                  <a:gd name="T7" fmla="*/ 8 h 11"/>
                  <a:gd name="T8" fmla="*/ 267 w 99"/>
                  <a:gd name="T9" fmla="*/ 8 h 11"/>
                  <a:gd name="T10" fmla="*/ 117 w 99"/>
                  <a:gd name="T11" fmla="*/ 0 h 11"/>
                  <a:gd name="T12" fmla="*/ 0 w 99"/>
                  <a:gd name="T13" fmla="*/ 40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9" h="11">
                    <a:moveTo>
                      <a:pt x="1" y="8"/>
                    </a:moveTo>
                    <a:cubicBezTo>
                      <a:pt x="16" y="3"/>
                      <a:pt x="33" y="5"/>
                      <a:pt x="48" y="7"/>
                    </a:cubicBezTo>
                    <a:cubicBezTo>
                      <a:pt x="65" y="9"/>
                      <a:pt x="82" y="5"/>
                      <a:pt x="99" y="4"/>
                    </a:cubicBezTo>
                    <a:cubicBezTo>
                      <a:pt x="96" y="1"/>
                      <a:pt x="92" y="2"/>
                      <a:pt x="88" y="2"/>
                    </a:cubicBezTo>
                    <a:cubicBezTo>
                      <a:pt x="79" y="2"/>
                      <a:pt x="70" y="2"/>
                      <a:pt x="62" y="2"/>
                    </a:cubicBezTo>
                    <a:cubicBezTo>
                      <a:pt x="49" y="3"/>
                      <a:pt x="39" y="0"/>
                      <a:pt x="27" y="0"/>
                    </a:cubicBezTo>
                    <a:cubicBezTo>
                      <a:pt x="19" y="0"/>
                      <a:pt x="2" y="2"/>
                      <a:pt x="0" y="11"/>
                    </a:cubicBezTo>
                  </a:path>
                </a:pathLst>
              </a:custGeom>
              <a:solidFill>
                <a:srgbClr val="FDEA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332" name="Freeform 684">
                <a:extLst>
                  <a:ext uri="{FF2B5EF4-FFF2-40B4-BE49-F238E27FC236}">
                    <a16:creationId xmlns:a16="http://schemas.microsoft.com/office/drawing/2014/main" id="{A9E6733F-0DFC-420C-B4BA-787DF16B60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2" y="1309"/>
                <a:ext cx="32" cy="40"/>
              </a:xfrm>
              <a:custGeom>
                <a:avLst/>
                <a:gdLst>
                  <a:gd name="T0" fmla="*/ 0 w 20"/>
                  <a:gd name="T1" fmla="*/ 0 h 25"/>
                  <a:gd name="T2" fmla="*/ 34 w 20"/>
                  <a:gd name="T3" fmla="*/ 86 h 25"/>
                  <a:gd name="T4" fmla="*/ 82 w 20"/>
                  <a:gd name="T5" fmla="*/ 42 h 25"/>
                  <a:gd name="T6" fmla="*/ 56 w 20"/>
                  <a:gd name="T7" fmla="*/ 54 h 25"/>
                  <a:gd name="T8" fmla="*/ 8 w 20"/>
                  <a:gd name="T9" fmla="*/ 5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25">
                    <a:moveTo>
                      <a:pt x="0" y="0"/>
                    </a:moveTo>
                    <a:cubicBezTo>
                      <a:pt x="0" y="5"/>
                      <a:pt x="3" y="17"/>
                      <a:pt x="8" y="21"/>
                    </a:cubicBezTo>
                    <a:cubicBezTo>
                      <a:pt x="12" y="25"/>
                      <a:pt x="19" y="16"/>
                      <a:pt x="20" y="10"/>
                    </a:cubicBezTo>
                    <a:cubicBezTo>
                      <a:pt x="18" y="12"/>
                      <a:pt x="16" y="13"/>
                      <a:pt x="14" y="13"/>
                    </a:cubicBezTo>
                    <a:cubicBezTo>
                      <a:pt x="10" y="13"/>
                      <a:pt x="1" y="4"/>
                      <a:pt x="2" y="1"/>
                    </a:cubicBezTo>
                  </a:path>
                </a:pathLst>
              </a:custGeom>
              <a:solidFill>
                <a:srgbClr val="FDEA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333" name="Freeform 685">
                <a:extLst>
                  <a:ext uri="{FF2B5EF4-FFF2-40B4-BE49-F238E27FC236}">
                    <a16:creationId xmlns:a16="http://schemas.microsoft.com/office/drawing/2014/main" id="{A20955A1-514A-4EBA-940F-A9958F0A66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6" y="1154"/>
                <a:ext cx="46" cy="134"/>
              </a:xfrm>
              <a:custGeom>
                <a:avLst/>
                <a:gdLst>
                  <a:gd name="T0" fmla="*/ 13 w 28"/>
                  <a:gd name="T1" fmla="*/ 63 h 83"/>
                  <a:gd name="T2" fmla="*/ 76 w 28"/>
                  <a:gd name="T3" fmla="*/ 192 h 83"/>
                  <a:gd name="T4" fmla="*/ 125 w 28"/>
                  <a:gd name="T5" fmla="*/ 349 h 83"/>
                  <a:gd name="T6" fmla="*/ 102 w 28"/>
                  <a:gd name="T7" fmla="*/ 224 h 83"/>
                  <a:gd name="T8" fmla="*/ 71 w 28"/>
                  <a:gd name="T9" fmla="*/ 102 h 83"/>
                  <a:gd name="T10" fmla="*/ 43 w 28"/>
                  <a:gd name="T11" fmla="*/ 39 h 83"/>
                  <a:gd name="T12" fmla="*/ 0 w 28"/>
                  <a:gd name="T13" fmla="*/ 0 h 8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8" h="83">
                    <a:moveTo>
                      <a:pt x="3" y="15"/>
                    </a:moveTo>
                    <a:cubicBezTo>
                      <a:pt x="7" y="25"/>
                      <a:pt x="12" y="35"/>
                      <a:pt x="17" y="46"/>
                    </a:cubicBezTo>
                    <a:cubicBezTo>
                      <a:pt x="22" y="57"/>
                      <a:pt x="22" y="72"/>
                      <a:pt x="28" y="83"/>
                    </a:cubicBezTo>
                    <a:cubicBezTo>
                      <a:pt x="23" y="74"/>
                      <a:pt x="26" y="62"/>
                      <a:pt x="23" y="53"/>
                    </a:cubicBezTo>
                    <a:cubicBezTo>
                      <a:pt x="21" y="43"/>
                      <a:pt x="13" y="34"/>
                      <a:pt x="16" y="24"/>
                    </a:cubicBezTo>
                    <a:cubicBezTo>
                      <a:pt x="17" y="16"/>
                      <a:pt x="16" y="15"/>
                      <a:pt x="10" y="9"/>
                    </a:cubicBezTo>
                    <a:cubicBezTo>
                      <a:pt x="7" y="6"/>
                      <a:pt x="4" y="2"/>
                      <a:pt x="0" y="0"/>
                    </a:cubicBezTo>
                  </a:path>
                </a:pathLst>
              </a:custGeom>
              <a:solidFill>
                <a:srgbClr val="FDEA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334" name="Freeform 686">
                <a:extLst>
                  <a:ext uri="{FF2B5EF4-FFF2-40B4-BE49-F238E27FC236}">
                    <a16:creationId xmlns:a16="http://schemas.microsoft.com/office/drawing/2014/main" id="{7968ACD5-BE64-4E43-86D1-9BFE643861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8" y="2064"/>
                <a:ext cx="17" cy="19"/>
              </a:xfrm>
              <a:custGeom>
                <a:avLst/>
                <a:gdLst>
                  <a:gd name="T0" fmla="*/ 0 w 10"/>
                  <a:gd name="T1" fmla="*/ 27 h 12"/>
                  <a:gd name="T2" fmla="*/ 49 w 10"/>
                  <a:gd name="T3" fmla="*/ 33 h 12"/>
                  <a:gd name="T4" fmla="*/ 41 w 10"/>
                  <a:gd name="T5" fmla="*/ 5 h 12"/>
                  <a:gd name="T6" fmla="*/ 5 w 10"/>
                  <a:gd name="T7" fmla="*/ 8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12">
                    <a:moveTo>
                      <a:pt x="0" y="7"/>
                    </a:moveTo>
                    <a:cubicBezTo>
                      <a:pt x="2" y="11"/>
                      <a:pt x="8" y="12"/>
                      <a:pt x="10" y="8"/>
                    </a:cubicBezTo>
                    <a:cubicBezTo>
                      <a:pt x="10" y="6"/>
                      <a:pt x="9" y="2"/>
                      <a:pt x="8" y="1"/>
                    </a:cubicBezTo>
                    <a:cubicBezTo>
                      <a:pt x="6" y="0"/>
                      <a:pt x="3" y="0"/>
                      <a:pt x="1" y="2"/>
                    </a:cubicBezTo>
                  </a:path>
                </a:pathLst>
              </a:custGeom>
              <a:solidFill>
                <a:srgbClr val="FDEA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335" name="Freeform 687">
                <a:extLst>
                  <a:ext uri="{FF2B5EF4-FFF2-40B4-BE49-F238E27FC236}">
                    <a16:creationId xmlns:a16="http://schemas.microsoft.com/office/drawing/2014/main" id="{2CD89CAF-41C9-4E47-A25F-007764A731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6" y="2435"/>
                <a:ext cx="135" cy="62"/>
              </a:xfrm>
              <a:custGeom>
                <a:avLst/>
                <a:gdLst>
                  <a:gd name="T0" fmla="*/ 8 w 83"/>
                  <a:gd name="T1" fmla="*/ 77 h 38"/>
                  <a:gd name="T2" fmla="*/ 185 w 83"/>
                  <a:gd name="T3" fmla="*/ 165 h 38"/>
                  <a:gd name="T4" fmla="*/ 270 w 83"/>
                  <a:gd name="T5" fmla="*/ 131 h 38"/>
                  <a:gd name="T6" fmla="*/ 358 w 83"/>
                  <a:gd name="T7" fmla="*/ 0 h 38"/>
                  <a:gd name="T8" fmla="*/ 301 w 83"/>
                  <a:gd name="T9" fmla="*/ 54 h 38"/>
                  <a:gd name="T10" fmla="*/ 194 w 83"/>
                  <a:gd name="T11" fmla="*/ 96 h 38"/>
                  <a:gd name="T12" fmla="*/ 81 w 83"/>
                  <a:gd name="T13" fmla="*/ 64 h 38"/>
                  <a:gd name="T14" fmla="*/ 0 w 83"/>
                  <a:gd name="T15" fmla="*/ 39 h 3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3" h="38">
                    <a:moveTo>
                      <a:pt x="2" y="18"/>
                    </a:moveTo>
                    <a:cubicBezTo>
                      <a:pt x="14" y="28"/>
                      <a:pt x="25" y="38"/>
                      <a:pt x="43" y="38"/>
                    </a:cubicBezTo>
                    <a:cubicBezTo>
                      <a:pt x="50" y="38"/>
                      <a:pt x="58" y="35"/>
                      <a:pt x="63" y="30"/>
                    </a:cubicBezTo>
                    <a:cubicBezTo>
                      <a:pt x="70" y="23"/>
                      <a:pt x="81" y="10"/>
                      <a:pt x="83" y="0"/>
                    </a:cubicBezTo>
                    <a:cubicBezTo>
                      <a:pt x="78" y="1"/>
                      <a:pt x="74" y="8"/>
                      <a:pt x="70" y="12"/>
                    </a:cubicBezTo>
                    <a:cubicBezTo>
                      <a:pt x="63" y="19"/>
                      <a:pt x="54" y="22"/>
                      <a:pt x="45" y="22"/>
                    </a:cubicBezTo>
                    <a:cubicBezTo>
                      <a:pt x="35" y="22"/>
                      <a:pt x="28" y="18"/>
                      <a:pt x="19" y="15"/>
                    </a:cubicBezTo>
                    <a:cubicBezTo>
                      <a:pt x="14" y="14"/>
                      <a:pt x="2" y="15"/>
                      <a:pt x="0" y="9"/>
                    </a:cubicBezTo>
                  </a:path>
                </a:pathLst>
              </a:custGeom>
              <a:solidFill>
                <a:srgbClr val="FDEA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336" name="Freeform 688">
                <a:extLst>
                  <a:ext uri="{FF2B5EF4-FFF2-40B4-BE49-F238E27FC236}">
                    <a16:creationId xmlns:a16="http://schemas.microsoft.com/office/drawing/2014/main" id="{14D17D84-7823-46B9-A107-575A659910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5" y="2487"/>
                <a:ext cx="50" cy="612"/>
              </a:xfrm>
              <a:custGeom>
                <a:avLst/>
                <a:gdLst>
                  <a:gd name="T0" fmla="*/ 0 w 31"/>
                  <a:gd name="T1" fmla="*/ 0 h 379"/>
                  <a:gd name="T2" fmla="*/ 123 w 31"/>
                  <a:gd name="T3" fmla="*/ 149 h 379"/>
                  <a:gd name="T4" fmla="*/ 90 w 31"/>
                  <a:gd name="T5" fmla="*/ 673 h 379"/>
                  <a:gd name="T6" fmla="*/ 97 w 31"/>
                  <a:gd name="T7" fmla="*/ 1192 h 379"/>
                  <a:gd name="T8" fmla="*/ 76 w 31"/>
                  <a:gd name="T9" fmla="*/ 1595 h 379"/>
                  <a:gd name="T10" fmla="*/ 55 w 31"/>
                  <a:gd name="T11" fmla="*/ 1179 h 379"/>
                  <a:gd name="T12" fmla="*/ 21 w 31"/>
                  <a:gd name="T13" fmla="*/ 399 h 379"/>
                  <a:gd name="T14" fmla="*/ 0 w 31"/>
                  <a:gd name="T15" fmla="*/ 0 h 37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1" h="379">
                    <a:moveTo>
                      <a:pt x="0" y="0"/>
                    </a:moveTo>
                    <a:cubicBezTo>
                      <a:pt x="13" y="11"/>
                      <a:pt x="29" y="10"/>
                      <a:pt x="29" y="35"/>
                    </a:cubicBezTo>
                    <a:cubicBezTo>
                      <a:pt x="29" y="60"/>
                      <a:pt x="21" y="109"/>
                      <a:pt x="22" y="160"/>
                    </a:cubicBezTo>
                    <a:cubicBezTo>
                      <a:pt x="23" y="211"/>
                      <a:pt x="22" y="260"/>
                      <a:pt x="23" y="283"/>
                    </a:cubicBezTo>
                    <a:cubicBezTo>
                      <a:pt x="24" y="306"/>
                      <a:pt x="31" y="332"/>
                      <a:pt x="18" y="379"/>
                    </a:cubicBezTo>
                    <a:cubicBezTo>
                      <a:pt x="22" y="361"/>
                      <a:pt x="22" y="313"/>
                      <a:pt x="13" y="280"/>
                    </a:cubicBezTo>
                    <a:cubicBezTo>
                      <a:pt x="4" y="247"/>
                      <a:pt x="2" y="129"/>
                      <a:pt x="5" y="95"/>
                    </a:cubicBezTo>
                    <a:cubicBezTo>
                      <a:pt x="8" y="61"/>
                      <a:pt x="11" y="14"/>
                      <a:pt x="0" y="0"/>
                    </a:cubicBezTo>
                  </a:path>
                </a:pathLst>
              </a:custGeom>
              <a:solidFill>
                <a:srgbClr val="FDEA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337" name="Freeform 689">
                <a:extLst>
                  <a:ext uri="{FF2B5EF4-FFF2-40B4-BE49-F238E27FC236}">
                    <a16:creationId xmlns:a16="http://schemas.microsoft.com/office/drawing/2014/main" id="{962032E8-D9E9-4D11-999D-F0C3F4F2B3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6" y="3231"/>
                <a:ext cx="39" cy="476"/>
              </a:xfrm>
              <a:custGeom>
                <a:avLst/>
                <a:gdLst>
                  <a:gd name="T0" fmla="*/ 75 w 24"/>
                  <a:gd name="T1" fmla="*/ 0 h 295"/>
                  <a:gd name="T2" fmla="*/ 63 w 24"/>
                  <a:gd name="T3" fmla="*/ 636 h 295"/>
                  <a:gd name="T4" fmla="*/ 18 w 24"/>
                  <a:gd name="T5" fmla="*/ 1239 h 295"/>
                  <a:gd name="T6" fmla="*/ 75 w 24"/>
                  <a:gd name="T7" fmla="*/ 0 h 29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" h="295">
                    <a:moveTo>
                      <a:pt x="17" y="0"/>
                    </a:moveTo>
                    <a:cubicBezTo>
                      <a:pt x="21" y="28"/>
                      <a:pt x="24" y="84"/>
                      <a:pt x="15" y="151"/>
                    </a:cubicBezTo>
                    <a:cubicBezTo>
                      <a:pt x="6" y="218"/>
                      <a:pt x="3" y="270"/>
                      <a:pt x="4" y="295"/>
                    </a:cubicBezTo>
                    <a:cubicBezTo>
                      <a:pt x="0" y="252"/>
                      <a:pt x="14" y="71"/>
                      <a:pt x="17" y="0"/>
                    </a:cubicBezTo>
                  </a:path>
                </a:pathLst>
              </a:custGeom>
              <a:solidFill>
                <a:srgbClr val="FDEA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338" name="Freeform 690">
                <a:extLst>
                  <a:ext uri="{FF2B5EF4-FFF2-40B4-BE49-F238E27FC236}">
                    <a16:creationId xmlns:a16="http://schemas.microsoft.com/office/drawing/2014/main" id="{545C7466-6349-402D-A446-D9E457FC50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7" y="1299"/>
                <a:ext cx="121" cy="13"/>
              </a:xfrm>
              <a:custGeom>
                <a:avLst/>
                <a:gdLst>
                  <a:gd name="T0" fmla="*/ 139 w 74"/>
                  <a:gd name="T1" fmla="*/ 29 h 8"/>
                  <a:gd name="T2" fmla="*/ 324 w 74"/>
                  <a:gd name="T3" fmla="*/ 18 h 8"/>
                  <a:gd name="T4" fmla="*/ 201 w 74"/>
                  <a:gd name="T5" fmla="*/ 8 h 8"/>
                  <a:gd name="T6" fmla="*/ 0 w 74"/>
                  <a:gd name="T7" fmla="*/ 8 h 8"/>
                  <a:gd name="T8" fmla="*/ 139 w 74"/>
                  <a:gd name="T9" fmla="*/ 29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4" h="8">
                    <a:moveTo>
                      <a:pt x="32" y="7"/>
                    </a:moveTo>
                    <a:cubicBezTo>
                      <a:pt x="44" y="6"/>
                      <a:pt x="62" y="2"/>
                      <a:pt x="74" y="4"/>
                    </a:cubicBezTo>
                    <a:cubicBezTo>
                      <a:pt x="68" y="0"/>
                      <a:pt x="58" y="2"/>
                      <a:pt x="46" y="2"/>
                    </a:cubicBezTo>
                    <a:cubicBezTo>
                      <a:pt x="33" y="3"/>
                      <a:pt x="10" y="6"/>
                      <a:pt x="0" y="2"/>
                    </a:cubicBezTo>
                    <a:cubicBezTo>
                      <a:pt x="16" y="8"/>
                      <a:pt x="24" y="6"/>
                      <a:pt x="32" y="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339" name="Freeform 691">
                <a:extLst>
                  <a:ext uri="{FF2B5EF4-FFF2-40B4-BE49-F238E27FC236}">
                    <a16:creationId xmlns:a16="http://schemas.microsoft.com/office/drawing/2014/main" id="{2504F4A6-2727-4504-97D1-C40BDBBF7F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8" y="1299"/>
                <a:ext cx="121" cy="13"/>
              </a:xfrm>
              <a:custGeom>
                <a:avLst/>
                <a:gdLst>
                  <a:gd name="T0" fmla="*/ 180 w 74"/>
                  <a:gd name="T1" fmla="*/ 29 h 8"/>
                  <a:gd name="T2" fmla="*/ 0 w 74"/>
                  <a:gd name="T3" fmla="*/ 18 h 8"/>
                  <a:gd name="T4" fmla="*/ 123 w 74"/>
                  <a:gd name="T5" fmla="*/ 8 h 8"/>
                  <a:gd name="T6" fmla="*/ 324 w 74"/>
                  <a:gd name="T7" fmla="*/ 8 h 8"/>
                  <a:gd name="T8" fmla="*/ 180 w 74"/>
                  <a:gd name="T9" fmla="*/ 29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4" h="8">
                    <a:moveTo>
                      <a:pt x="41" y="7"/>
                    </a:moveTo>
                    <a:cubicBezTo>
                      <a:pt x="30" y="6"/>
                      <a:pt x="11" y="2"/>
                      <a:pt x="0" y="4"/>
                    </a:cubicBezTo>
                    <a:cubicBezTo>
                      <a:pt x="6" y="0"/>
                      <a:pt x="15" y="2"/>
                      <a:pt x="28" y="2"/>
                    </a:cubicBezTo>
                    <a:cubicBezTo>
                      <a:pt x="40" y="3"/>
                      <a:pt x="64" y="6"/>
                      <a:pt x="74" y="2"/>
                    </a:cubicBezTo>
                    <a:cubicBezTo>
                      <a:pt x="57" y="8"/>
                      <a:pt x="50" y="6"/>
                      <a:pt x="41" y="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340" name="Freeform 692">
                <a:extLst>
                  <a:ext uri="{FF2B5EF4-FFF2-40B4-BE49-F238E27FC236}">
                    <a16:creationId xmlns:a16="http://schemas.microsoft.com/office/drawing/2014/main" id="{A765DBEF-26E0-4CB0-A23D-32C7BBA36C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" y="1288"/>
                <a:ext cx="109" cy="134"/>
              </a:xfrm>
              <a:custGeom>
                <a:avLst/>
                <a:gdLst>
                  <a:gd name="T0" fmla="*/ 288 w 67"/>
                  <a:gd name="T1" fmla="*/ 0 h 83"/>
                  <a:gd name="T2" fmla="*/ 111 w 67"/>
                  <a:gd name="T3" fmla="*/ 94 h 83"/>
                  <a:gd name="T4" fmla="*/ 0 w 67"/>
                  <a:gd name="T5" fmla="*/ 349 h 83"/>
                  <a:gd name="T6" fmla="*/ 68 w 67"/>
                  <a:gd name="T7" fmla="*/ 207 h 83"/>
                  <a:gd name="T8" fmla="*/ 138 w 67"/>
                  <a:gd name="T9" fmla="*/ 118 h 83"/>
                  <a:gd name="T10" fmla="*/ 198 w 67"/>
                  <a:gd name="T11" fmla="*/ 68 h 83"/>
                  <a:gd name="T12" fmla="*/ 267 w 67"/>
                  <a:gd name="T13" fmla="*/ 21 h 8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7" h="83">
                    <a:moveTo>
                      <a:pt x="67" y="0"/>
                    </a:moveTo>
                    <a:cubicBezTo>
                      <a:pt x="53" y="7"/>
                      <a:pt x="38" y="13"/>
                      <a:pt x="26" y="22"/>
                    </a:cubicBezTo>
                    <a:cubicBezTo>
                      <a:pt x="9" y="35"/>
                      <a:pt x="3" y="63"/>
                      <a:pt x="0" y="83"/>
                    </a:cubicBezTo>
                    <a:cubicBezTo>
                      <a:pt x="6" y="72"/>
                      <a:pt x="10" y="60"/>
                      <a:pt x="16" y="49"/>
                    </a:cubicBezTo>
                    <a:cubicBezTo>
                      <a:pt x="20" y="41"/>
                      <a:pt x="27" y="36"/>
                      <a:pt x="32" y="28"/>
                    </a:cubicBezTo>
                    <a:cubicBezTo>
                      <a:pt x="36" y="20"/>
                      <a:pt x="40" y="21"/>
                      <a:pt x="46" y="16"/>
                    </a:cubicBezTo>
                    <a:cubicBezTo>
                      <a:pt x="52" y="12"/>
                      <a:pt x="55" y="6"/>
                      <a:pt x="62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341" name="Freeform 693">
                <a:extLst>
                  <a:ext uri="{FF2B5EF4-FFF2-40B4-BE49-F238E27FC236}">
                    <a16:creationId xmlns:a16="http://schemas.microsoft.com/office/drawing/2014/main" id="{C2A25167-297A-49CC-B09F-D1DEB0EFF3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9" y="1180"/>
                <a:ext cx="42" cy="105"/>
              </a:xfrm>
              <a:custGeom>
                <a:avLst/>
                <a:gdLst>
                  <a:gd name="T0" fmla="*/ 105 w 26"/>
                  <a:gd name="T1" fmla="*/ 0 h 65"/>
                  <a:gd name="T2" fmla="*/ 42 w 26"/>
                  <a:gd name="T3" fmla="*/ 126 h 65"/>
                  <a:gd name="T4" fmla="*/ 0 w 26"/>
                  <a:gd name="T5" fmla="*/ 275 h 65"/>
                  <a:gd name="T6" fmla="*/ 63 w 26"/>
                  <a:gd name="T7" fmla="*/ 118 h 65"/>
                  <a:gd name="T8" fmla="*/ 110 w 26"/>
                  <a:gd name="T9" fmla="*/ 5 h 6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65">
                    <a:moveTo>
                      <a:pt x="25" y="0"/>
                    </a:moveTo>
                    <a:cubicBezTo>
                      <a:pt x="20" y="10"/>
                      <a:pt x="14" y="19"/>
                      <a:pt x="10" y="30"/>
                    </a:cubicBezTo>
                    <a:cubicBezTo>
                      <a:pt x="5" y="42"/>
                      <a:pt x="3" y="53"/>
                      <a:pt x="0" y="65"/>
                    </a:cubicBezTo>
                    <a:cubicBezTo>
                      <a:pt x="4" y="52"/>
                      <a:pt x="10" y="40"/>
                      <a:pt x="15" y="28"/>
                    </a:cubicBezTo>
                    <a:cubicBezTo>
                      <a:pt x="19" y="19"/>
                      <a:pt x="25" y="10"/>
                      <a:pt x="26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342" name="Freeform 694">
                <a:extLst>
                  <a:ext uri="{FF2B5EF4-FFF2-40B4-BE49-F238E27FC236}">
                    <a16:creationId xmlns:a16="http://schemas.microsoft.com/office/drawing/2014/main" id="{9F2BC528-6924-49D2-BC0F-4EF3D63362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" y="1919"/>
                <a:ext cx="26" cy="355"/>
              </a:xfrm>
              <a:custGeom>
                <a:avLst/>
                <a:gdLst>
                  <a:gd name="T0" fmla="*/ 39 w 16"/>
                  <a:gd name="T1" fmla="*/ 361 h 220"/>
                  <a:gd name="T2" fmla="*/ 8 w 16"/>
                  <a:gd name="T3" fmla="*/ 925 h 220"/>
                  <a:gd name="T4" fmla="*/ 5 w 16"/>
                  <a:gd name="T5" fmla="*/ 597 h 220"/>
                  <a:gd name="T6" fmla="*/ 68 w 16"/>
                  <a:gd name="T7" fmla="*/ 0 h 220"/>
                  <a:gd name="T8" fmla="*/ 39 w 16"/>
                  <a:gd name="T9" fmla="*/ 361 h 2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220">
                    <a:moveTo>
                      <a:pt x="9" y="86"/>
                    </a:moveTo>
                    <a:cubicBezTo>
                      <a:pt x="8" y="102"/>
                      <a:pt x="4" y="191"/>
                      <a:pt x="2" y="220"/>
                    </a:cubicBezTo>
                    <a:cubicBezTo>
                      <a:pt x="2" y="220"/>
                      <a:pt x="0" y="198"/>
                      <a:pt x="1" y="142"/>
                    </a:cubicBezTo>
                    <a:cubicBezTo>
                      <a:pt x="2" y="85"/>
                      <a:pt x="5" y="27"/>
                      <a:pt x="16" y="0"/>
                    </a:cubicBezTo>
                    <a:cubicBezTo>
                      <a:pt x="12" y="11"/>
                      <a:pt x="11" y="62"/>
                      <a:pt x="9" y="8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343" name="Freeform 695">
                <a:extLst>
                  <a:ext uri="{FF2B5EF4-FFF2-40B4-BE49-F238E27FC236}">
                    <a16:creationId xmlns:a16="http://schemas.microsoft.com/office/drawing/2014/main" id="{DEDB2A8E-E2C9-4BC5-93EA-3BC040F4B0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" y="1941"/>
                <a:ext cx="65" cy="378"/>
              </a:xfrm>
              <a:custGeom>
                <a:avLst/>
                <a:gdLst>
                  <a:gd name="T0" fmla="*/ 164 w 40"/>
                  <a:gd name="T1" fmla="*/ 0 h 234"/>
                  <a:gd name="T2" fmla="*/ 111 w 40"/>
                  <a:gd name="T3" fmla="*/ 454 h 234"/>
                  <a:gd name="T4" fmla="*/ 0 w 40"/>
                  <a:gd name="T5" fmla="*/ 987 h 234"/>
                  <a:gd name="T6" fmla="*/ 75 w 40"/>
                  <a:gd name="T7" fmla="*/ 488 h 234"/>
                  <a:gd name="T8" fmla="*/ 164 w 40"/>
                  <a:gd name="T9" fmla="*/ 0 h 2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0" h="234">
                    <a:moveTo>
                      <a:pt x="38" y="0"/>
                    </a:moveTo>
                    <a:cubicBezTo>
                      <a:pt x="40" y="18"/>
                      <a:pt x="37" y="69"/>
                      <a:pt x="26" y="108"/>
                    </a:cubicBezTo>
                    <a:cubicBezTo>
                      <a:pt x="14" y="147"/>
                      <a:pt x="5" y="193"/>
                      <a:pt x="0" y="234"/>
                    </a:cubicBezTo>
                    <a:cubicBezTo>
                      <a:pt x="6" y="207"/>
                      <a:pt x="10" y="146"/>
                      <a:pt x="17" y="116"/>
                    </a:cubicBezTo>
                    <a:cubicBezTo>
                      <a:pt x="24" y="86"/>
                      <a:pt x="40" y="10"/>
                      <a:pt x="38" y="0"/>
                    </a:cubicBezTo>
                  </a:path>
                </a:pathLst>
              </a:custGeom>
              <a:solidFill>
                <a:srgbClr val="FDEA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344" name="Freeform 696">
                <a:extLst>
                  <a:ext uri="{FF2B5EF4-FFF2-40B4-BE49-F238E27FC236}">
                    <a16:creationId xmlns:a16="http://schemas.microsoft.com/office/drawing/2014/main" id="{54A58746-8B89-44D4-A28F-93E298C136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2" y="1919"/>
                <a:ext cx="26" cy="355"/>
              </a:xfrm>
              <a:custGeom>
                <a:avLst/>
                <a:gdLst>
                  <a:gd name="T0" fmla="*/ 29 w 16"/>
                  <a:gd name="T1" fmla="*/ 361 h 220"/>
                  <a:gd name="T2" fmla="*/ 60 w 16"/>
                  <a:gd name="T3" fmla="*/ 925 h 220"/>
                  <a:gd name="T4" fmla="*/ 63 w 16"/>
                  <a:gd name="T5" fmla="*/ 597 h 220"/>
                  <a:gd name="T6" fmla="*/ 0 w 16"/>
                  <a:gd name="T7" fmla="*/ 0 h 220"/>
                  <a:gd name="T8" fmla="*/ 29 w 16"/>
                  <a:gd name="T9" fmla="*/ 361 h 2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220">
                    <a:moveTo>
                      <a:pt x="7" y="86"/>
                    </a:moveTo>
                    <a:cubicBezTo>
                      <a:pt x="9" y="102"/>
                      <a:pt x="13" y="191"/>
                      <a:pt x="14" y="220"/>
                    </a:cubicBezTo>
                    <a:cubicBezTo>
                      <a:pt x="14" y="220"/>
                      <a:pt x="16" y="198"/>
                      <a:pt x="15" y="142"/>
                    </a:cubicBezTo>
                    <a:cubicBezTo>
                      <a:pt x="15" y="85"/>
                      <a:pt x="11" y="27"/>
                      <a:pt x="0" y="0"/>
                    </a:cubicBezTo>
                    <a:cubicBezTo>
                      <a:pt x="4" y="11"/>
                      <a:pt x="5" y="62"/>
                      <a:pt x="7" y="86"/>
                    </a:cubicBezTo>
                  </a:path>
                </a:pathLst>
              </a:custGeom>
              <a:solidFill>
                <a:srgbClr val="FDEA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345" name="Freeform 697">
                <a:extLst>
                  <a:ext uri="{FF2B5EF4-FFF2-40B4-BE49-F238E27FC236}">
                    <a16:creationId xmlns:a16="http://schemas.microsoft.com/office/drawing/2014/main" id="{D9267ACE-4AD8-411E-B58A-F92793CB4B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9" y="1941"/>
                <a:ext cx="64" cy="378"/>
              </a:xfrm>
              <a:custGeom>
                <a:avLst/>
                <a:gdLst>
                  <a:gd name="T0" fmla="*/ 5 w 39"/>
                  <a:gd name="T1" fmla="*/ 0 h 234"/>
                  <a:gd name="T2" fmla="*/ 62 w 39"/>
                  <a:gd name="T3" fmla="*/ 454 h 234"/>
                  <a:gd name="T4" fmla="*/ 172 w 39"/>
                  <a:gd name="T5" fmla="*/ 987 h 234"/>
                  <a:gd name="T6" fmla="*/ 97 w 39"/>
                  <a:gd name="T7" fmla="*/ 488 h 234"/>
                  <a:gd name="T8" fmla="*/ 5 w 39"/>
                  <a:gd name="T9" fmla="*/ 0 h 2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9" h="234">
                    <a:moveTo>
                      <a:pt x="1" y="0"/>
                    </a:moveTo>
                    <a:cubicBezTo>
                      <a:pt x="0" y="18"/>
                      <a:pt x="2" y="69"/>
                      <a:pt x="14" y="108"/>
                    </a:cubicBezTo>
                    <a:cubicBezTo>
                      <a:pt x="25" y="147"/>
                      <a:pt x="34" y="193"/>
                      <a:pt x="39" y="234"/>
                    </a:cubicBezTo>
                    <a:cubicBezTo>
                      <a:pt x="33" y="207"/>
                      <a:pt x="29" y="146"/>
                      <a:pt x="22" y="116"/>
                    </a:cubicBezTo>
                    <a:cubicBezTo>
                      <a:pt x="16" y="86"/>
                      <a:pt x="0" y="10"/>
                      <a:pt x="1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346" name="Freeform 698">
                <a:extLst>
                  <a:ext uri="{FF2B5EF4-FFF2-40B4-BE49-F238E27FC236}">
                    <a16:creationId xmlns:a16="http://schemas.microsoft.com/office/drawing/2014/main" id="{A872901C-28DA-4502-B310-E1F06447AF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" y="2511"/>
                <a:ext cx="70" cy="108"/>
              </a:xfrm>
              <a:custGeom>
                <a:avLst/>
                <a:gdLst>
                  <a:gd name="T0" fmla="*/ 96 w 43"/>
                  <a:gd name="T1" fmla="*/ 5 h 67"/>
                  <a:gd name="T2" fmla="*/ 143 w 43"/>
                  <a:gd name="T3" fmla="*/ 260 h 67"/>
                  <a:gd name="T4" fmla="*/ 177 w 43"/>
                  <a:gd name="T5" fmla="*/ 247 h 67"/>
                  <a:gd name="T6" fmla="*/ 143 w 43"/>
                  <a:gd name="T7" fmla="*/ 177 h 67"/>
                  <a:gd name="T8" fmla="*/ 130 w 43"/>
                  <a:gd name="T9" fmla="*/ 84 h 67"/>
                  <a:gd name="T10" fmla="*/ 109 w 43"/>
                  <a:gd name="T11" fmla="*/ 0 h 6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3" h="67">
                    <a:moveTo>
                      <a:pt x="22" y="1"/>
                    </a:moveTo>
                    <a:cubicBezTo>
                      <a:pt x="0" y="15"/>
                      <a:pt x="14" y="54"/>
                      <a:pt x="33" y="62"/>
                    </a:cubicBezTo>
                    <a:cubicBezTo>
                      <a:pt x="38" y="65"/>
                      <a:pt x="43" y="67"/>
                      <a:pt x="41" y="59"/>
                    </a:cubicBezTo>
                    <a:cubicBezTo>
                      <a:pt x="40" y="53"/>
                      <a:pt x="34" y="49"/>
                      <a:pt x="33" y="42"/>
                    </a:cubicBezTo>
                    <a:cubicBezTo>
                      <a:pt x="32" y="35"/>
                      <a:pt x="30" y="27"/>
                      <a:pt x="30" y="20"/>
                    </a:cubicBezTo>
                    <a:cubicBezTo>
                      <a:pt x="29" y="14"/>
                      <a:pt x="30" y="6"/>
                      <a:pt x="25" y="0"/>
                    </a:cubicBezTo>
                  </a:path>
                </a:pathLst>
              </a:custGeom>
              <a:solidFill>
                <a:srgbClr val="FDEA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347" name="Freeform 699">
                <a:extLst>
                  <a:ext uri="{FF2B5EF4-FFF2-40B4-BE49-F238E27FC236}">
                    <a16:creationId xmlns:a16="http://schemas.microsoft.com/office/drawing/2014/main" id="{927B32C7-6FF4-4235-981F-0932B60E64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3" y="2513"/>
                <a:ext cx="55" cy="105"/>
              </a:xfrm>
              <a:custGeom>
                <a:avLst/>
                <a:gdLst>
                  <a:gd name="T0" fmla="*/ 68 w 34"/>
                  <a:gd name="T1" fmla="*/ 13 h 65"/>
                  <a:gd name="T2" fmla="*/ 42 w 34"/>
                  <a:gd name="T3" fmla="*/ 126 h 65"/>
                  <a:gd name="T4" fmla="*/ 0 w 34"/>
                  <a:gd name="T5" fmla="*/ 220 h 65"/>
                  <a:gd name="T6" fmla="*/ 47 w 34"/>
                  <a:gd name="T7" fmla="*/ 247 h 65"/>
                  <a:gd name="T8" fmla="*/ 128 w 34"/>
                  <a:gd name="T9" fmla="*/ 149 h 65"/>
                  <a:gd name="T10" fmla="*/ 84 w 34"/>
                  <a:gd name="T11" fmla="*/ 0 h 6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4" h="65">
                    <a:moveTo>
                      <a:pt x="16" y="3"/>
                    </a:moveTo>
                    <a:cubicBezTo>
                      <a:pt x="14" y="13"/>
                      <a:pt x="12" y="21"/>
                      <a:pt x="10" y="30"/>
                    </a:cubicBezTo>
                    <a:cubicBezTo>
                      <a:pt x="8" y="38"/>
                      <a:pt x="7" y="48"/>
                      <a:pt x="0" y="52"/>
                    </a:cubicBezTo>
                    <a:cubicBezTo>
                      <a:pt x="5" y="59"/>
                      <a:pt x="2" y="65"/>
                      <a:pt x="11" y="59"/>
                    </a:cubicBezTo>
                    <a:cubicBezTo>
                      <a:pt x="19" y="54"/>
                      <a:pt x="27" y="44"/>
                      <a:pt x="30" y="35"/>
                    </a:cubicBezTo>
                    <a:cubicBezTo>
                      <a:pt x="34" y="21"/>
                      <a:pt x="32" y="10"/>
                      <a:pt x="20" y="0"/>
                    </a:cubicBezTo>
                  </a:path>
                </a:pathLst>
              </a:custGeom>
              <a:solidFill>
                <a:srgbClr val="FDEA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348" name="Freeform 700">
                <a:extLst>
                  <a:ext uri="{FF2B5EF4-FFF2-40B4-BE49-F238E27FC236}">
                    <a16:creationId xmlns:a16="http://schemas.microsoft.com/office/drawing/2014/main" id="{F5CC4A48-2963-4E13-98F4-40CBC320F1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2" y="1314"/>
                <a:ext cx="83" cy="426"/>
              </a:xfrm>
              <a:custGeom>
                <a:avLst/>
                <a:gdLst>
                  <a:gd name="T0" fmla="*/ 0 w 51"/>
                  <a:gd name="T1" fmla="*/ 0 h 264"/>
                  <a:gd name="T2" fmla="*/ 146 w 51"/>
                  <a:gd name="T3" fmla="*/ 253 h 264"/>
                  <a:gd name="T4" fmla="*/ 212 w 51"/>
                  <a:gd name="T5" fmla="*/ 700 h 264"/>
                  <a:gd name="T6" fmla="*/ 220 w 51"/>
                  <a:gd name="T7" fmla="*/ 1109 h 264"/>
                  <a:gd name="T8" fmla="*/ 164 w 51"/>
                  <a:gd name="T9" fmla="*/ 616 h 264"/>
                  <a:gd name="T10" fmla="*/ 0 w 51"/>
                  <a:gd name="T11" fmla="*/ 0 h 26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1" h="264">
                    <a:moveTo>
                      <a:pt x="0" y="0"/>
                    </a:moveTo>
                    <a:cubicBezTo>
                      <a:pt x="14" y="8"/>
                      <a:pt x="28" y="27"/>
                      <a:pt x="34" y="60"/>
                    </a:cubicBezTo>
                    <a:cubicBezTo>
                      <a:pt x="40" y="93"/>
                      <a:pt x="47" y="123"/>
                      <a:pt x="49" y="167"/>
                    </a:cubicBezTo>
                    <a:cubicBezTo>
                      <a:pt x="51" y="211"/>
                      <a:pt x="50" y="239"/>
                      <a:pt x="51" y="264"/>
                    </a:cubicBezTo>
                    <a:cubicBezTo>
                      <a:pt x="47" y="242"/>
                      <a:pt x="44" y="172"/>
                      <a:pt x="38" y="147"/>
                    </a:cubicBezTo>
                    <a:cubicBezTo>
                      <a:pt x="32" y="122"/>
                      <a:pt x="28" y="30"/>
                      <a:pt x="0" y="0"/>
                    </a:cubicBezTo>
                  </a:path>
                </a:pathLst>
              </a:custGeom>
              <a:solidFill>
                <a:srgbClr val="FDEA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349" name="Freeform 701">
                <a:extLst>
                  <a:ext uri="{FF2B5EF4-FFF2-40B4-BE49-F238E27FC236}">
                    <a16:creationId xmlns:a16="http://schemas.microsoft.com/office/drawing/2014/main" id="{279987E9-6133-4C27-A6DD-95500488AA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1" y="3273"/>
                <a:ext cx="64" cy="457"/>
              </a:xfrm>
              <a:custGeom>
                <a:avLst/>
                <a:gdLst>
                  <a:gd name="T0" fmla="*/ 30 w 39"/>
                  <a:gd name="T1" fmla="*/ 0 h 283"/>
                  <a:gd name="T2" fmla="*/ 41 w 39"/>
                  <a:gd name="T3" fmla="*/ 636 h 283"/>
                  <a:gd name="T4" fmla="*/ 172 w 39"/>
                  <a:gd name="T5" fmla="*/ 1192 h 283"/>
                  <a:gd name="T6" fmla="*/ 80 w 39"/>
                  <a:gd name="T7" fmla="*/ 576 h 283"/>
                  <a:gd name="T8" fmla="*/ 30 w 39"/>
                  <a:gd name="T9" fmla="*/ 0 h 28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9" h="283">
                    <a:moveTo>
                      <a:pt x="7" y="0"/>
                    </a:moveTo>
                    <a:cubicBezTo>
                      <a:pt x="0" y="25"/>
                      <a:pt x="0" y="111"/>
                      <a:pt x="9" y="151"/>
                    </a:cubicBezTo>
                    <a:cubicBezTo>
                      <a:pt x="17" y="191"/>
                      <a:pt x="36" y="267"/>
                      <a:pt x="39" y="283"/>
                    </a:cubicBezTo>
                    <a:cubicBezTo>
                      <a:pt x="36" y="252"/>
                      <a:pt x="22" y="158"/>
                      <a:pt x="18" y="137"/>
                    </a:cubicBezTo>
                    <a:cubicBezTo>
                      <a:pt x="14" y="116"/>
                      <a:pt x="5" y="31"/>
                      <a:pt x="7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350" name="Freeform 702">
                <a:extLst>
                  <a:ext uri="{FF2B5EF4-FFF2-40B4-BE49-F238E27FC236}">
                    <a16:creationId xmlns:a16="http://schemas.microsoft.com/office/drawing/2014/main" id="{00E78906-6713-4DA2-8D8F-26C4F559D9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2" y="3215"/>
                <a:ext cx="38" cy="518"/>
              </a:xfrm>
              <a:custGeom>
                <a:avLst/>
                <a:gdLst>
                  <a:gd name="T0" fmla="*/ 71 w 23"/>
                  <a:gd name="T1" fmla="*/ 1349 h 321"/>
                  <a:gd name="T2" fmla="*/ 28 w 23"/>
                  <a:gd name="T3" fmla="*/ 560 h 321"/>
                  <a:gd name="T4" fmla="*/ 50 w 23"/>
                  <a:gd name="T5" fmla="*/ 0 h 321"/>
                  <a:gd name="T6" fmla="*/ 83 w 23"/>
                  <a:gd name="T7" fmla="*/ 583 h 321"/>
                  <a:gd name="T8" fmla="*/ 71 w 23"/>
                  <a:gd name="T9" fmla="*/ 1349 h 3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321">
                    <a:moveTo>
                      <a:pt x="16" y="321"/>
                    </a:moveTo>
                    <a:cubicBezTo>
                      <a:pt x="20" y="301"/>
                      <a:pt x="12" y="190"/>
                      <a:pt x="6" y="133"/>
                    </a:cubicBezTo>
                    <a:cubicBezTo>
                      <a:pt x="0" y="77"/>
                      <a:pt x="2" y="25"/>
                      <a:pt x="11" y="0"/>
                    </a:cubicBezTo>
                    <a:cubicBezTo>
                      <a:pt x="7" y="20"/>
                      <a:pt x="14" y="87"/>
                      <a:pt x="18" y="139"/>
                    </a:cubicBezTo>
                    <a:cubicBezTo>
                      <a:pt x="23" y="191"/>
                      <a:pt x="22" y="298"/>
                      <a:pt x="16" y="32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351" name="Freeform 703">
                <a:extLst>
                  <a:ext uri="{FF2B5EF4-FFF2-40B4-BE49-F238E27FC236}">
                    <a16:creationId xmlns:a16="http://schemas.microsoft.com/office/drawing/2014/main" id="{DABB4A83-4DE7-4A98-84BE-EA58F1CA9C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8" y="3250"/>
                <a:ext cx="64" cy="456"/>
              </a:xfrm>
              <a:custGeom>
                <a:avLst/>
                <a:gdLst>
                  <a:gd name="T0" fmla="*/ 130 w 39"/>
                  <a:gd name="T1" fmla="*/ 0 h 282"/>
                  <a:gd name="T2" fmla="*/ 138 w 39"/>
                  <a:gd name="T3" fmla="*/ 644 h 282"/>
                  <a:gd name="T4" fmla="*/ 0 w 39"/>
                  <a:gd name="T5" fmla="*/ 1192 h 282"/>
                  <a:gd name="T6" fmla="*/ 110 w 39"/>
                  <a:gd name="T7" fmla="*/ 500 h 282"/>
                  <a:gd name="T8" fmla="*/ 130 w 39"/>
                  <a:gd name="T9" fmla="*/ 0 h 28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9" h="282">
                    <a:moveTo>
                      <a:pt x="29" y="0"/>
                    </a:moveTo>
                    <a:cubicBezTo>
                      <a:pt x="34" y="35"/>
                      <a:pt x="39" y="102"/>
                      <a:pt x="31" y="152"/>
                    </a:cubicBezTo>
                    <a:cubicBezTo>
                      <a:pt x="23" y="202"/>
                      <a:pt x="6" y="258"/>
                      <a:pt x="0" y="282"/>
                    </a:cubicBezTo>
                    <a:cubicBezTo>
                      <a:pt x="2" y="256"/>
                      <a:pt x="23" y="173"/>
                      <a:pt x="25" y="118"/>
                    </a:cubicBezTo>
                    <a:cubicBezTo>
                      <a:pt x="27" y="63"/>
                      <a:pt x="32" y="10"/>
                      <a:pt x="29" y="0"/>
                    </a:cubicBezTo>
                  </a:path>
                </a:pathLst>
              </a:custGeom>
              <a:solidFill>
                <a:srgbClr val="FDEA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352" name="Freeform 704">
                <a:extLst>
                  <a:ext uri="{FF2B5EF4-FFF2-40B4-BE49-F238E27FC236}">
                    <a16:creationId xmlns:a16="http://schemas.microsoft.com/office/drawing/2014/main" id="{246C2F02-9D5E-44AC-AA69-AEDA0FE81A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6" y="3788"/>
                <a:ext cx="29" cy="124"/>
              </a:xfrm>
              <a:custGeom>
                <a:avLst/>
                <a:gdLst>
                  <a:gd name="T0" fmla="*/ 71 w 18"/>
                  <a:gd name="T1" fmla="*/ 0 h 77"/>
                  <a:gd name="T2" fmla="*/ 50 w 18"/>
                  <a:gd name="T3" fmla="*/ 187 h 77"/>
                  <a:gd name="T4" fmla="*/ 60 w 18"/>
                  <a:gd name="T5" fmla="*/ 322 h 77"/>
                  <a:gd name="T6" fmla="*/ 5 w 18"/>
                  <a:gd name="T7" fmla="*/ 213 h 77"/>
                  <a:gd name="T8" fmla="*/ 47 w 18"/>
                  <a:gd name="T9" fmla="*/ 156 h 77"/>
                  <a:gd name="T10" fmla="*/ 76 w 18"/>
                  <a:gd name="T11" fmla="*/ 42 h 7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8" h="77">
                    <a:moveTo>
                      <a:pt x="17" y="0"/>
                    </a:moveTo>
                    <a:cubicBezTo>
                      <a:pt x="16" y="16"/>
                      <a:pt x="15" y="29"/>
                      <a:pt x="12" y="45"/>
                    </a:cubicBezTo>
                    <a:cubicBezTo>
                      <a:pt x="9" y="57"/>
                      <a:pt x="14" y="65"/>
                      <a:pt x="14" y="77"/>
                    </a:cubicBezTo>
                    <a:cubicBezTo>
                      <a:pt x="11" y="70"/>
                      <a:pt x="0" y="59"/>
                      <a:pt x="1" y="51"/>
                    </a:cubicBezTo>
                    <a:cubicBezTo>
                      <a:pt x="2" y="47"/>
                      <a:pt x="9" y="42"/>
                      <a:pt x="11" y="37"/>
                    </a:cubicBezTo>
                    <a:cubicBezTo>
                      <a:pt x="15" y="28"/>
                      <a:pt x="12" y="17"/>
                      <a:pt x="18" y="10"/>
                    </a:cubicBezTo>
                  </a:path>
                </a:pathLst>
              </a:custGeom>
              <a:solidFill>
                <a:srgbClr val="FDEA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353" name="Freeform 705">
                <a:extLst>
                  <a:ext uri="{FF2B5EF4-FFF2-40B4-BE49-F238E27FC236}">
                    <a16:creationId xmlns:a16="http://schemas.microsoft.com/office/drawing/2014/main" id="{2893DCF4-3292-4167-B3E4-D44575824B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8" y="3727"/>
                <a:ext cx="27" cy="138"/>
              </a:xfrm>
              <a:custGeom>
                <a:avLst/>
                <a:gdLst>
                  <a:gd name="T0" fmla="*/ 48 w 17"/>
                  <a:gd name="T1" fmla="*/ 149 h 86"/>
                  <a:gd name="T2" fmla="*/ 43 w 17"/>
                  <a:gd name="T3" fmla="*/ 355 h 86"/>
                  <a:gd name="T4" fmla="*/ 21 w 17"/>
                  <a:gd name="T5" fmla="*/ 170 h 86"/>
                  <a:gd name="T6" fmla="*/ 5 w 17"/>
                  <a:gd name="T7" fmla="*/ 69 h 86"/>
                  <a:gd name="T8" fmla="*/ 8 w 17"/>
                  <a:gd name="T9" fmla="*/ 0 h 86"/>
                  <a:gd name="T10" fmla="*/ 52 w 17"/>
                  <a:gd name="T11" fmla="*/ 144 h 8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7" h="86">
                    <a:moveTo>
                      <a:pt x="12" y="36"/>
                    </a:moveTo>
                    <a:cubicBezTo>
                      <a:pt x="17" y="54"/>
                      <a:pt x="17" y="68"/>
                      <a:pt x="11" y="86"/>
                    </a:cubicBezTo>
                    <a:cubicBezTo>
                      <a:pt x="13" y="72"/>
                      <a:pt x="10" y="54"/>
                      <a:pt x="5" y="41"/>
                    </a:cubicBezTo>
                    <a:cubicBezTo>
                      <a:pt x="1" y="32"/>
                      <a:pt x="0" y="28"/>
                      <a:pt x="1" y="17"/>
                    </a:cubicBezTo>
                    <a:cubicBezTo>
                      <a:pt x="2" y="12"/>
                      <a:pt x="4" y="5"/>
                      <a:pt x="2" y="0"/>
                    </a:cubicBezTo>
                    <a:cubicBezTo>
                      <a:pt x="4" y="12"/>
                      <a:pt x="9" y="24"/>
                      <a:pt x="13" y="35"/>
                    </a:cubicBezTo>
                  </a:path>
                </a:pathLst>
              </a:custGeom>
              <a:solidFill>
                <a:srgbClr val="FDEA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354" name="Freeform 706">
                <a:extLst>
                  <a:ext uri="{FF2B5EF4-FFF2-40B4-BE49-F238E27FC236}">
                    <a16:creationId xmlns:a16="http://schemas.microsoft.com/office/drawing/2014/main" id="{DB9AF60D-E2F0-4FDB-8B45-036CA8847C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5" y="2484"/>
                <a:ext cx="76" cy="216"/>
              </a:xfrm>
              <a:custGeom>
                <a:avLst/>
                <a:gdLst>
                  <a:gd name="T0" fmla="*/ 115 w 47"/>
                  <a:gd name="T1" fmla="*/ 55 h 134"/>
                  <a:gd name="T2" fmla="*/ 84 w 47"/>
                  <a:gd name="T3" fmla="*/ 561 h 134"/>
                  <a:gd name="T4" fmla="*/ 105 w 47"/>
                  <a:gd name="T5" fmla="*/ 377 h 134"/>
                  <a:gd name="T6" fmla="*/ 110 w 47"/>
                  <a:gd name="T7" fmla="*/ 184 h 134"/>
                  <a:gd name="T8" fmla="*/ 136 w 47"/>
                  <a:gd name="T9" fmla="*/ 89 h 134"/>
                  <a:gd name="T10" fmla="*/ 199 w 47"/>
                  <a:gd name="T11" fmla="*/ 0 h 134"/>
                  <a:gd name="T12" fmla="*/ 102 w 47"/>
                  <a:gd name="T13" fmla="*/ 63 h 13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7" h="134">
                    <a:moveTo>
                      <a:pt x="27" y="13"/>
                    </a:moveTo>
                    <a:cubicBezTo>
                      <a:pt x="0" y="25"/>
                      <a:pt x="31" y="103"/>
                      <a:pt x="20" y="134"/>
                    </a:cubicBezTo>
                    <a:cubicBezTo>
                      <a:pt x="19" y="119"/>
                      <a:pt x="23" y="105"/>
                      <a:pt x="25" y="90"/>
                    </a:cubicBezTo>
                    <a:cubicBezTo>
                      <a:pt x="26" y="74"/>
                      <a:pt x="24" y="59"/>
                      <a:pt x="26" y="44"/>
                    </a:cubicBezTo>
                    <a:cubicBezTo>
                      <a:pt x="26" y="36"/>
                      <a:pt x="28" y="29"/>
                      <a:pt x="32" y="21"/>
                    </a:cubicBezTo>
                    <a:cubicBezTo>
                      <a:pt x="35" y="15"/>
                      <a:pt x="41" y="2"/>
                      <a:pt x="47" y="0"/>
                    </a:cubicBezTo>
                    <a:cubicBezTo>
                      <a:pt x="39" y="3"/>
                      <a:pt x="32" y="11"/>
                      <a:pt x="24" y="1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355" name="Freeform 707">
                <a:extLst>
                  <a:ext uri="{FF2B5EF4-FFF2-40B4-BE49-F238E27FC236}">
                    <a16:creationId xmlns:a16="http://schemas.microsoft.com/office/drawing/2014/main" id="{5A905B3E-816C-4206-B25E-18B3BEBA8A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3" y="2928"/>
                <a:ext cx="31" cy="251"/>
              </a:xfrm>
              <a:custGeom>
                <a:avLst/>
                <a:gdLst>
                  <a:gd name="T0" fmla="*/ 39 w 19"/>
                  <a:gd name="T1" fmla="*/ 0 h 156"/>
                  <a:gd name="T2" fmla="*/ 29 w 19"/>
                  <a:gd name="T3" fmla="*/ 327 h 156"/>
                  <a:gd name="T4" fmla="*/ 62 w 19"/>
                  <a:gd name="T5" fmla="*/ 650 h 156"/>
                  <a:gd name="T6" fmla="*/ 64 w 19"/>
                  <a:gd name="T7" fmla="*/ 349 h 156"/>
                  <a:gd name="T8" fmla="*/ 47 w 19"/>
                  <a:gd name="T9" fmla="*/ 82 h 156"/>
                  <a:gd name="T10" fmla="*/ 39 w 19"/>
                  <a:gd name="T11" fmla="*/ 0 h 15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9" h="156">
                    <a:moveTo>
                      <a:pt x="9" y="0"/>
                    </a:moveTo>
                    <a:cubicBezTo>
                      <a:pt x="8" y="22"/>
                      <a:pt x="0" y="49"/>
                      <a:pt x="7" y="78"/>
                    </a:cubicBezTo>
                    <a:cubicBezTo>
                      <a:pt x="14" y="107"/>
                      <a:pt x="18" y="130"/>
                      <a:pt x="14" y="156"/>
                    </a:cubicBezTo>
                    <a:cubicBezTo>
                      <a:pt x="19" y="135"/>
                      <a:pt x="18" y="103"/>
                      <a:pt x="15" y="84"/>
                    </a:cubicBezTo>
                    <a:cubicBezTo>
                      <a:pt x="12" y="68"/>
                      <a:pt x="10" y="35"/>
                      <a:pt x="11" y="20"/>
                    </a:cubicBezTo>
                    <a:cubicBezTo>
                      <a:pt x="12" y="6"/>
                      <a:pt x="9" y="0"/>
                      <a:pt x="9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356" name="Freeform 708">
                <a:extLst>
                  <a:ext uri="{FF2B5EF4-FFF2-40B4-BE49-F238E27FC236}">
                    <a16:creationId xmlns:a16="http://schemas.microsoft.com/office/drawing/2014/main" id="{92FABB06-CA45-4C5D-89DC-DF2432E31E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5" y="3972"/>
                <a:ext cx="115" cy="74"/>
              </a:xfrm>
              <a:custGeom>
                <a:avLst/>
                <a:gdLst>
                  <a:gd name="T0" fmla="*/ 47 w 71"/>
                  <a:gd name="T1" fmla="*/ 150 h 46"/>
                  <a:gd name="T2" fmla="*/ 225 w 71"/>
                  <a:gd name="T3" fmla="*/ 156 h 46"/>
                  <a:gd name="T4" fmla="*/ 259 w 71"/>
                  <a:gd name="T5" fmla="*/ 0 h 46"/>
                  <a:gd name="T6" fmla="*/ 246 w 71"/>
                  <a:gd name="T7" fmla="*/ 55 h 46"/>
                  <a:gd name="T8" fmla="*/ 165 w 71"/>
                  <a:gd name="T9" fmla="*/ 90 h 46"/>
                  <a:gd name="T10" fmla="*/ 16 w 71"/>
                  <a:gd name="T11" fmla="*/ 80 h 46"/>
                  <a:gd name="T12" fmla="*/ 26 w 71"/>
                  <a:gd name="T13" fmla="*/ 156 h 4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1" h="46">
                    <a:moveTo>
                      <a:pt x="11" y="36"/>
                    </a:moveTo>
                    <a:cubicBezTo>
                      <a:pt x="21" y="46"/>
                      <a:pt x="41" y="43"/>
                      <a:pt x="53" y="37"/>
                    </a:cubicBezTo>
                    <a:cubicBezTo>
                      <a:pt x="71" y="28"/>
                      <a:pt x="67" y="16"/>
                      <a:pt x="61" y="0"/>
                    </a:cubicBezTo>
                    <a:cubicBezTo>
                      <a:pt x="61" y="6"/>
                      <a:pt x="62" y="9"/>
                      <a:pt x="58" y="13"/>
                    </a:cubicBezTo>
                    <a:cubicBezTo>
                      <a:pt x="54" y="17"/>
                      <a:pt x="45" y="20"/>
                      <a:pt x="39" y="22"/>
                    </a:cubicBezTo>
                    <a:cubicBezTo>
                      <a:pt x="28" y="24"/>
                      <a:pt x="15" y="22"/>
                      <a:pt x="4" y="19"/>
                    </a:cubicBezTo>
                    <a:cubicBezTo>
                      <a:pt x="0" y="23"/>
                      <a:pt x="6" y="32"/>
                      <a:pt x="6" y="37"/>
                    </a:cubicBezTo>
                  </a:path>
                </a:pathLst>
              </a:custGeom>
              <a:solidFill>
                <a:srgbClr val="FDEA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357" name="Freeform 709">
                <a:extLst>
                  <a:ext uri="{FF2B5EF4-FFF2-40B4-BE49-F238E27FC236}">
                    <a16:creationId xmlns:a16="http://schemas.microsoft.com/office/drawing/2014/main" id="{5DFD6479-A1C8-498F-AF96-E0CCB422FD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4" y="3875"/>
                <a:ext cx="122" cy="162"/>
              </a:xfrm>
              <a:custGeom>
                <a:avLst/>
                <a:gdLst>
                  <a:gd name="T0" fmla="*/ 0 w 75"/>
                  <a:gd name="T1" fmla="*/ 424 h 100"/>
                  <a:gd name="T2" fmla="*/ 89 w 75"/>
                  <a:gd name="T3" fmla="*/ 410 h 100"/>
                  <a:gd name="T4" fmla="*/ 164 w 75"/>
                  <a:gd name="T5" fmla="*/ 418 h 100"/>
                  <a:gd name="T6" fmla="*/ 228 w 75"/>
                  <a:gd name="T7" fmla="*/ 390 h 100"/>
                  <a:gd name="T8" fmla="*/ 270 w 75"/>
                  <a:gd name="T9" fmla="*/ 322 h 100"/>
                  <a:gd name="T10" fmla="*/ 294 w 75"/>
                  <a:gd name="T11" fmla="*/ 152 h 100"/>
                  <a:gd name="T12" fmla="*/ 275 w 75"/>
                  <a:gd name="T13" fmla="*/ 0 h 100"/>
                  <a:gd name="T14" fmla="*/ 228 w 75"/>
                  <a:gd name="T15" fmla="*/ 84 h 100"/>
                  <a:gd name="T16" fmla="*/ 233 w 75"/>
                  <a:gd name="T17" fmla="*/ 198 h 100"/>
                  <a:gd name="T18" fmla="*/ 190 w 75"/>
                  <a:gd name="T19" fmla="*/ 288 h 100"/>
                  <a:gd name="T20" fmla="*/ 111 w 75"/>
                  <a:gd name="T21" fmla="*/ 384 h 10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75" h="100">
                    <a:moveTo>
                      <a:pt x="0" y="100"/>
                    </a:moveTo>
                    <a:cubicBezTo>
                      <a:pt x="7" y="97"/>
                      <a:pt x="13" y="95"/>
                      <a:pt x="21" y="96"/>
                    </a:cubicBezTo>
                    <a:cubicBezTo>
                      <a:pt x="27" y="97"/>
                      <a:pt x="32" y="99"/>
                      <a:pt x="38" y="98"/>
                    </a:cubicBezTo>
                    <a:cubicBezTo>
                      <a:pt x="43" y="97"/>
                      <a:pt x="49" y="95"/>
                      <a:pt x="53" y="92"/>
                    </a:cubicBezTo>
                    <a:cubicBezTo>
                      <a:pt x="61" y="88"/>
                      <a:pt x="61" y="84"/>
                      <a:pt x="63" y="76"/>
                    </a:cubicBezTo>
                    <a:cubicBezTo>
                      <a:pt x="67" y="63"/>
                      <a:pt x="67" y="49"/>
                      <a:pt x="68" y="36"/>
                    </a:cubicBezTo>
                    <a:cubicBezTo>
                      <a:pt x="68" y="24"/>
                      <a:pt x="75" y="8"/>
                      <a:pt x="64" y="0"/>
                    </a:cubicBezTo>
                    <a:cubicBezTo>
                      <a:pt x="60" y="4"/>
                      <a:pt x="54" y="14"/>
                      <a:pt x="53" y="20"/>
                    </a:cubicBezTo>
                    <a:cubicBezTo>
                      <a:pt x="51" y="28"/>
                      <a:pt x="55" y="37"/>
                      <a:pt x="54" y="46"/>
                    </a:cubicBezTo>
                    <a:cubicBezTo>
                      <a:pt x="53" y="55"/>
                      <a:pt x="49" y="61"/>
                      <a:pt x="44" y="68"/>
                    </a:cubicBezTo>
                    <a:cubicBezTo>
                      <a:pt x="39" y="75"/>
                      <a:pt x="36" y="89"/>
                      <a:pt x="26" y="90"/>
                    </a:cubicBezTo>
                  </a:path>
                </a:pathLst>
              </a:custGeom>
              <a:solidFill>
                <a:srgbClr val="FDEA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358" name="Freeform 710">
                <a:extLst>
                  <a:ext uri="{FF2B5EF4-FFF2-40B4-BE49-F238E27FC236}">
                    <a16:creationId xmlns:a16="http://schemas.microsoft.com/office/drawing/2014/main" id="{56EF4C45-3BED-4EDF-9A0F-C6B9833345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2" y="2064"/>
                <a:ext cx="32" cy="13"/>
              </a:xfrm>
              <a:custGeom>
                <a:avLst/>
                <a:gdLst>
                  <a:gd name="T0" fmla="*/ 0 w 20"/>
                  <a:gd name="T1" fmla="*/ 34 h 8"/>
                  <a:gd name="T2" fmla="*/ 35 w 20"/>
                  <a:gd name="T3" fmla="*/ 0 h 8"/>
                  <a:gd name="T4" fmla="*/ 82 w 20"/>
                  <a:gd name="T5" fmla="*/ 34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8">
                    <a:moveTo>
                      <a:pt x="0" y="8"/>
                    </a:moveTo>
                    <a:cubicBezTo>
                      <a:pt x="4" y="2"/>
                      <a:pt x="5" y="0"/>
                      <a:pt x="9" y="0"/>
                    </a:cubicBezTo>
                    <a:cubicBezTo>
                      <a:pt x="14" y="0"/>
                      <a:pt x="15" y="2"/>
                      <a:pt x="20" y="8"/>
                    </a:cubicBezTo>
                  </a:path>
                </a:pathLst>
              </a:custGeom>
              <a:noFill/>
              <a:ln w="4763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359" name="Freeform 711">
                <a:extLst>
                  <a:ext uri="{FF2B5EF4-FFF2-40B4-BE49-F238E27FC236}">
                    <a16:creationId xmlns:a16="http://schemas.microsoft.com/office/drawing/2014/main" id="{BC5E7BE7-1D33-4780-BDD2-3E99D83676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7" y="2072"/>
                <a:ext cx="21" cy="10"/>
              </a:xfrm>
              <a:custGeom>
                <a:avLst/>
                <a:gdLst>
                  <a:gd name="T0" fmla="*/ 0 w 13"/>
                  <a:gd name="T1" fmla="*/ 0 h 6"/>
                  <a:gd name="T2" fmla="*/ 55 w 13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6">
                    <a:moveTo>
                      <a:pt x="0" y="0"/>
                    </a:moveTo>
                    <a:cubicBezTo>
                      <a:pt x="2" y="6"/>
                      <a:pt x="11" y="6"/>
                      <a:pt x="13" y="0"/>
                    </a:cubicBezTo>
                  </a:path>
                </a:pathLst>
              </a:custGeom>
              <a:noFill/>
              <a:ln w="4763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360" name="Freeform 712">
                <a:extLst>
                  <a:ext uri="{FF2B5EF4-FFF2-40B4-BE49-F238E27FC236}">
                    <a16:creationId xmlns:a16="http://schemas.microsoft.com/office/drawing/2014/main" id="{C706C4D4-EE53-4666-8B54-B7B93F42FE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5" y="1289"/>
                <a:ext cx="164" cy="18"/>
              </a:xfrm>
              <a:custGeom>
                <a:avLst/>
                <a:gdLst>
                  <a:gd name="T0" fmla="*/ 0 w 101"/>
                  <a:gd name="T1" fmla="*/ 0 h 11"/>
                  <a:gd name="T2" fmla="*/ 115 w 101"/>
                  <a:gd name="T3" fmla="*/ 21 h 11"/>
                  <a:gd name="T4" fmla="*/ 248 w 101"/>
                  <a:gd name="T5" fmla="*/ 21 h 11"/>
                  <a:gd name="T6" fmla="*/ 424 w 101"/>
                  <a:gd name="T7" fmla="*/ 34 h 11"/>
                  <a:gd name="T8" fmla="*/ 432 w 101"/>
                  <a:gd name="T9" fmla="*/ 47 h 11"/>
                  <a:gd name="T10" fmla="*/ 427 w 101"/>
                  <a:gd name="T11" fmla="*/ 26 h 11"/>
                  <a:gd name="T12" fmla="*/ 248 w 101"/>
                  <a:gd name="T13" fmla="*/ 13 h 11"/>
                  <a:gd name="T14" fmla="*/ 119 w 101"/>
                  <a:gd name="T15" fmla="*/ 13 h 11"/>
                  <a:gd name="T16" fmla="*/ 0 w 101"/>
                  <a:gd name="T17" fmla="*/ 0 h 1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1" h="11">
                    <a:moveTo>
                      <a:pt x="0" y="0"/>
                    </a:moveTo>
                    <a:cubicBezTo>
                      <a:pt x="5" y="0"/>
                      <a:pt x="22" y="3"/>
                      <a:pt x="27" y="5"/>
                    </a:cubicBezTo>
                    <a:cubicBezTo>
                      <a:pt x="32" y="7"/>
                      <a:pt x="45" y="6"/>
                      <a:pt x="58" y="5"/>
                    </a:cubicBezTo>
                    <a:cubicBezTo>
                      <a:pt x="75" y="4"/>
                      <a:pt x="93" y="3"/>
                      <a:pt x="99" y="8"/>
                    </a:cubicBezTo>
                    <a:cubicBezTo>
                      <a:pt x="99" y="8"/>
                      <a:pt x="101" y="10"/>
                      <a:pt x="101" y="11"/>
                    </a:cubicBezTo>
                    <a:cubicBezTo>
                      <a:pt x="101" y="9"/>
                      <a:pt x="101" y="7"/>
                      <a:pt x="100" y="6"/>
                    </a:cubicBezTo>
                    <a:cubicBezTo>
                      <a:pt x="94" y="0"/>
                      <a:pt x="76" y="2"/>
                      <a:pt x="58" y="3"/>
                    </a:cubicBezTo>
                    <a:cubicBezTo>
                      <a:pt x="45" y="4"/>
                      <a:pt x="33" y="5"/>
                      <a:pt x="28" y="3"/>
                    </a:cubicBezTo>
                    <a:cubicBezTo>
                      <a:pt x="22" y="1"/>
                      <a:pt x="6" y="0"/>
                      <a:pt x="0" y="0"/>
                    </a:cubicBezTo>
                  </a:path>
                </a:pathLst>
              </a:custGeom>
              <a:solidFill>
                <a:srgbClr val="585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361" name="Freeform 713">
                <a:extLst>
                  <a:ext uri="{FF2B5EF4-FFF2-40B4-BE49-F238E27FC236}">
                    <a16:creationId xmlns:a16="http://schemas.microsoft.com/office/drawing/2014/main" id="{6F905EDD-748A-4C17-A9FC-C52C2D1A0B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3" y="1326"/>
                <a:ext cx="31" cy="18"/>
              </a:xfrm>
              <a:custGeom>
                <a:avLst/>
                <a:gdLst>
                  <a:gd name="T0" fmla="*/ 0 w 19"/>
                  <a:gd name="T1" fmla="*/ 0 h 11"/>
                  <a:gd name="T2" fmla="*/ 39 w 19"/>
                  <a:gd name="T3" fmla="*/ 47 h 11"/>
                  <a:gd name="T4" fmla="*/ 83 w 19"/>
                  <a:gd name="T5" fmla="*/ 5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11">
                    <a:moveTo>
                      <a:pt x="0" y="0"/>
                    </a:moveTo>
                    <a:cubicBezTo>
                      <a:pt x="3" y="7"/>
                      <a:pt x="6" y="10"/>
                      <a:pt x="9" y="11"/>
                    </a:cubicBezTo>
                    <a:cubicBezTo>
                      <a:pt x="11" y="11"/>
                      <a:pt x="15" y="7"/>
                      <a:pt x="19" y="1"/>
                    </a:cubicBezTo>
                  </a:path>
                </a:pathLst>
              </a:custGeom>
              <a:noFill/>
              <a:ln w="3175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362" name="Freeform 714">
                <a:extLst>
                  <a:ext uri="{FF2B5EF4-FFF2-40B4-BE49-F238E27FC236}">
                    <a16:creationId xmlns:a16="http://schemas.microsoft.com/office/drawing/2014/main" id="{3CC12909-7BB9-4F4D-9A6E-99A4EE0210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0" y="3977"/>
                <a:ext cx="28" cy="64"/>
              </a:xfrm>
              <a:custGeom>
                <a:avLst/>
                <a:gdLst>
                  <a:gd name="T0" fmla="*/ 71 w 17"/>
                  <a:gd name="T1" fmla="*/ 0 h 40"/>
                  <a:gd name="T2" fmla="*/ 54 w 17"/>
                  <a:gd name="T3" fmla="*/ 48 h 40"/>
                  <a:gd name="T4" fmla="*/ 33 w 17"/>
                  <a:gd name="T5" fmla="*/ 163 h 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40">
                    <a:moveTo>
                      <a:pt x="16" y="0"/>
                    </a:moveTo>
                    <a:cubicBezTo>
                      <a:pt x="17" y="4"/>
                      <a:pt x="15" y="9"/>
                      <a:pt x="12" y="12"/>
                    </a:cubicBezTo>
                    <a:cubicBezTo>
                      <a:pt x="8" y="17"/>
                      <a:pt x="0" y="32"/>
                      <a:pt x="7" y="40"/>
                    </a:cubicBezTo>
                  </a:path>
                </a:pathLst>
              </a:custGeom>
              <a:noFill/>
              <a:ln w="4763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363" name="Freeform 715">
                <a:extLst>
                  <a:ext uri="{FF2B5EF4-FFF2-40B4-BE49-F238E27FC236}">
                    <a16:creationId xmlns:a16="http://schemas.microsoft.com/office/drawing/2014/main" id="{FA2BD2B2-019D-409F-B4C8-9F7323AD11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8" y="3980"/>
                <a:ext cx="39" cy="61"/>
              </a:xfrm>
              <a:custGeom>
                <a:avLst/>
                <a:gdLst>
                  <a:gd name="T0" fmla="*/ 102 w 24"/>
                  <a:gd name="T1" fmla="*/ 0 h 38"/>
                  <a:gd name="T2" fmla="*/ 47 w 24"/>
                  <a:gd name="T3" fmla="*/ 56 h 38"/>
                  <a:gd name="T4" fmla="*/ 21 w 24"/>
                  <a:gd name="T5" fmla="*/ 157 h 3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38">
                    <a:moveTo>
                      <a:pt x="24" y="0"/>
                    </a:moveTo>
                    <a:cubicBezTo>
                      <a:pt x="21" y="7"/>
                      <a:pt x="13" y="12"/>
                      <a:pt x="11" y="14"/>
                    </a:cubicBezTo>
                    <a:cubicBezTo>
                      <a:pt x="3" y="22"/>
                      <a:pt x="0" y="31"/>
                      <a:pt x="5" y="38"/>
                    </a:cubicBezTo>
                  </a:path>
                </a:pathLst>
              </a:custGeom>
              <a:noFill/>
              <a:ln w="4763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364" name="Freeform 716">
                <a:extLst>
                  <a:ext uri="{FF2B5EF4-FFF2-40B4-BE49-F238E27FC236}">
                    <a16:creationId xmlns:a16="http://schemas.microsoft.com/office/drawing/2014/main" id="{5499BE63-BB69-432C-9254-8AA47195B2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5" y="3975"/>
                <a:ext cx="43" cy="62"/>
              </a:xfrm>
              <a:custGeom>
                <a:avLst/>
                <a:gdLst>
                  <a:gd name="T0" fmla="*/ 117 w 26"/>
                  <a:gd name="T1" fmla="*/ 0 h 38"/>
                  <a:gd name="T2" fmla="*/ 50 w 26"/>
                  <a:gd name="T3" fmla="*/ 69 h 38"/>
                  <a:gd name="T4" fmla="*/ 5 w 26"/>
                  <a:gd name="T5" fmla="*/ 165 h 3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38">
                    <a:moveTo>
                      <a:pt x="26" y="0"/>
                    </a:moveTo>
                    <a:cubicBezTo>
                      <a:pt x="21" y="5"/>
                      <a:pt x="16" y="12"/>
                      <a:pt x="11" y="16"/>
                    </a:cubicBezTo>
                    <a:cubicBezTo>
                      <a:pt x="7" y="21"/>
                      <a:pt x="0" y="30"/>
                      <a:pt x="1" y="38"/>
                    </a:cubicBezTo>
                  </a:path>
                </a:pathLst>
              </a:custGeom>
              <a:noFill/>
              <a:ln w="4763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365" name="Freeform 717">
                <a:extLst>
                  <a:ext uri="{FF2B5EF4-FFF2-40B4-BE49-F238E27FC236}">
                    <a16:creationId xmlns:a16="http://schemas.microsoft.com/office/drawing/2014/main" id="{95357EA4-5E7A-48C0-84CF-DF67E5991F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9" y="3969"/>
                <a:ext cx="31" cy="45"/>
              </a:xfrm>
              <a:custGeom>
                <a:avLst/>
                <a:gdLst>
                  <a:gd name="T0" fmla="*/ 83 w 19"/>
                  <a:gd name="T1" fmla="*/ 0 h 28"/>
                  <a:gd name="T2" fmla="*/ 34 w 19"/>
                  <a:gd name="T3" fmla="*/ 47 h 28"/>
                  <a:gd name="T4" fmla="*/ 5 w 19"/>
                  <a:gd name="T5" fmla="*/ 116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28">
                    <a:moveTo>
                      <a:pt x="19" y="0"/>
                    </a:moveTo>
                    <a:cubicBezTo>
                      <a:pt x="16" y="4"/>
                      <a:pt x="11" y="8"/>
                      <a:pt x="8" y="11"/>
                    </a:cubicBezTo>
                    <a:cubicBezTo>
                      <a:pt x="4" y="15"/>
                      <a:pt x="0" y="22"/>
                      <a:pt x="1" y="28"/>
                    </a:cubicBezTo>
                  </a:path>
                </a:pathLst>
              </a:custGeom>
              <a:noFill/>
              <a:ln w="4763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366" name="Freeform 718">
                <a:extLst>
                  <a:ext uri="{FF2B5EF4-FFF2-40B4-BE49-F238E27FC236}">
                    <a16:creationId xmlns:a16="http://schemas.microsoft.com/office/drawing/2014/main" id="{97A26D16-8514-46BD-815A-71A1F5F953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8" y="4003"/>
                <a:ext cx="43" cy="22"/>
              </a:xfrm>
              <a:custGeom>
                <a:avLst/>
                <a:gdLst>
                  <a:gd name="T0" fmla="*/ 0 w 26"/>
                  <a:gd name="T1" fmla="*/ 55 h 14"/>
                  <a:gd name="T2" fmla="*/ 91 w 26"/>
                  <a:gd name="T3" fmla="*/ 55 h 14"/>
                  <a:gd name="T4" fmla="*/ 63 w 26"/>
                  <a:gd name="T5" fmla="*/ 5 h 14"/>
                  <a:gd name="T6" fmla="*/ 0 w 26"/>
                  <a:gd name="T7" fmla="*/ 55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14">
                    <a:moveTo>
                      <a:pt x="0" y="14"/>
                    </a:moveTo>
                    <a:cubicBezTo>
                      <a:pt x="9" y="12"/>
                      <a:pt x="18" y="12"/>
                      <a:pt x="20" y="14"/>
                    </a:cubicBezTo>
                    <a:cubicBezTo>
                      <a:pt x="26" y="5"/>
                      <a:pt x="19" y="0"/>
                      <a:pt x="14" y="1"/>
                    </a:cubicBezTo>
                    <a:cubicBezTo>
                      <a:pt x="3" y="1"/>
                      <a:pt x="0" y="11"/>
                      <a:pt x="0" y="14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367" name="Freeform 719">
                <a:extLst>
                  <a:ext uri="{FF2B5EF4-FFF2-40B4-BE49-F238E27FC236}">
                    <a16:creationId xmlns:a16="http://schemas.microsoft.com/office/drawing/2014/main" id="{ACA6204F-3132-4AC6-9F81-BB0B40327C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4" y="4019"/>
                <a:ext cx="21" cy="18"/>
              </a:xfrm>
              <a:custGeom>
                <a:avLst/>
                <a:gdLst>
                  <a:gd name="T0" fmla="*/ 0 w 13"/>
                  <a:gd name="T1" fmla="*/ 47 h 11"/>
                  <a:gd name="T2" fmla="*/ 55 w 13"/>
                  <a:gd name="T3" fmla="*/ 43 h 11"/>
                  <a:gd name="T4" fmla="*/ 0 w 13"/>
                  <a:gd name="T5" fmla="*/ 47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1">
                    <a:moveTo>
                      <a:pt x="0" y="11"/>
                    </a:moveTo>
                    <a:cubicBezTo>
                      <a:pt x="2" y="11"/>
                      <a:pt x="11" y="9"/>
                      <a:pt x="13" y="10"/>
                    </a:cubicBezTo>
                    <a:cubicBezTo>
                      <a:pt x="12" y="1"/>
                      <a:pt x="1" y="0"/>
                      <a:pt x="0" y="11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368" name="Freeform 720">
                <a:extLst>
                  <a:ext uri="{FF2B5EF4-FFF2-40B4-BE49-F238E27FC236}">
                    <a16:creationId xmlns:a16="http://schemas.microsoft.com/office/drawing/2014/main" id="{FA4772F4-187E-4677-8C9F-D6C95AB50E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7" y="4024"/>
                <a:ext cx="18" cy="14"/>
              </a:xfrm>
              <a:custGeom>
                <a:avLst/>
                <a:gdLst>
                  <a:gd name="T0" fmla="*/ 0 w 11"/>
                  <a:gd name="T1" fmla="*/ 26 h 9"/>
                  <a:gd name="T2" fmla="*/ 47 w 11"/>
                  <a:gd name="T3" fmla="*/ 22 h 9"/>
                  <a:gd name="T4" fmla="*/ 0 w 11"/>
                  <a:gd name="T5" fmla="*/ 26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9">
                    <a:moveTo>
                      <a:pt x="0" y="7"/>
                    </a:moveTo>
                    <a:cubicBezTo>
                      <a:pt x="2" y="9"/>
                      <a:pt x="8" y="9"/>
                      <a:pt x="11" y="6"/>
                    </a:cubicBezTo>
                    <a:cubicBezTo>
                      <a:pt x="9" y="0"/>
                      <a:pt x="0" y="3"/>
                      <a:pt x="0" y="7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369" name="Freeform 721">
                <a:extLst>
                  <a:ext uri="{FF2B5EF4-FFF2-40B4-BE49-F238E27FC236}">
                    <a16:creationId xmlns:a16="http://schemas.microsoft.com/office/drawing/2014/main" id="{74AB2C49-DCC0-42E1-BA7C-B0C358678C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2" y="4009"/>
                <a:ext cx="15" cy="13"/>
              </a:xfrm>
              <a:custGeom>
                <a:avLst/>
                <a:gdLst>
                  <a:gd name="T0" fmla="*/ 0 w 9"/>
                  <a:gd name="T1" fmla="*/ 21 h 8"/>
                  <a:gd name="T2" fmla="*/ 37 w 9"/>
                  <a:gd name="T3" fmla="*/ 29 h 8"/>
                  <a:gd name="T4" fmla="*/ 0 w 9"/>
                  <a:gd name="T5" fmla="*/ 21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8">
                    <a:moveTo>
                      <a:pt x="0" y="5"/>
                    </a:moveTo>
                    <a:cubicBezTo>
                      <a:pt x="2" y="7"/>
                      <a:pt x="5" y="8"/>
                      <a:pt x="8" y="7"/>
                    </a:cubicBezTo>
                    <a:cubicBezTo>
                      <a:pt x="9" y="0"/>
                      <a:pt x="2" y="1"/>
                      <a:pt x="0" y="5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370" name="Freeform 722">
                <a:extLst>
                  <a:ext uri="{FF2B5EF4-FFF2-40B4-BE49-F238E27FC236}">
                    <a16:creationId xmlns:a16="http://schemas.microsoft.com/office/drawing/2014/main" id="{5707F4E2-1F2D-4F89-901F-24202D9DCE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8" y="1612"/>
                <a:ext cx="59" cy="58"/>
              </a:xfrm>
              <a:custGeom>
                <a:avLst/>
                <a:gdLst>
                  <a:gd name="T0" fmla="*/ 5 w 36"/>
                  <a:gd name="T1" fmla="*/ 81 h 36"/>
                  <a:gd name="T2" fmla="*/ 75 w 36"/>
                  <a:gd name="T3" fmla="*/ 5 h 36"/>
                  <a:gd name="T4" fmla="*/ 152 w 36"/>
                  <a:gd name="T5" fmla="*/ 71 h 36"/>
                  <a:gd name="T6" fmla="*/ 84 w 36"/>
                  <a:gd name="T7" fmla="*/ 145 h 36"/>
                  <a:gd name="T8" fmla="*/ 5 w 36"/>
                  <a:gd name="T9" fmla="*/ 81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" h="36">
                    <a:moveTo>
                      <a:pt x="1" y="19"/>
                    </a:moveTo>
                    <a:cubicBezTo>
                      <a:pt x="0" y="10"/>
                      <a:pt x="7" y="2"/>
                      <a:pt x="17" y="1"/>
                    </a:cubicBezTo>
                    <a:cubicBezTo>
                      <a:pt x="26" y="0"/>
                      <a:pt x="34" y="7"/>
                      <a:pt x="35" y="17"/>
                    </a:cubicBezTo>
                    <a:cubicBezTo>
                      <a:pt x="36" y="26"/>
                      <a:pt x="29" y="34"/>
                      <a:pt x="19" y="35"/>
                    </a:cubicBezTo>
                    <a:cubicBezTo>
                      <a:pt x="10" y="36"/>
                      <a:pt x="2" y="29"/>
                      <a:pt x="1" y="19"/>
                    </a:cubicBezTo>
                  </a:path>
                </a:pathLst>
              </a:custGeom>
              <a:solidFill>
                <a:srgbClr val="FEEC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371" name="Freeform 723">
                <a:extLst>
                  <a:ext uri="{FF2B5EF4-FFF2-40B4-BE49-F238E27FC236}">
                    <a16:creationId xmlns:a16="http://schemas.microsoft.com/office/drawing/2014/main" id="{B7680A2F-8796-4844-9D2A-277A7A8372D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646" y="1630"/>
                <a:ext cx="23" cy="23"/>
              </a:xfrm>
              <a:custGeom>
                <a:avLst/>
                <a:gdLst>
                  <a:gd name="T0" fmla="*/ 62 w 14"/>
                  <a:gd name="T1" fmla="*/ 21 h 14"/>
                  <a:gd name="T2" fmla="*/ 58 w 14"/>
                  <a:gd name="T3" fmla="*/ 41 h 14"/>
                  <a:gd name="T4" fmla="*/ 43 w 14"/>
                  <a:gd name="T5" fmla="*/ 43 h 14"/>
                  <a:gd name="T6" fmla="*/ 33 w 14"/>
                  <a:gd name="T7" fmla="*/ 54 h 14"/>
                  <a:gd name="T8" fmla="*/ 20 w 14"/>
                  <a:gd name="T9" fmla="*/ 49 h 14"/>
                  <a:gd name="T10" fmla="*/ 8 w 14"/>
                  <a:gd name="T11" fmla="*/ 33 h 14"/>
                  <a:gd name="T12" fmla="*/ 8 w 14"/>
                  <a:gd name="T13" fmla="*/ 33 h 14"/>
                  <a:gd name="T14" fmla="*/ 8 w 14"/>
                  <a:gd name="T15" fmla="*/ 33 h 14"/>
                  <a:gd name="T16" fmla="*/ 13 w 14"/>
                  <a:gd name="T17" fmla="*/ 21 h 14"/>
                  <a:gd name="T18" fmla="*/ 8 w 14"/>
                  <a:gd name="T19" fmla="*/ 21 h 14"/>
                  <a:gd name="T20" fmla="*/ 5 w 14"/>
                  <a:gd name="T21" fmla="*/ 13 h 14"/>
                  <a:gd name="T22" fmla="*/ 0 w 14"/>
                  <a:gd name="T23" fmla="*/ 35 h 14"/>
                  <a:gd name="T24" fmla="*/ 8 w 14"/>
                  <a:gd name="T25" fmla="*/ 58 h 14"/>
                  <a:gd name="T26" fmla="*/ 35 w 14"/>
                  <a:gd name="T27" fmla="*/ 62 h 14"/>
                  <a:gd name="T28" fmla="*/ 58 w 14"/>
                  <a:gd name="T29" fmla="*/ 54 h 14"/>
                  <a:gd name="T30" fmla="*/ 62 w 14"/>
                  <a:gd name="T31" fmla="*/ 26 h 14"/>
                  <a:gd name="T32" fmla="*/ 62 w 14"/>
                  <a:gd name="T33" fmla="*/ 21 h 14"/>
                  <a:gd name="T34" fmla="*/ 26 w 14"/>
                  <a:gd name="T35" fmla="*/ 8 h 14"/>
                  <a:gd name="T36" fmla="*/ 33 w 14"/>
                  <a:gd name="T37" fmla="*/ 8 h 14"/>
                  <a:gd name="T38" fmla="*/ 35 w 14"/>
                  <a:gd name="T39" fmla="*/ 8 h 14"/>
                  <a:gd name="T40" fmla="*/ 35 w 14"/>
                  <a:gd name="T41" fmla="*/ 5 h 14"/>
                  <a:gd name="T42" fmla="*/ 35 w 14"/>
                  <a:gd name="T43" fmla="*/ 0 h 14"/>
                  <a:gd name="T44" fmla="*/ 26 w 14"/>
                  <a:gd name="T45" fmla="*/ 0 h 14"/>
                  <a:gd name="T46" fmla="*/ 26 w 14"/>
                  <a:gd name="T47" fmla="*/ 0 h 14"/>
                  <a:gd name="T48" fmla="*/ 26 w 14"/>
                  <a:gd name="T49" fmla="*/ 8 h 14"/>
                  <a:gd name="T50" fmla="*/ 26 w 14"/>
                  <a:gd name="T51" fmla="*/ 8 h 14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14" h="14">
                    <a:moveTo>
                      <a:pt x="14" y="5"/>
                    </a:moveTo>
                    <a:cubicBezTo>
                      <a:pt x="13" y="6"/>
                      <a:pt x="13" y="8"/>
                      <a:pt x="13" y="9"/>
                    </a:cubicBezTo>
                    <a:cubicBezTo>
                      <a:pt x="12" y="10"/>
                      <a:pt x="11" y="10"/>
                      <a:pt x="10" y="10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7" y="12"/>
                      <a:pt x="4" y="11"/>
                      <a:pt x="4" y="11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8"/>
                      <a:pt x="2" y="7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6"/>
                      <a:pt x="2" y="6"/>
                      <a:pt x="3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2" y="13"/>
                      <a:pt x="2" y="13"/>
                      <a:pt x="2" y="13"/>
                    </a:cubicBezTo>
                    <a:cubicBezTo>
                      <a:pt x="8" y="14"/>
                      <a:pt x="8" y="14"/>
                      <a:pt x="8" y="14"/>
                    </a:cubicBezTo>
                    <a:cubicBezTo>
                      <a:pt x="13" y="12"/>
                      <a:pt x="13" y="12"/>
                      <a:pt x="13" y="12"/>
                    </a:cubicBezTo>
                    <a:cubicBezTo>
                      <a:pt x="14" y="6"/>
                      <a:pt x="14" y="6"/>
                      <a:pt x="14" y="6"/>
                    </a:cubicBezTo>
                    <a:lnTo>
                      <a:pt x="14" y="5"/>
                    </a:lnTo>
                    <a:close/>
                    <a:moveTo>
                      <a:pt x="6" y="2"/>
                    </a:moveTo>
                    <a:cubicBezTo>
                      <a:pt x="6" y="2"/>
                      <a:pt x="6" y="2"/>
                      <a:pt x="7" y="2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8" y="2"/>
                      <a:pt x="8" y="1"/>
                      <a:pt x="8" y="1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6" y="1"/>
                      <a:pt x="6" y="1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</a:path>
                </a:pathLst>
              </a:custGeom>
              <a:solidFill>
                <a:srgbClr val="585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372" name="Freeform 724">
                <a:extLst>
                  <a:ext uri="{FF2B5EF4-FFF2-40B4-BE49-F238E27FC236}">
                    <a16:creationId xmlns:a16="http://schemas.microsoft.com/office/drawing/2014/main" id="{F786DA4B-179D-499E-8DE3-EE9966615D4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628" y="1612"/>
                <a:ext cx="59" cy="60"/>
              </a:xfrm>
              <a:custGeom>
                <a:avLst/>
                <a:gdLst>
                  <a:gd name="T0" fmla="*/ 0 w 36"/>
                  <a:gd name="T1" fmla="*/ 89 h 37"/>
                  <a:gd name="T2" fmla="*/ 5 w 36"/>
                  <a:gd name="T3" fmla="*/ 107 h 37"/>
                  <a:gd name="T4" fmla="*/ 13 w 36"/>
                  <a:gd name="T5" fmla="*/ 102 h 37"/>
                  <a:gd name="T6" fmla="*/ 8 w 36"/>
                  <a:gd name="T7" fmla="*/ 84 h 37"/>
                  <a:gd name="T8" fmla="*/ 0 w 36"/>
                  <a:gd name="T9" fmla="*/ 89 h 37"/>
                  <a:gd name="T10" fmla="*/ 75 w 36"/>
                  <a:gd name="T11" fmla="*/ 8 h 37"/>
                  <a:gd name="T12" fmla="*/ 75 w 36"/>
                  <a:gd name="T13" fmla="*/ 5 h 37"/>
                  <a:gd name="T14" fmla="*/ 70 w 36"/>
                  <a:gd name="T15" fmla="*/ 5 h 37"/>
                  <a:gd name="T16" fmla="*/ 70 w 36"/>
                  <a:gd name="T17" fmla="*/ 8 h 37"/>
                  <a:gd name="T18" fmla="*/ 75 w 36"/>
                  <a:gd name="T19" fmla="*/ 8 h 37"/>
                  <a:gd name="T20" fmla="*/ 75 w 36"/>
                  <a:gd name="T21" fmla="*/ 8 h 37"/>
                  <a:gd name="T22" fmla="*/ 151 w 36"/>
                  <a:gd name="T23" fmla="*/ 76 h 37"/>
                  <a:gd name="T24" fmla="*/ 159 w 36"/>
                  <a:gd name="T25" fmla="*/ 68 h 37"/>
                  <a:gd name="T26" fmla="*/ 151 w 36"/>
                  <a:gd name="T27" fmla="*/ 34 h 37"/>
                  <a:gd name="T28" fmla="*/ 146 w 36"/>
                  <a:gd name="T29" fmla="*/ 39 h 37"/>
                  <a:gd name="T30" fmla="*/ 138 w 36"/>
                  <a:gd name="T31" fmla="*/ 39 h 37"/>
                  <a:gd name="T32" fmla="*/ 151 w 36"/>
                  <a:gd name="T33" fmla="*/ 73 h 37"/>
                  <a:gd name="T34" fmla="*/ 151 w 36"/>
                  <a:gd name="T35" fmla="*/ 76 h 37"/>
                  <a:gd name="T36" fmla="*/ 131 w 36"/>
                  <a:gd name="T37" fmla="*/ 118 h 37"/>
                  <a:gd name="T38" fmla="*/ 84 w 36"/>
                  <a:gd name="T39" fmla="*/ 144 h 37"/>
                  <a:gd name="T40" fmla="*/ 26 w 36"/>
                  <a:gd name="T41" fmla="*/ 118 h 37"/>
                  <a:gd name="T42" fmla="*/ 13 w 36"/>
                  <a:gd name="T43" fmla="*/ 123 h 37"/>
                  <a:gd name="T44" fmla="*/ 84 w 36"/>
                  <a:gd name="T45" fmla="*/ 152 h 37"/>
                  <a:gd name="T46" fmla="*/ 139 w 36"/>
                  <a:gd name="T47" fmla="*/ 128 h 37"/>
                  <a:gd name="T48" fmla="*/ 159 w 36"/>
                  <a:gd name="T49" fmla="*/ 97 h 37"/>
                  <a:gd name="T50" fmla="*/ 146 w 36"/>
                  <a:gd name="T51" fmla="*/ 102 h 37"/>
                  <a:gd name="T52" fmla="*/ 131 w 36"/>
                  <a:gd name="T53" fmla="*/ 118 h 37"/>
                  <a:gd name="T54" fmla="*/ 26 w 36"/>
                  <a:gd name="T55" fmla="*/ 34 h 37"/>
                  <a:gd name="T56" fmla="*/ 18 w 36"/>
                  <a:gd name="T57" fmla="*/ 26 h 37"/>
                  <a:gd name="T58" fmla="*/ 8 w 36"/>
                  <a:gd name="T59" fmla="*/ 42 h 37"/>
                  <a:gd name="T60" fmla="*/ 18 w 36"/>
                  <a:gd name="T61" fmla="*/ 47 h 37"/>
                  <a:gd name="T62" fmla="*/ 26 w 36"/>
                  <a:gd name="T63" fmla="*/ 34 h 37"/>
                  <a:gd name="T64" fmla="*/ 0 w 36"/>
                  <a:gd name="T65" fmla="*/ 63 h 37"/>
                  <a:gd name="T66" fmla="*/ 0 w 36"/>
                  <a:gd name="T67" fmla="*/ 63 h 37"/>
                  <a:gd name="T68" fmla="*/ 0 w 36"/>
                  <a:gd name="T69" fmla="*/ 63 h 37"/>
                  <a:gd name="T70" fmla="*/ 0 w 36"/>
                  <a:gd name="T71" fmla="*/ 63 h 37"/>
                  <a:gd name="T72" fmla="*/ 123 w 36"/>
                  <a:gd name="T73" fmla="*/ 21 h 37"/>
                  <a:gd name="T74" fmla="*/ 131 w 36"/>
                  <a:gd name="T75" fmla="*/ 16 h 37"/>
                  <a:gd name="T76" fmla="*/ 97 w 36"/>
                  <a:gd name="T77" fmla="*/ 0 h 37"/>
                  <a:gd name="T78" fmla="*/ 102 w 36"/>
                  <a:gd name="T79" fmla="*/ 13 h 37"/>
                  <a:gd name="T80" fmla="*/ 123 w 36"/>
                  <a:gd name="T81" fmla="*/ 21 h 37"/>
                  <a:gd name="T82" fmla="*/ 49 w 36"/>
                  <a:gd name="T83" fmla="*/ 16 h 37"/>
                  <a:gd name="T84" fmla="*/ 49 w 36"/>
                  <a:gd name="T85" fmla="*/ 5 h 37"/>
                  <a:gd name="T86" fmla="*/ 34 w 36"/>
                  <a:gd name="T87" fmla="*/ 8 h 37"/>
                  <a:gd name="T88" fmla="*/ 43 w 36"/>
                  <a:gd name="T89" fmla="*/ 16 h 37"/>
                  <a:gd name="T90" fmla="*/ 49 w 36"/>
                  <a:gd name="T91" fmla="*/ 16 h 37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36" h="37">
                    <a:moveTo>
                      <a:pt x="0" y="21"/>
                    </a:moveTo>
                    <a:cubicBezTo>
                      <a:pt x="0" y="22"/>
                      <a:pt x="0" y="23"/>
                      <a:pt x="1" y="25"/>
                    </a:cubicBezTo>
                    <a:cubicBezTo>
                      <a:pt x="2" y="24"/>
                      <a:pt x="2" y="24"/>
                      <a:pt x="3" y="24"/>
                    </a:cubicBezTo>
                    <a:cubicBezTo>
                      <a:pt x="3" y="23"/>
                      <a:pt x="2" y="21"/>
                      <a:pt x="2" y="20"/>
                    </a:cubicBezTo>
                    <a:cubicBezTo>
                      <a:pt x="1" y="20"/>
                      <a:pt x="1" y="20"/>
                      <a:pt x="0" y="21"/>
                    </a:cubicBezTo>
                    <a:moveTo>
                      <a:pt x="17" y="2"/>
                    </a:moveTo>
                    <a:cubicBezTo>
                      <a:pt x="17" y="2"/>
                      <a:pt x="17" y="1"/>
                      <a:pt x="17" y="1"/>
                    </a:cubicBezTo>
                    <a:cubicBezTo>
                      <a:pt x="17" y="1"/>
                      <a:pt x="16" y="1"/>
                      <a:pt x="16" y="1"/>
                    </a:cubicBezTo>
                    <a:cubicBezTo>
                      <a:pt x="16" y="1"/>
                      <a:pt x="16" y="2"/>
                      <a:pt x="16" y="2"/>
                    </a:cubicBezTo>
                    <a:cubicBezTo>
                      <a:pt x="16" y="2"/>
                      <a:pt x="17" y="2"/>
                      <a:pt x="17" y="2"/>
                    </a:cubicBezTo>
                    <a:cubicBezTo>
                      <a:pt x="17" y="2"/>
                      <a:pt x="17" y="2"/>
                      <a:pt x="17" y="2"/>
                    </a:cubicBezTo>
                    <a:moveTo>
                      <a:pt x="34" y="18"/>
                    </a:moveTo>
                    <a:cubicBezTo>
                      <a:pt x="35" y="17"/>
                      <a:pt x="36" y="17"/>
                      <a:pt x="36" y="16"/>
                    </a:cubicBezTo>
                    <a:cubicBezTo>
                      <a:pt x="36" y="13"/>
                      <a:pt x="35" y="11"/>
                      <a:pt x="34" y="8"/>
                    </a:cubicBezTo>
                    <a:cubicBezTo>
                      <a:pt x="33" y="8"/>
                      <a:pt x="33" y="8"/>
                      <a:pt x="33" y="9"/>
                    </a:cubicBezTo>
                    <a:cubicBezTo>
                      <a:pt x="32" y="9"/>
                      <a:pt x="32" y="9"/>
                      <a:pt x="31" y="9"/>
                    </a:cubicBezTo>
                    <a:cubicBezTo>
                      <a:pt x="33" y="12"/>
                      <a:pt x="34" y="14"/>
                      <a:pt x="34" y="17"/>
                    </a:cubicBezTo>
                    <a:cubicBezTo>
                      <a:pt x="34" y="17"/>
                      <a:pt x="34" y="17"/>
                      <a:pt x="34" y="18"/>
                    </a:cubicBezTo>
                    <a:moveTo>
                      <a:pt x="30" y="28"/>
                    </a:moveTo>
                    <a:cubicBezTo>
                      <a:pt x="27" y="32"/>
                      <a:pt x="23" y="33"/>
                      <a:pt x="19" y="34"/>
                    </a:cubicBezTo>
                    <a:cubicBezTo>
                      <a:pt x="14" y="34"/>
                      <a:pt x="9" y="32"/>
                      <a:pt x="6" y="28"/>
                    </a:cubicBezTo>
                    <a:cubicBezTo>
                      <a:pt x="5" y="29"/>
                      <a:pt x="4" y="29"/>
                      <a:pt x="3" y="29"/>
                    </a:cubicBezTo>
                    <a:cubicBezTo>
                      <a:pt x="7" y="34"/>
                      <a:pt x="13" y="37"/>
                      <a:pt x="19" y="36"/>
                    </a:cubicBezTo>
                    <a:cubicBezTo>
                      <a:pt x="24" y="36"/>
                      <a:pt x="29" y="34"/>
                      <a:pt x="32" y="30"/>
                    </a:cubicBezTo>
                    <a:cubicBezTo>
                      <a:pt x="34" y="28"/>
                      <a:pt x="35" y="25"/>
                      <a:pt x="36" y="23"/>
                    </a:cubicBezTo>
                    <a:cubicBezTo>
                      <a:pt x="35" y="23"/>
                      <a:pt x="34" y="23"/>
                      <a:pt x="33" y="24"/>
                    </a:cubicBezTo>
                    <a:cubicBezTo>
                      <a:pt x="32" y="25"/>
                      <a:pt x="31" y="27"/>
                      <a:pt x="30" y="28"/>
                    </a:cubicBezTo>
                    <a:moveTo>
                      <a:pt x="6" y="8"/>
                    </a:moveTo>
                    <a:cubicBezTo>
                      <a:pt x="6" y="7"/>
                      <a:pt x="5" y="6"/>
                      <a:pt x="4" y="6"/>
                    </a:cubicBezTo>
                    <a:cubicBezTo>
                      <a:pt x="3" y="7"/>
                      <a:pt x="2" y="8"/>
                      <a:pt x="2" y="10"/>
                    </a:cubicBezTo>
                    <a:cubicBezTo>
                      <a:pt x="2" y="10"/>
                      <a:pt x="3" y="11"/>
                      <a:pt x="4" y="11"/>
                    </a:cubicBezTo>
                    <a:cubicBezTo>
                      <a:pt x="4" y="10"/>
                      <a:pt x="5" y="9"/>
                      <a:pt x="6" y="8"/>
                    </a:cubicBezTo>
                    <a:moveTo>
                      <a:pt x="0" y="15"/>
                    </a:moveTo>
                    <a:cubicBezTo>
                      <a:pt x="0" y="15"/>
                      <a:pt x="0" y="15"/>
                      <a:pt x="0" y="15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0" y="15"/>
                      <a:pt x="0" y="15"/>
                      <a:pt x="0" y="15"/>
                    </a:cubicBezTo>
                    <a:moveTo>
                      <a:pt x="28" y="5"/>
                    </a:moveTo>
                    <a:cubicBezTo>
                      <a:pt x="28" y="5"/>
                      <a:pt x="29" y="4"/>
                      <a:pt x="30" y="4"/>
                    </a:cubicBezTo>
                    <a:cubicBezTo>
                      <a:pt x="28" y="2"/>
                      <a:pt x="25" y="1"/>
                      <a:pt x="22" y="0"/>
                    </a:cubicBezTo>
                    <a:cubicBezTo>
                      <a:pt x="23" y="1"/>
                      <a:pt x="23" y="2"/>
                      <a:pt x="23" y="3"/>
                    </a:cubicBezTo>
                    <a:cubicBezTo>
                      <a:pt x="25" y="3"/>
                      <a:pt x="26" y="4"/>
                      <a:pt x="28" y="5"/>
                    </a:cubicBezTo>
                    <a:moveTo>
                      <a:pt x="11" y="4"/>
                    </a:moveTo>
                    <a:cubicBezTo>
                      <a:pt x="11" y="3"/>
                      <a:pt x="11" y="2"/>
                      <a:pt x="11" y="1"/>
                    </a:cubicBezTo>
                    <a:cubicBezTo>
                      <a:pt x="10" y="1"/>
                      <a:pt x="9" y="2"/>
                      <a:pt x="8" y="2"/>
                    </a:cubicBezTo>
                    <a:cubicBezTo>
                      <a:pt x="9" y="3"/>
                      <a:pt x="9" y="4"/>
                      <a:pt x="10" y="4"/>
                    </a:cubicBezTo>
                    <a:cubicBezTo>
                      <a:pt x="10" y="4"/>
                      <a:pt x="10" y="4"/>
                      <a:pt x="11" y="4"/>
                    </a:cubicBezTo>
                  </a:path>
                </a:pathLst>
              </a:custGeom>
              <a:solidFill>
                <a:srgbClr val="585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373" name="Freeform 725">
                <a:extLst>
                  <a:ext uri="{FF2B5EF4-FFF2-40B4-BE49-F238E27FC236}">
                    <a16:creationId xmlns:a16="http://schemas.microsoft.com/office/drawing/2014/main" id="{2A6D99F9-0961-4C86-A64E-CF98FBFD06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" y="2566"/>
                <a:ext cx="66" cy="45"/>
              </a:xfrm>
              <a:custGeom>
                <a:avLst/>
                <a:gdLst>
                  <a:gd name="T0" fmla="*/ 0 w 41"/>
                  <a:gd name="T1" fmla="*/ 0 h 28"/>
                  <a:gd name="T2" fmla="*/ 63 w 41"/>
                  <a:gd name="T3" fmla="*/ 63 h 28"/>
                  <a:gd name="T4" fmla="*/ 137 w 41"/>
                  <a:gd name="T5" fmla="*/ 95 h 28"/>
                  <a:gd name="T6" fmla="*/ 171 w 41"/>
                  <a:gd name="T7" fmla="*/ 116 h 2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1" h="28">
                    <a:moveTo>
                      <a:pt x="0" y="0"/>
                    </a:moveTo>
                    <a:cubicBezTo>
                      <a:pt x="4" y="2"/>
                      <a:pt x="10" y="12"/>
                      <a:pt x="15" y="15"/>
                    </a:cubicBezTo>
                    <a:cubicBezTo>
                      <a:pt x="21" y="19"/>
                      <a:pt x="28" y="21"/>
                      <a:pt x="33" y="23"/>
                    </a:cubicBezTo>
                    <a:cubicBezTo>
                      <a:pt x="36" y="25"/>
                      <a:pt x="39" y="26"/>
                      <a:pt x="41" y="28"/>
                    </a:cubicBezTo>
                  </a:path>
                </a:pathLst>
              </a:custGeom>
              <a:noFill/>
              <a:ln w="4763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374" name="Freeform 726">
                <a:extLst>
                  <a:ext uri="{FF2B5EF4-FFF2-40B4-BE49-F238E27FC236}">
                    <a16:creationId xmlns:a16="http://schemas.microsoft.com/office/drawing/2014/main" id="{88BB3389-EDF3-4E77-84E7-B5062E5618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" y="2577"/>
                <a:ext cx="54" cy="47"/>
              </a:xfrm>
              <a:custGeom>
                <a:avLst/>
                <a:gdLst>
                  <a:gd name="T0" fmla="*/ 144 w 33"/>
                  <a:gd name="T1" fmla="*/ 123 h 29"/>
                  <a:gd name="T2" fmla="*/ 54 w 33"/>
                  <a:gd name="T3" fmla="*/ 73 h 29"/>
                  <a:gd name="T4" fmla="*/ 0 w 33"/>
                  <a:gd name="T5" fmla="*/ 0 h 2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" h="29">
                    <a:moveTo>
                      <a:pt x="33" y="29"/>
                    </a:moveTo>
                    <a:cubicBezTo>
                      <a:pt x="23" y="20"/>
                      <a:pt x="18" y="20"/>
                      <a:pt x="12" y="17"/>
                    </a:cubicBezTo>
                    <a:cubicBezTo>
                      <a:pt x="12" y="15"/>
                      <a:pt x="5" y="5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375" name="Freeform 727">
                <a:extLst>
                  <a:ext uri="{FF2B5EF4-FFF2-40B4-BE49-F238E27FC236}">
                    <a16:creationId xmlns:a16="http://schemas.microsoft.com/office/drawing/2014/main" id="{BE4189AD-074A-4D3B-9757-AAD5ACE4D6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" y="2513"/>
                <a:ext cx="70" cy="85"/>
              </a:xfrm>
              <a:custGeom>
                <a:avLst/>
                <a:gdLst>
                  <a:gd name="T0" fmla="*/ 186 w 43"/>
                  <a:gd name="T1" fmla="*/ 213 h 53"/>
                  <a:gd name="T2" fmla="*/ 109 w 43"/>
                  <a:gd name="T3" fmla="*/ 157 h 53"/>
                  <a:gd name="T4" fmla="*/ 90 w 43"/>
                  <a:gd name="T5" fmla="*/ 42 h 53"/>
                  <a:gd name="T6" fmla="*/ 60 w 43"/>
                  <a:gd name="T7" fmla="*/ 0 h 53"/>
                  <a:gd name="T8" fmla="*/ 0 w 43"/>
                  <a:gd name="T9" fmla="*/ 88 h 53"/>
                  <a:gd name="T10" fmla="*/ 21 w 43"/>
                  <a:gd name="T11" fmla="*/ 170 h 5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3" h="53">
                    <a:moveTo>
                      <a:pt x="43" y="52"/>
                    </a:moveTo>
                    <a:cubicBezTo>
                      <a:pt x="33" y="53"/>
                      <a:pt x="26" y="44"/>
                      <a:pt x="25" y="38"/>
                    </a:cubicBezTo>
                    <a:cubicBezTo>
                      <a:pt x="23" y="32"/>
                      <a:pt x="21" y="15"/>
                      <a:pt x="21" y="10"/>
                    </a:cubicBezTo>
                    <a:cubicBezTo>
                      <a:pt x="20" y="6"/>
                      <a:pt x="20" y="0"/>
                      <a:pt x="14" y="0"/>
                    </a:cubicBezTo>
                    <a:cubicBezTo>
                      <a:pt x="6" y="5"/>
                      <a:pt x="0" y="14"/>
                      <a:pt x="0" y="21"/>
                    </a:cubicBezTo>
                    <a:cubicBezTo>
                      <a:pt x="0" y="28"/>
                      <a:pt x="5" y="34"/>
                      <a:pt x="5" y="41"/>
                    </a:cubicBezTo>
                  </a:path>
                </a:pathLst>
              </a:custGeom>
              <a:noFill/>
              <a:ln w="4763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376" name="Freeform 728">
                <a:extLst>
                  <a:ext uri="{FF2B5EF4-FFF2-40B4-BE49-F238E27FC236}">
                    <a16:creationId xmlns:a16="http://schemas.microsoft.com/office/drawing/2014/main" id="{229113C4-D895-47BA-9975-B63125B0BF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" y="2640"/>
                <a:ext cx="23" cy="8"/>
              </a:xfrm>
              <a:custGeom>
                <a:avLst/>
                <a:gdLst>
                  <a:gd name="T0" fmla="*/ 62 w 14"/>
                  <a:gd name="T1" fmla="*/ 21 h 5"/>
                  <a:gd name="T2" fmla="*/ 0 w 14"/>
                  <a:gd name="T3" fmla="*/ 13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5">
                    <a:moveTo>
                      <a:pt x="14" y="5"/>
                    </a:moveTo>
                    <a:cubicBezTo>
                      <a:pt x="9" y="1"/>
                      <a:pt x="2" y="0"/>
                      <a:pt x="0" y="3"/>
                    </a:cubicBezTo>
                  </a:path>
                </a:pathLst>
              </a:custGeom>
              <a:noFill/>
              <a:ln w="3175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377" name="Freeform 729">
                <a:extLst>
                  <a:ext uri="{FF2B5EF4-FFF2-40B4-BE49-F238E27FC236}">
                    <a16:creationId xmlns:a16="http://schemas.microsoft.com/office/drawing/2014/main" id="{9F44C6B3-44FB-4E28-8A4C-03EF1DC79E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" y="2602"/>
                <a:ext cx="11" cy="11"/>
              </a:xfrm>
              <a:custGeom>
                <a:avLst/>
                <a:gdLst>
                  <a:gd name="T0" fmla="*/ 27 w 7"/>
                  <a:gd name="T1" fmla="*/ 8 h 7"/>
                  <a:gd name="T2" fmla="*/ 0 w 7"/>
                  <a:gd name="T3" fmla="*/ 27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7">
                    <a:moveTo>
                      <a:pt x="7" y="2"/>
                    </a:moveTo>
                    <a:cubicBezTo>
                      <a:pt x="4" y="0"/>
                      <a:pt x="3" y="4"/>
                      <a:pt x="0" y="7"/>
                    </a:cubicBezTo>
                  </a:path>
                </a:pathLst>
              </a:custGeom>
              <a:noFill/>
              <a:ln w="3175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378" name="Freeform 730">
                <a:extLst>
                  <a:ext uri="{FF2B5EF4-FFF2-40B4-BE49-F238E27FC236}">
                    <a16:creationId xmlns:a16="http://schemas.microsoft.com/office/drawing/2014/main" id="{C398D94E-9A52-4F32-8AB1-67FD460000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" y="2573"/>
                <a:ext cx="8" cy="4"/>
              </a:xfrm>
              <a:custGeom>
                <a:avLst/>
                <a:gdLst>
                  <a:gd name="T0" fmla="*/ 21 w 5"/>
                  <a:gd name="T1" fmla="*/ 7 h 3"/>
                  <a:gd name="T2" fmla="*/ 0 w 5"/>
                  <a:gd name="T3" fmla="*/ 5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3">
                    <a:moveTo>
                      <a:pt x="5" y="3"/>
                    </a:moveTo>
                    <a:cubicBezTo>
                      <a:pt x="2" y="0"/>
                      <a:pt x="1" y="1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379" name="Freeform 731">
                <a:extLst>
                  <a:ext uri="{FF2B5EF4-FFF2-40B4-BE49-F238E27FC236}">
                    <a16:creationId xmlns:a16="http://schemas.microsoft.com/office/drawing/2014/main" id="{43C43C54-3A2C-4B09-ACFA-633E072FA1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" y="2503"/>
                <a:ext cx="5" cy="16"/>
              </a:xfrm>
              <a:custGeom>
                <a:avLst/>
                <a:gdLst>
                  <a:gd name="T0" fmla="*/ 13 w 3"/>
                  <a:gd name="T1" fmla="*/ 42 h 10"/>
                  <a:gd name="T2" fmla="*/ 0 w 3"/>
                  <a:gd name="T3" fmla="*/ 0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0">
                    <a:moveTo>
                      <a:pt x="3" y="10"/>
                    </a:moveTo>
                    <a:cubicBezTo>
                      <a:pt x="3" y="5"/>
                      <a:pt x="1" y="3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380" name="Freeform 732">
                <a:extLst>
                  <a:ext uri="{FF2B5EF4-FFF2-40B4-BE49-F238E27FC236}">
                    <a16:creationId xmlns:a16="http://schemas.microsoft.com/office/drawing/2014/main" id="{CF4ACFB8-E988-4A73-B8A1-F61BD4476D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" y="2510"/>
                <a:ext cx="13" cy="3"/>
              </a:xfrm>
              <a:custGeom>
                <a:avLst/>
                <a:gdLst>
                  <a:gd name="T0" fmla="*/ 34 w 8"/>
                  <a:gd name="T1" fmla="*/ 8 h 2"/>
                  <a:gd name="T2" fmla="*/ 0 w 8"/>
                  <a:gd name="T3" fmla="*/ 8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2">
                    <a:moveTo>
                      <a:pt x="8" y="2"/>
                    </a:moveTo>
                    <a:cubicBezTo>
                      <a:pt x="4" y="0"/>
                      <a:pt x="2" y="0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381" name="Freeform 733">
                <a:extLst>
                  <a:ext uri="{FF2B5EF4-FFF2-40B4-BE49-F238E27FC236}">
                    <a16:creationId xmlns:a16="http://schemas.microsoft.com/office/drawing/2014/main" id="{F824D5ED-3623-4804-AD1C-FEB26A44FB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" y="2537"/>
                <a:ext cx="9" cy="5"/>
              </a:xfrm>
              <a:custGeom>
                <a:avLst/>
                <a:gdLst>
                  <a:gd name="T0" fmla="*/ 29 w 5"/>
                  <a:gd name="T1" fmla="*/ 13 h 3"/>
                  <a:gd name="T2" fmla="*/ 0 w 5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3">
                    <a:moveTo>
                      <a:pt x="5" y="3"/>
                    </a:moveTo>
                    <a:cubicBezTo>
                      <a:pt x="3" y="1"/>
                      <a:pt x="2" y="0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382" name="Freeform 734">
                <a:extLst>
                  <a:ext uri="{FF2B5EF4-FFF2-40B4-BE49-F238E27FC236}">
                    <a16:creationId xmlns:a16="http://schemas.microsoft.com/office/drawing/2014/main" id="{62CA5D33-F3DA-43DE-8B56-339A6DDA65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" y="2534"/>
                <a:ext cx="36" cy="43"/>
              </a:xfrm>
              <a:custGeom>
                <a:avLst/>
                <a:gdLst>
                  <a:gd name="T0" fmla="*/ 97 w 22"/>
                  <a:gd name="T1" fmla="*/ 108 h 27"/>
                  <a:gd name="T2" fmla="*/ 41 w 22"/>
                  <a:gd name="T3" fmla="*/ 84 h 27"/>
                  <a:gd name="T4" fmla="*/ 0 w 22"/>
                  <a:gd name="T5" fmla="*/ 0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27">
                    <a:moveTo>
                      <a:pt x="22" y="27"/>
                    </a:moveTo>
                    <a:cubicBezTo>
                      <a:pt x="19" y="24"/>
                      <a:pt x="12" y="27"/>
                      <a:pt x="9" y="21"/>
                    </a:cubicBezTo>
                    <a:cubicBezTo>
                      <a:pt x="6" y="14"/>
                      <a:pt x="1" y="9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383" name="Freeform 735">
                <a:extLst>
                  <a:ext uri="{FF2B5EF4-FFF2-40B4-BE49-F238E27FC236}">
                    <a16:creationId xmlns:a16="http://schemas.microsoft.com/office/drawing/2014/main" id="{6612375F-9656-4BE5-B2A3-E67BF0AADC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" y="2523"/>
                <a:ext cx="24" cy="40"/>
              </a:xfrm>
              <a:custGeom>
                <a:avLst/>
                <a:gdLst>
                  <a:gd name="T0" fmla="*/ 61 w 15"/>
                  <a:gd name="T1" fmla="*/ 102 h 25"/>
                  <a:gd name="T2" fmla="*/ 35 w 15"/>
                  <a:gd name="T3" fmla="*/ 90 h 25"/>
                  <a:gd name="T4" fmla="*/ 0 w 15"/>
                  <a:gd name="T5" fmla="*/ 0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25">
                    <a:moveTo>
                      <a:pt x="15" y="25"/>
                    </a:moveTo>
                    <a:cubicBezTo>
                      <a:pt x="14" y="21"/>
                      <a:pt x="12" y="23"/>
                      <a:pt x="9" y="22"/>
                    </a:cubicBezTo>
                    <a:cubicBezTo>
                      <a:pt x="6" y="20"/>
                      <a:pt x="1" y="6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384" name="Freeform 736">
                <a:extLst>
                  <a:ext uri="{FF2B5EF4-FFF2-40B4-BE49-F238E27FC236}">
                    <a16:creationId xmlns:a16="http://schemas.microsoft.com/office/drawing/2014/main" id="{D29B19A7-55CE-4D50-BFCB-4CF7247FFC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" y="2573"/>
                <a:ext cx="5" cy="16"/>
              </a:xfrm>
              <a:custGeom>
                <a:avLst/>
                <a:gdLst>
                  <a:gd name="T0" fmla="*/ 13 w 3"/>
                  <a:gd name="T1" fmla="*/ 0 h 10"/>
                  <a:gd name="T2" fmla="*/ 8 w 3"/>
                  <a:gd name="T3" fmla="*/ 42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0">
                    <a:moveTo>
                      <a:pt x="3" y="0"/>
                    </a:moveTo>
                    <a:cubicBezTo>
                      <a:pt x="0" y="1"/>
                      <a:pt x="2" y="8"/>
                      <a:pt x="2" y="10"/>
                    </a:cubicBezTo>
                  </a:path>
                </a:pathLst>
              </a:custGeom>
              <a:noFill/>
              <a:ln w="3175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385" name="Oval 737">
                <a:extLst>
                  <a:ext uri="{FF2B5EF4-FFF2-40B4-BE49-F238E27FC236}">
                    <a16:creationId xmlns:a16="http://schemas.microsoft.com/office/drawing/2014/main" id="{A683181A-6925-44FF-9188-DAA917594F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67" y="963"/>
                <a:ext cx="24" cy="25"/>
              </a:xfrm>
              <a:prstGeom prst="ellipse">
                <a:avLst/>
              </a:prstGeom>
              <a:noFill/>
              <a:ln w="3175" cap="rnd">
                <a:solidFill>
                  <a:srgbClr val="58585A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386" name="Oval 738">
                <a:extLst>
                  <a:ext uri="{FF2B5EF4-FFF2-40B4-BE49-F238E27FC236}">
                    <a16:creationId xmlns:a16="http://schemas.microsoft.com/office/drawing/2014/main" id="{3091D995-ADC8-48F1-AA34-788E0A00A2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" y="971"/>
                <a:ext cx="8" cy="8"/>
              </a:xfrm>
              <a:prstGeom prst="ellipse">
                <a:avLst/>
              </a:prstGeom>
              <a:solidFill>
                <a:srgbClr val="585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387" name="Freeform 739">
                <a:extLst>
                  <a:ext uri="{FF2B5EF4-FFF2-40B4-BE49-F238E27FC236}">
                    <a16:creationId xmlns:a16="http://schemas.microsoft.com/office/drawing/2014/main" id="{FD6CEF55-5090-49CB-9EFC-63CA923610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0" y="963"/>
                <a:ext cx="61" cy="28"/>
              </a:xfrm>
              <a:custGeom>
                <a:avLst/>
                <a:gdLst>
                  <a:gd name="T0" fmla="*/ 167 w 37"/>
                  <a:gd name="T1" fmla="*/ 43 h 17"/>
                  <a:gd name="T2" fmla="*/ 147 w 37"/>
                  <a:gd name="T3" fmla="*/ 54 h 17"/>
                  <a:gd name="T4" fmla="*/ 71 w 37"/>
                  <a:gd name="T5" fmla="*/ 76 h 17"/>
                  <a:gd name="T6" fmla="*/ 0 w 37"/>
                  <a:gd name="T7" fmla="*/ 43 h 17"/>
                  <a:gd name="T8" fmla="*/ 81 w 37"/>
                  <a:gd name="T9" fmla="*/ 0 h 17"/>
                  <a:gd name="T10" fmla="*/ 152 w 37"/>
                  <a:gd name="T11" fmla="*/ 33 h 17"/>
                  <a:gd name="T12" fmla="*/ 167 w 37"/>
                  <a:gd name="T13" fmla="*/ 43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7" h="17">
                    <a:moveTo>
                      <a:pt x="37" y="10"/>
                    </a:moveTo>
                    <a:cubicBezTo>
                      <a:pt x="37" y="12"/>
                      <a:pt x="35" y="12"/>
                      <a:pt x="33" y="12"/>
                    </a:cubicBezTo>
                    <a:cubicBezTo>
                      <a:pt x="31" y="12"/>
                      <a:pt x="25" y="17"/>
                      <a:pt x="16" y="17"/>
                    </a:cubicBezTo>
                    <a:cubicBezTo>
                      <a:pt x="7" y="17"/>
                      <a:pt x="1" y="11"/>
                      <a:pt x="0" y="10"/>
                    </a:cubicBezTo>
                    <a:cubicBezTo>
                      <a:pt x="9" y="7"/>
                      <a:pt x="7" y="0"/>
                      <a:pt x="18" y="0"/>
                    </a:cubicBezTo>
                    <a:cubicBezTo>
                      <a:pt x="27" y="0"/>
                      <a:pt x="30" y="5"/>
                      <a:pt x="34" y="7"/>
                    </a:cubicBezTo>
                    <a:cubicBezTo>
                      <a:pt x="35" y="8"/>
                      <a:pt x="37" y="9"/>
                      <a:pt x="37" y="10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388" name="Freeform 740">
                <a:extLst>
                  <a:ext uri="{FF2B5EF4-FFF2-40B4-BE49-F238E27FC236}">
                    <a16:creationId xmlns:a16="http://schemas.microsoft.com/office/drawing/2014/main" id="{AD808CE4-A677-46C7-AB6F-81E988DD4C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0" y="957"/>
                <a:ext cx="57" cy="18"/>
              </a:xfrm>
              <a:custGeom>
                <a:avLst/>
                <a:gdLst>
                  <a:gd name="T0" fmla="*/ 151 w 35"/>
                  <a:gd name="T1" fmla="*/ 47 h 11"/>
                  <a:gd name="T2" fmla="*/ 0 w 35"/>
                  <a:gd name="T3" fmla="*/ 43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5" h="11">
                    <a:moveTo>
                      <a:pt x="35" y="11"/>
                    </a:moveTo>
                    <a:cubicBezTo>
                      <a:pt x="25" y="2"/>
                      <a:pt x="11" y="0"/>
                      <a:pt x="0" y="10"/>
                    </a:cubicBezTo>
                  </a:path>
                </a:pathLst>
              </a:custGeom>
              <a:noFill/>
              <a:ln w="3175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389" name="Freeform 741">
                <a:extLst>
                  <a:ext uri="{FF2B5EF4-FFF2-40B4-BE49-F238E27FC236}">
                    <a16:creationId xmlns:a16="http://schemas.microsoft.com/office/drawing/2014/main" id="{27CB95BE-5721-42F9-892C-F9CA57007B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6" y="939"/>
                <a:ext cx="75" cy="24"/>
              </a:xfrm>
              <a:custGeom>
                <a:avLst/>
                <a:gdLst>
                  <a:gd name="T0" fmla="*/ 199 w 46"/>
                  <a:gd name="T1" fmla="*/ 26 h 15"/>
                  <a:gd name="T2" fmla="*/ 0 w 46"/>
                  <a:gd name="T3" fmla="*/ 61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6" h="15">
                    <a:moveTo>
                      <a:pt x="46" y="6"/>
                    </a:moveTo>
                    <a:cubicBezTo>
                      <a:pt x="37" y="2"/>
                      <a:pt x="11" y="0"/>
                      <a:pt x="0" y="15"/>
                    </a:cubicBezTo>
                  </a:path>
                </a:pathLst>
              </a:custGeom>
              <a:noFill/>
              <a:ln w="4763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390" name="Freeform 742">
                <a:extLst>
                  <a:ext uri="{FF2B5EF4-FFF2-40B4-BE49-F238E27FC236}">
                    <a16:creationId xmlns:a16="http://schemas.microsoft.com/office/drawing/2014/main" id="{A61BFF47-2FA4-48F4-83E6-7FF93421FD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0" y="1050"/>
                <a:ext cx="26" cy="17"/>
              </a:xfrm>
              <a:custGeom>
                <a:avLst/>
                <a:gdLst>
                  <a:gd name="T0" fmla="*/ 68 w 16"/>
                  <a:gd name="T1" fmla="*/ 49 h 10"/>
                  <a:gd name="T2" fmla="*/ 47 w 16"/>
                  <a:gd name="T3" fmla="*/ 41 h 10"/>
                  <a:gd name="T4" fmla="*/ 26 w 16"/>
                  <a:gd name="T5" fmla="*/ 29 h 10"/>
                  <a:gd name="T6" fmla="*/ 0 w 16"/>
                  <a:gd name="T7" fmla="*/ 0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10">
                    <a:moveTo>
                      <a:pt x="16" y="10"/>
                    </a:moveTo>
                    <a:cubicBezTo>
                      <a:pt x="13" y="10"/>
                      <a:pt x="13" y="10"/>
                      <a:pt x="11" y="8"/>
                    </a:cubicBezTo>
                    <a:cubicBezTo>
                      <a:pt x="8" y="7"/>
                      <a:pt x="8" y="6"/>
                      <a:pt x="6" y="6"/>
                    </a:cubicBezTo>
                    <a:cubicBezTo>
                      <a:pt x="4" y="6"/>
                      <a:pt x="0" y="5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391" name="Freeform 743">
                <a:extLst>
                  <a:ext uri="{FF2B5EF4-FFF2-40B4-BE49-F238E27FC236}">
                    <a16:creationId xmlns:a16="http://schemas.microsoft.com/office/drawing/2014/main" id="{D6421ECF-6D6B-455C-9633-72D2D050BE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5" y="1092"/>
                <a:ext cx="41" cy="9"/>
              </a:xfrm>
              <a:custGeom>
                <a:avLst/>
                <a:gdLst>
                  <a:gd name="T0" fmla="*/ 97 w 25"/>
                  <a:gd name="T1" fmla="*/ 0 h 5"/>
                  <a:gd name="T2" fmla="*/ 75 w 25"/>
                  <a:gd name="T3" fmla="*/ 7 h 5"/>
                  <a:gd name="T4" fmla="*/ 54 w 25"/>
                  <a:gd name="T5" fmla="*/ 13 h 5"/>
                  <a:gd name="T6" fmla="*/ 0 w 25"/>
                  <a:gd name="T7" fmla="*/ 23 h 5"/>
                  <a:gd name="T8" fmla="*/ 54 w 25"/>
                  <a:gd name="T9" fmla="*/ 23 h 5"/>
                  <a:gd name="T10" fmla="*/ 75 w 25"/>
                  <a:gd name="T11" fmla="*/ 13 h 5"/>
                  <a:gd name="T12" fmla="*/ 110 w 25"/>
                  <a:gd name="T13" fmla="*/ 13 h 5"/>
                  <a:gd name="T14" fmla="*/ 110 w 25"/>
                  <a:gd name="T15" fmla="*/ 0 h 5"/>
                  <a:gd name="T16" fmla="*/ 97 w 25"/>
                  <a:gd name="T17" fmla="*/ 0 h 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5" h="5">
                    <a:moveTo>
                      <a:pt x="22" y="0"/>
                    </a:moveTo>
                    <a:cubicBezTo>
                      <a:pt x="17" y="1"/>
                      <a:pt x="17" y="1"/>
                      <a:pt x="17" y="1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8" y="3"/>
                      <a:pt x="3" y="5"/>
                      <a:pt x="0" y="4"/>
                    </a:cubicBezTo>
                    <a:cubicBezTo>
                      <a:pt x="3" y="5"/>
                      <a:pt x="8" y="5"/>
                      <a:pt x="12" y="4"/>
                    </a:cubicBezTo>
                    <a:cubicBezTo>
                      <a:pt x="17" y="2"/>
                      <a:pt x="17" y="2"/>
                      <a:pt x="17" y="2"/>
                    </a:cubicBezTo>
                    <a:cubicBezTo>
                      <a:pt x="25" y="2"/>
                      <a:pt x="25" y="2"/>
                      <a:pt x="25" y="2"/>
                    </a:cubicBezTo>
                    <a:cubicBezTo>
                      <a:pt x="25" y="0"/>
                      <a:pt x="25" y="0"/>
                      <a:pt x="25" y="0"/>
                    </a:cubicBezTo>
                    <a:lnTo>
                      <a:pt x="22" y="0"/>
                    </a:lnTo>
                    <a:close/>
                  </a:path>
                </a:pathLst>
              </a:custGeom>
              <a:solidFill>
                <a:srgbClr val="585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392" name="Oval 744">
                <a:extLst>
                  <a:ext uri="{FF2B5EF4-FFF2-40B4-BE49-F238E27FC236}">
                    <a16:creationId xmlns:a16="http://schemas.microsoft.com/office/drawing/2014/main" id="{C1A20A65-D017-4045-9B78-8B16CDE73E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05" y="963"/>
                <a:ext cx="26" cy="25"/>
              </a:xfrm>
              <a:prstGeom prst="ellipse">
                <a:avLst/>
              </a:prstGeom>
              <a:noFill/>
              <a:ln w="3175" cap="rnd">
                <a:solidFill>
                  <a:srgbClr val="58585A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393" name="Oval 745">
                <a:extLst>
                  <a:ext uri="{FF2B5EF4-FFF2-40B4-BE49-F238E27FC236}">
                    <a16:creationId xmlns:a16="http://schemas.microsoft.com/office/drawing/2014/main" id="{EC466C83-CD1E-455B-A4E5-C131D36A41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13" y="971"/>
                <a:ext cx="8" cy="8"/>
              </a:xfrm>
              <a:prstGeom prst="ellipse">
                <a:avLst/>
              </a:prstGeom>
              <a:solidFill>
                <a:srgbClr val="585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394" name="Freeform 746">
                <a:extLst>
                  <a:ext uri="{FF2B5EF4-FFF2-40B4-BE49-F238E27FC236}">
                    <a16:creationId xmlns:a16="http://schemas.microsoft.com/office/drawing/2014/main" id="{BE10288A-ED10-441E-8602-6FDC145040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7" y="963"/>
                <a:ext cx="60" cy="29"/>
              </a:xfrm>
              <a:custGeom>
                <a:avLst/>
                <a:gdLst>
                  <a:gd name="T0" fmla="*/ 0 w 37"/>
                  <a:gd name="T1" fmla="*/ 42 h 18"/>
                  <a:gd name="T2" fmla="*/ 16 w 37"/>
                  <a:gd name="T3" fmla="*/ 50 h 18"/>
                  <a:gd name="T4" fmla="*/ 84 w 37"/>
                  <a:gd name="T5" fmla="*/ 76 h 18"/>
                  <a:gd name="T6" fmla="*/ 157 w 37"/>
                  <a:gd name="T7" fmla="*/ 42 h 18"/>
                  <a:gd name="T8" fmla="*/ 81 w 37"/>
                  <a:gd name="T9" fmla="*/ 0 h 18"/>
                  <a:gd name="T10" fmla="*/ 13 w 37"/>
                  <a:gd name="T11" fmla="*/ 29 h 18"/>
                  <a:gd name="T12" fmla="*/ 0 w 37"/>
                  <a:gd name="T13" fmla="*/ 42 h 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7" h="18">
                    <a:moveTo>
                      <a:pt x="0" y="10"/>
                    </a:moveTo>
                    <a:cubicBezTo>
                      <a:pt x="0" y="12"/>
                      <a:pt x="2" y="12"/>
                      <a:pt x="4" y="12"/>
                    </a:cubicBezTo>
                    <a:cubicBezTo>
                      <a:pt x="6" y="12"/>
                      <a:pt x="12" y="18"/>
                      <a:pt x="20" y="18"/>
                    </a:cubicBezTo>
                    <a:cubicBezTo>
                      <a:pt x="29" y="18"/>
                      <a:pt x="37" y="11"/>
                      <a:pt x="37" y="10"/>
                    </a:cubicBezTo>
                    <a:cubicBezTo>
                      <a:pt x="28" y="6"/>
                      <a:pt x="29" y="0"/>
                      <a:pt x="19" y="0"/>
                    </a:cubicBezTo>
                    <a:cubicBezTo>
                      <a:pt x="10" y="0"/>
                      <a:pt x="6" y="5"/>
                      <a:pt x="3" y="7"/>
                    </a:cubicBezTo>
                    <a:cubicBezTo>
                      <a:pt x="1" y="8"/>
                      <a:pt x="0" y="9"/>
                      <a:pt x="0" y="10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395" name="Freeform 747">
                <a:extLst>
                  <a:ext uri="{FF2B5EF4-FFF2-40B4-BE49-F238E27FC236}">
                    <a16:creationId xmlns:a16="http://schemas.microsoft.com/office/drawing/2014/main" id="{EAA2487C-C497-4B9B-8057-0CC60AA380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2" y="957"/>
                <a:ext cx="55" cy="18"/>
              </a:xfrm>
              <a:custGeom>
                <a:avLst/>
                <a:gdLst>
                  <a:gd name="T0" fmla="*/ 0 w 34"/>
                  <a:gd name="T1" fmla="*/ 47 h 11"/>
                  <a:gd name="T2" fmla="*/ 144 w 34"/>
                  <a:gd name="T3" fmla="*/ 43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4" h="11">
                    <a:moveTo>
                      <a:pt x="0" y="11"/>
                    </a:moveTo>
                    <a:cubicBezTo>
                      <a:pt x="9" y="1"/>
                      <a:pt x="23" y="0"/>
                      <a:pt x="34" y="10"/>
                    </a:cubicBezTo>
                  </a:path>
                </a:pathLst>
              </a:custGeom>
              <a:noFill/>
              <a:ln w="3175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396" name="Freeform 748">
                <a:extLst>
                  <a:ext uri="{FF2B5EF4-FFF2-40B4-BE49-F238E27FC236}">
                    <a16:creationId xmlns:a16="http://schemas.microsoft.com/office/drawing/2014/main" id="{09A648D8-229E-429F-BF22-999CD6C604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7" y="941"/>
                <a:ext cx="78" cy="21"/>
              </a:xfrm>
              <a:custGeom>
                <a:avLst/>
                <a:gdLst>
                  <a:gd name="T0" fmla="*/ 0 w 48"/>
                  <a:gd name="T1" fmla="*/ 34 h 13"/>
                  <a:gd name="T2" fmla="*/ 206 w 48"/>
                  <a:gd name="T3" fmla="*/ 55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8" h="13">
                    <a:moveTo>
                      <a:pt x="0" y="8"/>
                    </a:moveTo>
                    <a:cubicBezTo>
                      <a:pt x="9" y="4"/>
                      <a:pt x="29" y="0"/>
                      <a:pt x="48" y="13"/>
                    </a:cubicBezTo>
                  </a:path>
                </a:pathLst>
              </a:custGeom>
              <a:noFill/>
              <a:ln w="4763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397" name="Freeform 749">
                <a:extLst>
                  <a:ext uri="{FF2B5EF4-FFF2-40B4-BE49-F238E27FC236}">
                    <a16:creationId xmlns:a16="http://schemas.microsoft.com/office/drawing/2014/main" id="{7D1F6579-9A2C-4FA6-BBED-6B53B6E9AD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9" y="963"/>
                <a:ext cx="12" cy="52"/>
              </a:xfrm>
              <a:custGeom>
                <a:avLst/>
                <a:gdLst>
                  <a:gd name="T0" fmla="*/ 29 w 7"/>
                  <a:gd name="T1" fmla="*/ 8 h 32"/>
                  <a:gd name="T2" fmla="*/ 15 w 7"/>
                  <a:gd name="T3" fmla="*/ 138 h 32"/>
                  <a:gd name="T4" fmla="*/ 26 w 7"/>
                  <a:gd name="T5" fmla="*/ 8 h 32"/>
                  <a:gd name="T6" fmla="*/ 29 w 7"/>
                  <a:gd name="T7" fmla="*/ 8 h 3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32">
                    <a:moveTo>
                      <a:pt x="6" y="2"/>
                    </a:moveTo>
                    <a:cubicBezTo>
                      <a:pt x="3" y="9"/>
                      <a:pt x="1" y="16"/>
                      <a:pt x="3" y="32"/>
                    </a:cubicBezTo>
                    <a:cubicBezTo>
                      <a:pt x="0" y="17"/>
                      <a:pt x="2" y="7"/>
                      <a:pt x="5" y="2"/>
                    </a:cubicBezTo>
                    <a:cubicBezTo>
                      <a:pt x="6" y="0"/>
                      <a:pt x="7" y="0"/>
                      <a:pt x="6" y="2"/>
                    </a:cubicBezTo>
                  </a:path>
                </a:pathLst>
              </a:custGeom>
              <a:solidFill>
                <a:srgbClr val="585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398" name="Freeform 750">
                <a:extLst>
                  <a:ext uri="{FF2B5EF4-FFF2-40B4-BE49-F238E27FC236}">
                    <a16:creationId xmlns:a16="http://schemas.microsoft.com/office/drawing/2014/main" id="{A6FB316B-EF09-4456-ACE4-0B52AA7058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6" y="1050"/>
                <a:ext cx="25" cy="17"/>
              </a:xfrm>
              <a:custGeom>
                <a:avLst/>
                <a:gdLst>
                  <a:gd name="T0" fmla="*/ 0 w 15"/>
                  <a:gd name="T1" fmla="*/ 49 h 10"/>
                  <a:gd name="T2" fmla="*/ 22 w 15"/>
                  <a:gd name="T3" fmla="*/ 41 h 10"/>
                  <a:gd name="T4" fmla="*/ 47 w 15"/>
                  <a:gd name="T5" fmla="*/ 29 h 10"/>
                  <a:gd name="T6" fmla="*/ 70 w 15"/>
                  <a:gd name="T7" fmla="*/ 0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10">
                    <a:moveTo>
                      <a:pt x="0" y="10"/>
                    </a:moveTo>
                    <a:cubicBezTo>
                      <a:pt x="3" y="10"/>
                      <a:pt x="3" y="10"/>
                      <a:pt x="5" y="8"/>
                    </a:cubicBezTo>
                    <a:cubicBezTo>
                      <a:pt x="8" y="7"/>
                      <a:pt x="7" y="6"/>
                      <a:pt x="10" y="6"/>
                    </a:cubicBezTo>
                    <a:cubicBezTo>
                      <a:pt x="12" y="6"/>
                      <a:pt x="15" y="5"/>
                      <a:pt x="15" y="0"/>
                    </a:cubicBezTo>
                  </a:path>
                </a:pathLst>
              </a:custGeom>
              <a:noFill/>
              <a:ln w="3175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399" name="Freeform 751">
                <a:extLst>
                  <a:ext uri="{FF2B5EF4-FFF2-40B4-BE49-F238E27FC236}">
                    <a16:creationId xmlns:a16="http://schemas.microsoft.com/office/drawing/2014/main" id="{7C6D1D79-53AE-4DE9-860B-F303ECDFDB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6" y="1092"/>
                <a:ext cx="41" cy="9"/>
              </a:xfrm>
              <a:custGeom>
                <a:avLst/>
                <a:gdLst>
                  <a:gd name="T0" fmla="*/ 0 w 25"/>
                  <a:gd name="T1" fmla="*/ 13 h 5"/>
                  <a:gd name="T2" fmla="*/ 30 w 25"/>
                  <a:gd name="T3" fmla="*/ 13 h 5"/>
                  <a:gd name="T4" fmla="*/ 56 w 25"/>
                  <a:gd name="T5" fmla="*/ 23 h 5"/>
                  <a:gd name="T6" fmla="*/ 110 w 25"/>
                  <a:gd name="T7" fmla="*/ 23 h 5"/>
                  <a:gd name="T8" fmla="*/ 56 w 25"/>
                  <a:gd name="T9" fmla="*/ 13 h 5"/>
                  <a:gd name="T10" fmla="*/ 30 w 25"/>
                  <a:gd name="T11" fmla="*/ 7 h 5"/>
                  <a:gd name="T12" fmla="*/ 0 w 25"/>
                  <a:gd name="T13" fmla="*/ 0 h 5"/>
                  <a:gd name="T14" fmla="*/ 0 w 25"/>
                  <a:gd name="T15" fmla="*/ 13 h 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5" h="5">
                    <a:moveTo>
                      <a:pt x="0" y="2"/>
                    </a:moveTo>
                    <a:cubicBezTo>
                      <a:pt x="7" y="2"/>
                      <a:pt x="7" y="2"/>
                      <a:pt x="7" y="2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7" y="5"/>
                      <a:pt x="22" y="5"/>
                      <a:pt x="25" y="4"/>
                    </a:cubicBezTo>
                    <a:cubicBezTo>
                      <a:pt x="22" y="5"/>
                      <a:pt x="17" y="3"/>
                      <a:pt x="13" y="2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585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400" name="Freeform 752">
                <a:extLst>
                  <a:ext uri="{FF2B5EF4-FFF2-40B4-BE49-F238E27FC236}">
                    <a16:creationId xmlns:a16="http://schemas.microsoft.com/office/drawing/2014/main" id="{3FD696FE-36BA-4D48-A627-912E42A247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2" y="1105"/>
                <a:ext cx="68" cy="5"/>
              </a:xfrm>
              <a:custGeom>
                <a:avLst/>
                <a:gdLst>
                  <a:gd name="T0" fmla="*/ 144 w 42"/>
                  <a:gd name="T1" fmla="*/ 0 h 3"/>
                  <a:gd name="T2" fmla="*/ 115 w 42"/>
                  <a:gd name="T3" fmla="*/ 5 h 3"/>
                  <a:gd name="T4" fmla="*/ 89 w 42"/>
                  <a:gd name="T5" fmla="*/ 5 h 3"/>
                  <a:gd name="T6" fmla="*/ 63 w 42"/>
                  <a:gd name="T7" fmla="*/ 5 h 3"/>
                  <a:gd name="T8" fmla="*/ 34 w 42"/>
                  <a:gd name="T9" fmla="*/ 0 h 3"/>
                  <a:gd name="T10" fmla="*/ 0 w 42"/>
                  <a:gd name="T11" fmla="*/ 5 h 3"/>
                  <a:gd name="T12" fmla="*/ 34 w 42"/>
                  <a:gd name="T13" fmla="*/ 5 h 3"/>
                  <a:gd name="T14" fmla="*/ 63 w 42"/>
                  <a:gd name="T15" fmla="*/ 8 h 3"/>
                  <a:gd name="T16" fmla="*/ 89 w 42"/>
                  <a:gd name="T17" fmla="*/ 8 h 3"/>
                  <a:gd name="T18" fmla="*/ 115 w 42"/>
                  <a:gd name="T19" fmla="*/ 8 h 3"/>
                  <a:gd name="T20" fmla="*/ 144 w 42"/>
                  <a:gd name="T21" fmla="*/ 5 h 3"/>
                  <a:gd name="T22" fmla="*/ 178 w 42"/>
                  <a:gd name="T23" fmla="*/ 5 h 3"/>
                  <a:gd name="T24" fmla="*/ 144 w 42"/>
                  <a:gd name="T25" fmla="*/ 0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42" h="3">
                    <a:moveTo>
                      <a:pt x="34" y="0"/>
                    </a:moveTo>
                    <a:cubicBezTo>
                      <a:pt x="32" y="0"/>
                      <a:pt x="29" y="0"/>
                      <a:pt x="27" y="1"/>
                    </a:cubicBezTo>
                    <a:cubicBezTo>
                      <a:pt x="24" y="1"/>
                      <a:pt x="22" y="1"/>
                      <a:pt x="21" y="1"/>
                    </a:cubicBezTo>
                    <a:cubicBezTo>
                      <a:pt x="20" y="1"/>
                      <a:pt x="17" y="1"/>
                      <a:pt x="15" y="1"/>
                    </a:cubicBezTo>
                    <a:cubicBezTo>
                      <a:pt x="13" y="0"/>
                      <a:pt x="10" y="0"/>
                      <a:pt x="8" y="0"/>
                    </a:cubicBezTo>
                    <a:cubicBezTo>
                      <a:pt x="4" y="1"/>
                      <a:pt x="2" y="2"/>
                      <a:pt x="0" y="1"/>
                    </a:cubicBezTo>
                    <a:cubicBezTo>
                      <a:pt x="2" y="2"/>
                      <a:pt x="4" y="2"/>
                      <a:pt x="8" y="1"/>
                    </a:cubicBezTo>
                    <a:cubicBezTo>
                      <a:pt x="10" y="0"/>
                      <a:pt x="13" y="2"/>
                      <a:pt x="15" y="2"/>
                    </a:cubicBezTo>
                    <a:cubicBezTo>
                      <a:pt x="17" y="2"/>
                      <a:pt x="19" y="3"/>
                      <a:pt x="21" y="2"/>
                    </a:cubicBezTo>
                    <a:cubicBezTo>
                      <a:pt x="22" y="3"/>
                      <a:pt x="25" y="2"/>
                      <a:pt x="27" y="2"/>
                    </a:cubicBezTo>
                    <a:cubicBezTo>
                      <a:pt x="29" y="2"/>
                      <a:pt x="32" y="1"/>
                      <a:pt x="34" y="1"/>
                    </a:cubicBezTo>
                    <a:cubicBezTo>
                      <a:pt x="38" y="2"/>
                      <a:pt x="40" y="2"/>
                      <a:pt x="42" y="1"/>
                    </a:cubicBezTo>
                    <a:cubicBezTo>
                      <a:pt x="40" y="2"/>
                      <a:pt x="38" y="1"/>
                      <a:pt x="34" y="0"/>
                    </a:cubicBezTo>
                  </a:path>
                </a:pathLst>
              </a:custGeom>
              <a:solidFill>
                <a:srgbClr val="585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401" name="Freeform 753">
                <a:extLst>
                  <a:ext uri="{FF2B5EF4-FFF2-40B4-BE49-F238E27FC236}">
                    <a16:creationId xmlns:a16="http://schemas.microsoft.com/office/drawing/2014/main" id="{ADE20722-945C-4CC4-BDB8-095CBF89E1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5" y="1115"/>
                <a:ext cx="62" cy="13"/>
              </a:xfrm>
              <a:custGeom>
                <a:avLst/>
                <a:gdLst>
                  <a:gd name="T0" fmla="*/ 144 w 38"/>
                  <a:gd name="T1" fmla="*/ 18 h 8"/>
                  <a:gd name="T2" fmla="*/ 88 w 38"/>
                  <a:gd name="T3" fmla="*/ 29 h 8"/>
                  <a:gd name="T4" fmla="*/ 21 w 38"/>
                  <a:gd name="T5" fmla="*/ 18 h 8"/>
                  <a:gd name="T6" fmla="*/ 0 w 38"/>
                  <a:gd name="T7" fmla="*/ 0 h 8"/>
                  <a:gd name="T8" fmla="*/ 21 w 38"/>
                  <a:gd name="T9" fmla="*/ 18 h 8"/>
                  <a:gd name="T10" fmla="*/ 88 w 38"/>
                  <a:gd name="T11" fmla="*/ 34 h 8"/>
                  <a:gd name="T12" fmla="*/ 88 w 38"/>
                  <a:gd name="T13" fmla="*/ 34 h 8"/>
                  <a:gd name="T14" fmla="*/ 88 w 38"/>
                  <a:gd name="T15" fmla="*/ 34 h 8"/>
                  <a:gd name="T16" fmla="*/ 88 w 38"/>
                  <a:gd name="T17" fmla="*/ 34 h 8"/>
                  <a:gd name="T18" fmla="*/ 88 w 38"/>
                  <a:gd name="T19" fmla="*/ 34 h 8"/>
                  <a:gd name="T20" fmla="*/ 144 w 38"/>
                  <a:gd name="T21" fmla="*/ 18 h 8"/>
                  <a:gd name="T22" fmla="*/ 165 w 38"/>
                  <a:gd name="T23" fmla="*/ 0 h 8"/>
                  <a:gd name="T24" fmla="*/ 144 w 38"/>
                  <a:gd name="T25" fmla="*/ 18 h 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8" h="8">
                    <a:moveTo>
                      <a:pt x="33" y="4"/>
                    </a:moveTo>
                    <a:cubicBezTo>
                      <a:pt x="29" y="6"/>
                      <a:pt x="23" y="7"/>
                      <a:pt x="20" y="7"/>
                    </a:cubicBezTo>
                    <a:cubicBezTo>
                      <a:pt x="17" y="7"/>
                      <a:pt x="9" y="6"/>
                      <a:pt x="5" y="4"/>
                    </a:cubicBezTo>
                    <a:cubicBezTo>
                      <a:pt x="2" y="2"/>
                      <a:pt x="0" y="0"/>
                      <a:pt x="0" y="0"/>
                    </a:cubicBezTo>
                    <a:cubicBezTo>
                      <a:pt x="0" y="1"/>
                      <a:pt x="1" y="2"/>
                      <a:pt x="5" y="4"/>
                    </a:cubicBezTo>
                    <a:cubicBezTo>
                      <a:pt x="8" y="6"/>
                      <a:pt x="16" y="8"/>
                      <a:pt x="20" y="8"/>
                    </a:cubicBezTo>
                    <a:cubicBezTo>
                      <a:pt x="20" y="8"/>
                      <a:pt x="20" y="8"/>
                      <a:pt x="20" y="8"/>
                    </a:cubicBezTo>
                    <a:cubicBezTo>
                      <a:pt x="20" y="8"/>
                      <a:pt x="20" y="8"/>
                      <a:pt x="20" y="8"/>
                    </a:cubicBezTo>
                    <a:cubicBezTo>
                      <a:pt x="20" y="8"/>
                      <a:pt x="20" y="8"/>
                      <a:pt x="20" y="8"/>
                    </a:cubicBezTo>
                    <a:cubicBezTo>
                      <a:pt x="20" y="8"/>
                      <a:pt x="20" y="8"/>
                      <a:pt x="20" y="8"/>
                    </a:cubicBezTo>
                    <a:cubicBezTo>
                      <a:pt x="23" y="8"/>
                      <a:pt x="29" y="6"/>
                      <a:pt x="33" y="4"/>
                    </a:cubicBezTo>
                    <a:cubicBezTo>
                      <a:pt x="37" y="2"/>
                      <a:pt x="38" y="1"/>
                      <a:pt x="38" y="0"/>
                    </a:cubicBezTo>
                    <a:cubicBezTo>
                      <a:pt x="38" y="0"/>
                      <a:pt x="36" y="2"/>
                      <a:pt x="33" y="4"/>
                    </a:cubicBezTo>
                  </a:path>
                </a:pathLst>
              </a:custGeom>
              <a:solidFill>
                <a:srgbClr val="585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402" name="Freeform 754">
                <a:extLst>
                  <a:ext uri="{FF2B5EF4-FFF2-40B4-BE49-F238E27FC236}">
                    <a16:creationId xmlns:a16="http://schemas.microsoft.com/office/drawing/2014/main" id="{7C910B1C-5D19-431F-ABFF-F30E1C680F7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710" y="928"/>
                <a:ext cx="276" cy="260"/>
              </a:xfrm>
              <a:custGeom>
                <a:avLst/>
                <a:gdLst>
                  <a:gd name="T0" fmla="*/ 5 w 170"/>
                  <a:gd name="T1" fmla="*/ 102 h 161"/>
                  <a:gd name="T2" fmla="*/ 0 w 170"/>
                  <a:gd name="T3" fmla="*/ 34 h 161"/>
                  <a:gd name="T4" fmla="*/ 5 w 170"/>
                  <a:gd name="T5" fmla="*/ 123 h 161"/>
                  <a:gd name="T6" fmla="*/ 29 w 170"/>
                  <a:gd name="T7" fmla="*/ 260 h 161"/>
                  <a:gd name="T8" fmla="*/ 68 w 170"/>
                  <a:gd name="T9" fmla="*/ 420 h 161"/>
                  <a:gd name="T10" fmla="*/ 177 w 170"/>
                  <a:gd name="T11" fmla="*/ 547 h 161"/>
                  <a:gd name="T12" fmla="*/ 343 w 170"/>
                  <a:gd name="T13" fmla="*/ 673 h 161"/>
                  <a:gd name="T14" fmla="*/ 385 w 170"/>
                  <a:gd name="T15" fmla="*/ 678 h 161"/>
                  <a:gd name="T16" fmla="*/ 419 w 170"/>
                  <a:gd name="T17" fmla="*/ 673 h 161"/>
                  <a:gd name="T18" fmla="*/ 557 w 170"/>
                  <a:gd name="T19" fmla="*/ 547 h 161"/>
                  <a:gd name="T20" fmla="*/ 659 w 170"/>
                  <a:gd name="T21" fmla="*/ 420 h 161"/>
                  <a:gd name="T22" fmla="*/ 701 w 170"/>
                  <a:gd name="T23" fmla="*/ 260 h 161"/>
                  <a:gd name="T24" fmla="*/ 727 w 170"/>
                  <a:gd name="T25" fmla="*/ 149 h 161"/>
                  <a:gd name="T26" fmla="*/ 727 w 170"/>
                  <a:gd name="T27" fmla="*/ 144 h 161"/>
                  <a:gd name="T28" fmla="*/ 701 w 170"/>
                  <a:gd name="T29" fmla="*/ 8 h 161"/>
                  <a:gd name="T30" fmla="*/ 701 w 170"/>
                  <a:gd name="T31" fmla="*/ 0 h 161"/>
                  <a:gd name="T32" fmla="*/ 13 w 170"/>
                  <a:gd name="T33" fmla="*/ 5 h 161"/>
                  <a:gd name="T34" fmla="*/ 13 w 170"/>
                  <a:gd name="T35" fmla="*/ 5 h 161"/>
                  <a:gd name="T36" fmla="*/ 364 w 170"/>
                  <a:gd name="T37" fmla="*/ 678 h 161"/>
                  <a:gd name="T38" fmla="*/ 364 w 170"/>
                  <a:gd name="T39" fmla="*/ 678 h 161"/>
                  <a:gd name="T40" fmla="*/ 364 w 170"/>
                  <a:gd name="T41" fmla="*/ 678 h 16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170" h="161">
                    <a:moveTo>
                      <a:pt x="1" y="24"/>
                    </a:moveTo>
                    <a:cubicBezTo>
                      <a:pt x="1" y="19"/>
                      <a:pt x="1" y="13"/>
                      <a:pt x="0" y="8"/>
                    </a:cubicBezTo>
                    <a:cubicBezTo>
                      <a:pt x="0" y="13"/>
                      <a:pt x="0" y="25"/>
                      <a:pt x="1" y="29"/>
                    </a:cubicBezTo>
                    <a:cubicBezTo>
                      <a:pt x="4" y="40"/>
                      <a:pt x="5" y="52"/>
                      <a:pt x="7" y="62"/>
                    </a:cubicBezTo>
                    <a:cubicBezTo>
                      <a:pt x="9" y="72"/>
                      <a:pt x="14" y="92"/>
                      <a:pt x="16" y="100"/>
                    </a:cubicBezTo>
                    <a:cubicBezTo>
                      <a:pt x="19" y="108"/>
                      <a:pt x="27" y="126"/>
                      <a:pt x="41" y="130"/>
                    </a:cubicBezTo>
                    <a:cubicBezTo>
                      <a:pt x="48" y="132"/>
                      <a:pt x="67" y="158"/>
                      <a:pt x="80" y="160"/>
                    </a:cubicBezTo>
                    <a:cubicBezTo>
                      <a:pt x="84" y="160"/>
                      <a:pt x="87" y="161"/>
                      <a:pt x="90" y="161"/>
                    </a:cubicBezTo>
                    <a:cubicBezTo>
                      <a:pt x="94" y="161"/>
                      <a:pt x="94" y="161"/>
                      <a:pt x="98" y="160"/>
                    </a:cubicBezTo>
                    <a:cubicBezTo>
                      <a:pt x="111" y="158"/>
                      <a:pt x="122" y="135"/>
                      <a:pt x="130" y="130"/>
                    </a:cubicBezTo>
                    <a:cubicBezTo>
                      <a:pt x="145" y="123"/>
                      <a:pt x="152" y="108"/>
                      <a:pt x="154" y="100"/>
                    </a:cubicBezTo>
                    <a:cubicBezTo>
                      <a:pt x="157" y="92"/>
                      <a:pt x="161" y="72"/>
                      <a:pt x="164" y="62"/>
                    </a:cubicBezTo>
                    <a:cubicBezTo>
                      <a:pt x="165" y="55"/>
                      <a:pt x="168" y="44"/>
                      <a:pt x="170" y="35"/>
                    </a:cubicBezTo>
                    <a:cubicBezTo>
                      <a:pt x="170" y="34"/>
                      <a:pt x="170" y="34"/>
                      <a:pt x="170" y="34"/>
                    </a:cubicBezTo>
                    <a:cubicBezTo>
                      <a:pt x="169" y="27"/>
                      <a:pt x="168" y="14"/>
                      <a:pt x="164" y="2"/>
                    </a:cubicBezTo>
                    <a:cubicBezTo>
                      <a:pt x="164" y="0"/>
                      <a:pt x="164" y="0"/>
                      <a:pt x="164" y="0"/>
                    </a:cubicBezTo>
                    <a:moveTo>
                      <a:pt x="3" y="1"/>
                    </a:moveTo>
                    <a:cubicBezTo>
                      <a:pt x="3" y="1"/>
                      <a:pt x="3" y="1"/>
                      <a:pt x="3" y="1"/>
                    </a:cubicBezTo>
                    <a:moveTo>
                      <a:pt x="85" y="161"/>
                    </a:moveTo>
                    <a:cubicBezTo>
                      <a:pt x="85" y="161"/>
                      <a:pt x="85" y="161"/>
                      <a:pt x="85" y="161"/>
                    </a:cubicBezTo>
                    <a:cubicBezTo>
                      <a:pt x="85" y="161"/>
                      <a:pt x="85" y="161"/>
                      <a:pt x="85" y="161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403" name="Freeform 755">
                <a:extLst>
                  <a:ext uri="{FF2B5EF4-FFF2-40B4-BE49-F238E27FC236}">
                    <a16:creationId xmlns:a16="http://schemas.microsoft.com/office/drawing/2014/main" id="{F528AB02-3EED-4C52-BEA8-ECB7A9265F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3" y="2437"/>
                <a:ext cx="168" cy="69"/>
              </a:xfrm>
              <a:custGeom>
                <a:avLst/>
                <a:gdLst>
                  <a:gd name="T0" fmla="*/ 227 w 103"/>
                  <a:gd name="T1" fmla="*/ 170 h 43"/>
                  <a:gd name="T2" fmla="*/ 220 w 103"/>
                  <a:gd name="T3" fmla="*/ 170 h 43"/>
                  <a:gd name="T4" fmla="*/ 0 w 103"/>
                  <a:gd name="T5" fmla="*/ 0 h 43"/>
                  <a:gd name="T6" fmla="*/ 220 w 103"/>
                  <a:gd name="T7" fmla="*/ 178 h 43"/>
                  <a:gd name="T8" fmla="*/ 227 w 103"/>
                  <a:gd name="T9" fmla="*/ 178 h 43"/>
                  <a:gd name="T10" fmla="*/ 447 w 103"/>
                  <a:gd name="T11" fmla="*/ 0 h 43"/>
                  <a:gd name="T12" fmla="*/ 227 w 103"/>
                  <a:gd name="T13" fmla="*/ 170 h 4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3" h="43">
                    <a:moveTo>
                      <a:pt x="52" y="41"/>
                    </a:moveTo>
                    <a:cubicBezTo>
                      <a:pt x="51" y="41"/>
                      <a:pt x="51" y="41"/>
                      <a:pt x="51" y="41"/>
                    </a:cubicBezTo>
                    <a:cubicBezTo>
                      <a:pt x="34" y="41"/>
                      <a:pt x="8" y="19"/>
                      <a:pt x="0" y="0"/>
                    </a:cubicBezTo>
                    <a:cubicBezTo>
                      <a:pt x="8" y="20"/>
                      <a:pt x="33" y="43"/>
                      <a:pt x="51" y="43"/>
                    </a:cubicBezTo>
                    <a:cubicBezTo>
                      <a:pt x="52" y="43"/>
                      <a:pt x="52" y="43"/>
                      <a:pt x="52" y="43"/>
                    </a:cubicBezTo>
                    <a:cubicBezTo>
                      <a:pt x="70" y="43"/>
                      <a:pt x="95" y="20"/>
                      <a:pt x="103" y="0"/>
                    </a:cubicBezTo>
                    <a:cubicBezTo>
                      <a:pt x="95" y="19"/>
                      <a:pt x="70" y="41"/>
                      <a:pt x="52" y="41"/>
                    </a:cubicBezTo>
                  </a:path>
                </a:pathLst>
              </a:custGeom>
              <a:solidFill>
                <a:srgbClr val="585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404" name="Freeform 756">
                <a:extLst>
                  <a:ext uri="{FF2B5EF4-FFF2-40B4-BE49-F238E27FC236}">
                    <a16:creationId xmlns:a16="http://schemas.microsoft.com/office/drawing/2014/main" id="{7709BE84-2846-4D11-A791-98453819BB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7" y="3844"/>
                <a:ext cx="6" cy="34"/>
              </a:xfrm>
              <a:custGeom>
                <a:avLst/>
                <a:gdLst>
                  <a:gd name="T0" fmla="*/ 14 w 4"/>
                  <a:gd name="T1" fmla="*/ 0 h 21"/>
                  <a:gd name="T2" fmla="*/ 0 w 4"/>
                  <a:gd name="T3" fmla="*/ 89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1">
                    <a:moveTo>
                      <a:pt x="4" y="0"/>
                    </a:moveTo>
                    <a:cubicBezTo>
                      <a:pt x="4" y="8"/>
                      <a:pt x="0" y="21"/>
                      <a:pt x="0" y="21"/>
                    </a:cubicBezTo>
                  </a:path>
                </a:pathLst>
              </a:custGeom>
              <a:noFill/>
              <a:ln w="4763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405" name="Freeform 757">
                <a:extLst>
                  <a:ext uri="{FF2B5EF4-FFF2-40B4-BE49-F238E27FC236}">
                    <a16:creationId xmlns:a16="http://schemas.microsoft.com/office/drawing/2014/main" id="{B4AF21F1-DF0A-4647-B009-446D907229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7" y="1289"/>
                <a:ext cx="166" cy="18"/>
              </a:xfrm>
              <a:custGeom>
                <a:avLst/>
                <a:gdLst>
                  <a:gd name="T0" fmla="*/ 317 w 102"/>
                  <a:gd name="T1" fmla="*/ 13 h 11"/>
                  <a:gd name="T2" fmla="*/ 190 w 102"/>
                  <a:gd name="T3" fmla="*/ 13 h 11"/>
                  <a:gd name="T4" fmla="*/ 8 w 102"/>
                  <a:gd name="T5" fmla="*/ 26 h 11"/>
                  <a:gd name="T6" fmla="*/ 5 w 102"/>
                  <a:gd name="T7" fmla="*/ 47 h 11"/>
                  <a:gd name="T8" fmla="*/ 13 w 102"/>
                  <a:gd name="T9" fmla="*/ 34 h 11"/>
                  <a:gd name="T10" fmla="*/ 190 w 102"/>
                  <a:gd name="T11" fmla="*/ 21 h 11"/>
                  <a:gd name="T12" fmla="*/ 324 w 102"/>
                  <a:gd name="T13" fmla="*/ 21 h 11"/>
                  <a:gd name="T14" fmla="*/ 439 w 102"/>
                  <a:gd name="T15" fmla="*/ 0 h 11"/>
                  <a:gd name="T16" fmla="*/ 317 w 102"/>
                  <a:gd name="T17" fmla="*/ 13 h 1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2" h="11">
                    <a:moveTo>
                      <a:pt x="74" y="3"/>
                    </a:moveTo>
                    <a:cubicBezTo>
                      <a:pt x="69" y="5"/>
                      <a:pt x="57" y="4"/>
                      <a:pt x="44" y="3"/>
                    </a:cubicBezTo>
                    <a:cubicBezTo>
                      <a:pt x="26" y="2"/>
                      <a:pt x="8" y="0"/>
                      <a:pt x="2" y="6"/>
                    </a:cubicBezTo>
                    <a:cubicBezTo>
                      <a:pt x="0" y="7"/>
                      <a:pt x="1" y="9"/>
                      <a:pt x="1" y="11"/>
                    </a:cubicBezTo>
                    <a:cubicBezTo>
                      <a:pt x="1" y="10"/>
                      <a:pt x="2" y="8"/>
                      <a:pt x="3" y="8"/>
                    </a:cubicBezTo>
                    <a:cubicBezTo>
                      <a:pt x="8" y="3"/>
                      <a:pt x="27" y="4"/>
                      <a:pt x="44" y="5"/>
                    </a:cubicBezTo>
                    <a:cubicBezTo>
                      <a:pt x="57" y="6"/>
                      <a:pt x="69" y="7"/>
                      <a:pt x="75" y="5"/>
                    </a:cubicBezTo>
                    <a:cubicBezTo>
                      <a:pt x="80" y="3"/>
                      <a:pt x="97" y="0"/>
                      <a:pt x="102" y="0"/>
                    </a:cubicBezTo>
                    <a:cubicBezTo>
                      <a:pt x="95" y="0"/>
                      <a:pt x="79" y="1"/>
                      <a:pt x="74" y="3"/>
                    </a:cubicBezTo>
                  </a:path>
                </a:pathLst>
              </a:custGeom>
              <a:solidFill>
                <a:srgbClr val="585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406" name="Freeform 758">
                <a:extLst>
                  <a:ext uri="{FF2B5EF4-FFF2-40B4-BE49-F238E27FC236}">
                    <a16:creationId xmlns:a16="http://schemas.microsoft.com/office/drawing/2014/main" id="{098C0B7B-49D8-4E1E-86EC-F40365DF07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0" y="3977"/>
                <a:ext cx="27" cy="64"/>
              </a:xfrm>
              <a:custGeom>
                <a:avLst/>
                <a:gdLst>
                  <a:gd name="T0" fmla="*/ 5 w 17"/>
                  <a:gd name="T1" fmla="*/ 0 h 40"/>
                  <a:gd name="T2" fmla="*/ 21 w 17"/>
                  <a:gd name="T3" fmla="*/ 48 h 40"/>
                  <a:gd name="T4" fmla="*/ 40 w 17"/>
                  <a:gd name="T5" fmla="*/ 163 h 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40">
                    <a:moveTo>
                      <a:pt x="1" y="0"/>
                    </a:moveTo>
                    <a:cubicBezTo>
                      <a:pt x="0" y="4"/>
                      <a:pt x="1" y="9"/>
                      <a:pt x="5" y="12"/>
                    </a:cubicBezTo>
                    <a:cubicBezTo>
                      <a:pt x="9" y="17"/>
                      <a:pt x="17" y="32"/>
                      <a:pt x="10" y="40"/>
                    </a:cubicBezTo>
                  </a:path>
                </a:pathLst>
              </a:custGeom>
              <a:noFill/>
              <a:ln w="4763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407" name="Freeform 759">
                <a:extLst>
                  <a:ext uri="{FF2B5EF4-FFF2-40B4-BE49-F238E27FC236}">
                    <a16:creationId xmlns:a16="http://schemas.microsoft.com/office/drawing/2014/main" id="{D0C0CFEB-8AA8-4A5B-9C04-7C5A367C45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9" y="3980"/>
                <a:ext cx="39" cy="61"/>
              </a:xfrm>
              <a:custGeom>
                <a:avLst/>
                <a:gdLst>
                  <a:gd name="T0" fmla="*/ 0 w 24"/>
                  <a:gd name="T1" fmla="*/ 0 h 38"/>
                  <a:gd name="T2" fmla="*/ 60 w 24"/>
                  <a:gd name="T3" fmla="*/ 56 h 38"/>
                  <a:gd name="T4" fmla="*/ 88 w 24"/>
                  <a:gd name="T5" fmla="*/ 157 h 3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38">
                    <a:moveTo>
                      <a:pt x="0" y="0"/>
                    </a:moveTo>
                    <a:cubicBezTo>
                      <a:pt x="4" y="7"/>
                      <a:pt x="12" y="12"/>
                      <a:pt x="14" y="14"/>
                    </a:cubicBezTo>
                    <a:cubicBezTo>
                      <a:pt x="22" y="22"/>
                      <a:pt x="24" y="31"/>
                      <a:pt x="20" y="38"/>
                    </a:cubicBezTo>
                  </a:path>
                </a:pathLst>
              </a:custGeom>
              <a:noFill/>
              <a:ln w="4763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408" name="Freeform 760">
                <a:extLst>
                  <a:ext uri="{FF2B5EF4-FFF2-40B4-BE49-F238E27FC236}">
                    <a16:creationId xmlns:a16="http://schemas.microsoft.com/office/drawing/2014/main" id="{82ECA2FC-329F-49DF-A71F-B51D286180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0" y="3975"/>
                <a:ext cx="42" cy="62"/>
              </a:xfrm>
              <a:custGeom>
                <a:avLst/>
                <a:gdLst>
                  <a:gd name="T0" fmla="*/ 0 w 26"/>
                  <a:gd name="T1" fmla="*/ 0 h 38"/>
                  <a:gd name="T2" fmla="*/ 60 w 26"/>
                  <a:gd name="T3" fmla="*/ 62 h 38"/>
                  <a:gd name="T4" fmla="*/ 105 w 26"/>
                  <a:gd name="T5" fmla="*/ 165 h 3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38">
                    <a:moveTo>
                      <a:pt x="0" y="0"/>
                    </a:moveTo>
                    <a:cubicBezTo>
                      <a:pt x="4" y="5"/>
                      <a:pt x="8" y="9"/>
                      <a:pt x="14" y="14"/>
                    </a:cubicBezTo>
                    <a:cubicBezTo>
                      <a:pt x="24" y="23"/>
                      <a:pt x="26" y="30"/>
                      <a:pt x="25" y="38"/>
                    </a:cubicBezTo>
                  </a:path>
                </a:pathLst>
              </a:custGeom>
              <a:noFill/>
              <a:ln w="4763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409" name="Freeform 761">
                <a:extLst>
                  <a:ext uri="{FF2B5EF4-FFF2-40B4-BE49-F238E27FC236}">
                    <a16:creationId xmlns:a16="http://schemas.microsoft.com/office/drawing/2014/main" id="{DFEA1981-510A-44D2-9BFF-90D07BAE28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8" y="3969"/>
                <a:ext cx="30" cy="45"/>
              </a:xfrm>
              <a:custGeom>
                <a:avLst/>
                <a:gdLst>
                  <a:gd name="T0" fmla="*/ 0 w 19"/>
                  <a:gd name="T1" fmla="*/ 0 h 28"/>
                  <a:gd name="T2" fmla="*/ 43 w 19"/>
                  <a:gd name="T3" fmla="*/ 47 h 28"/>
                  <a:gd name="T4" fmla="*/ 69 w 19"/>
                  <a:gd name="T5" fmla="*/ 116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28">
                    <a:moveTo>
                      <a:pt x="0" y="0"/>
                    </a:moveTo>
                    <a:cubicBezTo>
                      <a:pt x="3" y="4"/>
                      <a:pt x="8" y="8"/>
                      <a:pt x="11" y="11"/>
                    </a:cubicBezTo>
                    <a:cubicBezTo>
                      <a:pt x="15" y="15"/>
                      <a:pt x="19" y="22"/>
                      <a:pt x="18" y="28"/>
                    </a:cubicBezTo>
                  </a:path>
                </a:pathLst>
              </a:custGeom>
              <a:noFill/>
              <a:ln w="4763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410" name="Freeform 762">
                <a:extLst>
                  <a:ext uri="{FF2B5EF4-FFF2-40B4-BE49-F238E27FC236}">
                    <a16:creationId xmlns:a16="http://schemas.microsoft.com/office/drawing/2014/main" id="{28181894-19A4-42AB-B170-D3B065872F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5" y="4003"/>
                <a:ext cx="43" cy="22"/>
              </a:xfrm>
              <a:custGeom>
                <a:avLst/>
                <a:gdLst>
                  <a:gd name="T0" fmla="*/ 117 w 26"/>
                  <a:gd name="T1" fmla="*/ 55 h 14"/>
                  <a:gd name="T2" fmla="*/ 33 w 26"/>
                  <a:gd name="T3" fmla="*/ 55 h 14"/>
                  <a:gd name="T4" fmla="*/ 60 w 26"/>
                  <a:gd name="T5" fmla="*/ 5 h 14"/>
                  <a:gd name="T6" fmla="*/ 117 w 26"/>
                  <a:gd name="T7" fmla="*/ 55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14">
                    <a:moveTo>
                      <a:pt x="26" y="14"/>
                    </a:moveTo>
                    <a:cubicBezTo>
                      <a:pt x="18" y="12"/>
                      <a:pt x="9" y="12"/>
                      <a:pt x="7" y="14"/>
                    </a:cubicBezTo>
                    <a:cubicBezTo>
                      <a:pt x="0" y="5"/>
                      <a:pt x="8" y="0"/>
                      <a:pt x="13" y="1"/>
                    </a:cubicBezTo>
                    <a:cubicBezTo>
                      <a:pt x="24" y="1"/>
                      <a:pt x="26" y="11"/>
                      <a:pt x="26" y="14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411" name="Freeform 763">
                <a:extLst>
                  <a:ext uri="{FF2B5EF4-FFF2-40B4-BE49-F238E27FC236}">
                    <a16:creationId xmlns:a16="http://schemas.microsoft.com/office/drawing/2014/main" id="{4E86AB34-1717-44FF-BCF2-7E4ADA5F63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2" y="4019"/>
                <a:ext cx="21" cy="18"/>
              </a:xfrm>
              <a:custGeom>
                <a:avLst/>
                <a:gdLst>
                  <a:gd name="T0" fmla="*/ 55 w 13"/>
                  <a:gd name="T1" fmla="*/ 47 h 11"/>
                  <a:gd name="T2" fmla="*/ 0 w 13"/>
                  <a:gd name="T3" fmla="*/ 43 h 11"/>
                  <a:gd name="T4" fmla="*/ 55 w 13"/>
                  <a:gd name="T5" fmla="*/ 47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1">
                    <a:moveTo>
                      <a:pt x="13" y="11"/>
                    </a:moveTo>
                    <a:cubicBezTo>
                      <a:pt x="10" y="11"/>
                      <a:pt x="2" y="9"/>
                      <a:pt x="0" y="10"/>
                    </a:cubicBezTo>
                    <a:cubicBezTo>
                      <a:pt x="1" y="1"/>
                      <a:pt x="12" y="0"/>
                      <a:pt x="13" y="11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412" name="Freeform 764">
                <a:extLst>
                  <a:ext uri="{FF2B5EF4-FFF2-40B4-BE49-F238E27FC236}">
                    <a16:creationId xmlns:a16="http://schemas.microsoft.com/office/drawing/2014/main" id="{7CCF666F-82CC-4978-A5C5-8C8E9A29DC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3" y="4024"/>
                <a:ext cx="18" cy="14"/>
              </a:xfrm>
              <a:custGeom>
                <a:avLst/>
                <a:gdLst>
                  <a:gd name="T0" fmla="*/ 47 w 11"/>
                  <a:gd name="T1" fmla="*/ 26 h 9"/>
                  <a:gd name="T2" fmla="*/ 0 w 11"/>
                  <a:gd name="T3" fmla="*/ 22 h 9"/>
                  <a:gd name="T4" fmla="*/ 47 w 11"/>
                  <a:gd name="T5" fmla="*/ 26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9">
                    <a:moveTo>
                      <a:pt x="11" y="7"/>
                    </a:moveTo>
                    <a:cubicBezTo>
                      <a:pt x="9" y="9"/>
                      <a:pt x="3" y="9"/>
                      <a:pt x="0" y="6"/>
                    </a:cubicBezTo>
                    <a:cubicBezTo>
                      <a:pt x="1" y="0"/>
                      <a:pt x="11" y="3"/>
                      <a:pt x="11" y="7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413" name="Freeform 765">
                <a:extLst>
                  <a:ext uri="{FF2B5EF4-FFF2-40B4-BE49-F238E27FC236}">
                    <a16:creationId xmlns:a16="http://schemas.microsoft.com/office/drawing/2014/main" id="{FC7E62DB-2132-4365-B3E3-8008ADFD55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1" y="4009"/>
                <a:ext cx="13" cy="13"/>
              </a:xfrm>
              <a:custGeom>
                <a:avLst/>
                <a:gdLst>
                  <a:gd name="T0" fmla="*/ 34 w 8"/>
                  <a:gd name="T1" fmla="*/ 21 h 8"/>
                  <a:gd name="T2" fmla="*/ 5 w 8"/>
                  <a:gd name="T3" fmla="*/ 29 h 8"/>
                  <a:gd name="T4" fmla="*/ 34 w 8"/>
                  <a:gd name="T5" fmla="*/ 21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8">
                    <a:moveTo>
                      <a:pt x="8" y="5"/>
                    </a:moveTo>
                    <a:cubicBezTo>
                      <a:pt x="7" y="7"/>
                      <a:pt x="4" y="8"/>
                      <a:pt x="1" y="7"/>
                    </a:cubicBezTo>
                    <a:cubicBezTo>
                      <a:pt x="0" y="0"/>
                      <a:pt x="7" y="1"/>
                      <a:pt x="8" y="5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414" name="Freeform 766">
                <a:extLst>
                  <a:ext uri="{FF2B5EF4-FFF2-40B4-BE49-F238E27FC236}">
                    <a16:creationId xmlns:a16="http://schemas.microsoft.com/office/drawing/2014/main" id="{37140E6D-6258-4EB1-9A1F-86B5718D0D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1" y="1609"/>
                <a:ext cx="55" cy="55"/>
              </a:xfrm>
              <a:custGeom>
                <a:avLst/>
                <a:gdLst>
                  <a:gd name="T0" fmla="*/ 139 w 34"/>
                  <a:gd name="T1" fmla="*/ 76 h 34"/>
                  <a:gd name="T2" fmla="*/ 76 w 34"/>
                  <a:gd name="T3" fmla="*/ 5 h 34"/>
                  <a:gd name="T4" fmla="*/ 5 w 34"/>
                  <a:gd name="T5" fmla="*/ 68 h 34"/>
                  <a:gd name="T6" fmla="*/ 68 w 34"/>
                  <a:gd name="T7" fmla="*/ 139 h 34"/>
                  <a:gd name="T8" fmla="*/ 139 w 34"/>
                  <a:gd name="T9" fmla="*/ 76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" h="34">
                    <a:moveTo>
                      <a:pt x="33" y="18"/>
                    </a:moveTo>
                    <a:cubicBezTo>
                      <a:pt x="34" y="9"/>
                      <a:pt x="27" y="2"/>
                      <a:pt x="18" y="1"/>
                    </a:cubicBezTo>
                    <a:cubicBezTo>
                      <a:pt x="9" y="0"/>
                      <a:pt x="2" y="7"/>
                      <a:pt x="1" y="16"/>
                    </a:cubicBezTo>
                    <a:cubicBezTo>
                      <a:pt x="0" y="25"/>
                      <a:pt x="7" y="33"/>
                      <a:pt x="16" y="33"/>
                    </a:cubicBezTo>
                    <a:cubicBezTo>
                      <a:pt x="25" y="34"/>
                      <a:pt x="33" y="27"/>
                      <a:pt x="33" y="18"/>
                    </a:cubicBezTo>
                  </a:path>
                </a:pathLst>
              </a:custGeom>
              <a:solidFill>
                <a:srgbClr val="FEEC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415" name="Freeform 767">
                <a:extLst>
                  <a:ext uri="{FF2B5EF4-FFF2-40B4-BE49-F238E27FC236}">
                    <a16:creationId xmlns:a16="http://schemas.microsoft.com/office/drawing/2014/main" id="{45B5F59C-AE68-44A5-B97A-3817B53E875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027" y="1625"/>
                <a:ext cx="23" cy="23"/>
              </a:xfrm>
              <a:custGeom>
                <a:avLst/>
                <a:gdLst>
                  <a:gd name="T0" fmla="*/ 0 w 14"/>
                  <a:gd name="T1" fmla="*/ 33 h 14"/>
                  <a:gd name="T2" fmla="*/ 8 w 14"/>
                  <a:gd name="T3" fmla="*/ 54 h 14"/>
                  <a:gd name="T4" fmla="*/ 33 w 14"/>
                  <a:gd name="T5" fmla="*/ 62 h 14"/>
                  <a:gd name="T6" fmla="*/ 54 w 14"/>
                  <a:gd name="T7" fmla="*/ 54 h 14"/>
                  <a:gd name="T8" fmla="*/ 62 w 14"/>
                  <a:gd name="T9" fmla="*/ 35 h 14"/>
                  <a:gd name="T10" fmla="*/ 58 w 14"/>
                  <a:gd name="T11" fmla="*/ 20 h 14"/>
                  <a:gd name="T12" fmla="*/ 54 w 14"/>
                  <a:gd name="T13" fmla="*/ 21 h 14"/>
                  <a:gd name="T14" fmla="*/ 49 w 14"/>
                  <a:gd name="T15" fmla="*/ 21 h 14"/>
                  <a:gd name="T16" fmla="*/ 54 w 14"/>
                  <a:gd name="T17" fmla="*/ 33 h 14"/>
                  <a:gd name="T18" fmla="*/ 54 w 14"/>
                  <a:gd name="T19" fmla="*/ 33 h 14"/>
                  <a:gd name="T20" fmla="*/ 54 w 14"/>
                  <a:gd name="T21" fmla="*/ 33 h 14"/>
                  <a:gd name="T22" fmla="*/ 43 w 14"/>
                  <a:gd name="T23" fmla="*/ 49 h 14"/>
                  <a:gd name="T24" fmla="*/ 33 w 14"/>
                  <a:gd name="T25" fmla="*/ 54 h 14"/>
                  <a:gd name="T26" fmla="*/ 20 w 14"/>
                  <a:gd name="T27" fmla="*/ 43 h 14"/>
                  <a:gd name="T28" fmla="*/ 8 w 14"/>
                  <a:gd name="T29" fmla="*/ 41 h 14"/>
                  <a:gd name="T30" fmla="*/ 5 w 14"/>
                  <a:gd name="T31" fmla="*/ 21 h 14"/>
                  <a:gd name="T32" fmla="*/ 0 w 14"/>
                  <a:gd name="T33" fmla="*/ 33 h 14"/>
                  <a:gd name="T34" fmla="*/ 35 w 14"/>
                  <a:gd name="T35" fmla="*/ 8 h 14"/>
                  <a:gd name="T36" fmla="*/ 35 w 14"/>
                  <a:gd name="T37" fmla="*/ 0 h 14"/>
                  <a:gd name="T38" fmla="*/ 35 w 14"/>
                  <a:gd name="T39" fmla="*/ 0 h 14"/>
                  <a:gd name="T40" fmla="*/ 33 w 14"/>
                  <a:gd name="T41" fmla="*/ 0 h 14"/>
                  <a:gd name="T42" fmla="*/ 26 w 14"/>
                  <a:gd name="T43" fmla="*/ 5 h 14"/>
                  <a:gd name="T44" fmla="*/ 33 w 14"/>
                  <a:gd name="T45" fmla="*/ 13 h 14"/>
                  <a:gd name="T46" fmla="*/ 33 w 14"/>
                  <a:gd name="T47" fmla="*/ 8 h 14"/>
                  <a:gd name="T48" fmla="*/ 35 w 14"/>
                  <a:gd name="T49" fmla="*/ 13 h 14"/>
                  <a:gd name="T50" fmla="*/ 35 w 14"/>
                  <a:gd name="T51" fmla="*/ 8 h 14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14" h="14">
                    <a:moveTo>
                      <a:pt x="0" y="7"/>
                    </a:moveTo>
                    <a:cubicBezTo>
                      <a:pt x="2" y="12"/>
                      <a:pt x="2" y="12"/>
                      <a:pt x="2" y="12"/>
                    </a:cubicBezTo>
                    <a:cubicBezTo>
                      <a:pt x="7" y="14"/>
                      <a:pt x="7" y="14"/>
                      <a:pt x="7" y="14"/>
                    </a:cubicBezTo>
                    <a:cubicBezTo>
                      <a:pt x="12" y="12"/>
                      <a:pt x="12" y="12"/>
                      <a:pt x="12" y="12"/>
                    </a:cubicBezTo>
                    <a:cubicBezTo>
                      <a:pt x="14" y="8"/>
                      <a:pt x="14" y="8"/>
                      <a:pt x="14" y="8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5"/>
                      <a:pt x="11" y="5"/>
                      <a:pt x="11" y="5"/>
                    </a:cubicBezTo>
                    <a:cubicBezTo>
                      <a:pt x="12" y="6"/>
                      <a:pt x="12" y="6"/>
                      <a:pt x="12" y="7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2" y="7"/>
                      <a:pt x="12" y="8"/>
                      <a:pt x="12" y="7"/>
                    </a:cubicBezTo>
                    <a:cubicBezTo>
                      <a:pt x="10" y="11"/>
                      <a:pt x="10" y="11"/>
                      <a:pt x="10" y="11"/>
                    </a:cubicBezTo>
                    <a:cubicBezTo>
                      <a:pt x="10" y="11"/>
                      <a:pt x="7" y="12"/>
                      <a:pt x="7" y="12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3" y="10"/>
                      <a:pt x="2" y="10"/>
                      <a:pt x="2" y="9"/>
                    </a:cubicBezTo>
                    <a:cubicBezTo>
                      <a:pt x="2" y="8"/>
                      <a:pt x="1" y="7"/>
                      <a:pt x="1" y="5"/>
                    </a:cubicBezTo>
                    <a:lnTo>
                      <a:pt x="0" y="7"/>
                    </a:lnTo>
                    <a:close/>
                    <a:moveTo>
                      <a:pt x="8" y="2"/>
                    </a:moveTo>
                    <a:cubicBezTo>
                      <a:pt x="8" y="2"/>
                      <a:pt x="8" y="1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7" y="1"/>
                      <a:pt x="6" y="1"/>
                      <a:pt x="6" y="1"/>
                    </a:cubicBezTo>
                    <a:cubicBezTo>
                      <a:pt x="6" y="2"/>
                      <a:pt x="7" y="2"/>
                      <a:pt x="7" y="3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8" y="2"/>
                      <a:pt x="8" y="3"/>
                      <a:pt x="8" y="3"/>
                    </a:cubicBezTo>
                    <a:cubicBezTo>
                      <a:pt x="8" y="2"/>
                      <a:pt x="8" y="2"/>
                      <a:pt x="8" y="2"/>
                    </a:cubicBezTo>
                  </a:path>
                </a:pathLst>
              </a:custGeom>
              <a:solidFill>
                <a:srgbClr val="585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416" name="Freeform 768">
                <a:extLst>
                  <a:ext uri="{FF2B5EF4-FFF2-40B4-BE49-F238E27FC236}">
                    <a16:creationId xmlns:a16="http://schemas.microsoft.com/office/drawing/2014/main" id="{1525331A-5215-491B-93EB-727C9AD5D95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011" y="1609"/>
                <a:ext cx="55" cy="56"/>
              </a:xfrm>
              <a:custGeom>
                <a:avLst/>
                <a:gdLst>
                  <a:gd name="T0" fmla="*/ 136 w 34"/>
                  <a:gd name="T1" fmla="*/ 77 h 35"/>
                  <a:gd name="T2" fmla="*/ 131 w 34"/>
                  <a:gd name="T3" fmla="*/ 94 h 35"/>
                  <a:gd name="T4" fmla="*/ 139 w 34"/>
                  <a:gd name="T5" fmla="*/ 94 h 35"/>
                  <a:gd name="T6" fmla="*/ 144 w 34"/>
                  <a:gd name="T7" fmla="*/ 82 h 35"/>
                  <a:gd name="T8" fmla="*/ 136 w 34"/>
                  <a:gd name="T9" fmla="*/ 77 h 35"/>
                  <a:gd name="T10" fmla="*/ 76 w 34"/>
                  <a:gd name="T11" fmla="*/ 8 h 35"/>
                  <a:gd name="T12" fmla="*/ 81 w 34"/>
                  <a:gd name="T13" fmla="*/ 8 h 35"/>
                  <a:gd name="T14" fmla="*/ 81 w 34"/>
                  <a:gd name="T15" fmla="*/ 5 h 35"/>
                  <a:gd name="T16" fmla="*/ 76 w 34"/>
                  <a:gd name="T17" fmla="*/ 5 h 35"/>
                  <a:gd name="T18" fmla="*/ 76 w 34"/>
                  <a:gd name="T19" fmla="*/ 8 h 35"/>
                  <a:gd name="T20" fmla="*/ 76 w 34"/>
                  <a:gd name="T21" fmla="*/ 8 h 35"/>
                  <a:gd name="T22" fmla="*/ 8 w 34"/>
                  <a:gd name="T23" fmla="*/ 67 h 35"/>
                  <a:gd name="T24" fmla="*/ 21 w 34"/>
                  <a:gd name="T25" fmla="*/ 35 h 35"/>
                  <a:gd name="T26" fmla="*/ 13 w 34"/>
                  <a:gd name="T27" fmla="*/ 34 h 35"/>
                  <a:gd name="T28" fmla="*/ 8 w 34"/>
                  <a:gd name="T29" fmla="*/ 34 h 35"/>
                  <a:gd name="T30" fmla="*/ 0 w 34"/>
                  <a:gd name="T31" fmla="*/ 61 h 35"/>
                  <a:gd name="T32" fmla="*/ 8 w 34"/>
                  <a:gd name="T33" fmla="*/ 69 h 35"/>
                  <a:gd name="T34" fmla="*/ 8 w 34"/>
                  <a:gd name="T35" fmla="*/ 67 h 35"/>
                  <a:gd name="T36" fmla="*/ 13 w 34"/>
                  <a:gd name="T37" fmla="*/ 90 h 35"/>
                  <a:gd name="T38" fmla="*/ 0 w 34"/>
                  <a:gd name="T39" fmla="*/ 86 h 35"/>
                  <a:gd name="T40" fmla="*/ 16 w 34"/>
                  <a:gd name="T41" fmla="*/ 115 h 35"/>
                  <a:gd name="T42" fmla="*/ 68 w 34"/>
                  <a:gd name="T43" fmla="*/ 138 h 35"/>
                  <a:gd name="T44" fmla="*/ 131 w 34"/>
                  <a:gd name="T45" fmla="*/ 115 h 35"/>
                  <a:gd name="T46" fmla="*/ 118 w 34"/>
                  <a:gd name="T47" fmla="*/ 110 h 35"/>
                  <a:gd name="T48" fmla="*/ 68 w 34"/>
                  <a:gd name="T49" fmla="*/ 131 h 35"/>
                  <a:gd name="T50" fmla="*/ 26 w 34"/>
                  <a:gd name="T51" fmla="*/ 110 h 35"/>
                  <a:gd name="T52" fmla="*/ 13 w 34"/>
                  <a:gd name="T53" fmla="*/ 90 h 35"/>
                  <a:gd name="T54" fmla="*/ 131 w 34"/>
                  <a:gd name="T55" fmla="*/ 46 h 35"/>
                  <a:gd name="T56" fmla="*/ 139 w 34"/>
                  <a:gd name="T57" fmla="*/ 35 h 35"/>
                  <a:gd name="T58" fmla="*/ 128 w 34"/>
                  <a:gd name="T59" fmla="*/ 21 h 35"/>
                  <a:gd name="T60" fmla="*/ 118 w 34"/>
                  <a:gd name="T61" fmla="*/ 29 h 35"/>
                  <a:gd name="T62" fmla="*/ 131 w 34"/>
                  <a:gd name="T63" fmla="*/ 46 h 35"/>
                  <a:gd name="T64" fmla="*/ 144 w 34"/>
                  <a:gd name="T65" fmla="*/ 56 h 35"/>
                  <a:gd name="T66" fmla="*/ 144 w 34"/>
                  <a:gd name="T67" fmla="*/ 56 h 35"/>
                  <a:gd name="T68" fmla="*/ 144 w 34"/>
                  <a:gd name="T69" fmla="*/ 56 h 35"/>
                  <a:gd name="T70" fmla="*/ 144 w 34"/>
                  <a:gd name="T71" fmla="*/ 56 h 35"/>
                  <a:gd name="T72" fmla="*/ 50 w 34"/>
                  <a:gd name="T73" fmla="*/ 13 h 35"/>
                  <a:gd name="T74" fmla="*/ 55 w 34"/>
                  <a:gd name="T75" fmla="*/ 0 h 35"/>
                  <a:gd name="T76" fmla="*/ 26 w 34"/>
                  <a:gd name="T77" fmla="*/ 16 h 35"/>
                  <a:gd name="T78" fmla="*/ 34 w 34"/>
                  <a:gd name="T79" fmla="*/ 21 h 35"/>
                  <a:gd name="T80" fmla="*/ 50 w 34"/>
                  <a:gd name="T81" fmla="*/ 13 h 35"/>
                  <a:gd name="T82" fmla="*/ 105 w 34"/>
                  <a:gd name="T83" fmla="*/ 16 h 35"/>
                  <a:gd name="T84" fmla="*/ 110 w 34"/>
                  <a:gd name="T85" fmla="*/ 8 h 35"/>
                  <a:gd name="T86" fmla="*/ 102 w 34"/>
                  <a:gd name="T87" fmla="*/ 5 h 35"/>
                  <a:gd name="T88" fmla="*/ 102 w 34"/>
                  <a:gd name="T89" fmla="*/ 16 h 35"/>
                  <a:gd name="T90" fmla="*/ 105 w 34"/>
                  <a:gd name="T91" fmla="*/ 16 h 35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34" h="35">
                    <a:moveTo>
                      <a:pt x="32" y="19"/>
                    </a:moveTo>
                    <a:cubicBezTo>
                      <a:pt x="32" y="20"/>
                      <a:pt x="31" y="21"/>
                      <a:pt x="31" y="23"/>
                    </a:cubicBezTo>
                    <a:cubicBezTo>
                      <a:pt x="32" y="23"/>
                      <a:pt x="33" y="23"/>
                      <a:pt x="33" y="23"/>
                    </a:cubicBezTo>
                    <a:cubicBezTo>
                      <a:pt x="34" y="22"/>
                      <a:pt x="34" y="21"/>
                      <a:pt x="34" y="20"/>
                    </a:cubicBezTo>
                    <a:cubicBezTo>
                      <a:pt x="34" y="19"/>
                      <a:pt x="33" y="19"/>
                      <a:pt x="32" y="19"/>
                    </a:cubicBezTo>
                    <a:moveTo>
                      <a:pt x="18" y="2"/>
                    </a:moveTo>
                    <a:cubicBezTo>
                      <a:pt x="18" y="2"/>
                      <a:pt x="19" y="2"/>
                      <a:pt x="19" y="2"/>
                    </a:cubicBezTo>
                    <a:cubicBezTo>
                      <a:pt x="19" y="2"/>
                      <a:pt x="19" y="1"/>
                      <a:pt x="19" y="1"/>
                    </a:cubicBezTo>
                    <a:cubicBezTo>
                      <a:pt x="19" y="1"/>
                      <a:pt x="18" y="1"/>
                      <a:pt x="18" y="1"/>
                    </a:cubicBezTo>
                    <a:cubicBezTo>
                      <a:pt x="18" y="1"/>
                      <a:pt x="18" y="2"/>
                      <a:pt x="18" y="2"/>
                    </a:cubicBezTo>
                    <a:cubicBezTo>
                      <a:pt x="18" y="2"/>
                      <a:pt x="18" y="2"/>
                      <a:pt x="18" y="2"/>
                    </a:cubicBezTo>
                    <a:moveTo>
                      <a:pt x="2" y="16"/>
                    </a:moveTo>
                    <a:cubicBezTo>
                      <a:pt x="2" y="13"/>
                      <a:pt x="3" y="11"/>
                      <a:pt x="5" y="9"/>
                    </a:cubicBezTo>
                    <a:cubicBezTo>
                      <a:pt x="4" y="9"/>
                      <a:pt x="3" y="8"/>
                      <a:pt x="3" y="8"/>
                    </a:cubicBezTo>
                    <a:cubicBezTo>
                      <a:pt x="3" y="8"/>
                      <a:pt x="2" y="8"/>
                      <a:pt x="2" y="8"/>
                    </a:cubicBezTo>
                    <a:cubicBezTo>
                      <a:pt x="1" y="10"/>
                      <a:pt x="0" y="12"/>
                      <a:pt x="0" y="15"/>
                    </a:cubicBezTo>
                    <a:cubicBezTo>
                      <a:pt x="1" y="16"/>
                      <a:pt x="1" y="16"/>
                      <a:pt x="2" y="17"/>
                    </a:cubicBezTo>
                    <a:cubicBezTo>
                      <a:pt x="2" y="17"/>
                      <a:pt x="2" y="16"/>
                      <a:pt x="2" y="16"/>
                    </a:cubicBezTo>
                    <a:moveTo>
                      <a:pt x="3" y="22"/>
                    </a:moveTo>
                    <a:cubicBezTo>
                      <a:pt x="2" y="22"/>
                      <a:pt x="1" y="22"/>
                      <a:pt x="0" y="21"/>
                    </a:cubicBezTo>
                    <a:cubicBezTo>
                      <a:pt x="1" y="24"/>
                      <a:pt x="2" y="26"/>
                      <a:pt x="4" y="28"/>
                    </a:cubicBezTo>
                    <a:cubicBezTo>
                      <a:pt x="7" y="32"/>
                      <a:pt x="11" y="34"/>
                      <a:pt x="16" y="34"/>
                    </a:cubicBezTo>
                    <a:cubicBezTo>
                      <a:pt x="22" y="35"/>
                      <a:pt x="27" y="32"/>
                      <a:pt x="31" y="28"/>
                    </a:cubicBezTo>
                    <a:cubicBezTo>
                      <a:pt x="30" y="27"/>
                      <a:pt x="29" y="27"/>
                      <a:pt x="28" y="27"/>
                    </a:cubicBezTo>
                    <a:cubicBezTo>
                      <a:pt x="25" y="30"/>
                      <a:pt x="21" y="32"/>
                      <a:pt x="16" y="32"/>
                    </a:cubicBezTo>
                    <a:cubicBezTo>
                      <a:pt x="12" y="32"/>
                      <a:pt x="8" y="30"/>
                      <a:pt x="6" y="27"/>
                    </a:cubicBezTo>
                    <a:cubicBezTo>
                      <a:pt x="5" y="26"/>
                      <a:pt x="4" y="24"/>
                      <a:pt x="3" y="22"/>
                    </a:cubicBezTo>
                    <a:moveTo>
                      <a:pt x="31" y="11"/>
                    </a:moveTo>
                    <a:cubicBezTo>
                      <a:pt x="31" y="10"/>
                      <a:pt x="32" y="10"/>
                      <a:pt x="33" y="9"/>
                    </a:cubicBezTo>
                    <a:cubicBezTo>
                      <a:pt x="32" y="8"/>
                      <a:pt x="31" y="7"/>
                      <a:pt x="30" y="5"/>
                    </a:cubicBezTo>
                    <a:cubicBezTo>
                      <a:pt x="29" y="6"/>
                      <a:pt x="29" y="6"/>
                      <a:pt x="28" y="7"/>
                    </a:cubicBezTo>
                    <a:cubicBezTo>
                      <a:pt x="29" y="8"/>
                      <a:pt x="30" y="9"/>
                      <a:pt x="31" y="11"/>
                    </a:cubicBezTo>
                    <a:moveTo>
                      <a:pt x="34" y="14"/>
                    </a:moveTo>
                    <a:cubicBezTo>
                      <a:pt x="34" y="14"/>
                      <a:pt x="34" y="14"/>
                      <a:pt x="34" y="14"/>
                    </a:cubicBezTo>
                    <a:cubicBezTo>
                      <a:pt x="34" y="14"/>
                      <a:pt x="34" y="14"/>
                      <a:pt x="34" y="14"/>
                    </a:cubicBezTo>
                    <a:cubicBezTo>
                      <a:pt x="34" y="14"/>
                      <a:pt x="34" y="14"/>
                      <a:pt x="34" y="14"/>
                    </a:cubicBezTo>
                    <a:moveTo>
                      <a:pt x="12" y="3"/>
                    </a:moveTo>
                    <a:cubicBezTo>
                      <a:pt x="13" y="2"/>
                      <a:pt x="13" y="1"/>
                      <a:pt x="13" y="0"/>
                    </a:cubicBezTo>
                    <a:cubicBezTo>
                      <a:pt x="10" y="1"/>
                      <a:pt x="8" y="2"/>
                      <a:pt x="6" y="4"/>
                    </a:cubicBezTo>
                    <a:cubicBezTo>
                      <a:pt x="7" y="4"/>
                      <a:pt x="7" y="5"/>
                      <a:pt x="8" y="5"/>
                    </a:cubicBezTo>
                    <a:cubicBezTo>
                      <a:pt x="9" y="4"/>
                      <a:pt x="11" y="3"/>
                      <a:pt x="12" y="3"/>
                    </a:cubicBezTo>
                    <a:moveTo>
                      <a:pt x="25" y="4"/>
                    </a:moveTo>
                    <a:cubicBezTo>
                      <a:pt x="25" y="4"/>
                      <a:pt x="26" y="3"/>
                      <a:pt x="26" y="2"/>
                    </a:cubicBezTo>
                    <a:cubicBezTo>
                      <a:pt x="26" y="2"/>
                      <a:pt x="25" y="1"/>
                      <a:pt x="24" y="1"/>
                    </a:cubicBezTo>
                    <a:cubicBezTo>
                      <a:pt x="24" y="2"/>
                      <a:pt x="24" y="3"/>
                      <a:pt x="24" y="4"/>
                    </a:cubicBezTo>
                    <a:cubicBezTo>
                      <a:pt x="24" y="4"/>
                      <a:pt x="24" y="4"/>
                      <a:pt x="25" y="4"/>
                    </a:cubicBezTo>
                  </a:path>
                </a:pathLst>
              </a:custGeom>
              <a:solidFill>
                <a:srgbClr val="585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417" name="Freeform 769">
                <a:extLst>
                  <a:ext uri="{FF2B5EF4-FFF2-40B4-BE49-F238E27FC236}">
                    <a16:creationId xmlns:a16="http://schemas.microsoft.com/office/drawing/2014/main" id="{D47A6D43-AC8D-4F59-AE3A-147EA5FAB0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8" y="2566"/>
                <a:ext cx="67" cy="45"/>
              </a:xfrm>
              <a:custGeom>
                <a:avLst/>
                <a:gdLst>
                  <a:gd name="T0" fmla="*/ 0 w 41"/>
                  <a:gd name="T1" fmla="*/ 116 h 28"/>
                  <a:gd name="T2" fmla="*/ 34 w 41"/>
                  <a:gd name="T3" fmla="*/ 95 h 28"/>
                  <a:gd name="T4" fmla="*/ 113 w 41"/>
                  <a:gd name="T5" fmla="*/ 63 h 28"/>
                  <a:gd name="T6" fmla="*/ 178 w 41"/>
                  <a:gd name="T7" fmla="*/ 0 h 2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1" h="28">
                    <a:moveTo>
                      <a:pt x="0" y="28"/>
                    </a:moveTo>
                    <a:cubicBezTo>
                      <a:pt x="1" y="26"/>
                      <a:pt x="5" y="25"/>
                      <a:pt x="8" y="23"/>
                    </a:cubicBezTo>
                    <a:cubicBezTo>
                      <a:pt x="13" y="21"/>
                      <a:pt x="20" y="19"/>
                      <a:pt x="26" y="15"/>
                    </a:cubicBezTo>
                    <a:cubicBezTo>
                      <a:pt x="30" y="12"/>
                      <a:pt x="37" y="2"/>
                      <a:pt x="41" y="0"/>
                    </a:cubicBezTo>
                  </a:path>
                </a:pathLst>
              </a:custGeom>
              <a:noFill/>
              <a:ln w="4763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418" name="Freeform 770">
                <a:extLst>
                  <a:ext uri="{FF2B5EF4-FFF2-40B4-BE49-F238E27FC236}">
                    <a16:creationId xmlns:a16="http://schemas.microsoft.com/office/drawing/2014/main" id="{10711C80-5739-4303-ACD0-063C1954F6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0" y="2577"/>
                <a:ext cx="53" cy="47"/>
              </a:xfrm>
              <a:custGeom>
                <a:avLst/>
                <a:gdLst>
                  <a:gd name="T0" fmla="*/ 137 w 33"/>
                  <a:gd name="T1" fmla="*/ 0 h 29"/>
                  <a:gd name="T2" fmla="*/ 88 w 33"/>
                  <a:gd name="T3" fmla="*/ 73 h 29"/>
                  <a:gd name="T4" fmla="*/ 0 w 33"/>
                  <a:gd name="T5" fmla="*/ 123 h 2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" h="29">
                    <a:moveTo>
                      <a:pt x="33" y="0"/>
                    </a:moveTo>
                    <a:cubicBezTo>
                      <a:pt x="28" y="5"/>
                      <a:pt x="21" y="15"/>
                      <a:pt x="21" y="17"/>
                    </a:cubicBezTo>
                    <a:cubicBezTo>
                      <a:pt x="15" y="20"/>
                      <a:pt x="10" y="20"/>
                      <a:pt x="0" y="29"/>
                    </a:cubicBezTo>
                  </a:path>
                </a:pathLst>
              </a:custGeom>
              <a:noFill/>
              <a:ln w="4763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419" name="Freeform 771">
                <a:extLst>
                  <a:ext uri="{FF2B5EF4-FFF2-40B4-BE49-F238E27FC236}">
                    <a16:creationId xmlns:a16="http://schemas.microsoft.com/office/drawing/2014/main" id="{6F6D7E49-2640-467C-B9DD-034FF979B0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0" y="2513"/>
                <a:ext cx="70" cy="85"/>
              </a:xfrm>
              <a:custGeom>
                <a:avLst/>
                <a:gdLst>
                  <a:gd name="T0" fmla="*/ 164 w 43"/>
                  <a:gd name="T1" fmla="*/ 170 h 53"/>
                  <a:gd name="T2" fmla="*/ 186 w 43"/>
                  <a:gd name="T3" fmla="*/ 88 h 53"/>
                  <a:gd name="T4" fmla="*/ 125 w 43"/>
                  <a:gd name="T5" fmla="*/ 0 h 53"/>
                  <a:gd name="T6" fmla="*/ 96 w 43"/>
                  <a:gd name="T7" fmla="*/ 42 h 53"/>
                  <a:gd name="T8" fmla="*/ 77 w 43"/>
                  <a:gd name="T9" fmla="*/ 157 h 53"/>
                  <a:gd name="T10" fmla="*/ 0 w 43"/>
                  <a:gd name="T11" fmla="*/ 213 h 5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3" h="53">
                    <a:moveTo>
                      <a:pt x="38" y="41"/>
                    </a:moveTo>
                    <a:cubicBezTo>
                      <a:pt x="38" y="34"/>
                      <a:pt x="43" y="28"/>
                      <a:pt x="43" y="21"/>
                    </a:cubicBezTo>
                    <a:cubicBezTo>
                      <a:pt x="43" y="14"/>
                      <a:pt x="36" y="5"/>
                      <a:pt x="29" y="0"/>
                    </a:cubicBezTo>
                    <a:cubicBezTo>
                      <a:pt x="23" y="0"/>
                      <a:pt x="22" y="6"/>
                      <a:pt x="22" y="10"/>
                    </a:cubicBezTo>
                    <a:cubicBezTo>
                      <a:pt x="22" y="15"/>
                      <a:pt x="20" y="32"/>
                      <a:pt x="18" y="38"/>
                    </a:cubicBezTo>
                    <a:cubicBezTo>
                      <a:pt x="17" y="44"/>
                      <a:pt x="10" y="53"/>
                      <a:pt x="0" y="52"/>
                    </a:cubicBezTo>
                  </a:path>
                </a:pathLst>
              </a:custGeom>
              <a:noFill/>
              <a:ln w="4763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420" name="Freeform 772">
                <a:extLst>
                  <a:ext uri="{FF2B5EF4-FFF2-40B4-BE49-F238E27FC236}">
                    <a16:creationId xmlns:a16="http://schemas.microsoft.com/office/drawing/2014/main" id="{E6403F69-57A7-487E-9EE1-D85E3F83E3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7" y="2640"/>
                <a:ext cx="22" cy="8"/>
              </a:xfrm>
              <a:custGeom>
                <a:avLst/>
                <a:gdLst>
                  <a:gd name="T0" fmla="*/ 55 w 14"/>
                  <a:gd name="T1" fmla="*/ 13 h 5"/>
                  <a:gd name="T2" fmla="*/ 0 w 14"/>
                  <a:gd name="T3" fmla="*/ 21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5">
                    <a:moveTo>
                      <a:pt x="14" y="3"/>
                    </a:moveTo>
                    <a:cubicBezTo>
                      <a:pt x="12" y="0"/>
                      <a:pt x="5" y="1"/>
                      <a:pt x="0" y="5"/>
                    </a:cubicBezTo>
                  </a:path>
                </a:pathLst>
              </a:custGeom>
              <a:noFill/>
              <a:ln w="3175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421" name="Freeform 773">
                <a:extLst>
                  <a:ext uri="{FF2B5EF4-FFF2-40B4-BE49-F238E27FC236}">
                    <a16:creationId xmlns:a16="http://schemas.microsoft.com/office/drawing/2014/main" id="{1331EF4D-8E9B-4442-A931-7AB01EB427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2" y="2602"/>
                <a:ext cx="10" cy="11"/>
              </a:xfrm>
              <a:custGeom>
                <a:avLst/>
                <a:gdLst>
                  <a:gd name="T0" fmla="*/ 28 w 6"/>
                  <a:gd name="T1" fmla="*/ 27 h 7"/>
                  <a:gd name="T2" fmla="*/ 0 w 6"/>
                  <a:gd name="T3" fmla="*/ 8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7">
                    <a:moveTo>
                      <a:pt x="6" y="7"/>
                    </a:moveTo>
                    <a:cubicBezTo>
                      <a:pt x="3" y="4"/>
                      <a:pt x="3" y="0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422" name="Freeform 774">
                <a:extLst>
                  <a:ext uri="{FF2B5EF4-FFF2-40B4-BE49-F238E27FC236}">
                    <a16:creationId xmlns:a16="http://schemas.microsoft.com/office/drawing/2014/main" id="{5FD29D33-983F-4F8F-94D1-B65600B1BF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3" y="2573"/>
                <a:ext cx="9" cy="4"/>
              </a:xfrm>
              <a:custGeom>
                <a:avLst/>
                <a:gdLst>
                  <a:gd name="T0" fmla="*/ 29 w 5"/>
                  <a:gd name="T1" fmla="*/ 5 h 3"/>
                  <a:gd name="T2" fmla="*/ 0 w 5"/>
                  <a:gd name="T3" fmla="*/ 7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3">
                    <a:moveTo>
                      <a:pt x="5" y="2"/>
                    </a:moveTo>
                    <a:cubicBezTo>
                      <a:pt x="3" y="1"/>
                      <a:pt x="2" y="0"/>
                      <a:pt x="0" y="3"/>
                    </a:cubicBezTo>
                  </a:path>
                </a:pathLst>
              </a:custGeom>
              <a:noFill/>
              <a:ln w="3175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423" name="Freeform 775">
                <a:extLst>
                  <a:ext uri="{FF2B5EF4-FFF2-40B4-BE49-F238E27FC236}">
                    <a16:creationId xmlns:a16="http://schemas.microsoft.com/office/drawing/2014/main" id="{EE86B4F3-4AAC-4EF2-9CA2-E3F6164C87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7" y="2503"/>
                <a:ext cx="7" cy="16"/>
              </a:xfrm>
              <a:custGeom>
                <a:avLst/>
                <a:gdLst>
                  <a:gd name="T0" fmla="*/ 21 w 4"/>
                  <a:gd name="T1" fmla="*/ 0 h 10"/>
                  <a:gd name="T2" fmla="*/ 0 w 4"/>
                  <a:gd name="T3" fmla="*/ 42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0">
                    <a:moveTo>
                      <a:pt x="4" y="0"/>
                    </a:moveTo>
                    <a:cubicBezTo>
                      <a:pt x="3" y="3"/>
                      <a:pt x="0" y="5"/>
                      <a:pt x="0" y="10"/>
                    </a:cubicBezTo>
                  </a:path>
                </a:pathLst>
              </a:custGeom>
              <a:noFill/>
              <a:ln w="4763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424" name="Freeform 776">
                <a:extLst>
                  <a:ext uri="{FF2B5EF4-FFF2-40B4-BE49-F238E27FC236}">
                    <a16:creationId xmlns:a16="http://schemas.microsoft.com/office/drawing/2014/main" id="{22BB8DA5-5B7F-4867-8448-D86AE9D345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7" y="2510"/>
                <a:ext cx="11" cy="3"/>
              </a:xfrm>
              <a:custGeom>
                <a:avLst/>
                <a:gdLst>
                  <a:gd name="T0" fmla="*/ 27 w 7"/>
                  <a:gd name="T1" fmla="*/ 8 h 2"/>
                  <a:gd name="T2" fmla="*/ 0 w 7"/>
                  <a:gd name="T3" fmla="*/ 8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2">
                    <a:moveTo>
                      <a:pt x="7" y="2"/>
                    </a:moveTo>
                    <a:cubicBezTo>
                      <a:pt x="5" y="0"/>
                      <a:pt x="3" y="0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425" name="Freeform 777">
                <a:extLst>
                  <a:ext uri="{FF2B5EF4-FFF2-40B4-BE49-F238E27FC236}">
                    <a16:creationId xmlns:a16="http://schemas.microsoft.com/office/drawing/2014/main" id="{7B06F641-7A90-403A-B4AD-BCBF6AAD72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3" y="2537"/>
                <a:ext cx="8" cy="5"/>
              </a:xfrm>
              <a:custGeom>
                <a:avLst/>
                <a:gdLst>
                  <a:gd name="T0" fmla="*/ 21 w 5"/>
                  <a:gd name="T1" fmla="*/ 0 h 3"/>
                  <a:gd name="T2" fmla="*/ 0 w 5"/>
                  <a:gd name="T3" fmla="*/ 13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3">
                    <a:moveTo>
                      <a:pt x="5" y="0"/>
                    </a:moveTo>
                    <a:cubicBezTo>
                      <a:pt x="3" y="0"/>
                      <a:pt x="1" y="1"/>
                      <a:pt x="0" y="3"/>
                    </a:cubicBezTo>
                  </a:path>
                </a:pathLst>
              </a:custGeom>
              <a:noFill/>
              <a:ln w="3175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426" name="Freeform 778">
                <a:extLst>
                  <a:ext uri="{FF2B5EF4-FFF2-40B4-BE49-F238E27FC236}">
                    <a16:creationId xmlns:a16="http://schemas.microsoft.com/office/drawing/2014/main" id="{85A14656-7B74-4AC9-9DB2-972E289480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8" y="2534"/>
                <a:ext cx="35" cy="43"/>
              </a:xfrm>
              <a:custGeom>
                <a:avLst/>
                <a:gdLst>
                  <a:gd name="T0" fmla="*/ 89 w 22"/>
                  <a:gd name="T1" fmla="*/ 0 h 27"/>
                  <a:gd name="T2" fmla="*/ 53 w 22"/>
                  <a:gd name="T3" fmla="*/ 84 h 27"/>
                  <a:gd name="T4" fmla="*/ 0 w 22"/>
                  <a:gd name="T5" fmla="*/ 108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27">
                    <a:moveTo>
                      <a:pt x="22" y="0"/>
                    </a:moveTo>
                    <a:cubicBezTo>
                      <a:pt x="21" y="9"/>
                      <a:pt x="15" y="14"/>
                      <a:pt x="13" y="21"/>
                    </a:cubicBezTo>
                    <a:cubicBezTo>
                      <a:pt x="10" y="27"/>
                      <a:pt x="3" y="24"/>
                      <a:pt x="0" y="27"/>
                    </a:cubicBezTo>
                  </a:path>
                </a:pathLst>
              </a:custGeom>
              <a:noFill/>
              <a:ln w="4763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427" name="Freeform 779">
                <a:extLst>
                  <a:ext uri="{FF2B5EF4-FFF2-40B4-BE49-F238E27FC236}">
                    <a16:creationId xmlns:a16="http://schemas.microsoft.com/office/drawing/2014/main" id="{35EF0F72-ED4F-4CA2-9E31-A033C492FE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2" y="2523"/>
                <a:ext cx="25" cy="40"/>
              </a:xfrm>
              <a:custGeom>
                <a:avLst/>
                <a:gdLst>
                  <a:gd name="T0" fmla="*/ 70 w 15"/>
                  <a:gd name="T1" fmla="*/ 0 h 25"/>
                  <a:gd name="T2" fmla="*/ 28 w 15"/>
                  <a:gd name="T3" fmla="*/ 90 h 25"/>
                  <a:gd name="T4" fmla="*/ 0 w 15"/>
                  <a:gd name="T5" fmla="*/ 102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25">
                    <a:moveTo>
                      <a:pt x="15" y="0"/>
                    </a:moveTo>
                    <a:cubicBezTo>
                      <a:pt x="14" y="6"/>
                      <a:pt x="9" y="20"/>
                      <a:pt x="6" y="22"/>
                    </a:cubicBezTo>
                    <a:cubicBezTo>
                      <a:pt x="3" y="23"/>
                      <a:pt x="1" y="21"/>
                      <a:pt x="0" y="25"/>
                    </a:cubicBezTo>
                  </a:path>
                </a:pathLst>
              </a:custGeom>
              <a:noFill/>
              <a:ln w="4763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428" name="Freeform 780">
                <a:extLst>
                  <a:ext uri="{FF2B5EF4-FFF2-40B4-BE49-F238E27FC236}">
                    <a16:creationId xmlns:a16="http://schemas.microsoft.com/office/drawing/2014/main" id="{AFC0B173-69EF-43A0-9FBF-0A71546752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" y="1121"/>
                <a:ext cx="932" cy="2933"/>
              </a:xfrm>
              <a:custGeom>
                <a:avLst/>
                <a:gdLst>
                  <a:gd name="T0" fmla="*/ 1675 w 572"/>
                  <a:gd name="T1" fmla="*/ 362 h 1817"/>
                  <a:gd name="T2" fmla="*/ 1885 w 572"/>
                  <a:gd name="T3" fmla="*/ 412 h 1817"/>
                  <a:gd name="T4" fmla="*/ 2131 w 572"/>
                  <a:gd name="T5" fmla="*/ 563 h 1817"/>
                  <a:gd name="T6" fmla="*/ 2289 w 572"/>
                  <a:gd name="T7" fmla="*/ 1185 h 1817"/>
                  <a:gd name="T8" fmla="*/ 2328 w 572"/>
                  <a:gd name="T9" fmla="*/ 2006 h 1817"/>
                  <a:gd name="T10" fmla="*/ 2397 w 572"/>
                  <a:gd name="T11" fmla="*/ 2965 h 1817"/>
                  <a:gd name="T12" fmla="*/ 2467 w 572"/>
                  <a:gd name="T13" fmla="*/ 3658 h 1817"/>
                  <a:gd name="T14" fmla="*/ 2426 w 572"/>
                  <a:gd name="T15" fmla="*/ 3789 h 1817"/>
                  <a:gd name="T16" fmla="*/ 2240 w 572"/>
                  <a:gd name="T17" fmla="*/ 3953 h 1817"/>
                  <a:gd name="T18" fmla="*/ 2177 w 572"/>
                  <a:gd name="T19" fmla="*/ 3916 h 1817"/>
                  <a:gd name="T20" fmla="*/ 2138 w 572"/>
                  <a:gd name="T21" fmla="*/ 3877 h 1817"/>
                  <a:gd name="T22" fmla="*/ 2152 w 572"/>
                  <a:gd name="T23" fmla="*/ 3692 h 1817"/>
                  <a:gd name="T24" fmla="*/ 2198 w 572"/>
                  <a:gd name="T25" fmla="*/ 3348 h 1817"/>
                  <a:gd name="T26" fmla="*/ 2016 w 572"/>
                  <a:gd name="T27" fmla="*/ 2048 h 1817"/>
                  <a:gd name="T28" fmla="*/ 1924 w 572"/>
                  <a:gd name="T29" fmla="*/ 1553 h 1817"/>
                  <a:gd name="T30" fmla="*/ 1991 w 572"/>
                  <a:gd name="T31" fmla="*/ 2402 h 1817"/>
                  <a:gd name="T32" fmla="*/ 2151 w 572"/>
                  <a:gd name="T33" fmla="*/ 3593 h 1817"/>
                  <a:gd name="T34" fmla="*/ 1856 w 572"/>
                  <a:gd name="T35" fmla="*/ 4943 h 1817"/>
                  <a:gd name="T36" fmla="*/ 1747 w 572"/>
                  <a:gd name="T37" fmla="*/ 6271 h 1817"/>
                  <a:gd name="T38" fmla="*/ 1594 w 572"/>
                  <a:gd name="T39" fmla="*/ 7122 h 1817"/>
                  <a:gd name="T40" fmla="*/ 1739 w 572"/>
                  <a:gd name="T41" fmla="*/ 7466 h 1817"/>
                  <a:gd name="T42" fmla="*/ 1696 w 572"/>
                  <a:gd name="T43" fmla="*/ 7593 h 1817"/>
                  <a:gd name="T44" fmla="*/ 1476 w 572"/>
                  <a:gd name="T45" fmla="*/ 7603 h 1817"/>
                  <a:gd name="T46" fmla="*/ 1271 w 572"/>
                  <a:gd name="T47" fmla="*/ 7462 h 1817"/>
                  <a:gd name="T48" fmla="*/ 1258 w 572"/>
                  <a:gd name="T49" fmla="*/ 7204 h 1817"/>
                  <a:gd name="T50" fmla="*/ 1290 w 572"/>
                  <a:gd name="T51" fmla="*/ 6957 h 1817"/>
                  <a:gd name="T52" fmla="*/ 1279 w 572"/>
                  <a:gd name="T53" fmla="*/ 5545 h 1817"/>
                  <a:gd name="T54" fmla="*/ 1286 w 572"/>
                  <a:gd name="T55" fmla="*/ 4752 h 1817"/>
                  <a:gd name="T56" fmla="*/ 1286 w 572"/>
                  <a:gd name="T57" fmla="*/ 3601 h 1817"/>
                  <a:gd name="T58" fmla="*/ 1237 w 572"/>
                  <a:gd name="T59" fmla="*/ 3603 h 1817"/>
                  <a:gd name="T60" fmla="*/ 1194 w 572"/>
                  <a:gd name="T61" fmla="*/ 3601 h 1817"/>
                  <a:gd name="T62" fmla="*/ 1219 w 572"/>
                  <a:gd name="T63" fmla="*/ 4102 h 1817"/>
                  <a:gd name="T64" fmla="*/ 1181 w 572"/>
                  <a:gd name="T65" fmla="*/ 5157 h 1817"/>
                  <a:gd name="T66" fmla="*/ 1134 w 572"/>
                  <a:gd name="T67" fmla="*/ 6657 h 1817"/>
                  <a:gd name="T68" fmla="*/ 1198 w 572"/>
                  <a:gd name="T69" fmla="*/ 7109 h 1817"/>
                  <a:gd name="T70" fmla="*/ 1224 w 572"/>
                  <a:gd name="T71" fmla="*/ 7343 h 1817"/>
                  <a:gd name="T72" fmla="*/ 1160 w 572"/>
                  <a:gd name="T73" fmla="*/ 7595 h 1817"/>
                  <a:gd name="T74" fmla="*/ 886 w 572"/>
                  <a:gd name="T75" fmla="*/ 7614 h 1817"/>
                  <a:gd name="T76" fmla="*/ 735 w 572"/>
                  <a:gd name="T77" fmla="*/ 7533 h 1817"/>
                  <a:gd name="T78" fmla="*/ 860 w 572"/>
                  <a:gd name="T79" fmla="*/ 7272 h 1817"/>
                  <a:gd name="T80" fmla="*/ 870 w 572"/>
                  <a:gd name="T81" fmla="*/ 6856 h 1817"/>
                  <a:gd name="T82" fmla="*/ 714 w 572"/>
                  <a:gd name="T83" fmla="*/ 5316 h 1817"/>
                  <a:gd name="T84" fmla="*/ 463 w 572"/>
                  <a:gd name="T85" fmla="*/ 4247 h 1817"/>
                  <a:gd name="T86" fmla="*/ 371 w 572"/>
                  <a:gd name="T87" fmla="*/ 2868 h 1817"/>
                  <a:gd name="T88" fmla="*/ 549 w 572"/>
                  <a:gd name="T89" fmla="*/ 2053 h 1817"/>
                  <a:gd name="T90" fmla="*/ 556 w 572"/>
                  <a:gd name="T91" fmla="*/ 1569 h 1817"/>
                  <a:gd name="T92" fmla="*/ 391 w 572"/>
                  <a:gd name="T93" fmla="*/ 2644 h 1817"/>
                  <a:gd name="T94" fmla="*/ 303 w 572"/>
                  <a:gd name="T95" fmla="*/ 3471 h 1817"/>
                  <a:gd name="T96" fmla="*/ 329 w 572"/>
                  <a:gd name="T97" fmla="*/ 3843 h 1817"/>
                  <a:gd name="T98" fmla="*/ 342 w 572"/>
                  <a:gd name="T99" fmla="*/ 3908 h 1817"/>
                  <a:gd name="T100" fmla="*/ 337 w 572"/>
                  <a:gd name="T101" fmla="*/ 3984 h 1817"/>
                  <a:gd name="T102" fmla="*/ 109 w 572"/>
                  <a:gd name="T103" fmla="*/ 3882 h 1817"/>
                  <a:gd name="T104" fmla="*/ 29 w 572"/>
                  <a:gd name="T105" fmla="*/ 3724 h 1817"/>
                  <a:gd name="T106" fmla="*/ 60 w 572"/>
                  <a:gd name="T107" fmla="*/ 3429 h 1817"/>
                  <a:gd name="T108" fmla="*/ 77 w 572"/>
                  <a:gd name="T109" fmla="*/ 2644 h 1817"/>
                  <a:gd name="T110" fmla="*/ 186 w 572"/>
                  <a:gd name="T111" fmla="*/ 1685 h 1817"/>
                  <a:gd name="T112" fmla="*/ 233 w 572"/>
                  <a:gd name="T113" fmla="*/ 862 h 1817"/>
                  <a:gd name="T114" fmla="*/ 523 w 572"/>
                  <a:gd name="T115" fmla="*/ 441 h 1817"/>
                  <a:gd name="T116" fmla="*/ 662 w 572"/>
                  <a:gd name="T117" fmla="*/ 391 h 1817"/>
                  <a:gd name="T118" fmla="*/ 983 w 572"/>
                  <a:gd name="T119" fmla="*/ 0 h 1817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0" t="0" r="r" b="b"/>
                <a:pathLst>
                  <a:path w="572" h="1817">
                    <a:moveTo>
                      <a:pt x="345" y="0"/>
                    </a:moveTo>
                    <a:cubicBezTo>
                      <a:pt x="345" y="77"/>
                      <a:pt x="366" y="79"/>
                      <a:pt x="387" y="86"/>
                    </a:cubicBezTo>
                    <a:cubicBezTo>
                      <a:pt x="397" y="89"/>
                      <a:pt x="407" y="91"/>
                      <a:pt x="419" y="93"/>
                    </a:cubicBezTo>
                    <a:cubicBezTo>
                      <a:pt x="425" y="94"/>
                      <a:pt x="430" y="97"/>
                      <a:pt x="436" y="98"/>
                    </a:cubicBezTo>
                    <a:cubicBezTo>
                      <a:pt x="440" y="99"/>
                      <a:pt x="446" y="103"/>
                      <a:pt x="450" y="104"/>
                    </a:cubicBezTo>
                    <a:cubicBezTo>
                      <a:pt x="466" y="110"/>
                      <a:pt x="482" y="122"/>
                      <a:pt x="493" y="134"/>
                    </a:cubicBezTo>
                    <a:cubicBezTo>
                      <a:pt x="504" y="146"/>
                      <a:pt x="515" y="179"/>
                      <a:pt x="519" y="205"/>
                    </a:cubicBezTo>
                    <a:cubicBezTo>
                      <a:pt x="523" y="232"/>
                      <a:pt x="527" y="262"/>
                      <a:pt x="529" y="282"/>
                    </a:cubicBezTo>
                    <a:cubicBezTo>
                      <a:pt x="531" y="316"/>
                      <a:pt x="530" y="366"/>
                      <a:pt x="530" y="401"/>
                    </a:cubicBezTo>
                    <a:cubicBezTo>
                      <a:pt x="530" y="437"/>
                      <a:pt x="534" y="461"/>
                      <a:pt x="538" y="477"/>
                    </a:cubicBezTo>
                    <a:cubicBezTo>
                      <a:pt x="541" y="494"/>
                      <a:pt x="555" y="539"/>
                      <a:pt x="555" y="629"/>
                    </a:cubicBezTo>
                    <a:cubicBezTo>
                      <a:pt x="554" y="644"/>
                      <a:pt x="555" y="681"/>
                      <a:pt x="554" y="705"/>
                    </a:cubicBezTo>
                    <a:cubicBezTo>
                      <a:pt x="551" y="735"/>
                      <a:pt x="555" y="800"/>
                      <a:pt x="559" y="815"/>
                    </a:cubicBezTo>
                    <a:cubicBezTo>
                      <a:pt x="564" y="834"/>
                      <a:pt x="568" y="865"/>
                      <a:pt x="570" y="870"/>
                    </a:cubicBezTo>
                    <a:cubicBezTo>
                      <a:pt x="572" y="874"/>
                      <a:pt x="568" y="880"/>
                      <a:pt x="566" y="885"/>
                    </a:cubicBezTo>
                    <a:cubicBezTo>
                      <a:pt x="563" y="890"/>
                      <a:pt x="564" y="894"/>
                      <a:pt x="561" y="901"/>
                    </a:cubicBezTo>
                    <a:cubicBezTo>
                      <a:pt x="559" y="906"/>
                      <a:pt x="551" y="917"/>
                      <a:pt x="548" y="923"/>
                    </a:cubicBezTo>
                    <a:cubicBezTo>
                      <a:pt x="544" y="929"/>
                      <a:pt x="530" y="936"/>
                      <a:pt x="518" y="940"/>
                    </a:cubicBezTo>
                    <a:cubicBezTo>
                      <a:pt x="510" y="943"/>
                      <a:pt x="496" y="951"/>
                      <a:pt x="494" y="947"/>
                    </a:cubicBezTo>
                    <a:cubicBezTo>
                      <a:pt x="492" y="940"/>
                      <a:pt x="497" y="935"/>
                      <a:pt x="503" y="931"/>
                    </a:cubicBezTo>
                    <a:cubicBezTo>
                      <a:pt x="506" y="929"/>
                      <a:pt x="496" y="936"/>
                      <a:pt x="494" y="929"/>
                    </a:cubicBezTo>
                    <a:cubicBezTo>
                      <a:pt x="493" y="927"/>
                      <a:pt x="493" y="926"/>
                      <a:pt x="494" y="922"/>
                    </a:cubicBezTo>
                    <a:cubicBezTo>
                      <a:pt x="493" y="917"/>
                      <a:pt x="494" y="917"/>
                      <a:pt x="497" y="914"/>
                    </a:cubicBezTo>
                    <a:cubicBezTo>
                      <a:pt x="492" y="912"/>
                      <a:pt x="496" y="889"/>
                      <a:pt x="498" y="878"/>
                    </a:cubicBezTo>
                    <a:cubicBezTo>
                      <a:pt x="497" y="870"/>
                      <a:pt x="496" y="843"/>
                      <a:pt x="503" y="825"/>
                    </a:cubicBezTo>
                    <a:cubicBezTo>
                      <a:pt x="507" y="814"/>
                      <a:pt x="509" y="803"/>
                      <a:pt x="508" y="796"/>
                    </a:cubicBezTo>
                    <a:cubicBezTo>
                      <a:pt x="511" y="779"/>
                      <a:pt x="493" y="662"/>
                      <a:pt x="482" y="629"/>
                    </a:cubicBezTo>
                    <a:cubicBezTo>
                      <a:pt x="462" y="559"/>
                      <a:pt x="468" y="499"/>
                      <a:pt x="466" y="487"/>
                    </a:cubicBezTo>
                    <a:cubicBezTo>
                      <a:pt x="464" y="474"/>
                      <a:pt x="449" y="409"/>
                      <a:pt x="445" y="380"/>
                    </a:cubicBezTo>
                    <a:cubicBezTo>
                      <a:pt x="445" y="369"/>
                      <a:pt x="445" y="369"/>
                      <a:pt x="445" y="369"/>
                    </a:cubicBezTo>
                    <a:cubicBezTo>
                      <a:pt x="443" y="405"/>
                      <a:pt x="448" y="468"/>
                      <a:pt x="447" y="487"/>
                    </a:cubicBezTo>
                    <a:cubicBezTo>
                      <a:pt x="446" y="512"/>
                      <a:pt x="450" y="551"/>
                      <a:pt x="460" y="571"/>
                    </a:cubicBezTo>
                    <a:cubicBezTo>
                      <a:pt x="471" y="591"/>
                      <a:pt x="479" y="629"/>
                      <a:pt x="489" y="685"/>
                    </a:cubicBezTo>
                    <a:cubicBezTo>
                      <a:pt x="503" y="754"/>
                      <a:pt x="502" y="800"/>
                      <a:pt x="497" y="854"/>
                    </a:cubicBezTo>
                    <a:cubicBezTo>
                      <a:pt x="491" y="910"/>
                      <a:pt x="480" y="947"/>
                      <a:pt x="465" y="1010"/>
                    </a:cubicBezTo>
                    <a:cubicBezTo>
                      <a:pt x="453" y="1066"/>
                      <a:pt x="436" y="1134"/>
                      <a:pt x="429" y="1175"/>
                    </a:cubicBezTo>
                    <a:cubicBezTo>
                      <a:pt x="422" y="1216"/>
                      <a:pt x="410" y="1237"/>
                      <a:pt x="408" y="1264"/>
                    </a:cubicBezTo>
                    <a:cubicBezTo>
                      <a:pt x="406" y="1291"/>
                      <a:pt x="424" y="1418"/>
                      <a:pt x="404" y="1491"/>
                    </a:cubicBezTo>
                    <a:cubicBezTo>
                      <a:pt x="385" y="1565"/>
                      <a:pt x="376" y="1612"/>
                      <a:pt x="372" y="1630"/>
                    </a:cubicBezTo>
                    <a:cubicBezTo>
                      <a:pt x="364" y="1669"/>
                      <a:pt x="371" y="1673"/>
                      <a:pt x="368" y="1693"/>
                    </a:cubicBezTo>
                    <a:cubicBezTo>
                      <a:pt x="364" y="1713"/>
                      <a:pt x="364" y="1710"/>
                      <a:pt x="374" y="1729"/>
                    </a:cubicBezTo>
                    <a:cubicBezTo>
                      <a:pt x="383" y="1742"/>
                      <a:pt x="397" y="1769"/>
                      <a:pt x="402" y="1775"/>
                    </a:cubicBezTo>
                    <a:cubicBezTo>
                      <a:pt x="407" y="1781"/>
                      <a:pt x="405" y="1787"/>
                      <a:pt x="402" y="1791"/>
                    </a:cubicBezTo>
                    <a:cubicBezTo>
                      <a:pt x="406" y="1800"/>
                      <a:pt x="395" y="1805"/>
                      <a:pt x="392" y="1805"/>
                    </a:cubicBezTo>
                    <a:cubicBezTo>
                      <a:pt x="393" y="1816"/>
                      <a:pt x="373" y="1815"/>
                      <a:pt x="368" y="1810"/>
                    </a:cubicBezTo>
                    <a:cubicBezTo>
                      <a:pt x="363" y="1816"/>
                      <a:pt x="347" y="1816"/>
                      <a:pt x="341" y="1808"/>
                    </a:cubicBezTo>
                    <a:cubicBezTo>
                      <a:pt x="332" y="1817"/>
                      <a:pt x="315" y="1817"/>
                      <a:pt x="304" y="1806"/>
                    </a:cubicBezTo>
                    <a:cubicBezTo>
                      <a:pt x="294" y="1795"/>
                      <a:pt x="292" y="1785"/>
                      <a:pt x="294" y="1774"/>
                    </a:cubicBezTo>
                    <a:cubicBezTo>
                      <a:pt x="295" y="1763"/>
                      <a:pt x="292" y="1759"/>
                      <a:pt x="290" y="1746"/>
                    </a:cubicBezTo>
                    <a:cubicBezTo>
                      <a:pt x="288" y="1733"/>
                      <a:pt x="286" y="1723"/>
                      <a:pt x="291" y="1713"/>
                    </a:cubicBezTo>
                    <a:cubicBezTo>
                      <a:pt x="296" y="1704"/>
                      <a:pt x="296" y="1699"/>
                      <a:pt x="296" y="1690"/>
                    </a:cubicBezTo>
                    <a:cubicBezTo>
                      <a:pt x="296" y="1680"/>
                      <a:pt x="292" y="1666"/>
                      <a:pt x="298" y="1654"/>
                    </a:cubicBezTo>
                    <a:cubicBezTo>
                      <a:pt x="304" y="1642"/>
                      <a:pt x="312" y="1614"/>
                      <a:pt x="310" y="1583"/>
                    </a:cubicBezTo>
                    <a:cubicBezTo>
                      <a:pt x="309" y="1552"/>
                      <a:pt x="286" y="1377"/>
                      <a:pt x="296" y="1318"/>
                    </a:cubicBezTo>
                    <a:cubicBezTo>
                      <a:pt x="306" y="1258"/>
                      <a:pt x="302" y="1246"/>
                      <a:pt x="300" y="1226"/>
                    </a:cubicBezTo>
                    <a:cubicBezTo>
                      <a:pt x="297" y="1205"/>
                      <a:pt x="291" y="1173"/>
                      <a:pt x="297" y="1130"/>
                    </a:cubicBezTo>
                    <a:cubicBezTo>
                      <a:pt x="299" y="1113"/>
                      <a:pt x="291" y="1046"/>
                      <a:pt x="290" y="976"/>
                    </a:cubicBezTo>
                    <a:cubicBezTo>
                      <a:pt x="290" y="931"/>
                      <a:pt x="285" y="868"/>
                      <a:pt x="297" y="856"/>
                    </a:cubicBezTo>
                    <a:cubicBezTo>
                      <a:pt x="298" y="855"/>
                      <a:pt x="298" y="855"/>
                      <a:pt x="298" y="855"/>
                    </a:cubicBezTo>
                    <a:cubicBezTo>
                      <a:pt x="294" y="857"/>
                      <a:pt x="290" y="857"/>
                      <a:pt x="286" y="857"/>
                    </a:cubicBezTo>
                    <a:cubicBezTo>
                      <a:pt x="285" y="857"/>
                      <a:pt x="285" y="857"/>
                      <a:pt x="285" y="857"/>
                    </a:cubicBezTo>
                    <a:cubicBezTo>
                      <a:pt x="282" y="857"/>
                      <a:pt x="279" y="857"/>
                      <a:pt x="276" y="856"/>
                    </a:cubicBezTo>
                    <a:cubicBezTo>
                      <a:pt x="276" y="856"/>
                      <a:pt x="276" y="856"/>
                      <a:pt x="276" y="856"/>
                    </a:cubicBezTo>
                    <a:cubicBezTo>
                      <a:pt x="288" y="868"/>
                      <a:pt x="282" y="930"/>
                      <a:pt x="282" y="975"/>
                    </a:cubicBezTo>
                    <a:cubicBezTo>
                      <a:pt x="282" y="1045"/>
                      <a:pt x="274" y="1113"/>
                      <a:pt x="276" y="1130"/>
                    </a:cubicBezTo>
                    <a:cubicBezTo>
                      <a:pt x="281" y="1173"/>
                      <a:pt x="275" y="1205"/>
                      <a:pt x="273" y="1226"/>
                    </a:cubicBezTo>
                    <a:cubicBezTo>
                      <a:pt x="271" y="1246"/>
                      <a:pt x="267" y="1258"/>
                      <a:pt x="277" y="1318"/>
                    </a:cubicBezTo>
                    <a:cubicBezTo>
                      <a:pt x="286" y="1377"/>
                      <a:pt x="264" y="1552"/>
                      <a:pt x="262" y="1583"/>
                    </a:cubicBezTo>
                    <a:cubicBezTo>
                      <a:pt x="261" y="1614"/>
                      <a:pt x="268" y="1642"/>
                      <a:pt x="274" y="1654"/>
                    </a:cubicBezTo>
                    <a:cubicBezTo>
                      <a:pt x="280" y="1666"/>
                      <a:pt x="277" y="1680"/>
                      <a:pt x="277" y="1690"/>
                    </a:cubicBezTo>
                    <a:cubicBezTo>
                      <a:pt x="277" y="1699"/>
                      <a:pt x="277" y="1704"/>
                      <a:pt x="282" y="1713"/>
                    </a:cubicBezTo>
                    <a:cubicBezTo>
                      <a:pt x="287" y="1723"/>
                      <a:pt x="285" y="1733"/>
                      <a:pt x="283" y="1746"/>
                    </a:cubicBezTo>
                    <a:cubicBezTo>
                      <a:pt x="280" y="1759"/>
                      <a:pt x="278" y="1763"/>
                      <a:pt x="279" y="1774"/>
                    </a:cubicBezTo>
                    <a:cubicBezTo>
                      <a:pt x="280" y="1785"/>
                      <a:pt x="279" y="1795"/>
                      <a:pt x="268" y="1806"/>
                    </a:cubicBezTo>
                    <a:cubicBezTo>
                      <a:pt x="258" y="1817"/>
                      <a:pt x="241" y="1817"/>
                      <a:pt x="231" y="1808"/>
                    </a:cubicBezTo>
                    <a:cubicBezTo>
                      <a:pt x="225" y="1816"/>
                      <a:pt x="210" y="1816"/>
                      <a:pt x="205" y="1810"/>
                    </a:cubicBezTo>
                    <a:cubicBezTo>
                      <a:pt x="200" y="1815"/>
                      <a:pt x="180" y="1816"/>
                      <a:pt x="181" y="1805"/>
                    </a:cubicBezTo>
                    <a:cubicBezTo>
                      <a:pt x="177" y="1805"/>
                      <a:pt x="167" y="1800"/>
                      <a:pt x="170" y="1791"/>
                    </a:cubicBezTo>
                    <a:cubicBezTo>
                      <a:pt x="168" y="1787"/>
                      <a:pt x="166" y="1781"/>
                      <a:pt x="170" y="1775"/>
                    </a:cubicBezTo>
                    <a:cubicBezTo>
                      <a:pt x="175" y="1769"/>
                      <a:pt x="190" y="1742"/>
                      <a:pt x="199" y="1729"/>
                    </a:cubicBezTo>
                    <a:cubicBezTo>
                      <a:pt x="209" y="1710"/>
                      <a:pt x="209" y="1713"/>
                      <a:pt x="205" y="1693"/>
                    </a:cubicBezTo>
                    <a:cubicBezTo>
                      <a:pt x="202" y="1673"/>
                      <a:pt x="209" y="1669"/>
                      <a:pt x="201" y="1630"/>
                    </a:cubicBezTo>
                    <a:cubicBezTo>
                      <a:pt x="197" y="1612"/>
                      <a:pt x="188" y="1565"/>
                      <a:pt x="168" y="1491"/>
                    </a:cubicBezTo>
                    <a:cubicBezTo>
                      <a:pt x="149" y="1418"/>
                      <a:pt x="167" y="1291"/>
                      <a:pt x="165" y="1264"/>
                    </a:cubicBezTo>
                    <a:cubicBezTo>
                      <a:pt x="163" y="1237"/>
                      <a:pt x="152" y="1217"/>
                      <a:pt x="145" y="1176"/>
                    </a:cubicBezTo>
                    <a:cubicBezTo>
                      <a:pt x="138" y="1135"/>
                      <a:pt x="120" y="1066"/>
                      <a:pt x="107" y="1010"/>
                    </a:cubicBezTo>
                    <a:cubicBezTo>
                      <a:pt x="93" y="947"/>
                      <a:pt x="83" y="910"/>
                      <a:pt x="77" y="854"/>
                    </a:cubicBezTo>
                    <a:cubicBezTo>
                      <a:pt x="69" y="774"/>
                      <a:pt x="77" y="726"/>
                      <a:pt x="86" y="682"/>
                    </a:cubicBezTo>
                    <a:cubicBezTo>
                      <a:pt x="96" y="626"/>
                      <a:pt x="104" y="589"/>
                      <a:pt x="115" y="569"/>
                    </a:cubicBezTo>
                    <a:cubicBezTo>
                      <a:pt x="125" y="549"/>
                      <a:pt x="129" y="513"/>
                      <a:pt x="127" y="488"/>
                    </a:cubicBezTo>
                    <a:cubicBezTo>
                      <a:pt x="127" y="470"/>
                      <a:pt x="130" y="417"/>
                      <a:pt x="128" y="381"/>
                    </a:cubicBezTo>
                    <a:cubicBezTo>
                      <a:pt x="128" y="373"/>
                      <a:pt x="128" y="373"/>
                      <a:pt x="128" y="373"/>
                    </a:cubicBezTo>
                    <a:cubicBezTo>
                      <a:pt x="123" y="402"/>
                      <a:pt x="109" y="474"/>
                      <a:pt x="107" y="487"/>
                    </a:cubicBezTo>
                    <a:cubicBezTo>
                      <a:pt x="105" y="499"/>
                      <a:pt x="111" y="559"/>
                      <a:pt x="90" y="629"/>
                    </a:cubicBezTo>
                    <a:cubicBezTo>
                      <a:pt x="80" y="662"/>
                      <a:pt x="61" y="779"/>
                      <a:pt x="64" y="796"/>
                    </a:cubicBezTo>
                    <a:cubicBezTo>
                      <a:pt x="64" y="803"/>
                      <a:pt x="66" y="814"/>
                      <a:pt x="70" y="825"/>
                    </a:cubicBezTo>
                    <a:cubicBezTo>
                      <a:pt x="76" y="843"/>
                      <a:pt x="76" y="870"/>
                      <a:pt x="75" y="878"/>
                    </a:cubicBezTo>
                    <a:cubicBezTo>
                      <a:pt x="77" y="889"/>
                      <a:pt x="81" y="912"/>
                      <a:pt x="76" y="914"/>
                    </a:cubicBezTo>
                    <a:cubicBezTo>
                      <a:pt x="79" y="917"/>
                      <a:pt x="80" y="917"/>
                      <a:pt x="78" y="922"/>
                    </a:cubicBezTo>
                    <a:cubicBezTo>
                      <a:pt x="80" y="926"/>
                      <a:pt x="80" y="927"/>
                      <a:pt x="79" y="929"/>
                    </a:cubicBezTo>
                    <a:cubicBezTo>
                      <a:pt x="77" y="936"/>
                      <a:pt x="66" y="929"/>
                      <a:pt x="70" y="931"/>
                    </a:cubicBezTo>
                    <a:cubicBezTo>
                      <a:pt x="76" y="935"/>
                      <a:pt x="81" y="940"/>
                      <a:pt x="78" y="947"/>
                    </a:cubicBezTo>
                    <a:cubicBezTo>
                      <a:pt x="77" y="951"/>
                      <a:pt x="62" y="943"/>
                      <a:pt x="55" y="940"/>
                    </a:cubicBezTo>
                    <a:cubicBezTo>
                      <a:pt x="43" y="936"/>
                      <a:pt x="29" y="929"/>
                      <a:pt x="25" y="923"/>
                    </a:cubicBezTo>
                    <a:cubicBezTo>
                      <a:pt x="22" y="917"/>
                      <a:pt x="14" y="906"/>
                      <a:pt x="12" y="901"/>
                    </a:cubicBezTo>
                    <a:cubicBezTo>
                      <a:pt x="9" y="894"/>
                      <a:pt x="9" y="890"/>
                      <a:pt x="7" y="885"/>
                    </a:cubicBezTo>
                    <a:cubicBezTo>
                      <a:pt x="5" y="880"/>
                      <a:pt x="0" y="874"/>
                      <a:pt x="3" y="870"/>
                    </a:cubicBezTo>
                    <a:cubicBezTo>
                      <a:pt x="5" y="865"/>
                      <a:pt x="9" y="834"/>
                      <a:pt x="14" y="815"/>
                    </a:cubicBezTo>
                    <a:cubicBezTo>
                      <a:pt x="18" y="800"/>
                      <a:pt x="22" y="735"/>
                      <a:pt x="19" y="705"/>
                    </a:cubicBezTo>
                    <a:cubicBezTo>
                      <a:pt x="18" y="681"/>
                      <a:pt x="19" y="644"/>
                      <a:pt x="18" y="629"/>
                    </a:cubicBezTo>
                    <a:cubicBezTo>
                      <a:pt x="17" y="539"/>
                      <a:pt x="32" y="494"/>
                      <a:pt x="35" y="477"/>
                    </a:cubicBezTo>
                    <a:cubicBezTo>
                      <a:pt x="39" y="461"/>
                      <a:pt x="43" y="437"/>
                      <a:pt x="43" y="401"/>
                    </a:cubicBezTo>
                    <a:cubicBezTo>
                      <a:pt x="43" y="366"/>
                      <a:pt x="41" y="316"/>
                      <a:pt x="44" y="282"/>
                    </a:cubicBezTo>
                    <a:cubicBezTo>
                      <a:pt x="46" y="262"/>
                      <a:pt x="49" y="232"/>
                      <a:pt x="54" y="205"/>
                    </a:cubicBezTo>
                    <a:cubicBezTo>
                      <a:pt x="57" y="179"/>
                      <a:pt x="67" y="146"/>
                      <a:pt x="79" y="134"/>
                    </a:cubicBezTo>
                    <a:cubicBezTo>
                      <a:pt x="90" y="122"/>
                      <a:pt x="104" y="111"/>
                      <a:pt x="121" y="105"/>
                    </a:cubicBezTo>
                    <a:cubicBezTo>
                      <a:pt x="124" y="104"/>
                      <a:pt x="134" y="98"/>
                      <a:pt x="138" y="97"/>
                    </a:cubicBezTo>
                    <a:cubicBezTo>
                      <a:pt x="144" y="96"/>
                      <a:pt x="148" y="94"/>
                      <a:pt x="153" y="93"/>
                    </a:cubicBezTo>
                    <a:cubicBezTo>
                      <a:pt x="165" y="91"/>
                      <a:pt x="176" y="89"/>
                      <a:pt x="185" y="86"/>
                    </a:cubicBezTo>
                    <a:cubicBezTo>
                      <a:pt x="207" y="79"/>
                      <a:pt x="227" y="77"/>
                      <a:pt x="227" y="0"/>
                    </a:cubicBezTo>
                  </a:path>
                </a:pathLst>
              </a:custGeom>
              <a:noFill/>
              <a:ln w="4763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429" name="Freeform 781">
                <a:extLst>
                  <a:ext uri="{FF2B5EF4-FFF2-40B4-BE49-F238E27FC236}">
                    <a16:creationId xmlns:a16="http://schemas.microsoft.com/office/drawing/2014/main" id="{4A136C2B-ACE6-4089-A0F5-B21104F704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8" y="1188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0" y="0"/>
                    </a:lnTo>
                  </a:path>
                </a:pathLst>
              </a:custGeom>
              <a:noFill/>
              <a:ln w="4763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430" name="Freeform 782">
                <a:extLst>
                  <a:ext uri="{FF2B5EF4-FFF2-40B4-BE49-F238E27FC236}">
                    <a16:creationId xmlns:a16="http://schemas.microsoft.com/office/drawing/2014/main" id="{E80A3DE3-A789-4F0E-8014-D71881688B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6" y="2573"/>
                <a:ext cx="5" cy="16"/>
              </a:xfrm>
              <a:custGeom>
                <a:avLst/>
                <a:gdLst>
                  <a:gd name="T0" fmla="*/ 0 w 3"/>
                  <a:gd name="T1" fmla="*/ 0 h 10"/>
                  <a:gd name="T2" fmla="*/ 5 w 3"/>
                  <a:gd name="T3" fmla="*/ 42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0">
                    <a:moveTo>
                      <a:pt x="0" y="0"/>
                    </a:moveTo>
                    <a:cubicBezTo>
                      <a:pt x="3" y="1"/>
                      <a:pt x="1" y="8"/>
                      <a:pt x="1" y="10"/>
                    </a:cubicBezTo>
                  </a:path>
                </a:pathLst>
              </a:custGeom>
              <a:noFill/>
              <a:ln w="3175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431" name="Freeform 783">
                <a:extLst>
                  <a:ext uri="{FF2B5EF4-FFF2-40B4-BE49-F238E27FC236}">
                    <a16:creationId xmlns:a16="http://schemas.microsoft.com/office/drawing/2014/main" id="{EF60E7B1-552D-4E65-A83A-6DAB3911BE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4" y="3844"/>
                <a:ext cx="7" cy="34"/>
              </a:xfrm>
              <a:custGeom>
                <a:avLst/>
                <a:gdLst>
                  <a:gd name="T0" fmla="*/ 0 w 4"/>
                  <a:gd name="T1" fmla="*/ 0 h 21"/>
                  <a:gd name="T2" fmla="*/ 21 w 4"/>
                  <a:gd name="T3" fmla="*/ 89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1">
                    <a:moveTo>
                      <a:pt x="0" y="0"/>
                    </a:moveTo>
                    <a:cubicBezTo>
                      <a:pt x="0" y="8"/>
                      <a:pt x="4" y="21"/>
                      <a:pt x="4" y="21"/>
                    </a:cubicBezTo>
                  </a:path>
                </a:pathLst>
              </a:custGeom>
              <a:noFill/>
              <a:ln w="4763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432" name="Oval 784">
                <a:extLst>
                  <a:ext uri="{FF2B5EF4-FFF2-40B4-BE49-F238E27FC236}">
                    <a16:creationId xmlns:a16="http://schemas.microsoft.com/office/drawing/2014/main" id="{08EA8AB1-03E1-49DB-9D28-F9E1CEE31C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3" y="970"/>
                <a:ext cx="5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433" name="Oval 785">
                <a:extLst>
                  <a:ext uri="{FF2B5EF4-FFF2-40B4-BE49-F238E27FC236}">
                    <a16:creationId xmlns:a16="http://schemas.microsoft.com/office/drawing/2014/main" id="{38FF15EC-886C-423C-8559-39110A304B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" y="975"/>
                <a:ext cx="3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434" name="Oval 786">
                <a:extLst>
                  <a:ext uri="{FF2B5EF4-FFF2-40B4-BE49-F238E27FC236}">
                    <a16:creationId xmlns:a16="http://schemas.microsoft.com/office/drawing/2014/main" id="{0884FB0B-0A9C-485E-9676-0A59C900F0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12" y="970"/>
                <a:ext cx="4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435" name="Oval 787">
                <a:extLst>
                  <a:ext uri="{FF2B5EF4-FFF2-40B4-BE49-F238E27FC236}">
                    <a16:creationId xmlns:a16="http://schemas.microsoft.com/office/drawing/2014/main" id="{E0484744-FCED-4446-9E91-C471964741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13" y="976"/>
                <a:ext cx="3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436" name="Freeform 788">
                <a:extLst>
                  <a:ext uri="{FF2B5EF4-FFF2-40B4-BE49-F238E27FC236}">
                    <a16:creationId xmlns:a16="http://schemas.microsoft.com/office/drawing/2014/main" id="{FBC1368F-1B70-47A8-AEB7-CBEADA5039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3" y="2043"/>
                <a:ext cx="46" cy="34"/>
              </a:xfrm>
              <a:custGeom>
                <a:avLst/>
                <a:gdLst>
                  <a:gd name="T0" fmla="*/ 0 w 28"/>
                  <a:gd name="T1" fmla="*/ 60 h 21"/>
                  <a:gd name="T2" fmla="*/ 97 w 28"/>
                  <a:gd name="T3" fmla="*/ 89 h 21"/>
                  <a:gd name="T4" fmla="*/ 0 w 28"/>
                  <a:gd name="T5" fmla="*/ 55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21">
                    <a:moveTo>
                      <a:pt x="0" y="14"/>
                    </a:moveTo>
                    <a:cubicBezTo>
                      <a:pt x="6" y="8"/>
                      <a:pt x="19" y="11"/>
                      <a:pt x="22" y="21"/>
                    </a:cubicBezTo>
                    <a:cubicBezTo>
                      <a:pt x="28" y="13"/>
                      <a:pt x="5" y="0"/>
                      <a:pt x="0" y="1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437" name="Freeform 789">
                <a:extLst>
                  <a:ext uri="{FF2B5EF4-FFF2-40B4-BE49-F238E27FC236}">
                    <a16:creationId xmlns:a16="http://schemas.microsoft.com/office/drawing/2014/main" id="{7ED1157C-D4DF-4193-9B8E-120A5AD880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2" y="3978"/>
                <a:ext cx="24" cy="17"/>
              </a:xfrm>
              <a:custGeom>
                <a:avLst/>
                <a:gdLst>
                  <a:gd name="T0" fmla="*/ 21 w 15"/>
                  <a:gd name="T1" fmla="*/ 5 h 10"/>
                  <a:gd name="T2" fmla="*/ 54 w 15"/>
                  <a:gd name="T3" fmla="*/ 15 h 10"/>
                  <a:gd name="T4" fmla="*/ 21 w 15"/>
                  <a:gd name="T5" fmla="*/ 20 h 10"/>
                  <a:gd name="T6" fmla="*/ 0 w 15"/>
                  <a:gd name="T7" fmla="*/ 34 h 10"/>
                  <a:gd name="T8" fmla="*/ 46 w 15"/>
                  <a:gd name="T9" fmla="*/ 49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0">
                    <a:moveTo>
                      <a:pt x="5" y="1"/>
                    </a:moveTo>
                    <a:cubicBezTo>
                      <a:pt x="8" y="2"/>
                      <a:pt x="12" y="0"/>
                      <a:pt x="13" y="3"/>
                    </a:cubicBezTo>
                    <a:cubicBezTo>
                      <a:pt x="15" y="9"/>
                      <a:pt x="6" y="4"/>
                      <a:pt x="5" y="4"/>
                    </a:cubicBezTo>
                    <a:cubicBezTo>
                      <a:pt x="3" y="4"/>
                      <a:pt x="0" y="4"/>
                      <a:pt x="0" y="7"/>
                    </a:cubicBezTo>
                    <a:cubicBezTo>
                      <a:pt x="1" y="10"/>
                      <a:pt x="9" y="9"/>
                      <a:pt x="11" y="10"/>
                    </a:cubicBezTo>
                  </a:path>
                </a:pathLst>
              </a:custGeom>
              <a:noFill/>
              <a:ln w="7938" cap="flat">
                <a:solidFill>
                  <a:srgbClr val="FEF6F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438" name="Freeform 790">
                <a:extLst>
                  <a:ext uri="{FF2B5EF4-FFF2-40B4-BE49-F238E27FC236}">
                    <a16:creationId xmlns:a16="http://schemas.microsoft.com/office/drawing/2014/main" id="{A9B3E549-1140-49F0-BE1A-3447FD88C2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7" y="3980"/>
                <a:ext cx="15" cy="13"/>
              </a:xfrm>
              <a:custGeom>
                <a:avLst/>
                <a:gdLst>
                  <a:gd name="T0" fmla="*/ 42 w 9"/>
                  <a:gd name="T1" fmla="*/ 21 h 8"/>
                  <a:gd name="T2" fmla="*/ 0 w 9"/>
                  <a:gd name="T3" fmla="*/ 0 h 8"/>
                  <a:gd name="T4" fmla="*/ 28 w 9"/>
                  <a:gd name="T5" fmla="*/ 34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8">
                    <a:moveTo>
                      <a:pt x="9" y="5"/>
                    </a:moveTo>
                    <a:cubicBezTo>
                      <a:pt x="8" y="2"/>
                      <a:pt x="3" y="0"/>
                      <a:pt x="0" y="0"/>
                    </a:cubicBezTo>
                    <a:cubicBezTo>
                      <a:pt x="1" y="3"/>
                      <a:pt x="3" y="7"/>
                      <a:pt x="6" y="8"/>
                    </a:cubicBezTo>
                  </a:path>
                </a:pathLst>
              </a:custGeom>
              <a:noFill/>
              <a:ln w="7938" cap="flat">
                <a:solidFill>
                  <a:srgbClr val="FEF6F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439" name="Freeform 791">
                <a:extLst>
                  <a:ext uri="{FF2B5EF4-FFF2-40B4-BE49-F238E27FC236}">
                    <a16:creationId xmlns:a16="http://schemas.microsoft.com/office/drawing/2014/main" id="{17761AE7-8DAE-427E-A654-C7C11D1859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8" y="3974"/>
                <a:ext cx="23" cy="16"/>
              </a:xfrm>
              <a:custGeom>
                <a:avLst/>
                <a:gdLst>
                  <a:gd name="T0" fmla="*/ 62 w 14"/>
                  <a:gd name="T1" fmla="*/ 26 h 10"/>
                  <a:gd name="T2" fmla="*/ 21 w 14"/>
                  <a:gd name="T3" fmla="*/ 8 h 10"/>
                  <a:gd name="T4" fmla="*/ 58 w 14"/>
                  <a:gd name="T5" fmla="*/ 42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0">
                    <a:moveTo>
                      <a:pt x="14" y="6"/>
                    </a:moveTo>
                    <a:cubicBezTo>
                      <a:pt x="13" y="4"/>
                      <a:pt x="7" y="0"/>
                      <a:pt x="5" y="2"/>
                    </a:cubicBezTo>
                    <a:cubicBezTo>
                      <a:pt x="0" y="6"/>
                      <a:pt x="11" y="10"/>
                      <a:pt x="13" y="10"/>
                    </a:cubicBezTo>
                  </a:path>
                </a:pathLst>
              </a:custGeom>
              <a:noFill/>
              <a:ln w="7938" cap="flat">
                <a:solidFill>
                  <a:srgbClr val="FEF6F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440" name="Freeform 792">
                <a:extLst>
                  <a:ext uri="{FF2B5EF4-FFF2-40B4-BE49-F238E27FC236}">
                    <a16:creationId xmlns:a16="http://schemas.microsoft.com/office/drawing/2014/main" id="{47A75EFA-2685-4783-98BC-0FF21BF02E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2" y="3969"/>
                <a:ext cx="10" cy="6"/>
              </a:xfrm>
              <a:custGeom>
                <a:avLst/>
                <a:gdLst>
                  <a:gd name="T0" fmla="*/ 28 w 6"/>
                  <a:gd name="T1" fmla="*/ 14 h 4"/>
                  <a:gd name="T2" fmla="*/ 0 w 6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4">
                    <a:moveTo>
                      <a:pt x="6" y="4"/>
                    </a:moveTo>
                    <a:cubicBezTo>
                      <a:pt x="4" y="2"/>
                      <a:pt x="2" y="1"/>
                      <a:pt x="0" y="0"/>
                    </a:cubicBezTo>
                  </a:path>
                </a:pathLst>
              </a:custGeom>
              <a:noFill/>
              <a:ln w="7938" cap="flat">
                <a:solidFill>
                  <a:srgbClr val="FEF6F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441" name="Freeform 793">
                <a:extLst>
                  <a:ext uri="{FF2B5EF4-FFF2-40B4-BE49-F238E27FC236}">
                    <a16:creationId xmlns:a16="http://schemas.microsoft.com/office/drawing/2014/main" id="{A818A64E-5E58-4507-B4B7-101CAF8FAD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2" y="3977"/>
                <a:ext cx="17" cy="11"/>
              </a:xfrm>
              <a:custGeom>
                <a:avLst/>
                <a:gdLst>
                  <a:gd name="T0" fmla="*/ 5 w 11"/>
                  <a:gd name="T1" fmla="*/ 8 h 7"/>
                  <a:gd name="T2" fmla="*/ 36 w 11"/>
                  <a:gd name="T3" fmla="*/ 14 h 7"/>
                  <a:gd name="T4" fmla="*/ 0 w 11"/>
                  <a:gd name="T5" fmla="*/ 27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7">
                    <a:moveTo>
                      <a:pt x="1" y="2"/>
                    </a:moveTo>
                    <a:cubicBezTo>
                      <a:pt x="3" y="2"/>
                      <a:pt x="11" y="0"/>
                      <a:pt x="10" y="4"/>
                    </a:cubicBezTo>
                    <a:cubicBezTo>
                      <a:pt x="9" y="7"/>
                      <a:pt x="3" y="7"/>
                      <a:pt x="0" y="7"/>
                    </a:cubicBezTo>
                  </a:path>
                </a:pathLst>
              </a:custGeom>
              <a:noFill/>
              <a:ln w="7938" cap="flat">
                <a:solidFill>
                  <a:srgbClr val="FEF6F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442" name="Freeform 794">
                <a:extLst>
                  <a:ext uri="{FF2B5EF4-FFF2-40B4-BE49-F238E27FC236}">
                    <a16:creationId xmlns:a16="http://schemas.microsoft.com/office/drawing/2014/main" id="{722383C3-628B-43F1-A065-B56284AE7F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4" y="3980"/>
                <a:ext cx="21" cy="16"/>
              </a:xfrm>
              <a:custGeom>
                <a:avLst/>
                <a:gdLst>
                  <a:gd name="T0" fmla="*/ 0 w 13"/>
                  <a:gd name="T1" fmla="*/ 16 h 10"/>
                  <a:gd name="T2" fmla="*/ 39 w 13"/>
                  <a:gd name="T3" fmla="*/ 13 h 10"/>
                  <a:gd name="T4" fmla="*/ 5 w 13"/>
                  <a:gd name="T5" fmla="*/ 42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0">
                    <a:moveTo>
                      <a:pt x="0" y="4"/>
                    </a:moveTo>
                    <a:cubicBezTo>
                      <a:pt x="3" y="3"/>
                      <a:pt x="6" y="0"/>
                      <a:pt x="9" y="3"/>
                    </a:cubicBezTo>
                    <a:cubicBezTo>
                      <a:pt x="13" y="7"/>
                      <a:pt x="4" y="9"/>
                      <a:pt x="1" y="10"/>
                    </a:cubicBezTo>
                  </a:path>
                </a:pathLst>
              </a:custGeom>
              <a:noFill/>
              <a:ln w="7938" cap="flat">
                <a:solidFill>
                  <a:srgbClr val="FEF6F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443" name="Freeform 795">
                <a:extLst>
                  <a:ext uri="{FF2B5EF4-FFF2-40B4-BE49-F238E27FC236}">
                    <a16:creationId xmlns:a16="http://schemas.microsoft.com/office/drawing/2014/main" id="{AF39D0BB-5CC0-40C0-9138-EA12B1993D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7" y="3977"/>
                <a:ext cx="13" cy="6"/>
              </a:xfrm>
              <a:custGeom>
                <a:avLst/>
                <a:gdLst>
                  <a:gd name="T0" fmla="*/ 34 w 8"/>
                  <a:gd name="T1" fmla="*/ 0 h 4"/>
                  <a:gd name="T2" fmla="*/ 0 w 8"/>
                  <a:gd name="T3" fmla="*/ 14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4">
                    <a:moveTo>
                      <a:pt x="8" y="0"/>
                    </a:moveTo>
                    <a:cubicBezTo>
                      <a:pt x="5" y="1"/>
                      <a:pt x="2" y="2"/>
                      <a:pt x="0" y="4"/>
                    </a:cubicBezTo>
                  </a:path>
                </a:pathLst>
              </a:custGeom>
              <a:noFill/>
              <a:ln w="7938" cap="flat">
                <a:solidFill>
                  <a:srgbClr val="FEF6F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444" name="Freeform 796">
                <a:extLst>
                  <a:ext uri="{FF2B5EF4-FFF2-40B4-BE49-F238E27FC236}">
                    <a16:creationId xmlns:a16="http://schemas.microsoft.com/office/drawing/2014/main" id="{2E55614D-D34D-4F1E-B5D6-FDE2D295FC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3" y="3969"/>
                <a:ext cx="13" cy="6"/>
              </a:xfrm>
              <a:custGeom>
                <a:avLst/>
                <a:gdLst>
                  <a:gd name="T0" fmla="*/ 34 w 8"/>
                  <a:gd name="T1" fmla="*/ 0 h 4"/>
                  <a:gd name="T2" fmla="*/ 0 w 8"/>
                  <a:gd name="T3" fmla="*/ 14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4">
                    <a:moveTo>
                      <a:pt x="8" y="0"/>
                    </a:moveTo>
                    <a:cubicBezTo>
                      <a:pt x="6" y="1"/>
                      <a:pt x="2" y="2"/>
                      <a:pt x="0" y="4"/>
                    </a:cubicBezTo>
                  </a:path>
                </a:pathLst>
              </a:custGeom>
              <a:noFill/>
              <a:ln w="7938" cap="flat">
                <a:solidFill>
                  <a:srgbClr val="FEF6F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445" name="Freeform 797">
                <a:extLst>
                  <a:ext uri="{FF2B5EF4-FFF2-40B4-BE49-F238E27FC236}">
                    <a16:creationId xmlns:a16="http://schemas.microsoft.com/office/drawing/2014/main" id="{353DFD75-EA90-4B3D-95F5-B58D214BF5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0" y="988"/>
                <a:ext cx="43" cy="12"/>
              </a:xfrm>
              <a:custGeom>
                <a:avLst/>
                <a:gdLst>
                  <a:gd name="T0" fmla="*/ 0 w 26"/>
                  <a:gd name="T1" fmla="*/ 0 h 8"/>
                  <a:gd name="T2" fmla="*/ 117 w 26"/>
                  <a:gd name="T3" fmla="*/ 14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8">
                    <a:moveTo>
                      <a:pt x="0" y="0"/>
                    </a:moveTo>
                    <a:cubicBezTo>
                      <a:pt x="0" y="0"/>
                      <a:pt x="6" y="8"/>
                      <a:pt x="26" y="4"/>
                    </a:cubicBezTo>
                  </a:path>
                </a:pathLst>
              </a:custGeom>
              <a:noFill/>
              <a:ln w="3175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446" name="Freeform 798">
                <a:extLst>
                  <a:ext uri="{FF2B5EF4-FFF2-40B4-BE49-F238E27FC236}">
                    <a16:creationId xmlns:a16="http://schemas.microsoft.com/office/drawing/2014/main" id="{C03E378D-9460-4BFD-A571-F4EBD6D14D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3" y="988"/>
                <a:ext cx="43" cy="14"/>
              </a:xfrm>
              <a:custGeom>
                <a:avLst/>
                <a:gdLst>
                  <a:gd name="T0" fmla="*/ 0 w 26"/>
                  <a:gd name="T1" fmla="*/ 12 h 9"/>
                  <a:gd name="T2" fmla="*/ 117 w 26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9">
                    <a:moveTo>
                      <a:pt x="0" y="3"/>
                    </a:moveTo>
                    <a:cubicBezTo>
                      <a:pt x="0" y="3"/>
                      <a:pt x="14" y="9"/>
                      <a:pt x="26" y="0"/>
                    </a:cubicBezTo>
                  </a:path>
                </a:pathLst>
              </a:custGeom>
              <a:noFill/>
              <a:ln w="3175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447" name="Freeform 799">
                <a:extLst>
                  <a:ext uri="{FF2B5EF4-FFF2-40B4-BE49-F238E27FC236}">
                    <a16:creationId xmlns:a16="http://schemas.microsoft.com/office/drawing/2014/main" id="{32068EF0-FDE1-4C2C-990C-A258CB78ED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0" y="963"/>
                <a:ext cx="21" cy="16"/>
              </a:xfrm>
              <a:custGeom>
                <a:avLst/>
                <a:gdLst>
                  <a:gd name="T0" fmla="*/ 8 w 13"/>
                  <a:gd name="T1" fmla="*/ 8 h 10"/>
                  <a:gd name="T2" fmla="*/ 0 w 13"/>
                  <a:gd name="T3" fmla="*/ 13 h 10"/>
                  <a:gd name="T4" fmla="*/ 8 w 13"/>
                  <a:gd name="T5" fmla="*/ 16 h 10"/>
                  <a:gd name="T6" fmla="*/ 21 w 13"/>
                  <a:gd name="T7" fmla="*/ 13 h 10"/>
                  <a:gd name="T8" fmla="*/ 26 w 13"/>
                  <a:gd name="T9" fmla="*/ 16 h 10"/>
                  <a:gd name="T10" fmla="*/ 34 w 13"/>
                  <a:gd name="T11" fmla="*/ 21 h 10"/>
                  <a:gd name="T12" fmla="*/ 39 w 13"/>
                  <a:gd name="T13" fmla="*/ 29 h 10"/>
                  <a:gd name="T14" fmla="*/ 42 w 13"/>
                  <a:gd name="T15" fmla="*/ 35 h 10"/>
                  <a:gd name="T16" fmla="*/ 50 w 13"/>
                  <a:gd name="T17" fmla="*/ 26 h 10"/>
                  <a:gd name="T18" fmla="*/ 42 w 13"/>
                  <a:gd name="T19" fmla="*/ 8 h 10"/>
                  <a:gd name="T20" fmla="*/ 16 w 13"/>
                  <a:gd name="T21" fmla="*/ 5 h 10"/>
                  <a:gd name="T22" fmla="*/ 8 w 13"/>
                  <a:gd name="T23" fmla="*/ 8 h 1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3" h="10">
                    <a:moveTo>
                      <a:pt x="2" y="2"/>
                    </a:moveTo>
                    <a:cubicBezTo>
                      <a:pt x="2" y="1"/>
                      <a:pt x="1" y="3"/>
                      <a:pt x="0" y="3"/>
                    </a:cubicBezTo>
                    <a:cubicBezTo>
                      <a:pt x="0" y="5"/>
                      <a:pt x="1" y="4"/>
                      <a:pt x="2" y="4"/>
                    </a:cubicBezTo>
                    <a:cubicBezTo>
                      <a:pt x="3" y="3"/>
                      <a:pt x="4" y="2"/>
                      <a:pt x="5" y="3"/>
                    </a:cubicBezTo>
                    <a:cubicBezTo>
                      <a:pt x="5" y="4"/>
                      <a:pt x="5" y="4"/>
                      <a:pt x="6" y="4"/>
                    </a:cubicBezTo>
                    <a:cubicBezTo>
                      <a:pt x="7" y="5"/>
                      <a:pt x="7" y="5"/>
                      <a:pt x="8" y="5"/>
                    </a:cubicBezTo>
                    <a:cubicBezTo>
                      <a:pt x="8" y="6"/>
                      <a:pt x="9" y="6"/>
                      <a:pt x="9" y="7"/>
                    </a:cubicBezTo>
                    <a:cubicBezTo>
                      <a:pt x="9" y="8"/>
                      <a:pt x="9" y="9"/>
                      <a:pt x="10" y="9"/>
                    </a:cubicBezTo>
                    <a:cubicBezTo>
                      <a:pt x="12" y="10"/>
                      <a:pt x="13" y="8"/>
                      <a:pt x="12" y="6"/>
                    </a:cubicBezTo>
                    <a:cubicBezTo>
                      <a:pt x="12" y="5"/>
                      <a:pt x="11" y="3"/>
                      <a:pt x="10" y="2"/>
                    </a:cubicBezTo>
                    <a:cubicBezTo>
                      <a:pt x="9" y="1"/>
                      <a:pt x="6" y="0"/>
                      <a:pt x="4" y="1"/>
                    </a:cubicBezTo>
                    <a:cubicBezTo>
                      <a:pt x="3" y="1"/>
                      <a:pt x="2" y="1"/>
                      <a:pt x="2" y="2"/>
                    </a:cubicBezTo>
                  </a:path>
                </a:pathLst>
              </a:custGeom>
              <a:solidFill>
                <a:srgbClr val="8A6F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448" name="Freeform 800">
                <a:extLst>
                  <a:ext uri="{FF2B5EF4-FFF2-40B4-BE49-F238E27FC236}">
                    <a16:creationId xmlns:a16="http://schemas.microsoft.com/office/drawing/2014/main" id="{E1B24887-A924-4980-8013-23B16C1E46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8" y="963"/>
                <a:ext cx="21" cy="16"/>
              </a:xfrm>
              <a:custGeom>
                <a:avLst/>
                <a:gdLst>
                  <a:gd name="T0" fmla="*/ 5 w 13"/>
                  <a:gd name="T1" fmla="*/ 13 h 10"/>
                  <a:gd name="T2" fmla="*/ 5 w 13"/>
                  <a:gd name="T3" fmla="*/ 16 h 10"/>
                  <a:gd name="T4" fmla="*/ 8 w 13"/>
                  <a:gd name="T5" fmla="*/ 13 h 10"/>
                  <a:gd name="T6" fmla="*/ 16 w 13"/>
                  <a:gd name="T7" fmla="*/ 13 h 10"/>
                  <a:gd name="T8" fmla="*/ 21 w 13"/>
                  <a:gd name="T9" fmla="*/ 16 h 10"/>
                  <a:gd name="T10" fmla="*/ 26 w 13"/>
                  <a:gd name="T11" fmla="*/ 16 h 10"/>
                  <a:gd name="T12" fmla="*/ 26 w 13"/>
                  <a:gd name="T13" fmla="*/ 16 h 10"/>
                  <a:gd name="T14" fmla="*/ 39 w 13"/>
                  <a:gd name="T15" fmla="*/ 29 h 10"/>
                  <a:gd name="T16" fmla="*/ 42 w 13"/>
                  <a:gd name="T17" fmla="*/ 35 h 10"/>
                  <a:gd name="T18" fmla="*/ 50 w 13"/>
                  <a:gd name="T19" fmla="*/ 35 h 10"/>
                  <a:gd name="T20" fmla="*/ 39 w 13"/>
                  <a:gd name="T21" fmla="*/ 5 h 10"/>
                  <a:gd name="T22" fmla="*/ 21 w 13"/>
                  <a:gd name="T23" fmla="*/ 0 h 10"/>
                  <a:gd name="T24" fmla="*/ 8 w 13"/>
                  <a:gd name="T25" fmla="*/ 8 h 10"/>
                  <a:gd name="T26" fmla="*/ 0 w 13"/>
                  <a:gd name="T27" fmla="*/ 13 h 1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3" h="10">
                    <a:moveTo>
                      <a:pt x="1" y="3"/>
                    </a:moveTo>
                    <a:cubicBezTo>
                      <a:pt x="0" y="3"/>
                      <a:pt x="0" y="3"/>
                      <a:pt x="1" y="4"/>
                    </a:cubicBezTo>
                    <a:cubicBezTo>
                      <a:pt x="1" y="4"/>
                      <a:pt x="2" y="3"/>
                      <a:pt x="2" y="3"/>
                    </a:cubicBezTo>
                    <a:cubicBezTo>
                      <a:pt x="2" y="3"/>
                      <a:pt x="3" y="3"/>
                      <a:pt x="4" y="3"/>
                    </a:cubicBezTo>
                    <a:cubicBezTo>
                      <a:pt x="4" y="3"/>
                      <a:pt x="5" y="3"/>
                      <a:pt x="5" y="4"/>
                    </a:cubicBezTo>
                    <a:cubicBezTo>
                      <a:pt x="5" y="4"/>
                      <a:pt x="5" y="4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8" y="5"/>
                      <a:pt x="9" y="6"/>
                      <a:pt x="9" y="7"/>
                    </a:cubicBezTo>
                    <a:cubicBezTo>
                      <a:pt x="9" y="8"/>
                      <a:pt x="9" y="9"/>
                      <a:pt x="10" y="9"/>
                    </a:cubicBezTo>
                    <a:cubicBezTo>
                      <a:pt x="11" y="10"/>
                      <a:pt x="11" y="9"/>
                      <a:pt x="12" y="9"/>
                    </a:cubicBezTo>
                    <a:cubicBezTo>
                      <a:pt x="13" y="6"/>
                      <a:pt x="11" y="2"/>
                      <a:pt x="9" y="1"/>
                    </a:cubicBezTo>
                    <a:cubicBezTo>
                      <a:pt x="7" y="0"/>
                      <a:pt x="6" y="0"/>
                      <a:pt x="5" y="0"/>
                    </a:cubicBezTo>
                    <a:cubicBezTo>
                      <a:pt x="4" y="0"/>
                      <a:pt x="3" y="1"/>
                      <a:pt x="2" y="2"/>
                    </a:cubicBezTo>
                    <a:cubicBezTo>
                      <a:pt x="2" y="2"/>
                      <a:pt x="1" y="2"/>
                      <a:pt x="0" y="3"/>
                    </a:cubicBezTo>
                  </a:path>
                </a:pathLst>
              </a:custGeom>
              <a:solidFill>
                <a:srgbClr val="8A6F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449" name="Freeform 801">
                <a:extLst>
                  <a:ext uri="{FF2B5EF4-FFF2-40B4-BE49-F238E27FC236}">
                    <a16:creationId xmlns:a16="http://schemas.microsoft.com/office/drawing/2014/main" id="{3CCF8B51-D4DC-409B-84A7-45B82D9954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4" y="983"/>
                <a:ext cx="5" cy="1"/>
              </a:xfrm>
              <a:custGeom>
                <a:avLst/>
                <a:gdLst>
                  <a:gd name="T0" fmla="*/ 0 w 3"/>
                  <a:gd name="T1" fmla="*/ 0 h 1"/>
                  <a:gd name="T2" fmla="*/ 13 w 3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cubicBezTo>
                      <a:pt x="1" y="0"/>
                      <a:pt x="2" y="0"/>
                      <a:pt x="3" y="0"/>
                    </a:cubicBezTo>
                  </a:path>
                </a:pathLst>
              </a:custGeom>
              <a:noFill/>
              <a:ln w="3175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450" name="Freeform 802">
                <a:extLst>
                  <a:ext uri="{FF2B5EF4-FFF2-40B4-BE49-F238E27FC236}">
                    <a16:creationId xmlns:a16="http://schemas.microsoft.com/office/drawing/2014/main" id="{C987E524-E6CF-4B88-B8A2-FBCF5B0F30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9" y="986"/>
                <a:ext cx="3" cy="2"/>
              </a:xfrm>
              <a:custGeom>
                <a:avLst/>
                <a:gdLst>
                  <a:gd name="T0" fmla="*/ 0 w 2"/>
                  <a:gd name="T1" fmla="*/ 0 h 1"/>
                  <a:gd name="T2" fmla="*/ 8 w 2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2" y="0"/>
                      <a:pt x="2" y="1"/>
                    </a:cubicBezTo>
                  </a:path>
                </a:pathLst>
              </a:custGeom>
              <a:noFill/>
              <a:ln w="3175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451" name="Freeform 803">
                <a:extLst>
                  <a:ext uri="{FF2B5EF4-FFF2-40B4-BE49-F238E27FC236}">
                    <a16:creationId xmlns:a16="http://schemas.microsoft.com/office/drawing/2014/main" id="{1B6A4890-B8DA-44CD-9005-2D56F9A0AC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7" y="983"/>
                <a:ext cx="7" cy="1"/>
              </a:xfrm>
              <a:custGeom>
                <a:avLst/>
                <a:gdLst>
                  <a:gd name="T0" fmla="*/ 21 w 4"/>
                  <a:gd name="T1" fmla="*/ 0 h 1"/>
                  <a:gd name="T2" fmla="*/ 0 w 4"/>
                  <a:gd name="T3" fmla="*/ 1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">
                    <a:moveTo>
                      <a:pt x="4" y="0"/>
                    </a:moveTo>
                    <a:cubicBezTo>
                      <a:pt x="3" y="0"/>
                      <a:pt x="0" y="1"/>
                      <a:pt x="0" y="1"/>
                    </a:cubicBezTo>
                  </a:path>
                </a:pathLst>
              </a:custGeom>
              <a:noFill/>
              <a:ln w="3175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452" name="Freeform 804">
                <a:extLst>
                  <a:ext uri="{FF2B5EF4-FFF2-40B4-BE49-F238E27FC236}">
                    <a16:creationId xmlns:a16="http://schemas.microsoft.com/office/drawing/2014/main" id="{7E578668-094C-45F9-8AF0-ABB3D34FFE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4" y="986"/>
                <a:ext cx="3" cy="2"/>
              </a:xfrm>
              <a:custGeom>
                <a:avLst/>
                <a:gdLst>
                  <a:gd name="T0" fmla="*/ 8 w 2"/>
                  <a:gd name="T1" fmla="*/ 0 h 1"/>
                  <a:gd name="T2" fmla="*/ 0 w 2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2" y="0"/>
                      <a:pt x="0" y="0"/>
                      <a:pt x="0" y="1"/>
                    </a:cubicBezTo>
                  </a:path>
                </a:pathLst>
              </a:custGeom>
              <a:noFill/>
              <a:ln w="3175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453" name="Freeform 805">
                <a:extLst>
                  <a:ext uri="{FF2B5EF4-FFF2-40B4-BE49-F238E27FC236}">
                    <a16:creationId xmlns:a16="http://schemas.microsoft.com/office/drawing/2014/main" id="{54D36F55-637F-4237-A509-5438073A7D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2" y="978"/>
                <a:ext cx="2" cy="3"/>
              </a:xfrm>
              <a:custGeom>
                <a:avLst/>
                <a:gdLst>
                  <a:gd name="T0" fmla="*/ 0 w 1"/>
                  <a:gd name="T1" fmla="*/ 0 h 2"/>
                  <a:gd name="T2" fmla="*/ 8 w 1"/>
                  <a:gd name="T3" fmla="*/ 8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1" y="1"/>
                      <a:pt x="1" y="1"/>
                      <a:pt x="1" y="2"/>
                    </a:cubicBezTo>
                  </a:path>
                </a:pathLst>
              </a:custGeom>
              <a:noFill/>
              <a:ln w="3175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454" name="Freeform 806">
                <a:extLst>
                  <a:ext uri="{FF2B5EF4-FFF2-40B4-BE49-F238E27FC236}">
                    <a16:creationId xmlns:a16="http://schemas.microsoft.com/office/drawing/2014/main" id="{67EB1FB9-3DD6-4803-9C6C-7FC1A7E245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2" y="978"/>
                <a:ext cx="2" cy="5"/>
              </a:xfrm>
              <a:custGeom>
                <a:avLst/>
                <a:gdLst>
                  <a:gd name="T0" fmla="*/ 8 w 1"/>
                  <a:gd name="T1" fmla="*/ 0 h 3"/>
                  <a:gd name="T2" fmla="*/ 8 w 1"/>
                  <a:gd name="T3" fmla="*/ 13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cubicBezTo>
                      <a:pt x="0" y="0"/>
                      <a:pt x="0" y="2"/>
                      <a:pt x="1" y="3"/>
                    </a:cubicBezTo>
                  </a:path>
                </a:pathLst>
              </a:custGeom>
              <a:noFill/>
              <a:ln w="3175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455" name="Freeform 807">
                <a:extLst>
                  <a:ext uri="{FF2B5EF4-FFF2-40B4-BE49-F238E27FC236}">
                    <a16:creationId xmlns:a16="http://schemas.microsoft.com/office/drawing/2014/main" id="{E251BA02-5BAE-440B-BB25-59B49D840B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3" y="1619"/>
                <a:ext cx="156" cy="180"/>
              </a:xfrm>
              <a:custGeom>
                <a:avLst/>
                <a:gdLst>
                  <a:gd name="T0" fmla="*/ 335 w 96"/>
                  <a:gd name="T1" fmla="*/ 0 h 112"/>
                  <a:gd name="T2" fmla="*/ 0 w 96"/>
                  <a:gd name="T3" fmla="*/ 320 h 112"/>
                  <a:gd name="T4" fmla="*/ 335 w 96"/>
                  <a:gd name="T5" fmla="*/ 0 h 1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6" h="112">
                    <a:moveTo>
                      <a:pt x="78" y="0"/>
                    </a:moveTo>
                    <a:cubicBezTo>
                      <a:pt x="78" y="0"/>
                      <a:pt x="96" y="112"/>
                      <a:pt x="0" y="77"/>
                    </a:cubicBezTo>
                    <a:cubicBezTo>
                      <a:pt x="0" y="77"/>
                      <a:pt x="87" y="107"/>
                      <a:pt x="78" y="0"/>
                    </a:cubicBezTo>
                    <a:close/>
                  </a:path>
                </a:pathLst>
              </a:custGeom>
              <a:solidFill>
                <a:srgbClr val="969A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456" name="Freeform 808">
                <a:extLst>
                  <a:ext uri="{FF2B5EF4-FFF2-40B4-BE49-F238E27FC236}">
                    <a16:creationId xmlns:a16="http://schemas.microsoft.com/office/drawing/2014/main" id="{74BCE475-5ECA-4CBD-846B-732E43B61B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7" y="1622"/>
                <a:ext cx="151" cy="174"/>
              </a:xfrm>
              <a:custGeom>
                <a:avLst/>
                <a:gdLst>
                  <a:gd name="T0" fmla="*/ 47 w 93"/>
                  <a:gd name="T1" fmla="*/ 0 h 108"/>
                  <a:gd name="T2" fmla="*/ 398 w 93"/>
                  <a:gd name="T3" fmla="*/ 280 h 108"/>
                  <a:gd name="T4" fmla="*/ 47 w 93"/>
                  <a:gd name="T5" fmla="*/ 0 h 10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3" h="108">
                    <a:moveTo>
                      <a:pt x="11" y="0"/>
                    </a:moveTo>
                    <a:cubicBezTo>
                      <a:pt x="11" y="0"/>
                      <a:pt x="0" y="108"/>
                      <a:pt x="93" y="67"/>
                    </a:cubicBezTo>
                    <a:cubicBezTo>
                      <a:pt x="93" y="67"/>
                      <a:pt x="13" y="104"/>
                      <a:pt x="11" y="0"/>
                    </a:cubicBezTo>
                    <a:close/>
                  </a:path>
                </a:pathLst>
              </a:custGeom>
              <a:solidFill>
                <a:srgbClr val="969A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457" name="Freeform 809">
                <a:extLst>
                  <a:ext uri="{FF2B5EF4-FFF2-40B4-BE49-F238E27FC236}">
                    <a16:creationId xmlns:a16="http://schemas.microsoft.com/office/drawing/2014/main" id="{5FAA4C6D-97A4-4D83-901E-0EB84BF35C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5" y="2046"/>
                <a:ext cx="364" cy="380"/>
              </a:xfrm>
              <a:custGeom>
                <a:avLst/>
                <a:gdLst>
                  <a:gd name="T0" fmla="*/ 224 w 224"/>
                  <a:gd name="T1" fmla="*/ 0 h 235"/>
                  <a:gd name="T2" fmla="*/ 392 w 224"/>
                  <a:gd name="T3" fmla="*/ 745 h 235"/>
                  <a:gd name="T4" fmla="*/ 962 w 224"/>
                  <a:gd name="T5" fmla="*/ 810 h 235"/>
                  <a:gd name="T6" fmla="*/ 385 w 224"/>
                  <a:gd name="T7" fmla="*/ 762 h 235"/>
                  <a:gd name="T8" fmla="*/ 224 w 224"/>
                  <a:gd name="T9" fmla="*/ 0 h 2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4" h="235">
                    <a:moveTo>
                      <a:pt x="52" y="0"/>
                    </a:moveTo>
                    <a:cubicBezTo>
                      <a:pt x="52" y="0"/>
                      <a:pt x="15" y="128"/>
                      <a:pt x="91" y="176"/>
                    </a:cubicBezTo>
                    <a:cubicBezTo>
                      <a:pt x="168" y="224"/>
                      <a:pt x="224" y="192"/>
                      <a:pt x="224" y="192"/>
                    </a:cubicBezTo>
                    <a:cubicBezTo>
                      <a:pt x="224" y="192"/>
                      <a:pt x="180" y="235"/>
                      <a:pt x="90" y="180"/>
                    </a:cubicBezTo>
                    <a:cubicBezTo>
                      <a:pt x="0" y="125"/>
                      <a:pt x="52" y="0"/>
                      <a:pt x="52" y="0"/>
                    </a:cubicBezTo>
                    <a:close/>
                  </a:path>
                </a:pathLst>
              </a:custGeom>
              <a:solidFill>
                <a:srgbClr val="FDEA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458" name="Freeform 810">
                <a:extLst>
                  <a:ext uri="{FF2B5EF4-FFF2-40B4-BE49-F238E27FC236}">
                    <a16:creationId xmlns:a16="http://schemas.microsoft.com/office/drawing/2014/main" id="{E6E8E903-C4B1-41BE-8673-FB873D4EF6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8" y="2143"/>
                <a:ext cx="119" cy="197"/>
              </a:xfrm>
              <a:custGeom>
                <a:avLst/>
                <a:gdLst>
                  <a:gd name="T0" fmla="*/ 60 w 73"/>
                  <a:gd name="T1" fmla="*/ 0 h 122"/>
                  <a:gd name="T2" fmla="*/ 316 w 73"/>
                  <a:gd name="T3" fmla="*/ 513 h 122"/>
                  <a:gd name="T4" fmla="*/ 60 w 73"/>
                  <a:gd name="T5" fmla="*/ 0 h 1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3" h="122">
                    <a:moveTo>
                      <a:pt x="14" y="0"/>
                    </a:moveTo>
                    <a:cubicBezTo>
                      <a:pt x="14" y="0"/>
                      <a:pt x="0" y="94"/>
                      <a:pt x="73" y="122"/>
                    </a:cubicBezTo>
                    <a:cubicBezTo>
                      <a:pt x="73" y="122"/>
                      <a:pt x="11" y="80"/>
                      <a:pt x="1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459" name="Freeform 811">
                <a:extLst>
                  <a:ext uri="{FF2B5EF4-FFF2-40B4-BE49-F238E27FC236}">
                    <a16:creationId xmlns:a16="http://schemas.microsoft.com/office/drawing/2014/main" id="{CA87D223-3118-4BBE-B5C8-63B6F4993C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2" y="2029"/>
                <a:ext cx="43" cy="230"/>
              </a:xfrm>
              <a:custGeom>
                <a:avLst/>
                <a:gdLst>
                  <a:gd name="T0" fmla="*/ 28 w 26"/>
                  <a:gd name="T1" fmla="*/ 0 h 143"/>
                  <a:gd name="T2" fmla="*/ 68 w 26"/>
                  <a:gd name="T3" fmla="*/ 207 h 143"/>
                  <a:gd name="T4" fmla="*/ 20 w 26"/>
                  <a:gd name="T5" fmla="*/ 595 h 143"/>
                  <a:gd name="T6" fmla="*/ 55 w 26"/>
                  <a:gd name="T7" fmla="*/ 254 h 143"/>
                  <a:gd name="T8" fmla="*/ 28 w 26"/>
                  <a:gd name="T9" fmla="*/ 0 h 1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143">
                    <a:moveTo>
                      <a:pt x="6" y="0"/>
                    </a:moveTo>
                    <a:cubicBezTo>
                      <a:pt x="6" y="0"/>
                      <a:pt x="4" y="33"/>
                      <a:pt x="15" y="50"/>
                    </a:cubicBezTo>
                    <a:cubicBezTo>
                      <a:pt x="26" y="68"/>
                      <a:pt x="20" y="122"/>
                      <a:pt x="4" y="143"/>
                    </a:cubicBezTo>
                    <a:cubicBezTo>
                      <a:pt x="4" y="143"/>
                      <a:pt x="25" y="92"/>
                      <a:pt x="12" y="61"/>
                    </a:cubicBezTo>
                    <a:cubicBezTo>
                      <a:pt x="0" y="31"/>
                      <a:pt x="6" y="0"/>
                      <a:pt x="6" y="0"/>
                    </a:cubicBezTo>
                    <a:close/>
                  </a:path>
                </a:pathLst>
              </a:custGeom>
              <a:solidFill>
                <a:srgbClr val="FDEA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460" name="Freeform 812">
                <a:extLst>
                  <a:ext uri="{FF2B5EF4-FFF2-40B4-BE49-F238E27FC236}">
                    <a16:creationId xmlns:a16="http://schemas.microsoft.com/office/drawing/2014/main" id="{9CDEAD84-BFC5-44F8-91DF-6ED177BD9E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0" y="2037"/>
                <a:ext cx="100" cy="29"/>
              </a:xfrm>
              <a:custGeom>
                <a:avLst/>
                <a:gdLst>
                  <a:gd name="T0" fmla="*/ 0 w 61"/>
                  <a:gd name="T1" fmla="*/ 76 h 18"/>
                  <a:gd name="T2" fmla="*/ 56 w 61"/>
                  <a:gd name="T3" fmla="*/ 71 h 18"/>
                  <a:gd name="T4" fmla="*/ 167 w 61"/>
                  <a:gd name="T5" fmla="*/ 34 h 18"/>
                  <a:gd name="T6" fmla="*/ 269 w 61"/>
                  <a:gd name="T7" fmla="*/ 5 h 18"/>
                  <a:gd name="T8" fmla="*/ 138 w 61"/>
                  <a:gd name="T9" fmla="*/ 55 h 18"/>
                  <a:gd name="T10" fmla="*/ 5 w 61"/>
                  <a:gd name="T11" fmla="*/ 68 h 1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1" h="18">
                    <a:moveTo>
                      <a:pt x="0" y="18"/>
                    </a:moveTo>
                    <a:cubicBezTo>
                      <a:pt x="4" y="16"/>
                      <a:pt x="9" y="17"/>
                      <a:pt x="13" y="17"/>
                    </a:cubicBezTo>
                    <a:cubicBezTo>
                      <a:pt x="23" y="16"/>
                      <a:pt x="30" y="12"/>
                      <a:pt x="38" y="8"/>
                    </a:cubicBezTo>
                    <a:cubicBezTo>
                      <a:pt x="46" y="4"/>
                      <a:pt x="54" y="4"/>
                      <a:pt x="61" y="1"/>
                    </a:cubicBezTo>
                    <a:cubicBezTo>
                      <a:pt x="52" y="0"/>
                      <a:pt x="40" y="10"/>
                      <a:pt x="31" y="13"/>
                    </a:cubicBezTo>
                    <a:cubicBezTo>
                      <a:pt x="22" y="15"/>
                      <a:pt x="11" y="16"/>
                      <a:pt x="1" y="16"/>
                    </a:cubicBezTo>
                  </a:path>
                </a:pathLst>
              </a:custGeom>
              <a:solidFill>
                <a:srgbClr val="FDEA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461" name="Freeform 813">
                <a:extLst>
                  <a:ext uri="{FF2B5EF4-FFF2-40B4-BE49-F238E27FC236}">
                    <a16:creationId xmlns:a16="http://schemas.microsoft.com/office/drawing/2014/main" id="{416B60DB-4377-46F2-BB1E-B8750D532E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3" y="2037"/>
                <a:ext cx="98" cy="29"/>
              </a:xfrm>
              <a:custGeom>
                <a:avLst/>
                <a:gdLst>
                  <a:gd name="T0" fmla="*/ 261 w 60"/>
                  <a:gd name="T1" fmla="*/ 71 h 18"/>
                  <a:gd name="T2" fmla="*/ 101 w 60"/>
                  <a:gd name="T3" fmla="*/ 39 h 18"/>
                  <a:gd name="T4" fmla="*/ 0 w 60"/>
                  <a:gd name="T5" fmla="*/ 0 h 18"/>
                  <a:gd name="T6" fmla="*/ 243 w 60"/>
                  <a:gd name="T7" fmla="*/ 76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0" h="18">
                    <a:moveTo>
                      <a:pt x="60" y="17"/>
                    </a:moveTo>
                    <a:cubicBezTo>
                      <a:pt x="46" y="17"/>
                      <a:pt x="36" y="14"/>
                      <a:pt x="23" y="9"/>
                    </a:cubicBezTo>
                    <a:cubicBezTo>
                      <a:pt x="16" y="5"/>
                      <a:pt x="7" y="3"/>
                      <a:pt x="0" y="0"/>
                    </a:cubicBezTo>
                    <a:cubicBezTo>
                      <a:pt x="17" y="13"/>
                      <a:pt x="34" y="18"/>
                      <a:pt x="56" y="18"/>
                    </a:cubicBezTo>
                  </a:path>
                </a:pathLst>
              </a:custGeom>
              <a:solidFill>
                <a:srgbClr val="FDEA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462" name="Freeform 814">
                <a:extLst>
                  <a:ext uri="{FF2B5EF4-FFF2-40B4-BE49-F238E27FC236}">
                    <a16:creationId xmlns:a16="http://schemas.microsoft.com/office/drawing/2014/main" id="{A6B71E51-127B-4D5E-A449-8F0367E4F8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0" y="2363"/>
                <a:ext cx="157" cy="87"/>
              </a:xfrm>
              <a:custGeom>
                <a:avLst/>
                <a:gdLst>
                  <a:gd name="T0" fmla="*/ 420 w 96"/>
                  <a:gd name="T1" fmla="*/ 226 h 54"/>
                  <a:gd name="T2" fmla="*/ 0 w 96"/>
                  <a:gd name="T3" fmla="*/ 21 h 54"/>
                  <a:gd name="T4" fmla="*/ 201 w 96"/>
                  <a:gd name="T5" fmla="*/ 89 h 54"/>
                  <a:gd name="T6" fmla="*/ 401 w 96"/>
                  <a:gd name="T7" fmla="*/ 211 h 5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6" h="54">
                    <a:moveTo>
                      <a:pt x="96" y="54"/>
                    </a:moveTo>
                    <a:cubicBezTo>
                      <a:pt x="72" y="32"/>
                      <a:pt x="37" y="0"/>
                      <a:pt x="0" y="5"/>
                    </a:cubicBezTo>
                    <a:cubicBezTo>
                      <a:pt x="15" y="13"/>
                      <a:pt x="31" y="15"/>
                      <a:pt x="46" y="21"/>
                    </a:cubicBezTo>
                    <a:cubicBezTo>
                      <a:pt x="59" y="27"/>
                      <a:pt x="84" y="39"/>
                      <a:pt x="92" y="50"/>
                    </a:cubicBezTo>
                  </a:path>
                </a:pathLst>
              </a:custGeom>
              <a:solidFill>
                <a:srgbClr val="FDEA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463" name="Freeform 815">
                <a:extLst>
                  <a:ext uri="{FF2B5EF4-FFF2-40B4-BE49-F238E27FC236}">
                    <a16:creationId xmlns:a16="http://schemas.microsoft.com/office/drawing/2014/main" id="{A8BE9EC4-8828-4C48-A9E8-262CE5D957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1" y="2364"/>
                <a:ext cx="166" cy="96"/>
              </a:xfrm>
              <a:custGeom>
                <a:avLst/>
                <a:gdLst>
                  <a:gd name="T0" fmla="*/ 47 w 102"/>
                  <a:gd name="T1" fmla="*/ 225 h 59"/>
                  <a:gd name="T2" fmla="*/ 439 w 102"/>
                  <a:gd name="T3" fmla="*/ 42 h 59"/>
                  <a:gd name="T4" fmla="*/ 228 w 102"/>
                  <a:gd name="T5" fmla="*/ 132 h 59"/>
                  <a:gd name="T6" fmla="*/ 0 w 102"/>
                  <a:gd name="T7" fmla="*/ 254 h 5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2" h="59">
                    <a:moveTo>
                      <a:pt x="11" y="52"/>
                    </a:moveTo>
                    <a:cubicBezTo>
                      <a:pt x="25" y="34"/>
                      <a:pt x="74" y="0"/>
                      <a:pt x="102" y="10"/>
                    </a:cubicBezTo>
                    <a:cubicBezTo>
                      <a:pt x="88" y="11"/>
                      <a:pt x="66" y="25"/>
                      <a:pt x="53" y="31"/>
                    </a:cubicBezTo>
                    <a:cubicBezTo>
                      <a:pt x="35" y="39"/>
                      <a:pt x="17" y="49"/>
                      <a:pt x="0" y="59"/>
                    </a:cubicBezTo>
                  </a:path>
                </a:pathLst>
              </a:custGeom>
              <a:solidFill>
                <a:srgbClr val="FDEA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464" name="Freeform 816">
                <a:extLst>
                  <a:ext uri="{FF2B5EF4-FFF2-40B4-BE49-F238E27FC236}">
                    <a16:creationId xmlns:a16="http://schemas.microsoft.com/office/drawing/2014/main" id="{D9D74A20-5607-48B6-A19E-ACE24BA01D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6" y="2395"/>
                <a:ext cx="103" cy="60"/>
              </a:xfrm>
              <a:custGeom>
                <a:avLst/>
                <a:gdLst>
                  <a:gd name="T0" fmla="*/ 0 w 63"/>
                  <a:gd name="T1" fmla="*/ 157 h 37"/>
                  <a:gd name="T2" fmla="*/ 114 w 63"/>
                  <a:gd name="T3" fmla="*/ 84 h 37"/>
                  <a:gd name="T4" fmla="*/ 275 w 63"/>
                  <a:gd name="T5" fmla="*/ 0 h 3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3" h="37">
                    <a:moveTo>
                      <a:pt x="0" y="37"/>
                    </a:moveTo>
                    <a:cubicBezTo>
                      <a:pt x="9" y="33"/>
                      <a:pt x="17" y="25"/>
                      <a:pt x="26" y="20"/>
                    </a:cubicBezTo>
                    <a:cubicBezTo>
                      <a:pt x="37" y="13"/>
                      <a:pt x="50" y="3"/>
                      <a:pt x="63" y="0"/>
                    </a:cubicBezTo>
                  </a:path>
                </a:pathLst>
              </a:custGeom>
              <a:noFill/>
              <a:ln w="3175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465" name="Freeform 817">
                <a:extLst>
                  <a:ext uri="{FF2B5EF4-FFF2-40B4-BE49-F238E27FC236}">
                    <a16:creationId xmlns:a16="http://schemas.microsoft.com/office/drawing/2014/main" id="{0FD04D51-25A8-42E3-A08D-BCEF500D7D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5" y="2382"/>
                <a:ext cx="123" cy="74"/>
              </a:xfrm>
              <a:custGeom>
                <a:avLst/>
                <a:gdLst>
                  <a:gd name="T0" fmla="*/ 322 w 76"/>
                  <a:gd name="T1" fmla="*/ 191 h 46"/>
                  <a:gd name="T2" fmla="*/ 267 w 76"/>
                  <a:gd name="T3" fmla="*/ 137 h 46"/>
                  <a:gd name="T4" fmla="*/ 183 w 76"/>
                  <a:gd name="T5" fmla="*/ 80 h 46"/>
                  <a:gd name="T6" fmla="*/ 94 w 76"/>
                  <a:gd name="T7" fmla="*/ 29 h 46"/>
                  <a:gd name="T8" fmla="*/ 0 w 76"/>
                  <a:gd name="T9" fmla="*/ 0 h 4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6" h="46">
                    <a:moveTo>
                      <a:pt x="76" y="46"/>
                    </a:moveTo>
                    <a:cubicBezTo>
                      <a:pt x="74" y="41"/>
                      <a:pt x="67" y="37"/>
                      <a:pt x="63" y="33"/>
                    </a:cubicBezTo>
                    <a:cubicBezTo>
                      <a:pt x="58" y="28"/>
                      <a:pt x="50" y="24"/>
                      <a:pt x="43" y="19"/>
                    </a:cubicBezTo>
                    <a:cubicBezTo>
                      <a:pt x="37" y="15"/>
                      <a:pt x="29" y="10"/>
                      <a:pt x="22" y="7"/>
                    </a:cubicBezTo>
                    <a:cubicBezTo>
                      <a:pt x="15" y="4"/>
                      <a:pt x="7" y="3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466" name="Freeform 818">
                <a:extLst>
                  <a:ext uri="{FF2B5EF4-FFF2-40B4-BE49-F238E27FC236}">
                    <a16:creationId xmlns:a16="http://schemas.microsoft.com/office/drawing/2014/main" id="{9483586D-542E-4E03-A291-100B249801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1" y="734"/>
                <a:ext cx="384" cy="470"/>
              </a:xfrm>
              <a:custGeom>
                <a:avLst/>
                <a:gdLst>
                  <a:gd name="T0" fmla="*/ 190 w 236"/>
                  <a:gd name="T1" fmla="*/ 775 h 291"/>
                  <a:gd name="T2" fmla="*/ 273 w 236"/>
                  <a:gd name="T3" fmla="*/ 1013 h 291"/>
                  <a:gd name="T4" fmla="*/ 267 w 236"/>
                  <a:gd name="T5" fmla="*/ 1108 h 291"/>
                  <a:gd name="T6" fmla="*/ 88 w 236"/>
                  <a:gd name="T7" fmla="*/ 1090 h 291"/>
                  <a:gd name="T8" fmla="*/ 145 w 236"/>
                  <a:gd name="T9" fmla="*/ 1123 h 291"/>
                  <a:gd name="T10" fmla="*/ 76 w 236"/>
                  <a:gd name="T11" fmla="*/ 1040 h 291"/>
                  <a:gd name="T12" fmla="*/ 124 w 236"/>
                  <a:gd name="T13" fmla="*/ 1077 h 291"/>
                  <a:gd name="T14" fmla="*/ 89 w 236"/>
                  <a:gd name="T15" fmla="*/ 992 h 291"/>
                  <a:gd name="T16" fmla="*/ 111 w 236"/>
                  <a:gd name="T17" fmla="*/ 1027 h 291"/>
                  <a:gd name="T18" fmla="*/ 145 w 236"/>
                  <a:gd name="T19" fmla="*/ 871 h 291"/>
                  <a:gd name="T20" fmla="*/ 132 w 236"/>
                  <a:gd name="T21" fmla="*/ 262 h 291"/>
                  <a:gd name="T22" fmla="*/ 405 w 236"/>
                  <a:gd name="T23" fmla="*/ 115 h 291"/>
                  <a:gd name="T24" fmla="*/ 879 w 236"/>
                  <a:gd name="T25" fmla="*/ 266 h 291"/>
                  <a:gd name="T26" fmla="*/ 921 w 236"/>
                  <a:gd name="T27" fmla="*/ 958 h 291"/>
                  <a:gd name="T28" fmla="*/ 1017 w 236"/>
                  <a:gd name="T29" fmla="*/ 953 h 291"/>
                  <a:gd name="T30" fmla="*/ 975 w 236"/>
                  <a:gd name="T31" fmla="*/ 1022 h 291"/>
                  <a:gd name="T32" fmla="*/ 1012 w 236"/>
                  <a:gd name="T33" fmla="*/ 1022 h 291"/>
                  <a:gd name="T34" fmla="*/ 926 w 236"/>
                  <a:gd name="T35" fmla="*/ 1074 h 291"/>
                  <a:gd name="T36" fmla="*/ 991 w 236"/>
                  <a:gd name="T37" fmla="*/ 1077 h 291"/>
                  <a:gd name="T38" fmla="*/ 781 w 236"/>
                  <a:gd name="T39" fmla="*/ 1111 h 291"/>
                  <a:gd name="T40" fmla="*/ 776 w 236"/>
                  <a:gd name="T41" fmla="*/ 1014 h 291"/>
                  <a:gd name="T42" fmla="*/ 815 w 236"/>
                  <a:gd name="T43" fmla="*/ 938 h 291"/>
                  <a:gd name="T44" fmla="*/ 857 w 236"/>
                  <a:gd name="T45" fmla="*/ 775 h 291"/>
                  <a:gd name="T46" fmla="*/ 861 w 236"/>
                  <a:gd name="T47" fmla="*/ 746 h 291"/>
                  <a:gd name="T48" fmla="*/ 744 w 236"/>
                  <a:gd name="T49" fmla="*/ 493 h 291"/>
                  <a:gd name="T50" fmla="*/ 565 w 236"/>
                  <a:gd name="T51" fmla="*/ 336 h 291"/>
                  <a:gd name="T52" fmla="*/ 421 w 236"/>
                  <a:gd name="T53" fmla="*/ 268 h 291"/>
                  <a:gd name="T54" fmla="*/ 363 w 236"/>
                  <a:gd name="T55" fmla="*/ 344 h 291"/>
                  <a:gd name="T56" fmla="*/ 366 w 236"/>
                  <a:gd name="T57" fmla="*/ 289 h 291"/>
                  <a:gd name="T58" fmla="*/ 267 w 236"/>
                  <a:gd name="T59" fmla="*/ 444 h 291"/>
                  <a:gd name="T60" fmla="*/ 273 w 236"/>
                  <a:gd name="T61" fmla="*/ 410 h 291"/>
                  <a:gd name="T62" fmla="*/ 172 w 236"/>
                  <a:gd name="T63" fmla="*/ 674 h 291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236" h="291">
                    <a:moveTo>
                      <a:pt x="44" y="184"/>
                    </a:moveTo>
                    <a:cubicBezTo>
                      <a:pt x="47" y="193"/>
                      <a:pt x="44" y="212"/>
                      <a:pt x="63" y="240"/>
                    </a:cubicBezTo>
                    <a:cubicBezTo>
                      <a:pt x="62" y="263"/>
                      <a:pt x="62" y="263"/>
                      <a:pt x="62" y="263"/>
                    </a:cubicBezTo>
                    <a:cubicBezTo>
                      <a:pt x="49" y="282"/>
                      <a:pt x="24" y="270"/>
                      <a:pt x="20" y="259"/>
                    </a:cubicBezTo>
                    <a:cubicBezTo>
                      <a:pt x="20" y="259"/>
                      <a:pt x="25" y="265"/>
                      <a:pt x="34" y="266"/>
                    </a:cubicBezTo>
                    <a:cubicBezTo>
                      <a:pt x="34" y="266"/>
                      <a:pt x="19" y="261"/>
                      <a:pt x="18" y="247"/>
                    </a:cubicBezTo>
                    <a:cubicBezTo>
                      <a:pt x="18" y="247"/>
                      <a:pt x="22" y="253"/>
                      <a:pt x="29" y="256"/>
                    </a:cubicBezTo>
                    <a:cubicBezTo>
                      <a:pt x="29" y="256"/>
                      <a:pt x="17" y="250"/>
                      <a:pt x="21" y="235"/>
                    </a:cubicBezTo>
                    <a:cubicBezTo>
                      <a:pt x="21" y="235"/>
                      <a:pt x="19" y="242"/>
                      <a:pt x="26" y="244"/>
                    </a:cubicBezTo>
                    <a:cubicBezTo>
                      <a:pt x="32" y="247"/>
                      <a:pt x="50" y="233"/>
                      <a:pt x="34" y="207"/>
                    </a:cubicBezTo>
                    <a:cubicBezTo>
                      <a:pt x="0" y="154"/>
                      <a:pt x="17" y="83"/>
                      <a:pt x="31" y="62"/>
                    </a:cubicBezTo>
                    <a:cubicBezTo>
                      <a:pt x="46" y="42"/>
                      <a:pt x="78" y="17"/>
                      <a:pt x="94" y="27"/>
                    </a:cubicBezTo>
                    <a:cubicBezTo>
                      <a:pt x="94" y="27"/>
                      <a:pt x="173" y="0"/>
                      <a:pt x="204" y="63"/>
                    </a:cubicBezTo>
                    <a:cubicBezTo>
                      <a:pt x="235" y="126"/>
                      <a:pt x="224" y="194"/>
                      <a:pt x="214" y="227"/>
                    </a:cubicBezTo>
                    <a:cubicBezTo>
                      <a:pt x="208" y="246"/>
                      <a:pt x="231" y="243"/>
                      <a:pt x="236" y="226"/>
                    </a:cubicBezTo>
                    <a:cubicBezTo>
                      <a:pt x="236" y="226"/>
                      <a:pt x="236" y="240"/>
                      <a:pt x="226" y="243"/>
                    </a:cubicBezTo>
                    <a:cubicBezTo>
                      <a:pt x="226" y="243"/>
                      <a:pt x="228" y="247"/>
                      <a:pt x="235" y="243"/>
                    </a:cubicBezTo>
                    <a:cubicBezTo>
                      <a:pt x="235" y="243"/>
                      <a:pt x="229" y="259"/>
                      <a:pt x="215" y="255"/>
                    </a:cubicBezTo>
                    <a:cubicBezTo>
                      <a:pt x="215" y="255"/>
                      <a:pt x="225" y="260"/>
                      <a:pt x="230" y="256"/>
                    </a:cubicBezTo>
                    <a:cubicBezTo>
                      <a:pt x="230" y="256"/>
                      <a:pt x="206" y="291"/>
                      <a:pt x="181" y="264"/>
                    </a:cubicBezTo>
                    <a:cubicBezTo>
                      <a:pt x="180" y="241"/>
                      <a:pt x="180" y="241"/>
                      <a:pt x="180" y="241"/>
                    </a:cubicBezTo>
                    <a:cubicBezTo>
                      <a:pt x="180" y="241"/>
                      <a:pt x="187" y="230"/>
                      <a:pt x="189" y="223"/>
                    </a:cubicBezTo>
                    <a:cubicBezTo>
                      <a:pt x="191" y="216"/>
                      <a:pt x="199" y="190"/>
                      <a:pt x="199" y="184"/>
                    </a:cubicBezTo>
                    <a:cubicBezTo>
                      <a:pt x="200" y="177"/>
                      <a:pt x="200" y="177"/>
                      <a:pt x="200" y="177"/>
                    </a:cubicBezTo>
                    <a:cubicBezTo>
                      <a:pt x="200" y="177"/>
                      <a:pt x="182" y="140"/>
                      <a:pt x="173" y="117"/>
                    </a:cubicBezTo>
                    <a:cubicBezTo>
                      <a:pt x="164" y="94"/>
                      <a:pt x="143" y="91"/>
                      <a:pt x="131" y="80"/>
                    </a:cubicBezTo>
                    <a:cubicBezTo>
                      <a:pt x="131" y="80"/>
                      <a:pt x="103" y="76"/>
                      <a:pt x="98" y="64"/>
                    </a:cubicBezTo>
                    <a:cubicBezTo>
                      <a:pt x="98" y="64"/>
                      <a:pt x="97" y="71"/>
                      <a:pt x="84" y="82"/>
                    </a:cubicBezTo>
                    <a:cubicBezTo>
                      <a:pt x="84" y="82"/>
                      <a:pt x="86" y="71"/>
                      <a:pt x="85" y="69"/>
                    </a:cubicBezTo>
                    <a:cubicBezTo>
                      <a:pt x="85" y="69"/>
                      <a:pt x="85" y="90"/>
                      <a:pt x="62" y="105"/>
                    </a:cubicBezTo>
                    <a:cubicBezTo>
                      <a:pt x="63" y="97"/>
                      <a:pt x="63" y="97"/>
                      <a:pt x="63" y="97"/>
                    </a:cubicBezTo>
                    <a:cubicBezTo>
                      <a:pt x="63" y="97"/>
                      <a:pt x="36" y="140"/>
                      <a:pt x="40" y="160"/>
                    </a:cubicBezTo>
                  </a:path>
                </a:pathLst>
              </a:custGeom>
              <a:solidFill>
                <a:srgbClr val="F5E5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467" name="Freeform 819">
                <a:extLst>
                  <a:ext uri="{FF2B5EF4-FFF2-40B4-BE49-F238E27FC236}">
                    <a16:creationId xmlns:a16="http://schemas.microsoft.com/office/drawing/2014/main" id="{36C217B6-F7DB-404F-93E5-F9D084A7FE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7" y="1002"/>
                <a:ext cx="21" cy="60"/>
              </a:xfrm>
              <a:custGeom>
                <a:avLst/>
                <a:gdLst>
                  <a:gd name="T0" fmla="*/ 55 w 13"/>
                  <a:gd name="T1" fmla="*/ 136 h 37"/>
                  <a:gd name="T2" fmla="*/ 29 w 13"/>
                  <a:gd name="T3" fmla="*/ 0 h 37"/>
                  <a:gd name="T4" fmla="*/ 5 w 13"/>
                  <a:gd name="T5" fmla="*/ 115 h 37"/>
                  <a:gd name="T6" fmla="*/ 26 w 13"/>
                  <a:gd name="T7" fmla="*/ 144 h 37"/>
                  <a:gd name="T8" fmla="*/ 47 w 13"/>
                  <a:gd name="T9" fmla="*/ 157 h 37"/>
                  <a:gd name="T10" fmla="*/ 50 w 13"/>
                  <a:gd name="T11" fmla="*/ 136 h 3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" h="37">
                    <a:moveTo>
                      <a:pt x="13" y="32"/>
                    </a:moveTo>
                    <a:cubicBezTo>
                      <a:pt x="2" y="30"/>
                      <a:pt x="7" y="8"/>
                      <a:pt x="7" y="0"/>
                    </a:cubicBezTo>
                    <a:cubicBezTo>
                      <a:pt x="5" y="9"/>
                      <a:pt x="3" y="19"/>
                      <a:pt x="1" y="27"/>
                    </a:cubicBezTo>
                    <a:cubicBezTo>
                      <a:pt x="0" y="33"/>
                      <a:pt x="2" y="32"/>
                      <a:pt x="6" y="34"/>
                    </a:cubicBezTo>
                    <a:cubicBezTo>
                      <a:pt x="8" y="35"/>
                      <a:pt x="9" y="37"/>
                      <a:pt x="11" y="37"/>
                    </a:cubicBezTo>
                    <a:cubicBezTo>
                      <a:pt x="13" y="36"/>
                      <a:pt x="13" y="33"/>
                      <a:pt x="12" y="3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468" name="Freeform 820">
                <a:extLst>
                  <a:ext uri="{FF2B5EF4-FFF2-40B4-BE49-F238E27FC236}">
                    <a16:creationId xmlns:a16="http://schemas.microsoft.com/office/drawing/2014/main" id="{D6EF9F8E-29E4-4E37-BEAC-B2F31DF640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2" y="962"/>
                <a:ext cx="37" cy="113"/>
              </a:xfrm>
              <a:custGeom>
                <a:avLst/>
                <a:gdLst>
                  <a:gd name="T0" fmla="*/ 60 w 23"/>
                  <a:gd name="T1" fmla="*/ 26 h 70"/>
                  <a:gd name="T2" fmla="*/ 5 w 23"/>
                  <a:gd name="T3" fmla="*/ 42 h 70"/>
                  <a:gd name="T4" fmla="*/ 21 w 23"/>
                  <a:gd name="T5" fmla="*/ 158 h 70"/>
                  <a:gd name="T6" fmla="*/ 37 w 23"/>
                  <a:gd name="T7" fmla="*/ 213 h 70"/>
                  <a:gd name="T8" fmla="*/ 63 w 23"/>
                  <a:gd name="T9" fmla="*/ 281 h 70"/>
                  <a:gd name="T10" fmla="*/ 88 w 23"/>
                  <a:gd name="T11" fmla="*/ 294 h 70"/>
                  <a:gd name="T12" fmla="*/ 97 w 23"/>
                  <a:gd name="T13" fmla="*/ 294 h 7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" h="70">
                    <a:moveTo>
                      <a:pt x="14" y="6"/>
                    </a:moveTo>
                    <a:cubicBezTo>
                      <a:pt x="9" y="0"/>
                      <a:pt x="0" y="2"/>
                      <a:pt x="1" y="10"/>
                    </a:cubicBezTo>
                    <a:cubicBezTo>
                      <a:pt x="1" y="19"/>
                      <a:pt x="3" y="33"/>
                      <a:pt x="5" y="38"/>
                    </a:cubicBezTo>
                    <a:cubicBezTo>
                      <a:pt x="6" y="43"/>
                      <a:pt x="8" y="47"/>
                      <a:pt x="9" y="51"/>
                    </a:cubicBezTo>
                    <a:cubicBezTo>
                      <a:pt x="10" y="56"/>
                      <a:pt x="13" y="65"/>
                      <a:pt x="15" y="67"/>
                    </a:cubicBezTo>
                    <a:cubicBezTo>
                      <a:pt x="17" y="69"/>
                      <a:pt x="21" y="70"/>
                      <a:pt x="21" y="70"/>
                    </a:cubicBezTo>
                    <a:cubicBezTo>
                      <a:pt x="23" y="70"/>
                      <a:pt x="23" y="70"/>
                      <a:pt x="23" y="70"/>
                    </a:cubicBezTo>
                  </a:path>
                </a:pathLst>
              </a:custGeom>
              <a:solidFill>
                <a:srgbClr val="FEF6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469" name="Freeform 821">
                <a:extLst>
                  <a:ext uri="{FF2B5EF4-FFF2-40B4-BE49-F238E27FC236}">
                    <a16:creationId xmlns:a16="http://schemas.microsoft.com/office/drawing/2014/main" id="{0FB36968-8F53-4542-88DF-8BB510F59B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3" y="984"/>
                <a:ext cx="15" cy="62"/>
              </a:xfrm>
              <a:custGeom>
                <a:avLst/>
                <a:gdLst>
                  <a:gd name="T0" fmla="*/ 28 w 9"/>
                  <a:gd name="T1" fmla="*/ 29 h 38"/>
                  <a:gd name="T2" fmla="*/ 8 w 9"/>
                  <a:gd name="T3" fmla="*/ 13 h 38"/>
                  <a:gd name="T4" fmla="*/ 13 w 9"/>
                  <a:gd name="T5" fmla="*/ 62 h 38"/>
                  <a:gd name="T6" fmla="*/ 42 w 9"/>
                  <a:gd name="T7" fmla="*/ 139 h 3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38">
                    <a:moveTo>
                      <a:pt x="6" y="7"/>
                    </a:moveTo>
                    <a:cubicBezTo>
                      <a:pt x="7" y="4"/>
                      <a:pt x="5" y="0"/>
                      <a:pt x="2" y="3"/>
                    </a:cubicBezTo>
                    <a:cubicBezTo>
                      <a:pt x="0" y="4"/>
                      <a:pt x="2" y="12"/>
                      <a:pt x="3" y="14"/>
                    </a:cubicBezTo>
                    <a:cubicBezTo>
                      <a:pt x="3" y="17"/>
                      <a:pt x="3" y="38"/>
                      <a:pt x="9" y="32"/>
                    </a:cubicBezTo>
                  </a:path>
                </a:pathLst>
              </a:custGeom>
              <a:solidFill>
                <a:srgbClr val="FDEA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470" name="Freeform 822">
                <a:extLst>
                  <a:ext uri="{FF2B5EF4-FFF2-40B4-BE49-F238E27FC236}">
                    <a16:creationId xmlns:a16="http://schemas.microsoft.com/office/drawing/2014/main" id="{A24985A8-CA5B-4C02-81F1-7E67D2A5FD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2" y="962"/>
                <a:ext cx="34" cy="113"/>
              </a:xfrm>
              <a:custGeom>
                <a:avLst/>
                <a:gdLst>
                  <a:gd name="T0" fmla="*/ 60 w 21"/>
                  <a:gd name="T1" fmla="*/ 26 h 70"/>
                  <a:gd name="T2" fmla="*/ 5 w 21"/>
                  <a:gd name="T3" fmla="*/ 42 h 70"/>
                  <a:gd name="T4" fmla="*/ 21 w 21"/>
                  <a:gd name="T5" fmla="*/ 158 h 70"/>
                  <a:gd name="T6" fmla="*/ 39 w 21"/>
                  <a:gd name="T7" fmla="*/ 213 h 70"/>
                  <a:gd name="T8" fmla="*/ 63 w 21"/>
                  <a:gd name="T9" fmla="*/ 281 h 70"/>
                  <a:gd name="T10" fmla="*/ 89 w 21"/>
                  <a:gd name="T11" fmla="*/ 294 h 7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1" h="70">
                    <a:moveTo>
                      <a:pt x="14" y="6"/>
                    </a:moveTo>
                    <a:cubicBezTo>
                      <a:pt x="9" y="0"/>
                      <a:pt x="0" y="2"/>
                      <a:pt x="1" y="10"/>
                    </a:cubicBezTo>
                    <a:cubicBezTo>
                      <a:pt x="1" y="19"/>
                      <a:pt x="3" y="33"/>
                      <a:pt x="5" y="38"/>
                    </a:cubicBezTo>
                    <a:cubicBezTo>
                      <a:pt x="6" y="43"/>
                      <a:pt x="8" y="47"/>
                      <a:pt x="9" y="51"/>
                    </a:cubicBezTo>
                    <a:cubicBezTo>
                      <a:pt x="10" y="56"/>
                      <a:pt x="13" y="65"/>
                      <a:pt x="15" y="67"/>
                    </a:cubicBezTo>
                    <a:cubicBezTo>
                      <a:pt x="17" y="69"/>
                      <a:pt x="21" y="70"/>
                      <a:pt x="21" y="70"/>
                    </a:cubicBezTo>
                  </a:path>
                </a:pathLst>
              </a:custGeom>
              <a:noFill/>
              <a:ln w="3175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471" name="Freeform 823">
                <a:extLst>
                  <a:ext uri="{FF2B5EF4-FFF2-40B4-BE49-F238E27FC236}">
                    <a16:creationId xmlns:a16="http://schemas.microsoft.com/office/drawing/2014/main" id="{2936F529-7EE7-4BDB-818E-1E579CE07A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5" y="975"/>
                <a:ext cx="20" cy="22"/>
              </a:xfrm>
              <a:custGeom>
                <a:avLst/>
                <a:gdLst>
                  <a:gd name="T0" fmla="*/ 55 w 12"/>
                  <a:gd name="T1" fmla="*/ 47 h 14"/>
                  <a:gd name="T2" fmla="*/ 8 w 12"/>
                  <a:gd name="T3" fmla="*/ 5 h 14"/>
                  <a:gd name="T4" fmla="*/ 13 w 12"/>
                  <a:gd name="T5" fmla="*/ 55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4">
                    <a:moveTo>
                      <a:pt x="12" y="12"/>
                    </a:moveTo>
                    <a:cubicBezTo>
                      <a:pt x="8" y="5"/>
                      <a:pt x="4" y="0"/>
                      <a:pt x="2" y="1"/>
                    </a:cubicBezTo>
                    <a:cubicBezTo>
                      <a:pt x="0" y="2"/>
                      <a:pt x="3" y="10"/>
                      <a:pt x="3" y="14"/>
                    </a:cubicBezTo>
                  </a:path>
                </a:pathLst>
              </a:custGeom>
              <a:noFill/>
              <a:ln w="3175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472" name="Freeform 824">
                <a:extLst>
                  <a:ext uri="{FF2B5EF4-FFF2-40B4-BE49-F238E27FC236}">
                    <a16:creationId xmlns:a16="http://schemas.microsoft.com/office/drawing/2014/main" id="{3C127CDE-B8E0-43E3-A5F8-20A86BDB5A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0" y="981"/>
                <a:ext cx="11" cy="58"/>
              </a:xfrm>
              <a:custGeom>
                <a:avLst/>
                <a:gdLst>
                  <a:gd name="T0" fmla="*/ 13 w 7"/>
                  <a:gd name="T1" fmla="*/ 0 h 36"/>
                  <a:gd name="T2" fmla="*/ 5 w 7"/>
                  <a:gd name="T3" fmla="*/ 60 h 36"/>
                  <a:gd name="T4" fmla="*/ 8 w 7"/>
                  <a:gd name="T5" fmla="*/ 122 h 36"/>
                  <a:gd name="T6" fmla="*/ 27 w 7"/>
                  <a:gd name="T7" fmla="*/ 150 h 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36">
                    <a:moveTo>
                      <a:pt x="3" y="0"/>
                    </a:moveTo>
                    <a:cubicBezTo>
                      <a:pt x="3" y="5"/>
                      <a:pt x="0" y="6"/>
                      <a:pt x="1" y="14"/>
                    </a:cubicBezTo>
                    <a:cubicBezTo>
                      <a:pt x="1" y="23"/>
                      <a:pt x="2" y="26"/>
                      <a:pt x="2" y="29"/>
                    </a:cubicBezTo>
                    <a:cubicBezTo>
                      <a:pt x="3" y="32"/>
                      <a:pt x="5" y="33"/>
                      <a:pt x="7" y="36"/>
                    </a:cubicBezTo>
                  </a:path>
                </a:pathLst>
              </a:custGeom>
              <a:noFill/>
              <a:ln w="3175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473" name="Freeform 825">
                <a:extLst>
                  <a:ext uri="{FF2B5EF4-FFF2-40B4-BE49-F238E27FC236}">
                    <a16:creationId xmlns:a16="http://schemas.microsoft.com/office/drawing/2014/main" id="{D5F4B990-E39D-4EE2-A69B-50319168C0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1" y="1009"/>
                <a:ext cx="10" cy="27"/>
              </a:xfrm>
              <a:custGeom>
                <a:avLst/>
                <a:gdLst>
                  <a:gd name="T0" fmla="*/ 28 w 6"/>
                  <a:gd name="T1" fmla="*/ 68 h 17"/>
                  <a:gd name="T2" fmla="*/ 5 w 6"/>
                  <a:gd name="T3" fmla="*/ 40 h 17"/>
                  <a:gd name="T4" fmla="*/ 0 w 6"/>
                  <a:gd name="T5" fmla="*/ 0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17">
                    <a:moveTo>
                      <a:pt x="6" y="17"/>
                    </a:moveTo>
                    <a:cubicBezTo>
                      <a:pt x="3" y="15"/>
                      <a:pt x="1" y="14"/>
                      <a:pt x="1" y="10"/>
                    </a:cubicBezTo>
                    <a:cubicBezTo>
                      <a:pt x="1" y="5"/>
                      <a:pt x="0" y="0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474" name="Freeform 826">
                <a:extLst>
                  <a:ext uri="{FF2B5EF4-FFF2-40B4-BE49-F238E27FC236}">
                    <a16:creationId xmlns:a16="http://schemas.microsoft.com/office/drawing/2014/main" id="{78ABD627-FB1E-4E2C-BD24-8D02852D29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7" y="1020"/>
                <a:ext cx="19" cy="47"/>
              </a:xfrm>
              <a:custGeom>
                <a:avLst/>
                <a:gdLst>
                  <a:gd name="T0" fmla="*/ 48 w 12"/>
                  <a:gd name="T1" fmla="*/ 76 h 29"/>
                  <a:gd name="T2" fmla="*/ 43 w 12"/>
                  <a:gd name="T3" fmla="*/ 84 h 29"/>
                  <a:gd name="T4" fmla="*/ 25 w 12"/>
                  <a:gd name="T5" fmla="*/ 115 h 29"/>
                  <a:gd name="T6" fmla="*/ 0 w 12"/>
                  <a:gd name="T7" fmla="*/ 123 h 29"/>
                  <a:gd name="T8" fmla="*/ 25 w 12"/>
                  <a:gd name="T9" fmla="*/ 0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29">
                    <a:moveTo>
                      <a:pt x="12" y="18"/>
                    </a:moveTo>
                    <a:cubicBezTo>
                      <a:pt x="11" y="19"/>
                      <a:pt x="11" y="19"/>
                      <a:pt x="11" y="20"/>
                    </a:cubicBezTo>
                    <a:cubicBezTo>
                      <a:pt x="9" y="23"/>
                      <a:pt x="8" y="26"/>
                      <a:pt x="6" y="27"/>
                    </a:cubicBezTo>
                    <a:cubicBezTo>
                      <a:pt x="4" y="29"/>
                      <a:pt x="0" y="29"/>
                      <a:pt x="0" y="29"/>
                    </a:cubicBezTo>
                    <a:cubicBezTo>
                      <a:pt x="2" y="22"/>
                      <a:pt x="6" y="0"/>
                      <a:pt x="6" y="0"/>
                    </a:cubicBezTo>
                  </a:path>
                </a:pathLst>
              </a:custGeom>
              <a:solidFill>
                <a:srgbClr val="FEF6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475" name="Freeform 827">
                <a:extLst>
                  <a:ext uri="{FF2B5EF4-FFF2-40B4-BE49-F238E27FC236}">
                    <a16:creationId xmlns:a16="http://schemas.microsoft.com/office/drawing/2014/main" id="{11A979C5-362D-4C3F-AB1A-2E738546F6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8" y="1047"/>
                <a:ext cx="17" cy="20"/>
              </a:xfrm>
              <a:custGeom>
                <a:avLst/>
                <a:gdLst>
                  <a:gd name="T0" fmla="*/ 49 w 10"/>
                  <a:gd name="T1" fmla="*/ 0 h 12"/>
                  <a:gd name="T2" fmla="*/ 29 w 10"/>
                  <a:gd name="T3" fmla="*/ 42 h 12"/>
                  <a:gd name="T4" fmla="*/ 0 w 10"/>
                  <a:gd name="T5" fmla="*/ 55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2">
                    <a:moveTo>
                      <a:pt x="10" y="0"/>
                    </a:moveTo>
                    <a:cubicBezTo>
                      <a:pt x="9" y="4"/>
                      <a:pt x="7" y="8"/>
                      <a:pt x="6" y="9"/>
                    </a:cubicBezTo>
                    <a:cubicBezTo>
                      <a:pt x="4" y="11"/>
                      <a:pt x="0" y="12"/>
                      <a:pt x="0" y="12"/>
                    </a:cubicBezTo>
                  </a:path>
                </a:pathLst>
              </a:custGeom>
              <a:noFill/>
              <a:ln w="4763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476" name="Freeform 828">
                <a:extLst>
                  <a:ext uri="{FF2B5EF4-FFF2-40B4-BE49-F238E27FC236}">
                    <a16:creationId xmlns:a16="http://schemas.microsoft.com/office/drawing/2014/main" id="{36FCB1FC-CB91-4F1C-A858-1B274C77F1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0" y="774"/>
                <a:ext cx="155" cy="138"/>
              </a:xfrm>
              <a:custGeom>
                <a:avLst/>
                <a:gdLst>
                  <a:gd name="T0" fmla="*/ 5 w 95"/>
                  <a:gd name="T1" fmla="*/ 151 h 85"/>
                  <a:gd name="T2" fmla="*/ 83 w 95"/>
                  <a:gd name="T3" fmla="*/ 187 h 85"/>
                  <a:gd name="T4" fmla="*/ 157 w 95"/>
                  <a:gd name="T5" fmla="*/ 219 h 85"/>
                  <a:gd name="T6" fmla="*/ 330 w 95"/>
                  <a:gd name="T7" fmla="*/ 364 h 85"/>
                  <a:gd name="T8" fmla="*/ 303 w 95"/>
                  <a:gd name="T9" fmla="*/ 308 h 85"/>
                  <a:gd name="T10" fmla="*/ 274 w 95"/>
                  <a:gd name="T11" fmla="*/ 261 h 85"/>
                  <a:gd name="T12" fmla="*/ 338 w 95"/>
                  <a:gd name="T13" fmla="*/ 308 h 85"/>
                  <a:gd name="T14" fmla="*/ 308 w 95"/>
                  <a:gd name="T15" fmla="*/ 198 h 85"/>
                  <a:gd name="T16" fmla="*/ 365 w 95"/>
                  <a:gd name="T17" fmla="*/ 255 h 85"/>
                  <a:gd name="T18" fmla="*/ 349 w 95"/>
                  <a:gd name="T19" fmla="*/ 172 h 85"/>
                  <a:gd name="T20" fmla="*/ 405 w 95"/>
                  <a:gd name="T21" fmla="*/ 219 h 85"/>
                  <a:gd name="T22" fmla="*/ 359 w 95"/>
                  <a:gd name="T23" fmla="*/ 136 h 85"/>
                  <a:gd name="T24" fmla="*/ 413 w 95"/>
                  <a:gd name="T25" fmla="*/ 164 h 85"/>
                  <a:gd name="T26" fmla="*/ 330 w 95"/>
                  <a:gd name="T27" fmla="*/ 55 h 85"/>
                  <a:gd name="T28" fmla="*/ 248 w 95"/>
                  <a:gd name="T29" fmla="*/ 16 h 85"/>
                  <a:gd name="T30" fmla="*/ 54 w 95"/>
                  <a:gd name="T31" fmla="*/ 13 h 85"/>
                  <a:gd name="T32" fmla="*/ 104 w 95"/>
                  <a:gd name="T33" fmla="*/ 42 h 85"/>
                  <a:gd name="T34" fmla="*/ 34 w 95"/>
                  <a:gd name="T35" fmla="*/ 55 h 85"/>
                  <a:gd name="T36" fmla="*/ 75 w 95"/>
                  <a:gd name="T37" fmla="*/ 94 h 85"/>
                  <a:gd name="T38" fmla="*/ 29 w 95"/>
                  <a:gd name="T39" fmla="*/ 109 h 85"/>
                  <a:gd name="T40" fmla="*/ 55 w 95"/>
                  <a:gd name="T41" fmla="*/ 143 h 85"/>
                  <a:gd name="T42" fmla="*/ 29 w 95"/>
                  <a:gd name="T43" fmla="*/ 136 h 85"/>
                  <a:gd name="T44" fmla="*/ 34 w 95"/>
                  <a:gd name="T45" fmla="*/ 153 h 85"/>
                  <a:gd name="T46" fmla="*/ 5 w 95"/>
                  <a:gd name="T47" fmla="*/ 144 h 85"/>
                  <a:gd name="T48" fmla="*/ 8 w 95"/>
                  <a:gd name="T49" fmla="*/ 157 h 85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95" h="85">
                    <a:moveTo>
                      <a:pt x="1" y="35"/>
                    </a:moveTo>
                    <a:cubicBezTo>
                      <a:pt x="6" y="40"/>
                      <a:pt x="11" y="43"/>
                      <a:pt x="19" y="44"/>
                    </a:cubicBezTo>
                    <a:cubicBezTo>
                      <a:pt x="25" y="45"/>
                      <a:pt x="30" y="47"/>
                      <a:pt x="36" y="51"/>
                    </a:cubicBezTo>
                    <a:cubicBezTo>
                      <a:pt x="51" y="60"/>
                      <a:pt x="66" y="68"/>
                      <a:pt x="76" y="85"/>
                    </a:cubicBezTo>
                    <a:cubicBezTo>
                      <a:pt x="73" y="82"/>
                      <a:pt x="72" y="76"/>
                      <a:pt x="70" y="72"/>
                    </a:cubicBezTo>
                    <a:cubicBezTo>
                      <a:pt x="68" y="68"/>
                      <a:pt x="65" y="65"/>
                      <a:pt x="63" y="61"/>
                    </a:cubicBezTo>
                    <a:cubicBezTo>
                      <a:pt x="69" y="63"/>
                      <a:pt x="74" y="68"/>
                      <a:pt x="78" y="72"/>
                    </a:cubicBezTo>
                    <a:cubicBezTo>
                      <a:pt x="75" y="63"/>
                      <a:pt x="74" y="54"/>
                      <a:pt x="71" y="46"/>
                    </a:cubicBezTo>
                    <a:cubicBezTo>
                      <a:pt x="76" y="49"/>
                      <a:pt x="80" y="55"/>
                      <a:pt x="84" y="60"/>
                    </a:cubicBezTo>
                    <a:cubicBezTo>
                      <a:pt x="82" y="54"/>
                      <a:pt x="79" y="46"/>
                      <a:pt x="80" y="40"/>
                    </a:cubicBezTo>
                    <a:cubicBezTo>
                      <a:pt x="84" y="41"/>
                      <a:pt x="88" y="48"/>
                      <a:pt x="93" y="51"/>
                    </a:cubicBezTo>
                    <a:cubicBezTo>
                      <a:pt x="90" y="45"/>
                      <a:pt x="84" y="39"/>
                      <a:pt x="83" y="32"/>
                    </a:cubicBezTo>
                    <a:cubicBezTo>
                      <a:pt x="87" y="33"/>
                      <a:pt x="91" y="39"/>
                      <a:pt x="95" y="38"/>
                    </a:cubicBezTo>
                    <a:cubicBezTo>
                      <a:pt x="92" y="30"/>
                      <a:pt x="83" y="19"/>
                      <a:pt x="76" y="13"/>
                    </a:cubicBezTo>
                    <a:cubicBezTo>
                      <a:pt x="70" y="9"/>
                      <a:pt x="64" y="6"/>
                      <a:pt x="57" y="4"/>
                    </a:cubicBezTo>
                    <a:cubicBezTo>
                      <a:pt x="44" y="0"/>
                      <a:pt x="26" y="0"/>
                      <a:pt x="12" y="3"/>
                    </a:cubicBezTo>
                    <a:cubicBezTo>
                      <a:pt x="15" y="6"/>
                      <a:pt x="21" y="7"/>
                      <a:pt x="24" y="10"/>
                    </a:cubicBezTo>
                    <a:cubicBezTo>
                      <a:pt x="20" y="9"/>
                      <a:pt x="13" y="12"/>
                      <a:pt x="8" y="13"/>
                    </a:cubicBezTo>
                    <a:cubicBezTo>
                      <a:pt x="9" y="17"/>
                      <a:pt x="14" y="19"/>
                      <a:pt x="17" y="22"/>
                    </a:cubicBezTo>
                    <a:cubicBezTo>
                      <a:pt x="14" y="23"/>
                      <a:pt x="10" y="23"/>
                      <a:pt x="7" y="25"/>
                    </a:cubicBezTo>
                    <a:cubicBezTo>
                      <a:pt x="8" y="28"/>
                      <a:pt x="11" y="30"/>
                      <a:pt x="13" y="33"/>
                    </a:cubicBezTo>
                    <a:cubicBezTo>
                      <a:pt x="11" y="33"/>
                      <a:pt x="9" y="33"/>
                      <a:pt x="7" y="32"/>
                    </a:cubicBezTo>
                    <a:cubicBezTo>
                      <a:pt x="8" y="33"/>
                      <a:pt x="8" y="35"/>
                      <a:pt x="8" y="36"/>
                    </a:cubicBezTo>
                    <a:cubicBezTo>
                      <a:pt x="6" y="35"/>
                      <a:pt x="3" y="34"/>
                      <a:pt x="1" y="34"/>
                    </a:cubicBezTo>
                    <a:cubicBezTo>
                      <a:pt x="0" y="36"/>
                      <a:pt x="1" y="36"/>
                      <a:pt x="2" y="37"/>
                    </a:cubicBezTo>
                  </a:path>
                </a:pathLst>
              </a:custGeom>
              <a:solidFill>
                <a:srgbClr val="F6EC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477" name="Freeform 829">
                <a:extLst>
                  <a:ext uri="{FF2B5EF4-FFF2-40B4-BE49-F238E27FC236}">
                    <a16:creationId xmlns:a16="http://schemas.microsoft.com/office/drawing/2014/main" id="{AA43E21B-7C07-4549-AFA2-503960740F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2" y="787"/>
                <a:ext cx="102" cy="136"/>
              </a:xfrm>
              <a:custGeom>
                <a:avLst/>
                <a:gdLst>
                  <a:gd name="T0" fmla="*/ 55 w 63"/>
                  <a:gd name="T1" fmla="*/ 238 h 84"/>
                  <a:gd name="T2" fmla="*/ 34 w 63"/>
                  <a:gd name="T3" fmla="*/ 343 h 84"/>
                  <a:gd name="T4" fmla="*/ 105 w 63"/>
                  <a:gd name="T5" fmla="*/ 251 h 84"/>
                  <a:gd name="T6" fmla="*/ 68 w 63"/>
                  <a:gd name="T7" fmla="*/ 356 h 84"/>
                  <a:gd name="T8" fmla="*/ 105 w 63"/>
                  <a:gd name="T9" fmla="*/ 301 h 84"/>
                  <a:gd name="T10" fmla="*/ 144 w 63"/>
                  <a:gd name="T11" fmla="*/ 246 h 84"/>
                  <a:gd name="T12" fmla="*/ 144 w 63"/>
                  <a:gd name="T13" fmla="*/ 254 h 84"/>
                  <a:gd name="T14" fmla="*/ 191 w 63"/>
                  <a:gd name="T15" fmla="*/ 191 h 84"/>
                  <a:gd name="T16" fmla="*/ 194 w 63"/>
                  <a:gd name="T17" fmla="*/ 220 h 84"/>
                  <a:gd name="T18" fmla="*/ 225 w 63"/>
                  <a:gd name="T19" fmla="*/ 152 h 84"/>
                  <a:gd name="T20" fmla="*/ 262 w 63"/>
                  <a:gd name="T21" fmla="*/ 94 h 84"/>
                  <a:gd name="T22" fmla="*/ 259 w 63"/>
                  <a:gd name="T23" fmla="*/ 118 h 84"/>
                  <a:gd name="T24" fmla="*/ 267 w 63"/>
                  <a:gd name="T25" fmla="*/ 47 h 84"/>
                  <a:gd name="T26" fmla="*/ 225 w 63"/>
                  <a:gd name="T27" fmla="*/ 50 h 84"/>
                  <a:gd name="T28" fmla="*/ 204 w 63"/>
                  <a:gd name="T29" fmla="*/ 8 h 84"/>
                  <a:gd name="T30" fmla="*/ 165 w 63"/>
                  <a:gd name="T31" fmla="*/ 13 h 84"/>
                  <a:gd name="T32" fmla="*/ 76 w 63"/>
                  <a:gd name="T33" fmla="*/ 94 h 84"/>
                  <a:gd name="T34" fmla="*/ 0 w 63"/>
                  <a:gd name="T35" fmla="*/ 254 h 84"/>
                  <a:gd name="T36" fmla="*/ 55 w 63"/>
                  <a:gd name="T37" fmla="*/ 186 h 84"/>
                  <a:gd name="T38" fmla="*/ 16 w 63"/>
                  <a:gd name="T39" fmla="*/ 272 h 84"/>
                  <a:gd name="T40" fmla="*/ 39 w 63"/>
                  <a:gd name="T41" fmla="*/ 251 h 84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63" h="84">
                    <a:moveTo>
                      <a:pt x="13" y="56"/>
                    </a:moveTo>
                    <a:cubicBezTo>
                      <a:pt x="12" y="64"/>
                      <a:pt x="7" y="72"/>
                      <a:pt x="8" y="81"/>
                    </a:cubicBezTo>
                    <a:cubicBezTo>
                      <a:pt x="13" y="74"/>
                      <a:pt x="17" y="65"/>
                      <a:pt x="25" y="59"/>
                    </a:cubicBezTo>
                    <a:cubicBezTo>
                      <a:pt x="21" y="66"/>
                      <a:pt x="15" y="77"/>
                      <a:pt x="16" y="84"/>
                    </a:cubicBezTo>
                    <a:cubicBezTo>
                      <a:pt x="19" y="80"/>
                      <a:pt x="22" y="75"/>
                      <a:pt x="25" y="71"/>
                    </a:cubicBezTo>
                    <a:cubicBezTo>
                      <a:pt x="27" y="67"/>
                      <a:pt x="32" y="63"/>
                      <a:pt x="34" y="58"/>
                    </a:cubicBezTo>
                    <a:cubicBezTo>
                      <a:pt x="34" y="59"/>
                      <a:pt x="34" y="59"/>
                      <a:pt x="34" y="60"/>
                    </a:cubicBezTo>
                    <a:cubicBezTo>
                      <a:pt x="37" y="54"/>
                      <a:pt x="40" y="49"/>
                      <a:pt x="45" y="45"/>
                    </a:cubicBezTo>
                    <a:cubicBezTo>
                      <a:pt x="45" y="47"/>
                      <a:pt x="45" y="50"/>
                      <a:pt x="46" y="52"/>
                    </a:cubicBezTo>
                    <a:cubicBezTo>
                      <a:pt x="50" y="48"/>
                      <a:pt x="51" y="41"/>
                      <a:pt x="53" y="36"/>
                    </a:cubicBezTo>
                    <a:cubicBezTo>
                      <a:pt x="56" y="31"/>
                      <a:pt x="58" y="26"/>
                      <a:pt x="62" y="22"/>
                    </a:cubicBezTo>
                    <a:cubicBezTo>
                      <a:pt x="62" y="24"/>
                      <a:pt x="61" y="26"/>
                      <a:pt x="61" y="28"/>
                    </a:cubicBezTo>
                    <a:cubicBezTo>
                      <a:pt x="61" y="23"/>
                      <a:pt x="63" y="17"/>
                      <a:pt x="63" y="11"/>
                    </a:cubicBezTo>
                    <a:cubicBezTo>
                      <a:pt x="59" y="10"/>
                      <a:pt x="56" y="13"/>
                      <a:pt x="53" y="12"/>
                    </a:cubicBezTo>
                    <a:cubicBezTo>
                      <a:pt x="52" y="7"/>
                      <a:pt x="53" y="4"/>
                      <a:pt x="48" y="2"/>
                    </a:cubicBezTo>
                    <a:cubicBezTo>
                      <a:pt x="45" y="0"/>
                      <a:pt x="43" y="1"/>
                      <a:pt x="39" y="3"/>
                    </a:cubicBezTo>
                    <a:cubicBezTo>
                      <a:pt x="30" y="7"/>
                      <a:pt x="24" y="14"/>
                      <a:pt x="18" y="22"/>
                    </a:cubicBezTo>
                    <a:cubicBezTo>
                      <a:pt x="10" y="34"/>
                      <a:pt x="2" y="45"/>
                      <a:pt x="0" y="60"/>
                    </a:cubicBezTo>
                    <a:cubicBezTo>
                      <a:pt x="1" y="54"/>
                      <a:pt x="8" y="47"/>
                      <a:pt x="13" y="44"/>
                    </a:cubicBezTo>
                    <a:cubicBezTo>
                      <a:pt x="9" y="49"/>
                      <a:pt x="4" y="57"/>
                      <a:pt x="4" y="64"/>
                    </a:cubicBezTo>
                    <a:cubicBezTo>
                      <a:pt x="7" y="64"/>
                      <a:pt x="8" y="61"/>
                      <a:pt x="9" y="59"/>
                    </a:cubicBezTo>
                  </a:path>
                </a:pathLst>
              </a:custGeom>
              <a:solidFill>
                <a:srgbClr val="F6EC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478" name="Freeform 830">
                <a:extLst>
                  <a:ext uri="{FF2B5EF4-FFF2-40B4-BE49-F238E27FC236}">
                    <a16:creationId xmlns:a16="http://schemas.microsoft.com/office/drawing/2014/main" id="{D9E95D43-2A57-4B54-BA19-EAF1D5B851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4" y="786"/>
                <a:ext cx="5" cy="42"/>
              </a:xfrm>
              <a:custGeom>
                <a:avLst/>
                <a:gdLst>
                  <a:gd name="T0" fmla="*/ 0 w 3"/>
                  <a:gd name="T1" fmla="*/ 0 h 26"/>
                  <a:gd name="T2" fmla="*/ 8 w 3"/>
                  <a:gd name="T3" fmla="*/ 63 h 26"/>
                  <a:gd name="T4" fmla="*/ 13 w 3"/>
                  <a:gd name="T5" fmla="*/ 110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26">
                    <a:moveTo>
                      <a:pt x="0" y="0"/>
                    </a:moveTo>
                    <a:cubicBezTo>
                      <a:pt x="1" y="5"/>
                      <a:pt x="1" y="10"/>
                      <a:pt x="2" y="15"/>
                    </a:cubicBezTo>
                    <a:cubicBezTo>
                      <a:pt x="3" y="19"/>
                      <a:pt x="3" y="22"/>
                      <a:pt x="3" y="26"/>
                    </a:cubicBezTo>
                  </a:path>
                </a:pathLst>
              </a:custGeom>
              <a:noFill/>
              <a:ln w="3175" cap="rnd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479" name="Freeform 831">
                <a:extLst>
                  <a:ext uri="{FF2B5EF4-FFF2-40B4-BE49-F238E27FC236}">
                    <a16:creationId xmlns:a16="http://schemas.microsoft.com/office/drawing/2014/main" id="{664CD027-BC77-4479-A936-882741339F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4" y="1004"/>
                <a:ext cx="32" cy="137"/>
              </a:xfrm>
              <a:custGeom>
                <a:avLst/>
                <a:gdLst>
                  <a:gd name="T0" fmla="*/ 34 w 20"/>
                  <a:gd name="T1" fmla="*/ 0 h 85"/>
                  <a:gd name="T2" fmla="*/ 67 w 20"/>
                  <a:gd name="T3" fmla="*/ 166 h 85"/>
                  <a:gd name="T4" fmla="*/ 61 w 20"/>
                  <a:gd name="T5" fmla="*/ 351 h 8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85">
                    <a:moveTo>
                      <a:pt x="8" y="0"/>
                    </a:moveTo>
                    <a:cubicBezTo>
                      <a:pt x="16" y="11"/>
                      <a:pt x="20" y="27"/>
                      <a:pt x="16" y="40"/>
                    </a:cubicBezTo>
                    <a:cubicBezTo>
                      <a:pt x="14" y="46"/>
                      <a:pt x="0" y="85"/>
                      <a:pt x="15" y="84"/>
                    </a:cubicBezTo>
                  </a:path>
                </a:pathLst>
              </a:custGeom>
              <a:noFill/>
              <a:ln w="3175" cap="rnd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480" name="Freeform 832">
                <a:extLst>
                  <a:ext uri="{FF2B5EF4-FFF2-40B4-BE49-F238E27FC236}">
                    <a16:creationId xmlns:a16="http://schemas.microsoft.com/office/drawing/2014/main" id="{AC919FED-D4C0-4FCA-A277-0E79BCBC50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6" y="1052"/>
                <a:ext cx="57" cy="103"/>
              </a:xfrm>
              <a:custGeom>
                <a:avLst/>
                <a:gdLst>
                  <a:gd name="T0" fmla="*/ 147 w 35"/>
                  <a:gd name="T1" fmla="*/ 0 h 64"/>
                  <a:gd name="T2" fmla="*/ 122 w 35"/>
                  <a:gd name="T3" fmla="*/ 267 h 6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5" h="64">
                    <a:moveTo>
                      <a:pt x="34" y="0"/>
                    </a:moveTo>
                    <a:cubicBezTo>
                      <a:pt x="35" y="16"/>
                      <a:pt x="0" y="55"/>
                      <a:pt x="28" y="64"/>
                    </a:cubicBezTo>
                  </a:path>
                </a:pathLst>
              </a:custGeom>
              <a:noFill/>
              <a:ln w="3175" cap="rnd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481" name="Freeform 833">
                <a:extLst>
                  <a:ext uri="{FF2B5EF4-FFF2-40B4-BE49-F238E27FC236}">
                    <a16:creationId xmlns:a16="http://schemas.microsoft.com/office/drawing/2014/main" id="{DFDE4731-FA6E-45E0-A46C-5A357AB701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6" y="1081"/>
                <a:ext cx="25" cy="68"/>
              </a:xfrm>
              <a:custGeom>
                <a:avLst/>
                <a:gdLst>
                  <a:gd name="T0" fmla="*/ 47 w 15"/>
                  <a:gd name="T1" fmla="*/ 0 h 42"/>
                  <a:gd name="T2" fmla="*/ 63 w 15"/>
                  <a:gd name="T3" fmla="*/ 47 h 42"/>
                  <a:gd name="T4" fmla="*/ 63 w 15"/>
                  <a:gd name="T5" fmla="*/ 115 h 42"/>
                  <a:gd name="T6" fmla="*/ 0 w 15"/>
                  <a:gd name="T7" fmla="*/ 178 h 4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42">
                    <a:moveTo>
                      <a:pt x="10" y="0"/>
                    </a:moveTo>
                    <a:cubicBezTo>
                      <a:pt x="10" y="3"/>
                      <a:pt x="13" y="7"/>
                      <a:pt x="14" y="11"/>
                    </a:cubicBezTo>
                    <a:cubicBezTo>
                      <a:pt x="15" y="16"/>
                      <a:pt x="15" y="22"/>
                      <a:pt x="14" y="27"/>
                    </a:cubicBezTo>
                    <a:cubicBezTo>
                      <a:pt x="13" y="35"/>
                      <a:pt x="9" y="40"/>
                      <a:pt x="0" y="42"/>
                    </a:cubicBezTo>
                  </a:path>
                </a:pathLst>
              </a:custGeom>
              <a:noFill/>
              <a:ln w="3175" cap="rnd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482" name="Freeform 834">
                <a:extLst>
                  <a:ext uri="{FF2B5EF4-FFF2-40B4-BE49-F238E27FC236}">
                    <a16:creationId xmlns:a16="http://schemas.microsoft.com/office/drawing/2014/main" id="{34D1F26D-882F-47E7-A9C6-5E9A61C2F9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5" y="1105"/>
                <a:ext cx="19" cy="55"/>
              </a:xfrm>
              <a:custGeom>
                <a:avLst/>
                <a:gdLst>
                  <a:gd name="T0" fmla="*/ 35 w 12"/>
                  <a:gd name="T1" fmla="*/ 0 h 34"/>
                  <a:gd name="T2" fmla="*/ 43 w 12"/>
                  <a:gd name="T3" fmla="*/ 84 h 34"/>
                  <a:gd name="T4" fmla="*/ 0 w 12"/>
                  <a:gd name="T5" fmla="*/ 144 h 3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34">
                    <a:moveTo>
                      <a:pt x="9" y="0"/>
                    </a:moveTo>
                    <a:cubicBezTo>
                      <a:pt x="11" y="5"/>
                      <a:pt x="12" y="14"/>
                      <a:pt x="11" y="20"/>
                    </a:cubicBezTo>
                    <a:cubicBezTo>
                      <a:pt x="11" y="28"/>
                      <a:pt x="8" y="31"/>
                      <a:pt x="0" y="34"/>
                    </a:cubicBezTo>
                  </a:path>
                </a:pathLst>
              </a:custGeom>
              <a:noFill/>
              <a:ln w="3175" cap="rnd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483" name="Freeform 835">
                <a:extLst>
                  <a:ext uri="{FF2B5EF4-FFF2-40B4-BE49-F238E27FC236}">
                    <a16:creationId xmlns:a16="http://schemas.microsoft.com/office/drawing/2014/main" id="{1C9AEDFA-E270-4A39-B8B4-0AC2724355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7" y="1052"/>
                <a:ext cx="43" cy="121"/>
              </a:xfrm>
              <a:custGeom>
                <a:avLst/>
                <a:gdLst>
                  <a:gd name="T0" fmla="*/ 104 w 26"/>
                  <a:gd name="T1" fmla="*/ 0 h 75"/>
                  <a:gd name="T2" fmla="*/ 71 w 26"/>
                  <a:gd name="T3" fmla="*/ 81 h 75"/>
                  <a:gd name="T4" fmla="*/ 41 w 26"/>
                  <a:gd name="T5" fmla="*/ 158 h 75"/>
                  <a:gd name="T6" fmla="*/ 46 w 26"/>
                  <a:gd name="T7" fmla="*/ 247 h 75"/>
                  <a:gd name="T8" fmla="*/ 68 w 26"/>
                  <a:gd name="T9" fmla="*/ 310 h 75"/>
                  <a:gd name="T10" fmla="*/ 5 w 26"/>
                  <a:gd name="T11" fmla="*/ 273 h 75"/>
                  <a:gd name="T12" fmla="*/ 5 w 26"/>
                  <a:gd name="T13" fmla="*/ 226 h 75"/>
                  <a:gd name="T14" fmla="*/ 0 w 26"/>
                  <a:gd name="T15" fmla="*/ 179 h 75"/>
                  <a:gd name="T16" fmla="*/ 33 w 26"/>
                  <a:gd name="T17" fmla="*/ 105 h 75"/>
                  <a:gd name="T18" fmla="*/ 46 w 26"/>
                  <a:gd name="T19" fmla="*/ 68 h 75"/>
                  <a:gd name="T20" fmla="*/ 76 w 26"/>
                  <a:gd name="T21" fmla="*/ 42 h 75"/>
                  <a:gd name="T22" fmla="*/ 104 w 26"/>
                  <a:gd name="T23" fmla="*/ 13 h 7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6" h="75">
                    <a:moveTo>
                      <a:pt x="23" y="0"/>
                    </a:moveTo>
                    <a:cubicBezTo>
                      <a:pt x="26" y="8"/>
                      <a:pt x="20" y="13"/>
                      <a:pt x="16" y="19"/>
                    </a:cubicBezTo>
                    <a:cubicBezTo>
                      <a:pt x="13" y="24"/>
                      <a:pt x="11" y="32"/>
                      <a:pt x="9" y="38"/>
                    </a:cubicBezTo>
                    <a:cubicBezTo>
                      <a:pt x="7" y="46"/>
                      <a:pt x="7" y="52"/>
                      <a:pt x="10" y="59"/>
                    </a:cubicBezTo>
                    <a:cubicBezTo>
                      <a:pt x="12" y="63"/>
                      <a:pt x="23" y="72"/>
                      <a:pt x="15" y="74"/>
                    </a:cubicBezTo>
                    <a:cubicBezTo>
                      <a:pt x="10" y="75"/>
                      <a:pt x="2" y="70"/>
                      <a:pt x="1" y="65"/>
                    </a:cubicBezTo>
                    <a:cubicBezTo>
                      <a:pt x="0" y="62"/>
                      <a:pt x="1" y="58"/>
                      <a:pt x="1" y="54"/>
                    </a:cubicBezTo>
                    <a:cubicBezTo>
                      <a:pt x="1" y="51"/>
                      <a:pt x="0" y="47"/>
                      <a:pt x="0" y="43"/>
                    </a:cubicBezTo>
                    <a:cubicBezTo>
                      <a:pt x="0" y="37"/>
                      <a:pt x="4" y="30"/>
                      <a:pt x="7" y="25"/>
                    </a:cubicBezTo>
                    <a:cubicBezTo>
                      <a:pt x="8" y="22"/>
                      <a:pt x="9" y="19"/>
                      <a:pt x="10" y="16"/>
                    </a:cubicBezTo>
                    <a:cubicBezTo>
                      <a:pt x="12" y="13"/>
                      <a:pt x="15" y="13"/>
                      <a:pt x="17" y="10"/>
                    </a:cubicBezTo>
                    <a:cubicBezTo>
                      <a:pt x="19" y="8"/>
                      <a:pt x="20" y="5"/>
                      <a:pt x="23" y="3"/>
                    </a:cubicBezTo>
                  </a:path>
                </a:pathLst>
              </a:custGeom>
              <a:solidFill>
                <a:srgbClr val="E5CF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484" name="Freeform 836">
                <a:extLst>
                  <a:ext uri="{FF2B5EF4-FFF2-40B4-BE49-F238E27FC236}">
                    <a16:creationId xmlns:a16="http://schemas.microsoft.com/office/drawing/2014/main" id="{BA4E89B9-83BB-4188-B568-9E22391735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2" y="1076"/>
                <a:ext cx="47" cy="96"/>
              </a:xfrm>
              <a:custGeom>
                <a:avLst/>
                <a:gdLst>
                  <a:gd name="T0" fmla="*/ 60 w 29"/>
                  <a:gd name="T1" fmla="*/ 5 h 59"/>
                  <a:gd name="T2" fmla="*/ 76 w 29"/>
                  <a:gd name="T3" fmla="*/ 63 h 59"/>
                  <a:gd name="T4" fmla="*/ 89 w 29"/>
                  <a:gd name="T5" fmla="*/ 124 h 59"/>
                  <a:gd name="T6" fmla="*/ 89 w 29"/>
                  <a:gd name="T7" fmla="*/ 177 h 59"/>
                  <a:gd name="T8" fmla="*/ 55 w 29"/>
                  <a:gd name="T9" fmla="*/ 225 h 59"/>
                  <a:gd name="T10" fmla="*/ 0 w 29"/>
                  <a:gd name="T11" fmla="*/ 236 h 59"/>
                  <a:gd name="T12" fmla="*/ 60 w 29"/>
                  <a:gd name="T13" fmla="*/ 249 h 59"/>
                  <a:gd name="T14" fmla="*/ 107 w 29"/>
                  <a:gd name="T15" fmla="*/ 220 h 59"/>
                  <a:gd name="T16" fmla="*/ 123 w 29"/>
                  <a:gd name="T17" fmla="*/ 168 h 59"/>
                  <a:gd name="T18" fmla="*/ 115 w 29"/>
                  <a:gd name="T19" fmla="*/ 122 h 59"/>
                  <a:gd name="T20" fmla="*/ 102 w 29"/>
                  <a:gd name="T21" fmla="*/ 81 h 59"/>
                  <a:gd name="T22" fmla="*/ 84 w 29"/>
                  <a:gd name="T23" fmla="*/ 54 h 59"/>
                  <a:gd name="T24" fmla="*/ 63 w 29"/>
                  <a:gd name="T25" fmla="*/ 5 h 59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9" h="59">
                    <a:moveTo>
                      <a:pt x="14" y="1"/>
                    </a:moveTo>
                    <a:cubicBezTo>
                      <a:pt x="15" y="6"/>
                      <a:pt x="17" y="10"/>
                      <a:pt x="18" y="15"/>
                    </a:cubicBezTo>
                    <a:cubicBezTo>
                      <a:pt x="19" y="20"/>
                      <a:pt x="20" y="24"/>
                      <a:pt x="21" y="29"/>
                    </a:cubicBezTo>
                    <a:cubicBezTo>
                      <a:pt x="21" y="33"/>
                      <a:pt x="22" y="37"/>
                      <a:pt x="21" y="41"/>
                    </a:cubicBezTo>
                    <a:cubicBezTo>
                      <a:pt x="19" y="46"/>
                      <a:pt x="17" y="49"/>
                      <a:pt x="13" y="52"/>
                    </a:cubicBezTo>
                    <a:cubicBezTo>
                      <a:pt x="10" y="55"/>
                      <a:pt x="4" y="55"/>
                      <a:pt x="0" y="55"/>
                    </a:cubicBezTo>
                    <a:cubicBezTo>
                      <a:pt x="3" y="58"/>
                      <a:pt x="9" y="59"/>
                      <a:pt x="14" y="58"/>
                    </a:cubicBezTo>
                    <a:cubicBezTo>
                      <a:pt x="18" y="57"/>
                      <a:pt x="22" y="55"/>
                      <a:pt x="25" y="51"/>
                    </a:cubicBezTo>
                    <a:cubicBezTo>
                      <a:pt x="28" y="47"/>
                      <a:pt x="29" y="45"/>
                      <a:pt x="29" y="39"/>
                    </a:cubicBezTo>
                    <a:cubicBezTo>
                      <a:pt x="29" y="36"/>
                      <a:pt x="29" y="32"/>
                      <a:pt x="27" y="28"/>
                    </a:cubicBezTo>
                    <a:cubicBezTo>
                      <a:pt x="26" y="25"/>
                      <a:pt x="25" y="22"/>
                      <a:pt x="24" y="19"/>
                    </a:cubicBezTo>
                    <a:cubicBezTo>
                      <a:pt x="23" y="16"/>
                      <a:pt x="21" y="14"/>
                      <a:pt x="20" y="12"/>
                    </a:cubicBezTo>
                    <a:cubicBezTo>
                      <a:pt x="20" y="10"/>
                      <a:pt x="17" y="0"/>
                      <a:pt x="15" y="1"/>
                    </a:cubicBezTo>
                  </a:path>
                </a:pathLst>
              </a:custGeom>
              <a:solidFill>
                <a:srgbClr val="E5CF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485" name="Freeform 837">
                <a:extLst>
                  <a:ext uri="{FF2B5EF4-FFF2-40B4-BE49-F238E27FC236}">
                    <a16:creationId xmlns:a16="http://schemas.microsoft.com/office/drawing/2014/main" id="{4A17B38D-8CF7-4F37-BF10-66CDC1A51A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2" y="1142"/>
                <a:ext cx="36" cy="15"/>
              </a:xfrm>
              <a:custGeom>
                <a:avLst/>
                <a:gdLst>
                  <a:gd name="T0" fmla="*/ 0 w 22"/>
                  <a:gd name="T1" fmla="*/ 22 h 9"/>
                  <a:gd name="T2" fmla="*/ 56 w 22"/>
                  <a:gd name="T3" fmla="*/ 37 h 9"/>
                  <a:gd name="T4" fmla="*/ 97 w 22"/>
                  <a:gd name="T5" fmla="*/ 0 h 9"/>
                  <a:gd name="T6" fmla="*/ 41 w 22"/>
                  <a:gd name="T7" fmla="*/ 33 h 9"/>
                  <a:gd name="T8" fmla="*/ 0 w 22"/>
                  <a:gd name="T9" fmla="*/ 22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9">
                    <a:moveTo>
                      <a:pt x="0" y="5"/>
                    </a:moveTo>
                    <a:cubicBezTo>
                      <a:pt x="4" y="7"/>
                      <a:pt x="8" y="9"/>
                      <a:pt x="13" y="8"/>
                    </a:cubicBezTo>
                    <a:cubicBezTo>
                      <a:pt x="18" y="7"/>
                      <a:pt x="20" y="4"/>
                      <a:pt x="22" y="0"/>
                    </a:cubicBezTo>
                    <a:cubicBezTo>
                      <a:pt x="17" y="3"/>
                      <a:pt x="14" y="6"/>
                      <a:pt x="9" y="7"/>
                    </a:cubicBezTo>
                    <a:cubicBezTo>
                      <a:pt x="7" y="7"/>
                      <a:pt x="2" y="6"/>
                      <a:pt x="0" y="5"/>
                    </a:cubicBezTo>
                  </a:path>
                </a:pathLst>
              </a:custGeom>
              <a:solidFill>
                <a:srgbClr val="E5CF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486" name="Freeform 838">
                <a:extLst>
                  <a:ext uri="{FF2B5EF4-FFF2-40B4-BE49-F238E27FC236}">
                    <a16:creationId xmlns:a16="http://schemas.microsoft.com/office/drawing/2014/main" id="{174684AF-83FC-46B1-BBF6-3C2603B1E9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2" y="1128"/>
                <a:ext cx="31" cy="16"/>
              </a:xfrm>
              <a:custGeom>
                <a:avLst/>
                <a:gdLst>
                  <a:gd name="T0" fmla="*/ 0 w 19"/>
                  <a:gd name="T1" fmla="*/ 16 h 10"/>
                  <a:gd name="T2" fmla="*/ 55 w 19"/>
                  <a:gd name="T3" fmla="*/ 34 h 10"/>
                  <a:gd name="T4" fmla="*/ 83 w 19"/>
                  <a:gd name="T5" fmla="*/ 0 h 10"/>
                  <a:gd name="T6" fmla="*/ 39 w 19"/>
                  <a:gd name="T7" fmla="*/ 29 h 10"/>
                  <a:gd name="T8" fmla="*/ 5 w 19"/>
                  <a:gd name="T9" fmla="*/ 21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10">
                    <a:moveTo>
                      <a:pt x="0" y="4"/>
                    </a:moveTo>
                    <a:cubicBezTo>
                      <a:pt x="3" y="8"/>
                      <a:pt x="8" y="10"/>
                      <a:pt x="13" y="8"/>
                    </a:cubicBezTo>
                    <a:cubicBezTo>
                      <a:pt x="15" y="7"/>
                      <a:pt x="19" y="3"/>
                      <a:pt x="19" y="0"/>
                    </a:cubicBezTo>
                    <a:cubicBezTo>
                      <a:pt x="16" y="3"/>
                      <a:pt x="13" y="6"/>
                      <a:pt x="9" y="7"/>
                    </a:cubicBezTo>
                    <a:cubicBezTo>
                      <a:pt x="7" y="7"/>
                      <a:pt x="3" y="7"/>
                      <a:pt x="1" y="5"/>
                    </a:cubicBezTo>
                  </a:path>
                </a:pathLst>
              </a:custGeom>
              <a:solidFill>
                <a:srgbClr val="E5CF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487" name="Freeform 839">
                <a:extLst>
                  <a:ext uri="{FF2B5EF4-FFF2-40B4-BE49-F238E27FC236}">
                    <a16:creationId xmlns:a16="http://schemas.microsoft.com/office/drawing/2014/main" id="{DB990489-D0A6-4D4A-8524-E417BC70B6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7" y="1121"/>
                <a:ext cx="42" cy="36"/>
              </a:xfrm>
              <a:custGeom>
                <a:avLst/>
                <a:gdLst>
                  <a:gd name="T0" fmla="*/ 8 w 26"/>
                  <a:gd name="T1" fmla="*/ 0 h 22"/>
                  <a:gd name="T2" fmla="*/ 0 w 26"/>
                  <a:gd name="T3" fmla="*/ 41 h 22"/>
                  <a:gd name="T4" fmla="*/ 26 w 26"/>
                  <a:gd name="T5" fmla="*/ 70 h 22"/>
                  <a:gd name="T6" fmla="*/ 110 w 26"/>
                  <a:gd name="T7" fmla="*/ 97 h 22"/>
                  <a:gd name="T8" fmla="*/ 5 w 26"/>
                  <a:gd name="T9" fmla="*/ 8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22">
                    <a:moveTo>
                      <a:pt x="2" y="0"/>
                    </a:moveTo>
                    <a:cubicBezTo>
                      <a:pt x="0" y="3"/>
                      <a:pt x="0" y="7"/>
                      <a:pt x="0" y="9"/>
                    </a:cubicBezTo>
                    <a:cubicBezTo>
                      <a:pt x="1" y="12"/>
                      <a:pt x="4" y="14"/>
                      <a:pt x="6" y="16"/>
                    </a:cubicBezTo>
                    <a:cubicBezTo>
                      <a:pt x="12" y="21"/>
                      <a:pt x="19" y="22"/>
                      <a:pt x="26" y="22"/>
                    </a:cubicBezTo>
                    <a:cubicBezTo>
                      <a:pt x="16" y="20"/>
                      <a:pt x="0" y="13"/>
                      <a:pt x="1" y="2"/>
                    </a:cubicBezTo>
                  </a:path>
                </a:pathLst>
              </a:custGeom>
              <a:solidFill>
                <a:srgbClr val="E5CF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488" name="Freeform 840">
                <a:extLst>
                  <a:ext uri="{FF2B5EF4-FFF2-40B4-BE49-F238E27FC236}">
                    <a16:creationId xmlns:a16="http://schemas.microsoft.com/office/drawing/2014/main" id="{FB8A19CF-4296-4DCF-BBAE-D98C40C23A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0" y="1109"/>
                <a:ext cx="36" cy="32"/>
              </a:xfrm>
              <a:custGeom>
                <a:avLst/>
                <a:gdLst>
                  <a:gd name="T0" fmla="*/ 8 w 22"/>
                  <a:gd name="T1" fmla="*/ 0 h 20"/>
                  <a:gd name="T2" fmla="*/ 34 w 22"/>
                  <a:gd name="T3" fmla="*/ 67 h 20"/>
                  <a:gd name="T4" fmla="*/ 97 w 22"/>
                  <a:gd name="T5" fmla="*/ 67 h 20"/>
                  <a:gd name="T6" fmla="*/ 5 w 22"/>
                  <a:gd name="T7" fmla="*/ 8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" h="20">
                    <a:moveTo>
                      <a:pt x="2" y="0"/>
                    </a:moveTo>
                    <a:cubicBezTo>
                      <a:pt x="0" y="6"/>
                      <a:pt x="3" y="13"/>
                      <a:pt x="8" y="16"/>
                    </a:cubicBezTo>
                    <a:cubicBezTo>
                      <a:pt x="13" y="19"/>
                      <a:pt x="19" y="20"/>
                      <a:pt x="22" y="16"/>
                    </a:cubicBezTo>
                    <a:cubicBezTo>
                      <a:pt x="14" y="18"/>
                      <a:pt x="1" y="12"/>
                      <a:pt x="1" y="2"/>
                    </a:cubicBezTo>
                  </a:path>
                </a:pathLst>
              </a:custGeom>
              <a:solidFill>
                <a:srgbClr val="E5CF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489" name="Freeform 841">
                <a:extLst>
                  <a:ext uri="{FF2B5EF4-FFF2-40B4-BE49-F238E27FC236}">
                    <a16:creationId xmlns:a16="http://schemas.microsoft.com/office/drawing/2014/main" id="{FEDB6278-A7D0-4B4C-BD91-BBC8CA987F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3" y="889"/>
                <a:ext cx="75" cy="168"/>
              </a:xfrm>
              <a:custGeom>
                <a:avLst/>
                <a:gdLst>
                  <a:gd name="T0" fmla="*/ 0 w 46"/>
                  <a:gd name="T1" fmla="*/ 5 h 104"/>
                  <a:gd name="T2" fmla="*/ 111 w 46"/>
                  <a:gd name="T3" fmla="*/ 207 h 104"/>
                  <a:gd name="T4" fmla="*/ 181 w 46"/>
                  <a:gd name="T5" fmla="*/ 355 h 104"/>
                  <a:gd name="T6" fmla="*/ 199 w 46"/>
                  <a:gd name="T7" fmla="*/ 438 h 104"/>
                  <a:gd name="T8" fmla="*/ 186 w 46"/>
                  <a:gd name="T9" fmla="*/ 355 h 104"/>
                  <a:gd name="T10" fmla="*/ 152 w 46"/>
                  <a:gd name="T11" fmla="*/ 267 h 104"/>
                  <a:gd name="T12" fmla="*/ 104 w 46"/>
                  <a:gd name="T13" fmla="*/ 149 h 104"/>
                  <a:gd name="T14" fmla="*/ 55 w 46"/>
                  <a:gd name="T15" fmla="*/ 55 h 104"/>
                  <a:gd name="T16" fmla="*/ 0 w 46"/>
                  <a:gd name="T17" fmla="*/ 0 h 10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6" h="104">
                    <a:moveTo>
                      <a:pt x="0" y="1"/>
                    </a:moveTo>
                    <a:cubicBezTo>
                      <a:pt x="12" y="13"/>
                      <a:pt x="21" y="33"/>
                      <a:pt x="26" y="49"/>
                    </a:cubicBezTo>
                    <a:cubicBezTo>
                      <a:pt x="31" y="63"/>
                      <a:pt x="35" y="71"/>
                      <a:pt x="42" y="84"/>
                    </a:cubicBezTo>
                    <a:cubicBezTo>
                      <a:pt x="45" y="90"/>
                      <a:pt x="46" y="97"/>
                      <a:pt x="46" y="104"/>
                    </a:cubicBezTo>
                    <a:cubicBezTo>
                      <a:pt x="46" y="97"/>
                      <a:pt x="46" y="91"/>
                      <a:pt x="43" y="84"/>
                    </a:cubicBezTo>
                    <a:cubicBezTo>
                      <a:pt x="41" y="77"/>
                      <a:pt x="37" y="70"/>
                      <a:pt x="35" y="63"/>
                    </a:cubicBezTo>
                    <a:cubicBezTo>
                      <a:pt x="31" y="54"/>
                      <a:pt x="28" y="44"/>
                      <a:pt x="24" y="35"/>
                    </a:cubicBezTo>
                    <a:cubicBezTo>
                      <a:pt x="22" y="28"/>
                      <a:pt x="18" y="19"/>
                      <a:pt x="13" y="13"/>
                    </a:cubicBezTo>
                    <a:cubicBezTo>
                      <a:pt x="10" y="9"/>
                      <a:pt x="5" y="2"/>
                      <a:pt x="0" y="0"/>
                    </a:cubicBezTo>
                  </a:path>
                </a:pathLst>
              </a:custGeom>
              <a:solidFill>
                <a:srgbClr val="E5CF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490" name="Freeform 842">
                <a:extLst>
                  <a:ext uri="{FF2B5EF4-FFF2-40B4-BE49-F238E27FC236}">
                    <a16:creationId xmlns:a16="http://schemas.microsoft.com/office/drawing/2014/main" id="{C97B10CF-3517-4924-9021-B943AE1F9A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2" y="831"/>
                <a:ext cx="43" cy="26"/>
              </a:xfrm>
              <a:custGeom>
                <a:avLst/>
                <a:gdLst>
                  <a:gd name="T0" fmla="*/ 5 w 26"/>
                  <a:gd name="T1" fmla="*/ 0 h 16"/>
                  <a:gd name="T2" fmla="*/ 55 w 26"/>
                  <a:gd name="T3" fmla="*/ 47 h 16"/>
                  <a:gd name="T4" fmla="*/ 117 w 26"/>
                  <a:gd name="T5" fmla="*/ 63 h 16"/>
                  <a:gd name="T6" fmla="*/ 46 w 26"/>
                  <a:gd name="T7" fmla="*/ 34 h 16"/>
                  <a:gd name="T8" fmla="*/ 0 w 26"/>
                  <a:gd name="T9" fmla="*/ 5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16">
                    <a:moveTo>
                      <a:pt x="1" y="0"/>
                    </a:moveTo>
                    <a:cubicBezTo>
                      <a:pt x="1" y="5"/>
                      <a:pt x="8" y="9"/>
                      <a:pt x="12" y="11"/>
                    </a:cubicBezTo>
                    <a:cubicBezTo>
                      <a:pt x="17" y="14"/>
                      <a:pt x="20" y="15"/>
                      <a:pt x="26" y="15"/>
                    </a:cubicBezTo>
                    <a:cubicBezTo>
                      <a:pt x="21" y="16"/>
                      <a:pt x="14" y="11"/>
                      <a:pt x="10" y="8"/>
                    </a:cubicBezTo>
                    <a:cubicBezTo>
                      <a:pt x="7" y="6"/>
                      <a:pt x="4" y="2"/>
                      <a:pt x="0" y="1"/>
                    </a:cubicBezTo>
                  </a:path>
                </a:pathLst>
              </a:custGeom>
              <a:solidFill>
                <a:srgbClr val="E5CF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491" name="Freeform 843">
                <a:extLst>
                  <a:ext uri="{FF2B5EF4-FFF2-40B4-BE49-F238E27FC236}">
                    <a16:creationId xmlns:a16="http://schemas.microsoft.com/office/drawing/2014/main" id="{0A3C8D2E-A06F-4976-95AC-5C450EE3AB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3" y="834"/>
                <a:ext cx="14" cy="24"/>
              </a:xfrm>
              <a:custGeom>
                <a:avLst/>
                <a:gdLst>
                  <a:gd name="T0" fmla="*/ 34 w 9"/>
                  <a:gd name="T1" fmla="*/ 0 h 15"/>
                  <a:gd name="T2" fmla="*/ 0 w 9"/>
                  <a:gd name="T3" fmla="*/ 61 h 15"/>
                  <a:gd name="T4" fmla="*/ 30 w 9"/>
                  <a:gd name="T5" fmla="*/ 5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5">
                    <a:moveTo>
                      <a:pt x="9" y="0"/>
                    </a:moveTo>
                    <a:cubicBezTo>
                      <a:pt x="9" y="3"/>
                      <a:pt x="4" y="15"/>
                      <a:pt x="0" y="15"/>
                    </a:cubicBezTo>
                    <a:cubicBezTo>
                      <a:pt x="2" y="10"/>
                      <a:pt x="5" y="6"/>
                      <a:pt x="8" y="1"/>
                    </a:cubicBezTo>
                  </a:path>
                </a:pathLst>
              </a:custGeom>
              <a:solidFill>
                <a:srgbClr val="E5CF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492" name="Freeform 844">
                <a:extLst>
                  <a:ext uri="{FF2B5EF4-FFF2-40B4-BE49-F238E27FC236}">
                    <a16:creationId xmlns:a16="http://schemas.microsoft.com/office/drawing/2014/main" id="{3491C425-5116-43BB-932E-249104AFD2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8" y="852"/>
                <a:ext cx="27" cy="45"/>
              </a:xfrm>
              <a:custGeom>
                <a:avLst/>
                <a:gdLst>
                  <a:gd name="T0" fmla="*/ 78 w 16"/>
                  <a:gd name="T1" fmla="*/ 0 h 28"/>
                  <a:gd name="T2" fmla="*/ 49 w 16"/>
                  <a:gd name="T3" fmla="*/ 76 h 28"/>
                  <a:gd name="T4" fmla="*/ 20 w 16"/>
                  <a:gd name="T5" fmla="*/ 101 h 28"/>
                  <a:gd name="T6" fmla="*/ 0 w 16"/>
                  <a:gd name="T7" fmla="*/ 116 h 28"/>
                  <a:gd name="T8" fmla="*/ 20 w 16"/>
                  <a:gd name="T9" fmla="*/ 90 h 28"/>
                  <a:gd name="T10" fmla="*/ 49 w 16"/>
                  <a:gd name="T11" fmla="*/ 59 h 28"/>
                  <a:gd name="T12" fmla="*/ 78 w 16"/>
                  <a:gd name="T13" fmla="*/ 5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28">
                    <a:moveTo>
                      <a:pt x="16" y="0"/>
                    </a:moveTo>
                    <a:cubicBezTo>
                      <a:pt x="16" y="6"/>
                      <a:pt x="13" y="13"/>
                      <a:pt x="10" y="18"/>
                    </a:cubicBezTo>
                    <a:cubicBezTo>
                      <a:pt x="8" y="20"/>
                      <a:pt x="5" y="22"/>
                      <a:pt x="4" y="24"/>
                    </a:cubicBezTo>
                    <a:cubicBezTo>
                      <a:pt x="2" y="26"/>
                      <a:pt x="1" y="27"/>
                      <a:pt x="0" y="28"/>
                    </a:cubicBezTo>
                    <a:cubicBezTo>
                      <a:pt x="0" y="26"/>
                      <a:pt x="3" y="24"/>
                      <a:pt x="4" y="22"/>
                    </a:cubicBezTo>
                    <a:cubicBezTo>
                      <a:pt x="6" y="19"/>
                      <a:pt x="8" y="16"/>
                      <a:pt x="10" y="14"/>
                    </a:cubicBezTo>
                    <a:cubicBezTo>
                      <a:pt x="12" y="10"/>
                      <a:pt x="15" y="5"/>
                      <a:pt x="16" y="1"/>
                    </a:cubicBezTo>
                  </a:path>
                </a:pathLst>
              </a:custGeom>
              <a:solidFill>
                <a:srgbClr val="E5CF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493" name="Freeform 845">
                <a:extLst>
                  <a:ext uri="{FF2B5EF4-FFF2-40B4-BE49-F238E27FC236}">
                    <a16:creationId xmlns:a16="http://schemas.microsoft.com/office/drawing/2014/main" id="{C08938EE-EB0D-4D18-AD41-AE314FD8C0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7" y="779"/>
                <a:ext cx="7" cy="46"/>
              </a:xfrm>
              <a:custGeom>
                <a:avLst/>
                <a:gdLst>
                  <a:gd name="T0" fmla="*/ 0 w 4"/>
                  <a:gd name="T1" fmla="*/ 0 h 28"/>
                  <a:gd name="T2" fmla="*/ 7 w 4"/>
                  <a:gd name="T3" fmla="*/ 67 h 28"/>
                  <a:gd name="T4" fmla="*/ 16 w 4"/>
                  <a:gd name="T5" fmla="*/ 125 h 28"/>
                  <a:gd name="T6" fmla="*/ 16 w 4"/>
                  <a:gd name="T7" fmla="*/ 54 h 28"/>
                  <a:gd name="T8" fmla="*/ 21 w 4"/>
                  <a:gd name="T9" fmla="*/ 5 h 28"/>
                  <a:gd name="T10" fmla="*/ 0 w 4"/>
                  <a:gd name="T11" fmla="*/ 5 h 2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" h="28">
                    <a:moveTo>
                      <a:pt x="0" y="0"/>
                    </a:moveTo>
                    <a:cubicBezTo>
                      <a:pt x="1" y="5"/>
                      <a:pt x="1" y="10"/>
                      <a:pt x="1" y="15"/>
                    </a:cubicBezTo>
                    <a:cubicBezTo>
                      <a:pt x="2" y="19"/>
                      <a:pt x="2" y="24"/>
                      <a:pt x="3" y="28"/>
                    </a:cubicBezTo>
                    <a:cubicBezTo>
                      <a:pt x="3" y="23"/>
                      <a:pt x="3" y="17"/>
                      <a:pt x="3" y="12"/>
                    </a:cubicBezTo>
                    <a:cubicBezTo>
                      <a:pt x="3" y="8"/>
                      <a:pt x="4" y="5"/>
                      <a:pt x="4" y="1"/>
                    </a:cubicBezTo>
                    <a:cubicBezTo>
                      <a:pt x="3" y="1"/>
                      <a:pt x="1" y="1"/>
                      <a:pt x="0" y="1"/>
                    </a:cubicBezTo>
                  </a:path>
                </a:pathLst>
              </a:custGeom>
              <a:solidFill>
                <a:srgbClr val="E5CF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494" name="Freeform 846">
                <a:extLst>
                  <a:ext uri="{FF2B5EF4-FFF2-40B4-BE49-F238E27FC236}">
                    <a16:creationId xmlns:a16="http://schemas.microsoft.com/office/drawing/2014/main" id="{6C0D0B24-7394-430F-BF41-6256516869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9" y="778"/>
                <a:ext cx="17" cy="42"/>
              </a:xfrm>
              <a:custGeom>
                <a:avLst/>
                <a:gdLst>
                  <a:gd name="T0" fmla="*/ 0 w 10"/>
                  <a:gd name="T1" fmla="*/ 0 h 26"/>
                  <a:gd name="T2" fmla="*/ 41 w 10"/>
                  <a:gd name="T3" fmla="*/ 39 h 26"/>
                  <a:gd name="T4" fmla="*/ 44 w 10"/>
                  <a:gd name="T5" fmla="*/ 110 h 26"/>
                  <a:gd name="T6" fmla="*/ 0 w 10"/>
                  <a:gd name="T7" fmla="*/ 5 h 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26">
                    <a:moveTo>
                      <a:pt x="0" y="0"/>
                    </a:moveTo>
                    <a:cubicBezTo>
                      <a:pt x="6" y="0"/>
                      <a:pt x="7" y="3"/>
                      <a:pt x="8" y="9"/>
                    </a:cubicBezTo>
                    <a:cubicBezTo>
                      <a:pt x="8" y="15"/>
                      <a:pt x="10" y="21"/>
                      <a:pt x="9" y="26"/>
                    </a:cubicBezTo>
                    <a:cubicBezTo>
                      <a:pt x="8" y="19"/>
                      <a:pt x="7" y="4"/>
                      <a:pt x="0" y="1"/>
                    </a:cubicBezTo>
                  </a:path>
                </a:pathLst>
              </a:custGeom>
              <a:solidFill>
                <a:srgbClr val="E5CF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495" name="Freeform 847">
                <a:extLst>
                  <a:ext uri="{FF2B5EF4-FFF2-40B4-BE49-F238E27FC236}">
                    <a16:creationId xmlns:a16="http://schemas.microsoft.com/office/drawing/2014/main" id="{8AAFFDDB-3D7D-4C31-9D51-A40ACBA493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7" y="917"/>
                <a:ext cx="35" cy="51"/>
              </a:xfrm>
              <a:custGeom>
                <a:avLst/>
                <a:gdLst>
                  <a:gd name="T0" fmla="*/ 0 w 22"/>
                  <a:gd name="T1" fmla="*/ 116 h 32"/>
                  <a:gd name="T2" fmla="*/ 25 w 22"/>
                  <a:gd name="T3" fmla="*/ 115 h 32"/>
                  <a:gd name="T4" fmla="*/ 46 w 22"/>
                  <a:gd name="T5" fmla="*/ 129 h 32"/>
                  <a:gd name="T6" fmla="*/ 60 w 22"/>
                  <a:gd name="T7" fmla="*/ 65 h 32"/>
                  <a:gd name="T8" fmla="*/ 73 w 22"/>
                  <a:gd name="T9" fmla="*/ 33 h 32"/>
                  <a:gd name="T10" fmla="*/ 89 w 22"/>
                  <a:gd name="T11" fmla="*/ 0 h 32"/>
                  <a:gd name="T12" fmla="*/ 60 w 22"/>
                  <a:gd name="T13" fmla="*/ 48 h 32"/>
                  <a:gd name="T14" fmla="*/ 35 w 22"/>
                  <a:gd name="T15" fmla="*/ 89 h 32"/>
                  <a:gd name="T16" fmla="*/ 0 w 22"/>
                  <a:gd name="T17" fmla="*/ 116 h 3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2" h="32">
                    <a:moveTo>
                      <a:pt x="0" y="29"/>
                    </a:moveTo>
                    <a:cubicBezTo>
                      <a:pt x="2" y="29"/>
                      <a:pt x="4" y="28"/>
                      <a:pt x="6" y="28"/>
                    </a:cubicBezTo>
                    <a:cubicBezTo>
                      <a:pt x="8" y="29"/>
                      <a:pt x="10" y="31"/>
                      <a:pt x="11" y="32"/>
                    </a:cubicBezTo>
                    <a:cubicBezTo>
                      <a:pt x="12" y="26"/>
                      <a:pt x="13" y="21"/>
                      <a:pt x="15" y="16"/>
                    </a:cubicBezTo>
                    <a:cubicBezTo>
                      <a:pt x="16" y="13"/>
                      <a:pt x="17" y="10"/>
                      <a:pt x="18" y="8"/>
                    </a:cubicBezTo>
                    <a:cubicBezTo>
                      <a:pt x="20" y="5"/>
                      <a:pt x="22" y="3"/>
                      <a:pt x="22" y="0"/>
                    </a:cubicBezTo>
                    <a:cubicBezTo>
                      <a:pt x="20" y="4"/>
                      <a:pt x="17" y="8"/>
                      <a:pt x="15" y="12"/>
                    </a:cubicBezTo>
                    <a:cubicBezTo>
                      <a:pt x="13" y="16"/>
                      <a:pt x="11" y="19"/>
                      <a:pt x="9" y="22"/>
                    </a:cubicBezTo>
                    <a:cubicBezTo>
                      <a:pt x="6" y="24"/>
                      <a:pt x="1" y="27"/>
                      <a:pt x="0" y="29"/>
                    </a:cubicBezTo>
                  </a:path>
                </a:pathLst>
              </a:custGeom>
              <a:solidFill>
                <a:srgbClr val="E5CF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496" name="Freeform 848">
                <a:extLst>
                  <a:ext uri="{FF2B5EF4-FFF2-40B4-BE49-F238E27FC236}">
                    <a16:creationId xmlns:a16="http://schemas.microsoft.com/office/drawing/2014/main" id="{392E3698-BE8B-42CF-AD86-CC0F70F53D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7" y="963"/>
                <a:ext cx="23" cy="87"/>
              </a:xfrm>
              <a:custGeom>
                <a:avLst/>
                <a:gdLst>
                  <a:gd name="T0" fmla="*/ 0 w 14"/>
                  <a:gd name="T1" fmla="*/ 0 h 54"/>
                  <a:gd name="T2" fmla="*/ 8 w 14"/>
                  <a:gd name="T3" fmla="*/ 50 h 54"/>
                  <a:gd name="T4" fmla="*/ 20 w 14"/>
                  <a:gd name="T5" fmla="*/ 110 h 54"/>
                  <a:gd name="T6" fmla="*/ 35 w 14"/>
                  <a:gd name="T7" fmla="*/ 166 h 54"/>
                  <a:gd name="T8" fmla="*/ 62 w 14"/>
                  <a:gd name="T9" fmla="*/ 226 h 54"/>
                  <a:gd name="T10" fmla="*/ 33 w 14"/>
                  <a:gd name="T11" fmla="*/ 143 h 54"/>
                  <a:gd name="T12" fmla="*/ 20 w 14"/>
                  <a:gd name="T13" fmla="*/ 71 h 54"/>
                  <a:gd name="T14" fmla="*/ 5 w 14"/>
                  <a:gd name="T15" fmla="*/ 0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4" h="54">
                    <a:moveTo>
                      <a:pt x="0" y="0"/>
                    </a:moveTo>
                    <a:cubicBezTo>
                      <a:pt x="0" y="4"/>
                      <a:pt x="1" y="8"/>
                      <a:pt x="2" y="12"/>
                    </a:cubicBezTo>
                    <a:cubicBezTo>
                      <a:pt x="2" y="17"/>
                      <a:pt x="3" y="21"/>
                      <a:pt x="4" y="26"/>
                    </a:cubicBezTo>
                    <a:cubicBezTo>
                      <a:pt x="5" y="31"/>
                      <a:pt x="7" y="35"/>
                      <a:pt x="8" y="40"/>
                    </a:cubicBezTo>
                    <a:cubicBezTo>
                      <a:pt x="10" y="45"/>
                      <a:pt x="11" y="50"/>
                      <a:pt x="14" y="54"/>
                    </a:cubicBezTo>
                    <a:cubicBezTo>
                      <a:pt x="10" y="48"/>
                      <a:pt x="9" y="40"/>
                      <a:pt x="7" y="34"/>
                    </a:cubicBezTo>
                    <a:cubicBezTo>
                      <a:pt x="6" y="28"/>
                      <a:pt x="5" y="23"/>
                      <a:pt x="4" y="17"/>
                    </a:cubicBezTo>
                    <a:cubicBezTo>
                      <a:pt x="4" y="12"/>
                      <a:pt x="4" y="4"/>
                      <a:pt x="1" y="0"/>
                    </a:cubicBezTo>
                  </a:path>
                </a:pathLst>
              </a:custGeom>
              <a:solidFill>
                <a:srgbClr val="F6EC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497" name="Freeform 849">
                <a:extLst>
                  <a:ext uri="{FF2B5EF4-FFF2-40B4-BE49-F238E27FC236}">
                    <a16:creationId xmlns:a16="http://schemas.microsoft.com/office/drawing/2014/main" id="{18EFA9F3-F680-43B8-BDC0-7A9CFA4BC6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9" y="954"/>
                <a:ext cx="12" cy="119"/>
              </a:xfrm>
              <a:custGeom>
                <a:avLst/>
                <a:gdLst>
                  <a:gd name="T0" fmla="*/ 36 w 7"/>
                  <a:gd name="T1" fmla="*/ 0 h 74"/>
                  <a:gd name="T2" fmla="*/ 36 w 7"/>
                  <a:gd name="T3" fmla="*/ 158 h 74"/>
                  <a:gd name="T4" fmla="*/ 26 w 7"/>
                  <a:gd name="T5" fmla="*/ 238 h 74"/>
                  <a:gd name="T6" fmla="*/ 15 w 7"/>
                  <a:gd name="T7" fmla="*/ 281 h 74"/>
                  <a:gd name="T8" fmla="*/ 5 w 7"/>
                  <a:gd name="T9" fmla="*/ 307 h 74"/>
                  <a:gd name="T10" fmla="*/ 9 w 7"/>
                  <a:gd name="T11" fmla="*/ 217 h 74"/>
                  <a:gd name="T12" fmla="*/ 26 w 7"/>
                  <a:gd name="T13" fmla="*/ 122 h 74"/>
                  <a:gd name="T14" fmla="*/ 29 w 7"/>
                  <a:gd name="T15" fmla="*/ 13 h 7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" h="74">
                    <a:moveTo>
                      <a:pt x="7" y="0"/>
                    </a:moveTo>
                    <a:cubicBezTo>
                      <a:pt x="7" y="13"/>
                      <a:pt x="7" y="25"/>
                      <a:pt x="7" y="38"/>
                    </a:cubicBezTo>
                    <a:cubicBezTo>
                      <a:pt x="7" y="44"/>
                      <a:pt x="6" y="51"/>
                      <a:pt x="5" y="57"/>
                    </a:cubicBezTo>
                    <a:cubicBezTo>
                      <a:pt x="4" y="61"/>
                      <a:pt x="3" y="64"/>
                      <a:pt x="3" y="68"/>
                    </a:cubicBezTo>
                    <a:cubicBezTo>
                      <a:pt x="2" y="69"/>
                      <a:pt x="2" y="72"/>
                      <a:pt x="1" y="74"/>
                    </a:cubicBezTo>
                    <a:cubicBezTo>
                      <a:pt x="0" y="67"/>
                      <a:pt x="2" y="59"/>
                      <a:pt x="2" y="52"/>
                    </a:cubicBezTo>
                    <a:cubicBezTo>
                      <a:pt x="3" y="44"/>
                      <a:pt x="4" y="37"/>
                      <a:pt x="5" y="29"/>
                    </a:cubicBezTo>
                    <a:cubicBezTo>
                      <a:pt x="5" y="20"/>
                      <a:pt x="6" y="11"/>
                      <a:pt x="6" y="3"/>
                    </a:cubicBezTo>
                  </a:path>
                </a:pathLst>
              </a:custGeom>
              <a:solidFill>
                <a:srgbClr val="F6EC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498" name="Freeform 850">
                <a:extLst>
                  <a:ext uri="{FF2B5EF4-FFF2-40B4-BE49-F238E27FC236}">
                    <a16:creationId xmlns:a16="http://schemas.microsoft.com/office/drawing/2014/main" id="{793D8F38-C4A6-4104-B2EB-763FB4A71C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6" y="991"/>
                <a:ext cx="21" cy="5"/>
              </a:xfrm>
              <a:custGeom>
                <a:avLst/>
                <a:gdLst>
                  <a:gd name="T0" fmla="*/ 0 w 13"/>
                  <a:gd name="T1" fmla="*/ 13 h 3"/>
                  <a:gd name="T2" fmla="*/ 29 w 13"/>
                  <a:gd name="T3" fmla="*/ 0 h 3"/>
                  <a:gd name="T4" fmla="*/ 55 w 13"/>
                  <a:gd name="T5" fmla="*/ 5 h 3"/>
                  <a:gd name="T6" fmla="*/ 5 w 13"/>
                  <a:gd name="T7" fmla="*/ 8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3">
                    <a:moveTo>
                      <a:pt x="0" y="3"/>
                    </a:moveTo>
                    <a:cubicBezTo>
                      <a:pt x="3" y="3"/>
                      <a:pt x="4" y="1"/>
                      <a:pt x="7" y="0"/>
                    </a:cubicBezTo>
                    <a:cubicBezTo>
                      <a:pt x="9" y="0"/>
                      <a:pt x="11" y="0"/>
                      <a:pt x="13" y="1"/>
                    </a:cubicBezTo>
                    <a:cubicBezTo>
                      <a:pt x="10" y="2"/>
                      <a:pt x="4" y="2"/>
                      <a:pt x="1" y="2"/>
                    </a:cubicBezTo>
                  </a:path>
                </a:pathLst>
              </a:custGeom>
              <a:solidFill>
                <a:srgbClr val="FDEA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499" name="Freeform 851">
                <a:extLst>
                  <a:ext uri="{FF2B5EF4-FFF2-40B4-BE49-F238E27FC236}">
                    <a16:creationId xmlns:a16="http://schemas.microsoft.com/office/drawing/2014/main" id="{239ADEF1-9FA1-4FA5-BF2A-C805E6BF81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4" y="989"/>
                <a:ext cx="28" cy="5"/>
              </a:xfrm>
              <a:custGeom>
                <a:avLst/>
                <a:gdLst>
                  <a:gd name="T0" fmla="*/ 76 w 17"/>
                  <a:gd name="T1" fmla="*/ 13 h 3"/>
                  <a:gd name="T2" fmla="*/ 0 w 17"/>
                  <a:gd name="T3" fmla="*/ 0 h 3"/>
                  <a:gd name="T4" fmla="*/ 68 w 17"/>
                  <a:gd name="T5" fmla="*/ 13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3">
                    <a:moveTo>
                      <a:pt x="17" y="3"/>
                    </a:moveTo>
                    <a:cubicBezTo>
                      <a:pt x="12" y="0"/>
                      <a:pt x="7" y="0"/>
                      <a:pt x="0" y="0"/>
                    </a:cubicBezTo>
                    <a:cubicBezTo>
                      <a:pt x="4" y="2"/>
                      <a:pt x="11" y="2"/>
                      <a:pt x="15" y="3"/>
                    </a:cubicBezTo>
                  </a:path>
                </a:pathLst>
              </a:custGeom>
              <a:solidFill>
                <a:srgbClr val="FDEA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500" name="Freeform 852">
                <a:extLst>
                  <a:ext uri="{FF2B5EF4-FFF2-40B4-BE49-F238E27FC236}">
                    <a16:creationId xmlns:a16="http://schemas.microsoft.com/office/drawing/2014/main" id="{42F69BB8-D341-42ED-A4F0-B12853B9F1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8" y="979"/>
                <a:ext cx="14" cy="9"/>
              </a:xfrm>
              <a:custGeom>
                <a:avLst/>
                <a:gdLst>
                  <a:gd name="T0" fmla="*/ 34 w 9"/>
                  <a:gd name="T1" fmla="*/ 29 h 5"/>
                  <a:gd name="T2" fmla="*/ 0 w 9"/>
                  <a:gd name="T3" fmla="*/ 0 h 5"/>
                  <a:gd name="T4" fmla="*/ 26 w 9"/>
                  <a:gd name="T5" fmla="*/ 16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5">
                    <a:moveTo>
                      <a:pt x="9" y="5"/>
                    </a:moveTo>
                    <a:cubicBezTo>
                      <a:pt x="6" y="3"/>
                      <a:pt x="3" y="2"/>
                      <a:pt x="0" y="0"/>
                    </a:cubicBezTo>
                    <a:cubicBezTo>
                      <a:pt x="2" y="2"/>
                      <a:pt x="5" y="3"/>
                      <a:pt x="7" y="3"/>
                    </a:cubicBezTo>
                  </a:path>
                </a:pathLst>
              </a:custGeom>
              <a:solidFill>
                <a:srgbClr val="FDEA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501" name="Freeform 853">
                <a:extLst>
                  <a:ext uri="{FF2B5EF4-FFF2-40B4-BE49-F238E27FC236}">
                    <a16:creationId xmlns:a16="http://schemas.microsoft.com/office/drawing/2014/main" id="{58C55BD0-A537-4296-940B-0F2D38E2A8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7" y="984"/>
                <a:ext cx="7" cy="2"/>
              </a:xfrm>
              <a:custGeom>
                <a:avLst/>
                <a:gdLst>
                  <a:gd name="T0" fmla="*/ 0 w 4"/>
                  <a:gd name="T1" fmla="*/ 8 h 1"/>
                  <a:gd name="T2" fmla="*/ 21 w 4"/>
                  <a:gd name="T3" fmla="*/ 0 h 1"/>
                  <a:gd name="T4" fmla="*/ 7 w 4"/>
                  <a:gd name="T5" fmla="*/ 8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1">
                    <a:moveTo>
                      <a:pt x="0" y="1"/>
                    </a:moveTo>
                    <a:cubicBezTo>
                      <a:pt x="2" y="1"/>
                      <a:pt x="3" y="1"/>
                      <a:pt x="4" y="0"/>
                    </a:cubicBezTo>
                    <a:cubicBezTo>
                      <a:pt x="3" y="0"/>
                      <a:pt x="2" y="0"/>
                      <a:pt x="1" y="1"/>
                    </a:cubicBezTo>
                  </a:path>
                </a:pathLst>
              </a:custGeom>
              <a:solidFill>
                <a:srgbClr val="FDEA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502" name="Freeform 854">
                <a:extLst>
                  <a:ext uri="{FF2B5EF4-FFF2-40B4-BE49-F238E27FC236}">
                    <a16:creationId xmlns:a16="http://schemas.microsoft.com/office/drawing/2014/main" id="{B7557937-17B4-45A1-A8E0-A37527C9F1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6" y="1050"/>
                <a:ext cx="22" cy="44"/>
              </a:xfrm>
              <a:custGeom>
                <a:avLst/>
                <a:gdLst>
                  <a:gd name="T0" fmla="*/ 55 w 14"/>
                  <a:gd name="T1" fmla="*/ 5 h 27"/>
                  <a:gd name="T2" fmla="*/ 0 w 14"/>
                  <a:gd name="T3" fmla="*/ 117 h 27"/>
                  <a:gd name="T4" fmla="*/ 22 w 14"/>
                  <a:gd name="T5" fmla="*/ 54 h 27"/>
                  <a:gd name="T6" fmla="*/ 55 w 14"/>
                  <a:gd name="T7" fmla="*/ 0 h 2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27">
                    <a:moveTo>
                      <a:pt x="14" y="1"/>
                    </a:moveTo>
                    <a:cubicBezTo>
                      <a:pt x="6" y="7"/>
                      <a:pt x="0" y="15"/>
                      <a:pt x="0" y="27"/>
                    </a:cubicBezTo>
                    <a:cubicBezTo>
                      <a:pt x="1" y="22"/>
                      <a:pt x="3" y="16"/>
                      <a:pt x="6" y="12"/>
                    </a:cubicBezTo>
                    <a:cubicBezTo>
                      <a:pt x="8" y="8"/>
                      <a:pt x="13" y="4"/>
                      <a:pt x="14" y="0"/>
                    </a:cubicBezTo>
                  </a:path>
                </a:pathLst>
              </a:custGeom>
              <a:solidFill>
                <a:srgbClr val="FDEA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503" name="Freeform 855">
                <a:extLst>
                  <a:ext uri="{FF2B5EF4-FFF2-40B4-BE49-F238E27FC236}">
                    <a16:creationId xmlns:a16="http://schemas.microsoft.com/office/drawing/2014/main" id="{FE508C24-A49D-4CFF-AE48-3033C59278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2" y="1050"/>
                <a:ext cx="21" cy="38"/>
              </a:xfrm>
              <a:custGeom>
                <a:avLst/>
                <a:gdLst>
                  <a:gd name="T0" fmla="*/ 0 w 13"/>
                  <a:gd name="T1" fmla="*/ 0 h 23"/>
                  <a:gd name="T2" fmla="*/ 50 w 13"/>
                  <a:gd name="T3" fmla="*/ 104 h 23"/>
                  <a:gd name="T4" fmla="*/ 0 w 13"/>
                  <a:gd name="T5" fmla="*/ 5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23">
                    <a:moveTo>
                      <a:pt x="0" y="0"/>
                    </a:moveTo>
                    <a:cubicBezTo>
                      <a:pt x="6" y="7"/>
                      <a:pt x="9" y="14"/>
                      <a:pt x="12" y="23"/>
                    </a:cubicBezTo>
                    <a:cubicBezTo>
                      <a:pt x="13" y="15"/>
                      <a:pt x="8" y="3"/>
                      <a:pt x="0" y="1"/>
                    </a:cubicBezTo>
                  </a:path>
                </a:pathLst>
              </a:custGeom>
              <a:solidFill>
                <a:srgbClr val="FDEA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504" name="Freeform 856">
                <a:extLst>
                  <a:ext uri="{FF2B5EF4-FFF2-40B4-BE49-F238E27FC236}">
                    <a16:creationId xmlns:a16="http://schemas.microsoft.com/office/drawing/2014/main" id="{DD081A42-EE21-42FE-A991-2689605836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6" y="3138"/>
                <a:ext cx="85" cy="40"/>
              </a:xfrm>
              <a:custGeom>
                <a:avLst/>
                <a:gdLst>
                  <a:gd name="T0" fmla="*/ 18 w 52"/>
                  <a:gd name="T1" fmla="*/ 0 h 25"/>
                  <a:gd name="T2" fmla="*/ 227 w 52"/>
                  <a:gd name="T3" fmla="*/ 5 h 25"/>
                  <a:gd name="T4" fmla="*/ 0 w 52"/>
                  <a:gd name="T5" fmla="*/ 13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2" h="25">
                    <a:moveTo>
                      <a:pt x="4" y="0"/>
                    </a:moveTo>
                    <a:cubicBezTo>
                      <a:pt x="19" y="5"/>
                      <a:pt x="38" y="17"/>
                      <a:pt x="52" y="1"/>
                    </a:cubicBezTo>
                    <a:cubicBezTo>
                      <a:pt x="45" y="25"/>
                      <a:pt x="12" y="17"/>
                      <a:pt x="0" y="3"/>
                    </a:cubicBezTo>
                  </a:path>
                </a:pathLst>
              </a:custGeom>
              <a:solidFill>
                <a:srgbClr val="FDEA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505" name="Freeform 857">
                <a:extLst>
                  <a:ext uri="{FF2B5EF4-FFF2-40B4-BE49-F238E27FC236}">
                    <a16:creationId xmlns:a16="http://schemas.microsoft.com/office/drawing/2014/main" id="{5B95CA02-A079-4026-92B8-77F0216F1F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9" y="3131"/>
                <a:ext cx="78" cy="36"/>
              </a:xfrm>
              <a:custGeom>
                <a:avLst/>
                <a:gdLst>
                  <a:gd name="T0" fmla="*/ 0 w 48"/>
                  <a:gd name="T1" fmla="*/ 0 h 22"/>
                  <a:gd name="T2" fmla="*/ 206 w 48"/>
                  <a:gd name="T3" fmla="*/ 34 h 22"/>
                  <a:gd name="T4" fmla="*/ 21 w 48"/>
                  <a:gd name="T5" fmla="*/ 18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8" h="22">
                    <a:moveTo>
                      <a:pt x="0" y="0"/>
                    </a:moveTo>
                    <a:cubicBezTo>
                      <a:pt x="13" y="5"/>
                      <a:pt x="35" y="18"/>
                      <a:pt x="48" y="8"/>
                    </a:cubicBezTo>
                    <a:cubicBezTo>
                      <a:pt x="35" y="13"/>
                      <a:pt x="13" y="22"/>
                      <a:pt x="5" y="4"/>
                    </a:cubicBezTo>
                  </a:path>
                </a:pathLst>
              </a:custGeom>
              <a:solidFill>
                <a:srgbClr val="FDEA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506" name="Freeform 858">
                <a:extLst>
                  <a:ext uri="{FF2B5EF4-FFF2-40B4-BE49-F238E27FC236}">
                    <a16:creationId xmlns:a16="http://schemas.microsoft.com/office/drawing/2014/main" id="{DB92E700-C7F1-448A-85C4-E625BEEC36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6" y="3029"/>
                <a:ext cx="46" cy="25"/>
              </a:xfrm>
              <a:custGeom>
                <a:avLst/>
                <a:gdLst>
                  <a:gd name="T0" fmla="*/ 0 w 28"/>
                  <a:gd name="T1" fmla="*/ 62 h 15"/>
                  <a:gd name="T2" fmla="*/ 125 w 28"/>
                  <a:gd name="T3" fmla="*/ 70 h 15"/>
                  <a:gd name="T4" fmla="*/ 5 w 28"/>
                  <a:gd name="T5" fmla="*/ 42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15">
                    <a:moveTo>
                      <a:pt x="0" y="13"/>
                    </a:moveTo>
                    <a:cubicBezTo>
                      <a:pt x="12" y="7"/>
                      <a:pt x="18" y="7"/>
                      <a:pt x="28" y="15"/>
                    </a:cubicBezTo>
                    <a:cubicBezTo>
                      <a:pt x="22" y="8"/>
                      <a:pt x="10" y="0"/>
                      <a:pt x="1" y="9"/>
                    </a:cubicBezTo>
                  </a:path>
                </a:pathLst>
              </a:custGeom>
              <a:solidFill>
                <a:srgbClr val="FDEA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507" name="Freeform 859">
                <a:extLst>
                  <a:ext uri="{FF2B5EF4-FFF2-40B4-BE49-F238E27FC236}">
                    <a16:creationId xmlns:a16="http://schemas.microsoft.com/office/drawing/2014/main" id="{5D8BB08F-9642-4B0F-BCE9-515DB1CA90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8" y="3028"/>
                <a:ext cx="52" cy="22"/>
              </a:xfrm>
              <a:custGeom>
                <a:avLst/>
                <a:gdLst>
                  <a:gd name="T0" fmla="*/ 5 w 32"/>
                  <a:gd name="T1" fmla="*/ 39 h 14"/>
                  <a:gd name="T2" fmla="*/ 138 w 32"/>
                  <a:gd name="T3" fmla="*/ 55 h 14"/>
                  <a:gd name="T4" fmla="*/ 0 w 32"/>
                  <a:gd name="T5" fmla="*/ 31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2" h="14">
                    <a:moveTo>
                      <a:pt x="1" y="10"/>
                    </a:moveTo>
                    <a:cubicBezTo>
                      <a:pt x="12" y="4"/>
                      <a:pt x="24" y="5"/>
                      <a:pt x="32" y="14"/>
                    </a:cubicBezTo>
                    <a:cubicBezTo>
                      <a:pt x="25" y="0"/>
                      <a:pt x="11" y="0"/>
                      <a:pt x="0" y="8"/>
                    </a:cubicBezTo>
                  </a:path>
                </a:pathLst>
              </a:custGeom>
              <a:solidFill>
                <a:srgbClr val="FDEA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508" name="Freeform 860">
                <a:extLst>
                  <a:ext uri="{FF2B5EF4-FFF2-40B4-BE49-F238E27FC236}">
                    <a16:creationId xmlns:a16="http://schemas.microsoft.com/office/drawing/2014/main" id="{CB4FD514-F429-456A-8C31-C9C3DC6DC8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" y="1917"/>
                <a:ext cx="42" cy="29"/>
              </a:xfrm>
              <a:custGeom>
                <a:avLst/>
                <a:gdLst>
                  <a:gd name="T0" fmla="*/ 5 w 26"/>
                  <a:gd name="T1" fmla="*/ 13 h 18"/>
                  <a:gd name="T2" fmla="*/ 97 w 26"/>
                  <a:gd name="T3" fmla="*/ 76 h 18"/>
                  <a:gd name="T4" fmla="*/ 0 w 26"/>
                  <a:gd name="T5" fmla="*/ 0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18">
                    <a:moveTo>
                      <a:pt x="1" y="3"/>
                    </a:moveTo>
                    <a:cubicBezTo>
                      <a:pt x="9" y="2"/>
                      <a:pt x="26" y="9"/>
                      <a:pt x="23" y="18"/>
                    </a:cubicBezTo>
                    <a:cubicBezTo>
                      <a:pt x="16" y="17"/>
                      <a:pt x="6" y="5"/>
                      <a:pt x="0" y="0"/>
                    </a:cubicBezTo>
                  </a:path>
                </a:pathLst>
              </a:custGeom>
              <a:solidFill>
                <a:srgbClr val="FDEA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509" name="Freeform 861">
                <a:extLst>
                  <a:ext uri="{FF2B5EF4-FFF2-40B4-BE49-F238E27FC236}">
                    <a16:creationId xmlns:a16="http://schemas.microsoft.com/office/drawing/2014/main" id="{94FEBEB1-B2CF-4355-9B56-9B84FA40B6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4" y="845"/>
                <a:ext cx="119" cy="92"/>
              </a:xfrm>
              <a:custGeom>
                <a:avLst/>
                <a:gdLst>
                  <a:gd name="T0" fmla="*/ 0 w 73"/>
                  <a:gd name="T1" fmla="*/ 0 h 57"/>
                  <a:gd name="T2" fmla="*/ 75 w 73"/>
                  <a:gd name="T3" fmla="*/ 42 h 57"/>
                  <a:gd name="T4" fmla="*/ 147 w 73"/>
                  <a:gd name="T5" fmla="*/ 68 h 57"/>
                  <a:gd name="T6" fmla="*/ 233 w 73"/>
                  <a:gd name="T7" fmla="*/ 124 h 57"/>
                  <a:gd name="T8" fmla="*/ 298 w 73"/>
                  <a:gd name="T9" fmla="*/ 192 h 57"/>
                  <a:gd name="T10" fmla="*/ 316 w 73"/>
                  <a:gd name="T11" fmla="*/ 234 h 57"/>
                  <a:gd name="T12" fmla="*/ 277 w 73"/>
                  <a:gd name="T13" fmla="*/ 234 h 57"/>
                  <a:gd name="T14" fmla="*/ 262 w 73"/>
                  <a:gd name="T15" fmla="*/ 234 h 57"/>
                  <a:gd name="T16" fmla="*/ 248 w 73"/>
                  <a:gd name="T17" fmla="*/ 220 h 57"/>
                  <a:gd name="T18" fmla="*/ 160 w 73"/>
                  <a:gd name="T19" fmla="*/ 110 h 57"/>
                  <a:gd name="T20" fmla="*/ 55 w 73"/>
                  <a:gd name="T21" fmla="*/ 60 h 57"/>
                  <a:gd name="T22" fmla="*/ 0 w 73"/>
                  <a:gd name="T23" fmla="*/ 5 h 5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73" h="57">
                    <a:moveTo>
                      <a:pt x="0" y="0"/>
                    </a:moveTo>
                    <a:cubicBezTo>
                      <a:pt x="4" y="4"/>
                      <a:pt x="10" y="9"/>
                      <a:pt x="17" y="10"/>
                    </a:cubicBezTo>
                    <a:cubicBezTo>
                      <a:pt x="24" y="12"/>
                      <a:pt x="28" y="12"/>
                      <a:pt x="34" y="16"/>
                    </a:cubicBezTo>
                    <a:cubicBezTo>
                      <a:pt x="41" y="21"/>
                      <a:pt x="47" y="26"/>
                      <a:pt x="54" y="30"/>
                    </a:cubicBezTo>
                    <a:cubicBezTo>
                      <a:pt x="61" y="34"/>
                      <a:pt x="66" y="39"/>
                      <a:pt x="69" y="46"/>
                    </a:cubicBezTo>
                    <a:cubicBezTo>
                      <a:pt x="71" y="50"/>
                      <a:pt x="72" y="53"/>
                      <a:pt x="73" y="56"/>
                    </a:cubicBezTo>
                    <a:cubicBezTo>
                      <a:pt x="70" y="57"/>
                      <a:pt x="67" y="56"/>
                      <a:pt x="64" y="56"/>
                    </a:cubicBezTo>
                    <a:cubicBezTo>
                      <a:pt x="63" y="56"/>
                      <a:pt x="62" y="57"/>
                      <a:pt x="61" y="56"/>
                    </a:cubicBezTo>
                    <a:cubicBezTo>
                      <a:pt x="60" y="56"/>
                      <a:pt x="58" y="53"/>
                      <a:pt x="57" y="52"/>
                    </a:cubicBezTo>
                    <a:cubicBezTo>
                      <a:pt x="51" y="42"/>
                      <a:pt x="46" y="33"/>
                      <a:pt x="37" y="26"/>
                    </a:cubicBezTo>
                    <a:cubicBezTo>
                      <a:pt x="29" y="21"/>
                      <a:pt x="22" y="17"/>
                      <a:pt x="13" y="14"/>
                    </a:cubicBezTo>
                    <a:cubicBezTo>
                      <a:pt x="6" y="11"/>
                      <a:pt x="4" y="7"/>
                      <a:pt x="0" y="1"/>
                    </a:cubicBezTo>
                  </a:path>
                </a:pathLst>
              </a:custGeom>
              <a:solidFill>
                <a:srgbClr val="FDEA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510" name="Freeform 862">
                <a:extLst>
                  <a:ext uri="{FF2B5EF4-FFF2-40B4-BE49-F238E27FC236}">
                    <a16:creationId xmlns:a16="http://schemas.microsoft.com/office/drawing/2014/main" id="{B1CE159B-4D93-4D67-8BBE-016789729E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6" y="952"/>
                <a:ext cx="21" cy="13"/>
              </a:xfrm>
              <a:custGeom>
                <a:avLst/>
                <a:gdLst>
                  <a:gd name="T0" fmla="*/ 0 w 13"/>
                  <a:gd name="T1" fmla="*/ 0 h 8"/>
                  <a:gd name="T2" fmla="*/ 55 w 13"/>
                  <a:gd name="T3" fmla="*/ 34 h 8"/>
                  <a:gd name="T4" fmla="*/ 5 w 13"/>
                  <a:gd name="T5" fmla="*/ 5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8">
                    <a:moveTo>
                      <a:pt x="0" y="0"/>
                    </a:moveTo>
                    <a:cubicBezTo>
                      <a:pt x="7" y="0"/>
                      <a:pt x="11" y="0"/>
                      <a:pt x="13" y="8"/>
                    </a:cubicBezTo>
                    <a:cubicBezTo>
                      <a:pt x="9" y="6"/>
                      <a:pt x="4" y="4"/>
                      <a:pt x="1" y="1"/>
                    </a:cubicBezTo>
                  </a:path>
                </a:pathLst>
              </a:custGeom>
              <a:solidFill>
                <a:srgbClr val="FDEA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511" name="Freeform 863">
                <a:extLst>
                  <a:ext uri="{FF2B5EF4-FFF2-40B4-BE49-F238E27FC236}">
                    <a16:creationId xmlns:a16="http://schemas.microsoft.com/office/drawing/2014/main" id="{295D7A94-E879-4F8C-A87A-D4C9B7D74F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6" y="952"/>
                <a:ext cx="27" cy="81"/>
              </a:xfrm>
              <a:custGeom>
                <a:avLst/>
                <a:gdLst>
                  <a:gd name="T0" fmla="*/ 5 w 17"/>
                  <a:gd name="T1" fmla="*/ 0 h 50"/>
                  <a:gd name="T2" fmla="*/ 64 w 17"/>
                  <a:gd name="T3" fmla="*/ 110 h 50"/>
                  <a:gd name="T4" fmla="*/ 64 w 17"/>
                  <a:gd name="T5" fmla="*/ 173 h 50"/>
                  <a:gd name="T6" fmla="*/ 56 w 17"/>
                  <a:gd name="T7" fmla="*/ 212 h 50"/>
                  <a:gd name="T8" fmla="*/ 52 w 17"/>
                  <a:gd name="T9" fmla="*/ 123 h 50"/>
                  <a:gd name="T10" fmla="*/ 35 w 17"/>
                  <a:gd name="T11" fmla="*/ 97 h 50"/>
                  <a:gd name="T12" fmla="*/ 8 w 17"/>
                  <a:gd name="T13" fmla="*/ 97 h 50"/>
                  <a:gd name="T14" fmla="*/ 16 w 17"/>
                  <a:gd name="T15" fmla="*/ 50 h 50"/>
                  <a:gd name="T16" fmla="*/ 0 w 17"/>
                  <a:gd name="T17" fmla="*/ 5 h 5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7" h="50">
                    <a:moveTo>
                      <a:pt x="1" y="0"/>
                    </a:moveTo>
                    <a:cubicBezTo>
                      <a:pt x="10" y="6"/>
                      <a:pt x="15" y="15"/>
                      <a:pt x="16" y="26"/>
                    </a:cubicBezTo>
                    <a:cubicBezTo>
                      <a:pt x="17" y="31"/>
                      <a:pt x="16" y="36"/>
                      <a:pt x="16" y="41"/>
                    </a:cubicBezTo>
                    <a:cubicBezTo>
                      <a:pt x="15" y="44"/>
                      <a:pt x="14" y="47"/>
                      <a:pt x="14" y="50"/>
                    </a:cubicBezTo>
                    <a:cubicBezTo>
                      <a:pt x="12" y="44"/>
                      <a:pt x="14" y="36"/>
                      <a:pt x="13" y="29"/>
                    </a:cubicBezTo>
                    <a:cubicBezTo>
                      <a:pt x="13" y="27"/>
                      <a:pt x="12" y="24"/>
                      <a:pt x="9" y="23"/>
                    </a:cubicBezTo>
                    <a:cubicBezTo>
                      <a:pt x="7" y="21"/>
                      <a:pt x="4" y="24"/>
                      <a:pt x="2" y="23"/>
                    </a:cubicBezTo>
                    <a:cubicBezTo>
                      <a:pt x="3" y="19"/>
                      <a:pt x="6" y="17"/>
                      <a:pt x="4" y="12"/>
                    </a:cubicBezTo>
                    <a:cubicBezTo>
                      <a:pt x="2" y="9"/>
                      <a:pt x="2" y="5"/>
                      <a:pt x="0" y="1"/>
                    </a:cubicBezTo>
                  </a:path>
                </a:pathLst>
              </a:custGeom>
              <a:solidFill>
                <a:srgbClr val="FDEA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512" name="Freeform 864">
                <a:extLst>
                  <a:ext uri="{FF2B5EF4-FFF2-40B4-BE49-F238E27FC236}">
                    <a16:creationId xmlns:a16="http://schemas.microsoft.com/office/drawing/2014/main" id="{C6AB9EB4-D276-4546-A0FB-FFA2787F73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8" y="952"/>
                <a:ext cx="35" cy="31"/>
              </a:xfrm>
              <a:custGeom>
                <a:avLst/>
                <a:gdLst>
                  <a:gd name="T0" fmla="*/ 81 w 22"/>
                  <a:gd name="T1" fmla="*/ 5 h 19"/>
                  <a:gd name="T2" fmla="*/ 29 w 22"/>
                  <a:gd name="T3" fmla="*/ 83 h 19"/>
                  <a:gd name="T4" fmla="*/ 56 w 22"/>
                  <a:gd name="T5" fmla="*/ 47 h 19"/>
                  <a:gd name="T6" fmla="*/ 81 w 22"/>
                  <a:gd name="T7" fmla="*/ 5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" h="19">
                    <a:moveTo>
                      <a:pt x="20" y="1"/>
                    </a:moveTo>
                    <a:cubicBezTo>
                      <a:pt x="15" y="0"/>
                      <a:pt x="0" y="15"/>
                      <a:pt x="7" y="19"/>
                    </a:cubicBezTo>
                    <a:cubicBezTo>
                      <a:pt x="8" y="14"/>
                      <a:pt x="10" y="13"/>
                      <a:pt x="14" y="11"/>
                    </a:cubicBezTo>
                    <a:cubicBezTo>
                      <a:pt x="17" y="9"/>
                      <a:pt x="22" y="5"/>
                      <a:pt x="20" y="1"/>
                    </a:cubicBezTo>
                  </a:path>
                </a:pathLst>
              </a:custGeom>
              <a:solidFill>
                <a:srgbClr val="FDEA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513" name="Freeform 865">
                <a:extLst>
                  <a:ext uri="{FF2B5EF4-FFF2-40B4-BE49-F238E27FC236}">
                    <a16:creationId xmlns:a16="http://schemas.microsoft.com/office/drawing/2014/main" id="{A3EF3019-BE78-4C4F-ADAA-2894F39B10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8" y="957"/>
                <a:ext cx="27" cy="24"/>
              </a:xfrm>
              <a:custGeom>
                <a:avLst/>
                <a:gdLst>
                  <a:gd name="T0" fmla="*/ 60 w 17"/>
                  <a:gd name="T1" fmla="*/ 29 h 15"/>
                  <a:gd name="T2" fmla="*/ 0 w 17"/>
                  <a:gd name="T3" fmla="*/ 0 h 15"/>
                  <a:gd name="T4" fmla="*/ 25 w 17"/>
                  <a:gd name="T5" fmla="*/ 16 h 15"/>
                  <a:gd name="T6" fmla="*/ 43 w 17"/>
                  <a:gd name="T7" fmla="*/ 29 h 15"/>
                  <a:gd name="T8" fmla="*/ 68 w 17"/>
                  <a:gd name="T9" fmla="*/ 61 h 15"/>
                  <a:gd name="T10" fmla="*/ 68 w 17"/>
                  <a:gd name="T11" fmla="*/ 42 h 1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7" h="15">
                    <a:moveTo>
                      <a:pt x="15" y="7"/>
                    </a:moveTo>
                    <a:cubicBezTo>
                      <a:pt x="12" y="2"/>
                      <a:pt x="6" y="0"/>
                      <a:pt x="0" y="0"/>
                    </a:cubicBezTo>
                    <a:cubicBezTo>
                      <a:pt x="1" y="3"/>
                      <a:pt x="4" y="3"/>
                      <a:pt x="6" y="4"/>
                    </a:cubicBezTo>
                    <a:cubicBezTo>
                      <a:pt x="7" y="5"/>
                      <a:pt x="9" y="7"/>
                      <a:pt x="11" y="7"/>
                    </a:cubicBezTo>
                    <a:cubicBezTo>
                      <a:pt x="12" y="9"/>
                      <a:pt x="15" y="13"/>
                      <a:pt x="17" y="15"/>
                    </a:cubicBezTo>
                    <a:cubicBezTo>
                      <a:pt x="17" y="13"/>
                      <a:pt x="17" y="11"/>
                      <a:pt x="17" y="10"/>
                    </a:cubicBezTo>
                  </a:path>
                </a:pathLst>
              </a:custGeom>
              <a:solidFill>
                <a:srgbClr val="FDEA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514" name="Freeform 866">
                <a:extLst>
                  <a:ext uri="{FF2B5EF4-FFF2-40B4-BE49-F238E27FC236}">
                    <a16:creationId xmlns:a16="http://schemas.microsoft.com/office/drawing/2014/main" id="{36FDF8AE-B0A7-4B37-B48C-2715533F88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1" y="1054"/>
                <a:ext cx="57" cy="88"/>
              </a:xfrm>
              <a:custGeom>
                <a:avLst/>
                <a:gdLst>
                  <a:gd name="T0" fmla="*/ 0 w 35"/>
                  <a:gd name="T1" fmla="*/ 0 h 55"/>
                  <a:gd name="T2" fmla="*/ 55 w 35"/>
                  <a:gd name="T3" fmla="*/ 123 h 55"/>
                  <a:gd name="T4" fmla="*/ 151 w 35"/>
                  <a:gd name="T5" fmla="*/ 226 h 55"/>
                  <a:gd name="T6" fmla="*/ 60 w 35"/>
                  <a:gd name="T7" fmla="*/ 123 h 55"/>
                  <a:gd name="T8" fmla="*/ 5 w 35"/>
                  <a:gd name="T9" fmla="*/ 13 h 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" h="55">
                    <a:moveTo>
                      <a:pt x="0" y="0"/>
                    </a:moveTo>
                    <a:cubicBezTo>
                      <a:pt x="2" y="11"/>
                      <a:pt x="5" y="22"/>
                      <a:pt x="13" y="30"/>
                    </a:cubicBezTo>
                    <a:cubicBezTo>
                      <a:pt x="19" y="39"/>
                      <a:pt x="28" y="46"/>
                      <a:pt x="35" y="55"/>
                    </a:cubicBezTo>
                    <a:cubicBezTo>
                      <a:pt x="27" y="47"/>
                      <a:pt x="21" y="38"/>
                      <a:pt x="14" y="30"/>
                    </a:cubicBezTo>
                    <a:cubicBezTo>
                      <a:pt x="6" y="21"/>
                      <a:pt x="4" y="14"/>
                      <a:pt x="1" y="3"/>
                    </a:cubicBezTo>
                  </a:path>
                </a:pathLst>
              </a:custGeom>
              <a:solidFill>
                <a:srgbClr val="FDEA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515" name="Freeform 867">
                <a:extLst>
                  <a:ext uri="{FF2B5EF4-FFF2-40B4-BE49-F238E27FC236}">
                    <a16:creationId xmlns:a16="http://schemas.microsoft.com/office/drawing/2014/main" id="{423788BF-AC88-4823-8B23-DF75E5A602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6" y="1007"/>
                <a:ext cx="47" cy="118"/>
              </a:xfrm>
              <a:custGeom>
                <a:avLst/>
                <a:gdLst>
                  <a:gd name="T0" fmla="*/ 107 w 29"/>
                  <a:gd name="T1" fmla="*/ 0 h 73"/>
                  <a:gd name="T2" fmla="*/ 123 w 29"/>
                  <a:gd name="T3" fmla="*/ 42 h 73"/>
                  <a:gd name="T4" fmla="*/ 110 w 29"/>
                  <a:gd name="T5" fmla="*/ 97 h 73"/>
                  <a:gd name="T6" fmla="*/ 76 w 29"/>
                  <a:gd name="T7" fmla="*/ 204 h 73"/>
                  <a:gd name="T8" fmla="*/ 55 w 29"/>
                  <a:gd name="T9" fmla="*/ 254 h 73"/>
                  <a:gd name="T10" fmla="*/ 0 w 29"/>
                  <a:gd name="T11" fmla="*/ 309 h 73"/>
                  <a:gd name="T12" fmla="*/ 55 w 29"/>
                  <a:gd name="T13" fmla="*/ 215 h 73"/>
                  <a:gd name="T14" fmla="*/ 89 w 29"/>
                  <a:gd name="T15" fmla="*/ 118 h 73"/>
                  <a:gd name="T16" fmla="*/ 102 w 29"/>
                  <a:gd name="T17" fmla="*/ 0 h 7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9" h="73">
                    <a:moveTo>
                      <a:pt x="25" y="0"/>
                    </a:moveTo>
                    <a:cubicBezTo>
                      <a:pt x="26" y="4"/>
                      <a:pt x="29" y="6"/>
                      <a:pt x="29" y="10"/>
                    </a:cubicBezTo>
                    <a:cubicBezTo>
                      <a:pt x="28" y="15"/>
                      <a:pt x="27" y="19"/>
                      <a:pt x="26" y="23"/>
                    </a:cubicBezTo>
                    <a:cubicBezTo>
                      <a:pt x="23" y="32"/>
                      <a:pt x="21" y="40"/>
                      <a:pt x="18" y="48"/>
                    </a:cubicBezTo>
                    <a:cubicBezTo>
                      <a:pt x="16" y="52"/>
                      <a:pt x="15" y="56"/>
                      <a:pt x="13" y="60"/>
                    </a:cubicBezTo>
                    <a:cubicBezTo>
                      <a:pt x="9" y="65"/>
                      <a:pt x="4" y="69"/>
                      <a:pt x="0" y="73"/>
                    </a:cubicBezTo>
                    <a:cubicBezTo>
                      <a:pt x="4" y="66"/>
                      <a:pt x="10" y="59"/>
                      <a:pt x="13" y="51"/>
                    </a:cubicBezTo>
                    <a:cubicBezTo>
                      <a:pt x="16" y="43"/>
                      <a:pt x="19" y="36"/>
                      <a:pt x="21" y="28"/>
                    </a:cubicBezTo>
                    <a:cubicBezTo>
                      <a:pt x="23" y="19"/>
                      <a:pt x="24" y="9"/>
                      <a:pt x="24" y="0"/>
                    </a:cubicBezTo>
                  </a:path>
                </a:pathLst>
              </a:custGeom>
              <a:solidFill>
                <a:srgbClr val="FDEA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516" name="Freeform 868">
                <a:extLst>
                  <a:ext uri="{FF2B5EF4-FFF2-40B4-BE49-F238E27FC236}">
                    <a16:creationId xmlns:a16="http://schemas.microsoft.com/office/drawing/2014/main" id="{AB42C342-8422-4E5B-83D2-00F8F11AB8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3" y="1073"/>
                <a:ext cx="12" cy="19"/>
              </a:xfrm>
              <a:custGeom>
                <a:avLst/>
                <a:gdLst>
                  <a:gd name="T0" fmla="*/ 36 w 7"/>
                  <a:gd name="T1" fmla="*/ 43 h 12"/>
                  <a:gd name="T2" fmla="*/ 26 w 7"/>
                  <a:gd name="T3" fmla="*/ 0 h 12"/>
                  <a:gd name="T4" fmla="*/ 29 w 7"/>
                  <a:gd name="T5" fmla="*/ 43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2">
                    <a:moveTo>
                      <a:pt x="7" y="11"/>
                    </a:moveTo>
                    <a:cubicBezTo>
                      <a:pt x="4" y="11"/>
                      <a:pt x="4" y="2"/>
                      <a:pt x="5" y="0"/>
                    </a:cubicBezTo>
                    <a:cubicBezTo>
                      <a:pt x="3" y="3"/>
                      <a:pt x="0" y="12"/>
                      <a:pt x="6" y="1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517" name="Freeform 869">
                <a:extLst>
                  <a:ext uri="{FF2B5EF4-FFF2-40B4-BE49-F238E27FC236}">
                    <a16:creationId xmlns:a16="http://schemas.microsoft.com/office/drawing/2014/main" id="{46DA3B9B-6C5D-4419-BA32-1EC79D2347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8" y="986"/>
                <a:ext cx="17" cy="3"/>
              </a:xfrm>
              <a:custGeom>
                <a:avLst/>
                <a:gdLst>
                  <a:gd name="T0" fmla="*/ 40 w 11"/>
                  <a:gd name="T1" fmla="*/ 8 h 2"/>
                  <a:gd name="T2" fmla="*/ 0 w 11"/>
                  <a:gd name="T3" fmla="*/ 0 h 2"/>
                  <a:gd name="T4" fmla="*/ 22 w 11"/>
                  <a:gd name="T5" fmla="*/ 5 h 2"/>
                  <a:gd name="T6" fmla="*/ 34 w 11"/>
                  <a:gd name="T7" fmla="*/ 8 h 2"/>
                  <a:gd name="T8" fmla="*/ 36 w 11"/>
                  <a:gd name="T9" fmla="*/ 8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2">
                    <a:moveTo>
                      <a:pt x="11" y="2"/>
                    </a:moveTo>
                    <a:cubicBezTo>
                      <a:pt x="7" y="0"/>
                      <a:pt x="3" y="1"/>
                      <a:pt x="0" y="0"/>
                    </a:cubicBezTo>
                    <a:cubicBezTo>
                      <a:pt x="2" y="1"/>
                      <a:pt x="4" y="1"/>
                      <a:pt x="6" y="1"/>
                    </a:cubicBezTo>
                    <a:cubicBezTo>
                      <a:pt x="7" y="2"/>
                      <a:pt x="8" y="2"/>
                      <a:pt x="9" y="2"/>
                    </a:cubicBezTo>
                    <a:cubicBezTo>
                      <a:pt x="10" y="2"/>
                      <a:pt x="10" y="2"/>
                      <a:pt x="10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518" name="Freeform 870">
                <a:extLst>
                  <a:ext uri="{FF2B5EF4-FFF2-40B4-BE49-F238E27FC236}">
                    <a16:creationId xmlns:a16="http://schemas.microsoft.com/office/drawing/2014/main" id="{FBCED7BB-DE99-411B-8357-95834ABCA5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4" y="973"/>
                <a:ext cx="12" cy="8"/>
              </a:xfrm>
              <a:custGeom>
                <a:avLst/>
                <a:gdLst>
                  <a:gd name="T0" fmla="*/ 36 w 7"/>
                  <a:gd name="T1" fmla="*/ 21 h 5"/>
                  <a:gd name="T2" fmla="*/ 0 w 7"/>
                  <a:gd name="T3" fmla="*/ 0 h 5"/>
                  <a:gd name="T4" fmla="*/ 29 w 7"/>
                  <a:gd name="T5" fmla="*/ 21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5">
                    <a:moveTo>
                      <a:pt x="7" y="5"/>
                    </a:moveTo>
                    <a:cubicBezTo>
                      <a:pt x="4" y="5"/>
                      <a:pt x="2" y="2"/>
                      <a:pt x="0" y="0"/>
                    </a:cubicBezTo>
                    <a:cubicBezTo>
                      <a:pt x="2" y="1"/>
                      <a:pt x="4" y="4"/>
                      <a:pt x="6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519" name="Freeform 871">
                <a:extLst>
                  <a:ext uri="{FF2B5EF4-FFF2-40B4-BE49-F238E27FC236}">
                    <a16:creationId xmlns:a16="http://schemas.microsoft.com/office/drawing/2014/main" id="{9DDA82F3-3FEB-4E0A-A126-679737C48A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5" y="996"/>
                <a:ext cx="50" cy="114"/>
              </a:xfrm>
              <a:custGeom>
                <a:avLst/>
                <a:gdLst>
                  <a:gd name="T0" fmla="*/ 21 w 31"/>
                  <a:gd name="T1" fmla="*/ 26 h 71"/>
                  <a:gd name="T2" fmla="*/ 39 w 31"/>
                  <a:gd name="T3" fmla="*/ 95 h 71"/>
                  <a:gd name="T4" fmla="*/ 50 w 31"/>
                  <a:gd name="T5" fmla="*/ 165 h 71"/>
                  <a:gd name="T6" fmla="*/ 131 w 31"/>
                  <a:gd name="T7" fmla="*/ 294 h 71"/>
                  <a:gd name="T8" fmla="*/ 76 w 31"/>
                  <a:gd name="T9" fmla="*/ 191 h 71"/>
                  <a:gd name="T10" fmla="*/ 55 w 31"/>
                  <a:gd name="T11" fmla="*/ 95 h 71"/>
                  <a:gd name="T12" fmla="*/ 42 w 31"/>
                  <a:gd name="T13" fmla="*/ 26 h 71"/>
                  <a:gd name="T14" fmla="*/ 16 w 31"/>
                  <a:gd name="T15" fmla="*/ 29 h 7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1" h="71">
                    <a:moveTo>
                      <a:pt x="5" y="6"/>
                    </a:moveTo>
                    <a:cubicBezTo>
                      <a:pt x="4" y="11"/>
                      <a:pt x="8" y="19"/>
                      <a:pt x="9" y="23"/>
                    </a:cubicBezTo>
                    <a:cubicBezTo>
                      <a:pt x="10" y="29"/>
                      <a:pt x="11" y="35"/>
                      <a:pt x="12" y="40"/>
                    </a:cubicBezTo>
                    <a:cubicBezTo>
                      <a:pt x="15" y="52"/>
                      <a:pt x="22" y="63"/>
                      <a:pt x="31" y="71"/>
                    </a:cubicBezTo>
                    <a:cubicBezTo>
                      <a:pt x="26" y="63"/>
                      <a:pt x="21" y="56"/>
                      <a:pt x="18" y="46"/>
                    </a:cubicBezTo>
                    <a:cubicBezTo>
                      <a:pt x="15" y="39"/>
                      <a:pt x="14" y="31"/>
                      <a:pt x="13" y="23"/>
                    </a:cubicBezTo>
                    <a:cubicBezTo>
                      <a:pt x="12" y="17"/>
                      <a:pt x="13" y="11"/>
                      <a:pt x="10" y="6"/>
                    </a:cubicBezTo>
                    <a:cubicBezTo>
                      <a:pt x="7" y="0"/>
                      <a:pt x="0" y="0"/>
                      <a:pt x="4" y="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520" name="Freeform 872">
                <a:extLst>
                  <a:ext uri="{FF2B5EF4-FFF2-40B4-BE49-F238E27FC236}">
                    <a16:creationId xmlns:a16="http://schemas.microsoft.com/office/drawing/2014/main" id="{B9927D6B-A9EC-4156-B45B-DECB96C0FA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8" y="1431"/>
                <a:ext cx="19" cy="162"/>
              </a:xfrm>
              <a:custGeom>
                <a:avLst/>
                <a:gdLst>
                  <a:gd name="T0" fmla="*/ 0 w 12"/>
                  <a:gd name="T1" fmla="*/ 424 h 100"/>
                  <a:gd name="T2" fmla="*/ 40 w 12"/>
                  <a:gd name="T3" fmla="*/ 207 h 100"/>
                  <a:gd name="T4" fmla="*/ 21 w 12"/>
                  <a:gd name="T5" fmla="*/ 0 h 1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00">
                    <a:moveTo>
                      <a:pt x="0" y="100"/>
                    </a:moveTo>
                    <a:cubicBezTo>
                      <a:pt x="4" y="83"/>
                      <a:pt x="8" y="65"/>
                      <a:pt x="10" y="49"/>
                    </a:cubicBezTo>
                    <a:cubicBezTo>
                      <a:pt x="12" y="31"/>
                      <a:pt x="7" y="17"/>
                      <a:pt x="5" y="0"/>
                    </a:cubicBezTo>
                  </a:path>
                </a:pathLst>
              </a:custGeom>
              <a:noFill/>
              <a:ln w="3175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</p:grpSp>
        <p:sp>
          <p:nvSpPr>
            <p:cNvPr id="39291" name="Freeform 873">
              <a:extLst>
                <a:ext uri="{FF2B5EF4-FFF2-40B4-BE49-F238E27FC236}">
                  <a16:creationId xmlns:a16="http://schemas.microsoft.com/office/drawing/2014/main" id="{B056B350-B0C1-4ABE-9176-AB52385BDEB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6" y="1448"/>
              <a:ext cx="24" cy="145"/>
            </a:xfrm>
            <a:custGeom>
              <a:avLst/>
              <a:gdLst>
                <a:gd name="T0" fmla="*/ 0 w 15"/>
                <a:gd name="T1" fmla="*/ 0 h 90"/>
                <a:gd name="T2" fmla="*/ 61 w 15"/>
                <a:gd name="T3" fmla="*/ 377 h 9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90">
                  <a:moveTo>
                    <a:pt x="0" y="0"/>
                  </a:moveTo>
                  <a:cubicBezTo>
                    <a:pt x="0" y="29"/>
                    <a:pt x="0" y="66"/>
                    <a:pt x="15" y="90"/>
                  </a:cubicBezTo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9292" name="Freeform 874">
              <a:extLst>
                <a:ext uri="{FF2B5EF4-FFF2-40B4-BE49-F238E27FC236}">
                  <a16:creationId xmlns:a16="http://schemas.microsoft.com/office/drawing/2014/main" id="{65C72562-5C94-4DEE-89BD-291F5988F87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6" y="1459"/>
              <a:ext cx="8" cy="32"/>
            </a:xfrm>
            <a:custGeom>
              <a:avLst/>
              <a:gdLst>
                <a:gd name="T0" fmla="*/ 0 w 5"/>
                <a:gd name="T1" fmla="*/ 82 h 20"/>
                <a:gd name="T2" fmla="*/ 21 w 5"/>
                <a:gd name="T3" fmla="*/ 0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0">
                  <a:moveTo>
                    <a:pt x="0" y="20"/>
                  </a:moveTo>
                  <a:cubicBezTo>
                    <a:pt x="1" y="12"/>
                    <a:pt x="0" y="6"/>
                    <a:pt x="5" y="0"/>
                  </a:cubicBezTo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9293" name="Freeform 875">
              <a:extLst>
                <a:ext uri="{FF2B5EF4-FFF2-40B4-BE49-F238E27FC236}">
                  <a16:creationId xmlns:a16="http://schemas.microsoft.com/office/drawing/2014/main" id="{A48CC02C-0255-4041-86D4-6C7EC51F9CE4}"/>
                </a:ext>
              </a:extLst>
            </p:cNvPr>
            <p:cNvSpPr>
              <a:spLocks/>
            </p:cNvSpPr>
            <p:nvPr/>
          </p:nvSpPr>
          <p:spPr bwMode="auto">
            <a:xfrm>
              <a:off x="573" y="1441"/>
              <a:ext cx="18" cy="24"/>
            </a:xfrm>
            <a:custGeom>
              <a:avLst/>
              <a:gdLst>
                <a:gd name="T0" fmla="*/ 47 w 11"/>
                <a:gd name="T1" fmla="*/ 61 h 15"/>
                <a:gd name="T2" fmla="*/ 0 w 11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5">
                  <a:moveTo>
                    <a:pt x="11" y="15"/>
                  </a:moveTo>
                  <a:cubicBezTo>
                    <a:pt x="10" y="8"/>
                    <a:pt x="7" y="3"/>
                    <a:pt x="0" y="0"/>
                  </a:cubicBezTo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9294" name="Freeform 876">
              <a:extLst>
                <a:ext uri="{FF2B5EF4-FFF2-40B4-BE49-F238E27FC236}">
                  <a16:creationId xmlns:a16="http://schemas.microsoft.com/office/drawing/2014/main" id="{D095931A-C05C-40C5-961F-137CF3F51D9D}"/>
                </a:ext>
              </a:extLst>
            </p:cNvPr>
            <p:cNvSpPr>
              <a:spLocks/>
            </p:cNvSpPr>
            <p:nvPr/>
          </p:nvSpPr>
          <p:spPr bwMode="auto">
            <a:xfrm>
              <a:off x="739" y="992"/>
              <a:ext cx="24" cy="2"/>
            </a:xfrm>
            <a:custGeom>
              <a:avLst/>
              <a:gdLst>
                <a:gd name="T0" fmla="*/ 61 w 15"/>
                <a:gd name="T1" fmla="*/ 8 h 1"/>
                <a:gd name="T2" fmla="*/ 35 w 15"/>
                <a:gd name="T3" fmla="*/ 8 h 1"/>
                <a:gd name="T4" fmla="*/ 0 w 15"/>
                <a:gd name="T5" fmla="*/ 8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">
                  <a:moveTo>
                    <a:pt x="15" y="1"/>
                  </a:moveTo>
                  <a:cubicBezTo>
                    <a:pt x="13" y="1"/>
                    <a:pt x="11" y="1"/>
                    <a:pt x="9" y="1"/>
                  </a:cubicBezTo>
                  <a:cubicBezTo>
                    <a:pt x="6" y="0"/>
                    <a:pt x="3" y="1"/>
                    <a:pt x="0" y="1"/>
                  </a:cubicBezTo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9295" name="Freeform 877">
              <a:extLst>
                <a:ext uri="{FF2B5EF4-FFF2-40B4-BE49-F238E27FC236}">
                  <a16:creationId xmlns:a16="http://schemas.microsoft.com/office/drawing/2014/main" id="{21AB033B-E5F2-4D64-A946-99A17178FADD}"/>
                </a:ext>
              </a:extLst>
            </p:cNvPr>
            <p:cNvSpPr>
              <a:spLocks/>
            </p:cNvSpPr>
            <p:nvPr/>
          </p:nvSpPr>
          <p:spPr bwMode="auto">
            <a:xfrm>
              <a:off x="933" y="989"/>
              <a:ext cx="26" cy="5"/>
            </a:xfrm>
            <a:custGeom>
              <a:avLst/>
              <a:gdLst>
                <a:gd name="T0" fmla="*/ 0 w 16"/>
                <a:gd name="T1" fmla="*/ 13 h 3"/>
                <a:gd name="T2" fmla="*/ 26 w 16"/>
                <a:gd name="T3" fmla="*/ 5 h 3"/>
                <a:gd name="T4" fmla="*/ 54 w 16"/>
                <a:gd name="T5" fmla="*/ 5 h 3"/>
                <a:gd name="T6" fmla="*/ 68 w 16"/>
                <a:gd name="T7" fmla="*/ 5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3">
                  <a:moveTo>
                    <a:pt x="0" y="3"/>
                  </a:moveTo>
                  <a:cubicBezTo>
                    <a:pt x="2" y="3"/>
                    <a:pt x="4" y="2"/>
                    <a:pt x="6" y="1"/>
                  </a:cubicBezTo>
                  <a:cubicBezTo>
                    <a:pt x="8" y="1"/>
                    <a:pt x="10" y="1"/>
                    <a:pt x="12" y="1"/>
                  </a:cubicBezTo>
                  <a:cubicBezTo>
                    <a:pt x="13" y="1"/>
                    <a:pt x="15" y="0"/>
                    <a:pt x="16" y="1"/>
                  </a:cubicBezTo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9296" name="Freeform 878">
              <a:extLst>
                <a:ext uri="{FF2B5EF4-FFF2-40B4-BE49-F238E27FC236}">
                  <a16:creationId xmlns:a16="http://schemas.microsoft.com/office/drawing/2014/main" id="{58C64603-E5E1-4CCD-9A85-B70758104C15}"/>
                </a:ext>
              </a:extLst>
            </p:cNvPr>
            <p:cNvSpPr>
              <a:spLocks/>
            </p:cNvSpPr>
            <p:nvPr/>
          </p:nvSpPr>
          <p:spPr bwMode="auto">
            <a:xfrm>
              <a:off x="723" y="984"/>
              <a:ext cx="21" cy="4"/>
            </a:xfrm>
            <a:custGeom>
              <a:avLst/>
              <a:gdLst>
                <a:gd name="T0" fmla="*/ 55 w 13"/>
                <a:gd name="T1" fmla="*/ 16 h 2"/>
                <a:gd name="T2" fmla="*/ 34 w 13"/>
                <a:gd name="T3" fmla="*/ 8 h 2"/>
                <a:gd name="T4" fmla="*/ 0 w 13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2">
                  <a:moveTo>
                    <a:pt x="13" y="2"/>
                  </a:moveTo>
                  <a:cubicBezTo>
                    <a:pt x="11" y="2"/>
                    <a:pt x="10" y="1"/>
                    <a:pt x="8" y="1"/>
                  </a:cubicBezTo>
                  <a:cubicBezTo>
                    <a:pt x="5" y="1"/>
                    <a:pt x="2" y="1"/>
                    <a:pt x="0" y="0"/>
                  </a:cubicBezTo>
                </a:path>
              </a:pathLst>
            </a:custGeom>
            <a:noFill/>
            <a:ln w="3175" cap="rnd">
              <a:solidFill>
                <a:srgbClr val="DCC0B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9297" name="Freeform 879">
              <a:extLst>
                <a:ext uri="{FF2B5EF4-FFF2-40B4-BE49-F238E27FC236}">
                  <a16:creationId xmlns:a16="http://schemas.microsoft.com/office/drawing/2014/main" id="{A2776045-76E3-47EB-84EE-09D641090216}"/>
                </a:ext>
              </a:extLst>
            </p:cNvPr>
            <p:cNvSpPr>
              <a:spLocks/>
            </p:cNvSpPr>
            <p:nvPr/>
          </p:nvSpPr>
          <p:spPr bwMode="auto">
            <a:xfrm>
              <a:off x="729" y="979"/>
              <a:ext cx="10" cy="4"/>
            </a:xfrm>
            <a:custGeom>
              <a:avLst/>
              <a:gdLst>
                <a:gd name="T0" fmla="*/ 28 w 6"/>
                <a:gd name="T1" fmla="*/ 16 h 2"/>
                <a:gd name="T2" fmla="*/ 0 w 6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">
                  <a:moveTo>
                    <a:pt x="6" y="2"/>
                  </a:moveTo>
                  <a:cubicBezTo>
                    <a:pt x="4" y="1"/>
                    <a:pt x="2" y="0"/>
                    <a:pt x="0" y="0"/>
                  </a:cubicBezTo>
                </a:path>
              </a:pathLst>
            </a:custGeom>
            <a:noFill/>
            <a:ln w="3175" cap="rnd">
              <a:solidFill>
                <a:srgbClr val="DCC0B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9298" name="Freeform 880">
              <a:extLst>
                <a:ext uri="{FF2B5EF4-FFF2-40B4-BE49-F238E27FC236}">
                  <a16:creationId xmlns:a16="http://schemas.microsoft.com/office/drawing/2014/main" id="{0A26F5DC-5D93-4073-9A16-661ECE5268FB}"/>
                </a:ext>
              </a:extLst>
            </p:cNvPr>
            <p:cNvSpPr>
              <a:spLocks/>
            </p:cNvSpPr>
            <p:nvPr/>
          </p:nvSpPr>
          <p:spPr bwMode="auto">
            <a:xfrm>
              <a:off x="951" y="983"/>
              <a:ext cx="8" cy="1"/>
            </a:xfrm>
            <a:custGeom>
              <a:avLst/>
              <a:gdLst>
                <a:gd name="T0" fmla="*/ 0 w 5"/>
                <a:gd name="T1" fmla="*/ 1 h 1"/>
                <a:gd name="T2" fmla="*/ 21 w 5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">
                  <a:moveTo>
                    <a:pt x="0" y="1"/>
                  </a:moveTo>
                  <a:cubicBezTo>
                    <a:pt x="2" y="1"/>
                    <a:pt x="3" y="0"/>
                    <a:pt x="5" y="0"/>
                  </a:cubicBezTo>
                </a:path>
              </a:pathLst>
            </a:custGeom>
            <a:noFill/>
            <a:ln w="3175" cap="rnd">
              <a:solidFill>
                <a:srgbClr val="DCC0B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9299" name="Freeform 881">
              <a:extLst>
                <a:ext uri="{FF2B5EF4-FFF2-40B4-BE49-F238E27FC236}">
                  <a16:creationId xmlns:a16="http://schemas.microsoft.com/office/drawing/2014/main" id="{32C8AAA1-2D4C-44F3-B816-8FAFDBF2544A}"/>
                </a:ext>
              </a:extLst>
            </p:cNvPr>
            <p:cNvSpPr>
              <a:spLocks/>
            </p:cNvSpPr>
            <p:nvPr/>
          </p:nvSpPr>
          <p:spPr bwMode="auto">
            <a:xfrm>
              <a:off x="951" y="978"/>
              <a:ext cx="4" cy="1"/>
            </a:xfrm>
            <a:custGeom>
              <a:avLst/>
              <a:gdLst>
                <a:gd name="T0" fmla="*/ 7 w 3"/>
                <a:gd name="T1" fmla="*/ 0 h 1"/>
                <a:gd name="T2" fmla="*/ 0 w 3"/>
                <a:gd name="T3" fmla="*/ 1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">
                  <a:moveTo>
                    <a:pt x="3" y="0"/>
                  </a:moveTo>
                  <a:cubicBezTo>
                    <a:pt x="2" y="0"/>
                    <a:pt x="1" y="0"/>
                    <a:pt x="0" y="1"/>
                  </a:cubicBezTo>
                </a:path>
              </a:pathLst>
            </a:custGeom>
            <a:noFill/>
            <a:ln w="3175" cap="rnd">
              <a:solidFill>
                <a:srgbClr val="DCC0B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9300" name="Freeform 882">
              <a:extLst>
                <a:ext uri="{FF2B5EF4-FFF2-40B4-BE49-F238E27FC236}">
                  <a16:creationId xmlns:a16="http://schemas.microsoft.com/office/drawing/2014/main" id="{89778265-FABF-47AC-BA99-DFA35BAF1485}"/>
                </a:ext>
              </a:extLst>
            </p:cNvPr>
            <p:cNvSpPr>
              <a:spLocks/>
            </p:cNvSpPr>
            <p:nvPr/>
          </p:nvSpPr>
          <p:spPr bwMode="auto">
            <a:xfrm>
              <a:off x="876" y="976"/>
              <a:ext cx="39" cy="33"/>
            </a:xfrm>
            <a:custGeom>
              <a:avLst/>
              <a:gdLst>
                <a:gd name="T0" fmla="*/ 8 w 24"/>
                <a:gd name="T1" fmla="*/ 5 h 20"/>
                <a:gd name="T2" fmla="*/ 34 w 24"/>
                <a:gd name="T3" fmla="*/ 58 h 20"/>
                <a:gd name="T4" fmla="*/ 102 w 24"/>
                <a:gd name="T5" fmla="*/ 89 h 20"/>
                <a:gd name="T6" fmla="*/ 47 w 24"/>
                <a:gd name="T7" fmla="*/ 54 h 20"/>
                <a:gd name="T8" fmla="*/ 5 w 24"/>
                <a:gd name="T9" fmla="*/ 0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20">
                  <a:moveTo>
                    <a:pt x="2" y="1"/>
                  </a:moveTo>
                  <a:cubicBezTo>
                    <a:pt x="0" y="5"/>
                    <a:pt x="5" y="11"/>
                    <a:pt x="8" y="13"/>
                  </a:cubicBezTo>
                  <a:cubicBezTo>
                    <a:pt x="12" y="17"/>
                    <a:pt x="19" y="19"/>
                    <a:pt x="24" y="20"/>
                  </a:cubicBezTo>
                  <a:cubicBezTo>
                    <a:pt x="23" y="16"/>
                    <a:pt x="15" y="14"/>
                    <a:pt x="11" y="12"/>
                  </a:cubicBezTo>
                  <a:cubicBezTo>
                    <a:pt x="8" y="10"/>
                    <a:pt x="1" y="5"/>
                    <a:pt x="1" y="0"/>
                  </a:cubicBezTo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9301" name="Freeform 883">
              <a:extLst>
                <a:ext uri="{FF2B5EF4-FFF2-40B4-BE49-F238E27FC236}">
                  <a16:creationId xmlns:a16="http://schemas.microsoft.com/office/drawing/2014/main" id="{BFC7CEFB-C020-4A01-8B22-1A20D5C161E7}"/>
                </a:ext>
              </a:extLst>
            </p:cNvPr>
            <p:cNvSpPr>
              <a:spLocks/>
            </p:cNvSpPr>
            <p:nvPr/>
          </p:nvSpPr>
          <p:spPr bwMode="auto">
            <a:xfrm>
              <a:off x="776" y="979"/>
              <a:ext cx="41" cy="36"/>
            </a:xfrm>
            <a:custGeom>
              <a:avLst/>
              <a:gdLst>
                <a:gd name="T0" fmla="*/ 105 w 25"/>
                <a:gd name="T1" fmla="*/ 0 h 22"/>
                <a:gd name="T2" fmla="*/ 92 w 25"/>
                <a:gd name="T3" fmla="*/ 29 h 22"/>
                <a:gd name="T4" fmla="*/ 62 w 25"/>
                <a:gd name="T5" fmla="*/ 54 h 22"/>
                <a:gd name="T6" fmla="*/ 0 w 25"/>
                <a:gd name="T7" fmla="*/ 70 h 22"/>
                <a:gd name="T8" fmla="*/ 71 w 25"/>
                <a:gd name="T9" fmla="*/ 56 h 22"/>
                <a:gd name="T10" fmla="*/ 110 w 25"/>
                <a:gd name="T11" fmla="*/ 8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" h="22">
                  <a:moveTo>
                    <a:pt x="24" y="0"/>
                  </a:moveTo>
                  <a:cubicBezTo>
                    <a:pt x="23" y="2"/>
                    <a:pt x="23" y="5"/>
                    <a:pt x="21" y="7"/>
                  </a:cubicBezTo>
                  <a:cubicBezTo>
                    <a:pt x="19" y="9"/>
                    <a:pt x="17" y="11"/>
                    <a:pt x="14" y="12"/>
                  </a:cubicBezTo>
                  <a:cubicBezTo>
                    <a:pt x="10" y="14"/>
                    <a:pt x="5" y="15"/>
                    <a:pt x="0" y="16"/>
                  </a:cubicBezTo>
                  <a:cubicBezTo>
                    <a:pt x="2" y="22"/>
                    <a:pt x="13" y="15"/>
                    <a:pt x="16" y="13"/>
                  </a:cubicBezTo>
                  <a:cubicBezTo>
                    <a:pt x="20" y="11"/>
                    <a:pt x="24" y="7"/>
                    <a:pt x="25" y="2"/>
                  </a:cubicBezTo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9302" name="Line 884">
              <a:extLst>
                <a:ext uri="{FF2B5EF4-FFF2-40B4-BE49-F238E27FC236}">
                  <a16:creationId xmlns:a16="http://schemas.microsoft.com/office/drawing/2014/main" id="{6F7016A4-4D8C-495A-A89A-DE255E031CE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07" y="1089"/>
              <a:ext cx="1" cy="1"/>
            </a:xfrm>
            <a:prstGeom prst="line">
              <a:avLst/>
            </a:prstGeom>
            <a:noFill/>
            <a:ln w="3175" cap="rnd">
              <a:solidFill>
                <a:srgbClr val="58585A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9303" name="Freeform 885">
              <a:extLst>
                <a:ext uri="{FF2B5EF4-FFF2-40B4-BE49-F238E27FC236}">
                  <a16:creationId xmlns:a16="http://schemas.microsoft.com/office/drawing/2014/main" id="{90D1D282-EBDE-49E0-996B-D0EB383ED94C}"/>
                </a:ext>
              </a:extLst>
            </p:cNvPr>
            <p:cNvSpPr>
              <a:spLocks/>
            </p:cNvSpPr>
            <p:nvPr/>
          </p:nvSpPr>
          <p:spPr bwMode="auto">
            <a:xfrm>
              <a:off x="809" y="1054"/>
              <a:ext cx="18" cy="37"/>
            </a:xfrm>
            <a:custGeom>
              <a:avLst/>
              <a:gdLst>
                <a:gd name="T0" fmla="*/ 0 w 11"/>
                <a:gd name="T1" fmla="*/ 97 h 23"/>
                <a:gd name="T2" fmla="*/ 47 w 11"/>
                <a:gd name="T3" fmla="*/ 0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23">
                  <a:moveTo>
                    <a:pt x="0" y="23"/>
                  </a:moveTo>
                  <a:cubicBezTo>
                    <a:pt x="0" y="23"/>
                    <a:pt x="3" y="9"/>
                    <a:pt x="11" y="0"/>
                  </a:cubicBezTo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9304" name="Freeform 886">
              <a:extLst>
                <a:ext uri="{FF2B5EF4-FFF2-40B4-BE49-F238E27FC236}">
                  <a16:creationId xmlns:a16="http://schemas.microsoft.com/office/drawing/2014/main" id="{F52733A9-2A5A-44D0-991D-C51565E05407}"/>
                </a:ext>
              </a:extLst>
            </p:cNvPr>
            <p:cNvSpPr>
              <a:spLocks/>
            </p:cNvSpPr>
            <p:nvPr/>
          </p:nvSpPr>
          <p:spPr bwMode="auto">
            <a:xfrm>
              <a:off x="884" y="1054"/>
              <a:ext cx="16" cy="32"/>
            </a:xfrm>
            <a:custGeom>
              <a:avLst/>
              <a:gdLst>
                <a:gd name="T0" fmla="*/ 42 w 10"/>
                <a:gd name="T1" fmla="*/ 82 h 20"/>
                <a:gd name="T2" fmla="*/ 0 w 10"/>
                <a:gd name="T3" fmla="*/ 0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0">
                  <a:moveTo>
                    <a:pt x="10" y="20"/>
                  </a:moveTo>
                  <a:cubicBezTo>
                    <a:pt x="10" y="20"/>
                    <a:pt x="8" y="8"/>
                    <a:pt x="0" y="0"/>
                  </a:cubicBezTo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9305" name="Freeform 887">
              <a:extLst>
                <a:ext uri="{FF2B5EF4-FFF2-40B4-BE49-F238E27FC236}">
                  <a16:creationId xmlns:a16="http://schemas.microsoft.com/office/drawing/2014/main" id="{FED5B906-3C2E-4CD6-9193-2BBFF35D49D0}"/>
                </a:ext>
              </a:extLst>
            </p:cNvPr>
            <p:cNvSpPr>
              <a:spLocks/>
            </p:cNvSpPr>
            <p:nvPr/>
          </p:nvSpPr>
          <p:spPr bwMode="auto">
            <a:xfrm>
              <a:off x="747" y="967"/>
              <a:ext cx="16" cy="12"/>
            </a:xfrm>
            <a:custGeom>
              <a:avLst/>
              <a:gdLst>
                <a:gd name="T0" fmla="*/ 42 w 10"/>
                <a:gd name="T1" fmla="*/ 0 h 8"/>
                <a:gd name="T2" fmla="*/ 16 w 10"/>
                <a:gd name="T3" fmla="*/ 14 h 8"/>
                <a:gd name="T4" fmla="*/ 0 w 10"/>
                <a:gd name="T5" fmla="*/ 26 h 8"/>
                <a:gd name="T6" fmla="*/ 26 w 10"/>
                <a:gd name="T7" fmla="*/ 18 h 8"/>
                <a:gd name="T8" fmla="*/ 35 w 10"/>
                <a:gd name="T9" fmla="*/ 5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10" y="0"/>
                  </a:moveTo>
                  <a:cubicBezTo>
                    <a:pt x="8" y="2"/>
                    <a:pt x="6" y="3"/>
                    <a:pt x="4" y="4"/>
                  </a:cubicBezTo>
                  <a:cubicBezTo>
                    <a:pt x="3" y="5"/>
                    <a:pt x="1" y="6"/>
                    <a:pt x="0" y="7"/>
                  </a:cubicBezTo>
                  <a:cubicBezTo>
                    <a:pt x="2" y="8"/>
                    <a:pt x="5" y="6"/>
                    <a:pt x="6" y="5"/>
                  </a:cubicBezTo>
                  <a:cubicBezTo>
                    <a:pt x="7" y="4"/>
                    <a:pt x="8" y="2"/>
                    <a:pt x="9" y="1"/>
                  </a:cubicBezTo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9306" name="Freeform 888">
              <a:extLst>
                <a:ext uri="{FF2B5EF4-FFF2-40B4-BE49-F238E27FC236}">
                  <a16:creationId xmlns:a16="http://schemas.microsoft.com/office/drawing/2014/main" id="{072C86C2-FE34-4511-84AE-864EF3C0E841}"/>
                </a:ext>
              </a:extLst>
            </p:cNvPr>
            <p:cNvSpPr>
              <a:spLocks/>
            </p:cNvSpPr>
            <p:nvPr/>
          </p:nvSpPr>
          <p:spPr bwMode="auto">
            <a:xfrm>
              <a:off x="741" y="954"/>
              <a:ext cx="35" cy="25"/>
            </a:xfrm>
            <a:custGeom>
              <a:avLst/>
              <a:gdLst>
                <a:gd name="T0" fmla="*/ 89 w 22"/>
                <a:gd name="T1" fmla="*/ 5 h 16"/>
                <a:gd name="T2" fmla="*/ 64 w 22"/>
                <a:gd name="T3" fmla="*/ 14 h 16"/>
                <a:gd name="T4" fmla="*/ 35 w 22"/>
                <a:gd name="T5" fmla="*/ 31 h 16"/>
                <a:gd name="T6" fmla="*/ 21 w 22"/>
                <a:gd name="T7" fmla="*/ 47 h 16"/>
                <a:gd name="T8" fmla="*/ 13 w 22"/>
                <a:gd name="T9" fmla="*/ 53 h 16"/>
                <a:gd name="T10" fmla="*/ 5 w 22"/>
                <a:gd name="T11" fmla="*/ 61 h 16"/>
                <a:gd name="T12" fmla="*/ 8 w 22"/>
                <a:gd name="T13" fmla="*/ 42 h 16"/>
                <a:gd name="T14" fmla="*/ 25 w 22"/>
                <a:gd name="T15" fmla="*/ 27 h 16"/>
                <a:gd name="T16" fmla="*/ 48 w 22"/>
                <a:gd name="T17" fmla="*/ 13 h 16"/>
                <a:gd name="T18" fmla="*/ 76 w 22"/>
                <a:gd name="T19" fmla="*/ 0 h 16"/>
                <a:gd name="T20" fmla="*/ 89 w 22"/>
                <a:gd name="T21" fmla="*/ 5 h 1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2" h="16">
                  <a:moveTo>
                    <a:pt x="22" y="1"/>
                  </a:moveTo>
                  <a:cubicBezTo>
                    <a:pt x="21" y="2"/>
                    <a:pt x="18" y="3"/>
                    <a:pt x="16" y="4"/>
                  </a:cubicBezTo>
                  <a:cubicBezTo>
                    <a:pt x="14" y="5"/>
                    <a:pt x="12" y="6"/>
                    <a:pt x="9" y="8"/>
                  </a:cubicBezTo>
                  <a:cubicBezTo>
                    <a:pt x="8" y="9"/>
                    <a:pt x="6" y="10"/>
                    <a:pt x="5" y="12"/>
                  </a:cubicBezTo>
                  <a:cubicBezTo>
                    <a:pt x="4" y="13"/>
                    <a:pt x="4" y="13"/>
                    <a:pt x="3" y="14"/>
                  </a:cubicBezTo>
                  <a:cubicBezTo>
                    <a:pt x="2" y="15"/>
                    <a:pt x="2" y="16"/>
                    <a:pt x="1" y="16"/>
                  </a:cubicBezTo>
                  <a:cubicBezTo>
                    <a:pt x="1" y="14"/>
                    <a:pt x="0" y="13"/>
                    <a:pt x="2" y="11"/>
                  </a:cubicBezTo>
                  <a:cubicBezTo>
                    <a:pt x="3" y="10"/>
                    <a:pt x="5" y="8"/>
                    <a:pt x="6" y="7"/>
                  </a:cubicBezTo>
                  <a:cubicBezTo>
                    <a:pt x="8" y="5"/>
                    <a:pt x="10" y="4"/>
                    <a:pt x="12" y="3"/>
                  </a:cubicBezTo>
                  <a:cubicBezTo>
                    <a:pt x="14" y="2"/>
                    <a:pt x="17" y="1"/>
                    <a:pt x="19" y="0"/>
                  </a:cubicBezTo>
                  <a:cubicBezTo>
                    <a:pt x="20" y="0"/>
                    <a:pt x="22" y="0"/>
                    <a:pt x="22" y="1"/>
                  </a:cubicBezTo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9307" name="Freeform 889">
              <a:extLst>
                <a:ext uri="{FF2B5EF4-FFF2-40B4-BE49-F238E27FC236}">
                  <a16:creationId xmlns:a16="http://schemas.microsoft.com/office/drawing/2014/main" id="{C044207F-84F5-4F5B-AE47-D4DDABE3645A}"/>
                </a:ext>
              </a:extLst>
            </p:cNvPr>
            <p:cNvSpPr>
              <a:spLocks/>
            </p:cNvSpPr>
            <p:nvPr/>
          </p:nvSpPr>
          <p:spPr bwMode="auto">
            <a:xfrm>
              <a:off x="934" y="967"/>
              <a:ext cx="13" cy="11"/>
            </a:xfrm>
            <a:custGeom>
              <a:avLst/>
              <a:gdLst>
                <a:gd name="T0" fmla="*/ 0 w 8"/>
                <a:gd name="T1" fmla="*/ 0 h 7"/>
                <a:gd name="T2" fmla="*/ 34 w 8"/>
                <a:gd name="T3" fmla="*/ 27 h 7"/>
                <a:gd name="T4" fmla="*/ 0 w 8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7">
                  <a:moveTo>
                    <a:pt x="0" y="0"/>
                  </a:moveTo>
                  <a:cubicBezTo>
                    <a:pt x="2" y="2"/>
                    <a:pt x="5" y="7"/>
                    <a:pt x="8" y="7"/>
                  </a:cubicBezTo>
                  <a:cubicBezTo>
                    <a:pt x="7" y="5"/>
                    <a:pt x="3" y="0"/>
                    <a:pt x="0" y="0"/>
                  </a:cubicBezTo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9308" name="Freeform 890">
              <a:extLst>
                <a:ext uri="{FF2B5EF4-FFF2-40B4-BE49-F238E27FC236}">
                  <a16:creationId xmlns:a16="http://schemas.microsoft.com/office/drawing/2014/main" id="{7BE98D44-2EFE-4430-9C66-C40DC25A970D}"/>
                </a:ext>
              </a:extLst>
            </p:cNvPr>
            <p:cNvSpPr>
              <a:spLocks/>
            </p:cNvSpPr>
            <p:nvPr/>
          </p:nvSpPr>
          <p:spPr bwMode="auto">
            <a:xfrm>
              <a:off x="936" y="963"/>
              <a:ext cx="16" cy="10"/>
            </a:xfrm>
            <a:custGeom>
              <a:avLst/>
              <a:gdLst>
                <a:gd name="T0" fmla="*/ 0 w 10"/>
                <a:gd name="T1" fmla="*/ 0 h 6"/>
                <a:gd name="T2" fmla="*/ 26 w 10"/>
                <a:gd name="T3" fmla="*/ 13 h 6"/>
                <a:gd name="T4" fmla="*/ 42 w 10"/>
                <a:gd name="T5" fmla="*/ 28 h 6"/>
                <a:gd name="T6" fmla="*/ 5 w 10"/>
                <a:gd name="T7" fmla="*/ 0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6">
                  <a:moveTo>
                    <a:pt x="0" y="0"/>
                  </a:moveTo>
                  <a:cubicBezTo>
                    <a:pt x="2" y="1"/>
                    <a:pt x="4" y="2"/>
                    <a:pt x="6" y="3"/>
                  </a:cubicBezTo>
                  <a:cubicBezTo>
                    <a:pt x="7" y="4"/>
                    <a:pt x="9" y="5"/>
                    <a:pt x="10" y="6"/>
                  </a:cubicBezTo>
                  <a:cubicBezTo>
                    <a:pt x="10" y="3"/>
                    <a:pt x="3" y="1"/>
                    <a:pt x="1" y="0"/>
                  </a:cubicBezTo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9309" name="Freeform 891">
              <a:extLst>
                <a:ext uri="{FF2B5EF4-FFF2-40B4-BE49-F238E27FC236}">
                  <a16:creationId xmlns:a16="http://schemas.microsoft.com/office/drawing/2014/main" id="{E19B3CB9-C0BA-4E72-BE8A-D11954561323}"/>
                </a:ext>
              </a:extLst>
            </p:cNvPr>
            <p:cNvSpPr>
              <a:spLocks/>
            </p:cNvSpPr>
            <p:nvPr/>
          </p:nvSpPr>
          <p:spPr bwMode="auto">
            <a:xfrm>
              <a:off x="651" y="734"/>
              <a:ext cx="384" cy="470"/>
            </a:xfrm>
            <a:custGeom>
              <a:avLst/>
              <a:gdLst>
                <a:gd name="T0" fmla="*/ 190 w 236"/>
                <a:gd name="T1" fmla="*/ 775 h 291"/>
                <a:gd name="T2" fmla="*/ 273 w 236"/>
                <a:gd name="T3" fmla="*/ 1013 h 291"/>
                <a:gd name="T4" fmla="*/ 267 w 236"/>
                <a:gd name="T5" fmla="*/ 1108 h 291"/>
                <a:gd name="T6" fmla="*/ 88 w 236"/>
                <a:gd name="T7" fmla="*/ 1090 h 291"/>
                <a:gd name="T8" fmla="*/ 145 w 236"/>
                <a:gd name="T9" fmla="*/ 1123 h 291"/>
                <a:gd name="T10" fmla="*/ 76 w 236"/>
                <a:gd name="T11" fmla="*/ 1040 h 291"/>
                <a:gd name="T12" fmla="*/ 124 w 236"/>
                <a:gd name="T13" fmla="*/ 1077 h 291"/>
                <a:gd name="T14" fmla="*/ 89 w 236"/>
                <a:gd name="T15" fmla="*/ 992 h 291"/>
                <a:gd name="T16" fmla="*/ 111 w 236"/>
                <a:gd name="T17" fmla="*/ 1027 h 291"/>
                <a:gd name="T18" fmla="*/ 145 w 236"/>
                <a:gd name="T19" fmla="*/ 871 h 291"/>
                <a:gd name="T20" fmla="*/ 132 w 236"/>
                <a:gd name="T21" fmla="*/ 262 h 291"/>
                <a:gd name="T22" fmla="*/ 405 w 236"/>
                <a:gd name="T23" fmla="*/ 115 h 291"/>
                <a:gd name="T24" fmla="*/ 879 w 236"/>
                <a:gd name="T25" fmla="*/ 266 h 291"/>
                <a:gd name="T26" fmla="*/ 921 w 236"/>
                <a:gd name="T27" fmla="*/ 958 h 291"/>
                <a:gd name="T28" fmla="*/ 1017 w 236"/>
                <a:gd name="T29" fmla="*/ 953 h 291"/>
                <a:gd name="T30" fmla="*/ 975 w 236"/>
                <a:gd name="T31" fmla="*/ 1022 h 291"/>
                <a:gd name="T32" fmla="*/ 1012 w 236"/>
                <a:gd name="T33" fmla="*/ 1022 h 291"/>
                <a:gd name="T34" fmla="*/ 926 w 236"/>
                <a:gd name="T35" fmla="*/ 1074 h 291"/>
                <a:gd name="T36" fmla="*/ 991 w 236"/>
                <a:gd name="T37" fmla="*/ 1077 h 291"/>
                <a:gd name="T38" fmla="*/ 781 w 236"/>
                <a:gd name="T39" fmla="*/ 1111 h 291"/>
                <a:gd name="T40" fmla="*/ 776 w 236"/>
                <a:gd name="T41" fmla="*/ 1014 h 291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236" h="291">
                  <a:moveTo>
                    <a:pt x="44" y="184"/>
                  </a:moveTo>
                  <a:cubicBezTo>
                    <a:pt x="47" y="193"/>
                    <a:pt x="44" y="212"/>
                    <a:pt x="63" y="240"/>
                  </a:cubicBezTo>
                  <a:cubicBezTo>
                    <a:pt x="62" y="263"/>
                    <a:pt x="62" y="263"/>
                    <a:pt x="62" y="263"/>
                  </a:cubicBezTo>
                  <a:cubicBezTo>
                    <a:pt x="49" y="282"/>
                    <a:pt x="24" y="270"/>
                    <a:pt x="20" y="259"/>
                  </a:cubicBezTo>
                  <a:cubicBezTo>
                    <a:pt x="20" y="259"/>
                    <a:pt x="25" y="265"/>
                    <a:pt x="34" y="266"/>
                  </a:cubicBezTo>
                  <a:cubicBezTo>
                    <a:pt x="34" y="266"/>
                    <a:pt x="19" y="261"/>
                    <a:pt x="18" y="247"/>
                  </a:cubicBezTo>
                  <a:cubicBezTo>
                    <a:pt x="18" y="247"/>
                    <a:pt x="22" y="253"/>
                    <a:pt x="29" y="256"/>
                  </a:cubicBezTo>
                  <a:cubicBezTo>
                    <a:pt x="29" y="256"/>
                    <a:pt x="17" y="250"/>
                    <a:pt x="21" y="235"/>
                  </a:cubicBezTo>
                  <a:cubicBezTo>
                    <a:pt x="21" y="235"/>
                    <a:pt x="19" y="242"/>
                    <a:pt x="26" y="244"/>
                  </a:cubicBezTo>
                  <a:cubicBezTo>
                    <a:pt x="32" y="247"/>
                    <a:pt x="50" y="233"/>
                    <a:pt x="34" y="207"/>
                  </a:cubicBezTo>
                  <a:cubicBezTo>
                    <a:pt x="0" y="154"/>
                    <a:pt x="17" y="83"/>
                    <a:pt x="31" y="62"/>
                  </a:cubicBezTo>
                  <a:cubicBezTo>
                    <a:pt x="46" y="42"/>
                    <a:pt x="78" y="17"/>
                    <a:pt x="94" y="27"/>
                  </a:cubicBezTo>
                  <a:cubicBezTo>
                    <a:pt x="94" y="27"/>
                    <a:pt x="173" y="0"/>
                    <a:pt x="204" y="63"/>
                  </a:cubicBezTo>
                  <a:cubicBezTo>
                    <a:pt x="235" y="126"/>
                    <a:pt x="224" y="194"/>
                    <a:pt x="214" y="227"/>
                  </a:cubicBezTo>
                  <a:cubicBezTo>
                    <a:pt x="208" y="246"/>
                    <a:pt x="231" y="243"/>
                    <a:pt x="236" y="226"/>
                  </a:cubicBezTo>
                  <a:cubicBezTo>
                    <a:pt x="236" y="226"/>
                    <a:pt x="236" y="240"/>
                    <a:pt x="226" y="243"/>
                  </a:cubicBezTo>
                  <a:cubicBezTo>
                    <a:pt x="226" y="243"/>
                    <a:pt x="228" y="247"/>
                    <a:pt x="235" y="243"/>
                  </a:cubicBezTo>
                  <a:cubicBezTo>
                    <a:pt x="235" y="243"/>
                    <a:pt x="229" y="259"/>
                    <a:pt x="215" y="255"/>
                  </a:cubicBezTo>
                  <a:cubicBezTo>
                    <a:pt x="215" y="255"/>
                    <a:pt x="225" y="260"/>
                    <a:pt x="230" y="256"/>
                  </a:cubicBezTo>
                  <a:cubicBezTo>
                    <a:pt x="230" y="256"/>
                    <a:pt x="206" y="291"/>
                    <a:pt x="181" y="264"/>
                  </a:cubicBezTo>
                  <a:cubicBezTo>
                    <a:pt x="180" y="241"/>
                    <a:pt x="180" y="241"/>
                    <a:pt x="180" y="241"/>
                  </a:cubicBezTo>
                </a:path>
              </a:pathLst>
            </a:custGeom>
            <a:noFill/>
            <a:ln w="3175" cap="rnd">
              <a:solidFill>
                <a:srgbClr val="494E4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9310" name="Freeform 892">
              <a:extLst>
                <a:ext uri="{FF2B5EF4-FFF2-40B4-BE49-F238E27FC236}">
                  <a16:creationId xmlns:a16="http://schemas.microsoft.com/office/drawing/2014/main" id="{134463A2-F9B4-473F-8F93-D9BF721DBCB4}"/>
                </a:ext>
              </a:extLst>
            </p:cNvPr>
            <p:cNvSpPr>
              <a:spLocks/>
            </p:cNvSpPr>
            <p:nvPr/>
          </p:nvSpPr>
          <p:spPr bwMode="auto">
            <a:xfrm>
              <a:off x="710" y="837"/>
              <a:ext cx="275" cy="210"/>
            </a:xfrm>
            <a:custGeom>
              <a:avLst/>
              <a:gdLst>
                <a:gd name="T0" fmla="*/ 727 w 169"/>
                <a:gd name="T1" fmla="*/ 548 h 130"/>
                <a:gd name="T2" fmla="*/ 706 w 169"/>
                <a:gd name="T3" fmla="*/ 478 h 130"/>
                <a:gd name="T4" fmla="*/ 591 w 169"/>
                <a:gd name="T5" fmla="*/ 225 h 130"/>
                <a:gd name="T6" fmla="*/ 410 w 169"/>
                <a:gd name="T7" fmla="*/ 68 h 130"/>
                <a:gd name="T8" fmla="*/ 267 w 169"/>
                <a:gd name="T9" fmla="*/ 0 h 130"/>
                <a:gd name="T10" fmla="*/ 207 w 169"/>
                <a:gd name="T11" fmla="*/ 76 h 130"/>
                <a:gd name="T12" fmla="*/ 212 w 169"/>
                <a:gd name="T13" fmla="*/ 21 h 130"/>
                <a:gd name="T14" fmla="*/ 111 w 169"/>
                <a:gd name="T15" fmla="*/ 173 h 130"/>
                <a:gd name="T16" fmla="*/ 117 w 169"/>
                <a:gd name="T17" fmla="*/ 139 h 130"/>
                <a:gd name="T18" fmla="*/ 18 w 169"/>
                <a:gd name="T19" fmla="*/ 404 h 13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69" h="130">
                  <a:moveTo>
                    <a:pt x="169" y="130"/>
                  </a:moveTo>
                  <a:cubicBezTo>
                    <a:pt x="164" y="113"/>
                    <a:pt x="164" y="113"/>
                    <a:pt x="164" y="113"/>
                  </a:cubicBezTo>
                  <a:cubicBezTo>
                    <a:pt x="164" y="113"/>
                    <a:pt x="146" y="76"/>
                    <a:pt x="137" y="53"/>
                  </a:cubicBezTo>
                  <a:cubicBezTo>
                    <a:pt x="128" y="30"/>
                    <a:pt x="107" y="27"/>
                    <a:pt x="95" y="16"/>
                  </a:cubicBezTo>
                  <a:cubicBezTo>
                    <a:pt x="95" y="16"/>
                    <a:pt x="67" y="12"/>
                    <a:pt x="62" y="0"/>
                  </a:cubicBezTo>
                  <a:cubicBezTo>
                    <a:pt x="62" y="0"/>
                    <a:pt x="61" y="7"/>
                    <a:pt x="48" y="18"/>
                  </a:cubicBezTo>
                  <a:cubicBezTo>
                    <a:pt x="48" y="18"/>
                    <a:pt x="50" y="7"/>
                    <a:pt x="49" y="5"/>
                  </a:cubicBezTo>
                  <a:cubicBezTo>
                    <a:pt x="49" y="5"/>
                    <a:pt x="49" y="26"/>
                    <a:pt x="26" y="41"/>
                  </a:cubicBezTo>
                  <a:cubicBezTo>
                    <a:pt x="27" y="33"/>
                    <a:pt x="27" y="33"/>
                    <a:pt x="27" y="33"/>
                  </a:cubicBezTo>
                  <a:cubicBezTo>
                    <a:pt x="27" y="33"/>
                    <a:pt x="0" y="76"/>
                    <a:pt x="4" y="96"/>
                  </a:cubicBezTo>
                </a:path>
              </a:pathLst>
            </a:custGeom>
            <a:noFill/>
            <a:ln w="3175" cap="rnd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9311" name="Freeform 893">
              <a:extLst>
                <a:ext uri="{FF2B5EF4-FFF2-40B4-BE49-F238E27FC236}">
                  <a16:creationId xmlns:a16="http://schemas.microsoft.com/office/drawing/2014/main" id="{E9064098-9F53-40B8-9211-6A89A6B4D5A3}"/>
                </a:ext>
              </a:extLst>
            </p:cNvPr>
            <p:cNvSpPr>
              <a:spLocks/>
            </p:cNvSpPr>
            <p:nvPr/>
          </p:nvSpPr>
          <p:spPr bwMode="auto">
            <a:xfrm>
              <a:off x="877" y="1036"/>
              <a:ext cx="25" cy="45"/>
            </a:xfrm>
            <a:custGeom>
              <a:avLst/>
              <a:gdLst>
                <a:gd name="T0" fmla="*/ 8 w 15"/>
                <a:gd name="T1" fmla="*/ 0 h 28"/>
                <a:gd name="T2" fmla="*/ 70 w 15"/>
                <a:gd name="T3" fmla="*/ 116 h 28"/>
                <a:gd name="T4" fmla="*/ 42 w 15"/>
                <a:gd name="T5" fmla="*/ 37 h 28"/>
                <a:gd name="T6" fmla="*/ 5 w 15"/>
                <a:gd name="T7" fmla="*/ 0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28">
                  <a:moveTo>
                    <a:pt x="2" y="0"/>
                  </a:moveTo>
                  <a:cubicBezTo>
                    <a:pt x="0" y="10"/>
                    <a:pt x="13" y="18"/>
                    <a:pt x="15" y="28"/>
                  </a:cubicBezTo>
                  <a:cubicBezTo>
                    <a:pt x="12" y="22"/>
                    <a:pt x="12" y="15"/>
                    <a:pt x="9" y="9"/>
                  </a:cubicBezTo>
                  <a:cubicBezTo>
                    <a:pt x="7" y="6"/>
                    <a:pt x="3" y="3"/>
                    <a:pt x="1" y="0"/>
                  </a:cubicBezTo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9312" name="Freeform 894">
              <a:extLst>
                <a:ext uri="{FF2B5EF4-FFF2-40B4-BE49-F238E27FC236}">
                  <a16:creationId xmlns:a16="http://schemas.microsoft.com/office/drawing/2014/main" id="{B773968D-F17D-4523-B951-BD457B2D7AF3}"/>
                </a:ext>
              </a:extLst>
            </p:cNvPr>
            <p:cNvSpPr>
              <a:spLocks/>
            </p:cNvSpPr>
            <p:nvPr/>
          </p:nvSpPr>
          <p:spPr bwMode="auto">
            <a:xfrm>
              <a:off x="809" y="1042"/>
              <a:ext cx="18" cy="34"/>
            </a:xfrm>
            <a:custGeom>
              <a:avLst/>
              <a:gdLst>
                <a:gd name="T0" fmla="*/ 47 w 11"/>
                <a:gd name="T1" fmla="*/ 0 h 21"/>
                <a:gd name="T2" fmla="*/ 29 w 11"/>
                <a:gd name="T3" fmla="*/ 42 h 21"/>
                <a:gd name="T4" fmla="*/ 0 w 11"/>
                <a:gd name="T5" fmla="*/ 89 h 21"/>
                <a:gd name="T6" fmla="*/ 41 w 11"/>
                <a:gd name="T7" fmla="*/ 5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21">
                  <a:moveTo>
                    <a:pt x="11" y="0"/>
                  </a:moveTo>
                  <a:cubicBezTo>
                    <a:pt x="10" y="3"/>
                    <a:pt x="9" y="7"/>
                    <a:pt x="7" y="10"/>
                  </a:cubicBezTo>
                  <a:cubicBezTo>
                    <a:pt x="5" y="13"/>
                    <a:pt x="2" y="17"/>
                    <a:pt x="0" y="21"/>
                  </a:cubicBezTo>
                  <a:cubicBezTo>
                    <a:pt x="0" y="13"/>
                    <a:pt x="7" y="7"/>
                    <a:pt x="9" y="1"/>
                  </a:cubicBezTo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9313" name="Freeform 895">
              <a:extLst>
                <a:ext uri="{FF2B5EF4-FFF2-40B4-BE49-F238E27FC236}">
                  <a16:creationId xmlns:a16="http://schemas.microsoft.com/office/drawing/2014/main" id="{56556A28-5B74-4AA9-B14C-0751744918AA}"/>
                </a:ext>
              </a:extLst>
            </p:cNvPr>
            <p:cNvSpPr>
              <a:spLocks/>
            </p:cNvSpPr>
            <p:nvPr/>
          </p:nvSpPr>
          <p:spPr bwMode="auto">
            <a:xfrm>
              <a:off x="830" y="1138"/>
              <a:ext cx="34" cy="19"/>
            </a:xfrm>
            <a:custGeom>
              <a:avLst/>
              <a:gdLst>
                <a:gd name="T0" fmla="*/ 5 w 21"/>
                <a:gd name="T1" fmla="*/ 43 h 12"/>
                <a:gd name="T2" fmla="*/ 89 w 21"/>
                <a:gd name="T3" fmla="*/ 13 h 12"/>
                <a:gd name="T4" fmla="*/ 34 w 21"/>
                <a:gd name="T5" fmla="*/ 27 h 12"/>
                <a:gd name="T6" fmla="*/ 0 w 21"/>
                <a:gd name="T7" fmla="*/ 48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12">
                  <a:moveTo>
                    <a:pt x="1" y="11"/>
                  </a:moveTo>
                  <a:cubicBezTo>
                    <a:pt x="2" y="5"/>
                    <a:pt x="16" y="0"/>
                    <a:pt x="21" y="3"/>
                  </a:cubicBezTo>
                  <a:cubicBezTo>
                    <a:pt x="17" y="4"/>
                    <a:pt x="12" y="5"/>
                    <a:pt x="8" y="7"/>
                  </a:cubicBezTo>
                  <a:cubicBezTo>
                    <a:pt x="5" y="8"/>
                    <a:pt x="2" y="9"/>
                    <a:pt x="0" y="12"/>
                  </a:cubicBezTo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9314" name="Freeform 896">
              <a:extLst>
                <a:ext uri="{FF2B5EF4-FFF2-40B4-BE49-F238E27FC236}">
                  <a16:creationId xmlns:a16="http://schemas.microsoft.com/office/drawing/2014/main" id="{B5FA2B5C-93BF-4F58-873A-9B5B13C6E483}"/>
                </a:ext>
              </a:extLst>
            </p:cNvPr>
            <p:cNvSpPr>
              <a:spLocks/>
            </p:cNvSpPr>
            <p:nvPr/>
          </p:nvSpPr>
          <p:spPr bwMode="auto">
            <a:xfrm>
              <a:off x="933" y="994"/>
              <a:ext cx="42" cy="71"/>
            </a:xfrm>
            <a:custGeom>
              <a:avLst/>
              <a:gdLst>
                <a:gd name="T0" fmla="*/ 94 w 26"/>
                <a:gd name="T1" fmla="*/ 47 h 44"/>
                <a:gd name="T2" fmla="*/ 76 w 26"/>
                <a:gd name="T3" fmla="*/ 21 h 44"/>
                <a:gd name="T4" fmla="*/ 60 w 26"/>
                <a:gd name="T5" fmla="*/ 0 h 44"/>
                <a:gd name="T6" fmla="*/ 34 w 26"/>
                <a:gd name="T7" fmla="*/ 8 h 44"/>
                <a:gd name="T8" fmla="*/ 0 w 26"/>
                <a:gd name="T9" fmla="*/ 26 h 44"/>
                <a:gd name="T10" fmla="*/ 60 w 26"/>
                <a:gd name="T11" fmla="*/ 94 h 44"/>
                <a:gd name="T12" fmla="*/ 68 w 26"/>
                <a:gd name="T13" fmla="*/ 186 h 44"/>
                <a:gd name="T14" fmla="*/ 84 w 26"/>
                <a:gd name="T15" fmla="*/ 144 h 44"/>
                <a:gd name="T16" fmla="*/ 97 w 26"/>
                <a:gd name="T17" fmla="*/ 105 h 44"/>
                <a:gd name="T18" fmla="*/ 102 w 26"/>
                <a:gd name="T19" fmla="*/ 50 h 4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6" h="44">
                  <a:moveTo>
                    <a:pt x="22" y="11"/>
                  </a:moveTo>
                  <a:cubicBezTo>
                    <a:pt x="21" y="9"/>
                    <a:pt x="20" y="7"/>
                    <a:pt x="18" y="5"/>
                  </a:cubicBezTo>
                  <a:cubicBezTo>
                    <a:pt x="17" y="3"/>
                    <a:pt x="17" y="0"/>
                    <a:pt x="14" y="0"/>
                  </a:cubicBezTo>
                  <a:cubicBezTo>
                    <a:pt x="12" y="0"/>
                    <a:pt x="10" y="2"/>
                    <a:pt x="8" y="2"/>
                  </a:cubicBezTo>
                  <a:cubicBezTo>
                    <a:pt x="5" y="3"/>
                    <a:pt x="2" y="4"/>
                    <a:pt x="0" y="6"/>
                  </a:cubicBezTo>
                  <a:cubicBezTo>
                    <a:pt x="7" y="10"/>
                    <a:pt x="12" y="13"/>
                    <a:pt x="14" y="22"/>
                  </a:cubicBezTo>
                  <a:cubicBezTo>
                    <a:pt x="15" y="29"/>
                    <a:pt x="16" y="36"/>
                    <a:pt x="16" y="44"/>
                  </a:cubicBezTo>
                  <a:cubicBezTo>
                    <a:pt x="18" y="43"/>
                    <a:pt x="20" y="36"/>
                    <a:pt x="20" y="34"/>
                  </a:cubicBezTo>
                  <a:cubicBezTo>
                    <a:pt x="22" y="31"/>
                    <a:pt x="23" y="28"/>
                    <a:pt x="23" y="25"/>
                  </a:cubicBezTo>
                  <a:cubicBezTo>
                    <a:pt x="24" y="23"/>
                    <a:pt x="26" y="14"/>
                    <a:pt x="24" y="12"/>
                  </a:cubicBezTo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9315" name="Freeform 897">
              <a:extLst>
                <a:ext uri="{FF2B5EF4-FFF2-40B4-BE49-F238E27FC236}">
                  <a16:creationId xmlns:a16="http://schemas.microsoft.com/office/drawing/2014/main" id="{AC02BFFB-39E4-48D1-958B-873F30987E1B}"/>
                </a:ext>
              </a:extLst>
            </p:cNvPr>
            <p:cNvSpPr>
              <a:spLocks/>
            </p:cNvSpPr>
            <p:nvPr/>
          </p:nvSpPr>
          <p:spPr bwMode="auto">
            <a:xfrm>
              <a:off x="944" y="1018"/>
              <a:ext cx="20" cy="62"/>
            </a:xfrm>
            <a:custGeom>
              <a:avLst/>
              <a:gdLst>
                <a:gd name="T0" fmla="*/ 28 w 12"/>
                <a:gd name="T1" fmla="*/ 0 h 38"/>
                <a:gd name="T2" fmla="*/ 37 w 12"/>
                <a:gd name="T3" fmla="*/ 64 h 38"/>
                <a:gd name="T4" fmla="*/ 0 w 12"/>
                <a:gd name="T5" fmla="*/ 165 h 38"/>
                <a:gd name="T6" fmla="*/ 37 w 12"/>
                <a:gd name="T7" fmla="*/ 117 h 38"/>
                <a:gd name="T8" fmla="*/ 55 w 12"/>
                <a:gd name="T9" fmla="*/ 34 h 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38">
                  <a:moveTo>
                    <a:pt x="6" y="0"/>
                  </a:moveTo>
                  <a:cubicBezTo>
                    <a:pt x="7" y="5"/>
                    <a:pt x="8" y="10"/>
                    <a:pt x="8" y="15"/>
                  </a:cubicBezTo>
                  <a:cubicBezTo>
                    <a:pt x="7" y="23"/>
                    <a:pt x="2" y="30"/>
                    <a:pt x="0" y="38"/>
                  </a:cubicBezTo>
                  <a:cubicBezTo>
                    <a:pt x="2" y="34"/>
                    <a:pt x="6" y="31"/>
                    <a:pt x="8" y="27"/>
                  </a:cubicBezTo>
                  <a:cubicBezTo>
                    <a:pt x="12" y="21"/>
                    <a:pt x="12" y="15"/>
                    <a:pt x="12" y="8"/>
                  </a:cubicBezTo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9316" name="Freeform 898">
              <a:extLst>
                <a:ext uri="{FF2B5EF4-FFF2-40B4-BE49-F238E27FC236}">
                  <a16:creationId xmlns:a16="http://schemas.microsoft.com/office/drawing/2014/main" id="{98BF712A-21CA-4790-9884-40832F8DE07E}"/>
                </a:ext>
              </a:extLst>
            </p:cNvPr>
            <p:cNvSpPr>
              <a:spLocks/>
            </p:cNvSpPr>
            <p:nvPr/>
          </p:nvSpPr>
          <p:spPr bwMode="auto">
            <a:xfrm>
              <a:off x="936" y="1004"/>
              <a:ext cx="31" cy="46"/>
            </a:xfrm>
            <a:custGeom>
              <a:avLst/>
              <a:gdLst>
                <a:gd name="T0" fmla="*/ 0 w 19"/>
                <a:gd name="T1" fmla="*/ 0 h 29"/>
                <a:gd name="T2" fmla="*/ 34 w 19"/>
                <a:gd name="T3" fmla="*/ 43 h 29"/>
                <a:gd name="T4" fmla="*/ 54 w 19"/>
                <a:gd name="T5" fmla="*/ 116 h 29"/>
                <a:gd name="T6" fmla="*/ 55 w 19"/>
                <a:gd name="T7" fmla="*/ 13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29">
                  <a:moveTo>
                    <a:pt x="0" y="0"/>
                  </a:moveTo>
                  <a:cubicBezTo>
                    <a:pt x="0" y="4"/>
                    <a:pt x="8" y="7"/>
                    <a:pt x="8" y="11"/>
                  </a:cubicBezTo>
                  <a:cubicBezTo>
                    <a:pt x="9" y="16"/>
                    <a:pt x="9" y="25"/>
                    <a:pt x="12" y="29"/>
                  </a:cubicBezTo>
                  <a:cubicBezTo>
                    <a:pt x="19" y="25"/>
                    <a:pt x="16" y="8"/>
                    <a:pt x="13" y="3"/>
                  </a:cubicBezTo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9317" name="Freeform 899">
              <a:extLst>
                <a:ext uri="{FF2B5EF4-FFF2-40B4-BE49-F238E27FC236}">
                  <a16:creationId xmlns:a16="http://schemas.microsoft.com/office/drawing/2014/main" id="{7B4D228D-5973-47A8-A9F3-92D0E37D0DB2}"/>
                </a:ext>
              </a:extLst>
            </p:cNvPr>
            <p:cNvSpPr>
              <a:spLocks/>
            </p:cNvSpPr>
            <p:nvPr/>
          </p:nvSpPr>
          <p:spPr bwMode="auto">
            <a:xfrm>
              <a:off x="832" y="915"/>
              <a:ext cx="78" cy="8"/>
            </a:xfrm>
            <a:custGeom>
              <a:avLst/>
              <a:gdLst>
                <a:gd name="T0" fmla="*/ 206 w 48"/>
                <a:gd name="T1" fmla="*/ 13 h 5"/>
                <a:gd name="T2" fmla="*/ 122 w 48"/>
                <a:gd name="T3" fmla="*/ 16 h 5"/>
                <a:gd name="T4" fmla="*/ 39 w 48"/>
                <a:gd name="T5" fmla="*/ 21 h 5"/>
                <a:gd name="T6" fmla="*/ 0 w 48"/>
                <a:gd name="T7" fmla="*/ 21 h 5"/>
                <a:gd name="T8" fmla="*/ 63 w 48"/>
                <a:gd name="T9" fmla="*/ 13 h 5"/>
                <a:gd name="T10" fmla="*/ 117 w 48"/>
                <a:gd name="T11" fmla="*/ 8 h 5"/>
                <a:gd name="T12" fmla="*/ 202 w 48"/>
                <a:gd name="T13" fmla="*/ 8 h 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8" h="5">
                  <a:moveTo>
                    <a:pt x="48" y="3"/>
                  </a:moveTo>
                  <a:cubicBezTo>
                    <a:pt x="42" y="0"/>
                    <a:pt x="34" y="3"/>
                    <a:pt x="28" y="4"/>
                  </a:cubicBezTo>
                  <a:cubicBezTo>
                    <a:pt x="21" y="4"/>
                    <a:pt x="15" y="5"/>
                    <a:pt x="9" y="5"/>
                  </a:cubicBezTo>
                  <a:cubicBezTo>
                    <a:pt x="6" y="5"/>
                    <a:pt x="2" y="4"/>
                    <a:pt x="0" y="5"/>
                  </a:cubicBezTo>
                  <a:cubicBezTo>
                    <a:pt x="4" y="3"/>
                    <a:pt x="10" y="3"/>
                    <a:pt x="15" y="3"/>
                  </a:cubicBezTo>
                  <a:cubicBezTo>
                    <a:pt x="19" y="2"/>
                    <a:pt x="23" y="2"/>
                    <a:pt x="27" y="2"/>
                  </a:cubicBezTo>
                  <a:cubicBezTo>
                    <a:pt x="34" y="2"/>
                    <a:pt x="40" y="1"/>
                    <a:pt x="47" y="2"/>
                  </a:cubicBezTo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9318" name="Freeform 900">
              <a:extLst>
                <a:ext uri="{FF2B5EF4-FFF2-40B4-BE49-F238E27FC236}">
                  <a16:creationId xmlns:a16="http://schemas.microsoft.com/office/drawing/2014/main" id="{D2CDE155-5D15-41CD-9C3F-946F728274DF}"/>
                </a:ext>
              </a:extLst>
            </p:cNvPr>
            <p:cNvSpPr>
              <a:spLocks/>
            </p:cNvSpPr>
            <p:nvPr/>
          </p:nvSpPr>
          <p:spPr bwMode="auto">
            <a:xfrm>
              <a:off x="785" y="907"/>
              <a:ext cx="70" cy="10"/>
            </a:xfrm>
            <a:custGeom>
              <a:avLst/>
              <a:gdLst>
                <a:gd name="T0" fmla="*/ 0 w 43"/>
                <a:gd name="T1" fmla="*/ 28 h 6"/>
                <a:gd name="T2" fmla="*/ 122 w 43"/>
                <a:gd name="T3" fmla="*/ 13 h 6"/>
                <a:gd name="T4" fmla="*/ 186 w 43"/>
                <a:gd name="T5" fmla="*/ 8 h 6"/>
                <a:gd name="T6" fmla="*/ 5 w 43"/>
                <a:gd name="T7" fmla="*/ 28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3" h="6">
                  <a:moveTo>
                    <a:pt x="0" y="6"/>
                  </a:moveTo>
                  <a:cubicBezTo>
                    <a:pt x="10" y="5"/>
                    <a:pt x="19" y="4"/>
                    <a:pt x="28" y="3"/>
                  </a:cubicBezTo>
                  <a:cubicBezTo>
                    <a:pt x="33" y="2"/>
                    <a:pt x="39" y="2"/>
                    <a:pt x="43" y="2"/>
                  </a:cubicBezTo>
                  <a:cubicBezTo>
                    <a:pt x="30" y="3"/>
                    <a:pt x="14" y="0"/>
                    <a:pt x="1" y="6"/>
                  </a:cubicBezTo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9319" name="Freeform 901">
              <a:extLst>
                <a:ext uri="{FF2B5EF4-FFF2-40B4-BE49-F238E27FC236}">
                  <a16:creationId xmlns:a16="http://schemas.microsoft.com/office/drawing/2014/main" id="{80C8CC01-D4C4-4067-84D0-52688164168C}"/>
                </a:ext>
              </a:extLst>
            </p:cNvPr>
            <p:cNvSpPr>
              <a:spLocks/>
            </p:cNvSpPr>
            <p:nvPr/>
          </p:nvSpPr>
          <p:spPr bwMode="auto">
            <a:xfrm>
              <a:off x="716" y="899"/>
              <a:ext cx="41" cy="89"/>
            </a:xfrm>
            <a:custGeom>
              <a:avLst/>
              <a:gdLst>
                <a:gd name="T0" fmla="*/ 92 w 25"/>
                <a:gd name="T1" fmla="*/ 0 h 55"/>
                <a:gd name="T2" fmla="*/ 62 w 25"/>
                <a:gd name="T3" fmla="*/ 63 h 55"/>
                <a:gd name="T4" fmla="*/ 30 w 25"/>
                <a:gd name="T5" fmla="*/ 123 h 55"/>
                <a:gd name="T6" fmla="*/ 8 w 25"/>
                <a:gd name="T7" fmla="*/ 178 h 55"/>
                <a:gd name="T8" fmla="*/ 8 w 25"/>
                <a:gd name="T9" fmla="*/ 233 h 55"/>
                <a:gd name="T10" fmla="*/ 13 w 25"/>
                <a:gd name="T11" fmla="*/ 212 h 55"/>
                <a:gd name="T12" fmla="*/ 18 w 25"/>
                <a:gd name="T13" fmla="*/ 212 h 55"/>
                <a:gd name="T14" fmla="*/ 30 w 25"/>
                <a:gd name="T15" fmla="*/ 194 h 55"/>
                <a:gd name="T16" fmla="*/ 34 w 25"/>
                <a:gd name="T17" fmla="*/ 170 h 55"/>
                <a:gd name="T18" fmla="*/ 84 w 25"/>
                <a:gd name="T19" fmla="*/ 123 h 55"/>
                <a:gd name="T20" fmla="*/ 97 w 25"/>
                <a:gd name="T21" fmla="*/ 102 h 55"/>
                <a:gd name="T22" fmla="*/ 89 w 25"/>
                <a:gd name="T23" fmla="*/ 68 h 55"/>
                <a:gd name="T24" fmla="*/ 110 w 25"/>
                <a:gd name="T25" fmla="*/ 16 h 55"/>
                <a:gd name="T26" fmla="*/ 92 w 25"/>
                <a:gd name="T27" fmla="*/ 26 h 55"/>
                <a:gd name="T28" fmla="*/ 89 w 25"/>
                <a:gd name="T29" fmla="*/ 5 h 55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5" h="55">
                  <a:moveTo>
                    <a:pt x="21" y="0"/>
                  </a:moveTo>
                  <a:cubicBezTo>
                    <a:pt x="20" y="5"/>
                    <a:pt x="16" y="10"/>
                    <a:pt x="14" y="15"/>
                  </a:cubicBezTo>
                  <a:cubicBezTo>
                    <a:pt x="11" y="19"/>
                    <a:pt x="9" y="24"/>
                    <a:pt x="7" y="29"/>
                  </a:cubicBezTo>
                  <a:cubicBezTo>
                    <a:pt x="5" y="33"/>
                    <a:pt x="3" y="37"/>
                    <a:pt x="2" y="42"/>
                  </a:cubicBezTo>
                  <a:cubicBezTo>
                    <a:pt x="1" y="45"/>
                    <a:pt x="0" y="52"/>
                    <a:pt x="2" y="55"/>
                  </a:cubicBezTo>
                  <a:cubicBezTo>
                    <a:pt x="3" y="53"/>
                    <a:pt x="2" y="52"/>
                    <a:pt x="3" y="50"/>
                  </a:cubicBezTo>
                  <a:cubicBezTo>
                    <a:pt x="3" y="50"/>
                    <a:pt x="4" y="50"/>
                    <a:pt x="4" y="50"/>
                  </a:cubicBezTo>
                  <a:cubicBezTo>
                    <a:pt x="5" y="47"/>
                    <a:pt x="6" y="48"/>
                    <a:pt x="7" y="46"/>
                  </a:cubicBezTo>
                  <a:cubicBezTo>
                    <a:pt x="9" y="44"/>
                    <a:pt x="8" y="42"/>
                    <a:pt x="8" y="40"/>
                  </a:cubicBezTo>
                  <a:cubicBezTo>
                    <a:pt x="9" y="36"/>
                    <a:pt x="16" y="31"/>
                    <a:pt x="19" y="29"/>
                  </a:cubicBezTo>
                  <a:cubicBezTo>
                    <a:pt x="22" y="27"/>
                    <a:pt x="23" y="27"/>
                    <a:pt x="22" y="24"/>
                  </a:cubicBezTo>
                  <a:cubicBezTo>
                    <a:pt x="21" y="22"/>
                    <a:pt x="20" y="19"/>
                    <a:pt x="20" y="16"/>
                  </a:cubicBezTo>
                  <a:cubicBezTo>
                    <a:pt x="21" y="12"/>
                    <a:pt x="24" y="9"/>
                    <a:pt x="25" y="4"/>
                  </a:cubicBezTo>
                  <a:cubicBezTo>
                    <a:pt x="23" y="4"/>
                    <a:pt x="22" y="5"/>
                    <a:pt x="21" y="6"/>
                  </a:cubicBezTo>
                  <a:cubicBezTo>
                    <a:pt x="20" y="4"/>
                    <a:pt x="20" y="3"/>
                    <a:pt x="20" y="1"/>
                  </a:cubicBezTo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9320" name="Freeform 902">
              <a:extLst>
                <a:ext uri="{FF2B5EF4-FFF2-40B4-BE49-F238E27FC236}">
                  <a16:creationId xmlns:a16="http://schemas.microsoft.com/office/drawing/2014/main" id="{95159116-E332-4A33-9C7A-93342B85DB7F}"/>
                </a:ext>
              </a:extLst>
            </p:cNvPr>
            <p:cNvSpPr>
              <a:spLocks/>
            </p:cNvSpPr>
            <p:nvPr/>
          </p:nvSpPr>
          <p:spPr bwMode="auto">
            <a:xfrm>
              <a:off x="716" y="978"/>
              <a:ext cx="18" cy="89"/>
            </a:xfrm>
            <a:custGeom>
              <a:avLst/>
              <a:gdLst>
                <a:gd name="T0" fmla="*/ 18 w 11"/>
                <a:gd name="T1" fmla="*/ 42 h 55"/>
                <a:gd name="T2" fmla="*/ 29 w 11"/>
                <a:gd name="T3" fmla="*/ 97 h 55"/>
                <a:gd name="T4" fmla="*/ 41 w 11"/>
                <a:gd name="T5" fmla="*/ 157 h 55"/>
                <a:gd name="T6" fmla="*/ 47 w 11"/>
                <a:gd name="T7" fmla="*/ 233 h 55"/>
                <a:gd name="T8" fmla="*/ 26 w 11"/>
                <a:gd name="T9" fmla="*/ 149 h 55"/>
                <a:gd name="T10" fmla="*/ 13 w 11"/>
                <a:gd name="T11" fmla="*/ 94 h 55"/>
                <a:gd name="T12" fmla="*/ 8 w 11"/>
                <a:gd name="T13" fmla="*/ 0 h 55"/>
                <a:gd name="T14" fmla="*/ 18 w 11"/>
                <a:gd name="T15" fmla="*/ 47 h 5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" h="55">
                  <a:moveTo>
                    <a:pt x="4" y="10"/>
                  </a:moveTo>
                  <a:cubicBezTo>
                    <a:pt x="4" y="14"/>
                    <a:pt x="6" y="19"/>
                    <a:pt x="7" y="23"/>
                  </a:cubicBezTo>
                  <a:cubicBezTo>
                    <a:pt x="8" y="28"/>
                    <a:pt x="8" y="32"/>
                    <a:pt x="9" y="37"/>
                  </a:cubicBezTo>
                  <a:cubicBezTo>
                    <a:pt x="10" y="43"/>
                    <a:pt x="10" y="49"/>
                    <a:pt x="11" y="55"/>
                  </a:cubicBezTo>
                  <a:cubicBezTo>
                    <a:pt x="9" y="49"/>
                    <a:pt x="9" y="42"/>
                    <a:pt x="6" y="35"/>
                  </a:cubicBezTo>
                  <a:cubicBezTo>
                    <a:pt x="4" y="31"/>
                    <a:pt x="3" y="27"/>
                    <a:pt x="3" y="22"/>
                  </a:cubicBezTo>
                  <a:cubicBezTo>
                    <a:pt x="2" y="15"/>
                    <a:pt x="0" y="7"/>
                    <a:pt x="2" y="0"/>
                  </a:cubicBezTo>
                  <a:cubicBezTo>
                    <a:pt x="2" y="4"/>
                    <a:pt x="4" y="8"/>
                    <a:pt x="4" y="11"/>
                  </a:cubicBezTo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</p:grpSp>
      <p:grpSp>
        <p:nvGrpSpPr>
          <p:cNvPr id="38917" name="Adult-Woman-Full-Body-Standing">
            <a:extLst>
              <a:ext uri="{FF2B5EF4-FFF2-40B4-BE49-F238E27FC236}">
                <a16:creationId xmlns:a16="http://schemas.microsoft.com/office/drawing/2014/main" id="{D89D5801-2F9B-4D14-84AB-D927774F8C0A}"/>
              </a:ext>
            </a:extLst>
          </p:cNvPr>
          <p:cNvGrpSpPr>
            <a:grpSpLocks/>
          </p:cNvGrpSpPr>
          <p:nvPr/>
        </p:nvGrpSpPr>
        <p:grpSpPr bwMode="auto">
          <a:xfrm>
            <a:off x="3886200" y="1247775"/>
            <a:ext cx="1470025" cy="5311775"/>
            <a:chOff x="1488" y="736"/>
            <a:chExt cx="926" cy="3346"/>
          </a:xfrm>
        </p:grpSpPr>
        <p:grpSp>
          <p:nvGrpSpPr>
            <p:cNvPr id="38918" name="Group 904">
              <a:extLst>
                <a:ext uri="{FF2B5EF4-FFF2-40B4-BE49-F238E27FC236}">
                  <a16:creationId xmlns:a16="http://schemas.microsoft.com/office/drawing/2014/main" id="{C964FF59-D808-4A66-B001-FACFB18B1C0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488" y="736"/>
              <a:ext cx="926" cy="3320"/>
              <a:chOff x="1488" y="736"/>
              <a:chExt cx="926" cy="3320"/>
            </a:xfrm>
          </p:grpSpPr>
          <p:sp>
            <p:nvSpPr>
              <p:cNvPr id="39090" name="Freeform 905">
                <a:extLst>
                  <a:ext uri="{FF2B5EF4-FFF2-40B4-BE49-F238E27FC236}">
                    <a16:creationId xmlns:a16="http://schemas.microsoft.com/office/drawing/2014/main" id="{0037BF3C-F28F-4074-9EA6-76E3556929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4" y="810"/>
                <a:ext cx="275" cy="379"/>
              </a:xfrm>
              <a:custGeom>
                <a:avLst/>
                <a:gdLst>
                  <a:gd name="T0" fmla="*/ 694 w 170"/>
                  <a:gd name="T1" fmla="*/ 319 h 235"/>
                  <a:gd name="T2" fmla="*/ 694 w 170"/>
                  <a:gd name="T3" fmla="*/ 310 h 235"/>
                  <a:gd name="T4" fmla="*/ 458 w 170"/>
                  <a:gd name="T5" fmla="*/ 135 h 235"/>
                  <a:gd name="T6" fmla="*/ 152 w 170"/>
                  <a:gd name="T7" fmla="*/ 50 h 235"/>
                  <a:gd name="T8" fmla="*/ 13 w 170"/>
                  <a:gd name="T9" fmla="*/ 306 h 235"/>
                  <a:gd name="T10" fmla="*/ 13 w 170"/>
                  <a:gd name="T11" fmla="*/ 314 h 235"/>
                  <a:gd name="T12" fmla="*/ 0 w 170"/>
                  <a:gd name="T13" fmla="*/ 411 h 235"/>
                  <a:gd name="T14" fmla="*/ 0 w 170"/>
                  <a:gd name="T15" fmla="*/ 344 h 235"/>
                  <a:gd name="T16" fmla="*/ 0 w 170"/>
                  <a:gd name="T17" fmla="*/ 432 h 235"/>
                  <a:gd name="T18" fmla="*/ 29 w 170"/>
                  <a:gd name="T19" fmla="*/ 569 h 235"/>
                  <a:gd name="T20" fmla="*/ 68 w 170"/>
                  <a:gd name="T21" fmla="*/ 731 h 235"/>
                  <a:gd name="T22" fmla="*/ 144 w 170"/>
                  <a:gd name="T23" fmla="*/ 848 h 235"/>
                  <a:gd name="T24" fmla="*/ 309 w 170"/>
                  <a:gd name="T25" fmla="*/ 977 h 235"/>
                  <a:gd name="T26" fmla="*/ 361 w 170"/>
                  <a:gd name="T27" fmla="*/ 985 h 235"/>
                  <a:gd name="T28" fmla="*/ 416 w 170"/>
                  <a:gd name="T29" fmla="*/ 977 h 235"/>
                  <a:gd name="T30" fmla="*/ 581 w 170"/>
                  <a:gd name="T31" fmla="*/ 848 h 235"/>
                  <a:gd name="T32" fmla="*/ 652 w 170"/>
                  <a:gd name="T33" fmla="*/ 731 h 235"/>
                  <a:gd name="T34" fmla="*/ 694 w 170"/>
                  <a:gd name="T35" fmla="*/ 569 h 235"/>
                  <a:gd name="T36" fmla="*/ 720 w 170"/>
                  <a:gd name="T37" fmla="*/ 458 h 235"/>
                  <a:gd name="T38" fmla="*/ 720 w 170"/>
                  <a:gd name="T39" fmla="*/ 453 h 235"/>
                  <a:gd name="T40" fmla="*/ 694 w 170"/>
                  <a:gd name="T41" fmla="*/ 319 h 235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170" h="235">
                    <a:moveTo>
                      <a:pt x="164" y="76"/>
                    </a:moveTo>
                    <a:cubicBezTo>
                      <a:pt x="164" y="74"/>
                      <a:pt x="164" y="74"/>
                      <a:pt x="164" y="74"/>
                    </a:cubicBezTo>
                    <a:cubicBezTo>
                      <a:pt x="144" y="77"/>
                      <a:pt x="118" y="39"/>
                      <a:pt x="108" y="32"/>
                    </a:cubicBezTo>
                    <a:cubicBezTo>
                      <a:pt x="93" y="20"/>
                      <a:pt x="61" y="0"/>
                      <a:pt x="36" y="12"/>
                    </a:cubicBezTo>
                    <a:cubicBezTo>
                      <a:pt x="33" y="20"/>
                      <a:pt x="11" y="67"/>
                      <a:pt x="3" y="73"/>
                    </a:cubicBezTo>
                    <a:cubicBezTo>
                      <a:pt x="3" y="75"/>
                      <a:pt x="3" y="75"/>
                      <a:pt x="3" y="75"/>
                    </a:cubicBezTo>
                    <a:cubicBezTo>
                      <a:pt x="2" y="80"/>
                      <a:pt x="3" y="93"/>
                      <a:pt x="0" y="98"/>
                    </a:cubicBezTo>
                    <a:cubicBezTo>
                      <a:pt x="1" y="93"/>
                      <a:pt x="1" y="87"/>
                      <a:pt x="0" y="82"/>
                    </a:cubicBezTo>
                    <a:cubicBezTo>
                      <a:pt x="0" y="87"/>
                      <a:pt x="0" y="99"/>
                      <a:pt x="0" y="103"/>
                    </a:cubicBezTo>
                    <a:cubicBezTo>
                      <a:pt x="4" y="114"/>
                      <a:pt x="5" y="126"/>
                      <a:pt x="7" y="136"/>
                    </a:cubicBezTo>
                    <a:cubicBezTo>
                      <a:pt x="9" y="146"/>
                      <a:pt x="13" y="166"/>
                      <a:pt x="16" y="174"/>
                    </a:cubicBezTo>
                    <a:cubicBezTo>
                      <a:pt x="19" y="182"/>
                      <a:pt x="22" y="191"/>
                      <a:pt x="34" y="202"/>
                    </a:cubicBezTo>
                    <a:cubicBezTo>
                      <a:pt x="46" y="212"/>
                      <a:pt x="60" y="231"/>
                      <a:pt x="73" y="233"/>
                    </a:cubicBezTo>
                    <a:cubicBezTo>
                      <a:pt x="77" y="234"/>
                      <a:pt x="82" y="235"/>
                      <a:pt x="85" y="235"/>
                    </a:cubicBezTo>
                    <a:cubicBezTo>
                      <a:pt x="89" y="235"/>
                      <a:pt x="94" y="234"/>
                      <a:pt x="98" y="233"/>
                    </a:cubicBezTo>
                    <a:cubicBezTo>
                      <a:pt x="111" y="231"/>
                      <a:pt x="125" y="212"/>
                      <a:pt x="137" y="202"/>
                    </a:cubicBezTo>
                    <a:cubicBezTo>
                      <a:pt x="148" y="191"/>
                      <a:pt x="152" y="182"/>
                      <a:pt x="154" y="174"/>
                    </a:cubicBezTo>
                    <a:cubicBezTo>
                      <a:pt x="157" y="166"/>
                      <a:pt x="161" y="146"/>
                      <a:pt x="164" y="136"/>
                    </a:cubicBezTo>
                    <a:cubicBezTo>
                      <a:pt x="165" y="129"/>
                      <a:pt x="168" y="118"/>
                      <a:pt x="170" y="109"/>
                    </a:cubicBezTo>
                    <a:cubicBezTo>
                      <a:pt x="170" y="108"/>
                      <a:pt x="170" y="108"/>
                      <a:pt x="170" y="108"/>
                    </a:cubicBezTo>
                    <a:cubicBezTo>
                      <a:pt x="169" y="101"/>
                      <a:pt x="167" y="88"/>
                      <a:pt x="164" y="76"/>
                    </a:cubicBezTo>
                  </a:path>
                </a:pathLst>
              </a:custGeom>
              <a:solidFill>
                <a:srgbClr val="FEF6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091" name="Freeform 906">
                <a:extLst>
                  <a:ext uri="{FF2B5EF4-FFF2-40B4-BE49-F238E27FC236}">
                    <a16:creationId xmlns:a16="http://schemas.microsoft.com/office/drawing/2014/main" id="{677419A4-1121-4D22-9B7F-8C3120E28F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4" y="965"/>
                <a:ext cx="60" cy="27"/>
              </a:xfrm>
              <a:custGeom>
                <a:avLst/>
                <a:gdLst>
                  <a:gd name="T0" fmla="*/ 157 w 37"/>
                  <a:gd name="T1" fmla="*/ 40 h 17"/>
                  <a:gd name="T2" fmla="*/ 143 w 37"/>
                  <a:gd name="T3" fmla="*/ 48 h 17"/>
                  <a:gd name="T4" fmla="*/ 63 w 37"/>
                  <a:gd name="T5" fmla="*/ 68 h 17"/>
                  <a:gd name="T6" fmla="*/ 0 w 37"/>
                  <a:gd name="T7" fmla="*/ 40 h 17"/>
                  <a:gd name="T8" fmla="*/ 76 w 37"/>
                  <a:gd name="T9" fmla="*/ 0 h 17"/>
                  <a:gd name="T10" fmla="*/ 144 w 37"/>
                  <a:gd name="T11" fmla="*/ 27 h 17"/>
                  <a:gd name="T12" fmla="*/ 157 w 37"/>
                  <a:gd name="T13" fmla="*/ 40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7" h="17">
                    <a:moveTo>
                      <a:pt x="37" y="10"/>
                    </a:moveTo>
                    <a:cubicBezTo>
                      <a:pt x="36" y="12"/>
                      <a:pt x="35" y="12"/>
                      <a:pt x="33" y="12"/>
                    </a:cubicBezTo>
                    <a:cubicBezTo>
                      <a:pt x="31" y="12"/>
                      <a:pt x="24" y="17"/>
                      <a:pt x="15" y="17"/>
                    </a:cubicBezTo>
                    <a:cubicBezTo>
                      <a:pt x="7" y="17"/>
                      <a:pt x="1" y="11"/>
                      <a:pt x="0" y="10"/>
                    </a:cubicBezTo>
                    <a:cubicBezTo>
                      <a:pt x="1" y="8"/>
                      <a:pt x="7" y="0"/>
                      <a:pt x="18" y="0"/>
                    </a:cubicBezTo>
                    <a:cubicBezTo>
                      <a:pt x="27" y="0"/>
                      <a:pt x="30" y="5"/>
                      <a:pt x="34" y="7"/>
                    </a:cubicBezTo>
                    <a:cubicBezTo>
                      <a:pt x="35" y="8"/>
                      <a:pt x="37" y="9"/>
                      <a:pt x="37" y="1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092" name="Freeform 907">
                <a:extLst>
                  <a:ext uri="{FF2B5EF4-FFF2-40B4-BE49-F238E27FC236}">
                    <a16:creationId xmlns:a16="http://schemas.microsoft.com/office/drawing/2014/main" id="{C9F5747E-3EF2-4B70-822D-ADB0803BF4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8" y="965"/>
                <a:ext cx="62" cy="29"/>
              </a:xfrm>
              <a:custGeom>
                <a:avLst/>
                <a:gdLst>
                  <a:gd name="T0" fmla="*/ 0 w 38"/>
                  <a:gd name="T1" fmla="*/ 42 h 18"/>
                  <a:gd name="T2" fmla="*/ 21 w 38"/>
                  <a:gd name="T3" fmla="*/ 50 h 18"/>
                  <a:gd name="T4" fmla="*/ 96 w 38"/>
                  <a:gd name="T5" fmla="*/ 76 h 18"/>
                  <a:gd name="T6" fmla="*/ 165 w 38"/>
                  <a:gd name="T7" fmla="*/ 42 h 18"/>
                  <a:gd name="T8" fmla="*/ 88 w 38"/>
                  <a:gd name="T9" fmla="*/ 0 h 18"/>
                  <a:gd name="T10" fmla="*/ 13 w 38"/>
                  <a:gd name="T11" fmla="*/ 29 h 18"/>
                  <a:gd name="T12" fmla="*/ 0 w 38"/>
                  <a:gd name="T13" fmla="*/ 42 h 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8" h="18">
                    <a:moveTo>
                      <a:pt x="0" y="10"/>
                    </a:moveTo>
                    <a:cubicBezTo>
                      <a:pt x="1" y="12"/>
                      <a:pt x="3" y="12"/>
                      <a:pt x="5" y="12"/>
                    </a:cubicBezTo>
                    <a:cubicBezTo>
                      <a:pt x="7" y="12"/>
                      <a:pt x="13" y="18"/>
                      <a:pt x="22" y="18"/>
                    </a:cubicBezTo>
                    <a:cubicBezTo>
                      <a:pt x="31" y="18"/>
                      <a:pt x="38" y="11"/>
                      <a:pt x="38" y="10"/>
                    </a:cubicBezTo>
                    <a:cubicBezTo>
                      <a:pt x="37" y="8"/>
                      <a:pt x="30" y="0"/>
                      <a:pt x="20" y="0"/>
                    </a:cubicBezTo>
                    <a:cubicBezTo>
                      <a:pt x="11" y="0"/>
                      <a:pt x="7" y="5"/>
                      <a:pt x="3" y="7"/>
                    </a:cubicBezTo>
                    <a:cubicBezTo>
                      <a:pt x="2" y="8"/>
                      <a:pt x="0" y="9"/>
                      <a:pt x="0" y="1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093" name="Freeform 908">
                <a:extLst>
                  <a:ext uri="{FF2B5EF4-FFF2-40B4-BE49-F238E27FC236}">
                    <a16:creationId xmlns:a16="http://schemas.microsoft.com/office/drawing/2014/main" id="{26497ACC-B84F-4FE1-B98B-1602AC9F10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8" y="1123"/>
                <a:ext cx="926" cy="2933"/>
              </a:xfrm>
              <a:custGeom>
                <a:avLst/>
                <a:gdLst>
                  <a:gd name="T0" fmla="*/ 2346 w 572"/>
                  <a:gd name="T1" fmla="*/ 2965 h 1817"/>
                  <a:gd name="T2" fmla="*/ 2244 w 572"/>
                  <a:gd name="T3" fmla="*/ 1685 h 1817"/>
                  <a:gd name="T4" fmla="*/ 2084 w 572"/>
                  <a:gd name="T5" fmla="*/ 555 h 1817"/>
                  <a:gd name="T6" fmla="*/ 1778 w 572"/>
                  <a:gd name="T7" fmla="*/ 391 h 1817"/>
                  <a:gd name="T8" fmla="*/ 1434 w 572"/>
                  <a:gd name="T9" fmla="*/ 34 h 1817"/>
                  <a:gd name="T10" fmla="*/ 1214 w 572"/>
                  <a:gd name="T11" fmla="*/ 173 h 1817"/>
                  <a:gd name="T12" fmla="*/ 1164 w 572"/>
                  <a:gd name="T13" fmla="*/ 165 h 1817"/>
                  <a:gd name="T14" fmla="*/ 784 w 572"/>
                  <a:gd name="T15" fmla="*/ 362 h 1817"/>
                  <a:gd name="T16" fmla="*/ 526 w 572"/>
                  <a:gd name="T17" fmla="*/ 437 h 1817"/>
                  <a:gd name="T18" fmla="*/ 186 w 572"/>
                  <a:gd name="T19" fmla="*/ 1185 h 1817"/>
                  <a:gd name="T20" fmla="*/ 76 w 572"/>
                  <a:gd name="T21" fmla="*/ 2644 h 1817"/>
                  <a:gd name="T22" fmla="*/ 8 w 572"/>
                  <a:gd name="T23" fmla="*/ 3658 h 1817"/>
                  <a:gd name="T24" fmla="*/ 105 w 572"/>
                  <a:gd name="T25" fmla="*/ 3882 h 1817"/>
                  <a:gd name="T26" fmla="*/ 296 w 572"/>
                  <a:gd name="T27" fmla="*/ 3916 h 1817"/>
                  <a:gd name="T28" fmla="*/ 322 w 572"/>
                  <a:gd name="T29" fmla="*/ 3843 h 1817"/>
                  <a:gd name="T30" fmla="*/ 272 w 572"/>
                  <a:gd name="T31" fmla="*/ 3348 h 1817"/>
                  <a:gd name="T32" fmla="*/ 539 w 572"/>
                  <a:gd name="T33" fmla="*/ 1603 h 1817"/>
                  <a:gd name="T34" fmla="*/ 471 w 572"/>
                  <a:gd name="T35" fmla="*/ 2436 h 1817"/>
                  <a:gd name="T36" fmla="*/ 453 w 572"/>
                  <a:gd name="T37" fmla="*/ 4247 h 1817"/>
                  <a:gd name="T38" fmla="*/ 712 w 572"/>
                  <a:gd name="T39" fmla="*/ 6271 h 1817"/>
                  <a:gd name="T40" fmla="*/ 843 w 572"/>
                  <a:gd name="T41" fmla="*/ 7272 h 1817"/>
                  <a:gd name="T42" fmla="*/ 767 w 572"/>
                  <a:gd name="T43" fmla="*/ 7593 h 1817"/>
                  <a:gd name="T44" fmla="*/ 1138 w 572"/>
                  <a:gd name="T45" fmla="*/ 7595 h 1817"/>
                  <a:gd name="T46" fmla="*/ 1198 w 572"/>
                  <a:gd name="T47" fmla="*/ 7204 h 1817"/>
                  <a:gd name="T48" fmla="*/ 1111 w 572"/>
                  <a:gd name="T49" fmla="*/ 6657 h 1817"/>
                  <a:gd name="T50" fmla="*/ 1172 w 572"/>
                  <a:gd name="T51" fmla="*/ 4752 h 1817"/>
                  <a:gd name="T52" fmla="*/ 1172 w 572"/>
                  <a:gd name="T53" fmla="*/ 3601 h 1817"/>
                  <a:gd name="T54" fmla="*/ 1263 w 572"/>
                  <a:gd name="T55" fmla="*/ 3596 h 1817"/>
                  <a:gd name="T56" fmla="*/ 1261 w 572"/>
                  <a:gd name="T57" fmla="*/ 4752 h 1817"/>
                  <a:gd name="T58" fmla="*/ 1316 w 572"/>
                  <a:gd name="T59" fmla="*/ 6657 h 1817"/>
                  <a:gd name="T60" fmla="*/ 1234 w 572"/>
                  <a:gd name="T61" fmla="*/ 7204 h 1817"/>
                  <a:gd name="T62" fmla="*/ 1289 w 572"/>
                  <a:gd name="T63" fmla="*/ 7595 h 1817"/>
                  <a:gd name="T64" fmla="*/ 1664 w 572"/>
                  <a:gd name="T65" fmla="*/ 7593 h 1817"/>
                  <a:gd name="T66" fmla="*/ 1585 w 572"/>
                  <a:gd name="T67" fmla="*/ 7272 h 1817"/>
                  <a:gd name="T68" fmla="*/ 1714 w 572"/>
                  <a:gd name="T69" fmla="*/ 6271 h 1817"/>
                  <a:gd name="T70" fmla="*/ 1973 w 572"/>
                  <a:gd name="T71" fmla="*/ 4247 h 1817"/>
                  <a:gd name="T72" fmla="*/ 1952 w 572"/>
                  <a:gd name="T73" fmla="*/ 2402 h 1817"/>
                  <a:gd name="T74" fmla="*/ 1888 w 572"/>
                  <a:gd name="T75" fmla="*/ 1598 h 1817"/>
                  <a:gd name="T76" fmla="*/ 2155 w 572"/>
                  <a:gd name="T77" fmla="*/ 3348 h 1817"/>
                  <a:gd name="T78" fmla="*/ 2109 w 572"/>
                  <a:gd name="T79" fmla="*/ 3843 h 1817"/>
                  <a:gd name="T80" fmla="*/ 2130 w 572"/>
                  <a:gd name="T81" fmla="*/ 3916 h 1817"/>
                  <a:gd name="T82" fmla="*/ 2321 w 572"/>
                  <a:gd name="T83" fmla="*/ 3882 h 1817"/>
                  <a:gd name="T84" fmla="*/ 2419 w 572"/>
                  <a:gd name="T85" fmla="*/ 3658 h 1817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0" t="0" r="r" b="b"/>
                <a:pathLst>
                  <a:path w="572" h="1817">
                    <a:moveTo>
                      <a:pt x="570" y="870"/>
                    </a:moveTo>
                    <a:cubicBezTo>
                      <a:pt x="568" y="865"/>
                      <a:pt x="564" y="834"/>
                      <a:pt x="559" y="815"/>
                    </a:cubicBezTo>
                    <a:cubicBezTo>
                      <a:pt x="555" y="800"/>
                      <a:pt x="551" y="735"/>
                      <a:pt x="553" y="705"/>
                    </a:cubicBezTo>
                    <a:cubicBezTo>
                      <a:pt x="555" y="681"/>
                      <a:pt x="554" y="644"/>
                      <a:pt x="555" y="629"/>
                    </a:cubicBezTo>
                    <a:cubicBezTo>
                      <a:pt x="555" y="539"/>
                      <a:pt x="541" y="494"/>
                      <a:pt x="537" y="477"/>
                    </a:cubicBezTo>
                    <a:cubicBezTo>
                      <a:pt x="534" y="461"/>
                      <a:pt x="529" y="437"/>
                      <a:pt x="529" y="401"/>
                    </a:cubicBezTo>
                    <a:cubicBezTo>
                      <a:pt x="529" y="366"/>
                      <a:pt x="531" y="316"/>
                      <a:pt x="529" y="282"/>
                    </a:cubicBezTo>
                    <a:cubicBezTo>
                      <a:pt x="527" y="262"/>
                      <a:pt x="523" y="232"/>
                      <a:pt x="519" y="205"/>
                    </a:cubicBezTo>
                    <a:cubicBezTo>
                      <a:pt x="515" y="179"/>
                      <a:pt x="502" y="144"/>
                      <a:pt x="491" y="132"/>
                    </a:cubicBezTo>
                    <a:cubicBezTo>
                      <a:pt x="480" y="120"/>
                      <a:pt x="465" y="110"/>
                      <a:pt x="449" y="104"/>
                    </a:cubicBezTo>
                    <a:cubicBezTo>
                      <a:pt x="445" y="103"/>
                      <a:pt x="439" y="98"/>
                      <a:pt x="435" y="98"/>
                    </a:cubicBezTo>
                    <a:cubicBezTo>
                      <a:pt x="428" y="96"/>
                      <a:pt x="425" y="94"/>
                      <a:pt x="419" y="93"/>
                    </a:cubicBezTo>
                    <a:cubicBezTo>
                      <a:pt x="407" y="91"/>
                      <a:pt x="397" y="89"/>
                      <a:pt x="387" y="86"/>
                    </a:cubicBezTo>
                    <a:cubicBezTo>
                      <a:pt x="366" y="79"/>
                      <a:pt x="345" y="77"/>
                      <a:pt x="345" y="0"/>
                    </a:cubicBezTo>
                    <a:cubicBezTo>
                      <a:pt x="343" y="2"/>
                      <a:pt x="341" y="5"/>
                      <a:pt x="338" y="8"/>
                    </a:cubicBezTo>
                    <a:cubicBezTo>
                      <a:pt x="326" y="18"/>
                      <a:pt x="312" y="37"/>
                      <a:pt x="299" y="39"/>
                    </a:cubicBezTo>
                    <a:cubicBezTo>
                      <a:pt x="295" y="40"/>
                      <a:pt x="290" y="41"/>
                      <a:pt x="286" y="41"/>
                    </a:cubicBezTo>
                    <a:cubicBezTo>
                      <a:pt x="286" y="41"/>
                      <a:pt x="286" y="41"/>
                      <a:pt x="286" y="41"/>
                    </a:cubicBezTo>
                    <a:cubicBezTo>
                      <a:pt x="286" y="41"/>
                      <a:pt x="286" y="41"/>
                      <a:pt x="286" y="41"/>
                    </a:cubicBezTo>
                    <a:cubicBezTo>
                      <a:pt x="286" y="41"/>
                      <a:pt x="286" y="41"/>
                      <a:pt x="286" y="41"/>
                    </a:cubicBezTo>
                    <a:cubicBezTo>
                      <a:pt x="283" y="41"/>
                      <a:pt x="278" y="40"/>
                      <a:pt x="274" y="39"/>
                    </a:cubicBezTo>
                    <a:cubicBezTo>
                      <a:pt x="261" y="37"/>
                      <a:pt x="247" y="18"/>
                      <a:pt x="235" y="8"/>
                    </a:cubicBezTo>
                    <a:cubicBezTo>
                      <a:pt x="232" y="5"/>
                      <a:pt x="229" y="2"/>
                      <a:pt x="227" y="0"/>
                    </a:cubicBezTo>
                    <a:cubicBezTo>
                      <a:pt x="227" y="77"/>
                      <a:pt x="207" y="79"/>
                      <a:pt x="185" y="86"/>
                    </a:cubicBezTo>
                    <a:cubicBezTo>
                      <a:pt x="176" y="89"/>
                      <a:pt x="165" y="91"/>
                      <a:pt x="153" y="93"/>
                    </a:cubicBezTo>
                    <a:cubicBezTo>
                      <a:pt x="148" y="94"/>
                      <a:pt x="144" y="96"/>
                      <a:pt x="137" y="97"/>
                    </a:cubicBezTo>
                    <a:cubicBezTo>
                      <a:pt x="134" y="98"/>
                      <a:pt x="128" y="102"/>
                      <a:pt x="124" y="104"/>
                    </a:cubicBezTo>
                    <a:cubicBezTo>
                      <a:pt x="108" y="109"/>
                      <a:pt x="93" y="119"/>
                      <a:pt x="81" y="131"/>
                    </a:cubicBezTo>
                    <a:cubicBezTo>
                      <a:pt x="70" y="143"/>
                      <a:pt x="57" y="179"/>
                      <a:pt x="53" y="205"/>
                    </a:cubicBezTo>
                    <a:cubicBezTo>
                      <a:pt x="49" y="232"/>
                      <a:pt x="46" y="262"/>
                      <a:pt x="44" y="282"/>
                    </a:cubicBezTo>
                    <a:cubicBezTo>
                      <a:pt x="41" y="316"/>
                      <a:pt x="43" y="366"/>
                      <a:pt x="43" y="401"/>
                    </a:cubicBezTo>
                    <a:cubicBezTo>
                      <a:pt x="43" y="437"/>
                      <a:pt x="39" y="461"/>
                      <a:pt x="35" y="477"/>
                    </a:cubicBezTo>
                    <a:cubicBezTo>
                      <a:pt x="32" y="494"/>
                      <a:pt x="17" y="539"/>
                      <a:pt x="18" y="629"/>
                    </a:cubicBezTo>
                    <a:cubicBezTo>
                      <a:pt x="19" y="644"/>
                      <a:pt x="17" y="681"/>
                      <a:pt x="19" y="705"/>
                    </a:cubicBezTo>
                    <a:cubicBezTo>
                      <a:pt x="22" y="735"/>
                      <a:pt x="18" y="800"/>
                      <a:pt x="14" y="815"/>
                    </a:cubicBezTo>
                    <a:cubicBezTo>
                      <a:pt x="9" y="834"/>
                      <a:pt x="5" y="865"/>
                      <a:pt x="2" y="870"/>
                    </a:cubicBezTo>
                    <a:cubicBezTo>
                      <a:pt x="0" y="874"/>
                      <a:pt x="5" y="880"/>
                      <a:pt x="7" y="885"/>
                    </a:cubicBezTo>
                    <a:cubicBezTo>
                      <a:pt x="9" y="890"/>
                      <a:pt x="9" y="894"/>
                      <a:pt x="12" y="901"/>
                    </a:cubicBezTo>
                    <a:cubicBezTo>
                      <a:pt x="14" y="906"/>
                      <a:pt x="21" y="917"/>
                      <a:pt x="25" y="923"/>
                    </a:cubicBezTo>
                    <a:cubicBezTo>
                      <a:pt x="29" y="929"/>
                      <a:pt x="43" y="936"/>
                      <a:pt x="55" y="940"/>
                    </a:cubicBezTo>
                    <a:cubicBezTo>
                      <a:pt x="62" y="943"/>
                      <a:pt x="77" y="951"/>
                      <a:pt x="78" y="947"/>
                    </a:cubicBezTo>
                    <a:cubicBezTo>
                      <a:pt x="81" y="940"/>
                      <a:pt x="76" y="935"/>
                      <a:pt x="70" y="931"/>
                    </a:cubicBezTo>
                    <a:cubicBezTo>
                      <a:pt x="66" y="929"/>
                      <a:pt x="77" y="936"/>
                      <a:pt x="79" y="929"/>
                    </a:cubicBezTo>
                    <a:cubicBezTo>
                      <a:pt x="80" y="927"/>
                      <a:pt x="80" y="926"/>
                      <a:pt x="78" y="922"/>
                    </a:cubicBezTo>
                    <a:cubicBezTo>
                      <a:pt x="79" y="917"/>
                      <a:pt x="78" y="917"/>
                      <a:pt x="76" y="914"/>
                    </a:cubicBezTo>
                    <a:cubicBezTo>
                      <a:pt x="81" y="912"/>
                      <a:pt x="77" y="889"/>
                      <a:pt x="75" y="878"/>
                    </a:cubicBezTo>
                    <a:cubicBezTo>
                      <a:pt x="76" y="870"/>
                      <a:pt x="76" y="843"/>
                      <a:pt x="70" y="825"/>
                    </a:cubicBezTo>
                    <a:cubicBezTo>
                      <a:pt x="66" y="814"/>
                      <a:pt x="64" y="803"/>
                      <a:pt x="64" y="796"/>
                    </a:cubicBezTo>
                    <a:cubicBezTo>
                      <a:pt x="61" y="779"/>
                      <a:pt x="80" y="662"/>
                      <a:pt x="90" y="629"/>
                    </a:cubicBezTo>
                    <a:cubicBezTo>
                      <a:pt x="111" y="559"/>
                      <a:pt x="105" y="499"/>
                      <a:pt x="107" y="487"/>
                    </a:cubicBezTo>
                    <a:cubicBezTo>
                      <a:pt x="109" y="474"/>
                      <a:pt x="123" y="410"/>
                      <a:pt x="127" y="381"/>
                    </a:cubicBezTo>
                    <a:cubicBezTo>
                      <a:pt x="128" y="381"/>
                      <a:pt x="128" y="381"/>
                      <a:pt x="128" y="381"/>
                    </a:cubicBezTo>
                    <a:cubicBezTo>
                      <a:pt x="130" y="417"/>
                      <a:pt x="126" y="470"/>
                      <a:pt x="127" y="488"/>
                    </a:cubicBezTo>
                    <a:cubicBezTo>
                      <a:pt x="129" y="513"/>
                      <a:pt x="122" y="558"/>
                      <a:pt x="111" y="579"/>
                    </a:cubicBezTo>
                    <a:cubicBezTo>
                      <a:pt x="100" y="599"/>
                      <a:pt x="95" y="630"/>
                      <a:pt x="86" y="686"/>
                    </a:cubicBezTo>
                    <a:cubicBezTo>
                      <a:pt x="77" y="730"/>
                      <a:pt x="70" y="776"/>
                      <a:pt x="78" y="856"/>
                    </a:cubicBezTo>
                    <a:cubicBezTo>
                      <a:pt x="84" y="912"/>
                      <a:pt x="93" y="947"/>
                      <a:pt x="107" y="1010"/>
                    </a:cubicBezTo>
                    <a:cubicBezTo>
                      <a:pt x="120" y="1066"/>
                      <a:pt x="138" y="1140"/>
                      <a:pt x="146" y="1181"/>
                    </a:cubicBezTo>
                    <a:cubicBezTo>
                      <a:pt x="153" y="1222"/>
                      <a:pt x="163" y="1237"/>
                      <a:pt x="165" y="1264"/>
                    </a:cubicBezTo>
                    <a:cubicBezTo>
                      <a:pt x="167" y="1291"/>
                      <a:pt x="149" y="1418"/>
                      <a:pt x="168" y="1491"/>
                    </a:cubicBezTo>
                    <a:cubicBezTo>
                      <a:pt x="188" y="1565"/>
                      <a:pt x="197" y="1612"/>
                      <a:pt x="201" y="1630"/>
                    </a:cubicBezTo>
                    <a:cubicBezTo>
                      <a:pt x="209" y="1669"/>
                      <a:pt x="202" y="1673"/>
                      <a:pt x="205" y="1693"/>
                    </a:cubicBezTo>
                    <a:cubicBezTo>
                      <a:pt x="209" y="1713"/>
                      <a:pt x="209" y="1710"/>
                      <a:pt x="199" y="1729"/>
                    </a:cubicBezTo>
                    <a:cubicBezTo>
                      <a:pt x="190" y="1742"/>
                      <a:pt x="175" y="1769"/>
                      <a:pt x="170" y="1775"/>
                    </a:cubicBezTo>
                    <a:cubicBezTo>
                      <a:pt x="166" y="1781"/>
                      <a:pt x="168" y="1787"/>
                      <a:pt x="170" y="1791"/>
                    </a:cubicBezTo>
                    <a:cubicBezTo>
                      <a:pt x="167" y="1800"/>
                      <a:pt x="177" y="1805"/>
                      <a:pt x="181" y="1805"/>
                    </a:cubicBezTo>
                    <a:cubicBezTo>
                      <a:pt x="180" y="1816"/>
                      <a:pt x="200" y="1815"/>
                      <a:pt x="204" y="1810"/>
                    </a:cubicBezTo>
                    <a:cubicBezTo>
                      <a:pt x="210" y="1816"/>
                      <a:pt x="225" y="1816"/>
                      <a:pt x="231" y="1808"/>
                    </a:cubicBezTo>
                    <a:cubicBezTo>
                      <a:pt x="241" y="1817"/>
                      <a:pt x="257" y="1817"/>
                      <a:pt x="268" y="1806"/>
                    </a:cubicBezTo>
                    <a:cubicBezTo>
                      <a:pt x="279" y="1795"/>
                      <a:pt x="280" y="1785"/>
                      <a:pt x="279" y="1774"/>
                    </a:cubicBezTo>
                    <a:cubicBezTo>
                      <a:pt x="278" y="1763"/>
                      <a:pt x="280" y="1759"/>
                      <a:pt x="283" y="1746"/>
                    </a:cubicBezTo>
                    <a:cubicBezTo>
                      <a:pt x="285" y="1733"/>
                      <a:pt x="287" y="1723"/>
                      <a:pt x="282" y="1713"/>
                    </a:cubicBezTo>
                    <a:cubicBezTo>
                      <a:pt x="277" y="1704"/>
                      <a:pt x="277" y="1699"/>
                      <a:pt x="277" y="1690"/>
                    </a:cubicBezTo>
                    <a:cubicBezTo>
                      <a:pt x="277" y="1680"/>
                      <a:pt x="280" y="1666"/>
                      <a:pt x="274" y="1654"/>
                    </a:cubicBezTo>
                    <a:cubicBezTo>
                      <a:pt x="268" y="1642"/>
                      <a:pt x="261" y="1614"/>
                      <a:pt x="262" y="1583"/>
                    </a:cubicBezTo>
                    <a:cubicBezTo>
                      <a:pt x="263" y="1552"/>
                      <a:pt x="286" y="1377"/>
                      <a:pt x="277" y="1318"/>
                    </a:cubicBezTo>
                    <a:cubicBezTo>
                      <a:pt x="267" y="1258"/>
                      <a:pt x="271" y="1246"/>
                      <a:pt x="273" y="1226"/>
                    </a:cubicBezTo>
                    <a:cubicBezTo>
                      <a:pt x="275" y="1205"/>
                      <a:pt x="281" y="1173"/>
                      <a:pt x="276" y="1130"/>
                    </a:cubicBezTo>
                    <a:cubicBezTo>
                      <a:pt x="274" y="1113"/>
                      <a:pt x="281" y="1045"/>
                      <a:pt x="282" y="975"/>
                    </a:cubicBezTo>
                    <a:cubicBezTo>
                      <a:pt x="282" y="930"/>
                      <a:pt x="288" y="868"/>
                      <a:pt x="276" y="856"/>
                    </a:cubicBezTo>
                    <a:cubicBezTo>
                      <a:pt x="276" y="856"/>
                      <a:pt x="276" y="856"/>
                      <a:pt x="276" y="856"/>
                    </a:cubicBezTo>
                    <a:cubicBezTo>
                      <a:pt x="279" y="857"/>
                      <a:pt x="282" y="857"/>
                      <a:pt x="285" y="857"/>
                    </a:cubicBezTo>
                    <a:cubicBezTo>
                      <a:pt x="286" y="857"/>
                      <a:pt x="286" y="857"/>
                      <a:pt x="286" y="857"/>
                    </a:cubicBezTo>
                    <a:cubicBezTo>
                      <a:pt x="290" y="857"/>
                      <a:pt x="294" y="857"/>
                      <a:pt x="298" y="855"/>
                    </a:cubicBezTo>
                    <a:cubicBezTo>
                      <a:pt x="297" y="856"/>
                      <a:pt x="297" y="856"/>
                      <a:pt x="297" y="856"/>
                    </a:cubicBezTo>
                    <a:cubicBezTo>
                      <a:pt x="285" y="868"/>
                      <a:pt x="290" y="929"/>
                      <a:pt x="290" y="975"/>
                    </a:cubicBezTo>
                    <a:cubicBezTo>
                      <a:pt x="291" y="1045"/>
                      <a:pt x="299" y="1113"/>
                      <a:pt x="297" y="1130"/>
                    </a:cubicBezTo>
                    <a:cubicBezTo>
                      <a:pt x="291" y="1173"/>
                      <a:pt x="297" y="1205"/>
                      <a:pt x="300" y="1226"/>
                    </a:cubicBezTo>
                    <a:cubicBezTo>
                      <a:pt x="302" y="1246"/>
                      <a:pt x="306" y="1258"/>
                      <a:pt x="296" y="1318"/>
                    </a:cubicBezTo>
                    <a:cubicBezTo>
                      <a:pt x="286" y="1377"/>
                      <a:pt x="309" y="1552"/>
                      <a:pt x="310" y="1583"/>
                    </a:cubicBezTo>
                    <a:cubicBezTo>
                      <a:pt x="311" y="1614"/>
                      <a:pt x="304" y="1642"/>
                      <a:pt x="298" y="1654"/>
                    </a:cubicBezTo>
                    <a:cubicBezTo>
                      <a:pt x="292" y="1666"/>
                      <a:pt x="296" y="1680"/>
                      <a:pt x="296" y="1690"/>
                    </a:cubicBezTo>
                    <a:cubicBezTo>
                      <a:pt x="296" y="1699"/>
                      <a:pt x="296" y="1704"/>
                      <a:pt x="291" y="1713"/>
                    </a:cubicBezTo>
                    <a:cubicBezTo>
                      <a:pt x="286" y="1723"/>
                      <a:pt x="288" y="1733"/>
                      <a:pt x="290" y="1746"/>
                    </a:cubicBezTo>
                    <a:cubicBezTo>
                      <a:pt x="292" y="1759"/>
                      <a:pt x="295" y="1763"/>
                      <a:pt x="294" y="1774"/>
                    </a:cubicBezTo>
                    <a:cubicBezTo>
                      <a:pt x="292" y="1785"/>
                      <a:pt x="294" y="1795"/>
                      <a:pt x="304" y="1806"/>
                    </a:cubicBezTo>
                    <a:cubicBezTo>
                      <a:pt x="315" y="1817"/>
                      <a:pt x="332" y="1817"/>
                      <a:pt x="341" y="1808"/>
                    </a:cubicBezTo>
                    <a:cubicBezTo>
                      <a:pt x="347" y="1816"/>
                      <a:pt x="362" y="1816"/>
                      <a:pt x="368" y="1810"/>
                    </a:cubicBezTo>
                    <a:cubicBezTo>
                      <a:pt x="373" y="1815"/>
                      <a:pt x="393" y="1816"/>
                      <a:pt x="392" y="1805"/>
                    </a:cubicBezTo>
                    <a:cubicBezTo>
                      <a:pt x="395" y="1805"/>
                      <a:pt x="406" y="1800"/>
                      <a:pt x="402" y="1791"/>
                    </a:cubicBezTo>
                    <a:cubicBezTo>
                      <a:pt x="405" y="1787"/>
                      <a:pt x="407" y="1781"/>
                      <a:pt x="402" y="1775"/>
                    </a:cubicBezTo>
                    <a:cubicBezTo>
                      <a:pt x="397" y="1769"/>
                      <a:pt x="382" y="1742"/>
                      <a:pt x="374" y="1729"/>
                    </a:cubicBezTo>
                    <a:cubicBezTo>
                      <a:pt x="363" y="1710"/>
                      <a:pt x="364" y="1713"/>
                      <a:pt x="367" y="1693"/>
                    </a:cubicBezTo>
                    <a:cubicBezTo>
                      <a:pt x="371" y="1673"/>
                      <a:pt x="363" y="1669"/>
                      <a:pt x="372" y="1630"/>
                    </a:cubicBezTo>
                    <a:cubicBezTo>
                      <a:pt x="376" y="1612"/>
                      <a:pt x="384" y="1565"/>
                      <a:pt x="404" y="1491"/>
                    </a:cubicBezTo>
                    <a:cubicBezTo>
                      <a:pt x="424" y="1418"/>
                      <a:pt x="406" y="1291"/>
                      <a:pt x="408" y="1264"/>
                    </a:cubicBezTo>
                    <a:cubicBezTo>
                      <a:pt x="410" y="1237"/>
                      <a:pt x="421" y="1219"/>
                      <a:pt x="428" y="1178"/>
                    </a:cubicBezTo>
                    <a:cubicBezTo>
                      <a:pt x="435" y="1136"/>
                      <a:pt x="452" y="1066"/>
                      <a:pt x="465" y="1010"/>
                    </a:cubicBezTo>
                    <a:cubicBezTo>
                      <a:pt x="479" y="947"/>
                      <a:pt x="491" y="913"/>
                      <a:pt x="496" y="857"/>
                    </a:cubicBezTo>
                    <a:cubicBezTo>
                      <a:pt x="505" y="777"/>
                      <a:pt x="498" y="729"/>
                      <a:pt x="489" y="685"/>
                    </a:cubicBezTo>
                    <a:cubicBezTo>
                      <a:pt x="479" y="629"/>
                      <a:pt x="471" y="591"/>
                      <a:pt x="460" y="571"/>
                    </a:cubicBezTo>
                    <a:cubicBezTo>
                      <a:pt x="450" y="551"/>
                      <a:pt x="446" y="512"/>
                      <a:pt x="447" y="487"/>
                    </a:cubicBezTo>
                    <a:cubicBezTo>
                      <a:pt x="448" y="468"/>
                      <a:pt x="442" y="415"/>
                      <a:pt x="445" y="379"/>
                    </a:cubicBezTo>
                    <a:cubicBezTo>
                      <a:pt x="445" y="380"/>
                      <a:pt x="445" y="380"/>
                      <a:pt x="445" y="380"/>
                    </a:cubicBezTo>
                    <a:cubicBezTo>
                      <a:pt x="449" y="409"/>
                      <a:pt x="463" y="474"/>
                      <a:pt x="466" y="487"/>
                    </a:cubicBezTo>
                    <a:cubicBezTo>
                      <a:pt x="468" y="499"/>
                      <a:pt x="461" y="559"/>
                      <a:pt x="482" y="629"/>
                    </a:cubicBezTo>
                    <a:cubicBezTo>
                      <a:pt x="493" y="662"/>
                      <a:pt x="511" y="779"/>
                      <a:pt x="508" y="796"/>
                    </a:cubicBezTo>
                    <a:cubicBezTo>
                      <a:pt x="508" y="803"/>
                      <a:pt x="506" y="814"/>
                      <a:pt x="502" y="825"/>
                    </a:cubicBezTo>
                    <a:cubicBezTo>
                      <a:pt x="496" y="843"/>
                      <a:pt x="497" y="870"/>
                      <a:pt x="498" y="878"/>
                    </a:cubicBezTo>
                    <a:cubicBezTo>
                      <a:pt x="496" y="889"/>
                      <a:pt x="492" y="912"/>
                      <a:pt x="497" y="914"/>
                    </a:cubicBezTo>
                    <a:cubicBezTo>
                      <a:pt x="494" y="917"/>
                      <a:pt x="493" y="917"/>
                      <a:pt x="494" y="922"/>
                    </a:cubicBezTo>
                    <a:cubicBezTo>
                      <a:pt x="493" y="926"/>
                      <a:pt x="493" y="927"/>
                      <a:pt x="493" y="929"/>
                    </a:cubicBezTo>
                    <a:cubicBezTo>
                      <a:pt x="496" y="936"/>
                      <a:pt x="506" y="929"/>
                      <a:pt x="502" y="931"/>
                    </a:cubicBezTo>
                    <a:cubicBezTo>
                      <a:pt x="497" y="935"/>
                      <a:pt x="491" y="940"/>
                      <a:pt x="494" y="947"/>
                    </a:cubicBezTo>
                    <a:cubicBezTo>
                      <a:pt x="496" y="951"/>
                      <a:pt x="510" y="943"/>
                      <a:pt x="518" y="940"/>
                    </a:cubicBezTo>
                    <a:cubicBezTo>
                      <a:pt x="530" y="936"/>
                      <a:pt x="544" y="929"/>
                      <a:pt x="547" y="923"/>
                    </a:cubicBezTo>
                    <a:cubicBezTo>
                      <a:pt x="551" y="917"/>
                      <a:pt x="558" y="906"/>
                      <a:pt x="561" y="901"/>
                    </a:cubicBezTo>
                    <a:cubicBezTo>
                      <a:pt x="564" y="894"/>
                      <a:pt x="563" y="890"/>
                      <a:pt x="566" y="885"/>
                    </a:cubicBezTo>
                    <a:cubicBezTo>
                      <a:pt x="568" y="880"/>
                      <a:pt x="572" y="874"/>
                      <a:pt x="570" y="870"/>
                    </a:cubicBezTo>
                  </a:path>
                </a:pathLst>
              </a:custGeom>
              <a:solidFill>
                <a:srgbClr val="FEF6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094" name="Oval 909">
                <a:extLst>
                  <a:ext uri="{FF2B5EF4-FFF2-40B4-BE49-F238E27FC236}">
                    <a16:creationId xmlns:a16="http://schemas.microsoft.com/office/drawing/2014/main" id="{2862340E-A880-41C2-BD4F-CFD1517184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70" y="965"/>
                <a:ext cx="25" cy="24"/>
              </a:xfrm>
              <a:prstGeom prst="ellipse">
                <a:avLst/>
              </a:prstGeom>
              <a:solidFill>
                <a:srgbClr val="A1822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095" name="Oval 910">
                <a:extLst>
                  <a:ext uri="{FF2B5EF4-FFF2-40B4-BE49-F238E27FC236}">
                    <a16:creationId xmlns:a16="http://schemas.microsoft.com/office/drawing/2014/main" id="{F7C81269-A613-4CC0-81A5-B411778CE1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08" y="965"/>
                <a:ext cx="24" cy="24"/>
              </a:xfrm>
              <a:prstGeom prst="ellipse">
                <a:avLst/>
              </a:prstGeom>
              <a:solidFill>
                <a:srgbClr val="A1822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096" name="Freeform 911">
                <a:extLst>
                  <a:ext uri="{FF2B5EF4-FFF2-40B4-BE49-F238E27FC236}">
                    <a16:creationId xmlns:a16="http://schemas.microsoft.com/office/drawing/2014/main" id="{77B2D4F1-D562-49EC-9445-FE0E38B3FA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9" y="1096"/>
                <a:ext cx="79" cy="34"/>
              </a:xfrm>
              <a:custGeom>
                <a:avLst/>
                <a:gdLst>
                  <a:gd name="T0" fmla="*/ 26 w 49"/>
                  <a:gd name="T1" fmla="*/ 55 h 21"/>
                  <a:gd name="T2" fmla="*/ 47 w 49"/>
                  <a:gd name="T3" fmla="*/ 76 h 21"/>
                  <a:gd name="T4" fmla="*/ 110 w 49"/>
                  <a:gd name="T5" fmla="*/ 89 h 21"/>
                  <a:gd name="T6" fmla="*/ 110 w 49"/>
                  <a:gd name="T7" fmla="*/ 89 h 21"/>
                  <a:gd name="T8" fmla="*/ 164 w 49"/>
                  <a:gd name="T9" fmla="*/ 76 h 21"/>
                  <a:gd name="T10" fmla="*/ 184 w 49"/>
                  <a:gd name="T11" fmla="*/ 55 h 21"/>
                  <a:gd name="T12" fmla="*/ 205 w 49"/>
                  <a:gd name="T13" fmla="*/ 13 h 21"/>
                  <a:gd name="T14" fmla="*/ 135 w 49"/>
                  <a:gd name="T15" fmla="*/ 0 h 21"/>
                  <a:gd name="T16" fmla="*/ 103 w 49"/>
                  <a:gd name="T17" fmla="*/ 0 h 21"/>
                  <a:gd name="T18" fmla="*/ 103 w 49"/>
                  <a:gd name="T19" fmla="*/ 0 h 21"/>
                  <a:gd name="T20" fmla="*/ 71 w 49"/>
                  <a:gd name="T21" fmla="*/ 0 h 21"/>
                  <a:gd name="T22" fmla="*/ 0 w 49"/>
                  <a:gd name="T23" fmla="*/ 13 h 2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49" h="21">
                    <a:moveTo>
                      <a:pt x="6" y="13"/>
                    </a:moveTo>
                    <a:cubicBezTo>
                      <a:pt x="6" y="13"/>
                      <a:pt x="7" y="16"/>
                      <a:pt x="11" y="18"/>
                    </a:cubicBezTo>
                    <a:cubicBezTo>
                      <a:pt x="15" y="20"/>
                      <a:pt x="23" y="21"/>
                      <a:pt x="26" y="21"/>
                    </a:cubicBezTo>
                    <a:cubicBezTo>
                      <a:pt x="26" y="21"/>
                      <a:pt x="26" y="21"/>
                      <a:pt x="26" y="21"/>
                    </a:cubicBezTo>
                    <a:cubicBezTo>
                      <a:pt x="29" y="21"/>
                      <a:pt x="35" y="20"/>
                      <a:pt x="39" y="18"/>
                    </a:cubicBezTo>
                    <a:cubicBezTo>
                      <a:pt x="43" y="16"/>
                      <a:pt x="44" y="13"/>
                      <a:pt x="44" y="13"/>
                    </a:cubicBezTo>
                    <a:cubicBezTo>
                      <a:pt x="49" y="3"/>
                      <a:pt x="49" y="3"/>
                      <a:pt x="49" y="3"/>
                    </a:cubicBezTo>
                    <a:cubicBezTo>
                      <a:pt x="45" y="4"/>
                      <a:pt x="35" y="0"/>
                      <a:pt x="32" y="0"/>
                    </a:cubicBezTo>
                    <a:cubicBezTo>
                      <a:pt x="29" y="0"/>
                      <a:pt x="27" y="0"/>
                      <a:pt x="25" y="0"/>
                    </a:cubicBezTo>
                    <a:cubicBezTo>
                      <a:pt x="25" y="0"/>
                      <a:pt x="25" y="0"/>
                      <a:pt x="25" y="0"/>
                    </a:cubicBezTo>
                    <a:cubicBezTo>
                      <a:pt x="22" y="0"/>
                      <a:pt x="20" y="0"/>
                      <a:pt x="17" y="0"/>
                    </a:cubicBezTo>
                    <a:cubicBezTo>
                      <a:pt x="14" y="0"/>
                      <a:pt x="5" y="4"/>
                      <a:pt x="0" y="3"/>
                    </a:cubicBezTo>
                  </a:path>
                </a:pathLst>
              </a:custGeom>
              <a:solidFill>
                <a:srgbClr val="F4D7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097" name="Freeform 912">
                <a:extLst>
                  <a:ext uri="{FF2B5EF4-FFF2-40B4-BE49-F238E27FC236}">
                    <a16:creationId xmlns:a16="http://schemas.microsoft.com/office/drawing/2014/main" id="{E0644E10-7BC7-49B6-A145-ECF1409905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7" y="1126"/>
                <a:ext cx="45" cy="15"/>
              </a:xfrm>
              <a:custGeom>
                <a:avLst/>
                <a:gdLst>
                  <a:gd name="T0" fmla="*/ 0 w 28"/>
                  <a:gd name="T1" fmla="*/ 0 h 9"/>
                  <a:gd name="T2" fmla="*/ 116 w 28"/>
                  <a:gd name="T3" fmla="*/ 13 h 9"/>
                  <a:gd name="T4" fmla="*/ 5 w 28"/>
                  <a:gd name="T5" fmla="*/ 5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9">
                    <a:moveTo>
                      <a:pt x="0" y="0"/>
                    </a:moveTo>
                    <a:cubicBezTo>
                      <a:pt x="8" y="5"/>
                      <a:pt x="19" y="3"/>
                      <a:pt x="28" y="3"/>
                    </a:cubicBezTo>
                    <a:cubicBezTo>
                      <a:pt x="17" y="9"/>
                      <a:pt x="12" y="6"/>
                      <a:pt x="1" y="1"/>
                    </a:cubicBezTo>
                  </a:path>
                </a:pathLst>
              </a:custGeom>
              <a:solidFill>
                <a:srgbClr val="FDEA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098" name="Freeform 913">
                <a:extLst>
                  <a:ext uri="{FF2B5EF4-FFF2-40B4-BE49-F238E27FC236}">
                    <a16:creationId xmlns:a16="http://schemas.microsoft.com/office/drawing/2014/main" id="{6F5B6043-5CAA-4B3D-85FA-BAF705CDB2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0" y="1138"/>
                <a:ext cx="92" cy="130"/>
              </a:xfrm>
              <a:custGeom>
                <a:avLst/>
                <a:gdLst>
                  <a:gd name="T0" fmla="*/ 8 w 57"/>
                  <a:gd name="T1" fmla="*/ 149 h 81"/>
                  <a:gd name="T2" fmla="*/ 144 w 57"/>
                  <a:gd name="T3" fmla="*/ 90 h 81"/>
                  <a:gd name="T4" fmla="*/ 190 w 57"/>
                  <a:gd name="T5" fmla="*/ 47 h 81"/>
                  <a:gd name="T6" fmla="*/ 211 w 57"/>
                  <a:gd name="T7" fmla="*/ 16 h 81"/>
                  <a:gd name="T8" fmla="*/ 239 w 57"/>
                  <a:gd name="T9" fmla="*/ 0 h 81"/>
                  <a:gd name="T10" fmla="*/ 207 w 57"/>
                  <a:gd name="T11" fmla="*/ 55 h 81"/>
                  <a:gd name="T12" fmla="*/ 157 w 57"/>
                  <a:gd name="T13" fmla="*/ 120 h 81"/>
                  <a:gd name="T14" fmla="*/ 105 w 57"/>
                  <a:gd name="T15" fmla="*/ 226 h 81"/>
                  <a:gd name="T16" fmla="*/ 55 w 57"/>
                  <a:gd name="T17" fmla="*/ 335 h 81"/>
                  <a:gd name="T18" fmla="*/ 68 w 57"/>
                  <a:gd name="T19" fmla="*/ 212 h 81"/>
                  <a:gd name="T20" fmla="*/ 0 w 57"/>
                  <a:gd name="T21" fmla="*/ 162 h 8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57" h="81">
                    <a:moveTo>
                      <a:pt x="2" y="36"/>
                    </a:moveTo>
                    <a:cubicBezTo>
                      <a:pt x="15" y="37"/>
                      <a:pt x="25" y="28"/>
                      <a:pt x="34" y="22"/>
                    </a:cubicBezTo>
                    <a:cubicBezTo>
                      <a:pt x="38" y="18"/>
                      <a:pt x="42" y="15"/>
                      <a:pt x="45" y="11"/>
                    </a:cubicBezTo>
                    <a:cubicBezTo>
                      <a:pt x="47" y="8"/>
                      <a:pt x="48" y="6"/>
                      <a:pt x="50" y="4"/>
                    </a:cubicBezTo>
                    <a:cubicBezTo>
                      <a:pt x="52" y="2"/>
                      <a:pt x="55" y="1"/>
                      <a:pt x="57" y="0"/>
                    </a:cubicBezTo>
                    <a:cubicBezTo>
                      <a:pt x="55" y="4"/>
                      <a:pt x="52" y="9"/>
                      <a:pt x="49" y="13"/>
                    </a:cubicBezTo>
                    <a:cubicBezTo>
                      <a:pt x="46" y="18"/>
                      <a:pt x="41" y="23"/>
                      <a:pt x="37" y="29"/>
                    </a:cubicBezTo>
                    <a:cubicBezTo>
                      <a:pt x="32" y="37"/>
                      <a:pt x="29" y="45"/>
                      <a:pt x="25" y="55"/>
                    </a:cubicBezTo>
                    <a:cubicBezTo>
                      <a:pt x="22" y="64"/>
                      <a:pt x="20" y="73"/>
                      <a:pt x="13" y="81"/>
                    </a:cubicBezTo>
                    <a:cubicBezTo>
                      <a:pt x="13" y="71"/>
                      <a:pt x="23" y="60"/>
                      <a:pt x="16" y="51"/>
                    </a:cubicBezTo>
                    <a:cubicBezTo>
                      <a:pt x="12" y="45"/>
                      <a:pt x="4" y="45"/>
                      <a:pt x="0" y="39"/>
                    </a:cubicBezTo>
                  </a:path>
                </a:pathLst>
              </a:custGeom>
              <a:solidFill>
                <a:srgbClr val="FDEA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099" name="Freeform 914">
                <a:extLst>
                  <a:ext uri="{FF2B5EF4-FFF2-40B4-BE49-F238E27FC236}">
                    <a16:creationId xmlns:a16="http://schemas.microsoft.com/office/drawing/2014/main" id="{B3846049-DC14-43F6-AD6F-6E349BA96F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4" y="1136"/>
                <a:ext cx="47" cy="110"/>
              </a:xfrm>
              <a:custGeom>
                <a:avLst/>
                <a:gdLst>
                  <a:gd name="T0" fmla="*/ 73 w 29"/>
                  <a:gd name="T1" fmla="*/ 0 h 68"/>
                  <a:gd name="T2" fmla="*/ 68 w 29"/>
                  <a:gd name="T3" fmla="*/ 73 h 68"/>
                  <a:gd name="T4" fmla="*/ 76 w 29"/>
                  <a:gd name="T5" fmla="*/ 144 h 68"/>
                  <a:gd name="T6" fmla="*/ 94 w 29"/>
                  <a:gd name="T7" fmla="*/ 220 h 68"/>
                  <a:gd name="T8" fmla="*/ 123 w 29"/>
                  <a:gd name="T9" fmla="*/ 288 h 68"/>
                  <a:gd name="T10" fmla="*/ 55 w 29"/>
                  <a:gd name="T11" fmla="*/ 144 h 68"/>
                  <a:gd name="T12" fmla="*/ 0 w 29"/>
                  <a:gd name="T13" fmla="*/ 76 h 6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9" h="68">
                    <a:moveTo>
                      <a:pt x="17" y="0"/>
                    </a:moveTo>
                    <a:cubicBezTo>
                      <a:pt x="15" y="4"/>
                      <a:pt x="16" y="12"/>
                      <a:pt x="16" y="17"/>
                    </a:cubicBezTo>
                    <a:cubicBezTo>
                      <a:pt x="16" y="23"/>
                      <a:pt x="17" y="28"/>
                      <a:pt x="18" y="34"/>
                    </a:cubicBezTo>
                    <a:cubicBezTo>
                      <a:pt x="19" y="40"/>
                      <a:pt x="21" y="46"/>
                      <a:pt x="22" y="52"/>
                    </a:cubicBezTo>
                    <a:cubicBezTo>
                      <a:pt x="24" y="58"/>
                      <a:pt x="28" y="63"/>
                      <a:pt x="29" y="68"/>
                    </a:cubicBezTo>
                    <a:cubicBezTo>
                      <a:pt x="19" y="63"/>
                      <a:pt x="14" y="45"/>
                      <a:pt x="13" y="34"/>
                    </a:cubicBezTo>
                    <a:cubicBezTo>
                      <a:pt x="12" y="29"/>
                      <a:pt x="9" y="9"/>
                      <a:pt x="0" y="18"/>
                    </a:cubicBezTo>
                  </a:path>
                </a:pathLst>
              </a:custGeom>
              <a:solidFill>
                <a:srgbClr val="FDEA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100" name="Freeform 915">
                <a:extLst>
                  <a:ext uri="{FF2B5EF4-FFF2-40B4-BE49-F238E27FC236}">
                    <a16:creationId xmlns:a16="http://schemas.microsoft.com/office/drawing/2014/main" id="{32F1A30B-D755-4916-AD9D-193B94478C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5" y="1286"/>
                <a:ext cx="160" cy="18"/>
              </a:xfrm>
              <a:custGeom>
                <a:avLst/>
                <a:gdLst>
                  <a:gd name="T0" fmla="*/ 5 w 99"/>
                  <a:gd name="T1" fmla="*/ 34 h 11"/>
                  <a:gd name="T2" fmla="*/ 204 w 99"/>
                  <a:gd name="T3" fmla="*/ 29 h 11"/>
                  <a:gd name="T4" fmla="*/ 419 w 99"/>
                  <a:gd name="T5" fmla="*/ 18 h 11"/>
                  <a:gd name="T6" fmla="*/ 370 w 99"/>
                  <a:gd name="T7" fmla="*/ 8 h 11"/>
                  <a:gd name="T8" fmla="*/ 259 w 99"/>
                  <a:gd name="T9" fmla="*/ 8 h 11"/>
                  <a:gd name="T10" fmla="*/ 110 w 99"/>
                  <a:gd name="T11" fmla="*/ 0 h 11"/>
                  <a:gd name="T12" fmla="*/ 0 w 99"/>
                  <a:gd name="T13" fmla="*/ 47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9" h="11">
                    <a:moveTo>
                      <a:pt x="1" y="8"/>
                    </a:moveTo>
                    <a:cubicBezTo>
                      <a:pt x="16" y="3"/>
                      <a:pt x="33" y="5"/>
                      <a:pt x="48" y="7"/>
                    </a:cubicBezTo>
                    <a:cubicBezTo>
                      <a:pt x="65" y="9"/>
                      <a:pt x="82" y="5"/>
                      <a:pt x="99" y="4"/>
                    </a:cubicBezTo>
                    <a:cubicBezTo>
                      <a:pt x="96" y="1"/>
                      <a:pt x="92" y="2"/>
                      <a:pt x="88" y="2"/>
                    </a:cubicBezTo>
                    <a:cubicBezTo>
                      <a:pt x="79" y="2"/>
                      <a:pt x="70" y="2"/>
                      <a:pt x="61" y="2"/>
                    </a:cubicBezTo>
                    <a:cubicBezTo>
                      <a:pt x="49" y="3"/>
                      <a:pt x="39" y="0"/>
                      <a:pt x="26" y="0"/>
                    </a:cubicBezTo>
                    <a:cubicBezTo>
                      <a:pt x="19" y="0"/>
                      <a:pt x="2" y="2"/>
                      <a:pt x="0" y="11"/>
                    </a:cubicBezTo>
                  </a:path>
                </a:pathLst>
              </a:custGeom>
              <a:solidFill>
                <a:srgbClr val="FDEA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101" name="Freeform 916">
                <a:extLst>
                  <a:ext uri="{FF2B5EF4-FFF2-40B4-BE49-F238E27FC236}">
                    <a16:creationId xmlns:a16="http://schemas.microsoft.com/office/drawing/2014/main" id="{51A6A1D9-9167-48E3-8F20-EEF0DACAB4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3" y="1310"/>
                <a:ext cx="33" cy="41"/>
              </a:xfrm>
              <a:custGeom>
                <a:avLst/>
                <a:gdLst>
                  <a:gd name="T0" fmla="*/ 0 w 20"/>
                  <a:gd name="T1" fmla="*/ 0 h 25"/>
                  <a:gd name="T2" fmla="*/ 35 w 20"/>
                  <a:gd name="T3" fmla="*/ 92 h 25"/>
                  <a:gd name="T4" fmla="*/ 89 w 20"/>
                  <a:gd name="T5" fmla="*/ 43 h 25"/>
                  <a:gd name="T6" fmla="*/ 68 w 20"/>
                  <a:gd name="T7" fmla="*/ 56 h 25"/>
                  <a:gd name="T8" fmla="*/ 13 w 20"/>
                  <a:gd name="T9" fmla="*/ 5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25">
                    <a:moveTo>
                      <a:pt x="0" y="0"/>
                    </a:moveTo>
                    <a:cubicBezTo>
                      <a:pt x="1" y="5"/>
                      <a:pt x="4" y="17"/>
                      <a:pt x="8" y="21"/>
                    </a:cubicBezTo>
                    <a:cubicBezTo>
                      <a:pt x="13" y="25"/>
                      <a:pt x="20" y="16"/>
                      <a:pt x="20" y="10"/>
                    </a:cubicBezTo>
                    <a:cubicBezTo>
                      <a:pt x="19" y="12"/>
                      <a:pt x="17" y="13"/>
                      <a:pt x="15" y="13"/>
                    </a:cubicBezTo>
                    <a:cubicBezTo>
                      <a:pt x="10" y="13"/>
                      <a:pt x="2" y="4"/>
                      <a:pt x="3" y="1"/>
                    </a:cubicBezTo>
                  </a:path>
                </a:pathLst>
              </a:custGeom>
              <a:solidFill>
                <a:srgbClr val="FDEA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102" name="Freeform 917">
                <a:extLst>
                  <a:ext uri="{FF2B5EF4-FFF2-40B4-BE49-F238E27FC236}">
                    <a16:creationId xmlns:a16="http://schemas.microsoft.com/office/drawing/2014/main" id="{176706DE-3A00-4BB0-9C2F-D5F06772F1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8" y="1155"/>
                <a:ext cx="47" cy="134"/>
              </a:xfrm>
              <a:custGeom>
                <a:avLst/>
                <a:gdLst>
                  <a:gd name="T0" fmla="*/ 13 w 29"/>
                  <a:gd name="T1" fmla="*/ 63 h 83"/>
                  <a:gd name="T2" fmla="*/ 73 w 29"/>
                  <a:gd name="T3" fmla="*/ 192 h 83"/>
                  <a:gd name="T4" fmla="*/ 123 w 29"/>
                  <a:gd name="T5" fmla="*/ 349 h 83"/>
                  <a:gd name="T6" fmla="*/ 102 w 29"/>
                  <a:gd name="T7" fmla="*/ 224 h 83"/>
                  <a:gd name="T8" fmla="*/ 68 w 29"/>
                  <a:gd name="T9" fmla="*/ 102 h 83"/>
                  <a:gd name="T10" fmla="*/ 47 w 29"/>
                  <a:gd name="T11" fmla="*/ 39 h 83"/>
                  <a:gd name="T12" fmla="*/ 0 w 29"/>
                  <a:gd name="T13" fmla="*/ 0 h 8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9" h="83">
                    <a:moveTo>
                      <a:pt x="3" y="15"/>
                    </a:moveTo>
                    <a:cubicBezTo>
                      <a:pt x="8" y="25"/>
                      <a:pt x="12" y="35"/>
                      <a:pt x="17" y="46"/>
                    </a:cubicBezTo>
                    <a:cubicBezTo>
                      <a:pt x="23" y="57"/>
                      <a:pt x="23" y="72"/>
                      <a:pt x="29" y="83"/>
                    </a:cubicBezTo>
                    <a:cubicBezTo>
                      <a:pt x="24" y="74"/>
                      <a:pt x="27" y="62"/>
                      <a:pt x="24" y="53"/>
                    </a:cubicBezTo>
                    <a:cubicBezTo>
                      <a:pt x="22" y="43"/>
                      <a:pt x="14" y="34"/>
                      <a:pt x="16" y="24"/>
                    </a:cubicBezTo>
                    <a:cubicBezTo>
                      <a:pt x="18" y="16"/>
                      <a:pt x="17" y="15"/>
                      <a:pt x="11" y="9"/>
                    </a:cubicBezTo>
                    <a:cubicBezTo>
                      <a:pt x="8" y="6"/>
                      <a:pt x="5" y="2"/>
                      <a:pt x="0" y="0"/>
                    </a:cubicBezTo>
                  </a:path>
                </a:pathLst>
              </a:custGeom>
              <a:solidFill>
                <a:srgbClr val="FDEA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103" name="Freeform 918">
                <a:extLst>
                  <a:ext uri="{FF2B5EF4-FFF2-40B4-BE49-F238E27FC236}">
                    <a16:creationId xmlns:a16="http://schemas.microsoft.com/office/drawing/2014/main" id="{55C2DD7F-FA70-42D4-8DFD-3348872DB0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0" y="2066"/>
                <a:ext cx="18" cy="19"/>
              </a:xfrm>
              <a:custGeom>
                <a:avLst/>
                <a:gdLst>
                  <a:gd name="T0" fmla="*/ 0 w 11"/>
                  <a:gd name="T1" fmla="*/ 27 h 12"/>
                  <a:gd name="T2" fmla="*/ 47 w 11"/>
                  <a:gd name="T3" fmla="*/ 33 h 12"/>
                  <a:gd name="T4" fmla="*/ 41 w 11"/>
                  <a:gd name="T5" fmla="*/ 5 h 12"/>
                  <a:gd name="T6" fmla="*/ 8 w 11"/>
                  <a:gd name="T7" fmla="*/ 8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12">
                    <a:moveTo>
                      <a:pt x="0" y="7"/>
                    </a:moveTo>
                    <a:cubicBezTo>
                      <a:pt x="2" y="11"/>
                      <a:pt x="9" y="12"/>
                      <a:pt x="11" y="8"/>
                    </a:cubicBezTo>
                    <a:cubicBezTo>
                      <a:pt x="11" y="6"/>
                      <a:pt x="10" y="2"/>
                      <a:pt x="9" y="1"/>
                    </a:cubicBezTo>
                    <a:cubicBezTo>
                      <a:pt x="7" y="0"/>
                      <a:pt x="4" y="0"/>
                      <a:pt x="2" y="2"/>
                    </a:cubicBezTo>
                  </a:path>
                </a:pathLst>
              </a:custGeom>
              <a:solidFill>
                <a:srgbClr val="FDEA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104" name="Freeform 919">
                <a:extLst>
                  <a:ext uri="{FF2B5EF4-FFF2-40B4-BE49-F238E27FC236}">
                    <a16:creationId xmlns:a16="http://schemas.microsoft.com/office/drawing/2014/main" id="{941EC09A-F898-4A28-A5C8-2ADBA0F348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0" y="2437"/>
                <a:ext cx="132" cy="61"/>
              </a:xfrm>
              <a:custGeom>
                <a:avLst/>
                <a:gdLst>
                  <a:gd name="T0" fmla="*/ 5 w 82"/>
                  <a:gd name="T1" fmla="*/ 75 h 38"/>
                  <a:gd name="T2" fmla="*/ 175 w 82"/>
                  <a:gd name="T3" fmla="*/ 157 h 38"/>
                  <a:gd name="T4" fmla="*/ 262 w 82"/>
                  <a:gd name="T5" fmla="*/ 124 h 38"/>
                  <a:gd name="T6" fmla="*/ 341 w 82"/>
                  <a:gd name="T7" fmla="*/ 0 h 38"/>
                  <a:gd name="T8" fmla="*/ 293 w 82"/>
                  <a:gd name="T9" fmla="*/ 50 h 38"/>
                  <a:gd name="T10" fmla="*/ 184 w 82"/>
                  <a:gd name="T11" fmla="*/ 90 h 38"/>
                  <a:gd name="T12" fmla="*/ 80 w 82"/>
                  <a:gd name="T13" fmla="*/ 63 h 38"/>
                  <a:gd name="T14" fmla="*/ 0 w 82"/>
                  <a:gd name="T15" fmla="*/ 35 h 3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2" h="38">
                    <a:moveTo>
                      <a:pt x="1" y="18"/>
                    </a:moveTo>
                    <a:cubicBezTo>
                      <a:pt x="14" y="28"/>
                      <a:pt x="25" y="38"/>
                      <a:pt x="42" y="38"/>
                    </a:cubicBezTo>
                    <a:cubicBezTo>
                      <a:pt x="50" y="38"/>
                      <a:pt x="58" y="35"/>
                      <a:pt x="63" y="30"/>
                    </a:cubicBezTo>
                    <a:cubicBezTo>
                      <a:pt x="70" y="23"/>
                      <a:pt x="81" y="10"/>
                      <a:pt x="82" y="0"/>
                    </a:cubicBezTo>
                    <a:cubicBezTo>
                      <a:pt x="78" y="1"/>
                      <a:pt x="74" y="8"/>
                      <a:pt x="70" y="12"/>
                    </a:cubicBezTo>
                    <a:cubicBezTo>
                      <a:pt x="63" y="19"/>
                      <a:pt x="54" y="22"/>
                      <a:pt x="44" y="22"/>
                    </a:cubicBezTo>
                    <a:cubicBezTo>
                      <a:pt x="35" y="22"/>
                      <a:pt x="28" y="18"/>
                      <a:pt x="19" y="15"/>
                    </a:cubicBezTo>
                    <a:cubicBezTo>
                      <a:pt x="14" y="14"/>
                      <a:pt x="2" y="15"/>
                      <a:pt x="0" y="9"/>
                    </a:cubicBezTo>
                  </a:path>
                </a:pathLst>
              </a:custGeom>
              <a:solidFill>
                <a:srgbClr val="FDEA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105" name="Freeform 920">
                <a:extLst>
                  <a:ext uri="{FF2B5EF4-FFF2-40B4-BE49-F238E27FC236}">
                    <a16:creationId xmlns:a16="http://schemas.microsoft.com/office/drawing/2014/main" id="{3ABC9102-03B5-40B5-A21B-D0B9544A09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6" y="2489"/>
                <a:ext cx="51" cy="611"/>
              </a:xfrm>
              <a:custGeom>
                <a:avLst/>
                <a:gdLst>
                  <a:gd name="T0" fmla="*/ 0 w 31"/>
                  <a:gd name="T1" fmla="*/ 0 h 379"/>
                  <a:gd name="T2" fmla="*/ 130 w 31"/>
                  <a:gd name="T3" fmla="*/ 145 h 379"/>
                  <a:gd name="T4" fmla="*/ 97 w 31"/>
                  <a:gd name="T5" fmla="*/ 671 h 379"/>
                  <a:gd name="T6" fmla="*/ 104 w 31"/>
                  <a:gd name="T7" fmla="*/ 1185 h 379"/>
                  <a:gd name="T8" fmla="*/ 81 w 31"/>
                  <a:gd name="T9" fmla="*/ 1588 h 379"/>
                  <a:gd name="T10" fmla="*/ 58 w 31"/>
                  <a:gd name="T11" fmla="*/ 1172 h 379"/>
                  <a:gd name="T12" fmla="*/ 21 w 31"/>
                  <a:gd name="T13" fmla="*/ 398 h 379"/>
                  <a:gd name="T14" fmla="*/ 0 w 31"/>
                  <a:gd name="T15" fmla="*/ 0 h 37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1" h="379">
                    <a:moveTo>
                      <a:pt x="0" y="0"/>
                    </a:moveTo>
                    <a:cubicBezTo>
                      <a:pt x="13" y="11"/>
                      <a:pt x="29" y="10"/>
                      <a:pt x="29" y="35"/>
                    </a:cubicBezTo>
                    <a:cubicBezTo>
                      <a:pt x="29" y="60"/>
                      <a:pt x="21" y="109"/>
                      <a:pt x="22" y="160"/>
                    </a:cubicBezTo>
                    <a:cubicBezTo>
                      <a:pt x="23" y="211"/>
                      <a:pt x="22" y="260"/>
                      <a:pt x="23" y="283"/>
                    </a:cubicBezTo>
                    <a:cubicBezTo>
                      <a:pt x="24" y="306"/>
                      <a:pt x="31" y="332"/>
                      <a:pt x="18" y="379"/>
                    </a:cubicBezTo>
                    <a:cubicBezTo>
                      <a:pt x="22" y="361"/>
                      <a:pt x="22" y="313"/>
                      <a:pt x="13" y="280"/>
                    </a:cubicBezTo>
                    <a:cubicBezTo>
                      <a:pt x="4" y="247"/>
                      <a:pt x="2" y="129"/>
                      <a:pt x="5" y="95"/>
                    </a:cubicBezTo>
                    <a:cubicBezTo>
                      <a:pt x="8" y="61"/>
                      <a:pt x="11" y="14"/>
                      <a:pt x="0" y="0"/>
                    </a:cubicBezTo>
                  </a:path>
                </a:pathLst>
              </a:custGeom>
              <a:solidFill>
                <a:srgbClr val="FDEA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106" name="Freeform 921">
                <a:extLst>
                  <a:ext uri="{FF2B5EF4-FFF2-40B4-BE49-F238E27FC236}">
                    <a16:creationId xmlns:a16="http://schemas.microsoft.com/office/drawing/2014/main" id="{B05B5AE4-1663-4201-9121-9BFBED5F0A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8" y="3233"/>
                <a:ext cx="39" cy="476"/>
              </a:xfrm>
              <a:custGeom>
                <a:avLst/>
                <a:gdLst>
                  <a:gd name="T0" fmla="*/ 75 w 24"/>
                  <a:gd name="T1" fmla="*/ 0 h 295"/>
                  <a:gd name="T2" fmla="*/ 63 w 24"/>
                  <a:gd name="T3" fmla="*/ 636 h 295"/>
                  <a:gd name="T4" fmla="*/ 18 w 24"/>
                  <a:gd name="T5" fmla="*/ 1239 h 295"/>
                  <a:gd name="T6" fmla="*/ 75 w 24"/>
                  <a:gd name="T7" fmla="*/ 0 h 29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" h="295">
                    <a:moveTo>
                      <a:pt x="17" y="0"/>
                    </a:moveTo>
                    <a:cubicBezTo>
                      <a:pt x="21" y="28"/>
                      <a:pt x="24" y="84"/>
                      <a:pt x="15" y="151"/>
                    </a:cubicBezTo>
                    <a:cubicBezTo>
                      <a:pt x="6" y="218"/>
                      <a:pt x="3" y="270"/>
                      <a:pt x="4" y="295"/>
                    </a:cubicBezTo>
                    <a:cubicBezTo>
                      <a:pt x="0" y="252"/>
                      <a:pt x="14" y="71"/>
                      <a:pt x="17" y="0"/>
                    </a:cubicBezTo>
                  </a:path>
                </a:pathLst>
              </a:custGeom>
              <a:solidFill>
                <a:srgbClr val="FDEA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107" name="Freeform 922">
                <a:extLst>
                  <a:ext uri="{FF2B5EF4-FFF2-40B4-BE49-F238E27FC236}">
                    <a16:creationId xmlns:a16="http://schemas.microsoft.com/office/drawing/2014/main" id="{725ED927-2527-42BE-877F-BC0FAA9D34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0" y="1301"/>
                <a:ext cx="119" cy="13"/>
              </a:xfrm>
              <a:custGeom>
                <a:avLst/>
                <a:gdLst>
                  <a:gd name="T0" fmla="*/ 137 w 74"/>
                  <a:gd name="T1" fmla="*/ 29 h 8"/>
                  <a:gd name="T2" fmla="*/ 307 w 74"/>
                  <a:gd name="T3" fmla="*/ 18 h 8"/>
                  <a:gd name="T4" fmla="*/ 191 w 74"/>
                  <a:gd name="T5" fmla="*/ 8 h 8"/>
                  <a:gd name="T6" fmla="*/ 0 w 74"/>
                  <a:gd name="T7" fmla="*/ 8 h 8"/>
                  <a:gd name="T8" fmla="*/ 137 w 74"/>
                  <a:gd name="T9" fmla="*/ 29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4" h="8">
                    <a:moveTo>
                      <a:pt x="33" y="7"/>
                    </a:moveTo>
                    <a:cubicBezTo>
                      <a:pt x="44" y="6"/>
                      <a:pt x="63" y="2"/>
                      <a:pt x="74" y="4"/>
                    </a:cubicBezTo>
                    <a:cubicBezTo>
                      <a:pt x="68" y="0"/>
                      <a:pt x="59" y="2"/>
                      <a:pt x="46" y="2"/>
                    </a:cubicBezTo>
                    <a:cubicBezTo>
                      <a:pt x="34" y="3"/>
                      <a:pt x="10" y="6"/>
                      <a:pt x="0" y="2"/>
                    </a:cubicBezTo>
                    <a:cubicBezTo>
                      <a:pt x="17" y="8"/>
                      <a:pt x="24" y="6"/>
                      <a:pt x="33" y="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108" name="Freeform 923">
                <a:extLst>
                  <a:ext uri="{FF2B5EF4-FFF2-40B4-BE49-F238E27FC236}">
                    <a16:creationId xmlns:a16="http://schemas.microsoft.com/office/drawing/2014/main" id="{E2A271A9-1295-4DF1-9D32-566383A615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1301"/>
                <a:ext cx="120" cy="13"/>
              </a:xfrm>
              <a:custGeom>
                <a:avLst/>
                <a:gdLst>
                  <a:gd name="T0" fmla="*/ 174 w 74"/>
                  <a:gd name="T1" fmla="*/ 29 h 8"/>
                  <a:gd name="T2" fmla="*/ 0 w 74"/>
                  <a:gd name="T3" fmla="*/ 18 h 8"/>
                  <a:gd name="T4" fmla="*/ 118 w 74"/>
                  <a:gd name="T5" fmla="*/ 8 h 8"/>
                  <a:gd name="T6" fmla="*/ 316 w 74"/>
                  <a:gd name="T7" fmla="*/ 8 h 8"/>
                  <a:gd name="T8" fmla="*/ 174 w 74"/>
                  <a:gd name="T9" fmla="*/ 29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4" h="8">
                    <a:moveTo>
                      <a:pt x="41" y="7"/>
                    </a:moveTo>
                    <a:cubicBezTo>
                      <a:pt x="30" y="6"/>
                      <a:pt x="11" y="2"/>
                      <a:pt x="0" y="4"/>
                    </a:cubicBezTo>
                    <a:cubicBezTo>
                      <a:pt x="6" y="0"/>
                      <a:pt x="15" y="2"/>
                      <a:pt x="28" y="2"/>
                    </a:cubicBezTo>
                    <a:cubicBezTo>
                      <a:pt x="40" y="3"/>
                      <a:pt x="64" y="6"/>
                      <a:pt x="74" y="2"/>
                    </a:cubicBezTo>
                    <a:cubicBezTo>
                      <a:pt x="57" y="8"/>
                      <a:pt x="50" y="6"/>
                      <a:pt x="41" y="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109" name="Freeform 924">
                <a:extLst>
                  <a:ext uri="{FF2B5EF4-FFF2-40B4-BE49-F238E27FC236}">
                    <a16:creationId xmlns:a16="http://schemas.microsoft.com/office/drawing/2014/main" id="{3FF65310-6EB0-4B7E-BFF8-00639D85E5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3" y="1289"/>
                <a:ext cx="109" cy="134"/>
              </a:xfrm>
              <a:custGeom>
                <a:avLst/>
                <a:gdLst>
                  <a:gd name="T0" fmla="*/ 288 w 67"/>
                  <a:gd name="T1" fmla="*/ 0 h 83"/>
                  <a:gd name="T2" fmla="*/ 109 w 67"/>
                  <a:gd name="T3" fmla="*/ 94 h 83"/>
                  <a:gd name="T4" fmla="*/ 0 w 67"/>
                  <a:gd name="T5" fmla="*/ 349 h 83"/>
                  <a:gd name="T6" fmla="*/ 68 w 67"/>
                  <a:gd name="T7" fmla="*/ 207 h 83"/>
                  <a:gd name="T8" fmla="*/ 132 w 67"/>
                  <a:gd name="T9" fmla="*/ 118 h 83"/>
                  <a:gd name="T10" fmla="*/ 198 w 67"/>
                  <a:gd name="T11" fmla="*/ 68 h 83"/>
                  <a:gd name="T12" fmla="*/ 262 w 67"/>
                  <a:gd name="T13" fmla="*/ 21 h 8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7" h="83">
                    <a:moveTo>
                      <a:pt x="67" y="0"/>
                    </a:moveTo>
                    <a:cubicBezTo>
                      <a:pt x="53" y="7"/>
                      <a:pt x="38" y="13"/>
                      <a:pt x="25" y="22"/>
                    </a:cubicBezTo>
                    <a:cubicBezTo>
                      <a:pt x="9" y="35"/>
                      <a:pt x="3" y="63"/>
                      <a:pt x="0" y="83"/>
                    </a:cubicBezTo>
                    <a:cubicBezTo>
                      <a:pt x="6" y="72"/>
                      <a:pt x="10" y="60"/>
                      <a:pt x="16" y="49"/>
                    </a:cubicBezTo>
                    <a:cubicBezTo>
                      <a:pt x="20" y="41"/>
                      <a:pt x="27" y="36"/>
                      <a:pt x="31" y="28"/>
                    </a:cubicBezTo>
                    <a:cubicBezTo>
                      <a:pt x="36" y="20"/>
                      <a:pt x="40" y="21"/>
                      <a:pt x="46" y="16"/>
                    </a:cubicBezTo>
                    <a:cubicBezTo>
                      <a:pt x="52" y="12"/>
                      <a:pt x="54" y="6"/>
                      <a:pt x="61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110" name="Freeform 925">
                <a:extLst>
                  <a:ext uri="{FF2B5EF4-FFF2-40B4-BE49-F238E27FC236}">
                    <a16:creationId xmlns:a16="http://schemas.microsoft.com/office/drawing/2014/main" id="{1B7FE4B7-309D-4C9E-A1D5-EFB827C753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0" y="1181"/>
                <a:ext cx="44" cy="105"/>
              </a:xfrm>
              <a:custGeom>
                <a:avLst/>
                <a:gdLst>
                  <a:gd name="T0" fmla="*/ 111 w 27"/>
                  <a:gd name="T1" fmla="*/ 0 h 65"/>
                  <a:gd name="T2" fmla="*/ 42 w 27"/>
                  <a:gd name="T3" fmla="*/ 126 h 65"/>
                  <a:gd name="T4" fmla="*/ 0 w 27"/>
                  <a:gd name="T5" fmla="*/ 275 h 65"/>
                  <a:gd name="T6" fmla="*/ 68 w 27"/>
                  <a:gd name="T7" fmla="*/ 118 h 65"/>
                  <a:gd name="T8" fmla="*/ 117 w 27"/>
                  <a:gd name="T9" fmla="*/ 5 h 6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65">
                    <a:moveTo>
                      <a:pt x="26" y="0"/>
                    </a:moveTo>
                    <a:cubicBezTo>
                      <a:pt x="21" y="10"/>
                      <a:pt x="14" y="19"/>
                      <a:pt x="10" y="30"/>
                    </a:cubicBezTo>
                    <a:cubicBezTo>
                      <a:pt x="6" y="42"/>
                      <a:pt x="4" y="53"/>
                      <a:pt x="0" y="65"/>
                    </a:cubicBezTo>
                    <a:cubicBezTo>
                      <a:pt x="5" y="52"/>
                      <a:pt x="11" y="40"/>
                      <a:pt x="16" y="28"/>
                    </a:cubicBezTo>
                    <a:cubicBezTo>
                      <a:pt x="20" y="19"/>
                      <a:pt x="26" y="10"/>
                      <a:pt x="27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111" name="Freeform 926">
                <a:extLst>
                  <a:ext uri="{FF2B5EF4-FFF2-40B4-BE49-F238E27FC236}">
                    <a16:creationId xmlns:a16="http://schemas.microsoft.com/office/drawing/2014/main" id="{8019EE4D-A4B8-4A19-B8B0-F6F863A5DD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5" y="1920"/>
                <a:ext cx="26" cy="356"/>
              </a:xfrm>
              <a:custGeom>
                <a:avLst/>
                <a:gdLst>
                  <a:gd name="T0" fmla="*/ 39 w 16"/>
                  <a:gd name="T1" fmla="*/ 364 h 220"/>
                  <a:gd name="T2" fmla="*/ 8 w 16"/>
                  <a:gd name="T3" fmla="*/ 932 h 220"/>
                  <a:gd name="T4" fmla="*/ 5 w 16"/>
                  <a:gd name="T5" fmla="*/ 602 h 220"/>
                  <a:gd name="T6" fmla="*/ 68 w 16"/>
                  <a:gd name="T7" fmla="*/ 0 h 220"/>
                  <a:gd name="T8" fmla="*/ 39 w 16"/>
                  <a:gd name="T9" fmla="*/ 364 h 2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220">
                    <a:moveTo>
                      <a:pt x="9" y="86"/>
                    </a:moveTo>
                    <a:cubicBezTo>
                      <a:pt x="7" y="102"/>
                      <a:pt x="3" y="191"/>
                      <a:pt x="2" y="220"/>
                    </a:cubicBezTo>
                    <a:cubicBezTo>
                      <a:pt x="2" y="220"/>
                      <a:pt x="0" y="198"/>
                      <a:pt x="1" y="142"/>
                    </a:cubicBezTo>
                    <a:cubicBezTo>
                      <a:pt x="1" y="85"/>
                      <a:pt x="5" y="27"/>
                      <a:pt x="16" y="0"/>
                    </a:cubicBezTo>
                    <a:cubicBezTo>
                      <a:pt x="12" y="11"/>
                      <a:pt x="11" y="62"/>
                      <a:pt x="9" y="8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112" name="Freeform 927">
                <a:extLst>
                  <a:ext uri="{FF2B5EF4-FFF2-40B4-BE49-F238E27FC236}">
                    <a16:creationId xmlns:a16="http://schemas.microsoft.com/office/drawing/2014/main" id="{D91F962F-A0E1-4A88-81CD-ADD9673A19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0" y="1943"/>
                <a:ext cx="63" cy="378"/>
              </a:xfrm>
              <a:custGeom>
                <a:avLst/>
                <a:gdLst>
                  <a:gd name="T0" fmla="*/ 160 w 39"/>
                  <a:gd name="T1" fmla="*/ 0 h 234"/>
                  <a:gd name="T2" fmla="*/ 105 w 39"/>
                  <a:gd name="T3" fmla="*/ 454 h 234"/>
                  <a:gd name="T4" fmla="*/ 0 w 39"/>
                  <a:gd name="T5" fmla="*/ 987 h 234"/>
                  <a:gd name="T6" fmla="*/ 71 w 39"/>
                  <a:gd name="T7" fmla="*/ 488 h 234"/>
                  <a:gd name="T8" fmla="*/ 160 w 39"/>
                  <a:gd name="T9" fmla="*/ 0 h 2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9" h="234">
                    <a:moveTo>
                      <a:pt x="38" y="0"/>
                    </a:moveTo>
                    <a:cubicBezTo>
                      <a:pt x="39" y="18"/>
                      <a:pt x="37" y="69"/>
                      <a:pt x="25" y="108"/>
                    </a:cubicBezTo>
                    <a:cubicBezTo>
                      <a:pt x="14" y="147"/>
                      <a:pt x="5" y="193"/>
                      <a:pt x="0" y="234"/>
                    </a:cubicBezTo>
                    <a:cubicBezTo>
                      <a:pt x="6" y="207"/>
                      <a:pt x="10" y="146"/>
                      <a:pt x="17" y="116"/>
                    </a:cubicBezTo>
                    <a:cubicBezTo>
                      <a:pt x="23" y="86"/>
                      <a:pt x="39" y="10"/>
                      <a:pt x="38" y="0"/>
                    </a:cubicBezTo>
                  </a:path>
                </a:pathLst>
              </a:custGeom>
              <a:solidFill>
                <a:srgbClr val="FDEA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113" name="Freeform 928">
                <a:extLst>
                  <a:ext uri="{FF2B5EF4-FFF2-40B4-BE49-F238E27FC236}">
                    <a16:creationId xmlns:a16="http://schemas.microsoft.com/office/drawing/2014/main" id="{AD795298-B870-4875-9FD3-1998971B74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3" y="1920"/>
                <a:ext cx="26" cy="356"/>
              </a:xfrm>
              <a:custGeom>
                <a:avLst/>
                <a:gdLst>
                  <a:gd name="T0" fmla="*/ 29 w 16"/>
                  <a:gd name="T1" fmla="*/ 364 h 220"/>
                  <a:gd name="T2" fmla="*/ 60 w 16"/>
                  <a:gd name="T3" fmla="*/ 932 h 220"/>
                  <a:gd name="T4" fmla="*/ 63 w 16"/>
                  <a:gd name="T5" fmla="*/ 602 h 220"/>
                  <a:gd name="T6" fmla="*/ 0 w 16"/>
                  <a:gd name="T7" fmla="*/ 0 h 220"/>
                  <a:gd name="T8" fmla="*/ 29 w 16"/>
                  <a:gd name="T9" fmla="*/ 364 h 2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220">
                    <a:moveTo>
                      <a:pt x="7" y="86"/>
                    </a:moveTo>
                    <a:cubicBezTo>
                      <a:pt x="8" y="102"/>
                      <a:pt x="12" y="191"/>
                      <a:pt x="14" y="220"/>
                    </a:cubicBezTo>
                    <a:cubicBezTo>
                      <a:pt x="14" y="220"/>
                      <a:pt x="16" y="198"/>
                      <a:pt x="15" y="142"/>
                    </a:cubicBezTo>
                    <a:cubicBezTo>
                      <a:pt x="14" y="85"/>
                      <a:pt x="11" y="27"/>
                      <a:pt x="0" y="0"/>
                    </a:cubicBezTo>
                    <a:cubicBezTo>
                      <a:pt x="4" y="11"/>
                      <a:pt x="5" y="62"/>
                      <a:pt x="7" y="86"/>
                    </a:cubicBezTo>
                  </a:path>
                </a:pathLst>
              </a:custGeom>
              <a:solidFill>
                <a:srgbClr val="FDEA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114" name="Freeform 929">
                <a:extLst>
                  <a:ext uri="{FF2B5EF4-FFF2-40B4-BE49-F238E27FC236}">
                    <a16:creationId xmlns:a16="http://schemas.microsoft.com/office/drawing/2014/main" id="{243344B8-BD77-4454-B2C8-665514CE56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9" y="1943"/>
                <a:ext cx="65" cy="378"/>
              </a:xfrm>
              <a:custGeom>
                <a:avLst/>
                <a:gdLst>
                  <a:gd name="T0" fmla="*/ 8 w 40"/>
                  <a:gd name="T1" fmla="*/ 0 h 234"/>
                  <a:gd name="T2" fmla="*/ 60 w 40"/>
                  <a:gd name="T3" fmla="*/ 454 h 234"/>
                  <a:gd name="T4" fmla="*/ 172 w 40"/>
                  <a:gd name="T5" fmla="*/ 987 h 234"/>
                  <a:gd name="T6" fmla="*/ 98 w 40"/>
                  <a:gd name="T7" fmla="*/ 488 h 234"/>
                  <a:gd name="T8" fmla="*/ 8 w 40"/>
                  <a:gd name="T9" fmla="*/ 0 h 2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0" h="234">
                    <a:moveTo>
                      <a:pt x="2" y="0"/>
                    </a:moveTo>
                    <a:cubicBezTo>
                      <a:pt x="0" y="18"/>
                      <a:pt x="3" y="69"/>
                      <a:pt x="14" y="108"/>
                    </a:cubicBezTo>
                    <a:cubicBezTo>
                      <a:pt x="26" y="147"/>
                      <a:pt x="35" y="193"/>
                      <a:pt x="40" y="234"/>
                    </a:cubicBezTo>
                    <a:cubicBezTo>
                      <a:pt x="34" y="207"/>
                      <a:pt x="30" y="146"/>
                      <a:pt x="23" y="116"/>
                    </a:cubicBezTo>
                    <a:cubicBezTo>
                      <a:pt x="16" y="86"/>
                      <a:pt x="0" y="10"/>
                      <a:pt x="2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115" name="Freeform 930">
                <a:extLst>
                  <a:ext uri="{FF2B5EF4-FFF2-40B4-BE49-F238E27FC236}">
                    <a16:creationId xmlns:a16="http://schemas.microsoft.com/office/drawing/2014/main" id="{1E674917-F41D-4499-B54F-2E7434FE0E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0" y="2513"/>
                <a:ext cx="68" cy="108"/>
              </a:xfrm>
              <a:custGeom>
                <a:avLst/>
                <a:gdLst>
                  <a:gd name="T0" fmla="*/ 94 w 42"/>
                  <a:gd name="T1" fmla="*/ 5 h 67"/>
                  <a:gd name="T2" fmla="*/ 139 w 42"/>
                  <a:gd name="T3" fmla="*/ 260 h 67"/>
                  <a:gd name="T4" fmla="*/ 173 w 42"/>
                  <a:gd name="T5" fmla="*/ 247 h 67"/>
                  <a:gd name="T6" fmla="*/ 139 w 42"/>
                  <a:gd name="T7" fmla="*/ 177 h 67"/>
                  <a:gd name="T8" fmla="*/ 128 w 42"/>
                  <a:gd name="T9" fmla="*/ 84 h 67"/>
                  <a:gd name="T10" fmla="*/ 105 w 42"/>
                  <a:gd name="T11" fmla="*/ 0 h 6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2" h="67">
                    <a:moveTo>
                      <a:pt x="22" y="1"/>
                    </a:moveTo>
                    <a:cubicBezTo>
                      <a:pt x="0" y="15"/>
                      <a:pt x="13" y="54"/>
                      <a:pt x="33" y="62"/>
                    </a:cubicBezTo>
                    <a:cubicBezTo>
                      <a:pt x="38" y="65"/>
                      <a:pt x="42" y="67"/>
                      <a:pt x="41" y="59"/>
                    </a:cubicBezTo>
                    <a:cubicBezTo>
                      <a:pt x="40" y="53"/>
                      <a:pt x="34" y="49"/>
                      <a:pt x="33" y="42"/>
                    </a:cubicBezTo>
                    <a:cubicBezTo>
                      <a:pt x="32" y="35"/>
                      <a:pt x="30" y="27"/>
                      <a:pt x="30" y="20"/>
                    </a:cubicBezTo>
                    <a:cubicBezTo>
                      <a:pt x="29" y="14"/>
                      <a:pt x="30" y="6"/>
                      <a:pt x="25" y="0"/>
                    </a:cubicBezTo>
                  </a:path>
                </a:pathLst>
              </a:custGeom>
              <a:solidFill>
                <a:srgbClr val="FDEA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116" name="Freeform 931">
                <a:extLst>
                  <a:ext uri="{FF2B5EF4-FFF2-40B4-BE49-F238E27FC236}">
                    <a16:creationId xmlns:a16="http://schemas.microsoft.com/office/drawing/2014/main" id="{7DFAF469-998E-488B-9A34-F108696829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4" y="2514"/>
                <a:ext cx="55" cy="105"/>
              </a:xfrm>
              <a:custGeom>
                <a:avLst/>
                <a:gdLst>
                  <a:gd name="T0" fmla="*/ 68 w 34"/>
                  <a:gd name="T1" fmla="*/ 13 h 65"/>
                  <a:gd name="T2" fmla="*/ 42 w 34"/>
                  <a:gd name="T3" fmla="*/ 126 h 65"/>
                  <a:gd name="T4" fmla="*/ 0 w 34"/>
                  <a:gd name="T5" fmla="*/ 220 h 65"/>
                  <a:gd name="T6" fmla="*/ 47 w 34"/>
                  <a:gd name="T7" fmla="*/ 247 h 65"/>
                  <a:gd name="T8" fmla="*/ 128 w 34"/>
                  <a:gd name="T9" fmla="*/ 149 h 65"/>
                  <a:gd name="T10" fmla="*/ 84 w 34"/>
                  <a:gd name="T11" fmla="*/ 0 h 6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4" h="65">
                    <a:moveTo>
                      <a:pt x="16" y="3"/>
                    </a:moveTo>
                    <a:cubicBezTo>
                      <a:pt x="14" y="13"/>
                      <a:pt x="12" y="21"/>
                      <a:pt x="10" y="30"/>
                    </a:cubicBezTo>
                    <a:cubicBezTo>
                      <a:pt x="8" y="38"/>
                      <a:pt x="7" y="48"/>
                      <a:pt x="0" y="52"/>
                    </a:cubicBezTo>
                    <a:cubicBezTo>
                      <a:pt x="5" y="59"/>
                      <a:pt x="2" y="65"/>
                      <a:pt x="11" y="59"/>
                    </a:cubicBezTo>
                    <a:cubicBezTo>
                      <a:pt x="19" y="54"/>
                      <a:pt x="27" y="44"/>
                      <a:pt x="30" y="35"/>
                    </a:cubicBezTo>
                    <a:cubicBezTo>
                      <a:pt x="34" y="21"/>
                      <a:pt x="32" y="10"/>
                      <a:pt x="20" y="0"/>
                    </a:cubicBezTo>
                  </a:path>
                </a:pathLst>
              </a:custGeom>
              <a:solidFill>
                <a:srgbClr val="FDEA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117" name="Freeform 932">
                <a:extLst>
                  <a:ext uri="{FF2B5EF4-FFF2-40B4-BE49-F238E27FC236}">
                    <a16:creationId xmlns:a16="http://schemas.microsoft.com/office/drawing/2014/main" id="{7E349FB2-DF4A-45DD-8B06-A957575385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2" y="1315"/>
                <a:ext cx="83" cy="426"/>
              </a:xfrm>
              <a:custGeom>
                <a:avLst/>
                <a:gdLst>
                  <a:gd name="T0" fmla="*/ 0 w 51"/>
                  <a:gd name="T1" fmla="*/ 0 h 264"/>
                  <a:gd name="T2" fmla="*/ 146 w 51"/>
                  <a:gd name="T3" fmla="*/ 253 h 264"/>
                  <a:gd name="T4" fmla="*/ 212 w 51"/>
                  <a:gd name="T5" fmla="*/ 700 h 264"/>
                  <a:gd name="T6" fmla="*/ 220 w 51"/>
                  <a:gd name="T7" fmla="*/ 1109 h 264"/>
                  <a:gd name="T8" fmla="*/ 164 w 51"/>
                  <a:gd name="T9" fmla="*/ 616 h 264"/>
                  <a:gd name="T10" fmla="*/ 0 w 51"/>
                  <a:gd name="T11" fmla="*/ 0 h 26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1" h="264">
                    <a:moveTo>
                      <a:pt x="0" y="0"/>
                    </a:moveTo>
                    <a:cubicBezTo>
                      <a:pt x="14" y="8"/>
                      <a:pt x="28" y="27"/>
                      <a:pt x="34" y="60"/>
                    </a:cubicBezTo>
                    <a:cubicBezTo>
                      <a:pt x="40" y="93"/>
                      <a:pt x="47" y="123"/>
                      <a:pt x="49" y="167"/>
                    </a:cubicBezTo>
                    <a:cubicBezTo>
                      <a:pt x="51" y="211"/>
                      <a:pt x="50" y="239"/>
                      <a:pt x="51" y="264"/>
                    </a:cubicBezTo>
                    <a:cubicBezTo>
                      <a:pt x="47" y="242"/>
                      <a:pt x="44" y="172"/>
                      <a:pt x="38" y="147"/>
                    </a:cubicBezTo>
                    <a:cubicBezTo>
                      <a:pt x="32" y="122"/>
                      <a:pt x="28" y="30"/>
                      <a:pt x="0" y="0"/>
                    </a:cubicBezTo>
                  </a:path>
                </a:pathLst>
              </a:custGeom>
              <a:solidFill>
                <a:srgbClr val="FDEA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118" name="Freeform 933">
                <a:extLst>
                  <a:ext uri="{FF2B5EF4-FFF2-40B4-BE49-F238E27FC236}">
                    <a16:creationId xmlns:a16="http://schemas.microsoft.com/office/drawing/2014/main" id="{B1BCDDE2-D7DF-4648-8CB3-6B383EA1DC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5" y="3275"/>
                <a:ext cx="63" cy="456"/>
              </a:xfrm>
              <a:custGeom>
                <a:avLst/>
                <a:gdLst>
                  <a:gd name="T0" fmla="*/ 29 w 39"/>
                  <a:gd name="T1" fmla="*/ 0 h 283"/>
                  <a:gd name="T2" fmla="*/ 39 w 39"/>
                  <a:gd name="T3" fmla="*/ 632 h 283"/>
                  <a:gd name="T4" fmla="*/ 165 w 39"/>
                  <a:gd name="T5" fmla="*/ 1184 h 283"/>
                  <a:gd name="T6" fmla="*/ 76 w 39"/>
                  <a:gd name="T7" fmla="*/ 574 h 283"/>
                  <a:gd name="T8" fmla="*/ 29 w 39"/>
                  <a:gd name="T9" fmla="*/ 0 h 28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9" h="283">
                    <a:moveTo>
                      <a:pt x="7" y="0"/>
                    </a:moveTo>
                    <a:cubicBezTo>
                      <a:pt x="0" y="25"/>
                      <a:pt x="0" y="111"/>
                      <a:pt x="9" y="151"/>
                    </a:cubicBezTo>
                    <a:cubicBezTo>
                      <a:pt x="17" y="191"/>
                      <a:pt x="36" y="267"/>
                      <a:pt x="39" y="283"/>
                    </a:cubicBezTo>
                    <a:cubicBezTo>
                      <a:pt x="35" y="252"/>
                      <a:pt x="22" y="158"/>
                      <a:pt x="18" y="137"/>
                    </a:cubicBezTo>
                    <a:cubicBezTo>
                      <a:pt x="14" y="116"/>
                      <a:pt x="5" y="31"/>
                      <a:pt x="7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119" name="Freeform 934">
                <a:extLst>
                  <a:ext uri="{FF2B5EF4-FFF2-40B4-BE49-F238E27FC236}">
                    <a16:creationId xmlns:a16="http://schemas.microsoft.com/office/drawing/2014/main" id="{F1CEA91B-2BE0-4CEF-A7F6-099A8685A8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6" y="3217"/>
                <a:ext cx="37" cy="518"/>
              </a:xfrm>
              <a:custGeom>
                <a:avLst/>
                <a:gdLst>
                  <a:gd name="T0" fmla="*/ 63 w 23"/>
                  <a:gd name="T1" fmla="*/ 1349 h 321"/>
                  <a:gd name="T2" fmla="*/ 26 w 23"/>
                  <a:gd name="T3" fmla="*/ 560 h 321"/>
                  <a:gd name="T4" fmla="*/ 47 w 23"/>
                  <a:gd name="T5" fmla="*/ 0 h 321"/>
                  <a:gd name="T6" fmla="*/ 76 w 23"/>
                  <a:gd name="T7" fmla="*/ 583 h 321"/>
                  <a:gd name="T8" fmla="*/ 63 w 23"/>
                  <a:gd name="T9" fmla="*/ 1349 h 3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321">
                    <a:moveTo>
                      <a:pt x="15" y="321"/>
                    </a:moveTo>
                    <a:cubicBezTo>
                      <a:pt x="20" y="301"/>
                      <a:pt x="12" y="190"/>
                      <a:pt x="6" y="133"/>
                    </a:cubicBezTo>
                    <a:cubicBezTo>
                      <a:pt x="0" y="77"/>
                      <a:pt x="2" y="25"/>
                      <a:pt x="11" y="0"/>
                    </a:cubicBezTo>
                    <a:cubicBezTo>
                      <a:pt x="7" y="20"/>
                      <a:pt x="14" y="87"/>
                      <a:pt x="18" y="139"/>
                    </a:cubicBezTo>
                    <a:cubicBezTo>
                      <a:pt x="23" y="191"/>
                      <a:pt x="22" y="298"/>
                      <a:pt x="15" y="32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120" name="Freeform 935">
                <a:extLst>
                  <a:ext uri="{FF2B5EF4-FFF2-40B4-BE49-F238E27FC236}">
                    <a16:creationId xmlns:a16="http://schemas.microsoft.com/office/drawing/2014/main" id="{4FBF6B6A-3483-4979-8B4C-DE90A618C3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1" y="3252"/>
                <a:ext cx="61" cy="455"/>
              </a:xfrm>
              <a:custGeom>
                <a:avLst/>
                <a:gdLst>
                  <a:gd name="T0" fmla="*/ 120 w 38"/>
                  <a:gd name="T1" fmla="*/ 0 h 282"/>
                  <a:gd name="T2" fmla="*/ 128 w 38"/>
                  <a:gd name="T3" fmla="*/ 637 h 282"/>
                  <a:gd name="T4" fmla="*/ 0 w 38"/>
                  <a:gd name="T5" fmla="*/ 1184 h 282"/>
                  <a:gd name="T6" fmla="*/ 103 w 38"/>
                  <a:gd name="T7" fmla="*/ 495 h 282"/>
                  <a:gd name="T8" fmla="*/ 120 w 38"/>
                  <a:gd name="T9" fmla="*/ 0 h 28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" h="282">
                    <a:moveTo>
                      <a:pt x="29" y="0"/>
                    </a:moveTo>
                    <a:cubicBezTo>
                      <a:pt x="34" y="35"/>
                      <a:pt x="38" y="102"/>
                      <a:pt x="31" y="152"/>
                    </a:cubicBezTo>
                    <a:cubicBezTo>
                      <a:pt x="23" y="202"/>
                      <a:pt x="6" y="258"/>
                      <a:pt x="0" y="282"/>
                    </a:cubicBezTo>
                    <a:cubicBezTo>
                      <a:pt x="2" y="256"/>
                      <a:pt x="23" y="173"/>
                      <a:pt x="25" y="118"/>
                    </a:cubicBezTo>
                    <a:cubicBezTo>
                      <a:pt x="27" y="63"/>
                      <a:pt x="32" y="10"/>
                      <a:pt x="29" y="0"/>
                    </a:cubicBezTo>
                  </a:path>
                </a:pathLst>
              </a:custGeom>
              <a:solidFill>
                <a:srgbClr val="FDEA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121" name="Freeform 936">
                <a:extLst>
                  <a:ext uri="{FF2B5EF4-FFF2-40B4-BE49-F238E27FC236}">
                    <a16:creationId xmlns:a16="http://schemas.microsoft.com/office/drawing/2014/main" id="{A5B183A1-5502-4B33-BBBE-32F112F5F1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8" y="3790"/>
                <a:ext cx="28" cy="124"/>
              </a:xfrm>
              <a:custGeom>
                <a:avLst/>
                <a:gdLst>
                  <a:gd name="T0" fmla="*/ 76 w 17"/>
                  <a:gd name="T1" fmla="*/ 0 h 77"/>
                  <a:gd name="T2" fmla="*/ 54 w 17"/>
                  <a:gd name="T3" fmla="*/ 187 h 77"/>
                  <a:gd name="T4" fmla="*/ 63 w 17"/>
                  <a:gd name="T5" fmla="*/ 322 h 77"/>
                  <a:gd name="T6" fmla="*/ 5 w 17"/>
                  <a:gd name="T7" fmla="*/ 213 h 77"/>
                  <a:gd name="T8" fmla="*/ 49 w 17"/>
                  <a:gd name="T9" fmla="*/ 156 h 77"/>
                  <a:gd name="T10" fmla="*/ 76 w 17"/>
                  <a:gd name="T11" fmla="*/ 42 h 7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7" h="77">
                    <a:moveTo>
                      <a:pt x="17" y="0"/>
                    </a:moveTo>
                    <a:cubicBezTo>
                      <a:pt x="16" y="16"/>
                      <a:pt x="15" y="29"/>
                      <a:pt x="12" y="45"/>
                    </a:cubicBezTo>
                    <a:cubicBezTo>
                      <a:pt x="9" y="57"/>
                      <a:pt x="14" y="65"/>
                      <a:pt x="14" y="77"/>
                    </a:cubicBezTo>
                    <a:cubicBezTo>
                      <a:pt x="10" y="70"/>
                      <a:pt x="0" y="59"/>
                      <a:pt x="1" y="51"/>
                    </a:cubicBezTo>
                    <a:cubicBezTo>
                      <a:pt x="2" y="47"/>
                      <a:pt x="9" y="42"/>
                      <a:pt x="11" y="37"/>
                    </a:cubicBezTo>
                    <a:cubicBezTo>
                      <a:pt x="15" y="28"/>
                      <a:pt x="12" y="17"/>
                      <a:pt x="17" y="10"/>
                    </a:cubicBezTo>
                  </a:path>
                </a:pathLst>
              </a:custGeom>
              <a:solidFill>
                <a:srgbClr val="FDEA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122" name="Freeform 937">
                <a:extLst>
                  <a:ext uri="{FF2B5EF4-FFF2-40B4-BE49-F238E27FC236}">
                    <a16:creationId xmlns:a16="http://schemas.microsoft.com/office/drawing/2014/main" id="{855003C3-1ED7-4492-B870-54218A06DA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1" y="3728"/>
                <a:ext cx="28" cy="139"/>
              </a:xfrm>
              <a:custGeom>
                <a:avLst/>
                <a:gdLst>
                  <a:gd name="T0" fmla="*/ 54 w 17"/>
                  <a:gd name="T1" fmla="*/ 152 h 86"/>
                  <a:gd name="T2" fmla="*/ 49 w 17"/>
                  <a:gd name="T3" fmla="*/ 364 h 86"/>
                  <a:gd name="T4" fmla="*/ 21 w 17"/>
                  <a:gd name="T5" fmla="*/ 173 h 86"/>
                  <a:gd name="T6" fmla="*/ 5 w 17"/>
                  <a:gd name="T7" fmla="*/ 71 h 86"/>
                  <a:gd name="T8" fmla="*/ 8 w 17"/>
                  <a:gd name="T9" fmla="*/ 0 h 86"/>
                  <a:gd name="T10" fmla="*/ 58 w 17"/>
                  <a:gd name="T11" fmla="*/ 149 h 8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7" h="86">
                    <a:moveTo>
                      <a:pt x="12" y="36"/>
                    </a:moveTo>
                    <a:cubicBezTo>
                      <a:pt x="17" y="54"/>
                      <a:pt x="17" y="68"/>
                      <a:pt x="11" y="86"/>
                    </a:cubicBezTo>
                    <a:cubicBezTo>
                      <a:pt x="13" y="72"/>
                      <a:pt x="10" y="54"/>
                      <a:pt x="5" y="41"/>
                    </a:cubicBezTo>
                    <a:cubicBezTo>
                      <a:pt x="1" y="32"/>
                      <a:pt x="0" y="28"/>
                      <a:pt x="1" y="17"/>
                    </a:cubicBezTo>
                    <a:cubicBezTo>
                      <a:pt x="2" y="12"/>
                      <a:pt x="4" y="5"/>
                      <a:pt x="2" y="0"/>
                    </a:cubicBezTo>
                    <a:cubicBezTo>
                      <a:pt x="4" y="12"/>
                      <a:pt x="9" y="24"/>
                      <a:pt x="13" y="35"/>
                    </a:cubicBezTo>
                  </a:path>
                </a:pathLst>
              </a:custGeom>
              <a:solidFill>
                <a:srgbClr val="FDEA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123" name="Freeform 938">
                <a:extLst>
                  <a:ext uri="{FF2B5EF4-FFF2-40B4-BE49-F238E27FC236}">
                    <a16:creationId xmlns:a16="http://schemas.microsoft.com/office/drawing/2014/main" id="{811A4083-D1A2-493C-B91D-66271FAE76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8" y="2485"/>
                <a:ext cx="76" cy="217"/>
              </a:xfrm>
              <a:custGeom>
                <a:avLst/>
                <a:gdLst>
                  <a:gd name="T0" fmla="*/ 115 w 47"/>
                  <a:gd name="T1" fmla="*/ 55 h 134"/>
                  <a:gd name="T2" fmla="*/ 84 w 47"/>
                  <a:gd name="T3" fmla="*/ 568 h 134"/>
                  <a:gd name="T4" fmla="*/ 105 w 47"/>
                  <a:gd name="T5" fmla="*/ 382 h 134"/>
                  <a:gd name="T6" fmla="*/ 110 w 47"/>
                  <a:gd name="T7" fmla="*/ 186 h 134"/>
                  <a:gd name="T8" fmla="*/ 131 w 47"/>
                  <a:gd name="T9" fmla="*/ 89 h 134"/>
                  <a:gd name="T10" fmla="*/ 199 w 47"/>
                  <a:gd name="T11" fmla="*/ 0 h 134"/>
                  <a:gd name="T12" fmla="*/ 102 w 47"/>
                  <a:gd name="T13" fmla="*/ 63 h 13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7" h="134">
                    <a:moveTo>
                      <a:pt x="27" y="13"/>
                    </a:moveTo>
                    <a:cubicBezTo>
                      <a:pt x="0" y="25"/>
                      <a:pt x="30" y="103"/>
                      <a:pt x="20" y="134"/>
                    </a:cubicBezTo>
                    <a:cubicBezTo>
                      <a:pt x="19" y="119"/>
                      <a:pt x="23" y="105"/>
                      <a:pt x="25" y="90"/>
                    </a:cubicBezTo>
                    <a:cubicBezTo>
                      <a:pt x="26" y="74"/>
                      <a:pt x="24" y="59"/>
                      <a:pt x="26" y="44"/>
                    </a:cubicBezTo>
                    <a:cubicBezTo>
                      <a:pt x="26" y="36"/>
                      <a:pt x="27" y="29"/>
                      <a:pt x="31" y="21"/>
                    </a:cubicBezTo>
                    <a:cubicBezTo>
                      <a:pt x="35" y="15"/>
                      <a:pt x="41" y="2"/>
                      <a:pt x="47" y="0"/>
                    </a:cubicBezTo>
                    <a:cubicBezTo>
                      <a:pt x="39" y="3"/>
                      <a:pt x="32" y="11"/>
                      <a:pt x="24" y="1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124" name="Freeform 939">
                <a:extLst>
                  <a:ext uri="{FF2B5EF4-FFF2-40B4-BE49-F238E27FC236}">
                    <a16:creationId xmlns:a16="http://schemas.microsoft.com/office/drawing/2014/main" id="{DB92CC87-64F3-47FA-940A-730FB6E489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4" y="2929"/>
                <a:ext cx="33" cy="252"/>
              </a:xfrm>
              <a:custGeom>
                <a:avLst/>
                <a:gdLst>
                  <a:gd name="T0" fmla="*/ 46 w 20"/>
                  <a:gd name="T1" fmla="*/ 0 h 156"/>
                  <a:gd name="T2" fmla="*/ 35 w 20"/>
                  <a:gd name="T3" fmla="*/ 330 h 156"/>
                  <a:gd name="T4" fmla="*/ 63 w 20"/>
                  <a:gd name="T5" fmla="*/ 657 h 156"/>
                  <a:gd name="T6" fmla="*/ 71 w 20"/>
                  <a:gd name="T7" fmla="*/ 355 h 156"/>
                  <a:gd name="T8" fmla="*/ 54 w 20"/>
                  <a:gd name="T9" fmla="*/ 84 h 156"/>
                  <a:gd name="T10" fmla="*/ 46 w 20"/>
                  <a:gd name="T11" fmla="*/ 0 h 15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0" h="156">
                    <a:moveTo>
                      <a:pt x="10" y="0"/>
                    </a:moveTo>
                    <a:cubicBezTo>
                      <a:pt x="8" y="22"/>
                      <a:pt x="0" y="49"/>
                      <a:pt x="8" y="78"/>
                    </a:cubicBezTo>
                    <a:cubicBezTo>
                      <a:pt x="15" y="107"/>
                      <a:pt x="19" y="130"/>
                      <a:pt x="14" y="156"/>
                    </a:cubicBezTo>
                    <a:cubicBezTo>
                      <a:pt x="20" y="135"/>
                      <a:pt x="19" y="103"/>
                      <a:pt x="16" y="84"/>
                    </a:cubicBezTo>
                    <a:cubicBezTo>
                      <a:pt x="13" y="68"/>
                      <a:pt x="10" y="35"/>
                      <a:pt x="12" y="20"/>
                    </a:cubicBezTo>
                    <a:cubicBezTo>
                      <a:pt x="13" y="6"/>
                      <a:pt x="10" y="0"/>
                      <a:pt x="1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125" name="Freeform 940">
                <a:extLst>
                  <a:ext uri="{FF2B5EF4-FFF2-40B4-BE49-F238E27FC236}">
                    <a16:creationId xmlns:a16="http://schemas.microsoft.com/office/drawing/2014/main" id="{CDDC1CE7-1B60-4EF3-BAA7-4C3B1DCAC5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7" y="3974"/>
                <a:ext cx="115" cy="74"/>
              </a:xfrm>
              <a:custGeom>
                <a:avLst/>
                <a:gdLst>
                  <a:gd name="T0" fmla="*/ 47 w 71"/>
                  <a:gd name="T1" fmla="*/ 150 h 46"/>
                  <a:gd name="T2" fmla="*/ 225 w 71"/>
                  <a:gd name="T3" fmla="*/ 156 h 46"/>
                  <a:gd name="T4" fmla="*/ 259 w 71"/>
                  <a:gd name="T5" fmla="*/ 0 h 46"/>
                  <a:gd name="T6" fmla="*/ 246 w 71"/>
                  <a:gd name="T7" fmla="*/ 55 h 46"/>
                  <a:gd name="T8" fmla="*/ 165 w 71"/>
                  <a:gd name="T9" fmla="*/ 90 h 46"/>
                  <a:gd name="T10" fmla="*/ 16 w 71"/>
                  <a:gd name="T11" fmla="*/ 80 h 46"/>
                  <a:gd name="T12" fmla="*/ 26 w 71"/>
                  <a:gd name="T13" fmla="*/ 156 h 4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1" h="46">
                    <a:moveTo>
                      <a:pt x="11" y="36"/>
                    </a:moveTo>
                    <a:cubicBezTo>
                      <a:pt x="21" y="46"/>
                      <a:pt x="41" y="43"/>
                      <a:pt x="53" y="37"/>
                    </a:cubicBezTo>
                    <a:cubicBezTo>
                      <a:pt x="71" y="28"/>
                      <a:pt x="67" y="16"/>
                      <a:pt x="61" y="0"/>
                    </a:cubicBezTo>
                    <a:cubicBezTo>
                      <a:pt x="61" y="6"/>
                      <a:pt x="62" y="9"/>
                      <a:pt x="58" y="13"/>
                    </a:cubicBezTo>
                    <a:cubicBezTo>
                      <a:pt x="54" y="17"/>
                      <a:pt x="45" y="20"/>
                      <a:pt x="39" y="22"/>
                    </a:cubicBezTo>
                    <a:cubicBezTo>
                      <a:pt x="27" y="24"/>
                      <a:pt x="15" y="22"/>
                      <a:pt x="4" y="19"/>
                    </a:cubicBezTo>
                    <a:cubicBezTo>
                      <a:pt x="0" y="23"/>
                      <a:pt x="6" y="32"/>
                      <a:pt x="6" y="37"/>
                    </a:cubicBezTo>
                  </a:path>
                </a:pathLst>
              </a:custGeom>
              <a:solidFill>
                <a:srgbClr val="FDEA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126" name="Freeform 941">
                <a:extLst>
                  <a:ext uri="{FF2B5EF4-FFF2-40B4-BE49-F238E27FC236}">
                    <a16:creationId xmlns:a16="http://schemas.microsoft.com/office/drawing/2014/main" id="{1D5E3657-A1E1-4380-87EE-3D89F62236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8" y="3877"/>
                <a:ext cx="122" cy="161"/>
              </a:xfrm>
              <a:custGeom>
                <a:avLst/>
                <a:gdLst>
                  <a:gd name="T0" fmla="*/ 0 w 75"/>
                  <a:gd name="T1" fmla="*/ 417 h 100"/>
                  <a:gd name="T2" fmla="*/ 89 w 75"/>
                  <a:gd name="T3" fmla="*/ 403 h 100"/>
                  <a:gd name="T4" fmla="*/ 164 w 75"/>
                  <a:gd name="T5" fmla="*/ 409 h 100"/>
                  <a:gd name="T6" fmla="*/ 228 w 75"/>
                  <a:gd name="T7" fmla="*/ 383 h 100"/>
                  <a:gd name="T8" fmla="*/ 270 w 75"/>
                  <a:gd name="T9" fmla="*/ 316 h 100"/>
                  <a:gd name="T10" fmla="*/ 294 w 75"/>
                  <a:gd name="T11" fmla="*/ 150 h 100"/>
                  <a:gd name="T12" fmla="*/ 275 w 75"/>
                  <a:gd name="T13" fmla="*/ 0 h 100"/>
                  <a:gd name="T14" fmla="*/ 228 w 75"/>
                  <a:gd name="T15" fmla="*/ 84 h 100"/>
                  <a:gd name="T16" fmla="*/ 233 w 75"/>
                  <a:gd name="T17" fmla="*/ 192 h 100"/>
                  <a:gd name="T18" fmla="*/ 185 w 75"/>
                  <a:gd name="T19" fmla="*/ 282 h 100"/>
                  <a:gd name="T20" fmla="*/ 111 w 75"/>
                  <a:gd name="T21" fmla="*/ 375 h 10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75" h="100">
                    <a:moveTo>
                      <a:pt x="0" y="100"/>
                    </a:moveTo>
                    <a:cubicBezTo>
                      <a:pt x="7" y="97"/>
                      <a:pt x="13" y="95"/>
                      <a:pt x="21" y="96"/>
                    </a:cubicBezTo>
                    <a:cubicBezTo>
                      <a:pt x="27" y="97"/>
                      <a:pt x="32" y="99"/>
                      <a:pt x="38" y="98"/>
                    </a:cubicBezTo>
                    <a:cubicBezTo>
                      <a:pt x="42" y="97"/>
                      <a:pt x="49" y="95"/>
                      <a:pt x="53" y="92"/>
                    </a:cubicBezTo>
                    <a:cubicBezTo>
                      <a:pt x="60" y="88"/>
                      <a:pt x="61" y="84"/>
                      <a:pt x="63" y="76"/>
                    </a:cubicBezTo>
                    <a:cubicBezTo>
                      <a:pt x="66" y="63"/>
                      <a:pt x="67" y="49"/>
                      <a:pt x="68" y="36"/>
                    </a:cubicBezTo>
                    <a:cubicBezTo>
                      <a:pt x="68" y="24"/>
                      <a:pt x="75" y="8"/>
                      <a:pt x="64" y="0"/>
                    </a:cubicBezTo>
                    <a:cubicBezTo>
                      <a:pt x="60" y="4"/>
                      <a:pt x="54" y="14"/>
                      <a:pt x="53" y="20"/>
                    </a:cubicBezTo>
                    <a:cubicBezTo>
                      <a:pt x="51" y="28"/>
                      <a:pt x="55" y="37"/>
                      <a:pt x="54" y="46"/>
                    </a:cubicBezTo>
                    <a:cubicBezTo>
                      <a:pt x="53" y="55"/>
                      <a:pt x="49" y="61"/>
                      <a:pt x="43" y="68"/>
                    </a:cubicBezTo>
                    <a:cubicBezTo>
                      <a:pt x="38" y="75"/>
                      <a:pt x="36" y="89"/>
                      <a:pt x="26" y="90"/>
                    </a:cubicBezTo>
                  </a:path>
                </a:pathLst>
              </a:custGeom>
              <a:solidFill>
                <a:srgbClr val="FDEA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127" name="Freeform 942">
                <a:extLst>
                  <a:ext uri="{FF2B5EF4-FFF2-40B4-BE49-F238E27FC236}">
                    <a16:creationId xmlns:a16="http://schemas.microsoft.com/office/drawing/2014/main" id="{FA138C59-212C-4FE0-9A06-4459501377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3" y="2066"/>
                <a:ext cx="34" cy="13"/>
              </a:xfrm>
              <a:custGeom>
                <a:avLst/>
                <a:gdLst>
                  <a:gd name="T0" fmla="*/ 0 w 21"/>
                  <a:gd name="T1" fmla="*/ 34 h 8"/>
                  <a:gd name="T2" fmla="*/ 42 w 21"/>
                  <a:gd name="T3" fmla="*/ 0 h 8"/>
                  <a:gd name="T4" fmla="*/ 89 w 21"/>
                  <a:gd name="T5" fmla="*/ 34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8">
                    <a:moveTo>
                      <a:pt x="0" y="8"/>
                    </a:moveTo>
                    <a:cubicBezTo>
                      <a:pt x="5" y="2"/>
                      <a:pt x="6" y="0"/>
                      <a:pt x="10" y="0"/>
                    </a:cubicBezTo>
                    <a:cubicBezTo>
                      <a:pt x="15" y="0"/>
                      <a:pt x="16" y="2"/>
                      <a:pt x="21" y="8"/>
                    </a:cubicBezTo>
                  </a:path>
                </a:pathLst>
              </a:custGeom>
              <a:noFill/>
              <a:ln w="4763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128" name="Freeform 943">
                <a:extLst>
                  <a:ext uri="{FF2B5EF4-FFF2-40B4-BE49-F238E27FC236}">
                    <a16:creationId xmlns:a16="http://schemas.microsoft.com/office/drawing/2014/main" id="{8B512D29-147A-48E7-A1B9-CF79C64F07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0" y="2074"/>
                <a:ext cx="21" cy="9"/>
              </a:xfrm>
              <a:custGeom>
                <a:avLst/>
                <a:gdLst>
                  <a:gd name="T0" fmla="*/ 0 w 13"/>
                  <a:gd name="T1" fmla="*/ 0 h 6"/>
                  <a:gd name="T2" fmla="*/ 55 w 13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6">
                    <a:moveTo>
                      <a:pt x="0" y="0"/>
                    </a:moveTo>
                    <a:cubicBezTo>
                      <a:pt x="2" y="6"/>
                      <a:pt x="11" y="6"/>
                      <a:pt x="13" y="0"/>
                    </a:cubicBezTo>
                  </a:path>
                </a:pathLst>
              </a:custGeom>
              <a:noFill/>
              <a:ln w="4763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129" name="Freeform 944">
                <a:extLst>
                  <a:ext uri="{FF2B5EF4-FFF2-40B4-BE49-F238E27FC236}">
                    <a16:creationId xmlns:a16="http://schemas.microsoft.com/office/drawing/2014/main" id="{5DAA5B64-C1EA-416C-B3A0-6FC1031841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9" y="1291"/>
                <a:ext cx="163" cy="18"/>
              </a:xfrm>
              <a:custGeom>
                <a:avLst/>
                <a:gdLst>
                  <a:gd name="T0" fmla="*/ 0 w 101"/>
                  <a:gd name="T1" fmla="*/ 0 h 11"/>
                  <a:gd name="T2" fmla="*/ 115 w 101"/>
                  <a:gd name="T3" fmla="*/ 21 h 11"/>
                  <a:gd name="T4" fmla="*/ 245 w 101"/>
                  <a:gd name="T5" fmla="*/ 21 h 11"/>
                  <a:gd name="T6" fmla="*/ 412 w 101"/>
                  <a:gd name="T7" fmla="*/ 34 h 11"/>
                  <a:gd name="T8" fmla="*/ 424 w 101"/>
                  <a:gd name="T9" fmla="*/ 47 h 11"/>
                  <a:gd name="T10" fmla="*/ 420 w 101"/>
                  <a:gd name="T11" fmla="*/ 26 h 11"/>
                  <a:gd name="T12" fmla="*/ 245 w 101"/>
                  <a:gd name="T13" fmla="*/ 13 h 11"/>
                  <a:gd name="T14" fmla="*/ 118 w 101"/>
                  <a:gd name="T15" fmla="*/ 13 h 11"/>
                  <a:gd name="T16" fmla="*/ 0 w 101"/>
                  <a:gd name="T17" fmla="*/ 0 h 1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1" h="11">
                    <a:moveTo>
                      <a:pt x="0" y="0"/>
                    </a:moveTo>
                    <a:cubicBezTo>
                      <a:pt x="5" y="0"/>
                      <a:pt x="22" y="3"/>
                      <a:pt x="27" y="5"/>
                    </a:cubicBezTo>
                    <a:cubicBezTo>
                      <a:pt x="32" y="7"/>
                      <a:pt x="45" y="6"/>
                      <a:pt x="58" y="5"/>
                    </a:cubicBezTo>
                    <a:cubicBezTo>
                      <a:pt x="75" y="4"/>
                      <a:pt x="93" y="3"/>
                      <a:pt x="98" y="8"/>
                    </a:cubicBezTo>
                    <a:cubicBezTo>
                      <a:pt x="99" y="8"/>
                      <a:pt x="101" y="10"/>
                      <a:pt x="101" y="11"/>
                    </a:cubicBezTo>
                    <a:cubicBezTo>
                      <a:pt x="101" y="9"/>
                      <a:pt x="101" y="7"/>
                      <a:pt x="100" y="6"/>
                    </a:cubicBezTo>
                    <a:cubicBezTo>
                      <a:pt x="94" y="0"/>
                      <a:pt x="76" y="2"/>
                      <a:pt x="58" y="3"/>
                    </a:cubicBezTo>
                    <a:cubicBezTo>
                      <a:pt x="45" y="4"/>
                      <a:pt x="33" y="5"/>
                      <a:pt x="28" y="3"/>
                    </a:cubicBezTo>
                    <a:cubicBezTo>
                      <a:pt x="22" y="1"/>
                      <a:pt x="6" y="0"/>
                      <a:pt x="0" y="0"/>
                    </a:cubicBezTo>
                  </a:path>
                </a:pathLst>
              </a:custGeom>
              <a:solidFill>
                <a:srgbClr val="585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130" name="Freeform 945">
                <a:extLst>
                  <a:ext uri="{FF2B5EF4-FFF2-40B4-BE49-F238E27FC236}">
                    <a16:creationId xmlns:a16="http://schemas.microsoft.com/office/drawing/2014/main" id="{C5703E84-030E-4D42-90C6-D970E1393E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7" y="1328"/>
                <a:ext cx="30" cy="18"/>
              </a:xfrm>
              <a:custGeom>
                <a:avLst/>
                <a:gdLst>
                  <a:gd name="T0" fmla="*/ 0 w 19"/>
                  <a:gd name="T1" fmla="*/ 0 h 11"/>
                  <a:gd name="T2" fmla="*/ 35 w 19"/>
                  <a:gd name="T3" fmla="*/ 47 h 11"/>
                  <a:gd name="T4" fmla="*/ 74 w 19"/>
                  <a:gd name="T5" fmla="*/ 5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11">
                    <a:moveTo>
                      <a:pt x="0" y="0"/>
                    </a:moveTo>
                    <a:cubicBezTo>
                      <a:pt x="3" y="7"/>
                      <a:pt x="6" y="10"/>
                      <a:pt x="9" y="11"/>
                    </a:cubicBezTo>
                    <a:cubicBezTo>
                      <a:pt x="11" y="11"/>
                      <a:pt x="15" y="7"/>
                      <a:pt x="19" y="1"/>
                    </a:cubicBezTo>
                  </a:path>
                </a:pathLst>
              </a:custGeom>
              <a:noFill/>
              <a:ln w="158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131" name="Freeform 946">
                <a:extLst>
                  <a:ext uri="{FF2B5EF4-FFF2-40B4-BE49-F238E27FC236}">
                    <a16:creationId xmlns:a16="http://schemas.microsoft.com/office/drawing/2014/main" id="{B926BCBB-29BC-420F-8637-32F502C546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4" y="3978"/>
                <a:ext cx="28" cy="65"/>
              </a:xfrm>
              <a:custGeom>
                <a:avLst/>
                <a:gdLst>
                  <a:gd name="T0" fmla="*/ 71 w 17"/>
                  <a:gd name="T1" fmla="*/ 0 h 40"/>
                  <a:gd name="T2" fmla="*/ 54 w 17"/>
                  <a:gd name="T3" fmla="*/ 54 h 40"/>
                  <a:gd name="T4" fmla="*/ 26 w 17"/>
                  <a:gd name="T5" fmla="*/ 172 h 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40">
                    <a:moveTo>
                      <a:pt x="16" y="0"/>
                    </a:moveTo>
                    <a:cubicBezTo>
                      <a:pt x="17" y="4"/>
                      <a:pt x="15" y="9"/>
                      <a:pt x="12" y="12"/>
                    </a:cubicBezTo>
                    <a:cubicBezTo>
                      <a:pt x="8" y="17"/>
                      <a:pt x="0" y="32"/>
                      <a:pt x="6" y="40"/>
                    </a:cubicBezTo>
                  </a:path>
                </a:pathLst>
              </a:custGeom>
              <a:noFill/>
              <a:ln w="4763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132" name="Freeform 947">
                <a:extLst>
                  <a:ext uri="{FF2B5EF4-FFF2-40B4-BE49-F238E27FC236}">
                    <a16:creationId xmlns:a16="http://schemas.microsoft.com/office/drawing/2014/main" id="{326C01DA-4420-4E72-A2C3-C5CD9EACEB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2" y="3982"/>
                <a:ext cx="39" cy="61"/>
              </a:xfrm>
              <a:custGeom>
                <a:avLst/>
                <a:gdLst>
                  <a:gd name="T0" fmla="*/ 102 w 24"/>
                  <a:gd name="T1" fmla="*/ 0 h 38"/>
                  <a:gd name="T2" fmla="*/ 47 w 24"/>
                  <a:gd name="T3" fmla="*/ 56 h 38"/>
                  <a:gd name="T4" fmla="*/ 21 w 24"/>
                  <a:gd name="T5" fmla="*/ 157 h 3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38">
                    <a:moveTo>
                      <a:pt x="24" y="0"/>
                    </a:moveTo>
                    <a:cubicBezTo>
                      <a:pt x="21" y="7"/>
                      <a:pt x="13" y="12"/>
                      <a:pt x="11" y="14"/>
                    </a:cubicBezTo>
                    <a:cubicBezTo>
                      <a:pt x="3" y="22"/>
                      <a:pt x="0" y="31"/>
                      <a:pt x="5" y="38"/>
                    </a:cubicBezTo>
                  </a:path>
                </a:pathLst>
              </a:custGeom>
              <a:noFill/>
              <a:ln w="4763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133" name="Freeform 948">
                <a:extLst>
                  <a:ext uri="{FF2B5EF4-FFF2-40B4-BE49-F238E27FC236}">
                    <a16:creationId xmlns:a16="http://schemas.microsoft.com/office/drawing/2014/main" id="{5F622615-C9E8-4C98-BD98-0EAE4146C5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0" y="3977"/>
                <a:ext cx="42" cy="61"/>
              </a:xfrm>
              <a:custGeom>
                <a:avLst/>
                <a:gdLst>
                  <a:gd name="T0" fmla="*/ 110 w 26"/>
                  <a:gd name="T1" fmla="*/ 0 h 38"/>
                  <a:gd name="T2" fmla="*/ 47 w 26"/>
                  <a:gd name="T3" fmla="*/ 67 h 38"/>
                  <a:gd name="T4" fmla="*/ 5 w 26"/>
                  <a:gd name="T5" fmla="*/ 157 h 3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38">
                    <a:moveTo>
                      <a:pt x="26" y="0"/>
                    </a:moveTo>
                    <a:cubicBezTo>
                      <a:pt x="21" y="5"/>
                      <a:pt x="16" y="12"/>
                      <a:pt x="11" y="16"/>
                    </a:cubicBezTo>
                    <a:cubicBezTo>
                      <a:pt x="6" y="21"/>
                      <a:pt x="0" y="30"/>
                      <a:pt x="1" y="38"/>
                    </a:cubicBezTo>
                  </a:path>
                </a:pathLst>
              </a:custGeom>
              <a:noFill/>
              <a:ln w="4763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134" name="Freeform 949">
                <a:extLst>
                  <a:ext uri="{FF2B5EF4-FFF2-40B4-BE49-F238E27FC236}">
                    <a16:creationId xmlns:a16="http://schemas.microsoft.com/office/drawing/2014/main" id="{AD24351B-2083-4FDC-BAE4-E36F904ADD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3" y="3970"/>
                <a:ext cx="30" cy="45"/>
              </a:xfrm>
              <a:custGeom>
                <a:avLst/>
                <a:gdLst>
                  <a:gd name="T0" fmla="*/ 83 w 18"/>
                  <a:gd name="T1" fmla="*/ 0 h 28"/>
                  <a:gd name="T2" fmla="*/ 33 w 18"/>
                  <a:gd name="T3" fmla="*/ 47 h 28"/>
                  <a:gd name="T4" fmla="*/ 0 w 18"/>
                  <a:gd name="T5" fmla="*/ 116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28">
                    <a:moveTo>
                      <a:pt x="18" y="0"/>
                    </a:moveTo>
                    <a:cubicBezTo>
                      <a:pt x="16" y="4"/>
                      <a:pt x="11" y="8"/>
                      <a:pt x="7" y="11"/>
                    </a:cubicBezTo>
                    <a:cubicBezTo>
                      <a:pt x="4" y="15"/>
                      <a:pt x="0" y="22"/>
                      <a:pt x="0" y="28"/>
                    </a:cubicBezTo>
                  </a:path>
                </a:pathLst>
              </a:custGeom>
              <a:noFill/>
              <a:ln w="4763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135" name="Freeform 950">
                <a:extLst>
                  <a:ext uri="{FF2B5EF4-FFF2-40B4-BE49-F238E27FC236}">
                    <a16:creationId xmlns:a16="http://schemas.microsoft.com/office/drawing/2014/main" id="{8F71B853-2A45-4216-A539-27A9F3375A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2" y="4004"/>
                <a:ext cx="42" cy="23"/>
              </a:xfrm>
              <a:custGeom>
                <a:avLst/>
                <a:gdLst>
                  <a:gd name="T0" fmla="*/ 0 w 26"/>
                  <a:gd name="T1" fmla="*/ 62 h 14"/>
                  <a:gd name="T2" fmla="*/ 84 w 26"/>
                  <a:gd name="T3" fmla="*/ 62 h 14"/>
                  <a:gd name="T4" fmla="*/ 60 w 26"/>
                  <a:gd name="T5" fmla="*/ 5 h 14"/>
                  <a:gd name="T6" fmla="*/ 0 w 26"/>
                  <a:gd name="T7" fmla="*/ 62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14">
                    <a:moveTo>
                      <a:pt x="0" y="14"/>
                    </a:moveTo>
                    <a:cubicBezTo>
                      <a:pt x="8" y="12"/>
                      <a:pt x="18" y="12"/>
                      <a:pt x="20" y="14"/>
                    </a:cubicBezTo>
                    <a:cubicBezTo>
                      <a:pt x="26" y="5"/>
                      <a:pt x="19" y="0"/>
                      <a:pt x="14" y="1"/>
                    </a:cubicBezTo>
                    <a:cubicBezTo>
                      <a:pt x="3" y="1"/>
                      <a:pt x="0" y="11"/>
                      <a:pt x="0" y="14"/>
                    </a:cubicBezTo>
                    <a:close/>
                  </a:path>
                </a:pathLst>
              </a:custGeom>
              <a:noFill/>
              <a:ln w="158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136" name="Freeform 951">
                <a:extLst>
                  <a:ext uri="{FF2B5EF4-FFF2-40B4-BE49-F238E27FC236}">
                    <a16:creationId xmlns:a16="http://schemas.microsoft.com/office/drawing/2014/main" id="{A6443491-CF3F-4581-8867-12153143FC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8" y="4020"/>
                <a:ext cx="21" cy="18"/>
              </a:xfrm>
              <a:custGeom>
                <a:avLst/>
                <a:gdLst>
                  <a:gd name="T0" fmla="*/ 0 w 13"/>
                  <a:gd name="T1" fmla="*/ 47 h 11"/>
                  <a:gd name="T2" fmla="*/ 55 w 13"/>
                  <a:gd name="T3" fmla="*/ 43 h 11"/>
                  <a:gd name="T4" fmla="*/ 0 w 13"/>
                  <a:gd name="T5" fmla="*/ 47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1">
                    <a:moveTo>
                      <a:pt x="0" y="11"/>
                    </a:moveTo>
                    <a:cubicBezTo>
                      <a:pt x="2" y="11"/>
                      <a:pt x="11" y="9"/>
                      <a:pt x="13" y="10"/>
                    </a:cubicBezTo>
                    <a:cubicBezTo>
                      <a:pt x="12" y="1"/>
                      <a:pt x="1" y="0"/>
                      <a:pt x="0" y="11"/>
                    </a:cubicBezTo>
                    <a:close/>
                  </a:path>
                </a:pathLst>
              </a:custGeom>
              <a:noFill/>
              <a:ln w="158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137" name="Freeform 952">
                <a:extLst>
                  <a:ext uri="{FF2B5EF4-FFF2-40B4-BE49-F238E27FC236}">
                    <a16:creationId xmlns:a16="http://schemas.microsoft.com/office/drawing/2014/main" id="{B0B98B5B-E4C9-4F85-8515-DFC0C560CD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1" y="4025"/>
                <a:ext cx="18" cy="15"/>
              </a:xfrm>
              <a:custGeom>
                <a:avLst/>
                <a:gdLst>
                  <a:gd name="T0" fmla="*/ 0 w 11"/>
                  <a:gd name="T1" fmla="*/ 33 h 9"/>
                  <a:gd name="T2" fmla="*/ 47 w 11"/>
                  <a:gd name="T3" fmla="*/ 28 h 9"/>
                  <a:gd name="T4" fmla="*/ 0 w 11"/>
                  <a:gd name="T5" fmla="*/ 33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9">
                    <a:moveTo>
                      <a:pt x="0" y="7"/>
                    </a:moveTo>
                    <a:cubicBezTo>
                      <a:pt x="2" y="9"/>
                      <a:pt x="8" y="9"/>
                      <a:pt x="11" y="6"/>
                    </a:cubicBezTo>
                    <a:cubicBezTo>
                      <a:pt x="9" y="0"/>
                      <a:pt x="0" y="3"/>
                      <a:pt x="0" y="7"/>
                    </a:cubicBezTo>
                    <a:close/>
                  </a:path>
                </a:pathLst>
              </a:custGeom>
              <a:noFill/>
              <a:ln w="158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138" name="Freeform 953">
                <a:extLst>
                  <a:ext uri="{FF2B5EF4-FFF2-40B4-BE49-F238E27FC236}">
                    <a16:creationId xmlns:a16="http://schemas.microsoft.com/office/drawing/2014/main" id="{78C12ECB-5B3A-4D9E-B12B-E7606FB500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7" y="4011"/>
                <a:ext cx="14" cy="13"/>
              </a:xfrm>
              <a:custGeom>
                <a:avLst/>
                <a:gdLst>
                  <a:gd name="T0" fmla="*/ 0 w 9"/>
                  <a:gd name="T1" fmla="*/ 21 h 8"/>
                  <a:gd name="T2" fmla="*/ 30 w 9"/>
                  <a:gd name="T3" fmla="*/ 29 h 8"/>
                  <a:gd name="T4" fmla="*/ 0 w 9"/>
                  <a:gd name="T5" fmla="*/ 21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8">
                    <a:moveTo>
                      <a:pt x="0" y="5"/>
                    </a:moveTo>
                    <a:cubicBezTo>
                      <a:pt x="1" y="7"/>
                      <a:pt x="5" y="8"/>
                      <a:pt x="8" y="7"/>
                    </a:cubicBezTo>
                    <a:cubicBezTo>
                      <a:pt x="9" y="0"/>
                      <a:pt x="2" y="1"/>
                      <a:pt x="0" y="5"/>
                    </a:cubicBezTo>
                    <a:close/>
                  </a:path>
                </a:pathLst>
              </a:custGeom>
              <a:noFill/>
              <a:ln w="158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139" name="Freeform 954">
                <a:extLst>
                  <a:ext uri="{FF2B5EF4-FFF2-40B4-BE49-F238E27FC236}">
                    <a16:creationId xmlns:a16="http://schemas.microsoft.com/office/drawing/2014/main" id="{BF00A711-D7D6-481B-BCAE-54B3097A76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3" y="1614"/>
                <a:ext cx="58" cy="58"/>
              </a:xfrm>
              <a:custGeom>
                <a:avLst/>
                <a:gdLst>
                  <a:gd name="T0" fmla="*/ 5 w 36"/>
                  <a:gd name="T1" fmla="*/ 81 h 36"/>
                  <a:gd name="T2" fmla="*/ 71 w 36"/>
                  <a:gd name="T3" fmla="*/ 5 h 36"/>
                  <a:gd name="T4" fmla="*/ 145 w 36"/>
                  <a:gd name="T5" fmla="*/ 71 h 36"/>
                  <a:gd name="T6" fmla="*/ 81 w 36"/>
                  <a:gd name="T7" fmla="*/ 145 h 36"/>
                  <a:gd name="T8" fmla="*/ 5 w 36"/>
                  <a:gd name="T9" fmla="*/ 81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" h="36">
                    <a:moveTo>
                      <a:pt x="1" y="19"/>
                    </a:moveTo>
                    <a:cubicBezTo>
                      <a:pt x="0" y="10"/>
                      <a:pt x="7" y="2"/>
                      <a:pt x="17" y="1"/>
                    </a:cubicBezTo>
                    <a:cubicBezTo>
                      <a:pt x="26" y="0"/>
                      <a:pt x="34" y="7"/>
                      <a:pt x="35" y="17"/>
                    </a:cubicBezTo>
                    <a:cubicBezTo>
                      <a:pt x="36" y="26"/>
                      <a:pt x="29" y="34"/>
                      <a:pt x="19" y="35"/>
                    </a:cubicBezTo>
                    <a:cubicBezTo>
                      <a:pt x="10" y="36"/>
                      <a:pt x="1" y="29"/>
                      <a:pt x="1" y="19"/>
                    </a:cubicBezTo>
                  </a:path>
                </a:pathLst>
              </a:custGeom>
              <a:solidFill>
                <a:srgbClr val="FEEC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140" name="Freeform 955">
                <a:extLst>
                  <a:ext uri="{FF2B5EF4-FFF2-40B4-BE49-F238E27FC236}">
                    <a16:creationId xmlns:a16="http://schemas.microsoft.com/office/drawing/2014/main" id="{E9DF0D81-9C5A-4AD8-B939-F7696000018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749" y="1632"/>
                <a:ext cx="24" cy="22"/>
              </a:xfrm>
              <a:custGeom>
                <a:avLst/>
                <a:gdLst>
                  <a:gd name="T0" fmla="*/ 61 w 15"/>
                  <a:gd name="T1" fmla="*/ 20 h 14"/>
                  <a:gd name="T2" fmla="*/ 54 w 15"/>
                  <a:gd name="T3" fmla="*/ 35 h 14"/>
                  <a:gd name="T4" fmla="*/ 46 w 15"/>
                  <a:gd name="T5" fmla="*/ 39 h 14"/>
                  <a:gd name="T6" fmla="*/ 34 w 15"/>
                  <a:gd name="T7" fmla="*/ 47 h 14"/>
                  <a:gd name="T8" fmla="*/ 21 w 15"/>
                  <a:gd name="T9" fmla="*/ 42 h 14"/>
                  <a:gd name="T10" fmla="*/ 13 w 15"/>
                  <a:gd name="T11" fmla="*/ 27 h 14"/>
                  <a:gd name="T12" fmla="*/ 13 w 15"/>
                  <a:gd name="T13" fmla="*/ 27 h 14"/>
                  <a:gd name="T14" fmla="*/ 13 w 15"/>
                  <a:gd name="T15" fmla="*/ 27 h 14"/>
                  <a:gd name="T16" fmla="*/ 16 w 15"/>
                  <a:gd name="T17" fmla="*/ 20 h 14"/>
                  <a:gd name="T18" fmla="*/ 13 w 15"/>
                  <a:gd name="T19" fmla="*/ 20 h 14"/>
                  <a:gd name="T20" fmla="*/ 8 w 15"/>
                  <a:gd name="T21" fmla="*/ 13 h 14"/>
                  <a:gd name="T22" fmla="*/ 0 w 15"/>
                  <a:gd name="T23" fmla="*/ 31 h 14"/>
                  <a:gd name="T24" fmla="*/ 13 w 15"/>
                  <a:gd name="T25" fmla="*/ 49 h 14"/>
                  <a:gd name="T26" fmla="*/ 34 w 15"/>
                  <a:gd name="T27" fmla="*/ 55 h 14"/>
                  <a:gd name="T28" fmla="*/ 56 w 15"/>
                  <a:gd name="T29" fmla="*/ 47 h 14"/>
                  <a:gd name="T30" fmla="*/ 61 w 15"/>
                  <a:gd name="T31" fmla="*/ 22 h 14"/>
                  <a:gd name="T32" fmla="*/ 61 w 15"/>
                  <a:gd name="T33" fmla="*/ 20 h 14"/>
                  <a:gd name="T34" fmla="*/ 29 w 15"/>
                  <a:gd name="T35" fmla="*/ 8 h 14"/>
                  <a:gd name="T36" fmla="*/ 34 w 15"/>
                  <a:gd name="T37" fmla="*/ 8 h 14"/>
                  <a:gd name="T38" fmla="*/ 35 w 15"/>
                  <a:gd name="T39" fmla="*/ 8 h 14"/>
                  <a:gd name="T40" fmla="*/ 35 w 15"/>
                  <a:gd name="T41" fmla="*/ 5 h 14"/>
                  <a:gd name="T42" fmla="*/ 35 w 15"/>
                  <a:gd name="T43" fmla="*/ 0 h 14"/>
                  <a:gd name="T44" fmla="*/ 29 w 15"/>
                  <a:gd name="T45" fmla="*/ 0 h 14"/>
                  <a:gd name="T46" fmla="*/ 26 w 15"/>
                  <a:gd name="T47" fmla="*/ 0 h 14"/>
                  <a:gd name="T48" fmla="*/ 29 w 15"/>
                  <a:gd name="T49" fmla="*/ 8 h 14"/>
                  <a:gd name="T50" fmla="*/ 29 w 15"/>
                  <a:gd name="T51" fmla="*/ 8 h 14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15" h="14">
                    <a:moveTo>
                      <a:pt x="15" y="5"/>
                    </a:moveTo>
                    <a:cubicBezTo>
                      <a:pt x="14" y="6"/>
                      <a:pt x="14" y="8"/>
                      <a:pt x="13" y="9"/>
                    </a:cubicBezTo>
                    <a:cubicBezTo>
                      <a:pt x="13" y="10"/>
                      <a:pt x="12" y="10"/>
                      <a:pt x="11" y="10"/>
                    </a:cubicBezTo>
                    <a:cubicBezTo>
                      <a:pt x="8" y="12"/>
                      <a:pt x="8" y="12"/>
                      <a:pt x="8" y="12"/>
                    </a:cubicBezTo>
                    <a:cubicBezTo>
                      <a:pt x="8" y="12"/>
                      <a:pt x="5" y="11"/>
                      <a:pt x="5" y="11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8"/>
                      <a:pt x="3" y="7"/>
                      <a:pt x="3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6"/>
                      <a:pt x="3" y="6"/>
                      <a:pt x="4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8" y="14"/>
                      <a:pt x="8" y="14"/>
                      <a:pt x="8" y="14"/>
                    </a:cubicBezTo>
                    <a:cubicBezTo>
                      <a:pt x="14" y="12"/>
                      <a:pt x="14" y="12"/>
                      <a:pt x="14" y="12"/>
                    </a:cubicBezTo>
                    <a:cubicBezTo>
                      <a:pt x="15" y="6"/>
                      <a:pt x="15" y="6"/>
                      <a:pt x="15" y="6"/>
                    </a:cubicBezTo>
                    <a:lnTo>
                      <a:pt x="15" y="5"/>
                    </a:lnTo>
                    <a:close/>
                    <a:moveTo>
                      <a:pt x="7" y="2"/>
                    </a:moveTo>
                    <a:cubicBezTo>
                      <a:pt x="7" y="2"/>
                      <a:pt x="7" y="2"/>
                      <a:pt x="8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9" y="1"/>
                      <a:pt x="9" y="1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7" y="1"/>
                      <a:pt x="7" y="1"/>
                      <a:pt x="7" y="2"/>
                    </a:cubicBezTo>
                    <a:cubicBezTo>
                      <a:pt x="7" y="2"/>
                      <a:pt x="7" y="2"/>
                      <a:pt x="7" y="2"/>
                    </a:cubicBezTo>
                  </a:path>
                </a:pathLst>
              </a:custGeom>
              <a:solidFill>
                <a:srgbClr val="585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141" name="Freeform 956">
                <a:extLst>
                  <a:ext uri="{FF2B5EF4-FFF2-40B4-BE49-F238E27FC236}">
                    <a16:creationId xmlns:a16="http://schemas.microsoft.com/office/drawing/2014/main" id="{AA6CF0BD-3117-4B3E-90D0-DFE3FAE9AD7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733" y="1614"/>
                <a:ext cx="58" cy="60"/>
              </a:xfrm>
              <a:custGeom>
                <a:avLst/>
                <a:gdLst>
                  <a:gd name="T0" fmla="*/ 0 w 36"/>
                  <a:gd name="T1" fmla="*/ 89 h 37"/>
                  <a:gd name="T2" fmla="*/ 5 w 36"/>
                  <a:gd name="T3" fmla="*/ 107 h 37"/>
                  <a:gd name="T4" fmla="*/ 13 w 36"/>
                  <a:gd name="T5" fmla="*/ 102 h 37"/>
                  <a:gd name="T6" fmla="*/ 8 w 36"/>
                  <a:gd name="T7" fmla="*/ 84 h 37"/>
                  <a:gd name="T8" fmla="*/ 0 w 36"/>
                  <a:gd name="T9" fmla="*/ 89 h 37"/>
                  <a:gd name="T10" fmla="*/ 71 w 36"/>
                  <a:gd name="T11" fmla="*/ 8 h 37"/>
                  <a:gd name="T12" fmla="*/ 71 w 36"/>
                  <a:gd name="T13" fmla="*/ 5 h 37"/>
                  <a:gd name="T14" fmla="*/ 68 w 36"/>
                  <a:gd name="T15" fmla="*/ 5 h 37"/>
                  <a:gd name="T16" fmla="*/ 68 w 36"/>
                  <a:gd name="T17" fmla="*/ 8 h 37"/>
                  <a:gd name="T18" fmla="*/ 71 w 36"/>
                  <a:gd name="T19" fmla="*/ 8 h 37"/>
                  <a:gd name="T20" fmla="*/ 71 w 36"/>
                  <a:gd name="T21" fmla="*/ 8 h 37"/>
                  <a:gd name="T22" fmla="*/ 143 w 36"/>
                  <a:gd name="T23" fmla="*/ 76 h 37"/>
                  <a:gd name="T24" fmla="*/ 150 w 36"/>
                  <a:gd name="T25" fmla="*/ 68 h 37"/>
                  <a:gd name="T26" fmla="*/ 143 w 36"/>
                  <a:gd name="T27" fmla="*/ 34 h 37"/>
                  <a:gd name="T28" fmla="*/ 137 w 36"/>
                  <a:gd name="T29" fmla="*/ 39 h 37"/>
                  <a:gd name="T30" fmla="*/ 131 w 36"/>
                  <a:gd name="T31" fmla="*/ 39 h 37"/>
                  <a:gd name="T32" fmla="*/ 143 w 36"/>
                  <a:gd name="T33" fmla="*/ 73 h 37"/>
                  <a:gd name="T34" fmla="*/ 143 w 36"/>
                  <a:gd name="T35" fmla="*/ 76 h 37"/>
                  <a:gd name="T36" fmla="*/ 124 w 36"/>
                  <a:gd name="T37" fmla="*/ 118 h 37"/>
                  <a:gd name="T38" fmla="*/ 81 w 36"/>
                  <a:gd name="T39" fmla="*/ 144 h 37"/>
                  <a:gd name="T40" fmla="*/ 26 w 36"/>
                  <a:gd name="T41" fmla="*/ 118 h 37"/>
                  <a:gd name="T42" fmla="*/ 13 w 36"/>
                  <a:gd name="T43" fmla="*/ 123 h 37"/>
                  <a:gd name="T44" fmla="*/ 81 w 36"/>
                  <a:gd name="T45" fmla="*/ 152 h 37"/>
                  <a:gd name="T46" fmla="*/ 135 w 36"/>
                  <a:gd name="T47" fmla="*/ 128 h 37"/>
                  <a:gd name="T48" fmla="*/ 150 w 36"/>
                  <a:gd name="T49" fmla="*/ 97 h 37"/>
                  <a:gd name="T50" fmla="*/ 137 w 36"/>
                  <a:gd name="T51" fmla="*/ 102 h 37"/>
                  <a:gd name="T52" fmla="*/ 124 w 36"/>
                  <a:gd name="T53" fmla="*/ 118 h 37"/>
                  <a:gd name="T54" fmla="*/ 26 w 36"/>
                  <a:gd name="T55" fmla="*/ 34 h 37"/>
                  <a:gd name="T56" fmla="*/ 16 w 36"/>
                  <a:gd name="T57" fmla="*/ 26 h 37"/>
                  <a:gd name="T58" fmla="*/ 8 w 36"/>
                  <a:gd name="T59" fmla="*/ 42 h 37"/>
                  <a:gd name="T60" fmla="*/ 16 w 36"/>
                  <a:gd name="T61" fmla="*/ 47 h 37"/>
                  <a:gd name="T62" fmla="*/ 26 w 36"/>
                  <a:gd name="T63" fmla="*/ 34 h 37"/>
                  <a:gd name="T64" fmla="*/ 0 w 36"/>
                  <a:gd name="T65" fmla="*/ 63 h 37"/>
                  <a:gd name="T66" fmla="*/ 0 w 36"/>
                  <a:gd name="T67" fmla="*/ 63 h 37"/>
                  <a:gd name="T68" fmla="*/ 0 w 36"/>
                  <a:gd name="T69" fmla="*/ 63 h 37"/>
                  <a:gd name="T70" fmla="*/ 0 w 36"/>
                  <a:gd name="T71" fmla="*/ 63 h 37"/>
                  <a:gd name="T72" fmla="*/ 114 w 36"/>
                  <a:gd name="T73" fmla="*/ 21 h 37"/>
                  <a:gd name="T74" fmla="*/ 124 w 36"/>
                  <a:gd name="T75" fmla="*/ 16 h 37"/>
                  <a:gd name="T76" fmla="*/ 90 w 36"/>
                  <a:gd name="T77" fmla="*/ 0 h 37"/>
                  <a:gd name="T78" fmla="*/ 97 w 36"/>
                  <a:gd name="T79" fmla="*/ 13 h 37"/>
                  <a:gd name="T80" fmla="*/ 114 w 36"/>
                  <a:gd name="T81" fmla="*/ 21 h 37"/>
                  <a:gd name="T82" fmla="*/ 42 w 36"/>
                  <a:gd name="T83" fmla="*/ 16 h 37"/>
                  <a:gd name="T84" fmla="*/ 47 w 36"/>
                  <a:gd name="T85" fmla="*/ 5 h 37"/>
                  <a:gd name="T86" fmla="*/ 34 w 36"/>
                  <a:gd name="T87" fmla="*/ 8 h 37"/>
                  <a:gd name="T88" fmla="*/ 42 w 36"/>
                  <a:gd name="T89" fmla="*/ 16 h 37"/>
                  <a:gd name="T90" fmla="*/ 42 w 36"/>
                  <a:gd name="T91" fmla="*/ 16 h 37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36" h="37">
                    <a:moveTo>
                      <a:pt x="0" y="21"/>
                    </a:moveTo>
                    <a:cubicBezTo>
                      <a:pt x="0" y="22"/>
                      <a:pt x="0" y="23"/>
                      <a:pt x="1" y="25"/>
                    </a:cubicBezTo>
                    <a:cubicBezTo>
                      <a:pt x="2" y="24"/>
                      <a:pt x="2" y="24"/>
                      <a:pt x="3" y="24"/>
                    </a:cubicBezTo>
                    <a:cubicBezTo>
                      <a:pt x="3" y="23"/>
                      <a:pt x="2" y="21"/>
                      <a:pt x="2" y="20"/>
                    </a:cubicBezTo>
                    <a:cubicBezTo>
                      <a:pt x="1" y="20"/>
                      <a:pt x="1" y="20"/>
                      <a:pt x="0" y="21"/>
                    </a:cubicBezTo>
                    <a:moveTo>
                      <a:pt x="17" y="2"/>
                    </a:moveTo>
                    <a:cubicBezTo>
                      <a:pt x="17" y="2"/>
                      <a:pt x="17" y="1"/>
                      <a:pt x="17" y="1"/>
                    </a:cubicBezTo>
                    <a:cubicBezTo>
                      <a:pt x="17" y="1"/>
                      <a:pt x="16" y="1"/>
                      <a:pt x="16" y="1"/>
                    </a:cubicBezTo>
                    <a:cubicBezTo>
                      <a:pt x="16" y="1"/>
                      <a:pt x="16" y="2"/>
                      <a:pt x="16" y="2"/>
                    </a:cubicBezTo>
                    <a:cubicBezTo>
                      <a:pt x="16" y="2"/>
                      <a:pt x="16" y="2"/>
                      <a:pt x="17" y="2"/>
                    </a:cubicBezTo>
                    <a:cubicBezTo>
                      <a:pt x="17" y="2"/>
                      <a:pt x="17" y="2"/>
                      <a:pt x="17" y="2"/>
                    </a:cubicBezTo>
                    <a:moveTo>
                      <a:pt x="34" y="18"/>
                    </a:moveTo>
                    <a:cubicBezTo>
                      <a:pt x="35" y="17"/>
                      <a:pt x="35" y="17"/>
                      <a:pt x="36" y="16"/>
                    </a:cubicBezTo>
                    <a:cubicBezTo>
                      <a:pt x="36" y="13"/>
                      <a:pt x="35" y="11"/>
                      <a:pt x="34" y="8"/>
                    </a:cubicBezTo>
                    <a:cubicBezTo>
                      <a:pt x="33" y="8"/>
                      <a:pt x="33" y="8"/>
                      <a:pt x="33" y="9"/>
                    </a:cubicBezTo>
                    <a:cubicBezTo>
                      <a:pt x="32" y="9"/>
                      <a:pt x="32" y="9"/>
                      <a:pt x="31" y="9"/>
                    </a:cubicBezTo>
                    <a:cubicBezTo>
                      <a:pt x="33" y="12"/>
                      <a:pt x="34" y="14"/>
                      <a:pt x="34" y="17"/>
                    </a:cubicBezTo>
                    <a:cubicBezTo>
                      <a:pt x="34" y="17"/>
                      <a:pt x="34" y="17"/>
                      <a:pt x="34" y="18"/>
                    </a:cubicBezTo>
                    <a:moveTo>
                      <a:pt x="30" y="28"/>
                    </a:moveTo>
                    <a:cubicBezTo>
                      <a:pt x="27" y="32"/>
                      <a:pt x="23" y="33"/>
                      <a:pt x="19" y="34"/>
                    </a:cubicBezTo>
                    <a:cubicBezTo>
                      <a:pt x="14" y="34"/>
                      <a:pt x="9" y="32"/>
                      <a:pt x="6" y="28"/>
                    </a:cubicBezTo>
                    <a:cubicBezTo>
                      <a:pt x="5" y="29"/>
                      <a:pt x="4" y="29"/>
                      <a:pt x="3" y="29"/>
                    </a:cubicBezTo>
                    <a:cubicBezTo>
                      <a:pt x="7" y="34"/>
                      <a:pt x="13" y="37"/>
                      <a:pt x="19" y="36"/>
                    </a:cubicBezTo>
                    <a:cubicBezTo>
                      <a:pt x="24" y="36"/>
                      <a:pt x="29" y="34"/>
                      <a:pt x="32" y="30"/>
                    </a:cubicBezTo>
                    <a:cubicBezTo>
                      <a:pt x="34" y="28"/>
                      <a:pt x="35" y="25"/>
                      <a:pt x="36" y="23"/>
                    </a:cubicBezTo>
                    <a:cubicBezTo>
                      <a:pt x="35" y="23"/>
                      <a:pt x="34" y="23"/>
                      <a:pt x="33" y="24"/>
                    </a:cubicBezTo>
                    <a:cubicBezTo>
                      <a:pt x="32" y="25"/>
                      <a:pt x="31" y="27"/>
                      <a:pt x="30" y="28"/>
                    </a:cubicBezTo>
                    <a:moveTo>
                      <a:pt x="6" y="8"/>
                    </a:moveTo>
                    <a:cubicBezTo>
                      <a:pt x="5" y="7"/>
                      <a:pt x="5" y="6"/>
                      <a:pt x="4" y="6"/>
                    </a:cubicBezTo>
                    <a:cubicBezTo>
                      <a:pt x="3" y="7"/>
                      <a:pt x="2" y="8"/>
                      <a:pt x="2" y="10"/>
                    </a:cubicBezTo>
                    <a:cubicBezTo>
                      <a:pt x="2" y="10"/>
                      <a:pt x="3" y="11"/>
                      <a:pt x="4" y="11"/>
                    </a:cubicBezTo>
                    <a:cubicBezTo>
                      <a:pt x="4" y="10"/>
                      <a:pt x="5" y="9"/>
                      <a:pt x="6" y="8"/>
                    </a:cubicBezTo>
                    <a:moveTo>
                      <a:pt x="0" y="15"/>
                    </a:moveTo>
                    <a:cubicBezTo>
                      <a:pt x="0" y="15"/>
                      <a:pt x="0" y="15"/>
                      <a:pt x="0" y="15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0" y="15"/>
                      <a:pt x="0" y="15"/>
                      <a:pt x="0" y="15"/>
                    </a:cubicBezTo>
                    <a:moveTo>
                      <a:pt x="27" y="5"/>
                    </a:moveTo>
                    <a:cubicBezTo>
                      <a:pt x="28" y="5"/>
                      <a:pt x="29" y="4"/>
                      <a:pt x="30" y="4"/>
                    </a:cubicBezTo>
                    <a:cubicBezTo>
                      <a:pt x="28" y="2"/>
                      <a:pt x="25" y="1"/>
                      <a:pt x="22" y="0"/>
                    </a:cubicBezTo>
                    <a:cubicBezTo>
                      <a:pt x="22" y="1"/>
                      <a:pt x="23" y="2"/>
                      <a:pt x="23" y="3"/>
                    </a:cubicBezTo>
                    <a:cubicBezTo>
                      <a:pt x="25" y="3"/>
                      <a:pt x="26" y="4"/>
                      <a:pt x="27" y="5"/>
                    </a:cubicBezTo>
                    <a:moveTo>
                      <a:pt x="10" y="4"/>
                    </a:moveTo>
                    <a:cubicBezTo>
                      <a:pt x="10" y="3"/>
                      <a:pt x="11" y="2"/>
                      <a:pt x="11" y="1"/>
                    </a:cubicBezTo>
                    <a:cubicBezTo>
                      <a:pt x="10" y="1"/>
                      <a:pt x="9" y="2"/>
                      <a:pt x="8" y="2"/>
                    </a:cubicBezTo>
                    <a:cubicBezTo>
                      <a:pt x="9" y="3"/>
                      <a:pt x="9" y="4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</a:path>
                </a:pathLst>
              </a:custGeom>
              <a:solidFill>
                <a:srgbClr val="585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142" name="Freeform 957">
                <a:extLst>
                  <a:ext uri="{FF2B5EF4-FFF2-40B4-BE49-F238E27FC236}">
                    <a16:creationId xmlns:a16="http://schemas.microsoft.com/office/drawing/2014/main" id="{1C06131A-D10B-41F0-8443-9D8F1EA0F2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8" y="2568"/>
                <a:ext cx="66" cy="45"/>
              </a:xfrm>
              <a:custGeom>
                <a:avLst/>
                <a:gdLst>
                  <a:gd name="T0" fmla="*/ 0 w 41"/>
                  <a:gd name="T1" fmla="*/ 0 h 28"/>
                  <a:gd name="T2" fmla="*/ 63 w 41"/>
                  <a:gd name="T3" fmla="*/ 63 h 28"/>
                  <a:gd name="T4" fmla="*/ 137 w 41"/>
                  <a:gd name="T5" fmla="*/ 95 h 28"/>
                  <a:gd name="T6" fmla="*/ 171 w 41"/>
                  <a:gd name="T7" fmla="*/ 116 h 2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1" h="28">
                    <a:moveTo>
                      <a:pt x="0" y="0"/>
                    </a:moveTo>
                    <a:cubicBezTo>
                      <a:pt x="4" y="2"/>
                      <a:pt x="10" y="12"/>
                      <a:pt x="15" y="15"/>
                    </a:cubicBezTo>
                    <a:cubicBezTo>
                      <a:pt x="21" y="19"/>
                      <a:pt x="28" y="21"/>
                      <a:pt x="33" y="23"/>
                    </a:cubicBezTo>
                    <a:cubicBezTo>
                      <a:pt x="36" y="25"/>
                      <a:pt x="39" y="26"/>
                      <a:pt x="41" y="28"/>
                    </a:cubicBezTo>
                  </a:path>
                </a:pathLst>
              </a:custGeom>
              <a:noFill/>
              <a:ln w="4763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143" name="Freeform 958">
                <a:extLst>
                  <a:ext uri="{FF2B5EF4-FFF2-40B4-BE49-F238E27FC236}">
                    <a16:creationId xmlns:a16="http://schemas.microsoft.com/office/drawing/2014/main" id="{B69B732E-9D45-45C1-9395-C1CA992D46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0" y="2579"/>
                <a:ext cx="51" cy="47"/>
              </a:xfrm>
              <a:custGeom>
                <a:avLst/>
                <a:gdLst>
                  <a:gd name="T0" fmla="*/ 129 w 32"/>
                  <a:gd name="T1" fmla="*/ 123 h 29"/>
                  <a:gd name="T2" fmla="*/ 48 w 32"/>
                  <a:gd name="T3" fmla="*/ 73 h 29"/>
                  <a:gd name="T4" fmla="*/ 0 w 32"/>
                  <a:gd name="T5" fmla="*/ 0 h 2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2" h="29">
                    <a:moveTo>
                      <a:pt x="32" y="29"/>
                    </a:moveTo>
                    <a:cubicBezTo>
                      <a:pt x="23" y="20"/>
                      <a:pt x="18" y="20"/>
                      <a:pt x="12" y="17"/>
                    </a:cubicBezTo>
                    <a:cubicBezTo>
                      <a:pt x="12" y="15"/>
                      <a:pt x="5" y="5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144" name="Freeform 959">
                <a:extLst>
                  <a:ext uri="{FF2B5EF4-FFF2-40B4-BE49-F238E27FC236}">
                    <a16:creationId xmlns:a16="http://schemas.microsoft.com/office/drawing/2014/main" id="{DA47C61A-4221-4479-9873-264A646AA5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1" y="2514"/>
                <a:ext cx="72" cy="86"/>
              </a:xfrm>
              <a:custGeom>
                <a:avLst/>
                <a:gdLst>
                  <a:gd name="T0" fmla="*/ 193 w 44"/>
                  <a:gd name="T1" fmla="*/ 221 h 53"/>
                  <a:gd name="T2" fmla="*/ 115 w 44"/>
                  <a:gd name="T3" fmla="*/ 164 h 53"/>
                  <a:gd name="T4" fmla="*/ 97 w 44"/>
                  <a:gd name="T5" fmla="*/ 42 h 53"/>
                  <a:gd name="T6" fmla="*/ 67 w 44"/>
                  <a:gd name="T7" fmla="*/ 0 h 53"/>
                  <a:gd name="T8" fmla="*/ 5 w 44"/>
                  <a:gd name="T9" fmla="*/ 89 h 53"/>
                  <a:gd name="T10" fmla="*/ 21 w 44"/>
                  <a:gd name="T11" fmla="*/ 177 h 5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4" h="53">
                    <a:moveTo>
                      <a:pt x="44" y="52"/>
                    </a:moveTo>
                    <a:cubicBezTo>
                      <a:pt x="34" y="53"/>
                      <a:pt x="27" y="44"/>
                      <a:pt x="26" y="38"/>
                    </a:cubicBezTo>
                    <a:cubicBezTo>
                      <a:pt x="24" y="32"/>
                      <a:pt x="22" y="15"/>
                      <a:pt x="22" y="10"/>
                    </a:cubicBezTo>
                    <a:cubicBezTo>
                      <a:pt x="21" y="6"/>
                      <a:pt x="21" y="0"/>
                      <a:pt x="15" y="0"/>
                    </a:cubicBezTo>
                    <a:cubicBezTo>
                      <a:pt x="7" y="5"/>
                      <a:pt x="0" y="14"/>
                      <a:pt x="1" y="21"/>
                    </a:cubicBezTo>
                    <a:cubicBezTo>
                      <a:pt x="1" y="28"/>
                      <a:pt x="6" y="34"/>
                      <a:pt x="5" y="41"/>
                    </a:cubicBezTo>
                  </a:path>
                </a:pathLst>
              </a:custGeom>
              <a:noFill/>
              <a:ln w="4763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145" name="Freeform 960">
                <a:extLst>
                  <a:ext uri="{FF2B5EF4-FFF2-40B4-BE49-F238E27FC236}">
                    <a16:creationId xmlns:a16="http://schemas.microsoft.com/office/drawing/2014/main" id="{E69C8A57-F0E7-4483-B7D7-75923D8C4F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3" y="2642"/>
                <a:ext cx="21" cy="8"/>
              </a:xfrm>
              <a:custGeom>
                <a:avLst/>
                <a:gdLst>
                  <a:gd name="T0" fmla="*/ 55 w 13"/>
                  <a:gd name="T1" fmla="*/ 21 h 5"/>
                  <a:gd name="T2" fmla="*/ 0 w 13"/>
                  <a:gd name="T3" fmla="*/ 13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5">
                    <a:moveTo>
                      <a:pt x="13" y="5"/>
                    </a:moveTo>
                    <a:cubicBezTo>
                      <a:pt x="8" y="1"/>
                      <a:pt x="1" y="0"/>
                      <a:pt x="0" y="3"/>
                    </a:cubicBezTo>
                  </a:path>
                </a:pathLst>
              </a:custGeom>
              <a:noFill/>
              <a:ln w="158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146" name="Freeform 961">
                <a:extLst>
                  <a:ext uri="{FF2B5EF4-FFF2-40B4-BE49-F238E27FC236}">
                    <a16:creationId xmlns:a16="http://schemas.microsoft.com/office/drawing/2014/main" id="{0EF60900-885F-4409-9515-7CF4947075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9" y="2603"/>
                <a:ext cx="12" cy="12"/>
              </a:xfrm>
              <a:custGeom>
                <a:avLst/>
                <a:gdLst>
                  <a:gd name="T0" fmla="*/ 36 w 7"/>
                  <a:gd name="T1" fmla="*/ 9 h 7"/>
                  <a:gd name="T2" fmla="*/ 0 w 7"/>
                  <a:gd name="T3" fmla="*/ 36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7">
                    <a:moveTo>
                      <a:pt x="7" y="2"/>
                    </a:moveTo>
                    <a:cubicBezTo>
                      <a:pt x="4" y="0"/>
                      <a:pt x="3" y="4"/>
                      <a:pt x="0" y="7"/>
                    </a:cubicBezTo>
                  </a:path>
                </a:pathLst>
              </a:custGeom>
              <a:noFill/>
              <a:ln w="158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147" name="Freeform 962">
                <a:extLst>
                  <a:ext uri="{FF2B5EF4-FFF2-40B4-BE49-F238E27FC236}">
                    <a16:creationId xmlns:a16="http://schemas.microsoft.com/office/drawing/2014/main" id="{2C2C4659-DAB8-4E7D-B5DF-B4CB0E49D3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1" y="2574"/>
                <a:ext cx="9" cy="5"/>
              </a:xfrm>
              <a:custGeom>
                <a:avLst/>
                <a:gdLst>
                  <a:gd name="T0" fmla="*/ 29 w 5"/>
                  <a:gd name="T1" fmla="*/ 13 h 3"/>
                  <a:gd name="T2" fmla="*/ 0 w 5"/>
                  <a:gd name="T3" fmla="*/ 8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3">
                    <a:moveTo>
                      <a:pt x="5" y="3"/>
                    </a:moveTo>
                    <a:cubicBezTo>
                      <a:pt x="2" y="0"/>
                      <a:pt x="1" y="1"/>
                      <a:pt x="0" y="2"/>
                    </a:cubicBezTo>
                  </a:path>
                </a:pathLst>
              </a:custGeom>
              <a:noFill/>
              <a:ln w="158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148" name="Freeform 963">
                <a:extLst>
                  <a:ext uri="{FF2B5EF4-FFF2-40B4-BE49-F238E27FC236}">
                    <a16:creationId xmlns:a16="http://schemas.microsoft.com/office/drawing/2014/main" id="{5342E8AF-93B1-4BFA-9539-2E40B833EB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9" y="2505"/>
                <a:ext cx="5" cy="16"/>
              </a:xfrm>
              <a:custGeom>
                <a:avLst/>
                <a:gdLst>
                  <a:gd name="T0" fmla="*/ 13 w 3"/>
                  <a:gd name="T1" fmla="*/ 42 h 10"/>
                  <a:gd name="T2" fmla="*/ 0 w 3"/>
                  <a:gd name="T3" fmla="*/ 0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0">
                    <a:moveTo>
                      <a:pt x="3" y="10"/>
                    </a:moveTo>
                    <a:cubicBezTo>
                      <a:pt x="3" y="5"/>
                      <a:pt x="1" y="3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149" name="Freeform 964">
                <a:extLst>
                  <a:ext uri="{FF2B5EF4-FFF2-40B4-BE49-F238E27FC236}">
                    <a16:creationId xmlns:a16="http://schemas.microsoft.com/office/drawing/2014/main" id="{149E2C3C-4C6C-4207-BBC1-A7D11A59C8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3" y="2511"/>
                <a:ext cx="13" cy="3"/>
              </a:xfrm>
              <a:custGeom>
                <a:avLst/>
                <a:gdLst>
                  <a:gd name="T0" fmla="*/ 34 w 8"/>
                  <a:gd name="T1" fmla="*/ 8 h 2"/>
                  <a:gd name="T2" fmla="*/ 0 w 8"/>
                  <a:gd name="T3" fmla="*/ 8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2">
                    <a:moveTo>
                      <a:pt x="8" y="2"/>
                    </a:moveTo>
                    <a:cubicBezTo>
                      <a:pt x="4" y="0"/>
                      <a:pt x="2" y="0"/>
                      <a:pt x="0" y="2"/>
                    </a:cubicBezTo>
                  </a:path>
                </a:pathLst>
              </a:custGeom>
              <a:noFill/>
              <a:ln w="158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150" name="Freeform 965">
                <a:extLst>
                  <a:ext uri="{FF2B5EF4-FFF2-40B4-BE49-F238E27FC236}">
                    <a16:creationId xmlns:a16="http://schemas.microsoft.com/office/drawing/2014/main" id="{AEFD14FD-9664-4EFD-B948-668C395501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1" y="2539"/>
                <a:ext cx="9" cy="4"/>
              </a:xfrm>
              <a:custGeom>
                <a:avLst/>
                <a:gdLst>
                  <a:gd name="T0" fmla="*/ 29 w 5"/>
                  <a:gd name="T1" fmla="*/ 7 h 3"/>
                  <a:gd name="T2" fmla="*/ 0 w 5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3">
                    <a:moveTo>
                      <a:pt x="5" y="3"/>
                    </a:moveTo>
                    <a:cubicBezTo>
                      <a:pt x="3" y="1"/>
                      <a:pt x="2" y="0"/>
                      <a:pt x="0" y="0"/>
                    </a:cubicBezTo>
                  </a:path>
                </a:pathLst>
              </a:custGeom>
              <a:noFill/>
              <a:ln w="158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151" name="Freeform 966">
                <a:extLst>
                  <a:ext uri="{FF2B5EF4-FFF2-40B4-BE49-F238E27FC236}">
                    <a16:creationId xmlns:a16="http://schemas.microsoft.com/office/drawing/2014/main" id="{6B696C90-BCF0-497D-A77A-8F927CE9DD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0" y="2535"/>
                <a:ext cx="35" cy="44"/>
              </a:xfrm>
              <a:custGeom>
                <a:avLst/>
                <a:gdLst>
                  <a:gd name="T0" fmla="*/ 89 w 22"/>
                  <a:gd name="T1" fmla="*/ 117 h 27"/>
                  <a:gd name="T2" fmla="*/ 35 w 22"/>
                  <a:gd name="T3" fmla="*/ 90 h 27"/>
                  <a:gd name="T4" fmla="*/ 0 w 22"/>
                  <a:gd name="T5" fmla="*/ 0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27">
                    <a:moveTo>
                      <a:pt x="22" y="27"/>
                    </a:moveTo>
                    <a:cubicBezTo>
                      <a:pt x="19" y="24"/>
                      <a:pt x="12" y="27"/>
                      <a:pt x="9" y="21"/>
                    </a:cubicBezTo>
                    <a:cubicBezTo>
                      <a:pt x="6" y="14"/>
                      <a:pt x="1" y="9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152" name="Freeform 967">
                <a:extLst>
                  <a:ext uri="{FF2B5EF4-FFF2-40B4-BE49-F238E27FC236}">
                    <a16:creationId xmlns:a16="http://schemas.microsoft.com/office/drawing/2014/main" id="{85CC6D6F-A912-47A9-BDFA-FAE67117E6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6" y="2524"/>
                <a:ext cx="24" cy="40"/>
              </a:xfrm>
              <a:custGeom>
                <a:avLst/>
                <a:gdLst>
                  <a:gd name="T0" fmla="*/ 61 w 15"/>
                  <a:gd name="T1" fmla="*/ 102 h 25"/>
                  <a:gd name="T2" fmla="*/ 35 w 15"/>
                  <a:gd name="T3" fmla="*/ 90 h 25"/>
                  <a:gd name="T4" fmla="*/ 0 w 15"/>
                  <a:gd name="T5" fmla="*/ 0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25">
                    <a:moveTo>
                      <a:pt x="15" y="25"/>
                    </a:moveTo>
                    <a:cubicBezTo>
                      <a:pt x="14" y="21"/>
                      <a:pt x="12" y="23"/>
                      <a:pt x="9" y="22"/>
                    </a:cubicBezTo>
                    <a:cubicBezTo>
                      <a:pt x="6" y="20"/>
                      <a:pt x="1" y="6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153" name="Freeform 968">
                <a:extLst>
                  <a:ext uri="{FF2B5EF4-FFF2-40B4-BE49-F238E27FC236}">
                    <a16:creationId xmlns:a16="http://schemas.microsoft.com/office/drawing/2014/main" id="{2E6159B3-939A-4C13-9A43-370D1C2A76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1" y="2574"/>
                <a:ext cx="5" cy="16"/>
              </a:xfrm>
              <a:custGeom>
                <a:avLst/>
                <a:gdLst>
                  <a:gd name="T0" fmla="*/ 13 w 3"/>
                  <a:gd name="T1" fmla="*/ 0 h 10"/>
                  <a:gd name="T2" fmla="*/ 8 w 3"/>
                  <a:gd name="T3" fmla="*/ 42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0">
                    <a:moveTo>
                      <a:pt x="3" y="0"/>
                    </a:moveTo>
                    <a:cubicBezTo>
                      <a:pt x="0" y="1"/>
                      <a:pt x="2" y="8"/>
                      <a:pt x="2" y="10"/>
                    </a:cubicBezTo>
                  </a:path>
                </a:pathLst>
              </a:custGeom>
              <a:noFill/>
              <a:ln w="158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154" name="Oval 969">
                <a:extLst>
                  <a:ext uri="{FF2B5EF4-FFF2-40B4-BE49-F238E27FC236}">
                    <a16:creationId xmlns:a16="http://schemas.microsoft.com/office/drawing/2014/main" id="{EFCAB8B0-CA15-4221-9486-9F45B82CE0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70" y="965"/>
                <a:ext cx="25" cy="24"/>
              </a:xfrm>
              <a:prstGeom prst="ellipse">
                <a:avLst/>
              </a:prstGeom>
              <a:noFill/>
              <a:ln w="1588" cap="rnd">
                <a:solidFill>
                  <a:srgbClr val="58585A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155" name="Oval 970">
                <a:extLst>
                  <a:ext uri="{FF2B5EF4-FFF2-40B4-BE49-F238E27FC236}">
                    <a16:creationId xmlns:a16="http://schemas.microsoft.com/office/drawing/2014/main" id="{CB568EA3-85D1-441A-9E1D-C35524C3C3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78" y="973"/>
                <a:ext cx="8" cy="8"/>
              </a:xfrm>
              <a:prstGeom prst="ellipse">
                <a:avLst/>
              </a:prstGeom>
              <a:solidFill>
                <a:srgbClr val="585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156" name="Freeform 971">
                <a:extLst>
                  <a:ext uri="{FF2B5EF4-FFF2-40B4-BE49-F238E27FC236}">
                    <a16:creationId xmlns:a16="http://schemas.microsoft.com/office/drawing/2014/main" id="{659878B0-B287-41D6-8D7B-EAFE66BF6F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4" y="965"/>
                <a:ext cx="60" cy="27"/>
              </a:xfrm>
              <a:custGeom>
                <a:avLst/>
                <a:gdLst>
                  <a:gd name="T0" fmla="*/ 157 w 37"/>
                  <a:gd name="T1" fmla="*/ 40 h 17"/>
                  <a:gd name="T2" fmla="*/ 143 w 37"/>
                  <a:gd name="T3" fmla="*/ 48 h 17"/>
                  <a:gd name="T4" fmla="*/ 68 w 37"/>
                  <a:gd name="T5" fmla="*/ 68 h 17"/>
                  <a:gd name="T6" fmla="*/ 0 w 37"/>
                  <a:gd name="T7" fmla="*/ 40 h 17"/>
                  <a:gd name="T8" fmla="*/ 76 w 37"/>
                  <a:gd name="T9" fmla="*/ 0 h 17"/>
                  <a:gd name="T10" fmla="*/ 144 w 37"/>
                  <a:gd name="T11" fmla="*/ 27 h 17"/>
                  <a:gd name="T12" fmla="*/ 157 w 37"/>
                  <a:gd name="T13" fmla="*/ 40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7" h="17">
                    <a:moveTo>
                      <a:pt x="37" y="10"/>
                    </a:moveTo>
                    <a:cubicBezTo>
                      <a:pt x="36" y="12"/>
                      <a:pt x="35" y="12"/>
                      <a:pt x="33" y="12"/>
                    </a:cubicBezTo>
                    <a:cubicBezTo>
                      <a:pt x="31" y="12"/>
                      <a:pt x="24" y="17"/>
                      <a:pt x="16" y="17"/>
                    </a:cubicBezTo>
                    <a:cubicBezTo>
                      <a:pt x="7" y="17"/>
                      <a:pt x="1" y="11"/>
                      <a:pt x="0" y="10"/>
                    </a:cubicBezTo>
                    <a:cubicBezTo>
                      <a:pt x="9" y="7"/>
                      <a:pt x="7" y="0"/>
                      <a:pt x="18" y="0"/>
                    </a:cubicBezTo>
                    <a:cubicBezTo>
                      <a:pt x="27" y="0"/>
                      <a:pt x="30" y="5"/>
                      <a:pt x="34" y="7"/>
                    </a:cubicBezTo>
                    <a:cubicBezTo>
                      <a:pt x="35" y="8"/>
                      <a:pt x="37" y="9"/>
                      <a:pt x="37" y="10"/>
                    </a:cubicBezTo>
                    <a:close/>
                  </a:path>
                </a:pathLst>
              </a:custGeom>
              <a:noFill/>
              <a:ln w="158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157" name="Freeform 972">
                <a:extLst>
                  <a:ext uri="{FF2B5EF4-FFF2-40B4-BE49-F238E27FC236}">
                    <a16:creationId xmlns:a16="http://schemas.microsoft.com/office/drawing/2014/main" id="{39BB6855-DFB3-4A8D-866A-D8F8F344CC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4" y="959"/>
                <a:ext cx="55" cy="17"/>
              </a:xfrm>
              <a:custGeom>
                <a:avLst/>
                <a:gdLst>
                  <a:gd name="T0" fmla="*/ 144 w 34"/>
                  <a:gd name="T1" fmla="*/ 40 h 11"/>
                  <a:gd name="T2" fmla="*/ 0 w 34"/>
                  <a:gd name="T3" fmla="*/ 36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4" h="11">
                    <a:moveTo>
                      <a:pt x="34" y="11"/>
                    </a:moveTo>
                    <a:cubicBezTo>
                      <a:pt x="25" y="2"/>
                      <a:pt x="11" y="0"/>
                      <a:pt x="0" y="10"/>
                    </a:cubicBezTo>
                  </a:path>
                </a:pathLst>
              </a:custGeom>
              <a:noFill/>
              <a:ln w="158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158" name="Freeform 973">
                <a:extLst>
                  <a:ext uri="{FF2B5EF4-FFF2-40B4-BE49-F238E27FC236}">
                    <a16:creationId xmlns:a16="http://schemas.microsoft.com/office/drawing/2014/main" id="{3533DA5C-AA86-48F0-B67B-96E956F6DA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8" y="941"/>
                <a:ext cx="76" cy="24"/>
              </a:xfrm>
              <a:custGeom>
                <a:avLst/>
                <a:gdLst>
                  <a:gd name="T0" fmla="*/ 199 w 47"/>
                  <a:gd name="T1" fmla="*/ 26 h 15"/>
                  <a:gd name="T2" fmla="*/ 0 w 47"/>
                  <a:gd name="T3" fmla="*/ 61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7" h="15">
                    <a:moveTo>
                      <a:pt x="47" y="6"/>
                    </a:moveTo>
                    <a:cubicBezTo>
                      <a:pt x="38" y="2"/>
                      <a:pt x="12" y="0"/>
                      <a:pt x="0" y="15"/>
                    </a:cubicBezTo>
                  </a:path>
                </a:pathLst>
              </a:custGeom>
              <a:noFill/>
              <a:ln w="4763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159" name="Freeform 974">
                <a:extLst>
                  <a:ext uri="{FF2B5EF4-FFF2-40B4-BE49-F238E27FC236}">
                    <a16:creationId xmlns:a16="http://schemas.microsoft.com/office/drawing/2014/main" id="{4EE00E3D-F8A8-4CE8-AFBF-5CD3E5834F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3" y="1052"/>
                <a:ext cx="26" cy="16"/>
              </a:xfrm>
              <a:custGeom>
                <a:avLst/>
                <a:gdLst>
                  <a:gd name="T0" fmla="*/ 68 w 16"/>
                  <a:gd name="T1" fmla="*/ 42 h 10"/>
                  <a:gd name="T2" fmla="*/ 42 w 16"/>
                  <a:gd name="T3" fmla="*/ 34 h 10"/>
                  <a:gd name="T4" fmla="*/ 26 w 16"/>
                  <a:gd name="T5" fmla="*/ 26 h 10"/>
                  <a:gd name="T6" fmla="*/ 0 w 16"/>
                  <a:gd name="T7" fmla="*/ 0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10">
                    <a:moveTo>
                      <a:pt x="16" y="10"/>
                    </a:moveTo>
                    <a:cubicBezTo>
                      <a:pt x="13" y="10"/>
                      <a:pt x="13" y="10"/>
                      <a:pt x="10" y="8"/>
                    </a:cubicBezTo>
                    <a:cubicBezTo>
                      <a:pt x="8" y="7"/>
                      <a:pt x="8" y="6"/>
                      <a:pt x="6" y="6"/>
                    </a:cubicBezTo>
                    <a:cubicBezTo>
                      <a:pt x="4" y="6"/>
                      <a:pt x="0" y="5"/>
                      <a:pt x="0" y="0"/>
                    </a:cubicBezTo>
                  </a:path>
                </a:pathLst>
              </a:custGeom>
              <a:noFill/>
              <a:ln w="158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160" name="Freeform 975">
                <a:extLst>
                  <a:ext uri="{FF2B5EF4-FFF2-40B4-BE49-F238E27FC236}">
                    <a16:creationId xmlns:a16="http://schemas.microsoft.com/office/drawing/2014/main" id="{CB2BC2EC-D040-48B4-AEBC-A098E4E6DE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9" y="1094"/>
                <a:ext cx="40" cy="8"/>
              </a:xfrm>
              <a:custGeom>
                <a:avLst/>
                <a:gdLst>
                  <a:gd name="T0" fmla="*/ 86 w 25"/>
                  <a:gd name="T1" fmla="*/ 0 h 5"/>
                  <a:gd name="T2" fmla="*/ 69 w 25"/>
                  <a:gd name="T3" fmla="*/ 5 h 5"/>
                  <a:gd name="T4" fmla="*/ 46 w 25"/>
                  <a:gd name="T5" fmla="*/ 8 h 5"/>
                  <a:gd name="T6" fmla="*/ 0 w 25"/>
                  <a:gd name="T7" fmla="*/ 16 h 5"/>
                  <a:gd name="T8" fmla="*/ 48 w 25"/>
                  <a:gd name="T9" fmla="*/ 16 h 5"/>
                  <a:gd name="T10" fmla="*/ 69 w 25"/>
                  <a:gd name="T11" fmla="*/ 8 h 5"/>
                  <a:gd name="T12" fmla="*/ 102 w 25"/>
                  <a:gd name="T13" fmla="*/ 8 h 5"/>
                  <a:gd name="T14" fmla="*/ 102 w 25"/>
                  <a:gd name="T15" fmla="*/ 0 h 5"/>
                  <a:gd name="T16" fmla="*/ 86 w 25"/>
                  <a:gd name="T17" fmla="*/ 0 h 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5" h="5">
                    <a:moveTo>
                      <a:pt x="21" y="0"/>
                    </a:moveTo>
                    <a:cubicBezTo>
                      <a:pt x="17" y="1"/>
                      <a:pt x="17" y="1"/>
                      <a:pt x="17" y="1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8" y="3"/>
                      <a:pt x="3" y="5"/>
                      <a:pt x="0" y="4"/>
                    </a:cubicBezTo>
                    <a:cubicBezTo>
                      <a:pt x="3" y="5"/>
                      <a:pt x="8" y="5"/>
                      <a:pt x="12" y="4"/>
                    </a:cubicBezTo>
                    <a:cubicBezTo>
                      <a:pt x="17" y="2"/>
                      <a:pt x="17" y="2"/>
                      <a:pt x="17" y="2"/>
                    </a:cubicBezTo>
                    <a:cubicBezTo>
                      <a:pt x="25" y="2"/>
                      <a:pt x="25" y="2"/>
                      <a:pt x="25" y="2"/>
                    </a:cubicBezTo>
                    <a:cubicBezTo>
                      <a:pt x="25" y="0"/>
                      <a:pt x="25" y="0"/>
                      <a:pt x="25" y="0"/>
                    </a:cubicBezTo>
                    <a:lnTo>
                      <a:pt x="21" y="0"/>
                    </a:lnTo>
                    <a:close/>
                  </a:path>
                </a:pathLst>
              </a:custGeom>
              <a:solidFill>
                <a:srgbClr val="585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161" name="Oval 976">
                <a:extLst>
                  <a:ext uri="{FF2B5EF4-FFF2-40B4-BE49-F238E27FC236}">
                    <a16:creationId xmlns:a16="http://schemas.microsoft.com/office/drawing/2014/main" id="{9EF7E666-8AEC-4C56-B658-0443EC391C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08" y="965"/>
                <a:ext cx="24" cy="24"/>
              </a:xfrm>
              <a:prstGeom prst="ellipse">
                <a:avLst/>
              </a:prstGeom>
              <a:noFill/>
              <a:ln w="1588" cap="rnd">
                <a:solidFill>
                  <a:srgbClr val="58585A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162" name="Oval 977">
                <a:extLst>
                  <a:ext uri="{FF2B5EF4-FFF2-40B4-BE49-F238E27FC236}">
                    <a16:creationId xmlns:a16="http://schemas.microsoft.com/office/drawing/2014/main" id="{671BEE52-C591-41F4-8C6E-90E852E7BF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16" y="973"/>
                <a:ext cx="8" cy="8"/>
              </a:xfrm>
              <a:prstGeom prst="ellipse">
                <a:avLst/>
              </a:prstGeom>
              <a:solidFill>
                <a:srgbClr val="585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163" name="Freeform 978">
                <a:extLst>
                  <a:ext uri="{FF2B5EF4-FFF2-40B4-BE49-F238E27FC236}">
                    <a16:creationId xmlns:a16="http://schemas.microsoft.com/office/drawing/2014/main" id="{8F4FF890-EBB8-4FB7-A7CD-52BCE8C000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8" y="965"/>
                <a:ext cx="62" cy="29"/>
              </a:xfrm>
              <a:custGeom>
                <a:avLst/>
                <a:gdLst>
                  <a:gd name="T0" fmla="*/ 0 w 38"/>
                  <a:gd name="T1" fmla="*/ 42 h 18"/>
                  <a:gd name="T2" fmla="*/ 21 w 38"/>
                  <a:gd name="T3" fmla="*/ 50 h 18"/>
                  <a:gd name="T4" fmla="*/ 90 w 38"/>
                  <a:gd name="T5" fmla="*/ 76 h 18"/>
                  <a:gd name="T6" fmla="*/ 165 w 38"/>
                  <a:gd name="T7" fmla="*/ 42 h 18"/>
                  <a:gd name="T8" fmla="*/ 88 w 38"/>
                  <a:gd name="T9" fmla="*/ 0 h 18"/>
                  <a:gd name="T10" fmla="*/ 13 w 38"/>
                  <a:gd name="T11" fmla="*/ 29 h 18"/>
                  <a:gd name="T12" fmla="*/ 0 w 38"/>
                  <a:gd name="T13" fmla="*/ 42 h 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8" h="18">
                    <a:moveTo>
                      <a:pt x="0" y="10"/>
                    </a:moveTo>
                    <a:cubicBezTo>
                      <a:pt x="1" y="12"/>
                      <a:pt x="3" y="12"/>
                      <a:pt x="5" y="12"/>
                    </a:cubicBezTo>
                    <a:cubicBezTo>
                      <a:pt x="7" y="12"/>
                      <a:pt x="13" y="18"/>
                      <a:pt x="21" y="18"/>
                    </a:cubicBezTo>
                    <a:cubicBezTo>
                      <a:pt x="30" y="18"/>
                      <a:pt x="38" y="11"/>
                      <a:pt x="38" y="10"/>
                    </a:cubicBezTo>
                    <a:cubicBezTo>
                      <a:pt x="29" y="6"/>
                      <a:pt x="30" y="0"/>
                      <a:pt x="20" y="0"/>
                    </a:cubicBezTo>
                    <a:cubicBezTo>
                      <a:pt x="11" y="0"/>
                      <a:pt x="7" y="5"/>
                      <a:pt x="3" y="7"/>
                    </a:cubicBezTo>
                    <a:cubicBezTo>
                      <a:pt x="2" y="8"/>
                      <a:pt x="0" y="9"/>
                      <a:pt x="0" y="10"/>
                    </a:cubicBezTo>
                    <a:close/>
                  </a:path>
                </a:pathLst>
              </a:custGeom>
              <a:noFill/>
              <a:ln w="158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164" name="Freeform 979">
                <a:extLst>
                  <a:ext uri="{FF2B5EF4-FFF2-40B4-BE49-F238E27FC236}">
                    <a16:creationId xmlns:a16="http://schemas.microsoft.com/office/drawing/2014/main" id="{8698CE9E-B718-4313-A686-EDE0E50484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3" y="959"/>
                <a:ext cx="57" cy="17"/>
              </a:xfrm>
              <a:custGeom>
                <a:avLst/>
                <a:gdLst>
                  <a:gd name="T0" fmla="*/ 0 w 35"/>
                  <a:gd name="T1" fmla="*/ 40 h 11"/>
                  <a:gd name="T2" fmla="*/ 151 w 35"/>
                  <a:gd name="T3" fmla="*/ 36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5" h="11">
                    <a:moveTo>
                      <a:pt x="0" y="11"/>
                    </a:moveTo>
                    <a:cubicBezTo>
                      <a:pt x="9" y="1"/>
                      <a:pt x="24" y="0"/>
                      <a:pt x="35" y="10"/>
                    </a:cubicBezTo>
                  </a:path>
                </a:pathLst>
              </a:custGeom>
              <a:noFill/>
              <a:ln w="158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165" name="Freeform 980">
                <a:extLst>
                  <a:ext uri="{FF2B5EF4-FFF2-40B4-BE49-F238E27FC236}">
                    <a16:creationId xmlns:a16="http://schemas.microsoft.com/office/drawing/2014/main" id="{33AF9696-1932-404C-A9ED-B8CBAF75F4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0" y="942"/>
                <a:ext cx="78" cy="21"/>
              </a:xfrm>
              <a:custGeom>
                <a:avLst/>
                <a:gdLst>
                  <a:gd name="T0" fmla="*/ 0 w 48"/>
                  <a:gd name="T1" fmla="*/ 34 h 13"/>
                  <a:gd name="T2" fmla="*/ 206 w 48"/>
                  <a:gd name="T3" fmla="*/ 55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8" h="13">
                    <a:moveTo>
                      <a:pt x="0" y="8"/>
                    </a:moveTo>
                    <a:cubicBezTo>
                      <a:pt x="9" y="4"/>
                      <a:pt x="29" y="0"/>
                      <a:pt x="48" y="13"/>
                    </a:cubicBezTo>
                  </a:path>
                </a:pathLst>
              </a:custGeom>
              <a:noFill/>
              <a:ln w="4763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166" name="Freeform 981">
                <a:extLst>
                  <a:ext uri="{FF2B5EF4-FFF2-40B4-BE49-F238E27FC236}">
                    <a16:creationId xmlns:a16="http://schemas.microsoft.com/office/drawing/2014/main" id="{A59FA1A1-F8C3-4AFD-A637-295E4AFE32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2" y="965"/>
                <a:ext cx="12" cy="52"/>
              </a:xfrm>
              <a:custGeom>
                <a:avLst/>
                <a:gdLst>
                  <a:gd name="T0" fmla="*/ 29 w 7"/>
                  <a:gd name="T1" fmla="*/ 8 h 32"/>
                  <a:gd name="T2" fmla="*/ 15 w 7"/>
                  <a:gd name="T3" fmla="*/ 138 h 32"/>
                  <a:gd name="T4" fmla="*/ 26 w 7"/>
                  <a:gd name="T5" fmla="*/ 8 h 32"/>
                  <a:gd name="T6" fmla="*/ 29 w 7"/>
                  <a:gd name="T7" fmla="*/ 8 h 3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32">
                    <a:moveTo>
                      <a:pt x="6" y="2"/>
                    </a:moveTo>
                    <a:cubicBezTo>
                      <a:pt x="2" y="9"/>
                      <a:pt x="1" y="16"/>
                      <a:pt x="3" y="32"/>
                    </a:cubicBezTo>
                    <a:cubicBezTo>
                      <a:pt x="0" y="17"/>
                      <a:pt x="2" y="7"/>
                      <a:pt x="5" y="2"/>
                    </a:cubicBezTo>
                    <a:cubicBezTo>
                      <a:pt x="5" y="0"/>
                      <a:pt x="7" y="0"/>
                      <a:pt x="6" y="2"/>
                    </a:cubicBezTo>
                  </a:path>
                </a:pathLst>
              </a:custGeom>
              <a:solidFill>
                <a:srgbClr val="585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167" name="Freeform 982">
                <a:extLst>
                  <a:ext uri="{FF2B5EF4-FFF2-40B4-BE49-F238E27FC236}">
                    <a16:creationId xmlns:a16="http://schemas.microsoft.com/office/drawing/2014/main" id="{A73E6839-CEC5-4EC8-A204-66EB641C0E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9" y="1052"/>
                <a:ext cx="25" cy="16"/>
              </a:xfrm>
              <a:custGeom>
                <a:avLst/>
                <a:gdLst>
                  <a:gd name="T0" fmla="*/ 0 w 15"/>
                  <a:gd name="T1" fmla="*/ 42 h 10"/>
                  <a:gd name="T2" fmla="*/ 22 w 15"/>
                  <a:gd name="T3" fmla="*/ 34 h 10"/>
                  <a:gd name="T4" fmla="*/ 47 w 15"/>
                  <a:gd name="T5" fmla="*/ 26 h 10"/>
                  <a:gd name="T6" fmla="*/ 70 w 15"/>
                  <a:gd name="T7" fmla="*/ 0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10">
                    <a:moveTo>
                      <a:pt x="0" y="10"/>
                    </a:moveTo>
                    <a:cubicBezTo>
                      <a:pt x="2" y="10"/>
                      <a:pt x="3" y="10"/>
                      <a:pt x="5" y="8"/>
                    </a:cubicBezTo>
                    <a:cubicBezTo>
                      <a:pt x="7" y="7"/>
                      <a:pt x="7" y="6"/>
                      <a:pt x="10" y="6"/>
                    </a:cubicBezTo>
                    <a:cubicBezTo>
                      <a:pt x="12" y="6"/>
                      <a:pt x="15" y="5"/>
                      <a:pt x="15" y="0"/>
                    </a:cubicBezTo>
                  </a:path>
                </a:pathLst>
              </a:custGeom>
              <a:noFill/>
              <a:ln w="158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168" name="Freeform 983">
                <a:extLst>
                  <a:ext uri="{FF2B5EF4-FFF2-40B4-BE49-F238E27FC236}">
                    <a16:creationId xmlns:a16="http://schemas.microsoft.com/office/drawing/2014/main" id="{D6E9CBA4-6A45-47EE-AF5C-C513A34998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9" y="1094"/>
                <a:ext cx="39" cy="8"/>
              </a:xfrm>
              <a:custGeom>
                <a:avLst/>
                <a:gdLst>
                  <a:gd name="T0" fmla="*/ 0 w 24"/>
                  <a:gd name="T1" fmla="*/ 8 h 5"/>
                  <a:gd name="T2" fmla="*/ 29 w 24"/>
                  <a:gd name="T3" fmla="*/ 8 h 5"/>
                  <a:gd name="T4" fmla="*/ 55 w 24"/>
                  <a:gd name="T5" fmla="*/ 16 h 5"/>
                  <a:gd name="T6" fmla="*/ 102 w 24"/>
                  <a:gd name="T7" fmla="*/ 16 h 5"/>
                  <a:gd name="T8" fmla="*/ 55 w 24"/>
                  <a:gd name="T9" fmla="*/ 8 h 5"/>
                  <a:gd name="T10" fmla="*/ 29 w 24"/>
                  <a:gd name="T11" fmla="*/ 5 h 5"/>
                  <a:gd name="T12" fmla="*/ 0 w 24"/>
                  <a:gd name="T13" fmla="*/ 0 h 5"/>
                  <a:gd name="T14" fmla="*/ 0 w 24"/>
                  <a:gd name="T15" fmla="*/ 8 h 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4" h="5">
                    <a:moveTo>
                      <a:pt x="0" y="2"/>
                    </a:moveTo>
                    <a:cubicBezTo>
                      <a:pt x="7" y="2"/>
                      <a:pt x="7" y="2"/>
                      <a:pt x="7" y="2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7" y="5"/>
                      <a:pt x="22" y="5"/>
                      <a:pt x="24" y="4"/>
                    </a:cubicBezTo>
                    <a:cubicBezTo>
                      <a:pt x="22" y="5"/>
                      <a:pt x="17" y="3"/>
                      <a:pt x="13" y="2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585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169" name="Freeform 984">
                <a:extLst>
                  <a:ext uri="{FF2B5EF4-FFF2-40B4-BE49-F238E27FC236}">
                    <a16:creationId xmlns:a16="http://schemas.microsoft.com/office/drawing/2014/main" id="{975141FD-631D-4DF2-A34D-AD4A4BF2FE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5" y="1107"/>
                <a:ext cx="68" cy="5"/>
              </a:xfrm>
              <a:custGeom>
                <a:avLst/>
                <a:gdLst>
                  <a:gd name="T0" fmla="*/ 144 w 42"/>
                  <a:gd name="T1" fmla="*/ 0 h 3"/>
                  <a:gd name="T2" fmla="*/ 110 w 42"/>
                  <a:gd name="T3" fmla="*/ 5 h 3"/>
                  <a:gd name="T4" fmla="*/ 89 w 42"/>
                  <a:gd name="T5" fmla="*/ 5 h 3"/>
                  <a:gd name="T6" fmla="*/ 63 w 42"/>
                  <a:gd name="T7" fmla="*/ 5 h 3"/>
                  <a:gd name="T8" fmla="*/ 34 w 42"/>
                  <a:gd name="T9" fmla="*/ 0 h 3"/>
                  <a:gd name="T10" fmla="*/ 0 w 42"/>
                  <a:gd name="T11" fmla="*/ 5 h 3"/>
                  <a:gd name="T12" fmla="*/ 34 w 42"/>
                  <a:gd name="T13" fmla="*/ 5 h 3"/>
                  <a:gd name="T14" fmla="*/ 63 w 42"/>
                  <a:gd name="T15" fmla="*/ 8 h 3"/>
                  <a:gd name="T16" fmla="*/ 89 w 42"/>
                  <a:gd name="T17" fmla="*/ 8 h 3"/>
                  <a:gd name="T18" fmla="*/ 115 w 42"/>
                  <a:gd name="T19" fmla="*/ 8 h 3"/>
                  <a:gd name="T20" fmla="*/ 144 w 42"/>
                  <a:gd name="T21" fmla="*/ 5 h 3"/>
                  <a:gd name="T22" fmla="*/ 178 w 42"/>
                  <a:gd name="T23" fmla="*/ 5 h 3"/>
                  <a:gd name="T24" fmla="*/ 144 w 42"/>
                  <a:gd name="T25" fmla="*/ 0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42" h="3">
                    <a:moveTo>
                      <a:pt x="34" y="0"/>
                    </a:moveTo>
                    <a:cubicBezTo>
                      <a:pt x="32" y="0"/>
                      <a:pt x="29" y="0"/>
                      <a:pt x="26" y="1"/>
                    </a:cubicBezTo>
                    <a:cubicBezTo>
                      <a:pt x="24" y="1"/>
                      <a:pt x="22" y="1"/>
                      <a:pt x="21" y="1"/>
                    </a:cubicBezTo>
                    <a:cubicBezTo>
                      <a:pt x="19" y="1"/>
                      <a:pt x="17" y="1"/>
                      <a:pt x="15" y="1"/>
                    </a:cubicBezTo>
                    <a:cubicBezTo>
                      <a:pt x="13" y="0"/>
                      <a:pt x="10" y="0"/>
                      <a:pt x="8" y="0"/>
                    </a:cubicBezTo>
                    <a:cubicBezTo>
                      <a:pt x="4" y="1"/>
                      <a:pt x="2" y="2"/>
                      <a:pt x="0" y="1"/>
                    </a:cubicBezTo>
                    <a:cubicBezTo>
                      <a:pt x="2" y="2"/>
                      <a:pt x="4" y="2"/>
                      <a:pt x="8" y="1"/>
                    </a:cubicBezTo>
                    <a:cubicBezTo>
                      <a:pt x="10" y="0"/>
                      <a:pt x="13" y="2"/>
                      <a:pt x="15" y="2"/>
                    </a:cubicBezTo>
                    <a:cubicBezTo>
                      <a:pt x="17" y="2"/>
                      <a:pt x="19" y="3"/>
                      <a:pt x="21" y="2"/>
                    </a:cubicBezTo>
                    <a:cubicBezTo>
                      <a:pt x="22" y="3"/>
                      <a:pt x="24" y="2"/>
                      <a:pt x="27" y="2"/>
                    </a:cubicBezTo>
                    <a:cubicBezTo>
                      <a:pt x="29" y="2"/>
                      <a:pt x="32" y="1"/>
                      <a:pt x="34" y="1"/>
                    </a:cubicBezTo>
                    <a:cubicBezTo>
                      <a:pt x="38" y="2"/>
                      <a:pt x="40" y="2"/>
                      <a:pt x="42" y="1"/>
                    </a:cubicBezTo>
                    <a:cubicBezTo>
                      <a:pt x="40" y="2"/>
                      <a:pt x="38" y="1"/>
                      <a:pt x="34" y="0"/>
                    </a:cubicBezTo>
                  </a:path>
                </a:pathLst>
              </a:custGeom>
              <a:solidFill>
                <a:srgbClr val="585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170" name="Freeform 985">
                <a:extLst>
                  <a:ext uri="{FF2B5EF4-FFF2-40B4-BE49-F238E27FC236}">
                    <a16:creationId xmlns:a16="http://schemas.microsoft.com/office/drawing/2014/main" id="{8737E401-3A0A-48CB-957D-080290F481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9" y="1117"/>
                <a:ext cx="61" cy="13"/>
              </a:xfrm>
              <a:custGeom>
                <a:avLst/>
                <a:gdLst>
                  <a:gd name="T0" fmla="*/ 136 w 38"/>
                  <a:gd name="T1" fmla="*/ 18 h 8"/>
                  <a:gd name="T2" fmla="*/ 82 w 38"/>
                  <a:gd name="T3" fmla="*/ 29 h 8"/>
                  <a:gd name="T4" fmla="*/ 21 w 38"/>
                  <a:gd name="T5" fmla="*/ 18 h 8"/>
                  <a:gd name="T6" fmla="*/ 0 w 38"/>
                  <a:gd name="T7" fmla="*/ 0 h 8"/>
                  <a:gd name="T8" fmla="*/ 21 w 38"/>
                  <a:gd name="T9" fmla="*/ 18 h 8"/>
                  <a:gd name="T10" fmla="*/ 82 w 38"/>
                  <a:gd name="T11" fmla="*/ 34 h 8"/>
                  <a:gd name="T12" fmla="*/ 82 w 38"/>
                  <a:gd name="T13" fmla="*/ 34 h 8"/>
                  <a:gd name="T14" fmla="*/ 82 w 38"/>
                  <a:gd name="T15" fmla="*/ 34 h 8"/>
                  <a:gd name="T16" fmla="*/ 82 w 38"/>
                  <a:gd name="T17" fmla="*/ 34 h 8"/>
                  <a:gd name="T18" fmla="*/ 82 w 38"/>
                  <a:gd name="T19" fmla="*/ 34 h 8"/>
                  <a:gd name="T20" fmla="*/ 136 w 38"/>
                  <a:gd name="T21" fmla="*/ 18 h 8"/>
                  <a:gd name="T22" fmla="*/ 157 w 38"/>
                  <a:gd name="T23" fmla="*/ 0 h 8"/>
                  <a:gd name="T24" fmla="*/ 136 w 38"/>
                  <a:gd name="T25" fmla="*/ 18 h 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8" h="8">
                    <a:moveTo>
                      <a:pt x="33" y="4"/>
                    </a:moveTo>
                    <a:cubicBezTo>
                      <a:pt x="29" y="6"/>
                      <a:pt x="23" y="7"/>
                      <a:pt x="20" y="7"/>
                    </a:cubicBezTo>
                    <a:cubicBezTo>
                      <a:pt x="17" y="7"/>
                      <a:pt x="9" y="6"/>
                      <a:pt x="5" y="4"/>
                    </a:cubicBezTo>
                    <a:cubicBezTo>
                      <a:pt x="2" y="2"/>
                      <a:pt x="0" y="0"/>
                      <a:pt x="0" y="0"/>
                    </a:cubicBezTo>
                    <a:cubicBezTo>
                      <a:pt x="0" y="1"/>
                      <a:pt x="1" y="2"/>
                      <a:pt x="5" y="4"/>
                    </a:cubicBezTo>
                    <a:cubicBezTo>
                      <a:pt x="8" y="6"/>
                      <a:pt x="16" y="8"/>
                      <a:pt x="20" y="8"/>
                    </a:cubicBezTo>
                    <a:cubicBezTo>
                      <a:pt x="20" y="8"/>
                      <a:pt x="20" y="8"/>
                      <a:pt x="20" y="8"/>
                    </a:cubicBezTo>
                    <a:cubicBezTo>
                      <a:pt x="20" y="8"/>
                      <a:pt x="20" y="8"/>
                      <a:pt x="20" y="8"/>
                    </a:cubicBezTo>
                    <a:cubicBezTo>
                      <a:pt x="20" y="8"/>
                      <a:pt x="20" y="8"/>
                      <a:pt x="20" y="8"/>
                    </a:cubicBezTo>
                    <a:cubicBezTo>
                      <a:pt x="20" y="8"/>
                      <a:pt x="20" y="8"/>
                      <a:pt x="20" y="8"/>
                    </a:cubicBezTo>
                    <a:cubicBezTo>
                      <a:pt x="23" y="8"/>
                      <a:pt x="29" y="6"/>
                      <a:pt x="33" y="4"/>
                    </a:cubicBezTo>
                    <a:cubicBezTo>
                      <a:pt x="37" y="2"/>
                      <a:pt x="38" y="1"/>
                      <a:pt x="38" y="0"/>
                    </a:cubicBezTo>
                    <a:cubicBezTo>
                      <a:pt x="38" y="0"/>
                      <a:pt x="36" y="2"/>
                      <a:pt x="33" y="4"/>
                    </a:cubicBezTo>
                  </a:path>
                </a:pathLst>
              </a:custGeom>
              <a:solidFill>
                <a:srgbClr val="585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171" name="Freeform 986">
                <a:extLst>
                  <a:ext uri="{FF2B5EF4-FFF2-40B4-BE49-F238E27FC236}">
                    <a16:creationId xmlns:a16="http://schemas.microsoft.com/office/drawing/2014/main" id="{52F40399-8AFA-433C-B300-1EFA87C7128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814" y="929"/>
                <a:ext cx="275" cy="260"/>
              </a:xfrm>
              <a:custGeom>
                <a:avLst/>
                <a:gdLst>
                  <a:gd name="T0" fmla="*/ 0 w 170"/>
                  <a:gd name="T1" fmla="*/ 102 h 161"/>
                  <a:gd name="T2" fmla="*/ 0 w 170"/>
                  <a:gd name="T3" fmla="*/ 34 h 161"/>
                  <a:gd name="T4" fmla="*/ 0 w 170"/>
                  <a:gd name="T5" fmla="*/ 123 h 161"/>
                  <a:gd name="T6" fmla="*/ 29 w 170"/>
                  <a:gd name="T7" fmla="*/ 260 h 161"/>
                  <a:gd name="T8" fmla="*/ 68 w 170"/>
                  <a:gd name="T9" fmla="*/ 420 h 161"/>
                  <a:gd name="T10" fmla="*/ 173 w 170"/>
                  <a:gd name="T11" fmla="*/ 547 h 161"/>
                  <a:gd name="T12" fmla="*/ 335 w 170"/>
                  <a:gd name="T13" fmla="*/ 673 h 161"/>
                  <a:gd name="T14" fmla="*/ 382 w 170"/>
                  <a:gd name="T15" fmla="*/ 678 h 161"/>
                  <a:gd name="T16" fmla="*/ 416 w 170"/>
                  <a:gd name="T17" fmla="*/ 673 h 161"/>
                  <a:gd name="T18" fmla="*/ 550 w 170"/>
                  <a:gd name="T19" fmla="*/ 547 h 161"/>
                  <a:gd name="T20" fmla="*/ 652 w 170"/>
                  <a:gd name="T21" fmla="*/ 420 h 161"/>
                  <a:gd name="T22" fmla="*/ 694 w 170"/>
                  <a:gd name="T23" fmla="*/ 260 h 161"/>
                  <a:gd name="T24" fmla="*/ 720 w 170"/>
                  <a:gd name="T25" fmla="*/ 149 h 161"/>
                  <a:gd name="T26" fmla="*/ 720 w 170"/>
                  <a:gd name="T27" fmla="*/ 144 h 161"/>
                  <a:gd name="T28" fmla="*/ 694 w 170"/>
                  <a:gd name="T29" fmla="*/ 8 h 161"/>
                  <a:gd name="T30" fmla="*/ 694 w 170"/>
                  <a:gd name="T31" fmla="*/ 0 h 161"/>
                  <a:gd name="T32" fmla="*/ 13 w 170"/>
                  <a:gd name="T33" fmla="*/ 5 h 161"/>
                  <a:gd name="T34" fmla="*/ 13 w 170"/>
                  <a:gd name="T35" fmla="*/ 5 h 161"/>
                  <a:gd name="T36" fmla="*/ 361 w 170"/>
                  <a:gd name="T37" fmla="*/ 678 h 161"/>
                  <a:gd name="T38" fmla="*/ 361 w 170"/>
                  <a:gd name="T39" fmla="*/ 678 h 161"/>
                  <a:gd name="T40" fmla="*/ 361 w 170"/>
                  <a:gd name="T41" fmla="*/ 678 h 16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170" h="161">
                    <a:moveTo>
                      <a:pt x="0" y="24"/>
                    </a:moveTo>
                    <a:cubicBezTo>
                      <a:pt x="1" y="19"/>
                      <a:pt x="1" y="13"/>
                      <a:pt x="0" y="8"/>
                    </a:cubicBezTo>
                    <a:cubicBezTo>
                      <a:pt x="0" y="13"/>
                      <a:pt x="0" y="25"/>
                      <a:pt x="0" y="29"/>
                    </a:cubicBezTo>
                    <a:cubicBezTo>
                      <a:pt x="4" y="40"/>
                      <a:pt x="5" y="52"/>
                      <a:pt x="7" y="62"/>
                    </a:cubicBezTo>
                    <a:cubicBezTo>
                      <a:pt x="9" y="72"/>
                      <a:pt x="13" y="92"/>
                      <a:pt x="16" y="100"/>
                    </a:cubicBezTo>
                    <a:cubicBezTo>
                      <a:pt x="19" y="108"/>
                      <a:pt x="27" y="126"/>
                      <a:pt x="41" y="130"/>
                    </a:cubicBezTo>
                    <a:cubicBezTo>
                      <a:pt x="48" y="132"/>
                      <a:pt x="66" y="158"/>
                      <a:pt x="79" y="160"/>
                    </a:cubicBezTo>
                    <a:cubicBezTo>
                      <a:pt x="83" y="160"/>
                      <a:pt x="87" y="161"/>
                      <a:pt x="90" y="161"/>
                    </a:cubicBezTo>
                    <a:cubicBezTo>
                      <a:pt x="94" y="161"/>
                      <a:pt x="94" y="161"/>
                      <a:pt x="98" y="160"/>
                    </a:cubicBezTo>
                    <a:cubicBezTo>
                      <a:pt x="111" y="158"/>
                      <a:pt x="121" y="135"/>
                      <a:pt x="130" y="130"/>
                    </a:cubicBezTo>
                    <a:cubicBezTo>
                      <a:pt x="145" y="123"/>
                      <a:pt x="152" y="108"/>
                      <a:pt x="154" y="100"/>
                    </a:cubicBezTo>
                    <a:cubicBezTo>
                      <a:pt x="157" y="92"/>
                      <a:pt x="161" y="72"/>
                      <a:pt x="164" y="62"/>
                    </a:cubicBezTo>
                    <a:cubicBezTo>
                      <a:pt x="165" y="55"/>
                      <a:pt x="168" y="44"/>
                      <a:pt x="170" y="35"/>
                    </a:cubicBezTo>
                    <a:cubicBezTo>
                      <a:pt x="170" y="34"/>
                      <a:pt x="170" y="34"/>
                      <a:pt x="170" y="34"/>
                    </a:cubicBezTo>
                    <a:cubicBezTo>
                      <a:pt x="169" y="27"/>
                      <a:pt x="167" y="14"/>
                      <a:pt x="164" y="2"/>
                    </a:cubicBezTo>
                    <a:cubicBezTo>
                      <a:pt x="164" y="0"/>
                      <a:pt x="164" y="0"/>
                      <a:pt x="164" y="0"/>
                    </a:cubicBezTo>
                    <a:moveTo>
                      <a:pt x="3" y="1"/>
                    </a:moveTo>
                    <a:cubicBezTo>
                      <a:pt x="3" y="1"/>
                      <a:pt x="3" y="1"/>
                      <a:pt x="3" y="1"/>
                    </a:cubicBezTo>
                    <a:moveTo>
                      <a:pt x="85" y="161"/>
                    </a:moveTo>
                    <a:cubicBezTo>
                      <a:pt x="85" y="161"/>
                      <a:pt x="85" y="161"/>
                      <a:pt x="85" y="161"/>
                    </a:cubicBezTo>
                    <a:cubicBezTo>
                      <a:pt x="85" y="161"/>
                      <a:pt x="85" y="161"/>
                      <a:pt x="85" y="161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172" name="Freeform 987">
                <a:extLst>
                  <a:ext uri="{FF2B5EF4-FFF2-40B4-BE49-F238E27FC236}">
                    <a16:creationId xmlns:a16="http://schemas.microsoft.com/office/drawing/2014/main" id="{6E595F89-E6FA-46A0-A324-9C2B3C11A1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7" y="2439"/>
                <a:ext cx="167" cy="69"/>
              </a:xfrm>
              <a:custGeom>
                <a:avLst/>
                <a:gdLst>
                  <a:gd name="T0" fmla="*/ 221 w 103"/>
                  <a:gd name="T1" fmla="*/ 170 h 43"/>
                  <a:gd name="T2" fmla="*/ 219 w 103"/>
                  <a:gd name="T3" fmla="*/ 170 h 43"/>
                  <a:gd name="T4" fmla="*/ 0 w 103"/>
                  <a:gd name="T5" fmla="*/ 0 h 43"/>
                  <a:gd name="T6" fmla="*/ 219 w 103"/>
                  <a:gd name="T7" fmla="*/ 178 h 43"/>
                  <a:gd name="T8" fmla="*/ 221 w 103"/>
                  <a:gd name="T9" fmla="*/ 178 h 43"/>
                  <a:gd name="T10" fmla="*/ 439 w 103"/>
                  <a:gd name="T11" fmla="*/ 0 h 43"/>
                  <a:gd name="T12" fmla="*/ 221 w 103"/>
                  <a:gd name="T13" fmla="*/ 170 h 4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3" h="43">
                    <a:moveTo>
                      <a:pt x="52" y="41"/>
                    </a:moveTo>
                    <a:cubicBezTo>
                      <a:pt x="51" y="41"/>
                      <a:pt x="51" y="41"/>
                      <a:pt x="51" y="41"/>
                    </a:cubicBezTo>
                    <a:cubicBezTo>
                      <a:pt x="34" y="41"/>
                      <a:pt x="8" y="19"/>
                      <a:pt x="0" y="0"/>
                    </a:cubicBezTo>
                    <a:cubicBezTo>
                      <a:pt x="8" y="20"/>
                      <a:pt x="33" y="43"/>
                      <a:pt x="51" y="43"/>
                    </a:cubicBezTo>
                    <a:cubicBezTo>
                      <a:pt x="52" y="43"/>
                      <a:pt x="52" y="43"/>
                      <a:pt x="52" y="43"/>
                    </a:cubicBezTo>
                    <a:cubicBezTo>
                      <a:pt x="70" y="43"/>
                      <a:pt x="95" y="20"/>
                      <a:pt x="103" y="0"/>
                    </a:cubicBezTo>
                    <a:cubicBezTo>
                      <a:pt x="95" y="19"/>
                      <a:pt x="70" y="41"/>
                      <a:pt x="52" y="41"/>
                    </a:cubicBezTo>
                  </a:path>
                </a:pathLst>
              </a:custGeom>
              <a:solidFill>
                <a:srgbClr val="585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173" name="Freeform 988">
                <a:extLst>
                  <a:ext uri="{FF2B5EF4-FFF2-40B4-BE49-F238E27FC236}">
                    <a16:creationId xmlns:a16="http://schemas.microsoft.com/office/drawing/2014/main" id="{B3BD19C5-7A73-41F3-B749-F09003C0C8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0" y="3846"/>
                <a:ext cx="7" cy="34"/>
              </a:xfrm>
              <a:custGeom>
                <a:avLst/>
                <a:gdLst>
                  <a:gd name="T0" fmla="*/ 21 w 4"/>
                  <a:gd name="T1" fmla="*/ 0 h 21"/>
                  <a:gd name="T2" fmla="*/ 0 w 4"/>
                  <a:gd name="T3" fmla="*/ 89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1">
                    <a:moveTo>
                      <a:pt x="4" y="0"/>
                    </a:moveTo>
                    <a:cubicBezTo>
                      <a:pt x="4" y="8"/>
                      <a:pt x="0" y="21"/>
                      <a:pt x="0" y="21"/>
                    </a:cubicBezTo>
                  </a:path>
                </a:pathLst>
              </a:custGeom>
              <a:noFill/>
              <a:ln w="4763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174" name="Freeform 989">
                <a:extLst>
                  <a:ext uri="{FF2B5EF4-FFF2-40B4-BE49-F238E27FC236}">
                    <a16:creationId xmlns:a16="http://schemas.microsoft.com/office/drawing/2014/main" id="{0182D95F-9049-4870-8E65-BA3FCFCF5E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0" y="1291"/>
                <a:ext cx="165" cy="18"/>
              </a:xfrm>
              <a:custGeom>
                <a:avLst/>
                <a:gdLst>
                  <a:gd name="T0" fmla="*/ 314 w 102"/>
                  <a:gd name="T1" fmla="*/ 13 h 11"/>
                  <a:gd name="T2" fmla="*/ 186 w 102"/>
                  <a:gd name="T3" fmla="*/ 13 h 11"/>
                  <a:gd name="T4" fmla="*/ 8 w 102"/>
                  <a:gd name="T5" fmla="*/ 26 h 11"/>
                  <a:gd name="T6" fmla="*/ 5 w 102"/>
                  <a:gd name="T7" fmla="*/ 47 h 11"/>
                  <a:gd name="T8" fmla="*/ 13 w 102"/>
                  <a:gd name="T9" fmla="*/ 34 h 11"/>
                  <a:gd name="T10" fmla="*/ 186 w 102"/>
                  <a:gd name="T11" fmla="*/ 21 h 11"/>
                  <a:gd name="T12" fmla="*/ 317 w 102"/>
                  <a:gd name="T13" fmla="*/ 21 h 11"/>
                  <a:gd name="T14" fmla="*/ 432 w 102"/>
                  <a:gd name="T15" fmla="*/ 0 h 11"/>
                  <a:gd name="T16" fmla="*/ 314 w 102"/>
                  <a:gd name="T17" fmla="*/ 13 h 1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2" h="11">
                    <a:moveTo>
                      <a:pt x="74" y="3"/>
                    </a:moveTo>
                    <a:cubicBezTo>
                      <a:pt x="69" y="5"/>
                      <a:pt x="57" y="4"/>
                      <a:pt x="44" y="3"/>
                    </a:cubicBezTo>
                    <a:cubicBezTo>
                      <a:pt x="26" y="2"/>
                      <a:pt x="8" y="0"/>
                      <a:pt x="2" y="6"/>
                    </a:cubicBezTo>
                    <a:cubicBezTo>
                      <a:pt x="0" y="7"/>
                      <a:pt x="1" y="9"/>
                      <a:pt x="1" y="11"/>
                    </a:cubicBezTo>
                    <a:cubicBezTo>
                      <a:pt x="1" y="10"/>
                      <a:pt x="2" y="8"/>
                      <a:pt x="3" y="8"/>
                    </a:cubicBezTo>
                    <a:cubicBezTo>
                      <a:pt x="8" y="3"/>
                      <a:pt x="27" y="4"/>
                      <a:pt x="44" y="5"/>
                    </a:cubicBezTo>
                    <a:cubicBezTo>
                      <a:pt x="57" y="6"/>
                      <a:pt x="69" y="7"/>
                      <a:pt x="75" y="5"/>
                    </a:cubicBezTo>
                    <a:cubicBezTo>
                      <a:pt x="80" y="3"/>
                      <a:pt x="97" y="0"/>
                      <a:pt x="102" y="0"/>
                    </a:cubicBezTo>
                    <a:cubicBezTo>
                      <a:pt x="95" y="0"/>
                      <a:pt x="79" y="1"/>
                      <a:pt x="74" y="3"/>
                    </a:cubicBezTo>
                  </a:path>
                </a:pathLst>
              </a:custGeom>
              <a:solidFill>
                <a:srgbClr val="585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175" name="Freeform 990">
                <a:extLst>
                  <a:ext uri="{FF2B5EF4-FFF2-40B4-BE49-F238E27FC236}">
                    <a16:creationId xmlns:a16="http://schemas.microsoft.com/office/drawing/2014/main" id="{E8FDBBBD-18D3-4398-B595-DF62CF96FC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1" y="3978"/>
                <a:ext cx="29" cy="65"/>
              </a:xfrm>
              <a:custGeom>
                <a:avLst/>
                <a:gdLst>
                  <a:gd name="T0" fmla="*/ 8 w 18"/>
                  <a:gd name="T1" fmla="*/ 0 h 40"/>
                  <a:gd name="T2" fmla="*/ 26 w 18"/>
                  <a:gd name="T3" fmla="*/ 54 h 40"/>
                  <a:gd name="T4" fmla="*/ 47 w 18"/>
                  <a:gd name="T5" fmla="*/ 172 h 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40">
                    <a:moveTo>
                      <a:pt x="2" y="0"/>
                    </a:moveTo>
                    <a:cubicBezTo>
                      <a:pt x="0" y="4"/>
                      <a:pt x="2" y="9"/>
                      <a:pt x="6" y="12"/>
                    </a:cubicBezTo>
                    <a:cubicBezTo>
                      <a:pt x="10" y="17"/>
                      <a:pt x="18" y="32"/>
                      <a:pt x="11" y="40"/>
                    </a:cubicBezTo>
                  </a:path>
                </a:pathLst>
              </a:custGeom>
              <a:noFill/>
              <a:ln w="4763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176" name="Freeform 991">
                <a:extLst>
                  <a:ext uri="{FF2B5EF4-FFF2-40B4-BE49-F238E27FC236}">
                    <a16:creationId xmlns:a16="http://schemas.microsoft.com/office/drawing/2014/main" id="{32084C33-437D-414D-9B80-892AFD081D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2" y="3982"/>
                <a:ext cx="39" cy="61"/>
              </a:xfrm>
              <a:custGeom>
                <a:avLst/>
                <a:gdLst>
                  <a:gd name="T0" fmla="*/ 0 w 24"/>
                  <a:gd name="T1" fmla="*/ 0 h 38"/>
                  <a:gd name="T2" fmla="*/ 60 w 24"/>
                  <a:gd name="T3" fmla="*/ 56 h 38"/>
                  <a:gd name="T4" fmla="*/ 88 w 24"/>
                  <a:gd name="T5" fmla="*/ 157 h 3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38">
                    <a:moveTo>
                      <a:pt x="0" y="0"/>
                    </a:moveTo>
                    <a:cubicBezTo>
                      <a:pt x="4" y="7"/>
                      <a:pt x="12" y="12"/>
                      <a:pt x="14" y="14"/>
                    </a:cubicBezTo>
                    <a:cubicBezTo>
                      <a:pt x="22" y="22"/>
                      <a:pt x="24" y="31"/>
                      <a:pt x="20" y="38"/>
                    </a:cubicBezTo>
                  </a:path>
                </a:pathLst>
              </a:custGeom>
              <a:noFill/>
              <a:ln w="4763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177" name="Freeform 992">
                <a:extLst>
                  <a:ext uri="{FF2B5EF4-FFF2-40B4-BE49-F238E27FC236}">
                    <a16:creationId xmlns:a16="http://schemas.microsoft.com/office/drawing/2014/main" id="{C3CD57DD-A63D-42A3-90B8-08CEB26CDE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2" y="3977"/>
                <a:ext cx="43" cy="61"/>
              </a:xfrm>
              <a:custGeom>
                <a:avLst/>
                <a:gdLst>
                  <a:gd name="T0" fmla="*/ 0 w 26"/>
                  <a:gd name="T1" fmla="*/ 0 h 38"/>
                  <a:gd name="T2" fmla="*/ 63 w 26"/>
                  <a:gd name="T3" fmla="*/ 56 h 38"/>
                  <a:gd name="T4" fmla="*/ 112 w 26"/>
                  <a:gd name="T5" fmla="*/ 157 h 3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38">
                    <a:moveTo>
                      <a:pt x="0" y="0"/>
                    </a:moveTo>
                    <a:cubicBezTo>
                      <a:pt x="4" y="5"/>
                      <a:pt x="8" y="9"/>
                      <a:pt x="14" y="14"/>
                    </a:cubicBezTo>
                    <a:cubicBezTo>
                      <a:pt x="24" y="23"/>
                      <a:pt x="26" y="30"/>
                      <a:pt x="25" y="38"/>
                    </a:cubicBezTo>
                  </a:path>
                </a:pathLst>
              </a:custGeom>
              <a:noFill/>
              <a:ln w="4763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178" name="Freeform 993">
                <a:extLst>
                  <a:ext uri="{FF2B5EF4-FFF2-40B4-BE49-F238E27FC236}">
                    <a16:creationId xmlns:a16="http://schemas.microsoft.com/office/drawing/2014/main" id="{D8A24A7F-3BEF-430E-8946-0FBFBF1500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0" y="3970"/>
                <a:ext cx="29" cy="45"/>
              </a:xfrm>
              <a:custGeom>
                <a:avLst/>
                <a:gdLst>
                  <a:gd name="T0" fmla="*/ 0 w 18"/>
                  <a:gd name="T1" fmla="*/ 0 h 28"/>
                  <a:gd name="T2" fmla="*/ 47 w 18"/>
                  <a:gd name="T3" fmla="*/ 47 h 28"/>
                  <a:gd name="T4" fmla="*/ 76 w 18"/>
                  <a:gd name="T5" fmla="*/ 116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28">
                    <a:moveTo>
                      <a:pt x="0" y="0"/>
                    </a:moveTo>
                    <a:cubicBezTo>
                      <a:pt x="3" y="4"/>
                      <a:pt x="8" y="8"/>
                      <a:pt x="11" y="11"/>
                    </a:cubicBezTo>
                    <a:cubicBezTo>
                      <a:pt x="15" y="15"/>
                      <a:pt x="18" y="22"/>
                      <a:pt x="18" y="28"/>
                    </a:cubicBezTo>
                  </a:path>
                </a:pathLst>
              </a:custGeom>
              <a:noFill/>
              <a:ln w="4763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179" name="Freeform 994">
                <a:extLst>
                  <a:ext uri="{FF2B5EF4-FFF2-40B4-BE49-F238E27FC236}">
                    <a16:creationId xmlns:a16="http://schemas.microsoft.com/office/drawing/2014/main" id="{F2738D22-BF94-446E-B7A7-FE49D09CE9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8" y="4004"/>
                <a:ext cx="43" cy="23"/>
              </a:xfrm>
              <a:custGeom>
                <a:avLst/>
                <a:gdLst>
                  <a:gd name="T0" fmla="*/ 117 w 26"/>
                  <a:gd name="T1" fmla="*/ 62 h 14"/>
                  <a:gd name="T2" fmla="*/ 33 w 26"/>
                  <a:gd name="T3" fmla="*/ 62 h 14"/>
                  <a:gd name="T4" fmla="*/ 60 w 26"/>
                  <a:gd name="T5" fmla="*/ 5 h 14"/>
                  <a:gd name="T6" fmla="*/ 117 w 26"/>
                  <a:gd name="T7" fmla="*/ 62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14">
                    <a:moveTo>
                      <a:pt x="26" y="14"/>
                    </a:moveTo>
                    <a:cubicBezTo>
                      <a:pt x="18" y="12"/>
                      <a:pt x="9" y="12"/>
                      <a:pt x="7" y="14"/>
                    </a:cubicBezTo>
                    <a:cubicBezTo>
                      <a:pt x="0" y="5"/>
                      <a:pt x="7" y="0"/>
                      <a:pt x="13" y="1"/>
                    </a:cubicBezTo>
                    <a:cubicBezTo>
                      <a:pt x="24" y="1"/>
                      <a:pt x="26" y="11"/>
                      <a:pt x="26" y="14"/>
                    </a:cubicBezTo>
                    <a:close/>
                  </a:path>
                </a:pathLst>
              </a:custGeom>
              <a:noFill/>
              <a:ln w="158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180" name="Freeform 995">
                <a:extLst>
                  <a:ext uri="{FF2B5EF4-FFF2-40B4-BE49-F238E27FC236}">
                    <a16:creationId xmlns:a16="http://schemas.microsoft.com/office/drawing/2014/main" id="{EAB435DF-4F5A-4248-8D6D-78FC62E419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5" y="4020"/>
                <a:ext cx="19" cy="18"/>
              </a:xfrm>
              <a:custGeom>
                <a:avLst/>
                <a:gdLst>
                  <a:gd name="T0" fmla="*/ 48 w 12"/>
                  <a:gd name="T1" fmla="*/ 47 h 11"/>
                  <a:gd name="T2" fmla="*/ 0 w 12"/>
                  <a:gd name="T3" fmla="*/ 43 h 11"/>
                  <a:gd name="T4" fmla="*/ 48 w 12"/>
                  <a:gd name="T5" fmla="*/ 47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1">
                    <a:moveTo>
                      <a:pt x="12" y="11"/>
                    </a:moveTo>
                    <a:cubicBezTo>
                      <a:pt x="10" y="11"/>
                      <a:pt x="2" y="9"/>
                      <a:pt x="0" y="10"/>
                    </a:cubicBezTo>
                    <a:cubicBezTo>
                      <a:pt x="1" y="1"/>
                      <a:pt x="12" y="0"/>
                      <a:pt x="12" y="11"/>
                    </a:cubicBezTo>
                    <a:close/>
                  </a:path>
                </a:pathLst>
              </a:custGeom>
              <a:noFill/>
              <a:ln w="158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181" name="Freeform 996">
                <a:extLst>
                  <a:ext uri="{FF2B5EF4-FFF2-40B4-BE49-F238E27FC236}">
                    <a16:creationId xmlns:a16="http://schemas.microsoft.com/office/drawing/2014/main" id="{303EBCC8-AFD7-4946-8BED-9E6D2DA54B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5" y="4025"/>
                <a:ext cx="18" cy="15"/>
              </a:xfrm>
              <a:custGeom>
                <a:avLst/>
                <a:gdLst>
                  <a:gd name="T0" fmla="*/ 47 w 11"/>
                  <a:gd name="T1" fmla="*/ 33 h 9"/>
                  <a:gd name="T2" fmla="*/ 0 w 11"/>
                  <a:gd name="T3" fmla="*/ 28 h 9"/>
                  <a:gd name="T4" fmla="*/ 47 w 11"/>
                  <a:gd name="T5" fmla="*/ 33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9">
                    <a:moveTo>
                      <a:pt x="11" y="7"/>
                    </a:moveTo>
                    <a:cubicBezTo>
                      <a:pt x="9" y="9"/>
                      <a:pt x="3" y="9"/>
                      <a:pt x="0" y="6"/>
                    </a:cubicBezTo>
                    <a:cubicBezTo>
                      <a:pt x="1" y="0"/>
                      <a:pt x="11" y="3"/>
                      <a:pt x="11" y="7"/>
                    </a:cubicBezTo>
                    <a:close/>
                  </a:path>
                </a:pathLst>
              </a:custGeom>
              <a:noFill/>
              <a:ln w="158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182" name="Freeform 997">
                <a:extLst>
                  <a:ext uri="{FF2B5EF4-FFF2-40B4-BE49-F238E27FC236}">
                    <a16:creationId xmlns:a16="http://schemas.microsoft.com/office/drawing/2014/main" id="{575E04AD-B90C-4322-B766-F0D5C795F2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1" y="4011"/>
                <a:ext cx="15" cy="13"/>
              </a:xfrm>
              <a:custGeom>
                <a:avLst/>
                <a:gdLst>
                  <a:gd name="T0" fmla="*/ 42 w 9"/>
                  <a:gd name="T1" fmla="*/ 21 h 8"/>
                  <a:gd name="T2" fmla="*/ 8 w 9"/>
                  <a:gd name="T3" fmla="*/ 29 h 8"/>
                  <a:gd name="T4" fmla="*/ 42 w 9"/>
                  <a:gd name="T5" fmla="*/ 21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8">
                    <a:moveTo>
                      <a:pt x="9" y="5"/>
                    </a:moveTo>
                    <a:cubicBezTo>
                      <a:pt x="8" y="7"/>
                      <a:pt x="5" y="8"/>
                      <a:pt x="2" y="7"/>
                    </a:cubicBezTo>
                    <a:cubicBezTo>
                      <a:pt x="0" y="0"/>
                      <a:pt x="8" y="1"/>
                      <a:pt x="9" y="5"/>
                    </a:cubicBezTo>
                    <a:close/>
                  </a:path>
                </a:pathLst>
              </a:custGeom>
              <a:noFill/>
              <a:ln w="158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183" name="Freeform 998">
                <a:extLst>
                  <a:ext uri="{FF2B5EF4-FFF2-40B4-BE49-F238E27FC236}">
                    <a16:creationId xmlns:a16="http://schemas.microsoft.com/office/drawing/2014/main" id="{84BACAC2-4D4C-40BD-A653-04F30FE78F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3" y="1611"/>
                <a:ext cx="55" cy="54"/>
              </a:xfrm>
              <a:custGeom>
                <a:avLst/>
                <a:gdLst>
                  <a:gd name="T0" fmla="*/ 139 w 34"/>
                  <a:gd name="T1" fmla="*/ 73 h 34"/>
                  <a:gd name="T2" fmla="*/ 76 w 34"/>
                  <a:gd name="T3" fmla="*/ 5 h 34"/>
                  <a:gd name="T4" fmla="*/ 5 w 34"/>
                  <a:gd name="T5" fmla="*/ 64 h 34"/>
                  <a:gd name="T6" fmla="*/ 68 w 34"/>
                  <a:gd name="T7" fmla="*/ 132 h 34"/>
                  <a:gd name="T8" fmla="*/ 139 w 34"/>
                  <a:gd name="T9" fmla="*/ 73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" h="34">
                    <a:moveTo>
                      <a:pt x="33" y="18"/>
                    </a:moveTo>
                    <a:cubicBezTo>
                      <a:pt x="34" y="9"/>
                      <a:pt x="27" y="2"/>
                      <a:pt x="18" y="1"/>
                    </a:cubicBezTo>
                    <a:cubicBezTo>
                      <a:pt x="9" y="0"/>
                      <a:pt x="1" y="7"/>
                      <a:pt x="1" y="16"/>
                    </a:cubicBezTo>
                    <a:cubicBezTo>
                      <a:pt x="0" y="25"/>
                      <a:pt x="7" y="33"/>
                      <a:pt x="16" y="33"/>
                    </a:cubicBezTo>
                    <a:cubicBezTo>
                      <a:pt x="25" y="34"/>
                      <a:pt x="33" y="27"/>
                      <a:pt x="33" y="18"/>
                    </a:cubicBezTo>
                  </a:path>
                </a:pathLst>
              </a:custGeom>
              <a:solidFill>
                <a:srgbClr val="FEEC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184" name="Freeform 999">
                <a:extLst>
                  <a:ext uri="{FF2B5EF4-FFF2-40B4-BE49-F238E27FC236}">
                    <a16:creationId xmlns:a16="http://schemas.microsoft.com/office/drawing/2014/main" id="{DC27E114-BFD7-43B0-B9FF-DA74B4AC0BB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129" y="1627"/>
                <a:ext cx="23" cy="22"/>
              </a:xfrm>
              <a:custGeom>
                <a:avLst/>
                <a:gdLst>
                  <a:gd name="T0" fmla="*/ 0 w 14"/>
                  <a:gd name="T1" fmla="*/ 27 h 14"/>
                  <a:gd name="T2" fmla="*/ 8 w 14"/>
                  <a:gd name="T3" fmla="*/ 47 h 14"/>
                  <a:gd name="T4" fmla="*/ 26 w 14"/>
                  <a:gd name="T5" fmla="*/ 55 h 14"/>
                  <a:gd name="T6" fmla="*/ 54 w 14"/>
                  <a:gd name="T7" fmla="*/ 47 h 14"/>
                  <a:gd name="T8" fmla="*/ 62 w 14"/>
                  <a:gd name="T9" fmla="*/ 31 h 14"/>
                  <a:gd name="T10" fmla="*/ 58 w 14"/>
                  <a:gd name="T11" fmla="*/ 14 h 14"/>
                  <a:gd name="T12" fmla="*/ 54 w 14"/>
                  <a:gd name="T13" fmla="*/ 20 h 14"/>
                  <a:gd name="T14" fmla="*/ 49 w 14"/>
                  <a:gd name="T15" fmla="*/ 20 h 14"/>
                  <a:gd name="T16" fmla="*/ 54 w 14"/>
                  <a:gd name="T17" fmla="*/ 27 h 14"/>
                  <a:gd name="T18" fmla="*/ 54 w 14"/>
                  <a:gd name="T19" fmla="*/ 27 h 14"/>
                  <a:gd name="T20" fmla="*/ 54 w 14"/>
                  <a:gd name="T21" fmla="*/ 27 h 14"/>
                  <a:gd name="T22" fmla="*/ 43 w 14"/>
                  <a:gd name="T23" fmla="*/ 42 h 14"/>
                  <a:gd name="T24" fmla="*/ 33 w 14"/>
                  <a:gd name="T25" fmla="*/ 47 h 14"/>
                  <a:gd name="T26" fmla="*/ 20 w 14"/>
                  <a:gd name="T27" fmla="*/ 39 h 14"/>
                  <a:gd name="T28" fmla="*/ 8 w 14"/>
                  <a:gd name="T29" fmla="*/ 35 h 14"/>
                  <a:gd name="T30" fmla="*/ 0 w 14"/>
                  <a:gd name="T31" fmla="*/ 20 h 14"/>
                  <a:gd name="T32" fmla="*/ 0 w 14"/>
                  <a:gd name="T33" fmla="*/ 27 h 14"/>
                  <a:gd name="T34" fmla="*/ 35 w 14"/>
                  <a:gd name="T35" fmla="*/ 8 h 14"/>
                  <a:gd name="T36" fmla="*/ 35 w 14"/>
                  <a:gd name="T37" fmla="*/ 0 h 14"/>
                  <a:gd name="T38" fmla="*/ 35 w 14"/>
                  <a:gd name="T39" fmla="*/ 0 h 14"/>
                  <a:gd name="T40" fmla="*/ 26 w 14"/>
                  <a:gd name="T41" fmla="*/ 0 h 14"/>
                  <a:gd name="T42" fmla="*/ 26 w 14"/>
                  <a:gd name="T43" fmla="*/ 5 h 14"/>
                  <a:gd name="T44" fmla="*/ 26 w 14"/>
                  <a:gd name="T45" fmla="*/ 13 h 14"/>
                  <a:gd name="T46" fmla="*/ 33 w 14"/>
                  <a:gd name="T47" fmla="*/ 8 h 14"/>
                  <a:gd name="T48" fmla="*/ 35 w 14"/>
                  <a:gd name="T49" fmla="*/ 13 h 14"/>
                  <a:gd name="T50" fmla="*/ 35 w 14"/>
                  <a:gd name="T51" fmla="*/ 8 h 14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14" h="14">
                    <a:moveTo>
                      <a:pt x="0" y="7"/>
                    </a:moveTo>
                    <a:cubicBezTo>
                      <a:pt x="2" y="12"/>
                      <a:pt x="2" y="12"/>
                      <a:pt x="2" y="12"/>
                    </a:cubicBezTo>
                    <a:cubicBezTo>
                      <a:pt x="6" y="14"/>
                      <a:pt x="6" y="14"/>
                      <a:pt x="6" y="14"/>
                    </a:cubicBezTo>
                    <a:cubicBezTo>
                      <a:pt x="12" y="12"/>
                      <a:pt x="12" y="12"/>
                      <a:pt x="12" y="12"/>
                    </a:cubicBezTo>
                    <a:cubicBezTo>
                      <a:pt x="14" y="8"/>
                      <a:pt x="14" y="8"/>
                      <a:pt x="14" y="8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5"/>
                      <a:pt x="11" y="5"/>
                      <a:pt x="11" y="5"/>
                    </a:cubicBezTo>
                    <a:cubicBezTo>
                      <a:pt x="11" y="6"/>
                      <a:pt x="12" y="6"/>
                      <a:pt x="12" y="7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2" y="7"/>
                      <a:pt x="12" y="8"/>
                      <a:pt x="12" y="7"/>
                    </a:cubicBezTo>
                    <a:cubicBezTo>
                      <a:pt x="10" y="11"/>
                      <a:pt x="10" y="11"/>
                      <a:pt x="10" y="11"/>
                    </a:cubicBezTo>
                    <a:cubicBezTo>
                      <a:pt x="10" y="11"/>
                      <a:pt x="7" y="12"/>
                      <a:pt x="7" y="12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3" y="10"/>
                      <a:pt x="2" y="10"/>
                      <a:pt x="2" y="9"/>
                    </a:cubicBezTo>
                    <a:cubicBezTo>
                      <a:pt x="2" y="8"/>
                      <a:pt x="1" y="7"/>
                      <a:pt x="0" y="5"/>
                    </a:cubicBezTo>
                    <a:lnTo>
                      <a:pt x="0" y="7"/>
                    </a:lnTo>
                    <a:close/>
                    <a:moveTo>
                      <a:pt x="8" y="2"/>
                    </a:moveTo>
                    <a:cubicBezTo>
                      <a:pt x="8" y="2"/>
                      <a:pt x="8" y="1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2"/>
                      <a:pt x="6" y="2"/>
                      <a:pt x="6" y="3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8" y="2"/>
                      <a:pt x="8" y="3"/>
                      <a:pt x="8" y="3"/>
                    </a:cubicBezTo>
                    <a:cubicBezTo>
                      <a:pt x="8" y="2"/>
                      <a:pt x="8" y="2"/>
                      <a:pt x="8" y="2"/>
                    </a:cubicBezTo>
                  </a:path>
                </a:pathLst>
              </a:custGeom>
              <a:solidFill>
                <a:srgbClr val="585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185" name="Freeform 1000">
                <a:extLst>
                  <a:ext uri="{FF2B5EF4-FFF2-40B4-BE49-F238E27FC236}">
                    <a16:creationId xmlns:a16="http://schemas.microsoft.com/office/drawing/2014/main" id="{3EFF4113-31E7-416B-B10C-EED38B47783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113" y="1611"/>
                <a:ext cx="55" cy="56"/>
              </a:xfrm>
              <a:custGeom>
                <a:avLst/>
                <a:gdLst>
                  <a:gd name="T0" fmla="*/ 136 w 34"/>
                  <a:gd name="T1" fmla="*/ 77 h 35"/>
                  <a:gd name="T2" fmla="*/ 131 w 34"/>
                  <a:gd name="T3" fmla="*/ 94 h 35"/>
                  <a:gd name="T4" fmla="*/ 139 w 34"/>
                  <a:gd name="T5" fmla="*/ 94 h 35"/>
                  <a:gd name="T6" fmla="*/ 144 w 34"/>
                  <a:gd name="T7" fmla="*/ 82 h 35"/>
                  <a:gd name="T8" fmla="*/ 136 w 34"/>
                  <a:gd name="T9" fmla="*/ 77 h 35"/>
                  <a:gd name="T10" fmla="*/ 76 w 34"/>
                  <a:gd name="T11" fmla="*/ 8 h 35"/>
                  <a:gd name="T12" fmla="*/ 81 w 34"/>
                  <a:gd name="T13" fmla="*/ 8 h 35"/>
                  <a:gd name="T14" fmla="*/ 81 w 34"/>
                  <a:gd name="T15" fmla="*/ 5 h 35"/>
                  <a:gd name="T16" fmla="*/ 76 w 34"/>
                  <a:gd name="T17" fmla="*/ 5 h 35"/>
                  <a:gd name="T18" fmla="*/ 76 w 34"/>
                  <a:gd name="T19" fmla="*/ 8 h 35"/>
                  <a:gd name="T20" fmla="*/ 76 w 34"/>
                  <a:gd name="T21" fmla="*/ 8 h 35"/>
                  <a:gd name="T22" fmla="*/ 8 w 34"/>
                  <a:gd name="T23" fmla="*/ 67 h 35"/>
                  <a:gd name="T24" fmla="*/ 16 w 34"/>
                  <a:gd name="T25" fmla="*/ 35 h 35"/>
                  <a:gd name="T26" fmla="*/ 13 w 34"/>
                  <a:gd name="T27" fmla="*/ 34 h 35"/>
                  <a:gd name="T28" fmla="*/ 8 w 34"/>
                  <a:gd name="T29" fmla="*/ 34 h 35"/>
                  <a:gd name="T30" fmla="*/ 0 w 34"/>
                  <a:gd name="T31" fmla="*/ 61 h 35"/>
                  <a:gd name="T32" fmla="*/ 8 w 34"/>
                  <a:gd name="T33" fmla="*/ 69 h 35"/>
                  <a:gd name="T34" fmla="*/ 8 w 34"/>
                  <a:gd name="T35" fmla="*/ 67 h 35"/>
                  <a:gd name="T36" fmla="*/ 13 w 34"/>
                  <a:gd name="T37" fmla="*/ 90 h 35"/>
                  <a:gd name="T38" fmla="*/ 0 w 34"/>
                  <a:gd name="T39" fmla="*/ 86 h 35"/>
                  <a:gd name="T40" fmla="*/ 16 w 34"/>
                  <a:gd name="T41" fmla="*/ 115 h 35"/>
                  <a:gd name="T42" fmla="*/ 68 w 34"/>
                  <a:gd name="T43" fmla="*/ 138 h 35"/>
                  <a:gd name="T44" fmla="*/ 131 w 34"/>
                  <a:gd name="T45" fmla="*/ 115 h 35"/>
                  <a:gd name="T46" fmla="*/ 118 w 34"/>
                  <a:gd name="T47" fmla="*/ 110 h 35"/>
                  <a:gd name="T48" fmla="*/ 68 w 34"/>
                  <a:gd name="T49" fmla="*/ 131 h 35"/>
                  <a:gd name="T50" fmla="*/ 26 w 34"/>
                  <a:gd name="T51" fmla="*/ 110 h 35"/>
                  <a:gd name="T52" fmla="*/ 13 w 34"/>
                  <a:gd name="T53" fmla="*/ 90 h 35"/>
                  <a:gd name="T54" fmla="*/ 131 w 34"/>
                  <a:gd name="T55" fmla="*/ 46 h 35"/>
                  <a:gd name="T56" fmla="*/ 136 w 34"/>
                  <a:gd name="T57" fmla="*/ 35 h 35"/>
                  <a:gd name="T58" fmla="*/ 128 w 34"/>
                  <a:gd name="T59" fmla="*/ 21 h 35"/>
                  <a:gd name="T60" fmla="*/ 118 w 34"/>
                  <a:gd name="T61" fmla="*/ 29 h 35"/>
                  <a:gd name="T62" fmla="*/ 131 w 34"/>
                  <a:gd name="T63" fmla="*/ 46 h 35"/>
                  <a:gd name="T64" fmla="*/ 144 w 34"/>
                  <a:gd name="T65" fmla="*/ 56 h 35"/>
                  <a:gd name="T66" fmla="*/ 144 w 34"/>
                  <a:gd name="T67" fmla="*/ 56 h 35"/>
                  <a:gd name="T68" fmla="*/ 144 w 34"/>
                  <a:gd name="T69" fmla="*/ 56 h 35"/>
                  <a:gd name="T70" fmla="*/ 144 w 34"/>
                  <a:gd name="T71" fmla="*/ 56 h 35"/>
                  <a:gd name="T72" fmla="*/ 50 w 34"/>
                  <a:gd name="T73" fmla="*/ 13 h 35"/>
                  <a:gd name="T74" fmla="*/ 55 w 34"/>
                  <a:gd name="T75" fmla="*/ 0 h 35"/>
                  <a:gd name="T76" fmla="*/ 26 w 34"/>
                  <a:gd name="T77" fmla="*/ 16 h 35"/>
                  <a:gd name="T78" fmla="*/ 34 w 34"/>
                  <a:gd name="T79" fmla="*/ 21 h 35"/>
                  <a:gd name="T80" fmla="*/ 50 w 34"/>
                  <a:gd name="T81" fmla="*/ 13 h 35"/>
                  <a:gd name="T82" fmla="*/ 105 w 34"/>
                  <a:gd name="T83" fmla="*/ 16 h 35"/>
                  <a:gd name="T84" fmla="*/ 110 w 34"/>
                  <a:gd name="T85" fmla="*/ 8 h 35"/>
                  <a:gd name="T86" fmla="*/ 102 w 34"/>
                  <a:gd name="T87" fmla="*/ 5 h 35"/>
                  <a:gd name="T88" fmla="*/ 102 w 34"/>
                  <a:gd name="T89" fmla="*/ 16 h 35"/>
                  <a:gd name="T90" fmla="*/ 105 w 34"/>
                  <a:gd name="T91" fmla="*/ 16 h 35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34" h="35">
                    <a:moveTo>
                      <a:pt x="32" y="19"/>
                    </a:moveTo>
                    <a:cubicBezTo>
                      <a:pt x="32" y="20"/>
                      <a:pt x="31" y="21"/>
                      <a:pt x="31" y="23"/>
                    </a:cubicBezTo>
                    <a:cubicBezTo>
                      <a:pt x="32" y="23"/>
                      <a:pt x="32" y="23"/>
                      <a:pt x="33" y="23"/>
                    </a:cubicBezTo>
                    <a:cubicBezTo>
                      <a:pt x="34" y="22"/>
                      <a:pt x="34" y="21"/>
                      <a:pt x="34" y="20"/>
                    </a:cubicBezTo>
                    <a:cubicBezTo>
                      <a:pt x="33" y="19"/>
                      <a:pt x="33" y="19"/>
                      <a:pt x="32" y="19"/>
                    </a:cubicBezTo>
                    <a:moveTo>
                      <a:pt x="18" y="2"/>
                    </a:moveTo>
                    <a:cubicBezTo>
                      <a:pt x="18" y="2"/>
                      <a:pt x="19" y="2"/>
                      <a:pt x="19" y="2"/>
                    </a:cubicBezTo>
                    <a:cubicBezTo>
                      <a:pt x="19" y="2"/>
                      <a:pt x="19" y="1"/>
                      <a:pt x="19" y="1"/>
                    </a:cubicBezTo>
                    <a:cubicBezTo>
                      <a:pt x="19" y="1"/>
                      <a:pt x="18" y="1"/>
                      <a:pt x="18" y="1"/>
                    </a:cubicBezTo>
                    <a:cubicBezTo>
                      <a:pt x="18" y="1"/>
                      <a:pt x="18" y="2"/>
                      <a:pt x="18" y="2"/>
                    </a:cubicBezTo>
                    <a:cubicBezTo>
                      <a:pt x="18" y="2"/>
                      <a:pt x="18" y="2"/>
                      <a:pt x="18" y="2"/>
                    </a:cubicBezTo>
                    <a:moveTo>
                      <a:pt x="2" y="16"/>
                    </a:moveTo>
                    <a:cubicBezTo>
                      <a:pt x="2" y="13"/>
                      <a:pt x="3" y="11"/>
                      <a:pt x="4" y="9"/>
                    </a:cubicBezTo>
                    <a:cubicBezTo>
                      <a:pt x="4" y="9"/>
                      <a:pt x="3" y="8"/>
                      <a:pt x="3" y="8"/>
                    </a:cubicBezTo>
                    <a:cubicBezTo>
                      <a:pt x="3" y="8"/>
                      <a:pt x="2" y="8"/>
                      <a:pt x="2" y="8"/>
                    </a:cubicBezTo>
                    <a:cubicBezTo>
                      <a:pt x="1" y="10"/>
                      <a:pt x="0" y="12"/>
                      <a:pt x="0" y="15"/>
                    </a:cubicBezTo>
                    <a:cubicBezTo>
                      <a:pt x="0" y="16"/>
                      <a:pt x="1" y="16"/>
                      <a:pt x="2" y="17"/>
                    </a:cubicBezTo>
                    <a:cubicBezTo>
                      <a:pt x="2" y="17"/>
                      <a:pt x="2" y="16"/>
                      <a:pt x="2" y="16"/>
                    </a:cubicBezTo>
                    <a:moveTo>
                      <a:pt x="3" y="22"/>
                    </a:moveTo>
                    <a:cubicBezTo>
                      <a:pt x="2" y="22"/>
                      <a:pt x="1" y="22"/>
                      <a:pt x="0" y="21"/>
                    </a:cubicBezTo>
                    <a:cubicBezTo>
                      <a:pt x="1" y="24"/>
                      <a:pt x="2" y="26"/>
                      <a:pt x="4" y="28"/>
                    </a:cubicBezTo>
                    <a:cubicBezTo>
                      <a:pt x="7" y="32"/>
                      <a:pt x="11" y="34"/>
                      <a:pt x="16" y="34"/>
                    </a:cubicBezTo>
                    <a:cubicBezTo>
                      <a:pt x="22" y="35"/>
                      <a:pt x="27" y="32"/>
                      <a:pt x="31" y="28"/>
                    </a:cubicBezTo>
                    <a:cubicBezTo>
                      <a:pt x="30" y="27"/>
                      <a:pt x="29" y="27"/>
                      <a:pt x="28" y="27"/>
                    </a:cubicBezTo>
                    <a:cubicBezTo>
                      <a:pt x="25" y="30"/>
                      <a:pt x="21" y="32"/>
                      <a:pt x="16" y="32"/>
                    </a:cubicBezTo>
                    <a:cubicBezTo>
                      <a:pt x="12" y="32"/>
                      <a:pt x="8" y="30"/>
                      <a:pt x="6" y="27"/>
                    </a:cubicBezTo>
                    <a:cubicBezTo>
                      <a:pt x="4" y="26"/>
                      <a:pt x="4" y="24"/>
                      <a:pt x="3" y="22"/>
                    </a:cubicBezTo>
                    <a:moveTo>
                      <a:pt x="31" y="11"/>
                    </a:moveTo>
                    <a:cubicBezTo>
                      <a:pt x="31" y="10"/>
                      <a:pt x="32" y="10"/>
                      <a:pt x="32" y="9"/>
                    </a:cubicBezTo>
                    <a:cubicBezTo>
                      <a:pt x="32" y="8"/>
                      <a:pt x="31" y="7"/>
                      <a:pt x="30" y="5"/>
                    </a:cubicBezTo>
                    <a:cubicBezTo>
                      <a:pt x="29" y="6"/>
                      <a:pt x="29" y="6"/>
                      <a:pt x="28" y="7"/>
                    </a:cubicBezTo>
                    <a:cubicBezTo>
                      <a:pt x="29" y="8"/>
                      <a:pt x="30" y="9"/>
                      <a:pt x="31" y="11"/>
                    </a:cubicBezTo>
                    <a:moveTo>
                      <a:pt x="34" y="14"/>
                    </a:moveTo>
                    <a:cubicBezTo>
                      <a:pt x="34" y="14"/>
                      <a:pt x="34" y="14"/>
                      <a:pt x="34" y="14"/>
                    </a:cubicBezTo>
                    <a:cubicBezTo>
                      <a:pt x="34" y="14"/>
                      <a:pt x="34" y="14"/>
                      <a:pt x="34" y="14"/>
                    </a:cubicBezTo>
                    <a:cubicBezTo>
                      <a:pt x="34" y="14"/>
                      <a:pt x="34" y="14"/>
                      <a:pt x="34" y="14"/>
                    </a:cubicBezTo>
                    <a:moveTo>
                      <a:pt x="12" y="3"/>
                    </a:moveTo>
                    <a:cubicBezTo>
                      <a:pt x="12" y="2"/>
                      <a:pt x="13" y="1"/>
                      <a:pt x="13" y="0"/>
                    </a:cubicBezTo>
                    <a:cubicBezTo>
                      <a:pt x="10" y="1"/>
                      <a:pt x="8" y="2"/>
                      <a:pt x="6" y="4"/>
                    </a:cubicBezTo>
                    <a:cubicBezTo>
                      <a:pt x="6" y="4"/>
                      <a:pt x="7" y="5"/>
                      <a:pt x="8" y="5"/>
                    </a:cubicBezTo>
                    <a:cubicBezTo>
                      <a:pt x="9" y="4"/>
                      <a:pt x="11" y="3"/>
                      <a:pt x="12" y="3"/>
                    </a:cubicBezTo>
                    <a:moveTo>
                      <a:pt x="25" y="4"/>
                    </a:moveTo>
                    <a:cubicBezTo>
                      <a:pt x="25" y="4"/>
                      <a:pt x="26" y="3"/>
                      <a:pt x="26" y="2"/>
                    </a:cubicBezTo>
                    <a:cubicBezTo>
                      <a:pt x="25" y="2"/>
                      <a:pt x="25" y="1"/>
                      <a:pt x="24" y="1"/>
                    </a:cubicBezTo>
                    <a:cubicBezTo>
                      <a:pt x="24" y="2"/>
                      <a:pt x="24" y="3"/>
                      <a:pt x="24" y="4"/>
                    </a:cubicBezTo>
                    <a:cubicBezTo>
                      <a:pt x="24" y="4"/>
                      <a:pt x="24" y="4"/>
                      <a:pt x="25" y="4"/>
                    </a:cubicBezTo>
                  </a:path>
                </a:pathLst>
              </a:custGeom>
              <a:solidFill>
                <a:srgbClr val="585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186" name="Freeform 1001">
                <a:extLst>
                  <a:ext uri="{FF2B5EF4-FFF2-40B4-BE49-F238E27FC236}">
                    <a16:creationId xmlns:a16="http://schemas.microsoft.com/office/drawing/2014/main" id="{682AE9E7-1367-4121-A656-E524CD2C73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8" y="2568"/>
                <a:ext cx="68" cy="45"/>
              </a:xfrm>
              <a:custGeom>
                <a:avLst/>
                <a:gdLst>
                  <a:gd name="T0" fmla="*/ 0 w 42"/>
                  <a:gd name="T1" fmla="*/ 116 h 28"/>
                  <a:gd name="T2" fmla="*/ 39 w 42"/>
                  <a:gd name="T3" fmla="*/ 95 h 28"/>
                  <a:gd name="T4" fmla="*/ 115 w 42"/>
                  <a:gd name="T5" fmla="*/ 63 h 28"/>
                  <a:gd name="T6" fmla="*/ 178 w 42"/>
                  <a:gd name="T7" fmla="*/ 0 h 2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2" h="28">
                    <a:moveTo>
                      <a:pt x="0" y="28"/>
                    </a:moveTo>
                    <a:cubicBezTo>
                      <a:pt x="2" y="26"/>
                      <a:pt x="6" y="25"/>
                      <a:pt x="9" y="23"/>
                    </a:cubicBezTo>
                    <a:cubicBezTo>
                      <a:pt x="14" y="21"/>
                      <a:pt x="21" y="19"/>
                      <a:pt x="27" y="15"/>
                    </a:cubicBezTo>
                    <a:cubicBezTo>
                      <a:pt x="31" y="12"/>
                      <a:pt x="38" y="2"/>
                      <a:pt x="42" y="0"/>
                    </a:cubicBezTo>
                  </a:path>
                </a:pathLst>
              </a:custGeom>
              <a:noFill/>
              <a:ln w="4763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187" name="Freeform 1002">
                <a:extLst>
                  <a:ext uri="{FF2B5EF4-FFF2-40B4-BE49-F238E27FC236}">
                    <a16:creationId xmlns:a16="http://schemas.microsoft.com/office/drawing/2014/main" id="{05E48084-EB9D-4401-98FD-512EA198A8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1" y="2579"/>
                <a:ext cx="52" cy="47"/>
              </a:xfrm>
              <a:custGeom>
                <a:avLst/>
                <a:gdLst>
                  <a:gd name="T0" fmla="*/ 138 w 32"/>
                  <a:gd name="T1" fmla="*/ 0 h 29"/>
                  <a:gd name="T2" fmla="*/ 89 w 32"/>
                  <a:gd name="T3" fmla="*/ 73 h 29"/>
                  <a:gd name="T4" fmla="*/ 0 w 32"/>
                  <a:gd name="T5" fmla="*/ 123 h 2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2" h="29">
                    <a:moveTo>
                      <a:pt x="32" y="0"/>
                    </a:moveTo>
                    <a:cubicBezTo>
                      <a:pt x="28" y="5"/>
                      <a:pt x="21" y="15"/>
                      <a:pt x="21" y="17"/>
                    </a:cubicBezTo>
                    <a:cubicBezTo>
                      <a:pt x="15" y="20"/>
                      <a:pt x="10" y="20"/>
                      <a:pt x="0" y="29"/>
                    </a:cubicBezTo>
                  </a:path>
                </a:pathLst>
              </a:custGeom>
              <a:noFill/>
              <a:ln w="4763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188" name="Freeform 1003">
                <a:extLst>
                  <a:ext uri="{FF2B5EF4-FFF2-40B4-BE49-F238E27FC236}">
                    <a16:creationId xmlns:a16="http://schemas.microsoft.com/office/drawing/2014/main" id="{BDD36D7E-1219-4391-8176-F2723F2AE0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1" y="2514"/>
                <a:ext cx="70" cy="86"/>
              </a:xfrm>
              <a:custGeom>
                <a:avLst/>
                <a:gdLst>
                  <a:gd name="T0" fmla="*/ 164 w 43"/>
                  <a:gd name="T1" fmla="*/ 177 h 53"/>
                  <a:gd name="T2" fmla="*/ 186 w 43"/>
                  <a:gd name="T3" fmla="*/ 89 h 53"/>
                  <a:gd name="T4" fmla="*/ 125 w 43"/>
                  <a:gd name="T5" fmla="*/ 0 h 53"/>
                  <a:gd name="T6" fmla="*/ 96 w 43"/>
                  <a:gd name="T7" fmla="*/ 42 h 53"/>
                  <a:gd name="T8" fmla="*/ 77 w 43"/>
                  <a:gd name="T9" fmla="*/ 164 h 53"/>
                  <a:gd name="T10" fmla="*/ 0 w 43"/>
                  <a:gd name="T11" fmla="*/ 221 h 5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3" h="53">
                    <a:moveTo>
                      <a:pt x="38" y="41"/>
                    </a:moveTo>
                    <a:cubicBezTo>
                      <a:pt x="38" y="34"/>
                      <a:pt x="42" y="28"/>
                      <a:pt x="43" y="21"/>
                    </a:cubicBezTo>
                    <a:cubicBezTo>
                      <a:pt x="43" y="14"/>
                      <a:pt x="36" y="5"/>
                      <a:pt x="29" y="0"/>
                    </a:cubicBezTo>
                    <a:cubicBezTo>
                      <a:pt x="23" y="0"/>
                      <a:pt x="22" y="6"/>
                      <a:pt x="22" y="10"/>
                    </a:cubicBezTo>
                    <a:cubicBezTo>
                      <a:pt x="21" y="15"/>
                      <a:pt x="20" y="32"/>
                      <a:pt x="18" y="38"/>
                    </a:cubicBezTo>
                    <a:cubicBezTo>
                      <a:pt x="17" y="44"/>
                      <a:pt x="10" y="53"/>
                      <a:pt x="0" y="52"/>
                    </a:cubicBezTo>
                  </a:path>
                </a:pathLst>
              </a:custGeom>
              <a:noFill/>
              <a:ln w="4763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189" name="Freeform 1004">
                <a:extLst>
                  <a:ext uri="{FF2B5EF4-FFF2-40B4-BE49-F238E27FC236}">
                    <a16:creationId xmlns:a16="http://schemas.microsoft.com/office/drawing/2014/main" id="{F15D0377-B27B-4883-BCAE-A5ACFD8471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8" y="2642"/>
                <a:ext cx="23" cy="8"/>
              </a:xfrm>
              <a:custGeom>
                <a:avLst/>
                <a:gdLst>
                  <a:gd name="T0" fmla="*/ 62 w 14"/>
                  <a:gd name="T1" fmla="*/ 13 h 5"/>
                  <a:gd name="T2" fmla="*/ 0 w 14"/>
                  <a:gd name="T3" fmla="*/ 21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5">
                    <a:moveTo>
                      <a:pt x="14" y="3"/>
                    </a:moveTo>
                    <a:cubicBezTo>
                      <a:pt x="12" y="0"/>
                      <a:pt x="5" y="1"/>
                      <a:pt x="0" y="5"/>
                    </a:cubicBezTo>
                  </a:path>
                </a:pathLst>
              </a:custGeom>
              <a:noFill/>
              <a:ln w="158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190" name="Freeform 1005">
                <a:extLst>
                  <a:ext uri="{FF2B5EF4-FFF2-40B4-BE49-F238E27FC236}">
                    <a16:creationId xmlns:a16="http://schemas.microsoft.com/office/drawing/2014/main" id="{BB56E971-3920-4005-8932-E946DDDF6D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3" y="2603"/>
                <a:ext cx="10" cy="12"/>
              </a:xfrm>
              <a:custGeom>
                <a:avLst/>
                <a:gdLst>
                  <a:gd name="T0" fmla="*/ 28 w 6"/>
                  <a:gd name="T1" fmla="*/ 36 h 7"/>
                  <a:gd name="T2" fmla="*/ 0 w 6"/>
                  <a:gd name="T3" fmla="*/ 9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7">
                    <a:moveTo>
                      <a:pt x="6" y="7"/>
                    </a:moveTo>
                    <a:cubicBezTo>
                      <a:pt x="3" y="4"/>
                      <a:pt x="2" y="0"/>
                      <a:pt x="0" y="2"/>
                    </a:cubicBezTo>
                  </a:path>
                </a:pathLst>
              </a:custGeom>
              <a:noFill/>
              <a:ln w="158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191" name="Freeform 1006">
                <a:extLst>
                  <a:ext uri="{FF2B5EF4-FFF2-40B4-BE49-F238E27FC236}">
                    <a16:creationId xmlns:a16="http://schemas.microsoft.com/office/drawing/2014/main" id="{886204AA-67E3-43AF-B14F-8B0E17D6E6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4" y="2574"/>
                <a:ext cx="9" cy="5"/>
              </a:xfrm>
              <a:custGeom>
                <a:avLst/>
                <a:gdLst>
                  <a:gd name="T0" fmla="*/ 29 w 5"/>
                  <a:gd name="T1" fmla="*/ 8 h 3"/>
                  <a:gd name="T2" fmla="*/ 0 w 5"/>
                  <a:gd name="T3" fmla="*/ 13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3">
                    <a:moveTo>
                      <a:pt x="5" y="2"/>
                    </a:moveTo>
                    <a:cubicBezTo>
                      <a:pt x="3" y="1"/>
                      <a:pt x="2" y="0"/>
                      <a:pt x="0" y="3"/>
                    </a:cubicBezTo>
                  </a:path>
                </a:pathLst>
              </a:custGeom>
              <a:noFill/>
              <a:ln w="158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192" name="Freeform 1007">
                <a:extLst>
                  <a:ext uri="{FF2B5EF4-FFF2-40B4-BE49-F238E27FC236}">
                    <a16:creationId xmlns:a16="http://schemas.microsoft.com/office/drawing/2014/main" id="{4ED78F08-C01E-48E6-A450-0CA6F07F69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9" y="2505"/>
                <a:ext cx="6" cy="16"/>
              </a:xfrm>
              <a:custGeom>
                <a:avLst/>
                <a:gdLst>
                  <a:gd name="T0" fmla="*/ 14 w 4"/>
                  <a:gd name="T1" fmla="*/ 0 h 10"/>
                  <a:gd name="T2" fmla="*/ 0 w 4"/>
                  <a:gd name="T3" fmla="*/ 42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0">
                    <a:moveTo>
                      <a:pt x="4" y="0"/>
                    </a:moveTo>
                    <a:cubicBezTo>
                      <a:pt x="3" y="3"/>
                      <a:pt x="0" y="5"/>
                      <a:pt x="0" y="10"/>
                    </a:cubicBezTo>
                  </a:path>
                </a:pathLst>
              </a:custGeom>
              <a:noFill/>
              <a:ln w="4763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193" name="Freeform 1008">
                <a:extLst>
                  <a:ext uri="{FF2B5EF4-FFF2-40B4-BE49-F238E27FC236}">
                    <a16:creationId xmlns:a16="http://schemas.microsoft.com/office/drawing/2014/main" id="{97594CA2-120D-4E9E-ACAC-6E46D6DFF6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8" y="2511"/>
                <a:ext cx="12" cy="3"/>
              </a:xfrm>
              <a:custGeom>
                <a:avLst/>
                <a:gdLst>
                  <a:gd name="T0" fmla="*/ 36 w 7"/>
                  <a:gd name="T1" fmla="*/ 8 h 2"/>
                  <a:gd name="T2" fmla="*/ 0 w 7"/>
                  <a:gd name="T3" fmla="*/ 8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2">
                    <a:moveTo>
                      <a:pt x="7" y="2"/>
                    </a:moveTo>
                    <a:cubicBezTo>
                      <a:pt x="5" y="0"/>
                      <a:pt x="3" y="0"/>
                      <a:pt x="0" y="2"/>
                    </a:cubicBezTo>
                  </a:path>
                </a:pathLst>
              </a:custGeom>
              <a:noFill/>
              <a:ln w="158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194" name="Freeform 1009">
                <a:extLst>
                  <a:ext uri="{FF2B5EF4-FFF2-40B4-BE49-F238E27FC236}">
                    <a16:creationId xmlns:a16="http://schemas.microsoft.com/office/drawing/2014/main" id="{79EDABA6-1DC3-487B-A658-BF9D4D7C6C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5" y="2539"/>
                <a:ext cx="8" cy="4"/>
              </a:xfrm>
              <a:custGeom>
                <a:avLst/>
                <a:gdLst>
                  <a:gd name="T0" fmla="*/ 21 w 5"/>
                  <a:gd name="T1" fmla="*/ 0 h 3"/>
                  <a:gd name="T2" fmla="*/ 0 w 5"/>
                  <a:gd name="T3" fmla="*/ 7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3">
                    <a:moveTo>
                      <a:pt x="5" y="0"/>
                    </a:moveTo>
                    <a:cubicBezTo>
                      <a:pt x="3" y="0"/>
                      <a:pt x="1" y="1"/>
                      <a:pt x="0" y="3"/>
                    </a:cubicBezTo>
                  </a:path>
                </a:pathLst>
              </a:custGeom>
              <a:noFill/>
              <a:ln w="158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195" name="Freeform 1010">
                <a:extLst>
                  <a:ext uri="{FF2B5EF4-FFF2-40B4-BE49-F238E27FC236}">
                    <a16:creationId xmlns:a16="http://schemas.microsoft.com/office/drawing/2014/main" id="{01889902-1106-43BA-A4ED-9F4F2BD035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9" y="2535"/>
                <a:ext cx="35" cy="44"/>
              </a:xfrm>
              <a:custGeom>
                <a:avLst/>
                <a:gdLst>
                  <a:gd name="T0" fmla="*/ 89 w 22"/>
                  <a:gd name="T1" fmla="*/ 0 h 27"/>
                  <a:gd name="T2" fmla="*/ 48 w 22"/>
                  <a:gd name="T3" fmla="*/ 90 h 27"/>
                  <a:gd name="T4" fmla="*/ 0 w 22"/>
                  <a:gd name="T5" fmla="*/ 117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27">
                    <a:moveTo>
                      <a:pt x="22" y="0"/>
                    </a:moveTo>
                    <a:cubicBezTo>
                      <a:pt x="21" y="9"/>
                      <a:pt x="15" y="14"/>
                      <a:pt x="12" y="21"/>
                    </a:cubicBezTo>
                    <a:cubicBezTo>
                      <a:pt x="10" y="27"/>
                      <a:pt x="3" y="24"/>
                      <a:pt x="0" y="27"/>
                    </a:cubicBezTo>
                  </a:path>
                </a:pathLst>
              </a:custGeom>
              <a:noFill/>
              <a:ln w="4763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196" name="Freeform 1011">
                <a:extLst>
                  <a:ext uri="{FF2B5EF4-FFF2-40B4-BE49-F238E27FC236}">
                    <a16:creationId xmlns:a16="http://schemas.microsoft.com/office/drawing/2014/main" id="{2951EB14-DBD4-406D-A194-E637236FC1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2" y="2524"/>
                <a:ext cx="26" cy="40"/>
              </a:xfrm>
              <a:custGeom>
                <a:avLst/>
                <a:gdLst>
                  <a:gd name="T0" fmla="*/ 68 w 16"/>
                  <a:gd name="T1" fmla="*/ 0 h 25"/>
                  <a:gd name="T2" fmla="*/ 29 w 16"/>
                  <a:gd name="T3" fmla="*/ 90 h 25"/>
                  <a:gd name="T4" fmla="*/ 0 w 16"/>
                  <a:gd name="T5" fmla="*/ 102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25">
                    <a:moveTo>
                      <a:pt x="16" y="0"/>
                    </a:moveTo>
                    <a:cubicBezTo>
                      <a:pt x="14" y="6"/>
                      <a:pt x="10" y="20"/>
                      <a:pt x="7" y="22"/>
                    </a:cubicBezTo>
                    <a:cubicBezTo>
                      <a:pt x="4" y="23"/>
                      <a:pt x="2" y="21"/>
                      <a:pt x="0" y="25"/>
                    </a:cubicBezTo>
                  </a:path>
                </a:pathLst>
              </a:custGeom>
              <a:noFill/>
              <a:ln w="4763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197" name="Freeform 1012">
                <a:extLst>
                  <a:ext uri="{FF2B5EF4-FFF2-40B4-BE49-F238E27FC236}">
                    <a16:creationId xmlns:a16="http://schemas.microsoft.com/office/drawing/2014/main" id="{EEA5995B-11BA-4686-98F7-0B53365F59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8" y="1123"/>
                <a:ext cx="926" cy="2933"/>
              </a:xfrm>
              <a:custGeom>
                <a:avLst/>
                <a:gdLst>
                  <a:gd name="T0" fmla="*/ 1643 w 572"/>
                  <a:gd name="T1" fmla="*/ 362 h 1817"/>
                  <a:gd name="T2" fmla="*/ 1850 w 572"/>
                  <a:gd name="T3" fmla="*/ 412 h 1817"/>
                  <a:gd name="T4" fmla="*/ 2092 w 572"/>
                  <a:gd name="T5" fmla="*/ 563 h 1817"/>
                  <a:gd name="T6" fmla="*/ 2244 w 572"/>
                  <a:gd name="T7" fmla="*/ 1185 h 1817"/>
                  <a:gd name="T8" fmla="*/ 2278 w 572"/>
                  <a:gd name="T9" fmla="*/ 2006 h 1817"/>
                  <a:gd name="T10" fmla="*/ 2346 w 572"/>
                  <a:gd name="T11" fmla="*/ 2965 h 1817"/>
                  <a:gd name="T12" fmla="*/ 2419 w 572"/>
                  <a:gd name="T13" fmla="*/ 3658 h 1817"/>
                  <a:gd name="T14" fmla="*/ 2380 w 572"/>
                  <a:gd name="T15" fmla="*/ 3789 h 1817"/>
                  <a:gd name="T16" fmla="*/ 2198 w 572"/>
                  <a:gd name="T17" fmla="*/ 3953 h 1817"/>
                  <a:gd name="T18" fmla="*/ 2130 w 572"/>
                  <a:gd name="T19" fmla="*/ 3916 h 1817"/>
                  <a:gd name="T20" fmla="*/ 2096 w 572"/>
                  <a:gd name="T21" fmla="*/ 3877 h 1817"/>
                  <a:gd name="T22" fmla="*/ 2113 w 572"/>
                  <a:gd name="T23" fmla="*/ 3692 h 1817"/>
                  <a:gd name="T24" fmla="*/ 2155 w 572"/>
                  <a:gd name="T25" fmla="*/ 3348 h 1817"/>
                  <a:gd name="T26" fmla="*/ 1977 w 572"/>
                  <a:gd name="T27" fmla="*/ 2048 h 1817"/>
                  <a:gd name="T28" fmla="*/ 1888 w 572"/>
                  <a:gd name="T29" fmla="*/ 1553 h 1817"/>
                  <a:gd name="T30" fmla="*/ 1952 w 572"/>
                  <a:gd name="T31" fmla="*/ 2402 h 1817"/>
                  <a:gd name="T32" fmla="*/ 2105 w 572"/>
                  <a:gd name="T33" fmla="*/ 3593 h 1817"/>
                  <a:gd name="T34" fmla="*/ 1821 w 572"/>
                  <a:gd name="T35" fmla="*/ 4943 h 1817"/>
                  <a:gd name="T36" fmla="*/ 1714 w 572"/>
                  <a:gd name="T37" fmla="*/ 6271 h 1817"/>
                  <a:gd name="T38" fmla="*/ 1557 w 572"/>
                  <a:gd name="T39" fmla="*/ 7122 h 1817"/>
                  <a:gd name="T40" fmla="*/ 1706 w 572"/>
                  <a:gd name="T41" fmla="*/ 7466 h 1817"/>
                  <a:gd name="T42" fmla="*/ 1664 w 572"/>
                  <a:gd name="T43" fmla="*/ 7593 h 1817"/>
                  <a:gd name="T44" fmla="*/ 1447 w 572"/>
                  <a:gd name="T45" fmla="*/ 7603 h 1817"/>
                  <a:gd name="T46" fmla="*/ 1248 w 572"/>
                  <a:gd name="T47" fmla="*/ 7462 h 1817"/>
                  <a:gd name="T48" fmla="*/ 1234 w 572"/>
                  <a:gd name="T49" fmla="*/ 7204 h 1817"/>
                  <a:gd name="T50" fmla="*/ 1263 w 572"/>
                  <a:gd name="T51" fmla="*/ 6957 h 1817"/>
                  <a:gd name="T52" fmla="*/ 1255 w 572"/>
                  <a:gd name="T53" fmla="*/ 5545 h 1817"/>
                  <a:gd name="T54" fmla="*/ 1261 w 572"/>
                  <a:gd name="T55" fmla="*/ 4752 h 1817"/>
                  <a:gd name="T56" fmla="*/ 1261 w 572"/>
                  <a:gd name="T57" fmla="*/ 3601 h 1817"/>
                  <a:gd name="T58" fmla="*/ 1214 w 572"/>
                  <a:gd name="T59" fmla="*/ 3603 h 1817"/>
                  <a:gd name="T60" fmla="*/ 1172 w 572"/>
                  <a:gd name="T61" fmla="*/ 3601 h 1817"/>
                  <a:gd name="T62" fmla="*/ 1198 w 572"/>
                  <a:gd name="T63" fmla="*/ 4102 h 1817"/>
                  <a:gd name="T64" fmla="*/ 1159 w 572"/>
                  <a:gd name="T65" fmla="*/ 5157 h 1817"/>
                  <a:gd name="T66" fmla="*/ 1111 w 572"/>
                  <a:gd name="T67" fmla="*/ 6657 h 1817"/>
                  <a:gd name="T68" fmla="*/ 1174 w 572"/>
                  <a:gd name="T69" fmla="*/ 7109 h 1817"/>
                  <a:gd name="T70" fmla="*/ 1200 w 572"/>
                  <a:gd name="T71" fmla="*/ 7343 h 1817"/>
                  <a:gd name="T72" fmla="*/ 1138 w 572"/>
                  <a:gd name="T73" fmla="*/ 7595 h 1817"/>
                  <a:gd name="T74" fmla="*/ 864 w 572"/>
                  <a:gd name="T75" fmla="*/ 7614 h 1817"/>
                  <a:gd name="T76" fmla="*/ 720 w 572"/>
                  <a:gd name="T77" fmla="*/ 7533 h 1817"/>
                  <a:gd name="T78" fmla="*/ 843 w 572"/>
                  <a:gd name="T79" fmla="*/ 7272 h 1817"/>
                  <a:gd name="T80" fmla="*/ 852 w 572"/>
                  <a:gd name="T81" fmla="*/ 6856 h 1817"/>
                  <a:gd name="T82" fmla="*/ 699 w 572"/>
                  <a:gd name="T83" fmla="*/ 5316 h 1817"/>
                  <a:gd name="T84" fmla="*/ 453 w 572"/>
                  <a:gd name="T85" fmla="*/ 4247 h 1817"/>
                  <a:gd name="T86" fmla="*/ 364 w 572"/>
                  <a:gd name="T87" fmla="*/ 2868 h 1817"/>
                  <a:gd name="T88" fmla="*/ 539 w 572"/>
                  <a:gd name="T89" fmla="*/ 2053 h 1817"/>
                  <a:gd name="T90" fmla="*/ 539 w 572"/>
                  <a:gd name="T91" fmla="*/ 1569 h 1817"/>
                  <a:gd name="T92" fmla="*/ 382 w 572"/>
                  <a:gd name="T93" fmla="*/ 2644 h 1817"/>
                  <a:gd name="T94" fmla="*/ 296 w 572"/>
                  <a:gd name="T95" fmla="*/ 3471 h 1817"/>
                  <a:gd name="T96" fmla="*/ 322 w 572"/>
                  <a:gd name="T97" fmla="*/ 3843 h 1817"/>
                  <a:gd name="T98" fmla="*/ 335 w 572"/>
                  <a:gd name="T99" fmla="*/ 3908 h 1817"/>
                  <a:gd name="T100" fmla="*/ 330 w 572"/>
                  <a:gd name="T101" fmla="*/ 3984 h 1817"/>
                  <a:gd name="T102" fmla="*/ 105 w 572"/>
                  <a:gd name="T103" fmla="*/ 3882 h 1817"/>
                  <a:gd name="T104" fmla="*/ 29 w 572"/>
                  <a:gd name="T105" fmla="*/ 3724 h 1817"/>
                  <a:gd name="T106" fmla="*/ 60 w 572"/>
                  <a:gd name="T107" fmla="*/ 3429 h 1817"/>
                  <a:gd name="T108" fmla="*/ 76 w 572"/>
                  <a:gd name="T109" fmla="*/ 2644 h 1817"/>
                  <a:gd name="T110" fmla="*/ 183 w 572"/>
                  <a:gd name="T111" fmla="*/ 1685 h 1817"/>
                  <a:gd name="T112" fmla="*/ 225 w 572"/>
                  <a:gd name="T113" fmla="*/ 862 h 1817"/>
                  <a:gd name="T114" fmla="*/ 508 w 572"/>
                  <a:gd name="T115" fmla="*/ 441 h 1817"/>
                  <a:gd name="T116" fmla="*/ 649 w 572"/>
                  <a:gd name="T117" fmla="*/ 391 h 1817"/>
                  <a:gd name="T118" fmla="*/ 962 w 572"/>
                  <a:gd name="T119" fmla="*/ 0 h 1817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0" t="0" r="r" b="b"/>
                <a:pathLst>
                  <a:path w="572" h="1817">
                    <a:moveTo>
                      <a:pt x="345" y="0"/>
                    </a:moveTo>
                    <a:cubicBezTo>
                      <a:pt x="345" y="77"/>
                      <a:pt x="366" y="79"/>
                      <a:pt x="387" y="86"/>
                    </a:cubicBezTo>
                    <a:cubicBezTo>
                      <a:pt x="397" y="89"/>
                      <a:pt x="407" y="91"/>
                      <a:pt x="419" y="93"/>
                    </a:cubicBezTo>
                    <a:cubicBezTo>
                      <a:pt x="425" y="94"/>
                      <a:pt x="430" y="97"/>
                      <a:pt x="436" y="98"/>
                    </a:cubicBezTo>
                    <a:cubicBezTo>
                      <a:pt x="440" y="99"/>
                      <a:pt x="446" y="103"/>
                      <a:pt x="450" y="104"/>
                    </a:cubicBezTo>
                    <a:cubicBezTo>
                      <a:pt x="466" y="110"/>
                      <a:pt x="482" y="122"/>
                      <a:pt x="493" y="134"/>
                    </a:cubicBezTo>
                    <a:cubicBezTo>
                      <a:pt x="504" y="146"/>
                      <a:pt x="515" y="179"/>
                      <a:pt x="519" y="205"/>
                    </a:cubicBezTo>
                    <a:cubicBezTo>
                      <a:pt x="523" y="232"/>
                      <a:pt x="527" y="262"/>
                      <a:pt x="529" y="282"/>
                    </a:cubicBezTo>
                    <a:cubicBezTo>
                      <a:pt x="531" y="316"/>
                      <a:pt x="529" y="366"/>
                      <a:pt x="529" y="401"/>
                    </a:cubicBezTo>
                    <a:cubicBezTo>
                      <a:pt x="529" y="437"/>
                      <a:pt x="534" y="461"/>
                      <a:pt x="537" y="477"/>
                    </a:cubicBezTo>
                    <a:cubicBezTo>
                      <a:pt x="541" y="494"/>
                      <a:pt x="555" y="539"/>
                      <a:pt x="555" y="629"/>
                    </a:cubicBezTo>
                    <a:cubicBezTo>
                      <a:pt x="554" y="644"/>
                      <a:pt x="555" y="681"/>
                      <a:pt x="553" y="705"/>
                    </a:cubicBezTo>
                    <a:cubicBezTo>
                      <a:pt x="551" y="735"/>
                      <a:pt x="555" y="800"/>
                      <a:pt x="559" y="815"/>
                    </a:cubicBezTo>
                    <a:cubicBezTo>
                      <a:pt x="564" y="834"/>
                      <a:pt x="568" y="865"/>
                      <a:pt x="570" y="870"/>
                    </a:cubicBezTo>
                    <a:cubicBezTo>
                      <a:pt x="572" y="874"/>
                      <a:pt x="568" y="880"/>
                      <a:pt x="566" y="885"/>
                    </a:cubicBezTo>
                    <a:cubicBezTo>
                      <a:pt x="563" y="890"/>
                      <a:pt x="564" y="894"/>
                      <a:pt x="561" y="901"/>
                    </a:cubicBezTo>
                    <a:cubicBezTo>
                      <a:pt x="558" y="906"/>
                      <a:pt x="551" y="917"/>
                      <a:pt x="547" y="923"/>
                    </a:cubicBezTo>
                    <a:cubicBezTo>
                      <a:pt x="544" y="929"/>
                      <a:pt x="530" y="936"/>
                      <a:pt x="518" y="940"/>
                    </a:cubicBezTo>
                    <a:cubicBezTo>
                      <a:pt x="510" y="943"/>
                      <a:pt x="496" y="951"/>
                      <a:pt x="494" y="947"/>
                    </a:cubicBezTo>
                    <a:cubicBezTo>
                      <a:pt x="491" y="940"/>
                      <a:pt x="497" y="935"/>
                      <a:pt x="502" y="931"/>
                    </a:cubicBezTo>
                    <a:cubicBezTo>
                      <a:pt x="506" y="929"/>
                      <a:pt x="496" y="936"/>
                      <a:pt x="493" y="929"/>
                    </a:cubicBezTo>
                    <a:cubicBezTo>
                      <a:pt x="493" y="927"/>
                      <a:pt x="493" y="926"/>
                      <a:pt x="494" y="922"/>
                    </a:cubicBezTo>
                    <a:cubicBezTo>
                      <a:pt x="493" y="917"/>
                      <a:pt x="494" y="917"/>
                      <a:pt x="497" y="914"/>
                    </a:cubicBezTo>
                    <a:cubicBezTo>
                      <a:pt x="492" y="912"/>
                      <a:pt x="496" y="889"/>
                      <a:pt x="498" y="878"/>
                    </a:cubicBezTo>
                    <a:cubicBezTo>
                      <a:pt x="497" y="870"/>
                      <a:pt x="496" y="843"/>
                      <a:pt x="502" y="825"/>
                    </a:cubicBezTo>
                    <a:cubicBezTo>
                      <a:pt x="506" y="814"/>
                      <a:pt x="508" y="803"/>
                      <a:pt x="508" y="796"/>
                    </a:cubicBezTo>
                    <a:cubicBezTo>
                      <a:pt x="511" y="779"/>
                      <a:pt x="493" y="662"/>
                      <a:pt x="482" y="629"/>
                    </a:cubicBezTo>
                    <a:cubicBezTo>
                      <a:pt x="461" y="559"/>
                      <a:pt x="468" y="499"/>
                      <a:pt x="466" y="487"/>
                    </a:cubicBezTo>
                    <a:cubicBezTo>
                      <a:pt x="463" y="474"/>
                      <a:pt x="449" y="409"/>
                      <a:pt x="445" y="380"/>
                    </a:cubicBezTo>
                    <a:cubicBezTo>
                      <a:pt x="445" y="369"/>
                      <a:pt x="445" y="369"/>
                      <a:pt x="445" y="369"/>
                    </a:cubicBezTo>
                    <a:cubicBezTo>
                      <a:pt x="443" y="405"/>
                      <a:pt x="448" y="468"/>
                      <a:pt x="447" y="487"/>
                    </a:cubicBezTo>
                    <a:cubicBezTo>
                      <a:pt x="446" y="512"/>
                      <a:pt x="450" y="551"/>
                      <a:pt x="460" y="571"/>
                    </a:cubicBezTo>
                    <a:cubicBezTo>
                      <a:pt x="471" y="591"/>
                      <a:pt x="479" y="629"/>
                      <a:pt x="489" y="685"/>
                    </a:cubicBezTo>
                    <a:cubicBezTo>
                      <a:pt x="503" y="754"/>
                      <a:pt x="502" y="800"/>
                      <a:pt x="496" y="854"/>
                    </a:cubicBezTo>
                    <a:cubicBezTo>
                      <a:pt x="491" y="910"/>
                      <a:pt x="479" y="947"/>
                      <a:pt x="465" y="1010"/>
                    </a:cubicBezTo>
                    <a:cubicBezTo>
                      <a:pt x="452" y="1066"/>
                      <a:pt x="436" y="1134"/>
                      <a:pt x="429" y="1175"/>
                    </a:cubicBezTo>
                    <a:cubicBezTo>
                      <a:pt x="422" y="1216"/>
                      <a:pt x="410" y="1237"/>
                      <a:pt x="408" y="1264"/>
                    </a:cubicBezTo>
                    <a:cubicBezTo>
                      <a:pt x="406" y="1291"/>
                      <a:pt x="424" y="1418"/>
                      <a:pt x="404" y="1491"/>
                    </a:cubicBezTo>
                    <a:cubicBezTo>
                      <a:pt x="384" y="1565"/>
                      <a:pt x="376" y="1612"/>
                      <a:pt x="372" y="1630"/>
                    </a:cubicBezTo>
                    <a:cubicBezTo>
                      <a:pt x="363" y="1669"/>
                      <a:pt x="371" y="1673"/>
                      <a:pt x="367" y="1693"/>
                    </a:cubicBezTo>
                    <a:cubicBezTo>
                      <a:pt x="364" y="1713"/>
                      <a:pt x="363" y="1710"/>
                      <a:pt x="374" y="1729"/>
                    </a:cubicBezTo>
                    <a:cubicBezTo>
                      <a:pt x="382" y="1742"/>
                      <a:pt x="397" y="1769"/>
                      <a:pt x="402" y="1775"/>
                    </a:cubicBezTo>
                    <a:cubicBezTo>
                      <a:pt x="407" y="1781"/>
                      <a:pt x="405" y="1787"/>
                      <a:pt x="402" y="1791"/>
                    </a:cubicBezTo>
                    <a:cubicBezTo>
                      <a:pt x="406" y="1800"/>
                      <a:pt x="395" y="1805"/>
                      <a:pt x="392" y="1805"/>
                    </a:cubicBezTo>
                    <a:cubicBezTo>
                      <a:pt x="393" y="1816"/>
                      <a:pt x="373" y="1815"/>
                      <a:pt x="368" y="1810"/>
                    </a:cubicBezTo>
                    <a:cubicBezTo>
                      <a:pt x="362" y="1816"/>
                      <a:pt x="347" y="1816"/>
                      <a:pt x="341" y="1808"/>
                    </a:cubicBezTo>
                    <a:cubicBezTo>
                      <a:pt x="332" y="1817"/>
                      <a:pt x="315" y="1817"/>
                      <a:pt x="304" y="1806"/>
                    </a:cubicBezTo>
                    <a:cubicBezTo>
                      <a:pt x="294" y="1795"/>
                      <a:pt x="292" y="1785"/>
                      <a:pt x="294" y="1774"/>
                    </a:cubicBezTo>
                    <a:cubicBezTo>
                      <a:pt x="295" y="1763"/>
                      <a:pt x="292" y="1759"/>
                      <a:pt x="290" y="1746"/>
                    </a:cubicBezTo>
                    <a:cubicBezTo>
                      <a:pt x="288" y="1733"/>
                      <a:pt x="286" y="1723"/>
                      <a:pt x="291" y="1713"/>
                    </a:cubicBezTo>
                    <a:cubicBezTo>
                      <a:pt x="296" y="1704"/>
                      <a:pt x="296" y="1699"/>
                      <a:pt x="296" y="1690"/>
                    </a:cubicBezTo>
                    <a:cubicBezTo>
                      <a:pt x="296" y="1680"/>
                      <a:pt x="292" y="1666"/>
                      <a:pt x="298" y="1654"/>
                    </a:cubicBezTo>
                    <a:cubicBezTo>
                      <a:pt x="304" y="1642"/>
                      <a:pt x="311" y="1614"/>
                      <a:pt x="310" y="1583"/>
                    </a:cubicBezTo>
                    <a:cubicBezTo>
                      <a:pt x="309" y="1552"/>
                      <a:pt x="286" y="1377"/>
                      <a:pt x="296" y="1318"/>
                    </a:cubicBezTo>
                    <a:cubicBezTo>
                      <a:pt x="306" y="1258"/>
                      <a:pt x="302" y="1246"/>
                      <a:pt x="300" y="1226"/>
                    </a:cubicBezTo>
                    <a:cubicBezTo>
                      <a:pt x="297" y="1205"/>
                      <a:pt x="291" y="1173"/>
                      <a:pt x="297" y="1130"/>
                    </a:cubicBezTo>
                    <a:cubicBezTo>
                      <a:pt x="299" y="1113"/>
                      <a:pt x="291" y="1046"/>
                      <a:pt x="290" y="976"/>
                    </a:cubicBezTo>
                    <a:cubicBezTo>
                      <a:pt x="290" y="931"/>
                      <a:pt x="285" y="868"/>
                      <a:pt x="297" y="856"/>
                    </a:cubicBezTo>
                    <a:cubicBezTo>
                      <a:pt x="298" y="855"/>
                      <a:pt x="298" y="855"/>
                      <a:pt x="298" y="855"/>
                    </a:cubicBezTo>
                    <a:cubicBezTo>
                      <a:pt x="294" y="857"/>
                      <a:pt x="290" y="857"/>
                      <a:pt x="286" y="857"/>
                    </a:cubicBezTo>
                    <a:cubicBezTo>
                      <a:pt x="285" y="857"/>
                      <a:pt x="285" y="857"/>
                      <a:pt x="285" y="857"/>
                    </a:cubicBezTo>
                    <a:cubicBezTo>
                      <a:pt x="282" y="857"/>
                      <a:pt x="279" y="857"/>
                      <a:pt x="276" y="856"/>
                    </a:cubicBezTo>
                    <a:cubicBezTo>
                      <a:pt x="276" y="856"/>
                      <a:pt x="276" y="856"/>
                      <a:pt x="276" y="856"/>
                    </a:cubicBezTo>
                    <a:cubicBezTo>
                      <a:pt x="288" y="868"/>
                      <a:pt x="282" y="930"/>
                      <a:pt x="282" y="975"/>
                    </a:cubicBezTo>
                    <a:cubicBezTo>
                      <a:pt x="281" y="1045"/>
                      <a:pt x="274" y="1113"/>
                      <a:pt x="276" y="1130"/>
                    </a:cubicBezTo>
                    <a:cubicBezTo>
                      <a:pt x="281" y="1173"/>
                      <a:pt x="275" y="1205"/>
                      <a:pt x="273" y="1226"/>
                    </a:cubicBezTo>
                    <a:cubicBezTo>
                      <a:pt x="271" y="1246"/>
                      <a:pt x="267" y="1258"/>
                      <a:pt x="277" y="1318"/>
                    </a:cubicBezTo>
                    <a:cubicBezTo>
                      <a:pt x="286" y="1377"/>
                      <a:pt x="263" y="1552"/>
                      <a:pt x="262" y="1583"/>
                    </a:cubicBezTo>
                    <a:cubicBezTo>
                      <a:pt x="261" y="1614"/>
                      <a:pt x="268" y="1642"/>
                      <a:pt x="274" y="1654"/>
                    </a:cubicBezTo>
                    <a:cubicBezTo>
                      <a:pt x="280" y="1666"/>
                      <a:pt x="277" y="1680"/>
                      <a:pt x="277" y="1690"/>
                    </a:cubicBezTo>
                    <a:cubicBezTo>
                      <a:pt x="277" y="1699"/>
                      <a:pt x="277" y="1704"/>
                      <a:pt x="282" y="1713"/>
                    </a:cubicBezTo>
                    <a:cubicBezTo>
                      <a:pt x="287" y="1723"/>
                      <a:pt x="285" y="1733"/>
                      <a:pt x="283" y="1746"/>
                    </a:cubicBezTo>
                    <a:cubicBezTo>
                      <a:pt x="280" y="1759"/>
                      <a:pt x="278" y="1763"/>
                      <a:pt x="279" y="1774"/>
                    </a:cubicBezTo>
                    <a:cubicBezTo>
                      <a:pt x="280" y="1785"/>
                      <a:pt x="279" y="1795"/>
                      <a:pt x="268" y="1806"/>
                    </a:cubicBezTo>
                    <a:cubicBezTo>
                      <a:pt x="257" y="1817"/>
                      <a:pt x="241" y="1817"/>
                      <a:pt x="231" y="1808"/>
                    </a:cubicBezTo>
                    <a:cubicBezTo>
                      <a:pt x="225" y="1816"/>
                      <a:pt x="210" y="1816"/>
                      <a:pt x="204" y="1810"/>
                    </a:cubicBezTo>
                    <a:cubicBezTo>
                      <a:pt x="200" y="1815"/>
                      <a:pt x="180" y="1816"/>
                      <a:pt x="181" y="1805"/>
                    </a:cubicBezTo>
                    <a:cubicBezTo>
                      <a:pt x="177" y="1805"/>
                      <a:pt x="167" y="1800"/>
                      <a:pt x="170" y="1791"/>
                    </a:cubicBezTo>
                    <a:cubicBezTo>
                      <a:pt x="168" y="1787"/>
                      <a:pt x="166" y="1781"/>
                      <a:pt x="170" y="1775"/>
                    </a:cubicBezTo>
                    <a:cubicBezTo>
                      <a:pt x="175" y="1769"/>
                      <a:pt x="190" y="1742"/>
                      <a:pt x="199" y="1729"/>
                    </a:cubicBezTo>
                    <a:cubicBezTo>
                      <a:pt x="209" y="1710"/>
                      <a:pt x="209" y="1713"/>
                      <a:pt x="205" y="1693"/>
                    </a:cubicBezTo>
                    <a:cubicBezTo>
                      <a:pt x="202" y="1673"/>
                      <a:pt x="209" y="1669"/>
                      <a:pt x="201" y="1630"/>
                    </a:cubicBezTo>
                    <a:cubicBezTo>
                      <a:pt x="197" y="1612"/>
                      <a:pt x="188" y="1565"/>
                      <a:pt x="168" y="1491"/>
                    </a:cubicBezTo>
                    <a:cubicBezTo>
                      <a:pt x="149" y="1418"/>
                      <a:pt x="167" y="1291"/>
                      <a:pt x="165" y="1264"/>
                    </a:cubicBezTo>
                    <a:cubicBezTo>
                      <a:pt x="163" y="1237"/>
                      <a:pt x="152" y="1217"/>
                      <a:pt x="145" y="1176"/>
                    </a:cubicBezTo>
                    <a:cubicBezTo>
                      <a:pt x="138" y="1135"/>
                      <a:pt x="120" y="1066"/>
                      <a:pt x="107" y="1010"/>
                    </a:cubicBezTo>
                    <a:cubicBezTo>
                      <a:pt x="93" y="947"/>
                      <a:pt x="83" y="910"/>
                      <a:pt x="77" y="854"/>
                    </a:cubicBezTo>
                    <a:cubicBezTo>
                      <a:pt x="69" y="774"/>
                      <a:pt x="77" y="726"/>
                      <a:pt x="86" y="682"/>
                    </a:cubicBezTo>
                    <a:cubicBezTo>
                      <a:pt x="96" y="626"/>
                      <a:pt x="104" y="589"/>
                      <a:pt x="114" y="569"/>
                    </a:cubicBezTo>
                    <a:cubicBezTo>
                      <a:pt x="125" y="549"/>
                      <a:pt x="129" y="513"/>
                      <a:pt x="127" y="488"/>
                    </a:cubicBezTo>
                    <a:cubicBezTo>
                      <a:pt x="126" y="470"/>
                      <a:pt x="130" y="417"/>
                      <a:pt x="128" y="381"/>
                    </a:cubicBezTo>
                    <a:cubicBezTo>
                      <a:pt x="127" y="373"/>
                      <a:pt x="127" y="373"/>
                      <a:pt x="127" y="373"/>
                    </a:cubicBezTo>
                    <a:cubicBezTo>
                      <a:pt x="123" y="402"/>
                      <a:pt x="109" y="474"/>
                      <a:pt x="107" y="487"/>
                    </a:cubicBezTo>
                    <a:cubicBezTo>
                      <a:pt x="105" y="499"/>
                      <a:pt x="111" y="559"/>
                      <a:pt x="90" y="629"/>
                    </a:cubicBezTo>
                    <a:cubicBezTo>
                      <a:pt x="80" y="662"/>
                      <a:pt x="61" y="779"/>
                      <a:pt x="64" y="796"/>
                    </a:cubicBezTo>
                    <a:cubicBezTo>
                      <a:pt x="64" y="803"/>
                      <a:pt x="66" y="814"/>
                      <a:pt x="70" y="825"/>
                    </a:cubicBezTo>
                    <a:cubicBezTo>
                      <a:pt x="76" y="843"/>
                      <a:pt x="76" y="870"/>
                      <a:pt x="75" y="878"/>
                    </a:cubicBezTo>
                    <a:cubicBezTo>
                      <a:pt x="77" y="889"/>
                      <a:pt x="81" y="912"/>
                      <a:pt x="76" y="914"/>
                    </a:cubicBezTo>
                    <a:cubicBezTo>
                      <a:pt x="78" y="917"/>
                      <a:pt x="79" y="917"/>
                      <a:pt x="78" y="922"/>
                    </a:cubicBezTo>
                    <a:cubicBezTo>
                      <a:pt x="80" y="926"/>
                      <a:pt x="80" y="927"/>
                      <a:pt x="79" y="929"/>
                    </a:cubicBezTo>
                    <a:cubicBezTo>
                      <a:pt x="77" y="936"/>
                      <a:pt x="66" y="929"/>
                      <a:pt x="70" y="931"/>
                    </a:cubicBezTo>
                    <a:cubicBezTo>
                      <a:pt x="76" y="935"/>
                      <a:pt x="81" y="940"/>
                      <a:pt x="78" y="947"/>
                    </a:cubicBezTo>
                    <a:cubicBezTo>
                      <a:pt x="77" y="951"/>
                      <a:pt x="62" y="943"/>
                      <a:pt x="55" y="940"/>
                    </a:cubicBezTo>
                    <a:cubicBezTo>
                      <a:pt x="43" y="936"/>
                      <a:pt x="29" y="929"/>
                      <a:pt x="25" y="923"/>
                    </a:cubicBezTo>
                    <a:cubicBezTo>
                      <a:pt x="21" y="917"/>
                      <a:pt x="14" y="906"/>
                      <a:pt x="12" y="901"/>
                    </a:cubicBezTo>
                    <a:cubicBezTo>
                      <a:pt x="9" y="894"/>
                      <a:pt x="9" y="890"/>
                      <a:pt x="7" y="885"/>
                    </a:cubicBezTo>
                    <a:cubicBezTo>
                      <a:pt x="5" y="880"/>
                      <a:pt x="0" y="874"/>
                      <a:pt x="2" y="870"/>
                    </a:cubicBezTo>
                    <a:cubicBezTo>
                      <a:pt x="5" y="865"/>
                      <a:pt x="9" y="834"/>
                      <a:pt x="14" y="815"/>
                    </a:cubicBezTo>
                    <a:cubicBezTo>
                      <a:pt x="18" y="800"/>
                      <a:pt x="22" y="735"/>
                      <a:pt x="19" y="705"/>
                    </a:cubicBezTo>
                    <a:cubicBezTo>
                      <a:pt x="17" y="681"/>
                      <a:pt x="19" y="644"/>
                      <a:pt x="18" y="629"/>
                    </a:cubicBezTo>
                    <a:cubicBezTo>
                      <a:pt x="17" y="539"/>
                      <a:pt x="32" y="494"/>
                      <a:pt x="35" y="477"/>
                    </a:cubicBezTo>
                    <a:cubicBezTo>
                      <a:pt x="39" y="461"/>
                      <a:pt x="43" y="437"/>
                      <a:pt x="43" y="401"/>
                    </a:cubicBezTo>
                    <a:cubicBezTo>
                      <a:pt x="43" y="366"/>
                      <a:pt x="41" y="316"/>
                      <a:pt x="44" y="282"/>
                    </a:cubicBezTo>
                    <a:cubicBezTo>
                      <a:pt x="46" y="262"/>
                      <a:pt x="49" y="232"/>
                      <a:pt x="53" y="205"/>
                    </a:cubicBezTo>
                    <a:cubicBezTo>
                      <a:pt x="57" y="179"/>
                      <a:pt x="67" y="146"/>
                      <a:pt x="78" y="134"/>
                    </a:cubicBezTo>
                    <a:cubicBezTo>
                      <a:pt x="90" y="122"/>
                      <a:pt x="104" y="111"/>
                      <a:pt x="120" y="105"/>
                    </a:cubicBezTo>
                    <a:cubicBezTo>
                      <a:pt x="124" y="104"/>
                      <a:pt x="134" y="98"/>
                      <a:pt x="137" y="97"/>
                    </a:cubicBezTo>
                    <a:cubicBezTo>
                      <a:pt x="144" y="96"/>
                      <a:pt x="148" y="94"/>
                      <a:pt x="153" y="93"/>
                    </a:cubicBezTo>
                    <a:cubicBezTo>
                      <a:pt x="165" y="91"/>
                      <a:pt x="176" y="89"/>
                      <a:pt x="185" y="86"/>
                    </a:cubicBezTo>
                    <a:cubicBezTo>
                      <a:pt x="207" y="79"/>
                      <a:pt x="227" y="77"/>
                      <a:pt x="227" y="0"/>
                    </a:cubicBezTo>
                  </a:path>
                </a:pathLst>
              </a:custGeom>
              <a:noFill/>
              <a:ln w="4763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198" name="Freeform 1013">
                <a:extLst>
                  <a:ext uri="{FF2B5EF4-FFF2-40B4-BE49-F238E27FC236}">
                    <a16:creationId xmlns:a16="http://schemas.microsoft.com/office/drawing/2014/main" id="{D43BA2E5-B585-4267-8856-1FB9C4B7E3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1" y="1189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0" y="0"/>
                    </a:lnTo>
                  </a:path>
                </a:pathLst>
              </a:custGeom>
              <a:noFill/>
              <a:ln w="4763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199" name="Freeform 1014">
                <a:extLst>
                  <a:ext uri="{FF2B5EF4-FFF2-40B4-BE49-F238E27FC236}">
                    <a16:creationId xmlns:a16="http://schemas.microsoft.com/office/drawing/2014/main" id="{5F94027C-C090-4FC4-9C1F-0E63AD2E89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8" y="2574"/>
                <a:ext cx="3" cy="16"/>
              </a:xfrm>
              <a:custGeom>
                <a:avLst/>
                <a:gdLst>
                  <a:gd name="T0" fmla="*/ 0 w 2"/>
                  <a:gd name="T1" fmla="*/ 0 h 10"/>
                  <a:gd name="T2" fmla="*/ 0 w 2"/>
                  <a:gd name="T3" fmla="*/ 42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0">
                    <a:moveTo>
                      <a:pt x="0" y="0"/>
                    </a:moveTo>
                    <a:cubicBezTo>
                      <a:pt x="2" y="1"/>
                      <a:pt x="1" y="8"/>
                      <a:pt x="0" y="10"/>
                    </a:cubicBezTo>
                  </a:path>
                </a:pathLst>
              </a:custGeom>
              <a:noFill/>
              <a:ln w="158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200" name="Freeform 1015">
                <a:extLst>
                  <a:ext uri="{FF2B5EF4-FFF2-40B4-BE49-F238E27FC236}">
                    <a16:creationId xmlns:a16="http://schemas.microsoft.com/office/drawing/2014/main" id="{123FAE5D-A0BC-483A-B7CE-3B383140FB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7" y="3846"/>
                <a:ext cx="7" cy="34"/>
              </a:xfrm>
              <a:custGeom>
                <a:avLst/>
                <a:gdLst>
                  <a:gd name="T0" fmla="*/ 0 w 4"/>
                  <a:gd name="T1" fmla="*/ 0 h 21"/>
                  <a:gd name="T2" fmla="*/ 21 w 4"/>
                  <a:gd name="T3" fmla="*/ 89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1">
                    <a:moveTo>
                      <a:pt x="0" y="0"/>
                    </a:moveTo>
                    <a:cubicBezTo>
                      <a:pt x="0" y="8"/>
                      <a:pt x="4" y="21"/>
                      <a:pt x="4" y="21"/>
                    </a:cubicBezTo>
                  </a:path>
                </a:pathLst>
              </a:custGeom>
              <a:noFill/>
              <a:ln w="4763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201" name="Oval 1016">
                <a:extLst>
                  <a:ext uri="{FF2B5EF4-FFF2-40B4-BE49-F238E27FC236}">
                    <a16:creationId xmlns:a16="http://schemas.microsoft.com/office/drawing/2014/main" id="{9EA7F9F7-ED77-483F-968E-16A9AF92CB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77" y="971"/>
                <a:ext cx="5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202" name="Oval 1017">
                <a:extLst>
                  <a:ext uri="{FF2B5EF4-FFF2-40B4-BE49-F238E27FC236}">
                    <a16:creationId xmlns:a16="http://schemas.microsoft.com/office/drawing/2014/main" id="{EACE62CD-12F4-4932-8A64-7B397C026A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78" y="976"/>
                <a:ext cx="4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203" name="Oval 1018">
                <a:extLst>
                  <a:ext uri="{FF2B5EF4-FFF2-40B4-BE49-F238E27FC236}">
                    <a16:creationId xmlns:a16="http://schemas.microsoft.com/office/drawing/2014/main" id="{CAD69708-E906-41B5-A92A-6E9E9FA8B6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14" y="971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204" name="Oval 1019">
                <a:extLst>
                  <a:ext uri="{FF2B5EF4-FFF2-40B4-BE49-F238E27FC236}">
                    <a16:creationId xmlns:a16="http://schemas.microsoft.com/office/drawing/2014/main" id="{3581BFF4-5126-4805-B4F7-BF1F2E8157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16" y="978"/>
                <a:ext cx="3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205" name="Freeform 1020">
                <a:extLst>
                  <a:ext uri="{FF2B5EF4-FFF2-40B4-BE49-F238E27FC236}">
                    <a16:creationId xmlns:a16="http://schemas.microsoft.com/office/drawing/2014/main" id="{CD037938-EA5D-4C76-A272-6C4D1A587B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7" y="2045"/>
                <a:ext cx="45" cy="34"/>
              </a:xfrm>
              <a:custGeom>
                <a:avLst/>
                <a:gdLst>
                  <a:gd name="T0" fmla="*/ 0 w 28"/>
                  <a:gd name="T1" fmla="*/ 60 h 21"/>
                  <a:gd name="T2" fmla="*/ 90 w 28"/>
                  <a:gd name="T3" fmla="*/ 89 h 21"/>
                  <a:gd name="T4" fmla="*/ 0 w 28"/>
                  <a:gd name="T5" fmla="*/ 55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21">
                    <a:moveTo>
                      <a:pt x="0" y="14"/>
                    </a:moveTo>
                    <a:cubicBezTo>
                      <a:pt x="6" y="8"/>
                      <a:pt x="18" y="11"/>
                      <a:pt x="22" y="21"/>
                    </a:cubicBezTo>
                    <a:cubicBezTo>
                      <a:pt x="28" y="13"/>
                      <a:pt x="5" y="0"/>
                      <a:pt x="0" y="1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206" name="Freeform 1021">
                <a:extLst>
                  <a:ext uri="{FF2B5EF4-FFF2-40B4-BE49-F238E27FC236}">
                    <a16:creationId xmlns:a16="http://schemas.microsoft.com/office/drawing/2014/main" id="{2CEB7DA1-2728-48F3-B7E5-49E9E1E936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5" y="3980"/>
                <a:ext cx="25" cy="16"/>
              </a:xfrm>
              <a:custGeom>
                <a:avLst/>
                <a:gdLst>
                  <a:gd name="T0" fmla="*/ 22 w 15"/>
                  <a:gd name="T1" fmla="*/ 5 h 10"/>
                  <a:gd name="T2" fmla="*/ 62 w 15"/>
                  <a:gd name="T3" fmla="*/ 13 h 10"/>
                  <a:gd name="T4" fmla="*/ 22 w 15"/>
                  <a:gd name="T5" fmla="*/ 16 h 10"/>
                  <a:gd name="T6" fmla="*/ 0 w 15"/>
                  <a:gd name="T7" fmla="*/ 29 h 10"/>
                  <a:gd name="T8" fmla="*/ 50 w 15"/>
                  <a:gd name="T9" fmla="*/ 42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0">
                    <a:moveTo>
                      <a:pt x="5" y="1"/>
                    </a:moveTo>
                    <a:cubicBezTo>
                      <a:pt x="8" y="2"/>
                      <a:pt x="12" y="0"/>
                      <a:pt x="13" y="3"/>
                    </a:cubicBezTo>
                    <a:cubicBezTo>
                      <a:pt x="15" y="9"/>
                      <a:pt x="6" y="4"/>
                      <a:pt x="5" y="4"/>
                    </a:cubicBezTo>
                    <a:cubicBezTo>
                      <a:pt x="3" y="4"/>
                      <a:pt x="0" y="4"/>
                      <a:pt x="0" y="7"/>
                    </a:cubicBezTo>
                    <a:cubicBezTo>
                      <a:pt x="1" y="10"/>
                      <a:pt x="9" y="9"/>
                      <a:pt x="11" y="10"/>
                    </a:cubicBezTo>
                  </a:path>
                </a:pathLst>
              </a:custGeom>
              <a:noFill/>
              <a:ln w="7938" cap="flat">
                <a:solidFill>
                  <a:srgbClr val="FEF6F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207" name="Freeform 1022">
                <a:extLst>
                  <a:ext uri="{FF2B5EF4-FFF2-40B4-BE49-F238E27FC236}">
                    <a16:creationId xmlns:a16="http://schemas.microsoft.com/office/drawing/2014/main" id="{93392345-E1E5-4C07-9D94-3D2F958685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1" y="3982"/>
                <a:ext cx="13" cy="13"/>
              </a:xfrm>
              <a:custGeom>
                <a:avLst/>
                <a:gdLst>
                  <a:gd name="T0" fmla="*/ 34 w 8"/>
                  <a:gd name="T1" fmla="*/ 21 h 8"/>
                  <a:gd name="T2" fmla="*/ 0 w 8"/>
                  <a:gd name="T3" fmla="*/ 0 h 8"/>
                  <a:gd name="T4" fmla="*/ 26 w 8"/>
                  <a:gd name="T5" fmla="*/ 34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8">
                    <a:moveTo>
                      <a:pt x="8" y="5"/>
                    </a:moveTo>
                    <a:cubicBezTo>
                      <a:pt x="8" y="2"/>
                      <a:pt x="3" y="0"/>
                      <a:pt x="0" y="0"/>
                    </a:cubicBezTo>
                    <a:cubicBezTo>
                      <a:pt x="1" y="3"/>
                      <a:pt x="3" y="7"/>
                      <a:pt x="6" y="8"/>
                    </a:cubicBezTo>
                  </a:path>
                </a:pathLst>
              </a:custGeom>
              <a:noFill/>
              <a:ln w="7938" cap="flat">
                <a:solidFill>
                  <a:srgbClr val="FEF6F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208" name="Freeform 1023">
                <a:extLst>
                  <a:ext uri="{FF2B5EF4-FFF2-40B4-BE49-F238E27FC236}">
                    <a16:creationId xmlns:a16="http://schemas.microsoft.com/office/drawing/2014/main" id="{5A07DC7F-A20D-431B-87F4-717E9F0B1D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2" y="3975"/>
                <a:ext cx="23" cy="16"/>
              </a:xfrm>
              <a:custGeom>
                <a:avLst/>
                <a:gdLst>
                  <a:gd name="T0" fmla="*/ 62 w 14"/>
                  <a:gd name="T1" fmla="*/ 26 h 10"/>
                  <a:gd name="T2" fmla="*/ 21 w 14"/>
                  <a:gd name="T3" fmla="*/ 8 h 10"/>
                  <a:gd name="T4" fmla="*/ 58 w 14"/>
                  <a:gd name="T5" fmla="*/ 42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0">
                    <a:moveTo>
                      <a:pt x="14" y="6"/>
                    </a:moveTo>
                    <a:cubicBezTo>
                      <a:pt x="13" y="4"/>
                      <a:pt x="7" y="0"/>
                      <a:pt x="5" y="2"/>
                    </a:cubicBezTo>
                    <a:cubicBezTo>
                      <a:pt x="0" y="6"/>
                      <a:pt x="11" y="10"/>
                      <a:pt x="13" y="10"/>
                    </a:cubicBezTo>
                  </a:path>
                </a:pathLst>
              </a:custGeom>
              <a:noFill/>
              <a:ln w="7938" cap="flat">
                <a:solidFill>
                  <a:srgbClr val="FEF6F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209" name="Freeform 1024">
                <a:extLst>
                  <a:ext uri="{FF2B5EF4-FFF2-40B4-BE49-F238E27FC236}">
                    <a16:creationId xmlns:a16="http://schemas.microsoft.com/office/drawing/2014/main" id="{5FC45AEF-7B4F-428A-8A63-4E91D836E7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6" y="3970"/>
                <a:ext cx="10" cy="7"/>
              </a:xfrm>
              <a:custGeom>
                <a:avLst/>
                <a:gdLst>
                  <a:gd name="T0" fmla="*/ 28 w 6"/>
                  <a:gd name="T1" fmla="*/ 21 h 4"/>
                  <a:gd name="T2" fmla="*/ 0 w 6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4">
                    <a:moveTo>
                      <a:pt x="6" y="4"/>
                    </a:moveTo>
                    <a:cubicBezTo>
                      <a:pt x="4" y="2"/>
                      <a:pt x="2" y="1"/>
                      <a:pt x="0" y="0"/>
                    </a:cubicBezTo>
                  </a:path>
                </a:pathLst>
              </a:custGeom>
              <a:noFill/>
              <a:ln w="7938" cap="flat">
                <a:solidFill>
                  <a:srgbClr val="FEF6F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210" name="Freeform 1025">
                <a:extLst>
                  <a:ext uri="{FF2B5EF4-FFF2-40B4-BE49-F238E27FC236}">
                    <a16:creationId xmlns:a16="http://schemas.microsoft.com/office/drawing/2014/main" id="{D94F2AF4-4927-461C-94C8-41AC657921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4" y="3978"/>
                <a:ext cx="18" cy="12"/>
              </a:xfrm>
              <a:custGeom>
                <a:avLst/>
                <a:gdLst>
                  <a:gd name="T0" fmla="*/ 5 w 11"/>
                  <a:gd name="T1" fmla="*/ 9 h 7"/>
                  <a:gd name="T2" fmla="*/ 43 w 11"/>
                  <a:gd name="T3" fmla="*/ 21 h 7"/>
                  <a:gd name="T4" fmla="*/ 0 w 11"/>
                  <a:gd name="T5" fmla="*/ 36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7">
                    <a:moveTo>
                      <a:pt x="1" y="2"/>
                    </a:moveTo>
                    <a:cubicBezTo>
                      <a:pt x="3" y="2"/>
                      <a:pt x="11" y="0"/>
                      <a:pt x="10" y="4"/>
                    </a:cubicBezTo>
                    <a:cubicBezTo>
                      <a:pt x="9" y="7"/>
                      <a:pt x="3" y="7"/>
                      <a:pt x="0" y="7"/>
                    </a:cubicBezTo>
                  </a:path>
                </a:pathLst>
              </a:custGeom>
              <a:noFill/>
              <a:ln w="7938" cap="flat">
                <a:solidFill>
                  <a:srgbClr val="FEF6F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211" name="Freeform 1026">
                <a:extLst>
                  <a:ext uri="{FF2B5EF4-FFF2-40B4-BE49-F238E27FC236}">
                    <a16:creationId xmlns:a16="http://schemas.microsoft.com/office/drawing/2014/main" id="{8277073A-2CC5-4AD5-9D6E-2A54934722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7" y="3982"/>
                <a:ext cx="21" cy="16"/>
              </a:xfrm>
              <a:custGeom>
                <a:avLst/>
                <a:gdLst>
                  <a:gd name="T0" fmla="*/ 0 w 13"/>
                  <a:gd name="T1" fmla="*/ 16 h 10"/>
                  <a:gd name="T2" fmla="*/ 39 w 13"/>
                  <a:gd name="T3" fmla="*/ 13 h 10"/>
                  <a:gd name="T4" fmla="*/ 5 w 13"/>
                  <a:gd name="T5" fmla="*/ 42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0">
                    <a:moveTo>
                      <a:pt x="0" y="4"/>
                    </a:moveTo>
                    <a:cubicBezTo>
                      <a:pt x="3" y="3"/>
                      <a:pt x="6" y="0"/>
                      <a:pt x="9" y="3"/>
                    </a:cubicBezTo>
                    <a:cubicBezTo>
                      <a:pt x="13" y="7"/>
                      <a:pt x="4" y="9"/>
                      <a:pt x="1" y="10"/>
                    </a:cubicBezTo>
                  </a:path>
                </a:pathLst>
              </a:custGeom>
              <a:noFill/>
              <a:ln w="7938" cap="flat">
                <a:solidFill>
                  <a:srgbClr val="FEF6F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212" name="Freeform 1027">
                <a:extLst>
                  <a:ext uri="{FF2B5EF4-FFF2-40B4-BE49-F238E27FC236}">
                    <a16:creationId xmlns:a16="http://schemas.microsoft.com/office/drawing/2014/main" id="{51C1B059-53B7-47FD-B320-ECBCC0EC2E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8" y="3978"/>
                <a:ext cx="14" cy="7"/>
              </a:xfrm>
              <a:custGeom>
                <a:avLst/>
                <a:gdLst>
                  <a:gd name="T0" fmla="*/ 34 w 9"/>
                  <a:gd name="T1" fmla="*/ 0 h 4"/>
                  <a:gd name="T2" fmla="*/ 0 w 9"/>
                  <a:gd name="T3" fmla="*/ 21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4">
                    <a:moveTo>
                      <a:pt x="9" y="0"/>
                    </a:moveTo>
                    <a:cubicBezTo>
                      <a:pt x="6" y="1"/>
                      <a:pt x="3" y="2"/>
                      <a:pt x="0" y="4"/>
                    </a:cubicBezTo>
                  </a:path>
                </a:pathLst>
              </a:custGeom>
              <a:noFill/>
              <a:ln w="7938" cap="flat">
                <a:solidFill>
                  <a:srgbClr val="FEF6F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213" name="Freeform 1028">
                <a:extLst>
                  <a:ext uri="{FF2B5EF4-FFF2-40B4-BE49-F238E27FC236}">
                    <a16:creationId xmlns:a16="http://schemas.microsoft.com/office/drawing/2014/main" id="{6D56F957-F39E-4472-B413-E7227261E9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5" y="3970"/>
                <a:ext cx="13" cy="7"/>
              </a:xfrm>
              <a:custGeom>
                <a:avLst/>
                <a:gdLst>
                  <a:gd name="T0" fmla="*/ 34 w 8"/>
                  <a:gd name="T1" fmla="*/ 0 h 4"/>
                  <a:gd name="T2" fmla="*/ 0 w 8"/>
                  <a:gd name="T3" fmla="*/ 21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4">
                    <a:moveTo>
                      <a:pt x="8" y="0"/>
                    </a:moveTo>
                    <a:cubicBezTo>
                      <a:pt x="6" y="1"/>
                      <a:pt x="2" y="2"/>
                      <a:pt x="0" y="4"/>
                    </a:cubicBezTo>
                  </a:path>
                </a:pathLst>
              </a:custGeom>
              <a:noFill/>
              <a:ln w="7938" cap="flat">
                <a:solidFill>
                  <a:srgbClr val="FEF6F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214" name="Freeform 1029">
                <a:extLst>
                  <a:ext uri="{FF2B5EF4-FFF2-40B4-BE49-F238E27FC236}">
                    <a16:creationId xmlns:a16="http://schemas.microsoft.com/office/drawing/2014/main" id="{8E185CCB-85A0-4399-B294-41A243F604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4" y="989"/>
                <a:ext cx="42" cy="13"/>
              </a:xfrm>
              <a:custGeom>
                <a:avLst/>
                <a:gdLst>
                  <a:gd name="T0" fmla="*/ 0 w 26"/>
                  <a:gd name="T1" fmla="*/ 0 h 8"/>
                  <a:gd name="T2" fmla="*/ 110 w 26"/>
                  <a:gd name="T3" fmla="*/ 18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8">
                    <a:moveTo>
                      <a:pt x="0" y="0"/>
                    </a:moveTo>
                    <a:cubicBezTo>
                      <a:pt x="0" y="0"/>
                      <a:pt x="6" y="8"/>
                      <a:pt x="26" y="4"/>
                    </a:cubicBezTo>
                  </a:path>
                </a:pathLst>
              </a:custGeom>
              <a:noFill/>
              <a:ln w="158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215" name="Freeform 1030">
                <a:extLst>
                  <a:ext uri="{FF2B5EF4-FFF2-40B4-BE49-F238E27FC236}">
                    <a16:creationId xmlns:a16="http://schemas.microsoft.com/office/drawing/2014/main" id="{600AEA94-3CDF-4541-A2C5-51329BE384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6" y="989"/>
                <a:ext cx="42" cy="15"/>
              </a:xfrm>
              <a:custGeom>
                <a:avLst/>
                <a:gdLst>
                  <a:gd name="T0" fmla="*/ 0 w 26"/>
                  <a:gd name="T1" fmla="*/ 13 h 9"/>
                  <a:gd name="T2" fmla="*/ 110 w 26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9">
                    <a:moveTo>
                      <a:pt x="0" y="3"/>
                    </a:moveTo>
                    <a:cubicBezTo>
                      <a:pt x="0" y="3"/>
                      <a:pt x="14" y="9"/>
                      <a:pt x="26" y="0"/>
                    </a:cubicBezTo>
                  </a:path>
                </a:pathLst>
              </a:custGeom>
              <a:noFill/>
              <a:ln w="158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216" name="Freeform 1031">
                <a:extLst>
                  <a:ext uri="{FF2B5EF4-FFF2-40B4-BE49-F238E27FC236}">
                    <a16:creationId xmlns:a16="http://schemas.microsoft.com/office/drawing/2014/main" id="{3C980CAA-281A-465B-B18C-95DC833277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3" y="965"/>
                <a:ext cx="22" cy="16"/>
              </a:xfrm>
              <a:custGeom>
                <a:avLst/>
                <a:gdLst>
                  <a:gd name="T0" fmla="*/ 8 w 13"/>
                  <a:gd name="T1" fmla="*/ 8 h 10"/>
                  <a:gd name="T2" fmla="*/ 0 w 13"/>
                  <a:gd name="T3" fmla="*/ 13 h 10"/>
                  <a:gd name="T4" fmla="*/ 8 w 13"/>
                  <a:gd name="T5" fmla="*/ 16 h 10"/>
                  <a:gd name="T6" fmla="*/ 24 w 13"/>
                  <a:gd name="T7" fmla="*/ 13 h 10"/>
                  <a:gd name="T8" fmla="*/ 29 w 13"/>
                  <a:gd name="T9" fmla="*/ 16 h 10"/>
                  <a:gd name="T10" fmla="*/ 41 w 13"/>
                  <a:gd name="T11" fmla="*/ 21 h 10"/>
                  <a:gd name="T12" fmla="*/ 42 w 13"/>
                  <a:gd name="T13" fmla="*/ 29 h 10"/>
                  <a:gd name="T14" fmla="*/ 49 w 13"/>
                  <a:gd name="T15" fmla="*/ 35 h 10"/>
                  <a:gd name="T16" fmla="*/ 58 w 13"/>
                  <a:gd name="T17" fmla="*/ 26 h 10"/>
                  <a:gd name="T18" fmla="*/ 49 w 13"/>
                  <a:gd name="T19" fmla="*/ 8 h 10"/>
                  <a:gd name="T20" fmla="*/ 20 w 13"/>
                  <a:gd name="T21" fmla="*/ 5 h 10"/>
                  <a:gd name="T22" fmla="*/ 8 w 13"/>
                  <a:gd name="T23" fmla="*/ 8 h 1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3" h="10">
                    <a:moveTo>
                      <a:pt x="2" y="2"/>
                    </a:moveTo>
                    <a:cubicBezTo>
                      <a:pt x="1" y="1"/>
                      <a:pt x="0" y="3"/>
                      <a:pt x="0" y="3"/>
                    </a:cubicBezTo>
                    <a:cubicBezTo>
                      <a:pt x="0" y="5"/>
                      <a:pt x="1" y="4"/>
                      <a:pt x="2" y="4"/>
                    </a:cubicBezTo>
                    <a:cubicBezTo>
                      <a:pt x="3" y="3"/>
                      <a:pt x="4" y="2"/>
                      <a:pt x="5" y="3"/>
                    </a:cubicBezTo>
                    <a:cubicBezTo>
                      <a:pt x="5" y="4"/>
                      <a:pt x="5" y="4"/>
                      <a:pt x="6" y="4"/>
                    </a:cubicBezTo>
                    <a:cubicBezTo>
                      <a:pt x="7" y="5"/>
                      <a:pt x="7" y="5"/>
                      <a:pt x="8" y="5"/>
                    </a:cubicBezTo>
                    <a:cubicBezTo>
                      <a:pt x="8" y="6"/>
                      <a:pt x="8" y="6"/>
                      <a:pt x="9" y="7"/>
                    </a:cubicBezTo>
                    <a:cubicBezTo>
                      <a:pt x="9" y="8"/>
                      <a:pt x="9" y="9"/>
                      <a:pt x="10" y="9"/>
                    </a:cubicBezTo>
                    <a:cubicBezTo>
                      <a:pt x="12" y="10"/>
                      <a:pt x="13" y="8"/>
                      <a:pt x="12" y="6"/>
                    </a:cubicBezTo>
                    <a:cubicBezTo>
                      <a:pt x="12" y="5"/>
                      <a:pt x="11" y="3"/>
                      <a:pt x="10" y="2"/>
                    </a:cubicBezTo>
                    <a:cubicBezTo>
                      <a:pt x="9" y="1"/>
                      <a:pt x="6" y="0"/>
                      <a:pt x="4" y="1"/>
                    </a:cubicBezTo>
                    <a:cubicBezTo>
                      <a:pt x="3" y="1"/>
                      <a:pt x="2" y="1"/>
                      <a:pt x="2" y="2"/>
                    </a:cubicBezTo>
                  </a:path>
                </a:pathLst>
              </a:custGeom>
              <a:solidFill>
                <a:srgbClr val="8A6F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217" name="Freeform 1032">
                <a:extLst>
                  <a:ext uri="{FF2B5EF4-FFF2-40B4-BE49-F238E27FC236}">
                    <a16:creationId xmlns:a16="http://schemas.microsoft.com/office/drawing/2014/main" id="{4237CE39-27AC-4D60-A679-990FF0D5EF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965"/>
                <a:ext cx="21" cy="16"/>
              </a:xfrm>
              <a:custGeom>
                <a:avLst/>
                <a:gdLst>
                  <a:gd name="T0" fmla="*/ 5 w 13"/>
                  <a:gd name="T1" fmla="*/ 13 h 10"/>
                  <a:gd name="T2" fmla="*/ 5 w 13"/>
                  <a:gd name="T3" fmla="*/ 16 h 10"/>
                  <a:gd name="T4" fmla="*/ 8 w 13"/>
                  <a:gd name="T5" fmla="*/ 13 h 10"/>
                  <a:gd name="T6" fmla="*/ 13 w 13"/>
                  <a:gd name="T7" fmla="*/ 13 h 10"/>
                  <a:gd name="T8" fmla="*/ 21 w 13"/>
                  <a:gd name="T9" fmla="*/ 16 h 10"/>
                  <a:gd name="T10" fmla="*/ 21 w 13"/>
                  <a:gd name="T11" fmla="*/ 16 h 10"/>
                  <a:gd name="T12" fmla="*/ 26 w 13"/>
                  <a:gd name="T13" fmla="*/ 16 h 10"/>
                  <a:gd name="T14" fmla="*/ 39 w 13"/>
                  <a:gd name="T15" fmla="*/ 29 h 10"/>
                  <a:gd name="T16" fmla="*/ 42 w 13"/>
                  <a:gd name="T17" fmla="*/ 35 h 10"/>
                  <a:gd name="T18" fmla="*/ 50 w 13"/>
                  <a:gd name="T19" fmla="*/ 35 h 10"/>
                  <a:gd name="T20" fmla="*/ 34 w 13"/>
                  <a:gd name="T21" fmla="*/ 5 h 10"/>
                  <a:gd name="T22" fmla="*/ 21 w 13"/>
                  <a:gd name="T23" fmla="*/ 0 h 10"/>
                  <a:gd name="T24" fmla="*/ 8 w 13"/>
                  <a:gd name="T25" fmla="*/ 8 h 10"/>
                  <a:gd name="T26" fmla="*/ 0 w 13"/>
                  <a:gd name="T27" fmla="*/ 13 h 1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3" h="10">
                    <a:moveTo>
                      <a:pt x="1" y="3"/>
                    </a:moveTo>
                    <a:cubicBezTo>
                      <a:pt x="0" y="3"/>
                      <a:pt x="0" y="3"/>
                      <a:pt x="1" y="4"/>
                    </a:cubicBezTo>
                    <a:cubicBezTo>
                      <a:pt x="1" y="4"/>
                      <a:pt x="1" y="3"/>
                      <a:pt x="2" y="3"/>
                    </a:cubicBezTo>
                    <a:cubicBezTo>
                      <a:pt x="2" y="3"/>
                      <a:pt x="3" y="3"/>
                      <a:pt x="3" y="3"/>
                    </a:cubicBezTo>
                    <a:cubicBezTo>
                      <a:pt x="4" y="3"/>
                      <a:pt x="5" y="3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8" y="5"/>
                      <a:pt x="9" y="6"/>
                      <a:pt x="9" y="7"/>
                    </a:cubicBezTo>
                    <a:cubicBezTo>
                      <a:pt x="9" y="8"/>
                      <a:pt x="9" y="9"/>
                      <a:pt x="10" y="9"/>
                    </a:cubicBezTo>
                    <a:cubicBezTo>
                      <a:pt x="11" y="10"/>
                      <a:pt x="11" y="9"/>
                      <a:pt x="12" y="9"/>
                    </a:cubicBezTo>
                    <a:cubicBezTo>
                      <a:pt x="13" y="6"/>
                      <a:pt x="11" y="2"/>
                      <a:pt x="8" y="1"/>
                    </a:cubicBezTo>
                    <a:cubicBezTo>
                      <a:pt x="7" y="0"/>
                      <a:pt x="6" y="0"/>
                      <a:pt x="5" y="0"/>
                    </a:cubicBezTo>
                    <a:cubicBezTo>
                      <a:pt x="4" y="0"/>
                      <a:pt x="3" y="1"/>
                      <a:pt x="2" y="2"/>
                    </a:cubicBezTo>
                    <a:cubicBezTo>
                      <a:pt x="1" y="2"/>
                      <a:pt x="0" y="2"/>
                      <a:pt x="0" y="3"/>
                    </a:cubicBezTo>
                  </a:path>
                </a:pathLst>
              </a:custGeom>
              <a:solidFill>
                <a:srgbClr val="8A6F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218" name="Freeform 1033">
                <a:extLst>
                  <a:ext uri="{FF2B5EF4-FFF2-40B4-BE49-F238E27FC236}">
                    <a16:creationId xmlns:a16="http://schemas.microsoft.com/office/drawing/2014/main" id="{F4A2A188-9D8E-4EF6-BFD3-BA6BD1D3DE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7" y="984"/>
                <a:ext cx="5" cy="1"/>
              </a:xfrm>
              <a:custGeom>
                <a:avLst/>
                <a:gdLst>
                  <a:gd name="T0" fmla="*/ 0 w 3"/>
                  <a:gd name="T1" fmla="*/ 0 h 1"/>
                  <a:gd name="T2" fmla="*/ 13 w 3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cubicBezTo>
                      <a:pt x="1" y="0"/>
                      <a:pt x="2" y="0"/>
                      <a:pt x="3" y="0"/>
                    </a:cubicBezTo>
                  </a:path>
                </a:pathLst>
              </a:custGeom>
              <a:noFill/>
              <a:ln w="158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219" name="Freeform 1034">
                <a:extLst>
                  <a:ext uri="{FF2B5EF4-FFF2-40B4-BE49-F238E27FC236}">
                    <a16:creationId xmlns:a16="http://schemas.microsoft.com/office/drawing/2014/main" id="{E322743B-5BA8-428D-ACF1-C7624497D3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2" y="988"/>
                <a:ext cx="3" cy="1"/>
              </a:xfrm>
              <a:custGeom>
                <a:avLst/>
                <a:gdLst>
                  <a:gd name="T0" fmla="*/ 0 w 2"/>
                  <a:gd name="T1" fmla="*/ 0 h 1"/>
                  <a:gd name="T2" fmla="*/ 8 w 2"/>
                  <a:gd name="T3" fmla="*/ 1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2" y="0"/>
                      <a:pt x="2" y="1"/>
                    </a:cubicBezTo>
                  </a:path>
                </a:pathLst>
              </a:custGeom>
              <a:noFill/>
              <a:ln w="158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220" name="Freeform 1035">
                <a:extLst>
                  <a:ext uri="{FF2B5EF4-FFF2-40B4-BE49-F238E27FC236}">
                    <a16:creationId xmlns:a16="http://schemas.microsoft.com/office/drawing/2014/main" id="{5309EABC-8D47-456C-81BC-1808D09A50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1" y="984"/>
                <a:ext cx="6" cy="2"/>
              </a:xfrm>
              <a:custGeom>
                <a:avLst/>
                <a:gdLst>
                  <a:gd name="T0" fmla="*/ 14 w 4"/>
                  <a:gd name="T1" fmla="*/ 0 h 1"/>
                  <a:gd name="T2" fmla="*/ 0 w 4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">
                    <a:moveTo>
                      <a:pt x="4" y="0"/>
                    </a:moveTo>
                    <a:cubicBezTo>
                      <a:pt x="3" y="0"/>
                      <a:pt x="0" y="1"/>
                      <a:pt x="0" y="1"/>
                    </a:cubicBezTo>
                  </a:path>
                </a:pathLst>
              </a:custGeom>
              <a:noFill/>
              <a:ln w="158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221" name="Freeform 1036">
                <a:extLst>
                  <a:ext uri="{FF2B5EF4-FFF2-40B4-BE49-F238E27FC236}">
                    <a16:creationId xmlns:a16="http://schemas.microsoft.com/office/drawing/2014/main" id="{6A907219-AC7C-4C6E-A73B-BB178CCA43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7" y="988"/>
                <a:ext cx="4" cy="1"/>
              </a:xfrm>
              <a:custGeom>
                <a:avLst/>
                <a:gdLst>
                  <a:gd name="T0" fmla="*/ 16 w 2"/>
                  <a:gd name="T1" fmla="*/ 0 h 1"/>
                  <a:gd name="T2" fmla="*/ 0 w 2"/>
                  <a:gd name="T3" fmla="*/ 1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2" y="0"/>
                      <a:pt x="0" y="0"/>
                      <a:pt x="0" y="1"/>
                    </a:cubicBezTo>
                  </a:path>
                </a:pathLst>
              </a:custGeom>
              <a:noFill/>
              <a:ln w="158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222" name="Freeform 1037">
                <a:extLst>
                  <a:ext uri="{FF2B5EF4-FFF2-40B4-BE49-F238E27FC236}">
                    <a16:creationId xmlns:a16="http://schemas.microsoft.com/office/drawing/2014/main" id="{ED2E7DED-76AF-4F95-B869-1CB85F95ED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5" y="979"/>
                <a:ext cx="2" cy="4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16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1" y="1"/>
                      <a:pt x="1" y="1"/>
                      <a:pt x="0" y="2"/>
                    </a:cubicBezTo>
                  </a:path>
                </a:pathLst>
              </a:custGeom>
              <a:noFill/>
              <a:ln w="158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223" name="Freeform 1038">
                <a:extLst>
                  <a:ext uri="{FF2B5EF4-FFF2-40B4-BE49-F238E27FC236}">
                    <a16:creationId xmlns:a16="http://schemas.microsoft.com/office/drawing/2014/main" id="{6EF6A8E8-61B0-4C48-B738-6C6F8D32D2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6" y="979"/>
                <a:ext cx="2" cy="5"/>
              </a:xfrm>
              <a:custGeom>
                <a:avLst/>
                <a:gdLst>
                  <a:gd name="T0" fmla="*/ 8 w 1"/>
                  <a:gd name="T1" fmla="*/ 0 h 3"/>
                  <a:gd name="T2" fmla="*/ 8 w 1"/>
                  <a:gd name="T3" fmla="*/ 13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cubicBezTo>
                      <a:pt x="0" y="0"/>
                      <a:pt x="0" y="2"/>
                      <a:pt x="1" y="3"/>
                    </a:cubicBezTo>
                  </a:path>
                </a:pathLst>
              </a:custGeom>
              <a:noFill/>
              <a:ln w="158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224" name="Freeform 1039">
                <a:extLst>
                  <a:ext uri="{FF2B5EF4-FFF2-40B4-BE49-F238E27FC236}">
                    <a16:creationId xmlns:a16="http://schemas.microsoft.com/office/drawing/2014/main" id="{DEB87A72-CEC4-491B-BDA8-84558F6074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5" y="1620"/>
                <a:ext cx="156" cy="181"/>
              </a:xfrm>
              <a:custGeom>
                <a:avLst/>
                <a:gdLst>
                  <a:gd name="T0" fmla="*/ 335 w 96"/>
                  <a:gd name="T1" fmla="*/ 0 h 112"/>
                  <a:gd name="T2" fmla="*/ 0 w 96"/>
                  <a:gd name="T3" fmla="*/ 323 h 112"/>
                  <a:gd name="T4" fmla="*/ 335 w 96"/>
                  <a:gd name="T5" fmla="*/ 0 h 1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6" h="112">
                    <a:moveTo>
                      <a:pt x="78" y="0"/>
                    </a:moveTo>
                    <a:cubicBezTo>
                      <a:pt x="78" y="0"/>
                      <a:pt x="96" y="112"/>
                      <a:pt x="0" y="77"/>
                    </a:cubicBezTo>
                    <a:cubicBezTo>
                      <a:pt x="0" y="77"/>
                      <a:pt x="87" y="107"/>
                      <a:pt x="78" y="0"/>
                    </a:cubicBezTo>
                    <a:close/>
                  </a:path>
                </a:pathLst>
              </a:custGeom>
              <a:solidFill>
                <a:srgbClr val="969A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225" name="Freeform 1040">
                <a:extLst>
                  <a:ext uri="{FF2B5EF4-FFF2-40B4-BE49-F238E27FC236}">
                    <a16:creationId xmlns:a16="http://schemas.microsoft.com/office/drawing/2014/main" id="{A74D8D42-0644-4C8F-8268-A80D657C1A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2" y="1623"/>
                <a:ext cx="150" cy="175"/>
              </a:xfrm>
              <a:custGeom>
                <a:avLst/>
                <a:gdLst>
                  <a:gd name="T0" fmla="*/ 47 w 93"/>
                  <a:gd name="T1" fmla="*/ 0 h 108"/>
                  <a:gd name="T2" fmla="*/ 390 w 93"/>
                  <a:gd name="T3" fmla="*/ 287 h 108"/>
                  <a:gd name="T4" fmla="*/ 47 w 93"/>
                  <a:gd name="T5" fmla="*/ 0 h 10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3" h="108">
                    <a:moveTo>
                      <a:pt x="11" y="0"/>
                    </a:moveTo>
                    <a:cubicBezTo>
                      <a:pt x="11" y="0"/>
                      <a:pt x="0" y="108"/>
                      <a:pt x="93" y="67"/>
                    </a:cubicBezTo>
                    <a:cubicBezTo>
                      <a:pt x="93" y="67"/>
                      <a:pt x="13" y="104"/>
                      <a:pt x="11" y="0"/>
                    </a:cubicBezTo>
                    <a:close/>
                  </a:path>
                </a:pathLst>
              </a:custGeom>
              <a:solidFill>
                <a:srgbClr val="969A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226" name="Freeform 1041">
                <a:extLst>
                  <a:ext uri="{FF2B5EF4-FFF2-40B4-BE49-F238E27FC236}">
                    <a16:creationId xmlns:a16="http://schemas.microsoft.com/office/drawing/2014/main" id="{E7D53C38-5BDA-4F15-B4AF-167CDC4806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9" y="2048"/>
                <a:ext cx="363" cy="379"/>
              </a:xfrm>
              <a:custGeom>
                <a:avLst/>
                <a:gdLst>
                  <a:gd name="T0" fmla="*/ 220 w 224"/>
                  <a:gd name="T1" fmla="*/ 0 h 235"/>
                  <a:gd name="T2" fmla="*/ 386 w 224"/>
                  <a:gd name="T3" fmla="*/ 739 h 235"/>
                  <a:gd name="T4" fmla="*/ 953 w 224"/>
                  <a:gd name="T5" fmla="*/ 806 h 235"/>
                  <a:gd name="T6" fmla="*/ 384 w 224"/>
                  <a:gd name="T7" fmla="*/ 755 h 235"/>
                  <a:gd name="T8" fmla="*/ 220 w 224"/>
                  <a:gd name="T9" fmla="*/ 0 h 2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4" h="235">
                    <a:moveTo>
                      <a:pt x="52" y="0"/>
                    </a:moveTo>
                    <a:cubicBezTo>
                      <a:pt x="52" y="0"/>
                      <a:pt x="15" y="128"/>
                      <a:pt x="91" y="176"/>
                    </a:cubicBezTo>
                    <a:cubicBezTo>
                      <a:pt x="168" y="224"/>
                      <a:pt x="224" y="192"/>
                      <a:pt x="224" y="192"/>
                    </a:cubicBezTo>
                    <a:cubicBezTo>
                      <a:pt x="224" y="192"/>
                      <a:pt x="180" y="235"/>
                      <a:pt x="90" y="180"/>
                    </a:cubicBezTo>
                    <a:cubicBezTo>
                      <a:pt x="0" y="125"/>
                      <a:pt x="52" y="0"/>
                      <a:pt x="52" y="0"/>
                    </a:cubicBezTo>
                    <a:close/>
                  </a:path>
                </a:pathLst>
              </a:custGeom>
              <a:solidFill>
                <a:srgbClr val="FDEA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227" name="Freeform 1042">
                <a:extLst>
                  <a:ext uri="{FF2B5EF4-FFF2-40B4-BE49-F238E27FC236}">
                    <a16:creationId xmlns:a16="http://schemas.microsoft.com/office/drawing/2014/main" id="{46BE8D40-595D-4AF1-B1E7-D8EC8DB1E1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1" y="2145"/>
                <a:ext cx="120" cy="197"/>
              </a:xfrm>
              <a:custGeom>
                <a:avLst/>
                <a:gdLst>
                  <a:gd name="T0" fmla="*/ 60 w 74"/>
                  <a:gd name="T1" fmla="*/ 0 h 122"/>
                  <a:gd name="T2" fmla="*/ 316 w 74"/>
                  <a:gd name="T3" fmla="*/ 513 h 122"/>
                  <a:gd name="T4" fmla="*/ 60 w 74"/>
                  <a:gd name="T5" fmla="*/ 0 h 1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4" h="122">
                    <a:moveTo>
                      <a:pt x="14" y="0"/>
                    </a:moveTo>
                    <a:cubicBezTo>
                      <a:pt x="14" y="0"/>
                      <a:pt x="0" y="94"/>
                      <a:pt x="74" y="122"/>
                    </a:cubicBezTo>
                    <a:cubicBezTo>
                      <a:pt x="74" y="122"/>
                      <a:pt x="12" y="80"/>
                      <a:pt x="1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228" name="Freeform 1043">
                <a:extLst>
                  <a:ext uri="{FF2B5EF4-FFF2-40B4-BE49-F238E27FC236}">
                    <a16:creationId xmlns:a16="http://schemas.microsoft.com/office/drawing/2014/main" id="{E56A9CDE-56F1-42AB-98DC-D7B1AA97B5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5" y="2030"/>
                <a:ext cx="42" cy="231"/>
              </a:xfrm>
              <a:custGeom>
                <a:avLst/>
                <a:gdLst>
                  <a:gd name="T0" fmla="*/ 26 w 26"/>
                  <a:gd name="T1" fmla="*/ 0 h 143"/>
                  <a:gd name="T2" fmla="*/ 63 w 26"/>
                  <a:gd name="T3" fmla="*/ 212 h 143"/>
                  <a:gd name="T4" fmla="*/ 16 w 26"/>
                  <a:gd name="T5" fmla="*/ 603 h 143"/>
                  <a:gd name="T6" fmla="*/ 50 w 26"/>
                  <a:gd name="T7" fmla="*/ 258 h 143"/>
                  <a:gd name="T8" fmla="*/ 26 w 26"/>
                  <a:gd name="T9" fmla="*/ 0 h 1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143">
                    <a:moveTo>
                      <a:pt x="6" y="0"/>
                    </a:moveTo>
                    <a:cubicBezTo>
                      <a:pt x="6" y="0"/>
                      <a:pt x="4" y="33"/>
                      <a:pt x="15" y="50"/>
                    </a:cubicBezTo>
                    <a:cubicBezTo>
                      <a:pt x="26" y="68"/>
                      <a:pt x="20" y="122"/>
                      <a:pt x="4" y="143"/>
                    </a:cubicBezTo>
                    <a:cubicBezTo>
                      <a:pt x="4" y="143"/>
                      <a:pt x="25" y="92"/>
                      <a:pt x="12" y="61"/>
                    </a:cubicBezTo>
                    <a:cubicBezTo>
                      <a:pt x="0" y="31"/>
                      <a:pt x="6" y="0"/>
                      <a:pt x="6" y="0"/>
                    </a:cubicBezTo>
                    <a:close/>
                  </a:path>
                </a:pathLst>
              </a:custGeom>
              <a:solidFill>
                <a:srgbClr val="FDEA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229" name="Freeform 1044">
                <a:extLst>
                  <a:ext uri="{FF2B5EF4-FFF2-40B4-BE49-F238E27FC236}">
                    <a16:creationId xmlns:a16="http://schemas.microsoft.com/office/drawing/2014/main" id="{B7381C15-D9FE-42B4-BA3C-3BD97ED2B4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3" y="2038"/>
                <a:ext cx="99" cy="29"/>
              </a:xfrm>
              <a:custGeom>
                <a:avLst/>
                <a:gdLst>
                  <a:gd name="T0" fmla="*/ 0 w 61"/>
                  <a:gd name="T1" fmla="*/ 76 h 18"/>
                  <a:gd name="T2" fmla="*/ 55 w 61"/>
                  <a:gd name="T3" fmla="*/ 71 h 18"/>
                  <a:gd name="T4" fmla="*/ 164 w 61"/>
                  <a:gd name="T5" fmla="*/ 34 h 18"/>
                  <a:gd name="T6" fmla="*/ 261 w 61"/>
                  <a:gd name="T7" fmla="*/ 5 h 18"/>
                  <a:gd name="T8" fmla="*/ 131 w 61"/>
                  <a:gd name="T9" fmla="*/ 55 h 18"/>
                  <a:gd name="T10" fmla="*/ 5 w 61"/>
                  <a:gd name="T11" fmla="*/ 68 h 1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1" h="18">
                    <a:moveTo>
                      <a:pt x="0" y="18"/>
                    </a:moveTo>
                    <a:cubicBezTo>
                      <a:pt x="4" y="16"/>
                      <a:pt x="9" y="17"/>
                      <a:pt x="13" y="17"/>
                    </a:cubicBezTo>
                    <a:cubicBezTo>
                      <a:pt x="22" y="16"/>
                      <a:pt x="29" y="12"/>
                      <a:pt x="38" y="8"/>
                    </a:cubicBezTo>
                    <a:cubicBezTo>
                      <a:pt x="46" y="4"/>
                      <a:pt x="54" y="4"/>
                      <a:pt x="61" y="1"/>
                    </a:cubicBezTo>
                    <a:cubicBezTo>
                      <a:pt x="52" y="0"/>
                      <a:pt x="40" y="10"/>
                      <a:pt x="31" y="13"/>
                    </a:cubicBezTo>
                    <a:cubicBezTo>
                      <a:pt x="22" y="15"/>
                      <a:pt x="11" y="16"/>
                      <a:pt x="1" y="16"/>
                    </a:cubicBezTo>
                  </a:path>
                </a:pathLst>
              </a:custGeom>
              <a:solidFill>
                <a:srgbClr val="FDEA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230" name="Freeform 1045">
                <a:extLst>
                  <a:ext uri="{FF2B5EF4-FFF2-40B4-BE49-F238E27FC236}">
                    <a16:creationId xmlns:a16="http://schemas.microsoft.com/office/drawing/2014/main" id="{83251372-4957-4C4B-9057-B9EEABCC44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7" y="2038"/>
                <a:ext cx="97" cy="29"/>
              </a:xfrm>
              <a:custGeom>
                <a:avLst/>
                <a:gdLst>
                  <a:gd name="T0" fmla="*/ 254 w 60"/>
                  <a:gd name="T1" fmla="*/ 71 h 18"/>
                  <a:gd name="T2" fmla="*/ 97 w 60"/>
                  <a:gd name="T3" fmla="*/ 39 h 18"/>
                  <a:gd name="T4" fmla="*/ 0 w 60"/>
                  <a:gd name="T5" fmla="*/ 0 h 18"/>
                  <a:gd name="T6" fmla="*/ 238 w 60"/>
                  <a:gd name="T7" fmla="*/ 76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0" h="18">
                    <a:moveTo>
                      <a:pt x="60" y="17"/>
                    </a:moveTo>
                    <a:cubicBezTo>
                      <a:pt x="46" y="17"/>
                      <a:pt x="36" y="14"/>
                      <a:pt x="23" y="9"/>
                    </a:cubicBezTo>
                    <a:cubicBezTo>
                      <a:pt x="16" y="5"/>
                      <a:pt x="7" y="3"/>
                      <a:pt x="0" y="0"/>
                    </a:cubicBezTo>
                    <a:cubicBezTo>
                      <a:pt x="17" y="13"/>
                      <a:pt x="34" y="18"/>
                      <a:pt x="56" y="18"/>
                    </a:cubicBezTo>
                  </a:path>
                </a:pathLst>
              </a:custGeom>
              <a:solidFill>
                <a:srgbClr val="FDEA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231" name="Freeform 1046">
                <a:extLst>
                  <a:ext uri="{FF2B5EF4-FFF2-40B4-BE49-F238E27FC236}">
                    <a16:creationId xmlns:a16="http://schemas.microsoft.com/office/drawing/2014/main" id="{D3FCB284-AC15-459F-A3F6-3CB7583607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5" y="2364"/>
                <a:ext cx="155" cy="87"/>
              </a:xfrm>
              <a:custGeom>
                <a:avLst/>
                <a:gdLst>
                  <a:gd name="T0" fmla="*/ 404 w 96"/>
                  <a:gd name="T1" fmla="*/ 226 h 54"/>
                  <a:gd name="T2" fmla="*/ 0 w 96"/>
                  <a:gd name="T3" fmla="*/ 21 h 54"/>
                  <a:gd name="T4" fmla="*/ 192 w 96"/>
                  <a:gd name="T5" fmla="*/ 89 h 54"/>
                  <a:gd name="T6" fmla="*/ 389 w 96"/>
                  <a:gd name="T7" fmla="*/ 211 h 5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6" h="54">
                    <a:moveTo>
                      <a:pt x="96" y="54"/>
                    </a:moveTo>
                    <a:cubicBezTo>
                      <a:pt x="72" y="32"/>
                      <a:pt x="37" y="0"/>
                      <a:pt x="0" y="5"/>
                    </a:cubicBezTo>
                    <a:cubicBezTo>
                      <a:pt x="15" y="13"/>
                      <a:pt x="31" y="15"/>
                      <a:pt x="46" y="21"/>
                    </a:cubicBezTo>
                    <a:cubicBezTo>
                      <a:pt x="59" y="27"/>
                      <a:pt x="84" y="39"/>
                      <a:pt x="92" y="50"/>
                    </a:cubicBezTo>
                  </a:path>
                </a:pathLst>
              </a:custGeom>
              <a:solidFill>
                <a:srgbClr val="FDEA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232" name="Freeform 1047">
                <a:extLst>
                  <a:ext uri="{FF2B5EF4-FFF2-40B4-BE49-F238E27FC236}">
                    <a16:creationId xmlns:a16="http://schemas.microsoft.com/office/drawing/2014/main" id="{CDF239EC-89AC-49E1-8F29-A422F1448F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4" y="2366"/>
                <a:ext cx="165" cy="95"/>
              </a:xfrm>
              <a:custGeom>
                <a:avLst/>
                <a:gdLst>
                  <a:gd name="T0" fmla="*/ 47 w 102"/>
                  <a:gd name="T1" fmla="*/ 217 h 59"/>
                  <a:gd name="T2" fmla="*/ 432 w 102"/>
                  <a:gd name="T3" fmla="*/ 42 h 59"/>
                  <a:gd name="T4" fmla="*/ 225 w 102"/>
                  <a:gd name="T5" fmla="*/ 130 h 59"/>
                  <a:gd name="T6" fmla="*/ 0 w 102"/>
                  <a:gd name="T7" fmla="*/ 246 h 5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2" h="59">
                    <a:moveTo>
                      <a:pt x="11" y="52"/>
                    </a:moveTo>
                    <a:cubicBezTo>
                      <a:pt x="25" y="34"/>
                      <a:pt x="74" y="0"/>
                      <a:pt x="102" y="10"/>
                    </a:cubicBezTo>
                    <a:cubicBezTo>
                      <a:pt x="88" y="11"/>
                      <a:pt x="66" y="25"/>
                      <a:pt x="53" y="31"/>
                    </a:cubicBezTo>
                    <a:cubicBezTo>
                      <a:pt x="35" y="39"/>
                      <a:pt x="16" y="49"/>
                      <a:pt x="0" y="59"/>
                    </a:cubicBezTo>
                  </a:path>
                </a:pathLst>
              </a:custGeom>
              <a:solidFill>
                <a:srgbClr val="FDEA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233" name="Freeform 1048">
                <a:extLst>
                  <a:ext uri="{FF2B5EF4-FFF2-40B4-BE49-F238E27FC236}">
                    <a16:creationId xmlns:a16="http://schemas.microsoft.com/office/drawing/2014/main" id="{582CCAE8-22C3-4F83-9886-A56906DB7F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9" y="2397"/>
                <a:ext cx="102" cy="59"/>
              </a:xfrm>
              <a:custGeom>
                <a:avLst/>
                <a:gdLst>
                  <a:gd name="T0" fmla="*/ 0 w 63"/>
                  <a:gd name="T1" fmla="*/ 150 h 37"/>
                  <a:gd name="T2" fmla="*/ 110 w 63"/>
                  <a:gd name="T3" fmla="*/ 81 h 37"/>
                  <a:gd name="T4" fmla="*/ 267 w 63"/>
                  <a:gd name="T5" fmla="*/ 0 h 3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3" h="37">
                    <a:moveTo>
                      <a:pt x="0" y="37"/>
                    </a:moveTo>
                    <a:cubicBezTo>
                      <a:pt x="9" y="33"/>
                      <a:pt x="17" y="25"/>
                      <a:pt x="26" y="20"/>
                    </a:cubicBezTo>
                    <a:cubicBezTo>
                      <a:pt x="37" y="13"/>
                      <a:pt x="50" y="3"/>
                      <a:pt x="63" y="0"/>
                    </a:cubicBezTo>
                  </a:path>
                </a:pathLst>
              </a:custGeom>
              <a:noFill/>
              <a:ln w="158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234" name="Freeform 1049">
                <a:extLst>
                  <a:ext uri="{FF2B5EF4-FFF2-40B4-BE49-F238E27FC236}">
                    <a16:creationId xmlns:a16="http://schemas.microsoft.com/office/drawing/2014/main" id="{9B2EFBFE-FC31-40E2-93C2-A40F83115B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9" y="2384"/>
                <a:ext cx="123" cy="74"/>
              </a:xfrm>
              <a:custGeom>
                <a:avLst/>
                <a:gdLst>
                  <a:gd name="T0" fmla="*/ 322 w 76"/>
                  <a:gd name="T1" fmla="*/ 191 h 46"/>
                  <a:gd name="T2" fmla="*/ 267 w 76"/>
                  <a:gd name="T3" fmla="*/ 137 h 46"/>
                  <a:gd name="T4" fmla="*/ 183 w 76"/>
                  <a:gd name="T5" fmla="*/ 80 h 46"/>
                  <a:gd name="T6" fmla="*/ 94 w 76"/>
                  <a:gd name="T7" fmla="*/ 29 h 46"/>
                  <a:gd name="T8" fmla="*/ 0 w 76"/>
                  <a:gd name="T9" fmla="*/ 0 h 4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6" h="46">
                    <a:moveTo>
                      <a:pt x="76" y="46"/>
                    </a:moveTo>
                    <a:cubicBezTo>
                      <a:pt x="74" y="41"/>
                      <a:pt x="67" y="37"/>
                      <a:pt x="63" y="33"/>
                    </a:cubicBezTo>
                    <a:cubicBezTo>
                      <a:pt x="57" y="28"/>
                      <a:pt x="50" y="24"/>
                      <a:pt x="43" y="19"/>
                    </a:cubicBezTo>
                    <a:cubicBezTo>
                      <a:pt x="37" y="15"/>
                      <a:pt x="29" y="10"/>
                      <a:pt x="22" y="7"/>
                    </a:cubicBezTo>
                    <a:cubicBezTo>
                      <a:pt x="15" y="4"/>
                      <a:pt x="7" y="3"/>
                      <a:pt x="0" y="0"/>
                    </a:cubicBezTo>
                  </a:path>
                </a:pathLst>
              </a:custGeom>
              <a:noFill/>
              <a:ln w="158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235" name="Freeform 1050">
                <a:extLst>
                  <a:ext uri="{FF2B5EF4-FFF2-40B4-BE49-F238E27FC236}">
                    <a16:creationId xmlns:a16="http://schemas.microsoft.com/office/drawing/2014/main" id="{56A75661-1F10-4943-B325-2AD4276B35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5" y="736"/>
                <a:ext cx="382" cy="469"/>
              </a:xfrm>
              <a:custGeom>
                <a:avLst/>
                <a:gdLst>
                  <a:gd name="T0" fmla="*/ 183 w 236"/>
                  <a:gd name="T1" fmla="*/ 772 h 291"/>
                  <a:gd name="T2" fmla="*/ 262 w 236"/>
                  <a:gd name="T3" fmla="*/ 1006 h 291"/>
                  <a:gd name="T4" fmla="*/ 259 w 236"/>
                  <a:gd name="T5" fmla="*/ 1101 h 291"/>
                  <a:gd name="T6" fmla="*/ 84 w 236"/>
                  <a:gd name="T7" fmla="*/ 1083 h 291"/>
                  <a:gd name="T8" fmla="*/ 144 w 236"/>
                  <a:gd name="T9" fmla="*/ 1114 h 291"/>
                  <a:gd name="T10" fmla="*/ 76 w 236"/>
                  <a:gd name="T11" fmla="*/ 1033 h 291"/>
                  <a:gd name="T12" fmla="*/ 123 w 236"/>
                  <a:gd name="T13" fmla="*/ 1073 h 291"/>
                  <a:gd name="T14" fmla="*/ 89 w 236"/>
                  <a:gd name="T15" fmla="*/ 985 h 291"/>
                  <a:gd name="T16" fmla="*/ 110 w 236"/>
                  <a:gd name="T17" fmla="*/ 1020 h 291"/>
                  <a:gd name="T18" fmla="*/ 144 w 236"/>
                  <a:gd name="T19" fmla="*/ 867 h 291"/>
                  <a:gd name="T20" fmla="*/ 131 w 236"/>
                  <a:gd name="T21" fmla="*/ 259 h 291"/>
                  <a:gd name="T22" fmla="*/ 398 w 236"/>
                  <a:gd name="T23" fmla="*/ 114 h 291"/>
                  <a:gd name="T24" fmla="*/ 864 w 236"/>
                  <a:gd name="T25" fmla="*/ 264 h 291"/>
                  <a:gd name="T26" fmla="*/ 906 w 236"/>
                  <a:gd name="T27" fmla="*/ 951 h 291"/>
                  <a:gd name="T28" fmla="*/ 1000 w 236"/>
                  <a:gd name="T29" fmla="*/ 946 h 291"/>
                  <a:gd name="T30" fmla="*/ 958 w 236"/>
                  <a:gd name="T31" fmla="*/ 1019 h 291"/>
                  <a:gd name="T32" fmla="*/ 995 w 236"/>
                  <a:gd name="T33" fmla="*/ 1019 h 291"/>
                  <a:gd name="T34" fmla="*/ 911 w 236"/>
                  <a:gd name="T35" fmla="*/ 1067 h 291"/>
                  <a:gd name="T36" fmla="*/ 974 w 236"/>
                  <a:gd name="T37" fmla="*/ 1073 h 291"/>
                  <a:gd name="T38" fmla="*/ 767 w 236"/>
                  <a:gd name="T39" fmla="*/ 1104 h 291"/>
                  <a:gd name="T40" fmla="*/ 762 w 236"/>
                  <a:gd name="T41" fmla="*/ 1007 h 291"/>
                  <a:gd name="T42" fmla="*/ 801 w 236"/>
                  <a:gd name="T43" fmla="*/ 933 h 291"/>
                  <a:gd name="T44" fmla="*/ 843 w 236"/>
                  <a:gd name="T45" fmla="*/ 772 h 291"/>
                  <a:gd name="T46" fmla="*/ 848 w 236"/>
                  <a:gd name="T47" fmla="*/ 740 h 291"/>
                  <a:gd name="T48" fmla="*/ 733 w 236"/>
                  <a:gd name="T49" fmla="*/ 492 h 291"/>
                  <a:gd name="T50" fmla="*/ 555 w 236"/>
                  <a:gd name="T51" fmla="*/ 335 h 291"/>
                  <a:gd name="T52" fmla="*/ 416 w 236"/>
                  <a:gd name="T53" fmla="*/ 268 h 291"/>
                  <a:gd name="T54" fmla="*/ 356 w 236"/>
                  <a:gd name="T55" fmla="*/ 343 h 291"/>
                  <a:gd name="T56" fmla="*/ 361 w 236"/>
                  <a:gd name="T57" fmla="*/ 288 h 291"/>
                  <a:gd name="T58" fmla="*/ 262 w 236"/>
                  <a:gd name="T59" fmla="*/ 438 h 291"/>
                  <a:gd name="T60" fmla="*/ 267 w 236"/>
                  <a:gd name="T61" fmla="*/ 405 h 291"/>
                  <a:gd name="T62" fmla="*/ 170 w 236"/>
                  <a:gd name="T63" fmla="*/ 670 h 291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236" h="291">
                    <a:moveTo>
                      <a:pt x="43" y="184"/>
                    </a:moveTo>
                    <a:cubicBezTo>
                      <a:pt x="47" y="193"/>
                      <a:pt x="44" y="212"/>
                      <a:pt x="62" y="240"/>
                    </a:cubicBezTo>
                    <a:cubicBezTo>
                      <a:pt x="61" y="263"/>
                      <a:pt x="61" y="263"/>
                      <a:pt x="61" y="263"/>
                    </a:cubicBezTo>
                    <a:cubicBezTo>
                      <a:pt x="48" y="282"/>
                      <a:pt x="24" y="270"/>
                      <a:pt x="20" y="259"/>
                    </a:cubicBezTo>
                    <a:cubicBezTo>
                      <a:pt x="20" y="259"/>
                      <a:pt x="25" y="265"/>
                      <a:pt x="34" y="266"/>
                    </a:cubicBezTo>
                    <a:cubicBezTo>
                      <a:pt x="34" y="266"/>
                      <a:pt x="19" y="261"/>
                      <a:pt x="18" y="247"/>
                    </a:cubicBezTo>
                    <a:cubicBezTo>
                      <a:pt x="18" y="247"/>
                      <a:pt x="22" y="253"/>
                      <a:pt x="29" y="256"/>
                    </a:cubicBezTo>
                    <a:cubicBezTo>
                      <a:pt x="29" y="256"/>
                      <a:pt x="17" y="250"/>
                      <a:pt x="21" y="235"/>
                    </a:cubicBezTo>
                    <a:cubicBezTo>
                      <a:pt x="21" y="235"/>
                      <a:pt x="19" y="242"/>
                      <a:pt x="26" y="244"/>
                    </a:cubicBezTo>
                    <a:cubicBezTo>
                      <a:pt x="32" y="247"/>
                      <a:pt x="50" y="233"/>
                      <a:pt x="34" y="207"/>
                    </a:cubicBezTo>
                    <a:cubicBezTo>
                      <a:pt x="0" y="154"/>
                      <a:pt x="17" y="83"/>
                      <a:pt x="31" y="62"/>
                    </a:cubicBezTo>
                    <a:cubicBezTo>
                      <a:pt x="46" y="42"/>
                      <a:pt x="78" y="17"/>
                      <a:pt x="94" y="27"/>
                    </a:cubicBezTo>
                    <a:cubicBezTo>
                      <a:pt x="94" y="27"/>
                      <a:pt x="173" y="0"/>
                      <a:pt x="204" y="63"/>
                    </a:cubicBezTo>
                    <a:cubicBezTo>
                      <a:pt x="235" y="126"/>
                      <a:pt x="224" y="194"/>
                      <a:pt x="214" y="227"/>
                    </a:cubicBezTo>
                    <a:cubicBezTo>
                      <a:pt x="208" y="246"/>
                      <a:pt x="231" y="243"/>
                      <a:pt x="236" y="226"/>
                    </a:cubicBezTo>
                    <a:cubicBezTo>
                      <a:pt x="236" y="226"/>
                      <a:pt x="236" y="240"/>
                      <a:pt x="226" y="243"/>
                    </a:cubicBezTo>
                    <a:cubicBezTo>
                      <a:pt x="226" y="243"/>
                      <a:pt x="228" y="247"/>
                      <a:pt x="235" y="243"/>
                    </a:cubicBezTo>
                    <a:cubicBezTo>
                      <a:pt x="235" y="243"/>
                      <a:pt x="229" y="259"/>
                      <a:pt x="215" y="255"/>
                    </a:cubicBezTo>
                    <a:cubicBezTo>
                      <a:pt x="215" y="255"/>
                      <a:pt x="225" y="260"/>
                      <a:pt x="230" y="256"/>
                    </a:cubicBezTo>
                    <a:cubicBezTo>
                      <a:pt x="230" y="256"/>
                      <a:pt x="206" y="291"/>
                      <a:pt x="181" y="264"/>
                    </a:cubicBezTo>
                    <a:cubicBezTo>
                      <a:pt x="180" y="241"/>
                      <a:pt x="180" y="241"/>
                      <a:pt x="180" y="241"/>
                    </a:cubicBezTo>
                    <a:cubicBezTo>
                      <a:pt x="180" y="241"/>
                      <a:pt x="187" y="230"/>
                      <a:pt x="189" y="223"/>
                    </a:cubicBezTo>
                    <a:cubicBezTo>
                      <a:pt x="191" y="216"/>
                      <a:pt x="199" y="190"/>
                      <a:pt x="199" y="184"/>
                    </a:cubicBezTo>
                    <a:cubicBezTo>
                      <a:pt x="200" y="177"/>
                      <a:pt x="200" y="177"/>
                      <a:pt x="200" y="177"/>
                    </a:cubicBezTo>
                    <a:cubicBezTo>
                      <a:pt x="200" y="177"/>
                      <a:pt x="182" y="140"/>
                      <a:pt x="173" y="117"/>
                    </a:cubicBezTo>
                    <a:cubicBezTo>
                      <a:pt x="164" y="94"/>
                      <a:pt x="143" y="91"/>
                      <a:pt x="131" y="80"/>
                    </a:cubicBezTo>
                    <a:cubicBezTo>
                      <a:pt x="131" y="80"/>
                      <a:pt x="103" y="76"/>
                      <a:pt x="98" y="64"/>
                    </a:cubicBezTo>
                    <a:cubicBezTo>
                      <a:pt x="98" y="64"/>
                      <a:pt x="97" y="71"/>
                      <a:pt x="84" y="82"/>
                    </a:cubicBezTo>
                    <a:cubicBezTo>
                      <a:pt x="84" y="82"/>
                      <a:pt x="86" y="71"/>
                      <a:pt x="85" y="69"/>
                    </a:cubicBezTo>
                    <a:cubicBezTo>
                      <a:pt x="85" y="69"/>
                      <a:pt x="85" y="90"/>
                      <a:pt x="62" y="105"/>
                    </a:cubicBezTo>
                    <a:cubicBezTo>
                      <a:pt x="63" y="97"/>
                      <a:pt x="63" y="97"/>
                      <a:pt x="63" y="97"/>
                    </a:cubicBezTo>
                    <a:cubicBezTo>
                      <a:pt x="63" y="97"/>
                      <a:pt x="36" y="140"/>
                      <a:pt x="40" y="160"/>
                    </a:cubicBezTo>
                  </a:path>
                </a:pathLst>
              </a:custGeom>
              <a:solidFill>
                <a:srgbClr val="F5E5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236" name="Freeform 1051">
                <a:extLst>
                  <a:ext uri="{FF2B5EF4-FFF2-40B4-BE49-F238E27FC236}">
                    <a16:creationId xmlns:a16="http://schemas.microsoft.com/office/drawing/2014/main" id="{BF6507C0-5808-4B63-9DF3-B2547EDA0A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0" y="1004"/>
                <a:ext cx="21" cy="59"/>
              </a:xfrm>
              <a:custGeom>
                <a:avLst/>
                <a:gdLst>
                  <a:gd name="T0" fmla="*/ 55 w 13"/>
                  <a:gd name="T1" fmla="*/ 129 h 37"/>
                  <a:gd name="T2" fmla="*/ 26 w 13"/>
                  <a:gd name="T3" fmla="*/ 0 h 37"/>
                  <a:gd name="T4" fmla="*/ 5 w 13"/>
                  <a:gd name="T5" fmla="*/ 110 h 37"/>
                  <a:gd name="T6" fmla="*/ 26 w 13"/>
                  <a:gd name="T7" fmla="*/ 137 h 37"/>
                  <a:gd name="T8" fmla="*/ 47 w 13"/>
                  <a:gd name="T9" fmla="*/ 150 h 37"/>
                  <a:gd name="T10" fmla="*/ 50 w 13"/>
                  <a:gd name="T11" fmla="*/ 129 h 3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" h="37">
                    <a:moveTo>
                      <a:pt x="13" y="32"/>
                    </a:moveTo>
                    <a:cubicBezTo>
                      <a:pt x="2" y="30"/>
                      <a:pt x="7" y="8"/>
                      <a:pt x="6" y="0"/>
                    </a:cubicBezTo>
                    <a:cubicBezTo>
                      <a:pt x="5" y="9"/>
                      <a:pt x="3" y="19"/>
                      <a:pt x="1" y="27"/>
                    </a:cubicBezTo>
                    <a:cubicBezTo>
                      <a:pt x="0" y="33"/>
                      <a:pt x="2" y="32"/>
                      <a:pt x="6" y="34"/>
                    </a:cubicBezTo>
                    <a:cubicBezTo>
                      <a:pt x="7" y="35"/>
                      <a:pt x="8" y="37"/>
                      <a:pt x="11" y="37"/>
                    </a:cubicBezTo>
                    <a:cubicBezTo>
                      <a:pt x="13" y="36"/>
                      <a:pt x="13" y="33"/>
                      <a:pt x="12" y="3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237" name="Freeform 1052">
                <a:extLst>
                  <a:ext uri="{FF2B5EF4-FFF2-40B4-BE49-F238E27FC236}">
                    <a16:creationId xmlns:a16="http://schemas.microsoft.com/office/drawing/2014/main" id="{7ED8DB04-718E-482E-A032-3B0F26C716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6" y="963"/>
                <a:ext cx="37" cy="113"/>
              </a:xfrm>
              <a:custGeom>
                <a:avLst/>
                <a:gdLst>
                  <a:gd name="T0" fmla="*/ 60 w 23"/>
                  <a:gd name="T1" fmla="*/ 26 h 70"/>
                  <a:gd name="T2" fmla="*/ 5 w 23"/>
                  <a:gd name="T3" fmla="*/ 42 h 70"/>
                  <a:gd name="T4" fmla="*/ 16 w 23"/>
                  <a:gd name="T5" fmla="*/ 158 h 70"/>
                  <a:gd name="T6" fmla="*/ 37 w 23"/>
                  <a:gd name="T7" fmla="*/ 213 h 70"/>
                  <a:gd name="T8" fmla="*/ 63 w 23"/>
                  <a:gd name="T9" fmla="*/ 281 h 70"/>
                  <a:gd name="T10" fmla="*/ 88 w 23"/>
                  <a:gd name="T11" fmla="*/ 294 h 70"/>
                  <a:gd name="T12" fmla="*/ 97 w 23"/>
                  <a:gd name="T13" fmla="*/ 294 h 7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" h="70">
                    <a:moveTo>
                      <a:pt x="14" y="6"/>
                    </a:moveTo>
                    <a:cubicBezTo>
                      <a:pt x="9" y="0"/>
                      <a:pt x="0" y="2"/>
                      <a:pt x="1" y="10"/>
                    </a:cubicBezTo>
                    <a:cubicBezTo>
                      <a:pt x="1" y="19"/>
                      <a:pt x="3" y="33"/>
                      <a:pt x="4" y="38"/>
                    </a:cubicBezTo>
                    <a:cubicBezTo>
                      <a:pt x="6" y="43"/>
                      <a:pt x="8" y="47"/>
                      <a:pt x="9" y="51"/>
                    </a:cubicBezTo>
                    <a:cubicBezTo>
                      <a:pt x="10" y="56"/>
                      <a:pt x="13" y="65"/>
                      <a:pt x="15" y="67"/>
                    </a:cubicBezTo>
                    <a:cubicBezTo>
                      <a:pt x="17" y="69"/>
                      <a:pt x="21" y="70"/>
                      <a:pt x="21" y="70"/>
                    </a:cubicBezTo>
                    <a:cubicBezTo>
                      <a:pt x="23" y="70"/>
                      <a:pt x="23" y="70"/>
                      <a:pt x="23" y="70"/>
                    </a:cubicBezTo>
                  </a:path>
                </a:pathLst>
              </a:custGeom>
              <a:solidFill>
                <a:srgbClr val="FEF6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238" name="Freeform 1053">
                <a:extLst>
                  <a:ext uri="{FF2B5EF4-FFF2-40B4-BE49-F238E27FC236}">
                    <a16:creationId xmlns:a16="http://schemas.microsoft.com/office/drawing/2014/main" id="{6CBEFBD4-E88B-4A06-8DB1-46A8A53A3F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7" y="986"/>
                <a:ext cx="15" cy="61"/>
              </a:xfrm>
              <a:custGeom>
                <a:avLst/>
                <a:gdLst>
                  <a:gd name="T0" fmla="*/ 28 w 9"/>
                  <a:gd name="T1" fmla="*/ 29 h 38"/>
                  <a:gd name="T2" fmla="*/ 8 w 9"/>
                  <a:gd name="T3" fmla="*/ 13 h 38"/>
                  <a:gd name="T4" fmla="*/ 8 w 9"/>
                  <a:gd name="T5" fmla="*/ 56 h 38"/>
                  <a:gd name="T6" fmla="*/ 42 w 9"/>
                  <a:gd name="T7" fmla="*/ 132 h 3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38">
                    <a:moveTo>
                      <a:pt x="6" y="7"/>
                    </a:moveTo>
                    <a:cubicBezTo>
                      <a:pt x="7" y="4"/>
                      <a:pt x="5" y="0"/>
                      <a:pt x="2" y="3"/>
                    </a:cubicBezTo>
                    <a:cubicBezTo>
                      <a:pt x="0" y="4"/>
                      <a:pt x="2" y="12"/>
                      <a:pt x="2" y="14"/>
                    </a:cubicBezTo>
                    <a:cubicBezTo>
                      <a:pt x="3" y="17"/>
                      <a:pt x="3" y="38"/>
                      <a:pt x="9" y="32"/>
                    </a:cubicBezTo>
                  </a:path>
                </a:pathLst>
              </a:custGeom>
              <a:solidFill>
                <a:srgbClr val="FDEA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239" name="Freeform 1054">
                <a:extLst>
                  <a:ext uri="{FF2B5EF4-FFF2-40B4-BE49-F238E27FC236}">
                    <a16:creationId xmlns:a16="http://schemas.microsoft.com/office/drawing/2014/main" id="{ABA55703-D772-4804-8D64-7A10ADF512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6" y="963"/>
                <a:ext cx="34" cy="113"/>
              </a:xfrm>
              <a:custGeom>
                <a:avLst/>
                <a:gdLst>
                  <a:gd name="T0" fmla="*/ 60 w 21"/>
                  <a:gd name="T1" fmla="*/ 26 h 70"/>
                  <a:gd name="T2" fmla="*/ 5 w 21"/>
                  <a:gd name="T3" fmla="*/ 42 h 70"/>
                  <a:gd name="T4" fmla="*/ 16 w 21"/>
                  <a:gd name="T5" fmla="*/ 158 h 70"/>
                  <a:gd name="T6" fmla="*/ 39 w 21"/>
                  <a:gd name="T7" fmla="*/ 213 h 70"/>
                  <a:gd name="T8" fmla="*/ 63 w 21"/>
                  <a:gd name="T9" fmla="*/ 281 h 70"/>
                  <a:gd name="T10" fmla="*/ 89 w 21"/>
                  <a:gd name="T11" fmla="*/ 294 h 7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1" h="70">
                    <a:moveTo>
                      <a:pt x="14" y="6"/>
                    </a:moveTo>
                    <a:cubicBezTo>
                      <a:pt x="9" y="0"/>
                      <a:pt x="0" y="2"/>
                      <a:pt x="1" y="10"/>
                    </a:cubicBezTo>
                    <a:cubicBezTo>
                      <a:pt x="1" y="19"/>
                      <a:pt x="3" y="33"/>
                      <a:pt x="4" y="38"/>
                    </a:cubicBezTo>
                    <a:cubicBezTo>
                      <a:pt x="6" y="43"/>
                      <a:pt x="8" y="47"/>
                      <a:pt x="9" y="51"/>
                    </a:cubicBezTo>
                    <a:cubicBezTo>
                      <a:pt x="10" y="56"/>
                      <a:pt x="13" y="65"/>
                      <a:pt x="15" y="67"/>
                    </a:cubicBezTo>
                    <a:cubicBezTo>
                      <a:pt x="17" y="69"/>
                      <a:pt x="21" y="70"/>
                      <a:pt x="21" y="70"/>
                    </a:cubicBezTo>
                  </a:path>
                </a:pathLst>
              </a:custGeom>
              <a:noFill/>
              <a:ln w="158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240" name="Freeform 1055">
                <a:extLst>
                  <a:ext uri="{FF2B5EF4-FFF2-40B4-BE49-F238E27FC236}">
                    <a16:creationId xmlns:a16="http://schemas.microsoft.com/office/drawing/2014/main" id="{D332E1C2-1491-4AF0-A1BA-B94A74031E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976"/>
                <a:ext cx="19" cy="23"/>
              </a:xfrm>
              <a:custGeom>
                <a:avLst/>
                <a:gdLst>
                  <a:gd name="T0" fmla="*/ 48 w 12"/>
                  <a:gd name="T1" fmla="*/ 54 h 14"/>
                  <a:gd name="T2" fmla="*/ 8 w 12"/>
                  <a:gd name="T3" fmla="*/ 5 h 14"/>
                  <a:gd name="T4" fmla="*/ 13 w 12"/>
                  <a:gd name="T5" fmla="*/ 62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4">
                    <a:moveTo>
                      <a:pt x="12" y="12"/>
                    </a:moveTo>
                    <a:cubicBezTo>
                      <a:pt x="8" y="5"/>
                      <a:pt x="4" y="0"/>
                      <a:pt x="2" y="1"/>
                    </a:cubicBezTo>
                    <a:cubicBezTo>
                      <a:pt x="0" y="2"/>
                      <a:pt x="3" y="10"/>
                      <a:pt x="3" y="14"/>
                    </a:cubicBezTo>
                  </a:path>
                </a:pathLst>
              </a:custGeom>
              <a:noFill/>
              <a:ln w="158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241" name="Freeform 1056">
                <a:extLst>
                  <a:ext uri="{FF2B5EF4-FFF2-40B4-BE49-F238E27FC236}">
                    <a16:creationId xmlns:a16="http://schemas.microsoft.com/office/drawing/2014/main" id="{B8DB1481-46C4-4509-AFF0-C5F6120B98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4" y="983"/>
                <a:ext cx="10" cy="58"/>
              </a:xfrm>
              <a:custGeom>
                <a:avLst/>
                <a:gdLst>
                  <a:gd name="T0" fmla="*/ 13 w 6"/>
                  <a:gd name="T1" fmla="*/ 0 h 36"/>
                  <a:gd name="T2" fmla="*/ 0 w 6"/>
                  <a:gd name="T3" fmla="*/ 60 h 36"/>
                  <a:gd name="T4" fmla="*/ 8 w 6"/>
                  <a:gd name="T5" fmla="*/ 122 h 36"/>
                  <a:gd name="T6" fmla="*/ 28 w 6"/>
                  <a:gd name="T7" fmla="*/ 150 h 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36">
                    <a:moveTo>
                      <a:pt x="3" y="0"/>
                    </a:moveTo>
                    <a:cubicBezTo>
                      <a:pt x="3" y="5"/>
                      <a:pt x="0" y="6"/>
                      <a:pt x="0" y="14"/>
                    </a:cubicBezTo>
                    <a:cubicBezTo>
                      <a:pt x="1" y="23"/>
                      <a:pt x="2" y="26"/>
                      <a:pt x="2" y="29"/>
                    </a:cubicBezTo>
                    <a:cubicBezTo>
                      <a:pt x="3" y="32"/>
                      <a:pt x="5" y="33"/>
                      <a:pt x="6" y="36"/>
                    </a:cubicBezTo>
                  </a:path>
                </a:pathLst>
              </a:custGeom>
              <a:noFill/>
              <a:ln w="158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242" name="Freeform 1057">
                <a:extLst>
                  <a:ext uri="{FF2B5EF4-FFF2-40B4-BE49-F238E27FC236}">
                    <a16:creationId xmlns:a16="http://schemas.microsoft.com/office/drawing/2014/main" id="{84D672C1-4BDB-4996-AB61-3A68E5C222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5" y="1010"/>
                <a:ext cx="10" cy="28"/>
              </a:xfrm>
              <a:custGeom>
                <a:avLst/>
                <a:gdLst>
                  <a:gd name="T0" fmla="*/ 28 w 6"/>
                  <a:gd name="T1" fmla="*/ 76 h 17"/>
                  <a:gd name="T2" fmla="*/ 5 w 6"/>
                  <a:gd name="T3" fmla="*/ 43 h 17"/>
                  <a:gd name="T4" fmla="*/ 0 w 6"/>
                  <a:gd name="T5" fmla="*/ 0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17">
                    <a:moveTo>
                      <a:pt x="6" y="17"/>
                    </a:moveTo>
                    <a:cubicBezTo>
                      <a:pt x="3" y="15"/>
                      <a:pt x="1" y="14"/>
                      <a:pt x="1" y="10"/>
                    </a:cubicBezTo>
                    <a:cubicBezTo>
                      <a:pt x="1" y="5"/>
                      <a:pt x="0" y="0"/>
                      <a:pt x="0" y="0"/>
                    </a:cubicBezTo>
                  </a:path>
                </a:pathLst>
              </a:custGeom>
              <a:noFill/>
              <a:ln w="158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243" name="Freeform 1058">
                <a:extLst>
                  <a:ext uri="{FF2B5EF4-FFF2-40B4-BE49-F238E27FC236}">
                    <a16:creationId xmlns:a16="http://schemas.microsoft.com/office/drawing/2014/main" id="{FD877BB5-3C51-456A-83B8-005AC3529C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9" y="1021"/>
                <a:ext cx="18" cy="47"/>
              </a:xfrm>
              <a:custGeom>
                <a:avLst/>
                <a:gdLst>
                  <a:gd name="T0" fmla="*/ 47 w 11"/>
                  <a:gd name="T1" fmla="*/ 76 h 29"/>
                  <a:gd name="T2" fmla="*/ 47 w 11"/>
                  <a:gd name="T3" fmla="*/ 84 h 29"/>
                  <a:gd name="T4" fmla="*/ 26 w 11"/>
                  <a:gd name="T5" fmla="*/ 115 h 29"/>
                  <a:gd name="T6" fmla="*/ 0 w 11"/>
                  <a:gd name="T7" fmla="*/ 123 h 29"/>
                  <a:gd name="T8" fmla="*/ 26 w 11"/>
                  <a:gd name="T9" fmla="*/ 0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29">
                    <a:moveTo>
                      <a:pt x="11" y="18"/>
                    </a:moveTo>
                    <a:cubicBezTo>
                      <a:pt x="11" y="19"/>
                      <a:pt x="11" y="19"/>
                      <a:pt x="11" y="20"/>
                    </a:cubicBezTo>
                    <a:cubicBezTo>
                      <a:pt x="9" y="23"/>
                      <a:pt x="7" y="26"/>
                      <a:pt x="6" y="27"/>
                    </a:cubicBezTo>
                    <a:cubicBezTo>
                      <a:pt x="4" y="29"/>
                      <a:pt x="0" y="29"/>
                      <a:pt x="0" y="29"/>
                    </a:cubicBezTo>
                    <a:cubicBezTo>
                      <a:pt x="2" y="22"/>
                      <a:pt x="6" y="0"/>
                      <a:pt x="6" y="0"/>
                    </a:cubicBezTo>
                  </a:path>
                </a:pathLst>
              </a:custGeom>
              <a:solidFill>
                <a:srgbClr val="FEF6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244" name="Freeform 1059">
                <a:extLst>
                  <a:ext uri="{FF2B5EF4-FFF2-40B4-BE49-F238E27FC236}">
                    <a16:creationId xmlns:a16="http://schemas.microsoft.com/office/drawing/2014/main" id="{A8E1FB49-2973-42BC-8C2E-D1AF7F0B1C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1" y="1049"/>
                <a:ext cx="16" cy="19"/>
              </a:xfrm>
              <a:custGeom>
                <a:avLst/>
                <a:gdLst>
                  <a:gd name="T0" fmla="*/ 42 w 10"/>
                  <a:gd name="T1" fmla="*/ 0 h 12"/>
                  <a:gd name="T2" fmla="*/ 26 w 10"/>
                  <a:gd name="T3" fmla="*/ 35 h 12"/>
                  <a:gd name="T4" fmla="*/ 0 w 10"/>
                  <a:gd name="T5" fmla="*/ 48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2">
                    <a:moveTo>
                      <a:pt x="10" y="0"/>
                    </a:moveTo>
                    <a:cubicBezTo>
                      <a:pt x="9" y="4"/>
                      <a:pt x="7" y="8"/>
                      <a:pt x="6" y="9"/>
                    </a:cubicBezTo>
                    <a:cubicBezTo>
                      <a:pt x="4" y="11"/>
                      <a:pt x="0" y="12"/>
                      <a:pt x="0" y="12"/>
                    </a:cubicBezTo>
                  </a:path>
                </a:pathLst>
              </a:custGeom>
              <a:noFill/>
              <a:ln w="4763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245" name="Freeform 1060">
                <a:extLst>
                  <a:ext uri="{FF2B5EF4-FFF2-40B4-BE49-F238E27FC236}">
                    <a16:creationId xmlns:a16="http://schemas.microsoft.com/office/drawing/2014/main" id="{F0A718AA-A337-4C13-969D-8AD1FDBB25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4" y="776"/>
                <a:ext cx="154" cy="137"/>
              </a:xfrm>
              <a:custGeom>
                <a:avLst/>
                <a:gdLst>
                  <a:gd name="T0" fmla="*/ 5 w 95"/>
                  <a:gd name="T1" fmla="*/ 145 h 85"/>
                  <a:gd name="T2" fmla="*/ 81 w 95"/>
                  <a:gd name="T3" fmla="*/ 184 h 85"/>
                  <a:gd name="T4" fmla="*/ 152 w 95"/>
                  <a:gd name="T5" fmla="*/ 213 h 85"/>
                  <a:gd name="T6" fmla="*/ 323 w 95"/>
                  <a:gd name="T7" fmla="*/ 356 h 85"/>
                  <a:gd name="T8" fmla="*/ 297 w 95"/>
                  <a:gd name="T9" fmla="*/ 301 h 85"/>
                  <a:gd name="T10" fmla="*/ 267 w 95"/>
                  <a:gd name="T11" fmla="*/ 255 h 85"/>
                  <a:gd name="T12" fmla="*/ 331 w 95"/>
                  <a:gd name="T13" fmla="*/ 301 h 85"/>
                  <a:gd name="T14" fmla="*/ 302 w 95"/>
                  <a:gd name="T15" fmla="*/ 192 h 85"/>
                  <a:gd name="T16" fmla="*/ 357 w 95"/>
                  <a:gd name="T17" fmla="*/ 251 h 85"/>
                  <a:gd name="T18" fmla="*/ 342 w 95"/>
                  <a:gd name="T19" fmla="*/ 166 h 85"/>
                  <a:gd name="T20" fmla="*/ 397 w 95"/>
                  <a:gd name="T21" fmla="*/ 213 h 85"/>
                  <a:gd name="T22" fmla="*/ 355 w 95"/>
                  <a:gd name="T23" fmla="*/ 135 h 85"/>
                  <a:gd name="T24" fmla="*/ 405 w 95"/>
                  <a:gd name="T25" fmla="*/ 158 h 85"/>
                  <a:gd name="T26" fmla="*/ 323 w 95"/>
                  <a:gd name="T27" fmla="*/ 55 h 85"/>
                  <a:gd name="T28" fmla="*/ 242 w 95"/>
                  <a:gd name="T29" fmla="*/ 16 h 85"/>
                  <a:gd name="T30" fmla="*/ 50 w 95"/>
                  <a:gd name="T31" fmla="*/ 13 h 85"/>
                  <a:gd name="T32" fmla="*/ 102 w 95"/>
                  <a:gd name="T33" fmla="*/ 42 h 85"/>
                  <a:gd name="T34" fmla="*/ 34 w 95"/>
                  <a:gd name="T35" fmla="*/ 55 h 85"/>
                  <a:gd name="T36" fmla="*/ 73 w 95"/>
                  <a:gd name="T37" fmla="*/ 90 h 85"/>
                  <a:gd name="T38" fmla="*/ 26 w 95"/>
                  <a:gd name="T39" fmla="*/ 103 h 85"/>
                  <a:gd name="T40" fmla="*/ 55 w 95"/>
                  <a:gd name="T41" fmla="*/ 137 h 85"/>
                  <a:gd name="T42" fmla="*/ 29 w 95"/>
                  <a:gd name="T43" fmla="*/ 135 h 85"/>
                  <a:gd name="T44" fmla="*/ 34 w 95"/>
                  <a:gd name="T45" fmla="*/ 150 h 85"/>
                  <a:gd name="T46" fmla="*/ 5 w 95"/>
                  <a:gd name="T47" fmla="*/ 143 h 85"/>
                  <a:gd name="T48" fmla="*/ 8 w 95"/>
                  <a:gd name="T49" fmla="*/ 156 h 85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95" h="85">
                    <a:moveTo>
                      <a:pt x="1" y="35"/>
                    </a:moveTo>
                    <a:cubicBezTo>
                      <a:pt x="6" y="40"/>
                      <a:pt x="11" y="43"/>
                      <a:pt x="19" y="44"/>
                    </a:cubicBezTo>
                    <a:cubicBezTo>
                      <a:pt x="25" y="45"/>
                      <a:pt x="30" y="47"/>
                      <a:pt x="36" y="51"/>
                    </a:cubicBezTo>
                    <a:cubicBezTo>
                      <a:pt x="51" y="60"/>
                      <a:pt x="66" y="68"/>
                      <a:pt x="76" y="85"/>
                    </a:cubicBezTo>
                    <a:cubicBezTo>
                      <a:pt x="73" y="82"/>
                      <a:pt x="72" y="76"/>
                      <a:pt x="70" y="72"/>
                    </a:cubicBezTo>
                    <a:cubicBezTo>
                      <a:pt x="68" y="68"/>
                      <a:pt x="65" y="65"/>
                      <a:pt x="63" y="61"/>
                    </a:cubicBezTo>
                    <a:cubicBezTo>
                      <a:pt x="69" y="63"/>
                      <a:pt x="74" y="68"/>
                      <a:pt x="78" y="72"/>
                    </a:cubicBezTo>
                    <a:cubicBezTo>
                      <a:pt x="75" y="63"/>
                      <a:pt x="74" y="54"/>
                      <a:pt x="71" y="46"/>
                    </a:cubicBezTo>
                    <a:cubicBezTo>
                      <a:pt x="76" y="49"/>
                      <a:pt x="80" y="55"/>
                      <a:pt x="84" y="60"/>
                    </a:cubicBezTo>
                    <a:cubicBezTo>
                      <a:pt x="82" y="54"/>
                      <a:pt x="79" y="46"/>
                      <a:pt x="80" y="40"/>
                    </a:cubicBezTo>
                    <a:cubicBezTo>
                      <a:pt x="84" y="41"/>
                      <a:pt x="88" y="48"/>
                      <a:pt x="93" y="51"/>
                    </a:cubicBezTo>
                    <a:cubicBezTo>
                      <a:pt x="90" y="45"/>
                      <a:pt x="84" y="39"/>
                      <a:pt x="83" y="32"/>
                    </a:cubicBezTo>
                    <a:cubicBezTo>
                      <a:pt x="87" y="33"/>
                      <a:pt x="90" y="39"/>
                      <a:pt x="95" y="38"/>
                    </a:cubicBezTo>
                    <a:cubicBezTo>
                      <a:pt x="92" y="30"/>
                      <a:pt x="83" y="19"/>
                      <a:pt x="76" y="13"/>
                    </a:cubicBezTo>
                    <a:cubicBezTo>
                      <a:pt x="70" y="9"/>
                      <a:pt x="63" y="6"/>
                      <a:pt x="57" y="4"/>
                    </a:cubicBezTo>
                    <a:cubicBezTo>
                      <a:pt x="43" y="0"/>
                      <a:pt x="25" y="0"/>
                      <a:pt x="12" y="3"/>
                    </a:cubicBezTo>
                    <a:cubicBezTo>
                      <a:pt x="15" y="6"/>
                      <a:pt x="20" y="7"/>
                      <a:pt x="24" y="10"/>
                    </a:cubicBezTo>
                    <a:cubicBezTo>
                      <a:pt x="19" y="9"/>
                      <a:pt x="13" y="12"/>
                      <a:pt x="8" y="13"/>
                    </a:cubicBezTo>
                    <a:cubicBezTo>
                      <a:pt x="9" y="17"/>
                      <a:pt x="14" y="19"/>
                      <a:pt x="17" y="22"/>
                    </a:cubicBezTo>
                    <a:cubicBezTo>
                      <a:pt x="14" y="23"/>
                      <a:pt x="10" y="23"/>
                      <a:pt x="6" y="25"/>
                    </a:cubicBezTo>
                    <a:cubicBezTo>
                      <a:pt x="8" y="28"/>
                      <a:pt x="11" y="30"/>
                      <a:pt x="13" y="33"/>
                    </a:cubicBezTo>
                    <a:cubicBezTo>
                      <a:pt x="11" y="33"/>
                      <a:pt x="9" y="33"/>
                      <a:pt x="7" y="32"/>
                    </a:cubicBezTo>
                    <a:cubicBezTo>
                      <a:pt x="8" y="33"/>
                      <a:pt x="8" y="35"/>
                      <a:pt x="8" y="36"/>
                    </a:cubicBezTo>
                    <a:cubicBezTo>
                      <a:pt x="5" y="35"/>
                      <a:pt x="3" y="34"/>
                      <a:pt x="1" y="34"/>
                    </a:cubicBezTo>
                    <a:cubicBezTo>
                      <a:pt x="0" y="36"/>
                      <a:pt x="1" y="36"/>
                      <a:pt x="2" y="37"/>
                    </a:cubicBezTo>
                  </a:path>
                </a:pathLst>
              </a:custGeom>
              <a:solidFill>
                <a:srgbClr val="F6EC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246" name="Freeform 1061">
                <a:extLst>
                  <a:ext uri="{FF2B5EF4-FFF2-40B4-BE49-F238E27FC236}">
                    <a16:creationId xmlns:a16="http://schemas.microsoft.com/office/drawing/2014/main" id="{BA5850E9-EC4A-42A6-B2A6-112CCCDED3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6" y="789"/>
                <a:ext cx="102" cy="136"/>
              </a:xfrm>
              <a:custGeom>
                <a:avLst/>
                <a:gdLst>
                  <a:gd name="T0" fmla="*/ 55 w 63"/>
                  <a:gd name="T1" fmla="*/ 238 h 84"/>
                  <a:gd name="T2" fmla="*/ 34 w 63"/>
                  <a:gd name="T3" fmla="*/ 343 h 84"/>
                  <a:gd name="T4" fmla="*/ 105 w 63"/>
                  <a:gd name="T5" fmla="*/ 251 h 84"/>
                  <a:gd name="T6" fmla="*/ 68 w 63"/>
                  <a:gd name="T7" fmla="*/ 356 h 84"/>
                  <a:gd name="T8" fmla="*/ 102 w 63"/>
                  <a:gd name="T9" fmla="*/ 301 h 84"/>
                  <a:gd name="T10" fmla="*/ 144 w 63"/>
                  <a:gd name="T11" fmla="*/ 246 h 84"/>
                  <a:gd name="T12" fmla="*/ 139 w 63"/>
                  <a:gd name="T13" fmla="*/ 254 h 84"/>
                  <a:gd name="T14" fmla="*/ 186 w 63"/>
                  <a:gd name="T15" fmla="*/ 191 h 84"/>
                  <a:gd name="T16" fmla="*/ 194 w 63"/>
                  <a:gd name="T17" fmla="*/ 220 h 84"/>
                  <a:gd name="T18" fmla="*/ 225 w 63"/>
                  <a:gd name="T19" fmla="*/ 152 h 84"/>
                  <a:gd name="T20" fmla="*/ 262 w 63"/>
                  <a:gd name="T21" fmla="*/ 94 h 84"/>
                  <a:gd name="T22" fmla="*/ 259 w 63"/>
                  <a:gd name="T23" fmla="*/ 118 h 84"/>
                  <a:gd name="T24" fmla="*/ 262 w 63"/>
                  <a:gd name="T25" fmla="*/ 47 h 84"/>
                  <a:gd name="T26" fmla="*/ 225 w 63"/>
                  <a:gd name="T27" fmla="*/ 50 h 84"/>
                  <a:gd name="T28" fmla="*/ 204 w 63"/>
                  <a:gd name="T29" fmla="*/ 8 h 84"/>
                  <a:gd name="T30" fmla="*/ 165 w 63"/>
                  <a:gd name="T31" fmla="*/ 13 h 84"/>
                  <a:gd name="T32" fmla="*/ 76 w 63"/>
                  <a:gd name="T33" fmla="*/ 94 h 84"/>
                  <a:gd name="T34" fmla="*/ 0 w 63"/>
                  <a:gd name="T35" fmla="*/ 254 h 84"/>
                  <a:gd name="T36" fmla="*/ 55 w 63"/>
                  <a:gd name="T37" fmla="*/ 186 h 84"/>
                  <a:gd name="T38" fmla="*/ 16 w 63"/>
                  <a:gd name="T39" fmla="*/ 272 h 84"/>
                  <a:gd name="T40" fmla="*/ 39 w 63"/>
                  <a:gd name="T41" fmla="*/ 251 h 84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63" h="84">
                    <a:moveTo>
                      <a:pt x="13" y="56"/>
                    </a:moveTo>
                    <a:cubicBezTo>
                      <a:pt x="12" y="64"/>
                      <a:pt x="6" y="72"/>
                      <a:pt x="8" y="81"/>
                    </a:cubicBezTo>
                    <a:cubicBezTo>
                      <a:pt x="13" y="74"/>
                      <a:pt x="17" y="65"/>
                      <a:pt x="25" y="59"/>
                    </a:cubicBezTo>
                    <a:cubicBezTo>
                      <a:pt x="21" y="66"/>
                      <a:pt x="15" y="77"/>
                      <a:pt x="16" y="84"/>
                    </a:cubicBezTo>
                    <a:cubicBezTo>
                      <a:pt x="19" y="80"/>
                      <a:pt x="22" y="75"/>
                      <a:pt x="24" y="71"/>
                    </a:cubicBezTo>
                    <a:cubicBezTo>
                      <a:pt x="27" y="67"/>
                      <a:pt x="32" y="63"/>
                      <a:pt x="34" y="58"/>
                    </a:cubicBezTo>
                    <a:cubicBezTo>
                      <a:pt x="34" y="59"/>
                      <a:pt x="34" y="59"/>
                      <a:pt x="33" y="60"/>
                    </a:cubicBezTo>
                    <a:cubicBezTo>
                      <a:pt x="36" y="54"/>
                      <a:pt x="40" y="49"/>
                      <a:pt x="44" y="45"/>
                    </a:cubicBezTo>
                    <a:cubicBezTo>
                      <a:pt x="45" y="47"/>
                      <a:pt x="45" y="50"/>
                      <a:pt x="46" y="52"/>
                    </a:cubicBezTo>
                    <a:cubicBezTo>
                      <a:pt x="50" y="48"/>
                      <a:pt x="50" y="41"/>
                      <a:pt x="53" y="36"/>
                    </a:cubicBezTo>
                    <a:cubicBezTo>
                      <a:pt x="55" y="31"/>
                      <a:pt x="58" y="26"/>
                      <a:pt x="62" y="22"/>
                    </a:cubicBezTo>
                    <a:cubicBezTo>
                      <a:pt x="62" y="24"/>
                      <a:pt x="61" y="26"/>
                      <a:pt x="61" y="28"/>
                    </a:cubicBezTo>
                    <a:cubicBezTo>
                      <a:pt x="61" y="23"/>
                      <a:pt x="63" y="17"/>
                      <a:pt x="62" y="11"/>
                    </a:cubicBezTo>
                    <a:cubicBezTo>
                      <a:pt x="59" y="10"/>
                      <a:pt x="56" y="13"/>
                      <a:pt x="53" y="12"/>
                    </a:cubicBezTo>
                    <a:cubicBezTo>
                      <a:pt x="52" y="7"/>
                      <a:pt x="53" y="4"/>
                      <a:pt x="48" y="2"/>
                    </a:cubicBezTo>
                    <a:cubicBezTo>
                      <a:pt x="44" y="0"/>
                      <a:pt x="43" y="1"/>
                      <a:pt x="39" y="3"/>
                    </a:cubicBezTo>
                    <a:cubicBezTo>
                      <a:pt x="30" y="7"/>
                      <a:pt x="24" y="14"/>
                      <a:pt x="18" y="22"/>
                    </a:cubicBezTo>
                    <a:cubicBezTo>
                      <a:pt x="10" y="34"/>
                      <a:pt x="2" y="45"/>
                      <a:pt x="0" y="60"/>
                    </a:cubicBezTo>
                    <a:cubicBezTo>
                      <a:pt x="1" y="54"/>
                      <a:pt x="8" y="47"/>
                      <a:pt x="13" y="44"/>
                    </a:cubicBezTo>
                    <a:cubicBezTo>
                      <a:pt x="9" y="49"/>
                      <a:pt x="4" y="57"/>
                      <a:pt x="4" y="64"/>
                    </a:cubicBezTo>
                    <a:cubicBezTo>
                      <a:pt x="7" y="64"/>
                      <a:pt x="7" y="61"/>
                      <a:pt x="9" y="59"/>
                    </a:cubicBezTo>
                  </a:path>
                </a:pathLst>
              </a:custGeom>
              <a:solidFill>
                <a:srgbClr val="F6EC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247" name="Freeform 1062">
                <a:extLst>
                  <a:ext uri="{FF2B5EF4-FFF2-40B4-BE49-F238E27FC236}">
                    <a16:creationId xmlns:a16="http://schemas.microsoft.com/office/drawing/2014/main" id="{4F81D4FB-3164-4FC7-85A5-B6BC02E0DD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8" y="787"/>
                <a:ext cx="4" cy="42"/>
              </a:xfrm>
              <a:custGeom>
                <a:avLst/>
                <a:gdLst>
                  <a:gd name="T0" fmla="*/ 0 w 3"/>
                  <a:gd name="T1" fmla="*/ 0 h 26"/>
                  <a:gd name="T2" fmla="*/ 5 w 3"/>
                  <a:gd name="T3" fmla="*/ 63 h 26"/>
                  <a:gd name="T4" fmla="*/ 7 w 3"/>
                  <a:gd name="T5" fmla="*/ 110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26">
                    <a:moveTo>
                      <a:pt x="0" y="0"/>
                    </a:moveTo>
                    <a:cubicBezTo>
                      <a:pt x="1" y="5"/>
                      <a:pt x="1" y="10"/>
                      <a:pt x="2" y="15"/>
                    </a:cubicBezTo>
                    <a:cubicBezTo>
                      <a:pt x="2" y="19"/>
                      <a:pt x="3" y="22"/>
                      <a:pt x="3" y="26"/>
                    </a:cubicBezTo>
                  </a:path>
                </a:pathLst>
              </a:custGeom>
              <a:noFill/>
              <a:ln w="1588" cap="rnd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248" name="Freeform 1063">
                <a:extLst>
                  <a:ext uri="{FF2B5EF4-FFF2-40B4-BE49-F238E27FC236}">
                    <a16:creationId xmlns:a16="http://schemas.microsoft.com/office/drawing/2014/main" id="{A00C29B6-4F57-43FE-9685-60AA842985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6" y="1005"/>
                <a:ext cx="33" cy="138"/>
              </a:xfrm>
              <a:custGeom>
                <a:avLst/>
                <a:gdLst>
                  <a:gd name="T0" fmla="*/ 35 w 20"/>
                  <a:gd name="T1" fmla="*/ 0 h 85"/>
                  <a:gd name="T2" fmla="*/ 71 w 20"/>
                  <a:gd name="T3" fmla="*/ 172 h 85"/>
                  <a:gd name="T4" fmla="*/ 68 w 20"/>
                  <a:gd name="T5" fmla="*/ 359 h 8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85">
                    <a:moveTo>
                      <a:pt x="8" y="0"/>
                    </a:moveTo>
                    <a:cubicBezTo>
                      <a:pt x="15" y="11"/>
                      <a:pt x="20" y="27"/>
                      <a:pt x="16" y="40"/>
                    </a:cubicBezTo>
                    <a:cubicBezTo>
                      <a:pt x="14" y="46"/>
                      <a:pt x="0" y="85"/>
                      <a:pt x="15" y="84"/>
                    </a:cubicBezTo>
                  </a:path>
                </a:pathLst>
              </a:custGeom>
              <a:noFill/>
              <a:ln w="1588" cap="rnd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249" name="Freeform 1064">
                <a:extLst>
                  <a:ext uri="{FF2B5EF4-FFF2-40B4-BE49-F238E27FC236}">
                    <a16:creationId xmlns:a16="http://schemas.microsoft.com/office/drawing/2014/main" id="{F22A6F9E-A420-43B2-A3F3-170DD278D4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9" y="1054"/>
                <a:ext cx="56" cy="103"/>
              </a:xfrm>
              <a:custGeom>
                <a:avLst/>
                <a:gdLst>
                  <a:gd name="T0" fmla="*/ 138 w 35"/>
                  <a:gd name="T1" fmla="*/ 0 h 64"/>
                  <a:gd name="T2" fmla="*/ 110 w 35"/>
                  <a:gd name="T3" fmla="*/ 267 h 6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5" h="64">
                    <a:moveTo>
                      <a:pt x="34" y="0"/>
                    </a:moveTo>
                    <a:cubicBezTo>
                      <a:pt x="35" y="16"/>
                      <a:pt x="0" y="55"/>
                      <a:pt x="27" y="64"/>
                    </a:cubicBezTo>
                  </a:path>
                </a:pathLst>
              </a:custGeom>
              <a:noFill/>
              <a:ln w="1588" cap="rnd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250" name="Freeform 1065">
                <a:extLst>
                  <a:ext uri="{FF2B5EF4-FFF2-40B4-BE49-F238E27FC236}">
                    <a16:creationId xmlns:a16="http://schemas.microsoft.com/office/drawing/2014/main" id="{EEBB4809-8CEF-41AB-8351-79F3D5EA62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0" y="1083"/>
                <a:ext cx="25" cy="68"/>
              </a:xfrm>
              <a:custGeom>
                <a:avLst/>
                <a:gdLst>
                  <a:gd name="T0" fmla="*/ 47 w 15"/>
                  <a:gd name="T1" fmla="*/ 0 h 42"/>
                  <a:gd name="T2" fmla="*/ 63 w 15"/>
                  <a:gd name="T3" fmla="*/ 47 h 42"/>
                  <a:gd name="T4" fmla="*/ 63 w 15"/>
                  <a:gd name="T5" fmla="*/ 115 h 42"/>
                  <a:gd name="T6" fmla="*/ 0 w 15"/>
                  <a:gd name="T7" fmla="*/ 178 h 4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42">
                    <a:moveTo>
                      <a:pt x="10" y="0"/>
                    </a:moveTo>
                    <a:cubicBezTo>
                      <a:pt x="10" y="3"/>
                      <a:pt x="13" y="7"/>
                      <a:pt x="14" y="11"/>
                    </a:cubicBezTo>
                    <a:cubicBezTo>
                      <a:pt x="14" y="16"/>
                      <a:pt x="15" y="22"/>
                      <a:pt x="14" y="27"/>
                    </a:cubicBezTo>
                    <a:cubicBezTo>
                      <a:pt x="13" y="35"/>
                      <a:pt x="9" y="40"/>
                      <a:pt x="0" y="42"/>
                    </a:cubicBezTo>
                  </a:path>
                </a:pathLst>
              </a:custGeom>
              <a:noFill/>
              <a:ln w="1588" cap="rnd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251" name="Freeform 1066">
                <a:extLst>
                  <a:ext uri="{FF2B5EF4-FFF2-40B4-BE49-F238E27FC236}">
                    <a16:creationId xmlns:a16="http://schemas.microsoft.com/office/drawing/2014/main" id="{A5EAD35F-D525-497F-B6F4-D991265C53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8" y="1107"/>
                <a:ext cx="20" cy="55"/>
              </a:xfrm>
              <a:custGeom>
                <a:avLst/>
                <a:gdLst>
                  <a:gd name="T0" fmla="*/ 37 w 12"/>
                  <a:gd name="T1" fmla="*/ 0 h 34"/>
                  <a:gd name="T2" fmla="*/ 50 w 12"/>
                  <a:gd name="T3" fmla="*/ 84 h 34"/>
                  <a:gd name="T4" fmla="*/ 0 w 12"/>
                  <a:gd name="T5" fmla="*/ 144 h 3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34">
                    <a:moveTo>
                      <a:pt x="8" y="0"/>
                    </a:moveTo>
                    <a:cubicBezTo>
                      <a:pt x="11" y="5"/>
                      <a:pt x="12" y="14"/>
                      <a:pt x="11" y="20"/>
                    </a:cubicBezTo>
                    <a:cubicBezTo>
                      <a:pt x="11" y="28"/>
                      <a:pt x="8" y="31"/>
                      <a:pt x="0" y="34"/>
                    </a:cubicBezTo>
                  </a:path>
                </a:pathLst>
              </a:custGeom>
              <a:noFill/>
              <a:ln w="1588" cap="rnd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252" name="Freeform 1067">
                <a:extLst>
                  <a:ext uri="{FF2B5EF4-FFF2-40B4-BE49-F238E27FC236}">
                    <a16:creationId xmlns:a16="http://schemas.microsoft.com/office/drawing/2014/main" id="{9C0B4830-ADA1-4885-8F1D-CFD799C65E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8" y="1054"/>
                <a:ext cx="44" cy="121"/>
              </a:xfrm>
              <a:custGeom>
                <a:avLst/>
                <a:gdLst>
                  <a:gd name="T0" fmla="*/ 104 w 27"/>
                  <a:gd name="T1" fmla="*/ 0 h 75"/>
                  <a:gd name="T2" fmla="*/ 75 w 27"/>
                  <a:gd name="T3" fmla="*/ 81 h 75"/>
                  <a:gd name="T4" fmla="*/ 42 w 27"/>
                  <a:gd name="T5" fmla="*/ 158 h 75"/>
                  <a:gd name="T6" fmla="*/ 47 w 27"/>
                  <a:gd name="T7" fmla="*/ 247 h 75"/>
                  <a:gd name="T8" fmla="*/ 68 w 27"/>
                  <a:gd name="T9" fmla="*/ 310 h 75"/>
                  <a:gd name="T10" fmla="*/ 8 w 27"/>
                  <a:gd name="T11" fmla="*/ 273 h 75"/>
                  <a:gd name="T12" fmla="*/ 8 w 27"/>
                  <a:gd name="T13" fmla="*/ 226 h 75"/>
                  <a:gd name="T14" fmla="*/ 5 w 27"/>
                  <a:gd name="T15" fmla="*/ 179 h 75"/>
                  <a:gd name="T16" fmla="*/ 34 w 27"/>
                  <a:gd name="T17" fmla="*/ 105 h 75"/>
                  <a:gd name="T18" fmla="*/ 47 w 27"/>
                  <a:gd name="T19" fmla="*/ 68 h 75"/>
                  <a:gd name="T20" fmla="*/ 77 w 27"/>
                  <a:gd name="T21" fmla="*/ 42 h 75"/>
                  <a:gd name="T22" fmla="*/ 104 w 27"/>
                  <a:gd name="T23" fmla="*/ 13 h 7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7" h="75">
                    <a:moveTo>
                      <a:pt x="24" y="0"/>
                    </a:moveTo>
                    <a:cubicBezTo>
                      <a:pt x="27" y="8"/>
                      <a:pt x="21" y="13"/>
                      <a:pt x="17" y="19"/>
                    </a:cubicBezTo>
                    <a:cubicBezTo>
                      <a:pt x="14" y="24"/>
                      <a:pt x="12" y="32"/>
                      <a:pt x="10" y="38"/>
                    </a:cubicBezTo>
                    <a:cubicBezTo>
                      <a:pt x="7" y="46"/>
                      <a:pt x="8" y="52"/>
                      <a:pt x="11" y="59"/>
                    </a:cubicBezTo>
                    <a:cubicBezTo>
                      <a:pt x="13" y="63"/>
                      <a:pt x="24" y="72"/>
                      <a:pt x="16" y="74"/>
                    </a:cubicBezTo>
                    <a:cubicBezTo>
                      <a:pt x="11" y="75"/>
                      <a:pt x="3" y="70"/>
                      <a:pt x="2" y="65"/>
                    </a:cubicBezTo>
                    <a:cubicBezTo>
                      <a:pt x="1" y="62"/>
                      <a:pt x="2" y="58"/>
                      <a:pt x="2" y="54"/>
                    </a:cubicBezTo>
                    <a:cubicBezTo>
                      <a:pt x="2" y="51"/>
                      <a:pt x="0" y="47"/>
                      <a:pt x="1" y="43"/>
                    </a:cubicBezTo>
                    <a:cubicBezTo>
                      <a:pt x="1" y="37"/>
                      <a:pt x="5" y="30"/>
                      <a:pt x="8" y="25"/>
                    </a:cubicBezTo>
                    <a:cubicBezTo>
                      <a:pt x="9" y="22"/>
                      <a:pt x="10" y="19"/>
                      <a:pt x="11" y="16"/>
                    </a:cubicBezTo>
                    <a:cubicBezTo>
                      <a:pt x="13" y="13"/>
                      <a:pt x="15" y="13"/>
                      <a:pt x="18" y="10"/>
                    </a:cubicBezTo>
                    <a:cubicBezTo>
                      <a:pt x="20" y="8"/>
                      <a:pt x="21" y="5"/>
                      <a:pt x="24" y="3"/>
                    </a:cubicBezTo>
                  </a:path>
                </a:pathLst>
              </a:custGeom>
              <a:solidFill>
                <a:srgbClr val="E5CF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253" name="Freeform 1068">
                <a:extLst>
                  <a:ext uri="{FF2B5EF4-FFF2-40B4-BE49-F238E27FC236}">
                    <a16:creationId xmlns:a16="http://schemas.microsoft.com/office/drawing/2014/main" id="{43A585C9-9574-4860-B544-8E571C14A7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5" y="1078"/>
                <a:ext cx="47" cy="95"/>
              </a:xfrm>
              <a:custGeom>
                <a:avLst/>
                <a:gdLst>
                  <a:gd name="T0" fmla="*/ 60 w 29"/>
                  <a:gd name="T1" fmla="*/ 5 h 59"/>
                  <a:gd name="T2" fmla="*/ 76 w 29"/>
                  <a:gd name="T3" fmla="*/ 63 h 59"/>
                  <a:gd name="T4" fmla="*/ 84 w 29"/>
                  <a:gd name="T5" fmla="*/ 122 h 59"/>
                  <a:gd name="T6" fmla="*/ 84 w 29"/>
                  <a:gd name="T7" fmla="*/ 171 h 59"/>
                  <a:gd name="T8" fmla="*/ 55 w 29"/>
                  <a:gd name="T9" fmla="*/ 217 h 59"/>
                  <a:gd name="T10" fmla="*/ 0 w 29"/>
                  <a:gd name="T11" fmla="*/ 230 h 59"/>
                  <a:gd name="T12" fmla="*/ 60 w 29"/>
                  <a:gd name="T13" fmla="*/ 242 h 59"/>
                  <a:gd name="T14" fmla="*/ 107 w 29"/>
                  <a:gd name="T15" fmla="*/ 213 h 59"/>
                  <a:gd name="T16" fmla="*/ 123 w 29"/>
                  <a:gd name="T17" fmla="*/ 163 h 59"/>
                  <a:gd name="T18" fmla="*/ 115 w 29"/>
                  <a:gd name="T19" fmla="*/ 116 h 59"/>
                  <a:gd name="T20" fmla="*/ 102 w 29"/>
                  <a:gd name="T21" fmla="*/ 81 h 59"/>
                  <a:gd name="T22" fmla="*/ 84 w 29"/>
                  <a:gd name="T23" fmla="*/ 50 h 59"/>
                  <a:gd name="T24" fmla="*/ 63 w 29"/>
                  <a:gd name="T25" fmla="*/ 5 h 59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9" h="59">
                    <a:moveTo>
                      <a:pt x="14" y="1"/>
                    </a:moveTo>
                    <a:cubicBezTo>
                      <a:pt x="15" y="6"/>
                      <a:pt x="17" y="10"/>
                      <a:pt x="18" y="15"/>
                    </a:cubicBezTo>
                    <a:cubicBezTo>
                      <a:pt x="19" y="20"/>
                      <a:pt x="20" y="24"/>
                      <a:pt x="20" y="29"/>
                    </a:cubicBezTo>
                    <a:cubicBezTo>
                      <a:pt x="21" y="33"/>
                      <a:pt x="22" y="37"/>
                      <a:pt x="20" y="41"/>
                    </a:cubicBezTo>
                    <a:cubicBezTo>
                      <a:pt x="19" y="46"/>
                      <a:pt x="17" y="49"/>
                      <a:pt x="13" y="52"/>
                    </a:cubicBezTo>
                    <a:cubicBezTo>
                      <a:pt x="10" y="55"/>
                      <a:pt x="4" y="55"/>
                      <a:pt x="0" y="55"/>
                    </a:cubicBezTo>
                    <a:cubicBezTo>
                      <a:pt x="3" y="58"/>
                      <a:pt x="9" y="59"/>
                      <a:pt x="14" y="58"/>
                    </a:cubicBezTo>
                    <a:cubicBezTo>
                      <a:pt x="18" y="57"/>
                      <a:pt x="22" y="55"/>
                      <a:pt x="25" y="51"/>
                    </a:cubicBezTo>
                    <a:cubicBezTo>
                      <a:pt x="27" y="47"/>
                      <a:pt x="29" y="45"/>
                      <a:pt x="29" y="39"/>
                    </a:cubicBezTo>
                    <a:cubicBezTo>
                      <a:pt x="29" y="36"/>
                      <a:pt x="29" y="32"/>
                      <a:pt x="27" y="28"/>
                    </a:cubicBezTo>
                    <a:cubicBezTo>
                      <a:pt x="26" y="25"/>
                      <a:pt x="25" y="22"/>
                      <a:pt x="24" y="19"/>
                    </a:cubicBezTo>
                    <a:cubicBezTo>
                      <a:pt x="23" y="16"/>
                      <a:pt x="21" y="14"/>
                      <a:pt x="20" y="12"/>
                    </a:cubicBezTo>
                    <a:cubicBezTo>
                      <a:pt x="19" y="10"/>
                      <a:pt x="17" y="0"/>
                      <a:pt x="15" y="1"/>
                    </a:cubicBezTo>
                  </a:path>
                </a:pathLst>
              </a:custGeom>
              <a:solidFill>
                <a:srgbClr val="E5CF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254" name="Freeform 1069">
                <a:extLst>
                  <a:ext uri="{FF2B5EF4-FFF2-40B4-BE49-F238E27FC236}">
                    <a16:creationId xmlns:a16="http://schemas.microsoft.com/office/drawing/2014/main" id="{726C5EFC-5800-453A-B8D5-A3C94707BD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6" y="1144"/>
                <a:ext cx="34" cy="15"/>
              </a:xfrm>
              <a:custGeom>
                <a:avLst/>
                <a:gdLst>
                  <a:gd name="T0" fmla="*/ 0 w 21"/>
                  <a:gd name="T1" fmla="*/ 22 h 9"/>
                  <a:gd name="T2" fmla="*/ 55 w 21"/>
                  <a:gd name="T3" fmla="*/ 37 h 9"/>
                  <a:gd name="T4" fmla="*/ 89 w 21"/>
                  <a:gd name="T5" fmla="*/ 0 h 9"/>
                  <a:gd name="T6" fmla="*/ 39 w 21"/>
                  <a:gd name="T7" fmla="*/ 33 h 9"/>
                  <a:gd name="T8" fmla="*/ 0 w 21"/>
                  <a:gd name="T9" fmla="*/ 22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9">
                    <a:moveTo>
                      <a:pt x="0" y="5"/>
                    </a:moveTo>
                    <a:cubicBezTo>
                      <a:pt x="4" y="7"/>
                      <a:pt x="8" y="9"/>
                      <a:pt x="13" y="8"/>
                    </a:cubicBezTo>
                    <a:cubicBezTo>
                      <a:pt x="18" y="7"/>
                      <a:pt x="20" y="4"/>
                      <a:pt x="21" y="0"/>
                    </a:cubicBezTo>
                    <a:cubicBezTo>
                      <a:pt x="17" y="3"/>
                      <a:pt x="14" y="6"/>
                      <a:pt x="9" y="7"/>
                    </a:cubicBezTo>
                    <a:cubicBezTo>
                      <a:pt x="7" y="7"/>
                      <a:pt x="2" y="6"/>
                      <a:pt x="0" y="5"/>
                    </a:cubicBezTo>
                  </a:path>
                </a:pathLst>
              </a:custGeom>
              <a:solidFill>
                <a:srgbClr val="E5CF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255" name="Freeform 1070">
                <a:extLst>
                  <a:ext uri="{FF2B5EF4-FFF2-40B4-BE49-F238E27FC236}">
                    <a16:creationId xmlns:a16="http://schemas.microsoft.com/office/drawing/2014/main" id="{E441274F-8ADD-4D75-8B62-F13EA18FE7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6" y="1130"/>
                <a:ext cx="31" cy="16"/>
              </a:xfrm>
              <a:custGeom>
                <a:avLst/>
                <a:gdLst>
                  <a:gd name="T0" fmla="*/ 0 w 19"/>
                  <a:gd name="T1" fmla="*/ 16 h 10"/>
                  <a:gd name="T2" fmla="*/ 55 w 19"/>
                  <a:gd name="T3" fmla="*/ 34 h 10"/>
                  <a:gd name="T4" fmla="*/ 83 w 19"/>
                  <a:gd name="T5" fmla="*/ 0 h 10"/>
                  <a:gd name="T6" fmla="*/ 39 w 19"/>
                  <a:gd name="T7" fmla="*/ 29 h 10"/>
                  <a:gd name="T8" fmla="*/ 5 w 19"/>
                  <a:gd name="T9" fmla="*/ 21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10">
                    <a:moveTo>
                      <a:pt x="0" y="4"/>
                    </a:moveTo>
                    <a:cubicBezTo>
                      <a:pt x="3" y="8"/>
                      <a:pt x="8" y="10"/>
                      <a:pt x="13" y="8"/>
                    </a:cubicBezTo>
                    <a:cubicBezTo>
                      <a:pt x="15" y="7"/>
                      <a:pt x="19" y="3"/>
                      <a:pt x="19" y="0"/>
                    </a:cubicBezTo>
                    <a:cubicBezTo>
                      <a:pt x="16" y="3"/>
                      <a:pt x="13" y="6"/>
                      <a:pt x="9" y="7"/>
                    </a:cubicBezTo>
                    <a:cubicBezTo>
                      <a:pt x="7" y="7"/>
                      <a:pt x="3" y="7"/>
                      <a:pt x="1" y="5"/>
                    </a:cubicBezTo>
                  </a:path>
                </a:pathLst>
              </a:custGeom>
              <a:solidFill>
                <a:srgbClr val="E5CF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256" name="Freeform 1071">
                <a:extLst>
                  <a:ext uri="{FF2B5EF4-FFF2-40B4-BE49-F238E27FC236}">
                    <a16:creationId xmlns:a16="http://schemas.microsoft.com/office/drawing/2014/main" id="{6E37CEB2-35AD-4004-AC9C-678974DFE0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9" y="1123"/>
                <a:ext cx="43" cy="36"/>
              </a:xfrm>
              <a:custGeom>
                <a:avLst/>
                <a:gdLst>
                  <a:gd name="T0" fmla="*/ 5 w 26"/>
                  <a:gd name="T1" fmla="*/ 0 h 22"/>
                  <a:gd name="T2" fmla="*/ 0 w 26"/>
                  <a:gd name="T3" fmla="*/ 41 h 22"/>
                  <a:gd name="T4" fmla="*/ 28 w 26"/>
                  <a:gd name="T5" fmla="*/ 70 h 22"/>
                  <a:gd name="T6" fmla="*/ 117 w 26"/>
                  <a:gd name="T7" fmla="*/ 97 h 22"/>
                  <a:gd name="T8" fmla="*/ 5 w 26"/>
                  <a:gd name="T9" fmla="*/ 8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22">
                    <a:moveTo>
                      <a:pt x="1" y="0"/>
                    </a:moveTo>
                    <a:cubicBezTo>
                      <a:pt x="0" y="3"/>
                      <a:pt x="0" y="7"/>
                      <a:pt x="0" y="9"/>
                    </a:cubicBezTo>
                    <a:cubicBezTo>
                      <a:pt x="1" y="12"/>
                      <a:pt x="4" y="14"/>
                      <a:pt x="6" y="16"/>
                    </a:cubicBezTo>
                    <a:cubicBezTo>
                      <a:pt x="12" y="21"/>
                      <a:pt x="19" y="22"/>
                      <a:pt x="26" y="22"/>
                    </a:cubicBezTo>
                    <a:cubicBezTo>
                      <a:pt x="16" y="20"/>
                      <a:pt x="0" y="13"/>
                      <a:pt x="1" y="2"/>
                    </a:cubicBezTo>
                  </a:path>
                </a:pathLst>
              </a:custGeom>
              <a:solidFill>
                <a:srgbClr val="E5CF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257" name="Freeform 1072">
                <a:extLst>
                  <a:ext uri="{FF2B5EF4-FFF2-40B4-BE49-F238E27FC236}">
                    <a16:creationId xmlns:a16="http://schemas.microsoft.com/office/drawing/2014/main" id="{CE1060DF-55B8-4DE0-BFB6-FA7CC16E22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2" y="1110"/>
                <a:ext cx="36" cy="33"/>
              </a:xfrm>
              <a:custGeom>
                <a:avLst/>
                <a:gdLst>
                  <a:gd name="T0" fmla="*/ 8 w 22"/>
                  <a:gd name="T1" fmla="*/ 0 h 20"/>
                  <a:gd name="T2" fmla="*/ 34 w 22"/>
                  <a:gd name="T3" fmla="*/ 71 h 20"/>
                  <a:gd name="T4" fmla="*/ 97 w 22"/>
                  <a:gd name="T5" fmla="*/ 71 h 20"/>
                  <a:gd name="T6" fmla="*/ 5 w 22"/>
                  <a:gd name="T7" fmla="*/ 8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" h="20">
                    <a:moveTo>
                      <a:pt x="2" y="0"/>
                    </a:moveTo>
                    <a:cubicBezTo>
                      <a:pt x="0" y="6"/>
                      <a:pt x="3" y="13"/>
                      <a:pt x="8" y="16"/>
                    </a:cubicBezTo>
                    <a:cubicBezTo>
                      <a:pt x="12" y="19"/>
                      <a:pt x="19" y="20"/>
                      <a:pt x="22" y="16"/>
                    </a:cubicBezTo>
                    <a:cubicBezTo>
                      <a:pt x="14" y="18"/>
                      <a:pt x="1" y="12"/>
                      <a:pt x="1" y="2"/>
                    </a:cubicBezTo>
                  </a:path>
                </a:pathLst>
              </a:custGeom>
              <a:solidFill>
                <a:srgbClr val="E5CF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258" name="Freeform 1073">
                <a:extLst>
                  <a:ext uri="{FF2B5EF4-FFF2-40B4-BE49-F238E27FC236}">
                    <a16:creationId xmlns:a16="http://schemas.microsoft.com/office/drawing/2014/main" id="{B822351C-DE94-4C85-BEEE-EA987E9804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6" y="891"/>
                <a:ext cx="75" cy="168"/>
              </a:xfrm>
              <a:custGeom>
                <a:avLst/>
                <a:gdLst>
                  <a:gd name="T0" fmla="*/ 0 w 46"/>
                  <a:gd name="T1" fmla="*/ 5 h 104"/>
                  <a:gd name="T2" fmla="*/ 111 w 46"/>
                  <a:gd name="T3" fmla="*/ 207 h 104"/>
                  <a:gd name="T4" fmla="*/ 181 w 46"/>
                  <a:gd name="T5" fmla="*/ 355 h 104"/>
                  <a:gd name="T6" fmla="*/ 199 w 46"/>
                  <a:gd name="T7" fmla="*/ 438 h 104"/>
                  <a:gd name="T8" fmla="*/ 186 w 46"/>
                  <a:gd name="T9" fmla="*/ 355 h 104"/>
                  <a:gd name="T10" fmla="*/ 147 w 46"/>
                  <a:gd name="T11" fmla="*/ 267 h 104"/>
                  <a:gd name="T12" fmla="*/ 104 w 46"/>
                  <a:gd name="T13" fmla="*/ 149 h 104"/>
                  <a:gd name="T14" fmla="*/ 55 w 46"/>
                  <a:gd name="T15" fmla="*/ 55 h 104"/>
                  <a:gd name="T16" fmla="*/ 0 w 46"/>
                  <a:gd name="T17" fmla="*/ 0 h 10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6" h="104">
                    <a:moveTo>
                      <a:pt x="0" y="1"/>
                    </a:moveTo>
                    <a:cubicBezTo>
                      <a:pt x="12" y="13"/>
                      <a:pt x="21" y="33"/>
                      <a:pt x="26" y="49"/>
                    </a:cubicBezTo>
                    <a:cubicBezTo>
                      <a:pt x="31" y="63"/>
                      <a:pt x="35" y="71"/>
                      <a:pt x="42" y="84"/>
                    </a:cubicBezTo>
                    <a:cubicBezTo>
                      <a:pt x="45" y="90"/>
                      <a:pt x="46" y="97"/>
                      <a:pt x="46" y="104"/>
                    </a:cubicBezTo>
                    <a:cubicBezTo>
                      <a:pt x="46" y="97"/>
                      <a:pt x="46" y="91"/>
                      <a:pt x="43" y="84"/>
                    </a:cubicBezTo>
                    <a:cubicBezTo>
                      <a:pt x="40" y="77"/>
                      <a:pt x="37" y="70"/>
                      <a:pt x="34" y="63"/>
                    </a:cubicBezTo>
                    <a:cubicBezTo>
                      <a:pt x="31" y="54"/>
                      <a:pt x="27" y="44"/>
                      <a:pt x="24" y="35"/>
                    </a:cubicBezTo>
                    <a:cubicBezTo>
                      <a:pt x="21" y="28"/>
                      <a:pt x="18" y="19"/>
                      <a:pt x="13" y="13"/>
                    </a:cubicBezTo>
                    <a:cubicBezTo>
                      <a:pt x="9" y="9"/>
                      <a:pt x="5" y="2"/>
                      <a:pt x="0" y="0"/>
                    </a:cubicBezTo>
                  </a:path>
                </a:pathLst>
              </a:custGeom>
              <a:solidFill>
                <a:srgbClr val="E5CF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259" name="Freeform 1074">
                <a:extLst>
                  <a:ext uri="{FF2B5EF4-FFF2-40B4-BE49-F238E27FC236}">
                    <a16:creationId xmlns:a16="http://schemas.microsoft.com/office/drawing/2014/main" id="{FB5E4381-5607-4495-9D36-167B73711D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6" y="833"/>
                <a:ext cx="42" cy="25"/>
              </a:xfrm>
              <a:custGeom>
                <a:avLst/>
                <a:gdLst>
                  <a:gd name="T0" fmla="*/ 5 w 26"/>
                  <a:gd name="T1" fmla="*/ 0 h 16"/>
                  <a:gd name="T2" fmla="*/ 50 w 26"/>
                  <a:gd name="T3" fmla="*/ 42 h 16"/>
                  <a:gd name="T4" fmla="*/ 110 w 26"/>
                  <a:gd name="T5" fmla="*/ 56 h 16"/>
                  <a:gd name="T6" fmla="*/ 42 w 26"/>
                  <a:gd name="T7" fmla="*/ 31 h 16"/>
                  <a:gd name="T8" fmla="*/ 0 w 26"/>
                  <a:gd name="T9" fmla="*/ 5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16">
                    <a:moveTo>
                      <a:pt x="1" y="0"/>
                    </a:moveTo>
                    <a:cubicBezTo>
                      <a:pt x="1" y="5"/>
                      <a:pt x="8" y="9"/>
                      <a:pt x="12" y="11"/>
                    </a:cubicBezTo>
                    <a:cubicBezTo>
                      <a:pt x="17" y="14"/>
                      <a:pt x="20" y="15"/>
                      <a:pt x="26" y="15"/>
                    </a:cubicBezTo>
                    <a:cubicBezTo>
                      <a:pt x="21" y="16"/>
                      <a:pt x="14" y="11"/>
                      <a:pt x="10" y="8"/>
                    </a:cubicBezTo>
                    <a:cubicBezTo>
                      <a:pt x="7" y="6"/>
                      <a:pt x="4" y="2"/>
                      <a:pt x="0" y="1"/>
                    </a:cubicBezTo>
                  </a:path>
                </a:pathLst>
              </a:custGeom>
              <a:solidFill>
                <a:srgbClr val="E5CF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260" name="Freeform 1075">
                <a:extLst>
                  <a:ext uri="{FF2B5EF4-FFF2-40B4-BE49-F238E27FC236}">
                    <a16:creationId xmlns:a16="http://schemas.microsoft.com/office/drawing/2014/main" id="{9D765EC8-0D62-47BB-A2B7-F5F6F51A8E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6" y="836"/>
                <a:ext cx="15" cy="24"/>
              </a:xfrm>
              <a:custGeom>
                <a:avLst/>
                <a:gdLst>
                  <a:gd name="T0" fmla="*/ 42 w 9"/>
                  <a:gd name="T1" fmla="*/ 0 h 15"/>
                  <a:gd name="T2" fmla="*/ 0 w 9"/>
                  <a:gd name="T3" fmla="*/ 61 h 15"/>
                  <a:gd name="T4" fmla="*/ 37 w 9"/>
                  <a:gd name="T5" fmla="*/ 5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5">
                    <a:moveTo>
                      <a:pt x="9" y="0"/>
                    </a:moveTo>
                    <a:cubicBezTo>
                      <a:pt x="8" y="3"/>
                      <a:pt x="4" y="15"/>
                      <a:pt x="0" y="15"/>
                    </a:cubicBezTo>
                    <a:cubicBezTo>
                      <a:pt x="2" y="10"/>
                      <a:pt x="5" y="6"/>
                      <a:pt x="8" y="1"/>
                    </a:cubicBezTo>
                  </a:path>
                </a:pathLst>
              </a:custGeom>
              <a:solidFill>
                <a:srgbClr val="E5CF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261" name="Freeform 1076">
                <a:extLst>
                  <a:ext uri="{FF2B5EF4-FFF2-40B4-BE49-F238E27FC236}">
                    <a16:creationId xmlns:a16="http://schemas.microsoft.com/office/drawing/2014/main" id="{1D614C13-FD4C-42F5-AD4B-F34A334363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1" y="854"/>
                <a:ext cx="27" cy="45"/>
              </a:xfrm>
              <a:custGeom>
                <a:avLst/>
                <a:gdLst>
                  <a:gd name="T0" fmla="*/ 68 w 17"/>
                  <a:gd name="T1" fmla="*/ 0 h 28"/>
                  <a:gd name="T2" fmla="*/ 43 w 17"/>
                  <a:gd name="T3" fmla="*/ 76 h 28"/>
                  <a:gd name="T4" fmla="*/ 16 w 17"/>
                  <a:gd name="T5" fmla="*/ 101 h 28"/>
                  <a:gd name="T6" fmla="*/ 0 w 17"/>
                  <a:gd name="T7" fmla="*/ 116 h 28"/>
                  <a:gd name="T8" fmla="*/ 21 w 17"/>
                  <a:gd name="T9" fmla="*/ 90 h 28"/>
                  <a:gd name="T10" fmla="*/ 43 w 17"/>
                  <a:gd name="T11" fmla="*/ 59 h 28"/>
                  <a:gd name="T12" fmla="*/ 68 w 17"/>
                  <a:gd name="T13" fmla="*/ 5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28">
                    <a:moveTo>
                      <a:pt x="17" y="0"/>
                    </a:moveTo>
                    <a:cubicBezTo>
                      <a:pt x="17" y="6"/>
                      <a:pt x="14" y="13"/>
                      <a:pt x="11" y="18"/>
                    </a:cubicBezTo>
                    <a:cubicBezTo>
                      <a:pt x="9" y="20"/>
                      <a:pt x="6" y="22"/>
                      <a:pt x="4" y="24"/>
                    </a:cubicBezTo>
                    <a:cubicBezTo>
                      <a:pt x="3" y="26"/>
                      <a:pt x="2" y="27"/>
                      <a:pt x="0" y="28"/>
                    </a:cubicBezTo>
                    <a:cubicBezTo>
                      <a:pt x="1" y="26"/>
                      <a:pt x="4" y="24"/>
                      <a:pt x="5" y="22"/>
                    </a:cubicBezTo>
                    <a:cubicBezTo>
                      <a:pt x="7" y="19"/>
                      <a:pt x="9" y="16"/>
                      <a:pt x="11" y="14"/>
                    </a:cubicBezTo>
                    <a:cubicBezTo>
                      <a:pt x="13" y="10"/>
                      <a:pt x="16" y="5"/>
                      <a:pt x="17" y="1"/>
                    </a:cubicBezTo>
                  </a:path>
                </a:pathLst>
              </a:custGeom>
              <a:solidFill>
                <a:srgbClr val="E5CF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262" name="Freeform 1077">
                <a:extLst>
                  <a:ext uri="{FF2B5EF4-FFF2-40B4-BE49-F238E27FC236}">
                    <a16:creationId xmlns:a16="http://schemas.microsoft.com/office/drawing/2014/main" id="{011B3BAD-CF82-43EE-B9B6-9BBECCF6C6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9" y="781"/>
                <a:ext cx="8" cy="45"/>
              </a:xfrm>
              <a:custGeom>
                <a:avLst/>
                <a:gdLst>
                  <a:gd name="T0" fmla="*/ 0 w 5"/>
                  <a:gd name="T1" fmla="*/ 0 h 28"/>
                  <a:gd name="T2" fmla="*/ 8 w 5"/>
                  <a:gd name="T3" fmla="*/ 63 h 28"/>
                  <a:gd name="T4" fmla="*/ 16 w 5"/>
                  <a:gd name="T5" fmla="*/ 116 h 28"/>
                  <a:gd name="T6" fmla="*/ 16 w 5"/>
                  <a:gd name="T7" fmla="*/ 50 h 28"/>
                  <a:gd name="T8" fmla="*/ 21 w 5"/>
                  <a:gd name="T9" fmla="*/ 5 h 28"/>
                  <a:gd name="T10" fmla="*/ 0 w 5"/>
                  <a:gd name="T11" fmla="*/ 5 h 2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" h="28">
                    <a:moveTo>
                      <a:pt x="0" y="0"/>
                    </a:moveTo>
                    <a:cubicBezTo>
                      <a:pt x="1" y="5"/>
                      <a:pt x="2" y="10"/>
                      <a:pt x="2" y="15"/>
                    </a:cubicBezTo>
                    <a:cubicBezTo>
                      <a:pt x="3" y="19"/>
                      <a:pt x="2" y="24"/>
                      <a:pt x="4" y="28"/>
                    </a:cubicBezTo>
                    <a:cubicBezTo>
                      <a:pt x="3" y="23"/>
                      <a:pt x="4" y="17"/>
                      <a:pt x="4" y="12"/>
                    </a:cubicBezTo>
                    <a:cubicBezTo>
                      <a:pt x="4" y="8"/>
                      <a:pt x="5" y="5"/>
                      <a:pt x="5" y="1"/>
                    </a:cubicBezTo>
                    <a:cubicBezTo>
                      <a:pt x="4" y="1"/>
                      <a:pt x="2" y="1"/>
                      <a:pt x="0" y="1"/>
                    </a:cubicBezTo>
                  </a:path>
                </a:pathLst>
              </a:custGeom>
              <a:solidFill>
                <a:srgbClr val="E5CF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263" name="Freeform 1078">
                <a:extLst>
                  <a:ext uri="{FF2B5EF4-FFF2-40B4-BE49-F238E27FC236}">
                    <a16:creationId xmlns:a16="http://schemas.microsoft.com/office/drawing/2014/main" id="{A7760CFB-A5B1-49B0-A3E0-46756AE2C2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1" y="779"/>
                <a:ext cx="18" cy="42"/>
              </a:xfrm>
              <a:custGeom>
                <a:avLst/>
                <a:gdLst>
                  <a:gd name="T0" fmla="*/ 0 w 11"/>
                  <a:gd name="T1" fmla="*/ 0 h 26"/>
                  <a:gd name="T2" fmla="*/ 41 w 11"/>
                  <a:gd name="T3" fmla="*/ 39 h 26"/>
                  <a:gd name="T4" fmla="*/ 43 w 11"/>
                  <a:gd name="T5" fmla="*/ 110 h 26"/>
                  <a:gd name="T6" fmla="*/ 0 w 11"/>
                  <a:gd name="T7" fmla="*/ 5 h 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26">
                    <a:moveTo>
                      <a:pt x="0" y="0"/>
                    </a:moveTo>
                    <a:cubicBezTo>
                      <a:pt x="7" y="0"/>
                      <a:pt x="8" y="3"/>
                      <a:pt x="9" y="9"/>
                    </a:cubicBezTo>
                    <a:cubicBezTo>
                      <a:pt x="9" y="15"/>
                      <a:pt x="11" y="21"/>
                      <a:pt x="10" y="26"/>
                    </a:cubicBezTo>
                    <a:cubicBezTo>
                      <a:pt x="9" y="19"/>
                      <a:pt x="8" y="4"/>
                      <a:pt x="0" y="1"/>
                    </a:cubicBezTo>
                  </a:path>
                </a:pathLst>
              </a:custGeom>
              <a:solidFill>
                <a:srgbClr val="E5CF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264" name="Freeform 1079">
                <a:extLst>
                  <a:ext uri="{FF2B5EF4-FFF2-40B4-BE49-F238E27FC236}">
                    <a16:creationId xmlns:a16="http://schemas.microsoft.com/office/drawing/2014/main" id="{19F1ED0C-1A83-4605-8E74-F64A52F053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1" y="918"/>
                <a:ext cx="35" cy="52"/>
              </a:xfrm>
              <a:custGeom>
                <a:avLst/>
                <a:gdLst>
                  <a:gd name="T0" fmla="*/ 0 w 22"/>
                  <a:gd name="T1" fmla="*/ 124 h 32"/>
                  <a:gd name="T2" fmla="*/ 25 w 22"/>
                  <a:gd name="T3" fmla="*/ 122 h 32"/>
                  <a:gd name="T4" fmla="*/ 46 w 22"/>
                  <a:gd name="T5" fmla="*/ 138 h 32"/>
                  <a:gd name="T6" fmla="*/ 60 w 22"/>
                  <a:gd name="T7" fmla="*/ 68 h 32"/>
                  <a:gd name="T8" fmla="*/ 73 w 22"/>
                  <a:gd name="T9" fmla="*/ 34 h 32"/>
                  <a:gd name="T10" fmla="*/ 89 w 22"/>
                  <a:gd name="T11" fmla="*/ 0 h 32"/>
                  <a:gd name="T12" fmla="*/ 56 w 22"/>
                  <a:gd name="T13" fmla="*/ 54 h 32"/>
                  <a:gd name="T14" fmla="*/ 33 w 22"/>
                  <a:gd name="T15" fmla="*/ 96 h 32"/>
                  <a:gd name="T16" fmla="*/ 0 w 22"/>
                  <a:gd name="T17" fmla="*/ 124 h 3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2" h="32">
                    <a:moveTo>
                      <a:pt x="0" y="29"/>
                    </a:moveTo>
                    <a:cubicBezTo>
                      <a:pt x="2" y="29"/>
                      <a:pt x="4" y="28"/>
                      <a:pt x="6" y="28"/>
                    </a:cubicBezTo>
                    <a:cubicBezTo>
                      <a:pt x="8" y="29"/>
                      <a:pt x="10" y="31"/>
                      <a:pt x="11" y="32"/>
                    </a:cubicBezTo>
                    <a:cubicBezTo>
                      <a:pt x="12" y="26"/>
                      <a:pt x="13" y="21"/>
                      <a:pt x="15" y="16"/>
                    </a:cubicBezTo>
                    <a:cubicBezTo>
                      <a:pt x="16" y="13"/>
                      <a:pt x="17" y="10"/>
                      <a:pt x="18" y="8"/>
                    </a:cubicBezTo>
                    <a:cubicBezTo>
                      <a:pt x="20" y="5"/>
                      <a:pt x="22" y="3"/>
                      <a:pt x="22" y="0"/>
                    </a:cubicBezTo>
                    <a:cubicBezTo>
                      <a:pt x="20" y="4"/>
                      <a:pt x="17" y="8"/>
                      <a:pt x="14" y="12"/>
                    </a:cubicBezTo>
                    <a:cubicBezTo>
                      <a:pt x="13" y="16"/>
                      <a:pt x="11" y="19"/>
                      <a:pt x="8" y="22"/>
                    </a:cubicBezTo>
                    <a:cubicBezTo>
                      <a:pt x="6" y="24"/>
                      <a:pt x="1" y="27"/>
                      <a:pt x="0" y="29"/>
                    </a:cubicBezTo>
                  </a:path>
                </a:pathLst>
              </a:custGeom>
              <a:solidFill>
                <a:srgbClr val="E5CF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265" name="Freeform 1080">
                <a:extLst>
                  <a:ext uri="{FF2B5EF4-FFF2-40B4-BE49-F238E27FC236}">
                    <a16:creationId xmlns:a16="http://schemas.microsoft.com/office/drawing/2014/main" id="{F3682BA3-E641-4D7C-97FC-1ED7161919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0" y="965"/>
                <a:ext cx="24" cy="87"/>
              </a:xfrm>
              <a:custGeom>
                <a:avLst/>
                <a:gdLst>
                  <a:gd name="T0" fmla="*/ 5 w 15"/>
                  <a:gd name="T1" fmla="*/ 0 h 54"/>
                  <a:gd name="T2" fmla="*/ 8 w 15"/>
                  <a:gd name="T3" fmla="*/ 50 h 54"/>
                  <a:gd name="T4" fmla="*/ 21 w 15"/>
                  <a:gd name="T5" fmla="*/ 110 h 54"/>
                  <a:gd name="T6" fmla="*/ 35 w 15"/>
                  <a:gd name="T7" fmla="*/ 166 h 54"/>
                  <a:gd name="T8" fmla="*/ 61 w 15"/>
                  <a:gd name="T9" fmla="*/ 226 h 54"/>
                  <a:gd name="T10" fmla="*/ 34 w 15"/>
                  <a:gd name="T11" fmla="*/ 143 h 54"/>
                  <a:gd name="T12" fmla="*/ 21 w 15"/>
                  <a:gd name="T13" fmla="*/ 71 h 54"/>
                  <a:gd name="T14" fmla="*/ 8 w 15"/>
                  <a:gd name="T15" fmla="*/ 0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5" h="54">
                    <a:moveTo>
                      <a:pt x="1" y="0"/>
                    </a:moveTo>
                    <a:cubicBezTo>
                      <a:pt x="0" y="4"/>
                      <a:pt x="2" y="8"/>
                      <a:pt x="2" y="12"/>
                    </a:cubicBezTo>
                    <a:cubicBezTo>
                      <a:pt x="3" y="17"/>
                      <a:pt x="4" y="21"/>
                      <a:pt x="5" y="26"/>
                    </a:cubicBezTo>
                    <a:cubicBezTo>
                      <a:pt x="6" y="31"/>
                      <a:pt x="8" y="35"/>
                      <a:pt x="9" y="40"/>
                    </a:cubicBezTo>
                    <a:cubicBezTo>
                      <a:pt x="11" y="45"/>
                      <a:pt x="12" y="50"/>
                      <a:pt x="15" y="54"/>
                    </a:cubicBezTo>
                    <a:cubicBezTo>
                      <a:pt x="11" y="48"/>
                      <a:pt x="9" y="40"/>
                      <a:pt x="8" y="34"/>
                    </a:cubicBezTo>
                    <a:cubicBezTo>
                      <a:pt x="7" y="28"/>
                      <a:pt x="6" y="23"/>
                      <a:pt x="5" y="17"/>
                    </a:cubicBezTo>
                    <a:cubicBezTo>
                      <a:pt x="5" y="12"/>
                      <a:pt x="5" y="4"/>
                      <a:pt x="2" y="0"/>
                    </a:cubicBezTo>
                  </a:path>
                </a:pathLst>
              </a:custGeom>
              <a:solidFill>
                <a:srgbClr val="F6EC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266" name="Freeform 1081">
                <a:extLst>
                  <a:ext uri="{FF2B5EF4-FFF2-40B4-BE49-F238E27FC236}">
                    <a16:creationId xmlns:a16="http://schemas.microsoft.com/office/drawing/2014/main" id="{A05418DA-37C3-4A74-9B03-6216AD87EC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2" y="955"/>
                <a:ext cx="11" cy="120"/>
              </a:xfrm>
              <a:custGeom>
                <a:avLst/>
                <a:gdLst>
                  <a:gd name="T0" fmla="*/ 27 w 7"/>
                  <a:gd name="T1" fmla="*/ 0 h 74"/>
                  <a:gd name="T2" fmla="*/ 27 w 7"/>
                  <a:gd name="T3" fmla="*/ 164 h 74"/>
                  <a:gd name="T4" fmla="*/ 20 w 7"/>
                  <a:gd name="T5" fmla="*/ 242 h 74"/>
                  <a:gd name="T6" fmla="*/ 8 w 7"/>
                  <a:gd name="T7" fmla="*/ 289 h 74"/>
                  <a:gd name="T8" fmla="*/ 5 w 7"/>
                  <a:gd name="T9" fmla="*/ 316 h 74"/>
                  <a:gd name="T10" fmla="*/ 8 w 7"/>
                  <a:gd name="T11" fmla="*/ 221 h 74"/>
                  <a:gd name="T12" fmla="*/ 14 w 7"/>
                  <a:gd name="T13" fmla="*/ 123 h 74"/>
                  <a:gd name="T14" fmla="*/ 22 w 7"/>
                  <a:gd name="T15" fmla="*/ 13 h 7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" h="74">
                    <a:moveTo>
                      <a:pt x="7" y="0"/>
                    </a:moveTo>
                    <a:cubicBezTo>
                      <a:pt x="7" y="13"/>
                      <a:pt x="7" y="25"/>
                      <a:pt x="7" y="38"/>
                    </a:cubicBezTo>
                    <a:cubicBezTo>
                      <a:pt x="7" y="44"/>
                      <a:pt x="6" y="51"/>
                      <a:pt x="5" y="57"/>
                    </a:cubicBezTo>
                    <a:cubicBezTo>
                      <a:pt x="4" y="61"/>
                      <a:pt x="3" y="64"/>
                      <a:pt x="2" y="68"/>
                    </a:cubicBezTo>
                    <a:cubicBezTo>
                      <a:pt x="2" y="69"/>
                      <a:pt x="2" y="72"/>
                      <a:pt x="1" y="74"/>
                    </a:cubicBezTo>
                    <a:cubicBezTo>
                      <a:pt x="0" y="67"/>
                      <a:pt x="2" y="59"/>
                      <a:pt x="2" y="52"/>
                    </a:cubicBezTo>
                    <a:cubicBezTo>
                      <a:pt x="3" y="44"/>
                      <a:pt x="4" y="37"/>
                      <a:pt x="4" y="29"/>
                    </a:cubicBezTo>
                    <a:cubicBezTo>
                      <a:pt x="5" y="20"/>
                      <a:pt x="6" y="11"/>
                      <a:pt x="6" y="3"/>
                    </a:cubicBezTo>
                  </a:path>
                </a:pathLst>
              </a:custGeom>
              <a:solidFill>
                <a:srgbClr val="F6EC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267" name="Freeform 1082">
                <a:extLst>
                  <a:ext uri="{FF2B5EF4-FFF2-40B4-BE49-F238E27FC236}">
                    <a16:creationId xmlns:a16="http://schemas.microsoft.com/office/drawing/2014/main" id="{740968C5-C444-462B-ACF5-F32886554B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9" y="992"/>
                <a:ext cx="21" cy="5"/>
              </a:xfrm>
              <a:custGeom>
                <a:avLst/>
                <a:gdLst>
                  <a:gd name="T0" fmla="*/ 0 w 13"/>
                  <a:gd name="T1" fmla="*/ 13 h 3"/>
                  <a:gd name="T2" fmla="*/ 26 w 13"/>
                  <a:gd name="T3" fmla="*/ 0 h 3"/>
                  <a:gd name="T4" fmla="*/ 55 w 13"/>
                  <a:gd name="T5" fmla="*/ 5 h 3"/>
                  <a:gd name="T6" fmla="*/ 0 w 13"/>
                  <a:gd name="T7" fmla="*/ 8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3">
                    <a:moveTo>
                      <a:pt x="0" y="3"/>
                    </a:moveTo>
                    <a:cubicBezTo>
                      <a:pt x="3" y="3"/>
                      <a:pt x="4" y="1"/>
                      <a:pt x="6" y="0"/>
                    </a:cubicBezTo>
                    <a:cubicBezTo>
                      <a:pt x="8" y="0"/>
                      <a:pt x="11" y="0"/>
                      <a:pt x="13" y="1"/>
                    </a:cubicBezTo>
                    <a:cubicBezTo>
                      <a:pt x="10" y="2"/>
                      <a:pt x="4" y="2"/>
                      <a:pt x="0" y="2"/>
                    </a:cubicBezTo>
                  </a:path>
                </a:pathLst>
              </a:custGeom>
              <a:solidFill>
                <a:srgbClr val="FDEA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268" name="Freeform 1083">
                <a:extLst>
                  <a:ext uri="{FF2B5EF4-FFF2-40B4-BE49-F238E27FC236}">
                    <a16:creationId xmlns:a16="http://schemas.microsoft.com/office/drawing/2014/main" id="{841820BE-C917-435F-9ACB-6A000299CA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8" y="991"/>
                <a:ext cx="28" cy="5"/>
              </a:xfrm>
              <a:custGeom>
                <a:avLst/>
                <a:gdLst>
                  <a:gd name="T0" fmla="*/ 76 w 17"/>
                  <a:gd name="T1" fmla="*/ 13 h 3"/>
                  <a:gd name="T2" fmla="*/ 0 w 17"/>
                  <a:gd name="T3" fmla="*/ 0 h 3"/>
                  <a:gd name="T4" fmla="*/ 68 w 17"/>
                  <a:gd name="T5" fmla="*/ 13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3">
                    <a:moveTo>
                      <a:pt x="17" y="3"/>
                    </a:moveTo>
                    <a:cubicBezTo>
                      <a:pt x="12" y="0"/>
                      <a:pt x="6" y="0"/>
                      <a:pt x="0" y="0"/>
                    </a:cubicBezTo>
                    <a:cubicBezTo>
                      <a:pt x="4" y="2"/>
                      <a:pt x="11" y="2"/>
                      <a:pt x="15" y="3"/>
                    </a:cubicBezTo>
                  </a:path>
                </a:pathLst>
              </a:custGeom>
              <a:solidFill>
                <a:srgbClr val="FDEA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269" name="Freeform 1084">
                <a:extLst>
                  <a:ext uri="{FF2B5EF4-FFF2-40B4-BE49-F238E27FC236}">
                    <a16:creationId xmlns:a16="http://schemas.microsoft.com/office/drawing/2014/main" id="{07D19AE0-51D7-4424-8751-2555E380C3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1" y="981"/>
                <a:ext cx="15" cy="8"/>
              </a:xfrm>
              <a:custGeom>
                <a:avLst/>
                <a:gdLst>
                  <a:gd name="T0" fmla="*/ 42 w 9"/>
                  <a:gd name="T1" fmla="*/ 21 h 5"/>
                  <a:gd name="T2" fmla="*/ 0 w 9"/>
                  <a:gd name="T3" fmla="*/ 0 h 5"/>
                  <a:gd name="T4" fmla="*/ 33 w 9"/>
                  <a:gd name="T5" fmla="*/ 13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5">
                    <a:moveTo>
                      <a:pt x="9" y="5"/>
                    </a:moveTo>
                    <a:cubicBezTo>
                      <a:pt x="6" y="3"/>
                      <a:pt x="3" y="2"/>
                      <a:pt x="0" y="0"/>
                    </a:cubicBezTo>
                    <a:cubicBezTo>
                      <a:pt x="2" y="2"/>
                      <a:pt x="5" y="3"/>
                      <a:pt x="7" y="3"/>
                    </a:cubicBezTo>
                  </a:path>
                </a:pathLst>
              </a:custGeom>
              <a:solidFill>
                <a:srgbClr val="FDEA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270" name="Freeform 1085">
                <a:extLst>
                  <a:ext uri="{FF2B5EF4-FFF2-40B4-BE49-F238E27FC236}">
                    <a16:creationId xmlns:a16="http://schemas.microsoft.com/office/drawing/2014/main" id="{6AF79B29-393F-43CC-8FC2-032F2022E7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0" y="986"/>
                <a:ext cx="6" cy="2"/>
              </a:xfrm>
              <a:custGeom>
                <a:avLst/>
                <a:gdLst>
                  <a:gd name="T0" fmla="*/ 0 w 4"/>
                  <a:gd name="T1" fmla="*/ 8 h 1"/>
                  <a:gd name="T2" fmla="*/ 14 w 4"/>
                  <a:gd name="T3" fmla="*/ 0 h 1"/>
                  <a:gd name="T4" fmla="*/ 5 w 4"/>
                  <a:gd name="T5" fmla="*/ 8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1">
                    <a:moveTo>
                      <a:pt x="0" y="1"/>
                    </a:moveTo>
                    <a:cubicBezTo>
                      <a:pt x="2" y="1"/>
                      <a:pt x="3" y="1"/>
                      <a:pt x="4" y="0"/>
                    </a:cubicBezTo>
                    <a:cubicBezTo>
                      <a:pt x="3" y="0"/>
                      <a:pt x="2" y="0"/>
                      <a:pt x="1" y="1"/>
                    </a:cubicBezTo>
                  </a:path>
                </a:pathLst>
              </a:custGeom>
              <a:solidFill>
                <a:srgbClr val="FDEA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271" name="Freeform 1086">
                <a:extLst>
                  <a:ext uri="{FF2B5EF4-FFF2-40B4-BE49-F238E27FC236}">
                    <a16:creationId xmlns:a16="http://schemas.microsoft.com/office/drawing/2014/main" id="{CFF5AA16-4A81-4FC8-A00D-6170D8605D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9" y="1052"/>
                <a:ext cx="23" cy="44"/>
              </a:xfrm>
              <a:custGeom>
                <a:avLst/>
                <a:gdLst>
                  <a:gd name="T0" fmla="*/ 62 w 14"/>
                  <a:gd name="T1" fmla="*/ 5 h 27"/>
                  <a:gd name="T2" fmla="*/ 0 w 14"/>
                  <a:gd name="T3" fmla="*/ 117 h 27"/>
                  <a:gd name="T4" fmla="*/ 21 w 14"/>
                  <a:gd name="T5" fmla="*/ 54 h 27"/>
                  <a:gd name="T6" fmla="*/ 62 w 14"/>
                  <a:gd name="T7" fmla="*/ 0 h 2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27">
                    <a:moveTo>
                      <a:pt x="14" y="1"/>
                    </a:moveTo>
                    <a:cubicBezTo>
                      <a:pt x="6" y="7"/>
                      <a:pt x="0" y="15"/>
                      <a:pt x="0" y="27"/>
                    </a:cubicBezTo>
                    <a:cubicBezTo>
                      <a:pt x="1" y="22"/>
                      <a:pt x="3" y="16"/>
                      <a:pt x="5" y="12"/>
                    </a:cubicBezTo>
                    <a:cubicBezTo>
                      <a:pt x="8" y="8"/>
                      <a:pt x="12" y="4"/>
                      <a:pt x="14" y="0"/>
                    </a:cubicBezTo>
                  </a:path>
                </a:pathLst>
              </a:custGeom>
              <a:solidFill>
                <a:srgbClr val="FDEA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272" name="Freeform 1087">
                <a:extLst>
                  <a:ext uri="{FF2B5EF4-FFF2-40B4-BE49-F238E27FC236}">
                    <a16:creationId xmlns:a16="http://schemas.microsoft.com/office/drawing/2014/main" id="{659B8DA7-6E54-437D-BA4B-7FE7E15B69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5" y="1052"/>
                <a:ext cx="21" cy="37"/>
              </a:xfrm>
              <a:custGeom>
                <a:avLst/>
                <a:gdLst>
                  <a:gd name="T0" fmla="*/ 0 w 13"/>
                  <a:gd name="T1" fmla="*/ 0 h 23"/>
                  <a:gd name="T2" fmla="*/ 50 w 13"/>
                  <a:gd name="T3" fmla="*/ 97 h 23"/>
                  <a:gd name="T4" fmla="*/ 0 w 13"/>
                  <a:gd name="T5" fmla="*/ 5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23">
                    <a:moveTo>
                      <a:pt x="0" y="0"/>
                    </a:moveTo>
                    <a:cubicBezTo>
                      <a:pt x="6" y="7"/>
                      <a:pt x="9" y="14"/>
                      <a:pt x="12" y="23"/>
                    </a:cubicBezTo>
                    <a:cubicBezTo>
                      <a:pt x="13" y="15"/>
                      <a:pt x="8" y="3"/>
                      <a:pt x="0" y="1"/>
                    </a:cubicBezTo>
                  </a:path>
                </a:pathLst>
              </a:custGeom>
              <a:solidFill>
                <a:srgbClr val="FDEA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273" name="Freeform 1088">
                <a:extLst>
                  <a:ext uri="{FF2B5EF4-FFF2-40B4-BE49-F238E27FC236}">
                    <a16:creationId xmlns:a16="http://schemas.microsoft.com/office/drawing/2014/main" id="{B6FF0218-078C-4597-AD48-1BEABEEF0A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0" y="3139"/>
                <a:ext cx="84" cy="40"/>
              </a:xfrm>
              <a:custGeom>
                <a:avLst/>
                <a:gdLst>
                  <a:gd name="T0" fmla="*/ 16 w 52"/>
                  <a:gd name="T1" fmla="*/ 0 h 25"/>
                  <a:gd name="T2" fmla="*/ 220 w 52"/>
                  <a:gd name="T3" fmla="*/ 5 h 25"/>
                  <a:gd name="T4" fmla="*/ 0 w 52"/>
                  <a:gd name="T5" fmla="*/ 13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2" h="25">
                    <a:moveTo>
                      <a:pt x="4" y="0"/>
                    </a:moveTo>
                    <a:cubicBezTo>
                      <a:pt x="19" y="5"/>
                      <a:pt x="38" y="17"/>
                      <a:pt x="52" y="1"/>
                    </a:cubicBezTo>
                    <a:cubicBezTo>
                      <a:pt x="45" y="25"/>
                      <a:pt x="12" y="17"/>
                      <a:pt x="0" y="3"/>
                    </a:cubicBezTo>
                  </a:path>
                </a:pathLst>
              </a:custGeom>
              <a:solidFill>
                <a:srgbClr val="FDEA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274" name="Freeform 1089">
                <a:extLst>
                  <a:ext uri="{FF2B5EF4-FFF2-40B4-BE49-F238E27FC236}">
                    <a16:creationId xmlns:a16="http://schemas.microsoft.com/office/drawing/2014/main" id="{67A80A10-2A10-4F50-9931-69CB87C01F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2" y="3133"/>
                <a:ext cx="77" cy="35"/>
              </a:xfrm>
              <a:custGeom>
                <a:avLst/>
                <a:gdLst>
                  <a:gd name="T0" fmla="*/ 0 w 48"/>
                  <a:gd name="T1" fmla="*/ 0 h 22"/>
                  <a:gd name="T2" fmla="*/ 199 w 48"/>
                  <a:gd name="T3" fmla="*/ 33 h 22"/>
                  <a:gd name="T4" fmla="*/ 21 w 48"/>
                  <a:gd name="T5" fmla="*/ 16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8" h="22">
                    <a:moveTo>
                      <a:pt x="0" y="0"/>
                    </a:moveTo>
                    <a:cubicBezTo>
                      <a:pt x="13" y="5"/>
                      <a:pt x="35" y="18"/>
                      <a:pt x="48" y="8"/>
                    </a:cubicBezTo>
                    <a:cubicBezTo>
                      <a:pt x="35" y="13"/>
                      <a:pt x="13" y="22"/>
                      <a:pt x="5" y="4"/>
                    </a:cubicBezTo>
                  </a:path>
                </a:pathLst>
              </a:custGeom>
              <a:solidFill>
                <a:srgbClr val="FDEA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275" name="Freeform 1090">
                <a:extLst>
                  <a:ext uri="{FF2B5EF4-FFF2-40B4-BE49-F238E27FC236}">
                    <a16:creationId xmlns:a16="http://schemas.microsoft.com/office/drawing/2014/main" id="{32D81B0F-27DA-4E9A-8974-D4292490D9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0" y="3031"/>
                <a:ext cx="46" cy="24"/>
              </a:xfrm>
              <a:custGeom>
                <a:avLst/>
                <a:gdLst>
                  <a:gd name="T0" fmla="*/ 0 w 28"/>
                  <a:gd name="T1" fmla="*/ 54 h 15"/>
                  <a:gd name="T2" fmla="*/ 125 w 28"/>
                  <a:gd name="T3" fmla="*/ 61 h 15"/>
                  <a:gd name="T4" fmla="*/ 5 w 28"/>
                  <a:gd name="T5" fmla="*/ 35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15">
                    <a:moveTo>
                      <a:pt x="0" y="13"/>
                    </a:moveTo>
                    <a:cubicBezTo>
                      <a:pt x="12" y="7"/>
                      <a:pt x="18" y="7"/>
                      <a:pt x="28" y="15"/>
                    </a:cubicBezTo>
                    <a:cubicBezTo>
                      <a:pt x="22" y="8"/>
                      <a:pt x="10" y="0"/>
                      <a:pt x="1" y="9"/>
                    </a:cubicBezTo>
                  </a:path>
                </a:pathLst>
              </a:custGeom>
              <a:solidFill>
                <a:srgbClr val="FDEA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276" name="Freeform 1091">
                <a:extLst>
                  <a:ext uri="{FF2B5EF4-FFF2-40B4-BE49-F238E27FC236}">
                    <a16:creationId xmlns:a16="http://schemas.microsoft.com/office/drawing/2014/main" id="{BC5F0AA7-672F-4368-8A47-E086AD6B8D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1" y="3029"/>
                <a:ext cx="51" cy="23"/>
              </a:xfrm>
              <a:custGeom>
                <a:avLst/>
                <a:gdLst>
                  <a:gd name="T0" fmla="*/ 5 w 32"/>
                  <a:gd name="T1" fmla="*/ 43 h 14"/>
                  <a:gd name="T2" fmla="*/ 129 w 32"/>
                  <a:gd name="T3" fmla="*/ 62 h 14"/>
                  <a:gd name="T4" fmla="*/ 0 w 32"/>
                  <a:gd name="T5" fmla="*/ 35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2" h="14">
                    <a:moveTo>
                      <a:pt x="1" y="10"/>
                    </a:moveTo>
                    <a:cubicBezTo>
                      <a:pt x="12" y="4"/>
                      <a:pt x="24" y="5"/>
                      <a:pt x="32" y="14"/>
                    </a:cubicBezTo>
                    <a:cubicBezTo>
                      <a:pt x="25" y="0"/>
                      <a:pt x="11" y="0"/>
                      <a:pt x="0" y="8"/>
                    </a:cubicBezTo>
                  </a:path>
                </a:pathLst>
              </a:custGeom>
              <a:solidFill>
                <a:srgbClr val="FDEA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277" name="Freeform 1092">
                <a:extLst>
                  <a:ext uri="{FF2B5EF4-FFF2-40B4-BE49-F238E27FC236}">
                    <a16:creationId xmlns:a16="http://schemas.microsoft.com/office/drawing/2014/main" id="{214ABB45-CC03-482B-94A7-076A8D7E53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2" y="1919"/>
                <a:ext cx="42" cy="29"/>
              </a:xfrm>
              <a:custGeom>
                <a:avLst/>
                <a:gdLst>
                  <a:gd name="T0" fmla="*/ 5 w 26"/>
                  <a:gd name="T1" fmla="*/ 13 h 18"/>
                  <a:gd name="T2" fmla="*/ 97 w 26"/>
                  <a:gd name="T3" fmla="*/ 76 h 18"/>
                  <a:gd name="T4" fmla="*/ 0 w 26"/>
                  <a:gd name="T5" fmla="*/ 0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18">
                    <a:moveTo>
                      <a:pt x="1" y="3"/>
                    </a:moveTo>
                    <a:cubicBezTo>
                      <a:pt x="9" y="2"/>
                      <a:pt x="26" y="9"/>
                      <a:pt x="23" y="18"/>
                    </a:cubicBezTo>
                    <a:cubicBezTo>
                      <a:pt x="16" y="17"/>
                      <a:pt x="5" y="5"/>
                      <a:pt x="0" y="0"/>
                    </a:cubicBezTo>
                  </a:path>
                </a:pathLst>
              </a:custGeom>
              <a:solidFill>
                <a:srgbClr val="FDEA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278" name="Freeform 1093">
                <a:extLst>
                  <a:ext uri="{FF2B5EF4-FFF2-40B4-BE49-F238E27FC236}">
                    <a16:creationId xmlns:a16="http://schemas.microsoft.com/office/drawing/2014/main" id="{59F493A6-D782-40A7-8C9D-C246E18260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7" y="847"/>
                <a:ext cx="118" cy="92"/>
              </a:xfrm>
              <a:custGeom>
                <a:avLst/>
                <a:gdLst>
                  <a:gd name="T0" fmla="*/ 0 w 73"/>
                  <a:gd name="T1" fmla="*/ 0 h 57"/>
                  <a:gd name="T2" fmla="*/ 71 w 73"/>
                  <a:gd name="T3" fmla="*/ 42 h 57"/>
                  <a:gd name="T4" fmla="*/ 144 w 73"/>
                  <a:gd name="T5" fmla="*/ 68 h 57"/>
                  <a:gd name="T6" fmla="*/ 228 w 73"/>
                  <a:gd name="T7" fmla="*/ 124 h 57"/>
                  <a:gd name="T8" fmla="*/ 293 w 73"/>
                  <a:gd name="T9" fmla="*/ 192 h 57"/>
                  <a:gd name="T10" fmla="*/ 309 w 73"/>
                  <a:gd name="T11" fmla="*/ 234 h 57"/>
                  <a:gd name="T12" fmla="*/ 268 w 73"/>
                  <a:gd name="T13" fmla="*/ 234 h 57"/>
                  <a:gd name="T14" fmla="*/ 259 w 73"/>
                  <a:gd name="T15" fmla="*/ 234 h 57"/>
                  <a:gd name="T16" fmla="*/ 241 w 73"/>
                  <a:gd name="T17" fmla="*/ 220 h 57"/>
                  <a:gd name="T18" fmla="*/ 157 w 73"/>
                  <a:gd name="T19" fmla="*/ 110 h 57"/>
                  <a:gd name="T20" fmla="*/ 55 w 73"/>
                  <a:gd name="T21" fmla="*/ 60 h 57"/>
                  <a:gd name="T22" fmla="*/ 0 w 73"/>
                  <a:gd name="T23" fmla="*/ 5 h 5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73" h="57">
                    <a:moveTo>
                      <a:pt x="0" y="0"/>
                    </a:moveTo>
                    <a:cubicBezTo>
                      <a:pt x="4" y="4"/>
                      <a:pt x="10" y="9"/>
                      <a:pt x="17" y="10"/>
                    </a:cubicBezTo>
                    <a:cubicBezTo>
                      <a:pt x="24" y="12"/>
                      <a:pt x="28" y="12"/>
                      <a:pt x="34" y="16"/>
                    </a:cubicBezTo>
                    <a:cubicBezTo>
                      <a:pt x="41" y="21"/>
                      <a:pt x="47" y="26"/>
                      <a:pt x="54" y="30"/>
                    </a:cubicBezTo>
                    <a:cubicBezTo>
                      <a:pt x="61" y="34"/>
                      <a:pt x="66" y="39"/>
                      <a:pt x="69" y="46"/>
                    </a:cubicBezTo>
                    <a:cubicBezTo>
                      <a:pt x="71" y="50"/>
                      <a:pt x="72" y="53"/>
                      <a:pt x="73" y="56"/>
                    </a:cubicBezTo>
                    <a:cubicBezTo>
                      <a:pt x="70" y="57"/>
                      <a:pt x="67" y="56"/>
                      <a:pt x="64" y="56"/>
                    </a:cubicBezTo>
                    <a:cubicBezTo>
                      <a:pt x="63" y="56"/>
                      <a:pt x="62" y="57"/>
                      <a:pt x="61" y="56"/>
                    </a:cubicBezTo>
                    <a:cubicBezTo>
                      <a:pt x="60" y="56"/>
                      <a:pt x="58" y="53"/>
                      <a:pt x="57" y="52"/>
                    </a:cubicBezTo>
                    <a:cubicBezTo>
                      <a:pt x="50" y="42"/>
                      <a:pt x="46" y="33"/>
                      <a:pt x="37" y="26"/>
                    </a:cubicBezTo>
                    <a:cubicBezTo>
                      <a:pt x="29" y="21"/>
                      <a:pt x="22" y="17"/>
                      <a:pt x="13" y="14"/>
                    </a:cubicBezTo>
                    <a:cubicBezTo>
                      <a:pt x="6" y="11"/>
                      <a:pt x="4" y="7"/>
                      <a:pt x="0" y="1"/>
                    </a:cubicBezTo>
                  </a:path>
                </a:pathLst>
              </a:custGeom>
              <a:solidFill>
                <a:srgbClr val="FDEA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279" name="Freeform 1094">
                <a:extLst>
                  <a:ext uri="{FF2B5EF4-FFF2-40B4-BE49-F238E27FC236}">
                    <a16:creationId xmlns:a16="http://schemas.microsoft.com/office/drawing/2014/main" id="{633392B3-B54D-42F3-865B-59441FB1B4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9" y="954"/>
                <a:ext cx="21" cy="13"/>
              </a:xfrm>
              <a:custGeom>
                <a:avLst/>
                <a:gdLst>
                  <a:gd name="T0" fmla="*/ 0 w 13"/>
                  <a:gd name="T1" fmla="*/ 0 h 8"/>
                  <a:gd name="T2" fmla="*/ 55 w 13"/>
                  <a:gd name="T3" fmla="*/ 34 h 8"/>
                  <a:gd name="T4" fmla="*/ 5 w 13"/>
                  <a:gd name="T5" fmla="*/ 5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8">
                    <a:moveTo>
                      <a:pt x="0" y="0"/>
                    </a:moveTo>
                    <a:cubicBezTo>
                      <a:pt x="7" y="0"/>
                      <a:pt x="11" y="0"/>
                      <a:pt x="13" y="8"/>
                    </a:cubicBezTo>
                    <a:cubicBezTo>
                      <a:pt x="9" y="6"/>
                      <a:pt x="4" y="4"/>
                      <a:pt x="1" y="1"/>
                    </a:cubicBezTo>
                  </a:path>
                </a:pathLst>
              </a:custGeom>
              <a:solidFill>
                <a:srgbClr val="FDEA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280" name="Freeform 1095">
                <a:extLst>
                  <a:ext uri="{FF2B5EF4-FFF2-40B4-BE49-F238E27FC236}">
                    <a16:creationId xmlns:a16="http://schemas.microsoft.com/office/drawing/2014/main" id="{A60B4BE6-7B19-47B6-92DF-FC7024FE63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9" y="954"/>
                <a:ext cx="28" cy="80"/>
              </a:xfrm>
              <a:custGeom>
                <a:avLst/>
                <a:gdLst>
                  <a:gd name="T0" fmla="*/ 5 w 17"/>
                  <a:gd name="T1" fmla="*/ 0 h 50"/>
                  <a:gd name="T2" fmla="*/ 71 w 17"/>
                  <a:gd name="T3" fmla="*/ 107 h 50"/>
                  <a:gd name="T4" fmla="*/ 71 w 17"/>
                  <a:gd name="T5" fmla="*/ 170 h 50"/>
                  <a:gd name="T6" fmla="*/ 63 w 17"/>
                  <a:gd name="T7" fmla="*/ 205 h 50"/>
                  <a:gd name="T8" fmla="*/ 58 w 17"/>
                  <a:gd name="T9" fmla="*/ 118 h 50"/>
                  <a:gd name="T10" fmla="*/ 41 w 17"/>
                  <a:gd name="T11" fmla="*/ 94 h 50"/>
                  <a:gd name="T12" fmla="*/ 8 w 17"/>
                  <a:gd name="T13" fmla="*/ 94 h 50"/>
                  <a:gd name="T14" fmla="*/ 20 w 17"/>
                  <a:gd name="T15" fmla="*/ 48 h 50"/>
                  <a:gd name="T16" fmla="*/ 0 w 17"/>
                  <a:gd name="T17" fmla="*/ 5 h 5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7" h="50">
                    <a:moveTo>
                      <a:pt x="1" y="0"/>
                    </a:moveTo>
                    <a:cubicBezTo>
                      <a:pt x="10" y="6"/>
                      <a:pt x="15" y="15"/>
                      <a:pt x="16" y="26"/>
                    </a:cubicBezTo>
                    <a:cubicBezTo>
                      <a:pt x="17" y="31"/>
                      <a:pt x="16" y="36"/>
                      <a:pt x="16" y="41"/>
                    </a:cubicBezTo>
                    <a:cubicBezTo>
                      <a:pt x="15" y="44"/>
                      <a:pt x="14" y="47"/>
                      <a:pt x="14" y="50"/>
                    </a:cubicBezTo>
                    <a:cubicBezTo>
                      <a:pt x="12" y="44"/>
                      <a:pt x="14" y="36"/>
                      <a:pt x="13" y="29"/>
                    </a:cubicBezTo>
                    <a:cubicBezTo>
                      <a:pt x="12" y="27"/>
                      <a:pt x="12" y="24"/>
                      <a:pt x="9" y="23"/>
                    </a:cubicBezTo>
                    <a:cubicBezTo>
                      <a:pt x="7" y="21"/>
                      <a:pt x="4" y="24"/>
                      <a:pt x="2" y="23"/>
                    </a:cubicBezTo>
                    <a:cubicBezTo>
                      <a:pt x="3" y="19"/>
                      <a:pt x="6" y="17"/>
                      <a:pt x="4" y="12"/>
                    </a:cubicBezTo>
                    <a:cubicBezTo>
                      <a:pt x="2" y="9"/>
                      <a:pt x="1" y="5"/>
                      <a:pt x="0" y="1"/>
                    </a:cubicBezTo>
                  </a:path>
                </a:pathLst>
              </a:custGeom>
              <a:solidFill>
                <a:srgbClr val="FDEA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281" name="Freeform 1096">
                <a:extLst>
                  <a:ext uri="{FF2B5EF4-FFF2-40B4-BE49-F238E27FC236}">
                    <a16:creationId xmlns:a16="http://schemas.microsoft.com/office/drawing/2014/main" id="{D40950A8-465F-467B-B2C1-8B34513C6D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1" y="954"/>
                <a:ext cx="34" cy="30"/>
              </a:xfrm>
              <a:custGeom>
                <a:avLst/>
                <a:gdLst>
                  <a:gd name="T0" fmla="*/ 84 w 21"/>
                  <a:gd name="T1" fmla="*/ 5 h 19"/>
                  <a:gd name="T2" fmla="*/ 29 w 21"/>
                  <a:gd name="T3" fmla="*/ 74 h 19"/>
                  <a:gd name="T4" fmla="*/ 60 w 21"/>
                  <a:gd name="T5" fmla="*/ 43 h 19"/>
                  <a:gd name="T6" fmla="*/ 84 w 21"/>
                  <a:gd name="T7" fmla="*/ 5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19">
                    <a:moveTo>
                      <a:pt x="20" y="1"/>
                    </a:moveTo>
                    <a:cubicBezTo>
                      <a:pt x="14" y="0"/>
                      <a:pt x="0" y="15"/>
                      <a:pt x="7" y="19"/>
                    </a:cubicBezTo>
                    <a:cubicBezTo>
                      <a:pt x="8" y="14"/>
                      <a:pt x="10" y="13"/>
                      <a:pt x="14" y="11"/>
                    </a:cubicBezTo>
                    <a:cubicBezTo>
                      <a:pt x="17" y="9"/>
                      <a:pt x="21" y="5"/>
                      <a:pt x="20" y="1"/>
                    </a:cubicBezTo>
                  </a:path>
                </a:pathLst>
              </a:custGeom>
              <a:solidFill>
                <a:srgbClr val="FDEA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282" name="Freeform 1097">
                <a:extLst>
                  <a:ext uri="{FF2B5EF4-FFF2-40B4-BE49-F238E27FC236}">
                    <a16:creationId xmlns:a16="http://schemas.microsoft.com/office/drawing/2014/main" id="{CD9E0F30-AF3B-42AA-9C59-3F2D6979A1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1" y="959"/>
                <a:ext cx="28" cy="24"/>
              </a:xfrm>
              <a:custGeom>
                <a:avLst/>
                <a:gdLst>
                  <a:gd name="T0" fmla="*/ 68 w 17"/>
                  <a:gd name="T1" fmla="*/ 29 h 15"/>
                  <a:gd name="T2" fmla="*/ 0 w 17"/>
                  <a:gd name="T3" fmla="*/ 0 h 15"/>
                  <a:gd name="T4" fmla="*/ 21 w 17"/>
                  <a:gd name="T5" fmla="*/ 16 h 15"/>
                  <a:gd name="T6" fmla="*/ 49 w 17"/>
                  <a:gd name="T7" fmla="*/ 29 h 15"/>
                  <a:gd name="T8" fmla="*/ 76 w 17"/>
                  <a:gd name="T9" fmla="*/ 61 h 15"/>
                  <a:gd name="T10" fmla="*/ 76 w 17"/>
                  <a:gd name="T11" fmla="*/ 42 h 1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7" h="15">
                    <a:moveTo>
                      <a:pt x="15" y="7"/>
                    </a:moveTo>
                    <a:cubicBezTo>
                      <a:pt x="12" y="2"/>
                      <a:pt x="6" y="0"/>
                      <a:pt x="0" y="0"/>
                    </a:cubicBezTo>
                    <a:cubicBezTo>
                      <a:pt x="1" y="3"/>
                      <a:pt x="4" y="3"/>
                      <a:pt x="5" y="4"/>
                    </a:cubicBezTo>
                    <a:cubicBezTo>
                      <a:pt x="7" y="5"/>
                      <a:pt x="9" y="7"/>
                      <a:pt x="11" y="7"/>
                    </a:cubicBezTo>
                    <a:cubicBezTo>
                      <a:pt x="12" y="9"/>
                      <a:pt x="15" y="13"/>
                      <a:pt x="17" y="15"/>
                    </a:cubicBezTo>
                    <a:cubicBezTo>
                      <a:pt x="17" y="13"/>
                      <a:pt x="17" y="11"/>
                      <a:pt x="17" y="10"/>
                    </a:cubicBezTo>
                  </a:path>
                </a:pathLst>
              </a:custGeom>
              <a:solidFill>
                <a:srgbClr val="FDEA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283" name="Freeform 1098">
                <a:extLst>
                  <a:ext uri="{FF2B5EF4-FFF2-40B4-BE49-F238E27FC236}">
                    <a16:creationId xmlns:a16="http://schemas.microsoft.com/office/drawing/2014/main" id="{FAD8F1D3-60DB-4C54-8072-351A118DD7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5" y="1055"/>
                <a:ext cx="56" cy="89"/>
              </a:xfrm>
              <a:custGeom>
                <a:avLst/>
                <a:gdLst>
                  <a:gd name="T0" fmla="*/ 0 w 35"/>
                  <a:gd name="T1" fmla="*/ 0 h 55"/>
                  <a:gd name="T2" fmla="*/ 48 w 35"/>
                  <a:gd name="T3" fmla="*/ 128 h 55"/>
                  <a:gd name="T4" fmla="*/ 144 w 35"/>
                  <a:gd name="T5" fmla="*/ 233 h 55"/>
                  <a:gd name="T6" fmla="*/ 56 w 35"/>
                  <a:gd name="T7" fmla="*/ 128 h 55"/>
                  <a:gd name="T8" fmla="*/ 5 w 35"/>
                  <a:gd name="T9" fmla="*/ 13 h 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" h="55">
                    <a:moveTo>
                      <a:pt x="0" y="0"/>
                    </a:moveTo>
                    <a:cubicBezTo>
                      <a:pt x="2" y="11"/>
                      <a:pt x="5" y="22"/>
                      <a:pt x="12" y="30"/>
                    </a:cubicBezTo>
                    <a:cubicBezTo>
                      <a:pt x="19" y="39"/>
                      <a:pt x="28" y="46"/>
                      <a:pt x="35" y="55"/>
                    </a:cubicBezTo>
                    <a:cubicBezTo>
                      <a:pt x="27" y="47"/>
                      <a:pt x="21" y="38"/>
                      <a:pt x="14" y="30"/>
                    </a:cubicBezTo>
                    <a:cubicBezTo>
                      <a:pt x="6" y="21"/>
                      <a:pt x="4" y="14"/>
                      <a:pt x="1" y="3"/>
                    </a:cubicBezTo>
                  </a:path>
                </a:pathLst>
              </a:custGeom>
              <a:solidFill>
                <a:srgbClr val="FDEA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284" name="Freeform 1099">
                <a:extLst>
                  <a:ext uri="{FF2B5EF4-FFF2-40B4-BE49-F238E27FC236}">
                    <a16:creationId xmlns:a16="http://schemas.microsoft.com/office/drawing/2014/main" id="{41D28DBE-1393-45D7-BBAA-8F3C0E5A06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9" y="1009"/>
                <a:ext cx="47" cy="117"/>
              </a:xfrm>
              <a:custGeom>
                <a:avLst/>
                <a:gdLst>
                  <a:gd name="T0" fmla="*/ 107 w 29"/>
                  <a:gd name="T1" fmla="*/ 0 h 73"/>
                  <a:gd name="T2" fmla="*/ 123 w 29"/>
                  <a:gd name="T3" fmla="*/ 42 h 73"/>
                  <a:gd name="T4" fmla="*/ 110 w 29"/>
                  <a:gd name="T5" fmla="*/ 95 h 73"/>
                  <a:gd name="T6" fmla="*/ 76 w 29"/>
                  <a:gd name="T7" fmla="*/ 197 h 73"/>
                  <a:gd name="T8" fmla="*/ 50 w 29"/>
                  <a:gd name="T9" fmla="*/ 247 h 73"/>
                  <a:gd name="T10" fmla="*/ 0 w 29"/>
                  <a:gd name="T11" fmla="*/ 301 h 73"/>
                  <a:gd name="T12" fmla="*/ 55 w 29"/>
                  <a:gd name="T13" fmla="*/ 210 h 73"/>
                  <a:gd name="T14" fmla="*/ 89 w 29"/>
                  <a:gd name="T15" fmla="*/ 115 h 73"/>
                  <a:gd name="T16" fmla="*/ 102 w 29"/>
                  <a:gd name="T17" fmla="*/ 0 h 7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9" h="73">
                    <a:moveTo>
                      <a:pt x="25" y="0"/>
                    </a:moveTo>
                    <a:cubicBezTo>
                      <a:pt x="26" y="4"/>
                      <a:pt x="29" y="6"/>
                      <a:pt x="29" y="10"/>
                    </a:cubicBezTo>
                    <a:cubicBezTo>
                      <a:pt x="28" y="15"/>
                      <a:pt x="27" y="19"/>
                      <a:pt x="26" y="23"/>
                    </a:cubicBezTo>
                    <a:cubicBezTo>
                      <a:pt x="23" y="32"/>
                      <a:pt x="21" y="40"/>
                      <a:pt x="18" y="48"/>
                    </a:cubicBezTo>
                    <a:cubicBezTo>
                      <a:pt x="16" y="52"/>
                      <a:pt x="15" y="56"/>
                      <a:pt x="12" y="60"/>
                    </a:cubicBezTo>
                    <a:cubicBezTo>
                      <a:pt x="9" y="65"/>
                      <a:pt x="4" y="69"/>
                      <a:pt x="0" y="73"/>
                    </a:cubicBezTo>
                    <a:cubicBezTo>
                      <a:pt x="4" y="66"/>
                      <a:pt x="10" y="59"/>
                      <a:pt x="13" y="51"/>
                    </a:cubicBezTo>
                    <a:cubicBezTo>
                      <a:pt x="15" y="43"/>
                      <a:pt x="19" y="36"/>
                      <a:pt x="21" y="28"/>
                    </a:cubicBezTo>
                    <a:cubicBezTo>
                      <a:pt x="23" y="19"/>
                      <a:pt x="24" y="9"/>
                      <a:pt x="24" y="0"/>
                    </a:cubicBezTo>
                  </a:path>
                </a:pathLst>
              </a:custGeom>
              <a:solidFill>
                <a:srgbClr val="FDEA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285" name="Freeform 1100">
                <a:extLst>
                  <a:ext uri="{FF2B5EF4-FFF2-40B4-BE49-F238E27FC236}">
                    <a16:creationId xmlns:a16="http://schemas.microsoft.com/office/drawing/2014/main" id="{5BCFCB4C-1D45-4D37-A09A-B688689B7D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6" y="1075"/>
                <a:ext cx="12" cy="19"/>
              </a:xfrm>
              <a:custGeom>
                <a:avLst/>
                <a:gdLst>
                  <a:gd name="T0" fmla="*/ 36 w 7"/>
                  <a:gd name="T1" fmla="*/ 43 h 12"/>
                  <a:gd name="T2" fmla="*/ 26 w 7"/>
                  <a:gd name="T3" fmla="*/ 0 h 12"/>
                  <a:gd name="T4" fmla="*/ 29 w 7"/>
                  <a:gd name="T5" fmla="*/ 43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2">
                    <a:moveTo>
                      <a:pt x="7" y="11"/>
                    </a:moveTo>
                    <a:cubicBezTo>
                      <a:pt x="4" y="11"/>
                      <a:pt x="4" y="2"/>
                      <a:pt x="5" y="0"/>
                    </a:cubicBezTo>
                    <a:cubicBezTo>
                      <a:pt x="3" y="3"/>
                      <a:pt x="0" y="12"/>
                      <a:pt x="6" y="1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286" name="Freeform 1101">
                <a:extLst>
                  <a:ext uri="{FF2B5EF4-FFF2-40B4-BE49-F238E27FC236}">
                    <a16:creationId xmlns:a16="http://schemas.microsoft.com/office/drawing/2014/main" id="{92AB69D4-1E83-4910-942A-A9360CE412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0" y="988"/>
                <a:ext cx="18" cy="3"/>
              </a:xfrm>
              <a:custGeom>
                <a:avLst/>
                <a:gdLst>
                  <a:gd name="T0" fmla="*/ 47 w 11"/>
                  <a:gd name="T1" fmla="*/ 8 h 2"/>
                  <a:gd name="T2" fmla="*/ 0 w 11"/>
                  <a:gd name="T3" fmla="*/ 0 h 2"/>
                  <a:gd name="T4" fmla="*/ 29 w 11"/>
                  <a:gd name="T5" fmla="*/ 5 h 2"/>
                  <a:gd name="T6" fmla="*/ 43 w 11"/>
                  <a:gd name="T7" fmla="*/ 8 h 2"/>
                  <a:gd name="T8" fmla="*/ 47 w 11"/>
                  <a:gd name="T9" fmla="*/ 8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2">
                    <a:moveTo>
                      <a:pt x="11" y="2"/>
                    </a:moveTo>
                    <a:cubicBezTo>
                      <a:pt x="8" y="0"/>
                      <a:pt x="4" y="1"/>
                      <a:pt x="0" y="0"/>
                    </a:cubicBezTo>
                    <a:cubicBezTo>
                      <a:pt x="3" y="1"/>
                      <a:pt x="5" y="1"/>
                      <a:pt x="7" y="1"/>
                    </a:cubicBezTo>
                    <a:cubicBezTo>
                      <a:pt x="8" y="2"/>
                      <a:pt x="9" y="2"/>
                      <a:pt x="10" y="2"/>
                    </a:cubicBezTo>
                    <a:cubicBezTo>
                      <a:pt x="11" y="2"/>
                      <a:pt x="11" y="2"/>
                      <a:pt x="11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287" name="Freeform 1102">
                <a:extLst>
                  <a:ext uri="{FF2B5EF4-FFF2-40B4-BE49-F238E27FC236}">
                    <a16:creationId xmlns:a16="http://schemas.microsoft.com/office/drawing/2014/main" id="{58A2FD8C-B8F2-4C4E-82E3-239D5BE93D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8" y="975"/>
                <a:ext cx="11" cy="8"/>
              </a:xfrm>
              <a:custGeom>
                <a:avLst/>
                <a:gdLst>
                  <a:gd name="T0" fmla="*/ 27 w 7"/>
                  <a:gd name="T1" fmla="*/ 21 h 5"/>
                  <a:gd name="T2" fmla="*/ 0 w 7"/>
                  <a:gd name="T3" fmla="*/ 0 h 5"/>
                  <a:gd name="T4" fmla="*/ 22 w 7"/>
                  <a:gd name="T5" fmla="*/ 21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5">
                    <a:moveTo>
                      <a:pt x="7" y="5"/>
                    </a:moveTo>
                    <a:cubicBezTo>
                      <a:pt x="4" y="5"/>
                      <a:pt x="1" y="2"/>
                      <a:pt x="0" y="0"/>
                    </a:cubicBezTo>
                    <a:cubicBezTo>
                      <a:pt x="2" y="1"/>
                      <a:pt x="4" y="4"/>
                      <a:pt x="6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288" name="Freeform 1103">
                <a:extLst>
                  <a:ext uri="{FF2B5EF4-FFF2-40B4-BE49-F238E27FC236}">
                    <a16:creationId xmlns:a16="http://schemas.microsoft.com/office/drawing/2014/main" id="{E703AD31-5BAA-479B-B444-AE7049B5B1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8" y="997"/>
                <a:ext cx="51" cy="115"/>
              </a:xfrm>
              <a:custGeom>
                <a:avLst/>
                <a:gdLst>
                  <a:gd name="T0" fmla="*/ 21 w 31"/>
                  <a:gd name="T1" fmla="*/ 26 h 71"/>
                  <a:gd name="T2" fmla="*/ 41 w 31"/>
                  <a:gd name="T3" fmla="*/ 97 h 71"/>
                  <a:gd name="T4" fmla="*/ 54 w 31"/>
                  <a:gd name="T5" fmla="*/ 170 h 71"/>
                  <a:gd name="T6" fmla="*/ 138 w 31"/>
                  <a:gd name="T7" fmla="*/ 301 h 71"/>
                  <a:gd name="T8" fmla="*/ 81 w 31"/>
                  <a:gd name="T9" fmla="*/ 196 h 71"/>
                  <a:gd name="T10" fmla="*/ 58 w 31"/>
                  <a:gd name="T11" fmla="*/ 97 h 71"/>
                  <a:gd name="T12" fmla="*/ 43 w 31"/>
                  <a:gd name="T13" fmla="*/ 26 h 71"/>
                  <a:gd name="T14" fmla="*/ 20 w 31"/>
                  <a:gd name="T15" fmla="*/ 29 h 7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1" h="71">
                    <a:moveTo>
                      <a:pt x="5" y="6"/>
                    </a:moveTo>
                    <a:cubicBezTo>
                      <a:pt x="4" y="11"/>
                      <a:pt x="8" y="19"/>
                      <a:pt x="9" y="23"/>
                    </a:cubicBezTo>
                    <a:cubicBezTo>
                      <a:pt x="10" y="29"/>
                      <a:pt x="11" y="35"/>
                      <a:pt x="12" y="40"/>
                    </a:cubicBezTo>
                    <a:cubicBezTo>
                      <a:pt x="15" y="52"/>
                      <a:pt x="22" y="63"/>
                      <a:pt x="31" y="71"/>
                    </a:cubicBezTo>
                    <a:cubicBezTo>
                      <a:pt x="26" y="63"/>
                      <a:pt x="20" y="56"/>
                      <a:pt x="18" y="46"/>
                    </a:cubicBezTo>
                    <a:cubicBezTo>
                      <a:pt x="15" y="39"/>
                      <a:pt x="14" y="31"/>
                      <a:pt x="13" y="23"/>
                    </a:cubicBezTo>
                    <a:cubicBezTo>
                      <a:pt x="12" y="17"/>
                      <a:pt x="13" y="11"/>
                      <a:pt x="10" y="6"/>
                    </a:cubicBezTo>
                    <a:cubicBezTo>
                      <a:pt x="7" y="0"/>
                      <a:pt x="0" y="0"/>
                      <a:pt x="4" y="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9289" name="Freeform 1104">
                <a:extLst>
                  <a:ext uri="{FF2B5EF4-FFF2-40B4-BE49-F238E27FC236}">
                    <a16:creationId xmlns:a16="http://schemas.microsoft.com/office/drawing/2014/main" id="{F1674F66-A2D4-456C-80AE-83EFB84DB7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2" y="1433"/>
                <a:ext cx="20" cy="161"/>
              </a:xfrm>
              <a:custGeom>
                <a:avLst/>
                <a:gdLst>
                  <a:gd name="T0" fmla="*/ 0 w 12"/>
                  <a:gd name="T1" fmla="*/ 417 h 100"/>
                  <a:gd name="T2" fmla="*/ 47 w 12"/>
                  <a:gd name="T3" fmla="*/ 204 h 100"/>
                  <a:gd name="T4" fmla="*/ 22 w 12"/>
                  <a:gd name="T5" fmla="*/ 0 h 1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00">
                    <a:moveTo>
                      <a:pt x="0" y="100"/>
                    </a:moveTo>
                    <a:cubicBezTo>
                      <a:pt x="4" y="83"/>
                      <a:pt x="8" y="65"/>
                      <a:pt x="10" y="49"/>
                    </a:cubicBezTo>
                    <a:cubicBezTo>
                      <a:pt x="12" y="31"/>
                      <a:pt x="7" y="17"/>
                      <a:pt x="5" y="0"/>
                    </a:cubicBezTo>
                  </a:path>
                </a:pathLst>
              </a:custGeom>
              <a:noFill/>
              <a:ln w="158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</p:grpSp>
        <p:sp>
          <p:nvSpPr>
            <p:cNvPr id="38919" name="Freeform 1105">
              <a:extLst>
                <a:ext uri="{FF2B5EF4-FFF2-40B4-BE49-F238E27FC236}">
                  <a16:creationId xmlns:a16="http://schemas.microsoft.com/office/drawing/2014/main" id="{BAC21FCD-F281-4240-8184-C98C99829D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6" y="1449"/>
              <a:ext cx="26" cy="145"/>
            </a:xfrm>
            <a:custGeom>
              <a:avLst/>
              <a:gdLst>
                <a:gd name="T0" fmla="*/ 0 w 16"/>
                <a:gd name="T1" fmla="*/ 0 h 90"/>
                <a:gd name="T2" fmla="*/ 68 w 16"/>
                <a:gd name="T3" fmla="*/ 377 h 9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90">
                  <a:moveTo>
                    <a:pt x="0" y="0"/>
                  </a:moveTo>
                  <a:cubicBezTo>
                    <a:pt x="0" y="29"/>
                    <a:pt x="1" y="66"/>
                    <a:pt x="16" y="90"/>
                  </a:cubicBezTo>
                </a:path>
              </a:pathLst>
            </a:custGeom>
            <a:noFill/>
            <a:ln w="158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920" name="Freeform 1106">
              <a:extLst>
                <a:ext uri="{FF2B5EF4-FFF2-40B4-BE49-F238E27FC236}">
                  <a16:creationId xmlns:a16="http://schemas.microsoft.com/office/drawing/2014/main" id="{D7DF87E9-51EB-470F-A376-4F494C9C16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6" y="1460"/>
              <a:ext cx="10" cy="33"/>
            </a:xfrm>
            <a:custGeom>
              <a:avLst/>
              <a:gdLst>
                <a:gd name="T0" fmla="*/ 0 w 6"/>
                <a:gd name="T1" fmla="*/ 89 h 20"/>
                <a:gd name="T2" fmla="*/ 28 w 6"/>
                <a:gd name="T3" fmla="*/ 0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0">
                  <a:moveTo>
                    <a:pt x="0" y="20"/>
                  </a:moveTo>
                  <a:cubicBezTo>
                    <a:pt x="2" y="12"/>
                    <a:pt x="1" y="6"/>
                    <a:pt x="6" y="0"/>
                  </a:cubicBezTo>
                </a:path>
              </a:pathLst>
            </a:custGeom>
            <a:noFill/>
            <a:ln w="158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921" name="Freeform 1107">
              <a:extLst>
                <a:ext uri="{FF2B5EF4-FFF2-40B4-BE49-F238E27FC236}">
                  <a16:creationId xmlns:a16="http://schemas.microsoft.com/office/drawing/2014/main" id="{2B56E7D4-A8F3-43FE-AFB7-C63A20B890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8" y="1443"/>
              <a:ext cx="17" cy="24"/>
            </a:xfrm>
            <a:custGeom>
              <a:avLst/>
              <a:gdLst>
                <a:gd name="T0" fmla="*/ 40 w 11"/>
                <a:gd name="T1" fmla="*/ 61 h 15"/>
                <a:gd name="T2" fmla="*/ 0 w 11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5">
                  <a:moveTo>
                    <a:pt x="11" y="15"/>
                  </a:moveTo>
                  <a:cubicBezTo>
                    <a:pt x="9" y="8"/>
                    <a:pt x="6" y="3"/>
                    <a:pt x="0" y="0"/>
                  </a:cubicBezTo>
                </a:path>
              </a:pathLst>
            </a:custGeom>
            <a:noFill/>
            <a:ln w="158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922" name="Freeform 1108">
              <a:extLst>
                <a:ext uri="{FF2B5EF4-FFF2-40B4-BE49-F238E27FC236}">
                  <a16:creationId xmlns:a16="http://schemas.microsoft.com/office/drawing/2014/main" id="{8D53F458-C6B4-44DB-A9BE-20215F3EFF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3" y="994"/>
              <a:ext cx="24" cy="2"/>
            </a:xfrm>
            <a:custGeom>
              <a:avLst/>
              <a:gdLst>
                <a:gd name="T0" fmla="*/ 61 w 15"/>
                <a:gd name="T1" fmla="*/ 8 h 1"/>
                <a:gd name="T2" fmla="*/ 35 w 15"/>
                <a:gd name="T3" fmla="*/ 8 h 1"/>
                <a:gd name="T4" fmla="*/ 0 w 15"/>
                <a:gd name="T5" fmla="*/ 8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">
                  <a:moveTo>
                    <a:pt x="15" y="1"/>
                  </a:moveTo>
                  <a:cubicBezTo>
                    <a:pt x="13" y="1"/>
                    <a:pt x="11" y="1"/>
                    <a:pt x="9" y="1"/>
                  </a:cubicBezTo>
                  <a:cubicBezTo>
                    <a:pt x="6" y="0"/>
                    <a:pt x="3" y="1"/>
                    <a:pt x="0" y="1"/>
                  </a:cubicBezTo>
                </a:path>
              </a:pathLst>
            </a:custGeom>
            <a:noFill/>
            <a:ln w="158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923" name="Freeform 1109">
              <a:extLst>
                <a:ext uri="{FF2B5EF4-FFF2-40B4-BE49-F238E27FC236}">
                  <a16:creationId xmlns:a16="http://schemas.microsoft.com/office/drawing/2014/main" id="{2E9BAB57-6A6C-4DAB-9CEB-68C69B807C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5" y="991"/>
              <a:ext cx="26" cy="5"/>
            </a:xfrm>
            <a:custGeom>
              <a:avLst/>
              <a:gdLst>
                <a:gd name="T0" fmla="*/ 0 w 16"/>
                <a:gd name="T1" fmla="*/ 13 h 3"/>
                <a:gd name="T2" fmla="*/ 26 w 16"/>
                <a:gd name="T3" fmla="*/ 5 h 3"/>
                <a:gd name="T4" fmla="*/ 54 w 16"/>
                <a:gd name="T5" fmla="*/ 5 h 3"/>
                <a:gd name="T6" fmla="*/ 68 w 16"/>
                <a:gd name="T7" fmla="*/ 5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3">
                  <a:moveTo>
                    <a:pt x="0" y="3"/>
                  </a:moveTo>
                  <a:cubicBezTo>
                    <a:pt x="2" y="3"/>
                    <a:pt x="4" y="2"/>
                    <a:pt x="6" y="1"/>
                  </a:cubicBezTo>
                  <a:cubicBezTo>
                    <a:pt x="8" y="1"/>
                    <a:pt x="10" y="1"/>
                    <a:pt x="12" y="1"/>
                  </a:cubicBezTo>
                  <a:cubicBezTo>
                    <a:pt x="13" y="1"/>
                    <a:pt x="15" y="0"/>
                    <a:pt x="16" y="1"/>
                  </a:cubicBezTo>
                </a:path>
              </a:pathLst>
            </a:custGeom>
            <a:noFill/>
            <a:ln w="158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924" name="Freeform 1110">
              <a:extLst>
                <a:ext uri="{FF2B5EF4-FFF2-40B4-BE49-F238E27FC236}">
                  <a16:creationId xmlns:a16="http://schemas.microsoft.com/office/drawing/2014/main" id="{7BAC0DC3-267A-46C2-959E-68D2E7672F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7" y="986"/>
              <a:ext cx="21" cy="3"/>
            </a:xfrm>
            <a:custGeom>
              <a:avLst/>
              <a:gdLst>
                <a:gd name="T0" fmla="*/ 55 w 13"/>
                <a:gd name="T1" fmla="*/ 8 h 2"/>
                <a:gd name="T2" fmla="*/ 34 w 13"/>
                <a:gd name="T3" fmla="*/ 5 h 2"/>
                <a:gd name="T4" fmla="*/ 0 w 13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2">
                  <a:moveTo>
                    <a:pt x="13" y="2"/>
                  </a:moveTo>
                  <a:cubicBezTo>
                    <a:pt x="11" y="2"/>
                    <a:pt x="9" y="1"/>
                    <a:pt x="8" y="1"/>
                  </a:cubicBezTo>
                  <a:cubicBezTo>
                    <a:pt x="5" y="1"/>
                    <a:pt x="2" y="1"/>
                    <a:pt x="0" y="0"/>
                  </a:cubicBezTo>
                </a:path>
              </a:pathLst>
            </a:custGeom>
            <a:noFill/>
            <a:ln w="1588" cap="rnd">
              <a:solidFill>
                <a:srgbClr val="DCC0B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925" name="Freeform 1111">
              <a:extLst>
                <a:ext uri="{FF2B5EF4-FFF2-40B4-BE49-F238E27FC236}">
                  <a16:creationId xmlns:a16="http://schemas.microsoft.com/office/drawing/2014/main" id="{F8EC2B47-F43F-45E0-BE1B-9AC5787B828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3" y="981"/>
              <a:ext cx="8" cy="3"/>
            </a:xfrm>
            <a:custGeom>
              <a:avLst/>
              <a:gdLst>
                <a:gd name="T0" fmla="*/ 21 w 5"/>
                <a:gd name="T1" fmla="*/ 8 h 2"/>
                <a:gd name="T2" fmla="*/ 0 w 5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">
                  <a:moveTo>
                    <a:pt x="5" y="2"/>
                  </a:moveTo>
                  <a:cubicBezTo>
                    <a:pt x="3" y="1"/>
                    <a:pt x="1" y="0"/>
                    <a:pt x="0" y="0"/>
                  </a:cubicBezTo>
                </a:path>
              </a:pathLst>
            </a:custGeom>
            <a:noFill/>
            <a:ln w="1588" cap="rnd">
              <a:solidFill>
                <a:srgbClr val="DCC0B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926" name="Freeform 1112">
              <a:extLst>
                <a:ext uri="{FF2B5EF4-FFF2-40B4-BE49-F238E27FC236}">
                  <a16:creationId xmlns:a16="http://schemas.microsoft.com/office/drawing/2014/main" id="{D73CEC19-63E3-4DCB-916D-D603859414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3" y="984"/>
              <a:ext cx="8" cy="2"/>
            </a:xfrm>
            <a:custGeom>
              <a:avLst/>
              <a:gdLst>
                <a:gd name="T0" fmla="*/ 0 w 5"/>
                <a:gd name="T1" fmla="*/ 8 h 1"/>
                <a:gd name="T2" fmla="*/ 21 w 5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">
                  <a:moveTo>
                    <a:pt x="0" y="1"/>
                  </a:moveTo>
                  <a:cubicBezTo>
                    <a:pt x="2" y="1"/>
                    <a:pt x="3" y="0"/>
                    <a:pt x="5" y="0"/>
                  </a:cubicBezTo>
                </a:path>
              </a:pathLst>
            </a:custGeom>
            <a:noFill/>
            <a:ln w="1588" cap="rnd">
              <a:solidFill>
                <a:srgbClr val="DCC0B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927" name="Freeform 1113">
              <a:extLst>
                <a:ext uri="{FF2B5EF4-FFF2-40B4-BE49-F238E27FC236}">
                  <a16:creationId xmlns:a16="http://schemas.microsoft.com/office/drawing/2014/main" id="{DEEB3BE6-6996-4751-8588-C5381A2B29F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3" y="979"/>
              <a:ext cx="5" cy="2"/>
            </a:xfrm>
            <a:custGeom>
              <a:avLst/>
              <a:gdLst>
                <a:gd name="T0" fmla="*/ 13 w 3"/>
                <a:gd name="T1" fmla="*/ 0 h 1"/>
                <a:gd name="T2" fmla="*/ 0 w 3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">
                  <a:moveTo>
                    <a:pt x="3" y="0"/>
                  </a:moveTo>
                  <a:cubicBezTo>
                    <a:pt x="2" y="0"/>
                    <a:pt x="1" y="0"/>
                    <a:pt x="0" y="1"/>
                  </a:cubicBezTo>
                </a:path>
              </a:pathLst>
            </a:custGeom>
            <a:noFill/>
            <a:ln w="1588" cap="rnd">
              <a:solidFill>
                <a:srgbClr val="DCC0B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928" name="Freeform 1114">
              <a:extLst>
                <a:ext uri="{FF2B5EF4-FFF2-40B4-BE49-F238E27FC236}">
                  <a16:creationId xmlns:a16="http://schemas.microsoft.com/office/drawing/2014/main" id="{216C4BDA-2B07-41BB-92C2-787D24FA08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9" y="978"/>
              <a:ext cx="39" cy="32"/>
            </a:xfrm>
            <a:custGeom>
              <a:avLst/>
              <a:gdLst>
                <a:gd name="T0" fmla="*/ 8 w 24"/>
                <a:gd name="T1" fmla="*/ 5 h 20"/>
                <a:gd name="T2" fmla="*/ 34 w 24"/>
                <a:gd name="T3" fmla="*/ 54 h 20"/>
                <a:gd name="T4" fmla="*/ 102 w 24"/>
                <a:gd name="T5" fmla="*/ 82 h 20"/>
                <a:gd name="T6" fmla="*/ 47 w 24"/>
                <a:gd name="T7" fmla="*/ 48 h 20"/>
                <a:gd name="T8" fmla="*/ 5 w 24"/>
                <a:gd name="T9" fmla="*/ 0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20">
                  <a:moveTo>
                    <a:pt x="2" y="1"/>
                  </a:moveTo>
                  <a:cubicBezTo>
                    <a:pt x="0" y="5"/>
                    <a:pt x="5" y="11"/>
                    <a:pt x="8" y="13"/>
                  </a:cubicBezTo>
                  <a:cubicBezTo>
                    <a:pt x="12" y="17"/>
                    <a:pt x="19" y="19"/>
                    <a:pt x="24" y="20"/>
                  </a:cubicBezTo>
                  <a:cubicBezTo>
                    <a:pt x="23" y="16"/>
                    <a:pt x="15" y="14"/>
                    <a:pt x="11" y="12"/>
                  </a:cubicBezTo>
                  <a:cubicBezTo>
                    <a:pt x="8" y="10"/>
                    <a:pt x="1" y="5"/>
                    <a:pt x="1" y="0"/>
                  </a:cubicBezTo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929" name="Freeform 1115">
              <a:extLst>
                <a:ext uri="{FF2B5EF4-FFF2-40B4-BE49-F238E27FC236}">
                  <a16:creationId xmlns:a16="http://schemas.microsoft.com/office/drawing/2014/main" id="{5CF6478E-0370-4272-A2E8-2C5E158DCD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0" y="981"/>
              <a:ext cx="40" cy="36"/>
            </a:xfrm>
            <a:custGeom>
              <a:avLst/>
              <a:gdLst>
                <a:gd name="T0" fmla="*/ 98 w 25"/>
                <a:gd name="T1" fmla="*/ 0 h 22"/>
                <a:gd name="T2" fmla="*/ 86 w 25"/>
                <a:gd name="T3" fmla="*/ 29 h 22"/>
                <a:gd name="T4" fmla="*/ 56 w 25"/>
                <a:gd name="T5" fmla="*/ 54 h 22"/>
                <a:gd name="T6" fmla="*/ 0 w 25"/>
                <a:gd name="T7" fmla="*/ 70 h 22"/>
                <a:gd name="T8" fmla="*/ 61 w 25"/>
                <a:gd name="T9" fmla="*/ 56 h 22"/>
                <a:gd name="T10" fmla="*/ 102 w 25"/>
                <a:gd name="T11" fmla="*/ 8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" h="22">
                  <a:moveTo>
                    <a:pt x="24" y="0"/>
                  </a:moveTo>
                  <a:cubicBezTo>
                    <a:pt x="23" y="2"/>
                    <a:pt x="22" y="5"/>
                    <a:pt x="21" y="7"/>
                  </a:cubicBezTo>
                  <a:cubicBezTo>
                    <a:pt x="19" y="9"/>
                    <a:pt x="17" y="11"/>
                    <a:pt x="14" y="12"/>
                  </a:cubicBezTo>
                  <a:cubicBezTo>
                    <a:pt x="10" y="14"/>
                    <a:pt x="5" y="15"/>
                    <a:pt x="0" y="16"/>
                  </a:cubicBezTo>
                  <a:cubicBezTo>
                    <a:pt x="2" y="22"/>
                    <a:pt x="13" y="15"/>
                    <a:pt x="15" y="13"/>
                  </a:cubicBezTo>
                  <a:cubicBezTo>
                    <a:pt x="20" y="11"/>
                    <a:pt x="24" y="7"/>
                    <a:pt x="25" y="2"/>
                  </a:cubicBezTo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930" name="Line 1116">
              <a:extLst>
                <a:ext uri="{FF2B5EF4-FFF2-40B4-BE49-F238E27FC236}">
                  <a16:creationId xmlns:a16="http://schemas.microsoft.com/office/drawing/2014/main" id="{FBAEDFEF-018F-4756-BFB7-648A4053262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11" y="1091"/>
              <a:ext cx="1" cy="1"/>
            </a:xfrm>
            <a:prstGeom prst="line">
              <a:avLst/>
            </a:prstGeom>
            <a:noFill/>
            <a:ln w="1588" cap="rnd">
              <a:solidFill>
                <a:srgbClr val="58585A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931" name="Freeform 1117">
              <a:extLst>
                <a:ext uri="{FF2B5EF4-FFF2-40B4-BE49-F238E27FC236}">
                  <a16:creationId xmlns:a16="http://schemas.microsoft.com/office/drawing/2014/main" id="{B25813F0-4D7A-41D8-A8FE-1416AEBD212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2" y="1055"/>
              <a:ext cx="18" cy="37"/>
            </a:xfrm>
            <a:custGeom>
              <a:avLst/>
              <a:gdLst>
                <a:gd name="T0" fmla="*/ 0 w 11"/>
                <a:gd name="T1" fmla="*/ 97 h 23"/>
                <a:gd name="T2" fmla="*/ 47 w 11"/>
                <a:gd name="T3" fmla="*/ 0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23">
                  <a:moveTo>
                    <a:pt x="0" y="23"/>
                  </a:moveTo>
                  <a:cubicBezTo>
                    <a:pt x="0" y="23"/>
                    <a:pt x="3" y="9"/>
                    <a:pt x="11" y="0"/>
                  </a:cubicBezTo>
                </a:path>
              </a:pathLst>
            </a:custGeom>
            <a:noFill/>
            <a:ln w="158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932" name="Freeform 1118">
              <a:extLst>
                <a:ext uri="{FF2B5EF4-FFF2-40B4-BE49-F238E27FC236}">
                  <a16:creationId xmlns:a16="http://schemas.microsoft.com/office/drawing/2014/main" id="{93B7F852-16A4-4F00-8FBD-03536446021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5" y="1055"/>
              <a:ext cx="18" cy="33"/>
            </a:xfrm>
            <a:custGeom>
              <a:avLst/>
              <a:gdLst>
                <a:gd name="T0" fmla="*/ 47 w 11"/>
                <a:gd name="T1" fmla="*/ 89 h 20"/>
                <a:gd name="T2" fmla="*/ 0 w 11"/>
                <a:gd name="T3" fmla="*/ 0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20">
                  <a:moveTo>
                    <a:pt x="11" y="20"/>
                  </a:moveTo>
                  <a:cubicBezTo>
                    <a:pt x="11" y="20"/>
                    <a:pt x="8" y="8"/>
                    <a:pt x="0" y="0"/>
                  </a:cubicBezTo>
                </a:path>
              </a:pathLst>
            </a:custGeom>
            <a:noFill/>
            <a:ln w="158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933" name="Freeform 1119">
              <a:extLst>
                <a:ext uri="{FF2B5EF4-FFF2-40B4-BE49-F238E27FC236}">
                  <a16:creationId xmlns:a16="http://schemas.microsoft.com/office/drawing/2014/main" id="{C7D597D9-1C87-4FA6-A162-9AF6B4AC9E7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1" y="968"/>
              <a:ext cx="16" cy="13"/>
            </a:xfrm>
            <a:custGeom>
              <a:avLst/>
              <a:gdLst>
                <a:gd name="T0" fmla="*/ 42 w 10"/>
                <a:gd name="T1" fmla="*/ 0 h 8"/>
                <a:gd name="T2" fmla="*/ 16 w 10"/>
                <a:gd name="T3" fmla="*/ 18 h 8"/>
                <a:gd name="T4" fmla="*/ 0 w 10"/>
                <a:gd name="T5" fmla="*/ 29 h 8"/>
                <a:gd name="T6" fmla="*/ 26 w 10"/>
                <a:gd name="T7" fmla="*/ 21 h 8"/>
                <a:gd name="T8" fmla="*/ 35 w 10"/>
                <a:gd name="T9" fmla="*/ 5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10" y="0"/>
                  </a:moveTo>
                  <a:cubicBezTo>
                    <a:pt x="8" y="2"/>
                    <a:pt x="6" y="3"/>
                    <a:pt x="4" y="4"/>
                  </a:cubicBezTo>
                  <a:cubicBezTo>
                    <a:pt x="3" y="5"/>
                    <a:pt x="1" y="6"/>
                    <a:pt x="0" y="7"/>
                  </a:cubicBezTo>
                  <a:cubicBezTo>
                    <a:pt x="2" y="8"/>
                    <a:pt x="4" y="6"/>
                    <a:pt x="6" y="5"/>
                  </a:cubicBezTo>
                  <a:cubicBezTo>
                    <a:pt x="7" y="4"/>
                    <a:pt x="8" y="2"/>
                    <a:pt x="9" y="1"/>
                  </a:cubicBezTo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934" name="Freeform 1120">
              <a:extLst>
                <a:ext uri="{FF2B5EF4-FFF2-40B4-BE49-F238E27FC236}">
                  <a16:creationId xmlns:a16="http://schemas.microsoft.com/office/drawing/2014/main" id="{9A9C206E-06F6-4A60-BFF1-420A8BBC94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4" y="955"/>
              <a:ext cx="36" cy="26"/>
            </a:xfrm>
            <a:custGeom>
              <a:avLst/>
              <a:gdLst>
                <a:gd name="T0" fmla="*/ 97 w 22"/>
                <a:gd name="T1" fmla="*/ 5 h 16"/>
                <a:gd name="T2" fmla="*/ 70 w 22"/>
                <a:gd name="T3" fmla="*/ 18 h 16"/>
                <a:gd name="T4" fmla="*/ 41 w 22"/>
                <a:gd name="T5" fmla="*/ 34 h 16"/>
                <a:gd name="T6" fmla="*/ 21 w 22"/>
                <a:gd name="T7" fmla="*/ 54 h 16"/>
                <a:gd name="T8" fmla="*/ 13 w 22"/>
                <a:gd name="T9" fmla="*/ 60 h 16"/>
                <a:gd name="T10" fmla="*/ 5 w 22"/>
                <a:gd name="T11" fmla="*/ 68 h 16"/>
                <a:gd name="T12" fmla="*/ 5 w 22"/>
                <a:gd name="T13" fmla="*/ 47 h 16"/>
                <a:gd name="T14" fmla="*/ 26 w 22"/>
                <a:gd name="T15" fmla="*/ 29 h 16"/>
                <a:gd name="T16" fmla="*/ 54 w 22"/>
                <a:gd name="T17" fmla="*/ 13 h 16"/>
                <a:gd name="T18" fmla="*/ 83 w 22"/>
                <a:gd name="T19" fmla="*/ 0 h 16"/>
                <a:gd name="T20" fmla="*/ 97 w 22"/>
                <a:gd name="T21" fmla="*/ 5 h 1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2" h="16">
                  <a:moveTo>
                    <a:pt x="22" y="1"/>
                  </a:moveTo>
                  <a:cubicBezTo>
                    <a:pt x="21" y="2"/>
                    <a:pt x="18" y="3"/>
                    <a:pt x="16" y="4"/>
                  </a:cubicBezTo>
                  <a:cubicBezTo>
                    <a:pt x="14" y="5"/>
                    <a:pt x="11" y="6"/>
                    <a:pt x="9" y="8"/>
                  </a:cubicBezTo>
                  <a:cubicBezTo>
                    <a:pt x="7" y="9"/>
                    <a:pt x="6" y="10"/>
                    <a:pt x="5" y="12"/>
                  </a:cubicBezTo>
                  <a:cubicBezTo>
                    <a:pt x="4" y="13"/>
                    <a:pt x="3" y="13"/>
                    <a:pt x="3" y="14"/>
                  </a:cubicBezTo>
                  <a:cubicBezTo>
                    <a:pt x="2" y="15"/>
                    <a:pt x="2" y="16"/>
                    <a:pt x="1" y="16"/>
                  </a:cubicBezTo>
                  <a:cubicBezTo>
                    <a:pt x="0" y="14"/>
                    <a:pt x="0" y="13"/>
                    <a:pt x="1" y="11"/>
                  </a:cubicBezTo>
                  <a:cubicBezTo>
                    <a:pt x="3" y="10"/>
                    <a:pt x="5" y="8"/>
                    <a:pt x="6" y="7"/>
                  </a:cubicBezTo>
                  <a:cubicBezTo>
                    <a:pt x="8" y="5"/>
                    <a:pt x="10" y="4"/>
                    <a:pt x="12" y="3"/>
                  </a:cubicBezTo>
                  <a:cubicBezTo>
                    <a:pt x="14" y="2"/>
                    <a:pt x="16" y="1"/>
                    <a:pt x="19" y="0"/>
                  </a:cubicBezTo>
                  <a:cubicBezTo>
                    <a:pt x="20" y="0"/>
                    <a:pt x="22" y="0"/>
                    <a:pt x="22" y="1"/>
                  </a:cubicBezTo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935" name="Freeform 1121">
              <a:extLst>
                <a:ext uri="{FF2B5EF4-FFF2-40B4-BE49-F238E27FC236}">
                  <a16:creationId xmlns:a16="http://schemas.microsoft.com/office/drawing/2014/main" id="{CFCDF169-D36F-412C-AEE0-81D885D7B3E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7" y="968"/>
              <a:ext cx="13" cy="11"/>
            </a:xfrm>
            <a:custGeom>
              <a:avLst/>
              <a:gdLst>
                <a:gd name="T0" fmla="*/ 0 w 8"/>
                <a:gd name="T1" fmla="*/ 0 h 7"/>
                <a:gd name="T2" fmla="*/ 34 w 8"/>
                <a:gd name="T3" fmla="*/ 27 h 7"/>
                <a:gd name="T4" fmla="*/ 0 w 8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7">
                  <a:moveTo>
                    <a:pt x="0" y="0"/>
                  </a:moveTo>
                  <a:cubicBezTo>
                    <a:pt x="2" y="2"/>
                    <a:pt x="5" y="7"/>
                    <a:pt x="8" y="7"/>
                  </a:cubicBezTo>
                  <a:cubicBezTo>
                    <a:pt x="7" y="5"/>
                    <a:pt x="3" y="0"/>
                    <a:pt x="0" y="0"/>
                  </a:cubicBezTo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936" name="Freeform 1122">
              <a:extLst>
                <a:ext uri="{FF2B5EF4-FFF2-40B4-BE49-F238E27FC236}">
                  <a16:creationId xmlns:a16="http://schemas.microsoft.com/office/drawing/2014/main" id="{AD5B3809-0F06-4422-89E1-0F38C8C9628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9" y="965"/>
              <a:ext cx="16" cy="10"/>
            </a:xfrm>
            <a:custGeom>
              <a:avLst/>
              <a:gdLst>
                <a:gd name="T0" fmla="*/ 0 w 10"/>
                <a:gd name="T1" fmla="*/ 0 h 6"/>
                <a:gd name="T2" fmla="*/ 26 w 10"/>
                <a:gd name="T3" fmla="*/ 13 h 6"/>
                <a:gd name="T4" fmla="*/ 42 w 10"/>
                <a:gd name="T5" fmla="*/ 28 h 6"/>
                <a:gd name="T6" fmla="*/ 5 w 10"/>
                <a:gd name="T7" fmla="*/ 0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6">
                  <a:moveTo>
                    <a:pt x="0" y="0"/>
                  </a:moveTo>
                  <a:cubicBezTo>
                    <a:pt x="2" y="1"/>
                    <a:pt x="4" y="2"/>
                    <a:pt x="6" y="3"/>
                  </a:cubicBezTo>
                  <a:cubicBezTo>
                    <a:pt x="7" y="4"/>
                    <a:pt x="8" y="5"/>
                    <a:pt x="10" y="6"/>
                  </a:cubicBezTo>
                  <a:cubicBezTo>
                    <a:pt x="10" y="3"/>
                    <a:pt x="3" y="1"/>
                    <a:pt x="1" y="0"/>
                  </a:cubicBezTo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937" name="Freeform 1123">
              <a:extLst>
                <a:ext uri="{FF2B5EF4-FFF2-40B4-BE49-F238E27FC236}">
                  <a16:creationId xmlns:a16="http://schemas.microsoft.com/office/drawing/2014/main" id="{D8D4DE16-5026-4A99-97E9-D23129EE5B6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5" y="736"/>
              <a:ext cx="382" cy="469"/>
            </a:xfrm>
            <a:custGeom>
              <a:avLst/>
              <a:gdLst>
                <a:gd name="T0" fmla="*/ 183 w 236"/>
                <a:gd name="T1" fmla="*/ 772 h 291"/>
                <a:gd name="T2" fmla="*/ 262 w 236"/>
                <a:gd name="T3" fmla="*/ 1006 h 291"/>
                <a:gd name="T4" fmla="*/ 259 w 236"/>
                <a:gd name="T5" fmla="*/ 1101 h 291"/>
                <a:gd name="T6" fmla="*/ 84 w 236"/>
                <a:gd name="T7" fmla="*/ 1083 h 291"/>
                <a:gd name="T8" fmla="*/ 144 w 236"/>
                <a:gd name="T9" fmla="*/ 1114 h 291"/>
                <a:gd name="T10" fmla="*/ 76 w 236"/>
                <a:gd name="T11" fmla="*/ 1033 h 291"/>
                <a:gd name="T12" fmla="*/ 123 w 236"/>
                <a:gd name="T13" fmla="*/ 1073 h 291"/>
                <a:gd name="T14" fmla="*/ 89 w 236"/>
                <a:gd name="T15" fmla="*/ 985 h 291"/>
                <a:gd name="T16" fmla="*/ 110 w 236"/>
                <a:gd name="T17" fmla="*/ 1020 h 291"/>
                <a:gd name="T18" fmla="*/ 144 w 236"/>
                <a:gd name="T19" fmla="*/ 867 h 291"/>
                <a:gd name="T20" fmla="*/ 131 w 236"/>
                <a:gd name="T21" fmla="*/ 259 h 291"/>
                <a:gd name="T22" fmla="*/ 398 w 236"/>
                <a:gd name="T23" fmla="*/ 114 h 291"/>
                <a:gd name="T24" fmla="*/ 864 w 236"/>
                <a:gd name="T25" fmla="*/ 264 h 291"/>
                <a:gd name="T26" fmla="*/ 906 w 236"/>
                <a:gd name="T27" fmla="*/ 951 h 291"/>
                <a:gd name="T28" fmla="*/ 1000 w 236"/>
                <a:gd name="T29" fmla="*/ 946 h 291"/>
                <a:gd name="T30" fmla="*/ 958 w 236"/>
                <a:gd name="T31" fmla="*/ 1019 h 291"/>
                <a:gd name="T32" fmla="*/ 995 w 236"/>
                <a:gd name="T33" fmla="*/ 1019 h 291"/>
                <a:gd name="T34" fmla="*/ 911 w 236"/>
                <a:gd name="T35" fmla="*/ 1067 h 291"/>
                <a:gd name="T36" fmla="*/ 974 w 236"/>
                <a:gd name="T37" fmla="*/ 1073 h 291"/>
                <a:gd name="T38" fmla="*/ 767 w 236"/>
                <a:gd name="T39" fmla="*/ 1104 h 291"/>
                <a:gd name="T40" fmla="*/ 762 w 236"/>
                <a:gd name="T41" fmla="*/ 1007 h 291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236" h="291">
                  <a:moveTo>
                    <a:pt x="43" y="184"/>
                  </a:moveTo>
                  <a:cubicBezTo>
                    <a:pt x="47" y="193"/>
                    <a:pt x="44" y="212"/>
                    <a:pt x="62" y="240"/>
                  </a:cubicBezTo>
                  <a:cubicBezTo>
                    <a:pt x="61" y="263"/>
                    <a:pt x="61" y="263"/>
                    <a:pt x="61" y="263"/>
                  </a:cubicBezTo>
                  <a:cubicBezTo>
                    <a:pt x="48" y="282"/>
                    <a:pt x="24" y="270"/>
                    <a:pt x="20" y="259"/>
                  </a:cubicBezTo>
                  <a:cubicBezTo>
                    <a:pt x="20" y="259"/>
                    <a:pt x="25" y="265"/>
                    <a:pt x="34" y="266"/>
                  </a:cubicBezTo>
                  <a:cubicBezTo>
                    <a:pt x="34" y="266"/>
                    <a:pt x="19" y="261"/>
                    <a:pt x="18" y="247"/>
                  </a:cubicBezTo>
                  <a:cubicBezTo>
                    <a:pt x="18" y="247"/>
                    <a:pt x="22" y="253"/>
                    <a:pt x="29" y="256"/>
                  </a:cubicBezTo>
                  <a:cubicBezTo>
                    <a:pt x="29" y="256"/>
                    <a:pt x="17" y="250"/>
                    <a:pt x="21" y="235"/>
                  </a:cubicBezTo>
                  <a:cubicBezTo>
                    <a:pt x="21" y="235"/>
                    <a:pt x="19" y="242"/>
                    <a:pt x="26" y="244"/>
                  </a:cubicBezTo>
                  <a:cubicBezTo>
                    <a:pt x="32" y="247"/>
                    <a:pt x="50" y="233"/>
                    <a:pt x="34" y="207"/>
                  </a:cubicBezTo>
                  <a:cubicBezTo>
                    <a:pt x="0" y="154"/>
                    <a:pt x="17" y="83"/>
                    <a:pt x="31" y="62"/>
                  </a:cubicBezTo>
                  <a:cubicBezTo>
                    <a:pt x="46" y="42"/>
                    <a:pt x="78" y="17"/>
                    <a:pt x="94" y="27"/>
                  </a:cubicBezTo>
                  <a:cubicBezTo>
                    <a:pt x="94" y="27"/>
                    <a:pt x="173" y="0"/>
                    <a:pt x="204" y="63"/>
                  </a:cubicBezTo>
                  <a:cubicBezTo>
                    <a:pt x="235" y="126"/>
                    <a:pt x="224" y="194"/>
                    <a:pt x="214" y="227"/>
                  </a:cubicBezTo>
                  <a:cubicBezTo>
                    <a:pt x="208" y="246"/>
                    <a:pt x="231" y="243"/>
                    <a:pt x="236" y="226"/>
                  </a:cubicBezTo>
                  <a:cubicBezTo>
                    <a:pt x="236" y="226"/>
                    <a:pt x="236" y="240"/>
                    <a:pt x="226" y="243"/>
                  </a:cubicBezTo>
                  <a:cubicBezTo>
                    <a:pt x="226" y="243"/>
                    <a:pt x="228" y="247"/>
                    <a:pt x="235" y="243"/>
                  </a:cubicBezTo>
                  <a:cubicBezTo>
                    <a:pt x="235" y="243"/>
                    <a:pt x="229" y="259"/>
                    <a:pt x="215" y="255"/>
                  </a:cubicBezTo>
                  <a:cubicBezTo>
                    <a:pt x="215" y="255"/>
                    <a:pt x="225" y="260"/>
                    <a:pt x="230" y="256"/>
                  </a:cubicBezTo>
                  <a:cubicBezTo>
                    <a:pt x="230" y="256"/>
                    <a:pt x="206" y="291"/>
                    <a:pt x="181" y="264"/>
                  </a:cubicBezTo>
                  <a:cubicBezTo>
                    <a:pt x="180" y="241"/>
                    <a:pt x="180" y="241"/>
                    <a:pt x="180" y="241"/>
                  </a:cubicBezTo>
                </a:path>
              </a:pathLst>
            </a:custGeom>
            <a:noFill/>
            <a:ln w="1588" cap="rnd">
              <a:solidFill>
                <a:srgbClr val="494E4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938" name="Freeform 1124">
              <a:extLst>
                <a:ext uri="{FF2B5EF4-FFF2-40B4-BE49-F238E27FC236}">
                  <a16:creationId xmlns:a16="http://schemas.microsoft.com/office/drawing/2014/main" id="{08530277-8209-49BD-8C1E-5B49425FD9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4" y="839"/>
              <a:ext cx="273" cy="210"/>
            </a:xfrm>
            <a:custGeom>
              <a:avLst/>
              <a:gdLst>
                <a:gd name="T0" fmla="*/ 712 w 169"/>
                <a:gd name="T1" fmla="*/ 548 h 130"/>
                <a:gd name="T2" fmla="*/ 691 w 169"/>
                <a:gd name="T3" fmla="*/ 478 h 130"/>
                <a:gd name="T4" fmla="*/ 577 w 169"/>
                <a:gd name="T5" fmla="*/ 225 h 130"/>
                <a:gd name="T6" fmla="*/ 399 w 169"/>
                <a:gd name="T7" fmla="*/ 68 h 130"/>
                <a:gd name="T8" fmla="*/ 262 w 169"/>
                <a:gd name="T9" fmla="*/ 0 h 130"/>
                <a:gd name="T10" fmla="*/ 204 w 169"/>
                <a:gd name="T11" fmla="*/ 76 h 130"/>
                <a:gd name="T12" fmla="*/ 207 w 169"/>
                <a:gd name="T13" fmla="*/ 21 h 130"/>
                <a:gd name="T14" fmla="*/ 110 w 169"/>
                <a:gd name="T15" fmla="*/ 173 h 130"/>
                <a:gd name="T16" fmla="*/ 115 w 169"/>
                <a:gd name="T17" fmla="*/ 139 h 130"/>
                <a:gd name="T18" fmla="*/ 16 w 169"/>
                <a:gd name="T19" fmla="*/ 404 h 13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69" h="130">
                  <a:moveTo>
                    <a:pt x="169" y="130"/>
                  </a:moveTo>
                  <a:cubicBezTo>
                    <a:pt x="164" y="113"/>
                    <a:pt x="164" y="113"/>
                    <a:pt x="164" y="113"/>
                  </a:cubicBezTo>
                  <a:cubicBezTo>
                    <a:pt x="164" y="113"/>
                    <a:pt x="146" y="76"/>
                    <a:pt x="137" y="53"/>
                  </a:cubicBezTo>
                  <a:cubicBezTo>
                    <a:pt x="128" y="30"/>
                    <a:pt x="107" y="27"/>
                    <a:pt x="95" y="16"/>
                  </a:cubicBezTo>
                  <a:cubicBezTo>
                    <a:pt x="95" y="16"/>
                    <a:pt x="67" y="12"/>
                    <a:pt x="62" y="0"/>
                  </a:cubicBezTo>
                  <a:cubicBezTo>
                    <a:pt x="62" y="0"/>
                    <a:pt x="61" y="7"/>
                    <a:pt x="48" y="18"/>
                  </a:cubicBezTo>
                  <a:cubicBezTo>
                    <a:pt x="48" y="18"/>
                    <a:pt x="50" y="7"/>
                    <a:pt x="49" y="5"/>
                  </a:cubicBezTo>
                  <a:cubicBezTo>
                    <a:pt x="49" y="5"/>
                    <a:pt x="49" y="26"/>
                    <a:pt x="26" y="41"/>
                  </a:cubicBezTo>
                  <a:cubicBezTo>
                    <a:pt x="27" y="33"/>
                    <a:pt x="27" y="33"/>
                    <a:pt x="27" y="33"/>
                  </a:cubicBezTo>
                  <a:cubicBezTo>
                    <a:pt x="27" y="33"/>
                    <a:pt x="0" y="76"/>
                    <a:pt x="4" y="96"/>
                  </a:cubicBezTo>
                </a:path>
              </a:pathLst>
            </a:custGeom>
            <a:noFill/>
            <a:ln w="1588" cap="rnd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939" name="Freeform 1125">
              <a:extLst>
                <a:ext uri="{FF2B5EF4-FFF2-40B4-BE49-F238E27FC236}">
                  <a16:creationId xmlns:a16="http://schemas.microsoft.com/office/drawing/2014/main" id="{0C2CDE07-BA85-412C-B075-5C5B4A7FF1A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0" y="1038"/>
              <a:ext cx="23" cy="45"/>
            </a:xfrm>
            <a:custGeom>
              <a:avLst/>
              <a:gdLst>
                <a:gd name="T0" fmla="*/ 8 w 14"/>
                <a:gd name="T1" fmla="*/ 0 h 28"/>
                <a:gd name="T2" fmla="*/ 62 w 14"/>
                <a:gd name="T3" fmla="*/ 116 h 28"/>
                <a:gd name="T4" fmla="*/ 41 w 14"/>
                <a:gd name="T5" fmla="*/ 37 h 28"/>
                <a:gd name="T6" fmla="*/ 5 w 14"/>
                <a:gd name="T7" fmla="*/ 0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28">
                  <a:moveTo>
                    <a:pt x="2" y="0"/>
                  </a:moveTo>
                  <a:cubicBezTo>
                    <a:pt x="0" y="10"/>
                    <a:pt x="12" y="18"/>
                    <a:pt x="14" y="28"/>
                  </a:cubicBezTo>
                  <a:cubicBezTo>
                    <a:pt x="12" y="22"/>
                    <a:pt x="12" y="15"/>
                    <a:pt x="9" y="9"/>
                  </a:cubicBezTo>
                  <a:cubicBezTo>
                    <a:pt x="7" y="6"/>
                    <a:pt x="3" y="3"/>
                    <a:pt x="1" y="0"/>
                  </a:cubicBezTo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940" name="Freeform 1126">
              <a:extLst>
                <a:ext uri="{FF2B5EF4-FFF2-40B4-BE49-F238E27FC236}">
                  <a16:creationId xmlns:a16="http://schemas.microsoft.com/office/drawing/2014/main" id="{0EDC089F-41B6-45EB-84C2-72ABAFB710B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2" y="1044"/>
              <a:ext cx="17" cy="34"/>
            </a:xfrm>
            <a:custGeom>
              <a:avLst/>
              <a:gdLst>
                <a:gd name="T0" fmla="*/ 49 w 10"/>
                <a:gd name="T1" fmla="*/ 0 h 21"/>
                <a:gd name="T2" fmla="*/ 34 w 10"/>
                <a:gd name="T3" fmla="*/ 42 h 21"/>
                <a:gd name="T4" fmla="*/ 0 w 10"/>
                <a:gd name="T5" fmla="*/ 89 h 21"/>
                <a:gd name="T6" fmla="*/ 44 w 10"/>
                <a:gd name="T7" fmla="*/ 5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21">
                  <a:moveTo>
                    <a:pt x="10" y="0"/>
                  </a:moveTo>
                  <a:cubicBezTo>
                    <a:pt x="10" y="3"/>
                    <a:pt x="9" y="7"/>
                    <a:pt x="7" y="10"/>
                  </a:cubicBezTo>
                  <a:cubicBezTo>
                    <a:pt x="5" y="13"/>
                    <a:pt x="2" y="17"/>
                    <a:pt x="0" y="21"/>
                  </a:cubicBezTo>
                  <a:cubicBezTo>
                    <a:pt x="0" y="13"/>
                    <a:pt x="7" y="7"/>
                    <a:pt x="9" y="1"/>
                  </a:cubicBezTo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941" name="Freeform 1127">
              <a:extLst>
                <a:ext uri="{FF2B5EF4-FFF2-40B4-BE49-F238E27FC236}">
                  <a16:creationId xmlns:a16="http://schemas.microsoft.com/office/drawing/2014/main" id="{2F8F6AAC-9225-4121-B2BA-448956DACC2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3" y="1139"/>
              <a:ext cx="34" cy="20"/>
            </a:xfrm>
            <a:custGeom>
              <a:avLst/>
              <a:gdLst>
                <a:gd name="T0" fmla="*/ 0 w 21"/>
                <a:gd name="T1" fmla="*/ 50 h 12"/>
                <a:gd name="T2" fmla="*/ 89 w 21"/>
                <a:gd name="T3" fmla="*/ 13 h 12"/>
                <a:gd name="T4" fmla="*/ 34 w 21"/>
                <a:gd name="T5" fmla="*/ 33 h 12"/>
                <a:gd name="T6" fmla="*/ 0 w 21"/>
                <a:gd name="T7" fmla="*/ 55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12">
                  <a:moveTo>
                    <a:pt x="0" y="11"/>
                  </a:moveTo>
                  <a:cubicBezTo>
                    <a:pt x="2" y="5"/>
                    <a:pt x="16" y="0"/>
                    <a:pt x="21" y="3"/>
                  </a:cubicBezTo>
                  <a:cubicBezTo>
                    <a:pt x="17" y="4"/>
                    <a:pt x="12" y="5"/>
                    <a:pt x="8" y="7"/>
                  </a:cubicBezTo>
                  <a:cubicBezTo>
                    <a:pt x="5" y="8"/>
                    <a:pt x="2" y="9"/>
                    <a:pt x="0" y="12"/>
                  </a:cubicBezTo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942" name="Freeform 1128">
              <a:extLst>
                <a:ext uri="{FF2B5EF4-FFF2-40B4-BE49-F238E27FC236}">
                  <a16:creationId xmlns:a16="http://schemas.microsoft.com/office/drawing/2014/main" id="{5C1EED39-692A-4A9B-BB55-5FAA4C22447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5" y="996"/>
              <a:ext cx="43" cy="71"/>
            </a:xfrm>
            <a:custGeom>
              <a:avLst/>
              <a:gdLst>
                <a:gd name="T0" fmla="*/ 99 w 26"/>
                <a:gd name="T1" fmla="*/ 47 h 44"/>
                <a:gd name="T2" fmla="*/ 83 w 26"/>
                <a:gd name="T3" fmla="*/ 21 h 44"/>
                <a:gd name="T4" fmla="*/ 63 w 26"/>
                <a:gd name="T5" fmla="*/ 0 h 44"/>
                <a:gd name="T6" fmla="*/ 36 w 26"/>
                <a:gd name="T7" fmla="*/ 8 h 44"/>
                <a:gd name="T8" fmla="*/ 0 w 26"/>
                <a:gd name="T9" fmla="*/ 26 h 44"/>
                <a:gd name="T10" fmla="*/ 63 w 26"/>
                <a:gd name="T11" fmla="*/ 94 h 44"/>
                <a:gd name="T12" fmla="*/ 71 w 26"/>
                <a:gd name="T13" fmla="*/ 186 h 44"/>
                <a:gd name="T14" fmla="*/ 91 w 26"/>
                <a:gd name="T15" fmla="*/ 144 h 44"/>
                <a:gd name="T16" fmla="*/ 104 w 26"/>
                <a:gd name="T17" fmla="*/ 105 h 44"/>
                <a:gd name="T18" fmla="*/ 109 w 26"/>
                <a:gd name="T19" fmla="*/ 50 h 4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6" h="44">
                  <a:moveTo>
                    <a:pt x="22" y="11"/>
                  </a:moveTo>
                  <a:cubicBezTo>
                    <a:pt x="21" y="9"/>
                    <a:pt x="19" y="7"/>
                    <a:pt x="18" y="5"/>
                  </a:cubicBezTo>
                  <a:cubicBezTo>
                    <a:pt x="17" y="3"/>
                    <a:pt x="17" y="0"/>
                    <a:pt x="14" y="0"/>
                  </a:cubicBezTo>
                  <a:cubicBezTo>
                    <a:pt x="12" y="0"/>
                    <a:pt x="9" y="2"/>
                    <a:pt x="8" y="2"/>
                  </a:cubicBezTo>
                  <a:cubicBezTo>
                    <a:pt x="5" y="3"/>
                    <a:pt x="2" y="4"/>
                    <a:pt x="0" y="6"/>
                  </a:cubicBezTo>
                  <a:cubicBezTo>
                    <a:pt x="7" y="10"/>
                    <a:pt x="12" y="13"/>
                    <a:pt x="14" y="22"/>
                  </a:cubicBezTo>
                  <a:cubicBezTo>
                    <a:pt x="15" y="29"/>
                    <a:pt x="16" y="36"/>
                    <a:pt x="16" y="44"/>
                  </a:cubicBezTo>
                  <a:cubicBezTo>
                    <a:pt x="18" y="43"/>
                    <a:pt x="20" y="36"/>
                    <a:pt x="20" y="34"/>
                  </a:cubicBezTo>
                  <a:cubicBezTo>
                    <a:pt x="21" y="31"/>
                    <a:pt x="23" y="28"/>
                    <a:pt x="23" y="25"/>
                  </a:cubicBezTo>
                  <a:cubicBezTo>
                    <a:pt x="24" y="23"/>
                    <a:pt x="26" y="14"/>
                    <a:pt x="24" y="12"/>
                  </a:cubicBezTo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943" name="Freeform 1129">
              <a:extLst>
                <a:ext uri="{FF2B5EF4-FFF2-40B4-BE49-F238E27FC236}">
                  <a16:creationId xmlns:a16="http://schemas.microsoft.com/office/drawing/2014/main" id="{21C72F68-5B49-4430-9A80-F7BBB7226E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7" y="1020"/>
              <a:ext cx="19" cy="61"/>
            </a:xfrm>
            <a:custGeom>
              <a:avLst/>
              <a:gdLst>
                <a:gd name="T0" fmla="*/ 25 w 12"/>
                <a:gd name="T1" fmla="*/ 0 h 38"/>
                <a:gd name="T2" fmla="*/ 27 w 12"/>
                <a:gd name="T3" fmla="*/ 63 h 38"/>
                <a:gd name="T4" fmla="*/ 0 w 12"/>
                <a:gd name="T5" fmla="*/ 157 h 38"/>
                <a:gd name="T6" fmla="*/ 33 w 12"/>
                <a:gd name="T7" fmla="*/ 111 h 38"/>
                <a:gd name="T8" fmla="*/ 48 w 12"/>
                <a:gd name="T9" fmla="*/ 34 h 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38">
                  <a:moveTo>
                    <a:pt x="6" y="0"/>
                  </a:moveTo>
                  <a:cubicBezTo>
                    <a:pt x="7" y="5"/>
                    <a:pt x="8" y="10"/>
                    <a:pt x="7" y="15"/>
                  </a:cubicBezTo>
                  <a:cubicBezTo>
                    <a:pt x="6" y="23"/>
                    <a:pt x="2" y="30"/>
                    <a:pt x="0" y="38"/>
                  </a:cubicBezTo>
                  <a:cubicBezTo>
                    <a:pt x="2" y="34"/>
                    <a:pt x="5" y="31"/>
                    <a:pt x="8" y="27"/>
                  </a:cubicBezTo>
                  <a:cubicBezTo>
                    <a:pt x="12" y="21"/>
                    <a:pt x="12" y="15"/>
                    <a:pt x="12" y="8"/>
                  </a:cubicBezTo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944" name="Freeform 1130">
              <a:extLst>
                <a:ext uri="{FF2B5EF4-FFF2-40B4-BE49-F238E27FC236}">
                  <a16:creationId xmlns:a16="http://schemas.microsoft.com/office/drawing/2014/main" id="{CE81275D-CDE4-4C64-A56B-CD62893C43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9" y="1005"/>
              <a:ext cx="30" cy="47"/>
            </a:xfrm>
            <a:custGeom>
              <a:avLst/>
              <a:gdLst>
                <a:gd name="T0" fmla="*/ 0 w 19"/>
                <a:gd name="T1" fmla="*/ 0 h 29"/>
                <a:gd name="T2" fmla="*/ 33 w 19"/>
                <a:gd name="T3" fmla="*/ 47 h 29"/>
                <a:gd name="T4" fmla="*/ 47 w 19"/>
                <a:gd name="T5" fmla="*/ 123 h 29"/>
                <a:gd name="T6" fmla="*/ 52 w 19"/>
                <a:gd name="T7" fmla="*/ 13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29">
                  <a:moveTo>
                    <a:pt x="0" y="0"/>
                  </a:moveTo>
                  <a:cubicBezTo>
                    <a:pt x="0" y="4"/>
                    <a:pt x="8" y="7"/>
                    <a:pt x="8" y="11"/>
                  </a:cubicBezTo>
                  <a:cubicBezTo>
                    <a:pt x="9" y="16"/>
                    <a:pt x="9" y="25"/>
                    <a:pt x="12" y="29"/>
                  </a:cubicBezTo>
                  <a:cubicBezTo>
                    <a:pt x="19" y="25"/>
                    <a:pt x="16" y="8"/>
                    <a:pt x="13" y="3"/>
                  </a:cubicBezTo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945" name="Freeform 1131">
              <a:extLst>
                <a:ext uri="{FF2B5EF4-FFF2-40B4-BE49-F238E27FC236}">
                  <a16:creationId xmlns:a16="http://schemas.microsoft.com/office/drawing/2014/main" id="{55BBBE75-1E38-495A-A6C4-E7A41F4F5E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5" y="917"/>
              <a:ext cx="78" cy="8"/>
            </a:xfrm>
            <a:custGeom>
              <a:avLst/>
              <a:gdLst>
                <a:gd name="T0" fmla="*/ 206 w 48"/>
                <a:gd name="T1" fmla="*/ 13 h 5"/>
                <a:gd name="T2" fmla="*/ 122 w 48"/>
                <a:gd name="T3" fmla="*/ 16 h 5"/>
                <a:gd name="T4" fmla="*/ 34 w 48"/>
                <a:gd name="T5" fmla="*/ 21 h 5"/>
                <a:gd name="T6" fmla="*/ 0 w 48"/>
                <a:gd name="T7" fmla="*/ 21 h 5"/>
                <a:gd name="T8" fmla="*/ 63 w 48"/>
                <a:gd name="T9" fmla="*/ 13 h 5"/>
                <a:gd name="T10" fmla="*/ 117 w 48"/>
                <a:gd name="T11" fmla="*/ 8 h 5"/>
                <a:gd name="T12" fmla="*/ 202 w 48"/>
                <a:gd name="T13" fmla="*/ 8 h 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8" h="5">
                  <a:moveTo>
                    <a:pt x="48" y="3"/>
                  </a:moveTo>
                  <a:cubicBezTo>
                    <a:pt x="42" y="0"/>
                    <a:pt x="34" y="3"/>
                    <a:pt x="28" y="4"/>
                  </a:cubicBezTo>
                  <a:cubicBezTo>
                    <a:pt x="21" y="4"/>
                    <a:pt x="15" y="5"/>
                    <a:pt x="8" y="5"/>
                  </a:cubicBezTo>
                  <a:cubicBezTo>
                    <a:pt x="6" y="5"/>
                    <a:pt x="2" y="4"/>
                    <a:pt x="0" y="5"/>
                  </a:cubicBezTo>
                  <a:cubicBezTo>
                    <a:pt x="4" y="3"/>
                    <a:pt x="10" y="3"/>
                    <a:pt x="15" y="3"/>
                  </a:cubicBezTo>
                  <a:cubicBezTo>
                    <a:pt x="19" y="2"/>
                    <a:pt x="23" y="2"/>
                    <a:pt x="27" y="2"/>
                  </a:cubicBezTo>
                  <a:cubicBezTo>
                    <a:pt x="34" y="2"/>
                    <a:pt x="40" y="1"/>
                    <a:pt x="47" y="2"/>
                  </a:cubicBezTo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946" name="Freeform 1132">
              <a:extLst>
                <a:ext uri="{FF2B5EF4-FFF2-40B4-BE49-F238E27FC236}">
                  <a16:creationId xmlns:a16="http://schemas.microsoft.com/office/drawing/2014/main" id="{DFC25D68-AD26-45DB-BEBF-79CB584F24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8" y="908"/>
              <a:ext cx="70" cy="10"/>
            </a:xfrm>
            <a:custGeom>
              <a:avLst/>
              <a:gdLst>
                <a:gd name="T0" fmla="*/ 0 w 43"/>
                <a:gd name="T1" fmla="*/ 28 h 6"/>
                <a:gd name="T2" fmla="*/ 122 w 43"/>
                <a:gd name="T3" fmla="*/ 13 h 6"/>
                <a:gd name="T4" fmla="*/ 186 w 43"/>
                <a:gd name="T5" fmla="*/ 8 h 6"/>
                <a:gd name="T6" fmla="*/ 5 w 43"/>
                <a:gd name="T7" fmla="*/ 28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3" h="6">
                  <a:moveTo>
                    <a:pt x="0" y="6"/>
                  </a:moveTo>
                  <a:cubicBezTo>
                    <a:pt x="9" y="5"/>
                    <a:pt x="19" y="4"/>
                    <a:pt x="28" y="3"/>
                  </a:cubicBezTo>
                  <a:cubicBezTo>
                    <a:pt x="33" y="2"/>
                    <a:pt x="39" y="2"/>
                    <a:pt x="43" y="2"/>
                  </a:cubicBezTo>
                  <a:cubicBezTo>
                    <a:pt x="29" y="3"/>
                    <a:pt x="14" y="0"/>
                    <a:pt x="1" y="6"/>
                  </a:cubicBezTo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947" name="Freeform 1133">
              <a:extLst>
                <a:ext uri="{FF2B5EF4-FFF2-40B4-BE49-F238E27FC236}">
                  <a16:creationId xmlns:a16="http://schemas.microsoft.com/office/drawing/2014/main" id="{3F230F66-F470-4B71-9377-DFD7ACA4F07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0" y="900"/>
              <a:ext cx="41" cy="89"/>
            </a:xfrm>
            <a:custGeom>
              <a:avLst/>
              <a:gdLst>
                <a:gd name="T0" fmla="*/ 92 w 25"/>
                <a:gd name="T1" fmla="*/ 0 h 55"/>
                <a:gd name="T2" fmla="*/ 56 w 25"/>
                <a:gd name="T3" fmla="*/ 63 h 55"/>
                <a:gd name="T4" fmla="*/ 30 w 25"/>
                <a:gd name="T5" fmla="*/ 123 h 55"/>
                <a:gd name="T6" fmla="*/ 8 w 25"/>
                <a:gd name="T7" fmla="*/ 178 h 55"/>
                <a:gd name="T8" fmla="*/ 8 w 25"/>
                <a:gd name="T9" fmla="*/ 233 h 55"/>
                <a:gd name="T10" fmla="*/ 13 w 25"/>
                <a:gd name="T11" fmla="*/ 212 h 55"/>
                <a:gd name="T12" fmla="*/ 18 w 25"/>
                <a:gd name="T13" fmla="*/ 212 h 55"/>
                <a:gd name="T14" fmla="*/ 30 w 25"/>
                <a:gd name="T15" fmla="*/ 194 h 55"/>
                <a:gd name="T16" fmla="*/ 34 w 25"/>
                <a:gd name="T17" fmla="*/ 170 h 55"/>
                <a:gd name="T18" fmla="*/ 84 w 25"/>
                <a:gd name="T19" fmla="*/ 123 h 55"/>
                <a:gd name="T20" fmla="*/ 97 w 25"/>
                <a:gd name="T21" fmla="*/ 102 h 55"/>
                <a:gd name="T22" fmla="*/ 89 w 25"/>
                <a:gd name="T23" fmla="*/ 68 h 55"/>
                <a:gd name="T24" fmla="*/ 110 w 25"/>
                <a:gd name="T25" fmla="*/ 16 h 55"/>
                <a:gd name="T26" fmla="*/ 92 w 25"/>
                <a:gd name="T27" fmla="*/ 26 h 55"/>
                <a:gd name="T28" fmla="*/ 89 w 25"/>
                <a:gd name="T29" fmla="*/ 5 h 55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5" h="55">
                  <a:moveTo>
                    <a:pt x="21" y="0"/>
                  </a:moveTo>
                  <a:cubicBezTo>
                    <a:pt x="20" y="5"/>
                    <a:pt x="16" y="10"/>
                    <a:pt x="13" y="15"/>
                  </a:cubicBezTo>
                  <a:cubicBezTo>
                    <a:pt x="11" y="19"/>
                    <a:pt x="9" y="24"/>
                    <a:pt x="7" y="29"/>
                  </a:cubicBezTo>
                  <a:cubicBezTo>
                    <a:pt x="5" y="33"/>
                    <a:pt x="3" y="37"/>
                    <a:pt x="2" y="42"/>
                  </a:cubicBezTo>
                  <a:cubicBezTo>
                    <a:pt x="1" y="45"/>
                    <a:pt x="0" y="52"/>
                    <a:pt x="2" y="55"/>
                  </a:cubicBezTo>
                  <a:cubicBezTo>
                    <a:pt x="2" y="53"/>
                    <a:pt x="2" y="52"/>
                    <a:pt x="3" y="50"/>
                  </a:cubicBezTo>
                  <a:cubicBezTo>
                    <a:pt x="3" y="50"/>
                    <a:pt x="4" y="50"/>
                    <a:pt x="4" y="50"/>
                  </a:cubicBezTo>
                  <a:cubicBezTo>
                    <a:pt x="5" y="47"/>
                    <a:pt x="6" y="48"/>
                    <a:pt x="7" y="46"/>
                  </a:cubicBezTo>
                  <a:cubicBezTo>
                    <a:pt x="8" y="44"/>
                    <a:pt x="8" y="42"/>
                    <a:pt x="8" y="40"/>
                  </a:cubicBezTo>
                  <a:cubicBezTo>
                    <a:pt x="9" y="36"/>
                    <a:pt x="15" y="31"/>
                    <a:pt x="19" y="29"/>
                  </a:cubicBezTo>
                  <a:cubicBezTo>
                    <a:pt x="22" y="27"/>
                    <a:pt x="23" y="27"/>
                    <a:pt x="22" y="24"/>
                  </a:cubicBezTo>
                  <a:cubicBezTo>
                    <a:pt x="21" y="22"/>
                    <a:pt x="20" y="19"/>
                    <a:pt x="20" y="16"/>
                  </a:cubicBezTo>
                  <a:cubicBezTo>
                    <a:pt x="21" y="12"/>
                    <a:pt x="24" y="9"/>
                    <a:pt x="25" y="4"/>
                  </a:cubicBezTo>
                  <a:cubicBezTo>
                    <a:pt x="23" y="4"/>
                    <a:pt x="22" y="5"/>
                    <a:pt x="21" y="6"/>
                  </a:cubicBezTo>
                  <a:cubicBezTo>
                    <a:pt x="20" y="4"/>
                    <a:pt x="20" y="3"/>
                    <a:pt x="20" y="1"/>
                  </a:cubicBezTo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948" name="Freeform 1134">
              <a:extLst>
                <a:ext uri="{FF2B5EF4-FFF2-40B4-BE49-F238E27FC236}">
                  <a16:creationId xmlns:a16="http://schemas.microsoft.com/office/drawing/2014/main" id="{FC6022C0-73B3-4CE3-AC5D-C3421B9245E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0" y="979"/>
              <a:ext cx="18" cy="89"/>
            </a:xfrm>
            <a:custGeom>
              <a:avLst/>
              <a:gdLst>
                <a:gd name="T0" fmla="*/ 18 w 11"/>
                <a:gd name="T1" fmla="*/ 42 h 55"/>
                <a:gd name="T2" fmla="*/ 29 w 11"/>
                <a:gd name="T3" fmla="*/ 97 h 55"/>
                <a:gd name="T4" fmla="*/ 41 w 11"/>
                <a:gd name="T5" fmla="*/ 157 h 55"/>
                <a:gd name="T6" fmla="*/ 47 w 11"/>
                <a:gd name="T7" fmla="*/ 233 h 55"/>
                <a:gd name="T8" fmla="*/ 26 w 11"/>
                <a:gd name="T9" fmla="*/ 149 h 55"/>
                <a:gd name="T10" fmla="*/ 13 w 11"/>
                <a:gd name="T11" fmla="*/ 94 h 55"/>
                <a:gd name="T12" fmla="*/ 8 w 11"/>
                <a:gd name="T13" fmla="*/ 0 h 55"/>
                <a:gd name="T14" fmla="*/ 18 w 11"/>
                <a:gd name="T15" fmla="*/ 47 h 5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" h="55">
                  <a:moveTo>
                    <a:pt x="4" y="10"/>
                  </a:moveTo>
                  <a:cubicBezTo>
                    <a:pt x="4" y="14"/>
                    <a:pt x="6" y="19"/>
                    <a:pt x="7" y="23"/>
                  </a:cubicBezTo>
                  <a:cubicBezTo>
                    <a:pt x="8" y="28"/>
                    <a:pt x="8" y="32"/>
                    <a:pt x="9" y="37"/>
                  </a:cubicBezTo>
                  <a:cubicBezTo>
                    <a:pt x="10" y="43"/>
                    <a:pt x="10" y="49"/>
                    <a:pt x="11" y="55"/>
                  </a:cubicBezTo>
                  <a:cubicBezTo>
                    <a:pt x="9" y="49"/>
                    <a:pt x="8" y="42"/>
                    <a:pt x="6" y="35"/>
                  </a:cubicBezTo>
                  <a:cubicBezTo>
                    <a:pt x="4" y="31"/>
                    <a:pt x="3" y="27"/>
                    <a:pt x="3" y="22"/>
                  </a:cubicBezTo>
                  <a:cubicBezTo>
                    <a:pt x="2" y="15"/>
                    <a:pt x="0" y="7"/>
                    <a:pt x="2" y="0"/>
                  </a:cubicBezTo>
                  <a:cubicBezTo>
                    <a:pt x="2" y="4"/>
                    <a:pt x="3" y="8"/>
                    <a:pt x="4" y="11"/>
                  </a:cubicBezTo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949" name="Freeform 1135">
              <a:extLst>
                <a:ext uri="{FF2B5EF4-FFF2-40B4-BE49-F238E27FC236}">
                  <a16:creationId xmlns:a16="http://schemas.microsoft.com/office/drawing/2014/main" id="{FEC22DD0-7025-44F7-B65E-D32D1A5C980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3" y="2035"/>
              <a:ext cx="834" cy="1414"/>
            </a:xfrm>
            <a:custGeom>
              <a:avLst/>
              <a:gdLst>
                <a:gd name="T0" fmla="*/ 351 w 515"/>
                <a:gd name="T1" fmla="*/ 16 h 876"/>
                <a:gd name="T2" fmla="*/ 1809 w 515"/>
                <a:gd name="T3" fmla="*/ 0 h 876"/>
                <a:gd name="T4" fmla="*/ 1925 w 515"/>
                <a:gd name="T5" fmla="*/ 1901 h 876"/>
                <a:gd name="T6" fmla="*/ 1702 w 515"/>
                <a:gd name="T7" fmla="*/ 3440 h 876"/>
                <a:gd name="T8" fmla="*/ 479 w 515"/>
                <a:gd name="T9" fmla="*/ 3440 h 876"/>
                <a:gd name="T10" fmla="*/ 287 w 515"/>
                <a:gd name="T11" fmla="*/ 1910 h 876"/>
                <a:gd name="T12" fmla="*/ 351 w 515"/>
                <a:gd name="T13" fmla="*/ 16 h 87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15" h="876">
                  <a:moveTo>
                    <a:pt x="83" y="4"/>
                  </a:moveTo>
                  <a:cubicBezTo>
                    <a:pt x="83" y="4"/>
                    <a:pt x="299" y="83"/>
                    <a:pt x="426" y="0"/>
                  </a:cubicBezTo>
                  <a:cubicBezTo>
                    <a:pt x="426" y="0"/>
                    <a:pt x="515" y="156"/>
                    <a:pt x="453" y="452"/>
                  </a:cubicBezTo>
                  <a:cubicBezTo>
                    <a:pt x="391" y="748"/>
                    <a:pt x="401" y="818"/>
                    <a:pt x="401" y="818"/>
                  </a:cubicBezTo>
                  <a:cubicBezTo>
                    <a:pt x="401" y="818"/>
                    <a:pt x="243" y="876"/>
                    <a:pt x="113" y="818"/>
                  </a:cubicBezTo>
                  <a:cubicBezTo>
                    <a:pt x="113" y="818"/>
                    <a:pt x="87" y="534"/>
                    <a:pt x="67" y="454"/>
                  </a:cubicBezTo>
                  <a:cubicBezTo>
                    <a:pt x="47" y="374"/>
                    <a:pt x="0" y="132"/>
                    <a:pt x="83" y="4"/>
                  </a:cubicBezTo>
                  <a:close/>
                </a:path>
              </a:pathLst>
            </a:custGeom>
            <a:solidFill>
              <a:srgbClr val="8AB2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950" name="Freeform 1136">
              <a:extLst>
                <a:ext uri="{FF2B5EF4-FFF2-40B4-BE49-F238E27FC236}">
                  <a16:creationId xmlns:a16="http://schemas.microsoft.com/office/drawing/2014/main" id="{93D21E64-EBB3-4358-9FB0-FADD91A5C1D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5" y="2037"/>
              <a:ext cx="832" cy="1412"/>
            </a:xfrm>
            <a:custGeom>
              <a:avLst/>
              <a:gdLst>
                <a:gd name="T0" fmla="*/ 351 w 514"/>
                <a:gd name="T1" fmla="*/ 16 h 875"/>
                <a:gd name="T2" fmla="*/ 1803 w 514"/>
                <a:gd name="T3" fmla="*/ 0 h 875"/>
                <a:gd name="T4" fmla="*/ 1918 w 514"/>
                <a:gd name="T5" fmla="*/ 1896 h 875"/>
                <a:gd name="T6" fmla="*/ 1695 w 514"/>
                <a:gd name="T7" fmla="*/ 3432 h 875"/>
                <a:gd name="T8" fmla="*/ 474 w 514"/>
                <a:gd name="T9" fmla="*/ 3432 h 875"/>
                <a:gd name="T10" fmla="*/ 280 w 514"/>
                <a:gd name="T11" fmla="*/ 1904 h 875"/>
                <a:gd name="T12" fmla="*/ 351 w 514"/>
                <a:gd name="T13" fmla="*/ 16 h 87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14" h="875">
                  <a:moveTo>
                    <a:pt x="83" y="4"/>
                  </a:moveTo>
                  <a:cubicBezTo>
                    <a:pt x="83" y="4"/>
                    <a:pt x="298" y="83"/>
                    <a:pt x="425" y="0"/>
                  </a:cubicBezTo>
                  <a:cubicBezTo>
                    <a:pt x="425" y="0"/>
                    <a:pt x="514" y="155"/>
                    <a:pt x="452" y="451"/>
                  </a:cubicBezTo>
                  <a:cubicBezTo>
                    <a:pt x="390" y="747"/>
                    <a:pt x="400" y="817"/>
                    <a:pt x="400" y="817"/>
                  </a:cubicBezTo>
                  <a:cubicBezTo>
                    <a:pt x="400" y="817"/>
                    <a:pt x="242" y="875"/>
                    <a:pt x="112" y="817"/>
                  </a:cubicBezTo>
                  <a:cubicBezTo>
                    <a:pt x="112" y="817"/>
                    <a:pt x="86" y="533"/>
                    <a:pt x="66" y="453"/>
                  </a:cubicBezTo>
                  <a:cubicBezTo>
                    <a:pt x="46" y="373"/>
                    <a:pt x="0" y="132"/>
                    <a:pt x="83" y="4"/>
                  </a:cubicBezTo>
                  <a:close/>
                </a:path>
              </a:pathLst>
            </a:custGeom>
            <a:noFill/>
            <a:ln w="7938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951" name="Freeform 1137">
              <a:extLst>
                <a:ext uri="{FF2B5EF4-FFF2-40B4-BE49-F238E27FC236}">
                  <a16:creationId xmlns:a16="http://schemas.microsoft.com/office/drawing/2014/main" id="{EBEB6379-84AD-4085-85C7-D3FCEF6C85B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1" y="2100"/>
              <a:ext cx="55" cy="234"/>
            </a:xfrm>
            <a:custGeom>
              <a:avLst/>
              <a:gdLst>
                <a:gd name="T0" fmla="*/ 118 w 34"/>
                <a:gd name="T1" fmla="*/ 0 h 145"/>
                <a:gd name="T2" fmla="*/ 26 w 34"/>
                <a:gd name="T3" fmla="*/ 173 h 145"/>
                <a:gd name="T4" fmla="*/ 16 w 34"/>
                <a:gd name="T5" fmla="*/ 395 h 145"/>
                <a:gd name="T6" fmla="*/ 8 w 34"/>
                <a:gd name="T7" fmla="*/ 610 h 14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" h="145">
                  <a:moveTo>
                    <a:pt x="28" y="0"/>
                  </a:moveTo>
                  <a:cubicBezTo>
                    <a:pt x="21" y="18"/>
                    <a:pt x="34" y="42"/>
                    <a:pt x="6" y="41"/>
                  </a:cubicBezTo>
                  <a:cubicBezTo>
                    <a:pt x="0" y="56"/>
                    <a:pt x="4" y="78"/>
                    <a:pt x="4" y="94"/>
                  </a:cubicBezTo>
                  <a:cubicBezTo>
                    <a:pt x="4" y="106"/>
                    <a:pt x="11" y="139"/>
                    <a:pt x="2" y="145"/>
                  </a:cubicBezTo>
                </a:path>
              </a:pathLst>
            </a:custGeom>
            <a:noFill/>
            <a:ln w="7938" cap="rnd">
              <a:solidFill>
                <a:srgbClr val="494E4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952" name="Freeform 1138">
              <a:extLst>
                <a:ext uri="{FF2B5EF4-FFF2-40B4-BE49-F238E27FC236}">
                  <a16:creationId xmlns:a16="http://schemas.microsoft.com/office/drawing/2014/main" id="{B405C32E-041C-4F2D-B80B-C28CE33CA51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3" y="2095"/>
              <a:ext cx="30" cy="74"/>
            </a:xfrm>
            <a:custGeom>
              <a:avLst/>
              <a:gdLst>
                <a:gd name="T0" fmla="*/ 83 w 18"/>
                <a:gd name="T1" fmla="*/ 13 h 46"/>
                <a:gd name="T2" fmla="*/ 62 w 18"/>
                <a:gd name="T3" fmla="*/ 101 h 46"/>
                <a:gd name="T4" fmla="*/ 47 w 18"/>
                <a:gd name="T5" fmla="*/ 191 h 46"/>
                <a:gd name="T6" fmla="*/ 0 w 18"/>
                <a:gd name="T7" fmla="*/ 183 h 46"/>
                <a:gd name="T8" fmla="*/ 33 w 18"/>
                <a:gd name="T9" fmla="*/ 8 h 46"/>
                <a:gd name="T10" fmla="*/ 42 w 18"/>
                <a:gd name="T11" fmla="*/ 0 h 46"/>
                <a:gd name="T12" fmla="*/ 78 w 18"/>
                <a:gd name="T13" fmla="*/ 5 h 4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" h="46">
                  <a:moveTo>
                    <a:pt x="18" y="3"/>
                  </a:moveTo>
                  <a:cubicBezTo>
                    <a:pt x="18" y="9"/>
                    <a:pt x="14" y="17"/>
                    <a:pt x="13" y="24"/>
                  </a:cubicBezTo>
                  <a:cubicBezTo>
                    <a:pt x="12" y="31"/>
                    <a:pt x="12" y="39"/>
                    <a:pt x="10" y="46"/>
                  </a:cubicBezTo>
                  <a:cubicBezTo>
                    <a:pt x="7" y="46"/>
                    <a:pt x="3" y="44"/>
                    <a:pt x="0" y="44"/>
                  </a:cubicBezTo>
                  <a:cubicBezTo>
                    <a:pt x="0" y="30"/>
                    <a:pt x="3" y="15"/>
                    <a:pt x="7" y="2"/>
                  </a:cubicBezTo>
                  <a:cubicBezTo>
                    <a:pt x="8" y="1"/>
                    <a:pt x="8" y="1"/>
                    <a:pt x="9" y="0"/>
                  </a:cubicBezTo>
                  <a:cubicBezTo>
                    <a:pt x="12" y="0"/>
                    <a:pt x="14" y="1"/>
                    <a:pt x="17" y="1"/>
                  </a:cubicBezTo>
                </a:path>
              </a:pathLst>
            </a:custGeom>
            <a:noFill/>
            <a:ln w="7938" cap="rnd">
              <a:solidFill>
                <a:srgbClr val="494E4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953" name="Freeform 1139">
              <a:extLst>
                <a:ext uri="{FF2B5EF4-FFF2-40B4-BE49-F238E27FC236}">
                  <a16:creationId xmlns:a16="http://schemas.microsoft.com/office/drawing/2014/main" id="{490242F0-0E56-4FE3-BFF8-AD811F16235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6" y="2069"/>
              <a:ext cx="54" cy="82"/>
            </a:xfrm>
            <a:custGeom>
              <a:avLst/>
              <a:gdLst>
                <a:gd name="T0" fmla="*/ 144 w 33"/>
                <a:gd name="T1" fmla="*/ 13 h 51"/>
                <a:gd name="T2" fmla="*/ 56 w 33"/>
                <a:gd name="T3" fmla="*/ 212 h 51"/>
                <a:gd name="T4" fmla="*/ 0 w 33"/>
                <a:gd name="T5" fmla="*/ 178 h 51"/>
                <a:gd name="T6" fmla="*/ 67 w 33"/>
                <a:gd name="T7" fmla="*/ 0 h 51"/>
                <a:gd name="T8" fmla="*/ 136 w 33"/>
                <a:gd name="T9" fmla="*/ 8 h 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51">
                  <a:moveTo>
                    <a:pt x="33" y="3"/>
                  </a:moveTo>
                  <a:cubicBezTo>
                    <a:pt x="21" y="17"/>
                    <a:pt x="19" y="35"/>
                    <a:pt x="13" y="51"/>
                  </a:cubicBezTo>
                  <a:cubicBezTo>
                    <a:pt x="10" y="47"/>
                    <a:pt x="5" y="45"/>
                    <a:pt x="0" y="43"/>
                  </a:cubicBezTo>
                  <a:cubicBezTo>
                    <a:pt x="7" y="31"/>
                    <a:pt x="6" y="12"/>
                    <a:pt x="15" y="0"/>
                  </a:cubicBezTo>
                  <a:cubicBezTo>
                    <a:pt x="20" y="1"/>
                    <a:pt x="25" y="3"/>
                    <a:pt x="31" y="2"/>
                  </a:cubicBezTo>
                </a:path>
              </a:pathLst>
            </a:custGeom>
            <a:noFill/>
            <a:ln w="7938" cap="rnd">
              <a:solidFill>
                <a:srgbClr val="494E4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954" name="Freeform 1140">
              <a:extLst>
                <a:ext uri="{FF2B5EF4-FFF2-40B4-BE49-F238E27FC236}">
                  <a16:creationId xmlns:a16="http://schemas.microsoft.com/office/drawing/2014/main" id="{761EC15F-3857-4157-ABE5-70E93818BD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7" y="2087"/>
              <a:ext cx="26" cy="64"/>
            </a:xfrm>
            <a:custGeom>
              <a:avLst/>
              <a:gdLst>
                <a:gd name="T0" fmla="*/ 0 w 16"/>
                <a:gd name="T1" fmla="*/ 13 h 40"/>
                <a:gd name="T2" fmla="*/ 18 w 16"/>
                <a:gd name="T3" fmla="*/ 163 h 40"/>
                <a:gd name="T4" fmla="*/ 68 w 16"/>
                <a:gd name="T5" fmla="*/ 138 h 40"/>
                <a:gd name="T6" fmla="*/ 18 w 16"/>
                <a:gd name="T7" fmla="*/ 8 h 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40">
                  <a:moveTo>
                    <a:pt x="0" y="3"/>
                  </a:moveTo>
                  <a:cubicBezTo>
                    <a:pt x="1" y="15"/>
                    <a:pt x="3" y="28"/>
                    <a:pt x="4" y="40"/>
                  </a:cubicBezTo>
                  <a:cubicBezTo>
                    <a:pt x="7" y="37"/>
                    <a:pt x="12" y="35"/>
                    <a:pt x="16" y="34"/>
                  </a:cubicBezTo>
                  <a:cubicBezTo>
                    <a:pt x="15" y="28"/>
                    <a:pt x="9" y="0"/>
                    <a:pt x="4" y="2"/>
                  </a:cubicBezTo>
                </a:path>
              </a:pathLst>
            </a:custGeom>
            <a:noFill/>
            <a:ln w="7938" cap="rnd">
              <a:solidFill>
                <a:srgbClr val="494E4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955" name="Freeform 1141">
              <a:extLst>
                <a:ext uri="{FF2B5EF4-FFF2-40B4-BE49-F238E27FC236}">
                  <a16:creationId xmlns:a16="http://schemas.microsoft.com/office/drawing/2014/main" id="{D00EE9AD-5AEE-4D00-AC50-85C3C7F5A7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8" y="2064"/>
              <a:ext cx="39" cy="61"/>
            </a:xfrm>
            <a:custGeom>
              <a:avLst/>
              <a:gdLst>
                <a:gd name="T0" fmla="*/ 0 w 24"/>
                <a:gd name="T1" fmla="*/ 21 h 38"/>
                <a:gd name="T2" fmla="*/ 29 w 24"/>
                <a:gd name="T3" fmla="*/ 157 h 38"/>
                <a:gd name="T4" fmla="*/ 81 w 24"/>
                <a:gd name="T5" fmla="*/ 132 h 38"/>
                <a:gd name="T6" fmla="*/ 88 w 24"/>
                <a:gd name="T7" fmla="*/ 88 h 38"/>
                <a:gd name="T8" fmla="*/ 47 w 24"/>
                <a:gd name="T9" fmla="*/ 0 h 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38">
                  <a:moveTo>
                    <a:pt x="0" y="5"/>
                  </a:moveTo>
                  <a:cubicBezTo>
                    <a:pt x="0" y="15"/>
                    <a:pt x="4" y="28"/>
                    <a:pt x="7" y="38"/>
                  </a:cubicBezTo>
                  <a:cubicBezTo>
                    <a:pt x="12" y="36"/>
                    <a:pt x="16" y="35"/>
                    <a:pt x="19" y="32"/>
                  </a:cubicBezTo>
                  <a:cubicBezTo>
                    <a:pt x="24" y="27"/>
                    <a:pt x="23" y="28"/>
                    <a:pt x="20" y="21"/>
                  </a:cubicBezTo>
                  <a:cubicBezTo>
                    <a:pt x="17" y="14"/>
                    <a:pt x="15" y="5"/>
                    <a:pt x="11" y="0"/>
                  </a:cubicBezTo>
                </a:path>
              </a:pathLst>
            </a:custGeom>
            <a:noFill/>
            <a:ln w="7938" cap="rnd">
              <a:solidFill>
                <a:srgbClr val="494E4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956" name="Freeform 1142">
              <a:extLst>
                <a:ext uri="{FF2B5EF4-FFF2-40B4-BE49-F238E27FC236}">
                  <a16:creationId xmlns:a16="http://schemas.microsoft.com/office/drawing/2014/main" id="{6AD42167-8F7A-43B1-BBA2-833DB6D38F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4" y="2114"/>
              <a:ext cx="54" cy="44"/>
            </a:xfrm>
            <a:custGeom>
              <a:avLst/>
              <a:gdLst>
                <a:gd name="T0" fmla="*/ 83 w 33"/>
                <a:gd name="T1" fmla="*/ 5 h 27"/>
                <a:gd name="T2" fmla="*/ 88 w 33"/>
                <a:gd name="T3" fmla="*/ 90 h 27"/>
                <a:gd name="T4" fmla="*/ 75 w 33"/>
                <a:gd name="T5" fmla="*/ 0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27">
                  <a:moveTo>
                    <a:pt x="19" y="1"/>
                  </a:moveTo>
                  <a:cubicBezTo>
                    <a:pt x="0" y="0"/>
                    <a:pt x="5" y="27"/>
                    <a:pt x="20" y="21"/>
                  </a:cubicBezTo>
                  <a:cubicBezTo>
                    <a:pt x="33" y="15"/>
                    <a:pt x="27" y="1"/>
                    <a:pt x="17" y="0"/>
                  </a:cubicBezTo>
                </a:path>
              </a:pathLst>
            </a:custGeom>
            <a:noFill/>
            <a:ln w="7938" cap="rnd">
              <a:solidFill>
                <a:srgbClr val="494E4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957" name="Freeform 1143">
              <a:extLst>
                <a:ext uri="{FF2B5EF4-FFF2-40B4-BE49-F238E27FC236}">
                  <a16:creationId xmlns:a16="http://schemas.microsoft.com/office/drawing/2014/main" id="{55DC3459-CF48-40DB-A481-31F88D477BB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5" y="2166"/>
              <a:ext cx="200" cy="190"/>
            </a:xfrm>
            <a:custGeom>
              <a:avLst/>
              <a:gdLst>
                <a:gd name="T0" fmla="*/ 481 w 124"/>
                <a:gd name="T1" fmla="*/ 0 h 118"/>
                <a:gd name="T2" fmla="*/ 521 w 124"/>
                <a:gd name="T3" fmla="*/ 13 h 118"/>
                <a:gd name="T4" fmla="*/ 440 w 124"/>
                <a:gd name="T5" fmla="*/ 171 h 118"/>
                <a:gd name="T6" fmla="*/ 260 w 124"/>
                <a:gd name="T7" fmla="*/ 382 h 118"/>
                <a:gd name="T8" fmla="*/ 0 w 124"/>
                <a:gd name="T9" fmla="*/ 493 h 1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4" h="118">
                  <a:moveTo>
                    <a:pt x="115" y="0"/>
                  </a:moveTo>
                  <a:cubicBezTo>
                    <a:pt x="118" y="0"/>
                    <a:pt x="121" y="1"/>
                    <a:pt x="124" y="3"/>
                  </a:cubicBezTo>
                  <a:cubicBezTo>
                    <a:pt x="116" y="14"/>
                    <a:pt x="112" y="29"/>
                    <a:pt x="105" y="41"/>
                  </a:cubicBezTo>
                  <a:cubicBezTo>
                    <a:pt x="93" y="59"/>
                    <a:pt x="79" y="77"/>
                    <a:pt x="62" y="91"/>
                  </a:cubicBezTo>
                  <a:cubicBezTo>
                    <a:pt x="46" y="105"/>
                    <a:pt x="19" y="118"/>
                    <a:pt x="0" y="118"/>
                  </a:cubicBezTo>
                </a:path>
              </a:pathLst>
            </a:custGeom>
            <a:noFill/>
            <a:ln w="7938" cap="rnd">
              <a:solidFill>
                <a:srgbClr val="494E4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958" name="Freeform 1144">
              <a:extLst>
                <a:ext uri="{FF2B5EF4-FFF2-40B4-BE49-F238E27FC236}">
                  <a16:creationId xmlns:a16="http://schemas.microsoft.com/office/drawing/2014/main" id="{2B19757F-FFBE-4DCC-85C4-2AB18BC920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7" y="2163"/>
              <a:ext cx="204" cy="142"/>
            </a:xfrm>
            <a:custGeom>
              <a:avLst/>
              <a:gdLst>
                <a:gd name="T0" fmla="*/ 34 w 126"/>
                <a:gd name="T1" fmla="*/ 8 h 88"/>
                <a:gd name="T2" fmla="*/ 29 w 126"/>
                <a:gd name="T3" fmla="*/ 0 h 88"/>
                <a:gd name="T4" fmla="*/ 0 w 126"/>
                <a:gd name="T5" fmla="*/ 13 h 88"/>
                <a:gd name="T6" fmla="*/ 97 w 126"/>
                <a:gd name="T7" fmla="*/ 139 h 88"/>
                <a:gd name="T8" fmla="*/ 251 w 126"/>
                <a:gd name="T9" fmla="*/ 273 h 88"/>
                <a:gd name="T10" fmla="*/ 534 w 126"/>
                <a:gd name="T11" fmla="*/ 370 h 8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6" h="88">
                  <a:moveTo>
                    <a:pt x="8" y="2"/>
                  </a:moveTo>
                  <a:cubicBezTo>
                    <a:pt x="8" y="0"/>
                    <a:pt x="8" y="0"/>
                    <a:pt x="7" y="0"/>
                  </a:cubicBezTo>
                  <a:cubicBezTo>
                    <a:pt x="5" y="0"/>
                    <a:pt x="2" y="2"/>
                    <a:pt x="0" y="3"/>
                  </a:cubicBezTo>
                  <a:cubicBezTo>
                    <a:pt x="1" y="13"/>
                    <a:pt x="16" y="26"/>
                    <a:pt x="23" y="33"/>
                  </a:cubicBezTo>
                  <a:cubicBezTo>
                    <a:pt x="35" y="44"/>
                    <a:pt x="46" y="55"/>
                    <a:pt x="59" y="65"/>
                  </a:cubicBezTo>
                  <a:cubicBezTo>
                    <a:pt x="79" y="80"/>
                    <a:pt x="103" y="83"/>
                    <a:pt x="126" y="88"/>
                  </a:cubicBezTo>
                </a:path>
              </a:pathLst>
            </a:custGeom>
            <a:noFill/>
            <a:ln w="7938" cap="rnd">
              <a:solidFill>
                <a:srgbClr val="494E4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959" name="Line 1145">
              <a:extLst>
                <a:ext uri="{FF2B5EF4-FFF2-40B4-BE49-F238E27FC236}">
                  <a16:creationId xmlns:a16="http://schemas.microsoft.com/office/drawing/2014/main" id="{F44646EE-57C1-41FB-B891-2DA4EFB7D8E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958" y="2358"/>
              <a:ext cx="13" cy="1038"/>
            </a:xfrm>
            <a:prstGeom prst="line">
              <a:avLst/>
            </a:prstGeom>
            <a:noFill/>
            <a:ln w="4763" cap="rnd">
              <a:solidFill>
                <a:srgbClr val="494E4E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960" name="Freeform 1146">
              <a:extLst>
                <a:ext uri="{FF2B5EF4-FFF2-40B4-BE49-F238E27FC236}">
                  <a16:creationId xmlns:a16="http://schemas.microsoft.com/office/drawing/2014/main" id="{513D5192-68A2-4591-842C-5C917EC9EE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4" y="2079"/>
              <a:ext cx="29" cy="71"/>
            </a:xfrm>
            <a:custGeom>
              <a:avLst/>
              <a:gdLst>
                <a:gd name="T0" fmla="*/ 76 w 18"/>
                <a:gd name="T1" fmla="*/ 5 h 44"/>
                <a:gd name="T2" fmla="*/ 16 w 18"/>
                <a:gd name="T3" fmla="*/ 94 h 44"/>
                <a:gd name="T4" fmla="*/ 5 w 18"/>
                <a:gd name="T5" fmla="*/ 186 h 44"/>
                <a:gd name="T6" fmla="*/ 71 w 18"/>
                <a:gd name="T7" fmla="*/ 0 h 4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44">
                  <a:moveTo>
                    <a:pt x="18" y="1"/>
                  </a:moveTo>
                  <a:cubicBezTo>
                    <a:pt x="12" y="2"/>
                    <a:pt x="6" y="16"/>
                    <a:pt x="4" y="22"/>
                  </a:cubicBezTo>
                  <a:cubicBezTo>
                    <a:pt x="2" y="29"/>
                    <a:pt x="0" y="37"/>
                    <a:pt x="1" y="44"/>
                  </a:cubicBezTo>
                  <a:cubicBezTo>
                    <a:pt x="10" y="31"/>
                    <a:pt x="14" y="16"/>
                    <a:pt x="17" y="0"/>
                  </a:cubicBezTo>
                </a:path>
              </a:pathLst>
            </a:custGeom>
            <a:solidFill>
              <a:srgbClr val="5F90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961" name="Freeform 1147">
              <a:extLst>
                <a:ext uri="{FF2B5EF4-FFF2-40B4-BE49-F238E27FC236}">
                  <a16:creationId xmlns:a16="http://schemas.microsoft.com/office/drawing/2014/main" id="{6384B8A5-CD7E-4F0D-914C-215F62ABF9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1" y="2100"/>
              <a:ext cx="18" cy="69"/>
            </a:xfrm>
            <a:custGeom>
              <a:avLst/>
              <a:gdLst>
                <a:gd name="T0" fmla="*/ 47 w 11"/>
                <a:gd name="T1" fmla="*/ 0 h 43"/>
                <a:gd name="T2" fmla="*/ 13 w 11"/>
                <a:gd name="T3" fmla="*/ 178 h 43"/>
                <a:gd name="T4" fmla="*/ 41 w 11"/>
                <a:gd name="T5" fmla="*/ 103 h 43"/>
                <a:gd name="T6" fmla="*/ 47 w 11"/>
                <a:gd name="T7" fmla="*/ 0 h 4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43">
                  <a:moveTo>
                    <a:pt x="11" y="0"/>
                  </a:moveTo>
                  <a:cubicBezTo>
                    <a:pt x="7" y="13"/>
                    <a:pt x="0" y="30"/>
                    <a:pt x="3" y="43"/>
                  </a:cubicBezTo>
                  <a:cubicBezTo>
                    <a:pt x="6" y="37"/>
                    <a:pt x="9" y="32"/>
                    <a:pt x="9" y="25"/>
                  </a:cubicBezTo>
                  <a:cubicBezTo>
                    <a:pt x="10" y="16"/>
                    <a:pt x="11" y="8"/>
                    <a:pt x="11" y="0"/>
                  </a:cubicBezTo>
                </a:path>
              </a:pathLst>
            </a:custGeom>
            <a:solidFill>
              <a:srgbClr val="5F90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962" name="Freeform 1148">
              <a:extLst>
                <a:ext uri="{FF2B5EF4-FFF2-40B4-BE49-F238E27FC236}">
                  <a16:creationId xmlns:a16="http://schemas.microsoft.com/office/drawing/2014/main" id="{E2E1F4BB-DA32-4C17-BDB1-DB440C7B06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7" y="2119"/>
              <a:ext cx="20" cy="24"/>
            </a:xfrm>
            <a:custGeom>
              <a:avLst/>
              <a:gdLst>
                <a:gd name="T0" fmla="*/ 33 w 12"/>
                <a:gd name="T1" fmla="*/ 5 h 15"/>
                <a:gd name="T2" fmla="*/ 33 w 12"/>
                <a:gd name="T3" fmla="*/ 54 h 15"/>
                <a:gd name="T4" fmla="*/ 28 w 12"/>
                <a:gd name="T5" fmla="*/ 13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5">
                  <a:moveTo>
                    <a:pt x="7" y="1"/>
                  </a:moveTo>
                  <a:cubicBezTo>
                    <a:pt x="0" y="0"/>
                    <a:pt x="1" y="15"/>
                    <a:pt x="7" y="13"/>
                  </a:cubicBezTo>
                  <a:cubicBezTo>
                    <a:pt x="11" y="12"/>
                    <a:pt x="12" y="0"/>
                    <a:pt x="6" y="3"/>
                  </a:cubicBezTo>
                </a:path>
              </a:pathLst>
            </a:custGeom>
            <a:solidFill>
              <a:srgbClr val="5F90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963" name="Freeform 1149">
              <a:extLst>
                <a:ext uri="{FF2B5EF4-FFF2-40B4-BE49-F238E27FC236}">
                  <a16:creationId xmlns:a16="http://schemas.microsoft.com/office/drawing/2014/main" id="{137007B2-C4BD-4F0B-BAE1-58ADA207A0A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8" y="2119"/>
              <a:ext cx="23" cy="32"/>
            </a:xfrm>
            <a:custGeom>
              <a:avLst/>
              <a:gdLst>
                <a:gd name="T0" fmla="*/ 41 w 14"/>
                <a:gd name="T1" fmla="*/ 5 h 20"/>
                <a:gd name="T2" fmla="*/ 62 w 14"/>
                <a:gd name="T3" fmla="*/ 82 h 20"/>
                <a:gd name="T4" fmla="*/ 43 w 14"/>
                <a:gd name="T5" fmla="*/ 0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20">
                  <a:moveTo>
                    <a:pt x="9" y="1"/>
                  </a:moveTo>
                  <a:cubicBezTo>
                    <a:pt x="5" y="5"/>
                    <a:pt x="8" y="18"/>
                    <a:pt x="14" y="20"/>
                  </a:cubicBezTo>
                  <a:cubicBezTo>
                    <a:pt x="8" y="17"/>
                    <a:pt x="0" y="4"/>
                    <a:pt x="10" y="0"/>
                  </a:cubicBezTo>
                </a:path>
              </a:pathLst>
            </a:custGeom>
            <a:solidFill>
              <a:srgbClr val="5F90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964" name="Freeform 1150">
              <a:extLst>
                <a:ext uri="{FF2B5EF4-FFF2-40B4-BE49-F238E27FC236}">
                  <a16:creationId xmlns:a16="http://schemas.microsoft.com/office/drawing/2014/main" id="{51E0C598-5CFB-41EF-8083-F670193AC42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6" y="2098"/>
              <a:ext cx="6" cy="55"/>
            </a:xfrm>
            <a:custGeom>
              <a:avLst/>
              <a:gdLst>
                <a:gd name="T0" fmla="*/ 14 w 4"/>
                <a:gd name="T1" fmla="*/ 0 h 34"/>
                <a:gd name="T2" fmla="*/ 14 w 4"/>
                <a:gd name="T3" fmla="*/ 81 h 34"/>
                <a:gd name="T4" fmla="*/ 14 w 4"/>
                <a:gd name="T5" fmla="*/ 144 h 34"/>
                <a:gd name="T6" fmla="*/ 12 w 4"/>
                <a:gd name="T7" fmla="*/ 8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34">
                  <a:moveTo>
                    <a:pt x="4" y="0"/>
                  </a:moveTo>
                  <a:cubicBezTo>
                    <a:pt x="4" y="6"/>
                    <a:pt x="4" y="12"/>
                    <a:pt x="4" y="19"/>
                  </a:cubicBezTo>
                  <a:cubicBezTo>
                    <a:pt x="4" y="23"/>
                    <a:pt x="2" y="29"/>
                    <a:pt x="4" y="34"/>
                  </a:cubicBezTo>
                  <a:cubicBezTo>
                    <a:pt x="0" y="23"/>
                    <a:pt x="0" y="13"/>
                    <a:pt x="3" y="2"/>
                  </a:cubicBezTo>
                </a:path>
              </a:pathLst>
            </a:custGeom>
            <a:solidFill>
              <a:srgbClr val="5F90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965" name="Freeform 1151">
              <a:extLst>
                <a:ext uri="{FF2B5EF4-FFF2-40B4-BE49-F238E27FC236}">
                  <a16:creationId xmlns:a16="http://schemas.microsoft.com/office/drawing/2014/main" id="{6293B80B-F47B-4FF9-9462-11D5DB2773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5" y="2075"/>
              <a:ext cx="21" cy="55"/>
            </a:xfrm>
            <a:custGeom>
              <a:avLst/>
              <a:gdLst>
                <a:gd name="T0" fmla="*/ 21 w 13"/>
                <a:gd name="T1" fmla="*/ 5 h 34"/>
                <a:gd name="T2" fmla="*/ 55 w 13"/>
                <a:gd name="T3" fmla="*/ 144 h 34"/>
                <a:gd name="T4" fmla="*/ 16 w 13"/>
                <a:gd name="T5" fmla="*/ 84 h 34"/>
                <a:gd name="T6" fmla="*/ 16 w 13"/>
                <a:gd name="T7" fmla="*/ 0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34">
                  <a:moveTo>
                    <a:pt x="5" y="1"/>
                  </a:moveTo>
                  <a:cubicBezTo>
                    <a:pt x="5" y="12"/>
                    <a:pt x="8" y="24"/>
                    <a:pt x="13" y="34"/>
                  </a:cubicBezTo>
                  <a:cubicBezTo>
                    <a:pt x="8" y="32"/>
                    <a:pt x="5" y="25"/>
                    <a:pt x="4" y="20"/>
                  </a:cubicBezTo>
                  <a:cubicBezTo>
                    <a:pt x="3" y="16"/>
                    <a:pt x="0" y="3"/>
                    <a:pt x="4" y="0"/>
                  </a:cubicBezTo>
                </a:path>
              </a:pathLst>
            </a:custGeom>
            <a:solidFill>
              <a:srgbClr val="5F90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966" name="Freeform 1152">
              <a:extLst>
                <a:ext uri="{FF2B5EF4-FFF2-40B4-BE49-F238E27FC236}">
                  <a16:creationId xmlns:a16="http://schemas.microsoft.com/office/drawing/2014/main" id="{C01DC7D1-F927-4528-AD14-E57F8401A7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3" y="2171"/>
              <a:ext cx="196" cy="124"/>
            </a:xfrm>
            <a:custGeom>
              <a:avLst/>
              <a:gdLst>
                <a:gd name="T0" fmla="*/ 21 w 121"/>
                <a:gd name="T1" fmla="*/ 5 h 77"/>
                <a:gd name="T2" fmla="*/ 21 w 121"/>
                <a:gd name="T3" fmla="*/ 0 h 77"/>
                <a:gd name="T4" fmla="*/ 68 w 121"/>
                <a:gd name="T5" fmla="*/ 76 h 77"/>
                <a:gd name="T6" fmla="*/ 139 w 121"/>
                <a:gd name="T7" fmla="*/ 156 h 77"/>
                <a:gd name="T8" fmla="*/ 262 w 121"/>
                <a:gd name="T9" fmla="*/ 254 h 77"/>
                <a:gd name="T10" fmla="*/ 410 w 121"/>
                <a:gd name="T11" fmla="*/ 309 h 77"/>
                <a:gd name="T12" fmla="*/ 473 w 121"/>
                <a:gd name="T13" fmla="*/ 314 h 77"/>
                <a:gd name="T14" fmla="*/ 513 w 121"/>
                <a:gd name="T15" fmla="*/ 316 h 77"/>
                <a:gd name="T16" fmla="*/ 473 w 121"/>
                <a:gd name="T17" fmla="*/ 192 h 77"/>
                <a:gd name="T18" fmla="*/ 356 w 121"/>
                <a:gd name="T19" fmla="*/ 171 h 77"/>
                <a:gd name="T20" fmla="*/ 217 w 121"/>
                <a:gd name="T21" fmla="*/ 124 h 77"/>
                <a:gd name="T22" fmla="*/ 21 w 121"/>
                <a:gd name="T23" fmla="*/ 0 h 7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21" h="77">
                  <a:moveTo>
                    <a:pt x="5" y="1"/>
                  </a:moveTo>
                  <a:cubicBezTo>
                    <a:pt x="6" y="0"/>
                    <a:pt x="5" y="0"/>
                    <a:pt x="5" y="0"/>
                  </a:cubicBezTo>
                  <a:cubicBezTo>
                    <a:pt x="0" y="2"/>
                    <a:pt x="14" y="15"/>
                    <a:pt x="16" y="18"/>
                  </a:cubicBezTo>
                  <a:cubicBezTo>
                    <a:pt x="21" y="24"/>
                    <a:pt x="27" y="31"/>
                    <a:pt x="33" y="37"/>
                  </a:cubicBezTo>
                  <a:cubicBezTo>
                    <a:pt x="41" y="46"/>
                    <a:pt x="52" y="55"/>
                    <a:pt x="62" y="61"/>
                  </a:cubicBezTo>
                  <a:cubicBezTo>
                    <a:pt x="72" y="67"/>
                    <a:pt x="85" y="73"/>
                    <a:pt x="96" y="74"/>
                  </a:cubicBezTo>
                  <a:cubicBezTo>
                    <a:pt x="101" y="74"/>
                    <a:pt x="106" y="74"/>
                    <a:pt x="111" y="75"/>
                  </a:cubicBezTo>
                  <a:cubicBezTo>
                    <a:pt x="114" y="75"/>
                    <a:pt x="118" y="77"/>
                    <a:pt x="121" y="76"/>
                  </a:cubicBezTo>
                  <a:cubicBezTo>
                    <a:pt x="118" y="67"/>
                    <a:pt x="121" y="50"/>
                    <a:pt x="111" y="46"/>
                  </a:cubicBezTo>
                  <a:cubicBezTo>
                    <a:pt x="103" y="42"/>
                    <a:pt x="93" y="42"/>
                    <a:pt x="84" y="41"/>
                  </a:cubicBezTo>
                  <a:cubicBezTo>
                    <a:pt x="73" y="40"/>
                    <a:pt x="62" y="35"/>
                    <a:pt x="51" y="30"/>
                  </a:cubicBezTo>
                  <a:cubicBezTo>
                    <a:pt x="35" y="22"/>
                    <a:pt x="19" y="10"/>
                    <a:pt x="5" y="0"/>
                  </a:cubicBezTo>
                </a:path>
              </a:pathLst>
            </a:custGeom>
            <a:solidFill>
              <a:srgbClr val="5F90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967" name="Freeform 1153">
              <a:extLst>
                <a:ext uri="{FF2B5EF4-FFF2-40B4-BE49-F238E27FC236}">
                  <a16:creationId xmlns:a16="http://schemas.microsoft.com/office/drawing/2014/main" id="{85765AA2-1CD9-473A-AE02-7FDB8EACBE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1" y="2171"/>
              <a:ext cx="192" cy="184"/>
            </a:xfrm>
            <a:custGeom>
              <a:avLst/>
              <a:gdLst>
                <a:gd name="T0" fmla="*/ 13 w 118"/>
                <a:gd name="T1" fmla="*/ 466 h 114"/>
                <a:gd name="T2" fmla="*/ 75 w 118"/>
                <a:gd name="T3" fmla="*/ 463 h 114"/>
                <a:gd name="T4" fmla="*/ 132 w 118"/>
                <a:gd name="T5" fmla="*/ 441 h 114"/>
                <a:gd name="T6" fmla="*/ 236 w 118"/>
                <a:gd name="T7" fmla="*/ 378 h 114"/>
                <a:gd name="T8" fmla="*/ 309 w 118"/>
                <a:gd name="T9" fmla="*/ 315 h 114"/>
                <a:gd name="T10" fmla="*/ 384 w 118"/>
                <a:gd name="T11" fmla="*/ 239 h 114"/>
                <a:gd name="T12" fmla="*/ 487 w 118"/>
                <a:gd name="T13" fmla="*/ 81 h 114"/>
                <a:gd name="T14" fmla="*/ 503 w 118"/>
                <a:gd name="T15" fmla="*/ 21 h 114"/>
                <a:gd name="T16" fmla="*/ 490 w 118"/>
                <a:gd name="T17" fmla="*/ 13 h 114"/>
                <a:gd name="T18" fmla="*/ 456 w 118"/>
                <a:gd name="T19" fmla="*/ 42 h 114"/>
                <a:gd name="T20" fmla="*/ 342 w 118"/>
                <a:gd name="T21" fmla="*/ 199 h 114"/>
                <a:gd name="T22" fmla="*/ 55 w 118"/>
                <a:gd name="T23" fmla="*/ 334 h 114"/>
                <a:gd name="T24" fmla="*/ 13 w 118"/>
                <a:gd name="T25" fmla="*/ 383 h 114"/>
                <a:gd name="T26" fmla="*/ 13 w 118"/>
                <a:gd name="T27" fmla="*/ 479 h 114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18" h="114">
                  <a:moveTo>
                    <a:pt x="3" y="111"/>
                  </a:moveTo>
                  <a:cubicBezTo>
                    <a:pt x="6" y="114"/>
                    <a:pt x="14" y="111"/>
                    <a:pt x="17" y="110"/>
                  </a:cubicBezTo>
                  <a:cubicBezTo>
                    <a:pt x="22" y="109"/>
                    <a:pt x="27" y="107"/>
                    <a:pt x="31" y="105"/>
                  </a:cubicBezTo>
                  <a:cubicBezTo>
                    <a:pt x="40" y="101"/>
                    <a:pt x="48" y="96"/>
                    <a:pt x="55" y="90"/>
                  </a:cubicBezTo>
                  <a:cubicBezTo>
                    <a:pt x="61" y="86"/>
                    <a:pt x="67" y="80"/>
                    <a:pt x="72" y="75"/>
                  </a:cubicBezTo>
                  <a:cubicBezTo>
                    <a:pt x="78" y="70"/>
                    <a:pt x="84" y="64"/>
                    <a:pt x="89" y="57"/>
                  </a:cubicBezTo>
                  <a:cubicBezTo>
                    <a:pt x="97" y="44"/>
                    <a:pt x="108" y="33"/>
                    <a:pt x="113" y="19"/>
                  </a:cubicBezTo>
                  <a:cubicBezTo>
                    <a:pt x="114" y="15"/>
                    <a:pt x="117" y="9"/>
                    <a:pt x="117" y="5"/>
                  </a:cubicBezTo>
                  <a:cubicBezTo>
                    <a:pt x="117" y="0"/>
                    <a:pt x="118" y="4"/>
                    <a:pt x="114" y="3"/>
                  </a:cubicBezTo>
                  <a:cubicBezTo>
                    <a:pt x="108" y="2"/>
                    <a:pt x="110" y="6"/>
                    <a:pt x="106" y="10"/>
                  </a:cubicBezTo>
                  <a:cubicBezTo>
                    <a:pt x="95" y="21"/>
                    <a:pt x="88" y="36"/>
                    <a:pt x="79" y="47"/>
                  </a:cubicBezTo>
                  <a:cubicBezTo>
                    <a:pt x="64" y="65"/>
                    <a:pt x="34" y="71"/>
                    <a:pt x="13" y="79"/>
                  </a:cubicBezTo>
                  <a:cubicBezTo>
                    <a:pt x="6" y="82"/>
                    <a:pt x="3" y="83"/>
                    <a:pt x="3" y="91"/>
                  </a:cubicBezTo>
                  <a:cubicBezTo>
                    <a:pt x="3" y="97"/>
                    <a:pt x="0" y="108"/>
                    <a:pt x="3" y="114"/>
                  </a:cubicBezTo>
                </a:path>
              </a:pathLst>
            </a:custGeom>
            <a:solidFill>
              <a:srgbClr val="5F90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968" name="Freeform 1154">
              <a:extLst>
                <a:ext uri="{FF2B5EF4-FFF2-40B4-BE49-F238E27FC236}">
                  <a16:creationId xmlns:a16="http://schemas.microsoft.com/office/drawing/2014/main" id="{322A4039-EEA2-4748-B200-CDC7E7AD2C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9" y="2158"/>
              <a:ext cx="32" cy="92"/>
            </a:xfrm>
            <a:custGeom>
              <a:avLst/>
              <a:gdLst>
                <a:gd name="T0" fmla="*/ 82 w 20"/>
                <a:gd name="T1" fmla="*/ 0 h 57"/>
                <a:gd name="T2" fmla="*/ 48 w 20"/>
                <a:gd name="T3" fmla="*/ 34 h 57"/>
                <a:gd name="T4" fmla="*/ 13 w 20"/>
                <a:gd name="T5" fmla="*/ 42 h 57"/>
                <a:gd name="T6" fmla="*/ 0 w 20"/>
                <a:gd name="T7" fmla="*/ 136 h 57"/>
                <a:gd name="T8" fmla="*/ 8 w 20"/>
                <a:gd name="T9" fmla="*/ 239 h 57"/>
                <a:gd name="T10" fmla="*/ 8 w 20"/>
                <a:gd name="T11" fmla="*/ 144 h 57"/>
                <a:gd name="T12" fmla="*/ 16 w 20"/>
                <a:gd name="T13" fmla="*/ 84 h 57"/>
                <a:gd name="T14" fmla="*/ 54 w 20"/>
                <a:gd name="T15" fmla="*/ 47 h 57"/>
                <a:gd name="T16" fmla="*/ 77 w 20"/>
                <a:gd name="T17" fmla="*/ 0 h 5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" h="57">
                  <a:moveTo>
                    <a:pt x="20" y="0"/>
                  </a:moveTo>
                  <a:cubicBezTo>
                    <a:pt x="17" y="2"/>
                    <a:pt x="16" y="6"/>
                    <a:pt x="12" y="8"/>
                  </a:cubicBezTo>
                  <a:cubicBezTo>
                    <a:pt x="10" y="9"/>
                    <a:pt x="5" y="10"/>
                    <a:pt x="3" y="10"/>
                  </a:cubicBezTo>
                  <a:cubicBezTo>
                    <a:pt x="3" y="17"/>
                    <a:pt x="0" y="24"/>
                    <a:pt x="0" y="32"/>
                  </a:cubicBezTo>
                  <a:cubicBezTo>
                    <a:pt x="0" y="40"/>
                    <a:pt x="1" y="49"/>
                    <a:pt x="2" y="57"/>
                  </a:cubicBezTo>
                  <a:cubicBezTo>
                    <a:pt x="2" y="50"/>
                    <a:pt x="3" y="41"/>
                    <a:pt x="2" y="34"/>
                  </a:cubicBezTo>
                  <a:cubicBezTo>
                    <a:pt x="2" y="29"/>
                    <a:pt x="1" y="24"/>
                    <a:pt x="4" y="20"/>
                  </a:cubicBezTo>
                  <a:cubicBezTo>
                    <a:pt x="6" y="16"/>
                    <a:pt x="10" y="13"/>
                    <a:pt x="13" y="11"/>
                  </a:cubicBezTo>
                  <a:cubicBezTo>
                    <a:pt x="17" y="8"/>
                    <a:pt x="18" y="5"/>
                    <a:pt x="19" y="0"/>
                  </a:cubicBezTo>
                </a:path>
              </a:pathLst>
            </a:custGeom>
            <a:solidFill>
              <a:srgbClr val="5F90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969" name="Freeform 1155">
              <a:extLst>
                <a:ext uri="{FF2B5EF4-FFF2-40B4-BE49-F238E27FC236}">
                  <a16:creationId xmlns:a16="http://schemas.microsoft.com/office/drawing/2014/main" id="{63F0E81E-5078-4C78-9F35-0891F22C9D8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7" y="2359"/>
              <a:ext cx="7" cy="38"/>
            </a:xfrm>
            <a:custGeom>
              <a:avLst/>
              <a:gdLst>
                <a:gd name="T0" fmla="*/ 7 w 4"/>
                <a:gd name="T1" fmla="*/ 5 h 23"/>
                <a:gd name="T2" fmla="*/ 7 w 4"/>
                <a:gd name="T3" fmla="*/ 55 h 23"/>
                <a:gd name="T4" fmla="*/ 0 w 4"/>
                <a:gd name="T5" fmla="*/ 104 h 23"/>
                <a:gd name="T6" fmla="*/ 16 w 4"/>
                <a:gd name="T7" fmla="*/ 63 h 23"/>
                <a:gd name="T8" fmla="*/ 12 w 4"/>
                <a:gd name="T9" fmla="*/ 0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23">
                  <a:moveTo>
                    <a:pt x="1" y="1"/>
                  </a:moveTo>
                  <a:cubicBezTo>
                    <a:pt x="2" y="4"/>
                    <a:pt x="2" y="8"/>
                    <a:pt x="1" y="12"/>
                  </a:cubicBezTo>
                  <a:cubicBezTo>
                    <a:pt x="1" y="15"/>
                    <a:pt x="0" y="20"/>
                    <a:pt x="0" y="23"/>
                  </a:cubicBezTo>
                  <a:cubicBezTo>
                    <a:pt x="2" y="19"/>
                    <a:pt x="4" y="19"/>
                    <a:pt x="3" y="14"/>
                  </a:cubicBezTo>
                  <a:cubicBezTo>
                    <a:pt x="3" y="10"/>
                    <a:pt x="4" y="3"/>
                    <a:pt x="2" y="0"/>
                  </a:cubicBezTo>
                </a:path>
              </a:pathLst>
            </a:custGeom>
            <a:solidFill>
              <a:srgbClr val="5F90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970" name="Freeform 1156">
              <a:extLst>
                <a:ext uri="{FF2B5EF4-FFF2-40B4-BE49-F238E27FC236}">
                  <a16:creationId xmlns:a16="http://schemas.microsoft.com/office/drawing/2014/main" id="{17B34462-0F03-4821-AFB9-4C0DAECEF17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6" y="2413"/>
              <a:ext cx="9" cy="53"/>
            </a:xfrm>
            <a:custGeom>
              <a:avLst/>
              <a:gdLst>
                <a:gd name="T0" fmla="*/ 8 w 6"/>
                <a:gd name="T1" fmla="*/ 0 h 33"/>
                <a:gd name="T2" fmla="*/ 12 w 6"/>
                <a:gd name="T3" fmla="*/ 69 h 33"/>
                <a:gd name="T4" fmla="*/ 12 w 6"/>
                <a:gd name="T5" fmla="*/ 137 h 33"/>
                <a:gd name="T6" fmla="*/ 18 w 6"/>
                <a:gd name="T7" fmla="*/ 120 h 33"/>
                <a:gd name="T8" fmla="*/ 14 w 6"/>
                <a:gd name="T9" fmla="*/ 101 h 33"/>
                <a:gd name="T10" fmla="*/ 12 w 6"/>
                <a:gd name="T11" fmla="*/ 26 h 3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" h="33">
                  <a:moveTo>
                    <a:pt x="2" y="0"/>
                  </a:moveTo>
                  <a:cubicBezTo>
                    <a:pt x="1" y="3"/>
                    <a:pt x="3" y="13"/>
                    <a:pt x="3" y="17"/>
                  </a:cubicBezTo>
                  <a:cubicBezTo>
                    <a:pt x="3" y="21"/>
                    <a:pt x="0" y="30"/>
                    <a:pt x="3" y="33"/>
                  </a:cubicBezTo>
                  <a:cubicBezTo>
                    <a:pt x="3" y="32"/>
                    <a:pt x="5" y="30"/>
                    <a:pt x="5" y="29"/>
                  </a:cubicBezTo>
                  <a:cubicBezTo>
                    <a:pt x="6" y="26"/>
                    <a:pt x="5" y="27"/>
                    <a:pt x="4" y="24"/>
                  </a:cubicBezTo>
                  <a:cubicBezTo>
                    <a:pt x="3" y="19"/>
                    <a:pt x="3" y="11"/>
                    <a:pt x="3" y="6"/>
                  </a:cubicBezTo>
                </a:path>
              </a:pathLst>
            </a:custGeom>
            <a:solidFill>
              <a:srgbClr val="5F90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971" name="Freeform 1157">
              <a:extLst>
                <a:ext uri="{FF2B5EF4-FFF2-40B4-BE49-F238E27FC236}">
                  <a16:creationId xmlns:a16="http://schemas.microsoft.com/office/drawing/2014/main" id="{65D09D08-9F2D-49ED-96E7-ABC4880A8E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7" y="2495"/>
              <a:ext cx="8" cy="36"/>
            </a:xfrm>
            <a:custGeom>
              <a:avLst/>
              <a:gdLst>
                <a:gd name="T0" fmla="*/ 13 w 5"/>
                <a:gd name="T1" fmla="*/ 0 h 22"/>
                <a:gd name="T2" fmla="*/ 5 w 5"/>
                <a:gd name="T3" fmla="*/ 97 h 22"/>
                <a:gd name="T4" fmla="*/ 8 w 5"/>
                <a:gd name="T5" fmla="*/ 8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22">
                  <a:moveTo>
                    <a:pt x="3" y="0"/>
                  </a:moveTo>
                  <a:cubicBezTo>
                    <a:pt x="2" y="7"/>
                    <a:pt x="0" y="16"/>
                    <a:pt x="1" y="22"/>
                  </a:cubicBezTo>
                  <a:cubicBezTo>
                    <a:pt x="5" y="16"/>
                    <a:pt x="2" y="9"/>
                    <a:pt x="2" y="2"/>
                  </a:cubicBezTo>
                </a:path>
              </a:pathLst>
            </a:custGeom>
            <a:solidFill>
              <a:srgbClr val="5F90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972" name="Freeform 1158">
              <a:extLst>
                <a:ext uri="{FF2B5EF4-FFF2-40B4-BE49-F238E27FC236}">
                  <a16:creationId xmlns:a16="http://schemas.microsoft.com/office/drawing/2014/main" id="{65F82738-2015-4157-8B68-3BE283E2F1E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2" y="2566"/>
              <a:ext cx="12" cy="36"/>
            </a:xfrm>
            <a:custGeom>
              <a:avLst/>
              <a:gdLst>
                <a:gd name="T0" fmla="*/ 26 w 7"/>
                <a:gd name="T1" fmla="*/ 0 h 22"/>
                <a:gd name="T2" fmla="*/ 26 w 7"/>
                <a:gd name="T3" fmla="*/ 97 h 22"/>
                <a:gd name="T4" fmla="*/ 26 w 7"/>
                <a:gd name="T5" fmla="*/ 62 h 22"/>
                <a:gd name="T6" fmla="*/ 21 w 7"/>
                <a:gd name="T7" fmla="*/ 5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22">
                  <a:moveTo>
                    <a:pt x="5" y="0"/>
                  </a:moveTo>
                  <a:cubicBezTo>
                    <a:pt x="5" y="0"/>
                    <a:pt x="0" y="20"/>
                    <a:pt x="5" y="22"/>
                  </a:cubicBezTo>
                  <a:cubicBezTo>
                    <a:pt x="7" y="19"/>
                    <a:pt x="6" y="17"/>
                    <a:pt x="5" y="14"/>
                  </a:cubicBezTo>
                  <a:cubicBezTo>
                    <a:pt x="4" y="10"/>
                    <a:pt x="4" y="5"/>
                    <a:pt x="4" y="1"/>
                  </a:cubicBezTo>
                </a:path>
              </a:pathLst>
            </a:custGeom>
            <a:solidFill>
              <a:srgbClr val="5F90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973" name="Freeform 1159">
              <a:extLst>
                <a:ext uri="{FF2B5EF4-FFF2-40B4-BE49-F238E27FC236}">
                  <a16:creationId xmlns:a16="http://schemas.microsoft.com/office/drawing/2014/main" id="{C54A05C1-DE83-4A62-A17E-F9AFDAFE54D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6" y="2634"/>
              <a:ext cx="8" cy="39"/>
            </a:xfrm>
            <a:custGeom>
              <a:avLst/>
              <a:gdLst>
                <a:gd name="T0" fmla="*/ 8 w 5"/>
                <a:gd name="T1" fmla="*/ 0 h 24"/>
                <a:gd name="T2" fmla="*/ 5 w 5"/>
                <a:gd name="T3" fmla="*/ 102 h 24"/>
                <a:gd name="T4" fmla="*/ 13 w 5"/>
                <a:gd name="T5" fmla="*/ 18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24">
                  <a:moveTo>
                    <a:pt x="2" y="0"/>
                  </a:moveTo>
                  <a:cubicBezTo>
                    <a:pt x="2" y="6"/>
                    <a:pt x="0" y="16"/>
                    <a:pt x="1" y="24"/>
                  </a:cubicBezTo>
                  <a:cubicBezTo>
                    <a:pt x="5" y="19"/>
                    <a:pt x="3" y="10"/>
                    <a:pt x="3" y="4"/>
                  </a:cubicBezTo>
                </a:path>
              </a:pathLst>
            </a:custGeom>
            <a:solidFill>
              <a:srgbClr val="5F90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974" name="Freeform 1160">
              <a:extLst>
                <a:ext uri="{FF2B5EF4-FFF2-40B4-BE49-F238E27FC236}">
                  <a16:creationId xmlns:a16="http://schemas.microsoft.com/office/drawing/2014/main" id="{8A459F04-80BE-48DC-B4F5-A62CF801904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6" y="2719"/>
              <a:ext cx="11" cy="39"/>
            </a:xfrm>
            <a:custGeom>
              <a:avLst/>
              <a:gdLst>
                <a:gd name="T0" fmla="*/ 8 w 7"/>
                <a:gd name="T1" fmla="*/ 0 h 24"/>
                <a:gd name="T2" fmla="*/ 8 w 7"/>
                <a:gd name="T3" fmla="*/ 47 h 24"/>
                <a:gd name="T4" fmla="*/ 8 w 7"/>
                <a:gd name="T5" fmla="*/ 96 h 24"/>
                <a:gd name="T6" fmla="*/ 14 w 7"/>
                <a:gd name="T7" fmla="*/ 88 h 24"/>
                <a:gd name="T8" fmla="*/ 13 w 7"/>
                <a:gd name="T9" fmla="*/ 0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24">
                  <a:moveTo>
                    <a:pt x="2" y="0"/>
                  </a:moveTo>
                  <a:cubicBezTo>
                    <a:pt x="2" y="3"/>
                    <a:pt x="2" y="7"/>
                    <a:pt x="2" y="11"/>
                  </a:cubicBezTo>
                  <a:cubicBezTo>
                    <a:pt x="2" y="13"/>
                    <a:pt x="0" y="20"/>
                    <a:pt x="2" y="22"/>
                  </a:cubicBezTo>
                  <a:cubicBezTo>
                    <a:pt x="3" y="24"/>
                    <a:pt x="4" y="21"/>
                    <a:pt x="4" y="20"/>
                  </a:cubicBezTo>
                  <a:cubicBezTo>
                    <a:pt x="7" y="14"/>
                    <a:pt x="3" y="6"/>
                    <a:pt x="3" y="0"/>
                  </a:cubicBezTo>
                </a:path>
              </a:pathLst>
            </a:custGeom>
            <a:solidFill>
              <a:srgbClr val="5F90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975" name="Freeform 1161">
              <a:extLst>
                <a:ext uri="{FF2B5EF4-FFF2-40B4-BE49-F238E27FC236}">
                  <a16:creationId xmlns:a16="http://schemas.microsoft.com/office/drawing/2014/main" id="{C2A027A2-D5D8-40DD-8292-A9B075E1398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6" y="2789"/>
              <a:ext cx="9" cy="42"/>
            </a:xfrm>
            <a:custGeom>
              <a:avLst/>
              <a:gdLst>
                <a:gd name="T0" fmla="*/ 8 w 6"/>
                <a:gd name="T1" fmla="*/ 0 h 26"/>
                <a:gd name="T2" fmla="*/ 0 w 6"/>
                <a:gd name="T3" fmla="*/ 110 h 26"/>
                <a:gd name="T4" fmla="*/ 12 w 6"/>
                <a:gd name="T5" fmla="*/ 5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26">
                  <a:moveTo>
                    <a:pt x="2" y="0"/>
                  </a:moveTo>
                  <a:cubicBezTo>
                    <a:pt x="1" y="8"/>
                    <a:pt x="0" y="19"/>
                    <a:pt x="0" y="26"/>
                  </a:cubicBezTo>
                  <a:cubicBezTo>
                    <a:pt x="6" y="19"/>
                    <a:pt x="0" y="10"/>
                    <a:pt x="3" y="1"/>
                  </a:cubicBezTo>
                </a:path>
              </a:pathLst>
            </a:custGeom>
            <a:solidFill>
              <a:srgbClr val="5F90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976" name="Freeform 1162">
              <a:extLst>
                <a:ext uri="{FF2B5EF4-FFF2-40B4-BE49-F238E27FC236}">
                  <a16:creationId xmlns:a16="http://schemas.microsoft.com/office/drawing/2014/main" id="{3959312F-53F5-4F83-813A-D35DF66846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4" y="2873"/>
              <a:ext cx="8" cy="45"/>
            </a:xfrm>
            <a:custGeom>
              <a:avLst/>
              <a:gdLst>
                <a:gd name="T0" fmla="*/ 8 w 5"/>
                <a:gd name="T1" fmla="*/ 0 h 28"/>
                <a:gd name="T2" fmla="*/ 8 w 5"/>
                <a:gd name="T3" fmla="*/ 50 h 28"/>
                <a:gd name="T4" fmla="*/ 5 w 5"/>
                <a:gd name="T5" fmla="*/ 116 h 28"/>
                <a:gd name="T6" fmla="*/ 16 w 5"/>
                <a:gd name="T7" fmla="*/ 90 h 28"/>
                <a:gd name="T8" fmla="*/ 21 w 5"/>
                <a:gd name="T9" fmla="*/ 8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28">
                  <a:moveTo>
                    <a:pt x="2" y="0"/>
                  </a:moveTo>
                  <a:cubicBezTo>
                    <a:pt x="2" y="2"/>
                    <a:pt x="2" y="8"/>
                    <a:pt x="2" y="12"/>
                  </a:cubicBezTo>
                  <a:cubicBezTo>
                    <a:pt x="2" y="17"/>
                    <a:pt x="0" y="23"/>
                    <a:pt x="1" y="28"/>
                  </a:cubicBezTo>
                  <a:cubicBezTo>
                    <a:pt x="3" y="27"/>
                    <a:pt x="4" y="24"/>
                    <a:pt x="4" y="22"/>
                  </a:cubicBezTo>
                  <a:cubicBezTo>
                    <a:pt x="4" y="15"/>
                    <a:pt x="3" y="9"/>
                    <a:pt x="5" y="2"/>
                  </a:cubicBezTo>
                </a:path>
              </a:pathLst>
            </a:custGeom>
            <a:solidFill>
              <a:srgbClr val="5F90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977" name="Freeform 1163">
              <a:extLst>
                <a:ext uri="{FF2B5EF4-FFF2-40B4-BE49-F238E27FC236}">
                  <a16:creationId xmlns:a16="http://schemas.microsoft.com/office/drawing/2014/main" id="{3C834CB6-9B19-4D1E-829B-61E395FFEE6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2" y="2955"/>
              <a:ext cx="10" cy="37"/>
            </a:xfrm>
            <a:custGeom>
              <a:avLst/>
              <a:gdLst>
                <a:gd name="T0" fmla="*/ 13 w 6"/>
                <a:gd name="T1" fmla="*/ 0 h 23"/>
                <a:gd name="T2" fmla="*/ 20 w 6"/>
                <a:gd name="T3" fmla="*/ 97 h 23"/>
                <a:gd name="T4" fmla="*/ 22 w 6"/>
                <a:gd name="T5" fmla="*/ 76 h 23"/>
                <a:gd name="T6" fmla="*/ 20 w 6"/>
                <a:gd name="T7" fmla="*/ 8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23">
                  <a:moveTo>
                    <a:pt x="3" y="0"/>
                  </a:moveTo>
                  <a:cubicBezTo>
                    <a:pt x="2" y="6"/>
                    <a:pt x="0" y="18"/>
                    <a:pt x="4" y="23"/>
                  </a:cubicBezTo>
                  <a:cubicBezTo>
                    <a:pt x="6" y="22"/>
                    <a:pt x="5" y="21"/>
                    <a:pt x="5" y="18"/>
                  </a:cubicBezTo>
                  <a:cubicBezTo>
                    <a:pt x="5" y="14"/>
                    <a:pt x="6" y="6"/>
                    <a:pt x="4" y="2"/>
                  </a:cubicBezTo>
                </a:path>
              </a:pathLst>
            </a:custGeom>
            <a:solidFill>
              <a:srgbClr val="5F90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978" name="Freeform 1164">
              <a:extLst>
                <a:ext uri="{FF2B5EF4-FFF2-40B4-BE49-F238E27FC236}">
                  <a16:creationId xmlns:a16="http://schemas.microsoft.com/office/drawing/2014/main" id="{08654762-FE81-4510-BEE9-F130C2299D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2" y="3047"/>
              <a:ext cx="8" cy="34"/>
            </a:xfrm>
            <a:custGeom>
              <a:avLst/>
              <a:gdLst>
                <a:gd name="T0" fmla="*/ 16 w 5"/>
                <a:gd name="T1" fmla="*/ 0 h 21"/>
                <a:gd name="T2" fmla="*/ 16 w 5"/>
                <a:gd name="T3" fmla="*/ 89 h 21"/>
                <a:gd name="T4" fmla="*/ 21 w 5"/>
                <a:gd name="T5" fmla="*/ 8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21">
                  <a:moveTo>
                    <a:pt x="4" y="0"/>
                  </a:moveTo>
                  <a:cubicBezTo>
                    <a:pt x="2" y="1"/>
                    <a:pt x="0" y="21"/>
                    <a:pt x="4" y="21"/>
                  </a:cubicBezTo>
                  <a:cubicBezTo>
                    <a:pt x="5" y="15"/>
                    <a:pt x="3" y="8"/>
                    <a:pt x="5" y="2"/>
                  </a:cubicBezTo>
                </a:path>
              </a:pathLst>
            </a:custGeom>
            <a:solidFill>
              <a:srgbClr val="5F90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979" name="Freeform 1165">
              <a:extLst>
                <a:ext uri="{FF2B5EF4-FFF2-40B4-BE49-F238E27FC236}">
                  <a16:creationId xmlns:a16="http://schemas.microsoft.com/office/drawing/2014/main" id="{355243F6-2EAD-403F-9E93-69A8B03BE8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4" y="3123"/>
              <a:ext cx="10" cy="42"/>
            </a:xfrm>
            <a:custGeom>
              <a:avLst/>
              <a:gdLst>
                <a:gd name="T0" fmla="*/ 5 w 6"/>
                <a:gd name="T1" fmla="*/ 0 h 26"/>
                <a:gd name="T2" fmla="*/ 5 w 6"/>
                <a:gd name="T3" fmla="*/ 110 h 26"/>
                <a:gd name="T4" fmla="*/ 13 w 6"/>
                <a:gd name="T5" fmla="*/ 16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26">
                  <a:moveTo>
                    <a:pt x="1" y="0"/>
                  </a:moveTo>
                  <a:cubicBezTo>
                    <a:pt x="2" y="8"/>
                    <a:pt x="0" y="17"/>
                    <a:pt x="1" y="26"/>
                  </a:cubicBezTo>
                  <a:cubicBezTo>
                    <a:pt x="6" y="26"/>
                    <a:pt x="2" y="7"/>
                    <a:pt x="3" y="4"/>
                  </a:cubicBezTo>
                </a:path>
              </a:pathLst>
            </a:custGeom>
            <a:solidFill>
              <a:srgbClr val="5F90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980" name="Freeform 1166">
              <a:extLst>
                <a:ext uri="{FF2B5EF4-FFF2-40B4-BE49-F238E27FC236}">
                  <a16:creationId xmlns:a16="http://schemas.microsoft.com/office/drawing/2014/main" id="{9F0FF004-A191-46F4-9D5E-3BA8A1DEC1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2" y="3194"/>
              <a:ext cx="10" cy="34"/>
            </a:xfrm>
            <a:custGeom>
              <a:avLst/>
              <a:gdLst>
                <a:gd name="T0" fmla="*/ 8 w 6"/>
                <a:gd name="T1" fmla="*/ 0 h 21"/>
                <a:gd name="T2" fmla="*/ 0 w 6"/>
                <a:gd name="T3" fmla="*/ 89 h 21"/>
                <a:gd name="T4" fmla="*/ 20 w 6"/>
                <a:gd name="T5" fmla="*/ 8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21">
                  <a:moveTo>
                    <a:pt x="2" y="0"/>
                  </a:moveTo>
                  <a:cubicBezTo>
                    <a:pt x="2" y="0"/>
                    <a:pt x="0" y="18"/>
                    <a:pt x="0" y="21"/>
                  </a:cubicBezTo>
                  <a:cubicBezTo>
                    <a:pt x="6" y="20"/>
                    <a:pt x="2" y="7"/>
                    <a:pt x="4" y="2"/>
                  </a:cubicBezTo>
                </a:path>
              </a:pathLst>
            </a:custGeom>
            <a:solidFill>
              <a:srgbClr val="5F90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981" name="Freeform 1167">
              <a:extLst>
                <a:ext uri="{FF2B5EF4-FFF2-40B4-BE49-F238E27FC236}">
                  <a16:creationId xmlns:a16="http://schemas.microsoft.com/office/drawing/2014/main" id="{1AE70350-D270-4046-A8E4-F9CADF744D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6" y="3263"/>
              <a:ext cx="6" cy="39"/>
            </a:xfrm>
            <a:custGeom>
              <a:avLst/>
              <a:gdLst>
                <a:gd name="T0" fmla="*/ 0 w 4"/>
                <a:gd name="T1" fmla="*/ 5 h 24"/>
                <a:gd name="T2" fmla="*/ 0 w 4"/>
                <a:gd name="T3" fmla="*/ 5 h 24"/>
                <a:gd name="T4" fmla="*/ 0 w 4"/>
                <a:gd name="T5" fmla="*/ 42 h 24"/>
                <a:gd name="T6" fmla="*/ 0 w 4"/>
                <a:gd name="T7" fmla="*/ 102 h 24"/>
                <a:gd name="T8" fmla="*/ 8 w 4"/>
                <a:gd name="T9" fmla="*/ 29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24">
                  <a:moveTo>
                    <a:pt x="0" y="1"/>
                  </a:moveTo>
                  <a:cubicBezTo>
                    <a:pt x="0" y="0"/>
                    <a:pt x="0" y="0"/>
                    <a:pt x="0" y="1"/>
                  </a:cubicBezTo>
                  <a:cubicBezTo>
                    <a:pt x="0" y="4"/>
                    <a:pt x="0" y="7"/>
                    <a:pt x="0" y="10"/>
                  </a:cubicBezTo>
                  <a:cubicBezTo>
                    <a:pt x="0" y="14"/>
                    <a:pt x="0" y="19"/>
                    <a:pt x="0" y="24"/>
                  </a:cubicBezTo>
                  <a:cubicBezTo>
                    <a:pt x="4" y="21"/>
                    <a:pt x="0" y="11"/>
                    <a:pt x="2" y="7"/>
                  </a:cubicBezTo>
                </a:path>
              </a:pathLst>
            </a:custGeom>
            <a:solidFill>
              <a:srgbClr val="5F90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982" name="Freeform 1168">
              <a:extLst>
                <a:ext uri="{FF2B5EF4-FFF2-40B4-BE49-F238E27FC236}">
                  <a16:creationId xmlns:a16="http://schemas.microsoft.com/office/drawing/2014/main" id="{689C1159-2F98-4B1D-A28E-F67E54E804E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1" y="3339"/>
              <a:ext cx="9" cy="31"/>
            </a:xfrm>
            <a:custGeom>
              <a:avLst/>
              <a:gdLst>
                <a:gd name="T0" fmla="*/ 12 w 6"/>
                <a:gd name="T1" fmla="*/ 0 h 19"/>
                <a:gd name="T2" fmla="*/ 14 w 6"/>
                <a:gd name="T3" fmla="*/ 69 h 19"/>
                <a:gd name="T4" fmla="*/ 14 w 6"/>
                <a:gd name="T5" fmla="*/ 18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19">
                  <a:moveTo>
                    <a:pt x="3" y="0"/>
                  </a:moveTo>
                  <a:cubicBezTo>
                    <a:pt x="3" y="0"/>
                    <a:pt x="0" y="19"/>
                    <a:pt x="4" y="16"/>
                  </a:cubicBezTo>
                  <a:cubicBezTo>
                    <a:pt x="6" y="14"/>
                    <a:pt x="4" y="7"/>
                    <a:pt x="4" y="4"/>
                  </a:cubicBezTo>
                </a:path>
              </a:pathLst>
            </a:custGeom>
            <a:solidFill>
              <a:srgbClr val="5F90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983" name="Freeform 1169">
              <a:extLst>
                <a:ext uri="{FF2B5EF4-FFF2-40B4-BE49-F238E27FC236}">
                  <a16:creationId xmlns:a16="http://schemas.microsoft.com/office/drawing/2014/main" id="{8FAC2BAB-E5F6-4890-8B73-71F940AA4F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0" y="2372"/>
              <a:ext cx="142" cy="979"/>
            </a:xfrm>
            <a:custGeom>
              <a:avLst/>
              <a:gdLst>
                <a:gd name="T0" fmla="*/ 0 w 88"/>
                <a:gd name="T1" fmla="*/ 0 h 606"/>
                <a:gd name="T2" fmla="*/ 0 w 88"/>
                <a:gd name="T3" fmla="*/ 13 h 606"/>
                <a:gd name="T4" fmla="*/ 89 w 88"/>
                <a:gd name="T5" fmla="*/ 754 h 606"/>
                <a:gd name="T6" fmla="*/ 323 w 88"/>
                <a:gd name="T7" fmla="*/ 2527 h 606"/>
                <a:gd name="T8" fmla="*/ 370 w 88"/>
                <a:gd name="T9" fmla="*/ 2556 h 606"/>
                <a:gd name="T10" fmla="*/ 124 w 88"/>
                <a:gd name="T11" fmla="*/ 767 h 606"/>
                <a:gd name="T12" fmla="*/ 0 w 88"/>
                <a:gd name="T13" fmla="*/ 0 h 60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8" h="606">
                  <a:moveTo>
                    <a:pt x="0" y="0"/>
                  </a:moveTo>
                  <a:cubicBezTo>
                    <a:pt x="0" y="0"/>
                    <a:pt x="0" y="1"/>
                    <a:pt x="0" y="3"/>
                  </a:cubicBezTo>
                  <a:cubicBezTo>
                    <a:pt x="1" y="23"/>
                    <a:pt x="9" y="142"/>
                    <a:pt x="21" y="179"/>
                  </a:cubicBezTo>
                  <a:cubicBezTo>
                    <a:pt x="34" y="219"/>
                    <a:pt x="76" y="503"/>
                    <a:pt x="77" y="599"/>
                  </a:cubicBezTo>
                  <a:cubicBezTo>
                    <a:pt x="88" y="606"/>
                    <a:pt x="88" y="606"/>
                    <a:pt x="88" y="606"/>
                  </a:cubicBezTo>
                  <a:cubicBezTo>
                    <a:pt x="88" y="606"/>
                    <a:pt x="54" y="286"/>
                    <a:pt x="30" y="182"/>
                  </a:cubicBezTo>
                  <a:cubicBezTo>
                    <a:pt x="6" y="78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5F90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984" name="Freeform 1170">
              <a:extLst>
                <a:ext uri="{FF2B5EF4-FFF2-40B4-BE49-F238E27FC236}">
                  <a16:creationId xmlns:a16="http://schemas.microsoft.com/office/drawing/2014/main" id="{F645E6D2-36D0-4454-8301-04CB3293D2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3" y="2054"/>
              <a:ext cx="89" cy="264"/>
            </a:xfrm>
            <a:custGeom>
              <a:avLst/>
              <a:gdLst>
                <a:gd name="T0" fmla="*/ 233 w 55"/>
                <a:gd name="T1" fmla="*/ 0 h 163"/>
                <a:gd name="T2" fmla="*/ 47 w 55"/>
                <a:gd name="T3" fmla="*/ 677 h 163"/>
                <a:gd name="T4" fmla="*/ 94 w 55"/>
                <a:gd name="T5" fmla="*/ 666 h 163"/>
                <a:gd name="T6" fmla="*/ 233 w 55"/>
                <a:gd name="T7" fmla="*/ 0 h 16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5" h="163">
                  <a:moveTo>
                    <a:pt x="55" y="0"/>
                  </a:moveTo>
                  <a:cubicBezTo>
                    <a:pt x="55" y="0"/>
                    <a:pt x="11" y="80"/>
                    <a:pt x="11" y="159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2" y="157"/>
                    <a:pt x="0" y="163"/>
                    <a:pt x="55" y="0"/>
                  </a:cubicBezTo>
                  <a:close/>
                </a:path>
              </a:pathLst>
            </a:custGeom>
            <a:solidFill>
              <a:srgbClr val="5F90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985" name="Freeform 1171">
              <a:extLst>
                <a:ext uri="{FF2B5EF4-FFF2-40B4-BE49-F238E27FC236}">
                  <a16:creationId xmlns:a16="http://schemas.microsoft.com/office/drawing/2014/main" id="{C1717263-3512-4D64-8ADF-EBE465D1920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2" y="2096"/>
              <a:ext cx="13" cy="47"/>
            </a:xfrm>
            <a:custGeom>
              <a:avLst/>
              <a:gdLst>
                <a:gd name="T0" fmla="*/ 0 w 8"/>
                <a:gd name="T1" fmla="*/ 0 h 29"/>
                <a:gd name="T2" fmla="*/ 8 w 8"/>
                <a:gd name="T3" fmla="*/ 94 h 29"/>
                <a:gd name="T4" fmla="*/ 18 w 8"/>
                <a:gd name="T5" fmla="*/ 123 h 29"/>
                <a:gd name="T6" fmla="*/ 29 w 8"/>
                <a:gd name="T7" fmla="*/ 110 h 29"/>
                <a:gd name="T8" fmla="*/ 26 w 8"/>
                <a:gd name="T9" fmla="*/ 76 h 29"/>
                <a:gd name="T10" fmla="*/ 5 w 8"/>
                <a:gd name="T11" fmla="*/ 0 h 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" h="29">
                  <a:moveTo>
                    <a:pt x="0" y="0"/>
                  </a:moveTo>
                  <a:cubicBezTo>
                    <a:pt x="2" y="6"/>
                    <a:pt x="1" y="14"/>
                    <a:pt x="2" y="22"/>
                  </a:cubicBezTo>
                  <a:cubicBezTo>
                    <a:pt x="2" y="24"/>
                    <a:pt x="2" y="27"/>
                    <a:pt x="4" y="29"/>
                  </a:cubicBezTo>
                  <a:cubicBezTo>
                    <a:pt x="5" y="28"/>
                    <a:pt x="7" y="27"/>
                    <a:pt x="7" y="26"/>
                  </a:cubicBezTo>
                  <a:cubicBezTo>
                    <a:pt x="8" y="25"/>
                    <a:pt x="6" y="20"/>
                    <a:pt x="6" y="18"/>
                  </a:cubicBezTo>
                  <a:cubicBezTo>
                    <a:pt x="5" y="13"/>
                    <a:pt x="4" y="5"/>
                    <a:pt x="1" y="0"/>
                  </a:cubicBezTo>
                </a:path>
              </a:pathLst>
            </a:custGeom>
            <a:solidFill>
              <a:srgbClr val="B5D1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986" name="Freeform 1172">
              <a:extLst>
                <a:ext uri="{FF2B5EF4-FFF2-40B4-BE49-F238E27FC236}">
                  <a16:creationId xmlns:a16="http://schemas.microsoft.com/office/drawing/2014/main" id="{33CF7202-775B-4705-A9A0-BC11F4CA20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3" y="2071"/>
              <a:ext cx="20" cy="46"/>
            </a:xfrm>
            <a:custGeom>
              <a:avLst/>
              <a:gdLst>
                <a:gd name="T0" fmla="*/ 0 w 12"/>
                <a:gd name="T1" fmla="*/ 8 h 29"/>
                <a:gd name="T2" fmla="*/ 13 w 12"/>
                <a:gd name="T3" fmla="*/ 68 h 29"/>
                <a:gd name="T4" fmla="*/ 28 w 12"/>
                <a:gd name="T5" fmla="*/ 116 h 29"/>
                <a:gd name="T6" fmla="*/ 47 w 12"/>
                <a:gd name="T7" fmla="*/ 108 h 29"/>
                <a:gd name="T8" fmla="*/ 47 w 12"/>
                <a:gd name="T9" fmla="*/ 89 h 29"/>
                <a:gd name="T10" fmla="*/ 8 w 12"/>
                <a:gd name="T11" fmla="*/ 0 h 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" h="29">
                  <a:moveTo>
                    <a:pt x="0" y="2"/>
                  </a:moveTo>
                  <a:cubicBezTo>
                    <a:pt x="1" y="7"/>
                    <a:pt x="2" y="12"/>
                    <a:pt x="3" y="17"/>
                  </a:cubicBezTo>
                  <a:cubicBezTo>
                    <a:pt x="4" y="21"/>
                    <a:pt x="4" y="25"/>
                    <a:pt x="6" y="29"/>
                  </a:cubicBezTo>
                  <a:cubicBezTo>
                    <a:pt x="7" y="28"/>
                    <a:pt x="9" y="28"/>
                    <a:pt x="10" y="27"/>
                  </a:cubicBezTo>
                  <a:cubicBezTo>
                    <a:pt x="12" y="25"/>
                    <a:pt x="11" y="24"/>
                    <a:pt x="10" y="22"/>
                  </a:cubicBezTo>
                  <a:cubicBezTo>
                    <a:pt x="7" y="15"/>
                    <a:pt x="6" y="7"/>
                    <a:pt x="2" y="0"/>
                  </a:cubicBezTo>
                </a:path>
              </a:pathLst>
            </a:custGeom>
            <a:solidFill>
              <a:srgbClr val="B5D1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987" name="Freeform 1173">
              <a:extLst>
                <a:ext uri="{FF2B5EF4-FFF2-40B4-BE49-F238E27FC236}">
                  <a16:creationId xmlns:a16="http://schemas.microsoft.com/office/drawing/2014/main" id="{243F1195-84C8-44B6-838E-0E9E4F34134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7" y="2119"/>
              <a:ext cx="16" cy="23"/>
            </a:xfrm>
            <a:custGeom>
              <a:avLst/>
              <a:gdLst>
                <a:gd name="T0" fmla="*/ 8 w 10"/>
                <a:gd name="T1" fmla="*/ 0 h 14"/>
                <a:gd name="T2" fmla="*/ 8 w 10"/>
                <a:gd name="T3" fmla="*/ 0 h 14"/>
                <a:gd name="T4" fmla="*/ 21 w 10"/>
                <a:gd name="T5" fmla="*/ 41 h 14"/>
                <a:gd name="T6" fmla="*/ 0 w 10"/>
                <a:gd name="T7" fmla="*/ 58 h 14"/>
                <a:gd name="T8" fmla="*/ 29 w 10"/>
                <a:gd name="T9" fmla="*/ 49 h 14"/>
                <a:gd name="T10" fmla="*/ 13 w 10"/>
                <a:gd name="T11" fmla="*/ 5 h 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" h="14">
                  <a:moveTo>
                    <a:pt x="2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5" y="3"/>
                    <a:pt x="6" y="5"/>
                    <a:pt x="5" y="9"/>
                  </a:cubicBezTo>
                  <a:cubicBezTo>
                    <a:pt x="4" y="11"/>
                    <a:pt x="2" y="12"/>
                    <a:pt x="0" y="13"/>
                  </a:cubicBezTo>
                  <a:cubicBezTo>
                    <a:pt x="3" y="14"/>
                    <a:pt x="6" y="13"/>
                    <a:pt x="7" y="11"/>
                  </a:cubicBezTo>
                  <a:cubicBezTo>
                    <a:pt x="10" y="6"/>
                    <a:pt x="5" y="4"/>
                    <a:pt x="3" y="1"/>
                  </a:cubicBezTo>
                </a:path>
              </a:pathLst>
            </a:custGeom>
            <a:solidFill>
              <a:srgbClr val="B5D1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988" name="Freeform 1174">
              <a:extLst>
                <a:ext uri="{FF2B5EF4-FFF2-40B4-BE49-F238E27FC236}">
                  <a16:creationId xmlns:a16="http://schemas.microsoft.com/office/drawing/2014/main" id="{36565955-9DD7-4145-BF0E-6D49FD63DF4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7" y="2101"/>
              <a:ext cx="16" cy="58"/>
            </a:xfrm>
            <a:custGeom>
              <a:avLst/>
              <a:gdLst>
                <a:gd name="T0" fmla="*/ 42 w 10"/>
                <a:gd name="T1" fmla="*/ 0 h 36"/>
                <a:gd name="T2" fmla="*/ 34 w 10"/>
                <a:gd name="T3" fmla="*/ 29 h 36"/>
                <a:gd name="T4" fmla="*/ 26 w 10"/>
                <a:gd name="T5" fmla="*/ 89 h 36"/>
                <a:gd name="T6" fmla="*/ 16 w 10"/>
                <a:gd name="T7" fmla="*/ 150 h 36"/>
                <a:gd name="T8" fmla="*/ 8 w 10"/>
                <a:gd name="T9" fmla="*/ 143 h 36"/>
                <a:gd name="T10" fmla="*/ 5 w 10"/>
                <a:gd name="T11" fmla="*/ 124 h 36"/>
                <a:gd name="T12" fmla="*/ 21 w 10"/>
                <a:gd name="T13" fmla="*/ 55 h 36"/>
                <a:gd name="T14" fmla="*/ 34 w 10"/>
                <a:gd name="T15" fmla="*/ 5 h 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" h="36">
                  <a:moveTo>
                    <a:pt x="10" y="0"/>
                  </a:moveTo>
                  <a:cubicBezTo>
                    <a:pt x="10" y="2"/>
                    <a:pt x="9" y="5"/>
                    <a:pt x="8" y="7"/>
                  </a:cubicBezTo>
                  <a:cubicBezTo>
                    <a:pt x="7" y="11"/>
                    <a:pt x="7" y="16"/>
                    <a:pt x="6" y="21"/>
                  </a:cubicBezTo>
                  <a:cubicBezTo>
                    <a:pt x="5" y="26"/>
                    <a:pt x="5" y="31"/>
                    <a:pt x="4" y="36"/>
                  </a:cubicBezTo>
                  <a:cubicBezTo>
                    <a:pt x="3" y="34"/>
                    <a:pt x="2" y="35"/>
                    <a:pt x="2" y="34"/>
                  </a:cubicBezTo>
                  <a:cubicBezTo>
                    <a:pt x="0" y="33"/>
                    <a:pt x="1" y="32"/>
                    <a:pt x="1" y="30"/>
                  </a:cubicBezTo>
                  <a:cubicBezTo>
                    <a:pt x="3" y="24"/>
                    <a:pt x="4" y="18"/>
                    <a:pt x="5" y="13"/>
                  </a:cubicBezTo>
                  <a:cubicBezTo>
                    <a:pt x="6" y="9"/>
                    <a:pt x="8" y="5"/>
                    <a:pt x="8" y="1"/>
                  </a:cubicBezTo>
                </a:path>
              </a:pathLst>
            </a:custGeom>
            <a:solidFill>
              <a:srgbClr val="B5D1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989" name="Freeform 1175">
              <a:extLst>
                <a:ext uri="{FF2B5EF4-FFF2-40B4-BE49-F238E27FC236}">
                  <a16:creationId xmlns:a16="http://schemas.microsoft.com/office/drawing/2014/main" id="{3BA5AC62-C27F-4528-9412-B0F411C4DA9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6" y="2077"/>
              <a:ext cx="32" cy="57"/>
            </a:xfrm>
            <a:custGeom>
              <a:avLst/>
              <a:gdLst>
                <a:gd name="T0" fmla="*/ 82 w 20"/>
                <a:gd name="T1" fmla="*/ 5 h 35"/>
                <a:gd name="T2" fmla="*/ 69 w 20"/>
                <a:gd name="T3" fmla="*/ 21 h 35"/>
                <a:gd name="T4" fmla="*/ 42 w 20"/>
                <a:gd name="T5" fmla="*/ 90 h 35"/>
                <a:gd name="T6" fmla="*/ 26 w 20"/>
                <a:gd name="T7" fmla="*/ 151 h 35"/>
                <a:gd name="T8" fmla="*/ 0 w 20"/>
                <a:gd name="T9" fmla="*/ 130 h 35"/>
                <a:gd name="T10" fmla="*/ 26 w 20"/>
                <a:gd name="T11" fmla="*/ 77 h 35"/>
                <a:gd name="T12" fmla="*/ 56 w 20"/>
                <a:gd name="T13" fmla="*/ 0 h 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35">
                  <a:moveTo>
                    <a:pt x="20" y="1"/>
                  </a:moveTo>
                  <a:cubicBezTo>
                    <a:pt x="20" y="1"/>
                    <a:pt x="17" y="4"/>
                    <a:pt x="17" y="5"/>
                  </a:cubicBezTo>
                  <a:cubicBezTo>
                    <a:pt x="13" y="10"/>
                    <a:pt x="12" y="16"/>
                    <a:pt x="10" y="21"/>
                  </a:cubicBezTo>
                  <a:cubicBezTo>
                    <a:pt x="8" y="26"/>
                    <a:pt x="8" y="31"/>
                    <a:pt x="6" y="35"/>
                  </a:cubicBezTo>
                  <a:cubicBezTo>
                    <a:pt x="4" y="34"/>
                    <a:pt x="2" y="32"/>
                    <a:pt x="0" y="30"/>
                  </a:cubicBezTo>
                  <a:cubicBezTo>
                    <a:pt x="4" y="29"/>
                    <a:pt x="5" y="21"/>
                    <a:pt x="6" y="18"/>
                  </a:cubicBezTo>
                  <a:cubicBezTo>
                    <a:pt x="8" y="12"/>
                    <a:pt x="11" y="6"/>
                    <a:pt x="14" y="0"/>
                  </a:cubicBezTo>
                </a:path>
              </a:pathLst>
            </a:custGeom>
            <a:solidFill>
              <a:srgbClr val="B5D1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990" name="Freeform 1176">
              <a:extLst>
                <a:ext uri="{FF2B5EF4-FFF2-40B4-BE49-F238E27FC236}">
                  <a16:creationId xmlns:a16="http://schemas.microsoft.com/office/drawing/2014/main" id="{BDC1C370-EF22-4624-B4D9-43880DCAA7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0" y="2150"/>
              <a:ext cx="52" cy="105"/>
            </a:xfrm>
            <a:custGeom>
              <a:avLst/>
              <a:gdLst>
                <a:gd name="T0" fmla="*/ 75 w 32"/>
                <a:gd name="T1" fmla="*/ 26 h 65"/>
                <a:gd name="T2" fmla="*/ 88 w 32"/>
                <a:gd name="T3" fmla="*/ 115 h 65"/>
                <a:gd name="T4" fmla="*/ 0 w 32"/>
                <a:gd name="T5" fmla="*/ 275 h 65"/>
                <a:gd name="T6" fmla="*/ 102 w 32"/>
                <a:gd name="T7" fmla="*/ 110 h 65"/>
                <a:gd name="T8" fmla="*/ 81 w 32"/>
                <a:gd name="T9" fmla="*/ 21 h 6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65">
                  <a:moveTo>
                    <a:pt x="17" y="6"/>
                  </a:moveTo>
                  <a:cubicBezTo>
                    <a:pt x="30" y="10"/>
                    <a:pt x="25" y="19"/>
                    <a:pt x="20" y="27"/>
                  </a:cubicBezTo>
                  <a:cubicBezTo>
                    <a:pt x="13" y="40"/>
                    <a:pt x="7" y="53"/>
                    <a:pt x="0" y="65"/>
                  </a:cubicBezTo>
                  <a:cubicBezTo>
                    <a:pt x="10" y="53"/>
                    <a:pt x="18" y="40"/>
                    <a:pt x="24" y="26"/>
                  </a:cubicBezTo>
                  <a:cubicBezTo>
                    <a:pt x="27" y="20"/>
                    <a:pt x="32" y="0"/>
                    <a:pt x="19" y="5"/>
                  </a:cubicBezTo>
                </a:path>
              </a:pathLst>
            </a:custGeom>
            <a:solidFill>
              <a:srgbClr val="B5D1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991" name="Freeform 1177">
              <a:extLst>
                <a:ext uri="{FF2B5EF4-FFF2-40B4-BE49-F238E27FC236}">
                  <a16:creationId xmlns:a16="http://schemas.microsoft.com/office/drawing/2014/main" id="{8FD90C99-466D-440F-8DF0-E7A5E53532D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0" y="2156"/>
              <a:ext cx="60" cy="74"/>
            </a:xfrm>
            <a:custGeom>
              <a:avLst/>
              <a:gdLst>
                <a:gd name="T0" fmla="*/ 118 w 37"/>
                <a:gd name="T1" fmla="*/ 0 h 46"/>
                <a:gd name="T2" fmla="*/ 73 w 37"/>
                <a:gd name="T3" fmla="*/ 21 h 46"/>
                <a:gd name="T4" fmla="*/ 73 w 37"/>
                <a:gd name="T5" fmla="*/ 60 h 46"/>
                <a:gd name="T6" fmla="*/ 157 w 37"/>
                <a:gd name="T7" fmla="*/ 191 h 46"/>
                <a:gd name="T8" fmla="*/ 76 w 37"/>
                <a:gd name="T9" fmla="*/ 29 h 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" h="46">
                  <a:moveTo>
                    <a:pt x="28" y="0"/>
                  </a:moveTo>
                  <a:cubicBezTo>
                    <a:pt x="25" y="1"/>
                    <a:pt x="20" y="2"/>
                    <a:pt x="17" y="5"/>
                  </a:cubicBezTo>
                  <a:cubicBezTo>
                    <a:pt x="13" y="9"/>
                    <a:pt x="15" y="9"/>
                    <a:pt x="17" y="14"/>
                  </a:cubicBezTo>
                  <a:cubicBezTo>
                    <a:pt x="22" y="25"/>
                    <a:pt x="28" y="38"/>
                    <a:pt x="37" y="46"/>
                  </a:cubicBezTo>
                  <a:cubicBezTo>
                    <a:pt x="32" y="43"/>
                    <a:pt x="0" y="10"/>
                    <a:pt x="18" y="7"/>
                  </a:cubicBezTo>
                </a:path>
              </a:pathLst>
            </a:custGeom>
            <a:solidFill>
              <a:srgbClr val="B5D1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992" name="Freeform 1178">
              <a:extLst>
                <a:ext uri="{FF2B5EF4-FFF2-40B4-BE49-F238E27FC236}">
                  <a16:creationId xmlns:a16="http://schemas.microsoft.com/office/drawing/2014/main" id="{7B4C90E2-B1DF-4690-9244-4985A7FB3FF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4" y="2161"/>
              <a:ext cx="18" cy="86"/>
            </a:xfrm>
            <a:custGeom>
              <a:avLst/>
              <a:gdLst>
                <a:gd name="T0" fmla="*/ 47 w 11"/>
                <a:gd name="T1" fmla="*/ 0 h 53"/>
                <a:gd name="T2" fmla="*/ 34 w 11"/>
                <a:gd name="T3" fmla="*/ 227 h 53"/>
                <a:gd name="T4" fmla="*/ 41 w 11"/>
                <a:gd name="T5" fmla="*/ 26 h 5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53">
                  <a:moveTo>
                    <a:pt x="11" y="0"/>
                  </a:moveTo>
                  <a:cubicBezTo>
                    <a:pt x="3" y="17"/>
                    <a:pt x="8" y="36"/>
                    <a:pt x="8" y="53"/>
                  </a:cubicBezTo>
                  <a:cubicBezTo>
                    <a:pt x="5" y="43"/>
                    <a:pt x="0" y="13"/>
                    <a:pt x="9" y="6"/>
                  </a:cubicBezTo>
                </a:path>
              </a:pathLst>
            </a:custGeom>
            <a:solidFill>
              <a:srgbClr val="B5D1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993" name="Freeform 1179">
              <a:extLst>
                <a:ext uri="{FF2B5EF4-FFF2-40B4-BE49-F238E27FC236}">
                  <a16:creationId xmlns:a16="http://schemas.microsoft.com/office/drawing/2014/main" id="{D9EA0558-821D-4DA4-BE38-15CFEB441C4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6" y="1273"/>
              <a:ext cx="743" cy="946"/>
            </a:xfrm>
            <a:custGeom>
              <a:avLst/>
              <a:gdLst>
                <a:gd name="T0" fmla="*/ 369 w 459"/>
                <a:gd name="T1" fmla="*/ 0 h 586"/>
                <a:gd name="T2" fmla="*/ 1585 w 459"/>
                <a:gd name="T3" fmla="*/ 0 h 586"/>
                <a:gd name="T4" fmla="*/ 1947 w 459"/>
                <a:gd name="T5" fmla="*/ 279 h 586"/>
                <a:gd name="T6" fmla="*/ 1638 w 459"/>
                <a:gd name="T7" fmla="*/ 678 h 586"/>
                <a:gd name="T8" fmla="*/ 1674 w 459"/>
                <a:gd name="T9" fmla="*/ 1193 h 586"/>
                <a:gd name="T10" fmla="*/ 1674 w 459"/>
                <a:gd name="T11" fmla="*/ 1422 h 586"/>
                <a:gd name="T12" fmla="*/ 1782 w 459"/>
                <a:gd name="T13" fmla="*/ 2078 h 586"/>
                <a:gd name="T14" fmla="*/ 191 w 459"/>
                <a:gd name="T15" fmla="*/ 2078 h 586"/>
                <a:gd name="T16" fmla="*/ 288 w 459"/>
                <a:gd name="T17" fmla="*/ 1456 h 586"/>
                <a:gd name="T18" fmla="*/ 288 w 459"/>
                <a:gd name="T19" fmla="*/ 1199 h 586"/>
                <a:gd name="T20" fmla="*/ 288 w 459"/>
                <a:gd name="T21" fmla="*/ 714 h 586"/>
                <a:gd name="T22" fmla="*/ 0 w 459"/>
                <a:gd name="T23" fmla="*/ 328 h 586"/>
                <a:gd name="T24" fmla="*/ 369 w 459"/>
                <a:gd name="T25" fmla="*/ 0 h 58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59" h="586">
                  <a:moveTo>
                    <a:pt x="87" y="0"/>
                  </a:moveTo>
                  <a:cubicBezTo>
                    <a:pt x="87" y="0"/>
                    <a:pt x="236" y="89"/>
                    <a:pt x="374" y="0"/>
                  </a:cubicBezTo>
                  <a:cubicBezTo>
                    <a:pt x="374" y="0"/>
                    <a:pt x="442" y="10"/>
                    <a:pt x="459" y="66"/>
                  </a:cubicBezTo>
                  <a:cubicBezTo>
                    <a:pt x="386" y="161"/>
                    <a:pt x="386" y="161"/>
                    <a:pt x="386" y="161"/>
                  </a:cubicBezTo>
                  <a:cubicBezTo>
                    <a:pt x="386" y="161"/>
                    <a:pt x="422" y="195"/>
                    <a:pt x="395" y="284"/>
                  </a:cubicBezTo>
                  <a:cubicBezTo>
                    <a:pt x="395" y="284"/>
                    <a:pt x="392" y="318"/>
                    <a:pt x="395" y="338"/>
                  </a:cubicBezTo>
                  <a:cubicBezTo>
                    <a:pt x="398" y="359"/>
                    <a:pt x="394" y="457"/>
                    <a:pt x="420" y="494"/>
                  </a:cubicBezTo>
                  <a:cubicBezTo>
                    <a:pt x="420" y="494"/>
                    <a:pt x="294" y="586"/>
                    <a:pt x="45" y="494"/>
                  </a:cubicBezTo>
                  <a:cubicBezTo>
                    <a:pt x="45" y="494"/>
                    <a:pt x="70" y="413"/>
                    <a:pt x="68" y="346"/>
                  </a:cubicBezTo>
                  <a:cubicBezTo>
                    <a:pt x="65" y="279"/>
                    <a:pt x="68" y="285"/>
                    <a:pt x="68" y="285"/>
                  </a:cubicBezTo>
                  <a:cubicBezTo>
                    <a:pt x="68" y="285"/>
                    <a:pt x="36" y="238"/>
                    <a:pt x="68" y="170"/>
                  </a:cubicBezTo>
                  <a:cubicBezTo>
                    <a:pt x="0" y="78"/>
                    <a:pt x="0" y="78"/>
                    <a:pt x="0" y="78"/>
                  </a:cubicBezTo>
                  <a:cubicBezTo>
                    <a:pt x="0" y="78"/>
                    <a:pt x="16" y="14"/>
                    <a:pt x="87" y="0"/>
                  </a:cubicBezTo>
                  <a:close/>
                </a:path>
              </a:pathLst>
            </a:custGeom>
            <a:solidFill>
              <a:srgbClr val="F7BC5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994" name="Freeform 1180">
              <a:extLst>
                <a:ext uri="{FF2B5EF4-FFF2-40B4-BE49-F238E27FC236}">
                  <a16:creationId xmlns:a16="http://schemas.microsoft.com/office/drawing/2014/main" id="{932E552C-769D-4521-BE1D-CB5BC07AF22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5" y="1325"/>
              <a:ext cx="32" cy="31"/>
            </a:xfrm>
            <a:custGeom>
              <a:avLst/>
              <a:gdLst>
                <a:gd name="T0" fmla="*/ 82 w 20"/>
                <a:gd name="T1" fmla="*/ 0 h 19"/>
                <a:gd name="T2" fmla="*/ 61 w 20"/>
                <a:gd name="T3" fmla="*/ 0 h 19"/>
                <a:gd name="T4" fmla="*/ 0 w 20"/>
                <a:gd name="T5" fmla="*/ 83 h 19"/>
                <a:gd name="T6" fmla="*/ 82 w 20"/>
                <a:gd name="T7" fmla="*/ 0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19">
                  <a:moveTo>
                    <a:pt x="20" y="0"/>
                  </a:moveTo>
                  <a:cubicBezTo>
                    <a:pt x="18" y="0"/>
                    <a:pt x="16" y="0"/>
                    <a:pt x="15" y="0"/>
                  </a:cubicBezTo>
                  <a:cubicBezTo>
                    <a:pt x="9" y="7"/>
                    <a:pt x="4" y="13"/>
                    <a:pt x="0" y="19"/>
                  </a:cubicBezTo>
                  <a:cubicBezTo>
                    <a:pt x="18" y="18"/>
                    <a:pt x="20" y="0"/>
                    <a:pt x="20" y="0"/>
                  </a:cubicBezTo>
                  <a:close/>
                </a:path>
              </a:pathLst>
            </a:custGeom>
            <a:solidFill>
              <a:srgbClr val="8AB2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995" name="Freeform 1181">
              <a:extLst>
                <a:ext uri="{FF2B5EF4-FFF2-40B4-BE49-F238E27FC236}">
                  <a16:creationId xmlns:a16="http://schemas.microsoft.com/office/drawing/2014/main" id="{F5249115-EF4C-44D6-8B03-F2308DDEB3F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0" y="1359"/>
              <a:ext cx="26" cy="35"/>
            </a:xfrm>
            <a:custGeom>
              <a:avLst/>
              <a:gdLst>
                <a:gd name="T0" fmla="*/ 34 w 16"/>
                <a:gd name="T1" fmla="*/ 0 h 22"/>
                <a:gd name="T2" fmla="*/ 0 w 16"/>
                <a:gd name="T3" fmla="*/ 68 h 22"/>
                <a:gd name="T4" fmla="*/ 13 w 16"/>
                <a:gd name="T5" fmla="*/ 89 h 22"/>
                <a:gd name="T6" fmla="*/ 34 w 16"/>
                <a:gd name="T7" fmla="*/ 0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22">
                  <a:moveTo>
                    <a:pt x="8" y="0"/>
                  </a:moveTo>
                  <a:cubicBezTo>
                    <a:pt x="4" y="6"/>
                    <a:pt x="2" y="12"/>
                    <a:pt x="0" y="17"/>
                  </a:cubicBezTo>
                  <a:cubicBezTo>
                    <a:pt x="1" y="18"/>
                    <a:pt x="2" y="20"/>
                    <a:pt x="3" y="22"/>
                  </a:cubicBezTo>
                  <a:cubicBezTo>
                    <a:pt x="3" y="22"/>
                    <a:pt x="16" y="12"/>
                    <a:pt x="8" y="0"/>
                  </a:cubicBezTo>
                  <a:close/>
                </a:path>
              </a:pathLst>
            </a:custGeom>
            <a:solidFill>
              <a:srgbClr val="8AB2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996" name="Freeform 1182">
              <a:extLst>
                <a:ext uri="{FF2B5EF4-FFF2-40B4-BE49-F238E27FC236}">
                  <a16:creationId xmlns:a16="http://schemas.microsoft.com/office/drawing/2014/main" id="{E79A5D7E-D83C-4368-9DF9-0D58637B5A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3" y="1317"/>
              <a:ext cx="30" cy="39"/>
            </a:xfrm>
            <a:custGeom>
              <a:avLst/>
              <a:gdLst>
                <a:gd name="T0" fmla="*/ 83 w 18"/>
                <a:gd name="T1" fmla="*/ 98 h 24"/>
                <a:gd name="T2" fmla="*/ 0 w 18"/>
                <a:gd name="T3" fmla="*/ 0 h 24"/>
                <a:gd name="T4" fmla="*/ 70 w 18"/>
                <a:gd name="T5" fmla="*/ 102 h 24"/>
                <a:gd name="T6" fmla="*/ 83 w 18"/>
                <a:gd name="T7" fmla="*/ 98 h 24"/>
                <a:gd name="T8" fmla="*/ 83 w 18"/>
                <a:gd name="T9" fmla="*/ 98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24">
                  <a:moveTo>
                    <a:pt x="18" y="23"/>
                  </a:moveTo>
                  <a:cubicBezTo>
                    <a:pt x="18" y="17"/>
                    <a:pt x="16" y="2"/>
                    <a:pt x="0" y="0"/>
                  </a:cubicBezTo>
                  <a:cubicBezTo>
                    <a:pt x="0" y="0"/>
                    <a:pt x="0" y="22"/>
                    <a:pt x="15" y="24"/>
                  </a:cubicBezTo>
                  <a:cubicBezTo>
                    <a:pt x="17" y="23"/>
                    <a:pt x="18" y="23"/>
                    <a:pt x="18" y="23"/>
                  </a:cubicBezTo>
                  <a:cubicBezTo>
                    <a:pt x="18" y="23"/>
                    <a:pt x="18" y="23"/>
                    <a:pt x="18" y="23"/>
                  </a:cubicBezTo>
                  <a:close/>
                </a:path>
              </a:pathLst>
            </a:custGeom>
            <a:solidFill>
              <a:srgbClr val="8AB2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997" name="Freeform 1183">
              <a:extLst>
                <a:ext uri="{FF2B5EF4-FFF2-40B4-BE49-F238E27FC236}">
                  <a16:creationId xmlns:a16="http://schemas.microsoft.com/office/drawing/2014/main" id="{A013C137-66AA-4CD9-9E4E-8B0AC0DC84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3" y="1323"/>
              <a:ext cx="37" cy="33"/>
            </a:xfrm>
            <a:custGeom>
              <a:avLst/>
              <a:gdLst>
                <a:gd name="T0" fmla="*/ 0 w 23"/>
                <a:gd name="T1" fmla="*/ 84 h 20"/>
                <a:gd name="T2" fmla="*/ 5 w 23"/>
                <a:gd name="T3" fmla="*/ 89 h 20"/>
                <a:gd name="T4" fmla="*/ 97 w 23"/>
                <a:gd name="T5" fmla="*/ 5 h 20"/>
                <a:gd name="T6" fmla="*/ 0 w 23"/>
                <a:gd name="T7" fmla="*/ 84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20">
                  <a:moveTo>
                    <a:pt x="0" y="19"/>
                  </a:moveTo>
                  <a:cubicBezTo>
                    <a:pt x="1" y="19"/>
                    <a:pt x="1" y="20"/>
                    <a:pt x="1" y="20"/>
                  </a:cubicBezTo>
                  <a:cubicBezTo>
                    <a:pt x="21" y="20"/>
                    <a:pt x="23" y="1"/>
                    <a:pt x="23" y="1"/>
                  </a:cubicBezTo>
                  <a:cubicBezTo>
                    <a:pt x="4" y="0"/>
                    <a:pt x="1" y="14"/>
                    <a:pt x="0" y="19"/>
                  </a:cubicBezTo>
                  <a:close/>
                </a:path>
              </a:pathLst>
            </a:custGeom>
            <a:solidFill>
              <a:srgbClr val="8AB2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998" name="Freeform 1184">
              <a:extLst>
                <a:ext uri="{FF2B5EF4-FFF2-40B4-BE49-F238E27FC236}">
                  <a16:creationId xmlns:a16="http://schemas.microsoft.com/office/drawing/2014/main" id="{C2B3221D-52A8-4D55-BC7D-F45BD086545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2" y="1354"/>
              <a:ext cx="38" cy="40"/>
            </a:xfrm>
            <a:custGeom>
              <a:avLst/>
              <a:gdLst>
                <a:gd name="T0" fmla="*/ 52 w 24"/>
                <a:gd name="T1" fmla="*/ 0 h 25"/>
                <a:gd name="T2" fmla="*/ 52 w 24"/>
                <a:gd name="T3" fmla="*/ 0 h 25"/>
                <a:gd name="T4" fmla="*/ 40 w 24"/>
                <a:gd name="T5" fmla="*/ 5 h 25"/>
                <a:gd name="T6" fmla="*/ 40 w 24"/>
                <a:gd name="T7" fmla="*/ 102 h 25"/>
                <a:gd name="T8" fmla="*/ 55 w 24"/>
                <a:gd name="T9" fmla="*/ 5 h 25"/>
                <a:gd name="T10" fmla="*/ 52 w 24"/>
                <a:gd name="T11" fmla="*/ 0 h 25"/>
                <a:gd name="T12" fmla="*/ 52 w 24"/>
                <a:gd name="T13" fmla="*/ 0 h 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25">
                  <a:moveTo>
                    <a:pt x="13" y="0"/>
                  </a:moveTo>
                  <a:cubicBezTo>
                    <a:pt x="13" y="0"/>
                    <a:pt x="13" y="0"/>
                    <a:pt x="13" y="0"/>
                  </a:cubicBezTo>
                  <a:cubicBezTo>
                    <a:pt x="13" y="0"/>
                    <a:pt x="12" y="0"/>
                    <a:pt x="10" y="1"/>
                  </a:cubicBezTo>
                  <a:cubicBezTo>
                    <a:pt x="6" y="4"/>
                    <a:pt x="0" y="12"/>
                    <a:pt x="10" y="25"/>
                  </a:cubicBezTo>
                  <a:cubicBezTo>
                    <a:pt x="10" y="25"/>
                    <a:pt x="24" y="14"/>
                    <a:pt x="14" y="1"/>
                  </a:cubicBezTo>
                  <a:cubicBezTo>
                    <a:pt x="14" y="1"/>
                    <a:pt x="14" y="0"/>
                    <a:pt x="13" y="0"/>
                  </a:cubicBezTo>
                  <a:cubicBezTo>
                    <a:pt x="13" y="0"/>
                    <a:pt x="13" y="0"/>
                    <a:pt x="13" y="0"/>
                  </a:cubicBezTo>
                  <a:close/>
                </a:path>
              </a:pathLst>
            </a:custGeom>
            <a:solidFill>
              <a:srgbClr val="8AB2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8999" name="Freeform 1185">
              <a:extLst>
                <a:ext uri="{FF2B5EF4-FFF2-40B4-BE49-F238E27FC236}">
                  <a16:creationId xmlns:a16="http://schemas.microsoft.com/office/drawing/2014/main" id="{84C0F5C3-6460-45E6-B87F-83D02AB9DE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6" y="1323"/>
              <a:ext cx="29" cy="33"/>
            </a:xfrm>
            <a:custGeom>
              <a:avLst/>
              <a:gdLst>
                <a:gd name="T0" fmla="*/ 63 w 18"/>
                <a:gd name="T1" fmla="*/ 89 h 20"/>
                <a:gd name="T2" fmla="*/ 76 w 18"/>
                <a:gd name="T3" fmla="*/ 84 h 20"/>
                <a:gd name="T4" fmla="*/ 76 w 18"/>
                <a:gd name="T5" fmla="*/ 84 h 20"/>
                <a:gd name="T6" fmla="*/ 50 w 18"/>
                <a:gd name="T7" fmla="*/ 8 h 20"/>
                <a:gd name="T8" fmla="*/ 0 w 18"/>
                <a:gd name="T9" fmla="*/ 0 h 20"/>
                <a:gd name="T10" fmla="*/ 63 w 18"/>
                <a:gd name="T11" fmla="*/ 89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" h="20">
                  <a:moveTo>
                    <a:pt x="15" y="20"/>
                  </a:moveTo>
                  <a:cubicBezTo>
                    <a:pt x="17" y="19"/>
                    <a:pt x="18" y="19"/>
                    <a:pt x="18" y="19"/>
                  </a:cubicBezTo>
                  <a:cubicBezTo>
                    <a:pt x="18" y="19"/>
                    <a:pt x="18" y="19"/>
                    <a:pt x="18" y="19"/>
                  </a:cubicBezTo>
                  <a:cubicBezTo>
                    <a:pt x="18" y="15"/>
                    <a:pt x="17" y="8"/>
                    <a:pt x="12" y="2"/>
                  </a:cubicBezTo>
                  <a:cubicBezTo>
                    <a:pt x="8" y="1"/>
                    <a:pt x="4" y="1"/>
                    <a:pt x="0" y="0"/>
                  </a:cubicBezTo>
                  <a:cubicBezTo>
                    <a:pt x="1" y="6"/>
                    <a:pt x="4" y="19"/>
                    <a:pt x="15" y="20"/>
                  </a:cubicBezTo>
                  <a:close/>
                </a:path>
              </a:pathLst>
            </a:custGeom>
            <a:solidFill>
              <a:srgbClr val="8AB2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9000" name="Freeform 1186">
              <a:extLst>
                <a:ext uri="{FF2B5EF4-FFF2-40B4-BE49-F238E27FC236}">
                  <a16:creationId xmlns:a16="http://schemas.microsoft.com/office/drawing/2014/main" id="{5F1CE3F1-DB07-4D40-BA4B-2F10708FB1A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5" y="1331"/>
              <a:ext cx="34" cy="25"/>
            </a:xfrm>
            <a:custGeom>
              <a:avLst/>
              <a:gdLst>
                <a:gd name="T0" fmla="*/ 0 w 21"/>
                <a:gd name="T1" fmla="*/ 63 h 15"/>
                <a:gd name="T2" fmla="*/ 5 w 21"/>
                <a:gd name="T3" fmla="*/ 70 h 15"/>
                <a:gd name="T4" fmla="*/ 89 w 21"/>
                <a:gd name="T5" fmla="*/ 8 h 15"/>
                <a:gd name="T6" fmla="*/ 34 w 21"/>
                <a:gd name="T7" fmla="*/ 0 h 15"/>
                <a:gd name="T8" fmla="*/ 0 w 21"/>
                <a:gd name="T9" fmla="*/ 63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15">
                  <a:moveTo>
                    <a:pt x="0" y="14"/>
                  </a:moveTo>
                  <a:cubicBezTo>
                    <a:pt x="1" y="14"/>
                    <a:pt x="1" y="15"/>
                    <a:pt x="1" y="15"/>
                  </a:cubicBezTo>
                  <a:cubicBezTo>
                    <a:pt x="14" y="15"/>
                    <a:pt x="19" y="7"/>
                    <a:pt x="21" y="2"/>
                  </a:cubicBezTo>
                  <a:cubicBezTo>
                    <a:pt x="17" y="1"/>
                    <a:pt x="12" y="0"/>
                    <a:pt x="8" y="0"/>
                  </a:cubicBezTo>
                  <a:cubicBezTo>
                    <a:pt x="2" y="4"/>
                    <a:pt x="0" y="11"/>
                    <a:pt x="0" y="14"/>
                  </a:cubicBezTo>
                  <a:close/>
                </a:path>
              </a:pathLst>
            </a:custGeom>
            <a:solidFill>
              <a:srgbClr val="8AB2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9001" name="Freeform 1187">
              <a:extLst>
                <a:ext uri="{FF2B5EF4-FFF2-40B4-BE49-F238E27FC236}">
                  <a16:creationId xmlns:a16="http://schemas.microsoft.com/office/drawing/2014/main" id="{F69878A2-1A1E-411D-B242-D57B100BF44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4" y="1354"/>
              <a:ext cx="39" cy="40"/>
            </a:xfrm>
            <a:custGeom>
              <a:avLst/>
              <a:gdLst>
                <a:gd name="T0" fmla="*/ 55 w 24"/>
                <a:gd name="T1" fmla="*/ 0 h 25"/>
                <a:gd name="T2" fmla="*/ 55 w 24"/>
                <a:gd name="T3" fmla="*/ 0 h 25"/>
                <a:gd name="T4" fmla="*/ 42 w 24"/>
                <a:gd name="T5" fmla="*/ 5 h 25"/>
                <a:gd name="T6" fmla="*/ 42 w 24"/>
                <a:gd name="T7" fmla="*/ 102 h 25"/>
                <a:gd name="T8" fmla="*/ 60 w 24"/>
                <a:gd name="T9" fmla="*/ 5 h 25"/>
                <a:gd name="T10" fmla="*/ 55 w 24"/>
                <a:gd name="T11" fmla="*/ 0 h 25"/>
                <a:gd name="T12" fmla="*/ 55 w 24"/>
                <a:gd name="T13" fmla="*/ 0 h 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25">
                  <a:moveTo>
                    <a:pt x="13" y="0"/>
                  </a:moveTo>
                  <a:cubicBezTo>
                    <a:pt x="13" y="0"/>
                    <a:pt x="13" y="0"/>
                    <a:pt x="13" y="0"/>
                  </a:cubicBezTo>
                  <a:cubicBezTo>
                    <a:pt x="13" y="0"/>
                    <a:pt x="12" y="0"/>
                    <a:pt x="10" y="1"/>
                  </a:cubicBezTo>
                  <a:cubicBezTo>
                    <a:pt x="6" y="4"/>
                    <a:pt x="0" y="12"/>
                    <a:pt x="10" y="25"/>
                  </a:cubicBezTo>
                  <a:cubicBezTo>
                    <a:pt x="10" y="25"/>
                    <a:pt x="24" y="14"/>
                    <a:pt x="14" y="1"/>
                  </a:cubicBezTo>
                  <a:cubicBezTo>
                    <a:pt x="14" y="1"/>
                    <a:pt x="14" y="0"/>
                    <a:pt x="13" y="0"/>
                  </a:cubicBezTo>
                  <a:cubicBezTo>
                    <a:pt x="13" y="0"/>
                    <a:pt x="13" y="0"/>
                    <a:pt x="13" y="0"/>
                  </a:cubicBezTo>
                  <a:close/>
                </a:path>
              </a:pathLst>
            </a:custGeom>
            <a:solidFill>
              <a:srgbClr val="8AB2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9002" name="Freeform 1188">
              <a:extLst>
                <a:ext uri="{FF2B5EF4-FFF2-40B4-BE49-F238E27FC236}">
                  <a16:creationId xmlns:a16="http://schemas.microsoft.com/office/drawing/2014/main" id="{7D1CFDDB-A5B1-4577-8EFF-13CCED670D1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2" y="1335"/>
              <a:ext cx="26" cy="21"/>
            </a:xfrm>
            <a:custGeom>
              <a:avLst/>
              <a:gdLst>
                <a:gd name="T0" fmla="*/ 55 w 16"/>
                <a:gd name="T1" fmla="*/ 55 h 13"/>
                <a:gd name="T2" fmla="*/ 68 w 16"/>
                <a:gd name="T3" fmla="*/ 50 h 13"/>
                <a:gd name="T4" fmla="*/ 68 w 16"/>
                <a:gd name="T5" fmla="*/ 50 h 13"/>
                <a:gd name="T6" fmla="*/ 55 w 16"/>
                <a:gd name="T7" fmla="*/ 0 h 13"/>
                <a:gd name="T8" fmla="*/ 0 w 16"/>
                <a:gd name="T9" fmla="*/ 5 h 13"/>
                <a:gd name="T10" fmla="*/ 55 w 16"/>
                <a:gd name="T11" fmla="*/ 55 h 1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" h="13">
                  <a:moveTo>
                    <a:pt x="13" y="13"/>
                  </a:moveTo>
                  <a:cubicBezTo>
                    <a:pt x="15" y="12"/>
                    <a:pt x="16" y="12"/>
                    <a:pt x="16" y="12"/>
                  </a:cubicBezTo>
                  <a:cubicBezTo>
                    <a:pt x="16" y="12"/>
                    <a:pt x="16" y="12"/>
                    <a:pt x="16" y="12"/>
                  </a:cubicBezTo>
                  <a:cubicBezTo>
                    <a:pt x="16" y="9"/>
                    <a:pt x="15" y="4"/>
                    <a:pt x="13" y="0"/>
                  </a:cubicBezTo>
                  <a:cubicBezTo>
                    <a:pt x="9" y="0"/>
                    <a:pt x="4" y="1"/>
                    <a:pt x="0" y="1"/>
                  </a:cubicBezTo>
                  <a:cubicBezTo>
                    <a:pt x="2" y="6"/>
                    <a:pt x="6" y="12"/>
                    <a:pt x="13" y="13"/>
                  </a:cubicBezTo>
                  <a:close/>
                </a:path>
              </a:pathLst>
            </a:custGeom>
            <a:solidFill>
              <a:srgbClr val="8AB2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9003" name="Freeform 1189">
              <a:extLst>
                <a:ext uri="{FF2B5EF4-FFF2-40B4-BE49-F238E27FC236}">
                  <a16:creationId xmlns:a16="http://schemas.microsoft.com/office/drawing/2014/main" id="{24118B70-D8FC-48A3-B367-796F7DFF562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8" y="1327"/>
              <a:ext cx="35" cy="29"/>
            </a:xfrm>
            <a:custGeom>
              <a:avLst/>
              <a:gdLst>
                <a:gd name="T0" fmla="*/ 0 w 22"/>
                <a:gd name="T1" fmla="*/ 71 h 18"/>
                <a:gd name="T2" fmla="*/ 5 w 22"/>
                <a:gd name="T3" fmla="*/ 76 h 18"/>
                <a:gd name="T4" fmla="*/ 89 w 22"/>
                <a:gd name="T5" fmla="*/ 0 h 18"/>
                <a:gd name="T6" fmla="*/ 29 w 22"/>
                <a:gd name="T7" fmla="*/ 13 h 18"/>
                <a:gd name="T8" fmla="*/ 0 w 22"/>
                <a:gd name="T9" fmla="*/ 71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18">
                  <a:moveTo>
                    <a:pt x="0" y="17"/>
                  </a:moveTo>
                  <a:cubicBezTo>
                    <a:pt x="1" y="17"/>
                    <a:pt x="1" y="18"/>
                    <a:pt x="1" y="18"/>
                  </a:cubicBezTo>
                  <a:cubicBezTo>
                    <a:pt x="18" y="18"/>
                    <a:pt x="22" y="4"/>
                    <a:pt x="22" y="0"/>
                  </a:cubicBezTo>
                  <a:cubicBezTo>
                    <a:pt x="17" y="1"/>
                    <a:pt x="12" y="2"/>
                    <a:pt x="7" y="3"/>
                  </a:cubicBezTo>
                  <a:cubicBezTo>
                    <a:pt x="2" y="7"/>
                    <a:pt x="0" y="14"/>
                    <a:pt x="0" y="17"/>
                  </a:cubicBezTo>
                  <a:close/>
                </a:path>
              </a:pathLst>
            </a:custGeom>
            <a:solidFill>
              <a:srgbClr val="8AB2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9004" name="Freeform 1190">
              <a:extLst>
                <a:ext uri="{FF2B5EF4-FFF2-40B4-BE49-F238E27FC236}">
                  <a16:creationId xmlns:a16="http://schemas.microsoft.com/office/drawing/2014/main" id="{567DE52F-AD48-4C3C-944D-498F33AB2D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7" y="1354"/>
              <a:ext cx="38" cy="40"/>
            </a:xfrm>
            <a:custGeom>
              <a:avLst/>
              <a:gdLst>
                <a:gd name="T0" fmla="*/ 52 w 24"/>
                <a:gd name="T1" fmla="*/ 0 h 25"/>
                <a:gd name="T2" fmla="*/ 52 w 24"/>
                <a:gd name="T3" fmla="*/ 0 h 25"/>
                <a:gd name="T4" fmla="*/ 40 w 24"/>
                <a:gd name="T5" fmla="*/ 5 h 25"/>
                <a:gd name="T6" fmla="*/ 40 w 24"/>
                <a:gd name="T7" fmla="*/ 102 h 25"/>
                <a:gd name="T8" fmla="*/ 55 w 24"/>
                <a:gd name="T9" fmla="*/ 5 h 25"/>
                <a:gd name="T10" fmla="*/ 52 w 24"/>
                <a:gd name="T11" fmla="*/ 0 h 25"/>
                <a:gd name="T12" fmla="*/ 52 w 24"/>
                <a:gd name="T13" fmla="*/ 0 h 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25">
                  <a:moveTo>
                    <a:pt x="13" y="0"/>
                  </a:moveTo>
                  <a:cubicBezTo>
                    <a:pt x="13" y="0"/>
                    <a:pt x="13" y="0"/>
                    <a:pt x="13" y="0"/>
                  </a:cubicBezTo>
                  <a:cubicBezTo>
                    <a:pt x="13" y="0"/>
                    <a:pt x="12" y="0"/>
                    <a:pt x="10" y="1"/>
                  </a:cubicBezTo>
                  <a:cubicBezTo>
                    <a:pt x="6" y="4"/>
                    <a:pt x="0" y="12"/>
                    <a:pt x="10" y="25"/>
                  </a:cubicBezTo>
                  <a:cubicBezTo>
                    <a:pt x="10" y="25"/>
                    <a:pt x="24" y="14"/>
                    <a:pt x="14" y="1"/>
                  </a:cubicBezTo>
                  <a:cubicBezTo>
                    <a:pt x="14" y="1"/>
                    <a:pt x="14" y="0"/>
                    <a:pt x="13" y="0"/>
                  </a:cubicBezTo>
                  <a:cubicBezTo>
                    <a:pt x="13" y="0"/>
                    <a:pt x="13" y="0"/>
                    <a:pt x="13" y="0"/>
                  </a:cubicBezTo>
                  <a:close/>
                </a:path>
              </a:pathLst>
            </a:custGeom>
            <a:solidFill>
              <a:srgbClr val="8AB2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9005" name="Freeform 1191">
              <a:extLst>
                <a:ext uri="{FF2B5EF4-FFF2-40B4-BE49-F238E27FC236}">
                  <a16:creationId xmlns:a16="http://schemas.microsoft.com/office/drawing/2014/main" id="{2214765B-36E7-4D0F-910C-7E1B815009B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1" y="1317"/>
              <a:ext cx="29" cy="39"/>
            </a:xfrm>
            <a:custGeom>
              <a:avLst/>
              <a:gdLst>
                <a:gd name="T0" fmla="*/ 76 w 18"/>
                <a:gd name="T1" fmla="*/ 98 h 24"/>
                <a:gd name="T2" fmla="*/ 0 w 18"/>
                <a:gd name="T3" fmla="*/ 0 h 24"/>
                <a:gd name="T4" fmla="*/ 63 w 18"/>
                <a:gd name="T5" fmla="*/ 102 h 24"/>
                <a:gd name="T6" fmla="*/ 76 w 18"/>
                <a:gd name="T7" fmla="*/ 98 h 24"/>
                <a:gd name="T8" fmla="*/ 76 w 18"/>
                <a:gd name="T9" fmla="*/ 98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24">
                  <a:moveTo>
                    <a:pt x="18" y="23"/>
                  </a:moveTo>
                  <a:cubicBezTo>
                    <a:pt x="18" y="17"/>
                    <a:pt x="16" y="2"/>
                    <a:pt x="0" y="0"/>
                  </a:cubicBezTo>
                  <a:cubicBezTo>
                    <a:pt x="0" y="0"/>
                    <a:pt x="0" y="22"/>
                    <a:pt x="15" y="24"/>
                  </a:cubicBezTo>
                  <a:cubicBezTo>
                    <a:pt x="17" y="23"/>
                    <a:pt x="18" y="23"/>
                    <a:pt x="18" y="23"/>
                  </a:cubicBezTo>
                  <a:cubicBezTo>
                    <a:pt x="18" y="23"/>
                    <a:pt x="18" y="23"/>
                    <a:pt x="18" y="23"/>
                  </a:cubicBezTo>
                  <a:close/>
                </a:path>
              </a:pathLst>
            </a:custGeom>
            <a:solidFill>
              <a:srgbClr val="8AB2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9006" name="Freeform 1192">
              <a:extLst>
                <a:ext uri="{FF2B5EF4-FFF2-40B4-BE49-F238E27FC236}">
                  <a16:creationId xmlns:a16="http://schemas.microsoft.com/office/drawing/2014/main" id="{1B0A9FE9-2B80-44EB-AC79-6323A5FCD7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0" y="1323"/>
              <a:ext cx="37" cy="33"/>
            </a:xfrm>
            <a:custGeom>
              <a:avLst/>
              <a:gdLst>
                <a:gd name="T0" fmla="*/ 0 w 23"/>
                <a:gd name="T1" fmla="*/ 84 h 20"/>
                <a:gd name="T2" fmla="*/ 5 w 23"/>
                <a:gd name="T3" fmla="*/ 89 h 20"/>
                <a:gd name="T4" fmla="*/ 97 w 23"/>
                <a:gd name="T5" fmla="*/ 5 h 20"/>
                <a:gd name="T6" fmla="*/ 0 w 23"/>
                <a:gd name="T7" fmla="*/ 84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20">
                  <a:moveTo>
                    <a:pt x="0" y="19"/>
                  </a:moveTo>
                  <a:cubicBezTo>
                    <a:pt x="1" y="19"/>
                    <a:pt x="1" y="20"/>
                    <a:pt x="1" y="20"/>
                  </a:cubicBezTo>
                  <a:cubicBezTo>
                    <a:pt x="21" y="20"/>
                    <a:pt x="23" y="1"/>
                    <a:pt x="23" y="1"/>
                  </a:cubicBezTo>
                  <a:cubicBezTo>
                    <a:pt x="4" y="0"/>
                    <a:pt x="1" y="14"/>
                    <a:pt x="0" y="19"/>
                  </a:cubicBezTo>
                  <a:close/>
                </a:path>
              </a:pathLst>
            </a:custGeom>
            <a:solidFill>
              <a:srgbClr val="8AB2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9007" name="Freeform 1193">
              <a:extLst>
                <a:ext uri="{FF2B5EF4-FFF2-40B4-BE49-F238E27FC236}">
                  <a16:creationId xmlns:a16="http://schemas.microsoft.com/office/drawing/2014/main" id="{0D9B8BC6-AA03-41E5-AF87-668574A97D4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9" y="1354"/>
              <a:ext cx="39" cy="40"/>
            </a:xfrm>
            <a:custGeom>
              <a:avLst/>
              <a:gdLst>
                <a:gd name="T0" fmla="*/ 55 w 24"/>
                <a:gd name="T1" fmla="*/ 0 h 25"/>
                <a:gd name="T2" fmla="*/ 55 w 24"/>
                <a:gd name="T3" fmla="*/ 0 h 25"/>
                <a:gd name="T4" fmla="*/ 42 w 24"/>
                <a:gd name="T5" fmla="*/ 5 h 25"/>
                <a:gd name="T6" fmla="*/ 42 w 24"/>
                <a:gd name="T7" fmla="*/ 102 h 25"/>
                <a:gd name="T8" fmla="*/ 60 w 24"/>
                <a:gd name="T9" fmla="*/ 5 h 25"/>
                <a:gd name="T10" fmla="*/ 55 w 24"/>
                <a:gd name="T11" fmla="*/ 0 h 25"/>
                <a:gd name="T12" fmla="*/ 55 w 24"/>
                <a:gd name="T13" fmla="*/ 0 h 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25">
                  <a:moveTo>
                    <a:pt x="13" y="0"/>
                  </a:moveTo>
                  <a:cubicBezTo>
                    <a:pt x="13" y="0"/>
                    <a:pt x="13" y="0"/>
                    <a:pt x="13" y="0"/>
                  </a:cubicBezTo>
                  <a:cubicBezTo>
                    <a:pt x="13" y="0"/>
                    <a:pt x="12" y="0"/>
                    <a:pt x="10" y="1"/>
                  </a:cubicBezTo>
                  <a:cubicBezTo>
                    <a:pt x="6" y="4"/>
                    <a:pt x="0" y="12"/>
                    <a:pt x="10" y="25"/>
                  </a:cubicBezTo>
                  <a:cubicBezTo>
                    <a:pt x="10" y="25"/>
                    <a:pt x="24" y="14"/>
                    <a:pt x="14" y="1"/>
                  </a:cubicBezTo>
                  <a:cubicBezTo>
                    <a:pt x="14" y="1"/>
                    <a:pt x="14" y="0"/>
                    <a:pt x="13" y="0"/>
                  </a:cubicBezTo>
                  <a:cubicBezTo>
                    <a:pt x="13" y="0"/>
                    <a:pt x="13" y="0"/>
                    <a:pt x="13" y="0"/>
                  </a:cubicBezTo>
                  <a:close/>
                </a:path>
              </a:pathLst>
            </a:custGeom>
            <a:solidFill>
              <a:srgbClr val="8AB2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9008" name="Freeform 1194">
              <a:extLst>
                <a:ext uri="{FF2B5EF4-FFF2-40B4-BE49-F238E27FC236}">
                  <a16:creationId xmlns:a16="http://schemas.microsoft.com/office/drawing/2014/main" id="{6730DC26-8CDF-4803-A946-2A5F4C95781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4" y="1317"/>
              <a:ext cx="29" cy="39"/>
            </a:xfrm>
            <a:custGeom>
              <a:avLst/>
              <a:gdLst>
                <a:gd name="T0" fmla="*/ 63 w 18"/>
                <a:gd name="T1" fmla="*/ 102 h 24"/>
                <a:gd name="T2" fmla="*/ 76 w 18"/>
                <a:gd name="T3" fmla="*/ 98 h 24"/>
                <a:gd name="T4" fmla="*/ 76 w 18"/>
                <a:gd name="T5" fmla="*/ 98 h 24"/>
                <a:gd name="T6" fmla="*/ 71 w 18"/>
                <a:gd name="T7" fmla="*/ 68 h 24"/>
                <a:gd name="T8" fmla="*/ 13 w 18"/>
                <a:gd name="T9" fmla="*/ 5 h 24"/>
                <a:gd name="T10" fmla="*/ 0 w 18"/>
                <a:gd name="T11" fmla="*/ 0 h 24"/>
                <a:gd name="T12" fmla="*/ 63 w 18"/>
                <a:gd name="T13" fmla="*/ 102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" h="24">
                  <a:moveTo>
                    <a:pt x="15" y="24"/>
                  </a:moveTo>
                  <a:cubicBezTo>
                    <a:pt x="17" y="23"/>
                    <a:pt x="18" y="23"/>
                    <a:pt x="18" y="23"/>
                  </a:cubicBezTo>
                  <a:cubicBezTo>
                    <a:pt x="18" y="23"/>
                    <a:pt x="18" y="23"/>
                    <a:pt x="18" y="23"/>
                  </a:cubicBezTo>
                  <a:cubicBezTo>
                    <a:pt x="18" y="21"/>
                    <a:pt x="18" y="19"/>
                    <a:pt x="17" y="16"/>
                  </a:cubicBezTo>
                  <a:cubicBezTo>
                    <a:pt x="13" y="10"/>
                    <a:pt x="8" y="5"/>
                    <a:pt x="3" y="1"/>
                  </a:cubicBezTo>
                  <a:cubicBezTo>
                    <a:pt x="2" y="0"/>
                    <a:pt x="1" y="0"/>
                    <a:pt x="0" y="0"/>
                  </a:cubicBezTo>
                  <a:cubicBezTo>
                    <a:pt x="0" y="0"/>
                    <a:pt x="0" y="22"/>
                    <a:pt x="15" y="24"/>
                  </a:cubicBezTo>
                  <a:close/>
                </a:path>
              </a:pathLst>
            </a:custGeom>
            <a:solidFill>
              <a:srgbClr val="8AB2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9009" name="Freeform 1195">
              <a:extLst>
                <a:ext uri="{FF2B5EF4-FFF2-40B4-BE49-F238E27FC236}">
                  <a16:creationId xmlns:a16="http://schemas.microsoft.com/office/drawing/2014/main" id="{1138EC7E-DE52-4B1C-A102-2BC5508AC6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3" y="1347"/>
              <a:ext cx="6" cy="9"/>
            </a:xfrm>
            <a:custGeom>
              <a:avLst/>
              <a:gdLst>
                <a:gd name="T0" fmla="*/ 5 w 4"/>
                <a:gd name="T1" fmla="*/ 29 h 5"/>
                <a:gd name="T2" fmla="*/ 14 w 4"/>
                <a:gd name="T3" fmla="*/ 29 h 5"/>
                <a:gd name="T4" fmla="*/ 5 w 4"/>
                <a:gd name="T5" fmla="*/ 0 h 5"/>
                <a:gd name="T6" fmla="*/ 0 w 4"/>
                <a:gd name="T7" fmla="*/ 23 h 5"/>
                <a:gd name="T8" fmla="*/ 5 w 4"/>
                <a:gd name="T9" fmla="*/ 29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5">
                  <a:moveTo>
                    <a:pt x="1" y="5"/>
                  </a:moveTo>
                  <a:cubicBezTo>
                    <a:pt x="2" y="5"/>
                    <a:pt x="3" y="5"/>
                    <a:pt x="4" y="5"/>
                  </a:cubicBezTo>
                  <a:cubicBezTo>
                    <a:pt x="3" y="3"/>
                    <a:pt x="2" y="2"/>
                    <a:pt x="1" y="0"/>
                  </a:cubicBezTo>
                  <a:cubicBezTo>
                    <a:pt x="0" y="1"/>
                    <a:pt x="0" y="3"/>
                    <a:pt x="0" y="4"/>
                  </a:cubicBezTo>
                  <a:cubicBezTo>
                    <a:pt x="1" y="4"/>
                    <a:pt x="1" y="5"/>
                    <a:pt x="1" y="5"/>
                  </a:cubicBezTo>
                  <a:close/>
                </a:path>
              </a:pathLst>
            </a:custGeom>
            <a:solidFill>
              <a:srgbClr val="8AB2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9010" name="Freeform 1196">
              <a:extLst>
                <a:ext uri="{FF2B5EF4-FFF2-40B4-BE49-F238E27FC236}">
                  <a16:creationId xmlns:a16="http://schemas.microsoft.com/office/drawing/2014/main" id="{C52492FD-0DB2-4078-805E-E1132019E3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2" y="1354"/>
              <a:ext cx="38" cy="40"/>
            </a:xfrm>
            <a:custGeom>
              <a:avLst/>
              <a:gdLst>
                <a:gd name="T0" fmla="*/ 52 w 24"/>
                <a:gd name="T1" fmla="*/ 0 h 25"/>
                <a:gd name="T2" fmla="*/ 52 w 24"/>
                <a:gd name="T3" fmla="*/ 0 h 25"/>
                <a:gd name="T4" fmla="*/ 40 w 24"/>
                <a:gd name="T5" fmla="*/ 5 h 25"/>
                <a:gd name="T6" fmla="*/ 40 w 24"/>
                <a:gd name="T7" fmla="*/ 102 h 25"/>
                <a:gd name="T8" fmla="*/ 55 w 24"/>
                <a:gd name="T9" fmla="*/ 5 h 25"/>
                <a:gd name="T10" fmla="*/ 52 w 24"/>
                <a:gd name="T11" fmla="*/ 0 h 25"/>
                <a:gd name="T12" fmla="*/ 52 w 24"/>
                <a:gd name="T13" fmla="*/ 0 h 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25">
                  <a:moveTo>
                    <a:pt x="13" y="0"/>
                  </a:moveTo>
                  <a:cubicBezTo>
                    <a:pt x="13" y="0"/>
                    <a:pt x="13" y="0"/>
                    <a:pt x="13" y="0"/>
                  </a:cubicBezTo>
                  <a:cubicBezTo>
                    <a:pt x="13" y="0"/>
                    <a:pt x="12" y="0"/>
                    <a:pt x="10" y="1"/>
                  </a:cubicBezTo>
                  <a:cubicBezTo>
                    <a:pt x="6" y="4"/>
                    <a:pt x="0" y="12"/>
                    <a:pt x="10" y="25"/>
                  </a:cubicBezTo>
                  <a:cubicBezTo>
                    <a:pt x="10" y="25"/>
                    <a:pt x="24" y="14"/>
                    <a:pt x="14" y="1"/>
                  </a:cubicBezTo>
                  <a:cubicBezTo>
                    <a:pt x="14" y="1"/>
                    <a:pt x="14" y="0"/>
                    <a:pt x="13" y="0"/>
                  </a:cubicBezTo>
                  <a:cubicBezTo>
                    <a:pt x="13" y="0"/>
                    <a:pt x="13" y="0"/>
                    <a:pt x="13" y="0"/>
                  </a:cubicBezTo>
                  <a:close/>
                </a:path>
              </a:pathLst>
            </a:custGeom>
            <a:solidFill>
              <a:srgbClr val="8AB2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9011" name="Freeform 1197">
              <a:extLst>
                <a:ext uri="{FF2B5EF4-FFF2-40B4-BE49-F238E27FC236}">
                  <a16:creationId xmlns:a16="http://schemas.microsoft.com/office/drawing/2014/main" id="{FF9C3E84-8C42-4B00-9A76-70243BB41E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3" y="1498"/>
              <a:ext cx="30" cy="38"/>
            </a:xfrm>
            <a:custGeom>
              <a:avLst/>
              <a:gdLst>
                <a:gd name="T0" fmla="*/ 83 w 18"/>
                <a:gd name="T1" fmla="*/ 90 h 24"/>
                <a:gd name="T2" fmla="*/ 0 w 18"/>
                <a:gd name="T3" fmla="*/ 0 h 24"/>
                <a:gd name="T4" fmla="*/ 70 w 18"/>
                <a:gd name="T5" fmla="*/ 95 h 24"/>
                <a:gd name="T6" fmla="*/ 83 w 18"/>
                <a:gd name="T7" fmla="*/ 90 h 24"/>
                <a:gd name="T8" fmla="*/ 83 w 18"/>
                <a:gd name="T9" fmla="*/ 90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24">
                  <a:moveTo>
                    <a:pt x="18" y="23"/>
                  </a:moveTo>
                  <a:cubicBezTo>
                    <a:pt x="18" y="17"/>
                    <a:pt x="16" y="2"/>
                    <a:pt x="0" y="0"/>
                  </a:cubicBezTo>
                  <a:cubicBezTo>
                    <a:pt x="0" y="0"/>
                    <a:pt x="0" y="22"/>
                    <a:pt x="15" y="24"/>
                  </a:cubicBezTo>
                  <a:cubicBezTo>
                    <a:pt x="17" y="23"/>
                    <a:pt x="18" y="23"/>
                    <a:pt x="18" y="23"/>
                  </a:cubicBezTo>
                  <a:cubicBezTo>
                    <a:pt x="18" y="23"/>
                    <a:pt x="18" y="23"/>
                    <a:pt x="18" y="23"/>
                  </a:cubicBezTo>
                  <a:close/>
                </a:path>
              </a:pathLst>
            </a:custGeom>
            <a:solidFill>
              <a:srgbClr val="8AB2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9012" name="Freeform 1198">
              <a:extLst>
                <a:ext uri="{FF2B5EF4-FFF2-40B4-BE49-F238E27FC236}">
                  <a16:creationId xmlns:a16="http://schemas.microsoft.com/office/drawing/2014/main" id="{E6629DE5-00E5-4EB6-8286-C1A0F62145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3" y="1504"/>
              <a:ext cx="37" cy="32"/>
            </a:xfrm>
            <a:custGeom>
              <a:avLst/>
              <a:gdLst>
                <a:gd name="T0" fmla="*/ 0 w 23"/>
                <a:gd name="T1" fmla="*/ 77 h 20"/>
                <a:gd name="T2" fmla="*/ 5 w 23"/>
                <a:gd name="T3" fmla="*/ 82 h 20"/>
                <a:gd name="T4" fmla="*/ 97 w 23"/>
                <a:gd name="T5" fmla="*/ 5 h 20"/>
                <a:gd name="T6" fmla="*/ 0 w 23"/>
                <a:gd name="T7" fmla="*/ 77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20">
                  <a:moveTo>
                    <a:pt x="0" y="19"/>
                  </a:moveTo>
                  <a:cubicBezTo>
                    <a:pt x="1" y="19"/>
                    <a:pt x="1" y="20"/>
                    <a:pt x="1" y="20"/>
                  </a:cubicBezTo>
                  <a:cubicBezTo>
                    <a:pt x="21" y="20"/>
                    <a:pt x="23" y="1"/>
                    <a:pt x="23" y="1"/>
                  </a:cubicBezTo>
                  <a:cubicBezTo>
                    <a:pt x="4" y="0"/>
                    <a:pt x="1" y="14"/>
                    <a:pt x="0" y="19"/>
                  </a:cubicBezTo>
                  <a:close/>
                </a:path>
              </a:pathLst>
            </a:custGeom>
            <a:solidFill>
              <a:srgbClr val="8AB2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9013" name="Freeform 1199">
              <a:extLst>
                <a:ext uri="{FF2B5EF4-FFF2-40B4-BE49-F238E27FC236}">
                  <a16:creationId xmlns:a16="http://schemas.microsoft.com/office/drawing/2014/main" id="{AABA0EB0-7A19-40A1-935B-AE765B9ECDE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2" y="1535"/>
              <a:ext cx="38" cy="40"/>
            </a:xfrm>
            <a:custGeom>
              <a:avLst/>
              <a:gdLst>
                <a:gd name="T0" fmla="*/ 52 w 24"/>
                <a:gd name="T1" fmla="*/ 0 h 25"/>
                <a:gd name="T2" fmla="*/ 52 w 24"/>
                <a:gd name="T3" fmla="*/ 0 h 25"/>
                <a:gd name="T4" fmla="*/ 40 w 24"/>
                <a:gd name="T5" fmla="*/ 5 h 25"/>
                <a:gd name="T6" fmla="*/ 40 w 24"/>
                <a:gd name="T7" fmla="*/ 102 h 25"/>
                <a:gd name="T8" fmla="*/ 55 w 24"/>
                <a:gd name="T9" fmla="*/ 5 h 25"/>
                <a:gd name="T10" fmla="*/ 52 w 24"/>
                <a:gd name="T11" fmla="*/ 0 h 25"/>
                <a:gd name="T12" fmla="*/ 52 w 24"/>
                <a:gd name="T13" fmla="*/ 0 h 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25">
                  <a:moveTo>
                    <a:pt x="13" y="0"/>
                  </a:moveTo>
                  <a:cubicBezTo>
                    <a:pt x="13" y="0"/>
                    <a:pt x="13" y="0"/>
                    <a:pt x="13" y="0"/>
                  </a:cubicBezTo>
                  <a:cubicBezTo>
                    <a:pt x="13" y="0"/>
                    <a:pt x="12" y="0"/>
                    <a:pt x="10" y="1"/>
                  </a:cubicBezTo>
                  <a:cubicBezTo>
                    <a:pt x="6" y="4"/>
                    <a:pt x="0" y="12"/>
                    <a:pt x="10" y="25"/>
                  </a:cubicBezTo>
                  <a:cubicBezTo>
                    <a:pt x="10" y="25"/>
                    <a:pt x="24" y="14"/>
                    <a:pt x="14" y="1"/>
                  </a:cubicBezTo>
                  <a:cubicBezTo>
                    <a:pt x="14" y="1"/>
                    <a:pt x="14" y="0"/>
                    <a:pt x="13" y="0"/>
                  </a:cubicBezTo>
                  <a:cubicBezTo>
                    <a:pt x="13" y="0"/>
                    <a:pt x="13" y="0"/>
                    <a:pt x="13" y="0"/>
                  </a:cubicBezTo>
                  <a:close/>
                </a:path>
              </a:pathLst>
            </a:custGeom>
            <a:solidFill>
              <a:srgbClr val="8AB2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9014" name="Freeform 1200">
              <a:extLst>
                <a:ext uri="{FF2B5EF4-FFF2-40B4-BE49-F238E27FC236}">
                  <a16:creationId xmlns:a16="http://schemas.microsoft.com/office/drawing/2014/main" id="{D4F777C3-8926-42E9-969F-3F1497FE854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6" y="1498"/>
              <a:ext cx="29" cy="38"/>
            </a:xfrm>
            <a:custGeom>
              <a:avLst/>
              <a:gdLst>
                <a:gd name="T0" fmla="*/ 76 w 18"/>
                <a:gd name="T1" fmla="*/ 90 h 24"/>
                <a:gd name="T2" fmla="*/ 0 w 18"/>
                <a:gd name="T3" fmla="*/ 0 h 24"/>
                <a:gd name="T4" fmla="*/ 63 w 18"/>
                <a:gd name="T5" fmla="*/ 95 h 24"/>
                <a:gd name="T6" fmla="*/ 76 w 18"/>
                <a:gd name="T7" fmla="*/ 90 h 24"/>
                <a:gd name="T8" fmla="*/ 76 w 18"/>
                <a:gd name="T9" fmla="*/ 90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24">
                  <a:moveTo>
                    <a:pt x="18" y="23"/>
                  </a:moveTo>
                  <a:cubicBezTo>
                    <a:pt x="18" y="17"/>
                    <a:pt x="16" y="2"/>
                    <a:pt x="0" y="0"/>
                  </a:cubicBezTo>
                  <a:cubicBezTo>
                    <a:pt x="0" y="0"/>
                    <a:pt x="0" y="22"/>
                    <a:pt x="15" y="24"/>
                  </a:cubicBezTo>
                  <a:cubicBezTo>
                    <a:pt x="17" y="23"/>
                    <a:pt x="18" y="23"/>
                    <a:pt x="18" y="23"/>
                  </a:cubicBezTo>
                  <a:cubicBezTo>
                    <a:pt x="18" y="23"/>
                    <a:pt x="18" y="23"/>
                    <a:pt x="18" y="23"/>
                  </a:cubicBezTo>
                  <a:close/>
                </a:path>
              </a:pathLst>
            </a:custGeom>
            <a:solidFill>
              <a:srgbClr val="8AB2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9015" name="Freeform 1201">
              <a:extLst>
                <a:ext uri="{FF2B5EF4-FFF2-40B4-BE49-F238E27FC236}">
                  <a16:creationId xmlns:a16="http://schemas.microsoft.com/office/drawing/2014/main" id="{0E040E07-BDA3-4F38-8811-B1ED7C82BAB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5" y="1504"/>
              <a:ext cx="37" cy="32"/>
            </a:xfrm>
            <a:custGeom>
              <a:avLst/>
              <a:gdLst>
                <a:gd name="T0" fmla="*/ 0 w 23"/>
                <a:gd name="T1" fmla="*/ 77 h 20"/>
                <a:gd name="T2" fmla="*/ 5 w 23"/>
                <a:gd name="T3" fmla="*/ 82 h 20"/>
                <a:gd name="T4" fmla="*/ 97 w 23"/>
                <a:gd name="T5" fmla="*/ 5 h 20"/>
                <a:gd name="T6" fmla="*/ 0 w 23"/>
                <a:gd name="T7" fmla="*/ 77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20">
                  <a:moveTo>
                    <a:pt x="0" y="19"/>
                  </a:moveTo>
                  <a:cubicBezTo>
                    <a:pt x="1" y="19"/>
                    <a:pt x="1" y="20"/>
                    <a:pt x="1" y="20"/>
                  </a:cubicBezTo>
                  <a:cubicBezTo>
                    <a:pt x="21" y="20"/>
                    <a:pt x="23" y="1"/>
                    <a:pt x="23" y="1"/>
                  </a:cubicBezTo>
                  <a:cubicBezTo>
                    <a:pt x="4" y="0"/>
                    <a:pt x="1" y="14"/>
                    <a:pt x="0" y="19"/>
                  </a:cubicBezTo>
                  <a:close/>
                </a:path>
              </a:pathLst>
            </a:custGeom>
            <a:solidFill>
              <a:srgbClr val="8AB2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9016" name="Freeform 1202">
              <a:extLst>
                <a:ext uri="{FF2B5EF4-FFF2-40B4-BE49-F238E27FC236}">
                  <a16:creationId xmlns:a16="http://schemas.microsoft.com/office/drawing/2014/main" id="{EAF92B9F-2A34-45E4-8257-D966158EB0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4" y="1535"/>
              <a:ext cx="39" cy="40"/>
            </a:xfrm>
            <a:custGeom>
              <a:avLst/>
              <a:gdLst>
                <a:gd name="T0" fmla="*/ 55 w 24"/>
                <a:gd name="T1" fmla="*/ 0 h 25"/>
                <a:gd name="T2" fmla="*/ 55 w 24"/>
                <a:gd name="T3" fmla="*/ 0 h 25"/>
                <a:gd name="T4" fmla="*/ 42 w 24"/>
                <a:gd name="T5" fmla="*/ 5 h 25"/>
                <a:gd name="T6" fmla="*/ 42 w 24"/>
                <a:gd name="T7" fmla="*/ 102 h 25"/>
                <a:gd name="T8" fmla="*/ 60 w 24"/>
                <a:gd name="T9" fmla="*/ 5 h 25"/>
                <a:gd name="T10" fmla="*/ 55 w 24"/>
                <a:gd name="T11" fmla="*/ 0 h 25"/>
                <a:gd name="T12" fmla="*/ 55 w 24"/>
                <a:gd name="T13" fmla="*/ 0 h 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25">
                  <a:moveTo>
                    <a:pt x="13" y="0"/>
                  </a:moveTo>
                  <a:cubicBezTo>
                    <a:pt x="13" y="0"/>
                    <a:pt x="13" y="0"/>
                    <a:pt x="13" y="0"/>
                  </a:cubicBezTo>
                  <a:cubicBezTo>
                    <a:pt x="13" y="0"/>
                    <a:pt x="12" y="0"/>
                    <a:pt x="10" y="1"/>
                  </a:cubicBezTo>
                  <a:cubicBezTo>
                    <a:pt x="6" y="4"/>
                    <a:pt x="0" y="12"/>
                    <a:pt x="10" y="25"/>
                  </a:cubicBezTo>
                  <a:cubicBezTo>
                    <a:pt x="10" y="25"/>
                    <a:pt x="24" y="14"/>
                    <a:pt x="14" y="1"/>
                  </a:cubicBezTo>
                  <a:cubicBezTo>
                    <a:pt x="14" y="1"/>
                    <a:pt x="14" y="0"/>
                    <a:pt x="13" y="0"/>
                  </a:cubicBezTo>
                  <a:cubicBezTo>
                    <a:pt x="13" y="0"/>
                    <a:pt x="13" y="0"/>
                    <a:pt x="13" y="0"/>
                  </a:cubicBezTo>
                  <a:close/>
                </a:path>
              </a:pathLst>
            </a:custGeom>
            <a:solidFill>
              <a:srgbClr val="8AB2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9017" name="Freeform 1203">
              <a:extLst>
                <a:ext uri="{FF2B5EF4-FFF2-40B4-BE49-F238E27FC236}">
                  <a16:creationId xmlns:a16="http://schemas.microsoft.com/office/drawing/2014/main" id="{4CB77179-8DB0-4E54-A408-7DBCE722D90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8" y="1498"/>
              <a:ext cx="30" cy="38"/>
            </a:xfrm>
            <a:custGeom>
              <a:avLst/>
              <a:gdLst>
                <a:gd name="T0" fmla="*/ 83 w 18"/>
                <a:gd name="T1" fmla="*/ 90 h 24"/>
                <a:gd name="T2" fmla="*/ 0 w 18"/>
                <a:gd name="T3" fmla="*/ 0 h 24"/>
                <a:gd name="T4" fmla="*/ 70 w 18"/>
                <a:gd name="T5" fmla="*/ 95 h 24"/>
                <a:gd name="T6" fmla="*/ 83 w 18"/>
                <a:gd name="T7" fmla="*/ 90 h 24"/>
                <a:gd name="T8" fmla="*/ 83 w 18"/>
                <a:gd name="T9" fmla="*/ 90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24">
                  <a:moveTo>
                    <a:pt x="18" y="23"/>
                  </a:moveTo>
                  <a:cubicBezTo>
                    <a:pt x="18" y="17"/>
                    <a:pt x="16" y="2"/>
                    <a:pt x="0" y="0"/>
                  </a:cubicBezTo>
                  <a:cubicBezTo>
                    <a:pt x="0" y="0"/>
                    <a:pt x="0" y="22"/>
                    <a:pt x="15" y="24"/>
                  </a:cubicBezTo>
                  <a:cubicBezTo>
                    <a:pt x="17" y="23"/>
                    <a:pt x="18" y="23"/>
                    <a:pt x="18" y="23"/>
                  </a:cubicBezTo>
                  <a:cubicBezTo>
                    <a:pt x="18" y="23"/>
                    <a:pt x="18" y="23"/>
                    <a:pt x="18" y="23"/>
                  </a:cubicBezTo>
                  <a:close/>
                </a:path>
              </a:pathLst>
            </a:custGeom>
            <a:solidFill>
              <a:srgbClr val="8AB2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9018" name="Freeform 1204">
              <a:extLst>
                <a:ext uri="{FF2B5EF4-FFF2-40B4-BE49-F238E27FC236}">
                  <a16:creationId xmlns:a16="http://schemas.microsoft.com/office/drawing/2014/main" id="{932841E6-97AD-4CE0-9CC1-8E22BFAE5F7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8" y="1504"/>
              <a:ext cx="37" cy="32"/>
            </a:xfrm>
            <a:custGeom>
              <a:avLst/>
              <a:gdLst>
                <a:gd name="T0" fmla="*/ 0 w 23"/>
                <a:gd name="T1" fmla="*/ 77 h 20"/>
                <a:gd name="T2" fmla="*/ 5 w 23"/>
                <a:gd name="T3" fmla="*/ 82 h 20"/>
                <a:gd name="T4" fmla="*/ 97 w 23"/>
                <a:gd name="T5" fmla="*/ 5 h 20"/>
                <a:gd name="T6" fmla="*/ 0 w 23"/>
                <a:gd name="T7" fmla="*/ 77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20">
                  <a:moveTo>
                    <a:pt x="0" y="19"/>
                  </a:moveTo>
                  <a:cubicBezTo>
                    <a:pt x="1" y="19"/>
                    <a:pt x="1" y="20"/>
                    <a:pt x="1" y="20"/>
                  </a:cubicBezTo>
                  <a:cubicBezTo>
                    <a:pt x="21" y="20"/>
                    <a:pt x="23" y="1"/>
                    <a:pt x="23" y="1"/>
                  </a:cubicBezTo>
                  <a:cubicBezTo>
                    <a:pt x="4" y="0"/>
                    <a:pt x="1" y="14"/>
                    <a:pt x="0" y="19"/>
                  </a:cubicBezTo>
                  <a:close/>
                </a:path>
              </a:pathLst>
            </a:custGeom>
            <a:solidFill>
              <a:srgbClr val="8AB2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9019" name="Freeform 1205">
              <a:extLst>
                <a:ext uri="{FF2B5EF4-FFF2-40B4-BE49-F238E27FC236}">
                  <a16:creationId xmlns:a16="http://schemas.microsoft.com/office/drawing/2014/main" id="{57F26DE5-6DDE-4727-AC72-06AB42C1C0C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7" y="1535"/>
              <a:ext cx="38" cy="40"/>
            </a:xfrm>
            <a:custGeom>
              <a:avLst/>
              <a:gdLst>
                <a:gd name="T0" fmla="*/ 52 w 24"/>
                <a:gd name="T1" fmla="*/ 0 h 25"/>
                <a:gd name="T2" fmla="*/ 52 w 24"/>
                <a:gd name="T3" fmla="*/ 0 h 25"/>
                <a:gd name="T4" fmla="*/ 40 w 24"/>
                <a:gd name="T5" fmla="*/ 5 h 25"/>
                <a:gd name="T6" fmla="*/ 40 w 24"/>
                <a:gd name="T7" fmla="*/ 102 h 25"/>
                <a:gd name="T8" fmla="*/ 55 w 24"/>
                <a:gd name="T9" fmla="*/ 5 h 25"/>
                <a:gd name="T10" fmla="*/ 52 w 24"/>
                <a:gd name="T11" fmla="*/ 0 h 25"/>
                <a:gd name="T12" fmla="*/ 52 w 24"/>
                <a:gd name="T13" fmla="*/ 0 h 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25">
                  <a:moveTo>
                    <a:pt x="13" y="0"/>
                  </a:moveTo>
                  <a:cubicBezTo>
                    <a:pt x="13" y="0"/>
                    <a:pt x="13" y="0"/>
                    <a:pt x="13" y="0"/>
                  </a:cubicBezTo>
                  <a:cubicBezTo>
                    <a:pt x="13" y="0"/>
                    <a:pt x="12" y="0"/>
                    <a:pt x="10" y="1"/>
                  </a:cubicBezTo>
                  <a:cubicBezTo>
                    <a:pt x="6" y="4"/>
                    <a:pt x="0" y="12"/>
                    <a:pt x="10" y="25"/>
                  </a:cubicBezTo>
                  <a:cubicBezTo>
                    <a:pt x="10" y="25"/>
                    <a:pt x="24" y="14"/>
                    <a:pt x="14" y="1"/>
                  </a:cubicBezTo>
                  <a:cubicBezTo>
                    <a:pt x="14" y="1"/>
                    <a:pt x="14" y="0"/>
                    <a:pt x="13" y="0"/>
                  </a:cubicBezTo>
                  <a:cubicBezTo>
                    <a:pt x="13" y="0"/>
                    <a:pt x="13" y="0"/>
                    <a:pt x="13" y="0"/>
                  </a:cubicBezTo>
                  <a:close/>
                </a:path>
              </a:pathLst>
            </a:custGeom>
            <a:solidFill>
              <a:srgbClr val="8AB2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9020" name="Freeform 1206">
              <a:extLst>
                <a:ext uri="{FF2B5EF4-FFF2-40B4-BE49-F238E27FC236}">
                  <a16:creationId xmlns:a16="http://schemas.microsoft.com/office/drawing/2014/main" id="{B30C8266-0E2B-4AA7-90D8-2C0791C69C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1" y="1498"/>
              <a:ext cx="29" cy="38"/>
            </a:xfrm>
            <a:custGeom>
              <a:avLst/>
              <a:gdLst>
                <a:gd name="T0" fmla="*/ 76 w 18"/>
                <a:gd name="T1" fmla="*/ 90 h 24"/>
                <a:gd name="T2" fmla="*/ 0 w 18"/>
                <a:gd name="T3" fmla="*/ 0 h 24"/>
                <a:gd name="T4" fmla="*/ 63 w 18"/>
                <a:gd name="T5" fmla="*/ 95 h 24"/>
                <a:gd name="T6" fmla="*/ 76 w 18"/>
                <a:gd name="T7" fmla="*/ 90 h 24"/>
                <a:gd name="T8" fmla="*/ 76 w 18"/>
                <a:gd name="T9" fmla="*/ 90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24">
                  <a:moveTo>
                    <a:pt x="18" y="23"/>
                  </a:moveTo>
                  <a:cubicBezTo>
                    <a:pt x="18" y="17"/>
                    <a:pt x="16" y="2"/>
                    <a:pt x="0" y="0"/>
                  </a:cubicBezTo>
                  <a:cubicBezTo>
                    <a:pt x="0" y="0"/>
                    <a:pt x="0" y="22"/>
                    <a:pt x="15" y="24"/>
                  </a:cubicBezTo>
                  <a:cubicBezTo>
                    <a:pt x="17" y="23"/>
                    <a:pt x="18" y="23"/>
                    <a:pt x="18" y="23"/>
                  </a:cubicBezTo>
                  <a:cubicBezTo>
                    <a:pt x="18" y="23"/>
                    <a:pt x="18" y="23"/>
                    <a:pt x="18" y="23"/>
                  </a:cubicBezTo>
                  <a:close/>
                </a:path>
              </a:pathLst>
            </a:custGeom>
            <a:solidFill>
              <a:srgbClr val="8AB2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9021" name="Freeform 1207">
              <a:extLst>
                <a:ext uri="{FF2B5EF4-FFF2-40B4-BE49-F238E27FC236}">
                  <a16:creationId xmlns:a16="http://schemas.microsoft.com/office/drawing/2014/main" id="{08F55C44-740C-4A1D-9AC8-672A101CB2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0" y="1504"/>
              <a:ext cx="37" cy="32"/>
            </a:xfrm>
            <a:custGeom>
              <a:avLst/>
              <a:gdLst>
                <a:gd name="T0" fmla="*/ 0 w 23"/>
                <a:gd name="T1" fmla="*/ 77 h 20"/>
                <a:gd name="T2" fmla="*/ 5 w 23"/>
                <a:gd name="T3" fmla="*/ 82 h 20"/>
                <a:gd name="T4" fmla="*/ 97 w 23"/>
                <a:gd name="T5" fmla="*/ 5 h 20"/>
                <a:gd name="T6" fmla="*/ 0 w 23"/>
                <a:gd name="T7" fmla="*/ 77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20">
                  <a:moveTo>
                    <a:pt x="0" y="19"/>
                  </a:moveTo>
                  <a:cubicBezTo>
                    <a:pt x="1" y="19"/>
                    <a:pt x="1" y="20"/>
                    <a:pt x="1" y="20"/>
                  </a:cubicBezTo>
                  <a:cubicBezTo>
                    <a:pt x="21" y="20"/>
                    <a:pt x="23" y="1"/>
                    <a:pt x="23" y="1"/>
                  </a:cubicBezTo>
                  <a:cubicBezTo>
                    <a:pt x="4" y="0"/>
                    <a:pt x="1" y="14"/>
                    <a:pt x="0" y="19"/>
                  </a:cubicBezTo>
                  <a:close/>
                </a:path>
              </a:pathLst>
            </a:custGeom>
            <a:solidFill>
              <a:srgbClr val="8AB2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9022" name="Freeform 1208">
              <a:extLst>
                <a:ext uri="{FF2B5EF4-FFF2-40B4-BE49-F238E27FC236}">
                  <a16:creationId xmlns:a16="http://schemas.microsoft.com/office/drawing/2014/main" id="{059FDFB5-B002-4F20-A4AA-37213AD4D3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9" y="1535"/>
              <a:ext cx="39" cy="40"/>
            </a:xfrm>
            <a:custGeom>
              <a:avLst/>
              <a:gdLst>
                <a:gd name="T0" fmla="*/ 55 w 24"/>
                <a:gd name="T1" fmla="*/ 0 h 25"/>
                <a:gd name="T2" fmla="*/ 55 w 24"/>
                <a:gd name="T3" fmla="*/ 0 h 25"/>
                <a:gd name="T4" fmla="*/ 42 w 24"/>
                <a:gd name="T5" fmla="*/ 5 h 25"/>
                <a:gd name="T6" fmla="*/ 42 w 24"/>
                <a:gd name="T7" fmla="*/ 102 h 25"/>
                <a:gd name="T8" fmla="*/ 60 w 24"/>
                <a:gd name="T9" fmla="*/ 5 h 25"/>
                <a:gd name="T10" fmla="*/ 55 w 24"/>
                <a:gd name="T11" fmla="*/ 0 h 25"/>
                <a:gd name="T12" fmla="*/ 55 w 24"/>
                <a:gd name="T13" fmla="*/ 0 h 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25">
                  <a:moveTo>
                    <a:pt x="13" y="0"/>
                  </a:moveTo>
                  <a:cubicBezTo>
                    <a:pt x="13" y="0"/>
                    <a:pt x="13" y="0"/>
                    <a:pt x="13" y="0"/>
                  </a:cubicBezTo>
                  <a:cubicBezTo>
                    <a:pt x="13" y="0"/>
                    <a:pt x="12" y="0"/>
                    <a:pt x="10" y="1"/>
                  </a:cubicBezTo>
                  <a:cubicBezTo>
                    <a:pt x="6" y="4"/>
                    <a:pt x="0" y="12"/>
                    <a:pt x="10" y="25"/>
                  </a:cubicBezTo>
                  <a:cubicBezTo>
                    <a:pt x="10" y="25"/>
                    <a:pt x="24" y="14"/>
                    <a:pt x="14" y="1"/>
                  </a:cubicBezTo>
                  <a:cubicBezTo>
                    <a:pt x="14" y="1"/>
                    <a:pt x="14" y="0"/>
                    <a:pt x="13" y="0"/>
                  </a:cubicBezTo>
                  <a:cubicBezTo>
                    <a:pt x="13" y="0"/>
                    <a:pt x="13" y="0"/>
                    <a:pt x="13" y="0"/>
                  </a:cubicBezTo>
                  <a:close/>
                </a:path>
              </a:pathLst>
            </a:custGeom>
            <a:solidFill>
              <a:srgbClr val="8AB2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9023" name="Freeform 1209">
              <a:extLst>
                <a:ext uri="{FF2B5EF4-FFF2-40B4-BE49-F238E27FC236}">
                  <a16:creationId xmlns:a16="http://schemas.microsoft.com/office/drawing/2014/main" id="{832751C1-CBF7-4D67-B6B0-6843074CAD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3" y="1678"/>
              <a:ext cx="30" cy="39"/>
            </a:xfrm>
            <a:custGeom>
              <a:avLst/>
              <a:gdLst>
                <a:gd name="T0" fmla="*/ 83 w 18"/>
                <a:gd name="T1" fmla="*/ 98 h 24"/>
                <a:gd name="T2" fmla="*/ 0 w 18"/>
                <a:gd name="T3" fmla="*/ 0 h 24"/>
                <a:gd name="T4" fmla="*/ 70 w 18"/>
                <a:gd name="T5" fmla="*/ 102 h 24"/>
                <a:gd name="T6" fmla="*/ 83 w 18"/>
                <a:gd name="T7" fmla="*/ 98 h 24"/>
                <a:gd name="T8" fmla="*/ 83 w 18"/>
                <a:gd name="T9" fmla="*/ 98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24">
                  <a:moveTo>
                    <a:pt x="18" y="23"/>
                  </a:moveTo>
                  <a:cubicBezTo>
                    <a:pt x="18" y="17"/>
                    <a:pt x="16" y="2"/>
                    <a:pt x="0" y="0"/>
                  </a:cubicBezTo>
                  <a:cubicBezTo>
                    <a:pt x="0" y="0"/>
                    <a:pt x="0" y="22"/>
                    <a:pt x="15" y="24"/>
                  </a:cubicBezTo>
                  <a:cubicBezTo>
                    <a:pt x="17" y="23"/>
                    <a:pt x="18" y="23"/>
                    <a:pt x="18" y="23"/>
                  </a:cubicBezTo>
                  <a:cubicBezTo>
                    <a:pt x="18" y="23"/>
                    <a:pt x="18" y="23"/>
                    <a:pt x="18" y="23"/>
                  </a:cubicBezTo>
                  <a:close/>
                </a:path>
              </a:pathLst>
            </a:custGeom>
            <a:solidFill>
              <a:srgbClr val="8AB2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9024" name="Freeform 1210">
              <a:extLst>
                <a:ext uri="{FF2B5EF4-FFF2-40B4-BE49-F238E27FC236}">
                  <a16:creationId xmlns:a16="http://schemas.microsoft.com/office/drawing/2014/main" id="{59C00002-E6BB-49FB-8204-285FC39FBE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3" y="1685"/>
              <a:ext cx="37" cy="32"/>
            </a:xfrm>
            <a:custGeom>
              <a:avLst/>
              <a:gdLst>
                <a:gd name="T0" fmla="*/ 0 w 23"/>
                <a:gd name="T1" fmla="*/ 77 h 20"/>
                <a:gd name="T2" fmla="*/ 5 w 23"/>
                <a:gd name="T3" fmla="*/ 82 h 20"/>
                <a:gd name="T4" fmla="*/ 97 w 23"/>
                <a:gd name="T5" fmla="*/ 5 h 20"/>
                <a:gd name="T6" fmla="*/ 0 w 23"/>
                <a:gd name="T7" fmla="*/ 77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20">
                  <a:moveTo>
                    <a:pt x="0" y="19"/>
                  </a:moveTo>
                  <a:cubicBezTo>
                    <a:pt x="1" y="19"/>
                    <a:pt x="1" y="20"/>
                    <a:pt x="1" y="20"/>
                  </a:cubicBezTo>
                  <a:cubicBezTo>
                    <a:pt x="21" y="20"/>
                    <a:pt x="23" y="1"/>
                    <a:pt x="23" y="1"/>
                  </a:cubicBezTo>
                  <a:cubicBezTo>
                    <a:pt x="4" y="0"/>
                    <a:pt x="1" y="14"/>
                    <a:pt x="0" y="19"/>
                  </a:cubicBezTo>
                  <a:close/>
                </a:path>
              </a:pathLst>
            </a:custGeom>
            <a:solidFill>
              <a:srgbClr val="8AB2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9025" name="Freeform 1211">
              <a:extLst>
                <a:ext uri="{FF2B5EF4-FFF2-40B4-BE49-F238E27FC236}">
                  <a16:creationId xmlns:a16="http://schemas.microsoft.com/office/drawing/2014/main" id="{91B93153-7DE8-4318-9EFC-565F6E40FD1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2" y="1715"/>
              <a:ext cx="38" cy="41"/>
            </a:xfrm>
            <a:custGeom>
              <a:avLst/>
              <a:gdLst>
                <a:gd name="T0" fmla="*/ 52 w 24"/>
                <a:gd name="T1" fmla="*/ 0 h 25"/>
                <a:gd name="T2" fmla="*/ 52 w 24"/>
                <a:gd name="T3" fmla="*/ 0 h 25"/>
                <a:gd name="T4" fmla="*/ 40 w 24"/>
                <a:gd name="T5" fmla="*/ 5 h 25"/>
                <a:gd name="T6" fmla="*/ 40 w 24"/>
                <a:gd name="T7" fmla="*/ 110 h 25"/>
                <a:gd name="T8" fmla="*/ 55 w 24"/>
                <a:gd name="T9" fmla="*/ 5 h 25"/>
                <a:gd name="T10" fmla="*/ 52 w 24"/>
                <a:gd name="T11" fmla="*/ 0 h 25"/>
                <a:gd name="T12" fmla="*/ 52 w 24"/>
                <a:gd name="T13" fmla="*/ 0 h 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25">
                  <a:moveTo>
                    <a:pt x="13" y="0"/>
                  </a:moveTo>
                  <a:cubicBezTo>
                    <a:pt x="13" y="0"/>
                    <a:pt x="13" y="0"/>
                    <a:pt x="13" y="0"/>
                  </a:cubicBezTo>
                  <a:cubicBezTo>
                    <a:pt x="13" y="0"/>
                    <a:pt x="12" y="0"/>
                    <a:pt x="10" y="1"/>
                  </a:cubicBezTo>
                  <a:cubicBezTo>
                    <a:pt x="6" y="4"/>
                    <a:pt x="0" y="12"/>
                    <a:pt x="10" y="25"/>
                  </a:cubicBezTo>
                  <a:cubicBezTo>
                    <a:pt x="10" y="25"/>
                    <a:pt x="24" y="14"/>
                    <a:pt x="14" y="1"/>
                  </a:cubicBezTo>
                  <a:cubicBezTo>
                    <a:pt x="14" y="1"/>
                    <a:pt x="14" y="0"/>
                    <a:pt x="13" y="0"/>
                  </a:cubicBezTo>
                  <a:cubicBezTo>
                    <a:pt x="13" y="0"/>
                    <a:pt x="13" y="0"/>
                    <a:pt x="13" y="0"/>
                  </a:cubicBezTo>
                  <a:close/>
                </a:path>
              </a:pathLst>
            </a:custGeom>
            <a:solidFill>
              <a:srgbClr val="8AB2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9026" name="Freeform 1212">
              <a:extLst>
                <a:ext uri="{FF2B5EF4-FFF2-40B4-BE49-F238E27FC236}">
                  <a16:creationId xmlns:a16="http://schemas.microsoft.com/office/drawing/2014/main" id="{7461B199-0773-422E-961C-480AA8F6D50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6" y="1678"/>
              <a:ext cx="29" cy="39"/>
            </a:xfrm>
            <a:custGeom>
              <a:avLst/>
              <a:gdLst>
                <a:gd name="T0" fmla="*/ 76 w 18"/>
                <a:gd name="T1" fmla="*/ 98 h 24"/>
                <a:gd name="T2" fmla="*/ 0 w 18"/>
                <a:gd name="T3" fmla="*/ 0 h 24"/>
                <a:gd name="T4" fmla="*/ 63 w 18"/>
                <a:gd name="T5" fmla="*/ 102 h 24"/>
                <a:gd name="T6" fmla="*/ 76 w 18"/>
                <a:gd name="T7" fmla="*/ 98 h 24"/>
                <a:gd name="T8" fmla="*/ 76 w 18"/>
                <a:gd name="T9" fmla="*/ 98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24">
                  <a:moveTo>
                    <a:pt x="18" y="23"/>
                  </a:moveTo>
                  <a:cubicBezTo>
                    <a:pt x="18" y="17"/>
                    <a:pt x="16" y="2"/>
                    <a:pt x="0" y="0"/>
                  </a:cubicBezTo>
                  <a:cubicBezTo>
                    <a:pt x="0" y="0"/>
                    <a:pt x="0" y="22"/>
                    <a:pt x="15" y="24"/>
                  </a:cubicBezTo>
                  <a:cubicBezTo>
                    <a:pt x="17" y="23"/>
                    <a:pt x="18" y="23"/>
                    <a:pt x="18" y="23"/>
                  </a:cubicBezTo>
                  <a:cubicBezTo>
                    <a:pt x="18" y="23"/>
                    <a:pt x="18" y="23"/>
                    <a:pt x="18" y="23"/>
                  </a:cubicBezTo>
                  <a:close/>
                </a:path>
              </a:pathLst>
            </a:custGeom>
            <a:solidFill>
              <a:srgbClr val="8AB2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9027" name="Freeform 1213">
              <a:extLst>
                <a:ext uri="{FF2B5EF4-FFF2-40B4-BE49-F238E27FC236}">
                  <a16:creationId xmlns:a16="http://schemas.microsoft.com/office/drawing/2014/main" id="{2A370199-5B07-4590-853B-FF83BF7C5E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5" y="1685"/>
              <a:ext cx="37" cy="32"/>
            </a:xfrm>
            <a:custGeom>
              <a:avLst/>
              <a:gdLst>
                <a:gd name="T0" fmla="*/ 0 w 23"/>
                <a:gd name="T1" fmla="*/ 77 h 20"/>
                <a:gd name="T2" fmla="*/ 5 w 23"/>
                <a:gd name="T3" fmla="*/ 82 h 20"/>
                <a:gd name="T4" fmla="*/ 97 w 23"/>
                <a:gd name="T5" fmla="*/ 5 h 20"/>
                <a:gd name="T6" fmla="*/ 0 w 23"/>
                <a:gd name="T7" fmla="*/ 77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20">
                  <a:moveTo>
                    <a:pt x="0" y="19"/>
                  </a:moveTo>
                  <a:cubicBezTo>
                    <a:pt x="1" y="19"/>
                    <a:pt x="1" y="20"/>
                    <a:pt x="1" y="20"/>
                  </a:cubicBezTo>
                  <a:cubicBezTo>
                    <a:pt x="21" y="20"/>
                    <a:pt x="23" y="1"/>
                    <a:pt x="23" y="1"/>
                  </a:cubicBezTo>
                  <a:cubicBezTo>
                    <a:pt x="4" y="0"/>
                    <a:pt x="1" y="14"/>
                    <a:pt x="0" y="19"/>
                  </a:cubicBezTo>
                  <a:close/>
                </a:path>
              </a:pathLst>
            </a:custGeom>
            <a:solidFill>
              <a:srgbClr val="8AB2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9028" name="Freeform 1214">
              <a:extLst>
                <a:ext uri="{FF2B5EF4-FFF2-40B4-BE49-F238E27FC236}">
                  <a16:creationId xmlns:a16="http://schemas.microsoft.com/office/drawing/2014/main" id="{7D47B116-841D-4529-B800-C65915AB1A0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4" y="1715"/>
              <a:ext cx="39" cy="41"/>
            </a:xfrm>
            <a:custGeom>
              <a:avLst/>
              <a:gdLst>
                <a:gd name="T0" fmla="*/ 55 w 24"/>
                <a:gd name="T1" fmla="*/ 0 h 25"/>
                <a:gd name="T2" fmla="*/ 55 w 24"/>
                <a:gd name="T3" fmla="*/ 0 h 25"/>
                <a:gd name="T4" fmla="*/ 42 w 24"/>
                <a:gd name="T5" fmla="*/ 5 h 25"/>
                <a:gd name="T6" fmla="*/ 42 w 24"/>
                <a:gd name="T7" fmla="*/ 110 h 25"/>
                <a:gd name="T8" fmla="*/ 60 w 24"/>
                <a:gd name="T9" fmla="*/ 5 h 25"/>
                <a:gd name="T10" fmla="*/ 55 w 24"/>
                <a:gd name="T11" fmla="*/ 0 h 25"/>
                <a:gd name="T12" fmla="*/ 55 w 24"/>
                <a:gd name="T13" fmla="*/ 0 h 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25">
                  <a:moveTo>
                    <a:pt x="13" y="0"/>
                  </a:moveTo>
                  <a:cubicBezTo>
                    <a:pt x="13" y="0"/>
                    <a:pt x="13" y="0"/>
                    <a:pt x="13" y="0"/>
                  </a:cubicBezTo>
                  <a:cubicBezTo>
                    <a:pt x="13" y="0"/>
                    <a:pt x="12" y="0"/>
                    <a:pt x="10" y="1"/>
                  </a:cubicBezTo>
                  <a:cubicBezTo>
                    <a:pt x="6" y="4"/>
                    <a:pt x="0" y="12"/>
                    <a:pt x="10" y="25"/>
                  </a:cubicBezTo>
                  <a:cubicBezTo>
                    <a:pt x="10" y="25"/>
                    <a:pt x="24" y="14"/>
                    <a:pt x="14" y="1"/>
                  </a:cubicBezTo>
                  <a:cubicBezTo>
                    <a:pt x="14" y="1"/>
                    <a:pt x="14" y="0"/>
                    <a:pt x="13" y="0"/>
                  </a:cubicBezTo>
                  <a:cubicBezTo>
                    <a:pt x="13" y="0"/>
                    <a:pt x="13" y="0"/>
                    <a:pt x="13" y="0"/>
                  </a:cubicBezTo>
                  <a:close/>
                </a:path>
              </a:pathLst>
            </a:custGeom>
            <a:solidFill>
              <a:srgbClr val="8AB2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9029" name="Freeform 1215">
              <a:extLst>
                <a:ext uri="{FF2B5EF4-FFF2-40B4-BE49-F238E27FC236}">
                  <a16:creationId xmlns:a16="http://schemas.microsoft.com/office/drawing/2014/main" id="{EA2B4584-5D09-4E55-8745-2010DA43C9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8" y="1678"/>
              <a:ext cx="30" cy="39"/>
            </a:xfrm>
            <a:custGeom>
              <a:avLst/>
              <a:gdLst>
                <a:gd name="T0" fmla="*/ 83 w 18"/>
                <a:gd name="T1" fmla="*/ 98 h 24"/>
                <a:gd name="T2" fmla="*/ 0 w 18"/>
                <a:gd name="T3" fmla="*/ 0 h 24"/>
                <a:gd name="T4" fmla="*/ 70 w 18"/>
                <a:gd name="T5" fmla="*/ 102 h 24"/>
                <a:gd name="T6" fmla="*/ 83 w 18"/>
                <a:gd name="T7" fmla="*/ 98 h 24"/>
                <a:gd name="T8" fmla="*/ 83 w 18"/>
                <a:gd name="T9" fmla="*/ 98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24">
                  <a:moveTo>
                    <a:pt x="18" y="23"/>
                  </a:moveTo>
                  <a:cubicBezTo>
                    <a:pt x="18" y="17"/>
                    <a:pt x="16" y="2"/>
                    <a:pt x="0" y="0"/>
                  </a:cubicBezTo>
                  <a:cubicBezTo>
                    <a:pt x="0" y="0"/>
                    <a:pt x="0" y="22"/>
                    <a:pt x="15" y="24"/>
                  </a:cubicBezTo>
                  <a:cubicBezTo>
                    <a:pt x="17" y="23"/>
                    <a:pt x="18" y="23"/>
                    <a:pt x="18" y="23"/>
                  </a:cubicBezTo>
                  <a:cubicBezTo>
                    <a:pt x="18" y="23"/>
                    <a:pt x="18" y="23"/>
                    <a:pt x="18" y="23"/>
                  </a:cubicBezTo>
                  <a:close/>
                </a:path>
              </a:pathLst>
            </a:custGeom>
            <a:solidFill>
              <a:srgbClr val="8AB2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9030" name="Freeform 1216">
              <a:extLst>
                <a:ext uri="{FF2B5EF4-FFF2-40B4-BE49-F238E27FC236}">
                  <a16:creationId xmlns:a16="http://schemas.microsoft.com/office/drawing/2014/main" id="{65D4AD15-E2AA-4D75-86C8-C40D4FCC4D6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8" y="1685"/>
              <a:ext cx="37" cy="32"/>
            </a:xfrm>
            <a:custGeom>
              <a:avLst/>
              <a:gdLst>
                <a:gd name="T0" fmla="*/ 0 w 23"/>
                <a:gd name="T1" fmla="*/ 77 h 20"/>
                <a:gd name="T2" fmla="*/ 5 w 23"/>
                <a:gd name="T3" fmla="*/ 82 h 20"/>
                <a:gd name="T4" fmla="*/ 97 w 23"/>
                <a:gd name="T5" fmla="*/ 5 h 20"/>
                <a:gd name="T6" fmla="*/ 0 w 23"/>
                <a:gd name="T7" fmla="*/ 77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20">
                  <a:moveTo>
                    <a:pt x="0" y="19"/>
                  </a:moveTo>
                  <a:cubicBezTo>
                    <a:pt x="1" y="19"/>
                    <a:pt x="1" y="20"/>
                    <a:pt x="1" y="20"/>
                  </a:cubicBezTo>
                  <a:cubicBezTo>
                    <a:pt x="21" y="20"/>
                    <a:pt x="23" y="1"/>
                    <a:pt x="23" y="1"/>
                  </a:cubicBezTo>
                  <a:cubicBezTo>
                    <a:pt x="4" y="0"/>
                    <a:pt x="1" y="14"/>
                    <a:pt x="0" y="19"/>
                  </a:cubicBezTo>
                  <a:close/>
                </a:path>
              </a:pathLst>
            </a:custGeom>
            <a:solidFill>
              <a:srgbClr val="8AB2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9031" name="Freeform 1217">
              <a:extLst>
                <a:ext uri="{FF2B5EF4-FFF2-40B4-BE49-F238E27FC236}">
                  <a16:creationId xmlns:a16="http://schemas.microsoft.com/office/drawing/2014/main" id="{4445211A-298D-4338-874A-793E0B7B04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7" y="1715"/>
              <a:ext cx="38" cy="41"/>
            </a:xfrm>
            <a:custGeom>
              <a:avLst/>
              <a:gdLst>
                <a:gd name="T0" fmla="*/ 52 w 24"/>
                <a:gd name="T1" fmla="*/ 0 h 25"/>
                <a:gd name="T2" fmla="*/ 52 w 24"/>
                <a:gd name="T3" fmla="*/ 0 h 25"/>
                <a:gd name="T4" fmla="*/ 40 w 24"/>
                <a:gd name="T5" fmla="*/ 5 h 25"/>
                <a:gd name="T6" fmla="*/ 40 w 24"/>
                <a:gd name="T7" fmla="*/ 110 h 25"/>
                <a:gd name="T8" fmla="*/ 55 w 24"/>
                <a:gd name="T9" fmla="*/ 5 h 25"/>
                <a:gd name="T10" fmla="*/ 52 w 24"/>
                <a:gd name="T11" fmla="*/ 0 h 25"/>
                <a:gd name="T12" fmla="*/ 52 w 24"/>
                <a:gd name="T13" fmla="*/ 0 h 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25">
                  <a:moveTo>
                    <a:pt x="13" y="0"/>
                  </a:moveTo>
                  <a:cubicBezTo>
                    <a:pt x="13" y="0"/>
                    <a:pt x="13" y="0"/>
                    <a:pt x="13" y="0"/>
                  </a:cubicBezTo>
                  <a:cubicBezTo>
                    <a:pt x="13" y="0"/>
                    <a:pt x="12" y="0"/>
                    <a:pt x="10" y="1"/>
                  </a:cubicBezTo>
                  <a:cubicBezTo>
                    <a:pt x="6" y="4"/>
                    <a:pt x="0" y="12"/>
                    <a:pt x="10" y="25"/>
                  </a:cubicBezTo>
                  <a:cubicBezTo>
                    <a:pt x="10" y="25"/>
                    <a:pt x="24" y="14"/>
                    <a:pt x="14" y="1"/>
                  </a:cubicBezTo>
                  <a:cubicBezTo>
                    <a:pt x="14" y="1"/>
                    <a:pt x="14" y="0"/>
                    <a:pt x="13" y="0"/>
                  </a:cubicBezTo>
                  <a:cubicBezTo>
                    <a:pt x="13" y="0"/>
                    <a:pt x="13" y="0"/>
                    <a:pt x="13" y="0"/>
                  </a:cubicBezTo>
                  <a:close/>
                </a:path>
              </a:pathLst>
            </a:custGeom>
            <a:solidFill>
              <a:srgbClr val="8AB2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9032" name="Freeform 1218">
              <a:extLst>
                <a:ext uri="{FF2B5EF4-FFF2-40B4-BE49-F238E27FC236}">
                  <a16:creationId xmlns:a16="http://schemas.microsoft.com/office/drawing/2014/main" id="{78470031-ED56-4847-8505-B8AF8B695E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1" y="1678"/>
              <a:ext cx="29" cy="39"/>
            </a:xfrm>
            <a:custGeom>
              <a:avLst/>
              <a:gdLst>
                <a:gd name="T0" fmla="*/ 76 w 18"/>
                <a:gd name="T1" fmla="*/ 98 h 24"/>
                <a:gd name="T2" fmla="*/ 0 w 18"/>
                <a:gd name="T3" fmla="*/ 0 h 24"/>
                <a:gd name="T4" fmla="*/ 63 w 18"/>
                <a:gd name="T5" fmla="*/ 102 h 24"/>
                <a:gd name="T6" fmla="*/ 76 w 18"/>
                <a:gd name="T7" fmla="*/ 98 h 24"/>
                <a:gd name="T8" fmla="*/ 76 w 18"/>
                <a:gd name="T9" fmla="*/ 98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24">
                  <a:moveTo>
                    <a:pt x="18" y="23"/>
                  </a:moveTo>
                  <a:cubicBezTo>
                    <a:pt x="18" y="17"/>
                    <a:pt x="16" y="2"/>
                    <a:pt x="0" y="0"/>
                  </a:cubicBezTo>
                  <a:cubicBezTo>
                    <a:pt x="0" y="0"/>
                    <a:pt x="0" y="22"/>
                    <a:pt x="15" y="24"/>
                  </a:cubicBezTo>
                  <a:cubicBezTo>
                    <a:pt x="17" y="23"/>
                    <a:pt x="18" y="23"/>
                    <a:pt x="18" y="23"/>
                  </a:cubicBezTo>
                  <a:cubicBezTo>
                    <a:pt x="18" y="23"/>
                    <a:pt x="18" y="23"/>
                    <a:pt x="18" y="23"/>
                  </a:cubicBezTo>
                  <a:close/>
                </a:path>
              </a:pathLst>
            </a:custGeom>
            <a:solidFill>
              <a:srgbClr val="8AB2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9033" name="Freeform 1219">
              <a:extLst>
                <a:ext uri="{FF2B5EF4-FFF2-40B4-BE49-F238E27FC236}">
                  <a16:creationId xmlns:a16="http://schemas.microsoft.com/office/drawing/2014/main" id="{9DCCC0F7-51B4-40CE-A57F-6AAF482DF2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0" y="1685"/>
              <a:ext cx="37" cy="32"/>
            </a:xfrm>
            <a:custGeom>
              <a:avLst/>
              <a:gdLst>
                <a:gd name="T0" fmla="*/ 0 w 23"/>
                <a:gd name="T1" fmla="*/ 77 h 20"/>
                <a:gd name="T2" fmla="*/ 5 w 23"/>
                <a:gd name="T3" fmla="*/ 82 h 20"/>
                <a:gd name="T4" fmla="*/ 97 w 23"/>
                <a:gd name="T5" fmla="*/ 5 h 20"/>
                <a:gd name="T6" fmla="*/ 0 w 23"/>
                <a:gd name="T7" fmla="*/ 77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20">
                  <a:moveTo>
                    <a:pt x="0" y="19"/>
                  </a:moveTo>
                  <a:cubicBezTo>
                    <a:pt x="1" y="19"/>
                    <a:pt x="1" y="20"/>
                    <a:pt x="1" y="20"/>
                  </a:cubicBezTo>
                  <a:cubicBezTo>
                    <a:pt x="21" y="20"/>
                    <a:pt x="23" y="1"/>
                    <a:pt x="23" y="1"/>
                  </a:cubicBezTo>
                  <a:cubicBezTo>
                    <a:pt x="4" y="0"/>
                    <a:pt x="1" y="14"/>
                    <a:pt x="0" y="19"/>
                  </a:cubicBezTo>
                  <a:close/>
                </a:path>
              </a:pathLst>
            </a:custGeom>
            <a:solidFill>
              <a:srgbClr val="8AB2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9034" name="Freeform 1220">
              <a:extLst>
                <a:ext uri="{FF2B5EF4-FFF2-40B4-BE49-F238E27FC236}">
                  <a16:creationId xmlns:a16="http://schemas.microsoft.com/office/drawing/2014/main" id="{E75CA97E-993E-4419-A8E9-9ED6B46C92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9" y="1715"/>
              <a:ext cx="39" cy="41"/>
            </a:xfrm>
            <a:custGeom>
              <a:avLst/>
              <a:gdLst>
                <a:gd name="T0" fmla="*/ 55 w 24"/>
                <a:gd name="T1" fmla="*/ 0 h 25"/>
                <a:gd name="T2" fmla="*/ 55 w 24"/>
                <a:gd name="T3" fmla="*/ 0 h 25"/>
                <a:gd name="T4" fmla="*/ 42 w 24"/>
                <a:gd name="T5" fmla="*/ 5 h 25"/>
                <a:gd name="T6" fmla="*/ 42 w 24"/>
                <a:gd name="T7" fmla="*/ 110 h 25"/>
                <a:gd name="T8" fmla="*/ 60 w 24"/>
                <a:gd name="T9" fmla="*/ 5 h 25"/>
                <a:gd name="T10" fmla="*/ 55 w 24"/>
                <a:gd name="T11" fmla="*/ 0 h 25"/>
                <a:gd name="T12" fmla="*/ 55 w 24"/>
                <a:gd name="T13" fmla="*/ 0 h 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25">
                  <a:moveTo>
                    <a:pt x="13" y="0"/>
                  </a:moveTo>
                  <a:cubicBezTo>
                    <a:pt x="13" y="0"/>
                    <a:pt x="13" y="0"/>
                    <a:pt x="13" y="0"/>
                  </a:cubicBezTo>
                  <a:cubicBezTo>
                    <a:pt x="13" y="0"/>
                    <a:pt x="12" y="0"/>
                    <a:pt x="10" y="1"/>
                  </a:cubicBezTo>
                  <a:cubicBezTo>
                    <a:pt x="6" y="4"/>
                    <a:pt x="0" y="12"/>
                    <a:pt x="10" y="25"/>
                  </a:cubicBezTo>
                  <a:cubicBezTo>
                    <a:pt x="10" y="25"/>
                    <a:pt x="24" y="14"/>
                    <a:pt x="14" y="1"/>
                  </a:cubicBezTo>
                  <a:cubicBezTo>
                    <a:pt x="14" y="1"/>
                    <a:pt x="14" y="0"/>
                    <a:pt x="13" y="0"/>
                  </a:cubicBezTo>
                  <a:cubicBezTo>
                    <a:pt x="13" y="0"/>
                    <a:pt x="13" y="0"/>
                    <a:pt x="13" y="0"/>
                  </a:cubicBezTo>
                  <a:close/>
                </a:path>
              </a:pathLst>
            </a:custGeom>
            <a:solidFill>
              <a:srgbClr val="8AB2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9035" name="Freeform 1221">
              <a:extLst>
                <a:ext uri="{FF2B5EF4-FFF2-40B4-BE49-F238E27FC236}">
                  <a16:creationId xmlns:a16="http://schemas.microsoft.com/office/drawing/2014/main" id="{D0D99E35-2337-4FE2-BEC4-1C3D59F4861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3" y="1859"/>
              <a:ext cx="30" cy="39"/>
            </a:xfrm>
            <a:custGeom>
              <a:avLst/>
              <a:gdLst>
                <a:gd name="T0" fmla="*/ 83 w 18"/>
                <a:gd name="T1" fmla="*/ 98 h 24"/>
                <a:gd name="T2" fmla="*/ 0 w 18"/>
                <a:gd name="T3" fmla="*/ 0 h 24"/>
                <a:gd name="T4" fmla="*/ 70 w 18"/>
                <a:gd name="T5" fmla="*/ 102 h 24"/>
                <a:gd name="T6" fmla="*/ 83 w 18"/>
                <a:gd name="T7" fmla="*/ 98 h 24"/>
                <a:gd name="T8" fmla="*/ 83 w 18"/>
                <a:gd name="T9" fmla="*/ 98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24">
                  <a:moveTo>
                    <a:pt x="18" y="23"/>
                  </a:moveTo>
                  <a:cubicBezTo>
                    <a:pt x="18" y="17"/>
                    <a:pt x="16" y="2"/>
                    <a:pt x="0" y="0"/>
                  </a:cubicBezTo>
                  <a:cubicBezTo>
                    <a:pt x="0" y="0"/>
                    <a:pt x="0" y="22"/>
                    <a:pt x="15" y="24"/>
                  </a:cubicBezTo>
                  <a:cubicBezTo>
                    <a:pt x="17" y="23"/>
                    <a:pt x="18" y="23"/>
                    <a:pt x="18" y="23"/>
                  </a:cubicBezTo>
                  <a:cubicBezTo>
                    <a:pt x="18" y="23"/>
                    <a:pt x="18" y="23"/>
                    <a:pt x="18" y="23"/>
                  </a:cubicBezTo>
                  <a:close/>
                </a:path>
              </a:pathLst>
            </a:custGeom>
            <a:solidFill>
              <a:srgbClr val="8AB2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9036" name="Freeform 1222">
              <a:extLst>
                <a:ext uri="{FF2B5EF4-FFF2-40B4-BE49-F238E27FC236}">
                  <a16:creationId xmlns:a16="http://schemas.microsoft.com/office/drawing/2014/main" id="{68BAD5DA-810B-4414-A7BF-F798D59444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3" y="1866"/>
              <a:ext cx="37" cy="32"/>
            </a:xfrm>
            <a:custGeom>
              <a:avLst/>
              <a:gdLst>
                <a:gd name="T0" fmla="*/ 0 w 23"/>
                <a:gd name="T1" fmla="*/ 77 h 20"/>
                <a:gd name="T2" fmla="*/ 5 w 23"/>
                <a:gd name="T3" fmla="*/ 82 h 20"/>
                <a:gd name="T4" fmla="*/ 97 w 23"/>
                <a:gd name="T5" fmla="*/ 5 h 20"/>
                <a:gd name="T6" fmla="*/ 0 w 23"/>
                <a:gd name="T7" fmla="*/ 77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20">
                  <a:moveTo>
                    <a:pt x="0" y="19"/>
                  </a:moveTo>
                  <a:cubicBezTo>
                    <a:pt x="1" y="19"/>
                    <a:pt x="1" y="20"/>
                    <a:pt x="1" y="20"/>
                  </a:cubicBezTo>
                  <a:cubicBezTo>
                    <a:pt x="21" y="20"/>
                    <a:pt x="23" y="1"/>
                    <a:pt x="23" y="1"/>
                  </a:cubicBezTo>
                  <a:cubicBezTo>
                    <a:pt x="4" y="0"/>
                    <a:pt x="1" y="14"/>
                    <a:pt x="0" y="19"/>
                  </a:cubicBezTo>
                  <a:close/>
                </a:path>
              </a:pathLst>
            </a:custGeom>
            <a:solidFill>
              <a:srgbClr val="8AB2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9037" name="Freeform 1223">
              <a:extLst>
                <a:ext uri="{FF2B5EF4-FFF2-40B4-BE49-F238E27FC236}">
                  <a16:creationId xmlns:a16="http://schemas.microsoft.com/office/drawing/2014/main" id="{D5F5E45F-BF36-4892-82D6-CD57B580DC1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2" y="1896"/>
              <a:ext cx="38" cy="41"/>
            </a:xfrm>
            <a:custGeom>
              <a:avLst/>
              <a:gdLst>
                <a:gd name="T0" fmla="*/ 52 w 24"/>
                <a:gd name="T1" fmla="*/ 0 h 25"/>
                <a:gd name="T2" fmla="*/ 52 w 24"/>
                <a:gd name="T3" fmla="*/ 0 h 25"/>
                <a:gd name="T4" fmla="*/ 40 w 24"/>
                <a:gd name="T5" fmla="*/ 5 h 25"/>
                <a:gd name="T6" fmla="*/ 40 w 24"/>
                <a:gd name="T7" fmla="*/ 110 h 25"/>
                <a:gd name="T8" fmla="*/ 55 w 24"/>
                <a:gd name="T9" fmla="*/ 5 h 25"/>
                <a:gd name="T10" fmla="*/ 52 w 24"/>
                <a:gd name="T11" fmla="*/ 0 h 25"/>
                <a:gd name="T12" fmla="*/ 52 w 24"/>
                <a:gd name="T13" fmla="*/ 0 h 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25">
                  <a:moveTo>
                    <a:pt x="13" y="0"/>
                  </a:moveTo>
                  <a:cubicBezTo>
                    <a:pt x="13" y="0"/>
                    <a:pt x="13" y="0"/>
                    <a:pt x="13" y="0"/>
                  </a:cubicBezTo>
                  <a:cubicBezTo>
                    <a:pt x="13" y="0"/>
                    <a:pt x="12" y="0"/>
                    <a:pt x="10" y="1"/>
                  </a:cubicBezTo>
                  <a:cubicBezTo>
                    <a:pt x="6" y="4"/>
                    <a:pt x="0" y="12"/>
                    <a:pt x="10" y="25"/>
                  </a:cubicBezTo>
                  <a:cubicBezTo>
                    <a:pt x="10" y="25"/>
                    <a:pt x="24" y="14"/>
                    <a:pt x="14" y="1"/>
                  </a:cubicBezTo>
                  <a:cubicBezTo>
                    <a:pt x="14" y="1"/>
                    <a:pt x="14" y="0"/>
                    <a:pt x="13" y="0"/>
                  </a:cubicBezTo>
                  <a:cubicBezTo>
                    <a:pt x="13" y="0"/>
                    <a:pt x="13" y="0"/>
                    <a:pt x="13" y="0"/>
                  </a:cubicBezTo>
                  <a:close/>
                </a:path>
              </a:pathLst>
            </a:custGeom>
            <a:solidFill>
              <a:srgbClr val="8AB2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9038" name="Freeform 1224">
              <a:extLst>
                <a:ext uri="{FF2B5EF4-FFF2-40B4-BE49-F238E27FC236}">
                  <a16:creationId xmlns:a16="http://schemas.microsoft.com/office/drawing/2014/main" id="{62B94CA5-FF63-4AED-99FB-FDCDFAB0D3C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6" y="1859"/>
              <a:ext cx="29" cy="39"/>
            </a:xfrm>
            <a:custGeom>
              <a:avLst/>
              <a:gdLst>
                <a:gd name="T0" fmla="*/ 76 w 18"/>
                <a:gd name="T1" fmla="*/ 98 h 24"/>
                <a:gd name="T2" fmla="*/ 0 w 18"/>
                <a:gd name="T3" fmla="*/ 0 h 24"/>
                <a:gd name="T4" fmla="*/ 63 w 18"/>
                <a:gd name="T5" fmla="*/ 102 h 24"/>
                <a:gd name="T6" fmla="*/ 76 w 18"/>
                <a:gd name="T7" fmla="*/ 98 h 24"/>
                <a:gd name="T8" fmla="*/ 76 w 18"/>
                <a:gd name="T9" fmla="*/ 98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24">
                  <a:moveTo>
                    <a:pt x="18" y="23"/>
                  </a:moveTo>
                  <a:cubicBezTo>
                    <a:pt x="18" y="17"/>
                    <a:pt x="16" y="2"/>
                    <a:pt x="0" y="0"/>
                  </a:cubicBezTo>
                  <a:cubicBezTo>
                    <a:pt x="0" y="0"/>
                    <a:pt x="0" y="22"/>
                    <a:pt x="15" y="24"/>
                  </a:cubicBezTo>
                  <a:cubicBezTo>
                    <a:pt x="17" y="23"/>
                    <a:pt x="18" y="23"/>
                    <a:pt x="18" y="23"/>
                  </a:cubicBezTo>
                  <a:cubicBezTo>
                    <a:pt x="18" y="23"/>
                    <a:pt x="18" y="23"/>
                    <a:pt x="18" y="23"/>
                  </a:cubicBezTo>
                  <a:close/>
                </a:path>
              </a:pathLst>
            </a:custGeom>
            <a:solidFill>
              <a:srgbClr val="8AB2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9039" name="Freeform 1225">
              <a:extLst>
                <a:ext uri="{FF2B5EF4-FFF2-40B4-BE49-F238E27FC236}">
                  <a16:creationId xmlns:a16="http://schemas.microsoft.com/office/drawing/2014/main" id="{5325B90A-6686-4F36-AE8F-1D6F2DFB383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5" y="1866"/>
              <a:ext cx="37" cy="32"/>
            </a:xfrm>
            <a:custGeom>
              <a:avLst/>
              <a:gdLst>
                <a:gd name="T0" fmla="*/ 0 w 23"/>
                <a:gd name="T1" fmla="*/ 77 h 20"/>
                <a:gd name="T2" fmla="*/ 5 w 23"/>
                <a:gd name="T3" fmla="*/ 82 h 20"/>
                <a:gd name="T4" fmla="*/ 97 w 23"/>
                <a:gd name="T5" fmla="*/ 5 h 20"/>
                <a:gd name="T6" fmla="*/ 0 w 23"/>
                <a:gd name="T7" fmla="*/ 77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20">
                  <a:moveTo>
                    <a:pt x="0" y="19"/>
                  </a:moveTo>
                  <a:cubicBezTo>
                    <a:pt x="1" y="19"/>
                    <a:pt x="1" y="20"/>
                    <a:pt x="1" y="20"/>
                  </a:cubicBezTo>
                  <a:cubicBezTo>
                    <a:pt x="21" y="20"/>
                    <a:pt x="23" y="1"/>
                    <a:pt x="23" y="1"/>
                  </a:cubicBezTo>
                  <a:cubicBezTo>
                    <a:pt x="4" y="0"/>
                    <a:pt x="1" y="14"/>
                    <a:pt x="0" y="19"/>
                  </a:cubicBezTo>
                  <a:close/>
                </a:path>
              </a:pathLst>
            </a:custGeom>
            <a:solidFill>
              <a:srgbClr val="8AB2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9040" name="Freeform 1226">
              <a:extLst>
                <a:ext uri="{FF2B5EF4-FFF2-40B4-BE49-F238E27FC236}">
                  <a16:creationId xmlns:a16="http://schemas.microsoft.com/office/drawing/2014/main" id="{14552243-16C4-4A5A-B411-766F48BC6DA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4" y="1896"/>
              <a:ext cx="39" cy="41"/>
            </a:xfrm>
            <a:custGeom>
              <a:avLst/>
              <a:gdLst>
                <a:gd name="T0" fmla="*/ 55 w 24"/>
                <a:gd name="T1" fmla="*/ 0 h 25"/>
                <a:gd name="T2" fmla="*/ 55 w 24"/>
                <a:gd name="T3" fmla="*/ 0 h 25"/>
                <a:gd name="T4" fmla="*/ 42 w 24"/>
                <a:gd name="T5" fmla="*/ 5 h 25"/>
                <a:gd name="T6" fmla="*/ 42 w 24"/>
                <a:gd name="T7" fmla="*/ 110 h 25"/>
                <a:gd name="T8" fmla="*/ 60 w 24"/>
                <a:gd name="T9" fmla="*/ 5 h 25"/>
                <a:gd name="T10" fmla="*/ 55 w 24"/>
                <a:gd name="T11" fmla="*/ 0 h 25"/>
                <a:gd name="T12" fmla="*/ 55 w 24"/>
                <a:gd name="T13" fmla="*/ 0 h 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25">
                  <a:moveTo>
                    <a:pt x="13" y="0"/>
                  </a:moveTo>
                  <a:cubicBezTo>
                    <a:pt x="13" y="0"/>
                    <a:pt x="13" y="0"/>
                    <a:pt x="13" y="0"/>
                  </a:cubicBezTo>
                  <a:cubicBezTo>
                    <a:pt x="13" y="0"/>
                    <a:pt x="12" y="0"/>
                    <a:pt x="10" y="1"/>
                  </a:cubicBezTo>
                  <a:cubicBezTo>
                    <a:pt x="6" y="4"/>
                    <a:pt x="0" y="12"/>
                    <a:pt x="10" y="25"/>
                  </a:cubicBezTo>
                  <a:cubicBezTo>
                    <a:pt x="10" y="25"/>
                    <a:pt x="24" y="14"/>
                    <a:pt x="14" y="1"/>
                  </a:cubicBezTo>
                  <a:cubicBezTo>
                    <a:pt x="14" y="1"/>
                    <a:pt x="14" y="0"/>
                    <a:pt x="13" y="0"/>
                  </a:cubicBezTo>
                  <a:cubicBezTo>
                    <a:pt x="13" y="0"/>
                    <a:pt x="13" y="0"/>
                    <a:pt x="13" y="0"/>
                  </a:cubicBezTo>
                  <a:close/>
                </a:path>
              </a:pathLst>
            </a:custGeom>
            <a:solidFill>
              <a:srgbClr val="8AB2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9041" name="Freeform 1227">
              <a:extLst>
                <a:ext uri="{FF2B5EF4-FFF2-40B4-BE49-F238E27FC236}">
                  <a16:creationId xmlns:a16="http://schemas.microsoft.com/office/drawing/2014/main" id="{1175C67C-0CFD-43AC-954C-929C1A96C8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8" y="1859"/>
              <a:ext cx="30" cy="39"/>
            </a:xfrm>
            <a:custGeom>
              <a:avLst/>
              <a:gdLst>
                <a:gd name="T0" fmla="*/ 83 w 18"/>
                <a:gd name="T1" fmla="*/ 98 h 24"/>
                <a:gd name="T2" fmla="*/ 0 w 18"/>
                <a:gd name="T3" fmla="*/ 0 h 24"/>
                <a:gd name="T4" fmla="*/ 70 w 18"/>
                <a:gd name="T5" fmla="*/ 102 h 24"/>
                <a:gd name="T6" fmla="*/ 83 w 18"/>
                <a:gd name="T7" fmla="*/ 98 h 24"/>
                <a:gd name="T8" fmla="*/ 83 w 18"/>
                <a:gd name="T9" fmla="*/ 98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24">
                  <a:moveTo>
                    <a:pt x="18" y="23"/>
                  </a:moveTo>
                  <a:cubicBezTo>
                    <a:pt x="18" y="17"/>
                    <a:pt x="16" y="2"/>
                    <a:pt x="0" y="0"/>
                  </a:cubicBezTo>
                  <a:cubicBezTo>
                    <a:pt x="0" y="0"/>
                    <a:pt x="0" y="22"/>
                    <a:pt x="15" y="24"/>
                  </a:cubicBezTo>
                  <a:cubicBezTo>
                    <a:pt x="17" y="23"/>
                    <a:pt x="18" y="23"/>
                    <a:pt x="18" y="23"/>
                  </a:cubicBezTo>
                  <a:cubicBezTo>
                    <a:pt x="18" y="23"/>
                    <a:pt x="18" y="23"/>
                    <a:pt x="18" y="23"/>
                  </a:cubicBezTo>
                  <a:close/>
                </a:path>
              </a:pathLst>
            </a:custGeom>
            <a:solidFill>
              <a:srgbClr val="8AB2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9042" name="Freeform 1228">
              <a:extLst>
                <a:ext uri="{FF2B5EF4-FFF2-40B4-BE49-F238E27FC236}">
                  <a16:creationId xmlns:a16="http://schemas.microsoft.com/office/drawing/2014/main" id="{2A6C7471-E66E-451E-A086-95EE79F312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8" y="1866"/>
              <a:ext cx="37" cy="32"/>
            </a:xfrm>
            <a:custGeom>
              <a:avLst/>
              <a:gdLst>
                <a:gd name="T0" fmla="*/ 0 w 23"/>
                <a:gd name="T1" fmla="*/ 77 h 20"/>
                <a:gd name="T2" fmla="*/ 5 w 23"/>
                <a:gd name="T3" fmla="*/ 82 h 20"/>
                <a:gd name="T4" fmla="*/ 97 w 23"/>
                <a:gd name="T5" fmla="*/ 5 h 20"/>
                <a:gd name="T6" fmla="*/ 0 w 23"/>
                <a:gd name="T7" fmla="*/ 77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20">
                  <a:moveTo>
                    <a:pt x="0" y="19"/>
                  </a:moveTo>
                  <a:cubicBezTo>
                    <a:pt x="1" y="19"/>
                    <a:pt x="1" y="20"/>
                    <a:pt x="1" y="20"/>
                  </a:cubicBezTo>
                  <a:cubicBezTo>
                    <a:pt x="21" y="20"/>
                    <a:pt x="23" y="1"/>
                    <a:pt x="23" y="1"/>
                  </a:cubicBezTo>
                  <a:cubicBezTo>
                    <a:pt x="4" y="0"/>
                    <a:pt x="1" y="14"/>
                    <a:pt x="0" y="19"/>
                  </a:cubicBezTo>
                  <a:close/>
                </a:path>
              </a:pathLst>
            </a:custGeom>
            <a:solidFill>
              <a:srgbClr val="8AB2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9043" name="Freeform 1229">
              <a:extLst>
                <a:ext uri="{FF2B5EF4-FFF2-40B4-BE49-F238E27FC236}">
                  <a16:creationId xmlns:a16="http://schemas.microsoft.com/office/drawing/2014/main" id="{F190E7E2-0B25-4833-8AB3-D0475E14FC4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7" y="1896"/>
              <a:ext cx="38" cy="41"/>
            </a:xfrm>
            <a:custGeom>
              <a:avLst/>
              <a:gdLst>
                <a:gd name="T0" fmla="*/ 52 w 24"/>
                <a:gd name="T1" fmla="*/ 0 h 25"/>
                <a:gd name="T2" fmla="*/ 52 w 24"/>
                <a:gd name="T3" fmla="*/ 0 h 25"/>
                <a:gd name="T4" fmla="*/ 40 w 24"/>
                <a:gd name="T5" fmla="*/ 5 h 25"/>
                <a:gd name="T6" fmla="*/ 40 w 24"/>
                <a:gd name="T7" fmla="*/ 110 h 25"/>
                <a:gd name="T8" fmla="*/ 55 w 24"/>
                <a:gd name="T9" fmla="*/ 5 h 25"/>
                <a:gd name="T10" fmla="*/ 52 w 24"/>
                <a:gd name="T11" fmla="*/ 0 h 25"/>
                <a:gd name="T12" fmla="*/ 52 w 24"/>
                <a:gd name="T13" fmla="*/ 0 h 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25">
                  <a:moveTo>
                    <a:pt x="13" y="0"/>
                  </a:moveTo>
                  <a:cubicBezTo>
                    <a:pt x="13" y="0"/>
                    <a:pt x="13" y="0"/>
                    <a:pt x="13" y="0"/>
                  </a:cubicBezTo>
                  <a:cubicBezTo>
                    <a:pt x="13" y="0"/>
                    <a:pt x="12" y="0"/>
                    <a:pt x="10" y="1"/>
                  </a:cubicBezTo>
                  <a:cubicBezTo>
                    <a:pt x="6" y="4"/>
                    <a:pt x="0" y="12"/>
                    <a:pt x="10" y="25"/>
                  </a:cubicBezTo>
                  <a:cubicBezTo>
                    <a:pt x="10" y="25"/>
                    <a:pt x="24" y="14"/>
                    <a:pt x="14" y="1"/>
                  </a:cubicBezTo>
                  <a:cubicBezTo>
                    <a:pt x="14" y="1"/>
                    <a:pt x="14" y="0"/>
                    <a:pt x="13" y="0"/>
                  </a:cubicBezTo>
                  <a:cubicBezTo>
                    <a:pt x="13" y="0"/>
                    <a:pt x="13" y="0"/>
                    <a:pt x="13" y="0"/>
                  </a:cubicBezTo>
                  <a:close/>
                </a:path>
              </a:pathLst>
            </a:custGeom>
            <a:solidFill>
              <a:srgbClr val="8AB2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9044" name="Freeform 1230">
              <a:extLst>
                <a:ext uri="{FF2B5EF4-FFF2-40B4-BE49-F238E27FC236}">
                  <a16:creationId xmlns:a16="http://schemas.microsoft.com/office/drawing/2014/main" id="{F4C3F1AE-E0D2-4732-BC78-3FF4C4A91B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1" y="1859"/>
              <a:ext cx="29" cy="39"/>
            </a:xfrm>
            <a:custGeom>
              <a:avLst/>
              <a:gdLst>
                <a:gd name="T0" fmla="*/ 76 w 18"/>
                <a:gd name="T1" fmla="*/ 98 h 24"/>
                <a:gd name="T2" fmla="*/ 0 w 18"/>
                <a:gd name="T3" fmla="*/ 0 h 24"/>
                <a:gd name="T4" fmla="*/ 63 w 18"/>
                <a:gd name="T5" fmla="*/ 102 h 24"/>
                <a:gd name="T6" fmla="*/ 76 w 18"/>
                <a:gd name="T7" fmla="*/ 98 h 24"/>
                <a:gd name="T8" fmla="*/ 76 w 18"/>
                <a:gd name="T9" fmla="*/ 98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24">
                  <a:moveTo>
                    <a:pt x="18" y="23"/>
                  </a:moveTo>
                  <a:cubicBezTo>
                    <a:pt x="18" y="17"/>
                    <a:pt x="16" y="2"/>
                    <a:pt x="0" y="0"/>
                  </a:cubicBezTo>
                  <a:cubicBezTo>
                    <a:pt x="0" y="0"/>
                    <a:pt x="0" y="22"/>
                    <a:pt x="15" y="24"/>
                  </a:cubicBezTo>
                  <a:cubicBezTo>
                    <a:pt x="17" y="23"/>
                    <a:pt x="18" y="23"/>
                    <a:pt x="18" y="23"/>
                  </a:cubicBezTo>
                  <a:cubicBezTo>
                    <a:pt x="18" y="23"/>
                    <a:pt x="18" y="23"/>
                    <a:pt x="18" y="23"/>
                  </a:cubicBezTo>
                  <a:close/>
                </a:path>
              </a:pathLst>
            </a:custGeom>
            <a:solidFill>
              <a:srgbClr val="8AB2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9045" name="Freeform 1231">
              <a:extLst>
                <a:ext uri="{FF2B5EF4-FFF2-40B4-BE49-F238E27FC236}">
                  <a16:creationId xmlns:a16="http://schemas.microsoft.com/office/drawing/2014/main" id="{D3F99187-B8BA-4A85-BBC6-C169EC4E725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0" y="1866"/>
              <a:ext cx="37" cy="32"/>
            </a:xfrm>
            <a:custGeom>
              <a:avLst/>
              <a:gdLst>
                <a:gd name="T0" fmla="*/ 0 w 23"/>
                <a:gd name="T1" fmla="*/ 77 h 20"/>
                <a:gd name="T2" fmla="*/ 5 w 23"/>
                <a:gd name="T3" fmla="*/ 82 h 20"/>
                <a:gd name="T4" fmla="*/ 97 w 23"/>
                <a:gd name="T5" fmla="*/ 5 h 20"/>
                <a:gd name="T6" fmla="*/ 0 w 23"/>
                <a:gd name="T7" fmla="*/ 77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20">
                  <a:moveTo>
                    <a:pt x="0" y="19"/>
                  </a:moveTo>
                  <a:cubicBezTo>
                    <a:pt x="1" y="19"/>
                    <a:pt x="1" y="20"/>
                    <a:pt x="1" y="20"/>
                  </a:cubicBezTo>
                  <a:cubicBezTo>
                    <a:pt x="21" y="20"/>
                    <a:pt x="23" y="1"/>
                    <a:pt x="23" y="1"/>
                  </a:cubicBezTo>
                  <a:cubicBezTo>
                    <a:pt x="4" y="0"/>
                    <a:pt x="1" y="14"/>
                    <a:pt x="0" y="19"/>
                  </a:cubicBezTo>
                  <a:close/>
                </a:path>
              </a:pathLst>
            </a:custGeom>
            <a:solidFill>
              <a:srgbClr val="8AB2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9046" name="Freeform 1232">
              <a:extLst>
                <a:ext uri="{FF2B5EF4-FFF2-40B4-BE49-F238E27FC236}">
                  <a16:creationId xmlns:a16="http://schemas.microsoft.com/office/drawing/2014/main" id="{2C8FFB1C-BC0A-47D4-B002-72C7388773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9" y="1896"/>
              <a:ext cx="39" cy="41"/>
            </a:xfrm>
            <a:custGeom>
              <a:avLst/>
              <a:gdLst>
                <a:gd name="T0" fmla="*/ 55 w 24"/>
                <a:gd name="T1" fmla="*/ 0 h 25"/>
                <a:gd name="T2" fmla="*/ 55 w 24"/>
                <a:gd name="T3" fmla="*/ 0 h 25"/>
                <a:gd name="T4" fmla="*/ 42 w 24"/>
                <a:gd name="T5" fmla="*/ 5 h 25"/>
                <a:gd name="T6" fmla="*/ 42 w 24"/>
                <a:gd name="T7" fmla="*/ 110 h 25"/>
                <a:gd name="T8" fmla="*/ 60 w 24"/>
                <a:gd name="T9" fmla="*/ 5 h 25"/>
                <a:gd name="T10" fmla="*/ 55 w 24"/>
                <a:gd name="T11" fmla="*/ 0 h 25"/>
                <a:gd name="T12" fmla="*/ 55 w 24"/>
                <a:gd name="T13" fmla="*/ 0 h 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25">
                  <a:moveTo>
                    <a:pt x="13" y="0"/>
                  </a:moveTo>
                  <a:cubicBezTo>
                    <a:pt x="13" y="0"/>
                    <a:pt x="13" y="0"/>
                    <a:pt x="13" y="0"/>
                  </a:cubicBezTo>
                  <a:cubicBezTo>
                    <a:pt x="13" y="0"/>
                    <a:pt x="12" y="0"/>
                    <a:pt x="10" y="1"/>
                  </a:cubicBezTo>
                  <a:cubicBezTo>
                    <a:pt x="6" y="4"/>
                    <a:pt x="0" y="12"/>
                    <a:pt x="10" y="25"/>
                  </a:cubicBezTo>
                  <a:cubicBezTo>
                    <a:pt x="10" y="25"/>
                    <a:pt x="24" y="14"/>
                    <a:pt x="14" y="1"/>
                  </a:cubicBezTo>
                  <a:cubicBezTo>
                    <a:pt x="14" y="1"/>
                    <a:pt x="14" y="0"/>
                    <a:pt x="13" y="0"/>
                  </a:cubicBezTo>
                  <a:cubicBezTo>
                    <a:pt x="13" y="0"/>
                    <a:pt x="13" y="0"/>
                    <a:pt x="13" y="0"/>
                  </a:cubicBezTo>
                  <a:close/>
                </a:path>
              </a:pathLst>
            </a:custGeom>
            <a:solidFill>
              <a:srgbClr val="8AB2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9047" name="Freeform 1233">
              <a:extLst>
                <a:ext uri="{FF2B5EF4-FFF2-40B4-BE49-F238E27FC236}">
                  <a16:creationId xmlns:a16="http://schemas.microsoft.com/office/drawing/2014/main" id="{F6928E04-20BC-474D-AC28-50FE1D157F0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3" y="2040"/>
              <a:ext cx="30" cy="39"/>
            </a:xfrm>
            <a:custGeom>
              <a:avLst/>
              <a:gdLst>
                <a:gd name="T0" fmla="*/ 83 w 18"/>
                <a:gd name="T1" fmla="*/ 98 h 24"/>
                <a:gd name="T2" fmla="*/ 0 w 18"/>
                <a:gd name="T3" fmla="*/ 0 h 24"/>
                <a:gd name="T4" fmla="*/ 70 w 18"/>
                <a:gd name="T5" fmla="*/ 102 h 24"/>
                <a:gd name="T6" fmla="*/ 83 w 18"/>
                <a:gd name="T7" fmla="*/ 98 h 24"/>
                <a:gd name="T8" fmla="*/ 83 w 18"/>
                <a:gd name="T9" fmla="*/ 98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24">
                  <a:moveTo>
                    <a:pt x="18" y="23"/>
                  </a:moveTo>
                  <a:cubicBezTo>
                    <a:pt x="18" y="17"/>
                    <a:pt x="16" y="2"/>
                    <a:pt x="0" y="0"/>
                  </a:cubicBezTo>
                  <a:cubicBezTo>
                    <a:pt x="0" y="0"/>
                    <a:pt x="0" y="22"/>
                    <a:pt x="15" y="24"/>
                  </a:cubicBezTo>
                  <a:cubicBezTo>
                    <a:pt x="17" y="23"/>
                    <a:pt x="18" y="23"/>
                    <a:pt x="18" y="23"/>
                  </a:cubicBezTo>
                  <a:cubicBezTo>
                    <a:pt x="18" y="23"/>
                    <a:pt x="18" y="23"/>
                    <a:pt x="18" y="23"/>
                  </a:cubicBezTo>
                  <a:close/>
                </a:path>
              </a:pathLst>
            </a:custGeom>
            <a:solidFill>
              <a:srgbClr val="8AB2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9048" name="Freeform 1234">
              <a:extLst>
                <a:ext uri="{FF2B5EF4-FFF2-40B4-BE49-F238E27FC236}">
                  <a16:creationId xmlns:a16="http://schemas.microsoft.com/office/drawing/2014/main" id="{F5B83DFC-4B8C-403C-AE87-AFFC06C957C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3" y="2046"/>
              <a:ext cx="37" cy="33"/>
            </a:xfrm>
            <a:custGeom>
              <a:avLst/>
              <a:gdLst>
                <a:gd name="T0" fmla="*/ 97 w 23"/>
                <a:gd name="T1" fmla="*/ 5 h 20"/>
                <a:gd name="T2" fmla="*/ 0 w 23"/>
                <a:gd name="T3" fmla="*/ 84 h 20"/>
                <a:gd name="T4" fmla="*/ 5 w 23"/>
                <a:gd name="T5" fmla="*/ 89 h 20"/>
                <a:gd name="T6" fmla="*/ 97 w 23"/>
                <a:gd name="T7" fmla="*/ 5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20">
                  <a:moveTo>
                    <a:pt x="23" y="1"/>
                  </a:moveTo>
                  <a:cubicBezTo>
                    <a:pt x="4" y="0"/>
                    <a:pt x="1" y="14"/>
                    <a:pt x="0" y="19"/>
                  </a:cubicBezTo>
                  <a:cubicBezTo>
                    <a:pt x="1" y="19"/>
                    <a:pt x="1" y="20"/>
                    <a:pt x="1" y="20"/>
                  </a:cubicBezTo>
                  <a:cubicBezTo>
                    <a:pt x="21" y="20"/>
                    <a:pt x="23" y="1"/>
                    <a:pt x="23" y="1"/>
                  </a:cubicBezTo>
                  <a:close/>
                </a:path>
              </a:pathLst>
            </a:custGeom>
            <a:solidFill>
              <a:srgbClr val="8AB2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9049" name="Freeform 1235">
              <a:extLst>
                <a:ext uri="{FF2B5EF4-FFF2-40B4-BE49-F238E27FC236}">
                  <a16:creationId xmlns:a16="http://schemas.microsoft.com/office/drawing/2014/main" id="{49D64A30-C3CA-472C-8616-60EAA9C8AB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0" y="2077"/>
              <a:ext cx="21" cy="23"/>
            </a:xfrm>
            <a:custGeom>
              <a:avLst/>
              <a:gdLst>
                <a:gd name="T0" fmla="*/ 39 w 13"/>
                <a:gd name="T1" fmla="*/ 5 h 14"/>
                <a:gd name="T2" fmla="*/ 34 w 13"/>
                <a:gd name="T3" fmla="*/ 0 h 14"/>
                <a:gd name="T4" fmla="*/ 34 w 13"/>
                <a:gd name="T5" fmla="*/ 0 h 14"/>
                <a:gd name="T6" fmla="*/ 34 w 13"/>
                <a:gd name="T7" fmla="*/ 0 h 14"/>
                <a:gd name="T8" fmla="*/ 21 w 13"/>
                <a:gd name="T9" fmla="*/ 5 h 14"/>
                <a:gd name="T10" fmla="*/ 0 w 13"/>
                <a:gd name="T11" fmla="*/ 43 h 14"/>
                <a:gd name="T12" fmla="*/ 55 w 13"/>
                <a:gd name="T13" fmla="*/ 62 h 14"/>
                <a:gd name="T14" fmla="*/ 39 w 13"/>
                <a:gd name="T15" fmla="*/ 5 h 1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3" h="14">
                  <a:moveTo>
                    <a:pt x="9" y="1"/>
                  </a:moveTo>
                  <a:cubicBezTo>
                    <a:pt x="9" y="1"/>
                    <a:pt x="9" y="0"/>
                    <a:pt x="8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0"/>
                    <a:pt x="7" y="0"/>
                    <a:pt x="5" y="1"/>
                  </a:cubicBezTo>
                  <a:cubicBezTo>
                    <a:pt x="3" y="3"/>
                    <a:pt x="0" y="6"/>
                    <a:pt x="0" y="10"/>
                  </a:cubicBezTo>
                  <a:cubicBezTo>
                    <a:pt x="4" y="12"/>
                    <a:pt x="8" y="13"/>
                    <a:pt x="13" y="14"/>
                  </a:cubicBezTo>
                  <a:cubicBezTo>
                    <a:pt x="13" y="10"/>
                    <a:pt x="13" y="6"/>
                    <a:pt x="9" y="1"/>
                  </a:cubicBezTo>
                  <a:close/>
                </a:path>
              </a:pathLst>
            </a:custGeom>
            <a:solidFill>
              <a:srgbClr val="8AB2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9050" name="Freeform 1236">
              <a:extLst>
                <a:ext uri="{FF2B5EF4-FFF2-40B4-BE49-F238E27FC236}">
                  <a16:creationId xmlns:a16="http://schemas.microsoft.com/office/drawing/2014/main" id="{2CFF2EB3-E946-4208-BB5F-6B04BEB29CF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6" y="2040"/>
              <a:ext cx="29" cy="39"/>
            </a:xfrm>
            <a:custGeom>
              <a:avLst/>
              <a:gdLst>
                <a:gd name="T0" fmla="*/ 76 w 18"/>
                <a:gd name="T1" fmla="*/ 98 h 24"/>
                <a:gd name="T2" fmla="*/ 0 w 18"/>
                <a:gd name="T3" fmla="*/ 0 h 24"/>
                <a:gd name="T4" fmla="*/ 63 w 18"/>
                <a:gd name="T5" fmla="*/ 102 h 24"/>
                <a:gd name="T6" fmla="*/ 76 w 18"/>
                <a:gd name="T7" fmla="*/ 98 h 24"/>
                <a:gd name="T8" fmla="*/ 76 w 18"/>
                <a:gd name="T9" fmla="*/ 98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24">
                  <a:moveTo>
                    <a:pt x="18" y="23"/>
                  </a:moveTo>
                  <a:cubicBezTo>
                    <a:pt x="18" y="17"/>
                    <a:pt x="16" y="2"/>
                    <a:pt x="0" y="0"/>
                  </a:cubicBezTo>
                  <a:cubicBezTo>
                    <a:pt x="0" y="0"/>
                    <a:pt x="0" y="22"/>
                    <a:pt x="15" y="24"/>
                  </a:cubicBezTo>
                  <a:cubicBezTo>
                    <a:pt x="17" y="23"/>
                    <a:pt x="18" y="23"/>
                    <a:pt x="18" y="23"/>
                  </a:cubicBezTo>
                  <a:cubicBezTo>
                    <a:pt x="18" y="23"/>
                    <a:pt x="18" y="23"/>
                    <a:pt x="18" y="23"/>
                  </a:cubicBezTo>
                  <a:close/>
                </a:path>
              </a:pathLst>
            </a:custGeom>
            <a:solidFill>
              <a:srgbClr val="8AB2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9051" name="Freeform 1237">
              <a:extLst>
                <a:ext uri="{FF2B5EF4-FFF2-40B4-BE49-F238E27FC236}">
                  <a16:creationId xmlns:a16="http://schemas.microsoft.com/office/drawing/2014/main" id="{B7977B1C-B9AF-4E59-B3F9-2FA2A9B431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5" y="2046"/>
              <a:ext cx="37" cy="33"/>
            </a:xfrm>
            <a:custGeom>
              <a:avLst/>
              <a:gdLst>
                <a:gd name="T0" fmla="*/ 0 w 23"/>
                <a:gd name="T1" fmla="*/ 84 h 20"/>
                <a:gd name="T2" fmla="*/ 5 w 23"/>
                <a:gd name="T3" fmla="*/ 89 h 20"/>
                <a:gd name="T4" fmla="*/ 97 w 23"/>
                <a:gd name="T5" fmla="*/ 5 h 20"/>
                <a:gd name="T6" fmla="*/ 0 w 23"/>
                <a:gd name="T7" fmla="*/ 84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20">
                  <a:moveTo>
                    <a:pt x="0" y="19"/>
                  </a:moveTo>
                  <a:cubicBezTo>
                    <a:pt x="1" y="19"/>
                    <a:pt x="1" y="20"/>
                    <a:pt x="1" y="20"/>
                  </a:cubicBezTo>
                  <a:cubicBezTo>
                    <a:pt x="21" y="20"/>
                    <a:pt x="23" y="1"/>
                    <a:pt x="23" y="1"/>
                  </a:cubicBezTo>
                  <a:cubicBezTo>
                    <a:pt x="4" y="0"/>
                    <a:pt x="1" y="14"/>
                    <a:pt x="0" y="19"/>
                  </a:cubicBezTo>
                  <a:close/>
                </a:path>
              </a:pathLst>
            </a:custGeom>
            <a:solidFill>
              <a:srgbClr val="8AB2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9052" name="Freeform 1238">
              <a:extLst>
                <a:ext uri="{FF2B5EF4-FFF2-40B4-BE49-F238E27FC236}">
                  <a16:creationId xmlns:a16="http://schemas.microsoft.com/office/drawing/2014/main" id="{40B37C80-C930-4B08-9909-0D557D870D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4" y="2077"/>
              <a:ext cx="39" cy="40"/>
            </a:xfrm>
            <a:custGeom>
              <a:avLst/>
              <a:gdLst>
                <a:gd name="T0" fmla="*/ 55 w 24"/>
                <a:gd name="T1" fmla="*/ 0 h 25"/>
                <a:gd name="T2" fmla="*/ 55 w 24"/>
                <a:gd name="T3" fmla="*/ 0 h 25"/>
                <a:gd name="T4" fmla="*/ 42 w 24"/>
                <a:gd name="T5" fmla="*/ 5 h 25"/>
                <a:gd name="T6" fmla="*/ 42 w 24"/>
                <a:gd name="T7" fmla="*/ 102 h 25"/>
                <a:gd name="T8" fmla="*/ 60 w 24"/>
                <a:gd name="T9" fmla="*/ 5 h 25"/>
                <a:gd name="T10" fmla="*/ 55 w 24"/>
                <a:gd name="T11" fmla="*/ 0 h 25"/>
                <a:gd name="T12" fmla="*/ 55 w 24"/>
                <a:gd name="T13" fmla="*/ 0 h 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25">
                  <a:moveTo>
                    <a:pt x="13" y="0"/>
                  </a:moveTo>
                  <a:cubicBezTo>
                    <a:pt x="13" y="0"/>
                    <a:pt x="13" y="0"/>
                    <a:pt x="13" y="0"/>
                  </a:cubicBezTo>
                  <a:cubicBezTo>
                    <a:pt x="13" y="0"/>
                    <a:pt x="12" y="0"/>
                    <a:pt x="10" y="1"/>
                  </a:cubicBezTo>
                  <a:cubicBezTo>
                    <a:pt x="6" y="4"/>
                    <a:pt x="0" y="12"/>
                    <a:pt x="10" y="25"/>
                  </a:cubicBezTo>
                  <a:cubicBezTo>
                    <a:pt x="10" y="25"/>
                    <a:pt x="24" y="14"/>
                    <a:pt x="14" y="1"/>
                  </a:cubicBezTo>
                  <a:cubicBezTo>
                    <a:pt x="14" y="1"/>
                    <a:pt x="14" y="0"/>
                    <a:pt x="13" y="0"/>
                  </a:cubicBezTo>
                  <a:cubicBezTo>
                    <a:pt x="13" y="0"/>
                    <a:pt x="13" y="0"/>
                    <a:pt x="13" y="0"/>
                  </a:cubicBezTo>
                  <a:close/>
                </a:path>
              </a:pathLst>
            </a:custGeom>
            <a:solidFill>
              <a:srgbClr val="8AB2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9053" name="Freeform 1239">
              <a:extLst>
                <a:ext uri="{FF2B5EF4-FFF2-40B4-BE49-F238E27FC236}">
                  <a16:creationId xmlns:a16="http://schemas.microsoft.com/office/drawing/2014/main" id="{3BCC435E-ED55-4023-BACA-E2E3236B2EB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8" y="2040"/>
              <a:ext cx="30" cy="39"/>
            </a:xfrm>
            <a:custGeom>
              <a:avLst/>
              <a:gdLst>
                <a:gd name="T0" fmla="*/ 83 w 18"/>
                <a:gd name="T1" fmla="*/ 98 h 24"/>
                <a:gd name="T2" fmla="*/ 0 w 18"/>
                <a:gd name="T3" fmla="*/ 0 h 24"/>
                <a:gd name="T4" fmla="*/ 70 w 18"/>
                <a:gd name="T5" fmla="*/ 102 h 24"/>
                <a:gd name="T6" fmla="*/ 83 w 18"/>
                <a:gd name="T7" fmla="*/ 98 h 24"/>
                <a:gd name="T8" fmla="*/ 83 w 18"/>
                <a:gd name="T9" fmla="*/ 98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24">
                  <a:moveTo>
                    <a:pt x="18" y="23"/>
                  </a:moveTo>
                  <a:cubicBezTo>
                    <a:pt x="18" y="17"/>
                    <a:pt x="16" y="2"/>
                    <a:pt x="0" y="0"/>
                  </a:cubicBezTo>
                  <a:cubicBezTo>
                    <a:pt x="0" y="0"/>
                    <a:pt x="0" y="22"/>
                    <a:pt x="15" y="24"/>
                  </a:cubicBezTo>
                  <a:cubicBezTo>
                    <a:pt x="17" y="23"/>
                    <a:pt x="18" y="23"/>
                    <a:pt x="18" y="23"/>
                  </a:cubicBezTo>
                  <a:cubicBezTo>
                    <a:pt x="18" y="23"/>
                    <a:pt x="18" y="23"/>
                    <a:pt x="18" y="23"/>
                  </a:cubicBezTo>
                  <a:close/>
                </a:path>
              </a:pathLst>
            </a:custGeom>
            <a:solidFill>
              <a:srgbClr val="8AB2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9054" name="Freeform 1240">
              <a:extLst>
                <a:ext uri="{FF2B5EF4-FFF2-40B4-BE49-F238E27FC236}">
                  <a16:creationId xmlns:a16="http://schemas.microsoft.com/office/drawing/2014/main" id="{A656C0CB-FEEB-4900-956D-FC4577A619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8" y="2046"/>
              <a:ext cx="37" cy="33"/>
            </a:xfrm>
            <a:custGeom>
              <a:avLst/>
              <a:gdLst>
                <a:gd name="T0" fmla="*/ 0 w 23"/>
                <a:gd name="T1" fmla="*/ 84 h 20"/>
                <a:gd name="T2" fmla="*/ 5 w 23"/>
                <a:gd name="T3" fmla="*/ 89 h 20"/>
                <a:gd name="T4" fmla="*/ 97 w 23"/>
                <a:gd name="T5" fmla="*/ 5 h 20"/>
                <a:gd name="T6" fmla="*/ 0 w 23"/>
                <a:gd name="T7" fmla="*/ 84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20">
                  <a:moveTo>
                    <a:pt x="0" y="19"/>
                  </a:moveTo>
                  <a:cubicBezTo>
                    <a:pt x="1" y="19"/>
                    <a:pt x="1" y="20"/>
                    <a:pt x="1" y="20"/>
                  </a:cubicBezTo>
                  <a:cubicBezTo>
                    <a:pt x="21" y="20"/>
                    <a:pt x="23" y="1"/>
                    <a:pt x="23" y="1"/>
                  </a:cubicBezTo>
                  <a:cubicBezTo>
                    <a:pt x="4" y="0"/>
                    <a:pt x="1" y="14"/>
                    <a:pt x="0" y="19"/>
                  </a:cubicBezTo>
                  <a:close/>
                </a:path>
              </a:pathLst>
            </a:custGeom>
            <a:solidFill>
              <a:srgbClr val="8AB2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9055" name="Freeform 1241">
              <a:extLst>
                <a:ext uri="{FF2B5EF4-FFF2-40B4-BE49-F238E27FC236}">
                  <a16:creationId xmlns:a16="http://schemas.microsoft.com/office/drawing/2014/main" id="{7E87B28D-7865-4AC2-9A96-73EF82B93CF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7" y="2077"/>
              <a:ext cx="38" cy="40"/>
            </a:xfrm>
            <a:custGeom>
              <a:avLst/>
              <a:gdLst>
                <a:gd name="T0" fmla="*/ 52 w 24"/>
                <a:gd name="T1" fmla="*/ 0 h 25"/>
                <a:gd name="T2" fmla="*/ 52 w 24"/>
                <a:gd name="T3" fmla="*/ 0 h 25"/>
                <a:gd name="T4" fmla="*/ 40 w 24"/>
                <a:gd name="T5" fmla="*/ 5 h 25"/>
                <a:gd name="T6" fmla="*/ 40 w 24"/>
                <a:gd name="T7" fmla="*/ 102 h 25"/>
                <a:gd name="T8" fmla="*/ 55 w 24"/>
                <a:gd name="T9" fmla="*/ 5 h 25"/>
                <a:gd name="T10" fmla="*/ 52 w 24"/>
                <a:gd name="T11" fmla="*/ 0 h 25"/>
                <a:gd name="T12" fmla="*/ 52 w 24"/>
                <a:gd name="T13" fmla="*/ 0 h 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25">
                  <a:moveTo>
                    <a:pt x="13" y="0"/>
                  </a:moveTo>
                  <a:cubicBezTo>
                    <a:pt x="13" y="0"/>
                    <a:pt x="13" y="0"/>
                    <a:pt x="13" y="0"/>
                  </a:cubicBezTo>
                  <a:cubicBezTo>
                    <a:pt x="13" y="0"/>
                    <a:pt x="12" y="0"/>
                    <a:pt x="10" y="1"/>
                  </a:cubicBezTo>
                  <a:cubicBezTo>
                    <a:pt x="6" y="4"/>
                    <a:pt x="0" y="12"/>
                    <a:pt x="10" y="25"/>
                  </a:cubicBezTo>
                  <a:cubicBezTo>
                    <a:pt x="10" y="25"/>
                    <a:pt x="24" y="14"/>
                    <a:pt x="14" y="1"/>
                  </a:cubicBezTo>
                  <a:cubicBezTo>
                    <a:pt x="14" y="1"/>
                    <a:pt x="14" y="0"/>
                    <a:pt x="13" y="0"/>
                  </a:cubicBezTo>
                  <a:cubicBezTo>
                    <a:pt x="13" y="0"/>
                    <a:pt x="13" y="0"/>
                    <a:pt x="13" y="0"/>
                  </a:cubicBezTo>
                  <a:close/>
                </a:path>
              </a:pathLst>
            </a:custGeom>
            <a:solidFill>
              <a:srgbClr val="8AB2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9056" name="Freeform 1242">
              <a:extLst>
                <a:ext uri="{FF2B5EF4-FFF2-40B4-BE49-F238E27FC236}">
                  <a16:creationId xmlns:a16="http://schemas.microsoft.com/office/drawing/2014/main" id="{26A3423E-03B8-4A14-B3D2-07D014BA6A9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1" y="2040"/>
              <a:ext cx="29" cy="39"/>
            </a:xfrm>
            <a:custGeom>
              <a:avLst/>
              <a:gdLst>
                <a:gd name="T0" fmla="*/ 76 w 18"/>
                <a:gd name="T1" fmla="*/ 98 h 24"/>
                <a:gd name="T2" fmla="*/ 0 w 18"/>
                <a:gd name="T3" fmla="*/ 0 h 24"/>
                <a:gd name="T4" fmla="*/ 63 w 18"/>
                <a:gd name="T5" fmla="*/ 102 h 24"/>
                <a:gd name="T6" fmla="*/ 76 w 18"/>
                <a:gd name="T7" fmla="*/ 98 h 24"/>
                <a:gd name="T8" fmla="*/ 76 w 18"/>
                <a:gd name="T9" fmla="*/ 98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24">
                  <a:moveTo>
                    <a:pt x="18" y="23"/>
                  </a:moveTo>
                  <a:cubicBezTo>
                    <a:pt x="18" y="17"/>
                    <a:pt x="16" y="2"/>
                    <a:pt x="0" y="0"/>
                  </a:cubicBezTo>
                  <a:cubicBezTo>
                    <a:pt x="0" y="0"/>
                    <a:pt x="0" y="22"/>
                    <a:pt x="15" y="24"/>
                  </a:cubicBezTo>
                  <a:cubicBezTo>
                    <a:pt x="17" y="23"/>
                    <a:pt x="18" y="23"/>
                    <a:pt x="18" y="23"/>
                  </a:cubicBezTo>
                  <a:cubicBezTo>
                    <a:pt x="18" y="23"/>
                    <a:pt x="18" y="23"/>
                    <a:pt x="18" y="23"/>
                  </a:cubicBezTo>
                  <a:close/>
                </a:path>
              </a:pathLst>
            </a:custGeom>
            <a:solidFill>
              <a:srgbClr val="8AB2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9057" name="Freeform 1243">
              <a:extLst>
                <a:ext uri="{FF2B5EF4-FFF2-40B4-BE49-F238E27FC236}">
                  <a16:creationId xmlns:a16="http://schemas.microsoft.com/office/drawing/2014/main" id="{B37B11E2-9CDA-43E2-9DF2-A47917BD8E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0" y="2046"/>
              <a:ext cx="37" cy="33"/>
            </a:xfrm>
            <a:custGeom>
              <a:avLst/>
              <a:gdLst>
                <a:gd name="T0" fmla="*/ 97 w 23"/>
                <a:gd name="T1" fmla="*/ 5 h 20"/>
                <a:gd name="T2" fmla="*/ 0 w 23"/>
                <a:gd name="T3" fmla="*/ 84 h 20"/>
                <a:gd name="T4" fmla="*/ 5 w 23"/>
                <a:gd name="T5" fmla="*/ 89 h 20"/>
                <a:gd name="T6" fmla="*/ 97 w 23"/>
                <a:gd name="T7" fmla="*/ 5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20">
                  <a:moveTo>
                    <a:pt x="23" y="1"/>
                  </a:moveTo>
                  <a:cubicBezTo>
                    <a:pt x="4" y="0"/>
                    <a:pt x="1" y="14"/>
                    <a:pt x="0" y="19"/>
                  </a:cubicBezTo>
                  <a:cubicBezTo>
                    <a:pt x="1" y="19"/>
                    <a:pt x="1" y="20"/>
                    <a:pt x="1" y="20"/>
                  </a:cubicBezTo>
                  <a:cubicBezTo>
                    <a:pt x="21" y="20"/>
                    <a:pt x="23" y="1"/>
                    <a:pt x="23" y="1"/>
                  </a:cubicBezTo>
                  <a:close/>
                </a:path>
              </a:pathLst>
            </a:custGeom>
            <a:solidFill>
              <a:srgbClr val="8AB2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9058" name="Freeform 1244">
              <a:extLst>
                <a:ext uri="{FF2B5EF4-FFF2-40B4-BE49-F238E27FC236}">
                  <a16:creationId xmlns:a16="http://schemas.microsoft.com/office/drawing/2014/main" id="{43713297-8333-4588-94D0-BE891C1790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1" y="2077"/>
              <a:ext cx="32" cy="37"/>
            </a:xfrm>
            <a:custGeom>
              <a:avLst/>
              <a:gdLst>
                <a:gd name="T0" fmla="*/ 54 w 20"/>
                <a:gd name="T1" fmla="*/ 5 h 23"/>
                <a:gd name="T2" fmla="*/ 48 w 20"/>
                <a:gd name="T3" fmla="*/ 0 h 23"/>
                <a:gd name="T4" fmla="*/ 48 w 20"/>
                <a:gd name="T5" fmla="*/ 0 h 23"/>
                <a:gd name="T6" fmla="*/ 48 w 20"/>
                <a:gd name="T7" fmla="*/ 0 h 23"/>
                <a:gd name="T8" fmla="*/ 35 w 20"/>
                <a:gd name="T9" fmla="*/ 5 h 23"/>
                <a:gd name="T10" fmla="*/ 34 w 20"/>
                <a:gd name="T11" fmla="*/ 97 h 23"/>
                <a:gd name="T12" fmla="*/ 54 w 20"/>
                <a:gd name="T13" fmla="*/ 90 h 23"/>
                <a:gd name="T14" fmla="*/ 54 w 20"/>
                <a:gd name="T15" fmla="*/ 5 h 2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0" h="23">
                  <a:moveTo>
                    <a:pt x="13" y="1"/>
                  </a:moveTo>
                  <a:cubicBezTo>
                    <a:pt x="13" y="1"/>
                    <a:pt x="13" y="0"/>
                    <a:pt x="12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12" y="0"/>
                    <a:pt x="11" y="0"/>
                    <a:pt x="9" y="1"/>
                  </a:cubicBezTo>
                  <a:cubicBezTo>
                    <a:pt x="5" y="4"/>
                    <a:pt x="0" y="11"/>
                    <a:pt x="8" y="23"/>
                  </a:cubicBezTo>
                  <a:cubicBezTo>
                    <a:pt x="9" y="23"/>
                    <a:pt x="11" y="22"/>
                    <a:pt x="13" y="22"/>
                  </a:cubicBezTo>
                  <a:cubicBezTo>
                    <a:pt x="16" y="17"/>
                    <a:pt x="20" y="10"/>
                    <a:pt x="13" y="1"/>
                  </a:cubicBezTo>
                  <a:close/>
                </a:path>
              </a:pathLst>
            </a:custGeom>
            <a:solidFill>
              <a:srgbClr val="8AB2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9059" name="Freeform 1245">
              <a:extLst>
                <a:ext uri="{FF2B5EF4-FFF2-40B4-BE49-F238E27FC236}">
                  <a16:creationId xmlns:a16="http://schemas.microsoft.com/office/drawing/2014/main" id="{D8A586DA-D5B5-48F0-B895-7E5B54A69E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6" y="1273"/>
              <a:ext cx="744" cy="944"/>
            </a:xfrm>
            <a:custGeom>
              <a:avLst/>
              <a:gdLst>
                <a:gd name="T0" fmla="*/ 372 w 460"/>
                <a:gd name="T1" fmla="*/ 0 h 585"/>
                <a:gd name="T2" fmla="*/ 1588 w 460"/>
                <a:gd name="T3" fmla="*/ 0 h 585"/>
                <a:gd name="T4" fmla="*/ 1946 w 460"/>
                <a:gd name="T5" fmla="*/ 279 h 585"/>
                <a:gd name="T6" fmla="*/ 1637 w 460"/>
                <a:gd name="T7" fmla="*/ 671 h 585"/>
                <a:gd name="T8" fmla="*/ 1672 w 460"/>
                <a:gd name="T9" fmla="*/ 1193 h 585"/>
                <a:gd name="T10" fmla="*/ 1674 w 460"/>
                <a:gd name="T11" fmla="*/ 1418 h 585"/>
                <a:gd name="T12" fmla="*/ 1776 w 460"/>
                <a:gd name="T13" fmla="*/ 2075 h 585"/>
                <a:gd name="T14" fmla="*/ 191 w 460"/>
                <a:gd name="T15" fmla="*/ 2075 h 585"/>
                <a:gd name="T16" fmla="*/ 288 w 460"/>
                <a:gd name="T17" fmla="*/ 1452 h 585"/>
                <a:gd name="T18" fmla="*/ 288 w 460"/>
                <a:gd name="T19" fmla="*/ 1193 h 585"/>
                <a:gd name="T20" fmla="*/ 288 w 460"/>
                <a:gd name="T21" fmla="*/ 713 h 585"/>
                <a:gd name="T22" fmla="*/ 0 w 460"/>
                <a:gd name="T23" fmla="*/ 328 h 585"/>
                <a:gd name="T24" fmla="*/ 372 w 460"/>
                <a:gd name="T25" fmla="*/ 0 h 58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60" h="585">
                  <a:moveTo>
                    <a:pt x="88" y="0"/>
                  </a:moveTo>
                  <a:cubicBezTo>
                    <a:pt x="88" y="0"/>
                    <a:pt x="236" y="89"/>
                    <a:pt x="375" y="0"/>
                  </a:cubicBezTo>
                  <a:cubicBezTo>
                    <a:pt x="375" y="0"/>
                    <a:pt x="442" y="10"/>
                    <a:pt x="460" y="66"/>
                  </a:cubicBezTo>
                  <a:cubicBezTo>
                    <a:pt x="387" y="160"/>
                    <a:pt x="387" y="160"/>
                    <a:pt x="387" y="160"/>
                  </a:cubicBezTo>
                  <a:cubicBezTo>
                    <a:pt x="387" y="160"/>
                    <a:pt x="423" y="194"/>
                    <a:pt x="395" y="284"/>
                  </a:cubicBezTo>
                  <a:cubicBezTo>
                    <a:pt x="395" y="284"/>
                    <a:pt x="393" y="318"/>
                    <a:pt x="396" y="338"/>
                  </a:cubicBezTo>
                  <a:cubicBezTo>
                    <a:pt x="399" y="358"/>
                    <a:pt x="394" y="457"/>
                    <a:pt x="420" y="494"/>
                  </a:cubicBezTo>
                  <a:cubicBezTo>
                    <a:pt x="420" y="494"/>
                    <a:pt x="295" y="585"/>
                    <a:pt x="45" y="494"/>
                  </a:cubicBezTo>
                  <a:cubicBezTo>
                    <a:pt x="45" y="494"/>
                    <a:pt x="71" y="412"/>
                    <a:pt x="68" y="346"/>
                  </a:cubicBezTo>
                  <a:cubicBezTo>
                    <a:pt x="65" y="279"/>
                    <a:pt x="68" y="284"/>
                    <a:pt x="68" y="284"/>
                  </a:cubicBezTo>
                  <a:cubicBezTo>
                    <a:pt x="68" y="284"/>
                    <a:pt x="36" y="238"/>
                    <a:pt x="68" y="170"/>
                  </a:cubicBezTo>
                  <a:cubicBezTo>
                    <a:pt x="0" y="78"/>
                    <a:pt x="0" y="78"/>
                    <a:pt x="0" y="78"/>
                  </a:cubicBezTo>
                  <a:cubicBezTo>
                    <a:pt x="0" y="78"/>
                    <a:pt x="16" y="14"/>
                    <a:pt x="88" y="0"/>
                  </a:cubicBezTo>
                  <a:close/>
                </a:path>
              </a:pathLst>
            </a:custGeom>
            <a:noFill/>
            <a:ln w="7938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9060" name="Freeform 1246">
              <a:extLst>
                <a:ext uri="{FF2B5EF4-FFF2-40B4-BE49-F238E27FC236}">
                  <a16:creationId xmlns:a16="http://schemas.microsoft.com/office/drawing/2014/main" id="{4896C969-EAD4-4D8F-B1DF-26A0EB4C591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0" y="1732"/>
              <a:ext cx="337" cy="37"/>
            </a:xfrm>
            <a:custGeom>
              <a:avLst/>
              <a:gdLst>
                <a:gd name="T0" fmla="*/ 0 w 208"/>
                <a:gd name="T1" fmla="*/ 0 h 23"/>
                <a:gd name="T2" fmla="*/ 76 w 208"/>
                <a:gd name="T3" fmla="*/ 47 h 23"/>
                <a:gd name="T4" fmla="*/ 178 w 208"/>
                <a:gd name="T5" fmla="*/ 69 h 23"/>
                <a:gd name="T6" fmla="*/ 384 w 208"/>
                <a:gd name="T7" fmla="*/ 50 h 23"/>
                <a:gd name="T8" fmla="*/ 672 w 208"/>
                <a:gd name="T9" fmla="*/ 13 h 23"/>
                <a:gd name="T10" fmla="*/ 885 w 208"/>
                <a:gd name="T11" fmla="*/ 69 h 23"/>
                <a:gd name="T12" fmla="*/ 638 w 208"/>
                <a:gd name="T13" fmla="*/ 29 h 23"/>
                <a:gd name="T14" fmla="*/ 444 w 208"/>
                <a:gd name="T15" fmla="*/ 63 h 23"/>
                <a:gd name="T16" fmla="*/ 198 w 208"/>
                <a:gd name="T17" fmla="*/ 80 h 23"/>
                <a:gd name="T18" fmla="*/ 39 w 208"/>
                <a:gd name="T19" fmla="*/ 21 h 23"/>
                <a:gd name="T20" fmla="*/ 13 w 208"/>
                <a:gd name="T21" fmla="*/ 8 h 2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08" h="23">
                  <a:moveTo>
                    <a:pt x="0" y="0"/>
                  </a:moveTo>
                  <a:cubicBezTo>
                    <a:pt x="6" y="3"/>
                    <a:pt x="12" y="8"/>
                    <a:pt x="18" y="11"/>
                  </a:cubicBezTo>
                  <a:cubicBezTo>
                    <a:pt x="26" y="15"/>
                    <a:pt x="34" y="16"/>
                    <a:pt x="42" y="17"/>
                  </a:cubicBezTo>
                  <a:cubicBezTo>
                    <a:pt x="59" y="19"/>
                    <a:pt x="73" y="15"/>
                    <a:pt x="90" y="12"/>
                  </a:cubicBezTo>
                  <a:cubicBezTo>
                    <a:pt x="113" y="7"/>
                    <a:pt x="134" y="2"/>
                    <a:pt x="158" y="3"/>
                  </a:cubicBezTo>
                  <a:cubicBezTo>
                    <a:pt x="172" y="4"/>
                    <a:pt x="197" y="5"/>
                    <a:pt x="208" y="17"/>
                  </a:cubicBezTo>
                  <a:cubicBezTo>
                    <a:pt x="192" y="7"/>
                    <a:pt x="167" y="7"/>
                    <a:pt x="150" y="7"/>
                  </a:cubicBezTo>
                  <a:cubicBezTo>
                    <a:pt x="135" y="7"/>
                    <a:pt x="119" y="12"/>
                    <a:pt x="104" y="15"/>
                  </a:cubicBezTo>
                  <a:cubicBezTo>
                    <a:pt x="85" y="17"/>
                    <a:pt x="66" y="23"/>
                    <a:pt x="46" y="19"/>
                  </a:cubicBezTo>
                  <a:cubicBezTo>
                    <a:pt x="33" y="16"/>
                    <a:pt x="21" y="10"/>
                    <a:pt x="9" y="5"/>
                  </a:cubicBezTo>
                  <a:cubicBezTo>
                    <a:pt x="7" y="4"/>
                    <a:pt x="5" y="3"/>
                    <a:pt x="3" y="2"/>
                  </a:cubicBezTo>
                </a:path>
              </a:pathLst>
            </a:custGeom>
            <a:solidFill>
              <a:srgbClr val="CB99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9061" name="Freeform 1247">
              <a:extLst>
                <a:ext uri="{FF2B5EF4-FFF2-40B4-BE49-F238E27FC236}">
                  <a16:creationId xmlns:a16="http://schemas.microsoft.com/office/drawing/2014/main" id="{B3016441-6C88-4ABA-953F-FC16BBDD787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9" y="1746"/>
              <a:ext cx="173" cy="53"/>
            </a:xfrm>
            <a:custGeom>
              <a:avLst/>
              <a:gdLst>
                <a:gd name="T0" fmla="*/ 13 w 107"/>
                <a:gd name="T1" fmla="*/ 50 h 33"/>
                <a:gd name="T2" fmla="*/ 225 w 107"/>
                <a:gd name="T3" fmla="*/ 55 h 33"/>
                <a:gd name="T4" fmla="*/ 330 w 107"/>
                <a:gd name="T5" fmla="*/ 95 h 33"/>
                <a:gd name="T6" fmla="*/ 453 w 107"/>
                <a:gd name="T7" fmla="*/ 137 h 33"/>
                <a:gd name="T8" fmla="*/ 186 w 107"/>
                <a:gd name="T9" fmla="*/ 69 h 33"/>
                <a:gd name="T10" fmla="*/ 0 w 107"/>
                <a:gd name="T11" fmla="*/ 55 h 3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7" h="33">
                  <a:moveTo>
                    <a:pt x="3" y="12"/>
                  </a:moveTo>
                  <a:cubicBezTo>
                    <a:pt x="13" y="0"/>
                    <a:pt x="42" y="8"/>
                    <a:pt x="53" y="13"/>
                  </a:cubicBezTo>
                  <a:cubicBezTo>
                    <a:pt x="61" y="17"/>
                    <a:pt x="70" y="20"/>
                    <a:pt x="78" y="23"/>
                  </a:cubicBezTo>
                  <a:cubicBezTo>
                    <a:pt x="88" y="26"/>
                    <a:pt x="97" y="31"/>
                    <a:pt x="107" y="33"/>
                  </a:cubicBezTo>
                  <a:cubicBezTo>
                    <a:pt x="85" y="33"/>
                    <a:pt x="65" y="23"/>
                    <a:pt x="44" y="17"/>
                  </a:cubicBezTo>
                  <a:cubicBezTo>
                    <a:pt x="35" y="14"/>
                    <a:pt x="8" y="4"/>
                    <a:pt x="0" y="13"/>
                  </a:cubicBezTo>
                </a:path>
              </a:pathLst>
            </a:custGeom>
            <a:solidFill>
              <a:srgbClr val="CB99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9062" name="Freeform 1248">
              <a:extLst>
                <a:ext uri="{FF2B5EF4-FFF2-40B4-BE49-F238E27FC236}">
                  <a16:creationId xmlns:a16="http://schemas.microsoft.com/office/drawing/2014/main" id="{EADE12AA-9BDD-4763-8E28-86DA7207BF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1" y="1464"/>
              <a:ext cx="31" cy="88"/>
            </a:xfrm>
            <a:custGeom>
              <a:avLst/>
              <a:gdLst>
                <a:gd name="T0" fmla="*/ 26 w 19"/>
                <a:gd name="T1" fmla="*/ 226 h 55"/>
                <a:gd name="T2" fmla="*/ 0 w 19"/>
                <a:gd name="T3" fmla="*/ 0 h 5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55">
                  <a:moveTo>
                    <a:pt x="6" y="55"/>
                  </a:moveTo>
                  <a:cubicBezTo>
                    <a:pt x="19" y="43"/>
                    <a:pt x="3" y="13"/>
                    <a:pt x="0" y="0"/>
                  </a:cubicBezTo>
                </a:path>
              </a:pathLst>
            </a:custGeom>
            <a:noFill/>
            <a:ln w="7938" cap="rnd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9063" name="Freeform 1249">
              <a:extLst>
                <a:ext uri="{FF2B5EF4-FFF2-40B4-BE49-F238E27FC236}">
                  <a16:creationId xmlns:a16="http://schemas.microsoft.com/office/drawing/2014/main" id="{4616718A-9B39-4D39-AA9C-6B29F5956CA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6" y="1478"/>
              <a:ext cx="4" cy="29"/>
            </a:xfrm>
            <a:custGeom>
              <a:avLst/>
              <a:gdLst>
                <a:gd name="T0" fmla="*/ 0 w 3"/>
                <a:gd name="T1" fmla="*/ 76 h 18"/>
                <a:gd name="T2" fmla="*/ 7 w 3"/>
                <a:gd name="T3" fmla="*/ 0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8">
                  <a:moveTo>
                    <a:pt x="0" y="18"/>
                  </a:moveTo>
                  <a:cubicBezTo>
                    <a:pt x="2" y="13"/>
                    <a:pt x="2" y="6"/>
                    <a:pt x="3" y="0"/>
                  </a:cubicBezTo>
                </a:path>
              </a:pathLst>
            </a:custGeom>
            <a:noFill/>
            <a:ln w="7938" cap="rnd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9064" name="Freeform 1250">
              <a:extLst>
                <a:ext uri="{FF2B5EF4-FFF2-40B4-BE49-F238E27FC236}">
                  <a16:creationId xmlns:a16="http://schemas.microsoft.com/office/drawing/2014/main" id="{9C8BA5B2-9445-400F-A98D-34EE91CD72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8" y="1469"/>
              <a:ext cx="17" cy="66"/>
            </a:xfrm>
            <a:custGeom>
              <a:avLst/>
              <a:gdLst>
                <a:gd name="T0" fmla="*/ 40 w 11"/>
                <a:gd name="T1" fmla="*/ 171 h 41"/>
                <a:gd name="T2" fmla="*/ 12 w 11"/>
                <a:gd name="T3" fmla="*/ 97 h 41"/>
                <a:gd name="T4" fmla="*/ 0 w 11"/>
                <a:gd name="T5" fmla="*/ 0 h 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41">
                  <a:moveTo>
                    <a:pt x="11" y="41"/>
                  </a:moveTo>
                  <a:cubicBezTo>
                    <a:pt x="9" y="35"/>
                    <a:pt x="5" y="30"/>
                    <a:pt x="3" y="23"/>
                  </a:cubicBezTo>
                  <a:cubicBezTo>
                    <a:pt x="1" y="15"/>
                    <a:pt x="0" y="8"/>
                    <a:pt x="0" y="0"/>
                  </a:cubicBezTo>
                </a:path>
              </a:pathLst>
            </a:custGeom>
            <a:noFill/>
            <a:ln w="7938" cap="rnd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9065" name="Freeform 1251">
              <a:extLst>
                <a:ext uri="{FF2B5EF4-FFF2-40B4-BE49-F238E27FC236}">
                  <a16:creationId xmlns:a16="http://schemas.microsoft.com/office/drawing/2014/main" id="{9F4B031D-DFCC-445D-89F5-A842B03CB5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4" y="1477"/>
              <a:ext cx="10" cy="34"/>
            </a:xfrm>
            <a:custGeom>
              <a:avLst/>
              <a:gdLst>
                <a:gd name="T0" fmla="*/ 0 w 6"/>
                <a:gd name="T1" fmla="*/ 89 h 21"/>
                <a:gd name="T2" fmla="*/ 28 w 6"/>
                <a:gd name="T3" fmla="*/ 0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1">
                  <a:moveTo>
                    <a:pt x="0" y="21"/>
                  </a:moveTo>
                  <a:cubicBezTo>
                    <a:pt x="0" y="14"/>
                    <a:pt x="2" y="5"/>
                    <a:pt x="6" y="0"/>
                  </a:cubicBezTo>
                </a:path>
              </a:pathLst>
            </a:custGeom>
            <a:noFill/>
            <a:ln w="7938" cap="rnd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9066" name="Freeform 1252">
              <a:extLst>
                <a:ext uri="{FF2B5EF4-FFF2-40B4-BE49-F238E27FC236}">
                  <a16:creationId xmlns:a16="http://schemas.microsoft.com/office/drawing/2014/main" id="{A8D526EF-E224-4A46-A535-AC8EFCF90C2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4" y="1659"/>
              <a:ext cx="211" cy="90"/>
            </a:xfrm>
            <a:custGeom>
              <a:avLst/>
              <a:gdLst>
                <a:gd name="T0" fmla="*/ 555 w 130"/>
                <a:gd name="T1" fmla="*/ 0 h 56"/>
                <a:gd name="T2" fmla="*/ 325 w 130"/>
                <a:gd name="T3" fmla="*/ 217 h 56"/>
                <a:gd name="T4" fmla="*/ 166 w 130"/>
                <a:gd name="T5" fmla="*/ 207 h 56"/>
                <a:gd name="T6" fmla="*/ 81 w 130"/>
                <a:gd name="T7" fmla="*/ 196 h 56"/>
                <a:gd name="T8" fmla="*/ 0 w 130"/>
                <a:gd name="T9" fmla="*/ 183 h 56"/>
                <a:gd name="T10" fmla="*/ 177 w 130"/>
                <a:gd name="T11" fmla="*/ 186 h 56"/>
                <a:gd name="T12" fmla="*/ 329 w 130"/>
                <a:gd name="T13" fmla="*/ 186 h 56"/>
                <a:gd name="T14" fmla="*/ 550 w 130"/>
                <a:gd name="T15" fmla="*/ 16 h 56"/>
                <a:gd name="T16" fmla="*/ 542 w 130"/>
                <a:gd name="T17" fmla="*/ 21 h 5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0" h="56">
                  <a:moveTo>
                    <a:pt x="130" y="0"/>
                  </a:moveTo>
                  <a:cubicBezTo>
                    <a:pt x="127" y="32"/>
                    <a:pt x="105" y="44"/>
                    <a:pt x="76" y="52"/>
                  </a:cubicBezTo>
                  <a:cubicBezTo>
                    <a:pt x="61" y="56"/>
                    <a:pt x="52" y="53"/>
                    <a:pt x="39" y="50"/>
                  </a:cubicBezTo>
                  <a:cubicBezTo>
                    <a:pt x="32" y="48"/>
                    <a:pt x="26" y="47"/>
                    <a:pt x="19" y="47"/>
                  </a:cubicBezTo>
                  <a:cubicBezTo>
                    <a:pt x="13" y="46"/>
                    <a:pt x="4" y="47"/>
                    <a:pt x="0" y="44"/>
                  </a:cubicBezTo>
                  <a:cubicBezTo>
                    <a:pt x="13" y="45"/>
                    <a:pt x="27" y="43"/>
                    <a:pt x="41" y="45"/>
                  </a:cubicBezTo>
                  <a:cubicBezTo>
                    <a:pt x="53" y="47"/>
                    <a:pt x="65" y="47"/>
                    <a:pt x="77" y="45"/>
                  </a:cubicBezTo>
                  <a:cubicBezTo>
                    <a:pt x="98" y="42"/>
                    <a:pt x="123" y="25"/>
                    <a:pt x="129" y="4"/>
                  </a:cubicBezTo>
                  <a:cubicBezTo>
                    <a:pt x="128" y="3"/>
                    <a:pt x="128" y="4"/>
                    <a:pt x="127" y="5"/>
                  </a:cubicBezTo>
                </a:path>
              </a:pathLst>
            </a:custGeom>
            <a:solidFill>
              <a:srgbClr val="F5DF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9067" name="Freeform 1253">
              <a:extLst>
                <a:ext uri="{FF2B5EF4-FFF2-40B4-BE49-F238E27FC236}">
                  <a16:creationId xmlns:a16="http://schemas.microsoft.com/office/drawing/2014/main" id="{EDB76ABB-851A-45EB-9CC8-8CD9401F5AC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8" y="1619"/>
              <a:ext cx="79" cy="132"/>
            </a:xfrm>
            <a:custGeom>
              <a:avLst/>
              <a:gdLst>
                <a:gd name="T0" fmla="*/ 198 w 49"/>
                <a:gd name="T1" fmla="*/ 341 h 82"/>
                <a:gd name="T2" fmla="*/ 29 w 49"/>
                <a:gd name="T3" fmla="*/ 225 h 82"/>
                <a:gd name="T4" fmla="*/ 5 w 49"/>
                <a:gd name="T5" fmla="*/ 111 h 82"/>
                <a:gd name="T6" fmla="*/ 5 w 49"/>
                <a:gd name="T7" fmla="*/ 0 h 82"/>
                <a:gd name="T8" fmla="*/ 55 w 49"/>
                <a:gd name="T9" fmla="*/ 217 h 82"/>
                <a:gd name="T10" fmla="*/ 205 w 49"/>
                <a:gd name="T11" fmla="*/ 341 h 8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9" h="82">
                  <a:moveTo>
                    <a:pt x="47" y="82"/>
                  </a:moveTo>
                  <a:cubicBezTo>
                    <a:pt x="31" y="80"/>
                    <a:pt x="14" y="68"/>
                    <a:pt x="7" y="54"/>
                  </a:cubicBezTo>
                  <a:cubicBezTo>
                    <a:pt x="3" y="46"/>
                    <a:pt x="2" y="36"/>
                    <a:pt x="1" y="27"/>
                  </a:cubicBezTo>
                  <a:cubicBezTo>
                    <a:pt x="0" y="18"/>
                    <a:pt x="1" y="9"/>
                    <a:pt x="1" y="0"/>
                  </a:cubicBezTo>
                  <a:cubicBezTo>
                    <a:pt x="1" y="16"/>
                    <a:pt x="6" y="38"/>
                    <a:pt x="13" y="52"/>
                  </a:cubicBezTo>
                  <a:cubicBezTo>
                    <a:pt x="19" y="64"/>
                    <a:pt x="35" y="79"/>
                    <a:pt x="49" y="82"/>
                  </a:cubicBezTo>
                </a:path>
              </a:pathLst>
            </a:custGeom>
            <a:solidFill>
              <a:srgbClr val="F5DF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9068" name="Freeform 1254">
              <a:extLst>
                <a:ext uri="{FF2B5EF4-FFF2-40B4-BE49-F238E27FC236}">
                  <a16:creationId xmlns:a16="http://schemas.microsoft.com/office/drawing/2014/main" id="{26592676-69A9-4FD3-BFC8-300D63054BE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0" y="1743"/>
              <a:ext cx="109" cy="34"/>
            </a:xfrm>
            <a:custGeom>
              <a:avLst/>
              <a:gdLst>
                <a:gd name="T0" fmla="*/ 0 w 67"/>
                <a:gd name="T1" fmla="*/ 13 h 21"/>
                <a:gd name="T2" fmla="*/ 75 w 67"/>
                <a:gd name="T3" fmla="*/ 5 h 21"/>
                <a:gd name="T4" fmla="*/ 145 w 67"/>
                <a:gd name="T5" fmla="*/ 8 h 21"/>
                <a:gd name="T6" fmla="*/ 211 w 67"/>
                <a:gd name="T7" fmla="*/ 47 h 21"/>
                <a:gd name="T8" fmla="*/ 288 w 67"/>
                <a:gd name="T9" fmla="*/ 89 h 21"/>
                <a:gd name="T10" fmla="*/ 202 w 67"/>
                <a:gd name="T11" fmla="*/ 60 h 21"/>
                <a:gd name="T12" fmla="*/ 132 w 67"/>
                <a:gd name="T13" fmla="*/ 26 h 21"/>
                <a:gd name="T14" fmla="*/ 55 w 67"/>
                <a:gd name="T15" fmla="*/ 13 h 21"/>
                <a:gd name="T16" fmla="*/ 5 w 67"/>
                <a:gd name="T17" fmla="*/ 13 h 2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7" h="21">
                  <a:moveTo>
                    <a:pt x="0" y="3"/>
                  </a:moveTo>
                  <a:cubicBezTo>
                    <a:pt x="1" y="0"/>
                    <a:pt x="13" y="1"/>
                    <a:pt x="17" y="1"/>
                  </a:cubicBezTo>
                  <a:cubicBezTo>
                    <a:pt x="22" y="1"/>
                    <a:pt x="29" y="1"/>
                    <a:pt x="34" y="2"/>
                  </a:cubicBezTo>
                  <a:cubicBezTo>
                    <a:pt x="39" y="4"/>
                    <a:pt x="44" y="8"/>
                    <a:pt x="49" y="11"/>
                  </a:cubicBezTo>
                  <a:cubicBezTo>
                    <a:pt x="55" y="14"/>
                    <a:pt x="61" y="17"/>
                    <a:pt x="67" y="21"/>
                  </a:cubicBezTo>
                  <a:cubicBezTo>
                    <a:pt x="61" y="17"/>
                    <a:pt x="53" y="16"/>
                    <a:pt x="47" y="14"/>
                  </a:cubicBezTo>
                  <a:cubicBezTo>
                    <a:pt x="42" y="11"/>
                    <a:pt x="36" y="8"/>
                    <a:pt x="31" y="6"/>
                  </a:cubicBezTo>
                  <a:cubicBezTo>
                    <a:pt x="25" y="5"/>
                    <a:pt x="19" y="3"/>
                    <a:pt x="13" y="3"/>
                  </a:cubicBezTo>
                  <a:cubicBezTo>
                    <a:pt x="11" y="3"/>
                    <a:pt x="2" y="2"/>
                    <a:pt x="1" y="3"/>
                  </a:cubicBezTo>
                </a:path>
              </a:pathLst>
            </a:custGeom>
            <a:solidFill>
              <a:srgbClr val="F5DF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9069" name="Freeform 1255">
              <a:extLst>
                <a:ext uri="{FF2B5EF4-FFF2-40B4-BE49-F238E27FC236}">
                  <a16:creationId xmlns:a16="http://schemas.microsoft.com/office/drawing/2014/main" id="{454689D9-E2E8-4342-986D-99512EABB5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5" y="1283"/>
              <a:ext cx="235" cy="68"/>
            </a:xfrm>
            <a:custGeom>
              <a:avLst/>
              <a:gdLst>
                <a:gd name="T0" fmla="*/ 0 w 145"/>
                <a:gd name="T1" fmla="*/ 0 h 42"/>
                <a:gd name="T2" fmla="*/ 617 w 145"/>
                <a:gd name="T3" fmla="*/ 165 h 42"/>
                <a:gd name="T4" fmla="*/ 0 w 145"/>
                <a:gd name="T5" fmla="*/ 0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5" h="42">
                  <a:moveTo>
                    <a:pt x="0" y="0"/>
                  </a:moveTo>
                  <a:cubicBezTo>
                    <a:pt x="0" y="0"/>
                    <a:pt x="81" y="39"/>
                    <a:pt x="145" y="39"/>
                  </a:cubicBezTo>
                  <a:cubicBezTo>
                    <a:pt x="145" y="39"/>
                    <a:pt x="68" y="42"/>
                    <a:pt x="0" y="0"/>
                  </a:cubicBezTo>
                  <a:close/>
                </a:path>
              </a:pathLst>
            </a:custGeom>
            <a:solidFill>
              <a:srgbClr val="F5DF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9070" name="Freeform 1256">
              <a:extLst>
                <a:ext uri="{FF2B5EF4-FFF2-40B4-BE49-F238E27FC236}">
                  <a16:creationId xmlns:a16="http://schemas.microsoft.com/office/drawing/2014/main" id="{D3101128-EFA4-4531-BF50-5730AA57836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5" y="1283"/>
              <a:ext cx="112" cy="111"/>
            </a:xfrm>
            <a:custGeom>
              <a:avLst/>
              <a:gdLst>
                <a:gd name="T0" fmla="*/ 0 w 69"/>
                <a:gd name="T1" fmla="*/ 288 h 69"/>
                <a:gd name="T2" fmla="*/ 295 w 69"/>
                <a:gd name="T3" fmla="*/ 0 h 69"/>
                <a:gd name="T4" fmla="*/ 0 w 69"/>
                <a:gd name="T5" fmla="*/ 288 h 6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9" h="69">
                  <a:moveTo>
                    <a:pt x="0" y="69"/>
                  </a:moveTo>
                  <a:cubicBezTo>
                    <a:pt x="0" y="69"/>
                    <a:pt x="15" y="18"/>
                    <a:pt x="69" y="0"/>
                  </a:cubicBezTo>
                  <a:cubicBezTo>
                    <a:pt x="69" y="0"/>
                    <a:pt x="16" y="24"/>
                    <a:pt x="0" y="6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9071" name="Freeform 1257">
              <a:extLst>
                <a:ext uri="{FF2B5EF4-FFF2-40B4-BE49-F238E27FC236}">
                  <a16:creationId xmlns:a16="http://schemas.microsoft.com/office/drawing/2014/main" id="{8DE70829-6E73-4B62-BA68-C72EFC9FE9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8" y="1827"/>
              <a:ext cx="50" cy="236"/>
            </a:xfrm>
            <a:custGeom>
              <a:avLst/>
              <a:gdLst>
                <a:gd name="T0" fmla="*/ 89 w 31"/>
                <a:gd name="T1" fmla="*/ 0 h 146"/>
                <a:gd name="T2" fmla="*/ 0 w 31"/>
                <a:gd name="T3" fmla="*/ 616 h 146"/>
                <a:gd name="T4" fmla="*/ 89 w 31"/>
                <a:gd name="T5" fmla="*/ 0 h 1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146">
                  <a:moveTo>
                    <a:pt x="21" y="0"/>
                  </a:moveTo>
                  <a:cubicBezTo>
                    <a:pt x="21" y="0"/>
                    <a:pt x="22" y="80"/>
                    <a:pt x="0" y="146"/>
                  </a:cubicBezTo>
                  <a:cubicBezTo>
                    <a:pt x="0" y="146"/>
                    <a:pt x="31" y="66"/>
                    <a:pt x="2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9072" name="Freeform 1258">
              <a:extLst>
                <a:ext uri="{FF2B5EF4-FFF2-40B4-BE49-F238E27FC236}">
                  <a16:creationId xmlns:a16="http://schemas.microsoft.com/office/drawing/2014/main" id="{271B3110-37AF-482E-87CF-EBA603F2541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8" y="3865"/>
              <a:ext cx="226" cy="217"/>
            </a:xfrm>
            <a:custGeom>
              <a:avLst/>
              <a:gdLst>
                <a:gd name="T0" fmla="*/ 253 w 140"/>
                <a:gd name="T1" fmla="*/ 47 h 134"/>
                <a:gd name="T2" fmla="*/ 302 w 140"/>
                <a:gd name="T3" fmla="*/ 301 h 134"/>
                <a:gd name="T4" fmla="*/ 539 w 140"/>
                <a:gd name="T5" fmla="*/ 0 h 134"/>
                <a:gd name="T6" fmla="*/ 581 w 140"/>
                <a:gd name="T7" fmla="*/ 194 h 134"/>
                <a:gd name="T8" fmla="*/ 568 w 140"/>
                <a:gd name="T9" fmla="*/ 356 h 134"/>
                <a:gd name="T10" fmla="*/ 224 w 140"/>
                <a:gd name="T11" fmla="*/ 568 h 134"/>
                <a:gd name="T12" fmla="*/ 71 w 140"/>
                <a:gd name="T13" fmla="*/ 317 h 134"/>
                <a:gd name="T14" fmla="*/ 178 w 140"/>
                <a:gd name="T15" fmla="*/ 162 h 134"/>
                <a:gd name="T16" fmla="*/ 253 w 140"/>
                <a:gd name="T17" fmla="*/ 47 h 13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0" h="134">
                  <a:moveTo>
                    <a:pt x="60" y="11"/>
                  </a:moveTo>
                  <a:cubicBezTo>
                    <a:pt x="60" y="11"/>
                    <a:pt x="54" y="48"/>
                    <a:pt x="72" y="71"/>
                  </a:cubicBezTo>
                  <a:cubicBezTo>
                    <a:pt x="72" y="71"/>
                    <a:pt x="118" y="57"/>
                    <a:pt x="128" y="0"/>
                  </a:cubicBezTo>
                  <a:cubicBezTo>
                    <a:pt x="128" y="0"/>
                    <a:pt x="140" y="13"/>
                    <a:pt x="138" y="46"/>
                  </a:cubicBezTo>
                  <a:cubicBezTo>
                    <a:pt x="138" y="46"/>
                    <a:pt x="133" y="67"/>
                    <a:pt x="135" y="84"/>
                  </a:cubicBezTo>
                  <a:cubicBezTo>
                    <a:pt x="136" y="101"/>
                    <a:pt x="121" y="122"/>
                    <a:pt x="53" y="134"/>
                  </a:cubicBezTo>
                  <a:cubicBezTo>
                    <a:pt x="53" y="134"/>
                    <a:pt x="0" y="105"/>
                    <a:pt x="17" y="75"/>
                  </a:cubicBezTo>
                  <a:cubicBezTo>
                    <a:pt x="23" y="65"/>
                    <a:pt x="37" y="45"/>
                    <a:pt x="42" y="38"/>
                  </a:cubicBezTo>
                  <a:cubicBezTo>
                    <a:pt x="47" y="31"/>
                    <a:pt x="60" y="11"/>
                    <a:pt x="60" y="11"/>
                  </a:cubicBezTo>
                  <a:close/>
                </a:path>
              </a:pathLst>
            </a:custGeom>
            <a:solidFill>
              <a:srgbClr val="F7BC5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9073" name="Freeform 1259">
              <a:extLst>
                <a:ext uri="{FF2B5EF4-FFF2-40B4-BE49-F238E27FC236}">
                  <a16:creationId xmlns:a16="http://schemas.microsoft.com/office/drawing/2014/main" id="{40F55C92-97D4-49C2-A046-83899512A7E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8" y="3865"/>
              <a:ext cx="226" cy="215"/>
            </a:xfrm>
            <a:custGeom>
              <a:avLst/>
              <a:gdLst>
                <a:gd name="T0" fmla="*/ 253 w 140"/>
                <a:gd name="T1" fmla="*/ 47 h 133"/>
                <a:gd name="T2" fmla="*/ 302 w 140"/>
                <a:gd name="T3" fmla="*/ 296 h 133"/>
                <a:gd name="T4" fmla="*/ 542 w 140"/>
                <a:gd name="T5" fmla="*/ 0 h 133"/>
                <a:gd name="T6" fmla="*/ 581 w 140"/>
                <a:gd name="T7" fmla="*/ 194 h 133"/>
                <a:gd name="T8" fmla="*/ 568 w 140"/>
                <a:gd name="T9" fmla="*/ 356 h 133"/>
                <a:gd name="T10" fmla="*/ 224 w 140"/>
                <a:gd name="T11" fmla="*/ 563 h 133"/>
                <a:gd name="T12" fmla="*/ 71 w 140"/>
                <a:gd name="T13" fmla="*/ 317 h 133"/>
                <a:gd name="T14" fmla="*/ 178 w 140"/>
                <a:gd name="T15" fmla="*/ 160 h 133"/>
                <a:gd name="T16" fmla="*/ 253 w 140"/>
                <a:gd name="T17" fmla="*/ 47 h 13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0" h="133">
                  <a:moveTo>
                    <a:pt x="60" y="11"/>
                  </a:moveTo>
                  <a:cubicBezTo>
                    <a:pt x="60" y="11"/>
                    <a:pt x="54" y="48"/>
                    <a:pt x="72" y="70"/>
                  </a:cubicBezTo>
                  <a:cubicBezTo>
                    <a:pt x="72" y="70"/>
                    <a:pt x="118" y="56"/>
                    <a:pt x="129" y="0"/>
                  </a:cubicBezTo>
                  <a:cubicBezTo>
                    <a:pt x="129" y="0"/>
                    <a:pt x="140" y="12"/>
                    <a:pt x="138" y="46"/>
                  </a:cubicBezTo>
                  <a:cubicBezTo>
                    <a:pt x="138" y="46"/>
                    <a:pt x="133" y="67"/>
                    <a:pt x="135" y="84"/>
                  </a:cubicBezTo>
                  <a:cubicBezTo>
                    <a:pt x="136" y="101"/>
                    <a:pt x="121" y="122"/>
                    <a:pt x="53" y="133"/>
                  </a:cubicBezTo>
                  <a:cubicBezTo>
                    <a:pt x="53" y="133"/>
                    <a:pt x="0" y="105"/>
                    <a:pt x="17" y="75"/>
                  </a:cubicBezTo>
                  <a:cubicBezTo>
                    <a:pt x="23" y="65"/>
                    <a:pt x="37" y="45"/>
                    <a:pt x="42" y="38"/>
                  </a:cubicBezTo>
                  <a:cubicBezTo>
                    <a:pt x="47" y="30"/>
                    <a:pt x="60" y="11"/>
                    <a:pt x="60" y="11"/>
                  </a:cubicBezTo>
                  <a:close/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9074" name="Freeform 1260">
              <a:extLst>
                <a:ext uri="{FF2B5EF4-FFF2-40B4-BE49-F238E27FC236}">
                  <a16:creationId xmlns:a16="http://schemas.microsoft.com/office/drawing/2014/main" id="{DAADB874-FA8C-43E9-979D-4C5047B3C4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0" y="3901"/>
              <a:ext cx="29" cy="79"/>
            </a:xfrm>
            <a:custGeom>
              <a:avLst/>
              <a:gdLst>
                <a:gd name="T0" fmla="*/ 21 w 18"/>
                <a:gd name="T1" fmla="*/ 0 h 49"/>
                <a:gd name="T2" fmla="*/ 76 w 18"/>
                <a:gd name="T3" fmla="*/ 205 h 49"/>
                <a:gd name="T4" fmla="*/ 21 w 18"/>
                <a:gd name="T5" fmla="*/ 0 h 4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49">
                  <a:moveTo>
                    <a:pt x="5" y="0"/>
                  </a:moveTo>
                  <a:cubicBezTo>
                    <a:pt x="5" y="0"/>
                    <a:pt x="3" y="35"/>
                    <a:pt x="18" y="49"/>
                  </a:cubicBezTo>
                  <a:cubicBezTo>
                    <a:pt x="18" y="49"/>
                    <a:pt x="0" y="43"/>
                    <a:pt x="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9075" name="Freeform 1261">
              <a:extLst>
                <a:ext uri="{FF2B5EF4-FFF2-40B4-BE49-F238E27FC236}">
                  <a16:creationId xmlns:a16="http://schemas.microsoft.com/office/drawing/2014/main" id="{E6F1A881-5DAF-42AB-89A9-9BAAB3BF28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8" y="3901"/>
              <a:ext cx="82" cy="82"/>
            </a:xfrm>
            <a:custGeom>
              <a:avLst/>
              <a:gdLst>
                <a:gd name="T0" fmla="*/ 0 w 51"/>
                <a:gd name="T1" fmla="*/ 212 h 51"/>
                <a:gd name="T2" fmla="*/ 212 w 51"/>
                <a:gd name="T3" fmla="*/ 0 h 51"/>
                <a:gd name="T4" fmla="*/ 0 w 51"/>
                <a:gd name="T5" fmla="*/ 212 h 5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1" h="51">
                  <a:moveTo>
                    <a:pt x="0" y="51"/>
                  </a:moveTo>
                  <a:cubicBezTo>
                    <a:pt x="0" y="51"/>
                    <a:pt x="37" y="36"/>
                    <a:pt x="51" y="0"/>
                  </a:cubicBezTo>
                  <a:cubicBezTo>
                    <a:pt x="51" y="0"/>
                    <a:pt x="41" y="40"/>
                    <a:pt x="0" y="5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9076" name="Freeform 1262">
              <a:extLst>
                <a:ext uri="{FF2B5EF4-FFF2-40B4-BE49-F238E27FC236}">
                  <a16:creationId xmlns:a16="http://schemas.microsoft.com/office/drawing/2014/main" id="{1325C6CD-83A1-4189-87A6-D130F9974DB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4" y="4020"/>
              <a:ext cx="175" cy="60"/>
            </a:xfrm>
            <a:custGeom>
              <a:avLst/>
              <a:gdLst>
                <a:gd name="T0" fmla="*/ 460 w 108"/>
                <a:gd name="T1" fmla="*/ 50 h 37"/>
                <a:gd name="T2" fmla="*/ 157 w 108"/>
                <a:gd name="T3" fmla="*/ 157 h 37"/>
                <a:gd name="T4" fmla="*/ 0 w 108"/>
                <a:gd name="T5" fmla="*/ 0 h 37"/>
                <a:gd name="T6" fmla="*/ 162 w 108"/>
                <a:gd name="T7" fmla="*/ 143 h 37"/>
                <a:gd name="T8" fmla="*/ 460 w 108"/>
                <a:gd name="T9" fmla="*/ 50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8" h="37">
                  <a:moveTo>
                    <a:pt x="108" y="12"/>
                  </a:moveTo>
                  <a:cubicBezTo>
                    <a:pt x="96" y="21"/>
                    <a:pt x="75" y="31"/>
                    <a:pt x="37" y="37"/>
                  </a:cubicBezTo>
                  <a:cubicBezTo>
                    <a:pt x="37" y="37"/>
                    <a:pt x="7" y="21"/>
                    <a:pt x="0" y="0"/>
                  </a:cubicBezTo>
                  <a:cubicBezTo>
                    <a:pt x="0" y="0"/>
                    <a:pt x="21" y="27"/>
                    <a:pt x="38" y="33"/>
                  </a:cubicBezTo>
                  <a:cubicBezTo>
                    <a:pt x="38" y="33"/>
                    <a:pt x="84" y="28"/>
                    <a:pt x="108" y="12"/>
                  </a:cubicBezTo>
                  <a:close/>
                </a:path>
              </a:pathLst>
            </a:custGeom>
            <a:solidFill>
              <a:srgbClr val="2A27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9077" name="Freeform 1263">
              <a:extLst>
                <a:ext uri="{FF2B5EF4-FFF2-40B4-BE49-F238E27FC236}">
                  <a16:creationId xmlns:a16="http://schemas.microsoft.com/office/drawing/2014/main" id="{A13D38BF-237F-4CFD-B7E9-4EB62BBB3F1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5" y="4019"/>
              <a:ext cx="39" cy="47"/>
            </a:xfrm>
            <a:custGeom>
              <a:avLst/>
              <a:gdLst>
                <a:gd name="T0" fmla="*/ 8 w 24"/>
                <a:gd name="T1" fmla="*/ 29 h 29"/>
                <a:gd name="T2" fmla="*/ 39 w 24"/>
                <a:gd name="T3" fmla="*/ 115 h 29"/>
                <a:gd name="T4" fmla="*/ 89 w 24"/>
                <a:gd name="T5" fmla="*/ 68 h 29"/>
                <a:gd name="T6" fmla="*/ 8 w 24"/>
                <a:gd name="T7" fmla="*/ 34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29">
                  <a:moveTo>
                    <a:pt x="2" y="7"/>
                  </a:moveTo>
                  <a:cubicBezTo>
                    <a:pt x="0" y="13"/>
                    <a:pt x="1" y="26"/>
                    <a:pt x="9" y="27"/>
                  </a:cubicBezTo>
                  <a:cubicBezTo>
                    <a:pt x="15" y="29"/>
                    <a:pt x="20" y="20"/>
                    <a:pt x="21" y="16"/>
                  </a:cubicBezTo>
                  <a:cubicBezTo>
                    <a:pt x="24" y="4"/>
                    <a:pt x="8" y="0"/>
                    <a:pt x="2" y="8"/>
                  </a:cubicBezTo>
                </a:path>
              </a:pathLst>
            </a:custGeom>
            <a:solidFill>
              <a:srgbClr val="F6D8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9078" name="Freeform 1264">
              <a:extLst>
                <a:ext uri="{FF2B5EF4-FFF2-40B4-BE49-F238E27FC236}">
                  <a16:creationId xmlns:a16="http://schemas.microsoft.com/office/drawing/2014/main" id="{7907E807-D400-4D34-B415-EF1E276B00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2" y="3988"/>
              <a:ext cx="22" cy="37"/>
            </a:xfrm>
            <a:custGeom>
              <a:avLst/>
              <a:gdLst>
                <a:gd name="T0" fmla="*/ 0 w 14"/>
                <a:gd name="T1" fmla="*/ 80 h 23"/>
                <a:gd name="T2" fmla="*/ 47 w 14"/>
                <a:gd name="T3" fmla="*/ 97 h 23"/>
                <a:gd name="T4" fmla="*/ 55 w 14"/>
                <a:gd name="T5" fmla="*/ 0 h 23"/>
                <a:gd name="T6" fmla="*/ 27 w 14"/>
                <a:gd name="T7" fmla="*/ 50 h 23"/>
                <a:gd name="T8" fmla="*/ 0 w 14"/>
                <a:gd name="T9" fmla="*/ 80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23">
                  <a:moveTo>
                    <a:pt x="0" y="19"/>
                  </a:moveTo>
                  <a:cubicBezTo>
                    <a:pt x="4" y="19"/>
                    <a:pt x="7" y="23"/>
                    <a:pt x="12" y="23"/>
                  </a:cubicBezTo>
                  <a:cubicBezTo>
                    <a:pt x="12" y="15"/>
                    <a:pt x="14" y="7"/>
                    <a:pt x="14" y="0"/>
                  </a:cubicBezTo>
                  <a:cubicBezTo>
                    <a:pt x="10" y="2"/>
                    <a:pt x="9" y="8"/>
                    <a:pt x="7" y="12"/>
                  </a:cubicBezTo>
                  <a:cubicBezTo>
                    <a:pt x="6" y="15"/>
                    <a:pt x="3" y="17"/>
                    <a:pt x="0" y="19"/>
                  </a:cubicBezTo>
                </a:path>
              </a:pathLst>
            </a:custGeom>
            <a:solidFill>
              <a:srgbClr val="F6D8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9079" name="Freeform 1265">
              <a:extLst>
                <a:ext uri="{FF2B5EF4-FFF2-40B4-BE49-F238E27FC236}">
                  <a16:creationId xmlns:a16="http://schemas.microsoft.com/office/drawing/2014/main" id="{799BCBAF-A22A-48F0-A606-6E5B59BAC2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7" y="3941"/>
              <a:ext cx="119" cy="129"/>
            </a:xfrm>
            <a:custGeom>
              <a:avLst/>
              <a:gdLst>
                <a:gd name="T0" fmla="*/ 307 w 74"/>
                <a:gd name="T1" fmla="*/ 0 h 80"/>
                <a:gd name="T2" fmla="*/ 301 w 74"/>
                <a:gd name="T3" fmla="*/ 145 h 80"/>
                <a:gd name="T4" fmla="*/ 204 w 74"/>
                <a:gd name="T5" fmla="*/ 276 h 80"/>
                <a:gd name="T6" fmla="*/ 0 w 74"/>
                <a:gd name="T7" fmla="*/ 335 h 80"/>
                <a:gd name="T8" fmla="*/ 47 w 74"/>
                <a:gd name="T9" fmla="*/ 268 h 80"/>
                <a:gd name="T10" fmla="*/ 233 w 74"/>
                <a:gd name="T11" fmla="*/ 239 h 80"/>
                <a:gd name="T12" fmla="*/ 281 w 74"/>
                <a:gd name="T13" fmla="*/ 105 h 80"/>
                <a:gd name="T14" fmla="*/ 307 w 74"/>
                <a:gd name="T15" fmla="*/ 0 h 8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4" h="80">
                  <a:moveTo>
                    <a:pt x="74" y="0"/>
                  </a:moveTo>
                  <a:cubicBezTo>
                    <a:pt x="74" y="0"/>
                    <a:pt x="70" y="23"/>
                    <a:pt x="72" y="35"/>
                  </a:cubicBezTo>
                  <a:cubicBezTo>
                    <a:pt x="74" y="47"/>
                    <a:pt x="65" y="62"/>
                    <a:pt x="49" y="66"/>
                  </a:cubicBezTo>
                  <a:cubicBezTo>
                    <a:pt x="33" y="70"/>
                    <a:pt x="0" y="80"/>
                    <a:pt x="0" y="80"/>
                  </a:cubicBezTo>
                  <a:cubicBezTo>
                    <a:pt x="0" y="80"/>
                    <a:pt x="8" y="78"/>
                    <a:pt x="11" y="64"/>
                  </a:cubicBezTo>
                  <a:cubicBezTo>
                    <a:pt x="13" y="50"/>
                    <a:pt x="40" y="75"/>
                    <a:pt x="56" y="57"/>
                  </a:cubicBezTo>
                  <a:cubicBezTo>
                    <a:pt x="71" y="40"/>
                    <a:pt x="67" y="40"/>
                    <a:pt x="68" y="25"/>
                  </a:cubicBezTo>
                  <a:cubicBezTo>
                    <a:pt x="68" y="9"/>
                    <a:pt x="74" y="0"/>
                    <a:pt x="74" y="0"/>
                  </a:cubicBezTo>
                  <a:close/>
                </a:path>
              </a:pathLst>
            </a:custGeom>
            <a:solidFill>
              <a:srgbClr val="F0A8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9080" name="Freeform 1266">
              <a:extLst>
                <a:ext uri="{FF2B5EF4-FFF2-40B4-BE49-F238E27FC236}">
                  <a16:creationId xmlns:a16="http://schemas.microsoft.com/office/drawing/2014/main" id="{438386BD-DF5C-44CF-A6F9-4414076F27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5" y="3972"/>
              <a:ext cx="20" cy="68"/>
            </a:xfrm>
            <a:custGeom>
              <a:avLst/>
              <a:gdLst>
                <a:gd name="T0" fmla="*/ 42 w 12"/>
                <a:gd name="T1" fmla="*/ 0 h 42"/>
                <a:gd name="T2" fmla="*/ 0 w 12"/>
                <a:gd name="T3" fmla="*/ 94 h 42"/>
                <a:gd name="T4" fmla="*/ 55 w 12"/>
                <a:gd name="T5" fmla="*/ 178 h 42"/>
                <a:gd name="T6" fmla="*/ 13 w 12"/>
                <a:gd name="T7" fmla="*/ 102 h 42"/>
                <a:gd name="T8" fmla="*/ 33 w 12"/>
                <a:gd name="T9" fmla="*/ 26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42">
                  <a:moveTo>
                    <a:pt x="9" y="0"/>
                  </a:moveTo>
                  <a:cubicBezTo>
                    <a:pt x="5" y="7"/>
                    <a:pt x="1" y="14"/>
                    <a:pt x="0" y="22"/>
                  </a:cubicBezTo>
                  <a:cubicBezTo>
                    <a:pt x="0" y="32"/>
                    <a:pt x="5" y="36"/>
                    <a:pt x="12" y="42"/>
                  </a:cubicBezTo>
                  <a:cubicBezTo>
                    <a:pt x="6" y="37"/>
                    <a:pt x="4" y="31"/>
                    <a:pt x="3" y="24"/>
                  </a:cubicBezTo>
                  <a:cubicBezTo>
                    <a:pt x="3" y="19"/>
                    <a:pt x="3" y="8"/>
                    <a:pt x="7" y="6"/>
                  </a:cubicBezTo>
                </a:path>
              </a:pathLst>
            </a:custGeom>
            <a:solidFill>
              <a:srgbClr val="F6D8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9081" name="Freeform 1267">
              <a:extLst>
                <a:ext uri="{FF2B5EF4-FFF2-40B4-BE49-F238E27FC236}">
                  <a16:creationId xmlns:a16="http://schemas.microsoft.com/office/drawing/2014/main" id="{BCA28EDC-810E-4087-81AC-3648C9DD36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8" y="3861"/>
              <a:ext cx="228" cy="214"/>
            </a:xfrm>
            <a:custGeom>
              <a:avLst/>
              <a:gdLst>
                <a:gd name="T0" fmla="*/ 338 w 141"/>
                <a:gd name="T1" fmla="*/ 47 h 133"/>
                <a:gd name="T2" fmla="*/ 293 w 141"/>
                <a:gd name="T3" fmla="*/ 293 h 133"/>
                <a:gd name="T4" fmla="*/ 50 w 141"/>
                <a:gd name="T5" fmla="*/ 0 h 133"/>
                <a:gd name="T6" fmla="*/ 8 w 141"/>
                <a:gd name="T7" fmla="*/ 191 h 133"/>
                <a:gd name="T8" fmla="*/ 21 w 141"/>
                <a:gd name="T9" fmla="*/ 349 h 133"/>
                <a:gd name="T10" fmla="*/ 369 w 141"/>
                <a:gd name="T11" fmla="*/ 554 h 133"/>
                <a:gd name="T12" fmla="*/ 521 w 141"/>
                <a:gd name="T13" fmla="*/ 314 h 133"/>
                <a:gd name="T14" fmla="*/ 419 w 141"/>
                <a:gd name="T15" fmla="*/ 158 h 133"/>
                <a:gd name="T16" fmla="*/ 338 w 141"/>
                <a:gd name="T17" fmla="*/ 47 h 13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1" h="133">
                  <a:moveTo>
                    <a:pt x="80" y="11"/>
                  </a:moveTo>
                  <a:cubicBezTo>
                    <a:pt x="80" y="11"/>
                    <a:pt x="87" y="48"/>
                    <a:pt x="69" y="70"/>
                  </a:cubicBezTo>
                  <a:cubicBezTo>
                    <a:pt x="69" y="70"/>
                    <a:pt x="22" y="56"/>
                    <a:pt x="12" y="0"/>
                  </a:cubicBezTo>
                  <a:cubicBezTo>
                    <a:pt x="12" y="0"/>
                    <a:pt x="0" y="12"/>
                    <a:pt x="2" y="46"/>
                  </a:cubicBezTo>
                  <a:cubicBezTo>
                    <a:pt x="2" y="46"/>
                    <a:pt x="7" y="67"/>
                    <a:pt x="5" y="84"/>
                  </a:cubicBezTo>
                  <a:cubicBezTo>
                    <a:pt x="4" y="101"/>
                    <a:pt x="19" y="122"/>
                    <a:pt x="87" y="133"/>
                  </a:cubicBezTo>
                  <a:cubicBezTo>
                    <a:pt x="87" y="133"/>
                    <a:pt x="141" y="105"/>
                    <a:pt x="123" y="75"/>
                  </a:cubicBezTo>
                  <a:cubicBezTo>
                    <a:pt x="118" y="65"/>
                    <a:pt x="103" y="45"/>
                    <a:pt x="99" y="38"/>
                  </a:cubicBezTo>
                  <a:cubicBezTo>
                    <a:pt x="94" y="30"/>
                    <a:pt x="80" y="11"/>
                    <a:pt x="80" y="11"/>
                  </a:cubicBezTo>
                  <a:close/>
                </a:path>
              </a:pathLst>
            </a:custGeom>
            <a:solidFill>
              <a:srgbClr val="F7BC5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9082" name="Freeform 1268">
              <a:extLst>
                <a:ext uri="{FF2B5EF4-FFF2-40B4-BE49-F238E27FC236}">
                  <a16:creationId xmlns:a16="http://schemas.microsoft.com/office/drawing/2014/main" id="{7399F54A-AC64-4D44-BAEA-7A15E03586D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8" y="3859"/>
              <a:ext cx="227" cy="216"/>
            </a:xfrm>
            <a:custGeom>
              <a:avLst/>
              <a:gdLst>
                <a:gd name="T0" fmla="*/ 342 w 140"/>
                <a:gd name="T1" fmla="*/ 50 h 134"/>
                <a:gd name="T2" fmla="*/ 289 w 140"/>
                <a:gd name="T3" fmla="*/ 297 h 134"/>
                <a:gd name="T4" fmla="*/ 50 w 140"/>
                <a:gd name="T5" fmla="*/ 0 h 134"/>
                <a:gd name="T6" fmla="*/ 8 w 140"/>
                <a:gd name="T7" fmla="*/ 198 h 134"/>
                <a:gd name="T8" fmla="*/ 21 w 140"/>
                <a:gd name="T9" fmla="*/ 351 h 134"/>
                <a:gd name="T10" fmla="*/ 371 w 140"/>
                <a:gd name="T11" fmla="*/ 561 h 134"/>
                <a:gd name="T12" fmla="*/ 524 w 140"/>
                <a:gd name="T13" fmla="*/ 314 h 134"/>
                <a:gd name="T14" fmla="*/ 423 w 140"/>
                <a:gd name="T15" fmla="*/ 164 h 134"/>
                <a:gd name="T16" fmla="*/ 342 w 140"/>
                <a:gd name="T17" fmla="*/ 50 h 13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0" h="134">
                  <a:moveTo>
                    <a:pt x="80" y="12"/>
                  </a:moveTo>
                  <a:cubicBezTo>
                    <a:pt x="80" y="12"/>
                    <a:pt x="87" y="49"/>
                    <a:pt x="68" y="71"/>
                  </a:cubicBezTo>
                  <a:cubicBezTo>
                    <a:pt x="68" y="71"/>
                    <a:pt x="22" y="57"/>
                    <a:pt x="12" y="0"/>
                  </a:cubicBezTo>
                  <a:cubicBezTo>
                    <a:pt x="12" y="0"/>
                    <a:pt x="0" y="13"/>
                    <a:pt x="2" y="47"/>
                  </a:cubicBezTo>
                  <a:cubicBezTo>
                    <a:pt x="2" y="47"/>
                    <a:pt x="7" y="68"/>
                    <a:pt x="5" y="84"/>
                  </a:cubicBezTo>
                  <a:cubicBezTo>
                    <a:pt x="4" y="101"/>
                    <a:pt x="19" y="122"/>
                    <a:pt x="87" y="134"/>
                  </a:cubicBezTo>
                  <a:cubicBezTo>
                    <a:pt x="87" y="134"/>
                    <a:pt x="140" y="106"/>
                    <a:pt x="123" y="75"/>
                  </a:cubicBezTo>
                  <a:cubicBezTo>
                    <a:pt x="117" y="66"/>
                    <a:pt x="103" y="46"/>
                    <a:pt x="99" y="39"/>
                  </a:cubicBezTo>
                  <a:cubicBezTo>
                    <a:pt x="94" y="31"/>
                    <a:pt x="80" y="12"/>
                    <a:pt x="80" y="12"/>
                  </a:cubicBezTo>
                  <a:close/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9083" name="Freeform 1269">
              <a:extLst>
                <a:ext uri="{FF2B5EF4-FFF2-40B4-BE49-F238E27FC236}">
                  <a16:creationId xmlns:a16="http://schemas.microsoft.com/office/drawing/2014/main" id="{2273362B-5A53-45AC-A6D0-A047306169D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3" y="3894"/>
              <a:ext cx="29" cy="81"/>
            </a:xfrm>
            <a:custGeom>
              <a:avLst/>
              <a:gdLst>
                <a:gd name="T0" fmla="*/ 55 w 18"/>
                <a:gd name="T1" fmla="*/ 0 h 50"/>
                <a:gd name="T2" fmla="*/ 0 w 18"/>
                <a:gd name="T3" fmla="*/ 212 h 50"/>
                <a:gd name="T4" fmla="*/ 55 w 18"/>
                <a:gd name="T5" fmla="*/ 0 h 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50">
                  <a:moveTo>
                    <a:pt x="13" y="0"/>
                  </a:moveTo>
                  <a:cubicBezTo>
                    <a:pt x="13" y="0"/>
                    <a:pt x="16" y="36"/>
                    <a:pt x="0" y="50"/>
                  </a:cubicBezTo>
                  <a:cubicBezTo>
                    <a:pt x="0" y="50"/>
                    <a:pt x="18" y="44"/>
                    <a:pt x="1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9084" name="Freeform 1270">
              <a:extLst>
                <a:ext uri="{FF2B5EF4-FFF2-40B4-BE49-F238E27FC236}">
                  <a16:creationId xmlns:a16="http://schemas.microsoft.com/office/drawing/2014/main" id="{CAE820C8-82D2-413D-BD11-1021587B9F8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2" y="3896"/>
              <a:ext cx="83" cy="82"/>
            </a:xfrm>
            <a:custGeom>
              <a:avLst/>
              <a:gdLst>
                <a:gd name="T0" fmla="*/ 220 w 51"/>
                <a:gd name="T1" fmla="*/ 212 h 51"/>
                <a:gd name="T2" fmla="*/ 0 w 51"/>
                <a:gd name="T3" fmla="*/ 0 h 51"/>
                <a:gd name="T4" fmla="*/ 220 w 51"/>
                <a:gd name="T5" fmla="*/ 212 h 5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1" h="51">
                  <a:moveTo>
                    <a:pt x="51" y="51"/>
                  </a:moveTo>
                  <a:cubicBezTo>
                    <a:pt x="51" y="51"/>
                    <a:pt x="14" y="36"/>
                    <a:pt x="0" y="0"/>
                  </a:cubicBezTo>
                  <a:cubicBezTo>
                    <a:pt x="0" y="0"/>
                    <a:pt x="10" y="40"/>
                    <a:pt x="51" y="5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9085" name="Freeform 1271">
              <a:extLst>
                <a:ext uri="{FF2B5EF4-FFF2-40B4-BE49-F238E27FC236}">
                  <a16:creationId xmlns:a16="http://schemas.microsoft.com/office/drawing/2014/main" id="{A5704E95-B2B6-4E30-894A-A59EF4A4C65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6" y="4015"/>
              <a:ext cx="173" cy="60"/>
            </a:xfrm>
            <a:custGeom>
              <a:avLst/>
              <a:gdLst>
                <a:gd name="T0" fmla="*/ 0 w 107"/>
                <a:gd name="T1" fmla="*/ 47 h 37"/>
                <a:gd name="T2" fmla="*/ 296 w 107"/>
                <a:gd name="T3" fmla="*/ 157 h 37"/>
                <a:gd name="T4" fmla="*/ 453 w 107"/>
                <a:gd name="T5" fmla="*/ 0 h 37"/>
                <a:gd name="T6" fmla="*/ 293 w 107"/>
                <a:gd name="T7" fmla="*/ 143 h 37"/>
                <a:gd name="T8" fmla="*/ 0 w 107"/>
                <a:gd name="T9" fmla="*/ 47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7" h="37">
                  <a:moveTo>
                    <a:pt x="0" y="11"/>
                  </a:moveTo>
                  <a:cubicBezTo>
                    <a:pt x="11" y="21"/>
                    <a:pt x="33" y="30"/>
                    <a:pt x="70" y="37"/>
                  </a:cubicBezTo>
                  <a:cubicBezTo>
                    <a:pt x="70" y="37"/>
                    <a:pt x="100" y="21"/>
                    <a:pt x="107" y="0"/>
                  </a:cubicBezTo>
                  <a:cubicBezTo>
                    <a:pt x="107" y="0"/>
                    <a:pt x="86" y="27"/>
                    <a:pt x="69" y="33"/>
                  </a:cubicBezTo>
                  <a:cubicBezTo>
                    <a:pt x="69" y="33"/>
                    <a:pt x="23" y="28"/>
                    <a:pt x="0" y="11"/>
                  </a:cubicBezTo>
                  <a:close/>
                </a:path>
              </a:pathLst>
            </a:custGeom>
            <a:solidFill>
              <a:srgbClr val="2A27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9086" name="Freeform 1272">
              <a:extLst>
                <a:ext uri="{FF2B5EF4-FFF2-40B4-BE49-F238E27FC236}">
                  <a16:creationId xmlns:a16="http://schemas.microsoft.com/office/drawing/2014/main" id="{AE608FC4-FDD3-4A75-A00E-CECE153B10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8" y="4014"/>
              <a:ext cx="39" cy="45"/>
            </a:xfrm>
            <a:custGeom>
              <a:avLst/>
              <a:gdLst>
                <a:gd name="T0" fmla="*/ 96 w 24"/>
                <a:gd name="T1" fmla="*/ 29 h 28"/>
                <a:gd name="T2" fmla="*/ 63 w 24"/>
                <a:gd name="T3" fmla="*/ 111 h 28"/>
                <a:gd name="T4" fmla="*/ 13 w 24"/>
                <a:gd name="T5" fmla="*/ 63 h 28"/>
                <a:gd name="T6" fmla="*/ 96 w 24"/>
                <a:gd name="T7" fmla="*/ 29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28">
                  <a:moveTo>
                    <a:pt x="22" y="7"/>
                  </a:moveTo>
                  <a:cubicBezTo>
                    <a:pt x="24" y="13"/>
                    <a:pt x="23" y="25"/>
                    <a:pt x="15" y="27"/>
                  </a:cubicBezTo>
                  <a:cubicBezTo>
                    <a:pt x="10" y="28"/>
                    <a:pt x="4" y="20"/>
                    <a:pt x="3" y="15"/>
                  </a:cubicBezTo>
                  <a:cubicBezTo>
                    <a:pt x="0" y="4"/>
                    <a:pt x="16" y="0"/>
                    <a:pt x="22" y="7"/>
                  </a:cubicBezTo>
                </a:path>
              </a:pathLst>
            </a:custGeom>
            <a:solidFill>
              <a:srgbClr val="F6D8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9087" name="Freeform 1273">
              <a:extLst>
                <a:ext uri="{FF2B5EF4-FFF2-40B4-BE49-F238E27FC236}">
                  <a16:creationId xmlns:a16="http://schemas.microsoft.com/office/drawing/2014/main" id="{7A807CA0-2B9A-486B-9F44-4908916F332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8" y="3982"/>
              <a:ext cx="24" cy="37"/>
            </a:xfrm>
            <a:custGeom>
              <a:avLst/>
              <a:gdLst>
                <a:gd name="T0" fmla="*/ 61 w 15"/>
                <a:gd name="T1" fmla="*/ 82 h 23"/>
                <a:gd name="T2" fmla="*/ 13 w 15"/>
                <a:gd name="T3" fmla="*/ 97 h 23"/>
                <a:gd name="T4" fmla="*/ 0 w 15"/>
                <a:gd name="T5" fmla="*/ 0 h 23"/>
                <a:gd name="T6" fmla="*/ 29 w 15"/>
                <a:gd name="T7" fmla="*/ 55 h 23"/>
                <a:gd name="T8" fmla="*/ 56 w 15"/>
                <a:gd name="T9" fmla="*/ 82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23">
                  <a:moveTo>
                    <a:pt x="15" y="20"/>
                  </a:moveTo>
                  <a:cubicBezTo>
                    <a:pt x="10" y="20"/>
                    <a:pt x="7" y="23"/>
                    <a:pt x="3" y="23"/>
                  </a:cubicBezTo>
                  <a:cubicBezTo>
                    <a:pt x="2" y="16"/>
                    <a:pt x="0" y="8"/>
                    <a:pt x="0" y="0"/>
                  </a:cubicBezTo>
                  <a:cubicBezTo>
                    <a:pt x="4" y="3"/>
                    <a:pt x="5" y="9"/>
                    <a:pt x="7" y="13"/>
                  </a:cubicBezTo>
                  <a:cubicBezTo>
                    <a:pt x="9" y="16"/>
                    <a:pt x="11" y="18"/>
                    <a:pt x="14" y="20"/>
                  </a:cubicBezTo>
                </a:path>
              </a:pathLst>
            </a:custGeom>
            <a:solidFill>
              <a:srgbClr val="F6D8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9088" name="Freeform 1274">
              <a:extLst>
                <a:ext uri="{FF2B5EF4-FFF2-40B4-BE49-F238E27FC236}">
                  <a16:creationId xmlns:a16="http://schemas.microsoft.com/office/drawing/2014/main" id="{379BE1D8-4613-4B14-8972-4B13E178DB6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6" y="3936"/>
              <a:ext cx="122" cy="128"/>
            </a:xfrm>
            <a:custGeom>
              <a:avLst/>
              <a:gdLst>
                <a:gd name="T0" fmla="*/ 0 w 75"/>
                <a:gd name="T1" fmla="*/ 0 h 79"/>
                <a:gd name="T2" fmla="*/ 13 w 75"/>
                <a:gd name="T3" fmla="*/ 144 h 79"/>
                <a:gd name="T4" fmla="*/ 111 w 75"/>
                <a:gd name="T5" fmla="*/ 280 h 79"/>
                <a:gd name="T6" fmla="*/ 322 w 75"/>
                <a:gd name="T7" fmla="*/ 335 h 79"/>
                <a:gd name="T8" fmla="*/ 275 w 75"/>
                <a:gd name="T9" fmla="*/ 274 h 79"/>
                <a:gd name="T10" fmla="*/ 81 w 75"/>
                <a:gd name="T11" fmla="*/ 241 h 79"/>
                <a:gd name="T12" fmla="*/ 29 w 75"/>
                <a:gd name="T13" fmla="*/ 107 h 79"/>
                <a:gd name="T14" fmla="*/ 0 w 75"/>
                <a:gd name="T15" fmla="*/ 0 h 7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5" h="79">
                  <a:moveTo>
                    <a:pt x="0" y="0"/>
                  </a:moveTo>
                  <a:cubicBezTo>
                    <a:pt x="0" y="0"/>
                    <a:pt x="5" y="22"/>
                    <a:pt x="3" y="34"/>
                  </a:cubicBezTo>
                  <a:cubicBezTo>
                    <a:pt x="1" y="46"/>
                    <a:pt x="10" y="62"/>
                    <a:pt x="26" y="66"/>
                  </a:cubicBezTo>
                  <a:cubicBezTo>
                    <a:pt x="42" y="70"/>
                    <a:pt x="75" y="79"/>
                    <a:pt x="75" y="79"/>
                  </a:cubicBezTo>
                  <a:cubicBezTo>
                    <a:pt x="75" y="79"/>
                    <a:pt x="67" y="78"/>
                    <a:pt x="64" y="64"/>
                  </a:cubicBezTo>
                  <a:cubicBezTo>
                    <a:pt x="61" y="50"/>
                    <a:pt x="34" y="74"/>
                    <a:pt x="19" y="57"/>
                  </a:cubicBezTo>
                  <a:cubicBezTo>
                    <a:pt x="3" y="39"/>
                    <a:pt x="7" y="40"/>
                    <a:pt x="7" y="25"/>
                  </a:cubicBezTo>
                  <a:cubicBezTo>
                    <a:pt x="6" y="9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0A8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9089" name="Freeform 1275">
              <a:extLst>
                <a:ext uri="{FF2B5EF4-FFF2-40B4-BE49-F238E27FC236}">
                  <a16:creationId xmlns:a16="http://schemas.microsoft.com/office/drawing/2014/main" id="{3EBB28D0-A09E-47FE-8A84-B05DBFD1F0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8" y="3967"/>
              <a:ext cx="21" cy="68"/>
            </a:xfrm>
            <a:custGeom>
              <a:avLst/>
              <a:gdLst>
                <a:gd name="T0" fmla="*/ 13 w 13"/>
                <a:gd name="T1" fmla="*/ 0 h 42"/>
                <a:gd name="T2" fmla="*/ 50 w 13"/>
                <a:gd name="T3" fmla="*/ 89 h 42"/>
                <a:gd name="T4" fmla="*/ 0 w 13"/>
                <a:gd name="T5" fmla="*/ 178 h 42"/>
                <a:gd name="T6" fmla="*/ 39 w 13"/>
                <a:gd name="T7" fmla="*/ 97 h 42"/>
                <a:gd name="T8" fmla="*/ 21 w 13"/>
                <a:gd name="T9" fmla="*/ 26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42">
                  <a:moveTo>
                    <a:pt x="3" y="0"/>
                  </a:moveTo>
                  <a:cubicBezTo>
                    <a:pt x="7" y="7"/>
                    <a:pt x="11" y="13"/>
                    <a:pt x="12" y="21"/>
                  </a:cubicBezTo>
                  <a:cubicBezTo>
                    <a:pt x="13" y="31"/>
                    <a:pt x="8" y="36"/>
                    <a:pt x="0" y="42"/>
                  </a:cubicBezTo>
                  <a:cubicBezTo>
                    <a:pt x="6" y="37"/>
                    <a:pt x="9" y="31"/>
                    <a:pt x="9" y="23"/>
                  </a:cubicBezTo>
                  <a:cubicBezTo>
                    <a:pt x="10" y="19"/>
                    <a:pt x="9" y="8"/>
                    <a:pt x="5" y="6"/>
                  </a:cubicBezTo>
                </a:path>
              </a:pathLst>
            </a:custGeom>
            <a:solidFill>
              <a:srgbClr val="F6D8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</p:grpSp>
    </p:spTree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530" name="Rectangle 2">
            <a:extLst>
              <a:ext uri="{FF2B5EF4-FFF2-40B4-BE49-F238E27FC236}">
                <a16:creationId xmlns:a16="http://schemas.microsoft.com/office/drawing/2014/main" id="{F1CE1434-06D3-40D7-BF32-7B65B579EC6C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Elderly person (1)</a:t>
            </a:r>
          </a:p>
        </p:txBody>
      </p:sp>
      <p:grpSp>
        <p:nvGrpSpPr>
          <p:cNvPr id="39938" name="Standing-elderly-woman-full-body">
            <a:extLst>
              <a:ext uri="{FF2B5EF4-FFF2-40B4-BE49-F238E27FC236}">
                <a16:creationId xmlns:a16="http://schemas.microsoft.com/office/drawing/2014/main" id="{E4BD293E-2314-4441-AD87-1D1AE4844FE3}"/>
              </a:ext>
            </a:extLst>
          </p:cNvPr>
          <p:cNvGrpSpPr>
            <a:grpSpLocks/>
          </p:cNvGrpSpPr>
          <p:nvPr/>
        </p:nvGrpSpPr>
        <p:grpSpPr bwMode="auto">
          <a:xfrm>
            <a:off x="4006850" y="1231900"/>
            <a:ext cx="1492250" cy="5357813"/>
            <a:chOff x="1564" y="689"/>
            <a:chExt cx="949" cy="3406"/>
          </a:xfrm>
        </p:grpSpPr>
        <p:grpSp>
          <p:nvGrpSpPr>
            <p:cNvPr id="40687" name="Group 4">
              <a:extLst>
                <a:ext uri="{FF2B5EF4-FFF2-40B4-BE49-F238E27FC236}">
                  <a16:creationId xmlns:a16="http://schemas.microsoft.com/office/drawing/2014/main" id="{7EE53DBE-E896-46A0-82CD-00DB4DA7EC1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564" y="745"/>
              <a:ext cx="949" cy="3331"/>
              <a:chOff x="1564" y="745"/>
              <a:chExt cx="949" cy="3331"/>
            </a:xfrm>
          </p:grpSpPr>
          <p:sp>
            <p:nvSpPr>
              <p:cNvPr id="40901" name="Freeform 5">
                <a:extLst>
                  <a:ext uri="{FF2B5EF4-FFF2-40B4-BE49-F238E27FC236}">
                    <a16:creationId xmlns:a16="http://schemas.microsoft.com/office/drawing/2014/main" id="{E74E8A5E-0631-429B-BDC6-EF1E02F237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8" y="745"/>
                <a:ext cx="281" cy="391"/>
              </a:xfrm>
              <a:custGeom>
                <a:avLst/>
                <a:gdLst>
                  <a:gd name="T0" fmla="*/ 741 w 170"/>
                  <a:gd name="T1" fmla="*/ 351 h 237"/>
                  <a:gd name="T2" fmla="*/ 741 w 170"/>
                  <a:gd name="T3" fmla="*/ 346 h 237"/>
                  <a:gd name="T4" fmla="*/ 552 w 170"/>
                  <a:gd name="T5" fmla="*/ 54 h 237"/>
                  <a:gd name="T6" fmla="*/ 164 w 170"/>
                  <a:gd name="T7" fmla="*/ 63 h 237"/>
                  <a:gd name="T8" fmla="*/ 13 w 170"/>
                  <a:gd name="T9" fmla="*/ 340 h 237"/>
                  <a:gd name="T10" fmla="*/ 13 w 170"/>
                  <a:gd name="T11" fmla="*/ 346 h 237"/>
                  <a:gd name="T12" fmla="*/ 0 w 170"/>
                  <a:gd name="T13" fmla="*/ 449 h 237"/>
                  <a:gd name="T14" fmla="*/ 0 w 170"/>
                  <a:gd name="T15" fmla="*/ 378 h 237"/>
                  <a:gd name="T16" fmla="*/ 0 w 170"/>
                  <a:gd name="T17" fmla="*/ 470 h 237"/>
                  <a:gd name="T18" fmla="*/ 33 w 170"/>
                  <a:gd name="T19" fmla="*/ 620 h 237"/>
                  <a:gd name="T20" fmla="*/ 71 w 170"/>
                  <a:gd name="T21" fmla="*/ 789 h 237"/>
                  <a:gd name="T22" fmla="*/ 159 w 170"/>
                  <a:gd name="T23" fmla="*/ 930 h 237"/>
                  <a:gd name="T24" fmla="*/ 326 w 170"/>
                  <a:gd name="T25" fmla="*/ 1059 h 237"/>
                  <a:gd name="T26" fmla="*/ 385 w 170"/>
                  <a:gd name="T27" fmla="*/ 1064 h 237"/>
                  <a:gd name="T28" fmla="*/ 443 w 170"/>
                  <a:gd name="T29" fmla="*/ 1059 h 237"/>
                  <a:gd name="T30" fmla="*/ 615 w 170"/>
                  <a:gd name="T31" fmla="*/ 942 h 237"/>
                  <a:gd name="T32" fmla="*/ 698 w 170"/>
                  <a:gd name="T33" fmla="*/ 789 h 237"/>
                  <a:gd name="T34" fmla="*/ 741 w 170"/>
                  <a:gd name="T35" fmla="*/ 620 h 237"/>
                  <a:gd name="T36" fmla="*/ 767 w 170"/>
                  <a:gd name="T37" fmla="*/ 498 h 237"/>
                  <a:gd name="T38" fmla="*/ 767 w 170"/>
                  <a:gd name="T39" fmla="*/ 493 h 237"/>
                  <a:gd name="T40" fmla="*/ 741 w 170"/>
                  <a:gd name="T41" fmla="*/ 351 h 237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170" h="237">
                    <a:moveTo>
                      <a:pt x="164" y="78"/>
                    </a:moveTo>
                    <a:cubicBezTo>
                      <a:pt x="164" y="77"/>
                      <a:pt x="164" y="77"/>
                      <a:pt x="164" y="77"/>
                    </a:cubicBezTo>
                    <a:cubicBezTo>
                      <a:pt x="159" y="54"/>
                      <a:pt x="132" y="19"/>
                      <a:pt x="122" y="12"/>
                    </a:cubicBezTo>
                    <a:cubicBezTo>
                      <a:pt x="107" y="0"/>
                      <a:pt x="61" y="2"/>
                      <a:pt x="36" y="14"/>
                    </a:cubicBezTo>
                    <a:cubicBezTo>
                      <a:pt x="27" y="23"/>
                      <a:pt x="10" y="53"/>
                      <a:pt x="3" y="76"/>
                    </a:cubicBezTo>
                    <a:cubicBezTo>
                      <a:pt x="3" y="77"/>
                      <a:pt x="3" y="77"/>
                      <a:pt x="3" y="77"/>
                    </a:cubicBezTo>
                    <a:cubicBezTo>
                      <a:pt x="2" y="82"/>
                      <a:pt x="3" y="95"/>
                      <a:pt x="0" y="100"/>
                    </a:cubicBezTo>
                    <a:cubicBezTo>
                      <a:pt x="1" y="96"/>
                      <a:pt x="1" y="90"/>
                      <a:pt x="0" y="84"/>
                    </a:cubicBezTo>
                    <a:cubicBezTo>
                      <a:pt x="0" y="89"/>
                      <a:pt x="0" y="101"/>
                      <a:pt x="0" y="105"/>
                    </a:cubicBezTo>
                    <a:cubicBezTo>
                      <a:pt x="4" y="116"/>
                      <a:pt x="5" y="128"/>
                      <a:pt x="7" y="138"/>
                    </a:cubicBezTo>
                    <a:cubicBezTo>
                      <a:pt x="9" y="148"/>
                      <a:pt x="13" y="168"/>
                      <a:pt x="16" y="176"/>
                    </a:cubicBezTo>
                    <a:cubicBezTo>
                      <a:pt x="19" y="184"/>
                      <a:pt x="22" y="203"/>
                      <a:pt x="35" y="207"/>
                    </a:cubicBezTo>
                    <a:cubicBezTo>
                      <a:pt x="50" y="212"/>
                      <a:pt x="60" y="233"/>
                      <a:pt x="72" y="236"/>
                    </a:cubicBezTo>
                    <a:cubicBezTo>
                      <a:pt x="77" y="236"/>
                      <a:pt x="82" y="237"/>
                      <a:pt x="85" y="237"/>
                    </a:cubicBezTo>
                    <a:cubicBezTo>
                      <a:pt x="89" y="237"/>
                      <a:pt x="94" y="236"/>
                      <a:pt x="98" y="236"/>
                    </a:cubicBezTo>
                    <a:cubicBezTo>
                      <a:pt x="111" y="233"/>
                      <a:pt x="121" y="215"/>
                      <a:pt x="136" y="210"/>
                    </a:cubicBezTo>
                    <a:cubicBezTo>
                      <a:pt x="153" y="203"/>
                      <a:pt x="152" y="184"/>
                      <a:pt x="154" y="176"/>
                    </a:cubicBezTo>
                    <a:cubicBezTo>
                      <a:pt x="157" y="168"/>
                      <a:pt x="161" y="148"/>
                      <a:pt x="164" y="138"/>
                    </a:cubicBezTo>
                    <a:cubicBezTo>
                      <a:pt x="165" y="131"/>
                      <a:pt x="167" y="121"/>
                      <a:pt x="170" y="111"/>
                    </a:cubicBezTo>
                    <a:cubicBezTo>
                      <a:pt x="170" y="110"/>
                      <a:pt x="170" y="110"/>
                      <a:pt x="170" y="110"/>
                    </a:cubicBezTo>
                    <a:cubicBezTo>
                      <a:pt x="169" y="103"/>
                      <a:pt x="167" y="90"/>
                      <a:pt x="164" y="78"/>
                    </a:cubicBezTo>
                  </a:path>
                </a:pathLst>
              </a:custGeom>
              <a:solidFill>
                <a:srgbClr val="FEF6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902" name="Freeform 6">
                <a:extLst>
                  <a:ext uri="{FF2B5EF4-FFF2-40B4-BE49-F238E27FC236}">
                    <a16:creationId xmlns:a16="http://schemas.microsoft.com/office/drawing/2014/main" id="{E54F71DB-C08C-4D31-8194-A1910DA541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4" y="1069"/>
                <a:ext cx="949" cy="3003"/>
              </a:xfrm>
              <a:custGeom>
                <a:avLst/>
                <a:gdLst>
                  <a:gd name="T0" fmla="*/ 2552 w 572"/>
                  <a:gd name="T1" fmla="*/ 3665 h 1819"/>
                  <a:gd name="T2" fmla="*/ 2494 w 572"/>
                  <a:gd name="T3" fmla="*/ 2830 h 1819"/>
                  <a:gd name="T4" fmla="*/ 2417 w 572"/>
                  <a:gd name="T5" fmla="*/ 1809 h 1819"/>
                  <a:gd name="T6" fmla="*/ 2301 w 572"/>
                  <a:gd name="T7" fmla="*/ 954 h 1819"/>
                  <a:gd name="T8" fmla="*/ 1988 w 572"/>
                  <a:gd name="T9" fmla="*/ 441 h 1819"/>
                  <a:gd name="T10" fmla="*/ 1767 w 572"/>
                  <a:gd name="T11" fmla="*/ 386 h 1819"/>
                  <a:gd name="T12" fmla="*/ 1545 w 572"/>
                  <a:gd name="T13" fmla="*/ 35 h 1819"/>
                  <a:gd name="T14" fmla="*/ 1307 w 572"/>
                  <a:gd name="T15" fmla="*/ 185 h 1819"/>
                  <a:gd name="T16" fmla="*/ 1307 w 572"/>
                  <a:gd name="T17" fmla="*/ 185 h 1819"/>
                  <a:gd name="T18" fmla="*/ 1248 w 572"/>
                  <a:gd name="T19" fmla="*/ 180 h 1819"/>
                  <a:gd name="T20" fmla="*/ 1037 w 572"/>
                  <a:gd name="T21" fmla="*/ 0 h 1819"/>
                  <a:gd name="T22" fmla="*/ 698 w 572"/>
                  <a:gd name="T23" fmla="*/ 419 h 1819"/>
                  <a:gd name="T24" fmla="*/ 567 w 572"/>
                  <a:gd name="T25" fmla="*/ 469 h 1819"/>
                  <a:gd name="T26" fmla="*/ 251 w 572"/>
                  <a:gd name="T27" fmla="*/ 1284 h 1819"/>
                  <a:gd name="T28" fmla="*/ 159 w 572"/>
                  <a:gd name="T29" fmla="*/ 2145 h 1819"/>
                  <a:gd name="T30" fmla="*/ 124 w 572"/>
                  <a:gd name="T31" fmla="*/ 3195 h 1819"/>
                  <a:gd name="T32" fmla="*/ 8 w 572"/>
                  <a:gd name="T33" fmla="*/ 3914 h 1819"/>
                  <a:gd name="T34" fmla="*/ 55 w 572"/>
                  <a:gd name="T35" fmla="*/ 4053 h 1819"/>
                  <a:gd name="T36" fmla="*/ 251 w 572"/>
                  <a:gd name="T37" fmla="*/ 4230 h 1819"/>
                  <a:gd name="T38" fmla="*/ 319 w 572"/>
                  <a:gd name="T39" fmla="*/ 4188 h 1819"/>
                  <a:gd name="T40" fmla="*/ 355 w 572"/>
                  <a:gd name="T41" fmla="*/ 4149 h 1819"/>
                  <a:gd name="T42" fmla="*/ 342 w 572"/>
                  <a:gd name="T43" fmla="*/ 3949 h 1819"/>
                  <a:gd name="T44" fmla="*/ 292 w 572"/>
                  <a:gd name="T45" fmla="*/ 3581 h 1819"/>
                  <a:gd name="T46" fmla="*/ 489 w 572"/>
                  <a:gd name="T47" fmla="*/ 2191 h 1819"/>
                  <a:gd name="T48" fmla="*/ 584 w 572"/>
                  <a:gd name="T49" fmla="*/ 1714 h 1819"/>
                  <a:gd name="T50" fmla="*/ 438 w 572"/>
                  <a:gd name="T51" fmla="*/ 2557 h 1819"/>
                  <a:gd name="T52" fmla="*/ 421 w 572"/>
                  <a:gd name="T53" fmla="*/ 3830 h 1819"/>
                  <a:gd name="T54" fmla="*/ 722 w 572"/>
                  <a:gd name="T55" fmla="*/ 5288 h 1819"/>
                  <a:gd name="T56" fmla="*/ 826 w 572"/>
                  <a:gd name="T57" fmla="*/ 6686 h 1819"/>
                  <a:gd name="T58" fmla="*/ 936 w 572"/>
                  <a:gd name="T59" fmla="*/ 7617 h 1819"/>
                  <a:gd name="T60" fmla="*/ 776 w 572"/>
                  <a:gd name="T61" fmla="*/ 7985 h 1819"/>
                  <a:gd name="T62" fmla="*/ 826 w 572"/>
                  <a:gd name="T63" fmla="*/ 8122 h 1819"/>
                  <a:gd name="T64" fmla="*/ 1054 w 572"/>
                  <a:gd name="T65" fmla="*/ 8139 h 1819"/>
                  <a:gd name="T66" fmla="*/ 1274 w 572"/>
                  <a:gd name="T67" fmla="*/ 7984 h 1819"/>
                  <a:gd name="T68" fmla="*/ 1287 w 572"/>
                  <a:gd name="T69" fmla="*/ 7708 h 1819"/>
                  <a:gd name="T70" fmla="*/ 1253 w 572"/>
                  <a:gd name="T71" fmla="*/ 7444 h 1819"/>
                  <a:gd name="T72" fmla="*/ 1266 w 572"/>
                  <a:gd name="T73" fmla="*/ 5930 h 1819"/>
                  <a:gd name="T74" fmla="*/ 1261 w 572"/>
                  <a:gd name="T75" fmla="*/ 5086 h 1819"/>
                  <a:gd name="T76" fmla="*/ 1261 w 572"/>
                  <a:gd name="T77" fmla="*/ 3857 h 1819"/>
                  <a:gd name="T78" fmla="*/ 1302 w 572"/>
                  <a:gd name="T79" fmla="*/ 3860 h 1819"/>
                  <a:gd name="T80" fmla="*/ 1360 w 572"/>
                  <a:gd name="T81" fmla="*/ 3848 h 1819"/>
                  <a:gd name="T82" fmla="*/ 1357 w 572"/>
                  <a:gd name="T83" fmla="*/ 4383 h 1819"/>
                  <a:gd name="T84" fmla="*/ 1365 w 572"/>
                  <a:gd name="T85" fmla="*/ 5516 h 1819"/>
                  <a:gd name="T86" fmla="*/ 1415 w 572"/>
                  <a:gd name="T87" fmla="*/ 7122 h 1819"/>
                  <a:gd name="T88" fmla="*/ 1352 w 572"/>
                  <a:gd name="T89" fmla="*/ 7604 h 1819"/>
                  <a:gd name="T90" fmla="*/ 1324 w 572"/>
                  <a:gd name="T91" fmla="*/ 7860 h 1819"/>
                  <a:gd name="T92" fmla="*/ 1415 w 572"/>
                  <a:gd name="T93" fmla="*/ 8114 h 1819"/>
                  <a:gd name="T94" fmla="*/ 1682 w 572"/>
                  <a:gd name="T95" fmla="*/ 8144 h 1819"/>
                  <a:gd name="T96" fmla="*/ 1837 w 572"/>
                  <a:gd name="T97" fmla="*/ 8060 h 1819"/>
                  <a:gd name="T98" fmla="*/ 1704 w 572"/>
                  <a:gd name="T99" fmla="*/ 7784 h 1819"/>
                  <a:gd name="T100" fmla="*/ 1699 w 572"/>
                  <a:gd name="T101" fmla="*/ 7335 h 1819"/>
                  <a:gd name="T102" fmla="*/ 1863 w 572"/>
                  <a:gd name="T103" fmla="*/ 5687 h 1819"/>
                  <a:gd name="T104" fmla="*/ 2029 w 572"/>
                  <a:gd name="T105" fmla="*/ 4454 h 1819"/>
                  <a:gd name="T106" fmla="*/ 2301 w 572"/>
                  <a:gd name="T107" fmla="*/ 3082 h 1819"/>
                  <a:gd name="T108" fmla="*/ 2042 w 572"/>
                  <a:gd name="T109" fmla="*/ 2191 h 1819"/>
                  <a:gd name="T110" fmla="*/ 2031 w 572"/>
                  <a:gd name="T111" fmla="*/ 1709 h 1819"/>
                  <a:gd name="T112" fmla="*/ 2202 w 572"/>
                  <a:gd name="T113" fmla="*/ 2830 h 1819"/>
                  <a:gd name="T114" fmla="*/ 2293 w 572"/>
                  <a:gd name="T115" fmla="*/ 3718 h 1819"/>
                  <a:gd name="T116" fmla="*/ 2271 w 572"/>
                  <a:gd name="T117" fmla="*/ 4112 h 1819"/>
                  <a:gd name="T118" fmla="*/ 2251 w 572"/>
                  <a:gd name="T119" fmla="*/ 4180 h 1819"/>
                  <a:gd name="T120" fmla="*/ 2256 w 572"/>
                  <a:gd name="T121" fmla="*/ 4266 h 1819"/>
                  <a:gd name="T122" fmla="*/ 2499 w 572"/>
                  <a:gd name="T123" fmla="*/ 4154 h 1819"/>
                  <a:gd name="T124" fmla="*/ 2585 w 572"/>
                  <a:gd name="T125" fmla="*/ 3982 h 1819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0" t="0" r="r" b="b"/>
                <a:pathLst>
                  <a:path w="572" h="1819">
                    <a:moveTo>
                      <a:pt x="570" y="870"/>
                    </a:moveTo>
                    <a:cubicBezTo>
                      <a:pt x="568" y="866"/>
                      <a:pt x="564" y="834"/>
                      <a:pt x="559" y="815"/>
                    </a:cubicBezTo>
                    <a:cubicBezTo>
                      <a:pt x="555" y="800"/>
                      <a:pt x="544" y="734"/>
                      <a:pt x="547" y="704"/>
                    </a:cubicBezTo>
                    <a:cubicBezTo>
                      <a:pt x="549" y="681"/>
                      <a:pt x="545" y="644"/>
                      <a:pt x="546" y="629"/>
                    </a:cubicBezTo>
                    <a:cubicBezTo>
                      <a:pt x="546" y="540"/>
                      <a:pt x="541" y="494"/>
                      <a:pt x="537" y="477"/>
                    </a:cubicBezTo>
                    <a:cubicBezTo>
                      <a:pt x="534" y="461"/>
                      <a:pt x="529" y="437"/>
                      <a:pt x="529" y="402"/>
                    </a:cubicBezTo>
                    <a:cubicBezTo>
                      <a:pt x="529" y="366"/>
                      <a:pt x="520" y="319"/>
                      <a:pt x="517" y="284"/>
                    </a:cubicBezTo>
                    <a:cubicBezTo>
                      <a:pt x="516" y="265"/>
                      <a:pt x="508" y="239"/>
                      <a:pt x="504" y="212"/>
                    </a:cubicBezTo>
                    <a:cubicBezTo>
                      <a:pt x="500" y="186"/>
                      <a:pt x="465" y="110"/>
                      <a:pt x="449" y="104"/>
                    </a:cubicBezTo>
                    <a:cubicBezTo>
                      <a:pt x="445" y="103"/>
                      <a:pt x="439" y="98"/>
                      <a:pt x="435" y="98"/>
                    </a:cubicBezTo>
                    <a:cubicBezTo>
                      <a:pt x="428" y="97"/>
                      <a:pt x="425" y="94"/>
                      <a:pt x="419" y="93"/>
                    </a:cubicBezTo>
                    <a:cubicBezTo>
                      <a:pt x="407" y="91"/>
                      <a:pt x="397" y="89"/>
                      <a:pt x="387" y="86"/>
                    </a:cubicBezTo>
                    <a:cubicBezTo>
                      <a:pt x="366" y="79"/>
                      <a:pt x="327" y="40"/>
                      <a:pt x="345" y="0"/>
                    </a:cubicBezTo>
                    <a:cubicBezTo>
                      <a:pt x="343" y="3"/>
                      <a:pt x="340" y="5"/>
                      <a:pt x="338" y="8"/>
                    </a:cubicBezTo>
                    <a:cubicBezTo>
                      <a:pt x="329" y="21"/>
                      <a:pt x="312" y="37"/>
                      <a:pt x="299" y="40"/>
                    </a:cubicBezTo>
                    <a:cubicBezTo>
                      <a:pt x="295" y="40"/>
                      <a:pt x="290" y="41"/>
                      <a:pt x="286" y="41"/>
                    </a:cubicBezTo>
                    <a:cubicBezTo>
                      <a:pt x="286" y="41"/>
                      <a:pt x="286" y="41"/>
                      <a:pt x="286" y="41"/>
                    </a:cubicBezTo>
                    <a:cubicBezTo>
                      <a:pt x="286" y="41"/>
                      <a:pt x="286" y="41"/>
                      <a:pt x="286" y="41"/>
                    </a:cubicBezTo>
                    <a:cubicBezTo>
                      <a:pt x="286" y="41"/>
                      <a:pt x="286" y="41"/>
                      <a:pt x="286" y="41"/>
                    </a:cubicBezTo>
                    <a:cubicBezTo>
                      <a:pt x="283" y="41"/>
                      <a:pt x="278" y="40"/>
                      <a:pt x="273" y="40"/>
                    </a:cubicBezTo>
                    <a:cubicBezTo>
                      <a:pt x="261" y="37"/>
                      <a:pt x="247" y="19"/>
                      <a:pt x="235" y="8"/>
                    </a:cubicBezTo>
                    <a:cubicBezTo>
                      <a:pt x="232" y="5"/>
                      <a:pt x="229" y="3"/>
                      <a:pt x="227" y="0"/>
                    </a:cubicBezTo>
                    <a:cubicBezTo>
                      <a:pt x="255" y="34"/>
                      <a:pt x="207" y="79"/>
                      <a:pt x="185" y="86"/>
                    </a:cubicBezTo>
                    <a:cubicBezTo>
                      <a:pt x="176" y="89"/>
                      <a:pt x="165" y="91"/>
                      <a:pt x="153" y="93"/>
                    </a:cubicBezTo>
                    <a:cubicBezTo>
                      <a:pt x="148" y="94"/>
                      <a:pt x="144" y="96"/>
                      <a:pt x="137" y="97"/>
                    </a:cubicBezTo>
                    <a:cubicBezTo>
                      <a:pt x="133" y="98"/>
                      <a:pt x="128" y="102"/>
                      <a:pt x="124" y="104"/>
                    </a:cubicBezTo>
                    <a:cubicBezTo>
                      <a:pt x="105" y="111"/>
                      <a:pt x="72" y="182"/>
                      <a:pt x="68" y="208"/>
                    </a:cubicBezTo>
                    <a:cubicBezTo>
                      <a:pt x="64" y="234"/>
                      <a:pt x="57" y="265"/>
                      <a:pt x="55" y="285"/>
                    </a:cubicBezTo>
                    <a:cubicBezTo>
                      <a:pt x="52" y="320"/>
                      <a:pt x="43" y="366"/>
                      <a:pt x="43" y="402"/>
                    </a:cubicBezTo>
                    <a:cubicBezTo>
                      <a:pt x="43" y="437"/>
                      <a:pt x="38" y="461"/>
                      <a:pt x="35" y="477"/>
                    </a:cubicBezTo>
                    <a:cubicBezTo>
                      <a:pt x="32" y="494"/>
                      <a:pt x="24" y="538"/>
                      <a:pt x="25" y="628"/>
                    </a:cubicBezTo>
                    <a:cubicBezTo>
                      <a:pt x="26" y="643"/>
                      <a:pt x="25" y="686"/>
                      <a:pt x="27" y="710"/>
                    </a:cubicBezTo>
                    <a:cubicBezTo>
                      <a:pt x="29" y="739"/>
                      <a:pt x="17" y="800"/>
                      <a:pt x="14" y="815"/>
                    </a:cubicBezTo>
                    <a:cubicBezTo>
                      <a:pt x="9" y="834"/>
                      <a:pt x="5" y="866"/>
                      <a:pt x="2" y="870"/>
                    </a:cubicBezTo>
                    <a:cubicBezTo>
                      <a:pt x="0" y="875"/>
                      <a:pt x="5" y="881"/>
                      <a:pt x="7" y="885"/>
                    </a:cubicBezTo>
                    <a:cubicBezTo>
                      <a:pt x="9" y="890"/>
                      <a:pt x="9" y="894"/>
                      <a:pt x="12" y="901"/>
                    </a:cubicBezTo>
                    <a:cubicBezTo>
                      <a:pt x="14" y="906"/>
                      <a:pt x="21" y="917"/>
                      <a:pt x="25" y="923"/>
                    </a:cubicBezTo>
                    <a:cubicBezTo>
                      <a:pt x="29" y="929"/>
                      <a:pt x="43" y="936"/>
                      <a:pt x="55" y="940"/>
                    </a:cubicBezTo>
                    <a:cubicBezTo>
                      <a:pt x="62" y="943"/>
                      <a:pt x="77" y="951"/>
                      <a:pt x="78" y="948"/>
                    </a:cubicBezTo>
                    <a:cubicBezTo>
                      <a:pt x="81" y="940"/>
                      <a:pt x="76" y="935"/>
                      <a:pt x="70" y="931"/>
                    </a:cubicBezTo>
                    <a:cubicBezTo>
                      <a:pt x="66" y="929"/>
                      <a:pt x="77" y="936"/>
                      <a:pt x="79" y="929"/>
                    </a:cubicBezTo>
                    <a:cubicBezTo>
                      <a:pt x="80" y="927"/>
                      <a:pt x="80" y="926"/>
                      <a:pt x="78" y="922"/>
                    </a:cubicBezTo>
                    <a:cubicBezTo>
                      <a:pt x="79" y="918"/>
                      <a:pt x="78" y="918"/>
                      <a:pt x="76" y="914"/>
                    </a:cubicBezTo>
                    <a:cubicBezTo>
                      <a:pt x="81" y="912"/>
                      <a:pt x="80" y="891"/>
                      <a:pt x="75" y="878"/>
                    </a:cubicBezTo>
                    <a:cubicBezTo>
                      <a:pt x="76" y="870"/>
                      <a:pt x="81" y="847"/>
                      <a:pt x="70" y="826"/>
                    </a:cubicBezTo>
                    <a:cubicBezTo>
                      <a:pt x="64" y="815"/>
                      <a:pt x="64" y="803"/>
                      <a:pt x="64" y="796"/>
                    </a:cubicBezTo>
                    <a:cubicBezTo>
                      <a:pt x="61" y="780"/>
                      <a:pt x="80" y="662"/>
                      <a:pt x="90" y="629"/>
                    </a:cubicBezTo>
                    <a:cubicBezTo>
                      <a:pt x="111" y="560"/>
                      <a:pt x="105" y="499"/>
                      <a:pt x="107" y="487"/>
                    </a:cubicBezTo>
                    <a:cubicBezTo>
                      <a:pt x="109" y="475"/>
                      <a:pt x="123" y="410"/>
                      <a:pt x="127" y="381"/>
                    </a:cubicBezTo>
                    <a:cubicBezTo>
                      <a:pt x="128" y="381"/>
                      <a:pt x="128" y="381"/>
                      <a:pt x="128" y="381"/>
                    </a:cubicBezTo>
                    <a:cubicBezTo>
                      <a:pt x="124" y="422"/>
                      <a:pt x="126" y="470"/>
                      <a:pt x="127" y="488"/>
                    </a:cubicBezTo>
                    <a:cubicBezTo>
                      <a:pt x="129" y="514"/>
                      <a:pt x="107" y="548"/>
                      <a:pt x="96" y="568"/>
                    </a:cubicBezTo>
                    <a:cubicBezTo>
                      <a:pt x="85" y="588"/>
                      <a:pt x="83" y="634"/>
                      <a:pt x="74" y="690"/>
                    </a:cubicBezTo>
                    <a:cubicBezTo>
                      <a:pt x="65" y="734"/>
                      <a:pt x="84" y="771"/>
                      <a:pt x="92" y="851"/>
                    </a:cubicBezTo>
                    <a:cubicBezTo>
                      <a:pt x="98" y="907"/>
                      <a:pt x="117" y="946"/>
                      <a:pt x="131" y="1009"/>
                    </a:cubicBezTo>
                    <a:cubicBezTo>
                      <a:pt x="144" y="1065"/>
                      <a:pt x="161" y="1130"/>
                      <a:pt x="158" y="1175"/>
                    </a:cubicBezTo>
                    <a:cubicBezTo>
                      <a:pt x="156" y="1216"/>
                      <a:pt x="158" y="1235"/>
                      <a:pt x="165" y="1264"/>
                    </a:cubicBezTo>
                    <a:cubicBezTo>
                      <a:pt x="171" y="1290"/>
                      <a:pt x="168" y="1411"/>
                      <a:pt x="181" y="1486"/>
                    </a:cubicBezTo>
                    <a:cubicBezTo>
                      <a:pt x="194" y="1561"/>
                      <a:pt x="197" y="1612"/>
                      <a:pt x="201" y="1630"/>
                    </a:cubicBezTo>
                    <a:cubicBezTo>
                      <a:pt x="209" y="1669"/>
                      <a:pt x="202" y="1673"/>
                      <a:pt x="205" y="1693"/>
                    </a:cubicBezTo>
                    <a:cubicBezTo>
                      <a:pt x="209" y="1713"/>
                      <a:pt x="209" y="1710"/>
                      <a:pt x="199" y="1730"/>
                    </a:cubicBezTo>
                    <a:cubicBezTo>
                      <a:pt x="190" y="1742"/>
                      <a:pt x="175" y="1769"/>
                      <a:pt x="170" y="1775"/>
                    </a:cubicBezTo>
                    <a:cubicBezTo>
                      <a:pt x="166" y="1781"/>
                      <a:pt x="168" y="1787"/>
                      <a:pt x="170" y="1791"/>
                    </a:cubicBezTo>
                    <a:cubicBezTo>
                      <a:pt x="167" y="1800"/>
                      <a:pt x="177" y="1805"/>
                      <a:pt x="181" y="1805"/>
                    </a:cubicBezTo>
                    <a:cubicBezTo>
                      <a:pt x="180" y="1816"/>
                      <a:pt x="200" y="1815"/>
                      <a:pt x="204" y="1810"/>
                    </a:cubicBezTo>
                    <a:cubicBezTo>
                      <a:pt x="210" y="1816"/>
                      <a:pt x="225" y="1816"/>
                      <a:pt x="231" y="1809"/>
                    </a:cubicBezTo>
                    <a:cubicBezTo>
                      <a:pt x="241" y="1817"/>
                      <a:pt x="256" y="1819"/>
                      <a:pt x="261" y="1810"/>
                    </a:cubicBezTo>
                    <a:cubicBezTo>
                      <a:pt x="271" y="1795"/>
                      <a:pt x="280" y="1785"/>
                      <a:pt x="279" y="1774"/>
                    </a:cubicBezTo>
                    <a:cubicBezTo>
                      <a:pt x="278" y="1763"/>
                      <a:pt x="280" y="1760"/>
                      <a:pt x="283" y="1747"/>
                    </a:cubicBezTo>
                    <a:cubicBezTo>
                      <a:pt x="285" y="1733"/>
                      <a:pt x="287" y="1723"/>
                      <a:pt x="282" y="1713"/>
                    </a:cubicBezTo>
                    <a:cubicBezTo>
                      <a:pt x="277" y="1704"/>
                      <a:pt x="277" y="1700"/>
                      <a:pt x="277" y="1690"/>
                    </a:cubicBezTo>
                    <a:cubicBezTo>
                      <a:pt x="277" y="1681"/>
                      <a:pt x="280" y="1666"/>
                      <a:pt x="274" y="1654"/>
                    </a:cubicBezTo>
                    <a:cubicBezTo>
                      <a:pt x="268" y="1642"/>
                      <a:pt x="261" y="1614"/>
                      <a:pt x="262" y="1583"/>
                    </a:cubicBezTo>
                    <a:cubicBezTo>
                      <a:pt x="263" y="1552"/>
                      <a:pt x="286" y="1378"/>
                      <a:pt x="277" y="1318"/>
                    </a:cubicBezTo>
                    <a:cubicBezTo>
                      <a:pt x="267" y="1258"/>
                      <a:pt x="271" y="1246"/>
                      <a:pt x="273" y="1226"/>
                    </a:cubicBezTo>
                    <a:cubicBezTo>
                      <a:pt x="275" y="1206"/>
                      <a:pt x="281" y="1173"/>
                      <a:pt x="276" y="1130"/>
                    </a:cubicBezTo>
                    <a:cubicBezTo>
                      <a:pt x="274" y="1113"/>
                      <a:pt x="274" y="1044"/>
                      <a:pt x="275" y="974"/>
                    </a:cubicBezTo>
                    <a:cubicBezTo>
                      <a:pt x="275" y="928"/>
                      <a:pt x="288" y="869"/>
                      <a:pt x="276" y="857"/>
                    </a:cubicBezTo>
                    <a:cubicBezTo>
                      <a:pt x="276" y="856"/>
                      <a:pt x="276" y="856"/>
                      <a:pt x="276" y="856"/>
                    </a:cubicBezTo>
                    <a:cubicBezTo>
                      <a:pt x="279" y="857"/>
                      <a:pt x="282" y="858"/>
                      <a:pt x="285" y="858"/>
                    </a:cubicBezTo>
                    <a:cubicBezTo>
                      <a:pt x="286" y="858"/>
                      <a:pt x="286" y="858"/>
                      <a:pt x="286" y="858"/>
                    </a:cubicBezTo>
                    <a:cubicBezTo>
                      <a:pt x="290" y="858"/>
                      <a:pt x="294" y="857"/>
                      <a:pt x="298" y="855"/>
                    </a:cubicBezTo>
                    <a:cubicBezTo>
                      <a:pt x="297" y="857"/>
                      <a:pt x="297" y="857"/>
                      <a:pt x="297" y="857"/>
                    </a:cubicBezTo>
                    <a:cubicBezTo>
                      <a:pt x="285" y="869"/>
                      <a:pt x="297" y="928"/>
                      <a:pt x="297" y="974"/>
                    </a:cubicBezTo>
                    <a:cubicBezTo>
                      <a:pt x="298" y="1044"/>
                      <a:pt x="299" y="1113"/>
                      <a:pt x="297" y="1130"/>
                    </a:cubicBezTo>
                    <a:cubicBezTo>
                      <a:pt x="291" y="1173"/>
                      <a:pt x="297" y="1206"/>
                      <a:pt x="299" y="1226"/>
                    </a:cubicBezTo>
                    <a:cubicBezTo>
                      <a:pt x="302" y="1246"/>
                      <a:pt x="305" y="1258"/>
                      <a:pt x="296" y="1318"/>
                    </a:cubicBezTo>
                    <a:cubicBezTo>
                      <a:pt x="286" y="1378"/>
                      <a:pt x="309" y="1552"/>
                      <a:pt x="310" y="1583"/>
                    </a:cubicBezTo>
                    <a:cubicBezTo>
                      <a:pt x="311" y="1614"/>
                      <a:pt x="304" y="1642"/>
                      <a:pt x="298" y="1654"/>
                    </a:cubicBezTo>
                    <a:cubicBezTo>
                      <a:pt x="292" y="1666"/>
                      <a:pt x="296" y="1681"/>
                      <a:pt x="296" y="1690"/>
                    </a:cubicBezTo>
                    <a:cubicBezTo>
                      <a:pt x="296" y="1700"/>
                      <a:pt x="296" y="1704"/>
                      <a:pt x="291" y="1713"/>
                    </a:cubicBezTo>
                    <a:cubicBezTo>
                      <a:pt x="286" y="1723"/>
                      <a:pt x="288" y="1733"/>
                      <a:pt x="290" y="1747"/>
                    </a:cubicBezTo>
                    <a:cubicBezTo>
                      <a:pt x="292" y="1760"/>
                      <a:pt x="295" y="1763"/>
                      <a:pt x="294" y="1774"/>
                    </a:cubicBezTo>
                    <a:cubicBezTo>
                      <a:pt x="292" y="1785"/>
                      <a:pt x="301" y="1791"/>
                      <a:pt x="310" y="1803"/>
                    </a:cubicBezTo>
                    <a:cubicBezTo>
                      <a:pt x="321" y="1818"/>
                      <a:pt x="332" y="1817"/>
                      <a:pt x="341" y="1809"/>
                    </a:cubicBezTo>
                    <a:cubicBezTo>
                      <a:pt x="347" y="1816"/>
                      <a:pt x="362" y="1816"/>
                      <a:pt x="368" y="1810"/>
                    </a:cubicBezTo>
                    <a:cubicBezTo>
                      <a:pt x="373" y="1815"/>
                      <a:pt x="393" y="1816"/>
                      <a:pt x="392" y="1805"/>
                    </a:cubicBezTo>
                    <a:cubicBezTo>
                      <a:pt x="395" y="1805"/>
                      <a:pt x="406" y="1800"/>
                      <a:pt x="402" y="1791"/>
                    </a:cubicBezTo>
                    <a:cubicBezTo>
                      <a:pt x="405" y="1787"/>
                      <a:pt x="407" y="1781"/>
                      <a:pt x="402" y="1775"/>
                    </a:cubicBezTo>
                    <a:cubicBezTo>
                      <a:pt x="397" y="1769"/>
                      <a:pt x="382" y="1742"/>
                      <a:pt x="373" y="1730"/>
                    </a:cubicBezTo>
                    <a:cubicBezTo>
                      <a:pt x="363" y="1710"/>
                      <a:pt x="364" y="1713"/>
                      <a:pt x="367" y="1693"/>
                    </a:cubicBezTo>
                    <a:cubicBezTo>
                      <a:pt x="371" y="1673"/>
                      <a:pt x="363" y="1669"/>
                      <a:pt x="372" y="1630"/>
                    </a:cubicBezTo>
                    <a:cubicBezTo>
                      <a:pt x="376" y="1612"/>
                      <a:pt x="380" y="1567"/>
                      <a:pt x="392" y="1490"/>
                    </a:cubicBezTo>
                    <a:cubicBezTo>
                      <a:pt x="404" y="1413"/>
                      <a:pt x="406" y="1291"/>
                      <a:pt x="408" y="1264"/>
                    </a:cubicBezTo>
                    <a:cubicBezTo>
                      <a:pt x="410" y="1237"/>
                      <a:pt x="418" y="1211"/>
                      <a:pt x="416" y="1164"/>
                    </a:cubicBezTo>
                    <a:cubicBezTo>
                      <a:pt x="415" y="1122"/>
                      <a:pt x="431" y="1046"/>
                      <a:pt x="444" y="990"/>
                    </a:cubicBezTo>
                    <a:cubicBezTo>
                      <a:pt x="458" y="927"/>
                      <a:pt x="480" y="908"/>
                      <a:pt x="486" y="852"/>
                    </a:cubicBezTo>
                    <a:cubicBezTo>
                      <a:pt x="494" y="772"/>
                      <a:pt x="513" y="729"/>
                      <a:pt x="504" y="685"/>
                    </a:cubicBezTo>
                    <a:cubicBezTo>
                      <a:pt x="495" y="629"/>
                      <a:pt x="483" y="582"/>
                      <a:pt x="472" y="562"/>
                    </a:cubicBezTo>
                    <a:cubicBezTo>
                      <a:pt x="462" y="541"/>
                      <a:pt x="446" y="512"/>
                      <a:pt x="447" y="487"/>
                    </a:cubicBezTo>
                    <a:cubicBezTo>
                      <a:pt x="448" y="470"/>
                      <a:pt x="447" y="447"/>
                      <a:pt x="449" y="411"/>
                    </a:cubicBezTo>
                    <a:cubicBezTo>
                      <a:pt x="445" y="380"/>
                      <a:pt x="445" y="380"/>
                      <a:pt x="445" y="380"/>
                    </a:cubicBezTo>
                    <a:cubicBezTo>
                      <a:pt x="449" y="409"/>
                      <a:pt x="463" y="475"/>
                      <a:pt x="466" y="487"/>
                    </a:cubicBezTo>
                    <a:cubicBezTo>
                      <a:pt x="468" y="499"/>
                      <a:pt x="461" y="560"/>
                      <a:pt x="482" y="629"/>
                    </a:cubicBezTo>
                    <a:cubicBezTo>
                      <a:pt x="493" y="662"/>
                      <a:pt x="511" y="780"/>
                      <a:pt x="508" y="796"/>
                    </a:cubicBezTo>
                    <a:cubicBezTo>
                      <a:pt x="508" y="803"/>
                      <a:pt x="506" y="814"/>
                      <a:pt x="502" y="826"/>
                    </a:cubicBezTo>
                    <a:cubicBezTo>
                      <a:pt x="496" y="844"/>
                      <a:pt x="497" y="870"/>
                      <a:pt x="498" y="878"/>
                    </a:cubicBezTo>
                    <a:cubicBezTo>
                      <a:pt x="496" y="889"/>
                      <a:pt x="492" y="912"/>
                      <a:pt x="497" y="914"/>
                    </a:cubicBezTo>
                    <a:cubicBezTo>
                      <a:pt x="494" y="918"/>
                      <a:pt x="493" y="918"/>
                      <a:pt x="494" y="922"/>
                    </a:cubicBezTo>
                    <a:cubicBezTo>
                      <a:pt x="493" y="926"/>
                      <a:pt x="493" y="927"/>
                      <a:pt x="493" y="929"/>
                    </a:cubicBezTo>
                    <a:cubicBezTo>
                      <a:pt x="496" y="936"/>
                      <a:pt x="506" y="929"/>
                      <a:pt x="502" y="931"/>
                    </a:cubicBezTo>
                    <a:cubicBezTo>
                      <a:pt x="497" y="935"/>
                      <a:pt x="491" y="940"/>
                      <a:pt x="494" y="948"/>
                    </a:cubicBezTo>
                    <a:cubicBezTo>
                      <a:pt x="496" y="951"/>
                      <a:pt x="510" y="943"/>
                      <a:pt x="518" y="940"/>
                    </a:cubicBezTo>
                    <a:cubicBezTo>
                      <a:pt x="529" y="936"/>
                      <a:pt x="544" y="929"/>
                      <a:pt x="547" y="923"/>
                    </a:cubicBezTo>
                    <a:cubicBezTo>
                      <a:pt x="551" y="917"/>
                      <a:pt x="558" y="906"/>
                      <a:pt x="561" y="901"/>
                    </a:cubicBezTo>
                    <a:cubicBezTo>
                      <a:pt x="564" y="894"/>
                      <a:pt x="563" y="890"/>
                      <a:pt x="566" y="885"/>
                    </a:cubicBezTo>
                    <a:cubicBezTo>
                      <a:pt x="568" y="881"/>
                      <a:pt x="572" y="875"/>
                      <a:pt x="570" y="870"/>
                    </a:cubicBezTo>
                  </a:path>
                </a:pathLst>
              </a:custGeom>
              <a:solidFill>
                <a:srgbClr val="FEF6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903" name="Freeform 7">
                <a:extLst>
                  <a:ext uri="{FF2B5EF4-FFF2-40B4-BE49-F238E27FC236}">
                    <a16:creationId xmlns:a16="http://schemas.microsoft.com/office/drawing/2014/main" id="{3A77257A-C116-406C-B944-705056D16D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2" y="1049"/>
                <a:ext cx="105" cy="26"/>
              </a:xfrm>
              <a:custGeom>
                <a:avLst/>
                <a:gdLst>
                  <a:gd name="T0" fmla="*/ 47 w 63"/>
                  <a:gd name="T1" fmla="*/ 55 h 16"/>
                  <a:gd name="T2" fmla="*/ 75 w 63"/>
                  <a:gd name="T3" fmla="*/ 63 h 16"/>
                  <a:gd name="T4" fmla="*/ 158 w 63"/>
                  <a:gd name="T5" fmla="*/ 68 h 16"/>
                  <a:gd name="T6" fmla="*/ 153 w 63"/>
                  <a:gd name="T7" fmla="*/ 68 h 16"/>
                  <a:gd name="T8" fmla="*/ 228 w 63"/>
                  <a:gd name="T9" fmla="*/ 63 h 16"/>
                  <a:gd name="T10" fmla="*/ 255 w 63"/>
                  <a:gd name="T11" fmla="*/ 55 h 16"/>
                  <a:gd name="T12" fmla="*/ 292 w 63"/>
                  <a:gd name="T13" fmla="*/ 5 h 16"/>
                  <a:gd name="T14" fmla="*/ 188 w 63"/>
                  <a:gd name="T15" fmla="*/ 29 h 16"/>
                  <a:gd name="T16" fmla="*/ 147 w 63"/>
                  <a:gd name="T17" fmla="*/ 29 h 16"/>
                  <a:gd name="T18" fmla="*/ 147 w 63"/>
                  <a:gd name="T19" fmla="*/ 29 h 16"/>
                  <a:gd name="T20" fmla="*/ 112 w 63"/>
                  <a:gd name="T21" fmla="*/ 29 h 16"/>
                  <a:gd name="T22" fmla="*/ 0 w 63"/>
                  <a:gd name="T23" fmla="*/ 0 h 1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63" h="16">
                    <a:moveTo>
                      <a:pt x="10" y="13"/>
                    </a:moveTo>
                    <a:cubicBezTo>
                      <a:pt x="10" y="13"/>
                      <a:pt x="11" y="14"/>
                      <a:pt x="16" y="15"/>
                    </a:cubicBezTo>
                    <a:cubicBezTo>
                      <a:pt x="20" y="16"/>
                      <a:pt x="30" y="16"/>
                      <a:pt x="34" y="16"/>
                    </a:cubicBezTo>
                    <a:cubicBezTo>
                      <a:pt x="33" y="16"/>
                      <a:pt x="33" y="16"/>
                      <a:pt x="33" y="16"/>
                    </a:cubicBezTo>
                    <a:cubicBezTo>
                      <a:pt x="37" y="16"/>
                      <a:pt x="44" y="16"/>
                      <a:pt x="49" y="15"/>
                    </a:cubicBezTo>
                    <a:cubicBezTo>
                      <a:pt x="53" y="14"/>
                      <a:pt x="55" y="13"/>
                      <a:pt x="55" y="13"/>
                    </a:cubicBezTo>
                    <a:cubicBezTo>
                      <a:pt x="63" y="1"/>
                      <a:pt x="63" y="1"/>
                      <a:pt x="63" y="1"/>
                    </a:cubicBezTo>
                    <a:cubicBezTo>
                      <a:pt x="55" y="10"/>
                      <a:pt x="45" y="7"/>
                      <a:pt x="41" y="7"/>
                    </a:cubicBezTo>
                    <a:cubicBezTo>
                      <a:pt x="38" y="7"/>
                      <a:pt x="35" y="7"/>
                      <a:pt x="32" y="7"/>
                    </a:cubicBezTo>
                    <a:cubicBezTo>
                      <a:pt x="32" y="7"/>
                      <a:pt x="32" y="7"/>
                      <a:pt x="32" y="7"/>
                    </a:cubicBezTo>
                    <a:cubicBezTo>
                      <a:pt x="30" y="7"/>
                      <a:pt x="27" y="7"/>
                      <a:pt x="24" y="7"/>
                    </a:cubicBezTo>
                    <a:cubicBezTo>
                      <a:pt x="20" y="7"/>
                      <a:pt x="6" y="12"/>
                      <a:pt x="0" y="0"/>
                    </a:cubicBezTo>
                  </a:path>
                </a:pathLst>
              </a:custGeom>
              <a:solidFill>
                <a:srgbClr val="F4D7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904" name="Freeform 8">
                <a:extLst>
                  <a:ext uri="{FF2B5EF4-FFF2-40B4-BE49-F238E27FC236}">
                    <a16:creationId xmlns:a16="http://schemas.microsoft.com/office/drawing/2014/main" id="{EB747816-2227-43FB-B68E-C3DAE5412C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4" y="1072"/>
                <a:ext cx="46" cy="15"/>
              </a:xfrm>
              <a:custGeom>
                <a:avLst/>
                <a:gdLst>
                  <a:gd name="T0" fmla="*/ 0 w 28"/>
                  <a:gd name="T1" fmla="*/ 0 h 9"/>
                  <a:gd name="T2" fmla="*/ 125 w 28"/>
                  <a:gd name="T3" fmla="*/ 20 h 9"/>
                  <a:gd name="T4" fmla="*/ 5 w 28"/>
                  <a:gd name="T5" fmla="*/ 5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9">
                    <a:moveTo>
                      <a:pt x="0" y="0"/>
                    </a:moveTo>
                    <a:cubicBezTo>
                      <a:pt x="8" y="6"/>
                      <a:pt x="19" y="4"/>
                      <a:pt x="28" y="4"/>
                    </a:cubicBezTo>
                    <a:cubicBezTo>
                      <a:pt x="17" y="9"/>
                      <a:pt x="12" y="7"/>
                      <a:pt x="1" y="1"/>
                    </a:cubicBezTo>
                  </a:path>
                </a:pathLst>
              </a:custGeom>
              <a:solidFill>
                <a:srgbClr val="FDEA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905" name="Freeform 9">
                <a:extLst>
                  <a:ext uri="{FF2B5EF4-FFF2-40B4-BE49-F238E27FC236}">
                    <a16:creationId xmlns:a16="http://schemas.microsoft.com/office/drawing/2014/main" id="{AD96DDC4-F69E-4ABF-AE03-3B1F2A146E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3" y="1236"/>
                <a:ext cx="164" cy="18"/>
              </a:xfrm>
              <a:custGeom>
                <a:avLst/>
                <a:gdLst>
                  <a:gd name="T0" fmla="*/ 5 w 99"/>
                  <a:gd name="T1" fmla="*/ 34 h 11"/>
                  <a:gd name="T2" fmla="*/ 220 w 99"/>
                  <a:gd name="T3" fmla="*/ 29 h 11"/>
                  <a:gd name="T4" fmla="*/ 451 w 99"/>
                  <a:gd name="T5" fmla="*/ 18 h 11"/>
                  <a:gd name="T6" fmla="*/ 401 w 99"/>
                  <a:gd name="T7" fmla="*/ 8 h 11"/>
                  <a:gd name="T8" fmla="*/ 277 w 99"/>
                  <a:gd name="T9" fmla="*/ 8 h 11"/>
                  <a:gd name="T10" fmla="*/ 118 w 99"/>
                  <a:gd name="T11" fmla="*/ 0 h 11"/>
                  <a:gd name="T12" fmla="*/ 0 w 99"/>
                  <a:gd name="T13" fmla="*/ 47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9" h="11">
                    <a:moveTo>
                      <a:pt x="1" y="8"/>
                    </a:moveTo>
                    <a:cubicBezTo>
                      <a:pt x="16" y="3"/>
                      <a:pt x="33" y="5"/>
                      <a:pt x="48" y="7"/>
                    </a:cubicBezTo>
                    <a:cubicBezTo>
                      <a:pt x="65" y="9"/>
                      <a:pt x="82" y="5"/>
                      <a:pt x="99" y="4"/>
                    </a:cubicBezTo>
                    <a:cubicBezTo>
                      <a:pt x="96" y="1"/>
                      <a:pt x="92" y="2"/>
                      <a:pt x="88" y="2"/>
                    </a:cubicBezTo>
                    <a:cubicBezTo>
                      <a:pt x="79" y="2"/>
                      <a:pt x="70" y="2"/>
                      <a:pt x="61" y="2"/>
                    </a:cubicBezTo>
                    <a:cubicBezTo>
                      <a:pt x="49" y="3"/>
                      <a:pt x="39" y="0"/>
                      <a:pt x="26" y="0"/>
                    </a:cubicBezTo>
                    <a:cubicBezTo>
                      <a:pt x="19" y="1"/>
                      <a:pt x="2" y="2"/>
                      <a:pt x="0" y="11"/>
                    </a:cubicBezTo>
                  </a:path>
                </a:pathLst>
              </a:custGeom>
              <a:solidFill>
                <a:srgbClr val="FDEA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906" name="Freeform 10">
                <a:extLst>
                  <a:ext uri="{FF2B5EF4-FFF2-40B4-BE49-F238E27FC236}">
                    <a16:creationId xmlns:a16="http://schemas.microsoft.com/office/drawing/2014/main" id="{377434E4-6D66-4E57-88D8-3ECEF481CF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1260"/>
                <a:ext cx="33" cy="42"/>
              </a:xfrm>
              <a:custGeom>
                <a:avLst/>
                <a:gdLst>
                  <a:gd name="T0" fmla="*/ 0 w 20"/>
                  <a:gd name="T1" fmla="*/ 0 h 25"/>
                  <a:gd name="T2" fmla="*/ 35 w 20"/>
                  <a:gd name="T3" fmla="*/ 99 h 25"/>
                  <a:gd name="T4" fmla="*/ 89 w 20"/>
                  <a:gd name="T5" fmla="*/ 49 h 25"/>
                  <a:gd name="T6" fmla="*/ 63 w 20"/>
                  <a:gd name="T7" fmla="*/ 62 h 25"/>
                  <a:gd name="T8" fmla="*/ 13 w 20"/>
                  <a:gd name="T9" fmla="*/ 5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25">
                    <a:moveTo>
                      <a:pt x="0" y="0"/>
                    </a:moveTo>
                    <a:cubicBezTo>
                      <a:pt x="1" y="6"/>
                      <a:pt x="4" y="17"/>
                      <a:pt x="8" y="21"/>
                    </a:cubicBezTo>
                    <a:cubicBezTo>
                      <a:pt x="13" y="25"/>
                      <a:pt x="20" y="17"/>
                      <a:pt x="20" y="10"/>
                    </a:cubicBezTo>
                    <a:cubicBezTo>
                      <a:pt x="19" y="12"/>
                      <a:pt x="17" y="13"/>
                      <a:pt x="14" y="13"/>
                    </a:cubicBezTo>
                    <a:cubicBezTo>
                      <a:pt x="10" y="13"/>
                      <a:pt x="2" y="5"/>
                      <a:pt x="3" y="1"/>
                    </a:cubicBezTo>
                  </a:path>
                </a:pathLst>
              </a:custGeom>
              <a:solidFill>
                <a:srgbClr val="FDEA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907" name="Freeform 11">
                <a:extLst>
                  <a:ext uri="{FF2B5EF4-FFF2-40B4-BE49-F238E27FC236}">
                    <a16:creationId xmlns:a16="http://schemas.microsoft.com/office/drawing/2014/main" id="{612DE94F-DAC1-4CEA-9174-7AEA5F410A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7" y="2033"/>
                <a:ext cx="18" cy="20"/>
              </a:xfrm>
              <a:custGeom>
                <a:avLst/>
                <a:gdLst>
                  <a:gd name="T0" fmla="*/ 0 w 11"/>
                  <a:gd name="T1" fmla="*/ 33 h 12"/>
                  <a:gd name="T2" fmla="*/ 47 w 11"/>
                  <a:gd name="T3" fmla="*/ 37 h 12"/>
                  <a:gd name="T4" fmla="*/ 41 w 11"/>
                  <a:gd name="T5" fmla="*/ 5 h 12"/>
                  <a:gd name="T6" fmla="*/ 8 w 11"/>
                  <a:gd name="T7" fmla="*/ 8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12">
                    <a:moveTo>
                      <a:pt x="0" y="7"/>
                    </a:moveTo>
                    <a:cubicBezTo>
                      <a:pt x="2" y="11"/>
                      <a:pt x="9" y="12"/>
                      <a:pt x="11" y="8"/>
                    </a:cubicBezTo>
                    <a:cubicBezTo>
                      <a:pt x="11" y="7"/>
                      <a:pt x="10" y="2"/>
                      <a:pt x="9" y="1"/>
                    </a:cubicBezTo>
                    <a:cubicBezTo>
                      <a:pt x="7" y="0"/>
                      <a:pt x="4" y="1"/>
                      <a:pt x="2" y="2"/>
                    </a:cubicBezTo>
                  </a:path>
                </a:pathLst>
              </a:custGeom>
              <a:solidFill>
                <a:srgbClr val="FDEA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908" name="Freeform 12">
                <a:extLst>
                  <a:ext uri="{FF2B5EF4-FFF2-40B4-BE49-F238E27FC236}">
                    <a16:creationId xmlns:a16="http://schemas.microsoft.com/office/drawing/2014/main" id="{9E8A2231-664F-4831-B9ED-A4E5F35811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5" y="2413"/>
                <a:ext cx="136" cy="64"/>
              </a:xfrm>
              <a:custGeom>
                <a:avLst/>
                <a:gdLst>
                  <a:gd name="T0" fmla="*/ 5 w 82"/>
                  <a:gd name="T1" fmla="*/ 80 h 39"/>
                  <a:gd name="T2" fmla="*/ 192 w 82"/>
                  <a:gd name="T3" fmla="*/ 167 h 39"/>
                  <a:gd name="T4" fmla="*/ 285 w 82"/>
                  <a:gd name="T5" fmla="*/ 131 h 39"/>
                  <a:gd name="T6" fmla="*/ 375 w 82"/>
                  <a:gd name="T7" fmla="*/ 0 h 39"/>
                  <a:gd name="T8" fmla="*/ 318 w 82"/>
                  <a:gd name="T9" fmla="*/ 54 h 39"/>
                  <a:gd name="T10" fmla="*/ 201 w 82"/>
                  <a:gd name="T11" fmla="*/ 97 h 39"/>
                  <a:gd name="T12" fmla="*/ 88 w 82"/>
                  <a:gd name="T13" fmla="*/ 67 h 39"/>
                  <a:gd name="T14" fmla="*/ 0 w 82"/>
                  <a:gd name="T15" fmla="*/ 41 h 3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2" h="39">
                    <a:moveTo>
                      <a:pt x="1" y="18"/>
                    </a:moveTo>
                    <a:cubicBezTo>
                      <a:pt x="14" y="29"/>
                      <a:pt x="25" y="39"/>
                      <a:pt x="42" y="38"/>
                    </a:cubicBezTo>
                    <a:cubicBezTo>
                      <a:pt x="50" y="38"/>
                      <a:pt x="58" y="36"/>
                      <a:pt x="63" y="30"/>
                    </a:cubicBezTo>
                    <a:cubicBezTo>
                      <a:pt x="70" y="24"/>
                      <a:pt x="81" y="10"/>
                      <a:pt x="82" y="0"/>
                    </a:cubicBezTo>
                    <a:cubicBezTo>
                      <a:pt x="78" y="1"/>
                      <a:pt x="73" y="8"/>
                      <a:pt x="70" y="12"/>
                    </a:cubicBezTo>
                    <a:cubicBezTo>
                      <a:pt x="63" y="19"/>
                      <a:pt x="54" y="22"/>
                      <a:pt x="44" y="22"/>
                    </a:cubicBezTo>
                    <a:cubicBezTo>
                      <a:pt x="35" y="22"/>
                      <a:pt x="28" y="18"/>
                      <a:pt x="19" y="15"/>
                    </a:cubicBezTo>
                    <a:cubicBezTo>
                      <a:pt x="14" y="14"/>
                      <a:pt x="2" y="16"/>
                      <a:pt x="0" y="9"/>
                    </a:cubicBezTo>
                  </a:path>
                </a:pathLst>
              </a:custGeom>
              <a:solidFill>
                <a:srgbClr val="FDEA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909" name="Freeform 13">
                <a:extLst>
                  <a:ext uri="{FF2B5EF4-FFF2-40B4-BE49-F238E27FC236}">
                    <a16:creationId xmlns:a16="http://schemas.microsoft.com/office/drawing/2014/main" id="{7B7C200F-958B-4CD9-AECF-8DE420E6B4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2" y="2466"/>
                <a:ext cx="52" cy="625"/>
              </a:xfrm>
              <a:custGeom>
                <a:avLst/>
                <a:gdLst>
                  <a:gd name="T0" fmla="*/ 0 w 31"/>
                  <a:gd name="T1" fmla="*/ 0 h 379"/>
                  <a:gd name="T2" fmla="*/ 138 w 31"/>
                  <a:gd name="T3" fmla="*/ 158 h 379"/>
                  <a:gd name="T4" fmla="*/ 104 w 31"/>
                  <a:gd name="T5" fmla="*/ 717 h 379"/>
                  <a:gd name="T6" fmla="*/ 109 w 31"/>
                  <a:gd name="T7" fmla="*/ 1270 h 379"/>
                  <a:gd name="T8" fmla="*/ 84 w 31"/>
                  <a:gd name="T9" fmla="*/ 1700 h 379"/>
                  <a:gd name="T10" fmla="*/ 62 w 31"/>
                  <a:gd name="T11" fmla="*/ 1257 h 379"/>
                  <a:gd name="T12" fmla="*/ 22 w 31"/>
                  <a:gd name="T13" fmla="*/ 427 h 379"/>
                  <a:gd name="T14" fmla="*/ 0 w 31"/>
                  <a:gd name="T15" fmla="*/ 0 h 37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1" h="379">
                    <a:moveTo>
                      <a:pt x="0" y="0"/>
                    </a:moveTo>
                    <a:cubicBezTo>
                      <a:pt x="13" y="11"/>
                      <a:pt x="29" y="10"/>
                      <a:pt x="29" y="35"/>
                    </a:cubicBezTo>
                    <a:cubicBezTo>
                      <a:pt x="29" y="60"/>
                      <a:pt x="21" y="109"/>
                      <a:pt x="22" y="160"/>
                    </a:cubicBezTo>
                    <a:cubicBezTo>
                      <a:pt x="23" y="211"/>
                      <a:pt x="22" y="260"/>
                      <a:pt x="23" y="283"/>
                    </a:cubicBezTo>
                    <a:cubicBezTo>
                      <a:pt x="24" y="306"/>
                      <a:pt x="31" y="332"/>
                      <a:pt x="18" y="379"/>
                    </a:cubicBezTo>
                    <a:cubicBezTo>
                      <a:pt x="22" y="361"/>
                      <a:pt x="22" y="313"/>
                      <a:pt x="13" y="280"/>
                    </a:cubicBezTo>
                    <a:cubicBezTo>
                      <a:pt x="4" y="247"/>
                      <a:pt x="2" y="129"/>
                      <a:pt x="5" y="95"/>
                    </a:cubicBezTo>
                    <a:cubicBezTo>
                      <a:pt x="8" y="61"/>
                      <a:pt x="11" y="14"/>
                      <a:pt x="0" y="0"/>
                    </a:cubicBezTo>
                  </a:path>
                </a:pathLst>
              </a:custGeom>
              <a:solidFill>
                <a:srgbClr val="FDEA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910" name="Freeform 14">
                <a:extLst>
                  <a:ext uri="{FF2B5EF4-FFF2-40B4-BE49-F238E27FC236}">
                    <a16:creationId xmlns:a16="http://schemas.microsoft.com/office/drawing/2014/main" id="{6A96CAA9-D875-4333-A81D-2D456AAFB5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4" y="3227"/>
                <a:ext cx="40" cy="487"/>
              </a:xfrm>
              <a:custGeom>
                <a:avLst/>
                <a:gdLst>
                  <a:gd name="T0" fmla="*/ 78 w 24"/>
                  <a:gd name="T1" fmla="*/ 0 h 295"/>
                  <a:gd name="T2" fmla="*/ 70 w 24"/>
                  <a:gd name="T3" fmla="*/ 678 h 295"/>
                  <a:gd name="T4" fmla="*/ 20 w 24"/>
                  <a:gd name="T5" fmla="*/ 1327 h 295"/>
                  <a:gd name="T6" fmla="*/ 78 w 24"/>
                  <a:gd name="T7" fmla="*/ 0 h 29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" h="295">
                    <a:moveTo>
                      <a:pt x="17" y="0"/>
                    </a:moveTo>
                    <a:cubicBezTo>
                      <a:pt x="21" y="28"/>
                      <a:pt x="24" y="84"/>
                      <a:pt x="15" y="151"/>
                    </a:cubicBezTo>
                    <a:cubicBezTo>
                      <a:pt x="6" y="218"/>
                      <a:pt x="3" y="270"/>
                      <a:pt x="4" y="295"/>
                    </a:cubicBezTo>
                    <a:cubicBezTo>
                      <a:pt x="0" y="252"/>
                      <a:pt x="14" y="71"/>
                      <a:pt x="17" y="0"/>
                    </a:cubicBezTo>
                  </a:path>
                </a:pathLst>
              </a:custGeom>
              <a:solidFill>
                <a:srgbClr val="FDEA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911" name="Freeform 15">
                <a:extLst>
                  <a:ext uri="{FF2B5EF4-FFF2-40B4-BE49-F238E27FC236}">
                    <a16:creationId xmlns:a16="http://schemas.microsoft.com/office/drawing/2014/main" id="{BE8FE5E4-4DF2-4C6F-BBA4-086F02E4E6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3" y="1250"/>
                <a:ext cx="122" cy="14"/>
              </a:xfrm>
              <a:custGeom>
                <a:avLst/>
                <a:gdLst>
                  <a:gd name="T0" fmla="*/ 147 w 74"/>
                  <a:gd name="T1" fmla="*/ 37 h 8"/>
                  <a:gd name="T2" fmla="*/ 331 w 74"/>
                  <a:gd name="T3" fmla="*/ 21 h 8"/>
                  <a:gd name="T4" fmla="*/ 206 w 74"/>
                  <a:gd name="T5" fmla="*/ 12 h 8"/>
                  <a:gd name="T6" fmla="*/ 0 w 74"/>
                  <a:gd name="T7" fmla="*/ 12 h 8"/>
                  <a:gd name="T8" fmla="*/ 147 w 74"/>
                  <a:gd name="T9" fmla="*/ 37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4" h="8">
                    <a:moveTo>
                      <a:pt x="33" y="7"/>
                    </a:moveTo>
                    <a:cubicBezTo>
                      <a:pt x="44" y="6"/>
                      <a:pt x="63" y="2"/>
                      <a:pt x="74" y="4"/>
                    </a:cubicBezTo>
                    <a:cubicBezTo>
                      <a:pt x="68" y="0"/>
                      <a:pt x="59" y="2"/>
                      <a:pt x="46" y="2"/>
                    </a:cubicBezTo>
                    <a:cubicBezTo>
                      <a:pt x="34" y="3"/>
                      <a:pt x="10" y="6"/>
                      <a:pt x="0" y="2"/>
                    </a:cubicBezTo>
                    <a:cubicBezTo>
                      <a:pt x="17" y="8"/>
                      <a:pt x="24" y="6"/>
                      <a:pt x="33" y="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912" name="Freeform 16">
                <a:extLst>
                  <a:ext uri="{FF2B5EF4-FFF2-40B4-BE49-F238E27FC236}">
                    <a16:creationId xmlns:a16="http://schemas.microsoft.com/office/drawing/2014/main" id="{1AB1EA84-FE4D-4F7A-AB72-C5A217CF11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0" y="1250"/>
                <a:ext cx="123" cy="14"/>
              </a:xfrm>
              <a:custGeom>
                <a:avLst/>
                <a:gdLst>
                  <a:gd name="T0" fmla="*/ 188 w 74"/>
                  <a:gd name="T1" fmla="*/ 37 h 8"/>
                  <a:gd name="T2" fmla="*/ 0 w 74"/>
                  <a:gd name="T3" fmla="*/ 21 h 8"/>
                  <a:gd name="T4" fmla="*/ 130 w 74"/>
                  <a:gd name="T5" fmla="*/ 12 h 8"/>
                  <a:gd name="T6" fmla="*/ 339 w 74"/>
                  <a:gd name="T7" fmla="*/ 12 h 8"/>
                  <a:gd name="T8" fmla="*/ 188 w 74"/>
                  <a:gd name="T9" fmla="*/ 37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4" h="8">
                    <a:moveTo>
                      <a:pt x="41" y="7"/>
                    </a:moveTo>
                    <a:cubicBezTo>
                      <a:pt x="30" y="6"/>
                      <a:pt x="11" y="2"/>
                      <a:pt x="0" y="4"/>
                    </a:cubicBezTo>
                    <a:cubicBezTo>
                      <a:pt x="6" y="0"/>
                      <a:pt x="15" y="2"/>
                      <a:pt x="28" y="2"/>
                    </a:cubicBezTo>
                    <a:cubicBezTo>
                      <a:pt x="40" y="3"/>
                      <a:pt x="64" y="6"/>
                      <a:pt x="74" y="2"/>
                    </a:cubicBezTo>
                    <a:cubicBezTo>
                      <a:pt x="57" y="8"/>
                      <a:pt x="50" y="6"/>
                      <a:pt x="41" y="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913" name="Freeform 17">
                <a:extLst>
                  <a:ext uri="{FF2B5EF4-FFF2-40B4-BE49-F238E27FC236}">
                    <a16:creationId xmlns:a16="http://schemas.microsoft.com/office/drawing/2014/main" id="{63A66986-7010-41D7-9CB2-F6A4217289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4" y="1861"/>
                <a:ext cx="27" cy="365"/>
              </a:xfrm>
              <a:custGeom>
                <a:avLst/>
                <a:gdLst>
                  <a:gd name="T0" fmla="*/ 42 w 16"/>
                  <a:gd name="T1" fmla="*/ 393 h 221"/>
                  <a:gd name="T2" fmla="*/ 8 w 16"/>
                  <a:gd name="T3" fmla="*/ 996 h 221"/>
                  <a:gd name="T4" fmla="*/ 5 w 16"/>
                  <a:gd name="T5" fmla="*/ 641 h 221"/>
                  <a:gd name="T6" fmla="*/ 78 w 16"/>
                  <a:gd name="T7" fmla="*/ 0 h 221"/>
                  <a:gd name="T8" fmla="*/ 42 w 16"/>
                  <a:gd name="T9" fmla="*/ 393 h 2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221">
                    <a:moveTo>
                      <a:pt x="9" y="87"/>
                    </a:moveTo>
                    <a:cubicBezTo>
                      <a:pt x="8" y="103"/>
                      <a:pt x="4" y="192"/>
                      <a:pt x="2" y="221"/>
                    </a:cubicBezTo>
                    <a:cubicBezTo>
                      <a:pt x="2" y="221"/>
                      <a:pt x="0" y="199"/>
                      <a:pt x="1" y="142"/>
                    </a:cubicBezTo>
                    <a:cubicBezTo>
                      <a:pt x="2" y="85"/>
                      <a:pt x="5" y="27"/>
                      <a:pt x="16" y="0"/>
                    </a:cubicBezTo>
                    <a:cubicBezTo>
                      <a:pt x="12" y="11"/>
                      <a:pt x="11" y="63"/>
                      <a:pt x="9" y="8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914" name="Freeform 18">
                <a:extLst>
                  <a:ext uri="{FF2B5EF4-FFF2-40B4-BE49-F238E27FC236}">
                    <a16:creationId xmlns:a16="http://schemas.microsoft.com/office/drawing/2014/main" id="{2C186E23-0519-46D7-A0D6-2E1EF18B07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9" y="1908"/>
                <a:ext cx="64" cy="386"/>
              </a:xfrm>
              <a:custGeom>
                <a:avLst/>
                <a:gdLst>
                  <a:gd name="T0" fmla="*/ 167 w 39"/>
                  <a:gd name="T1" fmla="*/ 0 h 234"/>
                  <a:gd name="T2" fmla="*/ 75 w 39"/>
                  <a:gd name="T3" fmla="*/ 477 h 234"/>
                  <a:gd name="T4" fmla="*/ 0 w 39"/>
                  <a:gd name="T5" fmla="*/ 1051 h 234"/>
                  <a:gd name="T6" fmla="*/ 34 w 39"/>
                  <a:gd name="T7" fmla="*/ 506 h 234"/>
                  <a:gd name="T8" fmla="*/ 167 w 39"/>
                  <a:gd name="T9" fmla="*/ 0 h 2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9" h="234">
                    <a:moveTo>
                      <a:pt x="38" y="0"/>
                    </a:moveTo>
                    <a:cubicBezTo>
                      <a:pt x="39" y="18"/>
                      <a:pt x="28" y="67"/>
                      <a:pt x="17" y="106"/>
                    </a:cubicBezTo>
                    <a:cubicBezTo>
                      <a:pt x="5" y="145"/>
                      <a:pt x="5" y="193"/>
                      <a:pt x="0" y="234"/>
                    </a:cubicBezTo>
                    <a:cubicBezTo>
                      <a:pt x="6" y="207"/>
                      <a:pt x="1" y="143"/>
                      <a:pt x="8" y="113"/>
                    </a:cubicBezTo>
                    <a:cubicBezTo>
                      <a:pt x="14" y="83"/>
                      <a:pt x="39" y="10"/>
                      <a:pt x="38" y="0"/>
                    </a:cubicBezTo>
                  </a:path>
                </a:pathLst>
              </a:custGeom>
              <a:solidFill>
                <a:srgbClr val="FDEA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915" name="Freeform 19">
                <a:extLst>
                  <a:ext uri="{FF2B5EF4-FFF2-40B4-BE49-F238E27FC236}">
                    <a16:creationId xmlns:a16="http://schemas.microsoft.com/office/drawing/2014/main" id="{2B74588F-76E1-405A-9238-D4ADBD3EE5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8" y="1896"/>
                <a:ext cx="27" cy="365"/>
              </a:xfrm>
              <a:custGeom>
                <a:avLst/>
                <a:gdLst>
                  <a:gd name="T0" fmla="*/ 34 w 16"/>
                  <a:gd name="T1" fmla="*/ 393 h 221"/>
                  <a:gd name="T2" fmla="*/ 69 w 16"/>
                  <a:gd name="T3" fmla="*/ 996 h 221"/>
                  <a:gd name="T4" fmla="*/ 71 w 16"/>
                  <a:gd name="T5" fmla="*/ 641 h 221"/>
                  <a:gd name="T6" fmla="*/ 0 w 16"/>
                  <a:gd name="T7" fmla="*/ 0 h 221"/>
                  <a:gd name="T8" fmla="*/ 34 w 16"/>
                  <a:gd name="T9" fmla="*/ 393 h 2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221">
                    <a:moveTo>
                      <a:pt x="7" y="87"/>
                    </a:moveTo>
                    <a:cubicBezTo>
                      <a:pt x="8" y="103"/>
                      <a:pt x="12" y="192"/>
                      <a:pt x="14" y="221"/>
                    </a:cubicBezTo>
                    <a:cubicBezTo>
                      <a:pt x="14" y="221"/>
                      <a:pt x="16" y="199"/>
                      <a:pt x="15" y="142"/>
                    </a:cubicBezTo>
                    <a:cubicBezTo>
                      <a:pt x="14" y="85"/>
                      <a:pt x="11" y="27"/>
                      <a:pt x="0" y="0"/>
                    </a:cubicBezTo>
                    <a:cubicBezTo>
                      <a:pt x="4" y="11"/>
                      <a:pt x="5" y="63"/>
                      <a:pt x="7" y="87"/>
                    </a:cubicBezTo>
                  </a:path>
                </a:pathLst>
              </a:custGeom>
              <a:solidFill>
                <a:srgbClr val="FDEA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916" name="Freeform 20">
                <a:extLst>
                  <a:ext uri="{FF2B5EF4-FFF2-40B4-BE49-F238E27FC236}">
                    <a16:creationId xmlns:a16="http://schemas.microsoft.com/office/drawing/2014/main" id="{F45DB76C-7F76-4F82-B5C2-73C09CDC49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4" y="1908"/>
                <a:ext cx="76" cy="386"/>
              </a:xfrm>
              <a:custGeom>
                <a:avLst/>
                <a:gdLst>
                  <a:gd name="T0" fmla="*/ 8 w 46"/>
                  <a:gd name="T1" fmla="*/ 0 h 234"/>
                  <a:gd name="T2" fmla="*/ 109 w 46"/>
                  <a:gd name="T3" fmla="*/ 477 h 234"/>
                  <a:gd name="T4" fmla="*/ 180 w 46"/>
                  <a:gd name="T5" fmla="*/ 1051 h 234"/>
                  <a:gd name="T6" fmla="*/ 154 w 46"/>
                  <a:gd name="T7" fmla="*/ 516 h 234"/>
                  <a:gd name="T8" fmla="*/ 8 w 46"/>
                  <a:gd name="T9" fmla="*/ 0 h 2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6" h="234">
                    <a:moveTo>
                      <a:pt x="2" y="0"/>
                    </a:moveTo>
                    <a:cubicBezTo>
                      <a:pt x="0" y="18"/>
                      <a:pt x="13" y="67"/>
                      <a:pt x="24" y="106"/>
                    </a:cubicBezTo>
                    <a:cubicBezTo>
                      <a:pt x="36" y="146"/>
                      <a:pt x="41" y="191"/>
                      <a:pt x="40" y="234"/>
                    </a:cubicBezTo>
                    <a:cubicBezTo>
                      <a:pt x="46" y="195"/>
                      <a:pt x="41" y="145"/>
                      <a:pt x="34" y="115"/>
                    </a:cubicBezTo>
                    <a:cubicBezTo>
                      <a:pt x="28" y="85"/>
                      <a:pt x="0" y="10"/>
                      <a:pt x="2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917" name="Freeform 21">
                <a:extLst>
                  <a:ext uri="{FF2B5EF4-FFF2-40B4-BE49-F238E27FC236}">
                    <a16:creationId xmlns:a16="http://schemas.microsoft.com/office/drawing/2014/main" id="{A0B2AB8C-4CA5-4FF9-BC69-B9C46F3FEE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7" y="2492"/>
                <a:ext cx="70" cy="109"/>
              </a:xfrm>
              <a:custGeom>
                <a:avLst/>
                <a:gdLst>
                  <a:gd name="T0" fmla="*/ 103 w 42"/>
                  <a:gd name="T1" fmla="*/ 0 h 66"/>
                  <a:gd name="T2" fmla="*/ 153 w 42"/>
                  <a:gd name="T3" fmla="*/ 277 h 66"/>
                  <a:gd name="T4" fmla="*/ 188 w 42"/>
                  <a:gd name="T5" fmla="*/ 263 h 66"/>
                  <a:gd name="T6" fmla="*/ 153 w 42"/>
                  <a:gd name="T7" fmla="*/ 185 h 66"/>
                  <a:gd name="T8" fmla="*/ 138 w 42"/>
                  <a:gd name="T9" fmla="*/ 91 h 66"/>
                  <a:gd name="T10" fmla="*/ 117 w 42"/>
                  <a:gd name="T11" fmla="*/ 0 h 6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2" h="66">
                    <a:moveTo>
                      <a:pt x="22" y="0"/>
                    </a:moveTo>
                    <a:cubicBezTo>
                      <a:pt x="0" y="15"/>
                      <a:pt x="13" y="53"/>
                      <a:pt x="33" y="62"/>
                    </a:cubicBezTo>
                    <a:cubicBezTo>
                      <a:pt x="38" y="64"/>
                      <a:pt x="42" y="66"/>
                      <a:pt x="41" y="58"/>
                    </a:cubicBezTo>
                    <a:cubicBezTo>
                      <a:pt x="40" y="52"/>
                      <a:pt x="34" y="48"/>
                      <a:pt x="33" y="41"/>
                    </a:cubicBezTo>
                    <a:cubicBezTo>
                      <a:pt x="32" y="34"/>
                      <a:pt x="30" y="27"/>
                      <a:pt x="30" y="20"/>
                    </a:cubicBezTo>
                    <a:cubicBezTo>
                      <a:pt x="29" y="13"/>
                      <a:pt x="30" y="5"/>
                      <a:pt x="25" y="0"/>
                    </a:cubicBezTo>
                  </a:path>
                </a:pathLst>
              </a:custGeom>
              <a:solidFill>
                <a:srgbClr val="FDEA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918" name="Freeform 22">
                <a:extLst>
                  <a:ext uri="{FF2B5EF4-FFF2-40B4-BE49-F238E27FC236}">
                    <a16:creationId xmlns:a16="http://schemas.microsoft.com/office/drawing/2014/main" id="{ED7031DE-18B3-437B-AB67-FA31E56F8C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0" y="2492"/>
                <a:ext cx="56" cy="107"/>
              </a:xfrm>
              <a:custGeom>
                <a:avLst/>
                <a:gdLst>
                  <a:gd name="T0" fmla="*/ 71 w 34"/>
                  <a:gd name="T1" fmla="*/ 20 h 65"/>
                  <a:gd name="T2" fmla="*/ 43 w 34"/>
                  <a:gd name="T3" fmla="*/ 133 h 65"/>
                  <a:gd name="T4" fmla="*/ 0 w 34"/>
                  <a:gd name="T5" fmla="*/ 234 h 65"/>
                  <a:gd name="T6" fmla="*/ 49 w 34"/>
                  <a:gd name="T7" fmla="*/ 263 h 65"/>
                  <a:gd name="T8" fmla="*/ 133 w 34"/>
                  <a:gd name="T9" fmla="*/ 160 h 65"/>
                  <a:gd name="T10" fmla="*/ 89 w 34"/>
                  <a:gd name="T11" fmla="*/ 0 h 6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4" h="65">
                    <a:moveTo>
                      <a:pt x="16" y="4"/>
                    </a:moveTo>
                    <a:cubicBezTo>
                      <a:pt x="14" y="13"/>
                      <a:pt x="12" y="22"/>
                      <a:pt x="10" y="30"/>
                    </a:cubicBezTo>
                    <a:cubicBezTo>
                      <a:pt x="8" y="38"/>
                      <a:pt x="7" y="48"/>
                      <a:pt x="0" y="52"/>
                    </a:cubicBezTo>
                    <a:cubicBezTo>
                      <a:pt x="5" y="59"/>
                      <a:pt x="2" y="65"/>
                      <a:pt x="11" y="59"/>
                    </a:cubicBezTo>
                    <a:cubicBezTo>
                      <a:pt x="19" y="54"/>
                      <a:pt x="27" y="44"/>
                      <a:pt x="30" y="36"/>
                    </a:cubicBezTo>
                    <a:cubicBezTo>
                      <a:pt x="34" y="21"/>
                      <a:pt x="32" y="10"/>
                      <a:pt x="20" y="0"/>
                    </a:cubicBezTo>
                  </a:path>
                </a:pathLst>
              </a:custGeom>
              <a:solidFill>
                <a:srgbClr val="FDEA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919" name="Freeform 23">
                <a:extLst>
                  <a:ext uri="{FF2B5EF4-FFF2-40B4-BE49-F238E27FC236}">
                    <a16:creationId xmlns:a16="http://schemas.microsoft.com/office/drawing/2014/main" id="{54C6EFC0-74BE-4D28-A5F8-F8F7C89E8E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3" y="3210"/>
                <a:ext cx="39" cy="532"/>
              </a:xfrm>
              <a:custGeom>
                <a:avLst/>
                <a:gdLst>
                  <a:gd name="T0" fmla="*/ 71 w 23"/>
                  <a:gd name="T1" fmla="*/ 1452 h 322"/>
                  <a:gd name="T2" fmla="*/ 29 w 23"/>
                  <a:gd name="T3" fmla="*/ 603 h 322"/>
                  <a:gd name="T4" fmla="*/ 54 w 23"/>
                  <a:gd name="T5" fmla="*/ 0 h 322"/>
                  <a:gd name="T6" fmla="*/ 90 w 23"/>
                  <a:gd name="T7" fmla="*/ 628 h 322"/>
                  <a:gd name="T8" fmla="*/ 71 w 23"/>
                  <a:gd name="T9" fmla="*/ 1452 h 3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322">
                    <a:moveTo>
                      <a:pt x="15" y="322"/>
                    </a:moveTo>
                    <a:cubicBezTo>
                      <a:pt x="20" y="301"/>
                      <a:pt x="12" y="190"/>
                      <a:pt x="6" y="134"/>
                    </a:cubicBezTo>
                    <a:cubicBezTo>
                      <a:pt x="0" y="77"/>
                      <a:pt x="2" y="25"/>
                      <a:pt x="11" y="0"/>
                    </a:cubicBezTo>
                    <a:cubicBezTo>
                      <a:pt x="7" y="20"/>
                      <a:pt x="14" y="87"/>
                      <a:pt x="18" y="139"/>
                    </a:cubicBezTo>
                    <a:cubicBezTo>
                      <a:pt x="23" y="191"/>
                      <a:pt x="22" y="299"/>
                      <a:pt x="15" y="32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920" name="Freeform 24">
                <a:extLst>
                  <a:ext uri="{FF2B5EF4-FFF2-40B4-BE49-F238E27FC236}">
                    <a16:creationId xmlns:a16="http://schemas.microsoft.com/office/drawing/2014/main" id="{C101C635-706A-4713-A59F-547F3934EE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8" y="3797"/>
                <a:ext cx="28" cy="128"/>
              </a:xfrm>
              <a:custGeom>
                <a:avLst/>
                <a:gdLst>
                  <a:gd name="T0" fmla="*/ 76 w 17"/>
                  <a:gd name="T1" fmla="*/ 0 h 78"/>
                  <a:gd name="T2" fmla="*/ 54 w 17"/>
                  <a:gd name="T3" fmla="*/ 199 h 78"/>
                  <a:gd name="T4" fmla="*/ 63 w 17"/>
                  <a:gd name="T5" fmla="*/ 345 h 78"/>
                  <a:gd name="T6" fmla="*/ 5 w 17"/>
                  <a:gd name="T7" fmla="*/ 228 h 78"/>
                  <a:gd name="T8" fmla="*/ 49 w 17"/>
                  <a:gd name="T9" fmla="*/ 164 h 78"/>
                  <a:gd name="T10" fmla="*/ 76 w 17"/>
                  <a:gd name="T11" fmla="*/ 43 h 7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7" h="78">
                    <a:moveTo>
                      <a:pt x="17" y="0"/>
                    </a:moveTo>
                    <a:cubicBezTo>
                      <a:pt x="16" y="16"/>
                      <a:pt x="15" y="29"/>
                      <a:pt x="12" y="45"/>
                    </a:cubicBezTo>
                    <a:cubicBezTo>
                      <a:pt x="9" y="57"/>
                      <a:pt x="14" y="66"/>
                      <a:pt x="14" y="78"/>
                    </a:cubicBezTo>
                    <a:cubicBezTo>
                      <a:pt x="10" y="70"/>
                      <a:pt x="0" y="59"/>
                      <a:pt x="1" y="52"/>
                    </a:cubicBezTo>
                    <a:cubicBezTo>
                      <a:pt x="2" y="47"/>
                      <a:pt x="9" y="42"/>
                      <a:pt x="11" y="37"/>
                    </a:cubicBezTo>
                    <a:cubicBezTo>
                      <a:pt x="15" y="28"/>
                      <a:pt x="12" y="18"/>
                      <a:pt x="17" y="10"/>
                    </a:cubicBezTo>
                  </a:path>
                </a:pathLst>
              </a:custGeom>
              <a:solidFill>
                <a:srgbClr val="FDEA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921" name="Freeform 25">
                <a:extLst>
                  <a:ext uri="{FF2B5EF4-FFF2-40B4-BE49-F238E27FC236}">
                    <a16:creationId xmlns:a16="http://schemas.microsoft.com/office/drawing/2014/main" id="{F90AD1AD-B0EA-4525-9D0F-B0D45E8438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7" y="3734"/>
                <a:ext cx="28" cy="142"/>
              </a:xfrm>
              <a:custGeom>
                <a:avLst/>
                <a:gdLst>
                  <a:gd name="T0" fmla="*/ 54 w 17"/>
                  <a:gd name="T1" fmla="*/ 160 h 86"/>
                  <a:gd name="T2" fmla="*/ 49 w 17"/>
                  <a:gd name="T3" fmla="*/ 386 h 86"/>
                  <a:gd name="T4" fmla="*/ 21 w 17"/>
                  <a:gd name="T5" fmla="*/ 185 h 86"/>
                  <a:gd name="T6" fmla="*/ 5 w 17"/>
                  <a:gd name="T7" fmla="*/ 83 h 86"/>
                  <a:gd name="T8" fmla="*/ 8 w 17"/>
                  <a:gd name="T9" fmla="*/ 0 h 86"/>
                  <a:gd name="T10" fmla="*/ 58 w 17"/>
                  <a:gd name="T11" fmla="*/ 159 h 8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7" h="86">
                    <a:moveTo>
                      <a:pt x="12" y="36"/>
                    </a:moveTo>
                    <a:cubicBezTo>
                      <a:pt x="17" y="54"/>
                      <a:pt x="17" y="68"/>
                      <a:pt x="11" y="86"/>
                    </a:cubicBezTo>
                    <a:cubicBezTo>
                      <a:pt x="13" y="72"/>
                      <a:pt x="10" y="54"/>
                      <a:pt x="5" y="41"/>
                    </a:cubicBezTo>
                    <a:cubicBezTo>
                      <a:pt x="1" y="32"/>
                      <a:pt x="0" y="28"/>
                      <a:pt x="1" y="18"/>
                    </a:cubicBezTo>
                    <a:cubicBezTo>
                      <a:pt x="2" y="12"/>
                      <a:pt x="4" y="5"/>
                      <a:pt x="2" y="0"/>
                    </a:cubicBezTo>
                    <a:cubicBezTo>
                      <a:pt x="4" y="12"/>
                      <a:pt x="9" y="24"/>
                      <a:pt x="13" y="35"/>
                    </a:cubicBezTo>
                  </a:path>
                </a:pathLst>
              </a:custGeom>
              <a:solidFill>
                <a:srgbClr val="FDEA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922" name="Freeform 26">
                <a:extLst>
                  <a:ext uri="{FF2B5EF4-FFF2-40B4-BE49-F238E27FC236}">
                    <a16:creationId xmlns:a16="http://schemas.microsoft.com/office/drawing/2014/main" id="{BA4A0D78-12C4-4BDE-A87B-E2B144888B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5" y="2462"/>
                <a:ext cx="78" cy="223"/>
              </a:xfrm>
              <a:custGeom>
                <a:avLst/>
                <a:gdLst>
                  <a:gd name="T0" fmla="*/ 124 w 47"/>
                  <a:gd name="T1" fmla="*/ 58 h 135"/>
                  <a:gd name="T2" fmla="*/ 91 w 47"/>
                  <a:gd name="T3" fmla="*/ 608 h 135"/>
                  <a:gd name="T4" fmla="*/ 113 w 47"/>
                  <a:gd name="T5" fmla="*/ 406 h 135"/>
                  <a:gd name="T6" fmla="*/ 118 w 47"/>
                  <a:gd name="T7" fmla="*/ 200 h 135"/>
                  <a:gd name="T8" fmla="*/ 141 w 47"/>
                  <a:gd name="T9" fmla="*/ 97 h 135"/>
                  <a:gd name="T10" fmla="*/ 214 w 47"/>
                  <a:gd name="T11" fmla="*/ 0 h 135"/>
                  <a:gd name="T12" fmla="*/ 110 w 47"/>
                  <a:gd name="T13" fmla="*/ 68 h 13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7" h="135">
                    <a:moveTo>
                      <a:pt x="27" y="13"/>
                    </a:moveTo>
                    <a:cubicBezTo>
                      <a:pt x="0" y="25"/>
                      <a:pt x="30" y="103"/>
                      <a:pt x="20" y="135"/>
                    </a:cubicBezTo>
                    <a:cubicBezTo>
                      <a:pt x="19" y="119"/>
                      <a:pt x="23" y="105"/>
                      <a:pt x="25" y="90"/>
                    </a:cubicBezTo>
                    <a:cubicBezTo>
                      <a:pt x="26" y="75"/>
                      <a:pt x="24" y="59"/>
                      <a:pt x="26" y="44"/>
                    </a:cubicBezTo>
                    <a:cubicBezTo>
                      <a:pt x="26" y="36"/>
                      <a:pt x="27" y="29"/>
                      <a:pt x="31" y="22"/>
                    </a:cubicBezTo>
                    <a:cubicBezTo>
                      <a:pt x="35" y="16"/>
                      <a:pt x="41" y="2"/>
                      <a:pt x="47" y="0"/>
                    </a:cubicBezTo>
                    <a:cubicBezTo>
                      <a:pt x="39" y="3"/>
                      <a:pt x="32" y="11"/>
                      <a:pt x="24" y="1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923" name="Freeform 27">
                <a:extLst>
                  <a:ext uri="{FF2B5EF4-FFF2-40B4-BE49-F238E27FC236}">
                    <a16:creationId xmlns:a16="http://schemas.microsoft.com/office/drawing/2014/main" id="{6657F722-86C3-4DAB-9945-4C8CDF4657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2" y="2916"/>
                <a:ext cx="33" cy="258"/>
              </a:xfrm>
              <a:custGeom>
                <a:avLst/>
                <a:gdLst>
                  <a:gd name="T0" fmla="*/ 46 w 20"/>
                  <a:gd name="T1" fmla="*/ 0 h 156"/>
                  <a:gd name="T2" fmla="*/ 35 w 20"/>
                  <a:gd name="T3" fmla="*/ 352 h 156"/>
                  <a:gd name="T4" fmla="*/ 63 w 20"/>
                  <a:gd name="T5" fmla="*/ 706 h 156"/>
                  <a:gd name="T6" fmla="*/ 71 w 20"/>
                  <a:gd name="T7" fmla="*/ 385 h 156"/>
                  <a:gd name="T8" fmla="*/ 54 w 20"/>
                  <a:gd name="T9" fmla="*/ 96 h 156"/>
                  <a:gd name="T10" fmla="*/ 46 w 20"/>
                  <a:gd name="T11" fmla="*/ 0 h 15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0" h="156">
                    <a:moveTo>
                      <a:pt x="10" y="0"/>
                    </a:moveTo>
                    <a:cubicBezTo>
                      <a:pt x="8" y="23"/>
                      <a:pt x="0" y="49"/>
                      <a:pt x="8" y="78"/>
                    </a:cubicBezTo>
                    <a:cubicBezTo>
                      <a:pt x="15" y="107"/>
                      <a:pt x="19" y="130"/>
                      <a:pt x="14" y="156"/>
                    </a:cubicBezTo>
                    <a:cubicBezTo>
                      <a:pt x="20" y="135"/>
                      <a:pt x="19" y="103"/>
                      <a:pt x="16" y="85"/>
                    </a:cubicBezTo>
                    <a:cubicBezTo>
                      <a:pt x="13" y="68"/>
                      <a:pt x="10" y="35"/>
                      <a:pt x="12" y="21"/>
                    </a:cubicBezTo>
                    <a:cubicBezTo>
                      <a:pt x="13" y="6"/>
                      <a:pt x="10" y="0"/>
                      <a:pt x="1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924" name="Freeform 28">
                <a:extLst>
                  <a:ext uri="{FF2B5EF4-FFF2-40B4-BE49-F238E27FC236}">
                    <a16:creationId xmlns:a16="http://schemas.microsoft.com/office/drawing/2014/main" id="{9B596129-5ED0-4129-AF6C-EAA9EBB0DC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6" y="3986"/>
                <a:ext cx="118" cy="75"/>
              </a:xfrm>
              <a:custGeom>
                <a:avLst/>
                <a:gdLst>
                  <a:gd name="T0" fmla="*/ 50 w 71"/>
                  <a:gd name="T1" fmla="*/ 162 h 45"/>
                  <a:gd name="T2" fmla="*/ 243 w 71"/>
                  <a:gd name="T3" fmla="*/ 167 h 45"/>
                  <a:gd name="T4" fmla="*/ 279 w 71"/>
                  <a:gd name="T5" fmla="*/ 0 h 45"/>
                  <a:gd name="T6" fmla="*/ 266 w 71"/>
                  <a:gd name="T7" fmla="*/ 55 h 45"/>
                  <a:gd name="T8" fmla="*/ 179 w 71"/>
                  <a:gd name="T9" fmla="*/ 97 h 45"/>
                  <a:gd name="T10" fmla="*/ 20 w 71"/>
                  <a:gd name="T11" fmla="*/ 83 h 45"/>
                  <a:gd name="T12" fmla="*/ 28 w 71"/>
                  <a:gd name="T13" fmla="*/ 167 h 4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1" h="45">
                    <a:moveTo>
                      <a:pt x="11" y="35"/>
                    </a:moveTo>
                    <a:cubicBezTo>
                      <a:pt x="21" y="45"/>
                      <a:pt x="41" y="42"/>
                      <a:pt x="53" y="36"/>
                    </a:cubicBezTo>
                    <a:cubicBezTo>
                      <a:pt x="71" y="27"/>
                      <a:pt x="67" y="16"/>
                      <a:pt x="61" y="0"/>
                    </a:cubicBezTo>
                    <a:cubicBezTo>
                      <a:pt x="61" y="5"/>
                      <a:pt x="62" y="8"/>
                      <a:pt x="58" y="12"/>
                    </a:cubicBezTo>
                    <a:cubicBezTo>
                      <a:pt x="54" y="17"/>
                      <a:pt x="45" y="20"/>
                      <a:pt x="39" y="21"/>
                    </a:cubicBezTo>
                    <a:cubicBezTo>
                      <a:pt x="27" y="24"/>
                      <a:pt x="15" y="21"/>
                      <a:pt x="4" y="18"/>
                    </a:cubicBezTo>
                    <a:cubicBezTo>
                      <a:pt x="0" y="22"/>
                      <a:pt x="6" y="31"/>
                      <a:pt x="6" y="36"/>
                    </a:cubicBezTo>
                  </a:path>
                </a:pathLst>
              </a:custGeom>
              <a:solidFill>
                <a:srgbClr val="FDEA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925" name="Freeform 29">
                <a:extLst>
                  <a:ext uri="{FF2B5EF4-FFF2-40B4-BE49-F238E27FC236}">
                    <a16:creationId xmlns:a16="http://schemas.microsoft.com/office/drawing/2014/main" id="{1B8354A8-F195-40E3-9925-F134E16BF2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2" y="3886"/>
                <a:ext cx="125" cy="165"/>
              </a:xfrm>
              <a:custGeom>
                <a:avLst/>
                <a:gdLst>
                  <a:gd name="T0" fmla="*/ 0 w 75"/>
                  <a:gd name="T1" fmla="*/ 449 h 100"/>
                  <a:gd name="T2" fmla="*/ 97 w 75"/>
                  <a:gd name="T3" fmla="*/ 431 h 100"/>
                  <a:gd name="T4" fmla="*/ 175 w 75"/>
                  <a:gd name="T5" fmla="*/ 441 h 100"/>
                  <a:gd name="T6" fmla="*/ 245 w 75"/>
                  <a:gd name="T7" fmla="*/ 416 h 100"/>
                  <a:gd name="T8" fmla="*/ 292 w 75"/>
                  <a:gd name="T9" fmla="*/ 340 h 100"/>
                  <a:gd name="T10" fmla="*/ 313 w 75"/>
                  <a:gd name="T11" fmla="*/ 160 h 100"/>
                  <a:gd name="T12" fmla="*/ 297 w 75"/>
                  <a:gd name="T13" fmla="*/ 0 h 100"/>
                  <a:gd name="T14" fmla="*/ 245 w 75"/>
                  <a:gd name="T15" fmla="*/ 89 h 100"/>
                  <a:gd name="T16" fmla="*/ 250 w 75"/>
                  <a:gd name="T17" fmla="*/ 206 h 100"/>
                  <a:gd name="T18" fmla="*/ 200 w 75"/>
                  <a:gd name="T19" fmla="*/ 310 h 100"/>
                  <a:gd name="T20" fmla="*/ 120 w 75"/>
                  <a:gd name="T21" fmla="*/ 406 h 10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75" h="100">
                    <a:moveTo>
                      <a:pt x="0" y="100"/>
                    </a:moveTo>
                    <a:cubicBezTo>
                      <a:pt x="7" y="97"/>
                      <a:pt x="13" y="96"/>
                      <a:pt x="21" y="96"/>
                    </a:cubicBezTo>
                    <a:cubicBezTo>
                      <a:pt x="27" y="97"/>
                      <a:pt x="32" y="99"/>
                      <a:pt x="38" y="98"/>
                    </a:cubicBezTo>
                    <a:cubicBezTo>
                      <a:pt x="42" y="98"/>
                      <a:pt x="49" y="95"/>
                      <a:pt x="53" y="93"/>
                    </a:cubicBezTo>
                    <a:cubicBezTo>
                      <a:pt x="60" y="89"/>
                      <a:pt x="61" y="84"/>
                      <a:pt x="63" y="76"/>
                    </a:cubicBezTo>
                    <a:cubicBezTo>
                      <a:pt x="66" y="63"/>
                      <a:pt x="67" y="50"/>
                      <a:pt x="68" y="36"/>
                    </a:cubicBezTo>
                    <a:cubicBezTo>
                      <a:pt x="68" y="25"/>
                      <a:pt x="75" y="8"/>
                      <a:pt x="64" y="0"/>
                    </a:cubicBezTo>
                    <a:cubicBezTo>
                      <a:pt x="60" y="4"/>
                      <a:pt x="54" y="14"/>
                      <a:pt x="53" y="20"/>
                    </a:cubicBezTo>
                    <a:cubicBezTo>
                      <a:pt x="51" y="28"/>
                      <a:pt x="55" y="38"/>
                      <a:pt x="54" y="46"/>
                    </a:cubicBezTo>
                    <a:cubicBezTo>
                      <a:pt x="53" y="55"/>
                      <a:pt x="49" y="62"/>
                      <a:pt x="43" y="69"/>
                    </a:cubicBezTo>
                    <a:cubicBezTo>
                      <a:pt x="38" y="75"/>
                      <a:pt x="36" y="89"/>
                      <a:pt x="26" y="90"/>
                    </a:cubicBezTo>
                  </a:path>
                </a:pathLst>
              </a:custGeom>
              <a:solidFill>
                <a:srgbClr val="FDEA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926" name="Freeform 30">
                <a:extLst>
                  <a:ext uri="{FF2B5EF4-FFF2-40B4-BE49-F238E27FC236}">
                    <a16:creationId xmlns:a16="http://schemas.microsoft.com/office/drawing/2014/main" id="{674DD5BC-6B86-446C-A928-5A6FC8C622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035"/>
                <a:ext cx="35" cy="11"/>
              </a:xfrm>
              <a:custGeom>
                <a:avLst/>
                <a:gdLst>
                  <a:gd name="T0" fmla="*/ 0 w 21"/>
                  <a:gd name="T1" fmla="*/ 27 h 7"/>
                  <a:gd name="T2" fmla="*/ 47 w 21"/>
                  <a:gd name="T3" fmla="*/ 0 h 7"/>
                  <a:gd name="T4" fmla="*/ 97 w 21"/>
                  <a:gd name="T5" fmla="*/ 27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7">
                    <a:moveTo>
                      <a:pt x="0" y="7"/>
                    </a:moveTo>
                    <a:cubicBezTo>
                      <a:pt x="5" y="1"/>
                      <a:pt x="6" y="0"/>
                      <a:pt x="10" y="0"/>
                    </a:cubicBezTo>
                    <a:cubicBezTo>
                      <a:pt x="15" y="0"/>
                      <a:pt x="16" y="1"/>
                      <a:pt x="21" y="7"/>
                    </a:cubicBezTo>
                  </a:path>
                </a:pathLst>
              </a:custGeom>
              <a:noFill/>
              <a:ln w="4763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927" name="Freeform 31">
                <a:extLst>
                  <a:ext uri="{FF2B5EF4-FFF2-40B4-BE49-F238E27FC236}">
                    <a16:creationId xmlns:a16="http://schemas.microsoft.com/office/drawing/2014/main" id="{B29AD454-DDBC-49E9-A656-C232511601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7" y="2041"/>
                <a:ext cx="21" cy="10"/>
              </a:xfrm>
              <a:custGeom>
                <a:avLst/>
                <a:gdLst>
                  <a:gd name="T0" fmla="*/ 0 w 13"/>
                  <a:gd name="T1" fmla="*/ 0 h 6"/>
                  <a:gd name="T2" fmla="*/ 55 w 13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6">
                    <a:moveTo>
                      <a:pt x="0" y="0"/>
                    </a:moveTo>
                    <a:cubicBezTo>
                      <a:pt x="1" y="6"/>
                      <a:pt x="11" y="6"/>
                      <a:pt x="13" y="0"/>
                    </a:cubicBezTo>
                  </a:path>
                </a:pathLst>
              </a:custGeom>
              <a:noFill/>
              <a:ln w="4763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928" name="Freeform 32">
                <a:extLst>
                  <a:ext uri="{FF2B5EF4-FFF2-40B4-BE49-F238E27FC236}">
                    <a16:creationId xmlns:a16="http://schemas.microsoft.com/office/drawing/2014/main" id="{949A31F1-DF02-4B13-B0DF-7DCBE28FF9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1" y="1241"/>
                <a:ext cx="168" cy="18"/>
              </a:xfrm>
              <a:custGeom>
                <a:avLst/>
                <a:gdLst>
                  <a:gd name="T0" fmla="*/ 0 w 101"/>
                  <a:gd name="T1" fmla="*/ 0 h 11"/>
                  <a:gd name="T2" fmla="*/ 125 w 101"/>
                  <a:gd name="T3" fmla="*/ 21 h 11"/>
                  <a:gd name="T4" fmla="*/ 266 w 101"/>
                  <a:gd name="T5" fmla="*/ 26 h 11"/>
                  <a:gd name="T6" fmla="*/ 451 w 101"/>
                  <a:gd name="T7" fmla="*/ 34 h 11"/>
                  <a:gd name="T8" fmla="*/ 464 w 101"/>
                  <a:gd name="T9" fmla="*/ 47 h 11"/>
                  <a:gd name="T10" fmla="*/ 459 w 101"/>
                  <a:gd name="T11" fmla="*/ 26 h 11"/>
                  <a:gd name="T12" fmla="*/ 266 w 101"/>
                  <a:gd name="T13" fmla="*/ 18 h 11"/>
                  <a:gd name="T14" fmla="*/ 130 w 101"/>
                  <a:gd name="T15" fmla="*/ 18 h 11"/>
                  <a:gd name="T16" fmla="*/ 0 w 101"/>
                  <a:gd name="T17" fmla="*/ 0 h 1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1" h="11">
                    <a:moveTo>
                      <a:pt x="0" y="0"/>
                    </a:moveTo>
                    <a:cubicBezTo>
                      <a:pt x="5" y="1"/>
                      <a:pt x="22" y="3"/>
                      <a:pt x="27" y="5"/>
                    </a:cubicBezTo>
                    <a:cubicBezTo>
                      <a:pt x="32" y="8"/>
                      <a:pt x="45" y="7"/>
                      <a:pt x="58" y="6"/>
                    </a:cubicBezTo>
                    <a:cubicBezTo>
                      <a:pt x="74" y="4"/>
                      <a:pt x="93" y="3"/>
                      <a:pt x="98" y="8"/>
                    </a:cubicBezTo>
                    <a:cubicBezTo>
                      <a:pt x="99" y="9"/>
                      <a:pt x="101" y="10"/>
                      <a:pt x="101" y="11"/>
                    </a:cubicBezTo>
                    <a:cubicBezTo>
                      <a:pt x="101" y="9"/>
                      <a:pt x="101" y="8"/>
                      <a:pt x="100" y="6"/>
                    </a:cubicBezTo>
                    <a:cubicBezTo>
                      <a:pt x="94" y="1"/>
                      <a:pt x="76" y="2"/>
                      <a:pt x="58" y="4"/>
                    </a:cubicBezTo>
                    <a:cubicBezTo>
                      <a:pt x="45" y="5"/>
                      <a:pt x="33" y="6"/>
                      <a:pt x="28" y="4"/>
                    </a:cubicBezTo>
                    <a:cubicBezTo>
                      <a:pt x="22" y="1"/>
                      <a:pt x="6" y="1"/>
                      <a:pt x="0" y="0"/>
                    </a:cubicBezTo>
                  </a:path>
                </a:pathLst>
              </a:custGeom>
              <a:solidFill>
                <a:srgbClr val="585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929" name="Freeform 33">
                <a:extLst>
                  <a:ext uri="{FF2B5EF4-FFF2-40B4-BE49-F238E27FC236}">
                    <a16:creationId xmlns:a16="http://schemas.microsoft.com/office/drawing/2014/main" id="{5A02008B-583E-4842-9555-C219FD8319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4" y="1280"/>
                <a:ext cx="31" cy="17"/>
              </a:xfrm>
              <a:custGeom>
                <a:avLst/>
                <a:gdLst>
                  <a:gd name="T0" fmla="*/ 0 w 19"/>
                  <a:gd name="T1" fmla="*/ 0 h 10"/>
                  <a:gd name="T2" fmla="*/ 39 w 19"/>
                  <a:gd name="T3" fmla="*/ 49 h 10"/>
                  <a:gd name="T4" fmla="*/ 83 w 19"/>
                  <a:gd name="T5" fmla="*/ 0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10">
                    <a:moveTo>
                      <a:pt x="0" y="0"/>
                    </a:moveTo>
                    <a:cubicBezTo>
                      <a:pt x="3" y="6"/>
                      <a:pt x="6" y="10"/>
                      <a:pt x="9" y="10"/>
                    </a:cubicBezTo>
                    <a:cubicBezTo>
                      <a:pt x="11" y="10"/>
                      <a:pt x="15" y="6"/>
                      <a:pt x="19" y="0"/>
                    </a:cubicBezTo>
                  </a:path>
                </a:pathLst>
              </a:custGeom>
              <a:noFill/>
              <a:ln w="158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930" name="Freeform 34">
                <a:extLst>
                  <a:ext uri="{FF2B5EF4-FFF2-40B4-BE49-F238E27FC236}">
                    <a16:creationId xmlns:a16="http://schemas.microsoft.com/office/drawing/2014/main" id="{1120DF3F-F1DF-4BFA-9A7E-A4DE3255B6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6" y="3990"/>
                <a:ext cx="21" cy="66"/>
              </a:xfrm>
              <a:custGeom>
                <a:avLst/>
                <a:gdLst>
                  <a:gd name="T0" fmla="*/ 50 w 13"/>
                  <a:gd name="T1" fmla="*/ 0 h 40"/>
                  <a:gd name="T2" fmla="*/ 34 w 13"/>
                  <a:gd name="T3" fmla="*/ 58 h 40"/>
                  <a:gd name="T4" fmla="*/ 8 w 13"/>
                  <a:gd name="T5" fmla="*/ 180 h 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40">
                    <a:moveTo>
                      <a:pt x="12" y="0"/>
                    </a:moveTo>
                    <a:cubicBezTo>
                      <a:pt x="13" y="4"/>
                      <a:pt x="11" y="9"/>
                      <a:pt x="8" y="13"/>
                    </a:cubicBezTo>
                    <a:cubicBezTo>
                      <a:pt x="4" y="17"/>
                      <a:pt x="0" y="38"/>
                      <a:pt x="2" y="40"/>
                    </a:cubicBezTo>
                  </a:path>
                </a:pathLst>
              </a:custGeom>
              <a:noFill/>
              <a:ln w="4763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931" name="Freeform 35">
                <a:extLst>
                  <a:ext uri="{FF2B5EF4-FFF2-40B4-BE49-F238E27FC236}">
                    <a16:creationId xmlns:a16="http://schemas.microsoft.com/office/drawing/2014/main" id="{89F60A00-1059-4DB1-AC28-79FFC30609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1" y="3993"/>
                <a:ext cx="35" cy="63"/>
              </a:xfrm>
              <a:custGeom>
                <a:avLst/>
                <a:gdLst>
                  <a:gd name="T0" fmla="*/ 97 w 21"/>
                  <a:gd name="T1" fmla="*/ 0 h 38"/>
                  <a:gd name="T2" fmla="*/ 33 w 21"/>
                  <a:gd name="T3" fmla="*/ 63 h 38"/>
                  <a:gd name="T4" fmla="*/ 5 w 21"/>
                  <a:gd name="T5" fmla="*/ 172 h 3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38">
                    <a:moveTo>
                      <a:pt x="21" y="0"/>
                    </a:moveTo>
                    <a:cubicBezTo>
                      <a:pt x="18" y="7"/>
                      <a:pt x="10" y="12"/>
                      <a:pt x="7" y="14"/>
                    </a:cubicBezTo>
                    <a:cubicBezTo>
                      <a:pt x="0" y="22"/>
                      <a:pt x="6" y="23"/>
                      <a:pt x="1" y="38"/>
                    </a:cubicBezTo>
                  </a:path>
                </a:pathLst>
              </a:custGeom>
              <a:noFill/>
              <a:ln w="4763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932" name="Freeform 36">
                <a:extLst>
                  <a:ext uri="{FF2B5EF4-FFF2-40B4-BE49-F238E27FC236}">
                    <a16:creationId xmlns:a16="http://schemas.microsoft.com/office/drawing/2014/main" id="{9DC2D68D-F5B8-41D2-88B5-C599F75C24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4" y="3990"/>
                <a:ext cx="42" cy="62"/>
              </a:xfrm>
              <a:custGeom>
                <a:avLst/>
                <a:gdLst>
                  <a:gd name="T0" fmla="*/ 119 w 25"/>
                  <a:gd name="T1" fmla="*/ 0 h 38"/>
                  <a:gd name="T2" fmla="*/ 49 w 25"/>
                  <a:gd name="T3" fmla="*/ 69 h 38"/>
                  <a:gd name="T4" fmla="*/ 0 w 25"/>
                  <a:gd name="T5" fmla="*/ 165 h 3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38">
                    <a:moveTo>
                      <a:pt x="25" y="0"/>
                    </a:moveTo>
                    <a:cubicBezTo>
                      <a:pt x="20" y="5"/>
                      <a:pt x="15" y="11"/>
                      <a:pt x="10" y="16"/>
                    </a:cubicBezTo>
                    <a:cubicBezTo>
                      <a:pt x="5" y="20"/>
                      <a:pt x="7" y="27"/>
                      <a:pt x="0" y="38"/>
                    </a:cubicBezTo>
                  </a:path>
                </a:pathLst>
              </a:custGeom>
              <a:noFill/>
              <a:ln w="4763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933" name="Freeform 37">
                <a:extLst>
                  <a:ext uri="{FF2B5EF4-FFF2-40B4-BE49-F238E27FC236}">
                    <a16:creationId xmlns:a16="http://schemas.microsoft.com/office/drawing/2014/main" id="{7942C24A-B77D-48C9-9B08-1F66372986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6" y="3981"/>
                <a:ext cx="30" cy="47"/>
              </a:xfrm>
              <a:custGeom>
                <a:avLst/>
                <a:gdLst>
                  <a:gd name="T0" fmla="*/ 83 w 18"/>
                  <a:gd name="T1" fmla="*/ 0 h 28"/>
                  <a:gd name="T2" fmla="*/ 33 w 18"/>
                  <a:gd name="T3" fmla="*/ 50 h 28"/>
                  <a:gd name="T4" fmla="*/ 0 w 18"/>
                  <a:gd name="T5" fmla="*/ 133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28">
                    <a:moveTo>
                      <a:pt x="18" y="0"/>
                    </a:moveTo>
                    <a:cubicBezTo>
                      <a:pt x="16" y="4"/>
                      <a:pt x="11" y="8"/>
                      <a:pt x="7" y="11"/>
                    </a:cubicBezTo>
                    <a:cubicBezTo>
                      <a:pt x="4" y="15"/>
                      <a:pt x="6" y="20"/>
                      <a:pt x="0" y="28"/>
                    </a:cubicBezTo>
                  </a:path>
                </a:pathLst>
              </a:custGeom>
              <a:noFill/>
              <a:ln w="4763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934" name="Freeform 38">
                <a:extLst>
                  <a:ext uri="{FF2B5EF4-FFF2-40B4-BE49-F238E27FC236}">
                    <a16:creationId xmlns:a16="http://schemas.microsoft.com/office/drawing/2014/main" id="{70727330-7943-488B-BF46-5C73D04731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7" y="4023"/>
                <a:ext cx="45" cy="26"/>
              </a:xfrm>
              <a:custGeom>
                <a:avLst/>
                <a:gdLst>
                  <a:gd name="T0" fmla="*/ 0 w 27"/>
                  <a:gd name="T1" fmla="*/ 42 h 16"/>
                  <a:gd name="T2" fmla="*/ 92 w 27"/>
                  <a:gd name="T3" fmla="*/ 68 h 16"/>
                  <a:gd name="T4" fmla="*/ 62 w 27"/>
                  <a:gd name="T5" fmla="*/ 5 h 16"/>
                  <a:gd name="T6" fmla="*/ 0 w 27"/>
                  <a:gd name="T7" fmla="*/ 42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7" h="16">
                    <a:moveTo>
                      <a:pt x="0" y="10"/>
                    </a:moveTo>
                    <a:cubicBezTo>
                      <a:pt x="8" y="8"/>
                      <a:pt x="18" y="14"/>
                      <a:pt x="20" y="16"/>
                    </a:cubicBezTo>
                    <a:cubicBezTo>
                      <a:pt x="27" y="7"/>
                      <a:pt x="18" y="0"/>
                      <a:pt x="13" y="1"/>
                    </a:cubicBezTo>
                    <a:cubicBezTo>
                      <a:pt x="2" y="1"/>
                      <a:pt x="0" y="7"/>
                      <a:pt x="0" y="10"/>
                    </a:cubicBezTo>
                    <a:close/>
                  </a:path>
                </a:pathLst>
              </a:custGeom>
              <a:noFill/>
              <a:ln w="158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935" name="Freeform 39">
                <a:extLst>
                  <a:ext uri="{FF2B5EF4-FFF2-40B4-BE49-F238E27FC236}">
                    <a16:creationId xmlns:a16="http://schemas.microsoft.com/office/drawing/2014/main" id="{225F0CC1-EC73-48F0-82A4-54E36E349D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2" y="4033"/>
                <a:ext cx="22" cy="18"/>
              </a:xfrm>
              <a:custGeom>
                <a:avLst/>
                <a:gdLst>
                  <a:gd name="T0" fmla="*/ 0 w 13"/>
                  <a:gd name="T1" fmla="*/ 47 h 11"/>
                  <a:gd name="T2" fmla="*/ 63 w 13"/>
                  <a:gd name="T3" fmla="*/ 43 h 11"/>
                  <a:gd name="T4" fmla="*/ 0 w 13"/>
                  <a:gd name="T5" fmla="*/ 47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1">
                    <a:moveTo>
                      <a:pt x="0" y="11"/>
                    </a:moveTo>
                    <a:cubicBezTo>
                      <a:pt x="2" y="11"/>
                      <a:pt x="11" y="9"/>
                      <a:pt x="13" y="10"/>
                    </a:cubicBezTo>
                    <a:cubicBezTo>
                      <a:pt x="12" y="2"/>
                      <a:pt x="0" y="0"/>
                      <a:pt x="0" y="11"/>
                    </a:cubicBezTo>
                    <a:close/>
                  </a:path>
                </a:pathLst>
              </a:custGeom>
              <a:noFill/>
              <a:ln w="158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936" name="Freeform 40">
                <a:extLst>
                  <a:ext uri="{FF2B5EF4-FFF2-40B4-BE49-F238E27FC236}">
                    <a16:creationId xmlns:a16="http://schemas.microsoft.com/office/drawing/2014/main" id="{53B4758C-9142-4CA3-A681-22ABBEAB2C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4" y="4038"/>
                <a:ext cx="17" cy="14"/>
              </a:xfrm>
              <a:custGeom>
                <a:avLst/>
                <a:gdLst>
                  <a:gd name="T0" fmla="*/ 0 w 10"/>
                  <a:gd name="T1" fmla="*/ 26 h 9"/>
                  <a:gd name="T2" fmla="*/ 49 w 10"/>
                  <a:gd name="T3" fmla="*/ 26 h 9"/>
                  <a:gd name="T4" fmla="*/ 0 w 10"/>
                  <a:gd name="T5" fmla="*/ 26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9">
                    <a:moveTo>
                      <a:pt x="0" y="7"/>
                    </a:moveTo>
                    <a:cubicBezTo>
                      <a:pt x="2" y="9"/>
                      <a:pt x="8" y="9"/>
                      <a:pt x="10" y="7"/>
                    </a:cubicBezTo>
                    <a:cubicBezTo>
                      <a:pt x="9" y="0"/>
                      <a:pt x="0" y="3"/>
                      <a:pt x="0" y="7"/>
                    </a:cubicBezTo>
                    <a:close/>
                  </a:path>
                </a:pathLst>
              </a:custGeom>
              <a:noFill/>
              <a:ln w="158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937" name="Freeform 41">
                <a:extLst>
                  <a:ext uri="{FF2B5EF4-FFF2-40B4-BE49-F238E27FC236}">
                    <a16:creationId xmlns:a16="http://schemas.microsoft.com/office/drawing/2014/main" id="{D6F77490-5B31-4BA7-98F9-A363A79A48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9" y="4023"/>
                <a:ext cx="15" cy="13"/>
              </a:xfrm>
              <a:custGeom>
                <a:avLst/>
                <a:gdLst>
                  <a:gd name="T0" fmla="*/ 0 w 9"/>
                  <a:gd name="T1" fmla="*/ 21 h 8"/>
                  <a:gd name="T2" fmla="*/ 37 w 9"/>
                  <a:gd name="T3" fmla="*/ 29 h 8"/>
                  <a:gd name="T4" fmla="*/ 0 w 9"/>
                  <a:gd name="T5" fmla="*/ 21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8">
                    <a:moveTo>
                      <a:pt x="0" y="5"/>
                    </a:moveTo>
                    <a:cubicBezTo>
                      <a:pt x="1" y="7"/>
                      <a:pt x="5" y="8"/>
                      <a:pt x="8" y="7"/>
                    </a:cubicBezTo>
                    <a:cubicBezTo>
                      <a:pt x="9" y="0"/>
                      <a:pt x="2" y="1"/>
                      <a:pt x="0" y="5"/>
                    </a:cubicBezTo>
                    <a:close/>
                  </a:path>
                </a:pathLst>
              </a:custGeom>
              <a:noFill/>
              <a:ln w="158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938" name="Freeform 42">
                <a:extLst>
                  <a:ext uri="{FF2B5EF4-FFF2-40B4-BE49-F238E27FC236}">
                    <a16:creationId xmlns:a16="http://schemas.microsoft.com/office/drawing/2014/main" id="{B1D19EED-A00F-40B7-B85A-A124EF006E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0" y="1635"/>
                <a:ext cx="71" cy="71"/>
              </a:xfrm>
              <a:custGeom>
                <a:avLst/>
                <a:gdLst>
                  <a:gd name="T0" fmla="*/ 5 w 43"/>
                  <a:gd name="T1" fmla="*/ 104 h 43"/>
                  <a:gd name="T2" fmla="*/ 89 w 43"/>
                  <a:gd name="T3" fmla="*/ 5 h 43"/>
                  <a:gd name="T4" fmla="*/ 188 w 43"/>
                  <a:gd name="T5" fmla="*/ 89 h 43"/>
                  <a:gd name="T6" fmla="*/ 104 w 43"/>
                  <a:gd name="T7" fmla="*/ 188 h 43"/>
                  <a:gd name="T8" fmla="*/ 5 w 43"/>
                  <a:gd name="T9" fmla="*/ 104 h 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3" h="43">
                    <a:moveTo>
                      <a:pt x="1" y="23"/>
                    </a:moveTo>
                    <a:cubicBezTo>
                      <a:pt x="0" y="12"/>
                      <a:pt x="9" y="2"/>
                      <a:pt x="20" y="1"/>
                    </a:cubicBezTo>
                    <a:cubicBezTo>
                      <a:pt x="32" y="0"/>
                      <a:pt x="42" y="9"/>
                      <a:pt x="42" y="20"/>
                    </a:cubicBezTo>
                    <a:cubicBezTo>
                      <a:pt x="43" y="32"/>
                      <a:pt x="35" y="42"/>
                      <a:pt x="23" y="42"/>
                    </a:cubicBezTo>
                    <a:cubicBezTo>
                      <a:pt x="12" y="43"/>
                      <a:pt x="2" y="35"/>
                      <a:pt x="1" y="23"/>
                    </a:cubicBezTo>
                  </a:path>
                </a:pathLst>
              </a:custGeom>
              <a:solidFill>
                <a:srgbClr val="FEEC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939" name="Freeform 43">
                <a:extLst>
                  <a:ext uri="{FF2B5EF4-FFF2-40B4-BE49-F238E27FC236}">
                    <a16:creationId xmlns:a16="http://schemas.microsoft.com/office/drawing/2014/main" id="{E43F8156-FA92-423C-B713-9DD9385B600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851" y="1657"/>
                <a:ext cx="30" cy="29"/>
              </a:xfrm>
              <a:custGeom>
                <a:avLst/>
                <a:gdLst>
                  <a:gd name="T0" fmla="*/ 78 w 18"/>
                  <a:gd name="T1" fmla="*/ 29 h 18"/>
                  <a:gd name="T2" fmla="*/ 70 w 18"/>
                  <a:gd name="T3" fmla="*/ 47 h 18"/>
                  <a:gd name="T4" fmla="*/ 62 w 18"/>
                  <a:gd name="T5" fmla="*/ 55 h 18"/>
                  <a:gd name="T6" fmla="*/ 42 w 18"/>
                  <a:gd name="T7" fmla="*/ 63 h 18"/>
                  <a:gd name="T8" fmla="*/ 22 w 18"/>
                  <a:gd name="T9" fmla="*/ 55 h 18"/>
                  <a:gd name="T10" fmla="*/ 13 w 18"/>
                  <a:gd name="T11" fmla="*/ 39 h 18"/>
                  <a:gd name="T12" fmla="*/ 13 w 18"/>
                  <a:gd name="T13" fmla="*/ 39 h 18"/>
                  <a:gd name="T14" fmla="*/ 13 w 18"/>
                  <a:gd name="T15" fmla="*/ 39 h 18"/>
                  <a:gd name="T16" fmla="*/ 13 w 18"/>
                  <a:gd name="T17" fmla="*/ 26 h 18"/>
                  <a:gd name="T18" fmla="*/ 8 w 18"/>
                  <a:gd name="T19" fmla="*/ 26 h 18"/>
                  <a:gd name="T20" fmla="*/ 5 w 18"/>
                  <a:gd name="T21" fmla="*/ 16 h 18"/>
                  <a:gd name="T22" fmla="*/ 0 w 18"/>
                  <a:gd name="T23" fmla="*/ 39 h 18"/>
                  <a:gd name="T24" fmla="*/ 13 w 18"/>
                  <a:gd name="T25" fmla="*/ 68 h 18"/>
                  <a:gd name="T26" fmla="*/ 42 w 18"/>
                  <a:gd name="T27" fmla="*/ 76 h 18"/>
                  <a:gd name="T28" fmla="*/ 70 w 18"/>
                  <a:gd name="T29" fmla="*/ 63 h 18"/>
                  <a:gd name="T30" fmla="*/ 83 w 18"/>
                  <a:gd name="T31" fmla="*/ 34 h 18"/>
                  <a:gd name="T32" fmla="*/ 78 w 18"/>
                  <a:gd name="T33" fmla="*/ 29 h 18"/>
                  <a:gd name="T34" fmla="*/ 37 w 18"/>
                  <a:gd name="T35" fmla="*/ 13 h 18"/>
                  <a:gd name="T36" fmla="*/ 37 w 18"/>
                  <a:gd name="T37" fmla="*/ 13 h 18"/>
                  <a:gd name="T38" fmla="*/ 42 w 18"/>
                  <a:gd name="T39" fmla="*/ 13 h 18"/>
                  <a:gd name="T40" fmla="*/ 42 w 18"/>
                  <a:gd name="T41" fmla="*/ 5 h 18"/>
                  <a:gd name="T42" fmla="*/ 42 w 18"/>
                  <a:gd name="T43" fmla="*/ 0 h 18"/>
                  <a:gd name="T44" fmla="*/ 37 w 18"/>
                  <a:gd name="T45" fmla="*/ 0 h 18"/>
                  <a:gd name="T46" fmla="*/ 33 w 18"/>
                  <a:gd name="T47" fmla="*/ 0 h 18"/>
                  <a:gd name="T48" fmla="*/ 33 w 18"/>
                  <a:gd name="T49" fmla="*/ 8 h 18"/>
                  <a:gd name="T50" fmla="*/ 37 w 18"/>
                  <a:gd name="T51" fmla="*/ 13 h 18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18" h="18">
                    <a:moveTo>
                      <a:pt x="17" y="7"/>
                    </a:moveTo>
                    <a:cubicBezTo>
                      <a:pt x="16" y="8"/>
                      <a:pt x="16" y="9"/>
                      <a:pt x="15" y="11"/>
                    </a:cubicBezTo>
                    <a:cubicBezTo>
                      <a:pt x="15" y="12"/>
                      <a:pt x="14" y="13"/>
                      <a:pt x="13" y="13"/>
                    </a:cubicBezTo>
                    <a:cubicBezTo>
                      <a:pt x="9" y="15"/>
                      <a:pt x="9" y="15"/>
                      <a:pt x="9" y="15"/>
                    </a:cubicBezTo>
                    <a:cubicBezTo>
                      <a:pt x="9" y="15"/>
                      <a:pt x="5" y="13"/>
                      <a:pt x="5" y="13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8"/>
                      <a:pt x="3" y="7"/>
                      <a:pt x="3" y="6"/>
                    </a:cubicBezTo>
                    <a:cubicBezTo>
                      <a:pt x="3" y="6"/>
                      <a:pt x="3" y="6"/>
                      <a:pt x="2" y="6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3" y="16"/>
                      <a:pt x="3" y="16"/>
                      <a:pt x="3" y="16"/>
                    </a:cubicBezTo>
                    <a:cubicBezTo>
                      <a:pt x="9" y="18"/>
                      <a:pt x="9" y="18"/>
                      <a:pt x="9" y="18"/>
                    </a:cubicBezTo>
                    <a:cubicBezTo>
                      <a:pt x="15" y="15"/>
                      <a:pt x="15" y="15"/>
                      <a:pt x="15" y="15"/>
                    </a:cubicBezTo>
                    <a:cubicBezTo>
                      <a:pt x="18" y="8"/>
                      <a:pt x="18" y="8"/>
                      <a:pt x="18" y="8"/>
                    </a:cubicBezTo>
                    <a:lnTo>
                      <a:pt x="17" y="7"/>
                    </a:lnTo>
                    <a:close/>
                    <a:moveTo>
                      <a:pt x="8" y="3"/>
                    </a:moveTo>
                    <a:cubicBezTo>
                      <a:pt x="8" y="3"/>
                      <a:pt x="8" y="3"/>
                      <a:pt x="8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2"/>
                      <a:pt x="9" y="2"/>
                      <a:pt x="9" y="1"/>
                    </a:cubicBezTo>
                    <a:cubicBezTo>
                      <a:pt x="9" y="1"/>
                      <a:pt x="9" y="0"/>
                      <a:pt x="9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7" y="1"/>
                      <a:pt x="7" y="2"/>
                      <a:pt x="7" y="2"/>
                    </a:cubicBezTo>
                    <a:cubicBezTo>
                      <a:pt x="8" y="2"/>
                      <a:pt x="8" y="3"/>
                      <a:pt x="8" y="3"/>
                    </a:cubicBezTo>
                  </a:path>
                </a:pathLst>
              </a:custGeom>
              <a:solidFill>
                <a:srgbClr val="585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940" name="Freeform 44">
                <a:extLst>
                  <a:ext uri="{FF2B5EF4-FFF2-40B4-BE49-F238E27FC236}">
                    <a16:creationId xmlns:a16="http://schemas.microsoft.com/office/drawing/2014/main" id="{13929AEA-14D5-4F4F-BDA4-EA4787CC079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830" y="1635"/>
                <a:ext cx="73" cy="74"/>
              </a:xfrm>
              <a:custGeom>
                <a:avLst/>
                <a:gdLst>
                  <a:gd name="T0" fmla="*/ 0 w 44"/>
                  <a:gd name="T1" fmla="*/ 110 h 45"/>
                  <a:gd name="T2" fmla="*/ 5 w 44"/>
                  <a:gd name="T3" fmla="*/ 133 h 45"/>
                  <a:gd name="T4" fmla="*/ 20 w 44"/>
                  <a:gd name="T5" fmla="*/ 130 h 45"/>
                  <a:gd name="T6" fmla="*/ 13 w 44"/>
                  <a:gd name="T7" fmla="*/ 105 h 45"/>
                  <a:gd name="T8" fmla="*/ 0 w 44"/>
                  <a:gd name="T9" fmla="*/ 110 h 45"/>
                  <a:gd name="T10" fmla="*/ 96 w 44"/>
                  <a:gd name="T11" fmla="*/ 13 h 45"/>
                  <a:gd name="T12" fmla="*/ 91 w 44"/>
                  <a:gd name="T13" fmla="*/ 5 h 45"/>
                  <a:gd name="T14" fmla="*/ 91 w 44"/>
                  <a:gd name="T15" fmla="*/ 5 h 45"/>
                  <a:gd name="T16" fmla="*/ 88 w 44"/>
                  <a:gd name="T17" fmla="*/ 13 h 45"/>
                  <a:gd name="T18" fmla="*/ 91 w 44"/>
                  <a:gd name="T19" fmla="*/ 13 h 45"/>
                  <a:gd name="T20" fmla="*/ 96 w 44"/>
                  <a:gd name="T21" fmla="*/ 13 h 45"/>
                  <a:gd name="T22" fmla="*/ 187 w 44"/>
                  <a:gd name="T23" fmla="*/ 95 h 45"/>
                  <a:gd name="T24" fmla="*/ 201 w 44"/>
                  <a:gd name="T25" fmla="*/ 84 h 45"/>
                  <a:gd name="T26" fmla="*/ 187 w 44"/>
                  <a:gd name="T27" fmla="*/ 43 h 45"/>
                  <a:gd name="T28" fmla="*/ 183 w 44"/>
                  <a:gd name="T29" fmla="*/ 43 h 45"/>
                  <a:gd name="T30" fmla="*/ 174 w 44"/>
                  <a:gd name="T31" fmla="*/ 49 h 45"/>
                  <a:gd name="T32" fmla="*/ 187 w 44"/>
                  <a:gd name="T33" fmla="*/ 89 h 45"/>
                  <a:gd name="T34" fmla="*/ 187 w 44"/>
                  <a:gd name="T35" fmla="*/ 95 h 45"/>
                  <a:gd name="T36" fmla="*/ 166 w 44"/>
                  <a:gd name="T37" fmla="*/ 151 h 45"/>
                  <a:gd name="T38" fmla="*/ 105 w 44"/>
                  <a:gd name="T39" fmla="*/ 181 h 45"/>
                  <a:gd name="T40" fmla="*/ 33 w 44"/>
                  <a:gd name="T41" fmla="*/ 151 h 45"/>
                  <a:gd name="T42" fmla="*/ 20 w 44"/>
                  <a:gd name="T43" fmla="*/ 156 h 45"/>
                  <a:gd name="T44" fmla="*/ 105 w 44"/>
                  <a:gd name="T45" fmla="*/ 194 h 45"/>
                  <a:gd name="T46" fmla="*/ 179 w 44"/>
                  <a:gd name="T47" fmla="*/ 160 h 45"/>
                  <a:gd name="T48" fmla="*/ 196 w 44"/>
                  <a:gd name="T49" fmla="*/ 118 h 45"/>
                  <a:gd name="T50" fmla="*/ 183 w 44"/>
                  <a:gd name="T51" fmla="*/ 130 h 45"/>
                  <a:gd name="T52" fmla="*/ 166 w 44"/>
                  <a:gd name="T53" fmla="*/ 151 h 45"/>
                  <a:gd name="T54" fmla="*/ 33 w 44"/>
                  <a:gd name="T55" fmla="*/ 41 h 45"/>
                  <a:gd name="T56" fmla="*/ 22 w 44"/>
                  <a:gd name="T57" fmla="*/ 33 h 45"/>
                  <a:gd name="T58" fmla="*/ 8 w 44"/>
                  <a:gd name="T59" fmla="*/ 54 h 45"/>
                  <a:gd name="T60" fmla="*/ 20 w 44"/>
                  <a:gd name="T61" fmla="*/ 62 h 45"/>
                  <a:gd name="T62" fmla="*/ 33 w 44"/>
                  <a:gd name="T63" fmla="*/ 41 h 45"/>
                  <a:gd name="T64" fmla="*/ 0 w 44"/>
                  <a:gd name="T65" fmla="*/ 81 h 45"/>
                  <a:gd name="T66" fmla="*/ 0 w 44"/>
                  <a:gd name="T67" fmla="*/ 81 h 45"/>
                  <a:gd name="T68" fmla="*/ 0 w 44"/>
                  <a:gd name="T69" fmla="*/ 81 h 45"/>
                  <a:gd name="T70" fmla="*/ 0 w 44"/>
                  <a:gd name="T71" fmla="*/ 81 h 45"/>
                  <a:gd name="T72" fmla="*/ 151 w 44"/>
                  <a:gd name="T73" fmla="*/ 26 h 45"/>
                  <a:gd name="T74" fmla="*/ 166 w 44"/>
                  <a:gd name="T75" fmla="*/ 21 h 45"/>
                  <a:gd name="T76" fmla="*/ 124 w 44"/>
                  <a:gd name="T77" fmla="*/ 0 h 45"/>
                  <a:gd name="T78" fmla="*/ 126 w 44"/>
                  <a:gd name="T79" fmla="*/ 13 h 45"/>
                  <a:gd name="T80" fmla="*/ 151 w 44"/>
                  <a:gd name="T81" fmla="*/ 26 h 45"/>
                  <a:gd name="T82" fmla="*/ 61 w 44"/>
                  <a:gd name="T83" fmla="*/ 21 h 45"/>
                  <a:gd name="T84" fmla="*/ 61 w 44"/>
                  <a:gd name="T85" fmla="*/ 5 h 45"/>
                  <a:gd name="T86" fmla="*/ 46 w 44"/>
                  <a:gd name="T87" fmla="*/ 13 h 45"/>
                  <a:gd name="T88" fmla="*/ 55 w 44"/>
                  <a:gd name="T89" fmla="*/ 21 h 45"/>
                  <a:gd name="T90" fmla="*/ 61 w 44"/>
                  <a:gd name="T91" fmla="*/ 21 h 45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44" h="45">
                    <a:moveTo>
                      <a:pt x="0" y="25"/>
                    </a:moveTo>
                    <a:cubicBezTo>
                      <a:pt x="0" y="27"/>
                      <a:pt x="0" y="28"/>
                      <a:pt x="1" y="30"/>
                    </a:cubicBezTo>
                    <a:cubicBezTo>
                      <a:pt x="2" y="29"/>
                      <a:pt x="3" y="29"/>
                      <a:pt x="4" y="29"/>
                    </a:cubicBezTo>
                    <a:cubicBezTo>
                      <a:pt x="3" y="27"/>
                      <a:pt x="3" y="26"/>
                      <a:pt x="3" y="24"/>
                    </a:cubicBezTo>
                    <a:cubicBezTo>
                      <a:pt x="2" y="24"/>
                      <a:pt x="1" y="25"/>
                      <a:pt x="0" y="25"/>
                    </a:cubicBezTo>
                    <a:moveTo>
                      <a:pt x="21" y="3"/>
                    </a:moveTo>
                    <a:cubicBezTo>
                      <a:pt x="20" y="2"/>
                      <a:pt x="20" y="1"/>
                      <a:pt x="20" y="1"/>
                    </a:cubicBezTo>
                    <a:cubicBezTo>
                      <a:pt x="20" y="1"/>
                      <a:pt x="20" y="1"/>
                      <a:pt x="20" y="1"/>
                    </a:cubicBezTo>
                    <a:cubicBezTo>
                      <a:pt x="19" y="2"/>
                      <a:pt x="19" y="2"/>
                      <a:pt x="19" y="3"/>
                    </a:cubicBezTo>
                    <a:cubicBezTo>
                      <a:pt x="20" y="3"/>
                      <a:pt x="20" y="3"/>
                      <a:pt x="20" y="3"/>
                    </a:cubicBezTo>
                    <a:cubicBezTo>
                      <a:pt x="20" y="3"/>
                      <a:pt x="20" y="3"/>
                      <a:pt x="21" y="3"/>
                    </a:cubicBezTo>
                    <a:moveTo>
                      <a:pt x="41" y="21"/>
                    </a:moveTo>
                    <a:cubicBezTo>
                      <a:pt x="42" y="21"/>
                      <a:pt x="43" y="20"/>
                      <a:pt x="44" y="19"/>
                    </a:cubicBezTo>
                    <a:cubicBezTo>
                      <a:pt x="43" y="16"/>
                      <a:pt x="42" y="13"/>
                      <a:pt x="41" y="10"/>
                    </a:cubicBezTo>
                    <a:cubicBezTo>
                      <a:pt x="40" y="10"/>
                      <a:pt x="40" y="10"/>
                      <a:pt x="40" y="10"/>
                    </a:cubicBezTo>
                    <a:cubicBezTo>
                      <a:pt x="39" y="10"/>
                      <a:pt x="38" y="11"/>
                      <a:pt x="38" y="11"/>
                    </a:cubicBezTo>
                    <a:cubicBezTo>
                      <a:pt x="39" y="14"/>
                      <a:pt x="41" y="17"/>
                      <a:pt x="41" y="20"/>
                    </a:cubicBezTo>
                    <a:cubicBezTo>
                      <a:pt x="41" y="21"/>
                      <a:pt x="41" y="21"/>
                      <a:pt x="41" y="21"/>
                    </a:cubicBezTo>
                    <a:moveTo>
                      <a:pt x="36" y="34"/>
                    </a:moveTo>
                    <a:cubicBezTo>
                      <a:pt x="33" y="38"/>
                      <a:pt x="28" y="41"/>
                      <a:pt x="23" y="41"/>
                    </a:cubicBezTo>
                    <a:cubicBezTo>
                      <a:pt x="17" y="41"/>
                      <a:pt x="11" y="39"/>
                      <a:pt x="7" y="34"/>
                    </a:cubicBezTo>
                    <a:cubicBezTo>
                      <a:pt x="6" y="35"/>
                      <a:pt x="5" y="35"/>
                      <a:pt x="4" y="35"/>
                    </a:cubicBezTo>
                    <a:cubicBezTo>
                      <a:pt x="8" y="41"/>
                      <a:pt x="16" y="45"/>
                      <a:pt x="23" y="44"/>
                    </a:cubicBezTo>
                    <a:cubicBezTo>
                      <a:pt x="29" y="44"/>
                      <a:pt x="35" y="41"/>
                      <a:pt x="39" y="36"/>
                    </a:cubicBezTo>
                    <a:cubicBezTo>
                      <a:pt x="41" y="34"/>
                      <a:pt x="42" y="31"/>
                      <a:pt x="43" y="27"/>
                    </a:cubicBezTo>
                    <a:cubicBezTo>
                      <a:pt x="42" y="28"/>
                      <a:pt x="41" y="28"/>
                      <a:pt x="40" y="29"/>
                    </a:cubicBezTo>
                    <a:cubicBezTo>
                      <a:pt x="39" y="31"/>
                      <a:pt x="38" y="33"/>
                      <a:pt x="36" y="34"/>
                    </a:cubicBezTo>
                    <a:moveTo>
                      <a:pt x="7" y="9"/>
                    </a:moveTo>
                    <a:cubicBezTo>
                      <a:pt x="6" y="8"/>
                      <a:pt x="6" y="7"/>
                      <a:pt x="5" y="7"/>
                    </a:cubicBezTo>
                    <a:cubicBezTo>
                      <a:pt x="4" y="8"/>
                      <a:pt x="3" y="10"/>
                      <a:pt x="2" y="12"/>
                    </a:cubicBezTo>
                    <a:cubicBezTo>
                      <a:pt x="3" y="12"/>
                      <a:pt x="3" y="13"/>
                      <a:pt x="4" y="14"/>
                    </a:cubicBezTo>
                    <a:cubicBezTo>
                      <a:pt x="5" y="12"/>
                      <a:pt x="6" y="10"/>
                      <a:pt x="7" y="9"/>
                    </a:cubicBezTo>
                    <a:moveTo>
                      <a:pt x="0" y="18"/>
                    </a:moveTo>
                    <a:cubicBezTo>
                      <a:pt x="0" y="18"/>
                      <a:pt x="0" y="18"/>
                      <a:pt x="0" y="18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0" y="18"/>
                      <a:pt x="0" y="18"/>
                      <a:pt x="0" y="18"/>
                    </a:cubicBezTo>
                    <a:moveTo>
                      <a:pt x="33" y="6"/>
                    </a:moveTo>
                    <a:cubicBezTo>
                      <a:pt x="34" y="6"/>
                      <a:pt x="35" y="5"/>
                      <a:pt x="36" y="5"/>
                    </a:cubicBezTo>
                    <a:cubicBezTo>
                      <a:pt x="33" y="2"/>
                      <a:pt x="30" y="1"/>
                      <a:pt x="27" y="0"/>
                    </a:cubicBezTo>
                    <a:cubicBezTo>
                      <a:pt x="27" y="1"/>
                      <a:pt x="27" y="2"/>
                      <a:pt x="28" y="3"/>
                    </a:cubicBezTo>
                    <a:cubicBezTo>
                      <a:pt x="30" y="4"/>
                      <a:pt x="31" y="5"/>
                      <a:pt x="33" y="6"/>
                    </a:cubicBezTo>
                    <a:moveTo>
                      <a:pt x="13" y="5"/>
                    </a:moveTo>
                    <a:cubicBezTo>
                      <a:pt x="13" y="4"/>
                      <a:pt x="13" y="2"/>
                      <a:pt x="13" y="1"/>
                    </a:cubicBezTo>
                    <a:cubicBezTo>
                      <a:pt x="12" y="2"/>
                      <a:pt x="11" y="2"/>
                      <a:pt x="10" y="3"/>
                    </a:cubicBezTo>
                    <a:cubicBezTo>
                      <a:pt x="11" y="4"/>
                      <a:pt x="11" y="4"/>
                      <a:pt x="12" y="5"/>
                    </a:cubicBezTo>
                    <a:cubicBezTo>
                      <a:pt x="12" y="5"/>
                      <a:pt x="12" y="5"/>
                      <a:pt x="13" y="5"/>
                    </a:cubicBezTo>
                  </a:path>
                </a:pathLst>
              </a:custGeom>
              <a:solidFill>
                <a:srgbClr val="585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941" name="Freeform 45">
                <a:extLst>
                  <a:ext uri="{FF2B5EF4-FFF2-40B4-BE49-F238E27FC236}">
                    <a16:creationId xmlns:a16="http://schemas.microsoft.com/office/drawing/2014/main" id="{DEC6036B-520B-4075-8641-D2016BDBC0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6" y="2547"/>
                <a:ext cx="68" cy="46"/>
              </a:xfrm>
              <a:custGeom>
                <a:avLst/>
                <a:gdLst>
                  <a:gd name="T0" fmla="*/ 0 w 41"/>
                  <a:gd name="T1" fmla="*/ 0 h 28"/>
                  <a:gd name="T2" fmla="*/ 68 w 41"/>
                  <a:gd name="T3" fmla="*/ 67 h 28"/>
                  <a:gd name="T4" fmla="*/ 151 w 41"/>
                  <a:gd name="T5" fmla="*/ 105 h 28"/>
                  <a:gd name="T6" fmla="*/ 187 w 41"/>
                  <a:gd name="T7" fmla="*/ 125 h 2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1" h="28">
                    <a:moveTo>
                      <a:pt x="0" y="0"/>
                    </a:moveTo>
                    <a:cubicBezTo>
                      <a:pt x="4" y="2"/>
                      <a:pt x="10" y="12"/>
                      <a:pt x="15" y="15"/>
                    </a:cubicBezTo>
                    <a:cubicBezTo>
                      <a:pt x="21" y="19"/>
                      <a:pt x="28" y="21"/>
                      <a:pt x="33" y="24"/>
                    </a:cubicBezTo>
                    <a:cubicBezTo>
                      <a:pt x="36" y="25"/>
                      <a:pt x="39" y="26"/>
                      <a:pt x="41" y="28"/>
                    </a:cubicBezTo>
                  </a:path>
                </a:pathLst>
              </a:custGeom>
              <a:noFill/>
              <a:ln w="4763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942" name="Freeform 46">
                <a:extLst>
                  <a:ext uri="{FF2B5EF4-FFF2-40B4-BE49-F238E27FC236}">
                    <a16:creationId xmlns:a16="http://schemas.microsoft.com/office/drawing/2014/main" id="{1F0E8450-3FC1-43D4-B483-1B1623680E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7" y="2558"/>
                <a:ext cx="53" cy="48"/>
              </a:xfrm>
              <a:custGeom>
                <a:avLst/>
                <a:gdLst>
                  <a:gd name="T0" fmla="*/ 146 w 32"/>
                  <a:gd name="T1" fmla="*/ 131 h 29"/>
                  <a:gd name="T2" fmla="*/ 55 w 32"/>
                  <a:gd name="T3" fmla="*/ 76 h 29"/>
                  <a:gd name="T4" fmla="*/ 0 w 32"/>
                  <a:gd name="T5" fmla="*/ 0 h 2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2" h="29">
                    <a:moveTo>
                      <a:pt x="32" y="29"/>
                    </a:moveTo>
                    <a:cubicBezTo>
                      <a:pt x="23" y="20"/>
                      <a:pt x="18" y="20"/>
                      <a:pt x="12" y="17"/>
                    </a:cubicBezTo>
                    <a:cubicBezTo>
                      <a:pt x="12" y="15"/>
                      <a:pt x="5" y="5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943" name="Freeform 47">
                <a:extLst>
                  <a:ext uri="{FF2B5EF4-FFF2-40B4-BE49-F238E27FC236}">
                    <a16:creationId xmlns:a16="http://schemas.microsoft.com/office/drawing/2014/main" id="{E25C4580-509C-48BA-A8FE-EA8C871593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9" y="2492"/>
                <a:ext cx="73" cy="88"/>
              </a:xfrm>
              <a:custGeom>
                <a:avLst/>
                <a:gdLst>
                  <a:gd name="T0" fmla="*/ 201 w 44"/>
                  <a:gd name="T1" fmla="*/ 237 h 53"/>
                  <a:gd name="T2" fmla="*/ 118 w 44"/>
                  <a:gd name="T3" fmla="*/ 174 h 53"/>
                  <a:gd name="T4" fmla="*/ 101 w 44"/>
                  <a:gd name="T5" fmla="*/ 50 h 53"/>
                  <a:gd name="T6" fmla="*/ 68 w 44"/>
                  <a:gd name="T7" fmla="*/ 0 h 53"/>
                  <a:gd name="T8" fmla="*/ 5 w 44"/>
                  <a:gd name="T9" fmla="*/ 96 h 53"/>
                  <a:gd name="T10" fmla="*/ 22 w 44"/>
                  <a:gd name="T11" fmla="*/ 188 h 5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4" h="53">
                    <a:moveTo>
                      <a:pt x="44" y="52"/>
                    </a:moveTo>
                    <a:cubicBezTo>
                      <a:pt x="34" y="53"/>
                      <a:pt x="27" y="44"/>
                      <a:pt x="26" y="38"/>
                    </a:cubicBezTo>
                    <a:cubicBezTo>
                      <a:pt x="24" y="32"/>
                      <a:pt x="22" y="15"/>
                      <a:pt x="22" y="11"/>
                    </a:cubicBezTo>
                    <a:cubicBezTo>
                      <a:pt x="21" y="6"/>
                      <a:pt x="21" y="0"/>
                      <a:pt x="15" y="0"/>
                    </a:cubicBezTo>
                    <a:cubicBezTo>
                      <a:pt x="7" y="5"/>
                      <a:pt x="0" y="14"/>
                      <a:pt x="1" y="21"/>
                    </a:cubicBezTo>
                    <a:cubicBezTo>
                      <a:pt x="1" y="28"/>
                      <a:pt x="6" y="34"/>
                      <a:pt x="5" y="41"/>
                    </a:cubicBezTo>
                  </a:path>
                </a:pathLst>
              </a:custGeom>
              <a:noFill/>
              <a:ln w="4763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944" name="Freeform 48">
                <a:extLst>
                  <a:ext uri="{FF2B5EF4-FFF2-40B4-BE49-F238E27FC236}">
                    <a16:creationId xmlns:a16="http://schemas.microsoft.com/office/drawing/2014/main" id="{5CC821C3-4F9C-4C39-8991-0416FDA3B1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2" y="2623"/>
                <a:ext cx="22" cy="9"/>
              </a:xfrm>
              <a:custGeom>
                <a:avLst/>
                <a:gdLst>
                  <a:gd name="T0" fmla="*/ 63 w 13"/>
                  <a:gd name="T1" fmla="*/ 21 h 6"/>
                  <a:gd name="T2" fmla="*/ 0 w 13"/>
                  <a:gd name="T3" fmla="*/ 12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6">
                    <a:moveTo>
                      <a:pt x="13" y="6"/>
                    </a:moveTo>
                    <a:cubicBezTo>
                      <a:pt x="8" y="1"/>
                      <a:pt x="1" y="0"/>
                      <a:pt x="0" y="3"/>
                    </a:cubicBezTo>
                  </a:path>
                </a:pathLst>
              </a:custGeom>
              <a:noFill/>
              <a:ln w="158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945" name="Freeform 49">
                <a:extLst>
                  <a:ext uri="{FF2B5EF4-FFF2-40B4-BE49-F238E27FC236}">
                    <a16:creationId xmlns:a16="http://schemas.microsoft.com/office/drawing/2014/main" id="{ABC74D35-DBD1-4114-8606-23337A5FAF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7" y="2583"/>
                <a:ext cx="12" cy="11"/>
              </a:xfrm>
              <a:custGeom>
                <a:avLst/>
                <a:gdLst>
                  <a:gd name="T0" fmla="*/ 36 w 7"/>
                  <a:gd name="T1" fmla="*/ 8 h 7"/>
                  <a:gd name="T2" fmla="*/ 0 w 7"/>
                  <a:gd name="T3" fmla="*/ 27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7">
                    <a:moveTo>
                      <a:pt x="7" y="2"/>
                    </a:moveTo>
                    <a:cubicBezTo>
                      <a:pt x="4" y="0"/>
                      <a:pt x="3" y="4"/>
                      <a:pt x="0" y="7"/>
                    </a:cubicBezTo>
                  </a:path>
                </a:pathLst>
              </a:custGeom>
              <a:noFill/>
              <a:ln w="158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946" name="Freeform 50">
                <a:extLst>
                  <a:ext uri="{FF2B5EF4-FFF2-40B4-BE49-F238E27FC236}">
                    <a16:creationId xmlns:a16="http://schemas.microsoft.com/office/drawing/2014/main" id="{CD925A1E-BC79-42A7-95DD-A29D3F9196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9" y="2555"/>
                <a:ext cx="8" cy="3"/>
              </a:xfrm>
              <a:custGeom>
                <a:avLst/>
                <a:gdLst>
                  <a:gd name="T0" fmla="*/ 21 w 5"/>
                  <a:gd name="T1" fmla="*/ 8 h 2"/>
                  <a:gd name="T2" fmla="*/ 0 w 5"/>
                  <a:gd name="T3" fmla="*/ 5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2">
                    <a:moveTo>
                      <a:pt x="5" y="2"/>
                    </a:moveTo>
                    <a:cubicBezTo>
                      <a:pt x="2" y="0"/>
                      <a:pt x="1" y="0"/>
                      <a:pt x="0" y="1"/>
                    </a:cubicBezTo>
                  </a:path>
                </a:pathLst>
              </a:custGeom>
              <a:noFill/>
              <a:ln w="158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947" name="Freeform 51">
                <a:extLst>
                  <a:ext uri="{FF2B5EF4-FFF2-40B4-BE49-F238E27FC236}">
                    <a16:creationId xmlns:a16="http://schemas.microsoft.com/office/drawing/2014/main" id="{C4CAD6CD-2FFC-4A3C-B0C8-8E025009FE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7" y="2482"/>
                <a:ext cx="5" cy="17"/>
              </a:xfrm>
              <a:custGeom>
                <a:avLst/>
                <a:gdLst>
                  <a:gd name="T0" fmla="*/ 13 w 3"/>
                  <a:gd name="T1" fmla="*/ 49 h 10"/>
                  <a:gd name="T2" fmla="*/ 0 w 3"/>
                  <a:gd name="T3" fmla="*/ 0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0">
                    <a:moveTo>
                      <a:pt x="3" y="10"/>
                    </a:moveTo>
                    <a:cubicBezTo>
                      <a:pt x="3" y="5"/>
                      <a:pt x="1" y="3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948" name="Freeform 52">
                <a:extLst>
                  <a:ext uri="{FF2B5EF4-FFF2-40B4-BE49-F238E27FC236}">
                    <a16:creationId xmlns:a16="http://schemas.microsoft.com/office/drawing/2014/main" id="{80A7EFEE-FA69-4DCE-9639-16D99F6707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1" y="2489"/>
                <a:ext cx="13" cy="3"/>
              </a:xfrm>
              <a:custGeom>
                <a:avLst/>
                <a:gdLst>
                  <a:gd name="T0" fmla="*/ 34 w 8"/>
                  <a:gd name="T1" fmla="*/ 8 h 2"/>
                  <a:gd name="T2" fmla="*/ 0 w 8"/>
                  <a:gd name="T3" fmla="*/ 8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2">
                    <a:moveTo>
                      <a:pt x="8" y="2"/>
                    </a:moveTo>
                    <a:cubicBezTo>
                      <a:pt x="4" y="0"/>
                      <a:pt x="2" y="1"/>
                      <a:pt x="0" y="2"/>
                    </a:cubicBezTo>
                  </a:path>
                </a:pathLst>
              </a:custGeom>
              <a:noFill/>
              <a:ln w="158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949" name="Freeform 53">
                <a:extLst>
                  <a:ext uri="{FF2B5EF4-FFF2-40B4-BE49-F238E27FC236}">
                    <a16:creationId xmlns:a16="http://schemas.microsoft.com/office/drawing/2014/main" id="{31A7A6CA-AC74-45D6-A9E1-4941DCE2D0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7" y="2514"/>
                <a:ext cx="37" cy="46"/>
              </a:xfrm>
              <a:custGeom>
                <a:avLst/>
                <a:gdLst>
                  <a:gd name="T0" fmla="*/ 104 w 22"/>
                  <a:gd name="T1" fmla="*/ 125 h 28"/>
                  <a:gd name="T2" fmla="*/ 42 w 22"/>
                  <a:gd name="T3" fmla="*/ 95 h 28"/>
                  <a:gd name="T4" fmla="*/ 0 w 22"/>
                  <a:gd name="T5" fmla="*/ 0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28">
                    <a:moveTo>
                      <a:pt x="22" y="28"/>
                    </a:moveTo>
                    <a:cubicBezTo>
                      <a:pt x="19" y="24"/>
                      <a:pt x="12" y="27"/>
                      <a:pt x="9" y="21"/>
                    </a:cubicBezTo>
                    <a:cubicBezTo>
                      <a:pt x="6" y="14"/>
                      <a:pt x="0" y="10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950" name="Freeform 54">
                <a:extLst>
                  <a:ext uri="{FF2B5EF4-FFF2-40B4-BE49-F238E27FC236}">
                    <a16:creationId xmlns:a16="http://schemas.microsoft.com/office/drawing/2014/main" id="{7561D552-6BDE-4B18-84D6-8645214BD0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4" y="2502"/>
                <a:ext cx="25" cy="41"/>
              </a:xfrm>
              <a:custGeom>
                <a:avLst/>
                <a:gdLst>
                  <a:gd name="T0" fmla="*/ 70 w 15"/>
                  <a:gd name="T1" fmla="*/ 110 h 25"/>
                  <a:gd name="T2" fmla="*/ 42 w 15"/>
                  <a:gd name="T3" fmla="*/ 97 h 25"/>
                  <a:gd name="T4" fmla="*/ 0 w 15"/>
                  <a:gd name="T5" fmla="*/ 0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25">
                    <a:moveTo>
                      <a:pt x="15" y="25"/>
                    </a:moveTo>
                    <a:cubicBezTo>
                      <a:pt x="14" y="21"/>
                      <a:pt x="12" y="23"/>
                      <a:pt x="9" y="22"/>
                    </a:cubicBezTo>
                    <a:cubicBezTo>
                      <a:pt x="6" y="21"/>
                      <a:pt x="1" y="6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951" name="Freeform 55">
                <a:extLst>
                  <a:ext uri="{FF2B5EF4-FFF2-40B4-BE49-F238E27FC236}">
                    <a16:creationId xmlns:a16="http://schemas.microsoft.com/office/drawing/2014/main" id="{580C703B-57D0-42A7-9B67-72C3C0A133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5" y="2550"/>
                <a:ext cx="20" cy="20"/>
              </a:xfrm>
              <a:custGeom>
                <a:avLst/>
                <a:gdLst>
                  <a:gd name="T0" fmla="*/ 55 w 12"/>
                  <a:gd name="T1" fmla="*/ 8 h 12"/>
                  <a:gd name="T2" fmla="*/ 22 w 12"/>
                  <a:gd name="T3" fmla="*/ 55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12">
                    <a:moveTo>
                      <a:pt x="12" y="2"/>
                    </a:moveTo>
                    <a:cubicBezTo>
                      <a:pt x="0" y="0"/>
                      <a:pt x="5" y="10"/>
                      <a:pt x="5" y="12"/>
                    </a:cubicBezTo>
                  </a:path>
                </a:pathLst>
              </a:custGeom>
              <a:noFill/>
              <a:ln w="158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952" name="Freeform 56">
                <a:extLst>
                  <a:ext uri="{FF2B5EF4-FFF2-40B4-BE49-F238E27FC236}">
                    <a16:creationId xmlns:a16="http://schemas.microsoft.com/office/drawing/2014/main" id="{6E96849D-1EBA-4B0F-AA68-5A516C51B9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5" y="1013"/>
                <a:ext cx="30" cy="16"/>
              </a:xfrm>
              <a:custGeom>
                <a:avLst/>
                <a:gdLst>
                  <a:gd name="T0" fmla="*/ 83 w 18"/>
                  <a:gd name="T1" fmla="*/ 42 h 10"/>
                  <a:gd name="T2" fmla="*/ 55 w 18"/>
                  <a:gd name="T3" fmla="*/ 34 h 10"/>
                  <a:gd name="T4" fmla="*/ 33 w 18"/>
                  <a:gd name="T5" fmla="*/ 26 h 10"/>
                  <a:gd name="T6" fmla="*/ 0 w 18"/>
                  <a:gd name="T7" fmla="*/ 0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10">
                    <a:moveTo>
                      <a:pt x="18" y="10"/>
                    </a:moveTo>
                    <a:cubicBezTo>
                      <a:pt x="15" y="10"/>
                      <a:pt x="15" y="10"/>
                      <a:pt x="12" y="8"/>
                    </a:cubicBezTo>
                    <a:cubicBezTo>
                      <a:pt x="9" y="6"/>
                      <a:pt x="10" y="6"/>
                      <a:pt x="7" y="6"/>
                    </a:cubicBezTo>
                    <a:cubicBezTo>
                      <a:pt x="4" y="6"/>
                      <a:pt x="0" y="5"/>
                      <a:pt x="0" y="0"/>
                    </a:cubicBezTo>
                  </a:path>
                </a:pathLst>
              </a:custGeom>
              <a:noFill/>
              <a:ln w="158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953" name="Freeform 57">
                <a:extLst>
                  <a:ext uri="{FF2B5EF4-FFF2-40B4-BE49-F238E27FC236}">
                    <a16:creationId xmlns:a16="http://schemas.microsoft.com/office/drawing/2014/main" id="{129297F7-8C91-4547-93CE-E9CE16A137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2" y="1049"/>
                <a:ext cx="53" cy="16"/>
              </a:xfrm>
              <a:custGeom>
                <a:avLst/>
                <a:gdLst>
                  <a:gd name="T0" fmla="*/ 126 w 32"/>
                  <a:gd name="T1" fmla="*/ 29 h 10"/>
                  <a:gd name="T2" fmla="*/ 109 w 32"/>
                  <a:gd name="T3" fmla="*/ 29 h 10"/>
                  <a:gd name="T4" fmla="*/ 76 w 32"/>
                  <a:gd name="T5" fmla="*/ 34 h 10"/>
                  <a:gd name="T6" fmla="*/ 0 w 32"/>
                  <a:gd name="T7" fmla="*/ 0 h 10"/>
                  <a:gd name="T8" fmla="*/ 76 w 32"/>
                  <a:gd name="T9" fmla="*/ 34 h 10"/>
                  <a:gd name="T10" fmla="*/ 109 w 32"/>
                  <a:gd name="T11" fmla="*/ 34 h 10"/>
                  <a:gd name="T12" fmla="*/ 146 w 32"/>
                  <a:gd name="T13" fmla="*/ 34 h 10"/>
                  <a:gd name="T14" fmla="*/ 146 w 32"/>
                  <a:gd name="T15" fmla="*/ 29 h 10"/>
                  <a:gd name="T16" fmla="*/ 126 w 32"/>
                  <a:gd name="T17" fmla="*/ 29 h 1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2" h="10">
                    <a:moveTo>
                      <a:pt x="28" y="7"/>
                    </a:moveTo>
                    <a:cubicBezTo>
                      <a:pt x="24" y="7"/>
                      <a:pt x="24" y="7"/>
                      <a:pt x="24" y="7"/>
                    </a:cubicBezTo>
                    <a:cubicBezTo>
                      <a:pt x="17" y="8"/>
                      <a:pt x="17" y="8"/>
                      <a:pt x="17" y="8"/>
                    </a:cubicBezTo>
                    <a:cubicBezTo>
                      <a:pt x="12" y="8"/>
                      <a:pt x="6" y="9"/>
                      <a:pt x="0" y="0"/>
                    </a:cubicBezTo>
                    <a:cubicBezTo>
                      <a:pt x="5" y="10"/>
                      <a:pt x="12" y="9"/>
                      <a:pt x="17" y="8"/>
                    </a:cubicBezTo>
                    <a:cubicBezTo>
                      <a:pt x="24" y="8"/>
                      <a:pt x="24" y="8"/>
                      <a:pt x="24" y="8"/>
                    </a:cubicBezTo>
                    <a:cubicBezTo>
                      <a:pt x="32" y="8"/>
                      <a:pt x="32" y="8"/>
                      <a:pt x="32" y="8"/>
                    </a:cubicBezTo>
                    <a:cubicBezTo>
                      <a:pt x="32" y="7"/>
                      <a:pt x="32" y="7"/>
                      <a:pt x="32" y="7"/>
                    </a:cubicBezTo>
                    <a:lnTo>
                      <a:pt x="28" y="7"/>
                    </a:lnTo>
                    <a:close/>
                  </a:path>
                </a:pathLst>
              </a:custGeom>
              <a:solidFill>
                <a:srgbClr val="585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954" name="Freeform 58">
                <a:extLst>
                  <a:ext uri="{FF2B5EF4-FFF2-40B4-BE49-F238E27FC236}">
                    <a16:creationId xmlns:a16="http://schemas.microsoft.com/office/drawing/2014/main" id="{C44037C0-0BAD-4FF3-B8DE-CB55608B4E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0" y="907"/>
                <a:ext cx="12" cy="53"/>
              </a:xfrm>
              <a:custGeom>
                <a:avLst/>
                <a:gdLst>
                  <a:gd name="T0" fmla="*/ 29 w 7"/>
                  <a:gd name="T1" fmla="*/ 8 h 32"/>
                  <a:gd name="T2" fmla="*/ 15 w 7"/>
                  <a:gd name="T3" fmla="*/ 146 h 32"/>
                  <a:gd name="T4" fmla="*/ 26 w 7"/>
                  <a:gd name="T5" fmla="*/ 8 h 32"/>
                  <a:gd name="T6" fmla="*/ 29 w 7"/>
                  <a:gd name="T7" fmla="*/ 8 h 3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32">
                    <a:moveTo>
                      <a:pt x="6" y="2"/>
                    </a:moveTo>
                    <a:cubicBezTo>
                      <a:pt x="2" y="9"/>
                      <a:pt x="1" y="16"/>
                      <a:pt x="3" y="32"/>
                    </a:cubicBezTo>
                    <a:cubicBezTo>
                      <a:pt x="0" y="17"/>
                      <a:pt x="2" y="8"/>
                      <a:pt x="5" y="2"/>
                    </a:cubicBezTo>
                    <a:cubicBezTo>
                      <a:pt x="5" y="0"/>
                      <a:pt x="7" y="1"/>
                      <a:pt x="6" y="2"/>
                    </a:cubicBezTo>
                  </a:path>
                </a:pathLst>
              </a:custGeom>
              <a:solidFill>
                <a:srgbClr val="585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955" name="Freeform 59">
                <a:extLst>
                  <a:ext uri="{FF2B5EF4-FFF2-40B4-BE49-F238E27FC236}">
                    <a16:creationId xmlns:a16="http://schemas.microsoft.com/office/drawing/2014/main" id="{4A25ACF3-730A-4ABF-AD7D-1AAFEF4AD3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5" y="1013"/>
                <a:ext cx="30" cy="16"/>
              </a:xfrm>
              <a:custGeom>
                <a:avLst/>
                <a:gdLst>
                  <a:gd name="T0" fmla="*/ 0 w 18"/>
                  <a:gd name="T1" fmla="*/ 42 h 10"/>
                  <a:gd name="T2" fmla="*/ 28 w 18"/>
                  <a:gd name="T3" fmla="*/ 34 h 10"/>
                  <a:gd name="T4" fmla="*/ 50 w 18"/>
                  <a:gd name="T5" fmla="*/ 26 h 10"/>
                  <a:gd name="T6" fmla="*/ 83 w 18"/>
                  <a:gd name="T7" fmla="*/ 0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10">
                    <a:moveTo>
                      <a:pt x="0" y="10"/>
                    </a:moveTo>
                    <a:cubicBezTo>
                      <a:pt x="3" y="10"/>
                      <a:pt x="3" y="10"/>
                      <a:pt x="6" y="8"/>
                    </a:cubicBezTo>
                    <a:cubicBezTo>
                      <a:pt x="9" y="6"/>
                      <a:pt x="9" y="6"/>
                      <a:pt x="11" y="6"/>
                    </a:cubicBezTo>
                    <a:cubicBezTo>
                      <a:pt x="14" y="6"/>
                      <a:pt x="18" y="5"/>
                      <a:pt x="18" y="0"/>
                    </a:cubicBezTo>
                  </a:path>
                </a:pathLst>
              </a:custGeom>
              <a:noFill/>
              <a:ln w="158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956" name="Freeform 60">
                <a:extLst>
                  <a:ext uri="{FF2B5EF4-FFF2-40B4-BE49-F238E27FC236}">
                    <a16:creationId xmlns:a16="http://schemas.microsoft.com/office/drawing/2014/main" id="{BB18A1FE-9BE1-4038-9F2F-A26BFC40BF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5" y="1051"/>
                <a:ext cx="53" cy="13"/>
              </a:xfrm>
              <a:custGeom>
                <a:avLst/>
                <a:gdLst>
                  <a:gd name="T0" fmla="*/ 0 w 32"/>
                  <a:gd name="T1" fmla="*/ 29 h 8"/>
                  <a:gd name="T2" fmla="*/ 41 w 32"/>
                  <a:gd name="T3" fmla="*/ 29 h 8"/>
                  <a:gd name="T4" fmla="*/ 75 w 32"/>
                  <a:gd name="T5" fmla="*/ 29 h 8"/>
                  <a:gd name="T6" fmla="*/ 146 w 32"/>
                  <a:gd name="T7" fmla="*/ 0 h 8"/>
                  <a:gd name="T8" fmla="*/ 75 w 32"/>
                  <a:gd name="T9" fmla="*/ 29 h 8"/>
                  <a:gd name="T10" fmla="*/ 41 w 32"/>
                  <a:gd name="T11" fmla="*/ 26 h 8"/>
                  <a:gd name="T12" fmla="*/ 0 w 32"/>
                  <a:gd name="T13" fmla="*/ 26 h 8"/>
                  <a:gd name="T14" fmla="*/ 0 w 32"/>
                  <a:gd name="T15" fmla="*/ 29 h 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2" h="8">
                    <a:moveTo>
                      <a:pt x="0" y="7"/>
                    </a:moveTo>
                    <a:cubicBezTo>
                      <a:pt x="9" y="7"/>
                      <a:pt x="9" y="7"/>
                      <a:pt x="9" y="7"/>
                    </a:cubicBezTo>
                    <a:cubicBezTo>
                      <a:pt x="16" y="7"/>
                      <a:pt x="16" y="7"/>
                      <a:pt x="16" y="7"/>
                    </a:cubicBezTo>
                    <a:cubicBezTo>
                      <a:pt x="21" y="8"/>
                      <a:pt x="27" y="6"/>
                      <a:pt x="32" y="0"/>
                    </a:cubicBezTo>
                    <a:cubicBezTo>
                      <a:pt x="28" y="4"/>
                      <a:pt x="21" y="7"/>
                      <a:pt x="16" y="7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0" y="6"/>
                      <a:pt x="0" y="6"/>
                      <a:pt x="0" y="6"/>
                    </a:cubicBez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585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957" name="Freeform 61">
                <a:extLst>
                  <a:ext uri="{FF2B5EF4-FFF2-40B4-BE49-F238E27FC236}">
                    <a16:creationId xmlns:a16="http://schemas.microsoft.com/office/drawing/2014/main" id="{E9F46D82-89AD-4151-914F-F3F9AF70C3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5" y="1065"/>
                <a:ext cx="82" cy="2"/>
              </a:xfrm>
              <a:custGeom>
                <a:avLst/>
                <a:gdLst>
                  <a:gd name="T0" fmla="*/ 187 w 49"/>
                  <a:gd name="T1" fmla="*/ 0 h 1"/>
                  <a:gd name="T2" fmla="*/ 146 w 49"/>
                  <a:gd name="T3" fmla="*/ 0 h 1"/>
                  <a:gd name="T4" fmla="*/ 112 w 49"/>
                  <a:gd name="T5" fmla="*/ 8 h 1"/>
                  <a:gd name="T6" fmla="*/ 84 w 49"/>
                  <a:gd name="T7" fmla="*/ 0 h 1"/>
                  <a:gd name="T8" fmla="*/ 42 w 49"/>
                  <a:gd name="T9" fmla="*/ 0 h 1"/>
                  <a:gd name="T10" fmla="*/ 0 w 49"/>
                  <a:gd name="T11" fmla="*/ 8 h 1"/>
                  <a:gd name="T12" fmla="*/ 47 w 49"/>
                  <a:gd name="T13" fmla="*/ 8 h 1"/>
                  <a:gd name="T14" fmla="*/ 84 w 49"/>
                  <a:gd name="T15" fmla="*/ 8 h 1"/>
                  <a:gd name="T16" fmla="*/ 112 w 49"/>
                  <a:gd name="T17" fmla="*/ 8 h 1"/>
                  <a:gd name="T18" fmla="*/ 146 w 49"/>
                  <a:gd name="T19" fmla="*/ 8 h 1"/>
                  <a:gd name="T20" fmla="*/ 187 w 49"/>
                  <a:gd name="T21" fmla="*/ 8 h 1"/>
                  <a:gd name="T22" fmla="*/ 229 w 49"/>
                  <a:gd name="T23" fmla="*/ 8 h 1"/>
                  <a:gd name="T24" fmla="*/ 187 w 49"/>
                  <a:gd name="T25" fmla="*/ 0 h 1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49" h="1">
                    <a:moveTo>
                      <a:pt x="40" y="0"/>
                    </a:moveTo>
                    <a:cubicBezTo>
                      <a:pt x="37" y="0"/>
                      <a:pt x="34" y="0"/>
                      <a:pt x="31" y="0"/>
                    </a:cubicBezTo>
                    <a:cubicBezTo>
                      <a:pt x="28" y="1"/>
                      <a:pt x="26" y="1"/>
                      <a:pt x="24" y="1"/>
                    </a:cubicBezTo>
                    <a:cubicBezTo>
                      <a:pt x="23" y="1"/>
                      <a:pt x="20" y="1"/>
                      <a:pt x="18" y="0"/>
                    </a:cubicBezTo>
                    <a:cubicBezTo>
                      <a:pt x="15" y="0"/>
                      <a:pt x="12" y="0"/>
                      <a:pt x="9" y="0"/>
                    </a:cubicBezTo>
                    <a:cubicBezTo>
                      <a:pt x="5" y="1"/>
                      <a:pt x="2" y="1"/>
                      <a:pt x="0" y="1"/>
                    </a:cubicBezTo>
                    <a:cubicBezTo>
                      <a:pt x="2" y="1"/>
                      <a:pt x="5" y="1"/>
                      <a:pt x="10" y="1"/>
                    </a:cubicBezTo>
                    <a:cubicBezTo>
                      <a:pt x="12" y="0"/>
                      <a:pt x="15" y="1"/>
                      <a:pt x="18" y="1"/>
                    </a:cubicBezTo>
                    <a:cubicBezTo>
                      <a:pt x="20" y="1"/>
                      <a:pt x="23" y="1"/>
                      <a:pt x="24" y="1"/>
                    </a:cubicBezTo>
                    <a:cubicBezTo>
                      <a:pt x="26" y="1"/>
                      <a:pt x="29" y="1"/>
                      <a:pt x="31" y="1"/>
                    </a:cubicBezTo>
                    <a:cubicBezTo>
                      <a:pt x="34" y="1"/>
                      <a:pt x="37" y="0"/>
                      <a:pt x="40" y="1"/>
                    </a:cubicBezTo>
                    <a:cubicBezTo>
                      <a:pt x="45" y="1"/>
                      <a:pt x="47" y="1"/>
                      <a:pt x="49" y="1"/>
                    </a:cubicBezTo>
                    <a:cubicBezTo>
                      <a:pt x="47" y="1"/>
                      <a:pt x="44" y="1"/>
                      <a:pt x="40" y="0"/>
                    </a:cubicBezTo>
                  </a:path>
                </a:pathLst>
              </a:custGeom>
              <a:solidFill>
                <a:srgbClr val="585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958" name="Freeform 62">
                <a:extLst>
                  <a:ext uri="{FF2B5EF4-FFF2-40B4-BE49-F238E27FC236}">
                    <a16:creationId xmlns:a16="http://schemas.microsoft.com/office/drawing/2014/main" id="{ED94D920-D90D-427D-B439-6859BA57B8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7" y="1069"/>
                <a:ext cx="76" cy="6"/>
              </a:xfrm>
              <a:custGeom>
                <a:avLst/>
                <a:gdLst>
                  <a:gd name="T0" fmla="*/ 180 w 46"/>
                  <a:gd name="T1" fmla="*/ 8 h 4"/>
                  <a:gd name="T2" fmla="*/ 109 w 46"/>
                  <a:gd name="T3" fmla="*/ 14 h 4"/>
                  <a:gd name="T4" fmla="*/ 33 w 46"/>
                  <a:gd name="T5" fmla="*/ 8 h 4"/>
                  <a:gd name="T6" fmla="*/ 0 w 46"/>
                  <a:gd name="T7" fmla="*/ 0 h 4"/>
                  <a:gd name="T8" fmla="*/ 33 w 46"/>
                  <a:gd name="T9" fmla="*/ 12 h 4"/>
                  <a:gd name="T10" fmla="*/ 109 w 46"/>
                  <a:gd name="T11" fmla="*/ 14 h 4"/>
                  <a:gd name="T12" fmla="*/ 109 w 46"/>
                  <a:gd name="T13" fmla="*/ 14 h 4"/>
                  <a:gd name="T14" fmla="*/ 109 w 46"/>
                  <a:gd name="T15" fmla="*/ 14 h 4"/>
                  <a:gd name="T16" fmla="*/ 112 w 46"/>
                  <a:gd name="T17" fmla="*/ 14 h 4"/>
                  <a:gd name="T18" fmla="*/ 112 w 46"/>
                  <a:gd name="T19" fmla="*/ 14 h 4"/>
                  <a:gd name="T20" fmla="*/ 180 w 46"/>
                  <a:gd name="T21" fmla="*/ 12 h 4"/>
                  <a:gd name="T22" fmla="*/ 208 w 46"/>
                  <a:gd name="T23" fmla="*/ 0 h 4"/>
                  <a:gd name="T24" fmla="*/ 180 w 46"/>
                  <a:gd name="T25" fmla="*/ 8 h 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46" h="4">
                    <a:moveTo>
                      <a:pt x="40" y="2"/>
                    </a:moveTo>
                    <a:cubicBezTo>
                      <a:pt x="35" y="3"/>
                      <a:pt x="28" y="4"/>
                      <a:pt x="24" y="4"/>
                    </a:cubicBezTo>
                    <a:cubicBezTo>
                      <a:pt x="21" y="4"/>
                      <a:pt x="12" y="3"/>
                      <a:pt x="7" y="2"/>
                    </a:cubicBezTo>
                    <a:cubicBezTo>
                      <a:pt x="3" y="2"/>
                      <a:pt x="0" y="0"/>
                      <a:pt x="0" y="0"/>
                    </a:cubicBezTo>
                    <a:cubicBezTo>
                      <a:pt x="0" y="0"/>
                      <a:pt x="2" y="2"/>
                      <a:pt x="7" y="3"/>
                    </a:cubicBezTo>
                    <a:cubicBezTo>
                      <a:pt x="11" y="3"/>
                      <a:pt x="21" y="4"/>
                      <a:pt x="24" y="4"/>
                    </a:cubicBezTo>
                    <a:cubicBezTo>
                      <a:pt x="24" y="4"/>
                      <a:pt x="24" y="4"/>
                      <a:pt x="24" y="4"/>
                    </a:cubicBezTo>
                    <a:cubicBezTo>
                      <a:pt x="24" y="4"/>
                      <a:pt x="24" y="4"/>
                      <a:pt x="24" y="4"/>
                    </a:cubicBezTo>
                    <a:cubicBezTo>
                      <a:pt x="25" y="4"/>
                      <a:pt x="25" y="4"/>
                      <a:pt x="25" y="4"/>
                    </a:cubicBezTo>
                    <a:cubicBezTo>
                      <a:pt x="25" y="4"/>
                      <a:pt x="25" y="4"/>
                      <a:pt x="25" y="4"/>
                    </a:cubicBezTo>
                    <a:cubicBezTo>
                      <a:pt x="28" y="4"/>
                      <a:pt x="35" y="3"/>
                      <a:pt x="40" y="3"/>
                    </a:cubicBezTo>
                    <a:cubicBezTo>
                      <a:pt x="45" y="2"/>
                      <a:pt x="46" y="0"/>
                      <a:pt x="46" y="0"/>
                    </a:cubicBezTo>
                    <a:cubicBezTo>
                      <a:pt x="46" y="0"/>
                      <a:pt x="44" y="2"/>
                      <a:pt x="40" y="2"/>
                    </a:cubicBezTo>
                  </a:path>
                </a:pathLst>
              </a:custGeom>
              <a:solidFill>
                <a:srgbClr val="585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959" name="Freeform 63">
                <a:extLst>
                  <a:ext uri="{FF2B5EF4-FFF2-40B4-BE49-F238E27FC236}">
                    <a16:creationId xmlns:a16="http://schemas.microsoft.com/office/drawing/2014/main" id="{61106850-E56A-42A2-A848-A18CA457D5A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898" y="872"/>
                <a:ext cx="281" cy="264"/>
              </a:xfrm>
              <a:custGeom>
                <a:avLst/>
                <a:gdLst>
                  <a:gd name="T0" fmla="*/ 0 w 170"/>
                  <a:gd name="T1" fmla="*/ 104 h 160"/>
                  <a:gd name="T2" fmla="*/ 0 w 170"/>
                  <a:gd name="T3" fmla="*/ 33 h 160"/>
                  <a:gd name="T4" fmla="*/ 0 w 170"/>
                  <a:gd name="T5" fmla="*/ 125 h 160"/>
                  <a:gd name="T6" fmla="*/ 33 w 170"/>
                  <a:gd name="T7" fmla="*/ 276 h 160"/>
                  <a:gd name="T8" fmla="*/ 71 w 170"/>
                  <a:gd name="T9" fmla="*/ 444 h 160"/>
                  <a:gd name="T10" fmla="*/ 167 w 170"/>
                  <a:gd name="T11" fmla="*/ 587 h 160"/>
                  <a:gd name="T12" fmla="*/ 359 w 170"/>
                  <a:gd name="T13" fmla="*/ 713 h 160"/>
                  <a:gd name="T14" fmla="*/ 407 w 170"/>
                  <a:gd name="T15" fmla="*/ 719 h 160"/>
                  <a:gd name="T16" fmla="*/ 443 w 170"/>
                  <a:gd name="T17" fmla="*/ 719 h 160"/>
                  <a:gd name="T18" fmla="*/ 618 w 170"/>
                  <a:gd name="T19" fmla="*/ 594 h 160"/>
                  <a:gd name="T20" fmla="*/ 698 w 170"/>
                  <a:gd name="T21" fmla="*/ 444 h 160"/>
                  <a:gd name="T22" fmla="*/ 741 w 170"/>
                  <a:gd name="T23" fmla="*/ 276 h 160"/>
                  <a:gd name="T24" fmla="*/ 767 w 170"/>
                  <a:gd name="T25" fmla="*/ 152 h 160"/>
                  <a:gd name="T26" fmla="*/ 767 w 170"/>
                  <a:gd name="T27" fmla="*/ 147 h 160"/>
                  <a:gd name="T28" fmla="*/ 741 w 170"/>
                  <a:gd name="T29" fmla="*/ 5 h 160"/>
                  <a:gd name="T30" fmla="*/ 741 w 170"/>
                  <a:gd name="T31" fmla="*/ 0 h 160"/>
                  <a:gd name="T32" fmla="*/ 13 w 170"/>
                  <a:gd name="T33" fmla="*/ 0 h 160"/>
                  <a:gd name="T34" fmla="*/ 13 w 170"/>
                  <a:gd name="T35" fmla="*/ 0 h 160"/>
                  <a:gd name="T36" fmla="*/ 385 w 170"/>
                  <a:gd name="T37" fmla="*/ 719 h 160"/>
                  <a:gd name="T38" fmla="*/ 385 w 170"/>
                  <a:gd name="T39" fmla="*/ 719 h 160"/>
                  <a:gd name="T40" fmla="*/ 385 w 170"/>
                  <a:gd name="T41" fmla="*/ 719 h 160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170" h="160">
                    <a:moveTo>
                      <a:pt x="0" y="23"/>
                    </a:moveTo>
                    <a:cubicBezTo>
                      <a:pt x="1" y="19"/>
                      <a:pt x="1" y="13"/>
                      <a:pt x="0" y="7"/>
                    </a:cubicBezTo>
                    <a:cubicBezTo>
                      <a:pt x="0" y="12"/>
                      <a:pt x="0" y="24"/>
                      <a:pt x="0" y="28"/>
                    </a:cubicBezTo>
                    <a:cubicBezTo>
                      <a:pt x="4" y="39"/>
                      <a:pt x="5" y="51"/>
                      <a:pt x="7" y="61"/>
                    </a:cubicBezTo>
                    <a:cubicBezTo>
                      <a:pt x="9" y="71"/>
                      <a:pt x="13" y="91"/>
                      <a:pt x="16" y="99"/>
                    </a:cubicBezTo>
                    <a:cubicBezTo>
                      <a:pt x="19" y="107"/>
                      <a:pt x="21" y="126"/>
                      <a:pt x="37" y="131"/>
                    </a:cubicBezTo>
                    <a:cubicBezTo>
                      <a:pt x="48" y="134"/>
                      <a:pt x="66" y="157"/>
                      <a:pt x="79" y="159"/>
                    </a:cubicBezTo>
                    <a:cubicBezTo>
                      <a:pt x="83" y="160"/>
                      <a:pt x="87" y="160"/>
                      <a:pt x="90" y="160"/>
                    </a:cubicBezTo>
                    <a:cubicBezTo>
                      <a:pt x="94" y="160"/>
                      <a:pt x="94" y="160"/>
                      <a:pt x="98" y="160"/>
                    </a:cubicBezTo>
                    <a:cubicBezTo>
                      <a:pt x="111" y="157"/>
                      <a:pt x="127" y="133"/>
                      <a:pt x="137" y="132"/>
                    </a:cubicBezTo>
                    <a:cubicBezTo>
                      <a:pt x="154" y="129"/>
                      <a:pt x="152" y="107"/>
                      <a:pt x="154" y="99"/>
                    </a:cubicBezTo>
                    <a:cubicBezTo>
                      <a:pt x="157" y="91"/>
                      <a:pt x="161" y="71"/>
                      <a:pt x="164" y="61"/>
                    </a:cubicBezTo>
                    <a:cubicBezTo>
                      <a:pt x="165" y="54"/>
                      <a:pt x="167" y="44"/>
                      <a:pt x="170" y="34"/>
                    </a:cubicBezTo>
                    <a:cubicBezTo>
                      <a:pt x="170" y="33"/>
                      <a:pt x="170" y="33"/>
                      <a:pt x="170" y="33"/>
                    </a:cubicBezTo>
                    <a:cubicBezTo>
                      <a:pt x="169" y="26"/>
                      <a:pt x="167" y="13"/>
                      <a:pt x="164" y="1"/>
                    </a:cubicBezTo>
                    <a:cubicBezTo>
                      <a:pt x="164" y="0"/>
                      <a:pt x="164" y="0"/>
                      <a:pt x="164" y="0"/>
                    </a:cubicBezTo>
                    <a:moveTo>
                      <a:pt x="3" y="0"/>
                    </a:moveTo>
                    <a:cubicBezTo>
                      <a:pt x="3" y="0"/>
                      <a:pt x="3" y="0"/>
                      <a:pt x="3" y="0"/>
                    </a:cubicBezTo>
                    <a:moveTo>
                      <a:pt x="85" y="160"/>
                    </a:moveTo>
                    <a:cubicBezTo>
                      <a:pt x="85" y="160"/>
                      <a:pt x="85" y="160"/>
                      <a:pt x="85" y="160"/>
                    </a:cubicBezTo>
                    <a:cubicBezTo>
                      <a:pt x="85" y="160"/>
                      <a:pt x="85" y="160"/>
                      <a:pt x="85" y="160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4208" name="Freeform 64">
                <a:extLst>
                  <a:ext uri="{FF2B5EF4-FFF2-40B4-BE49-F238E27FC236}">
                    <a16:creationId xmlns:a16="http://schemas.microsoft.com/office/drawing/2014/main" id="{18F5AF01-F797-4741-A64E-6655153EF6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2" y="2416"/>
                <a:ext cx="171" cy="71"/>
              </a:xfrm>
              <a:custGeom>
                <a:avLst/>
                <a:gdLst>
                  <a:gd name="T0" fmla="*/ 237 w 103"/>
                  <a:gd name="T1" fmla="*/ 185 h 43"/>
                  <a:gd name="T2" fmla="*/ 234 w 103"/>
                  <a:gd name="T3" fmla="*/ 185 h 43"/>
                  <a:gd name="T4" fmla="*/ 0 w 103"/>
                  <a:gd name="T5" fmla="*/ 0 h 43"/>
                  <a:gd name="T6" fmla="*/ 234 w 103"/>
                  <a:gd name="T7" fmla="*/ 193 h 43"/>
                  <a:gd name="T8" fmla="*/ 237 w 103"/>
                  <a:gd name="T9" fmla="*/ 193 h 43"/>
                  <a:gd name="T10" fmla="*/ 471 w 103"/>
                  <a:gd name="T11" fmla="*/ 0 h 43"/>
                  <a:gd name="T12" fmla="*/ 237 w 103"/>
                  <a:gd name="T13" fmla="*/ 185 h 4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3" h="43">
                    <a:moveTo>
                      <a:pt x="52" y="41"/>
                    </a:moveTo>
                    <a:cubicBezTo>
                      <a:pt x="51" y="41"/>
                      <a:pt x="51" y="41"/>
                      <a:pt x="51" y="41"/>
                    </a:cubicBezTo>
                    <a:cubicBezTo>
                      <a:pt x="34" y="41"/>
                      <a:pt x="8" y="18"/>
                      <a:pt x="0" y="0"/>
                    </a:cubicBezTo>
                    <a:cubicBezTo>
                      <a:pt x="8" y="19"/>
                      <a:pt x="33" y="43"/>
                      <a:pt x="51" y="43"/>
                    </a:cubicBezTo>
                    <a:cubicBezTo>
                      <a:pt x="52" y="43"/>
                      <a:pt x="52" y="43"/>
                      <a:pt x="52" y="43"/>
                    </a:cubicBezTo>
                    <a:cubicBezTo>
                      <a:pt x="70" y="43"/>
                      <a:pt x="95" y="19"/>
                      <a:pt x="103" y="0"/>
                    </a:cubicBezTo>
                    <a:cubicBezTo>
                      <a:pt x="95" y="18"/>
                      <a:pt x="70" y="41"/>
                      <a:pt x="52" y="41"/>
                    </a:cubicBezTo>
                  </a:path>
                </a:pathLst>
              </a:custGeom>
              <a:solidFill>
                <a:srgbClr val="585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4209" name="Freeform 65">
                <a:extLst>
                  <a:ext uri="{FF2B5EF4-FFF2-40B4-BE49-F238E27FC236}">
                    <a16:creationId xmlns:a16="http://schemas.microsoft.com/office/drawing/2014/main" id="{577F6770-A8F0-47E6-A66C-C4FAA8FD72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7" y="3854"/>
                <a:ext cx="7" cy="35"/>
              </a:xfrm>
              <a:custGeom>
                <a:avLst/>
                <a:gdLst>
                  <a:gd name="T0" fmla="*/ 21 w 4"/>
                  <a:gd name="T1" fmla="*/ 0 h 21"/>
                  <a:gd name="T2" fmla="*/ 0 w 4"/>
                  <a:gd name="T3" fmla="*/ 97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1">
                    <a:moveTo>
                      <a:pt x="4" y="0"/>
                    </a:moveTo>
                    <a:cubicBezTo>
                      <a:pt x="4" y="8"/>
                      <a:pt x="0" y="21"/>
                      <a:pt x="0" y="21"/>
                    </a:cubicBezTo>
                  </a:path>
                </a:pathLst>
              </a:custGeom>
              <a:noFill/>
              <a:ln w="4763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4210" name="Freeform 66">
                <a:extLst>
                  <a:ext uri="{FF2B5EF4-FFF2-40B4-BE49-F238E27FC236}">
                    <a16:creationId xmlns:a16="http://schemas.microsoft.com/office/drawing/2014/main" id="{3592A4C8-D81C-4245-90D5-70D37C5D54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8" y="1241"/>
                <a:ext cx="169" cy="18"/>
              </a:xfrm>
              <a:custGeom>
                <a:avLst/>
                <a:gdLst>
                  <a:gd name="T0" fmla="*/ 338 w 102"/>
                  <a:gd name="T1" fmla="*/ 18 h 11"/>
                  <a:gd name="T2" fmla="*/ 200 w 102"/>
                  <a:gd name="T3" fmla="*/ 18 h 11"/>
                  <a:gd name="T4" fmla="*/ 8 w 102"/>
                  <a:gd name="T5" fmla="*/ 26 h 11"/>
                  <a:gd name="T6" fmla="*/ 5 w 102"/>
                  <a:gd name="T7" fmla="*/ 47 h 11"/>
                  <a:gd name="T8" fmla="*/ 13 w 102"/>
                  <a:gd name="T9" fmla="*/ 34 h 11"/>
                  <a:gd name="T10" fmla="*/ 196 w 102"/>
                  <a:gd name="T11" fmla="*/ 26 h 11"/>
                  <a:gd name="T12" fmla="*/ 340 w 102"/>
                  <a:gd name="T13" fmla="*/ 21 h 11"/>
                  <a:gd name="T14" fmla="*/ 464 w 102"/>
                  <a:gd name="T15" fmla="*/ 0 h 11"/>
                  <a:gd name="T16" fmla="*/ 338 w 102"/>
                  <a:gd name="T17" fmla="*/ 18 h 1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2" h="11">
                    <a:moveTo>
                      <a:pt x="74" y="4"/>
                    </a:moveTo>
                    <a:cubicBezTo>
                      <a:pt x="69" y="6"/>
                      <a:pt x="57" y="5"/>
                      <a:pt x="44" y="4"/>
                    </a:cubicBezTo>
                    <a:cubicBezTo>
                      <a:pt x="26" y="2"/>
                      <a:pt x="8" y="1"/>
                      <a:pt x="2" y="6"/>
                    </a:cubicBezTo>
                    <a:cubicBezTo>
                      <a:pt x="0" y="8"/>
                      <a:pt x="1" y="9"/>
                      <a:pt x="1" y="11"/>
                    </a:cubicBezTo>
                    <a:cubicBezTo>
                      <a:pt x="1" y="10"/>
                      <a:pt x="2" y="9"/>
                      <a:pt x="3" y="8"/>
                    </a:cubicBezTo>
                    <a:cubicBezTo>
                      <a:pt x="8" y="3"/>
                      <a:pt x="27" y="4"/>
                      <a:pt x="43" y="6"/>
                    </a:cubicBezTo>
                    <a:cubicBezTo>
                      <a:pt x="57" y="7"/>
                      <a:pt x="69" y="8"/>
                      <a:pt x="75" y="5"/>
                    </a:cubicBezTo>
                    <a:cubicBezTo>
                      <a:pt x="80" y="3"/>
                      <a:pt x="97" y="1"/>
                      <a:pt x="102" y="0"/>
                    </a:cubicBezTo>
                    <a:cubicBezTo>
                      <a:pt x="95" y="1"/>
                      <a:pt x="79" y="1"/>
                      <a:pt x="74" y="4"/>
                    </a:cubicBezTo>
                  </a:path>
                </a:pathLst>
              </a:custGeom>
              <a:solidFill>
                <a:srgbClr val="585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4211" name="Freeform 67">
                <a:extLst>
                  <a:ext uri="{FF2B5EF4-FFF2-40B4-BE49-F238E27FC236}">
                    <a16:creationId xmlns:a16="http://schemas.microsoft.com/office/drawing/2014/main" id="{F291B8DD-A504-4FA3-B9C3-B3AFD68361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0" y="3990"/>
                <a:ext cx="20" cy="66"/>
              </a:xfrm>
              <a:custGeom>
                <a:avLst/>
                <a:gdLst>
                  <a:gd name="T0" fmla="*/ 8 w 12"/>
                  <a:gd name="T1" fmla="*/ 0 h 40"/>
                  <a:gd name="T2" fmla="*/ 28 w 12"/>
                  <a:gd name="T3" fmla="*/ 58 h 40"/>
                  <a:gd name="T4" fmla="*/ 55 w 12"/>
                  <a:gd name="T5" fmla="*/ 180 h 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40">
                    <a:moveTo>
                      <a:pt x="2" y="0"/>
                    </a:moveTo>
                    <a:cubicBezTo>
                      <a:pt x="0" y="4"/>
                      <a:pt x="2" y="9"/>
                      <a:pt x="6" y="13"/>
                    </a:cubicBezTo>
                    <a:cubicBezTo>
                      <a:pt x="10" y="17"/>
                      <a:pt x="12" y="38"/>
                      <a:pt x="12" y="40"/>
                    </a:cubicBezTo>
                  </a:path>
                </a:pathLst>
              </a:custGeom>
              <a:noFill/>
              <a:ln w="4763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4212" name="Freeform 68">
                <a:extLst>
                  <a:ext uri="{FF2B5EF4-FFF2-40B4-BE49-F238E27FC236}">
                    <a16:creationId xmlns:a16="http://schemas.microsoft.com/office/drawing/2014/main" id="{F586A9AA-BEAC-40F1-B4E2-72CB164D6C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1" y="3993"/>
                <a:ext cx="43" cy="63"/>
              </a:xfrm>
              <a:custGeom>
                <a:avLst/>
                <a:gdLst>
                  <a:gd name="T0" fmla="*/ 0 w 26"/>
                  <a:gd name="T1" fmla="*/ 0 h 38"/>
                  <a:gd name="T2" fmla="*/ 63 w 26"/>
                  <a:gd name="T3" fmla="*/ 63 h 38"/>
                  <a:gd name="T4" fmla="*/ 91 w 26"/>
                  <a:gd name="T5" fmla="*/ 172 h 3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38">
                    <a:moveTo>
                      <a:pt x="0" y="0"/>
                    </a:moveTo>
                    <a:cubicBezTo>
                      <a:pt x="4" y="7"/>
                      <a:pt x="12" y="12"/>
                      <a:pt x="14" y="14"/>
                    </a:cubicBezTo>
                    <a:cubicBezTo>
                      <a:pt x="26" y="26"/>
                      <a:pt x="16" y="24"/>
                      <a:pt x="20" y="38"/>
                    </a:cubicBezTo>
                  </a:path>
                </a:pathLst>
              </a:custGeom>
              <a:noFill/>
              <a:ln w="4763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4213" name="Freeform 69">
                <a:extLst>
                  <a:ext uri="{FF2B5EF4-FFF2-40B4-BE49-F238E27FC236}">
                    <a16:creationId xmlns:a16="http://schemas.microsoft.com/office/drawing/2014/main" id="{34D0CFA6-FF04-45EB-94EE-95552B01CB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3" y="3990"/>
                <a:ext cx="43" cy="62"/>
              </a:xfrm>
              <a:custGeom>
                <a:avLst/>
                <a:gdLst>
                  <a:gd name="T0" fmla="*/ 0 w 26"/>
                  <a:gd name="T1" fmla="*/ 0 h 38"/>
                  <a:gd name="T2" fmla="*/ 63 w 26"/>
                  <a:gd name="T3" fmla="*/ 55 h 38"/>
                  <a:gd name="T4" fmla="*/ 112 w 26"/>
                  <a:gd name="T5" fmla="*/ 165 h 3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38">
                    <a:moveTo>
                      <a:pt x="0" y="0"/>
                    </a:moveTo>
                    <a:cubicBezTo>
                      <a:pt x="4" y="5"/>
                      <a:pt x="8" y="8"/>
                      <a:pt x="14" y="13"/>
                    </a:cubicBezTo>
                    <a:cubicBezTo>
                      <a:pt x="26" y="25"/>
                      <a:pt x="18" y="24"/>
                      <a:pt x="25" y="38"/>
                    </a:cubicBezTo>
                  </a:path>
                </a:pathLst>
              </a:custGeom>
              <a:noFill/>
              <a:ln w="4763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4214" name="Freeform 70">
                <a:extLst>
                  <a:ext uri="{FF2B5EF4-FFF2-40B4-BE49-F238E27FC236}">
                    <a16:creationId xmlns:a16="http://schemas.microsoft.com/office/drawing/2014/main" id="{14DFABCC-A117-4300-86A8-B35821B6A3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1" y="3981"/>
                <a:ext cx="30" cy="47"/>
              </a:xfrm>
              <a:custGeom>
                <a:avLst/>
                <a:gdLst>
                  <a:gd name="T0" fmla="*/ 0 w 18"/>
                  <a:gd name="T1" fmla="*/ 0 h 28"/>
                  <a:gd name="T2" fmla="*/ 50 w 18"/>
                  <a:gd name="T3" fmla="*/ 50 h 28"/>
                  <a:gd name="T4" fmla="*/ 83 w 18"/>
                  <a:gd name="T5" fmla="*/ 133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28">
                    <a:moveTo>
                      <a:pt x="0" y="0"/>
                    </a:moveTo>
                    <a:cubicBezTo>
                      <a:pt x="3" y="4"/>
                      <a:pt x="7" y="8"/>
                      <a:pt x="11" y="11"/>
                    </a:cubicBezTo>
                    <a:cubicBezTo>
                      <a:pt x="15" y="15"/>
                      <a:pt x="12" y="19"/>
                      <a:pt x="18" y="28"/>
                    </a:cubicBezTo>
                  </a:path>
                </a:pathLst>
              </a:custGeom>
              <a:noFill/>
              <a:ln w="4763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4215" name="Freeform 71">
                <a:extLst>
                  <a:ext uri="{FF2B5EF4-FFF2-40B4-BE49-F238E27FC236}">
                    <a16:creationId xmlns:a16="http://schemas.microsoft.com/office/drawing/2014/main" id="{2E9714F2-7644-4A6F-A011-B37BB228DA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2" y="4024"/>
                <a:ext cx="38" cy="22"/>
              </a:xfrm>
              <a:custGeom>
                <a:avLst/>
                <a:gdLst>
                  <a:gd name="T0" fmla="*/ 104 w 23"/>
                  <a:gd name="T1" fmla="*/ 42 h 13"/>
                  <a:gd name="T2" fmla="*/ 28 w 23"/>
                  <a:gd name="T3" fmla="*/ 63 h 13"/>
                  <a:gd name="T4" fmla="*/ 50 w 23"/>
                  <a:gd name="T5" fmla="*/ 0 h 13"/>
                  <a:gd name="T6" fmla="*/ 104 w 23"/>
                  <a:gd name="T7" fmla="*/ 42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" h="13">
                    <a:moveTo>
                      <a:pt x="23" y="9"/>
                    </a:moveTo>
                    <a:cubicBezTo>
                      <a:pt x="15" y="7"/>
                      <a:pt x="8" y="11"/>
                      <a:pt x="6" y="13"/>
                    </a:cubicBezTo>
                    <a:cubicBezTo>
                      <a:pt x="0" y="3"/>
                      <a:pt x="6" y="0"/>
                      <a:pt x="11" y="0"/>
                    </a:cubicBezTo>
                    <a:cubicBezTo>
                      <a:pt x="22" y="1"/>
                      <a:pt x="23" y="6"/>
                      <a:pt x="23" y="9"/>
                    </a:cubicBezTo>
                    <a:close/>
                  </a:path>
                </a:pathLst>
              </a:custGeom>
              <a:noFill/>
              <a:ln w="158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4216" name="Freeform 72">
                <a:extLst>
                  <a:ext uri="{FF2B5EF4-FFF2-40B4-BE49-F238E27FC236}">
                    <a16:creationId xmlns:a16="http://schemas.microsoft.com/office/drawing/2014/main" id="{384D46B1-090E-44F8-A46B-BD81D04008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5" y="4033"/>
                <a:ext cx="20" cy="18"/>
              </a:xfrm>
              <a:custGeom>
                <a:avLst/>
                <a:gdLst>
                  <a:gd name="T0" fmla="*/ 55 w 12"/>
                  <a:gd name="T1" fmla="*/ 47 h 11"/>
                  <a:gd name="T2" fmla="*/ 0 w 12"/>
                  <a:gd name="T3" fmla="*/ 43 h 11"/>
                  <a:gd name="T4" fmla="*/ 55 w 12"/>
                  <a:gd name="T5" fmla="*/ 47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1">
                    <a:moveTo>
                      <a:pt x="12" y="11"/>
                    </a:moveTo>
                    <a:cubicBezTo>
                      <a:pt x="10" y="11"/>
                      <a:pt x="2" y="9"/>
                      <a:pt x="0" y="10"/>
                    </a:cubicBezTo>
                    <a:cubicBezTo>
                      <a:pt x="1" y="2"/>
                      <a:pt x="12" y="0"/>
                      <a:pt x="12" y="11"/>
                    </a:cubicBezTo>
                    <a:close/>
                  </a:path>
                </a:pathLst>
              </a:custGeom>
              <a:noFill/>
              <a:ln w="158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4217" name="Freeform 73">
                <a:extLst>
                  <a:ext uri="{FF2B5EF4-FFF2-40B4-BE49-F238E27FC236}">
                    <a16:creationId xmlns:a16="http://schemas.microsoft.com/office/drawing/2014/main" id="{6FC86F94-2FEE-4024-A7C7-2346FD5DEB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6" y="4038"/>
                <a:ext cx="18" cy="14"/>
              </a:xfrm>
              <a:custGeom>
                <a:avLst/>
                <a:gdLst>
                  <a:gd name="T0" fmla="*/ 47 w 11"/>
                  <a:gd name="T1" fmla="*/ 26 h 9"/>
                  <a:gd name="T2" fmla="*/ 0 w 11"/>
                  <a:gd name="T3" fmla="*/ 26 h 9"/>
                  <a:gd name="T4" fmla="*/ 47 w 11"/>
                  <a:gd name="T5" fmla="*/ 26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9">
                    <a:moveTo>
                      <a:pt x="11" y="7"/>
                    </a:moveTo>
                    <a:cubicBezTo>
                      <a:pt x="9" y="9"/>
                      <a:pt x="3" y="9"/>
                      <a:pt x="0" y="7"/>
                    </a:cubicBezTo>
                    <a:cubicBezTo>
                      <a:pt x="1" y="0"/>
                      <a:pt x="11" y="3"/>
                      <a:pt x="11" y="7"/>
                    </a:cubicBezTo>
                    <a:close/>
                  </a:path>
                </a:pathLst>
              </a:custGeom>
              <a:noFill/>
              <a:ln w="158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4218" name="Freeform 74">
                <a:extLst>
                  <a:ext uri="{FF2B5EF4-FFF2-40B4-BE49-F238E27FC236}">
                    <a16:creationId xmlns:a16="http://schemas.microsoft.com/office/drawing/2014/main" id="{890DFDAB-4254-4AE2-BA71-2D0B3ABEDD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3" y="4023"/>
                <a:ext cx="15" cy="13"/>
              </a:xfrm>
              <a:custGeom>
                <a:avLst/>
                <a:gdLst>
                  <a:gd name="T0" fmla="*/ 42 w 9"/>
                  <a:gd name="T1" fmla="*/ 21 h 8"/>
                  <a:gd name="T2" fmla="*/ 8 w 9"/>
                  <a:gd name="T3" fmla="*/ 29 h 8"/>
                  <a:gd name="T4" fmla="*/ 42 w 9"/>
                  <a:gd name="T5" fmla="*/ 21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8">
                    <a:moveTo>
                      <a:pt x="9" y="5"/>
                    </a:moveTo>
                    <a:cubicBezTo>
                      <a:pt x="8" y="7"/>
                      <a:pt x="4" y="8"/>
                      <a:pt x="2" y="7"/>
                    </a:cubicBezTo>
                    <a:cubicBezTo>
                      <a:pt x="0" y="0"/>
                      <a:pt x="8" y="1"/>
                      <a:pt x="9" y="5"/>
                    </a:cubicBezTo>
                    <a:close/>
                  </a:path>
                </a:pathLst>
              </a:custGeom>
              <a:noFill/>
              <a:ln w="158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4219" name="Freeform 75">
                <a:extLst>
                  <a:ext uri="{FF2B5EF4-FFF2-40B4-BE49-F238E27FC236}">
                    <a16:creationId xmlns:a16="http://schemas.microsoft.com/office/drawing/2014/main" id="{4C61BD66-35EE-4356-BDFB-619DB2773C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4" y="1627"/>
                <a:ext cx="68" cy="68"/>
              </a:xfrm>
              <a:custGeom>
                <a:avLst/>
                <a:gdLst>
                  <a:gd name="T0" fmla="*/ 187 w 41"/>
                  <a:gd name="T1" fmla="*/ 100 h 41"/>
                  <a:gd name="T2" fmla="*/ 100 w 41"/>
                  <a:gd name="T3" fmla="*/ 5 h 41"/>
                  <a:gd name="T4" fmla="*/ 5 w 41"/>
                  <a:gd name="T5" fmla="*/ 91 h 41"/>
                  <a:gd name="T6" fmla="*/ 88 w 41"/>
                  <a:gd name="T7" fmla="*/ 187 h 41"/>
                  <a:gd name="T8" fmla="*/ 187 w 41"/>
                  <a:gd name="T9" fmla="*/ 100 h 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1" h="41">
                    <a:moveTo>
                      <a:pt x="41" y="22"/>
                    </a:moveTo>
                    <a:cubicBezTo>
                      <a:pt x="41" y="12"/>
                      <a:pt x="33" y="2"/>
                      <a:pt x="22" y="1"/>
                    </a:cubicBezTo>
                    <a:cubicBezTo>
                      <a:pt x="11" y="0"/>
                      <a:pt x="2" y="9"/>
                      <a:pt x="1" y="20"/>
                    </a:cubicBezTo>
                    <a:cubicBezTo>
                      <a:pt x="0" y="30"/>
                      <a:pt x="9" y="40"/>
                      <a:pt x="19" y="41"/>
                    </a:cubicBezTo>
                    <a:cubicBezTo>
                      <a:pt x="30" y="41"/>
                      <a:pt x="40" y="33"/>
                      <a:pt x="41" y="22"/>
                    </a:cubicBezTo>
                  </a:path>
                </a:pathLst>
              </a:custGeom>
              <a:solidFill>
                <a:srgbClr val="FEEC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4220" name="Freeform 76">
                <a:extLst>
                  <a:ext uri="{FF2B5EF4-FFF2-40B4-BE49-F238E27FC236}">
                    <a16:creationId xmlns:a16="http://schemas.microsoft.com/office/drawing/2014/main" id="{E701D64E-26FE-4CBF-9BD4-03E392C9E85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204" y="1647"/>
                <a:ext cx="28" cy="29"/>
              </a:xfrm>
              <a:custGeom>
                <a:avLst/>
                <a:gdLst>
                  <a:gd name="T0" fmla="*/ 0 w 17"/>
                  <a:gd name="T1" fmla="*/ 34 h 18"/>
                  <a:gd name="T2" fmla="*/ 8 w 17"/>
                  <a:gd name="T3" fmla="*/ 63 h 18"/>
                  <a:gd name="T4" fmla="*/ 35 w 17"/>
                  <a:gd name="T5" fmla="*/ 76 h 18"/>
                  <a:gd name="T6" fmla="*/ 68 w 17"/>
                  <a:gd name="T7" fmla="*/ 63 h 18"/>
                  <a:gd name="T8" fmla="*/ 76 w 17"/>
                  <a:gd name="T9" fmla="*/ 42 h 18"/>
                  <a:gd name="T10" fmla="*/ 71 w 17"/>
                  <a:gd name="T11" fmla="*/ 21 h 18"/>
                  <a:gd name="T12" fmla="*/ 68 w 17"/>
                  <a:gd name="T13" fmla="*/ 26 h 18"/>
                  <a:gd name="T14" fmla="*/ 63 w 17"/>
                  <a:gd name="T15" fmla="*/ 29 h 18"/>
                  <a:gd name="T16" fmla="*/ 68 w 17"/>
                  <a:gd name="T17" fmla="*/ 39 h 18"/>
                  <a:gd name="T18" fmla="*/ 68 w 17"/>
                  <a:gd name="T19" fmla="*/ 39 h 18"/>
                  <a:gd name="T20" fmla="*/ 68 w 17"/>
                  <a:gd name="T21" fmla="*/ 39 h 18"/>
                  <a:gd name="T22" fmla="*/ 58 w 17"/>
                  <a:gd name="T23" fmla="*/ 55 h 18"/>
                  <a:gd name="T24" fmla="*/ 35 w 17"/>
                  <a:gd name="T25" fmla="*/ 63 h 18"/>
                  <a:gd name="T26" fmla="*/ 21 w 17"/>
                  <a:gd name="T27" fmla="*/ 55 h 18"/>
                  <a:gd name="T28" fmla="*/ 8 w 17"/>
                  <a:gd name="T29" fmla="*/ 47 h 18"/>
                  <a:gd name="T30" fmla="*/ 5 w 17"/>
                  <a:gd name="T31" fmla="*/ 29 h 18"/>
                  <a:gd name="T32" fmla="*/ 0 w 17"/>
                  <a:gd name="T33" fmla="*/ 34 h 18"/>
                  <a:gd name="T34" fmla="*/ 43 w 17"/>
                  <a:gd name="T35" fmla="*/ 13 h 18"/>
                  <a:gd name="T36" fmla="*/ 49 w 17"/>
                  <a:gd name="T37" fmla="*/ 5 h 18"/>
                  <a:gd name="T38" fmla="*/ 43 w 17"/>
                  <a:gd name="T39" fmla="*/ 0 h 18"/>
                  <a:gd name="T40" fmla="*/ 35 w 17"/>
                  <a:gd name="T41" fmla="*/ 5 h 18"/>
                  <a:gd name="T42" fmla="*/ 35 w 17"/>
                  <a:gd name="T43" fmla="*/ 8 h 18"/>
                  <a:gd name="T44" fmla="*/ 35 w 17"/>
                  <a:gd name="T45" fmla="*/ 16 h 18"/>
                  <a:gd name="T46" fmla="*/ 41 w 17"/>
                  <a:gd name="T47" fmla="*/ 13 h 18"/>
                  <a:gd name="T48" fmla="*/ 43 w 17"/>
                  <a:gd name="T49" fmla="*/ 16 h 18"/>
                  <a:gd name="T50" fmla="*/ 43 w 17"/>
                  <a:gd name="T51" fmla="*/ 13 h 18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17" h="18">
                    <a:moveTo>
                      <a:pt x="0" y="8"/>
                    </a:moveTo>
                    <a:cubicBezTo>
                      <a:pt x="2" y="15"/>
                      <a:pt x="2" y="15"/>
                      <a:pt x="2" y="15"/>
                    </a:cubicBezTo>
                    <a:cubicBezTo>
                      <a:pt x="8" y="18"/>
                      <a:pt x="8" y="18"/>
                      <a:pt x="8" y="18"/>
                    </a:cubicBezTo>
                    <a:cubicBezTo>
                      <a:pt x="15" y="15"/>
                      <a:pt x="15" y="15"/>
                      <a:pt x="15" y="15"/>
                    </a:cubicBezTo>
                    <a:cubicBezTo>
                      <a:pt x="17" y="10"/>
                      <a:pt x="17" y="10"/>
                      <a:pt x="17" y="10"/>
                    </a:cubicBezTo>
                    <a:cubicBezTo>
                      <a:pt x="16" y="5"/>
                      <a:pt x="16" y="5"/>
                      <a:pt x="16" y="5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5" y="6"/>
                      <a:pt x="14" y="6"/>
                      <a:pt x="14" y="7"/>
                    </a:cubicBezTo>
                    <a:cubicBezTo>
                      <a:pt x="14" y="7"/>
                      <a:pt x="15" y="8"/>
                      <a:pt x="15" y="9"/>
                    </a:cubicBezTo>
                    <a:cubicBezTo>
                      <a:pt x="15" y="9"/>
                      <a:pt x="15" y="9"/>
                      <a:pt x="15" y="9"/>
                    </a:cubicBezTo>
                    <a:cubicBezTo>
                      <a:pt x="15" y="9"/>
                      <a:pt x="14" y="10"/>
                      <a:pt x="15" y="9"/>
                    </a:cubicBezTo>
                    <a:cubicBezTo>
                      <a:pt x="13" y="13"/>
                      <a:pt x="13" y="13"/>
                      <a:pt x="13" y="13"/>
                    </a:cubicBezTo>
                    <a:cubicBezTo>
                      <a:pt x="13" y="13"/>
                      <a:pt x="8" y="15"/>
                      <a:pt x="8" y="15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4" y="13"/>
                      <a:pt x="3" y="12"/>
                      <a:pt x="2" y="11"/>
                    </a:cubicBezTo>
                    <a:cubicBezTo>
                      <a:pt x="2" y="10"/>
                      <a:pt x="2" y="8"/>
                      <a:pt x="1" y="7"/>
                    </a:cubicBezTo>
                    <a:lnTo>
                      <a:pt x="0" y="8"/>
                    </a:lnTo>
                    <a:close/>
                    <a:moveTo>
                      <a:pt x="10" y="3"/>
                    </a:moveTo>
                    <a:cubicBezTo>
                      <a:pt x="10" y="2"/>
                      <a:pt x="10" y="2"/>
                      <a:pt x="11" y="1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8" y="1"/>
                      <a:pt x="8" y="1"/>
                      <a:pt x="8" y="2"/>
                    </a:cubicBezTo>
                    <a:cubicBezTo>
                      <a:pt x="8" y="2"/>
                      <a:pt x="8" y="3"/>
                      <a:pt x="8" y="4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10" y="3"/>
                      <a:pt x="10" y="3"/>
                      <a:pt x="10" y="4"/>
                    </a:cubicBezTo>
                    <a:cubicBezTo>
                      <a:pt x="10" y="3"/>
                      <a:pt x="10" y="3"/>
                      <a:pt x="10" y="3"/>
                    </a:cubicBezTo>
                  </a:path>
                </a:pathLst>
              </a:custGeom>
              <a:solidFill>
                <a:srgbClr val="585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4221" name="Freeform 77">
                <a:extLst>
                  <a:ext uri="{FF2B5EF4-FFF2-40B4-BE49-F238E27FC236}">
                    <a16:creationId xmlns:a16="http://schemas.microsoft.com/office/drawing/2014/main" id="{4974B730-8DFD-4A67-B77E-DCC4705D851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184" y="1627"/>
                <a:ext cx="70" cy="71"/>
              </a:xfrm>
              <a:custGeom>
                <a:avLst/>
                <a:gdLst>
                  <a:gd name="T0" fmla="*/ 180 w 42"/>
                  <a:gd name="T1" fmla="*/ 104 h 43"/>
                  <a:gd name="T2" fmla="*/ 175 w 42"/>
                  <a:gd name="T3" fmla="*/ 125 h 43"/>
                  <a:gd name="T4" fmla="*/ 188 w 42"/>
                  <a:gd name="T5" fmla="*/ 130 h 43"/>
                  <a:gd name="T6" fmla="*/ 195 w 42"/>
                  <a:gd name="T7" fmla="*/ 109 h 43"/>
                  <a:gd name="T8" fmla="*/ 180 w 42"/>
                  <a:gd name="T9" fmla="*/ 104 h 43"/>
                  <a:gd name="T10" fmla="*/ 103 w 42"/>
                  <a:gd name="T11" fmla="*/ 13 h 43"/>
                  <a:gd name="T12" fmla="*/ 105 w 42"/>
                  <a:gd name="T13" fmla="*/ 13 h 43"/>
                  <a:gd name="T14" fmla="*/ 105 w 42"/>
                  <a:gd name="T15" fmla="*/ 5 h 43"/>
                  <a:gd name="T16" fmla="*/ 103 w 42"/>
                  <a:gd name="T17" fmla="*/ 5 h 43"/>
                  <a:gd name="T18" fmla="*/ 103 w 42"/>
                  <a:gd name="T19" fmla="*/ 13 h 43"/>
                  <a:gd name="T20" fmla="*/ 103 w 42"/>
                  <a:gd name="T21" fmla="*/ 13 h 43"/>
                  <a:gd name="T22" fmla="*/ 13 w 42"/>
                  <a:gd name="T23" fmla="*/ 89 h 43"/>
                  <a:gd name="T24" fmla="*/ 28 w 42"/>
                  <a:gd name="T25" fmla="*/ 50 h 43"/>
                  <a:gd name="T26" fmla="*/ 20 w 42"/>
                  <a:gd name="T27" fmla="*/ 46 h 43"/>
                  <a:gd name="T28" fmla="*/ 13 w 42"/>
                  <a:gd name="T29" fmla="*/ 46 h 43"/>
                  <a:gd name="T30" fmla="*/ 0 w 42"/>
                  <a:gd name="T31" fmla="*/ 83 h 43"/>
                  <a:gd name="T32" fmla="*/ 13 w 42"/>
                  <a:gd name="T33" fmla="*/ 96 h 43"/>
                  <a:gd name="T34" fmla="*/ 13 w 42"/>
                  <a:gd name="T35" fmla="*/ 89 h 43"/>
                  <a:gd name="T36" fmla="*/ 20 w 42"/>
                  <a:gd name="T37" fmla="*/ 122 h 43"/>
                  <a:gd name="T38" fmla="*/ 0 w 42"/>
                  <a:gd name="T39" fmla="*/ 117 h 43"/>
                  <a:gd name="T40" fmla="*/ 22 w 42"/>
                  <a:gd name="T41" fmla="*/ 159 h 43"/>
                  <a:gd name="T42" fmla="*/ 88 w 42"/>
                  <a:gd name="T43" fmla="*/ 188 h 43"/>
                  <a:gd name="T44" fmla="*/ 175 w 42"/>
                  <a:gd name="T45" fmla="*/ 152 h 43"/>
                  <a:gd name="T46" fmla="*/ 162 w 42"/>
                  <a:gd name="T47" fmla="*/ 147 h 43"/>
                  <a:gd name="T48" fmla="*/ 92 w 42"/>
                  <a:gd name="T49" fmla="*/ 175 h 43"/>
                  <a:gd name="T50" fmla="*/ 33 w 42"/>
                  <a:gd name="T51" fmla="*/ 147 h 43"/>
                  <a:gd name="T52" fmla="*/ 20 w 42"/>
                  <a:gd name="T53" fmla="*/ 122 h 43"/>
                  <a:gd name="T54" fmla="*/ 172 w 42"/>
                  <a:gd name="T55" fmla="*/ 58 h 43"/>
                  <a:gd name="T56" fmla="*/ 187 w 42"/>
                  <a:gd name="T57" fmla="*/ 50 h 43"/>
                  <a:gd name="T58" fmla="*/ 172 w 42"/>
                  <a:gd name="T59" fmla="*/ 33 h 43"/>
                  <a:gd name="T60" fmla="*/ 162 w 42"/>
                  <a:gd name="T61" fmla="*/ 41 h 43"/>
                  <a:gd name="T62" fmla="*/ 172 w 42"/>
                  <a:gd name="T63" fmla="*/ 58 h 43"/>
                  <a:gd name="T64" fmla="*/ 195 w 42"/>
                  <a:gd name="T65" fmla="*/ 83 h 43"/>
                  <a:gd name="T66" fmla="*/ 195 w 42"/>
                  <a:gd name="T67" fmla="*/ 83 h 43"/>
                  <a:gd name="T68" fmla="*/ 195 w 42"/>
                  <a:gd name="T69" fmla="*/ 76 h 43"/>
                  <a:gd name="T70" fmla="*/ 195 w 42"/>
                  <a:gd name="T71" fmla="*/ 83 h 43"/>
                  <a:gd name="T72" fmla="*/ 70 w 42"/>
                  <a:gd name="T73" fmla="*/ 20 h 43"/>
                  <a:gd name="T74" fmla="*/ 75 w 42"/>
                  <a:gd name="T75" fmla="*/ 0 h 43"/>
                  <a:gd name="T76" fmla="*/ 33 w 42"/>
                  <a:gd name="T77" fmla="*/ 21 h 43"/>
                  <a:gd name="T78" fmla="*/ 47 w 42"/>
                  <a:gd name="T79" fmla="*/ 28 h 43"/>
                  <a:gd name="T80" fmla="*/ 70 w 42"/>
                  <a:gd name="T81" fmla="*/ 20 h 43"/>
                  <a:gd name="T82" fmla="*/ 138 w 42"/>
                  <a:gd name="T83" fmla="*/ 21 h 43"/>
                  <a:gd name="T84" fmla="*/ 147 w 42"/>
                  <a:gd name="T85" fmla="*/ 13 h 43"/>
                  <a:gd name="T86" fmla="*/ 133 w 42"/>
                  <a:gd name="T87" fmla="*/ 5 h 43"/>
                  <a:gd name="T88" fmla="*/ 138 w 42"/>
                  <a:gd name="T89" fmla="*/ 21 h 43"/>
                  <a:gd name="T90" fmla="*/ 138 w 42"/>
                  <a:gd name="T91" fmla="*/ 21 h 43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42" h="43">
                    <a:moveTo>
                      <a:pt x="39" y="23"/>
                    </a:moveTo>
                    <a:cubicBezTo>
                      <a:pt x="39" y="25"/>
                      <a:pt x="38" y="26"/>
                      <a:pt x="38" y="28"/>
                    </a:cubicBezTo>
                    <a:cubicBezTo>
                      <a:pt x="39" y="28"/>
                      <a:pt x="40" y="28"/>
                      <a:pt x="41" y="29"/>
                    </a:cubicBezTo>
                    <a:cubicBezTo>
                      <a:pt x="41" y="27"/>
                      <a:pt x="42" y="26"/>
                      <a:pt x="42" y="24"/>
                    </a:cubicBezTo>
                    <a:cubicBezTo>
                      <a:pt x="41" y="24"/>
                      <a:pt x="40" y="23"/>
                      <a:pt x="39" y="23"/>
                    </a:cubicBezTo>
                    <a:moveTo>
                      <a:pt x="22" y="3"/>
                    </a:moveTo>
                    <a:cubicBezTo>
                      <a:pt x="23" y="3"/>
                      <a:pt x="23" y="3"/>
                      <a:pt x="23" y="3"/>
                    </a:cubicBezTo>
                    <a:cubicBezTo>
                      <a:pt x="23" y="2"/>
                      <a:pt x="23" y="2"/>
                      <a:pt x="23" y="1"/>
                    </a:cubicBezTo>
                    <a:cubicBezTo>
                      <a:pt x="23" y="1"/>
                      <a:pt x="23" y="1"/>
                      <a:pt x="22" y="1"/>
                    </a:cubicBezTo>
                    <a:cubicBezTo>
                      <a:pt x="22" y="2"/>
                      <a:pt x="22" y="2"/>
                      <a:pt x="22" y="3"/>
                    </a:cubicBezTo>
                    <a:cubicBezTo>
                      <a:pt x="22" y="3"/>
                      <a:pt x="22" y="3"/>
                      <a:pt x="22" y="3"/>
                    </a:cubicBezTo>
                    <a:moveTo>
                      <a:pt x="3" y="20"/>
                    </a:moveTo>
                    <a:cubicBezTo>
                      <a:pt x="3" y="16"/>
                      <a:pt x="4" y="14"/>
                      <a:pt x="6" y="11"/>
                    </a:cubicBezTo>
                    <a:cubicBezTo>
                      <a:pt x="5" y="11"/>
                      <a:pt x="4" y="10"/>
                      <a:pt x="4" y="10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1" y="12"/>
                      <a:pt x="0" y="15"/>
                      <a:pt x="0" y="18"/>
                    </a:cubicBezTo>
                    <a:cubicBezTo>
                      <a:pt x="1" y="19"/>
                      <a:pt x="2" y="20"/>
                      <a:pt x="3" y="21"/>
                    </a:cubicBezTo>
                    <a:cubicBezTo>
                      <a:pt x="3" y="20"/>
                      <a:pt x="3" y="20"/>
                      <a:pt x="3" y="20"/>
                    </a:cubicBezTo>
                    <a:moveTo>
                      <a:pt x="4" y="27"/>
                    </a:moveTo>
                    <a:cubicBezTo>
                      <a:pt x="3" y="27"/>
                      <a:pt x="2" y="27"/>
                      <a:pt x="0" y="26"/>
                    </a:cubicBezTo>
                    <a:cubicBezTo>
                      <a:pt x="1" y="29"/>
                      <a:pt x="3" y="32"/>
                      <a:pt x="5" y="35"/>
                    </a:cubicBezTo>
                    <a:cubicBezTo>
                      <a:pt x="8" y="39"/>
                      <a:pt x="14" y="42"/>
                      <a:pt x="19" y="42"/>
                    </a:cubicBezTo>
                    <a:cubicBezTo>
                      <a:pt x="27" y="43"/>
                      <a:pt x="33" y="39"/>
                      <a:pt x="38" y="34"/>
                    </a:cubicBezTo>
                    <a:cubicBezTo>
                      <a:pt x="37" y="34"/>
                      <a:pt x="36" y="33"/>
                      <a:pt x="35" y="33"/>
                    </a:cubicBezTo>
                    <a:cubicBezTo>
                      <a:pt x="31" y="37"/>
                      <a:pt x="26" y="40"/>
                      <a:pt x="20" y="39"/>
                    </a:cubicBezTo>
                    <a:cubicBezTo>
                      <a:pt x="15" y="39"/>
                      <a:pt x="10" y="37"/>
                      <a:pt x="7" y="33"/>
                    </a:cubicBezTo>
                    <a:cubicBezTo>
                      <a:pt x="6" y="31"/>
                      <a:pt x="5" y="29"/>
                      <a:pt x="4" y="27"/>
                    </a:cubicBezTo>
                    <a:moveTo>
                      <a:pt x="37" y="13"/>
                    </a:moveTo>
                    <a:cubicBezTo>
                      <a:pt x="38" y="13"/>
                      <a:pt x="39" y="12"/>
                      <a:pt x="40" y="11"/>
                    </a:cubicBezTo>
                    <a:cubicBezTo>
                      <a:pt x="39" y="10"/>
                      <a:pt x="38" y="8"/>
                      <a:pt x="37" y="7"/>
                    </a:cubicBezTo>
                    <a:cubicBezTo>
                      <a:pt x="36" y="7"/>
                      <a:pt x="35" y="8"/>
                      <a:pt x="35" y="9"/>
                    </a:cubicBezTo>
                    <a:cubicBezTo>
                      <a:pt x="36" y="10"/>
                      <a:pt x="37" y="12"/>
                      <a:pt x="37" y="13"/>
                    </a:cubicBezTo>
                    <a:moveTo>
                      <a:pt x="42" y="18"/>
                    </a:moveTo>
                    <a:cubicBezTo>
                      <a:pt x="42" y="18"/>
                      <a:pt x="42" y="18"/>
                      <a:pt x="42" y="18"/>
                    </a:cubicBezTo>
                    <a:cubicBezTo>
                      <a:pt x="42" y="18"/>
                      <a:pt x="42" y="18"/>
                      <a:pt x="42" y="17"/>
                    </a:cubicBezTo>
                    <a:cubicBezTo>
                      <a:pt x="42" y="17"/>
                      <a:pt x="42" y="18"/>
                      <a:pt x="42" y="18"/>
                    </a:cubicBezTo>
                    <a:moveTo>
                      <a:pt x="15" y="4"/>
                    </a:moveTo>
                    <a:cubicBezTo>
                      <a:pt x="15" y="2"/>
                      <a:pt x="16" y="1"/>
                      <a:pt x="16" y="0"/>
                    </a:cubicBezTo>
                    <a:cubicBezTo>
                      <a:pt x="13" y="1"/>
                      <a:pt x="10" y="3"/>
                      <a:pt x="7" y="5"/>
                    </a:cubicBezTo>
                    <a:cubicBezTo>
                      <a:pt x="8" y="5"/>
                      <a:pt x="9" y="6"/>
                      <a:pt x="10" y="6"/>
                    </a:cubicBezTo>
                    <a:cubicBezTo>
                      <a:pt x="12" y="5"/>
                      <a:pt x="13" y="4"/>
                      <a:pt x="15" y="4"/>
                    </a:cubicBezTo>
                    <a:moveTo>
                      <a:pt x="30" y="5"/>
                    </a:moveTo>
                    <a:cubicBezTo>
                      <a:pt x="31" y="4"/>
                      <a:pt x="31" y="4"/>
                      <a:pt x="32" y="3"/>
                    </a:cubicBezTo>
                    <a:cubicBezTo>
                      <a:pt x="31" y="2"/>
                      <a:pt x="30" y="2"/>
                      <a:pt x="29" y="1"/>
                    </a:cubicBezTo>
                    <a:cubicBezTo>
                      <a:pt x="29" y="3"/>
                      <a:pt x="29" y="4"/>
                      <a:pt x="30" y="5"/>
                    </a:cubicBezTo>
                    <a:cubicBezTo>
                      <a:pt x="30" y="5"/>
                      <a:pt x="30" y="5"/>
                      <a:pt x="30" y="5"/>
                    </a:cubicBezTo>
                  </a:path>
                </a:pathLst>
              </a:custGeom>
              <a:solidFill>
                <a:srgbClr val="585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4222" name="Freeform 78">
                <a:extLst>
                  <a:ext uri="{FF2B5EF4-FFF2-40B4-BE49-F238E27FC236}">
                    <a16:creationId xmlns:a16="http://schemas.microsoft.com/office/drawing/2014/main" id="{D76D59D3-4956-41D6-8946-9F86BD377A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3" y="2547"/>
                <a:ext cx="70" cy="46"/>
              </a:xfrm>
              <a:custGeom>
                <a:avLst/>
                <a:gdLst>
                  <a:gd name="T0" fmla="*/ 0 w 42"/>
                  <a:gd name="T1" fmla="*/ 125 h 28"/>
                  <a:gd name="T2" fmla="*/ 42 w 42"/>
                  <a:gd name="T3" fmla="*/ 105 h 28"/>
                  <a:gd name="T4" fmla="*/ 120 w 42"/>
                  <a:gd name="T5" fmla="*/ 67 h 28"/>
                  <a:gd name="T6" fmla="*/ 195 w 42"/>
                  <a:gd name="T7" fmla="*/ 0 h 2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2" h="28">
                    <a:moveTo>
                      <a:pt x="0" y="28"/>
                    </a:moveTo>
                    <a:cubicBezTo>
                      <a:pt x="2" y="26"/>
                      <a:pt x="6" y="25"/>
                      <a:pt x="9" y="24"/>
                    </a:cubicBezTo>
                    <a:cubicBezTo>
                      <a:pt x="14" y="21"/>
                      <a:pt x="21" y="19"/>
                      <a:pt x="26" y="15"/>
                    </a:cubicBezTo>
                    <a:cubicBezTo>
                      <a:pt x="31" y="12"/>
                      <a:pt x="38" y="2"/>
                      <a:pt x="42" y="0"/>
                    </a:cubicBezTo>
                  </a:path>
                </a:pathLst>
              </a:custGeom>
              <a:noFill/>
              <a:ln w="4763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4223" name="Freeform 79">
                <a:extLst>
                  <a:ext uri="{FF2B5EF4-FFF2-40B4-BE49-F238E27FC236}">
                    <a16:creationId xmlns:a16="http://schemas.microsoft.com/office/drawing/2014/main" id="{58DB6739-0BB0-4C37-B6B7-E7692C1241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7" y="2558"/>
                <a:ext cx="53" cy="48"/>
              </a:xfrm>
              <a:custGeom>
                <a:avLst/>
                <a:gdLst>
                  <a:gd name="T0" fmla="*/ 146 w 32"/>
                  <a:gd name="T1" fmla="*/ 0 h 29"/>
                  <a:gd name="T2" fmla="*/ 96 w 32"/>
                  <a:gd name="T3" fmla="*/ 76 h 29"/>
                  <a:gd name="T4" fmla="*/ 0 w 32"/>
                  <a:gd name="T5" fmla="*/ 131 h 2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2" h="29">
                    <a:moveTo>
                      <a:pt x="32" y="0"/>
                    </a:moveTo>
                    <a:cubicBezTo>
                      <a:pt x="28" y="5"/>
                      <a:pt x="21" y="15"/>
                      <a:pt x="21" y="17"/>
                    </a:cubicBezTo>
                    <a:cubicBezTo>
                      <a:pt x="15" y="20"/>
                      <a:pt x="10" y="20"/>
                      <a:pt x="0" y="29"/>
                    </a:cubicBezTo>
                  </a:path>
                </a:pathLst>
              </a:custGeom>
              <a:noFill/>
              <a:ln w="4763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4224" name="Freeform 80">
                <a:extLst>
                  <a:ext uri="{FF2B5EF4-FFF2-40B4-BE49-F238E27FC236}">
                    <a16:creationId xmlns:a16="http://schemas.microsoft.com/office/drawing/2014/main" id="{12BA0D2C-F8DF-4AFC-91AF-4E27532759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7" y="2492"/>
                <a:ext cx="71" cy="88"/>
              </a:xfrm>
              <a:custGeom>
                <a:avLst/>
                <a:gdLst>
                  <a:gd name="T0" fmla="*/ 172 w 43"/>
                  <a:gd name="T1" fmla="*/ 188 h 53"/>
                  <a:gd name="T2" fmla="*/ 193 w 43"/>
                  <a:gd name="T3" fmla="*/ 96 h 53"/>
                  <a:gd name="T4" fmla="*/ 130 w 43"/>
                  <a:gd name="T5" fmla="*/ 0 h 53"/>
                  <a:gd name="T6" fmla="*/ 97 w 43"/>
                  <a:gd name="T7" fmla="*/ 50 h 53"/>
                  <a:gd name="T8" fmla="*/ 83 w 43"/>
                  <a:gd name="T9" fmla="*/ 174 h 53"/>
                  <a:gd name="T10" fmla="*/ 0 w 43"/>
                  <a:gd name="T11" fmla="*/ 237 h 5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3" h="53">
                    <a:moveTo>
                      <a:pt x="38" y="41"/>
                    </a:moveTo>
                    <a:cubicBezTo>
                      <a:pt x="38" y="34"/>
                      <a:pt x="42" y="28"/>
                      <a:pt x="43" y="21"/>
                    </a:cubicBezTo>
                    <a:cubicBezTo>
                      <a:pt x="43" y="14"/>
                      <a:pt x="36" y="5"/>
                      <a:pt x="29" y="0"/>
                    </a:cubicBezTo>
                    <a:cubicBezTo>
                      <a:pt x="23" y="0"/>
                      <a:pt x="22" y="6"/>
                      <a:pt x="22" y="11"/>
                    </a:cubicBezTo>
                    <a:cubicBezTo>
                      <a:pt x="21" y="15"/>
                      <a:pt x="20" y="32"/>
                      <a:pt x="18" y="38"/>
                    </a:cubicBezTo>
                    <a:cubicBezTo>
                      <a:pt x="17" y="44"/>
                      <a:pt x="10" y="53"/>
                      <a:pt x="0" y="52"/>
                    </a:cubicBezTo>
                  </a:path>
                </a:pathLst>
              </a:custGeom>
              <a:noFill/>
              <a:ln w="4763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4225" name="Freeform 81">
                <a:extLst>
                  <a:ext uri="{FF2B5EF4-FFF2-40B4-BE49-F238E27FC236}">
                    <a16:creationId xmlns:a16="http://schemas.microsoft.com/office/drawing/2014/main" id="{7DDF1576-034D-4303-B59D-E5BBAD92F0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3" y="2623"/>
                <a:ext cx="24" cy="9"/>
              </a:xfrm>
              <a:custGeom>
                <a:avLst/>
                <a:gdLst>
                  <a:gd name="T0" fmla="*/ 70 w 14"/>
                  <a:gd name="T1" fmla="*/ 12 h 6"/>
                  <a:gd name="T2" fmla="*/ 0 w 14"/>
                  <a:gd name="T3" fmla="*/ 21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6">
                    <a:moveTo>
                      <a:pt x="14" y="3"/>
                    </a:moveTo>
                    <a:cubicBezTo>
                      <a:pt x="12" y="0"/>
                      <a:pt x="5" y="1"/>
                      <a:pt x="0" y="6"/>
                    </a:cubicBezTo>
                  </a:path>
                </a:pathLst>
              </a:custGeom>
              <a:noFill/>
              <a:ln w="158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4226" name="Freeform 82">
                <a:extLst>
                  <a:ext uri="{FF2B5EF4-FFF2-40B4-BE49-F238E27FC236}">
                    <a16:creationId xmlns:a16="http://schemas.microsoft.com/office/drawing/2014/main" id="{6BA134DA-9BB0-4BCE-B471-ECA95ACB92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0" y="2583"/>
                <a:ext cx="10" cy="11"/>
              </a:xfrm>
              <a:custGeom>
                <a:avLst/>
                <a:gdLst>
                  <a:gd name="T0" fmla="*/ 28 w 6"/>
                  <a:gd name="T1" fmla="*/ 27 h 7"/>
                  <a:gd name="T2" fmla="*/ 0 w 6"/>
                  <a:gd name="T3" fmla="*/ 8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7">
                    <a:moveTo>
                      <a:pt x="6" y="7"/>
                    </a:moveTo>
                    <a:cubicBezTo>
                      <a:pt x="3" y="4"/>
                      <a:pt x="2" y="0"/>
                      <a:pt x="0" y="2"/>
                    </a:cubicBezTo>
                  </a:path>
                </a:pathLst>
              </a:custGeom>
              <a:noFill/>
              <a:ln w="158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4227" name="Freeform 83">
                <a:extLst>
                  <a:ext uri="{FF2B5EF4-FFF2-40B4-BE49-F238E27FC236}">
                    <a16:creationId xmlns:a16="http://schemas.microsoft.com/office/drawing/2014/main" id="{49F4DF17-A878-4D60-8BE3-B72B6BCFAC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1" y="2555"/>
                <a:ext cx="9" cy="3"/>
              </a:xfrm>
              <a:custGeom>
                <a:avLst/>
                <a:gdLst>
                  <a:gd name="T0" fmla="*/ 29 w 5"/>
                  <a:gd name="T1" fmla="*/ 5 h 2"/>
                  <a:gd name="T2" fmla="*/ 0 w 5"/>
                  <a:gd name="T3" fmla="*/ 8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2">
                    <a:moveTo>
                      <a:pt x="5" y="1"/>
                    </a:moveTo>
                    <a:cubicBezTo>
                      <a:pt x="3" y="0"/>
                      <a:pt x="2" y="0"/>
                      <a:pt x="0" y="2"/>
                    </a:cubicBezTo>
                  </a:path>
                </a:pathLst>
              </a:custGeom>
              <a:noFill/>
              <a:ln w="158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4228" name="Freeform 84">
                <a:extLst>
                  <a:ext uri="{FF2B5EF4-FFF2-40B4-BE49-F238E27FC236}">
                    <a16:creationId xmlns:a16="http://schemas.microsoft.com/office/drawing/2014/main" id="{C341CDFC-C6FE-44E0-8A6C-EF9EA731EB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5" y="2482"/>
                <a:ext cx="6" cy="17"/>
              </a:xfrm>
              <a:custGeom>
                <a:avLst/>
                <a:gdLst>
                  <a:gd name="T0" fmla="*/ 14 w 4"/>
                  <a:gd name="T1" fmla="*/ 0 h 10"/>
                  <a:gd name="T2" fmla="*/ 0 w 4"/>
                  <a:gd name="T3" fmla="*/ 49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0">
                    <a:moveTo>
                      <a:pt x="4" y="0"/>
                    </a:moveTo>
                    <a:cubicBezTo>
                      <a:pt x="3" y="3"/>
                      <a:pt x="0" y="5"/>
                      <a:pt x="0" y="10"/>
                    </a:cubicBezTo>
                  </a:path>
                </a:pathLst>
              </a:custGeom>
              <a:noFill/>
              <a:ln w="4763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4229" name="Freeform 85">
                <a:extLst>
                  <a:ext uri="{FF2B5EF4-FFF2-40B4-BE49-F238E27FC236}">
                    <a16:creationId xmlns:a16="http://schemas.microsoft.com/office/drawing/2014/main" id="{237C0494-236A-405C-9C52-598EB2117B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5" y="2489"/>
                <a:ext cx="11" cy="3"/>
              </a:xfrm>
              <a:custGeom>
                <a:avLst/>
                <a:gdLst>
                  <a:gd name="T0" fmla="*/ 27 w 7"/>
                  <a:gd name="T1" fmla="*/ 8 h 2"/>
                  <a:gd name="T2" fmla="*/ 0 w 7"/>
                  <a:gd name="T3" fmla="*/ 8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2">
                    <a:moveTo>
                      <a:pt x="7" y="2"/>
                    </a:moveTo>
                    <a:cubicBezTo>
                      <a:pt x="5" y="1"/>
                      <a:pt x="3" y="0"/>
                      <a:pt x="0" y="2"/>
                    </a:cubicBezTo>
                  </a:path>
                </a:pathLst>
              </a:custGeom>
              <a:noFill/>
              <a:ln w="158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4230" name="Freeform 86">
                <a:extLst>
                  <a:ext uri="{FF2B5EF4-FFF2-40B4-BE49-F238E27FC236}">
                    <a16:creationId xmlns:a16="http://schemas.microsoft.com/office/drawing/2014/main" id="{2CC7C7FB-1F44-4E51-BD15-11ED15D3C4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0" y="2517"/>
                <a:ext cx="7" cy="5"/>
              </a:xfrm>
              <a:custGeom>
                <a:avLst/>
                <a:gdLst>
                  <a:gd name="T0" fmla="*/ 21 w 4"/>
                  <a:gd name="T1" fmla="*/ 5 h 3"/>
                  <a:gd name="T2" fmla="*/ 0 w 4"/>
                  <a:gd name="T3" fmla="*/ 13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3" y="0"/>
                      <a:pt x="1" y="2"/>
                      <a:pt x="0" y="3"/>
                    </a:cubicBezTo>
                  </a:path>
                </a:pathLst>
              </a:custGeom>
              <a:noFill/>
              <a:ln w="158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4231" name="Freeform 87">
                <a:extLst>
                  <a:ext uri="{FF2B5EF4-FFF2-40B4-BE49-F238E27FC236}">
                    <a16:creationId xmlns:a16="http://schemas.microsoft.com/office/drawing/2014/main" id="{4FCBB405-D678-4AA5-AE02-1CB60511DF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5" y="2514"/>
                <a:ext cx="36" cy="46"/>
              </a:xfrm>
              <a:custGeom>
                <a:avLst/>
                <a:gdLst>
                  <a:gd name="T0" fmla="*/ 97 w 22"/>
                  <a:gd name="T1" fmla="*/ 0 h 28"/>
                  <a:gd name="T2" fmla="*/ 54 w 22"/>
                  <a:gd name="T3" fmla="*/ 95 h 28"/>
                  <a:gd name="T4" fmla="*/ 0 w 22"/>
                  <a:gd name="T5" fmla="*/ 125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28">
                    <a:moveTo>
                      <a:pt x="22" y="0"/>
                    </a:moveTo>
                    <a:cubicBezTo>
                      <a:pt x="21" y="10"/>
                      <a:pt x="15" y="14"/>
                      <a:pt x="12" y="21"/>
                    </a:cubicBezTo>
                    <a:cubicBezTo>
                      <a:pt x="10" y="27"/>
                      <a:pt x="3" y="24"/>
                      <a:pt x="0" y="28"/>
                    </a:cubicBezTo>
                  </a:path>
                </a:pathLst>
              </a:custGeom>
              <a:noFill/>
              <a:ln w="4763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4232" name="Freeform 88">
                <a:extLst>
                  <a:ext uri="{FF2B5EF4-FFF2-40B4-BE49-F238E27FC236}">
                    <a16:creationId xmlns:a16="http://schemas.microsoft.com/office/drawing/2014/main" id="{556B775F-21D3-4318-8683-33154AB1CC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8" y="2502"/>
                <a:ext cx="27" cy="41"/>
              </a:xfrm>
              <a:custGeom>
                <a:avLst/>
                <a:gdLst>
                  <a:gd name="T0" fmla="*/ 78 w 16"/>
                  <a:gd name="T1" fmla="*/ 0 h 25"/>
                  <a:gd name="T2" fmla="*/ 34 w 16"/>
                  <a:gd name="T3" fmla="*/ 97 h 25"/>
                  <a:gd name="T4" fmla="*/ 0 w 16"/>
                  <a:gd name="T5" fmla="*/ 110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25">
                    <a:moveTo>
                      <a:pt x="16" y="0"/>
                    </a:moveTo>
                    <a:cubicBezTo>
                      <a:pt x="14" y="6"/>
                      <a:pt x="10" y="21"/>
                      <a:pt x="7" y="22"/>
                    </a:cubicBezTo>
                    <a:cubicBezTo>
                      <a:pt x="4" y="23"/>
                      <a:pt x="2" y="21"/>
                      <a:pt x="0" y="25"/>
                    </a:cubicBezTo>
                  </a:path>
                </a:pathLst>
              </a:custGeom>
              <a:noFill/>
              <a:ln w="4763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4233" name="Freeform 89">
                <a:extLst>
                  <a:ext uri="{FF2B5EF4-FFF2-40B4-BE49-F238E27FC236}">
                    <a16:creationId xmlns:a16="http://schemas.microsoft.com/office/drawing/2014/main" id="{3C64B0A9-BDEB-4D24-80F0-D37DBDF4D5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4" y="1085"/>
                <a:ext cx="403" cy="1554"/>
              </a:xfrm>
              <a:custGeom>
                <a:avLst/>
                <a:gdLst>
                  <a:gd name="T0" fmla="*/ 333 w 243"/>
                  <a:gd name="T1" fmla="*/ 3166 h 941"/>
                  <a:gd name="T2" fmla="*/ 292 w 243"/>
                  <a:gd name="T3" fmla="*/ 3541 h 941"/>
                  <a:gd name="T4" fmla="*/ 318 w 243"/>
                  <a:gd name="T5" fmla="*/ 3676 h 941"/>
                  <a:gd name="T6" fmla="*/ 342 w 243"/>
                  <a:gd name="T7" fmla="*/ 3909 h 941"/>
                  <a:gd name="T8" fmla="*/ 347 w 243"/>
                  <a:gd name="T9" fmla="*/ 4072 h 941"/>
                  <a:gd name="T10" fmla="*/ 355 w 243"/>
                  <a:gd name="T11" fmla="*/ 4107 h 941"/>
                  <a:gd name="T12" fmla="*/ 360 w 243"/>
                  <a:gd name="T13" fmla="*/ 4140 h 941"/>
                  <a:gd name="T14" fmla="*/ 318 w 243"/>
                  <a:gd name="T15" fmla="*/ 4148 h 941"/>
                  <a:gd name="T16" fmla="*/ 355 w 243"/>
                  <a:gd name="T17" fmla="*/ 4224 h 941"/>
                  <a:gd name="T18" fmla="*/ 250 w 243"/>
                  <a:gd name="T19" fmla="*/ 4190 h 941"/>
                  <a:gd name="T20" fmla="*/ 113 w 243"/>
                  <a:gd name="T21" fmla="*/ 4112 h 941"/>
                  <a:gd name="T22" fmla="*/ 55 w 243"/>
                  <a:gd name="T23" fmla="*/ 4011 h 941"/>
                  <a:gd name="T24" fmla="*/ 33 w 243"/>
                  <a:gd name="T25" fmla="*/ 3940 h 941"/>
                  <a:gd name="T26" fmla="*/ 8 w 243"/>
                  <a:gd name="T27" fmla="*/ 3873 h 941"/>
                  <a:gd name="T28" fmla="*/ 63 w 243"/>
                  <a:gd name="T29" fmla="*/ 3625 h 941"/>
                  <a:gd name="T30" fmla="*/ 118 w 243"/>
                  <a:gd name="T31" fmla="*/ 3158 h 941"/>
                  <a:gd name="T32" fmla="*/ 118 w 243"/>
                  <a:gd name="T33" fmla="*/ 2798 h 941"/>
                  <a:gd name="T34" fmla="*/ 159 w 243"/>
                  <a:gd name="T35" fmla="*/ 2102 h 941"/>
                  <a:gd name="T36" fmla="*/ 196 w 243"/>
                  <a:gd name="T37" fmla="*/ 1764 h 941"/>
                  <a:gd name="T38" fmla="*/ 250 w 243"/>
                  <a:gd name="T39" fmla="*/ 1224 h 941"/>
                  <a:gd name="T40" fmla="*/ 313 w 243"/>
                  <a:gd name="T41" fmla="*/ 872 h 941"/>
                  <a:gd name="T42" fmla="*/ 547 w 243"/>
                  <a:gd name="T43" fmla="*/ 428 h 941"/>
                  <a:gd name="T44" fmla="*/ 624 w 243"/>
                  <a:gd name="T45" fmla="*/ 393 h 941"/>
                  <a:gd name="T46" fmla="*/ 698 w 243"/>
                  <a:gd name="T47" fmla="*/ 373 h 941"/>
                  <a:gd name="T48" fmla="*/ 844 w 243"/>
                  <a:gd name="T49" fmla="*/ 343 h 941"/>
                  <a:gd name="T50" fmla="*/ 1061 w 243"/>
                  <a:gd name="T51" fmla="*/ 0 h 941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243" h="941">
                    <a:moveTo>
                      <a:pt x="73" y="703"/>
                    </a:moveTo>
                    <a:cubicBezTo>
                      <a:pt x="67" y="741"/>
                      <a:pt x="63" y="777"/>
                      <a:pt x="64" y="786"/>
                    </a:cubicBezTo>
                    <a:cubicBezTo>
                      <a:pt x="64" y="793"/>
                      <a:pt x="63" y="805"/>
                      <a:pt x="70" y="816"/>
                    </a:cubicBezTo>
                    <a:cubicBezTo>
                      <a:pt x="82" y="834"/>
                      <a:pt x="76" y="860"/>
                      <a:pt x="75" y="868"/>
                    </a:cubicBezTo>
                    <a:cubicBezTo>
                      <a:pt x="81" y="883"/>
                      <a:pt x="81" y="902"/>
                      <a:pt x="76" y="904"/>
                    </a:cubicBezTo>
                    <a:cubicBezTo>
                      <a:pt x="78" y="908"/>
                      <a:pt x="79" y="908"/>
                      <a:pt x="78" y="912"/>
                    </a:cubicBezTo>
                    <a:cubicBezTo>
                      <a:pt x="80" y="916"/>
                      <a:pt x="80" y="917"/>
                      <a:pt x="79" y="919"/>
                    </a:cubicBezTo>
                    <a:cubicBezTo>
                      <a:pt x="77" y="926"/>
                      <a:pt x="66" y="919"/>
                      <a:pt x="70" y="921"/>
                    </a:cubicBezTo>
                    <a:cubicBezTo>
                      <a:pt x="76" y="925"/>
                      <a:pt x="81" y="930"/>
                      <a:pt x="78" y="938"/>
                    </a:cubicBezTo>
                    <a:cubicBezTo>
                      <a:pt x="77" y="941"/>
                      <a:pt x="62" y="933"/>
                      <a:pt x="55" y="930"/>
                    </a:cubicBezTo>
                    <a:cubicBezTo>
                      <a:pt x="43" y="926"/>
                      <a:pt x="25" y="921"/>
                      <a:pt x="25" y="913"/>
                    </a:cubicBezTo>
                    <a:cubicBezTo>
                      <a:pt x="25" y="906"/>
                      <a:pt x="14" y="896"/>
                      <a:pt x="12" y="891"/>
                    </a:cubicBezTo>
                    <a:cubicBezTo>
                      <a:pt x="9" y="884"/>
                      <a:pt x="9" y="880"/>
                      <a:pt x="7" y="875"/>
                    </a:cubicBezTo>
                    <a:cubicBezTo>
                      <a:pt x="5" y="871"/>
                      <a:pt x="0" y="865"/>
                      <a:pt x="2" y="860"/>
                    </a:cubicBezTo>
                    <a:cubicBezTo>
                      <a:pt x="5" y="856"/>
                      <a:pt x="9" y="824"/>
                      <a:pt x="14" y="805"/>
                    </a:cubicBezTo>
                    <a:cubicBezTo>
                      <a:pt x="17" y="790"/>
                      <a:pt x="29" y="731"/>
                      <a:pt x="26" y="701"/>
                    </a:cubicBezTo>
                    <a:cubicBezTo>
                      <a:pt x="25" y="678"/>
                      <a:pt x="27" y="636"/>
                      <a:pt x="26" y="621"/>
                    </a:cubicBezTo>
                    <a:cubicBezTo>
                      <a:pt x="26" y="532"/>
                      <a:pt x="32" y="484"/>
                      <a:pt x="35" y="467"/>
                    </a:cubicBezTo>
                    <a:cubicBezTo>
                      <a:pt x="38" y="451"/>
                      <a:pt x="43" y="427"/>
                      <a:pt x="43" y="392"/>
                    </a:cubicBezTo>
                    <a:cubicBezTo>
                      <a:pt x="43" y="356"/>
                      <a:pt x="53" y="306"/>
                      <a:pt x="55" y="272"/>
                    </a:cubicBezTo>
                    <a:cubicBezTo>
                      <a:pt x="57" y="252"/>
                      <a:pt x="64" y="221"/>
                      <a:pt x="69" y="194"/>
                    </a:cubicBezTo>
                    <a:cubicBezTo>
                      <a:pt x="73" y="169"/>
                      <a:pt x="104" y="101"/>
                      <a:pt x="120" y="95"/>
                    </a:cubicBezTo>
                    <a:cubicBezTo>
                      <a:pt x="124" y="94"/>
                      <a:pt x="133" y="88"/>
                      <a:pt x="137" y="87"/>
                    </a:cubicBezTo>
                    <a:cubicBezTo>
                      <a:pt x="144" y="86"/>
                      <a:pt x="148" y="84"/>
                      <a:pt x="153" y="83"/>
                    </a:cubicBezTo>
                    <a:cubicBezTo>
                      <a:pt x="165" y="81"/>
                      <a:pt x="176" y="79"/>
                      <a:pt x="185" y="76"/>
                    </a:cubicBezTo>
                    <a:cubicBezTo>
                      <a:pt x="204" y="70"/>
                      <a:pt x="243" y="35"/>
                      <a:pt x="233" y="0"/>
                    </a:cubicBezTo>
                  </a:path>
                </a:pathLst>
              </a:custGeom>
              <a:noFill/>
              <a:ln w="4763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4234" name="Freeform 90">
                <a:extLst>
                  <a:ext uri="{FF2B5EF4-FFF2-40B4-BE49-F238E27FC236}">
                    <a16:creationId xmlns:a16="http://schemas.microsoft.com/office/drawing/2014/main" id="{7EDC72BD-0751-474C-9B00-15064EF96E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5" y="1680"/>
                <a:ext cx="745" cy="2396"/>
              </a:xfrm>
              <a:custGeom>
                <a:avLst/>
                <a:gdLst>
                  <a:gd name="T0" fmla="*/ 1822 w 449"/>
                  <a:gd name="T1" fmla="*/ 527 h 1451"/>
                  <a:gd name="T2" fmla="*/ 1726 w 449"/>
                  <a:gd name="T3" fmla="*/ 0 h 1451"/>
                  <a:gd name="T4" fmla="*/ 1863 w 449"/>
                  <a:gd name="T5" fmla="*/ 887 h 1451"/>
                  <a:gd name="T6" fmla="*/ 1911 w 449"/>
                  <a:gd name="T7" fmla="*/ 2162 h 1451"/>
                  <a:gd name="T8" fmla="*/ 1600 w 449"/>
                  <a:gd name="T9" fmla="*/ 3616 h 1451"/>
                  <a:gd name="T10" fmla="*/ 1490 w 449"/>
                  <a:gd name="T11" fmla="*/ 5028 h 1451"/>
                  <a:gd name="T12" fmla="*/ 1371 w 449"/>
                  <a:gd name="T13" fmla="*/ 5958 h 1451"/>
                  <a:gd name="T14" fmla="*/ 1531 w 449"/>
                  <a:gd name="T15" fmla="*/ 6326 h 1451"/>
                  <a:gd name="T16" fmla="*/ 1483 w 449"/>
                  <a:gd name="T17" fmla="*/ 6463 h 1451"/>
                  <a:gd name="T18" fmla="*/ 1253 w 449"/>
                  <a:gd name="T19" fmla="*/ 6478 h 1451"/>
                  <a:gd name="T20" fmla="*/ 1039 w 449"/>
                  <a:gd name="T21" fmla="*/ 6321 h 1451"/>
                  <a:gd name="T22" fmla="*/ 1024 w 449"/>
                  <a:gd name="T23" fmla="*/ 6049 h 1451"/>
                  <a:gd name="T24" fmla="*/ 1054 w 449"/>
                  <a:gd name="T25" fmla="*/ 5781 h 1451"/>
                  <a:gd name="T26" fmla="*/ 1047 w 449"/>
                  <a:gd name="T27" fmla="*/ 4267 h 1451"/>
                  <a:gd name="T28" fmla="*/ 1052 w 449"/>
                  <a:gd name="T29" fmla="*/ 3421 h 1451"/>
                  <a:gd name="T30" fmla="*/ 1052 w 449"/>
                  <a:gd name="T31" fmla="*/ 2193 h 1451"/>
                  <a:gd name="T32" fmla="*/ 999 w 449"/>
                  <a:gd name="T33" fmla="*/ 2198 h 1451"/>
                  <a:gd name="T34" fmla="*/ 956 w 449"/>
                  <a:gd name="T35" fmla="*/ 2190 h 1451"/>
                  <a:gd name="T36" fmla="*/ 936 w 449"/>
                  <a:gd name="T37" fmla="*/ 2725 h 1451"/>
                  <a:gd name="T38" fmla="*/ 941 w 449"/>
                  <a:gd name="T39" fmla="*/ 3852 h 1451"/>
                  <a:gd name="T40" fmla="*/ 893 w 449"/>
                  <a:gd name="T41" fmla="*/ 5462 h 1451"/>
                  <a:gd name="T42" fmla="*/ 957 w 449"/>
                  <a:gd name="T43" fmla="*/ 5945 h 1451"/>
                  <a:gd name="T44" fmla="*/ 986 w 449"/>
                  <a:gd name="T45" fmla="*/ 6201 h 1451"/>
                  <a:gd name="T46" fmla="*/ 906 w 449"/>
                  <a:gd name="T47" fmla="*/ 6456 h 1451"/>
                  <a:gd name="T48" fmla="*/ 626 w 449"/>
                  <a:gd name="T49" fmla="*/ 6485 h 1451"/>
                  <a:gd name="T50" fmla="*/ 471 w 449"/>
                  <a:gd name="T51" fmla="*/ 6397 h 1451"/>
                  <a:gd name="T52" fmla="*/ 602 w 449"/>
                  <a:gd name="T53" fmla="*/ 6125 h 1451"/>
                  <a:gd name="T54" fmla="*/ 611 w 449"/>
                  <a:gd name="T55" fmla="*/ 5674 h 1451"/>
                  <a:gd name="T56" fmla="*/ 448 w 449"/>
                  <a:gd name="T57" fmla="*/ 4024 h 1451"/>
                  <a:gd name="T58" fmla="*/ 289 w 449"/>
                  <a:gd name="T59" fmla="*/ 2860 h 1451"/>
                  <a:gd name="T60" fmla="*/ 37 w 449"/>
                  <a:gd name="T61" fmla="*/ 1402 h 1451"/>
                  <a:gd name="T62" fmla="*/ 275 w 449"/>
                  <a:gd name="T63" fmla="*/ 532 h 1451"/>
                  <a:gd name="T64" fmla="*/ 275 w 449"/>
                  <a:gd name="T65" fmla="*/ 13 h 1451"/>
                  <a:gd name="T66" fmla="*/ 174 w 449"/>
                  <a:gd name="T67" fmla="*/ 829 h 1451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449" h="1451">
                    <a:moveTo>
                      <a:pt x="401" y="184"/>
                    </a:moveTo>
                    <a:cubicBezTo>
                      <a:pt x="398" y="149"/>
                      <a:pt x="400" y="125"/>
                      <a:pt x="399" y="117"/>
                    </a:cubicBezTo>
                    <a:cubicBezTo>
                      <a:pt x="396" y="105"/>
                      <a:pt x="382" y="39"/>
                      <a:pt x="378" y="10"/>
                    </a:cubicBezTo>
                    <a:cubicBezTo>
                      <a:pt x="378" y="0"/>
                      <a:pt x="378" y="0"/>
                      <a:pt x="378" y="0"/>
                    </a:cubicBezTo>
                    <a:cubicBezTo>
                      <a:pt x="385" y="53"/>
                      <a:pt x="381" y="99"/>
                      <a:pt x="380" y="117"/>
                    </a:cubicBezTo>
                    <a:cubicBezTo>
                      <a:pt x="379" y="142"/>
                      <a:pt x="398" y="177"/>
                      <a:pt x="408" y="197"/>
                    </a:cubicBezTo>
                    <a:cubicBezTo>
                      <a:pt x="419" y="218"/>
                      <a:pt x="426" y="256"/>
                      <a:pt x="436" y="311"/>
                    </a:cubicBezTo>
                    <a:cubicBezTo>
                      <a:pt x="449" y="381"/>
                      <a:pt x="424" y="426"/>
                      <a:pt x="418" y="480"/>
                    </a:cubicBezTo>
                    <a:cubicBezTo>
                      <a:pt x="413" y="536"/>
                      <a:pt x="388" y="571"/>
                      <a:pt x="373" y="634"/>
                    </a:cubicBezTo>
                    <a:cubicBezTo>
                      <a:pt x="361" y="690"/>
                      <a:pt x="347" y="762"/>
                      <a:pt x="350" y="803"/>
                    </a:cubicBezTo>
                    <a:cubicBezTo>
                      <a:pt x="353" y="851"/>
                      <a:pt x="343" y="867"/>
                      <a:pt x="341" y="894"/>
                    </a:cubicBezTo>
                    <a:cubicBezTo>
                      <a:pt x="339" y="921"/>
                      <a:pt x="339" y="1034"/>
                      <a:pt x="326" y="1117"/>
                    </a:cubicBezTo>
                    <a:cubicBezTo>
                      <a:pt x="314" y="1192"/>
                      <a:pt x="309" y="1242"/>
                      <a:pt x="305" y="1260"/>
                    </a:cubicBezTo>
                    <a:cubicBezTo>
                      <a:pt x="296" y="1299"/>
                      <a:pt x="304" y="1303"/>
                      <a:pt x="300" y="1323"/>
                    </a:cubicBezTo>
                    <a:cubicBezTo>
                      <a:pt x="297" y="1343"/>
                      <a:pt x="296" y="1340"/>
                      <a:pt x="306" y="1360"/>
                    </a:cubicBezTo>
                    <a:cubicBezTo>
                      <a:pt x="315" y="1372"/>
                      <a:pt x="330" y="1399"/>
                      <a:pt x="335" y="1405"/>
                    </a:cubicBezTo>
                    <a:cubicBezTo>
                      <a:pt x="340" y="1411"/>
                      <a:pt x="338" y="1417"/>
                      <a:pt x="335" y="1421"/>
                    </a:cubicBezTo>
                    <a:cubicBezTo>
                      <a:pt x="339" y="1430"/>
                      <a:pt x="328" y="1435"/>
                      <a:pt x="325" y="1435"/>
                    </a:cubicBezTo>
                    <a:cubicBezTo>
                      <a:pt x="326" y="1446"/>
                      <a:pt x="306" y="1445"/>
                      <a:pt x="301" y="1440"/>
                    </a:cubicBezTo>
                    <a:cubicBezTo>
                      <a:pt x="300" y="1446"/>
                      <a:pt x="280" y="1446"/>
                      <a:pt x="274" y="1439"/>
                    </a:cubicBezTo>
                    <a:cubicBezTo>
                      <a:pt x="265" y="1447"/>
                      <a:pt x="253" y="1450"/>
                      <a:pt x="243" y="1433"/>
                    </a:cubicBezTo>
                    <a:cubicBezTo>
                      <a:pt x="235" y="1420"/>
                      <a:pt x="225" y="1415"/>
                      <a:pt x="227" y="1404"/>
                    </a:cubicBezTo>
                    <a:cubicBezTo>
                      <a:pt x="228" y="1393"/>
                      <a:pt x="225" y="1390"/>
                      <a:pt x="223" y="1377"/>
                    </a:cubicBezTo>
                    <a:cubicBezTo>
                      <a:pt x="221" y="1363"/>
                      <a:pt x="219" y="1353"/>
                      <a:pt x="224" y="1343"/>
                    </a:cubicBezTo>
                    <a:cubicBezTo>
                      <a:pt x="229" y="1334"/>
                      <a:pt x="229" y="1330"/>
                      <a:pt x="229" y="1320"/>
                    </a:cubicBezTo>
                    <a:cubicBezTo>
                      <a:pt x="229" y="1311"/>
                      <a:pt x="225" y="1296"/>
                      <a:pt x="231" y="1284"/>
                    </a:cubicBezTo>
                    <a:cubicBezTo>
                      <a:pt x="237" y="1272"/>
                      <a:pt x="244" y="1244"/>
                      <a:pt x="243" y="1213"/>
                    </a:cubicBezTo>
                    <a:cubicBezTo>
                      <a:pt x="242" y="1182"/>
                      <a:pt x="219" y="1008"/>
                      <a:pt x="229" y="948"/>
                    </a:cubicBezTo>
                    <a:cubicBezTo>
                      <a:pt x="238" y="888"/>
                      <a:pt x="235" y="876"/>
                      <a:pt x="232" y="856"/>
                    </a:cubicBezTo>
                    <a:cubicBezTo>
                      <a:pt x="230" y="836"/>
                      <a:pt x="224" y="803"/>
                      <a:pt x="230" y="760"/>
                    </a:cubicBezTo>
                    <a:cubicBezTo>
                      <a:pt x="232" y="743"/>
                      <a:pt x="237" y="676"/>
                      <a:pt x="237" y="605"/>
                    </a:cubicBezTo>
                    <a:cubicBezTo>
                      <a:pt x="237" y="560"/>
                      <a:pt x="218" y="499"/>
                      <a:pt x="230" y="487"/>
                    </a:cubicBezTo>
                    <a:cubicBezTo>
                      <a:pt x="231" y="485"/>
                      <a:pt x="231" y="485"/>
                      <a:pt x="231" y="485"/>
                    </a:cubicBezTo>
                    <a:cubicBezTo>
                      <a:pt x="227" y="487"/>
                      <a:pt x="223" y="488"/>
                      <a:pt x="219" y="488"/>
                    </a:cubicBezTo>
                    <a:cubicBezTo>
                      <a:pt x="218" y="488"/>
                      <a:pt x="218" y="488"/>
                      <a:pt x="218" y="488"/>
                    </a:cubicBezTo>
                    <a:cubicBezTo>
                      <a:pt x="215" y="488"/>
                      <a:pt x="212" y="487"/>
                      <a:pt x="209" y="486"/>
                    </a:cubicBezTo>
                    <a:cubicBezTo>
                      <a:pt x="209" y="487"/>
                      <a:pt x="209" y="487"/>
                      <a:pt x="209" y="487"/>
                    </a:cubicBezTo>
                    <a:cubicBezTo>
                      <a:pt x="221" y="499"/>
                      <a:pt x="206" y="560"/>
                      <a:pt x="205" y="605"/>
                    </a:cubicBezTo>
                    <a:cubicBezTo>
                      <a:pt x="205" y="676"/>
                      <a:pt x="207" y="743"/>
                      <a:pt x="209" y="760"/>
                    </a:cubicBezTo>
                    <a:cubicBezTo>
                      <a:pt x="214" y="803"/>
                      <a:pt x="208" y="836"/>
                      <a:pt x="206" y="856"/>
                    </a:cubicBezTo>
                    <a:cubicBezTo>
                      <a:pt x="204" y="876"/>
                      <a:pt x="200" y="888"/>
                      <a:pt x="210" y="948"/>
                    </a:cubicBezTo>
                    <a:cubicBezTo>
                      <a:pt x="219" y="1008"/>
                      <a:pt x="196" y="1182"/>
                      <a:pt x="195" y="1213"/>
                    </a:cubicBezTo>
                    <a:cubicBezTo>
                      <a:pt x="194" y="1244"/>
                      <a:pt x="201" y="1272"/>
                      <a:pt x="207" y="1284"/>
                    </a:cubicBezTo>
                    <a:cubicBezTo>
                      <a:pt x="213" y="1296"/>
                      <a:pt x="210" y="1311"/>
                      <a:pt x="210" y="1320"/>
                    </a:cubicBezTo>
                    <a:cubicBezTo>
                      <a:pt x="210" y="1330"/>
                      <a:pt x="210" y="1334"/>
                      <a:pt x="215" y="1343"/>
                    </a:cubicBezTo>
                    <a:cubicBezTo>
                      <a:pt x="220" y="1353"/>
                      <a:pt x="218" y="1363"/>
                      <a:pt x="216" y="1377"/>
                    </a:cubicBezTo>
                    <a:cubicBezTo>
                      <a:pt x="213" y="1390"/>
                      <a:pt x="211" y="1393"/>
                      <a:pt x="212" y="1404"/>
                    </a:cubicBezTo>
                    <a:cubicBezTo>
                      <a:pt x="213" y="1415"/>
                      <a:pt x="205" y="1421"/>
                      <a:pt x="198" y="1434"/>
                    </a:cubicBezTo>
                    <a:cubicBezTo>
                      <a:pt x="189" y="1451"/>
                      <a:pt x="174" y="1447"/>
                      <a:pt x="164" y="1439"/>
                    </a:cubicBezTo>
                    <a:cubicBezTo>
                      <a:pt x="158" y="1446"/>
                      <a:pt x="143" y="1446"/>
                      <a:pt x="137" y="1440"/>
                    </a:cubicBezTo>
                    <a:cubicBezTo>
                      <a:pt x="133" y="1445"/>
                      <a:pt x="113" y="1446"/>
                      <a:pt x="114" y="1435"/>
                    </a:cubicBezTo>
                    <a:cubicBezTo>
                      <a:pt x="110" y="1435"/>
                      <a:pt x="100" y="1430"/>
                      <a:pt x="103" y="1421"/>
                    </a:cubicBezTo>
                    <a:cubicBezTo>
                      <a:pt x="101" y="1417"/>
                      <a:pt x="99" y="1411"/>
                      <a:pt x="103" y="1405"/>
                    </a:cubicBezTo>
                    <a:cubicBezTo>
                      <a:pt x="108" y="1399"/>
                      <a:pt x="123" y="1372"/>
                      <a:pt x="132" y="1360"/>
                    </a:cubicBezTo>
                    <a:cubicBezTo>
                      <a:pt x="142" y="1340"/>
                      <a:pt x="142" y="1343"/>
                      <a:pt x="138" y="1323"/>
                    </a:cubicBezTo>
                    <a:cubicBezTo>
                      <a:pt x="135" y="1303"/>
                      <a:pt x="142" y="1299"/>
                      <a:pt x="134" y="1260"/>
                    </a:cubicBezTo>
                    <a:cubicBezTo>
                      <a:pt x="130" y="1242"/>
                      <a:pt x="127" y="1192"/>
                      <a:pt x="114" y="1117"/>
                    </a:cubicBezTo>
                    <a:cubicBezTo>
                      <a:pt x="100" y="1040"/>
                      <a:pt x="104" y="920"/>
                      <a:pt x="98" y="894"/>
                    </a:cubicBezTo>
                    <a:cubicBezTo>
                      <a:pt x="86" y="848"/>
                      <a:pt x="92" y="826"/>
                      <a:pt x="92" y="796"/>
                    </a:cubicBezTo>
                    <a:cubicBezTo>
                      <a:pt x="92" y="753"/>
                      <a:pt x="76" y="691"/>
                      <a:pt x="63" y="635"/>
                    </a:cubicBezTo>
                    <a:cubicBezTo>
                      <a:pt x="49" y="573"/>
                      <a:pt x="30" y="536"/>
                      <a:pt x="24" y="480"/>
                    </a:cubicBezTo>
                    <a:cubicBezTo>
                      <a:pt x="16" y="400"/>
                      <a:pt x="0" y="356"/>
                      <a:pt x="8" y="311"/>
                    </a:cubicBezTo>
                    <a:cubicBezTo>
                      <a:pt x="18" y="256"/>
                      <a:pt x="21" y="213"/>
                      <a:pt x="32" y="193"/>
                    </a:cubicBezTo>
                    <a:cubicBezTo>
                      <a:pt x="43" y="172"/>
                      <a:pt x="62" y="144"/>
                      <a:pt x="60" y="118"/>
                    </a:cubicBezTo>
                    <a:cubicBezTo>
                      <a:pt x="59" y="100"/>
                      <a:pt x="54" y="55"/>
                      <a:pt x="61" y="11"/>
                    </a:cubicBezTo>
                    <a:cubicBezTo>
                      <a:pt x="60" y="3"/>
                      <a:pt x="60" y="3"/>
                      <a:pt x="60" y="3"/>
                    </a:cubicBezTo>
                    <a:cubicBezTo>
                      <a:pt x="56" y="32"/>
                      <a:pt x="42" y="105"/>
                      <a:pt x="40" y="117"/>
                    </a:cubicBezTo>
                    <a:cubicBezTo>
                      <a:pt x="38" y="125"/>
                      <a:pt x="41" y="149"/>
                      <a:pt x="38" y="184"/>
                    </a:cubicBezTo>
                  </a:path>
                </a:pathLst>
              </a:custGeom>
              <a:noFill/>
              <a:ln w="4763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4235" name="Freeform 91">
                <a:extLst>
                  <a:ext uri="{FF2B5EF4-FFF2-40B4-BE49-F238E27FC236}">
                    <a16:creationId xmlns:a16="http://schemas.microsoft.com/office/drawing/2014/main" id="{C3882467-5DC4-4EB6-9AE7-A850AB77D3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5" y="1090"/>
                <a:ext cx="398" cy="1549"/>
              </a:xfrm>
              <a:custGeom>
                <a:avLst/>
                <a:gdLst>
                  <a:gd name="T0" fmla="*/ 41 w 240"/>
                  <a:gd name="T1" fmla="*/ 0 h 938"/>
                  <a:gd name="T2" fmla="*/ 250 w 240"/>
                  <a:gd name="T3" fmla="*/ 330 h 938"/>
                  <a:gd name="T4" fmla="*/ 396 w 240"/>
                  <a:gd name="T5" fmla="*/ 360 h 938"/>
                  <a:gd name="T6" fmla="*/ 473 w 240"/>
                  <a:gd name="T7" fmla="*/ 386 h 938"/>
                  <a:gd name="T8" fmla="*/ 539 w 240"/>
                  <a:gd name="T9" fmla="*/ 410 h 938"/>
                  <a:gd name="T10" fmla="*/ 769 w 240"/>
                  <a:gd name="T11" fmla="*/ 859 h 938"/>
                  <a:gd name="T12" fmla="*/ 844 w 240"/>
                  <a:gd name="T13" fmla="*/ 1232 h 938"/>
                  <a:gd name="T14" fmla="*/ 899 w 240"/>
                  <a:gd name="T15" fmla="*/ 1750 h 938"/>
                  <a:gd name="T16" fmla="*/ 935 w 240"/>
                  <a:gd name="T17" fmla="*/ 2089 h 938"/>
                  <a:gd name="T18" fmla="*/ 968 w 240"/>
                  <a:gd name="T19" fmla="*/ 2759 h 938"/>
                  <a:gd name="T20" fmla="*/ 982 w 240"/>
                  <a:gd name="T21" fmla="*/ 3111 h 938"/>
                  <a:gd name="T22" fmla="*/ 1035 w 240"/>
                  <a:gd name="T23" fmla="*/ 3610 h 938"/>
                  <a:gd name="T24" fmla="*/ 1086 w 240"/>
                  <a:gd name="T25" fmla="*/ 3859 h 938"/>
                  <a:gd name="T26" fmla="*/ 1066 w 240"/>
                  <a:gd name="T27" fmla="*/ 3927 h 938"/>
                  <a:gd name="T28" fmla="*/ 1045 w 240"/>
                  <a:gd name="T29" fmla="*/ 3998 h 938"/>
                  <a:gd name="T30" fmla="*/ 982 w 240"/>
                  <a:gd name="T31" fmla="*/ 4099 h 938"/>
                  <a:gd name="T32" fmla="*/ 847 w 240"/>
                  <a:gd name="T33" fmla="*/ 4175 h 938"/>
                  <a:gd name="T34" fmla="*/ 740 w 240"/>
                  <a:gd name="T35" fmla="*/ 4211 h 938"/>
                  <a:gd name="T36" fmla="*/ 776 w 240"/>
                  <a:gd name="T37" fmla="*/ 4135 h 938"/>
                  <a:gd name="T38" fmla="*/ 735 w 240"/>
                  <a:gd name="T39" fmla="*/ 4127 h 938"/>
                  <a:gd name="T40" fmla="*/ 740 w 240"/>
                  <a:gd name="T41" fmla="*/ 4094 h 938"/>
                  <a:gd name="T42" fmla="*/ 753 w 240"/>
                  <a:gd name="T43" fmla="*/ 4057 h 938"/>
                  <a:gd name="T44" fmla="*/ 756 w 240"/>
                  <a:gd name="T45" fmla="*/ 3894 h 938"/>
                  <a:gd name="T46" fmla="*/ 776 w 240"/>
                  <a:gd name="T47" fmla="*/ 3663 h 938"/>
                  <a:gd name="T48" fmla="*/ 803 w 240"/>
                  <a:gd name="T49" fmla="*/ 3526 h 938"/>
                  <a:gd name="T50" fmla="*/ 789 w 240"/>
                  <a:gd name="T51" fmla="*/ 3324 h 938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240" h="938">
                    <a:moveTo>
                      <a:pt x="9" y="0"/>
                    </a:moveTo>
                    <a:cubicBezTo>
                      <a:pt x="0" y="33"/>
                      <a:pt x="36" y="67"/>
                      <a:pt x="55" y="73"/>
                    </a:cubicBezTo>
                    <a:cubicBezTo>
                      <a:pt x="65" y="76"/>
                      <a:pt x="75" y="78"/>
                      <a:pt x="87" y="80"/>
                    </a:cubicBezTo>
                    <a:cubicBezTo>
                      <a:pt x="93" y="81"/>
                      <a:pt x="98" y="84"/>
                      <a:pt x="104" y="86"/>
                    </a:cubicBezTo>
                    <a:cubicBezTo>
                      <a:pt x="108" y="86"/>
                      <a:pt x="114" y="90"/>
                      <a:pt x="118" y="91"/>
                    </a:cubicBezTo>
                    <a:cubicBezTo>
                      <a:pt x="134" y="97"/>
                      <a:pt x="165" y="166"/>
                      <a:pt x="169" y="191"/>
                    </a:cubicBezTo>
                    <a:cubicBezTo>
                      <a:pt x="173" y="218"/>
                      <a:pt x="183" y="254"/>
                      <a:pt x="185" y="274"/>
                    </a:cubicBezTo>
                    <a:cubicBezTo>
                      <a:pt x="187" y="309"/>
                      <a:pt x="197" y="353"/>
                      <a:pt x="197" y="389"/>
                    </a:cubicBezTo>
                    <a:cubicBezTo>
                      <a:pt x="197" y="424"/>
                      <a:pt x="202" y="448"/>
                      <a:pt x="205" y="464"/>
                    </a:cubicBezTo>
                    <a:cubicBezTo>
                      <a:pt x="209" y="481"/>
                      <a:pt x="213" y="524"/>
                      <a:pt x="212" y="613"/>
                    </a:cubicBezTo>
                    <a:cubicBezTo>
                      <a:pt x="212" y="629"/>
                      <a:pt x="217" y="668"/>
                      <a:pt x="215" y="691"/>
                    </a:cubicBezTo>
                    <a:cubicBezTo>
                      <a:pt x="212" y="721"/>
                      <a:pt x="223" y="787"/>
                      <a:pt x="227" y="802"/>
                    </a:cubicBezTo>
                    <a:cubicBezTo>
                      <a:pt x="232" y="821"/>
                      <a:pt x="236" y="853"/>
                      <a:pt x="238" y="857"/>
                    </a:cubicBezTo>
                    <a:cubicBezTo>
                      <a:pt x="240" y="862"/>
                      <a:pt x="236" y="868"/>
                      <a:pt x="234" y="872"/>
                    </a:cubicBezTo>
                    <a:cubicBezTo>
                      <a:pt x="231" y="877"/>
                      <a:pt x="232" y="881"/>
                      <a:pt x="229" y="888"/>
                    </a:cubicBezTo>
                    <a:cubicBezTo>
                      <a:pt x="226" y="893"/>
                      <a:pt x="214" y="900"/>
                      <a:pt x="215" y="910"/>
                    </a:cubicBezTo>
                    <a:cubicBezTo>
                      <a:pt x="216" y="917"/>
                      <a:pt x="215" y="917"/>
                      <a:pt x="186" y="927"/>
                    </a:cubicBezTo>
                    <a:cubicBezTo>
                      <a:pt x="178" y="930"/>
                      <a:pt x="164" y="938"/>
                      <a:pt x="162" y="935"/>
                    </a:cubicBezTo>
                    <a:cubicBezTo>
                      <a:pt x="159" y="927"/>
                      <a:pt x="165" y="922"/>
                      <a:pt x="170" y="918"/>
                    </a:cubicBezTo>
                    <a:cubicBezTo>
                      <a:pt x="174" y="916"/>
                      <a:pt x="164" y="923"/>
                      <a:pt x="161" y="916"/>
                    </a:cubicBezTo>
                    <a:cubicBezTo>
                      <a:pt x="161" y="914"/>
                      <a:pt x="161" y="913"/>
                      <a:pt x="162" y="909"/>
                    </a:cubicBezTo>
                    <a:cubicBezTo>
                      <a:pt x="161" y="905"/>
                      <a:pt x="162" y="905"/>
                      <a:pt x="165" y="901"/>
                    </a:cubicBezTo>
                    <a:cubicBezTo>
                      <a:pt x="160" y="899"/>
                      <a:pt x="164" y="876"/>
                      <a:pt x="166" y="865"/>
                    </a:cubicBezTo>
                    <a:cubicBezTo>
                      <a:pt x="165" y="857"/>
                      <a:pt x="164" y="831"/>
                      <a:pt x="170" y="813"/>
                    </a:cubicBezTo>
                    <a:cubicBezTo>
                      <a:pt x="174" y="801"/>
                      <a:pt x="176" y="790"/>
                      <a:pt x="176" y="783"/>
                    </a:cubicBezTo>
                    <a:cubicBezTo>
                      <a:pt x="177" y="778"/>
                      <a:pt x="176" y="760"/>
                      <a:pt x="173" y="738"/>
                    </a:cubicBezTo>
                  </a:path>
                </a:pathLst>
              </a:custGeom>
              <a:noFill/>
              <a:ln w="4763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4236" name="Freeform 92">
                <a:extLst>
                  <a:ext uri="{FF2B5EF4-FFF2-40B4-BE49-F238E27FC236}">
                    <a16:creationId xmlns:a16="http://schemas.microsoft.com/office/drawing/2014/main" id="{273EA9D8-9C9D-4FB2-86F2-CE1166AC7B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9" y="1136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0" y="0"/>
                    </a:lnTo>
                  </a:path>
                </a:pathLst>
              </a:custGeom>
              <a:noFill/>
              <a:ln w="4763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4237" name="Freeform 93">
                <a:extLst>
                  <a:ext uri="{FF2B5EF4-FFF2-40B4-BE49-F238E27FC236}">
                    <a16:creationId xmlns:a16="http://schemas.microsoft.com/office/drawing/2014/main" id="{2AA4E578-40CE-446F-B410-6556FF8605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3" y="2553"/>
                <a:ext cx="4" cy="17"/>
              </a:xfrm>
              <a:custGeom>
                <a:avLst/>
                <a:gdLst>
                  <a:gd name="T0" fmla="*/ 0 w 2"/>
                  <a:gd name="T1" fmla="*/ 0 h 10"/>
                  <a:gd name="T2" fmla="*/ 0 w 2"/>
                  <a:gd name="T3" fmla="*/ 49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0">
                    <a:moveTo>
                      <a:pt x="0" y="0"/>
                    </a:moveTo>
                    <a:cubicBezTo>
                      <a:pt x="2" y="1"/>
                      <a:pt x="1" y="8"/>
                      <a:pt x="0" y="10"/>
                    </a:cubicBezTo>
                  </a:path>
                </a:pathLst>
              </a:custGeom>
              <a:noFill/>
              <a:ln w="158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4238" name="Freeform 94">
                <a:extLst>
                  <a:ext uri="{FF2B5EF4-FFF2-40B4-BE49-F238E27FC236}">
                    <a16:creationId xmlns:a16="http://schemas.microsoft.com/office/drawing/2014/main" id="{80D877DE-A782-4CAA-9652-558A9AD49C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5" y="3854"/>
                <a:ext cx="7" cy="35"/>
              </a:xfrm>
              <a:custGeom>
                <a:avLst/>
                <a:gdLst>
                  <a:gd name="T0" fmla="*/ 0 w 4"/>
                  <a:gd name="T1" fmla="*/ 0 h 21"/>
                  <a:gd name="T2" fmla="*/ 21 w 4"/>
                  <a:gd name="T3" fmla="*/ 97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1">
                    <a:moveTo>
                      <a:pt x="0" y="0"/>
                    </a:moveTo>
                    <a:cubicBezTo>
                      <a:pt x="0" y="8"/>
                      <a:pt x="4" y="21"/>
                      <a:pt x="4" y="21"/>
                    </a:cubicBezTo>
                  </a:path>
                </a:pathLst>
              </a:custGeom>
              <a:noFill/>
              <a:ln w="4763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4239" name="Freeform 95">
                <a:extLst>
                  <a:ext uri="{FF2B5EF4-FFF2-40B4-BE49-F238E27FC236}">
                    <a16:creationId xmlns:a16="http://schemas.microsoft.com/office/drawing/2014/main" id="{3DD9F8E6-8A2B-49C4-8C73-ECFB178697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4" y="2012"/>
                <a:ext cx="46" cy="34"/>
              </a:xfrm>
              <a:custGeom>
                <a:avLst/>
                <a:gdLst>
                  <a:gd name="T0" fmla="*/ 0 w 28"/>
                  <a:gd name="T1" fmla="*/ 60 h 21"/>
                  <a:gd name="T2" fmla="*/ 97 w 28"/>
                  <a:gd name="T3" fmla="*/ 89 h 21"/>
                  <a:gd name="T4" fmla="*/ 0 w 28"/>
                  <a:gd name="T5" fmla="*/ 55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21">
                    <a:moveTo>
                      <a:pt x="0" y="14"/>
                    </a:moveTo>
                    <a:cubicBezTo>
                      <a:pt x="6" y="8"/>
                      <a:pt x="18" y="11"/>
                      <a:pt x="22" y="21"/>
                    </a:cubicBezTo>
                    <a:cubicBezTo>
                      <a:pt x="28" y="14"/>
                      <a:pt x="5" y="0"/>
                      <a:pt x="0" y="1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4240" name="Freeform 96">
                <a:extLst>
                  <a:ext uri="{FF2B5EF4-FFF2-40B4-BE49-F238E27FC236}">
                    <a16:creationId xmlns:a16="http://schemas.microsoft.com/office/drawing/2014/main" id="{F2E2152B-8679-4B56-A1A0-688A83B4E1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1" y="3991"/>
                <a:ext cx="24" cy="17"/>
              </a:xfrm>
              <a:custGeom>
                <a:avLst/>
                <a:gdLst>
                  <a:gd name="T0" fmla="*/ 21 w 15"/>
                  <a:gd name="T1" fmla="*/ 5 h 10"/>
                  <a:gd name="T2" fmla="*/ 54 w 15"/>
                  <a:gd name="T3" fmla="*/ 15 h 10"/>
                  <a:gd name="T4" fmla="*/ 21 w 15"/>
                  <a:gd name="T5" fmla="*/ 20 h 10"/>
                  <a:gd name="T6" fmla="*/ 0 w 15"/>
                  <a:gd name="T7" fmla="*/ 34 h 10"/>
                  <a:gd name="T8" fmla="*/ 46 w 15"/>
                  <a:gd name="T9" fmla="*/ 49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0">
                    <a:moveTo>
                      <a:pt x="5" y="1"/>
                    </a:moveTo>
                    <a:cubicBezTo>
                      <a:pt x="8" y="2"/>
                      <a:pt x="12" y="0"/>
                      <a:pt x="13" y="3"/>
                    </a:cubicBezTo>
                    <a:cubicBezTo>
                      <a:pt x="15" y="9"/>
                      <a:pt x="6" y="5"/>
                      <a:pt x="5" y="4"/>
                    </a:cubicBezTo>
                    <a:cubicBezTo>
                      <a:pt x="3" y="4"/>
                      <a:pt x="0" y="4"/>
                      <a:pt x="0" y="7"/>
                    </a:cubicBezTo>
                    <a:cubicBezTo>
                      <a:pt x="1" y="10"/>
                      <a:pt x="9" y="9"/>
                      <a:pt x="11" y="10"/>
                    </a:cubicBezTo>
                  </a:path>
                </a:pathLst>
              </a:custGeom>
              <a:noFill/>
              <a:ln w="7938" cap="flat">
                <a:solidFill>
                  <a:srgbClr val="FEF6F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4241" name="Freeform 97">
                <a:extLst>
                  <a:ext uri="{FF2B5EF4-FFF2-40B4-BE49-F238E27FC236}">
                    <a16:creationId xmlns:a16="http://schemas.microsoft.com/office/drawing/2014/main" id="{F25D9ADF-2600-4BBE-A760-6CA418F1D3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6" y="3993"/>
                <a:ext cx="13" cy="13"/>
              </a:xfrm>
              <a:custGeom>
                <a:avLst/>
                <a:gdLst>
                  <a:gd name="T0" fmla="*/ 34 w 8"/>
                  <a:gd name="T1" fmla="*/ 21 h 8"/>
                  <a:gd name="T2" fmla="*/ 0 w 8"/>
                  <a:gd name="T3" fmla="*/ 5 h 8"/>
                  <a:gd name="T4" fmla="*/ 26 w 8"/>
                  <a:gd name="T5" fmla="*/ 34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8">
                    <a:moveTo>
                      <a:pt x="8" y="5"/>
                    </a:moveTo>
                    <a:cubicBezTo>
                      <a:pt x="8" y="2"/>
                      <a:pt x="3" y="0"/>
                      <a:pt x="0" y="1"/>
                    </a:cubicBezTo>
                    <a:cubicBezTo>
                      <a:pt x="1" y="4"/>
                      <a:pt x="3" y="7"/>
                      <a:pt x="6" y="8"/>
                    </a:cubicBezTo>
                  </a:path>
                </a:pathLst>
              </a:custGeom>
              <a:noFill/>
              <a:ln w="7938" cap="flat">
                <a:solidFill>
                  <a:srgbClr val="FEF6F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4242" name="Freeform 98">
                <a:extLst>
                  <a:ext uri="{FF2B5EF4-FFF2-40B4-BE49-F238E27FC236}">
                    <a16:creationId xmlns:a16="http://schemas.microsoft.com/office/drawing/2014/main" id="{43528932-A45D-4E4B-98FE-4A108B02AC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6" y="3986"/>
                <a:ext cx="23" cy="17"/>
              </a:xfrm>
              <a:custGeom>
                <a:avLst/>
                <a:gdLst>
                  <a:gd name="T0" fmla="*/ 62 w 14"/>
                  <a:gd name="T1" fmla="*/ 29 h 10"/>
                  <a:gd name="T2" fmla="*/ 21 w 14"/>
                  <a:gd name="T3" fmla="*/ 9 h 10"/>
                  <a:gd name="T4" fmla="*/ 58 w 14"/>
                  <a:gd name="T5" fmla="*/ 49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0">
                    <a:moveTo>
                      <a:pt x="14" y="6"/>
                    </a:moveTo>
                    <a:cubicBezTo>
                      <a:pt x="13" y="5"/>
                      <a:pt x="7" y="0"/>
                      <a:pt x="5" y="2"/>
                    </a:cubicBezTo>
                    <a:cubicBezTo>
                      <a:pt x="0" y="6"/>
                      <a:pt x="11" y="10"/>
                      <a:pt x="13" y="10"/>
                    </a:cubicBezTo>
                  </a:path>
                </a:pathLst>
              </a:custGeom>
              <a:noFill/>
              <a:ln w="7938" cap="flat">
                <a:solidFill>
                  <a:srgbClr val="FEF6F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4243" name="Freeform 99">
                <a:extLst>
                  <a:ext uri="{FF2B5EF4-FFF2-40B4-BE49-F238E27FC236}">
                    <a16:creationId xmlns:a16="http://schemas.microsoft.com/office/drawing/2014/main" id="{2B79AE31-79A0-4108-BF50-736BFD6C7D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9" y="3981"/>
                <a:ext cx="9" cy="9"/>
              </a:xfrm>
              <a:custGeom>
                <a:avLst/>
                <a:gdLst>
                  <a:gd name="T0" fmla="*/ 29 w 5"/>
                  <a:gd name="T1" fmla="*/ 29 h 5"/>
                  <a:gd name="T2" fmla="*/ 0 w 5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5">
                    <a:moveTo>
                      <a:pt x="5" y="5"/>
                    </a:moveTo>
                    <a:cubicBezTo>
                      <a:pt x="4" y="2"/>
                      <a:pt x="2" y="1"/>
                      <a:pt x="0" y="0"/>
                    </a:cubicBezTo>
                  </a:path>
                </a:pathLst>
              </a:custGeom>
              <a:noFill/>
              <a:ln w="7938" cap="flat">
                <a:solidFill>
                  <a:srgbClr val="FEF6F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4244" name="Freeform 100">
                <a:extLst>
                  <a:ext uri="{FF2B5EF4-FFF2-40B4-BE49-F238E27FC236}">
                    <a16:creationId xmlns:a16="http://schemas.microsoft.com/office/drawing/2014/main" id="{7995A15C-BF41-44F3-A5F8-0EECBB648A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3" y="3990"/>
                <a:ext cx="18" cy="13"/>
              </a:xfrm>
              <a:custGeom>
                <a:avLst/>
                <a:gdLst>
                  <a:gd name="T0" fmla="*/ 5 w 11"/>
                  <a:gd name="T1" fmla="*/ 13 h 8"/>
                  <a:gd name="T2" fmla="*/ 43 w 11"/>
                  <a:gd name="T3" fmla="*/ 18 h 8"/>
                  <a:gd name="T4" fmla="*/ 0 w 11"/>
                  <a:gd name="T5" fmla="*/ 29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8">
                    <a:moveTo>
                      <a:pt x="1" y="3"/>
                    </a:moveTo>
                    <a:cubicBezTo>
                      <a:pt x="3" y="2"/>
                      <a:pt x="11" y="0"/>
                      <a:pt x="10" y="4"/>
                    </a:cubicBezTo>
                    <a:cubicBezTo>
                      <a:pt x="9" y="8"/>
                      <a:pt x="3" y="7"/>
                      <a:pt x="0" y="7"/>
                    </a:cubicBezTo>
                  </a:path>
                </a:pathLst>
              </a:custGeom>
              <a:noFill/>
              <a:ln w="7938" cap="flat">
                <a:solidFill>
                  <a:srgbClr val="FEF6F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4245" name="Freeform 101">
                <a:extLst>
                  <a:ext uri="{FF2B5EF4-FFF2-40B4-BE49-F238E27FC236}">
                    <a16:creationId xmlns:a16="http://schemas.microsoft.com/office/drawing/2014/main" id="{8BA3D3FA-CC6F-445E-ADFA-EB0FA6D72F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6" y="3993"/>
                <a:ext cx="22" cy="17"/>
              </a:xfrm>
              <a:custGeom>
                <a:avLst/>
                <a:gdLst>
                  <a:gd name="T0" fmla="*/ 0 w 13"/>
                  <a:gd name="T1" fmla="*/ 26 h 10"/>
                  <a:gd name="T2" fmla="*/ 42 w 13"/>
                  <a:gd name="T3" fmla="*/ 15 h 10"/>
                  <a:gd name="T4" fmla="*/ 5 w 13"/>
                  <a:gd name="T5" fmla="*/ 49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0">
                    <a:moveTo>
                      <a:pt x="0" y="5"/>
                    </a:moveTo>
                    <a:cubicBezTo>
                      <a:pt x="3" y="3"/>
                      <a:pt x="6" y="0"/>
                      <a:pt x="9" y="3"/>
                    </a:cubicBezTo>
                    <a:cubicBezTo>
                      <a:pt x="13" y="7"/>
                      <a:pt x="4" y="9"/>
                      <a:pt x="1" y="10"/>
                    </a:cubicBezTo>
                  </a:path>
                </a:pathLst>
              </a:custGeom>
              <a:noFill/>
              <a:ln w="7938" cap="flat">
                <a:solidFill>
                  <a:srgbClr val="FEF6F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4246" name="Freeform 102">
                <a:extLst>
                  <a:ext uri="{FF2B5EF4-FFF2-40B4-BE49-F238E27FC236}">
                    <a16:creationId xmlns:a16="http://schemas.microsoft.com/office/drawing/2014/main" id="{DCC9A03C-9DF1-4F98-9A6B-6D588A1926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8" y="3990"/>
                <a:ext cx="15" cy="6"/>
              </a:xfrm>
              <a:custGeom>
                <a:avLst/>
                <a:gdLst>
                  <a:gd name="T0" fmla="*/ 42 w 9"/>
                  <a:gd name="T1" fmla="*/ 0 h 4"/>
                  <a:gd name="T2" fmla="*/ 0 w 9"/>
                  <a:gd name="T3" fmla="*/ 14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4">
                    <a:moveTo>
                      <a:pt x="9" y="0"/>
                    </a:moveTo>
                    <a:cubicBezTo>
                      <a:pt x="6" y="1"/>
                      <a:pt x="3" y="2"/>
                      <a:pt x="0" y="4"/>
                    </a:cubicBezTo>
                  </a:path>
                </a:pathLst>
              </a:custGeom>
              <a:noFill/>
              <a:ln w="7938" cap="flat">
                <a:solidFill>
                  <a:srgbClr val="FEF6F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4247" name="Freeform 103">
                <a:extLst>
                  <a:ext uri="{FF2B5EF4-FFF2-40B4-BE49-F238E27FC236}">
                    <a16:creationId xmlns:a16="http://schemas.microsoft.com/office/drawing/2014/main" id="{DD9B9DA1-B80E-494D-B3DD-451C806D47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6" y="3983"/>
                <a:ext cx="13" cy="5"/>
              </a:xfrm>
              <a:custGeom>
                <a:avLst/>
                <a:gdLst>
                  <a:gd name="T0" fmla="*/ 34 w 8"/>
                  <a:gd name="T1" fmla="*/ 0 h 3"/>
                  <a:gd name="T2" fmla="*/ 0 w 8"/>
                  <a:gd name="T3" fmla="*/ 13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3">
                    <a:moveTo>
                      <a:pt x="8" y="0"/>
                    </a:moveTo>
                    <a:cubicBezTo>
                      <a:pt x="6" y="0"/>
                      <a:pt x="2" y="1"/>
                      <a:pt x="0" y="3"/>
                    </a:cubicBezTo>
                  </a:path>
                </a:pathLst>
              </a:custGeom>
              <a:noFill/>
              <a:ln w="7938" cap="flat">
                <a:solidFill>
                  <a:srgbClr val="FEF6F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4248" name="Freeform 104">
                <a:extLst>
                  <a:ext uri="{FF2B5EF4-FFF2-40B4-BE49-F238E27FC236}">
                    <a16:creationId xmlns:a16="http://schemas.microsoft.com/office/drawing/2014/main" id="{03D7BADD-1427-455B-AF09-E10D007F4F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4" y="1604"/>
                <a:ext cx="161" cy="185"/>
              </a:xfrm>
              <a:custGeom>
                <a:avLst/>
                <a:gdLst>
                  <a:gd name="T0" fmla="*/ 360 w 97"/>
                  <a:gd name="T1" fmla="*/ 0 h 112"/>
                  <a:gd name="T2" fmla="*/ 0 w 97"/>
                  <a:gd name="T3" fmla="*/ 352 h 112"/>
                  <a:gd name="T4" fmla="*/ 360 w 97"/>
                  <a:gd name="T5" fmla="*/ 0 h 1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7" h="112">
                    <a:moveTo>
                      <a:pt x="79" y="0"/>
                    </a:moveTo>
                    <a:cubicBezTo>
                      <a:pt x="79" y="0"/>
                      <a:pt x="97" y="112"/>
                      <a:pt x="0" y="78"/>
                    </a:cubicBezTo>
                    <a:cubicBezTo>
                      <a:pt x="0" y="78"/>
                      <a:pt x="88" y="108"/>
                      <a:pt x="79" y="0"/>
                    </a:cubicBezTo>
                    <a:close/>
                  </a:path>
                </a:pathLst>
              </a:custGeom>
              <a:solidFill>
                <a:srgbClr val="969A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4249" name="Freeform 105">
                <a:extLst>
                  <a:ext uri="{FF2B5EF4-FFF2-40B4-BE49-F238E27FC236}">
                    <a16:creationId xmlns:a16="http://schemas.microsoft.com/office/drawing/2014/main" id="{81970F25-26E6-45B6-BADA-5DDB6C30F9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0" y="1617"/>
                <a:ext cx="154" cy="177"/>
              </a:xfrm>
              <a:custGeom>
                <a:avLst/>
                <a:gdLst>
                  <a:gd name="T0" fmla="*/ 50 w 93"/>
                  <a:gd name="T1" fmla="*/ 0 h 107"/>
                  <a:gd name="T2" fmla="*/ 422 w 93"/>
                  <a:gd name="T3" fmla="*/ 304 h 107"/>
                  <a:gd name="T4" fmla="*/ 50 w 93"/>
                  <a:gd name="T5" fmla="*/ 0 h 10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3" h="107">
                    <a:moveTo>
                      <a:pt x="11" y="0"/>
                    </a:moveTo>
                    <a:cubicBezTo>
                      <a:pt x="11" y="0"/>
                      <a:pt x="0" y="107"/>
                      <a:pt x="93" y="67"/>
                    </a:cubicBezTo>
                    <a:cubicBezTo>
                      <a:pt x="93" y="67"/>
                      <a:pt x="13" y="104"/>
                      <a:pt x="11" y="0"/>
                    </a:cubicBezTo>
                    <a:close/>
                  </a:path>
                </a:pathLst>
              </a:custGeom>
              <a:solidFill>
                <a:srgbClr val="969A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4250" name="Freeform 106">
                <a:extLst>
                  <a:ext uri="{FF2B5EF4-FFF2-40B4-BE49-F238E27FC236}">
                    <a16:creationId xmlns:a16="http://schemas.microsoft.com/office/drawing/2014/main" id="{04FF11DA-2DE8-44E1-8225-1769D3207C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2" y="2005"/>
                <a:ext cx="101" cy="30"/>
              </a:xfrm>
              <a:custGeom>
                <a:avLst/>
                <a:gdLst>
                  <a:gd name="T0" fmla="*/ 0 w 61"/>
                  <a:gd name="T1" fmla="*/ 83 h 18"/>
                  <a:gd name="T2" fmla="*/ 60 w 61"/>
                  <a:gd name="T3" fmla="*/ 78 h 18"/>
                  <a:gd name="T4" fmla="*/ 172 w 61"/>
                  <a:gd name="T5" fmla="*/ 37 h 18"/>
                  <a:gd name="T6" fmla="*/ 277 w 61"/>
                  <a:gd name="T7" fmla="*/ 8 h 18"/>
                  <a:gd name="T8" fmla="*/ 139 w 61"/>
                  <a:gd name="T9" fmla="*/ 62 h 18"/>
                  <a:gd name="T10" fmla="*/ 5 w 61"/>
                  <a:gd name="T11" fmla="*/ 75 h 1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1" h="18">
                    <a:moveTo>
                      <a:pt x="0" y="18"/>
                    </a:moveTo>
                    <a:cubicBezTo>
                      <a:pt x="4" y="16"/>
                      <a:pt x="9" y="18"/>
                      <a:pt x="13" y="17"/>
                    </a:cubicBezTo>
                    <a:cubicBezTo>
                      <a:pt x="22" y="16"/>
                      <a:pt x="29" y="12"/>
                      <a:pt x="38" y="8"/>
                    </a:cubicBezTo>
                    <a:cubicBezTo>
                      <a:pt x="46" y="4"/>
                      <a:pt x="54" y="4"/>
                      <a:pt x="61" y="2"/>
                    </a:cubicBezTo>
                    <a:cubicBezTo>
                      <a:pt x="52" y="0"/>
                      <a:pt x="40" y="10"/>
                      <a:pt x="31" y="13"/>
                    </a:cubicBezTo>
                    <a:cubicBezTo>
                      <a:pt x="22" y="16"/>
                      <a:pt x="11" y="17"/>
                      <a:pt x="1" y="16"/>
                    </a:cubicBezTo>
                  </a:path>
                </a:pathLst>
              </a:custGeom>
              <a:solidFill>
                <a:srgbClr val="FDEA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4251" name="Freeform 107">
                <a:extLst>
                  <a:ext uri="{FF2B5EF4-FFF2-40B4-BE49-F238E27FC236}">
                    <a16:creationId xmlns:a16="http://schemas.microsoft.com/office/drawing/2014/main" id="{56588612-942C-41F9-B47D-D4C5B274B6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1" y="2005"/>
                <a:ext cx="99" cy="31"/>
              </a:xfrm>
              <a:custGeom>
                <a:avLst/>
                <a:gdLst>
                  <a:gd name="T0" fmla="*/ 269 w 60"/>
                  <a:gd name="T1" fmla="*/ 75 h 19"/>
                  <a:gd name="T2" fmla="*/ 104 w 60"/>
                  <a:gd name="T3" fmla="*/ 39 h 19"/>
                  <a:gd name="T4" fmla="*/ 0 w 60"/>
                  <a:gd name="T5" fmla="*/ 0 h 19"/>
                  <a:gd name="T6" fmla="*/ 248 w 60"/>
                  <a:gd name="T7" fmla="*/ 77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0" h="19">
                    <a:moveTo>
                      <a:pt x="60" y="17"/>
                    </a:moveTo>
                    <a:cubicBezTo>
                      <a:pt x="46" y="17"/>
                      <a:pt x="36" y="14"/>
                      <a:pt x="23" y="9"/>
                    </a:cubicBezTo>
                    <a:cubicBezTo>
                      <a:pt x="16" y="6"/>
                      <a:pt x="7" y="4"/>
                      <a:pt x="0" y="0"/>
                    </a:cubicBezTo>
                    <a:cubicBezTo>
                      <a:pt x="17" y="14"/>
                      <a:pt x="34" y="19"/>
                      <a:pt x="55" y="18"/>
                    </a:cubicBezTo>
                  </a:path>
                </a:pathLst>
              </a:custGeom>
              <a:solidFill>
                <a:srgbClr val="FDEA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4252" name="Freeform 108">
                <a:extLst>
                  <a:ext uri="{FF2B5EF4-FFF2-40B4-BE49-F238E27FC236}">
                    <a16:creationId xmlns:a16="http://schemas.microsoft.com/office/drawing/2014/main" id="{EDF0DFAC-467E-4276-9260-47215F1E46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6" y="2339"/>
                <a:ext cx="160" cy="89"/>
              </a:xfrm>
              <a:custGeom>
                <a:avLst/>
                <a:gdLst>
                  <a:gd name="T0" fmla="*/ 445 w 96"/>
                  <a:gd name="T1" fmla="*/ 242 h 54"/>
                  <a:gd name="T2" fmla="*/ 0 w 96"/>
                  <a:gd name="T3" fmla="*/ 21 h 54"/>
                  <a:gd name="T4" fmla="*/ 213 w 96"/>
                  <a:gd name="T5" fmla="*/ 97 h 54"/>
                  <a:gd name="T6" fmla="*/ 425 w 96"/>
                  <a:gd name="T7" fmla="*/ 223 h 5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6" h="54">
                    <a:moveTo>
                      <a:pt x="96" y="54"/>
                    </a:moveTo>
                    <a:cubicBezTo>
                      <a:pt x="72" y="33"/>
                      <a:pt x="37" y="0"/>
                      <a:pt x="0" y="5"/>
                    </a:cubicBezTo>
                    <a:cubicBezTo>
                      <a:pt x="15" y="13"/>
                      <a:pt x="31" y="15"/>
                      <a:pt x="46" y="22"/>
                    </a:cubicBezTo>
                    <a:cubicBezTo>
                      <a:pt x="59" y="27"/>
                      <a:pt x="84" y="39"/>
                      <a:pt x="92" y="50"/>
                    </a:cubicBezTo>
                  </a:path>
                </a:pathLst>
              </a:custGeom>
              <a:solidFill>
                <a:srgbClr val="FDEA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4253" name="Freeform 109">
                <a:extLst>
                  <a:ext uri="{FF2B5EF4-FFF2-40B4-BE49-F238E27FC236}">
                    <a16:creationId xmlns:a16="http://schemas.microsoft.com/office/drawing/2014/main" id="{F5CA4703-7CE4-425A-AA77-4263B94C99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3" y="2342"/>
                <a:ext cx="169" cy="96"/>
              </a:xfrm>
              <a:custGeom>
                <a:avLst/>
                <a:gdLst>
                  <a:gd name="T0" fmla="*/ 50 w 102"/>
                  <a:gd name="T1" fmla="*/ 230 h 58"/>
                  <a:gd name="T2" fmla="*/ 464 w 102"/>
                  <a:gd name="T3" fmla="*/ 41 h 58"/>
                  <a:gd name="T4" fmla="*/ 242 w 102"/>
                  <a:gd name="T5" fmla="*/ 137 h 58"/>
                  <a:gd name="T6" fmla="*/ 0 w 102"/>
                  <a:gd name="T7" fmla="*/ 263 h 5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2" h="58">
                    <a:moveTo>
                      <a:pt x="11" y="51"/>
                    </a:moveTo>
                    <a:cubicBezTo>
                      <a:pt x="25" y="33"/>
                      <a:pt x="74" y="0"/>
                      <a:pt x="102" y="9"/>
                    </a:cubicBezTo>
                    <a:cubicBezTo>
                      <a:pt x="88" y="10"/>
                      <a:pt x="66" y="24"/>
                      <a:pt x="53" y="30"/>
                    </a:cubicBezTo>
                    <a:cubicBezTo>
                      <a:pt x="35" y="38"/>
                      <a:pt x="16" y="48"/>
                      <a:pt x="0" y="58"/>
                    </a:cubicBezTo>
                  </a:path>
                </a:pathLst>
              </a:custGeom>
              <a:solidFill>
                <a:srgbClr val="FDEA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4254" name="Freeform 110">
                <a:extLst>
                  <a:ext uri="{FF2B5EF4-FFF2-40B4-BE49-F238E27FC236}">
                    <a16:creationId xmlns:a16="http://schemas.microsoft.com/office/drawing/2014/main" id="{5AC1D633-D170-4BF6-808B-CCF699A7ED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8" y="2373"/>
                <a:ext cx="105" cy="60"/>
              </a:xfrm>
              <a:custGeom>
                <a:avLst/>
                <a:gdLst>
                  <a:gd name="T0" fmla="*/ 0 w 63"/>
                  <a:gd name="T1" fmla="*/ 167 h 36"/>
                  <a:gd name="T2" fmla="*/ 120 w 63"/>
                  <a:gd name="T3" fmla="*/ 88 h 36"/>
                  <a:gd name="T4" fmla="*/ 292 w 63"/>
                  <a:gd name="T5" fmla="*/ 0 h 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3" h="36">
                    <a:moveTo>
                      <a:pt x="0" y="36"/>
                    </a:moveTo>
                    <a:cubicBezTo>
                      <a:pt x="9" y="32"/>
                      <a:pt x="17" y="24"/>
                      <a:pt x="26" y="19"/>
                    </a:cubicBezTo>
                    <a:cubicBezTo>
                      <a:pt x="37" y="12"/>
                      <a:pt x="50" y="3"/>
                      <a:pt x="63" y="0"/>
                    </a:cubicBezTo>
                  </a:path>
                </a:pathLst>
              </a:custGeom>
              <a:noFill/>
              <a:ln w="158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4255" name="Freeform 111">
                <a:extLst>
                  <a:ext uri="{FF2B5EF4-FFF2-40B4-BE49-F238E27FC236}">
                    <a16:creationId xmlns:a16="http://schemas.microsoft.com/office/drawing/2014/main" id="{5640A558-0043-4650-9033-F95C03E889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1" y="2358"/>
                <a:ext cx="126" cy="76"/>
              </a:xfrm>
              <a:custGeom>
                <a:avLst/>
                <a:gdLst>
                  <a:gd name="T0" fmla="*/ 347 w 76"/>
                  <a:gd name="T1" fmla="*/ 208 h 46"/>
                  <a:gd name="T2" fmla="*/ 285 w 76"/>
                  <a:gd name="T3" fmla="*/ 154 h 46"/>
                  <a:gd name="T4" fmla="*/ 196 w 76"/>
                  <a:gd name="T5" fmla="*/ 84 h 46"/>
                  <a:gd name="T6" fmla="*/ 99 w 76"/>
                  <a:gd name="T7" fmla="*/ 33 h 46"/>
                  <a:gd name="T8" fmla="*/ 0 w 76"/>
                  <a:gd name="T9" fmla="*/ 0 h 4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6" h="46">
                    <a:moveTo>
                      <a:pt x="76" y="46"/>
                    </a:moveTo>
                    <a:cubicBezTo>
                      <a:pt x="74" y="42"/>
                      <a:pt x="67" y="37"/>
                      <a:pt x="63" y="34"/>
                    </a:cubicBezTo>
                    <a:cubicBezTo>
                      <a:pt x="57" y="28"/>
                      <a:pt x="50" y="24"/>
                      <a:pt x="43" y="19"/>
                    </a:cubicBezTo>
                    <a:cubicBezTo>
                      <a:pt x="37" y="15"/>
                      <a:pt x="29" y="10"/>
                      <a:pt x="22" y="7"/>
                    </a:cubicBezTo>
                    <a:cubicBezTo>
                      <a:pt x="15" y="4"/>
                      <a:pt x="7" y="3"/>
                      <a:pt x="0" y="0"/>
                    </a:cubicBezTo>
                  </a:path>
                </a:pathLst>
              </a:custGeom>
              <a:noFill/>
              <a:ln w="158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4256" name="Freeform 112">
                <a:extLst>
                  <a:ext uri="{FF2B5EF4-FFF2-40B4-BE49-F238E27FC236}">
                    <a16:creationId xmlns:a16="http://schemas.microsoft.com/office/drawing/2014/main" id="{5124CF9A-3281-4278-B426-2CEED46972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5" y="960"/>
                <a:ext cx="22" cy="61"/>
              </a:xfrm>
              <a:custGeom>
                <a:avLst/>
                <a:gdLst>
                  <a:gd name="T0" fmla="*/ 58 w 13"/>
                  <a:gd name="T1" fmla="*/ 143 h 37"/>
                  <a:gd name="T2" fmla="*/ 29 w 13"/>
                  <a:gd name="T3" fmla="*/ 0 h 37"/>
                  <a:gd name="T4" fmla="*/ 5 w 13"/>
                  <a:gd name="T5" fmla="*/ 122 h 37"/>
                  <a:gd name="T6" fmla="*/ 29 w 13"/>
                  <a:gd name="T7" fmla="*/ 152 h 37"/>
                  <a:gd name="T8" fmla="*/ 49 w 13"/>
                  <a:gd name="T9" fmla="*/ 167 h 37"/>
                  <a:gd name="T10" fmla="*/ 58 w 13"/>
                  <a:gd name="T11" fmla="*/ 143 h 3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" h="37">
                    <a:moveTo>
                      <a:pt x="12" y="32"/>
                    </a:moveTo>
                    <a:cubicBezTo>
                      <a:pt x="2" y="30"/>
                      <a:pt x="7" y="8"/>
                      <a:pt x="6" y="0"/>
                    </a:cubicBezTo>
                    <a:cubicBezTo>
                      <a:pt x="5" y="9"/>
                      <a:pt x="2" y="19"/>
                      <a:pt x="1" y="27"/>
                    </a:cubicBezTo>
                    <a:cubicBezTo>
                      <a:pt x="0" y="33"/>
                      <a:pt x="2" y="32"/>
                      <a:pt x="6" y="34"/>
                    </a:cubicBezTo>
                    <a:cubicBezTo>
                      <a:pt x="7" y="35"/>
                      <a:pt x="8" y="37"/>
                      <a:pt x="10" y="37"/>
                    </a:cubicBezTo>
                    <a:cubicBezTo>
                      <a:pt x="12" y="36"/>
                      <a:pt x="13" y="33"/>
                      <a:pt x="12" y="3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4257" name="Freeform 113">
                <a:extLst>
                  <a:ext uri="{FF2B5EF4-FFF2-40B4-BE49-F238E27FC236}">
                    <a16:creationId xmlns:a16="http://schemas.microsoft.com/office/drawing/2014/main" id="{9D9AF0DF-5794-43FC-BA2D-7FCE947414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9" y="904"/>
                <a:ext cx="42" cy="125"/>
              </a:xfrm>
              <a:custGeom>
                <a:avLst/>
                <a:gdLst>
                  <a:gd name="T0" fmla="*/ 67 w 25"/>
                  <a:gd name="T1" fmla="*/ 33 h 76"/>
                  <a:gd name="T2" fmla="*/ 0 w 25"/>
                  <a:gd name="T3" fmla="*/ 49 h 76"/>
                  <a:gd name="T4" fmla="*/ 20 w 25"/>
                  <a:gd name="T5" fmla="*/ 168 h 76"/>
                  <a:gd name="T6" fmla="*/ 42 w 25"/>
                  <a:gd name="T7" fmla="*/ 232 h 76"/>
                  <a:gd name="T8" fmla="*/ 67 w 25"/>
                  <a:gd name="T9" fmla="*/ 306 h 76"/>
                  <a:gd name="T10" fmla="*/ 91 w 25"/>
                  <a:gd name="T11" fmla="*/ 332 h 76"/>
                  <a:gd name="T12" fmla="*/ 119 w 25"/>
                  <a:gd name="T13" fmla="*/ 339 h 7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" h="76">
                    <a:moveTo>
                      <a:pt x="14" y="7"/>
                    </a:moveTo>
                    <a:cubicBezTo>
                      <a:pt x="9" y="0"/>
                      <a:pt x="0" y="2"/>
                      <a:pt x="0" y="11"/>
                    </a:cubicBezTo>
                    <a:cubicBezTo>
                      <a:pt x="1" y="19"/>
                      <a:pt x="3" y="33"/>
                      <a:pt x="4" y="38"/>
                    </a:cubicBezTo>
                    <a:cubicBezTo>
                      <a:pt x="5" y="43"/>
                      <a:pt x="7" y="47"/>
                      <a:pt x="9" y="52"/>
                    </a:cubicBezTo>
                    <a:cubicBezTo>
                      <a:pt x="10" y="56"/>
                      <a:pt x="12" y="67"/>
                      <a:pt x="14" y="69"/>
                    </a:cubicBezTo>
                    <a:cubicBezTo>
                      <a:pt x="15" y="73"/>
                      <a:pt x="19" y="75"/>
                      <a:pt x="19" y="75"/>
                    </a:cubicBezTo>
                    <a:cubicBezTo>
                      <a:pt x="25" y="76"/>
                      <a:pt x="25" y="76"/>
                      <a:pt x="25" y="76"/>
                    </a:cubicBezTo>
                  </a:path>
                </a:pathLst>
              </a:custGeom>
              <a:solidFill>
                <a:srgbClr val="FEF6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4258" name="Freeform 114">
                <a:extLst>
                  <a:ext uri="{FF2B5EF4-FFF2-40B4-BE49-F238E27FC236}">
                    <a16:creationId xmlns:a16="http://schemas.microsoft.com/office/drawing/2014/main" id="{B477C834-5E10-4EB4-9CC3-F49A17DC94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1" y="927"/>
                <a:ext cx="20" cy="76"/>
              </a:xfrm>
              <a:custGeom>
                <a:avLst/>
                <a:gdLst>
                  <a:gd name="T0" fmla="*/ 28 w 12"/>
                  <a:gd name="T1" fmla="*/ 35 h 46"/>
                  <a:gd name="T2" fmla="*/ 5 w 12"/>
                  <a:gd name="T3" fmla="*/ 13 h 46"/>
                  <a:gd name="T4" fmla="*/ 8 w 12"/>
                  <a:gd name="T5" fmla="*/ 63 h 46"/>
                  <a:gd name="T6" fmla="*/ 55 w 12"/>
                  <a:gd name="T7" fmla="*/ 185 h 4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46">
                    <a:moveTo>
                      <a:pt x="6" y="8"/>
                    </a:moveTo>
                    <a:cubicBezTo>
                      <a:pt x="6" y="5"/>
                      <a:pt x="4" y="0"/>
                      <a:pt x="1" y="3"/>
                    </a:cubicBezTo>
                    <a:cubicBezTo>
                      <a:pt x="0" y="5"/>
                      <a:pt x="2" y="12"/>
                      <a:pt x="2" y="14"/>
                    </a:cubicBezTo>
                    <a:cubicBezTo>
                      <a:pt x="2" y="17"/>
                      <a:pt x="5" y="46"/>
                      <a:pt x="12" y="41"/>
                    </a:cubicBezTo>
                  </a:path>
                </a:pathLst>
              </a:custGeom>
              <a:solidFill>
                <a:srgbClr val="FDEA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4259" name="Freeform 115">
                <a:extLst>
                  <a:ext uri="{FF2B5EF4-FFF2-40B4-BE49-F238E27FC236}">
                    <a16:creationId xmlns:a16="http://schemas.microsoft.com/office/drawing/2014/main" id="{8565FADD-DE74-4ABC-94F8-64F8147AF7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9" y="904"/>
                <a:ext cx="38" cy="125"/>
              </a:xfrm>
              <a:custGeom>
                <a:avLst/>
                <a:gdLst>
                  <a:gd name="T0" fmla="*/ 63 w 23"/>
                  <a:gd name="T1" fmla="*/ 33 h 76"/>
                  <a:gd name="T2" fmla="*/ 0 w 23"/>
                  <a:gd name="T3" fmla="*/ 49 h 76"/>
                  <a:gd name="T4" fmla="*/ 20 w 23"/>
                  <a:gd name="T5" fmla="*/ 168 h 76"/>
                  <a:gd name="T6" fmla="*/ 41 w 23"/>
                  <a:gd name="T7" fmla="*/ 232 h 76"/>
                  <a:gd name="T8" fmla="*/ 58 w 23"/>
                  <a:gd name="T9" fmla="*/ 306 h 76"/>
                  <a:gd name="T10" fmla="*/ 104 w 23"/>
                  <a:gd name="T11" fmla="*/ 339 h 7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3" h="76">
                    <a:moveTo>
                      <a:pt x="14" y="7"/>
                    </a:moveTo>
                    <a:cubicBezTo>
                      <a:pt x="9" y="0"/>
                      <a:pt x="0" y="2"/>
                      <a:pt x="0" y="11"/>
                    </a:cubicBezTo>
                    <a:cubicBezTo>
                      <a:pt x="1" y="19"/>
                      <a:pt x="3" y="33"/>
                      <a:pt x="4" y="38"/>
                    </a:cubicBezTo>
                    <a:cubicBezTo>
                      <a:pt x="5" y="43"/>
                      <a:pt x="7" y="47"/>
                      <a:pt x="9" y="52"/>
                    </a:cubicBezTo>
                    <a:cubicBezTo>
                      <a:pt x="10" y="56"/>
                      <a:pt x="12" y="66"/>
                      <a:pt x="13" y="69"/>
                    </a:cubicBezTo>
                    <a:cubicBezTo>
                      <a:pt x="16" y="76"/>
                      <a:pt x="23" y="76"/>
                      <a:pt x="23" y="76"/>
                    </a:cubicBezTo>
                  </a:path>
                </a:pathLst>
              </a:custGeom>
              <a:noFill/>
              <a:ln w="158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4260" name="Freeform 116">
                <a:extLst>
                  <a:ext uri="{FF2B5EF4-FFF2-40B4-BE49-F238E27FC236}">
                    <a16:creationId xmlns:a16="http://schemas.microsoft.com/office/drawing/2014/main" id="{4352F0FB-DD6B-4C95-ACE4-B59ED645C4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3" y="919"/>
                <a:ext cx="18" cy="21"/>
              </a:xfrm>
              <a:custGeom>
                <a:avLst/>
                <a:gdLst>
                  <a:gd name="T0" fmla="*/ 47 w 11"/>
                  <a:gd name="T1" fmla="*/ 47 h 13"/>
                  <a:gd name="T2" fmla="*/ 8 w 11"/>
                  <a:gd name="T3" fmla="*/ 5 h 13"/>
                  <a:gd name="T4" fmla="*/ 13 w 11"/>
                  <a:gd name="T5" fmla="*/ 55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3">
                    <a:moveTo>
                      <a:pt x="11" y="11"/>
                    </a:moveTo>
                    <a:cubicBezTo>
                      <a:pt x="8" y="4"/>
                      <a:pt x="4" y="0"/>
                      <a:pt x="2" y="1"/>
                    </a:cubicBezTo>
                    <a:cubicBezTo>
                      <a:pt x="0" y="2"/>
                      <a:pt x="2" y="9"/>
                      <a:pt x="3" y="13"/>
                    </a:cubicBezTo>
                  </a:path>
                </a:pathLst>
              </a:custGeom>
              <a:noFill/>
              <a:ln w="158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4261" name="Freeform 117">
                <a:extLst>
                  <a:ext uri="{FF2B5EF4-FFF2-40B4-BE49-F238E27FC236}">
                    <a16:creationId xmlns:a16="http://schemas.microsoft.com/office/drawing/2014/main" id="{EAFE244B-2886-49D7-9896-9FAA765A94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8" y="925"/>
                <a:ext cx="10" cy="58"/>
              </a:xfrm>
              <a:custGeom>
                <a:avLst/>
                <a:gdLst>
                  <a:gd name="T0" fmla="*/ 8 w 6"/>
                  <a:gd name="T1" fmla="*/ 0 h 35"/>
                  <a:gd name="T2" fmla="*/ 0 w 6"/>
                  <a:gd name="T3" fmla="*/ 63 h 35"/>
                  <a:gd name="T4" fmla="*/ 8 w 6"/>
                  <a:gd name="T5" fmla="*/ 133 h 35"/>
                  <a:gd name="T6" fmla="*/ 28 w 6"/>
                  <a:gd name="T7" fmla="*/ 159 h 3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35">
                    <a:moveTo>
                      <a:pt x="2" y="0"/>
                    </a:moveTo>
                    <a:cubicBezTo>
                      <a:pt x="3" y="5"/>
                      <a:pt x="0" y="5"/>
                      <a:pt x="0" y="14"/>
                    </a:cubicBezTo>
                    <a:cubicBezTo>
                      <a:pt x="0" y="22"/>
                      <a:pt x="1" y="26"/>
                      <a:pt x="2" y="29"/>
                    </a:cubicBezTo>
                    <a:cubicBezTo>
                      <a:pt x="2" y="32"/>
                      <a:pt x="4" y="32"/>
                      <a:pt x="6" y="35"/>
                    </a:cubicBezTo>
                  </a:path>
                </a:pathLst>
              </a:custGeom>
              <a:noFill/>
              <a:ln w="158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4262" name="Freeform 118">
                <a:extLst>
                  <a:ext uri="{FF2B5EF4-FFF2-40B4-BE49-F238E27FC236}">
                    <a16:creationId xmlns:a16="http://schemas.microsoft.com/office/drawing/2014/main" id="{C1985A0F-42A0-48BD-A123-A3B0571356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9" y="952"/>
                <a:ext cx="13" cy="42"/>
              </a:xfrm>
              <a:custGeom>
                <a:avLst/>
                <a:gdLst>
                  <a:gd name="T0" fmla="*/ 34 w 8"/>
                  <a:gd name="T1" fmla="*/ 110 h 26"/>
                  <a:gd name="T2" fmla="*/ 0 w 8"/>
                  <a:gd name="T3" fmla="*/ 42 h 26"/>
                  <a:gd name="T4" fmla="*/ 0 w 8"/>
                  <a:gd name="T5" fmla="*/ 0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26">
                    <a:moveTo>
                      <a:pt x="8" y="26"/>
                    </a:moveTo>
                    <a:cubicBezTo>
                      <a:pt x="5" y="24"/>
                      <a:pt x="0" y="14"/>
                      <a:pt x="0" y="10"/>
                    </a:cubicBezTo>
                    <a:cubicBezTo>
                      <a:pt x="0" y="6"/>
                      <a:pt x="0" y="1"/>
                      <a:pt x="0" y="0"/>
                    </a:cubicBezTo>
                  </a:path>
                </a:pathLst>
              </a:custGeom>
              <a:noFill/>
              <a:ln w="158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4263" name="Freeform 119">
                <a:extLst>
                  <a:ext uri="{FF2B5EF4-FFF2-40B4-BE49-F238E27FC236}">
                    <a16:creationId xmlns:a16="http://schemas.microsoft.com/office/drawing/2014/main" id="{A1FC58C8-451B-4F6E-9872-A93772E781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6" y="902"/>
                <a:ext cx="42" cy="129"/>
              </a:xfrm>
              <a:custGeom>
                <a:avLst/>
                <a:gdLst>
                  <a:gd name="T0" fmla="*/ 50 w 25"/>
                  <a:gd name="T1" fmla="*/ 33 h 78"/>
                  <a:gd name="T2" fmla="*/ 119 w 25"/>
                  <a:gd name="T3" fmla="*/ 50 h 78"/>
                  <a:gd name="T4" fmla="*/ 99 w 25"/>
                  <a:gd name="T5" fmla="*/ 172 h 78"/>
                  <a:gd name="T6" fmla="*/ 82 w 25"/>
                  <a:gd name="T7" fmla="*/ 235 h 78"/>
                  <a:gd name="T8" fmla="*/ 62 w 25"/>
                  <a:gd name="T9" fmla="*/ 306 h 78"/>
                  <a:gd name="T10" fmla="*/ 22 w 25"/>
                  <a:gd name="T11" fmla="*/ 347 h 78"/>
                  <a:gd name="T12" fmla="*/ 0 w 25"/>
                  <a:gd name="T13" fmla="*/ 352 h 7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" h="78">
                    <a:moveTo>
                      <a:pt x="11" y="7"/>
                    </a:moveTo>
                    <a:cubicBezTo>
                      <a:pt x="16" y="0"/>
                      <a:pt x="25" y="2"/>
                      <a:pt x="25" y="11"/>
                    </a:cubicBezTo>
                    <a:cubicBezTo>
                      <a:pt x="25" y="20"/>
                      <a:pt x="22" y="33"/>
                      <a:pt x="21" y="38"/>
                    </a:cubicBezTo>
                    <a:cubicBezTo>
                      <a:pt x="20" y="43"/>
                      <a:pt x="18" y="47"/>
                      <a:pt x="17" y="52"/>
                    </a:cubicBezTo>
                    <a:cubicBezTo>
                      <a:pt x="15" y="56"/>
                      <a:pt x="15" y="65"/>
                      <a:pt x="13" y="68"/>
                    </a:cubicBezTo>
                    <a:cubicBezTo>
                      <a:pt x="12" y="72"/>
                      <a:pt x="5" y="77"/>
                      <a:pt x="5" y="77"/>
                    </a:cubicBezTo>
                    <a:cubicBezTo>
                      <a:pt x="0" y="78"/>
                      <a:pt x="0" y="78"/>
                      <a:pt x="0" y="78"/>
                    </a:cubicBezTo>
                  </a:path>
                </a:pathLst>
              </a:custGeom>
              <a:solidFill>
                <a:srgbClr val="FEF6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4264" name="Freeform 120">
                <a:extLst>
                  <a:ext uri="{FF2B5EF4-FFF2-40B4-BE49-F238E27FC236}">
                    <a16:creationId xmlns:a16="http://schemas.microsoft.com/office/drawing/2014/main" id="{A87ED3A6-FD8B-4CDD-B58C-EC864CE76E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6" y="925"/>
                <a:ext cx="20" cy="79"/>
              </a:xfrm>
              <a:custGeom>
                <a:avLst/>
                <a:gdLst>
                  <a:gd name="T0" fmla="*/ 28 w 12"/>
                  <a:gd name="T1" fmla="*/ 35 h 48"/>
                  <a:gd name="T2" fmla="*/ 50 w 12"/>
                  <a:gd name="T3" fmla="*/ 13 h 48"/>
                  <a:gd name="T4" fmla="*/ 47 w 12"/>
                  <a:gd name="T5" fmla="*/ 63 h 48"/>
                  <a:gd name="T6" fmla="*/ 0 w 12"/>
                  <a:gd name="T7" fmla="*/ 188 h 4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48">
                    <a:moveTo>
                      <a:pt x="6" y="8"/>
                    </a:moveTo>
                    <a:cubicBezTo>
                      <a:pt x="6" y="5"/>
                      <a:pt x="8" y="0"/>
                      <a:pt x="11" y="3"/>
                    </a:cubicBezTo>
                    <a:cubicBezTo>
                      <a:pt x="12" y="5"/>
                      <a:pt x="10" y="12"/>
                      <a:pt x="10" y="14"/>
                    </a:cubicBezTo>
                    <a:cubicBezTo>
                      <a:pt x="10" y="17"/>
                      <a:pt x="7" y="48"/>
                      <a:pt x="0" y="42"/>
                    </a:cubicBezTo>
                  </a:path>
                </a:pathLst>
              </a:custGeom>
              <a:solidFill>
                <a:srgbClr val="FDEA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4265" name="Freeform 121">
                <a:extLst>
                  <a:ext uri="{FF2B5EF4-FFF2-40B4-BE49-F238E27FC236}">
                    <a16:creationId xmlns:a16="http://schemas.microsoft.com/office/drawing/2014/main" id="{A5BA5E67-E0D6-4D83-B6C2-77078AFBA6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8" y="902"/>
                <a:ext cx="40" cy="129"/>
              </a:xfrm>
              <a:custGeom>
                <a:avLst/>
                <a:gdLst>
                  <a:gd name="T0" fmla="*/ 47 w 24"/>
                  <a:gd name="T1" fmla="*/ 33 h 78"/>
                  <a:gd name="T2" fmla="*/ 112 w 24"/>
                  <a:gd name="T3" fmla="*/ 50 h 78"/>
                  <a:gd name="T4" fmla="*/ 92 w 24"/>
                  <a:gd name="T5" fmla="*/ 172 h 78"/>
                  <a:gd name="T6" fmla="*/ 75 w 24"/>
                  <a:gd name="T7" fmla="*/ 235 h 78"/>
                  <a:gd name="T8" fmla="*/ 62 w 24"/>
                  <a:gd name="T9" fmla="*/ 298 h 78"/>
                  <a:gd name="T10" fmla="*/ 0 w 24"/>
                  <a:gd name="T11" fmla="*/ 352 h 7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4" h="78">
                    <a:moveTo>
                      <a:pt x="10" y="7"/>
                    </a:moveTo>
                    <a:cubicBezTo>
                      <a:pt x="15" y="0"/>
                      <a:pt x="24" y="2"/>
                      <a:pt x="24" y="11"/>
                    </a:cubicBezTo>
                    <a:cubicBezTo>
                      <a:pt x="24" y="20"/>
                      <a:pt x="21" y="33"/>
                      <a:pt x="20" y="38"/>
                    </a:cubicBezTo>
                    <a:cubicBezTo>
                      <a:pt x="19" y="43"/>
                      <a:pt x="17" y="47"/>
                      <a:pt x="16" y="52"/>
                    </a:cubicBezTo>
                    <a:cubicBezTo>
                      <a:pt x="14" y="56"/>
                      <a:pt x="14" y="63"/>
                      <a:pt x="13" y="66"/>
                    </a:cubicBezTo>
                    <a:cubicBezTo>
                      <a:pt x="8" y="78"/>
                      <a:pt x="0" y="78"/>
                      <a:pt x="0" y="78"/>
                    </a:cubicBezTo>
                  </a:path>
                </a:pathLst>
              </a:custGeom>
              <a:noFill/>
              <a:ln w="158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4266" name="Freeform 122">
                <a:extLst>
                  <a:ext uri="{FF2B5EF4-FFF2-40B4-BE49-F238E27FC236}">
                    <a16:creationId xmlns:a16="http://schemas.microsoft.com/office/drawing/2014/main" id="{DAE1F3CB-C7AD-4543-9488-7523ABF4CD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6" y="917"/>
                <a:ext cx="18" cy="21"/>
              </a:xfrm>
              <a:custGeom>
                <a:avLst/>
                <a:gdLst>
                  <a:gd name="T0" fmla="*/ 0 w 11"/>
                  <a:gd name="T1" fmla="*/ 47 h 13"/>
                  <a:gd name="T2" fmla="*/ 41 w 11"/>
                  <a:gd name="T3" fmla="*/ 5 h 13"/>
                  <a:gd name="T4" fmla="*/ 34 w 11"/>
                  <a:gd name="T5" fmla="*/ 55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3">
                    <a:moveTo>
                      <a:pt x="0" y="11"/>
                    </a:moveTo>
                    <a:cubicBezTo>
                      <a:pt x="4" y="5"/>
                      <a:pt x="7" y="0"/>
                      <a:pt x="9" y="1"/>
                    </a:cubicBezTo>
                    <a:cubicBezTo>
                      <a:pt x="11" y="2"/>
                      <a:pt x="9" y="10"/>
                      <a:pt x="8" y="13"/>
                    </a:cubicBezTo>
                  </a:path>
                </a:pathLst>
              </a:custGeom>
              <a:noFill/>
              <a:ln w="158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4267" name="Freeform 123">
                <a:extLst>
                  <a:ext uri="{FF2B5EF4-FFF2-40B4-BE49-F238E27FC236}">
                    <a16:creationId xmlns:a16="http://schemas.microsoft.com/office/drawing/2014/main" id="{53904471-F7BB-473A-AB90-A04B0BA0BF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9" y="923"/>
                <a:ext cx="12" cy="58"/>
              </a:xfrm>
              <a:custGeom>
                <a:avLst/>
                <a:gdLst>
                  <a:gd name="T0" fmla="*/ 21 w 7"/>
                  <a:gd name="T1" fmla="*/ 0 h 35"/>
                  <a:gd name="T2" fmla="*/ 29 w 7"/>
                  <a:gd name="T3" fmla="*/ 63 h 35"/>
                  <a:gd name="T4" fmla="*/ 21 w 7"/>
                  <a:gd name="T5" fmla="*/ 133 h 35"/>
                  <a:gd name="T6" fmla="*/ 0 w 7"/>
                  <a:gd name="T7" fmla="*/ 159 h 3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35">
                    <a:moveTo>
                      <a:pt x="4" y="0"/>
                    </a:moveTo>
                    <a:cubicBezTo>
                      <a:pt x="3" y="5"/>
                      <a:pt x="7" y="5"/>
                      <a:pt x="6" y="14"/>
                    </a:cubicBezTo>
                    <a:cubicBezTo>
                      <a:pt x="6" y="23"/>
                      <a:pt x="5" y="26"/>
                      <a:pt x="4" y="29"/>
                    </a:cubicBezTo>
                    <a:cubicBezTo>
                      <a:pt x="4" y="32"/>
                      <a:pt x="2" y="32"/>
                      <a:pt x="0" y="35"/>
                    </a:cubicBezTo>
                  </a:path>
                </a:pathLst>
              </a:custGeom>
              <a:noFill/>
              <a:ln w="158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4268" name="Freeform 124">
                <a:extLst>
                  <a:ext uri="{FF2B5EF4-FFF2-40B4-BE49-F238E27FC236}">
                    <a16:creationId xmlns:a16="http://schemas.microsoft.com/office/drawing/2014/main" id="{0B08DCE5-13F7-4B2F-90BA-58A902DB83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6" y="950"/>
                <a:ext cx="13" cy="43"/>
              </a:xfrm>
              <a:custGeom>
                <a:avLst/>
                <a:gdLst>
                  <a:gd name="T0" fmla="*/ 0 w 8"/>
                  <a:gd name="T1" fmla="*/ 117 h 26"/>
                  <a:gd name="T2" fmla="*/ 29 w 8"/>
                  <a:gd name="T3" fmla="*/ 46 h 26"/>
                  <a:gd name="T4" fmla="*/ 29 w 8"/>
                  <a:gd name="T5" fmla="*/ 0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26">
                    <a:moveTo>
                      <a:pt x="0" y="26"/>
                    </a:moveTo>
                    <a:cubicBezTo>
                      <a:pt x="3" y="24"/>
                      <a:pt x="7" y="14"/>
                      <a:pt x="7" y="10"/>
                    </a:cubicBezTo>
                    <a:cubicBezTo>
                      <a:pt x="7" y="6"/>
                      <a:pt x="8" y="1"/>
                      <a:pt x="7" y="0"/>
                    </a:cubicBezTo>
                  </a:path>
                </a:pathLst>
              </a:custGeom>
              <a:noFill/>
              <a:ln w="158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4269" name="Freeform 125">
                <a:extLst>
                  <a:ext uri="{FF2B5EF4-FFF2-40B4-BE49-F238E27FC236}">
                    <a16:creationId xmlns:a16="http://schemas.microsoft.com/office/drawing/2014/main" id="{830CB4EC-402A-4B87-98C6-5F8FB5C331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3" y="3131"/>
                <a:ext cx="86" cy="41"/>
              </a:xfrm>
              <a:custGeom>
                <a:avLst/>
                <a:gdLst>
                  <a:gd name="T0" fmla="*/ 20 w 52"/>
                  <a:gd name="T1" fmla="*/ 0 h 25"/>
                  <a:gd name="T2" fmla="*/ 235 w 52"/>
                  <a:gd name="T3" fmla="*/ 5 h 25"/>
                  <a:gd name="T4" fmla="*/ 0 w 52"/>
                  <a:gd name="T5" fmla="*/ 13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2" h="25">
                    <a:moveTo>
                      <a:pt x="4" y="0"/>
                    </a:moveTo>
                    <a:cubicBezTo>
                      <a:pt x="19" y="6"/>
                      <a:pt x="38" y="17"/>
                      <a:pt x="52" y="1"/>
                    </a:cubicBezTo>
                    <a:cubicBezTo>
                      <a:pt x="45" y="25"/>
                      <a:pt x="12" y="17"/>
                      <a:pt x="0" y="3"/>
                    </a:cubicBezTo>
                  </a:path>
                </a:pathLst>
              </a:custGeom>
              <a:solidFill>
                <a:srgbClr val="FDEA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4270" name="Freeform 126">
                <a:extLst>
                  <a:ext uri="{FF2B5EF4-FFF2-40B4-BE49-F238E27FC236}">
                    <a16:creationId xmlns:a16="http://schemas.microsoft.com/office/drawing/2014/main" id="{0B7E0E93-7165-4274-A525-E13895A71A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1" y="3126"/>
                <a:ext cx="80" cy="35"/>
              </a:xfrm>
              <a:custGeom>
                <a:avLst/>
                <a:gdLst>
                  <a:gd name="T0" fmla="*/ 0 w 48"/>
                  <a:gd name="T1" fmla="*/ 0 h 21"/>
                  <a:gd name="T2" fmla="*/ 222 w 48"/>
                  <a:gd name="T3" fmla="*/ 33 h 21"/>
                  <a:gd name="T4" fmla="*/ 22 w 48"/>
                  <a:gd name="T5" fmla="*/ 13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8" h="21">
                    <a:moveTo>
                      <a:pt x="0" y="0"/>
                    </a:moveTo>
                    <a:cubicBezTo>
                      <a:pt x="13" y="4"/>
                      <a:pt x="35" y="18"/>
                      <a:pt x="48" y="7"/>
                    </a:cubicBezTo>
                    <a:cubicBezTo>
                      <a:pt x="35" y="13"/>
                      <a:pt x="13" y="21"/>
                      <a:pt x="5" y="3"/>
                    </a:cubicBezTo>
                  </a:path>
                </a:pathLst>
              </a:custGeom>
              <a:solidFill>
                <a:srgbClr val="FDEA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4271" name="Freeform 127">
                <a:extLst>
                  <a:ext uri="{FF2B5EF4-FFF2-40B4-BE49-F238E27FC236}">
                    <a16:creationId xmlns:a16="http://schemas.microsoft.com/office/drawing/2014/main" id="{4258FC68-2BD7-432C-8FF6-6B5A937E67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3" y="3020"/>
                <a:ext cx="46" cy="27"/>
              </a:xfrm>
              <a:custGeom>
                <a:avLst/>
                <a:gdLst>
                  <a:gd name="T0" fmla="*/ 0 w 28"/>
                  <a:gd name="T1" fmla="*/ 69 h 16"/>
                  <a:gd name="T2" fmla="*/ 125 w 28"/>
                  <a:gd name="T3" fmla="*/ 78 h 16"/>
                  <a:gd name="T4" fmla="*/ 5 w 28"/>
                  <a:gd name="T5" fmla="*/ 42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16">
                    <a:moveTo>
                      <a:pt x="0" y="14"/>
                    </a:moveTo>
                    <a:cubicBezTo>
                      <a:pt x="12" y="8"/>
                      <a:pt x="18" y="7"/>
                      <a:pt x="28" y="16"/>
                    </a:cubicBezTo>
                    <a:cubicBezTo>
                      <a:pt x="22" y="8"/>
                      <a:pt x="10" y="0"/>
                      <a:pt x="1" y="9"/>
                    </a:cubicBezTo>
                  </a:path>
                </a:pathLst>
              </a:custGeom>
              <a:solidFill>
                <a:srgbClr val="FDEA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4272" name="Freeform 128">
                <a:extLst>
                  <a:ext uri="{FF2B5EF4-FFF2-40B4-BE49-F238E27FC236}">
                    <a16:creationId xmlns:a16="http://schemas.microsoft.com/office/drawing/2014/main" id="{653B51C2-1080-41B1-9DA7-1CC26DC2D6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1" y="3019"/>
                <a:ext cx="53" cy="23"/>
              </a:xfrm>
              <a:custGeom>
                <a:avLst/>
                <a:gdLst>
                  <a:gd name="T0" fmla="*/ 5 w 32"/>
                  <a:gd name="T1" fmla="*/ 43 h 14"/>
                  <a:gd name="T2" fmla="*/ 146 w 32"/>
                  <a:gd name="T3" fmla="*/ 62 h 14"/>
                  <a:gd name="T4" fmla="*/ 0 w 32"/>
                  <a:gd name="T5" fmla="*/ 35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2" h="14">
                    <a:moveTo>
                      <a:pt x="1" y="10"/>
                    </a:moveTo>
                    <a:cubicBezTo>
                      <a:pt x="12" y="5"/>
                      <a:pt x="24" y="6"/>
                      <a:pt x="32" y="14"/>
                    </a:cubicBezTo>
                    <a:cubicBezTo>
                      <a:pt x="25" y="0"/>
                      <a:pt x="11" y="1"/>
                      <a:pt x="0" y="8"/>
                    </a:cubicBezTo>
                  </a:path>
                </a:pathLst>
              </a:custGeom>
              <a:solidFill>
                <a:srgbClr val="FDEA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4273" name="Freeform 129">
                <a:extLst>
                  <a:ext uri="{FF2B5EF4-FFF2-40B4-BE49-F238E27FC236}">
                    <a16:creationId xmlns:a16="http://schemas.microsoft.com/office/drawing/2014/main" id="{41EED5B2-EE1D-4579-9EAD-3FC35F1705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5" y="895"/>
                <a:ext cx="27" cy="83"/>
              </a:xfrm>
              <a:custGeom>
                <a:avLst/>
                <a:gdLst>
                  <a:gd name="T0" fmla="*/ 5 w 16"/>
                  <a:gd name="T1" fmla="*/ 0 h 50"/>
                  <a:gd name="T2" fmla="*/ 78 w 16"/>
                  <a:gd name="T3" fmla="*/ 125 h 50"/>
                  <a:gd name="T4" fmla="*/ 78 w 16"/>
                  <a:gd name="T5" fmla="*/ 188 h 50"/>
                  <a:gd name="T6" fmla="*/ 69 w 16"/>
                  <a:gd name="T7" fmla="*/ 229 h 50"/>
                  <a:gd name="T8" fmla="*/ 62 w 16"/>
                  <a:gd name="T9" fmla="*/ 138 h 50"/>
                  <a:gd name="T10" fmla="*/ 42 w 16"/>
                  <a:gd name="T11" fmla="*/ 105 h 50"/>
                  <a:gd name="T12" fmla="*/ 8 w 16"/>
                  <a:gd name="T13" fmla="*/ 105 h 50"/>
                  <a:gd name="T14" fmla="*/ 20 w 16"/>
                  <a:gd name="T15" fmla="*/ 55 h 50"/>
                  <a:gd name="T16" fmla="*/ 0 w 16"/>
                  <a:gd name="T17" fmla="*/ 5 h 5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6" h="50">
                    <a:moveTo>
                      <a:pt x="1" y="0"/>
                    </a:moveTo>
                    <a:cubicBezTo>
                      <a:pt x="10" y="6"/>
                      <a:pt x="15" y="15"/>
                      <a:pt x="16" y="27"/>
                    </a:cubicBezTo>
                    <a:cubicBezTo>
                      <a:pt x="16" y="32"/>
                      <a:pt x="16" y="36"/>
                      <a:pt x="16" y="41"/>
                    </a:cubicBezTo>
                    <a:cubicBezTo>
                      <a:pt x="15" y="44"/>
                      <a:pt x="14" y="47"/>
                      <a:pt x="14" y="50"/>
                    </a:cubicBezTo>
                    <a:cubicBezTo>
                      <a:pt x="12" y="44"/>
                      <a:pt x="14" y="36"/>
                      <a:pt x="13" y="30"/>
                    </a:cubicBezTo>
                    <a:cubicBezTo>
                      <a:pt x="12" y="27"/>
                      <a:pt x="11" y="24"/>
                      <a:pt x="9" y="23"/>
                    </a:cubicBezTo>
                    <a:cubicBezTo>
                      <a:pt x="7" y="21"/>
                      <a:pt x="4" y="24"/>
                      <a:pt x="2" y="23"/>
                    </a:cubicBezTo>
                    <a:cubicBezTo>
                      <a:pt x="3" y="19"/>
                      <a:pt x="6" y="17"/>
                      <a:pt x="4" y="12"/>
                    </a:cubicBezTo>
                    <a:cubicBezTo>
                      <a:pt x="2" y="9"/>
                      <a:pt x="1" y="5"/>
                      <a:pt x="0" y="1"/>
                    </a:cubicBezTo>
                  </a:path>
                </a:pathLst>
              </a:custGeom>
              <a:solidFill>
                <a:srgbClr val="FDEA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4274" name="Freeform 130">
                <a:extLst>
                  <a:ext uri="{FF2B5EF4-FFF2-40B4-BE49-F238E27FC236}">
                    <a16:creationId xmlns:a16="http://schemas.microsoft.com/office/drawing/2014/main" id="{0BB12E34-DCC3-4E94-80C9-97B6E57874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8" y="895"/>
                <a:ext cx="35" cy="32"/>
              </a:xfrm>
              <a:custGeom>
                <a:avLst/>
                <a:gdLst>
                  <a:gd name="T0" fmla="*/ 92 w 21"/>
                  <a:gd name="T1" fmla="*/ 5 h 19"/>
                  <a:gd name="T2" fmla="*/ 33 w 21"/>
                  <a:gd name="T3" fmla="*/ 91 h 19"/>
                  <a:gd name="T4" fmla="*/ 63 w 21"/>
                  <a:gd name="T5" fmla="*/ 54 h 19"/>
                  <a:gd name="T6" fmla="*/ 92 w 21"/>
                  <a:gd name="T7" fmla="*/ 5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19">
                    <a:moveTo>
                      <a:pt x="20" y="1"/>
                    </a:moveTo>
                    <a:cubicBezTo>
                      <a:pt x="14" y="0"/>
                      <a:pt x="0" y="16"/>
                      <a:pt x="7" y="19"/>
                    </a:cubicBezTo>
                    <a:cubicBezTo>
                      <a:pt x="8" y="14"/>
                      <a:pt x="10" y="13"/>
                      <a:pt x="14" y="11"/>
                    </a:cubicBezTo>
                    <a:cubicBezTo>
                      <a:pt x="17" y="9"/>
                      <a:pt x="21" y="5"/>
                      <a:pt x="20" y="1"/>
                    </a:cubicBezTo>
                  </a:path>
                </a:pathLst>
              </a:custGeom>
              <a:solidFill>
                <a:srgbClr val="FDEA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4275" name="Freeform 131">
                <a:extLst>
                  <a:ext uri="{FF2B5EF4-FFF2-40B4-BE49-F238E27FC236}">
                    <a16:creationId xmlns:a16="http://schemas.microsoft.com/office/drawing/2014/main" id="{1D41D9BD-3707-435F-B677-1810E78025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7" y="900"/>
                <a:ext cx="28" cy="25"/>
              </a:xfrm>
              <a:custGeom>
                <a:avLst/>
                <a:gdLst>
                  <a:gd name="T0" fmla="*/ 68 w 17"/>
                  <a:gd name="T1" fmla="*/ 33 h 15"/>
                  <a:gd name="T2" fmla="*/ 0 w 17"/>
                  <a:gd name="T3" fmla="*/ 5 h 15"/>
                  <a:gd name="T4" fmla="*/ 21 w 17"/>
                  <a:gd name="T5" fmla="*/ 20 h 15"/>
                  <a:gd name="T6" fmla="*/ 49 w 17"/>
                  <a:gd name="T7" fmla="*/ 37 h 15"/>
                  <a:gd name="T8" fmla="*/ 76 w 17"/>
                  <a:gd name="T9" fmla="*/ 70 h 15"/>
                  <a:gd name="T10" fmla="*/ 76 w 17"/>
                  <a:gd name="T11" fmla="*/ 47 h 1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7" h="15">
                    <a:moveTo>
                      <a:pt x="15" y="7"/>
                    </a:moveTo>
                    <a:cubicBezTo>
                      <a:pt x="12" y="2"/>
                      <a:pt x="6" y="0"/>
                      <a:pt x="0" y="1"/>
                    </a:cubicBezTo>
                    <a:cubicBezTo>
                      <a:pt x="1" y="3"/>
                      <a:pt x="4" y="3"/>
                      <a:pt x="5" y="4"/>
                    </a:cubicBezTo>
                    <a:cubicBezTo>
                      <a:pt x="7" y="5"/>
                      <a:pt x="9" y="7"/>
                      <a:pt x="11" y="8"/>
                    </a:cubicBezTo>
                    <a:cubicBezTo>
                      <a:pt x="12" y="10"/>
                      <a:pt x="15" y="13"/>
                      <a:pt x="17" y="15"/>
                    </a:cubicBezTo>
                    <a:cubicBezTo>
                      <a:pt x="17" y="13"/>
                      <a:pt x="17" y="12"/>
                      <a:pt x="17" y="10"/>
                    </a:cubicBezTo>
                  </a:path>
                </a:pathLst>
              </a:custGeom>
              <a:solidFill>
                <a:srgbClr val="FDEA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4276" name="Freeform 132">
                <a:extLst>
                  <a:ext uri="{FF2B5EF4-FFF2-40B4-BE49-F238E27FC236}">
                    <a16:creationId xmlns:a16="http://schemas.microsoft.com/office/drawing/2014/main" id="{54332B90-9CA0-4C5C-BCC5-F1595A1B27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2" y="1386"/>
                <a:ext cx="29" cy="208"/>
              </a:xfrm>
              <a:custGeom>
                <a:avLst/>
                <a:gdLst>
                  <a:gd name="T0" fmla="*/ 0 w 18"/>
                  <a:gd name="T1" fmla="*/ 566 h 126"/>
                  <a:gd name="T2" fmla="*/ 68 w 18"/>
                  <a:gd name="T3" fmla="*/ 229 h 126"/>
                  <a:gd name="T4" fmla="*/ 0 w 18"/>
                  <a:gd name="T5" fmla="*/ 0 h 1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126">
                    <a:moveTo>
                      <a:pt x="0" y="126"/>
                    </a:moveTo>
                    <a:cubicBezTo>
                      <a:pt x="4" y="110"/>
                      <a:pt x="13" y="68"/>
                      <a:pt x="16" y="51"/>
                    </a:cubicBezTo>
                    <a:cubicBezTo>
                      <a:pt x="18" y="35"/>
                      <a:pt x="3" y="24"/>
                      <a:pt x="0" y="0"/>
                    </a:cubicBezTo>
                  </a:path>
                </a:pathLst>
              </a:custGeom>
              <a:noFill/>
              <a:ln w="158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4277" name="Freeform 133">
                <a:extLst>
                  <a:ext uri="{FF2B5EF4-FFF2-40B4-BE49-F238E27FC236}">
                    <a16:creationId xmlns:a16="http://schemas.microsoft.com/office/drawing/2014/main" id="{9278546F-560C-4A85-92A6-058093E497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4" y="1396"/>
                <a:ext cx="41" cy="191"/>
              </a:xfrm>
              <a:custGeom>
                <a:avLst/>
                <a:gdLst>
                  <a:gd name="T0" fmla="*/ 41 w 25"/>
                  <a:gd name="T1" fmla="*/ 0 h 116"/>
                  <a:gd name="T2" fmla="*/ 8 w 25"/>
                  <a:gd name="T3" fmla="*/ 188 h 116"/>
                  <a:gd name="T4" fmla="*/ 110 w 25"/>
                  <a:gd name="T5" fmla="*/ 517 h 1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116">
                    <a:moveTo>
                      <a:pt x="9" y="0"/>
                    </a:moveTo>
                    <a:cubicBezTo>
                      <a:pt x="9" y="11"/>
                      <a:pt x="0" y="29"/>
                      <a:pt x="2" y="42"/>
                    </a:cubicBezTo>
                    <a:cubicBezTo>
                      <a:pt x="6" y="67"/>
                      <a:pt x="22" y="92"/>
                      <a:pt x="25" y="116"/>
                    </a:cubicBezTo>
                  </a:path>
                </a:pathLst>
              </a:custGeom>
              <a:noFill/>
              <a:ln w="158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4278" name="Freeform 134">
                <a:extLst>
                  <a:ext uri="{FF2B5EF4-FFF2-40B4-BE49-F238E27FC236}">
                    <a16:creationId xmlns:a16="http://schemas.microsoft.com/office/drawing/2014/main" id="{7EC9061B-067E-4001-B95E-DD2573A62F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9" y="1432"/>
                <a:ext cx="8" cy="35"/>
              </a:xfrm>
              <a:custGeom>
                <a:avLst/>
                <a:gdLst>
                  <a:gd name="T0" fmla="*/ 0 w 5"/>
                  <a:gd name="T1" fmla="*/ 97 h 21"/>
                  <a:gd name="T2" fmla="*/ 21 w 5"/>
                  <a:gd name="T3" fmla="*/ 0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21">
                    <a:moveTo>
                      <a:pt x="0" y="21"/>
                    </a:moveTo>
                    <a:cubicBezTo>
                      <a:pt x="1" y="13"/>
                      <a:pt x="0" y="6"/>
                      <a:pt x="5" y="0"/>
                    </a:cubicBezTo>
                  </a:path>
                </a:pathLst>
              </a:custGeom>
              <a:noFill/>
              <a:ln w="158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4279" name="Freeform 135">
                <a:extLst>
                  <a:ext uri="{FF2B5EF4-FFF2-40B4-BE49-F238E27FC236}">
                    <a16:creationId xmlns:a16="http://schemas.microsoft.com/office/drawing/2014/main" id="{12C6D309-6675-4955-94F8-94A881435E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5" y="1420"/>
                <a:ext cx="18" cy="27"/>
              </a:xfrm>
              <a:custGeom>
                <a:avLst/>
                <a:gdLst>
                  <a:gd name="T0" fmla="*/ 47 w 11"/>
                  <a:gd name="T1" fmla="*/ 78 h 16"/>
                  <a:gd name="T2" fmla="*/ 0 w 11"/>
                  <a:gd name="T3" fmla="*/ 0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16">
                    <a:moveTo>
                      <a:pt x="11" y="16"/>
                    </a:moveTo>
                    <a:cubicBezTo>
                      <a:pt x="10" y="9"/>
                      <a:pt x="5" y="4"/>
                      <a:pt x="0" y="0"/>
                    </a:cubicBezTo>
                  </a:path>
                </a:pathLst>
              </a:custGeom>
              <a:noFill/>
              <a:ln w="158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4280" name="Freeform 136">
                <a:extLst>
                  <a:ext uri="{FF2B5EF4-FFF2-40B4-BE49-F238E27FC236}">
                    <a16:creationId xmlns:a16="http://schemas.microsoft.com/office/drawing/2014/main" id="{36903B91-445A-4995-82F5-8A522DEFD6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9" y="1092"/>
                <a:ext cx="99" cy="74"/>
              </a:xfrm>
              <a:custGeom>
                <a:avLst/>
                <a:gdLst>
                  <a:gd name="T0" fmla="*/ 0 w 60"/>
                  <a:gd name="T1" fmla="*/ 0 h 45"/>
                  <a:gd name="T2" fmla="*/ 63 w 60"/>
                  <a:gd name="T3" fmla="*/ 67 h 45"/>
                  <a:gd name="T4" fmla="*/ 117 w 60"/>
                  <a:gd name="T5" fmla="*/ 143 h 45"/>
                  <a:gd name="T6" fmla="*/ 269 w 60"/>
                  <a:gd name="T7" fmla="*/ 168 h 4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0" h="45">
                    <a:moveTo>
                      <a:pt x="0" y="0"/>
                    </a:moveTo>
                    <a:cubicBezTo>
                      <a:pt x="5" y="5"/>
                      <a:pt x="10" y="9"/>
                      <a:pt x="14" y="15"/>
                    </a:cubicBezTo>
                    <a:cubicBezTo>
                      <a:pt x="18" y="20"/>
                      <a:pt x="22" y="26"/>
                      <a:pt x="26" y="32"/>
                    </a:cubicBezTo>
                    <a:cubicBezTo>
                      <a:pt x="35" y="44"/>
                      <a:pt x="47" y="45"/>
                      <a:pt x="60" y="38"/>
                    </a:cubicBezTo>
                  </a:path>
                </a:pathLst>
              </a:custGeom>
              <a:noFill/>
              <a:ln w="158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4281" name="Freeform 137">
                <a:extLst>
                  <a:ext uri="{FF2B5EF4-FFF2-40B4-BE49-F238E27FC236}">
                    <a16:creationId xmlns:a16="http://schemas.microsoft.com/office/drawing/2014/main" id="{F06E7C73-1092-4A5E-90DE-E786AB4241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2" y="1090"/>
                <a:ext cx="52" cy="127"/>
              </a:xfrm>
              <a:custGeom>
                <a:avLst/>
                <a:gdLst>
                  <a:gd name="T0" fmla="*/ 0 w 31"/>
                  <a:gd name="T1" fmla="*/ 0 h 77"/>
                  <a:gd name="T2" fmla="*/ 91 w 31"/>
                  <a:gd name="T3" fmla="*/ 167 h 77"/>
                  <a:gd name="T4" fmla="*/ 146 w 31"/>
                  <a:gd name="T5" fmla="*/ 345 h 7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1" h="77">
                    <a:moveTo>
                      <a:pt x="0" y="0"/>
                    </a:moveTo>
                    <a:cubicBezTo>
                      <a:pt x="10" y="10"/>
                      <a:pt x="15" y="23"/>
                      <a:pt x="19" y="37"/>
                    </a:cubicBezTo>
                    <a:cubicBezTo>
                      <a:pt x="23" y="50"/>
                      <a:pt x="30" y="63"/>
                      <a:pt x="31" y="77"/>
                    </a:cubicBezTo>
                  </a:path>
                </a:pathLst>
              </a:custGeom>
              <a:noFill/>
              <a:ln w="158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4282" name="Freeform 138">
                <a:extLst>
                  <a:ext uri="{FF2B5EF4-FFF2-40B4-BE49-F238E27FC236}">
                    <a16:creationId xmlns:a16="http://schemas.microsoft.com/office/drawing/2014/main" id="{D8F599D4-332E-40E4-A11D-8C125FEEA8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2" y="1092"/>
                <a:ext cx="61" cy="130"/>
              </a:xfrm>
              <a:custGeom>
                <a:avLst/>
                <a:gdLst>
                  <a:gd name="T0" fmla="*/ 167 w 37"/>
                  <a:gd name="T1" fmla="*/ 0 h 79"/>
                  <a:gd name="T2" fmla="*/ 68 w 37"/>
                  <a:gd name="T3" fmla="*/ 171 h 79"/>
                  <a:gd name="T4" fmla="*/ 0 w 37"/>
                  <a:gd name="T5" fmla="*/ 352 h 7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7" h="79">
                    <a:moveTo>
                      <a:pt x="37" y="0"/>
                    </a:moveTo>
                    <a:cubicBezTo>
                      <a:pt x="27" y="11"/>
                      <a:pt x="21" y="24"/>
                      <a:pt x="15" y="38"/>
                    </a:cubicBezTo>
                    <a:cubicBezTo>
                      <a:pt x="9" y="51"/>
                      <a:pt x="3" y="65"/>
                      <a:pt x="0" y="79"/>
                    </a:cubicBezTo>
                  </a:path>
                </a:pathLst>
              </a:custGeom>
              <a:noFill/>
              <a:ln w="158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4283" name="Freeform 139">
                <a:extLst>
                  <a:ext uri="{FF2B5EF4-FFF2-40B4-BE49-F238E27FC236}">
                    <a16:creationId xmlns:a16="http://schemas.microsoft.com/office/drawing/2014/main" id="{AEFD529E-7104-4E5F-9C3A-57D5D3B160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2" y="999"/>
                <a:ext cx="37" cy="80"/>
              </a:xfrm>
              <a:custGeom>
                <a:avLst/>
                <a:gdLst>
                  <a:gd name="T0" fmla="*/ 104 w 22"/>
                  <a:gd name="T1" fmla="*/ 5 h 48"/>
                  <a:gd name="T2" fmla="*/ 37 w 22"/>
                  <a:gd name="T3" fmla="*/ 105 h 48"/>
                  <a:gd name="T4" fmla="*/ 22 w 22"/>
                  <a:gd name="T5" fmla="*/ 222 h 48"/>
                  <a:gd name="T6" fmla="*/ 20 w 22"/>
                  <a:gd name="T7" fmla="*/ 105 h 48"/>
                  <a:gd name="T8" fmla="*/ 54 w 22"/>
                  <a:gd name="T9" fmla="*/ 55 h 48"/>
                  <a:gd name="T10" fmla="*/ 96 w 22"/>
                  <a:gd name="T11" fmla="*/ 0 h 4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2" h="48">
                    <a:moveTo>
                      <a:pt x="22" y="1"/>
                    </a:moveTo>
                    <a:cubicBezTo>
                      <a:pt x="17" y="7"/>
                      <a:pt x="12" y="15"/>
                      <a:pt x="8" y="23"/>
                    </a:cubicBezTo>
                    <a:cubicBezTo>
                      <a:pt x="5" y="29"/>
                      <a:pt x="1" y="41"/>
                      <a:pt x="5" y="48"/>
                    </a:cubicBezTo>
                    <a:cubicBezTo>
                      <a:pt x="0" y="42"/>
                      <a:pt x="2" y="29"/>
                      <a:pt x="4" y="23"/>
                    </a:cubicBezTo>
                    <a:cubicBezTo>
                      <a:pt x="6" y="19"/>
                      <a:pt x="8" y="15"/>
                      <a:pt x="11" y="12"/>
                    </a:cubicBezTo>
                    <a:cubicBezTo>
                      <a:pt x="13" y="8"/>
                      <a:pt x="16" y="1"/>
                      <a:pt x="20" y="0"/>
                    </a:cubicBezTo>
                  </a:path>
                </a:pathLst>
              </a:custGeom>
              <a:solidFill>
                <a:srgbClr val="FDEA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4284" name="Freeform 140">
                <a:extLst>
                  <a:ext uri="{FF2B5EF4-FFF2-40B4-BE49-F238E27FC236}">
                    <a16:creationId xmlns:a16="http://schemas.microsoft.com/office/drawing/2014/main" id="{7B1C35E6-6A2B-4AEA-9512-935E02713F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3" y="1003"/>
                <a:ext cx="32" cy="76"/>
              </a:xfrm>
              <a:custGeom>
                <a:avLst/>
                <a:gdLst>
                  <a:gd name="T0" fmla="*/ 0 w 19"/>
                  <a:gd name="T1" fmla="*/ 0 h 46"/>
                  <a:gd name="T2" fmla="*/ 67 w 19"/>
                  <a:gd name="T3" fmla="*/ 208 h 46"/>
                  <a:gd name="T4" fmla="*/ 67 w 19"/>
                  <a:gd name="T5" fmla="*/ 84 h 46"/>
                  <a:gd name="T6" fmla="*/ 34 w 19"/>
                  <a:gd name="T7" fmla="*/ 35 h 46"/>
                  <a:gd name="T8" fmla="*/ 0 w 19"/>
                  <a:gd name="T9" fmla="*/ 0 h 4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46">
                    <a:moveTo>
                      <a:pt x="0" y="0"/>
                    </a:moveTo>
                    <a:cubicBezTo>
                      <a:pt x="10" y="13"/>
                      <a:pt x="19" y="29"/>
                      <a:pt x="14" y="46"/>
                    </a:cubicBezTo>
                    <a:cubicBezTo>
                      <a:pt x="18" y="38"/>
                      <a:pt x="17" y="27"/>
                      <a:pt x="14" y="19"/>
                    </a:cubicBezTo>
                    <a:cubicBezTo>
                      <a:pt x="12" y="15"/>
                      <a:pt x="10" y="11"/>
                      <a:pt x="7" y="8"/>
                    </a:cubicBezTo>
                    <a:cubicBezTo>
                      <a:pt x="5" y="5"/>
                      <a:pt x="2" y="3"/>
                      <a:pt x="0" y="0"/>
                    </a:cubicBezTo>
                  </a:path>
                </a:pathLst>
              </a:custGeom>
              <a:solidFill>
                <a:srgbClr val="FDEA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4285" name="Freeform 141">
                <a:extLst>
                  <a:ext uri="{FF2B5EF4-FFF2-40B4-BE49-F238E27FC236}">
                    <a16:creationId xmlns:a16="http://schemas.microsoft.com/office/drawing/2014/main" id="{CEED34BE-58C1-47B8-8FD6-6359854541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0" y="1014"/>
                <a:ext cx="35" cy="51"/>
              </a:xfrm>
              <a:custGeom>
                <a:avLst/>
                <a:gdLst>
                  <a:gd name="T0" fmla="*/ 97 w 21"/>
                  <a:gd name="T1" fmla="*/ 0 h 31"/>
                  <a:gd name="T2" fmla="*/ 78 w 21"/>
                  <a:gd name="T3" fmla="*/ 41 h 31"/>
                  <a:gd name="T4" fmla="*/ 42 w 21"/>
                  <a:gd name="T5" fmla="*/ 71 h 31"/>
                  <a:gd name="T6" fmla="*/ 20 w 21"/>
                  <a:gd name="T7" fmla="*/ 110 h 31"/>
                  <a:gd name="T8" fmla="*/ 0 w 21"/>
                  <a:gd name="T9" fmla="*/ 138 h 31"/>
                  <a:gd name="T10" fmla="*/ 13 w 21"/>
                  <a:gd name="T11" fmla="*/ 97 h 31"/>
                  <a:gd name="T12" fmla="*/ 42 w 21"/>
                  <a:gd name="T13" fmla="*/ 63 h 31"/>
                  <a:gd name="T14" fmla="*/ 75 w 21"/>
                  <a:gd name="T15" fmla="*/ 35 h 31"/>
                  <a:gd name="T16" fmla="*/ 97 w 21"/>
                  <a:gd name="T17" fmla="*/ 0 h 3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1" h="31">
                    <a:moveTo>
                      <a:pt x="21" y="0"/>
                    </a:moveTo>
                    <a:cubicBezTo>
                      <a:pt x="20" y="3"/>
                      <a:pt x="19" y="7"/>
                      <a:pt x="17" y="9"/>
                    </a:cubicBezTo>
                    <a:cubicBezTo>
                      <a:pt x="15" y="12"/>
                      <a:pt x="12" y="13"/>
                      <a:pt x="9" y="16"/>
                    </a:cubicBezTo>
                    <a:cubicBezTo>
                      <a:pt x="7" y="18"/>
                      <a:pt x="5" y="22"/>
                      <a:pt x="4" y="25"/>
                    </a:cubicBezTo>
                    <a:cubicBezTo>
                      <a:pt x="2" y="27"/>
                      <a:pt x="1" y="29"/>
                      <a:pt x="0" y="31"/>
                    </a:cubicBezTo>
                    <a:cubicBezTo>
                      <a:pt x="1" y="29"/>
                      <a:pt x="2" y="25"/>
                      <a:pt x="3" y="22"/>
                    </a:cubicBezTo>
                    <a:cubicBezTo>
                      <a:pt x="5" y="19"/>
                      <a:pt x="7" y="17"/>
                      <a:pt x="9" y="14"/>
                    </a:cubicBezTo>
                    <a:cubicBezTo>
                      <a:pt x="12" y="12"/>
                      <a:pt x="14" y="10"/>
                      <a:pt x="16" y="8"/>
                    </a:cubicBezTo>
                    <a:cubicBezTo>
                      <a:pt x="18" y="5"/>
                      <a:pt x="19" y="2"/>
                      <a:pt x="21" y="0"/>
                    </a:cubicBezTo>
                  </a:path>
                </a:pathLst>
              </a:custGeom>
              <a:solidFill>
                <a:srgbClr val="FDEA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4286" name="Freeform 142">
                <a:extLst>
                  <a:ext uri="{FF2B5EF4-FFF2-40B4-BE49-F238E27FC236}">
                    <a16:creationId xmlns:a16="http://schemas.microsoft.com/office/drawing/2014/main" id="{9AF3E992-39C3-4808-8159-B9DAC3D598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7" y="910"/>
                <a:ext cx="63" cy="27"/>
              </a:xfrm>
              <a:custGeom>
                <a:avLst/>
                <a:gdLst>
                  <a:gd name="T0" fmla="*/ 0 w 38"/>
                  <a:gd name="T1" fmla="*/ 41 h 16"/>
                  <a:gd name="T2" fmla="*/ 22 w 38"/>
                  <a:gd name="T3" fmla="*/ 49 h 16"/>
                  <a:gd name="T4" fmla="*/ 99 w 38"/>
                  <a:gd name="T5" fmla="*/ 78 h 16"/>
                  <a:gd name="T6" fmla="*/ 172 w 38"/>
                  <a:gd name="T7" fmla="*/ 41 h 16"/>
                  <a:gd name="T8" fmla="*/ 91 w 38"/>
                  <a:gd name="T9" fmla="*/ 0 h 16"/>
                  <a:gd name="T10" fmla="*/ 13 w 38"/>
                  <a:gd name="T11" fmla="*/ 29 h 16"/>
                  <a:gd name="T12" fmla="*/ 0 w 38"/>
                  <a:gd name="T13" fmla="*/ 41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8" h="16">
                    <a:moveTo>
                      <a:pt x="0" y="8"/>
                    </a:moveTo>
                    <a:cubicBezTo>
                      <a:pt x="1" y="10"/>
                      <a:pt x="3" y="10"/>
                      <a:pt x="5" y="10"/>
                    </a:cubicBezTo>
                    <a:cubicBezTo>
                      <a:pt x="7" y="10"/>
                      <a:pt x="13" y="16"/>
                      <a:pt x="22" y="16"/>
                    </a:cubicBezTo>
                    <a:cubicBezTo>
                      <a:pt x="31" y="16"/>
                      <a:pt x="37" y="9"/>
                      <a:pt x="38" y="8"/>
                    </a:cubicBezTo>
                    <a:cubicBezTo>
                      <a:pt x="37" y="6"/>
                      <a:pt x="30" y="0"/>
                      <a:pt x="20" y="0"/>
                    </a:cubicBezTo>
                    <a:cubicBezTo>
                      <a:pt x="11" y="0"/>
                      <a:pt x="7" y="3"/>
                      <a:pt x="3" y="6"/>
                    </a:cubicBezTo>
                    <a:cubicBezTo>
                      <a:pt x="2" y="6"/>
                      <a:pt x="0" y="7"/>
                      <a:pt x="0" y="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4287" name="Freeform 143">
                <a:extLst>
                  <a:ext uri="{FF2B5EF4-FFF2-40B4-BE49-F238E27FC236}">
                    <a16:creationId xmlns:a16="http://schemas.microsoft.com/office/drawing/2014/main" id="{03A70B5A-BAEF-47E9-97A0-B0DFABA761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7" y="912"/>
                <a:ext cx="24" cy="20"/>
              </a:xfrm>
              <a:custGeom>
                <a:avLst/>
                <a:gdLst>
                  <a:gd name="T0" fmla="*/ 56 w 15"/>
                  <a:gd name="T1" fmla="*/ 0 h 12"/>
                  <a:gd name="T2" fmla="*/ 61 w 15"/>
                  <a:gd name="T3" fmla="*/ 20 h 12"/>
                  <a:gd name="T4" fmla="*/ 34 w 15"/>
                  <a:gd name="T5" fmla="*/ 55 h 12"/>
                  <a:gd name="T6" fmla="*/ 0 w 15"/>
                  <a:gd name="T7" fmla="*/ 20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12">
                    <a:moveTo>
                      <a:pt x="14" y="0"/>
                    </a:moveTo>
                    <a:cubicBezTo>
                      <a:pt x="15" y="1"/>
                      <a:pt x="15" y="3"/>
                      <a:pt x="15" y="4"/>
                    </a:cubicBezTo>
                    <a:cubicBezTo>
                      <a:pt x="15" y="9"/>
                      <a:pt x="12" y="12"/>
                      <a:pt x="8" y="12"/>
                    </a:cubicBezTo>
                    <a:cubicBezTo>
                      <a:pt x="3" y="12"/>
                      <a:pt x="0" y="9"/>
                      <a:pt x="0" y="4"/>
                    </a:cubicBezTo>
                  </a:path>
                </a:pathLst>
              </a:custGeom>
              <a:solidFill>
                <a:srgbClr val="A1822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4288" name="Freeform 144">
                <a:extLst>
                  <a:ext uri="{FF2B5EF4-FFF2-40B4-BE49-F238E27FC236}">
                    <a16:creationId xmlns:a16="http://schemas.microsoft.com/office/drawing/2014/main" id="{B1ABFED1-1E14-463F-AC03-E8CB38C750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7" y="907"/>
                <a:ext cx="23" cy="12"/>
              </a:xfrm>
              <a:custGeom>
                <a:avLst/>
                <a:gdLst>
                  <a:gd name="T0" fmla="*/ 5 w 14"/>
                  <a:gd name="T1" fmla="*/ 15 h 7"/>
                  <a:gd name="T2" fmla="*/ 0 w 14"/>
                  <a:gd name="T3" fmla="*/ 36 h 7"/>
                  <a:gd name="T4" fmla="*/ 62 w 14"/>
                  <a:gd name="T5" fmla="*/ 21 h 7"/>
                  <a:gd name="T6" fmla="*/ 5 w 14"/>
                  <a:gd name="T7" fmla="*/ 15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7">
                    <a:moveTo>
                      <a:pt x="1" y="3"/>
                    </a:moveTo>
                    <a:cubicBezTo>
                      <a:pt x="1" y="4"/>
                      <a:pt x="0" y="6"/>
                      <a:pt x="0" y="7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4" y="4"/>
                      <a:pt x="11" y="0"/>
                      <a:pt x="1" y="3"/>
                    </a:cubicBezTo>
                  </a:path>
                </a:pathLst>
              </a:custGeom>
              <a:solidFill>
                <a:srgbClr val="A1822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4289" name="Freeform 145">
                <a:extLst>
                  <a:ext uri="{FF2B5EF4-FFF2-40B4-BE49-F238E27FC236}">
                    <a16:creationId xmlns:a16="http://schemas.microsoft.com/office/drawing/2014/main" id="{8310121F-524E-4993-8AD5-AB92FA2F12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7" y="912"/>
                <a:ext cx="24" cy="20"/>
              </a:xfrm>
              <a:custGeom>
                <a:avLst/>
                <a:gdLst>
                  <a:gd name="T0" fmla="*/ 56 w 15"/>
                  <a:gd name="T1" fmla="*/ 0 h 12"/>
                  <a:gd name="T2" fmla="*/ 61 w 15"/>
                  <a:gd name="T3" fmla="*/ 20 h 12"/>
                  <a:gd name="T4" fmla="*/ 34 w 15"/>
                  <a:gd name="T5" fmla="*/ 55 h 12"/>
                  <a:gd name="T6" fmla="*/ 0 w 15"/>
                  <a:gd name="T7" fmla="*/ 20 h 12"/>
                  <a:gd name="T8" fmla="*/ 5 w 15"/>
                  <a:gd name="T9" fmla="*/ 0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2">
                    <a:moveTo>
                      <a:pt x="14" y="0"/>
                    </a:moveTo>
                    <a:cubicBezTo>
                      <a:pt x="15" y="1"/>
                      <a:pt x="15" y="3"/>
                      <a:pt x="15" y="4"/>
                    </a:cubicBezTo>
                    <a:cubicBezTo>
                      <a:pt x="15" y="9"/>
                      <a:pt x="12" y="12"/>
                      <a:pt x="8" y="12"/>
                    </a:cubicBezTo>
                    <a:cubicBezTo>
                      <a:pt x="3" y="12"/>
                      <a:pt x="0" y="9"/>
                      <a:pt x="0" y="4"/>
                    </a:cubicBezTo>
                    <a:cubicBezTo>
                      <a:pt x="0" y="3"/>
                      <a:pt x="0" y="1"/>
                      <a:pt x="1" y="0"/>
                    </a:cubicBezTo>
                  </a:path>
                </a:pathLst>
              </a:custGeom>
              <a:noFill/>
              <a:ln w="158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4290" name="Oval 146">
                <a:extLst>
                  <a:ext uri="{FF2B5EF4-FFF2-40B4-BE49-F238E27FC236}">
                    <a16:creationId xmlns:a16="http://schemas.microsoft.com/office/drawing/2014/main" id="{4E6FE907-1BBF-427F-A2F6-5DDF76418C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05" y="915"/>
                <a:ext cx="8" cy="8"/>
              </a:xfrm>
              <a:prstGeom prst="ellipse">
                <a:avLst/>
              </a:prstGeom>
              <a:solidFill>
                <a:srgbClr val="585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94291" name="Freeform 147">
                <a:extLst>
                  <a:ext uri="{FF2B5EF4-FFF2-40B4-BE49-F238E27FC236}">
                    <a16:creationId xmlns:a16="http://schemas.microsoft.com/office/drawing/2014/main" id="{BFCC0F30-DC5C-4ED7-A880-FA53C03058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7" y="907"/>
                <a:ext cx="63" cy="30"/>
              </a:xfrm>
              <a:custGeom>
                <a:avLst/>
                <a:gdLst>
                  <a:gd name="T0" fmla="*/ 0 w 38"/>
                  <a:gd name="T1" fmla="*/ 47 h 18"/>
                  <a:gd name="T2" fmla="*/ 22 w 38"/>
                  <a:gd name="T3" fmla="*/ 55 h 18"/>
                  <a:gd name="T4" fmla="*/ 96 w 38"/>
                  <a:gd name="T5" fmla="*/ 83 h 18"/>
                  <a:gd name="T6" fmla="*/ 172 w 38"/>
                  <a:gd name="T7" fmla="*/ 47 h 18"/>
                  <a:gd name="T8" fmla="*/ 124 w 38"/>
                  <a:gd name="T9" fmla="*/ 13 h 18"/>
                  <a:gd name="T10" fmla="*/ 13 w 38"/>
                  <a:gd name="T11" fmla="*/ 37 h 18"/>
                  <a:gd name="T12" fmla="*/ 0 w 38"/>
                  <a:gd name="T13" fmla="*/ 47 h 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8" h="18">
                    <a:moveTo>
                      <a:pt x="0" y="10"/>
                    </a:moveTo>
                    <a:cubicBezTo>
                      <a:pt x="1" y="12"/>
                      <a:pt x="3" y="12"/>
                      <a:pt x="5" y="12"/>
                    </a:cubicBezTo>
                    <a:cubicBezTo>
                      <a:pt x="7" y="12"/>
                      <a:pt x="13" y="18"/>
                      <a:pt x="21" y="18"/>
                    </a:cubicBezTo>
                    <a:cubicBezTo>
                      <a:pt x="30" y="18"/>
                      <a:pt x="37" y="11"/>
                      <a:pt x="38" y="10"/>
                    </a:cubicBezTo>
                    <a:cubicBezTo>
                      <a:pt x="37" y="8"/>
                      <a:pt x="31" y="5"/>
                      <a:pt x="27" y="3"/>
                    </a:cubicBezTo>
                    <a:cubicBezTo>
                      <a:pt x="19" y="0"/>
                      <a:pt x="7" y="5"/>
                      <a:pt x="3" y="8"/>
                    </a:cubicBezTo>
                    <a:cubicBezTo>
                      <a:pt x="2" y="8"/>
                      <a:pt x="0" y="9"/>
                      <a:pt x="0" y="10"/>
                    </a:cubicBezTo>
                    <a:close/>
                  </a:path>
                </a:pathLst>
              </a:custGeom>
              <a:noFill/>
              <a:ln w="158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4292" name="Freeform 148">
                <a:extLst>
                  <a:ext uri="{FF2B5EF4-FFF2-40B4-BE49-F238E27FC236}">
                    <a16:creationId xmlns:a16="http://schemas.microsoft.com/office/drawing/2014/main" id="{3A4CCBBE-DA53-46D0-9329-616C858D5E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8" y="887"/>
                <a:ext cx="75" cy="22"/>
              </a:xfrm>
              <a:custGeom>
                <a:avLst/>
                <a:gdLst>
                  <a:gd name="T0" fmla="*/ 0 w 45"/>
                  <a:gd name="T1" fmla="*/ 8 h 13"/>
                  <a:gd name="T2" fmla="*/ 208 w 45"/>
                  <a:gd name="T3" fmla="*/ 63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5" h="13">
                    <a:moveTo>
                      <a:pt x="0" y="2"/>
                    </a:moveTo>
                    <a:cubicBezTo>
                      <a:pt x="12" y="1"/>
                      <a:pt x="26" y="0"/>
                      <a:pt x="45" y="13"/>
                    </a:cubicBezTo>
                  </a:path>
                </a:pathLst>
              </a:custGeom>
              <a:noFill/>
              <a:ln w="4763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4293" name="Oval 149">
                <a:extLst>
                  <a:ext uri="{FF2B5EF4-FFF2-40B4-BE49-F238E27FC236}">
                    <a16:creationId xmlns:a16="http://schemas.microsoft.com/office/drawing/2014/main" id="{3475AFA1-0803-4110-AEAB-3CDF3E951F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03" y="914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94294" name="Oval 150">
                <a:extLst>
                  <a:ext uri="{FF2B5EF4-FFF2-40B4-BE49-F238E27FC236}">
                    <a16:creationId xmlns:a16="http://schemas.microsoft.com/office/drawing/2014/main" id="{81F40915-8DE2-4F0F-BD8A-183CAA2B5F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05" y="920"/>
                <a:ext cx="3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94295" name="Freeform 151">
                <a:extLst>
                  <a:ext uri="{FF2B5EF4-FFF2-40B4-BE49-F238E27FC236}">
                    <a16:creationId xmlns:a16="http://schemas.microsoft.com/office/drawing/2014/main" id="{3E78095D-7C31-4453-B0C7-432FEF06B5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5" y="932"/>
                <a:ext cx="43" cy="15"/>
              </a:xfrm>
              <a:custGeom>
                <a:avLst/>
                <a:gdLst>
                  <a:gd name="T0" fmla="*/ 0 w 26"/>
                  <a:gd name="T1" fmla="*/ 13 h 9"/>
                  <a:gd name="T2" fmla="*/ 117 w 26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9">
                    <a:moveTo>
                      <a:pt x="0" y="3"/>
                    </a:moveTo>
                    <a:cubicBezTo>
                      <a:pt x="0" y="3"/>
                      <a:pt x="14" y="9"/>
                      <a:pt x="26" y="0"/>
                    </a:cubicBezTo>
                  </a:path>
                </a:pathLst>
              </a:custGeom>
              <a:noFill/>
              <a:ln w="158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4296" name="Freeform 152">
                <a:extLst>
                  <a:ext uri="{FF2B5EF4-FFF2-40B4-BE49-F238E27FC236}">
                    <a16:creationId xmlns:a16="http://schemas.microsoft.com/office/drawing/2014/main" id="{0943B21F-BD3F-43ED-B38F-547D5A6D3B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6" y="927"/>
                <a:ext cx="5" cy="1"/>
              </a:xfrm>
              <a:custGeom>
                <a:avLst/>
                <a:gdLst>
                  <a:gd name="T0" fmla="*/ 0 w 3"/>
                  <a:gd name="T1" fmla="*/ 0 h 1"/>
                  <a:gd name="T2" fmla="*/ 13 w 3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cubicBezTo>
                      <a:pt x="1" y="0"/>
                      <a:pt x="2" y="0"/>
                      <a:pt x="3" y="0"/>
                    </a:cubicBezTo>
                  </a:path>
                </a:pathLst>
              </a:custGeom>
              <a:noFill/>
              <a:ln w="158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4297" name="Freeform 153">
                <a:extLst>
                  <a:ext uri="{FF2B5EF4-FFF2-40B4-BE49-F238E27FC236}">
                    <a16:creationId xmlns:a16="http://schemas.microsoft.com/office/drawing/2014/main" id="{3692B0CD-8FEE-402E-B413-E01751CA96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1" y="930"/>
                <a:ext cx="4" cy="2"/>
              </a:xfrm>
              <a:custGeom>
                <a:avLst/>
                <a:gdLst>
                  <a:gd name="T0" fmla="*/ 0 w 2"/>
                  <a:gd name="T1" fmla="*/ 0 h 1"/>
                  <a:gd name="T2" fmla="*/ 16 w 2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2" y="0"/>
                      <a:pt x="2" y="1"/>
                    </a:cubicBezTo>
                  </a:path>
                </a:pathLst>
              </a:custGeom>
              <a:noFill/>
              <a:ln w="158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4298" name="Freeform 154">
                <a:extLst>
                  <a:ext uri="{FF2B5EF4-FFF2-40B4-BE49-F238E27FC236}">
                    <a16:creationId xmlns:a16="http://schemas.microsoft.com/office/drawing/2014/main" id="{146B89BA-776F-4031-9C51-A16280063D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3" y="922"/>
                <a:ext cx="2" cy="5"/>
              </a:xfrm>
              <a:custGeom>
                <a:avLst/>
                <a:gdLst>
                  <a:gd name="T0" fmla="*/ 0 w 1"/>
                  <a:gd name="T1" fmla="*/ 0 h 3"/>
                  <a:gd name="T2" fmla="*/ 0 w 1"/>
                  <a:gd name="T3" fmla="*/ 13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1"/>
                      <a:pt x="1" y="2"/>
                      <a:pt x="0" y="3"/>
                    </a:cubicBezTo>
                  </a:path>
                </a:pathLst>
              </a:custGeom>
              <a:noFill/>
              <a:ln w="158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4299" name="Freeform 155">
                <a:extLst>
                  <a:ext uri="{FF2B5EF4-FFF2-40B4-BE49-F238E27FC236}">
                    <a16:creationId xmlns:a16="http://schemas.microsoft.com/office/drawing/2014/main" id="{68FB981C-047A-4F72-8C0C-B1875D2F20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8" y="935"/>
                <a:ext cx="22" cy="5"/>
              </a:xfrm>
              <a:custGeom>
                <a:avLst/>
                <a:gdLst>
                  <a:gd name="T0" fmla="*/ 0 w 13"/>
                  <a:gd name="T1" fmla="*/ 13 h 3"/>
                  <a:gd name="T2" fmla="*/ 29 w 13"/>
                  <a:gd name="T3" fmla="*/ 5 h 3"/>
                  <a:gd name="T4" fmla="*/ 63 w 13"/>
                  <a:gd name="T5" fmla="*/ 5 h 3"/>
                  <a:gd name="T6" fmla="*/ 0 w 13"/>
                  <a:gd name="T7" fmla="*/ 13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3">
                    <a:moveTo>
                      <a:pt x="0" y="3"/>
                    </a:moveTo>
                    <a:cubicBezTo>
                      <a:pt x="3" y="3"/>
                      <a:pt x="4" y="1"/>
                      <a:pt x="6" y="1"/>
                    </a:cubicBezTo>
                    <a:cubicBezTo>
                      <a:pt x="8" y="0"/>
                      <a:pt x="11" y="0"/>
                      <a:pt x="13" y="1"/>
                    </a:cubicBezTo>
                    <a:cubicBezTo>
                      <a:pt x="10" y="2"/>
                      <a:pt x="4" y="2"/>
                      <a:pt x="0" y="3"/>
                    </a:cubicBezTo>
                  </a:path>
                </a:pathLst>
              </a:custGeom>
              <a:solidFill>
                <a:srgbClr val="FDEA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4300" name="Freeform 156">
                <a:extLst>
                  <a:ext uri="{FF2B5EF4-FFF2-40B4-BE49-F238E27FC236}">
                    <a16:creationId xmlns:a16="http://schemas.microsoft.com/office/drawing/2014/main" id="{F2B8BF7F-A10E-41DF-8D5B-8E860CB9A5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0" y="928"/>
                <a:ext cx="6" cy="2"/>
              </a:xfrm>
              <a:custGeom>
                <a:avLst/>
                <a:gdLst>
                  <a:gd name="T0" fmla="*/ 0 w 4"/>
                  <a:gd name="T1" fmla="*/ 8 h 1"/>
                  <a:gd name="T2" fmla="*/ 14 w 4"/>
                  <a:gd name="T3" fmla="*/ 0 h 1"/>
                  <a:gd name="T4" fmla="*/ 5 w 4"/>
                  <a:gd name="T5" fmla="*/ 8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1">
                    <a:moveTo>
                      <a:pt x="0" y="1"/>
                    </a:moveTo>
                    <a:cubicBezTo>
                      <a:pt x="1" y="1"/>
                      <a:pt x="3" y="1"/>
                      <a:pt x="4" y="0"/>
                    </a:cubicBezTo>
                    <a:cubicBezTo>
                      <a:pt x="3" y="0"/>
                      <a:pt x="2" y="1"/>
                      <a:pt x="1" y="1"/>
                    </a:cubicBezTo>
                  </a:path>
                </a:pathLst>
              </a:custGeom>
              <a:solidFill>
                <a:srgbClr val="FDEA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4301" name="Freeform 157">
                <a:extLst>
                  <a:ext uri="{FF2B5EF4-FFF2-40B4-BE49-F238E27FC236}">
                    <a16:creationId xmlns:a16="http://schemas.microsoft.com/office/drawing/2014/main" id="{D9D23581-F6BC-4E8F-B777-FD390A0FF4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5" y="912"/>
                <a:ext cx="16" cy="11"/>
              </a:xfrm>
              <a:custGeom>
                <a:avLst/>
                <a:gdLst>
                  <a:gd name="T0" fmla="*/ 0 w 10"/>
                  <a:gd name="T1" fmla="*/ 0 h 7"/>
                  <a:gd name="T2" fmla="*/ 8 w 10"/>
                  <a:gd name="T3" fmla="*/ 5 h 7"/>
                  <a:gd name="T4" fmla="*/ 21 w 10"/>
                  <a:gd name="T5" fmla="*/ 8 h 7"/>
                  <a:gd name="T6" fmla="*/ 26 w 10"/>
                  <a:gd name="T7" fmla="*/ 20 h 7"/>
                  <a:gd name="T8" fmla="*/ 34 w 10"/>
                  <a:gd name="T9" fmla="*/ 27 h 7"/>
                  <a:gd name="T10" fmla="*/ 42 w 10"/>
                  <a:gd name="T11" fmla="*/ 8 h 7"/>
                  <a:gd name="T12" fmla="*/ 26 w 10"/>
                  <a:gd name="T13" fmla="*/ 0 h 7"/>
                  <a:gd name="T14" fmla="*/ 13 w 10"/>
                  <a:gd name="T15" fmla="*/ 0 h 7"/>
                  <a:gd name="T16" fmla="*/ 0 w 10"/>
                  <a:gd name="T17" fmla="*/ 0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" h="7">
                    <a:moveTo>
                      <a:pt x="0" y="0"/>
                    </a:moveTo>
                    <a:cubicBezTo>
                      <a:pt x="1" y="0"/>
                      <a:pt x="2" y="1"/>
                      <a:pt x="2" y="1"/>
                    </a:cubicBezTo>
                    <a:cubicBezTo>
                      <a:pt x="3" y="1"/>
                      <a:pt x="4" y="1"/>
                      <a:pt x="5" y="2"/>
                    </a:cubicBezTo>
                    <a:cubicBezTo>
                      <a:pt x="6" y="3"/>
                      <a:pt x="6" y="4"/>
                      <a:pt x="6" y="5"/>
                    </a:cubicBezTo>
                    <a:cubicBezTo>
                      <a:pt x="7" y="6"/>
                      <a:pt x="7" y="7"/>
                      <a:pt x="8" y="7"/>
                    </a:cubicBezTo>
                    <a:cubicBezTo>
                      <a:pt x="10" y="6"/>
                      <a:pt x="10" y="4"/>
                      <a:pt x="10" y="2"/>
                    </a:cubicBezTo>
                    <a:cubicBezTo>
                      <a:pt x="9" y="0"/>
                      <a:pt x="7" y="0"/>
                      <a:pt x="6" y="0"/>
                    </a:cubicBezTo>
                    <a:cubicBezTo>
                      <a:pt x="5" y="0"/>
                      <a:pt x="4" y="0"/>
                      <a:pt x="3" y="0"/>
                    </a:cubicBezTo>
                    <a:cubicBezTo>
                      <a:pt x="2" y="1"/>
                      <a:pt x="1" y="0"/>
                      <a:pt x="0" y="0"/>
                    </a:cubicBezTo>
                  </a:path>
                </a:pathLst>
              </a:custGeom>
              <a:solidFill>
                <a:srgbClr val="8A6F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4302" name="Freeform 158">
                <a:extLst>
                  <a:ext uri="{FF2B5EF4-FFF2-40B4-BE49-F238E27FC236}">
                    <a16:creationId xmlns:a16="http://schemas.microsoft.com/office/drawing/2014/main" id="{04488C47-D726-4658-8384-A4C1910F56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9" y="912"/>
                <a:ext cx="63" cy="26"/>
              </a:xfrm>
              <a:custGeom>
                <a:avLst/>
                <a:gdLst>
                  <a:gd name="T0" fmla="*/ 172 w 38"/>
                  <a:gd name="T1" fmla="*/ 34 h 16"/>
                  <a:gd name="T2" fmla="*/ 151 w 38"/>
                  <a:gd name="T3" fmla="*/ 42 h 16"/>
                  <a:gd name="T4" fmla="*/ 75 w 38"/>
                  <a:gd name="T5" fmla="*/ 68 h 16"/>
                  <a:gd name="T6" fmla="*/ 0 w 38"/>
                  <a:gd name="T7" fmla="*/ 34 h 16"/>
                  <a:gd name="T8" fmla="*/ 88 w 38"/>
                  <a:gd name="T9" fmla="*/ 0 h 16"/>
                  <a:gd name="T10" fmla="*/ 159 w 38"/>
                  <a:gd name="T11" fmla="*/ 21 h 16"/>
                  <a:gd name="T12" fmla="*/ 172 w 38"/>
                  <a:gd name="T13" fmla="*/ 34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8" h="16">
                    <a:moveTo>
                      <a:pt x="38" y="8"/>
                    </a:moveTo>
                    <a:cubicBezTo>
                      <a:pt x="37" y="10"/>
                      <a:pt x="35" y="9"/>
                      <a:pt x="33" y="10"/>
                    </a:cubicBezTo>
                    <a:cubicBezTo>
                      <a:pt x="32" y="10"/>
                      <a:pt x="25" y="16"/>
                      <a:pt x="16" y="16"/>
                    </a:cubicBezTo>
                    <a:cubicBezTo>
                      <a:pt x="8" y="16"/>
                      <a:pt x="1" y="8"/>
                      <a:pt x="0" y="8"/>
                    </a:cubicBezTo>
                    <a:cubicBezTo>
                      <a:pt x="1" y="6"/>
                      <a:pt x="8" y="0"/>
                      <a:pt x="19" y="0"/>
                    </a:cubicBezTo>
                    <a:cubicBezTo>
                      <a:pt x="28" y="0"/>
                      <a:pt x="31" y="2"/>
                      <a:pt x="35" y="5"/>
                    </a:cubicBezTo>
                    <a:cubicBezTo>
                      <a:pt x="36" y="6"/>
                      <a:pt x="38" y="7"/>
                      <a:pt x="38" y="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4303" name="Freeform 159">
                <a:extLst>
                  <a:ext uri="{FF2B5EF4-FFF2-40B4-BE49-F238E27FC236}">
                    <a16:creationId xmlns:a16="http://schemas.microsoft.com/office/drawing/2014/main" id="{C84DE8F4-C1E5-49B9-9362-6FE2AF9937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7" y="912"/>
                <a:ext cx="25" cy="21"/>
              </a:xfrm>
              <a:custGeom>
                <a:avLst/>
                <a:gdLst>
                  <a:gd name="T0" fmla="*/ 5 w 15"/>
                  <a:gd name="T1" fmla="*/ 0 h 13"/>
                  <a:gd name="T2" fmla="*/ 0 w 15"/>
                  <a:gd name="T3" fmla="*/ 21 h 13"/>
                  <a:gd name="T4" fmla="*/ 37 w 15"/>
                  <a:gd name="T5" fmla="*/ 55 h 13"/>
                  <a:gd name="T6" fmla="*/ 70 w 15"/>
                  <a:gd name="T7" fmla="*/ 21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13">
                    <a:moveTo>
                      <a:pt x="1" y="0"/>
                    </a:moveTo>
                    <a:cubicBezTo>
                      <a:pt x="1" y="2"/>
                      <a:pt x="0" y="3"/>
                      <a:pt x="0" y="5"/>
                    </a:cubicBezTo>
                    <a:cubicBezTo>
                      <a:pt x="0" y="9"/>
                      <a:pt x="3" y="13"/>
                      <a:pt x="8" y="13"/>
                    </a:cubicBezTo>
                    <a:cubicBezTo>
                      <a:pt x="12" y="13"/>
                      <a:pt x="15" y="9"/>
                      <a:pt x="15" y="5"/>
                    </a:cubicBezTo>
                  </a:path>
                </a:pathLst>
              </a:custGeom>
              <a:solidFill>
                <a:srgbClr val="A1822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4304" name="Freeform 160">
                <a:extLst>
                  <a:ext uri="{FF2B5EF4-FFF2-40B4-BE49-F238E27FC236}">
                    <a16:creationId xmlns:a16="http://schemas.microsoft.com/office/drawing/2014/main" id="{F4B4F760-2482-4BDE-B4F8-5D020A25E4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9" y="907"/>
                <a:ext cx="23" cy="13"/>
              </a:xfrm>
              <a:custGeom>
                <a:avLst/>
                <a:gdLst>
                  <a:gd name="T0" fmla="*/ 58 w 14"/>
                  <a:gd name="T1" fmla="*/ 18 h 8"/>
                  <a:gd name="T2" fmla="*/ 62 w 14"/>
                  <a:gd name="T3" fmla="*/ 34 h 8"/>
                  <a:gd name="T4" fmla="*/ 0 w 14"/>
                  <a:gd name="T5" fmla="*/ 18 h 8"/>
                  <a:gd name="T6" fmla="*/ 58 w 14"/>
                  <a:gd name="T7" fmla="*/ 18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8">
                    <a:moveTo>
                      <a:pt x="13" y="4"/>
                    </a:moveTo>
                    <a:cubicBezTo>
                      <a:pt x="14" y="5"/>
                      <a:pt x="14" y="6"/>
                      <a:pt x="14" y="8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4" y="0"/>
                      <a:pt x="13" y="4"/>
                    </a:cubicBezTo>
                  </a:path>
                </a:pathLst>
              </a:custGeom>
              <a:solidFill>
                <a:srgbClr val="A1822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4305" name="Freeform 161">
                <a:extLst>
                  <a:ext uri="{FF2B5EF4-FFF2-40B4-BE49-F238E27FC236}">
                    <a16:creationId xmlns:a16="http://schemas.microsoft.com/office/drawing/2014/main" id="{0DB6B77B-9F72-4B2B-B27C-C05B87DAFE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7" y="912"/>
                <a:ext cx="25" cy="21"/>
              </a:xfrm>
              <a:custGeom>
                <a:avLst/>
                <a:gdLst>
                  <a:gd name="T0" fmla="*/ 8 w 15"/>
                  <a:gd name="T1" fmla="*/ 0 h 13"/>
                  <a:gd name="T2" fmla="*/ 0 w 15"/>
                  <a:gd name="T3" fmla="*/ 21 h 13"/>
                  <a:gd name="T4" fmla="*/ 37 w 15"/>
                  <a:gd name="T5" fmla="*/ 55 h 13"/>
                  <a:gd name="T6" fmla="*/ 70 w 15"/>
                  <a:gd name="T7" fmla="*/ 21 h 13"/>
                  <a:gd name="T8" fmla="*/ 63 w 15"/>
                  <a:gd name="T9" fmla="*/ 5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3">
                    <a:moveTo>
                      <a:pt x="2" y="0"/>
                    </a:moveTo>
                    <a:cubicBezTo>
                      <a:pt x="1" y="2"/>
                      <a:pt x="0" y="3"/>
                      <a:pt x="0" y="5"/>
                    </a:cubicBezTo>
                    <a:cubicBezTo>
                      <a:pt x="0" y="9"/>
                      <a:pt x="3" y="13"/>
                      <a:pt x="8" y="13"/>
                    </a:cubicBezTo>
                    <a:cubicBezTo>
                      <a:pt x="12" y="13"/>
                      <a:pt x="15" y="9"/>
                      <a:pt x="15" y="5"/>
                    </a:cubicBezTo>
                    <a:cubicBezTo>
                      <a:pt x="15" y="3"/>
                      <a:pt x="15" y="2"/>
                      <a:pt x="14" y="1"/>
                    </a:cubicBezTo>
                  </a:path>
                </a:pathLst>
              </a:custGeom>
              <a:noFill/>
              <a:ln w="158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4306" name="Oval 162">
                <a:extLst>
                  <a:ext uri="{FF2B5EF4-FFF2-40B4-BE49-F238E27FC236}">
                    <a16:creationId xmlns:a16="http://schemas.microsoft.com/office/drawing/2014/main" id="{B517CF18-E55F-4534-AF35-00DF885584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6" y="917"/>
                <a:ext cx="8" cy="6"/>
              </a:xfrm>
              <a:prstGeom prst="ellipse">
                <a:avLst/>
              </a:prstGeom>
              <a:solidFill>
                <a:srgbClr val="585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94307" name="Freeform 163">
                <a:extLst>
                  <a:ext uri="{FF2B5EF4-FFF2-40B4-BE49-F238E27FC236}">
                    <a16:creationId xmlns:a16="http://schemas.microsoft.com/office/drawing/2014/main" id="{1F25A4FA-0D75-4934-BEFC-6027FBE5F8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9" y="907"/>
                <a:ext cx="63" cy="30"/>
              </a:xfrm>
              <a:custGeom>
                <a:avLst/>
                <a:gdLst>
                  <a:gd name="T0" fmla="*/ 172 w 38"/>
                  <a:gd name="T1" fmla="*/ 50 h 18"/>
                  <a:gd name="T2" fmla="*/ 151 w 38"/>
                  <a:gd name="T3" fmla="*/ 62 h 18"/>
                  <a:gd name="T4" fmla="*/ 76 w 38"/>
                  <a:gd name="T5" fmla="*/ 83 h 18"/>
                  <a:gd name="T6" fmla="*/ 0 w 38"/>
                  <a:gd name="T7" fmla="*/ 50 h 18"/>
                  <a:gd name="T8" fmla="*/ 50 w 38"/>
                  <a:gd name="T9" fmla="*/ 20 h 18"/>
                  <a:gd name="T10" fmla="*/ 159 w 38"/>
                  <a:gd name="T11" fmla="*/ 37 h 18"/>
                  <a:gd name="T12" fmla="*/ 172 w 38"/>
                  <a:gd name="T13" fmla="*/ 50 h 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8" h="18">
                    <a:moveTo>
                      <a:pt x="38" y="11"/>
                    </a:moveTo>
                    <a:cubicBezTo>
                      <a:pt x="37" y="13"/>
                      <a:pt x="35" y="12"/>
                      <a:pt x="33" y="13"/>
                    </a:cubicBezTo>
                    <a:cubicBezTo>
                      <a:pt x="32" y="13"/>
                      <a:pt x="26" y="18"/>
                      <a:pt x="17" y="18"/>
                    </a:cubicBezTo>
                    <a:cubicBezTo>
                      <a:pt x="8" y="18"/>
                      <a:pt x="1" y="11"/>
                      <a:pt x="0" y="11"/>
                    </a:cubicBezTo>
                    <a:cubicBezTo>
                      <a:pt x="1" y="9"/>
                      <a:pt x="7" y="6"/>
                      <a:pt x="11" y="4"/>
                    </a:cubicBezTo>
                    <a:cubicBezTo>
                      <a:pt x="19" y="0"/>
                      <a:pt x="31" y="5"/>
                      <a:pt x="35" y="8"/>
                    </a:cubicBezTo>
                    <a:cubicBezTo>
                      <a:pt x="36" y="9"/>
                      <a:pt x="38" y="10"/>
                      <a:pt x="38" y="11"/>
                    </a:cubicBezTo>
                    <a:close/>
                  </a:path>
                </a:pathLst>
              </a:custGeom>
              <a:noFill/>
              <a:ln w="158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4308" name="Freeform 164">
                <a:extLst>
                  <a:ext uri="{FF2B5EF4-FFF2-40B4-BE49-F238E27FC236}">
                    <a16:creationId xmlns:a16="http://schemas.microsoft.com/office/drawing/2014/main" id="{96762495-F681-426D-A228-6B25539FDA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6" y="887"/>
                <a:ext cx="74" cy="23"/>
              </a:xfrm>
              <a:custGeom>
                <a:avLst/>
                <a:gdLst>
                  <a:gd name="T0" fmla="*/ 201 w 45"/>
                  <a:gd name="T1" fmla="*/ 13 h 14"/>
                  <a:gd name="T2" fmla="*/ 0 w 45"/>
                  <a:gd name="T3" fmla="*/ 62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5" h="14">
                    <a:moveTo>
                      <a:pt x="45" y="3"/>
                    </a:moveTo>
                    <a:cubicBezTo>
                      <a:pt x="34" y="1"/>
                      <a:pt x="20" y="0"/>
                      <a:pt x="0" y="14"/>
                    </a:cubicBezTo>
                  </a:path>
                </a:pathLst>
              </a:custGeom>
              <a:noFill/>
              <a:ln w="4763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4309" name="Oval 165">
                <a:extLst>
                  <a:ext uri="{FF2B5EF4-FFF2-40B4-BE49-F238E27FC236}">
                    <a16:creationId xmlns:a16="http://schemas.microsoft.com/office/drawing/2014/main" id="{2EDB7CF1-CCCD-4945-B420-F8EBCD1126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71" y="914"/>
                <a:ext cx="6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94310" name="Oval 166">
                <a:extLst>
                  <a:ext uri="{FF2B5EF4-FFF2-40B4-BE49-F238E27FC236}">
                    <a16:creationId xmlns:a16="http://schemas.microsoft.com/office/drawing/2014/main" id="{D94B5100-6879-4442-A5C7-7824ED3CF5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71" y="922"/>
                <a:ext cx="3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94311" name="Freeform 167">
                <a:extLst>
                  <a:ext uri="{FF2B5EF4-FFF2-40B4-BE49-F238E27FC236}">
                    <a16:creationId xmlns:a16="http://schemas.microsoft.com/office/drawing/2014/main" id="{0E47ECC3-2A4A-4A0A-B142-84C8200438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2" y="933"/>
                <a:ext cx="42" cy="15"/>
              </a:xfrm>
              <a:custGeom>
                <a:avLst/>
                <a:gdLst>
                  <a:gd name="T0" fmla="*/ 119 w 25"/>
                  <a:gd name="T1" fmla="*/ 13 h 9"/>
                  <a:gd name="T2" fmla="*/ 0 w 25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" h="9">
                    <a:moveTo>
                      <a:pt x="25" y="3"/>
                    </a:moveTo>
                    <a:cubicBezTo>
                      <a:pt x="25" y="3"/>
                      <a:pt x="11" y="9"/>
                      <a:pt x="0" y="0"/>
                    </a:cubicBezTo>
                  </a:path>
                </a:pathLst>
              </a:custGeom>
              <a:noFill/>
              <a:ln w="158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4312" name="Freeform 168">
                <a:extLst>
                  <a:ext uri="{FF2B5EF4-FFF2-40B4-BE49-F238E27FC236}">
                    <a16:creationId xmlns:a16="http://schemas.microsoft.com/office/drawing/2014/main" id="{3C0BEF51-3981-430A-93F7-0678F55203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7" y="927"/>
                <a:ext cx="5" cy="1"/>
              </a:xfrm>
              <a:custGeom>
                <a:avLst/>
                <a:gdLst>
                  <a:gd name="T0" fmla="*/ 13 w 3"/>
                  <a:gd name="T1" fmla="*/ 1 h 1"/>
                  <a:gd name="T2" fmla="*/ 0 w 3"/>
                  <a:gd name="T3" fmla="*/ 1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">
                    <a:moveTo>
                      <a:pt x="3" y="1"/>
                    </a:moveTo>
                    <a:cubicBezTo>
                      <a:pt x="2" y="1"/>
                      <a:pt x="1" y="0"/>
                      <a:pt x="0" y="1"/>
                    </a:cubicBezTo>
                  </a:path>
                </a:pathLst>
              </a:custGeom>
              <a:noFill/>
              <a:ln w="158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4313" name="Freeform 169">
                <a:extLst>
                  <a:ext uri="{FF2B5EF4-FFF2-40B4-BE49-F238E27FC236}">
                    <a16:creationId xmlns:a16="http://schemas.microsoft.com/office/drawing/2014/main" id="{32337012-FB89-4736-BC62-36C076E648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4" y="930"/>
                <a:ext cx="3" cy="2"/>
              </a:xfrm>
              <a:custGeom>
                <a:avLst/>
                <a:gdLst>
                  <a:gd name="T0" fmla="*/ 8 w 2"/>
                  <a:gd name="T1" fmla="*/ 8 h 1"/>
                  <a:gd name="T2" fmla="*/ 0 w 2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2" y="0"/>
                      <a:pt x="1" y="1"/>
                      <a:pt x="0" y="1"/>
                    </a:cubicBezTo>
                  </a:path>
                </a:pathLst>
              </a:custGeom>
              <a:noFill/>
              <a:ln w="158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4314" name="Freeform 170">
                <a:extLst>
                  <a:ext uri="{FF2B5EF4-FFF2-40B4-BE49-F238E27FC236}">
                    <a16:creationId xmlns:a16="http://schemas.microsoft.com/office/drawing/2014/main" id="{A50EF96A-2C85-48D2-A7B8-6EC5A7C88C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5" y="923"/>
                <a:ext cx="1" cy="4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16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0" y="1"/>
                      <a:pt x="0" y="2"/>
                    </a:cubicBezTo>
                  </a:path>
                </a:pathLst>
              </a:custGeom>
              <a:noFill/>
              <a:ln w="158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4315" name="Freeform 171">
                <a:extLst>
                  <a:ext uri="{FF2B5EF4-FFF2-40B4-BE49-F238E27FC236}">
                    <a16:creationId xmlns:a16="http://schemas.microsoft.com/office/drawing/2014/main" id="{E12356E3-6C92-4D54-9719-C5002FFE04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9" y="937"/>
                <a:ext cx="22" cy="5"/>
              </a:xfrm>
              <a:custGeom>
                <a:avLst/>
                <a:gdLst>
                  <a:gd name="T0" fmla="*/ 63 w 13"/>
                  <a:gd name="T1" fmla="*/ 13 h 3"/>
                  <a:gd name="T2" fmla="*/ 34 w 13"/>
                  <a:gd name="T3" fmla="*/ 0 h 3"/>
                  <a:gd name="T4" fmla="*/ 0 w 13"/>
                  <a:gd name="T5" fmla="*/ 0 h 3"/>
                  <a:gd name="T6" fmla="*/ 63 w 13"/>
                  <a:gd name="T7" fmla="*/ 8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3">
                    <a:moveTo>
                      <a:pt x="13" y="3"/>
                    </a:moveTo>
                    <a:cubicBezTo>
                      <a:pt x="11" y="3"/>
                      <a:pt x="9" y="1"/>
                      <a:pt x="7" y="0"/>
                    </a:cubicBezTo>
                    <a:cubicBezTo>
                      <a:pt x="5" y="0"/>
                      <a:pt x="2" y="0"/>
                      <a:pt x="0" y="0"/>
                    </a:cubicBezTo>
                    <a:cubicBezTo>
                      <a:pt x="3" y="2"/>
                      <a:pt x="9" y="2"/>
                      <a:pt x="13" y="2"/>
                    </a:cubicBezTo>
                  </a:path>
                </a:pathLst>
              </a:custGeom>
              <a:solidFill>
                <a:srgbClr val="FDEA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4316" name="Freeform 172">
                <a:extLst>
                  <a:ext uri="{FF2B5EF4-FFF2-40B4-BE49-F238E27FC236}">
                    <a16:creationId xmlns:a16="http://schemas.microsoft.com/office/drawing/2014/main" id="{FEA6654C-C463-4A92-BD37-5563F1F76B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2" y="930"/>
                <a:ext cx="7" cy="2"/>
              </a:xfrm>
              <a:custGeom>
                <a:avLst/>
                <a:gdLst>
                  <a:gd name="T0" fmla="*/ 21 w 4"/>
                  <a:gd name="T1" fmla="*/ 8 h 1"/>
                  <a:gd name="T2" fmla="*/ 0 w 4"/>
                  <a:gd name="T3" fmla="*/ 0 h 1"/>
                  <a:gd name="T4" fmla="*/ 21 w 4"/>
                  <a:gd name="T5" fmla="*/ 8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1">
                    <a:moveTo>
                      <a:pt x="4" y="1"/>
                    </a:moveTo>
                    <a:cubicBezTo>
                      <a:pt x="3" y="1"/>
                      <a:pt x="2" y="1"/>
                      <a:pt x="0" y="0"/>
                    </a:cubicBezTo>
                    <a:cubicBezTo>
                      <a:pt x="2" y="0"/>
                      <a:pt x="3" y="0"/>
                      <a:pt x="4" y="1"/>
                    </a:cubicBezTo>
                  </a:path>
                </a:pathLst>
              </a:custGeom>
              <a:solidFill>
                <a:srgbClr val="FDEA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4317" name="Freeform 173">
                <a:extLst>
                  <a:ext uri="{FF2B5EF4-FFF2-40B4-BE49-F238E27FC236}">
                    <a16:creationId xmlns:a16="http://schemas.microsoft.com/office/drawing/2014/main" id="{433F9475-1BEA-4E49-9D58-414C68ED59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7" y="912"/>
                <a:ext cx="17" cy="13"/>
              </a:xfrm>
              <a:custGeom>
                <a:avLst/>
                <a:gdLst>
                  <a:gd name="T0" fmla="*/ 49 w 10"/>
                  <a:gd name="T1" fmla="*/ 5 h 8"/>
                  <a:gd name="T2" fmla="*/ 41 w 10"/>
                  <a:gd name="T3" fmla="*/ 8 h 8"/>
                  <a:gd name="T4" fmla="*/ 29 w 10"/>
                  <a:gd name="T5" fmla="*/ 13 h 8"/>
                  <a:gd name="T6" fmla="*/ 20 w 10"/>
                  <a:gd name="T7" fmla="*/ 21 h 8"/>
                  <a:gd name="T8" fmla="*/ 9 w 10"/>
                  <a:gd name="T9" fmla="*/ 29 h 8"/>
                  <a:gd name="T10" fmla="*/ 5 w 10"/>
                  <a:gd name="T11" fmla="*/ 13 h 8"/>
                  <a:gd name="T12" fmla="*/ 26 w 10"/>
                  <a:gd name="T13" fmla="*/ 5 h 8"/>
                  <a:gd name="T14" fmla="*/ 41 w 10"/>
                  <a:gd name="T15" fmla="*/ 5 h 8"/>
                  <a:gd name="T16" fmla="*/ 49 w 10"/>
                  <a:gd name="T17" fmla="*/ 5 h 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" h="8">
                    <a:moveTo>
                      <a:pt x="10" y="1"/>
                    </a:moveTo>
                    <a:cubicBezTo>
                      <a:pt x="9" y="1"/>
                      <a:pt x="9" y="1"/>
                      <a:pt x="8" y="2"/>
                    </a:cubicBezTo>
                    <a:cubicBezTo>
                      <a:pt x="7" y="2"/>
                      <a:pt x="6" y="2"/>
                      <a:pt x="6" y="3"/>
                    </a:cubicBezTo>
                    <a:cubicBezTo>
                      <a:pt x="5" y="3"/>
                      <a:pt x="4" y="4"/>
                      <a:pt x="4" y="5"/>
                    </a:cubicBezTo>
                    <a:cubicBezTo>
                      <a:pt x="4" y="6"/>
                      <a:pt x="3" y="8"/>
                      <a:pt x="2" y="7"/>
                    </a:cubicBezTo>
                    <a:cubicBezTo>
                      <a:pt x="0" y="7"/>
                      <a:pt x="0" y="4"/>
                      <a:pt x="1" y="3"/>
                    </a:cubicBezTo>
                    <a:cubicBezTo>
                      <a:pt x="1" y="1"/>
                      <a:pt x="3" y="0"/>
                      <a:pt x="5" y="1"/>
                    </a:cubicBezTo>
                    <a:cubicBezTo>
                      <a:pt x="6" y="1"/>
                      <a:pt x="7" y="1"/>
                      <a:pt x="8" y="1"/>
                    </a:cubicBezTo>
                    <a:cubicBezTo>
                      <a:pt x="9" y="1"/>
                      <a:pt x="9" y="1"/>
                      <a:pt x="10" y="1"/>
                    </a:cubicBezTo>
                  </a:path>
                </a:pathLst>
              </a:custGeom>
              <a:solidFill>
                <a:srgbClr val="8A6F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4318" name="Freeform 174">
                <a:extLst>
                  <a:ext uri="{FF2B5EF4-FFF2-40B4-BE49-F238E27FC236}">
                    <a16:creationId xmlns:a16="http://schemas.microsoft.com/office/drawing/2014/main" id="{720521C2-B5C3-49AC-9035-4E81D1A231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9" y="935"/>
                <a:ext cx="46" cy="28"/>
              </a:xfrm>
              <a:custGeom>
                <a:avLst/>
                <a:gdLst>
                  <a:gd name="T0" fmla="*/ 125 w 28"/>
                  <a:gd name="T1" fmla="*/ 5 h 17"/>
                  <a:gd name="T2" fmla="*/ 76 w 28"/>
                  <a:gd name="T3" fmla="*/ 35 h 17"/>
                  <a:gd name="T4" fmla="*/ 0 w 28"/>
                  <a:gd name="T5" fmla="*/ 71 h 17"/>
                  <a:gd name="T6" fmla="*/ 71 w 28"/>
                  <a:gd name="T7" fmla="*/ 54 h 17"/>
                  <a:gd name="T8" fmla="*/ 97 w 28"/>
                  <a:gd name="T9" fmla="*/ 26 h 17"/>
                  <a:gd name="T10" fmla="*/ 125 w 28"/>
                  <a:gd name="T11" fmla="*/ 8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8" h="17">
                    <a:moveTo>
                      <a:pt x="28" y="1"/>
                    </a:moveTo>
                    <a:cubicBezTo>
                      <a:pt x="24" y="0"/>
                      <a:pt x="19" y="6"/>
                      <a:pt x="17" y="8"/>
                    </a:cubicBezTo>
                    <a:cubicBezTo>
                      <a:pt x="12" y="13"/>
                      <a:pt x="7" y="16"/>
                      <a:pt x="0" y="16"/>
                    </a:cubicBezTo>
                    <a:cubicBezTo>
                      <a:pt x="6" y="17"/>
                      <a:pt x="11" y="17"/>
                      <a:pt x="16" y="12"/>
                    </a:cubicBezTo>
                    <a:cubicBezTo>
                      <a:pt x="18" y="10"/>
                      <a:pt x="20" y="9"/>
                      <a:pt x="22" y="6"/>
                    </a:cubicBezTo>
                    <a:cubicBezTo>
                      <a:pt x="23" y="4"/>
                      <a:pt x="26" y="1"/>
                      <a:pt x="28" y="2"/>
                    </a:cubicBezTo>
                  </a:path>
                </a:pathLst>
              </a:custGeom>
              <a:solidFill>
                <a:srgbClr val="FDEA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4319" name="Freeform 175">
                <a:extLst>
                  <a:ext uri="{FF2B5EF4-FFF2-40B4-BE49-F238E27FC236}">
                    <a16:creationId xmlns:a16="http://schemas.microsoft.com/office/drawing/2014/main" id="{C8AC8B29-9436-4101-B745-13A6D23C34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0" y="930"/>
                <a:ext cx="40" cy="36"/>
              </a:xfrm>
              <a:custGeom>
                <a:avLst/>
                <a:gdLst>
                  <a:gd name="T0" fmla="*/ 0 w 24"/>
                  <a:gd name="T1" fmla="*/ 0 h 22"/>
                  <a:gd name="T2" fmla="*/ 50 w 24"/>
                  <a:gd name="T3" fmla="*/ 54 h 22"/>
                  <a:gd name="T4" fmla="*/ 112 w 24"/>
                  <a:gd name="T5" fmla="*/ 97 h 22"/>
                  <a:gd name="T6" fmla="*/ 50 w 24"/>
                  <a:gd name="T7" fmla="*/ 34 h 22"/>
                  <a:gd name="T8" fmla="*/ 5 w 24"/>
                  <a:gd name="T9" fmla="*/ 0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22">
                    <a:moveTo>
                      <a:pt x="0" y="0"/>
                    </a:moveTo>
                    <a:cubicBezTo>
                      <a:pt x="6" y="3"/>
                      <a:pt x="8" y="7"/>
                      <a:pt x="11" y="12"/>
                    </a:cubicBezTo>
                    <a:cubicBezTo>
                      <a:pt x="14" y="17"/>
                      <a:pt x="19" y="19"/>
                      <a:pt x="24" y="22"/>
                    </a:cubicBezTo>
                    <a:cubicBezTo>
                      <a:pt x="20" y="18"/>
                      <a:pt x="15" y="14"/>
                      <a:pt x="11" y="8"/>
                    </a:cubicBezTo>
                    <a:cubicBezTo>
                      <a:pt x="8" y="4"/>
                      <a:pt x="6" y="3"/>
                      <a:pt x="1" y="0"/>
                    </a:cubicBezTo>
                  </a:path>
                </a:pathLst>
              </a:custGeom>
              <a:solidFill>
                <a:srgbClr val="FDEA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4320" name="Freeform 176">
                <a:extLst>
                  <a:ext uri="{FF2B5EF4-FFF2-40B4-BE49-F238E27FC236}">
                    <a16:creationId xmlns:a16="http://schemas.microsoft.com/office/drawing/2014/main" id="{F660051D-E2BB-4CC6-9500-F478ADC58F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7" y="2045"/>
                <a:ext cx="75" cy="227"/>
              </a:xfrm>
              <a:custGeom>
                <a:avLst/>
                <a:gdLst>
                  <a:gd name="T0" fmla="*/ 5 w 45"/>
                  <a:gd name="T1" fmla="*/ 0 h 138"/>
                  <a:gd name="T2" fmla="*/ 147 w 45"/>
                  <a:gd name="T3" fmla="*/ 173 h 138"/>
                  <a:gd name="T4" fmla="*/ 147 w 45"/>
                  <a:gd name="T5" fmla="*/ 324 h 138"/>
                  <a:gd name="T6" fmla="*/ 195 w 45"/>
                  <a:gd name="T7" fmla="*/ 454 h 138"/>
                  <a:gd name="T8" fmla="*/ 188 w 45"/>
                  <a:gd name="T9" fmla="*/ 614 h 138"/>
                  <a:gd name="T10" fmla="*/ 172 w 45"/>
                  <a:gd name="T11" fmla="*/ 454 h 138"/>
                  <a:gd name="T12" fmla="*/ 133 w 45"/>
                  <a:gd name="T13" fmla="*/ 298 h 138"/>
                  <a:gd name="T14" fmla="*/ 117 w 45"/>
                  <a:gd name="T15" fmla="*/ 143 h 138"/>
                  <a:gd name="T16" fmla="*/ 0 w 45"/>
                  <a:gd name="T17" fmla="*/ 8 h 13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5" h="138">
                    <a:moveTo>
                      <a:pt x="1" y="0"/>
                    </a:moveTo>
                    <a:cubicBezTo>
                      <a:pt x="11" y="12"/>
                      <a:pt x="26" y="23"/>
                      <a:pt x="32" y="39"/>
                    </a:cubicBezTo>
                    <a:cubicBezTo>
                      <a:pt x="37" y="51"/>
                      <a:pt x="32" y="60"/>
                      <a:pt x="32" y="73"/>
                    </a:cubicBezTo>
                    <a:cubicBezTo>
                      <a:pt x="32" y="84"/>
                      <a:pt x="40" y="91"/>
                      <a:pt x="42" y="102"/>
                    </a:cubicBezTo>
                    <a:cubicBezTo>
                      <a:pt x="44" y="113"/>
                      <a:pt x="45" y="127"/>
                      <a:pt x="41" y="138"/>
                    </a:cubicBezTo>
                    <a:cubicBezTo>
                      <a:pt x="41" y="126"/>
                      <a:pt x="41" y="114"/>
                      <a:pt x="37" y="102"/>
                    </a:cubicBezTo>
                    <a:cubicBezTo>
                      <a:pt x="32" y="90"/>
                      <a:pt x="27" y="82"/>
                      <a:pt x="29" y="67"/>
                    </a:cubicBezTo>
                    <a:cubicBezTo>
                      <a:pt x="31" y="53"/>
                      <a:pt x="32" y="45"/>
                      <a:pt x="25" y="32"/>
                    </a:cubicBezTo>
                    <a:cubicBezTo>
                      <a:pt x="19" y="21"/>
                      <a:pt x="9" y="11"/>
                      <a:pt x="0" y="2"/>
                    </a:cubicBezTo>
                  </a:path>
                </a:pathLst>
              </a:custGeom>
              <a:solidFill>
                <a:srgbClr val="FDEA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4321" name="Freeform 177">
                <a:extLst>
                  <a:ext uri="{FF2B5EF4-FFF2-40B4-BE49-F238E27FC236}">
                    <a16:creationId xmlns:a16="http://schemas.microsoft.com/office/drawing/2014/main" id="{0CDEE4EE-4C73-4B2A-8CD3-047BE02356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7" y="2030"/>
                <a:ext cx="109" cy="191"/>
              </a:xfrm>
              <a:custGeom>
                <a:avLst/>
                <a:gdLst>
                  <a:gd name="T0" fmla="*/ 297 w 66"/>
                  <a:gd name="T1" fmla="*/ 0 h 116"/>
                  <a:gd name="T2" fmla="*/ 180 w 66"/>
                  <a:gd name="T3" fmla="*/ 125 h 116"/>
                  <a:gd name="T4" fmla="*/ 145 w 66"/>
                  <a:gd name="T5" fmla="*/ 277 h 116"/>
                  <a:gd name="T6" fmla="*/ 46 w 66"/>
                  <a:gd name="T7" fmla="*/ 387 h 116"/>
                  <a:gd name="T8" fmla="*/ 5 w 66"/>
                  <a:gd name="T9" fmla="*/ 517 h 116"/>
                  <a:gd name="T10" fmla="*/ 41 w 66"/>
                  <a:gd name="T11" fmla="*/ 357 h 116"/>
                  <a:gd name="T12" fmla="*/ 137 w 66"/>
                  <a:gd name="T13" fmla="*/ 260 h 116"/>
                  <a:gd name="T14" fmla="*/ 137 w 66"/>
                  <a:gd name="T15" fmla="*/ 179 h 116"/>
                  <a:gd name="T16" fmla="*/ 167 w 66"/>
                  <a:gd name="T17" fmla="*/ 109 h 116"/>
                  <a:gd name="T18" fmla="*/ 284 w 66"/>
                  <a:gd name="T19" fmla="*/ 20 h 11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66" h="116">
                    <a:moveTo>
                      <a:pt x="66" y="0"/>
                    </a:moveTo>
                    <a:cubicBezTo>
                      <a:pt x="56" y="7"/>
                      <a:pt x="46" y="18"/>
                      <a:pt x="40" y="28"/>
                    </a:cubicBezTo>
                    <a:cubicBezTo>
                      <a:pt x="33" y="40"/>
                      <a:pt x="37" y="52"/>
                      <a:pt x="32" y="62"/>
                    </a:cubicBezTo>
                    <a:cubicBezTo>
                      <a:pt x="27" y="72"/>
                      <a:pt x="15" y="77"/>
                      <a:pt x="10" y="87"/>
                    </a:cubicBezTo>
                    <a:cubicBezTo>
                      <a:pt x="5" y="97"/>
                      <a:pt x="4" y="106"/>
                      <a:pt x="1" y="116"/>
                    </a:cubicBezTo>
                    <a:cubicBezTo>
                      <a:pt x="0" y="104"/>
                      <a:pt x="2" y="90"/>
                      <a:pt x="9" y="80"/>
                    </a:cubicBezTo>
                    <a:cubicBezTo>
                      <a:pt x="14" y="72"/>
                      <a:pt x="28" y="67"/>
                      <a:pt x="30" y="58"/>
                    </a:cubicBezTo>
                    <a:cubicBezTo>
                      <a:pt x="31" y="53"/>
                      <a:pt x="29" y="46"/>
                      <a:pt x="30" y="40"/>
                    </a:cubicBezTo>
                    <a:cubicBezTo>
                      <a:pt x="31" y="34"/>
                      <a:pt x="34" y="29"/>
                      <a:pt x="37" y="24"/>
                    </a:cubicBezTo>
                    <a:cubicBezTo>
                      <a:pt x="45" y="13"/>
                      <a:pt x="53" y="11"/>
                      <a:pt x="63" y="4"/>
                    </a:cubicBezTo>
                  </a:path>
                </a:pathLst>
              </a:custGeom>
              <a:solidFill>
                <a:srgbClr val="FDEA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4322" name="Freeform 178">
                <a:extLst>
                  <a:ext uri="{FF2B5EF4-FFF2-40B4-BE49-F238E27FC236}">
                    <a16:creationId xmlns:a16="http://schemas.microsoft.com/office/drawing/2014/main" id="{9D0E95A9-2175-4D7B-A358-AB2CEA99DB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3" y="1848"/>
                <a:ext cx="38" cy="107"/>
              </a:xfrm>
              <a:custGeom>
                <a:avLst/>
                <a:gdLst>
                  <a:gd name="T0" fmla="*/ 104 w 23"/>
                  <a:gd name="T1" fmla="*/ 290 h 65"/>
                  <a:gd name="T2" fmla="*/ 76 w 23"/>
                  <a:gd name="T3" fmla="*/ 143 h 65"/>
                  <a:gd name="T4" fmla="*/ 21 w 23"/>
                  <a:gd name="T5" fmla="*/ 0 h 65"/>
                  <a:gd name="T6" fmla="*/ 35 w 23"/>
                  <a:gd name="T7" fmla="*/ 71 h 65"/>
                  <a:gd name="T8" fmla="*/ 84 w 23"/>
                  <a:gd name="T9" fmla="*/ 171 h 65"/>
                  <a:gd name="T10" fmla="*/ 91 w 23"/>
                  <a:gd name="T11" fmla="*/ 285 h 6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3" h="65">
                    <a:moveTo>
                      <a:pt x="23" y="65"/>
                    </a:moveTo>
                    <a:cubicBezTo>
                      <a:pt x="5" y="63"/>
                      <a:pt x="17" y="42"/>
                      <a:pt x="17" y="32"/>
                    </a:cubicBezTo>
                    <a:cubicBezTo>
                      <a:pt x="16" y="20"/>
                      <a:pt x="0" y="14"/>
                      <a:pt x="5" y="0"/>
                    </a:cubicBezTo>
                    <a:cubicBezTo>
                      <a:pt x="5" y="6"/>
                      <a:pt x="7" y="10"/>
                      <a:pt x="8" y="16"/>
                    </a:cubicBezTo>
                    <a:cubicBezTo>
                      <a:pt x="15" y="21"/>
                      <a:pt x="20" y="29"/>
                      <a:pt x="19" y="38"/>
                    </a:cubicBezTo>
                    <a:cubicBezTo>
                      <a:pt x="18" y="46"/>
                      <a:pt x="9" y="59"/>
                      <a:pt x="20" y="64"/>
                    </a:cubicBezTo>
                  </a:path>
                </a:pathLst>
              </a:custGeom>
              <a:solidFill>
                <a:srgbClr val="FDEA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4323" name="Freeform 179">
                <a:extLst>
                  <a:ext uri="{FF2B5EF4-FFF2-40B4-BE49-F238E27FC236}">
                    <a16:creationId xmlns:a16="http://schemas.microsoft.com/office/drawing/2014/main" id="{D7263659-A246-4683-BB4E-BE03DC0255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1" y="1865"/>
                <a:ext cx="37" cy="100"/>
              </a:xfrm>
              <a:custGeom>
                <a:avLst/>
                <a:gdLst>
                  <a:gd name="T0" fmla="*/ 0 w 22"/>
                  <a:gd name="T1" fmla="*/ 269 h 61"/>
                  <a:gd name="T2" fmla="*/ 34 w 22"/>
                  <a:gd name="T3" fmla="*/ 130 h 61"/>
                  <a:gd name="T4" fmla="*/ 76 w 22"/>
                  <a:gd name="T5" fmla="*/ 62 h 61"/>
                  <a:gd name="T6" fmla="*/ 67 w 22"/>
                  <a:gd name="T7" fmla="*/ 0 h 61"/>
                  <a:gd name="T8" fmla="*/ 54 w 22"/>
                  <a:gd name="T9" fmla="*/ 138 h 61"/>
                  <a:gd name="T10" fmla="*/ 0 w 22"/>
                  <a:gd name="T11" fmla="*/ 269 h 6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2" h="61">
                    <a:moveTo>
                      <a:pt x="0" y="61"/>
                    </a:moveTo>
                    <a:cubicBezTo>
                      <a:pt x="16" y="53"/>
                      <a:pt x="4" y="40"/>
                      <a:pt x="7" y="29"/>
                    </a:cubicBezTo>
                    <a:cubicBezTo>
                      <a:pt x="9" y="24"/>
                      <a:pt x="15" y="21"/>
                      <a:pt x="16" y="14"/>
                    </a:cubicBezTo>
                    <a:cubicBezTo>
                      <a:pt x="17" y="9"/>
                      <a:pt x="15" y="5"/>
                      <a:pt x="14" y="0"/>
                    </a:cubicBezTo>
                    <a:cubicBezTo>
                      <a:pt x="22" y="10"/>
                      <a:pt x="14" y="22"/>
                      <a:pt x="11" y="31"/>
                    </a:cubicBezTo>
                    <a:cubicBezTo>
                      <a:pt x="7" y="45"/>
                      <a:pt x="14" y="52"/>
                      <a:pt x="0" y="61"/>
                    </a:cubicBezTo>
                  </a:path>
                </a:pathLst>
              </a:custGeom>
              <a:solidFill>
                <a:srgbClr val="FDEA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4324" name="Freeform 180">
                <a:extLst>
                  <a:ext uri="{FF2B5EF4-FFF2-40B4-BE49-F238E27FC236}">
                    <a16:creationId xmlns:a16="http://schemas.microsoft.com/office/drawing/2014/main" id="{EFBA8B56-C023-44E0-9FF3-7D95DB561B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7" y="1463"/>
                <a:ext cx="56" cy="103"/>
              </a:xfrm>
              <a:custGeom>
                <a:avLst/>
                <a:gdLst>
                  <a:gd name="T0" fmla="*/ 138 w 34"/>
                  <a:gd name="T1" fmla="*/ 0 h 62"/>
                  <a:gd name="T2" fmla="*/ 0 w 34"/>
                  <a:gd name="T3" fmla="*/ 284 h 6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4" h="62">
                    <a:moveTo>
                      <a:pt x="31" y="0"/>
                    </a:moveTo>
                    <a:cubicBezTo>
                      <a:pt x="34" y="19"/>
                      <a:pt x="13" y="49"/>
                      <a:pt x="0" y="62"/>
                    </a:cubicBezTo>
                  </a:path>
                </a:pathLst>
              </a:custGeom>
              <a:noFill/>
              <a:ln w="158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4325" name="Freeform 181">
                <a:extLst>
                  <a:ext uri="{FF2B5EF4-FFF2-40B4-BE49-F238E27FC236}">
                    <a16:creationId xmlns:a16="http://schemas.microsoft.com/office/drawing/2014/main" id="{FD18BBB9-7E16-40C2-B65A-C41CE1E697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9" y="1467"/>
                <a:ext cx="78" cy="122"/>
              </a:xfrm>
              <a:custGeom>
                <a:avLst/>
                <a:gdLst>
                  <a:gd name="T0" fmla="*/ 8 w 47"/>
                  <a:gd name="T1" fmla="*/ 0 h 74"/>
                  <a:gd name="T2" fmla="*/ 88 w 47"/>
                  <a:gd name="T3" fmla="*/ 167 h 74"/>
                  <a:gd name="T4" fmla="*/ 214 w 47"/>
                  <a:gd name="T5" fmla="*/ 331 h 7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7" h="74">
                    <a:moveTo>
                      <a:pt x="2" y="0"/>
                    </a:moveTo>
                    <a:cubicBezTo>
                      <a:pt x="0" y="13"/>
                      <a:pt x="11" y="27"/>
                      <a:pt x="19" y="37"/>
                    </a:cubicBezTo>
                    <a:cubicBezTo>
                      <a:pt x="28" y="48"/>
                      <a:pt x="37" y="64"/>
                      <a:pt x="47" y="74"/>
                    </a:cubicBezTo>
                  </a:path>
                </a:pathLst>
              </a:custGeom>
              <a:noFill/>
              <a:ln w="158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4326" name="Freeform 182">
                <a:extLst>
                  <a:ext uri="{FF2B5EF4-FFF2-40B4-BE49-F238E27FC236}">
                    <a16:creationId xmlns:a16="http://schemas.microsoft.com/office/drawing/2014/main" id="{5F2A3E69-C45C-4AE9-9F47-80B370F7AF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7" y="1515"/>
                <a:ext cx="36" cy="132"/>
              </a:xfrm>
              <a:custGeom>
                <a:avLst/>
                <a:gdLst>
                  <a:gd name="T0" fmla="*/ 97 w 22"/>
                  <a:gd name="T1" fmla="*/ 0 h 80"/>
                  <a:gd name="T2" fmla="*/ 54 w 22"/>
                  <a:gd name="T3" fmla="*/ 160 h 80"/>
                  <a:gd name="T4" fmla="*/ 0 w 22"/>
                  <a:gd name="T5" fmla="*/ 360 h 8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80">
                    <a:moveTo>
                      <a:pt x="22" y="0"/>
                    </a:moveTo>
                    <a:cubicBezTo>
                      <a:pt x="16" y="10"/>
                      <a:pt x="14" y="25"/>
                      <a:pt x="12" y="36"/>
                    </a:cubicBezTo>
                    <a:cubicBezTo>
                      <a:pt x="10" y="48"/>
                      <a:pt x="10" y="72"/>
                      <a:pt x="0" y="80"/>
                    </a:cubicBezTo>
                  </a:path>
                </a:pathLst>
              </a:custGeom>
              <a:noFill/>
              <a:ln w="158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4327" name="Freeform 183">
                <a:extLst>
                  <a:ext uri="{FF2B5EF4-FFF2-40B4-BE49-F238E27FC236}">
                    <a16:creationId xmlns:a16="http://schemas.microsoft.com/office/drawing/2014/main" id="{1D30CDE6-F4F7-4D35-A6A6-943633181D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7" y="1521"/>
                <a:ext cx="38" cy="117"/>
              </a:xfrm>
              <a:custGeom>
                <a:avLst/>
                <a:gdLst>
                  <a:gd name="T0" fmla="*/ 0 w 23"/>
                  <a:gd name="T1" fmla="*/ 0 h 71"/>
                  <a:gd name="T2" fmla="*/ 104 w 23"/>
                  <a:gd name="T3" fmla="*/ 318 h 7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71">
                    <a:moveTo>
                      <a:pt x="0" y="0"/>
                    </a:moveTo>
                    <a:cubicBezTo>
                      <a:pt x="12" y="21"/>
                      <a:pt x="14" y="48"/>
                      <a:pt x="23" y="71"/>
                    </a:cubicBezTo>
                  </a:path>
                </a:pathLst>
              </a:custGeom>
              <a:noFill/>
              <a:ln w="158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4328" name="Freeform 184">
                <a:extLst>
                  <a:ext uri="{FF2B5EF4-FFF2-40B4-BE49-F238E27FC236}">
                    <a16:creationId xmlns:a16="http://schemas.microsoft.com/office/drawing/2014/main" id="{DFC0309C-4F71-4F49-8749-78555CF81C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8" y="2377"/>
                <a:ext cx="79" cy="21"/>
              </a:xfrm>
              <a:custGeom>
                <a:avLst/>
                <a:gdLst>
                  <a:gd name="T0" fmla="*/ 0 w 48"/>
                  <a:gd name="T1" fmla="*/ 47 h 13"/>
                  <a:gd name="T2" fmla="*/ 214 w 48"/>
                  <a:gd name="T3" fmla="*/ 50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8" h="13">
                    <a:moveTo>
                      <a:pt x="0" y="11"/>
                    </a:moveTo>
                    <a:cubicBezTo>
                      <a:pt x="8" y="0"/>
                      <a:pt x="37" y="13"/>
                      <a:pt x="48" y="12"/>
                    </a:cubicBezTo>
                  </a:path>
                </a:pathLst>
              </a:custGeom>
              <a:noFill/>
              <a:ln w="158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4329" name="Freeform 185">
                <a:extLst>
                  <a:ext uri="{FF2B5EF4-FFF2-40B4-BE49-F238E27FC236}">
                    <a16:creationId xmlns:a16="http://schemas.microsoft.com/office/drawing/2014/main" id="{B021E5D6-4BB0-445E-9ADE-4CFB73030D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5" y="2378"/>
                <a:ext cx="78" cy="10"/>
              </a:xfrm>
              <a:custGeom>
                <a:avLst/>
                <a:gdLst>
                  <a:gd name="T0" fmla="*/ 214 w 47"/>
                  <a:gd name="T1" fmla="*/ 5 h 6"/>
                  <a:gd name="T2" fmla="*/ 110 w 47"/>
                  <a:gd name="T3" fmla="*/ 5 h 6"/>
                  <a:gd name="T4" fmla="*/ 0 w 47"/>
                  <a:gd name="T5" fmla="*/ 13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7" h="6">
                    <a:moveTo>
                      <a:pt x="47" y="1"/>
                    </a:moveTo>
                    <a:cubicBezTo>
                      <a:pt x="38" y="0"/>
                      <a:pt x="33" y="0"/>
                      <a:pt x="24" y="1"/>
                    </a:cubicBezTo>
                    <a:cubicBezTo>
                      <a:pt x="18" y="3"/>
                      <a:pt x="5" y="6"/>
                      <a:pt x="0" y="3"/>
                    </a:cubicBezTo>
                  </a:path>
                </a:pathLst>
              </a:custGeom>
              <a:noFill/>
              <a:ln w="158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4330" name="Freeform 186">
                <a:extLst>
                  <a:ext uri="{FF2B5EF4-FFF2-40B4-BE49-F238E27FC236}">
                    <a16:creationId xmlns:a16="http://schemas.microsoft.com/office/drawing/2014/main" id="{46A6DD00-DED9-41E1-9181-033E69102D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5" y="1736"/>
                <a:ext cx="111" cy="28"/>
              </a:xfrm>
              <a:custGeom>
                <a:avLst/>
                <a:gdLst>
                  <a:gd name="T0" fmla="*/ 0 w 67"/>
                  <a:gd name="T1" fmla="*/ 21 h 17"/>
                  <a:gd name="T2" fmla="*/ 305 w 67"/>
                  <a:gd name="T3" fmla="*/ 0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7" h="17">
                    <a:moveTo>
                      <a:pt x="0" y="5"/>
                    </a:moveTo>
                    <a:cubicBezTo>
                      <a:pt x="19" y="17"/>
                      <a:pt x="50" y="13"/>
                      <a:pt x="67" y="0"/>
                    </a:cubicBezTo>
                  </a:path>
                </a:pathLst>
              </a:custGeom>
              <a:noFill/>
              <a:ln w="158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4331" name="Freeform 187">
                <a:extLst>
                  <a:ext uri="{FF2B5EF4-FFF2-40B4-BE49-F238E27FC236}">
                    <a16:creationId xmlns:a16="http://schemas.microsoft.com/office/drawing/2014/main" id="{D5C62D0D-D184-4D17-8D8F-8538D5E7B0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6" y="1747"/>
                <a:ext cx="52" cy="22"/>
              </a:xfrm>
              <a:custGeom>
                <a:avLst/>
                <a:gdLst>
                  <a:gd name="T0" fmla="*/ 146 w 31"/>
                  <a:gd name="T1" fmla="*/ 0 h 13"/>
                  <a:gd name="T2" fmla="*/ 0 w 31"/>
                  <a:gd name="T3" fmla="*/ 63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1" h="13">
                    <a:moveTo>
                      <a:pt x="31" y="0"/>
                    </a:moveTo>
                    <a:cubicBezTo>
                      <a:pt x="21" y="5"/>
                      <a:pt x="12" y="10"/>
                      <a:pt x="0" y="13"/>
                    </a:cubicBezTo>
                  </a:path>
                </a:pathLst>
              </a:custGeom>
              <a:noFill/>
              <a:ln w="158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4332" name="Freeform 188">
                <a:extLst>
                  <a:ext uri="{FF2B5EF4-FFF2-40B4-BE49-F238E27FC236}">
                    <a16:creationId xmlns:a16="http://schemas.microsoft.com/office/drawing/2014/main" id="{74EFDDCB-109A-4D3F-90EC-F235CA53E7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0" y="1736"/>
                <a:ext cx="69" cy="25"/>
              </a:xfrm>
              <a:custGeom>
                <a:avLst/>
                <a:gdLst>
                  <a:gd name="T0" fmla="*/ 0 w 42"/>
                  <a:gd name="T1" fmla="*/ 0 h 15"/>
                  <a:gd name="T2" fmla="*/ 186 w 42"/>
                  <a:gd name="T3" fmla="*/ 62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2" h="15">
                    <a:moveTo>
                      <a:pt x="0" y="0"/>
                    </a:moveTo>
                    <a:cubicBezTo>
                      <a:pt x="12" y="15"/>
                      <a:pt x="28" y="7"/>
                      <a:pt x="42" y="13"/>
                    </a:cubicBezTo>
                  </a:path>
                </a:pathLst>
              </a:custGeom>
              <a:noFill/>
              <a:ln w="158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4333" name="Freeform 189">
                <a:extLst>
                  <a:ext uri="{FF2B5EF4-FFF2-40B4-BE49-F238E27FC236}">
                    <a16:creationId xmlns:a16="http://schemas.microsoft.com/office/drawing/2014/main" id="{F4E83D40-76C9-4768-92E9-19087CAFFC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0" y="1744"/>
                <a:ext cx="28" cy="20"/>
              </a:xfrm>
              <a:custGeom>
                <a:avLst/>
                <a:gdLst>
                  <a:gd name="T0" fmla="*/ 0 w 17"/>
                  <a:gd name="T1" fmla="*/ 0 h 12"/>
                  <a:gd name="T2" fmla="*/ 76 w 17"/>
                  <a:gd name="T3" fmla="*/ 55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12">
                    <a:moveTo>
                      <a:pt x="0" y="0"/>
                    </a:moveTo>
                    <a:cubicBezTo>
                      <a:pt x="5" y="4"/>
                      <a:pt x="11" y="9"/>
                      <a:pt x="17" y="12"/>
                    </a:cubicBezTo>
                  </a:path>
                </a:pathLst>
              </a:custGeom>
              <a:noFill/>
              <a:ln w="158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4334" name="Freeform 190">
                <a:extLst>
                  <a:ext uri="{FF2B5EF4-FFF2-40B4-BE49-F238E27FC236}">
                    <a16:creationId xmlns:a16="http://schemas.microsoft.com/office/drawing/2014/main" id="{4E935EED-4FED-4B0C-B7A5-02487643C4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9" y="1450"/>
                <a:ext cx="121" cy="93"/>
              </a:xfrm>
              <a:custGeom>
                <a:avLst/>
                <a:gdLst>
                  <a:gd name="T0" fmla="*/ 333 w 73"/>
                  <a:gd name="T1" fmla="*/ 0 h 56"/>
                  <a:gd name="T2" fmla="*/ 172 w 73"/>
                  <a:gd name="T3" fmla="*/ 209 h 56"/>
                  <a:gd name="T4" fmla="*/ 0 w 73"/>
                  <a:gd name="T5" fmla="*/ 196 h 5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3" h="56">
                    <a:moveTo>
                      <a:pt x="73" y="0"/>
                    </a:moveTo>
                    <a:cubicBezTo>
                      <a:pt x="57" y="4"/>
                      <a:pt x="52" y="37"/>
                      <a:pt x="38" y="46"/>
                    </a:cubicBezTo>
                    <a:cubicBezTo>
                      <a:pt x="23" y="56"/>
                      <a:pt x="14" y="48"/>
                      <a:pt x="0" y="43"/>
                    </a:cubicBezTo>
                  </a:path>
                </a:pathLst>
              </a:custGeom>
              <a:noFill/>
              <a:ln w="158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4335" name="Freeform 191">
                <a:extLst>
                  <a:ext uri="{FF2B5EF4-FFF2-40B4-BE49-F238E27FC236}">
                    <a16:creationId xmlns:a16="http://schemas.microsoft.com/office/drawing/2014/main" id="{3388D811-9385-459D-A543-06E672FD36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0" y="1155"/>
                <a:ext cx="45" cy="72"/>
              </a:xfrm>
              <a:custGeom>
                <a:avLst/>
                <a:gdLst>
                  <a:gd name="T0" fmla="*/ 20 w 27"/>
                  <a:gd name="T1" fmla="*/ 0 h 44"/>
                  <a:gd name="T2" fmla="*/ 28 w 27"/>
                  <a:gd name="T3" fmla="*/ 115 h 44"/>
                  <a:gd name="T4" fmla="*/ 125 w 27"/>
                  <a:gd name="T5" fmla="*/ 193 h 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7" h="44">
                    <a:moveTo>
                      <a:pt x="4" y="0"/>
                    </a:moveTo>
                    <a:cubicBezTo>
                      <a:pt x="0" y="8"/>
                      <a:pt x="1" y="19"/>
                      <a:pt x="6" y="26"/>
                    </a:cubicBezTo>
                    <a:cubicBezTo>
                      <a:pt x="11" y="34"/>
                      <a:pt x="19" y="43"/>
                      <a:pt x="27" y="44"/>
                    </a:cubicBezTo>
                  </a:path>
                </a:pathLst>
              </a:custGeom>
              <a:noFill/>
              <a:ln w="158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4336" name="Freeform 192">
                <a:extLst>
                  <a:ext uri="{FF2B5EF4-FFF2-40B4-BE49-F238E27FC236}">
                    <a16:creationId xmlns:a16="http://schemas.microsoft.com/office/drawing/2014/main" id="{1863B345-0590-4D95-AB8D-1368CE1B99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1" y="1136"/>
                <a:ext cx="21" cy="88"/>
              </a:xfrm>
              <a:custGeom>
                <a:avLst/>
                <a:gdLst>
                  <a:gd name="T0" fmla="*/ 47 w 13"/>
                  <a:gd name="T1" fmla="*/ 0 h 53"/>
                  <a:gd name="T2" fmla="*/ 50 w 13"/>
                  <a:gd name="T3" fmla="*/ 76 h 53"/>
                  <a:gd name="T4" fmla="*/ 50 w 13"/>
                  <a:gd name="T5" fmla="*/ 159 h 53"/>
                  <a:gd name="T6" fmla="*/ 0 w 13"/>
                  <a:gd name="T7" fmla="*/ 237 h 5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53">
                    <a:moveTo>
                      <a:pt x="11" y="0"/>
                    </a:moveTo>
                    <a:cubicBezTo>
                      <a:pt x="10" y="6"/>
                      <a:pt x="13" y="11"/>
                      <a:pt x="12" y="17"/>
                    </a:cubicBezTo>
                    <a:cubicBezTo>
                      <a:pt x="11" y="24"/>
                      <a:pt x="10" y="29"/>
                      <a:pt x="12" y="35"/>
                    </a:cubicBezTo>
                    <a:cubicBezTo>
                      <a:pt x="13" y="45"/>
                      <a:pt x="11" y="53"/>
                      <a:pt x="0" y="52"/>
                    </a:cubicBezTo>
                  </a:path>
                </a:pathLst>
              </a:custGeom>
              <a:noFill/>
              <a:ln w="158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4337" name="Freeform 193">
                <a:extLst>
                  <a:ext uri="{FF2B5EF4-FFF2-40B4-BE49-F238E27FC236}">
                    <a16:creationId xmlns:a16="http://schemas.microsoft.com/office/drawing/2014/main" id="{D1C04D50-5195-485D-AC7A-9B9A08138E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4" y="3270"/>
                <a:ext cx="42" cy="431"/>
              </a:xfrm>
              <a:custGeom>
                <a:avLst/>
                <a:gdLst>
                  <a:gd name="T0" fmla="*/ 0 w 25"/>
                  <a:gd name="T1" fmla="*/ 0 h 261"/>
                  <a:gd name="T2" fmla="*/ 119 w 25"/>
                  <a:gd name="T3" fmla="*/ 1176 h 261"/>
                  <a:gd name="T4" fmla="*/ 0 w 25"/>
                  <a:gd name="T5" fmla="*/ 0 h 26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261">
                    <a:moveTo>
                      <a:pt x="0" y="0"/>
                    </a:moveTo>
                    <a:cubicBezTo>
                      <a:pt x="0" y="0"/>
                      <a:pt x="12" y="212"/>
                      <a:pt x="25" y="261"/>
                    </a:cubicBezTo>
                    <a:cubicBezTo>
                      <a:pt x="25" y="261"/>
                      <a:pt x="7" y="41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4338" name="Freeform 194">
                <a:extLst>
                  <a:ext uri="{FF2B5EF4-FFF2-40B4-BE49-F238E27FC236}">
                    <a16:creationId xmlns:a16="http://schemas.microsoft.com/office/drawing/2014/main" id="{D5A47A71-71AB-4B49-809F-52F3B7C6DC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8" y="3252"/>
                <a:ext cx="46" cy="452"/>
              </a:xfrm>
              <a:custGeom>
                <a:avLst/>
                <a:gdLst>
                  <a:gd name="T0" fmla="*/ 125 w 28"/>
                  <a:gd name="T1" fmla="*/ 0 h 274"/>
                  <a:gd name="T2" fmla="*/ 0 w 28"/>
                  <a:gd name="T3" fmla="*/ 1231 h 274"/>
                  <a:gd name="T4" fmla="*/ 125 w 28"/>
                  <a:gd name="T5" fmla="*/ 0 h 27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274">
                    <a:moveTo>
                      <a:pt x="28" y="0"/>
                    </a:moveTo>
                    <a:cubicBezTo>
                      <a:pt x="28" y="0"/>
                      <a:pt x="27" y="132"/>
                      <a:pt x="0" y="274"/>
                    </a:cubicBezTo>
                    <a:cubicBezTo>
                      <a:pt x="0" y="274"/>
                      <a:pt x="28" y="8"/>
                      <a:pt x="28" y="0"/>
                    </a:cubicBezTo>
                    <a:close/>
                  </a:path>
                </a:pathLst>
              </a:custGeom>
              <a:solidFill>
                <a:srgbClr val="FDEA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4339" name="Freeform 195">
                <a:extLst>
                  <a:ext uri="{FF2B5EF4-FFF2-40B4-BE49-F238E27FC236}">
                    <a16:creationId xmlns:a16="http://schemas.microsoft.com/office/drawing/2014/main" id="{7C9E476D-BF58-4DBF-BBED-C151B536C2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1" y="1117"/>
                <a:ext cx="33" cy="104"/>
              </a:xfrm>
              <a:custGeom>
                <a:avLst/>
                <a:gdLst>
                  <a:gd name="T0" fmla="*/ 68 w 20"/>
                  <a:gd name="T1" fmla="*/ 5 h 63"/>
                  <a:gd name="T2" fmla="*/ 89 w 20"/>
                  <a:gd name="T3" fmla="*/ 104 h 63"/>
                  <a:gd name="T4" fmla="*/ 76 w 20"/>
                  <a:gd name="T5" fmla="*/ 200 h 63"/>
                  <a:gd name="T6" fmla="*/ 63 w 20"/>
                  <a:gd name="T7" fmla="*/ 269 h 63"/>
                  <a:gd name="T8" fmla="*/ 0 w 20"/>
                  <a:gd name="T9" fmla="*/ 284 h 63"/>
                  <a:gd name="T10" fmla="*/ 50 w 20"/>
                  <a:gd name="T11" fmla="*/ 238 h 63"/>
                  <a:gd name="T12" fmla="*/ 76 w 20"/>
                  <a:gd name="T13" fmla="*/ 147 h 63"/>
                  <a:gd name="T14" fmla="*/ 76 w 20"/>
                  <a:gd name="T15" fmla="*/ 68 h 63"/>
                  <a:gd name="T16" fmla="*/ 63 w 20"/>
                  <a:gd name="T17" fmla="*/ 0 h 6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0" h="63">
                    <a:moveTo>
                      <a:pt x="15" y="1"/>
                    </a:moveTo>
                    <a:cubicBezTo>
                      <a:pt x="18" y="9"/>
                      <a:pt x="20" y="15"/>
                      <a:pt x="20" y="23"/>
                    </a:cubicBezTo>
                    <a:cubicBezTo>
                      <a:pt x="19" y="30"/>
                      <a:pt x="18" y="37"/>
                      <a:pt x="17" y="44"/>
                    </a:cubicBezTo>
                    <a:cubicBezTo>
                      <a:pt x="17" y="49"/>
                      <a:pt x="19" y="57"/>
                      <a:pt x="14" y="60"/>
                    </a:cubicBezTo>
                    <a:cubicBezTo>
                      <a:pt x="11" y="62"/>
                      <a:pt x="4" y="63"/>
                      <a:pt x="0" y="63"/>
                    </a:cubicBezTo>
                    <a:cubicBezTo>
                      <a:pt x="5" y="60"/>
                      <a:pt x="9" y="58"/>
                      <a:pt x="11" y="53"/>
                    </a:cubicBezTo>
                    <a:cubicBezTo>
                      <a:pt x="15" y="47"/>
                      <a:pt x="16" y="39"/>
                      <a:pt x="17" y="33"/>
                    </a:cubicBezTo>
                    <a:cubicBezTo>
                      <a:pt x="18" y="27"/>
                      <a:pt x="17" y="21"/>
                      <a:pt x="17" y="15"/>
                    </a:cubicBezTo>
                    <a:cubicBezTo>
                      <a:pt x="17" y="10"/>
                      <a:pt x="15" y="5"/>
                      <a:pt x="14" y="0"/>
                    </a:cubicBezTo>
                  </a:path>
                </a:pathLst>
              </a:custGeom>
              <a:solidFill>
                <a:srgbClr val="FDEA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4340" name="Freeform 196">
                <a:extLst>
                  <a:ext uri="{FF2B5EF4-FFF2-40B4-BE49-F238E27FC236}">
                    <a16:creationId xmlns:a16="http://schemas.microsoft.com/office/drawing/2014/main" id="{87BC14C3-8230-4008-8D5F-7A65BFB3E3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2" y="1125"/>
                <a:ext cx="83" cy="26"/>
              </a:xfrm>
              <a:custGeom>
                <a:avLst/>
                <a:gdLst>
                  <a:gd name="T0" fmla="*/ 5 w 50"/>
                  <a:gd name="T1" fmla="*/ 5 h 16"/>
                  <a:gd name="T2" fmla="*/ 96 w 50"/>
                  <a:gd name="T3" fmla="*/ 63 h 16"/>
                  <a:gd name="T4" fmla="*/ 168 w 50"/>
                  <a:gd name="T5" fmla="*/ 55 h 16"/>
                  <a:gd name="T6" fmla="*/ 208 w 50"/>
                  <a:gd name="T7" fmla="*/ 39 h 16"/>
                  <a:gd name="T8" fmla="*/ 229 w 50"/>
                  <a:gd name="T9" fmla="*/ 5 h 16"/>
                  <a:gd name="T10" fmla="*/ 116 w 50"/>
                  <a:gd name="T11" fmla="*/ 47 h 16"/>
                  <a:gd name="T12" fmla="*/ 0 w 50"/>
                  <a:gd name="T13" fmla="*/ 0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0" h="16">
                    <a:moveTo>
                      <a:pt x="1" y="1"/>
                    </a:moveTo>
                    <a:cubicBezTo>
                      <a:pt x="7" y="8"/>
                      <a:pt x="12" y="12"/>
                      <a:pt x="21" y="15"/>
                    </a:cubicBezTo>
                    <a:cubicBezTo>
                      <a:pt x="27" y="16"/>
                      <a:pt x="32" y="15"/>
                      <a:pt x="37" y="13"/>
                    </a:cubicBezTo>
                    <a:cubicBezTo>
                      <a:pt x="40" y="12"/>
                      <a:pt x="43" y="11"/>
                      <a:pt x="45" y="9"/>
                    </a:cubicBezTo>
                    <a:cubicBezTo>
                      <a:pt x="48" y="7"/>
                      <a:pt x="49" y="3"/>
                      <a:pt x="50" y="1"/>
                    </a:cubicBezTo>
                    <a:cubicBezTo>
                      <a:pt x="42" y="4"/>
                      <a:pt x="35" y="12"/>
                      <a:pt x="25" y="11"/>
                    </a:cubicBezTo>
                    <a:cubicBezTo>
                      <a:pt x="15" y="10"/>
                      <a:pt x="9" y="6"/>
                      <a:pt x="0" y="0"/>
                    </a:cubicBezTo>
                  </a:path>
                </a:pathLst>
              </a:custGeom>
              <a:solidFill>
                <a:srgbClr val="FDEA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4341" name="Freeform 197">
                <a:extLst>
                  <a:ext uri="{FF2B5EF4-FFF2-40B4-BE49-F238E27FC236}">
                    <a16:creationId xmlns:a16="http://schemas.microsoft.com/office/drawing/2014/main" id="{E1351DCC-8E37-4F74-B8CE-27354DBCB4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4" y="1128"/>
                <a:ext cx="76" cy="53"/>
              </a:xfrm>
              <a:custGeom>
                <a:avLst/>
                <a:gdLst>
                  <a:gd name="T0" fmla="*/ 0 w 46"/>
                  <a:gd name="T1" fmla="*/ 0 h 32"/>
                  <a:gd name="T2" fmla="*/ 112 w 46"/>
                  <a:gd name="T3" fmla="*/ 99 h 32"/>
                  <a:gd name="T4" fmla="*/ 208 w 46"/>
                  <a:gd name="T5" fmla="*/ 84 h 32"/>
                  <a:gd name="T6" fmla="*/ 71 w 46"/>
                  <a:gd name="T7" fmla="*/ 118 h 32"/>
                  <a:gd name="T8" fmla="*/ 0 w 46"/>
                  <a:gd name="T9" fmla="*/ 0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6" h="32">
                    <a:moveTo>
                      <a:pt x="0" y="0"/>
                    </a:moveTo>
                    <a:cubicBezTo>
                      <a:pt x="4" y="9"/>
                      <a:pt x="14" y="20"/>
                      <a:pt x="25" y="22"/>
                    </a:cubicBezTo>
                    <a:cubicBezTo>
                      <a:pt x="31" y="24"/>
                      <a:pt x="42" y="24"/>
                      <a:pt x="46" y="19"/>
                    </a:cubicBezTo>
                    <a:cubicBezTo>
                      <a:pt x="39" y="28"/>
                      <a:pt x="25" y="32"/>
                      <a:pt x="16" y="26"/>
                    </a:cubicBezTo>
                    <a:cubicBezTo>
                      <a:pt x="7" y="20"/>
                      <a:pt x="4" y="9"/>
                      <a:pt x="0" y="0"/>
                    </a:cubicBezTo>
                  </a:path>
                </a:pathLst>
              </a:custGeom>
              <a:solidFill>
                <a:srgbClr val="FDEA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4342" name="Freeform 198">
                <a:extLst>
                  <a:ext uri="{FF2B5EF4-FFF2-40B4-BE49-F238E27FC236}">
                    <a16:creationId xmlns:a16="http://schemas.microsoft.com/office/drawing/2014/main" id="{42115E72-E304-48C7-9387-4B16AE401E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3" y="1112"/>
                <a:ext cx="28" cy="105"/>
              </a:xfrm>
              <a:custGeom>
                <a:avLst/>
                <a:gdLst>
                  <a:gd name="T0" fmla="*/ 76 w 17"/>
                  <a:gd name="T1" fmla="*/ 0 h 64"/>
                  <a:gd name="T2" fmla="*/ 33 w 17"/>
                  <a:gd name="T3" fmla="*/ 75 h 64"/>
                  <a:gd name="T4" fmla="*/ 8 w 17"/>
                  <a:gd name="T5" fmla="*/ 143 h 64"/>
                  <a:gd name="T6" fmla="*/ 76 w 17"/>
                  <a:gd name="T7" fmla="*/ 282 h 64"/>
                  <a:gd name="T8" fmla="*/ 26 w 17"/>
                  <a:gd name="T9" fmla="*/ 123 h 64"/>
                  <a:gd name="T10" fmla="*/ 54 w 17"/>
                  <a:gd name="T11" fmla="*/ 54 h 64"/>
                  <a:gd name="T12" fmla="*/ 71 w 17"/>
                  <a:gd name="T13" fmla="*/ 5 h 6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64">
                    <a:moveTo>
                      <a:pt x="17" y="0"/>
                    </a:moveTo>
                    <a:cubicBezTo>
                      <a:pt x="12" y="5"/>
                      <a:pt x="10" y="12"/>
                      <a:pt x="7" y="17"/>
                    </a:cubicBezTo>
                    <a:cubicBezTo>
                      <a:pt x="5" y="22"/>
                      <a:pt x="2" y="27"/>
                      <a:pt x="2" y="32"/>
                    </a:cubicBezTo>
                    <a:cubicBezTo>
                      <a:pt x="0" y="46"/>
                      <a:pt x="7" y="56"/>
                      <a:pt x="17" y="64"/>
                    </a:cubicBezTo>
                    <a:cubicBezTo>
                      <a:pt x="7" y="54"/>
                      <a:pt x="3" y="42"/>
                      <a:pt x="6" y="28"/>
                    </a:cubicBezTo>
                    <a:cubicBezTo>
                      <a:pt x="7" y="22"/>
                      <a:pt x="10" y="17"/>
                      <a:pt x="12" y="12"/>
                    </a:cubicBezTo>
                    <a:cubicBezTo>
                      <a:pt x="14" y="9"/>
                      <a:pt x="14" y="4"/>
                      <a:pt x="16" y="1"/>
                    </a:cubicBezTo>
                  </a:path>
                </a:pathLst>
              </a:custGeom>
              <a:solidFill>
                <a:srgbClr val="FDEA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4343" name="Freeform 199">
                <a:extLst>
                  <a:ext uri="{FF2B5EF4-FFF2-40B4-BE49-F238E27FC236}">
                    <a16:creationId xmlns:a16="http://schemas.microsoft.com/office/drawing/2014/main" id="{D4DB6364-EA90-4F1B-88E5-9517063081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0" y="1196"/>
                <a:ext cx="17" cy="56"/>
              </a:xfrm>
              <a:custGeom>
                <a:avLst/>
                <a:gdLst>
                  <a:gd name="T0" fmla="*/ 34 w 10"/>
                  <a:gd name="T1" fmla="*/ 0 h 34"/>
                  <a:gd name="T2" fmla="*/ 5 w 10"/>
                  <a:gd name="T3" fmla="*/ 89 h 34"/>
                  <a:gd name="T4" fmla="*/ 9 w 10"/>
                  <a:gd name="T5" fmla="*/ 133 h 34"/>
                  <a:gd name="T6" fmla="*/ 49 w 10"/>
                  <a:gd name="T7" fmla="*/ 138 h 34"/>
                  <a:gd name="T8" fmla="*/ 20 w 10"/>
                  <a:gd name="T9" fmla="*/ 84 h 34"/>
                  <a:gd name="T10" fmla="*/ 34 w 10"/>
                  <a:gd name="T11" fmla="*/ 8 h 3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" h="34">
                    <a:moveTo>
                      <a:pt x="7" y="0"/>
                    </a:moveTo>
                    <a:cubicBezTo>
                      <a:pt x="6" y="7"/>
                      <a:pt x="3" y="13"/>
                      <a:pt x="1" y="20"/>
                    </a:cubicBezTo>
                    <a:cubicBezTo>
                      <a:pt x="1" y="23"/>
                      <a:pt x="0" y="27"/>
                      <a:pt x="2" y="30"/>
                    </a:cubicBezTo>
                    <a:cubicBezTo>
                      <a:pt x="4" y="33"/>
                      <a:pt x="9" y="34"/>
                      <a:pt x="10" y="31"/>
                    </a:cubicBezTo>
                    <a:cubicBezTo>
                      <a:pt x="3" y="30"/>
                      <a:pt x="3" y="26"/>
                      <a:pt x="4" y="19"/>
                    </a:cubicBezTo>
                    <a:cubicBezTo>
                      <a:pt x="5" y="14"/>
                      <a:pt x="5" y="7"/>
                      <a:pt x="7" y="2"/>
                    </a:cubicBezTo>
                  </a:path>
                </a:pathLst>
              </a:custGeom>
              <a:solidFill>
                <a:srgbClr val="FDEA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4344" name="Freeform 200">
                <a:extLst>
                  <a:ext uri="{FF2B5EF4-FFF2-40B4-BE49-F238E27FC236}">
                    <a16:creationId xmlns:a16="http://schemas.microsoft.com/office/drawing/2014/main" id="{5E984ACC-8ECA-4F40-BD1C-38FAF5095F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4" y="1201"/>
                <a:ext cx="23" cy="51"/>
              </a:xfrm>
              <a:custGeom>
                <a:avLst/>
                <a:gdLst>
                  <a:gd name="T0" fmla="*/ 41 w 14"/>
                  <a:gd name="T1" fmla="*/ 0 h 31"/>
                  <a:gd name="T2" fmla="*/ 54 w 14"/>
                  <a:gd name="T3" fmla="*/ 104 h 31"/>
                  <a:gd name="T4" fmla="*/ 0 w 14"/>
                  <a:gd name="T5" fmla="*/ 104 h 31"/>
                  <a:gd name="T6" fmla="*/ 33 w 14"/>
                  <a:gd name="T7" fmla="*/ 104 h 31"/>
                  <a:gd name="T8" fmla="*/ 41 w 14"/>
                  <a:gd name="T9" fmla="*/ 67 h 31"/>
                  <a:gd name="T10" fmla="*/ 33 w 14"/>
                  <a:gd name="T11" fmla="*/ 5 h 3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" h="31">
                    <a:moveTo>
                      <a:pt x="9" y="0"/>
                    </a:moveTo>
                    <a:cubicBezTo>
                      <a:pt x="10" y="7"/>
                      <a:pt x="14" y="16"/>
                      <a:pt x="12" y="23"/>
                    </a:cubicBezTo>
                    <a:cubicBezTo>
                      <a:pt x="10" y="31"/>
                      <a:pt x="4" y="26"/>
                      <a:pt x="0" y="23"/>
                    </a:cubicBezTo>
                    <a:cubicBezTo>
                      <a:pt x="2" y="23"/>
                      <a:pt x="6" y="24"/>
                      <a:pt x="7" y="23"/>
                    </a:cubicBezTo>
                    <a:cubicBezTo>
                      <a:pt x="9" y="21"/>
                      <a:pt x="9" y="17"/>
                      <a:pt x="9" y="15"/>
                    </a:cubicBezTo>
                    <a:cubicBezTo>
                      <a:pt x="9" y="11"/>
                      <a:pt x="8" y="6"/>
                      <a:pt x="7" y="1"/>
                    </a:cubicBezTo>
                  </a:path>
                </a:pathLst>
              </a:custGeom>
              <a:solidFill>
                <a:srgbClr val="FDEA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4345" name="Freeform 201">
                <a:extLst>
                  <a:ext uri="{FF2B5EF4-FFF2-40B4-BE49-F238E27FC236}">
                    <a16:creationId xmlns:a16="http://schemas.microsoft.com/office/drawing/2014/main" id="{EF963417-7164-484C-9A3B-7CF20C90DB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4" y="1009"/>
                <a:ext cx="40" cy="55"/>
              </a:xfrm>
              <a:custGeom>
                <a:avLst/>
                <a:gdLst>
                  <a:gd name="T0" fmla="*/ 5 w 24"/>
                  <a:gd name="T1" fmla="*/ 0 h 33"/>
                  <a:gd name="T2" fmla="*/ 42 w 24"/>
                  <a:gd name="T3" fmla="*/ 55 h 33"/>
                  <a:gd name="T4" fmla="*/ 63 w 24"/>
                  <a:gd name="T5" fmla="*/ 70 h 33"/>
                  <a:gd name="T6" fmla="*/ 83 w 24"/>
                  <a:gd name="T7" fmla="*/ 75 h 33"/>
                  <a:gd name="T8" fmla="*/ 112 w 24"/>
                  <a:gd name="T9" fmla="*/ 153 h 33"/>
                  <a:gd name="T10" fmla="*/ 92 w 24"/>
                  <a:gd name="T11" fmla="*/ 103 h 33"/>
                  <a:gd name="T12" fmla="*/ 62 w 24"/>
                  <a:gd name="T13" fmla="*/ 75 h 33"/>
                  <a:gd name="T14" fmla="*/ 28 w 24"/>
                  <a:gd name="T15" fmla="*/ 50 h 33"/>
                  <a:gd name="T16" fmla="*/ 0 w 24"/>
                  <a:gd name="T17" fmla="*/ 5 h 3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4" h="33">
                    <a:moveTo>
                      <a:pt x="1" y="0"/>
                    </a:moveTo>
                    <a:cubicBezTo>
                      <a:pt x="3" y="4"/>
                      <a:pt x="5" y="9"/>
                      <a:pt x="9" y="12"/>
                    </a:cubicBezTo>
                    <a:cubicBezTo>
                      <a:pt x="11" y="14"/>
                      <a:pt x="12" y="15"/>
                      <a:pt x="14" y="15"/>
                    </a:cubicBezTo>
                    <a:cubicBezTo>
                      <a:pt x="16" y="15"/>
                      <a:pt x="17" y="15"/>
                      <a:pt x="18" y="16"/>
                    </a:cubicBezTo>
                    <a:cubicBezTo>
                      <a:pt x="23" y="18"/>
                      <a:pt x="23" y="29"/>
                      <a:pt x="24" y="33"/>
                    </a:cubicBezTo>
                    <a:cubicBezTo>
                      <a:pt x="23" y="30"/>
                      <a:pt x="22" y="26"/>
                      <a:pt x="20" y="22"/>
                    </a:cubicBezTo>
                    <a:cubicBezTo>
                      <a:pt x="19" y="18"/>
                      <a:pt x="17" y="17"/>
                      <a:pt x="13" y="16"/>
                    </a:cubicBezTo>
                    <a:cubicBezTo>
                      <a:pt x="10" y="15"/>
                      <a:pt x="8" y="14"/>
                      <a:pt x="6" y="11"/>
                    </a:cubicBezTo>
                    <a:cubicBezTo>
                      <a:pt x="4" y="8"/>
                      <a:pt x="2" y="3"/>
                      <a:pt x="0" y="1"/>
                    </a:cubicBezTo>
                  </a:path>
                </a:pathLst>
              </a:custGeom>
              <a:solidFill>
                <a:srgbClr val="FDEA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4346" name="Freeform 202">
                <a:extLst>
                  <a:ext uri="{FF2B5EF4-FFF2-40B4-BE49-F238E27FC236}">
                    <a16:creationId xmlns:a16="http://schemas.microsoft.com/office/drawing/2014/main" id="{6353DA15-FB79-49D9-A46E-B1694C7BA4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5" y="1064"/>
                <a:ext cx="50" cy="41"/>
              </a:xfrm>
              <a:custGeom>
                <a:avLst/>
                <a:gdLst>
                  <a:gd name="T0" fmla="*/ 138 w 30"/>
                  <a:gd name="T1" fmla="*/ 0 h 25"/>
                  <a:gd name="T2" fmla="*/ 97 w 30"/>
                  <a:gd name="T3" fmla="*/ 54 h 25"/>
                  <a:gd name="T4" fmla="*/ 50 w 30"/>
                  <a:gd name="T5" fmla="*/ 67 h 25"/>
                  <a:gd name="T6" fmla="*/ 0 w 30"/>
                  <a:gd name="T7" fmla="*/ 110 h 25"/>
                  <a:gd name="T8" fmla="*/ 37 w 30"/>
                  <a:gd name="T9" fmla="*/ 67 h 25"/>
                  <a:gd name="T10" fmla="*/ 62 w 30"/>
                  <a:gd name="T11" fmla="*/ 54 h 25"/>
                  <a:gd name="T12" fmla="*/ 78 w 30"/>
                  <a:gd name="T13" fmla="*/ 43 h 25"/>
                  <a:gd name="T14" fmla="*/ 120 w 30"/>
                  <a:gd name="T15" fmla="*/ 26 h 25"/>
                  <a:gd name="T16" fmla="*/ 138 w 30"/>
                  <a:gd name="T17" fmla="*/ 0 h 2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0" h="25">
                    <a:moveTo>
                      <a:pt x="30" y="0"/>
                    </a:moveTo>
                    <a:cubicBezTo>
                      <a:pt x="30" y="4"/>
                      <a:pt x="25" y="11"/>
                      <a:pt x="21" y="12"/>
                    </a:cubicBezTo>
                    <a:cubicBezTo>
                      <a:pt x="17" y="13"/>
                      <a:pt x="15" y="13"/>
                      <a:pt x="11" y="15"/>
                    </a:cubicBezTo>
                    <a:cubicBezTo>
                      <a:pt x="7" y="18"/>
                      <a:pt x="3" y="22"/>
                      <a:pt x="0" y="25"/>
                    </a:cubicBezTo>
                    <a:cubicBezTo>
                      <a:pt x="2" y="22"/>
                      <a:pt x="4" y="17"/>
                      <a:pt x="8" y="15"/>
                    </a:cubicBezTo>
                    <a:cubicBezTo>
                      <a:pt x="10" y="14"/>
                      <a:pt x="11" y="13"/>
                      <a:pt x="13" y="12"/>
                    </a:cubicBezTo>
                    <a:cubicBezTo>
                      <a:pt x="15" y="12"/>
                      <a:pt x="16" y="11"/>
                      <a:pt x="17" y="10"/>
                    </a:cubicBezTo>
                    <a:cubicBezTo>
                      <a:pt x="20" y="8"/>
                      <a:pt x="23" y="8"/>
                      <a:pt x="26" y="6"/>
                    </a:cubicBezTo>
                    <a:cubicBezTo>
                      <a:pt x="27" y="4"/>
                      <a:pt x="30" y="2"/>
                      <a:pt x="30" y="0"/>
                    </a:cubicBezTo>
                  </a:path>
                </a:pathLst>
              </a:custGeom>
              <a:solidFill>
                <a:srgbClr val="FDEA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4347" name="Freeform 203">
                <a:extLst>
                  <a:ext uri="{FF2B5EF4-FFF2-40B4-BE49-F238E27FC236}">
                    <a16:creationId xmlns:a16="http://schemas.microsoft.com/office/drawing/2014/main" id="{D03ACCE7-D860-408E-9437-5216F272B4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2" y="1051"/>
                <a:ext cx="55" cy="51"/>
              </a:xfrm>
              <a:custGeom>
                <a:avLst/>
                <a:gdLst>
                  <a:gd name="T0" fmla="*/ 0 w 33"/>
                  <a:gd name="T1" fmla="*/ 0 h 31"/>
                  <a:gd name="T2" fmla="*/ 50 w 33"/>
                  <a:gd name="T3" fmla="*/ 76 h 31"/>
                  <a:gd name="T4" fmla="*/ 97 w 33"/>
                  <a:gd name="T5" fmla="*/ 95 h 31"/>
                  <a:gd name="T6" fmla="*/ 125 w 33"/>
                  <a:gd name="T7" fmla="*/ 110 h 31"/>
                  <a:gd name="T8" fmla="*/ 153 w 33"/>
                  <a:gd name="T9" fmla="*/ 138 h 31"/>
                  <a:gd name="T10" fmla="*/ 103 w 33"/>
                  <a:gd name="T11" fmla="*/ 89 h 31"/>
                  <a:gd name="T12" fmla="*/ 55 w 33"/>
                  <a:gd name="T13" fmla="*/ 67 h 31"/>
                  <a:gd name="T14" fmla="*/ 0 w 33"/>
                  <a:gd name="T15" fmla="*/ 5 h 3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3" h="31">
                    <a:moveTo>
                      <a:pt x="0" y="0"/>
                    </a:moveTo>
                    <a:cubicBezTo>
                      <a:pt x="2" y="6"/>
                      <a:pt x="5" y="15"/>
                      <a:pt x="11" y="17"/>
                    </a:cubicBezTo>
                    <a:cubicBezTo>
                      <a:pt x="14" y="18"/>
                      <a:pt x="18" y="20"/>
                      <a:pt x="21" y="21"/>
                    </a:cubicBezTo>
                    <a:cubicBezTo>
                      <a:pt x="23" y="22"/>
                      <a:pt x="25" y="23"/>
                      <a:pt x="27" y="25"/>
                    </a:cubicBezTo>
                    <a:cubicBezTo>
                      <a:pt x="29" y="27"/>
                      <a:pt x="31" y="30"/>
                      <a:pt x="33" y="31"/>
                    </a:cubicBezTo>
                    <a:cubicBezTo>
                      <a:pt x="29" y="28"/>
                      <a:pt x="26" y="23"/>
                      <a:pt x="22" y="20"/>
                    </a:cubicBezTo>
                    <a:cubicBezTo>
                      <a:pt x="19" y="17"/>
                      <a:pt x="15" y="16"/>
                      <a:pt x="12" y="15"/>
                    </a:cubicBezTo>
                    <a:cubicBezTo>
                      <a:pt x="7" y="12"/>
                      <a:pt x="1" y="6"/>
                      <a:pt x="0" y="1"/>
                    </a:cubicBezTo>
                  </a:path>
                </a:pathLst>
              </a:custGeom>
              <a:solidFill>
                <a:srgbClr val="FDEA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4348" name="Freeform 204">
                <a:extLst>
                  <a:ext uri="{FF2B5EF4-FFF2-40B4-BE49-F238E27FC236}">
                    <a16:creationId xmlns:a16="http://schemas.microsoft.com/office/drawing/2014/main" id="{45A3D3BE-E7DE-458B-9C88-BC053A3164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0" y="1004"/>
                <a:ext cx="27" cy="48"/>
              </a:xfrm>
              <a:custGeom>
                <a:avLst/>
                <a:gdLst>
                  <a:gd name="T0" fmla="*/ 78 w 16"/>
                  <a:gd name="T1" fmla="*/ 0 h 29"/>
                  <a:gd name="T2" fmla="*/ 0 w 16"/>
                  <a:gd name="T3" fmla="*/ 131 h 2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29">
                    <a:moveTo>
                      <a:pt x="16" y="0"/>
                    </a:moveTo>
                    <a:cubicBezTo>
                      <a:pt x="9" y="10"/>
                      <a:pt x="2" y="18"/>
                      <a:pt x="0" y="29"/>
                    </a:cubicBezTo>
                  </a:path>
                </a:pathLst>
              </a:custGeom>
              <a:noFill/>
              <a:ln w="158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</p:grpSp>
        <p:grpSp>
          <p:nvGrpSpPr>
            <p:cNvPr id="40688" name="Group 205">
              <a:extLst>
                <a:ext uri="{FF2B5EF4-FFF2-40B4-BE49-F238E27FC236}">
                  <a16:creationId xmlns:a16="http://schemas.microsoft.com/office/drawing/2014/main" id="{0CABF30E-E5C3-4635-8933-80F504CB4AC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617" y="689"/>
              <a:ext cx="839" cy="3406"/>
              <a:chOff x="1617" y="689"/>
              <a:chExt cx="839" cy="3406"/>
            </a:xfrm>
          </p:grpSpPr>
          <p:sp>
            <p:nvSpPr>
              <p:cNvPr id="40701" name="Freeform 206">
                <a:extLst>
                  <a:ext uri="{FF2B5EF4-FFF2-40B4-BE49-F238E27FC236}">
                    <a16:creationId xmlns:a16="http://schemas.microsoft.com/office/drawing/2014/main" id="{14F737F3-9882-4C4B-ABB0-89C15945D9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5" y="1008"/>
                <a:ext cx="22" cy="41"/>
              </a:xfrm>
              <a:custGeom>
                <a:avLst/>
                <a:gdLst>
                  <a:gd name="T0" fmla="*/ 0 w 13"/>
                  <a:gd name="T1" fmla="*/ 0 h 25"/>
                  <a:gd name="T2" fmla="*/ 63 w 13"/>
                  <a:gd name="T3" fmla="*/ 110 h 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25">
                    <a:moveTo>
                      <a:pt x="0" y="0"/>
                    </a:moveTo>
                    <a:cubicBezTo>
                      <a:pt x="8" y="6"/>
                      <a:pt x="11" y="16"/>
                      <a:pt x="13" y="25"/>
                    </a:cubicBezTo>
                  </a:path>
                </a:pathLst>
              </a:custGeom>
              <a:noFill/>
              <a:ln w="158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702" name="Freeform 207">
                <a:extLst>
                  <a:ext uri="{FF2B5EF4-FFF2-40B4-BE49-F238E27FC236}">
                    <a16:creationId xmlns:a16="http://schemas.microsoft.com/office/drawing/2014/main" id="{4B483235-84D7-4B46-9659-49DA8259A7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3" y="917"/>
                <a:ext cx="5" cy="3"/>
              </a:xfrm>
              <a:custGeom>
                <a:avLst/>
                <a:gdLst>
                  <a:gd name="T0" fmla="*/ 0 w 3"/>
                  <a:gd name="T1" fmla="*/ 0 h 2"/>
                  <a:gd name="T2" fmla="*/ 13 w 3"/>
                  <a:gd name="T3" fmla="*/ 8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cubicBezTo>
                      <a:pt x="1" y="1"/>
                      <a:pt x="2" y="1"/>
                      <a:pt x="3" y="2"/>
                    </a:cubicBezTo>
                  </a:path>
                </a:pathLst>
              </a:custGeom>
              <a:noFill/>
              <a:ln w="158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703" name="Freeform 208">
                <a:extLst>
                  <a:ext uri="{FF2B5EF4-FFF2-40B4-BE49-F238E27FC236}">
                    <a16:creationId xmlns:a16="http://schemas.microsoft.com/office/drawing/2014/main" id="{2A04D711-58C5-46C5-9D7E-29C7BC8481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0" y="923"/>
                <a:ext cx="5" cy="1"/>
              </a:xfrm>
              <a:custGeom>
                <a:avLst/>
                <a:gdLst>
                  <a:gd name="T0" fmla="*/ 0 w 3"/>
                  <a:gd name="T1" fmla="*/ 0 h 1"/>
                  <a:gd name="T2" fmla="*/ 13 w 3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cubicBezTo>
                      <a:pt x="1" y="0"/>
                      <a:pt x="2" y="0"/>
                      <a:pt x="3" y="0"/>
                    </a:cubicBezTo>
                  </a:path>
                </a:pathLst>
              </a:custGeom>
              <a:noFill/>
              <a:ln w="158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704" name="Freeform 209">
                <a:extLst>
                  <a:ext uri="{FF2B5EF4-FFF2-40B4-BE49-F238E27FC236}">
                    <a16:creationId xmlns:a16="http://schemas.microsoft.com/office/drawing/2014/main" id="{09D9FE4F-DE02-4F01-86A7-6754961EA3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4" y="923"/>
                <a:ext cx="5" cy="2"/>
              </a:xfrm>
              <a:custGeom>
                <a:avLst/>
                <a:gdLst>
                  <a:gd name="T0" fmla="*/ 13 w 3"/>
                  <a:gd name="T1" fmla="*/ 0 h 1"/>
                  <a:gd name="T2" fmla="*/ 0 w 3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">
                    <a:moveTo>
                      <a:pt x="3" y="0"/>
                    </a:moveTo>
                    <a:cubicBezTo>
                      <a:pt x="2" y="0"/>
                      <a:pt x="1" y="0"/>
                      <a:pt x="0" y="1"/>
                    </a:cubicBezTo>
                  </a:path>
                </a:pathLst>
              </a:custGeom>
              <a:noFill/>
              <a:ln w="158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705" name="Freeform 210">
                <a:extLst>
                  <a:ext uri="{FF2B5EF4-FFF2-40B4-BE49-F238E27FC236}">
                    <a16:creationId xmlns:a16="http://schemas.microsoft.com/office/drawing/2014/main" id="{32A6E79B-591B-40BC-AC97-64521BB3F6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9" y="920"/>
                <a:ext cx="5" cy="1"/>
              </a:xfrm>
              <a:custGeom>
                <a:avLst/>
                <a:gdLst>
                  <a:gd name="T0" fmla="*/ 13 w 3"/>
                  <a:gd name="T1" fmla="*/ 0 h 1"/>
                  <a:gd name="T2" fmla="*/ 0 w 3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">
                    <a:moveTo>
                      <a:pt x="3" y="0"/>
                    </a:moveTo>
                    <a:cubicBezTo>
                      <a:pt x="2" y="0"/>
                      <a:pt x="1" y="0"/>
                      <a:pt x="0" y="0"/>
                    </a:cubicBezTo>
                  </a:path>
                </a:pathLst>
              </a:custGeom>
              <a:noFill/>
              <a:ln w="158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706" name="Freeform 211">
                <a:extLst>
                  <a:ext uri="{FF2B5EF4-FFF2-40B4-BE49-F238E27FC236}">
                    <a16:creationId xmlns:a16="http://schemas.microsoft.com/office/drawing/2014/main" id="{84C5E8D9-7442-450F-9F99-3639FBE72D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2" y="930"/>
                <a:ext cx="39" cy="38"/>
              </a:xfrm>
              <a:custGeom>
                <a:avLst/>
                <a:gdLst>
                  <a:gd name="T0" fmla="*/ 0 w 24"/>
                  <a:gd name="T1" fmla="*/ 0 h 23"/>
                  <a:gd name="T2" fmla="*/ 39 w 24"/>
                  <a:gd name="T3" fmla="*/ 50 h 23"/>
                  <a:gd name="T4" fmla="*/ 102 w 24"/>
                  <a:gd name="T5" fmla="*/ 104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23">
                    <a:moveTo>
                      <a:pt x="0" y="0"/>
                    </a:moveTo>
                    <a:cubicBezTo>
                      <a:pt x="4" y="2"/>
                      <a:pt x="7" y="7"/>
                      <a:pt x="9" y="11"/>
                    </a:cubicBezTo>
                    <a:cubicBezTo>
                      <a:pt x="13" y="17"/>
                      <a:pt x="19" y="20"/>
                      <a:pt x="24" y="23"/>
                    </a:cubicBezTo>
                  </a:path>
                </a:pathLst>
              </a:custGeom>
              <a:noFill/>
              <a:ln w="158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707" name="Freeform 212">
                <a:extLst>
                  <a:ext uri="{FF2B5EF4-FFF2-40B4-BE49-F238E27FC236}">
                    <a16:creationId xmlns:a16="http://schemas.microsoft.com/office/drawing/2014/main" id="{052FA37D-7367-4E0F-B9DE-F97E2D58F5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2" y="933"/>
                <a:ext cx="45" cy="35"/>
              </a:xfrm>
              <a:custGeom>
                <a:avLst/>
                <a:gdLst>
                  <a:gd name="T0" fmla="*/ 125 w 27"/>
                  <a:gd name="T1" fmla="*/ 0 h 21"/>
                  <a:gd name="T2" fmla="*/ 97 w 27"/>
                  <a:gd name="T3" fmla="*/ 13 h 21"/>
                  <a:gd name="T4" fmla="*/ 70 w 27"/>
                  <a:gd name="T5" fmla="*/ 47 h 21"/>
                  <a:gd name="T6" fmla="*/ 0 w 27"/>
                  <a:gd name="T7" fmla="*/ 97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7" h="21">
                    <a:moveTo>
                      <a:pt x="27" y="0"/>
                    </a:moveTo>
                    <a:cubicBezTo>
                      <a:pt x="26" y="1"/>
                      <a:pt x="23" y="2"/>
                      <a:pt x="21" y="3"/>
                    </a:cubicBezTo>
                    <a:cubicBezTo>
                      <a:pt x="19" y="5"/>
                      <a:pt x="17" y="8"/>
                      <a:pt x="15" y="10"/>
                    </a:cubicBezTo>
                    <a:cubicBezTo>
                      <a:pt x="11" y="15"/>
                      <a:pt x="7" y="20"/>
                      <a:pt x="0" y="21"/>
                    </a:cubicBezTo>
                  </a:path>
                </a:pathLst>
              </a:custGeom>
              <a:noFill/>
              <a:ln w="158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708" name="Freeform 213">
                <a:extLst>
                  <a:ext uri="{FF2B5EF4-FFF2-40B4-BE49-F238E27FC236}">
                    <a16:creationId xmlns:a16="http://schemas.microsoft.com/office/drawing/2014/main" id="{DB13564F-3981-43C4-BD8E-26A3C53006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8" y="930"/>
                <a:ext cx="20" cy="7"/>
              </a:xfrm>
              <a:custGeom>
                <a:avLst/>
                <a:gdLst>
                  <a:gd name="T0" fmla="*/ 0 w 12"/>
                  <a:gd name="T1" fmla="*/ 12 h 4"/>
                  <a:gd name="T2" fmla="*/ 55 w 12"/>
                  <a:gd name="T3" fmla="*/ 21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4">
                    <a:moveTo>
                      <a:pt x="0" y="2"/>
                    </a:moveTo>
                    <a:cubicBezTo>
                      <a:pt x="4" y="0"/>
                      <a:pt x="9" y="2"/>
                      <a:pt x="12" y="4"/>
                    </a:cubicBezTo>
                  </a:path>
                </a:pathLst>
              </a:custGeom>
              <a:noFill/>
              <a:ln w="158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709" name="Freeform 214">
                <a:extLst>
                  <a:ext uri="{FF2B5EF4-FFF2-40B4-BE49-F238E27FC236}">
                    <a16:creationId xmlns:a16="http://schemas.microsoft.com/office/drawing/2014/main" id="{16B227D7-6DEF-4AAA-A4E1-A5C96B5818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5" y="928"/>
                <a:ext cx="15" cy="1"/>
              </a:xfrm>
              <a:custGeom>
                <a:avLst/>
                <a:gdLst>
                  <a:gd name="T0" fmla="*/ 0 w 9"/>
                  <a:gd name="T1" fmla="*/ 0 h 1"/>
                  <a:gd name="T2" fmla="*/ 20 w 9"/>
                  <a:gd name="T3" fmla="*/ 0 h 1"/>
                  <a:gd name="T4" fmla="*/ 42 w 9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">
                    <a:moveTo>
                      <a:pt x="0" y="0"/>
                    </a:moveTo>
                    <a:cubicBezTo>
                      <a:pt x="1" y="0"/>
                      <a:pt x="3" y="0"/>
                      <a:pt x="4" y="0"/>
                    </a:cubicBezTo>
                    <a:cubicBezTo>
                      <a:pt x="6" y="0"/>
                      <a:pt x="7" y="0"/>
                      <a:pt x="9" y="0"/>
                    </a:cubicBezTo>
                  </a:path>
                </a:pathLst>
              </a:custGeom>
              <a:noFill/>
              <a:ln w="158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710" name="Freeform 215">
                <a:extLst>
                  <a:ext uri="{FF2B5EF4-FFF2-40B4-BE49-F238E27FC236}">
                    <a16:creationId xmlns:a16="http://schemas.microsoft.com/office/drawing/2014/main" id="{FEAF2FBB-80D0-420B-9BC4-E08673287D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6" y="932"/>
                <a:ext cx="26" cy="5"/>
              </a:xfrm>
              <a:custGeom>
                <a:avLst/>
                <a:gdLst>
                  <a:gd name="T0" fmla="*/ 68 w 16"/>
                  <a:gd name="T1" fmla="*/ 13 h 3"/>
                  <a:gd name="T2" fmla="*/ 0 w 16"/>
                  <a:gd name="T3" fmla="*/ 13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3">
                    <a:moveTo>
                      <a:pt x="16" y="3"/>
                    </a:moveTo>
                    <a:cubicBezTo>
                      <a:pt x="12" y="0"/>
                      <a:pt x="5" y="1"/>
                      <a:pt x="0" y="3"/>
                    </a:cubicBezTo>
                  </a:path>
                </a:pathLst>
              </a:custGeom>
              <a:noFill/>
              <a:ln w="158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711" name="Freeform 216">
                <a:extLst>
                  <a:ext uri="{FF2B5EF4-FFF2-40B4-BE49-F238E27FC236}">
                    <a16:creationId xmlns:a16="http://schemas.microsoft.com/office/drawing/2014/main" id="{C6329220-230A-432F-ABA9-E8BA78257B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9" y="927"/>
                <a:ext cx="15" cy="3"/>
              </a:xfrm>
              <a:custGeom>
                <a:avLst/>
                <a:gdLst>
                  <a:gd name="T0" fmla="*/ 42 w 9"/>
                  <a:gd name="T1" fmla="*/ 5 h 2"/>
                  <a:gd name="T2" fmla="*/ 0 w 9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2">
                    <a:moveTo>
                      <a:pt x="9" y="1"/>
                    </a:moveTo>
                    <a:cubicBezTo>
                      <a:pt x="6" y="2"/>
                      <a:pt x="3" y="1"/>
                      <a:pt x="0" y="0"/>
                    </a:cubicBezTo>
                  </a:path>
                </a:pathLst>
              </a:custGeom>
              <a:noFill/>
              <a:ln w="158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712" name="Freeform 217">
                <a:extLst>
                  <a:ext uri="{FF2B5EF4-FFF2-40B4-BE49-F238E27FC236}">
                    <a16:creationId xmlns:a16="http://schemas.microsoft.com/office/drawing/2014/main" id="{7C0E5EFC-BC7A-4B88-A8DE-3743B9D124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2" y="852"/>
                <a:ext cx="96" cy="15"/>
              </a:xfrm>
              <a:custGeom>
                <a:avLst/>
                <a:gdLst>
                  <a:gd name="T0" fmla="*/ 0 w 58"/>
                  <a:gd name="T1" fmla="*/ 37 h 9"/>
                  <a:gd name="T2" fmla="*/ 50 w 58"/>
                  <a:gd name="T3" fmla="*/ 42 h 9"/>
                  <a:gd name="T4" fmla="*/ 131 w 58"/>
                  <a:gd name="T5" fmla="*/ 20 h 9"/>
                  <a:gd name="T6" fmla="*/ 263 w 58"/>
                  <a:gd name="T7" fmla="*/ 22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8" h="9">
                    <a:moveTo>
                      <a:pt x="0" y="8"/>
                    </a:moveTo>
                    <a:cubicBezTo>
                      <a:pt x="4" y="8"/>
                      <a:pt x="7" y="9"/>
                      <a:pt x="11" y="9"/>
                    </a:cubicBezTo>
                    <a:cubicBezTo>
                      <a:pt x="17" y="8"/>
                      <a:pt x="23" y="5"/>
                      <a:pt x="29" y="4"/>
                    </a:cubicBezTo>
                    <a:cubicBezTo>
                      <a:pt x="36" y="2"/>
                      <a:pt x="51" y="0"/>
                      <a:pt x="58" y="5"/>
                    </a:cubicBezTo>
                  </a:path>
                </a:pathLst>
              </a:custGeom>
              <a:noFill/>
              <a:ln w="158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713" name="Freeform 218">
                <a:extLst>
                  <a:ext uri="{FF2B5EF4-FFF2-40B4-BE49-F238E27FC236}">
                    <a16:creationId xmlns:a16="http://schemas.microsoft.com/office/drawing/2014/main" id="{EDF45952-81C1-41F9-8E23-2E9E7B5F9F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9" y="848"/>
                <a:ext cx="53" cy="4"/>
              </a:xfrm>
              <a:custGeom>
                <a:avLst/>
                <a:gdLst>
                  <a:gd name="T0" fmla="*/ 0 w 32"/>
                  <a:gd name="T1" fmla="*/ 5 h 3"/>
                  <a:gd name="T2" fmla="*/ 75 w 32"/>
                  <a:gd name="T3" fmla="*/ 1 h 3"/>
                  <a:gd name="T4" fmla="*/ 146 w 32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2" h="3">
                    <a:moveTo>
                      <a:pt x="0" y="2"/>
                    </a:moveTo>
                    <a:cubicBezTo>
                      <a:pt x="4" y="3"/>
                      <a:pt x="11" y="1"/>
                      <a:pt x="16" y="1"/>
                    </a:cubicBezTo>
                    <a:cubicBezTo>
                      <a:pt x="21" y="1"/>
                      <a:pt x="27" y="0"/>
                      <a:pt x="32" y="0"/>
                    </a:cubicBezTo>
                  </a:path>
                </a:pathLst>
              </a:custGeom>
              <a:noFill/>
              <a:ln w="158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714" name="Freeform 219">
                <a:extLst>
                  <a:ext uri="{FF2B5EF4-FFF2-40B4-BE49-F238E27FC236}">
                    <a16:creationId xmlns:a16="http://schemas.microsoft.com/office/drawing/2014/main" id="{5A90BC59-B618-49B5-B03A-E54786171A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1" y="689"/>
                <a:ext cx="348" cy="226"/>
              </a:xfrm>
              <a:custGeom>
                <a:avLst/>
                <a:gdLst>
                  <a:gd name="T0" fmla="*/ 96 w 210"/>
                  <a:gd name="T1" fmla="*/ 531 h 137"/>
                  <a:gd name="T2" fmla="*/ 138 w 210"/>
                  <a:gd name="T3" fmla="*/ 431 h 137"/>
                  <a:gd name="T4" fmla="*/ 201 w 210"/>
                  <a:gd name="T5" fmla="*/ 318 h 137"/>
                  <a:gd name="T6" fmla="*/ 297 w 210"/>
                  <a:gd name="T7" fmla="*/ 256 h 137"/>
                  <a:gd name="T8" fmla="*/ 429 w 210"/>
                  <a:gd name="T9" fmla="*/ 214 h 137"/>
                  <a:gd name="T10" fmla="*/ 486 w 210"/>
                  <a:gd name="T11" fmla="*/ 264 h 137"/>
                  <a:gd name="T12" fmla="*/ 597 w 210"/>
                  <a:gd name="T13" fmla="*/ 221 h 137"/>
                  <a:gd name="T14" fmla="*/ 628 w 210"/>
                  <a:gd name="T15" fmla="*/ 277 h 137"/>
                  <a:gd name="T16" fmla="*/ 693 w 210"/>
                  <a:gd name="T17" fmla="*/ 289 h 137"/>
                  <a:gd name="T18" fmla="*/ 719 w 210"/>
                  <a:gd name="T19" fmla="*/ 365 h 137"/>
                  <a:gd name="T20" fmla="*/ 777 w 210"/>
                  <a:gd name="T21" fmla="*/ 394 h 137"/>
                  <a:gd name="T22" fmla="*/ 782 w 210"/>
                  <a:gd name="T23" fmla="*/ 422 h 137"/>
                  <a:gd name="T24" fmla="*/ 790 w 210"/>
                  <a:gd name="T25" fmla="*/ 468 h 137"/>
                  <a:gd name="T26" fmla="*/ 819 w 210"/>
                  <a:gd name="T27" fmla="*/ 482 h 137"/>
                  <a:gd name="T28" fmla="*/ 829 w 210"/>
                  <a:gd name="T29" fmla="*/ 531 h 137"/>
                  <a:gd name="T30" fmla="*/ 857 w 210"/>
                  <a:gd name="T31" fmla="*/ 561 h 137"/>
                  <a:gd name="T32" fmla="*/ 860 w 210"/>
                  <a:gd name="T33" fmla="*/ 615 h 137"/>
                  <a:gd name="T34" fmla="*/ 887 w 210"/>
                  <a:gd name="T35" fmla="*/ 602 h 137"/>
                  <a:gd name="T36" fmla="*/ 915 w 210"/>
                  <a:gd name="T37" fmla="*/ 579 h 137"/>
                  <a:gd name="T38" fmla="*/ 950 w 210"/>
                  <a:gd name="T39" fmla="*/ 533 h 137"/>
                  <a:gd name="T40" fmla="*/ 936 w 210"/>
                  <a:gd name="T41" fmla="*/ 462 h 137"/>
                  <a:gd name="T42" fmla="*/ 941 w 210"/>
                  <a:gd name="T43" fmla="*/ 422 h 137"/>
                  <a:gd name="T44" fmla="*/ 901 w 210"/>
                  <a:gd name="T45" fmla="*/ 302 h 137"/>
                  <a:gd name="T46" fmla="*/ 901 w 210"/>
                  <a:gd name="T47" fmla="*/ 234 h 137"/>
                  <a:gd name="T48" fmla="*/ 865 w 210"/>
                  <a:gd name="T49" fmla="*/ 152 h 137"/>
                  <a:gd name="T50" fmla="*/ 810 w 210"/>
                  <a:gd name="T51" fmla="*/ 117 h 137"/>
                  <a:gd name="T52" fmla="*/ 790 w 210"/>
                  <a:gd name="T53" fmla="*/ 109 h 137"/>
                  <a:gd name="T54" fmla="*/ 727 w 210"/>
                  <a:gd name="T55" fmla="*/ 54 h 137"/>
                  <a:gd name="T56" fmla="*/ 628 w 210"/>
                  <a:gd name="T57" fmla="*/ 43 h 137"/>
                  <a:gd name="T58" fmla="*/ 500 w 210"/>
                  <a:gd name="T59" fmla="*/ 21 h 137"/>
                  <a:gd name="T60" fmla="*/ 484 w 210"/>
                  <a:gd name="T61" fmla="*/ 41 h 137"/>
                  <a:gd name="T62" fmla="*/ 423 w 210"/>
                  <a:gd name="T63" fmla="*/ 35 h 137"/>
                  <a:gd name="T64" fmla="*/ 318 w 210"/>
                  <a:gd name="T65" fmla="*/ 58 h 137"/>
                  <a:gd name="T66" fmla="*/ 192 w 210"/>
                  <a:gd name="T67" fmla="*/ 144 h 137"/>
                  <a:gd name="T68" fmla="*/ 83 w 210"/>
                  <a:gd name="T69" fmla="*/ 201 h 137"/>
                  <a:gd name="T70" fmla="*/ 83 w 210"/>
                  <a:gd name="T71" fmla="*/ 242 h 137"/>
                  <a:gd name="T72" fmla="*/ 60 w 210"/>
                  <a:gd name="T73" fmla="*/ 251 h 137"/>
                  <a:gd name="T74" fmla="*/ 22 w 210"/>
                  <a:gd name="T75" fmla="*/ 297 h 137"/>
                  <a:gd name="T76" fmla="*/ 20 w 210"/>
                  <a:gd name="T77" fmla="*/ 399 h 137"/>
                  <a:gd name="T78" fmla="*/ 22 w 210"/>
                  <a:gd name="T79" fmla="*/ 427 h 137"/>
                  <a:gd name="T80" fmla="*/ 5 w 210"/>
                  <a:gd name="T81" fmla="*/ 444 h 137"/>
                  <a:gd name="T82" fmla="*/ 5 w 210"/>
                  <a:gd name="T83" fmla="*/ 482 h 137"/>
                  <a:gd name="T84" fmla="*/ 33 w 210"/>
                  <a:gd name="T85" fmla="*/ 539 h 137"/>
                  <a:gd name="T86" fmla="*/ 63 w 210"/>
                  <a:gd name="T87" fmla="*/ 579 h 137"/>
                  <a:gd name="T88" fmla="*/ 76 w 210"/>
                  <a:gd name="T89" fmla="*/ 587 h 137"/>
                  <a:gd name="T90" fmla="*/ 113 w 210"/>
                  <a:gd name="T91" fmla="*/ 610 h 137"/>
                  <a:gd name="T92" fmla="*/ 124 w 210"/>
                  <a:gd name="T93" fmla="*/ 520 h 137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</a:gdLst>
                <a:ahLst/>
                <a:cxnLst>
                  <a:cxn ang="T94">
                    <a:pos x="T0" y="T1"/>
                  </a:cxn>
                  <a:cxn ang="T95">
                    <a:pos x="T2" y="T3"/>
                  </a:cxn>
                  <a:cxn ang="T96">
                    <a:pos x="T4" y="T5"/>
                  </a:cxn>
                  <a:cxn ang="T97">
                    <a:pos x="T6" y="T7"/>
                  </a:cxn>
                  <a:cxn ang="T98">
                    <a:pos x="T8" y="T9"/>
                  </a:cxn>
                  <a:cxn ang="T99">
                    <a:pos x="T10" y="T11"/>
                  </a:cxn>
                  <a:cxn ang="T100">
                    <a:pos x="T12" y="T13"/>
                  </a:cxn>
                  <a:cxn ang="T101">
                    <a:pos x="T14" y="T15"/>
                  </a:cxn>
                  <a:cxn ang="T102">
                    <a:pos x="T16" y="T17"/>
                  </a:cxn>
                  <a:cxn ang="T103">
                    <a:pos x="T18" y="T19"/>
                  </a:cxn>
                  <a:cxn ang="T104">
                    <a:pos x="T20" y="T21"/>
                  </a:cxn>
                  <a:cxn ang="T105">
                    <a:pos x="T22" y="T23"/>
                  </a:cxn>
                  <a:cxn ang="T106">
                    <a:pos x="T24" y="T25"/>
                  </a:cxn>
                  <a:cxn ang="T107">
                    <a:pos x="T26" y="T27"/>
                  </a:cxn>
                  <a:cxn ang="T108">
                    <a:pos x="T28" y="T29"/>
                  </a:cxn>
                  <a:cxn ang="T109">
                    <a:pos x="T30" y="T31"/>
                  </a:cxn>
                  <a:cxn ang="T110">
                    <a:pos x="T32" y="T33"/>
                  </a:cxn>
                  <a:cxn ang="T111">
                    <a:pos x="T34" y="T35"/>
                  </a:cxn>
                  <a:cxn ang="T112">
                    <a:pos x="T36" y="T37"/>
                  </a:cxn>
                  <a:cxn ang="T113">
                    <a:pos x="T38" y="T39"/>
                  </a:cxn>
                  <a:cxn ang="T114">
                    <a:pos x="T40" y="T41"/>
                  </a:cxn>
                  <a:cxn ang="T115">
                    <a:pos x="T42" y="T43"/>
                  </a:cxn>
                  <a:cxn ang="T116">
                    <a:pos x="T44" y="T45"/>
                  </a:cxn>
                  <a:cxn ang="T117">
                    <a:pos x="T46" y="T47"/>
                  </a:cxn>
                  <a:cxn ang="T118">
                    <a:pos x="T48" y="T49"/>
                  </a:cxn>
                  <a:cxn ang="T119">
                    <a:pos x="T50" y="T51"/>
                  </a:cxn>
                  <a:cxn ang="T120">
                    <a:pos x="T52" y="T53"/>
                  </a:cxn>
                  <a:cxn ang="T121">
                    <a:pos x="T54" y="T55"/>
                  </a:cxn>
                  <a:cxn ang="T122">
                    <a:pos x="T56" y="T57"/>
                  </a:cxn>
                  <a:cxn ang="T123">
                    <a:pos x="T58" y="T59"/>
                  </a:cxn>
                  <a:cxn ang="T124">
                    <a:pos x="T60" y="T61"/>
                  </a:cxn>
                  <a:cxn ang="T125">
                    <a:pos x="T62" y="T63"/>
                  </a:cxn>
                  <a:cxn ang="T126">
                    <a:pos x="T64" y="T65"/>
                  </a:cxn>
                  <a:cxn ang="T127">
                    <a:pos x="T66" y="T67"/>
                  </a:cxn>
                  <a:cxn ang="T128">
                    <a:pos x="T68" y="T69"/>
                  </a:cxn>
                  <a:cxn ang="T129">
                    <a:pos x="T70" y="T71"/>
                  </a:cxn>
                  <a:cxn ang="T130">
                    <a:pos x="T72" y="T73"/>
                  </a:cxn>
                  <a:cxn ang="T131">
                    <a:pos x="T74" y="T75"/>
                  </a:cxn>
                  <a:cxn ang="T132">
                    <a:pos x="T76" y="T77"/>
                  </a:cxn>
                  <a:cxn ang="T133">
                    <a:pos x="T78" y="T79"/>
                  </a:cxn>
                  <a:cxn ang="T134">
                    <a:pos x="T80" y="T81"/>
                  </a:cxn>
                  <a:cxn ang="T135">
                    <a:pos x="T82" y="T83"/>
                  </a:cxn>
                  <a:cxn ang="T136">
                    <a:pos x="T84" y="T85"/>
                  </a:cxn>
                  <a:cxn ang="T137">
                    <a:pos x="T86" y="T87"/>
                  </a:cxn>
                  <a:cxn ang="T138">
                    <a:pos x="T88" y="T89"/>
                  </a:cxn>
                  <a:cxn ang="T139">
                    <a:pos x="T90" y="T91"/>
                  </a:cxn>
                  <a:cxn ang="T140">
                    <a:pos x="T92" y="T93"/>
                  </a:cxn>
                </a:cxnLst>
                <a:rect l="0" t="0" r="r" b="b"/>
                <a:pathLst>
                  <a:path w="210" h="137">
                    <a:moveTo>
                      <a:pt x="21" y="118"/>
                    </a:moveTo>
                    <a:cubicBezTo>
                      <a:pt x="35" y="122"/>
                      <a:pt x="34" y="103"/>
                      <a:pt x="30" y="96"/>
                    </a:cubicBezTo>
                    <a:cubicBezTo>
                      <a:pt x="45" y="100"/>
                      <a:pt x="44" y="82"/>
                      <a:pt x="44" y="71"/>
                    </a:cubicBezTo>
                    <a:cubicBezTo>
                      <a:pt x="54" y="72"/>
                      <a:pt x="62" y="66"/>
                      <a:pt x="65" y="57"/>
                    </a:cubicBezTo>
                    <a:cubicBezTo>
                      <a:pt x="77" y="61"/>
                      <a:pt x="85" y="56"/>
                      <a:pt x="94" y="48"/>
                    </a:cubicBezTo>
                    <a:cubicBezTo>
                      <a:pt x="93" y="56"/>
                      <a:pt x="99" y="61"/>
                      <a:pt x="107" y="59"/>
                    </a:cubicBezTo>
                    <a:cubicBezTo>
                      <a:pt x="112" y="59"/>
                      <a:pt x="127" y="46"/>
                      <a:pt x="131" y="49"/>
                    </a:cubicBezTo>
                    <a:cubicBezTo>
                      <a:pt x="135" y="52"/>
                      <a:pt x="133" y="59"/>
                      <a:pt x="138" y="62"/>
                    </a:cubicBezTo>
                    <a:cubicBezTo>
                      <a:pt x="142" y="64"/>
                      <a:pt x="148" y="64"/>
                      <a:pt x="152" y="64"/>
                    </a:cubicBezTo>
                    <a:cubicBezTo>
                      <a:pt x="152" y="72"/>
                      <a:pt x="151" y="76"/>
                      <a:pt x="158" y="81"/>
                    </a:cubicBezTo>
                    <a:cubicBezTo>
                      <a:pt x="162" y="83"/>
                      <a:pt x="169" y="85"/>
                      <a:pt x="171" y="88"/>
                    </a:cubicBezTo>
                    <a:cubicBezTo>
                      <a:pt x="174" y="91"/>
                      <a:pt x="172" y="90"/>
                      <a:pt x="172" y="94"/>
                    </a:cubicBezTo>
                    <a:cubicBezTo>
                      <a:pt x="172" y="98"/>
                      <a:pt x="171" y="101"/>
                      <a:pt x="174" y="104"/>
                    </a:cubicBezTo>
                    <a:cubicBezTo>
                      <a:pt x="175" y="106"/>
                      <a:pt x="179" y="105"/>
                      <a:pt x="180" y="107"/>
                    </a:cubicBezTo>
                    <a:cubicBezTo>
                      <a:pt x="182" y="109"/>
                      <a:pt x="180" y="114"/>
                      <a:pt x="182" y="118"/>
                    </a:cubicBezTo>
                    <a:cubicBezTo>
                      <a:pt x="184" y="119"/>
                      <a:pt x="187" y="117"/>
                      <a:pt x="188" y="125"/>
                    </a:cubicBezTo>
                    <a:cubicBezTo>
                      <a:pt x="188" y="128"/>
                      <a:pt x="189" y="132"/>
                      <a:pt x="189" y="137"/>
                    </a:cubicBezTo>
                    <a:cubicBezTo>
                      <a:pt x="189" y="137"/>
                      <a:pt x="195" y="134"/>
                      <a:pt x="195" y="134"/>
                    </a:cubicBezTo>
                    <a:cubicBezTo>
                      <a:pt x="198" y="134"/>
                      <a:pt x="198" y="130"/>
                      <a:pt x="201" y="129"/>
                    </a:cubicBezTo>
                    <a:cubicBezTo>
                      <a:pt x="204" y="128"/>
                      <a:pt x="208" y="123"/>
                      <a:pt x="209" y="119"/>
                    </a:cubicBezTo>
                    <a:cubicBezTo>
                      <a:pt x="210" y="112"/>
                      <a:pt x="205" y="110"/>
                      <a:pt x="206" y="103"/>
                    </a:cubicBezTo>
                    <a:cubicBezTo>
                      <a:pt x="206" y="101"/>
                      <a:pt x="208" y="98"/>
                      <a:pt x="207" y="94"/>
                    </a:cubicBezTo>
                    <a:cubicBezTo>
                      <a:pt x="207" y="86"/>
                      <a:pt x="202" y="74"/>
                      <a:pt x="198" y="67"/>
                    </a:cubicBezTo>
                    <a:cubicBezTo>
                      <a:pt x="193" y="58"/>
                      <a:pt x="197" y="61"/>
                      <a:pt x="198" y="52"/>
                    </a:cubicBezTo>
                    <a:cubicBezTo>
                      <a:pt x="198" y="44"/>
                      <a:pt x="195" y="39"/>
                      <a:pt x="190" y="34"/>
                    </a:cubicBezTo>
                    <a:cubicBezTo>
                      <a:pt x="186" y="29"/>
                      <a:pt x="182" y="29"/>
                      <a:pt x="178" y="26"/>
                    </a:cubicBezTo>
                    <a:cubicBezTo>
                      <a:pt x="177" y="26"/>
                      <a:pt x="176" y="26"/>
                      <a:pt x="174" y="24"/>
                    </a:cubicBezTo>
                    <a:cubicBezTo>
                      <a:pt x="169" y="21"/>
                      <a:pt x="167" y="15"/>
                      <a:pt x="160" y="12"/>
                    </a:cubicBezTo>
                    <a:cubicBezTo>
                      <a:pt x="152" y="8"/>
                      <a:pt x="145" y="12"/>
                      <a:pt x="138" y="10"/>
                    </a:cubicBezTo>
                    <a:cubicBezTo>
                      <a:pt x="128" y="7"/>
                      <a:pt x="120" y="0"/>
                      <a:pt x="110" y="5"/>
                    </a:cubicBezTo>
                    <a:cubicBezTo>
                      <a:pt x="108" y="6"/>
                      <a:pt x="107" y="9"/>
                      <a:pt x="106" y="9"/>
                    </a:cubicBezTo>
                    <a:cubicBezTo>
                      <a:pt x="102" y="10"/>
                      <a:pt x="97" y="8"/>
                      <a:pt x="93" y="8"/>
                    </a:cubicBezTo>
                    <a:cubicBezTo>
                      <a:pt x="85" y="8"/>
                      <a:pt x="77" y="11"/>
                      <a:pt x="70" y="13"/>
                    </a:cubicBezTo>
                    <a:cubicBezTo>
                      <a:pt x="61" y="16"/>
                      <a:pt x="43" y="21"/>
                      <a:pt x="42" y="32"/>
                    </a:cubicBezTo>
                    <a:cubicBezTo>
                      <a:pt x="32" y="30"/>
                      <a:pt x="19" y="34"/>
                      <a:pt x="18" y="45"/>
                    </a:cubicBezTo>
                    <a:cubicBezTo>
                      <a:pt x="17" y="48"/>
                      <a:pt x="19" y="52"/>
                      <a:pt x="18" y="54"/>
                    </a:cubicBezTo>
                    <a:cubicBezTo>
                      <a:pt x="17" y="55"/>
                      <a:pt x="14" y="56"/>
                      <a:pt x="13" y="56"/>
                    </a:cubicBezTo>
                    <a:cubicBezTo>
                      <a:pt x="9" y="59"/>
                      <a:pt x="7" y="62"/>
                      <a:pt x="5" y="66"/>
                    </a:cubicBezTo>
                    <a:cubicBezTo>
                      <a:pt x="1" y="73"/>
                      <a:pt x="1" y="81"/>
                      <a:pt x="4" y="89"/>
                    </a:cubicBezTo>
                    <a:cubicBezTo>
                      <a:pt x="5" y="93"/>
                      <a:pt x="6" y="92"/>
                      <a:pt x="5" y="95"/>
                    </a:cubicBezTo>
                    <a:cubicBezTo>
                      <a:pt x="5" y="95"/>
                      <a:pt x="2" y="98"/>
                      <a:pt x="1" y="99"/>
                    </a:cubicBezTo>
                    <a:cubicBezTo>
                      <a:pt x="0" y="101"/>
                      <a:pt x="0" y="105"/>
                      <a:pt x="1" y="107"/>
                    </a:cubicBezTo>
                    <a:cubicBezTo>
                      <a:pt x="1" y="113"/>
                      <a:pt x="2" y="118"/>
                      <a:pt x="7" y="120"/>
                    </a:cubicBezTo>
                    <a:cubicBezTo>
                      <a:pt x="3" y="126"/>
                      <a:pt x="11" y="127"/>
                      <a:pt x="14" y="129"/>
                    </a:cubicBezTo>
                    <a:cubicBezTo>
                      <a:pt x="13" y="129"/>
                      <a:pt x="18" y="132"/>
                      <a:pt x="17" y="131"/>
                    </a:cubicBezTo>
                    <a:cubicBezTo>
                      <a:pt x="18" y="132"/>
                      <a:pt x="23" y="136"/>
                      <a:pt x="25" y="136"/>
                    </a:cubicBezTo>
                    <a:cubicBezTo>
                      <a:pt x="25" y="135"/>
                      <a:pt x="27" y="117"/>
                      <a:pt x="27" y="116"/>
                    </a:cubicBezTo>
                  </a:path>
                </a:pathLst>
              </a:custGeom>
              <a:solidFill>
                <a:srgbClr val="E3E2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715" name="Freeform 220">
                <a:extLst>
                  <a:ext uri="{FF2B5EF4-FFF2-40B4-BE49-F238E27FC236}">
                    <a16:creationId xmlns:a16="http://schemas.microsoft.com/office/drawing/2014/main" id="{EF96C5CF-DF6D-4AEF-8153-9D51EC82B1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0" y="742"/>
                <a:ext cx="148" cy="97"/>
              </a:xfrm>
              <a:custGeom>
                <a:avLst/>
                <a:gdLst>
                  <a:gd name="T0" fmla="*/ 28 w 89"/>
                  <a:gd name="T1" fmla="*/ 26 h 59"/>
                  <a:gd name="T2" fmla="*/ 70 w 89"/>
                  <a:gd name="T3" fmla="*/ 143 h 59"/>
                  <a:gd name="T4" fmla="*/ 125 w 89"/>
                  <a:gd name="T5" fmla="*/ 125 h 59"/>
                  <a:gd name="T6" fmla="*/ 130 w 89"/>
                  <a:gd name="T7" fmla="*/ 168 h 59"/>
                  <a:gd name="T8" fmla="*/ 160 w 89"/>
                  <a:gd name="T9" fmla="*/ 222 h 59"/>
                  <a:gd name="T10" fmla="*/ 201 w 89"/>
                  <a:gd name="T11" fmla="*/ 179 h 59"/>
                  <a:gd name="T12" fmla="*/ 263 w 89"/>
                  <a:gd name="T13" fmla="*/ 248 h 59"/>
                  <a:gd name="T14" fmla="*/ 291 w 89"/>
                  <a:gd name="T15" fmla="*/ 214 h 59"/>
                  <a:gd name="T16" fmla="*/ 341 w 89"/>
                  <a:gd name="T17" fmla="*/ 235 h 59"/>
                  <a:gd name="T18" fmla="*/ 387 w 89"/>
                  <a:gd name="T19" fmla="*/ 179 h 59"/>
                  <a:gd name="T20" fmla="*/ 258 w 89"/>
                  <a:gd name="T21" fmla="*/ 0 h 5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9" h="59">
                    <a:moveTo>
                      <a:pt x="6" y="6"/>
                    </a:moveTo>
                    <a:cubicBezTo>
                      <a:pt x="0" y="14"/>
                      <a:pt x="4" y="32"/>
                      <a:pt x="15" y="32"/>
                    </a:cubicBezTo>
                    <a:cubicBezTo>
                      <a:pt x="18" y="32"/>
                      <a:pt x="24" y="27"/>
                      <a:pt x="27" y="28"/>
                    </a:cubicBezTo>
                    <a:cubicBezTo>
                      <a:pt x="30" y="30"/>
                      <a:pt x="28" y="34"/>
                      <a:pt x="28" y="38"/>
                    </a:cubicBezTo>
                    <a:cubicBezTo>
                      <a:pt x="28" y="42"/>
                      <a:pt x="29" y="50"/>
                      <a:pt x="35" y="50"/>
                    </a:cubicBezTo>
                    <a:cubicBezTo>
                      <a:pt x="42" y="51"/>
                      <a:pt x="40" y="43"/>
                      <a:pt x="44" y="40"/>
                    </a:cubicBezTo>
                    <a:cubicBezTo>
                      <a:pt x="53" y="34"/>
                      <a:pt x="48" y="56"/>
                      <a:pt x="57" y="56"/>
                    </a:cubicBezTo>
                    <a:cubicBezTo>
                      <a:pt x="61" y="56"/>
                      <a:pt x="60" y="49"/>
                      <a:pt x="63" y="48"/>
                    </a:cubicBezTo>
                    <a:cubicBezTo>
                      <a:pt x="68" y="45"/>
                      <a:pt x="70" y="51"/>
                      <a:pt x="74" y="53"/>
                    </a:cubicBezTo>
                    <a:cubicBezTo>
                      <a:pt x="83" y="59"/>
                      <a:pt x="82" y="48"/>
                      <a:pt x="84" y="40"/>
                    </a:cubicBezTo>
                    <a:cubicBezTo>
                      <a:pt x="89" y="23"/>
                      <a:pt x="75" y="1"/>
                      <a:pt x="56" y="0"/>
                    </a:cubicBezTo>
                  </a:path>
                </a:pathLst>
              </a:custGeom>
              <a:solidFill>
                <a:srgbClr val="E3E2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716" name="Freeform 221">
                <a:extLst>
                  <a:ext uri="{FF2B5EF4-FFF2-40B4-BE49-F238E27FC236}">
                    <a16:creationId xmlns:a16="http://schemas.microsoft.com/office/drawing/2014/main" id="{763BB9E6-810D-4B55-B1FE-C4784F87DE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5" y="748"/>
                <a:ext cx="63" cy="136"/>
              </a:xfrm>
              <a:custGeom>
                <a:avLst/>
                <a:gdLst>
                  <a:gd name="T0" fmla="*/ 0 w 38"/>
                  <a:gd name="T1" fmla="*/ 0 h 82"/>
                  <a:gd name="T2" fmla="*/ 96 w 38"/>
                  <a:gd name="T3" fmla="*/ 104 h 82"/>
                  <a:gd name="T4" fmla="*/ 124 w 38"/>
                  <a:gd name="T5" fmla="*/ 154 h 82"/>
                  <a:gd name="T6" fmla="*/ 96 w 38"/>
                  <a:gd name="T7" fmla="*/ 201 h 82"/>
                  <a:gd name="T8" fmla="*/ 146 w 38"/>
                  <a:gd name="T9" fmla="*/ 250 h 82"/>
                  <a:gd name="T10" fmla="*/ 118 w 38"/>
                  <a:gd name="T11" fmla="*/ 297 h 82"/>
                  <a:gd name="T12" fmla="*/ 141 w 38"/>
                  <a:gd name="T13" fmla="*/ 355 h 82"/>
                  <a:gd name="T14" fmla="*/ 76 w 38"/>
                  <a:gd name="T15" fmla="*/ 360 h 82"/>
                  <a:gd name="T16" fmla="*/ 36 w 38"/>
                  <a:gd name="T17" fmla="*/ 285 h 8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8" h="82">
                    <a:moveTo>
                      <a:pt x="0" y="0"/>
                    </a:moveTo>
                    <a:cubicBezTo>
                      <a:pt x="9" y="4"/>
                      <a:pt x="20" y="13"/>
                      <a:pt x="21" y="23"/>
                    </a:cubicBezTo>
                    <a:cubicBezTo>
                      <a:pt x="4" y="26"/>
                      <a:pt x="25" y="30"/>
                      <a:pt x="27" y="34"/>
                    </a:cubicBezTo>
                    <a:cubicBezTo>
                      <a:pt x="29" y="39"/>
                      <a:pt x="22" y="40"/>
                      <a:pt x="21" y="44"/>
                    </a:cubicBezTo>
                    <a:cubicBezTo>
                      <a:pt x="20" y="51"/>
                      <a:pt x="28" y="51"/>
                      <a:pt x="32" y="55"/>
                    </a:cubicBezTo>
                    <a:cubicBezTo>
                      <a:pt x="38" y="63"/>
                      <a:pt x="28" y="61"/>
                      <a:pt x="26" y="65"/>
                    </a:cubicBezTo>
                    <a:cubicBezTo>
                      <a:pt x="23" y="71"/>
                      <a:pt x="32" y="74"/>
                      <a:pt x="31" y="78"/>
                    </a:cubicBezTo>
                    <a:cubicBezTo>
                      <a:pt x="30" y="82"/>
                      <a:pt x="21" y="81"/>
                      <a:pt x="17" y="79"/>
                    </a:cubicBezTo>
                    <a:cubicBezTo>
                      <a:pt x="12" y="76"/>
                      <a:pt x="10" y="69"/>
                      <a:pt x="8" y="63"/>
                    </a:cubicBezTo>
                  </a:path>
                </a:pathLst>
              </a:custGeom>
              <a:solidFill>
                <a:srgbClr val="E3E2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717" name="Freeform 222">
                <a:extLst>
                  <a:ext uri="{FF2B5EF4-FFF2-40B4-BE49-F238E27FC236}">
                    <a16:creationId xmlns:a16="http://schemas.microsoft.com/office/drawing/2014/main" id="{AFF8DB7B-4AAA-4F12-A724-AF84F73A25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1" y="689"/>
                <a:ext cx="367" cy="226"/>
              </a:xfrm>
              <a:custGeom>
                <a:avLst/>
                <a:gdLst>
                  <a:gd name="T0" fmla="*/ 985 w 221"/>
                  <a:gd name="T1" fmla="*/ 407 h 137"/>
                  <a:gd name="T2" fmla="*/ 943 w 221"/>
                  <a:gd name="T3" fmla="*/ 381 h 137"/>
                  <a:gd name="T4" fmla="*/ 935 w 221"/>
                  <a:gd name="T5" fmla="*/ 365 h 137"/>
                  <a:gd name="T6" fmla="*/ 935 w 221"/>
                  <a:gd name="T7" fmla="*/ 360 h 137"/>
                  <a:gd name="T8" fmla="*/ 963 w 221"/>
                  <a:gd name="T9" fmla="*/ 313 h 137"/>
                  <a:gd name="T10" fmla="*/ 935 w 221"/>
                  <a:gd name="T11" fmla="*/ 264 h 137"/>
                  <a:gd name="T12" fmla="*/ 902 w 221"/>
                  <a:gd name="T13" fmla="*/ 206 h 137"/>
                  <a:gd name="T14" fmla="*/ 872 w 221"/>
                  <a:gd name="T15" fmla="*/ 152 h 137"/>
                  <a:gd name="T16" fmla="*/ 817 w 221"/>
                  <a:gd name="T17" fmla="*/ 117 h 137"/>
                  <a:gd name="T18" fmla="*/ 797 w 221"/>
                  <a:gd name="T19" fmla="*/ 109 h 137"/>
                  <a:gd name="T20" fmla="*/ 734 w 221"/>
                  <a:gd name="T21" fmla="*/ 54 h 137"/>
                  <a:gd name="T22" fmla="*/ 631 w 221"/>
                  <a:gd name="T23" fmla="*/ 43 h 137"/>
                  <a:gd name="T24" fmla="*/ 505 w 221"/>
                  <a:gd name="T25" fmla="*/ 21 h 137"/>
                  <a:gd name="T26" fmla="*/ 485 w 221"/>
                  <a:gd name="T27" fmla="*/ 41 h 137"/>
                  <a:gd name="T28" fmla="*/ 425 w 221"/>
                  <a:gd name="T29" fmla="*/ 35 h 137"/>
                  <a:gd name="T30" fmla="*/ 321 w 221"/>
                  <a:gd name="T31" fmla="*/ 58 h 137"/>
                  <a:gd name="T32" fmla="*/ 193 w 221"/>
                  <a:gd name="T33" fmla="*/ 144 h 137"/>
                  <a:gd name="T34" fmla="*/ 83 w 221"/>
                  <a:gd name="T35" fmla="*/ 201 h 137"/>
                  <a:gd name="T36" fmla="*/ 83 w 221"/>
                  <a:gd name="T37" fmla="*/ 242 h 137"/>
                  <a:gd name="T38" fmla="*/ 61 w 221"/>
                  <a:gd name="T39" fmla="*/ 251 h 137"/>
                  <a:gd name="T40" fmla="*/ 22 w 221"/>
                  <a:gd name="T41" fmla="*/ 297 h 137"/>
                  <a:gd name="T42" fmla="*/ 20 w 221"/>
                  <a:gd name="T43" fmla="*/ 399 h 137"/>
                  <a:gd name="T44" fmla="*/ 22 w 221"/>
                  <a:gd name="T45" fmla="*/ 427 h 137"/>
                  <a:gd name="T46" fmla="*/ 5 w 221"/>
                  <a:gd name="T47" fmla="*/ 444 h 137"/>
                  <a:gd name="T48" fmla="*/ 5 w 221"/>
                  <a:gd name="T49" fmla="*/ 482 h 137"/>
                  <a:gd name="T50" fmla="*/ 33 w 221"/>
                  <a:gd name="T51" fmla="*/ 539 h 137"/>
                  <a:gd name="T52" fmla="*/ 63 w 221"/>
                  <a:gd name="T53" fmla="*/ 579 h 137"/>
                  <a:gd name="T54" fmla="*/ 76 w 221"/>
                  <a:gd name="T55" fmla="*/ 587 h 137"/>
                  <a:gd name="T56" fmla="*/ 116 w 221"/>
                  <a:gd name="T57" fmla="*/ 610 h 137"/>
                  <a:gd name="T58" fmla="*/ 125 w 221"/>
                  <a:gd name="T59" fmla="*/ 531 h 137"/>
                  <a:gd name="T60" fmla="*/ 138 w 221"/>
                  <a:gd name="T61" fmla="*/ 431 h 137"/>
                  <a:gd name="T62" fmla="*/ 201 w 221"/>
                  <a:gd name="T63" fmla="*/ 318 h 137"/>
                  <a:gd name="T64" fmla="*/ 297 w 221"/>
                  <a:gd name="T65" fmla="*/ 256 h 137"/>
                  <a:gd name="T66" fmla="*/ 402 w 221"/>
                  <a:gd name="T67" fmla="*/ 238 h 137"/>
                  <a:gd name="T68" fmla="*/ 452 w 221"/>
                  <a:gd name="T69" fmla="*/ 289 h 137"/>
                  <a:gd name="T70" fmla="*/ 508 w 221"/>
                  <a:gd name="T71" fmla="*/ 269 h 137"/>
                  <a:gd name="T72" fmla="*/ 513 w 221"/>
                  <a:gd name="T73" fmla="*/ 313 h 137"/>
                  <a:gd name="T74" fmla="*/ 546 w 221"/>
                  <a:gd name="T75" fmla="*/ 368 h 137"/>
                  <a:gd name="T76" fmla="*/ 588 w 221"/>
                  <a:gd name="T77" fmla="*/ 323 h 137"/>
                  <a:gd name="T78" fmla="*/ 646 w 221"/>
                  <a:gd name="T79" fmla="*/ 394 h 137"/>
                  <a:gd name="T80" fmla="*/ 673 w 221"/>
                  <a:gd name="T81" fmla="*/ 360 h 137"/>
                  <a:gd name="T82" fmla="*/ 722 w 221"/>
                  <a:gd name="T83" fmla="*/ 381 h 137"/>
                  <a:gd name="T84" fmla="*/ 756 w 221"/>
                  <a:gd name="T85" fmla="*/ 378 h 137"/>
                  <a:gd name="T86" fmla="*/ 784 w 221"/>
                  <a:gd name="T87" fmla="*/ 394 h 137"/>
                  <a:gd name="T88" fmla="*/ 789 w 221"/>
                  <a:gd name="T89" fmla="*/ 422 h 137"/>
                  <a:gd name="T90" fmla="*/ 797 w 221"/>
                  <a:gd name="T91" fmla="*/ 468 h 137"/>
                  <a:gd name="T92" fmla="*/ 825 w 221"/>
                  <a:gd name="T93" fmla="*/ 482 h 137"/>
                  <a:gd name="T94" fmla="*/ 834 w 221"/>
                  <a:gd name="T95" fmla="*/ 531 h 137"/>
                  <a:gd name="T96" fmla="*/ 860 w 221"/>
                  <a:gd name="T97" fmla="*/ 561 h 137"/>
                  <a:gd name="T98" fmla="*/ 865 w 221"/>
                  <a:gd name="T99" fmla="*/ 615 h 137"/>
                  <a:gd name="T100" fmla="*/ 893 w 221"/>
                  <a:gd name="T101" fmla="*/ 602 h 137"/>
                  <a:gd name="T102" fmla="*/ 922 w 221"/>
                  <a:gd name="T103" fmla="*/ 579 h 137"/>
                  <a:gd name="T104" fmla="*/ 957 w 221"/>
                  <a:gd name="T105" fmla="*/ 533 h 137"/>
                  <a:gd name="T106" fmla="*/ 957 w 221"/>
                  <a:gd name="T107" fmla="*/ 525 h 137"/>
                  <a:gd name="T108" fmla="*/ 980 w 221"/>
                  <a:gd name="T109" fmla="*/ 511 h 137"/>
                  <a:gd name="T110" fmla="*/ 957 w 221"/>
                  <a:gd name="T111" fmla="*/ 454 h 137"/>
                  <a:gd name="T112" fmla="*/ 985 w 221"/>
                  <a:gd name="T113" fmla="*/ 407 h 137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0" t="0" r="r" b="b"/>
                <a:pathLst>
                  <a:path w="221" h="137">
                    <a:moveTo>
                      <a:pt x="215" y="91"/>
                    </a:moveTo>
                    <a:cubicBezTo>
                      <a:pt x="212" y="89"/>
                      <a:pt x="208" y="88"/>
                      <a:pt x="206" y="85"/>
                    </a:cubicBezTo>
                    <a:cubicBezTo>
                      <a:pt x="205" y="84"/>
                      <a:pt x="205" y="82"/>
                      <a:pt x="204" y="81"/>
                    </a:cubicBezTo>
                    <a:cubicBezTo>
                      <a:pt x="204" y="80"/>
                      <a:pt x="204" y="80"/>
                      <a:pt x="204" y="80"/>
                    </a:cubicBezTo>
                    <a:cubicBezTo>
                      <a:pt x="205" y="76"/>
                      <a:pt x="212" y="75"/>
                      <a:pt x="210" y="70"/>
                    </a:cubicBezTo>
                    <a:cubicBezTo>
                      <a:pt x="208" y="66"/>
                      <a:pt x="187" y="62"/>
                      <a:pt x="204" y="59"/>
                    </a:cubicBezTo>
                    <a:cubicBezTo>
                      <a:pt x="204" y="55"/>
                      <a:pt x="201" y="50"/>
                      <a:pt x="197" y="46"/>
                    </a:cubicBezTo>
                    <a:cubicBezTo>
                      <a:pt x="196" y="42"/>
                      <a:pt x="193" y="38"/>
                      <a:pt x="190" y="34"/>
                    </a:cubicBezTo>
                    <a:cubicBezTo>
                      <a:pt x="186" y="29"/>
                      <a:pt x="182" y="29"/>
                      <a:pt x="178" y="26"/>
                    </a:cubicBezTo>
                    <a:cubicBezTo>
                      <a:pt x="177" y="26"/>
                      <a:pt x="176" y="26"/>
                      <a:pt x="174" y="24"/>
                    </a:cubicBezTo>
                    <a:cubicBezTo>
                      <a:pt x="169" y="21"/>
                      <a:pt x="167" y="15"/>
                      <a:pt x="160" y="12"/>
                    </a:cubicBezTo>
                    <a:cubicBezTo>
                      <a:pt x="152" y="8"/>
                      <a:pt x="145" y="12"/>
                      <a:pt x="138" y="10"/>
                    </a:cubicBezTo>
                    <a:cubicBezTo>
                      <a:pt x="128" y="7"/>
                      <a:pt x="120" y="0"/>
                      <a:pt x="110" y="5"/>
                    </a:cubicBezTo>
                    <a:cubicBezTo>
                      <a:pt x="108" y="6"/>
                      <a:pt x="107" y="9"/>
                      <a:pt x="106" y="9"/>
                    </a:cubicBezTo>
                    <a:cubicBezTo>
                      <a:pt x="102" y="10"/>
                      <a:pt x="97" y="8"/>
                      <a:pt x="93" y="8"/>
                    </a:cubicBezTo>
                    <a:cubicBezTo>
                      <a:pt x="85" y="8"/>
                      <a:pt x="77" y="11"/>
                      <a:pt x="70" y="13"/>
                    </a:cubicBezTo>
                    <a:cubicBezTo>
                      <a:pt x="61" y="16"/>
                      <a:pt x="43" y="21"/>
                      <a:pt x="42" y="32"/>
                    </a:cubicBezTo>
                    <a:cubicBezTo>
                      <a:pt x="32" y="30"/>
                      <a:pt x="19" y="34"/>
                      <a:pt x="18" y="45"/>
                    </a:cubicBezTo>
                    <a:cubicBezTo>
                      <a:pt x="17" y="48"/>
                      <a:pt x="19" y="52"/>
                      <a:pt x="18" y="54"/>
                    </a:cubicBezTo>
                    <a:cubicBezTo>
                      <a:pt x="17" y="55"/>
                      <a:pt x="14" y="56"/>
                      <a:pt x="13" y="56"/>
                    </a:cubicBezTo>
                    <a:cubicBezTo>
                      <a:pt x="9" y="59"/>
                      <a:pt x="7" y="62"/>
                      <a:pt x="5" y="66"/>
                    </a:cubicBezTo>
                    <a:cubicBezTo>
                      <a:pt x="1" y="73"/>
                      <a:pt x="1" y="81"/>
                      <a:pt x="4" y="89"/>
                    </a:cubicBezTo>
                    <a:cubicBezTo>
                      <a:pt x="5" y="93"/>
                      <a:pt x="6" y="92"/>
                      <a:pt x="5" y="95"/>
                    </a:cubicBezTo>
                    <a:cubicBezTo>
                      <a:pt x="5" y="95"/>
                      <a:pt x="2" y="98"/>
                      <a:pt x="1" y="99"/>
                    </a:cubicBezTo>
                    <a:cubicBezTo>
                      <a:pt x="0" y="101"/>
                      <a:pt x="0" y="105"/>
                      <a:pt x="1" y="107"/>
                    </a:cubicBezTo>
                    <a:cubicBezTo>
                      <a:pt x="1" y="113"/>
                      <a:pt x="2" y="118"/>
                      <a:pt x="7" y="120"/>
                    </a:cubicBezTo>
                    <a:cubicBezTo>
                      <a:pt x="3" y="126"/>
                      <a:pt x="11" y="127"/>
                      <a:pt x="14" y="129"/>
                    </a:cubicBezTo>
                    <a:cubicBezTo>
                      <a:pt x="13" y="129"/>
                      <a:pt x="18" y="132"/>
                      <a:pt x="17" y="131"/>
                    </a:cubicBezTo>
                    <a:cubicBezTo>
                      <a:pt x="18" y="132"/>
                      <a:pt x="23" y="136"/>
                      <a:pt x="25" y="136"/>
                    </a:cubicBezTo>
                    <a:cubicBezTo>
                      <a:pt x="25" y="135"/>
                      <a:pt x="27" y="123"/>
                      <a:pt x="27" y="118"/>
                    </a:cubicBezTo>
                    <a:cubicBezTo>
                      <a:pt x="34" y="116"/>
                      <a:pt x="33" y="102"/>
                      <a:pt x="30" y="96"/>
                    </a:cubicBezTo>
                    <a:cubicBezTo>
                      <a:pt x="45" y="100"/>
                      <a:pt x="44" y="82"/>
                      <a:pt x="44" y="71"/>
                    </a:cubicBezTo>
                    <a:cubicBezTo>
                      <a:pt x="54" y="72"/>
                      <a:pt x="62" y="66"/>
                      <a:pt x="65" y="57"/>
                    </a:cubicBezTo>
                    <a:cubicBezTo>
                      <a:pt x="74" y="60"/>
                      <a:pt x="81" y="58"/>
                      <a:pt x="88" y="53"/>
                    </a:cubicBezTo>
                    <a:cubicBezTo>
                      <a:pt x="89" y="59"/>
                      <a:pt x="93" y="64"/>
                      <a:pt x="99" y="64"/>
                    </a:cubicBezTo>
                    <a:cubicBezTo>
                      <a:pt x="102" y="64"/>
                      <a:pt x="108" y="59"/>
                      <a:pt x="111" y="60"/>
                    </a:cubicBezTo>
                    <a:cubicBezTo>
                      <a:pt x="114" y="62"/>
                      <a:pt x="112" y="66"/>
                      <a:pt x="112" y="70"/>
                    </a:cubicBezTo>
                    <a:cubicBezTo>
                      <a:pt x="112" y="74"/>
                      <a:pt x="113" y="82"/>
                      <a:pt x="119" y="82"/>
                    </a:cubicBezTo>
                    <a:cubicBezTo>
                      <a:pt x="126" y="83"/>
                      <a:pt x="124" y="75"/>
                      <a:pt x="128" y="72"/>
                    </a:cubicBezTo>
                    <a:cubicBezTo>
                      <a:pt x="137" y="66"/>
                      <a:pt x="132" y="88"/>
                      <a:pt x="141" y="88"/>
                    </a:cubicBezTo>
                    <a:cubicBezTo>
                      <a:pt x="145" y="88"/>
                      <a:pt x="144" y="81"/>
                      <a:pt x="147" y="80"/>
                    </a:cubicBezTo>
                    <a:cubicBezTo>
                      <a:pt x="152" y="77"/>
                      <a:pt x="154" y="83"/>
                      <a:pt x="158" y="85"/>
                    </a:cubicBezTo>
                    <a:cubicBezTo>
                      <a:pt x="162" y="88"/>
                      <a:pt x="164" y="87"/>
                      <a:pt x="165" y="84"/>
                    </a:cubicBezTo>
                    <a:cubicBezTo>
                      <a:pt x="168" y="85"/>
                      <a:pt x="170" y="86"/>
                      <a:pt x="171" y="88"/>
                    </a:cubicBezTo>
                    <a:cubicBezTo>
                      <a:pt x="174" y="91"/>
                      <a:pt x="172" y="90"/>
                      <a:pt x="172" y="94"/>
                    </a:cubicBezTo>
                    <a:cubicBezTo>
                      <a:pt x="172" y="98"/>
                      <a:pt x="171" y="101"/>
                      <a:pt x="174" y="104"/>
                    </a:cubicBezTo>
                    <a:cubicBezTo>
                      <a:pt x="175" y="106"/>
                      <a:pt x="179" y="105"/>
                      <a:pt x="180" y="107"/>
                    </a:cubicBezTo>
                    <a:cubicBezTo>
                      <a:pt x="182" y="109"/>
                      <a:pt x="180" y="114"/>
                      <a:pt x="182" y="118"/>
                    </a:cubicBezTo>
                    <a:cubicBezTo>
                      <a:pt x="184" y="119"/>
                      <a:pt x="187" y="117"/>
                      <a:pt x="188" y="125"/>
                    </a:cubicBezTo>
                    <a:cubicBezTo>
                      <a:pt x="188" y="128"/>
                      <a:pt x="189" y="132"/>
                      <a:pt x="189" y="137"/>
                    </a:cubicBezTo>
                    <a:cubicBezTo>
                      <a:pt x="189" y="137"/>
                      <a:pt x="195" y="134"/>
                      <a:pt x="195" y="134"/>
                    </a:cubicBezTo>
                    <a:cubicBezTo>
                      <a:pt x="198" y="134"/>
                      <a:pt x="198" y="130"/>
                      <a:pt x="201" y="129"/>
                    </a:cubicBezTo>
                    <a:cubicBezTo>
                      <a:pt x="204" y="128"/>
                      <a:pt x="208" y="123"/>
                      <a:pt x="209" y="119"/>
                    </a:cubicBezTo>
                    <a:cubicBezTo>
                      <a:pt x="209" y="118"/>
                      <a:pt x="209" y="117"/>
                      <a:pt x="209" y="117"/>
                    </a:cubicBezTo>
                    <a:cubicBezTo>
                      <a:pt x="211" y="117"/>
                      <a:pt x="213" y="116"/>
                      <a:pt x="214" y="114"/>
                    </a:cubicBezTo>
                    <a:cubicBezTo>
                      <a:pt x="215" y="110"/>
                      <a:pt x="206" y="107"/>
                      <a:pt x="209" y="101"/>
                    </a:cubicBezTo>
                    <a:cubicBezTo>
                      <a:pt x="211" y="97"/>
                      <a:pt x="221" y="99"/>
                      <a:pt x="215" y="91"/>
                    </a:cubicBezTo>
                    <a:close/>
                  </a:path>
                </a:pathLst>
              </a:custGeom>
              <a:noFill/>
              <a:ln w="1588" cap="flat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718" name="Freeform 223">
                <a:extLst>
                  <a:ext uri="{FF2B5EF4-FFF2-40B4-BE49-F238E27FC236}">
                    <a16:creationId xmlns:a16="http://schemas.microsoft.com/office/drawing/2014/main" id="{7E737B93-3880-4EFE-A5D5-7771BCC16F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1" y="747"/>
                <a:ext cx="36" cy="30"/>
              </a:xfrm>
              <a:custGeom>
                <a:avLst/>
                <a:gdLst>
                  <a:gd name="T0" fmla="*/ 13 w 22"/>
                  <a:gd name="T1" fmla="*/ 13 h 18"/>
                  <a:gd name="T2" fmla="*/ 97 w 22"/>
                  <a:gd name="T3" fmla="*/ 0 h 18"/>
                  <a:gd name="T4" fmla="*/ 88 w 22"/>
                  <a:gd name="T5" fmla="*/ 20 h 18"/>
                  <a:gd name="T6" fmla="*/ 13 w 22"/>
                  <a:gd name="T7" fmla="*/ 8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" h="18">
                    <a:moveTo>
                      <a:pt x="3" y="3"/>
                    </a:moveTo>
                    <a:cubicBezTo>
                      <a:pt x="0" y="9"/>
                      <a:pt x="21" y="18"/>
                      <a:pt x="22" y="0"/>
                    </a:cubicBezTo>
                    <a:cubicBezTo>
                      <a:pt x="22" y="2"/>
                      <a:pt x="21" y="3"/>
                      <a:pt x="20" y="4"/>
                    </a:cubicBezTo>
                    <a:cubicBezTo>
                      <a:pt x="15" y="6"/>
                      <a:pt x="5" y="8"/>
                      <a:pt x="3" y="2"/>
                    </a:cubicBezTo>
                  </a:path>
                </a:pathLst>
              </a:custGeom>
              <a:solidFill>
                <a:srgbClr val="EEED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719" name="Freeform 224">
                <a:extLst>
                  <a:ext uri="{FF2B5EF4-FFF2-40B4-BE49-F238E27FC236}">
                    <a16:creationId xmlns:a16="http://schemas.microsoft.com/office/drawing/2014/main" id="{908BF44E-70C0-4495-B9C0-89C0BFE5FB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2" y="762"/>
                <a:ext cx="31" cy="24"/>
              </a:xfrm>
              <a:custGeom>
                <a:avLst/>
                <a:gdLst>
                  <a:gd name="T0" fmla="*/ 18 w 19"/>
                  <a:gd name="T1" fmla="*/ 0 h 15"/>
                  <a:gd name="T2" fmla="*/ 83 w 19"/>
                  <a:gd name="T3" fmla="*/ 42 h 15"/>
                  <a:gd name="T4" fmla="*/ 18 w 19"/>
                  <a:gd name="T5" fmla="*/ 8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15">
                    <a:moveTo>
                      <a:pt x="4" y="0"/>
                    </a:moveTo>
                    <a:cubicBezTo>
                      <a:pt x="0" y="10"/>
                      <a:pt x="12" y="15"/>
                      <a:pt x="19" y="10"/>
                    </a:cubicBezTo>
                    <a:cubicBezTo>
                      <a:pt x="13" y="9"/>
                      <a:pt x="6" y="9"/>
                      <a:pt x="4" y="2"/>
                    </a:cubicBezTo>
                  </a:path>
                </a:pathLst>
              </a:custGeom>
              <a:solidFill>
                <a:srgbClr val="EEED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720" name="Freeform 225">
                <a:extLst>
                  <a:ext uri="{FF2B5EF4-FFF2-40B4-BE49-F238E27FC236}">
                    <a16:creationId xmlns:a16="http://schemas.microsoft.com/office/drawing/2014/main" id="{7868A7E1-7FBA-4765-8A80-936310E67B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9" y="730"/>
                <a:ext cx="31" cy="27"/>
              </a:xfrm>
              <a:custGeom>
                <a:avLst/>
                <a:gdLst>
                  <a:gd name="T0" fmla="*/ 0 w 19"/>
                  <a:gd name="T1" fmla="*/ 8 h 16"/>
                  <a:gd name="T2" fmla="*/ 54 w 19"/>
                  <a:gd name="T3" fmla="*/ 78 h 16"/>
                  <a:gd name="T4" fmla="*/ 0 w 19"/>
                  <a:gd name="T5" fmla="*/ 0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16">
                    <a:moveTo>
                      <a:pt x="0" y="2"/>
                    </a:moveTo>
                    <a:cubicBezTo>
                      <a:pt x="7" y="1"/>
                      <a:pt x="13" y="8"/>
                      <a:pt x="12" y="16"/>
                    </a:cubicBezTo>
                    <a:cubicBezTo>
                      <a:pt x="19" y="7"/>
                      <a:pt x="8" y="0"/>
                      <a:pt x="0" y="0"/>
                    </a:cubicBezTo>
                  </a:path>
                </a:pathLst>
              </a:custGeom>
              <a:solidFill>
                <a:srgbClr val="EEED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721" name="Freeform 226">
                <a:extLst>
                  <a:ext uri="{FF2B5EF4-FFF2-40B4-BE49-F238E27FC236}">
                    <a16:creationId xmlns:a16="http://schemas.microsoft.com/office/drawing/2014/main" id="{16369419-686F-41AE-A42F-BB66D8CF46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3" y="791"/>
                <a:ext cx="14" cy="19"/>
              </a:xfrm>
              <a:custGeom>
                <a:avLst/>
                <a:gdLst>
                  <a:gd name="T0" fmla="*/ 0 w 8"/>
                  <a:gd name="T1" fmla="*/ 0 h 11"/>
                  <a:gd name="T2" fmla="*/ 28 w 8"/>
                  <a:gd name="T3" fmla="*/ 57 h 11"/>
                  <a:gd name="T4" fmla="*/ 44 w 8"/>
                  <a:gd name="T5" fmla="*/ 28 h 11"/>
                  <a:gd name="T6" fmla="*/ 0 w 8"/>
                  <a:gd name="T7" fmla="*/ 16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11">
                    <a:moveTo>
                      <a:pt x="0" y="0"/>
                    </a:moveTo>
                    <a:cubicBezTo>
                      <a:pt x="0" y="5"/>
                      <a:pt x="0" y="10"/>
                      <a:pt x="5" y="11"/>
                    </a:cubicBezTo>
                    <a:cubicBezTo>
                      <a:pt x="6" y="9"/>
                      <a:pt x="8" y="6"/>
                      <a:pt x="8" y="5"/>
                    </a:cubicBezTo>
                    <a:cubicBezTo>
                      <a:pt x="6" y="10"/>
                      <a:pt x="1" y="8"/>
                      <a:pt x="0" y="3"/>
                    </a:cubicBezTo>
                  </a:path>
                </a:pathLst>
              </a:custGeom>
              <a:solidFill>
                <a:srgbClr val="EEED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722" name="Freeform 227">
                <a:extLst>
                  <a:ext uri="{FF2B5EF4-FFF2-40B4-BE49-F238E27FC236}">
                    <a16:creationId xmlns:a16="http://schemas.microsoft.com/office/drawing/2014/main" id="{82E47866-6291-4E6B-89B2-B643AA9CD8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1" y="801"/>
                <a:ext cx="27" cy="25"/>
              </a:xfrm>
              <a:custGeom>
                <a:avLst/>
                <a:gdLst>
                  <a:gd name="T0" fmla="*/ 0 w 16"/>
                  <a:gd name="T1" fmla="*/ 0 h 15"/>
                  <a:gd name="T2" fmla="*/ 78 w 16"/>
                  <a:gd name="T3" fmla="*/ 37 h 15"/>
                  <a:gd name="T4" fmla="*/ 0 w 16"/>
                  <a:gd name="T5" fmla="*/ 5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15">
                    <a:moveTo>
                      <a:pt x="0" y="0"/>
                    </a:moveTo>
                    <a:cubicBezTo>
                      <a:pt x="1" y="7"/>
                      <a:pt x="10" y="15"/>
                      <a:pt x="16" y="8"/>
                    </a:cubicBezTo>
                    <a:cubicBezTo>
                      <a:pt x="10" y="5"/>
                      <a:pt x="3" y="10"/>
                      <a:pt x="0" y="1"/>
                    </a:cubicBezTo>
                  </a:path>
                </a:pathLst>
              </a:custGeom>
              <a:solidFill>
                <a:srgbClr val="EEED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723" name="Freeform 228">
                <a:extLst>
                  <a:ext uri="{FF2B5EF4-FFF2-40B4-BE49-F238E27FC236}">
                    <a16:creationId xmlns:a16="http://schemas.microsoft.com/office/drawing/2014/main" id="{614A55F0-85F6-4365-BE02-9B856FEF58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0" y="833"/>
                <a:ext cx="36" cy="26"/>
              </a:xfrm>
              <a:custGeom>
                <a:avLst/>
                <a:gdLst>
                  <a:gd name="T0" fmla="*/ 43 w 22"/>
                  <a:gd name="T1" fmla="*/ 0 h 16"/>
                  <a:gd name="T2" fmla="*/ 97 w 22"/>
                  <a:gd name="T3" fmla="*/ 63 h 16"/>
                  <a:gd name="T4" fmla="*/ 41 w 22"/>
                  <a:gd name="T5" fmla="*/ 8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16">
                    <a:moveTo>
                      <a:pt x="10" y="0"/>
                    </a:moveTo>
                    <a:cubicBezTo>
                      <a:pt x="0" y="5"/>
                      <a:pt x="16" y="16"/>
                      <a:pt x="22" y="15"/>
                    </a:cubicBezTo>
                    <a:cubicBezTo>
                      <a:pt x="16" y="15"/>
                      <a:pt x="8" y="9"/>
                      <a:pt x="9" y="2"/>
                    </a:cubicBezTo>
                  </a:path>
                </a:pathLst>
              </a:custGeom>
              <a:solidFill>
                <a:srgbClr val="EEED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724" name="Freeform 229">
                <a:extLst>
                  <a:ext uri="{FF2B5EF4-FFF2-40B4-BE49-F238E27FC236}">
                    <a16:creationId xmlns:a16="http://schemas.microsoft.com/office/drawing/2014/main" id="{6875C95F-588C-42D6-A9CA-F27D8AD503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6" y="745"/>
                <a:ext cx="28" cy="35"/>
              </a:xfrm>
              <a:custGeom>
                <a:avLst/>
                <a:gdLst>
                  <a:gd name="T0" fmla="*/ 0 w 17"/>
                  <a:gd name="T1" fmla="*/ 0 h 21"/>
                  <a:gd name="T2" fmla="*/ 58 w 17"/>
                  <a:gd name="T3" fmla="*/ 97 h 21"/>
                  <a:gd name="T4" fmla="*/ 0 w 17"/>
                  <a:gd name="T5" fmla="*/ 22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21">
                    <a:moveTo>
                      <a:pt x="0" y="0"/>
                    </a:moveTo>
                    <a:cubicBezTo>
                      <a:pt x="9" y="0"/>
                      <a:pt x="17" y="12"/>
                      <a:pt x="13" y="21"/>
                    </a:cubicBezTo>
                    <a:cubicBezTo>
                      <a:pt x="10" y="16"/>
                      <a:pt x="10" y="4"/>
                      <a:pt x="0" y="5"/>
                    </a:cubicBezTo>
                  </a:path>
                </a:pathLst>
              </a:custGeom>
              <a:solidFill>
                <a:srgbClr val="EEED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725" name="Freeform 230">
                <a:extLst>
                  <a:ext uri="{FF2B5EF4-FFF2-40B4-BE49-F238E27FC236}">
                    <a16:creationId xmlns:a16="http://schemas.microsoft.com/office/drawing/2014/main" id="{7A2F61B1-E184-463F-B11C-B4157E4E7D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5" y="767"/>
                <a:ext cx="76" cy="31"/>
              </a:xfrm>
              <a:custGeom>
                <a:avLst/>
                <a:gdLst>
                  <a:gd name="T0" fmla="*/ 5 w 46"/>
                  <a:gd name="T1" fmla="*/ 5 h 19"/>
                  <a:gd name="T2" fmla="*/ 68 w 46"/>
                  <a:gd name="T3" fmla="*/ 55 h 19"/>
                  <a:gd name="T4" fmla="*/ 112 w 46"/>
                  <a:gd name="T5" fmla="*/ 47 h 19"/>
                  <a:gd name="T6" fmla="*/ 131 w 46"/>
                  <a:gd name="T7" fmla="*/ 69 h 19"/>
                  <a:gd name="T8" fmla="*/ 154 w 46"/>
                  <a:gd name="T9" fmla="*/ 55 h 19"/>
                  <a:gd name="T10" fmla="*/ 208 w 46"/>
                  <a:gd name="T11" fmla="*/ 55 h 19"/>
                  <a:gd name="T12" fmla="*/ 159 w 46"/>
                  <a:gd name="T13" fmla="*/ 42 h 19"/>
                  <a:gd name="T14" fmla="*/ 139 w 46"/>
                  <a:gd name="T15" fmla="*/ 54 h 19"/>
                  <a:gd name="T16" fmla="*/ 112 w 46"/>
                  <a:gd name="T17" fmla="*/ 29 h 19"/>
                  <a:gd name="T18" fmla="*/ 20 w 46"/>
                  <a:gd name="T19" fmla="*/ 0 h 1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6" h="19">
                    <a:moveTo>
                      <a:pt x="1" y="1"/>
                    </a:moveTo>
                    <a:cubicBezTo>
                      <a:pt x="0" y="9"/>
                      <a:pt x="7" y="15"/>
                      <a:pt x="15" y="13"/>
                    </a:cubicBezTo>
                    <a:cubicBezTo>
                      <a:pt x="20" y="11"/>
                      <a:pt x="19" y="8"/>
                      <a:pt x="25" y="11"/>
                    </a:cubicBezTo>
                    <a:cubicBezTo>
                      <a:pt x="27" y="12"/>
                      <a:pt x="27" y="15"/>
                      <a:pt x="29" y="16"/>
                    </a:cubicBezTo>
                    <a:cubicBezTo>
                      <a:pt x="33" y="17"/>
                      <a:pt x="32" y="13"/>
                      <a:pt x="34" y="13"/>
                    </a:cubicBezTo>
                    <a:cubicBezTo>
                      <a:pt x="39" y="13"/>
                      <a:pt x="44" y="19"/>
                      <a:pt x="46" y="13"/>
                    </a:cubicBezTo>
                    <a:cubicBezTo>
                      <a:pt x="41" y="11"/>
                      <a:pt x="40" y="10"/>
                      <a:pt x="35" y="10"/>
                    </a:cubicBezTo>
                    <a:cubicBezTo>
                      <a:pt x="33" y="10"/>
                      <a:pt x="34" y="13"/>
                      <a:pt x="31" y="12"/>
                    </a:cubicBezTo>
                    <a:cubicBezTo>
                      <a:pt x="29" y="12"/>
                      <a:pt x="27" y="8"/>
                      <a:pt x="25" y="7"/>
                    </a:cubicBezTo>
                    <a:cubicBezTo>
                      <a:pt x="18" y="4"/>
                      <a:pt x="4" y="16"/>
                      <a:pt x="4" y="0"/>
                    </a:cubicBezTo>
                  </a:path>
                </a:pathLst>
              </a:custGeom>
              <a:solidFill>
                <a:srgbClr val="EEED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726" name="Freeform 231">
                <a:extLst>
                  <a:ext uri="{FF2B5EF4-FFF2-40B4-BE49-F238E27FC236}">
                    <a16:creationId xmlns:a16="http://schemas.microsoft.com/office/drawing/2014/main" id="{14F839DF-046D-46CA-81FC-EBB66BE15D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8" y="796"/>
                <a:ext cx="36" cy="58"/>
              </a:xfrm>
              <a:custGeom>
                <a:avLst/>
                <a:gdLst>
                  <a:gd name="T0" fmla="*/ 0 w 22"/>
                  <a:gd name="T1" fmla="*/ 5 h 35"/>
                  <a:gd name="T2" fmla="*/ 26 w 22"/>
                  <a:gd name="T3" fmla="*/ 46 h 35"/>
                  <a:gd name="T4" fmla="*/ 47 w 22"/>
                  <a:gd name="T5" fmla="*/ 63 h 35"/>
                  <a:gd name="T6" fmla="*/ 47 w 22"/>
                  <a:gd name="T7" fmla="*/ 91 h 35"/>
                  <a:gd name="T8" fmla="*/ 83 w 22"/>
                  <a:gd name="T9" fmla="*/ 118 h 35"/>
                  <a:gd name="T10" fmla="*/ 92 w 22"/>
                  <a:gd name="T11" fmla="*/ 159 h 35"/>
                  <a:gd name="T12" fmla="*/ 92 w 22"/>
                  <a:gd name="T13" fmla="*/ 109 h 35"/>
                  <a:gd name="T14" fmla="*/ 62 w 22"/>
                  <a:gd name="T15" fmla="*/ 75 h 35"/>
                  <a:gd name="T16" fmla="*/ 41 w 22"/>
                  <a:gd name="T17" fmla="*/ 33 h 35"/>
                  <a:gd name="T18" fmla="*/ 8 w 22"/>
                  <a:gd name="T19" fmla="*/ 0 h 35"/>
                  <a:gd name="T20" fmla="*/ 5 w 22"/>
                  <a:gd name="T21" fmla="*/ 5 h 3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2" h="35">
                    <a:moveTo>
                      <a:pt x="0" y="1"/>
                    </a:moveTo>
                    <a:cubicBezTo>
                      <a:pt x="0" y="6"/>
                      <a:pt x="1" y="7"/>
                      <a:pt x="6" y="10"/>
                    </a:cubicBezTo>
                    <a:cubicBezTo>
                      <a:pt x="8" y="11"/>
                      <a:pt x="10" y="12"/>
                      <a:pt x="11" y="14"/>
                    </a:cubicBezTo>
                    <a:cubicBezTo>
                      <a:pt x="12" y="16"/>
                      <a:pt x="11" y="18"/>
                      <a:pt x="11" y="20"/>
                    </a:cubicBezTo>
                    <a:cubicBezTo>
                      <a:pt x="12" y="25"/>
                      <a:pt x="16" y="22"/>
                      <a:pt x="19" y="26"/>
                    </a:cubicBezTo>
                    <a:cubicBezTo>
                      <a:pt x="21" y="28"/>
                      <a:pt x="20" y="32"/>
                      <a:pt x="21" y="35"/>
                    </a:cubicBezTo>
                    <a:cubicBezTo>
                      <a:pt x="22" y="33"/>
                      <a:pt x="22" y="26"/>
                      <a:pt x="21" y="24"/>
                    </a:cubicBezTo>
                    <a:cubicBezTo>
                      <a:pt x="18" y="20"/>
                      <a:pt x="15" y="22"/>
                      <a:pt x="14" y="16"/>
                    </a:cubicBezTo>
                    <a:cubicBezTo>
                      <a:pt x="14" y="11"/>
                      <a:pt x="14" y="9"/>
                      <a:pt x="9" y="7"/>
                    </a:cubicBezTo>
                    <a:cubicBezTo>
                      <a:pt x="5" y="5"/>
                      <a:pt x="2" y="5"/>
                      <a:pt x="2" y="0"/>
                    </a:cubicBezTo>
                    <a:cubicBezTo>
                      <a:pt x="1" y="0"/>
                      <a:pt x="1" y="0"/>
                      <a:pt x="1" y="1"/>
                    </a:cubicBezTo>
                  </a:path>
                </a:pathLst>
              </a:custGeom>
              <a:solidFill>
                <a:srgbClr val="EEED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727" name="Freeform 232">
                <a:extLst>
                  <a:ext uri="{FF2B5EF4-FFF2-40B4-BE49-F238E27FC236}">
                    <a16:creationId xmlns:a16="http://schemas.microsoft.com/office/drawing/2014/main" id="{68A61443-ABEA-4326-BBDE-0316588BDD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4" y="767"/>
                <a:ext cx="57" cy="104"/>
              </a:xfrm>
              <a:custGeom>
                <a:avLst/>
                <a:gdLst>
                  <a:gd name="T0" fmla="*/ 161 w 34"/>
                  <a:gd name="T1" fmla="*/ 0 h 63"/>
                  <a:gd name="T2" fmla="*/ 141 w 34"/>
                  <a:gd name="T3" fmla="*/ 54 h 63"/>
                  <a:gd name="T4" fmla="*/ 99 w 34"/>
                  <a:gd name="T5" fmla="*/ 63 h 63"/>
                  <a:gd name="T6" fmla="*/ 70 w 34"/>
                  <a:gd name="T7" fmla="*/ 158 h 63"/>
                  <a:gd name="T8" fmla="*/ 37 w 34"/>
                  <a:gd name="T9" fmla="*/ 160 h 63"/>
                  <a:gd name="T10" fmla="*/ 22 w 34"/>
                  <a:gd name="T11" fmla="*/ 193 h 63"/>
                  <a:gd name="T12" fmla="*/ 20 w 34"/>
                  <a:gd name="T13" fmla="*/ 284 h 63"/>
                  <a:gd name="T14" fmla="*/ 8 w 34"/>
                  <a:gd name="T15" fmla="*/ 175 h 63"/>
                  <a:gd name="T16" fmla="*/ 29 w 34"/>
                  <a:gd name="T17" fmla="*/ 144 h 63"/>
                  <a:gd name="T18" fmla="*/ 57 w 34"/>
                  <a:gd name="T19" fmla="*/ 125 h 63"/>
                  <a:gd name="T20" fmla="*/ 96 w 34"/>
                  <a:gd name="T21" fmla="*/ 54 h 63"/>
                  <a:gd name="T22" fmla="*/ 154 w 34"/>
                  <a:gd name="T23" fmla="*/ 5 h 6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4" h="63">
                    <a:moveTo>
                      <a:pt x="34" y="0"/>
                    </a:moveTo>
                    <a:cubicBezTo>
                      <a:pt x="34" y="4"/>
                      <a:pt x="32" y="10"/>
                      <a:pt x="30" y="12"/>
                    </a:cubicBezTo>
                    <a:cubicBezTo>
                      <a:pt x="27" y="16"/>
                      <a:pt x="24" y="12"/>
                      <a:pt x="21" y="14"/>
                    </a:cubicBezTo>
                    <a:cubicBezTo>
                      <a:pt x="15" y="18"/>
                      <a:pt x="20" y="31"/>
                      <a:pt x="15" y="35"/>
                    </a:cubicBezTo>
                    <a:cubicBezTo>
                      <a:pt x="13" y="37"/>
                      <a:pt x="11" y="35"/>
                      <a:pt x="8" y="36"/>
                    </a:cubicBezTo>
                    <a:cubicBezTo>
                      <a:pt x="6" y="37"/>
                      <a:pt x="5" y="41"/>
                      <a:pt x="5" y="43"/>
                    </a:cubicBezTo>
                    <a:cubicBezTo>
                      <a:pt x="5" y="50"/>
                      <a:pt x="6" y="57"/>
                      <a:pt x="4" y="63"/>
                    </a:cubicBezTo>
                    <a:cubicBezTo>
                      <a:pt x="3" y="55"/>
                      <a:pt x="0" y="48"/>
                      <a:pt x="2" y="39"/>
                    </a:cubicBezTo>
                    <a:cubicBezTo>
                      <a:pt x="2" y="36"/>
                      <a:pt x="3" y="33"/>
                      <a:pt x="6" y="32"/>
                    </a:cubicBezTo>
                    <a:cubicBezTo>
                      <a:pt x="10" y="30"/>
                      <a:pt x="10" y="33"/>
                      <a:pt x="12" y="28"/>
                    </a:cubicBezTo>
                    <a:cubicBezTo>
                      <a:pt x="14" y="22"/>
                      <a:pt x="13" y="15"/>
                      <a:pt x="20" y="12"/>
                    </a:cubicBezTo>
                    <a:cubicBezTo>
                      <a:pt x="26" y="9"/>
                      <a:pt x="30" y="7"/>
                      <a:pt x="33" y="1"/>
                    </a:cubicBezTo>
                  </a:path>
                </a:pathLst>
              </a:custGeom>
              <a:solidFill>
                <a:srgbClr val="EEED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728" name="Freeform 233">
                <a:extLst>
                  <a:ext uri="{FF2B5EF4-FFF2-40B4-BE49-F238E27FC236}">
                    <a16:creationId xmlns:a16="http://schemas.microsoft.com/office/drawing/2014/main" id="{ED7A9316-EF1E-46ED-BBC5-4CA9EF8163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6" y="757"/>
                <a:ext cx="31" cy="48"/>
              </a:xfrm>
              <a:custGeom>
                <a:avLst/>
                <a:gdLst>
                  <a:gd name="T0" fmla="*/ 83 w 19"/>
                  <a:gd name="T1" fmla="*/ 0 h 29"/>
                  <a:gd name="T2" fmla="*/ 39 w 19"/>
                  <a:gd name="T3" fmla="*/ 55 h 29"/>
                  <a:gd name="T4" fmla="*/ 0 w 19"/>
                  <a:gd name="T5" fmla="*/ 126 h 29"/>
                  <a:gd name="T6" fmla="*/ 18 w 19"/>
                  <a:gd name="T7" fmla="*/ 84 h 29"/>
                  <a:gd name="T8" fmla="*/ 21 w 19"/>
                  <a:gd name="T9" fmla="*/ 46 h 29"/>
                  <a:gd name="T10" fmla="*/ 75 w 19"/>
                  <a:gd name="T11" fmla="*/ 0 h 2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9" h="29">
                    <a:moveTo>
                      <a:pt x="19" y="0"/>
                    </a:moveTo>
                    <a:cubicBezTo>
                      <a:pt x="19" y="8"/>
                      <a:pt x="12" y="6"/>
                      <a:pt x="9" y="12"/>
                    </a:cubicBezTo>
                    <a:cubicBezTo>
                      <a:pt x="6" y="16"/>
                      <a:pt x="9" y="29"/>
                      <a:pt x="0" y="28"/>
                    </a:cubicBezTo>
                    <a:cubicBezTo>
                      <a:pt x="1" y="25"/>
                      <a:pt x="3" y="22"/>
                      <a:pt x="4" y="19"/>
                    </a:cubicBezTo>
                    <a:cubicBezTo>
                      <a:pt x="4" y="16"/>
                      <a:pt x="4" y="13"/>
                      <a:pt x="5" y="10"/>
                    </a:cubicBezTo>
                    <a:cubicBezTo>
                      <a:pt x="9" y="5"/>
                      <a:pt x="17" y="9"/>
                      <a:pt x="17" y="0"/>
                    </a:cubicBezTo>
                  </a:path>
                </a:pathLst>
              </a:custGeom>
              <a:solidFill>
                <a:srgbClr val="EEED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729" name="Freeform 234">
                <a:extLst>
                  <a:ext uri="{FF2B5EF4-FFF2-40B4-BE49-F238E27FC236}">
                    <a16:creationId xmlns:a16="http://schemas.microsoft.com/office/drawing/2014/main" id="{24C404A4-28D1-494D-B98B-0B8346ADD9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7" y="742"/>
                <a:ext cx="21" cy="30"/>
              </a:xfrm>
              <a:custGeom>
                <a:avLst/>
                <a:gdLst>
                  <a:gd name="T0" fmla="*/ 8 w 13"/>
                  <a:gd name="T1" fmla="*/ 0 h 18"/>
                  <a:gd name="T2" fmla="*/ 55 w 13"/>
                  <a:gd name="T3" fmla="*/ 83 h 18"/>
                  <a:gd name="T4" fmla="*/ 0 w 13"/>
                  <a:gd name="T5" fmla="*/ 22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8">
                    <a:moveTo>
                      <a:pt x="2" y="0"/>
                    </a:moveTo>
                    <a:cubicBezTo>
                      <a:pt x="5" y="5"/>
                      <a:pt x="4" y="18"/>
                      <a:pt x="13" y="18"/>
                    </a:cubicBezTo>
                    <a:cubicBezTo>
                      <a:pt x="6" y="18"/>
                      <a:pt x="3" y="10"/>
                      <a:pt x="0" y="5"/>
                    </a:cubicBezTo>
                  </a:path>
                </a:pathLst>
              </a:custGeom>
              <a:solidFill>
                <a:srgbClr val="EEED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730" name="Freeform 235">
                <a:extLst>
                  <a:ext uri="{FF2B5EF4-FFF2-40B4-BE49-F238E27FC236}">
                    <a16:creationId xmlns:a16="http://schemas.microsoft.com/office/drawing/2014/main" id="{2AF87CE4-3CB1-471A-8C37-BB9F79DE6C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8" y="735"/>
                <a:ext cx="82" cy="27"/>
              </a:xfrm>
              <a:custGeom>
                <a:avLst/>
                <a:gdLst>
                  <a:gd name="T0" fmla="*/ 0 w 49"/>
                  <a:gd name="T1" fmla="*/ 0 h 16"/>
                  <a:gd name="T2" fmla="*/ 62 w 49"/>
                  <a:gd name="T3" fmla="*/ 57 h 16"/>
                  <a:gd name="T4" fmla="*/ 107 w 49"/>
                  <a:gd name="T5" fmla="*/ 57 h 16"/>
                  <a:gd name="T6" fmla="*/ 137 w 49"/>
                  <a:gd name="T7" fmla="*/ 71 h 16"/>
                  <a:gd name="T8" fmla="*/ 159 w 49"/>
                  <a:gd name="T9" fmla="*/ 57 h 16"/>
                  <a:gd name="T10" fmla="*/ 229 w 49"/>
                  <a:gd name="T11" fmla="*/ 54 h 16"/>
                  <a:gd name="T12" fmla="*/ 174 w 49"/>
                  <a:gd name="T13" fmla="*/ 41 h 16"/>
                  <a:gd name="T14" fmla="*/ 117 w 49"/>
                  <a:gd name="T15" fmla="*/ 57 h 16"/>
                  <a:gd name="T16" fmla="*/ 90 w 49"/>
                  <a:gd name="T17" fmla="*/ 41 h 16"/>
                  <a:gd name="T18" fmla="*/ 55 w 49"/>
                  <a:gd name="T19" fmla="*/ 49 h 16"/>
                  <a:gd name="T20" fmla="*/ 5 w 49"/>
                  <a:gd name="T21" fmla="*/ 14 h 16"/>
                  <a:gd name="T22" fmla="*/ 0 w 49"/>
                  <a:gd name="T23" fmla="*/ 5 h 1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49" h="16">
                    <a:moveTo>
                      <a:pt x="0" y="0"/>
                    </a:moveTo>
                    <a:cubicBezTo>
                      <a:pt x="1" y="5"/>
                      <a:pt x="7" y="12"/>
                      <a:pt x="13" y="12"/>
                    </a:cubicBezTo>
                    <a:cubicBezTo>
                      <a:pt x="18" y="12"/>
                      <a:pt x="19" y="8"/>
                      <a:pt x="23" y="12"/>
                    </a:cubicBezTo>
                    <a:cubicBezTo>
                      <a:pt x="25" y="13"/>
                      <a:pt x="26" y="15"/>
                      <a:pt x="29" y="15"/>
                    </a:cubicBezTo>
                    <a:cubicBezTo>
                      <a:pt x="32" y="16"/>
                      <a:pt x="32" y="13"/>
                      <a:pt x="34" y="12"/>
                    </a:cubicBezTo>
                    <a:cubicBezTo>
                      <a:pt x="39" y="9"/>
                      <a:pt x="44" y="11"/>
                      <a:pt x="49" y="11"/>
                    </a:cubicBezTo>
                    <a:cubicBezTo>
                      <a:pt x="46" y="10"/>
                      <a:pt x="41" y="7"/>
                      <a:pt x="37" y="8"/>
                    </a:cubicBezTo>
                    <a:cubicBezTo>
                      <a:pt x="31" y="9"/>
                      <a:pt x="32" y="15"/>
                      <a:pt x="25" y="12"/>
                    </a:cubicBezTo>
                    <a:cubicBezTo>
                      <a:pt x="23" y="11"/>
                      <a:pt x="22" y="9"/>
                      <a:pt x="19" y="8"/>
                    </a:cubicBezTo>
                    <a:cubicBezTo>
                      <a:pt x="16" y="8"/>
                      <a:pt x="15" y="9"/>
                      <a:pt x="12" y="10"/>
                    </a:cubicBezTo>
                    <a:cubicBezTo>
                      <a:pt x="5" y="11"/>
                      <a:pt x="6" y="5"/>
                      <a:pt x="1" y="3"/>
                    </a:cubicBezTo>
                    <a:cubicBezTo>
                      <a:pt x="1" y="2"/>
                      <a:pt x="0" y="2"/>
                      <a:pt x="0" y="1"/>
                    </a:cubicBezTo>
                  </a:path>
                </a:pathLst>
              </a:custGeom>
              <a:solidFill>
                <a:srgbClr val="EEED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731" name="Freeform 236">
                <a:extLst>
                  <a:ext uri="{FF2B5EF4-FFF2-40B4-BE49-F238E27FC236}">
                    <a16:creationId xmlns:a16="http://schemas.microsoft.com/office/drawing/2014/main" id="{C9647D4B-B2E5-47FF-BEF8-B9DFAA8578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4" y="790"/>
                <a:ext cx="75" cy="92"/>
              </a:xfrm>
              <a:custGeom>
                <a:avLst/>
                <a:gdLst>
                  <a:gd name="T0" fmla="*/ 208 w 45"/>
                  <a:gd name="T1" fmla="*/ 5 h 56"/>
                  <a:gd name="T2" fmla="*/ 158 w 45"/>
                  <a:gd name="T3" fmla="*/ 0 h 56"/>
                  <a:gd name="T4" fmla="*/ 75 w 45"/>
                  <a:gd name="T5" fmla="*/ 54 h 56"/>
                  <a:gd name="T6" fmla="*/ 62 w 45"/>
                  <a:gd name="T7" fmla="*/ 125 h 56"/>
                  <a:gd name="T8" fmla="*/ 8 w 45"/>
                  <a:gd name="T9" fmla="*/ 173 h 56"/>
                  <a:gd name="T10" fmla="*/ 0 w 45"/>
                  <a:gd name="T11" fmla="*/ 248 h 56"/>
                  <a:gd name="T12" fmla="*/ 47 w 45"/>
                  <a:gd name="T13" fmla="*/ 177 h 56"/>
                  <a:gd name="T14" fmla="*/ 92 w 45"/>
                  <a:gd name="T15" fmla="*/ 102 h 56"/>
                  <a:gd name="T16" fmla="*/ 158 w 45"/>
                  <a:gd name="T17" fmla="*/ 41 h 56"/>
                  <a:gd name="T18" fmla="*/ 208 w 45"/>
                  <a:gd name="T19" fmla="*/ 0 h 5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5" h="56">
                    <a:moveTo>
                      <a:pt x="45" y="1"/>
                    </a:moveTo>
                    <a:cubicBezTo>
                      <a:pt x="41" y="0"/>
                      <a:pt x="38" y="2"/>
                      <a:pt x="34" y="0"/>
                    </a:cubicBezTo>
                    <a:cubicBezTo>
                      <a:pt x="34" y="10"/>
                      <a:pt x="24" y="11"/>
                      <a:pt x="16" y="12"/>
                    </a:cubicBezTo>
                    <a:cubicBezTo>
                      <a:pt x="15" y="17"/>
                      <a:pt x="15" y="23"/>
                      <a:pt x="13" y="28"/>
                    </a:cubicBezTo>
                    <a:cubicBezTo>
                      <a:pt x="11" y="33"/>
                      <a:pt x="8" y="37"/>
                      <a:pt x="2" y="39"/>
                    </a:cubicBezTo>
                    <a:cubicBezTo>
                      <a:pt x="2" y="46"/>
                      <a:pt x="3" y="50"/>
                      <a:pt x="0" y="56"/>
                    </a:cubicBezTo>
                    <a:cubicBezTo>
                      <a:pt x="7" y="52"/>
                      <a:pt x="6" y="46"/>
                      <a:pt x="10" y="40"/>
                    </a:cubicBezTo>
                    <a:cubicBezTo>
                      <a:pt x="14" y="34"/>
                      <a:pt x="17" y="29"/>
                      <a:pt x="20" y="23"/>
                    </a:cubicBezTo>
                    <a:cubicBezTo>
                      <a:pt x="23" y="17"/>
                      <a:pt x="29" y="14"/>
                      <a:pt x="34" y="9"/>
                    </a:cubicBezTo>
                    <a:cubicBezTo>
                      <a:pt x="37" y="6"/>
                      <a:pt x="42" y="4"/>
                      <a:pt x="45" y="0"/>
                    </a:cubicBezTo>
                  </a:path>
                </a:pathLst>
              </a:custGeom>
              <a:solidFill>
                <a:srgbClr val="FDEA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732" name="Freeform 237">
                <a:extLst>
                  <a:ext uri="{FF2B5EF4-FFF2-40B4-BE49-F238E27FC236}">
                    <a16:creationId xmlns:a16="http://schemas.microsoft.com/office/drawing/2014/main" id="{F5E8951B-873C-4B71-BE19-5165BBDBEB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6" y="839"/>
                <a:ext cx="42" cy="78"/>
              </a:xfrm>
              <a:custGeom>
                <a:avLst/>
                <a:gdLst>
                  <a:gd name="T0" fmla="*/ 20 w 25"/>
                  <a:gd name="T1" fmla="*/ 0 h 47"/>
                  <a:gd name="T2" fmla="*/ 20 w 25"/>
                  <a:gd name="T3" fmla="*/ 63 h 47"/>
                  <a:gd name="T4" fmla="*/ 62 w 25"/>
                  <a:gd name="T5" fmla="*/ 96 h 47"/>
                  <a:gd name="T6" fmla="*/ 99 w 25"/>
                  <a:gd name="T7" fmla="*/ 214 h 47"/>
                  <a:gd name="T8" fmla="*/ 76 w 25"/>
                  <a:gd name="T9" fmla="*/ 159 h 47"/>
                  <a:gd name="T10" fmla="*/ 57 w 25"/>
                  <a:gd name="T11" fmla="*/ 138 h 47"/>
                  <a:gd name="T12" fmla="*/ 42 w 25"/>
                  <a:gd name="T13" fmla="*/ 110 h 47"/>
                  <a:gd name="T14" fmla="*/ 5 w 25"/>
                  <a:gd name="T15" fmla="*/ 63 h 47"/>
                  <a:gd name="T16" fmla="*/ 13 w 25"/>
                  <a:gd name="T17" fmla="*/ 5 h 4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5" h="47">
                    <a:moveTo>
                      <a:pt x="4" y="0"/>
                    </a:moveTo>
                    <a:cubicBezTo>
                      <a:pt x="4" y="4"/>
                      <a:pt x="1" y="10"/>
                      <a:pt x="4" y="14"/>
                    </a:cubicBezTo>
                    <a:cubicBezTo>
                      <a:pt x="8" y="18"/>
                      <a:pt x="11" y="15"/>
                      <a:pt x="13" y="21"/>
                    </a:cubicBezTo>
                    <a:cubicBezTo>
                      <a:pt x="15" y="30"/>
                      <a:pt x="25" y="37"/>
                      <a:pt x="21" y="47"/>
                    </a:cubicBezTo>
                    <a:cubicBezTo>
                      <a:pt x="19" y="43"/>
                      <a:pt x="18" y="39"/>
                      <a:pt x="16" y="35"/>
                    </a:cubicBezTo>
                    <a:cubicBezTo>
                      <a:pt x="15" y="33"/>
                      <a:pt x="13" y="32"/>
                      <a:pt x="12" y="30"/>
                    </a:cubicBezTo>
                    <a:cubicBezTo>
                      <a:pt x="11" y="29"/>
                      <a:pt x="10" y="26"/>
                      <a:pt x="9" y="24"/>
                    </a:cubicBezTo>
                    <a:cubicBezTo>
                      <a:pt x="6" y="20"/>
                      <a:pt x="1" y="20"/>
                      <a:pt x="1" y="14"/>
                    </a:cubicBezTo>
                    <a:cubicBezTo>
                      <a:pt x="0" y="10"/>
                      <a:pt x="3" y="6"/>
                      <a:pt x="3" y="1"/>
                    </a:cubicBezTo>
                  </a:path>
                </a:pathLst>
              </a:custGeom>
              <a:solidFill>
                <a:srgbClr val="FDEA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733" name="Freeform 238">
                <a:extLst>
                  <a:ext uri="{FF2B5EF4-FFF2-40B4-BE49-F238E27FC236}">
                    <a16:creationId xmlns:a16="http://schemas.microsoft.com/office/drawing/2014/main" id="{82A98E35-CA3A-4FFB-B9B8-D568427C15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2" y="806"/>
                <a:ext cx="55" cy="35"/>
              </a:xfrm>
              <a:custGeom>
                <a:avLst/>
                <a:gdLst>
                  <a:gd name="T0" fmla="*/ 0 w 33"/>
                  <a:gd name="T1" fmla="*/ 13 h 21"/>
                  <a:gd name="T2" fmla="*/ 42 w 33"/>
                  <a:gd name="T3" fmla="*/ 63 h 21"/>
                  <a:gd name="T4" fmla="*/ 78 w 33"/>
                  <a:gd name="T5" fmla="*/ 33 h 21"/>
                  <a:gd name="T6" fmla="*/ 105 w 33"/>
                  <a:gd name="T7" fmla="*/ 55 h 21"/>
                  <a:gd name="T8" fmla="*/ 153 w 33"/>
                  <a:gd name="T9" fmla="*/ 92 h 21"/>
                  <a:gd name="T10" fmla="*/ 112 w 33"/>
                  <a:gd name="T11" fmla="*/ 83 h 21"/>
                  <a:gd name="T12" fmla="*/ 75 w 33"/>
                  <a:gd name="T13" fmla="*/ 78 h 21"/>
                  <a:gd name="T14" fmla="*/ 0 w 33"/>
                  <a:gd name="T15" fmla="*/ 33 h 2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3" h="21">
                    <a:moveTo>
                      <a:pt x="0" y="3"/>
                    </a:moveTo>
                    <a:cubicBezTo>
                      <a:pt x="2" y="8"/>
                      <a:pt x="3" y="13"/>
                      <a:pt x="9" y="14"/>
                    </a:cubicBezTo>
                    <a:cubicBezTo>
                      <a:pt x="15" y="16"/>
                      <a:pt x="14" y="11"/>
                      <a:pt x="17" y="7"/>
                    </a:cubicBezTo>
                    <a:cubicBezTo>
                      <a:pt x="21" y="0"/>
                      <a:pt x="22" y="9"/>
                      <a:pt x="23" y="12"/>
                    </a:cubicBezTo>
                    <a:cubicBezTo>
                      <a:pt x="25" y="18"/>
                      <a:pt x="28" y="19"/>
                      <a:pt x="33" y="20"/>
                    </a:cubicBezTo>
                    <a:cubicBezTo>
                      <a:pt x="29" y="20"/>
                      <a:pt x="26" y="21"/>
                      <a:pt x="24" y="18"/>
                    </a:cubicBezTo>
                    <a:cubicBezTo>
                      <a:pt x="19" y="14"/>
                      <a:pt x="22" y="15"/>
                      <a:pt x="16" y="17"/>
                    </a:cubicBezTo>
                    <a:cubicBezTo>
                      <a:pt x="7" y="21"/>
                      <a:pt x="4" y="14"/>
                      <a:pt x="0" y="7"/>
                    </a:cubicBezTo>
                  </a:path>
                </a:pathLst>
              </a:custGeom>
              <a:solidFill>
                <a:srgbClr val="FDEA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734" name="Freeform 239">
                <a:extLst>
                  <a:ext uri="{FF2B5EF4-FFF2-40B4-BE49-F238E27FC236}">
                    <a16:creationId xmlns:a16="http://schemas.microsoft.com/office/drawing/2014/main" id="{A4DE89FD-95DC-44CC-921A-CA44C9AD4C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4" y="857"/>
                <a:ext cx="79" cy="12"/>
              </a:xfrm>
              <a:custGeom>
                <a:avLst/>
                <a:gdLst>
                  <a:gd name="T0" fmla="*/ 0 w 48"/>
                  <a:gd name="T1" fmla="*/ 21 h 7"/>
                  <a:gd name="T2" fmla="*/ 43 w 48"/>
                  <a:gd name="T3" fmla="*/ 5 h 7"/>
                  <a:gd name="T4" fmla="*/ 89 w 48"/>
                  <a:gd name="T5" fmla="*/ 0 h 7"/>
                  <a:gd name="T6" fmla="*/ 214 w 48"/>
                  <a:gd name="T7" fmla="*/ 29 h 7"/>
                  <a:gd name="T8" fmla="*/ 193 w 48"/>
                  <a:gd name="T9" fmla="*/ 29 h 7"/>
                  <a:gd name="T10" fmla="*/ 160 w 48"/>
                  <a:gd name="T11" fmla="*/ 29 h 7"/>
                  <a:gd name="T12" fmla="*/ 104 w 48"/>
                  <a:gd name="T13" fmla="*/ 15 h 7"/>
                  <a:gd name="T14" fmla="*/ 43 w 48"/>
                  <a:gd name="T15" fmla="*/ 15 h 7"/>
                  <a:gd name="T16" fmla="*/ 0 w 48"/>
                  <a:gd name="T17" fmla="*/ 21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8" h="7">
                    <a:moveTo>
                      <a:pt x="0" y="4"/>
                    </a:moveTo>
                    <a:cubicBezTo>
                      <a:pt x="2" y="2"/>
                      <a:pt x="7" y="1"/>
                      <a:pt x="10" y="1"/>
                    </a:cubicBezTo>
                    <a:cubicBezTo>
                      <a:pt x="13" y="0"/>
                      <a:pt x="17" y="0"/>
                      <a:pt x="20" y="0"/>
                    </a:cubicBezTo>
                    <a:cubicBezTo>
                      <a:pt x="30" y="1"/>
                      <a:pt x="39" y="5"/>
                      <a:pt x="48" y="6"/>
                    </a:cubicBezTo>
                    <a:cubicBezTo>
                      <a:pt x="47" y="7"/>
                      <a:pt x="45" y="6"/>
                      <a:pt x="43" y="6"/>
                    </a:cubicBezTo>
                    <a:cubicBezTo>
                      <a:pt x="41" y="6"/>
                      <a:pt x="39" y="6"/>
                      <a:pt x="36" y="6"/>
                    </a:cubicBezTo>
                    <a:cubicBezTo>
                      <a:pt x="32" y="5"/>
                      <a:pt x="28" y="4"/>
                      <a:pt x="23" y="3"/>
                    </a:cubicBezTo>
                    <a:cubicBezTo>
                      <a:pt x="19" y="3"/>
                      <a:pt x="15" y="3"/>
                      <a:pt x="10" y="3"/>
                    </a:cubicBezTo>
                    <a:cubicBezTo>
                      <a:pt x="7" y="3"/>
                      <a:pt x="3" y="3"/>
                      <a:pt x="0" y="4"/>
                    </a:cubicBezTo>
                  </a:path>
                </a:pathLst>
              </a:custGeom>
              <a:solidFill>
                <a:srgbClr val="FDEA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735" name="Freeform 240">
                <a:extLst>
                  <a:ext uri="{FF2B5EF4-FFF2-40B4-BE49-F238E27FC236}">
                    <a16:creationId xmlns:a16="http://schemas.microsoft.com/office/drawing/2014/main" id="{10BDC385-E7ED-45A4-B546-9A7E41C98A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9" y="846"/>
                <a:ext cx="56" cy="11"/>
              </a:xfrm>
              <a:custGeom>
                <a:avLst/>
                <a:gdLst>
                  <a:gd name="T0" fmla="*/ 147 w 34"/>
                  <a:gd name="T1" fmla="*/ 0 h 7"/>
                  <a:gd name="T2" fmla="*/ 89 w 34"/>
                  <a:gd name="T3" fmla="*/ 13 h 7"/>
                  <a:gd name="T4" fmla="*/ 43 w 34"/>
                  <a:gd name="T5" fmla="*/ 22 h 7"/>
                  <a:gd name="T6" fmla="*/ 21 w 34"/>
                  <a:gd name="T7" fmla="*/ 27 h 7"/>
                  <a:gd name="T8" fmla="*/ 0 w 34"/>
                  <a:gd name="T9" fmla="*/ 27 h 7"/>
                  <a:gd name="T10" fmla="*/ 41 w 34"/>
                  <a:gd name="T11" fmla="*/ 14 h 7"/>
                  <a:gd name="T12" fmla="*/ 89 w 34"/>
                  <a:gd name="T13" fmla="*/ 5 h 7"/>
                  <a:gd name="T14" fmla="*/ 152 w 34"/>
                  <a:gd name="T15" fmla="*/ 0 h 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4" h="7">
                    <a:moveTo>
                      <a:pt x="33" y="0"/>
                    </a:moveTo>
                    <a:cubicBezTo>
                      <a:pt x="29" y="1"/>
                      <a:pt x="24" y="2"/>
                      <a:pt x="20" y="3"/>
                    </a:cubicBezTo>
                    <a:cubicBezTo>
                      <a:pt x="16" y="4"/>
                      <a:pt x="13" y="5"/>
                      <a:pt x="10" y="6"/>
                    </a:cubicBezTo>
                    <a:cubicBezTo>
                      <a:pt x="8" y="6"/>
                      <a:pt x="6" y="7"/>
                      <a:pt x="5" y="7"/>
                    </a:cubicBezTo>
                    <a:cubicBezTo>
                      <a:pt x="3" y="7"/>
                      <a:pt x="2" y="7"/>
                      <a:pt x="0" y="7"/>
                    </a:cubicBezTo>
                    <a:cubicBezTo>
                      <a:pt x="3" y="7"/>
                      <a:pt x="7" y="5"/>
                      <a:pt x="9" y="4"/>
                    </a:cubicBezTo>
                    <a:cubicBezTo>
                      <a:pt x="13" y="2"/>
                      <a:pt x="16" y="2"/>
                      <a:pt x="20" y="1"/>
                    </a:cubicBezTo>
                    <a:cubicBezTo>
                      <a:pt x="24" y="0"/>
                      <a:pt x="29" y="0"/>
                      <a:pt x="34" y="0"/>
                    </a:cubicBezTo>
                  </a:path>
                </a:pathLst>
              </a:custGeom>
              <a:solidFill>
                <a:srgbClr val="FDEA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736" name="Freeform 241">
                <a:extLst>
                  <a:ext uri="{FF2B5EF4-FFF2-40B4-BE49-F238E27FC236}">
                    <a16:creationId xmlns:a16="http://schemas.microsoft.com/office/drawing/2014/main" id="{B9559B09-30E8-40AF-8C5F-9C4B4E4375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3" y="960"/>
                <a:ext cx="35" cy="26"/>
              </a:xfrm>
              <a:custGeom>
                <a:avLst/>
                <a:gdLst>
                  <a:gd name="T0" fmla="*/ 0 w 21"/>
                  <a:gd name="T1" fmla="*/ 0 h 16"/>
                  <a:gd name="T2" fmla="*/ 42 w 21"/>
                  <a:gd name="T3" fmla="*/ 34 h 16"/>
                  <a:gd name="T4" fmla="*/ 97 w 21"/>
                  <a:gd name="T5" fmla="*/ 68 h 16"/>
                  <a:gd name="T6" fmla="*/ 8 w 21"/>
                  <a:gd name="T7" fmla="*/ 5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16">
                    <a:moveTo>
                      <a:pt x="0" y="0"/>
                    </a:moveTo>
                    <a:cubicBezTo>
                      <a:pt x="3" y="2"/>
                      <a:pt x="6" y="5"/>
                      <a:pt x="9" y="8"/>
                    </a:cubicBezTo>
                    <a:cubicBezTo>
                      <a:pt x="13" y="12"/>
                      <a:pt x="17" y="14"/>
                      <a:pt x="21" y="16"/>
                    </a:cubicBezTo>
                    <a:cubicBezTo>
                      <a:pt x="14" y="13"/>
                      <a:pt x="8" y="6"/>
                      <a:pt x="2" y="1"/>
                    </a:cubicBezTo>
                  </a:path>
                </a:pathLst>
              </a:custGeom>
              <a:solidFill>
                <a:srgbClr val="FDEA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737" name="Freeform 242">
                <a:extLst>
                  <a:ext uri="{FF2B5EF4-FFF2-40B4-BE49-F238E27FC236}">
                    <a16:creationId xmlns:a16="http://schemas.microsoft.com/office/drawing/2014/main" id="{6DA1B146-E5F4-4FBF-B3EB-506E4386B9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2" y="961"/>
                <a:ext cx="40" cy="25"/>
              </a:xfrm>
              <a:custGeom>
                <a:avLst/>
                <a:gdLst>
                  <a:gd name="T0" fmla="*/ 112 w 24"/>
                  <a:gd name="T1" fmla="*/ 0 h 15"/>
                  <a:gd name="T2" fmla="*/ 55 w 24"/>
                  <a:gd name="T3" fmla="*/ 33 h 15"/>
                  <a:gd name="T4" fmla="*/ 0 w 24"/>
                  <a:gd name="T5" fmla="*/ 70 h 15"/>
                  <a:gd name="T6" fmla="*/ 70 w 24"/>
                  <a:gd name="T7" fmla="*/ 33 h 15"/>
                  <a:gd name="T8" fmla="*/ 112 w 24"/>
                  <a:gd name="T9" fmla="*/ 0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15">
                    <a:moveTo>
                      <a:pt x="24" y="0"/>
                    </a:moveTo>
                    <a:cubicBezTo>
                      <a:pt x="21" y="0"/>
                      <a:pt x="15" y="5"/>
                      <a:pt x="12" y="7"/>
                    </a:cubicBezTo>
                    <a:cubicBezTo>
                      <a:pt x="8" y="10"/>
                      <a:pt x="4" y="12"/>
                      <a:pt x="0" y="15"/>
                    </a:cubicBezTo>
                    <a:cubicBezTo>
                      <a:pt x="4" y="15"/>
                      <a:pt x="11" y="9"/>
                      <a:pt x="15" y="7"/>
                    </a:cubicBezTo>
                    <a:cubicBezTo>
                      <a:pt x="18" y="5"/>
                      <a:pt x="21" y="2"/>
                      <a:pt x="24" y="0"/>
                    </a:cubicBezTo>
                  </a:path>
                </a:pathLst>
              </a:custGeom>
              <a:solidFill>
                <a:srgbClr val="FDEA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738" name="Freeform 243">
                <a:extLst>
                  <a:ext uri="{FF2B5EF4-FFF2-40B4-BE49-F238E27FC236}">
                    <a16:creationId xmlns:a16="http://schemas.microsoft.com/office/drawing/2014/main" id="{69B01578-B98A-49F5-A99A-197F4BC707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1" y="869"/>
                <a:ext cx="20" cy="86"/>
              </a:xfrm>
              <a:custGeom>
                <a:avLst/>
                <a:gdLst>
                  <a:gd name="T0" fmla="*/ 47 w 12"/>
                  <a:gd name="T1" fmla="*/ 5 h 52"/>
                  <a:gd name="T2" fmla="*/ 42 w 12"/>
                  <a:gd name="T3" fmla="*/ 33 h 52"/>
                  <a:gd name="T4" fmla="*/ 20 w 12"/>
                  <a:gd name="T5" fmla="*/ 55 h 52"/>
                  <a:gd name="T6" fmla="*/ 20 w 12"/>
                  <a:gd name="T7" fmla="*/ 84 h 52"/>
                  <a:gd name="T8" fmla="*/ 13 w 12"/>
                  <a:gd name="T9" fmla="*/ 117 h 52"/>
                  <a:gd name="T10" fmla="*/ 5 w 12"/>
                  <a:gd name="T11" fmla="*/ 167 h 52"/>
                  <a:gd name="T12" fmla="*/ 22 w 12"/>
                  <a:gd name="T13" fmla="*/ 235 h 52"/>
                  <a:gd name="T14" fmla="*/ 13 w 12"/>
                  <a:gd name="T15" fmla="*/ 164 h 52"/>
                  <a:gd name="T16" fmla="*/ 22 w 12"/>
                  <a:gd name="T17" fmla="*/ 99 h 52"/>
                  <a:gd name="T18" fmla="*/ 55 w 12"/>
                  <a:gd name="T19" fmla="*/ 0 h 5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2" h="52">
                    <a:moveTo>
                      <a:pt x="10" y="1"/>
                    </a:moveTo>
                    <a:cubicBezTo>
                      <a:pt x="10" y="3"/>
                      <a:pt x="10" y="6"/>
                      <a:pt x="9" y="7"/>
                    </a:cubicBezTo>
                    <a:cubicBezTo>
                      <a:pt x="8" y="9"/>
                      <a:pt x="5" y="10"/>
                      <a:pt x="4" y="12"/>
                    </a:cubicBezTo>
                    <a:cubicBezTo>
                      <a:pt x="4" y="14"/>
                      <a:pt x="4" y="17"/>
                      <a:pt x="4" y="19"/>
                    </a:cubicBezTo>
                    <a:cubicBezTo>
                      <a:pt x="4" y="21"/>
                      <a:pt x="3" y="23"/>
                      <a:pt x="3" y="26"/>
                    </a:cubicBezTo>
                    <a:cubicBezTo>
                      <a:pt x="2" y="29"/>
                      <a:pt x="0" y="33"/>
                      <a:pt x="1" y="37"/>
                    </a:cubicBezTo>
                    <a:cubicBezTo>
                      <a:pt x="2" y="42"/>
                      <a:pt x="4" y="47"/>
                      <a:pt x="5" y="52"/>
                    </a:cubicBezTo>
                    <a:cubicBezTo>
                      <a:pt x="4" y="46"/>
                      <a:pt x="3" y="41"/>
                      <a:pt x="3" y="36"/>
                    </a:cubicBezTo>
                    <a:cubicBezTo>
                      <a:pt x="3" y="31"/>
                      <a:pt x="4" y="27"/>
                      <a:pt x="5" y="22"/>
                    </a:cubicBezTo>
                    <a:cubicBezTo>
                      <a:pt x="6" y="15"/>
                      <a:pt x="12" y="7"/>
                      <a:pt x="12" y="0"/>
                    </a:cubicBezTo>
                  </a:path>
                </a:pathLst>
              </a:custGeom>
              <a:solidFill>
                <a:srgbClr val="FDEA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739" name="Freeform 244">
                <a:extLst>
                  <a:ext uri="{FF2B5EF4-FFF2-40B4-BE49-F238E27FC236}">
                    <a16:creationId xmlns:a16="http://schemas.microsoft.com/office/drawing/2014/main" id="{DD5BF0D6-82FF-40F0-9FEB-DC7569B501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5" y="900"/>
                <a:ext cx="8" cy="63"/>
              </a:xfrm>
              <a:custGeom>
                <a:avLst/>
                <a:gdLst>
                  <a:gd name="T0" fmla="*/ 5 w 5"/>
                  <a:gd name="T1" fmla="*/ 0 h 38"/>
                  <a:gd name="T2" fmla="*/ 13 w 5"/>
                  <a:gd name="T3" fmla="*/ 88 h 38"/>
                  <a:gd name="T4" fmla="*/ 8 w 5"/>
                  <a:gd name="T5" fmla="*/ 172 h 38"/>
                  <a:gd name="T6" fmla="*/ 16 w 5"/>
                  <a:gd name="T7" fmla="*/ 75 h 38"/>
                  <a:gd name="T8" fmla="*/ 8 w 5"/>
                  <a:gd name="T9" fmla="*/ 0 h 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38">
                    <a:moveTo>
                      <a:pt x="1" y="0"/>
                    </a:moveTo>
                    <a:cubicBezTo>
                      <a:pt x="2" y="6"/>
                      <a:pt x="3" y="12"/>
                      <a:pt x="3" y="19"/>
                    </a:cubicBezTo>
                    <a:cubicBezTo>
                      <a:pt x="3" y="25"/>
                      <a:pt x="0" y="33"/>
                      <a:pt x="2" y="38"/>
                    </a:cubicBezTo>
                    <a:cubicBezTo>
                      <a:pt x="2" y="31"/>
                      <a:pt x="4" y="23"/>
                      <a:pt x="4" y="16"/>
                    </a:cubicBezTo>
                    <a:cubicBezTo>
                      <a:pt x="4" y="12"/>
                      <a:pt x="5" y="2"/>
                      <a:pt x="2" y="0"/>
                    </a:cubicBezTo>
                  </a:path>
                </a:pathLst>
              </a:custGeom>
              <a:solidFill>
                <a:srgbClr val="FDEA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740" name="Freeform 245">
                <a:extLst>
                  <a:ext uri="{FF2B5EF4-FFF2-40B4-BE49-F238E27FC236}">
                    <a16:creationId xmlns:a16="http://schemas.microsoft.com/office/drawing/2014/main" id="{9C3B5419-0332-45FD-8663-50FC10F541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6" y="810"/>
                <a:ext cx="21" cy="42"/>
              </a:xfrm>
              <a:custGeom>
                <a:avLst/>
                <a:gdLst>
                  <a:gd name="T0" fmla="*/ 50 w 13"/>
                  <a:gd name="T1" fmla="*/ 0 h 26"/>
                  <a:gd name="T2" fmla="*/ 26 w 13"/>
                  <a:gd name="T3" fmla="*/ 0 h 26"/>
                  <a:gd name="T4" fmla="*/ 16 w 13"/>
                  <a:gd name="T5" fmla="*/ 81 h 26"/>
                  <a:gd name="T6" fmla="*/ 5 w 13"/>
                  <a:gd name="T7" fmla="*/ 97 h 26"/>
                  <a:gd name="T8" fmla="*/ 0 w 13"/>
                  <a:gd name="T9" fmla="*/ 105 h 26"/>
                  <a:gd name="T10" fmla="*/ 13 w 13"/>
                  <a:gd name="T11" fmla="*/ 102 h 26"/>
                  <a:gd name="T12" fmla="*/ 55 w 13"/>
                  <a:gd name="T13" fmla="*/ 21 h 26"/>
                  <a:gd name="T14" fmla="*/ 55 w 13"/>
                  <a:gd name="T15" fmla="*/ 8 h 2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3" h="26">
                    <a:moveTo>
                      <a:pt x="12" y="0"/>
                    </a:moveTo>
                    <a:cubicBezTo>
                      <a:pt x="10" y="0"/>
                      <a:pt x="8" y="0"/>
                      <a:pt x="6" y="0"/>
                    </a:cubicBezTo>
                    <a:cubicBezTo>
                      <a:pt x="6" y="7"/>
                      <a:pt x="6" y="12"/>
                      <a:pt x="4" y="19"/>
                    </a:cubicBezTo>
                    <a:cubicBezTo>
                      <a:pt x="3" y="20"/>
                      <a:pt x="2" y="21"/>
                      <a:pt x="1" y="23"/>
                    </a:cubicBezTo>
                    <a:cubicBezTo>
                      <a:pt x="1" y="23"/>
                      <a:pt x="0" y="24"/>
                      <a:pt x="0" y="25"/>
                    </a:cubicBezTo>
                    <a:cubicBezTo>
                      <a:pt x="1" y="26"/>
                      <a:pt x="2" y="25"/>
                      <a:pt x="3" y="24"/>
                    </a:cubicBezTo>
                    <a:cubicBezTo>
                      <a:pt x="7" y="20"/>
                      <a:pt x="11" y="12"/>
                      <a:pt x="13" y="5"/>
                    </a:cubicBezTo>
                    <a:cubicBezTo>
                      <a:pt x="13" y="4"/>
                      <a:pt x="13" y="3"/>
                      <a:pt x="13" y="2"/>
                    </a:cubicBezTo>
                  </a:path>
                </a:pathLst>
              </a:custGeom>
              <a:solidFill>
                <a:srgbClr val="FDEA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741" name="Freeform 246">
                <a:extLst>
                  <a:ext uri="{FF2B5EF4-FFF2-40B4-BE49-F238E27FC236}">
                    <a16:creationId xmlns:a16="http://schemas.microsoft.com/office/drawing/2014/main" id="{1790E58F-2EB7-4484-AF47-1862E33373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4" y="781"/>
                <a:ext cx="51" cy="32"/>
              </a:xfrm>
              <a:custGeom>
                <a:avLst/>
                <a:gdLst>
                  <a:gd name="T0" fmla="*/ 0 w 31"/>
                  <a:gd name="T1" fmla="*/ 76 h 19"/>
                  <a:gd name="T2" fmla="*/ 43 w 31"/>
                  <a:gd name="T3" fmla="*/ 13 h 19"/>
                  <a:gd name="T4" fmla="*/ 89 w 31"/>
                  <a:gd name="T5" fmla="*/ 13 h 19"/>
                  <a:gd name="T6" fmla="*/ 105 w 31"/>
                  <a:gd name="T7" fmla="*/ 8 h 19"/>
                  <a:gd name="T8" fmla="*/ 130 w 31"/>
                  <a:gd name="T9" fmla="*/ 0 h 19"/>
                  <a:gd name="T10" fmla="*/ 125 w 31"/>
                  <a:gd name="T11" fmla="*/ 8 h 19"/>
                  <a:gd name="T12" fmla="*/ 97 w 31"/>
                  <a:gd name="T13" fmla="*/ 29 h 19"/>
                  <a:gd name="T14" fmla="*/ 58 w 31"/>
                  <a:gd name="T15" fmla="*/ 57 h 19"/>
                  <a:gd name="T16" fmla="*/ 33 w 31"/>
                  <a:gd name="T17" fmla="*/ 71 h 19"/>
                  <a:gd name="T18" fmla="*/ 21 w 31"/>
                  <a:gd name="T19" fmla="*/ 76 h 1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1" h="19">
                    <a:moveTo>
                      <a:pt x="0" y="16"/>
                    </a:moveTo>
                    <a:cubicBezTo>
                      <a:pt x="2" y="19"/>
                      <a:pt x="10" y="5"/>
                      <a:pt x="10" y="3"/>
                    </a:cubicBezTo>
                    <a:cubicBezTo>
                      <a:pt x="12" y="4"/>
                      <a:pt x="17" y="3"/>
                      <a:pt x="20" y="3"/>
                    </a:cubicBezTo>
                    <a:cubicBezTo>
                      <a:pt x="21" y="3"/>
                      <a:pt x="23" y="3"/>
                      <a:pt x="24" y="2"/>
                    </a:cubicBezTo>
                    <a:cubicBezTo>
                      <a:pt x="26" y="2"/>
                      <a:pt x="27" y="1"/>
                      <a:pt x="29" y="0"/>
                    </a:cubicBezTo>
                    <a:cubicBezTo>
                      <a:pt x="31" y="0"/>
                      <a:pt x="30" y="1"/>
                      <a:pt x="28" y="2"/>
                    </a:cubicBezTo>
                    <a:cubicBezTo>
                      <a:pt x="27" y="4"/>
                      <a:pt x="24" y="5"/>
                      <a:pt x="22" y="6"/>
                    </a:cubicBezTo>
                    <a:cubicBezTo>
                      <a:pt x="19" y="8"/>
                      <a:pt x="16" y="10"/>
                      <a:pt x="13" y="12"/>
                    </a:cubicBezTo>
                    <a:cubicBezTo>
                      <a:pt x="11" y="13"/>
                      <a:pt x="9" y="14"/>
                      <a:pt x="7" y="15"/>
                    </a:cubicBezTo>
                    <a:cubicBezTo>
                      <a:pt x="6" y="15"/>
                      <a:pt x="5" y="15"/>
                      <a:pt x="5" y="16"/>
                    </a:cubicBezTo>
                  </a:path>
                </a:pathLst>
              </a:custGeom>
              <a:solidFill>
                <a:srgbClr val="FDEA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742" name="Freeform 247">
                <a:extLst>
                  <a:ext uri="{FF2B5EF4-FFF2-40B4-BE49-F238E27FC236}">
                    <a16:creationId xmlns:a16="http://schemas.microsoft.com/office/drawing/2014/main" id="{7A2568DB-26F9-4724-9DA1-3E1990E610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0" y="808"/>
                <a:ext cx="33" cy="33"/>
              </a:xfrm>
              <a:custGeom>
                <a:avLst/>
                <a:gdLst>
                  <a:gd name="T0" fmla="*/ 0 w 20"/>
                  <a:gd name="T1" fmla="*/ 28 h 20"/>
                  <a:gd name="T2" fmla="*/ 20 w 20"/>
                  <a:gd name="T3" fmla="*/ 0 h 20"/>
                  <a:gd name="T4" fmla="*/ 33 w 20"/>
                  <a:gd name="T5" fmla="*/ 35 h 20"/>
                  <a:gd name="T6" fmla="*/ 89 w 20"/>
                  <a:gd name="T7" fmla="*/ 76 h 20"/>
                  <a:gd name="T8" fmla="*/ 46 w 20"/>
                  <a:gd name="T9" fmla="*/ 84 h 20"/>
                  <a:gd name="T10" fmla="*/ 21 w 20"/>
                  <a:gd name="T11" fmla="*/ 63 h 20"/>
                  <a:gd name="T12" fmla="*/ 8 w 20"/>
                  <a:gd name="T13" fmla="*/ 35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" h="20">
                    <a:moveTo>
                      <a:pt x="0" y="6"/>
                    </a:moveTo>
                    <a:cubicBezTo>
                      <a:pt x="0" y="5"/>
                      <a:pt x="2" y="0"/>
                      <a:pt x="4" y="0"/>
                    </a:cubicBezTo>
                    <a:cubicBezTo>
                      <a:pt x="7" y="0"/>
                      <a:pt x="6" y="6"/>
                      <a:pt x="7" y="8"/>
                    </a:cubicBezTo>
                    <a:cubicBezTo>
                      <a:pt x="9" y="13"/>
                      <a:pt x="13" y="19"/>
                      <a:pt x="20" y="17"/>
                    </a:cubicBezTo>
                    <a:cubicBezTo>
                      <a:pt x="18" y="19"/>
                      <a:pt x="13" y="20"/>
                      <a:pt x="10" y="19"/>
                    </a:cubicBezTo>
                    <a:cubicBezTo>
                      <a:pt x="8" y="18"/>
                      <a:pt x="6" y="16"/>
                      <a:pt x="5" y="14"/>
                    </a:cubicBezTo>
                    <a:cubicBezTo>
                      <a:pt x="4" y="12"/>
                      <a:pt x="3" y="10"/>
                      <a:pt x="2" y="8"/>
                    </a:cubicBezTo>
                  </a:path>
                </a:pathLst>
              </a:custGeom>
              <a:solidFill>
                <a:srgbClr val="FDEA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743" name="Freeform 248">
                <a:extLst>
                  <a:ext uri="{FF2B5EF4-FFF2-40B4-BE49-F238E27FC236}">
                    <a16:creationId xmlns:a16="http://schemas.microsoft.com/office/drawing/2014/main" id="{4B3DEF27-5CD3-4E5F-AEDE-AC65F65FC9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8" y="841"/>
                <a:ext cx="33" cy="63"/>
              </a:xfrm>
              <a:custGeom>
                <a:avLst/>
                <a:gdLst>
                  <a:gd name="T0" fmla="*/ 13 w 20"/>
                  <a:gd name="T1" fmla="*/ 0 h 38"/>
                  <a:gd name="T2" fmla="*/ 20 w 20"/>
                  <a:gd name="T3" fmla="*/ 46 h 38"/>
                  <a:gd name="T4" fmla="*/ 50 w 20"/>
                  <a:gd name="T5" fmla="*/ 68 h 38"/>
                  <a:gd name="T6" fmla="*/ 58 w 20"/>
                  <a:gd name="T7" fmla="*/ 104 h 38"/>
                  <a:gd name="T8" fmla="*/ 68 w 20"/>
                  <a:gd name="T9" fmla="*/ 124 h 38"/>
                  <a:gd name="T10" fmla="*/ 83 w 20"/>
                  <a:gd name="T11" fmla="*/ 133 h 38"/>
                  <a:gd name="T12" fmla="*/ 84 w 20"/>
                  <a:gd name="T13" fmla="*/ 172 h 38"/>
                  <a:gd name="T14" fmla="*/ 71 w 20"/>
                  <a:gd name="T15" fmla="*/ 151 h 38"/>
                  <a:gd name="T16" fmla="*/ 58 w 20"/>
                  <a:gd name="T17" fmla="*/ 124 h 38"/>
                  <a:gd name="T18" fmla="*/ 35 w 20"/>
                  <a:gd name="T19" fmla="*/ 96 h 38"/>
                  <a:gd name="T20" fmla="*/ 5 w 20"/>
                  <a:gd name="T21" fmla="*/ 63 h 38"/>
                  <a:gd name="T22" fmla="*/ 8 w 20"/>
                  <a:gd name="T23" fmla="*/ 28 h 38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0" h="38">
                    <a:moveTo>
                      <a:pt x="3" y="0"/>
                    </a:moveTo>
                    <a:cubicBezTo>
                      <a:pt x="1" y="2"/>
                      <a:pt x="3" y="8"/>
                      <a:pt x="4" y="10"/>
                    </a:cubicBezTo>
                    <a:cubicBezTo>
                      <a:pt x="5" y="13"/>
                      <a:pt x="8" y="13"/>
                      <a:pt x="11" y="15"/>
                    </a:cubicBezTo>
                    <a:cubicBezTo>
                      <a:pt x="14" y="17"/>
                      <a:pt x="12" y="19"/>
                      <a:pt x="13" y="23"/>
                    </a:cubicBezTo>
                    <a:cubicBezTo>
                      <a:pt x="13" y="24"/>
                      <a:pt x="14" y="26"/>
                      <a:pt x="15" y="27"/>
                    </a:cubicBezTo>
                    <a:cubicBezTo>
                      <a:pt x="16" y="28"/>
                      <a:pt x="18" y="28"/>
                      <a:pt x="18" y="29"/>
                    </a:cubicBezTo>
                    <a:cubicBezTo>
                      <a:pt x="20" y="31"/>
                      <a:pt x="20" y="36"/>
                      <a:pt x="19" y="38"/>
                    </a:cubicBezTo>
                    <a:cubicBezTo>
                      <a:pt x="18" y="37"/>
                      <a:pt x="17" y="34"/>
                      <a:pt x="16" y="33"/>
                    </a:cubicBezTo>
                    <a:cubicBezTo>
                      <a:pt x="15" y="31"/>
                      <a:pt x="14" y="29"/>
                      <a:pt x="13" y="27"/>
                    </a:cubicBezTo>
                    <a:cubicBezTo>
                      <a:pt x="12" y="24"/>
                      <a:pt x="10" y="22"/>
                      <a:pt x="8" y="21"/>
                    </a:cubicBezTo>
                    <a:cubicBezTo>
                      <a:pt x="5" y="19"/>
                      <a:pt x="2" y="17"/>
                      <a:pt x="1" y="14"/>
                    </a:cubicBezTo>
                    <a:cubicBezTo>
                      <a:pt x="0" y="11"/>
                      <a:pt x="1" y="9"/>
                      <a:pt x="2" y="6"/>
                    </a:cubicBezTo>
                  </a:path>
                </a:pathLst>
              </a:custGeom>
              <a:solidFill>
                <a:srgbClr val="FDEA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744" name="Freeform 249">
                <a:extLst>
                  <a:ext uri="{FF2B5EF4-FFF2-40B4-BE49-F238E27FC236}">
                    <a16:creationId xmlns:a16="http://schemas.microsoft.com/office/drawing/2014/main" id="{5C80FF47-BB9C-4403-9D2F-B310DC4C5A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4" y="831"/>
                <a:ext cx="61" cy="13"/>
              </a:xfrm>
              <a:custGeom>
                <a:avLst/>
                <a:gdLst>
                  <a:gd name="T0" fmla="*/ 0 w 37"/>
                  <a:gd name="T1" fmla="*/ 34 h 8"/>
                  <a:gd name="T2" fmla="*/ 76 w 37"/>
                  <a:gd name="T3" fmla="*/ 18 h 8"/>
                  <a:gd name="T4" fmla="*/ 167 w 37"/>
                  <a:gd name="T5" fmla="*/ 0 h 8"/>
                  <a:gd name="T6" fmla="*/ 81 w 37"/>
                  <a:gd name="T7" fmla="*/ 18 h 8"/>
                  <a:gd name="T8" fmla="*/ 20 w 37"/>
                  <a:gd name="T9" fmla="*/ 21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7" h="8">
                    <a:moveTo>
                      <a:pt x="0" y="8"/>
                    </a:moveTo>
                    <a:cubicBezTo>
                      <a:pt x="5" y="5"/>
                      <a:pt x="11" y="4"/>
                      <a:pt x="17" y="4"/>
                    </a:cubicBezTo>
                    <a:cubicBezTo>
                      <a:pt x="24" y="4"/>
                      <a:pt x="30" y="2"/>
                      <a:pt x="37" y="0"/>
                    </a:cubicBezTo>
                    <a:cubicBezTo>
                      <a:pt x="31" y="2"/>
                      <a:pt x="25" y="4"/>
                      <a:pt x="18" y="4"/>
                    </a:cubicBezTo>
                    <a:cubicBezTo>
                      <a:pt x="13" y="4"/>
                      <a:pt x="9" y="3"/>
                      <a:pt x="4" y="5"/>
                    </a:cubicBezTo>
                  </a:path>
                </a:pathLst>
              </a:custGeom>
              <a:solidFill>
                <a:srgbClr val="FDEA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745" name="Freeform 250">
                <a:extLst>
                  <a:ext uri="{FF2B5EF4-FFF2-40B4-BE49-F238E27FC236}">
                    <a16:creationId xmlns:a16="http://schemas.microsoft.com/office/drawing/2014/main" id="{A5CFE857-3336-4224-B676-0849758CF8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6" y="816"/>
                <a:ext cx="36" cy="12"/>
              </a:xfrm>
              <a:custGeom>
                <a:avLst/>
                <a:gdLst>
                  <a:gd name="T0" fmla="*/ 0 w 22"/>
                  <a:gd name="T1" fmla="*/ 36 h 7"/>
                  <a:gd name="T2" fmla="*/ 47 w 22"/>
                  <a:gd name="T3" fmla="*/ 15 h 7"/>
                  <a:gd name="T4" fmla="*/ 97 w 22"/>
                  <a:gd name="T5" fmla="*/ 0 h 7"/>
                  <a:gd name="T6" fmla="*/ 47 w 22"/>
                  <a:gd name="T7" fmla="*/ 5 h 7"/>
                  <a:gd name="T8" fmla="*/ 18 w 22"/>
                  <a:gd name="T9" fmla="*/ 9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7">
                    <a:moveTo>
                      <a:pt x="0" y="7"/>
                    </a:moveTo>
                    <a:cubicBezTo>
                      <a:pt x="3" y="3"/>
                      <a:pt x="7" y="4"/>
                      <a:pt x="11" y="3"/>
                    </a:cubicBezTo>
                    <a:cubicBezTo>
                      <a:pt x="15" y="2"/>
                      <a:pt x="19" y="1"/>
                      <a:pt x="22" y="0"/>
                    </a:cubicBezTo>
                    <a:cubicBezTo>
                      <a:pt x="18" y="0"/>
                      <a:pt x="15" y="1"/>
                      <a:pt x="11" y="1"/>
                    </a:cubicBezTo>
                    <a:cubicBezTo>
                      <a:pt x="9" y="1"/>
                      <a:pt x="6" y="1"/>
                      <a:pt x="4" y="2"/>
                    </a:cubicBezTo>
                  </a:path>
                </a:pathLst>
              </a:custGeom>
              <a:solidFill>
                <a:srgbClr val="FDEA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746" name="Freeform 251">
                <a:extLst>
                  <a:ext uri="{FF2B5EF4-FFF2-40B4-BE49-F238E27FC236}">
                    <a16:creationId xmlns:a16="http://schemas.microsoft.com/office/drawing/2014/main" id="{16A9A5C2-6074-4A70-B36E-067044C01B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3" y="861"/>
                <a:ext cx="38" cy="13"/>
              </a:xfrm>
              <a:custGeom>
                <a:avLst/>
                <a:gdLst>
                  <a:gd name="T0" fmla="*/ 104 w 23"/>
                  <a:gd name="T1" fmla="*/ 34 h 8"/>
                  <a:gd name="T2" fmla="*/ 0 w 23"/>
                  <a:gd name="T3" fmla="*/ 13 h 8"/>
                  <a:gd name="T4" fmla="*/ 50 w 23"/>
                  <a:gd name="T5" fmla="*/ 5 h 8"/>
                  <a:gd name="T6" fmla="*/ 104 w 23"/>
                  <a:gd name="T7" fmla="*/ 21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" h="8">
                    <a:moveTo>
                      <a:pt x="23" y="8"/>
                    </a:moveTo>
                    <a:cubicBezTo>
                      <a:pt x="16" y="2"/>
                      <a:pt x="8" y="5"/>
                      <a:pt x="0" y="3"/>
                    </a:cubicBezTo>
                    <a:cubicBezTo>
                      <a:pt x="4" y="3"/>
                      <a:pt x="8" y="1"/>
                      <a:pt x="11" y="1"/>
                    </a:cubicBezTo>
                    <a:cubicBezTo>
                      <a:pt x="16" y="0"/>
                      <a:pt x="19" y="3"/>
                      <a:pt x="23" y="5"/>
                    </a:cubicBezTo>
                  </a:path>
                </a:pathLst>
              </a:custGeom>
              <a:solidFill>
                <a:srgbClr val="FDEA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747" name="Freeform 252">
                <a:extLst>
                  <a:ext uri="{FF2B5EF4-FFF2-40B4-BE49-F238E27FC236}">
                    <a16:creationId xmlns:a16="http://schemas.microsoft.com/office/drawing/2014/main" id="{ACBFB533-4899-44F3-AC65-68CA7C6F11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6" y="864"/>
                <a:ext cx="43" cy="66"/>
              </a:xfrm>
              <a:custGeom>
                <a:avLst/>
                <a:gdLst>
                  <a:gd name="T0" fmla="*/ 0 w 26"/>
                  <a:gd name="T1" fmla="*/ 180 h 40"/>
                  <a:gd name="T2" fmla="*/ 22 w 26"/>
                  <a:gd name="T3" fmla="*/ 144 h 40"/>
                  <a:gd name="T4" fmla="*/ 50 w 26"/>
                  <a:gd name="T5" fmla="*/ 96 h 40"/>
                  <a:gd name="T6" fmla="*/ 117 w 26"/>
                  <a:gd name="T7" fmla="*/ 50 h 40"/>
                  <a:gd name="T8" fmla="*/ 60 w 26"/>
                  <a:gd name="T9" fmla="*/ 58 h 40"/>
                  <a:gd name="T10" fmla="*/ 46 w 26"/>
                  <a:gd name="T11" fmla="*/ 0 h 40"/>
                  <a:gd name="T12" fmla="*/ 5 w 26"/>
                  <a:gd name="T13" fmla="*/ 130 h 4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" h="40">
                    <a:moveTo>
                      <a:pt x="0" y="40"/>
                    </a:moveTo>
                    <a:cubicBezTo>
                      <a:pt x="0" y="36"/>
                      <a:pt x="2" y="35"/>
                      <a:pt x="5" y="32"/>
                    </a:cubicBezTo>
                    <a:cubicBezTo>
                      <a:pt x="6" y="28"/>
                      <a:pt x="7" y="24"/>
                      <a:pt x="11" y="21"/>
                    </a:cubicBezTo>
                    <a:cubicBezTo>
                      <a:pt x="16" y="17"/>
                      <a:pt x="22" y="15"/>
                      <a:pt x="26" y="11"/>
                    </a:cubicBezTo>
                    <a:cubicBezTo>
                      <a:pt x="23" y="11"/>
                      <a:pt x="16" y="15"/>
                      <a:pt x="13" y="13"/>
                    </a:cubicBezTo>
                    <a:cubicBezTo>
                      <a:pt x="10" y="11"/>
                      <a:pt x="11" y="3"/>
                      <a:pt x="10" y="0"/>
                    </a:cubicBezTo>
                    <a:cubicBezTo>
                      <a:pt x="7" y="10"/>
                      <a:pt x="3" y="19"/>
                      <a:pt x="1" y="29"/>
                    </a:cubicBezTo>
                  </a:path>
                </a:pathLst>
              </a:custGeom>
              <a:solidFill>
                <a:srgbClr val="FDEA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748" name="Freeform 253">
                <a:extLst>
                  <a:ext uri="{FF2B5EF4-FFF2-40B4-BE49-F238E27FC236}">
                    <a16:creationId xmlns:a16="http://schemas.microsoft.com/office/drawing/2014/main" id="{DAAE584F-E90B-4FB5-A2E3-65F8F75CA8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8" y="866"/>
                <a:ext cx="46" cy="61"/>
              </a:xfrm>
              <a:custGeom>
                <a:avLst/>
                <a:gdLst>
                  <a:gd name="T0" fmla="*/ 0 w 28"/>
                  <a:gd name="T1" fmla="*/ 0 h 37"/>
                  <a:gd name="T2" fmla="*/ 33 w 28"/>
                  <a:gd name="T3" fmla="*/ 20 h 37"/>
                  <a:gd name="T4" fmla="*/ 58 w 28"/>
                  <a:gd name="T5" fmla="*/ 33 h 37"/>
                  <a:gd name="T6" fmla="*/ 95 w 28"/>
                  <a:gd name="T7" fmla="*/ 84 h 37"/>
                  <a:gd name="T8" fmla="*/ 33 w 28"/>
                  <a:gd name="T9" fmla="*/ 71 h 37"/>
                  <a:gd name="T10" fmla="*/ 67 w 28"/>
                  <a:gd name="T11" fmla="*/ 96 h 37"/>
                  <a:gd name="T12" fmla="*/ 84 w 28"/>
                  <a:gd name="T13" fmla="*/ 117 h 37"/>
                  <a:gd name="T14" fmla="*/ 117 w 28"/>
                  <a:gd name="T15" fmla="*/ 167 h 37"/>
                  <a:gd name="T16" fmla="*/ 105 w 28"/>
                  <a:gd name="T17" fmla="*/ 109 h 37"/>
                  <a:gd name="T18" fmla="*/ 95 w 28"/>
                  <a:gd name="T19" fmla="*/ 63 h 3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8" h="37">
                    <a:moveTo>
                      <a:pt x="0" y="0"/>
                    </a:moveTo>
                    <a:cubicBezTo>
                      <a:pt x="2" y="1"/>
                      <a:pt x="5" y="3"/>
                      <a:pt x="7" y="4"/>
                    </a:cubicBezTo>
                    <a:cubicBezTo>
                      <a:pt x="9" y="6"/>
                      <a:pt x="11" y="6"/>
                      <a:pt x="13" y="7"/>
                    </a:cubicBezTo>
                    <a:cubicBezTo>
                      <a:pt x="17" y="9"/>
                      <a:pt x="20" y="15"/>
                      <a:pt x="21" y="19"/>
                    </a:cubicBezTo>
                    <a:cubicBezTo>
                      <a:pt x="16" y="21"/>
                      <a:pt x="11" y="17"/>
                      <a:pt x="7" y="16"/>
                    </a:cubicBezTo>
                    <a:cubicBezTo>
                      <a:pt x="10" y="18"/>
                      <a:pt x="13" y="18"/>
                      <a:pt x="15" y="21"/>
                    </a:cubicBezTo>
                    <a:cubicBezTo>
                      <a:pt x="17" y="22"/>
                      <a:pt x="18" y="24"/>
                      <a:pt x="19" y="26"/>
                    </a:cubicBezTo>
                    <a:cubicBezTo>
                      <a:pt x="22" y="29"/>
                      <a:pt x="23" y="34"/>
                      <a:pt x="26" y="37"/>
                    </a:cubicBezTo>
                    <a:cubicBezTo>
                      <a:pt x="28" y="35"/>
                      <a:pt x="25" y="27"/>
                      <a:pt x="24" y="24"/>
                    </a:cubicBezTo>
                    <a:cubicBezTo>
                      <a:pt x="24" y="20"/>
                      <a:pt x="22" y="18"/>
                      <a:pt x="21" y="14"/>
                    </a:cubicBezTo>
                  </a:path>
                </a:pathLst>
              </a:custGeom>
              <a:solidFill>
                <a:srgbClr val="FDEA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749" name="Freeform 254">
                <a:extLst>
                  <a:ext uri="{FF2B5EF4-FFF2-40B4-BE49-F238E27FC236}">
                    <a16:creationId xmlns:a16="http://schemas.microsoft.com/office/drawing/2014/main" id="{9D99AFA3-D37B-46AD-B06E-C810FFE778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0" y="862"/>
                <a:ext cx="23" cy="15"/>
              </a:xfrm>
              <a:custGeom>
                <a:avLst/>
                <a:gdLst>
                  <a:gd name="T0" fmla="*/ 0 w 14"/>
                  <a:gd name="T1" fmla="*/ 8 h 9"/>
                  <a:gd name="T2" fmla="*/ 58 w 14"/>
                  <a:gd name="T3" fmla="*/ 42 h 9"/>
                  <a:gd name="T4" fmla="*/ 5 w 14"/>
                  <a:gd name="T5" fmla="*/ 8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9">
                    <a:moveTo>
                      <a:pt x="0" y="2"/>
                    </a:moveTo>
                    <a:cubicBezTo>
                      <a:pt x="4" y="6"/>
                      <a:pt x="8" y="8"/>
                      <a:pt x="13" y="9"/>
                    </a:cubicBezTo>
                    <a:cubicBezTo>
                      <a:pt x="14" y="5"/>
                      <a:pt x="4" y="0"/>
                      <a:pt x="1" y="2"/>
                    </a:cubicBezTo>
                  </a:path>
                </a:pathLst>
              </a:custGeom>
              <a:solidFill>
                <a:srgbClr val="FDEA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750" name="Freeform 255">
                <a:extLst>
                  <a:ext uri="{FF2B5EF4-FFF2-40B4-BE49-F238E27FC236}">
                    <a16:creationId xmlns:a16="http://schemas.microsoft.com/office/drawing/2014/main" id="{A3E87237-BDC9-4F3B-9458-A3CE94CCFF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1" y="973"/>
                <a:ext cx="42" cy="79"/>
              </a:xfrm>
              <a:custGeom>
                <a:avLst/>
                <a:gdLst>
                  <a:gd name="T0" fmla="*/ 119 w 25"/>
                  <a:gd name="T1" fmla="*/ 0 h 48"/>
                  <a:gd name="T2" fmla="*/ 67 w 25"/>
                  <a:gd name="T3" fmla="*/ 109 h 48"/>
                  <a:gd name="T4" fmla="*/ 13 w 25"/>
                  <a:gd name="T5" fmla="*/ 156 h 48"/>
                  <a:gd name="T6" fmla="*/ 5 w 25"/>
                  <a:gd name="T7" fmla="*/ 214 h 48"/>
                  <a:gd name="T8" fmla="*/ 42 w 25"/>
                  <a:gd name="T9" fmla="*/ 165 h 48"/>
                  <a:gd name="T10" fmla="*/ 91 w 25"/>
                  <a:gd name="T11" fmla="*/ 109 h 48"/>
                  <a:gd name="T12" fmla="*/ 113 w 25"/>
                  <a:gd name="T13" fmla="*/ 49 h 48"/>
                  <a:gd name="T14" fmla="*/ 119 w 25"/>
                  <a:gd name="T15" fmla="*/ 8 h 4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5" h="48">
                    <a:moveTo>
                      <a:pt x="25" y="0"/>
                    </a:moveTo>
                    <a:cubicBezTo>
                      <a:pt x="25" y="10"/>
                      <a:pt x="21" y="17"/>
                      <a:pt x="14" y="24"/>
                    </a:cubicBezTo>
                    <a:cubicBezTo>
                      <a:pt x="10" y="27"/>
                      <a:pt x="6" y="30"/>
                      <a:pt x="3" y="35"/>
                    </a:cubicBezTo>
                    <a:cubicBezTo>
                      <a:pt x="1" y="39"/>
                      <a:pt x="1" y="43"/>
                      <a:pt x="1" y="48"/>
                    </a:cubicBezTo>
                    <a:cubicBezTo>
                      <a:pt x="0" y="43"/>
                      <a:pt x="5" y="39"/>
                      <a:pt x="9" y="37"/>
                    </a:cubicBezTo>
                    <a:cubicBezTo>
                      <a:pt x="14" y="34"/>
                      <a:pt x="17" y="30"/>
                      <a:pt x="19" y="24"/>
                    </a:cubicBezTo>
                    <a:cubicBezTo>
                      <a:pt x="21" y="20"/>
                      <a:pt x="22" y="15"/>
                      <a:pt x="24" y="11"/>
                    </a:cubicBezTo>
                    <a:cubicBezTo>
                      <a:pt x="24" y="8"/>
                      <a:pt x="24" y="4"/>
                      <a:pt x="25" y="2"/>
                    </a:cubicBezTo>
                  </a:path>
                </a:pathLst>
              </a:custGeom>
              <a:solidFill>
                <a:srgbClr val="FDEA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751" name="Freeform 256">
                <a:extLst>
                  <a:ext uri="{FF2B5EF4-FFF2-40B4-BE49-F238E27FC236}">
                    <a16:creationId xmlns:a16="http://schemas.microsoft.com/office/drawing/2014/main" id="{FF5EFD68-8592-4FBE-BCF6-714FD9EA68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6" y="976"/>
                <a:ext cx="41" cy="55"/>
              </a:xfrm>
              <a:custGeom>
                <a:avLst/>
                <a:gdLst>
                  <a:gd name="T0" fmla="*/ 0 w 25"/>
                  <a:gd name="T1" fmla="*/ 0 h 33"/>
                  <a:gd name="T2" fmla="*/ 26 w 25"/>
                  <a:gd name="T3" fmla="*/ 62 h 33"/>
                  <a:gd name="T4" fmla="*/ 43 w 25"/>
                  <a:gd name="T5" fmla="*/ 112 h 33"/>
                  <a:gd name="T6" fmla="*/ 110 w 25"/>
                  <a:gd name="T7" fmla="*/ 153 h 33"/>
                  <a:gd name="T8" fmla="*/ 67 w 25"/>
                  <a:gd name="T9" fmla="*/ 130 h 33"/>
                  <a:gd name="T10" fmla="*/ 43 w 25"/>
                  <a:gd name="T11" fmla="*/ 88 h 33"/>
                  <a:gd name="T12" fmla="*/ 0 w 25"/>
                  <a:gd name="T13" fmla="*/ 5 h 3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" h="33">
                    <a:moveTo>
                      <a:pt x="0" y="0"/>
                    </a:moveTo>
                    <a:cubicBezTo>
                      <a:pt x="1" y="5"/>
                      <a:pt x="4" y="9"/>
                      <a:pt x="6" y="13"/>
                    </a:cubicBezTo>
                    <a:cubicBezTo>
                      <a:pt x="8" y="17"/>
                      <a:pt x="9" y="21"/>
                      <a:pt x="10" y="24"/>
                    </a:cubicBezTo>
                    <a:cubicBezTo>
                      <a:pt x="13" y="31"/>
                      <a:pt x="17" y="33"/>
                      <a:pt x="25" y="33"/>
                    </a:cubicBezTo>
                    <a:cubicBezTo>
                      <a:pt x="21" y="31"/>
                      <a:pt x="18" y="32"/>
                      <a:pt x="15" y="28"/>
                    </a:cubicBezTo>
                    <a:cubicBezTo>
                      <a:pt x="13" y="26"/>
                      <a:pt x="12" y="22"/>
                      <a:pt x="10" y="19"/>
                    </a:cubicBezTo>
                    <a:cubicBezTo>
                      <a:pt x="8" y="13"/>
                      <a:pt x="2" y="6"/>
                      <a:pt x="0" y="1"/>
                    </a:cubicBezTo>
                  </a:path>
                </a:pathLst>
              </a:custGeom>
              <a:solidFill>
                <a:srgbClr val="FDEA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752" name="Freeform 257">
                <a:extLst>
                  <a:ext uri="{FF2B5EF4-FFF2-40B4-BE49-F238E27FC236}">
                    <a16:creationId xmlns:a16="http://schemas.microsoft.com/office/drawing/2014/main" id="{FAB5E62A-AD92-4086-B6B2-EE2B0C8382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8" y="796"/>
                <a:ext cx="15" cy="32"/>
              </a:xfrm>
              <a:custGeom>
                <a:avLst/>
                <a:gdLst>
                  <a:gd name="T0" fmla="*/ 0 w 9"/>
                  <a:gd name="T1" fmla="*/ 0 h 19"/>
                  <a:gd name="T2" fmla="*/ 8 w 9"/>
                  <a:gd name="T3" fmla="*/ 54 h 19"/>
                  <a:gd name="T4" fmla="*/ 42 w 9"/>
                  <a:gd name="T5" fmla="*/ 67 h 19"/>
                  <a:gd name="T6" fmla="*/ 5 w 9"/>
                  <a:gd name="T7" fmla="*/ 5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19">
                    <a:moveTo>
                      <a:pt x="0" y="0"/>
                    </a:moveTo>
                    <a:cubicBezTo>
                      <a:pt x="0" y="4"/>
                      <a:pt x="0" y="8"/>
                      <a:pt x="2" y="11"/>
                    </a:cubicBezTo>
                    <a:cubicBezTo>
                      <a:pt x="3" y="13"/>
                      <a:pt x="8" y="19"/>
                      <a:pt x="9" y="14"/>
                    </a:cubicBezTo>
                    <a:cubicBezTo>
                      <a:pt x="3" y="17"/>
                      <a:pt x="1" y="5"/>
                      <a:pt x="1" y="1"/>
                    </a:cubicBezTo>
                  </a:path>
                </a:pathLst>
              </a:custGeom>
              <a:solidFill>
                <a:srgbClr val="CBCAC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753" name="Freeform 258">
                <a:extLst>
                  <a:ext uri="{FF2B5EF4-FFF2-40B4-BE49-F238E27FC236}">
                    <a16:creationId xmlns:a16="http://schemas.microsoft.com/office/drawing/2014/main" id="{D72645A3-E981-4AE4-80ED-21502A99A1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5" y="829"/>
                <a:ext cx="16" cy="33"/>
              </a:xfrm>
              <a:custGeom>
                <a:avLst/>
                <a:gdLst>
                  <a:gd name="T0" fmla="*/ 0 w 10"/>
                  <a:gd name="T1" fmla="*/ 0 h 20"/>
                  <a:gd name="T2" fmla="*/ 13 w 10"/>
                  <a:gd name="T3" fmla="*/ 28 h 20"/>
                  <a:gd name="T4" fmla="*/ 8 w 10"/>
                  <a:gd name="T5" fmla="*/ 54 h 20"/>
                  <a:gd name="T6" fmla="*/ 42 w 10"/>
                  <a:gd name="T7" fmla="*/ 89 h 20"/>
                  <a:gd name="T8" fmla="*/ 21 w 10"/>
                  <a:gd name="T9" fmla="*/ 50 h 20"/>
                  <a:gd name="T10" fmla="*/ 21 w 10"/>
                  <a:gd name="T11" fmla="*/ 21 h 20"/>
                  <a:gd name="T12" fmla="*/ 0 w 10"/>
                  <a:gd name="T13" fmla="*/ 5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20">
                    <a:moveTo>
                      <a:pt x="0" y="0"/>
                    </a:moveTo>
                    <a:cubicBezTo>
                      <a:pt x="2" y="2"/>
                      <a:pt x="3" y="3"/>
                      <a:pt x="3" y="6"/>
                    </a:cubicBezTo>
                    <a:cubicBezTo>
                      <a:pt x="3" y="8"/>
                      <a:pt x="3" y="10"/>
                      <a:pt x="2" y="12"/>
                    </a:cubicBezTo>
                    <a:cubicBezTo>
                      <a:pt x="2" y="19"/>
                      <a:pt x="6" y="17"/>
                      <a:pt x="10" y="20"/>
                    </a:cubicBezTo>
                    <a:cubicBezTo>
                      <a:pt x="7" y="17"/>
                      <a:pt x="4" y="16"/>
                      <a:pt x="5" y="11"/>
                    </a:cubicBezTo>
                    <a:cubicBezTo>
                      <a:pt x="5" y="9"/>
                      <a:pt x="6" y="6"/>
                      <a:pt x="5" y="5"/>
                    </a:cubicBezTo>
                    <a:cubicBezTo>
                      <a:pt x="4" y="3"/>
                      <a:pt x="1" y="3"/>
                      <a:pt x="0" y="1"/>
                    </a:cubicBezTo>
                  </a:path>
                </a:pathLst>
              </a:custGeom>
              <a:solidFill>
                <a:srgbClr val="CBCAC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754" name="Freeform 259">
                <a:extLst>
                  <a:ext uri="{FF2B5EF4-FFF2-40B4-BE49-F238E27FC236}">
                    <a16:creationId xmlns:a16="http://schemas.microsoft.com/office/drawing/2014/main" id="{2D56B5FD-8C3A-4DA4-AB71-EF0E04D1E9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3" y="871"/>
                <a:ext cx="26" cy="41"/>
              </a:xfrm>
              <a:custGeom>
                <a:avLst/>
                <a:gdLst>
                  <a:gd name="T0" fmla="*/ 0 w 16"/>
                  <a:gd name="T1" fmla="*/ 0 h 25"/>
                  <a:gd name="T2" fmla="*/ 5 w 16"/>
                  <a:gd name="T3" fmla="*/ 21 h 25"/>
                  <a:gd name="T4" fmla="*/ 18 w 16"/>
                  <a:gd name="T5" fmla="*/ 30 h 25"/>
                  <a:gd name="T6" fmla="*/ 34 w 16"/>
                  <a:gd name="T7" fmla="*/ 75 h 25"/>
                  <a:gd name="T8" fmla="*/ 47 w 16"/>
                  <a:gd name="T9" fmla="*/ 102 h 25"/>
                  <a:gd name="T10" fmla="*/ 68 w 16"/>
                  <a:gd name="T11" fmla="*/ 67 h 25"/>
                  <a:gd name="T12" fmla="*/ 34 w 16"/>
                  <a:gd name="T13" fmla="*/ 41 h 25"/>
                  <a:gd name="T14" fmla="*/ 0 w 16"/>
                  <a:gd name="T15" fmla="*/ 0 h 2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6" h="25">
                    <a:moveTo>
                      <a:pt x="0" y="0"/>
                    </a:moveTo>
                    <a:cubicBezTo>
                      <a:pt x="0" y="1"/>
                      <a:pt x="0" y="3"/>
                      <a:pt x="1" y="5"/>
                    </a:cubicBezTo>
                    <a:cubicBezTo>
                      <a:pt x="2" y="6"/>
                      <a:pt x="3" y="6"/>
                      <a:pt x="4" y="7"/>
                    </a:cubicBezTo>
                    <a:cubicBezTo>
                      <a:pt x="7" y="9"/>
                      <a:pt x="7" y="14"/>
                      <a:pt x="8" y="17"/>
                    </a:cubicBezTo>
                    <a:cubicBezTo>
                      <a:pt x="8" y="20"/>
                      <a:pt x="6" y="25"/>
                      <a:pt x="11" y="23"/>
                    </a:cubicBezTo>
                    <a:cubicBezTo>
                      <a:pt x="14" y="22"/>
                      <a:pt x="16" y="18"/>
                      <a:pt x="16" y="15"/>
                    </a:cubicBezTo>
                    <a:cubicBezTo>
                      <a:pt x="10" y="18"/>
                      <a:pt x="11" y="12"/>
                      <a:pt x="8" y="9"/>
                    </a:cubicBezTo>
                    <a:cubicBezTo>
                      <a:pt x="7" y="5"/>
                      <a:pt x="1" y="4"/>
                      <a:pt x="0" y="0"/>
                    </a:cubicBezTo>
                  </a:path>
                </a:pathLst>
              </a:custGeom>
              <a:solidFill>
                <a:srgbClr val="CBCAC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755" name="Freeform 260">
                <a:extLst>
                  <a:ext uri="{FF2B5EF4-FFF2-40B4-BE49-F238E27FC236}">
                    <a16:creationId xmlns:a16="http://schemas.microsoft.com/office/drawing/2014/main" id="{4FB25CDF-E298-4497-9D9F-4ABAB15290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7" y="773"/>
                <a:ext cx="45" cy="58"/>
              </a:xfrm>
              <a:custGeom>
                <a:avLst/>
                <a:gdLst>
                  <a:gd name="T0" fmla="*/ 105 w 27"/>
                  <a:gd name="T1" fmla="*/ 5 h 35"/>
                  <a:gd name="T2" fmla="*/ 50 w 27"/>
                  <a:gd name="T3" fmla="*/ 76 h 35"/>
                  <a:gd name="T4" fmla="*/ 13 w 27"/>
                  <a:gd name="T5" fmla="*/ 96 h 35"/>
                  <a:gd name="T6" fmla="*/ 8 w 27"/>
                  <a:gd name="T7" fmla="*/ 124 h 35"/>
                  <a:gd name="T8" fmla="*/ 0 w 27"/>
                  <a:gd name="T9" fmla="*/ 159 h 35"/>
                  <a:gd name="T10" fmla="*/ 0 w 27"/>
                  <a:gd name="T11" fmla="*/ 99 h 35"/>
                  <a:gd name="T12" fmla="*/ 37 w 27"/>
                  <a:gd name="T13" fmla="*/ 63 h 35"/>
                  <a:gd name="T14" fmla="*/ 88 w 27"/>
                  <a:gd name="T15" fmla="*/ 33 h 35"/>
                  <a:gd name="T16" fmla="*/ 105 w 27"/>
                  <a:gd name="T17" fmla="*/ 0 h 35"/>
                  <a:gd name="T18" fmla="*/ 105 w 27"/>
                  <a:gd name="T19" fmla="*/ 8 h 3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7" h="35">
                    <a:moveTo>
                      <a:pt x="23" y="1"/>
                    </a:moveTo>
                    <a:cubicBezTo>
                      <a:pt x="27" y="8"/>
                      <a:pt x="17" y="16"/>
                      <a:pt x="11" y="17"/>
                    </a:cubicBezTo>
                    <a:cubicBezTo>
                      <a:pt x="7" y="18"/>
                      <a:pt x="4" y="17"/>
                      <a:pt x="3" y="21"/>
                    </a:cubicBezTo>
                    <a:cubicBezTo>
                      <a:pt x="2" y="23"/>
                      <a:pt x="3" y="25"/>
                      <a:pt x="2" y="27"/>
                    </a:cubicBezTo>
                    <a:cubicBezTo>
                      <a:pt x="1" y="30"/>
                      <a:pt x="0" y="32"/>
                      <a:pt x="0" y="35"/>
                    </a:cubicBezTo>
                    <a:cubicBezTo>
                      <a:pt x="1" y="31"/>
                      <a:pt x="0" y="26"/>
                      <a:pt x="0" y="22"/>
                    </a:cubicBezTo>
                    <a:cubicBezTo>
                      <a:pt x="1" y="17"/>
                      <a:pt x="3" y="16"/>
                      <a:pt x="8" y="14"/>
                    </a:cubicBezTo>
                    <a:cubicBezTo>
                      <a:pt x="11" y="13"/>
                      <a:pt x="16" y="11"/>
                      <a:pt x="19" y="7"/>
                    </a:cubicBezTo>
                    <a:cubicBezTo>
                      <a:pt x="20" y="6"/>
                      <a:pt x="23" y="2"/>
                      <a:pt x="23" y="0"/>
                    </a:cubicBezTo>
                    <a:cubicBezTo>
                      <a:pt x="23" y="0"/>
                      <a:pt x="23" y="1"/>
                      <a:pt x="23" y="2"/>
                    </a:cubicBezTo>
                  </a:path>
                </a:pathLst>
              </a:custGeom>
              <a:solidFill>
                <a:srgbClr val="CBCAC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756" name="Freeform 261">
                <a:extLst>
                  <a:ext uri="{FF2B5EF4-FFF2-40B4-BE49-F238E27FC236}">
                    <a16:creationId xmlns:a16="http://schemas.microsoft.com/office/drawing/2014/main" id="{8069AA0E-9ADA-4517-8C74-ABEEE4AA53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6" y="854"/>
                <a:ext cx="46" cy="55"/>
              </a:xfrm>
              <a:custGeom>
                <a:avLst/>
                <a:gdLst>
                  <a:gd name="T0" fmla="*/ 118 w 28"/>
                  <a:gd name="T1" fmla="*/ 62 h 33"/>
                  <a:gd name="T2" fmla="*/ 102 w 28"/>
                  <a:gd name="T3" fmla="*/ 78 h 33"/>
                  <a:gd name="T4" fmla="*/ 95 w 28"/>
                  <a:gd name="T5" fmla="*/ 103 h 33"/>
                  <a:gd name="T6" fmla="*/ 89 w 28"/>
                  <a:gd name="T7" fmla="*/ 153 h 33"/>
                  <a:gd name="T8" fmla="*/ 58 w 28"/>
                  <a:gd name="T9" fmla="*/ 130 h 33"/>
                  <a:gd name="T10" fmla="*/ 33 w 28"/>
                  <a:gd name="T11" fmla="*/ 117 h 33"/>
                  <a:gd name="T12" fmla="*/ 26 w 28"/>
                  <a:gd name="T13" fmla="*/ 88 h 33"/>
                  <a:gd name="T14" fmla="*/ 5 w 28"/>
                  <a:gd name="T15" fmla="*/ 50 h 33"/>
                  <a:gd name="T16" fmla="*/ 21 w 28"/>
                  <a:gd name="T17" fmla="*/ 33 h 33"/>
                  <a:gd name="T18" fmla="*/ 58 w 28"/>
                  <a:gd name="T19" fmla="*/ 78 h 33"/>
                  <a:gd name="T20" fmla="*/ 67 w 28"/>
                  <a:gd name="T21" fmla="*/ 62 h 33"/>
                  <a:gd name="T22" fmla="*/ 81 w 28"/>
                  <a:gd name="T23" fmla="*/ 63 h 33"/>
                  <a:gd name="T24" fmla="*/ 110 w 28"/>
                  <a:gd name="T25" fmla="*/ 50 h 33"/>
                  <a:gd name="T26" fmla="*/ 117 w 28"/>
                  <a:gd name="T27" fmla="*/ 63 h 3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8" h="33">
                    <a:moveTo>
                      <a:pt x="27" y="13"/>
                    </a:moveTo>
                    <a:cubicBezTo>
                      <a:pt x="26" y="15"/>
                      <a:pt x="24" y="16"/>
                      <a:pt x="23" y="17"/>
                    </a:cubicBezTo>
                    <a:cubicBezTo>
                      <a:pt x="21" y="19"/>
                      <a:pt x="22" y="20"/>
                      <a:pt x="21" y="22"/>
                    </a:cubicBezTo>
                    <a:cubicBezTo>
                      <a:pt x="21" y="25"/>
                      <a:pt x="20" y="29"/>
                      <a:pt x="20" y="33"/>
                    </a:cubicBezTo>
                    <a:cubicBezTo>
                      <a:pt x="18" y="31"/>
                      <a:pt x="16" y="30"/>
                      <a:pt x="13" y="28"/>
                    </a:cubicBezTo>
                    <a:cubicBezTo>
                      <a:pt x="12" y="28"/>
                      <a:pt x="8" y="27"/>
                      <a:pt x="7" y="25"/>
                    </a:cubicBezTo>
                    <a:cubicBezTo>
                      <a:pt x="5" y="23"/>
                      <a:pt x="8" y="21"/>
                      <a:pt x="6" y="19"/>
                    </a:cubicBezTo>
                    <a:cubicBezTo>
                      <a:pt x="3" y="16"/>
                      <a:pt x="1" y="15"/>
                      <a:pt x="1" y="11"/>
                    </a:cubicBezTo>
                    <a:cubicBezTo>
                      <a:pt x="0" y="6"/>
                      <a:pt x="1" y="0"/>
                      <a:pt x="5" y="7"/>
                    </a:cubicBezTo>
                    <a:cubicBezTo>
                      <a:pt x="6" y="9"/>
                      <a:pt x="10" y="19"/>
                      <a:pt x="13" y="17"/>
                    </a:cubicBezTo>
                    <a:cubicBezTo>
                      <a:pt x="14" y="16"/>
                      <a:pt x="14" y="13"/>
                      <a:pt x="15" y="13"/>
                    </a:cubicBezTo>
                    <a:cubicBezTo>
                      <a:pt x="17" y="12"/>
                      <a:pt x="17" y="14"/>
                      <a:pt x="18" y="14"/>
                    </a:cubicBezTo>
                    <a:cubicBezTo>
                      <a:pt x="21" y="15"/>
                      <a:pt x="23" y="11"/>
                      <a:pt x="25" y="11"/>
                    </a:cubicBezTo>
                    <a:cubicBezTo>
                      <a:pt x="28" y="10"/>
                      <a:pt x="27" y="13"/>
                      <a:pt x="26" y="14"/>
                    </a:cubicBezTo>
                  </a:path>
                </a:pathLst>
              </a:custGeom>
              <a:solidFill>
                <a:srgbClr val="CBCAC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757" name="Freeform 262">
                <a:extLst>
                  <a:ext uri="{FF2B5EF4-FFF2-40B4-BE49-F238E27FC236}">
                    <a16:creationId xmlns:a16="http://schemas.microsoft.com/office/drawing/2014/main" id="{4A01DAB8-69C7-4D83-BC7E-CEC3A0C655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1" y="862"/>
                <a:ext cx="28" cy="32"/>
              </a:xfrm>
              <a:custGeom>
                <a:avLst/>
                <a:gdLst>
                  <a:gd name="T0" fmla="*/ 0 w 17"/>
                  <a:gd name="T1" fmla="*/ 71 h 19"/>
                  <a:gd name="T2" fmla="*/ 0 w 17"/>
                  <a:gd name="T3" fmla="*/ 86 h 19"/>
                  <a:gd name="T4" fmla="*/ 13 w 17"/>
                  <a:gd name="T5" fmla="*/ 86 h 19"/>
                  <a:gd name="T6" fmla="*/ 41 w 17"/>
                  <a:gd name="T7" fmla="*/ 83 h 19"/>
                  <a:gd name="T8" fmla="*/ 58 w 17"/>
                  <a:gd name="T9" fmla="*/ 49 h 19"/>
                  <a:gd name="T10" fmla="*/ 76 w 17"/>
                  <a:gd name="T11" fmla="*/ 37 h 19"/>
                  <a:gd name="T12" fmla="*/ 54 w 17"/>
                  <a:gd name="T13" fmla="*/ 5 h 19"/>
                  <a:gd name="T14" fmla="*/ 35 w 17"/>
                  <a:gd name="T15" fmla="*/ 37 h 19"/>
                  <a:gd name="T16" fmla="*/ 13 w 17"/>
                  <a:gd name="T17" fmla="*/ 54 h 19"/>
                  <a:gd name="T18" fmla="*/ 0 w 17"/>
                  <a:gd name="T19" fmla="*/ 71 h 1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7" h="19">
                    <a:moveTo>
                      <a:pt x="0" y="15"/>
                    </a:moveTo>
                    <a:cubicBezTo>
                      <a:pt x="0" y="15"/>
                      <a:pt x="0" y="17"/>
                      <a:pt x="0" y="18"/>
                    </a:cubicBezTo>
                    <a:cubicBezTo>
                      <a:pt x="2" y="19"/>
                      <a:pt x="2" y="18"/>
                      <a:pt x="3" y="18"/>
                    </a:cubicBezTo>
                    <a:cubicBezTo>
                      <a:pt x="5" y="18"/>
                      <a:pt x="8" y="18"/>
                      <a:pt x="9" y="17"/>
                    </a:cubicBezTo>
                    <a:cubicBezTo>
                      <a:pt x="12" y="16"/>
                      <a:pt x="11" y="12"/>
                      <a:pt x="13" y="10"/>
                    </a:cubicBezTo>
                    <a:cubicBezTo>
                      <a:pt x="14" y="9"/>
                      <a:pt x="17" y="10"/>
                      <a:pt x="17" y="8"/>
                    </a:cubicBezTo>
                    <a:cubicBezTo>
                      <a:pt x="17" y="7"/>
                      <a:pt x="12" y="1"/>
                      <a:pt x="12" y="1"/>
                    </a:cubicBezTo>
                    <a:cubicBezTo>
                      <a:pt x="9" y="0"/>
                      <a:pt x="9" y="6"/>
                      <a:pt x="8" y="8"/>
                    </a:cubicBezTo>
                    <a:cubicBezTo>
                      <a:pt x="7" y="11"/>
                      <a:pt x="6" y="10"/>
                      <a:pt x="3" y="11"/>
                    </a:cubicBezTo>
                    <a:cubicBezTo>
                      <a:pt x="2" y="12"/>
                      <a:pt x="0" y="13"/>
                      <a:pt x="0" y="15"/>
                    </a:cubicBezTo>
                  </a:path>
                </a:pathLst>
              </a:custGeom>
              <a:solidFill>
                <a:srgbClr val="CBCAC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758" name="Freeform 263">
                <a:extLst>
                  <a:ext uri="{FF2B5EF4-FFF2-40B4-BE49-F238E27FC236}">
                    <a16:creationId xmlns:a16="http://schemas.microsoft.com/office/drawing/2014/main" id="{1C6F7F1F-FB13-45A5-93BA-0B626A1F85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7" y="813"/>
                <a:ext cx="36" cy="16"/>
              </a:xfrm>
              <a:custGeom>
                <a:avLst/>
                <a:gdLst>
                  <a:gd name="T0" fmla="*/ 97 w 22"/>
                  <a:gd name="T1" fmla="*/ 29 h 10"/>
                  <a:gd name="T2" fmla="*/ 70 w 22"/>
                  <a:gd name="T3" fmla="*/ 35 h 10"/>
                  <a:gd name="T4" fmla="*/ 43 w 22"/>
                  <a:gd name="T5" fmla="*/ 13 h 10"/>
                  <a:gd name="T6" fmla="*/ 18 w 22"/>
                  <a:gd name="T7" fmla="*/ 13 h 10"/>
                  <a:gd name="T8" fmla="*/ 0 w 22"/>
                  <a:gd name="T9" fmla="*/ 0 h 10"/>
                  <a:gd name="T10" fmla="*/ 26 w 22"/>
                  <a:gd name="T11" fmla="*/ 0 h 10"/>
                  <a:gd name="T12" fmla="*/ 54 w 22"/>
                  <a:gd name="T13" fmla="*/ 8 h 10"/>
                  <a:gd name="T14" fmla="*/ 75 w 22"/>
                  <a:gd name="T15" fmla="*/ 26 h 10"/>
                  <a:gd name="T16" fmla="*/ 88 w 22"/>
                  <a:gd name="T17" fmla="*/ 29 h 10"/>
                  <a:gd name="T18" fmla="*/ 97 w 22"/>
                  <a:gd name="T19" fmla="*/ 29 h 1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2" h="10">
                    <a:moveTo>
                      <a:pt x="22" y="7"/>
                    </a:moveTo>
                    <a:cubicBezTo>
                      <a:pt x="21" y="9"/>
                      <a:pt x="18" y="10"/>
                      <a:pt x="16" y="9"/>
                    </a:cubicBezTo>
                    <a:cubicBezTo>
                      <a:pt x="14" y="7"/>
                      <a:pt x="13" y="5"/>
                      <a:pt x="10" y="3"/>
                    </a:cubicBezTo>
                    <a:cubicBezTo>
                      <a:pt x="8" y="2"/>
                      <a:pt x="6" y="2"/>
                      <a:pt x="4" y="3"/>
                    </a:cubicBezTo>
                    <a:cubicBezTo>
                      <a:pt x="2" y="4"/>
                      <a:pt x="1" y="2"/>
                      <a:pt x="0" y="0"/>
                    </a:cubicBezTo>
                    <a:cubicBezTo>
                      <a:pt x="0" y="3"/>
                      <a:pt x="4" y="0"/>
                      <a:pt x="6" y="0"/>
                    </a:cubicBezTo>
                    <a:cubicBezTo>
                      <a:pt x="8" y="0"/>
                      <a:pt x="10" y="0"/>
                      <a:pt x="12" y="2"/>
                    </a:cubicBezTo>
                    <a:cubicBezTo>
                      <a:pt x="14" y="3"/>
                      <a:pt x="15" y="5"/>
                      <a:pt x="17" y="6"/>
                    </a:cubicBezTo>
                    <a:cubicBezTo>
                      <a:pt x="18" y="6"/>
                      <a:pt x="19" y="6"/>
                      <a:pt x="20" y="7"/>
                    </a:cubicBezTo>
                    <a:cubicBezTo>
                      <a:pt x="20" y="7"/>
                      <a:pt x="22" y="7"/>
                      <a:pt x="22" y="7"/>
                    </a:cubicBezTo>
                  </a:path>
                </a:pathLst>
              </a:custGeom>
              <a:solidFill>
                <a:srgbClr val="CBCAC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759" name="Freeform 264">
                <a:extLst>
                  <a:ext uri="{FF2B5EF4-FFF2-40B4-BE49-F238E27FC236}">
                    <a16:creationId xmlns:a16="http://schemas.microsoft.com/office/drawing/2014/main" id="{B2DE674C-D9E3-4C8B-8262-A27812B069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1" y="796"/>
                <a:ext cx="22" cy="12"/>
              </a:xfrm>
              <a:custGeom>
                <a:avLst/>
                <a:gdLst>
                  <a:gd name="T0" fmla="*/ 0 w 13"/>
                  <a:gd name="T1" fmla="*/ 0 h 7"/>
                  <a:gd name="T2" fmla="*/ 24 w 13"/>
                  <a:gd name="T3" fmla="*/ 29 h 7"/>
                  <a:gd name="T4" fmla="*/ 63 w 13"/>
                  <a:gd name="T5" fmla="*/ 29 h 7"/>
                  <a:gd name="T6" fmla="*/ 24 w 13"/>
                  <a:gd name="T7" fmla="*/ 15 h 7"/>
                  <a:gd name="T8" fmla="*/ 0 w 13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7">
                    <a:moveTo>
                      <a:pt x="0" y="0"/>
                    </a:moveTo>
                    <a:cubicBezTo>
                      <a:pt x="1" y="2"/>
                      <a:pt x="2" y="5"/>
                      <a:pt x="5" y="6"/>
                    </a:cubicBezTo>
                    <a:cubicBezTo>
                      <a:pt x="8" y="7"/>
                      <a:pt x="11" y="7"/>
                      <a:pt x="13" y="6"/>
                    </a:cubicBezTo>
                    <a:cubicBezTo>
                      <a:pt x="10" y="6"/>
                      <a:pt x="8" y="6"/>
                      <a:pt x="5" y="3"/>
                    </a:cubicBezTo>
                    <a:cubicBezTo>
                      <a:pt x="4" y="2"/>
                      <a:pt x="2" y="1"/>
                      <a:pt x="0" y="0"/>
                    </a:cubicBezTo>
                  </a:path>
                </a:pathLst>
              </a:custGeom>
              <a:solidFill>
                <a:srgbClr val="CBCAC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760" name="Freeform 265">
                <a:extLst>
                  <a:ext uri="{FF2B5EF4-FFF2-40B4-BE49-F238E27FC236}">
                    <a16:creationId xmlns:a16="http://schemas.microsoft.com/office/drawing/2014/main" id="{D2026112-60BA-4A54-84E2-AC2A0691D8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8" y="758"/>
                <a:ext cx="35" cy="22"/>
              </a:xfrm>
              <a:custGeom>
                <a:avLst/>
                <a:gdLst>
                  <a:gd name="T0" fmla="*/ 0 w 21"/>
                  <a:gd name="T1" fmla="*/ 0 h 13"/>
                  <a:gd name="T2" fmla="*/ 28 w 21"/>
                  <a:gd name="T3" fmla="*/ 58 h 13"/>
                  <a:gd name="T4" fmla="*/ 62 w 21"/>
                  <a:gd name="T5" fmla="*/ 54 h 13"/>
                  <a:gd name="T6" fmla="*/ 97 w 21"/>
                  <a:gd name="T7" fmla="*/ 58 h 13"/>
                  <a:gd name="T8" fmla="*/ 83 w 21"/>
                  <a:gd name="T9" fmla="*/ 54 h 13"/>
                  <a:gd name="T10" fmla="*/ 63 w 21"/>
                  <a:gd name="T11" fmla="*/ 49 h 13"/>
                  <a:gd name="T12" fmla="*/ 28 w 21"/>
                  <a:gd name="T13" fmla="*/ 41 h 13"/>
                  <a:gd name="T14" fmla="*/ 13 w 21"/>
                  <a:gd name="T15" fmla="*/ 14 h 13"/>
                  <a:gd name="T16" fmla="*/ 0 w 21"/>
                  <a:gd name="T17" fmla="*/ 0 h 1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1" h="13">
                    <a:moveTo>
                      <a:pt x="0" y="0"/>
                    </a:moveTo>
                    <a:cubicBezTo>
                      <a:pt x="0" y="4"/>
                      <a:pt x="2" y="11"/>
                      <a:pt x="6" y="12"/>
                    </a:cubicBezTo>
                    <a:cubicBezTo>
                      <a:pt x="9" y="13"/>
                      <a:pt x="11" y="12"/>
                      <a:pt x="13" y="11"/>
                    </a:cubicBezTo>
                    <a:cubicBezTo>
                      <a:pt x="16" y="11"/>
                      <a:pt x="18" y="11"/>
                      <a:pt x="21" y="12"/>
                    </a:cubicBezTo>
                    <a:cubicBezTo>
                      <a:pt x="20" y="12"/>
                      <a:pt x="19" y="11"/>
                      <a:pt x="18" y="11"/>
                    </a:cubicBezTo>
                    <a:cubicBezTo>
                      <a:pt x="17" y="10"/>
                      <a:pt x="15" y="10"/>
                      <a:pt x="14" y="10"/>
                    </a:cubicBezTo>
                    <a:cubicBezTo>
                      <a:pt x="11" y="10"/>
                      <a:pt x="8" y="9"/>
                      <a:pt x="6" y="8"/>
                    </a:cubicBezTo>
                    <a:cubicBezTo>
                      <a:pt x="5" y="7"/>
                      <a:pt x="4" y="5"/>
                      <a:pt x="3" y="3"/>
                    </a:cubicBezTo>
                    <a:cubicBezTo>
                      <a:pt x="2" y="3"/>
                      <a:pt x="0" y="0"/>
                      <a:pt x="0" y="0"/>
                    </a:cubicBezTo>
                  </a:path>
                </a:pathLst>
              </a:custGeom>
              <a:solidFill>
                <a:srgbClr val="CBCAC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761" name="Freeform 266">
                <a:extLst>
                  <a:ext uri="{FF2B5EF4-FFF2-40B4-BE49-F238E27FC236}">
                    <a16:creationId xmlns:a16="http://schemas.microsoft.com/office/drawing/2014/main" id="{EB329BA4-7B6E-48EA-A685-92B0B95583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6" y="747"/>
                <a:ext cx="28" cy="41"/>
              </a:xfrm>
              <a:custGeom>
                <a:avLst/>
                <a:gdLst>
                  <a:gd name="T0" fmla="*/ 0 w 17"/>
                  <a:gd name="T1" fmla="*/ 5 h 25"/>
                  <a:gd name="T2" fmla="*/ 35 w 17"/>
                  <a:gd name="T3" fmla="*/ 8 h 25"/>
                  <a:gd name="T4" fmla="*/ 68 w 17"/>
                  <a:gd name="T5" fmla="*/ 34 h 25"/>
                  <a:gd name="T6" fmla="*/ 71 w 17"/>
                  <a:gd name="T7" fmla="*/ 75 h 25"/>
                  <a:gd name="T8" fmla="*/ 76 w 17"/>
                  <a:gd name="T9" fmla="*/ 110 h 25"/>
                  <a:gd name="T10" fmla="*/ 49 w 17"/>
                  <a:gd name="T11" fmla="*/ 41 h 25"/>
                  <a:gd name="T12" fmla="*/ 26 w 17"/>
                  <a:gd name="T13" fmla="*/ 21 h 25"/>
                  <a:gd name="T14" fmla="*/ 5 w 17"/>
                  <a:gd name="T15" fmla="*/ 8 h 2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7" h="25">
                    <a:moveTo>
                      <a:pt x="0" y="1"/>
                    </a:moveTo>
                    <a:cubicBezTo>
                      <a:pt x="3" y="2"/>
                      <a:pt x="5" y="0"/>
                      <a:pt x="8" y="2"/>
                    </a:cubicBezTo>
                    <a:cubicBezTo>
                      <a:pt x="10" y="3"/>
                      <a:pt x="13" y="6"/>
                      <a:pt x="15" y="8"/>
                    </a:cubicBezTo>
                    <a:cubicBezTo>
                      <a:pt x="16" y="11"/>
                      <a:pt x="16" y="14"/>
                      <a:pt x="16" y="17"/>
                    </a:cubicBezTo>
                    <a:cubicBezTo>
                      <a:pt x="16" y="19"/>
                      <a:pt x="16" y="23"/>
                      <a:pt x="17" y="25"/>
                    </a:cubicBezTo>
                    <a:cubicBezTo>
                      <a:pt x="13" y="20"/>
                      <a:pt x="15" y="13"/>
                      <a:pt x="11" y="9"/>
                    </a:cubicBezTo>
                    <a:cubicBezTo>
                      <a:pt x="10" y="7"/>
                      <a:pt x="8" y="6"/>
                      <a:pt x="6" y="5"/>
                    </a:cubicBezTo>
                    <a:cubicBezTo>
                      <a:pt x="5" y="4"/>
                      <a:pt x="1" y="3"/>
                      <a:pt x="1" y="2"/>
                    </a:cubicBezTo>
                  </a:path>
                </a:pathLst>
              </a:custGeom>
              <a:solidFill>
                <a:srgbClr val="CBCAC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762" name="Freeform 267">
                <a:extLst>
                  <a:ext uri="{FF2B5EF4-FFF2-40B4-BE49-F238E27FC236}">
                    <a16:creationId xmlns:a16="http://schemas.microsoft.com/office/drawing/2014/main" id="{A02E86BB-80E5-4ED3-8F90-639AFD08B0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3" y="791"/>
                <a:ext cx="23" cy="30"/>
              </a:xfrm>
              <a:custGeom>
                <a:avLst/>
                <a:gdLst>
                  <a:gd name="T0" fmla="*/ 0 w 14"/>
                  <a:gd name="T1" fmla="*/ 0 h 18"/>
                  <a:gd name="T2" fmla="*/ 20 w 14"/>
                  <a:gd name="T3" fmla="*/ 33 h 18"/>
                  <a:gd name="T4" fmla="*/ 43 w 14"/>
                  <a:gd name="T5" fmla="*/ 50 h 18"/>
                  <a:gd name="T6" fmla="*/ 62 w 14"/>
                  <a:gd name="T7" fmla="*/ 83 h 18"/>
                  <a:gd name="T8" fmla="*/ 62 w 14"/>
                  <a:gd name="T9" fmla="*/ 63 h 18"/>
                  <a:gd name="T10" fmla="*/ 43 w 14"/>
                  <a:gd name="T11" fmla="*/ 42 h 18"/>
                  <a:gd name="T12" fmla="*/ 20 w 14"/>
                  <a:gd name="T13" fmla="*/ 28 h 18"/>
                  <a:gd name="T14" fmla="*/ 0 w 14"/>
                  <a:gd name="T15" fmla="*/ 5 h 1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4" h="18">
                    <a:moveTo>
                      <a:pt x="0" y="0"/>
                    </a:moveTo>
                    <a:cubicBezTo>
                      <a:pt x="0" y="3"/>
                      <a:pt x="2" y="5"/>
                      <a:pt x="4" y="7"/>
                    </a:cubicBezTo>
                    <a:cubicBezTo>
                      <a:pt x="6" y="9"/>
                      <a:pt x="8" y="9"/>
                      <a:pt x="10" y="11"/>
                    </a:cubicBezTo>
                    <a:cubicBezTo>
                      <a:pt x="13" y="12"/>
                      <a:pt x="12" y="16"/>
                      <a:pt x="14" y="18"/>
                    </a:cubicBezTo>
                    <a:cubicBezTo>
                      <a:pt x="13" y="17"/>
                      <a:pt x="14" y="15"/>
                      <a:pt x="14" y="14"/>
                    </a:cubicBezTo>
                    <a:cubicBezTo>
                      <a:pt x="13" y="12"/>
                      <a:pt x="12" y="10"/>
                      <a:pt x="10" y="9"/>
                    </a:cubicBezTo>
                    <a:cubicBezTo>
                      <a:pt x="8" y="8"/>
                      <a:pt x="6" y="7"/>
                      <a:pt x="4" y="6"/>
                    </a:cubicBezTo>
                    <a:cubicBezTo>
                      <a:pt x="3" y="5"/>
                      <a:pt x="0" y="3"/>
                      <a:pt x="0" y="1"/>
                    </a:cubicBezTo>
                  </a:path>
                </a:pathLst>
              </a:custGeom>
              <a:solidFill>
                <a:srgbClr val="CBCAC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763" name="Freeform 268">
                <a:extLst>
                  <a:ext uri="{FF2B5EF4-FFF2-40B4-BE49-F238E27FC236}">
                    <a16:creationId xmlns:a16="http://schemas.microsoft.com/office/drawing/2014/main" id="{F2D9D166-0981-45E2-A8D1-ACC2A37BA2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5" y="770"/>
                <a:ext cx="22" cy="28"/>
              </a:xfrm>
              <a:custGeom>
                <a:avLst/>
                <a:gdLst>
                  <a:gd name="T0" fmla="*/ 14 w 13"/>
                  <a:gd name="T1" fmla="*/ 0 h 17"/>
                  <a:gd name="T2" fmla="*/ 63 w 13"/>
                  <a:gd name="T3" fmla="*/ 54 h 17"/>
                  <a:gd name="T4" fmla="*/ 8 w 13"/>
                  <a:gd name="T5" fmla="*/ 0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7">
                    <a:moveTo>
                      <a:pt x="3" y="0"/>
                    </a:moveTo>
                    <a:cubicBezTo>
                      <a:pt x="0" y="2"/>
                      <a:pt x="8" y="17"/>
                      <a:pt x="13" y="12"/>
                    </a:cubicBezTo>
                    <a:cubicBezTo>
                      <a:pt x="6" y="11"/>
                      <a:pt x="3" y="5"/>
                      <a:pt x="2" y="0"/>
                    </a:cubicBezTo>
                  </a:path>
                </a:pathLst>
              </a:custGeom>
              <a:solidFill>
                <a:srgbClr val="CBCAC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764" name="Freeform 269">
                <a:extLst>
                  <a:ext uri="{FF2B5EF4-FFF2-40B4-BE49-F238E27FC236}">
                    <a16:creationId xmlns:a16="http://schemas.microsoft.com/office/drawing/2014/main" id="{3FBF6FE1-153D-487C-A849-D0F683281E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5" y="773"/>
                <a:ext cx="27" cy="8"/>
              </a:xfrm>
              <a:custGeom>
                <a:avLst/>
                <a:gdLst>
                  <a:gd name="T0" fmla="*/ 78 w 16"/>
                  <a:gd name="T1" fmla="*/ 0 h 5"/>
                  <a:gd name="T2" fmla="*/ 0 w 16"/>
                  <a:gd name="T3" fmla="*/ 13 h 5"/>
                  <a:gd name="T4" fmla="*/ 54 w 16"/>
                  <a:gd name="T5" fmla="*/ 8 h 5"/>
                  <a:gd name="T6" fmla="*/ 71 w 16"/>
                  <a:gd name="T7" fmla="*/ 0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5">
                    <a:moveTo>
                      <a:pt x="16" y="0"/>
                    </a:moveTo>
                    <a:cubicBezTo>
                      <a:pt x="13" y="5"/>
                      <a:pt x="5" y="4"/>
                      <a:pt x="0" y="3"/>
                    </a:cubicBezTo>
                    <a:cubicBezTo>
                      <a:pt x="4" y="4"/>
                      <a:pt x="8" y="4"/>
                      <a:pt x="11" y="2"/>
                    </a:cubicBezTo>
                    <a:cubicBezTo>
                      <a:pt x="12" y="2"/>
                      <a:pt x="13" y="0"/>
                      <a:pt x="15" y="0"/>
                    </a:cubicBezTo>
                  </a:path>
                </a:pathLst>
              </a:custGeom>
              <a:solidFill>
                <a:srgbClr val="CBCAC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765" name="Freeform 270">
                <a:extLst>
                  <a:ext uri="{FF2B5EF4-FFF2-40B4-BE49-F238E27FC236}">
                    <a16:creationId xmlns:a16="http://schemas.microsoft.com/office/drawing/2014/main" id="{3BA595B9-76A6-4C5C-B3F6-AF97D63B68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3" y="833"/>
                <a:ext cx="15" cy="39"/>
              </a:xfrm>
              <a:custGeom>
                <a:avLst/>
                <a:gdLst>
                  <a:gd name="T0" fmla="*/ 20 w 9"/>
                  <a:gd name="T1" fmla="*/ 0 h 24"/>
                  <a:gd name="T2" fmla="*/ 22 w 9"/>
                  <a:gd name="T3" fmla="*/ 18 h 24"/>
                  <a:gd name="T4" fmla="*/ 28 w 9"/>
                  <a:gd name="T5" fmla="*/ 26 h 24"/>
                  <a:gd name="T6" fmla="*/ 20 w 9"/>
                  <a:gd name="T7" fmla="*/ 39 h 24"/>
                  <a:gd name="T8" fmla="*/ 13 w 9"/>
                  <a:gd name="T9" fmla="*/ 47 h 24"/>
                  <a:gd name="T10" fmla="*/ 5 w 9"/>
                  <a:gd name="T11" fmla="*/ 98 h 24"/>
                  <a:gd name="T12" fmla="*/ 5 w 9"/>
                  <a:gd name="T13" fmla="*/ 102 h 24"/>
                  <a:gd name="T14" fmla="*/ 13 w 9"/>
                  <a:gd name="T15" fmla="*/ 75 h 24"/>
                  <a:gd name="T16" fmla="*/ 37 w 9"/>
                  <a:gd name="T17" fmla="*/ 81 h 24"/>
                  <a:gd name="T18" fmla="*/ 42 w 9"/>
                  <a:gd name="T19" fmla="*/ 63 h 24"/>
                  <a:gd name="T20" fmla="*/ 42 w 9"/>
                  <a:gd name="T21" fmla="*/ 34 h 24"/>
                  <a:gd name="T22" fmla="*/ 22 w 9"/>
                  <a:gd name="T23" fmla="*/ 5 h 24"/>
                  <a:gd name="T24" fmla="*/ 20 w 9"/>
                  <a:gd name="T25" fmla="*/ 0 h 2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9" h="24">
                    <a:moveTo>
                      <a:pt x="4" y="0"/>
                    </a:moveTo>
                    <a:cubicBezTo>
                      <a:pt x="4" y="1"/>
                      <a:pt x="5" y="2"/>
                      <a:pt x="5" y="4"/>
                    </a:cubicBezTo>
                    <a:cubicBezTo>
                      <a:pt x="5" y="4"/>
                      <a:pt x="6" y="5"/>
                      <a:pt x="6" y="6"/>
                    </a:cubicBezTo>
                    <a:cubicBezTo>
                      <a:pt x="6" y="7"/>
                      <a:pt x="5" y="8"/>
                      <a:pt x="4" y="9"/>
                    </a:cubicBezTo>
                    <a:cubicBezTo>
                      <a:pt x="3" y="9"/>
                      <a:pt x="3" y="10"/>
                      <a:pt x="3" y="11"/>
                    </a:cubicBezTo>
                    <a:cubicBezTo>
                      <a:pt x="0" y="14"/>
                      <a:pt x="0" y="19"/>
                      <a:pt x="1" y="23"/>
                    </a:cubicBezTo>
                    <a:cubicBezTo>
                      <a:pt x="1" y="23"/>
                      <a:pt x="1" y="23"/>
                      <a:pt x="1" y="24"/>
                    </a:cubicBezTo>
                    <a:cubicBezTo>
                      <a:pt x="1" y="22"/>
                      <a:pt x="2" y="18"/>
                      <a:pt x="3" y="17"/>
                    </a:cubicBezTo>
                    <a:cubicBezTo>
                      <a:pt x="5" y="15"/>
                      <a:pt x="6" y="17"/>
                      <a:pt x="8" y="19"/>
                    </a:cubicBezTo>
                    <a:cubicBezTo>
                      <a:pt x="9" y="20"/>
                      <a:pt x="9" y="16"/>
                      <a:pt x="9" y="15"/>
                    </a:cubicBezTo>
                    <a:cubicBezTo>
                      <a:pt x="8" y="13"/>
                      <a:pt x="9" y="10"/>
                      <a:pt x="9" y="8"/>
                    </a:cubicBezTo>
                    <a:cubicBezTo>
                      <a:pt x="8" y="5"/>
                      <a:pt x="7" y="3"/>
                      <a:pt x="5" y="1"/>
                    </a:cubicBezTo>
                    <a:cubicBezTo>
                      <a:pt x="5" y="0"/>
                      <a:pt x="4" y="0"/>
                      <a:pt x="4" y="0"/>
                    </a:cubicBezTo>
                  </a:path>
                </a:pathLst>
              </a:custGeom>
              <a:solidFill>
                <a:srgbClr val="CBCAC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766" name="Freeform 271">
                <a:extLst>
                  <a:ext uri="{FF2B5EF4-FFF2-40B4-BE49-F238E27FC236}">
                    <a16:creationId xmlns:a16="http://schemas.microsoft.com/office/drawing/2014/main" id="{9F560E51-8EA5-40CA-830F-FDA194DC3F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2" y="1498"/>
                <a:ext cx="78" cy="45"/>
              </a:xfrm>
              <a:custGeom>
                <a:avLst/>
                <a:gdLst>
                  <a:gd name="T0" fmla="*/ 5 w 47"/>
                  <a:gd name="T1" fmla="*/ 5 h 27"/>
                  <a:gd name="T2" fmla="*/ 214 w 47"/>
                  <a:gd name="T3" fmla="*/ 75 h 27"/>
                  <a:gd name="T4" fmla="*/ 96 w 47"/>
                  <a:gd name="T5" fmla="*/ 33 h 27"/>
                  <a:gd name="T6" fmla="*/ 0 w 47"/>
                  <a:gd name="T7" fmla="*/ 0 h 2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7" h="27">
                    <a:moveTo>
                      <a:pt x="1" y="1"/>
                    </a:moveTo>
                    <a:cubicBezTo>
                      <a:pt x="7" y="0"/>
                      <a:pt x="43" y="27"/>
                      <a:pt x="47" y="16"/>
                    </a:cubicBezTo>
                    <a:cubicBezTo>
                      <a:pt x="38" y="16"/>
                      <a:pt x="29" y="10"/>
                      <a:pt x="21" y="7"/>
                    </a:cubicBezTo>
                    <a:cubicBezTo>
                      <a:pt x="14" y="4"/>
                      <a:pt x="7" y="3"/>
                      <a:pt x="0" y="0"/>
                    </a:cubicBezTo>
                  </a:path>
                </a:pathLst>
              </a:custGeom>
              <a:solidFill>
                <a:srgbClr val="FDEA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767" name="Freeform 272">
                <a:extLst>
                  <a:ext uri="{FF2B5EF4-FFF2-40B4-BE49-F238E27FC236}">
                    <a16:creationId xmlns:a16="http://schemas.microsoft.com/office/drawing/2014/main" id="{DD72C5F3-233E-4EA4-B5D5-EFA070454B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9" y="1031"/>
                <a:ext cx="3" cy="26"/>
              </a:xfrm>
              <a:custGeom>
                <a:avLst/>
                <a:gdLst>
                  <a:gd name="T0" fmla="*/ 3 w 3"/>
                  <a:gd name="T1" fmla="*/ 26 h 26"/>
                  <a:gd name="T2" fmla="*/ 3 w 3"/>
                  <a:gd name="T3" fmla="*/ 0 h 26"/>
                  <a:gd name="T4" fmla="*/ 0 w 3"/>
                  <a:gd name="T5" fmla="*/ 26 h 26"/>
                  <a:gd name="T6" fmla="*/ 3 w 3"/>
                  <a:gd name="T7" fmla="*/ 26 h 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26">
                    <a:moveTo>
                      <a:pt x="3" y="26"/>
                    </a:moveTo>
                    <a:lnTo>
                      <a:pt x="3" y="0"/>
                    </a:lnTo>
                    <a:lnTo>
                      <a:pt x="0" y="26"/>
                    </a:lnTo>
                    <a:lnTo>
                      <a:pt x="3" y="2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768" name="Freeform 273">
                <a:extLst>
                  <a:ext uri="{FF2B5EF4-FFF2-40B4-BE49-F238E27FC236}">
                    <a16:creationId xmlns:a16="http://schemas.microsoft.com/office/drawing/2014/main" id="{002FA24B-0807-458F-BE08-356168854A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7" y="1214"/>
                <a:ext cx="838" cy="2203"/>
              </a:xfrm>
              <a:custGeom>
                <a:avLst/>
                <a:gdLst>
                  <a:gd name="T0" fmla="*/ 664 w 505"/>
                  <a:gd name="T1" fmla="*/ 0 h 1334"/>
                  <a:gd name="T2" fmla="*/ 1669 w 505"/>
                  <a:gd name="T3" fmla="*/ 5 h 1334"/>
                  <a:gd name="T4" fmla="*/ 1968 w 505"/>
                  <a:gd name="T5" fmla="*/ 104 h 1334"/>
                  <a:gd name="T6" fmla="*/ 2234 w 505"/>
                  <a:gd name="T7" fmla="*/ 897 h 1334"/>
                  <a:gd name="T8" fmla="*/ 1892 w 505"/>
                  <a:gd name="T9" fmla="*/ 950 h 1334"/>
                  <a:gd name="T10" fmla="*/ 1920 w 505"/>
                  <a:gd name="T11" fmla="*/ 1562 h 1334"/>
                  <a:gd name="T12" fmla="*/ 2046 w 505"/>
                  <a:gd name="T13" fmla="*/ 2101 h 1334"/>
                  <a:gd name="T14" fmla="*/ 2024 w 505"/>
                  <a:gd name="T15" fmla="*/ 3846 h 1334"/>
                  <a:gd name="T16" fmla="*/ 1980 w 505"/>
                  <a:gd name="T17" fmla="*/ 5621 h 1334"/>
                  <a:gd name="T18" fmla="*/ 304 w 505"/>
                  <a:gd name="T19" fmla="*/ 5621 h 1334"/>
                  <a:gd name="T20" fmla="*/ 342 w 505"/>
                  <a:gd name="T21" fmla="*/ 3886 h 1334"/>
                  <a:gd name="T22" fmla="*/ 270 w 505"/>
                  <a:gd name="T23" fmla="*/ 2165 h 1334"/>
                  <a:gd name="T24" fmla="*/ 408 w 505"/>
                  <a:gd name="T25" fmla="*/ 1554 h 1334"/>
                  <a:gd name="T26" fmla="*/ 410 w 505"/>
                  <a:gd name="T27" fmla="*/ 1349 h 1334"/>
                  <a:gd name="T28" fmla="*/ 417 w 505"/>
                  <a:gd name="T29" fmla="*/ 988 h 1334"/>
                  <a:gd name="T30" fmla="*/ 88 w 505"/>
                  <a:gd name="T31" fmla="*/ 913 h 1334"/>
                  <a:gd name="T32" fmla="*/ 312 w 505"/>
                  <a:gd name="T33" fmla="*/ 122 h 1334"/>
                  <a:gd name="T34" fmla="*/ 664 w 505"/>
                  <a:gd name="T35" fmla="*/ 0 h 1334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505" h="1334">
                    <a:moveTo>
                      <a:pt x="145" y="0"/>
                    </a:moveTo>
                    <a:cubicBezTo>
                      <a:pt x="145" y="0"/>
                      <a:pt x="247" y="184"/>
                      <a:pt x="365" y="1"/>
                    </a:cubicBezTo>
                    <a:cubicBezTo>
                      <a:pt x="365" y="1"/>
                      <a:pt x="406" y="0"/>
                      <a:pt x="431" y="23"/>
                    </a:cubicBezTo>
                    <a:cubicBezTo>
                      <a:pt x="431" y="23"/>
                      <a:pt x="481" y="64"/>
                      <a:pt x="489" y="199"/>
                    </a:cubicBezTo>
                    <a:cubicBezTo>
                      <a:pt x="489" y="199"/>
                      <a:pt x="437" y="217"/>
                      <a:pt x="414" y="211"/>
                    </a:cubicBezTo>
                    <a:cubicBezTo>
                      <a:pt x="414" y="211"/>
                      <a:pt x="428" y="264"/>
                      <a:pt x="420" y="347"/>
                    </a:cubicBezTo>
                    <a:cubicBezTo>
                      <a:pt x="418" y="364"/>
                      <a:pt x="428" y="434"/>
                      <a:pt x="448" y="466"/>
                    </a:cubicBezTo>
                    <a:cubicBezTo>
                      <a:pt x="467" y="498"/>
                      <a:pt x="505" y="603"/>
                      <a:pt x="443" y="854"/>
                    </a:cubicBezTo>
                    <a:cubicBezTo>
                      <a:pt x="382" y="1104"/>
                      <a:pt x="433" y="1248"/>
                      <a:pt x="433" y="1248"/>
                    </a:cubicBezTo>
                    <a:cubicBezTo>
                      <a:pt x="433" y="1248"/>
                      <a:pt x="289" y="1334"/>
                      <a:pt x="66" y="1248"/>
                    </a:cubicBezTo>
                    <a:cubicBezTo>
                      <a:pt x="66" y="1248"/>
                      <a:pt x="91" y="938"/>
                      <a:pt x="75" y="863"/>
                    </a:cubicBezTo>
                    <a:cubicBezTo>
                      <a:pt x="58" y="789"/>
                      <a:pt x="0" y="621"/>
                      <a:pt x="59" y="481"/>
                    </a:cubicBezTo>
                    <a:cubicBezTo>
                      <a:pt x="67" y="461"/>
                      <a:pt x="92" y="426"/>
                      <a:pt x="89" y="345"/>
                    </a:cubicBezTo>
                    <a:cubicBezTo>
                      <a:pt x="89" y="345"/>
                      <a:pt x="92" y="320"/>
                      <a:pt x="90" y="300"/>
                    </a:cubicBezTo>
                    <a:cubicBezTo>
                      <a:pt x="84" y="265"/>
                      <a:pt x="81" y="235"/>
                      <a:pt x="91" y="219"/>
                    </a:cubicBezTo>
                    <a:cubicBezTo>
                      <a:pt x="91" y="219"/>
                      <a:pt x="44" y="222"/>
                      <a:pt x="19" y="203"/>
                    </a:cubicBezTo>
                    <a:cubicBezTo>
                      <a:pt x="19" y="203"/>
                      <a:pt x="19" y="83"/>
                      <a:pt x="68" y="27"/>
                    </a:cubicBezTo>
                    <a:cubicBezTo>
                      <a:pt x="68" y="27"/>
                      <a:pt x="90" y="3"/>
                      <a:pt x="145" y="0"/>
                    </a:cubicBezTo>
                    <a:close/>
                  </a:path>
                </a:pathLst>
              </a:custGeom>
              <a:solidFill>
                <a:srgbClr val="F0EE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769" name="Freeform 274">
                <a:extLst>
                  <a:ext uri="{FF2B5EF4-FFF2-40B4-BE49-F238E27FC236}">
                    <a16:creationId xmlns:a16="http://schemas.microsoft.com/office/drawing/2014/main" id="{AB7FCCD3-8849-47F3-A262-8DE7B33396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4" y="1227"/>
                <a:ext cx="94" cy="93"/>
              </a:xfrm>
              <a:custGeom>
                <a:avLst/>
                <a:gdLst>
                  <a:gd name="T0" fmla="*/ 256 w 57"/>
                  <a:gd name="T1" fmla="*/ 0 h 56"/>
                  <a:gd name="T2" fmla="*/ 152 w 57"/>
                  <a:gd name="T3" fmla="*/ 47 h 56"/>
                  <a:gd name="T4" fmla="*/ 58 w 57"/>
                  <a:gd name="T5" fmla="*/ 151 h 56"/>
                  <a:gd name="T6" fmla="*/ 0 w 57"/>
                  <a:gd name="T7" fmla="*/ 256 h 56"/>
                  <a:gd name="T8" fmla="*/ 256 w 57"/>
                  <a:gd name="T9" fmla="*/ 0 h 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7" h="56">
                    <a:moveTo>
                      <a:pt x="57" y="0"/>
                    </a:moveTo>
                    <a:cubicBezTo>
                      <a:pt x="47" y="3"/>
                      <a:pt x="40" y="7"/>
                      <a:pt x="34" y="10"/>
                    </a:cubicBezTo>
                    <a:cubicBezTo>
                      <a:pt x="30" y="20"/>
                      <a:pt x="22" y="28"/>
                      <a:pt x="13" y="33"/>
                    </a:cubicBezTo>
                    <a:cubicBezTo>
                      <a:pt x="8" y="40"/>
                      <a:pt x="4" y="48"/>
                      <a:pt x="0" y="56"/>
                    </a:cubicBezTo>
                    <a:cubicBezTo>
                      <a:pt x="29" y="52"/>
                      <a:pt x="52" y="29"/>
                      <a:pt x="57" y="0"/>
                    </a:cubicBezTo>
                    <a:close/>
                  </a:path>
                </a:pathLst>
              </a:custGeom>
              <a:solidFill>
                <a:srgbClr val="B0C5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770" name="Freeform 275">
                <a:extLst>
                  <a:ext uri="{FF2B5EF4-FFF2-40B4-BE49-F238E27FC236}">
                    <a16:creationId xmlns:a16="http://schemas.microsoft.com/office/drawing/2014/main" id="{B89FFA6A-F7CA-4280-B099-972CA3FE76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5" y="1244"/>
                <a:ext cx="35" cy="38"/>
              </a:xfrm>
              <a:custGeom>
                <a:avLst/>
                <a:gdLst>
                  <a:gd name="T0" fmla="*/ 97 w 21"/>
                  <a:gd name="T1" fmla="*/ 0 h 23"/>
                  <a:gd name="T2" fmla="*/ 47 w 21"/>
                  <a:gd name="T3" fmla="*/ 46 h 23"/>
                  <a:gd name="T4" fmla="*/ 0 w 21"/>
                  <a:gd name="T5" fmla="*/ 104 h 23"/>
                  <a:gd name="T6" fmla="*/ 97 w 21"/>
                  <a:gd name="T7" fmla="*/ 0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23">
                    <a:moveTo>
                      <a:pt x="21" y="0"/>
                    </a:moveTo>
                    <a:cubicBezTo>
                      <a:pt x="13" y="5"/>
                      <a:pt x="10" y="10"/>
                      <a:pt x="10" y="10"/>
                    </a:cubicBezTo>
                    <a:cubicBezTo>
                      <a:pt x="6" y="14"/>
                      <a:pt x="3" y="18"/>
                      <a:pt x="0" y="23"/>
                    </a:cubicBezTo>
                    <a:cubicBezTo>
                      <a:pt x="9" y="18"/>
                      <a:pt x="17" y="10"/>
                      <a:pt x="21" y="0"/>
                    </a:cubicBezTo>
                    <a:close/>
                  </a:path>
                </a:pathLst>
              </a:custGeom>
              <a:solidFill>
                <a:srgbClr val="D4E0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771" name="Freeform 276">
                <a:extLst>
                  <a:ext uri="{FF2B5EF4-FFF2-40B4-BE49-F238E27FC236}">
                    <a16:creationId xmlns:a16="http://schemas.microsoft.com/office/drawing/2014/main" id="{69D86C1A-ACB3-4E34-B693-086F793C86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0" y="1216"/>
                <a:ext cx="141" cy="105"/>
              </a:xfrm>
              <a:custGeom>
                <a:avLst/>
                <a:gdLst>
                  <a:gd name="T0" fmla="*/ 305 w 85"/>
                  <a:gd name="T1" fmla="*/ 282 h 64"/>
                  <a:gd name="T2" fmla="*/ 388 w 85"/>
                  <a:gd name="T3" fmla="*/ 269 h 64"/>
                  <a:gd name="T4" fmla="*/ 300 w 85"/>
                  <a:gd name="T5" fmla="*/ 199 h 64"/>
                  <a:gd name="T6" fmla="*/ 88 w 85"/>
                  <a:gd name="T7" fmla="*/ 0 h 64"/>
                  <a:gd name="T8" fmla="*/ 0 w 85"/>
                  <a:gd name="T9" fmla="*/ 13 h 64"/>
                  <a:gd name="T10" fmla="*/ 305 w 85"/>
                  <a:gd name="T11" fmla="*/ 282 h 6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5" h="64">
                    <a:moveTo>
                      <a:pt x="67" y="64"/>
                    </a:moveTo>
                    <a:cubicBezTo>
                      <a:pt x="73" y="64"/>
                      <a:pt x="79" y="63"/>
                      <a:pt x="85" y="61"/>
                    </a:cubicBezTo>
                    <a:cubicBezTo>
                      <a:pt x="78" y="56"/>
                      <a:pt x="71" y="51"/>
                      <a:pt x="66" y="45"/>
                    </a:cubicBezTo>
                    <a:cubicBezTo>
                      <a:pt x="41" y="44"/>
                      <a:pt x="21" y="25"/>
                      <a:pt x="19" y="0"/>
                    </a:cubicBezTo>
                    <a:cubicBezTo>
                      <a:pt x="12" y="1"/>
                      <a:pt x="6" y="2"/>
                      <a:pt x="0" y="3"/>
                    </a:cubicBezTo>
                    <a:cubicBezTo>
                      <a:pt x="4" y="37"/>
                      <a:pt x="33" y="64"/>
                      <a:pt x="67" y="64"/>
                    </a:cubicBezTo>
                    <a:close/>
                  </a:path>
                </a:pathLst>
              </a:custGeom>
              <a:solidFill>
                <a:srgbClr val="B0C5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772" name="Freeform 277">
                <a:extLst>
                  <a:ext uri="{FF2B5EF4-FFF2-40B4-BE49-F238E27FC236}">
                    <a16:creationId xmlns:a16="http://schemas.microsoft.com/office/drawing/2014/main" id="{D47DB32B-78FC-445F-92F9-17A06FCC10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1" y="1214"/>
                <a:ext cx="78" cy="76"/>
              </a:xfrm>
              <a:custGeom>
                <a:avLst/>
                <a:gdLst>
                  <a:gd name="T0" fmla="*/ 214 w 47"/>
                  <a:gd name="T1" fmla="*/ 208 h 46"/>
                  <a:gd name="T2" fmla="*/ 50 w 47"/>
                  <a:gd name="T3" fmla="*/ 0 h 46"/>
                  <a:gd name="T4" fmla="*/ 0 w 47"/>
                  <a:gd name="T5" fmla="*/ 5 h 46"/>
                  <a:gd name="T6" fmla="*/ 214 w 47"/>
                  <a:gd name="T7" fmla="*/ 208 h 4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7" h="46">
                    <a:moveTo>
                      <a:pt x="47" y="46"/>
                    </a:moveTo>
                    <a:cubicBezTo>
                      <a:pt x="24" y="24"/>
                      <a:pt x="11" y="0"/>
                      <a:pt x="11" y="0"/>
                    </a:cubicBezTo>
                    <a:cubicBezTo>
                      <a:pt x="7" y="0"/>
                      <a:pt x="3" y="1"/>
                      <a:pt x="0" y="1"/>
                    </a:cubicBezTo>
                    <a:cubicBezTo>
                      <a:pt x="2" y="26"/>
                      <a:pt x="22" y="45"/>
                      <a:pt x="47" y="46"/>
                    </a:cubicBezTo>
                    <a:close/>
                  </a:path>
                </a:pathLst>
              </a:custGeom>
              <a:solidFill>
                <a:srgbClr val="D4E0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773" name="Freeform 278">
                <a:extLst>
                  <a:ext uri="{FF2B5EF4-FFF2-40B4-BE49-F238E27FC236}">
                    <a16:creationId xmlns:a16="http://schemas.microsoft.com/office/drawing/2014/main" id="{B97D5ECF-598D-43F6-B7E1-58FD9CB473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5" y="1217"/>
                <a:ext cx="141" cy="104"/>
              </a:xfrm>
              <a:custGeom>
                <a:avLst/>
                <a:gdLst>
                  <a:gd name="T0" fmla="*/ 388 w 85"/>
                  <a:gd name="T1" fmla="*/ 13 h 63"/>
                  <a:gd name="T2" fmla="*/ 305 w 85"/>
                  <a:gd name="T3" fmla="*/ 0 h 63"/>
                  <a:gd name="T4" fmla="*/ 83 w 85"/>
                  <a:gd name="T5" fmla="*/ 200 h 63"/>
                  <a:gd name="T6" fmla="*/ 83 w 85"/>
                  <a:gd name="T7" fmla="*/ 200 h 63"/>
                  <a:gd name="T8" fmla="*/ 0 w 85"/>
                  <a:gd name="T9" fmla="*/ 269 h 63"/>
                  <a:gd name="T10" fmla="*/ 83 w 85"/>
                  <a:gd name="T11" fmla="*/ 284 h 63"/>
                  <a:gd name="T12" fmla="*/ 388 w 85"/>
                  <a:gd name="T13" fmla="*/ 13 h 6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5" h="63">
                    <a:moveTo>
                      <a:pt x="85" y="3"/>
                    </a:moveTo>
                    <a:cubicBezTo>
                      <a:pt x="79" y="1"/>
                      <a:pt x="72" y="0"/>
                      <a:pt x="67" y="0"/>
                    </a:cubicBezTo>
                    <a:cubicBezTo>
                      <a:pt x="65" y="25"/>
                      <a:pt x="44" y="44"/>
                      <a:pt x="18" y="44"/>
                    </a:cubicBezTo>
                    <a:cubicBezTo>
                      <a:pt x="18" y="44"/>
                      <a:pt x="18" y="44"/>
                      <a:pt x="18" y="44"/>
                    </a:cubicBezTo>
                    <a:cubicBezTo>
                      <a:pt x="12" y="50"/>
                      <a:pt x="6" y="56"/>
                      <a:pt x="0" y="60"/>
                    </a:cubicBezTo>
                    <a:cubicBezTo>
                      <a:pt x="6" y="62"/>
                      <a:pt x="12" y="63"/>
                      <a:pt x="18" y="63"/>
                    </a:cubicBezTo>
                    <a:cubicBezTo>
                      <a:pt x="53" y="63"/>
                      <a:pt x="81" y="37"/>
                      <a:pt x="85" y="3"/>
                    </a:cubicBezTo>
                    <a:close/>
                  </a:path>
                </a:pathLst>
              </a:custGeom>
              <a:solidFill>
                <a:srgbClr val="B0C5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774" name="Freeform 279">
                <a:extLst>
                  <a:ext uri="{FF2B5EF4-FFF2-40B4-BE49-F238E27FC236}">
                    <a16:creationId xmlns:a16="http://schemas.microsoft.com/office/drawing/2014/main" id="{FD0D9E44-FF1E-4DCF-B8FE-F6BF834EE5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5" y="1216"/>
                <a:ext cx="81" cy="74"/>
              </a:xfrm>
              <a:custGeom>
                <a:avLst/>
                <a:gdLst>
                  <a:gd name="T0" fmla="*/ 222 w 49"/>
                  <a:gd name="T1" fmla="*/ 5 h 45"/>
                  <a:gd name="T2" fmla="*/ 164 w 49"/>
                  <a:gd name="T3" fmla="*/ 0 h 45"/>
                  <a:gd name="T4" fmla="*/ 0 w 49"/>
                  <a:gd name="T5" fmla="*/ 201 h 45"/>
                  <a:gd name="T6" fmla="*/ 0 w 49"/>
                  <a:gd name="T7" fmla="*/ 201 h 45"/>
                  <a:gd name="T8" fmla="*/ 222 w 49"/>
                  <a:gd name="T9" fmla="*/ 5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9" h="45">
                    <a:moveTo>
                      <a:pt x="49" y="1"/>
                    </a:moveTo>
                    <a:cubicBezTo>
                      <a:pt x="41" y="0"/>
                      <a:pt x="36" y="0"/>
                      <a:pt x="36" y="0"/>
                    </a:cubicBezTo>
                    <a:cubicBezTo>
                      <a:pt x="24" y="19"/>
                      <a:pt x="12" y="34"/>
                      <a:pt x="0" y="45"/>
                    </a:cubicBezTo>
                    <a:cubicBezTo>
                      <a:pt x="0" y="45"/>
                      <a:pt x="0" y="45"/>
                      <a:pt x="0" y="45"/>
                    </a:cubicBezTo>
                    <a:cubicBezTo>
                      <a:pt x="26" y="45"/>
                      <a:pt x="47" y="26"/>
                      <a:pt x="49" y="1"/>
                    </a:cubicBezTo>
                    <a:close/>
                  </a:path>
                </a:pathLst>
              </a:custGeom>
              <a:solidFill>
                <a:srgbClr val="D4E0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775" name="Freeform 280">
                <a:extLst>
                  <a:ext uri="{FF2B5EF4-FFF2-40B4-BE49-F238E27FC236}">
                    <a16:creationId xmlns:a16="http://schemas.microsoft.com/office/drawing/2014/main" id="{C66841B5-C380-4046-AB67-7F680C7686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9" y="1231"/>
                <a:ext cx="78" cy="85"/>
              </a:xfrm>
              <a:custGeom>
                <a:avLst/>
                <a:gdLst>
                  <a:gd name="T0" fmla="*/ 214 w 47"/>
                  <a:gd name="T1" fmla="*/ 227 h 52"/>
                  <a:gd name="T2" fmla="*/ 91 w 47"/>
                  <a:gd name="T3" fmla="*/ 56 h 52"/>
                  <a:gd name="T4" fmla="*/ 0 w 47"/>
                  <a:gd name="T5" fmla="*/ 0 h 52"/>
                  <a:gd name="T6" fmla="*/ 214 w 47"/>
                  <a:gd name="T7" fmla="*/ 227 h 5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7" h="52">
                    <a:moveTo>
                      <a:pt x="47" y="52"/>
                    </a:moveTo>
                    <a:cubicBezTo>
                      <a:pt x="33" y="24"/>
                      <a:pt x="20" y="13"/>
                      <a:pt x="20" y="13"/>
                    </a:cubicBezTo>
                    <a:cubicBezTo>
                      <a:pt x="14" y="8"/>
                      <a:pt x="7" y="4"/>
                      <a:pt x="0" y="0"/>
                    </a:cubicBezTo>
                    <a:cubicBezTo>
                      <a:pt x="5" y="25"/>
                      <a:pt x="23" y="45"/>
                      <a:pt x="47" y="52"/>
                    </a:cubicBezTo>
                    <a:close/>
                  </a:path>
                </a:pathLst>
              </a:custGeom>
              <a:solidFill>
                <a:srgbClr val="B0C5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776" name="Freeform 281">
                <a:extLst>
                  <a:ext uri="{FF2B5EF4-FFF2-40B4-BE49-F238E27FC236}">
                    <a16:creationId xmlns:a16="http://schemas.microsoft.com/office/drawing/2014/main" id="{794F672F-2D3C-4934-8197-3DDEA14989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9" y="1338"/>
                <a:ext cx="141" cy="221"/>
              </a:xfrm>
              <a:custGeom>
                <a:avLst/>
                <a:gdLst>
                  <a:gd name="T0" fmla="*/ 388 w 85"/>
                  <a:gd name="T1" fmla="*/ 302 h 134"/>
                  <a:gd name="T2" fmla="*/ 105 w 85"/>
                  <a:gd name="T3" fmla="*/ 0 h 134"/>
                  <a:gd name="T4" fmla="*/ 76 w 85"/>
                  <a:gd name="T5" fmla="*/ 81 h 134"/>
                  <a:gd name="T6" fmla="*/ 76 w 85"/>
                  <a:gd name="T7" fmla="*/ 81 h 134"/>
                  <a:gd name="T8" fmla="*/ 300 w 85"/>
                  <a:gd name="T9" fmla="*/ 302 h 134"/>
                  <a:gd name="T10" fmla="*/ 76 w 85"/>
                  <a:gd name="T11" fmla="*/ 520 h 134"/>
                  <a:gd name="T12" fmla="*/ 5 w 85"/>
                  <a:gd name="T13" fmla="*/ 506 h 134"/>
                  <a:gd name="T14" fmla="*/ 0 w 85"/>
                  <a:gd name="T15" fmla="*/ 579 h 134"/>
                  <a:gd name="T16" fmla="*/ 36 w 85"/>
                  <a:gd name="T17" fmla="*/ 595 h 134"/>
                  <a:gd name="T18" fmla="*/ 76 w 85"/>
                  <a:gd name="T19" fmla="*/ 600 h 134"/>
                  <a:gd name="T20" fmla="*/ 388 w 85"/>
                  <a:gd name="T21" fmla="*/ 302 h 13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5" h="134">
                    <a:moveTo>
                      <a:pt x="85" y="67"/>
                    </a:moveTo>
                    <a:cubicBezTo>
                      <a:pt x="85" y="31"/>
                      <a:pt x="57" y="2"/>
                      <a:pt x="23" y="0"/>
                    </a:cubicBezTo>
                    <a:cubicBezTo>
                      <a:pt x="20" y="6"/>
                      <a:pt x="18" y="12"/>
                      <a:pt x="17" y="18"/>
                    </a:cubicBezTo>
                    <a:cubicBezTo>
                      <a:pt x="17" y="18"/>
                      <a:pt x="17" y="18"/>
                      <a:pt x="17" y="18"/>
                    </a:cubicBezTo>
                    <a:cubicBezTo>
                      <a:pt x="44" y="18"/>
                      <a:pt x="66" y="40"/>
                      <a:pt x="66" y="67"/>
                    </a:cubicBezTo>
                    <a:cubicBezTo>
                      <a:pt x="66" y="94"/>
                      <a:pt x="44" y="116"/>
                      <a:pt x="17" y="116"/>
                    </a:cubicBezTo>
                    <a:cubicBezTo>
                      <a:pt x="11" y="116"/>
                      <a:pt x="6" y="115"/>
                      <a:pt x="1" y="113"/>
                    </a:cubicBezTo>
                    <a:cubicBezTo>
                      <a:pt x="0" y="123"/>
                      <a:pt x="0" y="129"/>
                      <a:pt x="0" y="129"/>
                    </a:cubicBezTo>
                    <a:cubicBezTo>
                      <a:pt x="2" y="130"/>
                      <a:pt x="5" y="132"/>
                      <a:pt x="8" y="133"/>
                    </a:cubicBezTo>
                    <a:cubicBezTo>
                      <a:pt x="11" y="134"/>
                      <a:pt x="14" y="134"/>
                      <a:pt x="17" y="134"/>
                    </a:cubicBezTo>
                    <a:cubicBezTo>
                      <a:pt x="55" y="134"/>
                      <a:pt x="85" y="104"/>
                      <a:pt x="85" y="67"/>
                    </a:cubicBezTo>
                    <a:close/>
                  </a:path>
                </a:pathLst>
              </a:custGeom>
              <a:solidFill>
                <a:srgbClr val="B0C5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777" name="Freeform 282">
                <a:extLst>
                  <a:ext uri="{FF2B5EF4-FFF2-40B4-BE49-F238E27FC236}">
                    <a16:creationId xmlns:a16="http://schemas.microsoft.com/office/drawing/2014/main" id="{9C58349A-46CB-43E5-B46C-79D19B518D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1" y="1368"/>
                <a:ext cx="107" cy="161"/>
              </a:xfrm>
              <a:custGeom>
                <a:avLst/>
                <a:gdLst>
                  <a:gd name="T0" fmla="*/ 290 w 65"/>
                  <a:gd name="T1" fmla="*/ 219 h 98"/>
                  <a:gd name="T2" fmla="*/ 71 w 65"/>
                  <a:gd name="T3" fmla="*/ 0 h 98"/>
                  <a:gd name="T4" fmla="*/ 71 w 65"/>
                  <a:gd name="T5" fmla="*/ 0 h 98"/>
                  <a:gd name="T6" fmla="*/ 41 w 65"/>
                  <a:gd name="T7" fmla="*/ 105 h 98"/>
                  <a:gd name="T8" fmla="*/ 71 w 65"/>
                  <a:gd name="T9" fmla="*/ 102 h 98"/>
                  <a:gd name="T10" fmla="*/ 193 w 65"/>
                  <a:gd name="T11" fmla="*/ 219 h 98"/>
                  <a:gd name="T12" fmla="*/ 71 w 65"/>
                  <a:gd name="T13" fmla="*/ 332 h 98"/>
                  <a:gd name="T14" fmla="*/ 8 w 65"/>
                  <a:gd name="T15" fmla="*/ 311 h 98"/>
                  <a:gd name="T16" fmla="*/ 0 w 65"/>
                  <a:gd name="T17" fmla="*/ 421 h 98"/>
                  <a:gd name="T18" fmla="*/ 71 w 65"/>
                  <a:gd name="T19" fmla="*/ 435 h 98"/>
                  <a:gd name="T20" fmla="*/ 290 w 65"/>
                  <a:gd name="T21" fmla="*/ 219 h 9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5" h="98">
                    <a:moveTo>
                      <a:pt x="65" y="49"/>
                    </a:moveTo>
                    <a:cubicBezTo>
                      <a:pt x="65" y="22"/>
                      <a:pt x="43" y="0"/>
                      <a:pt x="16" y="0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13" y="8"/>
                      <a:pt x="11" y="16"/>
                      <a:pt x="9" y="24"/>
                    </a:cubicBezTo>
                    <a:cubicBezTo>
                      <a:pt x="12" y="23"/>
                      <a:pt x="14" y="23"/>
                      <a:pt x="16" y="23"/>
                    </a:cubicBezTo>
                    <a:cubicBezTo>
                      <a:pt x="31" y="23"/>
                      <a:pt x="43" y="34"/>
                      <a:pt x="43" y="49"/>
                    </a:cubicBezTo>
                    <a:cubicBezTo>
                      <a:pt x="43" y="63"/>
                      <a:pt x="31" y="75"/>
                      <a:pt x="16" y="75"/>
                    </a:cubicBezTo>
                    <a:cubicBezTo>
                      <a:pt x="11" y="75"/>
                      <a:pt x="6" y="73"/>
                      <a:pt x="2" y="70"/>
                    </a:cubicBezTo>
                    <a:cubicBezTo>
                      <a:pt x="1" y="80"/>
                      <a:pt x="0" y="88"/>
                      <a:pt x="0" y="95"/>
                    </a:cubicBezTo>
                    <a:cubicBezTo>
                      <a:pt x="5" y="97"/>
                      <a:pt x="10" y="98"/>
                      <a:pt x="16" y="98"/>
                    </a:cubicBezTo>
                    <a:cubicBezTo>
                      <a:pt x="43" y="98"/>
                      <a:pt x="65" y="76"/>
                      <a:pt x="65" y="49"/>
                    </a:cubicBezTo>
                    <a:close/>
                  </a:path>
                </a:pathLst>
              </a:custGeom>
              <a:solidFill>
                <a:srgbClr val="D4E0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778" name="Freeform 283">
                <a:extLst>
                  <a:ext uri="{FF2B5EF4-FFF2-40B4-BE49-F238E27FC236}">
                    <a16:creationId xmlns:a16="http://schemas.microsoft.com/office/drawing/2014/main" id="{4B8070F8-6F95-4846-AE42-B7E97A851A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4" y="1406"/>
                <a:ext cx="68" cy="85"/>
              </a:xfrm>
              <a:custGeom>
                <a:avLst/>
                <a:gdLst>
                  <a:gd name="T0" fmla="*/ 187 w 41"/>
                  <a:gd name="T1" fmla="*/ 114 h 52"/>
                  <a:gd name="T2" fmla="*/ 63 w 41"/>
                  <a:gd name="T3" fmla="*/ 0 h 52"/>
                  <a:gd name="T4" fmla="*/ 33 w 41"/>
                  <a:gd name="T5" fmla="*/ 5 h 52"/>
                  <a:gd name="T6" fmla="*/ 0 w 41"/>
                  <a:gd name="T7" fmla="*/ 206 h 52"/>
                  <a:gd name="T8" fmla="*/ 63 w 41"/>
                  <a:gd name="T9" fmla="*/ 227 h 52"/>
                  <a:gd name="T10" fmla="*/ 187 w 41"/>
                  <a:gd name="T11" fmla="*/ 114 h 5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1" h="52">
                    <a:moveTo>
                      <a:pt x="41" y="26"/>
                    </a:moveTo>
                    <a:cubicBezTo>
                      <a:pt x="41" y="11"/>
                      <a:pt x="29" y="0"/>
                      <a:pt x="14" y="0"/>
                    </a:cubicBezTo>
                    <a:cubicBezTo>
                      <a:pt x="12" y="0"/>
                      <a:pt x="10" y="0"/>
                      <a:pt x="7" y="1"/>
                    </a:cubicBezTo>
                    <a:cubicBezTo>
                      <a:pt x="4" y="17"/>
                      <a:pt x="1" y="34"/>
                      <a:pt x="0" y="47"/>
                    </a:cubicBezTo>
                    <a:cubicBezTo>
                      <a:pt x="4" y="50"/>
                      <a:pt x="9" y="52"/>
                      <a:pt x="14" y="52"/>
                    </a:cubicBezTo>
                    <a:cubicBezTo>
                      <a:pt x="29" y="52"/>
                      <a:pt x="41" y="40"/>
                      <a:pt x="41" y="26"/>
                    </a:cubicBezTo>
                    <a:close/>
                  </a:path>
                </a:pathLst>
              </a:custGeom>
              <a:solidFill>
                <a:srgbClr val="EEF0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779" name="Freeform 284">
                <a:extLst>
                  <a:ext uri="{FF2B5EF4-FFF2-40B4-BE49-F238E27FC236}">
                    <a16:creationId xmlns:a16="http://schemas.microsoft.com/office/drawing/2014/main" id="{AFB8E131-D3EA-40E1-9027-5CA52D519F4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810" y="1336"/>
                <a:ext cx="224" cy="223"/>
              </a:xfrm>
              <a:custGeom>
                <a:avLst/>
                <a:gdLst>
                  <a:gd name="T0" fmla="*/ 305 w 135"/>
                  <a:gd name="T1" fmla="*/ 0 h 135"/>
                  <a:gd name="T2" fmla="*/ 0 w 135"/>
                  <a:gd name="T3" fmla="*/ 306 h 135"/>
                  <a:gd name="T4" fmla="*/ 305 w 135"/>
                  <a:gd name="T5" fmla="*/ 608 h 135"/>
                  <a:gd name="T6" fmla="*/ 617 w 135"/>
                  <a:gd name="T7" fmla="*/ 306 h 135"/>
                  <a:gd name="T8" fmla="*/ 305 w 135"/>
                  <a:gd name="T9" fmla="*/ 0 h 135"/>
                  <a:gd name="T10" fmla="*/ 305 w 135"/>
                  <a:gd name="T11" fmla="*/ 527 h 135"/>
                  <a:gd name="T12" fmla="*/ 88 w 135"/>
                  <a:gd name="T13" fmla="*/ 306 h 135"/>
                  <a:gd name="T14" fmla="*/ 305 w 135"/>
                  <a:gd name="T15" fmla="*/ 84 h 135"/>
                  <a:gd name="T16" fmla="*/ 529 w 135"/>
                  <a:gd name="T17" fmla="*/ 306 h 135"/>
                  <a:gd name="T18" fmla="*/ 305 w 135"/>
                  <a:gd name="T19" fmla="*/ 527 h 13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35" h="135">
                    <a:moveTo>
                      <a:pt x="67" y="0"/>
                    </a:moveTo>
                    <a:cubicBezTo>
                      <a:pt x="30" y="0"/>
                      <a:pt x="0" y="31"/>
                      <a:pt x="0" y="68"/>
                    </a:cubicBezTo>
                    <a:cubicBezTo>
                      <a:pt x="0" y="105"/>
                      <a:pt x="30" y="135"/>
                      <a:pt x="67" y="135"/>
                    </a:cubicBezTo>
                    <a:cubicBezTo>
                      <a:pt x="105" y="135"/>
                      <a:pt x="135" y="105"/>
                      <a:pt x="135" y="68"/>
                    </a:cubicBezTo>
                    <a:cubicBezTo>
                      <a:pt x="135" y="31"/>
                      <a:pt x="105" y="0"/>
                      <a:pt x="67" y="0"/>
                    </a:cubicBezTo>
                    <a:close/>
                    <a:moveTo>
                      <a:pt x="67" y="117"/>
                    </a:moveTo>
                    <a:cubicBezTo>
                      <a:pt x="40" y="117"/>
                      <a:pt x="19" y="95"/>
                      <a:pt x="19" y="68"/>
                    </a:cubicBezTo>
                    <a:cubicBezTo>
                      <a:pt x="19" y="41"/>
                      <a:pt x="40" y="19"/>
                      <a:pt x="67" y="19"/>
                    </a:cubicBezTo>
                    <a:cubicBezTo>
                      <a:pt x="94" y="19"/>
                      <a:pt x="116" y="41"/>
                      <a:pt x="116" y="68"/>
                    </a:cubicBezTo>
                    <a:cubicBezTo>
                      <a:pt x="116" y="95"/>
                      <a:pt x="94" y="117"/>
                      <a:pt x="67" y="117"/>
                    </a:cubicBezTo>
                    <a:close/>
                  </a:path>
                </a:pathLst>
              </a:custGeom>
              <a:solidFill>
                <a:srgbClr val="B0C5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780" name="Freeform 285">
                <a:extLst>
                  <a:ext uri="{FF2B5EF4-FFF2-40B4-BE49-F238E27FC236}">
                    <a16:creationId xmlns:a16="http://schemas.microsoft.com/office/drawing/2014/main" id="{6FF0F37D-D3DE-4BC0-BCF6-AFA9E072C99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841" y="1368"/>
                <a:ext cx="161" cy="161"/>
              </a:xfrm>
              <a:custGeom>
                <a:avLst/>
                <a:gdLst>
                  <a:gd name="T0" fmla="*/ 221 w 97"/>
                  <a:gd name="T1" fmla="*/ 0 h 98"/>
                  <a:gd name="T2" fmla="*/ 0 w 97"/>
                  <a:gd name="T3" fmla="*/ 219 h 98"/>
                  <a:gd name="T4" fmla="*/ 221 w 97"/>
                  <a:gd name="T5" fmla="*/ 435 h 98"/>
                  <a:gd name="T6" fmla="*/ 443 w 97"/>
                  <a:gd name="T7" fmla="*/ 219 h 98"/>
                  <a:gd name="T8" fmla="*/ 221 w 97"/>
                  <a:gd name="T9" fmla="*/ 0 h 98"/>
                  <a:gd name="T10" fmla="*/ 221 w 97"/>
                  <a:gd name="T11" fmla="*/ 332 h 98"/>
                  <a:gd name="T12" fmla="*/ 101 w 97"/>
                  <a:gd name="T13" fmla="*/ 219 h 98"/>
                  <a:gd name="T14" fmla="*/ 221 w 97"/>
                  <a:gd name="T15" fmla="*/ 102 h 98"/>
                  <a:gd name="T16" fmla="*/ 342 w 97"/>
                  <a:gd name="T17" fmla="*/ 219 h 98"/>
                  <a:gd name="T18" fmla="*/ 221 w 97"/>
                  <a:gd name="T19" fmla="*/ 332 h 9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97" h="98">
                    <a:moveTo>
                      <a:pt x="48" y="0"/>
                    </a:moveTo>
                    <a:cubicBezTo>
                      <a:pt x="21" y="0"/>
                      <a:pt x="0" y="22"/>
                      <a:pt x="0" y="49"/>
                    </a:cubicBezTo>
                    <a:cubicBezTo>
                      <a:pt x="0" y="76"/>
                      <a:pt x="21" y="98"/>
                      <a:pt x="48" y="98"/>
                    </a:cubicBezTo>
                    <a:cubicBezTo>
                      <a:pt x="75" y="98"/>
                      <a:pt x="97" y="76"/>
                      <a:pt x="97" y="49"/>
                    </a:cubicBezTo>
                    <a:cubicBezTo>
                      <a:pt x="97" y="22"/>
                      <a:pt x="75" y="0"/>
                      <a:pt x="48" y="0"/>
                    </a:cubicBezTo>
                    <a:close/>
                    <a:moveTo>
                      <a:pt x="48" y="75"/>
                    </a:moveTo>
                    <a:cubicBezTo>
                      <a:pt x="34" y="75"/>
                      <a:pt x="22" y="63"/>
                      <a:pt x="22" y="49"/>
                    </a:cubicBezTo>
                    <a:cubicBezTo>
                      <a:pt x="22" y="34"/>
                      <a:pt x="34" y="23"/>
                      <a:pt x="48" y="23"/>
                    </a:cubicBezTo>
                    <a:cubicBezTo>
                      <a:pt x="63" y="23"/>
                      <a:pt x="75" y="34"/>
                      <a:pt x="75" y="49"/>
                    </a:cubicBezTo>
                    <a:cubicBezTo>
                      <a:pt x="75" y="63"/>
                      <a:pt x="63" y="75"/>
                      <a:pt x="48" y="75"/>
                    </a:cubicBezTo>
                    <a:close/>
                  </a:path>
                </a:pathLst>
              </a:custGeom>
              <a:solidFill>
                <a:srgbClr val="D4E0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781" name="Oval 286">
                <a:extLst>
                  <a:ext uri="{FF2B5EF4-FFF2-40B4-BE49-F238E27FC236}">
                    <a16:creationId xmlns:a16="http://schemas.microsoft.com/office/drawing/2014/main" id="{42FA1101-9867-454A-BCE4-FFF373B50A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78" y="1406"/>
                <a:ext cx="88" cy="85"/>
              </a:xfrm>
              <a:prstGeom prst="ellipse">
                <a:avLst/>
              </a:prstGeom>
              <a:solidFill>
                <a:srgbClr val="EEF0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782" name="Freeform 287">
                <a:extLst>
                  <a:ext uri="{FF2B5EF4-FFF2-40B4-BE49-F238E27FC236}">
                    <a16:creationId xmlns:a16="http://schemas.microsoft.com/office/drawing/2014/main" id="{F328E284-CD46-4268-B0A1-53F6EB8503E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053" y="1336"/>
                <a:ext cx="224" cy="223"/>
              </a:xfrm>
              <a:custGeom>
                <a:avLst/>
                <a:gdLst>
                  <a:gd name="T0" fmla="*/ 305 w 135"/>
                  <a:gd name="T1" fmla="*/ 608 h 135"/>
                  <a:gd name="T2" fmla="*/ 617 w 135"/>
                  <a:gd name="T3" fmla="*/ 306 h 135"/>
                  <a:gd name="T4" fmla="*/ 305 w 135"/>
                  <a:gd name="T5" fmla="*/ 0 h 135"/>
                  <a:gd name="T6" fmla="*/ 0 w 135"/>
                  <a:gd name="T7" fmla="*/ 306 h 135"/>
                  <a:gd name="T8" fmla="*/ 305 w 135"/>
                  <a:gd name="T9" fmla="*/ 608 h 135"/>
                  <a:gd name="T10" fmla="*/ 305 w 135"/>
                  <a:gd name="T11" fmla="*/ 84 h 135"/>
                  <a:gd name="T12" fmla="*/ 529 w 135"/>
                  <a:gd name="T13" fmla="*/ 306 h 135"/>
                  <a:gd name="T14" fmla="*/ 305 w 135"/>
                  <a:gd name="T15" fmla="*/ 527 h 135"/>
                  <a:gd name="T16" fmla="*/ 88 w 135"/>
                  <a:gd name="T17" fmla="*/ 306 h 135"/>
                  <a:gd name="T18" fmla="*/ 305 w 135"/>
                  <a:gd name="T19" fmla="*/ 84 h 13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35" h="135">
                    <a:moveTo>
                      <a:pt x="67" y="135"/>
                    </a:moveTo>
                    <a:cubicBezTo>
                      <a:pt x="105" y="135"/>
                      <a:pt x="135" y="105"/>
                      <a:pt x="135" y="68"/>
                    </a:cubicBezTo>
                    <a:cubicBezTo>
                      <a:pt x="135" y="31"/>
                      <a:pt x="105" y="0"/>
                      <a:pt x="67" y="0"/>
                    </a:cubicBezTo>
                    <a:cubicBezTo>
                      <a:pt x="30" y="0"/>
                      <a:pt x="0" y="31"/>
                      <a:pt x="0" y="68"/>
                    </a:cubicBezTo>
                    <a:cubicBezTo>
                      <a:pt x="0" y="105"/>
                      <a:pt x="30" y="135"/>
                      <a:pt x="67" y="135"/>
                    </a:cubicBezTo>
                    <a:close/>
                    <a:moveTo>
                      <a:pt x="67" y="19"/>
                    </a:moveTo>
                    <a:cubicBezTo>
                      <a:pt x="95" y="19"/>
                      <a:pt x="116" y="41"/>
                      <a:pt x="116" y="68"/>
                    </a:cubicBezTo>
                    <a:cubicBezTo>
                      <a:pt x="116" y="95"/>
                      <a:pt x="95" y="117"/>
                      <a:pt x="67" y="117"/>
                    </a:cubicBezTo>
                    <a:cubicBezTo>
                      <a:pt x="40" y="117"/>
                      <a:pt x="19" y="95"/>
                      <a:pt x="19" y="68"/>
                    </a:cubicBezTo>
                    <a:cubicBezTo>
                      <a:pt x="19" y="41"/>
                      <a:pt x="40" y="19"/>
                      <a:pt x="67" y="19"/>
                    </a:cubicBezTo>
                    <a:close/>
                  </a:path>
                </a:pathLst>
              </a:custGeom>
              <a:solidFill>
                <a:srgbClr val="B0C5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783" name="Freeform 288">
                <a:extLst>
                  <a:ext uri="{FF2B5EF4-FFF2-40B4-BE49-F238E27FC236}">
                    <a16:creationId xmlns:a16="http://schemas.microsoft.com/office/drawing/2014/main" id="{1412F7C9-9C4A-43AF-A5E2-A2E98A49AE7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085" y="1368"/>
                <a:ext cx="161" cy="161"/>
              </a:xfrm>
              <a:custGeom>
                <a:avLst/>
                <a:gdLst>
                  <a:gd name="T0" fmla="*/ 221 w 97"/>
                  <a:gd name="T1" fmla="*/ 435 h 98"/>
                  <a:gd name="T2" fmla="*/ 443 w 97"/>
                  <a:gd name="T3" fmla="*/ 219 h 98"/>
                  <a:gd name="T4" fmla="*/ 221 w 97"/>
                  <a:gd name="T5" fmla="*/ 0 h 98"/>
                  <a:gd name="T6" fmla="*/ 0 w 97"/>
                  <a:gd name="T7" fmla="*/ 219 h 98"/>
                  <a:gd name="T8" fmla="*/ 221 w 97"/>
                  <a:gd name="T9" fmla="*/ 435 h 98"/>
                  <a:gd name="T10" fmla="*/ 221 w 97"/>
                  <a:gd name="T11" fmla="*/ 102 h 98"/>
                  <a:gd name="T12" fmla="*/ 342 w 97"/>
                  <a:gd name="T13" fmla="*/ 219 h 98"/>
                  <a:gd name="T14" fmla="*/ 221 w 97"/>
                  <a:gd name="T15" fmla="*/ 332 h 98"/>
                  <a:gd name="T16" fmla="*/ 101 w 97"/>
                  <a:gd name="T17" fmla="*/ 219 h 98"/>
                  <a:gd name="T18" fmla="*/ 221 w 97"/>
                  <a:gd name="T19" fmla="*/ 102 h 9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97" h="98">
                    <a:moveTo>
                      <a:pt x="48" y="98"/>
                    </a:moveTo>
                    <a:cubicBezTo>
                      <a:pt x="76" y="98"/>
                      <a:pt x="97" y="76"/>
                      <a:pt x="97" y="49"/>
                    </a:cubicBezTo>
                    <a:cubicBezTo>
                      <a:pt x="97" y="22"/>
                      <a:pt x="76" y="0"/>
                      <a:pt x="48" y="0"/>
                    </a:cubicBezTo>
                    <a:cubicBezTo>
                      <a:pt x="21" y="0"/>
                      <a:pt x="0" y="22"/>
                      <a:pt x="0" y="49"/>
                    </a:cubicBezTo>
                    <a:cubicBezTo>
                      <a:pt x="0" y="76"/>
                      <a:pt x="21" y="98"/>
                      <a:pt x="48" y="98"/>
                    </a:cubicBezTo>
                    <a:close/>
                    <a:moveTo>
                      <a:pt x="48" y="23"/>
                    </a:moveTo>
                    <a:cubicBezTo>
                      <a:pt x="63" y="23"/>
                      <a:pt x="75" y="34"/>
                      <a:pt x="75" y="49"/>
                    </a:cubicBezTo>
                    <a:cubicBezTo>
                      <a:pt x="75" y="63"/>
                      <a:pt x="63" y="75"/>
                      <a:pt x="48" y="75"/>
                    </a:cubicBezTo>
                    <a:cubicBezTo>
                      <a:pt x="34" y="75"/>
                      <a:pt x="22" y="63"/>
                      <a:pt x="22" y="49"/>
                    </a:cubicBezTo>
                    <a:cubicBezTo>
                      <a:pt x="22" y="34"/>
                      <a:pt x="34" y="23"/>
                      <a:pt x="48" y="23"/>
                    </a:cubicBezTo>
                    <a:close/>
                  </a:path>
                </a:pathLst>
              </a:custGeom>
              <a:solidFill>
                <a:srgbClr val="D4E0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784" name="Oval 289">
                <a:extLst>
                  <a:ext uri="{FF2B5EF4-FFF2-40B4-BE49-F238E27FC236}">
                    <a16:creationId xmlns:a16="http://schemas.microsoft.com/office/drawing/2014/main" id="{83A0EAC2-42AD-44C4-9E3C-C25FEB6E87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21" y="1406"/>
                <a:ext cx="88" cy="85"/>
              </a:xfrm>
              <a:prstGeom prst="ellipse">
                <a:avLst/>
              </a:prstGeom>
              <a:solidFill>
                <a:srgbClr val="EEF0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785" name="Freeform 290">
                <a:extLst>
                  <a:ext uri="{FF2B5EF4-FFF2-40B4-BE49-F238E27FC236}">
                    <a16:creationId xmlns:a16="http://schemas.microsoft.com/office/drawing/2014/main" id="{D5812D88-E073-4FF2-A449-94D9C2973B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7" y="1340"/>
                <a:ext cx="131" cy="216"/>
              </a:xfrm>
              <a:custGeom>
                <a:avLst/>
                <a:gdLst>
                  <a:gd name="T0" fmla="*/ 0 w 79"/>
                  <a:gd name="T1" fmla="*/ 297 h 131"/>
                  <a:gd name="T2" fmla="*/ 234 w 79"/>
                  <a:gd name="T3" fmla="*/ 587 h 131"/>
                  <a:gd name="T4" fmla="*/ 360 w 79"/>
                  <a:gd name="T5" fmla="*/ 552 h 131"/>
                  <a:gd name="T6" fmla="*/ 360 w 79"/>
                  <a:gd name="T7" fmla="*/ 506 h 131"/>
                  <a:gd name="T8" fmla="*/ 310 w 79"/>
                  <a:gd name="T9" fmla="*/ 516 h 131"/>
                  <a:gd name="T10" fmla="*/ 88 w 79"/>
                  <a:gd name="T11" fmla="*/ 297 h 131"/>
                  <a:gd name="T12" fmla="*/ 277 w 79"/>
                  <a:gd name="T13" fmla="*/ 76 h 131"/>
                  <a:gd name="T14" fmla="*/ 247 w 79"/>
                  <a:gd name="T15" fmla="*/ 0 h 131"/>
                  <a:gd name="T16" fmla="*/ 0 w 79"/>
                  <a:gd name="T17" fmla="*/ 297 h 13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9" h="131">
                    <a:moveTo>
                      <a:pt x="0" y="66"/>
                    </a:moveTo>
                    <a:cubicBezTo>
                      <a:pt x="0" y="97"/>
                      <a:pt x="22" y="124"/>
                      <a:pt x="51" y="131"/>
                    </a:cubicBezTo>
                    <a:cubicBezTo>
                      <a:pt x="67" y="127"/>
                      <a:pt x="79" y="123"/>
                      <a:pt x="79" y="123"/>
                    </a:cubicBezTo>
                    <a:cubicBezTo>
                      <a:pt x="79" y="120"/>
                      <a:pt x="79" y="117"/>
                      <a:pt x="79" y="113"/>
                    </a:cubicBezTo>
                    <a:cubicBezTo>
                      <a:pt x="75" y="114"/>
                      <a:pt x="71" y="115"/>
                      <a:pt x="68" y="115"/>
                    </a:cubicBezTo>
                    <a:cubicBezTo>
                      <a:pt x="41" y="115"/>
                      <a:pt x="19" y="93"/>
                      <a:pt x="19" y="66"/>
                    </a:cubicBezTo>
                    <a:cubicBezTo>
                      <a:pt x="19" y="41"/>
                      <a:pt x="37" y="21"/>
                      <a:pt x="61" y="17"/>
                    </a:cubicBezTo>
                    <a:cubicBezTo>
                      <a:pt x="58" y="11"/>
                      <a:pt x="56" y="5"/>
                      <a:pt x="54" y="0"/>
                    </a:cubicBezTo>
                    <a:cubicBezTo>
                      <a:pt x="23" y="6"/>
                      <a:pt x="0" y="33"/>
                      <a:pt x="0" y="66"/>
                    </a:cubicBezTo>
                    <a:close/>
                  </a:path>
                </a:pathLst>
              </a:custGeom>
              <a:solidFill>
                <a:srgbClr val="B0C5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786" name="Freeform 291">
                <a:extLst>
                  <a:ext uri="{FF2B5EF4-FFF2-40B4-BE49-F238E27FC236}">
                    <a16:creationId xmlns:a16="http://schemas.microsoft.com/office/drawing/2014/main" id="{46146C11-9210-436A-82F1-F1EA57AA31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9" y="1368"/>
                <a:ext cx="99" cy="161"/>
              </a:xfrm>
              <a:custGeom>
                <a:avLst/>
                <a:gdLst>
                  <a:gd name="T0" fmla="*/ 0 w 60"/>
                  <a:gd name="T1" fmla="*/ 219 h 98"/>
                  <a:gd name="T2" fmla="*/ 221 w 60"/>
                  <a:gd name="T3" fmla="*/ 435 h 98"/>
                  <a:gd name="T4" fmla="*/ 269 w 60"/>
                  <a:gd name="T5" fmla="*/ 427 h 98"/>
                  <a:gd name="T6" fmla="*/ 256 w 60"/>
                  <a:gd name="T7" fmla="*/ 324 h 98"/>
                  <a:gd name="T8" fmla="*/ 221 w 60"/>
                  <a:gd name="T9" fmla="*/ 332 h 98"/>
                  <a:gd name="T10" fmla="*/ 97 w 60"/>
                  <a:gd name="T11" fmla="*/ 219 h 98"/>
                  <a:gd name="T12" fmla="*/ 215 w 60"/>
                  <a:gd name="T13" fmla="*/ 102 h 98"/>
                  <a:gd name="T14" fmla="*/ 188 w 60"/>
                  <a:gd name="T15" fmla="*/ 0 h 98"/>
                  <a:gd name="T16" fmla="*/ 0 w 60"/>
                  <a:gd name="T17" fmla="*/ 219 h 9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0" h="98">
                    <a:moveTo>
                      <a:pt x="0" y="49"/>
                    </a:moveTo>
                    <a:cubicBezTo>
                      <a:pt x="0" y="76"/>
                      <a:pt x="22" y="98"/>
                      <a:pt x="49" y="98"/>
                    </a:cubicBezTo>
                    <a:cubicBezTo>
                      <a:pt x="52" y="98"/>
                      <a:pt x="56" y="97"/>
                      <a:pt x="60" y="96"/>
                    </a:cubicBezTo>
                    <a:cubicBezTo>
                      <a:pt x="59" y="88"/>
                      <a:pt x="58" y="81"/>
                      <a:pt x="57" y="73"/>
                    </a:cubicBezTo>
                    <a:cubicBezTo>
                      <a:pt x="55" y="74"/>
                      <a:pt x="52" y="75"/>
                      <a:pt x="49" y="75"/>
                    </a:cubicBezTo>
                    <a:cubicBezTo>
                      <a:pt x="34" y="75"/>
                      <a:pt x="22" y="63"/>
                      <a:pt x="22" y="49"/>
                    </a:cubicBezTo>
                    <a:cubicBezTo>
                      <a:pt x="22" y="34"/>
                      <a:pt x="34" y="23"/>
                      <a:pt x="48" y="23"/>
                    </a:cubicBezTo>
                    <a:cubicBezTo>
                      <a:pt x="46" y="15"/>
                      <a:pt x="44" y="7"/>
                      <a:pt x="42" y="0"/>
                    </a:cubicBezTo>
                    <a:cubicBezTo>
                      <a:pt x="18" y="4"/>
                      <a:pt x="0" y="24"/>
                      <a:pt x="0" y="49"/>
                    </a:cubicBezTo>
                    <a:close/>
                  </a:path>
                </a:pathLst>
              </a:custGeom>
              <a:solidFill>
                <a:srgbClr val="D4E0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787" name="Freeform 292">
                <a:extLst>
                  <a:ext uri="{FF2B5EF4-FFF2-40B4-BE49-F238E27FC236}">
                    <a16:creationId xmlns:a16="http://schemas.microsoft.com/office/drawing/2014/main" id="{74D9D8AF-CCEE-4D87-93D2-355ACC8C99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5" y="1406"/>
                <a:ext cx="58" cy="85"/>
              </a:xfrm>
              <a:custGeom>
                <a:avLst/>
                <a:gdLst>
                  <a:gd name="T0" fmla="*/ 0 w 35"/>
                  <a:gd name="T1" fmla="*/ 114 h 52"/>
                  <a:gd name="T2" fmla="*/ 124 w 35"/>
                  <a:gd name="T3" fmla="*/ 227 h 52"/>
                  <a:gd name="T4" fmla="*/ 159 w 35"/>
                  <a:gd name="T5" fmla="*/ 219 h 52"/>
                  <a:gd name="T6" fmla="*/ 118 w 35"/>
                  <a:gd name="T7" fmla="*/ 0 h 52"/>
                  <a:gd name="T8" fmla="*/ 0 w 35"/>
                  <a:gd name="T9" fmla="*/ 114 h 5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" h="52">
                    <a:moveTo>
                      <a:pt x="0" y="26"/>
                    </a:moveTo>
                    <a:cubicBezTo>
                      <a:pt x="0" y="40"/>
                      <a:pt x="12" y="52"/>
                      <a:pt x="27" y="52"/>
                    </a:cubicBezTo>
                    <a:cubicBezTo>
                      <a:pt x="30" y="52"/>
                      <a:pt x="33" y="51"/>
                      <a:pt x="35" y="50"/>
                    </a:cubicBezTo>
                    <a:cubicBezTo>
                      <a:pt x="33" y="31"/>
                      <a:pt x="30" y="14"/>
                      <a:pt x="26" y="0"/>
                    </a:cubicBezTo>
                    <a:cubicBezTo>
                      <a:pt x="12" y="0"/>
                      <a:pt x="0" y="11"/>
                      <a:pt x="0" y="26"/>
                    </a:cubicBezTo>
                    <a:close/>
                  </a:path>
                </a:pathLst>
              </a:custGeom>
              <a:solidFill>
                <a:srgbClr val="EEF0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788" name="Freeform 293">
                <a:extLst>
                  <a:ext uri="{FF2B5EF4-FFF2-40B4-BE49-F238E27FC236}">
                    <a16:creationId xmlns:a16="http://schemas.microsoft.com/office/drawing/2014/main" id="{74362C5C-F48D-4769-B202-A5F756E677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3" y="1617"/>
                <a:ext cx="27" cy="139"/>
              </a:xfrm>
              <a:custGeom>
                <a:avLst/>
                <a:gdLst>
                  <a:gd name="T0" fmla="*/ 5 w 16"/>
                  <a:gd name="T1" fmla="*/ 0 h 84"/>
                  <a:gd name="T2" fmla="*/ 5 w 16"/>
                  <a:gd name="T3" fmla="*/ 381 h 84"/>
                  <a:gd name="T4" fmla="*/ 78 w 16"/>
                  <a:gd name="T5" fmla="*/ 192 h 84"/>
                  <a:gd name="T6" fmla="*/ 5 w 16"/>
                  <a:gd name="T7" fmla="*/ 0 h 8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84">
                    <a:moveTo>
                      <a:pt x="1" y="0"/>
                    </a:moveTo>
                    <a:cubicBezTo>
                      <a:pt x="0" y="27"/>
                      <a:pt x="1" y="63"/>
                      <a:pt x="1" y="84"/>
                    </a:cubicBezTo>
                    <a:cubicBezTo>
                      <a:pt x="10" y="72"/>
                      <a:pt x="16" y="58"/>
                      <a:pt x="16" y="42"/>
                    </a:cubicBezTo>
                    <a:cubicBezTo>
                      <a:pt x="16" y="26"/>
                      <a:pt x="10" y="12"/>
                      <a:pt x="1" y="0"/>
                    </a:cubicBezTo>
                    <a:close/>
                  </a:path>
                </a:pathLst>
              </a:custGeom>
              <a:solidFill>
                <a:srgbClr val="B0C5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789" name="Freeform 294">
                <a:extLst>
                  <a:ext uri="{FF2B5EF4-FFF2-40B4-BE49-F238E27FC236}">
                    <a16:creationId xmlns:a16="http://schemas.microsoft.com/office/drawing/2014/main" id="{FE38F838-FC5B-48F8-8402-C6FADC7B025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810" y="1576"/>
                <a:ext cx="224" cy="221"/>
              </a:xfrm>
              <a:custGeom>
                <a:avLst/>
                <a:gdLst>
                  <a:gd name="T0" fmla="*/ 305 w 135"/>
                  <a:gd name="T1" fmla="*/ 0 h 134"/>
                  <a:gd name="T2" fmla="*/ 0 w 135"/>
                  <a:gd name="T3" fmla="*/ 302 h 134"/>
                  <a:gd name="T4" fmla="*/ 305 w 135"/>
                  <a:gd name="T5" fmla="*/ 600 h 134"/>
                  <a:gd name="T6" fmla="*/ 617 w 135"/>
                  <a:gd name="T7" fmla="*/ 302 h 134"/>
                  <a:gd name="T8" fmla="*/ 305 w 135"/>
                  <a:gd name="T9" fmla="*/ 0 h 134"/>
                  <a:gd name="T10" fmla="*/ 305 w 135"/>
                  <a:gd name="T11" fmla="*/ 520 h 134"/>
                  <a:gd name="T12" fmla="*/ 88 w 135"/>
                  <a:gd name="T13" fmla="*/ 302 h 134"/>
                  <a:gd name="T14" fmla="*/ 305 w 135"/>
                  <a:gd name="T15" fmla="*/ 81 h 134"/>
                  <a:gd name="T16" fmla="*/ 529 w 135"/>
                  <a:gd name="T17" fmla="*/ 302 h 134"/>
                  <a:gd name="T18" fmla="*/ 305 w 135"/>
                  <a:gd name="T19" fmla="*/ 520 h 13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35" h="134">
                    <a:moveTo>
                      <a:pt x="67" y="0"/>
                    </a:moveTo>
                    <a:cubicBezTo>
                      <a:pt x="30" y="0"/>
                      <a:pt x="0" y="30"/>
                      <a:pt x="0" y="67"/>
                    </a:cubicBezTo>
                    <a:cubicBezTo>
                      <a:pt x="0" y="104"/>
                      <a:pt x="30" y="134"/>
                      <a:pt x="67" y="134"/>
                    </a:cubicBezTo>
                    <a:cubicBezTo>
                      <a:pt x="105" y="134"/>
                      <a:pt x="135" y="104"/>
                      <a:pt x="135" y="67"/>
                    </a:cubicBezTo>
                    <a:cubicBezTo>
                      <a:pt x="135" y="30"/>
                      <a:pt x="105" y="0"/>
                      <a:pt x="67" y="0"/>
                    </a:cubicBezTo>
                    <a:close/>
                    <a:moveTo>
                      <a:pt x="67" y="116"/>
                    </a:moveTo>
                    <a:cubicBezTo>
                      <a:pt x="40" y="116"/>
                      <a:pt x="19" y="94"/>
                      <a:pt x="19" y="67"/>
                    </a:cubicBezTo>
                    <a:cubicBezTo>
                      <a:pt x="19" y="40"/>
                      <a:pt x="40" y="18"/>
                      <a:pt x="67" y="18"/>
                    </a:cubicBezTo>
                    <a:cubicBezTo>
                      <a:pt x="94" y="18"/>
                      <a:pt x="116" y="40"/>
                      <a:pt x="116" y="67"/>
                    </a:cubicBezTo>
                    <a:cubicBezTo>
                      <a:pt x="116" y="94"/>
                      <a:pt x="94" y="116"/>
                      <a:pt x="67" y="116"/>
                    </a:cubicBezTo>
                    <a:close/>
                  </a:path>
                </a:pathLst>
              </a:custGeom>
              <a:solidFill>
                <a:srgbClr val="B0C5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790" name="Freeform 295">
                <a:extLst>
                  <a:ext uri="{FF2B5EF4-FFF2-40B4-BE49-F238E27FC236}">
                    <a16:creationId xmlns:a16="http://schemas.microsoft.com/office/drawing/2014/main" id="{3A14D31D-C037-4504-A055-E5F9B18AEA0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841" y="1605"/>
                <a:ext cx="161" cy="162"/>
              </a:xfrm>
              <a:custGeom>
                <a:avLst/>
                <a:gdLst>
                  <a:gd name="T0" fmla="*/ 221 w 97"/>
                  <a:gd name="T1" fmla="*/ 0 h 98"/>
                  <a:gd name="T2" fmla="*/ 0 w 97"/>
                  <a:gd name="T3" fmla="*/ 222 h 98"/>
                  <a:gd name="T4" fmla="*/ 221 w 97"/>
                  <a:gd name="T5" fmla="*/ 443 h 98"/>
                  <a:gd name="T6" fmla="*/ 443 w 97"/>
                  <a:gd name="T7" fmla="*/ 222 h 98"/>
                  <a:gd name="T8" fmla="*/ 221 w 97"/>
                  <a:gd name="T9" fmla="*/ 0 h 98"/>
                  <a:gd name="T10" fmla="*/ 221 w 97"/>
                  <a:gd name="T11" fmla="*/ 339 h 98"/>
                  <a:gd name="T12" fmla="*/ 101 w 97"/>
                  <a:gd name="T13" fmla="*/ 222 h 98"/>
                  <a:gd name="T14" fmla="*/ 221 w 97"/>
                  <a:gd name="T15" fmla="*/ 104 h 98"/>
                  <a:gd name="T16" fmla="*/ 342 w 97"/>
                  <a:gd name="T17" fmla="*/ 222 h 98"/>
                  <a:gd name="T18" fmla="*/ 221 w 97"/>
                  <a:gd name="T19" fmla="*/ 339 h 9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97" h="98">
                    <a:moveTo>
                      <a:pt x="48" y="0"/>
                    </a:moveTo>
                    <a:cubicBezTo>
                      <a:pt x="21" y="0"/>
                      <a:pt x="0" y="22"/>
                      <a:pt x="0" y="49"/>
                    </a:cubicBezTo>
                    <a:cubicBezTo>
                      <a:pt x="0" y="76"/>
                      <a:pt x="21" y="98"/>
                      <a:pt x="48" y="98"/>
                    </a:cubicBezTo>
                    <a:cubicBezTo>
                      <a:pt x="75" y="98"/>
                      <a:pt x="97" y="76"/>
                      <a:pt x="97" y="49"/>
                    </a:cubicBezTo>
                    <a:cubicBezTo>
                      <a:pt x="97" y="22"/>
                      <a:pt x="75" y="0"/>
                      <a:pt x="48" y="0"/>
                    </a:cubicBezTo>
                    <a:close/>
                    <a:moveTo>
                      <a:pt x="48" y="75"/>
                    </a:moveTo>
                    <a:cubicBezTo>
                      <a:pt x="34" y="75"/>
                      <a:pt x="22" y="63"/>
                      <a:pt x="22" y="49"/>
                    </a:cubicBezTo>
                    <a:cubicBezTo>
                      <a:pt x="22" y="35"/>
                      <a:pt x="34" y="23"/>
                      <a:pt x="48" y="23"/>
                    </a:cubicBezTo>
                    <a:cubicBezTo>
                      <a:pt x="63" y="23"/>
                      <a:pt x="75" y="35"/>
                      <a:pt x="75" y="49"/>
                    </a:cubicBezTo>
                    <a:cubicBezTo>
                      <a:pt x="75" y="63"/>
                      <a:pt x="63" y="75"/>
                      <a:pt x="48" y="75"/>
                    </a:cubicBezTo>
                    <a:close/>
                  </a:path>
                </a:pathLst>
              </a:custGeom>
              <a:solidFill>
                <a:srgbClr val="D4E0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791" name="Oval 296">
                <a:extLst>
                  <a:ext uri="{FF2B5EF4-FFF2-40B4-BE49-F238E27FC236}">
                    <a16:creationId xmlns:a16="http://schemas.microsoft.com/office/drawing/2014/main" id="{2C0C42A4-335B-4F08-A9F4-8F0D6D78C4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78" y="1643"/>
                <a:ext cx="88" cy="86"/>
              </a:xfrm>
              <a:prstGeom prst="ellipse">
                <a:avLst/>
              </a:prstGeom>
              <a:solidFill>
                <a:srgbClr val="EEF0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792" name="Freeform 297">
                <a:extLst>
                  <a:ext uri="{FF2B5EF4-FFF2-40B4-BE49-F238E27FC236}">
                    <a16:creationId xmlns:a16="http://schemas.microsoft.com/office/drawing/2014/main" id="{7B025A51-408C-4023-B65B-092F5614454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053" y="1576"/>
                <a:ext cx="224" cy="221"/>
              </a:xfrm>
              <a:custGeom>
                <a:avLst/>
                <a:gdLst>
                  <a:gd name="T0" fmla="*/ 305 w 135"/>
                  <a:gd name="T1" fmla="*/ 600 h 134"/>
                  <a:gd name="T2" fmla="*/ 617 w 135"/>
                  <a:gd name="T3" fmla="*/ 302 h 134"/>
                  <a:gd name="T4" fmla="*/ 305 w 135"/>
                  <a:gd name="T5" fmla="*/ 0 h 134"/>
                  <a:gd name="T6" fmla="*/ 0 w 135"/>
                  <a:gd name="T7" fmla="*/ 302 h 134"/>
                  <a:gd name="T8" fmla="*/ 305 w 135"/>
                  <a:gd name="T9" fmla="*/ 600 h 134"/>
                  <a:gd name="T10" fmla="*/ 305 w 135"/>
                  <a:gd name="T11" fmla="*/ 81 h 134"/>
                  <a:gd name="T12" fmla="*/ 529 w 135"/>
                  <a:gd name="T13" fmla="*/ 302 h 134"/>
                  <a:gd name="T14" fmla="*/ 305 w 135"/>
                  <a:gd name="T15" fmla="*/ 520 h 134"/>
                  <a:gd name="T16" fmla="*/ 88 w 135"/>
                  <a:gd name="T17" fmla="*/ 302 h 134"/>
                  <a:gd name="T18" fmla="*/ 305 w 135"/>
                  <a:gd name="T19" fmla="*/ 81 h 13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35" h="134">
                    <a:moveTo>
                      <a:pt x="67" y="134"/>
                    </a:moveTo>
                    <a:cubicBezTo>
                      <a:pt x="105" y="134"/>
                      <a:pt x="135" y="104"/>
                      <a:pt x="135" y="67"/>
                    </a:cubicBezTo>
                    <a:cubicBezTo>
                      <a:pt x="135" y="30"/>
                      <a:pt x="105" y="0"/>
                      <a:pt x="67" y="0"/>
                    </a:cubicBezTo>
                    <a:cubicBezTo>
                      <a:pt x="30" y="0"/>
                      <a:pt x="0" y="30"/>
                      <a:pt x="0" y="67"/>
                    </a:cubicBezTo>
                    <a:cubicBezTo>
                      <a:pt x="0" y="104"/>
                      <a:pt x="30" y="134"/>
                      <a:pt x="67" y="134"/>
                    </a:cubicBezTo>
                    <a:close/>
                    <a:moveTo>
                      <a:pt x="67" y="18"/>
                    </a:moveTo>
                    <a:cubicBezTo>
                      <a:pt x="95" y="18"/>
                      <a:pt x="116" y="40"/>
                      <a:pt x="116" y="67"/>
                    </a:cubicBezTo>
                    <a:cubicBezTo>
                      <a:pt x="116" y="94"/>
                      <a:pt x="95" y="116"/>
                      <a:pt x="67" y="116"/>
                    </a:cubicBezTo>
                    <a:cubicBezTo>
                      <a:pt x="40" y="116"/>
                      <a:pt x="19" y="94"/>
                      <a:pt x="19" y="67"/>
                    </a:cubicBezTo>
                    <a:cubicBezTo>
                      <a:pt x="19" y="40"/>
                      <a:pt x="40" y="18"/>
                      <a:pt x="67" y="18"/>
                    </a:cubicBezTo>
                    <a:close/>
                  </a:path>
                </a:pathLst>
              </a:custGeom>
              <a:solidFill>
                <a:srgbClr val="B0C5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793" name="Freeform 298">
                <a:extLst>
                  <a:ext uri="{FF2B5EF4-FFF2-40B4-BE49-F238E27FC236}">
                    <a16:creationId xmlns:a16="http://schemas.microsoft.com/office/drawing/2014/main" id="{A3463460-D2F0-4637-BD69-7A68AEF4BA3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085" y="1605"/>
                <a:ext cx="161" cy="162"/>
              </a:xfrm>
              <a:custGeom>
                <a:avLst/>
                <a:gdLst>
                  <a:gd name="T0" fmla="*/ 221 w 97"/>
                  <a:gd name="T1" fmla="*/ 443 h 98"/>
                  <a:gd name="T2" fmla="*/ 443 w 97"/>
                  <a:gd name="T3" fmla="*/ 222 h 98"/>
                  <a:gd name="T4" fmla="*/ 221 w 97"/>
                  <a:gd name="T5" fmla="*/ 0 h 98"/>
                  <a:gd name="T6" fmla="*/ 0 w 97"/>
                  <a:gd name="T7" fmla="*/ 222 h 98"/>
                  <a:gd name="T8" fmla="*/ 221 w 97"/>
                  <a:gd name="T9" fmla="*/ 443 h 98"/>
                  <a:gd name="T10" fmla="*/ 221 w 97"/>
                  <a:gd name="T11" fmla="*/ 104 h 98"/>
                  <a:gd name="T12" fmla="*/ 342 w 97"/>
                  <a:gd name="T13" fmla="*/ 222 h 98"/>
                  <a:gd name="T14" fmla="*/ 221 w 97"/>
                  <a:gd name="T15" fmla="*/ 339 h 98"/>
                  <a:gd name="T16" fmla="*/ 101 w 97"/>
                  <a:gd name="T17" fmla="*/ 222 h 98"/>
                  <a:gd name="T18" fmla="*/ 221 w 97"/>
                  <a:gd name="T19" fmla="*/ 104 h 9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97" h="98">
                    <a:moveTo>
                      <a:pt x="48" y="98"/>
                    </a:moveTo>
                    <a:cubicBezTo>
                      <a:pt x="76" y="98"/>
                      <a:pt x="97" y="76"/>
                      <a:pt x="97" y="49"/>
                    </a:cubicBezTo>
                    <a:cubicBezTo>
                      <a:pt x="97" y="22"/>
                      <a:pt x="76" y="0"/>
                      <a:pt x="48" y="0"/>
                    </a:cubicBezTo>
                    <a:cubicBezTo>
                      <a:pt x="21" y="0"/>
                      <a:pt x="0" y="22"/>
                      <a:pt x="0" y="49"/>
                    </a:cubicBezTo>
                    <a:cubicBezTo>
                      <a:pt x="0" y="76"/>
                      <a:pt x="21" y="98"/>
                      <a:pt x="48" y="98"/>
                    </a:cubicBezTo>
                    <a:close/>
                    <a:moveTo>
                      <a:pt x="48" y="23"/>
                    </a:moveTo>
                    <a:cubicBezTo>
                      <a:pt x="63" y="23"/>
                      <a:pt x="75" y="35"/>
                      <a:pt x="75" y="49"/>
                    </a:cubicBezTo>
                    <a:cubicBezTo>
                      <a:pt x="75" y="63"/>
                      <a:pt x="63" y="75"/>
                      <a:pt x="48" y="75"/>
                    </a:cubicBezTo>
                    <a:cubicBezTo>
                      <a:pt x="34" y="75"/>
                      <a:pt x="22" y="63"/>
                      <a:pt x="22" y="49"/>
                    </a:cubicBezTo>
                    <a:cubicBezTo>
                      <a:pt x="22" y="35"/>
                      <a:pt x="34" y="23"/>
                      <a:pt x="48" y="23"/>
                    </a:cubicBezTo>
                    <a:close/>
                  </a:path>
                </a:pathLst>
              </a:custGeom>
              <a:solidFill>
                <a:srgbClr val="D4E0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794" name="Oval 299">
                <a:extLst>
                  <a:ext uri="{FF2B5EF4-FFF2-40B4-BE49-F238E27FC236}">
                    <a16:creationId xmlns:a16="http://schemas.microsoft.com/office/drawing/2014/main" id="{BDC0EC8B-7C8D-42DB-B9EC-8D61E0F8AE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21" y="1643"/>
                <a:ext cx="88" cy="86"/>
              </a:xfrm>
              <a:prstGeom prst="ellipse">
                <a:avLst/>
              </a:prstGeom>
              <a:solidFill>
                <a:srgbClr val="EEF0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795" name="Freeform 300">
                <a:extLst>
                  <a:ext uri="{FF2B5EF4-FFF2-40B4-BE49-F238E27FC236}">
                    <a16:creationId xmlns:a16="http://schemas.microsoft.com/office/drawing/2014/main" id="{2349D00D-7964-4BAD-9488-ABB8F39BED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7" y="1635"/>
                <a:ext cx="18" cy="112"/>
              </a:xfrm>
              <a:custGeom>
                <a:avLst/>
                <a:gdLst>
                  <a:gd name="T0" fmla="*/ 47 w 11"/>
                  <a:gd name="T1" fmla="*/ 303 h 68"/>
                  <a:gd name="T2" fmla="*/ 34 w 11"/>
                  <a:gd name="T3" fmla="*/ 0 h 68"/>
                  <a:gd name="T4" fmla="*/ 0 w 11"/>
                  <a:gd name="T5" fmla="*/ 138 h 68"/>
                  <a:gd name="T6" fmla="*/ 47 w 11"/>
                  <a:gd name="T7" fmla="*/ 303 h 6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68">
                    <a:moveTo>
                      <a:pt x="11" y="68"/>
                    </a:moveTo>
                    <a:cubicBezTo>
                      <a:pt x="11" y="49"/>
                      <a:pt x="9" y="22"/>
                      <a:pt x="8" y="0"/>
                    </a:cubicBezTo>
                    <a:cubicBezTo>
                      <a:pt x="3" y="9"/>
                      <a:pt x="0" y="20"/>
                      <a:pt x="0" y="31"/>
                    </a:cubicBezTo>
                    <a:cubicBezTo>
                      <a:pt x="0" y="45"/>
                      <a:pt x="4" y="57"/>
                      <a:pt x="11" y="68"/>
                    </a:cubicBezTo>
                    <a:close/>
                  </a:path>
                </a:pathLst>
              </a:custGeom>
              <a:solidFill>
                <a:srgbClr val="B0C5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796" name="Freeform 301">
                <a:extLst>
                  <a:ext uri="{FF2B5EF4-FFF2-40B4-BE49-F238E27FC236}">
                    <a16:creationId xmlns:a16="http://schemas.microsoft.com/office/drawing/2014/main" id="{F1FB9E5F-1625-44DF-A0E5-2779E683E8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7" y="1853"/>
                <a:ext cx="83" cy="178"/>
              </a:xfrm>
              <a:custGeom>
                <a:avLst/>
                <a:gdLst>
                  <a:gd name="T0" fmla="*/ 229 w 50"/>
                  <a:gd name="T1" fmla="*/ 193 h 108"/>
                  <a:gd name="T2" fmla="*/ 154 w 50"/>
                  <a:gd name="T3" fmla="*/ 0 h 108"/>
                  <a:gd name="T4" fmla="*/ 138 w 50"/>
                  <a:gd name="T5" fmla="*/ 134 h 108"/>
                  <a:gd name="T6" fmla="*/ 141 w 50"/>
                  <a:gd name="T7" fmla="*/ 193 h 108"/>
                  <a:gd name="T8" fmla="*/ 46 w 50"/>
                  <a:gd name="T9" fmla="*/ 374 h 108"/>
                  <a:gd name="T10" fmla="*/ 22 w 50"/>
                  <a:gd name="T11" fmla="*/ 420 h 108"/>
                  <a:gd name="T12" fmla="*/ 0 w 50"/>
                  <a:gd name="T13" fmla="*/ 483 h 108"/>
                  <a:gd name="T14" fmla="*/ 229 w 50"/>
                  <a:gd name="T15" fmla="*/ 193 h 10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0" h="108">
                    <a:moveTo>
                      <a:pt x="50" y="43"/>
                    </a:moveTo>
                    <a:cubicBezTo>
                      <a:pt x="50" y="27"/>
                      <a:pt x="44" y="12"/>
                      <a:pt x="34" y="0"/>
                    </a:cubicBezTo>
                    <a:cubicBezTo>
                      <a:pt x="33" y="12"/>
                      <a:pt x="32" y="21"/>
                      <a:pt x="30" y="30"/>
                    </a:cubicBezTo>
                    <a:cubicBezTo>
                      <a:pt x="31" y="35"/>
                      <a:pt x="31" y="39"/>
                      <a:pt x="31" y="43"/>
                    </a:cubicBezTo>
                    <a:cubicBezTo>
                      <a:pt x="31" y="60"/>
                      <a:pt x="23" y="75"/>
                      <a:pt x="10" y="84"/>
                    </a:cubicBezTo>
                    <a:cubicBezTo>
                      <a:pt x="8" y="88"/>
                      <a:pt x="6" y="91"/>
                      <a:pt x="5" y="94"/>
                    </a:cubicBezTo>
                    <a:cubicBezTo>
                      <a:pt x="3" y="99"/>
                      <a:pt x="1" y="104"/>
                      <a:pt x="0" y="108"/>
                    </a:cubicBezTo>
                    <a:cubicBezTo>
                      <a:pt x="28" y="101"/>
                      <a:pt x="50" y="75"/>
                      <a:pt x="50" y="43"/>
                    </a:cubicBezTo>
                    <a:close/>
                  </a:path>
                </a:pathLst>
              </a:custGeom>
              <a:solidFill>
                <a:srgbClr val="B0C5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797" name="Freeform 302">
                <a:extLst>
                  <a:ext uri="{FF2B5EF4-FFF2-40B4-BE49-F238E27FC236}">
                    <a16:creationId xmlns:a16="http://schemas.microsoft.com/office/drawing/2014/main" id="{B10B36F8-F5D0-43C8-B904-1B2F5B4022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3" y="1903"/>
                <a:ext cx="35" cy="89"/>
              </a:xfrm>
              <a:custGeom>
                <a:avLst/>
                <a:gdLst>
                  <a:gd name="T0" fmla="*/ 97 w 21"/>
                  <a:gd name="T1" fmla="*/ 58 h 54"/>
                  <a:gd name="T2" fmla="*/ 92 w 21"/>
                  <a:gd name="T3" fmla="*/ 0 h 54"/>
                  <a:gd name="T4" fmla="*/ 0 w 21"/>
                  <a:gd name="T5" fmla="*/ 242 h 54"/>
                  <a:gd name="T6" fmla="*/ 97 w 21"/>
                  <a:gd name="T7" fmla="*/ 58 h 5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54">
                    <a:moveTo>
                      <a:pt x="21" y="13"/>
                    </a:moveTo>
                    <a:cubicBezTo>
                      <a:pt x="21" y="9"/>
                      <a:pt x="21" y="5"/>
                      <a:pt x="20" y="0"/>
                    </a:cubicBezTo>
                    <a:cubicBezTo>
                      <a:pt x="14" y="25"/>
                      <a:pt x="6" y="41"/>
                      <a:pt x="0" y="54"/>
                    </a:cubicBezTo>
                    <a:cubicBezTo>
                      <a:pt x="13" y="45"/>
                      <a:pt x="21" y="30"/>
                      <a:pt x="21" y="13"/>
                    </a:cubicBezTo>
                    <a:close/>
                  </a:path>
                </a:pathLst>
              </a:custGeom>
              <a:solidFill>
                <a:srgbClr val="D4E0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798" name="Freeform 303">
                <a:extLst>
                  <a:ext uri="{FF2B5EF4-FFF2-40B4-BE49-F238E27FC236}">
                    <a16:creationId xmlns:a16="http://schemas.microsoft.com/office/drawing/2014/main" id="{10E970BD-C00B-4542-91D3-69AA5F9B006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810" y="1813"/>
                <a:ext cx="224" cy="223"/>
              </a:xfrm>
              <a:custGeom>
                <a:avLst/>
                <a:gdLst>
                  <a:gd name="T0" fmla="*/ 305 w 135"/>
                  <a:gd name="T1" fmla="*/ 0 h 135"/>
                  <a:gd name="T2" fmla="*/ 0 w 135"/>
                  <a:gd name="T3" fmla="*/ 302 h 135"/>
                  <a:gd name="T4" fmla="*/ 305 w 135"/>
                  <a:gd name="T5" fmla="*/ 608 h 135"/>
                  <a:gd name="T6" fmla="*/ 617 w 135"/>
                  <a:gd name="T7" fmla="*/ 302 h 135"/>
                  <a:gd name="T8" fmla="*/ 305 w 135"/>
                  <a:gd name="T9" fmla="*/ 0 h 135"/>
                  <a:gd name="T10" fmla="*/ 305 w 135"/>
                  <a:gd name="T11" fmla="*/ 524 h 135"/>
                  <a:gd name="T12" fmla="*/ 88 w 135"/>
                  <a:gd name="T13" fmla="*/ 302 h 135"/>
                  <a:gd name="T14" fmla="*/ 305 w 135"/>
                  <a:gd name="T15" fmla="*/ 83 h 135"/>
                  <a:gd name="T16" fmla="*/ 529 w 135"/>
                  <a:gd name="T17" fmla="*/ 302 h 135"/>
                  <a:gd name="T18" fmla="*/ 305 w 135"/>
                  <a:gd name="T19" fmla="*/ 524 h 13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35" h="135">
                    <a:moveTo>
                      <a:pt x="67" y="0"/>
                    </a:moveTo>
                    <a:cubicBezTo>
                      <a:pt x="30" y="0"/>
                      <a:pt x="0" y="30"/>
                      <a:pt x="0" y="67"/>
                    </a:cubicBezTo>
                    <a:cubicBezTo>
                      <a:pt x="0" y="105"/>
                      <a:pt x="30" y="135"/>
                      <a:pt x="67" y="135"/>
                    </a:cubicBezTo>
                    <a:cubicBezTo>
                      <a:pt x="105" y="135"/>
                      <a:pt x="135" y="105"/>
                      <a:pt x="135" y="67"/>
                    </a:cubicBezTo>
                    <a:cubicBezTo>
                      <a:pt x="135" y="30"/>
                      <a:pt x="105" y="0"/>
                      <a:pt x="67" y="0"/>
                    </a:cubicBezTo>
                    <a:close/>
                    <a:moveTo>
                      <a:pt x="67" y="116"/>
                    </a:moveTo>
                    <a:cubicBezTo>
                      <a:pt x="40" y="116"/>
                      <a:pt x="19" y="94"/>
                      <a:pt x="19" y="67"/>
                    </a:cubicBezTo>
                    <a:cubicBezTo>
                      <a:pt x="19" y="40"/>
                      <a:pt x="40" y="18"/>
                      <a:pt x="67" y="18"/>
                    </a:cubicBezTo>
                    <a:cubicBezTo>
                      <a:pt x="94" y="18"/>
                      <a:pt x="116" y="40"/>
                      <a:pt x="116" y="67"/>
                    </a:cubicBezTo>
                    <a:cubicBezTo>
                      <a:pt x="116" y="94"/>
                      <a:pt x="94" y="116"/>
                      <a:pt x="67" y="116"/>
                    </a:cubicBezTo>
                    <a:close/>
                  </a:path>
                </a:pathLst>
              </a:custGeom>
              <a:solidFill>
                <a:srgbClr val="B0C5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799" name="Freeform 304">
                <a:extLst>
                  <a:ext uri="{FF2B5EF4-FFF2-40B4-BE49-F238E27FC236}">
                    <a16:creationId xmlns:a16="http://schemas.microsoft.com/office/drawing/2014/main" id="{242AC890-6E37-45A6-975A-C18F3DF75C6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841" y="1843"/>
                <a:ext cx="161" cy="162"/>
              </a:xfrm>
              <a:custGeom>
                <a:avLst/>
                <a:gdLst>
                  <a:gd name="T0" fmla="*/ 221 w 97"/>
                  <a:gd name="T1" fmla="*/ 0 h 98"/>
                  <a:gd name="T2" fmla="*/ 0 w 97"/>
                  <a:gd name="T3" fmla="*/ 222 h 98"/>
                  <a:gd name="T4" fmla="*/ 221 w 97"/>
                  <a:gd name="T5" fmla="*/ 443 h 98"/>
                  <a:gd name="T6" fmla="*/ 443 w 97"/>
                  <a:gd name="T7" fmla="*/ 222 h 98"/>
                  <a:gd name="T8" fmla="*/ 221 w 97"/>
                  <a:gd name="T9" fmla="*/ 0 h 98"/>
                  <a:gd name="T10" fmla="*/ 221 w 97"/>
                  <a:gd name="T11" fmla="*/ 344 h 98"/>
                  <a:gd name="T12" fmla="*/ 101 w 97"/>
                  <a:gd name="T13" fmla="*/ 222 h 98"/>
                  <a:gd name="T14" fmla="*/ 221 w 97"/>
                  <a:gd name="T15" fmla="*/ 104 h 98"/>
                  <a:gd name="T16" fmla="*/ 342 w 97"/>
                  <a:gd name="T17" fmla="*/ 222 h 98"/>
                  <a:gd name="T18" fmla="*/ 221 w 97"/>
                  <a:gd name="T19" fmla="*/ 344 h 9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97" h="98">
                    <a:moveTo>
                      <a:pt x="48" y="0"/>
                    </a:moveTo>
                    <a:cubicBezTo>
                      <a:pt x="21" y="0"/>
                      <a:pt x="0" y="22"/>
                      <a:pt x="0" y="49"/>
                    </a:cubicBezTo>
                    <a:cubicBezTo>
                      <a:pt x="0" y="76"/>
                      <a:pt x="21" y="98"/>
                      <a:pt x="48" y="98"/>
                    </a:cubicBezTo>
                    <a:cubicBezTo>
                      <a:pt x="75" y="98"/>
                      <a:pt x="97" y="76"/>
                      <a:pt x="97" y="49"/>
                    </a:cubicBezTo>
                    <a:cubicBezTo>
                      <a:pt x="97" y="22"/>
                      <a:pt x="75" y="0"/>
                      <a:pt x="48" y="0"/>
                    </a:cubicBezTo>
                    <a:close/>
                    <a:moveTo>
                      <a:pt x="48" y="76"/>
                    </a:moveTo>
                    <a:cubicBezTo>
                      <a:pt x="34" y="76"/>
                      <a:pt x="22" y="64"/>
                      <a:pt x="22" y="49"/>
                    </a:cubicBezTo>
                    <a:cubicBezTo>
                      <a:pt x="22" y="35"/>
                      <a:pt x="34" y="23"/>
                      <a:pt x="48" y="23"/>
                    </a:cubicBezTo>
                    <a:cubicBezTo>
                      <a:pt x="63" y="23"/>
                      <a:pt x="75" y="35"/>
                      <a:pt x="75" y="49"/>
                    </a:cubicBezTo>
                    <a:cubicBezTo>
                      <a:pt x="75" y="64"/>
                      <a:pt x="63" y="76"/>
                      <a:pt x="48" y="76"/>
                    </a:cubicBezTo>
                    <a:close/>
                  </a:path>
                </a:pathLst>
              </a:custGeom>
              <a:solidFill>
                <a:srgbClr val="D4E0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800" name="Oval 305">
                <a:extLst>
                  <a:ext uri="{FF2B5EF4-FFF2-40B4-BE49-F238E27FC236}">
                    <a16:creationId xmlns:a16="http://schemas.microsoft.com/office/drawing/2014/main" id="{7161E8F6-01E0-4D55-A5AB-78767099D9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78" y="1881"/>
                <a:ext cx="88" cy="88"/>
              </a:xfrm>
              <a:prstGeom prst="ellipse">
                <a:avLst/>
              </a:prstGeom>
              <a:solidFill>
                <a:srgbClr val="EEF0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801" name="Freeform 306">
                <a:extLst>
                  <a:ext uri="{FF2B5EF4-FFF2-40B4-BE49-F238E27FC236}">
                    <a16:creationId xmlns:a16="http://schemas.microsoft.com/office/drawing/2014/main" id="{1E7A7552-EBDA-40AD-AAB5-F756BCFB795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053" y="1813"/>
                <a:ext cx="224" cy="223"/>
              </a:xfrm>
              <a:custGeom>
                <a:avLst/>
                <a:gdLst>
                  <a:gd name="T0" fmla="*/ 305 w 135"/>
                  <a:gd name="T1" fmla="*/ 608 h 135"/>
                  <a:gd name="T2" fmla="*/ 617 w 135"/>
                  <a:gd name="T3" fmla="*/ 302 h 135"/>
                  <a:gd name="T4" fmla="*/ 305 w 135"/>
                  <a:gd name="T5" fmla="*/ 0 h 135"/>
                  <a:gd name="T6" fmla="*/ 0 w 135"/>
                  <a:gd name="T7" fmla="*/ 302 h 135"/>
                  <a:gd name="T8" fmla="*/ 305 w 135"/>
                  <a:gd name="T9" fmla="*/ 608 h 135"/>
                  <a:gd name="T10" fmla="*/ 305 w 135"/>
                  <a:gd name="T11" fmla="*/ 83 h 135"/>
                  <a:gd name="T12" fmla="*/ 529 w 135"/>
                  <a:gd name="T13" fmla="*/ 302 h 135"/>
                  <a:gd name="T14" fmla="*/ 305 w 135"/>
                  <a:gd name="T15" fmla="*/ 524 h 135"/>
                  <a:gd name="T16" fmla="*/ 88 w 135"/>
                  <a:gd name="T17" fmla="*/ 302 h 135"/>
                  <a:gd name="T18" fmla="*/ 305 w 135"/>
                  <a:gd name="T19" fmla="*/ 83 h 13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35" h="135">
                    <a:moveTo>
                      <a:pt x="67" y="135"/>
                    </a:moveTo>
                    <a:cubicBezTo>
                      <a:pt x="105" y="135"/>
                      <a:pt x="135" y="105"/>
                      <a:pt x="135" y="67"/>
                    </a:cubicBezTo>
                    <a:cubicBezTo>
                      <a:pt x="135" y="30"/>
                      <a:pt x="105" y="0"/>
                      <a:pt x="67" y="0"/>
                    </a:cubicBezTo>
                    <a:cubicBezTo>
                      <a:pt x="30" y="0"/>
                      <a:pt x="0" y="30"/>
                      <a:pt x="0" y="67"/>
                    </a:cubicBezTo>
                    <a:cubicBezTo>
                      <a:pt x="0" y="105"/>
                      <a:pt x="30" y="135"/>
                      <a:pt x="67" y="135"/>
                    </a:cubicBezTo>
                    <a:close/>
                    <a:moveTo>
                      <a:pt x="67" y="18"/>
                    </a:moveTo>
                    <a:cubicBezTo>
                      <a:pt x="95" y="18"/>
                      <a:pt x="116" y="40"/>
                      <a:pt x="116" y="67"/>
                    </a:cubicBezTo>
                    <a:cubicBezTo>
                      <a:pt x="116" y="94"/>
                      <a:pt x="95" y="116"/>
                      <a:pt x="67" y="116"/>
                    </a:cubicBezTo>
                    <a:cubicBezTo>
                      <a:pt x="40" y="116"/>
                      <a:pt x="19" y="94"/>
                      <a:pt x="19" y="67"/>
                    </a:cubicBezTo>
                    <a:cubicBezTo>
                      <a:pt x="19" y="40"/>
                      <a:pt x="40" y="18"/>
                      <a:pt x="67" y="18"/>
                    </a:cubicBezTo>
                    <a:close/>
                  </a:path>
                </a:pathLst>
              </a:custGeom>
              <a:solidFill>
                <a:srgbClr val="B0C5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802" name="Freeform 307">
                <a:extLst>
                  <a:ext uri="{FF2B5EF4-FFF2-40B4-BE49-F238E27FC236}">
                    <a16:creationId xmlns:a16="http://schemas.microsoft.com/office/drawing/2014/main" id="{D8C7CF03-6694-4199-A361-97F4C9DF0AC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085" y="1843"/>
                <a:ext cx="161" cy="162"/>
              </a:xfrm>
              <a:custGeom>
                <a:avLst/>
                <a:gdLst>
                  <a:gd name="T0" fmla="*/ 221 w 97"/>
                  <a:gd name="T1" fmla="*/ 443 h 98"/>
                  <a:gd name="T2" fmla="*/ 443 w 97"/>
                  <a:gd name="T3" fmla="*/ 222 h 98"/>
                  <a:gd name="T4" fmla="*/ 221 w 97"/>
                  <a:gd name="T5" fmla="*/ 0 h 98"/>
                  <a:gd name="T6" fmla="*/ 0 w 97"/>
                  <a:gd name="T7" fmla="*/ 222 h 98"/>
                  <a:gd name="T8" fmla="*/ 221 w 97"/>
                  <a:gd name="T9" fmla="*/ 443 h 98"/>
                  <a:gd name="T10" fmla="*/ 221 w 97"/>
                  <a:gd name="T11" fmla="*/ 104 h 98"/>
                  <a:gd name="T12" fmla="*/ 342 w 97"/>
                  <a:gd name="T13" fmla="*/ 222 h 98"/>
                  <a:gd name="T14" fmla="*/ 221 w 97"/>
                  <a:gd name="T15" fmla="*/ 344 h 98"/>
                  <a:gd name="T16" fmla="*/ 101 w 97"/>
                  <a:gd name="T17" fmla="*/ 222 h 98"/>
                  <a:gd name="T18" fmla="*/ 221 w 97"/>
                  <a:gd name="T19" fmla="*/ 104 h 9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97" h="98">
                    <a:moveTo>
                      <a:pt x="48" y="98"/>
                    </a:moveTo>
                    <a:cubicBezTo>
                      <a:pt x="76" y="98"/>
                      <a:pt x="97" y="76"/>
                      <a:pt x="97" y="49"/>
                    </a:cubicBezTo>
                    <a:cubicBezTo>
                      <a:pt x="97" y="22"/>
                      <a:pt x="76" y="0"/>
                      <a:pt x="48" y="0"/>
                    </a:cubicBezTo>
                    <a:cubicBezTo>
                      <a:pt x="21" y="0"/>
                      <a:pt x="0" y="22"/>
                      <a:pt x="0" y="49"/>
                    </a:cubicBezTo>
                    <a:cubicBezTo>
                      <a:pt x="0" y="76"/>
                      <a:pt x="21" y="98"/>
                      <a:pt x="48" y="98"/>
                    </a:cubicBezTo>
                    <a:close/>
                    <a:moveTo>
                      <a:pt x="48" y="23"/>
                    </a:moveTo>
                    <a:cubicBezTo>
                      <a:pt x="63" y="23"/>
                      <a:pt x="75" y="35"/>
                      <a:pt x="75" y="49"/>
                    </a:cubicBezTo>
                    <a:cubicBezTo>
                      <a:pt x="75" y="64"/>
                      <a:pt x="63" y="76"/>
                      <a:pt x="48" y="76"/>
                    </a:cubicBezTo>
                    <a:cubicBezTo>
                      <a:pt x="34" y="76"/>
                      <a:pt x="22" y="64"/>
                      <a:pt x="22" y="49"/>
                    </a:cubicBezTo>
                    <a:cubicBezTo>
                      <a:pt x="22" y="35"/>
                      <a:pt x="34" y="23"/>
                      <a:pt x="48" y="23"/>
                    </a:cubicBezTo>
                    <a:close/>
                  </a:path>
                </a:pathLst>
              </a:custGeom>
              <a:solidFill>
                <a:srgbClr val="D4E0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803" name="Oval 308">
                <a:extLst>
                  <a:ext uri="{FF2B5EF4-FFF2-40B4-BE49-F238E27FC236}">
                    <a16:creationId xmlns:a16="http://schemas.microsoft.com/office/drawing/2014/main" id="{2FEAE098-388C-4374-AC08-1B1661BE2A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21" y="1881"/>
                <a:ext cx="88" cy="88"/>
              </a:xfrm>
              <a:prstGeom prst="ellipse">
                <a:avLst/>
              </a:prstGeom>
              <a:solidFill>
                <a:srgbClr val="EEF0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804" name="Freeform 309">
                <a:extLst>
                  <a:ext uri="{FF2B5EF4-FFF2-40B4-BE49-F238E27FC236}">
                    <a16:creationId xmlns:a16="http://schemas.microsoft.com/office/drawing/2014/main" id="{21E70BB1-259C-41C3-9AE4-F8A894FDFE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7" y="1858"/>
                <a:ext cx="85" cy="175"/>
              </a:xfrm>
              <a:custGeom>
                <a:avLst/>
                <a:gdLst>
                  <a:gd name="T0" fmla="*/ 237 w 51"/>
                  <a:gd name="T1" fmla="*/ 477 h 106"/>
                  <a:gd name="T2" fmla="*/ 188 w 51"/>
                  <a:gd name="T3" fmla="*/ 365 h 106"/>
                  <a:gd name="T4" fmla="*/ 88 w 51"/>
                  <a:gd name="T5" fmla="*/ 180 h 106"/>
                  <a:gd name="T6" fmla="*/ 92 w 51"/>
                  <a:gd name="T7" fmla="*/ 130 h 106"/>
                  <a:gd name="T8" fmla="*/ 63 w 51"/>
                  <a:gd name="T9" fmla="*/ 0 h 106"/>
                  <a:gd name="T10" fmla="*/ 0 w 51"/>
                  <a:gd name="T11" fmla="*/ 180 h 106"/>
                  <a:gd name="T12" fmla="*/ 237 w 51"/>
                  <a:gd name="T13" fmla="*/ 477 h 10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1" h="106">
                    <a:moveTo>
                      <a:pt x="51" y="106"/>
                    </a:moveTo>
                    <a:cubicBezTo>
                      <a:pt x="48" y="95"/>
                      <a:pt x="44" y="87"/>
                      <a:pt x="41" y="81"/>
                    </a:cubicBezTo>
                    <a:cubicBezTo>
                      <a:pt x="28" y="73"/>
                      <a:pt x="19" y="58"/>
                      <a:pt x="19" y="40"/>
                    </a:cubicBezTo>
                    <a:cubicBezTo>
                      <a:pt x="19" y="36"/>
                      <a:pt x="19" y="33"/>
                      <a:pt x="20" y="29"/>
                    </a:cubicBezTo>
                    <a:cubicBezTo>
                      <a:pt x="17" y="19"/>
                      <a:pt x="15" y="9"/>
                      <a:pt x="14" y="0"/>
                    </a:cubicBezTo>
                    <a:cubicBezTo>
                      <a:pt x="5" y="11"/>
                      <a:pt x="0" y="25"/>
                      <a:pt x="0" y="40"/>
                    </a:cubicBezTo>
                    <a:cubicBezTo>
                      <a:pt x="0" y="72"/>
                      <a:pt x="22" y="98"/>
                      <a:pt x="51" y="106"/>
                    </a:cubicBezTo>
                    <a:close/>
                  </a:path>
                </a:pathLst>
              </a:custGeom>
              <a:solidFill>
                <a:srgbClr val="B0C5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805" name="Freeform 310">
                <a:extLst>
                  <a:ext uri="{FF2B5EF4-FFF2-40B4-BE49-F238E27FC236}">
                    <a16:creationId xmlns:a16="http://schemas.microsoft.com/office/drawing/2014/main" id="{499D7CC2-FF5A-4F59-B9F1-71D16A85A1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9" y="1906"/>
                <a:ext cx="36" cy="86"/>
              </a:xfrm>
              <a:custGeom>
                <a:avLst/>
                <a:gdLst>
                  <a:gd name="T0" fmla="*/ 97 w 22"/>
                  <a:gd name="T1" fmla="*/ 235 h 52"/>
                  <a:gd name="T2" fmla="*/ 83 w 22"/>
                  <a:gd name="T3" fmla="*/ 213 h 52"/>
                  <a:gd name="T4" fmla="*/ 5 w 22"/>
                  <a:gd name="T5" fmla="*/ 0 h 52"/>
                  <a:gd name="T6" fmla="*/ 0 w 22"/>
                  <a:gd name="T7" fmla="*/ 50 h 52"/>
                  <a:gd name="T8" fmla="*/ 97 w 22"/>
                  <a:gd name="T9" fmla="*/ 235 h 5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52">
                    <a:moveTo>
                      <a:pt x="22" y="52"/>
                    </a:moveTo>
                    <a:cubicBezTo>
                      <a:pt x="21" y="51"/>
                      <a:pt x="20" y="49"/>
                      <a:pt x="19" y="47"/>
                    </a:cubicBezTo>
                    <a:cubicBezTo>
                      <a:pt x="12" y="35"/>
                      <a:pt x="6" y="18"/>
                      <a:pt x="1" y="0"/>
                    </a:cubicBezTo>
                    <a:cubicBezTo>
                      <a:pt x="0" y="4"/>
                      <a:pt x="0" y="7"/>
                      <a:pt x="0" y="11"/>
                    </a:cubicBezTo>
                    <a:cubicBezTo>
                      <a:pt x="0" y="29"/>
                      <a:pt x="9" y="44"/>
                      <a:pt x="22" y="52"/>
                    </a:cubicBezTo>
                    <a:close/>
                  </a:path>
                </a:pathLst>
              </a:custGeom>
              <a:solidFill>
                <a:srgbClr val="D4E0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806" name="Freeform 311">
                <a:extLst>
                  <a:ext uri="{FF2B5EF4-FFF2-40B4-BE49-F238E27FC236}">
                    <a16:creationId xmlns:a16="http://schemas.microsoft.com/office/drawing/2014/main" id="{95E10121-805B-4947-B2B5-33C9F77BE9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4" y="2055"/>
                <a:ext cx="116" cy="219"/>
              </a:xfrm>
              <a:custGeom>
                <a:avLst/>
                <a:gdLst>
                  <a:gd name="T0" fmla="*/ 318 w 70"/>
                  <a:gd name="T1" fmla="*/ 295 h 133"/>
                  <a:gd name="T2" fmla="*/ 68 w 70"/>
                  <a:gd name="T3" fmla="*/ 0 h 133"/>
                  <a:gd name="T4" fmla="*/ 46 w 70"/>
                  <a:gd name="T5" fmla="*/ 76 h 133"/>
                  <a:gd name="T6" fmla="*/ 234 w 70"/>
                  <a:gd name="T7" fmla="*/ 295 h 133"/>
                  <a:gd name="T8" fmla="*/ 8 w 70"/>
                  <a:gd name="T9" fmla="*/ 512 h 133"/>
                  <a:gd name="T10" fmla="*/ 0 w 70"/>
                  <a:gd name="T11" fmla="*/ 510 h 133"/>
                  <a:gd name="T12" fmla="*/ 0 w 70"/>
                  <a:gd name="T13" fmla="*/ 594 h 133"/>
                  <a:gd name="T14" fmla="*/ 8 w 70"/>
                  <a:gd name="T15" fmla="*/ 594 h 133"/>
                  <a:gd name="T16" fmla="*/ 318 w 70"/>
                  <a:gd name="T17" fmla="*/ 295 h 13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0" h="133">
                    <a:moveTo>
                      <a:pt x="70" y="66"/>
                    </a:moveTo>
                    <a:cubicBezTo>
                      <a:pt x="70" y="33"/>
                      <a:pt x="46" y="6"/>
                      <a:pt x="15" y="0"/>
                    </a:cubicBezTo>
                    <a:cubicBezTo>
                      <a:pt x="13" y="5"/>
                      <a:pt x="12" y="11"/>
                      <a:pt x="10" y="17"/>
                    </a:cubicBezTo>
                    <a:cubicBezTo>
                      <a:pt x="34" y="21"/>
                      <a:pt x="51" y="41"/>
                      <a:pt x="51" y="66"/>
                    </a:cubicBezTo>
                    <a:cubicBezTo>
                      <a:pt x="51" y="93"/>
                      <a:pt x="29" y="115"/>
                      <a:pt x="2" y="115"/>
                    </a:cubicBezTo>
                    <a:cubicBezTo>
                      <a:pt x="1" y="115"/>
                      <a:pt x="1" y="114"/>
                      <a:pt x="0" y="114"/>
                    </a:cubicBezTo>
                    <a:cubicBezTo>
                      <a:pt x="0" y="121"/>
                      <a:pt x="0" y="127"/>
                      <a:pt x="0" y="133"/>
                    </a:cubicBezTo>
                    <a:cubicBezTo>
                      <a:pt x="1" y="133"/>
                      <a:pt x="2" y="133"/>
                      <a:pt x="2" y="133"/>
                    </a:cubicBezTo>
                    <a:cubicBezTo>
                      <a:pt x="40" y="133"/>
                      <a:pt x="70" y="103"/>
                      <a:pt x="70" y="66"/>
                    </a:cubicBezTo>
                    <a:close/>
                  </a:path>
                </a:pathLst>
              </a:custGeom>
              <a:solidFill>
                <a:srgbClr val="B0C5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807" name="Freeform 312">
                <a:extLst>
                  <a:ext uri="{FF2B5EF4-FFF2-40B4-BE49-F238E27FC236}">
                    <a16:creationId xmlns:a16="http://schemas.microsoft.com/office/drawing/2014/main" id="{9EB85263-97E1-4377-95E9-A3A8B63ACB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4" y="2083"/>
                <a:ext cx="84" cy="161"/>
              </a:xfrm>
              <a:custGeom>
                <a:avLst/>
                <a:gdLst>
                  <a:gd name="T0" fmla="*/ 227 w 51"/>
                  <a:gd name="T1" fmla="*/ 219 h 98"/>
                  <a:gd name="T2" fmla="*/ 43 w 51"/>
                  <a:gd name="T3" fmla="*/ 0 h 98"/>
                  <a:gd name="T4" fmla="*/ 26 w 51"/>
                  <a:gd name="T5" fmla="*/ 102 h 98"/>
                  <a:gd name="T6" fmla="*/ 130 w 51"/>
                  <a:gd name="T7" fmla="*/ 219 h 98"/>
                  <a:gd name="T8" fmla="*/ 8 w 51"/>
                  <a:gd name="T9" fmla="*/ 332 h 98"/>
                  <a:gd name="T10" fmla="*/ 0 w 51"/>
                  <a:gd name="T11" fmla="*/ 332 h 98"/>
                  <a:gd name="T12" fmla="*/ 0 w 51"/>
                  <a:gd name="T13" fmla="*/ 429 h 98"/>
                  <a:gd name="T14" fmla="*/ 8 w 51"/>
                  <a:gd name="T15" fmla="*/ 435 h 98"/>
                  <a:gd name="T16" fmla="*/ 227 w 51"/>
                  <a:gd name="T17" fmla="*/ 219 h 9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1" h="98">
                    <a:moveTo>
                      <a:pt x="51" y="49"/>
                    </a:moveTo>
                    <a:cubicBezTo>
                      <a:pt x="51" y="24"/>
                      <a:pt x="34" y="4"/>
                      <a:pt x="10" y="0"/>
                    </a:cubicBezTo>
                    <a:cubicBezTo>
                      <a:pt x="9" y="8"/>
                      <a:pt x="7" y="15"/>
                      <a:pt x="6" y="23"/>
                    </a:cubicBezTo>
                    <a:cubicBezTo>
                      <a:pt x="19" y="24"/>
                      <a:pt x="29" y="35"/>
                      <a:pt x="29" y="49"/>
                    </a:cubicBezTo>
                    <a:cubicBezTo>
                      <a:pt x="29" y="63"/>
                      <a:pt x="17" y="75"/>
                      <a:pt x="2" y="75"/>
                    </a:cubicBezTo>
                    <a:cubicBezTo>
                      <a:pt x="2" y="75"/>
                      <a:pt x="1" y="75"/>
                      <a:pt x="0" y="75"/>
                    </a:cubicBezTo>
                    <a:cubicBezTo>
                      <a:pt x="0" y="82"/>
                      <a:pt x="0" y="90"/>
                      <a:pt x="0" y="97"/>
                    </a:cubicBezTo>
                    <a:cubicBezTo>
                      <a:pt x="1" y="97"/>
                      <a:pt x="1" y="98"/>
                      <a:pt x="2" y="98"/>
                    </a:cubicBezTo>
                    <a:cubicBezTo>
                      <a:pt x="29" y="98"/>
                      <a:pt x="51" y="76"/>
                      <a:pt x="51" y="49"/>
                    </a:cubicBezTo>
                    <a:close/>
                  </a:path>
                </a:pathLst>
              </a:custGeom>
              <a:solidFill>
                <a:srgbClr val="D4E0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808" name="Freeform 313">
                <a:extLst>
                  <a:ext uri="{FF2B5EF4-FFF2-40B4-BE49-F238E27FC236}">
                    <a16:creationId xmlns:a16="http://schemas.microsoft.com/office/drawing/2014/main" id="{A292860F-6A3F-4A13-A70F-5A03A2F246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4" y="2121"/>
                <a:ext cx="48" cy="85"/>
              </a:xfrm>
              <a:custGeom>
                <a:avLst/>
                <a:gdLst>
                  <a:gd name="T0" fmla="*/ 131 w 29"/>
                  <a:gd name="T1" fmla="*/ 114 h 52"/>
                  <a:gd name="T2" fmla="*/ 28 w 29"/>
                  <a:gd name="T3" fmla="*/ 0 h 52"/>
                  <a:gd name="T4" fmla="*/ 0 w 29"/>
                  <a:gd name="T5" fmla="*/ 227 h 52"/>
                  <a:gd name="T6" fmla="*/ 8 w 29"/>
                  <a:gd name="T7" fmla="*/ 227 h 52"/>
                  <a:gd name="T8" fmla="*/ 131 w 29"/>
                  <a:gd name="T9" fmla="*/ 114 h 5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" h="52">
                    <a:moveTo>
                      <a:pt x="29" y="26"/>
                    </a:moveTo>
                    <a:cubicBezTo>
                      <a:pt x="29" y="12"/>
                      <a:pt x="19" y="1"/>
                      <a:pt x="6" y="0"/>
                    </a:cubicBezTo>
                    <a:cubicBezTo>
                      <a:pt x="3" y="17"/>
                      <a:pt x="1" y="34"/>
                      <a:pt x="0" y="52"/>
                    </a:cubicBezTo>
                    <a:cubicBezTo>
                      <a:pt x="1" y="52"/>
                      <a:pt x="2" y="52"/>
                      <a:pt x="2" y="52"/>
                    </a:cubicBezTo>
                    <a:cubicBezTo>
                      <a:pt x="17" y="52"/>
                      <a:pt x="29" y="40"/>
                      <a:pt x="29" y="26"/>
                    </a:cubicBezTo>
                    <a:close/>
                  </a:path>
                </a:pathLst>
              </a:custGeom>
              <a:solidFill>
                <a:srgbClr val="EEF0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809" name="Freeform 314">
                <a:extLst>
                  <a:ext uri="{FF2B5EF4-FFF2-40B4-BE49-F238E27FC236}">
                    <a16:creationId xmlns:a16="http://schemas.microsoft.com/office/drawing/2014/main" id="{60546255-46C9-43BA-8326-EF4196A6139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810" y="2051"/>
                <a:ext cx="224" cy="223"/>
              </a:xfrm>
              <a:custGeom>
                <a:avLst/>
                <a:gdLst>
                  <a:gd name="T0" fmla="*/ 305 w 135"/>
                  <a:gd name="T1" fmla="*/ 0 h 135"/>
                  <a:gd name="T2" fmla="*/ 0 w 135"/>
                  <a:gd name="T3" fmla="*/ 306 h 135"/>
                  <a:gd name="T4" fmla="*/ 305 w 135"/>
                  <a:gd name="T5" fmla="*/ 608 h 135"/>
                  <a:gd name="T6" fmla="*/ 617 w 135"/>
                  <a:gd name="T7" fmla="*/ 306 h 135"/>
                  <a:gd name="T8" fmla="*/ 305 w 135"/>
                  <a:gd name="T9" fmla="*/ 0 h 135"/>
                  <a:gd name="T10" fmla="*/ 305 w 135"/>
                  <a:gd name="T11" fmla="*/ 527 h 135"/>
                  <a:gd name="T12" fmla="*/ 88 w 135"/>
                  <a:gd name="T13" fmla="*/ 306 h 135"/>
                  <a:gd name="T14" fmla="*/ 305 w 135"/>
                  <a:gd name="T15" fmla="*/ 84 h 135"/>
                  <a:gd name="T16" fmla="*/ 529 w 135"/>
                  <a:gd name="T17" fmla="*/ 306 h 135"/>
                  <a:gd name="T18" fmla="*/ 305 w 135"/>
                  <a:gd name="T19" fmla="*/ 527 h 13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35" h="135">
                    <a:moveTo>
                      <a:pt x="67" y="0"/>
                    </a:moveTo>
                    <a:cubicBezTo>
                      <a:pt x="30" y="0"/>
                      <a:pt x="0" y="30"/>
                      <a:pt x="0" y="68"/>
                    </a:cubicBezTo>
                    <a:cubicBezTo>
                      <a:pt x="0" y="105"/>
                      <a:pt x="30" y="135"/>
                      <a:pt x="67" y="135"/>
                    </a:cubicBezTo>
                    <a:cubicBezTo>
                      <a:pt x="105" y="135"/>
                      <a:pt x="135" y="105"/>
                      <a:pt x="135" y="68"/>
                    </a:cubicBezTo>
                    <a:cubicBezTo>
                      <a:pt x="135" y="30"/>
                      <a:pt x="105" y="0"/>
                      <a:pt x="67" y="0"/>
                    </a:cubicBezTo>
                    <a:close/>
                    <a:moveTo>
                      <a:pt x="67" y="117"/>
                    </a:moveTo>
                    <a:cubicBezTo>
                      <a:pt x="40" y="117"/>
                      <a:pt x="19" y="95"/>
                      <a:pt x="19" y="68"/>
                    </a:cubicBezTo>
                    <a:cubicBezTo>
                      <a:pt x="19" y="41"/>
                      <a:pt x="40" y="19"/>
                      <a:pt x="67" y="19"/>
                    </a:cubicBezTo>
                    <a:cubicBezTo>
                      <a:pt x="94" y="19"/>
                      <a:pt x="116" y="41"/>
                      <a:pt x="116" y="68"/>
                    </a:cubicBezTo>
                    <a:cubicBezTo>
                      <a:pt x="116" y="95"/>
                      <a:pt x="94" y="117"/>
                      <a:pt x="67" y="117"/>
                    </a:cubicBezTo>
                    <a:close/>
                  </a:path>
                </a:pathLst>
              </a:custGeom>
              <a:solidFill>
                <a:srgbClr val="B0C5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810" name="Freeform 315">
                <a:extLst>
                  <a:ext uri="{FF2B5EF4-FFF2-40B4-BE49-F238E27FC236}">
                    <a16:creationId xmlns:a16="http://schemas.microsoft.com/office/drawing/2014/main" id="{9247466F-4143-4D71-AA94-E6D2727E391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841" y="2083"/>
                <a:ext cx="161" cy="161"/>
              </a:xfrm>
              <a:custGeom>
                <a:avLst/>
                <a:gdLst>
                  <a:gd name="T0" fmla="*/ 221 w 97"/>
                  <a:gd name="T1" fmla="*/ 0 h 98"/>
                  <a:gd name="T2" fmla="*/ 0 w 97"/>
                  <a:gd name="T3" fmla="*/ 219 h 98"/>
                  <a:gd name="T4" fmla="*/ 221 w 97"/>
                  <a:gd name="T5" fmla="*/ 435 h 98"/>
                  <a:gd name="T6" fmla="*/ 443 w 97"/>
                  <a:gd name="T7" fmla="*/ 219 h 98"/>
                  <a:gd name="T8" fmla="*/ 221 w 97"/>
                  <a:gd name="T9" fmla="*/ 0 h 98"/>
                  <a:gd name="T10" fmla="*/ 221 w 97"/>
                  <a:gd name="T11" fmla="*/ 332 h 98"/>
                  <a:gd name="T12" fmla="*/ 101 w 97"/>
                  <a:gd name="T13" fmla="*/ 219 h 98"/>
                  <a:gd name="T14" fmla="*/ 221 w 97"/>
                  <a:gd name="T15" fmla="*/ 97 h 98"/>
                  <a:gd name="T16" fmla="*/ 342 w 97"/>
                  <a:gd name="T17" fmla="*/ 219 h 98"/>
                  <a:gd name="T18" fmla="*/ 221 w 97"/>
                  <a:gd name="T19" fmla="*/ 332 h 9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97" h="98">
                    <a:moveTo>
                      <a:pt x="48" y="0"/>
                    </a:moveTo>
                    <a:cubicBezTo>
                      <a:pt x="21" y="0"/>
                      <a:pt x="0" y="22"/>
                      <a:pt x="0" y="49"/>
                    </a:cubicBezTo>
                    <a:cubicBezTo>
                      <a:pt x="0" y="76"/>
                      <a:pt x="21" y="98"/>
                      <a:pt x="48" y="98"/>
                    </a:cubicBezTo>
                    <a:cubicBezTo>
                      <a:pt x="75" y="98"/>
                      <a:pt x="97" y="76"/>
                      <a:pt x="97" y="49"/>
                    </a:cubicBezTo>
                    <a:cubicBezTo>
                      <a:pt x="97" y="22"/>
                      <a:pt x="75" y="0"/>
                      <a:pt x="48" y="0"/>
                    </a:cubicBezTo>
                    <a:close/>
                    <a:moveTo>
                      <a:pt x="48" y="75"/>
                    </a:moveTo>
                    <a:cubicBezTo>
                      <a:pt x="34" y="75"/>
                      <a:pt x="22" y="63"/>
                      <a:pt x="22" y="49"/>
                    </a:cubicBezTo>
                    <a:cubicBezTo>
                      <a:pt x="22" y="34"/>
                      <a:pt x="34" y="22"/>
                      <a:pt x="48" y="22"/>
                    </a:cubicBezTo>
                    <a:cubicBezTo>
                      <a:pt x="63" y="22"/>
                      <a:pt x="75" y="34"/>
                      <a:pt x="75" y="49"/>
                    </a:cubicBezTo>
                    <a:cubicBezTo>
                      <a:pt x="75" y="63"/>
                      <a:pt x="63" y="75"/>
                      <a:pt x="48" y="75"/>
                    </a:cubicBezTo>
                    <a:close/>
                  </a:path>
                </a:pathLst>
              </a:custGeom>
              <a:solidFill>
                <a:srgbClr val="D4E0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811" name="Oval 316">
                <a:extLst>
                  <a:ext uri="{FF2B5EF4-FFF2-40B4-BE49-F238E27FC236}">
                    <a16:creationId xmlns:a16="http://schemas.microsoft.com/office/drawing/2014/main" id="{3D2C51F0-C87E-4FA3-B946-2CCD3F93AC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78" y="2119"/>
                <a:ext cx="88" cy="87"/>
              </a:xfrm>
              <a:prstGeom prst="ellipse">
                <a:avLst/>
              </a:prstGeom>
              <a:solidFill>
                <a:srgbClr val="EEF0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812" name="Freeform 317">
                <a:extLst>
                  <a:ext uri="{FF2B5EF4-FFF2-40B4-BE49-F238E27FC236}">
                    <a16:creationId xmlns:a16="http://schemas.microsoft.com/office/drawing/2014/main" id="{C4765EEB-7A83-4982-8FCC-D05E8A3A7AF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053" y="2051"/>
                <a:ext cx="224" cy="223"/>
              </a:xfrm>
              <a:custGeom>
                <a:avLst/>
                <a:gdLst>
                  <a:gd name="T0" fmla="*/ 305 w 135"/>
                  <a:gd name="T1" fmla="*/ 608 h 135"/>
                  <a:gd name="T2" fmla="*/ 617 w 135"/>
                  <a:gd name="T3" fmla="*/ 306 h 135"/>
                  <a:gd name="T4" fmla="*/ 305 w 135"/>
                  <a:gd name="T5" fmla="*/ 0 h 135"/>
                  <a:gd name="T6" fmla="*/ 0 w 135"/>
                  <a:gd name="T7" fmla="*/ 306 h 135"/>
                  <a:gd name="T8" fmla="*/ 305 w 135"/>
                  <a:gd name="T9" fmla="*/ 608 h 135"/>
                  <a:gd name="T10" fmla="*/ 305 w 135"/>
                  <a:gd name="T11" fmla="*/ 84 h 135"/>
                  <a:gd name="T12" fmla="*/ 529 w 135"/>
                  <a:gd name="T13" fmla="*/ 306 h 135"/>
                  <a:gd name="T14" fmla="*/ 305 w 135"/>
                  <a:gd name="T15" fmla="*/ 527 h 135"/>
                  <a:gd name="T16" fmla="*/ 88 w 135"/>
                  <a:gd name="T17" fmla="*/ 306 h 135"/>
                  <a:gd name="T18" fmla="*/ 305 w 135"/>
                  <a:gd name="T19" fmla="*/ 84 h 13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35" h="135">
                    <a:moveTo>
                      <a:pt x="67" y="135"/>
                    </a:moveTo>
                    <a:cubicBezTo>
                      <a:pt x="105" y="135"/>
                      <a:pt x="135" y="105"/>
                      <a:pt x="135" y="68"/>
                    </a:cubicBezTo>
                    <a:cubicBezTo>
                      <a:pt x="135" y="30"/>
                      <a:pt x="105" y="0"/>
                      <a:pt x="67" y="0"/>
                    </a:cubicBezTo>
                    <a:cubicBezTo>
                      <a:pt x="30" y="0"/>
                      <a:pt x="0" y="30"/>
                      <a:pt x="0" y="68"/>
                    </a:cubicBezTo>
                    <a:cubicBezTo>
                      <a:pt x="0" y="105"/>
                      <a:pt x="30" y="135"/>
                      <a:pt x="67" y="135"/>
                    </a:cubicBezTo>
                    <a:close/>
                    <a:moveTo>
                      <a:pt x="67" y="19"/>
                    </a:moveTo>
                    <a:cubicBezTo>
                      <a:pt x="95" y="19"/>
                      <a:pt x="116" y="41"/>
                      <a:pt x="116" y="68"/>
                    </a:cubicBezTo>
                    <a:cubicBezTo>
                      <a:pt x="116" y="95"/>
                      <a:pt x="95" y="117"/>
                      <a:pt x="67" y="117"/>
                    </a:cubicBezTo>
                    <a:cubicBezTo>
                      <a:pt x="40" y="117"/>
                      <a:pt x="19" y="95"/>
                      <a:pt x="19" y="68"/>
                    </a:cubicBezTo>
                    <a:cubicBezTo>
                      <a:pt x="19" y="41"/>
                      <a:pt x="40" y="19"/>
                      <a:pt x="67" y="19"/>
                    </a:cubicBezTo>
                    <a:close/>
                  </a:path>
                </a:pathLst>
              </a:custGeom>
              <a:solidFill>
                <a:srgbClr val="B0C5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813" name="Freeform 318">
                <a:extLst>
                  <a:ext uri="{FF2B5EF4-FFF2-40B4-BE49-F238E27FC236}">
                    <a16:creationId xmlns:a16="http://schemas.microsoft.com/office/drawing/2014/main" id="{B87F614C-E7D9-4566-9F79-A1DA87F5ED9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085" y="2083"/>
                <a:ext cx="161" cy="161"/>
              </a:xfrm>
              <a:custGeom>
                <a:avLst/>
                <a:gdLst>
                  <a:gd name="T0" fmla="*/ 221 w 97"/>
                  <a:gd name="T1" fmla="*/ 435 h 98"/>
                  <a:gd name="T2" fmla="*/ 443 w 97"/>
                  <a:gd name="T3" fmla="*/ 219 h 98"/>
                  <a:gd name="T4" fmla="*/ 221 w 97"/>
                  <a:gd name="T5" fmla="*/ 0 h 98"/>
                  <a:gd name="T6" fmla="*/ 0 w 97"/>
                  <a:gd name="T7" fmla="*/ 219 h 98"/>
                  <a:gd name="T8" fmla="*/ 221 w 97"/>
                  <a:gd name="T9" fmla="*/ 435 h 98"/>
                  <a:gd name="T10" fmla="*/ 221 w 97"/>
                  <a:gd name="T11" fmla="*/ 97 h 98"/>
                  <a:gd name="T12" fmla="*/ 342 w 97"/>
                  <a:gd name="T13" fmla="*/ 219 h 98"/>
                  <a:gd name="T14" fmla="*/ 221 w 97"/>
                  <a:gd name="T15" fmla="*/ 332 h 98"/>
                  <a:gd name="T16" fmla="*/ 101 w 97"/>
                  <a:gd name="T17" fmla="*/ 219 h 98"/>
                  <a:gd name="T18" fmla="*/ 221 w 97"/>
                  <a:gd name="T19" fmla="*/ 97 h 9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97" h="98">
                    <a:moveTo>
                      <a:pt x="48" y="98"/>
                    </a:moveTo>
                    <a:cubicBezTo>
                      <a:pt x="76" y="98"/>
                      <a:pt x="97" y="76"/>
                      <a:pt x="97" y="49"/>
                    </a:cubicBezTo>
                    <a:cubicBezTo>
                      <a:pt x="97" y="22"/>
                      <a:pt x="76" y="0"/>
                      <a:pt x="48" y="0"/>
                    </a:cubicBezTo>
                    <a:cubicBezTo>
                      <a:pt x="21" y="0"/>
                      <a:pt x="0" y="22"/>
                      <a:pt x="0" y="49"/>
                    </a:cubicBezTo>
                    <a:cubicBezTo>
                      <a:pt x="0" y="76"/>
                      <a:pt x="21" y="98"/>
                      <a:pt x="48" y="98"/>
                    </a:cubicBezTo>
                    <a:close/>
                    <a:moveTo>
                      <a:pt x="48" y="22"/>
                    </a:moveTo>
                    <a:cubicBezTo>
                      <a:pt x="63" y="22"/>
                      <a:pt x="75" y="34"/>
                      <a:pt x="75" y="49"/>
                    </a:cubicBezTo>
                    <a:cubicBezTo>
                      <a:pt x="75" y="63"/>
                      <a:pt x="63" y="75"/>
                      <a:pt x="48" y="75"/>
                    </a:cubicBezTo>
                    <a:cubicBezTo>
                      <a:pt x="34" y="75"/>
                      <a:pt x="22" y="63"/>
                      <a:pt x="22" y="49"/>
                    </a:cubicBezTo>
                    <a:cubicBezTo>
                      <a:pt x="22" y="34"/>
                      <a:pt x="34" y="22"/>
                      <a:pt x="48" y="22"/>
                    </a:cubicBezTo>
                    <a:close/>
                  </a:path>
                </a:pathLst>
              </a:custGeom>
              <a:solidFill>
                <a:srgbClr val="D4E0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814" name="Oval 319">
                <a:extLst>
                  <a:ext uri="{FF2B5EF4-FFF2-40B4-BE49-F238E27FC236}">
                    <a16:creationId xmlns:a16="http://schemas.microsoft.com/office/drawing/2014/main" id="{2A6F9E8D-E774-40F5-878A-5865C72B79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21" y="2119"/>
                <a:ext cx="88" cy="87"/>
              </a:xfrm>
              <a:prstGeom prst="ellipse">
                <a:avLst/>
              </a:prstGeom>
              <a:solidFill>
                <a:srgbClr val="EEF0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815" name="Freeform 320">
                <a:extLst>
                  <a:ext uri="{FF2B5EF4-FFF2-40B4-BE49-F238E27FC236}">
                    <a16:creationId xmlns:a16="http://schemas.microsoft.com/office/drawing/2014/main" id="{193EAAF5-E640-437C-817E-267E2D603F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7" y="2053"/>
                <a:ext cx="111" cy="221"/>
              </a:xfrm>
              <a:custGeom>
                <a:avLst/>
                <a:gdLst>
                  <a:gd name="T0" fmla="*/ 0 w 67"/>
                  <a:gd name="T1" fmla="*/ 302 h 134"/>
                  <a:gd name="T2" fmla="*/ 305 w 67"/>
                  <a:gd name="T3" fmla="*/ 600 h 134"/>
                  <a:gd name="T4" fmla="*/ 305 w 67"/>
                  <a:gd name="T5" fmla="*/ 520 h 134"/>
                  <a:gd name="T6" fmla="*/ 84 w 67"/>
                  <a:gd name="T7" fmla="*/ 302 h 134"/>
                  <a:gd name="T8" fmla="*/ 268 w 67"/>
                  <a:gd name="T9" fmla="*/ 81 h 134"/>
                  <a:gd name="T10" fmla="*/ 250 w 67"/>
                  <a:gd name="T11" fmla="*/ 0 h 134"/>
                  <a:gd name="T12" fmla="*/ 0 w 67"/>
                  <a:gd name="T13" fmla="*/ 302 h 13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7" h="134">
                    <a:moveTo>
                      <a:pt x="0" y="67"/>
                    </a:moveTo>
                    <a:cubicBezTo>
                      <a:pt x="0" y="104"/>
                      <a:pt x="30" y="134"/>
                      <a:pt x="67" y="134"/>
                    </a:cubicBezTo>
                    <a:cubicBezTo>
                      <a:pt x="67" y="128"/>
                      <a:pt x="67" y="122"/>
                      <a:pt x="67" y="116"/>
                    </a:cubicBezTo>
                    <a:cubicBezTo>
                      <a:pt x="40" y="115"/>
                      <a:pt x="19" y="94"/>
                      <a:pt x="19" y="67"/>
                    </a:cubicBezTo>
                    <a:cubicBezTo>
                      <a:pt x="19" y="42"/>
                      <a:pt x="36" y="22"/>
                      <a:pt x="59" y="18"/>
                    </a:cubicBezTo>
                    <a:cubicBezTo>
                      <a:pt x="58" y="12"/>
                      <a:pt x="57" y="6"/>
                      <a:pt x="55" y="0"/>
                    </a:cubicBezTo>
                    <a:cubicBezTo>
                      <a:pt x="24" y="6"/>
                      <a:pt x="0" y="34"/>
                      <a:pt x="0" y="67"/>
                    </a:cubicBezTo>
                    <a:close/>
                  </a:path>
                </a:pathLst>
              </a:custGeom>
              <a:solidFill>
                <a:srgbClr val="B0C5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816" name="Freeform 321">
                <a:extLst>
                  <a:ext uri="{FF2B5EF4-FFF2-40B4-BE49-F238E27FC236}">
                    <a16:creationId xmlns:a16="http://schemas.microsoft.com/office/drawing/2014/main" id="{95F166D5-5B80-4743-89EC-5E70F45BE9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9" y="2083"/>
                <a:ext cx="79" cy="161"/>
              </a:xfrm>
              <a:custGeom>
                <a:avLst/>
                <a:gdLst>
                  <a:gd name="T0" fmla="*/ 0 w 48"/>
                  <a:gd name="T1" fmla="*/ 219 h 98"/>
                  <a:gd name="T2" fmla="*/ 214 w 48"/>
                  <a:gd name="T3" fmla="*/ 435 h 98"/>
                  <a:gd name="T4" fmla="*/ 214 w 48"/>
                  <a:gd name="T5" fmla="*/ 332 h 98"/>
                  <a:gd name="T6" fmla="*/ 97 w 48"/>
                  <a:gd name="T7" fmla="*/ 219 h 98"/>
                  <a:gd name="T8" fmla="*/ 196 w 48"/>
                  <a:gd name="T9" fmla="*/ 102 h 98"/>
                  <a:gd name="T10" fmla="*/ 179 w 48"/>
                  <a:gd name="T11" fmla="*/ 0 h 98"/>
                  <a:gd name="T12" fmla="*/ 0 w 48"/>
                  <a:gd name="T13" fmla="*/ 219 h 9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8" h="98">
                    <a:moveTo>
                      <a:pt x="0" y="49"/>
                    </a:moveTo>
                    <a:cubicBezTo>
                      <a:pt x="0" y="76"/>
                      <a:pt x="21" y="97"/>
                      <a:pt x="48" y="98"/>
                    </a:cubicBezTo>
                    <a:cubicBezTo>
                      <a:pt x="48" y="90"/>
                      <a:pt x="48" y="82"/>
                      <a:pt x="48" y="75"/>
                    </a:cubicBezTo>
                    <a:cubicBezTo>
                      <a:pt x="34" y="75"/>
                      <a:pt x="22" y="63"/>
                      <a:pt x="22" y="49"/>
                    </a:cubicBezTo>
                    <a:cubicBezTo>
                      <a:pt x="22" y="36"/>
                      <a:pt x="32" y="25"/>
                      <a:pt x="44" y="23"/>
                    </a:cubicBezTo>
                    <a:cubicBezTo>
                      <a:pt x="43" y="15"/>
                      <a:pt x="42" y="7"/>
                      <a:pt x="40" y="0"/>
                    </a:cubicBezTo>
                    <a:cubicBezTo>
                      <a:pt x="17" y="4"/>
                      <a:pt x="0" y="24"/>
                      <a:pt x="0" y="49"/>
                    </a:cubicBezTo>
                    <a:close/>
                  </a:path>
                </a:pathLst>
              </a:custGeom>
              <a:solidFill>
                <a:srgbClr val="D4E0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817" name="Freeform 322">
                <a:extLst>
                  <a:ext uri="{FF2B5EF4-FFF2-40B4-BE49-F238E27FC236}">
                    <a16:creationId xmlns:a16="http://schemas.microsoft.com/office/drawing/2014/main" id="{9E2686A3-EE43-4927-92C2-7973479969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5" y="2121"/>
                <a:ext cx="43" cy="85"/>
              </a:xfrm>
              <a:custGeom>
                <a:avLst/>
                <a:gdLst>
                  <a:gd name="T0" fmla="*/ 0 w 26"/>
                  <a:gd name="T1" fmla="*/ 114 h 52"/>
                  <a:gd name="T2" fmla="*/ 117 w 26"/>
                  <a:gd name="T3" fmla="*/ 227 h 52"/>
                  <a:gd name="T4" fmla="*/ 99 w 26"/>
                  <a:gd name="T5" fmla="*/ 0 h 52"/>
                  <a:gd name="T6" fmla="*/ 0 w 26"/>
                  <a:gd name="T7" fmla="*/ 114 h 5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52">
                    <a:moveTo>
                      <a:pt x="0" y="26"/>
                    </a:moveTo>
                    <a:cubicBezTo>
                      <a:pt x="0" y="40"/>
                      <a:pt x="12" y="52"/>
                      <a:pt x="26" y="52"/>
                    </a:cubicBezTo>
                    <a:cubicBezTo>
                      <a:pt x="26" y="32"/>
                      <a:pt x="24" y="15"/>
                      <a:pt x="22" y="0"/>
                    </a:cubicBezTo>
                    <a:cubicBezTo>
                      <a:pt x="10" y="2"/>
                      <a:pt x="0" y="13"/>
                      <a:pt x="0" y="26"/>
                    </a:cubicBezTo>
                    <a:close/>
                  </a:path>
                </a:pathLst>
              </a:custGeom>
              <a:solidFill>
                <a:srgbClr val="EEF0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818" name="Freeform 323">
                <a:extLst>
                  <a:ext uri="{FF2B5EF4-FFF2-40B4-BE49-F238E27FC236}">
                    <a16:creationId xmlns:a16="http://schemas.microsoft.com/office/drawing/2014/main" id="{36C6E139-70A3-479B-8D7A-423AAB2B00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5" y="2291"/>
                <a:ext cx="115" cy="218"/>
              </a:xfrm>
              <a:custGeom>
                <a:avLst/>
                <a:gdLst>
                  <a:gd name="T0" fmla="*/ 320 w 69"/>
                  <a:gd name="T1" fmla="*/ 302 h 132"/>
                  <a:gd name="T2" fmla="*/ 5 w 69"/>
                  <a:gd name="T3" fmla="*/ 0 h 132"/>
                  <a:gd name="T4" fmla="*/ 0 w 69"/>
                  <a:gd name="T5" fmla="*/ 0 h 132"/>
                  <a:gd name="T6" fmla="*/ 5 w 69"/>
                  <a:gd name="T7" fmla="*/ 83 h 132"/>
                  <a:gd name="T8" fmla="*/ 5 w 69"/>
                  <a:gd name="T9" fmla="*/ 83 h 132"/>
                  <a:gd name="T10" fmla="*/ 230 w 69"/>
                  <a:gd name="T11" fmla="*/ 302 h 132"/>
                  <a:gd name="T12" fmla="*/ 75 w 69"/>
                  <a:gd name="T13" fmla="*/ 512 h 132"/>
                  <a:gd name="T14" fmla="*/ 92 w 69"/>
                  <a:gd name="T15" fmla="*/ 595 h 132"/>
                  <a:gd name="T16" fmla="*/ 320 w 69"/>
                  <a:gd name="T17" fmla="*/ 302 h 13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9" h="132">
                    <a:moveTo>
                      <a:pt x="69" y="67"/>
                    </a:moveTo>
                    <a:cubicBezTo>
                      <a:pt x="69" y="30"/>
                      <a:pt x="39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6"/>
                      <a:pt x="0" y="12"/>
                      <a:pt x="1" y="18"/>
                    </a:cubicBezTo>
                    <a:cubicBezTo>
                      <a:pt x="1" y="18"/>
                      <a:pt x="1" y="18"/>
                      <a:pt x="1" y="18"/>
                    </a:cubicBezTo>
                    <a:cubicBezTo>
                      <a:pt x="28" y="18"/>
                      <a:pt x="50" y="40"/>
                      <a:pt x="50" y="67"/>
                    </a:cubicBezTo>
                    <a:cubicBezTo>
                      <a:pt x="50" y="89"/>
                      <a:pt x="36" y="107"/>
                      <a:pt x="16" y="114"/>
                    </a:cubicBezTo>
                    <a:cubicBezTo>
                      <a:pt x="18" y="120"/>
                      <a:pt x="19" y="126"/>
                      <a:pt x="20" y="132"/>
                    </a:cubicBezTo>
                    <a:cubicBezTo>
                      <a:pt x="48" y="123"/>
                      <a:pt x="69" y="98"/>
                      <a:pt x="69" y="67"/>
                    </a:cubicBezTo>
                    <a:close/>
                  </a:path>
                </a:pathLst>
              </a:custGeom>
              <a:solidFill>
                <a:srgbClr val="B0C5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819" name="Freeform 324">
                <a:extLst>
                  <a:ext uri="{FF2B5EF4-FFF2-40B4-BE49-F238E27FC236}">
                    <a16:creationId xmlns:a16="http://schemas.microsoft.com/office/drawing/2014/main" id="{508515DE-1FB4-4911-8527-7F1C4974A7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7" y="2320"/>
                <a:ext cx="81" cy="159"/>
              </a:xfrm>
              <a:custGeom>
                <a:avLst/>
                <a:gdLst>
                  <a:gd name="T0" fmla="*/ 222 w 49"/>
                  <a:gd name="T1" fmla="*/ 222 h 96"/>
                  <a:gd name="T2" fmla="*/ 0 w 49"/>
                  <a:gd name="T3" fmla="*/ 0 h 96"/>
                  <a:gd name="T4" fmla="*/ 0 w 49"/>
                  <a:gd name="T5" fmla="*/ 0 h 96"/>
                  <a:gd name="T6" fmla="*/ 13 w 49"/>
                  <a:gd name="T7" fmla="*/ 104 h 96"/>
                  <a:gd name="T8" fmla="*/ 122 w 49"/>
                  <a:gd name="T9" fmla="*/ 222 h 96"/>
                  <a:gd name="T10" fmla="*/ 50 w 49"/>
                  <a:gd name="T11" fmla="*/ 331 h 96"/>
                  <a:gd name="T12" fmla="*/ 68 w 49"/>
                  <a:gd name="T13" fmla="*/ 436 h 96"/>
                  <a:gd name="T14" fmla="*/ 222 w 49"/>
                  <a:gd name="T15" fmla="*/ 222 h 9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9" h="96">
                    <a:moveTo>
                      <a:pt x="49" y="49"/>
                    </a:moveTo>
                    <a:cubicBezTo>
                      <a:pt x="49" y="22"/>
                      <a:pt x="27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8"/>
                      <a:pt x="2" y="15"/>
                      <a:pt x="3" y="23"/>
                    </a:cubicBezTo>
                    <a:cubicBezTo>
                      <a:pt x="16" y="24"/>
                      <a:pt x="27" y="35"/>
                      <a:pt x="27" y="49"/>
                    </a:cubicBezTo>
                    <a:cubicBezTo>
                      <a:pt x="27" y="60"/>
                      <a:pt x="20" y="69"/>
                      <a:pt x="11" y="73"/>
                    </a:cubicBezTo>
                    <a:cubicBezTo>
                      <a:pt x="12" y="81"/>
                      <a:pt x="14" y="88"/>
                      <a:pt x="15" y="96"/>
                    </a:cubicBezTo>
                    <a:cubicBezTo>
                      <a:pt x="35" y="89"/>
                      <a:pt x="49" y="71"/>
                      <a:pt x="49" y="49"/>
                    </a:cubicBezTo>
                    <a:close/>
                  </a:path>
                </a:pathLst>
              </a:custGeom>
              <a:solidFill>
                <a:srgbClr val="D4E0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820" name="Freeform 325">
                <a:extLst>
                  <a:ext uri="{FF2B5EF4-FFF2-40B4-BE49-F238E27FC236}">
                    <a16:creationId xmlns:a16="http://schemas.microsoft.com/office/drawing/2014/main" id="{8D884662-6A98-4128-A023-3E569237ED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2" y="2358"/>
                <a:ext cx="40" cy="83"/>
              </a:xfrm>
              <a:custGeom>
                <a:avLst/>
                <a:gdLst>
                  <a:gd name="T0" fmla="*/ 112 w 24"/>
                  <a:gd name="T1" fmla="*/ 118 h 50"/>
                  <a:gd name="T2" fmla="*/ 0 w 24"/>
                  <a:gd name="T3" fmla="*/ 0 h 50"/>
                  <a:gd name="T4" fmla="*/ 37 w 24"/>
                  <a:gd name="T5" fmla="*/ 229 h 50"/>
                  <a:gd name="T6" fmla="*/ 112 w 24"/>
                  <a:gd name="T7" fmla="*/ 118 h 5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" h="50">
                    <a:moveTo>
                      <a:pt x="24" y="26"/>
                    </a:moveTo>
                    <a:cubicBezTo>
                      <a:pt x="24" y="12"/>
                      <a:pt x="13" y="1"/>
                      <a:pt x="0" y="0"/>
                    </a:cubicBezTo>
                    <a:cubicBezTo>
                      <a:pt x="2" y="17"/>
                      <a:pt x="5" y="34"/>
                      <a:pt x="8" y="50"/>
                    </a:cubicBezTo>
                    <a:cubicBezTo>
                      <a:pt x="17" y="46"/>
                      <a:pt x="24" y="37"/>
                      <a:pt x="24" y="26"/>
                    </a:cubicBezTo>
                    <a:close/>
                  </a:path>
                </a:pathLst>
              </a:custGeom>
              <a:solidFill>
                <a:srgbClr val="EEF0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821" name="Freeform 326">
                <a:extLst>
                  <a:ext uri="{FF2B5EF4-FFF2-40B4-BE49-F238E27FC236}">
                    <a16:creationId xmlns:a16="http://schemas.microsoft.com/office/drawing/2014/main" id="{1D3979CD-D9F8-4489-BF3E-B458CB960BF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810" y="2291"/>
                <a:ext cx="224" cy="221"/>
              </a:xfrm>
              <a:custGeom>
                <a:avLst/>
                <a:gdLst>
                  <a:gd name="T0" fmla="*/ 305 w 135"/>
                  <a:gd name="T1" fmla="*/ 0 h 134"/>
                  <a:gd name="T2" fmla="*/ 0 w 135"/>
                  <a:gd name="T3" fmla="*/ 302 h 134"/>
                  <a:gd name="T4" fmla="*/ 305 w 135"/>
                  <a:gd name="T5" fmla="*/ 600 h 134"/>
                  <a:gd name="T6" fmla="*/ 617 w 135"/>
                  <a:gd name="T7" fmla="*/ 302 h 134"/>
                  <a:gd name="T8" fmla="*/ 305 w 135"/>
                  <a:gd name="T9" fmla="*/ 0 h 134"/>
                  <a:gd name="T10" fmla="*/ 305 w 135"/>
                  <a:gd name="T11" fmla="*/ 520 h 134"/>
                  <a:gd name="T12" fmla="*/ 88 w 135"/>
                  <a:gd name="T13" fmla="*/ 302 h 134"/>
                  <a:gd name="T14" fmla="*/ 305 w 135"/>
                  <a:gd name="T15" fmla="*/ 81 h 134"/>
                  <a:gd name="T16" fmla="*/ 529 w 135"/>
                  <a:gd name="T17" fmla="*/ 302 h 134"/>
                  <a:gd name="T18" fmla="*/ 305 w 135"/>
                  <a:gd name="T19" fmla="*/ 520 h 13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35" h="134">
                    <a:moveTo>
                      <a:pt x="67" y="0"/>
                    </a:moveTo>
                    <a:cubicBezTo>
                      <a:pt x="30" y="0"/>
                      <a:pt x="0" y="30"/>
                      <a:pt x="0" y="67"/>
                    </a:cubicBezTo>
                    <a:cubicBezTo>
                      <a:pt x="0" y="104"/>
                      <a:pt x="30" y="134"/>
                      <a:pt x="67" y="134"/>
                    </a:cubicBezTo>
                    <a:cubicBezTo>
                      <a:pt x="105" y="134"/>
                      <a:pt x="135" y="104"/>
                      <a:pt x="135" y="67"/>
                    </a:cubicBezTo>
                    <a:cubicBezTo>
                      <a:pt x="135" y="30"/>
                      <a:pt x="105" y="0"/>
                      <a:pt x="67" y="0"/>
                    </a:cubicBezTo>
                    <a:close/>
                    <a:moveTo>
                      <a:pt x="67" y="116"/>
                    </a:moveTo>
                    <a:cubicBezTo>
                      <a:pt x="40" y="116"/>
                      <a:pt x="19" y="94"/>
                      <a:pt x="19" y="67"/>
                    </a:cubicBezTo>
                    <a:cubicBezTo>
                      <a:pt x="19" y="40"/>
                      <a:pt x="40" y="18"/>
                      <a:pt x="67" y="18"/>
                    </a:cubicBezTo>
                    <a:cubicBezTo>
                      <a:pt x="94" y="18"/>
                      <a:pt x="116" y="40"/>
                      <a:pt x="116" y="67"/>
                    </a:cubicBezTo>
                    <a:cubicBezTo>
                      <a:pt x="116" y="94"/>
                      <a:pt x="94" y="116"/>
                      <a:pt x="67" y="116"/>
                    </a:cubicBezTo>
                    <a:close/>
                  </a:path>
                </a:pathLst>
              </a:custGeom>
              <a:solidFill>
                <a:srgbClr val="B0C5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822" name="Freeform 327">
                <a:extLst>
                  <a:ext uri="{FF2B5EF4-FFF2-40B4-BE49-F238E27FC236}">
                    <a16:creationId xmlns:a16="http://schemas.microsoft.com/office/drawing/2014/main" id="{0E369220-F07B-41AD-8C87-331D35F15AD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841" y="2320"/>
                <a:ext cx="161" cy="162"/>
              </a:xfrm>
              <a:custGeom>
                <a:avLst/>
                <a:gdLst>
                  <a:gd name="T0" fmla="*/ 221 w 97"/>
                  <a:gd name="T1" fmla="*/ 0 h 98"/>
                  <a:gd name="T2" fmla="*/ 0 w 97"/>
                  <a:gd name="T3" fmla="*/ 222 h 98"/>
                  <a:gd name="T4" fmla="*/ 221 w 97"/>
                  <a:gd name="T5" fmla="*/ 443 h 98"/>
                  <a:gd name="T6" fmla="*/ 443 w 97"/>
                  <a:gd name="T7" fmla="*/ 222 h 98"/>
                  <a:gd name="T8" fmla="*/ 221 w 97"/>
                  <a:gd name="T9" fmla="*/ 0 h 98"/>
                  <a:gd name="T10" fmla="*/ 221 w 97"/>
                  <a:gd name="T11" fmla="*/ 339 h 98"/>
                  <a:gd name="T12" fmla="*/ 101 w 97"/>
                  <a:gd name="T13" fmla="*/ 222 h 98"/>
                  <a:gd name="T14" fmla="*/ 221 w 97"/>
                  <a:gd name="T15" fmla="*/ 104 h 98"/>
                  <a:gd name="T16" fmla="*/ 342 w 97"/>
                  <a:gd name="T17" fmla="*/ 222 h 98"/>
                  <a:gd name="T18" fmla="*/ 221 w 97"/>
                  <a:gd name="T19" fmla="*/ 339 h 9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97" h="98">
                    <a:moveTo>
                      <a:pt x="48" y="0"/>
                    </a:moveTo>
                    <a:cubicBezTo>
                      <a:pt x="21" y="0"/>
                      <a:pt x="0" y="22"/>
                      <a:pt x="0" y="49"/>
                    </a:cubicBezTo>
                    <a:cubicBezTo>
                      <a:pt x="0" y="76"/>
                      <a:pt x="21" y="98"/>
                      <a:pt x="48" y="98"/>
                    </a:cubicBezTo>
                    <a:cubicBezTo>
                      <a:pt x="75" y="98"/>
                      <a:pt x="97" y="76"/>
                      <a:pt x="97" y="49"/>
                    </a:cubicBezTo>
                    <a:cubicBezTo>
                      <a:pt x="97" y="22"/>
                      <a:pt x="75" y="0"/>
                      <a:pt x="48" y="0"/>
                    </a:cubicBezTo>
                    <a:close/>
                    <a:moveTo>
                      <a:pt x="48" y="75"/>
                    </a:moveTo>
                    <a:cubicBezTo>
                      <a:pt x="34" y="75"/>
                      <a:pt x="22" y="63"/>
                      <a:pt x="22" y="49"/>
                    </a:cubicBezTo>
                    <a:cubicBezTo>
                      <a:pt x="22" y="35"/>
                      <a:pt x="34" y="23"/>
                      <a:pt x="48" y="23"/>
                    </a:cubicBezTo>
                    <a:cubicBezTo>
                      <a:pt x="63" y="23"/>
                      <a:pt x="75" y="35"/>
                      <a:pt x="75" y="49"/>
                    </a:cubicBezTo>
                    <a:cubicBezTo>
                      <a:pt x="75" y="63"/>
                      <a:pt x="63" y="75"/>
                      <a:pt x="48" y="75"/>
                    </a:cubicBezTo>
                    <a:close/>
                  </a:path>
                </a:pathLst>
              </a:custGeom>
              <a:solidFill>
                <a:srgbClr val="D4E0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823" name="Oval 328">
                <a:extLst>
                  <a:ext uri="{FF2B5EF4-FFF2-40B4-BE49-F238E27FC236}">
                    <a16:creationId xmlns:a16="http://schemas.microsoft.com/office/drawing/2014/main" id="{F77B5DD9-40EB-4429-9965-638F1E48BA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78" y="2358"/>
                <a:ext cx="88" cy="86"/>
              </a:xfrm>
              <a:prstGeom prst="ellipse">
                <a:avLst/>
              </a:prstGeom>
              <a:solidFill>
                <a:srgbClr val="EEF0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824" name="Freeform 329">
                <a:extLst>
                  <a:ext uri="{FF2B5EF4-FFF2-40B4-BE49-F238E27FC236}">
                    <a16:creationId xmlns:a16="http://schemas.microsoft.com/office/drawing/2014/main" id="{DFBE6FA7-4648-4BB0-8F55-221EE9EF51C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053" y="2291"/>
                <a:ext cx="224" cy="221"/>
              </a:xfrm>
              <a:custGeom>
                <a:avLst/>
                <a:gdLst>
                  <a:gd name="T0" fmla="*/ 305 w 135"/>
                  <a:gd name="T1" fmla="*/ 600 h 134"/>
                  <a:gd name="T2" fmla="*/ 617 w 135"/>
                  <a:gd name="T3" fmla="*/ 302 h 134"/>
                  <a:gd name="T4" fmla="*/ 305 w 135"/>
                  <a:gd name="T5" fmla="*/ 0 h 134"/>
                  <a:gd name="T6" fmla="*/ 0 w 135"/>
                  <a:gd name="T7" fmla="*/ 302 h 134"/>
                  <a:gd name="T8" fmla="*/ 305 w 135"/>
                  <a:gd name="T9" fmla="*/ 600 h 134"/>
                  <a:gd name="T10" fmla="*/ 305 w 135"/>
                  <a:gd name="T11" fmla="*/ 81 h 134"/>
                  <a:gd name="T12" fmla="*/ 529 w 135"/>
                  <a:gd name="T13" fmla="*/ 302 h 134"/>
                  <a:gd name="T14" fmla="*/ 305 w 135"/>
                  <a:gd name="T15" fmla="*/ 520 h 134"/>
                  <a:gd name="T16" fmla="*/ 88 w 135"/>
                  <a:gd name="T17" fmla="*/ 302 h 134"/>
                  <a:gd name="T18" fmla="*/ 305 w 135"/>
                  <a:gd name="T19" fmla="*/ 81 h 13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35" h="134">
                    <a:moveTo>
                      <a:pt x="67" y="134"/>
                    </a:moveTo>
                    <a:cubicBezTo>
                      <a:pt x="105" y="134"/>
                      <a:pt x="135" y="104"/>
                      <a:pt x="135" y="67"/>
                    </a:cubicBezTo>
                    <a:cubicBezTo>
                      <a:pt x="135" y="30"/>
                      <a:pt x="105" y="0"/>
                      <a:pt x="67" y="0"/>
                    </a:cubicBezTo>
                    <a:cubicBezTo>
                      <a:pt x="30" y="0"/>
                      <a:pt x="0" y="30"/>
                      <a:pt x="0" y="67"/>
                    </a:cubicBezTo>
                    <a:cubicBezTo>
                      <a:pt x="0" y="104"/>
                      <a:pt x="30" y="134"/>
                      <a:pt x="67" y="134"/>
                    </a:cubicBezTo>
                    <a:close/>
                    <a:moveTo>
                      <a:pt x="67" y="18"/>
                    </a:moveTo>
                    <a:cubicBezTo>
                      <a:pt x="95" y="18"/>
                      <a:pt x="116" y="40"/>
                      <a:pt x="116" y="67"/>
                    </a:cubicBezTo>
                    <a:cubicBezTo>
                      <a:pt x="116" y="94"/>
                      <a:pt x="95" y="116"/>
                      <a:pt x="67" y="116"/>
                    </a:cubicBezTo>
                    <a:cubicBezTo>
                      <a:pt x="40" y="116"/>
                      <a:pt x="19" y="94"/>
                      <a:pt x="19" y="67"/>
                    </a:cubicBezTo>
                    <a:cubicBezTo>
                      <a:pt x="19" y="40"/>
                      <a:pt x="40" y="18"/>
                      <a:pt x="67" y="18"/>
                    </a:cubicBezTo>
                    <a:close/>
                  </a:path>
                </a:pathLst>
              </a:custGeom>
              <a:solidFill>
                <a:srgbClr val="B0C5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825" name="Freeform 330">
                <a:extLst>
                  <a:ext uri="{FF2B5EF4-FFF2-40B4-BE49-F238E27FC236}">
                    <a16:creationId xmlns:a16="http://schemas.microsoft.com/office/drawing/2014/main" id="{915991A8-B98F-426D-A3B6-D3983026089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085" y="2320"/>
                <a:ext cx="161" cy="162"/>
              </a:xfrm>
              <a:custGeom>
                <a:avLst/>
                <a:gdLst>
                  <a:gd name="T0" fmla="*/ 221 w 97"/>
                  <a:gd name="T1" fmla="*/ 443 h 98"/>
                  <a:gd name="T2" fmla="*/ 443 w 97"/>
                  <a:gd name="T3" fmla="*/ 222 h 98"/>
                  <a:gd name="T4" fmla="*/ 221 w 97"/>
                  <a:gd name="T5" fmla="*/ 0 h 98"/>
                  <a:gd name="T6" fmla="*/ 0 w 97"/>
                  <a:gd name="T7" fmla="*/ 222 h 98"/>
                  <a:gd name="T8" fmla="*/ 221 w 97"/>
                  <a:gd name="T9" fmla="*/ 443 h 98"/>
                  <a:gd name="T10" fmla="*/ 221 w 97"/>
                  <a:gd name="T11" fmla="*/ 104 h 98"/>
                  <a:gd name="T12" fmla="*/ 342 w 97"/>
                  <a:gd name="T13" fmla="*/ 222 h 98"/>
                  <a:gd name="T14" fmla="*/ 221 w 97"/>
                  <a:gd name="T15" fmla="*/ 339 h 98"/>
                  <a:gd name="T16" fmla="*/ 101 w 97"/>
                  <a:gd name="T17" fmla="*/ 222 h 98"/>
                  <a:gd name="T18" fmla="*/ 221 w 97"/>
                  <a:gd name="T19" fmla="*/ 104 h 9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97" h="98">
                    <a:moveTo>
                      <a:pt x="48" y="98"/>
                    </a:moveTo>
                    <a:cubicBezTo>
                      <a:pt x="76" y="98"/>
                      <a:pt x="97" y="76"/>
                      <a:pt x="97" y="49"/>
                    </a:cubicBezTo>
                    <a:cubicBezTo>
                      <a:pt x="97" y="22"/>
                      <a:pt x="76" y="0"/>
                      <a:pt x="48" y="0"/>
                    </a:cubicBezTo>
                    <a:cubicBezTo>
                      <a:pt x="21" y="0"/>
                      <a:pt x="0" y="22"/>
                      <a:pt x="0" y="49"/>
                    </a:cubicBezTo>
                    <a:cubicBezTo>
                      <a:pt x="0" y="76"/>
                      <a:pt x="21" y="98"/>
                      <a:pt x="48" y="98"/>
                    </a:cubicBezTo>
                    <a:close/>
                    <a:moveTo>
                      <a:pt x="48" y="23"/>
                    </a:moveTo>
                    <a:cubicBezTo>
                      <a:pt x="63" y="23"/>
                      <a:pt x="75" y="35"/>
                      <a:pt x="75" y="49"/>
                    </a:cubicBezTo>
                    <a:cubicBezTo>
                      <a:pt x="75" y="63"/>
                      <a:pt x="63" y="75"/>
                      <a:pt x="48" y="75"/>
                    </a:cubicBezTo>
                    <a:cubicBezTo>
                      <a:pt x="34" y="75"/>
                      <a:pt x="22" y="63"/>
                      <a:pt x="22" y="49"/>
                    </a:cubicBezTo>
                    <a:cubicBezTo>
                      <a:pt x="22" y="35"/>
                      <a:pt x="34" y="23"/>
                      <a:pt x="48" y="23"/>
                    </a:cubicBezTo>
                    <a:close/>
                  </a:path>
                </a:pathLst>
              </a:custGeom>
              <a:solidFill>
                <a:srgbClr val="D4E0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826" name="Oval 331">
                <a:extLst>
                  <a:ext uri="{FF2B5EF4-FFF2-40B4-BE49-F238E27FC236}">
                    <a16:creationId xmlns:a16="http://schemas.microsoft.com/office/drawing/2014/main" id="{69C7EABB-EFE4-4810-9C00-CCC57C6405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21" y="2358"/>
                <a:ext cx="88" cy="86"/>
              </a:xfrm>
              <a:prstGeom prst="ellipse">
                <a:avLst/>
              </a:prstGeom>
              <a:solidFill>
                <a:srgbClr val="EEF0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827" name="Freeform 332">
                <a:extLst>
                  <a:ext uri="{FF2B5EF4-FFF2-40B4-BE49-F238E27FC236}">
                    <a16:creationId xmlns:a16="http://schemas.microsoft.com/office/drawing/2014/main" id="{2EDBC13B-27B0-48D0-9782-DC64535AF8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7" y="2291"/>
                <a:ext cx="110" cy="218"/>
              </a:xfrm>
              <a:custGeom>
                <a:avLst/>
                <a:gdLst>
                  <a:gd name="T0" fmla="*/ 0 w 66"/>
                  <a:gd name="T1" fmla="*/ 302 h 132"/>
                  <a:gd name="T2" fmla="*/ 228 w 66"/>
                  <a:gd name="T3" fmla="*/ 595 h 132"/>
                  <a:gd name="T4" fmla="*/ 245 w 66"/>
                  <a:gd name="T5" fmla="*/ 512 h 132"/>
                  <a:gd name="T6" fmla="*/ 88 w 66"/>
                  <a:gd name="T7" fmla="*/ 302 h 132"/>
                  <a:gd name="T8" fmla="*/ 300 w 66"/>
                  <a:gd name="T9" fmla="*/ 83 h 132"/>
                  <a:gd name="T10" fmla="*/ 305 w 66"/>
                  <a:gd name="T11" fmla="*/ 0 h 132"/>
                  <a:gd name="T12" fmla="*/ 0 w 66"/>
                  <a:gd name="T13" fmla="*/ 302 h 13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6" h="132">
                    <a:moveTo>
                      <a:pt x="0" y="67"/>
                    </a:moveTo>
                    <a:cubicBezTo>
                      <a:pt x="0" y="98"/>
                      <a:pt x="21" y="124"/>
                      <a:pt x="49" y="132"/>
                    </a:cubicBezTo>
                    <a:cubicBezTo>
                      <a:pt x="50" y="126"/>
                      <a:pt x="51" y="119"/>
                      <a:pt x="53" y="114"/>
                    </a:cubicBezTo>
                    <a:cubicBezTo>
                      <a:pt x="33" y="107"/>
                      <a:pt x="19" y="89"/>
                      <a:pt x="19" y="67"/>
                    </a:cubicBezTo>
                    <a:cubicBezTo>
                      <a:pt x="19" y="41"/>
                      <a:pt x="39" y="20"/>
                      <a:pt x="65" y="18"/>
                    </a:cubicBezTo>
                    <a:cubicBezTo>
                      <a:pt x="66" y="12"/>
                      <a:pt x="66" y="6"/>
                      <a:pt x="66" y="0"/>
                    </a:cubicBezTo>
                    <a:cubicBezTo>
                      <a:pt x="30" y="0"/>
                      <a:pt x="0" y="30"/>
                      <a:pt x="0" y="67"/>
                    </a:cubicBezTo>
                    <a:close/>
                  </a:path>
                </a:pathLst>
              </a:custGeom>
              <a:solidFill>
                <a:srgbClr val="B0C5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828" name="Freeform 333">
                <a:extLst>
                  <a:ext uri="{FF2B5EF4-FFF2-40B4-BE49-F238E27FC236}">
                    <a16:creationId xmlns:a16="http://schemas.microsoft.com/office/drawing/2014/main" id="{78FCE697-53C8-474B-B3A6-B72B928CCE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9" y="2320"/>
                <a:ext cx="76" cy="159"/>
              </a:xfrm>
              <a:custGeom>
                <a:avLst/>
                <a:gdLst>
                  <a:gd name="T0" fmla="*/ 0 w 46"/>
                  <a:gd name="T1" fmla="*/ 222 h 96"/>
                  <a:gd name="T2" fmla="*/ 154 w 46"/>
                  <a:gd name="T3" fmla="*/ 436 h 96"/>
                  <a:gd name="T4" fmla="*/ 167 w 46"/>
                  <a:gd name="T5" fmla="*/ 331 h 96"/>
                  <a:gd name="T6" fmla="*/ 97 w 46"/>
                  <a:gd name="T7" fmla="*/ 222 h 96"/>
                  <a:gd name="T8" fmla="*/ 200 w 46"/>
                  <a:gd name="T9" fmla="*/ 104 h 96"/>
                  <a:gd name="T10" fmla="*/ 208 w 46"/>
                  <a:gd name="T11" fmla="*/ 0 h 96"/>
                  <a:gd name="T12" fmla="*/ 0 w 46"/>
                  <a:gd name="T13" fmla="*/ 222 h 9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6" h="96">
                    <a:moveTo>
                      <a:pt x="0" y="49"/>
                    </a:moveTo>
                    <a:cubicBezTo>
                      <a:pt x="0" y="71"/>
                      <a:pt x="14" y="89"/>
                      <a:pt x="34" y="96"/>
                    </a:cubicBezTo>
                    <a:cubicBezTo>
                      <a:pt x="35" y="88"/>
                      <a:pt x="36" y="80"/>
                      <a:pt x="37" y="73"/>
                    </a:cubicBezTo>
                    <a:cubicBezTo>
                      <a:pt x="28" y="68"/>
                      <a:pt x="22" y="59"/>
                      <a:pt x="22" y="49"/>
                    </a:cubicBezTo>
                    <a:cubicBezTo>
                      <a:pt x="22" y="36"/>
                      <a:pt x="32" y="25"/>
                      <a:pt x="44" y="23"/>
                    </a:cubicBezTo>
                    <a:cubicBezTo>
                      <a:pt x="45" y="15"/>
                      <a:pt x="45" y="8"/>
                      <a:pt x="46" y="0"/>
                    </a:cubicBezTo>
                    <a:cubicBezTo>
                      <a:pt x="20" y="2"/>
                      <a:pt x="0" y="23"/>
                      <a:pt x="0" y="49"/>
                    </a:cubicBezTo>
                    <a:close/>
                  </a:path>
                </a:pathLst>
              </a:custGeom>
              <a:solidFill>
                <a:srgbClr val="D4E0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829" name="Freeform 334">
                <a:extLst>
                  <a:ext uri="{FF2B5EF4-FFF2-40B4-BE49-F238E27FC236}">
                    <a16:creationId xmlns:a16="http://schemas.microsoft.com/office/drawing/2014/main" id="{D2447AEF-328C-4DF4-B404-EE9C69E0DF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5" y="2358"/>
                <a:ext cx="37" cy="83"/>
              </a:xfrm>
              <a:custGeom>
                <a:avLst/>
                <a:gdLst>
                  <a:gd name="T0" fmla="*/ 0 w 22"/>
                  <a:gd name="T1" fmla="*/ 118 h 50"/>
                  <a:gd name="T2" fmla="*/ 71 w 22"/>
                  <a:gd name="T3" fmla="*/ 229 h 50"/>
                  <a:gd name="T4" fmla="*/ 104 w 22"/>
                  <a:gd name="T5" fmla="*/ 0 h 50"/>
                  <a:gd name="T6" fmla="*/ 0 w 22"/>
                  <a:gd name="T7" fmla="*/ 118 h 5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" h="50">
                    <a:moveTo>
                      <a:pt x="0" y="26"/>
                    </a:moveTo>
                    <a:cubicBezTo>
                      <a:pt x="0" y="36"/>
                      <a:pt x="6" y="45"/>
                      <a:pt x="15" y="50"/>
                    </a:cubicBezTo>
                    <a:cubicBezTo>
                      <a:pt x="18" y="32"/>
                      <a:pt x="20" y="16"/>
                      <a:pt x="22" y="0"/>
                    </a:cubicBezTo>
                    <a:cubicBezTo>
                      <a:pt x="10" y="2"/>
                      <a:pt x="0" y="13"/>
                      <a:pt x="0" y="26"/>
                    </a:cubicBezTo>
                    <a:close/>
                  </a:path>
                </a:pathLst>
              </a:custGeom>
              <a:solidFill>
                <a:srgbClr val="EEF0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830" name="Freeform 335">
                <a:extLst>
                  <a:ext uri="{FF2B5EF4-FFF2-40B4-BE49-F238E27FC236}">
                    <a16:creationId xmlns:a16="http://schemas.microsoft.com/office/drawing/2014/main" id="{3C772710-4D74-4FBD-A069-6377DDBFD8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5" y="2535"/>
                <a:ext cx="75" cy="190"/>
              </a:xfrm>
              <a:custGeom>
                <a:avLst/>
                <a:gdLst>
                  <a:gd name="T0" fmla="*/ 208 w 45"/>
                  <a:gd name="T1" fmla="*/ 284 h 115"/>
                  <a:gd name="T2" fmla="*/ 0 w 45"/>
                  <a:gd name="T3" fmla="*/ 0 h 115"/>
                  <a:gd name="T4" fmla="*/ 28 w 45"/>
                  <a:gd name="T5" fmla="*/ 109 h 115"/>
                  <a:gd name="T6" fmla="*/ 120 w 45"/>
                  <a:gd name="T7" fmla="*/ 284 h 115"/>
                  <a:gd name="T8" fmla="*/ 88 w 45"/>
                  <a:gd name="T9" fmla="*/ 397 h 115"/>
                  <a:gd name="T10" fmla="*/ 97 w 45"/>
                  <a:gd name="T11" fmla="*/ 519 h 115"/>
                  <a:gd name="T12" fmla="*/ 208 w 45"/>
                  <a:gd name="T13" fmla="*/ 284 h 1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5" h="115">
                    <a:moveTo>
                      <a:pt x="45" y="63"/>
                    </a:moveTo>
                    <a:cubicBezTo>
                      <a:pt x="45" y="34"/>
                      <a:pt x="26" y="9"/>
                      <a:pt x="0" y="0"/>
                    </a:cubicBezTo>
                    <a:cubicBezTo>
                      <a:pt x="2" y="8"/>
                      <a:pt x="4" y="16"/>
                      <a:pt x="6" y="24"/>
                    </a:cubicBezTo>
                    <a:cubicBezTo>
                      <a:pt x="18" y="33"/>
                      <a:pt x="26" y="47"/>
                      <a:pt x="26" y="63"/>
                    </a:cubicBezTo>
                    <a:cubicBezTo>
                      <a:pt x="26" y="72"/>
                      <a:pt x="24" y="81"/>
                      <a:pt x="19" y="88"/>
                    </a:cubicBezTo>
                    <a:cubicBezTo>
                      <a:pt x="20" y="96"/>
                      <a:pt x="21" y="105"/>
                      <a:pt x="21" y="115"/>
                    </a:cubicBezTo>
                    <a:cubicBezTo>
                      <a:pt x="35" y="102"/>
                      <a:pt x="45" y="84"/>
                      <a:pt x="45" y="63"/>
                    </a:cubicBezTo>
                    <a:close/>
                  </a:path>
                </a:pathLst>
              </a:custGeom>
              <a:solidFill>
                <a:srgbClr val="B0C5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831" name="Freeform 336">
                <a:extLst>
                  <a:ext uri="{FF2B5EF4-FFF2-40B4-BE49-F238E27FC236}">
                    <a16:creationId xmlns:a16="http://schemas.microsoft.com/office/drawing/2014/main" id="{D6FDB147-D4E9-47E3-9C90-75B52ED351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5" y="2575"/>
                <a:ext cx="33" cy="105"/>
              </a:xfrm>
              <a:custGeom>
                <a:avLst/>
                <a:gdLst>
                  <a:gd name="T0" fmla="*/ 0 w 20"/>
                  <a:gd name="T1" fmla="*/ 0 h 64"/>
                  <a:gd name="T2" fmla="*/ 46 w 20"/>
                  <a:gd name="T3" fmla="*/ 177 h 64"/>
                  <a:gd name="T4" fmla="*/ 58 w 20"/>
                  <a:gd name="T5" fmla="*/ 282 h 64"/>
                  <a:gd name="T6" fmla="*/ 89 w 20"/>
                  <a:gd name="T7" fmla="*/ 172 h 64"/>
                  <a:gd name="T8" fmla="*/ 0 w 20"/>
                  <a:gd name="T9" fmla="*/ 0 h 6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64">
                    <a:moveTo>
                      <a:pt x="0" y="0"/>
                    </a:moveTo>
                    <a:cubicBezTo>
                      <a:pt x="4" y="15"/>
                      <a:pt x="8" y="28"/>
                      <a:pt x="10" y="40"/>
                    </a:cubicBezTo>
                    <a:cubicBezTo>
                      <a:pt x="11" y="46"/>
                      <a:pt x="13" y="55"/>
                      <a:pt x="13" y="64"/>
                    </a:cubicBezTo>
                    <a:cubicBezTo>
                      <a:pt x="18" y="57"/>
                      <a:pt x="20" y="48"/>
                      <a:pt x="20" y="39"/>
                    </a:cubicBezTo>
                    <a:cubicBezTo>
                      <a:pt x="20" y="23"/>
                      <a:pt x="12" y="9"/>
                      <a:pt x="0" y="0"/>
                    </a:cubicBezTo>
                    <a:close/>
                  </a:path>
                </a:pathLst>
              </a:custGeom>
              <a:solidFill>
                <a:srgbClr val="D4E0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832" name="Freeform 337">
                <a:extLst>
                  <a:ext uri="{FF2B5EF4-FFF2-40B4-BE49-F238E27FC236}">
                    <a16:creationId xmlns:a16="http://schemas.microsoft.com/office/drawing/2014/main" id="{335E5C63-882C-49B5-A0A2-A019570DFD1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810" y="2528"/>
                <a:ext cx="224" cy="223"/>
              </a:xfrm>
              <a:custGeom>
                <a:avLst/>
                <a:gdLst>
                  <a:gd name="T0" fmla="*/ 305 w 135"/>
                  <a:gd name="T1" fmla="*/ 0 h 135"/>
                  <a:gd name="T2" fmla="*/ 0 w 135"/>
                  <a:gd name="T3" fmla="*/ 302 h 135"/>
                  <a:gd name="T4" fmla="*/ 305 w 135"/>
                  <a:gd name="T5" fmla="*/ 608 h 135"/>
                  <a:gd name="T6" fmla="*/ 617 w 135"/>
                  <a:gd name="T7" fmla="*/ 302 h 135"/>
                  <a:gd name="T8" fmla="*/ 305 w 135"/>
                  <a:gd name="T9" fmla="*/ 0 h 135"/>
                  <a:gd name="T10" fmla="*/ 305 w 135"/>
                  <a:gd name="T11" fmla="*/ 524 h 135"/>
                  <a:gd name="T12" fmla="*/ 88 w 135"/>
                  <a:gd name="T13" fmla="*/ 302 h 135"/>
                  <a:gd name="T14" fmla="*/ 305 w 135"/>
                  <a:gd name="T15" fmla="*/ 83 h 135"/>
                  <a:gd name="T16" fmla="*/ 529 w 135"/>
                  <a:gd name="T17" fmla="*/ 302 h 135"/>
                  <a:gd name="T18" fmla="*/ 305 w 135"/>
                  <a:gd name="T19" fmla="*/ 524 h 13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35" h="135">
                    <a:moveTo>
                      <a:pt x="67" y="0"/>
                    </a:moveTo>
                    <a:cubicBezTo>
                      <a:pt x="30" y="0"/>
                      <a:pt x="0" y="30"/>
                      <a:pt x="0" y="67"/>
                    </a:cubicBezTo>
                    <a:cubicBezTo>
                      <a:pt x="0" y="105"/>
                      <a:pt x="30" y="135"/>
                      <a:pt x="67" y="135"/>
                    </a:cubicBezTo>
                    <a:cubicBezTo>
                      <a:pt x="105" y="135"/>
                      <a:pt x="135" y="105"/>
                      <a:pt x="135" y="67"/>
                    </a:cubicBezTo>
                    <a:cubicBezTo>
                      <a:pt x="135" y="30"/>
                      <a:pt x="105" y="0"/>
                      <a:pt x="67" y="0"/>
                    </a:cubicBezTo>
                    <a:close/>
                    <a:moveTo>
                      <a:pt x="67" y="116"/>
                    </a:moveTo>
                    <a:cubicBezTo>
                      <a:pt x="40" y="116"/>
                      <a:pt x="19" y="94"/>
                      <a:pt x="19" y="67"/>
                    </a:cubicBezTo>
                    <a:cubicBezTo>
                      <a:pt x="19" y="40"/>
                      <a:pt x="40" y="18"/>
                      <a:pt x="67" y="18"/>
                    </a:cubicBezTo>
                    <a:cubicBezTo>
                      <a:pt x="94" y="18"/>
                      <a:pt x="116" y="40"/>
                      <a:pt x="116" y="67"/>
                    </a:cubicBezTo>
                    <a:cubicBezTo>
                      <a:pt x="116" y="94"/>
                      <a:pt x="94" y="116"/>
                      <a:pt x="67" y="116"/>
                    </a:cubicBezTo>
                    <a:close/>
                  </a:path>
                </a:pathLst>
              </a:custGeom>
              <a:solidFill>
                <a:srgbClr val="B0C5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833" name="Freeform 338">
                <a:extLst>
                  <a:ext uri="{FF2B5EF4-FFF2-40B4-BE49-F238E27FC236}">
                    <a16:creationId xmlns:a16="http://schemas.microsoft.com/office/drawing/2014/main" id="{A5A98221-8119-4966-8F13-6729ABE3BDC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841" y="2558"/>
                <a:ext cx="161" cy="162"/>
              </a:xfrm>
              <a:custGeom>
                <a:avLst/>
                <a:gdLst>
                  <a:gd name="T0" fmla="*/ 221 w 97"/>
                  <a:gd name="T1" fmla="*/ 0 h 98"/>
                  <a:gd name="T2" fmla="*/ 0 w 97"/>
                  <a:gd name="T3" fmla="*/ 222 h 98"/>
                  <a:gd name="T4" fmla="*/ 221 w 97"/>
                  <a:gd name="T5" fmla="*/ 443 h 98"/>
                  <a:gd name="T6" fmla="*/ 443 w 97"/>
                  <a:gd name="T7" fmla="*/ 222 h 98"/>
                  <a:gd name="T8" fmla="*/ 221 w 97"/>
                  <a:gd name="T9" fmla="*/ 0 h 98"/>
                  <a:gd name="T10" fmla="*/ 221 w 97"/>
                  <a:gd name="T11" fmla="*/ 339 h 98"/>
                  <a:gd name="T12" fmla="*/ 101 w 97"/>
                  <a:gd name="T13" fmla="*/ 222 h 98"/>
                  <a:gd name="T14" fmla="*/ 221 w 97"/>
                  <a:gd name="T15" fmla="*/ 104 h 98"/>
                  <a:gd name="T16" fmla="*/ 342 w 97"/>
                  <a:gd name="T17" fmla="*/ 222 h 98"/>
                  <a:gd name="T18" fmla="*/ 221 w 97"/>
                  <a:gd name="T19" fmla="*/ 339 h 9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97" h="98">
                    <a:moveTo>
                      <a:pt x="48" y="0"/>
                    </a:moveTo>
                    <a:cubicBezTo>
                      <a:pt x="21" y="0"/>
                      <a:pt x="0" y="22"/>
                      <a:pt x="0" y="49"/>
                    </a:cubicBezTo>
                    <a:cubicBezTo>
                      <a:pt x="0" y="76"/>
                      <a:pt x="21" y="98"/>
                      <a:pt x="48" y="98"/>
                    </a:cubicBezTo>
                    <a:cubicBezTo>
                      <a:pt x="75" y="98"/>
                      <a:pt x="97" y="76"/>
                      <a:pt x="97" y="49"/>
                    </a:cubicBezTo>
                    <a:cubicBezTo>
                      <a:pt x="97" y="22"/>
                      <a:pt x="75" y="0"/>
                      <a:pt x="48" y="0"/>
                    </a:cubicBezTo>
                    <a:close/>
                    <a:moveTo>
                      <a:pt x="48" y="75"/>
                    </a:moveTo>
                    <a:cubicBezTo>
                      <a:pt x="34" y="75"/>
                      <a:pt x="22" y="64"/>
                      <a:pt x="22" y="49"/>
                    </a:cubicBezTo>
                    <a:cubicBezTo>
                      <a:pt x="22" y="35"/>
                      <a:pt x="34" y="23"/>
                      <a:pt x="48" y="23"/>
                    </a:cubicBezTo>
                    <a:cubicBezTo>
                      <a:pt x="63" y="23"/>
                      <a:pt x="75" y="35"/>
                      <a:pt x="75" y="49"/>
                    </a:cubicBezTo>
                    <a:cubicBezTo>
                      <a:pt x="75" y="64"/>
                      <a:pt x="63" y="75"/>
                      <a:pt x="48" y="75"/>
                    </a:cubicBezTo>
                    <a:close/>
                  </a:path>
                </a:pathLst>
              </a:custGeom>
              <a:solidFill>
                <a:srgbClr val="D4E0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834" name="Oval 339">
                <a:extLst>
                  <a:ext uri="{FF2B5EF4-FFF2-40B4-BE49-F238E27FC236}">
                    <a16:creationId xmlns:a16="http://schemas.microsoft.com/office/drawing/2014/main" id="{C5E1ADD8-BE3F-44A9-8CEB-85169D6ECE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78" y="2596"/>
                <a:ext cx="88" cy="86"/>
              </a:xfrm>
              <a:prstGeom prst="ellipse">
                <a:avLst/>
              </a:prstGeom>
              <a:solidFill>
                <a:srgbClr val="EEF0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835" name="Freeform 340">
                <a:extLst>
                  <a:ext uri="{FF2B5EF4-FFF2-40B4-BE49-F238E27FC236}">
                    <a16:creationId xmlns:a16="http://schemas.microsoft.com/office/drawing/2014/main" id="{A8D4E5FE-61BC-4331-9230-6241C976464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053" y="2528"/>
                <a:ext cx="224" cy="223"/>
              </a:xfrm>
              <a:custGeom>
                <a:avLst/>
                <a:gdLst>
                  <a:gd name="T0" fmla="*/ 305 w 135"/>
                  <a:gd name="T1" fmla="*/ 608 h 135"/>
                  <a:gd name="T2" fmla="*/ 617 w 135"/>
                  <a:gd name="T3" fmla="*/ 302 h 135"/>
                  <a:gd name="T4" fmla="*/ 305 w 135"/>
                  <a:gd name="T5" fmla="*/ 0 h 135"/>
                  <a:gd name="T6" fmla="*/ 0 w 135"/>
                  <a:gd name="T7" fmla="*/ 302 h 135"/>
                  <a:gd name="T8" fmla="*/ 305 w 135"/>
                  <a:gd name="T9" fmla="*/ 608 h 135"/>
                  <a:gd name="T10" fmla="*/ 305 w 135"/>
                  <a:gd name="T11" fmla="*/ 83 h 135"/>
                  <a:gd name="T12" fmla="*/ 529 w 135"/>
                  <a:gd name="T13" fmla="*/ 302 h 135"/>
                  <a:gd name="T14" fmla="*/ 305 w 135"/>
                  <a:gd name="T15" fmla="*/ 524 h 135"/>
                  <a:gd name="T16" fmla="*/ 88 w 135"/>
                  <a:gd name="T17" fmla="*/ 302 h 135"/>
                  <a:gd name="T18" fmla="*/ 305 w 135"/>
                  <a:gd name="T19" fmla="*/ 83 h 13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35" h="135">
                    <a:moveTo>
                      <a:pt x="67" y="135"/>
                    </a:moveTo>
                    <a:cubicBezTo>
                      <a:pt x="105" y="135"/>
                      <a:pt x="135" y="105"/>
                      <a:pt x="135" y="67"/>
                    </a:cubicBezTo>
                    <a:cubicBezTo>
                      <a:pt x="135" y="30"/>
                      <a:pt x="105" y="0"/>
                      <a:pt x="67" y="0"/>
                    </a:cubicBezTo>
                    <a:cubicBezTo>
                      <a:pt x="30" y="0"/>
                      <a:pt x="0" y="30"/>
                      <a:pt x="0" y="67"/>
                    </a:cubicBezTo>
                    <a:cubicBezTo>
                      <a:pt x="0" y="105"/>
                      <a:pt x="30" y="135"/>
                      <a:pt x="67" y="135"/>
                    </a:cubicBezTo>
                    <a:close/>
                    <a:moveTo>
                      <a:pt x="67" y="18"/>
                    </a:moveTo>
                    <a:cubicBezTo>
                      <a:pt x="95" y="18"/>
                      <a:pt x="116" y="40"/>
                      <a:pt x="116" y="67"/>
                    </a:cubicBezTo>
                    <a:cubicBezTo>
                      <a:pt x="116" y="94"/>
                      <a:pt x="95" y="116"/>
                      <a:pt x="67" y="116"/>
                    </a:cubicBezTo>
                    <a:cubicBezTo>
                      <a:pt x="40" y="116"/>
                      <a:pt x="19" y="94"/>
                      <a:pt x="19" y="67"/>
                    </a:cubicBezTo>
                    <a:cubicBezTo>
                      <a:pt x="19" y="40"/>
                      <a:pt x="40" y="18"/>
                      <a:pt x="67" y="18"/>
                    </a:cubicBezTo>
                    <a:close/>
                  </a:path>
                </a:pathLst>
              </a:custGeom>
              <a:solidFill>
                <a:srgbClr val="B0C5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836" name="Freeform 341">
                <a:extLst>
                  <a:ext uri="{FF2B5EF4-FFF2-40B4-BE49-F238E27FC236}">
                    <a16:creationId xmlns:a16="http://schemas.microsoft.com/office/drawing/2014/main" id="{AF96B914-F3DE-48C1-B7C6-B9EDF8248D8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085" y="2558"/>
                <a:ext cx="161" cy="162"/>
              </a:xfrm>
              <a:custGeom>
                <a:avLst/>
                <a:gdLst>
                  <a:gd name="T0" fmla="*/ 221 w 97"/>
                  <a:gd name="T1" fmla="*/ 443 h 98"/>
                  <a:gd name="T2" fmla="*/ 443 w 97"/>
                  <a:gd name="T3" fmla="*/ 222 h 98"/>
                  <a:gd name="T4" fmla="*/ 221 w 97"/>
                  <a:gd name="T5" fmla="*/ 0 h 98"/>
                  <a:gd name="T6" fmla="*/ 0 w 97"/>
                  <a:gd name="T7" fmla="*/ 222 h 98"/>
                  <a:gd name="T8" fmla="*/ 221 w 97"/>
                  <a:gd name="T9" fmla="*/ 443 h 98"/>
                  <a:gd name="T10" fmla="*/ 221 w 97"/>
                  <a:gd name="T11" fmla="*/ 104 h 98"/>
                  <a:gd name="T12" fmla="*/ 342 w 97"/>
                  <a:gd name="T13" fmla="*/ 222 h 98"/>
                  <a:gd name="T14" fmla="*/ 221 w 97"/>
                  <a:gd name="T15" fmla="*/ 339 h 98"/>
                  <a:gd name="T16" fmla="*/ 101 w 97"/>
                  <a:gd name="T17" fmla="*/ 222 h 98"/>
                  <a:gd name="T18" fmla="*/ 221 w 97"/>
                  <a:gd name="T19" fmla="*/ 104 h 9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97" h="98">
                    <a:moveTo>
                      <a:pt x="48" y="98"/>
                    </a:moveTo>
                    <a:cubicBezTo>
                      <a:pt x="76" y="98"/>
                      <a:pt x="97" y="76"/>
                      <a:pt x="97" y="49"/>
                    </a:cubicBezTo>
                    <a:cubicBezTo>
                      <a:pt x="97" y="22"/>
                      <a:pt x="76" y="0"/>
                      <a:pt x="48" y="0"/>
                    </a:cubicBezTo>
                    <a:cubicBezTo>
                      <a:pt x="21" y="0"/>
                      <a:pt x="0" y="22"/>
                      <a:pt x="0" y="49"/>
                    </a:cubicBezTo>
                    <a:cubicBezTo>
                      <a:pt x="0" y="76"/>
                      <a:pt x="21" y="98"/>
                      <a:pt x="48" y="98"/>
                    </a:cubicBezTo>
                    <a:close/>
                    <a:moveTo>
                      <a:pt x="48" y="23"/>
                    </a:moveTo>
                    <a:cubicBezTo>
                      <a:pt x="63" y="23"/>
                      <a:pt x="75" y="35"/>
                      <a:pt x="75" y="49"/>
                    </a:cubicBezTo>
                    <a:cubicBezTo>
                      <a:pt x="75" y="64"/>
                      <a:pt x="63" y="75"/>
                      <a:pt x="48" y="75"/>
                    </a:cubicBezTo>
                    <a:cubicBezTo>
                      <a:pt x="34" y="75"/>
                      <a:pt x="22" y="64"/>
                      <a:pt x="22" y="49"/>
                    </a:cubicBezTo>
                    <a:cubicBezTo>
                      <a:pt x="22" y="35"/>
                      <a:pt x="34" y="23"/>
                      <a:pt x="48" y="23"/>
                    </a:cubicBezTo>
                    <a:close/>
                  </a:path>
                </a:pathLst>
              </a:custGeom>
              <a:solidFill>
                <a:srgbClr val="D4E0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837" name="Oval 342">
                <a:extLst>
                  <a:ext uri="{FF2B5EF4-FFF2-40B4-BE49-F238E27FC236}">
                    <a16:creationId xmlns:a16="http://schemas.microsoft.com/office/drawing/2014/main" id="{3C57C861-848F-4230-9544-206341CF42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21" y="2596"/>
                <a:ext cx="88" cy="86"/>
              </a:xfrm>
              <a:prstGeom prst="ellipse">
                <a:avLst/>
              </a:prstGeom>
              <a:solidFill>
                <a:srgbClr val="EEF0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838" name="Freeform 343">
                <a:extLst>
                  <a:ext uri="{FF2B5EF4-FFF2-40B4-BE49-F238E27FC236}">
                    <a16:creationId xmlns:a16="http://schemas.microsoft.com/office/drawing/2014/main" id="{1DFB5F6E-7CE7-429F-9263-FB1C513A17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7" y="2535"/>
                <a:ext cx="76" cy="185"/>
              </a:xfrm>
              <a:custGeom>
                <a:avLst/>
                <a:gdLst>
                  <a:gd name="T0" fmla="*/ 0 w 46"/>
                  <a:gd name="T1" fmla="*/ 284 h 112"/>
                  <a:gd name="T2" fmla="*/ 96 w 46"/>
                  <a:gd name="T3" fmla="*/ 505 h 112"/>
                  <a:gd name="T4" fmla="*/ 117 w 46"/>
                  <a:gd name="T5" fmla="*/ 401 h 112"/>
                  <a:gd name="T6" fmla="*/ 84 w 46"/>
                  <a:gd name="T7" fmla="*/ 284 h 112"/>
                  <a:gd name="T8" fmla="*/ 185 w 46"/>
                  <a:gd name="T9" fmla="*/ 97 h 112"/>
                  <a:gd name="T10" fmla="*/ 208 w 46"/>
                  <a:gd name="T11" fmla="*/ 0 h 112"/>
                  <a:gd name="T12" fmla="*/ 0 w 46"/>
                  <a:gd name="T13" fmla="*/ 284 h 1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6" h="112">
                    <a:moveTo>
                      <a:pt x="0" y="63"/>
                    </a:moveTo>
                    <a:cubicBezTo>
                      <a:pt x="0" y="83"/>
                      <a:pt x="8" y="100"/>
                      <a:pt x="21" y="112"/>
                    </a:cubicBezTo>
                    <a:cubicBezTo>
                      <a:pt x="23" y="104"/>
                      <a:pt x="24" y="97"/>
                      <a:pt x="26" y="89"/>
                    </a:cubicBezTo>
                    <a:cubicBezTo>
                      <a:pt x="21" y="81"/>
                      <a:pt x="19" y="73"/>
                      <a:pt x="19" y="63"/>
                    </a:cubicBezTo>
                    <a:cubicBezTo>
                      <a:pt x="19" y="46"/>
                      <a:pt x="28" y="31"/>
                      <a:pt x="41" y="22"/>
                    </a:cubicBezTo>
                    <a:cubicBezTo>
                      <a:pt x="43" y="14"/>
                      <a:pt x="44" y="7"/>
                      <a:pt x="46" y="0"/>
                    </a:cubicBezTo>
                    <a:cubicBezTo>
                      <a:pt x="19" y="9"/>
                      <a:pt x="0" y="34"/>
                      <a:pt x="0" y="63"/>
                    </a:cubicBezTo>
                    <a:close/>
                  </a:path>
                </a:pathLst>
              </a:custGeom>
              <a:solidFill>
                <a:srgbClr val="B0C5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839" name="Freeform 344">
                <a:extLst>
                  <a:ext uri="{FF2B5EF4-FFF2-40B4-BE49-F238E27FC236}">
                    <a16:creationId xmlns:a16="http://schemas.microsoft.com/office/drawing/2014/main" id="{D24818F9-6504-45A2-B019-77BED28E0B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9" y="2571"/>
                <a:ext cx="36" cy="111"/>
              </a:xfrm>
              <a:custGeom>
                <a:avLst/>
                <a:gdLst>
                  <a:gd name="T0" fmla="*/ 0 w 22"/>
                  <a:gd name="T1" fmla="*/ 187 h 67"/>
                  <a:gd name="T2" fmla="*/ 29 w 22"/>
                  <a:gd name="T3" fmla="*/ 305 h 67"/>
                  <a:gd name="T4" fmla="*/ 67 w 22"/>
                  <a:gd name="T5" fmla="*/ 146 h 67"/>
                  <a:gd name="T6" fmla="*/ 97 w 22"/>
                  <a:gd name="T7" fmla="*/ 0 h 67"/>
                  <a:gd name="T8" fmla="*/ 0 w 22"/>
                  <a:gd name="T9" fmla="*/ 187 h 6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67">
                    <a:moveTo>
                      <a:pt x="0" y="41"/>
                    </a:moveTo>
                    <a:cubicBezTo>
                      <a:pt x="0" y="51"/>
                      <a:pt x="2" y="59"/>
                      <a:pt x="7" y="67"/>
                    </a:cubicBezTo>
                    <a:cubicBezTo>
                      <a:pt x="9" y="55"/>
                      <a:pt x="12" y="44"/>
                      <a:pt x="15" y="32"/>
                    </a:cubicBezTo>
                    <a:cubicBezTo>
                      <a:pt x="17" y="21"/>
                      <a:pt x="20" y="11"/>
                      <a:pt x="22" y="0"/>
                    </a:cubicBezTo>
                    <a:cubicBezTo>
                      <a:pt x="9" y="9"/>
                      <a:pt x="0" y="24"/>
                      <a:pt x="0" y="41"/>
                    </a:cubicBezTo>
                    <a:close/>
                  </a:path>
                </a:pathLst>
              </a:custGeom>
              <a:solidFill>
                <a:srgbClr val="D4E0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840" name="Freeform 345">
                <a:extLst>
                  <a:ext uri="{FF2B5EF4-FFF2-40B4-BE49-F238E27FC236}">
                    <a16:creationId xmlns:a16="http://schemas.microsoft.com/office/drawing/2014/main" id="{DB397814-FFAF-402A-8768-824A46B08D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7" y="2794"/>
                <a:ext cx="43" cy="172"/>
              </a:xfrm>
              <a:custGeom>
                <a:avLst/>
                <a:gdLst>
                  <a:gd name="T0" fmla="*/ 117 w 26"/>
                  <a:gd name="T1" fmla="*/ 230 h 104"/>
                  <a:gd name="T2" fmla="*/ 8 w 26"/>
                  <a:gd name="T3" fmla="*/ 0 h 104"/>
                  <a:gd name="T4" fmla="*/ 8 w 26"/>
                  <a:gd name="T5" fmla="*/ 131 h 104"/>
                  <a:gd name="T6" fmla="*/ 33 w 26"/>
                  <a:gd name="T7" fmla="*/ 230 h 104"/>
                  <a:gd name="T8" fmla="*/ 5 w 26"/>
                  <a:gd name="T9" fmla="*/ 339 h 104"/>
                  <a:gd name="T10" fmla="*/ 0 w 26"/>
                  <a:gd name="T11" fmla="*/ 470 h 104"/>
                  <a:gd name="T12" fmla="*/ 117 w 26"/>
                  <a:gd name="T13" fmla="*/ 230 h 10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" h="104">
                    <a:moveTo>
                      <a:pt x="26" y="51"/>
                    </a:moveTo>
                    <a:cubicBezTo>
                      <a:pt x="26" y="30"/>
                      <a:pt x="17" y="12"/>
                      <a:pt x="2" y="0"/>
                    </a:cubicBezTo>
                    <a:cubicBezTo>
                      <a:pt x="2" y="9"/>
                      <a:pt x="2" y="19"/>
                      <a:pt x="2" y="29"/>
                    </a:cubicBezTo>
                    <a:cubicBezTo>
                      <a:pt x="5" y="35"/>
                      <a:pt x="7" y="43"/>
                      <a:pt x="7" y="51"/>
                    </a:cubicBezTo>
                    <a:cubicBezTo>
                      <a:pt x="7" y="59"/>
                      <a:pt x="5" y="68"/>
                      <a:pt x="1" y="75"/>
                    </a:cubicBezTo>
                    <a:cubicBezTo>
                      <a:pt x="0" y="85"/>
                      <a:pt x="0" y="94"/>
                      <a:pt x="0" y="104"/>
                    </a:cubicBezTo>
                    <a:cubicBezTo>
                      <a:pt x="16" y="91"/>
                      <a:pt x="26" y="72"/>
                      <a:pt x="26" y="51"/>
                    </a:cubicBezTo>
                    <a:close/>
                  </a:path>
                </a:pathLst>
              </a:custGeom>
              <a:solidFill>
                <a:srgbClr val="B0C5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841" name="Freeform 346">
                <a:extLst>
                  <a:ext uri="{FF2B5EF4-FFF2-40B4-BE49-F238E27FC236}">
                    <a16:creationId xmlns:a16="http://schemas.microsoft.com/office/drawing/2014/main" id="{B887F40A-4D85-49CD-A06D-FE42566845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8" y="2842"/>
                <a:ext cx="10" cy="76"/>
              </a:xfrm>
              <a:custGeom>
                <a:avLst/>
                <a:gdLst>
                  <a:gd name="T0" fmla="*/ 5 w 6"/>
                  <a:gd name="T1" fmla="*/ 0 h 46"/>
                  <a:gd name="T2" fmla="*/ 0 w 6"/>
                  <a:gd name="T3" fmla="*/ 208 h 46"/>
                  <a:gd name="T4" fmla="*/ 28 w 6"/>
                  <a:gd name="T5" fmla="*/ 97 h 46"/>
                  <a:gd name="T6" fmla="*/ 5 w 6"/>
                  <a:gd name="T7" fmla="*/ 0 h 4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46">
                    <a:moveTo>
                      <a:pt x="1" y="0"/>
                    </a:moveTo>
                    <a:cubicBezTo>
                      <a:pt x="1" y="15"/>
                      <a:pt x="0" y="30"/>
                      <a:pt x="0" y="46"/>
                    </a:cubicBezTo>
                    <a:cubicBezTo>
                      <a:pt x="4" y="39"/>
                      <a:pt x="6" y="30"/>
                      <a:pt x="6" y="22"/>
                    </a:cubicBezTo>
                    <a:cubicBezTo>
                      <a:pt x="6" y="14"/>
                      <a:pt x="4" y="6"/>
                      <a:pt x="1" y="0"/>
                    </a:cubicBezTo>
                    <a:close/>
                  </a:path>
                </a:pathLst>
              </a:custGeom>
              <a:solidFill>
                <a:srgbClr val="D4E0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842" name="Freeform 347">
                <a:extLst>
                  <a:ext uri="{FF2B5EF4-FFF2-40B4-BE49-F238E27FC236}">
                    <a16:creationId xmlns:a16="http://schemas.microsoft.com/office/drawing/2014/main" id="{9811BD3C-AF52-44D4-BAF1-81DFAA0F0B8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810" y="2766"/>
                <a:ext cx="224" cy="223"/>
              </a:xfrm>
              <a:custGeom>
                <a:avLst/>
                <a:gdLst>
                  <a:gd name="T0" fmla="*/ 305 w 135"/>
                  <a:gd name="T1" fmla="*/ 0 h 135"/>
                  <a:gd name="T2" fmla="*/ 0 w 135"/>
                  <a:gd name="T3" fmla="*/ 306 h 135"/>
                  <a:gd name="T4" fmla="*/ 305 w 135"/>
                  <a:gd name="T5" fmla="*/ 608 h 135"/>
                  <a:gd name="T6" fmla="*/ 617 w 135"/>
                  <a:gd name="T7" fmla="*/ 306 h 135"/>
                  <a:gd name="T8" fmla="*/ 305 w 135"/>
                  <a:gd name="T9" fmla="*/ 0 h 135"/>
                  <a:gd name="T10" fmla="*/ 305 w 135"/>
                  <a:gd name="T11" fmla="*/ 527 h 135"/>
                  <a:gd name="T12" fmla="*/ 88 w 135"/>
                  <a:gd name="T13" fmla="*/ 306 h 135"/>
                  <a:gd name="T14" fmla="*/ 305 w 135"/>
                  <a:gd name="T15" fmla="*/ 84 h 135"/>
                  <a:gd name="T16" fmla="*/ 529 w 135"/>
                  <a:gd name="T17" fmla="*/ 306 h 135"/>
                  <a:gd name="T18" fmla="*/ 305 w 135"/>
                  <a:gd name="T19" fmla="*/ 527 h 13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35" h="135">
                    <a:moveTo>
                      <a:pt x="67" y="0"/>
                    </a:moveTo>
                    <a:cubicBezTo>
                      <a:pt x="30" y="0"/>
                      <a:pt x="0" y="30"/>
                      <a:pt x="0" y="68"/>
                    </a:cubicBezTo>
                    <a:cubicBezTo>
                      <a:pt x="0" y="105"/>
                      <a:pt x="30" y="135"/>
                      <a:pt x="67" y="135"/>
                    </a:cubicBezTo>
                    <a:cubicBezTo>
                      <a:pt x="105" y="135"/>
                      <a:pt x="135" y="105"/>
                      <a:pt x="135" y="68"/>
                    </a:cubicBezTo>
                    <a:cubicBezTo>
                      <a:pt x="135" y="30"/>
                      <a:pt x="105" y="0"/>
                      <a:pt x="67" y="0"/>
                    </a:cubicBezTo>
                    <a:close/>
                    <a:moveTo>
                      <a:pt x="67" y="117"/>
                    </a:moveTo>
                    <a:cubicBezTo>
                      <a:pt x="40" y="117"/>
                      <a:pt x="19" y="95"/>
                      <a:pt x="19" y="68"/>
                    </a:cubicBezTo>
                    <a:cubicBezTo>
                      <a:pt x="19" y="41"/>
                      <a:pt x="40" y="19"/>
                      <a:pt x="67" y="19"/>
                    </a:cubicBezTo>
                    <a:cubicBezTo>
                      <a:pt x="94" y="19"/>
                      <a:pt x="116" y="41"/>
                      <a:pt x="116" y="68"/>
                    </a:cubicBezTo>
                    <a:cubicBezTo>
                      <a:pt x="116" y="95"/>
                      <a:pt x="94" y="117"/>
                      <a:pt x="67" y="117"/>
                    </a:cubicBezTo>
                    <a:close/>
                  </a:path>
                </a:pathLst>
              </a:custGeom>
              <a:solidFill>
                <a:srgbClr val="B0C5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843" name="Freeform 348">
                <a:extLst>
                  <a:ext uri="{FF2B5EF4-FFF2-40B4-BE49-F238E27FC236}">
                    <a16:creationId xmlns:a16="http://schemas.microsoft.com/office/drawing/2014/main" id="{21471A6A-9653-40D8-9D2F-F5991F45B7B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841" y="2798"/>
                <a:ext cx="161" cy="161"/>
              </a:xfrm>
              <a:custGeom>
                <a:avLst/>
                <a:gdLst>
                  <a:gd name="T0" fmla="*/ 221 w 97"/>
                  <a:gd name="T1" fmla="*/ 0 h 98"/>
                  <a:gd name="T2" fmla="*/ 0 w 97"/>
                  <a:gd name="T3" fmla="*/ 219 h 98"/>
                  <a:gd name="T4" fmla="*/ 221 w 97"/>
                  <a:gd name="T5" fmla="*/ 435 h 98"/>
                  <a:gd name="T6" fmla="*/ 443 w 97"/>
                  <a:gd name="T7" fmla="*/ 219 h 98"/>
                  <a:gd name="T8" fmla="*/ 221 w 97"/>
                  <a:gd name="T9" fmla="*/ 0 h 98"/>
                  <a:gd name="T10" fmla="*/ 221 w 97"/>
                  <a:gd name="T11" fmla="*/ 332 h 98"/>
                  <a:gd name="T12" fmla="*/ 101 w 97"/>
                  <a:gd name="T13" fmla="*/ 219 h 98"/>
                  <a:gd name="T14" fmla="*/ 221 w 97"/>
                  <a:gd name="T15" fmla="*/ 97 h 98"/>
                  <a:gd name="T16" fmla="*/ 342 w 97"/>
                  <a:gd name="T17" fmla="*/ 219 h 98"/>
                  <a:gd name="T18" fmla="*/ 221 w 97"/>
                  <a:gd name="T19" fmla="*/ 332 h 9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97" h="98">
                    <a:moveTo>
                      <a:pt x="48" y="0"/>
                    </a:moveTo>
                    <a:cubicBezTo>
                      <a:pt x="21" y="0"/>
                      <a:pt x="0" y="22"/>
                      <a:pt x="0" y="49"/>
                    </a:cubicBezTo>
                    <a:cubicBezTo>
                      <a:pt x="0" y="76"/>
                      <a:pt x="21" y="98"/>
                      <a:pt x="48" y="98"/>
                    </a:cubicBezTo>
                    <a:cubicBezTo>
                      <a:pt x="75" y="98"/>
                      <a:pt x="97" y="76"/>
                      <a:pt x="97" y="49"/>
                    </a:cubicBezTo>
                    <a:cubicBezTo>
                      <a:pt x="97" y="22"/>
                      <a:pt x="75" y="0"/>
                      <a:pt x="48" y="0"/>
                    </a:cubicBezTo>
                    <a:close/>
                    <a:moveTo>
                      <a:pt x="48" y="75"/>
                    </a:moveTo>
                    <a:cubicBezTo>
                      <a:pt x="34" y="75"/>
                      <a:pt x="22" y="63"/>
                      <a:pt x="22" y="49"/>
                    </a:cubicBezTo>
                    <a:cubicBezTo>
                      <a:pt x="22" y="34"/>
                      <a:pt x="34" y="22"/>
                      <a:pt x="48" y="22"/>
                    </a:cubicBezTo>
                    <a:cubicBezTo>
                      <a:pt x="63" y="22"/>
                      <a:pt x="75" y="34"/>
                      <a:pt x="75" y="49"/>
                    </a:cubicBezTo>
                    <a:cubicBezTo>
                      <a:pt x="75" y="63"/>
                      <a:pt x="63" y="75"/>
                      <a:pt x="48" y="75"/>
                    </a:cubicBezTo>
                    <a:close/>
                  </a:path>
                </a:pathLst>
              </a:custGeom>
              <a:solidFill>
                <a:srgbClr val="D4E0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844" name="Oval 349">
                <a:extLst>
                  <a:ext uri="{FF2B5EF4-FFF2-40B4-BE49-F238E27FC236}">
                    <a16:creationId xmlns:a16="http://schemas.microsoft.com/office/drawing/2014/main" id="{80D5DB74-C29A-4F5B-BCCD-9F079B311C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78" y="2834"/>
                <a:ext cx="88" cy="87"/>
              </a:xfrm>
              <a:prstGeom prst="ellipse">
                <a:avLst/>
              </a:prstGeom>
              <a:solidFill>
                <a:srgbClr val="EEF0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845" name="Freeform 350">
                <a:extLst>
                  <a:ext uri="{FF2B5EF4-FFF2-40B4-BE49-F238E27FC236}">
                    <a16:creationId xmlns:a16="http://schemas.microsoft.com/office/drawing/2014/main" id="{8BE4E4FA-7D05-412C-AFDD-3FA70B3C378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053" y="2766"/>
                <a:ext cx="224" cy="223"/>
              </a:xfrm>
              <a:custGeom>
                <a:avLst/>
                <a:gdLst>
                  <a:gd name="T0" fmla="*/ 305 w 135"/>
                  <a:gd name="T1" fmla="*/ 608 h 135"/>
                  <a:gd name="T2" fmla="*/ 617 w 135"/>
                  <a:gd name="T3" fmla="*/ 306 h 135"/>
                  <a:gd name="T4" fmla="*/ 305 w 135"/>
                  <a:gd name="T5" fmla="*/ 0 h 135"/>
                  <a:gd name="T6" fmla="*/ 0 w 135"/>
                  <a:gd name="T7" fmla="*/ 306 h 135"/>
                  <a:gd name="T8" fmla="*/ 305 w 135"/>
                  <a:gd name="T9" fmla="*/ 608 h 135"/>
                  <a:gd name="T10" fmla="*/ 305 w 135"/>
                  <a:gd name="T11" fmla="*/ 84 h 135"/>
                  <a:gd name="T12" fmla="*/ 529 w 135"/>
                  <a:gd name="T13" fmla="*/ 306 h 135"/>
                  <a:gd name="T14" fmla="*/ 305 w 135"/>
                  <a:gd name="T15" fmla="*/ 527 h 135"/>
                  <a:gd name="T16" fmla="*/ 88 w 135"/>
                  <a:gd name="T17" fmla="*/ 306 h 135"/>
                  <a:gd name="T18" fmla="*/ 305 w 135"/>
                  <a:gd name="T19" fmla="*/ 84 h 13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35" h="135">
                    <a:moveTo>
                      <a:pt x="67" y="135"/>
                    </a:moveTo>
                    <a:cubicBezTo>
                      <a:pt x="105" y="135"/>
                      <a:pt x="135" y="105"/>
                      <a:pt x="135" y="68"/>
                    </a:cubicBezTo>
                    <a:cubicBezTo>
                      <a:pt x="135" y="30"/>
                      <a:pt x="105" y="0"/>
                      <a:pt x="67" y="0"/>
                    </a:cubicBezTo>
                    <a:cubicBezTo>
                      <a:pt x="30" y="0"/>
                      <a:pt x="0" y="30"/>
                      <a:pt x="0" y="68"/>
                    </a:cubicBezTo>
                    <a:cubicBezTo>
                      <a:pt x="0" y="105"/>
                      <a:pt x="30" y="135"/>
                      <a:pt x="67" y="135"/>
                    </a:cubicBezTo>
                    <a:close/>
                    <a:moveTo>
                      <a:pt x="67" y="19"/>
                    </a:moveTo>
                    <a:cubicBezTo>
                      <a:pt x="95" y="19"/>
                      <a:pt x="116" y="41"/>
                      <a:pt x="116" y="68"/>
                    </a:cubicBezTo>
                    <a:cubicBezTo>
                      <a:pt x="116" y="95"/>
                      <a:pt x="95" y="117"/>
                      <a:pt x="67" y="117"/>
                    </a:cubicBezTo>
                    <a:cubicBezTo>
                      <a:pt x="40" y="117"/>
                      <a:pt x="19" y="95"/>
                      <a:pt x="19" y="68"/>
                    </a:cubicBezTo>
                    <a:cubicBezTo>
                      <a:pt x="19" y="41"/>
                      <a:pt x="40" y="19"/>
                      <a:pt x="67" y="19"/>
                    </a:cubicBezTo>
                    <a:close/>
                  </a:path>
                </a:pathLst>
              </a:custGeom>
              <a:solidFill>
                <a:srgbClr val="B0C5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846" name="Freeform 351">
                <a:extLst>
                  <a:ext uri="{FF2B5EF4-FFF2-40B4-BE49-F238E27FC236}">
                    <a16:creationId xmlns:a16="http://schemas.microsoft.com/office/drawing/2014/main" id="{DBFFB671-7D7F-474F-A893-CB49B923276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085" y="2798"/>
                <a:ext cx="161" cy="161"/>
              </a:xfrm>
              <a:custGeom>
                <a:avLst/>
                <a:gdLst>
                  <a:gd name="T0" fmla="*/ 221 w 97"/>
                  <a:gd name="T1" fmla="*/ 435 h 98"/>
                  <a:gd name="T2" fmla="*/ 443 w 97"/>
                  <a:gd name="T3" fmla="*/ 219 h 98"/>
                  <a:gd name="T4" fmla="*/ 221 w 97"/>
                  <a:gd name="T5" fmla="*/ 0 h 98"/>
                  <a:gd name="T6" fmla="*/ 0 w 97"/>
                  <a:gd name="T7" fmla="*/ 219 h 98"/>
                  <a:gd name="T8" fmla="*/ 221 w 97"/>
                  <a:gd name="T9" fmla="*/ 435 h 98"/>
                  <a:gd name="T10" fmla="*/ 221 w 97"/>
                  <a:gd name="T11" fmla="*/ 97 h 98"/>
                  <a:gd name="T12" fmla="*/ 342 w 97"/>
                  <a:gd name="T13" fmla="*/ 219 h 98"/>
                  <a:gd name="T14" fmla="*/ 221 w 97"/>
                  <a:gd name="T15" fmla="*/ 332 h 98"/>
                  <a:gd name="T16" fmla="*/ 101 w 97"/>
                  <a:gd name="T17" fmla="*/ 219 h 98"/>
                  <a:gd name="T18" fmla="*/ 221 w 97"/>
                  <a:gd name="T19" fmla="*/ 97 h 9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97" h="98">
                    <a:moveTo>
                      <a:pt x="48" y="98"/>
                    </a:moveTo>
                    <a:cubicBezTo>
                      <a:pt x="76" y="98"/>
                      <a:pt x="97" y="76"/>
                      <a:pt x="97" y="49"/>
                    </a:cubicBezTo>
                    <a:cubicBezTo>
                      <a:pt x="97" y="22"/>
                      <a:pt x="76" y="0"/>
                      <a:pt x="48" y="0"/>
                    </a:cubicBezTo>
                    <a:cubicBezTo>
                      <a:pt x="21" y="0"/>
                      <a:pt x="0" y="22"/>
                      <a:pt x="0" y="49"/>
                    </a:cubicBezTo>
                    <a:cubicBezTo>
                      <a:pt x="0" y="76"/>
                      <a:pt x="21" y="98"/>
                      <a:pt x="48" y="98"/>
                    </a:cubicBezTo>
                    <a:close/>
                    <a:moveTo>
                      <a:pt x="48" y="22"/>
                    </a:moveTo>
                    <a:cubicBezTo>
                      <a:pt x="63" y="22"/>
                      <a:pt x="75" y="34"/>
                      <a:pt x="75" y="49"/>
                    </a:cubicBezTo>
                    <a:cubicBezTo>
                      <a:pt x="75" y="63"/>
                      <a:pt x="63" y="75"/>
                      <a:pt x="48" y="75"/>
                    </a:cubicBezTo>
                    <a:cubicBezTo>
                      <a:pt x="34" y="75"/>
                      <a:pt x="22" y="63"/>
                      <a:pt x="22" y="49"/>
                    </a:cubicBezTo>
                    <a:cubicBezTo>
                      <a:pt x="22" y="34"/>
                      <a:pt x="34" y="22"/>
                      <a:pt x="48" y="22"/>
                    </a:cubicBezTo>
                    <a:close/>
                  </a:path>
                </a:pathLst>
              </a:custGeom>
              <a:solidFill>
                <a:srgbClr val="D4E0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847" name="Oval 352">
                <a:extLst>
                  <a:ext uri="{FF2B5EF4-FFF2-40B4-BE49-F238E27FC236}">
                    <a16:creationId xmlns:a16="http://schemas.microsoft.com/office/drawing/2014/main" id="{C5F9EA14-B349-4641-86E8-9EFCB55A0D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21" y="2834"/>
                <a:ext cx="88" cy="87"/>
              </a:xfrm>
              <a:prstGeom prst="ellipse">
                <a:avLst/>
              </a:prstGeom>
              <a:solidFill>
                <a:srgbClr val="EEF0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848" name="Freeform 353">
                <a:extLst>
                  <a:ext uri="{FF2B5EF4-FFF2-40B4-BE49-F238E27FC236}">
                    <a16:creationId xmlns:a16="http://schemas.microsoft.com/office/drawing/2014/main" id="{5F10413C-99D2-4F66-86E8-7B6F955839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7" y="2816"/>
                <a:ext cx="20" cy="105"/>
              </a:xfrm>
              <a:custGeom>
                <a:avLst/>
                <a:gdLst>
                  <a:gd name="T0" fmla="*/ 22 w 12"/>
                  <a:gd name="T1" fmla="*/ 282 h 64"/>
                  <a:gd name="T2" fmla="*/ 55 w 12"/>
                  <a:gd name="T3" fmla="*/ 0 h 64"/>
                  <a:gd name="T4" fmla="*/ 0 w 12"/>
                  <a:gd name="T5" fmla="*/ 167 h 64"/>
                  <a:gd name="T6" fmla="*/ 22 w 12"/>
                  <a:gd name="T7" fmla="*/ 282 h 6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64">
                    <a:moveTo>
                      <a:pt x="5" y="64"/>
                    </a:moveTo>
                    <a:cubicBezTo>
                      <a:pt x="7" y="44"/>
                      <a:pt x="9" y="22"/>
                      <a:pt x="12" y="0"/>
                    </a:cubicBezTo>
                    <a:cubicBezTo>
                      <a:pt x="4" y="11"/>
                      <a:pt x="0" y="24"/>
                      <a:pt x="0" y="38"/>
                    </a:cubicBezTo>
                    <a:cubicBezTo>
                      <a:pt x="0" y="47"/>
                      <a:pt x="2" y="56"/>
                      <a:pt x="5" y="64"/>
                    </a:cubicBezTo>
                    <a:close/>
                  </a:path>
                </a:pathLst>
              </a:custGeom>
              <a:solidFill>
                <a:srgbClr val="B0C5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849" name="Freeform 354">
                <a:extLst>
                  <a:ext uri="{FF2B5EF4-FFF2-40B4-BE49-F238E27FC236}">
                    <a16:creationId xmlns:a16="http://schemas.microsoft.com/office/drawing/2014/main" id="{E1492BA5-1CD6-455C-A834-CD7FA8BEBC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2" y="3025"/>
                <a:ext cx="58" cy="189"/>
              </a:xfrm>
              <a:custGeom>
                <a:avLst/>
                <a:gdLst>
                  <a:gd name="T0" fmla="*/ 159 w 35"/>
                  <a:gd name="T1" fmla="*/ 250 h 114"/>
                  <a:gd name="T2" fmla="*/ 33 w 35"/>
                  <a:gd name="T3" fmla="*/ 0 h 114"/>
                  <a:gd name="T4" fmla="*/ 28 w 35"/>
                  <a:gd name="T5" fmla="*/ 109 h 114"/>
                  <a:gd name="T6" fmla="*/ 75 w 35"/>
                  <a:gd name="T7" fmla="*/ 250 h 114"/>
                  <a:gd name="T8" fmla="*/ 5 w 35"/>
                  <a:gd name="T9" fmla="*/ 410 h 114"/>
                  <a:gd name="T10" fmla="*/ 0 w 35"/>
                  <a:gd name="T11" fmla="*/ 519 h 114"/>
                  <a:gd name="T12" fmla="*/ 159 w 35"/>
                  <a:gd name="T13" fmla="*/ 250 h 1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5" h="114">
                    <a:moveTo>
                      <a:pt x="35" y="55"/>
                    </a:moveTo>
                    <a:cubicBezTo>
                      <a:pt x="35" y="32"/>
                      <a:pt x="24" y="13"/>
                      <a:pt x="7" y="0"/>
                    </a:cubicBezTo>
                    <a:cubicBezTo>
                      <a:pt x="6" y="9"/>
                      <a:pt x="6" y="17"/>
                      <a:pt x="6" y="24"/>
                    </a:cubicBezTo>
                    <a:cubicBezTo>
                      <a:pt x="12" y="33"/>
                      <a:pt x="16" y="43"/>
                      <a:pt x="16" y="55"/>
                    </a:cubicBezTo>
                    <a:cubicBezTo>
                      <a:pt x="16" y="69"/>
                      <a:pt x="11" y="81"/>
                      <a:pt x="1" y="90"/>
                    </a:cubicBezTo>
                    <a:cubicBezTo>
                      <a:pt x="1" y="99"/>
                      <a:pt x="0" y="107"/>
                      <a:pt x="0" y="114"/>
                    </a:cubicBezTo>
                    <a:cubicBezTo>
                      <a:pt x="21" y="103"/>
                      <a:pt x="35" y="80"/>
                      <a:pt x="35" y="55"/>
                    </a:cubicBezTo>
                    <a:close/>
                  </a:path>
                </a:pathLst>
              </a:custGeom>
              <a:solidFill>
                <a:srgbClr val="B0C5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850" name="Freeform 355">
                <a:extLst>
                  <a:ext uri="{FF2B5EF4-FFF2-40B4-BE49-F238E27FC236}">
                    <a16:creationId xmlns:a16="http://schemas.microsoft.com/office/drawing/2014/main" id="{0575C7E7-FFE7-474E-82BD-E0C2E1AF54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3" y="3065"/>
                <a:ext cx="25" cy="109"/>
              </a:xfrm>
              <a:custGeom>
                <a:avLst/>
                <a:gdLst>
                  <a:gd name="T0" fmla="*/ 70 w 15"/>
                  <a:gd name="T1" fmla="*/ 139 h 66"/>
                  <a:gd name="T2" fmla="*/ 22 w 15"/>
                  <a:gd name="T3" fmla="*/ 0 h 66"/>
                  <a:gd name="T4" fmla="*/ 0 w 15"/>
                  <a:gd name="T5" fmla="*/ 297 h 66"/>
                  <a:gd name="T6" fmla="*/ 70 w 15"/>
                  <a:gd name="T7" fmla="*/ 139 h 6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66">
                    <a:moveTo>
                      <a:pt x="15" y="31"/>
                    </a:moveTo>
                    <a:cubicBezTo>
                      <a:pt x="15" y="19"/>
                      <a:pt x="11" y="9"/>
                      <a:pt x="5" y="0"/>
                    </a:cubicBezTo>
                    <a:cubicBezTo>
                      <a:pt x="3" y="24"/>
                      <a:pt x="2" y="47"/>
                      <a:pt x="0" y="66"/>
                    </a:cubicBezTo>
                    <a:cubicBezTo>
                      <a:pt x="10" y="57"/>
                      <a:pt x="15" y="45"/>
                      <a:pt x="15" y="31"/>
                    </a:cubicBezTo>
                    <a:close/>
                  </a:path>
                </a:pathLst>
              </a:custGeom>
              <a:solidFill>
                <a:srgbClr val="D4E0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851" name="Freeform 356">
                <a:extLst>
                  <a:ext uri="{FF2B5EF4-FFF2-40B4-BE49-F238E27FC236}">
                    <a16:creationId xmlns:a16="http://schemas.microsoft.com/office/drawing/2014/main" id="{598D3FC4-9C4E-4274-8D23-8DC60F49DB3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810" y="3006"/>
                <a:ext cx="224" cy="221"/>
              </a:xfrm>
              <a:custGeom>
                <a:avLst/>
                <a:gdLst>
                  <a:gd name="T0" fmla="*/ 305 w 135"/>
                  <a:gd name="T1" fmla="*/ 0 h 134"/>
                  <a:gd name="T2" fmla="*/ 0 w 135"/>
                  <a:gd name="T3" fmla="*/ 302 h 134"/>
                  <a:gd name="T4" fmla="*/ 305 w 135"/>
                  <a:gd name="T5" fmla="*/ 600 h 134"/>
                  <a:gd name="T6" fmla="*/ 617 w 135"/>
                  <a:gd name="T7" fmla="*/ 302 h 134"/>
                  <a:gd name="T8" fmla="*/ 305 w 135"/>
                  <a:gd name="T9" fmla="*/ 0 h 134"/>
                  <a:gd name="T10" fmla="*/ 305 w 135"/>
                  <a:gd name="T11" fmla="*/ 520 h 134"/>
                  <a:gd name="T12" fmla="*/ 88 w 135"/>
                  <a:gd name="T13" fmla="*/ 302 h 134"/>
                  <a:gd name="T14" fmla="*/ 305 w 135"/>
                  <a:gd name="T15" fmla="*/ 81 h 134"/>
                  <a:gd name="T16" fmla="*/ 529 w 135"/>
                  <a:gd name="T17" fmla="*/ 302 h 134"/>
                  <a:gd name="T18" fmla="*/ 305 w 135"/>
                  <a:gd name="T19" fmla="*/ 520 h 13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35" h="134">
                    <a:moveTo>
                      <a:pt x="67" y="0"/>
                    </a:moveTo>
                    <a:cubicBezTo>
                      <a:pt x="30" y="0"/>
                      <a:pt x="0" y="30"/>
                      <a:pt x="0" y="67"/>
                    </a:cubicBezTo>
                    <a:cubicBezTo>
                      <a:pt x="0" y="104"/>
                      <a:pt x="30" y="134"/>
                      <a:pt x="67" y="134"/>
                    </a:cubicBezTo>
                    <a:cubicBezTo>
                      <a:pt x="105" y="134"/>
                      <a:pt x="135" y="104"/>
                      <a:pt x="135" y="67"/>
                    </a:cubicBezTo>
                    <a:cubicBezTo>
                      <a:pt x="135" y="30"/>
                      <a:pt x="105" y="0"/>
                      <a:pt x="67" y="0"/>
                    </a:cubicBezTo>
                    <a:close/>
                    <a:moveTo>
                      <a:pt x="67" y="116"/>
                    </a:moveTo>
                    <a:cubicBezTo>
                      <a:pt x="40" y="116"/>
                      <a:pt x="19" y="94"/>
                      <a:pt x="19" y="67"/>
                    </a:cubicBezTo>
                    <a:cubicBezTo>
                      <a:pt x="19" y="40"/>
                      <a:pt x="40" y="18"/>
                      <a:pt x="67" y="18"/>
                    </a:cubicBezTo>
                    <a:cubicBezTo>
                      <a:pt x="94" y="18"/>
                      <a:pt x="116" y="40"/>
                      <a:pt x="116" y="67"/>
                    </a:cubicBezTo>
                    <a:cubicBezTo>
                      <a:pt x="116" y="94"/>
                      <a:pt x="94" y="116"/>
                      <a:pt x="67" y="116"/>
                    </a:cubicBezTo>
                    <a:close/>
                  </a:path>
                </a:pathLst>
              </a:custGeom>
              <a:solidFill>
                <a:srgbClr val="B0C5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852" name="Freeform 357">
                <a:extLst>
                  <a:ext uri="{FF2B5EF4-FFF2-40B4-BE49-F238E27FC236}">
                    <a16:creationId xmlns:a16="http://schemas.microsoft.com/office/drawing/2014/main" id="{8DBCD0AF-D299-403A-89C5-FEB2C79E234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841" y="3035"/>
                <a:ext cx="161" cy="162"/>
              </a:xfrm>
              <a:custGeom>
                <a:avLst/>
                <a:gdLst>
                  <a:gd name="T0" fmla="*/ 221 w 97"/>
                  <a:gd name="T1" fmla="*/ 0 h 98"/>
                  <a:gd name="T2" fmla="*/ 0 w 97"/>
                  <a:gd name="T3" fmla="*/ 222 h 98"/>
                  <a:gd name="T4" fmla="*/ 221 w 97"/>
                  <a:gd name="T5" fmla="*/ 443 h 98"/>
                  <a:gd name="T6" fmla="*/ 443 w 97"/>
                  <a:gd name="T7" fmla="*/ 222 h 98"/>
                  <a:gd name="T8" fmla="*/ 221 w 97"/>
                  <a:gd name="T9" fmla="*/ 0 h 98"/>
                  <a:gd name="T10" fmla="*/ 221 w 97"/>
                  <a:gd name="T11" fmla="*/ 339 h 98"/>
                  <a:gd name="T12" fmla="*/ 101 w 97"/>
                  <a:gd name="T13" fmla="*/ 222 h 98"/>
                  <a:gd name="T14" fmla="*/ 221 w 97"/>
                  <a:gd name="T15" fmla="*/ 104 h 98"/>
                  <a:gd name="T16" fmla="*/ 342 w 97"/>
                  <a:gd name="T17" fmla="*/ 222 h 98"/>
                  <a:gd name="T18" fmla="*/ 221 w 97"/>
                  <a:gd name="T19" fmla="*/ 339 h 9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97" h="98">
                    <a:moveTo>
                      <a:pt x="48" y="0"/>
                    </a:moveTo>
                    <a:cubicBezTo>
                      <a:pt x="21" y="0"/>
                      <a:pt x="0" y="22"/>
                      <a:pt x="0" y="49"/>
                    </a:cubicBezTo>
                    <a:cubicBezTo>
                      <a:pt x="0" y="76"/>
                      <a:pt x="21" y="98"/>
                      <a:pt x="48" y="98"/>
                    </a:cubicBezTo>
                    <a:cubicBezTo>
                      <a:pt x="75" y="98"/>
                      <a:pt x="97" y="76"/>
                      <a:pt x="97" y="49"/>
                    </a:cubicBezTo>
                    <a:cubicBezTo>
                      <a:pt x="97" y="22"/>
                      <a:pt x="75" y="0"/>
                      <a:pt x="48" y="0"/>
                    </a:cubicBezTo>
                    <a:close/>
                    <a:moveTo>
                      <a:pt x="48" y="75"/>
                    </a:moveTo>
                    <a:cubicBezTo>
                      <a:pt x="34" y="75"/>
                      <a:pt x="22" y="63"/>
                      <a:pt x="22" y="49"/>
                    </a:cubicBezTo>
                    <a:cubicBezTo>
                      <a:pt x="22" y="34"/>
                      <a:pt x="34" y="23"/>
                      <a:pt x="48" y="23"/>
                    </a:cubicBezTo>
                    <a:cubicBezTo>
                      <a:pt x="63" y="23"/>
                      <a:pt x="75" y="34"/>
                      <a:pt x="75" y="49"/>
                    </a:cubicBezTo>
                    <a:cubicBezTo>
                      <a:pt x="75" y="63"/>
                      <a:pt x="63" y="75"/>
                      <a:pt x="48" y="75"/>
                    </a:cubicBezTo>
                    <a:close/>
                  </a:path>
                </a:pathLst>
              </a:custGeom>
              <a:solidFill>
                <a:srgbClr val="D4E0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853" name="Oval 358">
                <a:extLst>
                  <a:ext uri="{FF2B5EF4-FFF2-40B4-BE49-F238E27FC236}">
                    <a16:creationId xmlns:a16="http://schemas.microsoft.com/office/drawing/2014/main" id="{4EC9E9D0-0809-4C83-AEAA-EA44B455B5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78" y="3073"/>
                <a:ext cx="88" cy="86"/>
              </a:xfrm>
              <a:prstGeom prst="ellipse">
                <a:avLst/>
              </a:prstGeom>
              <a:solidFill>
                <a:srgbClr val="EEF0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854" name="Freeform 359">
                <a:extLst>
                  <a:ext uri="{FF2B5EF4-FFF2-40B4-BE49-F238E27FC236}">
                    <a16:creationId xmlns:a16="http://schemas.microsoft.com/office/drawing/2014/main" id="{7D85816E-9767-4FEA-A1BC-F3BFD2A913D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053" y="3006"/>
                <a:ext cx="224" cy="221"/>
              </a:xfrm>
              <a:custGeom>
                <a:avLst/>
                <a:gdLst>
                  <a:gd name="T0" fmla="*/ 305 w 135"/>
                  <a:gd name="T1" fmla="*/ 600 h 134"/>
                  <a:gd name="T2" fmla="*/ 617 w 135"/>
                  <a:gd name="T3" fmla="*/ 302 h 134"/>
                  <a:gd name="T4" fmla="*/ 305 w 135"/>
                  <a:gd name="T5" fmla="*/ 0 h 134"/>
                  <a:gd name="T6" fmla="*/ 0 w 135"/>
                  <a:gd name="T7" fmla="*/ 302 h 134"/>
                  <a:gd name="T8" fmla="*/ 305 w 135"/>
                  <a:gd name="T9" fmla="*/ 600 h 134"/>
                  <a:gd name="T10" fmla="*/ 305 w 135"/>
                  <a:gd name="T11" fmla="*/ 81 h 134"/>
                  <a:gd name="T12" fmla="*/ 529 w 135"/>
                  <a:gd name="T13" fmla="*/ 302 h 134"/>
                  <a:gd name="T14" fmla="*/ 305 w 135"/>
                  <a:gd name="T15" fmla="*/ 520 h 134"/>
                  <a:gd name="T16" fmla="*/ 88 w 135"/>
                  <a:gd name="T17" fmla="*/ 302 h 134"/>
                  <a:gd name="T18" fmla="*/ 305 w 135"/>
                  <a:gd name="T19" fmla="*/ 81 h 13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35" h="134">
                    <a:moveTo>
                      <a:pt x="67" y="134"/>
                    </a:moveTo>
                    <a:cubicBezTo>
                      <a:pt x="105" y="134"/>
                      <a:pt x="135" y="104"/>
                      <a:pt x="135" y="67"/>
                    </a:cubicBezTo>
                    <a:cubicBezTo>
                      <a:pt x="135" y="30"/>
                      <a:pt x="105" y="0"/>
                      <a:pt x="67" y="0"/>
                    </a:cubicBezTo>
                    <a:cubicBezTo>
                      <a:pt x="30" y="0"/>
                      <a:pt x="0" y="30"/>
                      <a:pt x="0" y="67"/>
                    </a:cubicBezTo>
                    <a:cubicBezTo>
                      <a:pt x="0" y="104"/>
                      <a:pt x="30" y="134"/>
                      <a:pt x="67" y="134"/>
                    </a:cubicBezTo>
                    <a:close/>
                    <a:moveTo>
                      <a:pt x="67" y="18"/>
                    </a:moveTo>
                    <a:cubicBezTo>
                      <a:pt x="95" y="18"/>
                      <a:pt x="116" y="40"/>
                      <a:pt x="116" y="67"/>
                    </a:cubicBezTo>
                    <a:cubicBezTo>
                      <a:pt x="116" y="94"/>
                      <a:pt x="95" y="116"/>
                      <a:pt x="67" y="116"/>
                    </a:cubicBezTo>
                    <a:cubicBezTo>
                      <a:pt x="40" y="116"/>
                      <a:pt x="19" y="94"/>
                      <a:pt x="19" y="67"/>
                    </a:cubicBezTo>
                    <a:cubicBezTo>
                      <a:pt x="19" y="40"/>
                      <a:pt x="40" y="18"/>
                      <a:pt x="67" y="18"/>
                    </a:cubicBezTo>
                    <a:close/>
                  </a:path>
                </a:pathLst>
              </a:custGeom>
              <a:solidFill>
                <a:srgbClr val="B0C5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855" name="Freeform 360">
                <a:extLst>
                  <a:ext uri="{FF2B5EF4-FFF2-40B4-BE49-F238E27FC236}">
                    <a16:creationId xmlns:a16="http://schemas.microsoft.com/office/drawing/2014/main" id="{04EC6104-98EF-4A81-B061-EEF705B841F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085" y="3035"/>
                <a:ext cx="161" cy="162"/>
              </a:xfrm>
              <a:custGeom>
                <a:avLst/>
                <a:gdLst>
                  <a:gd name="T0" fmla="*/ 221 w 97"/>
                  <a:gd name="T1" fmla="*/ 443 h 98"/>
                  <a:gd name="T2" fmla="*/ 443 w 97"/>
                  <a:gd name="T3" fmla="*/ 222 h 98"/>
                  <a:gd name="T4" fmla="*/ 221 w 97"/>
                  <a:gd name="T5" fmla="*/ 0 h 98"/>
                  <a:gd name="T6" fmla="*/ 0 w 97"/>
                  <a:gd name="T7" fmla="*/ 222 h 98"/>
                  <a:gd name="T8" fmla="*/ 221 w 97"/>
                  <a:gd name="T9" fmla="*/ 443 h 98"/>
                  <a:gd name="T10" fmla="*/ 221 w 97"/>
                  <a:gd name="T11" fmla="*/ 104 h 98"/>
                  <a:gd name="T12" fmla="*/ 342 w 97"/>
                  <a:gd name="T13" fmla="*/ 222 h 98"/>
                  <a:gd name="T14" fmla="*/ 221 w 97"/>
                  <a:gd name="T15" fmla="*/ 339 h 98"/>
                  <a:gd name="T16" fmla="*/ 101 w 97"/>
                  <a:gd name="T17" fmla="*/ 222 h 98"/>
                  <a:gd name="T18" fmla="*/ 221 w 97"/>
                  <a:gd name="T19" fmla="*/ 104 h 9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97" h="98">
                    <a:moveTo>
                      <a:pt x="48" y="98"/>
                    </a:moveTo>
                    <a:cubicBezTo>
                      <a:pt x="76" y="98"/>
                      <a:pt x="97" y="76"/>
                      <a:pt x="97" y="49"/>
                    </a:cubicBezTo>
                    <a:cubicBezTo>
                      <a:pt x="97" y="22"/>
                      <a:pt x="76" y="0"/>
                      <a:pt x="48" y="0"/>
                    </a:cubicBezTo>
                    <a:cubicBezTo>
                      <a:pt x="21" y="0"/>
                      <a:pt x="0" y="22"/>
                      <a:pt x="0" y="49"/>
                    </a:cubicBezTo>
                    <a:cubicBezTo>
                      <a:pt x="0" y="76"/>
                      <a:pt x="21" y="98"/>
                      <a:pt x="48" y="98"/>
                    </a:cubicBezTo>
                    <a:close/>
                    <a:moveTo>
                      <a:pt x="48" y="23"/>
                    </a:moveTo>
                    <a:cubicBezTo>
                      <a:pt x="63" y="23"/>
                      <a:pt x="75" y="34"/>
                      <a:pt x="75" y="49"/>
                    </a:cubicBezTo>
                    <a:cubicBezTo>
                      <a:pt x="75" y="63"/>
                      <a:pt x="63" y="75"/>
                      <a:pt x="48" y="75"/>
                    </a:cubicBezTo>
                    <a:cubicBezTo>
                      <a:pt x="34" y="75"/>
                      <a:pt x="22" y="63"/>
                      <a:pt x="22" y="49"/>
                    </a:cubicBezTo>
                    <a:cubicBezTo>
                      <a:pt x="22" y="34"/>
                      <a:pt x="34" y="23"/>
                      <a:pt x="48" y="23"/>
                    </a:cubicBezTo>
                    <a:close/>
                  </a:path>
                </a:pathLst>
              </a:custGeom>
              <a:solidFill>
                <a:srgbClr val="D4E0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856" name="Oval 361">
                <a:extLst>
                  <a:ext uri="{FF2B5EF4-FFF2-40B4-BE49-F238E27FC236}">
                    <a16:creationId xmlns:a16="http://schemas.microsoft.com/office/drawing/2014/main" id="{011F47A8-E5A0-4739-B0BA-74E606BB77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21" y="3073"/>
                <a:ext cx="88" cy="86"/>
              </a:xfrm>
              <a:prstGeom prst="ellipse">
                <a:avLst/>
              </a:prstGeom>
              <a:solidFill>
                <a:srgbClr val="EEF0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857" name="Freeform 362">
                <a:extLst>
                  <a:ext uri="{FF2B5EF4-FFF2-40B4-BE49-F238E27FC236}">
                    <a16:creationId xmlns:a16="http://schemas.microsoft.com/office/drawing/2014/main" id="{D08D9AC1-114A-4B22-A958-5EB5FE62B2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7" y="3078"/>
                <a:ext cx="17" cy="96"/>
              </a:xfrm>
              <a:custGeom>
                <a:avLst/>
                <a:gdLst>
                  <a:gd name="T0" fmla="*/ 49 w 10"/>
                  <a:gd name="T1" fmla="*/ 263 h 58"/>
                  <a:gd name="T2" fmla="*/ 20 w 10"/>
                  <a:gd name="T3" fmla="*/ 0 h 58"/>
                  <a:gd name="T4" fmla="*/ 0 w 10"/>
                  <a:gd name="T5" fmla="*/ 104 h 58"/>
                  <a:gd name="T6" fmla="*/ 49 w 10"/>
                  <a:gd name="T7" fmla="*/ 263 h 5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58">
                    <a:moveTo>
                      <a:pt x="10" y="58"/>
                    </a:moveTo>
                    <a:cubicBezTo>
                      <a:pt x="8" y="41"/>
                      <a:pt x="6" y="22"/>
                      <a:pt x="4" y="0"/>
                    </a:cubicBezTo>
                    <a:cubicBezTo>
                      <a:pt x="2" y="7"/>
                      <a:pt x="0" y="15"/>
                      <a:pt x="0" y="23"/>
                    </a:cubicBezTo>
                    <a:cubicBezTo>
                      <a:pt x="0" y="36"/>
                      <a:pt x="4" y="47"/>
                      <a:pt x="10" y="58"/>
                    </a:cubicBezTo>
                    <a:close/>
                  </a:path>
                </a:pathLst>
              </a:custGeom>
              <a:solidFill>
                <a:srgbClr val="B0C5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858" name="Freeform 363">
                <a:extLst>
                  <a:ext uri="{FF2B5EF4-FFF2-40B4-BE49-F238E27FC236}">
                    <a16:creationId xmlns:a16="http://schemas.microsoft.com/office/drawing/2014/main" id="{6B520E06-CAF0-49DB-816B-E2AB7295B9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7" y="3255"/>
                <a:ext cx="43" cy="36"/>
              </a:xfrm>
              <a:custGeom>
                <a:avLst/>
                <a:gdLst>
                  <a:gd name="T0" fmla="*/ 5 w 26"/>
                  <a:gd name="T1" fmla="*/ 0 h 22"/>
                  <a:gd name="T2" fmla="*/ 0 w 26"/>
                  <a:gd name="T3" fmla="*/ 56 h 22"/>
                  <a:gd name="T4" fmla="*/ 117 w 26"/>
                  <a:gd name="T5" fmla="*/ 97 h 22"/>
                  <a:gd name="T6" fmla="*/ 5 w 26"/>
                  <a:gd name="T7" fmla="*/ 0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22">
                    <a:moveTo>
                      <a:pt x="1" y="0"/>
                    </a:moveTo>
                    <a:cubicBezTo>
                      <a:pt x="0" y="8"/>
                      <a:pt x="0" y="13"/>
                      <a:pt x="0" y="13"/>
                    </a:cubicBezTo>
                    <a:cubicBezTo>
                      <a:pt x="9" y="16"/>
                      <a:pt x="17" y="19"/>
                      <a:pt x="26" y="22"/>
                    </a:cubicBezTo>
                    <a:cubicBezTo>
                      <a:pt x="19" y="13"/>
                      <a:pt x="11" y="5"/>
                      <a:pt x="1" y="0"/>
                    </a:cubicBezTo>
                    <a:close/>
                  </a:path>
                </a:pathLst>
              </a:custGeom>
              <a:solidFill>
                <a:srgbClr val="B0C5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859" name="Freeform 364">
                <a:extLst>
                  <a:ext uri="{FF2B5EF4-FFF2-40B4-BE49-F238E27FC236}">
                    <a16:creationId xmlns:a16="http://schemas.microsoft.com/office/drawing/2014/main" id="{4F9F2E6D-2607-488C-92C4-D315E449B5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1" y="3243"/>
                <a:ext cx="211" cy="94"/>
              </a:xfrm>
              <a:custGeom>
                <a:avLst/>
                <a:gdLst>
                  <a:gd name="T0" fmla="*/ 276 w 127"/>
                  <a:gd name="T1" fmla="*/ 0 h 57"/>
                  <a:gd name="T2" fmla="*/ 0 w 127"/>
                  <a:gd name="T3" fmla="*/ 172 h 57"/>
                  <a:gd name="T4" fmla="*/ 83 w 127"/>
                  <a:gd name="T5" fmla="*/ 193 h 57"/>
                  <a:gd name="T6" fmla="*/ 276 w 127"/>
                  <a:gd name="T7" fmla="*/ 81 h 57"/>
                  <a:gd name="T8" fmla="*/ 493 w 127"/>
                  <a:gd name="T9" fmla="*/ 256 h 57"/>
                  <a:gd name="T10" fmla="*/ 583 w 127"/>
                  <a:gd name="T11" fmla="*/ 256 h 57"/>
                  <a:gd name="T12" fmla="*/ 276 w 127"/>
                  <a:gd name="T13" fmla="*/ 0 h 5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7" h="57">
                    <a:moveTo>
                      <a:pt x="60" y="0"/>
                    </a:moveTo>
                    <a:cubicBezTo>
                      <a:pt x="34" y="0"/>
                      <a:pt x="11" y="16"/>
                      <a:pt x="0" y="38"/>
                    </a:cubicBezTo>
                    <a:cubicBezTo>
                      <a:pt x="6" y="40"/>
                      <a:pt x="12" y="42"/>
                      <a:pt x="18" y="43"/>
                    </a:cubicBezTo>
                    <a:cubicBezTo>
                      <a:pt x="26" y="28"/>
                      <a:pt x="42" y="18"/>
                      <a:pt x="60" y="18"/>
                    </a:cubicBezTo>
                    <a:cubicBezTo>
                      <a:pt x="84" y="18"/>
                      <a:pt x="103" y="35"/>
                      <a:pt x="108" y="57"/>
                    </a:cubicBezTo>
                    <a:cubicBezTo>
                      <a:pt x="115" y="57"/>
                      <a:pt x="121" y="57"/>
                      <a:pt x="127" y="57"/>
                    </a:cubicBezTo>
                    <a:cubicBezTo>
                      <a:pt x="122" y="25"/>
                      <a:pt x="94" y="0"/>
                      <a:pt x="60" y="0"/>
                    </a:cubicBezTo>
                    <a:close/>
                  </a:path>
                </a:pathLst>
              </a:custGeom>
              <a:solidFill>
                <a:srgbClr val="B0C5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860" name="Freeform 365">
                <a:extLst>
                  <a:ext uri="{FF2B5EF4-FFF2-40B4-BE49-F238E27FC236}">
                    <a16:creationId xmlns:a16="http://schemas.microsoft.com/office/drawing/2014/main" id="{CFA57812-2D0B-41FE-B97D-D15B3E472F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1" y="3273"/>
                <a:ext cx="149" cy="64"/>
              </a:xfrm>
              <a:custGeom>
                <a:avLst/>
                <a:gdLst>
                  <a:gd name="T0" fmla="*/ 192 w 90"/>
                  <a:gd name="T1" fmla="*/ 0 h 39"/>
                  <a:gd name="T2" fmla="*/ 0 w 90"/>
                  <a:gd name="T3" fmla="*/ 110 h 39"/>
                  <a:gd name="T4" fmla="*/ 109 w 90"/>
                  <a:gd name="T5" fmla="*/ 131 h 39"/>
                  <a:gd name="T6" fmla="*/ 192 w 90"/>
                  <a:gd name="T7" fmla="*/ 102 h 39"/>
                  <a:gd name="T8" fmla="*/ 296 w 90"/>
                  <a:gd name="T9" fmla="*/ 159 h 39"/>
                  <a:gd name="T10" fmla="*/ 409 w 90"/>
                  <a:gd name="T11" fmla="*/ 172 h 39"/>
                  <a:gd name="T12" fmla="*/ 192 w 90"/>
                  <a:gd name="T13" fmla="*/ 0 h 3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0" h="39">
                    <a:moveTo>
                      <a:pt x="42" y="0"/>
                    </a:moveTo>
                    <a:cubicBezTo>
                      <a:pt x="24" y="0"/>
                      <a:pt x="8" y="10"/>
                      <a:pt x="0" y="25"/>
                    </a:cubicBezTo>
                    <a:cubicBezTo>
                      <a:pt x="8" y="27"/>
                      <a:pt x="16" y="29"/>
                      <a:pt x="24" y="30"/>
                    </a:cubicBezTo>
                    <a:cubicBezTo>
                      <a:pt x="29" y="26"/>
                      <a:pt x="35" y="23"/>
                      <a:pt x="42" y="23"/>
                    </a:cubicBezTo>
                    <a:cubicBezTo>
                      <a:pt x="52" y="23"/>
                      <a:pt x="61" y="28"/>
                      <a:pt x="65" y="36"/>
                    </a:cubicBezTo>
                    <a:cubicBezTo>
                      <a:pt x="74" y="37"/>
                      <a:pt x="82" y="38"/>
                      <a:pt x="90" y="39"/>
                    </a:cubicBezTo>
                    <a:cubicBezTo>
                      <a:pt x="85" y="17"/>
                      <a:pt x="66" y="0"/>
                      <a:pt x="42" y="0"/>
                    </a:cubicBezTo>
                    <a:close/>
                  </a:path>
                </a:pathLst>
              </a:custGeom>
              <a:solidFill>
                <a:srgbClr val="D4E0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861" name="Freeform 366">
                <a:extLst>
                  <a:ext uri="{FF2B5EF4-FFF2-40B4-BE49-F238E27FC236}">
                    <a16:creationId xmlns:a16="http://schemas.microsoft.com/office/drawing/2014/main" id="{FB344C79-FC2E-4F18-9C86-EBD4DE0560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1" y="3311"/>
                <a:ext cx="68" cy="22"/>
              </a:xfrm>
              <a:custGeom>
                <a:avLst/>
                <a:gdLst>
                  <a:gd name="T0" fmla="*/ 83 w 41"/>
                  <a:gd name="T1" fmla="*/ 0 h 13"/>
                  <a:gd name="T2" fmla="*/ 0 w 41"/>
                  <a:gd name="T3" fmla="*/ 34 h 13"/>
                  <a:gd name="T4" fmla="*/ 187 w 41"/>
                  <a:gd name="T5" fmla="*/ 63 h 13"/>
                  <a:gd name="T6" fmla="*/ 83 w 41"/>
                  <a:gd name="T7" fmla="*/ 0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1" h="13">
                    <a:moveTo>
                      <a:pt x="18" y="0"/>
                    </a:moveTo>
                    <a:cubicBezTo>
                      <a:pt x="11" y="0"/>
                      <a:pt x="5" y="3"/>
                      <a:pt x="0" y="7"/>
                    </a:cubicBezTo>
                    <a:cubicBezTo>
                      <a:pt x="15" y="10"/>
                      <a:pt x="28" y="12"/>
                      <a:pt x="41" y="13"/>
                    </a:cubicBezTo>
                    <a:cubicBezTo>
                      <a:pt x="37" y="5"/>
                      <a:pt x="28" y="0"/>
                      <a:pt x="18" y="0"/>
                    </a:cubicBezTo>
                    <a:close/>
                  </a:path>
                </a:pathLst>
              </a:custGeom>
              <a:solidFill>
                <a:srgbClr val="EEF0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862" name="Freeform 367">
                <a:extLst>
                  <a:ext uri="{FF2B5EF4-FFF2-40B4-BE49-F238E27FC236}">
                    <a16:creationId xmlns:a16="http://schemas.microsoft.com/office/drawing/2014/main" id="{BC3AB51B-6245-480B-8CE1-BFABD07B23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5" y="3243"/>
                <a:ext cx="211" cy="96"/>
              </a:xfrm>
              <a:custGeom>
                <a:avLst/>
                <a:gdLst>
                  <a:gd name="T0" fmla="*/ 304 w 127"/>
                  <a:gd name="T1" fmla="*/ 0 h 58"/>
                  <a:gd name="T2" fmla="*/ 0 w 127"/>
                  <a:gd name="T3" fmla="*/ 263 h 58"/>
                  <a:gd name="T4" fmla="*/ 88 w 127"/>
                  <a:gd name="T5" fmla="*/ 258 h 58"/>
                  <a:gd name="T6" fmla="*/ 304 w 127"/>
                  <a:gd name="T7" fmla="*/ 83 h 58"/>
                  <a:gd name="T8" fmla="*/ 500 w 127"/>
                  <a:gd name="T9" fmla="*/ 195 h 58"/>
                  <a:gd name="T10" fmla="*/ 583 w 127"/>
                  <a:gd name="T11" fmla="*/ 167 h 58"/>
                  <a:gd name="T12" fmla="*/ 304 w 127"/>
                  <a:gd name="T13" fmla="*/ 0 h 5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7" h="58">
                    <a:moveTo>
                      <a:pt x="66" y="0"/>
                    </a:moveTo>
                    <a:cubicBezTo>
                      <a:pt x="33" y="0"/>
                      <a:pt x="5" y="25"/>
                      <a:pt x="0" y="58"/>
                    </a:cubicBezTo>
                    <a:cubicBezTo>
                      <a:pt x="6" y="57"/>
                      <a:pt x="13" y="57"/>
                      <a:pt x="19" y="57"/>
                    </a:cubicBezTo>
                    <a:cubicBezTo>
                      <a:pt x="23" y="35"/>
                      <a:pt x="43" y="18"/>
                      <a:pt x="66" y="18"/>
                    </a:cubicBezTo>
                    <a:cubicBezTo>
                      <a:pt x="85" y="18"/>
                      <a:pt x="100" y="28"/>
                      <a:pt x="109" y="43"/>
                    </a:cubicBezTo>
                    <a:cubicBezTo>
                      <a:pt x="115" y="41"/>
                      <a:pt x="121" y="39"/>
                      <a:pt x="127" y="37"/>
                    </a:cubicBezTo>
                    <a:cubicBezTo>
                      <a:pt x="116" y="15"/>
                      <a:pt x="93" y="0"/>
                      <a:pt x="66" y="0"/>
                    </a:cubicBezTo>
                    <a:close/>
                  </a:path>
                </a:pathLst>
              </a:custGeom>
              <a:solidFill>
                <a:srgbClr val="B0C5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863" name="Freeform 368">
                <a:extLst>
                  <a:ext uri="{FF2B5EF4-FFF2-40B4-BE49-F238E27FC236}">
                    <a16:creationId xmlns:a16="http://schemas.microsoft.com/office/drawing/2014/main" id="{91C0E4BA-4909-4129-A055-0A23294BCD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7" y="3273"/>
                <a:ext cx="149" cy="64"/>
              </a:xfrm>
              <a:custGeom>
                <a:avLst/>
                <a:gdLst>
                  <a:gd name="T0" fmla="*/ 214 w 90"/>
                  <a:gd name="T1" fmla="*/ 0 h 39"/>
                  <a:gd name="T2" fmla="*/ 0 w 90"/>
                  <a:gd name="T3" fmla="*/ 172 h 39"/>
                  <a:gd name="T4" fmla="*/ 109 w 90"/>
                  <a:gd name="T5" fmla="*/ 164 h 39"/>
                  <a:gd name="T6" fmla="*/ 214 w 90"/>
                  <a:gd name="T7" fmla="*/ 102 h 39"/>
                  <a:gd name="T8" fmla="*/ 298 w 90"/>
                  <a:gd name="T9" fmla="*/ 138 h 39"/>
                  <a:gd name="T10" fmla="*/ 409 w 90"/>
                  <a:gd name="T11" fmla="*/ 110 h 39"/>
                  <a:gd name="T12" fmla="*/ 214 w 90"/>
                  <a:gd name="T13" fmla="*/ 0 h 3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0" h="39">
                    <a:moveTo>
                      <a:pt x="47" y="0"/>
                    </a:moveTo>
                    <a:cubicBezTo>
                      <a:pt x="24" y="0"/>
                      <a:pt x="4" y="17"/>
                      <a:pt x="0" y="39"/>
                    </a:cubicBezTo>
                    <a:cubicBezTo>
                      <a:pt x="8" y="39"/>
                      <a:pt x="16" y="38"/>
                      <a:pt x="24" y="37"/>
                    </a:cubicBezTo>
                    <a:cubicBezTo>
                      <a:pt x="29" y="29"/>
                      <a:pt x="37" y="23"/>
                      <a:pt x="47" y="23"/>
                    </a:cubicBezTo>
                    <a:cubicBezTo>
                      <a:pt x="55" y="23"/>
                      <a:pt x="61" y="26"/>
                      <a:pt x="66" y="31"/>
                    </a:cubicBezTo>
                    <a:cubicBezTo>
                      <a:pt x="75" y="29"/>
                      <a:pt x="83" y="27"/>
                      <a:pt x="90" y="25"/>
                    </a:cubicBezTo>
                    <a:cubicBezTo>
                      <a:pt x="81" y="10"/>
                      <a:pt x="66" y="0"/>
                      <a:pt x="47" y="0"/>
                    </a:cubicBezTo>
                    <a:close/>
                  </a:path>
                </a:pathLst>
              </a:custGeom>
              <a:solidFill>
                <a:srgbClr val="D4E0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864" name="Freeform 369">
                <a:extLst>
                  <a:ext uri="{FF2B5EF4-FFF2-40B4-BE49-F238E27FC236}">
                    <a16:creationId xmlns:a16="http://schemas.microsoft.com/office/drawing/2014/main" id="{EC8CB804-BD55-416A-9D34-7697CB9DD8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6" y="3311"/>
                <a:ext cx="70" cy="23"/>
              </a:xfrm>
              <a:custGeom>
                <a:avLst/>
                <a:gdLst>
                  <a:gd name="T0" fmla="*/ 0 w 42"/>
                  <a:gd name="T1" fmla="*/ 62 h 14"/>
                  <a:gd name="T2" fmla="*/ 195 w 42"/>
                  <a:gd name="T3" fmla="*/ 35 h 14"/>
                  <a:gd name="T4" fmla="*/ 105 w 42"/>
                  <a:gd name="T5" fmla="*/ 0 h 14"/>
                  <a:gd name="T6" fmla="*/ 0 w 42"/>
                  <a:gd name="T7" fmla="*/ 62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2" h="14">
                    <a:moveTo>
                      <a:pt x="0" y="14"/>
                    </a:moveTo>
                    <a:cubicBezTo>
                      <a:pt x="15" y="13"/>
                      <a:pt x="29" y="10"/>
                      <a:pt x="42" y="8"/>
                    </a:cubicBezTo>
                    <a:cubicBezTo>
                      <a:pt x="37" y="3"/>
                      <a:pt x="31" y="0"/>
                      <a:pt x="23" y="0"/>
                    </a:cubicBezTo>
                    <a:cubicBezTo>
                      <a:pt x="13" y="0"/>
                      <a:pt x="5" y="6"/>
                      <a:pt x="0" y="14"/>
                    </a:cubicBezTo>
                    <a:close/>
                  </a:path>
                </a:pathLst>
              </a:custGeom>
              <a:solidFill>
                <a:srgbClr val="EEF0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865" name="Freeform 370">
                <a:extLst>
                  <a:ext uri="{FF2B5EF4-FFF2-40B4-BE49-F238E27FC236}">
                    <a16:creationId xmlns:a16="http://schemas.microsoft.com/office/drawing/2014/main" id="{DA07D6C0-7E27-4F65-9F9D-C5B406032C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5" y="3271"/>
                <a:ext cx="10" cy="10"/>
              </a:xfrm>
              <a:custGeom>
                <a:avLst/>
                <a:gdLst>
                  <a:gd name="T0" fmla="*/ 0 w 6"/>
                  <a:gd name="T1" fmla="*/ 28 h 6"/>
                  <a:gd name="T2" fmla="*/ 28 w 6"/>
                  <a:gd name="T3" fmla="*/ 13 h 6"/>
                  <a:gd name="T4" fmla="*/ 22 w 6"/>
                  <a:gd name="T5" fmla="*/ 0 h 6"/>
                  <a:gd name="T6" fmla="*/ 0 w 6"/>
                  <a:gd name="T7" fmla="*/ 28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6">
                    <a:moveTo>
                      <a:pt x="0" y="6"/>
                    </a:moveTo>
                    <a:cubicBezTo>
                      <a:pt x="4" y="4"/>
                      <a:pt x="6" y="3"/>
                      <a:pt x="6" y="3"/>
                    </a:cubicBezTo>
                    <a:cubicBezTo>
                      <a:pt x="6" y="3"/>
                      <a:pt x="6" y="2"/>
                      <a:pt x="5" y="0"/>
                    </a:cubicBezTo>
                    <a:cubicBezTo>
                      <a:pt x="3" y="2"/>
                      <a:pt x="2" y="4"/>
                      <a:pt x="0" y="6"/>
                    </a:cubicBezTo>
                    <a:close/>
                  </a:path>
                </a:pathLst>
              </a:custGeom>
              <a:solidFill>
                <a:srgbClr val="B0C5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866" name="Freeform 371">
                <a:extLst>
                  <a:ext uri="{FF2B5EF4-FFF2-40B4-BE49-F238E27FC236}">
                    <a16:creationId xmlns:a16="http://schemas.microsoft.com/office/drawing/2014/main" id="{10785293-6554-4BD6-A6C2-481C3A8D33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1" y="1214"/>
                <a:ext cx="835" cy="2203"/>
              </a:xfrm>
              <a:custGeom>
                <a:avLst/>
                <a:gdLst>
                  <a:gd name="T0" fmla="*/ 659 w 504"/>
                  <a:gd name="T1" fmla="*/ 0 h 1334"/>
                  <a:gd name="T2" fmla="*/ 1660 w 504"/>
                  <a:gd name="T3" fmla="*/ 5 h 1334"/>
                  <a:gd name="T4" fmla="*/ 1960 w 504"/>
                  <a:gd name="T5" fmla="*/ 104 h 1334"/>
                  <a:gd name="T6" fmla="*/ 2223 w 504"/>
                  <a:gd name="T7" fmla="*/ 897 h 1334"/>
                  <a:gd name="T8" fmla="*/ 1884 w 504"/>
                  <a:gd name="T9" fmla="*/ 950 h 1334"/>
                  <a:gd name="T10" fmla="*/ 1905 w 504"/>
                  <a:gd name="T11" fmla="*/ 1265 h 1334"/>
                  <a:gd name="T12" fmla="*/ 1910 w 504"/>
                  <a:gd name="T13" fmla="*/ 1562 h 1334"/>
                  <a:gd name="T14" fmla="*/ 2036 w 504"/>
                  <a:gd name="T15" fmla="*/ 2101 h 1334"/>
                  <a:gd name="T16" fmla="*/ 2015 w 504"/>
                  <a:gd name="T17" fmla="*/ 3846 h 1334"/>
                  <a:gd name="T18" fmla="*/ 1965 w 504"/>
                  <a:gd name="T19" fmla="*/ 5626 h 1334"/>
                  <a:gd name="T20" fmla="*/ 297 w 504"/>
                  <a:gd name="T21" fmla="*/ 5626 h 1334"/>
                  <a:gd name="T22" fmla="*/ 338 w 504"/>
                  <a:gd name="T23" fmla="*/ 3892 h 1334"/>
                  <a:gd name="T24" fmla="*/ 263 w 504"/>
                  <a:gd name="T25" fmla="*/ 2165 h 1334"/>
                  <a:gd name="T26" fmla="*/ 404 w 504"/>
                  <a:gd name="T27" fmla="*/ 1554 h 1334"/>
                  <a:gd name="T28" fmla="*/ 401 w 504"/>
                  <a:gd name="T29" fmla="*/ 1389 h 1334"/>
                  <a:gd name="T30" fmla="*/ 414 w 504"/>
                  <a:gd name="T31" fmla="*/ 988 h 1334"/>
                  <a:gd name="T32" fmla="*/ 83 w 504"/>
                  <a:gd name="T33" fmla="*/ 920 h 1334"/>
                  <a:gd name="T34" fmla="*/ 310 w 504"/>
                  <a:gd name="T35" fmla="*/ 126 h 1334"/>
                  <a:gd name="T36" fmla="*/ 659 w 504"/>
                  <a:gd name="T37" fmla="*/ 0 h 1334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504" h="1334">
                    <a:moveTo>
                      <a:pt x="145" y="0"/>
                    </a:moveTo>
                    <a:cubicBezTo>
                      <a:pt x="145" y="0"/>
                      <a:pt x="247" y="184"/>
                      <a:pt x="365" y="1"/>
                    </a:cubicBezTo>
                    <a:cubicBezTo>
                      <a:pt x="365" y="1"/>
                      <a:pt x="405" y="0"/>
                      <a:pt x="431" y="23"/>
                    </a:cubicBezTo>
                    <a:cubicBezTo>
                      <a:pt x="431" y="23"/>
                      <a:pt x="480" y="64"/>
                      <a:pt x="489" y="199"/>
                    </a:cubicBezTo>
                    <a:cubicBezTo>
                      <a:pt x="489" y="199"/>
                      <a:pt x="437" y="217"/>
                      <a:pt x="414" y="211"/>
                    </a:cubicBezTo>
                    <a:cubicBezTo>
                      <a:pt x="414" y="211"/>
                      <a:pt x="421" y="248"/>
                      <a:pt x="419" y="281"/>
                    </a:cubicBezTo>
                    <a:cubicBezTo>
                      <a:pt x="416" y="310"/>
                      <a:pt x="421" y="339"/>
                      <a:pt x="420" y="347"/>
                    </a:cubicBezTo>
                    <a:cubicBezTo>
                      <a:pt x="416" y="364"/>
                      <a:pt x="428" y="435"/>
                      <a:pt x="448" y="466"/>
                    </a:cubicBezTo>
                    <a:cubicBezTo>
                      <a:pt x="467" y="498"/>
                      <a:pt x="504" y="603"/>
                      <a:pt x="443" y="854"/>
                    </a:cubicBezTo>
                    <a:cubicBezTo>
                      <a:pt x="382" y="1105"/>
                      <a:pt x="432" y="1249"/>
                      <a:pt x="432" y="1249"/>
                    </a:cubicBezTo>
                    <a:cubicBezTo>
                      <a:pt x="432" y="1249"/>
                      <a:pt x="288" y="1334"/>
                      <a:pt x="65" y="1249"/>
                    </a:cubicBezTo>
                    <a:cubicBezTo>
                      <a:pt x="65" y="1249"/>
                      <a:pt x="91" y="938"/>
                      <a:pt x="74" y="864"/>
                    </a:cubicBezTo>
                    <a:cubicBezTo>
                      <a:pt x="58" y="789"/>
                      <a:pt x="0" y="621"/>
                      <a:pt x="58" y="481"/>
                    </a:cubicBezTo>
                    <a:cubicBezTo>
                      <a:pt x="67" y="461"/>
                      <a:pt x="91" y="427"/>
                      <a:pt x="89" y="345"/>
                    </a:cubicBezTo>
                    <a:cubicBezTo>
                      <a:pt x="89" y="345"/>
                      <a:pt x="88" y="329"/>
                      <a:pt x="88" y="308"/>
                    </a:cubicBezTo>
                    <a:cubicBezTo>
                      <a:pt x="88" y="277"/>
                      <a:pt x="73" y="259"/>
                      <a:pt x="91" y="219"/>
                    </a:cubicBezTo>
                    <a:cubicBezTo>
                      <a:pt x="91" y="219"/>
                      <a:pt x="44" y="222"/>
                      <a:pt x="18" y="204"/>
                    </a:cubicBezTo>
                    <a:cubicBezTo>
                      <a:pt x="18" y="204"/>
                      <a:pt x="19" y="83"/>
                      <a:pt x="68" y="28"/>
                    </a:cubicBezTo>
                    <a:cubicBezTo>
                      <a:pt x="68" y="28"/>
                      <a:pt x="89" y="4"/>
                      <a:pt x="145" y="0"/>
                    </a:cubicBezTo>
                    <a:close/>
                  </a:path>
                </a:pathLst>
              </a:custGeom>
              <a:noFill/>
              <a:ln w="7938" cap="flat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867" name="Freeform 372">
                <a:extLst>
                  <a:ext uri="{FF2B5EF4-FFF2-40B4-BE49-F238E27FC236}">
                    <a16:creationId xmlns:a16="http://schemas.microsoft.com/office/drawing/2014/main" id="{391EC562-342C-4987-B972-A2D8BBB4D1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0" y="1468"/>
                <a:ext cx="12" cy="108"/>
              </a:xfrm>
              <a:custGeom>
                <a:avLst/>
                <a:gdLst>
                  <a:gd name="T0" fmla="*/ 36 w 7"/>
                  <a:gd name="T1" fmla="*/ 297 h 65"/>
                  <a:gd name="T2" fmla="*/ 9 w 7"/>
                  <a:gd name="T3" fmla="*/ 155 h 65"/>
                  <a:gd name="T4" fmla="*/ 15 w 7"/>
                  <a:gd name="T5" fmla="*/ 0 h 6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65">
                    <a:moveTo>
                      <a:pt x="7" y="65"/>
                    </a:moveTo>
                    <a:cubicBezTo>
                      <a:pt x="7" y="55"/>
                      <a:pt x="1" y="46"/>
                      <a:pt x="2" y="34"/>
                    </a:cubicBezTo>
                    <a:cubicBezTo>
                      <a:pt x="2" y="24"/>
                      <a:pt x="0" y="9"/>
                      <a:pt x="3" y="0"/>
                    </a:cubicBezTo>
                  </a:path>
                </a:pathLst>
              </a:custGeom>
              <a:noFill/>
              <a:ln w="7938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868" name="Freeform 373">
                <a:extLst>
                  <a:ext uri="{FF2B5EF4-FFF2-40B4-BE49-F238E27FC236}">
                    <a16:creationId xmlns:a16="http://schemas.microsoft.com/office/drawing/2014/main" id="{8D2BA2C5-C482-4BC8-B678-4E1C955D4F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9" y="1447"/>
                <a:ext cx="18" cy="115"/>
              </a:xfrm>
              <a:custGeom>
                <a:avLst/>
                <a:gdLst>
                  <a:gd name="T0" fmla="*/ 47 w 11"/>
                  <a:gd name="T1" fmla="*/ 311 h 70"/>
                  <a:gd name="T2" fmla="*/ 41 w 11"/>
                  <a:gd name="T3" fmla="*/ 159 h 70"/>
                  <a:gd name="T4" fmla="*/ 8 w 11"/>
                  <a:gd name="T5" fmla="*/ 0 h 7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70">
                    <a:moveTo>
                      <a:pt x="11" y="70"/>
                    </a:moveTo>
                    <a:cubicBezTo>
                      <a:pt x="5" y="65"/>
                      <a:pt x="10" y="44"/>
                      <a:pt x="9" y="36"/>
                    </a:cubicBezTo>
                    <a:cubicBezTo>
                      <a:pt x="8" y="24"/>
                      <a:pt x="0" y="13"/>
                      <a:pt x="2" y="0"/>
                    </a:cubicBezTo>
                  </a:path>
                </a:pathLst>
              </a:custGeom>
              <a:noFill/>
              <a:ln w="7938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869" name="Freeform 374">
                <a:extLst>
                  <a:ext uri="{FF2B5EF4-FFF2-40B4-BE49-F238E27FC236}">
                    <a16:creationId xmlns:a16="http://schemas.microsoft.com/office/drawing/2014/main" id="{1B870668-48F0-412F-B1C1-B386AA7BB0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5" y="1460"/>
                <a:ext cx="5" cy="18"/>
              </a:xfrm>
              <a:custGeom>
                <a:avLst/>
                <a:gdLst>
                  <a:gd name="T0" fmla="*/ 0 w 3"/>
                  <a:gd name="T1" fmla="*/ 47 h 11"/>
                  <a:gd name="T2" fmla="*/ 13 w 3"/>
                  <a:gd name="T3" fmla="*/ 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1">
                    <a:moveTo>
                      <a:pt x="0" y="11"/>
                    </a:moveTo>
                    <a:cubicBezTo>
                      <a:pt x="0" y="8"/>
                      <a:pt x="1" y="3"/>
                      <a:pt x="3" y="0"/>
                    </a:cubicBezTo>
                  </a:path>
                </a:pathLst>
              </a:custGeom>
              <a:noFill/>
              <a:ln w="7938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870" name="Freeform 375">
                <a:extLst>
                  <a:ext uri="{FF2B5EF4-FFF2-40B4-BE49-F238E27FC236}">
                    <a16:creationId xmlns:a16="http://schemas.microsoft.com/office/drawing/2014/main" id="{E921FD42-DA5C-4A48-83BC-EA6425491F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8" y="1478"/>
                <a:ext cx="12" cy="15"/>
              </a:xfrm>
              <a:custGeom>
                <a:avLst/>
                <a:gdLst>
                  <a:gd name="T0" fmla="*/ 36 w 7"/>
                  <a:gd name="T1" fmla="*/ 42 h 9"/>
                  <a:gd name="T2" fmla="*/ 0 w 7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9">
                    <a:moveTo>
                      <a:pt x="7" y="9"/>
                    </a:moveTo>
                    <a:cubicBezTo>
                      <a:pt x="7" y="5"/>
                      <a:pt x="4" y="1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871" name="Freeform 376">
                <a:extLst>
                  <a:ext uri="{FF2B5EF4-FFF2-40B4-BE49-F238E27FC236}">
                    <a16:creationId xmlns:a16="http://schemas.microsoft.com/office/drawing/2014/main" id="{FB3E1F79-DDA2-4AB1-8FB5-8D64F22EAF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8" y="1696"/>
                <a:ext cx="309" cy="66"/>
              </a:xfrm>
              <a:custGeom>
                <a:avLst/>
                <a:gdLst>
                  <a:gd name="T0" fmla="*/ 5 w 186"/>
                  <a:gd name="T1" fmla="*/ 0 h 40"/>
                  <a:gd name="T2" fmla="*/ 375 w 186"/>
                  <a:gd name="T3" fmla="*/ 125 h 40"/>
                  <a:gd name="T4" fmla="*/ 852 w 186"/>
                  <a:gd name="T5" fmla="*/ 180 h 40"/>
                  <a:gd name="T6" fmla="*/ 347 w 186"/>
                  <a:gd name="T7" fmla="*/ 152 h 40"/>
                  <a:gd name="T8" fmla="*/ 138 w 186"/>
                  <a:gd name="T9" fmla="*/ 137 h 40"/>
                  <a:gd name="T10" fmla="*/ 8 w 186"/>
                  <a:gd name="T11" fmla="*/ 20 h 4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86" h="40">
                    <a:moveTo>
                      <a:pt x="1" y="0"/>
                    </a:moveTo>
                    <a:cubicBezTo>
                      <a:pt x="16" y="31"/>
                      <a:pt x="52" y="31"/>
                      <a:pt x="82" y="28"/>
                    </a:cubicBezTo>
                    <a:cubicBezTo>
                      <a:pt x="116" y="24"/>
                      <a:pt x="158" y="19"/>
                      <a:pt x="186" y="40"/>
                    </a:cubicBezTo>
                    <a:cubicBezTo>
                      <a:pt x="154" y="22"/>
                      <a:pt x="112" y="32"/>
                      <a:pt x="76" y="34"/>
                    </a:cubicBezTo>
                    <a:cubicBezTo>
                      <a:pt x="61" y="34"/>
                      <a:pt x="44" y="33"/>
                      <a:pt x="30" y="30"/>
                    </a:cubicBezTo>
                    <a:cubicBezTo>
                      <a:pt x="20" y="27"/>
                      <a:pt x="0" y="15"/>
                      <a:pt x="2" y="4"/>
                    </a:cubicBezTo>
                  </a:path>
                </a:pathLst>
              </a:custGeom>
              <a:solidFill>
                <a:srgbClr val="B0C5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872" name="Freeform 377">
                <a:extLst>
                  <a:ext uri="{FF2B5EF4-FFF2-40B4-BE49-F238E27FC236}">
                    <a16:creationId xmlns:a16="http://schemas.microsoft.com/office/drawing/2014/main" id="{B52ABDC2-1F30-478C-823C-1D5F895B5C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0" y="1622"/>
                <a:ext cx="103" cy="119"/>
              </a:xfrm>
              <a:custGeom>
                <a:avLst/>
                <a:gdLst>
                  <a:gd name="T0" fmla="*/ 8 w 62"/>
                  <a:gd name="T1" fmla="*/ 0 h 72"/>
                  <a:gd name="T2" fmla="*/ 13 w 62"/>
                  <a:gd name="T3" fmla="*/ 112 h 72"/>
                  <a:gd name="T4" fmla="*/ 50 w 62"/>
                  <a:gd name="T5" fmla="*/ 221 h 72"/>
                  <a:gd name="T6" fmla="*/ 143 w 62"/>
                  <a:gd name="T7" fmla="*/ 306 h 72"/>
                  <a:gd name="T8" fmla="*/ 284 w 62"/>
                  <a:gd name="T9" fmla="*/ 319 h 72"/>
                  <a:gd name="T10" fmla="*/ 75 w 62"/>
                  <a:gd name="T11" fmla="*/ 200 h 72"/>
                  <a:gd name="T12" fmla="*/ 5 w 62"/>
                  <a:gd name="T13" fmla="*/ 13 h 7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2" h="72">
                    <a:moveTo>
                      <a:pt x="2" y="0"/>
                    </a:moveTo>
                    <a:cubicBezTo>
                      <a:pt x="0" y="7"/>
                      <a:pt x="2" y="17"/>
                      <a:pt x="3" y="25"/>
                    </a:cubicBezTo>
                    <a:cubicBezTo>
                      <a:pt x="3" y="34"/>
                      <a:pt x="6" y="41"/>
                      <a:pt x="11" y="49"/>
                    </a:cubicBezTo>
                    <a:cubicBezTo>
                      <a:pt x="17" y="57"/>
                      <a:pt x="23" y="64"/>
                      <a:pt x="31" y="68"/>
                    </a:cubicBezTo>
                    <a:cubicBezTo>
                      <a:pt x="41" y="72"/>
                      <a:pt x="52" y="71"/>
                      <a:pt x="62" y="71"/>
                    </a:cubicBezTo>
                    <a:cubicBezTo>
                      <a:pt x="48" y="68"/>
                      <a:pt x="25" y="56"/>
                      <a:pt x="16" y="44"/>
                    </a:cubicBezTo>
                    <a:cubicBezTo>
                      <a:pt x="7" y="32"/>
                      <a:pt x="5" y="17"/>
                      <a:pt x="1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873" name="Freeform 378">
                <a:extLst>
                  <a:ext uri="{FF2B5EF4-FFF2-40B4-BE49-F238E27FC236}">
                    <a16:creationId xmlns:a16="http://schemas.microsoft.com/office/drawing/2014/main" id="{430A6EC2-9D21-439B-9303-E708BF5365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9" y="1660"/>
                <a:ext cx="91" cy="92"/>
              </a:xfrm>
              <a:custGeom>
                <a:avLst/>
                <a:gdLst>
                  <a:gd name="T0" fmla="*/ 0 w 55"/>
                  <a:gd name="T1" fmla="*/ 227 h 56"/>
                  <a:gd name="T2" fmla="*/ 213 w 55"/>
                  <a:gd name="T3" fmla="*/ 164 h 56"/>
                  <a:gd name="T4" fmla="*/ 250 w 55"/>
                  <a:gd name="T5" fmla="*/ 0 h 56"/>
                  <a:gd name="T6" fmla="*/ 164 w 55"/>
                  <a:gd name="T7" fmla="*/ 177 h 56"/>
                  <a:gd name="T8" fmla="*/ 0 w 55"/>
                  <a:gd name="T9" fmla="*/ 230 h 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5" h="56">
                    <a:moveTo>
                      <a:pt x="0" y="51"/>
                    </a:moveTo>
                    <a:cubicBezTo>
                      <a:pt x="17" y="56"/>
                      <a:pt x="35" y="50"/>
                      <a:pt x="47" y="37"/>
                    </a:cubicBezTo>
                    <a:cubicBezTo>
                      <a:pt x="55" y="27"/>
                      <a:pt x="55" y="12"/>
                      <a:pt x="55" y="0"/>
                    </a:cubicBezTo>
                    <a:cubicBezTo>
                      <a:pt x="55" y="14"/>
                      <a:pt x="48" y="32"/>
                      <a:pt x="36" y="40"/>
                    </a:cubicBezTo>
                    <a:cubicBezTo>
                      <a:pt x="26" y="47"/>
                      <a:pt x="11" y="55"/>
                      <a:pt x="0" y="5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874" name="Freeform 379">
                <a:extLst>
                  <a:ext uri="{FF2B5EF4-FFF2-40B4-BE49-F238E27FC236}">
                    <a16:creationId xmlns:a16="http://schemas.microsoft.com/office/drawing/2014/main" id="{7E7B9004-2A88-4DAE-905F-078C972FC0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4" y="1226"/>
                <a:ext cx="180" cy="145"/>
              </a:xfrm>
              <a:custGeom>
                <a:avLst/>
                <a:gdLst>
                  <a:gd name="T0" fmla="*/ 0 w 108"/>
                  <a:gd name="T1" fmla="*/ 0 h 88"/>
                  <a:gd name="T2" fmla="*/ 500 w 108"/>
                  <a:gd name="T3" fmla="*/ 381 h 88"/>
                  <a:gd name="T4" fmla="*/ 0 w 108"/>
                  <a:gd name="T5" fmla="*/ 0 h 8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8" h="88">
                    <a:moveTo>
                      <a:pt x="0" y="0"/>
                    </a:moveTo>
                    <a:cubicBezTo>
                      <a:pt x="0" y="0"/>
                      <a:pt x="51" y="86"/>
                      <a:pt x="108" y="85"/>
                    </a:cubicBezTo>
                    <a:cubicBezTo>
                      <a:pt x="108" y="85"/>
                      <a:pt x="39" y="88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875" name="Freeform 380">
                <a:extLst>
                  <a:ext uri="{FF2B5EF4-FFF2-40B4-BE49-F238E27FC236}">
                    <a16:creationId xmlns:a16="http://schemas.microsoft.com/office/drawing/2014/main" id="{2F114EE4-9023-4C44-B165-7D68987F3F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7" y="1330"/>
                <a:ext cx="42" cy="214"/>
              </a:xfrm>
              <a:custGeom>
                <a:avLst/>
                <a:gdLst>
                  <a:gd name="T0" fmla="*/ 0 w 25"/>
                  <a:gd name="T1" fmla="*/ 579 h 130"/>
                  <a:gd name="T2" fmla="*/ 119 w 25"/>
                  <a:gd name="T3" fmla="*/ 0 h 130"/>
                  <a:gd name="T4" fmla="*/ 0 w 25"/>
                  <a:gd name="T5" fmla="*/ 579 h 13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130">
                    <a:moveTo>
                      <a:pt x="0" y="130"/>
                    </a:moveTo>
                    <a:cubicBezTo>
                      <a:pt x="0" y="130"/>
                      <a:pt x="4" y="40"/>
                      <a:pt x="25" y="0"/>
                    </a:cubicBezTo>
                    <a:cubicBezTo>
                      <a:pt x="25" y="0"/>
                      <a:pt x="5" y="54"/>
                      <a:pt x="0" y="1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876" name="Freeform 381">
                <a:extLst>
                  <a:ext uri="{FF2B5EF4-FFF2-40B4-BE49-F238E27FC236}">
                    <a16:creationId xmlns:a16="http://schemas.microsoft.com/office/drawing/2014/main" id="{FBEAACC6-1513-4B59-9AA9-9337358824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5" y="1450"/>
                <a:ext cx="13" cy="66"/>
              </a:xfrm>
              <a:custGeom>
                <a:avLst/>
                <a:gdLst>
                  <a:gd name="T0" fmla="*/ 34 w 8"/>
                  <a:gd name="T1" fmla="*/ 0 h 40"/>
                  <a:gd name="T2" fmla="*/ 8 w 8"/>
                  <a:gd name="T3" fmla="*/ 180 h 40"/>
                  <a:gd name="T4" fmla="*/ 34 w 8"/>
                  <a:gd name="T5" fmla="*/ 0 h 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40">
                    <a:moveTo>
                      <a:pt x="8" y="0"/>
                    </a:moveTo>
                    <a:cubicBezTo>
                      <a:pt x="8" y="0"/>
                      <a:pt x="0" y="19"/>
                      <a:pt x="2" y="40"/>
                    </a:cubicBezTo>
                    <a:cubicBezTo>
                      <a:pt x="2" y="40"/>
                      <a:pt x="4" y="4"/>
                      <a:pt x="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877" name="Freeform 382">
                <a:extLst>
                  <a:ext uri="{FF2B5EF4-FFF2-40B4-BE49-F238E27FC236}">
                    <a16:creationId xmlns:a16="http://schemas.microsoft.com/office/drawing/2014/main" id="{4B606797-EE78-4A7D-8AAA-7EA307C31A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0" y="1460"/>
                <a:ext cx="17" cy="91"/>
              </a:xfrm>
              <a:custGeom>
                <a:avLst/>
                <a:gdLst>
                  <a:gd name="T0" fmla="*/ 20 w 10"/>
                  <a:gd name="T1" fmla="*/ 0 h 55"/>
                  <a:gd name="T2" fmla="*/ 20 w 10"/>
                  <a:gd name="T3" fmla="*/ 71 h 55"/>
                  <a:gd name="T4" fmla="*/ 26 w 10"/>
                  <a:gd name="T5" fmla="*/ 250 h 55"/>
                  <a:gd name="T6" fmla="*/ 41 w 10"/>
                  <a:gd name="T7" fmla="*/ 91 h 55"/>
                  <a:gd name="T8" fmla="*/ 20 w 10"/>
                  <a:gd name="T9" fmla="*/ 0 h 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55">
                    <a:moveTo>
                      <a:pt x="4" y="0"/>
                    </a:moveTo>
                    <a:cubicBezTo>
                      <a:pt x="4" y="0"/>
                      <a:pt x="0" y="9"/>
                      <a:pt x="4" y="16"/>
                    </a:cubicBezTo>
                    <a:cubicBezTo>
                      <a:pt x="7" y="23"/>
                      <a:pt x="4" y="54"/>
                      <a:pt x="5" y="55"/>
                    </a:cubicBezTo>
                    <a:cubicBezTo>
                      <a:pt x="5" y="55"/>
                      <a:pt x="10" y="27"/>
                      <a:pt x="8" y="20"/>
                    </a:cubicBezTo>
                    <a:cubicBezTo>
                      <a:pt x="7" y="12"/>
                      <a:pt x="3" y="3"/>
                      <a:pt x="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878" name="Freeform 383">
                <a:extLst>
                  <a:ext uri="{FF2B5EF4-FFF2-40B4-BE49-F238E27FC236}">
                    <a16:creationId xmlns:a16="http://schemas.microsoft.com/office/drawing/2014/main" id="{592AA25A-9E8A-4CBB-8BEC-37C982A29E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3" y="1972"/>
                <a:ext cx="237" cy="466"/>
              </a:xfrm>
              <a:custGeom>
                <a:avLst/>
                <a:gdLst>
                  <a:gd name="T0" fmla="*/ 638 w 143"/>
                  <a:gd name="T1" fmla="*/ 1264 h 282"/>
                  <a:gd name="T2" fmla="*/ 46 w 143"/>
                  <a:gd name="T3" fmla="*/ 798 h 282"/>
                  <a:gd name="T4" fmla="*/ 22 w 143"/>
                  <a:gd name="T5" fmla="*/ 365 h 282"/>
                  <a:gd name="T6" fmla="*/ 96 w 143"/>
                  <a:gd name="T7" fmla="*/ 0 h 282"/>
                  <a:gd name="T8" fmla="*/ 60 w 143"/>
                  <a:gd name="T9" fmla="*/ 302 h 282"/>
                  <a:gd name="T10" fmla="*/ 55 w 143"/>
                  <a:gd name="T11" fmla="*/ 539 h 282"/>
                  <a:gd name="T12" fmla="*/ 133 w 143"/>
                  <a:gd name="T13" fmla="*/ 879 h 282"/>
                  <a:gd name="T14" fmla="*/ 368 w 143"/>
                  <a:gd name="T15" fmla="*/ 1135 h 282"/>
                  <a:gd name="T16" fmla="*/ 645 w 143"/>
                  <a:gd name="T17" fmla="*/ 1264 h 282"/>
                  <a:gd name="T18" fmla="*/ 643 w 143"/>
                  <a:gd name="T19" fmla="*/ 1267 h 28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43" h="282">
                    <a:moveTo>
                      <a:pt x="140" y="280"/>
                    </a:moveTo>
                    <a:cubicBezTo>
                      <a:pt x="90" y="259"/>
                      <a:pt x="27" y="235"/>
                      <a:pt x="10" y="177"/>
                    </a:cubicBezTo>
                    <a:cubicBezTo>
                      <a:pt x="1" y="147"/>
                      <a:pt x="0" y="111"/>
                      <a:pt x="5" y="81"/>
                    </a:cubicBezTo>
                    <a:cubicBezTo>
                      <a:pt x="9" y="54"/>
                      <a:pt x="19" y="27"/>
                      <a:pt x="21" y="0"/>
                    </a:cubicBezTo>
                    <a:cubicBezTo>
                      <a:pt x="27" y="20"/>
                      <a:pt x="15" y="46"/>
                      <a:pt x="13" y="67"/>
                    </a:cubicBezTo>
                    <a:cubicBezTo>
                      <a:pt x="10" y="84"/>
                      <a:pt x="12" y="101"/>
                      <a:pt x="12" y="119"/>
                    </a:cubicBezTo>
                    <a:cubicBezTo>
                      <a:pt x="12" y="146"/>
                      <a:pt x="17" y="170"/>
                      <a:pt x="29" y="195"/>
                    </a:cubicBezTo>
                    <a:cubicBezTo>
                      <a:pt x="40" y="217"/>
                      <a:pt x="59" y="240"/>
                      <a:pt x="81" y="252"/>
                    </a:cubicBezTo>
                    <a:cubicBezTo>
                      <a:pt x="101" y="262"/>
                      <a:pt x="122" y="270"/>
                      <a:pt x="142" y="280"/>
                    </a:cubicBezTo>
                    <a:cubicBezTo>
                      <a:pt x="143" y="282"/>
                      <a:pt x="141" y="280"/>
                      <a:pt x="141" y="281"/>
                    </a:cubicBezTo>
                  </a:path>
                </a:pathLst>
              </a:custGeom>
              <a:solidFill>
                <a:srgbClr val="B0C5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879" name="Freeform 384">
                <a:extLst>
                  <a:ext uri="{FF2B5EF4-FFF2-40B4-BE49-F238E27FC236}">
                    <a16:creationId xmlns:a16="http://schemas.microsoft.com/office/drawing/2014/main" id="{EFD6BF5A-980B-40E8-9518-AE4D140EAD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0" y="2231"/>
                <a:ext cx="114" cy="131"/>
              </a:xfrm>
              <a:custGeom>
                <a:avLst/>
                <a:gdLst>
                  <a:gd name="T0" fmla="*/ 28 w 69"/>
                  <a:gd name="T1" fmla="*/ 0 h 79"/>
                  <a:gd name="T2" fmla="*/ 112 w 69"/>
                  <a:gd name="T3" fmla="*/ 234 h 79"/>
                  <a:gd name="T4" fmla="*/ 311 w 69"/>
                  <a:gd name="T5" fmla="*/ 360 h 79"/>
                  <a:gd name="T6" fmla="*/ 28 w 69"/>
                  <a:gd name="T7" fmla="*/ 0 h 7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9" h="79">
                    <a:moveTo>
                      <a:pt x="6" y="0"/>
                    </a:moveTo>
                    <a:cubicBezTo>
                      <a:pt x="0" y="15"/>
                      <a:pt x="16" y="42"/>
                      <a:pt x="25" y="51"/>
                    </a:cubicBezTo>
                    <a:cubicBezTo>
                      <a:pt x="38" y="64"/>
                      <a:pt x="51" y="74"/>
                      <a:pt x="69" y="79"/>
                    </a:cubicBezTo>
                    <a:cubicBezTo>
                      <a:pt x="41" y="65"/>
                      <a:pt x="15" y="28"/>
                      <a:pt x="6" y="0"/>
                    </a:cubicBezTo>
                  </a:path>
                </a:pathLst>
              </a:custGeom>
              <a:solidFill>
                <a:srgbClr val="B0C5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880" name="Freeform 385">
                <a:extLst>
                  <a:ext uri="{FF2B5EF4-FFF2-40B4-BE49-F238E27FC236}">
                    <a16:creationId xmlns:a16="http://schemas.microsoft.com/office/drawing/2014/main" id="{0F059BE2-8805-4FE4-AE1E-E718463326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5" y="2137"/>
                <a:ext cx="54" cy="188"/>
              </a:xfrm>
              <a:custGeom>
                <a:avLst/>
                <a:gdLst>
                  <a:gd name="T0" fmla="*/ 13 w 33"/>
                  <a:gd name="T1" fmla="*/ 0 h 114"/>
                  <a:gd name="T2" fmla="*/ 26 w 33"/>
                  <a:gd name="T3" fmla="*/ 261 h 114"/>
                  <a:gd name="T4" fmla="*/ 75 w 33"/>
                  <a:gd name="T5" fmla="*/ 386 h 114"/>
                  <a:gd name="T6" fmla="*/ 110 w 33"/>
                  <a:gd name="T7" fmla="*/ 454 h 114"/>
                  <a:gd name="T8" fmla="*/ 144 w 33"/>
                  <a:gd name="T9" fmla="*/ 511 h 114"/>
                  <a:gd name="T10" fmla="*/ 47 w 33"/>
                  <a:gd name="T11" fmla="*/ 394 h 114"/>
                  <a:gd name="T12" fmla="*/ 8 w 33"/>
                  <a:gd name="T13" fmla="*/ 251 h 114"/>
                  <a:gd name="T14" fmla="*/ 0 w 33"/>
                  <a:gd name="T15" fmla="*/ 104 h 114"/>
                  <a:gd name="T16" fmla="*/ 13 w 33"/>
                  <a:gd name="T17" fmla="*/ 8 h 11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3" h="114">
                    <a:moveTo>
                      <a:pt x="3" y="0"/>
                    </a:moveTo>
                    <a:cubicBezTo>
                      <a:pt x="1" y="19"/>
                      <a:pt x="1" y="38"/>
                      <a:pt x="6" y="58"/>
                    </a:cubicBezTo>
                    <a:cubicBezTo>
                      <a:pt x="8" y="68"/>
                      <a:pt x="13" y="77"/>
                      <a:pt x="17" y="86"/>
                    </a:cubicBezTo>
                    <a:cubicBezTo>
                      <a:pt x="20" y="91"/>
                      <a:pt x="23" y="96"/>
                      <a:pt x="25" y="101"/>
                    </a:cubicBezTo>
                    <a:cubicBezTo>
                      <a:pt x="27" y="105"/>
                      <a:pt x="32" y="109"/>
                      <a:pt x="33" y="114"/>
                    </a:cubicBezTo>
                    <a:cubicBezTo>
                      <a:pt x="23" y="109"/>
                      <a:pt x="16" y="97"/>
                      <a:pt x="11" y="88"/>
                    </a:cubicBezTo>
                    <a:cubicBezTo>
                      <a:pt x="5" y="78"/>
                      <a:pt x="4" y="67"/>
                      <a:pt x="2" y="56"/>
                    </a:cubicBezTo>
                    <a:cubicBezTo>
                      <a:pt x="0" y="45"/>
                      <a:pt x="0" y="34"/>
                      <a:pt x="0" y="23"/>
                    </a:cubicBezTo>
                    <a:cubicBezTo>
                      <a:pt x="0" y="17"/>
                      <a:pt x="0" y="8"/>
                      <a:pt x="3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881" name="Freeform 386">
                <a:extLst>
                  <a:ext uri="{FF2B5EF4-FFF2-40B4-BE49-F238E27FC236}">
                    <a16:creationId xmlns:a16="http://schemas.microsoft.com/office/drawing/2014/main" id="{C6F46509-79ED-4D0B-B57D-7A3BF129BC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2" y="3253"/>
                <a:ext cx="346" cy="94"/>
              </a:xfrm>
              <a:custGeom>
                <a:avLst/>
                <a:gdLst>
                  <a:gd name="T0" fmla="*/ 0 w 209"/>
                  <a:gd name="T1" fmla="*/ 35 h 57"/>
                  <a:gd name="T2" fmla="*/ 949 w 209"/>
                  <a:gd name="T3" fmla="*/ 201 h 57"/>
                  <a:gd name="T4" fmla="*/ 0 w 209"/>
                  <a:gd name="T5" fmla="*/ 0 h 57"/>
                  <a:gd name="T6" fmla="*/ 0 w 209"/>
                  <a:gd name="T7" fmla="*/ 35 h 5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9" h="57">
                    <a:moveTo>
                      <a:pt x="0" y="8"/>
                    </a:moveTo>
                    <a:cubicBezTo>
                      <a:pt x="0" y="8"/>
                      <a:pt x="113" y="57"/>
                      <a:pt x="209" y="45"/>
                    </a:cubicBezTo>
                    <a:cubicBezTo>
                      <a:pt x="209" y="45"/>
                      <a:pt x="72" y="46"/>
                      <a:pt x="0" y="0"/>
                    </a:cubicBez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882" name="Freeform 387">
                <a:extLst>
                  <a:ext uri="{FF2B5EF4-FFF2-40B4-BE49-F238E27FC236}">
                    <a16:creationId xmlns:a16="http://schemas.microsoft.com/office/drawing/2014/main" id="{372AFD24-F46F-4E5D-9A95-EA6B4720C0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7" y="2552"/>
                <a:ext cx="69" cy="452"/>
              </a:xfrm>
              <a:custGeom>
                <a:avLst/>
                <a:gdLst>
                  <a:gd name="T0" fmla="*/ 0 w 42"/>
                  <a:gd name="T1" fmla="*/ 0 h 274"/>
                  <a:gd name="T2" fmla="*/ 54 w 42"/>
                  <a:gd name="T3" fmla="*/ 1231 h 274"/>
                  <a:gd name="T4" fmla="*/ 0 w 42"/>
                  <a:gd name="T5" fmla="*/ 0 h 27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2" h="274">
                    <a:moveTo>
                      <a:pt x="0" y="0"/>
                    </a:moveTo>
                    <a:cubicBezTo>
                      <a:pt x="0" y="0"/>
                      <a:pt x="27" y="48"/>
                      <a:pt x="12" y="274"/>
                    </a:cubicBezTo>
                    <a:cubicBezTo>
                      <a:pt x="12" y="274"/>
                      <a:pt x="42" y="74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883" name="Freeform 388">
                <a:extLst>
                  <a:ext uri="{FF2B5EF4-FFF2-40B4-BE49-F238E27FC236}">
                    <a16:creationId xmlns:a16="http://schemas.microsoft.com/office/drawing/2014/main" id="{C0D0A887-0CD5-43FA-A45F-9E7183F00F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0" y="3874"/>
                <a:ext cx="230" cy="220"/>
              </a:xfrm>
              <a:custGeom>
                <a:avLst/>
                <a:gdLst>
                  <a:gd name="T0" fmla="*/ 227 w 139"/>
                  <a:gd name="T1" fmla="*/ 189 h 133"/>
                  <a:gd name="T2" fmla="*/ 230 w 139"/>
                  <a:gd name="T3" fmla="*/ 189 h 133"/>
                  <a:gd name="T4" fmla="*/ 498 w 139"/>
                  <a:gd name="T5" fmla="*/ 217 h 133"/>
                  <a:gd name="T6" fmla="*/ 582 w 139"/>
                  <a:gd name="T7" fmla="*/ 0 h 133"/>
                  <a:gd name="T8" fmla="*/ 624 w 139"/>
                  <a:gd name="T9" fmla="*/ 164 h 133"/>
                  <a:gd name="T10" fmla="*/ 394 w 139"/>
                  <a:gd name="T11" fmla="*/ 582 h 133"/>
                  <a:gd name="T12" fmla="*/ 109 w 139"/>
                  <a:gd name="T13" fmla="*/ 298 h 133"/>
                  <a:gd name="T14" fmla="*/ 263 w 139"/>
                  <a:gd name="T15" fmla="*/ 63 h 133"/>
                  <a:gd name="T16" fmla="*/ 227 w 139"/>
                  <a:gd name="T17" fmla="*/ 189 h 13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39" h="133">
                    <a:moveTo>
                      <a:pt x="50" y="42"/>
                    </a:moveTo>
                    <a:cubicBezTo>
                      <a:pt x="50" y="42"/>
                      <a:pt x="50" y="42"/>
                      <a:pt x="51" y="42"/>
                    </a:cubicBezTo>
                    <a:cubicBezTo>
                      <a:pt x="55" y="41"/>
                      <a:pt x="89" y="32"/>
                      <a:pt x="110" y="48"/>
                    </a:cubicBezTo>
                    <a:cubicBezTo>
                      <a:pt x="110" y="48"/>
                      <a:pt x="130" y="29"/>
                      <a:pt x="129" y="0"/>
                    </a:cubicBezTo>
                    <a:cubicBezTo>
                      <a:pt x="129" y="0"/>
                      <a:pt x="139" y="8"/>
                      <a:pt x="138" y="36"/>
                    </a:cubicBezTo>
                    <a:cubicBezTo>
                      <a:pt x="138" y="64"/>
                      <a:pt x="138" y="133"/>
                      <a:pt x="87" y="129"/>
                    </a:cubicBezTo>
                    <a:cubicBezTo>
                      <a:pt x="36" y="124"/>
                      <a:pt x="0" y="101"/>
                      <a:pt x="24" y="66"/>
                    </a:cubicBezTo>
                    <a:cubicBezTo>
                      <a:pt x="48" y="30"/>
                      <a:pt x="58" y="14"/>
                      <a:pt x="58" y="14"/>
                    </a:cubicBezTo>
                    <a:cubicBezTo>
                      <a:pt x="58" y="14"/>
                      <a:pt x="52" y="29"/>
                      <a:pt x="50" y="42"/>
                    </a:cubicBezTo>
                    <a:close/>
                  </a:path>
                </a:pathLst>
              </a:custGeom>
              <a:solidFill>
                <a:srgbClr val="B0C5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884" name="Freeform 389">
                <a:extLst>
                  <a:ext uri="{FF2B5EF4-FFF2-40B4-BE49-F238E27FC236}">
                    <a16:creationId xmlns:a16="http://schemas.microsoft.com/office/drawing/2014/main" id="{21933EA8-FE98-4E25-BD6B-00868A3583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8" y="4014"/>
                <a:ext cx="194" cy="78"/>
              </a:xfrm>
              <a:custGeom>
                <a:avLst/>
                <a:gdLst>
                  <a:gd name="T0" fmla="*/ 534 w 117"/>
                  <a:gd name="T1" fmla="*/ 0 h 47"/>
                  <a:gd name="T2" fmla="*/ 318 w 117"/>
                  <a:gd name="T3" fmla="*/ 201 h 47"/>
                  <a:gd name="T4" fmla="*/ 0 w 117"/>
                  <a:gd name="T5" fmla="*/ 22 h 47"/>
                  <a:gd name="T6" fmla="*/ 201 w 117"/>
                  <a:gd name="T7" fmla="*/ 151 h 47"/>
                  <a:gd name="T8" fmla="*/ 534 w 117"/>
                  <a:gd name="T9" fmla="*/ 0 h 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7" h="47">
                    <a:moveTo>
                      <a:pt x="117" y="0"/>
                    </a:moveTo>
                    <a:cubicBezTo>
                      <a:pt x="112" y="24"/>
                      <a:pt x="100" y="47"/>
                      <a:pt x="70" y="44"/>
                    </a:cubicBezTo>
                    <a:cubicBezTo>
                      <a:pt x="33" y="41"/>
                      <a:pt x="3" y="27"/>
                      <a:pt x="0" y="5"/>
                    </a:cubicBezTo>
                    <a:cubicBezTo>
                      <a:pt x="0" y="5"/>
                      <a:pt x="12" y="27"/>
                      <a:pt x="44" y="33"/>
                    </a:cubicBezTo>
                    <a:cubicBezTo>
                      <a:pt x="77" y="40"/>
                      <a:pt x="102" y="42"/>
                      <a:pt x="117" y="0"/>
                    </a:cubicBezTo>
                    <a:close/>
                  </a:path>
                </a:pathLst>
              </a:custGeom>
              <a:solidFill>
                <a:srgbClr val="2C28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885" name="Freeform 390">
                <a:extLst>
                  <a:ext uri="{FF2B5EF4-FFF2-40B4-BE49-F238E27FC236}">
                    <a16:creationId xmlns:a16="http://schemas.microsoft.com/office/drawing/2014/main" id="{EF5E350C-AB11-44CB-8AF6-C6C90EFA66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6" y="3919"/>
                <a:ext cx="129" cy="69"/>
              </a:xfrm>
              <a:custGeom>
                <a:avLst/>
                <a:gdLst>
                  <a:gd name="T0" fmla="*/ 46 w 78"/>
                  <a:gd name="T1" fmla="*/ 43 h 42"/>
                  <a:gd name="T2" fmla="*/ 352 w 78"/>
                  <a:gd name="T3" fmla="*/ 95 h 42"/>
                  <a:gd name="T4" fmla="*/ 321 w 78"/>
                  <a:gd name="T5" fmla="*/ 186 h 42"/>
                  <a:gd name="T6" fmla="*/ 0 w 78"/>
                  <a:gd name="T7" fmla="*/ 125 h 42"/>
                  <a:gd name="T8" fmla="*/ 46 w 78"/>
                  <a:gd name="T9" fmla="*/ 43 h 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8" h="42">
                    <a:moveTo>
                      <a:pt x="10" y="10"/>
                    </a:moveTo>
                    <a:cubicBezTo>
                      <a:pt x="10" y="10"/>
                      <a:pt x="41" y="0"/>
                      <a:pt x="78" y="21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71" y="42"/>
                      <a:pt x="28" y="21"/>
                      <a:pt x="0" y="28"/>
                    </a:cubicBezTo>
                    <a:lnTo>
                      <a:pt x="10" y="10"/>
                    </a:lnTo>
                    <a:close/>
                  </a:path>
                </a:pathLst>
              </a:custGeom>
              <a:solidFill>
                <a:srgbClr val="6A7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886" name="Freeform 391">
                <a:extLst>
                  <a:ext uri="{FF2B5EF4-FFF2-40B4-BE49-F238E27FC236}">
                    <a16:creationId xmlns:a16="http://schemas.microsoft.com/office/drawing/2014/main" id="{D3F4D4E7-1E74-4823-A685-775A0369B2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6" y="3914"/>
                <a:ext cx="129" cy="71"/>
              </a:xfrm>
              <a:custGeom>
                <a:avLst/>
                <a:gdLst>
                  <a:gd name="T0" fmla="*/ 41 w 78"/>
                  <a:gd name="T1" fmla="*/ 50 h 43"/>
                  <a:gd name="T2" fmla="*/ 352 w 78"/>
                  <a:gd name="T3" fmla="*/ 97 h 43"/>
                  <a:gd name="T4" fmla="*/ 318 w 78"/>
                  <a:gd name="T5" fmla="*/ 193 h 43"/>
                  <a:gd name="T6" fmla="*/ 0 w 78"/>
                  <a:gd name="T7" fmla="*/ 125 h 43"/>
                  <a:gd name="T8" fmla="*/ 41 w 78"/>
                  <a:gd name="T9" fmla="*/ 50 h 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8" h="43">
                    <a:moveTo>
                      <a:pt x="9" y="11"/>
                    </a:moveTo>
                    <a:cubicBezTo>
                      <a:pt x="9" y="11"/>
                      <a:pt x="40" y="0"/>
                      <a:pt x="78" y="22"/>
                    </a:cubicBezTo>
                    <a:cubicBezTo>
                      <a:pt x="70" y="43"/>
                      <a:pt x="70" y="43"/>
                      <a:pt x="70" y="43"/>
                    </a:cubicBezTo>
                    <a:cubicBezTo>
                      <a:pt x="70" y="43"/>
                      <a:pt x="28" y="22"/>
                      <a:pt x="0" y="28"/>
                    </a:cubicBezTo>
                    <a:lnTo>
                      <a:pt x="9" y="11"/>
                    </a:lnTo>
                    <a:close/>
                  </a:path>
                </a:pathLst>
              </a:custGeom>
              <a:solidFill>
                <a:srgbClr val="889D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887" name="Freeform 392">
                <a:extLst>
                  <a:ext uri="{FF2B5EF4-FFF2-40B4-BE49-F238E27FC236}">
                    <a16:creationId xmlns:a16="http://schemas.microsoft.com/office/drawing/2014/main" id="{9A3CC0B2-1BDB-41A3-B668-9ABBEAF44C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1" y="4006"/>
                <a:ext cx="149" cy="66"/>
              </a:xfrm>
              <a:custGeom>
                <a:avLst/>
                <a:gdLst>
                  <a:gd name="T0" fmla="*/ 8 w 90"/>
                  <a:gd name="T1" fmla="*/ 117 h 40"/>
                  <a:gd name="T2" fmla="*/ 63 w 90"/>
                  <a:gd name="T3" fmla="*/ 147 h 40"/>
                  <a:gd name="T4" fmla="*/ 124 w 90"/>
                  <a:gd name="T5" fmla="*/ 167 h 40"/>
                  <a:gd name="T6" fmla="*/ 180 w 90"/>
                  <a:gd name="T7" fmla="*/ 180 h 40"/>
                  <a:gd name="T8" fmla="*/ 250 w 90"/>
                  <a:gd name="T9" fmla="*/ 175 h 40"/>
                  <a:gd name="T10" fmla="*/ 359 w 90"/>
                  <a:gd name="T11" fmla="*/ 122 h 40"/>
                  <a:gd name="T12" fmla="*/ 409 w 90"/>
                  <a:gd name="T13" fmla="*/ 28 h 40"/>
                  <a:gd name="T14" fmla="*/ 409 w 90"/>
                  <a:gd name="T15" fmla="*/ 5 h 40"/>
                  <a:gd name="T16" fmla="*/ 389 w 90"/>
                  <a:gd name="T17" fmla="*/ 20 h 40"/>
                  <a:gd name="T18" fmla="*/ 339 w 90"/>
                  <a:gd name="T19" fmla="*/ 71 h 40"/>
                  <a:gd name="T20" fmla="*/ 187 w 90"/>
                  <a:gd name="T21" fmla="*/ 137 h 40"/>
                  <a:gd name="T22" fmla="*/ 124 w 90"/>
                  <a:gd name="T23" fmla="*/ 112 h 40"/>
                  <a:gd name="T24" fmla="*/ 55 w 90"/>
                  <a:gd name="T25" fmla="*/ 89 h 40"/>
                  <a:gd name="T26" fmla="*/ 13 w 90"/>
                  <a:gd name="T27" fmla="*/ 83 h 40"/>
                  <a:gd name="T28" fmla="*/ 5 w 90"/>
                  <a:gd name="T29" fmla="*/ 109 h 40"/>
                  <a:gd name="T30" fmla="*/ 8 w 90"/>
                  <a:gd name="T31" fmla="*/ 122 h 40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90" h="40">
                    <a:moveTo>
                      <a:pt x="2" y="26"/>
                    </a:moveTo>
                    <a:cubicBezTo>
                      <a:pt x="4" y="30"/>
                      <a:pt x="10" y="32"/>
                      <a:pt x="14" y="33"/>
                    </a:cubicBezTo>
                    <a:cubicBezTo>
                      <a:pt x="18" y="35"/>
                      <a:pt x="22" y="36"/>
                      <a:pt x="27" y="37"/>
                    </a:cubicBezTo>
                    <a:cubicBezTo>
                      <a:pt x="32" y="38"/>
                      <a:pt x="36" y="39"/>
                      <a:pt x="40" y="40"/>
                    </a:cubicBezTo>
                    <a:cubicBezTo>
                      <a:pt x="45" y="40"/>
                      <a:pt x="50" y="39"/>
                      <a:pt x="55" y="39"/>
                    </a:cubicBezTo>
                    <a:cubicBezTo>
                      <a:pt x="65" y="37"/>
                      <a:pt x="72" y="33"/>
                      <a:pt x="79" y="27"/>
                    </a:cubicBezTo>
                    <a:cubicBezTo>
                      <a:pt x="85" y="22"/>
                      <a:pt x="89" y="14"/>
                      <a:pt x="90" y="6"/>
                    </a:cubicBezTo>
                    <a:cubicBezTo>
                      <a:pt x="90" y="5"/>
                      <a:pt x="90" y="1"/>
                      <a:pt x="90" y="1"/>
                    </a:cubicBezTo>
                    <a:cubicBezTo>
                      <a:pt x="88" y="0"/>
                      <a:pt x="87" y="3"/>
                      <a:pt x="86" y="4"/>
                    </a:cubicBezTo>
                    <a:cubicBezTo>
                      <a:pt x="83" y="9"/>
                      <a:pt x="80" y="13"/>
                      <a:pt x="75" y="16"/>
                    </a:cubicBezTo>
                    <a:cubicBezTo>
                      <a:pt x="65" y="24"/>
                      <a:pt x="55" y="31"/>
                      <a:pt x="41" y="30"/>
                    </a:cubicBezTo>
                    <a:cubicBezTo>
                      <a:pt x="36" y="29"/>
                      <a:pt x="32" y="27"/>
                      <a:pt x="27" y="25"/>
                    </a:cubicBezTo>
                    <a:cubicBezTo>
                      <a:pt x="22" y="23"/>
                      <a:pt x="17" y="22"/>
                      <a:pt x="12" y="20"/>
                    </a:cubicBezTo>
                    <a:cubicBezTo>
                      <a:pt x="9" y="19"/>
                      <a:pt x="6" y="17"/>
                      <a:pt x="3" y="18"/>
                    </a:cubicBezTo>
                    <a:cubicBezTo>
                      <a:pt x="1" y="19"/>
                      <a:pt x="0" y="22"/>
                      <a:pt x="1" y="24"/>
                    </a:cubicBezTo>
                    <a:cubicBezTo>
                      <a:pt x="1" y="25"/>
                      <a:pt x="1" y="26"/>
                      <a:pt x="2" y="27"/>
                    </a:cubicBezTo>
                  </a:path>
                </a:pathLst>
              </a:custGeom>
              <a:solidFill>
                <a:srgbClr val="BFCF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888" name="Freeform 393">
                <a:extLst>
                  <a:ext uri="{FF2B5EF4-FFF2-40B4-BE49-F238E27FC236}">
                    <a16:creationId xmlns:a16="http://schemas.microsoft.com/office/drawing/2014/main" id="{811DE8B9-DD92-4D9B-B000-81C36CC1AD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9" y="3953"/>
                <a:ext cx="33" cy="28"/>
              </a:xfrm>
              <a:custGeom>
                <a:avLst/>
                <a:gdLst>
                  <a:gd name="T0" fmla="*/ 0 w 20"/>
                  <a:gd name="T1" fmla="*/ 54 h 17"/>
                  <a:gd name="T2" fmla="*/ 58 w 20"/>
                  <a:gd name="T3" fmla="*/ 76 h 17"/>
                  <a:gd name="T4" fmla="*/ 89 w 20"/>
                  <a:gd name="T5" fmla="*/ 0 h 17"/>
                  <a:gd name="T6" fmla="*/ 54 w 20"/>
                  <a:gd name="T7" fmla="*/ 63 h 17"/>
                  <a:gd name="T8" fmla="*/ 0 w 20"/>
                  <a:gd name="T9" fmla="*/ 54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17">
                    <a:moveTo>
                      <a:pt x="0" y="12"/>
                    </a:moveTo>
                    <a:cubicBezTo>
                      <a:pt x="0" y="12"/>
                      <a:pt x="11" y="16"/>
                      <a:pt x="13" y="17"/>
                    </a:cubicBezTo>
                    <a:cubicBezTo>
                      <a:pt x="20" y="0"/>
                      <a:pt x="20" y="0"/>
                      <a:pt x="20" y="0"/>
                    </a:cubicBezTo>
                    <a:cubicBezTo>
                      <a:pt x="12" y="14"/>
                      <a:pt x="12" y="14"/>
                      <a:pt x="12" y="14"/>
                    </a:cubicBezTo>
                    <a:lnTo>
                      <a:pt x="0" y="12"/>
                    </a:lnTo>
                    <a:close/>
                  </a:path>
                </a:pathLst>
              </a:custGeom>
              <a:solidFill>
                <a:srgbClr val="BFCF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889" name="Freeform 394">
                <a:extLst>
                  <a:ext uri="{FF2B5EF4-FFF2-40B4-BE49-F238E27FC236}">
                    <a16:creationId xmlns:a16="http://schemas.microsoft.com/office/drawing/2014/main" id="{F02864F0-2CC9-4871-A364-6B5CAA36EF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6" y="3934"/>
                <a:ext cx="10" cy="24"/>
              </a:xfrm>
              <a:custGeom>
                <a:avLst/>
                <a:gdLst>
                  <a:gd name="T0" fmla="*/ 0 w 6"/>
                  <a:gd name="T1" fmla="*/ 61 h 15"/>
                  <a:gd name="T2" fmla="*/ 13 w 6"/>
                  <a:gd name="T3" fmla="*/ 29 h 15"/>
                  <a:gd name="T4" fmla="*/ 22 w 6"/>
                  <a:gd name="T5" fmla="*/ 0 h 15"/>
                  <a:gd name="T6" fmla="*/ 13 w 6"/>
                  <a:gd name="T7" fmla="*/ 42 h 15"/>
                  <a:gd name="T8" fmla="*/ 0 w 6"/>
                  <a:gd name="T9" fmla="*/ 61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15">
                    <a:moveTo>
                      <a:pt x="0" y="15"/>
                    </a:moveTo>
                    <a:cubicBezTo>
                      <a:pt x="1" y="12"/>
                      <a:pt x="2" y="10"/>
                      <a:pt x="3" y="7"/>
                    </a:cubicBezTo>
                    <a:cubicBezTo>
                      <a:pt x="3" y="5"/>
                      <a:pt x="4" y="2"/>
                      <a:pt x="5" y="0"/>
                    </a:cubicBezTo>
                    <a:cubicBezTo>
                      <a:pt x="6" y="3"/>
                      <a:pt x="4" y="7"/>
                      <a:pt x="3" y="10"/>
                    </a:cubicBezTo>
                    <a:cubicBezTo>
                      <a:pt x="2" y="11"/>
                      <a:pt x="1" y="13"/>
                      <a:pt x="0" y="15"/>
                    </a:cubicBezTo>
                  </a:path>
                </a:pathLst>
              </a:custGeom>
              <a:solidFill>
                <a:srgbClr val="6A7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890" name="Freeform 395">
                <a:extLst>
                  <a:ext uri="{FF2B5EF4-FFF2-40B4-BE49-F238E27FC236}">
                    <a16:creationId xmlns:a16="http://schemas.microsoft.com/office/drawing/2014/main" id="{E579CA50-36DB-475B-8373-62B505675D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4" y="3934"/>
                <a:ext cx="17" cy="9"/>
              </a:xfrm>
              <a:custGeom>
                <a:avLst/>
                <a:gdLst>
                  <a:gd name="T0" fmla="*/ 5 w 10"/>
                  <a:gd name="T1" fmla="*/ 12 h 6"/>
                  <a:gd name="T2" fmla="*/ 49 w 10"/>
                  <a:gd name="T3" fmla="*/ 8 h 6"/>
                  <a:gd name="T4" fmla="*/ 20 w 10"/>
                  <a:gd name="T5" fmla="*/ 8 h 6"/>
                  <a:gd name="T6" fmla="*/ 0 w 10"/>
                  <a:gd name="T7" fmla="*/ 21 h 6"/>
                  <a:gd name="T8" fmla="*/ 5 w 10"/>
                  <a:gd name="T9" fmla="*/ 8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6">
                    <a:moveTo>
                      <a:pt x="1" y="3"/>
                    </a:moveTo>
                    <a:cubicBezTo>
                      <a:pt x="3" y="0"/>
                      <a:pt x="8" y="1"/>
                      <a:pt x="10" y="2"/>
                    </a:cubicBezTo>
                    <a:cubicBezTo>
                      <a:pt x="8" y="1"/>
                      <a:pt x="5" y="2"/>
                      <a:pt x="4" y="2"/>
                    </a:cubicBezTo>
                    <a:cubicBezTo>
                      <a:pt x="1" y="3"/>
                      <a:pt x="2" y="4"/>
                      <a:pt x="0" y="6"/>
                    </a:cubicBezTo>
                    <a:cubicBezTo>
                      <a:pt x="0" y="5"/>
                      <a:pt x="0" y="3"/>
                      <a:pt x="1" y="2"/>
                    </a:cubicBezTo>
                  </a:path>
                </a:pathLst>
              </a:custGeom>
              <a:solidFill>
                <a:srgbClr val="6A7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891" name="Freeform 396">
                <a:extLst>
                  <a:ext uri="{FF2B5EF4-FFF2-40B4-BE49-F238E27FC236}">
                    <a16:creationId xmlns:a16="http://schemas.microsoft.com/office/drawing/2014/main" id="{425DE3E1-EE98-41E7-9D3A-7FE59507B7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7" y="3943"/>
                <a:ext cx="7" cy="7"/>
              </a:xfrm>
              <a:custGeom>
                <a:avLst/>
                <a:gdLst>
                  <a:gd name="T0" fmla="*/ 7 w 4"/>
                  <a:gd name="T1" fmla="*/ 7 h 4"/>
                  <a:gd name="T2" fmla="*/ 7 w 4"/>
                  <a:gd name="T3" fmla="*/ 7 h 4"/>
                  <a:gd name="T4" fmla="*/ 12 w 4"/>
                  <a:gd name="T5" fmla="*/ 12 h 4"/>
                  <a:gd name="T6" fmla="*/ 7 w 4"/>
                  <a:gd name="T7" fmla="*/ 7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1" y="1"/>
                    </a:moveTo>
                    <a:cubicBezTo>
                      <a:pt x="1" y="1"/>
                      <a:pt x="1" y="0"/>
                      <a:pt x="1" y="1"/>
                    </a:cubicBezTo>
                    <a:cubicBezTo>
                      <a:pt x="0" y="2"/>
                      <a:pt x="1" y="4"/>
                      <a:pt x="2" y="2"/>
                    </a:cubicBezTo>
                    <a:cubicBezTo>
                      <a:pt x="4" y="1"/>
                      <a:pt x="1" y="0"/>
                      <a:pt x="1" y="1"/>
                    </a:cubicBezTo>
                  </a:path>
                </a:pathLst>
              </a:custGeom>
              <a:solidFill>
                <a:srgbClr val="6A7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892" name="Freeform 397">
                <a:extLst>
                  <a:ext uri="{FF2B5EF4-FFF2-40B4-BE49-F238E27FC236}">
                    <a16:creationId xmlns:a16="http://schemas.microsoft.com/office/drawing/2014/main" id="{8051E77D-FF11-4814-9005-AD8855C97D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7" y="3945"/>
                <a:ext cx="4" cy="5"/>
              </a:xfrm>
              <a:custGeom>
                <a:avLst/>
                <a:gdLst>
                  <a:gd name="T0" fmla="*/ 0 w 2"/>
                  <a:gd name="T1" fmla="*/ 8 h 3"/>
                  <a:gd name="T2" fmla="*/ 16 w 2"/>
                  <a:gd name="T3" fmla="*/ 8 h 3"/>
                  <a:gd name="T4" fmla="*/ 0 w 2"/>
                  <a:gd name="T5" fmla="*/ 5 h 3"/>
                  <a:gd name="T6" fmla="*/ 0 w 2"/>
                  <a:gd name="T7" fmla="*/ 8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cubicBezTo>
                      <a:pt x="0" y="3"/>
                      <a:pt x="2" y="3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</a:path>
                </a:pathLst>
              </a:custGeom>
              <a:solidFill>
                <a:srgbClr val="6A7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893" name="Freeform 398">
                <a:extLst>
                  <a:ext uri="{FF2B5EF4-FFF2-40B4-BE49-F238E27FC236}">
                    <a16:creationId xmlns:a16="http://schemas.microsoft.com/office/drawing/2014/main" id="{BB0ABB70-6658-4DE9-9BFD-79D216D40B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6" y="3948"/>
                <a:ext cx="6" cy="5"/>
              </a:xfrm>
              <a:custGeom>
                <a:avLst/>
                <a:gdLst>
                  <a:gd name="T0" fmla="*/ 5 w 4"/>
                  <a:gd name="T1" fmla="*/ 8 h 3"/>
                  <a:gd name="T2" fmla="*/ 8 w 4"/>
                  <a:gd name="T3" fmla="*/ 5 h 3"/>
                  <a:gd name="T4" fmla="*/ 8 w 4"/>
                  <a:gd name="T5" fmla="*/ 8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1" y="2"/>
                    </a:moveTo>
                    <a:cubicBezTo>
                      <a:pt x="2" y="3"/>
                      <a:pt x="4" y="1"/>
                      <a:pt x="2" y="1"/>
                    </a:cubicBezTo>
                    <a:cubicBezTo>
                      <a:pt x="0" y="0"/>
                      <a:pt x="0" y="2"/>
                      <a:pt x="2" y="2"/>
                    </a:cubicBezTo>
                  </a:path>
                </a:pathLst>
              </a:custGeom>
              <a:solidFill>
                <a:srgbClr val="6A7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894" name="Freeform 399">
                <a:extLst>
                  <a:ext uri="{FF2B5EF4-FFF2-40B4-BE49-F238E27FC236}">
                    <a16:creationId xmlns:a16="http://schemas.microsoft.com/office/drawing/2014/main" id="{436664CF-F62F-4985-987E-FC397CE8F9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0" y="3874"/>
                <a:ext cx="230" cy="220"/>
              </a:xfrm>
              <a:custGeom>
                <a:avLst/>
                <a:gdLst>
                  <a:gd name="T0" fmla="*/ 518 w 139"/>
                  <a:gd name="T1" fmla="*/ 200 h 133"/>
                  <a:gd name="T2" fmla="*/ 582 w 139"/>
                  <a:gd name="T3" fmla="*/ 0 h 133"/>
                  <a:gd name="T4" fmla="*/ 624 w 139"/>
                  <a:gd name="T5" fmla="*/ 164 h 133"/>
                  <a:gd name="T6" fmla="*/ 394 w 139"/>
                  <a:gd name="T7" fmla="*/ 582 h 133"/>
                  <a:gd name="T8" fmla="*/ 109 w 139"/>
                  <a:gd name="T9" fmla="*/ 298 h 133"/>
                  <a:gd name="T10" fmla="*/ 263 w 139"/>
                  <a:gd name="T11" fmla="*/ 63 h 133"/>
                  <a:gd name="T12" fmla="*/ 235 w 139"/>
                  <a:gd name="T13" fmla="*/ 151 h 13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9" h="133">
                    <a:moveTo>
                      <a:pt x="114" y="44"/>
                    </a:moveTo>
                    <a:cubicBezTo>
                      <a:pt x="119" y="37"/>
                      <a:pt x="129" y="21"/>
                      <a:pt x="129" y="0"/>
                    </a:cubicBezTo>
                    <a:cubicBezTo>
                      <a:pt x="129" y="0"/>
                      <a:pt x="139" y="8"/>
                      <a:pt x="138" y="36"/>
                    </a:cubicBezTo>
                    <a:cubicBezTo>
                      <a:pt x="138" y="64"/>
                      <a:pt x="138" y="133"/>
                      <a:pt x="87" y="129"/>
                    </a:cubicBezTo>
                    <a:cubicBezTo>
                      <a:pt x="36" y="124"/>
                      <a:pt x="0" y="101"/>
                      <a:pt x="24" y="66"/>
                    </a:cubicBezTo>
                    <a:cubicBezTo>
                      <a:pt x="48" y="30"/>
                      <a:pt x="58" y="14"/>
                      <a:pt x="58" y="14"/>
                    </a:cubicBezTo>
                    <a:cubicBezTo>
                      <a:pt x="58" y="14"/>
                      <a:pt x="54" y="23"/>
                      <a:pt x="52" y="33"/>
                    </a:cubicBezTo>
                  </a:path>
                </a:pathLst>
              </a:custGeom>
              <a:noFill/>
              <a:ln w="4763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895" name="Freeform 400">
                <a:extLst>
                  <a:ext uri="{FF2B5EF4-FFF2-40B4-BE49-F238E27FC236}">
                    <a16:creationId xmlns:a16="http://schemas.microsoft.com/office/drawing/2014/main" id="{A00D190D-B4C5-472F-AE15-AEEBBF1180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6" y="3914"/>
                <a:ext cx="129" cy="71"/>
              </a:xfrm>
              <a:custGeom>
                <a:avLst/>
                <a:gdLst>
                  <a:gd name="T0" fmla="*/ 41 w 78"/>
                  <a:gd name="T1" fmla="*/ 50 h 43"/>
                  <a:gd name="T2" fmla="*/ 352 w 78"/>
                  <a:gd name="T3" fmla="*/ 97 h 43"/>
                  <a:gd name="T4" fmla="*/ 318 w 78"/>
                  <a:gd name="T5" fmla="*/ 193 h 43"/>
                  <a:gd name="T6" fmla="*/ 0 w 78"/>
                  <a:gd name="T7" fmla="*/ 125 h 43"/>
                  <a:gd name="T8" fmla="*/ 41 w 78"/>
                  <a:gd name="T9" fmla="*/ 50 h 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8" h="43">
                    <a:moveTo>
                      <a:pt x="9" y="11"/>
                    </a:moveTo>
                    <a:cubicBezTo>
                      <a:pt x="9" y="11"/>
                      <a:pt x="40" y="0"/>
                      <a:pt x="78" y="22"/>
                    </a:cubicBezTo>
                    <a:cubicBezTo>
                      <a:pt x="70" y="43"/>
                      <a:pt x="70" y="43"/>
                      <a:pt x="70" y="43"/>
                    </a:cubicBezTo>
                    <a:cubicBezTo>
                      <a:pt x="70" y="43"/>
                      <a:pt x="28" y="22"/>
                      <a:pt x="0" y="28"/>
                    </a:cubicBezTo>
                    <a:lnTo>
                      <a:pt x="9" y="11"/>
                    </a:lnTo>
                    <a:close/>
                  </a:path>
                </a:pathLst>
              </a:custGeom>
              <a:noFill/>
              <a:ln w="1588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896" name="Freeform 401">
                <a:extLst>
                  <a:ext uri="{FF2B5EF4-FFF2-40B4-BE49-F238E27FC236}">
                    <a16:creationId xmlns:a16="http://schemas.microsoft.com/office/drawing/2014/main" id="{9421EC52-595C-4A27-8503-C1026FDD71C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871" y="3925"/>
                <a:ext cx="53" cy="40"/>
              </a:xfrm>
              <a:custGeom>
                <a:avLst/>
                <a:gdLst>
                  <a:gd name="T0" fmla="*/ 124 w 32"/>
                  <a:gd name="T1" fmla="*/ 5 h 24"/>
                  <a:gd name="T2" fmla="*/ 50 w 32"/>
                  <a:gd name="T3" fmla="*/ 0 h 24"/>
                  <a:gd name="T4" fmla="*/ 22 w 32"/>
                  <a:gd name="T5" fmla="*/ 20 h 24"/>
                  <a:gd name="T6" fmla="*/ 0 w 32"/>
                  <a:gd name="T7" fmla="*/ 88 h 24"/>
                  <a:gd name="T8" fmla="*/ 20 w 32"/>
                  <a:gd name="T9" fmla="*/ 105 h 24"/>
                  <a:gd name="T10" fmla="*/ 91 w 32"/>
                  <a:gd name="T11" fmla="*/ 112 h 24"/>
                  <a:gd name="T12" fmla="*/ 118 w 32"/>
                  <a:gd name="T13" fmla="*/ 92 h 24"/>
                  <a:gd name="T14" fmla="*/ 139 w 32"/>
                  <a:gd name="T15" fmla="*/ 28 h 24"/>
                  <a:gd name="T16" fmla="*/ 124 w 32"/>
                  <a:gd name="T17" fmla="*/ 5 h 24"/>
                  <a:gd name="T18" fmla="*/ 118 w 32"/>
                  <a:gd name="T19" fmla="*/ 37 h 24"/>
                  <a:gd name="T20" fmla="*/ 104 w 32"/>
                  <a:gd name="T21" fmla="*/ 83 h 24"/>
                  <a:gd name="T22" fmla="*/ 84 w 32"/>
                  <a:gd name="T23" fmla="*/ 92 h 24"/>
                  <a:gd name="T24" fmla="*/ 36 w 32"/>
                  <a:gd name="T25" fmla="*/ 88 h 24"/>
                  <a:gd name="T26" fmla="*/ 28 w 32"/>
                  <a:gd name="T27" fmla="*/ 78 h 24"/>
                  <a:gd name="T28" fmla="*/ 41 w 32"/>
                  <a:gd name="T29" fmla="*/ 33 h 24"/>
                  <a:gd name="T30" fmla="*/ 60 w 32"/>
                  <a:gd name="T31" fmla="*/ 20 h 24"/>
                  <a:gd name="T32" fmla="*/ 104 w 32"/>
                  <a:gd name="T33" fmla="*/ 22 h 24"/>
                  <a:gd name="T34" fmla="*/ 118 w 32"/>
                  <a:gd name="T35" fmla="*/ 37 h 24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32" h="24">
                    <a:moveTo>
                      <a:pt x="27" y="1"/>
                    </a:moveTo>
                    <a:cubicBezTo>
                      <a:pt x="11" y="0"/>
                      <a:pt x="11" y="0"/>
                      <a:pt x="11" y="0"/>
                    </a:cubicBezTo>
                    <a:cubicBezTo>
                      <a:pt x="9" y="0"/>
                      <a:pt x="6" y="2"/>
                      <a:pt x="5" y="4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0" y="21"/>
                      <a:pt x="1" y="23"/>
                      <a:pt x="4" y="23"/>
                    </a:cubicBezTo>
                    <a:cubicBezTo>
                      <a:pt x="20" y="24"/>
                      <a:pt x="20" y="24"/>
                      <a:pt x="20" y="24"/>
                    </a:cubicBezTo>
                    <a:cubicBezTo>
                      <a:pt x="23" y="24"/>
                      <a:pt x="26" y="23"/>
                      <a:pt x="26" y="20"/>
                    </a:cubicBezTo>
                    <a:cubicBezTo>
                      <a:pt x="31" y="6"/>
                      <a:pt x="31" y="6"/>
                      <a:pt x="31" y="6"/>
                    </a:cubicBezTo>
                    <a:cubicBezTo>
                      <a:pt x="32" y="3"/>
                      <a:pt x="30" y="2"/>
                      <a:pt x="27" y="1"/>
                    </a:cubicBezTo>
                    <a:close/>
                    <a:moveTo>
                      <a:pt x="26" y="8"/>
                    </a:moveTo>
                    <a:cubicBezTo>
                      <a:pt x="23" y="18"/>
                      <a:pt x="23" y="18"/>
                      <a:pt x="23" y="18"/>
                    </a:cubicBezTo>
                    <a:cubicBezTo>
                      <a:pt x="22" y="19"/>
                      <a:pt x="20" y="20"/>
                      <a:pt x="19" y="20"/>
                    </a:cubicBezTo>
                    <a:cubicBezTo>
                      <a:pt x="8" y="19"/>
                      <a:pt x="8" y="19"/>
                      <a:pt x="8" y="19"/>
                    </a:cubicBezTo>
                    <a:cubicBezTo>
                      <a:pt x="6" y="19"/>
                      <a:pt x="5" y="18"/>
                      <a:pt x="6" y="17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5"/>
                      <a:pt x="11" y="4"/>
                      <a:pt x="13" y="4"/>
                    </a:cubicBezTo>
                    <a:cubicBezTo>
                      <a:pt x="23" y="5"/>
                      <a:pt x="23" y="5"/>
                      <a:pt x="23" y="5"/>
                    </a:cubicBezTo>
                    <a:cubicBezTo>
                      <a:pt x="25" y="5"/>
                      <a:pt x="26" y="6"/>
                      <a:pt x="26" y="8"/>
                    </a:cubicBezTo>
                    <a:close/>
                  </a:path>
                </a:pathLst>
              </a:custGeom>
              <a:solidFill>
                <a:srgbClr val="2C28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897" name="Freeform 402">
                <a:extLst>
                  <a:ext uri="{FF2B5EF4-FFF2-40B4-BE49-F238E27FC236}">
                    <a16:creationId xmlns:a16="http://schemas.microsoft.com/office/drawing/2014/main" id="{5B2AA4CA-B834-48CF-907E-87F546EAF0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1" y="3942"/>
                <a:ext cx="11" cy="5"/>
              </a:xfrm>
              <a:custGeom>
                <a:avLst/>
                <a:gdLst>
                  <a:gd name="T0" fmla="*/ 27 w 7"/>
                  <a:gd name="T1" fmla="*/ 13 h 3"/>
                  <a:gd name="T2" fmla="*/ 0 w 7"/>
                  <a:gd name="T3" fmla="*/ 5 h 3"/>
                  <a:gd name="T4" fmla="*/ 14 w 7"/>
                  <a:gd name="T5" fmla="*/ 5 h 3"/>
                  <a:gd name="T6" fmla="*/ 27 w 7"/>
                  <a:gd name="T7" fmla="*/ 5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3">
                    <a:moveTo>
                      <a:pt x="7" y="3"/>
                    </a:moveTo>
                    <a:cubicBezTo>
                      <a:pt x="4" y="3"/>
                      <a:pt x="2" y="2"/>
                      <a:pt x="0" y="1"/>
                    </a:cubicBezTo>
                    <a:cubicBezTo>
                      <a:pt x="1" y="0"/>
                      <a:pt x="3" y="1"/>
                      <a:pt x="4" y="1"/>
                    </a:cubicBezTo>
                    <a:cubicBezTo>
                      <a:pt x="5" y="1"/>
                      <a:pt x="6" y="0"/>
                      <a:pt x="7" y="1"/>
                    </a:cubicBezTo>
                  </a:path>
                </a:pathLst>
              </a:custGeom>
              <a:solidFill>
                <a:srgbClr val="2C28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898" name="Freeform 403">
                <a:extLst>
                  <a:ext uri="{FF2B5EF4-FFF2-40B4-BE49-F238E27FC236}">
                    <a16:creationId xmlns:a16="http://schemas.microsoft.com/office/drawing/2014/main" id="{4754E7FF-5128-4AE2-B43F-616D1A9AE6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5" y="3874"/>
                <a:ext cx="231" cy="221"/>
              </a:xfrm>
              <a:custGeom>
                <a:avLst/>
                <a:gdLst>
                  <a:gd name="T0" fmla="*/ 409 w 139"/>
                  <a:gd name="T1" fmla="*/ 193 h 134"/>
                  <a:gd name="T2" fmla="*/ 404 w 139"/>
                  <a:gd name="T3" fmla="*/ 193 h 134"/>
                  <a:gd name="T4" fmla="*/ 130 w 139"/>
                  <a:gd name="T5" fmla="*/ 214 h 134"/>
                  <a:gd name="T6" fmla="*/ 47 w 139"/>
                  <a:gd name="T7" fmla="*/ 0 h 134"/>
                  <a:gd name="T8" fmla="*/ 5 w 139"/>
                  <a:gd name="T9" fmla="*/ 160 h 134"/>
                  <a:gd name="T10" fmla="*/ 238 w 139"/>
                  <a:gd name="T11" fmla="*/ 579 h 134"/>
                  <a:gd name="T12" fmla="*/ 527 w 139"/>
                  <a:gd name="T13" fmla="*/ 297 h 134"/>
                  <a:gd name="T14" fmla="*/ 372 w 139"/>
                  <a:gd name="T15" fmla="*/ 63 h 134"/>
                  <a:gd name="T16" fmla="*/ 409 w 139"/>
                  <a:gd name="T17" fmla="*/ 193 h 13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39" h="134">
                    <a:moveTo>
                      <a:pt x="89" y="43"/>
                    </a:moveTo>
                    <a:cubicBezTo>
                      <a:pt x="89" y="43"/>
                      <a:pt x="88" y="43"/>
                      <a:pt x="88" y="43"/>
                    </a:cubicBezTo>
                    <a:cubicBezTo>
                      <a:pt x="84" y="41"/>
                      <a:pt x="50" y="32"/>
                      <a:pt x="28" y="48"/>
                    </a:cubicBezTo>
                    <a:cubicBezTo>
                      <a:pt x="28" y="48"/>
                      <a:pt x="9" y="30"/>
                      <a:pt x="10" y="0"/>
                    </a:cubicBezTo>
                    <a:cubicBezTo>
                      <a:pt x="10" y="0"/>
                      <a:pt x="0" y="8"/>
                      <a:pt x="1" y="36"/>
                    </a:cubicBezTo>
                    <a:cubicBezTo>
                      <a:pt x="1" y="64"/>
                      <a:pt x="1" y="134"/>
                      <a:pt x="52" y="129"/>
                    </a:cubicBezTo>
                    <a:cubicBezTo>
                      <a:pt x="102" y="125"/>
                      <a:pt x="139" y="101"/>
                      <a:pt x="115" y="66"/>
                    </a:cubicBezTo>
                    <a:cubicBezTo>
                      <a:pt x="91" y="31"/>
                      <a:pt x="81" y="14"/>
                      <a:pt x="81" y="14"/>
                    </a:cubicBezTo>
                    <a:cubicBezTo>
                      <a:pt x="81" y="14"/>
                      <a:pt x="87" y="29"/>
                      <a:pt x="89" y="43"/>
                    </a:cubicBezTo>
                    <a:close/>
                  </a:path>
                </a:pathLst>
              </a:custGeom>
              <a:solidFill>
                <a:srgbClr val="B0C5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899" name="Freeform 404">
                <a:extLst>
                  <a:ext uri="{FF2B5EF4-FFF2-40B4-BE49-F238E27FC236}">
                    <a16:creationId xmlns:a16="http://schemas.microsoft.com/office/drawing/2014/main" id="{3747C177-D2F0-4C81-BC1A-23C342B14E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2" y="4014"/>
                <a:ext cx="195" cy="78"/>
              </a:xfrm>
              <a:custGeom>
                <a:avLst/>
                <a:gdLst>
                  <a:gd name="T0" fmla="*/ 0 w 118"/>
                  <a:gd name="T1" fmla="*/ 0 h 47"/>
                  <a:gd name="T2" fmla="*/ 213 w 118"/>
                  <a:gd name="T3" fmla="*/ 201 h 47"/>
                  <a:gd name="T4" fmla="*/ 532 w 118"/>
                  <a:gd name="T5" fmla="*/ 22 h 47"/>
                  <a:gd name="T6" fmla="*/ 334 w 118"/>
                  <a:gd name="T7" fmla="*/ 154 h 47"/>
                  <a:gd name="T8" fmla="*/ 0 w 118"/>
                  <a:gd name="T9" fmla="*/ 0 h 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8" h="47">
                    <a:moveTo>
                      <a:pt x="0" y="0"/>
                    </a:moveTo>
                    <a:cubicBezTo>
                      <a:pt x="6" y="25"/>
                      <a:pt x="18" y="47"/>
                      <a:pt x="47" y="44"/>
                    </a:cubicBezTo>
                    <a:cubicBezTo>
                      <a:pt x="85" y="41"/>
                      <a:pt x="115" y="27"/>
                      <a:pt x="118" y="5"/>
                    </a:cubicBezTo>
                    <a:cubicBezTo>
                      <a:pt x="118" y="5"/>
                      <a:pt x="106" y="28"/>
                      <a:pt x="74" y="34"/>
                    </a:cubicBezTo>
                    <a:cubicBezTo>
                      <a:pt x="41" y="40"/>
                      <a:pt x="16" y="42"/>
                      <a:pt x="0" y="0"/>
                    </a:cubicBezTo>
                    <a:close/>
                  </a:path>
                </a:pathLst>
              </a:custGeom>
              <a:solidFill>
                <a:srgbClr val="2C28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900" name="Freeform 405">
                <a:extLst>
                  <a:ext uri="{FF2B5EF4-FFF2-40B4-BE49-F238E27FC236}">
                    <a16:creationId xmlns:a16="http://schemas.microsoft.com/office/drawing/2014/main" id="{2ABA9B7F-7988-4846-A346-3336B45DB9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0" y="3919"/>
                <a:ext cx="128" cy="71"/>
              </a:xfrm>
              <a:custGeom>
                <a:avLst/>
                <a:gdLst>
                  <a:gd name="T0" fmla="*/ 313 w 77"/>
                  <a:gd name="T1" fmla="*/ 50 h 43"/>
                  <a:gd name="T2" fmla="*/ 0 w 77"/>
                  <a:gd name="T3" fmla="*/ 97 h 43"/>
                  <a:gd name="T4" fmla="*/ 33 w 77"/>
                  <a:gd name="T5" fmla="*/ 193 h 43"/>
                  <a:gd name="T6" fmla="*/ 354 w 77"/>
                  <a:gd name="T7" fmla="*/ 125 h 43"/>
                  <a:gd name="T8" fmla="*/ 313 w 77"/>
                  <a:gd name="T9" fmla="*/ 50 h 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7" h="43">
                    <a:moveTo>
                      <a:pt x="68" y="11"/>
                    </a:moveTo>
                    <a:cubicBezTo>
                      <a:pt x="68" y="11"/>
                      <a:pt x="37" y="0"/>
                      <a:pt x="0" y="22"/>
                    </a:cubicBezTo>
                    <a:cubicBezTo>
                      <a:pt x="7" y="43"/>
                      <a:pt x="7" y="43"/>
                      <a:pt x="7" y="43"/>
                    </a:cubicBezTo>
                    <a:cubicBezTo>
                      <a:pt x="7" y="43"/>
                      <a:pt x="50" y="22"/>
                      <a:pt x="77" y="28"/>
                    </a:cubicBezTo>
                    <a:lnTo>
                      <a:pt x="68" y="11"/>
                    </a:lnTo>
                    <a:close/>
                  </a:path>
                </a:pathLst>
              </a:custGeom>
              <a:solidFill>
                <a:srgbClr val="6A7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</p:grpSp>
        <p:sp>
          <p:nvSpPr>
            <p:cNvPr id="40689" name="Freeform 406">
              <a:extLst>
                <a:ext uri="{FF2B5EF4-FFF2-40B4-BE49-F238E27FC236}">
                  <a16:creationId xmlns:a16="http://schemas.microsoft.com/office/drawing/2014/main" id="{9EE5FC0A-74C5-44DC-AC08-1F40CE4CB4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0" y="3915"/>
              <a:ext cx="129" cy="71"/>
            </a:xfrm>
            <a:custGeom>
              <a:avLst/>
              <a:gdLst>
                <a:gd name="T0" fmla="*/ 306 w 78"/>
                <a:gd name="T1" fmla="*/ 50 h 43"/>
                <a:gd name="T2" fmla="*/ 0 w 78"/>
                <a:gd name="T3" fmla="*/ 97 h 43"/>
                <a:gd name="T4" fmla="*/ 36 w 78"/>
                <a:gd name="T5" fmla="*/ 193 h 43"/>
                <a:gd name="T6" fmla="*/ 352 w 78"/>
                <a:gd name="T7" fmla="*/ 125 h 43"/>
                <a:gd name="T8" fmla="*/ 306 w 78"/>
                <a:gd name="T9" fmla="*/ 50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8" h="43">
                  <a:moveTo>
                    <a:pt x="68" y="11"/>
                  </a:moveTo>
                  <a:cubicBezTo>
                    <a:pt x="68" y="11"/>
                    <a:pt x="38" y="0"/>
                    <a:pt x="0" y="22"/>
                  </a:cubicBezTo>
                  <a:cubicBezTo>
                    <a:pt x="8" y="43"/>
                    <a:pt x="8" y="43"/>
                    <a:pt x="8" y="43"/>
                  </a:cubicBezTo>
                  <a:cubicBezTo>
                    <a:pt x="8" y="43"/>
                    <a:pt x="50" y="22"/>
                    <a:pt x="78" y="28"/>
                  </a:cubicBezTo>
                  <a:lnTo>
                    <a:pt x="68" y="11"/>
                  </a:lnTo>
                  <a:close/>
                </a:path>
              </a:pathLst>
            </a:custGeom>
            <a:solidFill>
              <a:srgbClr val="889D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690" name="Freeform 407">
              <a:extLst>
                <a:ext uri="{FF2B5EF4-FFF2-40B4-BE49-F238E27FC236}">
                  <a16:creationId xmlns:a16="http://schemas.microsoft.com/office/drawing/2014/main" id="{1E2A3FFA-8E5B-4169-B217-E9CC577385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3" y="4008"/>
              <a:ext cx="151" cy="66"/>
            </a:xfrm>
            <a:custGeom>
              <a:avLst/>
              <a:gdLst>
                <a:gd name="T0" fmla="*/ 402 w 91"/>
                <a:gd name="T1" fmla="*/ 117 h 40"/>
                <a:gd name="T2" fmla="*/ 352 w 91"/>
                <a:gd name="T3" fmla="*/ 147 h 40"/>
                <a:gd name="T4" fmla="*/ 292 w 91"/>
                <a:gd name="T5" fmla="*/ 167 h 40"/>
                <a:gd name="T6" fmla="*/ 229 w 91"/>
                <a:gd name="T7" fmla="*/ 175 h 40"/>
                <a:gd name="T8" fmla="*/ 166 w 91"/>
                <a:gd name="T9" fmla="*/ 172 h 40"/>
                <a:gd name="T10" fmla="*/ 50 w 91"/>
                <a:gd name="T11" fmla="*/ 117 h 40"/>
                <a:gd name="T12" fmla="*/ 5 w 91"/>
                <a:gd name="T13" fmla="*/ 21 h 40"/>
                <a:gd name="T14" fmla="*/ 5 w 91"/>
                <a:gd name="T15" fmla="*/ 0 h 40"/>
                <a:gd name="T16" fmla="*/ 22 w 91"/>
                <a:gd name="T17" fmla="*/ 20 h 40"/>
                <a:gd name="T18" fmla="*/ 75 w 91"/>
                <a:gd name="T19" fmla="*/ 71 h 40"/>
                <a:gd name="T20" fmla="*/ 229 w 91"/>
                <a:gd name="T21" fmla="*/ 130 h 40"/>
                <a:gd name="T22" fmla="*/ 292 w 91"/>
                <a:gd name="T23" fmla="*/ 112 h 40"/>
                <a:gd name="T24" fmla="*/ 360 w 91"/>
                <a:gd name="T25" fmla="*/ 84 h 40"/>
                <a:gd name="T26" fmla="*/ 402 w 91"/>
                <a:gd name="T27" fmla="*/ 76 h 40"/>
                <a:gd name="T28" fmla="*/ 410 w 91"/>
                <a:gd name="T29" fmla="*/ 104 h 40"/>
                <a:gd name="T30" fmla="*/ 408 w 91"/>
                <a:gd name="T31" fmla="*/ 117 h 40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91" h="40">
                  <a:moveTo>
                    <a:pt x="88" y="26"/>
                  </a:moveTo>
                  <a:cubicBezTo>
                    <a:pt x="86" y="29"/>
                    <a:pt x="81" y="31"/>
                    <a:pt x="77" y="33"/>
                  </a:cubicBezTo>
                  <a:cubicBezTo>
                    <a:pt x="73" y="35"/>
                    <a:pt x="69" y="36"/>
                    <a:pt x="64" y="37"/>
                  </a:cubicBezTo>
                  <a:cubicBezTo>
                    <a:pt x="59" y="37"/>
                    <a:pt x="55" y="38"/>
                    <a:pt x="50" y="39"/>
                  </a:cubicBezTo>
                  <a:cubicBezTo>
                    <a:pt x="45" y="40"/>
                    <a:pt x="41" y="39"/>
                    <a:pt x="36" y="38"/>
                  </a:cubicBezTo>
                  <a:cubicBezTo>
                    <a:pt x="26" y="36"/>
                    <a:pt x="19" y="33"/>
                    <a:pt x="11" y="26"/>
                  </a:cubicBezTo>
                  <a:cubicBezTo>
                    <a:pt x="5" y="21"/>
                    <a:pt x="2" y="13"/>
                    <a:pt x="1" y="5"/>
                  </a:cubicBezTo>
                  <a:cubicBezTo>
                    <a:pt x="1" y="4"/>
                    <a:pt x="0" y="1"/>
                    <a:pt x="1" y="0"/>
                  </a:cubicBezTo>
                  <a:cubicBezTo>
                    <a:pt x="3" y="0"/>
                    <a:pt x="4" y="3"/>
                    <a:pt x="5" y="4"/>
                  </a:cubicBezTo>
                  <a:cubicBezTo>
                    <a:pt x="8" y="8"/>
                    <a:pt x="11" y="12"/>
                    <a:pt x="16" y="16"/>
                  </a:cubicBezTo>
                  <a:cubicBezTo>
                    <a:pt x="26" y="24"/>
                    <a:pt x="36" y="30"/>
                    <a:pt x="50" y="29"/>
                  </a:cubicBezTo>
                  <a:cubicBezTo>
                    <a:pt x="55" y="29"/>
                    <a:pt x="59" y="27"/>
                    <a:pt x="64" y="25"/>
                  </a:cubicBezTo>
                  <a:cubicBezTo>
                    <a:pt x="69" y="22"/>
                    <a:pt x="74" y="21"/>
                    <a:pt x="79" y="19"/>
                  </a:cubicBezTo>
                  <a:cubicBezTo>
                    <a:pt x="82" y="18"/>
                    <a:pt x="85" y="16"/>
                    <a:pt x="88" y="17"/>
                  </a:cubicBezTo>
                  <a:cubicBezTo>
                    <a:pt x="90" y="18"/>
                    <a:pt x="91" y="21"/>
                    <a:pt x="90" y="23"/>
                  </a:cubicBezTo>
                  <a:cubicBezTo>
                    <a:pt x="90" y="24"/>
                    <a:pt x="89" y="25"/>
                    <a:pt x="89" y="26"/>
                  </a:cubicBezTo>
                </a:path>
              </a:pathLst>
            </a:custGeom>
            <a:solidFill>
              <a:srgbClr val="BFCF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691" name="Freeform 408">
              <a:extLst>
                <a:ext uri="{FF2B5EF4-FFF2-40B4-BE49-F238E27FC236}">
                  <a16:creationId xmlns:a16="http://schemas.microsoft.com/office/drawing/2014/main" id="{A0225691-74A6-440D-AC36-939ACAA0E7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3" y="3955"/>
              <a:ext cx="32" cy="28"/>
            </a:xfrm>
            <a:custGeom>
              <a:avLst/>
              <a:gdLst>
                <a:gd name="T0" fmla="*/ 91 w 19"/>
                <a:gd name="T1" fmla="*/ 54 h 17"/>
                <a:gd name="T2" fmla="*/ 34 w 19"/>
                <a:gd name="T3" fmla="*/ 76 h 17"/>
                <a:gd name="T4" fmla="*/ 0 w 19"/>
                <a:gd name="T5" fmla="*/ 0 h 17"/>
                <a:gd name="T6" fmla="*/ 37 w 19"/>
                <a:gd name="T7" fmla="*/ 63 h 17"/>
                <a:gd name="T8" fmla="*/ 91 w 19"/>
                <a:gd name="T9" fmla="*/ 54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17">
                  <a:moveTo>
                    <a:pt x="19" y="12"/>
                  </a:moveTo>
                  <a:cubicBezTo>
                    <a:pt x="19" y="12"/>
                    <a:pt x="9" y="16"/>
                    <a:pt x="7" y="17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8" y="14"/>
                    <a:pt x="8" y="14"/>
                    <a:pt x="8" y="14"/>
                  </a:cubicBezTo>
                  <a:lnTo>
                    <a:pt x="19" y="12"/>
                  </a:lnTo>
                  <a:close/>
                </a:path>
              </a:pathLst>
            </a:custGeom>
            <a:solidFill>
              <a:srgbClr val="BFCF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692" name="Freeform 409">
              <a:extLst>
                <a:ext uri="{FF2B5EF4-FFF2-40B4-BE49-F238E27FC236}">
                  <a16:creationId xmlns:a16="http://schemas.microsoft.com/office/drawing/2014/main" id="{21D760BC-EC20-4E1C-A095-8A605D560D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0" y="3935"/>
              <a:ext cx="10" cy="23"/>
            </a:xfrm>
            <a:custGeom>
              <a:avLst/>
              <a:gdLst>
                <a:gd name="T0" fmla="*/ 28 w 6"/>
                <a:gd name="T1" fmla="*/ 62 h 14"/>
                <a:gd name="T2" fmla="*/ 13 w 6"/>
                <a:gd name="T3" fmla="*/ 33 h 14"/>
                <a:gd name="T4" fmla="*/ 5 w 6"/>
                <a:gd name="T5" fmla="*/ 0 h 14"/>
                <a:gd name="T6" fmla="*/ 13 w 6"/>
                <a:gd name="T7" fmla="*/ 41 h 14"/>
                <a:gd name="T8" fmla="*/ 28 w 6"/>
                <a:gd name="T9" fmla="*/ 62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14">
                  <a:moveTo>
                    <a:pt x="6" y="14"/>
                  </a:moveTo>
                  <a:cubicBezTo>
                    <a:pt x="5" y="12"/>
                    <a:pt x="4" y="9"/>
                    <a:pt x="3" y="7"/>
                  </a:cubicBezTo>
                  <a:cubicBezTo>
                    <a:pt x="2" y="4"/>
                    <a:pt x="2" y="2"/>
                    <a:pt x="1" y="0"/>
                  </a:cubicBezTo>
                  <a:cubicBezTo>
                    <a:pt x="0" y="2"/>
                    <a:pt x="1" y="7"/>
                    <a:pt x="3" y="9"/>
                  </a:cubicBezTo>
                  <a:cubicBezTo>
                    <a:pt x="4" y="11"/>
                    <a:pt x="5" y="13"/>
                    <a:pt x="6" y="14"/>
                  </a:cubicBezTo>
                </a:path>
              </a:pathLst>
            </a:custGeom>
            <a:solidFill>
              <a:srgbClr val="6A7A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693" name="Freeform 410">
              <a:extLst>
                <a:ext uri="{FF2B5EF4-FFF2-40B4-BE49-F238E27FC236}">
                  <a16:creationId xmlns:a16="http://schemas.microsoft.com/office/drawing/2014/main" id="{EAD33DE2-D6EB-41FB-B95E-EAC97F1583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4" y="3934"/>
              <a:ext cx="17" cy="11"/>
            </a:xfrm>
            <a:custGeom>
              <a:avLst/>
              <a:gdLst>
                <a:gd name="T0" fmla="*/ 44 w 10"/>
                <a:gd name="T1" fmla="*/ 13 h 7"/>
                <a:gd name="T2" fmla="*/ 0 w 10"/>
                <a:gd name="T3" fmla="*/ 8 h 7"/>
                <a:gd name="T4" fmla="*/ 29 w 10"/>
                <a:gd name="T5" fmla="*/ 8 h 7"/>
                <a:gd name="T6" fmla="*/ 49 w 10"/>
                <a:gd name="T7" fmla="*/ 27 h 7"/>
                <a:gd name="T8" fmla="*/ 44 w 10"/>
                <a:gd name="T9" fmla="*/ 1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7">
                  <a:moveTo>
                    <a:pt x="9" y="3"/>
                  </a:moveTo>
                  <a:cubicBezTo>
                    <a:pt x="7" y="0"/>
                    <a:pt x="2" y="2"/>
                    <a:pt x="0" y="2"/>
                  </a:cubicBezTo>
                  <a:cubicBezTo>
                    <a:pt x="2" y="2"/>
                    <a:pt x="4" y="2"/>
                    <a:pt x="6" y="2"/>
                  </a:cubicBezTo>
                  <a:cubicBezTo>
                    <a:pt x="8" y="3"/>
                    <a:pt x="8" y="5"/>
                    <a:pt x="10" y="7"/>
                  </a:cubicBezTo>
                  <a:cubicBezTo>
                    <a:pt x="10" y="5"/>
                    <a:pt x="9" y="4"/>
                    <a:pt x="9" y="3"/>
                  </a:cubicBezTo>
                </a:path>
              </a:pathLst>
            </a:custGeom>
            <a:solidFill>
              <a:srgbClr val="6A7A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694" name="Freeform 411">
              <a:extLst>
                <a:ext uri="{FF2B5EF4-FFF2-40B4-BE49-F238E27FC236}">
                  <a16:creationId xmlns:a16="http://schemas.microsoft.com/office/drawing/2014/main" id="{C7767A35-CCF4-4727-9801-D8B04A8853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1" y="3943"/>
              <a:ext cx="7" cy="7"/>
            </a:xfrm>
            <a:custGeom>
              <a:avLst/>
              <a:gdLst>
                <a:gd name="T0" fmla="*/ 16 w 4"/>
                <a:gd name="T1" fmla="*/ 7 h 4"/>
                <a:gd name="T2" fmla="*/ 16 w 4"/>
                <a:gd name="T3" fmla="*/ 7 h 4"/>
                <a:gd name="T4" fmla="*/ 12 w 4"/>
                <a:gd name="T5" fmla="*/ 16 h 4"/>
                <a:gd name="T6" fmla="*/ 16 w 4"/>
                <a:gd name="T7" fmla="*/ 7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4">
                  <a:moveTo>
                    <a:pt x="3" y="1"/>
                  </a:moveTo>
                  <a:cubicBezTo>
                    <a:pt x="3" y="1"/>
                    <a:pt x="3" y="1"/>
                    <a:pt x="3" y="1"/>
                  </a:cubicBezTo>
                  <a:cubicBezTo>
                    <a:pt x="4" y="2"/>
                    <a:pt x="3" y="4"/>
                    <a:pt x="2" y="3"/>
                  </a:cubicBezTo>
                  <a:cubicBezTo>
                    <a:pt x="0" y="2"/>
                    <a:pt x="2" y="0"/>
                    <a:pt x="3" y="1"/>
                  </a:cubicBezTo>
                </a:path>
              </a:pathLst>
            </a:custGeom>
            <a:solidFill>
              <a:srgbClr val="6A7A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695" name="Freeform 412">
              <a:extLst>
                <a:ext uri="{FF2B5EF4-FFF2-40B4-BE49-F238E27FC236}">
                  <a16:creationId xmlns:a16="http://schemas.microsoft.com/office/drawing/2014/main" id="{4E169627-6B35-4AEA-9E34-CF71CC0103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5" y="3947"/>
              <a:ext cx="3" cy="5"/>
            </a:xfrm>
            <a:custGeom>
              <a:avLst/>
              <a:gdLst>
                <a:gd name="T0" fmla="*/ 5 w 2"/>
                <a:gd name="T1" fmla="*/ 5 h 3"/>
                <a:gd name="T2" fmla="*/ 0 w 2"/>
                <a:gd name="T3" fmla="*/ 5 h 3"/>
                <a:gd name="T4" fmla="*/ 8 w 2"/>
                <a:gd name="T5" fmla="*/ 0 h 3"/>
                <a:gd name="T6" fmla="*/ 8 w 2"/>
                <a:gd name="T7" fmla="*/ 5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3">
                  <a:moveTo>
                    <a:pt x="1" y="1"/>
                  </a:moveTo>
                  <a:cubicBezTo>
                    <a:pt x="2" y="2"/>
                    <a:pt x="0" y="3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2" y="1"/>
                    <a:pt x="2" y="1"/>
                    <a:pt x="2" y="1"/>
                  </a:cubicBezTo>
                </a:path>
              </a:pathLst>
            </a:custGeom>
            <a:solidFill>
              <a:srgbClr val="6A7A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696" name="Freeform 413">
              <a:extLst>
                <a:ext uri="{FF2B5EF4-FFF2-40B4-BE49-F238E27FC236}">
                  <a16:creationId xmlns:a16="http://schemas.microsoft.com/office/drawing/2014/main" id="{44EA9A70-494D-4B55-9D06-456D9EBE18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3" y="3948"/>
              <a:ext cx="7" cy="5"/>
            </a:xfrm>
            <a:custGeom>
              <a:avLst/>
              <a:gdLst>
                <a:gd name="T0" fmla="*/ 16 w 4"/>
                <a:gd name="T1" fmla="*/ 8 h 3"/>
                <a:gd name="T2" fmla="*/ 12 w 4"/>
                <a:gd name="T3" fmla="*/ 5 h 3"/>
                <a:gd name="T4" fmla="*/ 12 w 4"/>
                <a:gd name="T5" fmla="*/ 8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3">
                  <a:moveTo>
                    <a:pt x="3" y="2"/>
                  </a:moveTo>
                  <a:cubicBezTo>
                    <a:pt x="2" y="3"/>
                    <a:pt x="0" y="2"/>
                    <a:pt x="2" y="1"/>
                  </a:cubicBezTo>
                  <a:cubicBezTo>
                    <a:pt x="4" y="0"/>
                    <a:pt x="4" y="3"/>
                    <a:pt x="2" y="2"/>
                  </a:cubicBezTo>
                </a:path>
              </a:pathLst>
            </a:custGeom>
            <a:solidFill>
              <a:srgbClr val="6A7A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697" name="Freeform 414">
              <a:extLst>
                <a:ext uri="{FF2B5EF4-FFF2-40B4-BE49-F238E27FC236}">
                  <a16:creationId xmlns:a16="http://schemas.microsoft.com/office/drawing/2014/main" id="{0E383735-0E42-48DC-A260-84FF8529019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5" y="3874"/>
              <a:ext cx="231" cy="221"/>
            </a:xfrm>
            <a:custGeom>
              <a:avLst/>
              <a:gdLst>
                <a:gd name="T0" fmla="*/ 116 w 139"/>
                <a:gd name="T1" fmla="*/ 198 h 134"/>
                <a:gd name="T2" fmla="*/ 47 w 139"/>
                <a:gd name="T3" fmla="*/ 0 h 134"/>
                <a:gd name="T4" fmla="*/ 5 w 139"/>
                <a:gd name="T5" fmla="*/ 160 h 134"/>
                <a:gd name="T6" fmla="*/ 238 w 139"/>
                <a:gd name="T7" fmla="*/ 579 h 134"/>
                <a:gd name="T8" fmla="*/ 527 w 139"/>
                <a:gd name="T9" fmla="*/ 297 h 134"/>
                <a:gd name="T10" fmla="*/ 372 w 139"/>
                <a:gd name="T11" fmla="*/ 63 h 134"/>
                <a:gd name="T12" fmla="*/ 401 w 139"/>
                <a:gd name="T13" fmla="*/ 152 h 13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9" h="134">
                  <a:moveTo>
                    <a:pt x="25" y="44"/>
                  </a:moveTo>
                  <a:cubicBezTo>
                    <a:pt x="19" y="38"/>
                    <a:pt x="9" y="22"/>
                    <a:pt x="10" y="0"/>
                  </a:cubicBezTo>
                  <a:cubicBezTo>
                    <a:pt x="10" y="0"/>
                    <a:pt x="0" y="8"/>
                    <a:pt x="1" y="36"/>
                  </a:cubicBezTo>
                  <a:cubicBezTo>
                    <a:pt x="1" y="64"/>
                    <a:pt x="1" y="134"/>
                    <a:pt x="52" y="129"/>
                  </a:cubicBezTo>
                  <a:cubicBezTo>
                    <a:pt x="102" y="125"/>
                    <a:pt x="139" y="101"/>
                    <a:pt x="115" y="66"/>
                  </a:cubicBezTo>
                  <a:cubicBezTo>
                    <a:pt x="91" y="31"/>
                    <a:pt x="81" y="14"/>
                    <a:pt x="81" y="14"/>
                  </a:cubicBezTo>
                  <a:cubicBezTo>
                    <a:pt x="81" y="14"/>
                    <a:pt x="85" y="23"/>
                    <a:pt x="87" y="34"/>
                  </a:cubicBezTo>
                </a:path>
              </a:pathLst>
            </a:custGeom>
            <a:noFill/>
            <a:ln w="4763" cap="rnd">
              <a:solidFill>
                <a:srgbClr val="494E4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698" name="Freeform 415">
              <a:extLst>
                <a:ext uri="{FF2B5EF4-FFF2-40B4-BE49-F238E27FC236}">
                  <a16:creationId xmlns:a16="http://schemas.microsoft.com/office/drawing/2014/main" id="{FF8E0B94-FED5-4928-84C8-EC758DCF89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0" y="3915"/>
              <a:ext cx="129" cy="71"/>
            </a:xfrm>
            <a:custGeom>
              <a:avLst/>
              <a:gdLst>
                <a:gd name="T0" fmla="*/ 306 w 78"/>
                <a:gd name="T1" fmla="*/ 50 h 43"/>
                <a:gd name="T2" fmla="*/ 0 w 78"/>
                <a:gd name="T3" fmla="*/ 97 h 43"/>
                <a:gd name="T4" fmla="*/ 36 w 78"/>
                <a:gd name="T5" fmla="*/ 193 h 43"/>
                <a:gd name="T6" fmla="*/ 352 w 78"/>
                <a:gd name="T7" fmla="*/ 125 h 43"/>
                <a:gd name="T8" fmla="*/ 306 w 78"/>
                <a:gd name="T9" fmla="*/ 50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8" h="43">
                  <a:moveTo>
                    <a:pt x="68" y="11"/>
                  </a:moveTo>
                  <a:cubicBezTo>
                    <a:pt x="68" y="11"/>
                    <a:pt x="38" y="0"/>
                    <a:pt x="0" y="22"/>
                  </a:cubicBezTo>
                  <a:cubicBezTo>
                    <a:pt x="8" y="43"/>
                    <a:pt x="8" y="43"/>
                    <a:pt x="8" y="43"/>
                  </a:cubicBezTo>
                  <a:cubicBezTo>
                    <a:pt x="8" y="43"/>
                    <a:pt x="50" y="22"/>
                    <a:pt x="78" y="28"/>
                  </a:cubicBezTo>
                  <a:lnTo>
                    <a:pt x="68" y="11"/>
                  </a:lnTo>
                  <a:close/>
                </a:path>
              </a:pathLst>
            </a:custGeom>
            <a:noFill/>
            <a:ln w="1588" cap="rnd">
              <a:solidFill>
                <a:srgbClr val="494E4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699" name="Freeform 416">
              <a:extLst>
                <a:ext uri="{FF2B5EF4-FFF2-40B4-BE49-F238E27FC236}">
                  <a16:creationId xmlns:a16="http://schemas.microsoft.com/office/drawing/2014/main" id="{1CBD83E8-AD23-47EC-8AF5-652621B722A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151" y="3927"/>
              <a:ext cx="53" cy="40"/>
            </a:xfrm>
            <a:custGeom>
              <a:avLst/>
              <a:gdLst>
                <a:gd name="T0" fmla="*/ 5 w 32"/>
                <a:gd name="T1" fmla="*/ 22 h 24"/>
                <a:gd name="T2" fmla="*/ 28 w 32"/>
                <a:gd name="T3" fmla="*/ 92 h 24"/>
                <a:gd name="T4" fmla="*/ 55 w 32"/>
                <a:gd name="T5" fmla="*/ 112 h 24"/>
                <a:gd name="T6" fmla="*/ 126 w 32"/>
                <a:gd name="T7" fmla="*/ 105 h 24"/>
                <a:gd name="T8" fmla="*/ 139 w 32"/>
                <a:gd name="T9" fmla="*/ 83 h 24"/>
                <a:gd name="T10" fmla="*/ 124 w 32"/>
                <a:gd name="T11" fmla="*/ 20 h 24"/>
                <a:gd name="T12" fmla="*/ 96 w 32"/>
                <a:gd name="T13" fmla="*/ 0 h 24"/>
                <a:gd name="T14" fmla="*/ 20 w 32"/>
                <a:gd name="T15" fmla="*/ 5 h 24"/>
                <a:gd name="T16" fmla="*/ 5 w 32"/>
                <a:gd name="T17" fmla="*/ 22 h 24"/>
                <a:gd name="T18" fmla="*/ 36 w 32"/>
                <a:gd name="T19" fmla="*/ 22 h 24"/>
                <a:gd name="T20" fmla="*/ 84 w 32"/>
                <a:gd name="T21" fmla="*/ 20 h 24"/>
                <a:gd name="T22" fmla="*/ 104 w 32"/>
                <a:gd name="T23" fmla="*/ 28 h 24"/>
                <a:gd name="T24" fmla="*/ 118 w 32"/>
                <a:gd name="T25" fmla="*/ 75 h 24"/>
                <a:gd name="T26" fmla="*/ 109 w 32"/>
                <a:gd name="T27" fmla="*/ 88 h 24"/>
                <a:gd name="T28" fmla="*/ 60 w 32"/>
                <a:gd name="T29" fmla="*/ 92 h 24"/>
                <a:gd name="T30" fmla="*/ 41 w 32"/>
                <a:gd name="T31" fmla="*/ 78 h 24"/>
                <a:gd name="T32" fmla="*/ 28 w 32"/>
                <a:gd name="T33" fmla="*/ 33 h 24"/>
                <a:gd name="T34" fmla="*/ 36 w 32"/>
                <a:gd name="T35" fmla="*/ 22 h 24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32" h="24">
                  <a:moveTo>
                    <a:pt x="1" y="5"/>
                  </a:moveTo>
                  <a:cubicBezTo>
                    <a:pt x="6" y="20"/>
                    <a:pt x="6" y="20"/>
                    <a:pt x="6" y="20"/>
                  </a:cubicBezTo>
                  <a:cubicBezTo>
                    <a:pt x="6" y="22"/>
                    <a:pt x="9" y="24"/>
                    <a:pt x="12" y="24"/>
                  </a:cubicBezTo>
                  <a:cubicBezTo>
                    <a:pt x="28" y="23"/>
                    <a:pt x="28" y="23"/>
                    <a:pt x="28" y="23"/>
                  </a:cubicBezTo>
                  <a:cubicBezTo>
                    <a:pt x="30" y="22"/>
                    <a:pt x="32" y="21"/>
                    <a:pt x="31" y="18"/>
                  </a:cubicBezTo>
                  <a:cubicBezTo>
                    <a:pt x="27" y="4"/>
                    <a:pt x="27" y="4"/>
                    <a:pt x="27" y="4"/>
                  </a:cubicBezTo>
                  <a:cubicBezTo>
                    <a:pt x="26" y="1"/>
                    <a:pt x="23" y="0"/>
                    <a:pt x="21" y="0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2" y="1"/>
                    <a:pt x="0" y="3"/>
                    <a:pt x="1" y="5"/>
                  </a:cubicBezTo>
                  <a:close/>
                  <a:moveTo>
                    <a:pt x="8" y="5"/>
                  </a:moveTo>
                  <a:cubicBezTo>
                    <a:pt x="19" y="4"/>
                    <a:pt x="19" y="4"/>
                    <a:pt x="19" y="4"/>
                  </a:cubicBezTo>
                  <a:cubicBezTo>
                    <a:pt x="21" y="4"/>
                    <a:pt x="23" y="5"/>
                    <a:pt x="23" y="6"/>
                  </a:cubicBezTo>
                  <a:cubicBezTo>
                    <a:pt x="26" y="16"/>
                    <a:pt x="26" y="16"/>
                    <a:pt x="26" y="16"/>
                  </a:cubicBezTo>
                  <a:cubicBezTo>
                    <a:pt x="27" y="18"/>
                    <a:pt x="26" y="19"/>
                    <a:pt x="24" y="19"/>
                  </a:cubicBezTo>
                  <a:cubicBezTo>
                    <a:pt x="13" y="20"/>
                    <a:pt x="13" y="20"/>
                    <a:pt x="13" y="20"/>
                  </a:cubicBezTo>
                  <a:cubicBezTo>
                    <a:pt x="11" y="20"/>
                    <a:pt x="10" y="19"/>
                    <a:pt x="9" y="17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6"/>
                    <a:pt x="7" y="5"/>
                    <a:pt x="8" y="5"/>
                  </a:cubicBezTo>
                  <a:close/>
                </a:path>
              </a:pathLst>
            </a:custGeom>
            <a:solidFill>
              <a:srgbClr val="2C28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700" name="Freeform 417">
              <a:extLst>
                <a:ext uri="{FF2B5EF4-FFF2-40B4-BE49-F238E27FC236}">
                  <a16:creationId xmlns:a16="http://schemas.microsoft.com/office/drawing/2014/main" id="{91148401-2EDA-472A-B05D-D98AD291AB2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3" y="3943"/>
              <a:ext cx="11" cy="4"/>
            </a:xfrm>
            <a:custGeom>
              <a:avLst/>
              <a:gdLst>
                <a:gd name="T0" fmla="*/ 0 w 7"/>
                <a:gd name="T1" fmla="*/ 16 h 2"/>
                <a:gd name="T2" fmla="*/ 27 w 7"/>
                <a:gd name="T3" fmla="*/ 0 h 2"/>
                <a:gd name="T4" fmla="*/ 13 w 7"/>
                <a:gd name="T5" fmla="*/ 0 h 2"/>
                <a:gd name="T6" fmla="*/ 0 w 7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2">
                  <a:moveTo>
                    <a:pt x="0" y="2"/>
                  </a:moveTo>
                  <a:cubicBezTo>
                    <a:pt x="2" y="2"/>
                    <a:pt x="5" y="2"/>
                    <a:pt x="7" y="0"/>
                  </a:cubicBezTo>
                  <a:cubicBezTo>
                    <a:pt x="6" y="0"/>
                    <a:pt x="4" y="0"/>
                    <a:pt x="3" y="0"/>
                  </a:cubicBezTo>
                  <a:cubicBezTo>
                    <a:pt x="2" y="0"/>
                    <a:pt x="1" y="0"/>
                    <a:pt x="0" y="0"/>
                  </a:cubicBezTo>
                </a:path>
              </a:pathLst>
            </a:custGeom>
            <a:solidFill>
              <a:srgbClr val="2C28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</p:grpSp>
      <p:grpSp>
        <p:nvGrpSpPr>
          <p:cNvPr id="39939" name="Elderly-woman-standing-full-body">
            <a:extLst>
              <a:ext uri="{FF2B5EF4-FFF2-40B4-BE49-F238E27FC236}">
                <a16:creationId xmlns:a16="http://schemas.microsoft.com/office/drawing/2014/main" id="{C35EC91A-D3F1-4288-B380-872B5A70EAA8}"/>
              </a:ext>
            </a:extLst>
          </p:cNvPr>
          <p:cNvGrpSpPr>
            <a:grpSpLocks/>
          </p:cNvGrpSpPr>
          <p:nvPr/>
        </p:nvGrpSpPr>
        <p:grpSpPr bwMode="auto">
          <a:xfrm>
            <a:off x="2174875" y="1247775"/>
            <a:ext cx="1490663" cy="5330825"/>
            <a:chOff x="410" y="699"/>
            <a:chExt cx="948" cy="3389"/>
          </a:xfrm>
        </p:grpSpPr>
        <p:grpSp>
          <p:nvGrpSpPr>
            <p:cNvPr id="40419" name="Group 419">
              <a:extLst>
                <a:ext uri="{FF2B5EF4-FFF2-40B4-BE49-F238E27FC236}">
                  <a16:creationId xmlns:a16="http://schemas.microsoft.com/office/drawing/2014/main" id="{4A16315A-3644-41FA-A1B8-C24901AAE82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10" y="755"/>
              <a:ext cx="948" cy="3333"/>
              <a:chOff x="410" y="755"/>
              <a:chExt cx="948" cy="3333"/>
            </a:xfrm>
          </p:grpSpPr>
          <p:sp>
            <p:nvSpPr>
              <p:cNvPr id="40487" name="Freeform 420">
                <a:extLst>
                  <a:ext uri="{FF2B5EF4-FFF2-40B4-BE49-F238E27FC236}">
                    <a16:creationId xmlns:a16="http://schemas.microsoft.com/office/drawing/2014/main" id="{96450B3B-1A76-4C48-AC27-BE559CA9FF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1" y="755"/>
                <a:ext cx="284" cy="392"/>
              </a:xfrm>
              <a:custGeom>
                <a:avLst/>
                <a:gdLst>
                  <a:gd name="T0" fmla="*/ 756 w 171"/>
                  <a:gd name="T1" fmla="*/ 352 h 237"/>
                  <a:gd name="T2" fmla="*/ 751 w 171"/>
                  <a:gd name="T3" fmla="*/ 344 h 237"/>
                  <a:gd name="T4" fmla="*/ 560 w 171"/>
                  <a:gd name="T5" fmla="*/ 55 h 237"/>
                  <a:gd name="T6" fmla="*/ 168 w 171"/>
                  <a:gd name="T7" fmla="*/ 63 h 237"/>
                  <a:gd name="T8" fmla="*/ 20 w 171"/>
                  <a:gd name="T9" fmla="*/ 339 h 237"/>
                  <a:gd name="T10" fmla="*/ 13 w 171"/>
                  <a:gd name="T11" fmla="*/ 347 h 237"/>
                  <a:gd name="T12" fmla="*/ 5 w 171"/>
                  <a:gd name="T13" fmla="*/ 452 h 237"/>
                  <a:gd name="T14" fmla="*/ 5 w 171"/>
                  <a:gd name="T15" fmla="*/ 380 h 237"/>
                  <a:gd name="T16" fmla="*/ 5 w 171"/>
                  <a:gd name="T17" fmla="*/ 476 h 237"/>
                  <a:gd name="T18" fmla="*/ 33 w 171"/>
                  <a:gd name="T19" fmla="*/ 624 h 237"/>
                  <a:gd name="T20" fmla="*/ 78 w 171"/>
                  <a:gd name="T21" fmla="*/ 796 h 237"/>
                  <a:gd name="T22" fmla="*/ 166 w 171"/>
                  <a:gd name="T23" fmla="*/ 936 h 237"/>
                  <a:gd name="T24" fmla="*/ 334 w 171"/>
                  <a:gd name="T25" fmla="*/ 1064 h 237"/>
                  <a:gd name="T26" fmla="*/ 394 w 171"/>
                  <a:gd name="T27" fmla="*/ 1072 h 237"/>
                  <a:gd name="T28" fmla="*/ 452 w 171"/>
                  <a:gd name="T29" fmla="*/ 1064 h 237"/>
                  <a:gd name="T30" fmla="*/ 629 w 171"/>
                  <a:gd name="T31" fmla="*/ 949 h 237"/>
                  <a:gd name="T32" fmla="*/ 709 w 171"/>
                  <a:gd name="T33" fmla="*/ 796 h 237"/>
                  <a:gd name="T34" fmla="*/ 751 w 171"/>
                  <a:gd name="T35" fmla="*/ 624 h 237"/>
                  <a:gd name="T36" fmla="*/ 777 w 171"/>
                  <a:gd name="T37" fmla="*/ 503 h 237"/>
                  <a:gd name="T38" fmla="*/ 784 w 171"/>
                  <a:gd name="T39" fmla="*/ 498 h 237"/>
                  <a:gd name="T40" fmla="*/ 756 w 171"/>
                  <a:gd name="T41" fmla="*/ 352 h 237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171" h="237">
                    <a:moveTo>
                      <a:pt x="165" y="78"/>
                    </a:moveTo>
                    <a:cubicBezTo>
                      <a:pt x="164" y="76"/>
                      <a:pt x="164" y="76"/>
                      <a:pt x="164" y="76"/>
                    </a:cubicBezTo>
                    <a:cubicBezTo>
                      <a:pt x="160" y="54"/>
                      <a:pt x="132" y="19"/>
                      <a:pt x="122" y="12"/>
                    </a:cubicBezTo>
                    <a:cubicBezTo>
                      <a:pt x="107" y="0"/>
                      <a:pt x="61" y="2"/>
                      <a:pt x="37" y="14"/>
                    </a:cubicBezTo>
                    <a:cubicBezTo>
                      <a:pt x="28" y="23"/>
                      <a:pt x="10" y="53"/>
                      <a:pt x="4" y="75"/>
                    </a:cubicBezTo>
                    <a:cubicBezTo>
                      <a:pt x="3" y="77"/>
                      <a:pt x="3" y="77"/>
                      <a:pt x="3" y="77"/>
                    </a:cubicBezTo>
                    <a:cubicBezTo>
                      <a:pt x="2" y="82"/>
                      <a:pt x="4" y="95"/>
                      <a:pt x="1" y="100"/>
                    </a:cubicBezTo>
                    <a:cubicBezTo>
                      <a:pt x="2" y="95"/>
                      <a:pt x="2" y="89"/>
                      <a:pt x="1" y="84"/>
                    </a:cubicBezTo>
                    <a:cubicBezTo>
                      <a:pt x="1" y="89"/>
                      <a:pt x="0" y="101"/>
                      <a:pt x="1" y="105"/>
                    </a:cubicBezTo>
                    <a:cubicBezTo>
                      <a:pt x="4" y="116"/>
                      <a:pt x="5" y="128"/>
                      <a:pt x="7" y="138"/>
                    </a:cubicBezTo>
                    <a:cubicBezTo>
                      <a:pt x="10" y="148"/>
                      <a:pt x="14" y="168"/>
                      <a:pt x="17" y="176"/>
                    </a:cubicBezTo>
                    <a:cubicBezTo>
                      <a:pt x="19" y="184"/>
                      <a:pt x="23" y="203"/>
                      <a:pt x="36" y="207"/>
                    </a:cubicBezTo>
                    <a:cubicBezTo>
                      <a:pt x="51" y="212"/>
                      <a:pt x="60" y="233"/>
                      <a:pt x="73" y="235"/>
                    </a:cubicBezTo>
                    <a:cubicBezTo>
                      <a:pt x="77" y="236"/>
                      <a:pt x="83" y="237"/>
                      <a:pt x="86" y="237"/>
                    </a:cubicBezTo>
                    <a:cubicBezTo>
                      <a:pt x="89" y="237"/>
                      <a:pt x="95" y="236"/>
                      <a:pt x="99" y="235"/>
                    </a:cubicBezTo>
                    <a:cubicBezTo>
                      <a:pt x="112" y="233"/>
                      <a:pt x="122" y="215"/>
                      <a:pt x="137" y="210"/>
                    </a:cubicBezTo>
                    <a:cubicBezTo>
                      <a:pt x="154" y="203"/>
                      <a:pt x="152" y="184"/>
                      <a:pt x="155" y="176"/>
                    </a:cubicBezTo>
                    <a:cubicBezTo>
                      <a:pt x="158" y="168"/>
                      <a:pt x="162" y="148"/>
                      <a:pt x="164" y="138"/>
                    </a:cubicBezTo>
                    <a:cubicBezTo>
                      <a:pt x="166" y="131"/>
                      <a:pt x="168" y="120"/>
                      <a:pt x="170" y="111"/>
                    </a:cubicBezTo>
                    <a:cubicBezTo>
                      <a:pt x="171" y="110"/>
                      <a:pt x="171" y="110"/>
                      <a:pt x="171" y="110"/>
                    </a:cubicBezTo>
                    <a:cubicBezTo>
                      <a:pt x="170" y="103"/>
                      <a:pt x="168" y="90"/>
                      <a:pt x="165" y="78"/>
                    </a:cubicBezTo>
                  </a:path>
                </a:pathLst>
              </a:custGeom>
              <a:solidFill>
                <a:srgbClr val="FEF6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488" name="Freeform 421">
                <a:extLst>
                  <a:ext uri="{FF2B5EF4-FFF2-40B4-BE49-F238E27FC236}">
                    <a16:creationId xmlns:a16="http://schemas.microsoft.com/office/drawing/2014/main" id="{327C0EC0-0041-490B-BEFC-1E6B887AEF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" y="1079"/>
                <a:ext cx="948" cy="3008"/>
              </a:xfrm>
              <a:custGeom>
                <a:avLst/>
                <a:gdLst>
                  <a:gd name="T0" fmla="*/ 2541 w 572"/>
                  <a:gd name="T1" fmla="*/ 3686 h 1819"/>
                  <a:gd name="T2" fmla="*/ 2481 w 572"/>
                  <a:gd name="T3" fmla="*/ 2844 h 1819"/>
                  <a:gd name="T4" fmla="*/ 2408 w 572"/>
                  <a:gd name="T5" fmla="*/ 1812 h 1819"/>
                  <a:gd name="T6" fmla="*/ 2290 w 572"/>
                  <a:gd name="T7" fmla="*/ 959 h 1819"/>
                  <a:gd name="T8" fmla="*/ 1976 w 572"/>
                  <a:gd name="T9" fmla="*/ 443 h 1819"/>
                  <a:gd name="T10" fmla="*/ 1760 w 572"/>
                  <a:gd name="T11" fmla="*/ 389 h 1819"/>
                  <a:gd name="T12" fmla="*/ 1535 w 572"/>
                  <a:gd name="T13" fmla="*/ 35 h 1819"/>
                  <a:gd name="T14" fmla="*/ 1303 w 572"/>
                  <a:gd name="T15" fmla="*/ 185 h 1819"/>
                  <a:gd name="T16" fmla="*/ 1303 w 572"/>
                  <a:gd name="T17" fmla="*/ 185 h 1819"/>
                  <a:gd name="T18" fmla="*/ 1241 w 572"/>
                  <a:gd name="T19" fmla="*/ 175 h 1819"/>
                  <a:gd name="T20" fmla="*/ 1033 w 572"/>
                  <a:gd name="T21" fmla="*/ 0 h 1819"/>
                  <a:gd name="T22" fmla="*/ 698 w 572"/>
                  <a:gd name="T23" fmla="*/ 422 h 1819"/>
                  <a:gd name="T24" fmla="*/ 565 w 572"/>
                  <a:gd name="T25" fmla="*/ 465 h 1819"/>
                  <a:gd name="T26" fmla="*/ 250 w 572"/>
                  <a:gd name="T27" fmla="*/ 1288 h 1819"/>
                  <a:gd name="T28" fmla="*/ 159 w 572"/>
                  <a:gd name="T29" fmla="*/ 2158 h 1819"/>
                  <a:gd name="T30" fmla="*/ 118 w 572"/>
                  <a:gd name="T31" fmla="*/ 3205 h 1819"/>
                  <a:gd name="T32" fmla="*/ 8 w 572"/>
                  <a:gd name="T33" fmla="*/ 3936 h 1819"/>
                  <a:gd name="T34" fmla="*/ 55 w 572"/>
                  <a:gd name="T35" fmla="*/ 4075 h 1819"/>
                  <a:gd name="T36" fmla="*/ 245 w 572"/>
                  <a:gd name="T37" fmla="*/ 4250 h 1819"/>
                  <a:gd name="T38" fmla="*/ 318 w 572"/>
                  <a:gd name="T39" fmla="*/ 4212 h 1819"/>
                  <a:gd name="T40" fmla="*/ 355 w 572"/>
                  <a:gd name="T41" fmla="*/ 4171 h 1819"/>
                  <a:gd name="T42" fmla="*/ 338 w 572"/>
                  <a:gd name="T43" fmla="*/ 3970 h 1819"/>
                  <a:gd name="T44" fmla="*/ 292 w 572"/>
                  <a:gd name="T45" fmla="*/ 3598 h 1819"/>
                  <a:gd name="T46" fmla="*/ 484 w 572"/>
                  <a:gd name="T47" fmla="*/ 2201 h 1819"/>
                  <a:gd name="T48" fmla="*/ 577 w 572"/>
                  <a:gd name="T49" fmla="*/ 1723 h 1819"/>
                  <a:gd name="T50" fmla="*/ 438 w 572"/>
                  <a:gd name="T51" fmla="*/ 2568 h 1819"/>
                  <a:gd name="T52" fmla="*/ 418 w 572"/>
                  <a:gd name="T53" fmla="*/ 3848 h 1819"/>
                  <a:gd name="T54" fmla="*/ 719 w 572"/>
                  <a:gd name="T55" fmla="*/ 5308 h 1819"/>
                  <a:gd name="T56" fmla="*/ 824 w 572"/>
                  <a:gd name="T57" fmla="*/ 6719 h 1819"/>
                  <a:gd name="T58" fmla="*/ 933 w 572"/>
                  <a:gd name="T59" fmla="*/ 7656 h 1819"/>
                  <a:gd name="T60" fmla="*/ 774 w 572"/>
                  <a:gd name="T61" fmla="*/ 8025 h 1819"/>
                  <a:gd name="T62" fmla="*/ 819 w 572"/>
                  <a:gd name="T63" fmla="*/ 8162 h 1819"/>
                  <a:gd name="T64" fmla="*/ 1052 w 572"/>
                  <a:gd name="T65" fmla="*/ 8176 h 1819"/>
                  <a:gd name="T66" fmla="*/ 1270 w 572"/>
                  <a:gd name="T67" fmla="*/ 8024 h 1819"/>
                  <a:gd name="T68" fmla="*/ 1279 w 572"/>
                  <a:gd name="T69" fmla="*/ 7747 h 1819"/>
                  <a:gd name="T70" fmla="*/ 1246 w 572"/>
                  <a:gd name="T71" fmla="*/ 7479 h 1819"/>
                  <a:gd name="T72" fmla="*/ 1255 w 572"/>
                  <a:gd name="T73" fmla="*/ 5961 h 1819"/>
                  <a:gd name="T74" fmla="*/ 1255 w 572"/>
                  <a:gd name="T75" fmla="*/ 5111 h 1819"/>
                  <a:gd name="T76" fmla="*/ 1253 w 572"/>
                  <a:gd name="T77" fmla="*/ 3873 h 1819"/>
                  <a:gd name="T78" fmla="*/ 1296 w 572"/>
                  <a:gd name="T79" fmla="*/ 3875 h 1819"/>
                  <a:gd name="T80" fmla="*/ 1351 w 572"/>
                  <a:gd name="T81" fmla="*/ 3866 h 1819"/>
                  <a:gd name="T82" fmla="*/ 1351 w 572"/>
                  <a:gd name="T83" fmla="*/ 4405 h 1819"/>
                  <a:gd name="T84" fmla="*/ 1362 w 572"/>
                  <a:gd name="T85" fmla="*/ 5543 h 1819"/>
                  <a:gd name="T86" fmla="*/ 1412 w 572"/>
                  <a:gd name="T87" fmla="*/ 7159 h 1819"/>
                  <a:gd name="T88" fmla="*/ 1349 w 572"/>
                  <a:gd name="T89" fmla="*/ 7643 h 1819"/>
                  <a:gd name="T90" fmla="*/ 1321 w 572"/>
                  <a:gd name="T91" fmla="*/ 7895 h 1819"/>
                  <a:gd name="T92" fmla="*/ 1407 w 572"/>
                  <a:gd name="T93" fmla="*/ 8149 h 1819"/>
                  <a:gd name="T94" fmla="*/ 1676 w 572"/>
                  <a:gd name="T95" fmla="*/ 8184 h 1819"/>
                  <a:gd name="T96" fmla="*/ 1830 w 572"/>
                  <a:gd name="T97" fmla="*/ 8095 h 1819"/>
                  <a:gd name="T98" fmla="*/ 1697 w 572"/>
                  <a:gd name="T99" fmla="*/ 7818 h 1819"/>
                  <a:gd name="T100" fmla="*/ 1689 w 572"/>
                  <a:gd name="T101" fmla="*/ 7370 h 1819"/>
                  <a:gd name="T102" fmla="*/ 1855 w 572"/>
                  <a:gd name="T103" fmla="*/ 5715 h 1819"/>
                  <a:gd name="T104" fmla="*/ 2022 w 572"/>
                  <a:gd name="T105" fmla="*/ 4476 h 1819"/>
                  <a:gd name="T106" fmla="*/ 2294 w 572"/>
                  <a:gd name="T107" fmla="*/ 3099 h 1819"/>
                  <a:gd name="T108" fmla="*/ 2035 w 572"/>
                  <a:gd name="T109" fmla="*/ 2201 h 1819"/>
                  <a:gd name="T110" fmla="*/ 2022 w 572"/>
                  <a:gd name="T111" fmla="*/ 1716 h 1819"/>
                  <a:gd name="T112" fmla="*/ 2194 w 572"/>
                  <a:gd name="T113" fmla="*/ 2844 h 1819"/>
                  <a:gd name="T114" fmla="*/ 2285 w 572"/>
                  <a:gd name="T115" fmla="*/ 3731 h 1819"/>
                  <a:gd name="T116" fmla="*/ 2257 w 572"/>
                  <a:gd name="T117" fmla="*/ 4132 h 1819"/>
                  <a:gd name="T118" fmla="*/ 2244 w 572"/>
                  <a:gd name="T119" fmla="*/ 4200 h 1819"/>
                  <a:gd name="T120" fmla="*/ 2249 w 572"/>
                  <a:gd name="T121" fmla="*/ 4283 h 1819"/>
                  <a:gd name="T122" fmla="*/ 2491 w 572"/>
                  <a:gd name="T123" fmla="*/ 4172 h 1819"/>
                  <a:gd name="T124" fmla="*/ 2571 w 572"/>
                  <a:gd name="T125" fmla="*/ 4000 h 1819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0" t="0" r="r" b="b"/>
                <a:pathLst>
                  <a:path w="572" h="1819">
                    <a:moveTo>
                      <a:pt x="570" y="870"/>
                    </a:moveTo>
                    <a:cubicBezTo>
                      <a:pt x="567" y="865"/>
                      <a:pt x="563" y="834"/>
                      <a:pt x="558" y="815"/>
                    </a:cubicBezTo>
                    <a:cubicBezTo>
                      <a:pt x="555" y="800"/>
                      <a:pt x="544" y="734"/>
                      <a:pt x="547" y="704"/>
                    </a:cubicBezTo>
                    <a:cubicBezTo>
                      <a:pt x="548" y="680"/>
                      <a:pt x="545" y="644"/>
                      <a:pt x="545" y="629"/>
                    </a:cubicBezTo>
                    <a:cubicBezTo>
                      <a:pt x="546" y="540"/>
                      <a:pt x="541" y="494"/>
                      <a:pt x="537" y="477"/>
                    </a:cubicBezTo>
                    <a:cubicBezTo>
                      <a:pt x="534" y="461"/>
                      <a:pt x="529" y="437"/>
                      <a:pt x="529" y="401"/>
                    </a:cubicBezTo>
                    <a:cubicBezTo>
                      <a:pt x="529" y="366"/>
                      <a:pt x="520" y="319"/>
                      <a:pt x="517" y="284"/>
                    </a:cubicBezTo>
                    <a:cubicBezTo>
                      <a:pt x="515" y="265"/>
                      <a:pt x="507" y="238"/>
                      <a:pt x="503" y="212"/>
                    </a:cubicBezTo>
                    <a:cubicBezTo>
                      <a:pt x="499" y="186"/>
                      <a:pt x="465" y="110"/>
                      <a:pt x="448" y="104"/>
                    </a:cubicBezTo>
                    <a:cubicBezTo>
                      <a:pt x="444" y="103"/>
                      <a:pt x="438" y="98"/>
                      <a:pt x="434" y="98"/>
                    </a:cubicBezTo>
                    <a:cubicBezTo>
                      <a:pt x="428" y="96"/>
                      <a:pt x="424" y="94"/>
                      <a:pt x="419" y="93"/>
                    </a:cubicBezTo>
                    <a:cubicBezTo>
                      <a:pt x="407" y="91"/>
                      <a:pt x="397" y="89"/>
                      <a:pt x="387" y="86"/>
                    </a:cubicBezTo>
                    <a:cubicBezTo>
                      <a:pt x="366" y="79"/>
                      <a:pt x="326" y="40"/>
                      <a:pt x="345" y="0"/>
                    </a:cubicBezTo>
                    <a:cubicBezTo>
                      <a:pt x="343" y="2"/>
                      <a:pt x="340" y="4"/>
                      <a:pt x="337" y="8"/>
                    </a:cubicBezTo>
                    <a:cubicBezTo>
                      <a:pt x="328" y="21"/>
                      <a:pt x="312" y="37"/>
                      <a:pt x="299" y="39"/>
                    </a:cubicBezTo>
                    <a:cubicBezTo>
                      <a:pt x="295" y="40"/>
                      <a:pt x="289" y="41"/>
                      <a:pt x="286" y="41"/>
                    </a:cubicBezTo>
                    <a:cubicBezTo>
                      <a:pt x="286" y="41"/>
                      <a:pt x="286" y="41"/>
                      <a:pt x="286" y="41"/>
                    </a:cubicBezTo>
                    <a:cubicBezTo>
                      <a:pt x="286" y="41"/>
                      <a:pt x="286" y="41"/>
                      <a:pt x="286" y="41"/>
                    </a:cubicBezTo>
                    <a:cubicBezTo>
                      <a:pt x="286" y="41"/>
                      <a:pt x="286" y="41"/>
                      <a:pt x="286" y="41"/>
                    </a:cubicBezTo>
                    <a:cubicBezTo>
                      <a:pt x="283" y="41"/>
                      <a:pt x="277" y="40"/>
                      <a:pt x="273" y="39"/>
                    </a:cubicBezTo>
                    <a:cubicBezTo>
                      <a:pt x="260" y="37"/>
                      <a:pt x="246" y="18"/>
                      <a:pt x="234" y="8"/>
                    </a:cubicBezTo>
                    <a:cubicBezTo>
                      <a:pt x="231" y="5"/>
                      <a:pt x="229" y="2"/>
                      <a:pt x="227" y="0"/>
                    </a:cubicBezTo>
                    <a:cubicBezTo>
                      <a:pt x="254" y="34"/>
                      <a:pt x="206" y="79"/>
                      <a:pt x="185" y="86"/>
                    </a:cubicBezTo>
                    <a:cubicBezTo>
                      <a:pt x="175" y="89"/>
                      <a:pt x="165" y="91"/>
                      <a:pt x="153" y="93"/>
                    </a:cubicBezTo>
                    <a:cubicBezTo>
                      <a:pt x="147" y="94"/>
                      <a:pt x="143" y="96"/>
                      <a:pt x="137" y="97"/>
                    </a:cubicBezTo>
                    <a:cubicBezTo>
                      <a:pt x="133" y="98"/>
                      <a:pt x="128" y="102"/>
                      <a:pt x="124" y="103"/>
                    </a:cubicBezTo>
                    <a:cubicBezTo>
                      <a:pt x="105" y="111"/>
                      <a:pt x="72" y="182"/>
                      <a:pt x="68" y="208"/>
                    </a:cubicBezTo>
                    <a:cubicBezTo>
                      <a:pt x="64" y="234"/>
                      <a:pt x="56" y="265"/>
                      <a:pt x="55" y="285"/>
                    </a:cubicBezTo>
                    <a:cubicBezTo>
                      <a:pt x="52" y="319"/>
                      <a:pt x="43" y="366"/>
                      <a:pt x="43" y="401"/>
                    </a:cubicBezTo>
                    <a:cubicBezTo>
                      <a:pt x="43" y="437"/>
                      <a:pt x="38" y="461"/>
                      <a:pt x="35" y="477"/>
                    </a:cubicBezTo>
                    <a:cubicBezTo>
                      <a:pt x="31" y="494"/>
                      <a:pt x="24" y="538"/>
                      <a:pt x="25" y="627"/>
                    </a:cubicBezTo>
                    <a:cubicBezTo>
                      <a:pt x="25" y="643"/>
                      <a:pt x="25" y="686"/>
                      <a:pt x="26" y="709"/>
                    </a:cubicBezTo>
                    <a:cubicBezTo>
                      <a:pt x="29" y="739"/>
                      <a:pt x="17" y="800"/>
                      <a:pt x="13" y="815"/>
                    </a:cubicBezTo>
                    <a:cubicBezTo>
                      <a:pt x="8" y="834"/>
                      <a:pt x="4" y="865"/>
                      <a:pt x="2" y="870"/>
                    </a:cubicBezTo>
                    <a:cubicBezTo>
                      <a:pt x="0" y="874"/>
                      <a:pt x="4" y="880"/>
                      <a:pt x="7" y="885"/>
                    </a:cubicBezTo>
                    <a:cubicBezTo>
                      <a:pt x="9" y="890"/>
                      <a:pt x="8" y="894"/>
                      <a:pt x="12" y="901"/>
                    </a:cubicBezTo>
                    <a:cubicBezTo>
                      <a:pt x="14" y="906"/>
                      <a:pt x="21" y="917"/>
                      <a:pt x="25" y="923"/>
                    </a:cubicBezTo>
                    <a:cubicBezTo>
                      <a:pt x="28" y="929"/>
                      <a:pt x="43" y="936"/>
                      <a:pt x="54" y="940"/>
                    </a:cubicBezTo>
                    <a:cubicBezTo>
                      <a:pt x="62" y="943"/>
                      <a:pt x="76" y="951"/>
                      <a:pt x="78" y="947"/>
                    </a:cubicBezTo>
                    <a:cubicBezTo>
                      <a:pt x="81" y="940"/>
                      <a:pt x="76" y="935"/>
                      <a:pt x="70" y="931"/>
                    </a:cubicBezTo>
                    <a:cubicBezTo>
                      <a:pt x="66" y="929"/>
                      <a:pt x="76" y="936"/>
                      <a:pt x="79" y="929"/>
                    </a:cubicBezTo>
                    <a:cubicBezTo>
                      <a:pt x="79" y="927"/>
                      <a:pt x="79" y="925"/>
                      <a:pt x="78" y="922"/>
                    </a:cubicBezTo>
                    <a:cubicBezTo>
                      <a:pt x="79" y="917"/>
                      <a:pt x="78" y="917"/>
                      <a:pt x="75" y="914"/>
                    </a:cubicBezTo>
                    <a:cubicBezTo>
                      <a:pt x="81" y="912"/>
                      <a:pt x="79" y="891"/>
                      <a:pt x="74" y="878"/>
                    </a:cubicBezTo>
                    <a:cubicBezTo>
                      <a:pt x="75" y="870"/>
                      <a:pt x="81" y="846"/>
                      <a:pt x="70" y="825"/>
                    </a:cubicBezTo>
                    <a:cubicBezTo>
                      <a:pt x="64" y="815"/>
                      <a:pt x="64" y="803"/>
                      <a:pt x="64" y="796"/>
                    </a:cubicBezTo>
                    <a:cubicBezTo>
                      <a:pt x="61" y="779"/>
                      <a:pt x="80" y="662"/>
                      <a:pt x="90" y="629"/>
                    </a:cubicBezTo>
                    <a:cubicBezTo>
                      <a:pt x="111" y="559"/>
                      <a:pt x="104" y="499"/>
                      <a:pt x="106" y="487"/>
                    </a:cubicBezTo>
                    <a:cubicBezTo>
                      <a:pt x="109" y="474"/>
                      <a:pt x="123" y="410"/>
                      <a:pt x="127" y="381"/>
                    </a:cubicBezTo>
                    <a:cubicBezTo>
                      <a:pt x="127" y="381"/>
                      <a:pt x="127" y="381"/>
                      <a:pt x="127" y="381"/>
                    </a:cubicBezTo>
                    <a:cubicBezTo>
                      <a:pt x="124" y="422"/>
                      <a:pt x="126" y="470"/>
                      <a:pt x="127" y="488"/>
                    </a:cubicBezTo>
                    <a:cubicBezTo>
                      <a:pt x="128" y="513"/>
                      <a:pt x="106" y="547"/>
                      <a:pt x="96" y="568"/>
                    </a:cubicBezTo>
                    <a:cubicBezTo>
                      <a:pt x="85" y="588"/>
                      <a:pt x="83" y="634"/>
                      <a:pt x="73" y="690"/>
                    </a:cubicBezTo>
                    <a:cubicBezTo>
                      <a:pt x="64" y="734"/>
                      <a:pt x="84" y="771"/>
                      <a:pt x="92" y="851"/>
                    </a:cubicBezTo>
                    <a:cubicBezTo>
                      <a:pt x="98" y="907"/>
                      <a:pt x="117" y="946"/>
                      <a:pt x="131" y="1009"/>
                    </a:cubicBezTo>
                    <a:cubicBezTo>
                      <a:pt x="144" y="1065"/>
                      <a:pt x="160" y="1129"/>
                      <a:pt x="158" y="1174"/>
                    </a:cubicBezTo>
                    <a:cubicBezTo>
                      <a:pt x="155" y="1216"/>
                      <a:pt x="157" y="1235"/>
                      <a:pt x="164" y="1264"/>
                    </a:cubicBezTo>
                    <a:cubicBezTo>
                      <a:pt x="171" y="1290"/>
                      <a:pt x="168" y="1411"/>
                      <a:pt x="181" y="1486"/>
                    </a:cubicBezTo>
                    <a:cubicBezTo>
                      <a:pt x="194" y="1561"/>
                      <a:pt x="196" y="1612"/>
                      <a:pt x="200" y="1630"/>
                    </a:cubicBezTo>
                    <a:cubicBezTo>
                      <a:pt x="209" y="1669"/>
                      <a:pt x="201" y="1673"/>
                      <a:pt x="205" y="1693"/>
                    </a:cubicBezTo>
                    <a:cubicBezTo>
                      <a:pt x="208" y="1713"/>
                      <a:pt x="209" y="1710"/>
                      <a:pt x="199" y="1729"/>
                    </a:cubicBezTo>
                    <a:cubicBezTo>
                      <a:pt x="190" y="1742"/>
                      <a:pt x="175" y="1769"/>
                      <a:pt x="170" y="1775"/>
                    </a:cubicBezTo>
                    <a:cubicBezTo>
                      <a:pt x="165" y="1781"/>
                      <a:pt x="168" y="1787"/>
                      <a:pt x="170" y="1790"/>
                    </a:cubicBezTo>
                    <a:cubicBezTo>
                      <a:pt x="166" y="1800"/>
                      <a:pt x="177" y="1805"/>
                      <a:pt x="180" y="1805"/>
                    </a:cubicBezTo>
                    <a:cubicBezTo>
                      <a:pt x="179" y="1816"/>
                      <a:pt x="199" y="1815"/>
                      <a:pt x="204" y="1810"/>
                    </a:cubicBezTo>
                    <a:cubicBezTo>
                      <a:pt x="210" y="1815"/>
                      <a:pt x="225" y="1816"/>
                      <a:pt x="231" y="1808"/>
                    </a:cubicBezTo>
                    <a:cubicBezTo>
                      <a:pt x="240" y="1817"/>
                      <a:pt x="255" y="1819"/>
                      <a:pt x="261" y="1810"/>
                    </a:cubicBezTo>
                    <a:cubicBezTo>
                      <a:pt x="270" y="1794"/>
                      <a:pt x="280" y="1785"/>
                      <a:pt x="279" y="1774"/>
                    </a:cubicBezTo>
                    <a:cubicBezTo>
                      <a:pt x="277" y="1763"/>
                      <a:pt x="280" y="1759"/>
                      <a:pt x="282" y="1746"/>
                    </a:cubicBezTo>
                    <a:cubicBezTo>
                      <a:pt x="285" y="1733"/>
                      <a:pt x="286" y="1723"/>
                      <a:pt x="281" y="1713"/>
                    </a:cubicBezTo>
                    <a:cubicBezTo>
                      <a:pt x="277" y="1704"/>
                      <a:pt x="276" y="1699"/>
                      <a:pt x="276" y="1690"/>
                    </a:cubicBezTo>
                    <a:cubicBezTo>
                      <a:pt x="276" y="1680"/>
                      <a:pt x="280" y="1666"/>
                      <a:pt x="274" y="1654"/>
                    </a:cubicBezTo>
                    <a:cubicBezTo>
                      <a:pt x="268" y="1642"/>
                      <a:pt x="261" y="1614"/>
                      <a:pt x="262" y="1583"/>
                    </a:cubicBezTo>
                    <a:cubicBezTo>
                      <a:pt x="263" y="1552"/>
                      <a:pt x="286" y="1377"/>
                      <a:pt x="276" y="1318"/>
                    </a:cubicBezTo>
                    <a:cubicBezTo>
                      <a:pt x="267" y="1258"/>
                      <a:pt x="270" y="1246"/>
                      <a:pt x="273" y="1226"/>
                    </a:cubicBezTo>
                    <a:cubicBezTo>
                      <a:pt x="275" y="1205"/>
                      <a:pt x="281" y="1173"/>
                      <a:pt x="276" y="1130"/>
                    </a:cubicBezTo>
                    <a:cubicBezTo>
                      <a:pt x="274" y="1113"/>
                      <a:pt x="274" y="1044"/>
                      <a:pt x="275" y="974"/>
                    </a:cubicBezTo>
                    <a:cubicBezTo>
                      <a:pt x="275" y="928"/>
                      <a:pt x="287" y="868"/>
                      <a:pt x="275" y="856"/>
                    </a:cubicBezTo>
                    <a:cubicBezTo>
                      <a:pt x="276" y="856"/>
                      <a:pt x="276" y="856"/>
                      <a:pt x="276" y="856"/>
                    </a:cubicBezTo>
                    <a:cubicBezTo>
                      <a:pt x="279" y="857"/>
                      <a:pt x="282" y="857"/>
                      <a:pt x="285" y="857"/>
                    </a:cubicBezTo>
                    <a:cubicBezTo>
                      <a:pt x="286" y="857"/>
                      <a:pt x="286" y="857"/>
                      <a:pt x="286" y="857"/>
                    </a:cubicBezTo>
                    <a:cubicBezTo>
                      <a:pt x="289" y="857"/>
                      <a:pt x="293" y="857"/>
                      <a:pt x="297" y="855"/>
                    </a:cubicBezTo>
                    <a:cubicBezTo>
                      <a:pt x="296" y="856"/>
                      <a:pt x="296" y="856"/>
                      <a:pt x="296" y="856"/>
                    </a:cubicBezTo>
                    <a:cubicBezTo>
                      <a:pt x="284" y="868"/>
                      <a:pt x="297" y="928"/>
                      <a:pt x="297" y="974"/>
                    </a:cubicBezTo>
                    <a:cubicBezTo>
                      <a:pt x="298" y="1044"/>
                      <a:pt x="298" y="1113"/>
                      <a:pt x="296" y="1130"/>
                    </a:cubicBezTo>
                    <a:cubicBezTo>
                      <a:pt x="291" y="1173"/>
                      <a:pt x="297" y="1205"/>
                      <a:pt x="299" y="1226"/>
                    </a:cubicBezTo>
                    <a:cubicBezTo>
                      <a:pt x="302" y="1246"/>
                      <a:pt x="305" y="1258"/>
                      <a:pt x="296" y="1318"/>
                    </a:cubicBezTo>
                    <a:cubicBezTo>
                      <a:pt x="286" y="1377"/>
                      <a:pt x="309" y="1552"/>
                      <a:pt x="310" y="1583"/>
                    </a:cubicBezTo>
                    <a:cubicBezTo>
                      <a:pt x="311" y="1614"/>
                      <a:pt x="304" y="1642"/>
                      <a:pt x="298" y="1654"/>
                    </a:cubicBezTo>
                    <a:cubicBezTo>
                      <a:pt x="292" y="1666"/>
                      <a:pt x="296" y="1680"/>
                      <a:pt x="296" y="1690"/>
                    </a:cubicBezTo>
                    <a:cubicBezTo>
                      <a:pt x="296" y="1699"/>
                      <a:pt x="295" y="1704"/>
                      <a:pt x="290" y="1713"/>
                    </a:cubicBezTo>
                    <a:cubicBezTo>
                      <a:pt x="286" y="1723"/>
                      <a:pt x="287" y="1733"/>
                      <a:pt x="290" y="1746"/>
                    </a:cubicBezTo>
                    <a:cubicBezTo>
                      <a:pt x="292" y="1759"/>
                      <a:pt x="294" y="1763"/>
                      <a:pt x="293" y="1774"/>
                    </a:cubicBezTo>
                    <a:cubicBezTo>
                      <a:pt x="292" y="1785"/>
                      <a:pt x="300" y="1790"/>
                      <a:pt x="309" y="1802"/>
                    </a:cubicBezTo>
                    <a:cubicBezTo>
                      <a:pt x="321" y="1818"/>
                      <a:pt x="331" y="1817"/>
                      <a:pt x="341" y="1808"/>
                    </a:cubicBezTo>
                    <a:cubicBezTo>
                      <a:pt x="347" y="1816"/>
                      <a:pt x="362" y="1815"/>
                      <a:pt x="368" y="1810"/>
                    </a:cubicBezTo>
                    <a:cubicBezTo>
                      <a:pt x="372" y="1815"/>
                      <a:pt x="392" y="1816"/>
                      <a:pt x="391" y="1805"/>
                    </a:cubicBezTo>
                    <a:cubicBezTo>
                      <a:pt x="395" y="1805"/>
                      <a:pt x="405" y="1800"/>
                      <a:pt x="402" y="1790"/>
                    </a:cubicBezTo>
                    <a:cubicBezTo>
                      <a:pt x="404" y="1787"/>
                      <a:pt x="407" y="1781"/>
                      <a:pt x="402" y="1775"/>
                    </a:cubicBezTo>
                    <a:cubicBezTo>
                      <a:pt x="397" y="1769"/>
                      <a:pt x="382" y="1742"/>
                      <a:pt x="373" y="1729"/>
                    </a:cubicBezTo>
                    <a:cubicBezTo>
                      <a:pt x="363" y="1710"/>
                      <a:pt x="363" y="1713"/>
                      <a:pt x="367" y="1693"/>
                    </a:cubicBezTo>
                    <a:cubicBezTo>
                      <a:pt x="371" y="1673"/>
                      <a:pt x="363" y="1669"/>
                      <a:pt x="371" y="1630"/>
                    </a:cubicBezTo>
                    <a:cubicBezTo>
                      <a:pt x="375" y="1612"/>
                      <a:pt x="379" y="1566"/>
                      <a:pt x="391" y="1490"/>
                    </a:cubicBezTo>
                    <a:cubicBezTo>
                      <a:pt x="404" y="1413"/>
                      <a:pt x="406" y="1291"/>
                      <a:pt x="407" y="1264"/>
                    </a:cubicBezTo>
                    <a:cubicBezTo>
                      <a:pt x="409" y="1237"/>
                      <a:pt x="418" y="1211"/>
                      <a:pt x="416" y="1164"/>
                    </a:cubicBezTo>
                    <a:cubicBezTo>
                      <a:pt x="414" y="1122"/>
                      <a:pt x="431" y="1046"/>
                      <a:pt x="444" y="990"/>
                    </a:cubicBezTo>
                    <a:cubicBezTo>
                      <a:pt x="458" y="927"/>
                      <a:pt x="480" y="908"/>
                      <a:pt x="486" y="851"/>
                    </a:cubicBezTo>
                    <a:cubicBezTo>
                      <a:pt x="494" y="772"/>
                      <a:pt x="513" y="729"/>
                      <a:pt x="504" y="685"/>
                    </a:cubicBezTo>
                    <a:cubicBezTo>
                      <a:pt x="494" y="629"/>
                      <a:pt x="483" y="582"/>
                      <a:pt x="472" y="561"/>
                    </a:cubicBezTo>
                    <a:cubicBezTo>
                      <a:pt x="461" y="541"/>
                      <a:pt x="446" y="512"/>
                      <a:pt x="447" y="487"/>
                    </a:cubicBezTo>
                    <a:cubicBezTo>
                      <a:pt x="448" y="469"/>
                      <a:pt x="447" y="447"/>
                      <a:pt x="449" y="410"/>
                    </a:cubicBezTo>
                    <a:cubicBezTo>
                      <a:pt x="444" y="380"/>
                      <a:pt x="444" y="380"/>
                      <a:pt x="444" y="380"/>
                    </a:cubicBezTo>
                    <a:cubicBezTo>
                      <a:pt x="449" y="409"/>
                      <a:pt x="463" y="474"/>
                      <a:pt x="465" y="487"/>
                    </a:cubicBezTo>
                    <a:cubicBezTo>
                      <a:pt x="468" y="499"/>
                      <a:pt x="461" y="559"/>
                      <a:pt x="482" y="629"/>
                    </a:cubicBezTo>
                    <a:cubicBezTo>
                      <a:pt x="492" y="662"/>
                      <a:pt x="511" y="779"/>
                      <a:pt x="508" y="796"/>
                    </a:cubicBezTo>
                    <a:cubicBezTo>
                      <a:pt x="508" y="803"/>
                      <a:pt x="506" y="814"/>
                      <a:pt x="502" y="825"/>
                    </a:cubicBezTo>
                    <a:cubicBezTo>
                      <a:pt x="496" y="843"/>
                      <a:pt x="497" y="870"/>
                      <a:pt x="497" y="878"/>
                    </a:cubicBezTo>
                    <a:cubicBezTo>
                      <a:pt x="495" y="889"/>
                      <a:pt x="491" y="912"/>
                      <a:pt x="496" y="914"/>
                    </a:cubicBezTo>
                    <a:cubicBezTo>
                      <a:pt x="494" y="917"/>
                      <a:pt x="493" y="917"/>
                      <a:pt x="494" y="922"/>
                    </a:cubicBezTo>
                    <a:cubicBezTo>
                      <a:pt x="492" y="925"/>
                      <a:pt x="492" y="927"/>
                      <a:pt x="493" y="929"/>
                    </a:cubicBezTo>
                    <a:cubicBezTo>
                      <a:pt x="495" y="936"/>
                      <a:pt x="506" y="929"/>
                      <a:pt x="502" y="931"/>
                    </a:cubicBezTo>
                    <a:cubicBezTo>
                      <a:pt x="496" y="935"/>
                      <a:pt x="491" y="940"/>
                      <a:pt x="494" y="947"/>
                    </a:cubicBezTo>
                    <a:cubicBezTo>
                      <a:pt x="495" y="951"/>
                      <a:pt x="510" y="943"/>
                      <a:pt x="518" y="940"/>
                    </a:cubicBezTo>
                    <a:cubicBezTo>
                      <a:pt x="529" y="936"/>
                      <a:pt x="543" y="929"/>
                      <a:pt x="547" y="923"/>
                    </a:cubicBezTo>
                    <a:cubicBezTo>
                      <a:pt x="551" y="917"/>
                      <a:pt x="558" y="906"/>
                      <a:pt x="560" y="901"/>
                    </a:cubicBezTo>
                    <a:cubicBezTo>
                      <a:pt x="563" y="894"/>
                      <a:pt x="563" y="890"/>
                      <a:pt x="565" y="885"/>
                    </a:cubicBezTo>
                    <a:cubicBezTo>
                      <a:pt x="568" y="880"/>
                      <a:pt x="572" y="874"/>
                      <a:pt x="570" y="870"/>
                    </a:cubicBezTo>
                  </a:path>
                </a:pathLst>
              </a:custGeom>
              <a:solidFill>
                <a:srgbClr val="FEF6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489" name="Freeform 422">
                <a:extLst>
                  <a:ext uri="{FF2B5EF4-FFF2-40B4-BE49-F238E27FC236}">
                    <a16:creationId xmlns:a16="http://schemas.microsoft.com/office/drawing/2014/main" id="{0601A31F-2347-4F1F-A21B-D0CC791E17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7" y="1059"/>
                <a:ext cx="105" cy="27"/>
              </a:xfrm>
              <a:custGeom>
                <a:avLst/>
                <a:gdLst>
                  <a:gd name="T0" fmla="*/ 42 w 63"/>
                  <a:gd name="T1" fmla="*/ 62 h 16"/>
                  <a:gd name="T2" fmla="*/ 75 w 63"/>
                  <a:gd name="T3" fmla="*/ 71 h 16"/>
                  <a:gd name="T4" fmla="*/ 153 w 63"/>
                  <a:gd name="T5" fmla="*/ 78 h 16"/>
                  <a:gd name="T6" fmla="*/ 153 w 63"/>
                  <a:gd name="T7" fmla="*/ 78 h 16"/>
                  <a:gd name="T8" fmla="*/ 222 w 63"/>
                  <a:gd name="T9" fmla="*/ 71 h 16"/>
                  <a:gd name="T10" fmla="*/ 255 w 63"/>
                  <a:gd name="T11" fmla="*/ 62 h 16"/>
                  <a:gd name="T12" fmla="*/ 292 w 63"/>
                  <a:gd name="T13" fmla="*/ 5 h 16"/>
                  <a:gd name="T14" fmla="*/ 188 w 63"/>
                  <a:gd name="T15" fmla="*/ 34 h 16"/>
                  <a:gd name="T16" fmla="*/ 147 w 63"/>
                  <a:gd name="T17" fmla="*/ 34 h 16"/>
                  <a:gd name="T18" fmla="*/ 147 w 63"/>
                  <a:gd name="T19" fmla="*/ 34 h 16"/>
                  <a:gd name="T20" fmla="*/ 105 w 63"/>
                  <a:gd name="T21" fmla="*/ 34 h 16"/>
                  <a:gd name="T22" fmla="*/ 0 w 63"/>
                  <a:gd name="T23" fmla="*/ 0 h 1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63" h="16">
                    <a:moveTo>
                      <a:pt x="9" y="13"/>
                    </a:moveTo>
                    <a:cubicBezTo>
                      <a:pt x="9" y="13"/>
                      <a:pt x="11" y="14"/>
                      <a:pt x="16" y="15"/>
                    </a:cubicBezTo>
                    <a:cubicBezTo>
                      <a:pt x="20" y="15"/>
                      <a:pt x="30" y="16"/>
                      <a:pt x="33" y="16"/>
                    </a:cubicBezTo>
                    <a:cubicBezTo>
                      <a:pt x="33" y="16"/>
                      <a:pt x="33" y="16"/>
                      <a:pt x="33" y="16"/>
                    </a:cubicBezTo>
                    <a:cubicBezTo>
                      <a:pt x="37" y="16"/>
                      <a:pt x="44" y="15"/>
                      <a:pt x="48" y="15"/>
                    </a:cubicBezTo>
                    <a:cubicBezTo>
                      <a:pt x="53" y="14"/>
                      <a:pt x="55" y="13"/>
                      <a:pt x="55" y="13"/>
                    </a:cubicBezTo>
                    <a:cubicBezTo>
                      <a:pt x="63" y="1"/>
                      <a:pt x="63" y="1"/>
                      <a:pt x="63" y="1"/>
                    </a:cubicBezTo>
                    <a:cubicBezTo>
                      <a:pt x="54" y="10"/>
                      <a:pt x="44" y="7"/>
                      <a:pt x="41" y="7"/>
                    </a:cubicBezTo>
                    <a:cubicBezTo>
                      <a:pt x="37" y="7"/>
                      <a:pt x="35" y="7"/>
                      <a:pt x="32" y="7"/>
                    </a:cubicBezTo>
                    <a:cubicBezTo>
                      <a:pt x="32" y="7"/>
                      <a:pt x="32" y="7"/>
                      <a:pt x="32" y="7"/>
                    </a:cubicBezTo>
                    <a:cubicBezTo>
                      <a:pt x="29" y="7"/>
                      <a:pt x="27" y="7"/>
                      <a:pt x="23" y="7"/>
                    </a:cubicBezTo>
                    <a:cubicBezTo>
                      <a:pt x="20" y="7"/>
                      <a:pt x="6" y="12"/>
                      <a:pt x="0" y="0"/>
                    </a:cubicBezTo>
                  </a:path>
                </a:pathLst>
              </a:custGeom>
              <a:solidFill>
                <a:srgbClr val="F4D7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490" name="Freeform 423">
                <a:extLst>
                  <a:ext uri="{FF2B5EF4-FFF2-40B4-BE49-F238E27FC236}">
                    <a16:creationId xmlns:a16="http://schemas.microsoft.com/office/drawing/2014/main" id="{DD66925C-3E24-435D-A462-7223E7300E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9" y="1082"/>
                <a:ext cx="45" cy="15"/>
              </a:xfrm>
              <a:custGeom>
                <a:avLst/>
                <a:gdLst>
                  <a:gd name="T0" fmla="*/ 0 w 27"/>
                  <a:gd name="T1" fmla="*/ 0 h 9"/>
                  <a:gd name="T2" fmla="*/ 125 w 27"/>
                  <a:gd name="T3" fmla="*/ 13 h 9"/>
                  <a:gd name="T4" fmla="*/ 5 w 27"/>
                  <a:gd name="T5" fmla="*/ 5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7" h="9">
                    <a:moveTo>
                      <a:pt x="0" y="0"/>
                    </a:moveTo>
                    <a:cubicBezTo>
                      <a:pt x="7" y="5"/>
                      <a:pt x="19" y="3"/>
                      <a:pt x="27" y="3"/>
                    </a:cubicBezTo>
                    <a:cubicBezTo>
                      <a:pt x="17" y="9"/>
                      <a:pt x="12" y="6"/>
                      <a:pt x="1" y="1"/>
                    </a:cubicBezTo>
                  </a:path>
                </a:pathLst>
              </a:custGeom>
              <a:solidFill>
                <a:srgbClr val="FDEA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491" name="Freeform 424">
                <a:extLst>
                  <a:ext uri="{FF2B5EF4-FFF2-40B4-BE49-F238E27FC236}">
                    <a16:creationId xmlns:a16="http://schemas.microsoft.com/office/drawing/2014/main" id="{82F9AA77-24ED-4CA7-9398-346B80F79F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9" y="1246"/>
                <a:ext cx="164" cy="18"/>
              </a:xfrm>
              <a:custGeom>
                <a:avLst/>
                <a:gdLst>
                  <a:gd name="T0" fmla="*/ 5 w 99"/>
                  <a:gd name="T1" fmla="*/ 34 h 11"/>
                  <a:gd name="T2" fmla="*/ 220 w 99"/>
                  <a:gd name="T3" fmla="*/ 29 h 11"/>
                  <a:gd name="T4" fmla="*/ 451 w 99"/>
                  <a:gd name="T5" fmla="*/ 18 h 11"/>
                  <a:gd name="T6" fmla="*/ 396 w 99"/>
                  <a:gd name="T7" fmla="*/ 8 h 11"/>
                  <a:gd name="T8" fmla="*/ 277 w 99"/>
                  <a:gd name="T9" fmla="*/ 8 h 11"/>
                  <a:gd name="T10" fmla="*/ 118 w 99"/>
                  <a:gd name="T11" fmla="*/ 0 h 11"/>
                  <a:gd name="T12" fmla="*/ 0 w 99"/>
                  <a:gd name="T13" fmla="*/ 47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9" h="11">
                    <a:moveTo>
                      <a:pt x="1" y="8"/>
                    </a:moveTo>
                    <a:cubicBezTo>
                      <a:pt x="16" y="3"/>
                      <a:pt x="33" y="5"/>
                      <a:pt x="48" y="7"/>
                    </a:cubicBezTo>
                    <a:cubicBezTo>
                      <a:pt x="65" y="9"/>
                      <a:pt x="82" y="5"/>
                      <a:pt x="99" y="4"/>
                    </a:cubicBezTo>
                    <a:cubicBezTo>
                      <a:pt x="96" y="1"/>
                      <a:pt x="91" y="2"/>
                      <a:pt x="87" y="2"/>
                    </a:cubicBezTo>
                    <a:cubicBezTo>
                      <a:pt x="78" y="2"/>
                      <a:pt x="70" y="2"/>
                      <a:pt x="61" y="2"/>
                    </a:cubicBezTo>
                    <a:cubicBezTo>
                      <a:pt x="48" y="3"/>
                      <a:pt x="39" y="0"/>
                      <a:pt x="26" y="0"/>
                    </a:cubicBezTo>
                    <a:cubicBezTo>
                      <a:pt x="19" y="0"/>
                      <a:pt x="2" y="2"/>
                      <a:pt x="0" y="11"/>
                    </a:cubicBezTo>
                  </a:path>
                </a:pathLst>
              </a:custGeom>
              <a:solidFill>
                <a:srgbClr val="FDEA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492" name="Freeform 425">
                <a:extLst>
                  <a:ext uri="{FF2B5EF4-FFF2-40B4-BE49-F238E27FC236}">
                    <a16:creationId xmlns:a16="http://schemas.microsoft.com/office/drawing/2014/main" id="{085ABF8E-9502-41D9-9746-29CBF03573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6" y="1271"/>
                <a:ext cx="33" cy="41"/>
              </a:xfrm>
              <a:custGeom>
                <a:avLst/>
                <a:gdLst>
                  <a:gd name="T0" fmla="*/ 0 w 20"/>
                  <a:gd name="T1" fmla="*/ 0 h 25"/>
                  <a:gd name="T2" fmla="*/ 35 w 20"/>
                  <a:gd name="T3" fmla="*/ 92 h 25"/>
                  <a:gd name="T4" fmla="*/ 89 w 20"/>
                  <a:gd name="T5" fmla="*/ 43 h 25"/>
                  <a:gd name="T6" fmla="*/ 63 w 20"/>
                  <a:gd name="T7" fmla="*/ 56 h 25"/>
                  <a:gd name="T8" fmla="*/ 13 w 20"/>
                  <a:gd name="T9" fmla="*/ 5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25">
                    <a:moveTo>
                      <a:pt x="0" y="0"/>
                    </a:moveTo>
                    <a:cubicBezTo>
                      <a:pt x="1" y="5"/>
                      <a:pt x="4" y="17"/>
                      <a:pt x="8" y="21"/>
                    </a:cubicBezTo>
                    <a:cubicBezTo>
                      <a:pt x="13" y="25"/>
                      <a:pt x="20" y="16"/>
                      <a:pt x="20" y="10"/>
                    </a:cubicBezTo>
                    <a:cubicBezTo>
                      <a:pt x="19" y="12"/>
                      <a:pt x="17" y="13"/>
                      <a:pt x="14" y="13"/>
                    </a:cubicBezTo>
                    <a:cubicBezTo>
                      <a:pt x="10" y="13"/>
                      <a:pt x="2" y="4"/>
                      <a:pt x="3" y="1"/>
                    </a:cubicBezTo>
                  </a:path>
                </a:pathLst>
              </a:custGeom>
              <a:solidFill>
                <a:srgbClr val="FDEA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493" name="Freeform 426">
                <a:extLst>
                  <a:ext uri="{FF2B5EF4-FFF2-40B4-BE49-F238E27FC236}">
                    <a16:creationId xmlns:a16="http://schemas.microsoft.com/office/drawing/2014/main" id="{9C206A28-6E41-49B3-B410-9770652D1E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2" y="2045"/>
                <a:ext cx="18" cy="20"/>
              </a:xfrm>
              <a:custGeom>
                <a:avLst/>
                <a:gdLst>
                  <a:gd name="T0" fmla="*/ 0 w 11"/>
                  <a:gd name="T1" fmla="*/ 33 h 12"/>
                  <a:gd name="T2" fmla="*/ 43 w 11"/>
                  <a:gd name="T3" fmla="*/ 37 h 12"/>
                  <a:gd name="T4" fmla="*/ 34 w 11"/>
                  <a:gd name="T5" fmla="*/ 5 h 12"/>
                  <a:gd name="T6" fmla="*/ 8 w 11"/>
                  <a:gd name="T7" fmla="*/ 8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12">
                    <a:moveTo>
                      <a:pt x="0" y="7"/>
                    </a:moveTo>
                    <a:cubicBezTo>
                      <a:pt x="2" y="11"/>
                      <a:pt x="8" y="12"/>
                      <a:pt x="10" y="8"/>
                    </a:cubicBezTo>
                    <a:cubicBezTo>
                      <a:pt x="11" y="6"/>
                      <a:pt x="9" y="2"/>
                      <a:pt x="8" y="1"/>
                    </a:cubicBezTo>
                    <a:cubicBezTo>
                      <a:pt x="6" y="0"/>
                      <a:pt x="4" y="0"/>
                      <a:pt x="2" y="2"/>
                    </a:cubicBezTo>
                  </a:path>
                </a:pathLst>
              </a:custGeom>
              <a:solidFill>
                <a:srgbClr val="FDEA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494" name="Freeform 427">
                <a:extLst>
                  <a:ext uri="{FF2B5EF4-FFF2-40B4-BE49-F238E27FC236}">
                    <a16:creationId xmlns:a16="http://schemas.microsoft.com/office/drawing/2014/main" id="{0C2C196B-AD95-4A3E-87DA-CBDD7E6E89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1" y="2425"/>
                <a:ext cx="136" cy="63"/>
              </a:xfrm>
              <a:custGeom>
                <a:avLst/>
                <a:gdLst>
                  <a:gd name="T0" fmla="*/ 5 w 82"/>
                  <a:gd name="T1" fmla="*/ 83 h 38"/>
                  <a:gd name="T2" fmla="*/ 192 w 82"/>
                  <a:gd name="T3" fmla="*/ 172 h 38"/>
                  <a:gd name="T4" fmla="*/ 285 w 82"/>
                  <a:gd name="T5" fmla="*/ 138 h 38"/>
                  <a:gd name="T6" fmla="*/ 375 w 82"/>
                  <a:gd name="T7" fmla="*/ 0 h 38"/>
                  <a:gd name="T8" fmla="*/ 313 w 82"/>
                  <a:gd name="T9" fmla="*/ 55 h 38"/>
                  <a:gd name="T10" fmla="*/ 201 w 82"/>
                  <a:gd name="T11" fmla="*/ 99 h 38"/>
                  <a:gd name="T12" fmla="*/ 88 w 82"/>
                  <a:gd name="T13" fmla="*/ 68 h 38"/>
                  <a:gd name="T14" fmla="*/ 0 w 82"/>
                  <a:gd name="T15" fmla="*/ 41 h 3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2" h="38">
                    <a:moveTo>
                      <a:pt x="1" y="18"/>
                    </a:moveTo>
                    <a:cubicBezTo>
                      <a:pt x="14" y="28"/>
                      <a:pt x="24" y="38"/>
                      <a:pt x="42" y="38"/>
                    </a:cubicBezTo>
                    <a:cubicBezTo>
                      <a:pt x="49" y="38"/>
                      <a:pt x="57" y="35"/>
                      <a:pt x="63" y="30"/>
                    </a:cubicBezTo>
                    <a:cubicBezTo>
                      <a:pt x="70" y="23"/>
                      <a:pt x="81" y="10"/>
                      <a:pt x="82" y="0"/>
                    </a:cubicBezTo>
                    <a:cubicBezTo>
                      <a:pt x="77" y="1"/>
                      <a:pt x="73" y="8"/>
                      <a:pt x="69" y="12"/>
                    </a:cubicBezTo>
                    <a:cubicBezTo>
                      <a:pt x="62" y="19"/>
                      <a:pt x="54" y="22"/>
                      <a:pt x="44" y="22"/>
                    </a:cubicBezTo>
                    <a:cubicBezTo>
                      <a:pt x="35" y="22"/>
                      <a:pt x="27" y="18"/>
                      <a:pt x="19" y="15"/>
                    </a:cubicBezTo>
                    <a:cubicBezTo>
                      <a:pt x="13" y="14"/>
                      <a:pt x="2" y="15"/>
                      <a:pt x="0" y="9"/>
                    </a:cubicBezTo>
                  </a:path>
                </a:pathLst>
              </a:custGeom>
              <a:solidFill>
                <a:srgbClr val="FDEA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495" name="Freeform 428">
                <a:extLst>
                  <a:ext uri="{FF2B5EF4-FFF2-40B4-BE49-F238E27FC236}">
                    <a16:creationId xmlns:a16="http://schemas.microsoft.com/office/drawing/2014/main" id="{2AD8F276-EC9D-48AF-ACE5-669D18A1AF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7" y="2478"/>
                <a:ext cx="52" cy="627"/>
              </a:xfrm>
              <a:custGeom>
                <a:avLst/>
                <a:gdLst>
                  <a:gd name="T0" fmla="*/ 0 w 31"/>
                  <a:gd name="T1" fmla="*/ 0 h 379"/>
                  <a:gd name="T2" fmla="*/ 138 w 31"/>
                  <a:gd name="T3" fmla="*/ 159 h 379"/>
                  <a:gd name="T4" fmla="*/ 104 w 31"/>
                  <a:gd name="T5" fmla="*/ 725 h 379"/>
                  <a:gd name="T6" fmla="*/ 109 w 31"/>
                  <a:gd name="T7" fmla="*/ 1280 h 379"/>
                  <a:gd name="T8" fmla="*/ 84 w 31"/>
                  <a:gd name="T9" fmla="*/ 1716 h 379"/>
                  <a:gd name="T10" fmla="*/ 62 w 31"/>
                  <a:gd name="T11" fmla="*/ 1267 h 379"/>
                  <a:gd name="T12" fmla="*/ 22 w 31"/>
                  <a:gd name="T13" fmla="*/ 430 h 379"/>
                  <a:gd name="T14" fmla="*/ 0 w 31"/>
                  <a:gd name="T15" fmla="*/ 0 h 37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1" h="379">
                    <a:moveTo>
                      <a:pt x="0" y="0"/>
                    </a:moveTo>
                    <a:cubicBezTo>
                      <a:pt x="13" y="11"/>
                      <a:pt x="29" y="10"/>
                      <a:pt x="29" y="35"/>
                    </a:cubicBezTo>
                    <a:cubicBezTo>
                      <a:pt x="29" y="60"/>
                      <a:pt x="21" y="109"/>
                      <a:pt x="22" y="160"/>
                    </a:cubicBezTo>
                    <a:cubicBezTo>
                      <a:pt x="23" y="211"/>
                      <a:pt x="22" y="260"/>
                      <a:pt x="23" y="283"/>
                    </a:cubicBezTo>
                    <a:cubicBezTo>
                      <a:pt x="24" y="306"/>
                      <a:pt x="31" y="332"/>
                      <a:pt x="18" y="379"/>
                    </a:cubicBezTo>
                    <a:cubicBezTo>
                      <a:pt x="22" y="361"/>
                      <a:pt x="22" y="313"/>
                      <a:pt x="13" y="280"/>
                    </a:cubicBezTo>
                    <a:cubicBezTo>
                      <a:pt x="4" y="247"/>
                      <a:pt x="2" y="129"/>
                      <a:pt x="5" y="95"/>
                    </a:cubicBezTo>
                    <a:cubicBezTo>
                      <a:pt x="8" y="61"/>
                      <a:pt x="11" y="14"/>
                      <a:pt x="0" y="0"/>
                    </a:cubicBezTo>
                  </a:path>
                </a:pathLst>
              </a:custGeom>
              <a:solidFill>
                <a:srgbClr val="FDEA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496" name="Freeform 429">
                <a:extLst>
                  <a:ext uri="{FF2B5EF4-FFF2-40B4-BE49-F238E27FC236}">
                    <a16:creationId xmlns:a16="http://schemas.microsoft.com/office/drawing/2014/main" id="{8CCE9ED9-B84E-41E8-98F0-455496FB42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9" y="3240"/>
                <a:ext cx="40" cy="488"/>
              </a:xfrm>
              <a:custGeom>
                <a:avLst/>
                <a:gdLst>
                  <a:gd name="T0" fmla="*/ 78 w 24"/>
                  <a:gd name="T1" fmla="*/ 0 h 295"/>
                  <a:gd name="T2" fmla="*/ 70 w 24"/>
                  <a:gd name="T3" fmla="*/ 685 h 295"/>
                  <a:gd name="T4" fmla="*/ 20 w 24"/>
                  <a:gd name="T5" fmla="*/ 1335 h 295"/>
                  <a:gd name="T6" fmla="*/ 78 w 24"/>
                  <a:gd name="T7" fmla="*/ 0 h 29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" h="295">
                    <a:moveTo>
                      <a:pt x="17" y="0"/>
                    </a:moveTo>
                    <a:cubicBezTo>
                      <a:pt x="21" y="28"/>
                      <a:pt x="24" y="84"/>
                      <a:pt x="15" y="151"/>
                    </a:cubicBezTo>
                    <a:cubicBezTo>
                      <a:pt x="6" y="218"/>
                      <a:pt x="3" y="270"/>
                      <a:pt x="4" y="295"/>
                    </a:cubicBezTo>
                    <a:cubicBezTo>
                      <a:pt x="0" y="252"/>
                      <a:pt x="14" y="71"/>
                      <a:pt x="17" y="0"/>
                    </a:cubicBezTo>
                  </a:path>
                </a:pathLst>
              </a:custGeom>
              <a:solidFill>
                <a:srgbClr val="FDEA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497" name="Freeform 430">
                <a:extLst>
                  <a:ext uri="{FF2B5EF4-FFF2-40B4-BE49-F238E27FC236}">
                    <a16:creationId xmlns:a16="http://schemas.microsoft.com/office/drawing/2014/main" id="{910CDA41-FCA5-4595-9481-742BA03B42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8" y="1261"/>
                <a:ext cx="123" cy="12"/>
              </a:xfrm>
              <a:custGeom>
                <a:avLst/>
                <a:gdLst>
                  <a:gd name="T0" fmla="*/ 151 w 74"/>
                  <a:gd name="T1" fmla="*/ 36 h 7"/>
                  <a:gd name="T2" fmla="*/ 339 w 74"/>
                  <a:gd name="T3" fmla="*/ 15 h 7"/>
                  <a:gd name="T4" fmla="*/ 209 w 74"/>
                  <a:gd name="T5" fmla="*/ 9 h 7"/>
                  <a:gd name="T6" fmla="*/ 0 w 74"/>
                  <a:gd name="T7" fmla="*/ 5 h 7"/>
                  <a:gd name="T8" fmla="*/ 151 w 74"/>
                  <a:gd name="T9" fmla="*/ 36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4" h="7">
                    <a:moveTo>
                      <a:pt x="33" y="7"/>
                    </a:moveTo>
                    <a:cubicBezTo>
                      <a:pt x="44" y="6"/>
                      <a:pt x="63" y="2"/>
                      <a:pt x="74" y="3"/>
                    </a:cubicBezTo>
                    <a:cubicBezTo>
                      <a:pt x="68" y="0"/>
                      <a:pt x="59" y="1"/>
                      <a:pt x="46" y="2"/>
                    </a:cubicBezTo>
                    <a:cubicBezTo>
                      <a:pt x="33" y="3"/>
                      <a:pt x="10" y="5"/>
                      <a:pt x="0" y="1"/>
                    </a:cubicBezTo>
                    <a:cubicBezTo>
                      <a:pt x="17" y="7"/>
                      <a:pt x="24" y="6"/>
                      <a:pt x="33" y="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498" name="Freeform 431">
                <a:extLst>
                  <a:ext uri="{FF2B5EF4-FFF2-40B4-BE49-F238E27FC236}">
                    <a16:creationId xmlns:a16="http://schemas.microsoft.com/office/drawing/2014/main" id="{8257B658-65CC-4216-82B8-2F171959C5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3" y="1261"/>
                <a:ext cx="123" cy="12"/>
              </a:xfrm>
              <a:custGeom>
                <a:avLst/>
                <a:gdLst>
                  <a:gd name="T0" fmla="*/ 188 w 74"/>
                  <a:gd name="T1" fmla="*/ 36 h 7"/>
                  <a:gd name="T2" fmla="*/ 0 w 74"/>
                  <a:gd name="T3" fmla="*/ 15 h 7"/>
                  <a:gd name="T4" fmla="*/ 130 w 74"/>
                  <a:gd name="T5" fmla="*/ 9 h 7"/>
                  <a:gd name="T6" fmla="*/ 339 w 74"/>
                  <a:gd name="T7" fmla="*/ 5 h 7"/>
                  <a:gd name="T8" fmla="*/ 188 w 74"/>
                  <a:gd name="T9" fmla="*/ 36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4" h="7">
                    <a:moveTo>
                      <a:pt x="41" y="7"/>
                    </a:moveTo>
                    <a:cubicBezTo>
                      <a:pt x="30" y="6"/>
                      <a:pt x="11" y="2"/>
                      <a:pt x="0" y="3"/>
                    </a:cubicBezTo>
                    <a:cubicBezTo>
                      <a:pt x="6" y="0"/>
                      <a:pt x="15" y="1"/>
                      <a:pt x="28" y="2"/>
                    </a:cubicBezTo>
                    <a:cubicBezTo>
                      <a:pt x="41" y="3"/>
                      <a:pt x="64" y="5"/>
                      <a:pt x="74" y="1"/>
                    </a:cubicBezTo>
                    <a:cubicBezTo>
                      <a:pt x="57" y="7"/>
                      <a:pt x="50" y="6"/>
                      <a:pt x="41" y="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499" name="Freeform 432">
                <a:extLst>
                  <a:ext uri="{FF2B5EF4-FFF2-40B4-BE49-F238E27FC236}">
                    <a16:creationId xmlns:a16="http://schemas.microsoft.com/office/drawing/2014/main" id="{92FA1690-F796-436C-9B97-7DC3D6CB44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" y="1873"/>
                <a:ext cx="27" cy="363"/>
              </a:xfrm>
              <a:custGeom>
                <a:avLst/>
                <a:gdLst>
                  <a:gd name="T0" fmla="*/ 42 w 16"/>
                  <a:gd name="T1" fmla="*/ 386 h 220"/>
                  <a:gd name="T2" fmla="*/ 8 w 16"/>
                  <a:gd name="T3" fmla="*/ 988 h 220"/>
                  <a:gd name="T4" fmla="*/ 5 w 16"/>
                  <a:gd name="T5" fmla="*/ 637 h 220"/>
                  <a:gd name="T6" fmla="*/ 78 w 16"/>
                  <a:gd name="T7" fmla="*/ 0 h 220"/>
                  <a:gd name="T8" fmla="*/ 42 w 16"/>
                  <a:gd name="T9" fmla="*/ 386 h 2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220">
                    <a:moveTo>
                      <a:pt x="9" y="86"/>
                    </a:moveTo>
                    <a:cubicBezTo>
                      <a:pt x="7" y="102"/>
                      <a:pt x="3" y="192"/>
                      <a:pt x="2" y="220"/>
                    </a:cubicBezTo>
                    <a:cubicBezTo>
                      <a:pt x="2" y="220"/>
                      <a:pt x="0" y="198"/>
                      <a:pt x="1" y="142"/>
                    </a:cubicBezTo>
                    <a:cubicBezTo>
                      <a:pt x="1" y="85"/>
                      <a:pt x="5" y="27"/>
                      <a:pt x="16" y="0"/>
                    </a:cubicBezTo>
                    <a:cubicBezTo>
                      <a:pt x="12" y="11"/>
                      <a:pt x="11" y="62"/>
                      <a:pt x="9" y="8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500" name="Freeform 433">
                <a:extLst>
                  <a:ext uri="{FF2B5EF4-FFF2-40B4-BE49-F238E27FC236}">
                    <a16:creationId xmlns:a16="http://schemas.microsoft.com/office/drawing/2014/main" id="{44A6319B-CF23-43F6-BB74-92E192E8D8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" y="1917"/>
                <a:ext cx="65" cy="389"/>
              </a:xfrm>
              <a:custGeom>
                <a:avLst/>
                <a:gdLst>
                  <a:gd name="T0" fmla="*/ 175 w 39"/>
                  <a:gd name="T1" fmla="*/ 0 h 235"/>
                  <a:gd name="T2" fmla="*/ 75 w 39"/>
                  <a:gd name="T3" fmla="*/ 485 h 235"/>
                  <a:gd name="T4" fmla="*/ 0 w 39"/>
                  <a:gd name="T5" fmla="*/ 1066 h 235"/>
                  <a:gd name="T6" fmla="*/ 33 w 39"/>
                  <a:gd name="T7" fmla="*/ 518 h 235"/>
                  <a:gd name="T8" fmla="*/ 175 w 39"/>
                  <a:gd name="T9" fmla="*/ 0 h 2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9" h="235">
                    <a:moveTo>
                      <a:pt x="38" y="0"/>
                    </a:moveTo>
                    <a:cubicBezTo>
                      <a:pt x="39" y="19"/>
                      <a:pt x="28" y="67"/>
                      <a:pt x="16" y="107"/>
                    </a:cubicBezTo>
                    <a:cubicBezTo>
                      <a:pt x="5" y="146"/>
                      <a:pt x="4" y="194"/>
                      <a:pt x="0" y="235"/>
                    </a:cubicBezTo>
                    <a:cubicBezTo>
                      <a:pt x="6" y="208"/>
                      <a:pt x="1" y="144"/>
                      <a:pt x="7" y="114"/>
                    </a:cubicBezTo>
                    <a:cubicBezTo>
                      <a:pt x="14" y="84"/>
                      <a:pt x="39" y="10"/>
                      <a:pt x="38" y="0"/>
                    </a:cubicBezTo>
                  </a:path>
                </a:pathLst>
              </a:custGeom>
              <a:solidFill>
                <a:srgbClr val="FDEA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501" name="Freeform 434">
                <a:extLst>
                  <a:ext uri="{FF2B5EF4-FFF2-40B4-BE49-F238E27FC236}">
                    <a16:creationId xmlns:a16="http://schemas.microsoft.com/office/drawing/2014/main" id="{F4655549-F1A5-4C2F-8F8C-4E6BF942EC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2" y="1907"/>
                <a:ext cx="26" cy="364"/>
              </a:xfrm>
              <a:custGeom>
                <a:avLst/>
                <a:gdLst>
                  <a:gd name="T0" fmla="*/ 34 w 16"/>
                  <a:gd name="T1" fmla="*/ 389 h 220"/>
                  <a:gd name="T2" fmla="*/ 60 w 16"/>
                  <a:gd name="T3" fmla="*/ 996 h 220"/>
                  <a:gd name="T4" fmla="*/ 68 w 16"/>
                  <a:gd name="T5" fmla="*/ 644 h 220"/>
                  <a:gd name="T6" fmla="*/ 0 w 16"/>
                  <a:gd name="T7" fmla="*/ 0 h 220"/>
                  <a:gd name="T8" fmla="*/ 34 w 16"/>
                  <a:gd name="T9" fmla="*/ 389 h 2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220">
                    <a:moveTo>
                      <a:pt x="8" y="86"/>
                    </a:moveTo>
                    <a:cubicBezTo>
                      <a:pt x="9" y="102"/>
                      <a:pt x="13" y="192"/>
                      <a:pt x="14" y="220"/>
                    </a:cubicBezTo>
                    <a:cubicBezTo>
                      <a:pt x="14" y="220"/>
                      <a:pt x="16" y="198"/>
                      <a:pt x="16" y="142"/>
                    </a:cubicBezTo>
                    <a:cubicBezTo>
                      <a:pt x="15" y="85"/>
                      <a:pt x="12" y="27"/>
                      <a:pt x="0" y="0"/>
                    </a:cubicBezTo>
                    <a:cubicBezTo>
                      <a:pt x="4" y="11"/>
                      <a:pt x="6" y="62"/>
                      <a:pt x="8" y="86"/>
                    </a:cubicBezTo>
                  </a:path>
                </a:pathLst>
              </a:custGeom>
              <a:solidFill>
                <a:srgbClr val="FDEA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502" name="Freeform 435">
                <a:extLst>
                  <a:ext uri="{FF2B5EF4-FFF2-40B4-BE49-F238E27FC236}">
                    <a16:creationId xmlns:a16="http://schemas.microsoft.com/office/drawing/2014/main" id="{93019CCB-78F5-434E-816B-CFB1763FA5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9" y="1917"/>
                <a:ext cx="76" cy="389"/>
              </a:xfrm>
              <a:custGeom>
                <a:avLst/>
                <a:gdLst>
                  <a:gd name="T0" fmla="*/ 5 w 46"/>
                  <a:gd name="T1" fmla="*/ 0 h 235"/>
                  <a:gd name="T2" fmla="*/ 109 w 46"/>
                  <a:gd name="T3" fmla="*/ 485 h 235"/>
                  <a:gd name="T4" fmla="*/ 175 w 46"/>
                  <a:gd name="T5" fmla="*/ 1066 h 235"/>
                  <a:gd name="T6" fmla="*/ 154 w 46"/>
                  <a:gd name="T7" fmla="*/ 526 h 235"/>
                  <a:gd name="T8" fmla="*/ 5 w 46"/>
                  <a:gd name="T9" fmla="*/ 0 h 2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6" h="235">
                    <a:moveTo>
                      <a:pt x="1" y="0"/>
                    </a:moveTo>
                    <a:cubicBezTo>
                      <a:pt x="0" y="19"/>
                      <a:pt x="13" y="68"/>
                      <a:pt x="24" y="107"/>
                    </a:cubicBezTo>
                    <a:cubicBezTo>
                      <a:pt x="35" y="146"/>
                      <a:pt x="41" y="191"/>
                      <a:pt x="39" y="235"/>
                    </a:cubicBezTo>
                    <a:cubicBezTo>
                      <a:pt x="46" y="196"/>
                      <a:pt x="41" y="146"/>
                      <a:pt x="34" y="116"/>
                    </a:cubicBezTo>
                    <a:cubicBezTo>
                      <a:pt x="27" y="86"/>
                      <a:pt x="0" y="10"/>
                      <a:pt x="1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503" name="Freeform 436">
                <a:extLst>
                  <a:ext uri="{FF2B5EF4-FFF2-40B4-BE49-F238E27FC236}">
                    <a16:creationId xmlns:a16="http://schemas.microsoft.com/office/drawing/2014/main" id="{6B1A569B-71D2-45B0-A9FA-56CA8490B1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" y="2503"/>
                <a:ext cx="71" cy="110"/>
              </a:xfrm>
              <a:custGeom>
                <a:avLst/>
                <a:gdLst>
                  <a:gd name="T0" fmla="*/ 97 w 43"/>
                  <a:gd name="T1" fmla="*/ 5 h 67"/>
                  <a:gd name="T2" fmla="*/ 152 w 43"/>
                  <a:gd name="T3" fmla="*/ 274 h 67"/>
                  <a:gd name="T4" fmla="*/ 188 w 43"/>
                  <a:gd name="T5" fmla="*/ 261 h 67"/>
                  <a:gd name="T6" fmla="*/ 147 w 43"/>
                  <a:gd name="T7" fmla="*/ 186 h 67"/>
                  <a:gd name="T8" fmla="*/ 137 w 43"/>
                  <a:gd name="T9" fmla="*/ 89 h 67"/>
                  <a:gd name="T10" fmla="*/ 117 w 43"/>
                  <a:gd name="T11" fmla="*/ 0 h 6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3" h="67">
                    <a:moveTo>
                      <a:pt x="22" y="1"/>
                    </a:moveTo>
                    <a:cubicBezTo>
                      <a:pt x="0" y="15"/>
                      <a:pt x="14" y="54"/>
                      <a:pt x="34" y="62"/>
                    </a:cubicBezTo>
                    <a:cubicBezTo>
                      <a:pt x="38" y="65"/>
                      <a:pt x="43" y="67"/>
                      <a:pt x="42" y="59"/>
                    </a:cubicBezTo>
                    <a:cubicBezTo>
                      <a:pt x="41" y="53"/>
                      <a:pt x="34" y="49"/>
                      <a:pt x="33" y="42"/>
                    </a:cubicBezTo>
                    <a:cubicBezTo>
                      <a:pt x="32" y="35"/>
                      <a:pt x="31" y="27"/>
                      <a:pt x="30" y="20"/>
                    </a:cubicBezTo>
                    <a:cubicBezTo>
                      <a:pt x="30" y="14"/>
                      <a:pt x="31" y="6"/>
                      <a:pt x="26" y="0"/>
                    </a:cubicBezTo>
                  </a:path>
                </a:pathLst>
              </a:custGeom>
              <a:solidFill>
                <a:srgbClr val="FDEA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504" name="Freeform 437">
                <a:extLst>
                  <a:ext uri="{FF2B5EF4-FFF2-40B4-BE49-F238E27FC236}">
                    <a16:creationId xmlns:a16="http://schemas.microsoft.com/office/drawing/2014/main" id="{4E987C3E-9F23-4614-9899-A7B9A92657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4" y="2504"/>
                <a:ext cx="58" cy="108"/>
              </a:xfrm>
              <a:custGeom>
                <a:avLst/>
                <a:gdLst>
                  <a:gd name="T0" fmla="*/ 75 w 35"/>
                  <a:gd name="T1" fmla="*/ 13 h 65"/>
                  <a:gd name="T2" fmla="*/ 46 w 35"/>
                  <a:gd name="T3" fmla="*/ 138 h 65"/>
                  <a:gd name="T4" fmla="*/ 0 w 35"/>
                  <a:gd name="T5" fmla="*/ 238 h 65"/>
                  <a:gd name="T6" fmla="*/ 55 w 35"/>
                  <a:gd name="T7" fmla="*/ 271 h 65"/>
                  <a:gd name="T8" fmla="*/ 138 w 35"/>
                  <a:gd name="T9" fmla="*/ 160 h 65"/>
                  <a:gd name="T10" fmla="*/ 91 w 35"/>
                  <a:gd name="T11" fmla="*/ 0 h 6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5" h="65">
                    <a:moveTo>
                      <a:pt x="16" y="3"/>
                    </a:moveTo>
                    <a:cubicBezTo>
                      <a:pt x="14" y="13"/>
                      <a:pt x="13" y="21"/>
                      <a:pt x="10" y="30"/>
                    </a:cubicBezTo>
                    <a:cubicBezTo>
                      <a:pt x="9" y="38"/>
                      <a:pt x="8" y="48"/>
                      <a:pt x="0" y="52"/>
                    </a:cubicBezTo>
                    <a:cubicBezTo>
                      <a:pt x="6" y="59"/>
                      <a:pt x="3" y="65"/>
                      <a:pt x="12" y="59"/>
                    </a:cubicBezTo>
                    <a:cubicBezTo>
                      <a:pt x="20" y="54"/>
                      <a:pt x="28" y="44"/>
                      <a:pt x="30" y="35"/>
                    </a:cubicBezTo>
                    <a:cubicBezTo>
                      <a:pt x="35" y="21"/>
                      <a:pt x="33" y="10"/>
                      <a:pt x="20" y="0"/>
                    </a:cubicBezTo>
                  </a:path>
                </a:pathLst>
              </a:custGeom>
              <a:solidFill>
                <a:srgbClr val="FDEA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505" name="Freeform 438">
                <a:extLst>
                  <a:ext uri="{FF2B5EF4-FFF2-40B4-BE49-F238E27FC236}">
                    <a16:creationId xmlns:a16="http://schemas.microsoft.com/office/drawing/2014/main" id="{F5CC9BEC-498D-47F5-8BF4-ACB7C9082C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9" y="3224"/>
                <a:ext cx="38" cy="530"/>
              </a:xfrm>
              <a:custGeom>
                <a:avLst/>
                <a:gdLst>
                  <a:gd name="T0" fmla="*/ 68 w 23"/>
                  <a:gd name="T1" fmla="*/ 1445 h 321"/>
                  <a:gd name="T2" fmla="*/ 21 w 23"/>
                  <a:gd name="T3" fmla="*/ 599 h 321"/>
                  <a:gd name="T4" fmla="*/ 46 w 23"/>
                  <a:gd name="T5" fmla="*/ 0 h 321"/>
                  <a:gd name="T6" fmla="*/ 83 w 23"/>
                  <a:gd name="T7" fmla="*/ 627 h 321"/>
                  <a:gd name="T8" fmla="*/ 68 w 23"/>
                  <a:gd name="T9" fmla="*/ 1445 h 3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321">
                    <a:moveTo>
                      <a:pt x="15" y="321"/>
                    </a:moveTo>
                    <a:cubicBezTo>
                      <a:pt x="20" y="301"/>
                      <a:pt x="11" y="190"/>
                      <a:pt x="5" y="133"/>
                    </a:cubicBezTo>
                    <a:cubicBezTo>
                      <a:pt x="0" y="77"/>
                      <a:pt x="2" y="25"/>
                      <a:pt x="10" y="0"/>
                    </a:cubicBezTo>
                    <a:cubicBezTo>
                      <a:pt x="6" y="20"/>
                      <a:pt x="13" y="87"/>
                      <a:pt x="18" y="139"/>
                    </a:cubicBezTo>
                    <a:cubicBezTo>
                      <a:pt x="23" y="191"/>
                      <a:pt x="22" y="298"/>
                      <a:pt x="15" y="32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506" name="Freeform 439">
                <a:extLst>
                  <a:ext uri="{FF2B5EF4-FFF2-40B4-BE49-F238E27FC236}">
                    <a16:creationId xmlns:a16="http://schemas.microsoft.com/office/drawing/2014/main" id="{13202868-2E85-4313-9BFD-3D24D16FF6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2" y="3811"/>
                <a:ext cx="29" cy="127"/>
              </a:xfrm>
              <a:custGeom>
                <a:avLst/>
                <a:gdLst>
                  <a:gd name="T0" fmla="*/ 71 w 18"/>
                  <a:gd name="T1" fmla="*/ 0 h 77"/>
                  <a:gd name="T2" fmla="*/ 50 w 18"/>
                  <a:gd name="T3" fmla="*/ 201 h 77"/>
                  <a:gd name="T4" fmla="*/ 60 w 18"/>
                  <a:gd name="T5" fmla="*/ 345 h 77"/>
                  <a:gd name="T6" fmla="*/ 8 w 18"/>
                  <a:gd name="T7" fmla="*/ 229 h 77"/>
                  <a:gd name="T8" fmla="*/ 47 w 18"/>
                  <a:gd name="T9" fmla="*/ 167 h 77"/>
                  <a:gd name="T10" fmla="*/ 76 w 18"/>
                  <a:gd name="T11" fmla="*/ 43 h 7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8" h="77">
                    <a:moveTo>
                      <a:pt x="17" y="0"/>
                    </a:moveTo>
                    <a:cubicBezTo>
                      <a:pt x="17" y="16"/>
                      <a:pt x="16" y="29"/>
                      <a:pt x="12" y="45"/>
                    </a:cubicBezTo>
                    <a:cubicBezTo>
                      <a:pt x="10" y="57"/>
                      <a:pt x="14" y="65"/>
                      <a:pt x="14" y="77"/>
                    </a:cubicBezTo>
                    <a:cubicBezTo>
                      <a:pt x="11" y="70"/>
                      <a:pt x="0" y="59"/>
                      <a:pt x="2" y="51"/>
                    </a:cubicBezTo>
                    <a:cubicBezTo>
                      <a:pt x="2" y="47"/>
                      <a:pt x="10" y="42"/>
                      <a:pt x="11" y="37"/>
                    </a:cubicBezTo>
                    <a:cubicBezTo>
                      <a:pt x="15" y="28"/>
                      <a:pt x="12" y="17"/>
                      <a:pt x="18" y="10"/>
                    </a:cubicBezTo>
                  </a:path>
                </a:pathLst>
              </a:custGeom>
              <a:solidFill>
                <a:srgbClr val="FDEA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507" name="Freeform 440">
                <a:extLst>
                  <a:ext uri="{FF2B5EF4-FFF2-40B4-BE49-F238E27FC236}">
                    <a16:creationId xmlns:a16="http://schemas.microsoft.com/office/drawing/2014/main" id="{8948F20A-C4B8-4EEB-8B50-6DDC229B68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2" y="3748"/>
                <a:ext cx="29" cy="142"/>
              </a:xfrm>
              <a:custGeom>
                <a:avLst/>
                <a:gdLst>
                  <a:gd name="T0" fmla="*/ 55 w 17"/>
                  <a:gd name="T1" fmla="*/ 160 h 86"/>
                  <a:gd name="T2" fmla="*/ 49 w 17"/>
                  <a:gd name="T3" fmla="*/ 386 h 86"/>
                  <a:gd name="T4" fmla="*/ 20 w 17"/>
                  <a:gd name="T5" fmla="*/ 185 h 86"/>
                  <a:gd name="T6" fmla="*/ 5 w 17"/>
                  <a:gd name="T7" fmla="*/ 76 h 86"/>
                  <a:gd name="T8" fmla="*/ 9 w 17"/>
                  <a:gd name="T9" fmla="*/ 0 h 86"/>
                  <a:gd name="T10" fmla="*/ 58 w 17"/>
                  <a:gd name="T11" fmla="*/ 159 h 8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7" h="86">
                    <a:moveTo>
                      <a:pt x="11" y="36"/>
                    </a:moveTo>
                    <a:cubicBezTo>
                      <a:pt x="17" y="54"/>
                      <a:pt x="17" y="68"/>
                      <a:pt x="10" y="86"/>
                    </a:cubicBezTo>
                    <a:cubicBezTo>
                      <a:pt x="13" y="72"/>
                      <a:pt x="9" y="54"/>
                      <a:pt x="4" y="41"/>
                    </a:cubicBezTo>
                    <a:cubicBezTo>
                      <a:pt x="1" y="32"/>
                      <a:pt x="0" y="28"/>
                      <a:pt x="1" y="17"/>
                    </a:cubicBezTo>
                    <a:cubicBezTo>
                      <a:pt x="1" y="12"/>
                      <a:pt x="4" y="5"/>
                      <a:pt x="2" y="0"/>
                    </a:cubicBezTo>
                    <a:cubicBezTo>
                      <a:pt x="3" y="12"/>
                      <a:pt x="9" y="24"/>
                      <a:pt x="12" y="35"/>
                    </a:cubicBezTo>
                  </a:path>
                </a:pathLst>
              </a:custGeom>
              <a:solidFill>
                <a:srgbClr val="FDEA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508" name="Freeform 441">
                <a:extLst>
                  <a:ext uri="{FF2B5EF4-FFF2-40B4-BE49-F238E27FC236}">
                    <a16:creationId xmlns:a16="http://schemas.microsoft.com/office/drawing/2014/main" id="{7BD23C8F-DD8A-476F-BC10-90B53BA332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9" y="2475"/>
                <a:ext cx="79" cy="221"/>
              </a:xfrm>
              <a:custGeom>
                <a:avLst/>
                <a:gdLst>
                  <a:gd name="T0" fmla="*/ 119 w 48"/>
                  <a:gd name="T1" fmla="*/ 58 h 134"/>
                  <a:gd name="T2" fmla="*/ 95 w 48"/>
                  <a:gd name="T3" fmla="*/ 600 h 134"/>
                  <a:gd name="T4" fmla="*/ 110 w 48"/>
                  <a:gd name="T5" fmla="*/ 402 h 134"/>
                  <a:gd name="T6" fmla="*/ 117 w 48"/>
                  <a:gd name="T7" fmla="*/ 198 h 134"/>
                  <a:gd name="T8" fmla="*/ 143 w 48"/>
                  <a:gd name="T9" fmla="*/ 96 h 134"/>
                  <a:gd name="T10" fmla="*/ 214 w 48"/>
                  <a:gd name="T11" fmla="*/ 0 h 134"/>
                  <a:gd name="T12" fmla="*/ 109 w 48"/>
                  <a:gd name="T13" fmla="*/ 68 h 13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8" h="134">
                    <a:moveTo>
                      <a:pt x="27" y="13"/>
                    </a:moveTo>
                    <a:cubicBezTo>
                      <a:pt x="0" y="25"/>
                      <a:pt x="31" y="103"/>
                      <a:pt x="21" y="134"/>
                    </a:cubicBezTo>
                    <a:cubicBezTo>
                      <a:pt x="19" y="119"/>
                      <a:pt x="24" y="105"/>
                      <a:pt x="25" y="90"/>
                    </a:cubicBezTo>
                    <a:cubicBezTo>
                      <a:pt x="27" y="74"/>
                      <a:pt x="25" y="59"/>
                      <a:pt x="26" y="44"/>
                    </a:cubicBezTo>
                    <a:cubicBezTo>
                      <a:pt x="27" y="36"/>
                      <a:pt x="28" y="29"/>
                      <a:pt x="32" y="21"/>
                    </a:cubicBezTo>
                    <a:cubicBezTo>
                      <a:pt x="35" y="15"/>
                      <a:pt x="41" y="2"/>
                      <a:pt x="48" y="0"/>
                    </a:cubicBezTo>
                    <a:cubicBezTo>
                      <a:pt x="39" y="3"/>
                      <a:pt x="32" y="11"/>
                      <a:pt x="24" y="1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509" name="Freeform 442">
                <a:extLst>
                  <a:ext uri="{FF2B5EF4-FFF2-40B4-BE49-F238E27FC236}">
                    <a16:creationId xmlns:a16="http://schemas.microsoft.com/office/drawing/2014/main" id="{5741ADC0-3341-4C76-82A6-60B335343C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7" y="2929"/>
                <a:ext cx="32" cy="258"/>
              </a:xfrm>
              <a:custGeom>
                <a:avLst/>
                <a:gdLst>
                  <a:gd name="T0" fmla="*/ 42 w 19"/>
                  <a:gd name="T1" fmla="*/ 0 h 156"/>
                  <a:gd name="T2" fmla="*/ 34 w 19"/>
                  <a:gd name="T3" fmla="*/ 352 h 156"/>
                  <a:gd name="T4" fmla="*/ 67 w 19"/>
                  <a:gd name="T5" fmla="*/ 706 h 156"/>
                  <a:gd name="T6" fmla="*/ 71 w 19"/>
                  <a:gd name="T7" fmla="*/ 380 h 156"/>
                  <a:gd name="T8" fmla="*/ 54 w 19"/>
                  <a:gd name="T9" fmla="*/ 91 h 156"/>
                  <a:gd name="T10" fmla="*/ 42 w 19"/>
                  <a:gd name="T11" fmla="*/ 0 h 15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9" h="156">
                    <a:moveTo>
                      <a:pt x="9" y="0"/>
                    </a:moveTo>
                    <a:cubicBezTo>
                      <a:pt x="8" y="22"/>
                      <a:pt x="0" y="48"/>
                      <a:pt x="7" y="78"/>
                    </a:cubicBezTo>
                    <a:cubicBezTo>
                      <a:pt x="15" y="107"/>
                      <a:pt x="19" y="130"/>
                      <a:pt x="14" y="156"/>
                    </a:cubicBezTo>
                    <a:cubicBezTo>
                      <a:pt x="19" y="135"/>
                      <a:pt x="19" y="103"/>
                      <a:pt x="15" y="84"/>
                    </a:cubicBezTo>
                    <a:cubicBezTo>
                      <a:pt x="13" y="68"/>
                      <a:pt x="10" y="35"/>
                      <a:pt x="11" y="20"/>
                    </a:cubicBezTo>
                    <a:cubicBezTo>
                      <a:pt x="13" y="6"/>
                      <a:pt x="9" y="0"/>
                      <a:pt x="9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510" name="Freeform 443">
                <a:extLst>
                  <a:ext uri="{FF2B5EF4-FFF2-40B4-BE49-F238E27FC236}">
                    <a16:creationId xmlns:a16="http://schemas.microsoft.com/office/drawing/2014/main" id="{650D3BED-2F95-484F-B56A-39119A0919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2" y="3999"/>
                <a:ext cx="116" cy="76"/>
              </a:xfrm>
              <a:custGeom>
                <a:avLst/>
                <a:gdLst>
                  <a:gd name="T0" fmla="*/ 50 w 70"/>
                  <a:gd name="T1" fmla="*/ 160 h 46"/>
                  <a:gd name="T2" fmla="*/ 237 w 70"/>
                  <a:gd name="T3" fmla="*/ 167 h 46"/>
                  <a:gd name="T4" fmla="*/ 277 w 70"/>
                  <a:gd name="T5" fmla="*/ 0 h 46"/>
                  <a:gd name="T6" fmla="*/ 259 w 70"/>
                  <a:gd name="T7" fmla="*/ 58 h 46"/>
                  <a:gd name="T8" fmla="*/ 179 w 70"/>
                  <a:gd name="T9" fmla="*/ 97 h 46"/>
                  <a:gd name="T10" fmla="*/ 13 w 70"/>
                  <a:gd name="T11" fmla="*/ 84 h 46"/>
                  <a:gd name="T12" fmla="*/ 28 w 70"/>
                  <a:gd name="T13" fmla="*/ 167 h 4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0" h="46">
                    <a:moveTo>
                      <a:pt x="11" y="36"/>
                    </a:moveTo>
                    <a:cubicBezTo>
                      <a:pt x="21" y="46"/>
                      <a:pt x="41" y="43"/>
                      <a:pt x="52" y="37"/>
                    </a:cubicBezTo>
                    <a:cubicBezTo>
                      <a:pt x="70" y="28"/>
                      <a:pt x="67" y="16"/>
                      <a:pt x="61" y="0"/>
                    </a:cubicBezTo>
                    <a:cubicBezTo>
                      <a:pt x="60" y="6"/>
                      <a:pt x="61" y="9"/>
                      <a:pt x="57" y="13"/>
                    </a:cubicBezTo>
                    <a:cubicBezTo>
                      <a:pt x="54" y="17"/>
                      <a:pt x="44" y="20"/>
                      <a:pt x="39" y="22"/>
                    </a:cubicBezTo>
                    <a:cubicBezTo>
                      <a:pt x="27" y="24"/>
                      <a:pt x="15" y="22"/>
                      <a:pt x="3" y="19"/>
                    </a:cubicBezTo>
                    <a:cubicBezTo>
                      <a:pt x="0" y="23"/>
                      <a:pt x="5" y="32"/>
                      <a:pt x="6" y="37"/>
                    </a:cubicBezTo>
                  </a:path>
                </a:pathLst>
              </a:custGeom>
              <a:solidFill>
                <a:srgbClr val="FDEA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511" name="Freeform 444">
                <a:extLst>
                  <a:ext uri="{FF2B5EF4-FFF2-40B4-BE49-F238E27FC236}">
                    <a16:creationId xmlns:a16="http://schemas.microsoft.com/office/drawing/2014/main" id="{C3A26EAA-C4D3-4677-A6AA-A4D5450245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8" y="3900"/>
                <a:ext cx="122" cy="165"/>
              </a:xfrm>
              <a:custGeom>
                <a:avLst/>
                <a:gdLst>
                  <a:gd name="T0" fmla="*/ 0 w 74"/>
                  <a:gd name="T1" fmla="*/ 449 h 100"/>
                  <a:gd name="T2" fmla="*/ 96 w 74"/>
                  <a:gd name="T3" fmla="*/ 431 h 100"/>
                  <a:gd name="T4" fmla="*/ 167 w 74"/>
                  <a:gd name="T5" fmla="*/ 441 h 100"/>
                  <a:gd name="T6" fmla="*/ 236 w 74"/>
                  <a:gd name="T7" fmla="*/ 414 h 100"/>
                  <a:gd name="T8" fmla="*/ 277 w 74"/>
                  <a:gd name="T9" fmla="*/ 340 h 100"/>
                  <a:gd name="T10" fmla="*/ 298 w 74"/>
                  <a:gd name="T11" fmla="*/ 160 h 100"/>
                  <a:gd name="T12" fmla="*/ 289 w 74"/>
                  <a:gd name="T13" fmla="*/ 0 h 100"/>
                  <a:gd name="T14" fmla="*/ 234 w 74"/>
                  <a:gd name="T15" fmla="*/ 89 h 100"/>
                  <a:gd name="T16" fmla="*/ 242 w 74"/>
                  <a:gd name="T17" fmla="*/ 206 h 100"/>
                  <a:gd name="T18" fmla="*/ 193 w 74"/>
                  <a:gd name="T19" fmla="*/ 305 h 100"/>
                  <a:gd name="T20" fmla="*/ 117 w 74"/>
                  <a:gd name="T21" fmla="*/ 406 h 10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74" h="100">
                    <a:moveTo>
                      <a:pt x="0" y="100"/>
                    </a:moveTo>
                    <a:cubicBezTo>
                      <a:pt x="7" y="97"/>
                      <a:pt x="13" y="95"/>
                      <a:pt x="21" y="96"/>
                    </a:cubicBezTo>
                    <a:cubicBezTo>
                      <a:pt x="26" y="97"/>
                      <a:pt x="32" y="99"/>
                      <a:pt x="37" y="98"/>
                    </a:cubicBezTo>
                    <a:cubicBezTo>
                      <a:pt x="42" y="97"/>
                      <a:pt x="49" y="95"/>
                      <a:pt x="53" y="92"/>
                    </a:cubicBezTo>
                    <a:cubicBezTo>
                      <a:pt x="60" y="88"/>
                      <a:pt x="60" y="84"/>
                      <a:pt x="62" y="76"/>
                    </a:cubicBezTo>
                    <a:cubicBezTo>
                      <a:pt x="66" y="63"/>
                      <a:pt x="66" y="49"/>
                      <a:pt x="67" y="36"/>
                    </a:cubicBezTo>
                    <a:cubicBezTo>
                      <a:pt x="68" y="24"/>
                      <a:pt x="74" y="8"/>
                      <a:pt x="64" y="0"/>
                    </a:cubicBezTo>
                    <a:cubicBezTo>
                      <a:pt x="60" y="4"/>
                      <a:pt x="54" y="14"/>
                      <a:pt x="52" y="20"/>
                    </a:cubicBezTo>
                    <a:cubicBezTo>
                      <a:pt x="51" y="28"/>
                      <a:pt x="55" y="37"/>
                      <a:pt x="54" y="46"/>
                    </a:cubicBezTo>
                    <a:cubicBezTo>
                      <a:pt x="53" y="55"/>
                      <a:pt x="48" y="61"/>
                      <a:pt x="43" y="68"/>
                    </a:cubicBezTo>
                    <a:cubicBezTo>
                      <a:pt x="38" y="75"/>
                      <a:pt x="36" y="89"/>
                      <a:pt x="26" y="90"/>
                    </a:cubicBezTo>
                  </a:path>
                </a:pathLst>
              </a:custGeom>
              <a:solidFill>
                <a:srgbClr val="FDEA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512" name="Freeform 445">
                <a:extLst>
                  <a:ext uri="{FF2B5EF4-FFF2-40B4-BE49-F238E27FC236}">
                    <a16:creationId xmlns:a16="http://schemas.microsoft.com/office/drawing/2014/main" id="{82407950-9D1E-4479-8BD1-3C80E098BB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6" y="2045"/>
                <a:ext cx="34" cy="13"/>
              </a:xfrm>
              <a:custGeom>
                <a:avLst/>
                <a:gdLst>
                  <a:gd name="T0" fmla="*/ 0 w 21"/>
                  <a:gd name="T1" fmla="*/ 34 h 8"/>
                  <a:gd name="T2" fmla="*/ 42 w 21"/>
                  <a:gd name="T3" fmla="*/ 0 h 8"/>
                  <a:gd name="T4" fmla="*/ 89 w 21"/>
                  <a:gd name="T5" fmla="*/ 34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8">
                    <a:moveTo>
                      <a:pt x="0" y="8"/>
                    </a:moveTo>
                    <a:cubicBezTo>
                      <a:pt x="5" y="2"/>
                      <a:pt x="5" y="0"/>
                      <a:pt x="10" y="0"/>
                    </a:cubicBezTo>
                    <a:cubicBezTo>
                      <a:pt x="14" y="0"/>
                      <a:pt x="15" y="2"/>
                      <a:pt x="21" y="8"/>
                    </a:cubicBezTo>
                  </a:path>
                </a:pathLst>
              </a:custGeom>
              <a:noFill/>
              <a:ln w="4763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513" name="Freeform 446">
                <a:extLst>
                  <a:ext uri="{FF2B5EF4-FFF2-40B4-BE49-F238E27FC236}">
                    <a16:creationId xmlns:a16="http://schemas.microsoft.com/office/drawing/2014/main" id="{5A4403D3-8509-456C-8AA2-F3597C6881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2" y="2053"/>
                <a:ext cx="22" cy="10"/>
              </a:xfrm>
              <a:custGeom>
                <a:avLst/>
                <a:gdLst>
                  <a:gd name="T0" fmla="*/ 0 w 13"/>
                  <a:gd name="T1" fmla="*/ 0 h 6"/>
                  <a:gd name="T2" fmla="*/ 63 w 13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6">
                    <a:moveTo>
                      <a:pt x="0" y="0"/>
                    </a:moveTo>
                    <a:cubicBezTo>
                      <a:pt x="1" y="6"/>
                      <a:pt x="11" y="6"/>
                      <a:pt x="13" y="0"/>
                    </a:cubicBezTo>
                  </a:path>
                </a:pathLst>
              </a:custGeom>
              <a:noFill/>
              <a:ln w="4763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514" name="Freeform 447">
                <a:extLst>
                  <a:ext uri="{FF2B5EF4-FFF2-40B4-BE49-F238E27FC236}">
                    <a16:creationId xmlns:a16="http://schemas.microsoft.com/office/drawing/2014/main" id="{CE7729CB-B9DE-48EB-826C-15F05513DE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5" y="1251"/>
                <a:ext cx="169" cy="18"/>
              </a:xfrm>
              <a:custGeom>
                <a:avLst/>
                <a:gdLst>
                  <a:gd name="T0" fmla="*/ 0 w 102"/>
                  <a:gd name="T1" fmla="*/ 0 h 11"/>
                  <a:gd name="T2" fmla="*/ 126 w 102"/>
                  <a:gd name="T3" fmla="*/ 21 h 11"/>
                  <a:gd name="T4" fmla="*/ 268 w 102"/>
                  <a:gd name="T5" fmla="*/ 21 h 11"/>
                  <a:gd name="T6" fmla="*/ 451 w 102"/>
                  <a:gd name="T7" fmla="*/ 34 h 11"/>
                  <a:gd name="T8" fmla="*/ 459 w 102"/>
                  <a:gd name="T9" fmla="*/ 47 h 11"/>
                  <a:gd name="T10" fmla="*/ 456 w 102"/>
                  <a:gd name="T11" fmla="*/ 26 h 11"/>
                  <a:gd name="T12" fmla="*/ 263 w 102"/>
                  <a:gd name="T13" fmla="*/ 13 h 11"/>
                  <a:gd name="T14" fmla="*/ 126 w 102"/>
                  <a:gd name="T15" fmla="*/ 13 h 11"/>
                  <a:gd name="T16" fmla="*/ 0 w 102"/>
                  <a:gd name="T17" fmla="*/ 0 h 1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2" h="11">
                    <a:moveTo>
                      <a:pt x="0" y="0"/>
                    </a:moveTo>
                    <a:cubicBezTo>
                      <a:pt x="5" y="0"/>
                      <a:pt x="22" y="3"/>
                      <a:pt x="28" y="5"/>
                    </a:cubicBezTo>
                    <a:cubicBezTo>
                      <a:pt x="33" y="7"/>
                      <a:pt x="45" y="6"/>
                      <a:pt x="59" y="5"/>
                    </a:cubicBezTo>
                    <a:cubicBezTo>
                      <a:pt x="75" y="4"/>
                      <a:pt x="94" y="3"/>
                      <a:pt x="99" y="8"/>
                    </a:cubicBezTo>
                    <a:cubicBezTo>
                      <a:pt x="100" y="8"/>
                      <a:pt x="101" y="10"/>
                      <a:pt x="101" y="11"/>
                    </a:cubicBezTo>
                    <a:cubicBezTo>
                      <a:pt x="101" y="9"/>
                      <a:pt x="102" y="7"/>
                      <a:pt x="100" y="6"/>
                    </a:cubicBezTo>
                    <a:cubicBezTo>
                      <a:pt x="95" y="0"/>
                      <a:pt x="76" y="2"/>
                      <a:pt x="58" y="3"/>
                    </a:cubicBezTo>
                    <a:cubicBezTo>
                      <a:pt x="45" y="4"/>
                      <a:pt x="33" y="5"/>
                      <a:pt x="28" y="3"/>
                    </a:cubicBezTo>
                    <a:cubicBezTo>
                      <a:pt x="23" y="1"/>
                      <a:pt x="7" y="0"/>
                      <a:pt x="0" y="0"/>
                    </a:cubicBezTo>
                  </a:path>
                </a:pathLst>
              </a:custGeom>
              <a:solidFill>
                <a:srgbClr val="585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515" name="Freeform 448">
                <a:extLst>
                  <a:ext uri="{FF2B5EF4-FFF2-40B4-BE49-F238E27FC236}">
                    <a16:creationId xmlns:a16="http://schemas.microsoft.com/office/drawing/2014/main" id="{26DB64BC-6B92-43E5-8256-EF569FBB75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9" y="1289"/>
                <a:ext cx="31" cy="18"/>
              </a:xfrm>
              <a:custGeom>
                <a:avLst/>
                <a:gdLst>
                  <a:gd name="T0" fmla="*/ 0 w 19"/>
                  <a:gd name="T1" fmla="*/ 0 h 11"/>
                  <a:gd name="T2" fmla="*/ 34 w 19"/>
                  <a:gd name="T3" fmla="*/ 47 h 11"/>
                  <a:gd name="T4" fmla="*/ 83 w 19"/>
                  <a:gd name="T5" fmla="*/ 5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11">
                    <a:moveTo>
                      <a:pt x="0" y="0"/>
                    </a:moveTo>
                    <a:cubicBezTo>
                      <a:pt x="3" y="7"/>
                      <a:pt x="5" y="10"/>
                      <a:pt x="8" y="11"/>
                    </a:cubicBezTo>
                    <a:cubicBezTo>
                      <a:pt x="11" y="11"/>
                      <a:pt x="15" y="7"/>
                      <a:pt x="19" y="1"/>
                    </a:cubicBezTo>
                  </a:path>
                </a:pathLst>
              </a:custGeom>
              <a:noFill/>
              <a:ln w="158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516" name="Freeform 449">
                <a:extLst>
                  <a:ext uri="{FF2B5EF4-FFF2-40B4-BE49-F238E27FC236}">
                    <a16:creationId xmlns:a16="http://schemas.microsoft.com/office/drawing/2014/main" id="{9EADA9C6-4379-4E65-8BD7-15D0797802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1" y="4004"/>
                <a:ext cx="21" cy="66"/>
              </a:xfrm>
              <a:custGeom>
                <a:avLst/>
                <a:gdLst>
                  <a:gd name="T0" fmla="*/ 47 w 13"/>
                  <a:gd name="T1" fmla="*/ 0 h 40"/>
                  <a:gd name="T2" fmla="*/ 34 w 13"/>
                  <a:gd name="T3" fmla="*/ 54 h 40"/>
                  <a:gd name="T4" fmla="*/ 8 w 13"/>
                  <a:gd name="T5" fmla="*/ 180 h 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40">
                    <a:moveTo>
                      <a:pt x="11" y="0"/>
                    </a:moveTo>
                    <a:cubicBezTo>
                      <a:pt x="13" y="4"/>
                      <a:pt x="11" y="9"/>
                      <a:pt x="8" y="12"/>
                    </a:cubicBezTo>
                    <a:cubicBezTo>
                      <a:pt x="3" y="17"/>
                      <a:pt x="0" y="38"/>
                      <a:pt x="2" y="40"/>
                    </a:cubicBezTo>
                  </a:path>
                </a:pathLst>
              </a:custGeom>
              <a:noFill/>
              <a:ln w="4763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517" name="Freeform 450">
                <a:extLst>
                  <a:ext uri="{FF2B5EF4-FFF2-40B4-BE49-F238E27FC236}">
                    <a16:creationId xmlns:a16="http://schemas.microsoft.com/office/drawing/2014/main" id="{541F3CF4-4E7A-43C1-9AC3-F149DB5B9E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5" y="4007"/>
                <a:ext cx="36" cy="63"/>
              </a:xfrm>
              <a:custGeom>
                <a:avLst/>
                <a:gdLst>
                  <a:gd name="T0" fmla="*/ 97 w 22"/>
                  <a:gd name="T1" fmla="*/ 0 h 38"/>
                  <a:gd name="T2" fmla="*/ 34 w 22"/>
                  <a:gd name="T3" fmla="*/ 63 h 38"/>
                  <a:gd name="T4" fmla="*/ 8 w 22"/>
                  <a:gd name="T5" fmla="*/ 172 h 3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38">
                    <a:moveTo>
                      <a:pt x="22" y="0"/>
                    </a:moveTo>
                    <a:cubicBezTo>
                      <a:pt x="18" y="7"/>
                      <a:pt x="10" y="12"/>
                      <a:pt x="8" y="14"/>
                    </a:cubicBezTo>
                    <a:cubicBezTo>
                      <a:pt x="0" y="22"/>
                      <a:pt x="7" y="23"/>
                      <a:pt x="2" y="38"/>
                    </a:cubicBezTo>
                  </a:path>
                </a:pathLst>
              </a:custGeom>
              <a:noFill/>
              <a:ln w="4763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518" name="Freeform 451">
                <a:extLst>
                  <a:ext uri="{FF2B5EF4-FFF2-40B4-BE49-F238E27FC236}">
                    <a16:creationId xmlns:a16="http://schemas.microsoft.com/office/drawing/2014/main" id="{D531A000-27FB-4CCB-A47C-0B7F2F58CE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8" y="4002"/>
                <a:ext cx="43" cy="63"/>
              </a:xfrm>
              <a:custGeom>
                <a:avLst/>
                <a:gdLst>
                  <a:gd name="T0" fmla="*/ 117 w 26"/>
                  <a:gd name="T1" fmla="*/ 0 h 38"/>
                  <a:gd name="T2" fmla="*/ 50 w 26"/>
                  <a:gd name="T3" fmla="*/ 75 h 38"/>
                  <a:gd name="T4" fmla="*/ 0 w 26"/>
                  <a:gd name="T5" fmla="*/ 172 h 3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38">
                    <a:moveTo>
                      <a:pt x="26" y="0"/>
                    </a:moveTo>
                    <a:cubicBezTo>
                      <a:pt x="21" y="5"/>
                      <a:pt x="16" y="12"/>
                      <a:pt x="11" y="16"/>
                    </a:cubicBezTo>
                    <a:cubicBezTo>
                      <a:pt x="6" y="21"/>
                      <a:pt x="7" y="27"/>
                      <a:pt x="0" y="38"/>
                    </a:cubicBezTo>
                  </a:path>
                </a:pathLst>
              </a:custGeom>
              <a:noFill/>
              <a:ln w="4763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519" name="Freeform 452">
                <a:extLst>
                  <a:ext uri="{FF2B5EF4-FFF2-40B4-BE49-F238E27FC236}">
                    <a16:creationId xmlns:a16="http://schemas.microsoft.com/office/drawing/2014/main" id="{17349C31-A6E0-4E8A-ADAD-5E9237868E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1" y="3996"/>
                <a:ext cx="30" cy="46"/>
              </a:xfrm>
              <a:custGeom>
                <a:avLst/>
                <a:gdLst>
                  <a:gd name="T0" fmla="*/ 83 w 18"/>
                  <a:gd name="T1" fmla="*/ 0 h 28"/>
                  <a:gd name="T2" fmla="*/ 33 w 18"/>
                  <a:gd name="T3" fmla="*/ 49 h 28"/>
                  <a:gd name="T4" fmla="*/ 0 w 18"/>
                  <a:gd name="T5" fmla="*/ 125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28">
                    <a:moveTo>
                      <a:pt x="18" y="0"/>
                    </a:moveTo>
                    <a:cubicBezTo>
                      <a:pt x="15" y="4"/>
                      <a:pt x="11" y="8"/>
                      <a:pt x="7" y="11"/>
                    </a:cubicBezTo>
                    <a:cubicBezTo>
                      <a:pt x="4" y="15"/>
                      <a:pt x="6" y="20"/>
                      <a:pt x="0" y="28"/>
                    </a:cubicBezTo>
                  </a:path>
                </a:pathLst>
              </a:custGeom>
              <a:noFill/>
              <a:ln w="4763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520" name="Freeform 453">
                <a:extLst>
                  <a:ext uri="{FF2B5EF4-FFF2-40B4-BE49-F238E27FC236}">
                    <a16:creationId xmlns:a16="http://schemas.microsoft.com/office/drawing/2014/main" id="{65DF04F5-A8D9-45AD-82DB-27D2A23FAD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3" y="4037"/>
                <a:ext cx="43" cy="26"/>
              </a:xfrm>
              <a:custGeom>
                <a:avLst/>
                <a:gdLst>
                  <a:gd name="T0" fmla="*/ 0 w 26"/>
                  <a:gd name="T1" fmla="*/ 42 h 16"/>
                  <a:gd name="T2" fmla="*/ 91 w 26"/>
                  <a:gd name="T3" fmla="*/ 68 h 16"/>
                  <a:gd name="T4" fmla="*/ 55 w 26"/>
                  <a:gd name="T5" fmla="*/ 0 h 16"/>
                  <a:gd name="T6" fmla="*/ 0 w 26"/>
                  <a:gd name="T7" fmla="*/ 42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16">
                    <a:moveTo>
                      <a:pt x="0" y="10"/>
                    </a:moveTo>
                    <a:cubicBezTo>
                      <a:pt x="8" y="8"/>
                      <a:pt x="18" y="14"/>
                      <a:pt x="20" y="16"/>
                    </a:cubicBezTo>
                    <a:cubicBezTo>
                      <a:pt x="26" y="6"/>
                      <a:pt x="18" y="0"/>
                      <a:pt x="12" y="0"/>
                    </a:cubicBezTo>
                    <a:cubicBezTo>
                      <a:pt x="1" y="1"/>
                      <a:pt x="0" y="7"/>
                      <a:pt x="0" y="10"/>
                    </a:cubicBezTo>
                    <a:close/>
                  </a:path>
                </a:pathLst>
              </a:custGeom>
              <a:noFill/>
              <a:ln w="158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521" name="Freeform 454">
                <a:extLst>
                  <a:ext uri="{FF2B5EF4-FFF2-40B4-BE49-F238E27FC236}">
                    <a16:creationId xmlns:a16="http://schemas.microsoft.com/office/drawing/2014/main" id="{DA95F6BE-FA20-4FEE-8EE8-B26A2F4E90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8" y="4047"/>
                <a:ext cx="20" cy="18"/>
              </a:xfrm>
              <a:custGeom>
                <a:avLst/>
                <a:gdLst>
                  <a:gd name="T0" fmla="*/ 0 w 12"/>
                  <a:gd name="T1" fmla="*/ 47 h 11"/>
                  <a:gd name="T2" fmla="*/ 55 w 12"/>
                  <a:gd name="T3" fmla="*/ 43 h 11"/>
                  <a:gd name="T4" fmla="*/ 0 w 12"/>
                  <a:gd name="T5" fmla="*/ 47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1">
                    <a:moveTo>
                      <a:pt x="0" y="11"/>
                    </a:moveTo>
                    <a:cubicBezTo>
                      <a:pt x="2" y="11"/>
                      <a:pt x="10" y="9"/>
                      <a:pt x="12" y="10"/>
                    </a:cubicBezTo>
                    <a:cubicBezTo>
                      <a:pt x="11" y="1"/>
                      <a:pt x="0" y="0"/>
                      <a:pt x="0" y="11"/>
                    </a:cubicBezTo>
                    <a:close/>
                  </a:path>
                </a:pathLst>
              </a:custGeom>
              <a:noFill/>
              <a:ln w="158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522" name="Freeform 455">
                <a:extLst>
                  <a:ext uri="{FF2B5EF4-FFF2-40B4-BE49-F238E27FC236}">
                    <a16:creationId xmlns:a16="http://schemas.microsoft.com/office/drawing/2014/main" id="{A0355F75-68D3-4537-8788-6A62094B51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8" y="4052"/>
                <a:ext cx="18" cy="15"/>
              </a:xfrm>
              <a:custGeom>
                <a:avLst/>
                <a:gdLst>
                  <a:gd name="T0" fmla="*/ 0 w 11"/>
                  <a:gd name="T1" fmla="*/ 33 h 9"/>
                  <a:gd name="T2" fmla="*/ 47 w 11"/>
                  <a:gd name="T3" fmla="*/ 28 h 9"/>
                  <a:gd name="T4" fmla="*/ 0 w 11"/>
                  <a:gd name="T5" fmla="*/ 33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9">
                    <a:moveTo>
                      <a:pt x="0" y="7"/>
                    </a:moveTo>
                    <a:cubicBezTo>
                      <a:pt x="3" y="9"/>
                      <a:pt x="8" y="9"/>
                      <a:pt x="11" y="6"/>
                    </a:cubicBezTo>
                    <a:cubicBezTo>
                      <a:pt x="10" y="0"/>
                      <a:pt x="0" y="3"/>
                      <a:pt x="0" y="7"/>
                    </a:cubicBezTo>
                    <a:close/>
                  </a:path>
                </a:pathLst>
              </a:custGeom>
              <a:noFill/>
              <a:ln w="158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523" name="Freeform 456">
                <a:extLst>
                  <a:ext uri="{FF2B5EF4-FFF2-40B4-BE49-F238E27FC236}">
                    <a16:creationId xmlns:a16="http://schemas.microsoft.com/office/drawing/2014/main" id="{1D8F4BDF-5025-45B5-AF5E-97A0F62601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5" y="4037"/>
                <a:ext cx="15" cy="13"/>
              </a:xfrm>
              <a:custGeom>
                <a:avLst/>
                <a:gdLst>
                  <a:gd name="T0" fmla="*/ 0 w 9"/>
                  <a:gd name="T1" fmla="*/ 21 h 8"/>
                  <a:gd name="T2" fmla="*/ 37 w 9"/>
                  <a:gd name="T3" fmla="*/ 29 h 8"/>
                  <a:gd name="T4" fmla="*/ 0 w 9"/>
                  <a:gd name="T5" fmla="*/ 21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8">
                    <a:moveTo>
                      <a:pt x="0" y="5"/>
                    </a:moveTo>
                    <a:cubicBezTo>
                      <a:pt x="1" y="7"/>
                      <a:pt x="5" y="8"/>
                      <a:pt x="8" y="7"/>
                    </a:cubicBezTo>
                    <a:cubicBezTo>
                      <a:pt x="9" y="0"/>
                      <a:pt x="1" y="1"/>
                      <a:pt x="0" y="5"/>
                    </a:cubicBezTo>
                    <a:close/>
                  </a:path>
                </a:pathLst>
              </a:custGeom>
              <a:noFill/>
              <a:ln w="158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524" name="Freeform 457">
                <a:extLst>
                  <a:ext uri="{FF2B5EF4-FFF2-40B4-BE49-F238E27FC236}">
                    <a16:creationId xmlns:a16="http://schemas.microsoft.com/office/drawing/2014/main" id="{BF062BE7-D260-4BED-B1E2-4679E13A00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5" y="1646"/>
                <a:ext cx="71" cy="71"/>
              </a:xfrm>
              <a:custGeom>
                <a:avLst/>
                <a:gdLst>
                  <a:gd name="T0" fmla="*/ 0 w 43"/>
                  <a:gd name="T1" fmla="*/ 104 h 43"/>
                  <a:gd name="T2" fmla="*/ 89 w 43"/>
                  <a:gd name="T3" fmla="*/ 5 h 43"/>
                  <a:gd name="T4" fmla="*/ 188 w 43"/>
                  <a:gd name="T5" fmla="*/ 89 h 43"/>
                  <a:gd name="T6" fmla="*/ 104 w 43"/>
                  <a:gd name="T7" fmla="*/ 188 h 43"/>
                  <a:gd name="T8" fmla="*/ 0 w 43"/>
                  <a:gd name="T9" fmla="*/ 104 h 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3" h="43">
                    <a:moveTo>
                      <a:pt x="0" y="23"/>
                    </a:moveTo>
                    <a:cubicBezTo>
                      <a:pt x="0" y="12"/>
                      <a:pt x="8" y="2"/>
                      <a:pt x="20" y="1"/>
                    </a:cubicBezTo>
                    <a:cubicBezTo>
                      <a:pt x="31" y="0"/>
                      <a:pt x="41" y="9"/>
                      <a:pt x="42" y="20"/>
                    </a:cubicBezTo>
                    <a:cubicBezTo>
                      <a:pt x="43" y="31"/>
                      <a:pt x="34" y="41"/>
                      <a:pt x="23" y="42"/>
                    </a:cubicBezTo>
                    <a:cubicBezTo>
                      <a:pt x="11" y="43"/>
                      <a:pt x="1" y="35"/>
                      <a:pt x="0" y="23"/>
                    </a:cubicBezTo>
                  </a:path>
                </a:pathLst>
              </a:custGeom>
              <a:solidFill>
                <a:srgbClr val="FEEC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525" name="Freeform 458">
                <a:extLst>
                  <a:ext uri="{FF2B5EF4-FFF2-40B4-BE49-F238E27FC236}">
                    <a16:creationId xmlns:a16="http://schemas.microsoft.com/office/drawing/2014/main" id="{9D48485E-CEF2-4143-9D08-267EAD0ED7D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695" y="1668"/>
                <a:ext cx="30" cy="29"/>
              </a:xfrm>
              <a:custGeom>
                <a:avLst/>
                <a:gdLst>
                  <a:gd name="T0" fmla="*/ 83 w 18"/>
                  <a:gd name="T1" fmla="*/ 26 h 18"/>
                  <a:gd name="T2" fmla="*/ 75 w 18"/>
                  <a:gd name="T3" fmla="*/ 42 h 18"/>
                  <a:gd name="T4" fmla="*/ 62 w 18"/>
                  <a:gd name="T5" fmla="*/ 55 h 18"/>
                  <a:gd name="T6" fmla="*/ 47 w 18"/>
                  <a:gd name="T7" fmla="*/ 60 h 18"/>
                  <a:gd name="T8" fmla="*/ 22 w 18"/>
                  <a:gd name="T9" fmla="*/ 55 h 18"/>
                  <a:gd name="T10" fmla="*/ 13 w 18"/>
                  <a:gd name="T11" fmla="*/ 39 h 18"/>
                  <a:gd name="T12" fmla="*/ 13 w 18"/>
                  <a:gd name="T13" fmla="*/ 39 h 18"/>
                  <a:gd name="T14" fmla="*/ 13 w 18"/>
                  <a:gd name="T15" fmla="*/ 39 h 18"/>
                  <a:gd name="T16" fmla="*/ 20 w 18"/>
                  <a:gd name="T17" fmla="*/ 26 h 18"/>
                  <a:gd name="T18" fmla="*/ 13 w 18"/>
                  <a:gd name="T19" fmla="*/ 26 h 18"/>
                  <a:gd name="T20" fmla="*/ 8 w 18"/>
                  <a:gd name="T21" fmla="*/ 16 h 18"/>
                  <a:gd name="T22" fmla="*/ 0 w 18"/>
                  <a:gd name="T23" fmla="*/ 39 h 18"/>
                  <a:gd name="T24" fmla="*/ 13 w 18"/>
                  <a:gd name="T25" fmla="*/ 63 h 18"/>
                  <a:gd name="T26" fmla="*/ 47 w 18"/>
                  <a:gd name="T27" fmla="*/ 76 h 18"/>
                  <a:gd name="T28" fmla="*/ 75 w 18"/>
                  <a:gd name="T29" fmla="*/ 60 h 18"/>
                  <a:gd name="T30" fmla="*/ 83 w 18"/>
                  <a:gd name="T31" fmla="*/ 34 h 18"/>
                  <a:gd name="T32" fmla="*/ 83 w 18"/>
                  <a:gd name="T33" fmla="*/ 26 h 18"/>
                  <a:gd name="T34" fmla="*/ 37 w 18"/>
                  <a:gd name="T35" fmla="*/ 13 h 18"/>
                  <a:gd name="T36" fmla="*/ 42 w 18"/>
                  <a:gd name="T37" fmla="*/ 13 h 18"/>
                  <a:gd name="T38" fmla="*/ 47 w 18"/>
                  <a:gd name="T39" fmla="*/ 13 h 18"/>
                  <a:gd name="T40" fmla="*/ 47 w 18"/>
                  <a:gd name="T41" fmla="*/ 5 h 18"/>
                  <a:gd name="T42" fmla="*/ 47 w 18"/>
                  <a:gd name="T43" fmla="*/ 0 h 18"/>
                  <a:gd name="T44" fmla="*/ 42 w 18"/>
                  <a:gd name="T45" fmla="*/ 0 h 18"/>
                  <a:gd name="T46" fmla="*/ 33 w 18"/>
                  <a:gd name="T47" fmla="*/ 0 h 18"/>
                  <a:gd name="T48" fmla="*/ 37 w 18"/>
                  <a:gd name="T49" fmla="*/ 8 h 18"/>
                  <a:gd name="T50" fmla="*/ 37 w 18"/>
                  <a:gd name="T51" fmla="*/ 13 h 18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18" h="18">
                    <a:moveTo>
                      <a:pt x="18" y="6"/>
                    </a:moveTo>
                    <a:cubicBezTo>
                      <a:pt x="17" y="8"/>
                      <a:pt x="16" y="9"/>
                      <a:pt x="16" y="10"/>
                    </a:cubicBezTo>
                    <a:cubicBezTo>
                      <a:pt x="16" y="12"/>
                      <a:pt x="15" y="13"/>
                      <a:pt x="13" y="13"/>
                    </a:cubicBezTo>
                    <a:cubicBezTo>
                      <a:pt x="10" y="14"/>
                      <a:pt x="10" y="14"/>
                      <a:pt x="10" y="14"/>
                    </a:cubicBezTo>
                    <a:cubicBezTo>
                      <a:pt x="10" y="14"/>
                      <a:pt x="5" y="13"/>
                      <a:pt x="5" y="13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8"/>
                      <a:pt x="4" y="7"/>
                      <a:pt x="4" y="6"/>
                    </a:cubicBezTo>
                    <a:cubicBezTo>
                      <a:pt x="4" y="6"/>
                      <a:pt x="3" y="6"/>
                      <a:pt x="3" y="6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3" y="15"/>
                      <a:pt x="3" y="15"/>
                      <a:pt x="3" y="15"/>
                    </a:cubicBezTo>
                    <a:cubicBezTo>
                      <a:pt x="10" y="18"/>
                      <a:pt x="10" y="18"/>
                      <a:pt x="10" y="18"/>
                    </a:cubicBezTo>
                    <a:cubicBezTo>
                      <a:pt x="16" y="14"/>
                      <a:pt x="16" y="14"/>
                      <a:pt x="16" y="14"/>
                    </a:cubicBezTo>
                    <a:cubicBezTo>
                      <a:pt x="18" y="8"/>
                      <a:pt x="18" y="8"/>
                      <a:pt x="18" y="8"/>
                    </a:cubicBezTo>
                    <a:lnTo>
                      <a:pt x="18" y="6"/>
                    </a:lnTo>
                    <a:close/>
                    <a:moveTo>
                      <a:pt x="8" y="3"/>
                    </a:moveTo>
                    <a:cubicBezTo>
                      <a:pt x="8" y="3"/>
                      <a:pt x="9" y="3"/>
                      <a:pt x="9" y="3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0" y="2"/>
                      <a:pt x="10" y="2"/>
                      <a:pt x="10" y="1"/>
                    </a:cubicBezTo>
                    <a:cubicBezTo>
                      <a:pt x="10" y="1"/>
                      <a:pt x="10" y="0"/>
                      <a:pt x="10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8" y="1"/>
                      <a:pt x="8" y="1"/>
                      <a:pt x="8" y="2"/>
                    </a:cubicBezTo>
                    <a:cubicBezTo>
                      <a:pt x="8" y="2"/>
                      <a:pt x="8" y="3"/>
                      <a:pt x="8" y="3"/>
                    </a:cubicBezTo>
                  </a:path>
                </a:pathLst>
              </a:custGeom>
              <a:solidFill>
                <a:srgbClr val="585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526" name="Freeform 459">
                <a:extLst>
                  <a:ext uri="{FF2B5EF4-FFF2-40B4-BE49-F238E27FC236}">
                    <a16:creationId xmlns:a16="http://schemas.microsoft.com/office/drawing/2014/main" id="{56D5443F-7D01-429F-883C-08E6F4172FF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673" y="1646"/>
                <a:ext cx="73" cy="73"/>
              </a:xfrm>
              <a:custGeom>
                <a:avLst/>
                <a:gdLst>
                  <a:gd name="T0" fmla="*/ 0 w 44"/>
                  <a:gd name="T1" fmla="*/ 113 h 44"/>
                  <a:gd name="T2" fmla="*/ 5 w 44"/>
                  <a:gd name="T3" fmla="*/ 138 h 44"/>
                  <a:gd name="T4" fmla="*/ 20 w 44"/>
                  <a:gd name="T5" fmla="*/ 133 h 44"/>
                  <a:gd name="T6" fmla="*/ 13 w 44"/>
                  <a:gd name="T7" fmla="*/ 110 h 44"/>
                  <a:gd name="T8" fmla="*/ 0 w 44"/>
                  <a:gd name="T9" fmla="*/ 113 h 44"/>
                  <a:gd name="T10" fmla="*/ 96 w 44"/>
                  <a:gd name="T11" fmla="*/ 8 h 44"/>
                  <a:gd name="T12" fmla="*/ 96 w 44"/>
                  <a:gd name="T13" fmla="*/ 5 h 44"/>
                  <a:gd name="T14" fmla="*/ 91 w 44"/>
                  <a:gd name="T15" fmla="*/ 5 h 44"/>
                  <a:gd name="T16" fmla="*/ 91 w 44"/>
                  <a:gd name="T17" fmla="*/ 13 h 44"/>
                  <a:gd name="T18" fmla="*/ 96 w 44"/>
                  <a:gd name="T19" fmla="*/ 8 h 44"/>
                  <a:gd name="T20" fmla="*/ 96 w 44"/>
                  <a:gd name="T21" fmla="*/ 8 h 44"/>
                  <a:gd name="T22" fmla="*/ 187 w 44"/>
                  <a:gd name="T23" fmla="*/ 96 h 44"/>
                  <a:gd name="T24" fmla="*/ 201 w 44"/>
                  <a:gd name="T25" fmla="*/ 88 h 44"/>
                  <a:gd name="T26" fmla="*/ 187 w 44"/>
                  <a:gd name="T27" fmla="*/ 46 h 44"/>
                  <a:gd name="T28" fmla="*/ 183 w 44"/>
                  <a:gd name="T29" fmla="*/ 46 h 44"/>
                  <a:gd name="T30" fmla="*/ 174 w 44"/>
                  <a:gd name="T31" fmla="*/ 50 h 44"/>
                  <a:gd name="T32" fmla="*/ 187 w 44"/>
                  <a:gd name="T33" fmla="*/ 91 h 44"/>
                  <a:gd name="T34" fmla="*/ 187 w 44"/>
                  <a:gd name="T35" fmla="*/ 96 h 44"/>
                  <a:gd name="T36" fmla="*/ 168 w 44"/>
                  <a:gd name="T37" fmla="*/ 154 h 44"/>
                  <a:gd name="T38" fmla="*/ 110 w 44"/>
                  <a:gd name="T39" fmla="*/ 187 h 44"/>
                  <a:gd name="T40" fmla="*/ 37 w 44"/>
                  <a:gd name="T41" fmla="*/ 154 h 44"/>
                  <a:gd name="T42" fmla="*/ 22 w 44"/>
                  <a:gd name="T43" fmla="*/ 159 h 44"/>
                  <a:gd name="T44" fmla="*/ 110 w 44"/>
                  <a:gd name="T45" fmla="*/ 201 h 44"/>
                  <a:gd name="T46" fmla="*/ 179 w 44"/>
                  <a:gd name="T47" fmla="*/ 166 h 44"/>
                  <a:gd name="T48" fmla="*/ 201 w 44"/>
                  <a:gd name="T49" fmla="*/ 124 h 44"/>
                  <a:gd name="T50" fmla="*/ 183 w 44"/>
                  <a:gd name="T51" fmla="*/ 126 h 44"/>
                  <a:gd name="T52" fmla="*/ 168 w 44"/>
                  <a:gd name="T53" fmla="*/ 154 h 44"/>
                  <a:gd name="T54" fmla="*/ 37 w 44"/>
                  <a:gd name="T55" fmla="*/ 41 h 44"/>
                  <a:gd name="T56" fmla="*/ 28 w 44"/>
                  <a:gd name="T57" fmla="*/ 33 h 44"/>
                  <a:gd name="T58" fmla="*/ 8 w 44"/>
                  <a:gd name="T59" fmla="*/ 50 h 44"/>
                  <a:gd name="T60" fmla="*/ 22 w 44"/>
                  <a:gd name="T61" fmla="*/ 63 h 44"/>
                  <a:gd name="T62" fmla="*/ 37 w 44"/>
                  <a:gd name="T63" fmla="*/ 41 h 44"/>
                  <a:gd name="T64" fmla="*/ 0 w 44"/>
                  <a:gd name="T65" fmla="*/ 83 h 44"/>
                  <a:gd name="T66" fmla="*/ 0 w 44"/>
                  <a:gd name="T67" fmla="*/ 83 h 44"/>
                  <a:gd name="T68" fmla="*/ 0 w 44"/>
                  <a:gd name="T69" fmla="*/ 83 h 44"/>
                  <a:gd name="T70" fmla="*/ 0 w 44"/>
                  <a:gd name="T71" fmla="*/ 83 h 44"/>
                  <a:gd name="T72" fmla="*/ 154 w 44"/>
                  <a:gd name="T73" fmla="*/ 28 h 44"/>
                  <a:gd name="T74" fmla="*/ 168 w 44"/>
                  <a:gd name="T75" fmla="*/ 22 h 44"/>
                  <a:gd name="T76" fmla="*/ 124 w 44"/>
                  <a:gd name="T77" fmla="*/ 0 h 44"/>
                  <a:gd name="T78" fmla="*/ 126 w 44"/>
                  <a:gd name="T79" fmla="*/ 13 h 44"/>
                  <a:gd name="T80" fmla="*/ 154 w 44"/>
                  <a:gd name="T81" fmla="*/ 28 h 44"/>
                  <a:gd name="T82" fmla="*/ 61 w 44"/>
                  <a:gd name="T83" fmla="*/ 22 h 44"/>
                  <a:gd name="T84" fmla="*/ 63 w 44"/>
                  <a:gd name="T85" fmla="*/ 5 h 44"/>
                  <a:gd name="T86" fmla="*/ 46 w 44"/>
                  <a:gd name="T87" fmla="*/ 13 h 44"/>
                  <a:gd name="T88" fmla="*/ 61 w 44"/>
                  <a:gd name="T89" fmla="*/ 22 h 44"/>
                  <a:gd name="T90" fmla="*/ 61 w 44"/>
                  <a:gd name="T91" fmla="*/ 22 h 44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44" h="44">
                    <a:moveTo>
                      <a:pt x="0" y="25"/>
                    </a:moveTo>
                    <a:cubicBezTo>
                      <a:pt x="0" y="27"/>
                      <a:pt x="1" y="28"/>
                      <a:pt x="1" y="30"/>
                    </a:cubicBezTo>
                    <a:cubicBezTo>
                      <a:pt x="2" y="29"/>
                      <a:pt x="3" y="29"/>
                      <a:pt x="4" y="29"/>
                    </a:cubicBezTo>
                    <a:cubicBezTo>
                      <a:pt x="4" y="27"/>
                      <a:pt x="3" y="25"/>
                      <a:pt x="3" y="24"/>
                    </a:cubicBezTo>
                    <a:cubicBezTo>
                      <a:pt x="2" y="24"/>
                      <a:pt x="1" y="25"/>
                      <a:pt x="0" y="25"/>
                    </a:cubicBezTo>
                    <a:moveTo>
                      <a:pt x="21" y="2"/>
                    </a:moveTo>
                    <a:cubicBezTo>
                      <a:pt x="21" y="2"/>
                      <a:pt x="21" y="1"/>
                      <a:pt x="21" y="1"/>
                    </a:cubicBezTo>
                    <a:cubicBezTo>
                      <a:pt x="21" y="1"/>
                      <a:pt x="20" y="1"/>
                      <a:pt x="20" y="1"/>
                    </a:cubicBezTo>
                    <a:cubicBezTo>
                      <a:pt x="20" y="1"/>
                      <a:pt x="20" y="2"/>
                      <a:pt x="20" y="3"/>
                    </a:cubicBezTo>
                    <a:cubicBezTo>
                      <a:pt x="20" y="2"/>
                      <a:pt x="21" y="2"/>
                      <a:pt x="21" y="2"/>
                    </a:cubicBezTo>
                    <a:cubicBezTo>
                      <a:pt x="21" y="2"/>
                      <a:pt x="21" y="2"/>
                      <a:pt x="21" y="2"/>
                    </a:cubicBezTo>
                    <a:moveTo>
                      <a:pt x="41" y="21"/>
                    </a:moveTo>
                    <a:cubicBezTo>
                      <a:pt x="42" y="21"/>
                      <a:pt x="43" y="20"/>
                      <a:pt x="44" y="19"/>
                    </a:cubicBezTo>
                    <a:cubicBezTo>
                      <a:pt x="44" y="16"/>
                      <a:pt x="43" y="13"/>
                      <a:pt x="41" y="10"/>
                    </a:cubicBezTo>
                    <a:cubicBezTo>
                      <a:pt x="41" y="10"/>
                      <a:pt x="41" y="10"/>
                      <a:pt x="40" y="10"/>
                    </a:cubicBezTo>
                    <a:cubicBezTo>
                      <a:pt x="40" y="10"/>
                      <a:pt x="39" y="11"/>
                      <a:pt x="38" y="11"/>
                    </a:cubicBezTo>
                    <a:cubicBezTo>
                      <a:pt x="40" y="14"/>
                      <a:pt x="41" y="17"/>
                      <a:pt x="41" y="20"/>
                    </a:cubicBezTo>
                    <a:cubicBezTo>
                      <a:pt x="41" y="21"/>
                      <a:pt x="41" y="21"/>
                      <a:pt x="41" y="21"/>
                    </a:cubicBezTo>
                    <a:moveTo>
                      <a:pt x="37" y="34"/>
                    </a:moveTo>
                    <a:cubicBezTo>
                      <a:pt x="33" y="38"/>
                      <a:pt x="29" y="40"/>
                      <a:pt x="24" y="41"/>
                    </a:cubicBezTo>
                    <a:cubicBezTo>
                      <a:pt x="17" y="41"/>
                      <a:pt x="12" y="38"/>
                      <a:pt x="8" y="34"/>
                    </a:cubicBezTo>
                    <a:cubicBezTo>
                      <a:pt x="7" y="34"/>
                      <a:pt x="6" y="35"/>
                      <a:pt x="5" y="35"/>
                    </a:cubicBezTo>
                    <a:cubicBezTo>
                      <a:pt x="9" y="41"/>
                      <a:pt x="16" y="44"/>
                      <a:pt x="24" y="44"/>
                    </a:cubicBezTo>
                    <a:cubicBezTo>
                      <a:pt x="30" y="43"/>
                      <a:pt x="35" y="41"/>
                      <a:pt x="39" y="36"/>
                    </a:cubicBezTo>
                    <a:cubicBezTo>
                      <a:pt x="41" y="34"/>
                      <a:pt x="43" y="30"/>
                      <a:pt x="44" y="27"/>
                    </a:cubicBezTo>
                    <a:cubicBezTo>
                      <a:pt x="43" y="28"/>
                      <a:pt x="41" y="28"/>
                      <a:pt x="40" y="28"/>
                    </a:cubicBezTo>
                    <a:cubicBezTo>
                      <a:pt x="39" y="30"/>
                      <a:pt x="38" y="32"/>
                      <a:pt x="37" y="34"/>
                    </a:cubicBezTo>
                    <a:moveTo>
                      <a:pt x="8" y="9"/>
                    </a:moveTo>
                    <a:cubicBezTo>
                      <a:pt x="7" y="8"/>
                      <a:pt x="6" y="7"/>
                      <a:pt x="6" y="7"/>
                    </a:cubicBezTo>
                    <a:cubicBezTo>
                      <a:pt x="4" y="8"/>
                      <a:pt x="3" y="10"/>
                      <a:pt x="2" y="11"/>
                    </a:cubicBezTo>
                    <a:cubicBezTo>
                      <a:pt x="3" y="12"/>
                      <a:pt x="4" y="13"/>
                      <a:pt x="5" y="14"/>
                    </a:cubicBezTo>
                    <a:cubicBezTo>
                      <a:pt x="6" y="12"/>
                      <a:pt x="7" y="10"/>
                      <a:pt x="8" y="9"/>
                    </a:cubicBezTo>
                    <a:moveTo>
                      <a:pt x="0" y="18"/>
                    </a:moveTo>
                    <a:cubicBezTo>
                      <a:pt x="0" y="18"/>
                      <a:pt x="0" y="18"/>
                      <a:pt x="0" y="18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0" y="18"/>
                      <a:pt x="0" y="18"/>
                      <a:pt x="0" y="18"/>
                    </a:cubicBezTo>
                    <a:moveTo>
                      <a:pt x="34" y="6"/>
                    </a:moveTo>
                    <a:cubicBezTo>
                      <a:pt x="35" y="6"/>
                      <a:pt x="36" y="5"/>
                      <a:pt x="37" y="5"/>
                    </a:cubicBezTo>
                    <a:cubicBezTo>
                      <a:pt x="34" y="2"/>
                      <a:pt x="31" y="1"/>
                      <a:pt x="27" y="0"/>
                    </a:cubicBezTo>
                    <a:cubicBezTo>
                      <a:pt x="28" y="1"/>
                      <a:pt x="28" y="2"/>
                      <a:pt x="28" y="3"/>
                    </a:cubicBezTo>
                    <a:cubicBezTo>
                      <a:pt x="30" y="4"/>
                      <a:pt x="32" y="5"/>
                      <a:pt x="34" y="6"/>
                    </a:cubicBezTo>
                    <a:moveTo>
                      <a:pt x="13" y="5"/>
                    </a:moveTo>
                    <a:cubicBezTo>
                      <a:pt x="13" y="3"/>
                      <a:pt x="13" y="2"/>
                      <a:pt x="14" y="1"/>
                    </a:cubicBezTo>
                    <a:cubicBezTo>
                      <a:pt x="13" y="1"/>
                      <a:pt x="11" y="2"/>
                      <a:pt x="10" y="3"/>
                    </a:cubicBezTo>
                    <a:cubicBezTo>
                      <a:pt x="11" y="3"/>
                      <a:pt x="12" y="4"/>
                      <a:pt x="13" y="5"/>
                    </a:cubicBezTo>
                    <a:cubicBezTo>
                      <a:pt x="13" y="5"/>
                      <a:pt x="13" y="5"/>
                      <a:pt x="13" y="5"/>
                    </a:cubicBezTo>
                  </a:path>
                </a:pathLst>
              </a:custGeom>
              <a:solidFill>
                <a:srgbClr val="585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527" name="Freeform 460">
                <a:extLst>
                  <a:ext uri="{FF2B5EF4-FFF2-40B4-BE49-F238E27FC236}">
                    <a16:creationId xmlns:a16="http://schemas.microsoft.com/office/drawing/2014/main" id="{70C4700D-060F-4D97-91FB-61C34E28CB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" y="2559"/>
                <a:ext cx="68" cy="46"/>
              </a:xfrm>
              <a:custGeom>
                <a:avLst/>
                <a:gdLst>
                  <a:gd name="T0" fmla="*/ 0 w 41"/>
                  <a:gd name="T1" fmla="*/ 0 h 28"/>
                  <a:gd name="T2" fmla="*/ 68 w 41"/>
                  <a:gd name="T3" fmla="*/ 67 h 28"/>
                  <a:gd name="T4" fmla="*/ 146 w 41"/>
                  <a:gd name="T5" fmla="*/ 102 h 28"/>
                  <a:gd name="T6" fmla="*/ 187 w 41"/>
                  <a:gd name="T7" fmla="*/ 125 h 2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1" h="28">
                    <a:moveTo>
                      <a:pt x="0" y="0"/>
                    </a:moveTo>
                    <a:cubicBezTo>
                      <a:pt x="3" y="2"/>
                      <a:pt x="10" y="12"/>
                      <a:pt x="15" y="15"/>
                    </a:cubicBezTo>
                    <a:cubicBezTo>
                      <a:pt x="20" y="19"/>
                      <a:pt x="27" y="21"/>
                      <a:pt x="32" y="23"/>
                    </a:cubicBezTo>
                    <a:cubicBezTo>
                      <a:pt x="35" y="25"/>
                      <a:pt x="39" y="26"/>
                      <a:pt x="41" y="28"/>
                    </a:cubicBezTo>
                  </a:path>
                </a:pathLst>
              </a:custGeom>
              <a:noFill/>
              <a:ln w="4763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528" name="Freeform 461">
                <a:extLst>
                  <a:ext uri="{FF2B5EF4-FFF2-40B4-BE49-F238E27FC236}">
                    <a16:creationId xmlns:a16="http://schemas.microsoft.com/office/drawing/2014/main" id="{D16A95FF-4F65-41B2-A2D2-BF647969F1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" y="2570"/>
                <a:ext cx="53" cy="48"/>
              </a:xfrm>
              <a:custGeom>
                <a:avLst/>
                <a:gdLst>
                  <a:gd name="T0" fmla="*/ 146 w 32"/>
                  <a:gd name="T1" fmla="*/ 131 h 29"/>
                  <a:gd name="T2" fmla="*/ 50 w 32"/>
                  <a:gd name="T3" fmla="*/ 76 h 29"/>
                  <a:gd name="T4" fmla="*/ 0 w 32"/>
                  <a:gd name="T5" fmla="*/ 0 h 2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2" h="29">
                    <a:moveTo>
                      <a:pt x="32" y="29"/>
                    </a:moveTo>
                    <a:cubicBezTo>
                      <a:pt x="23" y="20"/>
                      <a:pt x="17" y="20"/>
                      <a:pt x="11" y="17"/>
                    </a:cubicBezTo>
                    <a:cubicBezTo>
                      <a:pt x="11" y="15"/>
                      <a:pt x="4" y="5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529" name="Freeform 462">
                <a:extLst>
                  <a:ext uri="{FF2B5EF4-FFF2-40B4-BE49-F238E27FC236}">
                    <a16:creationId xmlns:a16="http://schemas.microsoft.com/office/drawing/2014/main" id="{46F04323-9DE7-4832-98DB-D950EB1C94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" y="2504"/>
                <a:ext cx="72" cy="88"/>
              </a:xfrm>
              <a:custGeom>
                <a:avLst/>
                <a:gdLst>
                  <a:gd name="T0" fmla="*/ 203 w 43"/>
                  <a:gd name="T1" fmla="*/ 237 h 53"/>
                  <a:gd name="T2" fmla="*/ 124 w 43"/>
                  <a:gd name="T3" fmla="*/ 174 h 53"/>
                  <a:gd name="T4" fmla="*/ 99 w 43"/>
                  <a:gd name="T5" fmla="*/ 46 h 53"/>
                  <a:gd name="T6" fmla="*/ 65 w 43"/>
                  <a:gd name="T7" fmla="*/ 0 h 53"/>
                  <a:gd name="T8" fmla="*/ 0 w 43"/>
                  <a:gd name="T9" fmla="*/ 96 h 53"/>
                  <a:gd name="T10" fmla="*/ 22 w 43"/>
                  <a:gd name="T11" fmla="*/ 188 h 5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3" h="53">
                    <a:moveTo>
                      <a:pt x="43" y="52"/>
                    </a:moveTo>
                    <a:cubicBezTo>
                      <a:pt x="33" y="53"/>
                      <a:pt x="26" y="44"/>
                      <a:pt x="26" y="38"/>
                    </a:cubicBezTo>
                    <a:cubicBezTo>
                      <a:pt x="23" y="32"/>
                      <a:pt x="22" y="15"/>
                      <a:pt x="21" y="10"/>
                    </a:cubicBezTo>
                    <a:cubicBezTo>
                      <a:pt x="21" y="6"/>
                      <a:pt x="20" y="0"/>
                      <a:pt x="14" y="0"/>
                    </a:cubicBezTo>
                    <a:cubicBezTo>
                      <a:pt x="7" y="5"/>
                      <a:pt x="0" y="14"/>
                      <a:pt x="0" y="21"/>
                    </a:cubicBezTo>
                    <a:cubicBezTo>
                      <a:pt x="1" y="28"/>
                      <a:pt x="5" y="34"/>
                      <a:pt x="5" y="41"/>
                    </a:cubicBezTo>
                  </a:path>
                </a:pathLst>
              </a:custGeom>
              <a:noFill/>
              <a:ln w="4763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530" name="Freeform 463">
                <a:extLst>
                  <a:ext uri="{FF2B5EF4-FFF2-40B4-BE49-F238E27FC236}">
                    <a16:creationId xmlns:a16="http://schemas.microsoft.com/office/drawing/2014/main" id="{D9642832-6A4E-45A1-95C5-AB635556F1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6" y="2635"/>
                <a:ext cx="23" cy="8"/>
              </a:xfrm>
              <a:custGeom>
                <a:avLst/>
                <a:gdLst>
                  <a:gd name="T0" fmla="*/ 62 w 14"/>
                  <a:gd name="T1" fmla="*/ 21 h 5"/>
                  <a:gd name="T2" fmla="*/ 0 w 14"/>
                  <a:gd name="T3" fmla="*/ 13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5">
                    <a:moveTo>
                      <a:pt x="14" y="5"/>
                    </a:moveTo>
                    <a:cubicBezTo>
                      <a:pt x="9" y="1"/>
                      <a:pt x="2" y="0"/>
                      <a:pt x="0" y="3"/>
                    </a:cubicBezTo>
                  </a:path>
                </a:pathLst>
              </a:custGeom>
              <a:noFill/>
              <a:ln w="158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531" name="Freeform 464">
                <a:extLst>
                  <a:ext uri="{FF2B5EF4-FFF2-40B4-BE49-F238E27FC236}">
                    <a16:creationId xmlns:a16="http://schemas.microsoft.com/office/drawing/2014/main" id="{05C67636-9C23-4178-85D6-40B18CDDFA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" y="2595"/>
                <a:ext cx="10" cy="12"/>
              </a:xfrm>
              <a:custGeom>
                <a:avLst/>
                <a:gdLst>
                  <a:gd name="T0" fmla="*/ 28 w 6"/>
                  <a:gd name="T1" fmla="*/ 9 h 7"/>
                  <a:gd name="T2" fmla="*/ 0 w 6"/>
                  <a:gd name="T3" fmla="*/ 36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7">
                    <a:moveTo>
                      <a:pt x="6" y="2"/>
                    </a:moveTo>
                    <a:cubicBezTo>
                      <a:pt x="4" y="0"/>
                      <a:pt x="3" y="4"/>
                      <a:pt x="0" y="7"/>
                    </a:cubicBezTo>
                  </a:path>
                </a:pathLst>
              </a:custGeom>
              <a:noFill/>
              <a:ln w="158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532" name="Freeform 465">
                <a:extLst>
                  <a:ext uri="{FF2B5EF4-FFF2-40B4-BE49-F238E27FC236}">
                    <a16:creationId xmlns:a16="http://schemas.microsoft.com/office/drawing/2014/main" id="{BCE60F29-0338-4F9D-B237-7F9774B6BB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" y="2566"/>
                <a:ext cx="8" cy="4"/>
              </a:xfrm>
              <a:custGeom>
                <a:avLst/>
                <a:gdLst>
                  <a:gd name="T0" fmla="*/ 21 w 5"/>
                  <a:gd name="T1" fmla="*/ 7 h 3"/>
                  <a:gd name="T2" fmla="*/ 0 w 5"/>
                  <a:gd name="T3" fmla="*/ 5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3">
                    <a:moveTo>
                      <a:pt x="5" y="3"/>
                    </a:moveTo>
                    <a:cubicBezTo>
                      <a:pt x="3" y="0"/>
                      <a:pt x="2" y="1"/>
                      <a:pt x="0" y="2"/>
                    </a:cubicBezTo>
                  </a:path>
                </a:pathLst>
              </a:custGeom>
              <a:noFill/>
              <a:ln w="158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533" name="Freeform 466">
                <a:extLst>
                  <a:ext uri="{FF2B5EF4-FFF2-40B4-BE49-F238E27FC236}">
                    <a16:creationId xmlns:a16="http://schemas.microsoft.com/office/drawing/2014/main" id="{893DA63C-B6F9-4347-9540-B9C72309BC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" y="2494"/>
                <a:ext cx="6" cy="17"/>
              </a:xfrm>
              <a:custGeom>
                <a:avLst/>
                <a:gdLst>
                  <a:gd name="T0" fmla="*/ 14 w 4"/>
                  <a:gd name="T1" fmla="*/ 49 h 10"/>
                  <a:gd name="T2" fmla="*/ 0 w 4"/>
                  <a:gd name="T3" fmla="*/ 0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0">
                    <a:moveTo>
                      <a:pt x="4" y="10"/>
                    </a:moveTo>
                    <a:cubicBezTo>
                      <a:pt x="4" y="5"/>
                      <a:pt x="2" y="3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534" name="Freeform 467">
                <a:extLst>
                  <a:ext uri="{FF2B5EF4-FFF2-40B4-BE49-F238E27FC236}">
                    <a16:creationId xmlns:a16="http://schemas.microsoft.com/office/drawing/2014/main" id="{F279323A-4DC1-4336-8EF0-D3850BE583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" y="2501"/>
                <a:ext cx="12" cy="3"/>
              </a:xfrm>
              <a:custGeom>
                <a:avLst/>
                <a:gdLst>
                  <a:gd name="T0" fmla="*/ 36 w 7"/>
                  <a:gd name="T1" fmla="*/ 8 h 2"/>
                  <a:gd name="T2" fmla="*/ 0 w 7"/>
                  <a:gd name="T3" fmla="*/ 8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2">
                    <a:moveTo>
                      <a:pt x="7" y="2"/>
                    </a:moveTo>
                    <a:cubicBezTo>
                      <a:pt x="4" y="0"/>
                      <a:pt x="2" y="0"/>
                      <a:pt x="0" y="2"/>
                    </a:cubicBezTo>
                  </a:path>
                </a:pathLst>
              </a:custGeom>
              <a:noFill/>
              <a:ln w="158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535" name="Freeform 468">
                <a:extLst>
                  <a:ext uri="{FF2B5EF4-FFF2-40B4-BE49-F238E27FC236}">
                    <a16:creationId xmlns:a16="http://schemas.microsoft.com/office/drawing/2014/main" id="{F5386EA2-D88B-4D5B-81A3-419424085A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" y="2526"/>
                <a:ext cx="36" cy="44"/>
              </a:xfrm>
              <a:custGeom>
                <a:avLst/>
                <a:gdLst>
                  <a:gd name="T0" fmla="*/ 97 w 22"/>
                  <a:gd name="T1" fmla="*/ 117 h 27"/>
                  <a:gd name="T2" fmla="*/ 43 w 22"/>
                  <a:gd name="T3" fmla="*/ 90 h 27"/>
                  <a:gd name="T4" fmla="*/ 0 w 22"/>
                  <a:gd name="T5" fmla="*/ 0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27">
                    <a:moveTo>
                      <a:pt x="22" y="27"/>
                    </a:moveTo>
                    <a:cubicBezTo>
                      <a:pt x="19" y="24"/>
                      <a:pt x="13" y="27"/>
                      <a:pt x="10" y="21"/>
                    </a:cubicBezTo>
                    <a:cubicBezTo>
                      <a:pt x="7" y="14"/>
                      <a:pt x="1" y="9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536" name="Freeform 469">
                <a:extLst>
                  <a:ext uri="{FF2B5EF4-FFF2-40B4-BE49-F238E27FC236}">
                    <a16:creationId xmlns:a16="http://schemas.microsoft.com/office/drawing/2014/main" id="{A2D4CA3C-63C5-4677-9ECC-DF92C5C9E0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" y="2514"/>
                <a:ext cx="26" cy="42"/>
              </a:xfrm>
              <a:custGeom>
                <a:avLst/>
                <a:gdLst>
                  <a:gd name="T0" fmla="*/ 68 w 16"/>
                  <a:gd name="T1" fmla="*/ 119 h 25"/>
                  <a:gd name="T2" fmla="*/ 42 w 16"/>
                  <a:gd name="T3" fmla="*/ 104 h 25"/>
                  <a:gd name="T4" fmla="*/ 0 w 16"/>
                  <a:gd name="T5" fmla="*/ 0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25">
                    <a:moveTo>
                      <a:pt x="16" y="25"/>
                    </a:moveTo>
                    <a:cubicBezTo>
                      <a:pt x="15" y="21"/>
                      <a:pt x="13" y="23"/>
                      <a:pt x="10" y="22"/>
                    </a:cubicBezTo>
                    <a:cubicBezTo>
                      <a:pt x="6" y="20"/>
                      <a:pt x="2" y="6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537" name="Freeform 470">
                <a:extLst>
                  <a:ext uri="{FF2B5EF4-FFF2-40B4-BE49-F238E27FC236}">
                    <a16:creationId xmlns:a16="http://schemas.microsoft.com/office/drawing/2014/main" id="{E50B9454-8802-4A66-8FB2-6BCA220690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1" y="2561"/>
                <a:ext cx="20" cy="21"/>
              </a:xfrm>
              <a:custGeom>
                <a:avLst/>
                <a:gdLst>
                  <a:gd name="T0" fmla="*/ 55 w 12"/>
                  <a:gd name="T1" fmla="*/ 8 h 13"/>
                  <a:gd name="T2" fmla="*/ 22 w 12"/>
                  <a:gd name="T3" fmla="*/ 55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13">
                    <a:moveTo>
                      <a:pt x="12" y="2"/>
                    </a:moveTo>
                    <a:cubicBezTo>
                      <a:pt x="0" y="0"/>
                      <a:pt x="4" y="11"/>
                      <a:pt x="5" y="13"/>
                    </a:cubicBezTo>
                  </a:path>
                </a:pathLst>
              </a:custGeom>
              <a:noFill/>
              <a:ln w="158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538" name="Freeform 471">
                <a:extLst>
                  <a:ext uri="{FF2B5EF4-FFF2-40B4-BE49-F238E27FC236}">
                    <a16:creationId xmlns:a16="http://schemas.microsoft.com/office/drawing/2014/main" id="{8D0C6463-7AA9-4959-A1DF-759FF00CB4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1" y="1023"/>
                <a:ext cx="29" cy="16"/>
              </a:xfrm>
              <a:custGeom>
                <a:avLst/>
                <a:gdLst>
                  <a:gd name="T0" fmla="*/ 76 w 18"/>
                  <a:gd name="T1" fmla="*/ 42 h 10"/>
                  <a:gd name="T2" fmla="*/ 50 w 18"/>
                  <a:gd name="T3" fmla="*/ 34 h 10"/>
                  <a:gd name="T4" fmla="*/ 29 w 18"/>
                  <a:gd name="T5" fmla="*/ 26 h 10"/>
                  <a:gd name="T6" fmla="*/ 0 w 18"/>
                  <a:gd name="T7" fmla="*/ 0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10">
                    <a:moveTo>
                      <a:pt x="18" y="10"/>
                    </a:moveTo>
                    <a:cubicBezTo>
                      <a:pt x="15" y="10"/>
                      <a:pt x="14" y="10"/>
                      <a:pt x="12" y="8"/>
                    </a:cubicBezTo>
                    <a:cubicBezTo>
                      <a:pt x="9" y="6"/>
                      <a:pt x="9" y="5"/>
                      <a:pt x="7" y="6"/>
                    </a:cubicBezTo>
                    <a:cubicBezTo>
                      <a:pt x="4" y="6"/>
                      <a:pt x="0" y="5"/>
                      <a:pt x="0" y="0"/>
                    </a:cubicBezTo>
                  </a:path>
                </a:pathLst>
              </a:custGeom>
              <a:noFill/>
              <a:ln w="158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539" name="Freeform 472">
                <a:extLst>
                  <a:ext uri="{FF2B5EF4-FFF2-40B4-BE49-F238E27FC236}">
                    <a16:creationId xmlns:a16="http://schemas.microsoft.com/office/drawing/2014/main" id="{BA569168-1097-4E48-981E-38B98B2B99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7" y="1059"/>
                <a:ext cx="53" cy="17"/>
              </a:xfrm>
              <a:custGeom>
                <a:avLst/>
                <a:gdLst>
                  <a:gd name="T0" fmla="*/ 126 w 32"/>
                  <a:gd name="T1" fmla="*/ 34 h 10"/>
                  <a:gd name="T2" fmla="*/ 104 w 32"/>
                  <a:gd name="T3" fmla="*/ 34 h 10"/>
                  <a:gd name="T4" fmla="*/ 75 w 32"/>
                  <a:gd name="T5" fmla="*/ 34 h 10"/>
                  <a:gd name="T6" fmla="*/ 0 w 32"/>
                  <a:gd name="T7" fmla="*/ 0 h 10"/>
                  <a:gd name="T8" fmla="*/ 76 w 32"/>
                  <a:gd name="T9" fmla="*/ 41 h 10"/>
                  <a:gd name="T10" fmla="*/ 104 w 32"/>
                  <a:gd name="T11" fmla="*/ 41 h 10"/>
                  <a:gd name="T12" fmla="*/ 146 w 32"/>
                  <a:gd name="T13" fmla="*/ 34 h 10"/>
                  <a:gd name="T14" fmla="*/ 146 w 32"/>
                  <a:gd name="T15" fmla="*/ 34 h 10"/>
                  <a:gd name="T16" fmla="*/ 126 w 32"/>
                  <a:gd name="T17" fmla="*/ 34 h 1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2" h="10">
                    <a:moveTo>
                      <a:pt x="28" y="7"/>
                    </a:moveTo>
                    <a:cubicBezTo>
                      <a:pt x="23" y="7"/>
                      <a:pt x="23" y="7"/>
                      <a:pt x="23" y="7"/>
                    </a:cubicBezTo>
                    <a:cubicBezTo>
                      <a:pt x="16" y="7"/>
                      <a:pt x="16" y="7"/>
                      <a:pt x="16" y="7"/>
                    </a:cubicBezTo>
                    <a:cubicBezTo>
                      <a:pt x="12" y="8"/>
                      <a:pt x="6" y="9"/>
                      <a:pt x="0" y="0"/>
                    </a:cubicBezTo>
                    <a:cubicBezTo>
                      <a:pt x="4" y="10"/>
                      <a:pt x="12" y="9"/>
                      <a:pt x="17" y="8"/>
                    </a:cubicBezTo>
                    <a:cubicBezTo>
                      <a:pt x="23" y="8"/>
                      <a:pt x="23" y="8"/>
                      <a:pt x="23" y="8"/>
                    </a:cubicBezTo>
                    <a:cubicBezTo>
                      <a:pt x="32" y="7"/>
                      <a:pt x="32" y="7"/>
                      <a:pt x="32" y="7"/>
                    </a:cubicBezTo>
                    <a:cubicBezTo>
                      <a:pt x="32" y="7"/>
                      <a:pt x="32" y="7"/>
                      <a:pt x="32" y="7"/>
                    </a:cubicBezTo>
                    <a:lnTo>
                      <a:pt x="28" y="7"/>
                    </a:lnTo>
                    <a:close/>
                  </a:path>
                </a:pathLst>
              </a:custGeom>
              <a:solidFill>
                <a:srgbClr val="585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540" name="Freeform 473">
                <a:extLst>
                  <a:ext uri="{FF2B5EF4-FFF2-40B4-BE49-F238E27FC236}">
                    <a16:creationId xmlns:a16="http://schemas.microsoft.com/office/drawing/2014/main" id="{239F9B29-F87F-49E4-A1D8-2A688368BA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5" y="917"/>
                <a:ext cx="10" cy="53"/>
              </a:xfrm>
              <a:custGeom>
                <a:avLst/>
                <a:gdLst>
                  <a:gd name="T0" fmla="*/ 28 w 6"/>
                  <a:gd name="T1" fmla="*/ 8 h 32"/>
                  <a:gd name="T2" fmla="*/ 13 w 6"/>
                  <a:gd name="T3" fmla="*/ 146 h 32"/>
                  <a:gd name="T4" fmla="*/ 20 w 6"/>
                  <a:gd name="T5" fmla="*/ 8 h 32"/>
                  <a:gd name="T6" fmla="*/ 28 w 6"/>
                  <a:gd name="T7" fmla="*/ 8 h 3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32">
                    <a:moveTo>
                      <a:pt x="6" y="2"/>
                    </a:moveTo>
                    <a:cubicBezTo>
                      <a:pt x="2" y="9"/>
                      <a:pt x="0" y="16"/>
                      <a:pt x="3" y="32"/>
                    </a:cubicBezTo>
                    <a:cubicBezTo>
                      <a:pt x="0" y="17"/>
                      <a:pt x="2" y="7"/>
                      <a:pt x="4" y="2"/>
                    </a:cubicBezTo>
                    <a:cubicBezTo>
                      <a:pt x="5" y="0"/>
                      <a:pt x="6" y="0"/>
                      <a:pt x="6" y="2"/>
                    </a:cubicBezTo>
                  </a:path>
                </a:pathLst>
              </a:custGeom>
              <a:solidFill>
                <a:srgbClr val="585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541" name="Freeform 474">
                <a:extLst>
                  <a:ext uri="{FF2B5EF4-FFF2-40B4-BE49-F238E27FC236}">
                    <a16:creationId xmlns:a16="http://schemas.microsoft.com/office/drawing/2014/main" id="{69D2BF87-8013-4209-993B-A169B56B54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0" y="1023"/>
                <a:ext cx="29" cy="16"/>
              </a:xfrm>
              <a:custGeom>
                <a:avLst/>
                <a:gdLst>
                  <a:gd name="T0" fmla="*/ 0 w 17"/>
                  <a:gd name="T1" fmla="*/ 42 h 10"/>
                  <a:gd name="T2" fmla="*/ 29 w 17"/>
                  <a:gd name="T3" fmla="*/ 34 h 10"/>
                  <a:gd name="T4" fmla="*/ 55 w 17"/>
                  <a:gd name="T5" fmla="*/ 26 h 10"/>
                  <a:gd name="T6" fmla="*/ 84 w 17"/>
                  <a:gd name="T7" fmla="*/ 0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10">
                    <a:moveTo>
                      <a:pt x="0" y="10"/>
                    </a:moveTo>
                    <a:cubicBezTo>
                      <a:pt x="3" y="10"/>
                      <a:pt x="3" y="10"/>
                      <a:pt x="6" y="8"/>
                    </a:cubicBezTo>
                    <a:cubicBezTo>
                      <a:pt x="9" y="6"/>
                      <a:pt x="8" y="5"/>
                      <a:pt x="11" y="6"/>
                    </a:cubicBezTo>
                    <a:cubicBezTo>
                      <a:pt x="14" y="6"/>
                      <a:pt x="17" y="5"/>
                      <a:pt x="17" y="0"/>
                    </a:cubicBezTo>
                  </a:path>
                </a:pathLst>
              </a:custGeom>
              <a:noFill/>
              <a:ln w="158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542" name="Freeform 475">
                <a:extLst>
                  <a:ext uri="{FF2B5EF4-FFF2-40B4-BE49-F238E27FC236}">
                    <a16:creationId xmlns:a16="http://schemas.microsoft.com/office/drawing/2014/main" id="{7BEF08E9-4E05-4162-8ACA-ABBBFC1F45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0" y="1059"/>
                <a:ext cx="52" cy="15"/>
              </a:xfrm>
              <a:custGeom>
                <a:avLst/>
                <a:gdLst>
                  <a:gd name="T0" fmla="*/ 0 w 31"/>
                  <a:gd name="T1" fmla="*/ 33 h 9"/>
                  <a:gd name="T2" fmla="*/ 42 w 31"/>
                  <a:gd name="T3" fmla="*/ 37 h 9"/>
                  <a:gd name="T4" fmla="*/ 70 w 31"/>
                  <a:gd name="T5" fmla="*/ 37 h 9"/>
                  <a:gd name="T6" fmla="*/ 146 w 31"/>
                  <a:gd name="T7" fmla="*/ 0 h 9"/>
                  <a:gd name="T8" fmla="*/ 75 w 31"/>
                  <a:gd name="T9" fmla="*/ 33 h 9"/>
                  <a:gd name="T10" fmla="*/ 42 w 31"/>
                  <a:gd name="T11" fmla="*/ 33 h 9"/>
                  <a:gd name="T12" fmla="*/ 0 w 31"/>
                  <a:gd name="T13" fmla="*/ 33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9">
                    <a:moveTo>
                      <a:pt x="0" y="7"/>
                    </a:moveTo>
                    <a:cubicBezTo>
                      <a:pt x="9" y="8"/>
                      <a:pt x="9" y="8"/>
                      <a:pt x="9" y="8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20" y="9"/>
                      <a:pt x="27" y="7"/>
                      <a:pt x="31" y="0"/>
                    </a:cubicBezTo>
                    <a:cubicBezTo>
                      <a:pt x="28" y="5"/>
                      <a:pt x="20" y="8"/>
                      <a:pt x="16" y="7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0" y="7"/>
                      <a:pt x="0" y="7"/>
                      <a:pt x="0" y="7"/>
                    </a:cubicBezTo>
                    <a:close/>
                  </a:path>
                </a:pathLst>
              </a:custGeom>
              <a:solidFill>
                <a:srgbClr val="585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543" name="Freeform 476">
                <a:extLst>
                  <a:ext uri="{FF2B5EF4-FFF2-40B4-BE49-F238E27FC236}">
                    <a16:creationId xmlns:a16="http://schemas.microsoft.com/office/drawing/2014/main" id="{72FC51E4-6CD1-467B-8309-BE4ECAC231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9" y="1076"/>
                <a:ext cx="83" cy="1"/>
              </a:xfrm>
              <a:custGeom>
                <a:avLst/>
                <a:gdLst>
                  <a:gd name="T0" fmla="*/ 183 w 50"/>
                  <a:gd name="T1" fmla="*/ 0 h 1"/>
                  <a:gd name="T2" fmla="*/ 146 w 50"/>
                  <a:gd name="T3" fmla="*/ 0 h 1"/>
                  <a:gd name="T4" fmla="*/ 116 w 50"/>
                  <a:gd name="T5" fmla="*/ 0 h 1"/>
                  <a:gd name="T6" fmla="*/ 83 w 50"/>
                  <a:gd name="T7" fmla="*/ 0 h 1"/>
                  <a:gd name="T8" fmla="*/ 46 w 50"/>
                  <a:gd name="T9" fmla="*/ 0 h 1"/>
                  <a:gd name="T10" fmla="*/ 0 w 50"/>
                  <a:gd name="T11" fmla="*/ 0 h 1"/>
                  <a:gd name="T12" fmla="*/ 46 w 50"/>
                  <a:gd name="T13" fmla="*/ 0 h 1"/>
                  <a:gd name="T14" fmla="*/ 83 w 50"/>
                  <a:gd name="T15" fmla="*/ 1 h 1"/>
                  <a:gd name="T16" fmla="*/ 116 w 50"/>
                  <a:gd name="T17" fmla="*/ 1 h 1"/>
                  <a:gd name="T18" fmla="*/ 146 w 50"/>
                  <a:gd name="T19" fmla="*/ 1 h 1"/>
                  <a:gd name="T20" fmla="*/ 183 w 50"/>
                  <a:gd name="T21" fmla="*/ 1 h 1"/>
                  <a:gd name="T22" fmla="*/ 229 w 50"/>
                  <a:gd name="T23" fmla="*/ 0 h 1"/>
                  <a:gd name="T24" fmla="*/ 183 w 50"/>
                  <a:gd name="T25" fmla="*/ 0 h 1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50" h="1">
                    <a:moveTo>
                      <a:pt x="40" y="0"/>
                    </a:moveTo>
                    <a:cubicBezTo>
                      <a:pt x="38" y="0"/>
                      <a:pt x="35" y="0"/>
                      <a:pt x="32" y="0"/>
                    </a:cubicBezTo>
                    <a:cubicBezTo>
                      <a:pt x="29" y="0"/>
                      <a:pt x="27" y="1"/>
                      <a:pt x="25" y="0"/>
                    </a:cubicBezTo>
                    <a:cubicBezTo>
                      <a:pt x="23" y="1"/>
                      <a:pt x="21" y="0"/>
                      <a:pt x="18" y="0"/>
                    </a:cubicBezTo>
                    <a:cubicBezTo>
                      <a:pt x="15" y="0"/>
                      <a:pt x="12" y="0"/>
                      <a:pt x="10" y="0"/>
                    </a:cubicBezTo>
                    <a:cubicBezTo>
                      <a:pt x="5" y="1"/>
                      <a:pt x="3" y="1"/>
                      <a:pt x="0" y="0"/>
                    </a:cubicBezTo>
                    <a:cubicBezTo>
                      <a:pt x="3" y="1"/>
                      <a:pt x="5" y="1"/>
                      <a:pt x="10" y="0"/>
                    </a:cubicBezTo>
                    <a:cubicBezTo>
                      <a:pt x="13" y="0"/>
                      <a:pt x="15" y="1"/>
                      <a:pt x="18" y="1"/>
                    </a:cubicBezTo>
                    <a:cubicBezTo>
                      <a:pt x="21" y="1"/>
                      <a:pt x="23" y="1"/>
                      <a:pt x="25" y="1"/>
                    </a:cubicBezTo>
                    <a:cubicBezTo>
                      <a:pt x="27" y="1"/>
                      <a:pt x="29" y="1"/>
                      <a:pt x="32" y="1"/>
                    </a:cubicBezTo>
                    <a:cubicBezTo>
                      <a:pt x="35" y="1"/>
                      <a:pt x="38" y="0"/>
                      <a:pt x="40" y="1"/>
                    </a:cubicBezTo>
                    <a:cubicBezTo>
                      <a:pt x="45" y="1"/>
                      <a:pt x="47" y="1"/>
                      <a:pt x="50" y="0"/>
                    </a:cubicBezTo>
                    <a:cubicBezTo>
                      <a:pt x="47" y="1"/>
                      <a:pt x="45" y="1"/>
                      <a:pt x="40" y="0"/>
                    </a:cubicBezTo>
                  </a:path>
                </a:pathLst>
              </a:custGeom>
              <a:solidFill>
                <a:srgbClr val="585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544" name="Freeform 477">
                <a:extLst>
                  <a:ext uri="{FF2B5EF4-FFF2-40B4-BE49-F238E27FC236}">
                    <a16:creationId xmlns:a16="http://schemas.microsoft.com/office/drawing/2014/main" id="{D0D57339-510E-4664-9C24-794018288E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2" y="1077"/>
                <a:ext cx="77" cy="9"/>
              </a:xfrm>
              <a:custGeom>
                <a:avLst/>
                <a:gdLst>
                  <a:gd name="T0" fmla="*/ 182 w 46"/>
                  <a:gd name="T1" fmla="*/ 16 h 5"/>
                  <a:gd name="T2" fmla="*/ 112 w 46"/>
                  <a:gd name="T3" fmla="*/ 23 h 5"/>
                  <a:gd name="T4" fmla="*/ 33 w 46"/>
                  <a:gd name="T5" fmla="*/ 16 h 5"/>
                  <a:gd name="T6" fmla="*/ 0 w 46"/>
                  <a:gd name="T7" fmla="*/ 0 h 5"/>
                  <a:gd name="T8" fmla="*/ 28 w 46"/>
                  <a:gd name="T9" fmla="*/ 16 h 5"/>
                  <a:gd name="T10" fmla="*/ 112 w 46"/>
                  <a:gd name="T11" fmla="*/ 29 h 5"/>
                  <a:gd name="T12" fmla="*/ 112 w 46"/>
                  <a:gd name="T13" fmla="*/ 29 h 5"/>
                  <a:gd name="T14" fmla="*/ 112 w 46"/>
                  <a:gd name="T15" fmla="*/ 29 h 5"/>
                  <a:gd name="T16" fmla="*/ 112 w 46"/>
                  <a:gd name="T17" fmla="*/ 29 h 5"/>
                  <a:gd name="T18" fmla="*/ 112 w 46"/>
                  <a:gd name="T19" fmla="*/ 29 h 5"/>
                  <a:gd name="T20" fmla="*/ 187 w 46"/>
                  <a:gd name="T21" fmla="*/ 16 h 5"/>
                  <a:gd name="T22" fmla="*/ 216 w 46"/>
                  <a:gd name="T23" fmla="*/ 0 h 5"/>
                  <a:gd name="T24" fmla="*/ 182 w 46"/>
                  <a:gd name="T25" fmla="*/ 16 h 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46" h="5">
                    <a:moveTo>
                      <a:pt x="39" y="3"/>
                    </a:moveTo>
                    <a:cubicBezTo>
                      <a:pt x="35" y="4"/>
                      <a:pt x="28" y="4"/>
                      <a:pt x="24" y="4"/>
                    </a:cubicBezTo>
                    <a:cubicBezTo>
                      <a:pt x="21" y="4"/>
                      <a:pt x="11" y="4"/>
                      <a:pt x="7" y="3"/>
                    </a:cubicBezTo>
                    <a:cubicBezTo>
                      <a:pt x="3" y="2"/>
                      <a:pt x="0" y="0"/>
                      <a:pt x="0" y="0"/>
                    </a:cubicBezTo>
                    <a:cubicBezTo>
                      <a:pt x="0" y="0"/>
                      <a:pt x="2" y="3"/>
                      <a:pt x="6" y="3"/>
                    </a:cubicBezTo>
                    <a:cubicBezTo>
                      <a:pt x="11" y="4"/>
                      <a:pt x="20" y="5"/>
                      <a:pt x="24" y="5"/>
                    </a:cubicBezTo>
                    <a:cubicBezTo>
                      <a:pt x="24" y="5"/>
                      <a:pt x="24" y="5"/>
                      <a:pt x="24" y="5"/>
                    </a:cubicBezTo>
                    <a:cubicBezTo>
                      <a:pt x="24" y="5"/>
                      <a:pt x="24" y="5"/>
                      <a:pt x="24" y="5"/>
                    </a:cubicBezTo>
                    <a:cubicBezTo>
                      <a:pt x="24" y="5"/>
                      <a:pt x="24" y="5"/>
                      <a:pt x="24" y="5"/>
                    </a:cubicBezTo>
                    <a:cubicBezTo>
                      <a:pt x="24" y="5"/>
                      <a:pt x="24" y="5"/>
                      <a:pt x="24" y="5"/>
                    </a:cubicBezTo>
                    <a:cubicBezTo>
                      <a:pt x="28" y="5"/>
                      <a:pt x="35" y="4"/>
                      <a:pt x="40" y="3"/>
                    </a:cubicBezTo>
                    <a:cubicBezTo>
                      <a:pt x="44" y="3"/>
                      <a:pt x="46" y="0"/>
                      <a:pt x="46" y="0"/>
                    </a:cubicBezTo>
                    <a:cubicBezTo>
                      <a:pt x="46" y="0"/>
                      <a:pt x="43" y="2"/>
                      <a:pt x="39" y="3"/>
                    </a:cubicBezTo>
                  </a:path>
                </a:pathLst>
              </a:custGeom>
              <a:solidFill>
                <a:srgbClr val="585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545" name="Freeform 478">
                <a:extLst>
                  <a:ext uri="{FF2B5EF4-FFF2-40B4-BE49-F238E27FC236}">
                    <a16:creationId xmlns:a16="http://schemas.microsoft.com/office/drawing/2014/main" id="{6E7CD8EA-385C-4846-AC63-B539CD66E46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741" y="881"/>
                <a:ext cx="284" cy="266"/>
              </a:xfrm>
              <a:custGeom>
                <a:avLst/>
                <a:gdLst>
                  <a:gd name="T0" fmla="*/ 5 w 171"/>
                  <a:gd name="T1" fmla="*/ 109 h 161"/>
                  <a:gd name="T2" fmla="*/ 5 w 171"/>
                  <a:gd name="T3" fmla="*/ 35 h 161"/>
                  <a:gd name="T4" fmla="*/ 5 w 171"/>
                  <a:gd name="T5" fmla="*/ 131 h 161"/>
                  <a:gd name="T6" fmla="*/ 33 w 171"/>
                  <a:gd name="T7" fmla="*/ 279 h 161"/>
                  <a:gd name="T8" fmla="*/ 78 w 171"/>
                  <a:gd name="T9" fmla="*/ 451 h 161"/>
                  <a:gd name="T10" fmla="*/ 174 w 171"/>
                  <a:gd name="T11" fmla="*/ 595 h 161"/>
                  <a:gd name="T12" fmla="*/ 367 w 171"/>
                  <a:gd name="T13" fmla="*/ 720 h 161"/>
                  <a:gd name="T14" fmla="*/ 417 w 171"/>
                  <a:gd name="T15" fmla="*/ 725 h 161"/>
                  <a:gd name="T16" fmla="*/ 452 w 171"/>
                  <a:gd name="T17" fmla="*/ 720 h 161"/>
                  <a:gd name="T18" fmla="*/ 631 w 171"/>
                  <a:gd name="T19" fmla="*/ 595 h 161"/>
                  <a:gd name="T20" fmla="*/ 709 w 171"/>
                  <a:gd name="T21" fmla="*/ 451 h 161"/>
                  <a:gd name="T22" fmla="*/ 751 w 171"/>
                  <a:gd name="T23" fmla="*/ 279 h 161"/>
                  <a:gd name="T24" fmla="*/ 777 w 171"/>
                  <a:gd name="T25" fmla="*/ 159 h 161"/>
                  <a:gd name="T26" fmla="*/ 784 w 171"/>
                  <a:gd name="T27" fmla="*/ 154 h 161"/>
                  <a:gd name="T28" fmla="*/ 756 w 171"/>
                  <a:gd name="T29" fmla="*/ 8 h 161"/>
                  <a:gd name="T30" fmla="*/ 751 w 171"/>
                  <a:gd name="T31" fmla="*/ 0 h 161"/>
                  <a:gd name="T32" fmla="*/ 13 w 171"/>
                  <a:gd name="T33" fmla="*/ 5 h 161"/>
                  <a:gd name="T34" fmla="*/ 13 w 171"/>
                  <a:gd name="T35" fmla="*/ 5 h 161"/>
                  <a:gd name="T36" fmla="*/ 394 w 171"/>
                  <a:gd name="T37" fmla="*/ 725 h 161"/>
                  <a:gd name="T38" fmla="*/ 394 w 171"/>
                  <a:gd name="T39" fmla="*/ 725 h 161"/>
                  <a:gd name="T40" fmla="*/ 394 w 171"/>
                  <a:gd name="T41" fmla="*/ 725 h 16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171" h="161">
                    <a:moveTo>
                      <a:pt x="1" y="24"/>
                    </a:moveTo>
                    <a:cubicBezTo>
                      <a:pt x="2" y="19"/>
                      <a:pt x="2" y="13"/>
                      <a:pt x="1" y="8"/>
                    </a:cubicBezTo>
                    <a:cubicBezTo>
                      <a:pt x="1" y="13"/>
                      <a:pt x="0" y="25"/>
                      <a:pt x="1" y="29"/>
                    </a:cubicBezTo>
                    <a:cubicBezTo>
                      <a:pt x="4" y="40"/>
                      <a:pt x="5" y="52"/>
                      <a:pt x="7" y="62"/>
                    </a:cubicBezTo>
                    <a:cubicBezTo>
                      <a:pt x="10" y="72"/>
                      <a:pt x="14" y="92"/>
                      <a:pt x="17" y="100"/>
                    </a:cubicBezTo>
                    <a:cubicBezTo>
                      <a:pt x="19" y="108"/>
                      <a:pt x="21" y="127"/>
                      <a:pt x="38" y="132"/>
                    </a:cubicBezTo>
                    <a:cubicBezTo>
                      <a:pt x="49" y="135"/>
                      <a:pt x="67" y="158"/>
                      <a:pt x="80" y="160"/>
                    </a:cubicBezTo>
                    <a:cubicBezTo>
                      <a:pt x="84" y="160"/>
                      <a:pt x="88" y="161"/>
                      <a:pt x="91" y="161"/>
                    </a:cubicBezTo>
                    <a:cubicBezTo>
                      <a:pt x="94" y="161"/>
                      <a:pt x="95" y="161"/>
                      <a:pt x="99" y="160"/>
                    </a:cubicBezTo>
                    <a:cubicBezTo>
                      <a:pt x="112" y="158"/>
                      <a:pt x="128" y="134"/>
                      <a:pt x="138" y="132"/>
                    </a:cubicBezTo>
                    <a:cubicBezTo>
                      <a:pt x="155" y="130"/>
                      <a:pt x="152" y="108"/>
                      <a:pt x="155" y="100"/>
                    </a:cubicBezTo>
                    <a:cubicBezTo>
                      <a:pt x="158" y="92"/>
                      <a:pt x="162" y="72"/>
                      <a:pt x="164" y="62"/>
                    </a:cubicBezTo>
                    <a:cubicBezTo>
                      <a:pt x="166" y="55"/>
                      <a:pt x="168" y="44"/>
                      <a:pt x="170" y="35"/>
                    </a:cubicBezTo>
                    <a:cubicBezTo>
                      <a:pt x="171" y="34"/>
                      <a:pt x="171" y="34"/>
                      <a:pt x="171" y="34"/>
                    </a:cubicBezTo>
                    <a:cubicBezTo>
                      <a:pt x="170" y="27"/>
                      <a:pt x="168" y="14"/>
                      <a:pt x="165" y="2"/>
                    </a:cubicBezTo>
                    <a:cubicBezTo>
                      <a:pt x="164" y="0"/>
                      <a:pt x="164" y="0"/>
                      <a:pt x="164" y="0"/>
                    </a:cubicBezTo>
                    <a:moveTo>
                      <a:pt x="3" y="1"/>
                    </a:moveTo>
                    <a:cubicBezTo>
                      <a:pt x="3" y="1"/>
                      <a:pt x="3" y="1"/>
                      <a:pt x="3" y="1"/>
                    </a:cubicBezTo>
                    <a:moveTo>
                      <a:pt x="86" y="161"/>
                    </a:moveTo>
                    <a:cubicBezTo>
                      <a:pt x="86" y="161"/>
                      <a:pt x="86" y="161"/>
                      <a:pt x="86" y="161"/>
                    </a:cubicBezTo>
                    <a:cubicBezTo>
                      <a:pt x="86" y="161"/>
                      <a:pt x="86" y="161"/>
                      <a:pt x="86" y="161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546" name="Freeform 479">
                <a:extLst>
                  <a:ext uri="{FF2B5EF4-FFF2-40B4-BE49-F238E27FC236}">
                    <a16:creationId xmlns:a16="http://schemas.microsoft.com/office/drawing/2014/main" id="{0A9CB2DC-75B2-4D93-92CF-A89A4A0A4C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8" y="2427"/>
                <a:ext cx="170" cy="71"/>
              </a:xfrm>
              <a:custGeom>
                <a:avLst/>
                <a:gdLst>
                  <a:gd name="T0" fmla="*/ 234 w 103"/>
                  <a:gd name="T1" fmla="*/ 185 h 43"/>
                  <a:gd name="T2" fmla="*/ 229 w 103"/>
                  <a:gd name="T3" fmla="*/ 185 h 43"/>
                  <a:gd name="T4" fmla="*/ 0 w 103"/>
                  <a:gd name="T5" fmla="*/ 0 h 43"/>
                  <a:gd name="T6" fmla="*/ 229 w 103"/>
                  <a:gd name="T7" fmla="*/ 193 h 43"/>
                  <a:gd name="T8" fmla="*/ 234 w 103"/>
                  <a:gd name="T9" fmla="*/ 193 h 43"/>
                  <a:gd name="T10" fmla="*/ 464 w 103"/>
                  <a:gd name="T11" fmla="*/ 0 h 43"/>
                  <a:gd name="T12" fmla="*/ 234 w 103"/>
                  <a:gd name="T13" fmla="*/ 185 h 4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3" h="43">
                    <a:moveTo>
                      <a:pt x="52" y="41"/>
                    </a:moveTo>
                    <a:cubicBezTo>
                      <a:pt x="51" y="41"/>
                      <a:pt x="51" y="41"/>
                      <a:pt x="51" y="41"/>
                    </a:cubicBezTo>
                    <a:cubicBezTo>
                      <a:pt x="33" y="41"/>
                      <a:pt x="8" y="19"/>
                      <a:pt x="0" y="0"/>
                    </a:cubicBezTo>
                    <a:cubicBezTo>
                      <a:pt x="8" y="20"/>
                      <a:pt x="32" y="43"/>
                      <a:pt x="51" y="43"/>
                    </a:cubicBezTo>
                    <a:cubicBezTo>
                      <a:pt x="52" y="43"/>
                      <a:pt x="52" y="43"/>
                      <a:pt x="52" y="43"/>
                    </a:cubicBezTo>
                    <a:cubicBezTo>
                      <a:pt x="70" y="43"/>
                      <a:pt x="95" y="20"/>
                      <a:pt x="103" y="0"/>
                    </a:cubicBezTo>
                    <a:cubicBezTo>
                      <a:pt x="95" y="19"/>
                      <a:pt x="69" y="41"/>
                      <a:pt x="52" y="41"/>
                    </a:cubicBezTo>
                  </a:path>
                </a:pathLst>
              </a:custGeom>
              <a:solidFill>
                <a:srgbClr val="585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547" name="Freeform 480">
                <a:extLst>
                  <a:ext uri="{FF2B5EF4-FFF2-40B4-BE49-F238E27FC236}">
                    <a16:creationId xmlns:a16="http://schemas.microsoft.com/office/drawing/2014/main" id="{EE3DB994-408A-4AE3-8393-F87842318C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1" y="3868"/>
                <a:ext cx="6" cy="35"/>
              </a:xfrm>
              <a:custGeom>
                <a:avLst/>
                <a:gdLst>
                  <a:gd name="T0" fmla="*/ 14 w 4"/>
                  <a:gd name="T1" fmla="*/ 0 h 21"/>
                  <a:gd name="T2" fmla="*/ 0 w 4"/>
                  <a:gd name="T3" fmla="*/ 97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1">
                    <a:moveTo>
                      <a:pt x="4" y="0"/>
                    </a:moveTo>
                    <a:cubicBezTo>
                      <a:pt x="4" y="8"/>
                      <a:pt x="0" y="21"/>
                      <a:pt x="0" y="21"/>
                    </a:cubicBezTo>
                  </a:path>
                </a:pathLst>
              </a:custGeom>
              <a:noFill/>
              <a:ln w="4763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548" name="Freeform 481">
                <a:extLst>
                  <a:ext uri="{FF2B5EF4-FFF2-40B4-BE49-F238E27FC236}">
                    <a16:creationId xmlns:a16="http://schemas.microsoft.com/office/drawing/2014/main" id="{5E7B9224-32BF-4F5F-B088-8EC5000DD9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4" y="1251"/>
                <a:ext cx="169" cy="18"/>
              </a:xfrm>
              <a:custGeom>
                <a:avLst/>
                <a:gdLst>
                  <a:gd name="T0" fmla="*/ 331 w 102"/>
                  <a:gd name="T1" fmla="*/ 13 h 11"/>
                  <a:gd name="T2" fmla="*/ 196 w 102"/>
                  <a:gd name="T3" fmla="*/ 13 h 11"/>
                  <a:gd name="T4" fmla="*/ 5 w 102"/>
                  <a:gd name="T5" fmla="*/ 26 h 11"/>
                  <a:gd name="T6" fmla="*/ 0 w 102"/>
                  <a:gd name="T7" fmla="*/ 47 h 11"/>
                  <a:gd name="T8" fmla="*/ 13 w 102"/>
                  <a:gd name="T9" fmla="*/ 34 h 11"/>
                  <a:gd name="T10" fmla="*/ 196 w 102"/>
                  <a:gd name="T11" fmla="*/ 21 h 11"/>
                  <a:gd name="T12" fmla="*/ 338 w 102"/>
                  <a:gd name="T13" fmla="*/ 21 h 11"/>
                  <a:gd name="T14" fmla="*/ 464 w 102"/>
                  <a:gd name="T15" fmla="*/ 0 h 11"/>
                  <a:gd name="T16" fmla="*/ 331 w 102"/>
                  <a:gd name="T17" fmla="*/ 13 h 1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2" h="11">
                    <a:moveTo>
                      <a:pt x="73" y="3"/>
                    </a:moveTo>
                    <a:cubicBezTo>
                      <a:pt x="68" y="5"/>
                      <a:pt x="56" y="4"/>
                      <a:pt x="43" y="3"/>
                    </a:cubicBezTo>
                    <a:cubicBezTo>
                      <a:pt x="26" y="2"/>
                      <a:pt x="7" y="0"/>
                      <a:pt x="1" y="6"/>
                    </a:cubicBezTo>
                    <a:cubicBezTo>
                      <a:pt x="0" y="7"/>
                      <a:pt x="0" y="9"/>
                      <a:pt x="0" y="11"/>
                    </a:cubicBezTo>
                    <a:cubicBezTo>
                      <a:pt x="0" y="10"/>
                      <a:pt x="2" y="8"/>
                      <a:pt x="3" y="8"/>
                    </a:cubicBezTo>
                    <a:cubicBezTo>
                      <a:pt x="8" y="3"/>
                      <a:pt x="27" y="4"/>
                      <a:pt x="43" y="5"/>
                    </a:cubicBezTo>
                    <a:cubicBezTo>
                      <a:pt x="56" y="6"/>
                      <a:pt x="69" y="7"/>
                      <a:pt x="74" y="5"/>
                    </a:cubicBezTo>
                    <a:cubicBezTo>
                      <a:pt x="79" y="3"/>
                      <a:pt x="96" y="0"/>
                      <a:pt x="102" y="0"/>
                    </a:cubicBezTo>
                    <a:cubicBezTo>
                      <a:pt x="95" y="0"/>
                      <a:pt x="79" y="1"/>
                      <a:pt x="73" y="3"/>
                    </a:cubicBezTo>
                  </a:path>
                </a:pathLst>
              </a:custGeom>
              <a:solidFill>
                <a:srgbClr val="585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549" name="Freeform 482">
                <a:extLst>
                  <a:ext uri="{FF2B5EF4-FFF2-40B4-BE49-F238E27FC236}">
                    <a16:creationId xmlns:a16="http://schemas.microsoft.com/office/drawing/2014/main" id="{5DD491A3-3D4A-4BDC-84F0-35BA1848FE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5" y="4004"/>
                <a:ext cx="20" cy="64"/>
              </a:xfrm>
              <a:custGeom>
                <a:avLst/>
                <a:gdLst>
                  <a:gd name="T0" fmla="*/ 5 w 12"/>
                  <a:gd name="T1" fmla="*/ 0 h 39"/>
                  <a:gd name="T2" fmla="*/ 22 w 12"/>
                  <a:gd name="T3" fmla="*/ 54 h 39"/>
                  <a:gd name="T4" fmla="*/ 55 w 12"/>
                  <a:gd name="T5" fmla="*/ 172 h 3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39">
                    <a:moveTo>
                      <a:pt x="1" y="0"/>
                    </a:moveTo>
                    <a:cubicBezTo>
                      <a:pt x="0" y="4"/>
                      <a:pt x="2" y="9"/>
                      <a:pt x="5" y="12"/>
                    </a:cubicBezTo>
                    <a:cubicBezTo>
                      <a:pt x="9" y="17"/>
                      <a:pt x="11" y="38"/>
                      <a:pt x="12" y="39"/>
                    </a:cubicBezTo>
                  </a:path>
                </a:pathLst>
              </a:custGeom>
              <a:noFill/>
              <a:ln w="4763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550" name="Freeform 483">
                <a:extLst>
                  <a:ext uri="{FF2B5EF4-FFF2-40B4-BE49-F238E27FC236}">
                    <a16:creationId xmlns:a16="http://schemas.microsoft.com/office/drawing/2014/main" id="{F2FD8F50-8C10-44BB-AB56-C925DACEC9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7" y="4007"/>
                <a:ext cx="41" cy="63"/>
              </a:xfrm>
              <a:custGeom>
                <a:avLst/>
                <a:gdLst>
                  <a:gd name="T0" fmla="*/ 0 w 25"/>
                  <a:gd name="T1" fmla="*/ 0 h 38"/>
                  <a:gd name="T2" fmla="*/ 62 w 25"/>
                  <a:gd name="T3" fmla="*/ 63 h 38"/>
                  <a:gd name="T4" fmla="*/ 89 w 25"/>
                  <a:gd name="T5" fmla="*/ 172 h 3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38">
                    <a:moveTo>
                      <a:pt x="0" y="0"/>
                    </a:moveTo>
                    <a:cubicBezTo>
                      <a:pt x="4" y="7"/>
                      <a:pt x="11" y="12"/>
                      <a:pt x="14" y="14"/>
                    </a:cubicBezTo>
                    <a:cubicBezTo>
                      <a:pt x="25" y="26"/>
                      <a:pt x="16" y="24"/>
                      <a:pt x="20" y="38"/>
                    </a:cubicBezTo>
                  </a:path>
                </a:pathLst>
              </a:custGeom>
              <a:noFill/>
              <a:ln w="4763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551" name="Freeform 484">
                <a:extLst>
                  <a:ext uri="{FF2B5EF4-FFF2-40B4-BE49-F238E27FC236}">
                    <a16:creationId xmlns:a16="http://schemas.microsoft.com/office/drawing/2014/main" id="{39573A4A-915C-44B0-8E64-634AE7EEF0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6" y="4002"/>
                <a:ext cx="45" cy="63"/>
              </a:xfrm>
              <a:custGeom>
                <a:avLst/>
                <a:gdLst>
                  <a:gd name="T0" fmla="*/ 0 w 27"/>
                  <a:gd name="T1" fmla="*/ 0 h 38"/>
                  <a:gd name="T2" fmla="*/ 63 w 27"/>
                  <a:gd name="T3" fmla="*/ 63 h 38"/>
                  <a:gd name="T4" fmla="*/ 117 w 27"/>
                  <a:gd name="T5" fmla="*/ 172 h 3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7" h="38">
                    <a:moveTo>
                      <a:pt x="0" y="0"/>
                    </a:moveTo>
                    <a:cubicBezTo>
                      <a:pt x="5" y="5"/>
                      <a:pt x="9" y="9"/>
                      <a:pt x="14" y="14"/>
                    </a:cubicBezTo>
                    <a:cubicBezTo>
                      <a:pt x="27" y="26"/>
                      <a:pt x="19" y="25"/>
                      <a:pt x="25" y="38"/>
                    </a:cubicBezTo>
                  </a:path>
                </a:pathLst>
              </a:custGeom>
              <a:noFill/>
              <a:ln w="4763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552" name="Freeform 485">
                <a:extLst>
                  <a:ext uri="{FF2B5EF4-FFF2-40B4-BE49-F238E27FC236}">
                    <a16:creationId xmlns:a16="http://schemas.microsoft.com/office/drawing/2014/main" id="{2E915CA2-2F79-477B-B803-0293DA3012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6" y="3996"/>
                <a:ext cx="30" cy="46"/>
              </a:xfrm>
              <a:custGeom>
                <a:avLst/>
                <a:gdLst>
                  <a:gd name="T0" fmla="*/ 0 w 18"/>
                  <a:gd name="T1" fmla="*/ 0 h 28"/>
                  <a:gd name="T2" fmla="*/ 50 w 18"/>
                  <a:gd name="T3" fmla="*/ 49 h 28"/>
                  <a:gd name="T4" fmla="*/ 83 w 18"/>
                  <a:gd name="T5" fmla="*/ 125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28">
                    <a:moveTo>
                      <a:pt x="0" y="0"/>
                    </a:moveTo>
                    <a:cubicBezTo>
                      <a:pt x="2" y="4"/>
                      <a:pt x="7" y="8"/>
                      <a:pt x="11" y="11"/>
                    </a:cubicBezTo>
                    <a:cubicBezTo>
                      <a:pt x="14" y="15"/>
                      <a:pt x="12" y="19"/>
                      <a:pt x="18" y="28"/>
                    </a:cubicBezTo>
                  </a:path>
                </a:pathLst>
              </a:custGeom>
              <a:noFill/>
              <a:ln w="4763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553" name="Freeform 486">
                <a:extLst>
                  <a:ext uri="{FF2B5EF4-FFF2-40B4-BE49-F238E27FC236}">
                    <a16:creationId xmlns:a16="http://schemas.microsoft.com/office/drawing/2014/main" id="{FD492085-7C24-41D4-AA82-7F8674B8B8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7" y="4039"/>
                <a:ext cx="38" cy="20"/>
              </a:xfrm>
              <a:custGeom>
                <a:avLst/>
                <a:gdLst>
                  <a:gd name="T0" fmla="*/ 104 w 23"/>
                  <a:gd name="T1" fmla="*/ 42 h 12"/>
                  <a:gd name="T2" fmla="*/ 28 w 23"/>
                  <a:gd name="T3" fmla="*/ 55 h 12"/>
                  <a:gd name="T4" fmla="*/ 50 w 23"/>
                  <a:gd name="T5" fmla="*/ 0 h 12"/>
                  <a:gd name="T6" fmla="*/ 104 w 23"/>
                  <a:gd name="T7" fmla="*/ 42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" h="12">
                    <a:moveTo>
                      <a:pt x="23" y="9"/>
                    </a:moveTo>
                    <a:cubicBezTo>
                      <a:pt x="15" y="7"/>
                      <a:pt x="8" y="11"/>
                      <a:pt x="6" y="12"/>
                    </a:cubicBezTo>
                    <a:cubicBezTo>
                      <a:pt x="0" y="3"/>
                      <a:pt x="6" y="0"/>
                      <a:pt x="11" y="0"/>
                    </a:cubicBezTo>
                    <a:cubicBezTo>
                      <a:pt x="22" y="0"/>
                      <a:pt x="23" y="6"/>
                      <a:pt x="23" y="9"/>
                    </a:cubicBezTo>
                    <a:close/>
                  </a:path>
                </a:pathLst>
              </a:custGeom>
              <a:noFill/>
              <a:ln w="158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554" name="Freeform 487">
                <a:extLst>
                  <a:ext uri="{FF2B5EF4-FFF2-40B4-BE49-F238E27FC236}">
                    <a16:creationId xmlns:a16="http://schemas.microsoft.com/office/drawing/2014/main" id="{457446A2-8F97-4B8A-A33E-D0453F3752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0" y="4047"/>
                <a:ext cx="20" cy="18"/>
              </a:xfrm>
              <a:custGeom>
                <a:avLst/>
                <a:gdLst>
                  <a:gd name="T0" fmla="*/ 55 w 12"/>
                  <a:gd name="T1" fmla="*/ 47 h 11"/>
                  <a:gd name="T2" fmla="*/ 0 w 12"/>
                  <a:gd name="T3" fmla="*/ 43 h 11"/>
                  <a:gd name="T4" fmla="*/ 55 w 12"/>
                  <a:gd name="T5" fmla="*/ 47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1">
                    <a:moveTo>
                      <a:pt x="12" y="11"/>
                    </a:moveTo>
                    <a:cubicBezTo>
                      <a:pt x="10" y="11"/>
                      <a:pt x="1" y="9"/>
                      <a:pt x="0" y="10"/>
                    </a:cubicBezTo>
                    <a:cubicBezTo>
                      <a:pt x="0" y="1"/>
                      <a:pt x="12" y="0"/>
                      <a:pt x="12" y="11"/>
                    </a:cubicBezTo>
                    <a:close/>
                  </a:path>
                </a:pathLst>
              </a:custGeom>
              <a:noFill/>
              <a:ln w="158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555" name="Freeform 488">
                <a:extLst>
                  <a:ext uri="{FF2B5EF4-FFF2-40B4-BE49-F238E27FC236}">
                    <a16:creationId xmlns:a16="http://schemas.microsoft.com/office/drawing/2014/main" id="{D81A09F2-5B8E-40A8-B7C7-13FE3D05FF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1" y="4052"/>
                <a:ext cx="17" cy="15"/>
              </a:xfrm>
              <a:custGeom>
                <a:avLst/>
                <a:gdLst>
                  <a:gd name="T0" fmla="*/ 49 w 10"/>
                  <a:gd name="T1" fmla="*/ 33 h 9"/>
                  <a:gd name="T2" fmla="*/ 0 w 10"/>
                  <a:gd name="T3" fmla="*/ 28 h 9"/>
                  <a:gd name="T4" fmla="*/ 49 w 10"/>
                  <a:gd name="T5" fmla="*/ 33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9">
                    <a:moveTo>
                      <a:pt x="10" y="7"/>
                    </a:moveTo>
                    <a:cubicBezTo>
                      <a:pt x="8" y="9"/>
                      <a:pt x="2" y="9"/>
                      <a:pt x="0" y="6"/>
                    </a:cubicBezTo>
                    <a:cubicBezTo>
                      <a:pt x="1" y="0"/>
                      <a:pt x="10" y="3"/>
                      <a:pt x="10" y="7"/>
                    </a:cubicBezTo>
                    <a:close/>
                  </a:path>
                </a:pathLst>
              </a:custGeom>
              <a:noFill/>
              <a:ln w="158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556" name="Freeform 489">
                <a:extLst>
                  <a:ext uri="{FF2B5EF4-FFF2-40B4-BE49-F238E27FC236}">
                    <a16:creationId xmlns:a16="http://schemas.microsoft.com/office/drawing/2014/main" id="{3B813865-75D6-4572-9622-532EF97C90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8" y="4037"/>
                <a:ext cx="15" cy="13"/>
              </a:xfrm>
              <a:custGeom>
                <a:avLst/>
                <a:gdLst>
                  <a:gd name="T0" fmla="*/ 42 w 9"/>
                  <a:gd name="T1" fmla="*/ 21 h 8"/>
                  <a:gd name="T2" fmla="*/ 5 w 9"/>
                  <a:gd name="T3" fmla="*/ 29 h 8"/>
                  <a:gd name="T4" fmla="*/ 42 w 9"/>
                  <a:gd name="T5" fmla="*/ 21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8">
                    <a:moveTo>
                      <a:pt x="9" y="5"/>
                    </a:moveTo>
                    <a:cubicBezTo>
                      <a:pt x="8" y="7"/>
                      <a:pt x="4" y="8"/>
                      <a:pt x="1" y="7"/>
                    </a:cubicBezTo>
                    <a:cubicBezTo>
                      <a:pt x="0" y="0"/>
                      <a:pt x="7" y="1"/>
                      <a:pt x="9" y="5"/>
                    </a:cubicBezTo>
                    <a:close/>
                  </a:path>
                </a:pathLst>
              </a:custGeom>
              <a:noFill/>
              <a:ln w="158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557" name="Freeform 490">
                <a:extLst>
                  <a:ext uri="{FF2B5EF4-FFF2-40B4-BE49-F238E27FC236}">
                    <a16:creationId xmlns:a16="http://schemas.microsoft.com/office/drawing/2014/main" id="{2E0C66F5-C058-4F17-80BE-E642E9D982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0" y="1638"/>
                <a:ext cx="68" cy="68"/>
              </a:xfrm>
              <a:custGeom>
                <a:avLst/>
                <a:gdLst>
                  <a:gd name="T0" fmla="*/ 181 w 41"/>
                  <a:gd name="T1" fmla="*/ 100 h 41"/>
                  <a:gd name="T2" fmla="*/ 100 w 41"/>
                  <a:gd name="T3" fmla="*/ 5 h 41"/>
                  <a:gd name="T4" fmla="*/ 5 w 41"/>
                  <a:gd name="T5" fmla="*/ 88 h 41"/>
                  <a:gd name="T6" fmla="*/ 88 w 41"/>
                  <a:gd name="T7" fmla="*/ 181 h 41"/>
                  <a:gd name="T8" fmla="*/ 181 w 41"/>
                  <a:gd name="T9" fmla="*/ 100 h 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1" h="41">
                    <a:moveTo>
                      <a:pt x="40" y="22"/>
                    </a:moveTo>
                    <a:cubicBezTo>
                      <a:pt x="41" y="11"/>
                      <a:pt x="33" y="2"/>
                      <a:pt x="22" y="1"/>
                    </a:cubicBezTo>
                    <a:cubicBezTo>
                      <a:pt x="11" y="0"/>
                      <a:pt x="2" y="8"/>
                      <a:pt x="1" y="19"/>
                    </a:cubicBezTo>
                    <a:cubicBezTo>
                      <a:pt x="0" y="30"/>
                      <a:pt x="8" y="40"/>
                      <a:pt x="19" y="40"/>
                    </a:cubicBezTo>
                    <a:cubicBezTo>
                      <a:pt x="30" y="41"/>
                      <a:pt x="39" y="33"/>
                      <a:pt x="40" y="22"/>
                    </a:cubicBezTo>
                  </a:path>
                </a:pathLst>
              </a:custGeom>
              <a:solidFill>
                <a:srgbClr val="FEEC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558" name="Freeform 491">
                <a:extLst>
                  <a:ext uri="{FF2B5EF4-FFF2-40B4-BE49-F238E27FC236}">
                    <a16:creationId xmlns:a16="http://schemas.microsoft.com/office/drawing/2014/main" id="{E3076090-90F3-4D1A-AC0D-23B4316F1B6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050" y="1658"/>
                <a:ext cx="28" cy="28"/>
              </a:xfrm>
              <a:custGeom>
                <a:avLst/>
                <a:gdLst>
                  <a:gd name="T0" fmla="*/ 0 w 17"/>
                  <a:gd name="T1" fmla="*/ 35 h 17"/>
                  <a:gd name="T2" fmla="*/ 8 w 17"/>
                  <a:gd name="T3" fmla="*/ 63 h 17"/>
                  <a:gd name="T4" fmla="*/ 35 w 17"/>
                  <a:gd name="T5" fmla="*/ 76 h 17"/>
                  <a:gd name="T6" fmla="*/ 63 w 17"/>
                  <a:gd name="T7" fmla="*/ 68 h 17"/>
                  <a:gd name="T8" fmla="*/ 76 w 17"/>
                  <a:gd name="T9" fmla="*/ 41 h 17"/>
                  <a:gd name="T10" fmla="*/ 71 w 17"/>
                  <a:gd name="T11" fmla="*/ 21 h 17"/>
                  <a:gd name="T12" fmla="*/ 63 w 17"/>
                  <a:gd name="T13" fmla="*/ 26 h 17"/>
                  <a:gd name="T14" fmla="*/ 63 w 17"/>
                  <a:gd name="T15" fmla="*/ 26 h 17"/>
                  <a:gd name="T16" fmla="*/ 63 w 17"/>
                  <a:gd name="T17" fmla="*/ 41 h 17"/>
                  <a:gd name="T18" fmla="*/ 63 w 17"/>
                  <a:gd name="T19" fmla="*/ 41 h 17"/>
                  <a:gd name="T20" fmla="*/ 63 w 17"/>
                  <a:gd name="T21" fmla="*/ 41 h 17"/>
                  <a:gd name="T22" fmla="*/ 54 w 17"/>
                  <a:gd name="T23" fmla="*/ 58 h 17"/>
                  <a:gd name="T24" fmla="*/ 35 w 17"/>
                  <a:gd name="T25" fmla="*/ 63 h 17"/>
                  <a:gd name="T26" fmla="*/ 21 w 17"/>
                  <a:gd name="T27" fmla="*/ 58 h 17"/>
                  <a:gd name="T28" fmla="*/ 8 w 17"/>
                  <a:gd name="T29" fmla="*/ 49 h 17"/>
                  <a:gd name="T30" fmla="*/ 5 w 17"/>
                  <a:gd name="T31" fmla="*/ 33 h 17"/>
                  <a:gd name="T32" fmla="*/ 0 w 17"/>
                  <a:gd name="T33" fmla="*/ 35 h 17"/>
                  <a:gd name="T34" fmla="*/ 43 w 17"/>
                  <a:gd name="T35" fmla="*/ 13 h 17"/>
                  <a:gd name="T36" fmla="*/ 43 w 17"/>
                  <a:gd name="T37" fmla="*/ 5 h 17"/>
                  <a:gd name="T38" fmla="*/ 41 w 17"/>
                  <a:gd name="T39" fmla="*/ 0 h 17"/>
                  <a:gd name="T40" fmla="*/ 35 w 17"/>
                  <a:gd name="T41" fmla="*/ 5 h 17"/>
                  <a:gd name="T42" fmla="*/ 35 w 17"/>
                  <a:gd name="T43" fmla="*/ 5 h 17"/>
                  <a:gd name="T44" fmla="*/ 35 w 17"/>
                  <a:gd name="T45" fmla="*/ 20 h 17"/>
                  <a:gd name="T46" fmla="*/ 41 w 17"/>
                  <a:gd name="T47" fmla="*/ 13 h 17"/>
                  <a:gd name="T48" fmla="*/ 43 w 17"/>
                  <a:gd name="T49" fmla="*/ 13 h 17"/>
                  <a:gd name="T50" fmla="*/ 43 w 17"/>
                  <a:gd name="T51" fmla="*/ 13 h 17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17" h="17">
                    <a:moveTo>
                      <a:pt x="0" y="8"/>
                    </a:moveTo>
                    <a:cubicBezTo>
                      <a:pt x="2" y="14"/>
                      <a:pt x="2" y="14"/>
                      <a:pt x="2" y="14"/>
                    </a:cubicBezTo>
                    <a:cubicBezTo>
                      <a:pt x="8" y="17"/>
                      <a:pt x="8" y="17"/>
                      <a:pt x="8" y="17"/>
                    </a:cubicBezTo>
                    <a:cubicBezTo>
                      <a:pt x="14" y="15"/>
                      <a:pt x="14" y="15"/>
                      <a:pt x="14" y="15"/>
                    </a:cubicBezTo>
                    <a:cubicBezTo>
                      <a:pt x="17" y="9"/>
                      <a:pt x="17" y="9"/>
                      <a:pt x="17" y="9"/>
                    </a:cubicBezTo>
                    <a:cubicBezTo>
                      <a:pt x="16" y="5"/>
                      <a:pt x="16" y="5"/>
                      <a:pt x="16" y="5"/>
                    </a:cubicBezTo>
                    <a:cubicBezTo>
                      <a:pt x="14" y="6"/>
                      <a:pt x="14" y="6"/>
                      <a:pt x="14" y="6"/>
                    </a:cubicBezTo>
                    <a:cubicBezTo>
                      <a:pt x="14" y="6"/>
                      <a:pt x="14" y="6"/>
                      <a:pt x="14" y="6"/>
                    </a:cubicBezTo>
                    <a:cubicBezTo>
                      <a:pt x="14" y="7"/>
                      <a:pt x="14" y="8"/>
                      <a:pt x="14" y="9"/>
                    </a:cubicBezTo>
                    <a:cubicBezTo>
                      <a:pt x="14" y="9"/>
                      <a:pt x="14" y="9"/>
                      <a:pt x="14" y="9"/>
                    </a:cubicBezTo>
                    <a:cubicBezTo>
                      <a:pt x="14" y="9"/>
                      <a:pt x="14" y="9"/>
                      <a:pt x="14" y="9"/>
                    </a:cubicBezTo>
                    <a:cubicBezTo>
                      <a:pt x="12" y="13"/>
                      <a:pt x="12" y="13"/>
                      <a:pt x="12" y="13"/>
                    </a:cubicBezTo>
                    <a:cubicBezTo>
                      <a:pt x="12" y="13"/>
                      <a:pt x="8" y="14"/>
                      <a:pt x="8" y="14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3" y="13"/>
                      <a:pt x="2" y="12"/>
                      <a:pt x="2" y="11"/>
                    </a:cubicBezTo>
                    <a:cubicBezTo>
                      <a:pt x="2" y="9"/>
                      <a:pt x="1" y="8"/>
                      <a:pt x="1" y="7"/>
                    </a:cubicBezTo>
                    <a:lnTo>
                      <a:pt x="0" y="8"/>
                    </a:lnTo>
                    <a:close/>
                    <a:moveTo>
                      <a:pt x="10" y="3"/>
                    </a:moveTo>
                    <a:cubicBezTo>
                      <a:pt x="10" y="2"/>
                      <a:pt x="10" y="1"/>
                      <a:pt x="10" y="1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8" y="2"/>
                      <a:pt x="8" y="3"/>
                      <a:pt x="8" y="4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3"/>
                      <a:pt x="9" y="3"/>
                      <a:pt x="10" y="3"/>
                    </a:cubicBezTo>
                    <a:cubicBezTo>
                      <a:pt x="10" y="3"/>
                      <a:pt x="10" y="3"/>
                      <a:pt x="10" y="3"/>
                    </a:cubicBezTo>
                  </a:path>
                </a:pathLst>
              </a:custGeom>
              <a:solidFill>
                <a:srgbClr val="585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559" name="Freeform 492">
                <a:extLst>
                  <a:ext uri="{FF2B5EF4-FFF2-40B4-BE49-F238E27FC236}">
                    <a16:creationId xmlns:a16="http://schemas.microsoft.com/office/drawing/2014/main" id="{318C0B8C-76CD-4899-866D-9779AC0A8C5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028" y="1638"/>
                <a:ext cx="71" cy="71"/>
              </a:xfrm>
              <a:custGeom>
                <a:avLst/>
                <a:gdLst>
                  <a:gd name="T0" fmla="*/ 180 w 43"/>
                  <a:gd name="T1" fmla="*/ 104 h 43"/>
                  <a:gd name="T2" fmla="*/ 172 w 43"/>
                  <a:gd name="T3" fmla="*/ 122 h 43"/>
                  <a:gd name="T4" fmla="*/ 185 w 43"/>
                  <a:gd name="T5" fmla="*/ 125 h 43"/>
                  <a:gd name="T6" fmla="*/ 188 w 43"/>
                  <a:gd name="T7" fmla="*/ 109 h 43"/>
                  <a:gd name="T8" fmla="*/ 180 w 43"/>
                  <a:gd name="T9" fmla="*/ 104 h 43"/>
                  <a:gd name="T10" fmla="*/ 104 w 43"/>
                  <a:gd name="T11" fmla="*/ 13 h 43"/>
                  <a:gd name="T12" fmla="*/ 109 w 43"/>
                  <a:gd name="T13" fmla="*/ 13 h 43"/>
                  <a:gd name="T14" fmla="*/ 104 w 43"/>
                  <a:gd name="T15" fmla="*/ 5 h 43"/>
                  <a:gd name="T16" fmla="*/ 104 w 43"/>
                  <a:gd name="T17" fmla="*/ 5 h 43"/>
                  <a:gd name="T18" fmla="*/ 104 w 43"/>
                  <a:gd name="T19" fmla="*/ 13 h 43"/>
                  <a:gd name="T20" fmla="*/ 104 w 43"/>
                  <a:gd name="T21" fmla="*/ 13 h 43"/>
                  <a:gd name="T22" fmla="*/ 13 w 43"/>
                  <a:gd name="T23" fmla="*/ 84 h 43"/>
                  <a:gd name="T24" fmla="*/ 28 w 43"/>
                  <a:gd name="T25" fmla="*/ 50 h 43"/>
                  <a:gd name="T26" fmla="*/ 20 w 43"/>
                  <a:gd name="T27" fmla="*/ 46 h 43"/>
                  <a:gd name="T28" fmla="*/ 13 w 43"/>
                  <a:gd name="T29" fmla="*/ 46 h 43"/>
                  <a:gd name="T30" fmla="*/ 0 w 43"/>
                  <a:gd name="T31" fmla="*/ 83 h 43"/>
                  <a:gd name="T32" fmla="*/ 13 w 43"/>
                  <a:gd name="T33" fmla="*/ 96 h 43"/>
                  <a:gd name="T34" fmla="*/ 13 w 43"/>
                  <a:gd name="T35" fmla="*/ 84 h 43"/>
                  <a:gd name="T36" fmla="*/ 20 w 43"/>
                  <a:gd name="T37" fmla="*/ 122 h 43"/>
                  <a:gd name="T38" fmla="*/ 5 w 43"/>
                  <a:gd name="T39" fmla="*/ 117 h 43"/>
                  <a:gd name="T40" fmla="*/ 21 w 43"/>
                  <a:gd name="T41" fmla="*/ 159 h 43"/>
                  <a:gd name="T42" fmla="*/ 89 w 43"/>
                  <a:gd name="T43" fmla="*/ 188 h 43"/>
                  <a:gd name="T44" fmla="*/ 172 w 43"/>
                  <a:gd name="T45" fmla="*/ 152 h 43"/>
                  <a:gd name="T46" fmla="*/ 159 w 43"/>
                  <a:gd name="T47" fmla="*/ 147 h 43"/>
                  <a:gd name="T48" fmla="*/ 89 w 43"/>
                  <a:gd name="T49" fmla="*/ 175 h 43"/>
                  <a:gd name="T50" fmla="*/ 35 w 43"/>
                  <a:gd name="T51" fmla="*/ 147 h 43"/>
                  <a:gd name="T52" fmla="*/ 20 w 43"/>
                  <a:gd name="T53" fmla="*/ 122 h 43"/>
                  <a:gd name="T54" fmla="*/ 172 w 43"/>
                  <a:gd name="T55" fmla="*/ 58 h 43"/>
                  <a:gd name="T56" fmla="*/ 180 w 43"/>
                  <a:gd name="T57" fmla="*/ 50 h 43"/>
                  <a:gd name="T58" fmla="*/ 167 w 43"/>
                  <a:gd name="T59" fmla="*/ 33 h 43"/>
                  <a:gd name="T60" fmla="*/ 159 w 43"/>
                  <a:gd name="T61" fmla="*/ 41 h 43"/>
                  <a:gd name="T62" fmla="*/ 172 w 43"/>
                  <a:gd name="T63" fmla="*/ 58 h 43"/>
                  <a:gd name="T64" fmla="*/ 188 w 43"/>
                  <a:gd name="T65" fmla="*/ 76 h 43"/>
                  <a:gd name="T66" fmla="*/ 193 w 43"/>
                  <a:gd name="T67" fmla="*/ 83 h 43"/>
                  <a:gd name="T68" fmla="*/ 188 w 43"/>
                  <a:gd name="T69" fmla="*/ 76 h 43"/>
                  <a:gd name="T70" fmla="*/ 188 w 43"/>
                  <a:gd name="T71" fmla="*/ 76 h 43"/>
                  <a:gd name="T72" fmla="*/ 71 w 43"/>
                  <a:gd name="T73" fmla="*/ 13 h 43"/>
                  <a:gd name="T74" fmla="*/ 76 w 43"/>
                  <a:gd name="T75" fmla="*/ 0 h 43"/>
                  <a:gd name="T76" fmla="*/ 35 w 43"/>
                  <a:gd name="T77" fmla="*/ 21 h 43"/>
                  <a:gd name="T78" fmla="*/ 50 w 43"/>
                  <a:gd name="T79" fmla="*/ 28 h 43"/>
                  <a:gd name="T80" fmla="*/ 71 w 43"/>
                  <a:gd name="T81" fmla="*/ 13 h 43"/>
                  <a:gd name="T82" fmla="*/ 139 w 43"/>
                  <a:gd name="T83" fmla="*/ 21 h 43"/>
                  <a:gd name="T84" fmla="*/ 147 w 43"/>
                  <a:gd name="T85" fmla="*/ 13 h 43"/>
                  <a:gd name="T86" fmla="*/ 137 w 43"/>
                  <a:gd name="T87" fmla="*/ 5 h 43"/>
                  <a:gd name="T88" fmla="*/ 137 w 43"/>
                  <a:gd name="T89" fmla="*/ 21 h 43"/>
                  <a:gd name="T90" fmla="*/ 139 w 43"/>
                  <a:gd name="T91" fmla="*/ 21 h 43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43" h="43">
                    <a:moveTo>
                      <a:pt x="40" y="23"/>
                    </a:moveTo>
                    <a:cubicBezTo>
                      <a:pt x="39" y="24"/>
                      <a:pt x="39" y="26"/>
                      <a:pt x="38" y="27"/>
                    </a:cubicBezTo>
                    <a:cubicBezTo>
                      <a:pt x="39" y="28"/>
                      <a:pt x="40" y="28"/>
                      <a:pt x="41" y="28"/>
                    </a:cubicBezTo>
                    <a:cubicBezTo>
                      <a:pt x="42" y="27"/>
                      <a:pt x="42" y="26"/>
                      <a:pt x="42" y="24"/>
                    </a:cubicBezTo>
                    <a:cubicBezTo>
                      <a:pt x="42" y="24"/>
                      <a:pt x="41" y="23"/>
                      <a:pt x="40" y="23"/>
                    </a:cubicBezTo>
                    <a:moveTo>
                      <a:pt x="23" y="3"/>
                    </a:moveTo>
                    <a:cubicBezTo>
                      <a:pt x="23" y="3"/>
                      <a:pt x="23" y="3"/>
                      <a:pt x="24" y="3"/>
                    </a:cubicBezTo>
                    <a:cubicBezTo>
                      <a:pt x="24" y="2"/>
                      <a:pt x="24" y="2"/>
                      <a:pt x="23" y="1"/>
                    </a:cubicBezTo>
                    <a:cubicBezTo>
                      <a:pt x="23" y="1"/>
                      <a:pt x="23" y="1"/>
                      <a:pt x="23" y="1"/>
                    </a:cubicBezTo>
                    <a:cubicBezTo>
                      <a:pt x="23" y="1"/>
                      <a:pt x="23" y="2"/>
                      <a:pt x="23" y="3"/>
                    </a:cubicBezTo>
                    <a:cubicBezTo>
                      <a:pt x="23" y="3"/>
                      <a:pt x="23" y="3"/>
                      <a:pt x="23" y="3"/>
                    </a:cubicBezTo>
                    <a:moveTo>
                      <a:pt x="3" y="19"/>
                    </a:moveTo>
                    <a:cubicBezTo>
                      <a:pt x="4" y="16"/>
                      <a:pt x="5" y="13"/>
                      <a:pt x="6" y="11"/>
                    </a:cubicBezTo>
                    <a:cubicBezTo>
                      <a:pt x="6" y="10"/>
                      <a:pt x="5" y="10"/>
                      <a:pt x="4" y="10"/>
                    </a:cubicBezTo>
                    <a:cubicBezTo>
                      <a:pt x="4" y="10"/>
                      <a:pt x="4" y="10"/>
                      <a:pt x="3" y="10"/>
                    </a:cubicBezTo>
                    <a:cubicBezTo>
                      <a:pt x="2" y="12"/>
                      <a:pt x="1" y="15"/>
                      <a:pt x="0" y="18"/>
                    </a:cubicBezTo>
                    <a:cubicBezTo>
                      <a:pt x="1" y="19"/>
                      <a:pt x="2" y="20"/>
                      <a:pt x="3" y="21"/>
                    </a:cubicBezTo>
                    <a:cubicBezTo>
                      <a:pt x="3" y="20"/>
                      <a:pt x="3" y="20"/>
                      <a:pt x="3" y="19"/>
                    </a:cubicBezTo>
                    <a:moveTo>
                      <a:pt x="4" y="27"/>
                    </a:moveTo>
                    <a:cubicBezTo>
                      <a:pt x="3" y="27"/>
                      <a:pt x="2" y="27"/>
                      <a:pt x="1" y="26"/>
                    </a:cubicBezTo>
                    <a:cubicBezTo>
                      <a:pt x="2" y="29"/>
                      <a:pt x="3" y="32"/>
                      <a:pt x="5" y="35"/>
                    </a:cubicBezTo>
                    <a:cubicBezTo>
                      <a:pt x="9" y="39"/>
                      <a:pt x="14" y="42"/>
                      <a:pt x="20" y="42"/>
                    </a:cubicBezTo>
                    <a:cubicBezTo>
                      <a:pt x="27" y="43"/>
                      <a:pt x="34" y="39"/>
                      <a:pt x="38" y="34"/>
                    </a:cubicBezTo>
                    <a:cubicBezTo>
                      <a:pt x="37" y="33"/>
                      <a:pt x="36" y="33"/>
                      <a:pt x="35" y="33"/>
                    </a:cubicBezTo>
                    <a:cubicBezTo>
                      <a:pt x="32" y="37"/>
                      <a:pt x="26" y="39"/>
                      <a:pt x="20" y="39"/>
                    </a:cubicBezTo>
                    <a:cubicBezTo>
                      <a:pt x="15" y="39"/>
                      <a:pt x="11" y="36"/>
                      <a:pt x="8" y="33"/>
                    </a:cubicBezTo>
                    <a:cubicBezTo>
                      <a:pt x="6" y="31"/>
                      <a:pt x="5" y="29"/>
                      <a:pt x="4" y="27"/>
                    </a:cubicBezTo>
                    <a:moveTo>
                      <a:pt x="38" y="13"/>
                    </a:moveTo>
                    <a:cubicBezTo>
                      <a:pt x="39" y="12"/>
                      <a:pt x="40" y="12"/>
                      <a:pt x="40" y="11"/>
                    </a:cubicBezTo>
                    <a:cubicBezTo>
                      <a:pt x="39" y="9"/>
                      <a:pt x="38" y="8"/>
                      <a:pt x="37" y="7"/>
                    </a:cubicBezTo>
                    <a:cubicBezTo>
                      <a:pt x="37" y="7"/>
                      <a:pt x="36" y="8"/>
                      <a:pt x="35" y="9"/>
                    </a:cubicBezTo>
                    <a:cubicBezTo>
                      <a:pt x="36" y="10"/>
                      <a:pt x="37" y="12"/>
                      <a:pt x="38" y="13"/>
                    </a:cubicBezTo>
                    <a:moveTo>
                      <a:pt x="42" y="17"/>
                    </a:moveTo>
                    <a:cubicBezTo>
                      <a:pt x="42" y="17"/>
                      <a:pt x="42" y="18"/>
                      <a:pt x="43" y="18"/>
                    </a:cubicBezTo>
                    <a:cubicBezTo>
                      <a:pt x="42" y="17"/>
                      <a:pt x="42" y="17"/>
                      <a:pt x="42" y="17"/>
                    </a:cubicBezTo>
                    <a:cubicBezTo>
                      <a:pt x="42" y="17"/>
                      <a:pt x="42" y="17"/>
                      <a:pt x="42" y="17"/>
                    </a:cubicBezTo>
                    <a:moveTo>
                      <a:pt x="16" y="3"/>
                    </a:moveTo>
                    <a:cubicBezTo>
                      <a:pt x="16" y="2"/>
                      <a:pt x="16" y="1"/>
                      <a:pt x="17" y="0"/>
                    </a:cubicBezTo>
                    <a:cubicBezTo>
                      <a:pt x="13" y="1"/>
                      <a:pt x="10" y="2"/>
                      <a:pt x="8" y="5"/>
                    </a:cubicBezTo>
                    <a:cubicBezTo>
                      <a:pt x="9" y="5"/>
                      <a:pt x="10" y="6"/>
                      <a:pt x="11" y="6"/>
                    </a:cubicBezTo>
                    <a:cubicBezTo>
                      <a:pt x="12" y="5"/>
                      <a:pt x="14" y="4"/>
                      <a:pt x="16" y="3"/>
                    </a:cubicBezTo>
                    <a:moveTo>
                      <a:pt x="31" y="5"/>
                    </a:moveTo>
                    <a:cubicBezTo>
                      <a:pt x="31" y="4"/>
                      <a:pt x="32" y="4"/>
                      <a:pt x="33" y="3"/>
                    </a:cubicBezTo>
                    <a:cubicBezTo>
                      <a:pt x="32" y="2"/>
                      <a:pt x="31" y="2"/>
                      <a:pt x="30" y="1"/>
                    </a:cubicBezTo>
                    <a:cubicBezTo>
                      <a:pt x="30" y="2"/>
                      <a:pt x="30" y="4"/>
                      <a:pt x="30" y="5"/>
                    </a:cubicBezTo>
                    <a:cubicBezTo>
                      <a:pt x="30" y="5"/>
                      <a:pt x="30" y="5"/>
                      <a:pt x="31" y="5"/>
                    </a:cubicBezTo>
                  </a:path>
                </a:pathLst>
              </a:custGeom>
              <a:solidFill>
                <a:srgbClr val="585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560" name="Freeform 493">
                <a:extLst>
                  <a:ext uri="{FF2B5EF4-FFF2-40B4-BE49-F238E27FC236}">
                    <a16:creationId xmlns:a16="http://schemas.microsoft.com/office/drawing/2014/main" id="{0B22944E-74F8-45DA-B8F9-01BE1AB56B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9" y="2559"/>
                <a:ext cx="68" cy="46"/>
              </a:xfrm>
              <a:custGeom>
                <a:avLst/>
                <a:gdLst>
                  <a:gd name="T0" fmla="*/ 0 w 41"/>
                  <a:gd name="T1" fmla="*/ 125 h 28"/>
                  <a:gd name="T2" fmla="*/ 36 w 41"/>
                  <a:gd name="T3" fmla="*/ 102 h 28"/>
                  <a:gd name="T4" fmla="*/ 118 w 41"/>
                  <a:gd name="T5" fmla="*/ 67 h 28"/>
                  <a:gd name="T6" fmla="*/ 187 w 41"/>
                  <a:gd name="T7" fmla="*/ 0 h 2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1" h="28">
                    <a:moveTo>
                      <a:pt x="0" y="28"/>
                    </a:moveTo>
                    <a:cubicBezTo>
                      <a:pt x="2" y="26"/>
                      <a:pt x="5" y="25"/>
                      <a:pt x="8" y="23"/>
                    </a:cubicBezTo>
                    <a:cubicBezTo>
                      <a:pt x="13" y="21"/>
                      <a:pt x="20" y="19"/>
                      <a:pt x="26" y="15"/>
                    </a:cubicBezTo>
                    <a:cubicBezTo>
                      <a:pt x="31" y="12"/>
                      <a:pt x="38" y="2"/>
                      <a:pt x="41" y="0"/>
                    </a:cubicBezTo>
                  </a:path>
                </a:pathLst>
              </a:custGeom>
              <a:noFill/>
              <a:ln w="4763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561" name="Freeform 494">
                <a:extLst>
                  <a:ext uri="{FF2B5EF4-FFF2-40B4-BE49-F238E27FC236}">
                    <a16:creationId xmlns:a16="http://schemas.microsoft.com/office/drawing/2014/main" id="{FD2CD98E-22EA-4887-8690-B3D232909A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2" y="2570"/>
                <a:ext cx="53" cy="48"/>
              </a:xfrm>
              <a:custGeom>
                <a:avLst/>
                <a:gdLst>
                  <a:gd name="T0" fmla="*/ 146 w 32"/>
                  <a:gd name="T1" fmla="*/ 0 h 29"/>
                  <a:gd name="T2" fmla="*/ 91 w 32"/>
                  <a:gd name="T3" fmla="*/ 76 h 29"/>
                  <a:gd name="T4" fmla="*/ 0 w 32"/>
                  <a:gd name="T5" fmla="*/ 131 h 2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2" h="29">
                    <a:moveTo>
                      <a:pt x="32" y="0"/>
                    </a:moveTo>
                    <a:cubicBezTo>
                      <a:pt x="28" y="5"/>
                      <a:pt x="20" y="15"/>
                      <a:pt x="20" y="17"/>
                    </a:cubicBezTo>
                    <a:cubicBezTo>
                      <a:pt x="15" y="20"/>
                      <a:pt x="9" y="20"/>
                      <a:pt x="0" y="29"/>
                    </a:cubicBezTo>
                  </a:path>
                </a:pathLst>
              </a:custGeom>
              <a:noFill/>
              <a:ln w="4763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562" name="Freeform 495">
                <a:extLst>
                  <a:ext uri="{FF2B5EF4-FFF2-40B4-BE49-F238E27FC236}">
                    <a16:creationId xmlns:a16="http://schemas.microsoft.com/office/drawing/2014/main" id="{11ED3DBA-75DB-428D-B3B1-0A16239AF7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0" y="2504"/>
                <a:ext cx="73" cy="88"/>
              </a:xfrm>
              <a:custGeom>
                <a:avLst/>
                <a:gdLst>
                  <a:gd name="T0" fmla="*/ 179 w 44"/>
                  <a:gd name="T1" fmla="*/ 188 h 53"/>
                  <a:gd name="T2" fmla="*/ 196 w 44"/>
                  <a:gd name="T3" fmla="*/ 96 h 53"/>
                  <a:gd name="T4" fmla="*/ 133 w 44"/>
                  <a:gd name="T5" fmla="*/ 0 h 53"/>
                  <a:gd name="T6" fmla="*/ 101 w 44"/>
                  <a:gd name="T7" fmla="*/ 46 h 53"/>
                  <a:gd name="T8" fmla="*/ 83 w 44"/>
                  <a:gd name="T9" fmla="*/ 174 h 53"/>
                  <a:gd name="T10" fmla="*/ 0 w 44"/>
                  <a:gd name="T11" fmla="*/ 237 h 5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4" h="53">
                    <a:moveTo>
                      <a:pt x="39" y="41"/>
                    </a:moveTo>
                    <a:cubicBezTo>
                      <a:pt x="38" y="34"/>
                      <a:pt x="43" y="28"/>
                      <a:pt x="43" y="21"/>
                    </a:cubicBezTo>
                    <a:cubicBezTo>
                      <a:pt x="44" y="14"/>
                      <a:pt x="37" y="5"/>
                      <a:pt x="29" y="0"/>
                    </a:cubicBezTo>
                    <a:cubicBezTo>
                      <a:pt x="24" y="0"/>
                      <a:pt x="23" y="6"/>
                      <a:pt x="22" y="10"/>
                    </a:cubicBezTo>
                    <a:cubicBezTo>
                      <a:pt x="22" y="15"/>
                      <a:pt x="20" y="32"/>
                      <a:pt x="18" y="38"/>
                    </a:cubicBezTo>
                    <a:cubicBezTo>
                      <a:pt x="17" y="44"/>
                      <a:pt x="10" y="53"/>
                      <a:pt x="0" y="52"/>
                    </a:cubicBezTo>
                  </a:path>
                </a:pathLst>
              </a:custGeom>
              <a:noFill/>
              <a:ln w="4763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563" name="Freeform 496">
                <a:extLst>
                  <a:ext uri="{FF2B5EF4-FFF2-40B4-BE49-F238E27FC236}">
                    <a16:creationId xmlns:a16="http://schemas.microsoft.com/office/drawing/2014/main" id="{D7DC7159-D235-4E79-8DC7-87CA547E40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9" y="2635"/>
                <a:ext cx="21" cy="8"/>
              </a:xfrm>
              <a:custGeom>
                <a:avLst/>
                <a:gdLst>
                  <a:gd name="T0" fmla="*/ 55 w 13"/>
                  <a:gd name="T1" fmla="*/ 13 h 5"/>
                  <a:gd name="T2" fmla="*/ 0 w 13"/>
                  <a:gd name="T3" fmla="*/ 21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5">
                    <a:moveTo>
                      <a:pt x="13" y="3"/>
                    </a:moveTo>
                    <a:cubicBezTo>
                      <a:pt x="12" y="0"/>
                      <a:pt x="5" y="1"/>
                      <a:pt x="0" y="5"/>
                    </a:cubicBezTo>
                  </a:path>
                </a:pathLst>
              </a:custGeom>
              <a:noFill/>
              <a:ln w="158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564" name="Freeform 497">
                <a:extLst>
                  <a:ext uri="{FF2B5EF4-FFF2-40B4-BE49-F238E27FC236}">
                    <a16:creationId xmlns:a16="http://schemas.microsoft.com/office/drawing/2014/main" id="{90F0F14B-783C-4E05-95AA-FB365B4187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3" y="2595"/>
                <a:ext cx="12" cy="12"/>
              </a:xfrm>
              <a:custGeom>
                <a:avLst/>
                <a:gdLst>
                  <a:gd name="T0" fmla="*/ 36 w 7"/>
                  <a:gd name="T1" fmla="*/ 36 h 7"/>
                  <a:gd name="T2" fmla="*/ 0 w 7"/>
                  <a:gd name="T3" fmla="*/ 9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7">
                    <a:moveTo>
                      <a:pt x="7" y="7"/>
                    </a:moveTo>
                    <a:cubicBezTo>
                      <a:pt x="4" y="4"/>
                      <a:pt x="3" y="0"/>
                      <a:pt x="0" y="2"/>
                    </a:cubicBezTo>
                  </a:path>
                </a:pathLst>
              </a:custGeom>
              <a:noFill/>
              <a:ln w="158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565" name="Freeform 498">
                <a:extLst>
                  <a:ext uri="{FF2B5EF4-FFF2-40B4-BE49-F238E27FC236}">
                    <a16:creationId xmlns:a16="http://schemas.microsoft.com/office/drawing/2014/main" id="{9D215F25-282E-41B5-94DD-CCF99E2249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5" y="2566"/>
                <a:ext cx="8" cy="4"/>
              </a:xfrm>
              <a:custGeom>
                <a:avLst/>
                <a:gdLst>
                  <a:gd name="T0" fmla="*/ 21 w 5"/>
                  <a:gd name="T1" fmla="*/ 5 h 3"/>
                  <a:gd name="T2" fmla="*/ 0 w 5"/>
                  <a:gd name="T3" fmla="*/ 7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3">
                    <a:moveTo>
                      <a:pt x="5" y="2"/>
                    </a:moveTo>
                    <a:cubicBezTo>
                      <a:pt x="4" y="1"/>
                      <a:pt x="3" y="0"/>
                      <a:pt x="0" y="3"/>
                    </a:cubicBezTo>
                  </a:path>
                </a:pathLst>
              </a:custGeom>
              <a:noFill/>
              <a:ln w="158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566" name="Freeform 499">
                <a:extLst>
                  <a:ext uri="{FF2B5EF4-FFF2-40B4-BE49-F238E27FC236}">
                    <a16:creationId xmlns:a16="http://schemas.microsoft.com/office/drawing/2014/main" id="{AC67EF49-0F57-4F44-AA1C-4F9B2D471D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0" y="2494"/>
                <a:ext cx="5" cy="17"/>
              </a:xfrm>
              <a:custGeom>
                <a:avLst/>
                <a:gdLst>
                  <a:gd name="T0" fmla="*/ 13 w 3"/>
                  <a:gd name="T1" fmla="*/ 0 h 10"/>
                  <a:gd name="T2" fmla="*/ 0 w 3"/>
                  <a:gd name="T3" fmla="*/ 49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0">
                    <a:moveTo>
                      <a:pt x="3" y="0"/>
                    </a:moveTo>
                    <a:cubicBezTo>
                      <a:pt x="2" y="3"/>
                      <a:pt x="0" y="5"/>
                      <a:pt x="0" y="10"/>
                    </a:cubicBezTo>
                  </a:path>
                </a:pathLst>
              </a:custGeom>
              <a:noFill/>
              <a:ln w="4763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567" name="Freeform 500">
                <a:extLst>
                  <a:ext uri="{FF2B5EF4-FFF2-40B4-BE49-F238E27FC236}">
                    <a16:creationId xmlns:a16="http://schemas.microsoft.com/office/drawing/2014/main" id="{384210E8-47B5-4B23-BDED-B46FA38ED0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8" y="2501"/>
                <a:ext cx="14" cy="3"/>
              </a:xfrm>
              <a:custGeom>
                <a:avLst/>
                <a:gdLst>
                  <a:gd name="T0" fmla="*/ 44 w 8"/>
                  <a:gd name="T1" fmla="*/ 8 h 2"/>
                  <a:gd name="T2" fmla="*/ 0 w 8"/>
                  <a:gd name="T3" fmla="*/ 8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2">
                    <a:moveTo>
                      <a:pt x="8" y="2"/>
                    </a:moveTo>
                    <a:cubicBezTo>
                      <a:pt x="6" y="0"/>
                      <a:pt x="4" y="0"/>
                      <a:pt x="0" y="2"/>
                    </a:cubicBezTo>
                  </a:path>
                </a:pathLst>
              </a:custGeom>
              <a:noFill/>
              <a:ln w="158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568" name="Freeform 501">
                <a:extLst>
                  <a:ext uri="{FF2B5EF4-FFF2-40B4-BE49-F238E27FC236}">
                    <a16:creationId xmlns:a16="http://schemas.microsoft.com/office/drawing/2014/main" id="{F7A93F28-8E68-4796-B3C6-2435AC7560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4" y="2529"/>
                <a:ext cx="8" cy="5"/>
              </a:xfrm>
              <a:custGeom>
                <a:avLst/>
                <a:gdLst>
                  <a:gd name="T0" fmla="*/ 21 w 5"/>
                  <a:gd name="T1" fmla="*/ 0 h 3"/>
                  <a:gd name="T2" fmla="*/ 0 w 5"/>
                  <a:gd name="T3" fmla="*/ 13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3">
                    <a:moveTo>
                      <a:pt x="5" y="0"/>
                    </a:moveTo>
                    <a:cubicBezTo>
                      <a:pt x="3" y="0"/>
                      <a:pt x="2" y="1"/>
                      <a:pt x="0" y="3"/>
                    </a:cubicBezTo>
                  </a:path>
                </a:pathLst>
              </a:custGeom>
              <a:noFill/>
              <a:ln w="158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569" name="Freeform 502">
                <a:extLst>
                  <a:ext uri="{FF2B5EF4-FFF2-40B4-BE49-F238E27FC236}">
                    <a16:creationId xmlns:a16="http://schemas.microsoft.com/office/drawing/2014/main" id="{D7BADCB7-CBD9-428A-BDF3-7715D9B866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8" y="2526"/>
                <a:ext cx="39" cy="44"/>
              </a:xfrm>
              <a:custGeom>
                <a:avLst/>
                <a:gdLst>
                  <a:gd name="T0" fmla="*/ 112 w 23"/>
                  <a:gd name="T1" fmla="*/ 0 h 27"/>
                  <a:gd name="T2" fmla="*/ 63 w 23"/>
                  <a:gd name="T3" fmla="*/ 90 h 27"/>
                  <a:gd name="T4" fmla="*/ 0 w 23"/>
                  <a:gd name="T5" fmla="*/ 117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27">
                    <a:moveTo>
                      <a:pt x="23" y="0"/>
                    </a:moveTo>
                    <a:cubicBezTo>
                      <a:pt x="22" y="9"/>
                      <a:pt x="16" y="14"/>
                      <a:pt x="13" y="21"/>
                    </a:cubicBezTo>
                    <a:cubicBezTo>
                      <a:pt x="10" y="27"/>
                      <a:pt x="3" y="24"/>
                      <a:pt x="0" y="27"/>
                    </a:cubicBezTo>
                  </a:path>
                </a:pathLst>
              </a:custGeom>
              <a:noFill/>
              <a:ln w="4763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570" name="Freeform 503">
                <a:extLst>
                  <a:ext uri="{FF2B5EF4-FFF2-40B4-BE49-F238E27FC236}">
                    <a16:creationId xmlns:a16="http://schemas.microsoft.com/office/drawing/2014/main" id="{E91B26A5-E862-4590-86F3-AAB89319D9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3" y="2514"/>
                <a:ext cx="25" cy="42"/>
              </a:xfrm>
              <a:custGeom>
                <a:avLst/>
                <a:gdLst>
                  <a:gd name="T0" fmla="*/ 70 w 15"/>
                  <a:gd name="T1" fmla="*/ 0 h 25"/>
                  <a:gd name="T2" fmla="*/ 28 w 15"/>
                  <a:gd name="T3" fmla="*/ 104 h 25"/>
                  <a:gd name="T4" fmla="*/ 0 w 15"/>
                  <a:gd name="T5" fmla="*/ 119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25">
                    <a:moveTo>
                      <a:pt x="15" y="0"/>
                    </a:moveTo>
                    <a:cubicBezTo>
                      <a:pt x="14" y="6"/>
                      <a:pt x="9" y="20"/>
                      <a:pt x="6" y="22"/>
                    </a:cubicBezTo>
                    <a:cubicBezTo>
                      <a:pt x="3" y="23"/>
                      <a:pt x="1" y="21"/>
                      <a:pt x="0" y="25"/>
                    </a:cubicBezTo>
                  </a:path>
                </a:pathLst>
              </a:custGeom>
              <a:noFill/>
              <a:ln w="4763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571" name="Freeform 504">
                <a:extLst>
                  <a:ext uri="{FF2B5EF4-FFF2-40B4-BE49-F238E27FC236}">
                    <a16:creationId xmlns:a16="http://schemas.microsoft.com/office/drawing/2014/main" id="{E08EAD91-BE47-449C-B484-3A746F1AAF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" y="1096"/>
                <a:ext cx="401" cy="1555"/>
              </a:xfrm>
              <a:custGeom>
                <a:avLst/>
                <a:gdLst>
                  <a:gd name="T0" fmla="*/ 333 w 242"/>
                  <a:gd name="T1" fmla="*/ 3173 h 941"/>
                  <a:gd name="T2" fmla="*/ 292 w 242"/>
                  <a:gd name="T3" fmla="*/ 3548 h 941"/>
                  <a:gd name="T4" fmla="*/ 318 w 242"/>
                  <a:gd name="T5" fmla="*/ 3678 h 941"/>
                  <a:gd name="T6" fmla="*/ 338 w 242"/>
                  <a:gd name="T7" fmla="*/ 3916 h 941"/>
                  <a:gd name="T8" fmla="*/ 340 w 242"/>
                  <a:gd name="T9" fmla="*/ 4080 h 941"/>
                  <a:gd name="T10" fmla="*/ 355 w 242"/>
                  <a:gd name="T11" fmla="*/ 4115 h 941"/>
                  <a:gd name="T12" fmla="*/ 360 w 242"/>
                  <a:gd name="T13" fmla="*/ 4148 h 941"/>
                  <a:gd name="T14" fmla="*/ 318 w 242"/>
                  <a:gd name="T15" fmla="*/ 4156 h 941"/>
                  <a:gd name="T16" fmla="*/ 355 w 242"/>
                  <a:gd name="T17" fmla="*/ 4227 h 941"/>
                  <a:gd name="T18" fmla="*/ 244 w 242"/>
                  <a:gd name="T19" fmla="*/ 4197 h 941"/>
                  <a:gd name="T20" fmla="*/ 113 w 242"/>
                  <a:gd name="T21" fmla="*/ 4121 h 941"/>
                  <a:gd name="T22" fmla="*/ 55 w 242"/>
                  <a:gd name="T23" fmla="*/ 4019 h 941"/>
                  <a:gd name="T24" fmla="*/ 33 w 242"/>
                  <a:gd name="T25" fmla="*/ 3949 h 941"/>
                  <a:gd name="T26" fmla="*/ 8 w 242"/>
                  <a:gd name="T27" fmla="*/ 3880 h 941"/>
                  <a:gd name="T28" fmla="*/ 60 w 242"/>
                  <a:gd name="T29" fmla="*/ 3632 h 941"/>
                  <a:gd name="T30" fmla="*/ 118 w 242"/>
                  <a:gd name="T31" fmla="*/ 3163 h 941"/>
                  <a:gd name="T32" fmla="*/ 118 w 242"/>
                  <a:gd name="T33" fmla="*/ 2801 h 941"/>
                  <a:gd name="T34" fmla="*/ 159 w 242"/>
                  <a:gd name="T35" fmla="*/ 2109 h 941"/>
                  <a:gd name="T36" fmla="*/ 196 w 242"/>
                  <a:gd name="T37" fmla="*/ 1765 h 941"/>
                  <a:gd name="T38" fmla="*/ 250 w 242"/>
                  <a:gd name="T39" fmla="*/ 1226 h 941"/>
                  <a:gd name="T40" fmla="*/ 310 w 242"/>
                  <a:gd name="T41" fmla="*/ 876 h 941"/>
                  <a:gd name="T42" fmla="*/ 547 w 242"/>
                  <a:gd name="T43" fmla="*/ 428 h 941"/>
                  <a:gd name="T44" fmla="*/ 623 w 242"/>
                  <a:gd name="T45" fmla="*/ 393 h 941"/>
                  <a:gd name="T46" fmla="*/ 698 w 242"/>
                  <a:gd name="T47" fmla="*/ 373 h 941"/>
                  <a:gd name="T48" fmla="*/ 843 w 242"/>
                  <a:gd name="T49" fmla="*/ 344 h 941"/>
                  <a:gd name="T50" fmla="*/ 1060 w 242"/>
                  <a:gd name="T51" fmla="*/ 0 h 941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242" h="941">
                    <a:moveTo>
                      <a:pt x="73" y="703"/>
                    </a:moveTo>
                    <a:cubicBezTo>
                      <a:pt x="67" y="741"/>
                      <a:pt x="62" y="777"/>
                      <a:pt x="64" y="786"/>
                    </a:cubicBezTo>
                    <a:cubicBezTo>
                      <a:pt x="64" y="793"/>
                      <a:pt x="63" y="805"/>
                      <a:pt x="70" y="815"/>
                    </a:cubicBezTo>
                    <a:cubicBezTo>
                      <a:pt x="82" y="833"/>
                      <a:pt x="75" y="860"/>
                      <a:pt x="74" y="868"/>
                    </a:cubicBezTo>
                    <a:cubicBezTo>
                      <a:pt x="81" y="883"/>
                      <a:pt x="81" y="902"/>
                      <a:pt x="75" y="904"/>
                    </a:cubicBezTo>
                    <a:cubicBezTo>
                      <a:pt x="78" y="907"/>
                      <a:pt x="79" y="907"/>
                      <a:pt x="78" y="912"/>
                    </a:cubicBezTo>
                    <a:cubicBezTo>
                      <a:pt x="79" y="915"/>
                      <a:pt x="79" y="917"/>
                      <a:pt x="79" y="919"/>
                    </a:cubicBezTo>
                    <a:cubicBezTo>
                      <a:pt x="76" y="926"/>
                      <a:pt x="66" y="919"/>
                      <a:pt x="70" y="921"/>
                    </a:cubicBezTo>
                    <a:cubicBezTo>
                      <a:pt x="76" y="925"/>
                      <a:pt x="81" y="930"/>
                      <a:pt x="78" y="937"/>
                    </a:cubicBezTo>
                    <a:cubicBezTo>
                      <a:pt x="76" y="941"/>
                      <a:pt x="62" y="933"/>
                      <a:pt x="54" y="930"/>
                    </a:cubicBezTo>
                    <a:cubicBezTo>
                      <a:pt x="43" y="926"/>
                      <a:pt x="24" y="921"/>
                      <a:pt x="25" y="913"/>
                    </a:cubicBezTo>
                    <a:cubicBezTo>
                      <a:pt x="25" y="906"/>
                      <a:pt x="14" y="896"/>
                      <a:pt x="12" y="891"/>
                    </a:cubicBezTo>
                    <a:cubicBezTo>
                      <a:pt x="8" y="884"/>
                      <a:pt x="9" y="880"/>
                      <a:pt x="7" y="875"/>
                    </a:cubicBezTo>
                    <a:cubicBezTo>
                      <a:pt x="4" y="870"/>
                      <a:pt x="0" y="864"/>
                      <a:pt x="2" y="860"/>
                    </a:cubicBezTo>
                    <a:cubicBezTo>
                      <a:pt x="4" y="855"/>
                      <a:pt x="8" y="824"/>
                      <a:pt x="13" y="805"/>
                    </a:cubicBezTo>
                    <a:cubicBezTo>
                      <a:pt x="17" y="790"/>
                      <a:pt x="29" y="731"/>
                      <a:pt x="26" y="701"/>
                    </a:cubicBezTo>
                    <a:cubicBezTo>
                      <a:pt x="24" y="678"/>
                      <a:pt x="27" y="636"/>
                      <a:pt x="26" y="621"/>
                    </a:cubicBezTo>
                    <a:cubicBezTo>
                      <a:pt x="25" y="531"/>
                      <a:pt x="31" y="484"/>
                      <a:pt x="35" y="467"/>
                    </a:cubicBezTo>
                    <a:cubicBezTo>
                      <a:pt x="38" y="451"/>
                      <a:pt x="43" y="427"/>
                      <a:pt x="43" y="391"/>
                    </a:cubicBezTo>
                    <a:cubicBezTo>
                      <a:pt x="43" y="356"/>
                      <a:pt x="52" y="306"/>
                      <a:pt x="55" y="272"/>
                    </a:cubicBezTo>
                    <a:cubicBezTo>
                      <a:pt x="57" y="252"/>
                      <a:pt x="64" y="221"/>
                      <a:pt x="68" y="194"/>
                    </a:cubicBezTo>
                    <a:cubicBezTo>
                      <a:pt x="72" y="168"/>
                      <a:pt x="104" y="101"/>
                      <a:pt x="120" y="95"/>
                    </a:cubicBezTo>
                    <a:cubicBezTo>
                      <a:pt x="124" y="94"/>
                      <a:pt x="133" y="88"/>
                      <a:pt x="137" y="87"/>
                    </a:cubicBezTo>
                    <a:cubicBezTo>
                      <a:pt x="143" y="86"/>
                      <a:pt x="147" y="84"/>
                      <a:pt x="153" y="83"/>
                    </a:cubicBezTo>
                    <a:cubicBezTo>
                      <a:pt x="165" y="81"/>
                      <a:pt x="175" y="79"/>
                      <a:pt x="185" y="76"/>
                    </a:cubicBezTo>
                    <a:cubicBezTo>
                      <a:pt x="203" y="70"/>
                      <a:pt x="242" y="35"/>
                      <a:pt x="233" y="0"/>
                    </a:cubicBezTo>
                  </a:path>
                </a:pathLst>
              </a:custGeom>
              <a:noFill/>
              <a:ln w="4763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572" name="Freeform 505">
                <a:extLst>
                  <a:ext uri="{FF2B5EF4-FFF2-40B4-BE49-F238E27FC236}">
                    <a16:creationId xmlns:a16="http://schemas.microsoft.com/office/drawing/2014/main" id="{9CB58EB4-93F3-4D8A-B5CF-9E9E5803CA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9" y="1689"/>
                <a:ext cx="746" cy="2399"/>
              </a:xfrm>
              <a:custGeom>
                <a:avLst/>
                <a:gdLst>
                  <a:gd name="T0" fmla="*/ 1817 w 450"/>
                  <a:gd name="T1" fmla="*/ 532 h 1451"/>
                  <a:gd name="T2" fmla="*/ 1726 w 450"/>
                  <a:gd name="T3" fmla="*/ 0 h 1451"/>
                  <a:gd name="T4" fmla="*/ 1863 w 450"/>
                  <a:gd name="T5" fmla="*/ 894 h 1451"/>
                  <a:gd name="T6" fmla="*/ 1910 w 450"/>
                  <a:gd name="T7" fmla="*/ 2171 h 1451"/>
                  <a:gd name="T8" fmla="*/ 1595 w 450"/>
                  <a:gd name="T9" fmla="*/ 3632 h 1451"/>
                  <a:gd name="T10" fmla="*/ 1484 w 450"/>
                  <a:gd name="T11" fmla="*/ 5051 h 1451"/>
                  <a:gd name="T12" fmla="*/ 1371 w 450"/>
                  <a:gd name="T13" fmla="*/ 5983 h 1451"/>
                  <a:gd name="T14" fmla="*/ 1530 w 450"/>
                  <a:gd name="T15" fmla="*/ 6355 h 1451"/>
                  <a:gd name="T16" fmla="*/ 1482 w 450"/>
                  <a:gd name="T17" fmla="*/ 6489 h 1451"/>
                  <a:gd name="T18" fmla="*/ 1253 w 450"/>
                  <a:gd name="T19" fmla="*/ 6503 h 1451"/>
                  <a:gd name="T20" fmla="*/ 1033 w 450"/>
                  <a:gd name="T21" fmla="*/ 6350 h 1451"/>
                  <a:gd name="T22" fmla="*/ 1020 w 450"/>
                  <a:gd name="T23" fmla="*/ 6074 h 1451"/>
                  <a:gd name="T24" fmla="*/ 1058 w 450"/>
                  <a:gd name="T25" fmla="*/ 5808 h 1451"/>
                  <a:gd name="T26" fmla="*/ 1048 w 450"/>
                  <a:gd name="T27" fmla="*/ 4289 h 1451"/>
                  <a:gd name="T28" fmla="*/ 1048 w 450"/>
                  <a:gd name="T29" fmla="*/ 3439 h 1451"/>
                  <a:gd name="T30" fmla="*/ 1048 w 450"/>
                  <a:gd name="T31" fmla="*/ 2201 h 1451"/>
                  <a:gd name="T32" fmla="*/ 1003 w 450"/>
                  <a:gd name="T33" fmla="*/ 2206 h 1451"/>
                  <a:gd name="T34" fmla="*/ 957 w 450"/>
                  <a:gd name="T35" fmla="*/ 2201 h 1451"/>
                  <a:gd name="T36" fmla="*/ 940 w 450"/>
                  <a:gd name="T37" fmla="*/ 2740 h 1451"/>
                  <a:gd name="T38" fmla="*/ 943 w 450"/>
                  <a:gd name="T39" fmla="*/ 3874 h 1451"/>
                  <a:gd name="T40" fmla="*/ 894 w 450"/>
                  <a:gd name="T41" fmla="*/ 5486 h 1451"/>
                  <a:gd name="T42" fmla="*/ 957 w 450"/>
                  <a:gd name="T43" fmla="*/ 5970 h 1451"/>
                  <a:gd name="T44" fmla="*/ 983 w 450"/>
                  <a:gd name="T45" fmla="*/ 6225 h 1451"/>
                  <a:gd name="T46" fmla="*/ 907 w 450"/>
                  <a:gd name="T47" fmla="*/ 6486 h 1451"/>
                  <a:gd name="T48" fmla="*/ 630 w 450"/>
                  <a:gd name="T49" fmla="*/ 6511 h 1451"/>
                  <a:gd name="T50" fmla="*/ 472 w 450"/>
                  <a:gd name="T51" fmla="*/ 6422 h 1451"/>
                  <a:gd name="T52" fmla="*/ 605 w 450"/>
                  <a:gd name="T53" fmla="*/ 6147 h 1451"/>
                  <a:gd name="T54" fmla="*/ 610 w 450"/>
                  <a:gd name="T55" fmla="*/ 5699 h 1451"/>
                  <a:gd name="T56" fmla="*/ 446 w 450"/>
                  <a:gd name="T57" fmla="*/ 4046 h 1451"/>
                  <a:gd name="T58" fmla="*/ 292 w 450"/>
                  <a:gd name="T59" fmla="*/ 2875 h 1451"/>
                  <a:gd name="T60" fmla="*/ 41 w 450"/>
                  <a:gd name="T61" fmla="*/ 1410 h 1451"/>
                  <a:gd name="T62" fmla="*/ 277 w 450"/>
                  <a:gd name="T63" fmla="*/ 539 h 1451"/>
                  <a:gd name="T64" fmla="*/ 277 w 450"/>
                  <a:gd name="T65" fmla="*/ 20 h 1451"/>
                  <a:gd name="T66" fmla="*/ 172 w 450"/>
                  <a:gd name="T67" fmla="*/ 832 h 1451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450" h="1451">
                    <a:moveTo>
                      <a:pt x="402" y="185"/>
                    </a:moveTo>
                    <a:cubicBezTo>
                      <a:pt x="399" y="150"/>
                      <a:pt x="401" y="126"/>
                      <a:pt x="399" y="118"/>
                    </a:cubicBezTo>
                    <a:cubicBezTo>
                      <a:pt x="397" y="105"/>
                      <a:pt x="383" y="40"/>
                      <a:pt x="378" y="11"/>
                    </a:cubicBezTo>
                    <a:cubicBezTo>
                      <a:pt x="379" y="0"/>
                      <a:pt x="379" y="0"/>
                      <a:pt x="379" y="0"/>
                    </a:cubicBezTo>
                    <a:cubicBezTo>
                      <a:pt x="385" y="54"/>
                      <a:pt x="382" y="99"/>
                      <a:pt x="381" y="118"/>
                    </a:cubicBezTo>
                    <a:cubicBezTo>
                      <a:pt x="380" y="143"/>
                      <a:pt x="398" y="178"/>
                      <a:pt x="409" y="198"/>
                    </a:cubicBezTo>
                    <a:cubicBezTo>
                      <a:pt x="420" y="219"/>
                      <a:pt x="427" y="256"/>
                      <a:pt x="436" y="312"/>
                    </a:cubicBezTo>
                    <a:cubicBezTo>
                      <a:pt x="450" y="382"/>
                      <a:pt x="425" y="427"/>
                      <a:pt x="419" y="480"/>
                    </a:cubicBezTo>
                    <a:cubicBezTo>
                      <a:pt x="413" y="537"/>
                      <a:pt x="388" y="572"/>
                      <a:pt x="374" y="635"/>
                    </a:cubicBezTo>
                    <a:cubicBezTo>
                      <a:pt x="361" y="691"/>
                      <a:pt x="348" y="762"/>
                      <a:pt x="350" y="804"/>
                    </a:cubicBezTo>
                    <a:cubicBezTo>
                      <a:pt x="353" y="852"/>
                      <a:pt x="343" y="868"/>
                      <a:pt x="341" y="895"/>
                    </a:cubicBezTo>
                    <a:cubicBezTo>
                      <a:pt x="340" y="922"/>
                      <a:pt x="340" y="1035"/>
                      <a:pt x="326" y="1118"/>
                    </a:cubicBezTo>
                    <a:cubicBezTo>
                      <a:pt x="314" y="1193"/>
                      <a:pt x="309" y="1243"/>
                      <a:pt x="305" y="1261"/>
                    </a:cubicBezTo>
                    <a:cubicBezTo>
                      <a:pt x="297" y="1300"/>
                      <a:pt x="305" y="1304"/>
                      <a:pt x="301" y="1324"/>
                    </a:cubicBezTo>
                    <a:cubicBezTo>
                      <a:pt x="297" y="1344"/>
                      <a:pt x="297" y="1341"/>
                      <a:pt x="307" y="1360"/>
                    </a:cubicBezTo>
                    <a:cubicBezTo>
                      <a:pt x="316" y="1373"/>
                      <a:pt x="331" y="1400"/>
                      <a:pt x="336" y="1406"/>
                    </a:cubicBezTo>
                    <a:cubicBezTo>
                      <a:pt x="341" y="1412"/>
                      <a:pt x="338" y="1418"/>
                      <a:pt x="336" y="1421"/>
                    </a:cubicBezTo>
                    <a:cubicBezTo>
                      <a:pt x="339" y="1431"/>
                      <a:pt x="329" y="1436"/>
                      <a:pt x="325" y="1436"/>
                    </a:cubicBezTo>
                    <a:cubicBezTo>
                      <a:pt x="326" y="1447"/>
                      <a:pt x="306" y="1446"/>
                      <a:pt x="302" y="1441"/>
                    </a:cubicBezTo>
                    <a:cubicBezTo>
                      <a:pt x="301" y="1447"/>
                      <a:pt x="281" y="1447"/>
                      <a:pt x="275" y="1439"/>
                    </a:cubicBezTo>
                    <a:cubicBezTo>
                      <a:pt x="265" y="1448"/>
                      <a:pt x="254" y="1450"/>
                      <a:pt x="243" y="1433"/>
                    </a:cubicBezTo>
                    <a:cubicBezTo>
                      <a:pt x="235" y="1420"/>
                      <a:pt x="226" y="1416"/>
                      <a:pt x="227" y="1405"/>
                    </a:cubicBezTo>
                    <a:cubicBezTo>
                      <a:pt x="228" y="1394"/>
                      <a:pt x="226" y="1390"/>
                      <a:pt x="224" y="1377"/>
                    </a:cubicBezTo>
                    <a:cubicBezTo>
                      <a:pt x="221" y="1364"/>
                      <a:pt x="220" y="1354"/>
                      <a:pt x="224" y="1344"/>
                    </a:cubicBezTo>
                    <a:cubicBezTo>
                      <a:pt x="229" y="1335"/>
                      <a:pt x="230" y="1330"/>
                      <a:pt x="230" y="1321"/>
                    </a:cubicBezTo>
                    <a:cubicBezTo>
                      <a:pt x="230" y="1311"/>
                      <a:pt x="226" y="1297"/>
                      <a:pt x="232" y="1285"/>
                    </a:cubicBezTo>
                    <a:cubicBezTo>
                      <a:pt x="238" y="1273"/>
                      <a:pt x="245" y="1245"/>
                      <a:pt x="244" y="1214"/>
                    </a:cubicBezTo>
                    <a:cubicBezTo>
                      <a:pt x="243" y="1183"/>
                      <a:pt x="220" y="1008"/>
                      <a:pt x="230" y="949"/>
                    </a:cubicBezTo>
                    <a:cubicBezTo>
                      <a:pt x="239" y="889"/>
                      <a:pt x="236" y="877"/>
                      <a:pt x="233" y="857"/>
                    </a:cubicBezTo>
                    <a:cubicBezTo>
                      <a:pt x="231" y="836"/>
                      <a:pt x="225" y="804"/>
                      <a:pt x="230" y="761"/>
                    </a:cubicBezTo>
                    <a:cubicBezTo>
                      <a:pt x="232" y="744"/>
                      <a:pt x="238" y="676"/>
                      <a:pt x="238" y="606"/>
                    </a:cubicBezTo>
                    <a:cubicBezTo>
                      <a:pt x="237" y="561"/>
                      <a:pt x="218" y="499"/>
                      <a:pt x="230" y="487"/>
                    </a:cubicBezTo>
                    <a:cubicBezTo>
                      <a:pt x="231" y="486"/>
                      <a:pt x="231" y="486"/>
                      <a:pt x="231" y="486"/>
                    </a:cubicBezTo>
                    <a:cubicBezTo>
                      <a:pt x="227" y="488"/>
                      <a:pt x="223" y="488"/>
                      <a:pt x="220" y="488"/>
                    </a:cubicBezTo>
                    <a:cubicBezTo>
                      <a:pt x="219" y="488"/>
                      <a:pt x="219" y="488"/>
                      <a:pt x="219" y="488"/>
                    </a:cubicBezTo>
                    <a:cubicBezTo>
                      <a:pt x="216" y="488"/>
                      <a:pt x="213" y="488"/>
                      <a:pt x="210" y="487"/>
                    </a:cubicBezTo>
                    <a:cubicBezTo>
                      <a:pt x="209" y="487"/>
                      <a:pt x="209" y="487"/>
                      <a:pt x="209" y="487"/>
                    </a:cubicBezTo>
                    <a:cubicBezTo>
                      <a:pt x="221" y="499"/>
                      <a:pt x="206" y="561"/>
                      <a:pt x="206" y="606"/>
                    </a:cubicBezTo>
                    <a:cubicBezTo>
                      <a:pt x="205" y="676"/>
                      <a:pt x="208" y="744"/>
                      <a:pt x="210" y="761"/>
                    </a:cubicBezTo>
                    <a:cubicBezTo>
                      <a:pt x="215" y="804"/>
                      <a:pt x="209" y="836"/>
                      <a:pt x="207" y="857"/>
                    </a:cubicBezTo>
                    <a:cubicBezTo>
                      <a:pt x="204" y="877"/>
                      <a:pt x="201" y="889"/>
                      <a:pt x="210" y="949"/>
                    </a:cubicBezTo>
                    <a:cubicBezTo>
                      <a:pt x="220" y="1008"/>
                      <a:pt x="197" y="1183"/>
                      <a:pt x="196" y="1214"/>
                    </a:cubicBezTo>
                    <a:cubicBezTo>
                      <a:pt x="195" y="1245"/>
                      <a:pt x="202" y="1273"/>
                      <a:pt x="208" y="1285"/>
                    </a:cubicBezTo>
                    <a:cubicBezTo>
                      <a:pt x="214" y="1297"/>
                      <a:pt x="210" y="1311"/>
                      <a:pt x="210" y="1321"/>
                    </a:cubicBezTo>
                    <a:cubicBezTo>
                      <a:pt x="210" y="1330"/>
                      <a:pt x="211" y="1335"/>
                      <a:pt x="215" y="1344"/>
                    </a:cubicBezTo>
                    <a:cubicBezTo>
                      <a:pt x="220" y="1354"/>
                      <a:pt x="219" y="1364"/>
                      <a:pt x="216" y="1377"/>
                    </a:cubicBezTo>
                    <a:cubicBezTo>
                      <a:pt x="214" y="1390"/>
                      <a:pt x="211" y="1394"/>
                      <a:pt x="213" y="1405"/>
                    </a:cubicBezTo>
                    <a:cubicBezTo>
                      <a:pt x="214" y="1416"/>
                      <a:pt x="206" y="1421"/>
                      <a:pt x="199" y="1435"/>
                    </a:cubicBezTo>
                    <a:cubicBezTo>
                      <a:pt x="190" y="1451"/>
                      <a:pt x="174" y="1448"/>
                      <a:pt x="165" y="1439"/>
                    </a:cubicBezTo>
                    <a:cubicBezTo>
                      <a:pt x="159" y="1447"/>
                      <a:pt x="144" y="1446"/>
                      <a:pt x="138" y="1441"/>
                    </a:cubicBezTo>
                    <a:cubicBezTo>
                      <a:pt x="133" y="1446"/>
                      <a:pt x="113" y="1447"/>
                      <a:pt x="114" y="1436"/>
                    </a:cubicBezTo>
                    <a:cubicBezTo>
                      <a:pt x="111" y="1436"/>
                      <a:pt x="100" y="1431"/>
                      <a:pt x="104" y="1421"/>
                    </a:cubicBezTo>
                    <a:cubicBezTo>
                      <a:pt x="102" y="1418"/>
                      <a:pt x="99" y="1412"/>
                      <a:pt x="104" y="1406"/>
                    </a:cubicBezTo>
                    <a:cubicBezTo>
                      <a:pt x="109" y="1400"/>
                      <a:pt x="124" y="1373"/>
                      <a:pt x="133" y="1360"/>
                    </a:cubicBezTo>
                    <a:cubicBezTo>
                      <a:pt x="143" y="1341"/>
                      <a:pt x="142" y="1344"/>
                      <a:pt x="139" y="1324"/>
                    </a:cubicBezTo>
                    <a:cubicBezTo>
                      <a:pt x="135" y="1304"/>
                      <a:pt x="143" y="1300"/>
                      <a:pt x="134" y="1261"/>
                    </a:cubicBezTo>
                    <a:cubicBezTo>
                      <a:pt x="130" y="1243"/>
                      <a:pt x="127" y="1193"/>
                      <a:pt x="114" y="1118"/>
                    </a:cubicBezTo>
                    <a:cubicBezTo>
                      <a:pt x="101" y="1041"/>
                      <a:pt x="105" y="921"/>
                      <a:pt x="98" y="895"/>
                    </a:cubicBezTo>
                    <a:cubicBezTo>
                      <a:pt x="86" y="849"/>
                      <a:pt x="93" y="827"/>
                      <a:pt x="93" y="797"/>
                    </a:cubicBezTo>
                    <a:cubicBezTo>
                      <a:pt x="93" y="754"/>
                      <a:pt x="77" y="692"/>
                      <a:pt x="64" y="636"/>
                    </a:cubicBezTo>
                    <a:cubicBezTo>
                      <a:pt x="50" y="574"/>
                      <a:pt x="31" y="537"/>
                      <a:pt x="25" y="480"/>
                    </a:cubicBezTo>
                    <a:cubicBezTo>
                      <a:pt x="17" y="401"/>
                      <a:pt x="0" y="356"/>
                      <a:pt x="9" y="312"/>
                    </a:cubicBezTo>
                    <a:cubicBezTo>
                      <a:pt x="19" y="256"/>
                      <a:pt x="22" y="214"/>
                      <a:pt x="32" y="193"/>
                    </a:cubicBezTo>
                    <a:cubicBezTo>
                      <a:pt x="43" y="173"/>
                      <a:pt x="62" y="144"/>
                      <a:pt x="61" y="119"/>
                    </a:cubicBezTo>
                    <a:cubicBezTo>
                      <a:pt x="60" y="101"/>
                      <a:pt x="55" y="56"/>
                      <a:pt x="61" y="12"/>
                    </a:cubicBezTo>
                    <a:cubicBezTo>
                      <a:pt x="61" y="4"/>
                      <a:pt x="61" y="4"/>
                      <a:pt x="61" y="4"/>
                    </a:cubicBezTo>
                    <a:cubicBezTo>
                      <a:pt x="57" y="33"/>
                      <a:pt x="43" y="105"/>
                      <a:pt x="40" y="118"/>
                    </a:cubicBezTo>
                    <a:cubicBezTo>
                      <a:pt x="39" y="125"/>
                      <a:pt x="41" y="149"/>
                      <a:pt x="38" y="184"/>
                    </a:cubicBezTo>
                  </a:path>
                </a:pathLst>
              </a:custGeom>
              <a:noFill/>
              <a:ln w="4763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573" name="Freeform 506">
                <a:extLst>
                  <a:ext uri="{FF2B5EF4-FFF2-40B4-BE49-F238E27FC236}">
                    <a16:creationId xmlns:a16="http://schemas.microsoft.com/office/drawing/2014/main" id="{F77C8560-A74B-468E-91DA-56C9E86A83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0" y="1099"/>
                <a:ext cx="398" cy="1552"/>
              </a:xfrm>
              <a:custGeom>
                <a:avLst/>
                <a:gdLst>
                  <a:gd name="T0" fmla="*/ 41 w 240"/>
                  <a:gd name="T1" fmla="*/ 0 h 939"/>
                  <a:gd name="T2" fmla="*/ 250 w 240"/>
                  <a:gd name="T3" fmla="*/ 334 h 939"/>
                  <a:gd name="T4" fmla="*/ 396 w 240"/>
                  <a:gd name="T5" fmla="*/ 365 h 939"/>
                  <a:gd name="T6" fmla="*/ 473 w 240"/>
                  <a:gd name="T7" fmla="*/ 388 h 939"/>
                  <a:gd name="T8" fmla="*/ 539 w 240"/>
                  <a:gd name="T9" fmla="*/ 415 h 939"/>
                  <a:gd name="T10" fmla="*/ 768 w 240"/>
                  <a:gd name="T11" fmla="*/ 866 h 939"/>
                  <a:gd name="T12" fmla="*/ 839 w 240"/>
                  <a:gd name="T13" fmla="*/ 1243 h 939"/>
                  <a:gd name="T14" fmla="*/ 899 w 240"/>
                  <a:gd name="T15" fmla="*/ 1757 h 939"/>
                  <a:gd name="T16" fmla="*/ 935 w 240"/>
                  <a:gd name="T17" fmla="*/ 2101 h 939"/>
                  <a:gd name="T18" fmla="*/ 968 w 240"/>
                  <a:gd name="T19" fmla="*/ 2773 h 939"/>
                  <a:gd name="T20" fmla="*/ 982 w 240"/>
                  <a:gd name="T21" fmla="*/ 3125 h 939"/>
                  <a:gd name="T22" fmla="*/ 1031 w 240"/>
                  <a:gd name="T23" fmla="*/ 3625 h 939"/>
                  <a:gd name="T24" fmla="*/ 1086 w 240"/>
                  <a:gd name="T25" fmla="*/ 3874 h 939"/>
                  <a:gd name="T26" fmla="*/ 1061 w 240"/>
                  <a:gd name="T27" fmla="*/ 3942 h 939"/>
                  <a:gd name="T28" fmla="*/ 1040 w 240"/>
                  <a:gd name="T29" fmla="*/ 4013 h 939"/>
                  <a:gd name="T30" fmla="*/ 982 w 240"/>
                  <a:gd name="T31" fmla="*/ 4114 h 939"/>
                  <a:gd name="T32" fmla="*/ 847 w 240"/>
                  <a:gd name="T33" fmla="*/ 4190 h 939"/>
                  <a:gd name="T34" fmla="*/ 740 w 240"/>
                  <a:gd name="T35" fmla="*/ 4221 h 939"/>
                  <a:gd name="T36" fmla="*/ 776 w 240"/>
                  <a:gd name="T37" fmla="*/ 4150 h 939"/>
                  <a:gd name="T38" fmla="*/ 735 w 240"/>
                  <a:gd name="T39" fmla="*/ 4142 h 939"/>
                  <a:gd name="T40" fmla="*/ 740 w 240"/>
                  <a:gd name="T41" fmla="*/ 4109 h 939"/>
                  <a:gd name="T42" fmla="*/ 748 w 240"/>
                  <a:gd name="T43" fmla="*/ 4073 h 939"/>
                  <a:gd name="T44" fmla="*/ 753 w 240"/>
                  <a:gd name="T45" fmla="*/ 3909 h 939"/>
                  <a:gd name="T46" fmla="*/ 776 w 240"/>
                  <a:gd name="T47" fmla="*/ 3671 h 939"/>
                  <a:gd name="T48" fmla="*/ 803 w 240"/>
                  <a:gd name="T49" fmla="*/ 3540 h 939"/>
                  <a:gd name="T50" fmla="*/ 784 w 240"/>
                  <a:gd name="T51" fmla="*/ 3332 h 939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240" h="939">
                    <a:moveTo>
                      <a:pt x="9" y="0"/>
                    </a:moveTo>
                    <a:cubicBezTo>
                      <a:pt x="0" y="34"/>
                      <a:pt x="36" y="68"/>
                      <a:pt x="55" y="74"/>
                    </a:cubicBezTo>
                    <a:cubicBezTo>
                      <a:pt x="65" y="77"/>
                      <a:pt x="75" y="79"/>
                      <a:pt x="87" y="81"/>
                    </a:cubicBezTo>
                    <a:cubicBezTo>
                      <a:pt x="92" y="82"/>
                      <a:pt x="97" y="85"/>
                      <a:pt x="104" y="86"/>
                    </a:cubicBezTo>
                    <a:cubicBezTo>
                      <a:pt x="108" y="87"/>
                      <a:pt x="114" y="91"/>
                      <a:pt x="118" y="92"/>
                    </a:cubicBezTo>
                    <a:cubicBezTo>
                      <a:pt x="134" y="98"/>
                      <a:pt x="164" y="166"/>
                      <a:pt x="168" y="192"/>
                    </a:cubicBezTo>
                    <a:cubicBezTo>
                      <a:pt x="172" y="219"/>
                      <a:pt x="183" y="255"/>
                      <a:pt x="184" y="275"/>
                    </a:cubicBezTo>
                    <a:cubicBezTo>
                      <a:pt x="187" y="309"/>
                      <a:pt x="197" y="354"/>
                      <a:pt x="197" y="389"/>
                    </a:cubicBezTo>
                    <a:cubicBezTo>
                      <a:pt x="197" y="425"/>
                      <a:pt x="202" y="449"/>
                      <a:pt x="205" y="465"/>
                    </a:cubicBezTo>
                    <a:cubicBezTo>
                      <a:pt x="209" y="482"/>
                      <a:pt x="213" y="525"/>
                      <a:pt x="212" y="614"/>
                    </a:cubicBezTo>
                    <a:cubicBezTo>
                      <a:pt x="211" y="630"/>
                      <a:pt x="216" y="668"/>
                      <a:pt x="215" y="692"/>
                    </a:cubicBezTo>
                    <a:cubicBezTo>
                      <a:pt x="212" y="722"/>
                      <a:pt x="223" y="788"/>
                      <a:pt x="226" y="803"/>
                    </a:cubicBezTo>
                    <a:cubicBezTo>
                      <a:pt x="231" y="822"/>
                      <a:pt x="235" y="853"/>
                      <a:pt x="238" y="858"/>
                    </a:cubicBezTo>
                    <a:cubicBezTo>
                      <a:pt x="240" y="862"/>
                      <a:pt x="236" y="868"/>
                      <a:pt x="233" y="873"/>
                    </a:cubicBezTo>
                    <a:cubicBezTo>
                      <a:pt x="231" y="878"/>
                      <a:pt x="231" y="882"/>
                      <a:pt x="228" y="889"/>
                    </a:cubicBezTo>
                    <a:cubicBezTo>
                      <a:pt x="226" y="894"/>
                      <a:pt x="214" y="901"/>
                      <a:pt x="215" y="911"/>
                    </a:cubicBezTo>
                    <a:cubicBezTo>
                      <a:pt x="216" y="918"/>
                      <a:pt x="215" y="918"/>
                      <a:pt x="186" y="928"/>
                    </a:cubicBezTo>
                    <a:cubicBezTo>
                      <a:pt x="178" y="931"/>
                      <a:pt x="163" y="939"/>
                      <a:pt x="162" y="935"/>
                    </a:cubicBezTo>
                    <a:cubicBezTo>
                      <a:pt x="159" y="928"/>
                      <a:pt x="164" y="923"/>
                      <a:pt x="170" y="919"/>
                    </a:cubicBezTo>
                    <a:cubicBezTo>
                      <a:pt x="174" y="917"/>
                      <a:pt x="163" y="924"/>
                      <a:pt x="161" y="917"/>
                    </a:cubicBezTo>
                    <a:cubicBezTo>
                      <a:pt x="160" y="915"/>
                      <a:pt x="160" y="913"/>
                      <a:pt x="162" y="910"/>
                    </a:cubicBezTo>
                    <a:cubicBezTo>
                      <a:pt x="161" y="905"/>
                      <a:pt x="162" y="905"/>
                      <a:pt x="164" y="902"/>
                    </a:cubicBezTo>
                    <a:cubicBezTo>
                      <a:pt x="159" y="900"/>
                      <a:pt x="163" y="877"/>
                      <a:pt x="165" y="866"/>
                    </a:cubicBezTo>
                    <a:cubicBezTo>
                      <a:pt x="165" y="858"/>
                      <a:pt x="164" y="831"/>
                      <a:pt x="170" y="813"/>
                    </a:cubicBezTo>
                    <a:cubicBezTo>
                      <a:pt x="174" y="802"/>
                      <a:pt x="176" y="791"/>
                      <a:pt x="176" y="784"/>
                    </a:cubicBezTo>
                    <a:cubicBezTo>
                      <a:pt x="177" y="778"/>
                      <a:pt x="175" y="761"/>
                      <a:pt x="172" y="738"/>
                    </a:cubicBezTo>
                  </a:path>
                </a:pathLst>
              </a:custGeom>
              <a:noFill/>
              <a:ln w="4763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574" name="Freeform 507">
                <a:extLst>
                  <a:ext uri="{FF2B5EF4-FFF2-40B4-BE49-F238E27FC236}">
                    <a16:creationId xmlns:a16="http://schemas.microsoft.com/office/drawing/2014/main" id="{0CDE1426-1493-4087-97F1-D7B5CF39ED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4" y="1147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0" y="0"/>
                    </a:lnTo>
                  </a:path>
                </a:pathLst>
              </a:custGeom>
              <a:noFill/>
              <a:ln w="4763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575" name="Freeform 508">
                <a:extLst>
                  <a:ext uri="{FF2B5EF4-FFF2-40B4-BE49-F238E27FC236}">
                    <a16:creationId xmlns:a16="http://schemas.microsoft.com/office/drawing/2014/main" id="{7E70B8BB-BA45-466F-8D60-923B045549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7" y="2566"/>
                <a:ext cx="5" cy="16"/>
              </a:xfrm>
              <a:custGeom>
                <a:avLst/>
                <a:gdLst>
                  <a:gd name="T0" fmla="*/ 0 w 3"/>
                  <a:gd name="T1" fmla="*/ 0 h 10"/>
                  <a:gd name="T2" fmla="*/ 5 w 3"/>
                  <a:gd name="T3" fmla="*/ 42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0">
                    <a:moveTo>
                      <a:pt x="0" y="0"/>
                    </a:moveTo>
                    <a:cubicBezTo>
                      <a:pt x="3" y="1"/>
                      <a:pt x="1" y="8"/>
                      <a:pt x="1" y="10"/>
                    </a:cubicBezTo>
                  </a:path>
                </a:pathLst>
              </a:custGeom>
              <a:noFill/>
              <a:ln w="158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576" name="Freeform 509">
                <a:extLst>
                  <a:ext uri="{FF2B5EF4-FFF2-40B4-BE49-F238E27FC236}">
                    <a16:creationId xmlns:a16="http://schemas.microsoft.com/office/drawing/2014/main" id="{C2D9E8DA-3C16-4CDA-974A-FA38D670D2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9" y="3868"/>
                <a:ext cx="6" cy="35"/>
              </a:xfrm>
              <a:custGeom>
                <a:avLst/>
                <a:gdLst>
                  <a:gd name="T0" fmla="*/ 0 w 4"/>
                  <a:gd name="T1" fmla="*/ 0 h 21"/>
                  <a:gd name="T2" fmla="*/ 14 w 4"/>
                  <a:gd name="T3" fmla="*/ 97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1">
                    <a:moveTo>
                      <a:pt x="0" y="0"/>
                    </a:moveTo>
                    <a:cubicBezTo>
                      <a:pt x="0" y="8"/>
                      <a:pt x="4" y="21"/>
                      <a:pt x="4" y="21"/>
                    </a:cubicBezTo>
                  </a:path>
                </a:pathLst>
              </a:custGeom>
              <a:noFill/>
              <a:ln w="4763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577" name="Freeform 510">
                <a:extLst>
                  <a:ext uri="{FF2B5EF4-FFF2-40B4-BE49-F238E27FC236}">
                    <a16:creationId xmlns:a16="http://schemas.microsoft.com/office/drawing/2014/main" id="{64ECD25C-C261-40C5-B3A8-6318DCC432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7" y="2023"/>
                <a:ext cx="47" cy="35"/>
              </a:xfrm>
              <a:custGeom>
                <a:avLst/>
                <a:gdLst>
                  <a:gd name="T0" fmla="*/ 0 w 28"/>
                  <a:gd name="T1" fmla="*/ 63 h 21"/>
                  <a:gd name="T2" fmla="*/ 104 w 28"/>
                  <a:gd name="T3" fmla="*/ 97 h 21"/>
                  <a:gd name="T4" fmla="*/ 5 w 28"/>
                  <a:gd name="T5" fmla="*/ 62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21">
                    <a:moveTo>
                      <a:pt x="0" y="14"/>
                    </a:moveTo>
                    <a:cubicBezTo>
                      <a:pt x="7" y="8"/>
                      <a:pt x="19" y="11"/>
                      <a:pt x="22" y="21"/>
                    </a:cubicBezTo>
                    <a:cubicBezTo>
                      <a:pt x="28" y="13"/>
                      <a:pt x="5" y="0"/>
                      <a:pt x="1" y="1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578" name="Freeform 511">
                <a:extLst>
                  <a:ext uri="{FF2B5EF4-FFF2-40B4-BE49-F238E27FC236}">
                    <a16:creationId xmlns:a16="http://schemas.microsoft.com/office/drawing/2014/main" id="{67EED7FE-A10A-41BC-A921-FE917593A6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4" y="4006"/>
                <a:ext cx="25" cy="16"/>
              </a:xfrm>
              <a:custGeom>
                <a:avLst/>
                <a:gdLst>
                  <a:gd name="T0" fmla="*/ 28 w 15"/>
                  <a:gd name="T1" fmla="*/ 5 h 10"/>
                  <a:gd name="T2" fmla="*/ 62 w 15"/>
                  <a:gd name="T3" fmla="*/ 13 h 10"/>
                  <a:gd name="T4" fmla="*/ 28 w 15"/>
                  <a:gd name="T5" fmla="*/ 16 h 10"/>
                  <a:gd name="T6" fmla="*/ 5 w 15"/>
                  <a:gd name="T7" fmla="*/ 29 h 10"/>
                  <a:gd name="T8" fmla="*/ 55 w 15"/>
                  <a:gd name="T9" fmla="*/ 42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0">
                    <a:moveTo>
                      <a:pt x="6" y="1"/>
                    </a:moveTo>
                    <a:cubicBezTo>
                      <a:pt x="8" y="2"/>
                      <a:pt x="12" y="0"/>
                      <a:pt x="13" y="3"/>
                    </a:cubicBezTo>
                    <a:cubicBezTo>
                      <a:pt x="15" y="9"/>
                      <a:pt x="7" y="4"/>
                      <a:pt x="6" y="4"/>
                    </a:cubicBezTo>
                    <a:cubicBezTo>
                      <a:pt x="4" y="4"/>
                      <a:pt x="0" y="4"/>
                      <a:pt x="1" y="7"/>
                    </a:cubicBezTo>
                    <a:cubicBezTo>
                      <a:pt x="2" y="10"/>
                      <a:pt x="9" y="9"/>
                      <a:pt x="12" y="10"/>
                    </a:cubicBezTo>
                  </a:path>
                </a:pathLst>
              </a:custGeom>
              <a:noFill/>
              <a:ln w="7938" cap="flat">
                <a:solidFill>
                  <a:srgbClr val="FEF6F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579" name="Freeform 512">
                <a:extLst>
                  <a:ext uri="{FF2B5EF4-FFF2-40B4-BE49-F238E27FC236}">
                    <a16:creationId xmlns:a16="http://schemas.microsoft.com/office/drawing/2014/main" id="{CDCBB8CB-AE6D-4B99-9C64-F89E567BAB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9" y="4007"/>
                <a:ext cx="15" cy="13"/>
              </a:xfrm>
              <a:custGeom>
                <a:avLst/>
                <a:gdLst>
                  <a:gd name="T0" fmla="*/ 42 w 9"/>
                  <a:gd name="T1" fmla="*/ 21 h 8"/>
                  <a:gd name="T2" fmla="*/ 0 w 9"/>
                  <a:gd name="T3" fmla="*/ 0 h 8"/>
                  <a:gd name="T4" fmla="*/ 28 w 9"/>
                  <a:gd name="T5" fmla="*/ 34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8">
                    <a:moveTo>
                      <a:pt x="9" y="5"/>
                    </a:moveTo>
                    <a:cubicBezTo>
                      <a:pt x="8" y="2"/>
                      <a:pt x="4" y="0"/>
                      <a:pt x="0" y="0"/>
                    </a:cubicBezTo>
                    <a:cubicBezTo>
                      <a:pt x="1" y="3"/>
                      <a:pt x="3" y="7"/>
                      <a:pt x="6" y="8"/>
                    </a:cubicBezTo>
                  </a:path>
                </a:pathLst>
              </a:custGeom>
              <a:noFill/>
              <a:ln w="7938" cap="flat">
                <a:solidFill>
                  <a:srgbClr val="FEF6F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580" name="Freeform 513">
                <a:extLst>
                  <a:ext uri="{FF2B5EF4-FFF2-40B4-BE49-F238E27FC236}">
                    <a16:creationId xmlns:a16="http://schemas.microsoft.com/office/drawing/2014/main" id="{E9B10369-A57D-4863-B21A-023BCF4C38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1" y="4001"/>
                <a:ext cx="23" cy="16"/>
              </a:xfrm>
              <a:custGeom>
                <a:avLst/>
                <a:gdLst>
                  <a:gd name="T0" fmla="*/ 62 w 14"/>
                  <a:gd name="T1" fmla="*/ 26 h 10"/>
                  <a:gd name="T2" fmla="*/ 20 w 14"/>
                  <a:gd name="T3" fmla="*/ 8 h 10"/>
                  <a:gd name="T4" fmla="*/ 54 w 14"/>
                  <a:gd name="T5" fmla="*/ 42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0">
                    <a:moveTo>
                      <a:pt x="14" y="6"/>
                    </a:moveTo>
                    <a:cubicBezTo>
                      <a:pt x="12" y="4"/>
                      <a:pt x="7" y="0"/>
                      <a:pt x="4" y="2"/>
                    </a:cubicBezTo>
                    <a:cubicBezTo>
                      <a:pt x="0" y="6"/>
                      <a:pt x="10" y="10"/>
                      <a:pt x="12" y="10"/>
                    </a:cubicBezTo>
                  </a:path>
                </a:pathLst>
              </a:custGeom>
              <a:noFill/>
              <a:ln w="7938" cap="flat">
                <a:solidFill>
                  <a:srgbClr val="FEF6F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581" name="Freeform 514">
                <a:extLst>
                  <a:ext uri="{FF2B5EF4-FFF2-40B4-BE49-F238E27FC236}">
                    <a16:creationId xmlns:a16="http://schemas.microsoft.com/office/drawing/2014/main" id="{8ECCB044-B2D6-454A-AB56-F772FFB527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5" y="3996"/>
                <a:ext cx="8" cy="6"/>
              </a:xfrm>
              <a:custGeom>
                <a:avLst/>
                <a:gdLst>
                  <a:gd name="T0" fmla="*/ 21 w 5"/>
                  <a:gd name="T1" fmla="*/ 14 h 4"/>
                  <a:gd name="T2" fmla="*/ 0 w 5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4">
                    <a:moveTo>
                      <a:pt x="5" y="4"/>
                    </a:moveTo>
                    <a:cubicBezTo>
                      <a:pt x="4" y="2"/>
                      <a:pt x="2" y="1"/>
                      <a:pt x="0" y="0"/>
                    </a:cubicBezTo>
                  </a:path>
                </a:pathLst>
              </a:custGeom>
              <a:noFill/>
              <a:ln w="7938" cap="flat">
                <a:solidFill>
                  <a:srgbClr val="FEF6F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582" name="Freeform 515">
                <a:extLst>
                  <a:ext uri="{FF2B5EF4-FFF2-40B4-BE49-F238E27FC236}">
                    <a16:creationId xmlns:a16="http://schemas.microsoft.com/office/drawing/2014/main" id="{7A5829FD-9C04-49B0-8BD3-A0FA3E1E4B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8" y="4004"/>
                <a:ext cx="17" cy="12"/>
              </a:xfrm>
              <a:custGeom>
                <a:avLst/>
                <a:gdLst>
                  <a:gd name="T0" fmla="*/ 5 w 10"/>
                  <a:gd name="T1" fmla="*/ 9 h 7"/>
                  <a:gd name="T2" fmla="*/ 49 w 10"/>
                  <a:gd name="T3" fmla="*/ 21 h 7"/>
                  <a:gd name="T4" fmla="*/ 0 w 10"/>
                  <a:gd name="T5" fmla="*/ 36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7">
                    <a:moveTo>
                      <a:pt x="1" y="2"/>
                    </a:moveTo>
                    <a:cubicBezTo>
                      <a:pt x="3" y="2"/>
                      <a:pt x="10" y="0"/>
                      <a:pt x="10" y="4"/>
                    </a:cubicBezTo>
                    <a:cubicBezTo>
                      <a:pt x="9" y="7"/>
                      <a:pt x="2" y="7"/>
                      <a:pt x="0" y="7"/>
                    </a:cubicBezTo>
                  </a:path>
                </a:pathLst>
              </a:custGeom>
              <a:noFill/>
              <a:ln w="7938" cap="flat">
                <a:solidFill>
                  <a:srgbClr val="FEF6F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583" name="Freeform 516">
                <a:extLst>
                  <a:ext uri="{FF2B5EF4-FFF2-40B4-BE49-F238E27FC236}">
                    <a16:creationId xmlns:a16="http://schemas.microsoft.com/office/drawing/2014/main" id="{751C47CF-2044-4351-A253-12DBCC1978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0" y="4007"/>
                <a:ext cx="21" cy="17"/>
              </a:xfrm>
              <a:custGeom>
                <a:avLst/>
                <a:gdLst>
                  <a:gd name="T0" fmla="*/ 0 w 13"/>
                  <a:gd name="T1" fmla="*/ 20 h 10"/>
                  <a:gd name="T2" fmla="*/ 39 w 13"/>
                  <a:gd name="T3" fmla="*/ 15 h 10"/>
                  <a:gd name="T4" fmla="*/ 5 w 13"/>
                  <a:gd name="T5" fmla="*/ 49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0">
                    <a:moveTo>
                      <a:pt x="0" y="4"/>
                    </a:moveTo>
                    <a:cubicBezTo>
                      <a:pt x="3" y="3"/>
                      <a:pt x="7" y="0"/>
                      <a:pt x="9" y="3"/>
                    </a:cubicBezTo>
                    <a:cubicBezTo>
                      <a:pt x="13" y="7"/>
                      <a:pt x="5" y="9"/>
                      <a:pt x="1" y="10"/>
                    </a:cubicBezTo>
                  </a:path>
                </a:pathLst>
              </a:custGeom>
              <a:noFill/>
              <a:ln w="7938" cap="flat">
                <a:solidFill>
                  <a:srgbClr val="FEF6F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584" name="Freeform 517">
                <a:extLst>
                  <a:ext uri="{FF2B5EF4-FFF2-40B4-BE49-F238E27FC236}">
                    <a16:creationId xmlns:a16="http://schemas.microsoft.com/office/drawing/2014/main" id="{2499444B-D391-4DDD-8220-BB3024AC4E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3" y="4004"/>
                <a:ext cx="15" cy="7"/>
              </a:xfrm>
              <a:custGeom>
                <a:avLst/>
                <a:gdLst>
                  <a:gd name="T0" fmla="*/ 42 w 9"/>
                  <a:gd name="T1" fmla="*/ 0 h 4"/>
                  <a:gd name="T2" fmla="*/ 0 w 9"/>
                  <a:gd name="T3" fmla="*/ 21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4">
                    <a:moveTo>
                      <a:pt x="9" y="0"/>
                    </a:moveTo>
                    <a:cubicBezTo>
                      <a:pt x="6" y="1"/>
                      <a:pt x="2" y="2"/>
                      <a:pt x="0" y="4"/>
                    </a:cubicBezTo>
                  </a:path>
                </a:pathLst>
              </a:custGeom>
              <a:noFill/>
              <a:ln w="7938" cap="flat">
                <a:solidFill>
                  <a:srgbClr val="FEF6F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585" name="Freeform 518">
                <a:extLst>
                  <a:ext uri="{FF2B5EF4-FFF2-40B4-BE49-F238E27FC236}">
                    <a16:creationId xmlns:a16="http://schemas.microsoft.com/office/drawing/2014/main" id="{498D2AD6-58B3-498B-8191-4263BC4D96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1" y="3996"/>
                <a:ext cx="14" cy="6"/>
              </a:xfrm>
              <a:custGeom>
                <a:avLst/>
                <a:gdLst>
                  <a:gd name="T0" fmla="*/ 44 w 8"/>
                  <a:gd name="T1" fmla="*/ 0 h 4"/>
                  <a:gd name="T2" fmla="*/ 0 w 8"/>
                  <a:gd name="T3" fmla="*/ 14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4">
                    <a:moveTo>
                      <a:pt x="8" y="0"/>
                    </a:moveTo>
                    <a:cubicBezTo>
                      <a:pt x="5" y="1"/>
                      <a:pt x="1" y="2"/>
                      <a:pt x="0" y="4"/>
                    </a:cubicBezTo>
                  </a:path>
                </a:pathLst>
              </a:custGeom>
              <a:noFill/>
              <a:ln w="7938" cap="flat">
                <a:solidFill>
                  <a:srgbClr val="FEF6F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586" name="Freeform 519">
                <a:extLst>
                  <a:ext uri="{FF2B5EF4-FFF2-40B4-BE49-F238E27FC236}">
                    <a16:creationId xmlns:a16="http://schemas.microsoft.com/office/drawing/2014/main" id="{F40AFBEF-94CE-46DA-8EE0-0359C76849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0" y="1615"/>
                <a:ext cx="161" cy="185"/>
              </a:xfrm>
              <a:custGeom>
                <a:avLst/>
                <a:gdLst>
                  <a:gd name="T0" fmla="*/ 360 w 97"/>
                  <a:gd name="T1" fmla="*/ 0 h 112"/>
                  <a:gd name="T2" fmla="*/ 0 w 97"/>
                  <a:gd name="T3" fmla="*/ 352 h 112"/>
                  <a:gd name="T4" fmla="*/ 360 w 97"/>
                  <a:gd name="T5" fmla="*/ 0 h 1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7" h="112">
                    <a:moveTo>
                      <a:pt x="79" y="0"/>
                    </a:moveTo>
                    <a:cubicBezTo>
                      <a:pt x="79" y="0"/>
                      <a:pt x="97" y="112"/>
                      <a:pt x="0" y="78"/>
                    </a:cubicBezTo>
                    <a:cubicBezTo>
                      <a:pt x="0" y="78"/>
                      <a:pt x="87" y="107"/>
                      <a:pt x="79" y="0"/>
                    </a:cubicBezTo>
                    <a:close/>
                  </a:path>
                </a:pathLst>
              </a:custGeom>
              <a:solidFill>
                <a:srgbClr val="969A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587" name="Freeform 520">
                <a:extLst>
                  <a:ext uri="{FF2B5EF4-FFF2-40B4-BE49-F238E27FC236}">
                    <a16:creationId xmlns:a16="http://schemas.microsoft.com/office/drawing/2014/main" id="{782B0C4F-5460-4048-A6AC-8DFFCA1CFA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5" y="1626"/>
                <a:ext cx="153" cy="179"/>
              </a:xfrm>
              <a:custGeom>
                <a:avLst/>
                <a:gdLst>
                  <a:gd name="T0" fmla="*/ 47 w 92"/>
                  <a:gd name="T1" fmla="*/ 0 h 108"/>
                  <a:gd name="T2" fmla="*/ 422 w 92"/>
                  <a:gd name="T3" fmla="*/ 310 h 108"/>
                  <a:gd name="T4" fmla="*/ 47 w 92"/>
                  <a:gd name="T5" fmla="*/ 0 h 10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2" h="108">
                    <a:moveTo>
                      <a:pt x="10" y="0"/>
                    </a:moveTo>
                    <a:cubicBezTo>
                      <a:pt x="10" y="0"/>
                      <a:pt x="0" y="108"/>
                      <a:pt x="92" y="68"/>
                    </a:cubicBezTo>
                    <a:cubicBezTo>
                      <a:pt x="92" y="68"/>
                      <a:pt x="13" y="105"/>
                      <a:pt x="10" y="0"/>
                    </a:cubicBezTo>
                    <a:close/>
                  </a:path>
                </a:pathLst>
              </a:custGeom>
              <a:solidFill>
                <a:srgbClr val="969A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588" name="Freeform 521">
                <a:extLst>
                  <a:ext uri="{FF2B5EF4-FFF2-40B4-BE49-F238E27FC236}">
                    <a16:creationId xmlns:a16="http://schemas.microsoft.com/office/drawing/2014/main" id="{11EBF426-B82B-49F5-B201-26A9387D03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5" y="2017"/>
                <a:ext cx="103" cy="29"/>
              </a:xfrm>
              <a:custGeom>
                <a:avLst/>
                <a:gdLst>
                  <a:gd name="T0" fmla="*/ 0 w 62"/>
                  <a:gd name="T1" fmla="*/ 76 h 18"/>
                  <a:gd name="T2" fmla="*/ 63 w 62"/>
                  <a:gd name="T3" fmla="*/ 71 h 18"/>
                  <a:gd name="T4" fmla="*/ 174 w 62"/>
                  <a:gd name="T5" fmla="*/ 34 h 18"/>
                  <a:gd name="T6" fmla="*/ 284 w 62"/>
                  <a:gd name="T7" fmla="*/ 5 h 18"/>
                  <a:gd name="T8" fmla="*/ 146 w 62"/>
                  <a:gd name="T9" fmla="*/ 55 h 18"/>
                  <a:gd name="T10" fmla="*/ 8 w 62"/>
                  <a:gd name="T11" fmla="*/ 68 h 1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2" h="18">
                    <a:moveTo>
                      <a:pt x="0" y="18"/>
                    </a:moveTo>
                    <a:cubicBezTo>
                      <a:pt x="4" y="16"/>
                      <a:pt x="9" y="17"/>
                      <a:pt x="14" y="17"/>
                    </a:cubicBezTo>
                    <a:cubicBezTo>
                      <a:pt x="23" y="16"/>
                      <a:pt x="30" y="12"/>
                      <a:pt x="38" y="8"/>
                    </a:cubicBezTo>
                    <a:cubicBezTo>
                      <a:pt x="46" y="4"/>
                      <a:pt x="55" y="4"/>
                      <a:pt x="62" y="1"/>
                    </a:cubicBezTo>
                    <a:cubicBezTo>
                      <a:pt x="52" y="0"/>
                      <a:pt x="41" y="10"/>
                      <a:pt x="32" y="13"/>
                    </a:cubicBezTo>
                    <a:cubicBezTo>
                      <a:pt x="23" y="15"/>
                      <a:pt x="11" y="16"/>
                      <a:pt x="2" y="16"/>
                    </a:cubicBezTo>
                  </a:path>
                </a:pathLst>
              </a:custGeom>
              <a:solidFill>
                <a:srgbClr val="FDEA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589" name="Freeform 522">
                <a:extLst>
                  <a:ext uri="{FF2B5EF4-FFF2-40B4-BE49-F238E27FC236}">
                    <a16:creationId xmlns:a16="http://schemas.microsoft.com/office/drawing/2014/main" id="{34C2E439-C4BC-4DDB-AB4D-ED7D35FC01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5" y="2017"/>
                <a:ext cx="101" cy="29"/>
              </a:xfrm>
              <a:custGeom>
                <a:avLst/>
                <a:gdLst>
                  <a:gd name="T0" fmla="*/ 277 w 61"/>
                  <a:gd name="T1" fmla="*/ 71 h 18"/>
                  <a:gd name="T2" fmla="*/ 109 w 61"/>
                  <a:gd name="T3" fmla="*/ 34 h 18"/>
                  <a:gd name="T4" fmla="*/ 0 w 61"/>
                  <a:gd name="T5" fmla="*/ 0 h 18"/>
                  <a:gd name="T6" fmla="*/ 255 w 61"/>
                  <a:gd name="T7" fmla="*/ 76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1" h="18">
                    <a:moveTo>
                      <a:pt x="61" y="17"/>
                    </a:moveTo>
                    <a:cubicBezTo>
                      <a:pt x="47" y="17"/>
                      <a:pt x="37" y="14"/>
                      <a:pt x="24" y="8"/>
                    </a:cubicBezTo>
                    <a:cubicBezTo>
                      <a:pt x="16" y="5"/>
                      <a:pt x="8" y="3"/>
                      <a:pt x="0" y="0"/>
                    </a:cubicBezTo>
                    <a:cubicBezTo>
                      <a:pt x="17" y="13"/>
                      <a:pt x="35" y="18"/>
                      <a:pt x="56" y="18"/>
                    </a:cubicBezTo>
                  </a:path>
                </a:pathLst>
              </a:custGeom>
              <a:solidFill>
                <a:srgbClr val="FDEA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590" name="Freeform 523">
                <a:extLst>
                  <a:ext uri="{FF2B5EF4-FFF2-40B4-BE49-F238E27FC236}">
                    <a16:creationId xmlns:a16="http://schemas.microsoft.com/office/drawing/2014/main" id="{B4B18B16-EA4F-4056-8044-ECB670BD33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2" y="2351"/>
                <a:ext cx="159" cy="89"/>
              </a:xfrm>
              <a:custGeom>
                <a:avLst/>
                <a:gdLst>
                  <a:gd name="T0" fmla="*/ 436 w 96"/>
                  <a:gd name="T1" fmla="*/ 242 h 54"/>
                  <a:gd name="T2" fmla="*/ 0 w 96"/>
                  <a:gd name="T3" fmla="*/ 21 h 54"/>
                  <a:gd name="T4" fmla="*/ 209 w 96"/>
                  <a:gd name="T5" fmla="*/ 96 h 54"/>
                  <a:gd name="T6" fmla="*/ 414 w 96"/>
                  <a:gd name="T7" fmla="*/ 223 h 5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6" h="54">
                    <a:moveTo>
                      <a:pt x="96" y="54"/>
                    </a:moveTo>
                    <a:cubicBezTo>
                      <a:pt x="71" y="32"/>
                      <a:pt x="37" y="0"/>
                      <a:pt x="0" y="5"/>
                    </a:cubicBezTo>
                    <a:cubicBezTo>
                      <a:pt x="14" y="13"/>
                      <a:pt x="31" y="15"/>
                      <a:pt x="46" y="21"/>
                    </a:cubicBezTo>
                    <a:cubicBezTo>
                      <a:pt x="59" y="27"/>
                      <a:pt x="83" y="39"/>
                      <a:pt x="91" y="50"/>
                    </a:cubicBezTo>
                  </a:path>
                </a:pathLst>
              </a:custGeom>
              <a:solidFill>
                <a:srgbClr val="FDEA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591" name="Freeform 524">
                <a:extLst>
                  <a:ext uri="{FF2B5EF4-FFF2-40B4-BE49-F238E27FC236}">
                    <a16:creationId xmlns:a16="http://schemas.microsoft.com/office/drawing/2014/main" id="{24B43114-BA12-4242-94F9-644139119B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8" y="2352"/>
                <a:ext cx="169" cy="98"/>
              </a:xfrm>
              <a:custGeom>
                <a:avLst/>
                <a:gdLst>
                  <a:gd name="T0" fmla="*/ 46 w 102"/>
                  <a:gd name="T1" fmla="*/ 238 h 59"/>
                  <a:gd name="T2" fmla="*/ 464 w 102"/>
                  <a:gd name="T3" fmla="*/ 47 h 59"/>
                  <a:gd name="T4" fmla="*/ 235 w 102"/>
                  <a:gd name="T5" fmla="*/ 141 h 59"/>
                  <a:gd name="T6" fmla="*/ 0 w 102"/>
                  <a:gd name="T7" fmla="*/ 271 h 5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2" h="59">
                    <a:moveTo>
                      <a:pt x="10" y="52"/>
                    </a:moveTo>
                    <a:cubicBezTo>
                      <a:pt x="25" y="34"/>
                      <a:pt x="73" y="0"/>
                      <a:pt x="102" y="10"/>
                    </a:cubicBezTo>
                    <a:cubicBezTo>
                      <a:pt x="88" y="11"/>
                      <a:pt x="66" y="25"/>
                      <a:pt x="52" y="31"/>
                    </a:cubicBezTo>
                    <a:cubicBezTo>
                      <a:pt x="34" y="39"/>
                      <a:pt x="16" y="49"/>
                      <a:pt x="0" y="59"/>
                    </a:cubicBezTo>
                  </a:path>
                </a:pathLst>
              </a:custGeom>
              <a:solidFill>
                <a:srgbClr val="FDEA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592" name="Freeform 525">
                <a:extLst>
                  <a:ext uri="{FF2B5EF4-FFF2-40B4-BE49-F238E27FC236}">
                    <a16:creationId xmlns:a16="http://schemas.microsoft.com/office/drawing/2014/main" id="{932D45F9-01AC-41E7-A475-D39F1E89AC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2" y="2384"/>
                <a:ext cx="106" cy="61"/>
              </a:xfrm>
              <a:custGeom>
                <a:avLst/>
                <a:gdLst>
                  <a:gd name="T0" fmla="*/ 0 w 64"/>
                  <a:gd name="T1" fmla="*/ 167 h 37"/>
                  <a:gd name="T2" fmla="*/ 118 w 64"/>
                  <a:gd name="T3" fmla="*/ 89 h 37"/>
                  <a:gd name="T4" fmla="*/ 292 w 64"/>
                  <a:gd name="T5" fmla="*/ 0 h 3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4" h="37">
                    <a:moveTo>
                      <a:pt x="0" y="37"/>
                    </a:moveTo>
                    <a:cubicBezTo>
                      <a:pt x="10" y="33"/>
                      <a:pt x="18" y="25"/>
                      <a:pt x="26" y="20"/>
                    </a:cubicBezTo>
                    <a:cubicBezTo>
                      <a:pt x="38" y="13"/>
                      <a:pt x="51" y="3"/>
                      <a:pt x="64" y="0"/>
                    </a:cubicBezTo>
                  </a:path>
                </a:pathLst>
              </a:custGeom>
              <a:noFill/>
              <a:ln w="158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593" name="Freeform 526">
                <a:extLst>
                  <a:ext uri="{FF2B5EF4-FFF2-40B4-BE49-F238E27FC236}">
                    <a16:creationId xmlns:a16="http://schemas.microsoft.com/office/drawing/2014/main" id="{CB80699D-1360-4CD1-B127-54D67911D2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5" y="2370"/>
                <a:ext cx="128" cy="76"/>
              </a:xfrm>
              <a:custGeom>
                <a:avLst/>
                <a:gdLst>
                  <a:gd name="T0" fmla="*/ 354 w 77"/>
                  <a:gd name="T1" fmla="*/ 208 h 46"/>
                  <a:gd name="T2" fmla="*/ 293 w 77"/>
                  <a:gd name="T3" fmla="*/ 150 h 46"/>
                  <a:gd name="T4" fmla="*/ 201 w 77"/>
                  <a:gd name="T5" fmla="*/ 84 h 46"/>
                  <a:gd name="T6" fmla="*/ 103 w 77"/>
                  <a:gd name="T7" fmla="*/ 33 h 46"/>
                  <a:gd name="T8" fmla="*/ 0 w 77"/>
                  <a:gd name="T9" fmla="*/ 0 h 4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7" h="46">
                    <a:moveTo>
                      <a:pt x="77" y="46"/>
                    </a:moveTo>
                    <a:cubicBezTo>
                      <a:pt x="75" y="41"/>
                      <a:pt x="68" y="37"/>
                      <a:pt x="64" y="33"/>
                    </a:cubicBezTo>
                    <a:cubicBezTo>
                      <a:pt x="58" y="28"/>
                      <a:pt x="50" y="24"/>
                      <a:pt x="44" y="19"/>
                    </a:cubicBezTo>
                    <a:cubicBezTo>
                      <a:pt x="37" y="15"/>
                      <a:pt x="30" y="10"/>
                      <a:pt x="22" y="7"/>
                    </a:cubicBezTo>
                    <a:cubicBezTo>
                      <a:pt x="15" y="4"/>
                      <a:pt x="7" y="3"/>
                      <a:pt x="0" y="0"/>
                    </a:cubicBezTo>
                  </a:path>
                </a:pathLst>
              </a:custGeom>
              <a:noFill/>
              <a:ln w="158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594" name="Freeform 527">
                <a:extLst>
                  <a:ext uri="{FF2B5EF4-FFF2-40B4-BE49-F238E27FC236}">
                    <a16:creationId xmlns:a16="http://schemas.microsoft.com/office/drawing/2014/main" id="{4C5B1FDE-F792-4745-86AA-1BBE577D5F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9" y="970"/>
                <a:ext cx="21" cy="61"/>
              </a:xfrm>
              <a:custGeom>
                <a:avLst/>
                <a:gdLst>
                  <a:gd name="T0" fmla="*/ 55 w 13"/>
                  <a:gd name="T1" fmla="*/ 143 h 37"/>
                  <a:gd name="T2" fmla="*/ 29 w 13"/>
                  <a:gd name="T3" fmla="*/ 0 h 37"/>
                  <a:gd name="T4" fmla="*/ 5 w 13"/>
                  <a:gd name="T5" fmla="*/ 122 h 37"/>
                  <a:gd name="T6" fmla="*/ 29 w 13"/>
                  <a:gd name="T7" fmla="*/ 152 h 37"/>
                  <a:gd name="T8" fmla="*/ 47 w 13"/>
                  <a:gd name="T9" fmla="*/ 160 h 37"/>
                  <a:gd name="T10" fmla="*/ 50 w 13"/>
                  <a:gd name="T11" fmla="*/ 143 h 3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" h="37">
                    <a:moveTo>
                      <a:pt x="13" y="32"/>
                    </a:moveTo>
                    <a:cubicBezTo>
                      <a:pt x="3" y="30"/>
                      <a:pt x="7" y="8"/>
                      <a:pt x="7" y="0"/>
                    </a:cubicBezTo>
                    <a:cubicBezTo>
                      <a:pt x="5" y="8"/>
                      <a:pt x="3" y="18"/>
                      <a:pt x="1" y="27"/>
                    </a:cubicBezTo>
                    <a:cubicBezTo>
                      <a:pt x="0" y="33"/>
                      <a:pt x="2" y="32"/>
                      <a:pt x="7" y="34"/>
                    </a:cubicBezTo>
                    <a:cubicBezTo>
                      <a:pt x="8" y="34"/>
                      <a:pt x="9" y="37"/>
                      <a:pt x="11" y="36"/>
                    </a:cubicBezTo>
                    <a:cubicBezTo>
                      <a:pt x="13" y="36"/>
                      <a:pt x="13" y="33"/>
                      <a:pt x="12" y="3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595" name="Freeform 528">
                <a:extLst>
                  <a:ext uri="{FF2B5EF4-FFF2-40B4-BE49-F238E27FC236}">
                    <a16:creationId xmlns:a16="http://schemas.microsoft.com/office/drawing/2014/main" id="{9A32C174-187C-4020-9CE3-FB1106126A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5" y="914"/>
                <a:ext cx="39" cy="125"/>
              </a:xfrm>
              <a:custGeom>
                <a:avLst/>
                <a:gdLst>
                  <a:gd name="T0" fmla="*/ 55 w 24"/>
                  <a:gd name="T1" fmla="*/ 33 h 76"/>
                  <a:gd name="T2" fmla="*/ 0 w 24"/>
                  <a:gd name="T3" fmla="*/ 49 h 76"/>
                  <a:gd name="T4" fmla="*/ 18 w 24"/>
                  <a:gd name="T5" fmla="*/ 168 h 76"/>
                  <a:gd name="T6" fmla="*/ 34 w 24"/>
                  <a:gd name="T7" fmla="*/ 227 h 76"/>
                  <a:gd name="T8" fmla="*/ 55 w 24"/>
                  <a:gd name="T9" fmla="*/ 306 h 76"/>
                  <a:gd name="T10" fmla="*/ 76 w 24"/>
                  <a:gd name="T11" fmla="*/ 332 h 76"/>
                  <a:gd name="T12" fmla="*/ 102 w 24"/>
                  <a:gd name="T13" fmla="*/ 339 h 7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" h="76">
                    <a:moveTo>
                      <a:pt x="13" y="7"/>
                    </a:moveTo>
                    <a:cubicBezTo>
                      <a:pt x="8" y="0"/>
                      <a:pt x="0" y="2"/>
                      <a:pt x="0" y="11"/>
                    </a:cubicBezTo>
                    <a:cubicBezTo>
                      <a:pt x="0" y="19"/>
                      <a:pt x="3" y="33"/>
                      <a:pt x="4" y="38"/>
                    </a:cubicBezTo>
                    <a:cubicBezTo>
                      <a:pt x="5" y="43"/>
                      <a:pt x="7" y="47"/>
                      <a:pt x="8" y="51"/>
                    </a:cubicBezTo>
                    <a:cubicBezTo>
                      <a:pt x="9" y="56"/>
                      <a:pt x="12" y="67"/>
                      <a:pt x="13" y="69"/>
                    </a:cubicBezTo>
                    <a:cubicBezTo>
                      <a:pt x="15" y="72"/>
                      <a:pt x="18" y="75"/>
                      <a:pt x="18" y="75"/>
                    </a:cubicBezTo>
                    <a:cubicBezTo>
                      <a:pt x="24" y="76"/>
                      <a:pt x="24" y="76"/>
                      <a:pt x="24" y="76"/>
                    </a:cubicBezTo>
                  </a:path>
                </a:pathLst>
              </a:custGeom>
              <a:solidFill>
                <a:srgbClr val="FEF6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596" name="Freeform 529">
                <a:extLst>
                  <a:ext uri="{FF2B5EF4-FFF2-40B4-BE49-F238E27FC236}">
                    <a16:creationId xmlns:a16="http://schemas.microsoft.com/office/drawing/2014/main" id="{32BDEC6C-B139-405F-849F-7CFFB42478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6" y="937"/>
                <a:ext cx="20" cy="76"/>
              </a:xfrm>
              <a:custGeom>
                <a:avLst/>
                <a:gdLst>
                  <a:gd name="T0" fmla="*/ 28 w 12"/>
                  <a:gd name="T1" fmla="*/ 35 h 46"/>
                  <a:gd name="T2" fmla="*/ 5 w 12"/>
                  <a:gd name="T3" fmla="*/ 13 h 46"/>
                  <a:gd name="T4" fmla="*/ 8 w 12"/>
                  <a:gd name="T5" fmla="*/ 63 h 46"/>
                  <a:gd name="T6" fmla="*/ 55 w 12"/>
                  <a:gd name="T7" fmla="*/ 185 h 4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46">
                    <a:moveTo>
                      <a:pt x="6" y="8"/>
                    </a:moveTo>
                    <a:cubicBezTo>
                      <a:pt x="6" y="5"/>
                      <a:pt x="4" y="0"/>
                      <a:pt x="1" y="3"/>
                    </a:cubicBezTo>
                    <a:cubicBezTo>
                      <a:pt x="0" y="5"/>
                      <a:pt x="1" y="12"/>
                      <a:pt x="2" y="14"/>
                    </a:cubicBezTo>
                    <a:cubicBezTo>
                      <a:pt x="2" y="17"/>
                      <a:pt x="5" y="46"/>
                      <a:pt x="12" y="41"/>
                    </a:cubicBezTo>
                  </a:path>
                </a:pathLst>
              </a:custGeom>
              <a:solidFill>
                <a:srgbClr val="FDEA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597" name="Freeform 530">
                <a:extLst>
                  <a:ext uri="{FF2B5EF4-FFF2-40B4-BE49-F238E27FC236}">
                    <a16:creationId xmlns:a16="http://schemas.microsoft.com/office/drawing/2014/main" id="{18A201E5-98D8-4447-809F-ED67974EB8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5" y="914"/>
                <a:ext cx="38" cy="125"/>
              </a:xfrm>
              <a:custGeom>
                <a:avLst/>
                <a:gdLst>
                  <a:gd name="T0" fmla="*/ 58 w 23"/>
                  <a:gd name="T1" fmla="*/ 33 h 76"/>
                  <a:gd name="T2" fmla="*/ 0 w 23"/>
                  <a:gd name="T3" fmla="*/ 49 h 76"/>
                  <a:gd name="T4" fmla="*/ 20 w 23"/>
                  <a:gd name="T5" fmla="*/ 168 h 76"/>
                  <a:gd name="T6" fmla="*/ 35 w 23"/>
                  <a:gd name="T7" fmla="*/ 227 h 76"/>
                  <a:gd name="T8" fmla="*/ 58 w 23"/>
                  <a:gd name="T9" fmla="*/ 306 h 76"/>
                  <a:gd name="T10" fmla="*/ 104 w 23"/>
                  <a:gd name="T11" fmla="*/ 339 h 7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3" h="76">
                    <a:moveTo>
                      <a:pt x="13" y="7"/>
                    </a:moveTo>
                    <a:cubicBezTo>
                      <a:pt x="8" y="0"/>
                      <a:pt x="0" y="2"/>
                      <a:pt x="0" y="11"/>
                    </a:cubicBezTo>
                    <a:cubicBezTo>
                      <a:pt x="0" y="19"/>
                      <a:pt x="3" y="33"/>
                      <a:pt x="4" y="38"/>
                    </a:cubicBezTo>
                    <a:cubicBezTo>
                      <a:pt x="5" y="43"/>
                      <a:pt x="7" y="47"/>
                      <a:pt x="8" y="51"/>
                    </a:cubicBezTo>
                    <a:cubicBezTo>
                      <a:pt x="9" y="56"/>
                      <a:pt x="12" y="66"/>
                      <a:pt x="13" y="69"/>
                    </a:cubicBezTo>
                    <a:cubicBezTo>
                      <a:pt x="16" y="76"/>
                      <a:pt x="23" y="76"/>
                      <a:pt x="23" y="76"/>
                    </a:cubicBezTo>
                  </a:path>
                </a:pathLst>
              </a:custGeom>
              <a:noFill/>
              <a:ln w="158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598" name="Freeform 531">
                <a:extLst>
                  <a:ext uri="{FF2B5EF4-FFF2-40B4-BE49-F238E27FC236}">
                    <a16:creationId xmlns:a16="http://schemas.microsoft.com/office/drawing/2014/main" id="{993F40DE-0DF2-4755-8AF1-4BF8B8F5BF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6" y="929"/>
                <a:ext cx="20" cy="21"/>
              </a:xfrm>
              <a:custGeom>
                <a:avLst/>
                <a:gdLst>
                  <a:gd name="T0" fmla="*/ 55 w 12"/>
                  <a:gd name="T1" fmla="*/ 47 h 13"/>
                  <a:gd name="T2" fmla="*/ 13 w 12"/>
                  <a:gd name="T3" fmla="*/ 5 h 13"/>
                  <a:gd name="T4" fmla="*/ 13 w 12"/>
                  <a:gd name="T5" fmla="*/ 55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3">
                    <a:moveTo>
                      <a:pt x="12" y="11"/>
                    </a:moveTo>
                    <a:cubicBezTo>
                      <a:pt x="8" y="4"/>
                      <a:pt x="5" y="0"/>
                      <a:pt x="3" y="1"/>
                    </a:cubicBezTo>
                    <a:cubicBezTo>
                      <a:pt x="0" y="2"/>
                      <a:pt x="3" y="9"/>
                      <a:pt x="3" y="13"/>
                    </a:cubicBezTo>
                  </a:path>
                </a:pathLst>
              </a:custGeom>
              <a:noFill/>
              <a:ln w="158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599" name="Freeform 532">
                <a:extLst>
                  <a:ext uri="{FF2B5EF4-FFF2-40B4-BE49-F238E27FC236}">
                    <a16:creationId xmlns:a16="http://schemas.microsoft.com/office/drawing/2014/main" id="{86B8FDB2-B8FB-4E58-8FDD-78DD50F055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1" y="934"/>
                <a:ext cx="12" cy="59"/>
              </a:xfrm>
              <a:custGeom>
                <a:avLst/>
                <a:gdLst>
                  <a:gd name="T0" fmla="*/ 15 w 7"/>
                  <a:gd name="T1" fmla="*/ 0 h 36"/>
                  <a:gd name="T2" fmla="*/ 5 w 7"/>
                  <a:gd name="T3" fmla="*/ 62 h 36"/>
                  <a:gd name="T4" fmla="*/ 9 w 7"/>
                  <a:gd name="T5" fmla="*/ 131 h 36"/>
                  <a:gd name="T6" fmla="*/ 36 w 7"/>
                  <a:gd name="T7" fmla="*/ 159 h 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36">
                    <a:moveTo>
                      <a:pt x="3" y="0"/>
                    </a:moveTo>
                    <a:cubicBezTo>
                      <a:pt x="3" y="5"/>
                      <a:pt x="0" y="6"/>
                      <a:pt x="1" y="14"/>
                    </a:cubicBezTo>
                    <a:cubicBezTo>
                      <a:pt x="1" y="23"/>
                      <a:pt x="2" y="26"/>
                      <a:pt x="2" y="30"/>
                    </a:cubicBezTo>
                    <a:cubicBezTo>
                      <a:pt x="3" y="33"/>
                      <a:pt x="5" y="33"/>
                      <a:pt x="7" y="36"/>
                    </a:cubicBezTo>
                  </a:path>
                </a:pathLst>
              </a:custGeom>
              <a:noFill/>
              <a:ln w="158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600" name="Freeform 533">
                <a:extLst>
                  <a:ext uri="{FF2B5EF4-FFF2-40B4-BE49-F238E27FC236}">
                    <a16:creationId xmlns:a16="http://schemas.microsoft.com/office/drawing/2014/main" id="{0D24A47A-3324-439B-99F1-5A2A71BE1D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3" y="962"/>
                <a:ext cx="15" cy="43"/>
              </a:xfrm>
              <a:custGeom>
                <a:avLst/>
                <a:gdLst>
                  <a:gd name="T0" fmla="*/ 42 w 9"/>
                  <a:gd name="T1" fmla="*/ 117 h 26"/>
                  <a:gd name="T2" fmla="*/ 5 w 9"/>
                  <a:gd name="T3" fmla="*/ 46 h 26"/>
                  <a:gd name="T4" fmla="*/ 5 w 9"/>
                  <a:gd name="T5" fmla="*/ 0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26">
                    <a:moveTo>
                      <a:pt x="9" y="26"/>
                    </a:moveTo>
                    <a:cubicBezTo>
                      <a:pt x="6" y="24"/>
                      <a:pt x="1" y="14"/>
                      <a:pt x="1" y="10"/>
                    </a:cubicBezTo>
                    <a:cubicBezTo>
                      <a:pt x="1" y="6"/>
                      <a:pt x="0" y="0"/>
                      <a:pt x="1" y="0"/>
                    </a:cubicBezTo>
                  </a:path>
                </a:pathLst>
              </a:custGeom>
              <a:noFill/>
              <a:ln w="158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601" name="Freeform 534">
                <a:extLst>
                  <a:ext uri="{FF2B5EF4-FFF2-40B4-BE49-F238E27FC236}">
                    <a16:creationId xmlns:a16="http://schemas.microsoft.com/office/drawing/2014/main" id="{0A8A686F-36D0-4583-A74F-BCC2ADB748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0" y="912"/>
                <a:ext cx="43" cy="129"/>
              </a:xfrm>
              <a:custGeom>
                <a:avLst/>
                <a:gdLst>
                  <a:gd name="T0" fmla="*/ 55 w 26"/>
                  <a:gd name="T1" fmla="*/ 33 h 78"/>
                  <a:gd name="T2" fmla="*/ 117 w 26"/>
                  <a:gd name="T3" fmla="*/ 50 h 78"/>
                  <a:gd name="T4" fmla="*/ 99 w 26"/>
                  <a:gd name="T5" fmla="*/ 172 h 78"/>
                  <a:gd name="T6" fmla="*/ 76 w 26"/>
                  <a:gd name="T7" fmla="*/ 235 h 78"/>
                  <a:gd name="T8" fmla="*/ 63 w 26"/>
                  <a:gd name="T9" fmla="*/ 304 h 78"/>
                  <a:gd name="T10" fmla="*/ 28 w 26"/>
                  <a:gd name="T11" fmla="*/ 347 h 78"/>
                  <a:gd name="T12" fmla="*/ 0 w 26"/>
                  <a:gd name="T13" fmla="*/ 352 h 7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" h="78">
                    <a:moveTo>
                      <a:pt x="12" y="7"/>
                    </a:moveTo>
                    <a:cubicBezTo>
                      <a:pt x="17" y="0"/>
                      <a:pt x="26" y="2"/>
                      <a:pt x="26" y="11"/>
                    </a:cubicBezTo>
                    <a:cubicBezTo>
                      <a:pt x="25" y="19"/>
                      <a:pt x="23" y="33"/>
                      <a:pt x="22" y="38"/>
                    </a:cubicBezTo>
                    <a:cubicBezTo>
                      <a:pt x="21" y="43"/>
                      <a:pt x="18" y="47"/>
                      <a:pt x="17" y="52"/>
                    </a:cubicBezTo>
                    <a:cubicBezTo>
                      <a:pt x="16" y="56"/>
                      <a:pt x="15" y="65"/>
                      <a:pt x="14" y="67"/>
                    </a:cubicBezTo>
                    <a:cubicBezTo>
                      <a:pt x="12" y="71"/>
                      <a:pt x="6" y="77"/>
                      <a:pt x="6" y="77"/>
                    </a:cubicBezTo>
                    <a:cubicBezTo>
                      <a:pt x="0" y="78"/>
                      <a:pt x="0" y="78"/>
                      <a:pt x="0" y="78"/>
                    </a:cubicBezTo>
                  </a:path>
                </a:pathLst>
              </a:custGeom>
              <a:solidFill>
                <a:srgbClr val="FEF6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602" name="Freeform 535">
                <a:extLst>
                  <a:ext uri="{FF2B5EF4-FFF2-40B4-BE49-F238E27FC236}">
                    <a16:creationId xmlns:a16="http://schemas.microsoft.com/office/drawing/2014/main" id="{01276580-8638-4EDF-89BE-A64E190B9E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1" y="935"/>
                <a:ext cx="20" cy="80"/>
              </a:xfrm>
              <a:custGeom>
                <a:avLst/>
                <a:gdLst>
                  <a:gd name="T0" fmla="*/ 28 w 12"/>
                  <a:gd name="T1" fmla="*/ 37 h 48"/>
                  <a:gd name="T2" fmla="*/ 47 w 12"/>
                  <a:gd name="T3" fmla="*/ 13 h 48"/>
                  <a:gd name="T4" fmla="*/ 47 w 12"/>
                  <a:gd name="T5" fmla="*/ 63 h 48"/>
                  <a:gd name="T6" fmla="*/ 0 w 12"/>
                  <a:gd name="T7" fmla="*/ 195 h 4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48">
                    <a:moveTo>
                      <a:pt x="6" y="8"/>
                    </a:moveTo>
                    <a:cubicBezTo>
                      <a:pt x="6" y="5"/>
                      <a:pt x="8" y="0"/>
                      <a:pt x="10" y="3"/>
                    </a:cubicBezTo>
                    <a:cubicBezTo>
                      <a:pt x="12" y="5"/>
                      <a:pt x="10" y="12"/>
                      <a:pt x="10" y="14"/>
                    </a:cubicBezTo>
                    <a:cubicBezTo>
                      <a:pt x="9" y="17"/>
                      <a:pt x="6" y="48"/>
                      <a:pt x="0" y="42"/>
                    </a:cubicBezTo>
                  </a:path>
                </a:pathLst>
              </a:custGeom>
              <a:solidFill>
                <a:srgbClr val="FDEA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603" name="Freeform 536">
                <a:extLst>
                  <a:ext uri="{FF2B5EF4-FFF2-40B4-BE49-F238E27FC236}">
                    <a16:creationId xmlns:a16="http://schemas.microsoft.com/office/drawing/2014/main" id="{82273BD9-BDBB-4FD9-8FB1-C44A49AC83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3" y="912"/>
                <a:ext cx="40" cy="129"/>
              </a:xfrm>
              <a:custGeom>
                <a:avLst/>
                <a:gdLst>
                  <a:gd name="T0" fmla="*/ 47 w 24"/>
                  <a:gd name="T1" fmla="*/ 33 h 78"/>
                  <a:gd name="T2" fmla="*/ 112 w 24"/>
                  <a:gd name="T3" fmla="*/ 50 h 78"/>
                  <a:gd name="T4" fmla="*/ 92 w 24"/>
                  <a:gd name="T5" fmla="*/ 172 h 78"/>
                  <a:gd name="T6" fmla="*/ 70 w 24"/>
                  <a:gd name="T7" fmla="*/ 235 h 78"/>
                  <a:gd name="T8" fmla="*/ 62 w 24"/>
                  <a:gd name="T9" fmla="*/ 298 h 78"/>
                  <a:gd name="T10" fmla="*/ 0 w 24"/>
                  <a:gd name="T11" fmla="*/ 352 h 7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4" h="78">
                    <a:moveTo>
                      <a:pt x="10" y="7"/>
                    </a:moveTo>
                    <a:cubicBezTo>
                      <a:pt x="15" y="0"/>
                      <a:pt x="24" y="2"/>
                      <a:pt x="24" y="11"/>
                    </a:cubicBezTo>
                    <a:cubicBezTo>
                      <a:pt x="23" y="19"/>
                      <a:pt x="21" y="33"/>
                      <a:pt x="20" y="38"/>
                    </a:cubicBezTo>
                    <a:cubicBezTo>
                      <a:pt x="19" y="43"/>
                      <a:pt x="16" y="47"/>
                      <a:pt x="15" y="52"/>
                    </a:cubicBezTo>
                    <a:cubicBezTo>
                      <a:pt x="14" y="56"/>
                      <a:pt x="14" y="63"/>
                      <a:pt x="13" y="66"/>
                    </a:cubicBezTo>
                    <a:cubicBezTo>
                      <a:pt x="8" y="78"/>
                      <a:pt x="0" y="78"/>
                      <a:pt x="0" y="78"/>
                    </a:cubicBezTo>
                  </a:path>
                </a:pathLst>
              </a:custGeom>
              <a:noFill/>
              <a:ln w="158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604" name="Freeform 537">
                <a:extLst>
                  <a:ext uri="{FF2B5EF4-FFF2-40B4-BE49-F238E27FC236}">
                    <a16:creationId xmlns:a16="http://schemas.microsoft.com/office/drawing/2014/main" id="{D9D0AD92-49FB-434E-8423-CC4E7055A2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1" y="927"/>
                <a:ext cx="19" cy="21"/>
              </a:xfrm>
              <a:custGeom>
                <a:avLst/>
                <a:gdLst>
                  <a:gd name="T0" fmla="*/ 0 w 11"/>
                  <a:gd name="T1" fmla="*/ 47 h 13"/>
                  <a:gd name="T2" fmla="*/ 48 w 11"/>
                  <a:gd name="T3" fmla="*/ 5 h 13"/>
                  <a:gd name="T4" fmla="*/ 41 w 11"/>
                  <a:gd name="T5" fmla="*/ 55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3">
                    <a:moveTo>
                      <a:pt x="0" y="11"/>
                    </a:moveTo>
                    <a:cubicBezTo>
                      <a:pt x="3" y="4"/>
                      <a:pt x="7" y="0"/>
                      <a:pt x="9" y="1"/>
                    </a:cubicBezTo>
                    <a:cubicBezTo>
                      <a:pt x="11" y="2"/>
                      <a:pt x="9" y="9"/>
                      <a:pt x="8" y="13"/>
                    </a:cubicBezTo>
                  </a:path>
                </a:pathLst>
              </a:custGeom>
              <a:noFill/>
              <a:ln w="158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605" name="Freeform 538">
                <a:extLst>
                  <a:ext uri="{FF2B5EF4-FFF2-40B4-BE49-F238E27FC236}">
                    <a16:creationId xmlns:a16="http://schemas.microsoft.com/office/drawing/2014/main" id="{44A2D91A-957E-463C-A747-420B31A3DD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5" y="934"/>
                <a:ext cx="10" cy="57"/>
              </a:xfrm>
              <a:custGeom>
                <a:avLst/>
                <a:gdLst>
                  <a:gd name="T0" fmla="*/ 13 w 6"/>
                  <a:gd name="T1" fmla="*/ 0 h 35"/>
                  <a:gd name="T2" fmla="*/ 28 w 6"/>
                  <a:gd name="T3" fmla="*/ 60 h 35"/>
                  <a:gd name="T4" fmla="*/ 20 w 6"/>
                  <a:gd name="T5" fmla="*/ 125 h 35"/>
                  <a:gd name="T6" fmla="*/ 0 w 6"/>
                  <a:gd name="T7" fmla="*/ 151 h 3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35">
                    <a:moveTo>
                      <a:pt x="3" y="0"/>
                    </a:moveTo>
                    <a:cubicBezTo>
                      <a:pt x="3" y="5"/>
                      <a:pt x="6" y="5"/>
                      <a:pt x="6" y="14"/>
                    </a:cubicBezTo>
                    <a:cubicBezTo>
                      <a:pt x="5" y="22"/>
                      <a:pt x="4" y="26"/>
                      <a:pt x="4" y="29"/>
                    </a:cubicBezTo>
                    <a:cubicBezTo>
                      <a:pt x="4" y="32"/>
                      <a:pt x="1" y="32"/>
                      <a:pt x="0" y="35"/>
                    </a:cubicBezTo>
                  </a:path>
                </a:pathLst>
              </a:custGeom>
              <a:noFill/>
              <a:ln w="158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606" name="Freeform 539">
                <a:extLst>
                  <a:ext uri="{FF2B5EF4-FFF2-40B4-BE49-F238E27FC236}">
                    <a16:creationId xmlns:a16="http://schemas.microsoft.com/office/drawing/2014/main" id="{79C4B08D-FBCD-4B90-BB95-06676F1388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1" y="960"/>
                <a:ext cx="12" cy="43"/>
              </a:xfrm>
              <a:custGeom>
                <a:avLst/>
                <a:gdLst>
                  <a:gd name="T0" fmla="*/ 0 w 7"/>
                  <a:gd name="T1" fmla="*/ 117 h 26"/>
                  <a:gd name="T2" fmla="*/ 29 w 7"/>
                  <a:gd name="T3" fmla="*/ 46 h 26"/>
                  <a:gd name="T4" fmla="*/ 36 w 7"/>
                  <a:gd name="T5" fmla="*/ 0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26">
                    <a:moveTo>
                      <a:pt x="0" y="26"/>
                    </a:moveTo>
                    <a:cubicBezTo>
                      <a:pt x="3" y="23"/>
                      <a:pt x="6" y="14"/>
                      <a:pt x="6" y="10"/>
                    </a:cubicBezTo>
                    <a:cubicBezTo>
                      <a:pt x="6" y="6"/>
                      <a:pt x="7" y="1"/>
                      <a:pt x="7" y="0"/>
                    </a:cubicBezTo>
                  </a:path>
                </a:pathLst>
              </a:custGeom>
              <a:noFill/>
              <a:ln w="158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607" name="Freeform 540">
                <a:extLst>
                  <a:ext uri="{FF2B5EF4-FFF2-40B4-BE49-F238E27FC236}">
                    <a16:creationId xmlns:a16="http://schemas.microsoft.com/office/drawing/2014/main" id="{9D1D1D9D-3875-4B07-B2E1-1C51200192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6" y="3144"/>
                <a:ext cx="88" cy="42"/>
              </a:xfrm>
              <a:custGeom>
                <a:avLst/>
                <a:gdLst>
                  <a:gd name="T0" fmla="*/ 22 w 53"/>
                  <a:gd name="T1" fmla="*/ 0 h 25"/>
                  <a:gd name="T2" fmla="*/ 242 w 53"/>
                  <a:gd name="T3" fmla="*/ 5 h 25"/>
                  <a:gd name="T4" fmla="*/ 0 w 53"/>
                  <a:gd name="T5" fmla="*/ 13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3" h="25">
                    <a:moveTo>
                      <a:pt x="5" y="0"/>
                    </a:moveTo>
                    <a:cubicBezTo>
                      <a:pt x="20" y="5"/>
                      <a:pt x="39" y="17"/>
                      <a:pt x="53" y="1"/>
                    </a:cubicBezTo>
                    <a:cubicBezTo>
                      <a:pt x="46" y="25"/>
                      <a:pt x="13" y="17"/>
                      <a:pt x="0" y="3"/>
                    </a:cubicBezTo>
                  </a:path>
                </a:pathLst>
              </a:custGeom>
              <a:solidFill>
                <a:srgbClr val="FDEA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608" name="Freeform 541">
                <a:extLst>
                  <a:ext uri="{FF2B5EF4-FFF2-40B4-BE49-F238E27FC236}">
                    <a16:creationId xmlns:a16="http://schemas.microsoft.com/office/drawing/2014/main" id="{509B4D80-5E13-4DFF-8648-E752C8E736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7" y="3138"/>
                <a:ext cx="77" cy="36"/>
              </a:xfrm>
              <a:custGeom>
                <a:avLst/>
                <a:gdLst>
                  <a:gd name="T0" fmla="*/ 0 w 47"/>
                  <a:gd name="T1" fmla="*/ 0 h 22"/>
                  <a:gd name="T2" fmla="*/ 206 w 47"/>
                  <a:gd name="T3" fmla="*/ 34 h 22"/>
                  <a:gd name="T4" fmla="*/ 18 w 47"/>
                  <a:gd name="T5" fmla="*/ 18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7" h="22">
                    <a:moveTo>
                      <a:pt x="0" y="0"/>
                    </a:moveTo>
                    <a:cubicBezTo>
                      <a:pt x="13" y="5"/>
                      <a:pt x="34" y="18"/>
                      <a:pt x="47" y="8"/>
                    </a:cubicBezTo>
                    <a:cubicBezTo>
                      <a:pt x="35" y="13"/>
                      <a:pt x="13" y="22"/>
                      <a:pt x="4" y="4"/>
                    </a:cubicBezTo>
                  </a:path>
                </a:pathLst>
              </a:custGeom>
              <a:solidFill>
                <a:srgbClr val="FDEA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609" name="Freeform 542">
                <a:extLst>
                  <a:ext uri="{FF2B5EF4-FFF2-40B4-BE49-F238E27FC236}">
                    <a16:creationId xmlns:a16="http://schemas.microsoft.com/office/drawing/2014/main" id="{08636FD5-9113-434B-82D2-1A501F61FB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8" y="3033"/>
                <a:ext cx="47" cy="25"/>
              </a:xfrm>
              <a:custGeom>
                <a:avLst/>
                <a:gdLst>
                  <a:gd name="T0" fmla="*/ 0 w 28"/>
                  <a:gd name="T1" fmla="*/ 62 h 15"/>
                  <a:gd name="T2" fmla="*/ 133 w 28"/>
                  <a:gd name="T3" fmla="*/ 70 h 15"/>
                  <a:gd name="T4" fmla="*/ 5 w 28"/>
                  <a:gd name="T5" fmla="*/ 42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15">
                    <a:moveTo>
                      <a:pt x="0" y="13"/>
                    </a:moveTo>
                    <a:cubicBezTo>
                      <a:pt x="11" y="7"/>
                      <a:pt x="17" y="7"/>
                      <a:pt x="28" y="15"/>
                    </a:cubicBezTo>
                    <a:cubicBezTo>
                      <a:pt x="22" y="8"/>
                      <a:pt x="9" y="0"/>
                      <a:pt x="1" y="9"/>
                    </a:cubicBezTo>
                  </a:path>
                </a:pathLst>
              </a:custGeom>
              <a:solidFill>
                <a:srgbClr val="FDEA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610" name="Freeform 543">
                <a:extLst>
                  <a:ext uri="{FF2B5EF4-FFF2-40B4-BE49-F238E27FC236}">
                    <a16:creationId xmlns:a16="http://schemas.microsoft.com/office/drawing/2014/main" id="{A95D7BD3-C7BE-464B-B3BE-242369EB79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6" y="3032"/>
                <a:ext cx="53" cy="23"/>
              </a:xfrm>
              <a:custGeom>
                <a:avLst/>
                <a:gdLst>
                  <a:gd name="T0" fmla="*/ 5 w 32"/>
                  <a:gd name="T1" fmla="*/ 43 h 14"/>
                  <a:gd name="T2" fmla="*/ 146 w 32"/>
                  <a:gd name="T3" fmla="*/ 62 h 14"/>
                  <a:gd name="T4" fmla="*/ 0 w 32"/>
                  <a:gd name="T5" fmla="*/ 35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2" h="14">
                    <a:moveTo>
                      <a:pt x="1" y="10"/>
                    </a:moveTo>
                    <a:cubicBezTo>
                      <a:pt x="12" y="4"/>
                      <a:pt x="23" y="5"/>
                      <a:pt x="32" y="14"/>
                    </a:cubicBezTo>
                    <a:cubicBezTo>
                      <a:pt x="25" y="0"/>
                      <a:pt x="11" y="0"/>
                      <a:pt x="0" y="8"/>
                    </a:cubicBezTo>
                  </a:path>
                </a:pathLst>
              </a:custGeom>
              <a:solidFill>
                <a:srgbClr val="FDEA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611" name="Freeform 544">
                <a:extLst>
                  <a:ext uri="{FF2B5EF4-FFF2-40B4-BE49-F238E27FC236}">
                    <a16:creationId xmlns:a16="http://schemas.microsoft.com/office/drawing/2014/main" id="{051B5B14-639D-4069-A205-23C8A6D54F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1" y="906"/>
                <a:ext cx="26" cy="82"/>
              </a:xfrm>
              <a:custGeom>
                <a:avLst/>
                <a:gdLst>
                  <a:gd name="T0" fmla="*/ 0 w 16"/>
                  <a:gd name="T1" fmla="*/ 0 h 50"/>
                  <a:gd name="T2" fmla="*/ 68 w 16"/>
                  <a:gd name="T3" fmla="*/ 116 h 50"/>
                  <a:gd name="T4" fmla="*/ 63 w 16"/>
                  <a:gd name="T5" fmla="*/ 180 h 50"/>
                  <a:gd name="T6" fmla="*/ 55 w 16"/>
                  <a:gd name="T7" fmla="*/ 220 h 50"/>
                  <a:gd name="T8" fmla="*/ 55 w 16"/>
                  <a:gd name="T9" fmla="*/ 130 h 50"/>
                  <a:gd name="T10" fmla="*/ 39 w 16"/>
                  <a:gd name="T11" fmla="*/ 102 h 50"/>
                  <a:gd name="T12" fmla="*/ 5 w 16"/>
                  <a:gd name="T13" fmla="*/ 102 h 50"/>
                  <a:gd name="T14" fmla="*/ 13 w 16"/>
                  <a:gd name="T15" fmla="*/ 54 h 50"/>
                  <a:gd name="T16" fmla="*/ 0 w 16"/>
                  <a:gd name="T17" fmla="*/ 5 h 5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6" h="50">
                    <a:moveTo>
                      <a:pt x="0" y="0"/>
                    </a:moveTo>
                    <a:cubicBezTo>
                      <a:pt x="10" y="6"/>
                      <a:pt x="15" y="15"/>
                      <a:pt x="16" y="26"/>
                    </a:cubicBezTo>
                    <a:cubicBezTo>
                      <a:pt x="16" y="31"/>
                      <a:pt x="16" y="36"/>
                      <a:pt x="15" y="41"/>
                    </a:cubicBezTo>
                    <a:cubicBezTo>
                      <a:pt x="15" y="44"/>
                      <a:pt x="13" y="47"/>
                      <a:pt x="13" y="50"/>
                    </a:cubicBezTo>
                    <a:cubicBezTo>
                      <a:pt x="11" y="44"/>
                      <a:pt x="14" y="36"/>
                      <a:pt x="13" y="29"/>
                    </a:cubicBezTo>
                    <a:cubicBezTo>
                      <a:pt x="12" y="27"/>
                      <a:pt x="11" y="24"/>
                      <a:pt x="9" y="23"/>
                    </a:cubicBezTo>
                    <a:cubicBezTo>
                      <a:pt x="6" y="21"/>
                      <a:pt x="4" y="24"/>
                      <a:pt x="1" y="23"/>
                    </a:cubicBezTo>
                    <a:cubicBezTo>
                      <a:pt x="3" y="19"/>
                      <a:pt x="5" y="17"/>
                      <a:pt x="3" y="12"/>
                    </a:cubicBezTo>
                    <a:cubicBezTo>
                      <a:pt x="2" y="9"/>
                      <a:pt x="1" y="5"/>
                      <a:pt x="0" y="1"/>
                    </a:cubicBezTo>
                  </a:path>
                </a:pathLst>
              </a:custGeom>
              <a:solidFill>
                <a:srgbClr val="FDEA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612" name="Freeform 545">
                <a:extLst>
                  <a:ext uri="{FF2B5EF4-FFF2-40B4-BE49-F238E27FC236}">
                    <a16:creationId xmlns:a16="http://schemas.microsoft.com/office/drawing/2014/main" id="{F9D158DB-0C1D-453A-90ED-48EBEFC65A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4" y="906"/>
                <a:ext cx="34" cy="31"/>
              </a:xfrm>
              <a:custGeom>
                <a:avLst/>
                <a:gdLst>
                  <a:gd name="T0" fmla="*/ 81 w 21"/>
                  <a:gd name="T1" fmla="*/ 5 h 19"/>
                  <a:gd name="T2" fmla="*/ 26 w 21"/>
                  <a:gd name="T3" fmla="*/ 83 h 19"/>
                  <a:gd name="T4" fmla="*/ 60 w 21"/>
                  <a:gd name="T5" fmla="*/ 47 h 19"/>
                  <a:gd name="T6" fmla="*/ 81 w 21"/>
                  <a:gd name="T7" fmla="*/ 5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19">
                    <a:moveTo>
                      <a:pt x="19" y="1"/>
                    </a:moveTo>
                    <a:cubicBezTo>
                      <a:pt x="14" y="0"/>
                      <a:pt x="0" y="15"/>
                      <a:pt x="6" y="19"/>
                    </a:cubicBezTo>
                    <a:cubicBezTo>
                      <a:pt x="8" y="14"/>
                      <a:pt x="10" y="13"/>
                      <a:pt x="14" y="11"/>
                    </a:cubicBezTo>
                    <a:cubicBezTo>
                      <a:pt x="16" y="9"/>
                      <a:pt x="21" y="5"/>
                      <a:pt x="19" y="1"/>
                    </a:cubicBezTo>
                  </a:path>
                </a:pathLst>
              </a:custGeom>
              <a:solidFill>
                <a:srgbClr val="FDEA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613" name="Freeform 546">
                <a:extLst>
                  <a:ext uri="{FF2B5EF4-FFF2-40B4-BE49-F238E27FC236}">
                    <a16:creationId xmlns:a16="http://schemas.microsoft.com/office/drawing/2014/main" id="{780B3CD2-1DB1-46FE-9F81-BD26F3735F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2" y="910"/>
                <a:ext cx="29" cy="25"/>
              </a:xfrm>
              <a:custGeom>
                <a:avLst/>
                <a:gdLst>
                  <a:gd name="T0" fmla="*/ 70 w 17"/>
                  <a:gd name="T1" fmla="*/ 33 h 15"/>
                  <a:gd name="T2" fmla="*/ 0 w 17"/>
                  <a:gd name="T3" fmla="*/ 0 h 15"/>
                  <a:gd name="T4" fmla="*/ 26 w 17"/>
                  <a:gd name="T5" fmla="*/ 20 h 15"/>
                  <a:gd name="T6" fmla="*/ 49 w 17"/>
                  <a:gd name="T7" fmla="*/ 33 h 15"/>
                  <a:gd name="T8" fmla="*/ 78 w 17"/>
                  <a:gd name="T9" fmla="*/ 70 h 15"/>
                  <a:gd name="T10" fmla="*/ 78 w 17"/>
                  <a:gd name="T11" fmla="*/ 47 h 1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7" h="15">
                    <a:moveTo>
                      <a:pt x="14" y="7"/>
                    </a:moveTo>
                    <a:cubicBezTo>
                      <a:pt x="12" y="2"/>
                      <a:pt x="5" y="0"/>
                      <a:pt x="0" y="0"/>
                    </a:cubicBezTo>
                    <a:cubicBezTo>
                      <a:pt x="1" y="3"/>
                      <a:pt x="3" y="3"/>
                      <a:pt x="5" y="4"/>
                    </a:cubicBezTo>
                    <a:cubicBezTo>
                      <a:pt x="7" y="5"/>
                      <a:pt x="8" y="7"/>
                      <a:pt x="10" y="7"/>
                    </a:cubicBezTo>
                    <a:cubicBezTo>
                      <a:pt x="11" y="9"/>
                      <a:pt x="14" y="13"/>
                      <a:pt x="16" y="15"/>
                    </a:cubicBezTo>
                    <a:cubicBezTo>
                      <a:pt x="17" y="13"/>
                      <a:pt x="17" y="11"/>
                      <a:pt x="16" y="10"/>
                    </a:cubicBezTo>
                  </a:path>
                </a:pathLst>
              </a:custGeom>
              <a:solidFill>
                <a:srgbClr val="FDEA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614" name="Freeform 547">
                <a:extLst>
                  <a:ext uri="{FF2B5EF4-FFF2-40B4-BE49-F238E27FC236}">
                    <a16:creationId xmlns:a16="http://schemas.microsoft.com/office/drawing/2014/main" id="{623CE3FF-DB52-4C6C-A5E4-C2F02CD96E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7" y="1397"/>
                <a:ext cx="28" cy="208"/>
              </a:xfrm>
              <a:custGeom>
                <a:avLst/>
                <a:gdLst>
                  <a:gd name="T0" fmla="*/ 0 w 17"/>
                  <a:gd name="T1" fmla="*/ 566 h 126"/>
                  <a:gd name="T2" fmla="*/ 68 w 17"/>
                  <a:gd name="T3" fmla="*/ 229 h 126"/>
                  <a:gd name="T4" fmla="*/ 0 w 17"/>
                  <a:gd name="T5" fmla="*/ 0 h 1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126">
                    <a:moveTo>
                      <a:pt x="0" y="126"/>
                    </a:moveTo>
                    <a:cubicBezTo>
                      <a:pt x="3" y="109"/>
                      <a:pt x="13" y="67"/>
                      <a:pt x="15" y="51"/>
                    </a:cubicBezTo>
                    <a:cubicBezTo>
                      <a:pt x="17" y="34"/>
                      <a:pt x="3" y="24"/>
                      <a:pt x="0" y="0"/>
                    </a:cubicBezTo>
                  </a:path>
                </a:pathLst>
              </a:custGeom>
              <a:noFill/>
              <a:ln w="158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615" name="Freeform 548">
                <a:extLst>
                  <a:ext uri="{FF2B5EF4-FFF2-40B4-BE49-F238E27FC236}">
                    <a16:creationId xmlns:a16="http://schemas.microsoft.com/office/drawing/2014/main" id="{DEFD4321-6780-448C-91C7-407599369A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9" y="1406"/>
                <a:ext cx="40" cy="192"/>
              </a:xfrm>
              <a:custGeom>
                <a:avLst/>
                <a:gdLst>
                  <a:gd name="T0" fmla="*/ 42 w 24"/>
                  <a:gd name="T1" fmla="*/ 0 h 116"/>
                  <a:gd name="T2" fmla="*/ 8 w 24"/>
                  <a:gd name="T3" fmla="*/ 192 h 116"/>
                  <a:gd name="T4" fmla="*/ 112 w 24"/>
                  <a:gd name="T5" fmla="*/ 526 h 1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116">
                    <a:moveTo>
                      <a:pt x="9" y="0"/>
                    </a:moveTo>
                    <a:cubicBezTo>
                      <a:pt x="9" y="10"/>
                      <a:pt x="0" y="28"/>
                      <a:pt x="2" y="42"/>
                    </a:cubicBezTo>
                    <a:cubicBezTo>
                      <a:pt x="5" y="66"/>
                      <a:pt x="21" y="92"/>
                      <a:pt x="24" y="116"/>
                    </a:cubicBezTo>
                  </a:path>
                </a:pathLst>
              </a:custGeom>
              <a:noFill/>
              <a:ln w="158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616" name="Freeform 549">
                <a:extLst>
                  <a:ext uri="{FF2B5EF4-FFF2-40B4-BE49-F238E27FC236}">
                    <a16:creationId xmlns:a16="http://schemas.microsoft.com/office/drawing/2014/main" id="{AC96A59C-8D7D-43CC-AB36-E5F3701F37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3" y="1443"/>
                <a:ext cx="10" cy="33"/>
              </a:xfrm>
              <a:custGeom>
                <a:avLst/>
                <a:gdLst>
                  <a:gd name="T0" fmla="*/ 0 w 6"/>
                  <a:gd name="T1" fmla="*/ 89 h 20"/>
                  <a:gd name="T2" fmla="*/ 28 w 6"/>
                  <a:gd name="T3" fmla="*/ 0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20">
                    <a:moveTo>
                      <a:pt x="0" y="20"/>
                    </a:moveTo>
                    <a:cubicBezTo>
                      <a:pt x="2" y="13"/>
                      <a:pt x="0" y="6"/>
                      <a:pt x="6" y="0"/>
                    </a:cubicBezTo>
                  </a:path>
                </a:pathLst>
              </a:custGeom>
              <a:noFill/>
              <a:ln w="158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617" name="Freeform 550">
                <a:extLst>
                  <a:ext uri="{FF2B5EF4-FFF2-40B4-BE49-F238E27FC236}">
                    <a16:creationId xmlns:a16="http://schemas.microsoft.com/office/drawing/2014/main" id="{E0948829-1736-4276-A1A1-7B9E142DEE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9" y="1431"/>
                <a:ext cx="19" cy="27"/>
              </a:xfrm>
              <a:custGeom>
                <a:avLst/>
                <a:gdLst>
                  <a:gd name="T0" fmla="*/ 48 w 12"/>
                  <a:gd name="T1" fmla="*/ 78 h 16"/>
                  <a:gd name="T2" fmla="*/ 0 w 12"/>
                  <a:gd name="T3" fmla="*/ 0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16">
                    <a:moveTo>
                      <a:pt x="12" y="16"/>
                    </a:moveTo>
                    <a:cubicBezTo>
                      <a:pt x="11" y="9"/>
                      <a:pt x="5" y="4"/>
                      <a:pt x="0" y="0"/>
                    </a:cubicBezTo>
                  </a:path>
                </a:pathLst>
              </a:custGeom>
              <a:noFill/>
              <a:ln w="158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618" name="Freeform 551">
                <a:extLst>
                  <a:ext uri="{FF2B5EF4-FFF2-40B4-BE49-F238E27FC236}">
                    <a16:creationId xmlns:a16="http://schemas.microsoft.com/office/drawing/2014/main" id="{F6A29BF2-2FC8-42CF-88F5-4BC6BC1C3A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4" y="1102"/>
                <a:ext cx="100" cy="75"/>
              </a:xfrm>
              <a:custGeom>
                <a:avLst/>
                <a:gdLst>
                  <a:gd name="T0" fmla="*/ 0 w 60"/>
                  <a:gd name="T1" fmla="*/ 0 h 45"/>
                  <a:gd name="T2" fmla="*/ 63 w 60"/>
                  <a:gd name="T3" fmla="*/ 70 h 45"/>
                  <a:gd name="T4" fmla="*/ 120 w 60"/>
                  <a:gd name="T5" fmla="*/ 147 h 45"/>
                  <a:gd name="T6" fmla="*/ 278 w 60"/>
                  <a:gd name="T7" fmla="*/ 175 h 4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0" h="45">
                    <a:moveTo>
                      <a:pt x="0" y="0"/>
                    </a:moveTo>
                    <a:cubicBezTo>
                      <a:pt x="4" y="5"/>
                      <a:pt x="10" y="9"/>
                      <a:pt x="14" y="15"/>
                    </a:cubicBezTo>
                    <a:cubicBezTo>
                      <a:pt x="18" y="20"/>
                      <a:pt x="22" y="26"/>
                      <a:pt x="26" y="32"/>
                    </a:cubicBezTo>
                    <a:cubicBezTo>
                      <a:pt x="34" y="44"/>
                      <a:pt x="47" y="45"/>
                      <a:pt x="60" y="38"/>
                    </a:cubicBezTo>
                  </a:path>
                </a:pathLst>
              </a:custGeom>
              <a:noFill/>
              <a:ln w="158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619" name="Freeform 552">
                <a:extLst>
                  <a:ext uri="{FF2B5EF4-FFF2-40B4-BE49-F238E27FC236}">
                    <a16:creationId xmlns:a16="http://schemas.microsoft.com/office/drawing/2014/main" id="{D68F8714-0A51-4C16-B3EC-CCC2A276CD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8" y="1101"/>
                <a:ext cx="51" cy="125"/>
              </a:xfrm>
              <a:custGeom>
                <a:avLst/>
                <a:gdLst>
                  <a:gd name="T0" fmla="*/ 0 w 31"/>
                  <a:gd name="T1" fmla="*/ 0 h 76"/>
                  <a:gd name="T2" fmla="*/ 84 w 31"/>
                  <a:gd name="T3" fmla="*/ 164 h 76"/>
                  <a:gd name="T4" fmla="*/ 138 w 31"/>
                  <a:gd name="T5" fmla="*/ 339 h 7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1" h="76">
                    <a:moveTo>
                      <a:pt x="0" y="0"/>
                    </a:moveTo>
                    <a:cubicBezTo>
                      <a:pt x="10" y="10"/>
                      <a:pt x="15" y="23"/>
                      <a:pt x="19" y="37"/>
                    </a:cubicBezTo>
                    <a:cubicBezTo>
                      <a:pt x="22" y="50"/>
                      <a:pt x="29" y="63"/>
                      <a:pt x="31" y="76"/>
                    </a:cubicBezTo>
                  </a:path>
                </a:pathLst>
              </a:custGeom>
              <a:noFill/>
              <a:ln w="158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620" name="Freeform 553">
                <a:extLst>
                  <a:ext uri="{FF2B5EF4-FFF2-40B4-BE49-F238E27FC236}">
                    <a16:creationId xmlns:a16="http://schemas.microsoft.com/office/drawing/2014/main" id="{0E180CC4-825D-4F4C-8687-67F22B1ACB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7" y="1102"/>
                <a:ext cx="61" cy="129"/>
              </a:xfrm>
              <a:custGeom>
                <a:avLst/>
                <a:gdLst>
                  <a:gd name="T0" fmla="*/ 167 w 37"/>
                  <a:gd name="T1" fmla="*/ 0 h 78"/>
                  <a:gd name="T2" fmla="*/ 68 w 37"/>
                  <a:gd name="T3" fmla="*/ 172 h 78"/>
                  <a:gd name="T4" fmla="*/ 0 w 37"/>
                  <a:gd name="T5" fmla="*/ 352 h 7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7" h="78">
                    <a:moveTo>
                      <a:pt x="37" y="0"/>
                    </a:moveTo>
                    <a:cubicBezTo>
                      <a:pt x="26" y="11"/>
                      <a:pt x="21" y="24"/>
                      <a:pt x="15" y="38"/>
                    </a:cubicBezTo>
                    <a:cubicBezTo>
                      <a:pt x="9" y="51"/>
                      <a:pt x="3" y="64"/>
                      <a:pt x="0" y="78"/>
                    </a:cubicBezTo>
                  </a:path>
                </a:pathLst>
              </a:custGeom>
              <a:noFill/>
              <a:ln w="158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621" name="Freeform 554">
                <a:extLst>
                  <a:ext uri="{FF2B5EF4-FFF2-40B4-BE49-F238E27FC236}">
                    <a16:creationId xmlns:a16="http://schemas.microsoft.com/office/drawing/2014/main" id="{F5CA27EF-21F0-49D5-BEF6-0608D95D67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6" y="1010"/>
                <a:ext cx="36" cy="77"/>
              </a:xfrm>
              <a:custGeom>
                <a:avLst/>
                <a:gdLst>
                  <a:gd name="T0" fmla="*/ 97 w 22"/>
                  <a:gd name="T1" fmla="*/ 0 h 47"/>
                  <a:gd name="T2" fmla="*/ 41 w 22"/>
                  <a:gd name="T3" fmla="*/ 97 h 47"/>
                  <a:gd name="T4" fmla="*/ 21 w 22"/>
                  <a:gd name="T5" fmla="*/ 206 h 47"/>
                  <a:gd name="T6" fmla="*/ 21 w 22"/>
                  <a:gd name="T7" fmla="*/ 102 h 47"/>
                  <a:gd name="T8" fmla="*/ 47 w 22"/>
                  <a:gd name="T9" fmla="*/ 48 h 47"/>
                  <a:gd name="T10" fmla="*/ 92 w 22"/>
                  <a:gd name="T11" fmla="*/ 0 h 4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2" h="47">
                    <a:moveTo>
                      <a:pt x="22" y="0"/>
                    </a:moveTo>
                    <a:cubicBezTo>
                      <a:pt x="17" y="7"/>
                      <a:pt x="12" y="15"/>
                      <a:pt x="9" y="22"/>
                    </a:cubicBezTo>
                    <a:cubicBezTo>
                      <a:pt x="5" y="29"/>
                      <a:pt x="1" y="40"/>
                      <a:pt x="5" y="47"/>
                    </a:cubicBezTo>
                    <a:cubicBezTo>
                      <a:pt x="0" y="42"/>
                      <a:pt x="3" y="29"/>
                      <a:pt x="5" y="23"/>
                    </a:cubicBezTo>
                    <a:cubicBezTo>
                      <a:pt x="6" y="19"/>
                      <a:pt x="9" y="15"/>
                      <a:pt x="11" y="11"/>
                    </a:cubicBezTo>
                    <a:cubicBezTo>
                      <a:pt x="13" y="8"/>
                      <a:pt x="17" y="1"/>
                      <a:pt x="21" y="0"/>
                    </a:cubicBezTo>
                  </a:path>
                </a:pathLst>
              </a:custGeom>
              <a:solidFill>
                <a:srgbClr val="FDEA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622" name="Freeform 555">
                <a:extLst>
                  <a:ext uri="{FF2B5EF4-FFF2-40B4-BE49-F238E27FC236}">
                    <a16:creationId xmlns:a16="http://schemas.microsoft.com/office/drawing/2014/main" id="{6BE42535-76DA-4174-8C27-387E47E424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9" y="1013"/>
                <a:ext cx="31" cy="76"/>
              </a:xfrm>
              <a:custGeom>
                <a:avLst/>
                <a:gdLst>
                  <a:gd name="T0" fmla="*/ 0 w 19"/>
                  <a:gd name="T1" fmla="*/ 0 h 46"/>
                  <a:gd name="T2" fmla="*/ 55 w 19"/>
                  <a:gd name="T3" fmla="*/ 208 h 46"/>
                  <a:gd name="T4" fmla="*/ 62 w 19"/>
                  <a:gd name="T5" fmla="*/ 84 h 46"/>
                  <a:gd name="T6" fmla="*/ 29 w 19"/>
                  <a:gd name="T7" fmla="*/ 35 h 46"/>
                  <a:gd name="T8" fmla="*/ 0 w 19"/>
                  <a:gd name="T9" fmla="*/ 0 h 4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46">
                    <a:moveTo>
                      <a:pt x="0" y="0"/>
                    </a:moveTo>
                    <a:cubicBezTo>
                      <a:pt x="10" y="13"/>
                      <a:pt x="19" y="29"/>
                      <a:pt x="13" y="46"/>
                    </a:cubicBezTo>
                    <a:cubicBezTo>
                      <a:pt x="18" y="38"/>
                      <a:pt x="17" y="27"/>
                      <a:pt x="14" y="19"/>
                    </a:cubicBezTo>
                    <a:cubicBezTo>
                      <a:pt x="12" y="14"/>
                      <a:pt x="10" y="11"/>
                      <a:pt x="7" y="8"/>
                    </a:cubicBezTo>
                    <a:cubicBezTo>
                      <a:pt x="5" y="5"/>
                      <a:pt x="1" y="2"/>
                      <a:pt x="0" y="0"/>
                    </a:cubicBezTo>
                  </a:path>
                </a:pathLst>
              </a:custGeom>
              <a:solidFill>
                <a:srgbClr val="FDEA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623" name="Freeform 556">
                <a:extLst>
                  <a:ext uri="{FF2B5EF4-FFF2-40B4-BE49-F238E27FC236}">
                    <a16:creationId xmlns:a16="http://schemas.microsoft.com/office/drawing/2014/main" id="{7A63CB3D-6F17-43FB-A758-8038FD829D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3" y="1025"/>
                <a:ext cx="37" cy="49"/>
              </a:xfrm>
              <a:custGeom>
                <a:avLst/>
                <a:gdLst>
                  <a:gd name="T0" fmla="*/ 104 w 22"/>
                  <a:gd name="T1" fmla="*/ 0 h 30"/>
                  <a:gd name="T2" fmla="*/ 84 w 22"/>
                  <a:gd name="T3" fmla="*/ 41 h 30"/>
                  <a:gd name="T4" fmla="*/ 49 w 22"/>
                  <a:gd name="T5" fmla="*/ 67 h 30"/>
                  <a:gd name="T6" fmla="*/ 20 w 22"/>
                  <a:gd name="T7" fmla="*/ 109 h 30"/>
                  <a:gd name="T8" fmla="*/ 0 w 22"/>
                  <a:gd name="T9" fmla="*/ 131 h 30"/>
                  <a:gd name="T10" fmla="*/ 20 w 22"/>
                  <a:gd name="T11" fmla="*/ 96 h 30"/>
                  <a:gd name="T12" fmla="*/ 49 w 22"/>
                  <a:gd name="T13" fmla="*/ 62 h 30"/>
                  <a:gd name="T14" fmla="*/ 82 w 22"/>
                  <a:gd name="T15" fmla="*/ 29 h 30"/>
                  <a:gd name="T16" fmla="*/ 104 w 22"/>
                  <a:gd name="T17" fmla="*/ 0 h 3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2" h="30">
                    <a:moveTo>
                      <a:pt x="22" y="0"/>
                    </a:moveTo>
                    <a:cubicBezTo>
                      <a:pt x="21" y="3"/>
                      <a:pt x="20" y="6"/>
                      <a:pt x="18" y="9"/>
                    </a:cubicBezTo>
                    <a:cubicBezTo>
                      <a:pt x="15" y="12"/>
                      <a:pt x="13" y="13"/>
                      <a:pt x="10" y="15"/>
                    </a:cubicBezTo>
                    <a:cubicBezTo>
                      <a:pt x="8" y="18"/>
                      <a:pt x="6" y="22"/>
                      <a:pt x="4" y="25"/>
                    </a:cubicBezTo>
                    <a:cubicBezTo>
                      <a:pt x="3" y="27"/>
                      <a:pt x="1" y="29"/>
                      <a:pt x="0" y="30"/>
                    </a:cubicBezTo>
                    <a:cubicBezTo>
                      <a:pt x="2" y="29"/>
                      <a:pt x="3" y="24"/>
                      <a:pt x="4" y="22"/>
                    </a:cubicBezTo>
                    <a:cubicBezTo>
                      <a:pt x="6" y="19"/>
                      <a:pt x="7" y="16"/>
                      <a:pt x="10" y="14"/>
                    </a:cubicBezTo>
                    <a:cubicBezTo>
                      <a:pt x="13" y="12"/>
                      <a:pt x="15" y="10"/>
                      <a:pt x="17" y="7"/>
                    </a:cubicBezTo>
                    <a:cubicBezTo>
                      <a:pt x="19" y="5"/>
                      <a:pt x="20" y="2"/>
                      <a:pt x="22" y="0"/>
                    </a:cubicBezTo>
                  </a:path>
                </a:pathLst>
              </a:custGeom>
              <a:solidFill>
                <a:srgbClr val="FDEA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624" name="Freeform 557">
                <a:extLst>
                  <a:ext uri="{FF2B5EF4-FFF2-40B4-BE49-F238E27FC236}">
                    <a16:creationId xmlns:a16="http://schemas.microsoft.com/office/drawing/2014/main" id="{421EA1B1-6F1C-4D80-94A9-9E9F514EF5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2" y="920"/>
                <a:ext cx="63" cy="27"/>
              </a:xfrm>
              <a:custGeom>
                <a:avLst/>
                <a:gdLst>
                  <a:gd name="T0" fmla="*/ 0 w 38"/>
                  <a:gd name="T1" fmla="*/ 41 h 16"/>
                  <a:gd name="T2" fmla="*/ 20 w 38"/>
                  <a:gd name="T3" fmla="*/ 49 h 16"/>
                  <a:gd name="T4" fmla="*/ 99 w 38"/>
                  <a:gd name="T5" fmla="*/ 78 h 16"/>
                  <a:gd name="T6" fmla="*/ 172 w 38"/>
                  <a:gd name="T7" fmla="*/ 41 h 16"/>
                  <a:gd name="T8" fmla="*/ 88 w 38"/>
                  <a:gd name="T9" fmla="*/ 0 h 16"/>
                  <a:gd name="T10" fmla="*/ 13 w 38"/>
                  <a:gd name="T11" fmla="*/ 24 h 16"/>
                  <a:gd name="T12" fmla="*/ 0 w 38"/>
                  <a:gd name="T13" fmla="*/ 41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8" h="16">
                    <a:moveTo>
                      <a:pt x="0" y="8"/>
                    </a:moveTo>
                    <a:cubicBezTo>
                      <a:pt x="1" y="10"/>
                      <a:pt x="3" y="10"/>
                      <a:pt x="4" y="10"/>
                    </a:cubicBezTo>
                    <a:cubicBezTo>
                      <a:pt x="6" y="10"/>
                      <a:pt x="13" y="16"/>
                      <a:pt x="22" y="16"/>
                    </a:cubicBezTo>
                    <a:cubicBezTo>
                      <a:pt x="30" y="16"/>
                      <a:pt x="37" y="9"/>
                      <a:pt x="38" y="8"/>
                    </a:cubicBezTo>
                    <a:cubicBezTo>
                      <a:pt x="37" y="6"/>
                      <a:pt x="30" y="0"/>
                      <a:pt x="19" y="0"/>
                    </a:cubicBezTo>
                    <a:cubicBezTo>
                      <a:pt x="10" y="0"/>
                      <a:pt x="7" y="3"/>
                      <a:pt x="3" y="5"/>
                    </a:cubicBezTo>
                    <a:cubicBezTo>
                      <a:pt x="2" y="6"/>
                      <a:pt x="0" y="7"/>
                      <a:pt x="0" y="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625" name="Freeform 558">
                <a:extLst>
                  <a:ext uri="{FF2B5EF4-FFF2-40B4-BE49-F238E27FC236}">
                    <a16:creationId xmlns:a16="http://schemas.microsoft.com/office/drawing/2014/main" id="{8DB3250F-83F1-4C07-826C-0DF569630B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2" y="922"/>
                <a:ext cx="25" cy="20"/>
              </a:xfrm>
              <a:custGeom>
                <a:avLst/>
                <a:gdLst>
                  <a:gd name="T0" fmla="*/ 63 w 15"/>
                  <a:gd name="T1" fmla="*/ 0 h 12"/>
                  <a:gd name="T2" fmla="*/ 70 w 15"/>
                  <a:gd name="T3" fmla="*/ 20 h 12"/>
                  <a:gd name="T4" fmla="*/ 33 w 15"/>
                  <a:gd name="T5" fmla="*/ 55 h 12"/>
                  <a:gd name="T6" fmla="*/ 0 w 15"/>
                  <a:gd name="T7" fmla="*/ 20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12">
                    <a:moveTo>
                      <a:pt x="14" y="0"/>
                    </a:moveTo>
                    <a:cubicBezTo>
                      <a:pt x="14" y="1"/>
                      <a:pt x="15" y="3"/>
                      <a:pt x="15" y="4"/>
                    </a:cubicBezTo>
                    <a:cubicBezTo>
                      <a:pt x="15" y="8"/>
                      <a:pt x="12" y="12"/>
                      <a:pt x="7" y="12"/>
                    </a:cubicBezTo>
                    <a:cubicBezTo>
                      <a:pt x="3" y="12"/>
                      <a:pt x="0" y="8"/>
                      <a:pt x="0" y="4"/>
                    </a:cubicBezTo>
                  </a:path>
                </a:pathLst>
              </a:custGeom>
              <a:solidFill>
                <a:srgbClr val="A1822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626" name="Freeform 559">
                <a:extLst>
                  <a:ext uri="{FF2B5EF4-FFF2-40B4-BE49-F238E27FC236}">
                    <a16:creationId xmlns:a16="http://schemas.microsoft.com/office/drawing/2014/main" id="{E2D4FBDB-1F35-4437-AB92-4F2AF9ECDC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2" y="915"/>
                <a:ext cx="23" cy="14"/>
              </a:xfrm>
              <a:custGeom>
                <a:avLst/>
                <a:gdLst>
                  <a:gd name="T0" fmla="*/ 5 w 14"/>
                  <a:gd name="T1" fmla="*/ 21 h 8"/>
                  <a:gd name="T2" fmla="*/ 0 w 14"/>
                  <a:gd name="T3" fmla="*/ 44 h 8"/>
                  <a:gd name="T4" fmla="*/ 62 w 14"/>
                  <a:gd name="T5" fmla="*/ 21 h 8"/>
                  <a:gd name="T6" fmla="*/ 5 w 14"/>
                  <a:gd name="T7" fmla="*/ 21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8">
                    <a:moveTo>
                      <a:pt x="1" y="4"/>
                    </a:moveTo>
                    <a:cubicBezTo>
                      <a:pt x="0" y="5"/>
                      <a:pt x="0" y="7"/>
                      <a:pt x="0" y="8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4" y="4"/>
                      <a:pt x="10" y="0"/>
                      <a:pt x="1" y="4"/>
                    </a:cubicBezTo>
                  </a:path>
                </a:pathLst>
              </a:custGeom>
              <a:solidFill>
                <a:srgbClr val="A1822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627" name="Freeform 560">
                <a:extLst>
                  <a:ext uri="{FF2B5EF4-FFF2-40B4-BE49-F238E27FC236}">
                    <a16:creationId xmlns:a16="http://schemas.microsoft.com/office/drawing/2014/main" id="{1E3A43EC-85BB-4EB2-B4C8-233DBE5FE7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2" y="922"/>
                <a:ext cx="25" cy="20"/>
              </a:xfrm>
              <a:custGeom>
                <a:avLst/>
                <a:gdLst>
                  <a:gd name="T0" fmla="*/ 62 w 15"/>
                  <a:gd name="T1" fmla="*/ 0 h 12"/>
                  <a:gd name="T2" fmla="*/ 70 w 15"/>
                  <a:gd name="T3" fmla="*/ 20 h 12"/>
                  <a:gd name="T4" fmla="*/ 33 w 15"/>
                  <a:gd name="T5" fmla="*/ 55 h 12"/>
                  <a:gd name="T6" fmla="*/ 0 w 15"/>
                  <a:gd name="T7" fmla="*/ 20 h 12"/>
                  <a:gd name="T8" fmla="*/ 5 w 15"/>
                  <a:gd name="T9" fmla="*/ 0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2">
                    <a:moveTo>
                      <a:pt x="13" y="0"/>
                    </a:moveTo>
                    <a:cubicBezTo>
                      <a:pt x="14" y="1"/>
                      <a:pt x="15" y="3"/>
                      <a:pt x="15" y="4"/>
                    </a:cubicBezTo>
                    <a:cubicBezTo>
                      <a:pt x="15" y="8"/>
                      <a:pt x="12" y="12"/>
                      <a:pt x="7" y="12"/>
                    </a:cubicBezTo>
                    <a:cubicBezTo>
                      <a:pt x="3" y="12"/>
                      <a:pt x="0" y="8"/>
                      <a:pt x="0" y="4"/>
                    </a:cubicBezTo>
                    <a:cubicBezTo>
                      <a:pt x="0" y="3"/>
                      <a:pt x="0" y="1"/>
                      <a:pt x="1" y="0"/>
                    </a:cubicBezTo>
                  </a:path>
                </a:pathLst>
              </a:custGeom>
              <a:noFill/>
              <a:ln w="158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628" name="Oval 561">
                <a:extLst>
                  <a:ext uri="{FF2B5EF4-FFF2-40B4-BE49-F238E27FC236}">
                    <a16:creationId xmlns:a16="http://schemas.microsoft.com/office/drawing/2014/main" id="{E4EAB975-6843-4EAD-9EE7-0EEF2BD430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50" y="925"/>
                <a:ext cx="8" cy="9"/>
              </a:xfrm>
              <a:prstGeom prst="ellipse">
                <a:avLst/>
              </a:prstGeom>
              <a:solidFill>
                <a:srgbClr val="585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629" name="Freeform 562">
                <a:extLst>
                  <a:ext uri="{FF2B5EF4-FFF2-40B4-BE49-F238E27FC236}">
                    <a16:creationId xmlns:a16="http://schemas.microsoft.com/office/drawing/2014/main" id="{09E83FB4-A092-4CC9-8F2D-BB97B1DD63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2" y="915"/>
                <a:ext cx="63" cy="32"/>
              </a:xfrm>
              <a:custGeom>
                <a:avLst/>
                <a:gdLst>
                  <a:gd name="T0" fmla="*/ 0 w 38"/>
                  <a:gd name="T1" fmla="*/ 54 h 19"/>
                  <a:gd name="T2" fmla="*/ 20 w 38"/>
                  <a:gd name="T3" fmla="*/ 62 h 19"/>
                  <a:gd name="T4" fmla="*/ 96 w 38"/>
                  <a:gd name="T5" fmla="*/ 91 h 19"/>
                  <a:gd name="T6" fmla="*/ 172 w 38"/>
                  <a:gd name="T7" fmla="*/ 54 h 19"/>
                  <a:gd name="T8" fmla="*/ 124 w 38"/>
                  <a:gd name="T9" fmla="*/ 20 h 19"/>
                  <a:gd name="T10" fmla="*/ 13 w 38"/>
                  <a:gd name="T11" fmla="*/ 37 h 19"/>
                  <a:gd name="T12" fmla="*/ 0 w 38"/>
                  <a:gd name="T13" fmla="*/ 54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8" h="19">
                    <a:moveTo>
                      <a:pt x="0" y="11"/>
                    </a:moveTo>
                    <a:cubicBezTo>
                      <a:pt x="1" y="13"/>
                      <a:pt x="3" y="13"/>
                      <a:pt x="4" y="13"/>
                    </a:cubicBezTo>
                    <a:cubicBezTo>
                      <a:pt x="6" y="13"/>
                      <a:pt x="12" y="19"/>
                      <a:pt x="21" y="19"/>
                    </a:cubicBezTo>
                    <a:cubicBezTo>
                      <a:pt x="30" y="19"/>
                      <a:pt x="37" y="12"/>
                      <a:pt x="38" y="11"/>
                    </a:cubicBezTo>
                    <a:cubicBezTo>
                      <a:pt x="37" y="9"/>
                      <a:pt x="31" y="6"/>
                      <a:pt x="27" y="4"/>
                    </a:cubicBezTo>
                    <a:cubicBezTo>
                      <a:pt x="19" y="0"/>
                      <a:pt x="7" y="6"/>
                      <a:pt x="3" y="8"/>
                    </a:cubicBezTo>
                    <a:cubicBezTo>
                      <a:pt x="2" y="9"/>
                      <a:pt x="0" y="10"/>
                      <a:pt x="0" y="11"/>
                    </a:cubicBezTo>
                    <a:close/>
                  </a:path>
                </a:pathLst>
              </a:custGeom>
              <a:noFill/>
              <a:ln w="158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630" name="Freeform 563">
                <a:extLst>
                  <a:ext uri="{FF2B5EF4-FFF2-40B4-BE49-F238E27FC236}">
                    <a16:creationId xmlns:a16="http://schemas.microsoft.com/office/drawing/2014/main" id="{AB2FCC83-6D5D-4738-8BFC-A6D53C5FDB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4" y="897"/>
                <a:ext cx="74" cy="22"/>
              </a:xfrm>
              <a:custGeom>
                <a:avLst/>
                <a:gdLst>
                  <a:gd name="T0" fmla="*/ 0 w 45"/>
                  <a:gd name="T1" fmla="*/ 8 h 13"/>
                  <a:gd name="T2" fmla="*/ 201 w 45"/>
                  <a:gd name="T3" fmla="*/ 63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5" h="13">
                    <a:moveTo>
                      <a:pt x="0" y="2"/>
                    </a:moveTo>
                    <a:cubicBezTo>
                      <a:pt x="11" y="1"/>
                      <a:pt x="25" y="0"/>
                      <a:pt x="45" y="13"/>
                    </a:cubicBezTo>
                  </a:path>
                </a:pathLst>
              </a:custGeom>
              <a:noFill/>
              <a:ln w="4763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631" name="Oval 564">
                <a:extLst>
                  <a:ext uri="{FF2B5EF4-FFF2-40B4-BE49-F238E27FC236}">
                    <a16:creationId xmlns:a16="http://schemas.microsoft.com/office/drawing/2014/main" id="{C1D7F3D6-CABF-4DCF-8757-6D02A366F2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47" y="924"/>
                <a:ext cx="6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632" name="Oval 565">
                <a:extLst>
                  <a:ext uri="{FF2B5EF4-FFF2-40B4-BE49-F238E27FC236}">
                    <a16:creationId xmlns:a16="http://schemas.microsoft.com/office/drawing/2014/main" id="{1617E043-B33B-47FF-BDD5-DE8BFDCB43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50" y="930"/>
                <a:ext cx="3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633" name="Freeform 566">
                <a:extLst>
                  <a:ext uri="{FF2B5EF4-FFF2-40B4-BE49-F238E27FC236}">
                    <a16:creationId xmlns:a16="http://schemas.microsoft.com/office/drawing/2014/main" id="{B29D3D72-5578-4917-A577-A8C611DFE0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0" y="942"/>
                <a:ext cx="42" cy="15"/>
              </a:xfrm>
              <a:custGeom>
                <a:avLst/>
                <a:gdLst>
                  <a:gd name="T0" fmla="*/ 0 w 25"/>
                  <a:gd name="T1" fmla="*/ 13 h 9"/>
                  <a:gd name="T2" fmla="*/ 119 w 25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" h="9">
                    <a:moveTo>
                      <a:pt x="0" y="3"/>
                    </a:moveTo>
                    <a:cubicBezTo>
                      <a:pt x="0" y="3"/>
                      <a:pt x="14" y="9"/>
                      <a:pt x="25" y="0"/>
                    </a:cubicBezTo>
                  </a:path>
                </a:pathLst>
              </a:custGeom>
              <a:noFill/>
              <a:ln w="158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634" name="Freeform 567">
                <a:extLst>
                  <a:ext uri="{FF2B5EF4-FFF2-40B4-BE49-F238E27FC236}">
                    <a16:creationId xmlns:a16="http://schemas.microsoft.com/office/drawing/2014/main" id="{E937D3E1-F0C5-45E9-981A-EE0AA69370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2" y="937"/>
                <a:ext cx="5" cy="1"/>
              </a:xfrm>
              <a:custGeom>
                <a:avLst/>
                <a:gdLst>
                  <a:gd name="T0" fmla="*/ 0 w 3"/>
                  <a:gd name="T1" fmla="*/ 0 h 1"/>
                  <a:gd name="T2" fmla="*/ 13 w 3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cubicBezTo>
                      <a:pt x="1" y="0"/>
                      <a:pt x="2" y="0"/>
                      <a:pt x="3" y="0"/>
                    </a:cubicBezTo>
                  </a:path>
                </a:pathLst>
              </a:custGeom>
              <a:noFill/>
              <a:ln w="158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635" name="Freeform 568">
                <a:extLst>
                  <a:ext uri="{FF2B5EF4-FFF2-40B4-BE49-F238E27FC236}">
                    <a16:creationId xmlns:a16="http://schemas.microsoft.com/office/drawing/2014/main" id="{9C413DD2-6CE5-4838-94BC-0167048B5D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7" y="940"/>
                <a:ext cx="3" cy="2"/>
              </a:xfrm>
              <a:custGeom>
                <a:avLst/>
                <a:gdLst>
                  <a:gd name="T0" fmla="*/ 0 w 2"/>
                  <a:gd name="T1" fmla="*/ 0 h 1"/>
                  <a:gd name="T2" fmla="*/ 8 w 2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0" y="0"/>
                      <a:pt x="1" y="0"/>
                      <a:pt x="2" y="1"/>
                    </a:cubicBezTo>
                  </a:path>
                </a:pathLst>
              </a:custGeom>
              <a:noFill/>
              <a:ln w="158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636" name="Freeform 569">
                <a:extLst>
                  <a:ext uri="{FF2B5EF4-FFF2-40B4-BE49-F238E27FC236}">
                    <a16:creationId xmlns:a16="http://schemas.microsoft.com/office/drawing/2014/main" id="{467A1538-DD5E-4832-8F30-7DA111A144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9" y="932"/>
                <a:ext cx="1" cy="3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8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1"/>
                      <a:pt x="0" y="2"/>
                    </a:cubicBezTo>
                  </a:path>
                </a:pathLst>
              </a:custGeom>
              <a:noFill/>
              <a:ln w="158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637" name="Freeform 570">
                <a:extLst>
                  <a:ext uri="{FF2B5EF4-FFF2-40B4-BE49-F238E27FC236}">
                    <a16:creationId xmlns:a16="http://schemas.microsoft.com/office/drawing/2014/main" id="{27EAC84B-A39A-42D0-8855-F41CA1300E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3" y="945"/>
                <a:ext cx="22" cy="5"/>
              </a:xfrm>
              <a:custGeom>
                <a:avLst/>
                <a:gdLst>
                  <a:gd name="T0" fmla="*/ 0 w 13"/>
                  <a:gd name="T1" fmla="*/ 13 h 3"/>
                  <a:gd name="T2" fmla="*/ 29 w 13"/>
                  <a:gd name="T3" fmla="*/ 0 h 3"/>
                  <a:gd name="T4" fmla="*/ 63 w 13"/>
                  <a:gd name="T5" fmla="*/ 5 h 3"/>
                  <a:gd name="T6" fmla="*/ 0 w 13"/>
                  <a:gd name="T7" fmla="*/ 8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3">
                    <a:moveTo>
                      <a:pt x="0" y="3"/>
                    </a:moveTo>
                    <a:cubicBezTo>
                      <a:pt x="2" y="3"/>
                      <a:pt x="4" y="1"/>
                      <a:pt x="6" y="0"/>
                    </a:cubicBezTo>
                    <a:cubicBezTo>
                      <a:pt x="8" y="0"/>
                      <a:pt x="11" y="0"/>
                      <a:pt x="13" y="1"/>
                    </a:cubicBezTo>
                    <a:cubicBezTo>
                      <a:pt x="10" y="2"/>
                      <a:pt x="4" y="2"/>
                      <a:pt x="0" y="2"/>
                    </a:cubicBezTo>
                  </a:path>
                </a:pathLst>
              </a:custGeom>
              <a:solidFill>
                <a:srgbClr val="FDEA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638" name="Freeform 571">
                <a:extLst>
                  <a:ext uri="{FF2B5EF4-FFF2-40B4-BE49-F238E27FC236}">
                    <a16:creationId xmlns:a16="http://schemas.microsoft.com/office/drawing/2014/main" id="{FF51DC82-E1AF-4704-93ED-D695AF60E1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5" y="939"/>
                <a:ext cx="7" cy="1"/>
              </a:xfrm>
              <a:custGeom>
                <a:avLst/>
                <a:gdLst>
                  <a:gd name="T0" fmla="*/ 0 w 4"/>
                  <a:gd name="T1" fmla="*/ 1 h 1"/>
                  <a:gd name="T2" fmla="*/ 21 w 4"/>
                  <a:gd name="T3" fmla="*/ 0 h 1"/>
                  <a:gd name="T4" fmla="*/ 0 w 4"/>
                  <a:gd name="T5" fmla="*/ 1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1">
                    <a:moveTo>
                      <a:pt x="0" y="1"/>
                    </a:moveTo>
                    <a:cubicBezTo>
                      <a:pt x="1" y="1"/>
                      <a:pt x="2" y="1"/>
                      <a:pt x="4" y="0"/>
                    </a:cubicBezTo>
                    <a:cubicBezTo>
                      <a:pt x="2" y="0"/>
                      <a:pt x="1" y="0"/>
                      <a:pt x="0" y="1"/>
                    </a:cubicBezTo>
                  </a:path>
                </a:pathLst>
              </a:custGeom>
              <a:solidFill>
                <a:srgbClr val="FDEA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639" name="Freeform 572">
                <a:extLst>
                  <a:ext uri="{FF2B5EF4-FFF2-40B4-BE49-F238E27FC236}">
                    <a16:creationId xmlns:a16="http://schemas.microsoft.com/office/drawing/2014/main" id="{1E298C77-E703-44C6-877A-AF1D192045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0" y="922"/>
                <a:ext cx="17" cy="12"/>
              </a:xfrm>
              <a:custGeom>
                <a:avLst/>
                <a:gdLst>
                  <a:gd name="T0" fmla="*/ 0 w 10"/>
                  <a:gd name="T1" fmla="*/ 0 h 7"/>
                  <a:gd name="T2" fmla="*/ 9 w 10"/>
                  <a:gd name="T3" fmla="*/ 5 h 7"/>
                  <a:gd name="T4" fmla="*/ 20 w 10"/>
                  <a:gd name="T5" fmla="*/ 9 h 7"/>
                  <a:gd name="T6" fmla="*/ 29 w 10"/>
                  <a:gd name="T7" fmla="*/ 26 h 7"/>
                  <a:gd name="T8" fmla="*/ 41 w 10"/>
                  <a:gd name="T9" fmla="*/ 36 h 7"/>
                  <a:gd name="T10" fmla="*/ 44 w 10"/>
                  <a:gd name="T11" fmla="*/ 9 h 7"/>
                  <a:gd name="T12" fmla="*/ 26 w 10"/>
                  <a:gd name="T13" fmla="*/ 0 h 7"/>
                  <a:gd name="T14" fmla="*/ 9 w 10"/>
                  <a:gd name="T15" fmla="*/ 0 h 7"/>
                  <a:gd name="T16" fmla="*/ 0 w 10"/>
                  <a:gd name="T17" fmla="*/ 0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" h="7">
                    <a:moveTo>
                      <a:pt x="0" y="0"/>
                    </a:moveTo>
                    <a:cubicBezTo>
                      <a:pt x="1" y="0"/>
                      <a:pt x="1" y="0"/>
                      <a:pt x="2" y="1"/>
                    </a:cubicBezTo>
                    <a:cubicBezTo>
                      <a:pt x="3" y="1"/>
                      <a:pt x="4" y="1"/>
                      <a:pt x="4" y="2"/>
                    </a:cubicBezTo>
                    <a:cubicBezTo>
                      <a:pt x="5" y="2"/>
                      <a:pt x="6" y="4"/>
                      <a:pt x="6" y="5"/>
                    </a:cubicBezTo>
                    <a:cubicBezTo>
                      <a:pt x="6" y="5"/>
                      <a:pt x="7" y="7"/>
                      <a:pt x="8" y="7"/>
                    </a:cubicBezTo>
                    <a:cubicBezTo>
                      <a:pt x="10" y="6"/>
                      <a:pt x="10" y="3"/>
                      <a:pt x="9" y="2"/>
                    </a:cubicBezTo>
                    <a:cubicBezTo>
                      <a:pt x="9" y="0"/>
                      <a:pt x="7" y="0"/>
                      <a:pt x="5" y="0"/>
                    </a:cubicBezTo>
                    <a:cubicBezTo>
                      <a:pt x="4" y="0"/>
                      <a:pt x="3" y="0"/>
                      <a:pt x="2" y="0"/>
                    </a:cubicBezTo>
                    <a:cubicBezTo>
                      <a:pt x="1" y="0"/>
                      <a:pt x="1" y="0"/>
                      <a:pt x="0" y="0"/>
                    </a:cubicBezTo>
                  </a:path>
                </a:pathLst>
              </a:custGeom>
              <a:solidFill>
                <a:srgbClr val="8A6F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640" name="Freeform 573">
                <a:extLst>
                  <a:ext uri="{FF2B5EF4-FFF2-40B4-BE49-F238E27FC236}">
                    <a16:creationId xmlns:a16="http://schemas.microsoft.com/office/drawing/2014/main" id="{CCEFFE70-BDF7-4428-8B7C-8B7B02F879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4" y="922"/>
                <a:ext cx="63" cy="25"/>
              </a:xfrm>
              <a:custGeom>
                <a:avLst/>
                <a:gdLst>
                  <a:gd name="T0" fmla="*/ 172 w 38"/>
                  <a:gd name="T1" fmla="*/ 37 h 15"/>
                  <a:gd name="T2" fmla="*/ 151 w 38"/>
                  <a:gd name="T3" fmla="*/ 42 h 15"/>
                  <a:gd name="T4" fmla="*/ 75 w 38"/>
                  <a:gd name="T5" fmla="*/ 70 h 15"/>
                  <a:gd name="T6" fmla="*/ 0 w 38"/>
                  <a:gd name="T7" fmla="*/ 37 h 15"/>
                  <a:gd name="T8" fmla="*/ 83 w 38"/>
                  <a:gd name="T9" fmla="*/ 0 h 15"/>
                  <a:gd name="T10" fmla="*/ 159 w 38"/>
                  <a:gd name="T11" fmla="*/ 22 h 15"/>
                  <a:gd name="T12" fmla="*/ 172 w 38"/>
                  <a:gd name="T13" fmla="*/ 37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8" h="15">
                    <a:moveTo>
                      <a:pt x="38" y="8"/>
                    </a:moveTo>
                    <a:cubicBezTo>
                      <a:pt x="37" y="9"/>
                      <a:pt x="35" y="9"/>
                      <a:pt x="33" y="9"/>
                    </a:cubicBezTo>
                    <a:cubicBezTo>
                      <a:pt x="31" y="10"/>
                      <a:pt x="25" y="15"/>
                      <a:pt x="16" y="15"/>
                    </a:cubicBezTo>
                    <a:cubicBezTo>
                      <a:pt x="7" y="15"/>
                      <a:pt x="0" y="8"/>
                      <a:pt x="0" y="8"/>
                    </a:cubicBezTo>
                    <a:cubicBezTo>
                      <a:pt x="1" y="5"/>
                      <a:pt x="8" y="0"/>
                      <a:pt x="18" y="0"/>
                    </a:cubicBezTo>
                    <a:cubicBezTo>
                      <a:pt x="27" y="0"/>
                      <a:pt x="31" y="2"/>
                      <a:pt x="35" y="5"/>
                    </a:cubicBezTo>
                    <a:cubicBezTo>
                      <a:pt x="36" y="6"/>
                      <a:pt x="38" y="6"/>
                      <a:pt x="38" y="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641" name="Freeform 574">
                <a:extLst>
                  <a:ext uri="{FF2B5EF4-FFF2-40B4-BE49-F238E27FC236}">
                    <a16:creationId xmlns:a16="http://schemas.microsoft.com/office/drawing/2014/main" id="{95691DAB-558C-4D89-A778-8F31D13F0E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3" y="922"/>
                <a:ext cx="24" cy="22"/>
              </a:xfrm>
              <a:custGeom>
                <a:avLst/>
                <a:gdLst>
                  <a:gd name="T0" fmla="*/ 5 w 15"/>
                  <a:gd name="T1" fmla="*/ 0 h 13"/>
                  <a:gd name="T2" fmla="*/ 0 w 15"/>
                  <a:gd name="T3" fmla="*/ 24 h 13"/>
                  <a:gd name="T4" fmla="*/ 29 w 15"/>
                  <a:gd name="T5" fmla="*/ 63 h 13"/>
                  <a:gd name="T6" fmla="*/ 61 w 15"/>
                  <a:gd name="T7" fmla="*/ 24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13">
                    <a:moveTo>
                      <a:pt x="1" y="0"/>
                    </a:moveTo>
                    <a:cubicBezTo>
                      <a:pt x="0" y="2"/>
                      <a:pt x="0" y="3"/>
                      <a:pt x="0" y="5"/>
                    </a:cubicBezTo>
                    <a:cubicBezTo>
                      <a:pt x="0" y="9"/>
                      <a:pt x="3" y="13"/>
                      <a:pt x="7" y="13"/>
                    </a:cubicBezTo>
                    <a:cubicBezTo>
                      <a:pt x="11" y="13"/>
                      <a:pt x="15" y="9"/>
                      <a:pt x="15" y="5"/>
                    </a:cubicBezTo>
                  </a:path>
                </a:pathLst>
              </a:custGeom>
              <a:solidFill>
                <a:srgbClr val="A1822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642" name="Freeform 575">
                <a:extLst>
                  <a:ext uri="{FF2B5EF4-FFF2-40B4-BE49-F238E27FC236}">
                    <a16:creationId xmlns:a16="http://schemas.microsoft.com/office/drawing/2014/main" id="{C72984D5-D408-44FD-8232-DAA10A63CD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4" y="917"/>
                <a:ext cx="23" cy="13"/>
              </a:xfrm>
              <a:custGeom>
                <a:avLst/>
                <a:gdLst>
                  <a:gd name="T0" fmla="*/ 58 w 14"/>
                  <a:gd name="T1" fmla="*/ 18 h 8"/>
                  <a:gd name="T2" fmla="*/ 62 w 14"/>
                  <a:gd name="T3" fmla="*/ 34 h 8"/>
                  <a:gd name="T4" fmla="*/ 0 w 14"/>
                  <a:gd name="T5" fmla="*/ 18 h 8"/>
                  <a:gd name="T6" fmla="*/ 58 w 14"/>
                  <a:gd name="T7" fmla="*/ 13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8">
                    <a:moveTo>
                      <a:pt x="13" y="4"/>
                    </a:moveTo>
                    <a:cubicBezTo>
                      <a:pt x="13" y="5"/>
                      <a:pt x="14" y="6"/>
                      <a:pt x="14" y="8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3" y="0"/>
                      <a:pt x="13" y="3"/>
                    </a:cubicBezTo>
                  </a:path>
                </a:pathLst>
              </a:custGeom>
              <a:solidFill>
                <a:srgbClr val="A1822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643" name="Freeform 576">
                <a:extLst>
                  <a:ext uri="{FF2B5EF4-FFF2-40B4-BE49-F238E27FC236}">
                    <a16:creationId xmlns:a16="http://schemas.microsoft.com/office/drawing/2014/main" id="{D2B98750-2143-44B9-AF07-A4B2969B22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3" y="922"/>
                <a:ext cx="24" cy="20"/>
              </a:xfrm>
              <a:custGeom>
                <a:avLst/>
                <a:gdLst>
                  <a:gd name="T0" fmla="*/ 5 w 15"/>
                  <a:gd name="T1" fmla="*/ 0 h 12"/>
                  <a:gd name="T2" fmla="*/ 0 w 15"/>
                  <a:gd name="T3" fmla="*/ 22 h 12"/>
                  <a:gd name="T4" fmla="*/ 29 w 15"/>
                  <a:gd name="T5" fmla="*/ 55 h 12"/>
                  <a:gd name="T6" fmla="*/ 61 w 15"/>
                  <a:gd name="T7" fmla="*/ 22 h 12"/>
                  <a:gd name="T8" fmla="*/ 56 w 15"/>
                  <a:gd name="T9" fmla="*/ 0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2">
                    <a:moveTo>
                      <a:pt x="1" y="0"/>
                    </a:moveTo>
                    <a:cubicBezTo>
                      <a:pt x="0" y="2"/>
                      <a:pt x="0" y="3"/>
                      <a:pt x="0" y="5"/>
                    </a:cubicBezTo>
                    <a:cubicBezTo>
                      <a:pt x="0" y="9"/>
                      <a:pt x="3" y="12"/>
                      <a:pt x="7" y="12"/>
                    </a:cubicBezTo>
                    <a:cubicBezTo>
                      <a:pt x="12" y="12"/>
                      <a:pt x="15" y="9"/>
                      <a:pt x="15" y="5"/>
                    </a:cubicBezTo>
                    <a:cubicBezTo>
                      <a:pt x="15" y="3"/>
                      <a:pt x="14" y="2"/>
                      <a:pt x="14" y="0"/>
                    </a:cubicBezTo>
                  </a:path>
                </a:pathLst>
              </a:custGeom>
              <a:noFill/>
              <a:ln w="158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644" name="Oval 577">
                <a:extLst>
                  <a:ext uri="{FF2B5EF4-FFF2-40B4-BE49-F238E27FC236}">
                    <a16:creationId xmlns:a16="http://schemas.microsoft.com/office/drawing/2014/main" id="{22DE3CC8-6945-44C7-8DA3-7CF5BFD4C7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11" y="925"/>
                <a:ext cx="8" cy="9"/>
              </a:xfrm>
              <a:prstGeom prst="ellipse">
                <a:avLst/>
              </a:prstGeom>
              <a:solidFill>
                <a:srgbClr val="585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645" name="Freeform 578">
                <a:extLst>
                  <a:ext uri="{FF2B5EF4-FFF2-40B4-BE49-F238E27FC236}">
                    <a16:creationId xmlns:a16="http://schemas.microsoft.com/office/drawing/2014/main" id="{98B7A173-C98C-401E-B190-1FB23511B7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4" y="917"/>
                <a:ext cx="63" cy="30"/>
              </a:xfrm>
              <a:custGeom>
                <a:avLst/>
                <a:gdLst>
                  <a:gd name="T0" fmla="*/ 172 w 38"/>
                  <a:gd name="T1" fmla="*/ 50 h 18"/>
                  <a:gd name="T2" fmla="*/ 151 w 38"/>
                  <a:gd name="T3" fmla="*/ 55 h 18"/>
                  <a:gd name="T4" fmla="*/ 76 w 38"/>
                  <a:gd name="T5" fmla="*/ 83 h 18"/>
                  <a:gd name="T6" fmla="*/ 0 w 38"/>
                  <a:gd name="T7" fmla="*/ 50 h 18"/>
                  <a:gd name="T8" fmla="*/ 50 w 38"/>
                  <a:gd name="T9" fmla="*/ 20 h 18"/>
                  <a:gd name="T10" fmla="*/ 159 w 38"/>
                  <a:gd name="T11" fmla="*/ 37 h 18"/>
                  <a:gd name="T12" fmla="*/ 172 w 38"/>
                  <a:gd name="T13" fmla="*/ 50 h 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8" h="18">
                    <a:moveTo>
                      <a:pt x="38" y="11"/>
                    </a:moveTo>
                    <a:cubicBezTo>
                      <a:pt x="37" y="12"/>
                      <a:pt x="35" y="12"/>
                      <a:pt x="33" y="12"/>
                    </a:cubicBezTo>
                    <a:cubicBezTo>
                      <a:pt x="31" y="13"/>
                      <a:pt x="25" y="18"/>
                      <a:pt x="17" y="18"/>
                    </a:cubicBezTo>
                    <a:cubicBezTo>
                      <a:pt x="8" y="18"/>
                      <a:pt x="0" y="11"/>
                      <a:pt x="0" y="11"/>
                    </a:cubicBezTo>
                    <a:cubicBezTo>
                      <a:pt x="1" y="8"/>
                      <a:pt x="7" y="6"/>
                      <a:pt x="11" y="4"/>
                    </a:cubicBezTo>
                    <a:cubicBezTo>
                      <a:pt x="19" y="0"/>
                      <a:pt x="31" y="5"/>
                      <a:pt x="35" y="8"/>
                    </a:cubicBezTo>
                    <a:cubicBezTo>
                      <a:pt x="36" y="9"/>
                      <a:pt x="38" y="9"/>
                      <a:pt x="38" y="11"/>
                    </a:cubicBezTo>
                    <a:close/>
                  </a:path>
                </a:pathLst>
              </a:custGeom>
              <a:noFill/>
              <a:ln w="158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646" name="Freeform 579">
                <a:extLst>
                  <a:ext uri="{FF2B5EF4-FFF2-40B4-BE49-F238E27FC236}">
                    <a16:creationId xmlns:a16="http://schemas.microsoft.com/office/drawing/2014/main" id="{26E3FF16-BB1F-4EE8-BCAC-8C12B8394D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1" y="897"/>
                <a:ext cx="75" cy="22"/>
              </a:xfrm>
              <a:custGeom>
                <a:avLst/>
                <a:gdLst>
                  <a:gd name="T0" fmla="*/ 208 w 45"/>
                  <a:gd name="T1" fmla="*/ 14 h 13"/>
                  <a:gd name="T2" fmla="*/ 0 w 45"/>
                  <a:gd name="T3" fmla="*/ 63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5" h="13">
                    <a:moveTo>
                      <a:pt x="45" y="3"/>
                    </a:moveTo>
                    <a:cubicBezTo>
                      <a:pt x="33" y="1"/>
                      <a:pt x="19" y="0"/>
                      <a:pt x="0" y="13"/>
                    </a:cubicBezTo>
                  </a:path>
                </a:pathLst>
              </a:custGeom>
              <a:noFill/>
              <a:ln w="4763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647" name="Oval 580">
                <a:extLst>
                  <a:ext uri="{FF2B5EF4-FFF2-40B4-BE49-F238E27FC236}">
                    <a16:creationId xmlns:a16="http://schemas.microsoft.com/office/drawing/2014/main" id="{728AC3E8-E998-422F-AA15-19B9C7A4BA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16" y="924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648" name="Oval 581">
                <a:extLst>
                  <a:ext uri="{FF2B5EF4-FFF2-40B4-BE49-F238E27FC236}">
                    <a16:creationId xmlns:a16="http://schemas.microsoft.com/office/drawing/2014/main" id="{32D6D09E-7058-481E-95C3-9C91F048E7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16" y="932"/>
                <a:ext cx="3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649" name="Freeform 582">
                <a:extLst>
                  <a:ext uri="{FF2B5EF4-FFF2-40B4-BE49-F238E27FC236}">
                    <a16:creationId xmlns:a16="http://schemas.microsoft.com/office/drawing/2014/main" id="{CD463A5F-78E2-433B-B870-65417E9FE6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6" y="944"/>
                <a:ext cx="43" cy="14"/>
              </a:xfrm>
              <a:custGeom>
                <a:avLst/>
                <a:gdLst>
                  <a:gd name="T0" fmla="*/ 117 w 26"/>
                  <a:gd name="T1" fmla="*/ 12 h 9"/>
                  <a:gd name="T2" fmla="*/ 0 w 26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9">
                    <a:moveTo>
                      <a:pt x="26" y="3"/>
                    </a:moveTo>
                    <a:cubicBezTo>
                      <a:pt x="26" y="3"/>
                      <a:pt x="12" y="9"/>
                      <a:pt x="0" y="0"/>
                    </a:cubicBezTo>
                  </a:path>
                </a:pathLst>
              </a:custGeom>
              <a:noFill/>
              <a:ln w="158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650" name="Freeform 583">
                <a:extLst>
                  <a:ext uri="{FF2B5EF4-FFF2-40B4-BE49-F238E27FC236}">
                    <a16:creationId xmlns:a16="http://schemas.microsoft.com/office/drawing/2014/main" id="{D71C71BF-EF2F-41BE-AD4B-406B2ACCE4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3" y="937"/>
                <a:ext cx="5" cy="2"/>
              </a:xfrm>
              <a:custGeom>
                <a:avLst/>
                <a:gdLst>
                  <a:gd name="T0" fmla="*/ 13 w 3"/>
                  <a:gd name="T1" fmla="*/ 8 h 1"/>
                  <a:gd name="T2" fmla="*/ 0 w 3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">
                    <a:moveTo>
                      <a:pt x="3" y="1"/>
                    </a:moveTo>
                    <a:cubicBezTo>
                      <a:pt x="2" y="1"/>
                      <a:pt x="1" y="0"/>
                      <a:pt x="0" y="1"/>
                    </a:cubicBezTo>
                  </a:path>
                </a:pathLst>
              </a:custGeom>
              <a:noFill/>
              <a:ln w="158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651" name="Freeform 584">
                <a:extLst>
                  <a:ext uri="{FF2B5EF4-FFF2-40B4-BE49-F238E27FC236}">
                    <a16:creationId xmlns:a16="http://schemas.microsoft.com/office/drawing/2014/main" id="{C2A4FDAF-2C26-4B12-B618-104224BD8E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9" y="940"/>
                <a:ext cx="4" cy="2"/>
              </a:xfrm>
              <a:custGeom>
                <a:avLst/>
                <a:gdLst>
                  <a:gd name="T0" fmla="*/ 16 w 2"/>
                  <a:gd name="T1" fmla="*/ 8 h 1"/>
                  <a:gd name="T2" fmla="*/ 0 w 2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0"/>
                      <a:pt x="0" y="1"/>
                      <a:pt x="0" y="1"/>
                    </a:cubicBezTo>
                  </a:path>
                </a:pathLst>
              </a:custGeom>
              <a:noFill/>
              <a:ln w="158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652" name="Freeform 585">
                <a:extLst>
                  <a:ext uri="{FF2B5EF4-FFF2-40B4-BE49-F238E27FC236}">
                    <a16:creationId xmlns:a16="http://schemas.microsoft.com/office/drawing/2014/main" id="{92ABB2EB-6340-4B94-A51A-8E42697ABE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9" y="932"/>
                <a:ext cx="2" cy="5"/>
              </a:xfrm>
              <a:custGeom>
                <a:avLst/>
                <a:gdLst>
                  <a:gd name="T0" fmla="*/ 8 w 1"/>
                  <a:gd name="T1" fmla="*/ 0 h 3"/>
                  <a:gd name="T2" fmla="*/ 8 w 1"/>
                  <a:gd name="T3" fmla="*/ 13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cubicBezTo>
                      <a:pt x="0" y="1"/>
                      <a:pt x="0" y="2"/>
                      <a:pt x="1" y="3"/>
                    </a:cubicBezTo>
                  </a:path>
                </a:pathLst>
              </a:custGeom>
              <a:noFill/>
              <a:ln w="158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653" name="Freeform 586">
                <a:extLst>
                  <a:ext uri="{FF2B5EF4-FFF2-40B4-BE49-F238E27FC236}">
                    <a16:creationId xmlns:a16="http://schemas.microsoft.com/office/drawing/2014/main" id="{12A0A7E8-875A-471D-BF72-63C88CFA11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4" y="947"/>
                <a:ext cx="22" cy="5"/>
              </a:xfrm>
              <a:custGeom>
                <a:avLst/>
                <a:gdLst>
                  <a:gd name="T0" fmla="*/ 63 w 13"/>
                  <a:gd name="T1" fmla="*/ 8 h 3"/>
                  <a:gd name="T2" fmla="*/ 34 w 13"/>
                  <a:gd name="T3" fmla="*/ 0 h 3"/>
                  <a:gd name="T4" fmla="*/ 0 w 13"/>
                  <a:gd name="T5" fmla="*/ 0 h 3"/>
                  <a:gd name="T6" fmla="*/ 63 w 13"/>
                  <a:gd name="T7" fmla="*/ 8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3">
                    <a:moveTo>
                      <a:pt x="13" y="2"/>
                    </a:moveTo>
                    <a:cubicBezTo>
                      <a:pt x="10" y="3"/>
                      <a:pt x="9" y="0"/>
                      <a:pt x="7" y="0"/>
                    </a:cubicBezTo>
                    <a:cubicBezTo>
                      <a:pt x="5" y="0"/>
                      <a:pt x="2" y="0"/>
                      <a:pt x="0" y="0"/>
                    </a:cubicBezTo>
                    <a:cubicBezTo>
                      <a:pt x="3" y="2"/>
                      <a:pt x="9" y="1"/>
                      <a:pt x="13" y="2"/>
                    </a:cubicBezTo>
                  </a:path>
                </a:pathLst>
              </a:custGeom>
              <a:solidFill>
                <a:srgbClr val="FDEA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654" name="Freeform 587">
                <a:extLst>
                  <a:ext uri="{FF2B5EF4-FFF2-40B4-BE49-F238E27FC236}">
                    <a16:creationId xmlns:a16="http://schemas.microsoft.com/office/drawing/2014/main" id="{1D708BB1-2A97-4992-828D-8E019404B8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8" y="940"/>
                <a:ext cx="6" cy="2"/>
              </a:xfrm>
              <a:custGeom>
                <a:avLst/>
                <a:gdLst>
                  <a:gd name="T0" fmla="*/ 14 w 4"/>
                  <a:gd name="T1" fmla="*/ 8 h 1"/>
                  <a:gd name="T2" fmla="*/ 0 w 4"/>
                  <a:gd name="T3" fmla="*/ 0 h 1"/>
                  <a:gd name="T4" fmla="*/ 12 w 4"/>
                  <a:gd name="T5" fmla="*/ 8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1">
                    <a:moveTo>
                      <a:pt x="4" y="1"/>
                    </a:moveTo>
                    <a:cubicBezTo>
                      <a:pt x="2" y="1"/>
                      <a:pt x="1" y="0"/>
                      <a:pt x="0" y="0"/>
                    </a:cubicBezTo>
                    <a:cubicBezTo>
                      <a:pt x="1" y="0"/>
                      <a:pt x="2" y="0"/>
                      <a:pt x="3" y="1"/>
                    </a:cubicBezTo>
                  </a:path>
                </a:pathLst>
              </a:custGeom>
              <a:solidFill>
                <a:srgbClr val="FDEA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655" name="Freeform 588">
                <a:extLst>
                  <a:ext uri="{FF2B5EF4-FFF2-40B4-BE49-F238E27FC236}">
                    <a16:creationId xmlns:a16="http://schemas.microsoft.com/office/drawing/2014/main" id="{DF1CC380-8E96-41B2-AA43-D314571C71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3" y="922"/>
                <a:ext cx="16" cy="12"/>
              </a:xfrm>
              <a:custGeom>
                <a:avLst/>
                <a:gdLst>
                  <a:gd name="T0" fmla="*/ 42 w 10"/>
                  <a:gd name="T1" fmla="*/ 5 h 7"/>
                  <a:gd name="T2" fmla="*/ 34 w 10"/>
                  <a:gd name="T3" fmla="*/ 5 h 7"/>
                  <a:gd name="T4" fmla="*/ 21 w 10"/>
                  <a:gd name="T5" fmla="*/ 9 h 7"/>
                  <a:gd name="T6" fmla="*/ 16 w 10"/>
                  <a:gd name="T7" fmla="*/ 26 h 7"/>
                  <a:gd name="T8" fmla="*/ 8 w 10"/>
                  <a:gd name="T9" fmla="*/ 36 h 7"/>
                  <a:gd name="T10" fmla="*/ 0 w 10"/>
                  <a:gd name="T11" fmla="*/ 15 h 7"/>
                  <a:gd name="T12" fmla="*/ 16 w 10"/>
                  <a:gd name="T13" fmla="*/ 0 h 7"/>
                  <a:gd name="T14" fmla="*/ 29 w 10"/>
                  <a:gd name="T15" fmla="*/ 5 h 7"/>
                  <a:gd name="T16" fmla="*/ 42 w 10"/>
                  <a:gd name="T17" fmla="*/ 5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" h="7">
                    <a:moveTo>
                      <a:pt x="10" y="1"/>
                    </a:moveTo>
                    <a:cubicBezTo>
                      <a:pt x="9" y="1"/>
                      <a:pt x="8" y="1"/>
                      <a:pt x="8" y="1"/>
                    </a:cubicBezTo>
                    <a:cubicBezTo>
                      <a:pt x="7" y="2"/>
                      <a:pt x="6" y="2"/>
                      <a:pt x="5" y="2"/>
                    </a:cubicBezTo>
                    <a:cubicBezTo>
                      <a:pt x="4" y="3"/>
                      <a:pt x="4" y="4"/>
                      <a:pt x="4" y="5"/>
                    </a:cubicBezTo>
                    <a:cubicBezTo>
                      <a:pt x="3" y="6"/>
                      <a:pt x="3" y="7"/>
                      <a:pt x="2" y="7"/>
                    </a:cubicBezTo>
                    <a:cubicBezTo>
                      <a:pt x="0" y="7"/>
                      <a:pt x="0" y="4"/>
                      <a:pt x="0" y="3"/>
                    </a:cubicBezTo>
                    <a:cubicBezTo>
                      <a:pt x="1" y="1"/>
                      <a:pt x="3" y="0"/>
                      <a:pt x="4" y="0"/>
                    </a:cubicBezTo>
                    <a:cubicBezTo>
                      <a:pt x="5" y="0"/>
                      <a:pt x="6" y="1"/>
                      <a:pt x="7" y="1"/>
                    </a:cubicBezTo>
                    <a:cubicBezTo>
                      <a:pt x="8" y="1"/>
                      <a:pt x="9" y="1"/>
                      <a:pt x="10" y="1"/>
                    </a:cubicBezTo>
                  </a:path>
                </a:pathLst>
              </a:custGeom>
              <a:solidFill>
                <a:srgbClr val="8A6F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656" name="Freeform 589">
                <a:extLst>
                  <a:ext uri="{FF2B5EF4-FFF2-40B4-BE49-F238E27FC236}">
                    <a16:creationId xmlns:a16="http://schemas.microsoft.com/office/drawing/2014/main" id="{8E3D0E82-6562-4D4F-A097-82EE0D6C5B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4" y="945"/>
                <a:ext cx="47" cy="28"/>
              </a:xfrm>
              <a:custGeom>
                <a:avLst/>
                <a:gdLst>
                  <a:gd name="T0" fmla="*/ 133 w 28"/>
                  <a:gd name="T1" fmla="*/ 5 h 17"/>
                  <a:gd name="T2" fmla="*/ 76 w 28"/>
                  <a:gd name="T3" fmla="*/ 35 h 17"/>
                  <a:gd name="T4" fmla="*/ 0 w 28"/>
                  <a:gd name="T5" fmla="*/ 71 h 17"/>
                  <a:gd name="T6" fmla="*/ 76 w 28"/>
                  <a:gd name="T7" fmla="*/ 54 h 17"/>
                  <a:gd name="T8" fmla="*/ 99 w 28"/>
                  <a:gd name="T9" fmla="*/ 26 h 17"/>
                  <a:gd name="T10" fmla="*/ 133 w 28"/>
                  <a:gd name="T11" fmla="*/ 5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8" h="17">
                    <a:moveTo>
                      <a:pt x="28" y="1"/>
                    </a:moveTo>
                    <a:cubicBezTo>
                      <a:pt x="24" y="0"/>
                      <a:pt x="19" y="6"/>
                      <a:pt x="16" y="8"/>
                    </a:cubicBezTo>
                    <a:cubicBezTo>
                      <a:pt x="12" y="13"/>
                      <a:pt x="7" y="16"/>
                      <a:pt x="0" y="16"/>
                    </a:cubicBezTo>
                    <a:cubicBezTo>
                      <a:pt x="6" y="17"/>
                      <a:pt x="11" y="16"/>
                      <a:pt x="16" y="12"/>
                    </a:cubicBezTo>
                    <a:cubicBezTo>
                      <a:pt x="18" y="10"/>
                      <a:pt x="19" y="8"/>
                      <a:pt x="21" y="6"/>
                    </a:cubicBezTo>
                    <a:cubicBezTo>
                      <a:pt x="23" y="4"/>
                      <a:pt x="25" y="1"/>
                      <a:pt x="28" y="1"/>
                    </a:cubicBezTo>
                  </a:path>
                </a:pathLst>
              </a:custGeom>
              <a:solidFill>
                <a:srgbClr val="FDEA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657" name="Freeform 590">
                <a:extLst>
                  <a:ext uri="{FF2B5EF4-FFF2-40B4-BE49-F238E27FC236}">
                    <a16:creationId xmlns:a16="http://schemas.microsoft.com/office/drawing/2014/main" id="{2F4722EA-EFF8-4D5A-9183-378816EAF5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5" y="940"/>
                <a:ext cx="40" cy="35"/>
              </a:xfrm>
              <a:custGeom>
                <a:avLst/>
                <a:gdLst>
                  <a:gd name="T0" fmla="*/ 0 w 24"/>
                  <a:gd name="T1" fmla="*/ 0 h 21"/>
                  <a:gd name="T2" fmla="*/ 50 w 24"/>
                  <a:gd name="T3" fmla="*/ 55 h 21"/>
                  <a:gd name="T4" fmla="*/ 112 w 24"/>
                  <a:gd name="T5" fmla="*/ 97 h 21"/>
                  <a:gd name="T6" fmla="*/ 50 w 24"/>
                  <a:gd name="T7" fmla="*/ 37 h 21"/>
                  <a:gd name="T8" fmla="*/ 0 w 24"/>
                  <a:gd name="T9" fmla="*/ 0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21">
                    <a:moveTo>
                      <a:pt x="0" y="0"/>
                    </a:moveTo>
                    <a:cubicBezTo>
                      <a:pt x="6" y="2"/>
                      <a:pt x="8" y="7"/>
                      <a:pt x="11" y="12"/>
                    </a:cubicBezTo>
                    <a:cubicBezTo>
                      <a:pt x="14" y="17"/>
                      <a:pt x="19" y="19"/>
                      <a:pt x="24" y="21"/>
                    </a:cubicBezTo>
                    <a:cubicBezTo>
                      <a:pt x="20" y="18"/>
                      <a:pt x="14" y="13"/>
                      <a:pt x="11" y="8"/>
                    </a:cubicBezTo>
                    <a:cubicBezTo>
                      <a:pt x="8" y="3"/>
                      <a:pt x="5" y="2"/>
                      <a:pt x="0" y="0"/>
                    </a:cubicBezTo>
                  </a:path>
                </a:pathLst>
              </a:custGeom>
              <a:solidFill>
                <a:srgbClr val="FDEA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658" name="Freeform 591">
                <a:extLst>
                  <a:ext uri="{FF2B5EF4-FFF2-40B4-BE49-F238E27FC236}">
                    <a16:creationId xmlns:a16="http://schemas.microsoft.com/office/drawing/2014/main" id="{4B5D8036-CE78-4741-ADB5-04BB50AE52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3" y="2056"/>
                <a:ext cx="74" cy="228"/>
              </a:xfrm>
              <a:custGeom>
                <a:avLst/>
                <a:gdLst>
                  <a:gd name="T0" fmla="*/ 5 w 45"/>
                  <a:gd name="T1" fmla="*/ 0 h 138"/>
                  <a:gd name="T2" fmla="*/ 143 w 45"/>
                  <a:gd name="T3" fmla="*/ 172 h 138"/>
                  <a:gd name="T4" fmla="*/ 143 w 45"/>
                  <a:gd name="T5" fmla="*/ 330 h 138"/>
                  <a:gd name="T6" fmla="*/ 181 w 45"/>
                  <a:gd name="T7" fmla="*/ 456 h 138"/>
                  <a:gd name="T8" fmla="*/ 179 w 45"/>
                  <a:gd name="T9" fmla="*/ 623 h 138"/>
                  <a:gd name="T10" fmla="*/ 164 w 45"/>
                  <a:gd name="T11" fmla="*/ 461 h 138"/>
                  <a:gd name="T12" fmla="*/ 130 w 45"/>
                  <a:gd name="T13" fmla="*/ 302 h 138"/>
                  <a:gd name="T14" fmla="*/ 105 w 45"/>
                  <a:gd name="T15" fmla="*/ 145 h 138"/>
                  <a:gd name="T16" fmla="*/ 0 w 45"/>
                  <a:gd name="T17" fmla="*/ 5 h 13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5" h="138">
                    <a:moveTo>
                      <a:pt x="1" y="0"/>
                    </a:moveTo>
                    <a:cubicBezTo>
                      <a:pt x="10" y="12"/>
                      <a:pt x="26" y="23"/>
                      <a:pt x="32" y="38"/>
                    </a:cubicBezTo>
                    <a:cubicBezTo>
                      <a:pt x="36" y="51"/>
                      <a:pt x="32" y="60"/>
                      <a:pt x="32" y="73"/>
                    </a:cubicBezTo>
                    <a:cubicBezTo>
                      <a:pt x="32" y="84"/>
                      <a:pt x="39" y="91"/>
                      <a:pt x="41" y="101"/>
                    </a:cubicBezTo>
                    <a:cubicBezTo>
                      <a:pt x="44" y="113"/>
                      <a:pt x="45" y="127"/>
                      <a:pt x="40" y="138"/>
                    </a:cubicBezTo>
                    <a:cubicBezTo>
                      <a:pt x="40" y="126"/>
                      <a:pt x="41" y="113"/>
                      <a:pt x="37" y="102"/>
                    </a:cubicBezTo>
                    <a:cubicBezTo>
                      <a:pt x="32" y="90"/>
                      <a:pt x="27" y="82"/>
                      <a:pt x="29" y="67"/>
                    </a:cubicBezTo>
                    <a:cubicBezTo>
                      <a:pt x="30" y="53"/>
                      <a:pt x="31" y="45"/>
                      <a:pt x="24" y="32"/>
                    </a:cubicBezTo>
                    <a:cubicBezTo>
                      <a:pt x="18" y="20"/>
                      <a:pt x="9" y="10"/>
                      <a:pt x="0" y="1"/>
                    </a:cubicBezTo>
                  </a:path>
                </a:pathLst>
              </a:custGeom>
              <a:solidFill>
                <a:srgbClr val="FDEA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659" name="Freeform 592">
                <a:extLst>
                  <a:ext uri="{FF2B5EF4-FFF2-40B4-BE49-F238E27FC236}">
                    <a16:creationId xmlns:a16="http://schemas.microsoft.com/office/drawing/2014/main" id="{D14F1F03-1377-4679-B2A8-5030064D35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0" y="2041"/>
                <a:ext cx="111" cy="192"/>
              </a:xfrm>
              <a:custGeom>
                <a:avLst/>
                <a:gdLst>
                  <a:gd name="T0" fmla="*/ 305 w 67"/>
                  <a:gd name="T1" fmla="*/ 0 h 116"/>
                  <a:gd name="T2" fmla="*/ 187 w 67"/>
                  <a:gd name="T3" fmla="*/ 126 h 116"/>
                  <a:gd name="T4" fmla="*/ 146 w 67"/>
                  <a:gd name="T5" fmla="*/ 281 h 116"/>
                  <a:gd name="T6" fmla="*/ 46 w 67"/>
                  <a:gd name="T7" fmla="*/ 394 h 116"/>
                  <a:gd name="T8" fmla="*/ 8 w 67"/>
                  <a:gd name="T9" fmla="*/ 526 h 116"/>
                  <a:gd name="T10" fmla="*/ 41 w 67"/>
                  <a:gd name="T11" fmla="*/ 361 h 116"/>
                  <a:gd name="T12" fmla="*/ 139 w 67"/>
                  <a:gd name="T13" fmla="*/ 263 h 116"/>
                  <a:gd name="T14" fmla="*/ 139 w 67"/>
                  <a:gd name="T15" fmla="*/ 180 h 116"/>
                  <a:gd name="T16" fmla="*/ 172 w 67"/>
                  <a:gd name="T17" fmla="*/ 109 h 116"/>
                  <a:gd name="T18" fmla="*/ 292 w 67"/>
                  <a:gd name="T19" fmla="*/ 20 h 11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67" h="116">
                    <a:moveTo>
                      <a:pt x="67" y="0"/>
                    </a:moveTo>
                    <a:cubicBezTo>
                      <a:pt x="57" y="7"/>
                      <a:pt x="47" y="18"/>
                      <a:pt x="41" y="28"/>
                    </a:cubicBezTo>
                    <a:cubicBezTo>
                      <a:pt x="34" y="40"/>
                      <a:pt x="37" y="52"/>
                      <a:pt x="32" y="62"/>
                    </a:cubicBezTo>
                    <a:cubicBezTo>
                      <a:pt x="28" y="72"/>
                      <a:pt x="16" y="77"/>
                      <a:pt x="10" y="87"/>
                    </a:cubicBezTo>
                    <a:cubicBezTo>
                      <a:pt x="5" y="96"/>
                      <a:pt x="5" y="106"/>
                      <a:pt x="2" y="116"/>
                    </a:cubicBezTo>
                    <a:cubicBezTo>
                      <a:pt x="0" y="104"/>
                      <a:pt x="3" y="90"/>
                      <a:pt x="9" y="80"/>
                    </a:cubicBezTo>
                    <a:cubicBezTo>
                      <a:pt x="15" y="72"/>
                      <a:pt x="28" y="67"/>
                      <a:pt x="31" y="58"/>
                    </a:cubicBezTo>
                    <a:cubicBezTo>
                      <a:pt x="32" y="52"/>
                      <a:pt x="29" y="46"/>
                      <a:pt x="31" y="40"/>
                    </a:cubicBezTo>
                    <a:cubicBezTo>
                      <a:pt x="32" y="34"/>
                      <a:pt x="34" y="29"/>
                      <a:pt x="38" y="24"/>
                    </a:cubicBezTo>
                    <a:cubicBezTo>
                      <a:pt x="45" y="13"/>
                      <a:pt x="53" y="11"/>
                      <a:pt x="64" y="4"/>
                    </a:cubicBezTo>
                  </a:path>
                </a:pathLst>
              </a:custGeom>
              <a:solidFill>
                <a:srgbClr val="FDEA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660" name="Freeform 593">
                <a:extLst>
                  <a:ext uri="{FF2B5EF4-FFF2-40B4-BE49-F238E27FC236}">
                    <a16:creationId xmlns:a16="http://schemas.microsoft.com/office/drawing/2014/main" id="{FAAEA036-C195-43B4-A3C7-B23748CE7E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8" y="1858"/>
                <a:ext cx="38" cy="109"/>
              </a:xfrm>
              <a:custGeom>
                <a:avLst/>
                <a:gdLst>
                  <a:gd name="T0" fmla="*/ 104 w 23"/>
                  <a:gd name="T1" fmla="*/ 297 h 66"/>
                  <a:gd name="T2" fmla="*/ 71 w 23"/>
                  <a:gd name="T3" fmla="*/ 150 h 66"/>
                  <a:gd name="T4" fmla="*/ 21 w 23"/>
                  <a:gd name="T5" fmla="*/ 0 h 66"/>
                  <a:gd name="T6" fmla="*/ 35 w 23"/>
                  <a:gd name="T7" fmla="*/ 76 h 66"/>
                  <a:gd name="T8" fmla="*/ 84 w 23"/>
                  <a:gd name="T9" fmla="*/ 175 h 66"/>
                  <a:gd name="T10" fmla="*/ 84 w 23"/>
                  <a:gd name="T11" fmla="*/ 292 h 6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3" h="66">
                    <a:moveTo>
                      <a:pt x="23" y="66"/>
                    </a:moveTo>
                    <a:cubicBezTo>
                      <a:pt x="5" y="64"/>
                      <a:pt x="17" y="43"/>
                      <a:pt x="16" y="33"/>
                    </a:cubicBezTo>
                    <a:cubicBezTo>
                      <a:pt x="15" y="21"/>
                      <a:pt x="0" y="15"/>
                      <a:pt x="5" y="0"/>
                    </a:cubicBezTo>
                    <a:cubicBezTo>
                      <a:pt x="5" y="7"/>
                      <a:pt x="7" y="11"/>
                      <a:pt x="8" y="17"/>
                    </a:cubicBezTo>
                    <a:cubicBezTo>
                      <a:pt x="14" y="22"/>
                      <a:pt x="19" y="30"/>
                      <a:pt x="19" y="39"/>
                    </a:cubicBezTo>
                    <a:cubicBezTo>
                      <a:pt x="18" y="47"/>
                      <a:pt x="9" y="59"/>
                      <a:pt x="19" y="65"/>
                    </a:cubicBezTo>
                  </a:path>
                </a:pathLst>
              </a:custGeom>
              <a:solidFill>
                <a:srgbClr val="FDEA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661" name="Freeform 594">
                <a:extLst>
                  <a:ext uri="{FF2B5EF4-FFF2-40B4-BE49-F238E27FC236}">
                    <a16:creationId xmlns:a16="http://schemas.microsoft.com/office/drawing/2014/main" id="{EC13D12F-50C6-4054-9D0C-AFB6F30FDB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5" y="1876"/>
                <a:ext cx="38" cy="101"/>
              </a:xfrm>
              <a:custGeom>
                <a:avLst/>
                <a:gdLst>
                  <a:gd name="T0" fmla="*/ 0 w 23"/>
                  <a:gd name="T1" fmla="*/ 272 h 61"/>
                  <a:gd name="T2" fmla="*/ 35 w 23"/>
                  <a:gd name="T3" fmla="*/ 131 h 61"/>
                  <a:gd name="T4" fmla="*/ 76 w 23"/>
                  <a:gd name="T5" fmla="*/ 63 h 61"/>
                  <a:gd name="T6" fmla="*/ 68 w 23"/>
                  <a:gd name="T7" fmla="*/ 0 h 61"/>
                  <a:gd name="T8" fmla="*/ 55 w 23"/>
                  <a:gd name="T9" fmla="*/ 139 h 61"/>
                  <a:gd name="T10" fmla="*/ 0 w 23"/>
                  <a:gd name="T11" fmla="*/ 277 h 6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3" h="61">
                    <a:moveTo>
                      <a:pt x="0" y="60"/>
                    </a:moveTo>
                    <a:cubicBezTo>
                      <a:pt x="17" y="53"/>
                      <a:pt x="4" y="39"/>
                      <a:pt x="8" y="29"/>
                    </a:cubicBezTo>
                    <a:cubicBezTo>
                      <a:pt x="10" y="23"/>
                      <a:pt x="16" y="20"/>
                      <a:pt x="17" y="14"/>
                    </a:cubicBezTo>
                    <a:cubicBezTo>
                      <a:pt x="18" y="9"/>
                      <a:pt x="15" y="5"/>
                      <a:pt x="15" y="0"/>
                    </a:cubicBezTo>
                    <a:cubicBezTo>
                      <a:pt x="23" y="10"/>
                      <a:pt x="15" y="22"/>
                      <a:pt x="12" y="31"/>
                    </a:cubicBezTo>
                    <a:cubicBezTo>
                      <a:pt x="7" y="45"/>
                      <a:pt x="15" y="52"/>
                      <a:pt x="0" y="61"/>
                    </a:cubicBezTo>
                  </a:path>
                </a:pathLst>
              </a:custGeom>
              <a:solidFill>
                <a:srgbClr val="FDEA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662" name="Freeform 595">
                <a:extLst>
                  <a:ext uri="{FF2B5EF4-FFF2-40B4-BE49-F238E27FC236}">
                    <a16:creationId xmlns:a16="http://schemas.microsoft.com/office/drawing/2014/main" id="{F915F9F9-4C9F-487E-835A-819F00103C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2" y="1474"/>
                <a:ext cx="55" cy="101"/>
              </a:xfrm>
              <a:custGeom>
                <a:avLst/>
                <a:gdLst>
                  <a:gd name="T0" fmla="*/ 145 w 33"/>
                  <a:gd name="T1" fmla="*/ 0 h 61"/>
                  <a:gd name="T2" fmla="*/ 0 w 33"/>
                  <a:gd name="T3" fmla="*/ 277 h 6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3" h="61">
                    <a:moveTo>
                      <a:pt x="31" y="0"/>
                    </a:moveTo>
                    <a:cubicBezTo>
                      <a:pt x="33" y="18"/>
                      <a:pt x="12" y="49"/>
                      <a:pt x="0" y="61"/>
                    </a:cubicBezTo>
                  </a:path>
                </a:pathLst>
              </a:custGeom>
              <a:noFill/>
              <a:ln w="158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663" name="Freeform 596">
                <a:extLst>
                  <a:ext uri="{FF2B5EF4-FFF2-40B4-BE49-F238E27FC236}">
                    <a16:creationId xmlns:a16="http://schemas.microsoft.com/office/drawing/2014/main" id="{2059FB42-2CC2-445C-AC73-C37EB7A12C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3" y="1478"/>
                <a:ext cx="79" cy="122"/>
              </a:xfrm>
              <a:custGeom>
                <a:avLst/>
                <a:gdLst>
                  <a:gd name="T0" fmla="*/ 13 w 48"/>
                  <a:gd name="T1" fmla="*/ 0 h 74"/>
                  <a:gd name="T2" fmla="*/ 84 w 48"/>
                  <a:gd name="T3" fmla="*/ 160 h 74"/>
                  <a:gd name="T4" fmla="*/ 214 w 48"/>
                  <a:gd name="T5" fmla="*/ 331 h 7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8" h="74">
                    <a:moveTo>
                      <a:pt x="3" y="0"/>
                    </a:moveTo>
                    <a:cubicBezTo>
                      <a:pt x="0" y="13"/>
                      <a:pt x="12" y="26"/>
                      <a:pt x="19" y="36"/>
                    </a:cubicBezTo>
                    <a:cubicBezTo>
                      <a:pt x="28" y="48"/>
                      <a:pt x="37" y="64"/>
                      <a:pt x="48" y="74"/>
                    </a:cubicBezTo>
                  </a:path>
                </a:pathLst>
              </a:custGeom>
              <a:noFill/>
              <a:ln w="158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664" name="Freeform 597">
                <a:extLst>
                  <a:ext uri="{FF2B5EF4-FFF2-40B4-BE49-F238E27FC236}">
                    <a16:creationId xmlns:a16="http://schemas.microsoft.com/office/drawing/2014/main" id="{FE040206-2B9D-4962-A893-57974FDA06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2" y="1526"/>
                <a:ext cx="37" cy="132"/>
              </a:xfrm>
              <a:custGeom>
                <a:avLst/>
                <a:gdLst>
                  <a:gd name="T0" fmla="*/ 104 w 22"/>
                  <a:gd name="T1" fmla="*/ 0 h 80"/>
                  <a:gd name="T2" fmla="*/ 54 w 22"/>
                  <a:gd name="T3" fmla="*/ 160 h 80"/>
                  <a:gd name="T4" fmla="*/ 0 w 22"/>
                  <a:gd name="T5" fmla="*/ 360 h 8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80">
                    <a:moveTo>
                      <a:pt x="22" y="0"/>
                    </a:moveTo>
                    <a:cubicBezTo>
                      <a:pt x="16" y="10"/>
                      <a:pt x="13" y="24"/>
                      <a:pt x="11" y="36"/>
                    </a:cubicBezTo>
                    <a:cubicBezTo>
                      <a:pt x="9" y="48"/>
                      <a:pt x="10" y="72"/>
                      <a:pt x="0" y="80"/>
                    </a:cubicBezTo>
                  </a:path>
                </a:pathLst>
              </a:custGeom>
              <a:noFill/>
              <a:ln w="158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665" name="Freeform 598">
                <a:extLst>
                  <a:ext uri="{FF2B5EF4-FFF2-40B4-BE49-F238E27FC236}">
                    <a16:creationId xmlns:a16="http://schemas.microsoft.com/office/drawing/2014/main" id="{2DDF83D8-7DEF-4FDE-8FFA-6EEE934E11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1" y="1532"/>
                <a:ext cx="38" cy="116"/>
              </a:xfrm>
              <a:custGeom>
                <a:avLst/>
                <a:gdLst>
                  <a:gd name="T0" fmla="*/ 0 w 23"/>
                  <a:gd name="T1" fmla="*/ 0 h 70"/>
                  <a:gd name="T2" fmla="*/ 104 w 23"/>
                  <a:gd name="T3" fmla="*/ 318 h 7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70">
                    <a:moveTo>
                      <a:pt x="0" y="0"/>
                    </a:moveTo>
                    <a:cubicBezTo>
                      <a:pt x="13" y="21"/>
                      <a:pt x="15" y="47"/>
                      <a:pt x="23" y="70"/>
                    </a:cubicBezTo>
                  </a:path>
                </a:pathLst>
              </a:custGeom>
              <a:noFill/>
              <a:ln w="158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666" name="Freeform 599">
                <a:extLst>
                  <a:ext uri="{FF2B5EF4-FFF2-40B4-BE49-F238E27FC236}">
                    <a16:creationId xmlns:a16="http://schemas.microsoft.com/office/drawing/2014/main" id="{7B9D1BFE-E8F7-41BD-A13E-EE8CDF9B50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3" y="2389"/>
                <a:ext cx="78" cy="19"/>
              </a:xfrm>
              <a:custGeom>
                <a:avLst/>
                <a:gdLst>
                  <a:gd name="T0" fmla="*/ 0 w 47"/>
                  <a:gd name="T1" fmla="*/ 43 h 12"/>
                  <a:gd name="T2" fmla="*/ 214 w 47"/>
                  <a:gd name="T3" fmla="*/ 48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7" h="12">
                    <a:moveTo>
                      <a:pt x="0" y="11"/>
                    </a:moveTo>
                    <a:cubicBezTo>
                      <a:pt x="7" y="0"/>
                      <a:pt x="37" y="12"/>
                      <a:pt x="47" y="12"/>
                    </a:cubicBezTo>
                  </a:path>
                </a:pathLst>
              </a:custGeom>
              <a:noFill/>
              <a:ln w="158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667" name="Freeform 600">
                <a:extLst>
                  <a:ext uri="{FF2B5EF4-FFF2-40B4-BE49-F238E27FC236}">
                    <a16:creationId xmlns:a16="http://schemas.microsoft.com/office/drawing/2014/main" id="{6F4B8D66-7ABC-4FB8-A911-974C478C4A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8" y="2390"/>
                <a:ext cx="80" cy="10"/>
              </a:xfrm>
              <a:custGeom>
                <a:avLst/>
                <a:gdLst>
                  <a:gd name="T0" fmla="*/ 222 w 48"/>
                  <a:gd name="T1" fmla="*/ 5 h 6"/>
                  <a:gd name="T2" fmla="*/ 117 w 48"/>
                  <a:gd name="T3" fmla="*/ 5 h 6"/>
                  <a:gd name="T4" fmla="*/ 0 w 48"/>
                  <a:gd name="T5" fmla="*/ 13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8" h="6">
                    <a:moveTo>
                      <a:pt x="48" y="1"/>
                    </a:moveTo>
                    <a:cubicBezTo>
                      <a:pt x="39" y="0"/>
                      <a:pt x="34" y="0"/>
                      <a:pt x="25" y="1"/>
                    </a:cubicBezTo>
                    <a:cubicBezTo>
                      <a:pt x="19" y="2"/>
                      <a:pt x="6" y="6"/>
                      <a:pt x="0" y="3"/>
                    </a:cubicBezTo>
                  </a:path>
                </a:pathLst>
              </a:custGeom>
              <a:noFill/>
              <a:ln w="158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668" name="Freeform 601">
                <a:extLst>
                  <a:ext uri="{FF2B5EF4-FFF2-40B4-BE49-F238E27FC236}">
                    <a16:creationId xmlns:a16="http://schemas.microsoft.com/office/drawing/2014/main" id="{DA16052D-40EC-49A9-8019-B884B8069B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0" y="1747"/>
                <a:ext cx="109" cy="28"/>
              </a:xfrm>
              <a:custGeom>
                <a:avLst/>
                <a:gdLst>
                  <a:gd name="T0" fmla="*/ 0 w 66"/>
                  <a:gd name="T1" fmla="*/ 21 h 17"/>
                  <a:gd name="T2" fmla="*/ 297 w 66"/>
                  <a:gd name="T3" fmla="*/ 0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6" h="17">
                    <a:moveTo>
                      <a:pt x="0" y="5"/>
                    </a:moveTo>
                    <a:cubicBezTo>
                      <a:pt x="18" y="17"/>
                      <a:pt x="50" y="13"/>
                      <a:pt x="66" y="0"/>
                    </a:cubicBezTo>
                  </a:path>
                </a:pathLst>
              </a:custGeom>
              <a:noFill/>
              <a:ln w="158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669" name="Freeform 602">
                <a:extLst>
                  <a:ext uri="{FF2B5EF4-FFF2-40B4-BE49-F238E27FC236}">
                    <a16:creationId xmlns:a16="http://schemas.microsoft.com/office/drawing/2014/main" id="{DA6A73CA-94BE-4B6D-9876-2B047D788C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1" y="1757"/>
                <a:ext cx="50" cy="23"/>
              </a:xfrm>
              <a:custGeom>
                <a:avLst/>
                <a:gdLst>
                  <a:gd name="T0" fmla="*/ 138 w 30"/>
                  <a:gd name="T1" fmla="*/ 0 h 14"/>
                  <a:gd name="T2" fmla="*/ 0 w 30"/>
                  <a:gd name="T3" fmla="*/ 62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0" h="14">
                    <a:moveTo>
                      <a:pt x="30" y="0"/>
                    </a:moveTo>
                    <a:cubicBezTo>
                      <a:pt x="21" y="6"/>
                      <a:pt x="11" y="11"/>
                      <a:pt x="0" y="14"/>
                    </a:cubicBezTo>
                  </a:path>
                </a:pathLst>
              </a:custGeom>
              <a:noFill/>
              <a:ln w="158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670" name="Freeform 603">
                <a:extLst>
                  <a:ext uri="{FF2B5EF4-FFF2-40B4-BE49-F238E27FC236}">
                    <a16:creationId xmlns:a16="http://schemas.microsoft.com/office/drawing/2014/main" id="{377A8C8A-E2BE-4781-8D48-AE6C8077DD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3" y="1747"/>
                <a:ext cx="72" cy="23"/>
              </a:xfrm>
              <a:custGeom>
                <a:avLst/>
                <a:gdLst>
                  <a:gd name="T0" fmla="*/ 0 w 43"/>
                  <a:gd name="T1" fmla="*/ 0 h 14"/>
                  <a:gd name="T2" fmla="*/ 203 w 43"/>
                  <a:gd name="T3" fmla="*/ 58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3" h="14">
                    <a:moveTo>
                      <a:pt x="0" y="0"/>
                    </a:moveTo>
                    <a:cubicBezTo>
                      <a:pt x="13" y="14"/>
                      <a:pt x="28" y="7"/>
                      <a:pt x="43" y="13"/>
                    </a:cubicBezTo>
                  </a:path>
                </a:pathLst>
              </a:custGeom>
              <a:noFill/>
              <a:ln w="158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671" name="Freeform 604">
                <a:extLst>
                  <a:ext uri="{FF2B5EF4-FFF2-40B4-BE49-F238E27FC236}">
                    <a16:creationId xmlns:a16="http://schemas.microsoft.com/office/drawing/2014/main" id="{822C8B23-C965-427E-A53A-96C543FDA7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3" y="1755"/>
                <a:ext cx="30" cy="20"/>
              </a:xfrm>
              <a:custGeom>
                <a:avLst/>
                <a:gdLst>
                  <a:gd name="T0" fmla="*/ 0 w 18"/>
                  <a:gd name="T1" fmla="*/ 0 h 12"/>
                  <a:gd name="T2" fmla="*/ 83 w 18"/>
                  <a:gd name="T3" fmla="*/ 55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12">
                    <a:moveTo>
                      <a:pt x="0" y="0"/>
                    </a:moveTo>
                    <a:cubicBezTo>
                      <a:pt x="6" y="4"/>
                      <a:pt x="11" y="9"/>
                      <a:pt x="18" y="12"/>
                    </a:cubicBezTo>
                  </a:path>
                </a:pathLst>
              </a:custGeom>
              <a:noFill/>
              <a:ln w="158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672" name="Freeform 605">
                <a:extLst>
                  <a:ext uri="{FF2B5EF4-FFF2-40B4-BE49-F238E27FC236}">
                    <a16:creationId xmlns:a16="http://schemas.microsoft.com/office/drawing/2014/main" id="{79640D98-2ACD-4C47-B5DA-2CB9CD88F0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4" y="1461"/>
                <a:ext cx="121" cy="91"/>
              </a:xfrm>
              <a:custGeom>
                <a:avLst/>
                <a:gdLst>
                  <a:gd name="T0" fmla="*/ 333 w 73"/>
                  <a:gd name="T1" fmla="*/ 0 h 55"/>
                  <a:gd name="T2" fmla="*/ 172 w 73"/>
                  <a:gd name="T3" fmla="*/ 202 h 55"/>
                  <a:gd name="T4" fmla="*/ 0 w 73"/>
                  <a:gd name="T5" fmla="*/ 194 h 5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3" h="55">
                    <a:moveTo>
                      <a:pt x="73" y="0"/>
                    </a:moveTo>
                    <a:cubicBezTo>
                      <a:pt x="57" y="4"/>
                      <a:pt x="52" y="36"/>
                      <a:pt x="38" y="45"/>
                    </a:cubicBezTo>
                    <a:cubicBezTo>
                      <a:pt x="23" y="55"/>
                      <a:pt x="14" y="48"/>
                      <a:pt x="0" y="43"/>
                    </a:cubicBezTo>
                  </a:path>
                </a:pathLst>
              </a:custGeom>
              <a:noFill/>
              <a:ln w="158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673" name="Freeform 606">
                <a:extLst>
                  <a:ext uri="{FF2B5EF4-FFF2-40B4-BE49-F238E27FC236}">
                    <a16:creationId xmlns:a16="http://schemas.microsoft.com/office/drawing/2014/main" id="{608F4E6C-FF68-4F66-B0D0-36F62ED6B3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5" y="1163"/>
                <a:ext cx="45" cy="75"/>
              </a:xfrm>
              <a:custGeom>
                <a:avLst/>
                <a:gdLst>
                  <a:gd name="T0" fmla="*/ 20 w 27"/>
                  <a:gd name="T1" fmla="*/ 0 h 45"/>
                  <a:gd name="T2" fmla="*/ 28 w 27"/>
                  <a:gd name="T3" fmla="*/ 125 h 45"/>
                  <a:gd name="T4" fmla="*/ 125 w 27"/>
                  <a:gd name="T5" fmla="*/ 208 h 4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7" h="45">
                    <a:moveTo>
                      <a:pt x="4" y="0"/>
                    </a:moveTo>
                    <a:cubicBezTo>
                      <a:pt x="0" y="9"/>
                      <a:pt x="0" y="20"/>
                      <a:pt x="6" y="27"/>
                    </a:cubicBezTo>
                    <a:cubicBezTo>
                      <a:pt x="11" y="34"/>
                      <a:pt x="18" y="44"/>
                      <a:pt x="27" y="45"/>
                    </a:cubicBezTo>
                  </a:path>
                </a:pathLst>
              </a:custGeom>
              <a:noFill/>
              <a:ln w="158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674" name="Freeform 607">
                <a:extLst>
                  <a:ext uri="{FF2B5EF4-FFF2-40B4-BE49-F238E27FC236}">
                    <a16:creationId xmlns:a16="http://schemas.microsoft.com/office/drawing/2014/main" id="{82B7FBA6-2575-4B6E-BD30-8342B34372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6" y="1147"/>
                <a:ext cx="21" cy="86"/>
              </a:xfrm>
              <a:custGeom>
                <a:avLst/>
                <a:gdLst>
                  <a:gd name="T0" fmla="*/ 42 w 13"/>
                  <a:gd name="T1" fmla="*/ 0 h 52"/>
                  <a:gd name="T2" fmla="*/ 50 w 13"/>
                  <a:gd name="T3" fmla="*/ 76 h 52"/>
                  <a:gd name="T4" fmla="*/ 47 w 13"/>
                  <a:gd name="T5" fmla="*/ 159 h 52"/>
                  <a:gd name="T6" fmla="*/ 0 w 13"/>
                  <a:gd name="T7" fmla="*/ 235 h 5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52">
                    <a:moveTo>
                      <a:pt x="10" y="0"/>
                    </a:moveTo>
                    <a:cubicBezTo>
                      <a:pt x="10" y="6"/>
                      <a:pt x="13" y="11"/>
                      <a:pt x="12" y="17"/>
                    </a:cubicBezTo>
                    <a:cubicBezTo>
                      <a:pt x="11" y="24"/>
                      <a:pt x="10" y="29"/>
                      <a:pt x="11" y="35"/>
                    </a:cubicBezTo>
                    <a:cubicBezTo>
                      <a:pt x="13" y="45"/>
                      <a:pt x="11" y="52"/>
                      <a:pt x="0" y="52"/>
                    </a:cubicBezTo>
                  </a:path>
                </a:pathLst>
              </a:custGeom>
              <a:noFill/>
              <a:ln w="158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675" name="Freeform 608">
                <a:extLst>
                  <a:ext uri="{FF2B5EF4-FFF2-40B4-BE49-F238E27FC236}">
                    <a16:creationId xmlns:a16="http://schemas.microsoft.com/office/drawing/2014/main" id="{F899D9CB-E162-4368-B735-B5E7491109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8" y="3283"/>
                <a:ext cx="43" cy="432"/>
              </a:xfrm>
              <a:custGeom>
                <a:avLst/>
                <a:gdLst>
                  <a:gd name="T0" fmla="*/ 0 w 26"/>
                  <a:gd name="T1" fmla="*/ 0 h 261"/>
                  <a:gd name="T2" fmla="*/ 117 w 26"/>
                  <a:gd name="T3" fmla="*/ 1183 h 261"/>
                  <a:gd name="T4" fmla="*/ 0 w 26"/>
                  <a:gd name="T5" fmla="*/ 0 h 26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261">
                    <a:moveTo>
                      <a:pt x="0" y="0"/>
                    </a:moveTo>
                    <a:cubicBezTo>
                      <a:pt x="0" y="0"/>
                      <a:pt x="13" y="212"/>
                      <a:pt x="26" y="261"/>
                    </a:cubicBezTo>
                    <a:cubicBezTo>
                      <a:pt x="26" y="261"/>
                      <a:pt x="8" y="41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676" name="Freeform 609">
                <a:extLst>
                  <a:ext uri="{FF2B5EF4-FFF2-40B4-BE49-F238E27FC236}">
                    <a16:creationId xmlns:a16="http://schemas.microsoft.com/office/drawing/2014/main" id="{CAC8E090-0FCE-4153-BD57-5634CF64FD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3" y="3265"/>
                <a:ext cx="46" cy="451"/>
              </a:xfrm>
              <a:custGeom>
                <a:avLst/>
                <a:gdLst>
                  <a:gd name="T0" fmla="*/ 125 w 28"/>
                  <a:gd name="T1" fmla="*/ 0 h 273"/>
                  <a:gd name="T2" fmla="*/ 0 w 28"/>
                  <a:gd name="T3" fmla="*/ 1231 h 273"/>
                  <a:gd name="T4" fmla="*/ 125 w 28"/>
                  <a:gd name="T5" fmla="*/ 0 h 27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273">
                    <a:moveTo>
                      <a:pt x="28" y="0"/>
                    </a:moveTo>
                    <a:cubicBezTo>
                      <a:pt x="28" y="0"/>
                      <a:pt x="26" y="132"/>
                      <a:pt x="0" y="273"/>
                    </a:cubicBezTo>
                    <a:cubicBezTo>
                      <a:pt x="0" y="273"/>
                      <a:pt x="28" y="7"/>
                      <a:pt x="28" y="0"/>
                    </a:cubicBezTo>
                    <a:close/>
                  </a:path>
                </a:pathLst>
              </a:custGeom>
              <a:solidFill>
                <a:srgbClr val="FDEA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677" name="Freeform 610">
                <a:extLst>
                  <a:ext uri="{FF2B5EF4-FFF2-40B4-BE49-F238E27FC236}">
                    <a16:creationId xmlns:a16="http://schemas.microsoft.com/office/drawing/2014/main" id="{FA4D9B35-3D01-40E4-B4B7-D142DB4F33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6" y="1127"/>
                <a:ext cx="33" cy="104"/>
              </a:xfrm>
              <a:custGeom>
                <a:avLst/>
                <a:gdLst>
                  <a:gd name="T0" fmla="*/ 68 w 20"/>
                  <a:gd name="T1" fmla="*/ 0 h 63"/>
                  <a:gd name="T2" fmla="*/ 84 w 20"/>
                  <a:gd name="T3" fmla="*/ 104 h 63"/>
                  <a:gd name="T4" fmla="*/ 76 w 20"/>
                  <a:gd name="T5" fmla="*/ 200 h 63"/>
                  <a:gd name="T6" fmla="*/ 63 w 20"/>
                  <a:gd name="T7" fmla="*/ 269 h 63"/>
                  <a:gd name="T8" fmla="*/ 0 w 20"/>
                  <a:gd name="T9" fmla="*/ 284 h 63"/>
                  <a:gd name="T10" fmla="*/ 50 w 20"/>
                  <a:gd name="T11" fmla="*/ 238 h 63"/>
                  <a:gd name="T12" fmla="*/ 76 w 20"/>
                  <a:gd name="T13" fmla="*/ 144 h 63"/>
                  <a:gd name="T14" fmla="*/ 76 w 20"/>
                  <a:gd name="T15" fmla="*/ 68 h 63"/>
                  <a:gd name="T16" fmla="*/ 63 w 20"/>
                  <a:gd name="T17" fmla="*/ 0 h 6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0" h="63">
                    <a:moveTo>
                      <a:pt x="15" y="0"/>
                    </a:moveTo>
                    <a:cubicBezTo>
                      <a:pt x="18" y="8"/>
                      <a:pt x="20" y="15"/>
                      <a:pt x="19" y="23"/>
                    </a:cubicBezTo>
                    <a:cubicBezTo>
                      <a:pt x="18" y="30"/>
                      <a:pt x="18" y="37"/>
                      <a:pt x="17" y="44"/>
                    </a:cubicBezTo>
                    <a:cubicBezTo>
                      <a:pt x="16" y="49"/>
                      <a:pt x="19" y="56"/>
                      <a:pt x="14" y="60"/>
                    </a:cubicBezTo>
                    <a:cubicBezTo>
                      <a:pt x="10" y="62"/>
                      <a:pt x="4" y="63"/>
                      <a:pt x="0" y="63"/>
                    </a:cubicBezTo>
                    <a:cubicBezTo>
                      <a:pt x="4" y="60"/>
                      <a:pt x="8" y="58"/>
                      <a:pt x="11" y="53"/>
                    </a:cubicBezTo>
                    <a:cubicBezTo>
                      <a:pt x="14" y="47"/>
                      <a:pt x="16" y="39"/>
                      <a:pt x="17" y="32"/>
                    </a:cubicBezTo>
                    <a:cubicBezTo>
                      <a:pt x="17" y="27"/>
                      <a:pt x="17" y="21"/>
                      <a:pt x="17" y="15"/>
                    </a:cubicBezTo>
                    <a:cubicBezTo>
                      <a:pt x="16" y="10"/>
                      <a:pt x="14" y="5"/>
                      <a:pt x="14" y="0"/>
                    </a:cubicBezTo>
                  </a:path>
                </a:pathLst>
              </a:custGeom>
              <a:solidFill>
                <a:srgbClr val="FDEA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678" name="Freeform 611">
                <a:extLst>
                  <a:ext uri="{FF2B5EF4-FFF2-40B4-BE49-F238E27FC236}">
                    <a16:creationId xmlns:a16="http://schemas.microsoft.com/office/drawing/2014/main" id="{4F418152-4C46-429D-BED3-BEAEFA68A6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7" y="1135"/>
                <a:ext cx="83" cy="27"/>
              </a:xfrm>
              <a:custGeom>
                <a:avLst/>
                <a:gdLst>
                  <a:gd name="T0" fmla="*/ 5 w 50"/>
                  <a:gd name="T1" fmla="*/ 5 h 16"/>
                  <a:gd name="T2" fmla="*/ 91 w 50"/>
                  <a:gd name="T3" fmla="*/ 69 h 16"/>
                  <a:gd name="T4" fmla="*/ 168 w 50"/>
                  <a:gd name="T5" fmla="*/ 62 h 16"/>
                  <a:gd name="T6" fmla="*/ 208 w 50"/>
                  <a:gd name="T7" fmla="*/ 42 h 16"/>
                  <a:gd name="T8" fmla="*/ 229 w 50"/>
                  <a:gd name="T9" fmla="*/ 5 h 16"/>
                  <a:gd name="T10" fmla="*/ 116 w 50"/>
                  <a:gd name="T11" fmla="*/ 54 h 16"/>
                  <a:gd name="T12" fmla="*/ 0 w 50"/>
                  <a:gd name="T13" fmla="*/ 0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0" h="16">
                    <a:moveTo>
                      <a:pt x="1" y="1"/>
                    </a:moveTo>
                    <a:cubicBezTo>
                      <a:pt x="7" y="7"/>
                      <a:pt x="12" y="12"/>
                      <a:pt x="20" y="14"/>
                    </a:cubicBezTo>
                    <a:cubicBezTo>
                      <a:pt x="26" y="16"/>
                      <a:pt x="31" y="15"/>
                      <a:pt x="37" y="13"/>
                    </a:cubicBezTo>
                    <a:cubicBezTo>
                      <a:pt x="39" y="12"/>
                      <a:pt x="43" y="10"/>
                      <a:pt x="45" y="9"/>
                    </a:cubicBezTo>
                    <a:cubicBezTo>
                      <a:pt x="47" y="7"/>
                      <a:pt x="48" y="3"/>
                      <a:pt x="50" y="1"/>
                    </a:cubicBezTo>
                    <a:cubicBezTo>
                      <a:pt x="42" y="4"/>
                      <a:pt x="35" y="11"/>
                      <a:pt x="25" y="11"/>
                    </a:cubicBezTo>
                    <a:cubicBezTo>
                      <a:pt x="14" y="10"/>
                      <a:pt x="8" y="5"/>
                      <a:pt x="0" y="0"/>
                    </a:cubicBezTo>
                  </a:path>
                </a:pathLst>
              </a:custGeom>
              <a:solidFill>
                <a:srgbClr val="FDEA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679" name="Freeform 612">
                <a:extLst>
                  <a:ext uri="{FF2B5EF4-FFF2-40B4-BE49-F238E27FC236}">
                    <a16:creationId xmlns:a16="http://schemas.microsoft.com/office/drawing/2014/main" id="{AEF33474-50AB-4AE9-BCBD-4300CDBD07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7" y="1137"/>
                <a:ext cx="77" cy="55"/>
              </a:xfrm>
              <a:custGeom>
                <a:avLst/>
                <a:gdLst>
                  <a:gd name="T0" fmla="*/ 5 w 46"/>
                  <a:gd name="T1" fmla="*/ 0 h 33"/>
                  <a:gd name="T2" fmla="*/ 124 w 46"/>
                  <a:gd name="T3" fmla="*/ 105 h 33"/>
                  <a:gd name="T4" fmla="*/ 216 w 46"/>
                  <a:gd name="T5" fmla="*/ 92 h 33"/>
                  <a:gd name="T6" fmla="*/ 75 w 46"/>
                  <a:gd name="T7" fmla="*/ 125 h 33"/>
                  <a:gd name="T8" fmla="*/ 0 w 46"/>
                  <a:gd name="T9" fmla="*/ 5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6" h="33">
                    <a:moveTo>
                      <a:pt x="1" y="0"/>
                    </a:moveTo>
                    <a:cubicBezTo>
                      <a:pt x="5" y="10"/>
                      <a:pt x="15" y="21"/>
                      <a:pt x="26" y="23"/>
                    </a:cubicBezTo>
                    <a:cubicBezTo>
                      <a:pt x="31" y="24"/>
                      <a:pt x="42" y="25"/>
                      <a:pt x="46" y="20"/>
                    </a:cubicBezTo>
                    <a:cubicBezTo>
                      <a:pt x="40" y="29"/>
                      <a:pt x="26" y="33"/>
                      <a:pt x="16" y="27"/>
                    </a:cubicBezTo>
                    <a:cubicBezTo>
                      <a:pt x="8" y="21"/>
                      <a:pt x="4" y="10"/>
                      <a:pt x="0" y="1"/>
                    </a:cubicBezTo>
                  </a:path>
                </a:pathLst>
              </a:custGeom>
              <a:solidFill>
                <a:srgbClr val="FDEA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680" name="Freeform 613">
                <a:extLst>
                  <a:ext uri="{FF2B5EF4-FFF2-40B4-BE49-F238E27FC236}">
                    <a16:creationId xmlns:a16="http://schemas.microsoft.com/office/drawing/2014/main" id="{E006FAB1-6019-46F2-990F-069D6FB28E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7" y="1122"/>
                <a:ext cx="30" cy="104"/>
              </a:xfrm>
              <a:custGeom>
                <a:avLst/>
                <a:gdLst>
                  <a:gd name="T0" fmla="*/ 83 w 18"/>
                  <a:gd name="T1" fmla="*/ 0 h 63"/>
                  <a:gd name="T2" fmla="*/ 37 w 18"/>
                  <a:gd name="T3" fmla="*/ 76 h 63"/>
                  <a:gd name="T4" fmla="*/ 8 w 18"/>
                  <a:gd name="T5" fmla="*/ 144 h 63"/>
                  <a:gd name="T6" fmla="*/ 83 w 18"/>
                  <a:gd name="T7" fmla="*/ 284 h 63"/>
                  <a:gd name="T8" fmla="*/ 28 w 18"/>
                  <a:gd name="T9" fmla="*/ 125 h 63"/>
                  <a:gd name="T10" fmla="*/ 62 w 18"/>
                  <a:gd name="T11" fmla="*/ 54 h 63"/>
                  <a:gd name="T12" fmla="*/ 78 w 18"/>
                  <a:gd name="T13" fmla="*/ 5 h 6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63">
                    <a:moveTo>
                      <a:pt x="18" y="0"/>
                    </a:moveTo>
                    <a:cubicBezTo>
                      <a:pt x="13" y="4"/>
                      <a:pt x="10" y="11"/>
                      <a:pt x="8" y="17"/>
                    </a:cubicBezTo>
                    <a:cubicBezTo>
                      <a:pt x="5" y="22"/>
                      <a:pt x="3" y="27"/>
                      <a:pt x="2" y="32"/>
                    </a:cubicBezTo>
                    <a:cubicBezTo>
                      <a:pt x="0" y="46"/>
                      <a:pt x="8" y="55"/>
                      <a:pt x="18" y="63"/>
                    </a:cubicBezTo>
                    <a:cubicBezTo>
                      <a:pt x="8" y="53"/>
                      <a:pt x="4" y="42"/>
                      <a:pt x="6" y="28"/>
                    </a:cubicBezTo>
                    <a:cubicBezTo>
                      <a:pt x="8" y="22"/>
                      <a:pt x="10" y="17"/>
                      <a:pt x="13" y="12"/>
                    </a:cubicBezTo>
                    <a:cubicBezTo>
                      <a:pt x="14" y="9"/>
                      <a:pt x="15" y="4"/>
                      <a:pt x="17" y="1"/>
                    </a:cubicBezTo>
                  </a:path>
                </a:pathLst>
              </a:custGeom>
              <a:solidFill>
                <a:srgbClr val="FDEA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681" name="Freeform 614">
                <a:extLst>
                  <a:ext uri="{FF2B5EF4-FFF2-40B4-BE49-F238E27FC236}">
                    <a16:creationId xmlns:a16="http://schemas.microsoft.com/office/drawing/2014/main" id="{994CFB59-196D-4B05-9A5E-57AEF88D88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4" y="1206"/>
                <a:ext cx="18" cy="57"/>
              </a:xfrm>
              <a:custGeom>
                <a:avLst/>
                <a:gdLst>
                  <a:gd name="T0" fmla="*/ 34 w 11"/>
                  <a:gd name="T1" fmla="*/ 0 h 34"/>
                  <a:gd name="T2" fmla="*/ 8 w 11"/>
                  <a:gd name="T3" fmla="*/ 91 h 34"/>
                  <a:gd name="T4" fmla="*/ 8 w 11"/>
                  <a:gd name="T5" fmla="*/ 141 h 34"/>
                  <a:gd name="T6" fmla="*/ 47 w 11"/>
                  <a:gd name="T7" fmla="*/ 141 h 34"/>
                  <a:gd name="T8" fmla="*/ 21 w 11"/>
                  <a:gd name="T9" fmla="*/ 91 h 34"/>
                  <a:gd name="T10" fmla="*/ 34 w 11"/>
                  <a:gd name="T11" fmla="*/ 8 h 3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34">
                    <a:moveTo>
                      <a:pt x="8" y="0"/>
                    </a:moveTo>
                    <a:cubicBezTo>
                      <a:pt x="7" y="7"/>
                      <a:pt x="3" y="12"/>
                      <a:pt x="2" y="19"/>
                    </a:cubicBezTo>
                    <a:cubicBezTo>
                      <a:pt x="1" y="23"/>
                      <a:pt x="0" y="27"/>
                      <a:pt x="2" y="30"/>
                    </a:cubicBezTo>
                    <a:cubicBezTo>
                      <a:pt x="4" y="33"/>
                      <a:pt x="9" y="34"/>
                      <a:pt x="11" y="30"/>
                    </a:cubicBezTo>
                    <a:cubicBezTo>
                      <a:pt x="4" y="30"/>
                      <a:pt x="4" y="25"/>
                      <a:pt x="5" y="19"/>
                    </a:cubicBezTo>
                    <a:cubicBezTo>
                      <a:pt x="6" y="14"/>
                      <a:pt x="6" y="7"/>
                      <a:pt x="8" y="2"/>
                    </a:cubicBezTo>
                  </a:path>
                </a:pathLst>
              </a:custGeom>
              <a:solidFill>
                <a:srgbClr val="FDEA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682" name="Freeform 615">
                <a:extLst>
                  <a:ext uri="{FF2B5EF4-FFF2-40B4-BE49-F238E27FC236}">
                    <a16:creationId xmlns:a16="http://schemas.microsoft.com/office/drawing/2014/main" id="{284A2691-FED7-4F09-8D8B-0F2D7E9D2A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9" y="1211"/>
                <a:ext cx="22" cy="52"/>
              </a:xfrm>
              <a:custGeom>
                <a:avLst/>
                <a:gdLst>
                  <a:gd name="T0" fmla="*/ 41 w 13"/>
                  <a:gd name="T1" fmla="*/ 0 h 31"/>
                  <a:gd name="T2" fmla="*/ 54 w 13"/>
                  <a:gd name="T3" fmla="*/ 109 h 31"/>
                  <a:gd name="T4" fmla="*/ 0 w 13"/>
                  <a:gd name="T5" fmla="*/ 104 h 31"/>
                  <a:gd name="T6" fmla="*/ 34 w 13"/>
                  <a:gd name="T7" fmla="*/ 104 h 31"/>
                  <a:gd name="T8" fmla="*/ 41 w 13"/>
                  <a:gd name="T9" fmla="*/ 70 h 31"/>
                  <a:gd name="T10" fmla="*/ 34 w 13"/>
                  <a:gd name="T11" fmla="*/ 5 h 3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" h="31">
                    <a:moveTo>
                      <a:pt x="8" y="0"/>
                    </a:moveTo>
                    <a:cubicBezTo>
                      <a:pt x="10" y="7"/>
                      <a:pt x="13" y="16"/>
                      <a:pt x="11" y="23"/>
                    </a:cubicBezTo>
                    <a:cubicBezTo>
                      <a:pt x="10" y="31"/>
                      <a:pt x="3" y="26"/>
                      <a:pt x="0" y="22"/>
                    </a:cubicBezTo>
                    <a:cubicBezTo>
                      <a:pt x="2" y="22"/>
                      <a:pt x="6" y="23"/>
                      <a:pt x="7" y="22"/>
                    </a:cubicBezTo>
                    <a:cubicBezTo>
                      <a:pt x="9" y="21"/>
                      <a:pt x="8" y="17"/>
                      <a:pt x="8" y="15"/>
                    </a:cubicBezTo>
                    <a:cubicBezTo>
                      <a:pt x="8" y="10"/>
                      <a:pt x="8" y="5"/>
                      <a:pt x="7" y="1"/>
                    </a:cubicBezTo>
                  </a:path>
                </a:pathLst>
              </a:custGeom>
              <a:solidFill>
                <a:srgbClr val="FDEA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683" name="Freeform 616">
                <a:extLst>
                  <a:ext uri="{FF2B5EF4-FFF2-40B4-BE49-F238E27FC236}">
                    <a16:creationId xmlns:a16="http://schemas.microsoft.com/office/drawing/2014/main" id="{F983155D-F580-4C7B-9CCF-D91482ABFA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8" y="1020"/>
                <a:ext cx="41" cy="54"/>
              </a:xfrm>
              <a:custGeom>
                <a:avLst/>
                <a:gdLst>
                  <a:gd name="T0" fmla="*/ 5 w 25"/>
                  <a:gd name="T1" fmla="*/ 0 h 33"/>
                  <a:gd name="T2" fmla="*/ 43 w 25"/>
                  <a:gd name="T3" fmla="*/ 54 h 33"/>
                  <a:gd name="T4" fmla="*/ 67 w 25"/>
                  <a:gd name="T5" fmla="*/ 67 h 33"/>
                  <a:gd name="T6" fmla="*/ 84 w 25"/>
                  <a:gd name="T7" fmla="*/ 67 h 33"/>
                  <a:gd name="T8" fmla="*/ 110 w 25"/>
                  <a:gd name="T9" fmla="*/ 144 h 33"/>
                  <a:gd name="T10" fmla="*/ 92 w 25"/>
                  <a:gd name="T11" fmla="*/ 97 h 33"/>
                  <a:gd name="T12" fmla="*/ 62 w 25"/>
                  <a:gd name="T13" fmla="*/ 70 h 33"/>
                  <a:gd name="T14" fmla="*/ 26 w 25"/>
                  <a:gd name="T15" fmla="*/ 47 h 33"/>
                  <a:gd name="T16" fmla="*/ 0 w 25"/>
                  <a:gd name="T17" fmla="*/ 5 h 3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5" h="33">
                    <a:moveTo>
                      <a:pt x="1" y="0"/>
                    </a:moveTo>
                    <a:cubicBezTo>
                      <a:pt x="4" y="4"/>
                      <a:pt x="6" y="9"/>
                      <a:pt x="10" y="12"/>
                    </a:cubicBezTo>
                    <a:cubicBezTo>
                      <a:pt x="11" y="14"/>
                      <a:pt x="13" y="15"/>
                      <a:pt x="15" y="15"/>
                    </a:cubicBezTo>
                    <a:cubicBezTo>
                      <a:pt x="16" y="15"/>
                      <a:pt x="18" y="15"/>
                      <a:pt x="19" y="15"/>
                    </a:cubicBezTo>
                    <a:cubicBezTo>
                      <a:pt x="24" y="18"/>
                      <a:pt x="23" y="28"/>
                      <a:pt x="25" y="33"/>
                    </a:cubicBezTo>
                    <a:cubicBezTo>
                      <a:pt x="23" y="29"/>
                      <a:pt x="22" y="25"/>
                      <a:pt x="21" y="22"/>
                    </a:cubicBezTo>
                    <a:cubicBezTo>
                      <a:pt x="19" y="18"/>
                      <a:pt x="18" y="17"/>
                      <a:pt x="14" y="16"/>
                    </a:cubicBezTo>
                    <a:cubicBezTo>
                      <a:pt x="10" y="15"/>
                      <a:pt x="8" y="14"/>
                      <a:pt x="6" y="11"/>
                    </a:cubicBezTo>
                    <a:cubicBezTo>
                      <a:pt x="4" y="8"/>
                      <a:pt x="3" y="3"/>
                      <a:pt x="0" y="1"/>
                    </a:cubicBezTo>
                  </a:path>
                </a:pathLst>
              </a:custGeom>
              <a:solidFill>
                <a:srgbClr val="FDEA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684" name="Freeform 617">
                <a:extLst>
                  <a:ext uri="{FF2B5EF4-FFF2-40B4-BE49-F238E27FC236}">
                    <a16:creationId xmlns:a16="http://schemas.microsoft.com/office/drawing/2014/main" id="{28FA1C43-0F22-4C12-B166-F7ACE65F63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8" y="1074"/>
                <a:ext cx="52" cy="41"/>
              </a:xfrm>
              <a:custGeom>
                <a:avLst/>
                <a:gdLst>
                  <a:gd name="T0" fmla="*/ 146 w 31"/>
                  <a:gd name="T1" fmla="*/ 0 h 25"/>
                  <a:gd name="T2" fmla="*/ 104 w 31"/>
                  <a:gd name="T3" fmla="*/ 54 h 25"/>
                  <a:gd name="T4" fmla="*/ 57 w 31"/>
                  <a:gd name="T5" fmla="*/ 67 h 25"/>
                  <a:gd name="T6" fmla="*/ 0 w 31"/>
                  <a:gd name="T7" fmla="*/ 110 h 25"/>
                  <a:gd name="T8" fmla="*/ 42 w 31"/>
                  <a:gd name="T9" fmla="*/ 67 h 25"/>
                  <a:gd name="T10" fmla="*/ 65 w 31"/>
                  <a:gd name="T11" fmla="*/ 54 h 25"/>
                  <a:gd name="T12" fmla="*/ 84 w 31"/>
                  <a:gd name="T13" fmla="*/ 43 h 25"/>
                  <a:gd name="T14" fmla="*/ 124 w 31"/>
                  <a:gd name="T15" fmla="*/ 21 h 25"/>
                  <a:gd name="T16" fmla="*/ 146 w 31"/>
                  <a:gd name="T17" fmla="*/ 0 h 2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1" h="25">
                    <a:moveTo>
                      <a:pt x="31" y="0"/>
                    </a:moveTo>
                    <a:cubicBezTo>
                      <a:pt x="30" y="4"/>
                      <a:pt x="26" y="11"/>
                      <a:pt x="22" y="12"/>
                    </a:cubicBezTo>
                    <a:cubicBezTo>
                      <a:pt x="18" y="13"/>
                      <a:pt x="15" y="13"/>
                      <a:pt x="12" y="15"/>
                    </a:cubicBezTo>
                    <a:cubicBezTo>
                      <a:pt x="7" y="18"/>
                      <a:pt x="4" y="22"/>
                      <a:pt x="0" y="25"/>
                    </a:cubicBezTo>
                    <a:cubicBezTo>
                      <a:pt x="3" y="22"/>
                      <a:pt x="5" y="17"/>
                      <a:pt x="9" y="15"/>
                    </a:cubicBezTo>
                    <a:cubicBezTo>
                      <a:pt x="10" y="14"/>
                      <a:pt x="12" y="13"/>
                      <a:pt x="14" y="12"/>
                    </a:cubicBezTo>
                    <a:cubicBezTo>
                      <a:pt x="15" y="12"/>
                      <a:pt x="16" y="10"/>
                      <a:pt x="18" y="10"/>
                    </a:cubicBezTo>
                    <a:cubicBezTo>
                      <a:pt x="21" y="8"/>
                      <a:pt x="24" y="8"/>
                      <a:pt x="26" y="5"/>
                    </a:cubicBezTo>
                    <a:cubicBezTo>
                      <a:pt x="28" y="4"/>
                      <a:pt x="30" y="1"/>
                      <a:pt x="31" y="0"/>
                    </a:cubicBezTo>
                  </a:path>
                </a:pathLst>
              </a:custGeom>
              <a:solidFill>
                <a:srgbClr val="FDEA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685" name="Freeform 618">
                <a:extLst>
                  <a:ext uri="{FF2B5EF4-FFF2-40B4-BE49-F238E27FC236}">
                    <a16:creationId xmlns:a16="http://schemas.microsoft.com/office/drawing/2014/main" id="{7DEBCB0A-ECFE-49AE-A9F2-6207FCC6AC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8" y="1061"/>
                <a:ext cx="53" cy="51"/>
              </a:xfrm>
              <a:custGeom>
                <a:avLst/>
                <a:gdLst>
                  <a:gd name="T0" fmla="*/ 0 w 32"/>
                  <a:gd name="T1" fmla="*/ 0 h 31"/>
                  <a:gd name="T2" fmla="*/ 46 w 32"/>
                  <a:gd name="T3" fmla="*/ 76 h 31"/>
                  <a:gd name="T4" fmla="*/ 96 w 32"/>
                  <a:gd name="T5" fmla="*/ 95 h 31"/>
                  <a:gd name="T6" fmla="*/ 124 w 32"/>
                  <a:gd name="T7" fmla="*/ 110 h 31"/>
                  <a:gd name="T8" fmla="*/ 146 w 32"/>
                  <a:gd name="T9" fmla="*/ 138 h 31"/>
                  <a:gd name="T10" fmla="*/ 96 w 32"/>
                  <a:gd name="T11" fmla="*/ 89 h 31"/>
                  <a:gd name="T12" fmla="*/ 55 w 32"/>
                  <a:gd name="T13" fmla="*/ 63 h 31"/>
                  <a:gd name="T14" fmla="*/ 0 w 32"/>
                  <a:gd name="T15" fmla="*/ 0 h 3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2" h="31">
                    <a:moveTo>
                      <a:pt x="0" y="0"/>
                    </a:moveTo>
                    <a:cubicBezTo>
                      <a:pt x="2" y="6"/>
                      <a:pt x="4" y="14"/>
                      <a:pt x="10" y="17"/>
                    </a:cubicBezTo>
                    <a:cubicBezTo>
                      <a:pt x="14" y="18"/>
                      <a:pt x="17" y="19"/>
                      <a:pt x="21" y="21"/>
                    </a:cubicBezTo>
                    <a:cubicBezTo>
                      <a:pt x="23" y="22"/>
                      <a:pt x="25" y="23"/>
                      <a:pt x="27" y="25"/>
                    </a:cubicBezTo>
                    <a:cubicBezTo>
                      <a:pt x="29" y="27"/>
                      <a:pt x="30" y="29"/>
                      <a:pt x="32" y="31"/>
                    </a:cubicBezTo>
                    <a:cubicBezTo>
                      <a:pt x="28" y="28"/>
                      <a:pt x="26" y="23"/>
                      <a:pt x="21" y="20"/>
                    </a:cubicBezTo>
                    <a:cubicBezTo>
                      <a:pt x="18" y="17"/>
                      <a:pt x="15" y="16"/>
                      <a:pt x="12" y="14"/>
                    </a:cubicBezTo>
                    <a:cubicBezTo>
                      <a:pt x="7" y="12"/>
                      <a:pt x="1" y="6"/>
                      <a:pt x="0" y="0"/>
                    </a:cubicBezTo>
                  </a:path>
                </a:pathLst>
              </a:custGeom>
              <a:solidFill>
                <a:srgbClr val="FDEA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0686" name="Freeform 619">
                <a:extLst>
                  <a:ext uri="{FF2B5EF4-FFF2-40B4-BE49-F238E27FC236}">
                    <a16:creationId xmlns:a16="http://schemas.microsoft.com/office/drawing/2014/main" id="{00615D4B-0622-4440-B88A-71FA16BA90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6" y="1015"/>
                <a:ext cx="25" cy="48"/>
              </a:xfrm>
              <a:custGeom>
                <a:avLst/>
                <a:gdLst>
                  <a:gd name="T0" fmla="*/ 70 w 15"/>
                  <a:gd name="T1" fmla="*/ 0 h 29"/>
                  <a:gd name="T2" fmla="*/ 0 w 15"/>
                  <a:gd name="T3" fmla="*/ 131 h 2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29">
                    <a:moveTo>
                      <a:pt x="15" y="0"/>
                    </a:moveTo>
                    <a:cubicBezTo>
                      <a:pt x="9" y="10"/>
                      <a:pt x="2" y="18"/>
                      <a:pt x="0" y="29"/>
                    </a:cubicBezTo>
                  </a:path>
                </a:pathLst>
              </a:custGeom>
              <a:noFill/>
              <a:ln w="158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</p:grpSp>
        <p:sp>
          <p:nvSpPr>
            <p:cNvPr id="40420" name="Freeform 620">
              <a:extLst>
                <a:ext uri="{FF2B5EF4-FFF2-40B4-BE49-F238E27FC236}">
                  <a16:creationId xmlns:a16="http://schemas.microsoft.com/office/drawing/2014/main" id="{D0146942-58A0-4D56-8D85-48C361AF6593}"/>
                </a:ext>
              </a:extLst>
            </p:cNvPr>
            <p:cNvSpPr>
              <a:spLocks/>
            </p:cNvSpPr>
            <p:nvPr/>
          </p:nvSpPr>
          <p:spPr bwMode="auto">
            <a:xfrm>
              <a:off x="920" y="1018"/>
              <a:ext cx="22" cy="41"/>
            </a:xfrm>
            <a:custGeom>
              <a:avLst/>
              <a:gdLst>
                <a:gd name="T0" fmla="*/ 0 w 13"/>
                <a:gd name="T1" fmla="*/ 0 h 25"/>
                <a:gd name="T2" fmla="*/ 63 w 13"/>
                <a:gd name="T3" fmla="*/ 110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25">
                  <a:moveTo>
                    <a:pt x="0" y="0"/>
                  </a:moveTo>
                  <a:cubicBezTo>
                    <a:pt x="7" y="6"/>
                    <a:pt x="11" y="15"/>
                    <a:pt x="13" y="25"/>
                  </a:cubicBezTo>
                </a:path>
              </a:pathLst>
            </a:custGeom>
            <a:noFill/>
            <a:ln w="158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421" name="Freeform 621">
              <a:extLst>
                <a:ext uri="{FF2B5EF4-FFF2-40B4-BE49-F238E27FC236}">
                  <a16:creationId xmlns:a16="http://schemas.microsoft.com/office/drawing/2014/main" id="{9490DEC6-626F-4E94-9A2E-9D2442181771}"/>
                </a:ext>
              </a:extLst>
            </p:cNvPr>
            <p:cNvSpPr>
              <a:spLocks/>
            </p:cNvSpPr>
            <p:nvPr/>
          </p:nvSpPr>
          <p:spPr bwMode="auto">
            <a:xfrm>
              <a:off x="977" y="927"/>
              <a:ext cx="6" cy="3"/>
            </a:xfrm>
            <a:custGeom>
              <a:avLst/>
              <a:gdLst>
                <a:gd name="T0" fmla="*/ 0 w 4"/>
                <a:gd name="T1" fmla="*/ 0 h 2"/>
                <a:gd name="T2" fmla="*/ 14 w 4"/>
                <a:gd name="T3" fmla="*/ 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">
                  <a:moveTo>
                    <a:pt x="0" y="0"/>
                  </a:moveTo>
                  <a:cubicBezTo>
                    <a:pt x="1" y="1"/>
                    <a:pt x="3" y="1"/>
                    <a:pt x="4" y="2"/>
                  </a:cubicBezTo>
                </a:path>
              </a:pathLst>
            </a:custGeom>
            <a:noFill/>
            <a:ln w="158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422" name="Freeform 622">
              <a:extLst>
                <a:ext uri="{FF2B5EF4-FFF2-40B4-BE49-F238E27FC236}">
                  <a16:creationId xmlns:a16="http://schemas.microsoft.com/office/drawing/2014/main" id="{43168495-8D8F-4CAC-ACE5-8BEE6B59006E}"/>
                </a:ext>
              </a:extLst>
            </p:cNvPr>
            <p:cNvSpPr>
              <a:spLocks/>
            </p:cNvSpPr>
            <p:nvPr/>
          </p:nvSpPr>
          <p:spPr bwMode="auto">
            <a:xfrm>
              <a:off x="983" y="932"/>
              <a:ext cx="5" cy="2"/>
            </a:xfrm>
            <a:custGeom>
              <a:avLst/>
              <a:gdLst>
                <a:gd name="T0" fmla="*/ 0 w 3"/>
                <a:gd name="T1" fmla="*/ 0 h 1"/>
                <a:gd name="T2" fmla="*/ 13 w 3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">
                  <a:moveTo>
                    <a:pt x="0" y="0"/>
                  </a:moveTo>
                  <a:cubicBezTo>
                    <a:pt x="1" y="0"/>
                    <a:pt x="2" y="1"/>
                    <a:pt x="3" y="1"/>
                  </a:cubicBezTo>
                </a:path>
              </a:pathLst>
            </a:custGeom>
            <a:noFill/>
            <a:ln w="158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423" name="Freeform 623">
              <a:extLst>
                <a:ext uri="{FF2B5EF4-FFF2-40B4-BE49-F238E27FC236}">
                  <a16:creationId xmlns:a16="http://schemas.microsoft.com/office/drawing/2014/main" id="{9F8699A7-29B7-4922-8346-6099CA9A4361}"/>
                </a:ext>
              </a:extLst>
            </p:cNvPr>
            <p:cNvSpPr>
              <a:spLocks/>
            </p:cNvSpPr>
            <p:nvPr/>
          </p:nvSpPr>
          <p:spPr bwMode="auto">
            <a:xfrm>
              <a:off x="778" y="934"/>
              <a:ext cx="6" cy="1"/>
            </a:xfrm>
            <a:custGeom>
              <a:avLst/>
              <a:gdLst>
                <a:gd name="T0" fmla="*/ 14 w 4"/>
                <a:gd name="T1" fmla="*/ 0 h 1"/>
                <a:gd name="T2" fmla="*/ 0 w 4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4" y="0"/>
                  </a:moveTo>
                  <a:cubicBezTo>
                    <a:pt x="3" y="0"/>
                    <a:pt x="1" y="0"/>
                    <a:pt x="0" y="0"/>
                  </a:cubicBezTo>
                </a:path>
              </a:pathLst>
            </a:custGeom>
            <a:noFill/>
            <a:ln w="158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424" name="Freeform 624">
              <a:extLst>
                <a:ext uri="{FF2B5EF4-FFF2-40B4-BE49-F238E27FC236}">
                  <a16:creationId xmlns:a16="http://schemas.microsoft.com/office/drawing/2014/main" id="{4CCA58B5-9C57-4817-B9F7-C4CA89299B01}"/>
                </a:ext>
              </a:extLst>
            </p:cNvPr>
            <p:cNvSpPr>
              <a:spLocks/>
            </p:cNvSpPr>
            <p:nvPr/>
          </p:nvSpPr>
          <p:spPr bwMode="auto">
            <a:xfrm>
              <a:off x="783" y="929"/>
              <a:ext cx="6" cy="1"/>
            </a:xfrm>
            <a:custGeom>
              <a:avLst/>
              <a:gdLst>
                <a:gd name="T0" fmla="*/ 14 w 4"/>
                <a:gd name="T1" fmla="*/ 0 h 1"/>
                <a:gd name="T2" fmla="*/ 0 w 4"/>
                <a:gd name="T3" fmla="*/ 1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4" y="0"/>
                  </a:moveTo>
                  <a:cubicBezTo>
                    <a:pt x="3" y="1"/>
                    <a:pt x="1" y="1"/>
                    <a:pt x="0" y="1"/>
                  </a:cubicBezTo>
                </a:path>
              </a:pathLst>
            </a:custGeom>
            <a:noFill/>
            <a:ln w="158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425" name="Freeform 625">
              <a:extLst>
                <a:ext uri="{FF2B5EF4-FFF2-40B4-BE49-F238E27FC236}">
                  <a16:creationId xmlns:a16="http://schemas.microsoft.com/office/drawing/2014/main" id="{8529874F-C189-421C-A5DA-9F1F9B3EB9A5}"/>
                </a:ext>
              </a:extLst>
            </p:cNvPr>
            <p:cNvSpPr>
              <a:spLocks/>
            </p:cNvSpPr>
            <p:nvPr/>
          </p:nvSpPr>
          <p:spPr bwMode="auto">
            <a:xfrm>
              <a:off x="915" y="940"/>
              <a:ext cx="42" cy="38"/>
            </a:xfrm>
            <a:custGeom>
              <a:avLst/>
              <a:gdLst>
                <a:gd name="T0" fmla="*/ 0 w 25"/>
                <a:gd name="T1" fmla="*/ 0 h 23"/>
                <a:gd name="T2" fmla="*/ 49 w 25"/>
                <a:gd name="T3" fmla="*/ 50 h 23"/>
                <a:gd name="T4" fmla="*/ 119 w 25"/>
                <a:gd name="T5" fmla="*/ 104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23">
                  <a:moveTo>
                    <a:pt x="0" y="0"/>
                  </a:moveTo>
                  <a:cubicBezTo>
                    <a:pt x="5" y="2"/>
                    <a:pt x="7" y="7"/>
                    <a:pt x="10" y="11"/>
                  </a:cubicBezTo>
                  <a:cubicBezTo>
                    <a:pt x="14" y="16"/>
                    <a:pt x="19" y="19"/>
                    <a:pt x="25" y="23"/>
                  </a:cubicBezTo>
                </a:path>
              </a:pathLst>
            </a:custGeom>
            <a:noFill/>
            <a:ln w="158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426" name="Freeform 626">
              <a:extLst>
                <a:ext uri="{FF2B5EF4-FFF2-40B4-BE49-F238E27FC236}">
                  <a16:creationId xmlns:a16="http://schemas.microsoft.com/office/drawing/2014/main" id="{B4964B75-10FC-4471-B290-FF7A5CD6ACC7}"/>
                </a:ext>
              </a:extLst>
            </p:cNvPr>
            <p:cNvSpPr>
              <a:spLocks/>
            </p:cNvSpPr>
            <p:nvPr/>
          </p:nvSpPr>
          <p:spPr bwMode="auto">
            <a:xfrm>
              <a:off x="806" y="944"/>
              <a:ext cx="46" cy="34"/>
            </a:xfrm>
            <a:custGeom>
              <a:avLst/>
              <a:gdLst>
                <a:gd name="T0" fmla="*/ 125 w 28"/>
                <a:gd name="T1" fmla="*/ 0 h 21"/>
                <a:gd name="T2" fmla="*/ 97 w 28"/>
                <a:gd name="T3" fmla="*/ 13 h 21"/>
                <a:gd name="T4" fmla="*/ 71 w 28"/>
                <a:gd name="T5" fmla="*/ 42 h 21"/>
                <a:gd name="T6" fmla="*/ 0 w 28"/>
                <a:gd name="T7" fmla="*/ 89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21">
                  <a:moveTo>
                    <a:pt x="28" y="0"/>
                  </a:moveTo>
                  <a:cubicBezTo>
                    <a:pt x="26" y="1"/>
                    <a:pt x="24" y="2"/>
                    <a:pt x="22" y="3"/>
                  </a:cubicBezTo>
                  <a:cubicBezTo>
                    <a:pt x="20" y="5"/>
                    <a:pt x="18" y="8"/>
                    <a:pt x="16" y="10"/>
                  </a:cubicBezTo>
                  <a:cubicBezTo>
                    <a:pt x="11" y="15"/>
                    <a:pt x="8" y="19"/>
                    <a:pt x="0" y="21"/>
                  </a:cubicBezTo>
                </a:path>
              </a:pathLst>
            </a:custGeom>
            <a:noFill/>
            <a:ln w="158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427" name="Freeform 627">
              <a:extLst>
                <a:ext uri="{FF2B5EF4-FFF2-40B4-BE49-F238E27FC236}">
                  <a16:creationId xmlns:a16="http://schemas.microsoft.com/office/drawing/2014/main" id="{02890A57-C42D-412B-A7D4-9F7C0DAD5B76}"/>
                </a:ext>
              </a:extLst>
            </p:cNvPr>
            <p:cNvSpPr>
              <a:spLocks/>
            </p:cNvSpPr>
            <p:nvPr/>
          </p:nvSpPr>
          <p:spPr bwMode="auto">
            <a:xfrm>
              <a:off x="983" y="940"/>
              <a:ext cx="20" cy="5"/>
            </a:xfrm>
            <a:custGeom>
              <a:avLst/>
              <a:gdLst>
                <a:gd name="T0" fmla="*/ 0 w 12"/>
                <a:gd name="T1" fmla="*/ 8 h 3"/>
                <a:gd name="T2" fmla="*/ 55 w 12"/>
                <a:gd name="T3" fmla="*/ 13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3">
                  <a:moveTo>
                    <a:pt x="0" y="2"/>
                  </a:moveTo>
                  <a:cubicBezTo>
                    <a:pt x="3" y="0"/>
                    <a:pt x="9" y="2"/>
                    <a:pt x="12" y="3"/>
                  </a:cubicBezTo>
                </a:path>
              </a:pathLst>
            </a:custGeom>
            <a:noFill/>
            <a:ln w="158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428" name="Freeform 628">
              <a:extLst>
                <a:ext uri="{FF2B5EF4-FFF2-40B4-BE49-F238E27FC236}">
                  <a16:creationId xmlns:a16="http://schemas.microsoft.com/office/drawing/2014/main" id="{EE02FD70-E934-437D-87DE-EE13BD515BDB}"/>
                </a:ext>
              </a:extLst>
            </p:cNvPr>
            <p:cNvSpPr>
              <a:spLocks/>
            </p:cNvSpPr>
            <p:nvPr/>
          </p:nvSpPr>
          <p:spPr bwMode="auto">
            <a:xfrm>
              <a:off x="990" y="937"/>
              <a:ext cx="13" cy="2"/>
            </a:xfrm>
            <a:custGeom>
              <a:avLst/>
              <a:gdLst>
                <a:gd name="T0" fmla="*/ 0 w 8"/>
                <a:gd name="T1" fmla="*/ 8 h 1"/>
                <a:gd name="T2" fmla="*/ 18 w 8"/>
                <a:gd name="T3" fmla="*/ 8 h 1"/>
                <a:gd name="T4" fmla="*/ 34 w 8"/>
                <a:gd name="T5" fmla="*/ 8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">
                  <a:moveTo>
                    <a:pt x="0" y="1"/>
                  </a:moveTo>
                  <a:cubicBezTo>
                    <a:pt x="1" y="0"/>
                    <a:pt x="2" y="1"/>
                    <a:pt x="4" y="1"/>
                  </a:cubicBezTo>
                  <a:cubicBezTo>
                    <a:pt x="5" y="1"/>
                    <a:pt x="7" y="1"/>
                    <a:pt x="8" y="1"/>
                  </a:cubicBezTo>
                </a:path>
              </a:pathLst>
            </a:custGeom>
            <a:noFill/>
            <a:ln w="158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429" name="Freeform 629">
              <a:extLst>
                <a:ext uri="{FF2B5EF4-FFF2-40B4-BE49-F238E27FC236}">
                  <a16:creationId xmlns:a16="http://schemas.microsoft.com/office/drawing/2014/main" id="{CD25B233-F1F5-4DE1-96F4-F53FE2D90E82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" y="942"/>
              <a:ext cx="29" cy="5"/>
            </a:xfrm>
            <a:custGeom>
              <a:avLst/>
              <a:gdLst>
                <a:gd name="T0" fmla="*/ 84 w 17"/>
                <a:gd name="T1" fmla="*/ 13 h 3"/>
                <a:gd name="T2" fmla="*/ 0 w 17"/>
                <a:gd name="T3" fmla="*/ 13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3">
                  <a:moveTo>
                    <a:pt x="17" y="3"/>
                  </a:moveTo>
                  <a:cubicBezTo>
                    <a:pt x="12" y="0"/>
                    <a:pt x="5" y="1"/>
                    <a:pt x="0" y="3"/>
                  </a:cubicBezTo>
                </a:path>
              </a:pathLst>
            </a:custGeom>
            <a:noFill/>
            <a:ln w="158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430" name="Freeform 630">
              <a:extLst>
                <a:ext uri="{FF2B5EF4-FFF2-40B4-BE49-F238E27FC236}">
                  <a16:creationId xmlns:a16="http://schemas.microsoft.com/office/drawing/2014/main" id="{FD6FC94C-094B-49CB-8AB5-7A2BE8529441}"/>
                </a:ext>
              </a:extLst>
            </p:cNvPr>
            <p:cNvSpPr>
              <a:spLocks/>
            </p:cNvSpPr>
            <p:nvPr/>
          </p:nvSpPr>
          <p:spPr bwMode="auto">
            <a:xfrm>
              <a:off x="763" y="937"/>
              <a:ext cx="16" cy="3"/>
            </a:xfrm>
            <a:custGeom>
              <a:avLst/>
              <a:gdLst>
                <a:gd name="T0" fmla="*/ 42 w 10"/>
                <a:gd name="T1" fmla="*/ 5 h 2"/>
                <a:gd name="T2" fmla="*/ 0 w 10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">
                  <a:moveTo>
                    <a:pt x="10" y="1"/>
                  </a:moveTo>
                  <a:cubicBezTo>
                    <a:pt x="7" y="2"/>
                    <a:pt x="3" y="0"/>
                    <a:pt x="0" y="0"/>
                  </a:cubicBezTo>
                </a:path>
              </a:pathLst>
            </a:custGeom>
            <a:noFill/>
            <a:ln w="158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431" name="Freeform 631">
              <a:extLst>
                <a:ext uri="{FF2B5EF4-FFF2-40B4-BE49-F238E27FC236}">
                  <a16:creationId xmlns:a16="http://schemas.microsoft.com/office/drawing/2014/main" id="{9003A7B0-1490-49B3-9761-2BFD3A08062B}"/>
                </a:ext>
              </a:extLst>
            </p:cNvPr>
            <p:cNvSpPr>
              <a:spLocks/>
            </p:cNvSpPr>
            <p:nvPr/>
          </p:nvSpPr>
          <p:spPr bwMode="auto">
            <a:xfrm>
              <a:off x="827" y="863"/>
              <a:ext cx="95" cy="14"/>
            </a:xfrm>
            <a:custGeom>
              <a:avLst/>
              <a:gdLst>
                <a:gd name="T0" fmla="*/ 0 w 57"/>
                <a:gd name="T1" fmla="*/ 30 h 9"/>
                <a:gd name="T2" fmla="*/ 50 w 57"/>
                <a:gd name="T3" fmla="*/ 34 h 9"/>
                <a:gd name="T4" fmla="*/ 130 w 57"/>
                <a:gd name="T5" fmla="*/ 12 h 9"/>
                <a:gd name="T6" fmla="*/ 263 w 57"/>
                <a:gd name="T7" fmla="*/ 19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7" h="9">
                  <a:moveTo>
                    <a:pt x="0" y="8"/>
                  </a:moveTo>
                  <a:cubicBezTo>
                    <a:pt x="3" y="8"/>
                    <a:pt x="7" y="9"/>
                    <a:pt x="11" y="9"/>
                  </a:cubicBezTo>
                  <a:cubicBezTo>
                    <a:pt x="17" y="8"/>
                    <a:pt x="22" y="5"/>
                    <a:pt x="28" y="3"/>
                  </a:cubicBezTo>
                  <a:cubicBezTo>
                    <a:pt x="36" y="2"/>
                    <a:pt x="51" y="0"/>
                    <a:pt x="57" y="5"/>
                  </a:cubicBezTo>
                </a:path>
              </a:pathLst>
            </a:custGeom>
            <a:noFill/>
            <a:ln w="158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432" name="Freeform 632">
              <a:extLst>
                <a:ext uri="{FF2B5EF4-FFF2-40B4-BE49-F238E27FC236}">
                  <a16:creationId xmlns:a16="http://schemas.microsoft.com/office/drawing/2014/main" id="{7909415F-BB78-4E54-9B2A-968AFA61F832}"/>
                </a:ext>
              </a:extLst>
            </p:cNvPr>
            <p:cNvSpPr>
              <a:spLocks/>
            </p:cNvSpPr>
            <p:nvPr/>
          </p:nvSpPr>
          <p:spPr bwMode="auto">
            <a:xfrm>
              <a:off x="884" y="856"/>
              <a:ext cx="53" cy="7"/>
            </a:xfrm>
            <a:custGeom>
              <a:avLst/>
              <a:gdLst>
                <a:gd name="T0" fmla="*/ 0 w 32"/>
                <a:gd name="T1" fmla="*/ 16 h 4"/>
                <a:gd name="T2" fmla="*/ 75 w 32"/>
                <a:gd name="T3" fmla="*/ 12 h 4"/>
                <a:gd name="T4" fmla="*/ 146 w 32"/>
                <a:gd name="T5" fmla="*/ 7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4">
                  <a:moveTo>
                    <a:pt x="0" y="3"/>
                  </a:moveTo>
                  <a:cubicBezTo>
                    <a:pt x="3" y="4"/>
                    <a:pt x="11" y="2"/>
                    <a:pt x="16" y="2"/>
                  </a:cubicBezTo>
                  <a:cubicBezTo>
                    <a:pt x="21" y="2"/>
                    <a:pt x="27" y="0"/>
                    <a:pt x="32" y="1"/>
                  </a:cubicBezTo>
                </a:path>
              </a:pathLst>
            </a:custGeom>
            <a:noFill/>
            <a:ln w="158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433" name="Freeform 633">
              <a:extLst>
                <a:ext uri="{FF2B5EF4-FFF2-40B4-BE49-F238E27FC236}">
                  <a16:creationId xmlns:a16="http://schemas.microsoft.com/office/drawing/2014/main" id="{941B4A23-548A-4A34-BDDC-4D3FC12DAC9E}"/>
                </a:ext>
              </a:extLst>
            </p:cNvPr>
            <p:cNvSpPr>
              <a:spLocks/>
            </p:cNvSpPr>
            <p:nvPr/>
          </p:nvSpPr>
          <p:spPr bwMode="auto">
            <a:xfrm>
              <a:off x="706" y="699"/>
              <a:ext cx="349" cy="226"/>
            </a:xfrm>
            <a:custGeom>
              <a:avLst/>
              <a:gdLst>
                <a:gd name="T0" fmla="*/ 96 w 210"/>
                <a:gd name="T1" fmla="*/ 531 h 137"/>
                <a:gd name="T2" fmla="*/ 133 w 210"/>
                <a:gd name="T3" fmla="*/ 431 h 137"/>
                <a:gd name="T4" fmla="*/ 201 w 210"/>
                <a:gd name="T5" fmla="*/ 318 h 137"/>
                <a:gd name="T6" fmla="*/ 297 w 210"/>
                <a:gd name="T7" fmla="*/ 256 h 137"/>
                <a:gd name="T8" fmla="*/ 429 w 210"/>
                <a:gd name="T9" fmla="*/ 214 h 137"/>
                <a:gd name="T10" fmla="*/ 492 w 210"/>
                <a:gd name="T11" fmla="*/ 264 h 137"/>
                <a:gd name="T12" fmla="*/ 602 w 210"/>
                <a:gd name="T13" fmla="*/ 221 h 137"/>
                <a:gd name="T14" fmla="*/ 633 w 210"/>
                <a:gd name="T15" fmla="*/ 277 h 137"/>
                <a:gd name="T16" fmla="*/ 698 w 210"/>
                <a:gd name="T17" fmla="*/ 289 h 137"/>
                <a:gd name="T18" fmla="*/ 726 w 210"/>
                <a:gd name="T19" fmla="*/ 365 h 137"/>
                <a:gd name="T20" fmla="*/ 784 w 210"/>
                <a:gd name="T21" fmla="*/ 394 h 137"/>
                <a:gd name="T22" fmla="*/ 789 w 210"/>
                <a:gd name="T23" fmla="*/ 422 h 137"/>
                <a:gd name="T24" fmla="*/ 796 w 210"/>
                <a:gd name="T25" fmla="*/ 468 h 137"/>
                <a:gd name="T26" fmla="*/ 826 w 210"/>
                <a:gd name="T27" fmla="*/ 482 h 137"/>
                <a:gd name="T28" fmla="*/ 834 w 210"/>
                <a:gd name="T29" fmla="*/ 525 h 137"/>
                <a:gd name="T30" fmla="*/ 859 w 210"/>
                <a:gd name="T31" fmla="*/ 561 h 137"/>
                <a:gd name="T32" fmla="*/ 868 w 210"/>
                <a:gd name="T33" fmla="*/ 615 h 137"/>
                <a:gd name="T34" fmla="*/ 894 w 210"/>
                <a:gd name="T35" fmla="*/ 602 h 137"/>
                <a:gd name="T36" fmla="*/ 917 w 210"/>
                <a:gd name="T37" fmla="*/ 579 h 137"/>
                <a:gd name="T38" fmla="*/ 956 w 210"/>
                <a:gd name="T39" fmla="*/ 533 h 137"/>
                <a:gd name="T40" fmla="*/ 942 w 210"/>
                <a:gd name="T41" fmla="*/ 462 h 137"/>
                <a:gd name="T42" fmla="*/ 951 w 210"/>
                <a:gd name="T43" fmla="*/ 422 h 137"/>
                <a:gd name="T44" fmla="*/ 902 w 210"/>
                <a:gd name="T45" fmla="*/ 302 h 137"/>
                <a:gd name="T46" fmla="*/ 902 w 210"/>
                <a:gd name="T47" fmla="*/ 234 h 137"/>
                <a:gd name="T48" fmla="*/ 868 w 210"/>
                <a:gd name="T49" fmla="*/ 152 h 137"/>
                <a:gd name="T50" fmla="*/ 818 w 210"/>
                <a:gd name="T51" fmla="*/ 117 h 137"/>
                <a:gd name="T52" fmla="*/ 798 w 210"/>
                <a:gd name="T53" fmla="*/ 109 h 137"/>
                <a:gd name="T54" fmla="*/ 730 w 210"/>
                <a:gd name="T55" fmla="*/ 49 h 137"/>
                <a:gd name="T56" fmla="*/ 633 w 210"/>
                <a:gd name="T57" fmla="*/ 43 h 137"/>
                <a:gd name="T58" fmla="*/ 500 w 210"/>
                <a:gd name="T59" fmla="*/ 21 h 137"/>
                <a:gd name="T60" fmla="*/ 484 w 210"/>
                <a:gd name="T61" fmla="*/ 41 h 137"/>
                <a:gd name="T62" fmla="*/ 429 w 210"/>
                <a:gd name="T63" fmla="*/ 35 h 137"/>
                <a:gd name="T64" fmla="*/ 317 w 210"/>
                <a:gd name="T65" fmla="*/ 58 h 137"/>
                <a:gd name="T66" fmla="*/ 188 w 210"/>
                <a:gd name="T67" fmla="*/ 144 h 137"/>
                <a:gd name="T68" fmla="*/ 78 w 210"/>
                <a:gd name="T69" fmla="*/ 201 h 137"/>
                <a:gd name="T70" fmla="*/ 83 w 210"/>
                <a:gd name="T71" fmla="*/ 242 h 137"/>
                <a:gd name="T72" fmla="*/ 61 w 210"/>
                <a:gd name="T73" fmla="*/ 251 h 137"/>
                <a:gd name="T74" fmla="*/ 20 w 210"/>
                <a:gd name="T75" fmla="*/ 297 h 137"/>
                <a:gd name="T76" fmla="*/ 20 w 210"/>
                <a:gd name="T77" fmla="*/ 399 h 137"/>
                <a:gd name="T78" fmla="*/ 20 w 210"/>
                <a:gd name="T79" fmla="*/ 427 h 137"/>
                <a:gd name="T80" fmla="*/ 5 w 210"/>
                <a:gd name="T81" fmla="*/ 440 h 137"/>
                <a:gd name="T82" fmla="*/ 0 w 210"/>
                <a:gd name="T83" fmla="*/ 482 h 137"/>
                <a:gd name="T84" fmla="*/ 33 w 210"/>
                <a:gd name="T85" fmla="*/ 539 h 137"/>
                <a:gd name="T86" fmla="*/ 61 w 210"/>
                <a:gd name="T87" fmla="*/ 579 h 137"/>
                <a:gd name="T88" fmla="*/ 75 w 210"/>
                <a:gd name="T89" fmla="*/ 587 h 137"/>
                <a:gd name="T90" fmla="*/ 116 w 210"/>
                <a:gd name="T91" fmla="*/ 610 h 137"/>
                <a:gd name="T92" fmla="*/ 125 w 210"/>
                <a:gd name="T93" fmla="*/ 520 h 137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0" t="0" r="r" b="b"/>
              <a:pathLst>
                <a:path w="210" h="137">
                  <a:moveTo>
                    <a:pt x="21" y="118"/>
                  </a:moveTo>
                  <a:cubicBezTo>
                    <a:pt x="34" y="122"/>
                    <a:pt x="33" y="103"/>
                    <a:pt x="29" y="96"/>
                  </a:cubicBezTo>
                  <a:cubicBezTo>
                    <a:pt x="45" y="99"/>
                    <a:pt x="43" y="82"/>
                    <a:pt x="44" y="71"/>
                  </a:cubicBezTo>
                  <a:cubicBezTo>
                    <a:pt x="54" y="71"/>
                    <a:pt x="62" y="66"/>
                    <a:pt x="65" y="57"/>
                  </a:cubicBezTo>
                  <a:cubicBezTo>
                    <a:pt x="77" y="61"/>
                    <a:pt x="85" y="56"/>
                    <a:pt x="93" y="48"/>
                  </a:cubicBezTo>
                  <a:cubicBezTo>
                    <a:pt x="93" y="56"/>
                    <a:pt x="99" y="60"/>
                    <a:pt x="107" y="59"/>
                  </a:cubicBezTo>
                  <a:cubicBezTo>
                    <a:pt x="112" y="59"/>
                    <a:pt x="127" y="46"/>
                    <a:pt x="131" y="49"/>
                  </a:cubicBezTo>
                  <a:cubicBezTo>
                    <a:pt x="135" y="51"/>
                    <a:pt x="133" y="58"/>
                    <a:pt x="138" y="62"/>
                  </a:cubicBezTo>
                  <a:cubicBezTo>
                    <a:pt x="142" y="64"/>
                    <a:pt x="147" y="63"/>
                    <a:pt x="152" y="64"/>
                  </a:cubicBezTo>
                  <a:cubicBezTo>
                    <a:pt x="151" y="72"/>
                    <a:pt x="151" y="76"/>
                    <a:pt x="158" y="81"/>
                  </a:cubicBezTo>
                  <a:cubicBezTo>
                    <a:pt x="161" y="83"/>
                    <a:pt x="168" y="84"/>
                    <a:pt x="171" y="88"/>
                  </a:cubicBezTo>
                  <a:cubicBezTo>
                    <a:pt x="174" y="91"/>
                    <a:pt x="172" y="90"/>
                    <a:pt x="172" y="94"/>
                  </a:cubicBezTo>
                  <a:cubicBezTo>
                    <a:pt x="171" y="98"/>
                    <a:pt x="171" y="101"/>
                    <a:pt x="173" y="104"/>
                  </a:cubicBezTo>
                  <a:cubicBezTo>
                    <a:pt x="175" y="106"/>
                    <a:pt x="178" y="105"/>
                    <a:pt x="180" y="107"/>
                  </a:cubicBezTo>
                  <a:cubicBezTo>
                    <a:pt x="182" y="109"/>
                    <a:pt x="179" y="114"/>
                    <a:pt x="182" y="117"/>
                  </a:cubicBezTo>
                  <a:cubicBezTo>
                    <a:pt x="183" y="119"/>
                    <a:pt x="186" y="117"/>
                    <a:pt x="187" y="125"/>
                  </a:cubicBezTo>
                  <a:cubicBezTo>
                    <a:pt x="188" y="128"/>
                    <a:pt x="188" y="132"/>
                    <a:pt x="189" y="137"/>
                  </a:cubicBezTo>
                  <a:cubicBezTo>
                    <a:pt x="188" y="137"/>
                    <a:pt x="194" y="134"/>
                    <a:pt x="195" y="134"/>
                  </a:cubicBezTo>
                  <a:cubicBezTo>
                    <a:pt x="197" y="134"/>
                    <a:pt x="197" y="130"/>
                    <a:pt x="200" y="129"/>
                  </a:cubicBezTo>
                  <a:cubicBezTo>
                    <a:pt x="204" y="128"/>
                    <a:pt x="208" y="122"/>
                    <a:pt x="208" y="119"/>
                  </a:cubicBezTo>
                  <a:cubicBezTo>
                    <a:pt x="210" y="112"/>
                    <a:pt x="205" y="110"/>
                    <a:pt x="205" y="103"/>
                  </a:cubicBezTo>
                  <a:cubicBezTo>
                    <a:pt x="206" y="100"/>
                    <a:pt x="207" y="98"/>
                    <a:pt x="207" y="94"/>
                  </a:cubicBezTo>
                  <a:cubicBezTo>
                    <a:pt x="207" y="86"/>
                    <a:pt x="202" y="74"/>
                    <a:pt x="197" y="67"/>
                  </a:cubicBezTo>
                  <a:cubicBezTo>
                    <a:pt x="192" y="58"/>
                    <a:pt x="197" y="61"/>
                    <a:pt x="197" y="52"/>
                  </a:cubicBezTo>
                  <a:cubicBezTo>
                    <a:pt x="198" y="44"/>
                    <a:pt x="194" y="39"/>
                    <a:pt x="189" y="34"/>
                  </a:cubicBezTo>
                  <a:cubicBezTo>
                    <a:pt x="185" y="29"/>
                    <a:pt x="182" y="29"/>
                    <a:pt x="178" y="26"/>
                  </a:cubicBezTo>
                  <a:cubicBezTo>
                    <a:pt x="176" y="26"/>
                    <a:pt x="176" y="26"/>
                    <a:pt x="174" y="24"/>
                  </a:cubicBezTo>
                  <a:cubicBezTo>
                    <a:pt x="168" y="20"/>
                    <a:pt x="166" y="14"/>
                    <a:pt x="159" y="11"/>
                  </a:cubicBezTo>
                  <a:cubicBezTo>
                    <a:pt x="152" y="8"/>
                    <a:pt x="145" y="12"/>
                    <a:pt x="138" y="10"/>
                  </a:cubicBezTo>
                  <a:cubicBezTo>
                    <a:pt x="128" y="7"/>
                    <a:pt x="120" y="0"/>
                    <a:pt x="109" y="5"/>
                  </a:cubicBezTo>
                  <a:cubicBezTo>
                    <a:pt x="108" y="6"/>
                    <a:pt x="107" y="9"/>
                    <a:pt x="105" y="9"/>
                  </a:cubicBezTo>
                  <a:cubicBezTo>
                    <a:pt x="102" y="10"/>
                    <a:pt x="97" y="8"/>
                    <a:pt x="93" y="8"/>
                  </a:cubicBezTo>
                  <a:cubicBezTo>
                    <a:pt x="84" y="7"/>
                    <a:pt x="77" y="11"/>
                    <a:pt x="69" y="13"/>
                  </a:cubicBezTo>
                  <a:cubicBezTo>
                    <a:pt x="60" y="16"/>
                    <a:pt x="43" y="21"/>
                    <a:pt x="41" y="32"/>
                  </a:cubicBezTo>
                  <a:cubicBezTo>
                    <a:pt x="32" y="30"/>
                    <a:pt x="19" y="34"/>
                    <a:pt x="17" y="45"/>
                  </a:cubicBezTo>
                  <a:cubicBezTo>
                    <a:pt x="17" y="48"/>
                    <a:pt x="19" y="52"/>
                    <a:pt x="18" y="54"/>
                  </a:cubicBezTo>
                  <a:cubicBezTo>
                    <a:pt x="17" y="55"/>
                    <a:pt x="14" y="56"/>
                    <a:pt x="13" y="56"/>
                  </a:cubicBezTo>
                  <a:cubicBezTo>
                    <a:pt x="9" y="59"/>
                    <a:pt x="6" y="62"/>
                    <a:pt x="4" y="66"/>
                  </a:cubicBezTo>
                  <a:cubicBezTo>
                    <a:pt x="0" y="73"/>
                    <a:pt x="1" y="81"/>
                    <a:pt x="4" y="89"/>
                  </a:cubicBezTo>
                  <a:cubicBezTo>
                    <a:pt x="5" y="93"/>
                    <a:pt x="5" y="92"/>
                    <a:pt x="4" y="95"/>
                  </a:cubicBezTo>
                  <a:cubicBezTo>
                    <a:pt x="4" y="95"/>
                    <a:pt x="1" y="97"/>
                    <a:pt x="1" y="98"/>
                  </a:cubicBezTo>
                  <a:cubicBezTo>
                    <a:pt x="0" y="101"/>
                    <a:pt x="0" y="105"/>
                    <a:pt x="0" y="107"/>
                  </a:cubicBezTo>
                  <a:cubicBezTo>
                    <a:pt x="1" y="112"/>
                    <a:pt x="2" y="118"/>
                    <a:pt x="7" y="120"/>
                  </a:cubicBezTo>
                  <a:cubicBezTo>
                    <a:pt x="3" y="126"/>
                    <a:pt x="11" y="127"/>
                    <a:pt x="13" y="129"/>
                  </a:cubicBezTo>
                  <a:cubicBezTo>
                    <a:pt x="13" y="128"/>
                    <a:pt x="17" y="131"/>
                    <a:pt x="16" y="131"/>
                  </a:cubicBezTo>
                  <a:cubicBezTo>
                    <a:pt x="18" y="132"/>
                    <a:pt x="22" y="135"/>
                    <a:pt x="25" y="136"/>
                  </a:cubicBezTo>
                  <a:cubicBezTo>
                    <a:pt x="25" y="135"/>
                    <a:pt x="27" y="117"/>
                    <a:pt x="27" y="116"/>
                  </a:cubicBezTo>
                </a:path>
              </a:pathLst>
            </a:custGeom>
            <a:solidFill>
              <a:srgbClr val="E3E2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434" name="Freeform 634">
              <a:extLst>
                <a:ext uri="{FF2B5EF4-FFF2-40B4-BE49-F238E27FC236}">
                  <a16:creationId xmlns:a16="http://schemas.microsoft.com/office/drawing/2014/main" id="{92A28E56-198C-477A-8500-0CEF715904A2}"/>
                </a:ext>
              </a:extLst>
            </p:cNvPr>
            <p:cNvSpPr>
              <a:spLocks/>
            </p:cNvSpPr>
            <p:nvPr/>
          </p:nvSpPr>
          <p:spPr bwMode="auto">
            <a:xfrm>
              <a:off x="846" y="752"/>
              <a:ext cx="147" cy="97"/>
            </a:xfrm>
            <a:custGeom>
              <a:avLst/>
              <a:gdLst>
                <a:gd name="T0" fmla="*/ 28 w 89"/>
                <a:gd name="T1" fmla="*/ 26 h 59"/>
                <a:gd name="T2" fmla="*/ 63 w 89"/>
                <a:gd name="T3" fmla="*/ 138 h 59"/>
                <a:gd name="T4" fmla="*/ 122 w 89"/>
                <a:gd name="T5" fmla="*/ 125 h 59"/>
                <a:gd name="T6" fmla="*/ 122 w 89"/>
                <a:gd name="T7" fmla="*/ 168 h 59"/>
                <a:gd name="T8" fmla="*/ 152 w 89"/>
                <a:gd name="T9" fmla="*/ 222 h 59"/>
                <a:gd name="T10" fmla="*/ 200 w 89"/>
                <a:gd name="T11" fmla="*/ 179 h 59"/>
                <a:gd name="T12" fmla="*/ 251 w 89"/>
                <a:gd name="T13" fmla="*/ 248 h 59"/>
                <a:gd name="T14" fmla="*/ 284 w 89"/>
                <a:gd name="T15" fmla="*/ 214 h 59"/>
                <a:gd name="T16" fmla="*/ 330 w 89"/>
                <a:gd name="T17" fmla="*/ 235 h 59"/>
                <a:gd name="T18" fmla="*/ 373 w 89"/>
                <a:gd name="T19" fmla="*/ 179 h 59"/>
                <a:gd name="T20" fmla="*/ 248 w 89"/>
                <a:gd name="T21" fmla="*/ 0 h 5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9" h="59">
                  <a:moveTo>
                    <a:pt x="6" y="6"/>
                  </a:moveTo>
                  <a:cubicBezTo>
                    <a:pt x="0" y="14"/>
                    <a:pt x="3" y="31"/>
                    <a:pt x="14" y="31"/>
                  </a:cubicBezTo>
                  <a:cubicBezTo>
                    <a:pt x="18" y="31"/>
                    <a:pt x="24" y="27"/>
                    <a:pt x="27" y="28"/>
                  </a:cubicBezTo>
                  <a:cubicBezTo>
                    <a:pt x="30" y="30"/>
                    <a:pt x="27" y="34"/>
                    <a:pt x="27" y="38"/>
                  </a:cubicBezTo>
                  <a:cubicBezTo>
                    <a:pt x="27" y="42"/>
                    <a:pt x="29" y="49"/>
                    <a:pt x="34" y="50"/>
                  </a:cubicBezTo>
                  <a:cubicBezTo>
                    <a:pt x="42" y="51"/>
                    <a:pt x="40" y="43"/>
                    <a:pt x="44" y="40"/>
                  </a:cubicBezTo>
                  <a:cubicBezTo>
                    <a:pt x="53" y="34"/>
                    <a:pt x="47" y="56"/>
                    <a:pt x="56" y="56"/>
                  </a:cubicBezTo>
                  <a:cubicBezTo>
                    <a:pt x="60" y="56"/>
                    <a:pt x="60" y="49"/>
                    <a:pt x="63" y="48"/>
                  </a:cubicBezTo>
                  <a:cubicBezTo>
                    <a:pt x="68" y="45"/>
                    <a:pt x="70" y="51"/>
                    <a:pt x="73" y="53"/>
                  </a:cubicBezTo>
                  <a:cubicBezTo>
                    <a:pt x="82" y="59"/>
                    <a:pt x="81" y="48"/>
                    <a:pt x="83" y="40"/>
                  </a:cubicBezTo>
                  <a:cubicBezTo>
                    <a:pt x="89" y="22"/>
                    <a:pt x="75" y="1"/>
                    <a:pt x="55" y="0"/>
                  </a:cubicBezTo>
                </a:path>
              </a:pathLst>
            </a:custGeom>
            <a:solidFill>
              <a:srgbClr val="E3E2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435" name="Freeform 635">
              <a:extLst>
                <a:ext uri="{FF2B5EF4-FFF2-40B4-BE49-F238E27FC236}">
                  <a16:creationId xmlns:a16="http://schemas.microsoft.com/office/drawing/2014/main" id="{CD7BBC32-C1BA-496E-9120-AF8AA1E917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0" y="758"/>
              <a:ext cx="61" cy="136"/>
            </a:xfrm>
            <a:custGeom>
              <a:avLst/>
              <a:gdLst>
                <a:gd name="T0" fmla="*/ 0 w 37"/>
                <a:gd name="T1" fmla="*/ 0 h 82"/>
                <a:gd name="T2" fmla="*/ 96 w 37"/>
                <a:gd name="T3" fmla="*/ 104 h 82"/>
                <a:gd name="T4" fmla="*/ 117 w 37"/>
                <a:gd name="T5" fmla="*/ 154 h 82"/>
                <a:gd name="T6" fmla="*/ 96 w 37"/>
                <a:gd name="T7" fmla="*/ 201 h 82"/>
                <a:gd name="T8" fmla="*/ 138 w 37"/>
                <a:gd name="T9" fmla="*/ 250 h 82"/>
                <a:gd name="T10" fmla="*/ 117 w 37"/>
                <a:gd name="T11" fmla="*/ 297 h 82"/>
                <a:gd name="T12" fmla="*/ 138 w 37"/>
                <a:gd name="T13" fmla="*/ 355 h 82"/>
                <a:gd name="T14" fmla="*/ 76 w 37"/>
                <a:gd name="T15" fmla="*/ 360 h 82"/>
                <a:gd name="T16" fmla="*/ 33 w 37"/>
                <a:gd name="T17" fmla="*/ 285 h 8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7" h="82">
                  <a:moveTo>
                    <a:pt x="0" y="0"/>
                  </a:moveTo>
                  <a:cubicBezTo>
                    <a:pt x="8" y="4"/>
                    <a:pt x="20" y="13"/>
                    <a:pt x="21" y="23"/>
                  </a:cubicBezTo>
                  <a:cubicBezTo>
                    <a:pt x="4" y="26"/>
                    <a:pt x="25" y="30"/>
                    <a:pt x="26" y="34"/>
                  </a:cubicBezTo>
                  <a:cubicBezTo>
                    <a:pt x="28" y="38"/>
                    <a:pt x="22" y="39"/>
                    <a:pt x="21" y="44"/>
                  </a:cubicBezTo>
                  <a:cubicBezTo>
                    <a:pt x="20" y="51"/>
                    <a:pt x="28" y="51"/>
                    <a:pt x="31" y="55"/>
                  </a:cubicBezTo>
                  <a:cubicBezTo>
                    <a:pt x="37" y="63"/>
                    <a:pt x="28" y="61"/>
                    <a:pt x="26" y="65"/>
                  </a:cubicBezTo>
                  <a:cubicBezTo>
                    <a:pt x="23" y="71"/>
                    <a:pt x="32" y="74"/>
                    <a:pt x="31" y="78"/>
                  </a:cubicBezTo>
                  <a:cubicBezTo>
                    <a:pt x="29" y="82"/>
                    <a:pt x="20" y="81"/>
                    <a:pt x="17" y="79"/>
                  </a:cubicBezTo>
                  <a:cubicBezTo>
                    <a:pt x="11" y="76"/>
                    <a:pt x="9" y="68"/>
                    <a:pt x="7" y="63"/>
                  </a:cubicBezTo>
                </a:path>
              </a:pathLst>
            </a:custGeom>
            <a:solidFill>
              <a:srgbClr val="E3E2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436" name="Freeform 636">
              <a:extLst>
                <a:ext uri="{FF2B5EF4-FFF2-40B4-BE49-F238E27FC236}">
                  <a16:creationId xmlns:a16="http://schemas.microsoft.com/office/drawing/2014/main" id="{48DC7128-3BEB-407D-A6BC-AEBFFBEDA79C}"/>
                </a:ext>
              </a:extLst>
            </p:cNvPr>
            <p:cNvSpPr>
              <a:spLocks/>
            </p:cNvSpPr>
            <p:nvPr/>
          </p:nvSpPr>
          <p:spPr bwMode="auto">
            <a:xfrm>
              <a:off x="706" y="699"/>
              <a:ext cx="365" cy="226"/>
            </a:xfrm>
            <a:custGeom>
              <a:avLst/>
              <a:gdLst>
                <a:gd name="T0" fmla="*/ 977 w 220"/>
                <a:gd name="T1" fmla="*/ 407 h 137"/>
                <a:gd name="T2" fmla="*/ 936 w 220"/>
                <a:gd name="T3" fmla="*/ 381 h 137"/>
                <a:gd name="T4" fmla="*/ 931 w 220"/>
                <a:gd name="T5" fmla="*/ 360 h 137"/>
                <a:gd name="T6" fmla="*/ 931 w 220"/>
                <a:gd name="T7" fmla="*/ 360 h 137"/>
                <a:gd name="T8" fmla="*/ 956 w 220"/>
                <a:gd name="T9" fmla="*/ 313 h 137"/>
                <a:gd name="T10" fmla="*/ 931 w 220"/>
                <a:gd name="T11" fmla="*/ 264 h 137"/>
                <a:gd name="T12" fmla="*/ 901 w 220"/>
                <a:gd name="T13" fmla="*/ 206 h 137"/>
                <a:gd name="T14" fmla="*/ 864 w 220"/>
                <a:gd name="T15" fmla="*/ 152 h 137"/>
                <a:gd name="T16" fmla="*/ 811 w 220"/>
                <a:gd name="T17" fmla="*/ 117 h 137"/>
                <a:gd name="T18" fmla="*/ 795 w 220"/>
                <a:gd name="T19" fmla="*/ 109 h 137"/>
                <a:gd name="T20" fmla="*/ 727 w 220"/>
                <a:gd name="T21" fmla="*/ 49 h 137"/>
                <a:gd name="T22" fmla="*/ 630 w 220"/>
                <a:gd name="T23" fmla="*/ 43 h 137"/>
                <a:gd name="T24" fmla="*/ 498 w 220"/>
                <a:gd name="T25" fmla="*/ 21 h 137"/>
                <a:gd name="T26" fmla="*/ 479 w 220"/>
                <a:gd name="T27" fmla="*/ 41 h 137"/>
                <a:gd name="T28" fmla="*/ 425 w 220"/>
                <a:gd name="T29" fmla="*/ 35 h 137"/>
                <a:gd name="T30" fmla="*/ 314 w 220"/>
                <a:gd name="T31" fmla="*/ 58 h 137"/>
                <a:gd name="T32" fmla="*/ 187 w 220"/>
                <a:gd name="T33" fmla="*/ 144 h 137"/>
                <a:gd name="T34" fmla="*/ 76 w 220"/>
                <a:gd name="T35" fmla="*/ 201 h 137"/>
                <a:gd name="T36" fmla="*/ 83 w 220"/>
                <a:gd name="T37" fmla="*/ 242 h 137"/>
                <a:gd name="T38" fmla="*/ 61 w 220"/>
                <a:gd name="T39" fmla="*/ 251 h 137"/>
                <a:gd name="T40" fmla="*/ 20 w 220"/>
                <a:gd name="T41" fmla="*/ 297 h 137"/>
                <a:gd name="T42" fmla="*/ 20 w 220"/>
                <a:gd name="T43" fmla="*/ 399 h 137"/>
                <a:gd name="T44" fmla="*/ 20 w 220"/>
                <a:gd name="T45" fmla="*/ 427 h 137"/>
                <a:gd name="T46" fmla="*/ 5 w 220"/>
                <a:gd name="T47" fmla="*/ 440 h 137"/>
                <a:gd name="T48" fmla="*/ 0 w 220"/>
                <a:gd name="T49" fmla="*/ 482 h 137"/>
                <a:gd name="T50" fmla="*/ 33 w 220"/>
                <a:gd name="T51" fmla="*/ 539 h 137"/>
                <a:gd name="T52" fmla="*/ 61 w 220"/>
                <a:gd name="T53" fmla="*/ 579 h 137"/>
                <a:gd name="T54" fmla="*/ 75 w 220"/>
                <a:gd name="T55" fmla="*/ 587 h 137"/>
                <a:gd name="T56" fmla="*/ 113 w 220"/>
                <a:gd name="T57" fmla="*/ 610 h 137"/>
                <a:gd name="T58" fmla="*/ 124 w 220"/>
                <a:gd name="T59" fmla="*/ 531 h 137"/>
                <a:gd name="T60" fmla="*/ 133 w 220"/>
                <a:gd name="T61" fmla="*/ 431 h 137"/>
                <a:gd name="T62" fmla="*/ 201 w 220"/>
                <a:gd name="T63" fmla="*/ 318 h 137"/>
                <a:gd name="T64" fmla="*/ 297 w 220"/>
                <a:gd name="T65" fmla="*/ 256 h 137"/>
                <a:gd name="T66" fmla="*/ 397 w 220"/>
                <a:gd name="T67" fmla="*/ 238 h 137"/>
                <a:gd name="T68" fmla="*/ 448 w 220"/>
                <a:gd name="T69" fmla="*/ 284 h 137"/>
                <a:gd name="T70" fmla="*/ 506 w 220"/>
                <a:gd name="T71" fmla="*/ 269 h 137"/>
                <a:gd name="T72" fmla="*/ 506 w 220"/>
                <a:gd name="T73" fmla="*/ 313 h 137"/>
                <a:gd name="T74" fmla="*/ 539 w 220"/>
                <a:gd name="T75" fmla="*/ 368 h 137"/>
                <a:gd name="T76" fmla="*/ 584 w 220"/>
                <a:gd name="T77" fmla="*/ 323 h 137"/>
                <a:gd name="T78" fmla="*/ 639 w 220"/>
                <a:gd name="T79" fmla="*/ 394 h 137"/>
                <a:gd name="T80" fmla="*/ 672 w 220"/>
                <a:gd name="T81" fmla="*/ 360 h 137"/>
                <a:gd name="T82" fmla="*/ 715 w 220"/>
                <a:gd name="T83" fmla="*/ 381 h 137"/>
                <a:gd name="T84" fmla="*/ 755 w 220"/>
                <a:gd name="T85" fmla="*/ 378 h 137"/>
                <a:gd name="T86" fmla="*/ 781 w 220"/>
                <a:gd name="T87" fmla="*/ 394 h 137"/>
                <a:gd name="T88" fmla="*/ 785 w 220"/>
                <a:gd name="T89" fmla="*/ 422 h 137"/>
                <a:gd name="T90" fmla="*/ 790 w 220"/>
                <a:gd name="T91" fmla="*/ 468 h 137"/>
                <a:gd name="T92" fmla="*/ 823 w 220"/>
                <a:gd name="T93" fmla="*/ 482 h 137"/>
                <a:gd name="T94" fmla="*/ 831 w 220"/>
                <a:gd name="T95" fmla="*/ 525 h 137"/>
                <a:gd name="T96" fmla="*/ 853 w 220"/>
                <a:gd name="T97" fmla="*/ 561 h 137"/>
                <a:gd name="T98" fmla="*/ 864 w 220"/>
                <a:gd name="T99" fmla="*/ 615 h 137"/>
                <a:gd name="T100" fmla="*/ 893 w 220"/>
                <a:gd name="T101" fmla="*/ 602 h 137"/>
                <a:gd name="T102" fmla="*/ 914 w 220"/>
                <a:gd name="T103" fmla="*/ 579 h 137"/>
                <a:gd name="T104" fmla="*/ 949 w 220"/>
                <a:gd name="T105" fmla="*/ 533 h 137"/>
                <a:gd name="T106" fmla="*/ 956 w 220"/>
                <a:gd name="T107" fmla="*/ 525 h 137"/>
                <a:gd name="T108" fmla="*/ 977 w 220"/>
                <a:gd name="T109" fmla="*/ 511 h 137"/>
                <a:gd name="T110" fmla="*/ 956 w 220"/>
                <a:gd name="T111" fmla="*/ 454 h 137"/>
                <a:gd name="T112" fmla="*/ 977 w 220"/>
                <a:gd name="T113" fmla="*/ 407 h 137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220" h="137">
                  <a:moveTo>
                    <a:pt x="214" y="91"/>
                  </a:moveTo>
                  <a:cubicBezTo>
                    <a:pt x="212" y="88"/>
                    <a:pt x="208" y="87"/>
                    <a:pt x="205" y="85"/>
                  </a:cubicBezTo>
                  <a:cubicBezTo>
                    <a:pt x="205" y="83"/>
                    <a:pt x="204" y="82"/>
                    <a:pt x="204" y="80"/>
                  </a:cubicBezTo>
                  <a:cubicBezTo>
                    <a:pt x="204" y="80"/>
                    <a:pt x="204" y="80"/>
                    <a:pt x="204" y="80"/>
                  </a:cubicBezTo>
                  <a:cubicBezTo>
                    <a:pt x="205" y="75"/>
                    <a:pt x="211" y="74"/>
                    <a:pt x="209" y="70"/>
                  </a:cubicBezTo>
                  <a:cubicBezTo>
                    <a:pt x="208" y="66"/>
                    <a:pt x="187" y="62"/>
                    <a:pt x="204" y="59"/>
                  </a:cubicBezTo>
                  <a:cubicBezTo>
                    <a:pt x="203" y="54"/>
                    <a:pt x="201" y="50"/>
                    <a:pt x="197" y="46"/>
                  </a:cubicBezTo>
                  <a:cubicBezTo>
                    <a:pt x="196" y="41"/>
                    <a:pt x="193" y="38"/>
                    <a:pt x="189" y="34"/>
                  </a:cubicBezTo>
                  <a:cubicBezTo>
                    <a:pt x="185" y="29"/>
                    <a:pt x="182" y="29"/>
                    <a:pt x="178" y="26"/>
                  </a:cubicBezTo>
                  <a:cubicBezTo>
                    <a:pt x="176" y="26"/>
                    <a:pt x="176" y="26"/>
                    <a:pt x="174" y="24"/>
                  </a:cubicBezTo>
                  <a:cubicBezTo>
                    <a:pt x="168" y="20"/>
                    <a:pt x="166" y="14"/>
                    <a:pt x="159" y="11"/>
                  </a:cubicBezTo>
                  <a:cubicBezTo>
                    <a:pt x="152" y="8"/>
                    <a:pt x="145" y="12"/>
                    <a:pt x="138" y="10"/>
                  </a:cubicBezTo>
                  <a:cubicBezTo>
                    <a:pt x="128" y="7"/>
                    <a:pt x="120" y="0"/>
                    <a:pt x="109" y="5"/>
                  </a:cubicBezTo>
                  <a:cubicBezTo>
                    <a:pt x="108" y="6"/>
                    <a:pt x="107" y="9"/>
                    <a:pt x="105" y="9"/>
                  </a:cubicBezTo>
                  <a:cubicBezTo>
                    <a:pt x="102" y="10"/>
                    <a:pt x="97" y="8"/>
                    <a:pt x="93" y="8"/>
                  </a:cubicBezTo>
                  <a:cubicBezTo>
                    <a:pt x="84" y="7"/>
                    <a:pt x="77" y="11"/>
                    <a:pt x="69" y="13"/>
                  </a:cubicBezTo>
                  <a:cubicBezTo>
                    <a:pt x="60" y="16"/>
                    <a:pt x="43" y="21"/>
                    <a:pt x="41" y="32"/>
                  </a:cubicBezTo>
                  <a:cubicBezTo>
                    <a:pt x="32" y="30"/>
                    <a:pt x="19" y="34"/>
                    <a:pt x="17" y="45"/>
                  </a:cubicBezTo>
                  <a:cubicBezTo>
                    <a:pt x="17" y="48"/>
                    <a:pt x="19" y="52"/>
                    <a:pt x="18" y="54"/>
                  </a:cubicBezTo>
                  <a:cubicBezTo>
                    <a:pt x="17" y="55"/>
                    <a:pt x="14" y="56"/>
                    <a:pt x="13" y="56"/>
                  </a:cubicBezTo>
                  <a:cubicBezTo>
                    <a:pt x="9" y="59"/>
                    <a:pt x="6" y="62"/>
                    <a:pt x="4" y="66"/>
                  </a:cubicBezTo>
                  <a:cubicBezTo>
                    <a:pt x="0" y="73"/>
                    <a:pt x="1" y="81"/>
                    <a:pt x="4" y="89"/>
                  </a:cubicBezTo>
                  <a:cubicBezTo>
                    <a:pt x="5" y="93"/>
                    <a:pt x="5" y="92"/>
                    <a:pt x="4" y="95"/>
                  </a:cubicBezTo>
                  <a:cubicBezTo>
                    <a:pt x="4" y="95"/>
                    <a:pt x="1" y="97"/>
                    <a:pt x="1" y="98"/>
                  </a:cubicBezTo>
                  <a:cubicBezTo>
                    <a:pt x="0" y="101"/>
                    <a:pt x="0" y="105"/>
                    <a:pt x="0" y="107"/>
                  </a:cubicBezTo>
                  <a:cubicBezTo>
                    <a:pt x="1" y="112"/>
                    <a:pt x="2" y="118"/>
                    <a:pt x="7" y="120"/>
                  </a:cubicBezTo>
                  <a:cubicBezTo>
                    <a:pt x="3" y="126"/>
                    <a:pt x="11" y="127"/>
                    <a:pt x="13" y="129"/>
                  </a:cubicBezTo>
                  <a:cubicBezTo>
                    <a:pt x="13" y="128"/>
                    <a:pt x="17" y="131"/>
                    <a:pt x="16" y="131"/>
                  </a:cubicBezTo>
                  <a:cubicBezTo>
                    <a:pt x="18" y="132"/>
                    <a:pt x="22" y="135"/>
                    <a:pt x="25" y="136"/>
                  </a:cubicBezTo>
                  <a:cubicBezTo>
                    <a:pt x="25" y="135"/>
                    <a:pt x="26" y="123"/>
                    <a:pt x="27" y="118"/>
                  </a:cubicBezTo>
                  <a:cubicBezTo>
                    <a:pt x="34" y="116"/>
                    <a:pt x="32" y="102"/>
                    <a:pt x="29" y="96"/>
                  </a:cubicBezTo>
                  <a:cubicBezTo>
                    <a:pt x="45" y="99"/>
                    <a:pt x="43" y="82"/>
                    <a:pt x="44" y="71"/>
                  </a:cubicBezTo>
                  <a:cubicBezTo>
                    <a:pt x="54" y="71"/>
                    <a:pt x="62" y="66"/>
                    <a:pt x="65" y="57"/>
                  </a:cubicBezTo>
                  <a:cubicBezTo>
                    <a:pt x="74" y="60"/>
                    <a:pt x="81" y="57"/>
                    <a:pt x="87" y="53"/>
                  </a:cubicBezTo>
                  <a:cubicBezTo>
                    <a:pt x="89" y="58"/>
                    <a:pt x="92" y="63"/>
                    <a:pt x="98" y="63"/>
                  </a:cubicBezTo>
                  <a:cubicBezTo>
                    <a:pt x="102" y="63"/>
                    <a:pt x="108" y="59"/>
                    <a:pt x="111" y="60"/>
                  </a:cubicBezTo>
                  <a:cubicBezTo>
                    <a:pt x="114" y="62"/>
                    <a:pt x="111" y="66"/>
                    <a:pt x="111" y="70"/>
                  </a:cubicBezTo>
                  <a:cubicBezTo>
                    <a:pt x="111" y="74"/>
                    <a:pt x="113" y="81"/>
                    <a:pt x="118" y="82"/>
                  </a:cubicBezTo>
                  <a:cubicBezTo>
                    <a:pt x="126" y="83"/>
                    <a:pt x="124" y="75"/>
                    <a:pt x="128" y="72"/>
                  </a:cubicBezTo>
                  <a:cubicBezTo>
                    <a:pt x="137" y="66"/>
                    <a:pt x="131" y="88"/>
                    <a:pt x="140" y="88"/>
                  </a:cubicBezTo>
                  <a:cubicBezTo>
                    <a:pt x="144" y="88"/>
                    <a:pt x="144" y="81"/>
                    <a:pt x="147" y="80"/>
                  </a:cubicBezTo>
                  <a:cubicBezTo>
                    <a:pt x="152" y="77"/>
                    <a:pt x="154" y="83"/>
                    <a:pt x="157" y="85"/>
                  </a:cubicBezTo>
                  <a:cubicBezTo>
                    <a:pt x="162" y="88"/>
                    <a:pt x="164" y="87"/>
                    <a:pt x="165" y="84"/>
                  </a:cubicBezTo>
                  <a:cubicBezTo>
                    <a:pt x="167" y="85"/>
                    <a:pt x="170" y="86"/>
                    <a:pt x="171" y="88"/>
                  </a:cubicBezTo>
                  <a:cubicBezTo>
                    <a:pt x="174" y="91"/>
                    <a:pt x="172" y="90"/>
                    <a:pt x="172" y="94"/>
                  </a:cubicBezTo>
                  <a:cubicBezTo>
                    <a:pt x="171" y="98"/>
                    <a:pt x="171" y="101"/>
                    <a:pt x="173" y="104"/>
                  </a:cubicBezTo>
                  <a:cubicBezTo>
                    <a:pt x="175" y="106"/>
                    <a:pt x="178" y="105"/>
                    <a:pt x="180" y="107"/>
                  </a:cubicBezTo>
                  <a:cubicBezTo>
                    <a:pt x="182" y="109"/>
                    <a:pt x="179" y="114"/>
                    <a:pt x="182" y="117"/>
                  </a:cubicBezTo>
                  <a:cubicBezTo>
                    <a:pt x="183" y="119"/>
                    <a:pt x="186" y="117"/>
                    <a:pt x="187" y="125"/>
                  </a:cubicBezTo>
                  <a:cubicBezTo>
                    <a:pt x="188" y="128"/>
                    <a:pt x="188" y="132"/>
                    <a:pt x="189" y="137"/>
                  </a:cubicBezTo>
                  <a:cubicBezTo>
                    <a:pt x="188" y="137"/>
                    <a:pt x="194" y="134"/>
                    <a:pt x="195" y="134"/>
                  </a:cubicBezTo>
                  <a:cubicBezTo>
                    <a:pt x="197" y="134"/>
                    <a:pt x="197" y="130"/>
                    <a:pt x="200" y="129"/>
                  </a:cubicBezTo>
                  <a:cubicBezTo>
                    <a:pt x="204" y="128"/>
                    <a:pt x="208" y="122"/>
                    <a:pt x="208" y="119"/>
                  </a:cubicBezTo>
                  <a:cubicBezTo>
                    <a:pt x="209" y="118"/>
                    <a:pt x="209" y="117"/>
                    <a:pt x="209" y="117"/>
                  </a:cubicBezTo>
                  <a:cubicBezTo>
                    <a:pt x="211" y="116"/>
                    <a:pt x="213" y="116"/>
                    <a:pt x="214" y="114"/>
                  </a:cubicBezTo>
                  <a:cubicBezTo>
                    <a:pt x="215" y="110"/>
                    <a:pt x="206" y="107"/>
                    <a:pt x="209" y="101"/>
                  </a:cubicBezTo>
                  <a:cubicBezTo>
                    <a:pt x="211" y="97"/>
                    <a:pt x="220" y="99"/>
                    <a:pt x="214" y="91"/>
                  </a:cubicBezTo>
                  <a:close/>
                </a:path>
              </a:pathLst>
            </a:custGeom>
            <a:noFill/>
            <a:ln w="1588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437" name="Freeform 637">
              <a:extLst>
                <a:ext uri="{FF2B5EF4-FFF2-40B4-BE49-F238E27FC236}">
                  <a16:creationId xmlns:a16="http://schemas.microsoft.com/office/drawing/2014/main" id="{83F651D9-FF1F-449C-B58B-1CBF170FBACF}"/>
                </a:ext>
              </a:extLst>
            </p:cNvPr>
            <p:cNvSpPr>
              <a:spLocks/>
            </p:cNvSpPr>
            <p:nvPr/>
          </p:nvSpPr>
          <p:spPr bwMode="auto">
            <a:xfrm>
              <a:off x="816" y="757"/>
              <a:ext cx="36" cy="29"/>
            </a:xfrm>
            <a:custGeom>
              <a:avLst/>
              <a:gdLst>
                <a:gd name="T0" fmla="*/ 13 w 22"/>
                <a:gd name="T1" fmla="*/ 13 h 18"/>
                <a:gd name="T2" fmla="*/ 97 w 22"/>
                <a:gd name="T3" fmla="*/ 0 h 18"/>
                <a:gd name="T4" fmla="*/ 83 w 22"/>
                <a:gd name="T5" fmla="*/ 16 h 18"/>
                <a:gd name="T6" fmla="*/ 13 w 22"/>
                <a:gd name="T7" fmla="*/ 8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18">
                  <a:moveTo>
                    <a:pt x="3" y="3"/>
                  </a:moveTo>
                  <a:cubicBezTo>
                    <a:pt x="0" y="9"/>
                    <a:pt x="20" y="18"/>
                    <a:pt x="22" y="0"/>
                  </a:cubicBezTo>
                  <a:cubicBezTo>
                    <a:pt x="21" y="2"/>
                    <a:pt x="20" y="2"/>
                    <a:pt x="19" y="4"/>
                  </a:cubicBezTo>
                  <a:cubicBezTo>
                    <a:pt x="15" y="6"/>
                    <a:pt x="5" y="8"/>
                    <a:pt x="3" y="2"/>
                  </a:cubicBezTo>
                </a:path>
              </a:pathLst>
            </a:custGeom>
            <a:solidFill>
              <a:srgbClr val="EEED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438" name="Freeform 638">
              <a:extLst>
                <a:ext uri="{FF2B5EF4-FFF2-40B4-BE49-F238E27FC236}">
                  <a16:creationId xmlns:a16="http://schemas.microsoft.com/office/drawing/2014/main" id="{C538B560-B840-4730-AE21-96F751C63CF0}"/>
                </a:ext>
              </a:extLst>
            </p:cNvPr>
            <p:cNvSpPr>
              <a:spLocks/>
            </p:cNvSpPr>
            <p:nvPr/>
          </p:nvSpPr>
          <p:spPr bwMode="auto">
            <a:xfrm>
              <a:off x="856" y="772"/>
              <a:ext cx="31" cy="23"/>
            </a:xfrm>
            <a:custGeom>
              <a:avLst/>
              <a:gdLst>
                <a:gd name="T0" fmla="*/ 21 w 19"/>
                <a:gd name="T1" fmla="*/ 0 h 14"/>
                <a:gd name="T2" fmla="*/ 83 w 19"/>
                <a:gd name="T3" fmla="*/ 43 h 14"/>
                <a:gd name="T4" fmla="*/ 18 w 19"/>
                <a:gd name="T5" fmla="*/ 8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4">
                  <a:moveTo>
                    <a:pt x="5" y="0"/>
                  </a:moveTo>
                  <a:cubicBezTo>
                    <a:pt x="0" y="9"/>
                    <a:pt x="12" y="14"/>
                    <a:pt x="19" y="10"/>
                  </a:cubicBezTo>
                  <a:cubicBezTo>
                    <a:pt x="14" y="8"/>
                    <a:pt x="6" y="8"/>
                    <a:pt x="4" y="2"/>
                  </a:cubicBezTo>
                </a:path>
              </a:pathLst>
            </a:custGeom>
            <a:solidFill>
              <a:srgbClr val="EEED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439" name="Freeform 639">
              <a:extLst>
                <a:ext uri="{FF2B5EF4-FFF2-40B4-BE49-F238E27FC236}">
                  <a16:creationId xmlns:a16="http://schemas.microsoft.com/office/drawing/2014/main" id="{2D8F640F-C11F-4EE5-B726-7FD07B82E6D5}"/>
                </a:ext>
              </a:extLst>
            </p:cNvPr>
            <p:cNvSpPr>
              <a:spLocks/>
            </p:cNvSpPr>
            <p:nvPr/>
          </p:nvSpPr>
          <p:spPr bwMode="auto">
            <a:xfrm>
              <a:off x="862" y="739"/>
              <a:ext cx="32" cy="26"/>
            </a:xfrm>
            <a:custGeom>
              <a:avLst/>
              <a:gdLst>
                <a:gd name="T0" fmla="*/ 0 w 19"/>
                <a:gd name="T1" fmla="*/ 13 h 16"/>
                <a:gd name="T2" fmla="*/ 62 w 19"/>
                <a:gd name="T3" fmla="*/ 68 h 16"/>
                <a:gd name="T4" fmla="*/ 5 w 19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6">
                  <a:moveTo>
                    <a:pt x="0" y="3"/>
                  </a:moveTo>
                  <a:cubicBezTo>
                    <a:pt x="8" y="2"/>
                    <a:pt x="13" y="9"/>
                    <a:pt x="13" y="16"/>
                  </a:cubicBezTo>
                  <a:cubicBezTo>
                    <a:pt x="19" y="8"/>
                    <a:pt x="9" y="1"/>
                    <a:pt x="1" y="0"/>
                  </a:cubicBezTo>
                </a:path>
              </a:pathLst>
            </a:custGeom>
            <a:solidFill>
              <a:srgbClr val="EEED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440" name="Freeform 640">
              <a:extLst>
                <a:ext uri="{FF2B5EF4-FFF2-40B4-BE49-F238E27FC236}">
                  <a16:creationId xmlns:a16="http://schemas.microsoft.com/office/drawing/2014/main" id="{79D0DAE0-EC80-4B61-B466-78B221FC9D09}"/>
                </a:ext>
              </a:extLst>
            </p:cNvPr>
            <p:cNvSpPr>
              <a:spLocks/>
            </p:cNvSpPr>
            <p:nvPr/>
          </p:nvSpPr>
          <p:spPr bwMode="auto">
            <a:xfrm>
              <a:off x="897" y="801"/>
              <a:ext cx="15" cy="19"/>
            </a:xfrm>
            <a:custGeom>
              <a:avLst/>
              <a:gdLst>
                <a:gd name="T0" fmla="*/ 5 w 9"/>
                <a:gd name="T1" fmla="*/ 0 h 11"/>
                <a:gd name="T2" fmla="*/ 22 w 9"/>
                <a:gd name="T3" fmla="*/ 57 h 11"/>
                <a:gd name="T4" fmla="*/ 42 w 9"/>
                <a:gd name="T5" fmla="*/ 21 h 11"/>
                <a:gd name="T6" fmla="*/ 0 w 9"/>
                <a:gd name="T7" fmla="*/ 16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1">
                  <a:moveTo>
                    <a:pt x="1" y="0"/>
                  </a:moveTo>
                  <a:cubicBezTo>
                    <a:pt x="1" y="5"/>
                    <a:pt x="0" y="10"/>
                    <a:pt x="5" y="11"/>
                  </a:cubicBezTo>
                  <a:cubicBezTo>
                    <a:pt x="6" y="9"/>
                    <a:pt x="8" y="5"/>
                    <a:pt x="9" y="4"/>
                  </a:cubicBezTo>
                  <a:cubicBezTo>
                    <a:pt x="7" y="10"/>
                    <a:pt x="1" y="8"/>
                    <a:pt x="0" y="3"/>
                  </a:cubicBezTo>
                </a:path>
              </a:pathLst>
            </a:custGeom>
            <a:solidFill>
              <a:srgbClr val="EEED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441" name="Freeform 641">
              <a:extLst>
                <a:ext uri="{FF2B5EF4-FFF2-40B4-BE49-F238E27FC236}">
                  <a16:creationId xmlns:a16="http://schemas.microsoft.com/office/drawing/2014/main" id="{98CD8BFB-6C0A-4C63-BFF9-4BE182923CA8}"/>
                </a:ext>
              </a:extLst>
            </p:cNvPr>
            <p:cNvSpPr>
              <a:spLocks/>
            </p:cNvSpPr>
            <p:nvPr/>
          </p:nvSpPr>
          <p:spPr bwMode="auto">
            <a:xfrm>
              <a:off x="955" y="810"/>
              <a:ext cx="28" cy="26"/>
            </a:xfrm>
            <a:custGeom>
              <a:avLst/>
              <a:gdLst>
                <a:gd name="T0" fmla="*/ 0 w 17"/>
                <a:gd name="T1" fmla="*/ 0 h 16"/>
                <a:gd name="T2" fmla="*/ 76 w 17"/>
                <a:gd name="T3" fmla="*/ 34 h 16"/>
                <a:gd name="T4" fmla="*/ 5 w 17"/>
                <a:gd name="T5" fmla="*/ 8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6">
                  <a:moveTo>
                    <a:pt x="0" y="0"/>
                  </a:moveTo>
                  <a:cubicBezTo>
                    <a:pt x="2" y="7"/>
                    <a:pt x="11" y="16"/>
                    <a:pt x="17" y="8"/>
                  </a:cubicBezTo>
                  <a:cubicBezTo>
                    <a:pt x="11" y="6"/>
                    <a:pt x="4" y="11"/>
                    <a:pt x="1" y="2"/>
                  </a:cubicBezTo>
                </a:path>
              </a:pathLst>
            </a:custGeom>
            <a:solidFill>
              <a:srgbClr val="EEED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442" name="Freeform 642">
              <a:extLst>
                <a:ext uri="{FF2B5EF4-FFF2-40B4-BE49-F238E27FC236}">
                  <a16:creationId xmlns:a16="http://schemas.microsoft.com/office/drawing/2014/main" id="{0466BF94-46A3-4AF3-A6F3-D58F74A5E67B}"/>
                </a:ext>
              </a:extLst>
            </p:cNvPr>
            <p:cNvSpPr>
              <a:spLocks/>
            </p:cNvSpPr>
            <p:nvPr/>
          </p:nvSpPr>
          <p:spPr bwMode="auto">
            <a:xfrm>
              <a:off x="985" y="843"/>
              <a:ext cx="36" cy="26"/>
            </a:xfrm>
            <a:custGeom>
              <a:avLst/>
              <a:gdLst>
                <a:gd name="T0" fmla="*/ 43 w 22"/>
                <a:gd name="T1" fmla="*/ 0 h 16"/>
                <a:gd name="T2" fmla="*/ 97 w 22"/>
                <a:gd name="T3" fmla="*/ 63 h 16"/>
                <a:gd name="T4" fmla="*/ 34 w 22"/>
                <a:gd name="T5" fmla="*/ 5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6">
                  <a:moveTo>
                    <a:pt x="10" y="0"/>
                  </a:moveTo>
                  <a:cubicBezTo>
                    <a:pt x="0" y="5"/>
                    <a:pt x="15" y="16"/>
                    <a:pt x="22" y="15"/>
                  </a:cubicBezTo>
                  <a:cubicBezTo>
                    <a:pt x="16" y="15"/>
                    <a:pt x="8" y="9"/>
                    <a:pt x="8" y="1"/>
                  </a:cubicBezTo>
                </a:path>
              </a:pathLst>
            </a:custGeom>
            <a:solidFill>
              <a:srgbClr val="EEED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443" name="Freeform 643">
              <a:extLst>
                <a:ext uri="{FF2B5EF4-FFF2-40B4-BE49-F238E27FC236}">
                  <a16:creationId xmlns:a16="http://schemas.microsoft.com/office/drawing/2014/main" id="{AA1FAD42-5855-4B17-BE0C-D9A6F6346B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0" y="755"/>
              <a:ext cx="28" cy="35"/>
            </a:xfrm>
            <a:custGeom>
              <a:avLst/>
              <a:gdLst>
                <a:gd name="T0" fmla="*/ 0 w 17"/>
                <a:gd name="T1" fmla="*/ 0 h 21"/>
                <a:gd name="T2" fmla="*/ 63 w 17"/>
                <a:gd name="T3" fmla="*/ 97 h 21"/>
                <a:gd name="T4" fmla="*/ 5 w 17"/>
                <a:gd name="T5" fmla="*/ 22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1">
                  <a:moveTo>
                    <a:pt x="0" y="0"/>
                  </a:moveTo>
                  <a:cubicBezTo>
                    <a:pt x="10" y="0"/>
                    <a:pt x="17" y="12"/>
                    <a:pt x="14" y="21"/>
                  </a:cubicBezTo>
                  <a:cubicBezTo>
                    <a:pt x="11" y="16"/>
                    <a:pt x="11" y="4"/>
                    <a:pt x="1" y="5"/>
                  </a:cubicBezTo>
                </a:path>
              </a:pathLst>
            </a:custGeom>
            <a:solidFill>
              <a:srgbClr val="EEED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444" name="Freeform 644">
              <a:extLst>
                <a:ext uri="{FF2B5EF4-FFF2-40B4-BE49-F238E27FC236}">
                  <a16:creationId xmlns:a16="http://schemas.microsoft.com/office/drawing/2014/main" id="{2CD4F362-9B90-4F70-96F3-3B26D3AB56C0}"/>
                </a:ext>
              </a:extLst>
            </p:cNvPr>
            <p:cNvSpPr>
              <a:spLocks/>
            </p:cNvSpPr>
            <p:nvPr/>
          </p:nvSpPr>
          <p:spPr bwMode="auto">
            <a:xfrm>
              <a:off x="910" y="777"/>
              <a:ext cx="75" cy="31"/>
            </a:xfrm>
            <a:custGeom>
              <a:avLst/>
              <a:gdLst>
                <a:gd name="T0" fmla="*/ 5 w 45"/>
                <a:gd name="T1" fmla="*/ 5 h 19"/>
                <a:gd name="T2" fmla="*/ 63 w 45"/>
                <a:gd name="T3" fmla="*/ 55 h 19"/>
                <a:gd name="T4" fmla="*/ 117 w 45"/>
                <a:gd name="T5" fmla="*/ 47 h 19"/>
                <a:gd name="T6" fmla="*/ 133 w 45"/>
                <a:gd name="T7" fmla="*/ 69 h 19"/>
                <a:gd name="T8" fmla="*/ 158 w 45"/>
                <a:gd name="T9" fmla="*/ 54 h 19"/>
                <a:gd name="T10" fmla="*/ 208 w 45"/>
                <a:gd name="T11" fmla="*/ 55 h 19"/>
                <a:gd name="T12" fmla="*/ 162 w 45"/>
                <a:gd name="T13" fmla="*/ 42 h 19"/>
                <a:gd name="T14" fmla="*/ 138 w 45"/>
                <a:gd name="T15" fmla="*/ 54 h 19"/>
                <a:gd name="T16" fmla="*/ 112 w 45"/>
                <a:gd name="T17" fmla="*/ 29 h 19"/>
                <a:gd name="T18" fmla="*/ 20 w 45"/>
                <a:gd name="T19" fmla="*/ 0 h 1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5" h="19">
                  <a:moveTo>
                    <a:pt x="1" y="1"/>
                  </a:moveTo>
                  <a:cubicBezTo>
                    <a:pt x="0" y="9"/>
                    <a:pt x="6" y="15"/>
                    <a:pt x="14" y="13"/>
                  </a:cubicBezTo>
                  <a:cubicBezTo>
                    <a:pt x="20" y="11"/>
                    <a:pt x="18" y="7"/>
                    <a:pt x="25" y="11"/>
                  </a:cubicBezTo>
                  <a:cubicBezTo>
                    <a:pt x="26" y="12"/>
                    <a:pt x="26" y="15"/>
                    <a:pt x="29" y="16"/>
                  </a:cubicBezTo>
                  <a:cubicBezTo>
                    <a:pt x="32" y="17"/>
                    <a:pt x="32" y="13"/>
                    <a:pt x="34" y="12"/>
                  </a:cubicBezTo>
                  <a:cubicBezTo>
                    <a:pt x="38" y="12"/>
                    <a:pt x="43" y="19"/>
                    <a:pt x="45" y="13"/>
                  </a:cubicBezTo>
                  <a:cubicBezTo>
                    <a:pt x="41" y="11"/>
                    <a:pt x="40" y="10"/>
                    <a:pt x="35" y="10"/>
                  </a:cubicBezTo>
                  <a:cubicBezTo>
                    <a:pt x="33" y="10"/>
                    <a:pt x="33" y="13"/>
                    <a:pt x="30" y="12"/>
                  </a:cubicBezTo>
                  <a:cubicBezTo>
                    <a:pt x="29" y="12"/>
                    <a:pt x="26" y="8"/>
                    <a:pt x="24" y="7"/>
                  </a:cubicBezTo>
                  <a:cubicBezTo>
                    <a:pt x="17" y="4"/>
                    <a:pt x="4" y="16"/>
                    <a:pt x="4" y="0"/>
                  </a:cubicBezTo>
                </a:path>
              </a:pathLst>
            </a:custGeom>
            <a:solidFill>
              <a:srgbClr val="EEED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445" name="Freeform 645">
              <a:extLst>
                <a:ext uri="{FF2B5EF4-FFF2-40B4-BE49-F238E27FC236}">
                  <a16:creationId xmlns:a16="http://schemas.microsoft.com/office/drawing/2014/main" id="{4DA4A248-14F7-4424-891F-F5195613F54E}"/>
                </a:ext>
              </a:extLst>
            </p:cNvPr>
            <p:cNvSpPr>
              <a:spLocks/>
            </p:cNvSpPr>
            <p:nvPr/>
          </p:nvSpPr>
          <p:spPr bwMode="auto">
            <a:xfrm>
              <a:off x="993" y="806"/>
              <a:ext cx="37" cy="58"/>
            </a:xfrm>
            <a:custGeom>
              <a:avLst/>
              <a:gdLst>
                <a:gd name="T0" fmla="*/ 0 w 22"/>
                <a:gd name="T1" fmla="*/ 5 h 35"/>
                <a:gd name="T2" fmla="*/ 29 w 22"/>
                <a:gd name="T3" fmla="*/ 46 h 35"/>
                <a:gd name="T4" fmla="*/ 49 w 22"/>
                <a:gd name="T5" fmla="*/ 63 h 35"/>
                <a:gd name="T6" fmla="*/ 54 w 22"/>
                <a:gd name="T7" fmla="*/ 91 h 35"/>
                <a:gd name="T8" fmla="*/ 84 w 22"/>
                <a:gd name="T9" fmla="*/ 113 h 35"/>
                <a:gd name="T10" fmla="*/ 96 w 22"/>
                <a:gd name="T11" fmla="*/ 159 h 35"/>
                <a:gd name="T12" fmla="*/ 96 w 22"/>
                <a:gd name="T13" fmla="*/ 109 h 35"/>
                <a:gd name="T14" fmla="*/ 67 w 22"/>
                <a:gd name="T15" fmla="*/ 75 h 35"/>
                <a:gd name="T16" fmla="*/ 42 w 22"/>
                <a:gd name="T17" fmla="*/ 33 h 35"/>
                <a:gd name="T18" fmla="*/ 5 w 22"/>
                <a:gd name="T19" fmla="*/ 0 h 35"/>
                <a:gd name="T20" fmla="*/ 0 w 22"/>
                <a:gd name="T21" fmla="*/ 5 h 3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2" h="35">
                  <a:moveTo>
                    <a:pt x="0" y="1"/>
                  </a:moveTo>
                  <a:cubicBezTo>
                    <a:pt x="0" y="6"/>
                    <a:pt x="1" y="7"/>
                    <a:pt x="6" y="10"/>
                  </a:cubicBezTo>
                  <a:cubicBezTo>
                    <a:pt x="7" y="11"/>
                    <a:pt x="9" y="11"/>
                    <a:pt x="10" y="14"/>
                  </a:cubicBezTo>
                  <a:cubicBezTo>
                    <a:pt x="12" y="16"/>
                    <a:pt x="10" y="17"/>
                    <a:pt x="11" y="20"/>
                  </a:cubicBezTo>
                  <a:cubicBezTo>
                    <a:pt x="12" y="24"/>
                    <a:pt x="15" y="22"/>
                    <a:pt x="18" y="25"/>
                  </a:cubicBezTo>
                  <a:cubicBezTo>
                    <a:pt x="20" y="28"/>
                    <a:pt x="19" y="32"/>
                    <a:pt x="20" y="35"/>
                  </a:cubicBezTo>
                  <a:cubicBezTo>
                    <a:pt x="22" y="33"/>
                    <a:pt x="22" y="26"/>
                    <a:pt x="20" y="24"/>
                  </a:cubicBezTo>
                  <a:cubicBezTo>
                    <a:pt x="17" y="20"/>
                    <a:pt x="15" y="21"/>
                    <a:pt x="14" y="16"/>
                  </a:cubicBezTo>
                  <a:cubicBezTo>
                    <a:pt x="13" y="11"/>
                    <a:pt x="14" y="9"/>
                    <a:pt x="9" y="7"/>
                  </a:cubicBezTo>
                  <a:cubicBezTo>
                    <a:pt x="5" y="5"/>
                    <a:pt x="2" y="5"/>
                    <a:pt x="1" y="0"/>
                  </a:cubicBezTo>
                  <a:cubicBezTo>
                    <a:pt x="0" y="0"/>
                    <a:pt x="1" y="0"/>
                    <a:pt x="0" y="1"/>
                  </a:cubicBezTo>
                </a:path>
              </a:pathLst>
            </a:custGeom>
            <a:solidFill>
              <a:srgbClr val="EEED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446" name="Freeform 646">
              <a:extLst>
                <a:ext uri="{FF2B5EF4-FFF2-40B4-BE49-F238E27FC236}">
                  <a16:creationId xmlns:a16="http://schemas.microsoft.com/office/drawing/2014/main" id="{0A3E263D-239D-46A4-8341-7822A63ED3F9}"/>
                </a:ext>
              </a:extLst>
            </p:cNvPr>
            <p:cNvSpPr>
              <a:spLocks/>
            </p:cNvSpPr>
            <p:nvPr/>
          </p:nvSpPr>
          <p:spPr bwMode="auto">
            <a:xfrm>
              <a:off x="740" y="777"/>
              <a:ext cx="56" cy="104"/>
            </a:xfrm>
            <a:custGeom>
              <a:avLst/>
              <a:gdLst>
                <a:gd name="T0" fmla="*/ 147 w 34"/>
                <a:gd name="T1" fmla="*/ 0 h 63"/>
                <a:gd name="T2" fmla="*/ 133 w 34"/>
                <a:gd name="T3" fmla="*/ 54 h 63"/>
                <a:gd name="T4" fmla="*/ 89 w 34"/>
                <a:gd name="T5" fmla="*/ 63 h 63"/>
                <a:gd name="T6" fmla="*/ 68 w 34"/>
                <a:gd name="T7" fmla="*/ 158 h 63"/>
                <a:gd name="T8" fmla="*/ 35 w 34"/>
                <a:gd name="T9" fmla="*/ 160 h 63"/>
                <a:gd name="T10" fmla="*/ 21 w 34"/>
                <a:gd name="T11" fmla="*/ 193 h 63"/>
                <a:gd name="T12" fmla="*/ 20 w 34"/>
                <a:gd name="T13" fmla="*/ 284 h 63"/>
                <a:gd name="T14" fmla="*/ 5 w 34"/>
                <a:gd name="T15" fmla="*/ 175 h 63"/>
                <a:gd name="T16" fmla="*/ 26 w 34"/>
                <a:gd name="T17" fmla="*/ 139 h 63"/>
                <a:gd name="T18" fmla="*/ 49 w 34"/>
                <a:gd name="T19" fmla="*/ 125 h 63"/>
                <a:gd name="T20" fmla="*/ 84 w 34"/>
                <a:gd name="T21" fmla="*/ 50 h 63"/>
                <a:gd name="T22" fmla="*/ 147 w 34"/>
                <a:gd name="T23" fmla="*/ 5 h 6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4" h="63">
                  <a:moveTo>
                    <a:pt x="33" y="0"/>
                  </a:moveTo>
                  <a:cubicBezTo>
                    <a:pt x="34" y="3"/>
                    <a:pt x="32" y="9"/>
                    <a:pt x="30" y="12"/>
                  </a:cubicBezTo>
                  <a:cubicBezTo>
                    <a:pt x="26" y="16"/>
                    <a:pt x="24" y="12"/>
                    <a:pt x="20" y="14"/>
                  </a:cubicBezTo>
                  <a:cubicBezTo>
                    <a:pt x="15" y="17"/>
                    <a:pt x="19" y="30"/>
                    <a:pt x="15" y="35"/>
                  </a:cubicBezTo>
                  <a:cubicBezTo>
                    <a:pt x="12" y="37"/>
                    <a:pt x="10" y="35"/>
                    <a:pt x="8" y="36"/>
                  </a:cubicBezTo>
                  <a:cubicBezTo>
                    <a:pt x="5" y="37"/>
                    <a:pt x="5" y="41"/>
                    <a:pt x="5" y="43"/>
                  </a:cubicBezTo>
                  <a:cubicBezTo>
                    <a:pt x="4" y="50"/>
                    <a:pt x="5" y="57"/>
                    <a:pt x="4" y="63"/>
                  </a:cubicBezTo>
                  <a:cubicBezTo>
                    <a:pt x="3" y="55"/>
                    <a:pt x="0" y="47"/>
                    <a:pt x="1" y="39"/>
                  </a:cubicBezTo>
                  <a:cubicBezTo>
                    <a:pt x="2" y="36"/>
                    <a:pt x="3" y="33"/>
                    <a:pt x="6" y="31"/>
                  </a:cubicBezTo>
                  <a:cubicBezTo>
                    <a:pt x="9" y="30"/>
                    <a:pt x="9" y="33"/>
                    <a:pt x="11" y="28"/>
                  </a:cubicBezTo>
                  <a:cubicBezTo>
                    <a:pt x="14" y="22"/>
                    <a:pt x="12" y="15"/>
                    <a:pt x="19" y="11"/>
                  </a:cubicBezTo>
                  <a:cubicBezTo>
                    <a:pt x="26" y="9"/>
                    <a:pt x="30" y="7"/>
                    <a:pt x="33" y="1"/>
                  </a:cubicBezTo>
                </a:path>
              </a:pathLst>
            </a:custGeom>
            <a:solidFill>
              <a:srgbClr val="EEED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447" name="Freeform 647">
              <a:extLst>
                <a:ext uri="{FF2B5EF4-FFF2-40B4-BE49-F238E27FC236}">
                  <a16:creationId xmlns:a16="http://schemas.microsoft.com/office/drawing/2014/main" id="{48C9D603-1C2E-442D-B882-DF3383EF8E58}"/>
                </a:ext>
              </a:extLst>
            </p:cNvPr>
            <p:cNvSpPr>
              <a:spLocks/>
            </p:cNvSpPr>
            <p:nvPr/>
          </p:nvSpPr>
          <p:spPr bwMode="auto">
            <a:xfrm>
              <a:off x="741" y="765"/>
              <a:ext cx="32" cy="50"/>
            </a:xfrm>
            <a:custGeom>
              <a:avLst/>
              <a:gdLst>
                <a:gd name="T0" fmla="*/ 86 w 19"/>
                <a:gd name="T1" fmla="*/ 0 h 30"/>
                <a:gd name="T2" fmla="*/ 37 w 19"/>
                <a:gd name="T3" fmla="*/ 62 h 30"/>
                <a:gd name="T4" fmla="*/ 0 w 19"/>
                <a:gd name="T5" fmla="*/ 133 h 30"/>
                <a:gd name="T6" fmla="*/ 13 w 19"/>
                <a:gd name="T7" fmla="*/ 92 h 30"/>
                <a:gd name="T8" fmla="*/ 22 w 19"/>
                <a:gd name="T9" fmla="*/ 50 h 30"/>
                <a:gd name="T10" fmla="*/ 83 w 19"/>
                <a:gd name="T11" fmla="*/ 5 h 3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" h="30">
                  <a:moveTo>
                    <a:pt x="18" y="0"/>
                  </a:moveTo>
                  <a:cubicBezTo>
                    <a:pt x="19" y="9"/>
                    <a:pt x="12" y="7"/>
                    <a:pt x="8" y="13"/>
                  </a:cubicBezTo>
                  <a:cubicBezTo>
                    <a:pt x="5" y="17"/>
                    <a:pt x="9" y="30"/>
                    <a:pt x="0" y="29"/>
                  </a:cubicBezTo>
                  <a:cubicBezTo>
                    <a:pt x="1" y="26"/>
                    <a:pt x="3" y="23"/>
                    <a:pt x="3" y="20"/>
                  </a:cubicBezTo>
                  <a:cubicBezTo>
                    <a:pt x="4" y="17"/>
                    <a:pt x="3" y="14"/>
                    <a:pt x="5" y="11"/>
                  </a:cubicBezTo>
                  <a:cubicBezTo>
                    <a:pt x="8" y="6"/>
                    <a:pt x="16" y="10"/>
                    <a:pt x="17" y="1"/>
                  </a:cubicBezTo>
                </a:path>
              </a:pathLst>
            </a:custGeom>
            <a:solidFill>
              <a:srgbClr val="EEED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448" name="Freeform 648">
              <a:extLst>
                <a:ext uri="{FF2B5EF4-FFF2-40B4-BE49-F238E27FC236}">
                  <a16:creationId xmlns:a16="http://schemas.microsoft.com/office/drawing/2014/main" id="{4CAC8366-BFAD-437F-A9FF-A1F0562FB75B}"/>
                </a:ext>
              </a:extLst>
            </p:cNvPr>
            <p:cNvSpPr>
              <a:spLocks/>
            </p:cNvSpPr>
            <p:nvPr/>
          </p:nvSpPr>
          <p:spPr bwMode="auto">
            <a:xfrm>
              <a:off x="882" y="750"/>
              <a:ext cx="22" cy="30"/>
            </a:xfrm>
            <a:custGeom>
              <a:avLst/>
              <a:gdLst>
                <a:gd name="T0" fmla="*/ 8 w 13"/>
                <a:gd name="T1" fmla="*/ 0 h 18"/>
                <a:gd name="T2" fmla="*/ 63 w 13"/>
                <a:gd name="T3" fmla="*/ 83 h 18"/>
                <a:gd name="T4" fmla="*/ 0 w 13"/>
                <a:gd name="T5" fmla="*/ 28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8">
                  <a:moveTo>
                    <a:pt x="2" y="0"/>
                  </a:moveTo>
                  <a:cubicBezTo>
                    <a:pt x="4" y="6"/>
                    <a:pt x="4" y="18"/>
                    <a:pt x="13" y="18"/>
                  </a:cubicBezTo>
                  <a:cubicBezTo>
                    <a:pt x="5" y="18"/>
                    <a:pt x="3" y="11"/>
                    <a:pt x="0" y="6"/>
                  </a:cubicBezTo>
                </a:path>
              </a:pathLst>
            </a:custGeom>
            <a:solidFill>
              <a:srgbClr val="EEED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449" name="Freeform 649">
              <a:extLst>
                <a:ext uri="{FF2B5EF4-FFF2-40B4-BE49-F238E27FC236}">
                  <a16:creationId xmlns:a16="http://schemas.microsoft.com/office/drawing/2014/main" id="{E895952E-4CC7-419B-8068-9FB4B014A111}"/>
                </a:ext>
              </a:extLst>
            </p:cNvPr>
            <p:cNvSpPr>
              <a:spLocks/>
            </p:cNvSpPr>
            <p:nvPr/>
          </p:nvSpPr>
          <p:spPr bwMode="auto">
            <a:xfrm>
              <a:off x="892" y="745"/>
              <a:ext cx="81" cy="27"/>
            </a:xfrm>
            <a:custGeom>
              <a:avLst/>
              <a:gdLst>
                <a:gd name="T0" fmla="*/ 0 w 49"/>
                <a:gd name="T1" fmla="*/ 0 h 16"/>
                <a:gd name="T2" fmla="*/ 58 w 49"/>
                <a:gd name="T3" fmla="*/ 57 h 16"/>
                <a:gd name="T4" fmla="*/ 109 w 49"/>
                <a:gd name="T5" fmla="*/ 57 h 16"/>
                <a:gd name="T6" fmla="*/ 131 w 49"/>
                <a:gd name="T7" fmla="*/ 71 h 16"/>
                <a:gd name="T8" fmla="*/ 159 w 49"/>
                <a:gd name="T9" fmla="*/ 57 h 16"/>
                <a:gd name="T10" fmla="*/ 222 w 49"/>
                <a:gd name="T11" fmla="*/ 54 h 16"/>
                <a:gd name="T12" fmla="*/ 167 w 49"/>
                <a:gd name="T13" fmla="*/ 34 h 16"/>
                <a:gd name="T14" fmla="*/ 117 w 49"/>
                <a:gd name="T15" fmla="*/ 57 h 16"/>
                <a:gd name="T16" fmla="*/ 91 w 49"/>
                <a:gd name="T17" fmla="*/ 41 h 16"/>
                <a:gd name="T18" fmla="*/ 58 w 49"/>
                <a:gd name="T19" fmla="*/ 42 h 16"/>
                <a:gd name="T20" fmla="*/ 5 w 49"/>
                <a:gd name="T21" fmla="*/ 8 h 16"/>
                <a:gd name="T22" fmla="*/ 5 w 49"/>
                <a:gd name="T23" fmla="*/ 5 h 1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9" h="16">
                  <a:moveTo>
                    <a:pt x="0" y="0"/>
                  </a:moveTo>
                  <a:cubicBezTo>
                    <a:pt x="2" y="5"/>
                    <a:pt x="7" y="12"/>
                    <a:pt x="13" y="12"/>
                  </a:cubicBezTo>
                  <a:cubicBezTo>
                    <a:pt x="19" y="11"/>
                    <a:pt x="19" y="8"/>
                    <a:pt x="24" y="12"/>
                  </a:cubicBezTo>
                  <a:cubicBezTo>
                    <a:pt x="26" y="13"/>
                    <a:pt x="27" y="15"/>
                    <a:pt x="29" y="15"/>
                  </a:cubicBezTo>
                  <a:cubicBezTo>
                    <a:pt x="33" y="16"/>
                    <a:pt x="33" y="13"/>
                    <a:pt x="35" y="12"/>
                  </a:cubicBezTo>
                  <a:cubicBezTo>
                    <a:pt x="39" y="9"/>
                    <a:pt x="45" y="11"/>
                    <a:pt x="49" y="11"/>
                  </a:cubicBezTo>
                  <a:cubicBezTo>
                    <a:pt x="47" y="10"/>
                    <a:pt x="42" y="7"/>
                    <a:pt x="37" y="7"/>
                  </a:cubicBezTo>
                  <a:cubicBezTo>
                    <a:pt x="32" y="9"/>
                    <a:pt x="32" y="15"/>
                    <a:pt x="26" y="12"/>
                  </a:cubicBezTo>
                  <a:cubicBezTo>
                    <a:pt x="24" y="11"/>
                    <a:pt x="22" y="9"/>
                    <a:pt x="20" y="8"/>
                  </a:cubicBezTo>
                  <a:cubicBezTo>
                    <a:pt x="17" y="8"/>
                    <a:pt x="15" y="9"/>
                    <a:pt x="13" y="9"/>
                  </a:cubicBezTo>
                  <a:cubicBezTo>
                    <a:pt x="6" y="10"/>
                    <a:pt x="6" y="5"/>
                    <a:pt x="1" y="2"/>
                  </a:cubicBezTo>
                  <a:cubicBezTo>
                    <a:pt x="1" y="2"/>
                    <a:pt x="1" y="2"/>
                    <a:pt x="1" y="1"/>
                  </a:cubicBezTo>
                </a:path>
              </a:pathLst>
            </a:custGeom>
            <a:solidFill>
              <a:srgbClr val="EEED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450" name="Freeform 650">
              <a:extLst>
                <a:ext uri="{FF2B5EF4-FFF2-40B4-BE49-F238E27FC236}">
                  <a16:creationId xmlns:a16="http://schemas.microsoft.com/office/drawing/2014/main" id="{5069D1EB-1809-4FD8-AA42-1DA44DBB39A5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" y="800"/>
              <a:ext cx="75" cy="92"/>
            </a:xfrm>
            <a:custGeom>
              <a:avLst/>
              <a:gdLst>
                <a:gd name="T0" fmla="*/ 203 w 45"/>
                <a:gd name="T1" fmla="*/ 0 h 56"/>
                <a:gd name="T2" fmla="*/ 158 w 45"/>
                <a:gd name="T3" fmla="*/ 0 h 56"/>
                <a:gd name="T4" fmla="*/ 75 w 45"/>
                <a:gd name="T5" fmla="*/ 49 h 56"/>
                <a:gd name="T6" fmla="*/ 62 w 45"/>
                <a:gd name="T7" fmla="*/ 125 h 56"/>
                <a:gd name="T8" fmla="*/ 8 w 45"/>
                <a:gd name="T9" fmla="*/ 173 h 56"/>
                <a:gd name="T10" fmla="*/ 0 w 45"/>
                <a:gd name="T11" fmla="*/ 248 h 56"/>
                <a:gd name="T12" fmla="*/ 47 w 45"/>
                <a:gd name="T13" fmla="*/ 177 h 56"/>
                <a:gd name="T14" fmla="*/ 92 w 45"/>
                <a:gd name="T15" fmla="*/ 102 h 56"/>
                <a:gd name="T16" fmla="*/ 153 w 45"/>
                <a:gd name="T17" fmla="*/ 41 h 56"/>
                <a:gd name="T18" fmla="*/ 208 w 45"/>
                <a:gd name="T19" fmla="*/ 0 h 5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5" h="56">
                  <a:moveTo>
                    <a:pt x="44" y="0"/>
                  </a:moveTo>
                  <a:cubicBezTo>
                    <a:pt x="41" y="0"/>
                    <a:pt x="37" y="1"/>
                    <a:pt x="34" y="0"/>
                  </a:cubicBezTo>
                  <a:cubicBezTo>
                    <a:pt x="33" y="10"/>
                    <a:pt x="23" y="11"/>
                    <a:pt x="16" y="11"/>
                  </a:cubicBezTo>
                  <a:cubicBezTo>
                    <a:pt x="14" y="17"/>
                    <a:pt x="15" y="22"/>
                    <a:pt x="13" y="28"/>
                  </a:cubicBezTo>
                  <a:cubicBezTo>
                    <a:pt x="11" y="33"/>
                    <a:pt x="7" y="37"/>
                    <a:pt x="2" y="39"/>
                  </a:cubicBezTo>
                  <a:cubicBezTo>
                    <a:pt x="1" y="45"/>
                    <a:pt x="2" y="50"/>
                    <a:pt x="0" y="56"/>
                  </a:cubicBezTo>
                  <a:cubicBezTo>
                    <a:pt x="6" y="51"/>
                    <a:pt x="6" y="45"/>
                    <a:pt x="10" y="40"/>
                  </a:cubicBezTo>
                  <a:cubicBezTo>
                    <a:pt x="14" y="34"/>
                    <a:pt x="17" y="29"/>
                    <a:pt x="20" y="23"/>
                  </a:cubicBezTo>
                  <a:cubicBezTo>
                    <a:pt x="23" y="16"/>
                    <a:pt x="28" y="14"/>
                    <a:pt x="33" y="9"/>
                  </a:cubicBezTo>
                  <a:cubicBezTo>
                    <a:pt x="37" y="6"/>
                    <a:pt x="42" y="4"/>
                    <a:pt x="45" y="0"/>
                  </a:cubicBezTo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451" name="Freeform 651">
              <a:extLst>
                <a:ext uri="{FF2B5EF4-FFF2-40B4-BE49-F238E27FC236}">
                  <a16:creationId xmlns:a16="http://schemas.microsoft.com/office/drawing/2014/main" id="{0BCC4E3A-006A-42CC-A76B-87A68F477ADE}"/>
                </a:ext>
              </a:extLst>
            </p:cNvPr>
            <p:cNvSpPr>
              <a:spLocks/>
            </p:cNvSpPr>
            <p:nvPr/>
          </p:nvSpPr>
          <p:spPr bwMode="auto">
            <a:xfrm>
              <a:off x="982" y="849"/>
              <a:ext cx="39" cy="78"/>
            </a:xfrm>
            <a:custGeom>
              <a:avLst/>
              <a:gdLst>
                <a:gd name="T0" fmla="*/ 18 w 24"/>
                <a:gd name="T1" fmla="*/ 0 h 47"/>
                <a:gd name="T2" fmla="*/ 18 w 24"/>
                <a:gd name="T3" fmla="*/ 63 h 47"/>
                <a:gd name="T4" fmla="*/ 54 w 24"/>
                <a:gd name="T5" fmla="*/ 96 h 47"/>
                <a:gd name="T6" fmla="*/ 89 w 24"/>
                <a:gd name="T7" fmla="*/ 214 h 47"/>
                <a:gd name="T8" fmla="*/ 63 w 24"/>
                <a:gd name="T9" fmla="*/ 159 h 47"/>
                <a:gd name="T10" fmla="*/ 54 w 24"/>
                <a:gd name="T11" fmla="*/ 138 h 47"/>
                <a:gd name="T12" fmla="*/ 34 w 24"/>
                <a:gd name="T13" fmla="*/ 110 h 47"/>
                <a:gd name="T14" fmla="*/ 0 w 24"/>
                <a:gd name="T15" fmla="*/ 63 h 47"/>
                <a:gd name="T16" fmla="*/ 13 w 24"/>
                <a:gd name="T17" fmla="*/ 5 h 4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4" h="47">
                  <a:moveTo>
                    <a:pt x="4" y="0"/>
                  </a:moveTo>
                  <a:cubicBezTo>
                    <a:pt x="4" y="4"/>
                    <a:pt x="1" y="10"/>
                    <a:pt x="4" y="14"/>
                  </a:cubicBezTo>
                  <a:cubicBezTo>
                    <a:pt x="7" y="18"/>
                    <a:pt x="10" y="15"/>
                    <a:pt x="12" y="21"/>
                  </a:cubicBezTo>
                  <a:cubicBezTo>
                    <a:pt x="15" y="29"/>
                    <a:pt x="24" y="36"/>
                    <a:pt x="21" y="47"/>
                  </a:cubicBezTo>
                  <a:cubicBezTo>
                    <a:pt x="19" y="43"/>
                    <a:pt x="18" y="39"/>
                    <a:pt x="15" y="35"/>
                  </a:cubicBezTo>
                  <a:cubicBezTo>
                    <a:pt x="14" y="33"/>
                    <a:pt x="13" y="32"/>
                    <a:pt x="12" y="30"/>
                  </a:cubicBezTo>
                  <a:cubicBezTo>
                    <a:pt x="10" y="28"/>
                    <a:pt x="10" y="25"/>
                    <a:pt x="8" y="24"/>
                  </a:cubicBezTo>
                  <a:cubicBezTo>
                    <a:pt x="6" y="20"/>
                    <a:pt x="1" y="20"/>
                    <a:pt x="0" y="14"/>
                  </a:cubicBezTo>
                  <a:cubicBezTo>
                    <a:pt x="0" y="10"/>
                    <a:pt x="3" y="5"/>
                    <a:pt x="3" y="1"/>
                  </a:cubicBezTo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452" name="Freeform 652">
              <a:extLst>
                <a:ext uri="{FF2B5EF4-FFF2-40B4-BE49-F238E27FC236}">
                  <a16:creationId xmlns:a16="http://schemas.microsoft.com/office/drawing/2014/main" id="{227EE6D0-3BA4-4370-9568-911E34CBDC36}"/>
                </a:ext>
              </a:extLst>
            </p:cNvPr>
            <p:cNvSpPr>
              <a:spLocks/>
            </p:cNvSpPr>
            <p:nvPr/>
          </p:nvSpPr>
          <p:spPr bwMode="auto">
            <a:xfrm>
              <a:off x="887" y="816"/>
              <a:ext cx="53" cy="35"/>
            </a:xfrm>
            <a:custGeom>
              <a:avLst/>
              <a:gdLst>
                <a:gd name="T0" fmla="*/ 0 w 32"/>
                <a:gd name="T1" fmla="*/ 13 h 21"/>
                <a:gd name="T2" fmla="*/ 36 w 32"/>
                <a:gd name="T3" fmla="*/ 63 h 21"/>
                <a:gd name="T4" fmla="*/ 76 w 32"/>
                <a:gd name="T5" fmla="*/ 33 h 21"/>
                <a:gd name="T6" fmla="*/ 99 w 32"/>
                <a:gd name="T7" fmla="*/ 55 h 21"/>
                <a:gd name="T8" fmla="*/ 146 w 32"/>
                <a:gd name="T9" fmla="*/ 92 h 21"/>
                <a:gd name="T10" fmla="*/ 104 w 32"/>
                <a:gd name="T11" fmla="*/ 83 h 21"/>
                <a:gd name="T12" fmla="*/ 75 w 32"/>
                <a:gd name="T13" fmla="*/ 78 h 21"/>
                <a:gd name="T14" fmla="*/ 0 w 32"/>
                <a:gd name="T15" fmla="*/ 33 h 2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2" h="21">
                  <a:moveTo>
                    <a:pt x="0" y="3"/>
                  </a:moveTo>
                  <a:cubicBezTo>
                    <a:pt x="2" y="8"/>
                    <a:pt x="3" y="13"/>
                    <a:pt x="8" y="14"/>
                  </a:cubicBezTo>
                  <a:cubicBezTo>
                    <a:pt x="15" y="16"/>
                    <a:pt x="14" y="11"/>
                    <a:pt x="17" y="7"/>
                  </a:cubicBezTo>
                  <a:cubicBezTo>
                    <a:pt x="21" y="0"/>
                    <a:pt x="21" y="9"/>
                    <a:pt x="22" y="12"/>
                  </a:cubicBezTo>
                  <a:cubicBezTo>
                    <a:pt x="24" y="18"/>
                    <a:pt x="28" y="19"/>
                    <a:pt x="32" y="20"/>
                  </a:cubicBezTo>
                  <a:cubicBezTo>
                    <a:pt x="29" y="20"/>
                    <a:pt x="26" y="20"/>
                    <a:pt x="23" y="18"/>
                  </a:cubicBezTo>
                  <a:cubicBezTo>
                    <a:pt x="19" y="14"/>
                    <a:pt x="21" y="14"/>
                    <a:pt x="16" y="17"/>
                  </a:cubicBezTo>
                  <a:cubicBezTo>
                    <a:pt x="7" y="21"/>
                    <a:pt x="3" y="14"/>
                    <a:pt x="0" y="7"/>
                  </a:cubicBezTo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453" name="Freeform 653">
              <a:extLst>
                <a:ext uri="{FF2B5EF4-FFF2-40B4-BE49-F238E27FC236}">
                  <a16:creationId xmlns:a16="http://schemas.microsoft.com/office/drawing/2014/main" id="{4D4DA89B-8BE5-443C-BB53-CD67D0B7F12A}"/>
                </a:ext>
              </a:extLst>
            </p:cNvPr>
            <p:cNvSpPr>
              <a:spLocks/>
            </p:cNvSpPr>
            <p:nvPr/>
          </p:nvSpPr>
          <p:spPr bwMode="auto">
            <a:xfrm>
              <a:off x="867" y="866"/>
              <a:ext cx="81" cy="11"/>
            </a:xfrm>
            <a:custGeom>
              <a:avLst/>
              <a:gdLst>
                <a:gd name="T0" fmla="*/ 5 w 49"/>
                <a:gd name="T1" fmla="*/ 20 h 7"/>
                <a:gd name="T2" fmla="*/ 50 w 49"/>
                <a:gd name="T3" fmla="*/ 8 h 7"/>
                <a:gd name="T4" fmla="*/ 96 w 49"/>
                <a:gd name="T5" fmla="*/ 5 h 7"/>
                <a:gd name="T6" fmla="*/ 222 w 49"/>
                <a:gd name="T7" fmla="*/ 27 h 7"/>
                <a:gd name="T8" fmla="*/ 200 w 49"/>
                <a:gd name="T9" fmla="*/ 27 h 7"/>
                <a:gd name="T10" fmla="*/ 167 w 49"/>
                <a:gd name="T11" fmla="*/ 27 h 7"/>
                <a:gd name="T12" fmla="*/ 109 w 49"/>
                <a:gd name="T13" fmla="*/ 14 h 7"/>
                <a:gd name="T14" fmla="*/ 50 w 49"/>
                <a:gd name="T15" fmla="*/ 14 h 7"/>
                <a:gd name="T16" fmla="*/ 0 w 49"/>
                <a:gd name="T17" fmla="*/ 20 h 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9" h="7">
                  <a:moveTo>
                    <a:pt x="1" y="5"/>
                  </a:moveTo>
                  <a:cubicBezTo>
                    <a:pt x="3" y="3"/>
                    <a:pt x="8" y="2"/>
                    <a:pt x="11" y="2"/>
                  </a:cubicBezTo>
                  <a:cubicBezTo>
                    <a:pt x="14" y="1"/>
                    <a:pt x="18" y="0"/>
                    <a:pt x="21" y="1"/>
                  </a:cubicBezTo>
                  <a:cubicBezTo>
                    <a:pt x="30" y="2"/>
                    <a:pt x="39" y="6"/>
                    <a:pt x="49" y="7"/>
                  </a:cubicBezTo>
                  <a:cubicBezTo>
                    <a:pt x="48" y="7"/>
                    <a:pt x="45" y="7"/>
                    <a:pt x="44" y="7"/>
                  </a:cubicBezTo>
                  <a:cubicBezTo>
                    <a:pt x="42" y="7"/>
                    <a:pt x="39" y="7"/>
                    <a:pt x="37" y="7"/>
                  </a:cubicBezTo>
                  <a:cubicBezTo>
                    <a:pt x="33" y="6"/>
                    <a:pt x="28" y="5"/>
                    <a:pt x="24" y="4"/>
                  </a:cubicBezTo>
                  <a:cubicBezTo>
                    <a:pt x="20" y="4"/>
                    <a:pt x="15" y="4"/>
                    <a:pt x="11" y="4"/>
                  </a:cubicBezTo>
                  <a:cubicBezTo>
                    <a:pt x="8" y="3"/>
                    <a:pt x="3" y="3"/>
                    <a:pt x="0" y="5"/>
                  </a:cubicBezTo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454" name="Freeform 654">
              <a:extLst>
                <a:ext uri="{FF2B5EF4-FFF2-40B4-BE49-F238E27FC236}">
                  <a16:creationId xmlns:a16="http://schemas.microsoft.com/office/drawing/2014/main" id="{47CE504E-3B91-476D-BBAE-93A88516CFF9}"/>
                </a:ext>
              </a:extLst>
            </p:cNvPr>
            <p:cNvSpPr>
              <a:spLocks/>
            </p:cNvSpPr>
            <p:nvPr/>
          </p:nvSpPr>
          <p:spPr bwMode="auto">
            <a:xfrm>
              <a:off x="844" y="856"/>
              <a:ext cx="55" cy="11"/>
            </a:xfrm>
            <a:custGeom>
              <a:avLst/>
              <a:gdLst>
                <a:gd name="T0" fmla="*/ 153 w 33"/>
                <a:gd name="T1" fmla="*/ 0 h 7"/>
                <a:gd name="T2" fmla="*/ 88 w 33"/>
                <a:gd name="T3" fmla="*/ 13 h 7"/>
                <a:gd name="T4" fmla="*/ 42 w 33"/>
                <a:gd name="T5" fmla="*/ 22 h 7"/>
                <a:gd name="T6" fmla="*/ 20 w 33"/>
                <a:gd name="T7" fmla="*/ 27 h 7"/>
                <a:gd name="T8" fmla="*/ 0 w 33"/>
                <a:gd name="T9" fmla="*/ 27 h 7"/>
                <a:gd name="T10" fmla="*/ 42 w 33"/>
                <a:gd name="T11" fmla="*/ 14 h 7"/>
                <a:gd name="T12" fmla="*/ 88 w 33"/>
                <a:gd name="T13" fmla="*/ 5 h 7"/>
                <a:gd name="T14" fmla="*/ 153 w 33"/>
                <a:gd name="T15" fmla="*/ 0 h 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3" h="7">
                  <a:moveTo>
                    <a:pt x="33" y="0"/>
                  </a:moveTo>
                  <a:cubicBezTo>
                    <a:pt x="28" y="1"/>
                    <a:pt x="24" y="2"/>
                    <a:pt x="19" y="3"/>
                  </a:cubicBezTo>
                  <a:cubicBezTo>
                    <a:pt x="16" y="4"/>
                    <a:pt x="13" y="5"/>
                    <a:pt x="9" y="6"/>
                  </a:cubicBezTo>
                  <a:cubicBezTo>
                    <a:pt x="8" y="6"/>
                    <a:pt x="6" y="7"/>
                    <a:pt x="4" y="7"/>
                  </a:cubicBezTo>
                  <a:cubicBezTo>
                    <a:pt x="3" y="7"/>
                    <a:pt x="1" y="6"/>
                    <a:pt x="0" y="7"/>
                  </a:cubicBezTo>
                  <a:cubicBezTo>
                    <a:pt x="3" y="7"/>
                    <a:pt x="6" y="5"/>
                    <a:pt x="9" y="4"/>
                  </a:cubicBezTo>
                  <a:cubicBezTo>
                    <a:pt x="12" y="2"/>
                    <a:pt x="16" y="1"/>
                    <a:pt x="19" y="1"/>
                  </a:cubicBezTo>
                  <a:cubicBezTo>
                    <a:pt x="24" y="0"/>
                    <a:pt x="29" y="0"/>
                    <a:pt x="33" y="0"/>
                  </a:cubicBezTo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455" name="Freeform 655">
              <a:extLst>
                <a:ext uri="{FF2B5EF4-FFF2-40B4-BE49-F238E27FC236}">
                  <a16:creationId xmlns:a16="http://schemas.microsoft.com/office/drawing/2014/main" id="{97417828-6645-4C74-BFE7-26BA7B6E2B38}"/>
                </a:ext>
              </a:extLst>
            </p:cNvPr>
            <p:cNvSpPr>
              <a:spLocks/>
            </p:cNvSpPr>
            <p:nvPr/>
          </p:nvSpPr>
          <p:spPr bwMode="auto">
            <a:xfrm>
              <a:off x="938" y="970"/>
              <a:ext cx="35" cy="26"/>
            </a:xfrm>
            <a:custGeom>
              <a:avLst/>
              <a:gdLst>
                <a:gd name="T0" fmla="*/ 0 w 21"/>
                <a:gd name="T1" fmla="*/ 0 h 16"/>
                <a:gd name="T2" fmla="*/ 42 w 21"/>
                <a:gd name="T3" fmla="*/ 34 h 16"/>
                <a:gd name="T4" fmla="*/ 97 w 21"/>
                <a:gd name="T5" fmla="*/ 68 h 16"/>
                <a:gd name="T6" fmla="*/ 5 w 21"/>
                <a:gd name="T7" fmla="*/ 5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16">
                  <a:moveTo>
                    <a:pt x="0" y="0"/>
                  </a:moveTo>
                  <a:cubicBezTo>
                    <a:pt x="3" y="2"/>
                    <a:pt x="6" y="5"/>
                    <a:pt x="9" y="8"/>
                  </a:cubicBezTo>
                  <a:cubicBezTo>
                    <a:pt x="12" y="12"/>
                    <a:pt x="16" y="14"/>
                    <a:pt x="21" y="16"/>
                  </a:cubicBezTo>
                  <a:cubicBezTo>
                    <a:pt x="14" y="13"/>
                    <a:pt x="8" y="6"/>
                    <a:pt x="1" y="1"/>
                  </a:cubicBezTo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456" name="Freeform 656">
              <a:extLst>
                <a:ext uri="{FF2B5EF4-FFF2-40B4-BE49-F238E27FC236}">
                  <a16:creationId xmlns:a16="http://schemas.microsoft.com/office/drawing/2014/main" id="{7A73DF11-7528-416C-903B-58B6A9EE20D5}"/>
                </a:ext>
              </a:extLst>
            </p:cNvPr>
            <p:cNvSpPr>
              <a:spLocks/>
            </p:cNvSpPr>
            <p:nvPr/>
          </p:nvSpPr>
          <p:spPr bwMode="auto">
            <a:xfrm>
              <a:off x="788" y="972"/>
              <a:ext cx="39" cy="24"/>
            </a:xfrm>
            <a:custGeom>
              <a:avLst/>
              <a:gdLst>
                <a:gd name="T0" fmla="*/ 102 w 24"/>
                <a:gd name="T1" fmla="*/ 0 h 15"/>
                <a:gd name="T2" fmla="*/ 54 w 24"/>
                <a:gd name="T3" fmla="*/ 29 h 15"/>
                <a:gd name="T4" fmla="*/ 0 w 24"/>
                <a:gd name="T5" fmla="*/ 56 h 15"/>
                <a:gd name="T6" fmla="*/ 63 w 24"/>
                <a:gd name="T7" fmla="*/ 29 h 15"/>
                <a:gd name="T8" fmla="*/ 102 w 24"/>
                <a:gd name="T9" fmla="*/ 0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5">
                  <a:moveTo>
                    <a:pt x="24" y="0"/>
                  </a:moveTo>
                  <a:cubicBezTo>
                    <a:pt x="20" y="0"/>
                    <a:pt x="15" y="5"/>
                    <a:pt x="12" y="7"/>
                  </a:cubicBezTo>
                  <a:cubicBezTo>
                    <a:pt x="8" y="9"/>
                    <a:pt x="4" y="12"/>
                    <a:pt x="0" y="14"/>
                  </a:cubicBezTo>
                  <a:cubicBezTo>
                    <a:pt x="4" y="15"/>
                    <a:pt x="11" y="9"/>
                    <a:pt x="15" y="7"/>
                  </a:cubicBezTo>
                  <a:cubicBezTo>
                    <a:pt x="18" y="5"/>
                    <a:pt x="20" y="2"/>
                    <a:pt x="24" y="0"/>
                  </a:cubicBezTo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457" name="Freeform 657">
              <a:extLst>
                <a:ext uri="{FF2B5EF4-FFF2-40B4-BE49-F238E27FC236}">
                  <a16:creationId xmlns:a16="http://schemas.microsoft.com/office/drawing/2014/main" id="{97159B92-BF21-4A3B-89DD-0B67D1817376}"/>
                </a:ext>
              </a:extLst>
            </p:cNvPr>
            <p:cNvSpPr>
              <a:spLocks/>
            </p:cNvSpPr>
            <p:nvPr/>
          </p:nvSpPr>
          <p:spPr bwMode="auto">
            <a:xfrm>
              <a:off x="746" y="879"/>
              <a:ext cx="20" cy="86"/>
            </a:xfrm>
            <a:custGeom>
              <a:avLst/>
              <a:gdLst>
                <a:gd name="T0" fmla="*/ 47 w 12"/>
                <a:gd name="T1" fmla="*/ 5 h 52"/>
                <a:gd name="T2" fmla="*/ 42 w 12"/>
                <a:gd name="T3" fmla="*/ 33 h 52"/>
                <a:gd name="T4" fmla="*/ 20 w 12"/>
                <a:gd name="T5" fmla="*/ 55 h 52"/>
                <a:gd name="T6" fmla="*/ 20 w 12"/>
                <a:gd name="T7" fmla="*/ 84 h 52"/>
                <a:gd name="T8" fmla="*/ 8 w 12"/>
                <a:gd name="T9" fmla="*/ 112 h 52"/>
                <a:gd name="T10" fmla="*/ 5 w 12"/>
                <a:gd name="T11" fmla="*/ 167 h 52"/>
                <a:gd name="T12" fmla="*/ 22 w 12"/>
                <a:gd name="T13" fmla="*/ 235 h 52"/>
                <a:gd name="T14" fmla="*/ 13 w 12"/>
                <a:gd name="T15" fmla="*/ 164 h 52"/>
                <a:gd name="T16" fmla="*/ 22 w 12"/>
                <a:gd name="T17" fmla="*/ 99 h 52"/>
                <a:gd name="T18" fmla="*/ 50 w 12"/>
                <a:gd name="T19" fmla="*/ 0 h 5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" h="52">
                  <a:moveTo>
                    <a:pt x="10" y="1"/>
                  </a:moveTo>
                  <a:cubicBezTo>
                    <a:pt x="10" y="3"/>
                    <a:pt x="10" y="5"/>
                    <a:pt x="9" y="7"/>
                  </a:cubicBezTo>
                  <a:cubicBezTo>
                    <a:pt x="7" y="9"/>
                    <a:pt x="5" y="10"/>
                    <a:pt x="4" y="12"/>
                  </a:cubicBezTo>
                  <a:cubicBezTo>
                    <a:pt x="3" y="14"/>
                    <a:pt x="4" y="17"/>
                    <a:pt x="4" y="19"/>
                  </a:cubicBezTo>
                  <a:cubicBezTo>
                    <a:pt x="3" y="21"/>
                    <a:pt x="3" y="23"/>
                    <a:pt x="2" y="25"/>
                  </a:cubicBezTo>
                  <a:cubicBezTo>
                    <a:pt x="1" y="29"/>
                    <a:pt x="0" y="33"/>
                    <a:pt x="1" y="37"/>
                  </a:cubicBezTo>
                  <a:cubicBezTo>
                    <a:pt x="1" y="42"/>
                    <a:pt x="3" y="47"/>
                    <a:pt x="5" y="52"/>
                  </a:cubicBezTo>
                  <a:cubicBezTo>
                    <a:pt x="4" y="46"/>
                    <a:pt x="3" y="41"/>
                    <a:pt x="3" y="36"/>
                  </a:cubicBezTo>
                  <a:cubicBezTo>
                    <a:pt x="3" y="31"/>
                    <a:pt x="4" y="27"/>
                    <a:pt x="5" y="22"/>
                  </a:cubicBezTo>
                  <a:cubicBezTo>
                    <a:pt x="6" y="15"/>
                    <a:pt x="12" y="7"/>
                    <a:pt x="11" y="0"/>
                  </a:cubicBezTo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458" name="Freeform 658">
              <a:extLst>
                <a:ext uri="{FF2B5EF4-FFF2-40B4-BE49-F238E27FC236}">
                  <a16:creationId xmlns:a16="http://schemas.microsoft.com/office/drawing/2014/main" id="{F2768BB2-7596-485F-816A-F8581BD4ED6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0" y="910"/>
              <a:ext cx="8" cy="63"/>
            </a:xfrm>
            <a:custGeom>
              <a:avLst/>
              <a:gdLst>
                <a:gd name="T0" fmla="*/ 5 w 5"/>
                <a:gd name="T1" fmla="*/ 0 h 38"/>
                <a:gd name="T2" fmla="*/ 13 w 5"/>
                <a:gd name="T3" fmla="*/ 83 h 38"/>
                <a:gd name="T4" fmla="*/ 8 w 5"/>
                <a:gd name="T5" fmla="*/ 172 h 38"/>
                <a:gd name="T6" fmla="*/ 16 w 5"/>
                <a:gd name="T7" fmla="*/ 68 h 38"/>
                <a:gd name="T8" fmla="*/ 8 w 5"/>
                <a:gd name="T9" fmla="*/ 0 h 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38">
                  <a:moveTo>
                    <a:pt x="1" y="0"/>
                  </a:moveTo>
                  <a:cubicBezTo>
                    <a:pt x="1" y="6"/>
                    <a:pt x="3" y="12"/>
                    <a:pt x="3" y="18"/>
                  </a:cubicBezTo>
                  <a:cubicBezTo>
                    <a:pt x="2" y="25"/>
                    <a:pt x="0" y="32"/>
                    <a:pt x="2" y="38"/>
                  </a:cubicBezTo>
                  <a:cubicBezTo>
                    <a:pt x="2" y="30"/>
                    <a:pt x="4" y="23"/>
                    <a:pt x="4" y="15"/>
                  </a:cubicBezTo>
                  <a:cubicBezTo>
                    <a:pt x="4" y="12"/>
                    <a:pt x="5" y="2"/>
                    <a:pt x="2" y="0"/>
                  </a:cubicBezTo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459" name="Freeform 659">
              <a:extLst>
                <a:ext uri="{FF2B5EF4-FFF2-40B4-BE49-F238E27FC236}">
                  <a16:creationId xmlns:a16="http://schemas.microsoft.com/office/drawing/2014/main" id="{1F231AB9-555D-455A-8F09-9CE7D14D2E02}"/>
                </a:ext>
              </a:extLst>
            </p:cNvPr>
            <p:cNvSpPr>
              <a:spLocks/>
            </p:cNvSpPr>
            <p:nvPr/>
          </p:nvSpPr>
          <p:spPr bwMode="auto">
            <a:xfrm>
              <a:off x="769" y="818"/>
              <a:ext cx="22" cy="45"/>
            </a:xfrm>
            <a:custGeom>
              <a:avLst/>
              <a:gdLst>
                <a:gd name="T0" fmla="*/ 63 w 13"/>
                <a:gd name="T1" fmla="*/ 0 h 27"/>
                <a:gd name="T2" fmla="*/ 34 w 13"/>
                <a:gd name="T3" fmla="*/ 5 h 27"/>
                <a:gd name="T4" fmla="*/ 20 w 13"/>
                <a:gd name="T5" fmla="*/ 92 h 27"/>
                <a:gd name="T6" fmla="*/ 8 w 13"/>
                <a:gd name="T7" fmla="*/ 105 h 27"/>
                <a:gd name="T8" fmla="*/ 5 w 13"/>
                <a:gd name="T9" fmla="*/ 120 h 27"/>
                <a:gd name="T10" fmla="*/ 14 w 13"/>
                <a:gd name="T11" fmla="*/ 117 h 27"/>
                <a:gd name="T12" fmla="*/ 63 w 13"/>
                <a:gd name="T13" fmla="*/ 28 h 27"/>
                <a:gd name="T14" fmla="*/ 63 w 13"/>
                <a:gd name="T15" fmla="*/ 8 h 2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3" h="27">
                  <a:moveTo>
                    <a:pt x="13" y="0"/>
                  </a:moveTo>
                  <a:cubicBezTo>
                    <a:pt x="11" y="0"/>
                    <a:pt x="9" y="1"/>
                    <a:pt x="7" y="1"/>
                  </a:cubicBezTo>
                  <a:cubicBezTo>
                    <a:pt x="7" y="7"/>
                    <a:pt x="7" y="13"/>
                    <a:pt x="4" y="20"/>
                  </a:cubicBezTo>
                  <a:cubicBezTo>
                    <a:pt x="4" y="21"/>
                    <a:pt x="3" y="22"/>
                    <a:pt x="2" y="23"/>
                  </a:cubicBezTo>
                  <a:cubicBezTo>
                    <a:pt x="2" y="24"/>
                    <a:pt x="0" y="25"/>
                    <a:pt x="1" y="26"/>
                  </a:cubicBezTo>
                  <a:cubicBezTo>
                    <a:pt x="1" y="27"/>
                    <a:pt x="3" y="26"/>
                    <a:pt x="3" y="25"/>
                  </a:cubicBezTo>
                  <a:cubicBezTo>
                    <a:pt x="8" y="20"/>
                    <a:pt x="12" y="12"/>
                    <a:pt x="13" y="6"/>
                  </a:cubicBezTo>
                  <a:cubicBezTo>
                    <a:pt x="13" y="5"/>
                    <a:pt x="13" y="4"/>
                    <a:pt x="13" y="2"/>
                  </a:cubicBezTo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460" name="Freeform 660">
              <a:extLst>
                <a:ext uri="{FF2B5EF4-FFF2-40B4-BE49-F238E27FC236}">
                  <a16:creationId xmlns:a16="http://schemas.microsoft.com/office/drawing/2014/main" id="{D44C6947-1DB5-4D54-8962-7A14FF7C35C6}"/>
                </a:ext>
              </a:extLst>
            </p:cNvPr>
            <p:cNvSpPr>
              <a:spLocks/>
            </p:cNvSpPr>
            <p:nvPr/>
          </p:nvSpPr>
          <p:spPr bwMode="auto">
            <a:xfrm>
              <a:off x="798" y="791"/>
              <a:ext cx="51" cy="30"/>
            </a:xfrm>
            <a:custGeom>
              <a:avLst/>
              <a:gdLst>
                <a:gd name="T0" fmla="*/ 0 w 31"/>
                <a:gd name="T1" fmla="*/ 75 h 18"/>
                <a:gd name="T2" fmla="*/ 43 w 31"/>
                <a:gd name="T3" fmla="*/ 13 h 18"/>
                <a:gd name="T4" fmla="*/ 89 w 31"/>
                <a:gd name="T5" fmla="*/ 13 h 18"/>
                <a:gd name="T6" fmla="*/ 110 w 31"/>
                <a:gd name="T7" fmla="*/ 8 h 18"/>
                <a:gd name="T8" fmla="*/ 130 w 31"/>
                <a:gd name="T9" fmla="*/ 0 h 18"/>
                <a:gd name="T10" fmla="*/ 130 w 31"/>
                <a:gd name="T11" fmla="*/ 8 h 18"/>
                <a:gd name="T12" fmla="*/ 104 w 31"/>
                <a:gd name="T13" fmla="*/ 28 h 18"/>
                <a:gd name="T14" fmla="*/ 63 w 31"/>
                <a:gd name="T15" fmla="*/ 55 h 18"/>
                <a:gd name="T16" fmla="*/ 35 w 31"/>
                <a:gd name="T17" fmla="*/ 70 h 18"/>
                <a:gd name="T18" fmla="*/ 21 w 31"/>
                <a:gd name="T19" fmla="*/ 75 h 1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1" h="18">
                  <a:moveTo>
                    <a:pt x="0" y="16"/>
                  </a:moveTo>
                  <a:cubicBezTo>
                    <a:pt x="3" y="18"/>
                    <a:pt x="10" y="5"/>
                    <a:pt x="10" y="3"/>
                  </a:cubicBezTo>
                  <a:cubicBezTo>
                    <a:pt x="13" y="4"/>
                    <a:pt x="17" y="3"/>
                    <a:pt x="20" y="3"/>
                  </a:cubicBezTo>
                  <a:cubicBezTo>
                    <a:pt x="22" y="2"/>
                    <a:pt x="23" y="3"/>
                    <a:pt x="25" y="2"/>
                  </a:cubicBezTo>
                  <a:cubicBezTo>
                    <a:pt x="26" y="2"/>
                    <a:pt x="28" y="1"/>
                    <a:pt x="29" y="0"/>
                  </a:cubicBezTo>
                  <a:cubicBezTo>
                    <a:pt x="31" y="0"/>
                    <a:pt x="30" y="1"/>
                    <a:pt x="29" y="2"/>
                  </a:cubicBezTo>
                  <a:cubicBezTo>
                    <a:pt x="27" y="4"/>
                    <a:pt x="25" y="5"/>
                    <a:pt x="23" y="6"/>
                  </a:cubicBezTo>
                  <a:cubicBezTo>
                    <a:pt x="20" y="8"/>
                    <a:pt x="17" y="10"/>
                    <a:pt x="14" y="12"/>
                  </a:cubicBezTo>
                  <a:cubicBezTo>
                    <a:pt x="12" y="13"/>
                    <a:pt x="10" y="14"/>
                    <a:pt x="8" y="15"/>
                  </a:cubicBezTo>
                  <a:cubicBezTo>
                    <a:pt x="7" y="15"/>
                    <a:pt x="6" y="15"/>
                    <a:pt x="5" y="16"/>
                  </a:cubicBezTo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461" name="Freeform 661">
              <a:extLst>
                <a:ext uri="{FF2B5EF4-FFF2-40B4-BE49-F238E27FC236}">
                  <a16:creationId xmlns:a16="http://schemas.microsoft.com/office/drawing/2014/main" id="{7775F521-564A-4D3C-8E0A-ACD9A21483B8}"/>
                </a:ext>
              </a:extLst>
            </p:cNvPr>
            <p:cNvSpPr>
              <a:spLocks/>
            </p:cNvSpPr>
            <p:nvPr/>
          </p:nvSpPr>
          <p:spPr bwMode="auto">
            <a:xfrm>
              <a:off x="914" y="818"/>
              <a:ext cx="33" cy="33"/>
            </a:xfrm>
            <a:custGeom>
              <a:avLst/>
              <a:gdLst>
                <a:gd name="T0" fmla="*/ 0 w 20"/>
                <a:gd name="T1" fmla="*/ 28 h 20"/>
                <a:gd name="T2" fmla="*/ 21 w 20"/>
                <a:gd name="T3" fmla="*/ 0 h 20"/>
                <a:gd name="T4" fmla="*/ 35 w 20"/>
                <a:gd name="T5" fmla="*/ 33 h 20"/>
                <a:gd name="T6" fmla="*/ 89 w 20"/>
                <a:gd name="T7" fmla="*/ 76 h 20"/>
                <a:gd name="T8" fmla="*/ 50 w 20"/>
                <a:gd name="T9" fmla="*/ 84 h 20"/>
                <a:gd name="T10" fmla="*/ 28 w 20"/>
                <a:gd name="T11" fmla="*/ 58 h 20"/>
                <a:gd name="T12" fmla="*/ 8 w 20"/>
                <a:gd name="T13" fmla="*/ 35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20">
                  <a:moveTo>
                    <a:pt x="0" y="6"/>
                  </a:moveTo>
                  <a:cubicBezTo>
                    <a:pt x="1" y="4"/>
                    <a:pt x="3" y="0"/>
                    <a:pt x="5" y="0"/>
                  </a:cubicBezTo>
                  <a:cubicBezTo>
                    <a:pt x="7" y="0"/>
                    <a:pt x="7" y="6"/>
                    <a:pt x="8" y="7"/>
                  </a:cubicBezTo>
                  <a:cubicBezTo>
                    <a:pt x="9" y="13"/>
                    <a:pt x="14" y="19"/>
                    <a:pt x="20" y="17"/>
                  </a:cubicBezTo>
                  <a:cubicBezTo>
                    <a:pt x="18" y="19"/>
                    <a:pt x="14" y="20"/>
                    <a:pt x="11" y="19"/>
                  </a:cubicBezTo>
                  <a:cubicBezTo>
                    <a:pt x="8" y="18"/>
                    <a:pt x="7" y="16"/>
                    <a:pt x="6" y="13"/>
                  </a:cubicBezTo>
                  <a:cubicBezTo>
                    <a:pt x="5" y="11"/>
                    <a:pt x="4" y="10"/>
                    <a:pt x="2" y="8"/>
                  </a:cubicBezTo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462" name="Freeform 662">
              <a:extLst>
                <a:ext uri="{FF2B5EF4-FFF2-40B4-BE49-F238E27FC236}">
                  <a16:creationId xmlns:a16="http://schemas.microsoft.com/office/drawing/2014/main" id="{9DC57187-E0A4-4F31-802A-FF91D0014929}"/>
                </a:ext>
              </a:extLst>
            </p:cNvPr>
            <p:cNvSpPr>
              <a:spLocks/>
            </p:cNvSpPr>
            <p:nvPr/>
          </p:nvSpPr>
          <p:spPr bwMode="auto">
            <a:xfrm>
              <a:off x="983" y="851"/>
              <a:ext cx="33" cy="63"/>
            </a:xfrm>
            <a:custGeom>
              <a:avLst/>
              <a:gdLst>
                <a:gd name="T0" fmla="*/ 13 w 20"/>
                <a:gd name="T1" fmla="*/ 0 h 38"/>
                <a:gd name="T2" fmla="*/ 20 w 20"/>
                <a:gd name="T3" fmla="*/ 41 h 38"/>
                <a:gd name="T4" fmla="*/ 46 w 20"/>
                <a:gd name="T5" fmla="*/ 68 h 38"/>
                <a:gd name="T6" fmla="*/ 54 w 20"/>
                <a:gd name="T7" fmla="*/ 99 h 38"/>
                <a:gd name="T8" fmla="*/ 68 w 20"/>
                <a:gd name="T9" fmla="*/ 118 h 38"/>
                <a:gd name="T10" fmla="*/ 83 w 20"/>
                <a:gd name="T11" fmla="*/ 133 h 38"/>
                <a:gd name="T12" fmla="*/ 84 w 20"/>
                <a:gd name="T13" fmla="*/ 172 h 38"/>
                <a:gd name="T14" fmla="*/ 71 w 20"/>
                <a:gd name="T15" fmla="*/ 151 h 38"/>
                <a:gd name="T16" fmla="*/ 58 w 20"/>
                <a:gd name="T17" fmla="*/ 124 h 38"/>
                <a:gd name="T18" fmla="*/ 33 w 20"/>
                <a:gd name="T19" fmla="*/ 91 h 38"/>
                <a:gd name="T20" fmla="*/ 5 w 20"/>
                <a:gd name="T21" fmla="*/ 63 h 38"/>
                <a:gd name="T22" fmla="*/ 5 w 20"/>
                <a:gd name="T23" fmla="*/ 28 h 3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0" h="38">
                  <a:moveTo>
                    <a:pt x="3" y="0"/>
                  </a:moveTo>
                  <a:cubicBezTo>
                    <a:pt x="1" y="2"/>
                    <a:pt x="3" y="7"/>
                    <a:pt x="4" y="9"/>
                  </a:cubicBezTo>
                  <a:cubicBezTo>
                    <a:pt x="5" y="12"/>
                    <a:pt x="8" y="13"/>
                    <a:pt x="10" y="15"/>
                  </a:cubicBezTo>
                  <a:cubicBezTo>
                    <a:pt x="13" y="17"/>
                    <a:pt x="12" y="19"/>
                    <a:pt x="12" y="22"/>
                  </a:cubicBezTo>
                  <a:cubicBezTo>
                    <a:pt x="13" y="24"/>
                    <a:pt x="13" y="25"/>
                    <a:pt x="15" y="26"/>
                  </a:cubicBezTo>
                  <a:cubicBezTo>
                    <a:pt x="16" y="27"/>
                    <a:pt x="17" y="28"/>
                    <a:pt x="18" y="29"/>
                  </a:cubicBezTo>
                  <a:cubicBezTo>
                    <a:pt x="20" y="31"/>
                    <a:pt x="20" y="36"/>
                    <a:pt x="19" y="38"/>
                  </a:cubicBezTo>
                  <a:cubicBezTo>
                    <a:pt x="17" y="37"/>
                    <a:pt x="17" y="34"/>
                    <a:pt x="16" y="33"/>
                  </a:cubicBezTo>
                  <a:cubicBezTo>
                    <a:pt x="15" y="31"/>
                    <a:pt x="14" y="29"/>
                    <a:pt x="13" y="27"/>
                  </a:cubicBezTo>
                  <a:cubicBezTo>
                    <a:pt x="11" y="24"/>
                    <a:pt x="10" y="22"/>
                    <a:pt x="7" y="20"/>
                  </a:cubicBezTo>
                  <a:cubicBezTo>
                    <a:pt x="5" y="18"/>
                    <a:pt x="2" y="17"/>
                    <a:pt x="1" y="14"/>
                  </a:cubicBezTo>
                  <a:cubicBezTo>
                    <a:pt x="0" y="10"/>
                    <a:pt x="1" y="9"/>
                    <a:pt x="1" y="6"/>
                  </a:cubicBezTo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463" name="Freeform 663">
              <a:extLst>
                <a:ext uri="{FF2B5EF4-FFF2-40B4-BE49-F238E27FC236}">
                  <a16:creationId xmlns:a16="http://schemas.microsoft.com/office/drawing/2014/main" id="{A35BA9E0-5A6E-4278-A4DE-913B2644AB47}"/>
                </a:ext>
              </a:extLst>
            </p:cNvPr>
            <p:cNvSpPr>
              <a:spLocks/>
            </p:cNvSpPr>
            <p:nvPr/>
          </p:nvSpPr>
          <p:spPr bwMode="auto">
            <a:xfrm>
              <a:off x="779" y="841"/>
              <a:ext cx="62" cy="13"/>
            </a:xfrm>
            <a:custGeom>
              <a:avLst/>
              <a:gdLst>
                <a:gd name="T0" fmla="*/ 0 w 37"/>
                <a:gd name="T1" fmla="*/ 34 h 8"/>
                <a:gd name="T2" fmla="*/ 75 w 37"/>
                <a:gd name="T3" fmla="*/ 18 h 8"/>
                <a:gd name="T4" fmla="*/ 174 w 37"/>
                <a:gd name="T5" fmla="*/ 0 h 8"/>
                <a:gd name="T6" fmla="*/ 84 w 37"/>
                <a:gd name="T7" fmla="*/ 18 h 8"/>
                <a:gd name="T8" fmla="*/ 13 w 37"/>
                <a:gd name="T9" fmla="*/ 21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" h="8">
                  <a:moveTo>
                    <a:pt x="0" y="8"/>
                  </a:moveTo>
                  <a:cubicBezTo>
                    <a:pt x="5" y="5"/>
                    <a:pt x="10" y="4"/>
                    <a:pt x="16" y="4"/>
                  </a:cubicBezTo>
                  <a:cubicBezTo>
                    <a:pt x="24" y="4"/>
                    <a:pt x="30" y="1"/>
                    <a:pt x="37" y="0"/>
                  </a:cubicBezTo>
                  <a:cubicBezTo>
                    <a:pt x="31" y="1"/>
                    <a:pt x="24" y="4"/>
                    <a:pt x="18" y="4"/>
                  </a:cubicBezTo>
                  <a:cubicBezTo>
                    <a:pt x="12" y="4"/>
                    <a:pt x="8" y="3"/>
                    <a:pt x="3" y="5"/>
                  </a:cubicBezTo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464" name="Freeform 664">
              <a:extLst>
                <a:ext uri="{FF2B5EF4-FFF2-40B4-BE49-F238E27FC236}">
                  <a16:creationId xmlns:a16="http://schemas.microsoft.com/office/drawing/2014/main" id="{354AFC24-10F9-407E-9EB4-A59210ACBA97}"/>
                </a:ext>
              </a:extLst>
            </p:cNvPr>
            <p:cNvSpPr>
              <a:spLocks/>
            </p:cNvSpPr>
            <p:nvPr/>
          </p:nvSpPr>
          <p:spPr bwMode="auto">
            <a:xfrm>
              <a:off x="791" y="826"/>
              <a:ext cx="36" cy="12"/>
            </a:xfrm>
            <a:custGeom>
              <a:avLst/>
              <a:gdLst>
                <a:gd name="T0" fmla="*/ 0 w 22"/>
                <a:gd name="T1" fmla="*/ 36 h 7"/>
                <a:gd name="T2" fmla="*/ 47 w 22"/>
                <a:gd name="T3" fmla="*/ 15 h 7"/>
                <a:gd name="T4" fmla="*/ 97 w 22"/>
                <a:gd name="T5" fmla="*/ 0 h 7"/>
                <a:gd name="T6" fmla="*/ 47 w 22"/>
                <a:gd name="T7" fmla="*/ 5 h 7"/>
                <a:gd name="T8" fmla="*/ 18 w 22"/>
                <a:gd name="T9" fmla="*/ 9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7">
                  <a:moveTo>
                    <a:pt x="0" y="7"/>
                  </a:moveTo>
                  <a:cubicBezTo>
                    <a:pt x="2" y="3"/>
                    <a:pt x="7" y="3"/>
                    <a:pt x="11" y="3"/>
                  </a:cubicBezTo>
                  <a:cubicBezTo>
                    <a:pt x="14" y="2"/>
                    <a:pt x="18" y="1"/>
                    <a:pt x="22" y="0"/>
                  </a:cubicBezTo>
                  <a:cubicBezTo>
                    <a:pt x="18" y="0"/>
                    <a:pt x="15" y="1"/>
                    <a:pt x="11" y="1"/>
                  </a:cubicBezTo>
                  <a:cubicBezTo>
                    <a:pt x="9" y="1"/>
                    <a:pt x="6" y="0"/>
                    <a:pt x="4" y="2"/>
                  </a:cubicBezTo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465" name="Freeform 665">
              <a:extLst>
                <a:ext uri="{FF2B5EF4-FFF2-40B4-BE49-F238E27FC236}">
                  <a16:creationId xmlns:a16="http://schemas.microsoft.com/office/drawing/2014/main" id="{4981478B-2B65-4643-A908-D32CE51FB3D8}"/>
                </a:ext>
              </a:extLst>
            </p:cNvPr>
            <p:cNvSpPr>
              <a:spLocks/>
            </p:cNvSpPr>
            <p:nvPr/>
          </p:nvSpPr>
          <p:spPr bwMode="auto">
            <a:xfrm>
              <a:off x="958" y="871"/>
              <a:ext cx="39" cy="13"/>
            </a:xfrm>
            <a:custGeom>
              <a:avLst/>
              <a:gdLst>
                <a:gd name="T0" fmla="*/ 107 w 23"/>
                <a:gd name="T1" fmla="*/ 34 h 8"/>
                <a:gd name="T2" fmla="*/ 0 w 23"/>
                <a:gd name="T3" fmla="*/ 13 h 8"/>
                <a:gd name="T4" fmla="*/ 54 w 23"/>
                <a:gd name="T5" fmla="*/ 5 h 8"/>
                <a:gd name="T6" fmla="*/ 112 w 23"/>
                <a:gd name="T7" fmla="*/ 21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8">
                  <a:moveTo>
                    <a:pt x="22" y="8"/>
                  </a:moveTo>
                  <a:cubicBezTo>
                    <a:pt x="15" y="2"/>
                    <a:pt x="8" y="5"/>
                    <a:pt x="0" y="3"/>
                  </a:cubicBezTo>
                  <a:cubicBezTo>
                    <a:pt x="4" y="3"/>
                    <a:pt x="7" y="1"/>
                    <a:pt x="11" y="1"/>
                  </a:cubicBezTo>
                  <a:cubicBezTo>
                    <a:pt x="16" y="0"/>
                    <a:pt x="19" y="3"/>
                    <a:pt x="23" y="5"/>
                  </a:cubicBezTo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466" name="Freeform 666">
              <a:extLst>
                <a:ext uri="{FF2B5EF4-FFF2-40B4-BE49-F238E27FC236}">
                  <a16:creationId xmlns:a16="http://schemas.microsoft.com/office/drawing/2014/main" id="{684FABEC-1A3D-4135-8A0A-FD43AE295A40}"/>
                </a:ext>
              </a:extLst>
            </p:cNvPr>
            <p:cNvSpPr>
              <a:spLocks/>
            </p:cNvSpPr>
            <p:nvPr/>
          </p:nvSpPr>
          <p:spPr bwMode="auto">
            <a:xfrm>
              <a:off x="751" y="874"/>
              <a:ext cx="43" cy="66"/>
            </a:xfrm>
            <a:custGeom>
              <a:avLst/>
              <a:gdLst>
                <a:gd name="T0" fmla="*/ 0 w 26"/>
                <a:gd name="T1" fmla="*/ 180 h 40"/>
                <a:gd name="T2" fmla="*/ 22 w 26"/>
                <a:gd name="T3" fmla="*/ 144 h 40"/>
                <a:gd name="T4" fmla="*/ 50 w 26"/>
                <a:gd name="T5" fmla="*/ 96 h 40"/>
                <a:gd name="T6" fmla="*/ 117 w 26"/>
                <a:gd name="T7" fmla="*/ 50 h 40"/>
                <a:gd name="T8" fmla="*/ 60 w 26"/>
                <a:gd name="T9" fmla="*/ 58 h 40"/>
                <a:gd name="T10" fmla="*/ 41 w 26"/>
                <a:gd name="T11" fmla="*/ 0 h 40"/>
                <a:gd name="T12" fmla="*/ 5 w 26"/>
                <a:gd name="T13" fmla="*/ 125 h 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" h="40">
                  <a:moveTo>
                    <a:pt x="0" y="40"/>
                  </a:moveTo>
                  <a:cubicBezTo>
                    <a:pt x="0" y="35"/>
                    <a:pt x="2" y="35"/>
                    <a:pt x="5" y="32"/>
                  </a:cubicBezTo>
                  <a:cubicBezTo>
                    <a:pt x="6" y="28"/>
                    <a:pt x="7" y="24"/>
                    <a:pt x="11" y="21"/>
                  </a:cubicBezTo>
                  <a:cubicBezTo>
                    <a:pt x="15" y="17"/>
                    <a:pt x="22" y="15"/>
                    <a:pt x="26" y="11"/>
                  </a:cubicBezTo>
                  <a:cubicBezTo>
                    <a:pt x="23" y="11"/>
                    <a:pt x="16" y="15"/>
                    <a:pt x="13" y="13"/>
                  </a:cubicBezTo>
                  <a:cubicBezTo>
                    <a:pt x="10" y="11"/>
                    <a:pt x="11" y="2"/>
                    <a:pt x="9" y="0"/>
                  </a:cubicBezTo>
                  <a:cubicBezTo>
                    <a:pt x="6" y="9"/>
                    <a:pt x="3" y="19"/>
                    <a:pt x="1" y="28"/>
                  </a:cubicBezTo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467" name="Freeform 667">
              <a:extLst>
                <a:ext uri="{FF2B5EF4-FFF2-40B4-BE49-F238E27FC236}">
                  <a16:creationId xmlns:a16="http://schemas.microsoft.com/office/drawing/2014/main" id="{BB53A36B-69C0-42DD-9A44-D57846F658CA}"/>
                </a:ext>
              </a:extLst>
            </p:cNvPr>
            <p:cNvSpPr>
              <a:spLocks/>
            </p:cNvSpPr>
            <p:nvPr/>
          </p:nvSpPr>
          <p:spPr bwMode="auto">
            <a:xfrm>
              <a:off x="972" y="876"/>
              <a:ext cx="46" cy="61"/>
            </a:xfrm>
            <a:custGeom>
              <a:avLst/>
              <a:gdLst>
                <a:gd name="T0" fmla="*/ 0 w 28"/>
                <a:gd name="T1" fmla="*/ 0 h 37"/>
                <a:gd name="T2" fmla="*/ 33 w 28"/>
                <a:gd name="T3" fmla="*/ 20 h 37"/>
                <a:gd name="T4" fmla="*/ 62 w 28"/>
                <a:gd name="T5" fmla="*/ 33 h 37"/>
                <a:gd name="T6" fmla="*/ 95 w 28"/>
                <a:gd name="T7" fmla="*/ 81 h 37"/>
                <a:gd name="T8" fmla="*/ 35 w 28"/>
                <a:gd name="T9" fmla="*/ 71 h 37"/>
                <a:gd name="T10" fmla="*/ 71 w 28"/>
                <a:gd name="T11" fmla="*/ 89 h 37"/>
                <a:gd name="T12" fmla="*/ 89 w 28"/>
                <a:gd name="T13" fmla="*/ 117 h 37"/>
                <a:gd name="T14" fmla="*/ 118 w 28"/>
                <a:gd name="T15" fmla="*/ 167 h 37"/>
                <a:gd name="T16" fmla="*/ 110 w 28"/>
                <a:gd name="T17" fmla="*/ 104 h 37"/>
                <a:gd name="T18" fmla="*/ 97 w 28"/>
                <a:gd name="T19" fmla="*/ 63 h 3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8" h="37">
                  <a:moveTo>
                    <a:pt x="0" y="0"/>
                  </a:moveTo>
                  <a:cubicBezTo>
                    <a:pt x="3" y="1"/>
                    <a:pt x="5" y="2"/>
                    <a:pt x="7" y="4"/>
                  </a:cubicBezTo>
                  <a:cubicBezTo>
                    <a:pt x="10" y="5"/>
                    <a:pt x="12" y="6"/>
                    <a:pt x="14" y="7"/>
                  </a:cubicBezTo>
                  <a:cubicBezTo>
                    <a:pt x="18" y="9"/>
                    <a:pt x="21" y="15"/>
                    <a:pt x="21" y="18"/>
                  </a:cubicBezTo>
                  <a:cubicBezTo>
                    <a:pt x="17" y="21"/>
                    <a:pt x="12" y="17"/>
                    <a:pt x="8" y="16"/>
                  </a:cubicBezTo>
                  <a:cubicBezTo>
                    <a:pt x="10" y="18"/>
                    <a:pt x="13" y="18"/>
                    <a:pt x="16" y="20"/>
                  </a:cubicBezTo>
                  <a:cubicBezTo>
                    <a:pt x="17" y="22"/>
                    <a:pt x="18" y="24"/>
                    <a:pt x="20" y="26"/>
                  </a:cubicBezTo>
                  <a:cubicBezTo>
                    <a:pt x="23" y="29"/>
                    <a:pt x="24" y="34"/>
                    <a:pt x="27" y="37"/>
                  </a:cubicBezTo>
                  <a:cubicBezTo>
                    <a:pt x="28" y="35"/>
                    <a:pt x="25" y="27"/>
                    <a:pt x="25" y="23"/>
                  </a:cubicBezTo>
                  <a:cubicBezTo>
                    <a:pt x="24" y="20"/>
                    <a:pt x="23" y="17"/>
                    <a:pt x="22" y="14"/>
                  </a:cubicBezTo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468" name="Freeform 668">
              <a:extLst>
                <a:ext uri="{FF2B5EF4-FFF2-40B4-BE49-F238E27FC236}">
                  <a16:creationId xmlns:a16="http://schemas.microsoft.com/office/drawing/2014/main" id="{55029E19-F150-4D15-BF53-17B2C02B68BA}"/>
                </a:ext>
              </a:extLst>
            </p:cNvPr>
            <p:cNvSpPr>
              <a:spLocks/>
            </p:cNvSpPr>
            <p:nvPr/>
          </p:nvSpPr>
          <p:spPr bwMode="auto">
            <a:xfrm>
              <a:off x="975" y="872"/>
              <a:ext cx="22" cy="15"/>
            </a:xfrm>
            <a:custGeom>
              <a:avLst/>
              <a:gdLst>
                <a:gd name="T0" fmla="*/ 0 w 13"/>
                <a:gd name="T1" fmla="*/ 8 h 9"/>
                <a:gd name="T2" fmla="*/ 58 w 13"/>
                <a:gd name="T3" fmla="*/ 42 h 9"/>
                <a:gd name="T4" fmla="*/ 5 w 13"/>
                <a:gd name="T5" fmla="*/ 8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9">
                  <a:moveTo>
                    <a:pt x="0" y="2"/>
                  </a:moveTo>
                  <a:cubicBezTo>
                    <a:pt x="4" y="6"/>
                    <a:pt x="7" y="7"/>
                    <a:pt x="12" y="9"/>
                  </a:cubicBezTo>
                  <a:cubicBezTo>
                    <a:pt x="13" y="5"/>
                    <a:pt x="4" y="0"/>
                    <a:pt x="1" y="2"/>
                  </a:cubicBezTo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469" name="Freeform 669">
              <a:extLst>
                <a:ext uri="{FF2B5EF4-FFF2-40B4-BE49-F238E27FC236}">
                  <a16:creationId xmlns:a16="http://schemas.microsoft.com/office/drawing/2014/main" id="{6B24349D-4AEA-421C-8CE9-A72A139B2229}"/>
                </a:ext>
              </a:extLst>
            </p:cNvPr>
            <p:cNvSpPr>
              <a:spLocks/>
            </p:cNvSpPr>
            <p:nvPr/>
          </p:nvSpPr>
          <p:spPr bwMode="auto">
            <a:xfrm>
              <a:off x="967" y="983"/>
              <a:ext cx="41" cy="80"/>
            </a:xfrm>
            <a:custGeom>
              <a:avLst/>
              <a:gdLst>
                <a:gd name="T0" fmla="*/ 105 w 25"/>
                <a:gd name="T1" fmla="*/ 0 h 48"/>
                <a:gd name="T2" fmla="*/ 56 w 25"/>
                <a:gd name="T3" fmla="*/ 105 h 48"/>
                <a:gd name="T4" fmla="*/ 13 w 25"/>
                <a:gd name="T5" fmla="*/ 158 h 48"/>
                <a:gd name="T6" fmla="*/ 0 w 25"/>
                <a:gd name="T7" fmla="*/ 222 h 48"/>
                <a:gd name="T8" fmla="*/ 34 w 25"/>
                <a:gd name="T9" fmla="*/ 172 h 48"/>
                <a:gd name="T10" fmla="*/ 84 w 25"/>
                <a:gd name="T11" fmla="*/ 112 h 48"/>
                <a:gd name="T12" fmla="*/ 102 w 25"/>
                <a:gd name="T13" fmla="*/ 50 h 48"/>
                <a:gd name="T14" fmla="*/ 110 w 25"/>
                <a:gd name="T15" fmla="*/ 8 h 4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5" h="48">
                  <a:moveTo>
                    <a:pt x="24" y="0"/>
                  </a:moveTo>
                  <a:cubicBezTo>
                    <a:pt x="24" y="9"/>
                    <a:pt x="21" y="17"/>
                    <a:pt x="13" y="23"/>
                  </a:cubicBezTo>
                  <a:cubicBezTo>
                    <a:pt x="10" y="27"/>
                    <a:pt x="5" y="30"/>
                    <a:pt x="3" y="34"/>
                  </a:cubicBezTo>
                  <a:cubicBezTo>
                    <a:pt x="1" y="39"/>
                    <a:pt x="0" y="43"/>
                    <a:pt x="0" y="48"/>
                  </a:cubicBezTo>
                  <a:cubicBezTo>
                    <a:pt x="0" y="43"/>
                    <a:pt x="4" y="39"/>
                    <a:pt x="8" y="37"/>
                  </a:cubicBezTo>
                  <a:cubicBezTo>
                    <a:pt x="14" y="34"/>
                    <a:pt x="17" y="30"/>
                    <a:pt x="19" y="24"/>
                  </a:cubicBezTo>
                  <a:cubicBezTo>
                    <a:pt x="21" y="20"/>
                    <a:pt x="22" y="15"/>
                    <a:pt x="23" y="11"/>
                  </a:cubicBezTo>
                  <a:cubicBezTo>
                    <a:pt x="24" y="8"/>
                    <a:pt x="24" y="4"/>
                    <a:pt x="25" y="2"/>
                  </a:cubicBezTo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470" name="Freeform 670">
              <a:extLst>
                <a:ext uri="{FF2B5EF4-FFF2-40B4-BE49-F238E27FC236}">
                  <a16:creationId xmlns:a16="http://schemas.microsoft.com/office/drawing/2014/main" id="{0E1AF1C3-2640-4053-932D-6537A3DD59DD}"/>
                </a:ext>
              </a:extLst>
            </p:cNvPr>
            <p:cNvSpPr>
              <a:spLocks/>
            </p:cNvSpPr>
            <p:nvPr/>
          </p:nvSpPr>
          <p:spPr bwMode="auto">
            <a:xfrm>
              <a:off x="761" y="987"/>
              <a:ext cx="40" cy="54"/>
            </a:xfrm>
            <a:custGeom>
              <a:avLst/>
              <a:gdLst>
                <a:gd name="T0" fmla="*/ 0 w 24"/>
                <a:gd name="T1" fmla="*/ 0 h 33"/>
                <a:gd name="T2" fmla="*/ 28 w 24"/>
                <a:gd name="T3" fmla="*/ 56 h 33"/>
                <a:gd name="T4" fmla="*/ 47 w 24"/>
                <a:gd name="T5" fmla="*/ 105 h 33"/>
                <a:gd name="T6" fmla="*/ 112 w 24"/>
                <a:gd name="T7" fmla="*/ 144 h 33"/>
                <a:gd name="T8" fmla="*/ 70 w 24"/>
                <a:gd name="T9" fmla="*/ 123 h 33"/>
                <a:gd name="T10" fmla="*/ 47 w 24"/>
                <a:gd name="T11" fmla="*/ 83 h 33"/>
                <a:gd name="T12" fmla="*/ 0 w 24"/>
                <a:gd name="T13" fmla="*/ 0 h 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33">
                  <a:moveTo>
                    <a:pt x="0" y="0"/>
                  </a:moveTo>
                  <a:cubicBezTo>
                    <a:pt x="0" y="4"/>
                    <a:pt x="4" y="9"/>
                    <a:pt x="6" y="13"/>
                  </a:cubicBezTo>
                  <a:cubicBezTo>
                    <a:pt x="8" y="17"/>
                    <a:pt x="8" y="20"/>
                    <a:pt x="10" y="24"/>
                  </a:cubicBezTo>
                  <a:cubicBezTo>
                    <a:pt x="13" y="31"/>
                    <a:pt x="17" y="33"/>
                    <a:pt x="24" y="33"/>
                  </a:cubicBezTo>
                  <a:cubicBezTo>
                    <a:pt x="21" y="31"/>
                    <a:pt x="17" y="31"/>
                    <a:pt x="15" y="28"/>
                  </a:cubicBezTo>
                  <a:cubicBezTo>
                    <a:pt x="13" y="26"/>
                    <a:pt x="11" y="22"/>
                    <a:pt x="10" y="19"/>
                  </a:cubicBezTo>
                  <a:cubicBezTo>
                    <a:pt x="7" y="13"/>
                    <a:pt x="2" y="6"/>
                    <a:pt x="0" y="0"/>
                  </a:cubicBezTo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471" name="Freeform 671">
              <a:extLst>
                <a:ext uri="{FF2B5EF4-FFF2-40B4-BE49-F238E27FC236}">
                  <a16:creationId xmlns:a16="http://schemas.microsoft.com/office/drawing/2014/main" id="{C8DF508F-F07B-4807-8E58-574BA0155A8F}"/>
                </a:ext>
              </a:extLst>
            </p:cNvPr>
            <p:cNvSpPr>
              <a:spLocks/>
            </p:cNvSpPr>
            <p:nvPr/>
          </p:nvSpPr>
          <p:spPr bwMode="auto">
            <a:xfrm>
              <a:off x="894" y="806"/>
              <a:ext cx="15" cy="32"/>
            </a:xfrm>
            <a:custGeom>
              <a:avLst/>
              <a:gdLst>
                <a:gd name="T0" fmla="*/ 0 w 9"/>
                <a:gd name="T1" fmla="*/ 0 h 19"/>
                <a:gd name="T2" fmla="*/ 5 w 9"/>
                <a:gd name="T3" fmla="*/ 54 h 19"/>
                <a:gd name="T4" fmla="*/ 42 w 9"/>
                <a:gd name="T5" fmla="*/ 67 h 19"/>
                <a:gd name="T6" fmla="*/ 0 w 9"/>
                <a:gd name="T7" fmla="*/ 5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9">
                  <a:moveTo>
                    <a:pt x="0" y="0"/>
                  </a:moveTo>
                  <a:cubicBezTo>
                    <a:pt x="0" y="4"/>
                    <a:pt x="0" y="8"/>
                    <a:pt x="1" y="11"/>
                  </a:cubicBezTo>
                  <a:cubicBezTo>
                    <a:pt x="2" y="13"/>
                    <a:pt x="8" y="19"/>
                    <a:pt x="9" y="14"/>
                  </a:cubicBezTo>
                  <a:cubicBezTo>
                    <a:pt x="2" y="17"/>
                    <a:pt x="1" y="5"/>
                    <a:pt x="0" y="1"/>
                  </a:cubicBezTo>
                </a:path>
              </a:pathLst>
            </a:custGeom>
            <a:solidFill>
              <a:srgbClr val="CBCA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472" name="Freeform 672">
              <a:extLst>
                <a:ext uri="{FF2B5EF4-FFF2-40B4-BE49-F238E27FC236}">
                  <a16:creationId xmlns:a16="http://schemas.microsoft.com/office/drawing/2014/main" id="{7E989FB5-5901-4331-B721-D42F7FD56007}"/>
                </a:ext>
              </a:extLst>
            </p:cNvPr>
            <p:cNvSpPr>
              <a:spLocks/>
            </p:cNvSpPr>
            <p:nvPr/>
          </p:nvSpPr>
          <p:spPr bwMode="auto">
            <a:xfrm>
              <a:off x="988" y="839"/>
              <a:ext cx="18" cy="33"/>
            </a:xfrm>
            <a:custGeom>
              <a:avLst/>
              <a:gdLst>
                <a:gd name="T0" fmla="*/ 0 w 11"/>
                <a:gd name="T1" fmla="*/ 0 h 20"/>
                <a:gd name="T2" fmla="*/ 18 w 11"/>
                <a:gd name="T3" fmla="*/ 21 h 20"/>
                <a:gd name="T4" fmla="*/ 13 w 11"/>
                <a:gd name="T5" fmla="*/ 54 h 20"/>
                <a:gd name="T6" fmla="*/ 47 w 11"/>
                <a:gd name="T7" fmla="*/ 89 h 20"/>
                <a:gd name="T8" fmla="*/ 21 w 11"/>
                <a:gd name="T9" fmla="*/ 46 h 20"/>
                <a:gd name="T10" fmla="*/ 21 w 11"/>
                <a:gd name="T11" fmla="*/ 21 h 20"/>
                <a:gd name="T12" fmla="*/ 5 w 11"/>
                <a:gd name="T13" fmla="*/ 5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" h="20">
                  <a:moveTo>
                    <a:pt x="0" y="0"/>
                  </a:moveTo>
                  <a:cubicBezTo>
                    <a:pt x="2" y="2"/>
                    <a:pt x="4" y="3"/>
                    <a:pt x="4" y="5"/>
                  </a:cubicBezTo>
                  <a:cubicBezTo>
                    <a:pt x="4" y="7"/>
                    <a:pt x="3" y="10"/>
                    <a:pt x="3" y="12"/>
                  </a:cubicBezTo>
                  <a:cubicBezTo>
                    <a:pt x="2" y="18"/>
                    <a:pt x="7" y="17"/>
                    <a:pt x="11" y="20"/>
                  </a:cubicBezTo>
                  <a:cubicBezTo>
                    <a:pt x="8" y="16"/>
                    <a:pt x="5" y="16"/>
                    <a:pt x="5" y="10"/>
                  </a:cubicBezTo>
                  <a:cubicBezTo>
                    <a:pt x="5" y="9"/>
                    <a:pt x="6" y="6"/>
                    <a:pt x="5" y="5"/>
                  </a:cubicBezTo>
                  <a:cubicBezTo>
                    <a:pt x="5" y="3"/>
                    <a:pt x="2" y="3"/>
                    <a:pt x="1" y="1"/>
                  </a:cubicBezTo>
                </a:path>
              </a:pathLst>
            </a:custGeom>
            <a:solidFill>
              <a:srgbClr val="CBCA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473" name="Freeform 673">
              <a:extLst>
                <a:ext uri="{FF2B5EF4-FFF2-40B4-BE49-F238E27FC236}">
                  <a16:creationId xmlns:a16="http://schemas.microsoft.com/office/drawing/2014/main" id="{593FE480-AC24-4B4B-9945-6A44010368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8" y="879"/>
              <a:ext cx="27" cy="43"/>
            </a:xfrm>
            <a:custGeom>
              <a:avLst/>
              <a:gdLst>
                <a:gd name="T0" fmla="*/ 0 w 16"/>
                <a:gd name="T1" fmla="*/ 0 h 26"/>
                <a:gd name="T2" fmla="*/ 5 w 16"/>
                <a:gd name="T3" fmla="*/ 28 h 26"/>
                <a:gd name="T4" fmla="*/ 20 w 16"/>
                <a:gd name="T5" fmla="*/ 36 h 26"/>
                <a:gd name="T6" fmla="*/ 34 w 16"/>
                <a:gd name="T7" fmla="*/ 83 h 26"/>
                <a:gd name="T8" fmla="*/ 54 w 16"/>
                <a:gd name="T9" fmla="*/ 109 h 26"/>
                <a:gd name="T10" fmla="*/ 78 w 16"/>
                <a:gd name="T11" fmla="*/ 71 h 26"/>
                <a:gd name="T12" fmla="*/ 41 w 16"/>
                <a:gd name="T13" fmla="*/ 41 h 26"/>
                <a:gd name="T14" fmla="*/ 0 w 16"/>
                <a:gd name="T15" fmla="*/ 5 h 2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" h="26">
                  <a:moveTo>
                    <a:pt x="0" y="0"/>
                  </a:moveTo>
                  <a:cubicBezTo>
                    <a:pt x="0" y="2"/>
                    <a:pt x="0" y="4"/>
                    <a:pt x="1" y="6"/>
                  </a:cubicBezTo>
                  <a:cubicBezTo>
                    <a:pt x="2" y="7"/>
                    <a:pt x="3" y="7"/>
                    <a:pt x="4" y="8"/>
                  </a:cubicBezTo>
                  <a:cubicBezTo>
                    <a:pt x="6" y="10"/>
                    <a:pt x="7" y="15"/>
                    <a:pt x="7" y="18"/>
                  </a:cubicBezTo>
                  <a:cubicBezTo>
                    <a:pt x="8" y="21"/>
                    <a:pt x="6" y="26"/>
                    <a:pt x="11" y="24"/>
                  </a:cubicBezTo>
                  <a:cubicBezTo>
                    <a:pt x="14" y="22"/>
                    <a:pt x="15" y="19"/>
                    <a:pt x="16" y="16"/>
                  </a:cubicBezTo>
                  <a:cubicBezTo>
                    <a:pt x="10" y="19"/>
                    <a:pt x="10" y="13"/>
                    <a:pt x="8" y="9"/>
                  </a:cubicBezTo>
                  <a:cubicBezTo>
                    <a:pt x="6" y="6"/>
                    <a:pt x="1" y="5"/>
                    <a:pt x="0" y="1"/>
                  </a:cubicBezTo>
                </a:path>
              </a:pathLst>
            </a:custGeom>
            <a:solidFill>
              <a:srgbClr val="CBCA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474" name="Freeform 674">
              <a:extLst>
                <a:ext uri="{FF2B5EF4-FFF2-40B4-BE49-F238E27FC236}">
                  <a16:creationId xmlns:a16="http://schemas.microsoft.com/office/drawing/2014/main" id="{F61756D0-703D-4459-A1AE-B7A36D03CB0E}"/>
                </a:ext>
              </a:extLst>
            </p:cNvPr>
            <p:cNvSpPr>
              <a:spLocks/>
            </p:cNvSpPr>
            <p:nvPr/>
          </p:nvSpPr>
          <p:spPr bwMode="auto">
            <a:xfrm>
              <a:off x="771" y="781"/>
              <a:ext cx="45" cy="60"/>
            </a:xfrm>
            <a:custGeom>
              <a:avLst/>
              <a:gdLst>
                <a:gd name="T0" fmla="*/ 112 w 27"/>
                <a:gd name="T1" fmla="*/ 8 h 36"/>
                <a:gd name="T2" fmla="*/ 55 w 27"/>
                <a:gd name="T3" fmla="*/ 83 h 36"/>
                <a:gd name="T4" fmla="*/ 20 w 27"/>
                <a:gd name="T5" fmla="*/ 103 h 36"/>
                <a:gd name="T6" fmla="*/ 13 w 27"/>
                <a:gd name="T7" fmla="*/ 130 h 36"/>
                <a:gd name="T8" fmla="*/ 0 w 27"/>
                <a:gd name="T9" fmla="*/ 167 h 36"/>
                <a:gd name="T10" fmla="*/ 5 w 27"/>
                <a:gd name="T11" fmla="*/ 105 h 36"/>
                <a:gd name="T12" fmla="*/ 37 w 27"/>
                <a:gd name="T13" fmla="*/ 70 h 36"/>
                <a:gd name="T14" fmla="*/ 88 w 27"/>
                <a:gd name="T15" fmla="*/ 37 h 36"/>
                <a:gd name="T16" fmla="*/ 105 w 27"/>
                <a:gd name="T17" fmla="*/ 0 h 36"/>
                <a:gd name="T18" fmla="*/ 112 w 27"/>
                <a:gd name="T19" fmla="*/ 8 h 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7" h="36">
                  <a:moveTo>
                    <a:pt x="24" y="2"/>
                  </a:moveTo>
                  <a:cubicBezTo>
                    <a:pt x="27" y="9"/>
                    <a:pt x="18" y="17"/>
                    <a:pt x="12" y="18"/>
                  </a:cubicBezTo>
                  <a:cubicBezTo>
                    <a:pt x="8" y="19"/>
                    <a:pt x="5" y="17"/>
                    <a:pt x="4" y="22"/>
                  </a:cubicBezTo>
                  <a:cubicBezTo>
                    <a:pt x="3" y="24"/>
                    <a:pt x="3" y="26"/>
                    <a:pt x="3" y="28"/>
                  </a:cubicBezTo>
                  <a:cubicBezTo>
                    <a:pt x="2" y="31"/>
                    <a:pt x="1" y="33"/>
                    <a:pt x="0" y="36"/>
                  </a:cubicBezTo>
                  <a:cubicBezTo>
                    <a:pt x="2" y="32"/>
                    <a:pt x="1" y="27"/>
                    <a:pt x="1" y="23"/>
                  </a:cubicBezTo>
                  <a:cubicBezTo>
                    <a:pt x="2" y="18"/>
                    <a:pt x="4" y="17"/>
                    <a:pt x="8" y="15"/>
                  </a:cubicBezTo>
                  <a:cubicBezTo>
                    <a:pt x="12" y="13"/>
                    <a:pt x="16" y="11"/>
                    <a:pt x="19" y="8"/>
                  </a:cubicBezTo>
                  <a:cubicBezTo>
                    <a:pt x="21" y="6"/>
                    <a:pt x="24" y="3"/>
                    <a:pt x="23" y="0"/>
                  </a:cubicBezTo>
                  <a:cubicBezTo>
                    <a:pt x="24" y="1"/>
                    <a:pt x="24" y="2"/>
                    <a:pt x="24" y="2"/>
                  </a:cubicBezTo>
                </a:path>
              </a:pathLst>
            </a:custGeom>
            <a:solidFill>
              <a:srgbClr val="CBCA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475" name="Freeform 675">
              <a:extLst>
                <a:ext uri="{FF2B5EF4-FFF2-40B4-BE49-F238E27FC236}">
                  <a16:creationId xmlns:a16="http://schemas.microsoft.com/office/drawing/2014/main" id="{A548FC5F-AA92-4CE4-9E6D-2382A09E6E37}"/>
                </a:ext>
              </a:extLst>
            </p:cNvPr>
            <p:cNvSpPr>
              <a:spLocks/>
            </p:cNvSpPr>
            <p:nvPr/>
          </p:nvSpPr>
          <p:spPr bwMode="auto">
            <a:xfrm>
              <a:off x="711" y="864"/>
              <a:ext cx="45" cy="55"/>
            </a:xfrm>
            <a:custGeom>
              <a:avLst/>
              <a:gdLst>
                <a:gd name="T0" fmla="*/ 120 w 27"/>
                <a:gd name="T1" fmla="*/ 62 h 33"/>
                <a:gd name="T2" fmla="*/ 103 w 27"/>
                <a:gd name="T3" fmla="*/ 78 h 33"/>
                <a:gd name="T4" fmla="*/ 97 w 27"/>
                <a:gd name="T5" fmla="*/ 97 h 33"/>
                <a:gd name="T6" fmla="*/ 92 w 27"/>
                <a:gd name="T7" fmla="*/ 153 h 33"/>
                <a:gd name="T8" fmla="*/ 62 w 27"/>
                <a:gd name="T9" fmla="*/ 130 h 33"/>
                <a:gd name="T10" fmla="*/ 28 w 27"/>
                <a:gd name="T11" fmla="*/ 117 h 33"/>
                <a:gd name="T12" fmla="*/ 22 w 27"/>
                <a:gd name="T13" fmla="*/ 88 h 33"/>
                <a:gd name="T14" fmla="*/ 0 w 27"/>
                <a:gd name="T15" fmla="*/ 47 h 33"/>
                <a:gd name="T16" fmla="*/ 22 w 27"/>
                <a:gd name="T17" fmla="*/ 28 h 33"/>
                <a:gd name="T18" fmla="*/ 62 w 27"/>
                <a:gd name="T19" fmla="*/ 78 h 33"/>
                <a:gd name="T20" fmla="*/ 70 w 27"/>
                <a:gd name="T21" fmla="*/ 55 h 33"/>
                <a:gd name="T22" fmla="*/ 83 w 27"/>
                <a:gd name="T23" fmla="*/ 63 h 33"/>
                <a:gd name="T24" fmla="*/ 117 w 27"/>
                <a:gd name="T25" fmla="*/ 50 h 33"/>
                <a:gd name="T26" fmla="*/ 120 w 27"/>
                <a:gd name="T27" fmla="*/ 63 h 33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7" h="33">
                  <a:moveTo>
                    <a:pt x="26" y="13"/>
                  </a:moveTo>
                  <a:cubicBezTo>
                    <a:pt x="25" y="15"/>
                    <a:pt x="24" y="15"/>
                    <a:pt x="22" y="17"/>
                  </a:cubicBezTo>
                  <a:cubicBezTo>
                    <a:pt x="21" y="18"/>
                    <a:pt x="21" y="19"/>
                    <a:pt x="21" y="21"/>
                  </a:cubicBezTo>
                  <a:cubicBezTo>
                    <a:pt x="21" y="25"/>
                    <a:pt x="20" y="29"/>
                    <a:pt x="20" y="33"/>
                  </a:cubicBezTo>
                  <a:cubicBezTo>
                    <a:pt x="18" y="31"/>
                    <a:pt x="15" y="29"/>
                    <a:pt x="13" y="28"/>
                  </a:cubicBezTo>
                  <a:cubicBezTo>
                    <a:pt x="11" y="27"/>
                    <a:pt x="7" y="26"/>
                    <a:pt x="6" y="25"/>
                  </a:cubicBezTo>
                  <a:cubicBezTo>
                    <a:pt x="5" y="23"/>
                    <a:pt x="7" y="21"/>
                    <a:pt x="5" y="19"/>
                  </a:cubicBezTo>
                  <a:cubicBezTo>
                    <a:pt x="3" y="16"/>
                    <a:pt x="0" y="15"/>
                    <a:pt x="0" y="10"/>
                  </a:cubicBezTo>
                  <a:cubicBezTo>
                    <a:pt x="0" y="6"/>
                    <a:pt x="1" y="0"/>
                    <a:pt x="5" y="6"/>
                  </a:cubicBezTo>
                  <a:cubicBezTo>
                    <a:pt x="6" y="8"/>
                    <a:pt x="9" y="19"/>
                    <a:pt x="13" y="17"/>
                  </a:cubicBezTo>
                  <a:cubicBezTo>
                    <a:pt x="14" y="16"/>
                    <a:pt x="13" y="13"/>
                    <a:pt x="15" y="12"/>
                  </a:cubicBezTo>
                  <a:cubicBezTo>
                    <a:pt x="17" y="12"/>
                    <a:pt x="17" y="14"/>
                    <a:pt x="18" y="14"/>
                  </a:cubicBezTo>
                  <a:cubicBezTo>
                    <a:pt x="21" y="15"/>
                    <a:pt x="22" y="11"/>
                    <a:pt x="25" y="11"/>
                  </a:cubicBezTo>
                  <a:cubicBezTo>
                    <a:pt x="27" y="10"/>
                    <a:pt x="27" y="12"/>
                    <a:pt x="26" y="14"/>
                  </a:cubicBezTo>
                </a:path>
              </a:pathLst>
            </a:custGeom>
            <a:solidFill>
              <a:srgbClr val="CBCA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476" name="Freeform 676">
              <a:extLst>
                <a:ext uri="{FF2B5EF4-FFF2-40B4-BE49-F238E27FC236}">
                  <a16:creationId xmlns:a16="http://schemas.microsoft.com/office/drawing/2014/main" id="{7A918968-7B60-4A79-A24C-FE8CE02B00C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5" y="872"/>
              <a:ext cx="30" cy="32"/>
            </a:xfrm>
            <a:custGeom>
              <a:avLst/>
              <a:gdLst>
                <a:gd name="T0" fmla="*/ 5 w 18"/>
                <a:gd name="T1" fmla="*/ 71 h 19"/>
                <a:gd name="T2" fmla="*/ 5 w 18"/>
                <a:gd name="T3" fmla="*/ 86 h 19"/>
                <a:gd name="T4" fmla="*/ 20 w 18"/>
                <a:gd name="T5" fmla="*/ 86 h 19"/>
                <a:gd name="T6" fmla="*/ 47 w 18"/>
                <a:gd name="T7" fmla="*/ 83 h 19"/>
                <a:gd name="T8" fmla="*/ 62 w 18"/>
                <a:gd name="T9" fmla="*/ 49 h 19"/>
                <a:gd name="T10" fmla="*/ 83 w 18"/>
                <a:gd name="T11" fmla="*/ 37 h 19"/>
                <a:gd name="T12" fmla="*/ 55 w 18"/>
                <a:gd name="T13" fmla="*/ 0 h 19"/>
                <a:gd name="T14" fmla="*/ 42 w 18"/>
                <a:gd name="T15" fmla="*/ 37 h 19"/>
                <a:gd name="T16" fmla="*/ 20 w 18"/>
                <a:gd name="T17" fmla="*/ 54 h 19"/>
                <a:gd name="T18" fmla="*/ 5 w 18"/>
                <a:gd name="T19" fmla="*/ 71 h 1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8" h="19">
                  <a:moveTo>
                    <a:pt x="1" y="15"/>
                  </a:moveTo>
                  <a:cubicBezTo>
                    <a:pt x="1" y="15"/>
                    <a:pt x="0" y="17"/>
                    <a:pt x="1" y="18"/>
                  </a:cubicBezTo>
                  <a:cubicBezTo>
                    <a:pt x="2" y="19"/>
                    <a:pt x="3" y="18"/>
                    <a:pt x="4" y="18"/>
                  </a:cubicBezTo>
                  <a:cubicBezTo>
                    <a:pt x="5" y="18"/>
                    <a:pt x="9" y="18"/>
                    <a:pt x="10" y="17"/>
                  </a:cubicBezTo>
                  <a:cubicBezTo>
                    <a:pt x="13" y="16"/>
                    <a:pt x="12" y="12"/>
                    <a:pt x="13" y="10"/>
                  </a:cubicBezTo>
                  <a:cubicBezTo>
                    <a:pt x="15" y="9"/>
                    <a:pt x="18" y="10"/>
                    <a:pt x="18" y="8"/>
                  </a:cubicBezTo>
                  <a:cubicBezTo>
                    <a:pt x="18" y="7"/>
                    <a:pt x="13" y="1"/>
                    <a:pt x="12" y="0"/>
                  </a:cubicBezTo>
                  <a:cubicBezTo>
                    <a:pt x="10" y="0"/>
                    <a:pt x="9" y="6"/>
                    <a:pt x="9" y="8"/>
                  </a:cubicBezTo>
                  <a:cubicBezTo>
                    <a:pt x="7" y="11"/>
                    <a:pt x="6" y="10"/>
                    <a:pt x="4" y="11"/>
                  </a:cubicBezTo>
                  <a:cubicBezTo>
                    <a:pt x="2" y="11"/>
                    <a:pt x="0" y="12"/>
                    <a:pt x="1" y="15"/>
                  </a:cubicBezTo>
                </a:path>
              </a:pathLst>
            </a:custGeom>
            <a:solidFill>
              <a:srgbClr val="CBCA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477" name="Freeform 677">
              <a:extLst>
                <a:ext uri="{FF2B5EF4-FFF2-40B4-BE49-F238E27FC236}">
                  <a16:creationId xmlns:a16="http://schemas.microsoft.com/office/drawing/2014/main" id="{5C17537B-11C1-400E-B36B-E2F3240D4310}"/>
                </a:ext>
              </a:extLst>
            </p:cNvPr>
            <p:cNvSpPr>
              <a:spLocks/>
            </p:cNvSpPr>
            <p:nvPr/>
          </p:nvSpPr>
          <p:spPr bwMode="auto">
            <a:xfrm>
              <a:off x="942" y="821"/>
              <a:ext cx="36" cy="18"/>
            </a:xfrm>
            <a:custGeom>
              <a:avLst/>
              <a:gdLst>
                <a:gd name="T0" fmla="*/ 97 w 22"/>
                <a:gd name="T1" fmla="*/ 34 h 11"/>
                <a:gd name="T2" fmla="*/ 70 w 22"/>
                <a:gd name="T3" fmla="*/ 43 h 11"/>
                <a:gd name="T4" fmla="*/ 43 w 22"/>
                <a:gd name="T5" fmla="*/ 18 h 11"/>
                <a:gd name="T6" fmla="*/ 18 w 22"/>
                <a:gd name="T7" fmla="*/ 18 h 11"/>
                <a:gd name="T8" fmla="*/ 0 w 22"/>
                <a:gd name="T9" fmla="*/ 5 h 11"/>
                <a:gd name="T10" fmla="*/ 21 w 22"/>
                <a:gd name="T11" fmla="*/ 5 h 11"/>
                <a:gd name="T12" fmla="*/ 54 w 22"/>
                <a:gd name="T13" fmla="*/ 13 h 11"/>
                <a:gd name="T14" fmla="*/ 75 w 22"/>
                <a:gd name="T15" fmla="*/ 29 h 11"/>
                <a:gd name="T16" fmla="*/ 83 w 22"/>
                <a:gd name="T17" fmla="*/ 29 h 11"/>
                <a:gd name="T18" fmla="*/ 97 w 22"/>
                <a:gd name="T19" fmla="*/ 34 h 1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2" h="11">
                  <a:moveTo>
                    <a:pt x="22" y="8"/>
                  </a:moveTo>
                  <a:cubicBezTo>
                    <a:pt x="21" y="10"/>
                    <a:pt x="18" y="11"/>
                    <a:pt x="16" y="10"/>
                  </a:cubicBezTo>
                  <a:cubicBezTo>
                    <a:pt x="14" y="8"/>
                    <a:pt x="12" y="6"/>
                    <a:pt x="10" y="4"/>
                  </a:cubicBezTo>
                  <a:cubicBezTo>
                    <a:pt x="8" y="3"/>
                    <a:pt x="6" y="3"/>
                    <a:pt x="4" y="4"/>
                  </a:cubicBezTo>
                  <a:cubicBezTo>
                    <a:pt x="2" y="5"/>
                    <a:pt x="0" y="3"/>
                    <a:pt x="0" y="1"/>
                  </a:cubicBezTo>
                  <a:cubicBezTo>
                    <a:pt x="0" y="4"/>
                    <a:pt x="4" y="1"/>
                    <a:pt x="5" y="1"/>
                  </a:cubicBezTo>
                  <a:cubicBezTo>
                    <a:pt x="8" y="0"/>
                    <a:pt x="10" y="1"/>
                    <a:pt x="12" y="3"/>
                  </a:cubicBezTo>
                  <a:cubicBezTo>
                    <a:pt x="14" y="4"/>
                    <a:pt x="15" y="5"/>
                    <a:pt x="17" y="7"/>
                  </a:cubicBezTo>
                  <a:cubicBezTo>
                    <a:pt x="18" y="7"/>
                    <a:pt x="18" y="7"/>
                    <a:pt x="19" y="7"/>
                  </a:cubicBezTo>
                  <a:cubicBezTo>
                    <a:pt x="20" y="8"/>
                    <a:pt x="21" y="8"/>
                    <a:pt x="22" y="8"/>
                  </a:cubicBezTo>
                </a:path>
              </a:pathLst>
            </a:custGeom>
            <a:solidFill>
              <a:srgbClr val="CBCA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478" name="Freeform 678">
              <a:extLst>
                <a:ext uri="{FF2B5EF4-FFF2-40B4-BE49-F238E27FC236}">
                  <a16:creationId xmlns:a16="http://schemas.microsoft.com/office/drawing/2014/main" id="{CC87A416-6875-4778-BA27-7C387FA16433}"/>
                </a:ext>
              </a:extLst>
            </p:cNvPr>
            <p:cNvSpPr>
              <a:spLocks/>
            </p:cNvSpPr>
            <p:nvPr/>
          </p:nvSpPr>
          <p:spPr bwMode="auto">
            <a:xfrm>
              <a:off x="957" y="806"/>
              <a:ext cx="21" cy="12"/>
            </a:xfrm>
            <a:custGeom>
              <a:avLst/>
              <a:gdLst>
                <a:gd name="T0" fmla="*/ 0 w 13"/>
                <a:gd name="T1" fmla="*/ 0 h 7"/>
                <a:gd name="T2" fmla="*/ 21 w 13"/>
                <a:gd name="T3" fmla="*/ 29 h 7"/>
                <a:gd name="T4" fmla="*/ 55 w 13"/>
                <a:gd name="T5" fmla="*/ 29 h 7"/>
                <a:gd name="T6" fmla="*/ 21 w 13"/>
                <a:gd name="T7" fmla="*/ 15 h 7"/>
                <a:gd name="T8" fmla="*/ 0 w 13"/>
                <a:gd name="T9" fmla="*/ 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7">
                  <a:moveTo>
                    <a:pt x="0" y="0"/>
                  </a:moveTo>
                  <a:cubicBezTo>
                    <a:pt x="1" y="2"/>
                    <a:pt x="2" y="5"/>
                    <a:pt x="5" y="6"/>
                  </a:cubicBezTo>
                  <a:cubicBezTo>
                    <a:pt x="7" y="7"/>
                    <a:pt x="10" y="7"/>
                    <a:pt x="13" y="6"/>
                  </a:cubicBezTo>
                  <a:cubicBezTo>
                    <a:pt x="9" y="6"/>
                    <a:pt x="7" y="6"/>
                    <a:pt x="5" y="3"/>
                  </a:cubicBezTo>
                  <a:cubicBezTo>
                    <a:pt x="3" y="2"/>
                    <a:pt x="2" y="1"/>
                    <a:pt x="0" y="0"/>
                  </a:cubicBezTo>
                </a:path>
              </a:pathLst>
            </a:custGeom>
            <a:solidFill>
              <a:srgbClr val="CBCA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479" name="Freeform 679">
              <a:extLst>
                <a:ext uri="{FF2B5EF4-FFF2-40B4-BE49-F238E27FC236}">
                  <a16:creationId xmlns:a16="http://schemas.microsoft.com/office/drawing/2014/main" id="{D2C3873D-A5EB-40CA-8B7D-F47FB88C2C41}"/>
                </a:ext>
              </a:extLst>
            </p:cNvPr>
            <p:cNvSpPr>
              <a:spLocks/>
            </p:cNvSpPr>
            <p:nvPr/>
          </p:nvSpPr>
          <p:spPr bwMode="auto">
            <a:xfrm>
              <a:off x="912" y="768"/>
              <a:ext cx="35" cy="22"/>
            </a:xfrm>
            <a:custGeom>
              <a:avLst/>
              <a:gdLst>
                <a:gd name="T0" fmla="*/ 5 w 21"/>
                <a:gd name="T1" fmla="*/ 0 h 13"/>
                <a:gd name="T2" fmla="*/ 33 w 21"/>
                <a:gd name="T3" fmla="*/ 58 h 13"/>
                <a:gd name="T4" fmla="*/ 63 w 21"/>
                <a:gd name="T5" fmla="*/ 54 h 13"/>
                <a:gd name="T6" fmla="*/ 97 w 21"/>
                <a:gd name="T7" fmla="*/ 58 h 13"/>
                <a:gd name="T8" fmla="*/ 88 w 21"/>
                <a:gd name="T9" fmla="*/ 54 h 13"/>
                <a:gd name="T10" fmla="*/ 63 w 21"/>
                <a:gd name="T11" fmla="*/ 49 h 13"/>
                <a:gd name="T12" fmla="*/ 33 w 21"/>
                <a:gd name="T13" fmla="*/ 41 h 13"/>
                <a:gd name="T14" fmla="*/ 13 w 21"/>
                <a:gd name="T15" fmla="*/ 14 h 13"/>
                <a:gd name="T16" fmla="*/ 0 w 21"/>
                <a:gd name="T17" fmla="*/ 0 h 1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1" h="13">
                  <a:moveTo>
                    <a:pt x="1" y="0"/>
                  </a:moveTo>
                  <a:cubicBezTo>
                    <a:pt x="1" y="4"/>
                    <a:pt x="2" y="11"/>
                    <a:pt x="7" y="12"/>
                  </a:cubicBezTo>
                  <a:cubicBezTo>
                    <a:pt x="9" y="13"/>
                    <a:pt x="11" y="12"/>
                    <a:pt x="14" y="11"/>
                  </a:cubicBezTo>
                  <a:cubicBezTo>
                    <a:pt x="16" y="10"/>
                    <a:pt x="19" y="11"/>
                    <a:pt x="21" y="12"/>
                  </a:cubicBezTo>
                  <a:cubicBezTo>
                    <a:pt x="20" y="12"/>
                    <a:pt x="20" y="11"/>
                    <a:pt x="19" y="11"/>
                  </a:cubicBezTo>
                  <a:cubicBezTo>
                    <a:pt x="17" y="10"/>
                    <a:pt x="16" y="10"/>
                    <a:pt x="14" y="10"/>
                  </a:cubicBezTo>
                  <a:cubicBezTo>
                    <a:pt x="12" y="9"/>
                    <a:pt x="9" y="9"/>
                    <a:pt x="7" y="8"/>
                  </a:cubicBezTo>
                  <a:cubicBezTo>
                    <a:pt x="5" y="7"/>
                    <a:pt x="4" y="5"/>
                    <a:pt x="3" y="3"/>
                  </a:cubicBezTo>
                  <a:cubicBezTo>
                    <a:pt x="3" y="2"/>
                    <a:pt x="0" y="0"/>
                    <a:pt x="0" y="0"/>
                  </a:cubicBezTo>
                </a:path>
              </a:pathLst>
            </a:custGeom>
            <a:solidFill>
              <a:srgbClr val="CBCA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480" name="Freeform 680">
              <a:extLst>
                <a:ext uri="{FF2B5EF4-FFF2-40B4-BE49-F238E27FC236}">
                  <a16:creationId xmlns:a16="http://schemas.microsoft.com/office/drawing/2014/main" id="{B3B4F30C-C639-421E-A9C0-1823342DBB33}"/>
                </a:ext>
              </a:extLst>
            </p:cNvPr>
            <p:cNvSpPr>
              <a:spLocks/>
            </p:cNvSpPr>
            <p:nvPr/>
          </p:nvSpPr>
          <p:spPr bwMode="auto">
            <a:xfrm>
              <a:off x="990" y="757"/>
              <a:ext cx="30" cy="39"/>
            </a:xfrm>
            <a:custGeom>
              <a:avLst/>
              <a:gdLst>
                <a:gd name="T0" fmla="*/ 0 w 18"/>
                <a:gd name="T1" fmla="*/ 5 h 24"/>
                <a:gd name="T2" fmla="*/ 42 w 18"/>
                <a:gd name="T3" fmla="*/ 8 h 24"/>
                <a:gd name="T4" fmla="*/ 70 w 18"/>
                <a:gd name="T5" fmla="*/ 34 h 24"/>
                <a:gd name="T6" fmla="*/ 75 w 18"/>
                <a:gd name="T7" fmla="*/ 75 h 24"/>
                <a:gd name="T8" fmla="*/ 83 w 18"/>
                <a:gd name="T9" fmla="*/ 102 h 24"/>
                <a:gd name="T10" fmla="*/ 55 w 18"/>
                <a:gd name="T11" fmla="*/ 34 h 24"/>
                <a:gd name="T12" fmla="*/ 33 w 18"/>
                <a:gd name="T13" fmla="*/ 21 h 24"/>
                <a:gd name="T14" fmla="*/ 5 w 18"/>
                <a:gd name="T15" fmla="*/ 8 h 2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8" h="24">
                  <a:moveTo>
                    <a:pt x="0" y="1"/>
                  </a:moveTo>
                  <a:cubicBezTo>
                    <a:pt x="3" y="1"/>
                    <a:pt x="6" y="0"/>
                    <a:pt x="9" y="2"/>
                  </a:cubicBezTo>
                  <a:cubicBezTo>
                    <a:pt x="11" y="3"/>
                    <a:pt x="14" y="6"/>
                    <a:pt x="15" y="8"/>
                  </a:cubicBezTo>
                  <a:cubicBezTo>
                    <a:pt x="17" y="11"/>
                    <a:pt x="16" y="14"/>
                    <a:pt x="16" y="17"/>
                  </a:cubicBezTo>
                  <a:cubicBezTo>
                    <a:pt x="16" y="19"/>
                    <a:pt x="16" y="23"/>
                    <a:pt x="18" y="24"/>
                  </a:cubicBezTo>
                  <a:cubicBezTo>
                    <a:pt x="13" y="20"/>
                    <a:pt x="15" y="13"/>
                    <a:pt x="12" y="8"/>
                  </a:cubicBezTo>
                  <a:cubicBezTo>
                    <a:pt x="10" y="7"/>
                    <a:pt x="9" y="6"/>
                    <a:pt x="7" y="5"/>
                  </a:cubicBezTo>
                  <a:cubicBezTo>
                    <a:pt x="5" y="4"/>
                    <a:pt x="2" y="3"/>
                    <a:pt x="1" y="2"/>
                  </a:cubicBezTo>
                </a:path>
              </a:pathLst>
            </a:custGeom>
            <a:solidFill>
              <a:srgbClr val="CBCA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481" name="Freeform 681">
              <a:extLst>
                <a:ext uri="{FF2B5EF4-FFF2-40B4-BE49-F238E27FC236}">
                  <a16:creationId xmlns:a16="http://schemas.microsoft.com/office/drawing/2014/main" id="{E9E5C4CF-CA44-482A-A698-E1D7203517F3}"/>
                </a:ext>
              </a:extLst>
            </p:cNvPr>
            <p:cNvSpPr>
              <a:spLocks/>
            </p:cNvSpPr>
            <p:nvPr/>
          </p:nvSpPr>
          <p:spPr bwMode="auto">
            <a:xfrm>
              <a:off x="997" y="801"/>
              <a:ext cx="23" cy="30"/>
            </a:xfrm>
            <a:custGeom>
              <a:avLst/>
              <a:gdLst>
                <a:gd name="T0" fmla="*/ 0 w 14"/>
                <a:gd name="T1" fmla="*/ 0 h 18"/>
                <a:gd name="T2" fmla="*/ 20 w 14"/>
                <a:gd name="T3" fmla="*/ 33 h 18"/>
                <a:gd name="T4" fmla="*/ 49 w 14"/>
                <a:gd name="T5" fmla="*/ 47 h 18"/>
                <a:gd name="T6" fmla="*/ 62 w 14"/>
                <a:gd name="T7" fmla="*/ 83 h 18"/>
                <a:gd name="T8" fmla="*/ 62 w 14"/>
                <a:gd name="T9" fmla="*/ 63 h 18"/>
                <a:gd name="T10" fmla="*/ 43 w 14"/>
                <a:gd name="T11" fmla="*/ 42 h 18"/>
                <a:gd name="T12" fmla="*/ 21 w 14"/>
                <a:gd name="T13" fmla="*/ 28 h 18"/>
                <a:gd name="T14" fmla="*/ 5 w 14"/>
                <a:gd name="T15" fmla="*/ 5 h 1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4" h="18">
                  <a:moveTo>
                    <a:pt x="0" y="0"/>
                  </a:moveTo>
                  <a:cubicBezTo>
                    <a:pt x="1" y="3"/>
                    <a:pt x="2" y="5"/>
                    <a:pt x="4" y="7"/>
                  </a:cubicBezTo>
                  <a:cubicBezTo>
                    <a:pt x="6" y="9"/>
                    <a:pt x="9" y="9"/>
                    <a:pt x="11" y="10"/>
                  </a:cubicBezTo>
                  <a:cubicBezTo>
                    <a:pt x="14" y="12"/>
                    <a:pt x="13" y="16"/>
                    <a:pt x="14" y="18"/>
                  </a:cubicBezTo>
                  <a:cubicBezTo>
                    <a:pt x="14" y="17"/>
                    <a:pt x="14" y="15"/>
                    <a:pt x="14" y="14"/>
                  </a:cubicBezTo>
                  <a:cubicBezTo>
                    <a:pt x="14" y="12"/>
                    <a:pt x="12" y="10"/>
                    <a:pt x="10" y="9"/>
                  </a:cubicBezTo>
                  <a:cubicBezTo>
                    <a:pt x="8" y="8"/>
                    <a:pt x="6" y="7"/>
                    <a:pt x="5" y="6"/>
                  </a:cubicBezTo>
                  <a:cubicBezTo>
                    <a:pt x="3" y="5"/>
                    <a:pt x="1" y="3"/>
                    <a:pt x="1" y="1"/>
                  </a:cubicBezTo>
                </a:path>
              </a:pathLst>
            </a:custGeom>
            <a:solidFill>
              <a:srgbClr val="CBCA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482" name="Freeform 682">
              <a:extLst>
                <a:ext uri="{FF2B5EF4-FFF2-40B4-BE49-F238E27FC236}">
                  <a16:creationId xmlns:a16="http://schemas.microsoft.com/office/drawing/2014/main" id="{475D6225-C187-4CF7-A0B8-66D0A0077079}"/>
                </a:ext>
              </a:extLst>
            </p:cNvPr>
            <p:cNvSpPr>
              <a:spLocks/>
            </p:cNvSpPr>
            <p:nvPr/>
          </p:nvSpPr>
          <p:spPr bwMode="auto">
            <a:xfrm>
              <a:off x="849" y="780"/>
              <a:ext cx="23" cy="28"/>
            </a:xfrm>
            <a:custGeom>
              <a:avLst/>
              <a:gdLst>
                <a:gd name="T0" fmla="*/ 20 w 14"/>
                <a:gd name="T1" fmla="*/ 0 h 17"/>
                <a:gd name="T2" fmla="*/ 62 w 14"/>
                <a:gd name="T3" fmla="*/ 54 h 17"/>
                <a:gd name="T4" fmla="*/ 8 w 14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7">
                  <a:moveTo>
                    <a:pt x="4" y="0"/>
                  </a:moveTo>
                  <a:cubicBezTo>
                    <a:pt x="0" y="2"/>
                    <a:pt x="9" y="17"/>
                    <a:pt x="14" y="12"/>
                  </a:cubicBezTo>
                  <a:cubicBezTo>
                    <a:pt x="7" y="11"/>
                    <a:pt x="4" y="5"/>
                    <a:pt x="2" y="0"/>
                  </a:cubicBezTo>
                </a:path>
              </a:pathLst>
            </a:custGeom>
            <a:solidFill>
              <a:srgbClr val="CBCA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483" name="Freeform 683">
              <a:extLst>
                <a:ext uri="{FF2B5EF4-FFF2-40B4-BE49-F238E27FC236}">
                  <a16:creationId xmlns:a16="http://schemas.microsoft.com/office/drawing/2014/main" id="{65EEA13B-4E4F-46C3-A69A-AA144CCA81BA}"/>
                </a:ext>
              </a:extLst>
            </p:cNvPr>
            <p:cNvSpPr>
              <a:spLocks/>
            </p:cNvSpPr>
            <p:nvPr/>
          </p:nvSpPr>
          <p:spPr bwMode="auto">
            <a:xfrm>
              <a:off x="821" y="783"/>
              <a:ext cx="25" cy="8"/>
            </a:xfrm>
            <a:custGeom>
              <a:avLst/>
              <a:gdLst>
                <a:gd name="T0" fmla="*/ 70 w 15"/>
                <a:gd name="T1" fmla="*/ 0 h 5"/>
                <a:gd name="T2" fmla="*/ 0 w 15"/>
                <a:gd name="T3" fmla="*/ 13 h 5"/>
                <a:gd name="T4" fmla="*/ 50 w 15"/>
                <a:gd name="T5" fmla="*/ 8 h 5"/>
                <a:gd name="T6" fmla="*/ 63 w 15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5">
                  <a:moveTo>
                    <a:pt x="15" y="0"/>
                  </a:moveTo>
                  <a:cubicBezTo>
                    <a:pt x="12" y="5"/>
                    <a:pt x="5" y="4"/>
                    <a:pt x="0" y="3"/>
                  </a:cubicBezTo>
                  <a:cubicBezTo>
                    <a:pt x="4" y="4"/>
                    <a:pt x="7" y="4"/>
                    <a:pt x="11" y="2"/>
                  </a:cubicBezTo>
                  <a:cubicBezTo>
                    <a:pt x="12" y="1"/>
                    <a:pt x="13" y="0"/>
                    <a:pt x="14" y="0"/>
                  </a:cubicBezTo>
                </a:path>
              </a:pathLst>
            </a:custGeom>
            <a:solidFill>
              <a:srgbClr val="CBCA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484" name="Freeform 684">
              <a:extLst>
                <a:ext uri="{FF2B5EF4-FFF2-40B4-BE49-F238E27FC236}">
                  <a16:creationId xmlns:a16="http://schemas.microsoft.com/office/drawing/2014/main" id="{7BDC8446-DEC8-4F38-8366-6AC3D7A27936}"/>
                </a:ext>
              </a:extLst>
            </p:cNvPr>
            <p:cNvSpPr>
              <a:spLocks/>
            </p:cNvSpPr>
            <p:nvPr/>
          </p:nvSpPr>
          <p:spPr bwMode="auto">
            <a:xfrm>
              <a:off x="708" y="843"/>
              <a:ext cx="15" cy="38"/>
            </a:xfrm>
            <a:custGeom>
              <a:avLst/>
              <a:gdLst>
                <a:gd name="T0" fmla="*/ 13 w 9"/>
                <a:gd name="T1" fmla="*/ 0 h 23"/>
                <a:gd name="T2" fmla="*/ 22 w 9"/>
                <a:gd name="T3" fmla="*/ 13 h 23"/>
                <a:gd name="T4" fmla="*/ 28 w 9"/>
                <a:gd name="T5" fmla="*/ 28 h 23"/>
                <a:gd name="T6" fmla="*/ 20 w 9"/>
                <a:gd name="T7" fmla="*/ 35 h 23"/>
                <a:gd name="T8" fmla="*/ 8 w 9"/>
                <a:gd name="T9" fmla="*/ 50 h 23"/>
                <a:gd name="T10" fmla="*/ 5 w 9"/>
                <a:gd name="T11" fmla="*/ 104 h 23"/>
                <a:gd name="T12" fmla="*/ 5 w 9"/>
                <a:gd name="T13" fmla="*/ 104 h 23"/>
                <a:gd name="T14" fmla="*/ 13 w 9"/>
                <a:gd name="T15" fmla="*/ 71 h 23"/>
                <a:gd name="T16" fmla="*/ 33 w 9"/>
                <a:gd name="T17" fmla="*/ 83 h 23"/>
                <a:gd name="T18" fmla="*/ 37 w 9"/>
                <a:gd name="T19" fmla="*/ 68 h 23"/>
                <a:gd name="T20" fmla="*/ 37 w 9"/>
                <a:gd name="T21" fmla="*/ 35 h 23"/>
                <a:gd name="T22" fmla="*/ 22 w 9"/>
                <a:gd name="T23" fmla="*/ 5 h 23"/>
                <a:gd name="T24" fmla="*/ 13 w 9"/>
                <a:gd name="T25" fmla="*/ 0 h 2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9" h="23">
                  <a:moveTo>
                    <a:pt x="3" y="0"/>
                  </a:moveTo>
                  <a:cubicBezTo>
                    <a:pt x="4" y="1"/>
                    <a:pt x="4" y="2"/>
                    <a:pt x="5" y="3"/>
                  </a:cubicBezTo>
                  <a:cubicBezTo>
                    <a:pt x="5" y="4"/>
                    <a:pt x="6" y="5"/>
                    <a:pt x="6" y="6"/>
                  </a:cubicBezTo>
                  <a:cubicBezTo>
                    <a:pt x="6" y="7"/>
                    <a:pt x="4" y="8"/>
                    <a:pt x="4" y="8"/>
                  </a:cubicBezTo>
                  <a:cubicBezTo>
                    <a:pt x="3" y="9"/>
                    <a:pt x="3" y="10"/>
                    <a:pt x="2" y="11"/>
                  </a:cubicBezTo>
                  <a:cubicBezTo>
                    <a:pt x="0" y="14"/>
                    <a:pt x="0" y="19"/>
                    <a:pt x="1" y="23"/>
                  </a:cubicBezTo>
                  <a:cubicBezTo>
                    <a:pt x="1" y="23"/>
                    <a:pt x="1" y="23"/>
                    <a:pt x="1" y="23"/>
                  </a:cubicBezTo>
                  <a:cubicBezTo>
                    <a:pt x="1" y="21"/>
                    <a:pt x="1" y="18"/>
                    <a:pt x="3" y="16"/>
                  </a:cubicBezTo>
                  <a:cubicBezTo>
                    <a:pt x="5" y="15"/>
                    <a:pt x="6" y="17"/>
                    <a:pt x="7" y="18"/>
                  </a:cubicBezTo>
                  <a:cubicBezTo>
                    <a:pt x="9" y="20"/>
                    <a:pt x="8" y="16"/>
                    <a:pt x="8" y="15"/>
                  </a:cubicBezTo>
                  <a:cubicBezTo>
                    <a:pt x="8" y="13"/>
                    <a:pt x="9" y="10"/>
                    <a:pt x="8" y="8"/>
                  </a:cubicBezTo>
                  <a:cubicBezTo>
                    <a:pt x="8" y="5"/>
                    <a:pt x="6" y="2"/>
                    <a:pt x="5" y="1"/>
                  </a:cubicBezTo>
                  <a:cubicBezTo>
                    <a:pt x="4" y="0"/>
                    <a:pt x="4" y="0"/>
                    <a:pt x="3" y="0"/>
                  </a:cubicBezTo>
                </a:path>
              </a:pathLst>
            </a:custGeom>
            <a:solidFill>
              <a:srgbClr val="CBCA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485" name="Freeform 685">
              <a:extLst>
                <a:ext uri="{FF2B5EF4-FFF2-40B4-BE49-F238E27FC236}">
                  <a16:creationId xmlns:a16="http://schemas.microsoft.com/office/drawing/2014/main" id="{AFF91AE4-DA6F-420E-B7F7-D5F8C6D08932}"/>
                </a:ext>
              </a:extLst>
            </p:cNvPr>
            <p:cNvSpPr>
              <a:spLocks/>
            </p:cNvSpPr>
            <p:nvPr/>
          </p:nvSpPr>
          <p:spPr bwMode="auto">
            <a:xfrm>
              <a:off x="837" y="1509"/>
              <a:ext cx="78" cy="45"/>
            </a:xfrm>
            <a:custGeom>
              <a:avLst/>
              <a:gdLst>
                <a:gd name="T0" fmla="*/ 5 w 47"/>
                <a:gd name="T1" fmla="*/ 5 h 27"/>
                <a:gd name="T2" fmla="*/ 214 w 47"/>
                <a:gd name="T3" fmla="*/ 75 h 27"/>
                <a:gd name="T4" fmla="*/ 96 w 47"/>
                <a:gd name="T5" fmla="*/ 28 h 27"/>
                <a:gd name="T6" fmla="*/ 0 w 47"/>
                <a:gd name="T7" fmla="*/ 0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7" h="27">
                  <a:moveTo>
                    <a:pt x="1" y="1"/>
                  </a:moveTo>
                  <a:cubicBezTo>
                    <a:pt x="7" y="0"/>
                    <a:pt x="43" y="27"/>
                    <a:pt x="47" y="16"/>
                  </a:cubicBezTo>
                  <a:cubicBezTo>
                    <a:pt x="37" y="16"/>
                    <a:pt x="29" y="10"/>
                    <a:pt x="21" y="6"/>
                  </a:cubicBezTo>
                  <a:cubicBezTo>
                    <a:pt x="14" y="4"/>
                    <a:pt x="6" y="2"/>
                    <a:pt x="0" y="0"/>
                  </a:cubicBezTo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486" name="Freeform 686">
              <a:extLst>
                <a:ext uri="{FF2B5EF4-FFF2-40B4-BE49-F238E27FC236}">
                  <a16:creationId xmlns:a16="http://schemas.microsoft.com/office/drawing/2014/main" id="{5498E467-71BF-4469-B748-E8E0426CCA7E}"/>
                </a:ext>
              </a:extLst>
            </p:cNvPr>
            <p:cNvSpPr>
              <a:spLocks/>
            </p:cNvSpPr>
            <p:nvPr/>
          </p:nvSpPr>
          <p:spPr bwMode="auto">
            <a:xfrm>
              <a:off x="882" y="1041"/>
              <a:ext cx="5" cy="27"/>
            </a:xfrm>
            <a:custGeom>
              <a:avLst/>
              <a:gdLst>
                <a:gd name="T0" fmla="*/ 3 w 5"/>
                <a:gd name="T1" fmla="*/ 27 h 27"/>
                <a:gd name="T2" fmla="*/ 5 w 5"/>
                <a:gd name="T3" fmla="*/ 0 h 27"/>
                <a:gd name="T4" fmla="*/ 0 w 5"/>
                <a:gd name="T5" fmla="*/ 27 h 27"/>
                <a:gd name="T6" fmla="*/ 3 w 5"/>
                <a:gd name="T7" fmla="*/ 27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27">
                  <a:moveTo>
                    <a:pt x="3" y="27"/>
                  </a:moveTo>
                  <a:lnTo>
                    <a:pt x="5" y="0"/>
                  </a:lnTo>
                  <a:lnTo>
                    <a:pt x="0" y="27"/>
                  </a:lnTo>
                  <a:lnTo>
                    <a:pt x="3" y="2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</p:grpSp>
      <p:sp>
        <p:nvSpPr>
          <p:cNvPr id="39940" name="Freeform 687">
            <a:extLst>
              <a:ext uri="{FF2B5EF4-FFF2-40B4-BE49-F238E27FC236}">
                <a16:creationId xmlns:a16="http://schemas.microsoft.com/office/drawing/2014/main" id="{FD832CDB-92F5-4AC3-A3B4-2F53AA234EEB}"/>
              </a:ext>
            </a:extLst>
          </p:cNvPr>
          <p:cNvSpPr>
            <a:spLocks/>
          </p:cNvSpPr>
          <p:nvPr/>
        </p:nvSpPr>
        <p:spPr bwMode="auto">
          <a:xfrm>
            <a:off x="9166225" y="1533525"/>
            <a:ext cx="9525" cy="4763"/>
          </a:xfrm>
          <a:custGeom>
            <a:avLst/>
            <a:gdLst>
              <a:gd name="T0" fmla="*/ 2147483646 w 6"/>
              <a:gd name="T1" fmla="*/ 2147483646 h 3"/>
              <a:gd name="T2" fmla="*/ 0 w 6"/>
              <a:gd name="T3" fmla="*/ 0 h 3"/>
              <a:gd name="T4" fmla="*/ 0 w 6"/>
              <a:gd name="T5" fmla="*/ 2147483646 h 3"/>
              <a:gd name="T6" fmla="*/ 2147483646 w 6"/>
              <a:gd name="T7" fmla="*/ 2147483646 h 3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6" h="3">
                <a:moveTo>
                  <a:pt x="6" y="3"/>
                </a:moveTo>
                <a:lnTo>
                  <a:pt x="0" y="0"/>
                </a:lnTo>
                <a:lnTo>
                  <a:pt x="0" y="3"/>
                </a:lnTo>
                <a:lnTo>
                  <a:pt x="6" y="3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fr-FR"/>
          </a:p>
        </p:txBody>
      </p:sp>
      <p:grpSp>
        <p:nvGrpSpPr>
          <p:cNvPr id="39941" name="elderly-male-full-body-illustration">
            <a:extLst>
              <a:ext uri="{FF2B5EF4-FFF2-40B4-BE49-F238E27FC236}">
                <a16:creationId xmlns:a16="http://schemas.microsoft.com/office/drawing/2014/main" id="{B1CF39A9-B965-44B1-9558-B1DB662437EF}"/>
              </a:ext>
            </a:extLst>
          </p:cNvPr>
          <p:cNvGrpSpPr>
            <a:grpSpLocks/>
          </p:cNvGrpSpPr>
          <p:nvPr/>
        </p:nvGrpSpPr>
        <p:grpSpPr bwMode="auto">
          <a:xfrm>
            <a:off x="8386763" y="1103313"/>
            <a:ext cx="1641475" cy="5443537"/>
            <a:chOff x="4323" y="639"/>
            <a:chExt cx="1034" cy="3429"/>
          </a:xfrm>
        </p:grpSpPr>
        <p:sp>
          <p:nvSpPr>
            <p:cNvPr id="40230" name="Freeform 689">
              <a:extLst>
                <a:ext uri="{FF2B5EF4-FFF2-40B4-BE49-F238E27FC236}">
                  <a16:creationId xmlns:a16="http://schemas.microsoft.com/office/drawing/2014/main" id="{B7148299-93B2-4DFD-884D-3FA9FF96442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4" y="2312"/>
              <a:ext cx="93" cy="49"/>
            </a:xfrm>
            <a:custGeom>
              <a:avLst/>
              <a:gdLst>
                <a:gd name="T0" fmla="*/ 5 w 62"/>
                <a:gd name="T1" fmla="*/ 53 h 33"/>
                <a:gd name="T2" fmla="*/ 188 w 62"/>
                <a:gd name="T3" fmla="*/ 0 h 33"/>
                <a:gd name="T4" fmla="*/ 194 w 62"/>
                <a:gd name="T5" fmla="*/ 108 h 33"/>
                <a:gd name="T6" fmla="*/ 0 w 62"/>
                <a:gd name="T7" fmla="*/ 67 h 33"/>
                <a:gd name="T8" fmla="*/ 5 w 62"/>
                <a:gd name="T9" fmla="*/ 53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2" h="33">
                  <a:moveTo>
                    <a:pt x="1" y="16"/>
                  </a:moveTo>
                  <a:cubicBezTo>
                    <a:pt x="55" y="0"/>
                    <a:pt x="55" y="0"/>
                    <a:pt x="55" y="0"/>
                  </a:cubicBezTo>
                  <a:cubicBezTo>
                    <a:pt x="55" y="0"/>
                    <a:pt x="62" y="13"/>
                    <a:pt x="57" y="33"/>
                  </a:cubicBezTo>
                  <a:cubicBezTo>
                    <a:pt x="0" y="20"/>
                    <a:pt x="0" y="20"/>
                    <a:pt x="0" y="20"/>
                  </a:cubicBezTo>
                  <a:lnTo>
                    <a:pt x="1" y="16"/>
                  </a:lnTo>
                  <a:close/>
                </a:path>
              </a:pathLst>
            </a:custGeom>
            <a:solidFill>
              <a:srgbClr val="FEF3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231" name="Freeform 690">
              <a:extLst>
                <a:ext uri="{FF2B5EF4-FFF2-40B4-BE49-F238E27FC236}">
                  <a16:creationId xmlns:a16="http://schemas.microsoft.com/office/drawing/2014/main" id="{6FFFEBC8-EB3B-4E4C-8454-16D24632C1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3" y="1058"/>
              <a:ext cx="1026" cy="2639"/>
            </a:xfrm>
            <a:custGeom>
              <a:avLst/>
              <a:gdLst>
                <a:gd name="T0" fmla="*/ 18 w 684"/>
                <a:gd name="T1" fmla="*/ 3154 h 1764"/>
                <a:gd name="T2" fmla="*/ 66 w 684"/>
                <a:gd name="T3" fmla="*/ 3394 h 1764"/>
                <a:gd name="T4" fmla="*/ 203 w 684"/>
                <a:gd name="T5" fmla="*/ 3570 h 1764"/>
                <a:gd name="T6" fmla="*/ 282 w 684"/>
                <a:gd name="T7" fmla="*/ 3565 h 1764"/>
                <a:gd name="T8" fmla="*/ 359 w 684"/>
                <a:gd name="T9" fmla="*/ 3564 h 1764"/>
                <a:gd name="T10" fmla="*/ 377 w 684"/>
                <a:gd name="T11" fmla="*/ 3510 h 1764"/>
                <a:gd name="T12" fmla="*/ 284 w 684"/>
                <a:gd name="T13" fmla="*/ 3397 h 1764"/>
                <a:gd name="T14" fmla="*/ 216 w 684"/>
                <a:gd name="T15" fmla="*/ 3315 h 1764"/>
                <a:gd name="T16" fmla="*/ 224 w 684"/>
                <a:gd name="T17" fmla="*/ 3154 h 1764"/>
                <a:gd name="T18" fmla="*/ 390 w 684"/>
                <a:gd name="T19" fmla="*/ 3267 h 1764"/>
                <a:gd name="T20" fmla="*/ 234 w 684"/>
                <a:gd name="T21" fmla="*/ 2977 h 1764"/>
                <a:gd name="T22" fmla="*/ 194 w 684"/>
                <a:gd name="T23" fmla="*/ 2862 h 1764"/>
                <a:gd name="T24" fmla="*/ 336 w 684"/>
                <a:gd name="T25" fmla="*/ 2262 h 1764"/>
                <a:gd name="T26" fmla="*/ 444 w 684"/>
                <a:gd name="T27" fmla="*/ 1598 h 1764"/>
                <a:gd name="T28" fmla="*/ 458 w 684"/>
                <a:gd name="T29" fmla="*/ 1445 h 1764"/>
                <a:gd name="T30" fmla="*/ 504 w 684"/>
                <a:gd name="T31" fmla="*/ 1665 h 1764"/>
                <a:gd name="T32" fmla="*/ 458 w 684"/>
                <a:gd name="T33" fmla="*/ 2820 h 1764"/>
                <a:gd name="T34" fmla="*/ 588 w 684"/>
                <a:gd name="T35" fmla="*/ 4341 h 1764"/>
                <a:gd name="T36" fmla="*/ 626 w 684"/>
                <a:gd name="T37" fmla="*/ 4801 h 1764"/>
                <a:gd name="T38" fmla="*/ 635 w 684"/>
                <a:gd name="T39" fmla="*/ 5906 h 1764"/>
                <a:gd name="T40" fmla="*/ 999 w 684"/>
                <a:gd name="T41" fmla="*/ 5145 h 1764"/>
                <a:gd name="T42" fmla="*/ 1025 w 684"/>
                <a:gd name="T43" fmla="*/ 4581 h 1764"/>
                <a:gd name="T44" fmla="*/ 1079 w 684"/>
                <a:gd name="T45" fmla="*/ 3348 h 1764"/>
                <a:gd name="T46" fmla="*/ 1268 w 684"/>
                <a:gd name="T47" fmla="*/ 3908 h 1764"/>
                <a:gd name="T48" fmla="*/ 1283 w 684"/>
                <a:gd name="T49" fmla="*/ 4693 h 1764"/>
                <a:gd name="T50" fmla="*/ 1358 w 684"/>
                <a:gd name="T51" fmla="*/ 5682 h 1764"/>
                <a:gd name="T52" fmla="*/ 1695 w 684"/>
                <a:gd name="T53" fmla="*/ 5378 h 1764"/>
                <a:gd name="T54" fmla="*/ 1706 w 684"/>
                <a:gd name="T55" fmla="*/ 4590 h 1764"/>
                <a:gd name="T56" fmla="*/ 1800 w 684"/>
                <a:gd name="T57" fmla="*/ 3037 h 1764"/>
                <a:gd name="T58" fmla="*/ 1881 w 684"/>
                <a:gd name="T59" fmla="*/ 1952 h 1764"/>
                <a:gd name="T60" fmla="*/ 1848 w 684"/>
                <a:gd name="T61" fmla="*/ 1450 h 1764"/>
                <a:gd name="T62" fmla="*/ 1854 w 684"/>
                <a:gd name="T63" fmla="*/ 1524 h 1764"/>
                <a:gd name="T64" fmla="*/ 1904 w 684"/>
                <a:gd name="T65" fmla="*/ 1936 h 1764"/>
                <a:gd name="T66" fmla="*/ 2091 w 684"/>
                <a:gd name="T67" fmla="*/ 2766 h 1764"/>
                <a:gd name="T68" fmla="*/ 2309 w 684"/>
                <a:gd name="T69" fmla="*/ 2822 h 1764"/>
                <a:gd name="T70" fmla="*/ 2276 w 684"/>
                <a:gd name="T71" fmla="*/ 2522 h 1764"/>
                <a:gd name="T72" fmla="*/ 2195 w 684"/>
                <a:gd name="T73" fmla="*/ 1682 h 1764"/>
                <a:gd name="T74" fmla="*/ 1989 w 684"/>
                <a:gd name="T75" fmla="*/ 788 h 1764"/>
                <a:gd name="T76" fmla="*/ 1457 w 684"/>
                <a:gd name="T77" fmla="*/ 365 h 1764"/>
                <a:gd name="T78" fmla="*/ 896 w 684"/>
                <a:gd name="T79" fmla="*/ 0 h 1764"/>
                <a:gd name="T80" fmla="*/ 518 w 684"/>
                <a:gd name="T81" fmla="*/ 600 h 1764"/>
                <a:gd name="T82" fmla="*/ 194 w 684"/>
                <a:gd name="T83" fmla="*/ 1227 h 1764"/>
                <a:gd name="T84" fmla="*/ 102 w 684"/>
                <a:gd name="T85" fmla="*/ 1895 h 1764"/>
                <a:gd name="T86" fmla="*/ 27 w 684"/>
                <a:gd name="T87" fmla="*/ 2708 h 1764"/>
                <a:gd name="T88" fmla="*/ 0 w 684"/>
                <a:gd name="T89" fmla="*/ 2928 h 1764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684" h="1764">
                  <a:moveTo>
                    <a:pt x="0" y="874"/>
                  </a:moveTo>
                  <a:cubicBezTo>
                    <a:pt x="0" y="874"/>
                    <a:pt x="7" y="926"/>
                    <a:pt x="5" y="942"/>
                  </a:cubicBezTo>
                  <a:cubicBezTo>
                    <a:pt x="3" y="958"/>
                    <a:pt x="4" y="967"/>
                    <a:pt x="5" y="977"/>
                  </a:cubicBezTo>
                  <a:cubicBezTo>
                    <a:pt x="6" y="987"/>
                    <a:pt x="16" y="1002"/>
                    <a:pt x="19" y="1014"/>
                  </a:cubicBezTo>
                  <a:cubicBezTo>
                    <a:pt x="25" y="1040"/>
                    <a:pt x="32" y="1040"/>
                    <a:pt x="38" y="1049"/>
                  </a:cubicBezTo>
                  <a:cubicBezTo>
                    <a:pt x="44" y="1057"/>
                    <a:pt x="58" y="1063"/>
                    <a:pt x="60" y="1066"/>
                  </a:cubicBezTo>
                  <a:cubicBezTo>
                    <a:pt x="62" y="1069"/>
                    <a:pt x="69" y="1075"/>
                    <a:pt x="76" y="1074"/>
                  </a:cubicBezTo>
                  <a:cubicBezTo>
                    <a:pt x="84" y="1073"/>
                    <a:pt x="83" y="1065"/>
                    <a:pt x="83" y="1065"/>
                  </a:cubicBezTo>
                  <a:cubicBezTo>
                    <a:pt x="83" y="1065"/>
                    <a:pt x="85" y="1065"/>
                    <a:pt x="88" y="1065"/>
                  </a:cubicBezTo>
                  <a:cubicBezTo>
                    <a:pt x="92" y="1065"/>
                    <a:pt x="103" y="1067"/>
                    <a:pt x="106" y="1064"/>
                  </a:cubicBezTo>
                  <a:cubicBezTo>
                    <a:pt x="113" y="1057"/>
                    <a:pt x="103" y="1049"/>
                    <a:pt x="103" y="1049"/>
                  </a:cubicBezTo>
                  <a:cubicBezTo>
                    <a:pt x="111" y="1048"/>
                    <a:pt x="111" y="1048"/>
                    <a:pt x="111" y="1048"/>
                  </a:cubicBezTo>
                  <a:cubicBezTo>
                    <a:pt x="120" y="1043"/>
                    <a:pt x="108" y="1033"/>
                    <a:pt x="108" y="1033"/>
                  </a:cubicBezTo>
                  <a:cubicBezTo>
                    <a:pt x="109" y="1015"/>
                    <a:pt x="86" y="1019"/>
                    <a:pt x="84" y="1015"/>
                  </a:cubicBezTo>
                  <a:cubicBezTo>
                    <a:pt x="76" y="1005"/>
                    <a:pt x="69" y="1005"/>
                    <a:pt x="69" y="1005"/>
                  </a:cubicBezTo>
                  <a:cubicBezTo>
                    <a:pt x="68" y="995"/>
                    <a:pt x="62" y="993"/>
                    <a:pt x="64" y="990"/>
                  </a:cubicBezTo>
                  <a:cubicBezTo>
                    <a:pt x="69" y="983"/>
                    <a:pt x="60" y="974"/>
                    <a:pt x="64" y="968"/>
                  </a:cubicBezTo>
                  <a:cubicBezTo>
                    <a:pt x="67" y="962"/>
                    <a:pt x="66" y="942"/>
                    <a:pt x="66" y="942"/>
                  </a:cubicBezTo>
                  <a:cubicBezTo>
                    <a:pt x="66" y="942"/>
                    <a:pt x="75" y="944"/>
                    <a:pt x="79" y="955"/>
                  </a:cubicBezTo>
                  <a:cubicBezTo>
                    <a:pt x="83" y="966"/>
                    <a:pt x="101" y="985"/>
                    <a:pt x="115" y="976"/>
                  </a:cubicBezTo>
                  <a:cubicBezTo>
                    <a:pt x="129" y="968"/>
                    <a:pt x="109" y="942"/>
                    <a:pt x="98" y="931"/>
                  </a:cubicBezTo>
                  <a:cubicBezTo>
                    <a:pt x="86" y="920"/>
                    <a:pt x="77" y="897"/>
                    <a:pt x="69" y="889"/>
                  </a:cubicBezTo>
                  <a:cubicBezTo>
                    <a:pt x="60" y="880"/>
                    <a:pt x="60" y="862"/>
                    <a:pt x="60" y="862"/>
                  </a:cubicBezTo>
                  <a:cubicBezTo>
                    <a:pt x="60" y="862"/>
                    <a:pt x="55" y="858"/>
                    <a:pt x="57" y="855"/>
                  </a:cubicBezTo>
                  <a:cubicBezTo>
                    <a:pt x="58" y="852"/>
                    <a:pt x="62" y="839"/>
                    <a:pt x="64" y="826"/>
                  </a:cubicBezTo>
                  <a:cubicBezTo>
                    <a:pt x="66" y="814"/>
                    <a:pt x="95" y="701"/>
                    <a:pt x="99" y="676"/>
                  </a:cubicBezTo>
                  <a:cubicBezTo>
                    <a:pt x="108" y="629"/>
                    <a:pt x="124" y="611"/>
                    <a:pt x="119" y="578"/>
                  </a:cubicBezTo>
                  <a:cubicBezTo>
                    <a:pt x="119" y="554"/>
                    <a:pt x="129" y="489"/>
                    <a:pt x="131" y="477"/>
                  </a:cubicBezTo>
                  <a:cubicBezTo>
                    <a:pt x="132" y="475"/>
                    <a:pt x="132" y="463"/>
                    <a:pt x="133" y="455"/>
                  </a:cubicBezTo>
                  <a:cubicBezTo>
                    <a:pt x="134" y="451"/>
                    <a:pt x="135" y="442"/>
                    <a:pt x="135" y="432"/>
                  </a:cubicBezTo>
                  <a:cubicBezTo>
                    <a:pt x="135" y="433"/>
                    <a:pt x="135" y="433"/>
                    <a:pt x="135" y="433"/>
                  </a:cubicBezTo>
                  <a:cubicBezTo>
                    <a:pt x="136" y="444"/>
                    <a:pt x="147" y="468"/>
                    <a:pt x="149" y="497"/>
                  </a:cubicBezTo>
                  <a:cubicBezTo>
                    <a:pt x="147" y="522"/>
                    <a:pt x="125" y="556"/>
                    <a:pt x="126" y="579"/>
                  </a:cubicBezTo>
                  <a:cubicBezTo>
                    <a:pt x="95" y="724"/>
                    <a:pt x="136" y="814"/>
                    <a:pt x="135" y="842"/>
                  </a:cubicBezTo>
                  <a:cubicBezTo>
                    <a:pt x="134" y="877"/>
                    <a:pt x="151" y="885"/>
                    <a:pt x="150" y="916"/>
                  </a:cubicBezTo>
                  <a:cubicBezTo>
                    <a:pt x="174" y="1297"/>
                    <a:pt x="174" y="1297"/>
                    <a:pt x="174" y="1297"/>
                  </a:cubicBezTo>
                  <a:cubicBezTo>
                    <a:pt x="174" y="1308"/>
                    <a:pt x="172" y="1350"/>
                    <a:pt x="176" y="1371"/>
                  </a:cubicBezTo>
                  <a:cubicBezTo>
                    <a:pt x="177" y="1376"/>
                    <a:pt x="185" y="1400"/>
                    <a:pt x="185" y="1434"/>
                  </a:cubicBezTo>
                  <a:cubicBezTo>
                    <a:pt x="187" y="1488"/>
                    <a:pt x="175" y="1565"/>
                    <a:pt x="177" y="1604"/>
                  </a:cubicBezTo>
                  <a:cubicBezTo>
                    <a:pt x="180" y="1668"/>
                    <a:pt x="178" y="1723"/>
                    <a:pt x="188" y="1764"/>
                  </a:cubicBezTo>
                  <a:cubicBezTo>
                    <a:pt x="274" y="1688"/>
                    <a:pt x="274" y="1688"/>
                    <a:pt x="274" y="1688"/>
                  </a:cubicBezTo>
                  <a:cubicBezTo>
                    <a:pt x="276" y="1675"/>
                    <a:pt x="298" y="1591"/>
                    <a:pt x="296" y="1537"/>
                  </a:cubicBezTo>
                  <a:cubicBezTo>
                    <a:pt x="295" y="1504"/>
                    <a:pt x="302" y="1425"/>
                    <a:pt x="302" y="1402"/>
                  </a:cubicBezTo>
                  <a:cubicBezTo>
                    <a:pt x="302" y="1398"/>
                    <a:pt x="304" y="1373"/>
                    <a:pt x="303" y="1368"/>
                  </a:cubicBezTo>
                  <a:cubicBezTo>
                    <a:pt x="296" y="1334"/>
                    <a:pt x="314" y="1168"/>
                    <a:pt x="314" y="1166"/>
                  </a:cubicBezTo>
                  <a:cubicBezTo>
                    <a:pt x="316" y="1144"/>
                    <a:pt x="319" y="1000"/>
                    <a:pt x="319" y="1000"/>
                  </a:cubicBezTo>
                  <a:cubicBezTo>
                    <a:pt x="367" y="999"/>
                    <a:pt x="367" y="999"/>
                    <a:pt x="367" y="999"/>
                  </a:cubicBezTo>
                  <a:cubicBezTo>
                    <a:pt x="367" y="999"/>
                    <a:pt x="373" y="1145"/>
                    <a:pt x="375" y="1167"/>
                  </a:cubicBezTo>
                  <a:cubicBezTo>
                    <a:pt x="375" y="1169"/>
                    <a:pt x="385" y="1336"/>
                    <a:pt x="379" y="1368"/>
                  </a:cubicBezTo>
                  <a:cubicBezTo>
                    <a:pt x="378" y="1373"/>
                    <a:pt x="380" y="1398"/>
                    <a:pt x="380" y="1402"/>
                  </a:cubicBezTo>
                  <a:cubicBezTo>
                    <a:pt x="380" y="1425"/>
                    <a:pt x="388" y="1501"/>
                    <a:pt x="385" y="1534"/>
                  </a:cubicBezTo>
                  <a:cubicBezTo>
                    <a:pt x="381" y="1591"/>
                    <a:pt x="396" y="1666"/>
                    <a:pt x="402" y="1697"/>
                  </a:cubicBezTo>
                  <a:cubicBezTo>
                    <a:pt x="488" y="1764"/>
                    <a:pt x="488" y="1764"/>
                    <a:pt x="488" y="1764"/>
                  </a:cubicBezTo>
                  <a:cubicBezTo>
                    <a:pt x="493" y="1715"/>
                    <a:pt x="499" y="1669"/>
                    <a:pt x="502" y="1606"/>
                  </a:cubicBezTo>
                  <a:cubicBezTo>
                    <a:pt x="503" y="1573"/>
                    <a:pt x="495" y="1503"/>
                    <a:pt x="497" y="1434"/>
                  </a:cubicBezTo>
                  <a:cubicBezTo>
                    <a:pt x="498" y="1400"/>
                    <a:pt x="504" y="1376"/>
                    <a:pt x="505" y="1371"/>
                  </a:cubicBezTo>
                  <a:cubicBezTo>
                    <a:pt x="509" y="1350"/>
                    <a:pt x="504" y="1308"/>
                    <a:pt x="504" y="1297"/>
                  </a:cubicBezTo>
                  <a:cubicBezTo>
                    <a:pt x="510" y="1108"/>
                    <a:pt x="535" y="946"/>
                    <a:pt x="533" y="907"/>
                  </a:cubicBezTo>
                  <a:cubicBezTo>
                    <a:pt x="533" y="907"/>
                    <a:pt x="550" y="856"/>
                    <a:pt x="547" y="842"/>
                  </a:cubicBezTo>
                  <a:cubicBezTo>
                    <a:pt x="546" y="814"/>
                    <a:pt x="594" y="733"/>
                    <a:pt x="557" y="583"/>
                  </a:cubicBezTo>
                  <a:cubicBezTo>
                    <a:pt x="558" y="560"/>
                    <a:pt x="536" y="523"/>
                    <a:pt x="535" y="499"/>
                  </a:cubicBezTo>
                  <a:cubicBezTo>
                    <a:pt x="536" y="469"/>
                    <a:pt x="547" y="444"/>
                    <a:pt x="547" y="433"/>
                  </a:cubicBezTo>
                  <a:cubicBezTo>
                    <a:pt x="547" y="432"/>
                    <a:pt x="547" y="432"/>
                    <a:pt x="547" y="432"/>
                  </a:cubicBezTo>
                  <a:cubicBezTo>
                    <a:pt x="548" y="442"/>
                    <a:pt x="549" y="451"/>
                    <a:pt x="549" y="455"/>
                  </a:cubicBezTo>
                  <a:cubicBezTo>
                    <a:pt x="551" y="463"/>
                    <a:pt x="551" y="475"/>
                    <a:pt x="552" y="477"/>
                  </a:cubicBezTo>
                  <a:cubicBezTo>
                    <a:pt x="553" y="489"/>
                    <a:pt x="563" y="554"/>
                    <a:pt x="564" y="578"/>
                  </a:cubicBezTo>
                  <a:cubicBezTo>
                    <a:pt x="559" y="611"/>
                    <a:pt x="576" y="628"/>
                    <a:pt x="585" y="675"/>
                  </a:cubicBezTo>
                  <a:cubicBezTo>
                    <a:pt x="589" y="700"/>
                    <a:pt x="617" y="814"/>
                    <a:pt x="619" y="826"/>
                  </a:cubicBezTo>
                  <a:cubicBezTo>
                    <a:pt x="621" y="839"/>
                    <a:pt x="624" y="852"/>
                    <a:pt x="626" y="855"/>
                  </a:cubicBezTo>
                  <a:cubicBezTo>
                    <a:pt x="684" y="843"/>
                    <a:pt x="684" y="843"/>
                    <a:pt x="684" y="843"/>
                  </a:cubicBezTo>
                  <a:cubicBezTo>
                    <a:pt x="681" y="832"/>
                    <a:pt x="681" y="821"/>
                    <a:pt x="678" y="809"/>
                  </a:cubicBezTo>
                  <a:cubicBezTo>
                    <a:pt x="675" y="796"/>
                    <a:pt x="675" y="771"/>
                    <a:pt x="674" y="753"/>
                  </a:cubicBezTo>
                  <a:cubicBezTo>
                    <a:pt x="673" y="724"/>
                    <a:pt x="673" y="609"/>
                    <a:pt x="656" y="566"/>
                  </a:cubicBezTo>
                  <a:cubicBezTo>
                    <a:pt x="653" y="553"/>
                    <a:pt x="649" y="532"/>
                    <a:pt x="650" y="502"/>
                  </a:cubicBezTo>
                  <a:cubicBezTo>
                    <a:pt x="640" y="419"/>
                    <a:pt x="621" y="372"/>
                    <a:pt x="623" y="347"/>
                  </a:cubicBezTo>
                  <a:cubicBezTo>
                    <a:pt x="622" y="306"/>
                    <a:pt x="599" y="257"/>
                    <a:pt x="589" y="235"/>
                  </a:cubicBezTo>
                  <a:cubicBezTo>
                    <a:pt x="574" y="206"/>
                    <a:pt x="521" y="165"/>
                    <a:pt x="506" y="159"/>
                  </a:cubicBezTo>
                  <a:cubicBezTo>
                    <a:pt x="500" y="156"/>
                    <a:pt x="463" y="128"/>
                    <a:pt x="431" y="109"/>
                  </a:cubicBezTo>
                  <a:cubicBezTo>
                    <a:pt x="398" y="81"/>
                    <a:pt x="410" y="50"/>
                    <a:pt x="411" y="36"/>
                  </a:cubicBezTo>
                  <a:cubicBezTo>
                    <a:pt x="265" y="0"/>
                    <a:pt x="265" y="0"/>
                    <a:pt x="265" y="0"/>
                  </a:cubicBezTo>
                  <a:cubicBezTo>
                    <a:pt x="265" y="17"/>
                    <a:pt x="280" y="81"/>
                    <a:pt x="250" y="113"/>
                  </a:cubicBezTo>
                  <a:cubicBezTo>
                    <a:pt x="238" y="119"/>
                    <a:pt x="171" y="171"/>
                    <a:pt x="153" y="179"/>
                  </a:cubicBezTo>
                  <a:cubicBezTo>
                    <a:pt x="121" y="192"/>
                    <a:pt x="85" y="250"/>
                    <a:pt x="75" y="294"/>
                  </a:cubicBezTo>
                  <a:cubicBezTo>
                    <a:pt x="71" y="313"/>
                    <a:pt x="57" y="354"/>
                    <a:pt x="57" y="366"/>
                  </a:cubicBezTo>
                  <a:cubicBezTo>
                    <a:pt x="58" y="391"/>
                    <a:pt x="45" y="408"/>
                    <a:pt x="37" y="502"/>
                  </a:cubicBezTo>
                  <a:cubicBezTo>
                    <a:pt x="37" y="532"/>
                    <a:pt x="34" y="553"/>
                    <a:pt x="30" y="566"/>
                  </a:cubicBezTo>
                  <a:cubicBezTo>
                    <a:pt x="13" y="609"/>
                    <a:pt x="13" y="724"/>
                    <a:pt x="12" y="753"/>
                  </a:cubicBezTo>
                  <a:cubicBezTo>
                    <a:pt x="11" y="771"/>
                    <a:pt x="11" y="796"/>
                    <a:pt x="8" y="809"/>
                  </a:cubicBezTo>
                  <a:cubicBezTo>
                    <a:pt x="5" y="821"/>
                    <a:pt x="7" y="832"/>
                    <a:pt x="4" y="843"/>
                  </a:cubicBezTo>
                  <a:cubicBezTo>
                    <a:pt x="1" y="854"/>
                    <a:pt x="0" y="868"/>
                    <a:pt x="0" y="874"/>
                  </a:cubicBezTo>
                </a:path>
              </a:pathLst>
            </a:custGeom>
            <a:solidFill>
              <a:srgbClr val="FEF3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232" name="Freeform 691">
              <a:extLst>
                <a:ext uri="{FF2B5EF4-FFF2-40B4-BE49-F238E27FC236}">
                  <a16:creationId xmlns:a16="http://schemas.microsoft.com/office/drawing/2014/main" id="{5452A278-CC53-4F6A-89B0-0AA01C72B7A9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6" y="2319"/>
              <a:ext cx="195" cy="337"/>
            </a:xfrm>
            <a:custGeom>
              <a:avLst/>
              <a:gdLst>
                <a:gd name="T0" fmla="*/ 237 w 130"/>
                <a:gd name="T1" fmla="*/ 40 h 225"/>
                <a:gd name="T2" fmla="*/ 207 w 130"/>
                <a:gd name="T3" fmla="*/ 130 h 225"/>
                <a:gd name="T4" fmla="*/ 108 w 130"/>
                <a:gd name="T5" fmla="*/ 271 h 225"/>
                <a:gd name="T6" fmla="*/ 53 w 130"/>
                <a:gd name="T7" fmla="*/ 424 h 225"/>
                <a:gd name="T8" fmla="*/ 174 w 130"/>
                <a:gd name="T9" fmla="*/ 352 h 225"/>
                <a:gd name="T10" fmla="*/ 215 w 130"/>
                <a:gd name="T11" fmla="*/ 310 h 225"/>
                <a:gd name="T12" fmla="*/ 224 w 130"/>
                <a:gd name="T13" fmla="*/ 397 h 225"/>
                <a:gd name="T14" fmla="*/ 221 w 130"/>
                <a:gd name="T15" fmla="*/ 472 h 225"/>
                <a:gd name="T16" fmla="*/ 207 w 130"/>
                <a:gd name="T17" fmla="*/ 520 h 225"/>
                <a:gd name="T18" fmla="*/ 156 w 130"/>
                <a:gd name="T19" fmla="*/ 554 h 225"/>
                <a:gd name="T20" fmla="*/ 72 w 130"/>
                <a:gd name="T21" fmla="*/ 614 h 225"/>
                <a:gd name="T22" fmla="*/ 66 w 130"/>
                <a:gd name="T23" fmla="*/ 667 h 225"/>
                <a:gd name="T24" fmla="*/ 89 w 130"/>
                <a:gd name="T25" fmla="*/ 668 h 225"/>
                <a:gd name="T26" fmla="*/ 80 w 130"/>
                <a:gd name="T27" fmla="*/ 720 h 225"/>
                <a:gd name="T28" fmla="*/ 140 w 130"/>
                <a:gd name="T29" fmla="*/ 722 h 225"/>
                <a:gd name="T30" fmla="*/ 161 w 130"/>
                <a:gd name="T31" fmla="*/ 722 h 225"/>
                <a:gd name="T32" fmla="*/ 180 w 130"/>
                <a:gd name="T33" fmla="*/ 753 h 225"/>
                <a:gd name="T34" fmla="*/ 237 w 130"/>
                <a:gd name="T35" fmla="*/ 726 h 225"/>
                <a:gd name="T36" fmla="*/ 311 w 130"/>
                <a:gd name="T37" fmla="*/ 668 h 225"/>
                <a:gd name="T38" fmla="*/ 377 w 130"/>
                <a:gd name="T39" fmla="*/ 551 h 225"/>
                <a:gd name="T40" fmla="*/ 423 w 130"/>
                <a:gd name="T41" fmla="*/ 427 h 225"/>
                <a:gd name="T42" fmla="*/ 423 w 130"/>
                <a:gd name="T43" fmla="*/ 310 h 225"/>
                <a:gd name="T44" fmla="*/ 440 w 130"/>
                <a:gd name="T45" fmla="*/ 81 h 225"/>
                <a:gd name="T46" fmla="*/ 237 w 130"/>
                <a:gd name="T47" fmla="*/ 36 h 225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130" h="225">
                  <a:moveTo>
                    <a:pt x="70" y="12"/>
                  </a:moveTo>
                  <a:cubicBezTo>
                    <a:pt x="70" y="12"/>
                    <a:pt x="69" y="30"/>
                    <a:pt x="61" y="39"/>
                  </a:cubicBezTo>
                  <a:cubicBezTo>
                    <a:pt x="52" y="47"/>
                    <a:pt x="44" y="70"/>
                    <a:pt x="32" y="81"/>
                  </a:cubicBezTo>
                  <a:cubicBezTo>
                    <a:pt x="20" y="92"/>
                    <a:pt x="0" y="118"/>
                    <a:pt x="15" y="126"/>
                  </a:cubicBezTo>
                  <a:cubicBezTo>
                    <a:pt x="29" y="135"/>
                    <a:pt x="47" y="116"/>
                    <a:pt x="51" y="105"/>
                  </a:cubicBezTo>
                  <a:cubicBezTo>
                    <a:pt x="55" y="94"/>
                    <a:pt x="63" y="92"/>
                    <a:pt x="63" y="92"/>
                  </a:cubicBezTo>
                  <a:cubicBezTo>
                    <a:pt x="63" y="92"/>
                    <a:pt x="63" y="112"/>
                    <a:pt x="66" y="118"/>
                  </a:cubicBezTo>
                  <a:cubicBezTo>
                    <a:pt x="69" y="124"/>
                    <a:pt x="61" y="133"/>
                    <a:pt x="65" y="140"/>
                  </a:cubicBezTo>
                  <a:cubicBezTo>
                    <a:pt x="67" y="143"/>
                    <a:pt x="62" y="145"/>
                    <a:pt x="61" y="155"/>
                  </a:cubicBezTo>
                  <a:cubicBezTo>
                    <a:pt x="59" y="165"/>
                    <a:pt x="53" y="155"/>
                    <a:pt x="46" y="165"/>
                  </a:cubicBezTo>
                  <a:cubicBezTo>
                    <a:pt x="43" y="169"/>
                    <a:pt x="21" y="166"/>
                    <a:pt x="21" y="183"/>
                  </a:cubicBezTo>
                  <a:cubicBezTo>
                    <a:pt x="21" y="183"/>
                    <a:pt x="10" y="193"/>
                    <a:pt x="19" y="198"/>
                  </a:cubicBezTo>
                  <a:cubicBezTo>
                    <a:pt x="26" y="199"/>
                    <a:pt x="26" y="199"/>
                    <a:pt x="26" y="199"/>
                  </a:cubicBezTo>
                  <a:cubicBezTo>
                    <a:pt x="26" y="199"/>
                    <a:pt x="16" y="207"/>
                    <a:pt x="23" y="214"/>
                  </a:cubicBezTo>
                  <a:cubicBezTo>
                    <a:pt x="26" y="217"/>
                    <a:pt x="38" y="215"/>
                    <a:pt x="41" y="215"/>
                  </a:cubicBezTo>
                  <a:cubicBezTo>
                    <a:pt x="45" y="215"/>
                    <a:pt x="47" y="215"/>
                    <a:pt x="47" y="215"/>
                  </a:cubicBezTo>
                  <a:cubicBezTo>
                    <a:pt x="47" y="215"/>
                    <a:pt x="46" y="223"/>
                    <a:pt x="53" y="224"/>
                  </a:cubicBezTo>
                  <a:cubicBezTo>
                    <a:pt x="60" y="225"/>
                    <a:pt x="67" y="219"/>
                    <a:pt x="70" y="216"/>
                  </a:cubicBezTo>
                  <a:cubicBezTo>
                    <a:pt x="72" y="213"/>
                    <a:pt x="86" y="207"/>
                    <a:pt x="92" y="199"/>
                  </a:cubicBezTo>
                  <a:cubicBezTo>
                    <a:pt x="97" y="190"/>
                    <a:pt x="105" y="190"/>
                    <a:pt x="111" y="164"/>
                  </a:cubicBezTo>
                  <a:cubicBezTo>
                    <a:pt x="114" y="152"/>
                    <a:pt x="124" y="137"/>
                    <a:pt x="125" y="127"/>
                  </a:cubicBezTo>
                  <a:cubicBezTo>
                    <a:pt x="125" y="117"/>
                    <a:pt x="127" y="108"/>
                    <a:pt x="125" y="92"/>
                  </a:cubicBezTo>
                  <a:cubicBezTo>
                    <a:pt x="122" y="76"/>
                    <a:pt x="130" y="24"/>
                    <a:pt x="130" y="24"/>
                  </a:cubicBezTo>
                  <a:cubicBezTo>
                    <a:pt x="130" y="24"/>
                    <a:pt x="103" y="0"/>
                    <a:pt x="70" y="11"/>
                  </a:cubicBezTo>
                </a:path>
              </a:pathLst>
            </a:custGeom>
            <a:solidFill>
              <a:srgbClr val="FEF3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233" name="Freeform 692">
              <a:extLst>
                <a:ext uri="{FF2B5EF4-FFF2-40B4-BE49-F238E27FC236}">
                  <a16:creationId xmlns:a16="http://schemas.microsoft.com/office/drawing/2014/main" id="{135B32D6-C64A-4B58-95BA-4F188978DA32}"/>
                </a:ext>
              </a:extLst>
            </p:cNvPr>
            <p:cNvSpPr>
              <a:spLocks/>
            </p:cNvSpPr>
            <p:nvPr/>
          </p:nvSpPr>
          <p:spPr bwMode="auto">
            <a:xfrm>
              <a:off x="5249" y="2458"/>
              <a:ext cx="46" cy="93"/>
            </a:xfrm>
            <a:custGeom>
              <a:avLst/>
              <a:gdLst>
                <a:gd name="T0" fmla="*/ 6 w 31"/>
                <a:gd name="T1" fmla="*/ 0 h 62"/>
                <a:gd name="T2" fmla="*/ 68 w 31"/>
                <a:gd name="T3" fmla="*/ 53 h 62"/>
                <a:gd name="T4" fmla="*/ 73 w 31"/>
                <a:gd name="T5" fmla="*/ 126 h 62"/>
                <a:gd name="T6" fmla="*/ 62 w 31"/>
                <a:gd name="T7" fmla="*/ 201 h 62"/>
                <a:gd name="T8" fmla="*/ 36 w 31"/>
                <a:gd name="T9" fmla="*/ 176 h 62"/>
                <a:gd name="T10" fmla="*/ 9 w 31"/>
                <a:gd name="T11" fmla="*/ 126 h 62"/>
                <a:gd name="T12" fmla="*/ 6 w 31"/>
                <a:gd name="T13" fmla="*/ 62 h 62"/>
                <a:gd name="T14" fmla="*/ 6 w 31"/>
                <a:gd name="T15" fmla="*/ 0 h 6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1" h="62">
                  <a:moveTo>
                    <a:pt x="2" y="0"/>
                  </a:moveTo>
                  <a:cubicBezTo>
                    <a:pt x="2" y="0"/>
                    <a:pt x="1" y="7"/>
                    <a:pt x="21" y="15"/>
                  </a:cubicBezTo>
                  <a:cubicBezTo>
                    <a:pt x="31" y="19"/>
                    <a:pt x="23" y="36"/>
                    <a:pt x="22" y="37"/>
                  </a:cubicBezTo>
                  <a:cubicBezTo>
                    <a:pt x="21" y="39"/>
                    <a:pt x="19" y="59"/>
                    <a:pt x="19" y="59"/>
                  </a:cubicBezTo>
                  <a:cubicBezTo>
                    <a:pt x="19" y="59"/>
                    <a:pt x="15" y="62"/>
                    <a:pt x="11" y="52"/>
                  </a:cubicBezTo>
                  <a:cubicBezTo>
                    <a:pt x="6" y="43"/>
                    <a:pt x="0" y="52"/>
                    <a:pt x="3" y="37"/>
                  </a:cubicBezTo>
                  <a:cubicBezTo>
                    <a:pt x="7" y="23"/>
                    <a:pt x="2" y="23"/>
                    <a:pt x="2" y="18"/>
                  </a:cubicBezTo>
                  <a:lnTo>
                    <a:pt x="2" y="0"/>
                  </a:lnTo>
                  <a:close/>
                </a:path>
              </a:pathLst>
            </a:custGeom>
            <a:solidFill>
              <a:srgbClr val="FAD7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234" name="Freeform 693">
              <a:extLst>
                <a:ext uri="{FF2B5EF4-FFF2-40B4-BE49-F238E27FC236}">
                  <a16:creationId xmlns:a16="http://schemas.microsoft.com/office/drawing/2014/main" id="{0499A3EC-8694-4201-8162-EAE4D9EEDF60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7" y="2319"/>
              <a:ext cx="197" cy="337"/>
            </a:xfrm>
            <a:custGeom>
              <a:avLst/>
              <a:gdLst>
                <a:gd name="T0" fmla="*/ 235 w 131"/>
                <a:gd name="T1" fmla="*/ 40 h 225"/>
                <a:gd name="T2" fmla="*/ 203 w 131"/>
                <a:gd name="T3" fmla="*/ 130 h 225"/>
                <a:gd name="T4" fmla="*/ 107 w 131"/>
                <a:gd name="T5" fmla="*/ 271 h 225"/>
                <a:gd name="T6" fmla="*/ 48 w 131"/>
                <a:gd name="T7" fmla="*/ 427 h 225"/>
                <a:gd name="T8" fmla="*/ 170 w 131"/>
                <a:gd name="T9" fmla="*/ 352 h 225"/>
                <a:gd name="T10" fmla="*/ 215 w 131"/>
                <a:gd name="T11" fmla="*/ 310 h 225"/>
                <a:gd name="T12" fmla="*/ 221 w 131"/>
                <a:gd name="T13" fmla="*/ 397 h 225"/>
                <a:gd name="T14" fmla="*/ 221 w 131"/>
                <a:gd name="T15" fmla="*/ 472 h 225"/>
                <a:gd name="T16" fmla="*/ 203 w 131"/>
                <a:gd name="T17" fmla="*/ 520 h 225"/>
                <a:gd name="T18" fmla="*/ 153 w 131"/>
                <a:gd name="T19" fmla="*/ 554 h 225"/>
                <a:gd name="T20" fmla="*/ 72 w 131"/>
                <a:gd name="T21" fmla="*/ 614 h 225"/>
                <a:gd name="T22" fmla="*/ 62 w 131"/>
                <a:gd name="T23" fmla="*/ 668 h 225"/>
                <a:gd name="T24" fmla="*/ 89 w 131"/>
                <a:gd name="T25" fmla="*/ 668 h 225"/>
                <a:gd name="T26" fmla="*/ 80 w 131"/>
                <a:gd name="T27" fmla="*/ 720 h 225"/>
                <a:gd name="T28" fmla="*/ 140 w 131"/>
                <a:gd name="T29" fmla="*/ 722 h 225"/>
                <a:gd name="T30" fmla="*/ 156 w 131"/>
                <a:gd name="T31" fmla="*/ 722 h 225"/>
                <a:gd name="T32" fmla="*/ 180 w 131"/>
                <a:gd name="T33" fmla="*/ 753 h 225"/>
                <a:gd name="T34" fmla="*/ 235 w 131"/>
                <a:gd name="T35" fmla="*/ 726 h 225"/>
                <a:gd name="T36" fmla="*/ 310 w 131"/>
                <a:gd name="T37" fmla="*/ 668 h 225"/>
                <a:gd name="T38" fmla="*/ 373 w 131"/>
                <a:gd name="T39" fmla="*/ 551 h 225"/>
                <a:gd name="T40" fmla="*/ 421 w 131"/>
                <a:gd name="T41" fmla="*/ 427 h 225"/>
                <a:gd name="T42" fmla="*/ 421 w 131"/>
                <a:gd name="T43" fmla="*/ 310 h 225"/>
                <a:gd name="T44" fmla="*/ 439 w 131"/>
                <a:gd name="T45" fmla="*/ 82 h 225"/>
                <a:gd name="T46" fmla="*/ 435 w 131"/>
                <a:gd name="T47" fmla="*/ 0 h 225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131" h="225">
                  <a:moveTo>
                    <a:pt x="69" y="12"/>
                  </a:moveTo>
                  <a:cubicBezTo>
                    <a:pt x="69" y="12"/>
                    <a:pt x="69" y="30"/>
                    <a:pt x="60" y="39"/>
                  </a:cubicBezTo>
                  <a:cubicBezTo>
                    <a:pt x="52" y="47"/>
                    <a:pt x="43" y="70"/>
                    <a:pt x="31" y="81"/>
                  </a:cubicBezTo>
                  <a:cubicBezTo>
                    <a:pt x="20" y="92"/>
                    <a:pt x="0" y="118"/>
                    <a:pt x="14" y="127"/>
                  </a:cubicBezTo>
                  <a:cubicBezTo>
                    <a:pt x="28" y="136"/>
                    <a:pt x="46" y="116"/>
                    <a:pt x="50" y="105"/>
                  </a:cubicBezTo>
                  <a:cubicBezTo>
                    <a:pt x="54" y="94"/>
                    <a:pt x="63" y="92"/>
                    <a:pt x="63" y="92"/>
                  </a:cubicBezTo>
                  <a:cubicBezTo>
                    <a:pt x="63" y="92"/>
                    <a:pt x="62" y="113"/>
                    <a:pt x="65" y="118"/>
                  </a:cubicBezTo>
                  <a:cubicBezTo>
                    <a:pt x="69" y="124"/>
                    <a:pt x="60" y="133"/>
                    <a:pt x="65" y="140"/>
                  </a:cubicBezTo>
                  <a:cubicBezTo>
                    <a:pt x="67" y="143"/>
                    <a:pt x="61" y="145"/>
                    <a:pt x="60" y="155"/>
                  </a:cubicBezTo>
                  <a:cubicBezTo>
                    <a:pt x="59" y="165"/>
                    <a:pt x="53" y="155"/>
                    <a:pt x="45" y="165"/>
                  </a:cubicBezTo>
                  <a:cubicBezTo>
                    <a:pt x="43" y="169"/>
                    <a:pt x="20" y="166"/>
                    <a:pt x="21" y="183"/>
                  </a:cubicBezTo>
                  <a:cubicBezTo>
                    <a:pt x="21" y="183"/>
                    <a:pt x="9" y="193"/>
                    <a:pt x="18" y="199"/>
                  </a:cubicBezTo>
                  <a:cubicBezTo>
                    <a:pt x="26" y="199"/>
                    <a:pt x="26" y="199"/>
                    <a:pt x="26" y="199"/>
                  </a:cubicBezTo>
                  <a:cubicBezTo>
                    <a:pt x="26" y="199"/>
                    <a:pt x="16" y="207"/>
                    <a:pt x="23" y="214"/>
                  </a:cubicBezTo>
                  <a:cubicBezTo>
                    <a:pt x="26" y="217"/>
                    <a:pt x="37" y="215"/>
                    <a:pt x="41" y="215"/>
                  </a:cubicBezTo>
                  <a:cubicBezTo>
                    <a:pt x="44" y="215"/>
                    <a:pt x="46" y="215"/>
                    <a:pt x="46" y="215"/>
                  </a:cubicBezTo>
                  <a:cubicBezTo>
                    <a:pt x="46" y="215"/>
                    <a:pt x="45" y="223"/>
                    <a:pt x="53" y="224"/>
                  </a:cubicBezTo>
                  <a:cubicBezTo>
                    <a:pt x="60" y="225"/>
                    <a:pt x="67" y="219"/>
                    <a:pt x="69" y="216"/>
                  </a:cubicBezTo>
                  <a:cubicBezTo>
                    <a:pt x="71" y="214"/>
                    <a:pt x="85" y="207"/>
                    <a:pt x="91" y="199"/>
                  </a:cubicBezTo>
                  <a:cubicBezTo>
                    <a:pt x="97" y="191"/>
                    <a:pt x="104" y="190"/>
                    <a:pt x="110" y="164"/>
                  </a:cubicBezTo>
                  <a:cubicBezTo>
                    <a:pt x="113" y="152"/>
                    <a:pt x="123" y="137"/>
                    <a:pt x="124" y="127"/>
                  </a:cubicBezTo>
                  <a:cubicBezTo>
                    <a:pt x="125" y="117"/>
                    <a:pt x="126" y="108"/>
                    <a:pt x="124" y="92"/>
                  </a:cubicBezTo>
                  <a:cubicBezTo>
                    <a:pt x="122" y="76"/>
                    <a:pt x="129" y="25"/>
                    <a:pt x="129" y="25"/>
                  </a:cubicBezTo>
                  <a:cubicBezTo>
                    <a:pt x="129" y="25"/>
                    <a:pt x="131" y="14"/>
                    <a:pt x="128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235" name="Freeform 694">
              <a:extLst>
                <a:ext uri="{FF2B5EF4-FFF2-40B4-BE49-F238E27FC236}">
                  <a16:creationId xmlns:a16="http://schemas.microsoft.com/office/drawing/2014/main" id="{BDF62EBE-1003-45D5-B52C-DECA173631D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26" y="2457"/>
              <a:ext cx="63" cy="182"/>
            </a:xfrm>
            <a:custGeom>
              <a:avLst/>
              <a:gdLst>
                <a:gd name="T0" fmla="*/ 59 w 42"/>
                <a:gd name="T1" fmla="*/ 0 h 122"/>
                <a:gd name="T2" fmla="*/ 140 w 42"/>
                <a:gd name="T3" fmla="*/ 69 h 122"/>
                <a:gd name="T4" fmla="*/ 129 w 42"/>
                <a:gd name="T5" fmla="*/ 122 h 122"/>
                <a:gd name="T6" fmla="*/ 116 w 42"/>
                <a:gd name="T7" fmla="*/ 195 h 122"/>
                <a:gd name="T8" fmla="*/ 116 w 42"/>
                <a:gd name="T9" fmla="*/ 225 h 122"/>
                <a:gd name="T10" fmla="*/ 102 w 42"/>
                <a:gd name="T11" fmla="*/ 245 h 122"/>
                <a:gd name="T12" fmla="*/ 75 w 42"/>
                <a:gd name="T13" fmla="*/ 316 h 122"/>
                <a:gd name="T14" fmla="*/ 32 w 42"/>
                <a:gd name="T15" fmla="*/ 357 h 122"/>
                <a:gd name="T16" fmla="*/ 0 w 42"/>
                <a:gd name="T17" fmla="*/ 406 h 12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2" h="122">
                  <a:moveTo>
                    <a:pt x="17" y="0"/>
                  </a:moveTo>
                  <a:cubicBezTo>
                    <a:pt x="18" y="12"/>
                    <a:pt x="39" y="11"/>
                    <a:pt x="41" y="21"/>
                  </a:cubicBezTo>
                  <a:cubicBezTo>
                    <a:pt x="42" y="26"/>
                    <a:pt x="40" y="33"/>
                    <a:pt x="38" y="37"/>
                  </a:cubicBezTo>
                  <a:cubicBezTo>
                    <a:pt x="36" y="44"/>
                    <a:pt x="34" y="51"/>
                    <a:pt x="34" y="59"/>
                  </a:cubicBezTo>
                  <a:cubicBezTo>
                    <a:pt x="34" y="61"/>
                    <a:pt x="34" y="65"/>
                    <a:pt x="34" y="68"/>
                  </a:cubicBezTo>
                  <a:cubicBezTo>
                    <a:pt x="33" y="71"/>
                    <a:pt x="32" y="71"/>
                    <a:pt x="30" y="74"/>
                  </a:cubicBezTo>
                  <a:cubicBezTo>
                    <a:pt x="25" y="80"/>
                    <a:pt x="24" y="88"/>
                    <a:pt x="22" y="95"/>
                  </a:cubicBezTo>
                  <a:cubicBezTo>
                    <a:pt x="19" y="103"/>
                    <a:pt x="15" y="102"/>
                    <a:pt x="9" y="107"/>
                  </a:cubicBezTo>
                  <a:cubicBezTo>
                    <a:pt x="5" y="110"/>
                    <a:pt x="0" y="117"/>
                    <a:pt x="0" y="122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236" name="Freeform 695">
              <a:extLst>
                <a:ext uri="{FF2B5EF4-FFF2-40B4-BE49-F238E27FC236}">
                  <a16:creationId xmlns:a16="http://schemas.microsoft.com/office/drawing/2014/main" id="{5E5CB0C0-54DC-4C3E-82E0-8A836BB3EEB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52" y="2449"/>
              <a:ext cx="21" cy="8"/>
            </a:xfrm>
            <a:custGeom>
              <a:avLst/>
              <a:gdLst>
                <a:gd name="T0" fmla="*/ 0 w 14"/>
                <a:gd name="T1" fmla="*/ 21 h 5"/>
                <a:gd name="T2" fmla="*/ 48 w 14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5">
                  <a:moveTo>
                    <a:pt x="0" y="5"/>
                  </a:moveTo>
                  <a:cubicBezTo>
                    <a:pt x="4" y="2"/>
                    <a:pt x="8" y="0"/>
                    <a:pt x="14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237" name="Freeform 696">
              <a:extLst>
                <a:ext uri="{FF2B5EF4-FFF2-40B4-BE49-F238E27FC236}">
                  <a16:creationId xmlns:a16="http://schemas.microsoft.com/office/drawing/2014/main" id="{9DF0BAD7-95E5-413E-8D57-FE50B73C4196}"/>
                </a:ext>
              </a:extLst>
            </p:cNvPr>
            <p:cNvSpPr>
              <a:spLocks/>
            </p:cNvSpPr>
            <p:nvPr/>
          </p:nvSpPr>
          <p:spPr bwMode="auto">
            <a:xfrm>
              <a:off x="5255" y="2529"/>
              <a:ext cx="22" cy="21"/>
            </a:xfrm>
            <a:custGeom>
              <a:avLst/>
              <a:gdLst>
                <a:gd name="T0" fmla="*/ 0 w 15"/>
                <a:gd name="T1" fmla="*/ 0 h 14"/>
                <a:gd name="T2" fmla="*/ 47 w 15"/>
                <a:gd name="T3" fmla="*/ 48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4">
                  <a:moveTo>
                    <a:pt x="0" y="0"/>
                  </a:moveTo>
                  <a:cubicBezTo>
                    <a:pt x="8" y="2"/>
                    <a:pt x="7" y="13"/>
                    <a:pt x="15" y="14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238" name="Freeform 697">
              <a:extLst>
                <a:ext uri="{FF2B5EF4-FFF2-40B4-BE49-F238E27FC236}">
                  <a16:creationId xmlns:a16="http://schemas.microsoft.com/office/drawing/2014/main" id="{F57E5850-ED9E-4938-AB6A-F4FF2D468104}"/>
                </a:ext>
              </a:extLst>
            </p:cNvPr>
            <p:cNvSpPr>
              <a:spLocks/>
            </p:cNvSpPr>
            <p:nvPr/>
          </p:nvSpPr>
          <p:spPr bwMode="auto">
            <a:xfrm>
              <a:off x="5195" y="2590"/>
              <a:ext cx="66" cy="28"/>
            </a:xfrm>
            <a:custGeom>
              <a:avLst/>
              <a:gdLst>
                <a:gd name="T0" fmla="*/ 149 w 44"/>
                <a:gd name="T1" fmla="*/ 0 h 19"/>
                <a:gd name="T2" fmla="*/ 75 w 44"/>
                <a:gd name="T3" fmla="*/ 46 h 19"/>
                <a:gd name="T4" fmla="*/ 0 w 44"/>
                <a:gd name="T5" fmla="*/ 60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4" h="19">
                  <a:moveTo>
                    <a:pt x="44" y="0"/>
                  </a:moveTo>
                  <a:cubicBezTo>
                    <a:pt x="35" y="1"/>
                    <a:pt x="31" y="11"/>
                    <a:pt x="22" y="14"/>
                  </a:cubicBezTo>
                  <a:cubicBezTo>
                    <a:pt x="15" y="15"/>
                    <a:pt x="6" y="14"/>
                    <a:pt x="0" y="19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239" name="Freeform 698">
              <a:extLst>
                <a:ext uri="{FF2B5EF4-FFF2-40B4-BE49-F238E27FC236}">
                  <a16:creationId xmlns:a16="http://schemas.microsoft.com/office/drawing/2014/main" id="{55A49AAD-CB9E-4954-87EB-9151BCD0227C}"/>
                </a:ext>
              </a:extLst>
            </p:cNvPr>
            <p:cNvSpPr>
              <a:spLocks/>
            </p:cNvSpPr>
            <p:nvPr/>
          </p:nvSpPr>
          <p:spPr bwMode="auto">
            <a:xfrm>
              <a:off x="5189" y="2547"/>
              <a:ext cx="82" cy="46"/>
            </a:xfrm>
            <a:custGeom>
              <a:avLst/>
              <a:gdLst>
                <a:gd name="T0" fmla="*/ 0 w 55"/>
                <a:gd name="T1" fmla="*/ 101 h 31"/>
                <a:gd name="T2" fmla="*/ 54 w 55"/>
                <a:gd name="T3" fmla="*/ 95 h 31"/>
                <a:gd name="T4" fmla="*/ 113 w 55"/>
                <a:gd name="T5" fmla="*/ 73 h 31"/>
                <a:gd name="T6" fmla="*/ 160 w 55"/>
                <a:gd name="T7" fmla="*/ 46 h 31"/>
                <a:gd name="T8" fmla="*/ 182 w 55"/>
                <a:gd name="T9" fmla="*/ 0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5" h="31">
                  <a:moveTo>
                    <a:pt x="0" y="31"/>
                  </a:moveTo>
                  <a:cubicBezTo>
                    <a:pt x="6" y="29"/>
                    <a:pt x="9" y="30"/>
                    <a:pt x="16" y="29"/>
                  </a:cubicBezTo>
                  <a:cubicBezTo>
                    <a:pt x="24" y="29"/>
                    <a:pt x="27" y="23"/>
                    <a:pt x="34" y="22"/>
                  </a:cubicBezTo>
                  <a:cubicBezTo>
                    <a:pt x="41" y="21"/>
                    <a:pt x="45" y="21"/>
                    <a:pt x="48" y="14"/>
                  </a:cubicBezTo>
                  <a:cubicBezTo>
                    <a:pt x="50" y="9"/>
                    <a:pt x="50" y="4"/>
                    <a:pt x="55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240" name="Freeform 699">
              <a:extLst>
                <a:ext uri="{FF2B5EF4-FFF2-40B4-BE49-F238E27FC236}">
                  <a16:creationId xmlns:a16="http://schemas.microsoft.com/office/drawing/2014/main" id="{90B4001F-8A19-45C1-9597-C0CEBD228C16}"/>
                </a:ext>
              </a:extLst>
            </p:cNvPr>
            <p:cNvSpPr>
              <a:spLocks/>
            </p:cNvSpPr>
            <p:nvPr/>
          </p:nvSpPr>
          <p:spPr bwMode="auto">
            <a:xfrm>
              <a:off x="5174" y="2481"/>
              <a:ext cx="27" cy="27"/>
            </a:xfrm>
            <a:custGeom>
              <a:avLst/>
              <a:gdLst>
                <a:gd name="T0" fmla="*/ 62 w 18"/>
                <a:gd name="T1" fmla="*/ 27 h 18"/>
                <a:gd name="T2" fmla="*/ 45 w 18"/>
                <a:gd name="T3" fmla="*/ 62 h 18"/>
                <a:gd name="T4" fmla="*/ 0 w 18"/>
                <a:gd name="T5" fmla="*/ 35 h 18"/>
                <a:gd name="T6" fmla="*/ 26 w 18"/>
                <a:gd name="T7" fmla="*/ 5 h 18"/>
                <a:gd name="T8" fmla="*/ 62 w 18"/>
                <a:gd name="T9" fmla="*/ 27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8">
                  <a:moveTo>
                    <a:pt x="18" y="8"/>
                  </a:moveTo>
                  <a:cubicBezTo>
                    <a:pt x="13" y="18"/>
                    <a:pt x="13" y="18"/>
                    <a:pt x="13" y="18"/>
                  </a:cubicBezTo>
                  <a:cubicBezTo>
                    <a:pt x="13" y="18"/>
                    <a:pt x="5" y="11"/>
                    <a:pt x="0" y="10"/>
                  </a:cubicBezTo>
                  <a:cubicBezTo>
                    <a:pt x="0" y="10"/>
                    <a:pt x="3" y="3"/>
                    <a:pt x="7" y="1"/>
                  </a:cubicBezTo>
                  <a:cubicBezTo>
                    <a:pt x="7" y="1"/>
                    <a:pt x="15" y="0"/>
                    <a:pt x="18" y="8"/>
                  </a:cubicBezTo>
                  <a:close/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241" name="Freeform 700">
              <a:extLst>
                <a:ext uri="{FF2B5EF4-FFF2-40B4-BE49-F238E27FC236}">
                  <a16:creationId xmlns:a16="http://schemas.microsoft.com/office/drawing/2014/main" id="{EBEA4365-1A82-443C-8271-92FD96C20492}"/>
                </a:ext>
              </a:extLst>
            </p:cNvPr>
            <p:cNvSpPr>
              <a:spLocks/>
            </p:cNvSpPr>
            <p:nvPr/>
          </p:nvSpPr>
          <p:spPr bwMode="auto">
            <a:xfrm>
              <a:off x="5234" y="2638"/>
              <a:ext cx="28" cy="18"/>
            </a:xfrm>
            <a:custGeom>
              <a:avLst/>
              <a:gdLst>
                <a:gd name="T0" fmla="*/ 60 w 19"/>
                <a:gd name="T1" fmla="*/ 12 h 12"/>
                <a:gd name="T2" fmla="*/ 15 w 19"/>
                <a:gd name="T3" fmla="*/ 21 h 12"/>
                <a:gd name="T4" fmla="*/ 15 w 19"/>
                <a:gd name="T5" fmla="*/ 39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2">
                  <a:moveTo>
                    <a:pt x="19" y="3"/>
                  </a:moveTo>
                  <a:cubicBezTo>
                    <a:pt x="19" y="3"/>
                    <a:pt x="15" y="0"/>
                    <a:pt x="5" y="6"/>
                  </a:cubicBezTo>
                  <a:cubicBezTo>
                    <a:pt x="0" y="9"/>
                    <a:pt x="0" y="12"/>
                    <a:pt x="5" y="11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242" name="Freeform 701">
              <a:extLst>
                <a:ext uri="{FF2B5EF4-FFF2-40B4-BE49-F238E27FC236}">
                  <a16:creationId xmlns:a16="http://schemas.microsoft.com/office/drawing/2014/main" id="{AE5E2689-1D45-4E6E-8ED7-95520EC7A89F}"/>
                </a:ext>
              </a:extLst>
            </p:cNvPr>
            <p:cNvSpPr>
              <a:spLocks/>
            </p:cNvSpPr>
            <p:nvPr/>
          </p:nvSpPr>
          <p:spPr bwMode="auto">
            <a:xfrm>
              <a:off x="5190" y="2535"/>
              <a:ext cx="71" cy="56"/>
            </a:xfrm>
            <a:custGeom>
              <a:avLst/>
              <a:gdLst>
                <a:gd name="T0" fmla="*/ 151 w 47"/>
                <a:gd name="T1" fmla="*/ 0 h 38"/>
                <a:gd name="T2" fmla="*/ 134 w 47"/>
                <a:gd name="T3" fmla="*/ 32 h 38"/>
                <a:gd name="T4" fmla="*/ 128 w 47"/>
                <a:gd name="T5" fmla="*/ 52 h 38"/>
                <a:gd name="T6" fmla="*/ 107 w 47"/>
                <a:gd name="T7" fmla="*/ 59 h 38"/>
                <a:gd name="T8" fmla="*/ 89 w 47"/>
                <a:gd name="T9" fmla="*/ 68 h 38"/>
                <a:gd name="T10" fmla="*/ 80 w 47"/>
                <a:gd name="T11" fmla="*/ 74 h 38"/>
                <a:gd name="T12" fmla="*/ 62 w 47"/>
                <a:gd name="T13" fmla="*/ 77 h 38"/>
                <a:gd name="T14" fmla="*/ 32 w 47"/>
                <a:gd name="T15" fmla="*/ 87 h 38"/>
                <a:gd name="T16" fmla="*/ 5 w 47"/>
                <a:gd name="T17" fmla="*/ 119 h 38"/>
                <a:gd name="T18" fmla="*/ 35 w 47"/>
                <a:gd name="T19" fmla="*/ 113 h 38"/>
                <a:gd name="T20" fmla="*/ 54 w 47"/>
                <a:gd name="T21" fmla="*/ 113 h 38"/>
                <a:gd name="T22" fmla="*/ 68 w 47"/>
                <a:gd name="T23" fmla="*/ 109 h 38"/>
                <a:gd name="T24" fmla="*/ 100 w 47"/>
                <a:gd name="T25" fmla="*/ 93 h 38"/>
                <a:gd name="T26" fmla="*/ 134 w 47"/>
                <a:gd name="T27" fmla="*/ 81 h 38"/>
                <a:gd name="T28" fmla="*/ 148 w 47"/>
                <a:gd name="T29" fmla="*/ 69 h 38"/>
                <a:gd name="T30" fmla="*/ 151 w 47"/>
                <a:gd name="T31" fmla="*/ 52 h 38"/>
                <a:gd name="T32" fmla="*/ 162 w 47"/>
                <a:gd name="T33" fmla="*/ 19 h 38"/>
                <a:gd name="T34" fmla="*/ 151 w 47"/>
                <a:gd name="T35" fmla="*/ 0 h 38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47" h="38">
                  <a:moveTo>
                    <a:pt x="44" y="0"/>
                  </a:moveTo>
                  <a:cubicBezTo>
                    <a:pt x="41" y="2"/>
                    <a:pt x="40" y="6"/>
                    <a:pt x="39" y="10"/>
                  </a:cubicBezTo>
                  <a:cubicBezTo>
                    <a:pt x="39" y="12"/>
                    <a:pt x="38" y="14"/>
                    <a:pt x="37" y="16"/>
                  </a:cubicBezTo>
                  <a:cubicBezTo>
                    <a:pt x="36" y="17"/>
                    <a:pt x="33" y="18"/>
                    <a:pt x="31" y="18"/>
                  </a:cubicBezTo>
                  <a:cubicBezTo>
                    <a:pt x="29" y="19"/>
                    <a:pt x="28" y="20"/>
                    <a:pt x="26" y="21"/>
                  </a:cubicBezTo>
                  <a:cubicBezTo>
                    <a:pt x="25" y="22"/>
                    <a:pt x="24" y="23"/>
                    <a:pt x="23" y="23"/>
                  </a:cubicBezTo>
                  <a:cubicBezTo>
                    <a:pt x="22" y="24"/>
                    <a:pt x="20" y="24"/>
                    <a:pt x="18" y="24"/>
                  </a:cubicBezTo>
                  <a:cubicBezTo>
                    <a:pt x="15" y="25"/>
                    <a:pt x="12" y="26"/>
                    <a:pt x="9" y="27"/>
                  </a:cubicBezTo>
                  <a:cubicBezTo>
                    <a:pt x="5" y="29"/>
                    <a:pt x="0" y="31"/>
                    <a:pt x="1" y="37"/>
                  </a:cubicBezTo>
                  <a:cubicBezTo>
                    <a:pt x="4" y="38"/>
                    <a:pt x="8" y="36"/>
                    <a:pt x="10" y="35"/>
                  </a:cubicBezTo>
                  <a:cubicBezTo>
                    <a:pt x="12" y="34"/>
                    <a:pt x="14" y="35"/>
                    <a:pt x="16" y="35"/>
                  </a:cubicBezTo>
                  <a:cubicBezTo>
                    <a:pt x="17" y="34"/>
                    <a:pt x="18" y="34"/>
                    <a:pt x="20" y="34"/>
                  </a:cubicBezTo>
                  <a:cubicBezTo>
                    <a:pt x="23" y="33"/>
                    <a:pt x="26" y="30"/>
                    <a:pt x="29" y="29"/>
                  </a:cubicBezTo>
                  <a:cubicBezTo>
                    <a:pt x="32" y="27"/>
                    <a:pt x="36" y="26"/>
                    <a:pt x="39" y="25"/>
                  </a:cubicBezTo>
                  <a:cubicBezTo>
                    <a:pt x="41" y="24"/>
                    <a:pt x="42" y="23"/>
                    <a:pt x="43" y="22"/>
                  </a:cubicBezTo>
                  <a:cubicBezTo>
                    <a:pt x="44" y="20"/>
                    <a:pt x="44" y="18"/>
                    <a:pt x="44" y="16"/>
                  </a:cubicBezTo>
                  <a:cubicBezTo>
                    <a:pt x="45" y="13"/>
                    <a:pt x="47" y="10"/>
                    <a:pt x="47" y="6"/>
                  </a:cubicBezTo>
                  <a:cubicBezTo>
                    <a:pt x="47" y="4"/>
                    <a:pt x="47" y="1"/>
                    <a:pt x="44" y="0"/>
                  </a:cubicBezTo>
                </a:path>
              </a:pathLst>
            </a:custGeom>
            <a:solidFill>
              <a:srgbClr val="FAD7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243" name="Freeform 702">
              <a:extLst>
                <a:ext uri="{FF2B5EF4-FFF2-40B4-BE49-F238E27FC236}">
                  <a16:creationId xmlns:a16="http://schemas.microsoft.com/office/drawing/2014/main" id="{AEEC8ED0-DDEA-49F3-B466-64FF115DCB80}"/>
                </a:ext>
              </a:extLst>
            </p:cNvPr>
            <p:cNvSpPr>
              <a:spLocks/>
            </p:cNvSpPr>
            <p:nvPr/>
          </p:nvSpPr>
          <p:spPr bwMode="auto">
            <a:xfrm>
              <a:off x="5187" y="2547"/>
              <a:ext cx="89" cy="65"/>
            </a:xfrm>
            <a:custGeom>
              <a:avLst/>
              <a:gdLst>
                <a:gd name="T0" fmla="*/ 202 w 59"/>
                <a:gd name="T1" fmla="*/ 9 h 44"/>
                <a:gd name="T2" fmla="*/ 184 w 59"/>
                <a:gd name="T3" fmla="*/ 13 h 44"/>
                <a:gd name="T4" fmla="*/ 169 w 59"/>
                <a:gd name="T5" fmla="*/ 52 h 44"/>
                <a:gd name="T6" fmla="*/ 134 w 59"/>
                <a:gd name="T7" fmla="*/ 77 h 44"/>
                <a:gd name="T8" fmla="*/ 100 w 59"/>
                <a:gd name="T9" fmla="*/ 87 h 44"/>
                <a:gd name="T10" fmla="*/ 81 w 59"/>
                <a:gd name="T11" fmla="*/ 96 h 44"/>
                <a:gd name="T12" fmla="*/ 68 w 59"/>
                <a:gd name="T13" fmla="*/ 100 h 44"/>
                <a:gd name="T14" fmla="*/ 27 w 59"/>
                <a:gd name="T15" fmla="*/ 100 h 44"/>
                <a:gd name="T16" fmla="*/ 0 w 59"/>
                <a:gd name="T17" fmla="*/ 115 h 44"/>
                <a:gd name="T18" fmla="*/ 18 w 59"/>
                <a:gd name="T19" fmla="*/ 140 h 44"/>
                <a:gd name="T20" fmla="*/ 53 w 59"/>
                <a:gd name="T21" fmla="*/ 136 h 44"/>
                <a:gd name="T22" fmla="*/ 86 w 59"/>
                <a:gd name="T23" fmla="*/ 127 h 44"/>
                <a:gd name="T24" fmla="*/ 116 w 59"/>
                <a:gd name="T25" fmla="*/ 114 h 44"/>
                <a:gd name="T26" fmla="*/ 151 w 59"/>
                <a:gd name="T27" fmla="*/ 90 h 44"/>
                <a:gd name="T28" fmla="*/ 164 w 59"/>
                <a:gd name="T29" fmla="*/ 83 h 44"/>
                <a:gd name="T30" fmla="*/ 170 w 59"/>
                <a:gd name="T31" fmla="*/ 68 h 44"/>
                <a:gd name="T32" fmla="*/ 189 w 59"/>
                <a:gd name="T33" fmla="*/ 41 h 44"/>
                <a:gd name="T34" fmla="*/ 196 w 59"/>
                <a:gd name="T35" fmla="*/ 27 h 44"/>
                <a:gd name="T36" fmla="*/ 202 w 59"/>
                <a:gd name="T37" fmla="*/ 9 h 44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59" h="44">
                  <a:moveTo>
                    <a:pt x="59" y="3"/>
                  </a:moveTo>
                  <a:cubicBezTo>
                    <a:pt x="57" y="2"/>
                    <a:pt x="55" y="0"/>
                    <a:pt x="54" y="4"/>
                  </a:cubicBezTo>
                  <a:cubicBezTo>
                    <a:pt x="53" y="8"/>
                    <a:pt x="52" y="12"/>
                    <a:pt x="49" y="16"/>
                  </a:cubicBezTo>
                  <a:cubicBezTo>
                    <a:pt x="47" y="20"/>
                    <a:pt x="44" y="22"/>
                    <a:pt x="39" y="24"/>
                  </a:cubicBezTo>
                  <a:cubicBezTo>
                    <a:pt x="36" y="25"/>
                    <a:pt x="32" y="25"/>
                    <a:pt x="29" y="27"/>
                  </a:cubicBezTo>
                  <a:cubicBezTo>
                    <a:pt x="27" y="28"/>
                    <a:pt x="26" y="29"/>
                    <a:pt x="24" y="30"/>
                  </a:cubicBezTo>
                  <a:cubicBezTo>
                    <a:pt x="23" y="30"/>
                    <a:pt x="21" y="31"/>
                    <a:pt x="20" y="31"/>
                  </a:cubicBezTo>
                  <a:cubicBezTo>
                    <a:pt x="16" y="31"/>
                    <a:pt x="12" y="31"/>
                    <a:pt x="8" y="31"/>
                  </a:cubicBezTo>
                  <a:cubicBezTo>
                    <a:pt x="5" y="32"/>
                    <a:pt x="1" y="32"/>
                    <a:pt x="0" y="36"/>
                  </a:cubicBezTo>
                  <a:cubicBezTo>
                    <a:pt x="0" y="38"/>
                    <a:pt x="3" y="42"/>
                    <a:pt x="5" y="43"/>
                  </a:cubicBezTo>
                  <a:cubicBezTo>
                    <a:pt x="8" y="44"/>
                    <a:pt x="12" y="43"/>
                    <a:pt x="15" y="42"/>
                  </a:cubicBezTo>
                  <a:cubicBezTo>
                    <a:pt x="18" y="40"/>
                    <a:pt x="21" y="40"/>
                    <a:pt x="25" y="39"/>
                  </a:cubicBezTo>
                  <a:cubicBezTo>
                    <a:pt x="28" y="38"/>
                    <a:pt x="31" y="37"/>
                    <a:pt x="34" y="35"/>
                  </a:cubicBezTo>
                  <a:cubicBezTo>
                    <a:pt x="37" y="32"/>
                    <a:pt x="40" y="30"/>
                    <a:pt x="44" y="28"/>
                  </a:cubicBezTo>
                  <a:cubicBezTo>
                    <a:pt x="45" y="27"/>
                    <a:pt x="47" y="27"/>
                    <a:pt x="48" y="26"/>
                  </a:cubicBezTo>
                  <a:cubicBezTo>
                    <a:pt x="49" y="25"/>
                    <a:pt x="50" y="22"/>
                    <a:pt x="50" y="21"/>
                  </a:cubicBezTo>
                  <a:cubicBezTo>
                    <a:pt x="52" y="18"/>
                    <a:pt x="53" y="15"/>
                    <a:pt x="55" y="13"/>
                  </a:cubicBezTo>
                  <a:cubicBezTo>
                    <a:pt x="56" y="11"/>
                    <a:pt x="57" y="9"/>
                    <a:pt x="57" y="8"/>
                  </a:cubicBezTo>
                  <a:cubicBezTo>
                    <a:pt x="58" y="6"/>
                    <a:pt x="58" y="4"/>
                    <a:pt x="59" y="3"/>
                  </a:cubicBezTo>
                </a:path>
              </a:pathLst>
            </a:custGeom>
            <a:solidFill>
              <a:srgbClr val="FAD7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244" name="Freeform 703">
              <a:extLst>
                <a:ext uri="{FF2B5EF4-FFF2-40B4-BE49-F238E27FC236}">
                  <a16:creationId xmlns:a16="http://schemas.microsoft.com/office/drawing/2014/main" id="{D96079FB-20DE-463E-A0DA-DF523E1E3AC5}"/>
                </a:ext>
              </a:extLst>
            </p:cNvPr>
            <p:cNvSpPr>
              <a:spLocks/>
            </p:cNvSpPr>
            <p:nvPr/>
          </p:nvSpPr>
          <p:spPr bwMode="auto">
            <a:xfrm>
              <a:off x="5207" y="2591"/>
              <a:ext cx="54" cy="38"/>
            </a:xfrm>
            <a:custGeom>
              <a:avLst/>
              <a:gdLst>
                <a:gd name="T0" fmla="*/ 122 w 36"/>
                <a:gd name="T1" fmla="*/ 0 h 25"/>
                <a:gd name="T2" fmla="*/ 107 w 36"/>
                <a:gd name="T3" fmla="*/ 35 h 25"/>
                <a:gd name="T4" fmla="*/ 89 w 36"/>
                <a:gd name="T5" fmla="*/ 41 h 25"/>
                <a:gd name="T6" fmla="*/ 72 w 36"/>
                <a:gd name="T7" fmla="*/ 53 h 25"/>
                <a:gd name="T8" fmla="*/ 27 w 36"/>
                <a:gd name="T9" fmla="*/ 84 h 25"/>
                <a:gd name="T10" fmla="*/ 5 w 36"/>
                <a:gd name="T11" fmla="*/ 62 h 25"/>
                <a:gd name="T12" fmla="*/ 21 w 36"/>
                <a:gd name="T13" fmla="*/ 49 h 25"/>
                <a:gd name="T14" fmla="*/ 54 w 36"/>
                <a:gd name="T15" fmla="*/ 46 h 25"/>
                <a:gd name="T16" fmla="*/ 86 w 36"/>
                <a:gd name="T17" fmla="*/ 27 h 25"/>
                <a:gd name="T18" fmla="*/ 108 w 36"/>
                <a:gd name="T19" fmla="*/ 12 h 25"/>
                <a:gd name="T20" fmla="*/ 120 w 36"/>
                <a:gd name="T21" fmla="*/ 5 h 2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6" h="25">
                  <a:moveTo>
                    <a:pt x="36" y="0"/>
                  </a:moveTo>
                  <a:cubicBezTo>
                    <a:pt x="33" y="3"/>
                    <a:pt x="34" y="7"/>
                    <a:pt x="31" y="10"/>
                  </a:cubicBezTo>
                  <a:cubicBezTo>
                    <a:pt x="30" y="11"/>
                    <a:pt x="28" y="12"/>
                    <a:pt x="26" y="12"/>
                  </a:cubicBezTo>
                  <a:cubicBezTo>
                    <a:pt x="24" y="13"/>
                    <a:pt x="23" y="14"/>
                    <a:pt x="21" y="15"/>
                  </a:cubicBezTo>
                  <a:cubicBezTo>
                    <a:pt x="18" y="18"/>
                    <a:pt x="13" y="25"/>
                    <a:pt x="8" y="24"/>
                  </a:cubicBezTo>
                  <a:cubicBezTo>
                    <a:pt x="5" y="24"/>
                    <a:pt x="0" y="21"/>
                    <a:pt x="1" y="18"/>
                  </a:cubicBezTo>
                  <a:cubicBezTo>
                    <a:pt x="1" y="15"/>
                    <a:pt x="4" y="15"/>
                    <a:pt x="6" y="14"/>
                  </a:cubicBezTo>
                  <a:cubicBezTo>
                    <a:pt x="10" y="14"/>
                    <a:pt x="13" y="14"/>
                    <a:pt x="16" y="13"/>
                  </a:cubicBezTo>
                  <a:cubicBezTo>
                    <a:pt x="20" y="12"/>
                    <a:pt x="22" y="10"/>
                    <a:pt x="25" y="8"/>
                  </a:cubicBezTo>
                  <a:cubicBezTo>
                    <a:pt x="27" y="6"/>
                    <a:pt x="29" y="4"/>
                    <a:pt x="32" y="3"/>
                  </a:cubicBezTo>
                  <a:cubicBezTo>
                    <a:pt x="33" y="2"/>
                    <a:pt x="34" y="1"/>
                    <a:pt x="35" y="1"/>
                  </a:cubicBezTo>
                </a:path>
              </a:pathLst>
            </a:custGeom>
            <a:solidFill>
              <a:srgbClr val="FAD7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245" name="Freeform 704">
              <a:extLst>
                <a:ext uri="{FF2B5EF4-FFF2-40B4-BE49-F238E27FC236}">
                  <a16:creationId xmlns:a16="http://schemas.microsoft.com/office/drawing/2014/main" id="{D96F4B87-7D11-4D9B-9B96-999C49373DB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0" y="2473"/>
              <a:ext cx="20" cy="65"/>
            </a:xfrm>
            <a:custGeom>
              <a:avLst/>
              <a:gdLst>
                <a:gd name="T0" fmla="*/ 0 w 13"/>
                <a:gd name="T1" fmla="*/ 0 h 43"/>
                <a:gd name="T2" fmla="*/ 26 w 13"/>
                <a:gd name="T3" fmla="*/ 68 h 43"/>
                <a:gd name="T4" fmla="*/ 14 w 13"/>
                <a:gd name="T5" fmla="*/ 103 h 43"/>
                <a:gd name="T6" fmla="*/ 8 w 13"/>
                <a:gd name="T7" fmla="*/ 148 h 43"/>
                <a:gd name="T8" fmla="*/ 28 w 13"/>
                <a:gd name="T9" fmla="*/ 110 h 43"/>
                <a:gd name="T10" fmla="*/ 43 w 13"/>
                <a:gd name="T11" fmla="*/ 53 h 43"/>
                <a:gd name="T12" fmla="*/ 5 w 13"/>
                <a:gd name="T13" fmla="*/ 5 h 4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43">
                  <a:moveTo>
                    <a:pt x="0" y="0"/>
                  </a:moveTo>
                  <a:cubicBezTo>
                    <a:pt x="6" y="2"/>
                    <a:pt x="8" y="15"/>
                    <a:pt x="7" y="20"/>
                  </a:cubicBezTo>
                  <a:cubicBezTo>
                    <a:pt x="7" y="23"/>
                    <a:pt x="5" y="27"/>
                    <a:pt x="4" y="30"/>
                  </a:cubicBezTo>
                  <a:cubicBezTo>
                    <a:pt x="3" y="34"/>
                    <a:pt x="3" y="39"/>
                    <a:pt x="2" y="43"/>
                  </a:cubicBezTo>
                  <a:cubicBezTo>
                    <a:pt x="5" y="40"/>
                    <a:pt x="7" y="35"/>
                    <a:pt x="8" y="32"/>
                  </a:cubicBezTo>
                  <a:cubicBezTo>
                    <a:pt x="11" y="26"/>
                    <a:pt x="13" y="21"/>
                    <a:pt x="12" y="15"/>
                  </a:cubicBezTo>
                  <a:cubicBezTo>
                    <a:pt x="11" y="10"/>
                    <a:pt x="9" y="0"/>
                    <a:pt x="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246" name="Freeform 705">
              <a:extLst>
                <a:ext uri="{FF2B5EF4-FFF2-40B4-BE49-F238E27FC236}">
                  <a16:creationId xmlns:a16="http://schemas.microsoft.com/office/drawing/2014/main" id="{8CBB2F96-CA74-4B4B-A687-92948FA8CEB7}"/>
                </a:ext>
              </a:extLst>
            </p:cNvPr>
            <p:cNvSpPr>
              <a:spLocks/>
            </p:cNvSpPr>
            <p:nvPr/>
          </p:nvSpPr>
          <p:spPr bwMode="auto">
            <a:xfrm>
              <a:off x="5181" y="2484"/>
              <a:ext cx="18" cy="13"/>
            </a:xfrm>
            <a:custGeom>
              <a:avLst/>
              <a:gdLst>
                <a:gd name="T0" fmla="*/ 41 w 12"/>
                <a:gd name="T1" fmla="*/ 19 h 9"/>
                <a:gd name="T2" fmla="*/ 27 w 12"/>
                <a:gd name="T3" fmla="*/ 1 h 9"/>
                <a:gd name="T4" fmla="*/ 12 w 12"/>
                <a:gd name="T5" fmla="*/ 0 h 9"/>
                <a:gd name="T6" fmla="*/ 26 w 12"/>
                <a:gd name="T7" fmla="*/ 14 h 9"/>
                <a:gd name="T8" fmla="*/ 41 w 12"/>
                <a:gd name="T9" fmla="*/ 19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9">
                  <a:moveTo>
                    <a:pt x="12" y="6"/>
                  </a:moveTo>
                  <a:cubicBezTo>
                    <a:pt x="12" y="4"/>
                    <a:pt x="9" y="2"/>
                    <a:pt x="8" y="1"/>
                  </a:cubicBezTo>
                  <a:cubicBezTo>
                    <a:pt x="7" y="1"/>
                    <a:pt x="3" y="0"/>
                    <a:pt x="3" y="0"/>
                  </a:cubicBezTo>
                  <a:cubicBezTo>
                    <a:pt x="0" y="1"/>
                    <a:pt x="6" y="4"/>
                    <a:pt x="7" y="5"/>
                  </a:cubicBezTo>
                  <a:cubicBezTo>
                    <a:pt x="9" y="5"/>
                    <a:pt x="12" y="9"/>
                    <a:pt x="12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247" name="Freeform 706">
              <a:extLst>
                <a:ext uri="{FF2B5EF4-FFF2-40B4-BE49-F238E27FC236}">
                  <a16:creationId xmlns:a16="http://schemas.microsoft.com/office/drawing/2014/main" id="{0C28E50E-D523-4457-8E61-7F19581BBEB7}"/>
                </a:ext>
              </a:extLst>
            </p:cNvPr>
            <p:cNvSpPr>
              <a:spLocks/>
            </p:cNvSpPr>
            <p:nvPr/>
          </p:nvSpPr>
          <p:spPr bwMode="auto">
            <a:xfrm>
              <a:off x="5252" y="2641"/>
              <a:ext cx="7" cy="6"/>
            </a:xfrm>
            <a:custGeom>
              <a:avLst/>
              <a:gdLst>
                <a:gd name="T0" fmla="*/ 14 w 5"/>
                <a:gd name="T1" fmla="*/ 8 h 4"/>
                <a:gd name="T2" fmla="*/ 6 w 5"/>
                <a:gd name="T3" fmla="*/ 14 h 4"/>
                <a:gd name="T4" fmla="*/ 14 w 5"/>
                <a:gd name="T5" fmla="*/ 5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5" y="2"/>
                  </a:moveTo>
                  <a:cubicBezTo>
                    <a:pt x="4" y="2"/>
                    <a:pt x="3" y="3"/>
                    <a:pt x="2" y="4"/>
                  </a:cubicBezTo>
                  <a:cubicBezTo>
                    <a:pt x="0" y="2"/>
                    <a:pt x="3" y="0"/>
                    <a:pt x="5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248" name="Freeform 707">
              <a:extLst>
                <a:ext uri="{FF2B5EF4-FFF2-40B4-BE49-F238E27FC236}">
                  <a16:creationId xmlns:a16="http://schemas.microsoft.com/office/drawing/2014/main" id="{4C7949B4-162F-4C80-8FE1-57831BCA3A1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7" y="1007"/>
              <a:ext cx="278" cy="252"/>
            </a:xfrm>
            <a:custGeom>
              <a:avLst/>
              <a:gdLst>
                <a:gd name="T0" fmla="*/ 628 w 185"/>
                <a:gd name="T1" fmla="*/ 35 h 168"/>
                <a:gd name="T2" fmla="*/ 535 w 185"/>
                <a:gd name="T3" fmla="*/ 215 h 168"/>
                <a:gd name="T4" fmla="*/ 548 w 185"/>
                <a:gd name="T5" fmla="*/ 437 h 168"/>
                <a:gd name="T6" fmla="*/ 39 w 185"/>
                <a:gd name="T7" fmla="*/ 365 h 168"/>
                <a:gd name="T8" fmla="*/ 0 w 185"/>
                <a:gd name="T9" fmla="*/ 0 h 168"/>
                <a:gd name="T10" fmla="*/ 628 w 185"/>
                <a:gd name="T11" fmla="*/ 35 h 16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5" h="168">
                  <a:moveTo>
                    <a:pt x="185" y="10"/>
                  </a:moveTo>
                  <a:cubicBezTo>
                    <a:pt x="185" y="10"/>
                    <a:pt x="172" y="34"/>
                    <a:pt x="158" y="63"/>
                  </a:cubicBezTo>
                  <a:cubicBezTo>
                    <a:pt x="148" y="83"/>
                    <a:pt x="150" y="114"/>
                    <a:pt x="162" y="129"/>
                  </a:cubicBezTo>
                  <a:cubicBezTo>
                    <a:pt x="184" y="156"/>
                    <a:pt x="5" y="168"/>
                    <a:pt x="11" y="108"/>
                  </a:cubicBezTo>
                  <a:cubicBezTo>
                    <a:pt x="18" y="44"/>
                    <a:pt x="3" y="16"/>
                    <a:pt x="0" y="0"/>
                  </a:cubicBezTo>
                  <a:cubicBezTo>
                    <a:pt x="0" y="0"/>
                    <a:pt x="146" y="47"/>
                    <a:pt x="185" y="10"/>
                  </a:cubicBezTo>
                </a:path>
              </a:pathLst>
            </a:custGeom>
            <a:solidFill>
              <a:srgbClr val="FEF3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249" name="Freeform 708">
              <a:extLst>
                <a:ext uri="{FF2B5EF4-FFF2-40B4-BE49-F238E27FC236}">
                  <a16:creationId xmlns:a16="http://schemas.microsoft.com/office/drawing/2014/main" id="{1EE18897-B7A5-4D7E-BCF5-1BBF1D6615D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6" y="639"/>
              <a:ext cx="345" cy="527"/>
            </a:xfrm>
            <a:custGeom>
              <a:avLst/>
              <a:gdLst>
                <a:gd name="T0" fmla="*/ 750 w 230"/>
                <a:gd name="T1" fmla="*/ 350 h 352"/>
                <a:gd name="T2" fmla="*/ 764 w 230"/>
                <a:gd name="T3" fmla="*/ 600 h 352"/>
                <a:gd name="T4" fmla="*/ 768 w 230"/>
                <a:gd name="T5" fmla="*/ 831 h 352"/>
                <a:gd name="T6" fmla="*/ 674 w 230"/>
                <a:gd name="T7" fmla="*/ 1038 h 352"/>
                <a:gd name="T8" fmla="*/ 305 w 230"/>
                <a:gd name="T9" fmla="*/ 1073 h 352"/>
                <a:gd name="T10" fmla="*/ 140 w 230"/>
                <a:gd name="T11" fmla="*/ 770 h 352"/>
                <a:gd name="T12" fmla="*/ 95 w 230"/>
                <a:gd name="T13" fmla="*/ 776 h 352"/>
                <a:gd name="T14" fmla="*/ 66 w 230"/>
                <a:gd name="T15" fmla="*/ 662 h 352"/>
                <a:gd name="T16" fmla="*/ 81 w 230"/>
                <a:gd name="T17" fmla="*/ 500 h 352"/>
                <a:gd name="T18" fmla="*/ 66 w 230"/>
                <a:gd name="T19" fmla="*/ 470 h 352"/>
                <a:gd name="T20" fmla="*/ 113 w 230"/>
                <a:gd name="T21" fmla="*/ 238 h 352"/>
                <a:gd name="T22" fmla="*/ 750 w 230"/>
                <a:gd name="T23" fmla="*/ 350 h 35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30" h="352">
                  <a:moveTo>
                    <a:pt x="222" y="104"/>
                  </a:moveTo>
                  <a:cubicBezTo>
                    <a:pt x="230" y="141"/>
                    <a:pt x="228" y="167"/>
                    <a:pt x="226" y="179"/>
                  </a:cubicBezTo>
                  <a:cubicBezTo>
                    <a:pt x="224" y="190"/>
                    <a:pt x="229" y="228"/>
                    <a:pt x="227" y="248"/>
                  </a:cubicBezTo>
                  <a:cubicBezTo>
                    <a:pt x="225" y="268"/>
                    <a:pt x="213" y="294"/>
                    <a:pt x="199" y="309"/>
                  </a:cubicBezTo>
                  <a:cubicBezTo>
                    <a:pt x="185" y="323"/>
                    <a:pt x="144" y="352"/>
                    <a:pt x="90" y="320"/>
                  </a:cubicBezTo>
                  <a:cubicBezTo>
                    <a:pt x="37" y="289"/>
                    <a:pt x="42" y="247"/>
                    <a:pt x="41" y="229"/>
                  </a:cubicBezTo>
                  <a:cubicBezTo>
                    <a:pt x="41" y="229"/>
                    <a:pt x="38" y="261"/>
                    <a:pt x="28" y="231"/>
                  </a:cubicBezTo>
                  <a:cubicBezTo>
                    <a:pt x="25" y="221"/>
                    <a:pt x="18" y="227"/>
                    <a:pt x="19" y="197"/>
                  </a:cubicBezTo>
                  <a:cubicBezTo>
                    <a:pt x="20" y="167"/>
                    <a:pt x="0" y="139"/>
                    <a:pt x="24" y="149"/>
                  </a:cubicBezTo>
                  <a:cubicBezTo>
                    <a:pt x="24" y="149"/>
                    <a:pt x="19" y="145"/>
                    <a:pt x="19" y="140"/>
                  </a:cubicBezTo>
                  <a:cubicBezTo>
                    <a:pt x="19" y="125"/>
                    <a:pt x="16" y="95"/>
                    <a:pt x="33" y="71"/>
                  </a:cubicBezTo>
                  <a:cubicBezTo>
                    <a:pt x="57" y="37"/>
                    <a:pt x="199" y="0"/>
                    <a:pt x="222" y="104"/>
                  </a:cubicBezTo>
                </a:path>
              </a:pathLst>
            </a:custGeom>
            <a:solidFill>
              <a:srgbClr val="FEF3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250" name="Freeform 709">
              <a:extLst>
                <a:ext uri="{FF2B5EF4-FFF2-40B4-BE49-F238E27FC236}">
                  <a16:creationId xmlns:a16="http://schemas.microsoft.com/office/drawing/2014/main" id="{06997B84-2E1D-40D9-A85E-BAC7D8B281D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4" y="862"/>
              <a:ext cx="127" cy="26"/>
            </a:xfrm>
            <a:custGeom>
              <a:avLst/>
              <a:gdLst>
                <a:gd name="T0" fmla="*/ 284 w 85"/>
                <a:gd name="T1" fmla="*/ 8 h 17"/>
                <a:gd name="T2" fmla="*/ 209 w 85"/>
                <a:gd name="T3" fmla="*/ 5 h 17"/>
                <a:gd name="T4" fmla="*/ 176 w 85"/>
                <a:gd name="T5" fmla="*/ 8 h 17"/>
                <a:gd name="T6" fmla="*/ 134 w 85"/>
                <a:gd name="T7" fmla="*/ 5 h 17"/>
                <a:gd name="T8" fmla="*/ 0 w 85"/>
                <a:gd name="T9" fmla="*/ 61 h 17"/>
                <a:gd name="T10" fmla="*/ 109 w 85"/>
                <a:gd name="T11" fmla="*/ 18 h 17"/>
                <a:gd name="T12" fmla="*/ 236 w 85"/>
                <a:gd name="T13" fmla="*/ 14 h 17"/>
                <a:gd name="T14" fmla="*/ 284 w 85"/>
                <a:gd name="T15" fmla="*/ 8 h 1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5" h="17">
                  <a:moveTo>
                    <a:pt x="85" y="2"/>
                  </a:moveTo>
                  <a:cubicBezTo>
                    <a:pt x="77" y="0"/>
                    <a:pt x="71" y="0"/>
                    <a:pt x="63" y="1"/>
                  </a:cubicBezTo>
                  <a:cubicBezTo>
                    <a:pt x="59" y="2"/>
                    <a:pt x="56" y="2"/>
                    <a:pt x="53" y="2"/>
                  </a:cubicBezTo>
                  <a:cubicBezTo>
                    <a:pt x="48" y="3"/>
                    <a:pt x="45" y="1"/>
                    <a:pt x="40" y="1"/>
                  </a:cubicBezTo>
                  <a:cubicBezTo>
                    <a:pt x="25" y="2"/>
                    <a:pt x="7" y="1"/>
                    <a:pt x="0" y="17"/>
                  </a:cubicBezTo>
                  <a:cubicBezTo>
                    <a:pt x="0" y="17"/>
                    <a:pt x="12" y="4"/>
                    <a:pt x="33" y="5"/>
                  </a:cubicBezTo>
                  <a:cubicBezTo>
                    <a:pt x="55" y="6"/>
                    <a:pt x="65" y="6"/>
                    <a:pt x="71" y="4"/>
                  </a:cubicBezTo>
                  <a:cubicBezTo>
                    <a:pt x="76" y="2"/>
                    <a:pt x="85" y="2"/>
                    <a:pt x="85" y="2"/>
                  </a:cubicBezTo>
                </a:path>
              </a:pathLst>
            </a:custGeom>
            <a:solidFill>
              <a:srgbClr val="FAD7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251" name="Freeform 710">
              <a:extLst>
                <a:ext uri="{FF2B5EF4-FFF2-40B4-BE49-F238E27FC236}">
                  <a16:creationId xmlns:a16="http://schemas.microsoft.com/office/drawing/2014/main" id="{85AA3E9B-C056-4648-9EE7-115AAF7593DA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2" y="888"/>
              <a:ext cx="44" cy="22"/>
            </a:xfrm>
            <a:custGeom>
              <a:avLst/>
              <a:gdLst>
                <a:gd name="T0" fmla="*/ 0 w 29"/>
                <a:gd name="T1" fmla="*/ 32 h 15"/>
                <a:gd name="T2" fmla="*/ 49 w 29"/>
                <a:gd name="T3" fmla="*/ 22 h 15"/>
                <a:gd name="T4" fmla="*/ 76 w 29"/>
                <a:gd name="T5" fmla="*/ 15 h 15"/>
                <a:gd name="T6" fmla="*/ 83 w 29"/>
                <a:gd name="T7" fmla="*/ 0 h 15"/>
                <a:gd name="T8" fmla="*/ 74 w 29"/>
                <a:gd name="T9" fmla="*/ 22 h 15"/>
                <a:gd name="T10" fmla="*/ 102 w 29"/>
                <a:gd name="T11" fmla="*/ 13 h 15"/>
                <a:gd name="T12" fmla="*/ 74 w 29"/>
                <a:gd name="T13" fmla="*/ 34 h 15"/>
                <a:gd name="T14" fmla="*/ 94 w 29"/>
                <a:gd name="T15" fmla="*/ 38 h 15"/>
                <a:gd name="T16" fmla="*/ 62 w 29"/>
                <a:gd name="T17" fmla="*/ 47 h 15"/>
                <a:gd name="T18" fmla="*/ 55 w 29"/>
                <a:gd name="T19" fmla="*/ 32 h 15"/>
                <a:gd name="T20" fmla="*/ 0 w 29"/>
                <a:gd name="T21" fmla="*/ 32 h 1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9" h="15">
                  <a:moveTo>
                    <a:pt x="0" y="10"/>
                  </a:moveTo>
                  <a:cubicBezTo>
                    <a:pt x="0" y="10"/>
                    <a:pt x="13" y="10"/>
                    <a:pt x="14" y="7"/>
                  </a:cubicBezTo>
                  <a:cubicBezTo>
                    <a:pt x="16" y="4"/>
                    <a:pt x="20" y="5"/>
                    <a:pt x="22" y="5"/>
                  </a:cubicBezTo>
                  <a:cubicBezTo>
                    <a:pt x="23" y="5"/>
                    <a:pt x="24" y="1"/>
                    <a:pt x="24" y="0"/>
                  </a:cubicBezTo>
                  <a:cubicBezTo>
                    <a:pt x="24" y="0"/>
                    <a:pt x="27" y="6"/>
                    <a:pt x="21" y="7"/>
                  </a:cubicBezTo>
                  <a:cubicBezTo>
                    <a:pt x="21" y="7"/>
                    <a:pt x="28" y="6"/>
                    <a:pt x="29" y="4"/>
                  </a:cubicBezTo>
                  <a:cubicBezTo>
                    <a:pt x="29" y="4"/>
                    <a:pt x="24" y="11"/>
                    <a:pt x="21" y="11"/>
                  </a:cubicBezTo>
                  <a:cubicBezTo>
                    <a:pt x="21" y="11"/>
                    <a:pt x="24" y="14"/>
                    <a:pt x="27" y="12"/>
                  </a:cubicBezTo>
                  <a:cubicBezTo>
                    <a:pt x="27" y="12"/>
                    <a:pt x="27" y="15"/>
                    <a:pt x="18" y="15"/>
                  </a:cubicBezTo>
                  <a:cubicBezTo>
                    <a:pt x="18" y="15"/>
                    <a:pt x="21" y="9"/>
                    <a:pt x="16" y="10"/>
                  </a:cubicBezTo>
                  <a:cubicBezTo>
                    <a:pt x="11" y="10"/>
                    <a:pt x="6" y="13"/>
                    <a:pt x="0" y="10"/>
                  </a:cubicBezTo>
                </a:path>
              </a:pathLst>
            </a:custGeom>
            <a:solidFill>
              <a:srgbClr val="FAD7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252" name="Freeform 711">
              <a:extLst>
                <a:ext uri="{FF2B5EF4-FFF2-40B4-BE49-F238E27FC236}">
                  <a16:creationId xmlns:a16="http://schemas.microsoft.com/office/drawing/2014/main" id="{59009D8B-62BB-4C10-AB2A-961225850D7F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3" y="846"/>
              <a:ext cx="139" cy="22"/>
            </a:xfrm>
            <a:custGeom>
              <a:avLst/>
              <a:gdLst>
                <a:gd name="T0" fmla="*/ 311 w 93"/>
                <a:gd name="T1" fmla="*/ 22 h 15"/>
                <a:gd name="T2" fmla="*/ 268 w 93"/>
                <a:gd name="T3" fmla="*/ 19 h 15"/>
                <a:gd name="T4" fmla="*/ 209 w 93"/>
                <a:gd name="T5" fmla="*/ 15 h 15"/>
                <a:gd name="T6" fmla="*/ 114 w 93"/>
                <a:gd name="T7" fmla="*/ 0 h 15"/>
                <a:gd name="T8" fmla="*/ 60 w 93"/>
                <a:gd name="T9" fmla="*/ 6 h 15"/>
                <a:gd name="T10" fmla="*/ 0 w 93"/>
                <a:gd name="T11" fmla="*/ 1 h 15"/>
                <a:gd name="T12" fmla="*/ 103 w 93"/>
                <a:gd name="T13" fmla="*/ 15 h 15"/>
                <a:gd name="T14" fmla="*/ 217 w 93"/>
                <a:gd name="T15" fmla="*/ 34 h 15"/>
                <a:gd name="T16" fmla="*/ 277 w 93"/>
                <a:gd name="T17" fmla="*/ 26 h 15"/>
                <a:gd name="T18" fmla="*/ 311 w 93"/>
                <a:gd name="T19" fmla="*/ 22 h 1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93" h="15">
                  <a:moveTo>
                    <a:pt x="93" y="7"/>
                  </a:moveTo>
                  <a:cubicBezTo>
                    <a:pt x="88" y="5"/>
                    <a:pt x="85" y="4"/>
                    <a:pt x="80" y="6"/>
                  </a:cubicBezTo>
                  <a:cubicBezTo>
                    <a:pt x="73" y="8"/>
                    <a:pt x="70" y="8"/>
                    <a:pt x="63" y="5"/>
                  </a:cubicBezTo>
                  <a:cubicBezTo>
                    <a:pt x="54" y="1"/>
                    <a:pt x="43" y="0"/>
                    <a:pt x="34" y="0"/>
                  </a:cubicBezTo>
                  <a:cubicBezTo>
                    <a:pt x="29" y="1"/>
                    <a:pt x="23" y="2"/>
                    <a:pt x="18" y="2"/>
                  </a:cubicBezTo>
                  <a:cubicBezTo>
                    <a:pt x="12" y="3"/>
                    <a:pt x="6" y="1"/>
                    <a:pt x="0" y="1"/>
                  </a:cubicBezTo>
                  <a:cubicBezTo>
                    <a:pt x="0" y="1"/>
                    <a:pt x="13" y="7"/>
                    <a:pt x="31" y="5"/>
                  </a:cubicBezTo>
                  <a:cubicBezTo>
                    <a:pt x="49" y="2"/>
                    <a:pt x="56" y="6"/>
                    <a:pt x="65" y="11"/>
                  </a:cubicBezTo>
                  <a:cubicBezTo>
                    <a:pt x="74" y="15"/>
                    <a:pt x="82" y="8"/>
                    <a:pt x="83" y="8"/>
                  </a:cubicBezTo>
                  <a:cubicBezTo>
                    <a:pt x="85" y="7"/>
                    <a:pt x="88" y="5"/>
                    <a:pt x="93" y="7"/>
                  </a:cubicBezTo>
                </a:path>
              </a:pathLst>
            </a:custGeom>
            <a:solidFill>
              <a:srgbClr val="FAD7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253" name="Freeform 712">
              <a:extLst>
                <a:ext uri="{FF2B5EF4-FFF2-40B4-BE49-F238E27FC236}">
                  <a16:creationId xmlns:a16="http://schemas.microsoft.com/office/drawing/2014/main" id="{1C1B3030-E955-4721-81D7-0D558072AB3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9" y="834"/>
              <a:ext cx="132" cy="16"/>
            </a:xfrm>
            <a:custGeom>
              <a:avLst/>
              <a:gdLst>
                <a:gd name="T0" fmla="*/ 0 w 88"/>
                <a:gd name="T1" fmla="*/ 6 h 11"/>
                <a:gd name="T2" fmla="*/ 93 w 88"/>
                <a:gd name="T3" fmla="*/ 1 h 11"/>
                <a:gd name="T4" fmla="*/ 170 w 88"/>
                <a:gd name="T5" fmla="*/ 6 h 11"/>
                <a:gd name="T6" fmla="*/ 297 w 88"/>
                <a:gd name="T7" fmla="*/ 6 h 11"/>
                <a:gd name="T8" fmla="*/ 149 w 88"/>
                <a:gd name="T9" fmla="*/ 13 h 11"/>
                <a:gd name="T10" fmla="*/ 81 w 88"/>
                <a:gd name="T11" fmla="*/ 9 h 11"/>
                <a:gd name="T12" fmla="*/ 0 w 88"/>
                <a:gd name="T13" fmla="*/ 6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8" h="11">
                  <a:moveTo>
                    <a:pt x="0" y="2"/>
                  </a:moveTo>
                  <a:cubicBezTo>
                    <a:pt x="0" y="2"/>
                    <a:pt x="15" y="4"/>
                    <a:pt x="27" y="1"/>
                  </a:cubicBezTo>
                  <a:cubicBezTo>
                    <a:pt x="32" y="0"/>
                    <a:pt x="42" y="0"/>
                    <a:pt x="50" y="2"/>
                  </a:cubicBezTo>
                  <a:cubicBezTo>
                    <a:pt x="58" y="5"/>
                    <a:pt x="81" y="5"/>
                    <a:pt x="88" y="2"/>
                  </a:cubicBezTo>
                  <a:cubicBezTo>
                    <a:pt x="88" y="2"/>
                    <a:pt x="71" y="11"/>
                    <a:pt x="44" y="4"/>
                  </a:cubicBezTo>
                  <a:cubicBezTo>
                    <a:pt x="44" y="4"/>
                    <a:pt x="35" y="0"/>
                    <a:pt x="24" y="3"/>
                  </a:cubicBezTo>
                  <a:cubicBezTo>
                    <a:pt x="14" y="6"/>
                    <a:pt x="0" y="2"/>
                    <a:pt x="0" y="2"/>
                  </a:cubicBezTo>
                </a:path>
              </a:pathLst>
            </a:custGeom>
            <a:solidFill>
              <a:srgbClr val="FAD7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254" name="Freeform 713">
              <a:extLst>
                <a:ext uri="{FF2B5EF4-FFF2-40B4-BE49-F238E27FC236}">
                  <a16:creationId xmlns:a16="http://schemas.microsoft.com/office/drawing/2014/main" id="{2E8520E7-DC68-4541-BC5B-E7431718FB90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0" y="989"/>
              <a:ext cx="83" cy="33"/>
            </a:xfrm>
            <a:custGeom>
              <a:avLst/>
              <a:gdLst>
                <a:gd name="T0" fmla="*/ 0 w 55"/>
                <a:gd name="T1" fmla="*/ 26 h 22"/>
                <a:gd name="T2" fmla="*/ 59 w 55"/>
                <a:gd name="T3" fmla="*/ 35 h 22"/>
                <a:gd name="T4" fmla="*/ 151 w 55"/>
                <a:gd name="T5" fmla="*/ 41 h 22"/>
                <a:gd name="T6" fmla="*/ 184 w 55"/>
                <a:gd name="T7" fmla="*/ 32 h 22"/>
                <a:gd name="T8" fmla="*/ 109 w 55"/>
                <a:gd name="T9" fmla="*/ 72 h 22"/>
                <a:gd name="T10" fmla="*/ 0 w 55"/>
                <a:gd name="T11" fmla="*/ 26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5" h="22">
                  <a:moveTo>
                    <a:pt x="0" y="7"/>
                  </a:moveTo>
                  <a:cubicBezTo>
                    <a:pt x="0" y="7"/>
                    <a:pt x="8" y="1"/>
                    <a:pt x="17" y="10"/>
                  </a:cubicBezTo>
                  <a:cubicBezTo>
                    <a:pt x="26" y="20"/>
                    <a:pt x="36" y="21"/>
                    <a:pt x="44" y="12"/>
                  </a:cubicBezTo>
                  <a:cubicBezTo>
                    <a:pt x="53" y="3"/>
                    <a:pt x="55" y="0"/>
                    <a:pt x="54" y="9"/>
                  </a:cubicBezTo>
                  <a:cubicBezTo>
                    <a:pt x="53" y="16"/>
                    <a:pt x="50" y="20"/>
                    <a:pt x="32" y="21"/>
                  </a:cubicBezTo>
                  <a:cubicBezTo>
                    <a:pt x="15" y="22"/>
                    <a:pt x="11" y="17"/>
                    <a:pt x="0" y="7"/>
                  </a:cubicBezTo>
                </a:path>
              </a:pathLst>
            </a:custGeom>
            <a:solidFill>
              <a:srgbClr val="FAD7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255" name="Freeform 714">
              <a:extLst>
                <a:ext uri="{FF2B5EF4-FFF2-40B4-BE49-F238E27FC236}">
                  <a16:creationId xmlns:a16="http://schemas.microsoft.com/office/drawing/2014/main" id="{EC40F59D-7C3B-42A6-91DF-F909ECA7834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6" y="868"/>
              <a:ext cx="72" cy="25"/>
            </a:xfrm>
            <a:custGeom>
              <a:avLst/>
              <a:gdLst>
                <a:gd name="T0" fmla="*/ 0 w 48"/>
                <a:gd name="T1" fmla="*/ 13 h 17"/>
                <a:gd name="T2" fmla="*/ 75 w 48"/>
                <a:gd name="T3" fmla="*/ 35 h 17"/>
                <a:gd name="T4" fmla="*/ 149 w 48"/>
                <a:gd name="T5" fmla="*/ 38 h 17"/>
                <a:gd name="T6" fmla="*/ 126 w 48"/>
                <a:gd name="T7" fmla="*/ 1 h 17"/>
                <a:gd name="T8" fmla="*/ 0 w 48"/>
                <a:gd name="T9" fmla="*/ 13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17">
                  <a:moveTo>
                    <a:pt x="0" y="4"/>
                  </a:moveTo>
                  <a:cubicBezTo>
                    <a:pt x="0" y="4"/>
                    <a:pt x="13" y="12"/>
                    <a:pt x="22" y="11"/>
                  </a:cubicBezTo>
                  <a:cubicBezTo>
                    <a:pt x="30" y="11"/>
                    <a:pt x="39" y="8"/>
                    <a:pt x="44" y="12"/>
                  </a:cubicBezTo>
                  <a:cubicBezTo>
                    <a:pt x="48" y="17"/>
                    <a:pt x="45" y="0"/>
                    <a:pt x="37" y="1"/>
                  </a:cubicBezTo>
                  <a:cubicBezTo>
                    <a:pt x="29" y="2"/>
                    <a:pt x="10" y="9"/>
                    <a:pt x="0" y="4"/>
                  </a:cubicBezTo>
                </a:path>
              </a:pathLst>
            </a:custGeom>
            <a:solidFill>
              <a:srgbClr val="8982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256" name="Freeform 715">
              <a:extLst>
                <a:ext uri="{FF2B5EF4-FFF2-40B4-BE49-F238E27FC236}">
                  <a16:creationId xmlns:a16="http://schemas.microsoft.com/office/drawing/2014/main" id="{97AB736B-07A9-486A-82FC-93C765CC736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1" y="867"/>
              <a:ext cx="75" cy="21"/>
            </a:xfrm>
            <a:custGeom>
              <a:avLst/>
              <a:gdLst>
                <a:gd name="T0" fmla="*/ 0 w 50"/>
                <a:gd name="T1" fmla="*/ 41 h 14"/>
                <a:gd name="T2" fmla="*/ 66 w 50"/>
                <a:gd name="T3" fmla="*/ 12 h 14"/>
                <a:gd name="T4" fmla="*/ 149 w 50"/>
                <a:gd name="T5" fmla="*/ 14 h 14"/>
                <a:gd name="T6" fmla="*/ 147 w 50"/>
                <a:gd name="T7" fmla="*/ 35 h 14"/>
                <a:gd name="T8" fmla="*/ 59 w 50"/>
                <a:gd name="T9" fmla="*/ 41 h 14"/>
                <a:gd name="T10" fmla="*/ 0 w 50"/>
                <a:gd name="T11" fmla="*/ 41 h 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0" h="14">
                  <a:moveTo>
                    <a:pt x="0" y="12"/>
                  </a:moveTo>
                  <a:cubicBezTo>
                    <a:pt x="0" y="12"/>
                    <a:pt x="13" y="0"/>
                    <a:pt x="19" y="3"/>
                  </a:cubicBezTo>
                  <a:cubicBezTo>
                    <a:pt x="25" y="6"/>
                    <a:pt x="27" y="12"/>
                    <a:pt x="44" y="4"/>
                  </a:cubicBezTo>
                  <a:cubicBezTo>
                    <a:pt x="44" y="4"/>
                    <a:pt x="50" y="5"/>
                    <a:pt x="43" y="10"/>
                  </a:cubicBezTo>
                  <a:cubicBezTo>
                    <a:pt x="37" y="14"/>
                    <a:pt x="25" y="14"/>
                    <a:pt x="17" y="12"/>
                  </a:cubicBezTo>
                  <a:cubicBezTo>
                    <a:pt x="8" y="9"/>
                    <a:pt x="0" y="12"/>
                    <a:pt x="0" y="12"/>
                  </a:cubicBezTo>
                </a:path>
              </a:pathLst>
            </a:custGeom>
            <a:solidFill>
              <a:srgbClr val="8982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257" name="Freeform 716">
              <a:extLst>
                <a:ext uri="{FF2B5EF4-FFF2-40B4-BE49-F238E27FC236}">
                  <a16:creationId xmlns:a16="http://schemas.microsoft.com/office/drawing/2014/main" id="{0FEC92CF-B296-47CA-84AB-DD1AFFA5BE2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4" y="896"/>
              <a:ext cx="36" cy="18"/>
            </a:xfrm>
            <a:custGeom>
              <a:avLst/>
              <a:gdLst>
                <a:gd name="T0" fmla="*/ 18 w 24"/>
                <a:gd name="T1" fmla="*/ 0 h 12"/>
                <a:gd name="T2" fmla="*/ 81 w 24"/>
                <a:gd name="T3" fmla="*/ 14 h 12"/>
                <a:gd name="T4" fmla="*/ 35 w 24"/>
                <a:gd name="T5" fmla="*/ 41 h 12"/>
                <a:gd name="T6" fmla="*/ 39 w 24"/>
                <a:gd name="T7" fmla="*/ 32 h 12"/>
                <a:gd name="T8" fmla="*/ 5 w 24"/>
                <a:gd name="T9" fmla="*/ 41 h 12"/>
                <a:gd name="T10" fmla="*/ 27 w 24"/>
                <a:gd name="T11" fmla="*/ 26 h 12"/>
                <a:gd name="T12" fmla="*/ 0 w 24"/>
                <a:gd name="T13" fmla="*/ 14 h 12"/>
                <a:gd name="T14" fmla="*/ 21 w 24"/>
                <a:gd name="T15" fmla="*/ 14 h 12"/>
                <a:gd name="T16" fmla="*/ 18 w 24"/>
                <a:gd name="T17" fmla="*/ 0 h 1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4" h="12">
                  <a:moveTo>
                    <a:pt x="5" y="0"/>
                  </a:moveTo>
                  <a:cubicBezTo>
                    <a:pt x="5" y="0"/>
                    <a:pt x="9" y="8"/>
                    <a:pt x="24" y="4"/>
                  </a:cubicBezTo>
                  <a:cubicBezTo>
                    <a:pt x="24" y="4"/>
                    <a:pt x="13" y="7"/>
                    <a:pt x="10" y="12"/>
                  </a:cubicBezTo>
                  <a:cubicBezTo>
                    <a:pt x="11" y="9"/>
                    <a:pt x="11" y="9"/>
                    <a:pt x="11" y="9"/>
                  </a:cubicBezTo>
                  <a:cubicBezTo>
                    <a:pt x="11" y="9"/>
                    <a:pt x="6" y="11"/>
                    <a:pt x="1" y="12"/>
                  </a:cubicBezTo>
                  <a:cubicBezTo>
                    <a:pt x="1" y="12"/>
                    <a:pt x="7" y="8"/>
                    <a:pt x="8" y="7"/>
                  </a:cubicBezTo>
                  <a:cubicBezTo>
                    <a:pt x="8" y="7"/>
                    <a:pt x="3" y="6"/>
                    <a:pt x="0" y="4"/>
                  </a:cubicBezTo>
                  <a:cubicBezTo>
                    <a:pt x="0" y="4"/>
                    <a:pt x="3" y="5"/>
                    <a:pt x="6" y="4"/>
                  </a:cubicBezTo>
                  <a:cubicBezTo>
                    <a:pt x="6" y="4"/>
                    <a:pt x="4" y="2"/>
                    <a:pt x="5" y="0"/>
                  </a:cubicBezTo>
                </a:path>
              </a:pathLst>
            </a:custGeom>
            <a:solidFill>
              <a:srgbClr val="FAD7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258" name="Freeform 717">
              <a:extLst>
                <a:ext uri="{FF2B5EF4-FFF2-40B4-BE49-F238E27FC236}">
                  <a16:creationId xmlns:a16="http://schemas.microsoft.com/office/drawing/2014/main" id="{66F6D92E-1E4D-47AC-BA84-BDC08DB738D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3" y="895"/>
              <a:ext cx="62" cy="21"/>
            </a:xfrm>
            <a:custGeom>
              <a:avLst/>
              <a:gdLst>
                <a:gd name="T0" fmla="*/ 142 w 41"/>
                <a:gd name="T1" fmla="*/ 48 h 14"/>
                <a:gd name="T2" fmla="*/ 80 w 41"/>
                <a:gd name="T3" fmla="*/ 14 h 14"/>
                <a:gd name="T4" fmla="*/ 32 w 41"/>
                <a:gd name="T5" fmla="*/ 18 h 14"/>
                <a:gd name="T6" fmla="*/ 0 w 41"/>
                <a:gd name="T7" fmla="*/ 0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1" h="14">
                  <a:moveTo>
                    <a:pt x="41" y="14"/>
                  </a:moveTo>
                  <a:cubicBezTo>
                    <a:pt x="36" y="10"/>
                    <a:pt x="30" y="5"/>
                    <a:pt x="23" y="4"/>
                  </a:cubicBezTo>
                  <a:cubicBezTo>
                    <a:pt x="18" y="3"/>
                    <a:pt x="14" y="6"/>
                    <a:pt x="9" y="5"/>
                  </a:cubicBezTo>
                  <a:cubicBezTo>
                    <a:pt x="5" y="5"/>
                    <a:pt x="2" y="3"/>
                    <a:pt x="0" y="0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259" name="Freeform 718">
              <a:extLst>
                <a:ext uri="{FF2B5EF4-FFF2-40B4-BE49-F238E27FC236}">
                  <a16:creationId xmlns:a16="http://schemas.microsoft.com/office/drawing/2014/main" id="{1FC0CC77-DB8F-46BE-813A-A4381D6050A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2" y="905"/>
              <a:ext cx="44" cy="12"/>
            </a:xfrm>
            <a:custGeom>
              <a:avLst/>
              <a:gdLst>
                <a:gd name="T0" fmla="*/ 102 w 29"/>
                <a:gd name="T1" fmla="*/ 26 h 8"/>
                <a:gd name="T2" fmla="*/ 53 w 29"/>
                <a:gd name="T3" fmla="*/ 5 h 8"/>
                <a:gd name="T4" fmla="*/ 0 w 29"/>
                <a:gd name="T5" fmla="*/ 21 h 8"/>
                <a:gd name="T6" fmla="*/ 102 w 29"/>
                <a:gd name="T7" fmla="*/ 27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" h="8">
                  <a:moveTo>
                    <a:pt x="29" y="7"/>
                  </a:moveTo>
                  <a:cubicBezTo>
                    <a:pt x="26" y="3"/>
                    <a:pt x="20" y="1"/>
                    <a:pt x="15" y="1"/>
                  </a:cubicBezTo>
                  <a:cubicBezTo>
                    <a:pt x="9" y="0"/>
                    <a:pt x="3" y="1"/>
                    <a:pt x="0" y="6"/>
                  </a:cubicBezTo>
                  <a:cubicBezTo>
                    <a:pt x="10" y="7"/>
                    <a:pt x="19" y="8"/>
                    <a:pt x="29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260" name="Freeform 719">
              <a:extLst>
                <a:ext uri="{FF2B5EF4-FFF2-40B4-BE49-F238E27FC236}">
                  <a16:creationId xmlns:a16="http://schemas.microsoft.com/office/drawing/2014/main" id="{3556AFA4-6FDE-4ED8-AA47-55C2078F3B8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0" y="907"/>
              <a:ext cx="26" cy="10"/>
            </a:xfrm>
            <a:custGeom>
              <a:avLst/>
              <a:gdLst>
                <a:gd name="T0" fmla="*/ 61 w 17"/>
                <a:gd name="T1" fmla="*/ 20 h 7"/>
                <a:gd name="T2" fmla="*/ 12 w 17"/>
                <a:gd name="T3" fmla="*/ 19 h 7"/>
                <a:gd name="T4" fmla="*/ 18 w 17"/>
                <a:gd name="T5" fmla="*/ 0 h 7"/>
                <a:gd name="T6" fmla="*/ 61 w 17"/>
                <a:gd name="T7" fmla="*/ 19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7">
                  <a:moveTo>
                    <a:pt x="17" y="7"/>
                  </a:moveTo>
                  <a:cubicBezTo>
                    <a:pt x="12" y="7"/>
                    <a:pt x="8" y="6"/>
                    <a:pt x="3" y="6"/>
                  </a:cubicBezTo>
                  <a:cubicBezTo>
                    <a:pt x="3" y="6"/>
                    <a:pt x="0" y="3"/>
                    <a:pt x="5" y="0"/>
                  </a:cubicBezTo>
                  <a:cubicBezTo>
                    <a:pt x="9" y="1"/>
                    <a:pt x="14" y="2"/>
                    <a:pt x="17" y="6"/>
                  </a:cubicBezTo>
                </a:path>
              </a:pathLst>
            </a:custGeom>
            <a:solidFill>
              <a:srgbClr val="485B2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261" name="Freeform 720">
              <a:extLst>
                <a:ext uri="{FF2B5EF4-FFF2-40B4-BE49-F238E27FC236}">
                  <a16:creationId xmlns:a16="http://schemas.microsoft.com/office/drawing/2014/main" id="{562C487F-ADF8-4F36-85A3-54C31A9EA2A8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3" y="901"/>
              <a:ext cx="40" cy="15"/>
            </a:xfrm>
            <a:custGeom>
              <a:avLst/>
              <a:gdLst>
                <a:gd name="T0" fmla="*/ 33 w 27"/>
                <a:gd name="T1" fmla="*/ 8 h 10"/>
                <a:gd name="T2" fmla="*/ 0 w 27"/>
                <a:gd name="T3" fmla="*/ 32 h 10"/>
                <a:gd name="T4" fmla="*/ 53 w 27"/>
                <a:gd name="T5" fmla="*/ 27 h 10"/>
                <a:gd name="T6" fmla="*/ 87 w 27"/>
                <a:gd name="T7" fmla="*/ 21 h 10"/>
                <a:gd name="T8" fmla="*/ 81 w 27"/>
                <a:gd name="T9" fmla="*/ 8 h 10"/>
                <a:gd name="T10" fmla="*/ 33 w 27"/>
                <a:gd name="T11" fmla="*/ 8 h 1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7" h="10">
                  <a:moveTo>
                    <a:pt x="10" y="2"/>
                  </a:moveTo>
                  <a:cubicBezTo>
                    <a:pt x="8" y="0"/>
                    <a:pt x="2" y="7"/>
                    <a:pt x="0" y="9"/>
                  </a:cubicBezTo>
                  <a:cubicBezTo>
                    <a:pt x="5" y="8"/>
                    <a:pt x="10" y="7"/>
                    <a:pt x="16" y="8"/>
                  </a:cubicBezTo>
                  <a:cubicBezTo>
                    <a:pt x="19" y="8"/>
                    <a:pt x="26" y="10"/>
                    <a:pt x="27" y="6"/>
                  </a:cubicBezTo>
                  <a:cubicBezTo>
                    <a:pt x="27" y="5"/>
                    <a:pt x="26" y="3"/>
                    <a:pt x="25" y="2"/>
                  </a:cubicBezTo>
                  <a:cubicBezTo>
                    <a:pt x="25" y="2"/>
                    <a:pt x="18" y="5"/>
                    <a:pt x="1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262" name="Freeform 721">
              <a:extLst>
                <a:ext uri="{FF2B5EF4-FFF2-40B4-BE49-F238E27FC236}">
                  <a16:creationId xmlns:a16="http://schemas.microsoft.com/office/drawing/2014/main" id="{834ED6BE-9B1E-4743-8DEB-AC411C430E4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4" y="910"/>
              <a:ext cx="12" cy="6"/>
            </a:xfrm>
            <a:custGeom>
              <a:avLst/>
              <a:gdLst>
                <a:gd name="T0" fmla="*/ 12 w 8"/>
                <a:gd name="T1" fmla="*/ 0 h 4"/>
                <a:gd name="T2" fmla="*/ 8 w 8"/>
                <a:gd name="T3" fmla="*/ 14 h 4"/>
                <a:gd name="T4" fmla="*/ 27 w 8"/>
                <a:gd name="T5" fmla="*/ 14 h 4"/>
                <a:gd name="T6" fmla="*/ 12 w 8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4">
                  <a:moveTo>
                    <a:pt x="3" y="0"/>
                  </a:moveTo>
                  <a:cubicBezTo>
                    <a:pt x="3" y="0"/>
                    <a:pt x="0" y="2"/>
                    <a:pt x="2" y="4"/>
                  </a:cubicBezTo>
                  <a:cubicBezTo>
                    <a:pt x="2" y="4"/>
                    <a:pt x="7" y="4"/>
                    <a:pt x="8" y="4"/>
                  </a:cubicBezTo>
                  <a:cubicBezTo>
                    <a:pt x="8" y="4"/>
                    <a:pt x="5" y="0"/>
                    <a:pt x="3" y="0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263" name="Freeform 722">
              <a:extLst>
                <a:ext uri="{FF2B5EF4-FFF2-40B4-BE49-F238E27FC236}">
                  <a16:creationId xmlns:a16="http://schemas.microsoft.com/office/drawing/2014/main" id="{81C45926-E03F-45A5-A6CB-46DB2C674D6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3" y="907"/>
              <a:ext cx="11" cy="9"/>
            </a:xfrm>
            <a:custGeom>
              <a:avLst/>
              <a:gdLst>
                <a:gd name="T0" fmla="*/ 13 w 7"/>
                <a:gd name="T1" fmla="*/ 0 h 6"/>
                <a:gd name="T2" fmla="*/ 5 w 7"/>
                <a:gd name="T3" fmla="*/ 18 h 6"/>
                <a:gd name="T4" fmla="*/ 22 w 7"/>
                <a:gd name="T5" fmla="*/ 21 h 6"/>
                <a:gd name="T6" fmla="*/ 27 w 7"/>
                <a:gd name="T7" fmla="*/ 8 h 6"/>
                <a:gd name="T8" fmla="*/ 13 w 7"/>
                <a:gd name="T9" fmla="*/ 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6">
                  <a:moveTo>
                    <a:pt x="3" y="0"/>
                  </a:moveTo>
                  <a:cubicBezTo>
                    <a:pt x="3" y="0"/>
                    <a:pt x="0" y="3"/>
                    <a:pt x="1" y="5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6" y="6"/>
                    <a:pt x="5" y="2"/>
                    <a:pt x="7" y="2"/>
                  </a:cubicBezTo>
                  <a:cubicBezTo>
                    <a:pt x="7" y="2"/>
                    <a:pt x="4" y="0"/>
                    <a:pt x="3" y="0"/>
                  </a:cubicBezTo>
                </a:path>
              </a:pathLst>
            </a:custGeom>
            <a:solidFill>
              <a:srgbClr val="2D36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264" name="Freeform 723">
              <a:extLst>
                <a:ext uri="{FF2B5EF4-FFF2-40B4-BE49-F238E27FC236}">
                  <a16:creationId xmlns:a16="http://schemas.microsoft.com/office/drawing/2014/main" id="{B3A7C737-34D8-4E45-9B23-B5F83D4BD118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5" y="904"/>
              <a:ext cx="18" cy="10"/>
            </a:xfrm>
            <a:custGeom>
              <a:avLst/>
              <a:gdLst>
                <a:gd name="T0" fmla="*/ 8 w 12"/>
                <a:gd name="T1" fmla="*/ 1 h 7"/>
                <a:gd name="T2" fmla="*/ 8 w 12"/>
                <a:gd name="T3" fmla="*/ 19 h 7"/>
                <a:gd name="T4" fmla="*/ 41 w 12"/>
                <a:gd name="T5" fmla="*/ 13 h 7"/>
                <a:gd name="T6" fmla="*/ 35 w 12"/>
                <a:gd name="T7" fmla="*/ 0 h 7"/>
                <a:gd name="T8" fmla="*/ 8 w 12"/>
                <a:gd name="T9" fmla="*/ 1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7">
                  <a:moveTo>
                    <a:pt x="2" y="1"/>
                  </a:moveTo>
                  <a:cubicBezTo>
                    <a:pt x="2" y="1"/>
                    <a:pt x="0" y="5"/>
                    <a:pt x="2" y="6"/>
                  </a:cubicBezTo>
                  <a:cubicBezTo>
                    <a:pt x="3" y="7"/>
                    <a:pt x="11" y="7"/>
                    <a:pt x="12" y="4"/>
                  </a:cubicBezTo>
                  <a:cubicBezTo>
                    <a:pt x="12" y="2"/>
                    <a:pt x="10" y="0"/>
                    <a:pt x="10" y="0"/>
                  </a:cubicBezTo>
                  <a:cubicBezTo>
                    <a:pt x="10" y="0"/>
                    <a:pt x="5" y="1"/>
                    <a:pt x="2" y="1"/>
                  </a:cubicBezTo>
                </a:path>
              </a:pathLst>
            </a:custGeom>
            <a:solidFill>
              <a:srgbClr val="485B2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265" name="Freeform 724">
              <a:extLst>
                <a:ext uri="{FF2B5EF4-FFF2-40B4-BE49-F238E27FC236}">
                  <a16:creationId xmlns:a16="http://schemas.microsoft.com/office/drawing/2014/main" id="{466F76D2-7BE6-434F-838B-90C1AF541CB4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3" y="904"/>
              <a:ext cx="10" cy="9"/>
            </a:xfrm>
            <a:custGeom>
              <a:avLst/>
              <a:gdLst>
                <a:gd name="T0" fmla="*/ 13 w 7"/>
                <a:gd name="T1" fmla="*/ 0 h 6"/>
                <a:gd name="T2" fmla="*/ 14 w 7"/>
                <a:gd name="T3" fmla="*/ 21 h 6"/>
                <a:gd name="T4" fmla="*/ 20 w 7"/>
                <a:gd name="T5" fmla="*/ 12 h 6"/>
                <a:gd name="T6" fmla="*/ 13 w 7"/>
                <a:gd name="T7" fmla="*/ 0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6">
                  <a:moveTo>
                    <a:pt x="4" y="0"/>
                  </a:moveTo>
                  <a:cubicBezTo>
                    <a:pt x="4" y="0"/>
                    <a:pt x="0" y="6"/>
                    <a:pt x="5" y="6"/>
                  </a:cubicBezTo>
                  <a:cubicBezTo>
                    <a:pt x="5" y="6"/>
                    <a:pt x="7" y="5"/>
                    <a:pt x="7" y="3"/>
                  </a:cubicBezTo>
                  <a:cubicBezTo>
                    <a:pt x="6" y="1"/>
                    <a:pt x="5" y="0"/>
                    <a:pt x="4" y="0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266" name="Freeform 725">
              <a:extLst>
                <a:ext uri="{FF2B5EF4-FFF2-40B4-BE49-F238E27FC236}">
                  <a16:creationId xmlns:a16="http://schemas.microsoft.com/office/drawing/2014/main" id="{157DC931-F048-42C4-8CFB-DC562DE4FD86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7" y="905"/>
              <a:ext cx="7" cy="6"/>
            </a:xfrm>
            <a:custGeom>
              <a:avLst/>
              <a:gdLst>
                <a:gd name="T0" fmla="*/ 1 w 5"/>
                <a:gd name="T1" fmla="*/ 5 h 4"/>
                <a:gd name="T2" fmla="*/ 1 w 5"/>
                <a:gd name="T3" fmla="*/ 14 h 4"/>
                <a:gd name="T4" fmla="*/ 11 w 5"/>
                <a:gd name="T5" fmla="*/ 14 h 4"/>
                <a:gd name="T6" fmla="*/ 14 w 5"/>
                <a:gd name="T7" fmla="*/ 0 h 4"/>
                <a:gd name="T8" fmla="*/ 1 w 5"/>
                <a:gd name="T9" fmla="*/ 5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4">
                  <a:moveTo>
                    <a:pt x="1" y="1"/>
                  </a:moveTo>
                  <a:cubicBezTo>
                    <a:pt x="1" y="1"/>
                    <a:pt x="0" y="3"/>
                    <a:pt x="1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4"/>
                    <a:pt x="4" y="1"/>
                    <a:pt x="5" y="0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2D36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267" name="Freeform 726">
              <a:extLst>
                <a:ext uri="{FF2B5EF4-FFF2-40B4-BE49-F238E27FC236}">
                  <a16:creationId xmlns:a16="http://schemas.microsoft.com/office/drawing/2014/main" id="{B06E476F-921A-4F23-ADEC-A7EE376A5858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1" y="907"/>
              <a:ext cx="8" cy="3"/>
            </a:xfrm>
            <a:custGeom>
              <a:avLst/>
              <a:gdLst>
                <a:gd name="T0" fmla="*/ 8 w 8"/>
                <a:gd name="T1" fmla="*/ 0 h 3"/>
                <a:gd name="T2" fmla="*/ 0 w 8"/>
                <a:gd name="T3" fmla="*/ 1 h 3"/>
                <a:gd name="T4" fmla="*/ 0 w 8"/>
                <a:gd name="T5" fmla="*/ 3 h 3"/>
                <a:gd name="T6" fmla="*/ 8 w 8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3">
                  <a:moveTo>
                    <a:pt x="8" y="0"/>
                  </a:moveTo>
                  <a:lnTo>
                    <a:pt x="0" y="1"/>
                  </a:lnTo>
                  <a:lnTo>
                    <a:pt x="0" y="3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268" name="Freeform 727">
              <a:extLst>
                <a:ext uri="{FF2B5EF4-FFF2-40B4-BE49-F238E27FC236}">
                  <a16:creationId xmlns:a16="http://schemas.microsoft.com/office/drawing/2014/main" id="{CB93F1E8-A04E-4646-A201-C69CA5D33504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3" y="901"/>
              <a:ext cx="40" cy="15"/>
            </a:xfrm>
            <a:custGeom>
              <a:avLst/>
              <a:gdLst>
                <a:gd name="T0" fmla="*/ 33 w 27"/>
                <a:gd name="T1" fmla="*/ 8 h 10"/>
                <a:gd name="T2" fmla="*/ 0 w 27"/>
                <a:gd name="T3" fmla="*/ 32 h 10"/>
                <a:gd name="T4" fmla="*/ 53 w 27"/>
                <a:gd name="T5" fmla="*/ 27 h 10"/>
                <a:gd name="T6" fmla="*/ 87 w 27"/>
                <a:gd name="T7" fmla="*/ 21 h 10"/>
                <a:gd name="T8" fmla="*/ 81 w 27"/>
                <a:gd name="T9" fmla="*/ 8 h 10"/>
                <a:gd name="T10" fmla="*/ 33 w 27"/>
                <a:gd name="T11" fmla="*/ 8 h 1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7" h="10">
                  <a:moveTo>
                    <a:pt x="10" y="2"/>
                  </a:moveTo>
                  <a:cubicBezTo>
                    <a:pt x="8" y="0"/>
                    <a:pt x="2" y="7"/>
                    <a:pt x="0" y="9"/>
                  </a:cubicBezTo>
                  <a:cubicBezTo>
                    <a:pt x="5" y="8"/>
                    <a:pt x="10" y="7"/>
                    <a:pt x="16" y="8"/>
                  </a:cubicBezTo>
                  <a:cubicBezTo>
                    <a:pt x="19" y="8"/>
                    <a:pt x="26" y="10"/>
                    <a:pt x="27" y="6"/>
                  </a:cubicBezTo>
                  <a:cubicBezTo>
                    <a:pt x="27" y="5"/>
                    <a:pt x="26" y="3"/>
                    <a:pt x="25" y="2"/>
                  </a:cubicBezTo>
                  <a:cubicBezTo>
                    <a:pt x="25" y="2"/>
                    <a:pt x="18" y="5"/>
                    <a:pt x="10" y="2"/>
                  </a:cubicBezTo>
                  <a:close/>
                </a:path>
              </a:pathLst>
            </a:custGeom>
            <a:noFill/>
            <a:ln w="1588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269" name="Freeform 728">
              <a:extLst>
                <a:ext uri="{FF2B5EF4-FFF2-40B4-BE49-F238E27FC236}">
                  <a16:creationId xmlns:a16="http://schemas.microsoft.com/office/drawing/2014/main" id="{941EE0D2-E8EC-43BD-8184-641E8287EBAD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8" y="892"/>
              <a:ext cx="66" cy="27"/>
            </a:xfrm>
            <a:custGeom>
              <a:avLst/>
              <a:gdLst>
                <a:gd name="T0" fmla="*/ 0 w 44"/>
                <a:gd name="T1" fmla="*/ 14 h 18"/>
                <a:gd name="T2" fmla="*/ 39 w 44"/>
                <a:gd name="T3" fmla="*/ 12 h 18"/>
                <a:gd name="T4" fmla="*/ 122 w 44"/>
                <a:gd name="T5" fmla="*/ 27 h 18"/>
                <a:gd name="T6" fmla="*/ 149 w 44"/>
                <a:gd name="T7" fmla="*/ 62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4" h="18">
                  <a:moveTo>
                    <a:pt x="0" y="4"/>
                  </a:moveTo>
                  <a:cubicBezTo>
                    <a:pt x="0" y="4"/>
                    <a:pt x="7" y="0"/>
                    <a:pt x="11" y="3"/>
                  </a:cubicBezTo>
                  <a:cubicBezTo>
                    <a:pt x="15" y="6"/>
                    <a:pt x="27" y="11"/>
                    <a:pt x="36" y="8"/>
                  </a:cubicBezTo>
                  <a:cubicBezTo>
                    <a:pt x="44" y="4"/>
                    <a:pt x="35" y="17"/>
                    <a:pt x="44" y="18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270" name="Freeform 729">
              <a:extLst>
                <a:ext uri="{FF2B5EF4-FFF2-40B4-BE49-F238E27FC236}">
                  <a16:creationId xmlns:a16="http://schemas.microsoft.com/office/drawing/2014/main" id="{799F7DBA-3288-484F-9D81-496BC4F8E0E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1" y="905"/>
              <a:ext cx="45" cy="12"/>
            </a:xfrm>
            <a:custGeom>
              <a:avLst/>
              <a:gdLst>
                <a:gd name="T0" fmla="*/ 102 w 30"/>
                <a:gd name="T1" fmla="*/ 26 h 8"/>
                <a:gd name="T2" fmla="*/ 54 w 30"/>
                <a:gd name="T3" fmla="*/ 5 h 8"/>
                <a:gd name="T4" fmla="*/ 0 w 30"/>
                <a:gd name="T5" fmla="*/ 21 h 8"/>
                <a:gd name="T6" fmla="*/ 102 w 30"/>
                <a:gd name="T7" fmla="*/ 27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" h="8">
                  <a:moveTo>
                    <a:pt x="30" y="7"/>
                  </a:moveTo>
                  <a:cubicBezTo>
                    <a:pt x="27" y="3"/>
                    <a:pt x="20" y="1"/>
                    <a:pt x="16" y="1"/>
                  </a:cubicBezTo>
                  <a:cubicBezTo>
                    <a:pt x="10" y="0"/>
                    <a:pt x="4" y="1"/>
                    <a:pt x="0" y="6"/>
                  </a:cubicBezTo>
                  <a:cubicBezTo>
                    <a:pt x="10" y="7"/>
                    <a:pt x="20" y="8"/>
                    <a:pt x="30" y="8"/>
                  </a:cubicBezTo>
                </a:path>
              </a:pathLst>
            </a:custGeom>
            <a:noFill/>
            <a:ln w="1588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271" name="Freeform 730">
              <a:extLst>
                <a:ext uri="{FF2B5EF4-FFF2-40B4-BE49-F238E27FC236}">
                  <a16:creationId xmlns:a16="http://schemas.microsoft.com/office/drawing/2014/main" id="{706287C3-A7C0-49B8-9EC1-F10D38CD750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5" y="992"/>
              <a:ext cx="76" cy="30"/>
            </a:xfrm>
            <a:custGeom>
              <a:avLst/>
              <a:gdLst>
                <a:gd name="T0" fmla="*/ 0 w 51"/>
                <a:gd name="T1" fmla="*/ 14 h 20"/>
                <a:gd name="T2" fmla="*/ 46 w 51"/>
                <a:gd name="T3" fmla="*/ 27 h 20"/>
                <a:gd name="T4" fmla="*/ 133 w 51"/>
                <a:gd name="T5" fmla="*/ 39 h 20"/>
                <a:gd name="T6" fmla="*/ 168 w 51"/>
                <a:gd name="T7" fmla="*/ 8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1" h="20">
                  <a:moveTo>
                    <a:pt x="0" y="4"/>
                  </a:moveTo>
                  <a:cubicBezTo>
                    <a:pt x="0" y="4"/>
                    <a:pt x="7" y="0"/>
                    <a:pt x="14" y="8"/>
                  </a:cubicBezTo>
                  <a:cubicBezTo>
                    <a:pt x="20" y="17"/>
                    <a:pt x="30" y="20"/>
                    <a:pt x="40" y="11"/>
                  </a:cubicBezTo>
                  <a:cubicBezTo>
                    <a:pt x="49" y="2"/>
                    <a:pt x="51" y="2"/>
                    <a:pt x="51" y="2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272" name="Freeform 731">
              <a:extLst>
                <a:ext uri="{FF2B5EF4-FFF2-40B4-BE49-F238E27FC236}">
                  <a16:creationId xmlns:a16="http://schemas.microsoft.com/office/drawing/2014/main" id="{B0F60767-8104-42F3-A7C7-BB44AE452BA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1" y="967"/>
              <a:ext cx="91" cy="93"/>
            </a:xfrm>
            <a:custGeom>
              <a:avLst/>
              <a:gdLst>
                <a:gd name="T0" fmla="*/ 203 w 61"/>
                <a:gd name="T1" fmla="*/ 0 h 62"/>
                <a:gd name="T2" fmla="*/ 167 w 61"/>
                <a:gd name="T3" fmla="*/ 21 h 62"/>
                <a:gd name="T4" fmla="*/ 76 w 61"/>
                <a:gd name="T5" fmla="*/ 80 h 62"/>
                <a:gd name="T6" fmla="*/ 33 w 61"/>
                <a:gd name="T7" fmla="*/ 210 h 6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1" h="62">
                  <a:moveTo>
                    <a:pt x="61" y="0"/>
                  </a:moveTo>
                  <a:cubicBezTo>
                    <a:pt x="61" y="0"/>
                    <a:pt x="53" y="0"/>
                    <a:pt x="50" y="6"/>
                  </a:cubicBezTo>
                  <a:cubicBezTo>
                    <a:pt x="47" y="13"/>
                    <a:pt x="29" y="19"/>
                    <a:pt x="23" y="23"/>
                  </a:cubicBezTo>
                  <a:cubicBezTo>
                    <a:pt x="16" y="27"/>
                    <a:pt x="0" y="44"/>
                    <a:pt x="10" y="62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273" name="Freeform 732">
              <a:extLst>
                <a:ext uri="{FF2B5EF4-FFF2-40B4-BE49-F238E27FC236}">
                  <a16:creationId xmlns:a16="http://schemas.microsoft.com/office/drawing/2014/main" id="{C4CEEA05-E4B6-4F51-A122-3D66BD78637A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8" y="967"/>
              <a:ext cx="60" cy="58"/>
            </a:xfrm>
            <a:custGeom>
              <a:avLst/>
              <a:gdLst>
                <a:gd name="T0" fmla="*/ 0 w 40"/>
                <a:gd name="T1" fmla="*/ 0 h 39"/>
                <a:gd name="T2" fmla="*/ 53 w 40"/>
                <a:gd name="T3" fmla="*/ 46 h 39"/>
                <a:gd name="T4" fmla="*/ 135 w 40"/>
                <a:gd name="T5" fmla="*/ 128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39">
                  <a:moveTo>
                    <a:pt x="0" y="0"/>
                  </a:moveTo>
                  <a:cubicBezTo>
                    <a:pt x="0" y="0"/>
                    <a:pt x="10" y="12"/>
                    <a:pt x="15" y="14"/>
                  </a:cubicBezTo>
                  <a:cubicBezTo>
                    <a:pt x="21" y="16"/>
                    <a:pt x="39" y="22"/>
                    <a:pt x="40" y="39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274" name="Freeform 733">
              <a:extLst>
                <a:ext uri="{FF2B5EF4-FFF2-40B4-BE49-F238E27FC236}">
                  <a16:creationId xmlns:a16="http://schemas.microsoft.com/office/drawing/2014/main" id="{740605A8-793F-41AE-B3DF-F0AA0C4DF6D0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6" y="1018"/>
              <a:ext cx="119" cy="10"/>
            </a:xfrm>
            <a:custGeom>
              <a:avLst/>
              <a:gdLst>
                <a:gd name="T0" fmla="*/ 0 w 79"/>
                <a:gd name="T1" fmla="*/ 14 h 7"/>
                <a:gd name="T2" fmla="*/ 75 w 79"/>
                <a:gd name="T3" fmla="*/ 14 h 7"/>
                <a:gd name="T4" fmla="*/ 270 w 79"/>
                <a:gd name="T5" fmla="*/ 6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9" h="7">
                  <a:moveTo>
                    <a:pt x="0" y="5"/>
                  </a:moveTo>
                  <a:cubicBezTo>
                    <a:pt x="0" y="5"/>
                    <a:pt x="16" y="2"/>
                    <a:pt x="22" y="5"/>
                  </a:cubicBezTo>
                  <a:cubicBezTo>
                    <a:pt x="28" y="7"/>
                    <a:pt x="68" y="0"/>
                    <a:pt x="79" y="2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275" name="Freeform 734">
              <a:extLst>
                <a:ext uri="{FF2B5EF4-FFF2-40B4-BE49-F238E27FC236}">
                  <a16:creationId xmlns:a16="http://schemas.microsoft.com/office/drawing/2014/main" id="{3697EB6F-DF14-4EC6-90D3-D6BF48D61FC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4" y="934"/>
              <a:ext cx="49" cy="27"/>
            </a:xfrm>
            <a:custGeom>
              <a:avLst/>
              <a:gdLst>
                <a:gd name="T0" fmla="*/ 108 w 33"/>
                <a:gd name="T1" fmla="*/ 8 h 18"/>
                <a:gd name="T2" fmla="*/ 0 w 33"/>
                <a:gd name="T3" fmla="*/ 0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3" h="18">
                  <a:moveTo>
                    <a:pt x="33" y="2"/>
                  </a:moveTo>
                  <a:cubicBezTo>
                    <a:pt x="33" y="2"/>
                    <a:pt x="23" y="18"/>
                    <a:pt x="0" y="0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276" name="Freeform 735">
              <a:extLst>
                <a:ext uri="{FF2B5EF4-FFF2-40B4-BE49-F238E27FC236}">
                  <a16:creationId xmlns:a16="http://schemas.microsoft.com/office/drawing/2014/main" id="{8DEED2B4-51AE-46DF-88A2-1A0D56691E8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1" y="932"/>
              <a:ext cx="60" cy="35"/>
            </a:xfrm>
            <a:custGeom>
              <a:avLst/>
              <a:gdLst>
                <a:gd name="T0" fmla="*/ 0 w 40"/>
                <a:gd name="T1" fmla="*/ 0 h 23"/>
                <a:gd name="T2" fmla="*/ 135 w 40"/>
                <a:gd name="T3" fmla="*/ 32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0" h="23">
                  <a:moveTo>
                    <a:pt x="0" y="0"/>
                  </a:moveTo>
                  <a:cubicBezTo>
                    <a:pt x="0" y="0"/>
                    <a:pt x="39" y="23"/>
                    <a:pt x="40" y="9"/>
                  </a:cubicBezTo>
                </a:path>
              </a:pathLst>
            </a:custGeom>
            <a:noFill/>
            <a:ln w="1588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277" name="Freeform 736">
              <a:extLst>
                <a:ext uri="{FF2B5EF4-FFF2-40B4-BE49-F238E27FC236}">
                  <a16:creationId xmlns:a16="http://schemas.microsoft.com/office/drawing/2014/main" id="{849A0315-9568-40DC-B952-8556336C59E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3" y="916"/>
              <a:ext cx="24" cy="1"/>
            </a:xfrm>
            <a:custGeom>
              <a:avLst/>
              <a:gdLst>
                <a:gd name="T0" fmla="*/ 54 w 16"/>
                <a:gd name="T1" fmla="*/ 0 h 1"/>
                <a:gd name="T2" fmla="*/ 0 w 16"/>
                <a:gd name="T3" fmla="*/ 1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">
                  <a:moveTo>
                    <a:pt x="16" y="0"/>
                  </a:moveTo>
                  <a:cubicBezTo>
                    <a:pt x="16" y="0"/>
                    <a:pt x="7" y="1"/>
                    <a:pt x="0" y="1"/>
                  </a:cubicBezTo>
                </a:path>
              </a:pathLst>
            </a:custGeom>
            <a:noFill/>
            <a:ln w="1588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278" name="Freeform 737">
              <a:extLst>
                <a:ext uri="{FF2B5EF4-FFF2-40B4-BE49-F238E27FC236}">
                  <a16:creationId xmlns:a16="http://schemas.microsoft.com/office/drawing/2014/main" id="{FF26D798-9E8D-4362-A987-E35441BE317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2" y="920"/>
              <a:ext cx="15" cy="9"/>
            </a:xfrm>
            <a:custGeom>
              <a:avLst/>
              <a:gdLst>
                <a:gd name="T0" fmla="*/ 35 w 10"/>
                <a:gd name="T1" fmla="*/ 0 h 6"/>
                <a:gd name="T2" fmla="*/ 0 w 10"/>
                <a:gd name="T3" fmla="*/ 21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6">
                  <a:moveTo>
                    <a:pt x="10" y="0"/>
                  </a:moveTo>
                  <a:cubicBezTo>
                    <a:pt x="10" y="0"/>
                    <a:pt x="3" y="1"/>
                    <a:pt x="0" y="6"/>
                  </a:cubicBezTo>
                </a:path>
              </a:pathLst>
            </a:custGeom>
            <a:noFill/>
            <a:ln w="1588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279" name="Freeform 738">
              <a:extLst>
                <a:ext uri="{FF2B5EF4-FFF2-40B4-BE49-F238E27FC236}">
                  <a16:creationId xmlns:a16="http://schemas.microsoft.com/office/drawing/2014/main" id="{30198EB1-2158-4E1B-A51B-4465EC9EF1E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3" y="923"/>
              <a:ext cx="7" cy="6"/>
            </a:xfrm>
            <a:custGeom>
              <a:avLst/>
              <a:gdLst>
                <a:gd name="T0" fmla="*/ 14 w 5"/>
                <a:gd name="T1" fmla="*/ 0 h 4"/>
                <a:gd name="T2" fmla="*/ 1 w 5"/>
                <a:gd name="T3" fmla="*/ 14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4">
                  <a:moveTo>
                    <a:pt x="5" y="0"/>
                  </a:moveTo>
                  <a:cubicBezTo>
                    <a:pt x="5" y="0"/>
                    <a:pt x="0" y="2"/>
                    <a:pt x="1" y="4"/>
                  </a:cubicBezTo>
                </a:path>
              </a:pathLst>
            </a:custGeom>
            <a:noFill/>
            <a:ln w="1588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280" name="Freeform 739">
              <a:extLst>
                <a:ext uri="{FF2B5EF4-FFF2-40B4-BE49-F238E27FC236}">
                  <a16:creationId xmlns:a16="http://schemas.microsoft.com/office/drawing/2014/main" id="{4665FB2A-FBA1-49AB-8471-801332DB6C4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5" y="914"/>
              <a:ext cx="11" cy="5"/>
            </a:xfrm>
            <a:custGeom>
              <a:avLst/>
              <a:gdLst>
                <a:gd name="T0" fmla="*/ 0 w 7"/>
                <a:gd name="T1" fmla="*/ 5 h 3"/>
                <a:gd name="T2" fmla="*/ 27 w 7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3">
                  <a:moveTo>
                    <a:pt x="0" y="1"/>
                  </a:moveTo>
                  <a:cubicBezTo>
                    <a:pt x="0" y="1"/>
                    <a:pt x="6" y="3"/>
                    <a:pt x="7" y="0"/>
                  </a:cubicBezTo>
                </a:path>
              </a:pathLst>
            </a:custGeom>
            <a:noFill/>
            <a:ln w="1588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281" name="Freeform 740">
              <a:extLst>
                <a:ext uri="{FF2B5EF4-FFF2-40B4-BE49-F238E27FC236}">
                  <a16:creationId xmlns:a16="http://schemas.microsoft.com/office/drawing/2014/main" id="{3900529B-28D4-4DBB-927A-1AE681A7ABC6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7" y="904"/>
              <a:ext cx="9" cy="6"/>
            </a:xfrm>
            <a:custGeom>
              <a:avLst/>
              <a:gdLst>
                <a:gd name="T0" fmla="*/ 0 w 6"/>
                <a:gd name="T1" fmla="*/ 14 h 4"/>
                <a:gd name="T2" fmla="*/ 21 w 6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4">
                  <a:moveTo>
                    <a:pt x="0" y="4"/>
                  </a:moveTo>
                  <a:cubicBezTo>
                    <a:pt x="0" y="4"/>
                    <a:pt x="6" y="3"/>
                    <a:pt x="6" y="0"/>
                  </a:cubicBezTo>
                </a:path>
              </a:pathLst>
            </a:custGeom>
            <a:noFill/>
            <a:ln w="1588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282" name="Freeform 741">
              <a:extLst>
                <a:ext uri="{FF2B5EF4-FFF2-40B4-BE49-F238E27FC236}">
                  <a16:creationId xmlns:a16="http://schemas.microsoft.com/office/drawing/2014/main" id="{F8847A7A-26C4-4E83-B3EF-086087FFCE8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1" y="867"/>
              <a:ext cx="75" cy="21"/>
            </a:xfrm>
            <a:custGeom>
              <a:avLst/>
              <a:gdLst>
                <a:gd name="T0" fmla="*/ 0 w 50"/>
                <a:gd name="T1" fmla="*/ 41 h 14"/>
                <a:gd name="T2" fmla="*/ 66 w 50"/>
                <a:gd name="T3" fmla="*/ 12 h 14"/>
                <a:gd name="T4" fmla="*/ 149 w 50"/>
                <a:gd name="T5" fmla="*/ 14 h 14"/>
                <a:gd name="T6" fmla="*/ 147 w 50"/>
                <a:gd name="T7" fmla="*/ 35 h 14"/>
                <a:gd name="T8" fmla="*/ 59 w 50"/>
                <a:gd name="T9" fmla="*/ 41 h 14"/>
                <a:gd name="T10" fmla="*/ 0 w 50"/>
                <a:gd name="T11" fmla="*/ 41 h 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0" h="14">
                  <a:moveTo>
                    <a:pt x="0" y="12"/>
                  </a:moveTo>
                  <a:cubicBezTo>
                    <a:pt x="0" y="12"/>
                    <a:pt x="13" y="0"/>
                    <a:pt x="19" y="3"/>
                  </a:cubicBezTo>
                  <a:cubicBezTo>
                    <a:pt x="25" y="6"/>
                    <a:pt x="27" y="12"/>
                    <a:pt x="44" y="4"/>
                  </a:cubicBezTo>
                  <a:cubicBezTo>
                    <a:pt x="44" y="4"/>
                    <a:pt x="50" y="5"/>
                    <a:pt x="43" y="10"/>
                  </a:cubicBezTo>
                  <a:cubicBezTo>
                    <a:pt x="37" y="14"/>
                    <a:pt x="25" y="14"/>
                    <a:pt x="17" y="12"/>
                  </a:cubicBezTo>
                  <a:cubicBezTo>
                    <a:pt x="8" y="9"/>
                    <a:pt x="0" y="12"/>
                    <a:pt x="0" y="12"/>
                  </a:cubicBezTo>
                  <a:close/>
                </a:path>
              </a:pathLst>
            </a:custGeom>
            <a:noFill/>
            <a:ln w="1588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283" name="Freeform 742">
              <a:extLst>
                <a:ext uri="{FF2B5EF4-FFF2-40B4-BE49-F238E27FC236}">
                  <a16:creationId xmlns:a16="http://schemas.microsoft.com/office/drawing/2014/main" id="{62819082-BAE2-4FAC-9D59-1F9DE7E38B32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5" y="868"/>
              <a:ext cx="73" cy="25"/>
            </a:xfrm>
            <a:custGeom>
              <a:avLst/>
              <a:gdLst>
                <a:gd name="T0" fmla="*/ 0 w 49"/>
                <a:gd name="T1" fmla="*/ 13 h 17"/>
                <a:gd name="T2" fmla="*/ 73 w 49"/>
                <a:gd name="T3" fmla="*/ 35 h 17"/>
                <a:gd name="T4" fmla="*/ 149 w 49"/>
                <a:gd name="T5" fmla="*/ 38 h 17"/>
                <a:gd name="T6" fmla="*/ 127 w 49"/>
                <a:gd name="T7" fmla="*/ 1 h 17"/>
                <a:gd name="T8" fmla="*/ 0 w 49"/>
                <a:gd name="T9" fmla="*/ 13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17">
                  <a:moveTo>
                    <a:pt x="0" y="4"/>
                  </a:moveTo>
                  <a:cubicBezTo>
                    <a:pt x="0" y="4"/>
                    <a:pt x="14" y="12"/>
                    <a:pt x="22" y="11"/>
                  </a:cubicBezTo>
                  <a:cubicBezTo>
                    <a:pt x="31" y="11"/>
                    <a:pt x="40" y="8"/>
                    <a:pt x="45" y="12"/>
                  </a:cubicBezTo>
                  <a:cubicBezTo>
                    <a:pt x="49" y="17"/>
                    <a:pt x="46" y="0"/>
                    <a:pt x="38" y="1"/>
                  </a:cubicBezTo>
                  <a:cubicBezTo>
                    <a:pt x="30" y="2"/>
                    <a:pt x="11" y="9"/>
                    <a:pt x="0" y="4"/>
                  </a:cubicBezTo>
                  <a:close/>
                </a:path>
              </a:pathLst>
            </a:custGeom>
            <a:noFill/>
            <a:ln w="1588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284" name="Freeform 743">
              <a:extLst>
                <a:ext uri="{FF2B5EF4-FFF2-40B4-BE49-F238E27FC236}">
                  <a16:creationId xmlns:a16="http://schemas.microsoft.com/office/drawing/2014/main" id="{18D13877-8227-43CA-8414-D41AA76426B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2" y="862"/>
              <a:ext cx="128" cy="26"/>
            </a:xfrm>
            <a:custGeom>
              <a:avLst/>
              <a:gdLst>
                <a:gd name="T0" fmla="*/ 0 w 85"/>
                <a:gd name="T1" fmla="*/ 61 h 17"/>
                <a:gd name="T2" fmla="*/ 140 w 85"/>
                <a:gd name="T3" fmla="*/ 8 h 17"/>
                <a:gd name="T4" fmla="*/ 181 w 85"/>
                <a:gd name="T5" fmla="*/ 8 h 17"/>
                <a:gd name="T6" fmla="*/ 215 w 85"/>
                <a:gd name="T7" fmla="*/ 5 h 17"/>
                <a:gd name="T8" fmla="*/ 291 w 85"/>
                <a:gd name="T9" fmla="*/ 8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5" h="17">
                  <a:moveTo>
                    <a:pt x="0" y="17"/>
                  </a:moveTo>
                  <a:cubicBezTo>
                    <a:pt x="7" y="1"/>
                    <a:pt x="25" y="2"/>
                    <a:pt x="41" y="2"/>
                  </a:cubicBezTo>
                  <a:cubicBezTo>
                    <a:pt x="45" y="1"/>
                    <a:pt x="49" y="3"/>
                    <a:pt x="53" y="2"/>
                  </a:cubicBezTo>
                  <a:cubicBezTo>
                    <a:pt x="56" y="2"/>
                    <a:pt x="60" y="2"/>
                    <a:pt x="63" y="1"/>
                  </a:cubicBezTo>
                  <a:cubicBezTo>
                    <a:pt x="71" y="0"/>
                    <a:pt x="77" y="0"/>
                    <a:pt x="85" y="2"/>
                  </a:cubicBezTo>
                </a:path>
              </a:pathLst>
            </a:custGeom>
            <a:noFill/>
            <a:ln w="1588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285" name="Freeform 744">
              <a:extLst>
                <a:ext uri="{FF2B5EF4-FFF2-40B4-BE49-F238E27FC236}">
                  <a16:creationId xmlns:a16="http://schemas.microsoft.com/office/drawing/2014/main" id="{BE379466-8CBF-4E6B-8BB4-1351D76AFFFC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3" y="844"/>
              <a:ext cx="138" cy="12"/>
            </a:xfrm>
            <a:custGeom>
              <a:avLst/>
              <a:gdLst>
                <a:gd name="T0" fmla="*/ 311 w 92"/>
                <a:gd name="T1" fmla="*/ 26 h 8"/>
                <a:gd name="T2" fmla="*/ 270 w 92"/>
                <a:gd name="T3" fmla="*/ 21 h 8"/>
                <a:gd name="T4" fmla="*/ 215 w 92"/>
                <a:gd name="T5" fmla="*/ 18 h 8"/>
                <a:gd name="T6" fmla="*/ 116 w 92"/>
                <a:gd name="T7" fmla="*/ 5 h 8"/>
                <a:gd name="T8" fmla="*/ 62 w 92"/>
                <a:gd name="T9" fmla="*/ 12 h 8"/>
                <a:gd name="T10" fmla="*/ 0 w 92"/>
                <a:gd name="T11" fmla="*/ 5 h 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2" h="8">
                  <a:moveTo>
                    <a:pt x="92" y="7"/>
                  </a:moveTo>
                  <a:cubicBezTo>
                    <a:pt x="87" y="5"/>
                    <a:pt x="85" y="4"/>
                    <a:pt x="80" y="6"/>
                  </a:cubicBezTo>
                  <a:cubicBezTo>
                    <a:pt x="73" y="8"/>
                    <a:pt x="69" y="8"/>
                    <a:pt x="63" y="5"/>
                  </a:cubicBezTo>
                  <a:cubicBezTo>
                    <a:pt x="54" y="2"/>
                    <a:pt x="43" y="0"/>
                    <a:pt x="34" y="1"/>
                  </a:cubicBezTo>
                  <a:cubicBezTo>
                    <a:pt x="28" y="1"/>
                    <a:pt x="23" y="2"/>
                    <a:pt x="18" y="3"/>
                  </a:cubicBezTo>
                  <a:cubicBezTo>
                    <a:pt x="11" y="3"/>
                    <a:pt x="6" y="1"/>
                    <a:pt x="0" y="1"/>
                  </a:cubicBezTo>
                </a:path>
              </a:pathLst>
            </a:custGeom>
            <a:noFill/>
            <a:ln w="1588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286" name="Freeform 745">
              <a:extLst>
                <a:ext uri="{FF2B5EF4-FFF2-40B4-BE49-F238E27FC236}">
                  <a16:creationId xmlns:a16="http://schemas.microsoft.com/office/drawing/2014/main" id="{F4DCC905-08BA-4BCA-968D-BDACAE3505C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1" y="834"/>
              <a:ext cx="130" cy="9"/>
            </a:xfrm>
            <a:custGeom>
              <a:avLst/>
              <a:gdLst>
                <a:gd name="T0" fmla="*/ 0 w 87"/>
                <a:gd name="T1" fmla="*/ 14 h 6"/>
                <a:gd name="T2" fmla="*/ 82 w 87"/>
                <a:gd name="T3" fmla="*/ 8 h 6"/>
                <a:gd name="T4" fmla="*/ 154 w 87"/>
                <a:gd name="T5" fmla="*/ 8 h 6"/>
                <a:gd name="T6" fmla="*/ 290 w 87"/>
                <a:gd name="T7" fmla="*/ 8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7" h="6">
                  <a:moveTo>
                    <a:pt x="0" y="4"/>
                  </a:moveTo>
                  <a:cubicBezTo>
                    <a:pt x="9" y="4"/>
                    <a:pt x="17" y="4"/>
                    <a:pt x="25" y="2"/>
                  </a:cubicBezTo>
                  <a:cubicBezTo>
                    <a:pt x="33" y="0"/>
                    <a:pt x="38" y="0"/>
                    <a:pt x="46" y="2"/>
                  </a:cubicBezTo>
                  <a:cubicBezTo>
                    <a:pt x="59" y="6"/>
                    <a:pt x="74" y="5"/>
                    <a:pt x="87" y="2"/>
                  </a:cubicBezTo>
                </a:path>
              </a:pathLst>
            </a:custGeom>
            <a:noFill/>
            <a:ln w="1588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287" name="Freeform 746">
              <a:extLst>
                <a:ext uri="{FF2B5EF4-FFF2-40B4-BE49-F238E27FC236}">
                  <a16:creationId xmlns:a16="http://schemas.microsoft.com/office/drawing/2014/main" id="{F2BB25EA-EAD9-414A-AFE7-733DA608363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6" y="641"/>
              <a:ext cx="345" cy="568"/>
            </a:xfrm>
            <a:custGeom>
              <a:avLst/>
              <a:gdLst>
                <a:gd name="T0" fmla="*/ 581 w 230"/>
                <a:gd name="T1" fmla="*/ 1209 h 380"/>
                <a:gd name="T2" fmla="*/ 674 w 230"/>
                <a:gd name="T3" fmla="*/ 1028 h 380"/>
                <a:gd name="T4" fmla="*/ 768 w 230"/>
                <a:gd name="T5" fmla="*/ 825 h 380"/>
                <a:gd name="T6" fmla="*/ 764 w 230"/>
                <a:gd name="T7" fmla="*/ 595 h 380"/>
                <a:gd name="T8" fmla="*/ 750 w 230"/>
                <a:gd name="T9" fmla="*/ 344 h 380"/>
                <a:gd name="T10" fmla="*/ 113 w 230"/>
                <a:gd name="T11" fmla="*/ 235 h 380"/>
                <a:gd name="T12" fmla="*/ 66 w 230"/>
                <a:gd name="T13" fmla="*/ 465 h 380"/>
                <a:gd name="T14" fmla="*/ 81 w 230"/>
                <a:gd name="T15" fmla="*/ 493 h 380"/>
                <a:gd name="T16" fmla="*/ 66 w 230"/>
                <a:gd name="T17" fmla="*/ 655 h 380"/>
                <a:gd name="T18" fmla="*/ 95 w 230"/>
                <a:gd name="T19" fmla="*/ 768 h 380"/>
                <a:gd name="T20" fmla="*/ 140 w 230"/>
                <a:gd name="T21" fmla="*/ 762 h 380"/>
                <a:gd name="T22" fmla="*/ 305 w 230"/>
                <a:gd name="T23" fmla="*/ 1066 h 380"/>
                <a:gd name="T24" fmla="*/ 404 w 230"/>
                <a:gd name="T25" fmla="*/ 1269 h 38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30" h="380">
                  <a:moveTo>
                    <a:pt x="172" y="362"/>
                  </a:moveTo>
                  <a:cubicBezTo>
                    <a:pt x="178" y="343"/>
                    <a:pt x="199" y="308"/>
                    <a:pt x="199" y="308"/>
                  </a:cubicBezTo>
                  <a:cubicBezTo>
                    <a:pt x="213" y="293"/>
                    <a:pt x="225" y="267"/>
                    <a:pt x="227" y="247"/>
                  </a:cubicBezTo>
                  <a:cubicBezTo>
                    <a:pt x="228" y="227"/>
                    <a:pt x="224" y="189"/>
                    <a:pt x="226" y="178"/>
                  </a:cubicBezTo>
                  <a:cubicBezTo>
                    <a:pt x="228" y="166"/>
                    <a:pt x="230" y="140"/>
                    <a:pt x="222" y="103"/>
                  </a:cubicBezTo>
                  <a:cubicBezTo>
                    <a:pt x="199" y="0"/>
                    <a:pt x="56" y="36"/>
                    <a:pt x="33" y="70"/>
                  </a:cubicBezTo>
                  <a:cubicBezTo>
                    <a:pt x="16" y="94"/>
                    <a:pt x="19" y="124"/>
                    <a:pt x="19" y="139"/>
                  </a:cubicBezTo>
                  <a:cubicBezTo>
                    <a:pt x="19" y="144"/>
                    <a:pt x="24" y="148"/>
                    <a:pt x="24" y="148"/>
                  </a:cubicBezTo>
                  <a:cubicBezTo>
                    <a:pt x="0" y="138"/>
                    <a:pt x="20" y="166"/>
                    <a:pt x="19" y="196"/>
                  </a:cubicBezTo>
                  <a:cubicBezTo>
                    <a:pt x="18" y="227"/>
                    <a:pt x="25" y="220"/>
                    <a:pt x="28" y="230"/>
                  </a:cubicBezTo>
                  <a:cubicBezTo>
                    <a:pt x="38" y="260"/>
                    <a:pt x="41" y="228"/>
                    <a:pt x="41" y="228"/>
                  </a:cubicBezTo>
                  <a:cubicBezTo>
                    <a:pt x="42" y="246"/>
                    <a:pt x="37" y="288"/>
                    <a:pt x="90" y="319"/>
                  </a:cubicBezTo>
                  <a:cubicBezTo>
                    <a:pt x="90" y="319"/>
                    <a:pt x="113" y="332"/>
                    <a:pt x="119" y="38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288" name="Freeform 747">
              <a:extLst>
                <a:ext uri="{FF2B5EF4-FFF2-40B4-BE49-F238E27FC236}">
                  <a16:creationId xmlns:a16="http://schemas.microsoft.com/office/drawing/2014/main" id="{1CAC19F8-7EC6-4586-8590-871116A7023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3" y="753"/>
              <a:ext cx="69" cy="148"/>
            </a:xfrm>
            <a:custGeom>
              <a:avLst/>
              <a:gdLst>
                <a:gd name="T0" fmla="*/ 135 w 46"/>
                <a:gd name="T1" fmla="*/ 121 h 99"/>
                <a:gd name="T2" fmla="*/ 147 w 46"/>
                <a:gd name="T3" fmla="*/ 223 h 99"/>
                <a:gd name="T4" fmla="*/ 89 w 46"/>
                <a:gd name="T5" fmla="*/ 295 h 99"/>
                <a:gd name="T6" fmla="*/ 39 w 46"/>
                <a:gd name="T7" fmla="*/ 236 h 99"/>
                <a:gd name="T8" fmla="*/ 32 w 46"/>
                <a:gd name="T9" fmla="*/ 211 h 99"/>
                <a:gd name="T10" fmla="*/ 18 w 46"/>
                <a:gd name="T11" fmla="*/ 215 h 99"/>
                <a:gd name="T12" fmla="*/ 18 w 46"/>
                <a:gd name="T13" fmla="*/ 190 h 99"/>
                <a:gd name="T14" fmla="*/ 18 w 46"/>
                <a:gd name="T15" fmla="*/ 161 h 99"/>
                <a:gd name="T16" fmla="*/ 80 w 46"/>
                <a:gd name="T17" fmla="*/ 9 h 99"/>
                <a:gd name="T18" fmla="*/ 135 w 46"/>
                <a:gd name="T19" fmla="*/ 121 h 9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6" h="99">
                  <a:moveTo>
                    <a:pt x="40" y="36"/>
                  </a:moveTo>
                  <a:cubicBezTo>
                    <a:pt x="40" y="36"/>
                    <a:pt x="40" y="63"/>
                    <a:pt x="43" y="67"/>
                  </a:cubicBezTo>
                  <a:cubicBezTo>
                    <a:pt x="46" y="71"/>
                    <a:pt x="37" y="99"/>
                    <a:pt x="26" y="88"/>
                  </a:cubicBezTo>
                  <a:cubicBezTo>
                    <a:pt x="16" y="77"/>
                    <a:pt x="20" y="72"/>
                    <a:pt x="11" y="71"/>
                  </a:cubicBezTo>
                  <a:cubicBezTo>
                    <a:pt x="11" y="71"/>
                    <a:pt x="10" y="65"/>
                    <a:pt x="9" y="63"/>
                  </a:cubicBezTo>
                  <a:cubicBezTo>
                    <a:pt x="8" y="61"/>
                    <a:pt x="5" y="64"/>
                    <a:pt x="5" y="64"/>
                  </a:cubicBezTo>
                  <a:cubicBezTo>
                    <a:pt x="5" y="64"/>
                    <a:pt x="0" y="58"/>
                    <a:pt x="5" y="57"/>
                  </a:cubicBezTo>
                  <a:cubicBezTo>
                    <a:pt x="10" y="56"/>
                    <a:pt x="8" y="47"/>
                    <a:pt x="5" y="48"/>
                  </a:cubicBezTo>
                  <a:cubicBezTo>
                    <a:pt x="1" y="48"/>
                    <a:pt x="22" y="0"/>
                    <a:pt x="23" y="3"/>
                  </a:cubicBezTo>
                  <a:cubicBezTo>
                    <a:pt x="26" y="7"/>
                    <a:pt x="25" y="34"/>
                    <a:pt x="40" y="36"/>
                  </a:cubicBezTo>
                </a:path>
              </a:pathLst>
            </a:custGeom>
            <a:solidFill>
              <a:srgbClr val="8982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289" name="Freeform 748">
              <a:extLst>
                <a:ext uri="{FF2B5EF4-FFF2-40B4-BE49-F238E27FC236}">
                  <a16:creationId xmlns:a16="http://schemas.microsoft.com/office/drawing/2014/main" id="{B9EF58FA-480C-47CF-80EE-EA10C4CE7EA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7" y="784"/>
              <a:ext cx="30" cy="115"/>
            </a:xfrm>
            <a:custGeom>
              <a:avLst/>
              <a:gdLst>
                <a:gd name="T0" fmla="*/ 0 w 20"/>
                <a:gd name="T1" fmla="*/ 0 h 77"/>
                <a:gd name="T2" fmla="*/ 68 w 20"/>
                <a:gd name="T3" fmla="*/ 157 h 77"/>
                <a:gd name="T4" fmla="*/ 53 w 20"/>
                <a:gd name="T5" fmla="*/ 143 h 77"/>
                <a:gd name="T6" fmla="*/ 62 w 20"/>
                <a:gd name="T7" fmla="*/ 176 h 77"/>
                <a:gd name="T8" fmla="*/ 45 w 20"/>
                <a:gd name="T9" fmla="*/ 161 h 77"/>
                <a:gd name="T10" fmla="*/ 21 w 20"/>
                <a:gd name="T11" fmla="*/ 257 h 77"/>
                <a:gd name="T12" fmla="*/ 0 w 20"/>
                <a:gd name="T13" fmla="*/ 0 h 7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77">
                  <a:moveTo>
                    <a:pt x="0" y="0"/>
                  </a:moveTo>
                  <a:cubicBezTo>
                    <a:pt x="0" y="0"/>
                    <a:pt x="18" y="20"/>
                    <a:pt x="20" y="47"/>
                  </a:cubicBezTo>
                  <a:cubicBezTo>
                    <a:pt x="15" y="43"/>
                    <a:pt x="15" y="43"/>
                    <a:pt x="15" y="43"/>
                  </a:cubicBezTo>
                  <a:cubicBezTo>
                    <a:pt x="15" y="43"/>
                    <a:pt x="19" y="48"/>
                    <a:pt x="18" y="53"/>
                  </a:cubicBezTo>
                  <a:cubicBezTo>
                    <a:pt x="13" y="48"/>
                    <a:pt x="13" y="48"/>
                    <a:pt x="13" y="48"/>
                  </a:cubicBezTo>
                  <a:cubicBezTo>
                    <a:pt x="13" y="48"/>
                    <a:pt x="8" y="68"/>
                    <a:pt x="6" y="77"/>
                  </a:cubicBezTo>
                  <a:cubicBezTo>
                    <a:pt x="6" y="77"/>
                    <a:pt x="10" y="43"/>
                    <a:pt x="0" y="0"/>
                  </a:cubicBezTo>
                </a:path>
              </a:pathLst>
            </a:custGeom>
            <a:solidFill>
              <a:srgbClr val="8982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290" name="Freeform 749">
              <a:extLst>
                <a:ext uri="{FF2B5EF4-FFF2-40B4-BE49-F238E27FC236}">
                  <a16:creationId xmlns:a16="http://schemas.microsoft.com/office/drawing/2014/main" id="{32AB51F1-46B3-4ED8-B6EA-326673568476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8" y="1010"/>
              <a:ext cx="16" cy="11"/>
            </a:xfrm>
            <a:custGeom>
              <a:avLst/>
              <a:gdLst>
                <a:gd name="T0" fmla="*/ 0 w 11"/>
                <a:gd name="T1" fmla="*/ 27 h 7"/>
                <a:gd name="T2" fmla="*/ 33 w 11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7">
                  <a:moveTo>
                    <a:pt x="0" y="7"/>
                  </a:moveTo>
                  <a:cubicBezTo>
                    <a:pt x="3" y="7"/>
                    <a:pt x="8" y="3"/>
                    <a:pt x="11" y="0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291" name="Freeform 750">
              <a:extLst>
                <a:ext uri="{FF2B5EF4-FFF2-40B4-BE49-F238E27FC236}">
                  <a16:creationId xmlns:a16="http://schemas.microsoft.com/office/drawing/2014/main" id="{1EE78294-F15D-4DDD-84F8-189ED64C3AB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5" y="1021"/>
              <a:ext cx="17" cy="6"/>
            </a:xfrm>
            <a:custGeom>
              <a:avLst/>
              <a:gdLst>
                <a:gd name="T0" fmla="*/ 40 w 11"/>
                <a:gd name="T1" fmla="*/ 12 h 4"/>
                <a:gd name="T2" fmla="*/ 0 w 11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4">
                  <a:moveTo>
                    <a:pt x="11" y="3"/>
                  </a:moveTo>
                  <a:cubicBezTo>
                    <a:pt x="7" y="2"/>
                    <a:pt x="4" y="4"/>
                    <a:pt x="0" y="0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292" name="Freeform 751">
              <a:extLst>
                <a:ext uri="{FF2B5EF4-FFF2-40B4-BE49-F238E27FC236}">
                  <a16:creationId xmlns:a16="http://schemas.microsoft.com/office/drawing/2014/main" id="{99C00DED-047A-4507-9D09-D58AB96A18DA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1" y="1000"/>
              <a:ext cx="2" cy="7"/>
            </a:xfrm>
            <a:custGeom>
              <a:avLst/>
              <a:gdLst>
                <a:gd name="T0" fmla="*/ 8 w 1"/>
                <a:gd name="T1" fmla="*/ 14 h 5"/>
                <a:gd name="T2" fmla="*/ 0 w 1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5">
                  <a:moveTo>
                    <a:pt x="1" y="5"/>
                  </a:moveTo>
                  <a:cubicBezTo>
                    <a:pt x="1" y="3"/>
                    <a:pt x="1" y="1"/>
                    <a:pt x="0" y="0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293" name="Freeform 752">
              <a:extLst>
                <a:ext uri="{FF2B5EF4-FFF2-40B4-BE49-F238E27FC236}">
                  <a16:creationId xmlns:a16="http://schemas.microsoft.com/office/drawing/2014/main" id="{EA94DE08-A739-43D1-9264-39873EBDE859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7" y="1003"/>
              <a:ext cx="29" cy="18"/>
            </a:xfrm>
            <a:custGeom>
              <a:avLst/>
              <a:gdLst>
                <a:gd name="T0" fmla="*/ 0 w 19"/>
                <a:gd name="T1" fmla="*/ 0 h 12"/>
                <a:gd name="T2" fmla="*/ 67 w 19"/>
                <a:gd name="T3" fmla="*/ 21 h 12"/>
                <a:gd name="T4" fmla="*/ 0 w 19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2">
                  <a:moveTo>
                    <a:pt x="0" y="0"/>
                  </a:moveTo>
                  <a:cubicBezTo>
                    <a:pt x="0" y="0"/>
                    <a:pt x="8" y="12"/>
                    <a:pt x="19" y="6"/>
                  </a:cubicBezTo>
                  <a:cubicBezTo>
                    <a:pt x="19" y="6"/>
                    <a:pt x="4" y="6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294" name="Freeform 753">
              <a:extLst>
                <a:ext uri="{FF2B5EF4-FFF2-40B4-BE49-F238E27FC236}">
                  <a16:creationId xmlns:a16="http://schemas.microsoft.com/office/drawing/2014/main" id="{F2C7AB1F-2940-4958-BEB4-6C62E1C0B7A0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3" y="890"/>
              <a:ext cx="21" cy="15"/>
            </a:xfrm>
            <a:custGeom>
              <a:avLst/>
              <a:gdLst>
                <a:gd name="T0" fmla="*/ 0 w 14"/>
                <a:gd name="T1" fmla="*/ 5 h 10"/>
                <a:gd name="T2" fmla="*/ 48 w 14"/>
                <a:gd name="T3" fmla="*/ 0 h 10"/>
                <a:gd name="T4" fmla="*/ 0 w 14"/>
                <a:gd name="T5" fmla="*/ 5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0">
                  <a:moveTo>
                    <a:pt x="0" y="1"/>
                  </a:moveTo>
                  <a:cubicBezTo>
                    <a:pt x="0" y="1"/>
                    <a:pt x="6" y="5"/>
                    <a:pt x="14" y="0"/>
                  </a:cubicBezTo>
                  <a:cubicBezTo>
                    <a:pt x="14" y="0"/>
                    <a:pt x="8" y="10"/>
                    <a:pt x="0" y="1"/>
                  </a:cubicBezTo>
                </a:path>
              </a:pathLst>
            </a:custGeom>
            <a:solidFill>
              <a:srgbClr val="FAD7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295" name="Freeform 754">
              <a:extLst>
                <a:ext uri="{FF2B5EF4-FFF2-40B4-BE49-F238E27FC236}">
                  <a16:creationId xmlns:a16="http://schemas.microsoft.com/office/drawing/2014/main" id="{DFE1D204-33FB-43FD-B8CE-3D364F3B2E6E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0" y="901"/>
              <a:ext cx="28" cy="22"/>
            </a:xfrm>
            <a:custGeom>
              <a:avLst/>
              <a:gdLst>
                <a:gd name="T0" fmla="*/ 0 w 19"/>
                <a:gd name="T1" fmla="*/ 0 h 15"/>
                <a:gd name="T2" fmla="*/ 60 w 19"/>
                <a:gd name="T3" fmla="*/ 0 h 15"/>
                <a:gd name="T4" fmla="*/ 0 w 19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5">
                  <a:moveTo>
                    <a:pt x="0" y="0"/>
                  </a:moveTo>
                  <a:cubicBezTo>
                    <a:pt x="0" y="0"/>
                    <a:pt x="14" y="9"/>
                    <a:pt x="19" y="0"/>
                  </a:cubicBezTo>
                  <a:cubicBezTo>
                    <a:pt x="19" y="0"/>
                    <a:pt x="15" y="15"/>
                    <a:pt x="0" y="0"/>
                  </a:cubicBezTo>
                </a:path>
              </a:pathLst>
            </a:custGeom>
            <a:solidFill>
              <a:srgbClr val="FAD7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296" name="Freeform 755">
              <a:extLst>
                <a:ext uri="{FF2B5EF4-FFF2-40B4-BE49-F238E27FC236}">
                  <a16:creationId xmlns:a16="http://schemas.microsoft.com/office/drawing/2014/main" id="{814389B5-4419-4809-AFF4-66BB86F3E95A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3" y="935"/>
              <a:ext cx="60" cy="47"/>
            </a:xfrm>
            <a:custGeom>
              <a:avLst/>
              <a:gdLst>
                <a:gd name="T0" fmla="*/ 0 w 40"/>
                <a:gd name="T1" fmla="*/ 0 h 31"/>
                <a:gd name="T2" fmla="*/ 135 w 40"/>
                <a:gd name="T3" fmla="*/ 35 h 31"/>
                <a:gd name="T4" fmla="*/ 0 w 40"/>
                <a:gd name="T5" fmla="*/ 0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31">
                  <a:moveTo>
                    <a:pt x="0" y="0"/>
                  </a:moveTo>
                  <a:cubicBezTo>
                    <a:pt x="0" y="0"/>
                    <a:pt x="34" y="22"/>
                    <a:pt x="40" y="10"/>
                  </a:cubicBezTo>
                  <a:cubicBezTo>
                    <a:pt x="40" y="10"/>
                    <a:pt x="37" y="31"/>
                    <a:pt x="0" y="0"/>
                  </a:cubicBezTo>
                </a:path>
              </a:pathLst>
            </a:custGeom>
            <a:solidFill>
              <a:srgbClr val="FAD7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297" name="Freeform 756">
              <a:extLst>
                <a:ext uri="{FF2B5EF4-FFF2-40B4-BE49-F238E27FC236}">
                  <a16:creationId xmlns:a16="http://schemas.microsoft.com/office/drawing/2014/main" id="{8922E330-A4AE-44D7-9A19-1370ED50C7D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2" y="935"/>
              <a:ext cx="50" cy="35"/>
            </a:xfrm>
            <a:custGeom>
              <a:avLst/>
              <a:gdLst>
                <a:gd name="T0" fmla="*/ 0 w 33"/>
                <a:gd name="T1" fmla="*/ 0 h 23"/>
                <a:gd name="T2" fmla="*/ 115 w 33"/>
                <a:gd name="T3" fmla="*/ 18 h 23"/>
                <a:gd name="T4" fmla="*/ 0 w 33"/>
                <a:gd name="T5" fmla="*/ 0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23">
                  <a:moveTo>
                    <a:pt x="0" y="0"/>
                  </a:moveTo>
                  <a:cubicBezTo>
                    <a:pt x="0" y="0"/>
                    <a:pt x="18" y="17"/>
                    <a:pt x="33" y="5"/>
                  </a:cubicBezTo>
                  <a:cubicBezTo>
                    <a:pt x="33" y="5"/>
                    <a:pt x="17" y="23"/>
                    <a:pt x="0" y="0"/>
                  </a:cubicBezTo>
                </a:path>
              </a:pathLst>
            </a:custGeom>
            <a:solidFill>
              <a:srgbClr val="FAD7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298" name="Freeform 757">
              <a:extLst>
                <a:ext uri="{FF2B5EF4-FFF2-40B4-BE49-F238E27FC236}">
                  <a16:creationId xmlns:a16="http://schemas.microsoft.com/office/drawing/2014/main" id="{CDA0DB13-86DB-4AF2-8B51-9226BEA6BA12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0" y="940"/>
              <a:ext cx="23" cy="16"/>
            </a:xfrm>
            <a:custGeom>
              <a:avLst/>
              <a:gdLst>
                <a:gd name="T0" fmla="*/ 49 w 15"/>
                <a:gd name="T1" fmla="*/ 0 h 11"/>
                <a:gd name="T2" fmla="*/ 0 w 15"/>
                <a:gd name="T3" fmla="*/ 13 h 11"/>
                <a:gd name="T4" fmla="*/ 49 w 15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1">
                  <a:moveTo>
                    <a:pt x="14" y="0"/>
                  </a:moveTo>
                  <a:cubicBezTo>
                    <a:pt x="14" y="0"/>
                    <a:pt x="15" y="11"/>
                    <a:pt x="0" y="4"/>
                  </a:cubicBezTo>
                  <a:cubicBezTo>
                    <a:pt x="0" y="4"/>
                    <a:pt x="13" y="7"/>
                    <a:pt x="1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299" name="Freeform 758">
              <a:extLst>
                <a:ext uri="{FF2B5EF4-FFF2-40B4-BE49-F238E27FC236}">
                  <a16:creationId xmlns:a16="http://schemas.microsoft.com/office/drawing/2014/main" id="{62D1032E-87B8-4FD0-B46A-C7F00A31890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6" y="938"/>
              <a:ext cx="23" cy="11"/>
            </a:xfrm>
            <a:custGeom>
              <a:avLst/>
              <a:gdLst>
                <a:gd name="T0" fmla="*/ 0 w 15"/>
                <a:gd name="T1" fmla="*/ 13 h 7"/>
                <a:gd name="T2" fmla="*/ 54 w 15"/>
                <a:gd name="T3" fmla="*/ 0 h 7"/>
                <a:gd name="T4" fmla="*/ 0 w 15"/>
                <a:gd name="T5" fmla="*/ 13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7">
                  <a:moveTo>
                    <a:pt x="0" y="3"/>
                  </a:moveTo>
                  <a:cubicBezTo>
                    <a:pt x="0" y="3"/>
                    <a:pt x="9" y="7"/>
                    <a:pt x="15" y="0"/>
                  </a:cubicBezTo>
                  <a:cubicBezTo>
                    <a:pt x="15" y="0"/>
                    <a:pt x="8" y="5"/>
                    <a:pt x="0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300" name="Freeform 759">
              <a:extLst>
                <a:ext uri="{FF2B5EF4-FFF2-40B4-BE49-F238E27FC236}">
                  <a16:creationId xmlns:a16="http://schemas.microsoft.com/office/drawing/2014/main" id="{9FFAE17B-DF54-4C08-958E-AEE0F4F3B6C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1" y="916"/>
              <a:ext cx="45" cy="28"/>
            </a:xfrm>
            <a:custGeom>
              <a:avLst/>
              <a:gdLst>
                <a:gd name="T0" fmla="*/ 102 w 30"/>
                <a:gd name="T1" fmla="*/ 9 h 19"/>
                <a:gd name="T2" fmla="*/ 0 w 30"/>
                <a:gd name="T3" fmla="*/ 0 h 19"/>
                <a:gd name="T4" fmla="*/ 102 w 30"/>
                <a:gd name="T5" fmla="*/ 9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19">
                  <a:moveTo>
                    <a:pt x="30" y="3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30" y="19"/>
                    <a:pt x="30" y="3"/>
                  </a:cubicBezTo>
                </a:path>
              </a:pathLst>
            </a:custGeom>
            <a:solidFill>
              <a:srgbClr val="FAD7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301" name="Freeform 760">
              <a:extLst>
                <a:ext uri="{FF2B5EF4-FFF2-40B4-BE49-F238E27FC236}">
                  <a16:creationId xmlns:a16="http://schemas.microsoft.com/office/drawing/2014/main" id="{2BF59301-B27D-4202-BADD-EF736197CDEA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4" y="913"/>
              <a:ext cx="47" cy="28"/>
            </a:xfrm>
            <a:custGeom>
              <a:avLst/>
              <a:gdLst>
                <a:gd name="T0" fmla="*/ 0 w 31"/>
                <a:gd name="T1" fmla="*/ 13 h 19"/>
                <a:gd name="T2" fmla="*/ 76 w 31"/>
                <a:gd name="T3" fmla="*/ 9 h 19"/>
                <a:gd name="T4" fmla="*/ 0 w 31"/>
                <a:gd name="T5" fmla="*/ 13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19">
                  <a:moveTo>
                    <a:pt x="0" y="4"/>
                  </a:moveTo>
                  <a:cubicBezTo>
                    <a:pt x="0" y="4"/>
                    <a:pt x="11" y="0"/>
                    <a:pt x="22" y="3"/>
                  </a:cubicBezTo>
                  <a:cubicBezTo>
                    <a:pt x="22" y="3"/>
                    <a:pt x="31" y="19"/>
                    <a:pt x="0" y="4"/>
                  </a:cubicBezTo>
                </a:path>
              </a:pathLst>
            </a:custGeom>
            <a:solidFill>
              <a:srgbClr val="FAD7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302" name="Freeform 761">
              <a:extLst>
                <a:ext uri="{FF2B5EF4-FFF2-40B4-BE49-F238E27FC236}">
                  <a16:creationId xmlns:a16="http://schemas.microsoft.com/office/drawing/2014/main" id="{82644EE9-F0FA-4D3B-8003-9F446540383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3" y="902"/>
              <a:ext cx="31" cy="86"/>
            </a:xfrm>
            <a:custGeom>
              <a:avLst/>
              <a:gdLst>
                <a:gd name="T0" fmla="*/ 47 w 21"/>
                <a:gd name="T1" fmla="*/ 0 h 57"/>
                <a:gd name="T2" fmla="*/ 61 w 21"/>
                <a:gd name="T3" fmla="*/ 100 h 57"/>
                <a:gd name="T4" fmla="*/ 28 w 21"/>
                <a:gd name="T5" fmla="*/ 142 h 57"/>
                <a:gd name="T6" fmla="*/ 52 w 21"/>
                <a:gd name="T7" fmla="*/ 116 h 57"/>
                <a:gd name="T8" fmla="*/ 47 w 21"/>
                <a:gd name="T9" fmla="*/ 0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57">
                  <a:moveTo>
                    <a:pt x="15" y="0"/>
                  </a:moveTo>
                  <a:cubicBezTo>
                    <a:pt x="15" y="0"/>
                    <a:pt x="10" y="20"/>
                    <a:pt x="19" y="29"/>
                  </a:cubicBezTo>
                  <a:cubicBezTo>
                    <a:pt x="21" y="31"/>
                    <a:pt x="18" y="57"/>
                    <a:pt x="9" y="41"/>
                  </a:cubicBezTo>
                  <a:cubicBezTo>
                    <a:pt x="9" y="41"/>
                    <a:pt x="18" y="46"/>
                    <a:pt x="16" y="34"/>
                  </a:cubicBezTo>
                  <a:cubicBezTo>
                    <a:pt x="14" y="23"/>
                    <a:pt x="0" y="29"/>
                    <a:pt x="15" y="0"/>
                  </a:cubicBezTo>
                </a:path>
              </a:pathLst>
            </a:custGeom>
            <a:solidFill>
              <a:srgbClr val="FAD7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303" name="Freeform 762">
              <a:extLst>
                <a:ext uri="{FF2B5EF4-FFF2-40B4-BE49-F238E27FC236}">
                  <a16:creationId xmlns:a16="http://schemas.microsoft.com/office/drawing/2014/main" id="{92BA245F-0E59-4E06-AEDC-F62ADA1CE83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9" y="841"/>
              <a:ext cx="23" cy="47"/>
            </a:xfrm>
            <a:custGeom>
              <a:avLst/>
              <a:gdLst>
                <a:gd name="T0" fmla="*/ 54 w 15"/>
                <a:gd name="T1" fmla="*/ 76 h 31"/>
                <a:gd name="T2" fmla="*/ 26 w 15"/>
                <a:gd name="T3" fmla="*/ 108 h 31"/>
                <a:gd name="T4" fmla="*/ 54 w 15"/>
                <a:gd name="T5" fmla="*/ 76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31">
                  <a:moveTo>
                    <a:pt x="15" y="22"/>
                  </a:moveTo>
                  <a:cubicBezTo>
                    <a:pt x="15" y="22"/>
                    <a:pt x="0" y="0"/>
                    <a:pt x="7" y="31"/>
                  </a:cubicBezTo>
                  <a:cubicBezTo>
                    <a:pt x="7" y="31"/>
                    <a:pt x="3" y="10"/>
                    <a:pt x="15" y="22"/>
                  </a:cubicBezTo>
                </a:path>
              </a:pathLst>
            </a:custGeom>
            <a:solidFill>
              <a:srgbClr val="FAD7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304" name="Freeform 763">
              <a:extLst>
                <a:ext uri="{FF2B5EF4-FFF2-40B4-BE49-F238E27FC236}">
                  <a16:creationId xmlns:a16="http://schemas.microsoft.com/office/drawing/2014/main" id="{17E6CD3C-D102-48BB-9C98-82186E3E8AC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1" y="910"/>
              <a:ext cx="10" cy="33"/>
            </a:xfrm>
            <a:custGeom>
              <a:avLst/>
              <a:gdLst>
                <a:gd name="T0" fmla="*/ 9 w 7"/>
                <a:gd name="T1" fmla="*/ 0 h 22"/>
                <a:gd name="T2" fmla="*/ 20 w 7"/>
                <a:gd name="T3" fmla="*/ 75 h 22"/>
                <a:gd name="T4" fmla="*/ 9 w 7"/>
                <a:gd name="T5" fmla="*/ 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22">
                  <a:moveTo>
                    <a:pt x="3" y="0"/>
                  </a:moveTo>
                  <a:cubicBezTo>
                    <a:pt x="3" y="0"/>
                    <a:pt x="0" y="15"/>
                    <a:pt x="7" y="22"/>
                  </a:cubicBezTo>
                  <a:cubicBezTo>
                    <a:pt x="7" y="22"/>
                    <a:pt x="2" y="9"/>
                    <a:pt x="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305" name="Freeform 764">
              <a:extLst>
                <a:ext uri="{FF2B5EF4-FFF2-40B4-BE49-F238E27FC236}">
                  <a16:creationId xmlns:a16="http://schemas.microsoft.com/office/drawing/2014/main" id="{3665C161-A051-449D-8870-277B049A7BA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3" y="753"/>
              <a:ext cx="69" cy="148"/>
            </a:xfrm>
            <a:custGeom>
              <a:avLst/>
              <a:gdLst>
                <a:gd name="T0" fmla="*/ 135 w 46"/>
                <a:gd name="T1" fmla="*/ 121 h 99"/>
                <a:gd name="T2" fmla="*/ 147 w 46"/>
                <a:gd name="T3" fmla="*/ 223 h 99"/>
                <a:gd name="T4" fmla="*/ 89 w 46"/>
                <a:gd name="T5" fmla="*/ 295 h 99"/>
                <a:gd name="T6" fmla="*/ 39 w 46"/>
                <a:gd name="T7" fmla="*/ 236 h 99"/>
                <a:gd name="T8" fmla="*/ 32 w 46"/>
                <a:gd name="T9" fmla="*/ 211 h 99"/>
                <a:gd name="T10" fmla="*/ 18 w 46"/>
                <a:gd name="T11" fmla="*/ 215 h 99"/>
                <a:gd name="T12" fmla="*/ 18 w 46"/>
                <a:gd name="T13" fmla="*/ 190 h 99"/>
                <a:gd name="T14" fmla="*/ 18 w 46"/>
                <a:gd name="T15" fmla="*/ 161 h 99"/>
                <a:gd name="T16" fmla="*/ 80 w 46"/>
                <a:gd name="T17" fmla="*/ 9 h 99"/>
                <a:gd name="T18" fmla="*/ 135 w 46"/>
                <a:gd name="T19" fmla="*/ 121 h 9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6" h="99">
                  <a:moveTo>
                    <a:pt x="40" y="36"/>
                  </a:moveTo>
                  <a:cubicBezTo>
                    <a:pt x="40" y="36"/>
                    <a:pt x="40" y="63"/>
                    <a:pt x="43" y="67"/>
                  </a:cubicBezTo>
                  <a:cubicBezTo>
                    <a:pt x="46" y="71"/>
                    <a:pt x="37" y="99"/>
                    <a:pt x="26" y="88"/>
                  </a:cubicBezTo>
                  <a:cubicBezTo>
                    <a:pt x="16" y="77"/>
                    <a:pt x="20" y="72"/>
                    <a:pt x="11" y="71"/>
                  </a:cubicBezTo>
                  <a:cubicBezTo>
                    <a:pt x="11" y="71"/>
                    <a:pt x="10" y="65"/>
                    <a:pt x="9" y="63"/>
                  </a:cubicBezTo>
                  <a:cubicBezTo>
                    <a:pt x="8" y="61"/>
                    <a:pt x="5" y="64"/>
                    <a:pt x="5" y="64"/>
                  </a:cubicBezTo>
                  <a:cubicBezTo>
                    <a:pt x="5" y="64"/>
                    <a:pt x="0" y="58"/>
                    <a:pt x="5" y="57"/>
                  </a:cubicBezTo>
                  <a:cubicBezTo>
                    <a:pt x="10" y="56"/>
                    <a:pt x="8" y="47"/>
                    <a:pt x="5" y="48"/>
                  </a:cubicBezTo>
                  <a:cubicBezTo>
                    <a:pt x="1" y="48"/>
                    <a:pt x="22" y="0"/>
                    <a:pt x="23" y="3"/>
                  </a:cubicBezTo>
                  <a:cubicBezTo>
                    <a:pt x="26" y="7"/>
                    <a:pt x="25" y="34"/>
                    <a:pt x="40" y="36"/>
                  </a:cubicBezTo>
                  <a:close/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306" name="Freeform 765">
              <a:extLst>
                <a:ext uri="{FF2B5EF4-FFF2-40B4-BE49-F238E27FC236}">
                  <a16:creationId xmlns:a16="http://schemas.microsoft.com/office/drawing/2014/main" id="{204BB792-1C5E-4082-A5E9-C18F585D9A13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6" y="783"/>
              <a:ext cx="31" cy="118"/>
            </a:xfrm>
            <a:custGeom>
              <a:avLst/>
              <a:gdLst>
                <a:gd name="T0" fmla="*/ 0 w 21"/>
                <a:gd name="T1" fmla="*/ 0 h 79"/>
                <a:gd name="T2" fmla="*/ 68 w 21"/>
                <a:gd name="T3" fmla="*/ 163 h 79"/>
                <a:gd name="T4" fmla="*/ 55 w 21"/>
                <a:gd name="T5" fmla="*/ 148 h 79"/>
                <a:gd name="T6" fmla="*/ 61 w 21"/>
                <a:gd name="T7" fmla="*/ 182 h 79"/>
                <a:gd name="T8" fmla="*/ 47 w 21"/>
                <a:gd name="T9" fmla="*/ 167 h 79"/>
                <a:gd name="T10" fmla="*/ 22 w 21"/>
                <a:gd name="T11" fmla="*/ 263 h 79"/>
                <a:gd name="T12" fmla="*/ 0 w 21"/>
                <a:gd name="T13" fmla="*/ 0 h 7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" h="79">
                  <a:moveTo>
                    <a:pt x="0" y="0"/>
                  </a:moveTo>
                  <a:cubicBezTo>
                    <a:pt x="0" y="0"/>
                    <a:pt x="19" y="22"/>
                    <a:pt x="21" y="49"/>
                  </a:cubicBezTo>
                  <a:cubicBezTo>
                    <a:pt x="17" y="44"/>
                    <a:pt x="17" y="44"/>
                    <a:pt x="17" y="44"/>
                  </a:cubicBezTo>
                  <a:cubicBezTo>
                    <a:pt x="17" y="44"/>
                    <a:pt x="20" y="50"/>
                    <a:pt x="19" y="55"/>
                  </a:cubicBezTo>
                  <a:cubicBezTo>
                    <a:pt x="15" y="50"/>
                    <a:pt x="15" y="50"/>
                    <a:pt x="15" y="50"/>
                  </a:cubicBezTo>
                  <a:cubicBezTo>
                    <a:pt x="8" y="73"/>
                    <a:pt x="9" y="73"/>
                    <a:pt x="7" y="79"/>
                  </a:cubicBezTo>
                  <a:cubicBezTo>
                    <a:pt x="7" y="79"/>
                    <a:pt x="11" y="43"/>
                    <a:pt x="0" y="0"/>
                  </a:cubicBezTo>
                  <a:close/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307" name="Freeform 766">
              <a:extLst>
                <a:ext uri="{FF2B5EF4-FFF2-40B4-BE49-F238E27FC236}">
                  <a16:creationId xmlns:a16="http://schemas.microsoft.com/office/drawing/2014/main" id="{575DBED3-3D7C-4EF8-9EBD-244D28FBED9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1" y="911"/>
              <a:ext cx="12" cy="59"/>
            </a:xfrm>
            <a:custGeom>
              <a:avLst/>
              <a:gdLst>
                <a:gd name="T0" fmla="*/ 8 w 8"/>
                <a:gd name="T1" fmla="*/ 0 h 39"/>
                <a:gd name="T2" fmla="*/ 8 w 8"/>
                <a:gd name="T3" fmla="*/ 41 h 39"/>
                <a:gd name="T4" fmla="*/ 21 w 8"/>
                <a:gd name="T5" fmla="*/ 80 h 39"/>
                <a:gd name="T6" fmla="*/ 21 w 8"/>
                <a:gd name="T7" fmla="*/ 116 h 39"/>
                <a:gd name="T8" fmla="*/ 14 w 8"/>
                <a:gd name="T9" fmla="*/ 130 h 39"/>
                <a:gd name="T10" fmla="*/ 0 w 8"/>
                <a:gd name="T11" fmla="*/ 129 h 3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" h="39">
                  <a:moveTo>
                    <a:pt x="2" y="0"/>
                  </a:moveTo>
                  <a:cubicBezTo>
                    <a:pt x="0" y="2"/>
                    <a:pt x="1" y="9"/>
                    <a:pt x="2" y="12"/>
                  </a:cubicBezTo>
                  <a:cubicBezTo>
                    <a:pt x="2" y="16"/>
                    <a:pt x="4" y="19"/>
                    <a:pt x="6" y="23"/>
                  </a:cubicBezTo>
                  <a:cubicBezTo>
                    <a:pt x="8" y="26"/>
                    <a:pt x="6" y="30"/>
                    <a:pt x="6" y="34"/>
                  </a:cubicBezTo>
                  <a:cubicBezTo>
                    <a:pt x="5" y="35"/>
                    <a:pt x="5" y="37"/>
                    <a:pt x="4" y="38"/>
                  </a:cubicBezTo>
                  <a:cubicBezTo>
                    <a:pt x="3" y="39"/>
                    <a:pt x="0" y="39"/>
                    <a:pt x="0" y="37"/>
                  </a:cubicBezTo>
                </a:path>
              </a:pathLst>
            </a:custGeom>
            <a:noFill/>
            <a:ln w="158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308" name="Freeform 767">
              <a:extLst>
                <a:ext uri="{FF2B5EF4-FFF2-40B4-BE49-F238E27FC236}">
                  <a16:creationId xmlns:a16="http://schemas.microsoft.com/office/drawing/2014/main" id="{319AF936-0AFB-4A61-91D2-59E9375D2EE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0" y="868"/>
              <a:ext cx="13" cy="48"/>
            </a:xfrm>
            <a:custGeom>
              <a:avLst/>
              <a:gdLst>
                <a:gd name="T0" fmla="*/ 27 w 9"/>
                <a:gd name="T1" fmla="*/ 26 h 32"/>
                <a:gd name="T2" fmla="*/ 13 w 9"/>
                <a:gd name="T3" fmla="*/ 8 h 32"/>
                <a:gd name="T4" fmla="*/ 0 w 9"/>
                <a:gd name="T5" fmla="*/ 26 h 32"/>
                <a:gd name="T6" fmla="*/ 13 w 9"/>
                <a:gd name="T7" fmla="*/ 66 h 32"/>
                <a:gd name="T8" fmla="*/ 14 w 9"/>
                <a:gd name="T9" fmla="*/ 108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32">
                  <a:moveTo>
                    <a:pt x="9" y="7"/>
                  </a:moveTo>
                  <a:cubicBezTo>
                    <a:pt x="7" y="5"/>
                    <a:pt x="6" y="3"/>
                    <a:pt x="4" y="2"/>
                  </a:cubicBezTo>
                  <a:cubicBezTo>
                    <a:pt x="1" y="0"/>
                    <a:pt x="0" y="4"/>
                    <a:pt x="0" y="7"/>
                  </a:cubicBezTo>
                  <a:cubicBezTo>
                    <a:pt x="0" y="11"/>
                    <a:pt x="2" y="15"/>
                    <a:pt x="4" y="19"/>
                  </a:cubicBezTo>
                  <a:cubicBezTo>
                    <a:pt x="5" y="23"/>
                    <a:pt x="4" y="28"/>
                    <a:pt x="5" y="32"/>
                  </a:cubicBezTo>
                </a:path>
              </a:pathLst>
            </a:custGeom>
            <a:noFill/>
            <a:ln w="158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309" name="Freeform 768">
              <a:extLst>
                <a:ext uri="{FF2B5EF4-FFF2-40B4-BE49-F238E27FC236}">
                  <a16:creationId xmlns:a16="http://schemas.microsoft.com/office/drawing/2014/main" id="{73EB0604-53B9-4A97-80AE-D9610EDFF3B9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1" y="1139"/>
              <a:ext cx="49" cy="48"/>
            </a:xfrm>
            <a:custGeom>
              <a:avLst/>
              <a:gdLst>
                <a:gd name="T0" fmla="*/ 0 w 33"/>
                <a:gd name="T1" fmla="*/ 0 h 32"/>
                <a:gd name="T2" fmla="*/ 68 w 33"/>
                <a:gd name="T3" fmla="*/ 27 h 32"/>
                <a:gd name="T4" fmla="*/ 82 w 33"/>
                <a:gd name="T5" fmla="*/ 66 h 32"/>
                <a:gd name="T6" fmla="*/ 105 w 33"/>
                <a:gd name="T7" fmla="*/ 108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32">
                  <a:moveTo>
                    <a:pt x="0" y="0"/>
                  </a:moveTo>
                  <a:cubicBezTo>
                    <a:pt x="6" y="8"/>
                    <a:pt x="16" y="0"/>
                    <a:pt x="21" y="8"/>
                  </a:cubicBezTo>
                  <a:cubicBezTo>
                    <a:pt x="23" y="11"/>
                    <a:pt x="23" y="16"/>
                    <a:pt x="25" y="19"/>
                  </a:cubicBezTo>
                  <a:cubicBezTo>
                    <a:pt x="28" y="23"/>
                    <a:pt x="33" y="27"/>
                    <a:pt x="32" y="32"/>
                  </a:cubicBezTo>
                </a:path>
              </a:pathLst>
            </a:custGeom>
            <a:noFill/>
            <a:ln w="158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310" name="Freeform 769">
              <a:extLst>
                <a:ext uri="{FF2B5EF4-FFF2-40B4-BE49-F238E27FC236}">
                  <a16:creationId xmlns:a16="http://schemas.microsoft.com/office/drawing/2014/main" id="{A1E5C6BD-0931-40CA-9777-E76A19E3DE21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7" y="1119"/>
              <a:ext cx="40" cy="72"/>
            </a:xfrm>
            <a:custGeom>
              <a:avLst/>
              <a:gdLst>
                <a:gd name="T0" fmla="*/ 87 w 27"/>
                <a:gd name="T1" fmla="*/ 26 h 48"/>
                <a:gd name="T2" fmla="*/ 19 w 27"/>
                <a:gd name="T3" fmla="*/ 75 h 48"/>
                <a:gd name="T4" fmla="*/ 0 w 27"/>
                <a:gd name="T5" fmla="*/ 162 h 4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48">
                  <a:moveTo>
                    <a:pt x="27" y="7"/>
                  </a:moveTo>
                  <a:cubicBezTo>
                    <a:pt x="21" y="0"/>
                    <a:pt x="7" y="17"/>
                    <a:pt x="6" y="22"/>
                  </a:cubicBezTo>
                  <a:cubicBezTo>
                    <a:pt x="4" y="30"/>
                    <a:pt x="4" y="40"/>
                    <a:pt x="0" y="48"/>
                  </a:cubicBezTo>
                </a:path>
              </a:pathLst>
            </a:custGeom>
            <a:noFill/>
            <a:ln w="158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311" name="Freeform 770">
              <a:extLst>
                <a:ext uri="{FF2B5EF4-FFF2-40B4-BE49-F238E27FC236}">
                  <a16:creationId xmlns:a16="http://schemas.microsoft.com/office/drawing/2014/main" id="{B5A01AF9-A170-4BC1-82F4-9FCE4921BFA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6" y="1205"/>
              <a:ext cx="22" cy="22"/>
            </a:xfrm>
            <a:custGeom>
              <a:avLst/>
              <a:gdLst>
                <a:gd name="T0" fmla="*/ 1 w 15"/>
                <a:gd name="T1" fmla="*/ 6 h 15"/>
                <a:gd name="T2" fmla="*/ 22 w 15"/>
                <a:gd name="T3" fmla="*/ 41 h 15"/>
                <a:gd name="T4" fmla="*/ 47 w 15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5">
                  <a:moveTo>
                    <a:pt x="1" y="2"/>
                  </a:moveTo>
                  <a:cubicBezTo>
                    <a:pt x="2" y="6"/>
                    <a:pt x="0" y="15"/>
                    <a:pt x="7" y="13"/>
                  </a:cubicBezTo>
                  <a:cubicBezTo>
                    <a:pt x="11" y="12"/>
                    <a:pt x="14" y="4"/>
                    <a:pt x="15" y="0"/>
                  </a:cubicBezTo>
                </a:path>
              </a:pathLst>
            </a:custGeom>
            <a:noFill/>
            <a:ln w="158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312" name="Freeform 771">
              <a:extLst>
                <a:ext uri="{FF2B5EF4-FFF2-40B4-BE49-F238E27FC236}">
                  <a16:creationId xmlns:a16="http://schemas.microsoft.com/office/drawing/2014/main" id="{6D469FE3-5E44-4623-8C1B-EA848D694C7A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7" y="1127"/>
              <a:ext cx="14" cy="54"/>
            </a:xfrm>
            <a:custGeom>
              <a:avLst/>
              <a:gdLst>
                <a:gd name="T0" fmla="*/ 34 w 9"/>
                <a:gd name="T1" fmla="*/ 0 h 36"/>
                <a:gd name="T2" fmla="*/ 5 w 9"/>
                <a:gd name="T3" fmla="*/ 122 h 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36">
                  <a:moveTo>
                    <a:pt x="9" y="0"/>
                  </a:moveTo>
                  <a:cubicBezTo>
                    <a:pt x="9" y="0"/>
                    <a:pt x="0" y="31"/>
                    <a:pt x="1" y="36"/>
                  </a:cubicBezTo>
                </a:path>
              </a:pathLst>
            </a:custGeom>
            <a:noFill/>
            <a:ln w="158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313" name="Freeform 772">
              <a:extLst>
                <a:ext uri="{FF2B5EF4-FFF2-40B4-BE49-F238E27FC236}">
                  <a16:creationId xmlns:a16="http://schemas.microsoft.com/office/drawing/2014/main" id="{88F7E536-6F67-41CB-9FF0-CF564AF063DD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3" y="1118"/>
              <a:ext cx="102" cy="72"/>
            </a:xfrm>
            <a:custGeom>
              <a:avLst/>
              <a:gdLst>
                <a:gd name="T0" fmla="*/ 0 w 68"/>
                <a:gd name="T1" fmla="*/ 18 h 48"/>
                <a:gd name="T2" fmla="*/ 116 w 68"/>
                <a:gd name="T3" fmla="*/ 27 h 48"/>
                <a:gd name="T4" fmla="*/ 188 w 68"/>
                <a:gd name="T5" fmla="*/ 18 h 48"/>
                <a:gd name="T6" fmla="*/ 230 w 68"/>
                <a:gd name="T7" fmla="*/ 0 h 48"/>
                <a:gd name="T8" fmla="*/ 188 w 68"/>
                <a:gd name="T9" fmla="*/ 35 h 48"/>
                <a:gd name="T10" fmla="*/ 135 w 68"/>
                <a:gd name="T11" fmla="*/ 75 h 48"/>
                <a:gd name="T12" fmla="*/ 135 w 68"/>
                <a:gd name="T13" fmla="*/ 162 h 48"/>
                <a:gd name="T14" fmla="*/ 126 w 68"/>
                <a:gd name="T15" fmla="*/ 129 h 48"/>
                <a:gd name="T16" fmla="*/ 107 w 68"/>
                <a:gd name="T17" fmla="*/ 107 h 48"/>
                <a:gd name="T18" fmla="*/ 86 w 68"/>
                <a:gd name="T19" fmla="*/ 59 h 48"/>
                <a:gd name="T20" fmla="*/ 35 w 68"/>
                <a:gd name="T21" fmla="*/ 48 h 48"/>
                <a:gd name="T22" fmla="*/ 0 w 68"/>
                <a:gd name="T23" fmla="*/ 21 h 4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8" h="48">
                  <a:moveTo>
                    <a:pt x="0" y="5"/>
                  </a:moveTo>
                  <a:cubicBezTo>
                    <a:pt x="12" y="4"/>
                    <a:pt x="22" y="8"/>
                    <a:pt x="34" y="8"/>
                  </a:cubicBezTo>
                  <a:cubicBezTo>
                    <a:pt x="41" y="9"/>
                    <a:pt x="48" y="8"/>
                    <a:pt x="55" y="5"/>
                  </a:cubicBezTo>
                  <a:cubicBezTo>
                    <a:pt x="59" y="4"/>
                    <a:pt x="64" y="0"/>
                    <a:pt x="68" y="0"/>
                  </a:cubicBezTo>
                  <a:cubicBezTo>
                    <a:pt x="64" y="4"/>
                    <a:pt x="60" y="7"/>
                    <a:pt x="55" y="10"/>
                  </a:cubicBezTo>
                  <a:cubicBezTo>
                    <a:pt x="49" y="13"/>
                    <a:pt x="42" y="16"/>
                    <a:pt x="40" y="22"/>
                  </a:cubicBezTo>
                  <a:cubicBezTo>
                    <a:pt x="37" y="30"/>
                    <a:pt x="40" y="40"/>
                    <a:pt x="40" y="48"/>
                  </a:cubicBezTo>
                  <a:cubicBezTo>
                    <a:pt x="39" y="45"/>
                    <a:pt x="39" y="41"/>
                    <a:pt x="37" y="38"/>
                  </a:cubicBezTo>
                  <a:cubicBezTo>
                    <a:pt x="35" y="35"/>
                    <a:pt x="33" y="33"/>
                    <a:pt x="31" y="31"/>
                  </a:cubicBezTo>
                  <a:cubicBezTo>
                    <a:pt x="29" y="27"/>
                    <a:pt x="29" y="20"/>
                    <a:pt x="25" y="17"/>
                  </a:cubicBezTo>
                  <a:cubicBezTo>
                    <a:pt x="21" y="13"/>
                    <a:pt x="14" y="15"/>
                    <a:pt x="10" y="14"/>
                  </a:cubicBezTo>
                  <a:cubicBezTo>
                    <a:pt x="5" y="13"/>
                    <a:pt x="2" y="10"/>
                    <a:pt x="0" y="6"/>
                  </a:cubicBezTo>
                </a:path>
              </a:pathLst>
            </a:custGeom>
            <a:solidFill>
              <a:srgbClr val="FAD7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314" name="Freeform 773">
              <a:extLst>
                <a:ext uri="{FF2B5EF4-FFF2-40B4-BE49-F238E27FC236}">
                  <a16:creationId xmlns:a16="http://schemas.microsoft.com/office/drawing/2014/main" id="{210DC99C-1E20-4355-96C1-336C24C3101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7" y="1125"/>
              <a:ext cx="39" cy="74"/>
            </a:xfrm>
            <a:custGeom>
              <a:avLst/>
              <a:gdLst>
                <a:gd name="T0" fmla="*/ 89 w 26"/>
                <a:gd name="T1" fmla="*/ 14 h 49"/>
                <a:gd name="T2" fmla="*/ 35 w 26"/>
                <a:gd name="T3" fmla="*/ 54 h 49"/>
                <a:gd name="T4" fmla="*/ 21 w 26"/>
                <a:gd name="T5" fmla="*/ 107 h 49"/>
                <a:gd name="T6" fmla="*/ 0 w 26"/>
                <a:gd name="T7" fmla="*/ 169 h 49"/>
                <a:gd name="T8" fmla="*/ 48 w 26"/>
                <a:gd name="T9" fmla="*/ 68 h 49"/>
                <a:gd name="T10" fmla="*/ 72 w 26"/>
                <a:gd name="T11" fmla="*/ 32 h 49"/>
                <a:gd name="T12" fmla="*/ 86 w 26"/>
                <a:gd name="T13" fmla="*/ 14 h 4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" h="49">
                  <a:moveTo>
                    <a:pt x="26" y="4"/>
                  </a:moveTo>
                  <a:cubicBezTo>
                    <a:pt x="19" y="0"/>
                    <a:pt x="13" y="11"/>
                    <a:pt x="10" y="16"/>
                  </a:cubicBezTo>
                  <a:cubicBezTo>
                    <a:pt x="7" y="21"/>
                    <a:pt x="6" y="25"/>
                    <a:pt x="6" y="31"/>
                  </a:cubicBezTo>
                  <a:cubicBezTo>
                    <a:pt x="5" y="37"/>
                    <a:pt x="2" y="42"/>
                    <a:pt x="0" y="49"/>
                  </a:cubicBezTo>
                  <a:cubicBezTo>
                    <a:pt x="8" y="41"/>
                    <a:pt x="10" y="31"/>
                    <a:pt x="14" y="20"/>
                  </a:cubicBezTo>
                  <a:cubicBezTo>
                    <a:pt x="15" y="16"/>
                    <a:pt x="18" y="12"/>
                    <a:pt x="21" y="9"/>
                  </a:cubicBezTo>
                  <a:cubicBezTo>
                    <a:pt x="23" y="7"/>
                    <a:pt x="24" y="7"/>
                    <a:pt x="25" y="4"/>
                  </a:cubicBezTo>
                </a:path>
              </a:pathLst>
            </a:custGeom>
            <a:solidFill>
              <a:srgbClr val="FAD7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315" name="Freeform 774">
              <a:extLst>
                <a:ext uri="{FF2B5EF4-FFF2-40B4-BE49-F238E27FC236}">
                  <a16:creationId xmlns:a16="http://schemas.microsoft.com/office/drawing/2014/main" id="{93438BA0-A1D8-4B56-95D2-F1E5D00B1A8F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5" y="1146"/>
              <a:ext cx="17" cy="42"/>
            </a:xfrm>
            <a:custGeom>
              <a:avLst/>
              <a:gdLst>
                <a:gd name="T0" fmla="*/ 40 w 11"/>
                <a:gd name="T1" fmla="*/ 0 h 28"/>
                <a:gd name="T2" fmla="*/ 0 w 11"/>
                <a:gd name="T3" fmla="*/ 95 h 28"/>
                <a:gd name="T4" fmla="*/ 26 w 11"/>
                <a:gd name="T5" fmla="*/ 45 h 28"/>
                <a:gd name="T6" fmla="*/ 36 w 11"/>
                <a:gd name="T7" fmla="*/ 8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28">
                  <a:moveTo>
                    <a:pt x="11" y="0"/>
                  </a:moveTo>
                  <a:cubicBezTo>
                    <a:pt x="6" y="8"/>
                    <a:pt x="1" y="19"/>
                    <a:pt x="0" y="28"/>
                  </a:cubicBezTo>
                  <a:cubicBezTo>
                    <a:pt x="3" y="23"/>
                    <a:pt x="6" y="19"/>
                    <a:pt x="7" y="13"/>
                  </a:cubicBezTo>
                  <a:cubicBezTo>
                    <a:pt x="8" y="10"/>
                    <a:pt x="8" y="5"/>
                    <a:pt x="10" y="2"/>
                  </a:cubicBezTo>
                </a:path>
              </a:pathLst>
            </a:custGeom>
            <a:solidFill>
              <a:srgbClr val="FAD7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316" name="Freeform 775">
              <a:extLst>
                <a:ext uri="{FF2B5EF4-FFF2-40B4-BE49-F238E27FC236}">
                  <a16:creationId xmlns:a16="http://schemas.microsoft.com/office/drawing/2014/main" id="{3594D211-74D7-4968-A712-7D8522605427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9" y="1024"/>
              <a:ext cx="62" cy="13"/>
            </a:xfrm>
            <a:custGeom>
              <a:avLst/>
              <a:gdLst>
                <a:gd name="T0" fmla="*/ 5 w 41"/>
                <a:gd name="T1" fmla="*/ 6 h 9"/>
                <a:gd name="T2" fmla="*/ 59 w 41"/>
                <a:gd name="T3" fmla="*/ 6 h 9"/>
                <a:gd name="T4" fmla="*/ 142 w 41"/>
                <a:gd name="T5" fmla="*/ 6 h 9"/>
                <a:gd name="T6" fmla="*/ 59 w 41"/>
                <a:gd name="T7" fmla="*/ 14 h 9"/>
                <a:gd name="T8" fmla="*/ 0 w 41"/>
                <a:gd name="T9" fmla="*/ 9 h 9"/>
                <a:gd name="T10" fmla="*/ 5 w 41"/>
                <a:gd name="T11" fmla="*/ 9 h 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1" h="9">
                  <a:moveTo>
                    <a:pt x="1" y="2"/>
                  </a:moveTo>
                  <a:cubicBezTo>
                    <a:pt x="7" y="3"/>
                    <a:pt x="12" y="0"/>
                    <a:pt x="17" y="2"/>
                  </a:cubicBezTo>
                  <a:cubicBezTo>
                    <a:pt x="25" y="4"/>
                    <a:pt x="32" y="3"/>
                    <a:pt x="41" y="2"/>
                  </a:cubicBezTo>
                  <a:cubicBezTo>
                    <a:pt x="34" y="9"/>
                    <a:pt x="25" y="6"/>
                    <a:pt x="17" y="5"/>
                  </a:cubicBezTo>
                  <a:cubicBezTo>
                    <a:pt x="12" y="5"/>
                    <a:pt x="4" y="6"/>
                    <a:pt x="0" y="3"/>
                  </a:cubicBezTo>
                  <a:cubicBezTo>
                    <a:pt x="0" y="3"/>
                    <a:pt x="0" y="3"/>
                    <a:pt x="1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317" name="Freeform 776">
              <a:extLst>
                <a:ext uri="{FF2B5EF4-FFF2-40B4-BE49-F238E27FC236}">
                  <a16:creationId xmlns:a16="http://schemas.microsoft.com/office/drawing/2014/main" id="{8A8A244D-86EA-4C3D-B619-A59F66DA535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8" y="988"/>
              <a:ext cx="63" cy="70"/>
            </a:xfrm>
            <a:custGeom>
              <a:avLst/>
              <a:gdLst>
                <a:gd name="T0" fmla="*/ 129 w 42"/>
                <a:gd name="T1" fmla="*/ 0 h 47"/>
                <a:gd name="T2" fmla="*/ 86 w 42"/>
                <a:gd name="T3" fmla="*/ 22 h 47"/>
                <a:gd name="T4" fmla="*/ 41 w 42"/>
                <a:gd name="T5" fmla="*/ 49 h 47"/>
                <a:gd name="T6" fmla="*/ 27 w 42"/>
                <a:gd name="T7" fmla="*/ 155 h 47"/>
                <a:gd name="T8" fmla="*/ 39 w 42"/>
                <a:gd name="T9" fmla="*/ 94 h 47"/>
                <a:gd name="T10" fmla="*/ 93 w 42"/>
                <a:gd name="T11" fmla="*/ 54 h 47"/>
                <a:gd name="T12" fmla="*/ 134 w 42"/>
                <a:gd name="T13" fmla="*/ 19 h 47"/>
                <a:gd name="T14" fmla="*/ 129 w 42"/>
                <a:gd name="T15" fmla="*/ 0 h 4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2" h="47">
                  <a:moveTo>
                    <a:pt x="38" y="0"/>
                  </a:moveTo>
                  <a:cubicBezTo>
                    <a:pt x="36" y="3"/>
                    <a:pt x="28" y="5"/>
                    <a:pt x="25" y="7"/>
                  </a:cubicBezTo>
                  <a:cubicBezTo>
                    <a:pt x="20" y="9"/>
                    <a:pt x="15" y="11"/>
                    <a:pt x="12" y="15"/>
                  </a:cubicBezTo>
                  <a:cubicBezTo>
                    <a:pt x="4" y="23"/>
                    <a:pt x="0" y="38"/>
                    <a:pt x="8" y="47"/>
                  </a:cubicBezTo>
                  <a:cubicBezTo>
                    <a:pt x="6" y="41"/>
                    <a:pt x="7" y="33"/>
                    <a:pt x="11" y="28"/>
                  </a:cubicBezTo>
                  <a:cubicBezTo>
                    <a:pt x="14" y="22"/>
                    <a:pt x="21" y="19"/>
                    <a:pt x="27" y="16"/>
                  </a:cubicBezTo>
                  <a:cubicBezTo>
                    <a:pt x="31" y="13"/>
                    <a:pt x="36" y="10"/>
                    <a:pt x="39" y="6"/>
                  </a:cubicBezTo>
                  <a:cubicBezTo>
                    <a:pt x="40" y="4"/>
                    <a:pt x="42" y="0"/>
                    <a:pt x="38" y="0"/>
                  </a:cubicBezTo>
                </a:path>
              </a:pathLst>
            </a:custGeom>
            <a:solidFill>
              <a:srgbClr val="FAD7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318" name="Freeform 777">
              <a:extLst>
                <a:ext uri="{FF2B5EF4-FFF2-40B4-BE49-F238E27FC236}">
                  <a16:creationId xmlns:a16="http://schemas.microsoft.com/office/drawing/2014/main" id="{EED9FFDF-64DE-493C-8774-DA27BD63A679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1" y="995"/>
              <a:ext cx="26" cy="38"/>
            </a:xfrm>
            <a:custGeom>
              <a:avLst/>
              <a:gdLst>
                <a:gd name="T0" fmla="*/ 0 w 17"/>
                <a:gd name="T1" fmla="*/ 0 h 25"/>
                <a:gd name="T2" fmla="*/ 26 w 17"/>
                <a:gd name="T3" fmla="*/ 53 h 25"/>
                <a:gd name="T4" fmla="*/ 47 w 17"/>
                <a:gd name="T5" fmla="*/ 81 h 25"/>
                <a:gd name="T6" fmla="*/ 57 w 17"/>
                <a:gd name="T7" fmla="*/ 62 h 25"/>
                <a:gd name="T8" fmla="*/ 32 w 17"/>
                <a:gd name="T9" fmla="*/ 18 h 25"/>
                <a:gd name="T10" fmla="*/ 5 w 17"/>
                <a:gd name="T11" fmla="*/ 5 h 2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" h="25">
                  <a:moveTo>
                    <a:pt x="0" y="0"/>
                  </a:moveTo>
                  <a:cubicBezTo>
                    <a:pt x="3" y="4"/>
                    <a:pt x="4" y="10"/>
                    <a:pt x="7" y="15"/>
                  </a:cubicBezTo>
                  <a:cubicBezTo>
                    <a:pt x="8" y="17"/>
                    <a:pt x="10" y="23"/>
                    <a:pt x="13" y="23"/>
                  </a:cubicBezTo>
                  <a:cubicBezTo>
                    <a:pt x="17" y="25"/>
                    <a:pt x="16" y="20"/>
                    <a:pt x="16" y="18"/>
                  </a:cubicBezTo>
                  <a:cubicBezTo>
                    <a:pt x="15" y="13"/>
                    <a:pt x="13" y="9"/>
                    <a:pt x="9" y="5"/>
                  </a:cubicBezTo>
                  <a:cubicBezTo>
                    <a:pt x="7" y="3"/>
                    <a:pt x="3" y="3"/>
                    <a:pt x="1" y="1"/>
                  </a:cubicBezTo>
                </a:path>
              </a:pathLst>
            </a:custGeom>
            <a:solidFill>
              <a:srgbClr val="FAD7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319" name="Freeform 778">
              <a:extLst>
                <a:ext uri="{FF2B5EF4-FFF2-40B4-BE49-F238E27FC236}">
                  <a16:creationId xmlns:a16="http://schemas.microsoft.com/office/drawing/2014/main" id="{312C4731-A0BC-4588-BF79-F1627CBABB52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2" y="905"/>
              <a:ext cx="12" cy="65"/>
            </a:xfrm>
            <a:custGeom>
              <a:avLst/>
              <a:gdLst>
                <a:gd name="T0" fmla="*/ 0 w 8"/>
                <a:gd name="T1" fmla="*/ 0 h 43"/>
                <a:gd name="T2" fmla="*/ 8 w 8"/>
                <a:gd name="T3" fmla="*/ 27 h 43"/>
                <a:gd name="T4" fmla="*/ 8 w 8"/>
                <a:gd name="T5" fmla="*/ 68 h 43"/>
                <a:gd name="T6" fmla="*/ 12 w 8"/>
                <a:gd name="T7" fmla="*/ 107 h 43"/>
                <a:gd name="T8" fmla="*/ 12 w 8"/>
                <a:gd name="T9" fmla="*/ 148 h 43"/>
                <a:gd name="T10" fmla="*/ 21 w 8"/>
                <a:gd name="T11" fmla="*/ 95 h 43"/>
                <a:gd name="T12" fmla="*/ 21 w 8"/>
                <a:gd name="T13" fmla="*/ 41 h 43"/>
                <a:gd name="T14" fmla="*/ 0 w 8"/>
                <a:gd name="T15" fmla="*/ 5 h 4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" h="43">
                  <a:moveTo>
                    <a:pt x="0" y="0"/>
                  </a:moveTo>
                  <a:cubicBezTo>
                    <a:pt x="0" y="3"/>
                    <a:pt x="2" y="5"/>
                    <a:pt x="2" y="8"/>
                  </a:cubicBezTo>
                  <a:cubicBezTo>
                    <a:pt x="3" y="12"/>
                    <a:pt x="2" y="16"/>
                    <a:pt x="2" y="20"/>
                  </a:cubicBezTo>
                  <a:cubicBezTo>
                    <a:pt x="2" y="24"/>
                    <a:pt x="3" y="27"/>
                    <a:pt x="3" y="31"/>
                  </a:cubicBezTo>
                  <a:cubicBezTo>
                    <a:pt x="3" y="35"/>
                    <a:pt x="2" y="39"/>
                    <a:pt x="3" y="43"/>
                  </a:cubicBezTo>
                  <a:cubicBezTo>
                    <a:pt x="3" y="38"/>
                    <a:pt x="5" y="33"/>
                    <a:pt x="6" y="28"/>
                  </a:cubicBezTo>
                  <a:cubicBezTo>
                    <a:pt x="7" y="23"/>
                    <a:pt x="8" y="17"/>
                    <a:pt x="6" y="12"/>
                  </a:cubicBezTo>
                  <a:cubicBezTo>
                    <a:pt x="5" y="8"/>
                    <a:pt x="4" y="1"/>
                    <a:pt x="0" y="1"/>
                  </a:cubicBezTo>
                </a:path>
              </a:pathLst>
            </a:custGeom>
            <a:solidFill>
              <a:srgbClr val="FAD7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320" name="Freeform 779">
              <a:extLst>
                <a:ext uri="{FF2B5EF4-FFF2-40B4-BE49-F238E27FC236}">
                  <a16:creationId xmlns:a16="http://schemas.microsoft.com/office/drawing/2014/main" id="{EC62E78F-6574-4A19-8C06-33CECBE07AE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2" y="971"/>
              <a:ext cx="52" cy="35"/>
            </a:xfrm>
            <a:custGeom>
              <a:avLst/>
              <a:gdLst>
                <a:gd name="T0" fmla="*/ 113 w 35"/>
                <a:gd name="T1" fmla="*/ 12 h 23"/>
                <a:gd name="T2" fmla="*/ 88 w 35"/>
                <a:gd name="T3" fmla="*/ 32 h 23"/>
                <a:gd name="T4" fmla="*/ 59 w 35"/>
                <a:gd name="T5" fmla="*/ 41 h 23"/>
                <a:gd name="T6" fmla="*/ 0 w 35"/>
                <a:gd name="T7" fmla="*/ 81 h 23"/>
                <a:gd name="T8" fmla="*/ 40 w 35"/>
                <a:gd name="T9" fmla="*/ 49 h 23"/>
                <a:gd name="T10" fmla="*/ 73 w 35"/>
                <a:gd name="T11" fmla="*/ 27 h 23"/>
                <a:gd name="T12" fmla="*/ 101 w 35"/>
                <a:gd name="T13" fmla="*/ 8 h 23"/>
                <a:gd name="T14" fmla="*/ 113 w 35"/>
                <a:gd name="T15" fmla="*/ 12 h 2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5" h="23">
                  <a:moveTo>
                    <a:pt x="34" y="3"/>
                  </a:moveTo>
                  <a:cubicBezTo>
                    <a:pt x="31" y="6"/>
                    <a:pt x="30" y="7"/>
                    <a:pt x="27" y="9"/>
                  </a:cubicBezTo>
                  <a:cubicBezTo>
                    <a:pt x="24" y="10"/>
                    <a:pt x="21" y="11"/>
                    <a:pt x="18" y="12"/>
                  </a:cubicBezTo>
                  <a:cubicBezTo>
                    <a:pt x="12" y="15"/>
                    <a:pt x="5" y="18"/>
                    <a:pt x="0" y="23"/>
                  </a:cubicBezTo>
                  <a:cubicBezTo>
                    <a:pt x="0" y="20"/>
                    <a:pt x="9" y="15"/>
                    <a:pt x="12" y="14"/>
                  </a:cubicBezTo>
                  <a:cubicBezTo>
                    <a:pt x="15" y="12"/>
                    <a:pt x="19" y="10"/>
                    <a:pt x="22" y="8"/>
                  </a:cubicBezTo>
                  <a:cubicBezTo>
                    <a:pt x="25" y="6"/>
                    <a:pt x="28" y="4"/>
                    <a:pt x="31" y="2"/>
                  </a:cubicBezTo>
                  <a:cubicBezTo>
                    <a:pt x="32" y="1"/>
                    <a:pt x="35" y="0"/>
                    <a:pt x="34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321" name="Freeform 780">
              <a:extLst>
                <a:ext uri="{FF2B5EF4-FFF2-40B4-BE49-F238E27FC236}">
                  <a16:creationId xmlns:a16="http://schemas.microsoft.com/office/drawing/2014/main" id="{946AFF63-FAA9-4677-B556-E4F61E9653F9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0" y="953"/>
              <a:ext cx="7" cy="38"/>
            </a:xfrm>
            <a:custGeom>
              <a:avLst/>
              <a:gdLst>
                <a:gd name="T0" fmla="*/ 8 w 5"/>
                <a:gd name="T1" fmla="*/ 0 h 25"/>
                <a:gd name="T2" fmla="*/ 0 w 5"/>
                <a:gd name="T3" fmla="*/ 49 h 25"/>
                <a:gd name="T4" fmla="*/ 8 w 5"/>
                <a:gd name="T5" fmla="*/ 88 h 25"/>
                <a:gd name="T6" fmla="*/ 8 w 5"/>
                <a:gd name="T7" fmla="*/ 27 h 25"/>
                <a:gd name="T8" fmla="*/ 8 w 5"/>
                <a:gd name="T9" fmla="*/ 0 h 25"/>
                <a:gd name="T10" fmla="*/ 8 w 5"/>
                <a:gd name="T11" fmla="*/ 5 h 2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" h="25">
                  <a:moveTo>
                    <a:pt x="3" y="0"/>
                  </a:moveTo>
                  <a:cubicBezTo>
                    <a:pt x="1" y="4"/>
                    <a:pt x="1" y="9"/>
                    <a:pt x="0" y="14"/>
                  </a:cubicBezTo>
                  <a:cubicBezTo>
                    <a:pt x="0" y="18"/>
                    <a:pt x="0" y="22"/>
                    <a:pt x="3" y="25"/>
                  </a:cubicBezTo>
                  <a:cubicBezTo>
                    <a:pt x="4" y="20"/>
                    <a:pt x="3" y="13"/>
                    <a:pt x="3" y="8"/>
                  </a:cubicBezTo>
                  <a:cubicBezTo>
                    <a:pt x="4" y="7"/>
                    <a:pt x="5" y="1"/>
                    <a:pt x="3" y="0"/>
                  </a:cubicBezTo>
                  <a:cubicBezTo>
                    <a:pt x="3" y="0"/>
                    <a:pt x="3" y="1"/>
                    <a:pt x="3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322" name="Freeform 781">
              <a:extLst>
                <a:ext uri="{FF2B5EF4-FFF2-40B4-BE49-F238E27FC236}">
                  <a16:creationId xmlns:a16="http://schemas.microsoft.com/office/drawing/2014/main" id="{53B2FD39-BDEF-43DD-8ECE-E20FCF5053D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3" y="1073"/>
              <a:ext cx="196" cy="66"/>
            </a:xfrm>
            <a:custGeom>
              <a:avLst/>
              <a:gdLst>
                <a:gd name="T0" fmla="*/ 0 w 131"/>
                <a:gd name="T1" fmla="*/ 45 h 44"/>
                <a:gd name="T2" fmla="*/ 94 w 131"/>
                <a:gd name="T3" fmla="*/ 113 h 44"/>
                <a:gd name="T4" fmla="*/ 325 w 131"/>
                <a:gd name="T5" fmla="*/ 95 h 44"/>
                <a:gd name="T6" fmla="*/ 438 w 131"/>
                <a:gd name="T7" fmla="*/ 0 h 4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1" h="44">
                  <a:moveTo>
                    <a:pt x="0" y="13"/>
                  </a:moveTo>
                  <a:cubicBezTo>
                    <a:pt x="0" y="13"/>
                    <a:pt x="17" y="35"/>
                    <a:pt x="28" y="33"/>
                  </a:cubicBezTo>
                  <a:cubicBezTo>
                    <a:pt x="38" y="30"/>
                    <a:pt x="73" y="44"/>
                    <a:pt x="97" y="28"/>
                  </a:cubicBezTo>
                  <a:cubicBezTo>
                    <a:pt x="121" y="11"/>
                    <a:pt x="127" y="12"/>
                    <a:pt x="131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323" name="Freeform 782">
              <a:extLst>
                <a:ext uri="{FF2B5EF4-FFF2-40B4-BE49-F238E27FC236}">
                  <a16:creationId xmlns:a16="http://schemas.microsoft.com/office/drawing/2014/main" id="{FDB55AF5-BF75-406A-8084-D0F6B5C06450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4" y="1136"/>
              <a:ext cx="18" cy="49"/>
            </a:xfrm>
            <a:custGeom>
              <a:avLst/>
              <a:gdLst>
                <a:gd name="T0" fmla="*/ 41 w 12"/>
                <a:gd name="T1" fmla="*/ 0 h 33"/>
                <a:gd name="T2" fmla="*/ 14 w 12"/>
                <a:gd name="T3" fmla="*/ 62 h 33"/>
                <a:gd name="T4" fmla="*/ 0 w 12"/>
                <a:gd name="T5" fmla="*/ 108 h 33"/>
                <a:gd name="T6" fmla="*/ 5 w 12"/>
                <a:gd name="T7" fmla="*/ 59 h 33"/>
                <a:gd name="T8" fmla="*/ 41 w 12"/>
                <a:gd name="T9" fmla="*/ 0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33">
                  <a:moveTo>
                    <a:pt x="12" y="0"/>
                  </a:moveTo>
                  <a:cubicBezTo>
                    <a:pt x="12" y="0"/>
                    <a:pt x="4" y="10"/>
                    <a:pt x="4" y="19"/>
                  </a:cubicBezTo>
                  <a:cubicBezTo>
                    <a:pt x="3" y="28"/>
                    <a:pt x="0" y="33"/>
                    <a:pt x="0" y="33"/>
                  </a:cubicBezTo>
                  <a:cubicBezTo>
                    <a:pt x="0" y="33"/>
                    <a:pt x="1" y="21"/>
                    <a:pt x="1" y="18"/>
                  </a:cubicBezTo>
                  <a:cubicBezTo>
                    <a:pt x="0" y="14"/>
                    <a:pt x="4" y="4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324" name="Freeform 783">
              <a:extLst>
                <a:ext uri="{FF2B5EF4-FFF2-40B4-BE49-F238E27FC236}">
                  <a16:creationId xmlns:a16="http://schemas.microsoft.com/office/drawing/2014/main" id="{B70D3860-53B4-4748-A722-01CA0667E11E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5" y="1110"/>
              <a:ext cx="45" cy="18"/>
            </a:xfrm>
            <a:custGeom>
              <a:avLst/>
              <a:gdLst>
                <a:gd name="T0" fmla="*/ 0 w 30"/>
                <a:gd name="T1" fmla="*/ 8 h 12"/>
                <a:gd name="T2" fmla="*/ 102 w 30"/>
                <a:gd name="T3" fmla="*/ 21 h 12"/>
                <a:gd name="T4" fmla="*/ 5 w 30"/>
                <a:gd name="T5" fmla="*/ 8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12">
                  <a:moveTo>
                    <a:pt x="0" y="2"/>
                  </a:moveTo>
                  <a:cubicBezTo>
                    <a:pt x="7" y="5"/>
                    <a:pt x="23" y="12"/>
                    <a:pt x="30" y="6"/>
                  </a:cubicBezTo>
                  <a:cubicBezTo>
                    <a:pt x="25" y="0"/>
                    <a:pt x="9" y="3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325" name="Freeform 784">
              <a:extLst>
                <a:ext uri="{FF2B5EF4-FFF2-40B4-BE49-F238E27FC236}">
                  <a16:creationId xmlns:a16="http://schemas.microsoft.com/office/drawing/2014/main" id="{4D70B7B7-EC1E-48E7-B201-0F0432B560F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6" y="3588"/>
              <a:ext cx="192" cy="480"/>
            </a:xfrm>
            <a:custGeom>
              <a:avLst/>
              <a:gdLst>
                <a:gd name="T0" fmla="*/ 0 w 128"/>
                <a:gd name="T1" fmla="*/ 0 h 321"/>
                <a:gd name="T2" fmla="*/ 62 w 128"/>
                <a:gd name="T3" fmla="*/ 398 h 321"/>
                <a:gd name="T4" fmla="*/ 62 w 128"/>
                <a:gd name="T5" fmla="*/ 568 h 321"/>
                <a:gd name="T6" fmla="*/ 45 w 128"/>
                <a:gd name="T7" fmla="*/ 778 h 321"/>
                <a:gd name="T8" fmla="*/ 68 w 128"/>
                <a:gd name="T9" fmla="*/ 858 h 321"/>
                <a:gd name="T10" fmla="*/ 72 w 128"/>
                <a:gd name="T11" fmla="*/ 947 h 321"/>
                <a:gd name="T12" fmla="*/ 93 w 128"/>
                <a:gd name="T13" fmla="*/ 1017 h 321"/>
                <a:gd name="T14" fmla="*/ 147 w 128"/>
                <a:gd name="T15" fmla="*/ 1060 h 321"/>
                <a:gd name="T16" fmla="*/ 228 w 128"/>
                <a:gd name="T17" fmla="*/ 1033 h 321"/>
                <a:gd name="T18" fmla="*/ 302 w 128"/>
                <a:gd name="T19" fmla="*/ 1039 h 321"/>
                <a:gd name="T20" fmla="*/ 365 w 128"/>
                <a:gd name="T21" fmla="*/ 1030 h 321"/>
                <a:gd name="T22" fmla="*/ 369 w 128"/>
                <a:gd name="T23" fmla="*/ 1011 h 321"/>
                <a:gd name="T24" fmla="*/ 372 w 128"/>
                <a:gd name="T25" fmla="*/ 1012 h 321"/>
                <a:gd name="T26" fmla="*/ 410 w 128"/>
                <a:gd name="T27" fmla="*/ 993 h 321"/>
                <a:gd name="T28" fmla="*/ 413 w 128"/>
                <a:gd name="T29" fmla="*/ 972 h 321"/>
                <a:gd name="T30" fmla="*/ 413 w 128"/>
                <a:gd name="T31" fmla="*/ 972 h 321"/>
                <a:gd name="T32" fmla="*/ 419 w 128"/>
                <a:gd name="T33" fmla="*/ 970 h 321"/>
                <a:gd name="T34" fmla="*/ 410 w 128"/>
                <a:gd name="T35" fmla="*/ 903 h 321"/>
                <a:gd name="T36" fmla="*/ 372 w 128"/>
                <a:gd name="T37" fmla="*/ 845 h 321"/>
                <a:gd name="T38" fmla="*/ 324 w 128"/>
                <a:gd name="T39" fmla="*/ 790 h 321"/>
                <a:gd name="T40" fmla="*/ 257 w 128"/>
                <a:gd name="T41" fmla="*/ 627 h 321"/>
                <a:gd name="T42" fmla="*/ 261 w 128"/>
                <a:gd name="T43" fmla="*/ 519 h 321"/>
                <a:gd name="T44" fmla="*/ 291 w 128"/>
                <a:gd name="T45" fmla="*/ 244 h 321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28" h="321">
                  <a:moveTo>
                    <a:pt x="0" y="0"/>
                  </a:moveTo>
                  <a:cubicBezTo>
                    <a:pt x="0" y="15"/>
                    <a:pt x="20" y="95"/>
                    <a:pt x="18" y="119"/>
                  </a:cubicBezTo>
                  <a:cubicBezTo>
                    <a:pt x="15" y="143"/>
                    <a:pt x="17" y="156"/>
                    <a:pt x="18" y="170"/>
                  </a:cubicBezTo>
                  <a:cubicBezTo>
                    <a:pt x="19" y="176"/>
                    <a:pt x="13" y="222"/>
                    <a:pt x="13" y="233"/>
                  </a:cubicBezTo>
                  <a:cubicBezTo>
                    <a:pt x="14" y="247"/>
                    <a:pt x="20" y="250"/>
                    <a:pt x="20" y="257"/>
                  </a:cubicBezTo>
                  <a:cubicBezTo>
                    <a:pt x="21" y="272"/>
                    <a:pt x="22" y="272"/>
                    <a:pt x="21" y="283"/>
                  </a:cubicBezTo>
                  <a:cubicBezTo>
                    <a:pt x="20" y="295"/>
                    <a:pt x="23" y="299"/>
                    <a:pt x="27" y="304"/>
                  </a:cubicBezTo>
                  <a:cubicBezTo>
                    <a:pt x="32" y="309"/>
                    <a:pt x="35" y="315"/>
                    <a:pt x="43" y="317"/>
                  </a:cubicBezTo>
                  <a:cubicBezTo>
                    <a:pt x="51" y="320"/>
                    <a:pt x="64" y="321"/>
                    <a:pt x="67" y="309"/>
                  </a:cubicBezTo>
                  <a:cubicBezTo>
                    <a:pt x="72" y="317"/>
                    <a:pt x="83" y="316"/>
                    <a:pt x="89" y="311"/>
                  </a:cubicBezTo>
                  <a:cubicBezTo>
                    <a:pt x="93" y="317"/>
                    <a:pt x="104" y="314"/>
                    <a:pt x="108" y="308"/>
                  </a:cubicBezTo>
                  <a:cubicBezTo>
                    <a:pt x="109" y="306"/>
                    <a:pt x="109" y="304"/>
                    <a:pt x="109" y="302"/>
                  </a:cubicBezTo>
                  <a:cubicBezTo>
                    <a:pt x="110" y="303"/>
                    <a:pt x="110" y="303"/>
                    <a:pt x="110" y="303"/>
                  </a:cubicBezTo>
                  <a:cubicBezTo>
                    <a:pt x="115" y="304"/>
                    <a:pt x="121" y="301"/>
                    <a:pt x="121" y="297"/>
                  </a:cubicBezTo>
                  <a:cubicBezTo>
                    <a:pt x="122" y="295"/>
                    <a:pt x="122" y="294"/>
                    <a:pt x="122" y="291"/>
                  </a:cubicBezTo>
                  <a:cubicBezTo>
                    <a:pt x="122" y="291"/>
                    <a:pt x="122" y="291"/>
                    <a:pt x="122" y="291"/>
                  </a:cubicBezTo>
                  <a:cubicBezTo>
                    <a:pt x="123" y="291"/>
                    <a:pt x="123" y="290"/>
                    <a:pt x="124" y="290"/>
                  </a:cubicBezTo>
                  <a:cubicBezTo>
                    <a:pt x="128" y="285"/>
                    <a:pt x="122" y="276"/>
                    <a:pt x="121" y="270"/>
                  </a:cubicBezTo>
                  <a:cubicBezTo>
                    <a:pt x="118" y="261"/>
                    <a:pt x="116" y="257"/>
                    <a:pt x="110" y="253"/>
                  </a:cubicBezTo>
                  <a:cubicBezTo>
                    <a:pt x="105" y="249"/>
                    <a:pt x="103" y="243"/>
                    <a:pt x="96" y="236"/>
                  </a:cubicBezTo>
                  <a:cubicBezTo>
                    <a:pt x="89" y="228"/>
                    <a:pt x="75" y="188"/>
                    <a:pt x="76" y="187"/>
                  </a:cubicBezTo>
                  <a:cubicBezTo>
                    <a:pt x="80" y="175"/>
                    <a:pt x="79" y="162"/>
                    <a:pt x="77" y="155"/>
                  </a:cubicBezTo>
                  <a:cubicBezTo>
                    <a:pt x="76" y="146"/>
                    <a:pt x="79" y="114"/>
                    <a:pt x="86" y="73"/>
                  </a:cubicBezTo>
                </a:path>
              </a:pathLst>
            </a:custGeom>
            <a:solidFill>
              <a:srgbClr val="FEF3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326" name="Freeform 785">
              <a:extLst>
                <a:ext uri="{FF2B5EF4-FFF2-40B4-BE49-F238E27FC236}">
                  <a16:creationId xmlns:a16="http://schemas.microsoft.com/office/drawing/2014/main" id="{4DDE81B8-F2E6-43AB-B81E-BCDF5DCB981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3" y="3576"/>
              <a:ext cx="193" cy="492"/>
            </a:xfrm>
            <a:custGeom>
              <a:avLst/>
              <a:gdLst>
                <a:gd name="T0" fmla="*/ 140 w 128"/>
                <a:gd name="T1" fmla="*/ 271 h 329"/>
                <a:gd name="T2" fmla="*/ 170 w 128"/>
                <a:gd name="T3" fmla="*/ 546 h 329"/>
                <a:gd name="T4" fmla="*/ 178 w 128"/>
                <a:gd name="T5" fmla="*/ 654 h 329"/>
                <a:gd name="T6" fmla="*/ 107 w 128"/>
                <a:gd name="T7" fmla="*/ 817 h 329"/>
                <a:gd name="T8" fmla="*/ 59 w 128"/>
                <a:gd name="T9" fmla="*/ 872 h 329"/>
                <a:gd name="T10" fmla="*/ 26 w 128"/>
                <a:gd name="T11" fmla="*/ 930 h 329"/>
                <a:gd name="T12" fmla="*/ 14 w 128"/>
                <a:gd name="T13" fmla="*/ 997 h 329"/>
                <a:gd name="T14" fmla="*/ 21 w 128"/>
                <a:gd name="T15" fmla="*/ 999 h 329"/>
                <a:gd name="T16" fmla="*/ 21 w 128"/>
                <a:gd name="T17" fmla="*/ 999 h 329"/>
                <a:gd name="T18" fmla="*/ 21 w 128"/>
                <a:gd name="T19" fmla="*/ 1020 h 329"/>
                <a:gd name="T20" fmla="*/ 62 w 128"/>
                <a:gd name="T21" fmla="*/ 1039 h 329"/>
                <a:gd name="T22" fmla="*/ 62 w 128"/>
                <a:gd name="T23" fmla="*/ 1038 h 329"/>
                <a:gd name="T24" fmla="*/ 68 w 128"/>
                <a:gd name="T25" fmla="*/ 1057 h 329"/>
                <a:gd name="T26" fmla="*/ 134 w 128"/>
                <a:gd name="T27" fmla="*/ 1066 h 329"/>
                <a:gd name="T28" fmla="*/ 210 w 128"/>
                <a:gd name="T29" fmla="*/ 1060 h 329"/>
                <a:gd name="T30" fmla="*/ 291 w 128"/>
                <a:gd name="T31" fmla="*/ 1087 h 329"/>
                <a:gd name="T32" fmla="*/ 344 w 128"/>
                <a:gd name="T33" fmla="*/ 1044 h 329"/>
                <a:gd name="T34" fmla="*/ 366 w 128"/>
                <a:gd name="T35" fmla="*/ 974 h 329"/>
                <a:gd name="T36" fmla="*/ 371 w 128"/>
                <a:gd name="T37" fmla="*/ 885 h 329"/>
                <a:gd name="T38" fmla="*/ 391 w 128"/>
                <a:gd name="T39" fmla="*/ 805 h 329"/>
                <a:gd name="T40" fmla="*/ 372 w 128"/>
                <a:gd name="T41" fmla="*/ 595 h 329"/>
                <a:gd name="T42" fmla="*/ 377 w 128"/>
                <a:gd name="T43" fmla="*/ 432 h 329"/>
                <a:gd name="T44" fmla="*/ 439 w 128"/>
                <a:gd name="T45" fmla="*/ 0 h 329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28" h="329">
                  <a:moveTo>
                    <a:pt x="41" y="81"/>
                  </a:moveTo>
                  <a:cubicBezTo>
                    <a:pt x="49" y="122"/>
                    <a:pt x="52" y="154"/>
                    <a:pt x="50" y="163"/>
                  </a:cubicBezTo>
                  <a:cubicBezTo>
                    <a:pt x="49" y="170"/>
                    <a:pt x="48" y="183"/>
                    <a:pt x="52" y="195"/>
                  </a:cubicBezTo>
                  <a:cubicBezTo>
                    <a:pt x="52" y="196"/>
                    <a:pt x="39" y="236"/>
                    <a:pt x="31" y="244"/>
                  </a:cubicBezTo>
                  <a:cubicBezTo>
                    <a:pt x="25" y="251"/>
                    <a:pt x="23" y="257"/>
                    <a:pt x="17" y="261"/>
                  </a:cubicBezTo>
                  <a:cubicBezTo>
                    <a:pt x="12" y="265"/>
                    <a:pt x="9" y="269"/>
                    <a:pt x="7" y="278"/>
                  </a:cubicBezTo>
                  <a:cubicBezTo>
                    <a:pt x="5" y="284"/>
                    <a:pt x="0" y="293"/>
                    <a:pt x="4" y="298"/>
                  </a:cubicBezTo>
                  <a:cubicBezTo>
                    <a:pt x="5" y="298"/>
                    <a:pt x="5" y="299"/>
                    <a:pt x="6" y="299"/>
                  </a:cubicBezTo>
                  <a:cubicBezTo>
                    <a:pt x="6" y="299"/>
                    <a:pt x="6" y="299"/>
                    <a:pt x="6" y="299"/>
                  </a:cubicBezTo>
                  <a:cubicBezTo>
                    <a:pt x="6" y="302"/>
                    <a:pt x="6" y="303"/>
                    <a:pt x="6" y="305"/>
                  </a:cubicBezTo>
                  <a:cubicBezTo>
                    <a:pt x="9" y="310"/>
                    <a:pt x="13" y="312"/>
                    <a:pt x="18" y="311"/>
                  </a:cubicBezTo>
                  <a:cubicBezTo>
                    <a:pt x="18" y="310"/>
                    <a:pt x="18" y="310"/>
                    <a:pt x="18" y="310"/>
                  </a:cubicBezTo>
                  <a:cubicBezTo>
                    <a:pt x="18" y="312"/>
                    <a:pt x="19" y="314"/>
                    <a:pt x="20" y="316"/>
                  </a:cubicBezTo>
                  <a:cubicBezTo>
                    <a:pt x="23" y="322"/>
                    <a:pt x="34" y="325"/>
                    <a:pt x="39" y="319"/>
                  </a:cubicBezTo>
                  <a:cubicBezTo>
                    <a:pt x="45" y="324"/>
                    <a:pt x="56" y="325"/>
                    <a:pt x="61" y="317"/>
                  </a:cubicBezTo>
                  <a:cubicBezTo>
                    <a:pt x="64" y="329"/>
                    <a:pt x="77" y="328"/>
                    <a:pt x="85" y="325"/>
                  </a:cubicBezTo>
                  <a:cubicBezTo>
                    <a:pt x="93" y="323"/>
                    <a:pt x="96" y="317"/>
                    <a:pt x="100" y="312"/>
                  </a:cubicBezTo>
                  <a:cubicBezTo>
                    <a:pt x="105" y="307"/>
                    <a:pt x="108" y="303"/>
                    <a:pt x="107" y="291"/>
                  </a:cubicBezTo>
                  <a:cubicBezTo>
                    <a:pt x="106" y="280"/>
                    <a:pt x="107" y="280"/>
                    <a:pt x="108" y="265"/>
                  </a:cubicBezTo>
                  <a:cubicBezTo>
                    <a:pt x="108" y="258"/>
                    <a:pt x="113" y="255"/>
                    <a:pt x="114" y="241"/>
                  </a:cubicBezTo>
                  <a:cubicBezTo>
                    <a:pt x="115" y="230"/>
                    <a:pt x="109" y="184"/>
                    <a:pt x="109" y="178"/>
                  </a:cubicBezTo>
                  <a:cubicBezTo>
                    <a:pt x="111" y="164"/>
                    <a:pt x="112" y="152"/>
                    <a:pt x="110" y="129"/>
                  </a:cubicBezTo>
                  <a:cubicBezTo>
                    <a:pt x="108" y="105"/>
                    <a:pt x="124" y="16"/>
                    <a:pt x="128" y="0"/>
                  </a:cubicBezTo>
                </a:path>
              </a:pathLst>
            </a:custGeom>
            <a:solidFill>
              <a:srgbClr val="FEF3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327" name="Freeform 786">
              <a:extLst>
                <a:ext uri="{FF2B5EF4-FFF2-40B4-BE49-F238E27FC236}">
                  <a16:creationId xmlns:a16="http://schemas.microsoft.com/office/drawing/2014/main" id="{9B201BD4-D2DA-4641-A3BC-F46938FE92E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3" y="3803"/>
              <a:ext cx="29" cy="184"/>
            </a:xfrm>
            <a:custGeom>
              <a:avLst/>
              <a:gdLst>
                <a:gd name="T0" fmla="*/ 35 w 19"/>
                <a:gd name="T1" fmla="*/ 40 h 123"/>
                <a:gd name="T2" fmla="*/ 35 w 19"/>
                <a:gd name="T3" fmla="*/ 130 h 123"/>
                <a:gd name="T4" fmla="*/ 53 w 19"/>
                <a:gd name="T5" fmla="*/ 208 h 123"/>
                <a:gd name="T6" fmla="*/ 26 w 19"/>
                <a:gd name="T7" fmla="*/ 411 h 123"/>
                <a:gd name="T8" fmla="*/ 40 w 19"/>
                <a:gd name="T9" fmla="*/ 295 h 123"/>
                <a:gd name="T10" fmla="*/ 40 w 19"/>
                <a:gd name="T11" fmla="*/ 256 h 123"/>
                <a:gd name="T12" fmla="*/ 12 w 19"/>
                <a:gd name="T13" fmla="*/ 235 h 123"/>
                <a:gd name="T14" fmla="*/ 18 w 19"/>
                <a:gd name="T15" fmla="*/ 150 h 123"/>
                <a:gd name="T16" fmla="*/ 27 w 19"/>
                <a:gd name="T17" fmla="*/ 0 h 12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9" h="123">
                  <a:moveTo>
                    <a:pt x="10" y="12"/>
                  </a:moveTo>
                  <a:cubicBezTo>
                    <a:pt x="12" y="21"/>
                    <a:pt x="8" y="30"/>
                    <a:pt x="10" y="39"/>
                  </a:cubicBezTo>
                  <a:cubicBezTo>
                    <a:pt x="11" y="47"/>
                    <a:pt x="14" y="54"/>
                    <a:pt x="15" y="62"/>
                  </a:cubicBezTo>
                  <a:cubicBezTo>
                    <a:pt x="19" y="86"/>
                    <a:pt x="13" y="101"/>
                    <a:pt x="7" y="123"/>
                  </a:cubicBezTo>
                  <a:cubicBezTo>
                    <a:pt x="6" y="112"/>
                    <a:pt x="10" y="99"/>
                    <a:pt x="11" y="88"/>
                  </a:cubicBezTo>
                  <a:cubicBezTo>
                    <a:pt x="11" y="84"/>
                    <a:pt x="12" y="80"/>
                    <a:pt x="11" y="76"/>
                  </a:cubicBezTo>
                  <a:cubicBezTo>
                    <a:pt x="9" y="71"/>
                    <a:pt x="5" y="74"/>
                    <a:pt x="3" y="70"/>
                  </a:cubicBezTo>
                  <a:cubicBezTo>
                    <a:pt x="0" y="65"/>
                    <a:pt x="4" y="52"/>
                    <a:pt x="5" y="45"/>
                  </a:cubicBezTo>
                  <a:cubicBezTo>
                    <a:pt x="7" y="31"/>
                    <a:pt x="8" y="14"/>
                    <a:pt x="8" y="0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328" name="Freeform 787">
              <a:extLst>
                <a:ext uri="{FF2B5EF4-FFF2-40B4-BE49-F238E27FC236}">
                  <a16:creationId xmlns:a16="http://schemas.microsoft.com/office/drawing/2014/main" id="{8CFA38DB-E3CF-43D4-8F2F-522D7C3DF05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6" y="3972"/>
              <a:ext cx="55" cy="86"/>
            </a:xfrm>
            <a:custGeom>
              <a:avLst/>
              <a:gdLst>
                <a:gd name="T0" fmla="*/ 22 w 37"/>
                <a:gd name="T1" fmla="*/ 196 h 57"/>
                <a:gd name="T2" fmla="*/ 100 w 37"/>
                <a:gd name="T3" fmla="*/ 142 h 57"/>
                <a:gd name="T4" fmla="*/ 114 w 37"/>
                <a:gd name="T5" fmla="*/ 0 h 57"/>
                <a:gd name="T6" fmla="*/ 67 w 37"/>
                <a:gd name="T7" fmla="*/ 100 h 57"/>
                <a:gd name="T8" fmla="*/ 0 w 37"/>
                <a:gd name="T9" fmla="*/ 183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" h="57">
                  <a:moveTo>
                    <a:pt x="7" y="57"/>
                  </a:moveTo>
                  <a:cubicBezTo>
                    <a:pt x="17" y="56"/>
                    <a:pt x="24" y="52"/>
                    <a:pt x="30" y="41"/>
                  </a:cubicBezTo>
                  <a:cubicBezTo>
                    <a:pt x="37" y="28"/>
                    <a:pt x="35" y="16"/>
                    <a:pt x="35" y="0"/>
                  </a:cubicBezTo>
                  <a:cubicBezTo>
                    <a:pt x="30" y="10"/>
                    <a:pt x="33" y="30"/>
                    <a:pt x="20" y="29"/>
                  </a:cubicBezTo>
                  <a:cubicBezTo>
                    <a:pt x="21" y="46"/>
                    <a:pt x="11" y="50"/>
                    <a:pt x="0" y="53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329" name="Freeform 788">
              <a:extLst>
                <a:ext uri="{FF2B5EF4-FFF2-40B4-BE49-F238E27FC236}">
                  <a16:creationId xmlns:a16="http://schemas.microsoft.com/office/drawing/2014/main" id="{8C85AF7B-6332-4495-A282-889A3EE074D7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2" y="3945"/>
              <a:ext cx="48" cy="110"/>
            </a:xfrm>
            <a:custGeom>
              <a:avLst/>
              <a:gdLst>
                <a:gd name="T0" fmla="*/ 0 w 32"/>
                <a:gd name="T1" fmla="*/ 8 h 73"/>
                <a:gd name="T2" fmla="*/ 18 w 32"/>
                <a:gd name="T3" fmla="*/ 108 h 73"/>
                <a:gd name="T4" fmla="*/ 32 w 32"/>
                <a:gd name="T5" fmla="*/ 184 h 73"/>
                <a:gd name="T6" fmla="*/ 66 w 32"/>
                <a:gd name="T7" fmla="*/ 238 h 73"/>
                <a:gd name="T8" fmla="*/ 108 w 32"/>
                <a:gd name="T9" fmla="*/ 229 h 73"/>
                <a:gd name="T10" fmla="*/ 53 w 32"/>
                <a:gd name="T11" fmla="*/ 130 h 73"/>
                <a:gd name="T12" fmla="*/ 35 w 32"/>
                <a:gd name="T13" fmla="*/ 72 h 73"/>
                <a:gd name="T14" fmla="*/ 8 w 32"/>
                <a:gd name="T15" fmla="*/ 0 h 7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2" h="73">
                  <a:moveTo>
                    <a:pt x="0" y="2"/>
                  </a:moveTo>
                  <a:cubicBezTo>
                    <a:pt x="5" y="9"/>
                    <a:pt x="5" y="22"/>
                    <a:pt x="5" y="32"/>
                  </a:cubicBezTo>
                  <a:cubicBezTo>
                    <a:pt x="5" y="43"/>
                    <a:pt x="7" y="44"/>
                    <a:pt x="9" y="54"/>
                  </a:cubicBezTo>
                  <a:cubicBezTo>
                    <a:pt x="12" y="63"/>
                    <a:pt x="10" y="67"/>
                    <a:pt x="19" y="70"/>
                  </a:cubicBezTo>
                  <a:cubicBezTo>
                    <a:pt x="22" y="71"/>
                    <a:pt x="30" y="73"/>
                    <a:pt x="32" y="67"/>
                  </a:cubicBezTo>
                  <a:cubicBezTo>
                    <a:pt x="16" y="69"/>
                    <a:pt x="14" y="55"/>
                    <a:pt x="15" y="38"/>
                  </a:cubicBezTo>
                  <a:cubicBezTo>
                    <a:pt x="11" y="36"/>
                    <a:pt x="11" y="26"/>
                    <a:pt x="10" y="21"/>
                  </a:cubicBezTo>
                  <a:cubicBezTo>
                    <a:pt x="8" y="14"/>
                    <a:pt x="1" y="7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330" name="Freeform 789">
              <a:extLst>
                <a:ext uri="{FF2B5EF4-FFF2-40B4-BE49-F238E27FC236}">
                  <a16:creationId xmlns:a16="http://schemas.microsoft.com/office/drawing/2014/main" id="{313B77E8-4D24-4471-AD91-F45D6421B7E6}"/>
                </a:ext>
              </a:extLst>
            </p:cNvPr>
            <p:cNvSpPr>
              <a:spLocks/>
            </p:cNvSpPr>
            <p:nvPr/>
          </p:nvSpPr>
          <p:spPr bwMode="auto">
            <a:xfrm>
              <a:off x="5033" y="3971"/>
              <a:ext cx="76" cy="84"/>
            </a:xfrm>
            <a:custGeom>
              <a:avLst/>
              <a:gdLst>
                <a:gd name="T0" fmla="*/ 73 w 51"/>
                <a:gd name="T1" fmla="*/ 176 h 56"/>
                <a:gd name="T2" fmla="*/ 109 w 51"/>
                <a:gd name="T3" fmla="*/ 143 h 56"/>
                <a:gd name="T4" fmla="*/ 155 w 51"/>
                <a:gd name="T5" fmla="*/ 116 h 56"/>
                <a:gd name="T6" fmla="*/ 140 w 51"/>
                <a:gd name="T7" fmla="*/ 0 h 56"/>
                <a:gd name="T8" fmla="*/ 107 w 51"/>
                <a:gd name="T9" fmla="*/ 81 h 56"/>
                <a:gd name="T10" fmla="*/ 80 w 51"/>
                <a:gd name="T11" fmla="*/ 81 h 56"/>
                <a:gd name="T12" fmla="*/ 73 w 51"/>
                <a:gd name="T13" fmla="*/ 120 h 56"/>
                <a:gd name="T14" fmla="*/ 22 w 51"/>
                <a:gd name="T15" fmla="*/ 126 h 56"/>
                <a:gd name="T16" fmla="*/ 13 w 51"/>
                <a:gd name="T17" fmla="*/ 167 h 5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1" h="56">
                  <a:moveTo>
                    <a:pt x="22" y="52"/>
                  </a:moveTo>
                  <a:cubicBezTo>
                    <a:pt x="29" y="56"/>
                    <a:pt x="29" y="46"/>
                    <a:pt x="33" y="42"/>
                  </a:cubicBezTo>
                  <a:cubicBezTo>
                    <a:pt x="37" y="39"/>
                    <a:pt x="43" y="43"/>
                    <a:pt x="47" y="34"/>
                  </a:cubicBezTo>
                  <a:cubicBezTo>
                    <a:pt x="51" y="23"/>
                    <a:pt x="46" y="9"/>
                    <a:pt x="42" y="0"/>
                  </a:cubicBezTo>
                  <a:cubicBezTo>
                    <a:pt x="41" y="16"/>
                    <a:pt x="46" y="23"/>
                    <a:pt x="32" y="24"/>
                  </a:cubicBezTo>
                  <a:cubicBezTo>
                    <a:pt x="31" y="24"/>
                    <a:pt x="25" y="23"/>
                    <a:pt x="24" y="24"/>
                  </a:cubicBezTo>
                  <a:cubicBezTo>
                    <a:pt x="21" y="27"/>
                    <a:pt x="24" y="33"/>
                    <a:pt x="22" y="35"/>
                  </a:cubicBezTo>
                  <a:cubicBezTo>
                    <a:pt x="18" y="41"/>
                    <a:pt x="12" y="35"/>
                    <a:pt x="7" y="37"/>
                  </a:cubicBezTo>
                  <a:cubicBezTo>
                    <a:pt x="0" y="39"/>
                    <a:pt x="3" y="50"/>
                    <a:pt x="4" y="49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331" name="Freeform 790">
              <a:extLst>
                <a:ext uri="{FF2B5EF4-FFF2-40B4-BE49-F238E27FC236}">
                  <a16:creationId xmlns:a16="http://schemas.microsoft.com/office/drawing/2014/main" id="{3CCC6C71-9958-47C4-9060-4EAAEEA0F48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4" y="4016"/>
              <a:ext cx="29" cy="21"/>
            </a:xfrm>
            <a:custGeom>
              <a:avLst/>
              <a:gdLst>
                <a:gd name="T0" fmla="*/ 0 w 19"/>
                <a:gd name="T1" fmla="*/ 32 h 14"/>
                <a:gd name="T2" fmla="*/ 53 w 19"/>
                <a:gd name="T3" fmla="*/ 39 h 14"/>
                <a:gd name="T4" fmla="*/ 61 w 19"/>
                <a:gd name="T5" fmla="*/ 14 h 14"/>
                <a:gd name="T6" fmla="*/ 14 w 19"/>
                <a:gd name="T7" fmla="*/ 5 h 14"/>
                <a:gd name="T8" fmla="*/ 0 w 19"/>
                <a:gd name="T9" fmla="*/ 32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14">
                  <a:moveTo>
                    <a:pt x="0" y="9"/>
                  </a:moveTo>
                  <a:cubicBezTo>
                    <a:pt x="2" y="6"/>
                    <a:pt x="13" y="8"/>
                    <a:pt x="15" y="11"/>
                  </a:cubicBezTo>
                  <a:cubicBezTo>
                    <a:pt x="17" y="14"/>
                    <a:pt x="19" y="6"/>
                    <a:pt x="17" y="4"/>
                  </a:cubicBezTo>
                  <a:cubicBezTo>
                    <a:pt x="14" y="0"/>
                    <a:pt x="8" y="0"/>
                    <a:pt x="4" y="1"/>
                  </a:cubicBezTo>
                  <a:cubicBezTo>
                    <a:pt x="1" y="3"/>
                    <a:pt x="0" y="9"/>
                    <a:pt x="0" y="9"/>
                  </a:cubicBezTo>
                  <a:close/>
                </a:path>
              </a:pathLst>
            </a:custGeom>
            <a:noFill/>
            <a:ln w="158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332" name="Freeform 791">
              <a:extLst>
                <a:ext uri="{FF2B5EF4-FFF2-40B4-BE49-F238E27FC236}">
                  <a16:creationId xmlns:a16="http://schemas.microsoft.com/office/drawing/2014/main" id="{6D950EAD-A0FF-493E-B666-4B14805FC91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2" y="3993"/>
              <a:ext cx="21" cy="60"/>
            </a:xfrm>
            <a:custGeom>
              <a:avLst/>
              <a:gdLst>
                <a:gd name="T0" fmla="*/ 48 w 14"/>
                <a:gd name="T1" fmla="*/ 0 h 40"/>
                <a:gd name="T2" fmla="*/ 12 w 14"/>
                <a:gd name="T3" fmla="*/ 72 h 40"/>
                <a:gd name="T4" fmla="*/ 8 w 14"/>
                <a:gd name="T5" fmla="*/ 135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40">
                  <a:moveTo>
                    <a:pt x="14" y="0"/>
                  </a:moveTo>
                  <a:cubicBezTo>
                    <a:pt x="12" y="8"/>
                    <a:pt x="6" y="12"/>
                    <a:pt x="3" y="21"/>
                  </a:cubicBezTo>
                  <a:cubicBezTo>
                    <a:pt x="1" y="27"/>
                    <a:pt x="0" y="35"/>
                    <a:pt x="2" y="4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333" name="Freeform 792">
              <a:extLst>
                <a:ext uri="{FF2B5EF4-FFF2-40B4-BE49-F238E27FC236}">
                  <a16:creationId xmlns:a16="http://schemas.microsoft.com/office/drawing/2014/main" id="{CADCE55F-F293-4754-8A91-70F5041CBF0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3" y="3983"/>
              <a:ext cx="27" cy="70"/>
            </a:xfrm>
            <a:custGeom>
              <a:avLst/>
              <a:gdLst>
                <a:gd name="T0" fmla="*/ 62 w 18"/>
                <a:gd name="T1" fmla="*/ 0 h 47"/>
                <a:gd name="T2" fmla="*/ 39 w 18"/>
                <a:gd name="T3" fmla="*/ 40 h 47"/>
                <a:gd name="T4" fmla="*/ 18 w 18"/>
                <a:gd name="T5" fmla="*/ 94 h 47"/>
                <a:gd name="T6" fmla="*/ 21 w 18"/>
                <a:gd name="T7" fmla="*/ 155 h 4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47">
                  <a:moveTo>
                    <a:pt x="18" y="0"/>
                  </a:moveTo>
                  <a:cubicBezTo>
                    <a:pt x="13" y="3"/>
                    <a:pt x="13" y="5"/>
                    <a:pt x="11" y="12"/>
                  </a:cubicBezTo>
                  <a:cubicBezTo>
                    <a:pt x="10" y="19"/>
                    <a:pt x="7" y="24"/>
                    <a:pt x="5" y="28"/>
                  </a:cubicBezTo>
                  <a:cubicBezTo>
                    <a:pt x="3" y="32"/>
                    <a:pt x="0" y="41"/>
                    <a:pt x="6" y="47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334" name="Freeform 793">
              <a:extLst>
                <a:ext uri="{FF2B5EF4-FFF2-40B4-BE49-F238E27FC236}">
                  <a16:creationId xmlns:a16="http://schemas.microsoft.com/office/drawing/2014/main" id="{9E7C1043-100D-4DC0-B822-7A0E976C1BF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1" y="3975"/>
              <a:ext cx="31" cy="65"/>
            </a:xfrm>
            <a:custGeom>
              <a:avLst/>
              <a:gdLst>
                <a:gd name="T0" fmla="*/ 68 w 21"/>
                <a:gd name="T1" fmla="*/ 0 h 43"/>
                <a:gd name="T2" fmla="*/ 27 w 21"/>
                <a:gd name="T3" fmla="*/ 59 h 43"/>
                <a:gd name="T4" fmla="*/ 6 w 21"/>
                <a:gd name="T5" fmla="*/ 115 h 43"/>
                <a:gd name="T6" fmla="*/ 0 w 21"/>
                <a:gd name="T7" fmla="*/ 148 h 4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43">
                  <a:moveTo>
                    <a:pt x="21" y="0"/>
                  </a:moveTo>
                  <a:cubicBezTo>
                    <a:pt x="16" y="4"/>
                    <a:pt x="10" y="10"/>
                    <a:pt x="8" y="17"/>
                  </a:cubicBezTo>
                  <a:cubicBezTo>
                    <a:pt x="6" y="23"/>
                    <a:pt x="5" y="27"/>
                    <a:pt x="2" y="33"/>
                  </a:cubicBezTo>
                  <a:cubicBezTo>
                    <a:pt x="1" y="36"/>
                    <a:pt x="0" y="39"/>
                    <a:pt x="0" y="43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335" name="Freeform 794">
              <a:extLst>
                <a:ext uri="{FF2B5EF4-FFF2-40B4-BE49-F238E27FC236}">
                  <a16:creationId xmlns:a16="http://schemas.microsoft.com/office/drawing/2014/main" id="{245D7D7D-0706-41DE-AEB9-063D206AB76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2" y="3968"/>
              <a:ext cx="37" cy="55"/>
            </a:xfrm>
            <a:custGeom>
              <a:avLst/>
              <a:gdLst>
                <a:gd name="T0" fmla="*/ 88 w 24"/>
                <a:gd name="T1" fmla="*/ 0 h 37"/>
                <a:gd name="T2" fmla="*/ 45 w 24"/>
                <a:gd name="T3" fmla="*/ 40 h 37"/>
                <a:gd name="T4" fmla="*/ 5 w 24"/>
                <a:gd name="T5" fmla="*/ 100 h 37"/>
                <a:gd name="T6" fmla="*/ 0 w 24"/>
                <a:gd name="T7" fmla="*/ 122 h 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37">
                  <a:moveTo>
                    <a:pt x="24" y="0"/>
                  </a:moveTo>
                  <a:cubicBezTo>
                    <a:pt x="19" y="2"/>
                    <a:pt x="15" y="7"/>
                    <a:pt x="12" y="12"/>
                  </a:cubicBezTo>
                  <a:cubicBezTo>
                    <a:pt x="9" y="16"/>
                    <a:pt x="3" y="20"/>
                    <a:pt x="1" y="30"/>
                  </a:cubicBezTo>
                  <a:cubicBezTo>
                    <a:pt x="1" y="33"/>
                    <a:pt x="0" y="35"/>
                    <a:pt x="0" y="37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336" name="Freeform 795">
              <a:extLst>
                <a:ext uri="{FF2B5EF4-FFF2-40B4-BE49-F238E27FC236}">
                  <a16:creationId xmlns:a16="http://schemas.microsoft.com/office/drawing/2014/main" id="{8E7A25C8-06FD-4511-9DFB-E962CC75ED6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7" y="4031"/>
              <a:ext cx="19" cy="16"/>
            </a:xfrm>
            <a:custGeom>
              <a:avLst/>
              <a:gdLst>
                <a:gd name="T0" fmla="*/ 1 w 13"/>
                <a:gd name="T1" fmla="*/ 32 h 11"/>
                <a:gd name="T2" fmla="*/ 38 w 13"/>
                <a:gd name="T3" fmla="*/ 32 h 11"/>
                <a:gd name="T4" fmla="*/ 22 w 13"/>
                <a:gd name="T5" fmla="*/ 1 h 11"/>
                <a:gd name="T6" fmla="*/ 1 w 13"/>
                <a:gd name="T7" fmla="*/ 32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1">
                  <a:moveTo>
                    <a:pt x="1" y="10"/>
                  </a:moveTo>
                  <a:cubicBezTo>
                    <a:pt x="5" y="11"/>
                    <a:pt x="10" y="11"/>
                    <a:pt x="12" y="10"/>
                  </a:cubicBezTo>
                  <a:cubicBezTo>
                    <a:pt x="13" y="9"/>
                    <a:pt x="12" y="1"/>
                    <a:pt x="7" y="1"/>
                  </a:cubicBezTo>
                  <a:cubicBezTo>
                    <a:pt x="1" y="0"/>
                    <a:pt x="0" y="9"/>
                    <a:pt x="1" y="10"/>
                  </a:cubicBezTo>
                  <a:close/>
                </a:path>
              </a:pathLst>
            </a:custGeom>
            <a:noFill/>
            <a:ln w="158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337" name="Freeform 796">
              <a:extLst>
                <a:ext uri="{FF2B5EF4-FFF2-40B4-BE49-F238E27FC236}">
                  <a16:creationId xmlns:a16="http://schemas.microsoft.com/office/drawing/2014/main" id="{2132CB02-E3BE-4BE5-BB6C-514AE6E91F1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5" y="4023"/>
              <a:ext cx="18" cy="14"/>
            </a:xfrm>
            <a:custGeom>
              <a:avLst/>
              <a:gdLst>
                <a:gd name="T0" fmla="*/ 0 w 12"/>
                <a:gd name="T1" fmla="*/ 26 h 9"/>
                <a:gd name="T2" fmla="*/ 35 w 12"/>
                <a:gd name="T3" fmla="*/ 30 h 9"/>
                <a:gd name="T4" fmla="*/ 18 w 12"/>
                <a:gd name="T5" fmla="*/ 0 h 9"/>
                <a:gd name="T6" fmla="*/ 0 w 12"/>
                <a:gd name="T7" fmla="*/ 26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9">
                  <a:moveTo>
                    <a:pt x="0" y="7"/>
                  </a:moveTo>
                  <a:cubicBezTo>
                    <a:pt x="4" y="8"/>
                    <a:pt x="9" y="9"/>
                    <a:pt x="10" y="8"/>
                  </a:cubicBezTo>
                  <a:cubicBezTo>
                    <a:pt x="12" y="7"/>
                    <a:pt x="10" y="0"/>
                    <a:pt x="5" y="0"/>
                  </a:cubicBezTo>
                  <a:cubicBezTo>
                    <a:pt x="1" y="0"/>
                    <a:pt x="0" y="6"/>
                    <a:pt x="0" y="7"/>
                  </a:cubicBezTo>
                  <a:close/>
                </a:path>
              </a:pathLst>
            </a:custGeom>
            <a:noFill/>
            <a:ln w="158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338" name="Freeform 797">
              <a:extLst>
                <a:ext uri="{FF2B5EF4-FFF2-40B4-BE49-F238E27FC236}">
                  <a16:creationId xmlns:a16="http://schemas.microsoft.com/office/drawing/2014/main" id="{8D6FEE86-144A-4921-9D2B-8BAB65FF535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5" y="4017"/>
              <a:ext cx="17" cy="12"/>
            </a:xfrm>
            <a:custGeom>
              <a:avLst/>
              <a:gdLst>
                <a:gd name="T0" fmla="*/ 0 w 11"/>
                <a:gd name="T1" fmla="*/ 26 h 8"/>
                <a:gd name="T2" fmla="*/ 36 w 11"/>
                <a:gd name="T3" fmla="*/ 26 h 8"/>
                <a:gd name="T4" fmla="*/ 19 w 11"/>
                <a:gd name="T5" fmla="*/ 0 h 8"/>
                <a:gd name="T6" fmla="*/ 0 w 11"/>
                <a:gd name="T7" fmla="*/ 26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8">
                  <a:moveTo>
                    <a:pt x="0" y="7"/>
                  </a:moveTo>
                  <a:cubicBezTo>
                    <a:pt x="4" y="6"/>
                    <a:pt x="9" y="8"/>
                    <a:pt x="10" y="7"/>
                  </a:cubicBezTo>
                  <a:cubicBezTo>
                    <a:pt x="11" y="6"/>
                    <a:pt x="10" y="0"/>
                    <a:pt x="5" y="0"/>
                  </a:cubicBezTo>
                  <a:cubicBezTo>
                    <a:pt x="1" y="0"/>
                    <a:pt x="0" y="6"/>
                    <a:pt x="0" y="7"/>
                  </a:cubicBezTo>
                  <a:close/>
                </a:path>
              </a:pathLst>
            </a:custGeom>
            <a:noFill/>
            <a:ln w="158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339" name="Freeform 798">
              <a:extLst>
                <a:ext uri="{FF2B5EF4-FFF2-40B4-BE49-F238E27FC236}">
                  <a16:creationId xmlns:a16="http://schemas.microsoft.com/office/drawing/2014/main" id="{CDA7E60E-0368-43FC-84FF-84E819E98C5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2" y="4025"/>
              <a:ext cx="6" cy="21"/>
            </a:xfrm>
            <a:custGeom>
              <a:avLst/>
              <a:gdLst>
                <a:gd name="T0" fmla="*/ 0 w 4"/>
                <a:gd name="T1" fmla="*/ 0 h 14"/>
                <a:gd name="T2" fmla="*/ 0 w 4"/>
                <a:gd name="T3" fmla="*/ 48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4">
                  <a:moveTo>
                    <a:pt x="0" y="0"/>
                  </a:moveTo>
                  <a:cubicBezTo>
                    <a:pt x="2" y="5"/>
                    <a:pt x="4" y="7"/>
                    <a:pt x="0" y="14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340" name="Freeform 799">
              <a:extLst>
                <a:ext uri="{FF2B5EF4-FFF2-40B4-BE49-F238E27FC236}">
                  <a16:creationId xmlns:a16="http://schemas.microsoft.com/office/drawing/2014/main" id="{96F0B582-1807-41E6-BD5C-715DC625D0B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4" y="3844"/>
              <a:ext cx="3" cy="24"/>
            </a:xfrm>
            <a:custGeom>
              <a:avLst/>
              <a:gdLst>
                <a:gd name="T0" fmla="*/ 8 w 2"/>
                <a:gd name="T1" fmla="*/ 0 h 16"/>
                <a:gd name="T2" fmla="*/ 0 w 2"/>
                <a:gd name="T3" fmla="*/ 54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6">
                  <a:moveTo>
                    <a:pt x="2" y="0"/>
                  </a:moveTo>
                  <a:cubicBezTo>
                    <a:pt x="2" y="4"/>
                    <a:pt x="0" y="16"/>
                    <a:pt x="0" y="16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341" name="Freeform 800">
              <a:extLst>
                <a:ext uri="{FF2B5EF4-FFF2-40B4-BE49-F238E27FC236}">
                  <a16:creationId xmlns:a16="http://schemas.microsoft.com/office/drawing/2014/main" id="{22F907F3-9513-4321-9372-5B0206ABAE6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9" y="4016"/>
              <a:ext cx="29" cy="21"/>
            </a:xfrm>
            <a:custGeom>
              <a:avLst/>
              <a:gdLst>
                <a:gd name="T0" fmla="*/ 67 w 19"/>
                <a:gd name="T1" fmla="*/ 32 h 14"/>
                <a:gd name="T2" fmla="*/ 12 w 19"/>
                <a:gd name="T3" fmla="*/ 39 h 14"/>
                <a:gd name="T4" fmla="*/ 5 w 19"/>
                <a:gd name="T5" fmla="*/ 14 h 14"/>
                <a:gd name="T6" fmla="*/ 53 w 19"/>
                <a:gd name="T7" fmla="*/ 5 h 14"/>
                <a:gd name="T8" fmla="*/ 67 w 19"/>
                <a:gd name="T9" fmla="*/ 32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14">
                  <a:moveTo>
                    <a:pt x="19" y="9"/>
                  </a:moveTo>
                  <a:cubicBezTo>
                    <a:pt x="16" y="6"/>
                    <a:pt x="5" y="8"/>
                    <a:pt x="3" y="11"/>
                  </a:cubicBezTo>
                  <a:cubicBezTo>
                    <a:pt x="1" y="14"/>
                    <a:pt x="0" y="6"/>
                    <a:pt x="1" y="4"/>
                  </a:cubicBezTo>
                  <a:cubicBezTo>
                    <a:pt x="4" y="0"/>
                    <a:pt x="11" y="0"/>
                    <a:pt x="15" y="1"/>
                  </a:cubicBezTo>
                  <a:cubicBezTo>
                    <a:pt x="18" y="3"/>
                    <a:pt x="19" y="9"/>
                    <a:pt x="19" y="9"/>
                  </a:cubicBezTo>
                  <a:close/>
                </a:path>
              </a:pathLst>
            </a:custGeom>
            <a:noFill/>
            <a:ln w="158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342" name="Freeform 801">
              <a:extLst>
                <a:ext uri="{FF2B5EF4-FFF2-40B4-BE49-F238E27FC236}">
                  <a16:creationId xmlns:a16="http://schemas.microsoft.com/office/drawing/2014/main" id="{02545D90-9E6B-422A-A4A8-E26A8D4589B9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7" y="3993"/>
              <a:ext cx="23" cy="60"/>
            </a:xfrm>
            <a:custGeom>
              <a:avLst/>
              <a:gdLst>
                <a:gd name="T0" fmla="*/ 0 w 15"/>
                <a:gd name="T1" fmla="*/ 0 h 40"/>
                <a:gd name="T2" fmla="*/ 43 w 15"/>
                <a:gd name="T3" fmla="*/ 72 h 40"/>
                <a:gd name="T4" fmla="*/ 48 w 15"/>
                <a:gd name="T5" fmla="*/ 135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40">
                  <a:moveTo>
                    <a:pt x="0" y="0"/>
                  </a:moveTo>
                  <a:cubicBezTo>
                    <a:pt x="2" y="8"/>
                    <a:pt x="9" y="12"/>
                    <a:pt x="12" y="21"/>
                  </a:cubicBezTo>
                  <a:cubicBezTo>
                    <a:pt x="13" y="27"/>
                    <a:pt x="15" y="35"/>
                    <a:pt x="13" y="4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343" name="Freeform 802">
              <a:extLst>
                <a:ext uri="{FF2B5EF4-FFF2-40B4-BE49-F238E27FC236}">
                  <a16:creationId xmlns:a16="http://schemas.microsoft.com/office/drawing/2014/main" id="{E8CC09CC-2763-4EB6-810B-84F6D148F185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2" y="3983"/>
              <a:ext cx="25" cy="70"/>
            </a:xfrm>
            <a:custGeom>
              <a:avLst/>
              <a:gdLst>
                <a:gd name="T0" fmla="*/ 0 w 17"/>
                <a:gd name="T1" fmla="*/ 0 h 47"/>
                <a:gd name="T2" fmla="*/ 19 w 17"/>
                <a:gd name="T3" fmla="*/ 40 h 47"/>
                <a:gd name="T4" fmla="*/ 38 w 17"/>
                <a:gd name="T5" fmla="*/ 94 h 47"/>
                <a:gd name="T6" fmla="*/ 38 w 17"/>
                <a:gd name="T7" fmla="*/ 155 h 4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47">
                  <a:moveTo>
                    <a:pt x="0" y="0"/>
                  </a:moveTo>
                  <a:cubicBezTo>
                    <a:pt x="4" y="3"/>
                    <a:pt x="5" y="5"/>
                    <a:pt x="6" y="12"/>
                  </a:cubicBezTo>
                  <a:cubicBezTo>
                    <a:pt x="8" y="19"/>
                    <a:pt x="10" y="24"/>
                    <a:pt x="12" y="28"/>
                  </a:cubicBezTo>
                  <a:cubicBezTo>
                    <a:pt x="14" y="32"/>
                    <a:pt x="17" y="41"/>
                    <a:pt x="12" y="47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344" name="Freeform 803">
              <a:extLst>
                <a:ext uri="{FF2B5EF4-FFF2-40B4-BE49-F238E27FC236}">
                  <a16:creationId xmlns:a16="http://schemas.microsoft.com/office/drawing/2014/main" id="{F3D53753-89AA-4ADE-9129-817097806516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0" y="3975"/>
              <a:ext cx="31" cy="65"/>
            </a:xfrm>
            <a:custGeom>
              <a:avLst/>
              <a:gdLst>
                <a:gd name="T0" fmla="*/ 0 w 21"/>
                <a:gd name="T1" fmla="*/ 0 h 43"/>
                <a:gd name="T2" fmla="*/ 41 w 21"/>
                <a:gd name="T3" fmla="*/ 59 h 43"/>
                <a:gd name="T4" fmla="*/ 61 w 21"/>
                <a:gd name="T5" fmla="*/ 115 h 43"/>
                <a:gd name="T6" fmla="*/ 65 w 21"/>
                <a:gd name="T7" fmla="*/ 148 h 4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43">
                  <a:moveTo>
                    <a:pt x="0" y="0"/>
                  </a:moveTo>
                  <a:cubicBezTo>
                    <a:pt x="4" y="4"/>
                    <a:pt x="11" y="10"/>
                    <a:pt x="13" y="17"/>
                  </a:cubicBezTo>
                  <a:cubicBezTo>
                    <a:pt x="15" y="23"/>
                    <a:pt x="16" y="27"/>
                    <a:pt x="19" y="33"/>
                  </a:cubicBezTo>
                  <a:cubicBezTo>
                    <a:pt x="20" y="36"/>
                    <a:pt x="21" y="40"/>
                    <a:pt x="20" y="43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345" name="Freeform 804">
              <a:extLst>
                <a:ext uri="{FF2B5EF4-FFF2-40B4-BE49-F238E27FC236}">
                  <a16:creationId xmlns:a16="http://schemas.microsoft.com/office/drawing/2014/main" id="{29E848CE-330E-4EC0-93D3-6042E697D652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3" y="3968"/>
              <a:ext cx="36" cy="55"/>
            </a:xfrm>
            <a:custGeom>
              <a:avLst/>
              <a:gdLst>
                <a:gd name="T0" fmla="*/ 0 w 24"/>
                <a:gd name="T1" fmla="*/ 0 h 37"/>
                <a:gd name="T2" fmla="*/ 41 w 24"/>
                <a:gd name="T3" fmla="*/ 40 h 37"/>
                <a:gd name="T4" fmla="*/ 75 w 24"/>
                <a:gd name="T5" fmla="*/ 100 h 37"/>
                <a:gd name="T6" fmla="*/ 81 w 24"/>
                <a:gd name="T7" fmla="*/ 122 h 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37">
                  <a:moveTo>
                    <a:pt x="0" y="0"/>
                  </a:moveTo>
                  <a:cubicBezTo>
                    <a:pt x="5" y="2"/>
                    <a:pt x="9" y="7"/>
                    <a:pt x="12" y="12"/>
                  </a:cubicBezTo>
                  <a:cubicBezTo>
                    <a:pt x="15" y="16"/>
                    <a:pt x="20" y="20"/>
                    <a:pt x="22" y="30"/>
                  </a:cubicBezTo>
                  <a:cubicBezTo>
                    <a:pt x="23" y="33"/>
                    <a:pt x="23" y="35"/>
                    <a:pt x="24" y="37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346" name="Freeform 805">
              <a:extLst>
                <a:ext uri="{FF2B5EF4-FFF2-40B4-BE49-F238E27FC236}">
                  <a16:creationId xmlns:a16="http://schemas.microsoft.com/office/drawing/2014/main" id="{5E69E860-9F8E-4267-8911-0AF3D242A23A}"/>
                </a:ext>
              </a:extLst>
            </p:cNvPr>
            <p:cNvSpPr>
              <a:spLocks/>
            </p:cNvSpPr>
            <p:nvPr/>
          </p:nvSpPr>
          <p:spPr bwMode="auto">
            <a:xfrm>
              <a:off x="5036" y="4031"/>
              <a:ext cx="19" cy="16"/>
            </a:xfrm>
            <a:custGeom>
              <a:avLst/>
              <a:gdLst>
                <a:gd name="T0" fmla="*/ 38 w 13"/>
                <a:gd name="T1" fmla="*/ 32 h 11"/>
                <a:gd name="T2" fmla="*/ 1 w 13"/>
                <a:gd name="T3" fmla="*/ 32 h 11"/>
                <a:gd name="T4" fmla="*/ 19 w 13"/>
                <a:gd name="T5" fmla="*/ 1 h 11"/>
                <a:gd name="T6" fmla="*/ 38 w 13"/>
                <a:gd name="T7" fmla="*/ 32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1">
                  <a:moveTo>
                    <a:pt x="12" y="10"/>
                  </a:moveTo>
                  <a:cubicBezTo>
                    <a:pt x="8" y="11"/>
                    <a:pt x="2" y="11"/>
                    <a:pt x="1" y="10"/>
                  </a:cubicBezTo>
                  <a:cubicBezTo>
                    <a:pt x="0" y="9"/>
                    <a:pt x="0" y="1"/>
                    <a:pt x="6" y="1"/>
                  </a:cubicBezTo>
                  <a:cubicBezTo>
                    <a:pt x="12" y="0"/>
                    <a:pt x="13" y="9"/>
                    <a:pt x="12" y="10"/>
                  </a:cubicBezTo>
                  <a:close/>
                </a:path>
              </a:pathLst>
            </a:custGeom>
            <a:noFill/>
            <a:ln w="158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347" name="Freeform 806">
              <a:extLst>
                <a:ext uri="{FF2B5EF4-FFF2-40B4-BE49-F238E27FC236}">
                  <a16:creationId xmlns:a16="http://schemas.microsoft.com/office/drawing/2014/main" id="{A75A6BB5-7E97-4258-A34B-FD7839BD1CC3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9" y="4023"/>
              <a:ext cx="18" cy="14"/>
            </a:xfrm>
            <a:custGeom>
              <a:avLst/>
              <a:gdLst>
                <a:gd name="T0" fmla="*/ 41 w 12"/>
                <a:gd name="T1" fmla="*/ 26 h 9"/>
                <a:gd name="T2" fmla="*/ 5 w 12"/>
                <a:gd name="T3" fmla="*/ 30 h 9"/>
                <a:gd name="T4" fmla="*/ 26 w 12"/>
                <a:gd name="T5" fmla="*/ 0 h 9"/>
                <a:gd name="T6" fmla="*/ 41 w 12"/>
                <a:gd name="T7" fmla="*/ 26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9">
                  <a:moveTo>
                    <a:pt x="12" y="7"/>
                  </a:moveTo>
                  <a:cubicBezTo>
                    <a:pt x="8" y="8"/>
                    <a:pt x="3" y="9"/>
                    <a:pt x="1" y="8"/>
                  </a:cubicBezTo>
                  <a:cubicBezTo>
                    <a:pt x="0" y="7"/>
                    <a:pt x="2" y="0"/>
                    <a:pt x="7" y="0"/>
                  </a:cubicBezTo>
                  <a:cubicBezTo>
                    <a:pt x="11" y="0"/>
                    <a:pt x="12" y="6"/>
                    <a:pt x="12" y="7"/>
                  </a:cubicBezTo>
                  <a:close/>
                </a:path>
              </a:pathLst>
            </a:custGeom>
            <a:noFill/>
            <a:ln w="158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348" name="Freeform 807">
              <a:extLst>
                <a:ext uri="{FF2B5EF4-FFF2-40B4-BE49-F238E27FC236}">
                  <a16:creationId xmlns:a16="http://schemas.microsoft.com/office/drawing/2014/main" id="{BDE354C2-6879-43CE-AF24-E8DF29EF7F28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8" y="4017"/>
              <a:ext cx="18" cy="12"/>
            </a:xfrm>
            <a:custGeom>
              <a:avLst/>
              <a:gdLst>
                <a:gd name="T0" fmla="*/ 41 w 12"/>
                <a:gd name="T1" fmla="*/ 26 h 8"/>
                <a:gd name="T2" fmla="*/ 5 w 12"/>
                <a:gd name="T3" fmla="*/ 26 h 8"/>
                <a:gd name="T4" fmla="*/ 26 w 12"/>
                <a:gd name="T5" fmla="*/ 0 h 8"/>
                <a:gd name="T6" fmla="*/ 41 w 12"/>
                <a:gd name="T7" fmla="*/ 26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8">
                  <a:moveTo>
                    <a:pt x="12" y="7"/>
                  </a:moveTo>
                  <a:cubicBezTo>
                    <a:pt x="8" y="6"/>
                    <a:pt x="3" y="8"/>
                    <a:pt x="1" y="7"/>
                  </a:cubicBezTo>
                  <a:cubicBezTo>
                    <a:pt x="0" y="6"/>
                    <a:pt x="1" y="0"/>
                    <a:pt x="7" y="0"/>
                  </a:cubicBezTo>
                  <a:cubicBezTo>
                    <a:pt x="11" y="0"/>
                    <a:pt x="12" y="6"/>
                    <a:pt x="12" y="7"/>
                  </a:cubicBezTo>
                  <a:close/>
                </a:path>
              </a:pathLst>
            </a:custGeom>
            <a:noFill/>
            <a:ln w="158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349" name="Freeform 808">
              <a:extLst>
                <a:ext uri="{FF2B5EF4-FFF2-40B4-BE49-F238E27FC236}">
                  <a16:creationId xmlns:a16="http://schemas.microsoft.com/office/drawing/2014/main" id="{9EF47D21-5813-45F5-B4B8-5D99AC992FAA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4" y="4025"/>
              <a:ext cx="6" cy="21"/>
            </a:xfrm>
            <a:custGeom>
              <a:avLst/>
              <a:gdLst>
                <a:gd name="T0" fmla="*/ 14 w 4"/>
                <a:gd name="T1" fmla="*/ 0 h 14"/>
                <a:gd name="T2" fmla="*/ 14 w 4"/>
                <a:gd name="T3" fmla="*/ 48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4">
                  <a:moveTo>
                    <a:pt x="4" y="0"/>
                  </a:moveTo>
                  <a:cubicBezTo>
                    <a:pt x="2" y="5"/>
                    <a:pt x="0" y="7"/>
                    <a:pt x="4" y="14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350" name="Freeform 809">
              <a:extLst>
                <a:ext uri="{FF2B5EF4-FFF2-40B4-BE49-F238E27FC236}">
                  <a16:creationId xmlns:a16="http://schemas.microsoft.com/office/drawing/2014/main" id="{7DFB6F8E-A0F8-4230-A376-992269900089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5" y="3844"/>
              <a:ext cx="3" cy="24"/>
            </a:xfrm>
            <a:custGeom>
              <a:avLst/>
              <a:gdLst>
                <a:gd name="T0" fmla="*/ 0 w 2"/>
                <a:gd name="T1" fmla="*/ 0 h 16"/>
                <a:gd name="T2" fmla="*/ 8 w 2"/>
                <a:gd name="T3" fmla="*/ 54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6">
                  <a:moveTo>
                    <a:pt x="0" y="0"/>
                  </a:moveTo>
                  <a:cubicBezTo>
                    <a:pt x="0" y="4"/>
                    <a:pt x="2" y="16"/>
                    <a:pt x="2" y="16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351" name="Freeform 810">
              <a:extLst>
                <a:ext uri="{FF2B5EF4-FFF2-40B4-BE49-F238E27FC236}">
                  <a16:creationId xmlns:a16="http://schemas.microsoft.com/office/drawing/2014/main" id="{F37A0D76-E2B0-47B4-8F09-0B9C259FD68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6" y="3597"/>
              <a:ext cx="192" cy="471"/>
            </a:xfrm>
            <a:custGeom>
              <a:avLst/>
              <a:gdLst>
                <a:gd name="T0" fmla="*/ 0 w 128"/>
                <a:gd name="T1" fmla="*/ 0 h 315"/>
                <a:gd name="T2" fmla="*/ 62 w 128"/>
                <a:gd name="T3" fmla="*/ 378 h 315"/>
                <a:gd name="T4" fmla="*/ 62 w 128"/>
                <a:gd name="T5" fmla="*/ 547 h 315"/>
                <a:gd name="T6" fmla="*/ 45 w 128"/>
                <a:gd name="T7" fmla="*/ 758 h 315"/>
                <a:gd name="T8" fmla="*/ 68 w 128"/>
                <a:gd name="T9" fmla="*/ 839 h 315"/>
                <a:gd name="T10" fmla="*/ 72 w 128"/>
                <a:gd name="T11" fmla="*/ 926 h 315"/>
                <a:gd name="T12" fmla="*/ 93 w 128"/>
                <a:gd name="T13" fmla="*/ 997 h 315"/>
                <a:gd name="T14" fmla="*/ 147 w 128"/>
                <a:gd name="T15" fmla="*/ 1039 h 315"/>
                <a:gd name="T16" fmla="*/ 228 w 128"/>
                <a:gd name="T17" fmla="*/ 1012 h 315"/>
                <a:gd name="T18" fmla="*/ 302 w 128"/>
                <a:gd name="T19" fmla="*/ 1020 h 315"/>
                <a:gd name="T20" fmla="*/ 365 w 128"/>
                <a:gd name="T21" fmla="*/ 1011 h 315"/>
                <a:gd name="T22" fmla="*/ 369 w 128"/>
                <a:gd name="T23" fmla="*/ 990 h 315"/>
                <a:gd name="T24" fmla="*/ 372 w 128"/>
                <a:gd name="T25" fmla="*/ 993 h 315"/>
                <a:gd name="T26" fmla="*/ 410 w 128"/>
                <a:gd name="T27" fmla="*/ 972 h 315"/>
                <a:gd name="T28" fmla="*/ 413 w 128"/>
                <a:gd name="T29" fmla="*/ 952 h 315"/>
                <a:gd name="T30" fmla="*/ 413 w 128"/>
                <a:gd name="T31" fmla="*/ 952 h 315"/>
                <a:gd name="T32" fmla="*/ 419 w 128"/>
                <a:gd name="T33" fmla="*/ 949 h 315"/>
                <a:gd name="T34" fmla="*/ 410 w 128"/>
                <a:gd name="T35" fmla="*/ 884 h 315"/>
                <a:gd name="T36" fmla="*/ 372 w 128"/>
                <a:gd name="T37" fmla="*/ 825 h 315"/>
                <a:gd name="T38" fmla="*/ 324 w 128"/>
                <a:gd name="T39" fmla="*/ 769 h 315"/>
                <a:gd name="T40" fmla="*/ 257 w 128"/>
                <a:gd name="T41" fmla="*/ 606 h 315"/>
                <a:gd name="T42" fmla="*/ 261 w 128"/>
                <a:gd name="T43" fmla="*/ 498 h 315"/>
                <a:gd name="T44" fmla="*/ 291 w 128"/>
                <a:gd name="T45" fmla="*/ 224 h 315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28" h="315">
                  <a:moveTo>
                    <a:pt x="0" y="0"/>
                  </a:moveTo>
                  <a:cubicBezTo>
                    <a:pt x="0" y="15"/>
                    <a:pt x="20" y="89"/>
                    <a:pt x="18" y="113"/>
                  </a:cubicBezTo>
                  <a:cubicBezTo>
                    <a:pt x="15" y="137"/>
                    <a:pt x="17" y="150"/>
                    <a:pt x="18" y="164"/>
                  </a:cubicBezTo>
                  <a:cubicBezTo>
                    <a:pt x="19" y="170"/>
                    <a:pt x="13" y="216"/>
                    <a:pt x="13" y="227"/>
                  </a:cubicBezTo>
                  <a:cubicBezTo>
                    <a:pt x="14" y="241"/>
                    <a:pt x="20" y="244"/>
                    <a:pt x="20" y="251"/>
                  </a:cubicBezTo>
                  <a:cubicBezTo>
                    <a:pt x="21" y="266"/>
                    <a:pt x="22" y="266"/>
                    <a:pt x="21" y="277"/>
                  </a:cubicBezTo>
                  <a:cubicBezTo>
                    <a:pt x="20" y="289"/>
                    <a:pt x="23" y="293"/>
                    <a:pt x="27" y="298"/>
                  </a:cubicBezTo>
                  <a:cubicBezTo>
                    <a:pt x="32" y="303"/>
                    <a:pt x="35" y="309"/>
                    <a:pt x="43" y="311"/>
                  </a:cubicBezTo>
                  <a:cubicBezTo>
                    <a:pt x="51" y="314"/>
                    <a:pt x="64" y="315"/>
                    <a:pt x="67" y="303"/>
                  </a:cubicBezTo>
                  <a:cubicBezTo>
                    <a:pt x="72" y="311"/>
                    <a:pt x="83" y="310"/>
                    <a:pt x="89" y="305"/>
                  </a:cubicBezTo>
                  <a:cubicBezTo>
                    <a:pt x="93" y="311"/>
                    <a:pt x="104" y="308"/>
                    <a:pt x="108" y="302"/>
                  </a:cubicBezTo>
                  <a:cubicBezTo>
                    <a:pt x="109" y="300"/>
                    <a:pt x="109" y="298"/>
                    <a:pt x="109" y="296"/>
                  </a:cubicBezTo>
                  <a:cubicBezTo>
                    <a:pt x="110" y="297"/>
                    <a:pt x="110" y="297"/>
                    <a:pt x="110" y="297"/>
                  </a:cubicBezTo>
                  <a:cubicBezTo>
                    <a:pt x="115" y="298"/>
                    <a:pt x="121" y="295"/>
                    <a:pt x="121" y="291"/>
                  </a:cubicBezTo>
                  <a:cubicBezTo>
                    <a:pt x="122" y="289"/>
                    <a:pt x="122" y="288"/>
                    <a:pt x="122" y="285"/>
                  </a:cubicBezTo>
                  <a:cubicBezTo>
                    <a:pt x="122" y="285"/>
                    <a:pt x="122" y="285"/>
                    <a:pt x="122" y="285"/>
                  </a:cubicBezTo>
                  <a:cubicBezTo>
                    <a:pt x="123" y="285"/>
                    <a:pt x="123" y="284"/>
                    <a:pt x="124" y="284"/>
                  </a:cubicBezTo>
                  <a:cubicBezTo>
                    <a:pt x="128" y="279"/>
                    <a:pt x="122" y="270"/>
                    <a:pt x="121" y="264"/>
                  </a:cubicBezTo>
                  <a:cubicBezTo>
                    <a:pt x="118" y="255"/>
                    <a:pt x="116" y="251"/>
                    <a:pt x="110" y="247"/>
                  </a:cubicBezTo>
                  <a:cubicBezTo>
                    <a:pt x="105" y="243"/>
                    <a:pt x="103" y="237"/>
                    <a:pt x="96" y="230"/>
                  </a:cubicBezTo>
                  <a:cubicBezTo>
                    <a:pt x="89" y="222"/>
                    <a:pt x="75" y="182"/>
                    <a:pt x="76" y="181"/>
                  </a:cubicBezTo>
                  <a:cubicBezTo>
                    <a:pt x="80" y="169"/>
                    <a:pt x="79" y="156"/>
                    <a:pt x="77" y="149"/>
                  </a:cubicBezTo>
                  <a:cubicBezTo>
                    <a:pt x="76" y="140"/>
                    <a:pt x="79" y="108"/>
                    <a:pt x="86" y="67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352" name="Freeform 811">
              <a:extLst>
                <a:ext uri="{FF2B5EF4-FFF2-40B4-BE49-F238E27FC236}">
                  <a16:creationId xmlns:a16="http://schemas.microsoft.com/office/drawing/2014/main" id="{8EA991C9-2BF6-438C-97B6-FB53DA98981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3" y="3583"/>
              <a:ext cx="191" cy="485"/>
            </a:xfrm>
            <a:custGeom>
              <a:avLst/>
              <a:gdLst>
                <a:gd name="T0" fmla="*/ 140 w 127"/>
                <a:gd name="T1" fmla="*/ 256 h 324"/>
                <a:gd name="T2" fmla="*/ 170 w 127"/>
                <a:gd name="T3" fmla="*/ 531 h 324"/>
                <a:gd name="T4" fmla="*/ 176 w 127"/>
                <a:gd name="T5" fmla="*/ 636 h 324"/>
                <a:gd name="T6" fmla="*/ 107 w 127"/>
                <a:gd name="T7" fmla="*/ 802 h 324"/>
                <a:gd name="T8" fmla="*/ 59 w 127"/>
                <a:gd name="T9" fmla="*/ 858 h 324"/>
                <a:gd name="T10" fmla="*/ 26 w 127"/>
                <a:gd name="T11" fmla="*/ 916 h 324"/>
                <a:gd name="T12" fmla="*/ 14 w 127"/>
                <a:gd name="T13" fmla="*/ 983 h 324"/>
                <a:gd name="T14" fmla="*/ 21 w 127"/>
                <a:gd name="T15" fmla="*/ 986 h 324"/>
                <a:gd name="T16" fmla="*/ 21 w 127"/>
                <a:gd name="T17" fmla="*/ 986 h 324"/>
                <a:gd name="T18" fmla="*/ 21 w 127"/>
                <a:gd name="T19" fmla="*/ 1006 h 324"/>
                <a:gd name="T20" fmla="*/ 62 w 127"/>
                <a:gd name="T21" fmla="*/ 1027 h 324"/>
                <a:gd name="T22" fmla="*/ 62 w 127"/>
                <a:gd name="T23" fmla="*/ 1024 h 324"/>
                <a:gd name="T24" fmla="*/ 68 w 127"/>
                <a:gd name="T25" fmla="*/ 1045 h 324"/>
                <a:gd name="T26" fmla="*/ 134 w 127"/>
                <a:gd name="T27" fmla="*/ 1054 h 324"/>
                <a:gd name="T28" fmla="*/ 208 w 127"/>
                <a:gd name="T29" fmla="*/ 1046 h 324"/>
                <a:gd name="T30" fmla="*/ 290 w 127"/>
                <a:gd name="T31" fmla="*/ 1073 h 324"/>
                <a:gd name="T32" fmla="*/ 340 w 127"/>
                <a:gd name="T33" fmla="*/ 1031 h 324"/>
                <a:gd name="T34" fmla="*/ 364 w 127"/>
                <a:gd name="T35" fmla="*/ 960 h 324"/>
                <a:gd name="T36" fmla="*/ 367 w 127"/>
                <a:gd name="T37" fmla="*/ 871 h 324"/>
                <a:gd name="T38" fmla="*/ 387 w 127"/>
                <a:gd name="T39" fmla="*/ 790 h 324"/>
                <a:gd name="T40" fmla="*/ 371 w 127"/>
                <a:gd name="T41" fmla="*/ 581 h 324"/>
                <a:gd name="T42" fmla="*/ 377 w 127"/>
                <a:gd name="T43" fmla="*/ 397 h 324"/>
                <a:gd name="T44" fmla="*/ 432 w 127"/>
                <a:gd name="T45" fmla="*/ 0 h 324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27" h="324">
                  <a:moveTo>
                    <a:pt x="41" y="76"/>
                  </a:moveTo>
                  <a:cubicBezTo>
                    <a:pt x="49" y="117"/>
                    <a:pt x="52" y="149"/>
                    <a:pt x="50" y="158"/>
                  </a:cubicBezTo>
                  <a:cubicBezTo>
                    <a:pt x="49" y="165"/>
                    <a:pt x="48" y="178"/>
                    <a:pt x="52" y="190"/>
                  </a:cubicBezTo>
                  <a:cubicBezTo>
                    <a:pt x="52" y="191"/>
                    <a:pt x="39" y="231"/>
                    <a:pt x="31" y="239"/>
                  </a:cubicBezTo>
                  <a:cubicBezTo>
                    <a:pt x="25" y="246"/>
                    <a:pt x="23" y="252"/>
                    <a:pt x="17" y="256"/>
                  </a:cubicBezTo>
                  <a:cubicBezTo>
                    <a:pt x="12" y="260"/>
                    <a:pt x="9" y="264"/>
                    <a:pt x="7" y="273"/>
                  </a:cubicBezTo>
                  <a:cubicBezTo>
                    <a:pt x="5" y="279"/>
                    <a:pt x="0" y="288"/>
                    <a:pt x="4" y="293"/>
                  </a:cubicBezTo>
                  <a:cubicBezTo>
                    <a:pt x="5" y="293"/>
                    <a:pt x="5" y="294"/>
                    <a:pt x="6" y="294"/>
                  </a:cubicBezTo>
                  <a:cubicBezTo>
                    <a:pt x="6" y="294"/>
                    <a:pt x="6" y="294"/>
                    <a:pt x="6" y="294"/>
                  </a:cubicBezTo>
                  <a:cubicBezTo>
                    <a:pt x="6" y="297"/>
                    <a:pt x="6" y="298"/>
                    <a:pt x="6" y="300"/>
                  </a:cubicBezTo>
                  <a:cubicBezTo>
                    <a:pt x="9" y="305"/>
                    <a:pt x="13" y="307"/>
                    <a:pt x="18" y="306"/>
                  </a:cubicBezTo>
                  <a:cubicBezTo>
                    <a:pt x="18" y="305"/>
                    <a:pt x="18" y="305"/>
                    <a:pt x="18" y="305"/>
                  </a:cubicBezTo>
                  <a:cubicBezTo>
                    <a:pt x="18" y="307"/>
                    <a:pt x="19" y="309"/>
                    <a:pt x="20" y="311"/>
                  </a:cubicBezTo>
                  <a:cubicBezTo>
                    <a:pt x="23" y="317"/>
                    <a:pt x="34" y="320"/>
                    <a:pt x="39" y="314"/>
                  </a:cubicBezTo>
                  <a:cubicBezTo>
                    <a:pt x="45" y="319"/>
                    <a:pt x="56" y="320"/>
                    <a:pt x="61" y="312"/>
                  </a:cubicBezTo>
                  <a:cubicBezTo>
                    <a:pt x="64" y="324"/>
                    <a:pt x="77" y="323"/>
                    <a:pt x="85" y="320"/>
                  </a:cubicBezTo>
                  <a:cubicBezTo>
                    <a:pt x="93" y="318"/>
                    <a:pt x="96" y="312"/>
                    <a:pt x="100" y="307"/>
                  </a:cubicBezTo>
                  <a:cubicBezTo>
                    <a:pt x="105" y="302"/>
                    <a:pt x="108" y="298"/>
                    <a:pt x="107" y="286"/>
                  </a:cubicBezTo>
                  <a:cubicBezTo>
                    <a:pt x="106" y="275"/>
                    <a:pt x="107" y="275"/>
                    <a:pt x="108" y="260"/>
                  </a:cubicBezTo>
                  <a:cubicBezTo>
                    <a:pt x="108" y="253"/>
                    <a:pt x="113" y="250"/>
                    <a:pt x="114" y="236"/>
                  </a:cubicBezTo>
                  <a:cubicBezTo>
                    <a:pt x="115" y="225"/>
                    <a:pt x="109" y="179"/>
                    <a:pt x="109" y="173"/>
                  </a:cubicBezTo>
                  <a:cubicBezTo>
                    <a:pt x="111" y="159"/>
                    <a:pt x="113" y="142"/>
                    <a:pt x="111" y="118"/>
                  </a:cubicBezTo>
                  <a:cubicBezTo>
                    <a:pt x="108" y="95"/>
                    <a:pt x="122" y="19"/>
                    <a:pt x="127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353" name="Freeform 812">
              <a:extLst>
                <a:ext uri="{FF2B5EF4-FFF2-40B4-BE49-F238E27FC236}">
                  <a16:creationId xmlns:a16="http://schemas.microsoft.com/office/drawing/2014/main" id="{62EC7396-99F2-437A-8626-AFC2062FF2A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3" y="2328"/>
              <a:ext cx="195" cy="338"/>
            </a:xfrm>
            <a:custGeom>
              <a:avLst/>
              <a:gdLst>
                <a:gd name="T0" fmla="*/ 203 w 130"/>
                <a:gd name="T1" fmla="*/ 42 h 226"/>
                <a:gd name="T2" fmla="*/ 234 w 130"/>
                <a:gd name="T3" fmla="*/ 130 h 226"/>
                <a:gd name="T4" fmla="*/ 332 w 130"/>
                <a:gd name="T5" fmla="*/ 275 h 226"/>
                <a:gd name="T6" fmla="*/ 390 w 130"/>
                <a:gd name="T7" fmla="*/ 425 h 226"/>
                <a:gd name="T8" fmla="*/ 269 w 130"/>
                <a:gd name="T9" fmla="*/ 356 h 226"/>
                <a:gd name="T10" fmla="*/ 228 w 130"/>
                <a:gd name="T11" fmla="*/ 311 h 226"/>
                <a:gd name="T12" fmla="*/ 216 w 130"/>
                <a:gd name="T13" fmla="*/ 398 h 226"/>
                <a:gd name="T14" fmla="*/ 221 w 130"/>
                <a:gd name="T15" fmla="*/ 473 h 226"/>
                <a:gd name="T16" fmla="*/ 234 w 130"/>
                <a:gd name="T17" fmla="*/ 520 h 226"/>
                <a:gd name="T18" fmla="*/ 284 w 130"/>
                <a:gd name="T19" fmla="*/ 555 h 226"/>
                <a:gd name="T20" fmla="*/ 369 w 130"/>
                <a:gd name="T21" fmla="*/ 615 h 226"/>
                <a:gd name="T22" fmla="*/ 377 w 130"/>
                <a:gd name="T23" fmla="*/ 667 h 226"/>
                <a:gd name="T24" fmla="*/ 351 w 130"/>
                <a:gd name="T25" fmla="*/ 669 h 226"/>
                <a:gd name="T26" fmla="*/ 363 w 130"/>
                <a:gd name="T27" fmla="*/ 721 h 226"/>
                <a:gd name="T28" fmla="*/ 302 w 130"/>
                <a:gd name="T29" fmla="*/ 722 h 226"/>
                <a:gd name="T30" fmla="*/ 282 w 130"/>
                <a:gd name="T31" fmla="*/ 722 h 226"/>
                <a:gd name="T32" fmla="*/ 261 w 130"/>
                <a:gd name="T33" fmla="*/ 754 h 226"/>
                <a:gd name="T34" fmla="*/ 203 w 130"/>
                <a:gd name="T35" fmla="*/ 727 h 226"/>
                <a:gd name="T36" fmla="*/ 129 w 130"/>
                <a:gd name="T37" fmla="*/ 669 h 226"/>
                <a:gd name="T38" fmla="*/ 66 w 130"/>
                <a:gd name="T39" fmla="*/ 552 h 226"/>
                <a:gd name="T40" fmla="*/ 18 w 130"/>
                <a:gd name="T41" fmla="*/ 428 h 226"/>
                <a:gd name="T42" fmla="*/ 18 w 130"/>
                <a:gd name="T43" fmla="*/ 311 h 226"/>
                <a:gd name="T44" fmla="*/ 0 w 130"/>
                <a:gd name="T45" fmla="*/ 82 h 226"/>
                <a:gd name="T46" fmla="*/ 203 w 130"/>
                <a:gd name="T47" fmla="*/ 40 h 22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130" h="226">
                  <a:moveTo>
                    <a:pt x="60" y="13"/>
                  </a:moveTo>
                  <a:cubicBezTo>
                    <a:pt x="60" y="13"/>
                    <a:pt x="61" y="31"/>
                    <a:pt x="69" y="39"/>
                  </a:cubicBezTo>
                  <a:cubicBezTo>
                    <a:pt x="78" y="48"/>
                    <a:pt x="86" y="71"/>
                    <a:pt x="98" y="82"/>
                  </a:cubicBezTo>
                  <a:cubicBezTo>
                    <a:pt x="110" y="93"/>
                    <a:pt x="130" y="118"/>
                    <a:pt x="115" y="127"/>
                  </a:cubicBezTo>
                  <a:cubicBezTo>
                    <a:pt x="101" y="136"/>
                    <a:pt x="83" y="117"/>
                    <a:pt x="79" y="106"/>
                  </a:cubicBezTo>
                  <a:cubicBezTo>
                    <a:pt x="75" y="95"/>
                    <a:pt x="67" y="93"/>
                    <a:pt x="67" y="93"/>
                  </a:cubicBezTo>
                  <a:cubicBezTo>
                    <a:pt x="67" y="93"/>
                    <a:pt x="68" y="113"/>
                    <a:pt x="64" y="119"/>
                  </a:cubicBezTo>
                  <a:cubicBezTo>
                    <a:pt x="61" y="125"/>
                    <a:pt x="69" y="134"/>
                    <a:pt x="65" y="141"/>
                  </a:cubicBezTo>
                  <a:cubicBezTo>
                    <a:pt x="63" y="144"/>
                    <a:pt x="68" y="146"/>
                    <a:pt x="69" y="156"/>
                  </a:cubicBezTo>
                  <a:cubicBezTo>
                    <a:pt x="71" y="165"/>
                    <a:pt x="77" y="156"/>
                    <a:pt x="84" y="166"/>
                  </a:cubicBezTo>
                  <a:cubicBezTo>
                    <a:pt x="87" y="170"/>
                    <a:pt x="109" y="166"/>
                    <a:pt x="109" y="184"/>
                  </a:cubicBezTo>
                  <a:cubicBezTo>
                    <a:pt x="109" y="184"/>
                    <a:pt x="120" y="194"/>
                    <a:pt x="111" y="199"/>
                  </a:cubicBezTo>
                  <a:cubicBezTo>
                    <a:pt x="104" y="200"/>
                    <a:pt x="104" y="200"/>
                    <a:pt x="104" y="200"/>
                  </a:cubicBezTo>
                  <a:cubicBezTo>
                    <a:pt x="104" y="200"/>
                    <a:pt x="114" y="207"/>
                    <a:pt x="107" y="215"/>
                  </a:cubicBezTo>
                  <a:cubicBezTo>
                    <a:pt x="104" y="218"/>
                    <a:pt x="92" y="216"/>
                    <a:pt x="89" y="216"/>
                  </a:cubicBezTo>
                  <a:cubicBezTo>
                    <a:pt x="85" y="216"/>
                    <a:pt x="83" y="216"/>
                    <a:pt x="83" y="216"/>
                  </a:cubicBezTo>
                  <a:cubicBezTo>
                    <a:pt x="83" y="216"/>
                    <a:pt x="84" y="224"/>
                    <a:pt x="77" y="225"/>
                  </a:cubicBezTo>
                  <a:cubicBezTo>
                    <a:pt x="70" y="226"/>
                    <a:pt x="63" y="220"/>
                    <a:pt x="60" y="217"/>
                  </a:cubicBezTo>
                  <a:cubicBezTo>
                    <a:pt x="58" y="214"/>
                    <a:pt x="44" y="208"/>
                    <a:pt x="38" y="200"/>
                  </a:cubicBezTo>
                  <a:cubicBezTo>
                    <a:pt x="33" y="191"/>
                    <a:pt x="25" y="191"/>
                    <a:pt x="19" y="165"/>
                  </a:cubicBezTo>
                  <a:cubicBezTo>
                    <a:pt x="16" y="153"/>
                    <a:pt x="6" y="138"/>
                    <a:pt x="5" y="128"/>
                  </a:cubicBezTo>
                  <a:cubicBezTo>
                    <a:pt x="5" y="118"/>
                    <a:pt x="3" y="109"/>
                    <a:pt x="5" y="93"/>
                  </a:cubicBezTo>
                  <a:cubicBezTo>
                    <a:pt x="8" y="77"/>
                    <a:pt x="0" y="25"/>
                    <a:pt x="0" y="25"/>
                  </a:cubicBezTo>
                  <a:cubicBezTo>
                    <a:pt x="0" y="25"/>
                    <a:pt x="27" y="0"/>
                    <a:pt x="60" y="12"/>
                  </a:cubicBezTo>
                </a:path>
              </a:pathLst>
            </a:custGeom>
            <a:solidFill>
              <a:srgbClr val="FEF3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354" name="Freeform 813">
              <a:extLst>
                <a:ext uri="{FF2B5EF4-FFF2-40B4-BE49-F238E27FC236}">
                  <a16:creationId xmlns:a16="http://schemas.microsoft.com/office/drawing/2014/main" id="{0B933814-844D-40E6-88ED-71441537AA0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8" y="2469"/>
              <a:ext cx="47" cy="93"/>
            </a:xfrm>
            <a:custGeom>
              <a:avLst/>
              <a:gdLst>
                <a:gd name="T0" fmla="*/ 102 w 31"/>
                <a:gd name="T1" fmla="*/ 0 h 62"/>
                <a:gd name="T2" fmla="*/ 35 w 31"/>
                <a:gd name="T3" fmla="*/ 53 h 62"/>
                <a:gd name="T4" fmla="*/ 32 w 31"/>
                <a:gd name="T5" fmla="*/ 126 h 62"/>
                <a:gd name="T6" fmla="*/ 41 w 31"/>
                <a:gd name="T7" fmla="*/ 201 h 62"/>
                <a:gd name="T8" fmla="*/ 68 w 31"/>
                <a:gd name="T9" fmla="*/ 176 h 62"/>
                <a:gd name="T10" fmla="*/ 97 w 31"/>
                <a:gd name="T11" fmla="*/ 126 h 62"/>
                <a:gd name="T12" fmla="*/ 102 w 31"/>
                <a:gd name="T13" fmla="*/ 62 h 62"/>
                <a:gd name="T14" fmla="*/ 102 w 31"/>
                <a:gd name="T15" fmla="*/ 0 h 6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1" h="62">
                  <a:moveTo>
                    <a:pt x="29" y="0"/>
                  </a:moveTo>
                  <a:cubicBezTo>
                    <a:pt x="29" y="0"/>
                    <a:pt x="30" y="7"/>
                    <a:pt x="10" y="15"/>
                  </a:cubicBezTo>
                  <a:cubicBezTo>
                    <a:pt x="0" y="19"/>
                    <a:pt x="8" y="36"/>
                    <a:pt x="9" y="37"/>
                  </a:cubicBezTo>
                  <a:cubicBezTo>
                    <a:pt x="10" y="39"/>
                    <a:pt x="12" y="59"/>
                    <a:pt x="12" y="59"/>
                  </a:cubicBezTo>
                  <a:cubicBezTo>
                    <a:pt x="12" y="59"/>
                    <a:pt x="16" y="62"/>
                    <a:pt x="20" y="52"/>
                  </a:cubicBezTo>
                  <a:cubicBezTo>
                    <a:pt x="25" y="42"/>
                    <a:pt x="31" y="52"/>
                    <a:pt x="28" y="37"/>
                  </a:cubicBezTo>
                  <a:cubicBezTo>
                    <a:pt x="24" y="23"/>
                    <a:pt x="29" y="23"/>
                    <a:pt x="29" y="18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AD7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355" name="Freeform 814">
              <a:extLst>
                <a:ext uri="{FF2B5EF4-FFF2-40B4-BE49-F238E27FC236}">
                  <a16:creationId xmlns:a16="http://schemas.microsoft.com/office/drawing/2014/main" id="{D6D4A728-F42D-46FF-B389-7AEE665D85E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4" y="2467"/>
              <a:ext cx="63" cy="183"/>
            </a:xfrm>
            <a:custGeom>
              <a:avLst/>
              <a:gdLst>
                <a:gd name="T0" fmla="*/ 86 w 42"/>
                <a:gd name="T1" fmla="*/ 0 h 122"/>
                <a:gd name="T2" fmla="*/ 5 w 42"/>
                <a:gd name="T3" fmla="*/ 72 h 122"/>
                <a:gd name="T4" fmla="*/ 14 w 42"/>
                <a:gd name="T5" fmla="*/ 126 h 122"/>
                <a:gd name="T6" fmla="*/ 27 w 42"/>
                <a:gd name="T7" fmla="*/ 197 h 122"/>
                <a:gd name="T8" fmla="*/ 27 w 42"/>
                <a:gd name="T9" fmla="*/ 230 h 122"/>
                <a:gd name="T10" fmla="*/ 41 w 42"/>
                <a:gd name="T11" fmla="*/ 251 h 122"/>
                <a:gd name="T12" fmla="*/ 68 w 42"/>
                <a:gd name="T13" fmla="*/ 323 h 122"/>
                <a:gd name="T14" fmla="*/ 113 w 42"/>
                <a:gd name="T15" fmla="*/ 363 h 122"/>
                <a:gd name="T16" fmla="*/ 143 w 42"/>
                <a:gd name="T17" fmla="*/ 413 h 12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2" h="122">
                  <a:moveTo>
                    <a:pt x="25" y="0"/>
                  </a:moveTo>
                  <a:cubicBezTo>
                    <a:pt x="24" y="12"/>
                    <a:pt x="3" y="10"/>
                    <a:pt x="1" y="21"/>
                  </a:cubicBezTo>
                  <a:cubicBezTo>
                    <a:pt x="0" y="26"/>
                    <a:pt x="2" y="33"/>
                    <a:pt x="4" y="37"/>
                  </a:cubicBezTo>
                  <a:cubicBezTo>
                    <a:pt x="6" y="44"/>
                    <a:pt x="8" y="51"/>
                    <a:pt x="8" y="58"/>
                  </a:cubicBezTo>
                  <a:cubicBezTo>
                    <a:pt x="8" y="61"/>
                    <a:pt x="8" y="65"/>
                    <a:pt x="8" y="68"/>
                  </a:cubicBezTo>
                  <a:cubicBezTo>
                    <a:pt x="9" y="71"/>
                    <a:pt x="10" y="71"/>
                    <a:pt x="12" y="74"/>
                  </a:cubicBezTo>
                  <a:cubicBezTo>
                    <a:pt x="17" y="80"/>
                    <a:pt x="18" y="88"/>
                    <a:pt x="20" y="95"/>
                  </a:cubicBezTo>
                  <a:cubicBezTo>
                    <a:pt x="23" y="103"/>
                    <a:pt x="27" y="101"/>
                    <a:pt x="33" y="107"/>
                  </a:cubicBezTo>
                  <a:cubicBezTo>
                    <a:pt x="37" y="110"/>
                    <a:pt x="42" y="117"/>
                    <a:pt x="42" y="122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356" name="Freeform 815">
              <a:extLst>
                <a:ext uri="{FF2B5EF4-FFF2-40B4-BE49-F238E27FC236}">
                  <a16:creationId xmlns:a16="http://schemas.microsoft.com/office/drawing/2014/main" id="{4C6E4896-4058-4AFC-A5F8-EA7B0B257E2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1" y="2460"/>
              <a:ext cx="21" cy="7"/>
            </a:xfrm>
            <a:custGeom>
              <a:avLst/>
              <a:gdLst>
                <a:gd name="T0" fmla="*/ 48 w 14"/>
                <a:gd name="T1" fmla="*/ 14 h 5"/>
                <a:gd name="T2" fmla="*/ 0 w 14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5">
                  <a:moveTo>
                    <a:pt x="14" y="5"/>
                  </a:moveTo>
                  <a:cubicBezTo>
                    <a:pt x="10" y="2"/>
                    <a:pt x="6" y="0"/>
                    <a:pt x="0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357" name="Freeform 816">
              <a:extLst>
                <a:ext uri="{FF2B5EF4-FFF2-40B4-BE49-F238E27FC236}">
                  <a16:creationId xmlns:a16="http://schemas.microsoft.com/office/drawing/2014/main" id="{5892815C-C20D-41D5-9D72-572F910D74C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6" y="2539"/>
              <a:ext cx="23" cy="20"/>
            </a:xfrm>
            <a:custGeom>
              <a:avLst/>
              <a:gdLst>
                <a:gd name="T0" fmla="*/ 54 w 15"/>
                <a:gd name="T1" fmla="*/ 0 h 13"/>
                <a:gd name="T2" fmla="*/ 0 w 15"/>
                <a:gd name="T3" fmla="*/ 48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3">
                  <a:moveTo>
                    <a:pt x="15" y="0"/>
                  </a:moveTo>
                  <a:cubicBezTo>
                    <a:pt x="7" y="2"/>
                    <a:pt x="8" y="13"/>
                    <a:pt x="0" y="13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358" name="Freeform 817">
              <a:extLst>
                <a:ext uri="{FF2B5EF4-FFF2-40B4-BE49-F238E27FC236}">
                  <a16:creationId xmlns:a16="http://schemas.microsoft.com/office/drawing/2014/main" id="{9868A97A-3B29-4610-8A7A-31DBC7AC84E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3" y="2599"/>
              <a:ext cx="66" cy="28"/>
            </a:xfrm>
            <a:custGeom>
              <a:avLst/>
              <a:gdLst>
                <a:gd name="T0" fmla="*/ 0 w 44"/>
                <a:gd name="T1" fmla="*/ 0 h 19"/>
                <a:gd name="T2" fmla="*/ 75 w 44"/>
                <a:gd name="T3" fmla="*/ 46 h 19"/>
                <a:gd name="T4" fmla="*/ 149 w 44"/>
                <a:gd name="T5" fmla="*/ 60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4" h="19">
                  <a:moveTo>
                    <a:pt x="0" y="0"/>
                  </a:moveTo>
                  <a:cubicBezTo>
                    <a:pt x="9" y="2"/>
                    <a:pt x="13" y="12"/>
                    <a:pt x="22" y="14"/>
                  </a:cubicBezTo>
                  <a:cubicBezTo>
                    <a:pt x="29" y="16"/>
                    <a:pt x="38" y="15"/>
                    <a:pt x="44" y="19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359" name="Freeform 818">
              <a:extLst>
                <a:ext uri="{FF2B5EF4-FFF2-40B4-BE49-F238E27FC236}">
                  <a16:creationId xmlns:a16="http://schemas.microsoft.com/office/drawing/2014/main" id="{F0E1C426-B938-4137-9DB8-5BBAF3629F4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2" y="2557"/>
              <a:ext cx="83" cy="46"/>
            </a:xfrm>
            <a:custGeom>
              <a:avLst/>
              <a:gdLst>
                <a:gd name="T0" fmla="*/ 189 w 55"/>
                <a:gd name="T1" fmla="*/ 101 h 31"/>
                <a:gd name="T2" fmla="*/ 134 w 55"/>
                <a:gd name="T3" fmla="*/ 95 h 31"/>
                <a:gd name="T4" fmla="*/ 72 w 55"/>
                <a:gd name="T5" fmla="*/ 73 h 31"/>
                <a:gd name="T6" fmla="*/ 26 w 55"/>
                <a:gd name="T7" fmla="*/ 46 h 31"/>
                <a:gd name="T8" fmla="*/ 0 w 55"/>
                <a:gd name="T9" fmla="*/ 0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5" h="31">
                  <a:moveTo>
                    <a:pt x="55" y="31"/>
                  </a:moveTo>
                  <a:cubicBezTo>
                    <a:pt x="49" y="29"/>
                    <a:pt x="46" y="30"/>
                    <a:pt x="39" y="29"/>
                  </a:cubicBezTo>
                  <a:cubicBezTo>
                    <a:pt x="32" y="29"/>
                    <a:pt x="28" y="23"/>
                    <a:pt x="21" y="22"/>
                  </a:cubicBezTo>
                  <a:cubicBezTo>
                    <a:pt x="14" y="21"/>
                    <a:pt x="10" y="21"/>
                    <a:pt x="7" y="14"/>
                  </a:cubicBezTo>
                  <a:cubicBezTo>
                    <a:pt x="5" y="8"/>
                    <a:pt x="5" y="4"/>
                    <a:pt x="0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360" name="Freeform 819">
              <a:extLst>
                <a:ext uri="{FF2B5EF4-FFF2-40B4-BE49-F238E27FC236}">
                  <a16:creationId xmlns:a16="http://schemas.microsoft.com/office/drawing/2014/main" id="{22B3B912-9BB1-4A4E-B170-813BD0E4801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3" y="2491"/>
              <a:ext cx="27" cy="27"/>
            </a:xfrm>
            <a:custGeom>
              <a:avLst/>
              <a:gdLst>
                <a:gd name="T0" fmla="*/ 0 w 18"/>
                <a:gd name="T1" fmla="*/ 27 h 18"/>
                <a:gd name="T2" fmla="*/ 18 w 18"/>
                <a:gd name="T3" fmla="*/ 62 h 18"/>
                <a:gd name="T4" fmla="*/ 62 w 18"/>
                <a:gd name="T5" fmla="*/ 35 h 18"/>
                <a:gd name="T6" fmla="*/ 39 w 18"/>
                <a:gd name="T7" fmla="*/ 0 h 18"/>
                <a:gd name="T8" fmla="*/ 0 w 18"/>
                <a:gd name="T9" fmla="*/ 27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8">
                  <a:moveTo>
                    <a:pt x="0" y="8"/>
                  </a:moveTo>
                  <a:cubicBezTo>
                    <a:pt x="5" y="18"/>
                    <a:pt x="5" y="18"/>
                    <a:pt x="5" y="18"/>
                  </a:cubicBezTo>
                  <a:cubicBezTo>
                    <a:pt x="5" y="18"/>
                    <a:pt x="13" y="11"/>
                    <a:pt x="18" y="10"/>
                  </a:cubicBezTo>
                  <a:cubicBezTo>
                    <a:pt x="18" y="10"/>
                    <a:pt x="15" y="3"/>
                    <a:pt x="11" y="0"/>
                  </a:cubicBezTo>
                  <a:cubicBezTo>
                    <a:pt x="11" y="0"/>
                    <a:pt x="3" y="0"/>
                    <a:pt x="0" y="8"/>
                  </a:cubicBezTo>
                  <a:close/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361" name="Freeform 820">
              <a:extLst>
                <a:ext uri="{FF2B5EF4-FFF2-40B4-BE49-F238E27FC236}">
                  <a16:creationId xmlns:a16="http://schemas.microsoft.com/office/drawing/2014/main" id="{587BE6B2-825D-422A-8573-F0D903AC117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1" y="2648"/>
              <a:ext cx="29" cy="18"/>
            </a:xfrm>
            <a:custGeom>
              <a:avLst/>
              <a:gdLst>
                <a:gd name="T0" fmla="*/ 0 w 19"/>
                <a:gd name="T1" fmla="*/ 12 h 12"/>
                <a:gd name="T2" fmla="*/ 49 w 19"/>
                <a:gd name="T3" fmla="*/ 21 h 12"/>
                <a:gd name="T4" fmla="*/ 49 w 19"/>
                <a:gd name="T5" fmla="*/ 39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2">
                  <a:moveTo>
                    <a:pt x="0" y="3"/>
                  </a:moveTo>
                  <a:cubicBezTo>
                    <a:pt x="0" y="3"/>
                    <a:pt x="4" y="0"/>
                    <a:pt x="14" y="6"/>
                  </a:cubicBezTo>
                  <a:cubicBezTo>
                    <a:pt x="19" y="9"/>
                    <a:pt x="19" y="12"/>
                    <a:pt x="14" y="11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362" name="Freeform 821">
              <a:extLst>
                <a:ext uri="{FF2B5EF4-FFF2-40B4-BE49-F238E27FC236}">
                  <a16:creationId xmlns:a16="http://schemas.microsoft.com/office/drawing/2014/main" id="{92E1512F-2BD3-47B8-BA21-0C6D46679AD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3" y="2545"/>
              <a:ext cx="70" cy="57"/>
            </a:xfrm>
            <a:custGeom>
              <a:avLst/>
              <a:gdLst>
                <a:gd name="T0" fmla="*/ 9 w 47"/>
                <a:gd name="T1" fmla="*/ 0 h 38"/>
                <a:gd name="T2" fmla="*/ 27 w 47"/>
                <a:gd name="T3" fmla="*/ 32 h 38"/>
                <a:gd name="T4" fmla="*/ 33 w 47"/>
                <a:gd name="T5" fmla="*/ 54 h 38"/>
                <a:gd name="T6" fmla="*/ 54 w 47"/>
                <a:gd name="T7" fmla="*/ 62 h 38"/>
                <a:gd name="T8" fmla="*/ 69 w 47"/>
                <a:gd name="T9" fmla="*/ 72 h 38"/>
                <a:gd name="T10" fmla="*/ 80 w 47"/>
                <a:gd name="T11" fmla="*/ 80 h 38"/>
                <a:gd name="T12" fmla="*/ 95 w 47"/>
                <a:gd name="T13" fmla="*/ 81 h 38"/>
                <a:gd name="T14" fmla="*/ 127 w 47"/>
                <a:gd name="T15" fmla="*/ 93 h 38"/>
                <a:gd name="T16" fmla="*/ 153 w 47"/>
                <a:gd name="T17" fmla="*/ 122 h 38"/>
                <a:gd name="T18" fmla="*/ 122 w 47"/>
                <a:gd name="T19" fmla="*/ 120 h 38"/>
                <a:gd name="T20" fmla="*/ 103 w 47"/>
                <a:gd name="T21" fmla="*/ 120 h 38"/>
                <a:gd name="T22" fmla="*/ 89 w 47"/>
                <a:gd name="T23" fmla="*/ 116 h 38"/>
                <a:gd name="T24" fmla="*/ 60 w 47"/>
                <a:gd name="T25" fmla="*/ 99 h 38"/>
                <a:gd name="T26" fmla="*/ 27 w 47"/>
                <a:gd name="T27" fmla="*/ 81 h 38"/>
                <a:gd name="T28" fmla="*/ 13 w 47"/>
                <a:gd name="T29" fmla="*/ 75 h 38"/>
                <a:gd name="T30" fmla="*/ 9 w 47"/>
                <a:gd name="T31" fmla="*/ 54 h 38"/>
                <a:gd name="T32" fmla="*/ 0 w 47"/>
                <a:gd name="T33" fmla="*/ 21 h 38"/>
                <a:gd name="T34" fmla="*/ 9 w 47"/>
                <a:gd name="T35" fmla="*/ 0 h 38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47" h="38">
                  <a:moveTo>
                    <a:pt x="3" y="0"/>
                  </a:moveTo>
                  <a:cubicBezTo>
                    <a:pt x="6" y="2"/>
                    <a:pt x="7" y="6"/>
                    <a:pt x="8" y="9"/>
                  </a:cubicBezTo>
                  <a:cubicBezTo>
                    <a:pt x="8" y="11"/>
                    <a:pt x="9" y="14"/>
                    <a:pt x="10" y="16"/>
                  </a:cubicBezTo>
                  <a:cubicBezTo>
                    <a:pt x="11" y="17"/>
                    <a:pt x="14" y="18"/>
                    <a:pt x="16" y="18"/>
                  </a:cubicBezTo>
                  <a:cubicBezTo>
                    <a:pt x="18" y="19"/>
                    <a:pt x="19" y="20"/>
                    <a:pt x="21" y="21"/>
                  </a:cubicBezTo>
                  <a:cubicBezTo>
                    <a:pt x="22" y="22"/>
                    <a:pt x="23" y="23"/>
                    <a:pt x="24" y="23"/>
                  </a:cubicBezTo>
                  <a:cubicBezTo>
                    <a:pt x="25" y="24"/>
                    <a:pt x="27" y="24"/>
                    <a:pt x="29" y="24"/>
                  </a:cubicBezTo>
                  <a:cubicBezTo>
                    <a:pt x="32" y="25"/>
                    <a:pt x="35" y="26"/>
                    <a:pt x="38" y="27"/>
                  </a:cubicBezTo>
                  <a:cubicBezTo>
                    <a:pt x="42" y="29"/>
                    <a:pt x="47" y="31"/>
                    <a:pt x="46" y="36"/>
                  </a:cubicBezTo>
                  <a:cubicBezTo>
                    <a:pt x="43" y="38"/>
                    <a:pt x="39" y="36"/>
                    <a:pt x="37" y="35"/>
                  </a:cubicBezTo>
                  <a:cubicBezTo>
                    <a:pt x="35" y="34"/>
                    <a:pt x="33" y="35"/>
                    <a:pt x="31" y="35"/>
                  </a:cubicBezTo>
                  <a:cubicBezTo>
                    <a:pt x="30" y="34"/>
                    <a:pt x="29" y="34"/>
                    <a:pt x="27" y="34"/>
                  </a:cubicBezTo>
                  <a:cubicBezTo>
                    <a:pt x="24" y="33"/>
                    <a:pt x="21" y="30"/>
                    <a:pt x="18" y="29"/>
                  </a:cubicBezTo>
                  <a:cubicBezTo>
                    <a:pt x="15" y="27"/>
                    <a:pt x="11" y="26"/>
                    <a:pt x="8" y="24"/>
                  </a:cubicBezTo>
                  <a:cubicBezTo>
                    <a:pt x="6" y="24"/>
                    <a:pt x="5" y="23"/>
                    <a:pt x="4" y="22"/>
                  </a:cubicBezTo>
                  <a:cubicBezTo>
                    <a:pt x="3" y="20"/>
                    <a:pt x="3" y="18"/>
                    <a:pt x="3" y="16"/>
                  </a:cubicBezTo>
                  <a:cubicBezTo>
                    <a:pt x="2" y="13"/>
                    <a:pt x="0" y="10"/>
                    <a:pt x="0" y="6"/>
                  </a:cubicBezTo>
                  <a:cubicBezTo>
                    <a:pt x="0" y="4"/>
                    <a:pt x="0" y="1"/>
                    <a:pt x="3" y="0"/>
                  </a:cubicBezTo>
                </a:path>
              </a:pathLst>
            </a:custGeom>
            <a:solidFill>
              <a:srgbClr val="FAD7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363" name="Freeform 822">
              <a:extLst>
                <a:ext uri="{FF2B5EF4-FFF2-40B4-BE49-F238E27FC236}">
                  <a16:creationId xmlns:a16="http://schemas.microsoft.com/office/drawing/2014/main" id="{5C0A7819-04A5-4AAF-8926-C07E985004F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8" y="2557"/>
              <a:ext cx="88" cy="66"/>
            </a:xfrm>
            <a:custGeom>
              <a:avLst/>
              <a:gdLst>
                <a:gd name="T0" fmla="*/ 0 w 59"/>
                <a:gd name="T1" fmla="*/ 12 h 44"/>
                <a:gd name="T2" fmla="*/ 15 w 59"/>
                <a:gd name="T3" fmla="*/ 14 h 44"/>
                <a:gd name="T4" fmla="*/ 33 w 59"/>
                <a:gd name="T5" fmla="*/ 54 h 44"/>
                <a:gd name="T6" fmla="*/ 67 w 59"/>
                <a:gd name="T7" fmla="*/ 80 h 44"/>
                <a:gd name="T8" fmla="*/ 100 w 59"/>
                <a:gd name="T9" fmla="*/ 93 h 44"/>
                <a:gd name="T10" fmla="*/ 116 w 59"/>
                <a:gd name="T11" fmla="*/ 102 h 44"/>
                <a:gd name="T12" fmla="*/ 130 w 59"/>
                <a:gd name="T13" fmla="*/ 107 h 44"/>
                <a:gd name="T14" fmla="*/ 169 w 59"/>
                <a:gd name="T15" fmla="*/ 107 h 44"/>
                <a:gd name="T16" fmla="*/ 195 w 59"/>
                <a:gd name="T17" fmla="*/ 122 h 44"/>
                <a:gd name="T18" fmla="*/ 180 w 59"/>
                <a:gd name="T19" fmla="*/ 147 h 44"/>
                <a:gd name="T20" fmla="*/ 146 w 59"/>
                <a:gd name="T21" fmla="*/ 143 h 44"/>
                <a:gd name="T22" fmla="*/ 113 w 59"/>
                <a:gd name="T23" fmla="*/ 134 h 44"/>
                <a:gd name="T24" fmla="*/ 82 w 59"/>
                <a:gd name="T25" fmla="*/ 120 h 44"/>
                <a:gd name="T26" fmla="*/ 49 w 59"/>
                <a:gd name="T27" fmla="*/ 93 h 44"/>
                <a:gd name="T28" fmla="*/ 36 w 59"/>
                <a:gd name="T29" fmla="*/ 89 h 44"/>
                <a:gd name="T30" fmla="*/ 28 w 59"/>
                <a:gd name="T31" fmla="*/ 72 h 44"/>
                <a:gd name="T32" fmla="*/ 13 w 59"/>
                <a:gd name="T33" fmla="*/ 45 h 44"/>
                <a:gd name="T34" fmla="*/ 6 w 59"/>
                <a:gd name="T35" fmla="*/ 26 h 44"/>
                <a:gd name="T36" fmla="*/ 0 w 59"/>
                <a:gd name="T37" fmla="*/ 12 h 44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59" h="44">
                  <a:moveTo>
                    <a:pt x="0" y="3"/>
                  </a:moveTo>
                  <a:cubicBezTo>
                    <a:pt x="2" y="2"/>
                    <a:pt x="4" y="0"/>
                    <a:pt x="5" y="4"/>
                  </a:cubicBezTo>
                  <a:cubicBezTo>
                    <a:pt x="6" y="8"/>
                    <a:pt x="7" y="12"/>
                    <a:pt x="10" y="16"/>
                  </a:cubicBezTo>
                  <a:cubicBezTo>
                    <a:pt x="12" y="20"/>
                    <a:pt x="15" y="22"/>
                    <a:pt x="20" y="23"/>
                  </a:cubicBezTo>
                  <a:cubicBezTo>
                    <a:pt x="23" y="25"/>
                    <a:pt x="27" y="25"/>
                    <a:pt x="30" y="27"/>
                  </a:cubicBezTo>
                  <a:cubicBezTo>
                    <a:pt x="32" y="28"/>
                    <a:pt x="33" y="29"/>
                    <a:pt x="35" y="30"/>
                  </a:cubicBezTo>
                  <a:cubicBezTo>
                    <a:pt x="36" y="30"/>
                    <a:pt x="38" y="30"/>
                    <a:pt x="39" y="31"/>
                  </a:cubicBezTo>
                  <a:cubicBezTo>
                    <a:pt x="43" y="31"/>
                    <a:pt x="47" y="31"/>
                    <a:pt x="51" y="31"/>
                  </a:cubicBezTo>
                  <a:cubicBezTo>
                    <a:pt x="54" y="31"/>
                    <a:pt x="58" y="32"/>
                    <a:pt x="59" y="36"/>
                  </a:cubicBezTo>
                  <a:cubicBezTo>
                    <a:pt x="59" y="37"/>
                    <a:pt x="56" y="42"/>
                    <a:pt x="54" y="43"/>
                  </a:cubicBezTo>
                  <a:cubicBezTo>
                    <a:pt x="51" y="44"/>
                    <a:pt x="47" y="43"/>
                    <a:pt x="44" y="42"/>
                  </a:cubicBezTo>
                  <a:cubicBezTo>
                    <a:pt x="41" y="40"/>
                    <a:pt x="38" y="40"/>
                    <a:pt x="34" y="39"/>
                  </a:cubicBezTo>
                  <a:cubicBezTo>
                    <a:pt x="31" y="38"/>
                    <a:pt x="28" y="37"/>
                    <a:pt x="25" y="35"/>
                  </a:cubicBezTo>
                  <a:cubicBezTo>
                    <a:pt x="22" y="32"/>
                    <a:pt x="19" y="29"/>
                    <a:pt x="15" y="27"/>
                  </a:cubicBezTo>
                  <a:cubicBezTo>
                    <a:pt x="14" y="27"/>
                    <a:pt x="12" y="26"/>
                    <a:pt x="11" y="26"/>
                  </a:cubicBezTo>
                  <a:cubicBezTo>
                    <a:pt x="10" y="25"/>
                    <a:pt x="9" y="22"/>
                    <a:pt x="9" y="21"/>
                  </a:cubicBezTo>
                  <a:cubicBezTo>
                    <a:pt x="7" y="18"/>
                    <a:pt x="6" y="15"/>
                    <a:pt x="4" y="13"/>
                  </a:cubicBezTo>
                  <a:cubicBezTo>
                    <a:pt x="3" y="11"/>
                    <a:pt x="2" y="9"/>
                    <a:pt x="2" y="7"/>
                  </a:cubicBezTo>
                  <a:cubicBezTo>
                    <a:pt x="1" y="6"/>
                    <a:pt x="1" y="4"/>
                    <a:pt x="0" y="3"/>
                  </a:cubicBezTo>
                </a:path>
              </a:pathLst>
            </a:custGeom>
            <a:solidFill>
              <a:srgbClr val="FAD7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364" name="Freeform 823">
              <a:extLst>
                <a:ext uri="{FF2B5EF4-FFF2-40B4-BE49-F238E27FC236}">
                  <a16:creationId xmlns:a16="http://schemas.microsoft.com/office/drawing/2014/main" id="{E8ACD656-C2B0-4362-8D34-A76FE9F5556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3" y="2602"/>
              <a:ext cx="54" cy="37"/>
            </a:xfrm>
            <a:custGeom>
              <a:avLst/>
              <a:gdLst>
                <a:gd name="T0" fmla="*/ 0 w 36"/>
                <a:gd name="T1" fmla="*/ 0 h 25"/>
                <a:gd name="T2" fmla="*/ 18 w 36"/>
                <a:gd name="T3" fmla="*/ 33 h 25"/>
                <a:gd name="T4" fmla="*/ 35 w 36"/>
                <a:gd name="T5" fmla="*/ 40 h 25"/>
                <a:gd name="T6" fmla="*/ 53 w 36"/>
                <a:gd name="T7" fmla="*/ 49 h 25"/>
                <a:gd name="T8" fmla="*/ 95 w 36"/>
                <a:gd name="T9" fmla="*/ 78 h 25"/>
                <a:gd name="T10" fmla="*/ 120 w 36"/>
                <a:gd name="T11" fmla="*/ 59 h 25"/>
                <a:gd name="T12" fmla="*/ 102 w 36"/>
                <a:gd name="T13" fmla="*/ 46 h 25"/>
                <a:gd name="T14" fmla="*/ 68 w 36"/>
                <a:gd name="T15" fmla="*/ 41 h 25"/>
                <a:gd name="T16" fmla="*/ 39 w 36"/>
                <a:gd name="T17" fmla="*/ 27 h 25"/>
                <a:gd name="T18" fmla="*/ 14 w 36"/>
                <a:gd name="T19" fmla="*/ 9 h 25"/>
                <a:gd name="T20" fmla="*/ 5 w 36"/>
                <a:gd name="T21" fmla="*/ 0 h 2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6" h="25">
                  <a:moveTo>
                    <a:pt x="0" y="0"/>
                  </a:moveTo>
                  <a:cubicBezTo>
                    <a:pt x="3" y="3"/>
                    <a:pt x="2" y="7"/>
                    <a:pt x="5" y="10"/>
                  </a:cubicBezTo>
                  <a:cubicBezTo>
                    <a:pt x="6" y="11"/>
                    <a:pt x="8" y="11"/>
                    <a:pt x="10" y="12"/>
                  </a:cubicBezTo>
                  <a:cubicBezTo>
                    <a:pt x="12" y="13"/>
                    <a:pt x="13" y="14"/>
                    <a:pt x="15" y="15"/>
                  </a:cubicBezTo>
                  <a:cubicBezTo>
                    <a:pt x="18" y="18"/>
                    <a:pt x="23" y="25"/>
                    <a:pt x="28" y="24"/>
                  </a:cubicBezTo>
                  <a:cubicBezTo>
                    <a:pt x="31" y="24"/>
                    <a:pt x="36" y="21"/>
                    <a:pt x="35" y="18"/>
                  </a:cubicBezTo>
                  <a:cubicBezTo>
                    <a:pt x="35" y="15"/>
                    <a:pt x="32" y="14"/>
                    <a:pt x="30" y="14"/>
                  </a:cubicBezTo>
                  <a:cubicBezTo>
                    <a:pt x="26" y="14"/>
                    <a:pt x="23" y="14"/>
                    <a:pt x="20" y="13"/>
                  </a:cubicBezTo>
                  <a:cubicBezTo>
                    <a:pt x="16" y="12"/>
                    <a:pt x="14" y="10"/>
                    <a:pt x="11" y="8"/>
                  </a:cubicBezTo>
                  <a:cubicBezTo>
                    <a:pt x="9" y="6"/>
                    <a:pt x="7" y="4"/>
                    <a:pt x="4" y="3"/>
                  </a:cubicBezTo>
                  <a:cubicBezTo>
                    <a:pt x="3" y="2"/>
                    <a:pt x="2" y="1"/>
                    <a:pt x="1" y="0"/>
                  </a:cubicBezTo>
                </a:path>
              </a:pathLst>
            </a:custGeom>
            <a:solidFill>
              <a:srgbClr val="FAD7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365" name="Freeform 824">
              <a:extLst>
                <a:ext uri="{FF2B5EF4-FFF2-40B4-BE49-F238E27FC236}">
                  <a16:creationId xmlns:a16="http://schemas.microsoft.com/office/drawing/2014/main" id="{108FFBB3-34B1-4C05-BDD0-10311BA85CC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4" y="2484"/>
              <a:ext cx="19" cy="63"/>
            </a:xfrm>
            <a:custGeom>
              <a:avLst/>
              <a:gdLst>
                <a:gd name="T0" fmla="*/ 41 w 13"/>
                <a:gd name="T1" fmla="*/ 0 h 42"/>
                <a:gd name="T2" fmla="*/ 19 w 13"/>
                <a:gd name="T3" fmla="*/ 66 h 42"/>
                <a:gd name="T4" fmla="*/ 28 w 13"/>
                <a:gd name="T5" fmla="*/ 102 h 42"/>
                <a:gd name="T6" fmla="*/ 34 w 13"/>
                <a:gd name="T7" fmla="*/ 143 h 42"/>
                <a:gd name="T8" fmla="*/ 15 w 13"/>
                <a:gd name="T9" fmla="*/ 107 h 42"/>
                <a:gd name="T10" fmla="*/ 1 w 13"/>
                <a:gd name="T11" fmla="*/ 53 h 42"/>
                <a:gd name="T12" fmla="*/ 38 w 13"/>
                <a:gd name="T13" fmla="*/ 5 h 4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42">
                  <a:moveTo>
                    <a:pt x="13" y="0"/>
                  </a:moveTo>
                  <a:cubicBezTo>
                    <a:pt x="7" y="2"/>
                    <a:pt x="5" y="14"/>
                    <a:pt x="6" y="19"/>
                  </a:cubicBezTo>
                  <a:cubicBezTo>
                    <a:pt x="6" y="23"/>
                    <a:pt x="8" y="26"/>
                    <a:pt x="9" y="30"/>
                  </a:cubicBezTo>
                  <a:cubicBezTo>
                    <a:pt x="10" y="34"/>
                    <a:pt x="10" y="38"/>
                    <a:pt x="11" y="42"/>
                  </a:cubicBezTo>
                  <a:cubicBezTo>
                    <a:pt x="8" y="40"/>
                    <a:pt x="6" y="35"/>
                    <a:pt x="5" y="31"/>
                  </a:cubicBezTo>
                  <a:cubicBezTo>
                    <a:pt x="2" y="26"/>
                    <a:pt x="0" y="21"/>
                    <a:pt x="1" y="15"/>
                  </a:cubicBezTo>
                  <a:cubicBezTo>
                    <a:pt x="2" y="9"/>
                    <a:pt x="4" y="0"/>
                    <a:pt x="12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366" name="Freeform 825">
              <a:extLst>
                <a:ext uri="{FF2B5EF4-FFF2-40B4-BE49-F238E27FC236}">
                  <a16:creationId xmlns:a16="http://schemas.microsoft.com/office/drawing/2014/main" id="{CC445388-3276-4235-ABE9-FC4D741191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4" y="2494"/>
              <a:ext cx="18" cy="14"/>
            </a:xfrm>
            <a:custGeom>
              <a:avLst/>
              <a:gdLst>
                <a:gd name="T0" fmla="*/ 0 w 12"/>
                <a:gd name="T1" fmla="*/ 22 h 9"/>
                <a:gd name="T2" fmla="*/ 14 w 12"/>
                <a:gd name="T3" fmla="*/ 5 h 9"/>
                <a:gd name="T4" fmla="*/ 35 w 12"/>
                <a:gd name="T5" fmla="*/ 0 h 9"/>
                <a:gd name="T6" fmla="*/ 18 w 12"/>
                <a:gd name="T7" fmla="*/ 14 h 9"/>
                <a:gd name="T8" fmla="*/ 0 w 12"/>
                <a:gd name="T9" fmla="*/ 22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9">
                  <a:moveTo>
                    <a:pt x="0" y="6"/>
                  </a:moveTo>
                  <a:cubicBezTo>
                    <a:pt x="0" y="4"/>
                    <a:pt x="3" y="2"/>
                    <a:pt x="4" y="1"/>
                  </a:cubicBezTo>
                  <a:cubicBezTo>
                    <a:pt x="5" y="1"/>
                    <a:pt x="9" y="0"/>
                    <a:pt x="10" y="0"/>
                  </a:cubicBezTo>
                  <a:cubicBezTo>
                    <a:pt x="12" y="1"/>
                    <a:pt x="6" y="4"/>
                    <a:pt x="5" y="4"/>
                  </a:cubicBezTo>
                  <a:cubicBezTo>
                    <a:pt x="3" y="5"/>
                    <a:pt x="0" y="9"/>
                    <a:pt x="0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367" name="Freeform 826">
              <a:extLst>
                <a:ext uri="{FF2B5EF4-FFF2-40B4-BE49-F238E27FC236}">
                  <a16:creationId xmlns:a16="http://schemas.microsoft.com/office/drawing/2014/main" id="{69AA90F1-DFC4-448F-A2F0-2B89806F373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4" y="2651"/>
              <a:ext cx="8" cy="6"/>
            </a:xfrm>
            <a:custGeom>
              <a:avLst/>
              <a:gdLst>
                <a:gd name="T0" fmla="*/ 0 w 5"/>
                <a:gd name="T1" fmla="*/ 5 h 4"/>
                <a:gd name="T2" fmla="*/ 13 w 5"/>
                <a:gd name="T3" fmla="*/ 14 h 4"/>
                <a:gd name="T4" fmla="*/ 0 w 5"/>
                <a:gd name="T5" fmla="*/ 5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0" y="1"/>
                  </a:moveTo>
                  <a:cubicBezTo>
                    <a:pt x="1" y="2"/>
                    <a:pt x="2" y="3"/>
                    <a:pt x="3" y="4"/>
                  </a:cubicBezTo>
                  <a:cubicBezTo>
                    <a:pt x="5" y="2"/>
                    <a:pt x="2" y="0"/>
                    <a:pt x="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368" name="Freeform 827">
              <a:extLst>
                <a:ext uri="{FF2B5EF4-FFF2-40B4-BE49-F238E27FC236}">
                  <a16:creationId xmlns:a16="http://schemas.microsoft.com/office/drawing/2014/main" id="{3483F738-31DB-42F0-B300-EDC1B687386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6" y="2494"/>
              <a:ext cx="13" cy="20"/>
            </a:xfrm>
            <a:custGeom>
              <a:avLst/>
              <a:gdLst>
                <a:gd name="T0" fmla="*/ 27 w 9"/>
                <a:gd name="T1" fmla="*/ 0 h 13"/>
                <a:gd name="T2" fmla="*/ 0 w 9"/>
                <a:gd name="T3" fmla="*/ 28 h 13"/>
                <a:gd name="T4" fmla="*/ 27 w 9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3">
                  <a:moveTo>
                    <a:pt x="9" y="0"/>
                  </a:moveTo>
                  <a:cubicBezTo>
                    <a:pt x="9" y="0"/>
                    <a:pt x="1" y="3"/>
                    <a:pt x="0" y="8"/>
                  </a:cubicBezTo>
                  <a:cubicBezTo>
                    <a:pt x="0" y="13"/>
                    <a:pt x="3" y="1"/>
                    <a:pt x="9" y="0"/>
                  </a:cubicBezTo>
                </a:path>
              </a:pathLst>
            </a:custGeom>
            <a:solidFill>
              <a:srgbClr val="FAD7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369" name="Freeform 828">
              <a:extLst>
                <a:ext uri="{FF2B5EF4-FFF2-40B4-BE49-F238E27FC236}">
                  <a16:creationId xmlns:a16="http://schemas.microsoft.com/office/drawing/2014/main" id="{C8B44426-FE9E-491D-BF50-78998F15D7B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8" y="1658"/>
              <a:ext cx="143" cy="97"/>
            </a:xfrm>
            <a:custGeom>
              <a:avLst/>
              <a:gdLst>
                <a:gd name="T0" fmla="*/ 0 w 95"/>
                <a:gd name="T1" fmla="*/ 167 h 65"/>
                <a:gd name="T2" fmla="*/ 238 w 95"/>
                <a:gd name="T3" fmla="*/ 136 h 65"/>
                <a:gd name="T4" fmla="*/ 324 w 95"/>
                <a:gd name="T5" fmla="*/ 0 h 65"/>
                <a:gd name="T6" fmla="*/ 203 w 95"/>
                <a:gd name="T7" fmla="*/ 176 h 65"/>
                <a:gd name="T8" fmla="*/ 12 w 95"/>
                <a:gd name="T9" fmla="*/ 169 h 6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5" h="65">
                  <a:moveTo>
                    <a:pt x="0" y="50"/>
                  </a:moveTo>
                  <a:cubicBezTo>
                    <a:pt x="22" y="65"/>
                    <a:pt x="52" y="58"/>
                    <a:pt x="70" y="41"/>
                  </a:cubicBezTo>
                  <a:cubicBezTo>
                    <a:pt x="83" y="30"/>
                    <a:pt x="88" y="13"/>
                    <a:pt x="95" y="0"/>
                  </a:cubicBezTo>
                  <a:cubicBezTo>
                    <a:pt x="87" y="20"/>
                    <a:pt x="80" y="42"/>
                    <a:pt x="60" y="53"/>
                  </a:cubicBezTo>
                  <a:cubicBezTo>
                    <a:pt x="44" y="63"/>
                    <a:pt x="18" y="64"/>
                    <a:pt x="3" y="51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370" name="Freeform 829">
              <a:extLst>
                <a:ext uri="{FF2B5EF4-FFF2-40B4-BE49-F238E27FC236}">
                  <a16:creationId xmlns:a16="http://schemas.microsoft.com/office/drawing/2014/main" id="{21ADA1B7-DF9F-44C4-8CAF-DFF351CAA54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0" y="1652"/>
              <a:ext cx="139" cy="108"/>
            </a:xfrm>
            <a:custGeom>
              <a:avLst/>
              <a:gdLst>
                <a:gd name="T0" fmla="*/ 6 w 93"/>
                <a:gd name="T1" fmla="*/ 0 h 72"/>
                <a:gd name="T2" fmla="*/ 123 w 93"/>
                <a:gd name="T3" fmla="*/ 188 h 72"/>
                <a:gd name="T4" fmla="*/ 311 w 93"/>
                <a:gd name="T5" fmla="*/ 216 h 72"/>
                <a:gd name="T6" fmla="*/ 123 w 93"/>
                <a:gd name="T7" fmla="*/ 176 h 72"/>
                <a:gd name="T8" fmla="*/ 6 w 93"/>
                <a:gd name="T9" fmla="*/ 27 h 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3" h="72">
                  <a:moveTo>
                    <a:pt x="2" y="0"/>
                  </a:moveTo>
                  <a:cubicBezTo>
                    <a:pt x="0" y="23"/>
                    <a:pt x="18" y="45"/>
                    <a:pt x="37" y="55"/>
                  </a:cubicBezTo>
                  <a:cubicBezTo>
                    <a:pt x="51" y="63"/>
                    <a:pt x="77" y="72"/>
                    <a:pt x="93" y="64"/>
                  </a:cubicBezTo>
                  <a:cubicBezTo>
                    <a:pt x="81" y="69"/>
                    <a:pt x="50" y="59"/>
                    <a:pt x="37" y="52"/>
                  </a:cubicBezTo>
                  <a:cubicBezTo>
                    <a:pt x="24" y="44"/>
                    <a:pt x="3" y="23"/>
                    <a:pt x="2" y="8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371" name="Freeform 830">
              <a:extLst>
                <a:ext uri="{FF2B5EF4-FFF2-40B4-BE49-F238E27FC236}">
                  <a16:creationId xmlns:a16="http://schemas.microsoft.com/office/drawing/2014/main" id="{2D44259E-642D-4D8E-ABCF-90A207FCAAE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1" y="2346"/>
              <a:ext cx="338" cy="162"/>
            </a:xfrm>
            <a:custGeom>
              <a:avLst/>
              <a:gdLst>
                <a:gd name="T0" fmla="*/ 763 w 225"/>
                <a:gd name="T1" fmla="*/ 215 h 108"/>
                <a:gd name="T2" fmla="*/ 0 w 225"/>
                <a:gd name="T3" fmla="*/ 0 h 108"/>
                <a:gd name="T4" fmla="*/ 763 w 225"/>
                <a:gd name="T5" fmla="*/ 215 h 10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5" h="108">
                  <a:moveTo>
                    <a:pt x="225" y="63"/>
                  </a:moveTo>
                  <a:cubicBezTo>
                    <a:pt x="225" y="63"/>
                    <a:pt x="121" y="108"/>
                    <a:pt x="0" y="0"/>
                  </a:cubicBezTo>
                  <a:cubicBezTo>
                    <a:pt x="0" y="0"/>
                    <a:pt x="104" y="97"/>
                    <a:pt x="225" y="63"/>
                  </a:cubicBezTo>
                  <a:close/>
                </a:path>
              </a:pathLst>
            </a:custGeom>
            <a:solidFill>
              <a:srgbClr val="8F8E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372" name="Freeform 831">
              <a:extLst>
                <a:ext uri="{FF2B5EF4-FFF2-40B4-BE49-F238E27FC236}">
                  <a16:creationId xmlns:a16="http://schemas.microsoft.com/office/drawing/2014/main" id="{EB6772F3-9529-4784-90FB-006304DB266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7" y="2346"/>
              <a:ext cx="142" cy="70"/>
            </a:xfrm>
            <a:custGeom>
              <a:avLst/>
              <a:gdLst>
                <a:gd name="T0" fmla="*/ 317 w 95"/>
                <a:gd name="T1" fmla="*/ 0 h 47"/>
                <a:gd name="T2" fmla="*/ 0 w 95"/>
                <a:gd name="T3" fmla="*/ 155 h 47"/>
                <a:gd name="T4" fmla="*/ 317 w 95"/>
                <a:gd name="T5" fmla="*/ 0 h 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5" h="47">
                  <a:moveTo>
                    <a:pt x="95" y="0"/>
                  </a:moveTo>
                  <a:cubicBezTo>
                    <a:pt x="95" y="0"/>
                    <a:pt x="40" y="37"/>
                    <a:pt x="0" y="47"/>
                  </a:cubicBezTo>
                  <a:cubicBezTo>
                    <a:pt x="0" y="47"/>
                    <a:pt x="50" y="39"/>
                    <a:pt x="95" y="0"/>
                  </a:cubicBezTo>
                  <a:close/>
                </a:path>
              </a:pathLst>
            </a:custGeom>
            <a:solidFill>
              <a:srgbClr val="8F8E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373" name="Freeform 832">
              <a:extLst>
                <a:ext uri="{FF2B5EF4-FFF2-40B4-BE49-F238E27FC236}">
                  <a16:creationId xmlns:a16="http://schemas.microsoft.com/office/drawing/2014/main" id="{B98D68CA-4E4B-481E-BECD-86A244BD4C1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5" y="3082"/>
              <a:ext cx="75" cy="81"/>
            </a:xfrm>
            <a:custGeom>
              <a:avLst/>
              <a:gdLst>
                <a:gd name="T0" fmla="*/ 0 w 50"/>
                <a:gd name="T1" fmla="*/ 129 h 54"/>
                <a:gd name="T2" fmla="*/ 156 w 50"/>
                <a:gd name="T3" fmla="*/ 0 h 54"/>
                <a:gd name="T4" fmla="*/ 143 w 50"/>
                <a:gd name="T5" fmla="*/ 107 h 54"/>
                <a:gd name="T6" fmla="*/ 27 w 50"/>
                <a:gd name="T7" fmla="*/ 143 h 5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0" h="54">
                  <a:moveTo>
                    <a:pt x="0" y="38"/>
                  </a:moveTo>
                  <a:cubicBezTo>
                    <a:pt x="20" y="54"/>
                    <a:pt x="41" y="14"/>
                    <a:pt x="46" y="0"/>
                  </a:cubicBezTo>
                  <a:cubicBezTo>
                    <a:pt x="47" y="11"/>
                    <a:pt x="50" y="21"/>
                    <a:pt x="42" y="31"/>
                  </a:cubicBezTo>
                  <a:cubicBezTo>
                    <a:pt x="34" y="39"/>
                    <a:pt x="19" y="42"/>
                    <a:pt x="8" y="42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374" name="Freeform 833">
              <a:extLst>
                <a:ext uri="{FF2B5EF4-FFF2-40B4-BE49-F238E27FC236}">
                  <a16:creationId xmlns:a16="http://schemas.microsoft.com/office/drawing/2014/main" id="{0D6EC313-C4ED-48BB-99EE-8E572F5A88FD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2" y="3075"/>
              <a:ext cx="56" cy="79"/>
            </a:xfrm>
            <a:custGeom>
              <a:avLst/>
              <a:gdLst>
                <a:gd name="T0" fmla="*/ 0 w 37"/>
                <a:gd name="T1" fmla="*/ 140 h 53"/>
                <a:gd name="T2" fmla="*/ 101 w 37"/>
                <a:gd name="T3" fmla="*/ 0 h 53"/>
                <a:gd name="T4" fmla="*/ 14 w 37"/>
                <a:gd name="T5" fmla="*/ 146 h 5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53">
                  <a:moveTo>
                    <a:pt x="0" y="42"/>
                  </a:moveTo>
                  <a:cubicBezTo>
                    <a:pt x="21" y="51"/>
                    <a:pt x="29" y="11"/>
                    <a:pt x="29" y="0"/>
                  </a:cubicBezTo>
                  <a:cubicBezTo>
                    <a:pt x="37" y="17"/>
                    <a:pt x="29" y="53"/>
                    <a:pt x="4" y="44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375" name="Freeform 834">
              <a:extLst>
                <a:ext uri="{FF2B5EF4-FFF2-40B4-BE49-F238E27FC236}">
                  <a16:creationId xmlns:a16="http://schemas.microsoft.com/office/drawing/2014/main" id="{001724F3-374F-45EA-803B-11F33C113B7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6" y="2460"/>
              <a:ext cx="66" cy="93"/>
            </a:xfrm>
            <a:custGeom>
              <a:avLst/>
              <a:gdLst>
                <a:gd name="T0" fmla="*/ 149 w 44"/>
                <a:gd name="T1" fmla="*/ 0 h 62"/>
                <a:gd name="T2" fmla="*/ 129 w 44"/>
                <a:gd name="T3" fmla="*/ 153 h 62"/>
                <a:gd name="T4" fmla="*/ 0 w 44"/>
                <a:gd name="T5" fmla="*/ 170 h 62"/>
                <a:gd name="T6" fmla="*/ 72 w 44"/>
                <a:gd name="T7" fmla="*/ 161 h 62"/>
                <a:gd name="T8" fmla="*/ 80 w 44"/>
                <a:gd name="T9" fmla="*/ 95 h 62"/>
                <a:gd name="T10" fmla="*/ 135 w 44"/>
                <a:gd name="T11" fmla="*/ 12 h 6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4" h="62">
                  <a:moveTo>
                    <a:pt x="44" y="0"/>
                  </a:moveTo>
                  <a:cubicBezTo>
                    <a:pt x="43" y="14"/>
                    <a:pt x="44" y="32"/>
                    <a:pt x="38" y="45"/>
                  </a:cubicBezTo>
                  <a:cubicBezTo>
                    <a:pt x="29" y="62"/>
                    <a:pt x="15" y="52"/>
                    <a:pt x="0" y="50"/>
                  </a:cubicBezTo>
                  <a:cubicBezTo>
                    <a:pt x="6" y="51"/>
                    <a:pt x="16" y="52"/>
                    <a:pt x="21" y="47"/>
                  </a:cubicBezTo>
                  <a:cubicBezTo>
                    <a:pt x="28" y="40"/>
                    <a:pt x="22" y="36"/>
                    <a:pt x="23" y="28"/>
                  </a:cubicBezTo>
                  <a:cubicBezTo>
                    <a:pt x="24" y="14"/>
                    <a:pt x="35" y="13"/>
                    <a:pt x="40" y="3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376" name="Freeform 835">
              <a:extLst>
                <a:ext uri="{FF2B5EF4-FFF2-40B4-BE49-F238E27FC236}">
                  <a16:creationId xmlns:a16="http://schemas.microsoft.com/office/drawing/2014/main" id="{E135ED35-B687-4141-9FEB-2F9E9335758C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3" y="1930"/>
              <a:ext cx="31" cy="355"/>
            </a:xfrm>
            <a:custGeom>
              <a:avLst/>
              <a:gdLst>
                <a:gd name="T0" fmla="*/ 9 w 21"/>
                <a:gd name="T1" fmla="*/ 351 h 237"/>
                <a:gd name="T2" fmla="*/ 68 w 21"/>
                <a:gd name="T3" fmla="*/ 797 h 237"/>
                <a:gd name="T4" fmla="*/ 40 w 21"/>
                <a:gd name="T5" fmla="*/ 391 h 237"/>
                <a:gd name="T6" fmla="*/ 1 w 21"/>
                <a:gd name="T7" fmla="*/ 0 h 237"/>
                <a:gd name="T8" fmla="*/ 9 w 21"/>
                <a:gd name="T9" fmla="*/ 351 h 2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237">
                  <a:moveTo>
                    <a:pt x="3" y="104"/>
                  </a:moveTo>
                  <a:cubicBezTo>
                    <a:pt x="4" y="124"/>
                    <a:pt x="13" y="208"/>
                    <a:pt x="21" y="237"/>
                  </a:cubicBezTo>
                  <a:cubicBezTo>
                    <a:pt x="19" y="220"/>
                    <a:pt x="13" y="170"/>
                    <a:pt x="12" y="116"/>
                  </a:cubicBezTo>
                  <a:cubicBezTo>
                    <a:pt x="11" y="61"/>
                    <a:pt x="6" y="24"/>
                    <a:pt x="1" y="0"/>
                  </a:cubicBezTo>
                  <a:cubicBezTo>
                    <a:pt x="0" y="25"/>
                    <a:pt x="2" y="81"/>
                    <a:pt x="3" y="104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377" name="Freeform 836">
              <a:extLst>
                <a:ext uri="{FF2B5EF4-FFF2-40B4-BE49-F238E27FC236}">
                  <a16:creationId xmlns:a16="http://schemas.microsoft.com/office/drawing/2014/main" id="{9B973E14-01F1-4D6D-A03A-73A792D45B5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0" y="1534"/>
              <a:ext cx="42" cy="387"/>
            </a:xfrm>
            <a:custGeom>
              <a:avLst/>
              <a:gdLst>
                <a:gd name="T0" fmla="*/ 86 w 28"/>
                <a:gd name="T1" fmla="*/ 0 h 259"/>
                <a:gd name="T2" fmla="*/ 86 w 28"/>
                <a:gd name="T3" fmla="*/ 366 h 259"/>
                <a:gd name="T4" fmla="*/ 39 w 28"/>
                <a:gd name="T5" fmla="*/ 758 h 259"/>
                <a:gd name="T6" fmla="*/ 26 w 28"/>
                <a:gd name="T7" fmla="*/ 864 h 259"/>
                <a:gd name="T8" fmla="*/ 32 w 28"/>
                <a:gd name="T9" fmla="*/ 507 h 259"/>
                <a:gd name="T10" fmla="*/ 86 w 28"/>
                <a:gd name="T11" fmla="*/ 0 h 25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" h="259">
                  <a:moveTo>
                    <a:pt x="25" y="0"/>
                  </a:moveTo>
                  <a:cubicBezTo>
                    <a:pt x="27" y="19"/>
                    <a:pt x="27" y="75"/>
                    <a:pt x="25" y="110"/>
                  </a:cubicBezTo>
                  <a:cubicBezTo>
                    <a:pt x="23" y="146"/>
                    <a:pt x="15" y="208"/>
                    <a:pt x="11" y="227"/>
                  </a:cubicBezTo>
                  <a:cubicBezTo>
                    <a:pt x="7" y="247"/>
                    <a:pt x="7" y="259"/>
                    <a:pt x="7" y="259"/>
                  </a:cubicBezTo>
                  <a:cubicBezTo>
                    <a:pt x="0" y="232"/>
                    <a:pt x="8" y="170"/>
                    <a:pt x="9" y="152"/>
                  </a:cubicBezTo>
                  <a:cubicBezTo>
                    <a:pt x="10" y="134"/>
                    <a:pt x="28" y="24"/>
                    <a:pt x="25" y="0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378" name="Freeform 837">
              <a:extLst>
                <a:ext uri="{FF2B5EF4-FFF2-40B4-BE49-F238E27FC236}">
                  <a16:creationId xmlns:a16="http://schemas.microsoft.com/office/drawing/2014/main" id="{3FF8A8A4-A60E-4B93-A863-4CD2C9B9619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7" y="1945"/>
              <a:ext cx="27" cy="326"/>
            </a:xfrm>
            <a:custGeom>
              <a:avLst/>
              <a:gdLst>
                <a:gd name="T0" fmla="*/ 0 w 18"/>
                <a:gd name="T1" fmla="*/ 730 h 218"/>
                <a:gd name="T2" fmla="*/ 21 w 18"/>
                <a:gd name="T3" fmla="*/ 398 h 218"/>
                <a:gd name="T4" fmla="*/ 54 w 18"/>
                <a:gd name="T5" fmla="*/ 0 h 218"/>
                <a:gd name="T6" fmla="*/ 59 w 18"/>
                <a:gd name="T7" fmla="*/ 298 h 218"/>
                <a:gd name="T8" fmla="*/ 0 w 18"/>
                <a:gd name="T9" fmla="*/ 730 h 2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218">
                  <a:moveTo>
                    <a:pt x="0" y="218"/>
                  </a:moveTo>
                  <a:cubicBezTo>
                    <a:pt x="0" y="211"/>
                    <a:pt x="6" y="158"/>
                    <a:pt x="6" y="119"/>
                  </a:cubicBezTo>
                  <a:cubicBezTo>
                    <a:pt x="6" y="75"/>
                    <a:pt x="9" y="31"/>
                    <a:pt x="16" y="0"/>
                  </a:cubicBezTo>
                  <a:cubicBezTo>
                    <a:pt x="13" y="20"/>
                    <a:pt x="16" y="60"/>
                    <a:pt x="17" y="89"/>
                  </a:cubicBezTo>
                  <a:cubicBezTo>
                    <a:pt x="18" y="117"/>
                    <a:pt x="9" y="191"/>
                    <a:pt x="0" y="2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379" name="Freeform 838">
              <a:extLst>
                <a:ext uri="{FF2B5EF4-FFF2-40B4-BE49-F238E27FC236}">
                  <a16:creationId xmlns:a16="http://schemas.microsoft.com/office/drawing/2014/main" id="{DB312F5D-CACD-4F40-9E8C-88227B1951FC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3" y="2207"/>
              <a:ext cx="42" cy="16"/>
            </a:xfrm>
            <a:custGeom>
              <a:avLst/>
              <a:gdLst>
                <a:gd name="T0" fmla="*/ 32 w 28"/>
                <a:gd name="T1" fmla="*/ 0 h 11"/>
                <a:gd name="T2" fmla="*/ 27 w 28"/>
                <a:gd name="T3" fmla="*/ 28 h 11"/>
                <a:gd name="T4" fmla="*/ 66 w 28"/>
                <a:gd name="T5" fmla="*/ 13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11">
                  <a:moveTo>
                    <a:pt x="9" y="0"/>
                  </a:moveTo>
                  <a:cubicBezTo>
                    <a:pt x="0" y="1"/>
                    <a:pt x="0" y="7"/>
                    <a:pt x="8" y="9"/>
                  </a:cubicBezTo>
                  <a:cubicBezTo>
                    <a:pt x="15" y="11"/>
                    <a:pt x="28" y="5"/>
                    <a:pt x="19" y="4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380" name="Freeform 839">
              <a:extLst>
                <a:ext uri="{FF2B5EF4-FFF2-40B4-BE49-F238E27FC236}">
                  <a16:creationId xmlns:a16="http://schemas.microsoft.com/office/drawing/2014/main" id="{0A1793E7-3908-41B7-9B28-B92600F5530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9" y="2457"/>
              <a:ext cx="68" cy="109"/>
            </a:xfrm>
            <a:custGeom>
              <a:avLst/>
              <a:gdLst>
                <a:gd name="T0" fmla="*/ 103 w 45"/>
                <a:gd name="T1" fmla="*/ 13 h 73"/>
                <a:gd name="T2" fmla="*/ 115 w 45"/>
                <a:gd name="T3" fmla="*/ 90 h 73"/>
                <a:gd name="T4" fmla="*/ 115 w 45"/>
                <a:gd name="T5" fmla="*/ 161 h 73"/>
                <a:gd name="T6" fmla="*/ 82 w 45"/>
                <a:gd name="T7" fmla="*/ 221 h 73"/>
                <a:gd name="T8" fmla="*/ 0 w 45"/>
                <a:gd name="T9" fmla="*/ 236 h 73"/>
                <a:gd name="T10" fmla="*/ 80 w 45"/>
                <a:gd name="T11" fmla="*/ 221 h 73"/>
                <a:gd name="T12" fmla="*/ 144 w 45"/>
                <a:gd name="T13" fmla="*/ 163 h 73"/>
                <a:gd name="T14" fmla="*/ 110 w 45"/>
                <a:gd name="T15" fmla="*/ 0 h 7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5" h="73">
                  <a:moveTo>
                    <a:pt x="30" y="4"/>
                  </a:moveTo>
                  <a:cubicBezTo>
                    <a:pt x="30" y="12"/>
                    <a:pt x="32" y="19"/>
                    <a:pt x="33" y="27"/>
                  </a:cubicBezTo>
                  <a:cubicBezTo>
                    <a:pt x="34" y="34"/>
                    <a:pt x="34" y="41"/>
                    <a:pt x="33" y="48"/>
                  </a:cubicBezTo>
                  <a:cubicBezTo>
                    <a:pt x="31" y="55"/>
                    <a:pt x="30" y="62"/>
                    <a:pt x="24" y="66"/>
                  </a:cubicBezTo>
                  <a:cubicBezTo>
                    <a:pt x="16" y="72"/>
                    <a:pt x="9" y="68"/>
                    <a:pt x="0" y="71"/>
                  </a:cubicBezTo>
                  <a:cubicBezTo>
                    <a:pt x="7" y="73"/>
                    <a:pt x="17" y="68"/>
                    <a:pt x="23" y="66"/>
                  </a:cubicBezTo>
                  <a:cubicBezTo>
                    <a:pt x="33" y="64"/>
                    <a:pt x="41" y="59"/>
                    <a:pt x="42" y="49"/>
                  </a:cubicBezTo>
                  <a:cubicBezTo>
                    <a:pt x="45" y="31"/>
                    <a:pt x="35" y="17"/>
                    <a:pt x="32" y="0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381" name="Freeform 840">
              <a:extLst>
                <a:ext uri="{FF2B5EF4-FFF2-40B4-BE49-F238E27FC236}">
                  <a16:creationId xmlns:a16="http://schemas.microsoft.com/office/drawing/2014/main" id="{CDD7E483-C0EB-42F5-A45A-1306F7F541E0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6" y="1665"/>
              <a:ext cx="41" cy="39"/>
            </a:xfrm>
            <a:custGeom>
              <a:avLst/>
              <a:gdLst>
                <a:gd name="T0" fmla="*/ 26 w 27"/>
                <a:gd name="T1" fmla="*/ 12 h 26"/>
                <a:gd name="T2" fmla="*/ 59 w 27"/>
                <a:gd name="T3" fmla="*/ 80 h 26"/>
                <a:gd name="T4" fmla="*/ 90 w 27"/>
                <a:gd name="T5" fmla="*/ 41 h 26"/>
                <a:gd name="T6" fmla="*/ 53 w 27"/>
                <a:gd name="T7" fmla="*/ 0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26">
                  <a:moveTo>
                    <a:pt x="7" y="3"/>
                  </a:moveTo>
                  <a:cubicBezTo>
                    <a:pt x="0" y="11"/>
                    <a:pt x="4" y="26"/>
                    <a:pt x="17" y="23"/>
                  </a:cubicBezTo>
                  <a:cubicBezTo>
                    <a:pt x="21" y="22"/>
                    <a:pt x="25" y="17"/>
                    <a:pt x="26" y="12"/>
                  </a:cubicBezTo>
                  <a:cubicBezTo>
                    <a:pt x="27" y="5"/>
                    <a:pt x="21" y="2"/>
                    <a:pt x="15" y="0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382" name="Freeform 841">
              <a:extLst>
                <a:ext uri="{FF2B5EF4-FFF2-40B4-BE49-F238E27FC236}">
                  <a16:creationId xmlns:a16="http://schemas.microsoft.com/office/drawing/2014/main" id="{F781FAA2-4B00-43EA-97B4-C55DA264861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4" y="1658"/>
              <a:ext cx="60" cy="55"/>
            </a:xfrm>
            <a:custGeom>
              <a:avLst/>
              <a:gdLst>
                <a:gd name="T0" fmla="*/ 68 w 40"/>
                <a:gd name="T1" fmla="*/ 1 h 37"/>
                <a:gd name="T2" fmla="*/ 26 w 40"/>
                <a:gd name="T3" fmla="*/ 73 h 37"/>
                <a:gd name="T4" fmla="*/ 108 w 40"/>
                <a:gd name="T5" fmla="*/ 13 h 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37">
                  <a:moveTo>
                    <a:pt x="20" y="1"/>
                  </a:moveTo>
                  <a:cubicBezTo>
                    <a:pt x="9" y="0"/>
                    <a:pt x="0" y="12"/>
                    <a:pt x="7" y="22"/>
                  </a:cubicBezTo>
                  <a:cubicBezTo>
                    <a:pt x="18" y="37"/>
                    <a:pt x="40" y="19"/>
                    <a:pt x="32" y="4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383" name="Freeform 842">
              <a:extLst>
                <a:ext uri="{FF2B5EF4-FFF2-40B4-BE49-F238E27FC236}">
                  <a16:creationId xmlns:a16="http://schemas.microsoft.com/office/drawing/2014/main" id="{060F7523-C2F4-49D3-A3A7-DB742EA2389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5" y="1534"/>
              <a:ext cx="6" cy="172"/>
            </a:xfrm>
            <a:custGeom>
              <a:avLst/>
              <a:gdLst>
                <a:gd name="T0" fmla="*/ 0 w 4"/>
                <a:gd name="T1" fmla="*/ 384 h 115"/>
                <a:gd name="T2" fmla="*/ 0 w 4"/>
                <a:gd name="T3" fmla="*/ 383 h 115"/>
                <a:gd name="T4" fmla="*/ 0 w 4"/>
                <a:gd name="T5" fmla="*/ 0 h 1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115">
                  <a:moveTo>
                    <a:pt x="0" y="115"/>
                  </a:moveTo>
                  <a:cubicBezTo>
                    <a:pt x="0" y="114"/>
                    <a:pt x="0" y="114"/>
                    <a:pt x="0" y="114"/>
                  </a:cubicBezTo>
                  <a:cubicBezTo>
                    <a:pt x="2" y="76"/>
                    <a:pt x="4" y="8"/>
                    <a:pt x="0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384" name="Freeform 843">
              <a:extLst>
                <a:ext uri="{FF2B5EF4-FFF2-40B4-BE49-F238E27FC236}">
                  <a16:creationId xmlns:a16="http://schemas.microsoft.com/office/drawing/2014/main" id="{CC3E85F4-107C-4943-8173-3C21D27F1B5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3" y="1668"/>
              <a:ext cx="2" cy="5"/>
            </a:xfrm>
            <a:custGeom>
              <a:avLst/>
              <a:gdLst>
                <a:gd name="T0" fmla="*/ 0 w 1"/>
                <a:gd name="T1" fmla="*/ 13 h 3"/>
                <a:gd name="T2" fmla="*/ 8 w 1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cubicBezTo>
                    <a:pt x="0" y="2"/>
                    <a:pt x="1" y="1"/>
                    <a:pt x="1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385" name="Freeform 844">
              <a:extLst>
                <a:ext uri="{FF2B5EF4-FFF2-40B4-BE49-F238E27FC236}">
                  <a16:creationId xmlns:a16="http://schemas.microsoft.com/office/drawing/2014/main" id="{D1E02C9D-1E43-44D0-BFB6-FC75D82960E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5" y="1659"/>
              <a:ext cx="37" cy="39"/>
            </a:xfrm>
            <a:custGeom>
              <a:avLst/>
              <a:gdLst>
                <a:gd name="T0" fmla="*/ 40 w 25"/>
                <a:gd name="T1" fmla="*/ 0 h 26"/>
                <a:gd name="T2" fmla="*/ 81 w 25"/>
                <a:gd name="T3" fmla="*/ 45 h 26"/>
                <a:gd name="T4" fmla="*/ 40 w 25"/>
                <a:gd name="T5" fmla="*/ 89 h 26"/>
                <a:gd name="T6" fmla="*/ 0 w 25"/>
                <a:gd name="T7" fmla="*/ 62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26">
                  <a:moveTo>
                    <a:pt x="12" y="0"/>
                  </a:moveTo>
                  <a:cubicBezTo>
                    <a:pt x="19" y="0"/>
                    <a:pt x="25" y="6"/>
                    <a:pt x="25" y="13"/>
                  </a:cubicBezTo>
                  <a:cubicBezTo>
                    <a:pt x="25" y="20"/>
                    <a:pt x="19" y="26"/>
                    <a:pt x="12" y="26"/>
                  </a:cubicBezTo>
                  <a:cubicBezTo>
                    <a:pt x="6" y="26"/>
                    <a:pt x="2" y="23"/>
                    <a:pt x="0" y="18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386" name="Oval 845">
              <a:extLst>
                <a:ext uri="{FF2B5EF4-FFF2-40B4-BE49-F238E27FC236}">
                  <a16:creationId xmlns:a16="http://schemas.microsoft.com/office/drawing/2014/main" id="{E539D84E-76F9-44C7-A2B5-CCE7ECCDA4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07" y="1673"/>
              <a:ext cx="10" cy="10"/>
            </a:xfrm>
            <a:prstGeom prst="ellipse">
              <a:avLst/>
            </a:prstGeom>
            <a:noFill/>
            <a:ln w="4763" cap="rnd">
              <a:solidFill>
                <a:srgbClr val="343434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387" name="Freeform 846">
              <a:extLst>
                <a:ext uri="{FF2B5EF4-FFF2-40B4-BE49-F238E27FC236}">
                  <a16:creationId xmlns:a16="http://schemas.microsoft.com/office/drawing/2014/main" id="{974A1AAD-46F4-4D7B-81FC-C15F2FCC784D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8" y="2204"/>
              <a:ext cx="47" cy="13"/>
            </a:xfrm>
            <a:custGeom>
              <a:avLst/>
              <a:gdLst>
                <a:gd name="T0" fmla="*/ 0 w 31"/>
                <a:gd name="T1" fmla="*/ 25 h 9"/>
                <a:gd name="T2" fmla="*/ 53 w 31"/>
                <a:gd name="T3" fmla="*/ 0 h 9"/>
                <a:gd name="T4" fmla="*/ 108 w 31"/>
                <a:gd name="T5" fmla="*/ 27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9">
                  <a:moveTo>
                    <a:pt x="0" y="8"/>
                  </a:moveTo>
                  <a:cubicBezTo>
                    <a:pt x="7" y="2"/>
                    <a:pt x="8" y="0"/>
                    <a:pt x="15" y="0"/>
                  </a:cubicBezTo>
                  <a:cubicBezTo>
                    <a:pt x="22" y="0"/>
                    <a:pt x="23" y="2"/>
                    <a:pt x="31" y="9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388" name="Freeform 847">
              <a:extLst>
                <a:ext uri="{FF2B5EF4-FFF2-40B4-BE49-F238E27FC236}">
                  <a16:creationId xmlns:a16="http://schemas.microsoft.com/office/drawing/2014/main" id="{D9FC1796-22F3-45EA-B9A9-9B6E42472267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6" y="2211"/>
              <a:ext cx="30" cy="9"/>
            </a:xfrm>
            <a:custGeom>
              <a:avLst/>
              <a:gdLst>
                <a:gd name="T0" fmla="*/ 0 w 20"/>
                <a:gd name="T1" fmla="*/ 0 h 6"/>
                <a:gd name="T2" fmla="*/ 68 w 20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6">
                  <a:moveTo>
                    <a:pt x="0" y="0"/>
                  </a:moveTo>
                  <a:cubicBezTo>
                    <a:pt x="2" y="6"/>
                    <a:pt x="17" y="6"/>
                    <a:pt x="20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389" name="Freeform 848">
              <a:extLst>
                <a:ext uri="{FF2B5EF4-FFF2-40B4-BE49-F238E27FC236}">
                  <a16:creationId xmlns:a16="http://schemas.microsoft.com/office/drawing/2014/main" id="{E6396F2D-40CF-48B1-9128-3312CCA33495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9" y="1534"/>
              <a:ext cx="6" cy="172"/>
            </a:xfrm>
            <a:custGeom>
              <a:avLst/>
              <a:gdLst>
                <a:gd name="T0" fmla="*/ 12 w 4"/>
                <a:gd name="T1" fmla="*/ 384 h 115"/>
                <a:gd name="T2" fmla="*/ 12 w 4"/>
                <a:gd name="T3" fmla="*/ 383 h 115"/>
                <a:gd name="T4" fmla="*/ 14 w 4"/>
                <a:gd name="T5" fmla="*/ 0 h 1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115">
                  <a:moveTo>
                    <a:pt x="3" y="115"/>
                  </a:moveTo>
                  <a:cubicBezTo>
                    <a:pt x="3" y="114"/>
                    <a:pt x="3" y="114"/>
                    <a:pt x="3" y="114"/>
                  </a:cubicBezTo>
                  <a:cubicBezTo>
                    <a:pt x="1" y="76"/>
                    <a:pt x="0" y="8"/>
                    <a:pt x="4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390" name="Freeform 849">
              <a:extLst>
                <a:ext uri="{FF2B5EF4-FFF2-40B4-BE49-F238E27FC236}">
                  <a16:creationId xmlns:a16="http://schemas.microsoft.com/office/drawing/2014/main" id="{DB90D3A6-56A3-42DA-814D-97586AE50B6D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5" y="1674"/>
              <a:ext cx="2" cy="5"/>
            </a:xfrm>
            <a:custGeom>
              <a:avLst/>
              <a:gdLst>
                <a:gd name="T0" fmla="*/ 8 w 1"/>
                <a:gd name="T1" fmla="*/ 13 h 3"/>
                <a:gd name="T2" fmla="*/ 0 w 1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">
                  <a:moveTo>
                    <a:pt x="1" y="3"/>
                  </a:moveTo>
                  <a:cubicBezTo>
                    <a:pt x="1" y="2"/>
                    <a:pt x="0" y="1"/>
                    <a:pt x="0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391" name="Freeform 850">
              <a:extLst>
                <a:ext uri="{FF2B5EF4-FFF2-40B4-BE49-F238E27FC236}">
                  <a16:creationId xmlns:a16="http://schemas.microsoft.com/office/drawing/2014/main" id="{04441A62-3D88-4014-996A-192B4F445173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9" y="1665"/>
              <a:ext cx="36" cy="39"/>
            </a:xfrm>
            <a:custGeom>
              <a:avLst/>
              <a:gdLst>
                <a:gd name="T0" fmla="*/ 45 w 24"/>
                <a:gd name="T1" fmla="*/ 0 h 26"/>
                <a:gd name="T2" fmla="*/ 0 w 24"/>
                <a:gd name="T3" fmla="*/ 45 h 26"/>
                <a:gd name="T4" fmla="*/ 45 w 24"/>
                <a:gd name="T5" fmla="*/ 89 h 26"/>
                <a:gd name="T6" fmla="*/ 81 w 24"/>
                <a:gd name="T7" fmla="*/ 62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26">
                  <a:moveTo>
                    <a:pt x="13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20"/>
                    <a:pt x="5" y="26"/>
                    <a:pt x="13" y="26"/>
                  </a:cubicBezTo>
                  <a:cubicBezTo>
                    <a:pt x="18" y="26"/>
                    <a:pt x="22" y="23"/>
                    <a:pt x="24" y="18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392" name="Oval 851">
              <a:extLst>
                <a:ext uri="{FF2B5EF4-FFF2-40B4-BE49-F238E27FC236}">
                  <a16:creationId xmlns:a16="http://schemas.microsoft.com/office/drawing/2014/main" id="{ACF4A414-4B96-4ADF-9D11-FD2F0FE729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3" y="1679"/>
              <a:ext cx="10" cy="10"/>
            </a:xfrm>
            <a:prstGeom prst="ellipse">
              <a:avLst/>
            </a:prstGeom>
            <a:noFill/>
            <a:ln w="4763" cap="rnd">
              <a:solidFill>
                <a:srgbClr val="343434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393" name="Freeform 852">
              <a:extLst>
                <a:ext uri="{FF2B5EF4-FFF2-40B4-BE49-F238E27FC236}">
                  <a16:creationId xmlns:a16="http://schemas.microsoft.com/office/drawing/2014/main" id="{16ACD3C7-6912-4A65-9FAD-6F4CA5EA460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3" y="1058"/>
              <a:ext cx="420" cy="1308"/>
            </a:xfrm>
            <a:custGeom>
              <a:avLst/>
              <a:gdLst>
                <a:gd name="T0" fmla="*/ 896 w 280"/>
                <a:gd name="T1" fmla="*/ 0 h 874"/>
                <a:gd name="T2" fmla="*/ 845 w 280"/>
                <a:gd name="T3" fmla="*/ 379 h 874"/>
                <a:gd name="T4" fmla="*/ 518 w 280"/>
                <a:gd name="T5" fmla="*/ 600 h 874"/>
                <a:gd name="T6" fmla="*/ 255 w 280"/>
                <a:gd name="T7" fmla="*/ 985 h 874"/>
                <a:gd name="T8" fmla="*/ 194 w 280"/>
                <a:gd name="T9" fmla="*/ 1227 h 874"/>
                <a:gd name="T10" fmla="*/ 126 w 280"/>
                <a:gd name="T11" fmla="*/ 1682 h 874"/>
                <a:gd name="T12" fmla="*/ 102 w 280"/>
                <a:gd name="T13" fmla="*/ 1898 h 874"/>
                <a:gd name="T14" fmla="*/ 41 w 280"/>
                <a:gd name="T15" fmla="*/ 2525 h 874"/>
                <a:gd name="T16" fmla="*/ 27 w 280"/>
                <a:gd name="T17" fmla="*/ 2712 h 874"/>
                <a:gd name="T18" fmla="*/ 14 w 280"/>
                <a:gd name="T19" fmla="*/ 2827 h 874"/>
                <a:gd name="T20" fmla="*/ 0 w 280"/>
                <a:gd name="T21" fmla="*/ 2930 h 87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80" h="874">
                  <a:moveTo>
                    <a:pt x="265" y="0"/>
                  </a:moveTo>
                  <a:cubicBezTo>
                    <a:pt x="265" y="17"/>
                    <a:pt x="280" y="81"/>
                    <a:pt x="250" y="113"/>
                  </a:cubicBezTo>
                  <a:cubicBezTo>
                    <a:pt x="238" y="119"/>
                    <a:pt x="171" y="171"/>
                    <a:pt x="153" y="179"/>
                  </a:cubicBezTo>
                  <a:cubicBezTo>
                    <a:pt x="121" y="192"/>
                    <a:pt x="85" y="250"/>
                    <a:pt x="75" y="294"/>
                  </a:cubicBezTo>
                  <a:cubicBezTo>
                    <a:pt x="71" y="313"/>
                    <a:pt x="57" y="354"/>
                    <a:pt x="57" y="366"/>
                  </a:cubicBezTo>
                  <a:cubicBezTo>
                    <a:pt x="58" y="391"/>
                    <a:pt x="45" y="408"/>
                    <a:pt x="37" y="502"/>
                  </a:cubicBezTo>
                  <a:cubicBezTo>
                    <a:pt x="37" y="532"/>
                    <a:pt x="34" y="553"/>
                    <a:pt x="30" y="566"/>
                  </a:cubicBezTo>
                  <a:cubicBezTo>
                    <a:pt x="13" y="609"/>
                    <a:pt x="13" y="724"/>
                    <a:pt x="12" y="753"/>
                  </a:cubicBezTo>
                  <a:cubicBezTo>
                    <a:pt x="11" y="771"/>
                    <a:pt x="11" y="796"/>
                    <a:pt x="8" y="809"/>
                  </a:cubicBezTo>
                  <a:cubicBezTo>
                    <a:pt x="5" y="821"/>
                    <a:pt x="7" y="832"/>
                    <a:pt x="4" y="843"/>
                  </a:cubicBezTo>
                  <a:cubicBezTo>
                    <a:pt x="1" y="854"/>
                    <a:pt x="0" y="868"/>
                    <a:pt x="0" y="874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394" name="Freeform 853">
              <a:extLst>
                <a:ext uri="{FF2B5EF4-FFF2-40B4-BE49-F238E27FC236}">
                  <a16:creationId xmlns:a16="http://schemas.microsoft.com/office/drawing/2014/main" id="{31FCB34A-316C-4174-9B20-220AEEB5A9DD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4" y="2186"/>
              <a:ext cx="45" cy="24"/>
            </a:xfrm>
            <a:custGeom>
              <a:avLst/>
              <a:gdLst>
                <a:gd name="T0" fmla="*/ 0 w 30"/>
                <a:gd name="T1" fmla="*/ 39 h 16"/>
                <a:gd name="T2" fmla="*/ 81 w 30"/>
                <a:gd name="T3" fmla="*/ 54 h 16"/>
                <a:gd name="T4" fmla="*/ 5 w 30"/>
                <a:gd name="T5" fmla="*/ 35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16">
                  <a:moveTo>
                    <a:pt x="0" y="11"/>
                  </a:moveTo>
                  <a:cubicBezTo>
                    <a:pt x="7" y="6"/>
                    <a:pt x="20" y="9"/>
                    <a:pt x="24" y="16"/>
                  </a:cubicBezTo>
                  <a:cubicBezTo>
                    <a:pt x="30" y="10"/>
                    <a:pt x="5" y="0"/>
                    <a:pt x="1" y="1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395" name="Freeform 854">
              <a:extLst>
                <a:ext uri="{FF2B5EF4-FFF2-40B4-BE49-F238E27FC236}">
                  <a16:creationId xmlns:a16="http://schemas.microsoft.com/office/drawing/2014/main" id="{A5CAF247-3C2A-4467-9124-7139BD3D531B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4" y="1513"/>
              <a:ext cx="23" cy="40"/>
            </a:xfrm>
            <a:custGeom>
              <a:avLst/>
              <a:gdLst>
                <a:gd name="T0" fmla="*/ 0 w 15"/>
                <a:gd name="T1" fmla="*/ 87 h 27"/>
                <a:gd name="T2" fmla="*/ 0 w 15"/>
                <a:gd name="T3" fmla="*/ 87 h 27"/>
                <a:gd name="T4" fmla="*/ 54 w 15"/>
                <a:gd name="T5" fmla="*/ 1 h 27"/>
                <a:gd name="T6" fmla="*/ 48 w 15"/>
                <a:gd name="T7" fmla="*/ 0 h 27"/>
                <a:gd name="T8" fmla="*/ 0 w 15"/>
                <a:gd name="T9" fmla="*/ 87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27">
                  <a:moveTo>
                    <a:pt x="0" y="27"/>
                  </a:moveTo>
                  <a:cubicBezTo>
                    <a:pt x="0" y="27"/>
                    <a:pt x="0" y="27"/>
                    <a:pt x="0" y="27"/>
                  </a:cubicBezTo>
                  <a:cubicBezTo>
                    <a:pt x="9" y="21"/>
                    <a:pt x="9" y="13"/>
                    <a:pt x="15" y="1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7" y="12"/>
                    <a:pt x="8" y="21"/>
                    <a:pt x="0" y="27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396" name="Freeform 855">
              <a:extLst>
                <a:ext uri="{FF2B5EF4-FFF2-40B4-BE49-F238E27FC236}">
                  <a16:creationId xmlns:a16="http://schemas.microsoft.com/office/drawing/2014/main" id="{423082C5-0D02-4E17-828F-294AF016A3D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2" y="1513"/>
              <a:ext cx="34" cy="40"/>
            </a:xfrm>
            <a:custGeom>
              <a:avLst/>
              <a:gdLst>
                <a:gd name="T0" fmla="*/ 0 w 23"/>
                <a:gd name="T1" fmla="*/ 1 h 27"/>
                <a:gd name="T2" fmla="*/ 74 w 23"/>
                <a:gd name="T3" fmla="*/ 87 h 27"/>
                <a:gd name="T4" fmla="*/ 6 w 23"/>
                <a:gd name="T5" fmla="*/ 0 h 27"/>
                <a:gd name="T6" fmla="*/ 0 w 23"/>
                <a:gd name="T7" fmla="*/ 1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27">
                  <a:moveTo>
                    <a:pt x="0" y="1"/>
                  </a:moveTo>
                  <a:cubicBezTo>
                    <a:pt x="6" y="13"/>
                    <a:pt x="14" y="21"/>
                    <a:pt x="23" y="27"/>
                  </a:cubicBezTo>
                  <a:cubicBezTo>
                    <a:pt x="14" y="21"/>
                    <a:pt x="8" y="12"/>
                    <a:pt x="2" y="0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397" name="Freeform 856">
              <a:extLst>
                <a:ext uri="{FF2B5EF4-FFF2-40B4-BE49-F238E27FC236}">
                  <a16:creationId xmlns:a16="http://schemas.microsoft.com/office/drawing/2014/main" id="{6C7E4DBE-049D-4B12-96EC-E989F51D586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5" y="2445"/>
              <a:ext cx="155" cy="126"/>
            </a:xfrm>
            <a:custGeom>
              <a:avLst/>
              <a:gdLst>
                <a:gd name="T0" fmla="*/ 45 w 103"/>
                <a:gd name="T1" fmla="*/ 0 h 84"/>
                <a:gd name="T2" fmla="*/ 53 w 103"/>
                <a:gd name="T3" fmla="*/ 72 h 84"/>
                <a:gd name="T4" fmla="*/ 170 w 103"/>
                <a:gd name="T5" fmla="*/ 284 h 84"/>
                <a:gd name="T6" fmla="*/ 296 w 103"/>
                <a:gd name="T7" fmla="*/ 68 h 84"/>
                <a:gd name="T8" fmla="*/ 296 w 103"/>
                <a:gd name="T9" fmla="*/ 27 h 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3" h="84">
                  <a:moveTo>
                    <a:pt x="13" y="0"/>
                  </a:moveTo>
                  <a:cubicBezTo>
                    <a:pt x="16" y="7"/>
                    <a:pt x="17" y="15"/>
                    <a:pt x="15" y="21"/>
                  </a:cubicBezTo>
                  <a:cubicBezTo>
                    <a:pt x="11" y="29"/>
                    <a:pt x="0" y="84"/>
                    <a:pt x="50" y="84"/>
                  </a:cubicBezTo>
                  <a:cubicBezTo>
                    <a:pt x="103" y="84"/>
                    <a:pt x="88" y="37"/>
                    <a:pt x="87" y="20"/>
                  </a:cubicBezTo>
                  <a:cubicBezTo>
                    <a:pt x="86" y="16"/>
                    <a:pt x="86" y="12"/>
                    <a:pt x="87" y="8"/>
                  </a:cubicBezTo>
                </a:path>
              </a:pathLst>
            </a:custGeom>
            <a:solidFill>
              <a:srgbClr val="FEF3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398" name="Freeform 857">
              <a:extLst>
                <a:ext uri="{FF2B5EF4-FFF2-40B4-BE49-F238E27FC236}">
                  <a16:creationId xmlns:a16="http://schemas.microsoft.com/office/drawing/2014/main" id="{A1015354-B5D3-45C9-9BFB-E11B32118A9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2" y="2491"/>
              <a:ext cx="32" cy="68"/>
            </a:xfrm>
            <a:custGeom>
              <a:avLst/>
              <a:gdLst>
                <a:gd name="T0" fmla="*/ 62 w 21"/>
                <a:gd name="T1" fmla="*/ 39 h 45"/>
                <a:gd name="T2" fmla="*/ 49 w 21"/>
                <a:gd name="T3" fmla="*/ 89 h 45"/>
                <a:gd name="T4" fmla="*/ 56 w 21"/>
                <a:gd name="T5" fmla="*/ 124 h 45"/>
                <a:gd name="T6" fmla="*/ 75 w 21"/>
                <a:gd name="T7" fmla="*/ 156 h 45"/>
                <a:gd name="T8" fmla="*/ 35 w 21"/>
                <a:gd name="T9" fmla="*/ 134 h 45"/>
                <a:gd name="T10" fmla="*/ 5 w 21"/>
                <a:gd name="T11" fmla="*/ 82 h 45"/>
                <a:gd name="T12" fmla="*/ 40 w 21"/>
                <a:gd name="T13" fmla="*/ 62 h 45"/>
                <a:gd name="T14" fmla="*/ 56 w 21"/>
                <a:gd name="T15" fmla="*/ 0 h 4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1" h="45">
                  <a:moveTo>
                    <a:pt x="18" y="11"/>
                  </a:moveTo>
                  <a:cubicBezTo>
                    <a:pt x="20" y="17"/>
                    <a:pt x="15" y="20"/>
                    <a:pt x="14" y="26"/>
                  </a:cubicBezTo>
                  <a:cubicBezTo>
                    <a:pt x="14" y="29"/>
                    <a:pt x="14" y="33"/>
                    <a:pt x="16" y="36"/>
                  </a:cubicBezTo>
                  <a:cubicBezTo>
                    <a:pt x="17" y="39"/>
                    <a:pt x="20" y="42"/>
                    <a:pt x="21" y="45"/>
                  </a:cubicBezTo>
                  <a:cubicBezTo>
                    <a:pt x="17" y="45"/>
                    <a:pt x="13" y="42"/>
                    <a:pt x="10" y="39"/>
                  </a:cubicBezTo>
                  <a:cubicBezTo>
                    <a:pt x="7" y="36"/>
                    <a:pt x="0" y="28"/>
                    <a:pt x="1" y="24"/>
                  </a:cubicBezTo>
                  <a:cubicBezTo>
                    <a:pt x="2" y="21"/>
                    <a:pt x="8" y="21"/>
                    <a:pt x="11" y="18"/>
                  </a:cubicBezTo>
                  <a:cubicBezTo>
                    <a:pt x="15" y="14"/>
                    <a:pt x="19" y="6"/>
                    <a:pt x="16" y="0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399" name="Freeform 858">
              <a:extLst>
                <a:ext uri="{FF2B5EF4-FFF2-40B4-BE49-F238E27FC236}">
                  <a16:creationId xmlns:a16="http://schemas.microsoft.com/office/drawing/2014/main" id="{50759788-ACE6-477D-A9AA-BEFCD20E548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4" y="2466"/>
              <a:ext cx="27" cy="91"/>
            </a:xfrm>
            <a:custGeom>
              <a:avLst/>
              <a:gdLst>
                <a:gd name="T0" fmla="*/ 53 w 18"/>
                <a:gd name="T1" fmla="*/ 15 h 61"/>
                <a:gd name="T2" fmla="*/ 53 w 18"/>
                <a:gd name="T3" fmla="*/ 142 h 61"/>
                <a:gd name="T4" fmla="*/ 0 w 18"/>
                <a:gd name="T5" fmla="*/ 203 h 61"/>
                <a:gd name="T6" fmla="*/ 27 w 18"/>
                <a:gd name="T7" fmla="*/ 167 h 61"/>
                <a:gd name="T8" fmla="*/ 8 w 18"/>
                <a:gd name="T9" fmla="*/ 122 h 61"/>
                <a:gd name="T10" fmla="*/ 27 w 18"/>
                <a:gd name="T11" fmla="*/ 76 h 61"/>
                <a:gd name="T12" fmla="*/ 45 w 18"/>
                <a:gd name="T13" fmla="*/ 0 h 6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" h="61">
                  <a:moveTo>
                    <a:pt x="15" y="5"/>
                  </a:moveTo>
                  <a:cubicBezTo>
                    <a:pt x="17" y="18"/>
                    <a:pt x="18" y="31"/>
                    <a:pt x="15" y="43"/>
                  </a:cubicBezTo>
                  <a:cubicBezTo>
                    <a:pt x="12" y="53"/>
                    <a:pt x="9" y="57"/>
                    <a:pt x="0" y="61"/>
                  </a:cubicBezTo>
                  <a:cubicBezTo>
                    <a:pt x="3" y="58"/>
                    <a:pt x="7" y="55"/>
                    <a:pt x="8" y="50"/>
                  </a:cubicBezTo>
                  <a:cubicBezTo>
                    <a:pt x="8" y="45"/>
                    <a:pt x="3" y="42"/>
                    <a:pt x="2" y="37"/>
                  </a:cubicBezTo>
                  <a:cubicBezTo>
                    <a:pt x="1" y="31"/>
                    <a:pt x="5" y="27"/>
                    <a:pt x="8" y="23"/>
                  </a:cubicBezTo>
                  <a:cubicBezTo>
                    <a:pt x="11" y="16"/>
                    <a:pt x="12" y="8"/>
                    <a:pt x="13" y="0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400" name="Freeform 859">
              <a:extLst>
                <a:ext uri="{FF2B5EF4-FFF2-40B4-BE49-F238E27FC236}">
                  <a16:creationId xmlns:a16="http://schemas.microsoft.com/office/drawing/2014/main" id="{0E1DFE36-96DF-46D0-A21C-192C121B92E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4" y="2448"/>
              <a:ext cx="132" cy="123"/>
            </a:xfrm>
            <a:custGeom>
              <a:avLst/>
              <a:gdLst>
                <a:gd name="T0" fmla="*/ 27 w 88"/>
                <a:gd name="T1" fmla="*/ 0 h 82"/>
                <a:gd name="T2" fmla="*/ 32 w 88"/>
                <a:gd name="T3" fmla="*/ 66 h 82"/>
                <a:gd name="T4" fmla="*/ 39 w 88"/>
                <a:gd name="T5" fmla="*/ 230 h 82"/>
                <a:gd name="T6" fmla="*/ 149 w 88"/>
                <a:gd name="T7" fmla="*/ 278 h 82"/>
                <a:gd name="T8" fmla="*/ 261 w 88"/>
                <a:gd name="T9" fmla="*/ 242 h 82"/>
                <a:gd name="T10" fmla="*/ 278 w 88"/>
                <a:gd name="T11" fmla="*/ 89 h 82"/>
                <a:gd name="T12" fmla="*/ 275 w 88"/>
                <a:gd name="T13" fmla="*/ 66 h 82"/>
                <a:gd name="T14" fmla="*/ 270 w 88"/>
                <a:gd name="T15" fmla="*/ 48 h 82"/>
                <a:gd name="T16" fmla="*/ 269 w 88"/>
                <a:gd name="T17" fmla="*/ 14 h 82"/>
                <a:gd name="T18" fmla="*/ 269 w 88"/>
                <a:gd name="T19" fmla="*/ 48 h 82"/>
                <a:gd name="T20" fmla="*/ 270 w 88"/>
                <a:gd name="T21" fmla="*/ 62 h 82"/>
                <a:gd name="T22" fmla="*/ 275 w 88"/>
                <a:gd name="T23" fmla="*/ 89 h 82"/>
                <a:gd name="T24" fmla="*/ 257 w 88"/>
                <a:gd name="T25" fmla="*/ 237 h 82"/>
                <a:gd name="T26" fmla="*/ 149 w 88"/>
                <a:gd name="T27" fmla="*/ 275 h 82"/>
                <a:gd name="T28" fmla="*/ 41 w 88"/>
                <a:gd name="T29" fmla="*/ 228 h 82"/>
                <a:gd name="T30" fmla="*/ 35 w 88"/>
                <a:gd name="T31" fmla="*/ 66 h 82"/>
                <a:gd name="T32" fmla="*/ 27 w 88"/>
                <a:gd name="T33" fmla="*/ 0 h 8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88" h="82">
                  <a:moveTo>
                    <a:pt x="8" y="0"/>
                  </a:moveTo>
                  <a:cubicBezTo>
                    <a:pt x="13" y="6"/>
                    <a:pt x="11" y="14"/>
                    <a:pt x="9" y="19"/>
                  </a:cubicBezTo>
                  <a:cubicBezTo>
                    <a:pt x="6" y="26"/>
                    <a:pt x="0" y="52"/>
                    <a:pt x="11" y="68"/>
                  </a:cubicBezTo>
                  <a:cubicBezTo>
                    <a:pt x="17" y="78"/>
                    <a:pt x="29" y="82"/>
                    <a:pt x="44" y="82"/>
                  </a:cubicBezTo>
                  <a:cubicBezTo>
                    <a:pt x="60" y="82"/>
                    <a:pt x="70" y="78"/>
                    <a:pt x="77" y="71"/>
                  </a:cubicBezTo>
                  <a:cubicBezTo>
                    <a:pt x="88" y="58"/>
                    <a:pt x="84" y="39"/>
                    <a:pt x="82" y="26"/>
                  </a:cubicBezTo>
                  <a:cubicBezTo>
                    <a:pt x="81" y="19"/>
                    <a:pt x="81" y="19"/>
                    <a:pt x="81" y="19"/>
                  </a:cubicBezTo>
                  <a:cubicBezTo>
                    <a:pt x="80" y="14"/>
                    <a:pt x="80" y="14"/>
                    <a:pt x="80" y="14"/>
                  </a:cubicBezTo>
                  <a:cubicBezTo>
                    <a:pt x="79" y="10"/>
                    <a:pt x="79" y="6"/>
                    <a:pt x="79" y="4"/>
                  </a:cubicBezTo>
                  <a:cubicBezTo>
                    <a:pt x="79" y="6"/>
                    <a:pt x="78" y="10"/>
                    <a:pt x="79" y="14"/>
                  </a:cubicBezTo>
                  <a:cubicBezTo>
                    <a:pt x="80" y="18"/>
                    <a:pt x="80" y="18"/>
                    <a:pt x="80" y="18"/>
                  </a:cubicBezTo>
                  <a:cubicBezTo>
                    <a:pt x="81" y="26"/>
                    <a:pt x="81" y="26"/>
                    <a:pt x="81" y="26"/>
                  </a:cubicBezTo>
                  <a:cubicBezTo>
                    <a:pt x="83" y="39"/>
                    <a:pt x="86" y="58"/>
                    <a:pt x="76" y="70"/>
                  </a:cubicBezTo>
                  <a:cubicBezTo>
                    <a:pt x="69" y="77"/>
                    <a:pt x="59" y="81"/>
                    <a:pt x="44" y="81"/>
                  </a:cubicBezTo>
                  <a:cubicBezTo>
                    <a:pt x="29" y="81"/>
                    <a:pt x="18" y="77"/>
                    <a:pt x="12" y="67"/>
                  </a:cubicBezTo>
                  <a:cubicBezTo>
                    <a:pt x="1" y="50"/>
                    <a:pt x="8" y="23"/>
                    <a:pt x="10" y="19"/>
                  </a:cubicBezTo>
                  <a:cubicBezTo>
                    <a:pt x="12" y="14"/>
                    <a:pt x="14" y="7"/>
                    <a:pt x="8" y="0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401" name="Freeform 860">
              <a:extLst>
                <a:ext uri="{FF2B5EF4-FFF2-40B4-BE49-F238E27FC236}">
                  <a16:creationId xmlns:a16="http://schemas.microsoft.com/office/drawing/2014/main" id="{4263D178-4D9B-4E0D-85E6-672A2F98AC29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5" y="2449"/>
              <a:ext cx="52" cy="114"/>
            </a:xfrm>
            <a:custGeom>
              <a:avLst/>
              <a:gdLst>
                <a:gd name="T0" fmla="*/ 105 w 35"/>
                <a:gd name="T1" fmla="*/ 0 h 76"/>
                <a:gd name="T2" fmla="*/ 108 w 35"/>
                <a:gd name="T3" fmla="*/ 45 h 76"/>
                <a:gd name="T4" fmla="*/ 101 w 35"/>
                <a:gd name="T5" fmla="*/ 167 h 76"/>
                <a:gd name="T6" fmla="*/ 101 w 35"/>
                <a:gd name="T7" fmla="*/ 167 h 76"/>
                <a:gd name="T8" fmla="*/ 101 w 35"/>
                <a:gd name="T9" fmla="*/ 167 h 76"/>
                <a:gd name="T10" fmla="*/ 113 w 35"/>
                <a:gd name="T11" fmla="*/ 203 h 76"/>
                <a:gd name="T12" fmla="*/ 62 w 35"/>
                <a:gd name="T13" fmla="*/ 251 h 76"/>
                <a:gd name="T14" fmla="*/ 59 w 35"/>
                <a:gd name="T15" fmla="*/ 251 h 76"/>
                <a:gd name="T16" fmla="*/ 1 w 35"/>
                <a:gd name="T17" fmla="*/ 203 h 76"/>
                <a:gd name="T18" fmla="*/ 15 w 35"/>
                <a:gd name="T19" fmla="*/ 167 h 76"/>
                <a:gd name="T20" fmla="*/ 15 w 35"/>
                <a:gd name="T21" fmla="*/ 162 h 76"/>
                <a:gd name="T22" fmla="*/ 9 w 35"/>
                <a:gd name="T23" fmla="*/ 45 h 76"/>
                <a:gd name="T24" fmla="*/ 6 w 35"/>
                <a:gd name="T25" fmla="*/ 18 h 76"/>
                <a:gd name="T26" fmla="*/ 6 w 35"/>
                <a:gd name="T27" fmla="*/ 59 h 76"/>
                <a:gd name="T28" fmla="*/ 9 w 35"/>
                <a:gd name="T29" fmla="*/ 167 h 76"/>
                <a:gd name="T30" fmla="*/ 0 w 35"/>
                <a:gd name="T31" fmla="*/ 197 h 76"/>
                <a:gd name="T32" fmla="*/ 0 w 35"/>
                <a:gd name="T33" fmla="*/ 203 h 76"/>
                <a:gd name="T34" fmla="*/ 59 w 35"/>
                <a:gd name="T35" fmla="*/ 257 h 76"/>
                <a:gd name="T36" fmla="*/ 62 w 35"/>
                <a:gd name="T37" fmla="*/ 257 h 76"/>
                <a:gd name="T38" fmla="*/ 114 w 35"/>
                <a:gd name="T39" fmla="*/ 207 h 76"/>
                <a:gd name="T40" fmla="*/ 114 w 35"/>
                <a:gd name="T41" fmla="*/ 201 h 76"/>
                <a:gd name="T42" fmla="*/ 105 w 35"/>
                <a:gd name="T43" fmla="*/ 167 h 76"/>
                <a:gd name="T44" fmla="*/ 113 w 35"/>
                <a:gd name="T45" fmla="*/ 54 h 76"/>
                <a:gd name="T46" fmla="*/ 113 w 35"/>
                <a:gd name="T47" fmla="*/ 48 h 76"/>
                <a:gd name="T48" fmla="*/ 105 w 35"/>
                <a:gd name="T49" fmla="*/ 0 h 7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35" h="76">
                  <a:moveTo>
                    <a:pt x="32" y="0"/>
                  </a:moveTo>
                  <a:cubicBezTo>
                    <a:pt x="33" y="2"/>
                    <a:pt x="33" y="8"/>
                    <a:pt x="33" y="13"/>
                  </a:cubicBezTo>
                  <a:cubicBezTo>
                    <a:pt x="33" y="19"/>
                    <a:pt x="31" y="45"/>
                    <a:pt x="31" y="49"/>
                  </a:cubicBezTo>
                  <a:cubicBezTo>
                    <a:pt x="31" y="49"/>
                    <a:pt x="31" y="49"/>
                    <a:pt x="31" y="49"/>
                  </a:cubicBezTo>
                  <a:cubicBezTo>
                    <a:pt x="31" y="49"/>
                    <a:pt x="31" y="49"/>
                    <a:pt x="31" y="49"/>
                  </a:cubicBezTo>
                  <a:cubicBezTo>
                    <a:pt x="33" y="53"/>
                    <a:pt x="35" y="57"/>
                    <a:pt x="34" y="60"/>
                  </a:cubicBezTo>
                  <a:cubicBezTo>
                    <a:pt x="33" y="65"/>
                    <a:pt x="28" y="74"/>
                    <a:pt x="19" y="74"/>
                  </a:cubicBezTo>
                  <a:cubicBezTo>
                    <a:pt x="18" y="74"/>
                    <a:pt x="18" y="74"/>
                    <a:pt x="18" y="74"/>
                  </a:cubicBezTo>
                  <a:cubicBezTo>
                    <a:pt x="9" y="74"/>
                    <a:pt x="3" y="65"/>
                    <a:pt x="1" y="60"/>
                  </a:cubicBezTo>
                  <a:cubicBezTo>
                    <a:pt x="0" y="57"/>
                    <a:pt x="3" y="53"/>
                    <a:pt x="5" y="49"/>
                  </a:cubicBezTo>
                  <a:cubicBezTo>
                    <a:pt x="5" y="48"/>
                    <a:pt x="5" y="48"/>
                    <a:pt x="5" y="48"/>
                  </a:cubicBezTo>
                  <a:cubicBezTo>
                    <a:pt x="4" y="45"/>
                    <a:pt x="3" y="19"/>
                    <a:pt x="3" y="13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17"/>
                    <a:pt x="2" y="17"/>
                    <a:pt x="2" y="17"/>
                  </a:cubicBezTo>
                  <a:cubicBezTo>
                    <a:pt x="2" y="22"/>
                    <a:pt x="3" y="44"/>
                    <a:pt x="3" y="49"/>
                  </a:cubicBezTo>
                  <a:cubicBezTo>
                    <a:pt x="1" y="52"/>
                    <a:pt x="0" y="55"/>
                    <a:pt x="0" y="58"/>
                  </a:cubicBezTo>
                  <a:cubicBezTo>
                    <a:pt x="0" y="59"/>
                    <a:pt x="0" y="60"/>
                    <a:pt x="0" y="60"/>
                  </a:cubicBezTo>
                  <a:cubicBezTo>
                    <a:pt x="2" y="66"/>
                    <a:pt x="7" y="75"/>
                    <a:pt x="18" y="76"/>
                  </a:cubicBezTo>
                  <a:cubicBezTo>
                    <a:pt x="19" y="76"/>
                    <a:pt x="19" y="76"/>
                    <a:pt x="19" y="76"/>
                  </a:cubicBezTo>
                  <a:cubicBezTo>
                    <a:pt x="29" y="75"/>
                    <a:pt x="33" y="66"/>
                    <a:pt x="35" y="61"/>
                  </a:cubicBezTo>
                  <a:cubicBezTo>
                    <a:pt x="35" y="60"/>
                    <a:pt x="35" y="59"/>
                    <a:pt x="35" y="59"/>
                  </a:cubicBezTo>
                  <a:cubicBezTo>
                    <a:pt x="35" y="56"/>
                    <a:pt x="34" y="52"/>
                    <a:pt x="32" y="49"/>
                  </a:cubicBezTo>
                  <a:cubicBezTo>
                    <a:pt x="33" y="44"/>
                    <a:pt x="34" y="20"/>
                    <a:pt x="34" y="16"/>
                  </a:cubicBezTo>
                  <a:cubicBezTo>
                    <a:pt x="34" y="15"/>
                    <a:pt x="34" y="14"/>
                    <a:pt x="34" y="14"/>
                  </a:cubicBezTo>
                  <a:cubicBezTo>
                    <a:pt x="34" y="9"/>
                    <a:pt x="33" y="3"/>
                    <a:pt x="32" y="0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402" name="Freeform 861">
              <a:extLst>
                <a:ext uri="{FF2B5EF4-FFF2-40B4-BE49-F238E27FC236}">
                  <a16:creationId xmlns:a16="http://schemas.microsoft.com/office/drawing/2014/main" id="{9158AE6D-0629-428D-A749-F9B487B2750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9" y="2517"/>
              <a:ext cx="14" cy="7"/>
            </a:xfrm>
            <a:custGeom>
              <a:avLst/>
              <a:gdLst>
                <a:gd name="T0" fmla="*/ 0 w 9"/>
                <a:gd name="T1" fmla="*/ 0 h 5"/>
                <a:gd name="T2" fmla="*/ 30 w 9"/>
                <a:gd name="T3" fmla="*/ 14 h 5"/>
                <a:gd name="T4" fmla="*/ 34 w 9"/>
                <a:gd name="T5" fmla="*/ 11 h 5"/>
                <a:gd name="T6" fmla="*/ 0 w 9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5">
                  <a:moveTo>
                    <a:pt x="0" y="0"/>
                  </a:moveTo>
                  <a:cubicBezTo>
                    <a:pt x="2" y="0"/>
                    <a:pt x="7" y="3"/>
                    <a:pt x="8" y="5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7" y="1"/>
                    <a:pt x="1" y="0"/>
                    <a:pt x="0" y="0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403" name="Freeform 862">
              <a:extLst>
                <a:ext uri="{FF2B5EF4-FFF2-40B4-BE49-F238E27FC236}">
                  <a16:creationId xmlns:a16="http://schemas.microsoft.com/office/drawing/2014/main" id="{56A06968-5FB9-40D2-B4BD-33D0401F1EA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0" y="1112"/>
              <a:ext cx="429" cy="1207"/>
            </a:xfrm>
            <a:custGeom>
              <a:avLst/>
              <a:gdLst>
                <a:gd name="T0" fmla="*/ 45 w 286"/>
                <a:gd name="T1" fmla="*/ 0 h 807"/>
                <a:gd name="T2" fmla="*/ 113 w 286"/>
                <a:gd name="T3" fmla="*/ 244 h 807"/>
                <a:gd name="T4" fmla="*/ 365 w 286"/>
                <a:gd name="T5" fmla="*/ 411 h 807"/>
                <a:gd name="T6" fmla="*/ 647 w 286"/>
                <a:gd name="T7" fmla="*/ 667 h 807"/>
                <a:gd name="T8" fmla="*/ 761 w 286"/>
                <a:gd name="T9" fmla="*/ 1039 h 807"/>
                <a:gd name="T10" fmla="*/ 851 w 286"/>
                <a:gd name="T11" fmla="*/ 1558 h 807"/>
                <a:gd name="T12" fmla="*/ 872 w 286"/>
                <a:gd name="T13" fmla="*/ 1774 h 807"/>
                <a:gd name="T14" fmla="*/ 932 w 286"/>
                <a:gd name="T15" fmla="*/ 2398 h 807"/>
                <a:gd name="T16" fmla="*/ 945 w 286"/>
                <a:gd name="T17" fmla="*/ 2586 h 807"/>
                <a:gd name="T18" fmla="*/ 966 w 286"/>
                <a:gd name="T19" fmla="*/ 2700 h 80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86" h="807">
                  <a:moveTo>
                    <a:pt x="13" y="0"/>
                  </a:moveTo>
                  <a:cubicBezTo>
                    <a:pt x="12" y="14"/>
                    <a:pt x="0" y="45"/>
                    <a:pt x="33" y="73"/>
                  </a:cubicBezTo>
                  <a:cubicBezTo>
                    <a:pt x="65" y="92"/>
                    <a:pt x="102" y="120"/>
                    <a:pt x="108" y="123"/>
                  </a:cubicBezTo>
                  <a:cubicBezTo>
                    <a:pt x="123" y="129"/>
                    <a:pt x="176" y="170"/>
                    <a:pt x="191" y="199"/>
                  </a:cubicBezTo>
                  <a:cubicBezTo>
                    <a:pt x="201" y="221"/>
                    <a:pt x="224" y="270"/>
                    <a:pt x="225" y="311"/>
                  </a:cubicBezTo>
                  <a:cubicBezTo>
                    <a:pt x="223" y="336"/>
                    <a:pt x="242" y="383"/>
                    <a:pt x="252" y="466"/>
                  </a:cubicBezTo>
                  <a:cubicBezTo>
                    <a:pt x="251" y="496"/>
                    <a:pt x="255" y="517"/>
                    <a:pt x="258" y="530"/>
                  </a:cubicBezTo>
                  <a:cubicBezTo>
                    <a:pt x="275" y="573"/>
                    <a:pt x="275" y="688"/>
                    <a:pt x="276" y="717"/>
                  </a:cubicBezTo>
                  <a:cubicBezTo>
                    <a:pt x="277" y="735"/>
                    <a:pt x="277" y="760"/>
                    <a:pt x="280" y="773"/>
                  </a:cubicBezTo>
                  <a:cubicBezTo>
                    <a:pt x="283" y="785"/>
                    <a:pt x="283" y="796"/>
                    <a:pt x="286" y="807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404" name="Freeform 863">
              <a:extLst>
                <a:ext uri="{FF2B5EF4-FFF2-40B4-BE49-F238E27FC236}">
                  <a16:creationId xmlns:a16="http://schemas.microsoft.com/office/drawing/2014/main" id="{BBC49EC2-15D3-4522-AA19-8A04C994674B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5" y="1704"/>
              <a:ext cx="207" cy="1993"/>
            </a:xfrm>
            <a:custGeom>
              <a:avLst/>
              <a:gdLst>
                <a:gd name="T0" fmla="*/ 0 w 138"/>
                <a:gd name="T1" fmla="*/ 4462 h 1332"/>
                <a:gd name="T2" fmla="*/ 48 w 138"/>
                <a:gd name="T3" fmla="*/ 3934 h 1332"/>
                <a:gd name="T4" fmla="*/ 32 w 138"/>
                <a:gd name="T5" fmla="*/ 3356 h 1332"/>
                <a:gd name="T6" fmla="*/ 59 w 138"/>
                <a:gd name="T7" fmla="*/ 3145 h 1332"/>
                <a:gd name="T8" fmla="*/ 54 w 138"/>
                <a:gd name="T9" fmla="*/ 2897 h 1332"/>
                <a:gd name="T10" fmla="*/ 153 w 138"/>
                <a:gd name="T11" fmla="*/ 1592 h 1332"/>
                <a:gd name="T12" fmla="*/ 201 w 138"/>
                <a:gd name="T13" fmla="*/ 1372 h 1332"/>
                <a:gd name="T14" fmla="*/ 234 w 138"/>
                <a:gd name="T15" fmla="*/ 506 h 1332"/>
                <a:gd name="T16" fmla="*/ 161 w 138"/>
                <a:gd name="T17" fmla="*/ 224 h 1332"/>
                <a:gd name="T18" fmla="*/ 201 w 138"/>
                <a:gd name="T19" fmla="*/ 1 h 1332"/>
                <a:gd name="T20" fmla="*/ 201 w 138"/>
                <a:gd name="T21" fmla="*/ 0 h 1332"/>
                <a:gd name="T22" fmla="*/ 207 w 138"/>
                <a:gd name="T23" fmla="*/ 76 h 1332"/>
                <a:gd name="T24" fmla="*/ 216 w 138"/>
                <a:gd name="T25" fmla="*/ 150 h 1332"/>
                <a:gd name="T26" fmla="*/ 257 w 138"/>
                <a:gd name="T27" fmla="*/ 488 h 1332"/>
                <a:gd name="T28" fmla="*/ 329 w 138"/>
                <a:gd name="T29" fmla="*/ 815 h 1332"/>
                <a:gd name="T30" fmla="*/ 444 w 138"/>
                <a:gd name="T31" fmla="*/ 1321 h 1332"/>
                <a:gd name="T32" fmla="*/ 467 w 138"/>
                <a:gd name="T33" fmla="*/ 1417 h 133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38" h="1332">
                  <a:moveTo>
                    <a:pt x="0" y="1332"/>
                  </a:moveTo>
                  <a:cubicBezTo>
                    <a:pt x="5" y="1283"/>
                    <a:pt x="11" y="1237"/>
                    <a:pt x="14" y="1174"/>
                  </a:cubicBezTo>
                  <a:cubicBezTo>
                    <a:pt x="15" y="1141"/>
                    <a:pt x="7" y="1071"/>
                    <a:pt x="9" y="1002"/>
                  </a:cubicBezTo>
                  <a:cubicBezTo>
                    <a:pt x="10" y="968"/>
                    <a:pt x="16" y="944"/>
                    <a:pt x="17" y="939"/>
                  </a:cubicBezTo>
                  <a:cubicBezTo>
                    <a:pt x="21" y="918"/>
                    <a:pt x="16" y="876"/>
                    <a:pt x="16" y="865"/>
                  </a:cubicBezTo>
                  <a:cubicBezTo>
                    <a:pt x="22" y="676"/>
                    <a:pt x="47" y="514"/>
                    <a:pt x="45" y="475"/>
                  </a:cubicBezTo>
                  <a:cubicBezTo>
                    <a:pt x="45" y="475"/>
                    <a:pt x="62" y="424"/>
                    <a:pt x="59" y="410"/>
                  </a:cubicBezTo>
                  <a:cubicBezTo>
                    <a:pt x="58" y="382"/>
                    <a:pt x="106" y="301"/>
                    <a:pt x="69" y="151"/>
                  </a:cubicBezTo>
                  <a:cubicBezTo>
                    <a:pt x="70" y="128"/>
                    <a:pt x="48" y="91"/>
                    <a:pt x="47" y="67"/>
                  </a:cubicBezTo>
                  <a:cubicBezTo>
                    <a:pt x="48" y="37"/>
                    <a:pt x="59" y="12"/>
                    <a:pt x="59" y="1"/>
                  </a:cubicBezTo>
                  <a:cubicBezTo>
                    <a:pt x="59" y="0"/>
                    <a:pt x="59" y="0"/>
                    <a:pt x="59" y="0"/>
                  </a:cubicBezTo>
                  <a:cubicBezTo>
                    <a:pt x="60" y="10"/>
                    <a:pt x="61" y="19"/>
                    <a:pt x="61" y="23"/>
                  </a:cubicBezTo>
                  <a:cubicBezTo>
                    <a:pt x="63" y="31"/>
                    <a:pt x="63" y="43"/>
                    <a:pt x="64" y="45"/>
                  </a:cubicBezTo>
                  <a:cubicBezTo>
                    <a:pt x="65" y="57"/>
                    <a:pt x="75" y="122"/>
                    <a:pt x="76" y="146"/>
                  </a:cubicBezTo>
                  <a:cubicBezTo>
                    <a:pt x="71" y="179"/>
                    <a:pt x="88" y="196"/>
                    <a:pt x="97" y="243"/>
                  </a:cubicBezTo>
                  <a:cubicBezTo>
                    <a:pt x="101" y="268"/>
                    <a:pt x="129" y="382"/>
                    <a:pt x="131" y="394"/>
                  </a:cubicBezTo>
                  <a:cubicBezTo>
                    <a:pt x="133" y="407"/>
                    <a:pt x="136" y="420"/>
                    <a:pt x="138" y="423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405" name="Freeform 864">
              <a:extLst>
                <a:ext uri="{FF2B5EF4-FFF2-40B4-BE49-F238E27FC236}">
                  <a16:creationId xmlns:a16="http://schemas.microsoft.com/office/drawing/2014/main" id="{CC508069-21D1-4DC0-A09F-83C14E2DB60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4" y="2556"/>
              <a:ext cx="52" cy="1041"/>
            </a:xfrm>
            <a:custGeom>
              <a:avLst/>
              <a:gdLst>
                <a:gd name="T0" fmla="*/ 0 w 35"/>
                <a:gd name="T1" fmla="*/ 0 h 696"/>
                <a:gd name="T2" fmla="*/ 27 w 35"/>
                <a:gd name="T3" fmla="*/ 555 h 696"/>
                <a:gd name="T4" fmla="*/ 40 w 35"/>
                <a:gd name="T5" fmla="*/ 1228 h 696"/>
                <a:gd name="T6" fmla="*/ 42 w 35"/>
                <a:gd name="T7" fmla="*/ 1342 h 696"/>
                <a:gd name="T8" fmla="*/ 59 w 35"/>
                <a:gd name="T9" fmla="*/ 1783 h 696"/>
                <a:gd name="T10" fmla="*/ 114 w 35"/>
                <a:gd name="T11" fmla="*/ 2329 h 69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5" h="696">
                  <a:moveTo>
                    <a:pt x="0" y="0"/>
                  </a:moveTo>
                  <a:cubicBezTo>
                    <a:pt x="1" y="21"/>
                    <a:pt x="6" y="146"/>
                    <a:pt x="8" y="166"/>
                  </a:cubicBezTo>
                  <a:cubicBezTo>
                    <a:pt x="8" y="168"/>
                    <a:pt x="18" y="335"/>
                    <a:pt x="12" y="367"/>
                  </a:cubicBezTo>
                  <a:cubicBezTo>
                    <a:pt x="11" y="372"/>
                    <a:pt x="13" y="397"/>
                    <a:pt x="13" y="401"/>
                  </a:cubicBezTo>
                  <a:cubicBezTo>
                    <a:pt x="13" y="424"/>
                    <a:pt x="21" y="500"/>
                    <a:pt x="18" y="533"/>
                  </a:cubicBezTo>
                  <a:cubicBezTo>
                    <a:pt x="14" y="590"/>
                    <a:pt x="29" y="665"/>
                    <a:pt x="35" y="696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406" name="Freeform 865">
              <a:extLst>
                <a:ext uri="{FF2B5EF4-FFF2-40B4-BE49-F238E27FC236}">
                  <a16:creationId xmlns:a16="http://schemas.microsoft.com/office/drawing/2014/main" id="{EBD04A6D-3B02-4FD2-A21F-F8573DE8CC9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4" y="2565"/>
              <a:ext cx="68" cy="1018"/>
            </a:xfrm>
            <a:custGeom>
              <a:avLst/>
              <a:gdLst>
                <a:gd name="T0" fmla="*/ 0 w 45"/>
                <a:gd name="T1" fmla="*/ 2275 h 681"/>
                <a:gd name="T2" fmla="*/ 76 w 45"/>
                <a:gd name="T3" fmla="*/ 1770 h 681"/>
                <a:gd name="T4" fmla="*/ 95 w 45"/>
                <a:gd name="T5" fmla="*/ 1318 h 681"/>
                <a:gd name="T6" fmla="*/ 100 w 45"/>
                <a:gd name="T7" fmla="*/ 1206 h 681"/>
                <a:gd name="T8" fmla="*/ 138 w 45"/>
                <a:gd name="T9" fmla="*/ 532 h 681"/>
                <a:gd name="T10" fmla="*/ 156 w 45"/>
                <a:gd name="T11" fmla="*/ 0 h 68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5" h="681">
                  <a:moveTo>
                    <a:pt x="0" y="681"/>
                  </a:moveTo>
                  <a:cubicBezTo>
                    <a:pt x="2" y="668"/>
                    <a:pt x="24" y="584"/>
                    <a:pt x="22" y="530"/>
                  </a:cubicBezTo>
                  <a:cubicBezTo>
                    <a:pt x="21" y="497"/>
                    <a:pt x="28" y="418"/>
                    <a:pt x="28" y="395"/>
                  </a:cubicBezTo>
                  <a:cubicBezTo>
                    <a:pt x="28" y="391"/>
                    <a:pt x="30" y="366"/>
                    <a:pt x="29" y="361"/>
                  </a:cubicBezTo>
                  <a:cubicBezTo>
                    <a:pt x="22" y="327"/>
                    <a:pt x="40" y="161"/>
                    <a:pt x="40" y="159"/>
                  </a:cubicBezTo>
                  <a:cubicBezTo>
                    <a:pt x="42" y="140"/>
                    <a:pt x="44" y="30"/>
                    <a:pt x="45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407" name="Freeform 866">
              <a:extLst>
                <a:ext uri="{FF2B5EF4-FFF2-40B4-BE49-F238E27FC236}">
                  <a16:creationId xmlns:a16="http://schemas.microsoft.com/office/drawing/2014/main" id="{FCAAD321-4DEB-4CF4-B772-BDB51129571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3" y="1704"/>
              <a:ext cx="282" cy="1993"/>
            </a:xfrm>
            <a:custGeom>
              <a:avLst/>
              <a:gdLst>
                <a:gd name="T0" fmla="*/ 0 w 188"/>
                <a:gd name="T1" fmla="*/ 1480 h 1332"/>
                <a:gd name="T2" fmla="*/ 18 w 188"/>
                <a:gd name="T3" fmla="*/ 1709 h 1332"/>
                <a:gd name="T4" fmla="*/ 18 w 188"/>
                <a:gd name="T5" fmla="*/ 1824 h 1332"/>
                <a:gd name="T6" fmla="*/ 66 w 188"/>
                <a:gd name="T7" fmla="*/ 1950 h 1332"/>
                <a:gd name="T8" fmla="*/ 129 w 188"/>
                <a:gd name="T9" fmla="*/ 2066 h 1332"/>
                <a:gd name="T10" fmla="*/ 203 w 188"/>
                <a:gd name="T11" fmla="*/ 2125 h 1332"/>
                <a:gd name="T12" fmla="*/ 257 w 188"/>
                <a:gd name="T13" fmla="*/ 2152 h 1332"/>
                <a:gd name="T14" fmla="*/ 282 w 188"/>
                <a:gd name="T15" fmla="*/ 2120 h 1332"/>
                <a:gd name="T16" fmla="*/ 297 w 188"/>
                <a:gd name="T17" fmla="*/ 2120 h 1332"/>
                <a:gd name="T18" fmla="*/ 359 w 188"/>
                <a:gd name="T19" fmla="*/ 2117 h 1332"/>
                <a:gd name="T20" fmla="*/ 350 w 188"/>
                <a:gd name="T21" fmla="*/ 2066 h 1332"/>
                <a:gd name="T22" fmla="*/ 377 w 188"/>
                <a:gd name="T23" fmla="*/ 2065 h 1332"/>
                <a:gd name="T24" fmla="*/ 365 w 188"/>
                <a:gd name="T25" fmla="*/ 2012 h 1332"/>
                <a:gd name="T26" fmla="*/ 284 w 188"/>
                <a:gd name="T27" fmla="*/ 1953 h 1332"/>
                <a:gd name="T28" fmla="*/ 234 w 188"/>
                <a:gd name="T29" fmla="*/ 1918 h 1332"/>
                <a:gd name="T30" fmla="*/ 216 w 188"/>
                <a:gd name="T31" fmla="*/ 1869 h 1332"/>
                <a:gd name="T32" fmla="*/ 216 w 188"/>
                <a:gd name="T33" fmla="*/ 1795 h 1332"/>
                <a:gd name="T34" fmla="*/ 224 w 188"/>
                <a:gd name="T35" fmla="*/ 1709 h 1332"/>
                <a:gd name="T36" fmla="*/ 269 w 188"/>
                <a:gd name="T37" fmla="*/ 1754 h 1332"/>
                <a:gd name="T38" fmla="*/ 390 w 188"/>
                <a:gd name="T39" fmla="*/ 1822 h 1332"/>
                <a:gd name="T40" fmla="*/ 332 w 188"/>
                <a:gd name="T41" fmla="*/ 1673 h 1332"/>
                <a:gd name="T42" fmla="*/ 234 w 188"/>
                <a:gd name="T43" fmla="*/ 1531 h 1332"/>
                <a:gd name="T44" fmla="*/ 203 w 188"/>
                <a:gd name="T45" fmla="*/ 1439 h 1332"/>
                <a:gd name="T46" fmla="*/ 194 w 188"/>
                <a:gd name="T47" fmla="*/ 1417 h 1332"/>
                <a:gd name="T48" fmla="*/ 216 w 188"/>
                <a:gd name="T49" fmla="*/ 1321 h 1332"/>
                <a:gd name="T50" fmla="*/ 336 w 188"/>
                <a:gd name="T51" fmla="*/ 817 h 1332"/>
                <a:gd name="T52" fmla="*/ 404 w 188"/>
                <a:gd name="T53" fmla="*/ 488 h 1332"/>
                <a:gd name="T54" fmla="*/ 444 w 188"/>
                <a:gd name="T55" fmla="*/ 150 h 1332"/>
                <a:gd name="T56" fmla="*/ 450 w 188"/>
                <a:gd name="T57" fmla="*/ 76 h 1332"/>
                <a:gd name="T58" fmla="*/ 458 w 188"/>
                <a:gd name="T59" fmla="*/ 0 h 1332"/>
                <a:gd name="T60" fmla="*/ 458 w 188"/>
                <a:gd name="T61" fmla="*/ 1 h 1332"/>
                <a:gd name="T62" fmla="*/ 504 w 188"/>
                <a:gd name="T63" fmla="*/ 217 h 1332"/>
                <a:gd name="T64" fmla="*/ 426 w 188"/>
                <a:gd name="T65" fmla="*/ 492 h 1332"/>
                <a:gd name="T66" fmla="*/ 458 w 188"/>
                <a:gd name="T67" fmla="*/ 1372 h 1332"/>
                <a:gd name="T68" fmla="*/ 507 w 188"/>
                <a:gd name="T69" fmla="*/ 1620 h 1332"/>
                <a:gd name="T70" fmla="*/ 588 w 188"/>
                <a:gd name="T71" fmla="*/ 2897 h 1332"/>
                <a:gd name="T72" fmla="*/ 594 w 188"/>
                <a:gd name="T73" fmla="*/ 3145 h 1332"/>
                <a:gd name="T74" fmla="*/ 626 w 188"/>
                <a:gd name="T75" fmla="*/ 3356 h 1332"/>
                <a:gd name="T76" fmla="*/ 599 w 188"/>
                <a:gd name="T77" fmla="*/ 3926 h 1332"/>
                <a:gd name="T78" fmla="*/ 635 w 188"/>
                <a:gd name="T79" fmla="*/ 4462 h 1332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188" h="1332">
                  <a:moveTo>
                    <a:pt x="0" y="442"/>
                  </a:moveTo>
                  <a:cubicBezTo>
                    <a:pt x="0" y="442"/>
                    <a:pt x="7" y="494"/>
                    <a:pt x="5" y="510"/>
                  </a:cubicBezTo>
                  <a:cubicBezTo>
                    <a:pt x="3" y="526"/>
                    <a:pt x="4" y="535"/>
                    <a:pt x="5" y="545"/>
                  </a:cubicBezTo>
                  <a:cubicBezTo>
                    <a:pt x="6" y="555"/>
                    <a:pt x="16" y="570"/>
                    <a:pt x="19" y="582"/>
                  </a:cubicBezTo>
                  <a:cubicBezTo>
                    <a:pt x="25" y="608"/>
                    <a:pt x="32" y="608"/>
                    <a:pt x="38" y="617"/>
                  </a:cubicBezTo>
                  <a:cubicBezTo>
                    <a:pt x="44" y="625"/>
                    <a:pt x="58" y="631"/>
                    <a:pt x="60" y="634"/>
                  </a:cubicBezTo>
                  <a:cubicBezTo>
                    <a:pt x="62" y="637"/>
                    <a:pt x="69" y="643"/>
                    <a:pt x="76" y="642"/>
                  </a:cubicBezTo>
                  <a:cubicBezTo>
                    <a:pt x="84" y="641"/>
                    <a:pt x="83" y="633"/>
                    <a:pt x="83" y="633"/>
                  </a:cubicBezTo>
                  <a:cubicBezTo>
                    <a:pt x="83" y="633"/>
                    <a:pt x="85" y="633"/>
                    <a:pt x="88" y="633"/>
                  </a:cubicBezTo>
                  <a:cubicBezTo>
                    <a:pt x="92" y="633"/>
                    <a:pt x="103" y="635"/>
                    <a:pt x="106" y="632"/>
                  </a:cubicBezTo>
                  <a:cubicBezTo>
                    <a:pt x="113" y="625"/>
                    <a:pt x="103" y="617"/>
                    <a:pt x="103" y="617"/>
                  </a:cubicBezTo>
                  <a:cubicBezTo>
                    <a:pt x="111" y="616"/>
                    <a:pt x="111" y="616"/>
                    <a:pt x="111" y="616"/>
                  </a:cubicBezTo>
                  <a:cubicBezTo>
                    <a:pt x="120" y="611"/>
                    <a:pt x="108" y="601"/>
                    <a:pt x="108" y="601"/>
                  </a:cubicBezTo>
                  <a:cubicBezTo>
                    <a:pt x="109" y="583"/>
                    <a:pt x="86" y="587"/>
                    <a:pt x="84" y="583"/>
                  </a:cubicBezTo>
                  <a:cubicBezTo>
                    <a:pt x="76" y="573"/>
                    <a:pt x="69" y="573"/>
                    <a:pt x="69" y="573"/>
                  </a:cubicBezTo>
                  <a:cubicBezTo>
                    <a:pt x="68" y="563"/>
                    <a:pt x="62" y="561"/>
                    <a:pt x="64" y="558"/>
                  </a:cubicBezTo>
                  <a:cubicBezTo>
                    <a:pt x="69" y="551"/>
                    <a:pt x="60" y="542"/>
                    <a:pt x="64" y="536"/>
                  </a:cubicBezTo>
                  <a:cubicBezTo>
                    <a:pt x="67" y="530"/>
                    <a:pt x="66" y="510"/>
                    <a:pt x="66" y="510"/>
                  </a:cubicBezTo>
                  <a:cubicBezTo>
                    <a:pt x="66" y="510"/>
                    <a:pt x="75" y="512"/>
                    <a:pt x="79" y="523"/>
                  </a:cubicBezTo>
                  <a:cubicBezTo>
                    <a:pt x="83" y="534"/>
                    <a:pt x="101" y="553"/>
                    <a:pt x="115" y="544"/>
                  </a:cubicBezTo>
                  <a:cubicBezTo>
                    <a:pt x="129" y="536"/>
                    <a:pt x="109" y="510"/>
                    <a:pt x="98" y="499"/>
                  </a:cubicBezTo>
                  <a:cubicBezTo>
                    <a:pt x="86" y="488"/>
                    <a:pt x="77" y="465"/>
                    <a:pt x="69" y="457"/>
                  </a:cubicBezTo>
                  <a:cubicBezTo>
                    <a:pt x="60" y="448"/>
                    <a:pt x="60" y="430"/>
                    <a:pt x="60" y="430"/>
                  </a:cubicBezTo>
                  <a:cubicBezTo>
                    <a:pt x="60" y="430"/>
                    <a:pt x="55" y="426"/>
                    <a:pt x="57" y="423"/>
                  </a:cubicBezTo>
                  <a:cubicBezTo>
                    <a:pt x="58" y="420"/>
                    <a:pt x="62" y="407"/>
                    <a:pt x="64" y="394"/>
                  </a:cubicBezTo>
                  <a:cubicBezTo>
                    <a:pt x="66" y="382"/>
                    <a:pt x="95" y="269"/>
                    <a:pt x="99" y="244"/>
                  </a:cubicBezTo>
                  <a:cubicBezTo>
                    <a:pt x="108" y="197"/>
                    <a:pt x="124" y="179"/>
                    <a:pt x="119" y="146"/>
                  </a:cubicBezTo>
                  <a:cubicBezTo>
                    <a:pt x="119" y="122"/>
                    <a:pt x="129" y="57"/>
                    <a:pt x="131" y="45"/>
                  </a:cubicBezTo>
                  <a:cubicBezTo>
                    <a:pt x="132" y="43"/>
                    <a:pt x="132" y="31"/>
                    <a:pt x="133" y="23"/>
                  </a:cubicBezTo>
                  <a:cubicBezTo>
                    <a:pt x="134" y="19"/>
                    <a:pt x="135" y="10"/>
                    <a:pt x="135" y="0"/>
                  </a:cubicBezTo>
                  <a:cubicBezTo>
                    <a:pt x="135" y="1"/>
                    <a:pt x="135" y="1"/>
                    <a:pt x="135" y="1"/>
                  </a:cubicBezTo>
                  <a:cubicBezTo>
                    <a:pt x="136" y="12"/>
                    <a:pt x="147" y="36"/>
                    <a:pt x="149" y="65"/>
                  </a:cubicBezTo>
                  <a:cubicBezTo>
                    <a:pt x="147" y="90"/>
                    <a:pt x="125" y="124"/>
                    <a:pt x="126" y="147"/>
                  </a:cubicBezTo>
                  <a:cubicBezTo>
                    <a:pt x="95" y="292"/>
                    <a:pt x="136" y="382"/>
                    <a:pt x="135" y="410"/>
                  </a:cubicBezTo>
                  <a:cubicBezTo>
                    <a:pt x="134" y="445"/>
                    <a:pt x="151" y="453"/>
                    <a:pt x="150" y="484"/>
                  </a:cubicBezTo>
                  <a:cubicBezTo>
                    <a:pt x="174" y="865"/>
                    <a:pt x="174" y="865"/>
                    <a:pt x="174" y="865"/>
                  </a:cubicBezTo>
                  <a:cubicBezTo>
                    <a:pt x="174" y="876"/>
                    <a:pt x="172" y="918"/>
                    <a:pt x="176" y="939"/>
                  </a:cubicBezTo>
                  <a:cubicBezTo>
                    <a:pt x="177" y="944"/>
                    <a:pt x="185" y="968"/>
                    <a:pt x="185" y="1002"/>
                  </a:cubicBezTo>
                  <a:cubicBezTo>
                    <a:pt x="187" y="1056"/>
                    <a:pt x="175" y="1133"/>
                    <a:pt x="177" y="1172"/>
                  </a:cubicBezTo>
                  <a:cubicBezTo>
                    <a:pt x="180" y="1236"/>
                    <a:pt x="178" y="1291"/>
                    <a:pt x="188" y="1332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408" name="Freeform 867">
              <a:extLst>
                <a:ext uri="{FF2B5EF4-FFF2-40B4-BE49-F238E27FC236}">
                  <a16:creationId xmlns:a16="http://schemas.microsoft.com/office/drawing/2014/main" id="{1C7BC2A6-C4E9-4463-97CA-467BB89351D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4" y="2200"/>
              <a:ext cx="27" cy="37"/>
            </a:xfrm>
            <a:custGeom>
              <a:avLst/>
              <a:gdLst>
                <a:gd name="T0" fmla="*/ 53 w 18"/>
                <a:gd name="T1" fmla="*/ 0 h 25"/>
                <a:gd name="T2" fmla="*/ 62 w 18"/>
                <a:gd name="T3" fmla="*/ 81 h 25"/>
                <a:gd name="T4" fmla="*/ 35 w 18"/>
                <a:gd name="T5" fmla="*/ 9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25">
                  <a:moveTo>
                    <a:pt x="15" y="0"/>
                  </a:moveTo>
                  <a:cubicBezTo>
                    <a:pt x="2" y="8"/>
                    <a:pt x="12" y="17"/>
                    <a:pt x="18" y="25"/>
                  </a:cubicBezTo>
                  <a:cubicBezTo>
                    <a:pt x="11" y="23"/>
                    <a:pt x="0" y="8"/>
                    <a:pt x="10" y="3"/>
                  </a:cubicBezTo>
                </a:path>
              </a:pathLst>
            </a:custGeom>
            <a:solidFill>
              <a:srgbClr val="FAD7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409" name="Freeform 868">
              <a:extLst>
                <a:ext uri="{FF2B5EF4-FFF2-40B4-BE49-F238E27FC236}">
                  <a16:creationId xmlns:a16="http://schemas.microsoft.com/office/drawing/2014/main" id="{50674809-1E01-453A-B391-3DF41D879BE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3" y="2045"/>
              <a:ext cx="141" cy="328"/>
            </a:xfrm>
            <a:custGeom>
              <a:avLst/>
              <a:gdLst>
                <a:gd name="T0" fmla="*/ 0 w 94"/>
                <a:gd name="T1" fmla="*/ 0 h 219"/>
                <a:gd name="T2" fmla="*/ 45 w 94"/>
                <a:gd name="T3" fmla="*/ 413 h 219"/>
                <a:gd name="T4" fmla="*/ 126 w 94"/>
                <a:gd name="T5" fmla="*/ 608 h 219"/>
                <a:gd name="T6" fmla="*/ 207 w 94"/>
                <a:gd name="T7" fmla="*/ 689 h 219"/>
                <a:gd name="T8" fmla="*/ 318 w 94"/>
                <a:gd name="T9" fmla="*/ 734 h 219"/>
                <a:gd name="T10" fmla="*/ 318 w 94"/>
                <a:gd name="T11" fmla="*/ 734 h 219"/>
                <a:gd name="T12" fmla="*/ 161 w 94"/>
                <a:gd name="T13" fmla="*/ 554 h 219"/>
                <a:gd name="T14" fmla="*/ 68 w 94"/>
                <a:gd name="T15" fmla="*/ 370 h 219"/>
                <a:gd name="T16" fmla="*/ 5 w 94"/>
                <a:gd name="T17" fmla="*/ 6 h 21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4" h="219">
                  <a:moveTo>
                    <a:pt x="0" y="0"/>
                  </a:moveTo>
                  <a:cubicBezTo>
                    <a:pt x="0" y="42"/>
                    <a:pt x="7" y="82"/>
                    <a:pt x="13" y="123"/>
                  </a:cubicBezTo>
                  <a:cubicBezTo>
                    <a:pt x="17" y="146"/>
                    <a:pt x="24" y="162"/>
                    <a:pt x="37" y="181"/>
                  </a:cubicBezTo>
                  <a:cubicBezTo>
                    <a:pt x="44" y="191"/>
                    <a:pt x="50" y="200"/>
                    <a:pt x="61" y="205"/>
                  </a:cubicBezTo>
                  <a:cubicBezTo>
                    <a:pt x="64" y="206"/>
                    <a:pt x="92" y="219"/>
                    <a:pt x="94" y="218"/>
                  </a:cubicBezTo>
                  <a:cubicBezTo>
                    <a:pt x="94" y="218"/>
                    <a:pt x="94" y="218"/>
                    <a:pt x="94" y="218"/>
                  </a:cubicBezTo>
                  <a:cubicBezTo>
                    <a:pt x="75" y="212"/>
                    <a:pt x="59" y="180"/>
                    <a:pt x="47" y="165"/>
                  </a:cubicBezTo>
                  <a:cubicBezTo>
                    <a:pt x="34" y="147"/>
                    <a:pt x="25" y="131"/>
                    <a:pt x="20" y="110"/>
                  </a:cubicBezTo>
                  <a:cubicBezTo>
                    <a:pt x="12" y="74"/>
                    <a:pt x="13" y="35"/>
                    <a:pt x="1" y="2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410" name="Freeform 869">
              <a:extLst>
                <a:ext uri="{FF2B5EF4-FFF2-40B4-BE49-F238E27FC236}">
                  <a16:creationId xmlns:a16="http://schemas.microsoft.com/office/drawing/2014/main" id="{FF74DC3F-34C8-4168-B4EA-BF693F3305D0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5" y="2223"/>
              <a:ext cx="297" cy="213"/>
            </a:xfrm>
            <a:custGeom>
              <a:avLst/>
              <a:gdLst>
                <a:gd name="T0" fmla="*/ 0 w 198"/>
                <a:gd name="T1" fmla="*/ 471 h 142"/>
                <a:gd name="T2" fmla="*/ 189 w 198"/>
                <a:gd name="T3" fmla="*/ 405 h 142"/>
                <a:gd name="T4" fmla="*/ 386 w 198"/>
                <a:gd name="T5" fmla="*/ 302 h 142"/>
                <a:gd name="T6" fmla="*/ 669 w 198"/>
                <a:gd name="T7" fmla="*/ 0 h 142"/>
                <a:gd name="T8" fmla="*/ 620 w 198"/>
                <a:gd name="T9" fmla="*/ 210 h 142"/>
                <a:gd name="T10" fmla="*/ 431 w 198"/>
                <a:gd name="T11" fmla="*/ 351 h 142"/>
                <a:gd name="T12" fmla="*/ 216 w 198"/>
                <a:gd name="T13" fmla="*/ 440 h 142"/>
                <a:gd name="T14" fmla="*/ 108 w 198"/>
                <a:gd name="T15" fmla="*/ 471 h 142"/>
                <a:gd name="T16" fmla="*/ 21 w 198"/>
                <a:gd name="T17" fmla="*/ 480 h 14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98" h="142">
                  <a:moveTo>
                    <a:pt x="0" y="139"/>
                  </a:moveTo>
                  <a:cubicBezTo>
                    <a:pt x="18" y="141"/>
                    <a:pt x="40" y="126"/>
                    <a:pt x="56" y="120"/>
                  </a:cubicBezTo>
                  <a:cubicBezTo>
                    <a:pt x="77" y="111"/>
                    <a:pt x="97" y="103"/>
                    <a:pt x="114" y="89"/>
                  </a:cubicBezTo>
                  <a:cubicBezTo>
                    <a:pt x="143" y="66"/>
                    <a:pt x="183" y="35"/>
                    <a:pt x="198" y="0"/>
                  </a:cubicBezTo>
                  <a:cubicBezTo>
                    <a:pt x="197" y="22"/>
                    <a:pt x="197" y="45"/>
                    <a:pt x="183" y="62"/>
                  </a:cubicBezTo>
                  <a:cubicBezTo>
                    <a:pt x="168" y="80"/>
                    <a:pt x="148" y="93"/>
                    <a:pt x="127" y="104"/>
                  </a:cubicBezTo>
                  <a:cubicBezTo>
                    <a:pt x="107" y="115"/>
                    <a:pt x="86" y="124"/>
                    <a:pt x="64" y="130"/>
                  </a:cubicBezTo>
                  <a:cubicBezTo>
                    <a:pt x="53" y="133"/>
                    <a:pt x="43" y="137"/>
                    <a:pt x="32" y="139"/>
                  </a:cubicBezTo>
                  <a:cubicBezTo>
                    <a:pt x="24" y="140"/>
                    <a:pt x="13" y="139"/>
                    <a:pt x="6" y="14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411" name="Freeform 870">
              <a:extLst>
                <a:ext uri="{FF2B5EF4-FFF2-40B4-BE49-F238E27FC236}">
                  <a16:creationId xmlns:a16="http://schemas.microsoft.com/office/drawing/2014/main" id="{DA0ED0E5-B986-4945-85E9-B2223FDC7AA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7" y="1843"/>
              <a:ext cx="293" cy="231"/>
            </a:xfrm>
            <a:custGeom>
              <a:avLst/>
              <a:gdLst>
                <a:gd name="T0" fmla="*/ 419 w 195"/>
                <a:gd name="T1" fmla="*/ 5 h 154"/>
                <a:gd name="T2" fmla="*/ 162 w 195"/>
                <a:gd name="T3" fmla="*/ 122 h 154"/>
                <a:gd name="T4" fmla="*/ 18 w 195"/>
                <a:gd name="T5" fmla="*/ 437 h 154"/>
                <a:gd name="T6" fmla="*/ 81 w 195"/>
                <a:gd name="T7" fmla="*/ 513 h 154"/>
                <a:gd name="T8" fmla="*/ 189 w 195"/>
                <a:gd name="T9" fmla="*/ 413 h 154"/>
                <a:gd name="T10" fmla="*/ 433 w 195"/>
                <a:gd name="T11" fmla="*/ 224 h 154"/>
                <a:gd name="T12" fmla="*/ 569 w 195"/>
                <a:gd name="T13" fmla="*/ 39 h 154"/>
                <a:gd name="T14" fmla="*/ 419 w 195"/>
                <a:gd name="T15" fmla="*/ 5 h 15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95" h="154">
                  <a:moveTo>
                    <a:pt x="124" y="1"/>
                  </a:moveTo>
                  <a:cubicBezTo>
                    <a:pt x="99" y="0"/>
                    <a:pt x="66" y="21"/>
                    <a:pt x="48" y="36"/>
                  </a:cubicBezTo>
                  <a:cubicBezTo>
                    <a:pt x="25" y="56"/>
                    <a:pt x="0" y="97"/>
                    <a:pt x="5" y="129"/>
                  </a:cubicBezTo>
                  <a:cubicBezTo>
                    <a:pt x="6" y="140"/>
                    <a:pt x="12" y="154"/>
                    <a:pt x="24" y="152"/>
                  </a:cubicBezTo>
                  <a:cubicBezTo>
                    <a:pt x="34" y="150"/>
                    <a:pt x="49" y="129"/>
                    <a:pt x="56" y="122"/>
                  </a:cubicBezTo>
                  <a:cubicBezTo>
                    <a:pt x="78" y="97"/>
                    <a:pt x="100" y="82"/>
                    <a:pt x="128" y="66"/>
                  </a:cubicBezTo>
                  <a:cubicBezTo>
                    <a:pt x="145" y="58"/>
                    <a:pt x="195" y="32"/>
                    <a:pt x="168" y="11"/>
                  </a:cubicBezTo>
                  <a:cubicBezTo>
                    <a:pt x="158" y="3"/>
                    <a:pt x="137" y="0"/>
                    <a:pt x="124" y="1"/>
                  </a:cubicBezTo>
                </a:path>
              </a:pathLst>
            </a:custGeom>
            <a:solidFill>
              <a:srgbClr val="FAF4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412" name="Freeform 871">
              <a:extLst>
                <a:ext uri="{FF2B5EF4-FFF2-40B4-BE49-F238E27FC236}">
                  <a16:creationId xmlns:a16="http://schemas.microsoft.com/office/drawing/2014/main" id="{4673F20E-3DCE-4E44-BCD1-62F1765618A1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0" y="1260"/>
              <a:ext cx="60" cy="37"/>
            </a:xfrm>
            <a:custGeom>
              <a:avLst/>
              <a:gdLst>
                <a:gd name="T0" fmla="*/ 12 w 40"/>
                <a:gd name="T1" fmla="*/ 0 h 25"/>
                <a:gd name="T2" fmla="*/ 54 w 40"/>
                <a:gd name="T3" fmla="*/ 40 h 25"/>
                <a:gd name="T4" fmla="*/ 129 w 40"/>
                <a:gd name="T5" fmla="*/ 19 h 25"/>
                <a:gd name="T6" fmla="*/ 48 w 40"/>
                <a:gd name="T7" fmla="*/ 74 h 25"/>
                <a:gd name="T8" fmla="*/ 5 w 40"/>
                <a:gd name="T9" fmla="*/ 9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25">
                  <a:moveTo>
                    <a:pt x="3" y="0"/>
                  </a:moveTo>
                  <a:cubicBezTo>
                    <a:pt x="6" y="4"/>
                    <a:pt x="9" y="10"/>
                    <a:pt x="16" y="12"/>
                  </a:cubicBezTo>
                  <a:cubicBezTo>
                    <a:pt x="24" y="13"/>
                    <a:pt x="31" y="8"/>
                    <a:pt x="38" y="6"/>
                  </a:cubicBezTo>
                  <a:cubicBezTo>
                    <a:pt x="40" y="17"/>
                    <a:pt x="23" y="25"/>
                    <a:pt x="14" y="23"/>
                  </a:cubicBezTo>
                  <a:cubicBezTo>
                    <a:pt x="7" y="21"/>
                    <a:pt x="0" y="10"/>
                    <a:pt x="1" y="3"/>
                  </a:cubicBezTo>
                </a:path>
              </a:pathLst>
            </a:custGeom>
            <a:solidFill>
              <a:srgbClr val="FAD7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413" name="Freeform 872">
              <a:extLst>
                <a:ext uri="{FF2B5EF4-FFF2-40B4-BE49-F238E27FC236}">
                  <a16:creationId xmlns:a16="http://schemas.microsoft.com/office/drawing/2014/main" id="{61C40C14-0AD9-44D0-AEC5-71BE4688349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7" y="1241"/>
              <a:ext cx="184" cy="67"/>
            </a:xfrm>
            <a:custGeom>
              <a:avLst/>
              <a:gdLst>
                <a:gd name="T0" fmla="*/ 0 w 123"/>
                <a:gd name="T1" fmla="*/ 33 h 45"/>
                <a:gd name="T2" fmla="*/ 109 w 123"/>
                <a:gd name="T3" fmla="*/ 67 h 45"/>
                <a:gd name="T4" fmla="*/ 194 w 123"/>
                <a:gd name="T5" fmla="*/ 127 h 45"/>
                <a:gd name="T6" fmla="*/ 411 w 123"/>
                <a:gd name="T7" fmla="*/ 0 h 4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3" h="45">
                  <a:moveTo>
                    <a:pt x="0" y="10"/>
                  </a:moveTo>
                  <a:cubicBezTo>
                    <a:pt x="10" y="16"/>
                    <a:pt x="23" y="16"/>
                    <a:pt x="33" y="20"/>
                  </a:cubicBezTo>
                  <a:cubicBezTo>
                    <a:pt x="42" y="25"/>
                    <a:pt x="48" y="35"/>
                    <a:pt x="58" y="38"/>
                  </a:cubicBezTo>
                  <a:cubicBezTo>
                    <a:pt x="86" y="45"/>
                    <a:pt x="103" y="14"/>
                    <a:pt x="123" y="0"/>
                  </a:cubicBezTo>
                </a:path>
              </a:pathLst>
            </a:custGeom>
            <a:noFill/>
            <a:ln w="158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414" name="Freeform 873">
              <a:extLst>
                <a:ext uri="{FF2B5EF4-FFF2-40B4-BE49-F238E27FC236}">
                  <a16:creationId xmlns:a16="http://schemas.microsoft.com/office/drawing/2014/main" id="{8C689BB8-4EC4-4DDE-B7C5-2961034D5FFB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1" y="1722"/>
              <a:ext cx="55" cy="23"/>
            </a:xfrm>
            <a:custGeom>
              <a:avLst/>
              <a:gdLst>
                <a:gd name="T0" fmla="*/ 0 w 37"/>
                <a:gd name="T1" fmla="*/ 0 h 15"/>
                <a:gd name="T2" fmla="*/ 122 w 37"/>
                <a:gd name="T3" fmla="*/ 54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7" h="15">
                  <a:moveTo>
                    <a:pt x="0" y="0"/>
                  </a:moveTo>
                  <a:cubicBezTo>
                    <a:pt x="0" y="0"/>
                    <a:pt x="16" y="13"/>
                    <a:pt x="37" y="15"/>
                  </a:cubicBezTo>
                </a:path>
              </a:pathLst>
            </a:custGeom>
            <a:noFill/>
            <a:ln w="158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415" name="Freeform 874">
              <a:extLst>
                <a:ext uri="{FF2B5EF4-FFF2-40B4-BE49-F238E27FC236}">
                  <a16:creationId xmlns:a16="http://schemas.microsoft.com/office/drawing/2014/main" id="{4D838376-9D74-44D2-9EFA-FEE59EA7EDA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5" y="1718"/>
              <a:ext cx="55" cy="24"/>
            </a:xfrm>
            <a:custGeom>
              <a:avLst/>
              <a:gdLst>
                <a:gd name="T0" fmla="*/ 122 w 37"/>
                <a:gd name="T1" fmla="*/ 0 h 16"/>
                <a:gd name="T2" fmla="*/ 0 w 37"/>
                <a:gd name="T3" fmla="*/ 54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7" h="16">
                  <a:moveTo>
                    <a:pt x="37" y="0"/>
                  </a:moveTo>
                  <a:cubicBezTo>
                    <a:pt x="37" y="0"/>
                    <a:pt x="25" y="14"/>
                    <a:pt x="0" y="16"/>
                  </a:cubicBezTo>
                </a:path>
              </a:pathLst>
            </a:custGeom>
            <a:noFill/>
            <a:ln w="158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416" name="Freeform 875">
              <a:extLst>
                <a:ext uri="{FF2B5EF4-FFF2-40B4-BE49-F238E27FC236}">
                  <a16:creationId xmlns:a16="http://schemas.microsoft.com/office/drawing/2014/main" id="{A76D913A-B2E6-48FB-BBF5-A05A001EC17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7" y="2418"/>
              <a:ext cx="160" cy="304"/>
            </a:xfrm>
            <a:custGeom>
              <a:avLst/>
              <a:gdLst>
                <a:gd name="T0" fmla="*/ 0 w 107"/>
                <a:gd name="T1" fmla="*/ 0 h 203"/>
                <a:gd name="T2" fmla="*/ 90 w 107"/>
                <a:gd name="T3" fmla="*/ 46 h 203"/>
                <a:gd name="T4" fmla="*/ 167 w 107"/>
                <a:gd name="T5" fmla="*/ 67 h 203"/>
                <a:gd name="T6" fmla="*/ 298 w 107"/>
                <a:gd name="T7" fmla="*/ 90 h 203"/>
                <a:gd name="T8" fmla="*/ 277 w 107"/>
                <a:gd name="T9" fmla="*/ 211 h 203"/>
                <a:gd name="T10" fmla="*/ 316 w 107"/>
                <a:gd name="T11" fmla="*/ 337 h 203"/>
                <a:gd name="T12" fmla="*/ 317 w 107"/>
                <a:gd name="T13" fmla="*/ 681 h 203"/>
                <a:gd name="T14" fmla="*/ 277 w 107"/>
                <a:gd name="T15" fmla="*/ 397 h 203"/>
                <a:gd name="T16" fmla="*/ 221 w 107"/>
                <a:gd name="T17" fmla="*/ 216 h 203"/>
                <a:gd name="T18" fmla="*/ 130 w 107"/>
                <a:gd name="T19" fmla="*/ 73 h 203"/>
                <a:gd name="T20" fmla="*/ 6 w 107"/>
                <a:gd name="T21" fmla="*/ 13 h 20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07" h="203">
                  <a:moveTo>
                    <a:pt x="0" y="0"/>
                  </a:moveTo>
                  <a:cubicBezTo>
                    <a:pt x="9" y="0"/>
                    <a:pt x="19" y="11"/>
                    <a:pt x="27" y="14"/>
                  </a:cubicBezTo>
                  <a:cubicBezTo>
                    <a:pt x="35" y="17"/>
                    <a:pt x="42" y="19"/>
                    <a:pt x="50" y="20"/>
                  </a:cubicBezTo>
                  <a:cubicBezTo>
                    <a:pt x="62" y="22"/>
                    <a:pt x="77" y="23"/>
                    <a:pt x="89" y="27"/>
                  </a:cubicBezTo>
                  <a:cubicBezTo>
                    <a:pt x="90" y="39"/>
                    <a:pt x="82" y="51"/>
                    <a:pt x="83" y="63"/>
                  </a:cubicBezTo>
                  <a:cubicBezTo>
                    <a:pt x="83" y="78"/>
                    <a:pt x="89" y="87"/>
                    <a:pt x="94" y="100"/>
                  </a:cubicBezTo>
                  <a:cubicBezTo>
                    <a:pt x="107" y="130"/>
                    <a:pt x="101" y="170"/>
                    <a:pt x="95" y="203"/>
                  </a:cubicBezTo>
                  <a:cubicBezTo>
                    <a:pt x="89" y="175"/>
                    <a:pt x="90" y="146"/>
                    <a:pt x="83" y="118"/>
                  </a:cubicBezTo>
                  <a:cubicBezTo>
                    <a:pt x="78" y="100"/>
                    <a:pt x="71" y="82"/>
                    <a:pt x="66" y="64"/>
                  </a:cubicBezTo>
                  <a:cubicBezTo>
                    <a:pt x="62" y="49"/>
                    <a:pt x="52" y="32"/>
                    <a:pt x="39" y="22"/>
                  </a:cubicBezTo>
                  <a:cubicBezTo>
                    <a:pt x="27" y="14"/>
                    <a:pt x="11" y="15"/>
                    <a:pt x="2" y="4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417" name="Freeform 876">
              <a:extLst>
                <a:ext uri="{FF2B5EF4-FFF2-40B4-BE49-F238E27FC236}">
                  <a16:creationId xmlns:a16="http://schemas.microsoft.com/office/drawing/2014/main" id="{D3C3A34F-A3AD-4ACA-AE25-E2F53852E8D1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0" y="2579"/>
              <a:ext cx="21" cy="318"/>
            </a:xfrm>
            <a:custGeom>
              <a:avLst/>
              <a:gdLst>
                <a:gd name="T0" fmla="*/ 14 w 14"/>
                <a:gd name="T1" fmla="*/ 0 h 212"/>
                <a:gd name="T2" fmla="*/ 18 w 14"/>
                <a:gd name="T3" fmla="*/ 363 h 212"/>
                <a:gd name="T4" fmla="*/ 27 w 14"/>
                <a:gd name="T5" fmla="*/ 554 h 212"/>
                <a:gd name="T6" fmla="*/ 41 w 14"/>
                <a:gd name="T7" fmla="*/ 716 h 212"/>
                <a:gd name="T8" fmla="*/ 32 w 14"/>
                <a:gd name="T9" fmla="*/ 255 h 212"/>
                <a:gd name="T10" fmla="*/ 12 w 14"/>
                <a:gd name="T11" fmla="*/ 14 h 2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" h="212">
                  <a:moveTo>
                    <a:pt x="4" y="0"/>
                  </a:moveTo>
                  <a:cubicBezTo>
                    <a:pt x="6" y="35"/>
                    <a:pt x="5" y="72"/>
                    <a:pt x="5" y="107"/>
                  </a:cubicBezTo>
                  <a:cubicBezTo>
                    <a:pt x="5" y="127"/>
                    <a:pt x="6" y="145"/>
                    <a:pt x="8" y="164"/>
                  </a:cubicBezTo>
                  <a:cubicBezTo>
                    <a:pt x="8" y="180"/>
                    <a:pt x="9" y="197"/>
                    <a:pt x="12" y="212"/>
                  </a:cubicBezTo>
                  <a:cubicBezTo>
                    <a:pt x="12" y="167"/>
                    <a:pt x="14" y="120"/>
                    <a:pt x="9" y="75"/>
                  </a:cubicBezTo>
                  <a:cubicBezTo>
                    <a:pt x="6" y="52"/>
                    <a:pt x="0" y="27"/>
                    <a:pt x="3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418" name="Freeform 877">
              <a:extLst>
                <a:ext uri="{FF2B5EF4-FFF2-40B4-BE49-F238E27FC236}">
                  <a16:creationId xmlns:a16="http://schemas.microsoft.com/office/drawing/2014/main" id="{63C15120-4C90-4B8D-8909-63344E6229A4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5" y="1544"/>
              <a:ext cx="20" cy="231"/>
            </a:xfrm>
            <a:custGeom>
              <a:avLst/>
              <a:gdLst>
                <a:gd name="T0" fmla="*/ 0 w 13"/>
                <a:gd name="T1" fmla="*/ 0 h 154"/>
                <a:gd name="T2" fmla="*/ 12 w 13"/>
                <a:gd name="T3" fmla="*/ 291 h 154"/>
                <a:gd name="T4" fmla="*/ 34 w 13"/>
                <a:gd name="T5" fmla="*/ 521 h 154"/>
                <a:gd name="T6" fmla="*/ 12 w 13"/>
                <a:gd name="T7" fmla="*/ 8 h 15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54">
                  <a:moveTo>
                    <a:pt x="0" y="0"/>
                  </a:moveTo>
                  <a:cubicBezTo>
                    <a:pt x="9" y="24"/>
                    <a:pt x="3" y="60"/>
                    <a:pt x="3" y="86"/>
                  </a:cubicBezTo>
                  <a:cubicBezTo>
                    <a:pt x="3" y="109"/>
                    <a:pt x="7" y="132"/>
                    <a:pt x="9" y="154"/>
                  </a:cubicBezTo>
                  <a:cubicBezTo>
                    <a:pt x="9" y="104"/>
                    <a:pt x="13" y="50"/>
                    <a:pt x="3" y="2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</p:grpSp>
      <p:sp>
        <p:nvSpPr>
          <p:cNvPr id="39942" name="Freeform 878">
            <a:extLst>
              <a:ext uri="{FF2B5EF4-FFF2-40B4-BE49-F238E27FC236}">
                <a16:creationId xmlns:a16="http://schemas.microsoft.com/office/drawing/2014/main" id="{3D780997-9188-4F8A-9228-76569C8413E1}"/>
              </a:ext>
            </a:extLst>
          </p:cNvPr>
          <p:cNvSpPr>
            <a:spLocks/>
          </p:cNvSpPr>
          <p:nvPr/>
        </p:nvSpPr>
        <p:spPr bwMode="auto">
          <a:xfrm>
            <a:off x="7397750" y="1524000"/>
            <a:ext cx="12700" cy="4763"/>
          </a:xfrm>
          <a:custGeom>
            <a:avLst/>
            <a:gdLst>
              <a:gd name="T0" fmla="*/ 2147483646 w 8"/>
              <a:gd name="T1" fmla="*/ 0 h 3"/>
              <a:gd name="T2" fmla="*/ 0 w 8"/>
              <a:gd name="T3" fmla="*/ 2147483646 h 3"/>
              <a:gd name="T4" fmla="*/ 0 w 8"/>
              <a:gd name="T5" fmla="*/ 2147483646 h 3"/>
              <a:gd name="T6" fmla="*/ 2147483646 w 8"/>
              <a:gd name="T7" fmla="*/ 0 h 3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8" h="3">
                <a:moveTo>
                  <a:pt x="8" y="0"/>
                </a:moveTo>
                <a:lnTo>
                  <a:pt x="0" y="2"/>
                </a:lnTo>
                <a:lnTo>
                  <a:pt x="0" y="3"/>
                </a:lnTo>
                <a:lnTo>
                  <a:pt x="8" y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fr-FR"/>
          </a:p>
        </p:txBody>
      </p:sp>
      <p:grpSp>
        <p:nvGrpSpPr>
          <p:cNvPr id="39943" name="elderly-man-standing-medical-illustration">
            <a:extLst>
              <a:ext uri="{FF2B5EF4-FFF2-40B4-BE49-F238E27FC236}">
                <a16:creationId xmlns:a16="http://schemas.microsoft.com/office/drawing/2014/main" id="{7581BFF3-5A06-4959-B1C4-D792A96E9274}"/>
              </a:ext>
            </a:extLst>
          </p:cNvPr>
          <p:cNvGrpSpPr>
            <a:grpSpLocks/>
          </p:cNvGrpSpPr>
          <p:nvPr/>
        </p:nvGrpSpPr>
        <p:grpSpPr bwMode="auto">
          <a:xfrm>
            <a:off x="6329363" y="1098550"/>
            <a:ext cx="1754187" cy="5499100"/>
            <a:chOff x="3027" y="636"/>
            <a:chExt cx="1105" cy="3464"/>
          </a:xfrm>
        </p:grpSpPr>
        <p:sp>
          <p:nvSpPr>
            <p:cNvPr id="39944" name="Freeform 880">
              <a:extLst>
                <a:ext uri="{FF2B5EF4-FFF2-40B4-BE49-F238E27FC236}">
                  <a16:creationId xmlns:a16="http://schemas.microsoft.com/office/drawing/2014/main" id="{E0FF77E4-85FD-4712-9FCA-129D90FDDCA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4" y="2309"/>
              <a:ext cx="93" cy="51"/>
            </a:xfrm>
            <a:custGeom>
              <a:avLst/>
              <a:gdLst>
                <a:gd name="T0" fmla="*/ 5 w 62"/>
                <a:gd name="T1" fmla="*/ 59 h 34"/>
                <a:gd name="T2" fmla="*/ 188 w 62"/>
                <a:gd name="T3" fmla="*/ 0 h 34"/>
                <a:gd name="T4" fmla="*/ 194 w 62"/>
                <a:gd name="T5" fmla="*/ 116 h 34"/>
                <a:gd name="T6" fmla="*/ 0 w 62"/>
                <a:gd name="T7" fmla="*/ 72 h 34"/>
                <a:gd name="T8" fmla="*/ 5 w 62"/>
                <a:gd name="T9" fmla="*/ 59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2" h="34">
                  <a:moveTo>
                    <a:pt x="1" y="17"/>
                  </a:moveTo>
                  <a:cubicBezTo>
                    <a:pt x="55" y="0"/>
                    <a:pt x="55" y="0"/>
                    <a:pt x="55" y="0"/>
                  </a:cubicBezTo>
                  <a:cubicBezTo>
                    <a:pt x="55" y="0"/>
                    <a:pt x="62" y="14"/>
                    <a:pt x="57" y="34"/>
                  </a:cubicBezTo>
                  <a:cubicBezTo>
                    <a:pt x="0" y="21"/>
                    <a:pt x="0" y="21"/>
                    <a:pt x="0" y="21"/>
                  </a:cubicBezTo>
                  <a:lnTo>
                    <a:pt x="1" y="17"/>
                  </a:lnTo>
                  <a:close/>
                </a:path>
              </a:pathLst>
            </a:custGeom>
            <a:solidFill>
              <a:srgbClr val="FEF3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9945" name="Freeform 881">
              <a:extLst>
                <a:ext uri="{FF2B5EF4-FFF2-40B4-BE49-F238E27FC236}">
                  <a16:creationId xmlns:a16="http://schemas.microsoft.com/office/drawing/2014/main" id="{29A83C65-C2BE-48C2-A2D2-26B5F4C3C1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0" y="1056"/>
              <a:ext cx="1030" cy="2642"/>
            </a:xfrm>
            <a:custGeom>
              <a:avLst/>
              <a:gdLst>
                <a:gd name="T0" fmla="*/ 18 w 684"/>
                <a:gd name="T1" fmla="*/ 3165 h 1764"/>
                <a:gd name="T2" fmla="*/ 66 w 684"/>
                <a:gd name="T3" fmla="*/ 3407 h 1764"/>
                <a:gd name="T4" fmla="*/ 205 w 684"/>
                <a:gd name="T5" fmla="*/ 3583 h 1764"/>
                <a:gd name="T6" fmla="*/ 283 w 684"/>
                <a:gd name="T7" fmla="*/ 3578 h 1764"/>
                <a:gd name="T8" fmla="*/ 363 w 684"/>
                <a:gd name="T9" fmla="*/ 3575 h 1764"/>
                <a:gd name="T10" fmla="*/ 378 w 684"/>
                <a:gd name="T11" fmla="*/ 3521 h 1764"/>
                <a:gd name="T12" fmla="*/ 286 w 684"/>
                <a:gd name="T13" fmla="*/ 3410 h 1764"/>
                <a:gd name="T14" fmla="*/ 218 w 684"/>
                <a:gd name="T15" fmla="*/ 3326 h 1764"/>
                <a:gd name="T16" fmla="*/ 224 w 684"/>
                <a:gd name="T17" fmla="*/ 3165 h 1764"/>
                <a:gd name="T18" fmla="*/ 393 w 684"/>
                <a:gd name="T19" fmla="*/ 3280 h 1764"/>
                <a:gd name="T20" fmla="*/ 236 w 684"/>
                <a:gd name="T21" fmla="*/ 2983 h 1764"/>
                <a:gd name="T22" fmla="*/ 196 w 684"/>
                <a:gd name="T23" fmla="*/ 2874 h 1764"/>
                <a:gd name="T24" fmla="*/ 337 w 684"/>
                <a:gd name="T25" fmla="*/ 2271 h 1764"/>
                <a:gd name="T26" fmla="*/ 447 w 684"/>
                <a:gd name="T27" fmla="*/ 1601 h 1764"/>
                <a:gd name="T28" fmla="*/ 461 w 684"/>
                <a:gd name="T29" fmla="*/ 1451 h 1764"/>
                <a:gd name="T30" fmla="*/ 507 w 684"/>
                <a:gd name="T31" fmla="*/ 1668 h 1764"/>
                <a:gd name="T32" fmla="*/ 461 w 684"/>
                <a:gd name="T33" fmla="*/ 2829 h 1764"/>
                <a:gd name="T34" fmla="*/ 595 w 684"/>
                <a:gd name="T35" fmla="*/ 4354 h 1764"/>
                <a:gd name="T36" fmla="*/ 632 w 684"/>
                <a:gd name="T37" fmla="*/ 4818 h 1764"/>
                <a:gd name="T38" fmla="*/ 641 w 684"/>
                <a:gd name="T39" fmla="*/ 5927 h 1764"/>
                <a:gd name="T40" fmla="*/ 1012 w 684"/>
                <a:gd name="T41" fmla="*/ 5164 h 1764"/>
                <a:gd name="T42" fmla="*/ 1035 w 684"/>
                <a:gd name="T43" fmla="*/ 4597 h 1764"/>
                <a:gd name="T44" fmla="*/ 1089 w 684"/>
                <a:gd name="T45" fmla="*/ 3356 h 1764"/>
                <a:gd name="T46" fmla="*/ 1281 w 684"/>
                <a:gd name="T47" fmla="*/ 3921 h 1764"/>
                <a:gd name="T48" fmla="*/ 1297 w 684"/>
                <a:gd name="T49" fmla="*/ 4710 h 1764"/>
                <a:gd name="T50" fmla="*/ 1372 w 684"/>
                <a:gd name="T51" fmla="*/ 5702 h 1764"/>
                <a:gd name="T52" fmla="*/ 1714 w 684"/>
                <a:gd name="T53" fmla="*/ 5393 h 1764"/>
                <a:gd name="T54" fmla="*/ 1723 w 684"/>
                <a:gd name="T55" fmla="*/ 4606 h 1764"/>
                <a:gd name="T56" fmla="*/ 1821 w 684"/>
                <a:gd name="T57" fmla="*/ 3046 h 1764"/>
                <a:gd name="T58" fmla="*/ 1902 w 684"/>
                <a:gd name="T59" fmla="*/ 1959 h 1764"/>
                <a:gd name="T60" fmla="*/ 1869 w 684"/>
                <a:gd name="T61" fmla="*/ 1456 h 1764"/>
                <a:gd name="T62" fmla="*/ 1875 w 684"/>
                <a:gd name="T63" fmla="*/ 1528 h 1764"/>
                <a:gd name="T64" fmla="*/ 1924 w 684"/>
                <a:gd name="T65" fmla="*/ 1943 h 1764"/>
                <a:gd name="T66" fmla="*/ 2113 w 684"/>
                <a:gd name="T67" fmla="*/ 2775 h 1764"/>
                <a:gd name="T68" fmla="*/ 2336 w 684"/>
                <a:gd name="T69" fmla="*/ 2834 h 1764"/>
                <a:gd name="T70" fmla="*/ 2301 w 684"/>
                <a:gd name="T71" fmla="*/ 2530 h 1764"/>
                <a:gd name="T72" fmla="*/ 2220 w 684"/>
                <a:gd name="T73" fmla="*/ 1686 h 1764"/>
                <a:gd name="T74" fmla="*/ 2012 w 684"/>
                <a:gd name="T75" fmla="*/ 789 h 1764"/>
                <a:gd name="T76" fmla="*/ 1471 w 684"/>
                <a:gd name="T77" fmla="*/ 364 h 1764"/>
                <a:gd name="T78" fmla="*/ 905 w 684"/>
                <a:gd name="T79" fmla="*/ 0 h 1764"/>
                <a:gd name="T80" fmla="*/ 520 w 684"/>
                <a:gd name="T81" fmla="*/ 601 h 1764"/>
                <a:gd name="T82" fmla="*/ 190 w 684"/>
                <a:gd name="T83" fmla="*/ 1230 h 1764"/>
                <a:gd name="T84" fmla="*/ 102 w 684"/>
                <a:gd name="T85" fmla="*/ 1902 h 1764"/>
                <a:gd name="T86" fmla="*/ 27 w 684"/>
                <a:gd name="T87" fmla="*/ 2714 h 1764"/>
                <a:gd name="T88" fmla="*/ 0 w 684"/>
                <a:gd name="T89" fmla="*/ 2937 h 1764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684" h="1764">
                  <a:moveTo>
                    <a:pt x="0" y="874"/>
                  </a:moveTo>
                  <a:cubicBezTo>
                    <a:pt x="0" y="874"/>
                    <a:pt x="7" y="926"/>
                    <a:pt x="5" y="942"/>
                  </a:cubicBezTo>
                  <a:cubicBezTo>
                    <a:pt x="3" y="958"/>
                    <a:pt x="4" y="967"/>
                    <a:pt x="5" y="977"/>
                  </a:cubicBezTo>
                  <a:cubicBezTo>
                    <a:pt x="6" y="987"/>
                    <a:pt x="16" y="1002"/>
                    <a:pt x="19" y="1014"/>
                  </a:cubicBezTo>
                  <a:cubicBezTo>
                    <a:pt x="25" y="1040"/>
                    <a:pt x="32" y="1040"/>
                    <a:pt x="38" y="1049"/>
                  </a:cubicBezTo>
                  <a:cubicBezTo>
                    <a:pt x="44" y="1057"/>
                    <a:pt x="58" y="1063"/>
                    <a:pt x="60" y="1066"/>
                  </a:cubicBezTo>
                  <a:cubicBezTo>
                    <a:pt x="62" y="1069"/>
                    <a:pt x="69" y="1075"/>
                    <a:pt x="76" y="1074"/>
                  </a:cubicBezTo>
                  <a:cubicBezTo>
                    <a:pt x="84" y="1073"/>
                    <a:pt x="83" y="1065"/>
                    <a:pt x="83" y="1065"/>
                  </a:cubicBezTo>
                  <a:cubicBezTo>
                    <a:pt x="83" y="1065"/>
                    <a:pt x="85" y="1065"/>
                    <a:pt x="88" y="1065"/>
                  </a:cubicBezTo>
                  <a:cubicBezTo>
                    <a:pt x="92" y="1065"/>
                    <a:pt x="103" y="1067"/>
                    <a:pt x="106" y="1064"/>
                  </a:cubicBezTo>
                  <a:cubicBezTo>
                    <a:pt x="113" y="1056"/>
                    <a:pt x="103" y="1049"/>
                    <a:pt x="103" y="1049"/>
                  </a:cubicBezTo>
                  <a:cubicBezTo>
                    <a:pt x="111" y="1048"/>
                    <a:pt x="111" y="1048"/>
                    <a:pt x="111" y="1048"/>
                  </a:cubicBezTo>
                  <a:cubicBezTo>
                    <a:pt x="120" y="1043"/>
                    <a:pt x="108" y="1033"/>
                    <a:pt x="108" y="1033"/>
                  </a:cubicBezTo>
                  <a:cubicBezTo>
                    <a:pt x="109" y="1015"/>
                    <a:pt x="86" y="1019"/>
                    <a:pt x="84" y="1015"/>
                  </a:cubicBezTo>
                  <a:cubicBezTo>
                    <a:pt x="76" y="1005"/>
                    <a:pt x="69" y="1005"/>
                    <a:pt x="69" y="1005"/>
                  </a:cubicBezTo>
                  <a:cubicBezTo>
                    <a:pt x="68" y="995"/>
                    <a:pt x="62" y="993"/>
                    <a:pt x="64" y="990"/>
                  </a:cubicBezTo>
                  <a:cubicBezTo>
                    <a:pt x="69" y="983"/>
                    <a:pt x="60" y="974"/>
                    <a:pt x="64" y="968"/>
                  </a:cubicBezTo>
                  <a:cubicBezTo>
                    <a:pt x="67" y="962"/>
                    <a:pt x="66" y="942"/>
                    <a:pt x="66" y="942"/>
                  </a:cubicBezTo>
                  <a:cubicBezTo>
                    <a:pt x="66" y="942"/>
                    <a:pt x="75" y="944"/>
                    <a:pt x="79" y="955"/>
                  </a:cubicBezTo>
                  <a:cubicBezTo>
                    <a:pt x="83" y="966"/>
                    <a:pt x="101" y="985"/>
                    <a:pt x="115" y="976"/>
                  </a:cubicBezTo>
                  <a:cubicBezTo>
                    <a:pt x="129" y="967"/>
                    <a:pt x="109" y="942"/>
                    <a:pt x="98" y="931"/>
                  </a:cubicBezTo>
                  <a:cubicBezTo>
                    <a:pt x="86" y="920"/>
                    <a:pt x="77" y="897"/>
                    <a:pt x="69" y="888"/>
                  </a:cubicBezTo>
                  <a:cubicBezTo>
                    <a:pt x="60" y="880"/>
                    <a:pt x="60" y="862"/>
                    <a:pt x="60" y="862"/>
                  </a:cubicBezTo>
                  <a:cubicBezTo>
                    <a:pt x="60" y="862"/>
                    <a:pt x="55" y="858"/>
                    <a:pt x="57" y="855"/>
                  </a:cubicBezTo>
                  <a:cubicBezTo>
                    <a:pt x="58" y="852"/>
                    <a:pt x="62" y="839"/>
                    <a:pt x="64" y="826"/>
                  </a:cubicBezTo>
                  <a:cubicBezTo>
                    <a:pt x="66" y="814"/>
                    <a:pt x="95" y="701"/>
                    <a:pt x="99" y="676"/>
                  </a:cubicBezTo>
                  <a:cubicBezTo>
                    <a:pt x="108" y="629"/>
                    <a:pt x="124" y="611"/>
                    <a:pt x="119" y="578"/>
                  </a:cubicBezTo>
                  <a:cubicBezTo>
                    <a:pt x="119" y="554"/>
                    <a:pt x="129" y="489"/>
                    <a:pt x="131" y="477"/>
                  </a:cubicBezTo>
                  <a:cubicBezTo>
                    <a:pt x="132" y="475"/>
                    <a:pt x="132" y="463"/>
                    <a:pt x="133" y="455"/>
                  </a:cubicBezTo>
                  <a:cubicBezTo>
                    <a:pt x="134" y="451"/>
                    <a:pt x="135" y="442"/>
                    <a:pt x="135" y="432"/>
                  </a:cubicBezTo>
                  <a:cubicBezTo>
                    <a:pt x="135" y="433"/>
                    <a:pt x="135" y="433"/>
                    <a:pt x="135" y="433"/>
                  </a:cubicBezTo>
                  <a:cubicBezTo>
                    <a:pt x="136" y="444"/>
                    <a:pt x="147" y="468"/>
                    <a:pt x="149" y="497"/>
                  </a:cubicBezTo>
                  <a:cubicBezTo>
                    <a:pt x="147" y="522"/>
                    <a:pt x="125" y="556"/>
                    <a:pt x="126" y="579"/>
                  </a:cubicBezTo>
                  <a:cubicBezTo>
                    <a:pt x="95" y="724"/>
                    <a:pt x="136" y="814"/>
                    <a:pt x="135" y="842"/>
                  </a:cubicBezTo>
                  <a:cubicBezTo>
                    <a:pt x="134" y="877"/>
                    <a:pt x="151" y="885"/>
                    <a:pt x="150" y="916"/>
                  </a:cubicBezTo>
                  <a:cubicBezTo>
                    <a:pt x="174" y="1296"/>
                    <a:pt x="174" y="1296"/>
                    <a:pt x="174" y="1296"/>
                  </a:cubicBezTo>
                  <a:cubicBezTo>
                    <a:pt x="174" y="1308"/>
                    <a:pt x="172" y="1349"/>
                    <a:pt x="176" y="1371"/>
                  </a:cubicBezTo>
                  <a:cubicBezTo>
                    <a:pt x="177" y="1376"/>
                    <a:pt x="185" y="1400"/>
                    <a:pt x="185" y="1434"/>
                  </a:cubicBezTo>
                  <a:cubicBezTo>
                    <a:pt x="187" y="1488"/>
                    <a:pt x="175" y="1565"/>
                    <a:pt x="177" y="1604"/>
                  </a:cubicBezTo>
                  <a:cubicBezTo>
                    <a:pt x="180" y="1667"/>
                    <a:pt x="178" y="1723"/>
                    <a:pt x="188" y="1764"/>
                  </a:cubicBezTo>
                  <a:cubicBezTo>
                    <a:pt x="273" y="1688"/>
                    <a:pt x="273" y="1688"/>
                    <a:pt x="273" y="1688"/>
                  </a:cubicBezTo>
                  <a:cubicBezTo>
                    <a:pt x="276" y="1675"/>
                    <a:pt x="298" y="1591"/>
                    <a:pt x="296" y="1537"/>
                  </a:cubicBezTo>
                  <a:cubicBezTo>
                    <a:pt x="295" y="1504"/>
                    <a:pt x="302" y="1424"/>
                    <a:pt x="302" y="1402"/>
                  </a:cubicBezTo>
                  <a:cubicBezTo>
                    <a:pt x="302" y="1398"/>
                    <a:pt x="304" y="1373"/>
                    <a:pt x="303" y="1368"/>
                  </a:cubicBezTo>
                  <a:cubicBezTo>
                    <a:pt x="296" y="1334"/>
                    <a:pt x="314" y="1168"/>
                    <a:pt x="314" y="1166"/>
                  </a:cubicBezTo>
                  <a:cubicBezTo>
                    <a:pt x="316" y="1144"/>
                    <a:pt x="319" y="999"/>
                    <a:pt x="319" y="999"/>
                  </a:cubicBezTo>
                  <a:cubicBezTo>
                    <a:pt x="367" y="998"/>
                    <a:pt x="367" y="998"/>
                    <a:pt x="367" y="998"/>
                  </a:cubicBezTo>
                  <a:cubicBezTo>
                    <a:pt x="367" y="998"/>
                    <a:pt x="373" y="1145"/>
                    <a:pt x="375" y="1167"/>
                  </a:cubicBezTo>
                  <a:cubicBezTo>
                    <a:pt x="375" y="1169"/>
                    <a:pt x="385" y="1335"/>
                    <a:pt x="379" y="1368"/>
                  </a:cubicBezTo>
                  <a:cubicBezTo>
                    <a:pt x="378" y="1373"/>
                    <a:pt x="380" y="1398"/>
                    <a:pt x="380" y="1402"/>
                  </a:cubicBezTo>
                  <a:cubicBezTo>
                    <a:pt x="380" y="1424"/>
                    <a:pt x="388" y="1501"/>
                    <a:pt x="385" y="1534"/>
                  </a:cubicBezTo>
                  <a:cubicBezTo>
                    <a:pt x="381" y="1591"/>
                    <a:pt x="396" y="1666"/>
                    <a:pt x="402" y="1697"/>
                  </a:cubicBezTo>
                  <a:cubicBezTo>
                    <a:pt x="488" y="1764"/>
                    <a:pt x="488" y="1764"/>
                    <a:pt x="488" y="1764"/>
                  </a:cubicBezTo>
                  <a:cubicBezTo>
                    <a:pt x="493" y="1714"/>
                    <a:pt x="499" y="1669"/>
                    <a:pt x="502" y="1605"/>
                  </a:cubicBezTo>
                  <a:cubicBezTo>
                    <a:pt x="503" y="1573"/>
                    <a:pt x="495" y="1503"/>
                    <a:pt x="497" y="1434"/>
                  </a:cubicBezTo>
                  <a:cubicBezTo>
                    <a:pt x="498" y="1400"/>
                    <a:pt x="504" y="1376"/>
                    <a:pt x="505" y="1371"/>
                  </a:cubicBezTo>
                  <a:cubicBezTo>
                    <a:pt x="509" y="1349"/>
                    <a:pt x="504" y="1308"/>
                    <a:pt x="504" y="1296"/>
                  </a:cubicBezTo>
                  <a:cubicBezTo>
                    <a:pt x="510" y="1108"/>
                    <a:pt x="535" y="946"/>
                    <a:pt x="533" y="907"/>
                  </a:cubicBezTo>
                  <a:cubicBezTo>
                    <a:pt x="533" y="907"/>
                    <a:pt x="550" y="856"/>
                    <a:pt x="547" y="842"/>
                  </a:cubicBezTo>
                  <a:cubicBezTo>
                    <a:pt x="546" y="814"/>
                    <a:pt x="594" y="733"/>
                    <a:pt x="557" y="583"/>
                  </a:cubicBezTo>
                  <a:cubicBezTo>
                    <a:pt x="558" y="559"/>
                    <a:pt x="536" y="523"/>
                    <a:pt x="535" y="499"/>
                  </a:cubicBezTo>
                  <a:cubicBezTo>
                    <a:pt x="536" y="469"/>
                    <a:pt x="547" y="444"/>
                    <a:pt x="547" y="433"/>
                  </a:cubicBezTo>
                  <a:cubicBezTo>
                    <a:pt x="547" y="432"/>
                    <a:pt x="547" y="432"/>
                    <a:pt x="547" y="432"/>
                  </a:cubicBezTo>
                  <a:cubicBezTo>
                    <a:pt x="548" y="442"/>
                    <a:pt x="549" y="451"/>
                    <a:pt x="549" y="455"/>
                  </a:cubicBezTo>
                  <a:cubicBezTo>
                    <a:pt x="551" y="463"/>
                    <a:pt x="551" y="475"/>
                    <a:pt x="552" y="477"/>
                  </a:cubicBezTo>
                  <a:cubicBezTo>
                    <a:pt x="553" y="489"/>
                    <a:pt x="563" y="554"/>
                    <a:pt x="564" y="578"/>
                  </a:cubicBezTo>
                  <a:cubicBezTo>
                    <a:pt x="559" y="611"/>
                    <a:pt x="576" y="628"/>
                    <a:pt x="585" y="675"/>
                  </a:cubicBezTo>
                  <a:cubicBezTo>
                    <a:pt x="589" y="700"/>
                    <a:pt x="617" y="814"/>
                    <a:pt x="619" y="826"/>
                  </a:cubicBezTo>
                  <a:cubicBezTo>
                    <a:pt x="621" y="839"/>
                    <a:pt x="624" y="852"/>
                    <a:pt x="626" y="855"/>
                  </a:cubicBezTo>
                  <a:cubicBezTo>
                    <a:pt x="684" y="843"/>
                    <a:pt x="684" y="843"/>
                    <a:pt x="684" y="843"/>
                  </a:cubicBezTo>
                  <a:cubicBezTo>
                    <a:pt x="681" y="832"/>
                    <a:pt x="681" y="821"/>
                    <a:pt x="678" y="808"/>
                  </a:cubicBezTo>
                  <a:cubicBezTo>
                    <a:pt x="675" y="796"/>
                    <a:pt x="675" y="771"/>
                    <a:pt x="674" y="753"/>
                  </a:cubicBezTo>
                  <a:cubicBezTo>
                    <a:pt x="673" y="724"/>
                    <a:pt x="673" y="608"/>
                    <a:pt x="656" y="566"/>
                  </a:cubicBezTo>
                  <a:cubicBezTo>
                    <a:pt x="653" y="553"/>
                    <a:pt x="649" y="532"/>
                    <a:pt x="650" y="502"/>
                  </a:cubicBezTo>
                  <a:cubicBezTo>
                    <a:pt x="640" y="419"/>
                    <a:pt x="621" y="372"/>
                    <a:pt x="623" y="346"/>
                  </a:cubicBezTo>
                  <a:cubicBezTo>
                    <a:pt x="622" y="306"/>
                    <a:pt x="599" y="257"/>
                    <a:pt x="589" y="235"/>
                  </a:cubicBezTo>
                  <a:cubicBezTo>
                    <a:pt x="574" y="206"/>
                    <a:pt x="521" y="165"/>
                    <a:pt x="506" y="159"/>
                  </a:cubicBezTo>
                  <a:cubicBezTo>
                    <a:pt x="500" y="156"/>
                    <a:pt x="463" y="128"/>
                    <a:pt x="431" y="108"/>
                  </a:cubicBezTo>
                  <a:cubicBezTo>
                    <a:pt x="398" y="81"/>
                    <a:pt x="410" y="50"/>
                    <a:pt x="411" y="36"/>
                  </a:cubicBezTo>
                  <a:cubicBezTo>
                    <a:pt x="265" y="0"/>
                    <a:pt x="265" y="0"/>
                    <a:pt x="265" y="0"/>
                  </a:cubicBezTo>
                  <a:cubicBezTo>
                    <a:pt x="265" y="16"/>
                    <a:pt x="280" y="81"/>
                    <a:pt x="250" y="113"/>
                  </a:cubicBezTo>
                  <a:cubicBezTo>
                    <a:pt x="238" y="119"/>
                    <a:pt x="171" y="171"/>
                    <a:pt x="152" y="179"/>
                  </a:cubicBezTo>
                  <a:cubicBezTo>
                    <a:pt x="121" y="192"/>
                    <a:pt x="85" y="250"/>
                    <a:pt x="75" y="294"/>
                  </a:cubicBezTo>
                  <a:cubicBezTo>
                    <a:pt x="71" y="313"/>
                    <a:pt x="57" y="353"/>
                    <a:pt x="56" y="366"/>
                  </a:cubicBezTo>
                  <a:cubicBezTo>
                    <a:pt x="58" y="391"/>
                    <a:pt x="45" y="408"/>
                    <a:pt x="37" y="502"/>
                  </a:cubicBezTo>
                  <a:cubicBezTo>
                    <a:pt x="37" y="532"/>
                    <a:pt x="34" y="553"/>
                    <a:pt x="30" y="566"/>
                  </a:cubicBezTo>
                  <a:cubicBezTo>
                    <a:pt x="13" y="608"/>
                    <a:pt x="13" y="724"/>
                    <a:pt x="12" y="753"/>
                  </a:cubicBezTo>
                  <a:cubicBezTo>
                    <a:pt x="11" y="771"/>
                    <a:pt x="11" y="796"/>
                    <a:pt x="8" y="808"/>
                  </a:cubicBezTo>
                  <a:cubicBezTo>
                    <a:pt x="5" y="821"/>
                    <a:pt x="7" y="832"/>
                    <a:pt x="4" y="843"/>
                  </a:cubicBezTo>
                  <a:cubicBezTo>
                    <a:pt x="1" y="854"/>
                    <a:pt x="0" y="868"/>
                    <a:pt x="0" y="874"/>
                  </a:cubicBezTo>
                </a:path>
              </a:pathLst>
            </a:custGeom>
            <a:solidFill>
              <a:srgbClr val="FEF3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9946" name="Freeform 882">
              <a:extLst>
                <a:ext uri="{FF2B5EF4-FFF2-40B4-BE49-F238E27FC236}">
                  <a16:creationId xmlns:a16="http://schemas.microsoft.com/office/drawing/2014/main" id="{92E3D4FB-E463-4E03-B1B6-32BD0A24C0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6" y="2317"/>
              <a:ext cx="195" cy="338"/>
            </a:xfrm>
            <a:custGeom>
              <a:avLst/>
              <a:gdLst>
                <a:gd name="T0" fmla="*/ 237 w 130"/>
                <a:gd name="T1" fmla="*/ 42 h 226"/>
                <a:gd name="T2" fmla="*/ 207 w 130"/>
                <a:gd name="T3" fmla="*/ 130 h 226"/>
                <a:gd name="T4" fmla="*/ 108 w 130"/>
                <a:gd name="T5" fmla="*/ 275 h 226"/>
                <a:gd name="T6" fmla="*/ 53 w 130"/>
                <a:gd name="T7" fmla="*/ 425 h 226"/>
                <a:gd name="T8" fmla="*/ 174 w 130"/>
                <a:gd name="T9" fmla="*/ 356 h 226"/>
                <a:gd name="T10" fmla="*/ 215 w 130"/>
                <a:gd name="T11" fmla="*/ 311 h 226"/>
                <a:gd name="T12" fmla="*/ 224 w 130"/>
                <a:gd name="T13" fmla="*/ 398 h 226"/>
                <a:gd name="T14" fmla="*/ 221 w 130"/>
                <a:gd name="T15" fmla="*/ 473 h 226"/>
                <a:gd name="T16" fmla="*/ 207 w 130"/>
                <a:gd name="T17" fmla="*/ 520 h 226"/>
                <a:gd name="T18" fmla="*/ 156 w 130"/>
                <a:gd name="T19" fmla="*/ 555 h 226"/>
                <a:gd name="T20" fmla="*/ 72 w 130"/>
                <a:gd name="T21" fmla="*/ 615 h 226"/>
                <a:gd name="T22" fmla="*/ 66 w 130"/>
                <a:gd name="T23" fmla="*/ 667 h 226"/>
                <a:gd name="T24" fmla="*/ 89 w 130"/>
                <a:gd name="T25" fmla="*/ 669 h 226"/>
                <a:gd name="T26" fmla="*/ 80 w 130"/>
                <a:gd name="T27" fmla="*/ 721 h 226"/>
                <a:gd name="T28" fmla="*/ 140 w 130"/>
                <a:gd name="T29" fmla="*/ 722 h 226"/>
                <a:gd name="T30" fmla="*/ 161 w 130"/>
                <a:gd name="T31" fmla="*/ 722 h 226"/>
                <a:gd name="T32" fmla="*/ 180 w 130"/>
                <a:gd name="T33" fmla="*/ 754 h 226"/>
                <a:gd name="T34" fmla="*/ 237 w 130"/>
                <a:gd name="T35" fmla="*/ 727 h 226"/>
                <a:gd name="T36" fmla="*/ 311 w 130"/>
                <a:gd name="T37" fmla="*/ 669 h 226"/>
                <a:gd name="T38" fmla="*/ 377 w 130"/>
                <a:gd name="T39" fmla="*/ 552 h 226"/>
                <a:gd name="T40" fmla="*/ 423 w 130"/>
                <a:gd name="T41" fmla="*/ 428 h 226"/>
                <a:gd name="T42" fmla="*/ 423 w 130"/>
                <a:gd name="T43" fmla="*/ 311 h 226"/>
                <a:gd name="T44" fmla="*/ 440 w 130"/>
                <a:gd name="T45" fmla="*/ 82 h 226"/>
                <a:gd name="T46" fmla="*/ 237 w 130"/>
                <a:gd name="T47" fmla="*/ 40 h 22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130" h="226">
                  <a:moveTo>
                    <a:pt x="70" y="13"/>
                  </a:moveTo>
                  <a:cubicBezTo>
                    <a:pt x="70" y="13"/>
                    <a:pt x="69" y="31"/>
                    <a:pt x="61" y="39"/>
                  </a:cubicBezTo>
                  <a:cubicBezTo>
                    <a:pt x="52" y="48"/>
                    <a:pt x="44" y="71"/>
                    <a:pt x="32" y="82"/>
                  </a:cubicBezTo>
                  <a:cubicBezTo>
                    <a:pt x="20" y="93"/>
                    <a:pt x="0" y="118"/>
                    <a:pt x="15" y="127"/>
                  </a:cubicBezTo>
                  <a:cubicBezTo>
                    <a:pt x="29" y="136"/>
                    <a:pt x="47" y="117"/>
                    <a:pt x="51" y="106"/>
                  </a:cubicBezTo>
                  <a:cubicBezTo>
                    <a:pt x="55" y="95"/>
                    <a:pt x="63" y="93"/>
                    <a:pt x="63" y="93"/>
                  </a:cubicBezTo>
                  <a:cubicBezTo>
                    <a:pt x="63" y="93"/>
                    <a:pt x="62" y="113"/>
                    <a:pt x="66" y="119"/>
                  </a:cubicBezTo>
                  <a:cubicBezTo>
                    <a:pt x="69" y="125"/>
                    <a:pt x="61" y="134"/>
                    <a:pt x="65" y="141"/>
                  </a:cubicBezTo>
                  <a:cubicBezTo>
                    <a:pt x="67" y="144"/>
                    <a:pt x="62" y="146"/>
                    <a:pt x="61" y="156"/>
                  </a:cubicBezTo>
                  <a:cubicBezTo>
                    <a:pt x="59" y="165"/>
                    <a:pt x="53" y="156"/>
                    <a:pt x="46" y="166"/>
                  </a:cubicBezTo>
                  <a:cubicBezTo>
                    <a:pt x="43" y="170"/>
                    <a:pt x="21" y="166"/>
                    <a:pt x="21" y="184"/>
                  </a:cubicBezTo>
                  <a:cubicBezTo>
                    <a:pt x="21" y="184"/>
                    <a:pt x="10" y="194"/>
                    <a:pt x="19" y="199"/>
                  </a:cubicBezTo>
                  <a:cubicBezTo>
                    <a:pt x="26" y="200"/>
                    <a:pt x="26" y="200"/>
                    <a:pt x="26" y="200"/>
                  </a:cubicBezTo>
                  <a:cubicBezTo>
                    <a:pt x="26" y="200"/>
                    <a:pt x="16" y="207"/>
                    <a:pt x="23" y="215"/>
                  </a:cubicBezTo>
                  <a:cubicBezTo>
                    <a:pt x="26" y="218"/>
                    <a:pt x="38" y="216"/>
                    <a:pt x="41" y="216"/>
                  </a:cubicBezTo>
                  <a:cubicBezTo>
                    <a:pt x="45" y="216"/>
                    <a:pt x="47" y="216"/>
                    <a:pt x="47" y="216"/>
                  </a:cubicBezTo>
                  <a:cubicBezTo>
                    <a:pt x="47" y="216"/>
                    <a:pt x="46" y="224"/>
                    <a:pt x="53" y="225"/>
                  </a:cubicBezTo>
                  <a:cubicBezTo>
                    <a:pt x="60" y="226"/>
                    <a:pt x="67" y="220"/>
                    <a:pt x="70" y="217"/>
                  </a:cubicBezTo>
                  <a:cubicBezTo>
                    <a:pt x="72" y="214"/>
                    <a:pt x="86" y="208"/>
                    <a:pt x="92" y="200"/>
                  </a:cubicBezTo>
                  <a:cubicBezTo>
                    <a:pt x="97" y="191"/>
                    <a:pt x="105" y="191"/>
                    <a:pt x="111" y="165"/>
                  </a:cubicBezTo>
                  <a:cubicBezTo>
                    <a:pt x="114" y="153"/>
                    <a:pt x="124" y="138"/>
                    <a:pt x="125" y="128"/>
                  </a:cubicBezTo>
                  <a:cubicBezTo>
                    <a:pt x="125" y="118"/>
                    <a:pt x="127" y="109"/>
                    <a:pt x="125" y="93"/>
                  </a:cubicBezTo>
                  <a:cubicBezTo>
                    <a:pt x="122" y="77"/>
                    <a:pt x="130" y="25"/>
                    <a:pt x="130" y="25"/>
                  </a:cubicBezTo>
                  <a:cubicBezTo>
                    <a:pt x="130" y="25"/>
                    <a:pt x="103" y="0"/>
                    <a:pt x="70" y="12"/>
                  </a:cubicBezTo>
                </a:path>
              </a:pathLst>
            </a:custGeom>
            <a:solidFill>
              <a:srgbClr val="FEF3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9947" name="Freeform 883">
              <a:extLst>
                <a:ext uri="{FF2B5EF4-FFF2-40B4-BE49-F238E27FC236}">
                  <a16:creationId xmlns:a16="http://schemas.microsoft.com/office/drawing/2014/main" id="{7A2F0944-AA93-4F8F-A299-2DEF0F5F768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9" y="2458"/>
              <a:ext cx="47" cy="93"/>
            </a:xfrm>
            <a:custGeom>
              <a:avLst/>
              <a:gdLst>
                <a:gd name="T0" fmla="*/ 8 w 31"/>
                <a:gd name="T1" fmla="*/ 0 h 62"/>
                <a:gd name="T2" fmla="*/ 74 w 31"/>
                <a:gd name="T3" fmla="*/ 53 h 62"/>
                <a:gd name="T4" fmla="*/ 76 w 31"/>
                <a:gd name="T5" fmla="*/ 126 h 62"/>
                <a:gd name="T6" fmla="*/ 67 w 31"/>
                <a:gd name="T7" fmla="*/ 201 h 62"/>
                <a:gd name="T8" fmla="*/ 39 w 31"/>
                <a:gd name="T9" fmla="*/ 176 h 62"/>
                <a:gd name="T10" fmla="*/ 12 w 31"/>
                <a:gd name="T11" fmla="*/ 126 h 62"/>
                <a:gd name="T12" fmla="*/ 8 w 31"/>
                <a:gd name="T13" fmla="*/ 62 h 62"/>
                <a:gd name="T14" fmla="*/ 8 w 31"/>
                <a:gd name="T15" fmla="*/ 0 h 6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1" h="62">
                  <a:moveTo>
                    <a:pt x="2" y="0"/>
                  </a:moveTo>
                  <a:cubicBezTo>
                    <a:pt x="2" y="0"/>
                    <a:pt x="1" y="7"/>
                    <a:pt x="21" y="15"/>
                  </a:cubicBezTo>
                  <a:cubicBezTo>
                    <a:pt x="31" y="19"/>
                    <a:pt x="23" y="36"/>
                    <a:pt x="22" y="37"/>
                  </a:cubicBezTo>
                  <a:cubicBezTo>
                    <a:pt x="21" y="39"/>
                    <a:pt x="19" y="59"/>
                    <a:pt x="19" y="59"/>
                  </a:cubicBezTo>
                  <a:cubicBezTo>
                    <a:pt x="19" y="59"/>
                    <a:pt x="15" y="62"/>
                    <a:pt x="11" y="52"/>
                  </a:cubicBezTo>
                  <a:cubicBezTo>
                    <a:pt x="6" y="42"/>
                    <a:pt x="0" y="52"/>
                    <a:pt x="3" y="37"/>
                  </a:cubicBezTo>
                  <a:cubicBezTo>
                    <a:pt x="7" y="23"/>
                    <a:pt x="2" y="23"/>
                    <a:pt x="2" y="18"/>
                  </a:cubicBezTo>
                  <a:lnTo>
                    <a:pt x="2" y="0"/>
                  </a:lnTo>
                  <a:close/>
                </a:path>
              </a:pathLst>
            </a:custGeom>
            <a:solidFill>
              <a:srgbClr val="FAD7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9948" name="Freeform 884">
              <a:extLst>
                <a:ext uri="{FF2B5EF4-FFF2-40B4-BE49-F238E27FC236}">
                  <a16:creationId xmlns:a16="http://schemas.microsoft.com/office/drawing/2014/main" id="{E864577D-7E04-4863-A78A-73711950588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7" y="2318"/>
              <a:ext cx="197" cy="337"/>
            </a:xfrm>
            <a:custGeom>
              <a:avLst/>
              <a:gdLst>
                <a:gd name="T0" fmla="*/ 235 w 131"/>
                <a:gd name="T1" fmla="*/ 40 h 225"/>
                <a:gd name="T2" fmla="*/ 203 w 131"/>
                <a:gd name="T3" fmla="*/ 130 h 225"/>
                <a:gd name="T4" fmla="*/ 107 w 131"/>
                <a:gd name="T5" fmla="*/ 271 h 225"/>
                <a:gd name="T6" fmla="*/ 48 w 131"/>
                <a:gd name="T7" fmla="*/ 427 h 225"/>
                <a:gd name="T8" fmla="*/ 170 w 131"/>
                <a:gd name="T9" fmla="*/ 352 h 225"/>
                <a:gd name="T10" fmla="*/ 215 w 131"/>
                <a:gd name="T11" fmla="*/ 310 h 225"/>
                <a:gd name="T12" fmla="*/ 221 w 131"/>
                <a:gd name="T13" fmla="*/ 397 h 225"/>
                <a:gd name="T14" fmla="*/ 221 w 131"/>
                <a:gd name="T15" fmla="*/ 472 h 225"/>
                <a:gd name="T16" fmla="*/ 203 w 131"/>
                <a:gd name="T17" fmla="*/ 520 h 225"/>
                <a:gd name="T18" fmla="*/ 153 w 131"/>
                <a:gd name="T19" fmla="*/ 554 h 225"/>
                <a:gd name="T20" fmla="*/ 72 w 131"/>
                <a:gd name="T21" fmla="*/ 614 h 225"/>
                <a:gd name="T22" fmla="*/ 62 w 131"/>
                <a:gd name="T23" fmla="*/ 667 h 225"/>
                <a:gd name="T24" fmla="*/ 89 w 131"/>
                <a:gd name="T25" fmla="*/ 668 h 225"/>
                <a:gd name="T26" fmla="*/ 80 w 131"/>
                <a:gd name="T27" fmla="*/ 720 h 225"/>
                <a:gd name="T28" fmla="*/ 140 w 131"/>
                <a:gd name="T29" fmla="*/ 722 h 225"/>
                <a:gd name="T30" fmla="*/ 156 w 131"/>
                <a:gd name="T31" fmla="*/ 722 h 225"/>
                <a:gd name="T32" fmla="*/ 180 w 131"/>
                <a:gd name="T33" fmla="*/ 753 h 225"/>
                <a:gd name="T34" fmla="*/ 235 w 131"/>
                <a:gd name="T35" fmla="*/ 726 h 225"/>
                <a:gd name="T36" fmla="*/ 310 w 131"/>
                <a:gd name="T37" fmla="*/ 668 h 225"/>
                <a:gd name="T38" fmla="*/ 373 w 131"/>
                <a:gd name="T39" fmla="*/ 551 h 225"/>
                <a:gd name="T40" fmla="*/ 421 w 131"/>
                <a:gd name="T41" fmla="*/ 427 h 225"/>
                <a:gd name="T42" fmla="*/ 421 w 131"/>
                <a:gd name="T43" fmla="*/ 310 h 225"/>
                <a:gd name="T44" fmla="*/ 439 w 131"/>
                <a:gd name="T45" fmla="*/ 82 h 225"/>
                <a:gd name="T46" fmla="*/ 435 w 131"/>
                <a:gd name="T47" fmla="*/ 0 h 225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131" h="225">
                  <a:moveTo>
                    <a:pt x="69" y="12"/>
                  </a:moveTo>
                  <a:cubicBezTo>
                    <a:pt x="69" y="12"/>
                    <a:pt x="68" y="30"/>
                    <a:pt x="60" y="39"/>
                  </a:cubicBezTo>
                  <a:cubicBezTo>
                    <a:pt x="52" y="47"/>
                    <a:pt x="43" y="70"/>
                    <a:pt x="31" y="81"/>
                  </a:cubicBezTo>
                  <a:cubicBezTo>
                    <a:pt x="20" y="92"/>
                    <a:pt x="0" y="118"/>
                    <a:pt x="14" y="127"/>
                  </a:cubicBezTo>
                  <a:cubicBezTo>
                    <a:pt x="28" y="135"/>
                    <a:pt x="46" y="116"/>
                    <a:pt x="50" y="105"/>
                  </a:cubicBezTo>
                  <a:cubicBezTo>
                    <a:pt x="54" y="94"/>
                    <a:pt x="63" y="92"/>
                    <a:pt x="63" y="92"/>
                  </a:cubicBezTo>
                  <a:cubicBezTo>
                    <a:pt x="63" y="92"/>
                    <a:pt x="62" y="112"/>
                    <a:pt x="65" y="118"/>
                  </a:cubicBezTo>
                  <a:cubicBezTo>
                    <a:pt x="68" y="124"/>
                    <a:pt x="60" y="133"/>
                    <a:pt x="65" y="140"/>
                  </a:cubicBezTo>
                  <a:cubicBezTo>
                    <a:pt x="67" y="143"/>
                    <a:pt x="61" y="145"/>
                    <a:pt x="60" y="155"/>
                  </a:cubicBezTo>
                  <a:cubicBezTo>
                    <a:pt x="59" y="165"/>
                    <a:pt x="53" y="155"/>
                    <a:pt x="45" y="165"/>
                  </a:cubicBezTo>
                  <a:cubicBezTo>
                    <a:pt x="43" y="169"/>
                    <a:pt x="20" y="166"/>
                    <a:pt x="21" y="183"/>
                  </a:cubicBezTo>
                  <a:cubicBezTo>
                    <a:pt x="21" y="183"/>
                    <a:pt x="9" y="193"/>
                    <a:pt x="18" y="198"/>
                  </a:cubicBezTo>
                  <a:cubicBezTo>
                    <a:pt x="26" y="199"/>
                    <a:pt x="26" y="199"/>
                    <a:pt x="26" y="199"/>
                  </a:cubicBezTo>
                  <a:cubicBezTo>
                    <a:pt x="26" y="199"/>
                    <a:pt x="16" y="207"/>
                    <a:pt x="23" y="214"/>
                  </a:cubicBezTo>
                  <a:cubicBezTo>
                    <a:pt x="26" y="217"/>
                    <a:pt x="37" y="215"/>
                    <a:pt x="41" y="215"/>
                  </a:cubicBezTo>
                  <a:cubicBezTo>
                    <a:pt x="44" y="215"/>
                    <a:pt x="46" y="215"/>
                    <a:pt x="46" y="215"/>
                  </a:cubicBezTo>
                  <a:cubicBezTo>
                    <a:pt x="46" y="215"/>
                    <a:pt x="45" y="223"/>
                    <a:pt x="53" y="224"/>
                  </a:cubicBezTo>
                  <a:cubicBezTo>
                    <a:pt x="60" y="225"/>
                    <a:pt x="67" y="219"/>
                    <a:pt x="69" y="216"/>
                  </a:cubicBezTo>
                  <a:cubicBezTo>
                    <a:pt x="71" y="213"/>
                    <a:pt x="85" y="207"/>
                    <a:pt x="91" y="199"/>
                  </a:cubicBezTo>
                  <a:cubicBezTo>
                    <a:pt x="97" y="190"/>
                    <a:pt x="104" y="190"/>
                    <a:pt x="110" y="164"/>
                  </a:cubicBezTo>
                  <a:cubicBezTo>
                    <a:pt x="113" y="152"/>
                    <a:pt x="123" y="137"/>
                    <a:pt x="124" y="127"/>
                  </a:cubicBezTo>
                  <a:cubicBezTo>
                    <a:pt x="125" y="117"/>
                    <a:pt x="126" y="108"/>
                    <a:pt x="124" y="92"/>
                  </a:cubicBezTo>
                  <a:cubicBezTo>
                    <a:pt x="122" y="76"/>
                    <a:pt x="129" y="25"/>
                    <a:pt x="129" y="25"/>
                  </a:cubicBezTo>
                  <a:cubicBezTo>
                    <a:pt x="129" y="25"/>
                    <a:pt x="131" y="14"/>
                    <a:pt x="128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9949" name="Freeform 885">
              <a:extLst>
                <a:ext uri="{FF2B5EF4-FFF2-40B4-BE49-F238E27FC236}">
                  <a16:creationId xmlns:a16="http://schemas.microsoft.com/office/drawing/2014/main" id="{2ECBEE36-866B-4A7D-A26F-3135A879C55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6" y="2456"/>
              <a:ext cx="64" cy="183"/>
            </a:xfrm>
            <a:custGeom>
              <a:avLst/>
              <a:gdLst>
                <a:gd name="T0" fmla="*/ 61 w 42"/>
                <a:gd name="T1" fmla="*/ 0 h 122"/>
                <a:gd name="T2" fmla="*/ 143 w 42"/>
                <a:gd name="T3" fmla="*/ 72 h 122"/>
                <a:gd name="T4" fmla="*/ 134 w 42"/>
                <a:gd name="T5" fmla="*/ 126 h 122"/>
                <a:gd name="T6" fmla="*/ 120 w 42"/>
                <a:gd name="T7" fmla="*/ 197 h 122"/>
                <a:gd name="T8" fmla="*/ 120 w 42"/>
                <a:gd name="T9" fmla="*/ 230 h 122"/>
                <a:gd name="T10" fmla="*/ 107 w 42"/>
                <a:gd name="T11" fmla="*/ 251 h 122"/>
                <a:gd name="T12" fmla="*/ 79 w 42"/>
                <a:gd name="T13" fmla="*/ 323 h 122"/>
                <a:gd name="T14" fmla="*/ 32 w 42"/>
                <a:gd name="T15" fmla="*/ 363 h 122"/>
                <a:gd name="T16" fmla="*/ 0 w 42"/>
                <a:gd name="T17" fmla="*/ 413 h 12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2" h="122">
                  <a:moveTo>
                    <a:pt x="17" y="0"/>
                  </a:moveTo>
                  <a:cubicBezTo>
                    <a:pt x="18" y="12"/>
                    <a:pt x="39" y="11"/>
                    <a:pt x="41" y="21"/>
                  </a:cubicBezTo>
                  <a:cubicBezTo>
                    <a:pt x="42" y="26"/>
                    <a:pt x="40" y="33"/>
                    <a:pt x="38" y="37"/>
                  </a:cubicBezTo>
                  <a:cubicBezTo>
                    <a:pt x="36" y="44"/>
                    <a:pt x="34" y="51"/>
                    <a:pt x="34" y="58"/>
                  </a:cubicBezTo>
                  <a:cubicBezTo>
                    <a:pt x="34" y="61"/>
                    <a:pt x="34" y="65"/>
                    <a:pt x="34" y="68"/>
                  </a:cubicBezTo>
                  <a:cubicBezTo>
                    <a:pt x="33" y="71"/>
                    <a:pt x="32" y="71"/>
                    <a:pt x="30" y="74"/>
                  </a:cubicBezTo>
                  <a:cubicBezTo>
                    <a:pt x="25" y="80"/>
                    <a:pt x="24" y="88"/>
                    <a:pt x="22" y="95"/>
                  </a:cubicBezTo>
                  <a:cubicBezTo>
                    <a:pt x="19" y="103"/>
                    <a:pt x="15" y="101"/>
                    <a:pt x="9" y="107"/>
                  </a:cubicBezTo>
                  <a:cubicBezTo>
                    <a:pt x="5" y="110"/>
                    <a:pt x="0" y="117"/>
                    <a:pt x="0" y="122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9950" name="Freeform 886">
              <a:extLst>
                <a:ext uri="{FF2B5EF4-FFF2-40B4-BE49-F238E27FC236}">
                  <a16:creationId xmlns:a16="http://schemas.microsoft.com/office/drawing/2014/main" id="{4FD03FEC-BB56-4BBA-86C4-1B39A29DF48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2" y="2449"/>
              <a:ext cx="21" cy="7"/>
            </a:xfrm>
            <a:custGeom>
              <a:avLst/>
              <a:gdLst>
                <a:gd name="T0" fmla="*/ 0 w 14"/>
                <a:gd name="T1" fmla="*/ 14 h 5"/>
                <a:gd name="T2" fmla="*/ 48 w 14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5">
                  <a:moveTo>
                    <a:pt x="0" y="5"/>
                  </a:moveTo>
                  <a:cubicBezTo>
                    <a:pt x="4" y="2"/>
                    <a:pt x="8" y="0"/>
                    <a:pt x="14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9951" name="Freeform 887">
              <a:extLst>
                <a:ext uri="{FF2B5EF4-FFF2-40B4-BE49-F238E27FC236}">
                  <a16:creationId xmlns:a16="http://schemas.microsoft.com/office/drawing/2014/main" id="{3CBB658D-B5C0-4F7B-941B-E1A9BA59097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5" y="2528"/>
              <a:ext cx="23" cy="20"/>
            </a:xfrm>
            <a:custGeom>
              <a:avLst/>
              <a:gdLst>
                <a:gd name="T0" fmla="*/ 0 w 15"/>
                <a:gd name="T1" fmla="*/ 0 h 13"/>
                <a:gd name="T2" fmla="*/ 54 w 15"/>
                <a:gd name="T3" fmla="*/ 48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3">
                  <a:moveTo>
                    <a:pt x="0" y="0"/>
                  </a:moveTo>
                  <a:cubicBezTo>
                    <a:pt x="8" y="2"/>
                    <a:pt x="7" y="13"/>
                    <a:pt x="15" y="13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9952" name="Freeform 888">
              <a:extLst>
                <a:ext uri="{FF2B5EF4-FFF2-40B4-BE49-F238E27FC236}">
                  <a16:creationId xmlns:a16="http://schemas.microsoft.com/office/drawing/2014/main" id="{14D491E6-F44F-47EC-A05A-102D0402563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5" y="2588"/>
              <a:ext cx="66" cy="29"/>
            </a:xfrm>
            <a:custGeom>
              <a:avLst/>
              <a:gdLst>
                <a:gd name="T0" fmla="*/ 149 w 44"/>
                <a:gd name="T1" fmla="*/ 0 h 19"/>
                <a:gd name="T2" fmla="*/ 75 w 44"/>
                <a:gd name="T3" fmla="*/ 49 h 19"/>
                <a:gd name="T4" fmla="*/ 0 w 44"/>
                <a:gd name="T5" fmla="*/ 67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4" h="19">
                  <a:moveTo>
                    <a:pt x="44" y="0"/>
                  </a:moveTo>
                  <a:cubicBezTo>
                    <a:pt x="35" y="2"/>
                    <a:pt x="31" y="12"/>
                    <a:pt x="22" y="14"/>
                  </a:cubicBezTo>
                  <a:cubicBezTo>
                    <a:pt x="15" y="16"/>
                    <a:pt x="6" y="15"/>
                    <a:pt x="0" y="19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9953" name="Freeform 889">
              <a:extLst>
                <a:ext uri="{FF2B5EF4-FFF2-40B4-BE49-F238E27FC236}">
                  <a16:creationId xmlns:a16="http://schemas.microsoft.com/office/drawing/2014/main" id="{9579083F-ACA6-492E-A9FD-3A5212CBAC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9" y="2546"/>
              <a:ext cx="83" cy="47"/>
            </a:xfrm>
            <a:custGeom>
              <a:avLst/>
              <a:gdLst>
                <a:gd name="T0" fmla="*/ 0 w 55"/>
                <a:gd name="T1" fmla="*/ 108 h 31"/>
                <a:gd name="T2" fmla="*/ 54 w 55"/>
                <a:gd name="T3" fmla="*/ 102 h 31"/>
                <a:gd name="T4" fmla="*/ 116 w 55"/>
                <a:gd name="T5" fmla="*/ 76 h 31"/>
                <a:gd name="T6" fmla="*/ 164 w 55"/>
                <a:gd name="T7" fmla="*/ 49 h 31"/>
                <a:gd name="T8" fmla="*/ 189 w 55"/>
                <a:gd name="T9" fmla="*/ 0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5" h="31">
                  <a:moveTo>
                    <a:pt x="0" y="31"/>
                  </a:moveTo>
                  <a:cubicBezTo>
                    <a:pt x="6" y="29"/>
                    <a:pt x="9" y="30"/>
                    <a:pt x="16" y="29"/>
                  </a:cubicBezTo>
                  <a:cubicBezTo>
                    <a:pt x="23" y="29"/>
                    <a:pt x="27" y="23"/>
                    <a:pt x="34" y="22"/>
                  </a:cubicBezTo>
                  <a:cubicBezTo>
                    <a:pt x="41" y="21"/>
                    <a:pt x="45" y="21"/>
                    <a:pt x="48" y="14"/>
                  </a:cubicBezTo>
                  <a:cubicBezTo>
                    <a:pt x="50" y="8"/>
                    <a:pt x="50" y="4"/>
                    <a:pt x="55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9954" name="Freeform 890">
              <a:extLst>
                <a:ext uri="{FF2B5EF4-FFF2-40B4-BE49-F238E27FC236}">
                  <a16:creationId xmlns:a16="http://schemas.microsoft.com/office/drawing/2014/main" id="{DA3C560A-E4C5-4F5D-BE5E-BA18FC27C5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4" y="2480"/>
              <a:ext cx="27" cy="27"/>
            </a:xfrm>
            <a:custGeom>
              <a:avLst/>
              <a:gdLst>
                <a:gd name="T0" fmla="*/ 62 w 18"/>
                <a:gd name="T1" fmla="*/ 27 h 18"/>
                <a:gd name="T2" fmla="*/ 45 w 18"/>
                <a:gd name="T3" fmla="*/ 62 h 18"/>
                <a:gd name="T4" fmla="*/ 0 w 18"/>
                <a:gd name="T5" fmla="*/ 35 h 18"/>
                <a:gd name="T6" fmla="*/ 26 w 18"/>
                <a:gd name="T7" fmla="*/ 0 h 18"/>
                <a:gd name="T8" fmla="*/ 62 w 18"/>
                <a:gd name="T9" fmla="*/ 27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8">
                  <a:moveTo>
                    <a:pt x="18" y="8"/>
                  </a:moveTo>
                  <a:cubicBezTo>
                    <a:pt x="13" y="18"/>
                    <a:pt x="13" y="18"/>
                    <a:pt x="13" y="18"/>
                  </a:cubicBezTo>
                  <a:cubicBezTo>
                    <a:pt x="13" y="18"/>
                    <a:pt x="5" y="11"/>
                    <a:pt x="0" y="10"/>
                  </a:cubicBezTo>
                  <a:cubicBezTo>
                    <a:pt x="0" y="10"/>
                    <a:pt x="3" y="3"/>
                    <a:pt x="7" y="0"/>
                  </a:cubicBezTo>
                  <a:cubicBezTo>
                    <a:pt x="7" y="0"/>
                    <a:pt x="15" y="0"/>
                    <a:pt x="18" y="8"/>
                  </a:cubicBezTo>
                  <a:close/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9955" name="Freeform 891">
              <a:extLst>
                <a:ext uri="{FF2B5EF4-FFF2-40B4-BE49-F238E27FC236}">
                  <a16:creationId xmlns:a16="http://schemas.microsoft.com/office/drawing/2014/main" id="{40774AD1-5AFC-4D4A-810B-C319E6A61F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4" y="2637"/>
              <a:ext cx="29" cy="18"/>
            </a:xfrm>
            <a:custGeom>
              <a:avLst/>
              <a:gdLst>
                <a:gd name="T0" fmla="*/ 67 w 19"/>
                <a:gd name="T1" fmla="*/ 12 h 12"/>
                <a:gd name="T2" fmla="*/ 18 w 19"/>
                <a:gd name="T3" fmla="*/ 21 h 12"/>
                <a:gd name="T4" fmla="*/ 18 w 19"/>
                <a:gd name="T5" fmla="*/ 39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2">
                  <a:moveTo>
                    <a:pt x="19" y="3"/>
                  </a:moveTo>
                  <a:cubicBezTo>
                    <a:pt x="19" y="3"/>
                    <a:pt x="15" y="0"/>
                    <a:pt x="5" y="6"/>
                  </a:cubicBezTo>
                  <a:cubicBezTo>
                    <a:pt x="0" y="9"/>
                    <a:pt x="0" y="12"/>
                    <a:pt x="5" y="11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9956" name="Freeform 892">
              <a:extLst>
                <a:ext uri="{FF2B5EF4-FFF2-40B4-BE49-F238E27FC236}">
                  <a16:creationId xmlns:a16="http://schemas.microsoft.com/office/drawing/2014/main" id="{9942707A-23B3-4507-A796-AE7613D2DC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0" y="2534"/>
              <a:ext cx="71" cy="57"/>
            </a:xfrm>
            <a:custGeom>
              <a:avLst/>
              <a:gdLst>
                <a:gd name="T0" fmla="*/ 151 w 47"/>
                <a:gd name="T1" fmla="*/ 0 h 38"/>
                <a:gd name="T2" fmla="*/ 134 w 47"/>
                <a:gd name="T3" fmla="*/ 32 h 38"/>
                <a:gd name="T4" fmla="*/ 128 w 47"/>
                <a:gd name="T5" fmla="*/ 54 h 38"/>
                <a:gd name="T6" fmla="*/ 107 w 47"/>
                <a:gd name="T7" fmla="*/ 62 h 38"/>
                <a:gd name="T8" fmla="*/ 89 w 47"/>
                <a:gd name="T9" fmla="*/ 72 h 38"/>
                <a:gd name="T10" fmla="*/ 80 w 47"/>
                <a:gd name="T11" fmla="*/ 80 h 38"/>
                <a:gd name="T12" fmla="*/ 62 w 47"/>
                <a:gd name="T13" fmla="*/ 81 h 38"/>
                <a:gd name="T14" fmla="*/ 32 w 47"/>
                <a:gd name="T15" fmla="*/ 93 h 38"/>
                <a:gd name="T16" fmla="*/ 5 w 47"/>
                <a:gd name="T17" fmla="*/ 126 h 38"/>
                <a:gd name="T18" fmla="*/ 35 w 47"/>
                <a:gd name="T19" fmla="*/ 120 h 38"/>
                <a:gd name="T20" fmla="*/ 54 w 47"/>
                <a:gd name="T21" fmla="*/ 120 h 38"/>
                <a:gd name="T22" fmla="*/ 68 w 47"/>
                <a:gd name="T23" fmla="*/ 116 h 38"/>
                <a:gd name="T24" fmla="*/ 100 w 47"/>
                <a:gd name="T25" fmla="*/ 99 h 38"/>
                <a:gd name="T26" fmla="*/ 134 w 47"/>
                <a:gd name="T27" fmla="*/ 86 h 38"/>
                <a:gd name="T28" fmla="*/ 148 w 47"/>
                <a:gd name="T29" fmla="*/ 75 h 38"/>
                <a:gd name="T30" fmla="*/ 151 w 47"/>
                <a:gd name="T31" fmla="*/ 54 h 38"/>
                <a:gd name="T32" fmla="*/ 162 w 47"/>
                <a:gd name="T33" fmla="*/ 21 h 38"/>
                <a:gd name="T34" fmla="*/ 151 w 47"/>
                <a:gd name="T35" fmla="*/ 0 h 38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47" h="38">
                  <a:moveTo>
                    <a:pt x="44" y="0"/>
                  </a:moveTo>
                  <a:cubicBezTo>
                    <a:pt x="41" y="2"/>
                    <a:pt x="40" y="6"/>
                    <a:pt x="39" y="9"/>
                  </a:cubicBezTo>
                  <a:cubicBezTo>
                    <a:pt x="39" y="11"/>
                    <a:pt x="38" y="14"/>
                    <a:pt x="37" y="16"/>
                  </a:cubicBezTo>
                  <a:cubicBezTo>
                    <a:pt x="36" y="17"/>
                    <a:pt x="33" y="18"/>
                    <a:pt x="31" y="18"/>
                  </a:cubicBezTo>
                  <a:cubicBezTo>
                    <a:pt x="29" y="19"/>
                    <a:pt x="27" y="20"/>
                    <a:pt x="26" y="21"/>
                  </a:cubicBezTo>
                  <a:cubicBezTo>
                    <a:pt x="25" y="22"/>
                    <a:pt x="24" y="23"/>
                    <a:pt x="23" y="23"/>
                  </a:cubicBezTo>
                  <a:cubicBezTo>
                    <a:pt x="22" y="24"/>
                    <a:pt x="20" y="24"/>
                    <a:pt x="18" y="24"/>
                  </a:cubicBezTo>
                  <a:cubicBezTo>
                    <a:pt x="15" y="25"/>
                    <a:pt x="12" y="26"/>
                    <a:pt x="9" y="27"/>
                  </a:cubicBezTo>
                  <a:cubicBezTo>
                    <a:pt x="5" y="29"/>
                    <a:pt x="0" y="31"/>
                    <a:pt x="1" y="37"/>
                  </a:cubicBezTo>
                  <a:cubicBezTo>
                    <a:pt x="4" y="38"/>
                    <a:pt x="8" y="36"/>
                    <a:pt x="10" y="35"/>
                  </a:cubicBezTo>
                  <a:cubicBezTo>
                    <a:pt x="12" y="34"/>
                    <a:pt x="14" y="35"/>
                    <a:pt x="16" y="35"/>
                  </a:cubicBezTo>
                  <a:cubicBezTo>
                    <a:pt x="17" y="34"/>
                    <a:pt x="18" y="34"/>
                    <a:pt x="20" y="34"/>
                  </a:cubicBezTo>
                  <a:cubicBezTo>
                    <a:pt x="23" y="33"/>
                    <a:pt x="26" y="30"/>
                    <a:pt x="29" y="29"/>
                  </a:cubicBezTo>
                  <a:cubicBezTo>
                    <a:pt x="32" y="27"/>
                    <a:pt x="36" y="26"/>
                    <a:pt x="39" y="25"/>
                  </a:cubicBezTo>
                  <a:cubicBezTo>
                    <a:pt x="41" y="24"/>
                    <a:pt x="42" y="23"/>
                    <a:pt x="43" y="22"/>
                  </a:cubicBezTo>
                  <a:cubicBezTo>
                    <a:pt x="44" y="20"/>
                    <a:pt x="44" y="18"/>
                    <a:pt x="44" y="16"/>
                  </a:cubicBezTo>
                  <a:cubicBezTo>
                    <a:pt x="45" y="13"/>
                    <a:pt x="47" y="10"/>
                    <a:pt x="47" y="6"/>
                  </a:cubicBezTo>
                  <a:cubicBezTo>
                    <a:pt x="47" y="4"/>
                    <a:pt x="47" y="1"/>
                    <a:pt x="44" y="0"/>
                  </a:cubicBezTo>
                </a:path>
              </a:pathLst>
            </a:custGeom>
            <a:solidFill>
              <a:srgbClr val="FAD7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9957" name="Freeform 893">
              <a:extLst>
                <a:ext uri="{FF2B5EF4-FFF2-40B4-BE49-F238E27FC236}">
                  <a16:creationId xmlns:a16="http://schemas.microsoft.com/office/drawing/2014/main" id="{295AEB62-3BB0-45EC-A457-50F4C3B88B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7" y="2546"/>
              <a:ext cx="89" cy="66"/>
            </a:xfrm>
            <a:custGeom>
              <a:avLst/>
              <a:gdLst>
                <a:gd name="T0" fmla="*/ 202 w 59"/>
                <a:gd name="T1" fmla="*/ 12 h 44"/>
                <a:gd name="T2" fmla="*/ 184 w 59"/>
                <a:gd name="T3" fmla="*/ 14 h 44"/>
                <a:gd name="T4" fmla="*/ 169 w 59"/>
                <a:gd name="T5" fmla="*/ 54 h 44"/>
                <a:gd name="T6" fmla="*/ 134 w 59"/>
                <a:gd name="T7" fmla="*/ 80 h 44"/>
                <a:gd name="T8" fmla="*/ 100 w 59"/>
                <a:gd name="T9" fmla="*/ 93 h 44"/>
                <a:gd name="T10" fmla="*/ 81 w 59"/>
                <a:gd name="T11" fmla="*/ 102 h 44"/>
                <a:gd name="T12" fmla="*/ 68 w 59"/>
                <a:gd name="T13" fmla="*/ 107 h 44"/>
                <a:gd name="T14" fmla="*/ 27 w 59"/>
                <a:gd name="T15" fmla="*/ 107 h 44"/>
                <a:gd name="T16" fmla="*/ 0 w 59"/>
                <a:gd name="T17" fmla="*/ 122 h 44"/>
                <a:gd name="T18" fmla="*/ 18 w 59"/>
                <a:gd name="T19" fmla="*/ 147 h 44"/>
                <a:gd name="T20" fmla="*/ 53 w 59"/>
                <a:gd name="T21" fmla="*/ 143 h 44"/>
                <a:gd name="T22" fmla="*/ 86 w 59"/>
                <a:gd name="T23" fmla="*/ 134 h 44"/>
                <a:gd name="T24" fmla="*/ 116 w 59"/>
                <a:gd name="T25" fmla="*/ 120 h 44"/>
                <a:gd name="T26" fmla="*/ 151 w 59"/>
                <a:gd name="T27" fmla="*/ 93 h 44"/>
                <a:gd name="T28" fmla="*/ 164 w 59"/>
                <a:gd name="T29" fmla="*/ 89 h 44"/>
                <a:gd name="T30" fmla="*/ 170 w 59"/>
                <a:gd name="T31" fmla="*/ 72 h 44"/>
                <a:gd name="T32" fmla="*/ 189 w 59"/>
                <a:gd name="T33" fmla="*/ 45 h 44"/>
                <a:gd name="T34" fmla="*/ 196 w 59"/>
                <a:gd name="T35" fmla="*/ 26 h 44"/>
                <a:gd name="T36" fmla="*/ 202 w 59"/>
                <a:gd name="T37" fmla="*/ 12 h 44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59" h="44">
                  <a:moveTo>
                    <a:pt x="59" y="3"/>
                  </a:moveTo>
                  <a:cubicBezTo>
                    <a:pt x="57" y="2"/>
                    <a:pt x="55" y="0"/>
                    <a:pt x="54" y="4"/>
                  </a:cubicBezTo>
                  <a:cubicBezTo>
                    <a:pt x="53" y="8"/>
                    <a:pt x="52" y="12"/>
                    <a:pt x="49" y="16"/>
                  </a:cubicBezTo>
                  <a:cubicBezTo>
                    <a:pt x="47" y="20"/>
                    <a:pt x="43" y="22"/>
                    <a:pt x="39" y="23"/>
                  </a:cubicBezTo>
                  <a:cubicBezTo>
                    <a:pt x="36" y="25"/>
                    <a:pt x="32" y="25"/>
                    <a:pt x="29" y="27"/>
                  </a:cubicBezTo>
                  <a:cubicBezTo>
                    <a:pt x="27" y="28"/>
                    <a:pt x="26" y="29"/>
                    <a:pt x="24" y="30"/>
                  </a:cubicBezTo>
                  <a:cubicBezTo>
                    <a:pt x="23" y="30"/>
                    <a:pt x="21" y="30"/>
                    <a:pt x="20" y="31"/>
                  </a:cubicBezTo>
                  <a:cubicBezTo>
                    <a:pt x="16" y="31"/>
                    <a:pt x="12" y="31"/>
                    <a:pt x="8" y="31"/>
                  </a:cubicBezTo>
                  <a:cubicBezTo>
                    <a:pt x="5" y="31"/>
                    <a:pt x="1" y="32"/>
                    <a:pt x="0" y="36"/>
                  </a:cubicBezTo>
                  <a:cubicBezTo>
                    <a:pt x="0" y="38"/>
                    <a:pt x="3" y="42"/>
                    <a:pt x="5" y="43"/>
                  </a:cubicBezTo>
                  <a:cubicBezTo>
                    <a:pt x="8" y="44"/>
                    <a:pt x="12" y="43"/>
                    <a:pt x="15" y="42"/>
                  </a:cubicBezTo>
                  <a:cubicBezTo>
                    <a:pt x="18" y="40"/>
                    <a:pt x="21" y="40"/>
                    <a:pt x="25" y="39"/>
                  </a:cubicBezTo>
                  <a:cubicBezTo>
                    <a:pt x="28" y="38"/>
                    <a:pt x="31" y="37"/>
                    <a:pt x="34" y="35"/>
                  </a:cubicBezTo>
                  <a:cubicBezTo>
                    <a:pt x="37" y="32"/>
                    <a:pt x="40" y="29"/>
                    <a:pt x="44" y="27"/>
                  </a:cubicBezTo>
                  <a:cubicBezTo>
                    <a:pt x="45" y="27"/>
                    <a:pt x="47" y="26"/>
                    <a:pt x="48" y="26"/>
                  </a:cubicBezTo>
                  <a:cubicBezTo>
                    <a:pt x="49" y="25"/>
                    <a:pt x="50" y="22"/>
                    <a:pt x="50" y="21"/>
                  </a:cubicBezTo>
                  <a:cubicBezTo>
                    <a:pt x="52" y="18"/>
                    <a:pt x="53" y="15"/>
                    <a:pt x="55" y="13"/>
                  </a:cubicBezTo>
                  <a:cubicBezTo>
                    <a:pt x="56" y="11"/>
                    <a:pt x="57" y="9"/>
                    <a:pt x="57" y="7"/>
                  </a:cubicBezTo>
                  <a:cubicBezTo>
                    <a:pt x="58" y="6"/>
                    <a:pt x="58" y="4"/>
                    <a:pt x="59" y="3"/>
                  </a:cubicBezTo>
                </a:path>
              </a:pathLst>
            </a:custGeom>
            <a:solidFill>
              <a:srgbClr val="FAD7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9958" name="Freeform 894">
              <a:extLst>
                <a:ext uri="{FF2B5EF4-FFF2-40B4-BE49-F238E27FC236}">
                  <a16:creationId xmlns:a16="http://schemas.microsoft.com/office/drawing/2014/main" id="{31D991CB-97B5-43D9-8676-603B43A7D6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7" y="2591"/>
              <a:ext cx="54" cy="38"/>
            </a:xfrm>
            <a:custGeom>
              <a:avLst/>
              <a:gdLst>
                <a:gd name="T0" fmla="*/ 122 w 36"/>
                <a:gd name="T1" fmla="*/ 0 h 25"/>
                <a:gd name="T2" fmla="*/ 107 w 36"/>
                <a:gd name="T3" fmla="*/ 35 h 25"/>
                <a:gd name="T4" fmla="*/ 89 w 36"/>
                <a:gd name="T5" fmla="*/ 41 h 25"/>
                <a:gd name="T6" fmla="*/ 72 w 36"/>
                <a:gd name="T7" fmla="*/ 53 h 25"/>
                <a:gd name="T8" fmla="*/ 27 w 36"/>
                <a:gd name="T9" fmla="*/ 84 h 25"/>
                <a:gd name="T10" fmla="*/ 5 w 36"/>
                <a:gd name="T11" fmla="*/ 62 h 25"/>
                <a:gd name="T12" fmla="*/ 21 w 36"/>
                <a:gd name="T13" fmla="*/ 49 h 25"/>
                <a:gd name="T14" fmla="*/ 54 w 36"/>
                <a:gd name="T15" fmla="*/ 46 h 25"/>
                <a:gd name="T16" fmla="*/ 86 w 36"/>
                <a:gd name="T17" fmla="*/ 27 h 25"/>
                <a:gd name="T18" fmla="*/ 108 w 36"/>
                <a:gd name="T19" fmla="*/ 12 h 25"/>
                <a:gd name="T20" fmla="*/ 120 w 36"/>
                <a:gd name="T21" fmla="*/ 5 h 2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6" h="25">
                  <a:moveTo>
                    <a:pt x="36" y="0"/>
                  </a:moveTo>
                  <a:cubicBezTo>
                    <a:pt x="33" y="3"/>
                    <a:pt x="34" y="7"/>
                    <a:pt x="31" y="10"/>
                  </a:cubicBezTo>
                  <a:cubicBezTo>
                    <a:pt x="30" y="11"/>
                    <a:pt x="28" y="11"/>
                    <a:pt x="26" y="12"/>
                  </a:cubicBezTo>
                  <a:cubicBezTo>
                    <a:pt x="24" y="13"/>
                    <a:pt x="23" y="14"/>
                    <a:pt x="21" y="15"/>
                  </a:cubicBezTo>
                  <a:cubicBezTo>
                    <a:pt x="18" y="18"/>
                    <a:pt x="13" y="25"/>
                    <a:pt x="8" y="24"/>
                  </a:cubicBezTo>
                  <a:cubicBezTo>
                    <a:pt x="5" y="24"/>
                    <a:pt x="0" y="21"/>
                    <a:pt x="1" y="18"/>
                  </a:cubicBezTo>
                  <a:cubicBezTo>
                    <a:pt x="1" y="15"/>
                    <a:pt x="4" y="14"/>
                    <a:pt x="6" y="14"/>
                  </a:cubicBezTo>
                  <a:cubicBezTo>
                    <a:pt x="10" y="14"/>
                    <a:pt x="13" y="14"/>
                    <a:pt x="16" y="13"/>
                  </a:cubicBezTo>
                  <a:cubicBezTo>
                    <a:pt x="20" y="12"/>
                    <a:pt x="22" y="10"/>
                    <a:pt x="25" y="8"/>
                  </a:cubicBezTo>
                  <a:cubicBezTo>
                    <a:pt x="27" y="6"/>
                    <a:pt x="29" y="4"/>
                    <a:pt x="32" y="3"/>
                  </a:cubicBezTo>
                  <a:cubicBezTo>
                    <a:pt x="33" y="2"/>
                    <a:pt x="34" y="1"/>
                    <a:pt x="35" y="1"/>
                  </a:cubicBezTo>
                </a:path>
              </a:pathLst>
            </a:custGeom>
            <a:solidFill>
              <a:srgbClr val="FAD7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9959" name="Freeform 895">
              <a:extLst>
                <a:ext uri="{FF2B5EF4-FFF2-40B4-BE49-F238E27FC236}">
                  <a16:creationId xmlns:a16="http://schemas.microsoft.com/office/drawing/2014/main" id="{D2064520-D9F8-4BD5-9B95-D8DA1581CE0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1" y="2473"/>
              <a:ext cx="19" cy="63"/>
            </a:xfrm>
            <a:custGeom>
              <a:avLst/>
              <a:gdLst>
                <a:gd name="T0" fmla="*/ 0 w 13"/>
                <a:gd name="T1" fmla="*/ 0 h 42"/>
                <a:gd name="T2" fmla="*/ 22 w 13"/>
                <a:gd name="T3" fmla="*/ 68 h 42"/>
                <a:gd name="T4" fmla="*/ 13 w 13"/>
                <a:gd name="T5" fmla="*/ 102 h 42"/>
                <a:gd name="T6" fmla="*/ 6 w 13"/>
                <a:gd name="T7" fmla="*/ 143 h 42"/>
                <a:gd name="T8" fmla="*/ 26 w 13"/>
                <a:gd name="T9" fmla="*/ 107 h 42"/>
                <a:gd name="T10" fmla="*/ 38 w 13"/>
                <a:gd name="T11" fmla="*/ 53 h 42"/>
                <a:gd name="T12" fmla="*/ 1 w 13"/>
                <a:gd name="T13" fmla="*/ 5 h 4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42">
                  <a:moveTo>
                    <a:pt x="0" y="0"/>
                  </a:moveTo>
                  <a:cubicBezTo>
                    <a:pt x="6" y="2"/>
                    <a:pt x="8" y="15"/>
                    <a:pt x="7" y="20"/>
                  </a:cubicBezTo>
                  <a:cubicBezTo>
                    <a:pt x="7" y="23"/>
                    <a:pt x="5" y="26"/>
                    <a:pt x="4" y="30"/>
                  </a:cubicBezTo>
                  <a:cubicBezTo>
                    <a:pt x="3" y="34"/>
                    <a:pt x="3" y="38"/>
                    <a:pt x="2" y="42"/>
                  </a:cubicBezTo>
                  <a:cubicBezTo>
                    <a:pt x="5" y="40"/>
                    <a:pt x="7" y="35"/>
                    <a:pt x="8" y="31"/>
                  </a:cubicBezTo>
                  <a:cubicBezTo>
                    <a:pt x="11" y="26"/>
                    <a:pt x="13" y="21"/>
                    <a:pt x="12" y="15"/>
                  </a:cubicBezTo>
                  <a:cubicBezTo>
                    <a:pt x="11" y="9"/>
                    <a:pt x="9" y="0"/>
                    <a:pt x="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9960" name="Freeform 896">
              <a:extLst>
                <a:ext uri="{FF2B5EF4-FFF2-40B4-BE49-F238E27FC236}">
                  <a16:creationId xmlns:a16="http://schemas.microsoft.com/office/drawing/2014/main" id="{BB383ED1-8FE3-4B04-B1FE-BB6D4EE6FF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1" y="2483"/>
              <a:ext cx="18" cy="14"/>
            </a:xfrm>
            <a:custGeom>
              <a:avLst/>
              <a:gdLst>
                <a:gd name="T0" fmla="*/ 41 w 12"/>
                <a:gd name="T1" fmla="*/ 22 h 9"/>
                <a:gd name="T2" fmla="*/ 27 w 12"/>
                <a:gd name="T3" fmla="*/ 5 h 9"/>
                <a:gd name="T4" fmla="*/ 8 w 12"/>
                <a:gd name="T5" fmla="*/ 0 h 9"/>
                <a:gd name="T6" fmla="*/ 26 w 12"/>
                <a:gd name="T7" fmla="*/ 14 h 9"/>
                <a:gd name="T8" fmla="*/ 41 w 12"/>
                <a:gd name="T9" fmla="*/ 22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9">
                  <a:moveTo>
                    <a:pt x="12" y="6"/>
                  </a:moveTo>
                  <a:cubicBezTo>
                    <a:pt x="12" y="4"/>
                    <a:pt x="9" y="2"/>
                    <a:pt x="8" y="1"/>
                  </a:cubicBezTo>
                  <a:cubicBezTo>
                    <a:pt x="7" y="1"/>
                    <a:pt x="3" y="0"/>
                    <a:pt x="2" y="0"/>
                  </a:cubicBezTo>
                  <a:cubicBezTo>
                    <a:pt x="0" y="1"/>
                    <a:pt x="6" y="4"/>
                    <a:pt x="7" y="4"/>
                  </a:cubicBezTo>
                  <a:cubicBezTo>
                    <a:pt x="9" y="5"/>
                    <a:pt x="12" y="9"/>
                    <a:pt x="12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9961" name="Freeform 897">
              <a:extLst>
                <a:ext uri="{FF2B5EF4-FFF2-40B4-BE49-F238E27FC236}">
                  <a16:creationId xmlns:a16="http://schemas.microsoft.com/office/drawing/2014/main" id="{EECF252C-943C-4C2D-8004-491F2EADCA7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2" y="2640"/>
              <a:ext cx="8" cy="6"/>
            </a:xfrm>
            <a:custGeom>
              <a:avLst/>
              <a:gdLst>
                <a:gd name="T0" fmla="*/ 21 w 5"/>
                <a:gd name="T1" fmla="*/ 5 h 4"/>
                <a:gd name="T2" fmla="*/ 8 w 5"/>
                <a:gd name="T3" fmla="*/ 14 h 4"/>
                <a:gd name="T4" fmla="*/ 21 w 5"/>
                <a:gd name="T5" fmla="*/ 5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5" y="1"/>
                  </a:moveTo>
                  <a:cubicBezTo>
                    <a:pt x="4" y="2"/>
                    <a:pt x="3" y="3"/>
                    <a:pt x="2" y="4"/>
                  </a:cubicBezTo>
                  <a:cubicBezTo>
                    <a:pt x="0" y="2"/>
                    <a:pt x="3" y="0"/>
                    <a:pt x="5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9962" name="Freeform 898">
              <a:extLst>
                <a:ext uri="{FF2B5EF4-FFF2-40B4-BE49-F238E27FC236}">
                  <a16:creationId xmlns:a16="http://schemas.microsoft.com/office/drawing/2014/main" id="{E40248CA-5E58-4CC1-823E-88B41635F08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5" y="1005"/>
              <a:ext cx="279" cy="251"/>
            </a:xfrm>
            <a:custGeom>
              <a:avLst/>
              <a:gdLst>
                <a:gd name="T0" fmla="*/ 635 w 185"/>
                <a:gd name="T1" fmla="*/ 33 h 168"/>
                <a:gd name="T2" fmla="*/ 541 w 185"/>
                <a:gd name="T3" fmla="*/ 209 h 168"/>
                <a:gd name="T4" fmla="*/ 555 w 185"/>
                <a:gd name="T5" fmla="*/ 430 h 168"/>
                <a:gd name="T6" fmla="*/ 39 w 185"/>
                <a:gd name="T7" fmla="*/ 357 h 168"/>
                <a:gd name="T8" fmla="*/ 0 w 185"/>
                <a:gd name="T9" fmla="*/ 0 h 168"/>
                <a:gd name="T10" fmla="*/ 635 w 185"/>
                <a:gd name="T11" fmla="*/ 33 h 16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5" h="168">
                  <a:moveTo>
                    <a:pt x="185" y="10"/>
                  </a:moveTo>
                  <a:cubicBezTo>
                    <a:pt x="185" y="10"/>
                    <a:pt x="172" y="34"/>
                    <a:pt x="158" y="63"/>
                  </a:cubicBezTo>
                  <a:cubicBezTo>
                    <a:pt x="148" y="83"/>
                    <a:pt x="150" y="114"/>
                    <a:pt x="162" y="129"/>
                  </a:cubicBezTo>
                  <a:cubicBezTo>
                    <a:pt x="184" y="156"/>
                    <a:pt x="5" y="168"/>
                    <a:pt x="11" y="107"/>
                  </a:cubicBezTo>
                  <a:cubicBezTo>
                    <a:pt x="18" y="44"/>
                    <a:pt x="3" y="16"/>
                    <a:pt x="0" y="0"/>
                  </a:cubicBezTo>
                  <a:cubicBezTo>
                    <a:pt x="0" y="0"/>
                    <a:pt x="146" y="47"/>
                    <a:pt x="185" y="10"/>
                  </a:cubicBezTo>
                </a:path>
              </a:pathLst>
            </a:custGeom>
            <a:solidFill>
              <a:srgbClr val="FEF3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9963" name="Freeform 899">
              <a:extLst>
                <a:ext uri="{FF2B5EF4-FFF2-40B4-BE49-F238E27FC236}">
                  <a16:creationId xmlns:a16="http://schemas.microsoft.com/office/drawing/2014/main" id="{35FF03BA-F567-45B1-876D-3D26FFDE63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4" y="636"/>
              <a:ext cx="346" cy="527"/>
            </a:xfrm>
            <a:custGeom>
              <a:avLst/>
              <a:gdLst>
                <a:gd name="T0" fmla="*/ 755 w 230"/>
                <a:gd name="T1" fmla="*/ 350 h 352"/>
                <a:gd name="T2" fmla="*/ 769 w 230"/>
                <a:gd name="T3" fmla="*/ 600 h 352"/>
                <a:gd name="T4" fmla="*/ 772 w 230"/>
                <a:gd name="T5" fmla="*/ 831 h 352"/>
                <a:gd name="T6" fmla="*/ 677 w 230"/>
                <a:gd name="T7" fmla="*/ 1038 h 352"/>
                <a:gd name="T8" fmla="*/ 305 w 230"/>
                <a:gd name="T9" fmla="*/ 1073 h 352"/>
                <a:gd name="T10" fmla="*/ 140 w 230"/>
                <a:gd name="T11" fmla="*/ 770 h 352"/>
                <a:gd name="T12" fmla="*/ 95 w 230"/>
                <a:gd name="T13" fmla="*/ 771 h 352"/>
                <a:gd name="T14" fmla="*/ 66 w 230"/>
                <a:gd name="T15" fmla="*/ 662 h 352"/>
                <a:gd name="T16" fmla="*/ 81 w 230"/>
                <a:gd name="T17" fmla="*/ 500 h 352"/>
                <a:gd name="T18" fmla="*/ 66 w 230"/>
                <a:gd name="T19" fmla="*/ 470 h 352"/>
                <a:gd name="T20" fmla="*/ 113 w 230"/>
                <a:gd name="T21" fmla="*/ 235 h 352"/>
                <a:gd name="T22" fmla="*/ 755 w 230"/>
                <a:gd name="T23" fmla="*/ 350 h 35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30" h="352">
                  <a:moveTo>
                    <a:pt x="222" y="104"/>
                  </a:moveTo>
                  <a:cubicBezTo>
                    <a:pt x="230" y="140"/>
                    <a:pt x="228" y="167"/>
                    <a:pt x="226" y="179"/>
                  </a:cubicBezTo>
                  <a:cubicBezTo>
                    <a:pt x="224" y="190"/>
                    <a:pt x="229" y="228"/>
                    <a:pt x="227" y="248"/>
                  </a:cubicBezTo>
                  <a:cubicBezTo>
                    <a:pt x="225" y="268"/>
                    <a:pt x="213" y="294"/>
                    <a:pt x="199" y="309"/>
                  </a:cubicBezTo>
                  <a:cubicBezTo>
                    <a:pt x="185" y="323"/>
                    <a:pt x="144" y="352"/>
                    <a:pt x="90" y="320"/>
                  </a:cubicBezTo>
                  <a:cubicBezTo>
                    <a:pt x="37" y="289"/>
                    <a:pt x="42" y="247"/>
                    <a:pt x="41" y="229"/>
                  </a:cubicBezTo>
                  <a:cubicBezTo>
                    <a:pt x="41" y="229"/>
                    <a:pt x="38" y="261"/>
                    <a:pt x="28" y="230"/>
                  </a:cubicBezTo>
                  <a:cubicBezTo>
                    <a:pt x="25" y="221"/>
                    <a:pt x="18" y="227"/>
                    <a:pt x="19" y="197"/>
                  </a:cubicBezTo>
                  <a:cubicBezTo>
                    <a:pt x="20" y="167"/>
                    <a:pt x="0" y="139"/>
                    <a:pt x="24" y="149"/>
                  </a:cubicBezTo>
                  <a:cubicBezTo>
                    <a:pt x="24" y="149"/>
                    <a:pt x="19" y="145"/>
                    <a:pt x="19" y="140"/>
                  </a:cubicBezTo>
                  <a:cubicBezTo>
                    <a:pt x="19" y="125"/>
                    <a:pt x="16" y="95"/>
                    <a:pt x="33" y="70"/>
                  </a:cubicBezTo>
                  <a:cubicBezTo>
                    <a:pt x="57" y="37"/>
                    <a:pt x="199" y="0"/>
                    <a:pt x="222" y="104"/>
                  </a:cubicBezTo>
                </a:path>
              </a:pathLst>
            </a:custGeom>
            <a:solidFill>
              <a:srgbClr val="FEF3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9964" name="Freeform 900">
              <a:extLst>
                <a:ext uri="{FF2B5EF4-FFF2-40B4-BE49-F238E27FC236}">
                  <a16:creationId xmlns:a16="http://schemas.microsoft.com/office/drawing/2014/main" id="{4890A3E7-3AEB-4BF1-9D7F-5578D3ACB8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2" y="859"/>
              <a:ext cx="128" cy="26"/>
            </a:xfrm>
            <a:custGeom>
              <a:avLst/>
              <a:gdLst>
                <a:gd name="T0" fmla="*/ 291 w 85"/>
                <a:gd name="T1" fmla="*/ 8 h 17"/>
                <a:gd name="T2" fmla="*/ 215 w 85"/>
                <a:gd name="T3" fmla="*/ 5 h 17"/>
                <a:gd name="T4" fmla="*/ 176 w 85"/>
                <a:gd name="T5" fmla="*/ 8 h 17"/>
                <a:gd name="T6" fmla="*/ 136 w 85"/>
                <a:gd name="T7" fmla="*/ 5 h 17"/>
                <a:gd name="T8" fmla="*/ 0 w 85"/>
                <a:gd name="T9" fmla="*/ 61 h 17"/>
                <a:gd name="T10" fmla="*/ 113 w 85"/>
                <a:gd name="T11" fmla="*/ 18 h 17"/>
                <a:gd name="T12" fmla="*/ 242 w 85"/>
                <a:gd name="T13" fmla="*/ 14 h 17"/>
                <a:gd name="T14" fmla="*/ 291 w 85"/>
                <a:gd name="T15" fmla="*/ 8 h 1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5" h="17">
                  <a:moveTo>
                    <a:pt x="85" y="2"/>
                  </a:moveTo>
                  <a:cubicBezTo>
                    <a:pt x="77" y="0"/>
                    <a:pt x="71" y="0"/>
                    <a:pt x="63" y="1"/>
                  </a:cubicBezTo>
                  <a:cubicBezTo>
                    <a:pt x="59" y="2"/>
                    <a:pt x="56" y="2"/>
                    <a:pt x="52" y="2"/>
                  </a:cubicBezTo>
                  <a:cubicBezTo>
                    <a:pt x="48" y="2"/>
                    <a:pt x="45" y="1"/>
                    <a:pt x="40" y="1"/>
                  </a:cubicBezTo>
                  <a:cubicBezTo>
                    <a:pt x="25" y="2"/>
                    <a:pt x="7" y="1"/>
                    <a:pt x="0" y="17"/>
                  </a:cubicBezTo>
                  <a:cubicBezTo>
                    <a:pt x="0" y="17"/>
                    <a:pt x="12" y="4"/>
                    <a:pt x="33" y="5"/>
                  </a:cubicBezTo>
                  <a:cubicBezTo>
                    <a:pt x="55" y="6"/>
                    <a:pt x="65" y="6"/>
                    <a:pt x="71" y="4"/>
                  </a:cubicBezTo>
                  <a:cubicBezTo>
                    <a:pt x="76" y="2"/>
                    <a:pt x="85" y="2"/>
                    <a:pt x="85" y="2"/>
                  </a:cubicBezTo>
                </a:path>
              </a:pathLst>
            </a:custGeom>
            <a:solidFill>
              <a:srgbClr val="FAD7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9965" name="Freeform 901">
              <a:extLst>
                <a:ext uri="{FF2B5EF4-FFF2-40B4-BE49-F238E27FC236}">
                  <a16:creationId xmlns:a16="http://schemas.microsoft.com/office/drawing/2014/main" id="{E7D95BD5-B9FF-4F6B-B460-5AB2F59653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1" y="885"/>
              <a:ext cx="44" cy="22"/>
            </a:xfrm>
            <a:custGeom>
              <a:avLst/>
              <a:gdLst>
                <a:gd name="T0" fmla="*/ 0 w 29"/>
                <a:gd name="T1" fmla="*/ 32 h 15"/>
                <a:gd name="T2" fmla="*/ 49 w 29"/>
                <a:gd name="T3" fmla="*/ 22 h 15"/>
                <a:gd name="T4" fmla="*/ 76 w 29"/>
                <a:gd name="T5" fmla="*/ 15 h 15"/>
                <a:gd name="T6" fmla="*/ 83 w 29"/>
                <a:gd name="T7" fmla="*/ 0 h 15"/>
                <a:gd name="T8" fmla="*/ 74 w 29"/>
                <a:gd name="T9" fmla="*/ 22 h 15"/>
                <a:gd name="T10" fmla="*/ 102 w 29"/>
                <a:gd name="T11" fmla="*/ 13 h 15"/>
                <a:gd name="T12" fmla="*/ 74 w 29"/>
                <a:gd name="T13" fmla="*/ 34 h 15"/>
                <a:gd name="T14" fmla="*/ 94 w 29"/>
                <a:gd name="T15" fmla="*/ 34 h 15"/>
                <a:gd name="T16" fmla="*/ 62 w 29"/>
                <a:gd name="T17" fmla="*/ 47 h 15"/>
                <a:gd name="T18" fmla="*/ 55 w 29"/>
                <a:gd name="T19" fmla="*/ 28 h 15"/>
                <a:gd name="T20" fmla="*/ 0 w 29"/>
                <a:gd name="T21" fmla="*/ 32 h 1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9" h="15">
                  <a:moveTo>
                    <a:pt x="0" y="10"/>
                  </a:moveTo>
                  <a:cubicBezTo>
                    <a:pt x="0" y="10"/>
                    <a:pt x="13" y="10"/>
                    <a:pt x="14" y="7"/>
                  </a:cubicBezTo>
                  <a:cubicBezTo>
                    <a:pt x="16" y="4"/>
                    <a:pt x="20" y="5"/>
                    <a:pt x="22" y="5"/>
                  </a:cubicBezTo>
                  <a:cubicBezTo>
                    <a:pt x="23" y="5"/>
                    <a:pt x="24" y="1"/>
                    <a:pt x="24" y="0"/>
                  </a:cubicBezTo>
                  <a:cubicBezTo>
                    <a:pt x="24" y="0"/>
                    <a:pt x="27" y="6"/>
                    <a:pt x="21" y="7"/>
                  </a:cubicBezTo>
                  <a:cubicBezTo>
                    <a:pt x="21" y="7"/>
                    <a:pt x="28" y="6"/>
                    <a:pt x="29" y="4"/>
                  </a:cubicBezTo>
                  <a:cubicBezTo>
                    <a:pt x="29" y="4"/>
                    <a:pt x="24" y="11"/>
                    <a:pt x="21" y="11"/>
                  </a:cubicBezTo>
                  <a:cubicBezTo>
                    <a:pt x="21" y="11"/>
                    <a:pt x="24" y="14"/>
                    <a:pt x="27" y="11"/>
                  </a:cubicBezTo>
                  <a:cubicBezTo>
                    <a:pt x="27" y="11"/>
                    <a:pt x="27" y="15"/>
                    <a:pt x="18" y="15"/>
                  </a:cubicBezTo>
                  <a:cubicBezTo>
                    <a:pt x="18" y="15"/>
                    <a:pt x="21" y="9"/>
                    <a:pt x="16" y="9"/>
                  </a:cubicBezTo>
                  <a:cubicBezTo>
                    <a:pt x="11" y="10"/>
                    <a:pt x="6" y="13"/>
                    <a:pt x="0" y="10"/>
                  </a:cubicBezTo>
                </a:path>
              </a:pathLst>
            </a:custGeom>
            <a:solidFill>
              <a:srgbClr val="FAD7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9966" name="Freeform 902">
              <a:extLst>
                <a:ext uri="{FF2B5EF4-FFF2-40B4-BE49-F238E27FC236}">
                  <a16:creationId xmlns:a16="http://schemas.microsoft.com/office/drawing/2014/main" id="{53FF4C7B-44C5-47E8-A7B1-807C4F40F4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1" y="841"/>
              <a:ext cx="140" cy="24"/>
            </a:xfrm>
            <a:custGeom>
              <a:avLst/>
              <a:gdLst>
                <a:gd name="T0" fmla="*/ 318 w 93"/>
                <a:gd name="T1" fmla="*/ 27 h 16"/>
                <a:gd name="T2" fmla="*/ 272 w 93"/>
                <a:gd name="T3" fmla="*/ 26 h 16"/>
                <a:gd name="T4" fmla="*/ 215 w 93"/>
                <a:gd name="T5" fmla="*/ 21 h 16"/>
                <a:gd name="T6" fmla="*/ 116 w 93"/>
                <a:gd name="T7" fmla="*/ 5 h 16"/>
                <a:gd name="T8" fmla="*/ 62 w 93"/>
                <a:gd name="T9" fmla="*/ 12 h 16"/>
                <a:gd name="T10" fmla="*/ 0 w 93"/>
                <a:gd name="T11" fmla="*/ 8 h 16"/>
                <a:gd name="T12" fmla="*/ 107 w 93"/>
                <a:gd name="T13" fmla="*/ 18 h 16"/>
                <a:gd name="T14" fmla="*/ 223 w 93"/>
                <a:gd name="T15" fmla="*/ 39 h 16"/>
                <a:gd name="T16" fmla="*/ 283 w 93"/>
                <a:gd name="T17" fmla="*/ 32 h 16"/>
                <a:gd name="T18" fmla="*/ 318 w 93"/>
                <a:gd name="T19" fmla="*/ 27 h 1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93" h="16">
                  <a:moveTo>
                    <a:pt x="93" y="8"/>
                  </a:moveTo>
                  <a:cubicBezTo>
                    <a:pt x="88" y="6"/>
                    <a:pt x="85" y="5"/>
                    <a:pt x="80" y="7"/>
                  </a:cubicBezTo>
                  <a:cubicBezTo>
                    <a:pt x="73" y="9"/>
                    <a:pt x="70" y="8"/>
                    <a:pt x="63" y="6"/>
                  </a:cubicBezTo>
                  <a:cubicBezTo>
                    <a:pt x="54" y="2"/>
                    <a:pt x="43" y="0"/>
                    <a:pt x="34" y="1"/>
                  </a:cubicBezTo>
                  <a:cubicBezTo>
                    <a:pt x="29" y="2"/>
                    <a:pt x="23" y="3"/>
                    <a:pt x="18" y="3"/>
                  </a:cubicBezTo>
                  <a:cubicBezTo>
                    <a:pt x="12" y="4"/>
                    <a:pt x="6" y="2"/>
                    <a:pt x="0" y="2"/>
                  </a:cubicBezTo>
                  <a:cubicBezTo>
                    <a:pt x="0" y="2"/>
                    <a:pt x="13" y="8"/>
                    <a:pt x="31" y="5"/>
                  </a:cubicBezTo>
                  <a:cubicBezTo>
                    <a:pt x="49" y="3"/>
                    <a:pt x="56" y="7"/>
                    <a:pt x="65" y="11"/>
                  </a:cubicBezTo>
                  <a:cubicBezTo>
                    <a:pt x="74" y="16"/>
                    <a:pt x="82" y="9"/>
                    <a:pt x="83" y="9"/>
                  </a:cubicBezTo>
                  <a:cubicBezTo>
                    <a:pt x="85" y="8"/>
                    <a:pt x="88" y="6"/>
                    <a:pt x="93" y="8"/>
                  </a:cubicBezTo>
                </a:path>
              </a:pathLst>
            </a:custGeom>
            <a:solidFill>
              <a:srgbClr val="FAD7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9967" name="Freeform 903">
              <a:extLst>
                <a:ext uri="{FF2B5EF4-FFF2-40B4-BE49-F238E27FC236}">
                  <a16:creationId xmlns:a16="http://schemas.microsoft.com/office/drawing/2014/main" id="{F8A431CF-317B-4FF8-863D-FEA9EE9A8B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8" y="831"/>
              <a:ext cx="132" cy="16"/>
            </a:xfrm>
            <a:custGeom>
              <a:avLst/>
              <a:gdLst>
                <a:gd name="T0" fmla="*/ 0 w 88"/>
                <a:gd name="T1" fmla="*/ 6 h 11"/>
                <a:gd name="T2" fmla="*/ 93 w 88"/>
                <a:gd name="T3" fmla="*/ 1 h 11"/>
                <a:gd name="T4" fmla="*/ 170 w 88"/>
                <a:gd name="T5" fmla="*/ 6 h 11"/>
                <a:gd name="T6" fmla="*/ 297 w 88"/>
                <a:gd name="T7" fmla="*/ 6 h 11"/>
                <a:gd name="T8" fmla="*/ 149 w 88"/>
                <a:gd name="T9" fmla="*/ 13 h 11"/>
                <a:gd name="T10" fmla="*/ 81 w 88"/>
                <a:gd name="T11" fmla="*/ 9 h 11"/>
                <a:gd name="T12" fmla="*/ 0 w 88"/>
                <a:gd name="T13" fmla="*/ 6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8" h="11">
                  <a:moveTo>
                    <a:pt x="0" y="2"/>
                  </a:moveTo>
                  <a:cubicBezTo>
                    <a:pt x="0" y="2"/>
                    <a:pt x="15" y="4"/>
                    <a:pt x="27" y="1"/>
                  </a:cubicBezTo>
                  <a:cubicBezTo>
                    <a:pt x="32" y="0"/>
                    <a:pt x="42" y="0"/>
                    <a:pt x="50" y="2"/>
                  </a:cubicBezTo>
                  <a:cubicBezTo>
                    <a:pt x="58" y="5"/>
                    <a:pt x="81" y="5"/>
                    <a:pt x="88" y="2"/>
                  </a:cubicBezTo>
                  <a:cubicBezTo>
                    <a:pt x="88" y="2"/>
                    <a:pt x="71" y="11"/>
                    <a:pt x="44" y="4"/>
                  </a:cubicBezTo>
                  <a:cubicBezTo>
                    <a:pt x="44" y="4"/>
                    <a:pt x="35" y="0"/>
                    <a:pt x="24" y="3"/>
                  </a:cubicBezTo>
                  <a:cubicBezTo>
                    <a:pt x="14" y="5"/>
                    <a:pt x="0" y="2"/>
                    <a:pt x="0" y="2"/>
                  </a:cubicBezTo>
                </a:path>
              </a:pathLst>
            </a:custGeom>
            <a:solidFill>
              <a:srgbClr val="FAD7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9968" name="Freeform 904">
              <a:extLst>
                <a:ext uri="{FF2B5EF4-FFF2-40B4-BE49-F238E27FC236}">
                  <a16:creationId xmlns:a16="http://schemas.microsoft.com/office/drawing/2014/main" id="{77F4489A-9CF5-4D0B-B384-267A8507381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9" y="987"/>
              <a:ext cx="83" cy="33"/>
            </a:xfrm>
            <a:custGeom>
              <a:avLst/>
              <a:gdLst>
                <a:gd name="T0" fmla="*/ 0 w 55"/>
                <a:gd name="T1" fmla="*/ 26 h 22"/>
                <a:gd name="T2" fmla="*/ 59 w 55"/>
                <a:gd name="T3" fmla="*/ 35 h 22"/>
                <a:gd name="T4" fmla="*/ 151 w 55"/>
                <a:gd name="T5" fmla="*/ 41 h 22"/>
                <a:gd name="T6" fmla="*/ 184 w 55"/>
                <a:gd name="T7" fmla="*/ 32 h 22"/>
                <a:gd name="T8" fmla="*/ 109 w 55"/>
                <a:gd name="T9" fmla="*/ 72 h 22"/>
                <a:gd name="T10" fmla="*/ 0 w 55"/>
                <a:gd name="T11" fmla="*/ 26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5" h="22">
                  <a:moveTo>
                    <a:pt x="0" y="7"/>
                  </a:moveTo>
                  <a:cubicBezTo>
                    <a:pt x="0" y="7"/>
                    <a:pt x="8" y="0"/>
                    <a:pt x="17" y="10"/>
                  </a:cubicBezTo>
                  <a:cubicBezTo>
                    <a:pt x="26" y="20"/>
                    <a:pt x="36" y="21"/>
                    <a:pt x="44" y="12"/>
                  </a:cubicBezTo>
                  <a:cubicBezTo>
                    <a:pt x="53" y="3"/>
                    <a:pt x="55" y="0"/>
                    <a:pt x="54" y="9"/>
                  </a:cubicBezTo>
                  <a:cubicBezTo>
                    <a:pt x="53" y="16"/>
                    <a:pt x="50" y="20"/>
                    <a:pt x="32" y="21"/>
                  </a:cubicBezTo>
                  <a:cubicBezTo>
                    <a:pt x="15" y="22"/>
                    <a:pt x="11" y="17"/>
                    <a:pt x="0" y="7"/>
                  </a:cubicBezTo>
                </a:path>
              </a:pathLst>
            </a:custGeom>
            <a:solidFill>
              <a:srgbClr val="FAD7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9969" name="Freeform 905">
              <a:extLst>
                <a:ext uri="{FF2B5EF4-FFF2-40B4-BE49-F238E27FC236}">
                  <a16:creationId xmlns:a16="http://schemas.microsoft.com/office/drawing/2014/main" id="{0FBB025E-735D-4085-B5F6-DE9546B850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5" y="864"/>
              <a:ext cx="72" cy="27"/>
            </a:xfrm>
            <a:custGeom>
              <a:avLst/>
              <a:gdLst>
                <a:gd name="T0" fmla="*/ 0 w 48"/>
                <a:gd name="T1" fmla="*/ 18 h 18"/>
                <a:gd name="T2" fmla="*/ 75 w 48"/>
                <a:gd name="T3" fmla="*/ 41 h 18"/>
                <a:gd name="T4" fmla="*/ 149 w 48"/>
                <a:gd name="T5" fmla="*/ 45 h 18"/>
                <a:gd name="T6" fmla="*/ 126 w 48"/>
                <a:gd name="T7" fmla="*/ 8 h 18"/>
                <a:gd name="T8" fmla="*/ 0 w 48"/>
                <a:gd name="T9" fmla="*/ 18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18">
                  <a:moveTo>
                    <a:pt x="0" y="5"/>
                  </a:moveTo>
                  <a:cubicBezTo>
                    <a:pt x="0" y="5"/>
                    <a:pt x="13" y="13"/>
                    <a:pt x="22" y="12"/>
                  </a:cubicBezTo>
                  <a:cubicBezTo>
                    <a:pt x="30" y="11"/>
                    <a:pt x="39" y="8"/>
                    <a:pt x="44" y="13"/>
                  </a:cubicBezTo>
                  <a:cubicBezTo>
                    <a:pt x="48" y="18"/>
                    <a:pt x="45" y="0"/>
                    <a:pt x="37" y="2"/>
                  </a:cubicBezTo>
                  <a:cubicBezTo>
                    <a:pt x="29" y="3"/>
                    <a:pt x="10" y="10"/>
                    <a:pt x="0" y="5"/>
                  </a:cubicBezTo>
                </a:path>
              </a:pathLst>
            </a:custGeom>
            <a:solidFill>
              <a:srgbClr val="8982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9970" name="Freeform 906">
              <a:extLst>
                <a:ext uri="{FF2B5EF4-FFF2-40B4-BE49-F238E27FC236}">
                  <a16:creationId xmlns:a16="http://schemas.microsoft.com/office/drawing/2014/main" id="{2AA10FE9-5AE2-44C4-A3B2-29B1434B353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9" y="864"/>
              <a:ext cx="76" cy="21"/>
            </a:xfrm>
            <a:custGeom>
              <a:avLst/>
              <a:gdLst>
                <a:gd name="T0" fmla="*/ 0 w 50"/>
                <a:gd name="T1" fmla="*/ 41 h 14"/>
                <a:gd name="T2" fmla="*/ 67 w 50"/>
                <a:gd name="T3" fmla="*/ 12 h 14"/>
                <a:gd name="T4" fmla="*/ 155 w 50"/>
                <a:gd name="T5" fmla="*/ 14 h 14"/>
                <a:gd name="T6" fmla="*/ 150 w 50"/>
                <a:gd name="T7" fmla="*/ 32 h 14"/>
                <a:gd name="T8" fmla="*/ 61 w 50"/>
                <a:gd name="T9" fmla="*/ 41 h 14"/>
                <a:gd name="T10" fmla="*/ 0 w 50"/>
                <a:gd name="T11" fmla="*/ 41 h 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0" h="14">
                  <a:moveTo>
                    <a:pt x="0" y="12"/>
                  </a:moveTo>
                  <a:cubicBezTo>
                    <a:pt x="0" y="12"/>
                    <a:pt x="13" y="0"/>
                    <a:pt x="19" y="3"/>
                  </a:cubicBezTo>
                  <a:cubicBezTo>
                    <a:pt x="25" y="6"/>
                    <a:pt x="27" y="12"/>
                    <a:pt x="44" y="4"/>
                  </a:cubicBezTo>
                  <a:cubicBezTo>
                    <a:pt x="44" y="4"/>
                    <a:pt x="50" y="5"/>
                    <a:pt x="43" y="9"/>
                  </a:cubicBezTo>
                  <a:cubicBezTo>
                    <a:pt x="37" y="14"/>
                    <a:pt x="25" y="14"/>
                    <a:pt x="17" y="12"/>
                  </a:cubicBezTo>
                  <a:cubicBezTo>
                    <a:pt x="8" y="9"/>
                    <a:pt x="0" y="12"/>
                    <a:pt x="0" y="12"/>
                  </a:cubicBezTo>
                </a:path>
              </a:pathLst>
            </a:custGeom>
            <a:solidFill>
              <a:srgbClr val="8982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9971" name="Freeform 907">
              <a:extLst>
                <a:ext uri="{FF2B5EF4-FFF2-40B4-BE49-F238E27FC236}">
                  <a16:creationId xmlns:a16="http://schemas.microsoft.com/office/drawing/2014/main" id="{F4A23DEF-05FA-4702-A4DE-1FA26E6424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2" y="894"/>
              <a:ext cx="37" cy="18"/>
            </a:xfrm>
            <a:custGeom>
              <a:avLst/>
              <a:gdLst>
                <a:gd name="T0" fmla="*/ 19 w 24"/>
                <a:gd name="T1" fmla="*/ 0 h 12"/>
                <a:gd name="T2" fmla="*/ 88 w 24"/>
                <a:gd name="T3" fmla="*/ 14 h 12"/>
                <a:gd name="T4" fmla="*/ 35 w 24"/>
                <a:gd name="T5" fmla="*/ 41 h 12"/>
                <a:gd name="T6" fmla="*/ 40 w 24"/>
                <a:gd name="T7" fmla="*/ 27 h 12"/>
                <a:gd name="T8" fmla="*/ 5 w 24"/>
                <a:gd name="T9" fmla="*/ 41 h 12"/>
                <a:gd name="T10" fmla="*/ 29 w 24"/>
                <a:gd name="T11" fmla="*/ 26 h 12"/>
                <a:gd name="T12" fmla="*/ 0 w 24"/>
                <a:gd name="T13" fmla="*/ 12 h 12"/>
                <a:gd name="T14" fmla="*/ 22 w 24"/>
                <a:gd name="T15" fmla="*/ 14 h 12"/>
                <a:gd name="T16" fmla="*/ 19 w 24"/>
                <a:gd name="T17" fmla="*/ 0 h 1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4" h="12">
                  <a:moveTo>
                    <a:pt x="5" y="0"/>
                  </a:moveTo>
                  <a:cubicBezTo>
                    <a:pt x="5" y="0"/>
                    <a:pt x="9" y="8"/>
                    <a:pt x="24" y="4"/>
                  </a:cubicBezTo>
                  <a:cubicBezTo>
                    <a:pt x="24" y="4"/>
                    <a:pt x="13" y="7"/>
                    <a:pt x="10" y="12"/>
                  </a:cubicBezTo>
                  <a:cubicBezTo>
                    <a:pt x="11" y="8"/>
                    <a:pt x="11" y="8"/>
                    <a:pt x="11" y="8"/>
                  </a:cubicBezTo>
                  <a:cubicBezTo>
                    <a:pt x="11" y="8"/>
                    <a:pt x="6" y="11"/>
                    <a:pt x="1" y="12"/>
                  </a:cubicBezTo>
                  <a:cubicBezTo>
                    <a:pt x="1" y="12"/>
                    <a:pt x="7" y="8"/>
                    <a:pt x="8" y="7"/>
                  </a:cubicBezTo>
                  <a:cubicBezTo>
                    <a:pt x="8" y="7"/>
                    <a:pt x="3" y="6"/>
                    <a:pt x="0" y="3"/>
                  </a:cubicBezTo>
                  <a:cubicBezTo>
                    <a:pt x="0" y="3"/>
                    <a:pt x="3" y="5"/>
                    <a:pt x="6" y="4"/>
                  </a:cubicBezTo>
                  <a:cubicBezTo>
                    <a:pt x="6" y="4"/>
                    <a:pt x="4" y="2"/>
                    <a:pt x="5" y="0"/>
                  </a:cubicBezTo>
                </a:path>
              </a:pathLst>
            </a:custGeom>
            <a:solidFill>
              <a:srgbClr val="FAD7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9972" name="Freeform 908">
              <a:extLst>
                <a:ext uri="{FF2B5EF4-FFF2-40B4-BE49-F238E27FC236}">
                  <a16:creationId xmlns:a16="http://schemas.microsoft.com/office/drawing/2014/main" id="{A42F909D-82EC-4DD3-B197-180630F8071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2" y="892"/>
              <a:ext cx="61" cy="21"/>
            </a:xfrm>
            <a:custGeom>
              <a:avLst/>
              <a:gdLst>
                <a:gd name="T0" fmla="*/ 135 w 41"/>
                <a:gd name="T1" fmla="*/ 48 h 14"/>
                <a:gd name="T2" fmla="*/ 76 w 41"/>
                <a:gd name="T3" fmla="*/ 14 h 14"/>
                <a:gd name="T4" fmla="*/ 28 w 41"/>
                <a:gd name="T5" fmla="*/ 18 h 14"/>
                <a:gd name="T6" fmla="*/ 0 w 41"/>
                <a:gd name="T7" fmla="*/ 0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1" h="14">
                  <a:moveTo>
                    <a:pt x="41" y="14"/>
                  </a:moveTo>
                  <a:cubicBezTo>
                    <a:pt x="36" y="10"/>
                    <a:pt x="30" y="5"/>
                    <a:pt x="23" y="4"/>
                  </a:cubicBezTo>
                  <a:cubicBezTo>
                    <a:pt x="18" y="3"/>
                    <a:pt x="14" y="6"/>
                    <a:pt x="9" y="5"/>
                  </a:cubicBezTo>
                  <a:cubicBezTo>
                    <a:pt x="5" y="5"/>
                    <a:pt x="2" y="2"/>
                    <a:pt x="0" y="0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9973" name="Freeform 909">
              <a:extLst>
                <a:ext uri="{FF2B5EF4-FFF2-40B4-BE49-F238E27FC236}">
                  <a16:creationId xmlns:a16="http://schemas.microsoft.com/office/drawing/2014/main" id="{9921F990-A863-4506-9380-34271D49EC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1" y="903"/>
              <a:ext cx="43" cy="12"/>
            </a:xfrm>
            <a:custGeom>
              <a:avLst/>
              <a:gdLst>
                <a:gd name="T0" fmla="*/ 95 w 29"/>
                <a:gd name="T1" fmla="*/ 26 h 8"/>
                <a:gd name="T2" fmla="*/ 49 w 29"/>
                <a:gd name="T3" fmla="*/ 5 h 8"/>
                <a:gd name="T4" fmla="*/ 0 w 29"/>
                <a:gd name="T5" fmla="*/ 21 h 8"/>
                <a:gd name="T6" fmla="*/ 95 w 29"/>
                <a:gd name="T7" fmla="*/ 27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" h="8">
                  <a:moveTo>
                    <a:pt x="29" y="7"/>
                  </a:moveTo>
                  <a:cubicBezTo>
                    <a:pt x="26" y="3"/>
                    <a:pt x="20" y="1"/>
                    <a:pt x="15" y="1"/>
                  </a:cubicBezTo>
                  <a:cubicBezTo>
                    <a:pt x="9" y="0"/>
                    <a:pt x="3" y="1"/>
                    <a:pt x="0" y="6"/>
                  </a:cubicBezTo>
                  <a:cubicBezTo>
                    <a:pt x="10" y="7"/>
                    <a:pt x="19" y="8"/>
                    <a:pt x="29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9974" name="Freeform 910">
              <a:extLst>
                <a:ext uri="{FF2B5EF4-FFF2-40B4-BE49-F238E27FC236}">
                  <a16:creationId xmlns:a16="http://schemas.microsoft.com/office/drawing/2014/main" id="{085D83B1-EA37-44C3-B04C-5E79DD5624F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9" y="904"/>
              <a:ext cx="25" cy="11"/>
            </a:xfrm>
            <a:custGeom>
              <a:avLst/>
              <a:gdLst>
                <a:gd name="T0" fmla="*/ 54 w 17"/>
                <a:gd name="T1" fmla="*/ 27 h 7"/>
                <a:gd name="T2" fmla="*/ 9 w 17"/>
                <a:gd name="T3" fmla="*/ 22 h 7"/>
                <a:gd name="T4" fmla="*/ 15 w 17"/>
                <a:gd name="T5" fmla="*/ 0 h 7"/>
                <a:gd name="T6" fmla="*/ 54 w 17"/>
                <a:gd name="T7" fmla="*/ 22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7">
                  <a:moveTo>
                    <a:pt x="17" y="7"/>
                  </a:moveTo>
                  <a:cubicBezTo>
                    <a:pt x="12" y="7"/>
                    <a:pt x="8" y="6"/>
                    <a:pt x="3" y="6"/>
                  </a:cubicBezTo>
                  <a:cubicBezTo>
                    <a:pt x="3" y="6"/>
                    <a:pt x="0" y="3"/>
                    <a:pt x="5" y="0"/>
                  </a:cubicBezTo>
                  <a:cubicBezTo>
                    <a:pt x="9" y="0"/>
                    <a:pt x="14" y="2"/>
                    <a:pt x="17" y="6"/>
                  </a:cubicBezTo>
                </a:path>
              </a:pathLst>
            </a:custGeom>
            <a:solidFill>
              <a:srgbClr val="485B2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9975" name="Freeform 911">
              <a:extLst>
                <a:ext uri="{FF2B5EF4-FFF2-40B4-BE49-F238E27FC236}">
                  <a16:creationId xmlns:a16="http://schemas.microsoft.com/office/drawing/2014/main" id="{66736BE7-0808-4010-B7D5-EF64F926BB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2" y="898"/>
              <a:ext cx="40" cy="15"/>
            </a:xfrm>
            <a:custGeom>
              <a:avLst/>
              <a:gdLst>
                <a:gd name="T0" fmla="*/ 33 w 27"/>
                <a:gd name="T1" fmla="*/ 5 h 10"/>
                <a:gd name="T2" fmla="*/ 0 w 27"/>
                <a:gd name="T3" fmla="*/ 32 h 10"/>
                <a:gd name="T4" fmla="*/ 53 w 27"/>
                <a:gd name="T5" fmla="*/ 27 h 10"/>
                <a:gd name="T6" fmla="*/ 87 w 27"/>
                <a:gd name="T7" fmla="*/ 21 h 10"/>
                <a:gd name="T8" fmla="*/ 81 w 27"/>
                <a:gd name="T9" fmla="*/ 8 h 10"/>
                <a:gd name="T10" fmla="*/ 33 w 27"/>
                <a:gd name="T11" fmla="*/ 5 h 1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7" h="10">
                  <a:moveTo>
                    <a:pt x="10" y="1"/>
                  </a:moveTo>
                  <a:cubicBezTo>
                    <a:pt x="8" y="0"/>
                    <a:pt x="2" y="7"/>
                    <a:pt x="0" y="9"/>
                  </a:cubicBezTo>
                  <a:cubicBezTo>
                    <a:pt x="5" y="8"/>
                    <a:pt x="10" y="7"/>
                    <a:pt x="16" y="8"/>
                  </a:cubicBezTo>
                  <a:cubicBezTo>
                    <a:pt x="19" y="8"/>
                    <a:pt x="26" y="10"/>
                    <a:pt x="27" y="6"/>
                  </a:cubicBezTo>
                  <a:cubicBezTo>
                    <a:pt x="27" y="4"/>
                    <a:pt x="26" y="3"/>
                    <a:pt x="25" y="2"/>
                  </a:cubicBezTo>
                  <a:cubicBezTo>
                    <a:pt x="25" y="2"/>
                    <a:pt x="18" y="5"/>
                    <a:pt x="1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9976" name="Freeform 912">
              <a:extLst>
                <a:ext uri="{FF2B5EF4-FFF2-40B4-BE49-F238E27FC236}">
                  <a16:creationId xmlns:a16="http://schemas.microsoft.com/office/drawing/2014/main" id="{76372476-8D2A-4C16-A6E0-CD366E7B04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2" y="907"/>
              <a:ext cx="12" cy="6"/>
            </a:xfrm>
            <a:custGeom>
              <a:avLst/>
              <a:gdLst>
                <a:gd name="T0" fmla="*/ 12 w 8"/>
                <a:gd name="T1" fmla="*/ 0 h 4"/>
                <a:gd name="T2" fmla="*/ 8 w 8"/>
                <a:gd name="T3" fmla="*/ 14 h 4"/>
                <a:gd name="T4" fmla="*/ 27 w 8"/>
                <a:gd name="T5" fmla="*/ 14 h 4"/>
                <a:gd name="T6" fmla="*/ 12 w 8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4">
                  <a:moveTo>
                    <a:pt x="3" y="0"/>
                  </a:moveTo>
                  <a:cubicBezTo>
                    <a:pt x="3" y="0"/>
                    <a:pt x="0" y="2"/>
                    <a:pt x="2" y="4"/>
                  </a:cubicBezTo>
                  <a:cubicBezTo>
                    <a:pt x="2" y="4"/>
                    <a:pt x="7" y="4"/>
                    <a:pt x="8" y="4"/>
                  </a:cubicBezTo>
                  <a:cubicBezTo>
                    <a:pt x="8" y="4"/>
                    <a:pt x="5" y="0"/>
                    <a:pt x="3" y="0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9977" name="Freeform 913">
              <a:extLst>
                <a:ext uri="{FF2B5EF4-FFF2-40B4-BE49-F238E27FC236}">
                  <a16:creationId xmlns:a16="http://schemas.microsoft.com/office/drawing/2014/main" id="{14504E35-6501-4F60-81BA-7E9D3BF76C3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2" y="904"/>
              <a:ext cx="10" cy="8"/>
            </a:xfrm>
            <a:custGeom>
              <a:avLst/>
              <a:gdLst>
                <a:gd name="T0" fmla="*/ 9 w 7"/>
                <a:gd name="T1" fmla="*/ 0 h 5"/>
                <a:gd name="T2" fmla="*/ 1 w 7"/>
                <a:gd name="T3" fmla="*/ 21 h 5"/>
                <a:gd name="T4" fmla="*/ 19 w 7"/>
                <a:gd name="T5" fmla="*/ 21 h 5"/>
                <a:gd name="T6" fmla="*/ 20 w 7"/>
                <a:gd name="T7" fmla="*/ 8 h 5"/>
                <a:gd name="T8" fmla="*/ 9 w 7"/>
                <a:gd name="T9" fmla="*/ 0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5">
                  <a:moveTo>
                    <a:pt x="3" y="0"/>
                  </a:moveTo>
                  <a:cubicBezTo>
                    <a:pt x="3" y="0"/>
                    <a:pt x="0" y="3"/>
                    <a:pt x="1" y="5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6" y="5"/>
                    <a:pt x="5" y="2"/>
                    <a:pt x="7" y="2"/>
                  </a:cubicBezTo>
                  <a:cubicBezTo>
                    <a:pt x="7" y="2"/>
                    <a:pt x="4" y="0"/>
                    <a:pt x="3" y="0"/>
                  </a:cubicBezTo>
                </a:path>
              </a:pathLst>
            </a:custGeom>
            <a:solidFill>
              <a:srgbClr val="2D36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9978" name="Freeform 914">
              <a:extLst>
                <a:ext uri="{FF2B5EF4-FFF2-40B4-BE49-F238E27FC236}">
                  <a16:creationId xmlns:a16="http://schemas.microsoft.com/office/drawing/2014/main" id="{E1E78111-A330-40C2-9B96-06F4FAD072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2" y="907"/>
              <a:ext cx="6" cy="3"/>
            </a:xfrm>
            <a:custGeom>
              <a:avLst/>
              <a:gdLst>
                <a:gd name="T0" fmla="*/ 6 w 6"/>
                <a:gd name="T1" fmla="*/ 3 h 3"/>
                <a:gd name="T2" fmla="*/ 0 w 6"/>
                <a:gd name="T3" fmla="*/ 0 h 3"/>
                <a:gd name="T4" fmla="*/ 0 w 6"/>
                <a:gd name="T5" fmla="*/ 3 h 3"/>
                <a:gd name="T6" fmla="*/ 6 w 6"/>
                <a:gd name="T7" fmla="*/ 3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3">
                  <a:moveTo>
                    <a:pt x="6" y="3"/>
                  </a:moveTo>
                  <a:lnTo>
                    <a:pt x="0" y="0"/>
                  </a:lnTo>
                  <a:lnTo>
                    <a:pt x="0" y="3"/>
                  </a:lnTo>
                  <a:lnTo>
                    <a:pt x="6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9979" name="Freeform 915">
              <a:extLst>
                <a:ext uri="{FF2B5EF4-FFF2-40B4-BE49-F238E27FC236}">
                  <a16:creationId xmlns:a16="http://schemas.microsoft.com/office/drawing/2014/main" id="{1E347A08-6436-46CA-8912-B8707110AE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4" y="901"/>
              <a:ext cx="18" cy="11"/>
            </a:xfrm>
            <a:custGeom>
              <a:avLst/>
              <a:gdLst>
                <a:gd name="T0" fmla="*/ 8 w 12"/>
                <a:gd name="T1" fmla="*/ 5 h 7"/>
                <a:gd name="T2" fmla="*/ 8 w 12"/>
                <a:gd name="T3" fmla="*/ 22 h 7"/>
                <a:gd name="T4" fmla="*/ 41 w 12"/>
                <a:gd name="T5" fmla="*/ 14 h 7"/>
                <a:gd name="T6" fmla="*/ 35 w 12"/>
                <a:gd name="T7" fmla="*/ 0 h 7"/>
                <a:gd name="T8" fmla="*/ 8 w 12"/>
                <a:gd name="T9" fmla="*/ 5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7">
                  <a:moveTo>
                    <a:pt x="2" y="1"/>
                  </a:moveTo>
                  <a:cubicBezTo>
                    <a:pt x="2" y="1"/>
                    <a:pt x="0" y="4"/>
                    <a:pt x="2" y="6"/>
                  </a:cubicBezTo>
                  <a:cubicBezTo>
                    <a:pt x="3" y="7"/>
                    <a:pt x="11" y="7"/>
                    <a:pt x="12" y="4"/>
                  </a:cubicBezTo>
                  <a:cubicBezTo>
                    <a:pt x="12" y="2"/>
                    <a:pt x="10" y="0"/>
                    <a:pt x="10" y="0"/>
                  </a:cubicBezTo>
                  <a:cubicBezTo>
                    <a:pt x="10" y="0"/>
                    <a:pt x="5" y="1"/>
                    <a:pt x="2" y="1"/>
                  </a:cubicBezTo>
                </a:path>
              </a:pathLst>
            </a:custGeom>
            <a:solidFill>
              <a:srgbClr val="485B2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9980" name="Freeform 916">
              <a:extLst>
                <a:ext uri="{FF2B5EF4-FFF2-40B4-BE49-F238E27FC236}">
                  <a16:creationId xmlns:a16="http://schemas.microsoft.com/office/drawing/2014/main" id="{772F585D-6A1E-47B7-B3C5-753712651A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0" y="900"/>
              <a:ext cx="12" cy="10"/>
            </a:xfrm>
            <a:custGeom>
              <a:avLst/>
              <a:gdLst>
                <a:gd name="T0" fmla="*/ 18 w 8"/>
                <a:gd name="T1" fmla="*/ 1 h 7"/>
                <a:gd name="T2" fmla="*/ 21 w 8"/>
                <a:gd name="T3" fmla="*/ 20 h 7"/>
                <a:gd name="T4" fmla="*/ 27 w 8"/>
                <a:gd name="T5" fmla="*/ 13 h 7"/>
                <a:gd name="T6" fmla="*/ 18 w 8"/>
                <a:gd name="T7" fmla="*/ 1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7">
                  <a:moveTo>
                    <a:pt x="5" y="1"/>
                  </a:moveTo>
                  <a:cubicBezTo>
                    <a:pt x="5" y="1"/>
                    <a:pt x="0" y="7"/>
                    <a:pt x="6" y="7"/>
                  </a:cubicBezTo>
                  <a:cubicBezTo>
                    <a:pt x="6" y="7"/>
                    <a:pt x="8" y="6"/>
                    <a:pt x="8" y="4"/>
                  </a:cubicBezTo>
                  <a:cubicBezTo>
                    <a:pt x="7" y="2"/>
                    <a:pt x="6" y="0"/>
                    <a:pt x="5" y="1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9981" name="Freeform 917">
              <a:extLst>
                <a:ext uri="{FF2B5EF4-FFF2-40B4-BE49-F238E27FC236}">
                  <a16:creationId xmlns:a16="http://schemas.microsoft.com/office/drawing/2014/main" id="{A7BFC88E-E80B-4266-9E58-8C6B4B46E2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6" y="903"/>
              <a:ext cx="7" cy="6"/>
            </a:xfrm>
            <a:custGeom>
              <a:avLst/>
              <a:gdLst>
                <a:gd name="T0" fmla="*/ 1 w 5"/>
                <a:gd name="T1" fmla="*/ 5 h 4"/>
                <a:gd name="T2" fmla="*/ 1 w 5"/>
                <a:gd name="T3" fmla="*/ 14 h 4"/>
                <a:gd name="T4" fmla="*/ 11 w 5"/>
                <a:gd name="T5" fmla="*/ 14 h 4"/>
                <a:gd name="T6" fmla="*/ 14 w 5"/>
                <a:gd name="T7" fmla="*/ 0 h 4"/>
                <a:gd name="T8" fmla="*/ 1 w 5"/>
                <a:gd name="T9" fmla="*/ 5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4">
                  <a:moveTo>
                    <a:pt x="1" y="1"/>
                  </a:moveTo>
                  <a:cubicBezTo>
                    <a:pt x="1" y="1"/>
                    <a:pt x="0" y="3"/>
                    <a:pt x="1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4"/>
                    <a:pt x="4" y="1"/>
                    <a:pt x="5" y="0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2D36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9982" name="Freeform 918">
              <a:extLst>
                <a:ext uri="{FF2B5EF4-FFF2-40B4-BE49-F238E27FC236}">
                  <a16:creationId xmlns:a16="http://schemas.microsoft.com/office/drawing/2014/main" id="{D0B4DFD4-B5DA-46B7-9372-FDC5F7559E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2" y="898"/>
              <a:ext cx="40" cy="15"/>
            </a:xfrm>
            <a:custGeom>
              <a:avLst/>
              <a:gdLst>
                <a:gd name="T0" fmla="*/ 33 w 27"/>
                <a:gd name="T1" fmla="*/ 5 h 10"/>
                <a:gd name="T2" fmla="*/ 0 w 27"/>
                <a:gd name="T3" fmla="*/ 32 h 10"/>
                <a:gd name="T4" fmla="*/ 53 w 27"/>
                <a:gd name="T5" fmla="*/ 27 h 10"/>
                <a:gd name="T6" fmla="*/ 87 w 27"/>
                <a:gd name="T7" fmla="*/ 21 h 10"/>
                <a:gd name="T8" fmla="*/ 81 w 27"/>
                <a:gd name="T9" fmla="*/ 8 h 10"/>
                <a:gd name="T10" fmla="*/ 33 w 27"/>
                <a:gd name="T11" fmla="*/ 5 h 1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7" h="10">
                  <a:moveTo>
                    <a:pt x="10" y="1"/>
                  </a:moveTo>
                  <a:cubicBezTo>
                    <a:pt x="8" y="0"/>
                    <a:pt x="2" y="7"/>
                    <a:pt x="0" y="9"/>
                  </a:cubicBezTo>
                  <a:cubicBezTo>
                    <a:pt x="5" y="8"/>
                    <a:pt x="10" y="7"/>
                    <a:pt x="16" y="8"/>
                  </a:cubicBezTo>
                  <a:cubicBezTo>
                    <a:pt x="19" y="8"/>
                    <a:pt x="26" y="10"/>
                    <a:pt x="27" y="6"/>
                  </a:cubicBezTo>
                  <a:cubicBezTo>
                    <a:pt x="27" y="4"/>
                    <a:pt x="26" y="3"/>
                    <a:pt x="25" y="2"/>
                  </a:cubicBezTo>
                  <a:cubicBezTo>
                    <a:pt x="25" y="2"/>
                    <a:pt x="18" y="5"/>
                    <a:pt x="10" y="1"/>
                  </a:cubicBezTo>
                  <a:close/>
                </a:path>
              </a:pathLst>
            </a:custGeom>
            <a:noFill/>
            <a:ln w="1588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9983" name="Freeform 919">
              <a:extLst>
                <a:ext uri="{FF2B5EF4-FFF2-40B4-BE49-F238E27FC236}">
                  <a16:creationId xmlns:a16="http://schemas.microsoft.com/office/drawing/2014/main" id="{44E19EE2-520E-4403-9E64-565E266429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7" y="889"/>
              <a:ext cx="66" cy="26"/>
            </a:xfrm>
            <a:custGeom>
              <a:avLst/>
              <a:gdLst>
                <a:gd name="T0" fmla="*/ 0 w 44"/>
                <a:gd name="T1" fmla="*/ 14 h 17"/>
                <a:gd name="T2" fmla="*/ 39 w 44"/>
                <a:gd name="T3" fmla="*/ 12 h 17"/>
                <a:gd name="T4" fmla="*/ 122 w 44"/>
                <a:gd name="T5" fmla="*/ 28 h 17"/>
                <a:gd name="T6" fmla="*/ 149 w 44"/>
                <a:gd name="T7" fmla="*/ 61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4" h="17">
                  <a:moveTo>
                    <a:pt x="0" y="4"/>
                  </a:moveTo>
                  <a:cubicBezTo>
                    <a:pt x="0" y="4"/>
                    <a:pt x="7" y="0"/>
                    <a:pt x="11" y="3"/>
                  </a:cubicBezTo>
                  <a:cubicBezTo>
                    <a:pt x="15" y="6"/>
                    <a:pt x="27" y="11"/>
                    <a:pt x="36" y="8"/>
                  </a:cubicBezTo>
                  <a:cubicBezTo>
                    <a:pt x="44" y="4"/>
                    <a:pt x="35" y="17"/>
                    <a:pt x="44" y="17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9984" name="Freeform 920">
              <a:extLst>
                <a:ext uri="{FF2B5EF4-FFF2-40B4-BE49-F238E27FC236}">
                  <a16:creationId xmlns:a16="http://schemas.microsoft.com/office/drawing/2014/main" id="{D48D90B0-1CBE-4D75-A542-4BA524BD52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9" y="903"/>
              <a:ext cx="45" cy="12"/>
            </a:xfrm>
            <a:custGeom>
              <a:avLst/>
              <a:gdLst>
                <a:gd name="T0" fmla="*/ 102 w 30"/>
                <a:gd name="T1" fmla="*/ 26 h 8"/>
                <a:gd name="T2" fmla="*/ 54 w 30"/>
                <a:gd name="T3" fmla="*/ 5 h 8"/>
                <a:gd name="T4" fmla="*/ 0 w 30"/>
                <a:gd name="T5" fmla="*/ 21 h 8"/>
                <a:gd name="T6" fmla="*/ 102 w 30"/>
                <a:gd name="T7" fmla="*/ 27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" h="8">
                  <a:moveTo>
                    <a:pt x="30" y="7"/>
                  </a:moveTo>
                  <a:cubicBezTo>
                    <a:pt x="27" y="3"/>
                    <a:pt x="20" y="1"/>
                    <a:pt x="16" y="1"/>
                  </a:cubicBezTo>
                  <a:cubicBezTo>
                    <a:pt x="10" y="0"/>
                    <a:pt x="4" y="1"/>
                    <a:pt x="0" y="6"/>
                  </a:cubicBezTo>
                  <a:cubicBezTo>
                    <a:pt x="10" y="7"/>
                    <a:pt x="20" y="8"/>
                    <a:pt x="30" y="8"/>
                  </a:cubicBezTo>
                </a:path>
              </a:pathLst>
            </a:custGeom>
            <a:noFill/>
            <a:ln w="1588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9985" name="Freeform 921">
              <a:extLst>
                <a:ext uri="{FF2B5EF4-FFF2-40B4-BE49-F238E27FC236}">
                  <a16:creationId xmlns:a16="http://schemas.microsoft.com/office/drawing/2014/main" id="{0751E39D-1AC9-4BBD-A004-78FFA84E94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3" y="990"/>
              <a:ext cx="77" cy="30"/>
            </a:xfrm>
            <a:custGeom>
              <a:avLst/>
              <a:gdLst>
                <a:gd name="T0" fmla="*/ 0 w 51"/>
                <a:gd name="T1" fmla="*/ 14 h 20"/>
                <a:gd name="T2" fmla="*/ 48 w 51"/>
                <a:gd name="T3" fmla="*/ 27 h 20"/>
                <a:gd name="T4" fmla="*/ 137 w 51"/>
                <a:gd name="T5" fmla="*/ 39 h 20"/>
                <a:gd name="T6" fmla="*/ 175 w 51"/>
                <a:gd name="T7" fmla="*/ 8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1" h="20">
                  <a:moveTo>
                    <a:pt x="0" y="4"/>
                  </a:moveTo>
                  <a:cubicBezTo>
                    <a:pt x="0" y="4"/>
                    <a:pt x="7" y="0"/>
                    <a:pt x="14" y="8"/>
                  </a:cubicBezTo>
                  <a:cubicBezTo>
                    <a:pt x="20" y="17"/>
                    <a:pt x="30" y="20"/>
                    <a:pt x="40" y="11"/>
                  </a:cubicBezTo>
                  <a:cubicBezTo>
                    <a:pt x="49" y="2"/>
                    <a:pt x="51" y="2"/>
                    <a:pt x="51" y="2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9986" name="Freeform 922">
              <a:extLst>
                <a:ext uri="{FF2B5EF4-FFF2-40B4-BE49-F238E27FC236}">
                  <a16:creationId xmlns:a16="http://schemas.microsoft.com/office/drawing/2014/main" id="{D52D0582-F276-465F-9C00-C9EBD183C7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9" y="964"/>
              <a:ext cx="92" cy="93"/>
            </a:xfrm>
            <a:custGeom>
              <a:avLst/>
              <a:gdLst>
                <a:gd name="T0" fmla="*/ 210 w 61"/>
                <a:gd name="T1" fmla="*/ 0 h 62"/>
                <a:gd name="T2" fmla="*/ 170 w 61"/>
                <a:gd name="T3" fmla="*/ 21 h 62"/>
                <a:gd name="T4" fmla="*/ 80 w 61"/>
                <a:gd name="T5" fmla="*/ 80 h 62"/>
                <a:gd name="T6" fmla="*/ 35 w 61"/>
                <a:gd name="T7" fmla="*/ 210 h 6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1" h="62">
                  <a:moveTo>
                    <a:pt x="61" y="0"/>
                  </a:moveTo>
                  <a:cubicBezTo>
                    <a:pt x="61" y="0"/>
                    <a:pt x="53" y="0"/>
                    <a:pt x="50" y="6"/>
                  </a:cubicBezTo>
                  <a:cubicBezTo>
                    <a:pt x="47" y="13"/>
                    <a:pt x="29" y="18"/>
                    <a:pt x="23" y="23"/>
                  </a:cubicBezTo>
                  <a:cubicBezTo>
                    <a:pt x="16" y="27"/>
                    <a:pt x="0" y="43"/>
                    <a:pt x="10" y="62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9987" name="Freeform 923">
              <a:extLst>
                <a:ext uri="{FF2B5EF4-FFF2-40B4-BE49-F238E27FC236}">
                  <a16:creationId xmlns:a16="http://schemas.microsoft.com/office/drawing/2014/main" id="{8BEFA7A1-7F34-4142-8AE6-A32DD280B1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7" y="963"/>
              <a:ext cx="60" cy="60"/>
            </a:xfrm>
            <a:custGeom>
              <a:avLst/>
              <a:gdLst>
                <a:gd name="T0" fmla="*/ 0 w 40"/>
                <a:gd name="T1" fmla="*/ 0 h 40"/>
                <a:gd name="T2" fmla="*/ 53 w 40"/>
                <a:gd name="T3" fmla="*/ 53 h 40"/>
                <a:gd name="T4" fmla="*/ 135 w 40"/>
                <a:gd name="T5" fmla="*/ 135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40">
                  <a:moveTo>
                    <a:pt x="0" y="0"/>
                  </a:moveTo>
                  <a:cubicBezTo>
                    <a:pt x="0" y="0"/>
                    <a:pt x="10" y="13"/>
                    <a:pt x="15" y="15"/>
                  </a:cubicBezTo>
                  <a:cubicBezTo>
                    <a:pt x="21" y="17"/>
                    <a:pt x="39" y="22"/>
                    <a:pt x="40" y="40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9988" name="Freeform 924">
              <a:extLst>
                <a:ext uri="{FF2B5EF4-FFF2-40B4-BE49-F238E27FC236}">
                  <a16:creationId xmlns:a16="http://schemas.microsoft.com/office/drawing/2014/main" id="{9E3E460A-7C29-47B8-A127-C75D0375F3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5" y="1015"/>
              <a:ext cx="119" cy="11"/>
            </a:xfrm>
            <a:custGeom>
              <a:avLst/>
              <a:gdLst>
                <a:gd name="T0" fmla="*/ 0 w 79"/>
                <a:gd name="T1" fmla="*/ 20 h 7"/>
                <a:gd name="T2" fmla="*/ 75 w 79"/>
                <a:gd name="T3" fmla="*/ 20 h 7"/>
                <a:gd name="T4" fmla="*/ 270 w 79"/>
                <a:gd name="T5" fmla="*/ 8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9" h="7">
                  <a:moveTo>
                    <a:pt x="0" y="5"/>
                  </a:moveTo>
                  <a:cubicBezTo>
                    <a:pt x="0" y="5"/>
                    <a:pt x="16" y="2"/>
                    <a:pt x="22" y="5"/>
                  </a:cubicBezTo>
                  <a:cubicBezTo>
                    <a:pt x="28" y="7"/>
                    <a:pt x="68" y="0"/>
                    <a:pt x="79" y="2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9989" name="Freeform 925">
              <a:extLst>
                <a:ext uri="{FF2B5EF4-FFF2-40B4-BE49-F238E27FC236}">
                  <a16:creationId xmlns:a16="http://schemas.microsoft.com/office/drawing/2014/main" id="{FEFE33CA-8C95-4057-BA15-064C95A3B0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2" y="931"/>
              <a:ext cx="50" cy="27"/>
            </a:xfrm>
            <a:custGeom>
              <a:avLst/>
              <a:gdLst>
                <a:gd name="T0" fmla="*/ 115 w 33"/>
                <a:gd name="T1" fmla="*/ 8 h 18"/>
                <a:gd name="T2" fmla="*/ 0 w 33"/>
                <a:gd name="T3" fmla="*/ 0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3" h="18">
                  <a:moveTo>
                    <a:pt x="33" y="2"/>
                  </a:moveTo>
                  <a:cubicBezTo>
                    <a:pt x="33" y="2"/>
                    <a:pt x="23" y="18"/>
                    <a:pt x="0" y="0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9990" name="Freeform 926">
              <a:extLst>
                <a:ext uri="{FF2B5EF4-FFF2-40B4-BE49-F238E27FC236}">
                  <a16:creationId xmlns:a16="http://schemas.microsoft.com/office/drawing/2014/main" id="{17AF6C93-197A-4D64-9986-52132CEC36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0" y="930"/>
              <a:ext cx="60" cy="33"/>
            </a:xfrm>
            <a:custGeom>
              <a:avLst/>
              <a:gdLst>
                <a:gd name="T0" fmla="*/ 0 w 40"/>
                <a:gd name="T1" fmla="*/ 0 h 22"/>
                <a:gd name="T2" fmla="*/ 135 w 40"/>
                <a:gd name="T3" fmla="*/ 32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0" h="22">
                  <a:moveTo>
                    <a:pt x="0" y="0"/>
                  </a:moveTo>
                  <a:cubicBezTo>
                    <a:pt x="0" y="0"/>
                    <a:pt x="39" y="22"/>
                    <a:pt x="40" y="9"/>
                  </a:cubicBezTo>
                </a:path>
              </a:pathLst>
            </a:custGeom>
            <a:noFill/>
            <a:ln w="1588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9991" name="Freeform 927">
              <a:extLst>
                <a:ext uri="{FF2B5EF4-FFF2-40B4-BE49-F238E27FC236}">
                  <a16:creationId xmlns:a16="http://schemas.microsoft.com/office/drawing/2014/main" id="{665149A3-D6CF-4EA8-9643-8E98EAC4A8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1" y="913"/>
              <a:ext cx="25" cy="2"/>
            </a:xfrm>
            <a:custGeom>
              <a:avLst/>
              <a:gdLst>
                <a:gd name="T0" fmla="*/ 61 w 16"/>
                <a:gd name="T1" fmla="*/ 0 h 1"/>
                <a:gd name="T2" fmla="*/ 0 w 16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">
                  <a:moveTo>
                    <a:pt x="16" y="0"/>
                  </a:moveTo>
                  <a:cubicBezTo>
                    <a:pt x="16" y="0"/>
                    <a:pt x="7" y="1"/>
                    <a:pt x="0" y="1"/>
                  </a:cubicBezTo>
                </a:path>
              </a:pathLst>
            </a:custGeom>
            <a:noFill/>
            <a:ln w="1588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9992" name="Freeform 928">
              <a:extLst>
                <a:ext uri="{FF2B5EF4-FFF2-40B4-BE49-F238E27FC236}">
                  <a16:creationId xmlns:a16="http://schemas.microsoft.com/office/drawing/2014/main" id="{C47362DA-6D83-4A73-A3C6-898EBE75FB0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0" y="918"/>
              <a:ext cx="16" cy="9"/>
            </a:xfrm>
            <a:custGeom>
              <a:avLst/>
              <a:gdLst>
                <a:gd name="T0" fmla="*/ 42 w 10"/>
                <a:gd name="T1" fmla="*/ 0 h 6"/>
                <a:gd name="T2" fmla="*/ 0 w 10"/>
                <a:gd name="T3" fmla="*/ 21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6">
                  <a:moveTo>
                    <a:pt x="10" y="0"/>
                  </a:moveTo>
                  <a:cubicBezTo>
                    <a:pt x="10" y="0"/>
                    <a:pt x="3" y="1"/>
                    <a:pt x="0" y="6"/>
                  </a:cubicBezTo>
                </a:path>
              </a:pathLst>
            </a:custGeom>
            <a:noFill/>
            <a:ln w="1588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9993" name="Freeform 929">
              <a:extLst>
                <a:ext uri="{FF2B5EF4-FFF2-40B4-BE49-F238E27FC236}">
                  <a16:creationId xmlns:a16="http://schemas.microsoft.com/office/drawing/2014/main" id="{C2AB48E0-08D3-4ABA-A8E1-969BCE99C9E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1" y="921"/>
              <a:ext cx="8" cy="6"/>
            </a:xfrm>
            <a:custGeom>
              <a:avLst/>
              <a:gdLst>
                <a:gd name="T0" fmla="*/ 21 w 5"/>
                <a:gd name="T1" fmla="*/ 0 h 4"/>
                <a:gd name="T2" fmla="*/ 5 w 5"/>
                <a:gd name="T3" fmla="*/ 14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4">
                  <a:moveTo>
                    <a:pt x="5" y="0"/>
                  </a:moveTo>
                  <a:cubicBezTo>
                    <a:pt x="5" y="0"/>
                    <a:pt x="0" y="1"/>
                    <a:pt x="1" y="4"/>
                  </a:cubicBezTo>
                </a:path>
              </a:pathLst>
            </a:custGeom>
            <a:noFill/>
            <a:ln w="1588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9994" name="Freeform 930">
              <a:extLst>
                <a:ext uri="{FF2B5EF4-FFF2-40B4-BE49-F238E27FC236}">
                  <a16:creationId xmlns:a16="http://schemas.microsoft.com/office/drawing/2014/main" id="{03AB5CB1-C423-43E2-A0AA-AF65DDA4C6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4" y="912"/>
              <a:ext cx="11" cy="4"/>
            </a:xfrm>
            <a:custGeom>
              <a:avLst/>
              <a:gdLst>
                <a:gd name="T0" fmla="*/ 0 w 7"/>
                <a:gd name="T1" fmla="*/ 1 h 3"/>
                <a:gd name="T2" fmla="*/ 27 w 7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3">
                  <a:moveTo>
                    <a:pt x="0" y="1"/>
                  </a:moveTo>
                  <a:cubicBezTo>
                    <a:pt x="0" y="1"/>
                    <a:pt x="6" y="3"/>
                    <a:pt x="7" y="0"/>
                  </a:cubicBezTo>
                </a:path>
              </a:pathLst>
            </a:custGeom>
            <a:noFill/>
            <a:ln w="1588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9995" name="Freeform 931">
              <a:extLst>
                <a:ext uri="{FF2B5EF4-FFF2-40B4-BE49-F238E27FC236}">
                  <a16:creationId xmlns:a16="http://schemas.microsoft.com/office/drawing/2014/main" id="{63C84ECA-4321-4BC9-89EA-20A12602FB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6" y="901"/>
              <a:ext cx="9" cy="6"/>
            </a:xfrm>
            <a:custGeom>
              <a:avLst/>
              <a:gdLst>
                <a:gd name="T0" fmla="*/ 0 w 6"/>
                <a:gd name="T1" fmla="*/ 14 h 4"/>
                <a:gd name="T2" fmla="*/ 21 w 6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4">
                  <a:moveTo>
                    <a:pt x="0" y="4"/>
                  </a:moveTo>
                  <a:cubicBezTo>
                    <a:pt x="0" y="4"/>
                    <a:pt x="6" y="3"/>
                    <a:pt x="6" y="0"/>
                  </a:cubicBezTo>
                </a:path>
              </a:pathLst>
            </a:custGeom>
            <a:noFill/>
            <a:ln w="1588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9996" name="Freeform 932">
              <a:extLst>
                <a:ext uri="{FF2B5EF4-FFF2-40B4-BE49-F238E27FC236}">
                  <a16:creationId xmlns:a16="http://schemas.microsoft.com/office/drawing/2014/main" id="{DD4739C5-A59F-4BE0-8960-3782B495F6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9" y="864"/>
              <a:ext cx="76" cy="21"/>
            </a:xfrm>
            <a:custGeom>
              <a:avLst/>
              <a:gdLst>
                <a:gd name="T0" fmla="*/ 0 w 50"/>
                <a:gd name="T1" fmla="*/ 41 h 14"/>
                <a:gd name="T2" fmla="*/ 67 w 50"/>
                <a:gd name="T3" fmla="*/ 12 h 14"/>
                <a:gd name="T4" fmla="*/ 155 w 50"/>
                <a:gd name="T5" fmla="*/ 14 h 14"/>
                <a:gd name="T6" fmla="*/ 150 w 50"/>
                <a:gd name="T7" fmla="*/ 32 h 14"/>
                <a:gd name="T8" fmla="*/ 61 w 50"/>
                <a:gd name="T9" fmla="*/ 41 h 14"/>
                <a:gd name="T10" fmla="*/ 0 w 50"/>
                <a:gd name="T11" fmla="*/ 41 h 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0" h="14">
                  <a:moveTo>
                    <a:pt x="0" y="12"/>
                  </a:moveTo>
                  <a:cubicBezTo>
                    <a:pt x="0" y="12"/>
                    <a:pt x="13" y="0"/>
                    <a:pt x="19" y="3"/>
                  </a:cubicBezTo>
                  <a:cubicBezTo>
                    <a:pt x="25" y="6"/>
                    <a:pt x="27" y="12"/>
                    <a:pt x="44" y="4"/>
                  </a:cubicBezTo>
                  <a:cubicBezTo>
                    <a:pt x="44" y="4"/>
                    <a:pt x="50" y="5"/>
                    <a:pt x="43" y="9"/>
                  </a:cubicBezTo>
                  <a:cubicBezTo>
                    <a:pt x="37" y="14"/>
                    <a:pt x="25" y="14"/>
                    <a:pt x="17" y="12"/>
                  </a:cubicBezTo>
                  <a:cubicBezTo>
                    <a:pt x="8" y="9"/>
                    <a:pt x="0" y="12"/>
                    <a:pt x="0" y="12"/>
                  </a:cubicBezTo>
                  <a:close/>
                </a:path>
              </a:pathLst>
            </a:custGeom>
            <a:noFill/>
            <a:ln w="1588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9997" name="Freeform 933">
              <a:extLst>
                <a:ext uri="{FF2B5EF4-FFF2-40B4-BE49-F238E27FC236}">
                  <a16:creationId xmlns:a16="http://schemas.microsoft.com/office/drawing/2014/main" id="{FBF03CC1-D5A9-4AB0-98B9-AAAE12C7A19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4" y="864"/>
              <a:ext cx="73" cy="27"/>
            </a:xfrm>
            <a:custGeom>
              <a:avLst/>
              <a:gdLst>
                <a:gd name="T0" fmla="*/ 0 w 49"/>
                <a:gd name="T1" fmla="*/ 18 h 18"/>
                <a:gd name="T2" fmla="*/ 73 w 49"/>
                <a:gd name="T3" fmla="*/ 41 h 18"/>
                <a:gd name="T4" fmla="*/ 149 w 49"/>
                <a:gd name="T5" fmla="*/ 45 h 18"/>
                <a:gd name="T6" fmla="*/ 127 w 49"/>
                <a:gd name="T7" fmla="*/ 8 h 18"/>
                <a:gd name="T8" fmla="*/ 0 w 49"/>
                <a:gd name="T9" fmla="*/ 18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18">
                  <a:moveTo>
                    <a:pt x="0" y="5"/>
                  </a:moveTo>
                  <a:cubicBezTo>
                    <a:pt x="0" y="5"/>
                    <a:pt x="14" y="13"/>
                    <a:pt x="22" y="12"/>
                  </a:cubicBezTo>
                  <a:cubicBezTo>
                    <a:pt x="31" y="11"/>
                    <a:pt x="40" y="8"/>
                    <a:pt x="45" y="13"/>
                  </a:cubicBezTo>
                  <a:cubicBezTo>
                    <a:pt x="49" y="18"/>
                    <a:pt x="46" y="0"/>
                    <a:pt x="38" y="2"/>
                  </a:cubicBezTo>
                  <a:cubicBezTo>
                    <a:pt x="30" y="3"/>
                    <a:pt x="11" y="10"/>
                    <a:pt x="0" y="5"/>
                  </a:cubicBezTo>
                  <a:close/>
                </a:path>
              </a:pathLst>
            </a:custGeom>
            <a:noFill/>
            <a:ln w="1588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9998" name="Freeform 934">
              <a:extLst>
                <a:ext uri="{FF2B5EF4-FFF2-40B4-BE49-F238E27FC236}">
                  <a16:creationId xmlns:a16="http://schemas.microsoft.com/office/drawing/2014/main" id="{96F52F27-F329-4133-AC3B-BC643E2B53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0" y="859"/>
              <a:ext cx="128" cy="26"/>
            </a:xfrm>
            <a:custGeom>
              <a:avLst/>
              <a:gdLst>
                <a:gd name="T0" fmla="*/ 0 w 85"/>
                <a:gd name="T1" fmla="*/ 61 h 17"/>
                <a:gd name="T2" fmla="*/ 140 w 85"/>
                <a:gd name="T3" fmla="*/ 5 h 17"/>
                <a:gd name="T4" fmla="*/ 181 w 85"/>
                <a:gd name="T5" fmla="*/ 8 h 17"/>
                <a:gd name="T6" fmla="*/ 215 w 85"/>
                <a:gd name="T7" fmla="*/ 5 h 17"/>
                <a:gd name="T8" fmla="*/ 291 w 85"/>
                <a:gd name="T9" fmla="*/ 8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5" h="17">
                  <a:moveTo>
                    <a:pt x="0" y="17"/>
                  </a:moveTo>
                  <a:cubicBezTo>
                    <a:pt x="7" y="1"/>
                    <a:pt x="25" y="2"/>
                    <a:pt x="41" y="1"/>
                  </a:cubicBezTo>
                  <a:cubicBezTo>
                    <a:pt x="45" y="1"/>
                    <a:pt x="49" y="3"/>
                    <a:pt x="53" y="2"/>
                  </a:cubicBezTo>
                  <a:cubicBezTo>
                    <a:pt x="56" y="2"/>
                    <a:pt x="60" y="2"/>
                    <a:pt x="63" y="1"/>
                  </a:cubicBezTo>
                  <a:cubicBezTo>
                    <a:pt x="71" y="0"/>
                    <a:pt x="77" y="0"/>
                    <a:pt x="85" y="2"/>
                  </a:cubicBezTo>
                </a:path>
              </a:pathLst>
            </a:custGeom>
            <a:noFill/>
            <a:ln w="1588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9999" name="Freeform 935">
              <a:extLst>
                <a:ext uri="{FF2B5EF4-FFF2-40B4-BE49-F238E27FC236}">
                  <a16:creationId xmlns:a16="http://schemas.microsoft.com/office/drawing/2014/main" id="{7E65065E-CEBE-4809-AF18-4EF06A91F0D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1" y="841"/>
              <a:ext cx="139" cy="12"/>
            </a:xfrm>
            <a:custGeom>
              <a:avLst/>
              <a:gdLst>
                <a:gd name="T0" fmla="*/ 317 w 92"/>
                <a:gd name="T1" fmla="*/ 26 h 8"/>
                <a:gd name="T2" fmla="*/ 276 w 92"/>
                <a:gd name="T3" fmla="*/ 21 h 8"/>
                <a:gd name="T4" fmla="*/ 218 w 92"/>
                <a:gd name="T5" fmla="*/ 18 h 8"/>
                <a:gd name="T6" fmla="*/ 116 w 92"/>
                <a:gd name="T7" fmla="*/ 5 h 8"/>
                <a:gd name="T8" fmla="*/ 62 w 92"/>
                <a:gd name="T9" fmla="*/ 12 h 8"/>
                <a:gd name="T10" fmla="*/ 0 w 92"/>
                <a:gd name="T11" fmla="*/ 5 h 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2" h="8">
                  <a:moveTo>
                    <a:pt x="92" y="7"/>
                  </a:moveTo>
                  <a:cubicBezTo>
                    <a:pt x="87" y="5"/>
                    <a:pt x="85" y="4"/>
                    <a:pt x="80" y="6"/>
                  </a:cubicBezTo>
                  <a:cubicBezTo>
                    <a:pt x="73" y="8"/>
                    <a:pt x="69" y="8"/>
                    <a:pt x="63" y="5"/>
                  </a:cubicBezTo>
                  <a:cubicBezTo>
                    <a:pt x="54" y="2"/>
                    <a:pt x="43" y="0"/>
                    <a:pt x="34" y="1"/>
                  </a:cubicBezTo>
                  <a:cubicBezTo>
                    <a:pt x="28" y="1"/>
                    <a:pt x="23" y="2"/>
                    <a:pt x="18" y="3"/>
                  </a:cubicBezTo>
                  <a:cubicBezTo>
                    <a:pt x="11" y="3"/>
                    <a:pt x="6" y="1"/>
                    <a:pt x="0" y="1"/>
                  </a:cubicBezTo>
                </a:path>
              </a:pathLst>
            </a:custGeom>
            <a:noFill/>
            <a:ln w="1588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000" name="Freeform 936">
              <a:extLst>
                <a:ext uri="{FF2B5EF4-FFF2-40B4-BE49-F238E27FC236}">
                  <a16:creationId xmlns:a16="http://schemas.microsoft.com/office/drawing/2014/main" id="{D0BCAEAE-8FAD-45BA-A706-508435B9A5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9" y="829"/>
              <a:ext cx="131" cy="11"/>
            </a:xfrm>
            <a:custGeom>
              <a:avLst/>
              <a:gdLst>
                <a:gd name="T0" fmla="*/ 0 w 87"/>
                <a:gd name="T1" fmla="*/ 20 h 7"/>
                <a:gd name="T2" fmla="*/ 86 w 87"/>
                <a:gd name="T3" fmla="*/ 13 h 7"/>
                <a:gd name="T4" fmla="*/ 157 w 87"/>
                <a:gd name="T5" fmla="*/ 13 h 7"/>
                <a:gd name="T6" fmla="*/ 297 w 87"/>
                <a:gd name="T7" fmla="*/ 13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7" h="7">
                  <a:moveTo>
                    <a:pt x="0" y="5"/>
                  </a:moveTo>
                  <a:cubicBezTo>
                    <a:pt x="9" y="5"/>
                    <a:pt x="17" y="5"/>
                    <a:pt x="25" y="3"/>
                  </a:cubicBezTo>
                  <a:cubicBezTo>
                    <a:pt x="33" y="1"/>
                    <a:pt x="38" y="0"/>
                    <a:pt x="46" y="3"/>
                  </a:cubicBezTo>
                  <a:cubicBezTo>
                    <a:pt x="59" y="7"/>
                    <a:pt x="74" y="6"/>
                    <a:pt x="87" y="3"/>
                  </a:cubicBezTo>
                </a:path>
              </a:pathLst>
            </a:custGeom>
            <a:noFill/>
            <a:ln w="1588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001" name="Freeform 937">
              <a:extLst>
                <a:ext uri="{FF2B5EF4-FFF2-40B4-BE49-F238E27FC236}">
                  <a16:creationId xmlns:a16="http://schemas.microsoft.com/office/drawing/2014/main" id="{1184F547-6D88-4640-A21C-42E69C16F21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4" y="636"/>
              <a:ext cx="346" cy="571"/>
            </a:xfrm>
            <a:custGeom>
              <a:avLst/>
              <a:gdLst>
                <a:gd name="T0" fmla="*/ 587 w 230"/>
                <a:gd name="T1" fmla="*/ 1221 h 381"/>
                <a:gd name="T2" fmla="*/ 677 w 230"/>
                <a:gd name="T3" fmla="*/ 1040 h 381"/>
                <a:gd name="T4" fmla="*/ 772 w 230"/>
                <a:gd name="T5" fmla="*/ 836 h 381"/>
                <a:gd name="T6" fmla="*/ 769 w 230"/>
                <a:gd name="T7" fmla="*/ 602 h 381"/>
                <a:gd name="T8" fmla="*/ 755 w 230"/>
                <a:gd name="T9" fmla="*/ 351 h 381"/>
                <a:gd name="T10" fmla="*/ 113 w 230"/>
                <a:gd name="T11" fmla="*/ 235 h 381"/>
                <a:gd name="T12" fmla="*/ 66 w 230"/>
                <a:gd name="T13" fmla="*/ 472 h 381"/>
                <a:gd name="T14" fmla="*/ 81 w 230"/>
                <a:gd name="T15" fmla="*/ 501 h 381"/>
                <a:gd name="T16" fmla="*/ 66 w 230"/>
                <a:gd name="T17" fmla="*/ 662 h 381"/>
                <a:gd name="T18" fmla="*/ 95 w 230"/>
                <a:gd name="T19" fmla="*/ 778 h 381"/>
                <a:gd name="T20" fmla="*/ 140 w 230"/>
                <a:gd name="T21" fmla="*/ 770 h 381"/>
                <a:gd name="T22" fmla="*/ 305 w 230"/>
                <a:gd name="T23" fmla="*/ 1078 h 381"/>
                <a:gd name="T24" fmla="*/ 405 w 230"/>
                <a:gd name="T25" fmla="*/ 1283 h 38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30" h="381">
                  <a:moveTo>
                    <a:pt x="172" y="363"/>
                  </a:moveTo>
                  <a:cubicBezTo>
                    <a:pt x="178" y="343"/>
                    <a:pt x="199" y="309"/>
                    <a:pt x="199" y="309"/>
                  </a:cubicBezTo>
                  <a:cubicBezTo>
                    <a:pt x="213" y="294"/>
                    <a:pt x="225" y="268"/>
                    <a:pt x="227" y="248"/>
                  </a:cubicBezTo>
                  <a:cubicBezTo>
                    <a:pt x="228" y="228"/>
                    <a:pt x="224" y="190"/>
                    <a:pt x="226" y="179"/>
                  </a:cubicBezTo>
                  <a:cubicBezTo>
                    <a:pt x="228" y="167"/>
                    <a:pt x="230" y="140"/>
                    <a:pt x="222" y="104"/>
                  </a:cubicBezTo>
                  <a:cubicBezTo>
                    <a:pt x="199" y="0"/>
                    <a:pt x="56" y="37"/>
                    <a:pt x="33" y="70"/>
                  </a:cubicBezTo>
                  <a:cubicBezTo>
                    <a:pt x="16" y="95"/>
                    <a:pt x="19" y="125"/>
                    <a:pt x="19" y="140"/>
                  </a:cubicBezTo>
                  <a:cubicBezTo>
                    <a:pt x="19" y="145"/>
                    <a:pt x="24" y="149"/>
                    <a:pt x="24" y="149"/>
                  </a:cubicBezTo>
                  <a:cubicBezTo>
                    <a:pt x="0" y="139"/>
                    <a:pt x="20" y="167"/>
                    <a:pt x="19" y="197"/>
                  </a:cubicBezTo>
                  <a:cubicBezTo>
                    <a:pt x="18" y="227"/>
                    <a:pt x="25" y="221"/>
                    <a:pt x="28" y="231"/>
                  </a:cubicBezTo>
                  <a:cubicBezTo>
                    <a:pt x="38" y="261"/>
                    <a:pt x="41" y="229"/>
                    <a:pt x="41" y="229"/>
                  </a:cubicBezTo>
                  <a:cubicBezTo>
                    <a:pt x="42" y="247"/>
                    <a:pt x="37" y="289"/>
                    <a:pt x="90" y="320"/>
                  </a:cubicBezTo>
                  <a:cubicBezTo>
                    <a:pt x="90" y="320"/>
                    <a:pt x="113" y="332"/>
                    <a:pt x="119" y="381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002" name="Freeform 938">
              <a:extLst>
                <a:ext uri="{FF2B5EF4-FFF2-40B4-BE49-F238E27FC236}">
                  <a16:creationId xmlns:a16="http://schemas.microsoft.com/office/drawing/2014/main" id="{E670B933-BF3E-4FFF-989C-F5368D7E12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1" y="750"/>
              <a:ext cx="69" cy="148"/>
            </a:xfrm>
            <a:custGeom>
              <a:avLst/>
              <a:gdLst>
                <a:gd name="T0" fmla="*/ 135 w 46"/>
                <a:gd name="T1" fmla="*/ 121 h 99"/>
                <a:gd name="T2" fmla="*/ 147 w 46"/>
                <a:gd name="T3" fmla="*/ 223 h 99"/>
                <a:gd name="T4" fmla="*/ 89 w 46"/>
                <a:gd name="T5" fmla="*/ 295 h 99"/>
                <a:gd name="T6" fmla="*/ 39 w 46"/>
                <a:gd name="T7" fmla="*/ 236 h 99"/>
                <a:gd name="T8" fmla="*/ 32 w 46"/>
                <a:gd name="T9" fmla="*/ 211 h 99"/>
                <a:gd name="T10" fmla="*/ 18 w 46"/>
                <a:gd name="T11" fmla="*/ 215 h 99"/>
                <a:gd name="T12" fmla="*/ 18 w 46"/>
                <a:gd name="T13" fmla="*/ 190 h 99"/>
                <a:gd name="T14" fmla="*/ 18 w 46"/>
                <a:gd name="T15" fmla="*/ 161 h 99"/>
                <a:gd name="T16" fmla="*/ 80 w 46"/>
                <a:gd name="T17" fmla="*/ 9 h 99"/>
                <a:gd name="T18" fmla="*/ 135 w 46"/>
                <a:gd name="T19" fmla="*/ 121 h 9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6" h="99">
                  <a:moveTo>
                    <a:pt x="40" y="36"/>
                  </a:moveTo>
                  <a:cubicBezTo>
                    <a:pt x="40" y="36"/>
                    <a:pt x="40" y="63"/>
                    <a:pt x="43" y="67"/>
                  </a:cubicBezTo>
                  <a:cubicBezTo>
                    <a:pt x="46" y="71"/>
                    <a:pt x="37" y="99"/>
                    <a:pt x="26" y="88"/>
                  </a:cubicBezTo>
                  <a:cubicBezTo>
                    <a:pt x="16" y="77"/>
                    <a:pt x="20" y="72"/>
                    <a:pt x="11" y="71"/>
                  </a:cubicBezTo>
                  <a:cubicBezTo>
                    <a:pt x="11" y="71"/>
                    <a:pt x="10" y="65"/>
                    <a:pt x="9" y="63"/>
                  </a:cubicBezTo>
                  <a:cubicBezTo>
                    <a:pt x="8" y="61"/>
                    <a:pt x="5" y="64"/>
                    <a:pt x="5" y="64"/>
                  </a:cubicBezTo>
                  <a:cubicBezTo>
                    <a:pt x="5" y="64"/>
                    <a:pt x="0" y="58"/>
                    <a:pt x="5" y="57"/>
                  </a:cubicBezTo>
                  <a:cubicBezTo>
                    <a:pt x="10" y="56"/>
                    <a:pt x="8" y="47"/>
                    <a:pt x="5" y="48"/>
                  </a:cubicBezTo>
                  <a:cubicBezTo>
                    <a:pt x="1" y="48"/>
                    <a:pt x="22" y="0"/>
                    <a:pt x="23" y="3"/>
                  </a:cubicBezTo>
                  <a:cubicBezTo>
                    <a:pt x="26" y="7"/>
                    <a:pt x="25" y="34"/>
                    <a:pt x="40" y="36"/>
                  </a:cubicBezTo>
                </a:path>
              </a:pathLst>
            </a:custGeom>
            <a:solidFill>
              <a:srgbClr val="8982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003" name="Freeform 939">
              <a:extLst>
                <a:ext uri="{FF2B5EF4-FFF2-40B4-BE49-F238E27FC236}">
                  <a16:creationId xmlns:a16="http://schemas.microsoft.com/office/drawing/2014/main" id="{A5A0A32D-8ADD-46C1-8AF0-37361DB53E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6" y="780"/>
              <a:ext cx="30" cy="117"/>
            </a:xfrm>
            <a:custGeom>
              <a:avLst/>
              <a:gdLst>
                <a:gd name="T0" fmla="*/ 0 w 20"/>
                <a:gd name="T1" fmla="*/ 0 h 78"/>
                <a:gd name="T2" fmla="*/ 68 w 20"/>
                <a:gd name="T3" fmla="*/ 162 h 78"/>
                <a:gd name="T4" fmla="*/ 53 w 20"/>
                <a:gd name="T5" fmla="*/ 149 h 78"/>
                <a:gd name="T6" fmla="*/ 62 w 20"/>
                <a:gd name="T7" fmla="*/ 183 h 78"/>
                <a:gd name="T8" fmla="*/ 45 w 20"/>
                <a:gd name="T9" fmla="*/ 167 h 78"/>
                <a:gd name="T10" fmla="*/ 21 w 20"/>
                <a:gd name="T11" fmla="*/ 264 h 78"/>
                <a:gd name="T12" fmla="*/ 0 w 20"/>
                <a:gd name="T13" fmla="*/ 0 h 7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78">
                  <a:moveTo>
                    <a:pt x="0" y="0"/>
                  </a:moveTo>
                  <a:cubicBezTo>
                    <a:pt x="0" y="0"/>
                    <a:pt x="18" y="21"/>
                    <a:pt x="20" y="48"/>
                  </a:cubicBezTo>
                  <a:cubicBezTo>
                    <a:pt x="15" y="44"/>
                    <a:pt x="15" y="44"/>
                    <a:pt x="15" y="44"/>
                  </a:cubicBezTo>
                  <a:cubicBezTo>
                    <a:pt x="15" y="44"/>
                    <a:pt x="19" y="49"/>
                    <a:pt x="18" y="54"/>
                  </a:cubicBezTo>
                  <a:cubicBezTo>
                    <a:pt x="13" y="49"/>
                    <a:pt x="13" y="49"/>
                    <a:pt x="13" y="49"/>
                  </a:cubicBezTo>
                  <a:cubicBezTo>
                    <a:pt x="13" y="49"/>
                    <a:pt x="8" y="69"/>
                    <a:pt x="6" y="78"/>
                  </a:cubicBezTo>
                  <a:cubicBezTo>
                    <a:pt x="6" y="78"/>
                    <a:pt x="10" y="44"/>
                    <a:pt x="0" y="0"/>
                  </a:cubicBezTo>
                </a:path>
              </a:pathLst>
            </a:custGeom>
            <a:solidFill>
              <a:srgbClr val="8982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004" name="Freeform 940">
              <a:extLst>
                <a:ext uri="{FF2B5EF4-FFF2-40B4-BE49-F238E27FC236}">
                  <a16:creationId xmlns:a16="http://schemas.microsoft.com/office/drawing/2014/main" id="{44DEE206-F681-4DE1-A87B-97AD5982B8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7" y="1008"/>
              <a:ext cx="16" cy="10"/>
            </a:xfrm>
            <a:custGeom>
              <a:avLst/>
              <a:gdLst>
                <a:gd name="T0" fmla="*/ 0 w 11"/>
                <a:gd name="T1" fmla="*/ 20 h 7"/>
                <a:gd name="T2" fmla="*/ 33 w 11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7">
                  <a:moveTo>
                    <a:pt x="0" y="7"/>
                  </a:moveTo>
                  <a:cubicBezTo>
                    <a:pt x="3" y="7"/>
                    <a:pt x="8" y="3"/>
                    <a:pt x="11" y="0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005" name="Freeform 941">
              <a:extLst>
                <a:ext uri="{FF2B5EF4-FFF2-40B4-BE49-F238E27FC236}">
                  <a16:creationId xmlns:a16="http://schemas.microsoft.com/office/drawing/2014/main" id="{C7EE353B-3BE4-44E9-AAB9-660B441C8D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4" y="1018"/>
              <a:ext cx="16" cy="5"/>
            </a:xfrm>
            <a:custGeom>
              <a:avLst/>
              <a:gdLst>
                <a:gd name="T0" fmla="*/ 33 w 11"/>
                <a:gd name="T1" fmla="*/ 13 h 3"/>
                <a:gd name="T2" fmla="*/ 0 w 11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3">
                  <a:moveTo>
                    <a:pt x="11" y="3"/>
                  </a:moveTo>
                  <a:cubicBezTo>
                    <a:pt x="7" y="2"/>
                    <a:pt x="4" y="3"/>
                    <a:pt x="0" y="0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006" name="Freeform 942">
              <a:extLst>
                <a:ext uri="{FF2B5EF4-FFF2-40B4-BE49-F238E27FC236}">
                  <a16:creationId xmlns:a16="http://schemas.microsoft.com/office/drawing/2014/main" id="{6F500D9D-2CE2-4086-9DB5-8D353FC20F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0" y="997"/>
              <a:ext cx="2" cy="6"/>
            </a:xfrm>
            <a:custGeom>
              <a:avLst/>
              <a:gdLst>
                <a:gd name="T0" fmla="*/ 8 w 1"/>
                <a:gd name="T1" fmla="*/ 14 h 4"/>
                <a:gd name="T2" fmla="*/ 0 w 1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4">
                  <a:moveTo>
                    <a:pt x="1" y="4"/>
                  </a:moveTo>
                  <a:cubicBezTo>
                    <a:pt x="1" y="3"/>
                    <a:pt x="1" y="1"/>
                    <a:pt x="0" y="0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007" name="Freeform 943">
              <a:extLst>
                <a:ext uri="{FF2B5EF4-FFF2-40B4-BE49-F238E27FC236}">
                  <a16:creationId xmlns:a16="http://schemas.microsoft.com/office/drawing/2014/main" id="{A3190B86-F387-426F-BE5F-6E8A1880518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6" y="999"/>
              <a:ext cx="28" cy="19"/>
            </a:xfrm>
            <a:custGeom>
              <a:avLst/>
              <a:gdLst>
                <a:gd name="T0" fmla="*/ 0 w 19"/>
                <a:gd name="T1" fmla="*/ 0 h 13"/>
                <a:gd name="T2" fmla="*/ 60 w 19"/>
                <a:gd name="T3" fmla="*/ 22 h 13"/>
                <a:gd name="T4" fmla="*/ 0 w 19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3">
                  <a:moveTo>
                    <a:pt x="0" y="0"/>
                  </a:moveTo>
                  <a:cubicBezTo>
                    <a:pt x="0" y="0"/>
                    <a:pt x="8" y="13"/>
                    <a:pt x="19" y="7"/>
                  </a:cubicBezTo>
                  <a:cubicBezTo>
                    <a:pt x="19" y="7"/>
                    <a:pt x="4" y="7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008" name="Freeform 944">
              <a:extLst>
                <a:ext uri="{FF2B5EF4-FFF2-40B4-BE49-F238E27FC236}">
                  <a16:creationId xmlns:a16="http://schemas.microsoft.com/office/drawing/2014/main" id="{B3823253-BF0B-47B5-81D1-7F05FA514A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1" y="888"/>
              <a:ext cx="21" cy="15"/>
            </a:xfrm>
            <a:custGeom>
              <a:avLst/>
              <a:gdLst>
                <a:gd name="T0" fmla="*/ 0 w 14"/>
                <a:gd name="T1" fmla="*/ 5 h 10"/>
                <a:gd name="T2" fmla="*/ 48 w 14"/>
                <a:gd name="T3" fmla="*/ 0 h 10"/>
                <a:gd name="T4" fmla="*/ 0 w 14"/>
                <a:gd name="T5" fmla="*/ 5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0">
                  <a:moveTo>
                    <a:pt x="0" y="1"/>
                  </a:moveTo>
                  <a:cubicBezTo>
                    <a:pt x="0" y="1"/>
                    <a:pt x="6" y="5"/>
                    <a:pt x="14" y="0"/>
                  </a:cubicBezTo>
                  <a:cubicBezTo>
                    <a:pt x="14" y="0"/>
                    <a:pt x="8" y="10"/>
                    <a:pt x="0" y="1"/>
                  </a:cubicBezTo>
                </a:path>
              </a:pathLst>
            </a:custGeom>
            <a:solidFill>
              <a:srgbClr val="FAD7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009" name="Freeform 945">
              <a:extLst>
                <a:ext uri="{FF2B5EF4-FFF2-40B4-BE49-F238E27FC236}">
                  <a16:creationId xmlns:a16="http://schemas.microsoft.com/office/drawing/2014/main" id="{C53A68B2-1C48-4B7D-B2D9-8D0D330CCA8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8" y="898"/>
              <a:ext cx="29" cy="23"/>
            </a:xfrm>
            <a:custGeom>
              <a:avLst/>
              <a:gdLst>
                <a:gd name="T0" fmla="*/ 0 w 19"/>
                <a:gd name="T1" fmla="*/ 0 h 15"/>
                <a:gd name="T2" fmla="*/ 67 w 19"/>
                <a:gd name="T3" fmla="*/ 0 h 15"/>
                <a:gd name="T4" fmla="*/ 0 w 19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5">
                  <a:moveTo>
                    <a:pt x="0" y="0"/>
                  </a:moveTo>
                  <a:cubicBezTo>
                    <a:pt x="0" y="0"/>
                    <a:pt x="14" y="9"/>
                    <a:pt x="19" y="0"/>
                  </a:cubicBezTo>
                  <a:cubicBezTo>
                    <a:pt x="19" y="0"/>
                    <a:pt x="15" y="15"/>
                    <a:pt x="0" y="0"/>
                  </a:cubicBezTo>
                </a:path>
              </a:pathLst>
            </a:custGeom>
            <a:solidFill>
              <a:srgbClr val="FAD7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010" name="Freeform 946">
              <a:extLst>
                <a:ext uri="{FF2B5EF4-FFF2-40B4-BE49-F238E27FC236}">
                  <a16:creationId xmlns:a16="http://schemas.microsoft.com/office/drawing/2014/main" id="{A3BFD1C6-2E7B-4F45-ADBC-E41D2B63CE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2" y="933"/>
              <a:ext cx="60" cy="45"/>
            </a:xfrm>
            <a:custGeom>
              <a:avLst/>
              <a:gdLst>
                <a:gd name="T0" fmla="*/ 0 w 40"/>
                <a:gd name="T1" fmla="*/ 0 h 30"/>
                <a:gd name="T2" fmla="*/ 135 w 40"/>
                <a:gd name="T3" fmla="*/ 32 h 30"/>
                <a:gd name="T4" fmla="*/ 0 w 40"/>
                <a:gd name="T5" fmla="*/ 0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30">
                  <a:moveTo>
                    <a:pt x="0" y="0"/>
                  </a:moveTo>
                  <a:cubicBezTo>
                    <a:pt x="0" y="0"/>
                    <a:pt x="34" y="22"/>
                    <a:pt x="40" y="9"/>
                  </a:cubicBezTo>
                  <a:cubicBezTo>
                    <a:pt x="40" y="9"/>
                    <a:pt x="37" y="30"/>
                    <a:pt x="0" y="0"/>
                  </a:cubicBezTo>
                </a:path>
              </a:pathLst>
            </a:custGeom>
            <a:solidFill>
              <a:srgbClr val="FAD7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011" name="Freeform 947">
              <a:extLst>
                <a:ext uri="{FF2B5EF4-FFF2-40B4-BE49-F238E27FC236}">
                  <a16:creationId xmlns:a16="http://schemas.microsoft.com/office/drawing/2014/main" id="{4585E245-95B4-4F28-9383-011540F6167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1" y="933"/>
              <a:ext cx="49" cy="34"/>
            </a:xfrm>
            <a:custGeom>
              <a:avLst/>
              <a:gdLst>
                <a:gd name="T0" fmla="*/ 0 w 33"/>
                <a:gd name="T1" fmla="*/ 0 h 23"/>
                <a:gd name="T2" fmla="*/ 108 w 33"/>
                <a:gd name="T3" fmla="*/ 15 h 23"/>
                <a:gd name="T4" fmla="*/ 0 w 33"/>
                <a:gd name="T5" fmla="*/ 0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23">
                  <a:moveTo>
                    <a:pt x="0" y="0"/>
                  </a:moveTo>
                  <a:cubicBezTo>
                    <a:pt x="0" y="0"/>
                    <a:pt x="18" y="17"/>
                    <a:pt x="33" y="5"/>
                  </a:cubicBezTo>
                  <a:cubicBezTo>
                    <a:pt x="33" y="5"/>
                    <a:pt x="17" y="23"/>
                    <a:pt x="0" y="0"/>
                  </a:cubicBezTo>
                </a:path>
              </a:pathLst>
            </a:custGeom>
            <a:solidFill>
              <a:srgbClr val="FAD7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012" name="Freeform 948">
              <a:extLst>
                <a:ext uri="{FF2B5EF4-FFF2-40B4-BE49-F238E27FC236}">
                  <a16:creationId xmlns:a16="http://schemas.microsoft.com/office/drawing/2014/main" id="{0C52DC9F-5D24-4D6A-B9A5-33ECA68E09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9" y="937"/>
              <a:ext cx="23" cy="17"/>
            </a:xfrm>
            <a:custGeom>
              <a:avLst/>
              <a:gdLst>
                <a:gd name="T0" fmla="*/ 49 w 15"/>
                <a:gd name="T1" fmla="*/ 0 h 11"/>
                <a:gd name="T2" fmla="*/ 0 w 15"/>
                <a:gd name="T3" fmla="*/ 14 h 11"/>
                <a:gd name="T4" fmla="*/ 49 w 15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1">
                  <a:moveTo>
                    <a:pt x="14" y="0"/>
                  </a:moveTo>
                  <a:cubicBezTo>
                    <a:pt x="14" y="0"/>
                    <a:pt x="15" y="11"/>
                    <a:pt x="0" y="4"/>
                  </a:cubicBezTo>
                  <a:cubicBezTo>
                    <a:pt x="0" y="4"/>
                    <a:pt x="13" y="7"/>
                    <a:pt x="1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013" name="Freeform 949">
              <a:extLst>
                <a:ext uri="{FF2B5EF4-FFF2-40B4-BE49-F238E27FC236}">
                  <a16:creationId xmlns:a16="http://schemas.microsoft.com/office/drawing/2014/main" id="{4DE34925-5986-4F1E-8588-BB576355B3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5" y="936"/>
              <a:ext cx="22" cy="9"/>
            </a:xfrm>
            <a:custGeom>
              <a:avLst/>
              <a:gdLst>
                <a:gd name="T0" fmla="*/ 0 w 15"/>
                <a:gd name="T1" fmla="*/ 8 h 6"/>
                <a:gd name="T2" fmla="*/ 47 w 15"/>
                <a:gd name="T3" fmla="*/ 0 h 6"/>
                <a:gd name="T4" fmla="*/ 0 w 15"/>
                <a:gd name="T5" fmla="*/ 8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6">
                  <a:moveTo>
                    <a:pt x="0" y="2"/>
                  </a:moveTo>
                  <a:cubicBezTo>
                    <a:pt x="0" y="2"/>
                    <a:pt x="9" y="6"/>
                    <a:pt x="15" y="0"/>
                  </a:cubicBezTo>
                  <a:cubicBezTo>
                    <a:pt x="15" y="0"/>
                    <a:pt x="8" y="4"/>
                    <a:pt x="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014" name="Freeform 950">
              <a:extLst>
                <a:ext uri="{FF2B5EF4-FFF2-40B4-BE49-F238E27FC236}">
                  <a16:creationId xmlns:a16="http://schemas.microsoft.com/office/drawing/2014/main" id="{4499684F-6BB9-44CC-92E4-375102E413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9" y="913"/>
              <a:ext cx="45" cy="29"/>
            </a:xfrm>
            <a:custGeom>
              <a:avLst/>
              <a:gdLst>
                <a:gd name="T0" fmla="*/ 102 w 30"/>
                <a:gd name="T1" fmla="*/ 8 h 19"/>
                <a:gd name="T2" fmla="*/ 0 w 30"/>
                <a:gd name="T3" fmla="*/ 0 h 19"/>
                <a:gd name="T4" fmla="*/ 102 w 30"/>
                <a:gd name="T5" fmla="*/ 8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19">
                  <a:moveTo>
                    <a:pt x="30" y="2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30" y="19"/>
                    <a:pt x="30" y="2"/>
                  </a:cubicBezTo>
                </a:path>
              </a:pathLst>
            </a:custGeom>
            <a:solidFill>
              <a:srgbClr val="FAD7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015" name="Freeform 951">
              <a:extLst>
                <a:ext uri="{FF2B5EF4-FFF2-40B4-BE49-F238E27FC236}">
                  <a16:creationId xmlns:a16="http://schemas.microsoft.com/office/drawing/2014/main" id="{B51CDD7D-7712-4254-A88B-E155E7300C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3" y="910"/>
              <a:ext cx="47" cy="29"/>
            </a:xfrm>
            <a:custGeom>
              <a:avLst/>
              <a:gdLst>
                <a:gd name="T0" fmla="*/ 0 w 31"/>
                <a:gd name="T1" fmla="*/ 14 h 19"/>
                <a:gd name="T2" fmla="*/ 76 w 31"/>
                <a:gd name="T3" fmla="*/ 12 h 19"/>
                <a:gd name="T4" fmla="*/ 0 w 31"/>
                <a:gd name="T5" fmla="*/ 14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19">
                  <a:moveTo>
                    <a:pt x="0" y="4"/>
                  </a:moveTo>
                  <a:cubicBezTo>
                    <a:pt x="0" y="4"/>
                    <a:pt x="11" y="0"/>
                    <a:pt x="22" y="3"/>
                  </a:cubicBezTo>
                  <a:cubicBezTo>
                    <a:pt x="22" y="3"/>
                    <a:pt x="31" y="19"/>
                    <a:pt x="0" y="4"/>
                  </a:cubicBezTo>
                </a:path>
              </a:pathLst>
            </a:custGeom>
            <a:solidFill>
              <a:srgbClr val="FAD7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016" name="Freeform 952">
              <a:extLst>
                <a:ext uri="{FF2B5EF4-FFF2-40B4-BE49-F238E27FC236}">
                  <a16:creationId xmlns:a16="http://schemas.microsoft.com/office/drawing/2014/main" id="{31A22F93-F8A7-4320-9976-EE505053D2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1" y="898"/>
              <a:ext cx="31" cy="87"/>
            </a:xfrm>
            <a:custGeom>
              <a:avLst/>
              <a:gdLst>
                <a:gd name="T0" fmla="*/ 47 w 21"/>
                <a:gd name="T1" fmla="*/ 0 h 58"/>
                <a:gd name="T2" fmla="*/ 61 w 21"/>
                <a:gd name="T3" fmla="*/ 102 h 58"/>
                <a:gd name="T4" fmla="*/ 28 w 21"/>
                <a:gd name="T5" fmla="*/ 143 h 58"/>
                <a:gd name="T6" fmla="*/ 52 w 21"/>
                <a:gd name="T7" fmla="*/ 120 h 58"/>
                <a:gd name="T8" fmla="*/ 47 w 21"/>
                <a:gd name="T9" fmla="*/ 0 h 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58">
                  <a:moveTo>
                    <a:pt x="15" y="0"/>
                  </a:moveTo>
                  <a:cubicBezTo>
                    <a:pt x="15" y="0"/>
                    <a:pt x="10" y="21"/>
                    <a:pt x="19" y="30"/>
                  </a:cubicBezTo>
                  <a:cubicBezTo>
                    <a:pt x="21" y="32"/>
                    <a:pt x="18" y="58"/>
                    <a:pt x="9" y="42"/>
                  </a:cubicBezTo>
                  <a:cubicBezTo>
                    <a:pt x="9" y="42"/>
                    <a:pt x="18" y="47"/>
                    <a:pt x="16" y="35"/>
                  </a:cubicBezTo>
                  <a:cubicBezTo>
                    <a:pt x="13" y="24"/>
                    <a:pt x="0" y="29"/>
                    <a:pt x="15" y="0"/>
                  </a:cubicBezTo>
                </a:path>
              </a:pathLst>
            </a:custGeom>
            <a:solidFill>
              <a:srgbClr val="FAD7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017" name="Freeform 953">
              <a:extLst>
                <a:ext uri="{FF2B5EF4-FFF2-40B4-BE49-F238E27FC236}">
                  <a16:creationId xmlns:a16="http://schemas.microsoft.com/office/drawing/2014/main" id="{99B83D05-6A60-4074-8BEF-F725AB67AA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7" y="838"/>
              <a:ext cx="23" cy="47"/>
            </a:xfrm>
            <a:custGeom>
              <a:avLst/>
              <a:gdLst>
                <a:gd name="T0" fmla="*/ 54 w 15"/>
                <a:gd name="T1" fmla="*/ 76 h 31"/>
                <a:gd name="T2" fmla="*/ 26 w 15"/>
                <a:gd name="T3" fmla="*/ 108 h 31"/>
                <a:gd name="T4" fmla="*/ 54 w 15"/>
                <a:gd name="T5" fmla="*/ 76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31">
                  <a:moveTo>
                    <a:pt x="15" y="22"/>
                  </a:moveTo>
                  <a:cubicBezTo>
                    <a:pt x="15" y="22"/>
                    <a:pt x="0" y="0"/>
                    <a:pt x="7" y="31"/>
                  </a:cubicBezTo>
                  <a:cubicBezTo>
                    <a:pt x="7" y="31"/>
                    <a:pt x="3" y="10"/>
                    <a:pt x="15" y="22"/>
                  </a:cubicBezTo>
                </a:path>
              </a:pathLst>
            </a:custGeom>
            <a:solidFill>
              <a:srgbClr val="FAD7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018" name="Freeform 954">
              <a:extLst>
                <a:ext uri="{FF2B5EF4-FFF2-40B4-BE49-F238E27FC236}">
                  <a16:creationId xmlns:a16="http://schemas.microsoft.com/office/drawing/2014/main" id="{A03FF84E-D063-4453-AD9A-E17BA3A422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9" y="907"/>
              <a:ext cx="10" cy="33"/>
            </a:xfrm>
            <a:custGeom>
              <a:avLst/>
              <a:gdLst>
                <a:gd name="T0" fmla="*/ 9 w 7"/>
                <a:gd name="T1" fmla="*/ 0 h 22"/>
                <a:gd name="T2" fmla="*/ 20 w 7"/>
                <a:gd name="T3" fmla="*/ 75 h 22"/>
                <a:gd name="T4" fmla="*/ 9 w 7"/>
                <a:gd name="T5" fmla="*/ 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22">
                  <a:moveTo>
                    <a:pt x="3" y="0"/>
                  </a:moveTo>
                  <a:cubicBezTo>
                    <a:pt x="3" y="0"/>
                    <a:pt x="0" y="14"/>
                    <a:pt x="7" y="22"/>
                  </a:cubicBezTo>
                  <a:cubicBezTo>
                    <a:pt x="7" y="22"/>
                    <a:pt x="2" y="9"/>
                    <a:pt x="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019" name="Freeform 955">
              <a:extLst>
                <a:ext uri="{FF2B5EF4-FFF2-40B4-BE49-F238E27FC236}">
                  <a16:creationId xmlns:a16="http://schemas.microsoft.com/office/drawing/2014/main" id="{7EAF3B31-6EED-46AB-9F48-103FCE7524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1" y="750"/>
              <a:ext cx="69" cy="148"/>
            </a:xfrm>
            <a:custGeom>
              <a:avLst/>
              <a:gdLst>
                <a:gd name="T0" fmla="*/ 135 w 46"/>
                <a:gd name="T1" fmla="*/ 121 h 99"/>
                <a:gd name="T2" fmla="*/ 147 w 46"/>
                <a:gd name="T3" fmla="*/ 223 h 99"/>
                <a:gd name="T4" fmla="*/ 89 w 46"/>
                <a:gd name="T5" fmla="*/ 295 h 99"/>
                <a:gd name="T6" fmla="*/ 39 w 46"/>
                <a:gd name="T7" fmla="*/ 236 h 99"/>
                <a:gd name="T8" fmla="*/ 32 w 46"/>
                <a:gd name="T9" fmla="*/ 211 h 99"/>
                <a:gd name="T10" fmla="*/ 18 w 46"/>
                <a:gd name="T11" fmla="*/ 215 h 99"/>
                <a:gd name="T12" fmla="*/ 18 w 46"/>
                <a:gd name="T13" fmla="*/ 190 h 99"/>
                <a:gd name="T14" fmla="*/ 18 w 46"/>
                <a:gd name="T15" fmla="*/ 161 h 99"/>
                <a:gd name="T16" fmla="*/ 80 w 46"/>
                <a:gd name="T17" fmla="*/ 9 h 99"/>
                <a:gd name="T18" fmla="*/ 135 w 46"/>
                <a:gd name="T19" fmla="*/ 121 h 9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6" h="99">
                  <a:moveTo>
                    <a:pt x="40" y="36"/>
                  </a:moveTo>
                  <a:cubicBezTo>
                    <a:pt x="40" y="36"/>
                    <a:pt x="40" y="63"/>
                    <a:pt x="43" y="67"/>
                  </a:cubicBezTo>
                  <a:cubicBezTo>
                    <a:pt x="46" y="71"/>
                    <a:pt x="37" y="99"/>
                    <a:pt x="26" y="88"/>
                  </a:cubicBezTo>
                  <a:cubicBezTo>
                    <a:pt x="16" y="77"/>
                    <a:pt x="20" y="72"/>
                    <a:pt x="11" y="71"/>
                  </a:cubicBezTo>
                  <a:cubicBezTo>
                    <a:pt x="11" y="71"/>
                    <a:pt x="10" y="65"/>
                    <a:pt x="9" y="63"/>
                  </a:cubicBezTo>
                  <a:cubicBezTo>
                    <a:pt x="8" y="61"/>
                    <a:pt x="5" y="64"/>
                    <a:pt x="5" y="64"/>
                  </a:cubicBezTo>
                  <a:cubicBezTo>
                    <a:pt x="5" y="64"/>
                    <a:pt x="0" y="58"/>
                    <a:pt x="5" y="57"/>
                  </a:cubicBezTo>
                  <a:cubicBezTo>
                    <a:pt x="10" y="56"/>
                    <a:pt x="8" y="47"/>
                    <a:pt x="5" y="48"/>
                  </a:cubicBezTo>
                  <a:cubicBezTo>
                    <a:pt x="1" y="48"/>
                    <a:pt x="22" y="0"/>
                    <a:pt x="23" y="3"/>
                  </a:cubicBezTo>
                  <a:cubicBezTo>
                    <a:pt x="26" y="7"/>
                    <a:pt x="25" y="34"/>
                    <a:pt x="40" y="36"/>
                  </a:cubicBezTo>
                  <a:close/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020" name="Freeform 956">
              <a:extLst>
                <a:ext uri="{FF2B5EF4-FFF2-40B4-BE49-F238E27FC236}">
                  <a16:creationId xmlns:a16="http://schemas.microsoft.com/office/drawing/2014/main" id="{3EB902FE-5CB0-4684-A291-AC33803895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5" y="780"/>
              <a:ext cx="31" cy="118"/>
            </a:xfrm>
            <a:custGeom>
              <a:avLst/>
              <a:gdLst>
                <a:gd name="T0" fmla="*/ 0 w 21"/>
                <a:gd name="T1" fmla="*/ 0 h 79"/>
                <a:gd name="T2" fmla="*/ 68 w 21"/>
                <a:gd name="T3" fmla="*/ 163 h 79"/>
                <a:gd name="T4" fmla="*/ 55 w 21"/>
                <a:gd name="T5" fmla="*/ 148 h 79"/>
                <a:gd name="T6" fmla="*/ 61 w 21"/>
                <a:gd name="T7" fmla="*/ 182 h 79"/>
                <a:gd name="T8" fmla="*/ 47 w 21"/>
                <a:gd name="T9" fmla="*/ 167 h 79"/>
                <a:gd name="T10" fmla="*/ 22 w 21"/>
                <a:gd name="T11" fmla="*/ 263 h 79"/>
                <a:gd name="T12" fmla="*/ 0 w 21"/>
                <a:gd name="T13" fmla="*/ 0 h 7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" h="79">
                  <a:moveTo>
                    <a:pt x="0" y="0"/>
                  </a:moveTo>
                  <a:cubicBezTo>
                    <a:pt x="0" y="0"/>
                    <a:pt x="19" y="22"/>
                    <a:pt x="21" y="49"/>
                  </a:cubicBezTo>
                  <a:cubicBezTo>
                    <a:pt x="17" y="44"/>
                    <a:pt x="17" y="44"/>
                    <a:pt x="17" y="44"/>
                  </a:cubicBezTo>
                  <a:cubicBezTo>
                    <a:pt x="17" y="44"/>
                    <a:pt x="20" y="49"/>
                    <a:pt x="19" y="55"/>
                  </a:cubicBezTo>
                  <a:cubicBezTo>
                    <a:pt x="15" y="50"/>
                    <a:pt x="15" y="50"/>
                    <a:pt x="15" y="50"/>
                  </a:cubicBezTo>
                  <a:cubicBezTo>
                    <a:pt x="8" y="73"/>
                    <a:pt x="9" y="73"/>
                    <a:pt x="7" y="79"/>
                  </a:cubicBezTo>
                  <a:cubicBezTo>
                    <a:pt x="7" y="79"/>
                    <a:pt x="11" y="43"/>
                    <a:pt x="0" y="0"/>
                  </a:cubicBezTo>
                  <a:close/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021" name="Freeform 957">
              <a:extLst>
                <a:ext uri="{FF2B5EF4-FFF2-40B4-BE49-F238E27FC236}">
                  <a16:creationId xmlns:a16="http://schemas.microsoft.com/office/drawing/2014/main" id="{1B76A664-A4C2-440E-B4EB-BDB98B33DB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9" y="909"/>
              <a:ext cx="12" cy="58"/>
            </a:xfrm>
            <a:custGeom>
              <a:avLst/>
              <a:gdLst>
                <a:gd name="T0" fmla="*/ 8 w 8"/>
                <a:gd name="T1" fmla="*/ 0 h 39"/>
                <a:gd name="T2" fmla="*/ 8 w 8"/>
                <a:gd name="T3" fmla="*/ 40 h 39"/>
                <a:gd name="T4" fmla="*/ 21 w 8"/>
                <a:gd name="T5" fmla="*/ 76 h 39"/>
                <a:gd name="T6" fmla="*/ 21 w 8"/>
                <a:gd name="T7" fmla="*/ 113 h 39"/>
                <a:gd name="T8" fmla="*/ 14 w 8"/>
                <a:gd name="T9" fmla="*/ 126 h 39"/>
                <a:gd name="T10" fmla="*/ 0 w 8"/>
                <a:gd name="T11" fmla="*/ 122 h 3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" h="39">
                  <a:moveTo>
                    <a:pt x="2" y="0"/>
                  </a:moveTo>
                  <a:cubicBezTo>
                    <a:pt x="0" y="2"/>
                    <a:pt x="1" y="9"/>
                    <a:pt x="2" y="12"/>
                  </a:cubicBezTo>
                  <a:cubicBezTo>
                    <a:pt x="2" y="16"/>
                    <a:pt x="4" y="19"/>
                    <a:pt x="6" y="23"/>
                  </a:cubicBezTo>
                  <a:cubicBezTo>
                    <a:pt x="8" y="26"/>
                    <a:pt x="6" y="30"/>
                    <a:pt x="6" y="34"/>
                  </a:cubicBezTo>
                  <a:cubicBezTo>
                    <a:pt x="5" y="35"/>
                    <a:pt x="5" y="37"/>
                    <a:pt x="4" y="38"/>
                  </a:cubicBezTo>
                  <a:cubicBezTo>
                    <a:pt x="3" y="38"/>
                    <a:pt x="0" y="39"/>
                    <a:pt x="0" y="37"/>
                  </a:cubicBezTo>
                </a:path>
              </a:pathLst>
            </a:custGeom>
            <a:noFill/>
            <a:ln w="158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022" name="Freeform 958">
              <a:extLst>
                <a:ext uri="{FF2B5EF4-FFF2-40B4-BE49-F238E27FC236}">
                  <a16:creationId xmlns:a16="http://schemas.microsoft.com/office/drawing/2014/main" id="{CCBEAAD6-352E-4275-8187-5BADA1B177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8" y="865"/>
              <a:ext cx="13" cy="48"/>
            </a:xfrm>
            <a:custGeom>
              <a:avLst/>
              <a:gdLst>
                <a:gd name="T0" fmla="*/ 27 w 9"/>
                <a:gd name="T1" fmla="*/ 26 h 32"/>
                <a:gd name="T2" fmla="*/ 13 w 9"/>
                <a:gd name="T3" fmla="*/ 5 h 32"/>
                <a:gd name="T4" fmla="*/ 0 w 9"/>
                <a:gd name="T5" fmla="*/ 26 h 32"/>
                <a:gd name="T6" fmla="*/ 13 w 9"/>
                <a:gd name="T7" fmla="*/ 66 h 32"/>
                <a:gd name="T8" fmla="*/ 14 w 9"/>
                <a:gd name="T9" fmla="*/ 108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32">
                  <a:moveTo>
                    <a:pt x="9" y="7"/>
                  </a:moveTo>
                  <a:cubicBezTo>
                    <a:pt x="7" y="5"/>
                    <a:pt x="6" y="3"/>
                    <a:pt x="4" y="1"/>
                  </a:cubicBezTo>
                  <a:cubicBezTo>
                    <a:pt x="1" y="0"/>
                    <a:pt x="0" y="4"/>
                    <a:pt x="0" y="7"/>
                  </a:cubicBezTo>
                  <a:cubicBezTo>
                    <a:pt x="0" y="11"/>
                    <a:pt x="2" y="15"/>
                    <a:pt x="4" y="19"/>
                  </a:cubicBezTo>
                  <a:cubicBezTo>
                    <a:pt x="5" y="23"/>
                    <a:pt x="4" y="28"/>
                    <a:pt x="5" y="32"/>
                  </a:cubicBezTo>
                </a:path>
              </a:pathLst>
            </a:custGeom>
            <a:noFill/>
            <a:ln w="158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023" name="Freeform 959">
              <a:extLst>
                <a:ext uri="{FF2B5EF4-FFF2-40B4-BE49-F238E27FC236}">
                  <a16:creationId xmlns:a16="http://schemas.microsoft.com/office/drawing/2014/main" id="{6389CEAE-E18D-4346-B255-E556C43A8B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9" y="1136"/>
              <a:ext cx="50" cy="47"/>
            </a:xfrm>
            <a:custGeom>
              <a:avLst/>
              <a:gdLst>
                <a:gd name="T0" fmla="*/ 0 w 33"/>
                <a:gd name="T1" fmla="*/ 0 h 31"/>
                <a:gd name="T2" fmla="*/ 73 w 33"/>
                <a:gd name="T3" fmla="*/ 27 h 31"/>
                <a:gd name="T4" fmla="*/ 88 w 33"/>
                <a:gd name="T5" fmla="*/ 67 h 31"/>
                <a:gd name="T6" fmla="*/ 111 w 33"/>
                <a:gd name="T7" fmla="*/ 108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31">
                  <a:moveTo>
                    <a:pt x="0" y="0"/>
                  </a:moveTo>
                  <a:cubicBezTo>
                    <a:pt x="6" y="8"/>
                    <a:pt x="16" y="0"/>
                    <a:pt x="21" y="8"/>
                  </a:cubicBezTo>
                  <a:cubicBezTo>
                    <a:pt x="23" y="11"/>
                    <a:pt x="23" y="16"/>
                    <a:pt x="25" y="19"/>
                  </a:cubicBezTo>
                  <a:cubicBezTo>
                    <a:pt x="28" y="23"/>
                    <a:pt x="33" y="26"/>
                    <a:pt x="32" y="31"/>
                  </a:cubicBezTo>
                </a:path>
              </a:pathLst>
            </a:custGeom>
            <a:noFill/>
            <a:ln w="158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024" name="Freeform 960">
              <a:extLst>
                <a:ext uri="{FF2B5EF4-FFF2-40B4-BE49-F238E27FC236}">
                  <a16:creationId xmlns:a16="http://schemas.microsoft.com/office/drawing/2014/main" id="{3B429064-6192-456D-A3BC-195A2005B5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5" y="1117"/>
              <a:ext cx="41" cy="72"/>
            </a:xfrm>
            <a:custGeom>
              <a:avLst/>
              <a:gdLst>
                <a:gd name="T0" fmla="*/ 94 w 27"/>
                <a:gd name="T1" fmla="*/ 26 h 48"/>
                <a:gd name="T2" fmla="*/ 21 w 27"/>
                <a:gd name="T3" fmla="*/ 75 h 48"/>
                <a:gd name="T4" fmla="*/ 0 w 27"/>
                <a:gd name="T5" fmla="*/ 162 h 4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48">
                  <a:moveTo>
                    <a:pt x="27" y="7"/>
                  </a:moveTo>
                  <a:cubicBezTo>
                    <a:pt x="21" y="0"/>
                    <a:pt x="7" y="17"/>
                    <a:pt x="6" y="22"/>
                  </a:cubicBezTo>
                  <a:cubicBezTo>
                    <a:pt x="4" y="30"/>
                    <a:pt x="4" y="40"/>
                    <a:pt x="0" y="48"/>
                  </a:cubicBezTo>
                </a:path>
              </a:pathLst>
            </a:custGeom>
            <a:noFill/>
            <a:ln w="158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025" name="Freeform 961">
              <a:extLst>
                <a:ext uri="{FF2B5EF4-FFF2-40B4-BE49-F238E27FC236}">
                  <a16:creationId xmlns:a16="http://schemas.microsoft.com/office/drawing/2014/main" id="{27C686BB-97A8-479C-8CD5-4B4DC97B65B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4" y="1202"/>
              <a:ext cx="23" cy="21"/>
            </a:xfrm>
            <a:custGeom>
              <a:avLst/>
              <a:gdLst>
                <a:gd name="T0" fmla="*/ 0 w 15"/>
                <a:gd name="T1" fmla="*/ 8 h 14"/>
                <a:gd name="T2" fmla="*/ 26 w 15"/>
                <a:gd name="T3" fmla="*/ 45 h 14"/>
                <a:gd name="T4" fmla="*/ 54 w 15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4">
                  <a:moveTo>
                    <a:pt x="0" y="2"/>
                  </a:moveTo>
                  <a:cubicBezTo>
                    <a:pt x="2" y="6"/>
                    <a:pt x="0" y="14"/>
                    <a:pt x="7" y="13"/>
                  </a:cubicBezTo>
                  <a:cubicBezTo>
                    <a:pt x="11" y="12"/>
                    <a:pt x="14" y="4"/>
                    <a:pt x="15" y="0"/>
                  </a:cubicBezTo>
                </a:path>
              </a:pathLst>
            </a:custGeom>
            <a:noFill/>
            <a:ln w="158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026" name="Freeform 962">
              <a:extLst>
                <a:ext uri="{FF2B5EF4-FFF2-40B4-BE49-F238E27FC236}">
                  <a16:creationId xmlns:a16="http://schemas.microsoft.com/office/drawing/2014/main" id="{E240C7DB-835C-4763-A32A-4D0E93DF54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6" y="1124"/>
              <a:ext cx="14" cy="54"/>
            </a:xfrm>
            <a:custGeom>
              <a:avLst/>
              <a:gdLst>
                <a:gd name="T0" fmla="*/ 34 w 9"/>
                <a:gd name="T1" fmla="*/ 0 h 36"/>
                <a:gd name="T2" fmla="*/ 5 w 9"/>
                <a:gd name="T3" fmla="*/ 122 h 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36">
                  <a:moveTo>
                    <a:pt x="9" y="0"/>
                  </a:moveTo>
                  <a:cubicBezTo>
                    <a:pt x="9" y="0"/>
                    <a:pt x="0" y="31"/>
                    <a:pt x="1" y="36"/>
                  </a:cubicBezTo>
                </a:path>
              </a:pathLst>
            </a:custGeom>
            <a:noFill/>
            <a:ln w="158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027" name="Freeform 963">
              <a:extLst>
                <a:ext uri="{FF2B5EF4-FFF2-40B4-BE49-F238E27FC236}">
                  <a16:creationId xmlns:a16="http://schemas.microsoft.com/office/drawing/2014/main" id="{8DFC009C-BE25-4366-8D84-E776F21465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2" y="1115"/>
              <a:ext cx="102" cy="72"/>
            </a:xfrm>
            <a:custGeom>
              <a:avLst/>
              <a:gdLst>
                <a:gd name="T0" fmla="*/ 0 w 68"/>
                <a:gd name="T1" fmla="*/ 18 h 48"/>
                <a:gd name="T2" fmla="*/ 116 w 68"/>
                <a:gd name="T3" fmla="*/ 27 h 48"/>
                <a:gd name="T4" fmla="*/ 188 w 68"/>
                <a:gd name="T5" fmla="*/ 18 h 48"/>
                <a:gd name="T6" fmla="*/ 230 w 68"/>
                <a:gd name="T7" fmla="*/ 0 h 48"/>
                <a:gd name="T8" fmla="*/ 188 w 68"/>
                <a:gd name="T9" fmla="*/ 35 h 48"/>
                <a:gd name="T10" fmla="*/ 135 w 68"/>
                <a:gd name="T11" fmla="*/ 75 h 48"/>
                <a:gd name="T12" fmla="*/ 135 w 68"/>
                <a:gd name="T13" fmla="*/ 162 h 48"/>
                <a:gd name="T14" fmla="*/ 126 w 68"/>
                <a:gd name="T15" fmla="*/ 126 h 48"/>
                <a:gd name="T16" fmla="*/ 107 w 68"/>
                <a:gd name="T17" fmla="*/ 107 h 48"/>
                <a:gd name="T18" fmla="*/ 86 w 68"/>
                <a:gd name="T19" fmla="*/ 54 h 48"/>
                <a:gd name="T20" fmla="*/ 35 w 68"/>
                <a:gd name="T21" fmla="*/ 48 h 48"/>
                <a:gd name="T22" fmla="*/ 0 w 68"/>
                <a:gd name="T23" fmla="*/ 21 h 4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8" h="48">
                  <a:moveTo>
                    <a:pt x="0" y="5"/>
                  </a:moveTo>
                  <a:cubicBezTo>
                    <a:pt x="12" y="4"/>
                    <a:pt x="22" y="8"/>
                    <a:pt x="34" y="8"/>
                  </a:cubicBezTo>
                  <a:cubicBezTo>
                    <a:pt x="41" y="8"/>
                    <a:pt x="48" y="8"/>
                    <a:pt x="55" y="5"/>
                  </a:cubicBezTo>
                  <a:cubicBezTo>
                    <a:pt x="59" y="4"/>
                    <a:pt x="64" y="0"/>
                    <a:pt x="68" y="0"/>
                  </a:cubicBezTo>
                  <a:cubicBezTo>
                    <a:pt x="64" y="4"/>
                    <a:pt x="60" y="7"/>
                    <a:pt x="55" y="10"/>
                  </a:cubicBezTo>
                  <a:cubicBezTo>
                    <a:pt x="49" y="13"/>
                    <a:pt x="42" y="15"/>
                    <a:pt x="40" y="22"/>
                  </a:cubicBezTo>
                  <a:cubicBezTo>
                    <a:pt x="37" y="30"/>
                    <a:pt x="40" y="40"/>
                    <a:pt x="40" y="48"/>
                  </a:cubicBezTo>
                  <a:cubicBezTo>
                    <a:pt x="39" y="45"/>
                    <a:pt x="39" y="41"/>
                    <a:pt x="37" y="37"/>
                  </a:cubicBezTo>
                  <a:cubicBezTo>
                    <a:pt x="35" y="35"/>
                    <a:pt x="33" y="33"/>
                    <a:pt x="31" y="31"/>
                  </a:cubicBezTo>
                  <a:cubicBezTo>
                    <a:pt x="29" y="27"/>
                    <a:pt x="29" y="20"/>
                    <a:pt x="25" y="16"/>
                  </a:cubicBezTo>
                  <a:cubicBezTo>
                    <a:pt x="21" y="13"/>
                    <a:pt x="14" y="15"/>
                    <a:pt x="10" y="14"/>
                  </a:cubicBezTo>
                  <a:cubicBezTo>
                    <a:pt x="5" y="13"/>
                    <a:pt x="2" y="10"/>
                    <a:pt x="0" y="6"/>
                  </a:cubicBezTo>
                </a:path>
              </a:pathLst>
            </a:custGeom>
            <a:solidFill>
              <a:srgbClr val="FAD7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028" name="Freeform 964">
              <a:extLst>
                <a:ext uri="{FF2B5EF4-FFF2-40B4-BE49-F238E27FC236}">
                  <a16:creationId xmlns:a16="http://schemas.microsoft.com/office/drawing/2014/main" id="{EAD8DE4C-0482-4E0D-8473-3C0F9B095F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5" y="1123"/>
              <a:ext cx="40" cy="73"/>
            </a:xfrm>
            <a:custGeom>
              <a:avLst/>
              <a:gdLst>
                <a:gd name="T0" fmla="*/ 95 w 26"/>
                <a:gd name="T1" fmla="*/ 13 h 49"/>
                <a:gd name="T2" fmla="*/ 35 w 26"/>
                <a:gd name="T3" fmla="*/ 54 h 49"/>
                <a:gd name="T4" fmla="*/ 22 w 26"/>
                <a:gd name="T5" fmla="*/ 100 h 49"/>
                <a:gd name="T6" fmla="*/ 0 w 26"/>
                <a:gd name="T7" fmla="*/ 162 h 49"/>
                <a:gd name="T8" fmla="*/ 52 w 26"/>
                <a:gd name="T9" fmla="*/ 67 h 49"/>
                <a:gd name="T10" fmla="*/ 75 w 26"/>
                <a:gd name="T11" fmla="*/ 28 h 49"/>
                <a:gd name="T12" fmla="*/ 89 w 26"/>
                <a:gd name="T13" fmla="*/ 13 h 4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" h="49">
                  <a:moveTo>
                    <a:pt x="26" y="4"/>
                  </a:moveTo>
                  <a:cubicBezTo>
                    <a:pt x="19" y="0"/>
                    <a:pt x="13" y="11"/>
                    <a:pt x="10" y="16"/>
                  </a:cubicBezTo>
                  <a:cubicBezTo>
                    <a:pt x="7" y="20"/>
                    <a:pt x="6" y="25"/>
                    <a:pt x="6" y="30"/>
                  </a:cubicBezTo>
                  <a:cubicBezTo>
                    <a:pt x="5" y="37"/>
                    <a:pt x="2" y="42"/>
                    <a:pt x="0" y="49"/>
                  </a:cubicBezTo>
                  <a:cubicBezTo>
                    <a:pt x="8" y="41"/>
                    <a:pt x="10" y="30"/>
                    <a:pt x="14" y="20"/>
                  </a:cubicBezTo>
                  <a:cubicBezTo>
                    <a:pt x="15" y="16"/>
                    <a:pt x="18" y="12"/>
                    <a:pt x="21" y="9"/>
                  </a:cubicBezTo>
                  <a:cubicBezTo>
                    <a:pt x="23" y="7"/>
                    <a:pt x="24" y="6"/>
                    <a:pt x="25" y="4"/>
                  </a:cubicBezTo>
                </a:path>
              </a:pathLst>
            </a:custGeom>
            <a:solidFill>
              <a:srgbClr val="FAD7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029" name="Freeform 965">
              <a:extLst>
                <a:ext uri="{FF2B5EF4-FFF2-40B4-BE49-F238E27FC236}">
                  <a16:creationId xmlns:a16="http://schemas.microsoft.com/office/drawing/2014/main" id="{FE5DAC17-1BF5-4235-8D07-7E97797C51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3" y="1144"/>
              <a:ext cx="18" cy="42"/>
            </a:xfrm>
            <a:custGeom>
              <a:avLst/>
              <a:gdLst>
                <a:gd name="T0" fmla="*/ 41 w 12"/>
                <a:gd name="T1" fmla="*/ 0 h 28"/>
                <a:gd name="T2" fmla="*/ 0 w 12"/>
                <a:gd name="T3" fmla="*/ 95 h 28"/>
                <a:gd name="T4" fmla="*/ 27 w 12"/>
                <a:gd name="T5" fmla="*/ 45 h 28"/>
                <a:gd name="T6" fmla="*/ 39 w 12"/>
                <a:gd name="T7" fmla="*/ 8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28">
                  <a:moveTo>
                    <a:pt x="12" y="0"/>
                  </a:moveTo>
                  <a:cubicBezTo>
                    <a:pt x="7" y="8"/>
                    <a:pt x="2" y="19"/>
                    <a:pt x="0" y="28"/>
                  </a:cubicBezTo>
                  <a:cubicBezTo>
                    <a:pt x="3" y="23"/>
                    <a:pt x="7" y="19"/>
                    <a:pt x="8" y="13"/>
                  </a:cubicBezTo>
                  <a:cubicBezTo>
                    <a:pt x="9" y="9"/>
                    <a:pt x="9" y="5"/>
                    <a:pt x="11" y="2"/>
                  </a:cubicBezTo>
                </a:path>
              </a:pathLst>
            </a:custGeom>
            <a:solidFill>
              <a:srgbClr val="FAD7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030" name="Freeform 966">
              <a:extLst>
                <a:ext uri="{FF2B5EF4-FFF2-40B4-BE49-F238E27FC236}">
                  <a16:creationId xmlns:a16="http://schemas.microsoft.com/office/drawing/2014/main" id="{4CC3B8B8-0738-4446-A75D-8E952CBE62E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8" y="1021"/>
              <a:ext cx="61" cy="12"/>
            </a:xfrm>
            <a:custGeom>
              <a:avLst/>
              <a:gdLst>
                <a:gd name="T0" fmla="*/ 1 w 41"/>
                <a:gd name="T1" fmla="*/ 8 h 8"/>
                <a:gd name="T2" fmla="*/ 55 w 41"/>
                <a:gd name="T3" fmla="*/ 8 h 8"/>
                <a:gd name="T4" fmla="*/ 135 w 41"/>
                <a:gd name="T5" fmla="*/ 8 h 8"/>
                <a:gd name="T6" fmla="*/ 55 w 41"/>
                <a:gd name="T7" fmla="*/ 18 h 8"/>
                <a:gd name="T8" fmla="*/ 0 w 41"/>
                <a:gd name="T9" fmla="*/ 12 h 8"/>
                <a:gd name="T10" fmla="*/ 1 w 41"/>
                <a:gd name="T11" fmla="*/ 12 h 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1" h="8">
                  <a:moveTo>
                    <a:pt x="1" y="2"/>
                  </a:moveTo>
                  <a:cubicBezTo>
                    <a:pt x="7" y="3"/>
                    <a:pt x="12" y="0"/>
                    <a:pt x="17" y="2"/>
                  </a:cubicBezTo>
                  <a:cubicBezTo>
                    <a:pt x="25" y="4"/>
                    <a:pt x="32" y="3"/>
                    <a:pt x="41" y="2"/>
                  </a:cubicBezTo>
                  <a:cubicBezTo>
                    <a:pt x="34" y="8"/>
                    <a:pt x="25" y="5"/>
                    <a:pt x="17" y="5"/>
                  </a:cubicBezTo>
                  <a:cubicBezTo>
                    <a:pt x="12" y="5"/>
                    <a:pt x="4" y="6"/>
                    <a:pt x="0" y="3"/>
                  </a:cubicBezTo>
                  <a:cubicBezTo>
                    <a:pt x="0" y="3"/>
                    <a:pt x="0" y="3"/>
                    <a:pt x="1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031" name="Freeform 967">
              <a:extLst>
                <a:ext uri="{FF2B5EF4-FFF2-40B4-BE49-F238E27FC236}">
                  <a16:creationId xmlns:a16="http://schemas.microsoft.com/office/drawing/2014/main" id="{DCD8D95A-1A44-4302-95BE-89F46231C8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6" y="984"/>
              <a:ext cx="64" cy="72"/>
            </a:xfrm>
            <a:custGeom>
              <a:avLst/>
              <a:gdLst>
                <a:gd name="T0" fmla="*/ 134 w 42"/>
                <a:gd name="T1" fmla="*/ 0 h 48"/>
                <a:gd name="T2" fmla="*/ 88 w 42"/>
                <a:gd name="T3" fmla="*/ 27 h 48"/>
                <a:gd name="T4" fmla="*/ 41 w 42"/>
                <a:gd name="T5" fmla="*/ 54 h 48"/>
                <a:gd name="T6" fmla="*/ 27 w 42"/>
                <a:gd name="T7" fmla="*/ 162 h 48"/>
                <a:gd name="T8" fmla="*/ 40 w 42"/>
                <a:gd name="T9" fmla="*/ 99 h 48"/>
                <a:gd name="T10" fmla="*/ 94 w 42"/>
                <a:gd name="T11" fmla="*/ 59 h 48"/>
                <a:gd name="T12" fmla="*/ 137 w 42"/>
                <a:gd name="T13" fmla="*/ 21 h 48"/>
                <a:gd name="T14" fmla="*/ 134 w 42"/>
                <a:gd name="T15" fmla="*/ 5 h 4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2" h="48">
                  <a:moveTo>
                    <a:pt x="38" y="0"/>
                  </a:moveTo>
                  <a:cubicBezTo>
                    <a:pt x="36" y="4"/>
                    <a:pt x="28" y="6"/>
                    <a:pt x="25" y="8"/>
                  </a:cubicBezTo>
                  <a:cubicBezTo>
                    <a:pt x="20" y="10"/>
                    <a:pt x="15" y="12"/>
                    <a:pt x="12" y="16"/>
                  </a:cubicBezTo>
                  <a:cubicBezTo>
                    <a:pt x="4" y="24"/>
                    <a:pt x="0" y="39"/>
                    <a:pt x="8" y="48"/>
                  </a:cubicBezTo>
                  <a:cubicBezTo>
                    <a:pt x="6" y="42"/>
                    <a:pt x="7" y="34"/>
                    <a:pt x="11" y="29"/>
                  </a:cubicBezTo>
                  <a:cubicBezTo>
                    <a:pt x="14" y="23"/>
                    <a:pt x="21" y="20"/>
                    <a:pt x="27" y="17"/>
                  </a:cubicBezTo>
                  <a:cubicBezTo>
                    <a:pt x="31" y="14"/>
                    <a:pt x="36" y="11"/>
                    <a:pt x="39" y="6"/>
                  </a:cubicBezTo>
                  <a:cubicBezTo>
                    <a:pt x="39" y="5"/>
                    <a:pt x="42" y="1"/>
                    <a:pt x="38" y="1"/>
                  </a:cubicBezTo>
                </a:path>
              </a:pathLst>
            </a:custGeom>
            <a:solidFill>
              <a:srgbClr val="FAD7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032" name="Freeform 968">
              <a:extLst>
                <a:ext uri="{FF2B5EF4-FFF2-40B4-BE49-F238E27FC236}">
                  <a16:creationId xmlns:a16="http://schemas.microsoft.com/office/drawing/2014/main" id="{8503535D-2C23-4FBC-BA73-C46E5701C84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0" y="993"/>
              <a:ext cx="26" cy="36"/>
            </a:xfrm>
            <a:custGeom>
              <a:avLst/>
              <a:gdLst>
                <a:gd name="T0" fmla="*/ 0 w 17"/>
                <a:gd name="T1" fmla="*/ 0 h 24"/>
                <a:gd name="T2" fmla="*/ 26 w 17"/>
                <a:gd name="T3" fmla="*/ 53 h 24"/>
                <a:gd name="T4" fmla="*/ 47 w 17"/>
                <a:gd name="T5" fmla="*/ 80 h 24"/>
                <a:gd name="T6" fmla="*/ 57 w 17"/>
                <a:gd name="T7" fmla="*/ 62 h 24"/>
                <a:gd name="T8" fmla="*/ 32 w 17"/>
                <a:gd name="T9" fmla="*/ 18 h 24"/>
                <a:gd name="T10" fmla="*/ 0 w 17"/>
                <a:gd name="T11" fmla="*/ 5 h 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" h="24">
                  <a:moveTo>
                    <a:pt x="0" y="0"/>
                  </a:moveTo>
                  <a:cubicBezTo>
                    <a:pt x="3" y="4"/>
                    <a:pt x="4" y="10"/>
                    <a:pt x="7" y="15"/>
                  </a:cubicBezTo>
                  <a:cubicBezTo>
                    <a:pt x="8" y="17"/>
                    <a:pt x="10" y="22"/>
                    <a:pt x="13" y="23"/>
                  </a:cubicBezTo>
                  <a:cubicBezTo>
                    <a:pt x="17" y="24"/>
                    <a:pt x="16" y="20"/>
                    <a:pt x="16" y="18"/>
                  </a:cubicBezTo>
                  <a:cubicBezTo>
                    <a:pt x="15" y="13"/>
                    <a:pt x="13" y="9"/>
                    <a:pt x="9" y="5"/>
                  </a:cubicBezTo>
                  <a:cubicBezTo>
                    <a:pt x="6" y="3"/>
                    <a:pt x="3" y="3"/>
                    <a:pt x="0" y="1"/>
                  </a:cubicBezTo>
                </a:path>
              </a:pathLst>
            </a:custGeom>
            <a:solidFill>
              <a:srgbClr val="FAD7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033" name="Freeform 969">
              <a:extLst>
                <a:ext uri="{FF2B5EF4-FFF2-40B4-BE49-F238E27FC236}">
                  <a16:creationId xmlns:a16="http://schemas.microsoft.com/office/drawing/2014/main" id="{2F7B4DCF-E2CA-42C0-8746-2D60BEEC22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1" y="903"/>
              <a:ext cx="12" cy="64"/>
            </a:xfrm>
            <a:custGeom>
              <a:avLst/>
              <a:gdLst>
                <a:gd name="T0" fmla="*/ 0 w 8"/>
                <a:gd name="T1" fmla="*/ 0 h 43"/>
                <a:gd name="T2" fmla="*/ 8 w 8"/>
                <a:gd name="T3" fmla="*/ 27 h 43"/>
                <a:gd name="T4" fmla="*/ 8 w 8"/>
                <a:gd name="T5" fmla="*/ 67 h 43"/>
                <a:gd name="T6" fmla="*/ 12 w 8"/>
                <a:gd name="T7" fmla="*/ 101 h 43"/>
                <a:gd name="T8" fmla="*/ 12 w 8"/>
                <a:gd name="T9" fmla="*/ 141 h 43"/>
                <a:gd name="T10" fmla="*/ 21 w 8"/>
                <a:gd name="T11" fmla="*/ 94 h 43"/>
                <a:gd name="T12" fmla="*/ 21 w 8"/>
                <a:gd name="T13" fmla="*/ 40 h 43"/>
                <a:gd name="T14" fmla="*/ 0 w 8"/>
                <a:gd name="T15" fmla="*/ 0 h 4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" h="43">
                  <a:moveTo>
                    <a:pt x="0" y="0"/>
                  </a:moveTo>
                  <a:cubicBezTo>
                    <a:pt x="0" y="3"/>
                    <a:pt x="2" y="5"/>
                    <a:pt x="2" y="8"/>
                  </a:cubicBezTo>
                  <a:cubicBezTo>
                    <a:pt x="3" y="12"/>
                    <a:pt x="2" y="16"/>
                    <a:pt x="2" y="20"/>
                  </a:cubicBezTo>
                  <a:cubicBezTo>
                    <a:pt x="2" y="24"/>
                    <a:pt x="3" y="27"/>
                    <a:pt x="3" y="31"/>
                  </a:cubicBezTo>
                  <a:cubicBezTo>
                    <a:pt x="3" y="35"/>
                    <a:pt x="2" y="39"/>
                    <a:pt x="3" y="43"/>
                  </a:cubicBezTo>
                  <a:cubicBezTo>
                    <a:pt x="3" y="38"/>
                    <a:pt x="5" y="33"/>
                    <a:pt x="6" y="28"/>
                  </a:cubicBezTo>
                  <a:cubicBezTo>
                    <a:pt x="7" y="23"/>
                    <a:pt x="8" y="17"/>
                    <a:pt x="6" y="12"/>
                  </a:cubicBezTo>
                  <a:cubicBezTo>
                    <a:pt x="5" y="8"/>
                    <a:pt x="4" y="1"/>
                    <a:pt x="0" y="0"/>
                  </a:cubicBezTo>
                </a:path>
              </a:pathLst>
            </a:custGeom>
            <a:solidFill>
              <a:srgbClr val="FAD7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034" name="Freeform 970">
              <a:extLst>
                <a:ext uri="{FF2B5EF4-FFF2-40B4-BE49-F238E27FC236}">
                  <a16:creationId xmlns:a16="http://schemas.microsoft.com/office/drawing/2014/main" id="{EBAD9DA3-346C-4F0E-97DC-9ECD630791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0" y="969"/>
              <a:ext cx="53" cy="34"/>
            </a:xfrm>
            <a:custGeom>
              <a:avLst/>
              <a:gdLst>
                <a:gd name="T0" fmla="*/ 117 w 35"/>
                <a:gd name="T1" fmla="*/ 9 h 23"/>
                <a:gd name="T2" fmla="*/ 94 w 35"/>
                <a:gd name="T3" fmla="*/ 28 h 23"/>
                <a:gd name="T4" fmla="*/ 62 w 35"/>
                <a:gd name="T5" fmla="*/ 40 h 23"/>
                <a:gd name="T6" fmla="*/ 0 w 35"/>
                <a:gd name="T7" fmla="*/ 74 h 23"/>
                <a:gd name="T8" fmla="*/ 41 w 35"/>
                <a:gd name="T9" fmla="*/ 41 h 23"/>
                <a:gd name="T10" fmla="*/ 76 w 35"/>
                <a:gd name="T11" fmla="*/ 27 h 23"/>
                <a:gd name="T12" fmla="*/ 108 w 35"/>
                <a:gd name="T13" fmla="*/ 6 h 23"/>
                <a:gd name="T14" fmla="*/ 117 w 35"/>
                <a:gd name="T15" fmla="*/ 9 h 2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5" h="23">
                  <a:moveTo>
                    <a:pt x="34" y="3"/>
                  </a:moveTo>
                  <a:cubicBezTo>
                    <a:pt x="31" y="6"/>
                    <a:pt x="30" y="7"/>
                    <a:pt x="27" y="9"/>
                  </a:cubicBezTo>
                  <a:cubicBezTo>
                    <a:pt x="24" y="10"/>
                    <a:pt x="21" y="11"/>
                    <a:pt x="18" y="12"/>
                  </a:cubicBezTo>
                  <a:cubicBezTo>
                    <a:pt x="12" y="15"/>
                    <a:pt x="5" y="18"/>
                    <a:pt x="0" y="23"/>
                  </a:cubicBezTo>
                  <a:cubicBezTo>
                    <a:pt x="0" y="20"/>
                    <a:pt x="9" y="15"/>
                    <a:pt x="12" y="13"/>
                  </a:cubicBezTo>
                  <a:cubicBezTo>
                    <a:pt x="15" y="12"/>
                    <a:pt x="19" y="10"/>
                    <a:pt x="22" y="8"/>
                  </a:cubicBezTo>
                  <a:cubicBezTo>
                    <a:pt x="25" y="6"/>
                    <a:pt x="28" y="4"/>
                    <a:pt x="31" y="2"/>
                  </a:cubicBezTo>
                  <a:cubicBezTo>
                    <a:pt x="32" y="1"/>
                    <a:pt x="35" y="0"/>
                    <a:pt x="34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035" name="Freeform 971">
              <a:extLst>
                <a:ext uri="{FF2B5EF4-FFF2-40B4-BE49-F238E27FC236}">
                  <a16:creationId xmlns:a16="http://schemas.microsoft.com/office/drawing/2014/main" id="{2EF82BFA-08E6-46AA-806B-F1E8161B5E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8" y="949"/>
              <a:ext cx="8" cy="39"/>
            </a:xfrm>
            <a:custGeom>
              <a:avLst/>
              <a:gdLst>
                <a:gd name="T0" fmla="*/ 13 w 5"/>
                <a:gd name="T1" fmla="*/ 0 h 26"/>
                <a:gd name="T2" fmla="*/ 0 w 5"/>
                <a:gd name="T3" fmla="*/ 53 h 26"/>
                <a:gd name="T4" fmla="*/ 13 w 5"/>
                <a:gd name="T5" fmla="*/ 89 h 26"/>
                <a:gd name="T6" fmla="*/ 13 w 5"/>
                <a:gd name="T7" fmla="*/ 32 h 26"/>
                <a:gd name="T8" fmla="*/ 13 w 5"/>
                <a:gd name="T9" fmla="*/ 5 h 26"/>
                <a:gd name="T10" fmla="*/ 13 w 5"/>
                <a:gd name="T11" fmla="*/ 8 h 2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" h="26">
                  <a:moveTo>
                    <a:pt x="3" y="0"/>
                  </a:moveTo>
                  <a:cubicBezTo>
                    <a:pt x="1" y="5"/>
                    <a:pt x="1" y="10"/>
                    <a:pt x="0" y="15"/>
                  </a:cubicBezTo>
                  <a:cubicBezTo>
                    <a:pt x="0" y="19"/>
                    <a:pt x="0" y="23"/>
                    <a:pt x="3" y="26"/>
                  </a:cubicBezTo>
                  <a:cubicBezTo>
                    <a:pt x="4" y="21"/>
                    <a:pt x="3" y="14"/>
                    <a:pt x="3" y="9"/>
                  </a:cubicBezTo>
                  <a:cubicBezTo>
                    <a:pt x="4" y="8"/>
                    <a:pt x="5" y="2"/>
                    <a:pt x="3" y="1"/>
                  </a:cubicBezTo>
                  <a:cubicBezTo>
                    <a:pt x="3" y="1"/>
                    <a:pt x="3" y="1"/>
                    <a:pt x="3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036" name="Freeform 972">
              <a:extLst>
                <a:ext uri="{FF2B5EF4-FFF2-40B4-BE49-F238E27FC236}">
                  <a16:creationId xmlns:a16="http://schemas.microsoft.com/office/drawing/2014/main" id="{0C192455-372B-430C-B9ED-67201AABEC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1" y="1071"/>
              <a:ext cx="197" cy="65"/>
            </a:xfrm>
            <a:custGeom>
              <a:avLst/>
              <a:gdLst>
                <a:gd name="T0" fmla="*/ 0 w 131"/>
                <a:gd name="T1" fmla="*/ 41 h 44"/>
                <a:gd name="T2" fmla="*/ 95 w 131"/>
                <a:gd name="T3" fmla="*/ 106 h 44"/>
                <a:gd name="T4" fmla="*/ 331 w 131"/>
                <a:gd name="T5" fmla="*/ 90 h 44"/>
                <a:gd name="T6" fmla="*/ 445 w 131"/>
                <a:gd name="T7" fmla="*/ 0 h 4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1" h="44">
                  <a:moveTo>
                    <a:pt x="0" y="13"/>
                  </a:moveTo>
                  <a:cubicBezTo>
                    <a:pt x="0" y="13"/>
                    <a:pt x="17" y="35"/>
                    <a:pt x="28" y="33"/>
                  </a:cubicBezTo>
                  <a:cubicBezTo>
                    <a:pt x="38" y="30"/>
                    <a:pt x="73" y="44"/>
                    <a:pt x="97" y="28"/>
                  </a:cubicBezTo>
                  <a:cubicBezTo>
                    <a:pt x="121" y="11"/>
                    <a:pt x="127" y="12"/>
                    <a:pt x="131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037" name="Freeform 973">
              <a:extLst>
                <a:ext uri="{FF2B5EF4-FFF2-40B4-BE49-F238E27FC236}">
                  <a16:creationId xmlns:a16="http://schemas.microsoft.com/office/drawing/2014/main" id="{18689EF4-922E-4E20-BF81-D24759DE11E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2" y="1133"/>
              <a:ext cx="19" cy="50"/>
            </a:xfrm>
            <a:custGeom>
              <a:avLst/>
              <a:gdLst>
                <a:gd name="T0" fmla="*/ 48 w 12"/>
                <a:gd name="T1" fmla="*/ 0 h 33"/>
                <a:gd name="T2" fmla="*/ 16 w 12"/>
                <a:gd name="T3" fmla="*/ 67 h 33"/>
                <a:gd name="T4" fmla="*/ 0 w 12"/>
                <a:gd name="T5" fmla="*/ 115 h 33"/>
                <a:gd name="T6" fmla="*/ 5 w 12"/>
                <a:gd name="T7" fmla="*/ 59 h 33"/>
                <a:gd name="T8" fmla="*/ 48 w 12"/>
                <a:gd name="T9" fmla="*/ 0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33">
                  <a:moveTo>
                    <a:pt x="12" y="0"/>
                  </a:moveTo>
                  <a:cubicBezTo>
                    <a:pt x="12" y="0"/>
                    <a:pt x="4" y="10"/>
                    <a:pt x="4" y="19"/>
                  </a:cubicBezTo>
                  <a:cubicBezTo>
                    <a:pt x="3" y="28"/>
                    <a:pt x="0" y="33"/>
                    <a:pt x="0" y="33"/>
                  </a:cubicBezTo>
                  <a:cubicBezTo>
                    <a:pt x="0" y="33"/>
                    <a:pt x="1" y="21"/>
                    <a:pt x="1" y="17"/>
                  </a:cubicBezTo>
                  <a:cubicBezTo>
                    <a:pt x="0" y="14"/>
                    <a:pt x="4" y="4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038" name="Freeform 974">
              <a:extLst>
                <a:ext uri="{FF2B5EF4-FFF2-40B4-BE49-F238E27FC236}">
                  <a16:creationId xmlns:a16="http://schemas.microsoft.com/office/drawing/2014/main" id="{90798D2B-C13F-4519-96D6-C0976C3CB2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4" y="1107"/>
              <a:ext cx="45" cy="19"/>
            </a:xfrm>
            <a:custGeom>
              <a:avLst/>
              <a:gdLst>
                <a:gd name="T0" fmla="*/ 0 w 30"/>
                <a:gd name="T1" fmla="*/ 9 h 13"/>
                <a:gd name="T2" fmla="*/ 102 w 30"/>
                <a:gd name="T3" fmla="*/ 22 h 13"/>
                <a:gd name="T4" fmla="*/ 5 w 30"/>
                <a:gd name="T5" fmla="*/ 6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13">
                  <a:moveTo>
                    <a:pt x="0" y="3"/>
                  </a:moveTo>
                  <a:cubicBezTo>
                    <a:pt x="7" y="6"/>
                    <a:pt x="23" y="13"/>
                    <a:pt x="30" y="7"/>
                  </a:cubicBezTo>
                  <a:cubicBezTo>
                    <a:pt x="25" y="0"/>
                    <a:pt x="9" y="4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039" name="Freeform 975">
              <a:extLst>
                <a:ext uri="{FF2B5EF4-FFF2-40B4-BE49-F238E27FC236}">
                  <a16:creationId xmlns:a16="http://schemas.microsoft.com/office/drawing/2014/main" id="{4CA95BFB-FED5-488C-8E6A-27590BC0AF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5" y="3589"/>
              <a:ext cx="193" cy="481"/>
            </a:xfrm>
            <a:custGeom>
              <a:avLst/>
              <a:gdLst>
                <a:gd name="T0" fmla="*/ 0 w 128"/>
                <a:gd name="T1" fmla="*/ 0 h 321"/>
                <a:gd name="T2" fmla="*/ 62 w 128"/>
                <a:gd name="T3" fmla="*/ 400 h 321"/>
                <a:gd name="T4" fmla="*/ 62 w 128"/>
                <a:gd name="T5" fmla="*/ 572 h 321"/>
                <a:gd name="T6" fmla="*/ 45 w 128"/>
                <a:gd name="T7" fmla="*/ 784 h 321"/>
                <a:gd name="T8" fmla="*/ 68 w 128"/>
                <a:gd name="T9" fmla="*/ 865 h 321"/>
                <a:gd name="T10" fmla="*/ 72 w 128"/>
                <a:gd name="T11" fmla="*/ 952 h 321"/>
                <a:gd name="T12" fmla="*/ 93 w 128"/>
                <a:gd name="T13" fmla="*/ 1023 h 321"/>
                <a:gd name="T14" fmla="*/ 148 w 128"/>
                <a:gd name="T15" fmla="*/ 1067 h 321"/>
                <a:gd name="T16" fmla="*/ 229 w 128"/>
                <a:gd name="T17" fmla="*/ 1040 h 321"/>
                <a:gd name="T18" fmla="*/ 305 w 128"/>
                <a:gd name="T19" fmla="*/ 1046 h 321"/>
                <a:gd name="T20" fmla="*/ 371 w 128"/>
                <a:gd name="T21" fmla="*/ 1037 h 321"/>
                <a:gd name="T22" fmla="*/ 372 w 128"/>
                <a:gd name="T23" fmla="*/ 1017 h 321"/>
                <a:gd name="T24" fmla="*/ 377 w 128"/>
                <a:gd name="T25" fmla="*/ 1019 h 321"/>
                <a:gd name="T26" fmla="*/ 413 w 128"/>
                <a:gd name="T27" fmla="*/ 999 h 321"/>
                <a:gd name="T28" fmla="*/ 418 w 128"/>
                <a:gd name="T29" fmla="*/ 978 h 321"/>
                <a:gd name="T30" fmla="*/ 418 w 128"/>
                <a:gd name="T31" fmla="*/ 978 h 321"/>
                <a:gd name="T32" fmla="*/ 425 w 128"/>
                <a:gd name="T33" fmla="*/ 972 h 321"/>
                <a:gd name="T34" fmla="*/ 413 w 128"/>
                <a:gd name="T35" fmla="*/ 905 h 321"/>
                <a:gd name="T36" fmla="*/ 377 w 128"/>
                <a:gd name="T37" fmla="*/ 851 h 321"/>
                <a:gd name="T38" fmla="*/ 330 w 128"/>
                <a:gd name="T39" fmla="*/ 790 h 321"/>
                <a:gd name="T40" fmla="*/ 261 w 128"/>
                <a:gd name="T41" fmla="*/ 626 h 321"/>
                <a:gd name="T42" fmla="*/ 264 w 128"/>
                <a:gd name="T43" fmla="*/ 521 h 321"/>
                <a:gd name="T44" fmla="*/ 296 w 128"/>
                <a:gd name="T45" fmla="*/ 244 h 321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28" h="321">
                  <a:moveTo>
                    <a:pt x="0" y="0"/>
                  </a:moveTo>
                  <a:cubicBezTo>
                    <a:pt x="0" y="15"/>
                    <a:pt x="20" y="95"/>
                    <a:pt x="18" y="119"/>
                  </a:cubicBezTo>
                  <a:cubicBezTo>
                    <a:pt x="15" y="143"/>
                    <a:pt x="17" y="156"/>
                    <a:pt x="18" y="170"/>
                  </a:cubicBezTo>
                  <a:cubicBezTo>
                    <a:pt x="19" y="176"/>
                    <a:pt x="13" y="222"/>
                    <a:pt x="13" y="233"/>
                  </a:cubicBezTo>
                  <a:cubicBezTo>
                    <a:pt x="14" y="247"/>
                    <a:pt x="20" y="249"/>
                    <a:pt x="20" y="257"/>
                  </a:cubicBezTo>
                  <a:cubicBezTo>
                    <a:pt x="21" y="272"/>
                    <a:pt x="22" y="272"/>
                    <a:pt x="21" y="283"/>
                  </a:cubicBezTo>
                  <a:cubicBezTo>
                    <a:pt x="20" y="295"/>
                    <a:pt x="23" y="299"/>
                    <a:pt x="27" y="304"/>
                  </a:cubicBezTo>
                  <a:cubicBezTo>
                    <a:pt x="32" y="309"/>
                    <a:pt x="35" y="315"/>
                    <a:pt x="43" y="317"/>
                  </a:cubicBezTo>
                  <a:cubicBezTo>
                    <a:pt x="51" y="319"/>
                    <a:pt x="64" y="321"/>
                    <a:pt x="67" y="309"/>
                  </a:cubicBezTo>
                  <a:cubicBezTo>
                    <a:pt x="72" y="317"/>
                    <a:pt x="83" y="316"/>
                    <a:pt x="89" y="311"/>
                  </a:cubicBezTo>
                  <a:cubicBezTo>
                    <a:pt x="93" y="317"/>
                    <a:pt x="104" y="314"/>
                    <a:pt x="108" y="308"/>
                  </a:cubicBezTo>
                  <a:cubicBezTo>
                    <a:pt x="109" y="306"/>
                    <a:pt x="109" y="304"/>
                    <a:pt x="109" y="302"/>
                  </a:cubicBezTo>
                  <a:cubicBezTo>
                    <a:pt x="110" y="303"/>
                    <a:pt x="110" y="303"/>
                    <a:pt x="110" y="303"/>
                  </a:cubicBezTo>
                  <a:cubicBezTo>
                    <a:pt x="115" y="303"/>
                    <a:pt x="121" y="301"/>
                    <a:pt x="121" y="297"/>
                  </a:cubicBezTo>
                  <a:cubicBezTo>
                    <a:pt x="122" y="295"/>
                    <a:pt x="122" y="293"/>
                    <a:pt x="122" y="291"/>
                  </a:cubicBezTo>
                  <a:cubicBezTo>
                    <a:pt x="122" y="291"/>
                    <a:pt x="122" y="291"/>
                    <a:pt x="122" y="291"/>
                  </a:cubicBezTo>
                  <a:cubicBezTo>
                    <a:pt x="123" y="291"/>
                    <a:pt x="123" y="290"/>
                    <a:pt x="124" y="289"/>
                  </a:cubicBezTo>
                  <a:cubicBezTo>
                    <a:pt x="128" y="285"/>
                    <a:pt x="122" y="276"/>
                    <a:pt x="121" y="269"/>
                  </a:cubicBezTo>
                  <a:cubicBezTo>
                    <a:pt x="118" y="261"/>
                    <a:pt x="116" y="257"/>
                    <a:pt x="110" y="253"/>
                  </a:cubicBezTo>
                  <a:cubicBezTo>
                    <a:pt x="105" y="249"/>
                    <a:pt x="103" y="243"/>
                    <a:pt x="96" y="235"/>
                  </a:cubicBezTo>
                  <a:cubicBezTo>
                    <a:pt x="89" y="228"/>
                    <a:pt x="75" y="188"/>
                    <a:pt x="76" y="186"/>
                  </a:cubicBezTo>
                  <a:cubicBezTo>
                    <a:pt x="80" y="175"/>
                    <a:pt x="79" y="161"/>
                    <a:pt x="77" y="155"/>
                  </a:cubicBezTo>
                  <a:cubicBezTo>
                    <a:pt x="76" y="146"/>
                    <a:pt x="79" y="114"/>
                    <a:pt x="86" y="73"/>
                  </a:cubicBezTo>
                </a:path>
              </a:pathLst>
            </a:custGeom>
            <a:solidFill>
              <a:srgbClr val="FEF3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040" name="Freeform 976">
              <a:extLst>
                <a:ext uri="{FF2B5EF4-FFF2-40B4-BE49-F238E27FC236}">
                  <a16:creationId xmlns:a16="http://schemas.microsoft.com/office/drawing/2014/main" id="{9F776E2F-E8C2-4269-8254-D9FB91986E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1" y="3577"/>
              <a:ext cx="193" cy="493"/>
            </a:xfrm>
            <a:custGeom>
              <a:avLst/>
              <a:gdLst>
                <a:gd name="T0" fmla="*/ 140 w 128"/>
                <a:gd name="T1" fmla="*/ 271 h 329"/>
                <a:gd name="T2" fmla="*/ 170 w 128"/>
                <a:gd name="T3" fmla="*/ 548 h 329"/>
                <a:gd name="T4" fmla="*/ 178 w 128"/>
                <a:gd name="T5" fmla="*/ 653 h 329"/>
                <a:gd name="T6" fmla="*/ 107 w 128"/>
                <a:gd name="T7" fmla="*/ 817 h 329"/>
                <a:gd name="T8" fmla="*/ 59 w 128"/>
                <a:gd name="T9" fmla="*/ 878 h 329"/>
                <a:gd name="T10" fmla="*/ 26 w 128"/>
                <a:gd name="T11" fmla="*/ 932 h 329"/>
                <a:gd name="T12" fmla="*/ 14 w 128"/>
                <a:gd name="T13" fmla="*/ 999 h 329"/>
                <a:gd name="T14" fmla="*/ 21 w 128"/>
                <a:gd name="T15" fmla="*/ 1005 h 329"/>
                <a:gd name="T16" fmla="*/ 21 w 128"/>
                <a:gd name="T17" fmla="*/ 1005 h 329"/>
                <a:gd name="T18" fmla="*/ 21 w 128"/>
                <a:gd name="T19" fmla="*/ 1026 h 329"/>
                <a:gd name="T20" fmla="*/ 62 w 128"/>
                <a:gd name="T21" fmla="*/ 1046 h 329"/>
                <a:gd name="T22" fmla="*/ 62 w 128"/>
                <a:gd name="T23" fmla="*/ 1044 h 329"/>
                <a:gd name="T24" fmla="*/ 68 w 128"/>
                <a:gd name="T25" fmla="*/ 1064 h 329"/>
                <a:gd name="T26" fmla="*/ 134 w 128"/>
                <a:gd name="T27" fmla="*/ 1073 h 329"/>
                <a:gd name="T28" fmla="*/ 210 w 128"/>
                <a:gd name="T29" fmla="*/ 1067 h 329"/>
                <a:gd name="T30" fmla="*/ 291 w 128"/>
                <a:gd name="T31" fmla="*/ 1094 h 329"/>
                <a:gd name="T32" fmla="*/ 344 w 128"/>
                <a:gd name="T33" fmla="*/ 1050 h 329"/>
                <a:gd name="T34" fmla="*/ 366 w 128"/>
                <a:gd name="T35" fmla="*/ 979 h 329"/>
                <a:gd name="T36" fmla="*/ 371 w 128"/>
                <a:gd name="T37" fmla="*/ 892 h 329"/>
                <a:gd name="T38" fmla="*/ 391 w 128"/>
                <a:gd name="T39" fmla="*/ 811 h 329"/>
                <a:gd name="T40" fmla="*/ 372 w 128"/>
                <a:gd name="T41" fmla="*/ 599 h 329"/>
                <a:gd name="T42" fmla="*/ 377 w 128"/>
                <a:gd name="T43" fmla="*/ 433 h 329"/>
                <a:gd name="T44" fmla="*/ 439 w 128"/>
                <a:gd name="T45" fmla="*/ 0 h 329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28" h="329">
                  <a:moveTo>
                    <a:pt x="41" y="81"/>
                  </a:moveTo>
                  <a:cubicBezTo>
                    <a:pt x="49" y="122"/>
                    <a:pt x="52" y="154"/>
                    <a:pt x="50" y="163"/>
                  </a:cubicBezTo>
                  <a:cubicBezTo>
                    <a:pt x="49" y="169"/>
                    <a:pt x="48" y="183"/>
                    <a:pt x="52" y="194"/>
                  </a:cubicBezTo>
                  <a:cubicBezTo>
                    <a:pt x="52" y="196"/>
                    <a:pt x="39" y="236"/>
                    <a:pt x="31" y="243"/>
                  </a:cubicBezTo>
                  <a:cubicBezTo>
                    <a:pt x="25" y="251"/>
                    <a:pt x="23" y="257"/>
                    <a:pt x="17" y="261"/>
                  </a:cubicBezTo>
                  <a:cubicBezTo>
                    <a:pt x="12" y="265"/>
                    <a:pt x="9" y="269"/>
                    <a:pt x="7" y="277"/>
                  </a:cubicBezTo>
                  <a:cubicBezTo>
                    <a:pt x="5" y="284"/>
                    <a:pt x="0" y="293"/>
                    <a:pt x="4" y="297"/>
                  </a:cubicBezTo>
                  <a:cubicBezTo>
                    <a:pt x="4" y="298"/>
                    <a:pt x="5" y="299"/>
                    <a:pt x="6" y="299"/>
                  </a:cubicBezTo>
                  <a:cubicBezTo>
                    <a:pt x="6" y="299"/>
                    <a:pt x="6" y="299"/>
                    <a:pt x="6" y="299"/>
                  </a:cubicBezTo>
                  <a:cubicBezTo>
                    <a:pt x="6" y="301"/>
                    <a:pt x="6" y="303"/>
                    <a:pt x="6" y="305"/>
                  </a:cubicBezTo>
                  <a:cubicBezTo>
                    <a:pt x="9" y="310"/>
                    <a:pt x="13" y="311"/>
                    <a:pt x="18" y="311"/>
                  </a:cubicBezTo>
                  <a:cubicBezTo>
                    <a:pt x="18" y="310"/>
                    <a:pt x="18" y="310"/>
                    <a:pt x="18" y="310"/>
                  </a:cubicBezTo>
                  <a:cubicBezTo>
                    <a:pt x="18" y="312"/>
                    <a:pt x="19" y="314"/>
                    <a:pt x="20" y="316"/>
                  </a:cubicBezTo>
                  <a:cubicBezTo>
                    <a:pt x="23" y="322"/>
                    <a:pt x="34" y="325"/>
                    <a:pt x="39" y="319"/>
                  </a:cubicBezTo>
                  <a:cubicBezTo>
                    <a:pt x="45" y="324"/>
                    <a:pt x="56" y="325"/>
                    <a:pt x="61" y="317"/>
                  </a:cubicBezTo>
                  <a:cubicBezTo>
                    <a:pt x="64" y="329"/>
                    <a:pt x="77" y="327"/>
                    <a:pt x="85" y="325"/>
                  </a:cubicBezTo>
                  <a:cubicBezTo>
                    <a:pt x="93" y="323"/>
                    <a:pt x="96" y="317"/>
                    <a:pt x="100" y="312"/>
                  </a:cubicBezTo>
                  <a:cubicBezTo>
                    <a:pt x="105" y="307"/>
                    <a:pt x="108" y="303"/>
                    <a:pt x="107" y="291"/>
                  </a:cubicBezTo>
                  <a:cubicBezTo>
                    <a:pt x="106" y="280"/>
                    <a:pt x="107" y="280"/>
                    <a:pt x="108" y="265"/>
                  </a:cubicBezTo>
                  <a:cubicBezTo>
                    <a:pt x="108" y="257"/>
                    <a:pt x="113" y="255"/>
                    <a:pt x="114" y="241"/>
                  </a:cubicBezTo>
                  <a:cubicBezTo>
                    <a:pt x="115" y="230"/>
                    <a:pt x="109" y="184"/>
                    <a:pt x="109" y="178"/>
                  </a:cubicBezTo>
                  <a:cubicBezTo>
                    <a:pt x="111" y="164"/>
                    <a:pt x="112" y="152"/>
                    <a:pt x="110" y="129"/>
                  </a:cubicBezTo>
                  <a:cubicBezTo>
                    <a:pt x="108" y="105"/>
                    <a:pt x="124" y="16"/>
                    <a:pt x="128" y="0"/>
                  </a:cubicBezTo>
                </a:path>
              </a:pathLst>
            </a:custGeom>
            <a:solidFill>
              <a:srgbClr val="FEF3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041" name="Freeform 977">
              <a:extLst>
                <a:ext uri="{FF2B5EF4-FFF2-40B4-BE49-F238E27FC236}">
                  <a16:creationId xmlns:a16="http://schemas.microsoft.com/office/drawing/2014/main" id="{1E050C1D-E55B-48F6-AD29-56FC420D44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1" y="3804"/>
              <a:ext cx="29" cy="185"/>
            </a:xfrm>
            <a:custGeom>
              <a:avLst/>
              <a:gdLst>
                <a:gd name="T0" fmla="*/ 35 w 19"/>
                <a:gd name="T1" fmla="*/ 39 h 123"/>
                <a:gd name="T2" fmla="*/ 35 w 19"/>
                <a:gd name="T3" fmla="*/ 134 h 123"/>
                <a:gd name="T4" fmla="*/ 53 w 19"/>
                <a:gd name="T5" fmla="*/ 211 h 123"/>
                <a:gd name="T6" fmla="*/ 26 w 19"/>
                <a:gd name="T7" fmla="*/ 418 h 123"/>
                <a:gd name="T8" fmla="*/ 35 w 19"/>
                <a:gd name="T9" fmla="*/ 299 h 123"/>
                <a:gd name="T10" fmla="*/ 40 w 19"/>
                <a:gd name="T11" fmla="*/ 257 h 123"/>
                <a:gd name="T12" fmla="*/ 12 w 19"/>
                <a:gd name="T13" fmla="*/ 238 h 123"/>
                <a:gd name="T14" fmla="*/ 18 w 19"/>
                <a:gd name="T15" fmla="*/ 153 h 123"/>
                <a:gd name="T16" fmla="*/ 27 w 19"/>
                <a:gd name="T17" fmla="*/ 0 h 12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9" h="123">
                  <a:moveTo>
                    <a:pt x="10" y="11"/>
                  </a:moveTo>
                  <a:cubicBezTo>
                    <a:pt x="12" y="21"/>
                    <a:pt x="8" y="30"/>
                    <a:pt x="10" y="39"/>
                  </a:cubicBezTo>
                  <a:cubicBezTo>
                    <a:pt x="11" y="47"/>
                    <a:pt x="14" y="54"/>
                    <a:pt x="15" y="62"/>
                  </a:cubicBezTo>
                  <a:cubicBezTo>
                    <a:pt x="19" y="86"/>
                    <a:pt x="13" y="101"/>
                    <a:pt x="7" y="123"/>
                  </a:cubicBezTo>
                  <a:cubicBezTo>
                    <a:pt x="6" y="112"/>
                    <a:pt x="10" y="99"/>
                    <a:pt x="10" y="88"/>
                  </a:cubicBezTo>
                  <a:cubicBezTo>
                    <a:pt x="11" y="84"/>
                    <a:pt x="12" y="80"/>
                    <a:pt x="11" y="76"/>
                  </a:cubicBezTo>
                  <a:cubicBezTo>
                    <a:pt x="9" y="71"/>
                    <a:pt x="5" y="74"/>
                    <a:pt x="3" y="70"/>
                  </a:cubicBezTo>
                  <a:cubicBezTo>
                    <a:pt x="0" y="65"/>
                    <a:pt x="4" y="52"/>
                    <a:pt x="5" y="45"/>
                  </a:cubicBezTo>
                  <a:cubicBezTo>
                    <a:pt x="7" y="31"/>
                    <a:pt x="8" y="14"/>
                    <a:pt x="8" y="0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042" name="Freeform 978">
              <a:extLst>
                <a:ext uri="{FF2B5EF4-FFF2-40B4-BE49-F238E27FC236}">
                  <a16:creationId xmlns:a16="http://schemas.microsoft.com/office/drawing/2014/main" id="{7950A77C-D507-446A-AC65-1C1013B7DF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4" y="3974"/>
              <a:ext cx="55" cy="85"/>
            </a:xfrm>
            <a:custGeom>
              <a:avLst/>
              <a:gdLst>
                <a:gd name="T0" fmla="*/ 22 w 37"/>
                <a:gd name="T1" fmla="*/ 189 h 57"/>
                <a:gd name="T2" fmla="*/ 100 w 37"/>
                <a:gd name="T3" fmla="*/ 136 h 57"/>
                <a:gd name="T4" fmla="*/ 114 w 37"/>
                <a:gd name="T5" fmla="*/ 0 h 57"/>
                <a:gd name="T6" fmla="*/ 67 w 37"/>
                <a:gd name="T7" fmla="*/ 95 h 57"/>
                <a:gd name="T8" fmla="*/ 0 w 37"/>
                <a:gd name="T9" fmla="*/ 176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" h="57">
                  <a:moveTo>
                    <a:pt x="7" y="57"/>
                  </a:moveTo>
                  <a:cubicBezTo>
                    <a:pt x="17" y="56"/>
                    <a:pt x="24" y="52"/>
                    <a:pt x="30" y="41"/>
                  </a:cubicBezTo>
                  <a:cubicBezTo>
                    <a:pt x="37" y="28"/>
                    <a:pt x="35" y="16"/>
                    <a:pt x="35" y="0"/>
                  </a:cubicBezTo>
                  <a:cubicBezTo>
                    <a:pt x="30" y="9"/>
                    <a:pt x="33" y="30"/>
                    <a:pt x="20" y="29"/>
                  </a:cubicBezTo>
                  <a:cubicBezTo>
                    <a:pt x="21" y="46"/>
                    <a:pt x="11" y="50"/>
                    <a:pt x="0" y="53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043" name="Freeform 979">
              <a:extLst>
                <a:ext uri="{FF2B5EF4-FFF2-40B4-BE49-F238E27FC236}">
                  <a16:creationId xmlns:a16="http://schemas.microsoft.com/office/drawing/2014/main" id="{55D16496-D405-4C98-A4EC-E86409CFBC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1" y="3945"/>
              <a:ext cx="49" cy="110"/>
            </a:xfrm>
            <a:custGeom>
              <a:avLst/>
              <a:gdLst>
                <a:gd name="T0" fmla="*/ 0 w 32"/>
                <a:gd name="T1" fmla="*/ 12 h 73"/>
                <a:gd name="T2" fmla="*/ 18 w 32"/>
                <a:gd name="T3" fmla="*/ 113 h 73"/>
                <a:gd name="T4" fmla="*/ 32 w 32"/>
                <a:gd name="T5" fmla="*/ 188 h 73"/>
                <a:gd name="T6" fmla="*/ 66 w 32"/>
                <a:gd name="T7" fmla="*/ 238 h 73"/>
                <a:gd name="T8" fmla="*/ 115 w 32"/>
                <a:gd name="T9" fmla="*/ 229 h 73"/>
                <a:gd name="T10" fmla="*/ 54 w 32"/>
                <a:gd name="T11" fmla="*/ 134 h 73"/>
                <a:gd name="T12" fmla="*/ 35 w 32"/>
                <a:gd name="T13" fmla="*/ 75 h 73"/>
                <a:gd name="T14" fmla="*/ 8 w 32"/>
                <a:gd name="T15" fmla="*/ 0 h 7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2" h="73">
                  <a:moveTo>
                    <a:pt x="0" y="3"/>
                  </a:moveTo>
                  <a:cubicBezTo>
                    <a:pt x="5" y="10"/>
                    <a:pt x="5" y="23"/>
                    <a:pt x="5" y="33"/>
                  </a:cubicBezTo>
                  <a:cubicBezTo>
                    <a:pt x="5" y="44"/>
                    <a:pt x="7" y="45"/>
                    <a:pt x="9" y="55"/>
                  </a:cubicBezTo>
                  <a:cubicBezTo>
                    <a:pt x="12" y="63"/>
                    <a:pt x="10" y="67"/>
                    <a:pt x="18" y="70"/>
                  </a:cubicBezTo>
                  <a:cubicBezTo>
                    <a:pt x="22" y="72"/>
                    <a:pt x="30" y="73"/>
                    <a:pt x="32" y="67"/>
                  </a:cubicBezTo>
                  <a:cubicBezTo>
                    <a:pt x="16" y="70"/>
                    <a:pt x="14" y="56"/>
                    <a:pt x="15" y="39"/>
                  </a:cubicBezTo>
                  <a:cubicBezTo>
                    <a:pt x="11" y="37"/>
                    <a:pt x="11" y="27"/>
                    <a:pt x="10" y="22"/>
                  </a:cubicBezTo>
                  <a:cubicBezTo>
                    <a:pt x="8" y="15"/>
                    <a:pt x="1" y="8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044" name="Freeform 980">
              <a:extLst>
                <a:ext uri="{FF2B5EF4-FFF2-40B4-BE49-F238E27FC236}">
                  <a16:creationId xmlns:a16="http://schemas.microsoft.com/office/drawing/2014/main" id="{61F26AA4-60AB-4314-9392-B55D574F24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2" y="3972"/>
              <a:ext cx="77" cy="84"/>
            </a:xfrm>
            <a:custGeom>
              <a:avLst/>
              <a:gdLst>
                <a:gd name="T0" fmla="*/ 75 w 51"/>
                <a:gd name="T1" fmla="*/ 176 h 56"/>
                <a:gd name="T2" fmla="*/ 113 w 51"/>
                <a:gd name="T3" fmla="*/ 143 h 56"/>
                <a:gd name="T4" fmla="*/ 162 w 51"/>
                <a:gd name="T5" fmla="*/ 113 h 56"/>
                <a:gd name="T6" fmla="*/ 143 w 51"/>
                <a:gd name="T7" fmla="*/ 0 h 56"/>
                <a:gd name="T8" fmla="*/ 109 w 51"/>
                <a:gd name="T9" fmla="*/ 81 h 56"/>
                <a:gd name="T10" fmla="*/ 82 w 51"/>
                <a:gd name="T11" fmla="*/ 81 h 56"/>
                <a:gd name="T12" fmla="*/ 75 w 51"/>
                <a:gd name="T13" fmla="*/ 120 h 56"/>
                <a:gd name="T14" fmla="*/ 26 w 51"/>
                <a:gd name="T15" fmla="*/ 126 h 56"/>
                <a:gd name="T16" fmla="*/ 14 w 51"/>
                <a:gd name="T17" fmla="*/ 162 h 5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1" h="56">
                  <a:moveTo>
                    <a:pt x="22" y="52"/>
                  </a:moveTo>
                  <a:cubicBezTo>
                    <a:pt x="29" y="56"/>
                    <a:pt x="29" y="45"/>
                    <a:pt x="33" y="42"/>
                  </a:cubicBezTo>
                  <a:cubicBezTo>
                    <a:pt x="37" y="39"/>
                    <a:pt x="43" y="43"/>
                    <a:pt x="47" y="33"/>
                  </a:cubicBezTo>
                  <a:cubicBezTo>
                    <a:pt x="51" y="23"/>
                    <a:pt x="46" y="9"/>
                    <a:pt x="42" y="0"/>
                  </a:cubicBezTo>
                  <a:cubicBezTo>
                    <a:pt x="41" y="16"/>
                    <a:pt x="46" y="23"/>
                    <a:pt x="32" y="24"/>
                  </a:cubicBezTo>
                  <a:cubicBezTo>
                    <a:pt x="31" y="24"/>
                    <a:pt x="25" y="23"/>
                    <a:pt x="24" y="24"/>
                  </a:cubicBezTo>
                  <a:cubicBezTo>
                    <a:pt x="21" y="27"/>
                    <a:pt x="24" y="33"/>
                    <a:pt x="22" y="35"/>
                  </a:cubicBezTo>
                  <a:cubicBezTo>
                    <a:pt x="18" y="41"/>
                    <a:pt x="12" y="35"/>
                    <a:pt x="7" y="37"/>
                  </a:cubicBezTo>
                  <a:cubicBezTo>
                    <a:pt x="0" y="39"/>
                    <a:pt x="3" y="50"/>
                    <a:pt x="4" y="48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045" name="Freeform 981">
              <a:extLst>
                <a:ext uri="{FF2B5EF4-FFF2-40B4-BE49-F238E27FC236}">
                  <a16:creationId xmlns:a16="http://schemas.microsoft.com/office/drawing/2014/main" id="{7C85DE36-63B6-4386-AE6A-DACCB73A64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2" y="4017"/>
              <a:ext cx="29" cy="21"/>
            </a:xfrm>
            <a:custGeom>
              <a:avLst/>
              <a:gdLst>
                <a:gd name="T0" fmla="*/ 0 w 19"/>
                <a:gd name="T1" fmla="*/ 32 h 14"/>
                <a:gd name="T2" fmla="*/ 53 w 19"/>
                <a:gd name="T3" fmla="*/ 39 h 14"/>
                <a:gd name="T4" fmla="*/ 61 w 19"/>
                <a:gd name="T5" fmla="*/ 14 h 14"/>
                <a:gd name="T6" fmla="*/ 14 w 19"/>
                <a:gd name="T7" fmla="*/ 5 h 14"/>
                <a:gd name="T8" fmla="*/ 0 w 19"/>
                <a:gd name="T9" fmla="*/ 32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14">
                  <a:moveTo>
                    <a:pt x="0" y="9"/>
                  </a:moveTo>
                  <a:cubicBezTo>
                    <a:pt x="2" y="6"/>
                    <a:pt x="13" y="8"/>
                    <a:pt x="15" y="11"/>
                  </a:cubicBezTo>
                  <a:cubicBezTo>
                    <a:pt x="17" y="14"/>
                    <a:pt x="19" y="6"/>
                    <a:pt x="17" y="4"/>
                  </a:cubicBezTo>
                  <a:cubicBezTo>
                    <a:pt x="14" y="0"/>
                    <a:pt x="8" y="0"/>
                    <a:pt x="4" y="1"/>
                  </a:cubicBezTo>
                  <a:cubicBezTo>
                    <a:pt x="1" y="2"/>
                    <a:pt x="0" y="9"/>
                    <a:pt x="0" y="9"/>
                  </a:cubicBezTo>
                  <a:close/>
                </a:path>
              </a:pathLst>
            </a:custGeom>
            <a:noFill/>
            <a:ln w="158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046" name="Freeform 982">
              <a:extLst>
                <a:ext uri="{FF2B5EF4-FFF2-40B4-BE49-F238E27FC236}">
                  <a16:creationId xmlns:a16="http://schemas.microsoft.com/office/drawing/2014/main" id="{CBF6A607-B886-4401-953C-A1B12C7D8C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0" y="3995"/>
              <a:ext cx="21" cy="60"/>
            </a:xfrm>
            <a:custGeom>
              <a:avLst/>
              <a:gdLst>
                <a:gd name="T0" fmla="*/ 48 w 14"/>
                <a:gd name="T1" fmla="*/ 0 h 40"/>
                <a:gd name="T2" fmla="*/ 12 w 14"/>
                <a:gd name="T3" fmla="*/ 72 h 40"/>
                <a:gd name="T4" fmla="*/ 8 w 14"/>
                <a:gd name="T5" fmla="*/ 135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40">
                  <a:moveTo>
                    <a:pt x="14" y="0"/>
                  </a:moveTo>
                  <a:cubicBezTo>
                    <a:pt x="12" y="8"/>
                    <a:pt x="6" y="12"/>
                    <a:pt x="3" y="21"/>
                  </a:cubicBezTo>
                  <a:cubicBezTo>
                    <a:pt x="1" y="27"/>
                    <a:pt x="0" y="35"/>
                    <a:pt x="2" y="4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047" name="Freeform 983">
              <a:extLst>
                <a:ext uri="{FF2B5EF4-FFF2-40B4-BE49-F238E27FC236}">
                  <a16:creationId xmlns:a16="http://schemas.microsoft.com/office/drawing/2014/main" id="{B2A44BAD-8C05-4213-B5B9-8BE21EFC83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1" y="3984"/>
              <a:ext cx="27" cy="71"/>
            </a:xfrm>
            <a:custGeom>
              <a:avLst/>
              <a:gdLst>
                <a:gd name="T0" fmla="*/ 62 w 18"/>
                <a:gd name="T1" fmla="*/ 0 h 47"/>
                <a:gd name="T2" fmla="*/ 39 w 18"/>
                <a:gd name="T3" fmla="*/ 41 h 47"/>
                <a:gd name="T4" fmla="*/ 18 w 18"/>
                <a:gd name="T5" fmla="*/ 95 h 47"/>
                <a:gd name="T6" fmla="*/ 21 w 18"/>
                <a:gd name="T7" fmla="*/ 162 h 4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47">
                  <a:moveTo>
                    <a:pt x="18" y="0"/>
                  </a:moveTo>
                  <a:cubicBezTo>
                    <a:pt x="13" y="3"/>
                    <a:pt x="13" y="4"/>
                    <a:pt x="11" y="12"/>
                  </a:cubicBezTo>
                  <a:cubicBezTo>
                    <a:pt x="10" y="19"/>
                    <a:pt x="7" y="23"/>
                    <a:pt x="5" y="28"/>
                  </a:cubicBezTo>
                  <a:cubicBezTo>
                    <a:pt x="3" y="32"/>
                    <a:pt x="0" y="41"/>
                    <a:pt x="6" y="47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048" name="Freeform 984">
              <a:extLst>
                <a:ext uri="{FF2B5EF4-FFF2-40B4-BE49-F238E27FC236}">
                  <a16:creationId xmlns:a16="http://schemas.microsoft.com/office/drawing/2014/main" id="{EB68F782-8618-41DC-BA77-46A5BC7B73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8" y="3977"/>
              <a:ext cx="32" cy="64"/>
            </a:xfrm>
            <a:custGeom>
              <a:avLst/>
              <a:gdLst>
                <a:gd name="T0" fmla="*/ 75 w 21"/>
                <a:gd name="T1" fmla="*/ 0 h 43"/>
                <a:gd name="T2" fmla="*/ 27 w 21"/>
                <a:gd name="T3" fmla="*/ 54 h 43"/>
                <a:gd name="T4" fmla="*/ 8 w 21"/>
                <a:gd name="T5" fmla="*/ 109 h 43"/>
                <a:gd name="T6" fmla="*/ 0 w 21"/>
                <a:gd name="T7" fmla="*/ 141 h 4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43">
                  <a:moveTo>
                    <a:pt x="21" y="0"/>
                  </a:moveTo>
                  <a:cubicBezTo>
                    <a:pt x="16" y="3"/>
                    <a:pt x="10" y="10"/>
                    <a:pt x="8" y="16"/>
                  </a:cubicBezTo>
                  <a:cubicBezTo>
                    <a:pt x="6" y="23"/>
                    <a:pt x="5" y="26"/>
                    <a:pt x="2" y="33"/>
                  </a:cubicBezTo>
                  <a:cubicBezTo>
                    <a:pt x="1" y="36"/>
                    <a:pt x="0" y="39"/>
                    <a:pt x="0" y="43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049" name="Freeform 985">
              <a:extLst>
                <a:ext uri="{FF2B5EF4-FFF2-40B4-BE49-F238E27FC236}">
                  <a16:creationId xmlns:a16="http://schemas.microsoft.com/office/drawing/2014/main" id="{331F6720-6103-4A21-9500-C2656E5A3D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0" y="3969"/>
              <a:ext cx="36" cy="56"/>
            </a:xfrm>
            <a:custGeom>
              <a:avLst/>
              <a:gdLst>
                <a:gd name="T0" fmla="*/ 81 w 24"/>
                <a:gd name="T1" fmla="*/ 0 h 37"/>
                <a:gd name="T2" fmla="*/ 41 w 24"/>
                <a:gd name="T3" fmla="*/ 41 h 37"/>
                <a:gd name="T4" fmla="*/ 5 w 24"/>
                <a:gd name="T5" fmla="*/ 103 h 37"/>
                <a:gd name="T6" fmla="*/ 0 w 24"/>
                <a:gd name="T7" fmla="*/ 129 h 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37">
                  <a:moveTo>
                    <a:pt x="24" y="0"/>
                  </a:moveTo>
                  <a:cubicBezTo>
                    <a:pt x="19" y="2"/>
                    <a:pt x="15" y="7"/>
                    <a:pt x="12" y="12"/>
                  </a:cubicBezTo>
                  <a:cubicBezTo>
                    <a:pt x="9" y="16"/>
                    <a:pt x="3" y="20"/>
                    <a:pt x="1" y="30"/>
                  </a:cubicBezTo>
                  <a:cubicBezTo>
                    <a:pt x="1" y="32"/>
                    <a:pt x="0" y="35"/>
                    <a:pt x="0" y="37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050" name="Freeform 986">
              <a:extLst>
                <a:ext uri="{FF2B5EF4-FFF2-40B4-BE49-F238E27FC236}">
                  <a16:creationId xmlns:a16="http://schemas.microsoft.com/office/drawing/2014/main" id="{E5483536-99D8-45AC-87B4-1015053594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4" y="4032"/>
              <a:ext cx="20" cy="17"/>
            </a:xfrm>
            <a:custGeom>
              <a:avLst/>
              <a:gdLst>
                <a:gd name="T0" fmla="*/ 5 w 13"/>
                <a:gd name="T1" fmla="*/ 36 h 11"/>
                <a:gd name="T2" fmla="*/ 43 w 13"/>
                <a:gd name="T3" fmla="*/ 34 h 11"/>
                <a:gd name="T4" fmla="*/ 26 w 13"/>
                <a:gd name="T5" fmla="*/ 5 h 11"/>
                <a:gd name="T6" fmla="*/ 5 w 13"/>
                <a:gd name="T7" fmla="*/ 36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1">
                  <a:moveTo>
                    <a:pt x="1" y="10"/>
                  </a:moveTo>
                  <a:cubicBezTo>
                    <a:pt x="5" y="11"/>
                    <a:pt x="10" y="11"/>
                    <a:pt x="12" y="9"/>
                  </a:cubicBezTo>
                  <a:cubicBezTo>
                    <a:pt x="13" y="8"/>
                    <a:pt x="12" y="1"/>
                    <a:pt x="7" y="1"/>
                  </a:cubicBezTo>
                  <a:cubicBezTo>
                    <a:pt x="1" y="0"/>
                    <a:pt x="0" y="9"/>
                    <a:pt x="1" y="10"/>
                  </a:cubicBezTo>
                  <a:close/>
                </a:path>
              </a:pathLst>
            </a:custGeom>
            <a:noFill/>
            <a:ln w="158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051" name="Freeform 987">
              <a:extLst>
                <a:ext uri="{FF2B5EF4-FFF2-40B4-BE49-F238E27FC236}">
                  <a16:creationId xmlns:a16="http://schemas.microsoft.com/office/drawing/2014/main" id="{B3B11DCA-AB20-4513-90C0-65CFA63F90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3" y="4025"/>
              <a:ext cx="18" cy="13"/>
            </a:xfrm>
            <a:custGeom>
              <a:avLst/>
              <a:gdLst>
                <a:gd name="T0" fmla="*/ 0 w 12"/>
                <a:gd name="T1" fmla="*/ 20 h 9"/>
                <a:gd name="T2" fmla="*/ 35 w 12"/>
                <a:gd name="T3" fmla="*/ 25 h 9"/>
                <a:gd name="T4" fmla="*/ 18 w 12"/>
                <a:gd name="T5" fmla="*/ 0 h 9"/>
                <a:gd name="T6" fmla="*/ 0 w 12"/>
                <a:gd name="T7" fmla="*/ 20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9">
                  <a:moveTo>
                    <a:pt x="0" y="7"/>
                  </a:moveTo>
                  <a:cubicBezTo>
                    <a:pt x="4" y="8"/>
                    <a:pt x="9" y="9"/>
                    <a:pt x="10" y="8"/>
                  </a:cubicBezTo>
                  <a:cubicBezTo>
                    <a:pt x="12" y="7"/>
                    <a:pt x="10" y="0"/>
                    <a:pt x="5" y="0"/>
                  </a:cubicBezTo>
                  <a:cubicBezTo>
                    <a:pt x="1" y="0"/>
                    <a:pt x="0" y="6"/>
                    <a:pt x="0" y="7"/>
                  </a:cubicBezTo>
                  <a:close/>
                </a:path>
              </a:pathLst>
            </a:custGeom>
            <a:noFill/>
            <a:ln w="158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052" name="Freeform 988">
              <a:extLst>
                <a:ext uri="{FF2B5EF4-FFF2-40B4-BE49-F238E27FC236}">
                  <a16:creationId xmlns:a16="http://schemas.microsoft.com/office/drawing/2014/main" id="{24449EDF-B8AB-4A14-BBAC-3BD22DBE34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3" y="4019"/>
              <a:ext cx="17" cy="12"/>
            </a:xfrm>
            <a:custGeom>
              <a:avLst/>
              <a:gdLst>
                <a:gd name="T0" fmla="*/ 0 w 11"/>
                <a:gd name="T1" fmla="*/ 26 h 8"/>
                <a:gd name="T2" fmla="*/ 36 w 11"/>
                <a:gd name="T3" fmla="*/ 26 h 8"/>
                <a:gd name="T4" fmla="*/ 19 w 11"/>
                <a:gd name="T5" fmla="*/ 0 h 8"/>
                <a:gd name="T6" fmla="*/ 0 w 11"/>
                <a:gd name="T7" fmla="*/ 26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8">
                  <a:moveTo>
                    <a:pt x="0" y="7"/>
                  </a:moveTo>
                  <a:cubicBezTo>
                    <a:pt x="4" y="6"/>
                    <a:pt x="9" y="8"/>
                    <a:pt x="10" y="7"/>
                  </a:cubicBezTo>
                  <a:cubicBezTo>
                    <a:pt x="11" y="6"/>
                    <a:pt x="10" y="0"/>
                    <a:pt x="5" y="0"/>
                  </a:cubicBezTo>
                  <a:cubicBezTo>
                    <a:pt x="1" y="0"/>
                    <a:pt x="0" y="6"/>
                    <a:pt x="0" y="7"/>
                  </a:cubicBezTo>
                  <a:close/>
                </a:path>
              </a:pathLst>
            </a:custGeom>
            <a:noFill/>
            <a:ln w="158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053" name="Freeform 989">
              <a:extLst>
                <a:ext uri="{FF2B5EF4-FFF2-40B4-BE49-F238E27FC236}">
                  <a16:creationId xmlns:a16="http://schemas.microsoft.com/office/drawing/2014/main" id="{E737562B-2649-452C-8F38-82B9686318C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0" y="4026"/>
              <a:ext cx="6" cy="21"/>
            </a:xfrm>
            <a:custGeom>
              <a:avLst/>
              <a:gdLst>
                <a:gd name="T0" fmla="*/ 0 w 4"/>
                <a:gd name="T1" fmla="*/ 0 h 14"/>
                <a:gd name="T2" fmla="*/ 0 w 4"/>
                <a:gd name="T3" fmla="*/ 48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4">
                  <a:moveTo>
                    <a:pt x="0" y="0"/>
                  </a:moveTo>
                  <a:cubicBezTo>
                    <a:pt x="2" y="5"/>
                    <a:pt x="4" y="7"/>
                    <a:pt x="0" y="14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054" name="Freeform 990">
              <a:extLst>
                <a:ext uri="{FF2B5EF4-FFF2-40B4-BE49-F238E27FC236}">
                  <a16:creationId xmlns:a16="http://schemas.microsoft.com/office/drawing/2014/main" id="{0E588BB0-8053-4F86-81C2-A08BD8FF9E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2" y="3845"/>
              <a:ext cx="3" cy="24"/>
            </a:xfrm>
            <a:custGeom>
              <a:avLst/>
              <a:gdLst>
                <a:gd name="T0" fmla="*/ 8 w 2"/>
                <a:gd name="T1" fmla="*/ 0 h 16"/>
                <a:gd name="T2" fmla="*/ 0 w 2"/>
                <a:gd name="T3" fmla="*/ 54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6">
                  <a:moveTo>
                    <a:pt x="2" y="0"/>
                  </a:moveTo>
                  <a:cubicBezTo>
                    <a:pt x="2" y="4"/>
                    <a:pt x="0" y="16"/>
                    <a:pt x="0" y="16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055" name="Freeform 991">
              <a:extLst>
                <a:ext uri="{FF2B5EF4-FFF2-40B4-BE49-F238E27FC236}">
                  <a16:creationId xmlns:a16="http://schemas.microsoft.com/office/drawing/2014/main" id="{1831D7A2-7EFC-45A2-BBD3-43E8E38ADE4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8" y="4017"/>
              <a:ext cx="29" cy="21"/>
            </a:xfrm>
            <a:custGeom>
              <a:avLst/>
              <a:gdLst>
                <a:gd name="T0" fmla="*/ 67 w 19"/>
                <a:gd name="T1" fmla="*/ 32 h 14"/>
                <a:gd name="T2" fmla="*/ 12 w 19"/>
                <a:gd name="T3" fmla="*/ 39 h 14"/>
                <a:gd name="T4" fmla="*/ 5 w 19"/>
                <a:gd name="T5" fmla="*/ 14 h 14"/>
                <a:gd name="T6" fmla="*/ 53 w 19"/>
                <a:gd name="T7" fmla="*/ 5 h 14"/>
                <a:gd name="T8" fmla="*/ 67 w 19"/>
                <a:gd name="T9" fmla="*/ 32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14">
                  <a:moveTo>
                    <a:pt x="19" y="9"/>
                  </a:moveTo>
                  <a:cubicBezTo>
                    <a:pt x="16" y="6"/>
                    <a:pt x="5" y="8"/>
                    <a:pt x="3" y="11"/>
                  </a:cubicBezTo>
                  <a:cubicBezTo>
                    <a:pt x="1" y="14"/>
                    <a:pt x="0" y="6"/>
                    <a:pt x="1" y="4"/>
                  </a:cubicBezTo>
                  <a:cubicBezTo>
                    <a:pt x="4" y="0"/>
                    <a:pt x="11" y="0"/>
                    <a:pt x="15" y="1"/>
                  </a:cubicBezTo>
                  <a:cubicBezTo>
                    <a:pt x="18" y="2"/>
                    <a:pt x="19" y="9"/>
                    <a:pt x="19" y="9"/>
                  </a:cubicBezTo>
                  <a:close/>
                </a:path>
              </a:pathLst>
            </a:custGeom>
            <a:noFill/>
            <a:ln w="158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056" name="Freeform 992">
              <a:extLst>
                <a:ext uri="{FF2B5EF4-FFF2-40B4-BE49-F238E27FC236}">
                  <a16:creationId xmlns:a16="http://schemas.microsoft.com/office/drawing/2014/main" id="{3C3978B8-7321-456C-BBF5-8CADE85071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6" y="3995"/>
              <a:ext cx="23" cy="58"/>
            </a:xfrm>
            <a:custGeom>
              <a:avLst/>
              <a:gdLst>
                <a:gd name="T0" fmla="*/ 0 w 15"/>
                <a:gd name="T1" fmla="*/ 0 h 39"/>
                <a:gd name="T2" fmla="*/ 43 w 15"/>
                <a:gd name="T3" fmla="*/ 68 h 39"/>
                <a:gd name="T4" fmla="*/ 48 w 15"/>
                <a:gd name="T5" fmla="*/ 128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39">
                  <a:moveTo>
                    <a:pt x="0" y="0"/>
                  </a:moveTo>
                  <a:cubicBezTo>
                    <a:pt x="2" y="8"/>
                    <a:pt x="9" y="12"/>
                    <a:pt x="12" y="21"/>
                  </a:cubicBezTo>
                  <a:cubicBezTo>
                    <a:pt x="13" y="27"/>
                    <a:pt x="15" y="35"/>
                    <a:pt x="13" y="39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057" name="Freeform 993">
              <a:extLst>
                <a:ext uri="{FF2B5EF4-FFF2-40B4-BE49-F238E27FC236}">
                  <a16:creationId xmlns:a16="http://schemas.microsoft.com/office/drawing/2014/main" id="{12D54CE5-D8BA-4E83-9A4E-25E0AB633D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1" y="3984"/>
              <a:ext cx="26" cy="71"/>
            </a:xfrm>
            <a:custGeom>
              <a:avLst/>
              <a:gdLst>
                <a:gd name="T0" fmla="*/ 0 w 17"/>
                <a:gd name="T1" fmla="*/ 0 h 47"/>
                <a:gd name="T2" fmla="*/ 21 w 17"/>
                <a:gd name="T3" fmla="*/ 41 h 47"/>
                <a:gd name="T4" fmla="*/ 43 w 17"/>
                <a:gd name="T5" fmla="*/ 95 h 47"/>
                <a:gd name="T6" fmla="*/ 43 w 17"/>
                <a:gd name="T7" fmla="*/ 162 h 4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47">
                  <a:moveTo>
                    <a:pt x="0" y="0"/>
                  </a:moveTo>
                  <a:cubicBezTo>
                    <a:pt x="4" y="3"/>
                    <a:pt x="5" y="4"/>
                    <a:pt x="6" y="12"/>
                  </a:cubicBezTo>
                  <a:cubicBezTo>
                    <a:pt x="8" y="19"/>
                    <a:pt x="10" y="23"/>
                    <a:pt x="12" y="28"/>
                  </a:cubicBezTo>
                  <a:cubicBezTo>
                    <a:pt x="14" y="32"/>
                    <a:pt x="17" y="41"/>
                    <a:pt x="12" y="47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058" name="Freeform 994">
              <a:extLst>
                <a:ext uri="{FF2B5EF4-FFF2-40B4-BE49-F238E27FC236}">
                  <a16:creationId xmlns:a16="http://schemas.microsoft.com/office/drawing/2014/main" id="{712CC0E0-715C-4E1F-ABC6-2113962C5C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9" y="3977"/>
              <a:ext cx="32" cy="64"/>
            </a:xfrm>
            <a:custGeom>
              <a:avLst/>
              <a:gdLst>
                <a:gd name="T0" fmla="*/ 0 w 21"/>
                <a:gd name="T1" fmla="*/ 0 h 43"/>
                <a:gd name="T2" fmla="*/ 46 w 21"/>
                <a:gd name="T3" fmla="*/ 54 h 43"/>
                <a:gd name="T4" fmla="*/ 62 w 21"/>
                <a:gd name="T5" fmla="*/ 109 h 43"/>
                <a:gd name="T6" fmla="*/ 70 w 21"/>
                <a:gd name="T7" fmla="*/ 141 h 4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43">
                  <a:moveTo>
                    <a:pt x="0" y="0"/>
                  </a:moveTo>
                  <a:cubicBezTo>
                    <a:pt x="4" y="3"/>
                    <a:pt x="11" y="10"/>
                    <a:pt x="13" y="16"/>
                  </a:cubicBezTo>
                  <a:cubicBezTo>
                    <a:pt x="15" y="23"/>
                    <a:pt x="16" y="26"/>
                    <a:pt x="18" y="33"/>
                  </a:cubicBezTo>
                  <a:cubicBezTo>
                    <a:pt x="20" y="36"/>
                    <a:pt x="21" y="39"/>
                    <a:pt x="20" y="43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059" name="Freeform 995">
              <a:extLst>
                <a:ext uri="{FF2B5EF4-FFF2-40B4-BE49-F238E27FC236}">
                  <a16:creationId xmlns:a16="http://schemas.microsoft.com/office/drawing/2014/main" id="{45F8FBFA-E56C-464C-9459-CB7C3F332AC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3" y="3969"/>
              <a:ext cx="36" cy="56"/>
            </a:xfrm>
            <a:custGeom>
              <a:avLst/>
              <a:gdLst>
                <a:gd name="T0" fmla="*/ 0 w 24"/>
                <a:gd name="T1" fmla="*/ 0 h 37"/>
                <a:gd name="T2" fmla="*/ 41 w 24"/>
                <a:gd name="T3" fmla="*/ 41 h 37"/>
                <a:gd name="T4" fmla="*/ 75 w 24"/>
                <a:gd name="T5" fmla="*/ 103 h 37"/>
                <a:gd name="T6" fmla="*/ 81 w 24"/>
                <a:gd name="T7" fmla="*/ 129 h 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37">
                  <a:moveTo>
                    <a:pt x="0" y="0"/>
                  </a:moveTo>
                  <a:cubicBezTo>
                    <a:pt x="5" y="2"/>
                    <a:pt x="9" y="7"/>
                    <a:pt x="12" y="12"/>
                  </a:cubicBezTo>
                  <a:cubicBezTo>
                    <a:pt x="15" y="16"/>
                    <a:pt x="20" y="20"/>
                    <a:pt x="22" y="30"/>
                  </a:cubicBezTo>
                  <a:cubicBezTo>
                    <a:pt x="23" y="33"/>
                    <a:pt x="23" y="35"/>
                    <a:pt x="24" y="37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060" name="Freeform 996">
              <a:extLst>
                <a:ext uri="{FF2B5EF4-FFF2-40B4-BE49-F238E27FC236}">
                  <a16:creationId xmlns:a16="http://schemas.microsoft.com/office/drawing/2014/main" id="{B42DBC16-F2FE-4AD1-9F76-420A0A29BF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5" y="4032"/>
              <a:ext cx="20" cy="17"/>
            </a:xfrm>
            <a:custGeom>
              <a:avLst/>
              <a:gdLst>
                <a:gd name="T0" fmla="*/ 43 w 13"/>
                <a:gd name="T1" fmla="*/ 36 h 11"/>
                <a:gd name="T2" fmla="*/ 5 w 13"/>
                <a:gd name="T3" fmla="*/ 34 h 11"/>
                <a:gd name="T4" fmla="*/ 22 w 13"/>
                <a:gd name="T5" fmla="*/ 5 h 11"/>
                <a:gd name="T6" fmla="*/ 43 w 13"/>
                <a:gd name="T7" fmla="*/ 36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1">
                  <a:moveTo>
                    <a:pt x="12" y="10"/>
                  </a:moveTo>
                  <a:cubicBezTo>
                    <a:pt x="8" y="11"/>
                    <a:pt x="2" y="11"/>
                    <a:pt x="1" y="9"/>
                  </a:cubicBezTo>
                  <a:cubicBezTo>
                    <a:pt x="0" y="8"/>
                    <a:pt x="0" y="1"/>
                    <a:pt x="6" y="1"/>
                  </a:cubicBezTo>
                  <a:cubicBezTo>
                    <a:pt x="12" y="0"/>
                    <a:pt x="13" y="9"/>
                    <a:pt x="12" y="10"/>
                  </a:cubicBezTo>
                  <a:close/>
                </a:path>
              </a:pathLst>
            </a:custGeom>
            <a:noFill/>
            <a:ln w="158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061" name="Freeform 997">
              <a:extLst>
                <a:ext uri="{FF2B5EF4-FFF2-40B4-BE49-F238E27FC236}">
                  <a16:creationId xmlns:a16="http://schemas.microsoft.com/office/drawing/2014/main" id="{860DD116-1790-4885-897B-BD16079C79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8" y="4025"/>
              <a:ext cx="18" cy="13"/>
            </a:xfrm>
            <a:custGeom>
              <a:avLst/>
              <a:gdLst>
                <a:gd name="T0" fmla="*/ 41 w 12"/>
                <a:gd name="T1" fmla="*/ 20 h 9"/>
                <a:gd name="T2" fmla="*/ 5 w 12"/>
                <a:gd name="T3" fmla="*/ 25 h 9"/>
                <a:gd name="T4" fmla="*/ 26 w 12"/>
                <a:gd name="T5" fmla="*/ 0 h 9"/>
                <a:gd name="T6" fmla="*/ 41 w 12"/>
                <a:gd name="T7" fmla="*/ 20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9">
                  <a:moveTo>
                    <a:pt x="12" y="7"/>
                  </a:moveTo>
                  <a:cubicBezTo>
                    <a:pt x="8" y="8"/>
                    <a:pt x="3" y="9"/>
                    <a:pt x="1" y="8"/>
                  </a:cubicBezTo>
                  <a:cubicBezTo>
                    <a:pt x="0" y="7"/>
                    <a:pt x="2" y="0"/>
                    <a:pt x="7" y="0"/>
                  </a:cubicBezTo>
                  <a:cubicBezTo>
                    <a:pt x="11" y="0"/>
                    <a:pt x="12" y="6"/>
                    <a:pt x="12" y="7"/>
                  </a:cubicBezTo>
                  <a:close/>
                </a:path>
              </a:pathLst>
            </a:custGeom>
            <a:noFill/>
            <a:ln w="158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062" name="Freeform 998">
              <a:extLst>
                <a:ext uri="{FF2B5EF4-FFF2-40B4-BE49-F238E27FC236}">
                  <a16:creationId xmlns:a16="http://schemas.microsoft.com/office/drawing/2014/main" id="{DCE3E876-B6BC-4416-8629-9C69CAA634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8" y="4019"/>
              <a:ext cx="18" cy="12"/>
            </a:xfrm>
            <a:custGeom>
              <a:avLst/>
              <a:gdLst>
                <a:gd name="T0" fmla="*/ 39 w 12"/>
                <a:gd name="T1" fmla="*/ 26 h 8"/>
                <a:gd name="T2" fmla="*/ 5 w 12"/>
                <a:gd name="T3" fmla="*/ 26 h 8"/>
                <a:gd name="T4" fmla="*/ 26 w 12"/>
                <a:gd name="T5" fmla="*/ 0 h 8"/>
                <a:gd name="T6" fmla="*/ 39 w 12"/>
                <a:gd name="T7" fmla="*/ 26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8">
                  <a:moveTo>
                    <a:pt x="11" y="7"/>
                  </a:moveTo>
                  <a:cubicBezTo>
                    <a:pt x="8" y="6"/>
                    <a:pt x="3" y="8"/>
                    <a:pt x="1" y="7"/>
                  </a:cubicBezTo>
                  <a:cubicBezTo>
                    <a:pt x="0" y="6"/>
                    <a:pt x="1" y="0"/>
                    <a:pt x="7" y="0"/>
                  </a:cubicBezTo>
                  <a:cubicBezTo>
                    <a:pt x="10" y="0"/>
                    <a:pt x="12" y="6"/>
                    <a:pt x="11" y="7"/>
                  </a:cubicBezTo>
                  <a:close/>
                </a:path>
              </a:pathLst>
            </a:custGeom>
            <a:noFill/>
            <a:ln w="158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063" name="Freeform 999">
              <a:extLst>
                <a:ext uri="{FF2B5EF4-FFF2-40B4-BE49-F238E27FC236}">
                  <a16:creationId xmlns:a16="http://schemas.microsoft.com/office/drawing/2014/main" id="{58C92FA6-7575-4923-B318-479D3AFE093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3" y="4026"/>
              <a:ext cx="6" cy="21"/>
            </a:xfrm>
            <a:custGeom>
              <a:avLst/>
              <a:gdLst>
                <a:gd name="T0" fmla="*/ 14 w 4"/>
                <a:gd name="T1" fmla="*/ 0 h 14"/>
                <a:gd name="T2" fmla="*/ 14 w 4"/>
                <a:gd name="T3" fmla="*/ 48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4">
                  <a:moveTo>
                    <a:pt x="4" y="0"/>
                  </a:moveTo>
                  <a:cubicBezTo>
                    <a:pt x="2" y="5"/>
                    <a:pt x="0" y="7"/>
                    <a:pt x="4" y="14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064" name="Freeform 1000">
              <a:extLst>
                <a:ext uri="{FF2B5EF4-FFF2-40B4-BE49-F238E27FC236}">
                  <a16:creationId xmlns:a16="http://schemas.microsoft.com/office/drawing/2014/main" id="{5A0945AE-D54E-4019-BCE3-C0B17D1196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4" y="3845"/>
              <a:ext cx="3" cy="24"/>
            </a:xfrm>
            <a:custGeom>
              <a:avLst/>
              <a:gdLst>
                <a:gd name="T0" fmla="*/ 0 w 2"/>
                <a:gd name="T1" fmla="*/ 0 h 16"/>
                <a:gd name="T2" fmla="*/ 8 w 2"/>
                <a:gd name="T3" fmla="*/ 54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6">
                  <a:moveTo>
                    <a:pt x="0" y="0"/>
                  </a:moveTo>
                  <a:cubicBezTo>
                    <a:pt x="0" y="4"/>
                    <a:pt x="2" y="16"/>
                    <a:pt x="2" y="16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065" name="Freeform 1001">
              <a:extLst>
                <a:ext uri="{FF2B5EF4-FFF2-40B4-BE49-F238E27FC236}">
                  <a16:creationId xmlns:a16="http://schemas.microsoft.com/office/drawing/2014/main" id="{E2EC96E2-992E-42FE-8E41-23C14B3A4E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5" y="3598"/>
              <a:ext cx="193" cy="472"/>
            </a:xfrm>
            <a:custGeom>
              <a:avLst/>
              <a:gdLst>
                <a:gd name="T0" fmla="*/ 0 w 128"/>
                <a:gd name="T1" fmla="*/ 0 h 315"/>
                <a:gd name="T2" fmla="*/ 62 w 128"/>
                <a:gd name="T3" fmla="*/ 379 h 315"/>
                <a:gd name="T4" fmla="*/ 62 w 128"/>
                <a:gd name="T5" fmla="*/ 553 h 315"/>
                <a:gd name="T6" fmla="*/ 45 w 128"/>
                <a:gd name="T7" fmla="*/ 763 h 315"/>
                <a:gd name="T8" fmla="*/ 68 w 128"/>
                <a:gd name="T9" fmla="*/ 844 h 315"/>
                <a:gd name="T10" fmla="*/ 72 w 128"/>
                <a:gd name="T11" fmla="*/ 932 h 315"/>
                <a:gd name="T12" fmla="*/ 93 w 128"/>
                <a:gd name="T13" fmla="*/ 1004 h 315"/>
                <a:gd name="T14" fmla="*/ 148 w 128"/>
                <a:gd name="T15" fmla="*/ 1046 h 315"/>
                <a:gd name="T16" fmla="*/ 229 w 128"/>
                <a:gd name="T17" fmla="*/ 1019 h 315"/>
                <a:gd name="T18" fmla="*/ 305 w 128"/>
                <a:gd name="T19" fmla="*/ 1026 h 315"/>
                <a:gd name="T20" fmla="*/ 371 w 128"/>
                <a:gd name="T21" fmla="*/ 1017 h 315"/>
                <a:gd name="T22" fmla="*/ 372 w 128"/>
                <a:gd name="T23" fmla="*/ 996 h 315"/>
                <a:gd name="T24" fmla="*/ 377 w 128"/>
                <a:gd name="T25" fmla="*/ 999 h 315"/>
                <a:gd name="T26" fmla="*/ 413 w 128"/>
                <a:gd name="T27" fmla="*/ 978 h 315"/>
                <a:gd name="T28" fmla="*/ 418 w 128"/>
                <a:gd name="T29" fmla="*/ 959 h 315"/>
                <a:gd name="T30" fmla="*/ 418 w 128"/>
                <a:gd name="T31" fmla="*/ 959 h 315"/>
                <a:gd name="T32" fmla="*/ 425 w 128"/>
                <a:gd name="T33" fmla="*/ 951 h 315"/>
                <a:gd name="T34" fmla="*/ 413 w 128"/>
                <a:gd name="T35" fmla="*/ 884 h 315"/>
                <a:gd name="T36" fmla="*/ 377 w 128"/>
                <a:gd name="T37" fmla="*/ 830 h 315"/>
                <a:gd name="T38" fmla="*/ 330 w 128"/>
                <a:gd name="T39" fmla="*/ 770 h 315"/>
                <a:gd name="T40" fmla="*/ 261 w 128"/>
                <a:gd name="T41" fmla="*/ 607 h 315"/>
                <a:gd name="T42" fmla="*/ 264 w 128"/>
                <a:gd name="T43" fmla="*/ 500 h 315"/>
                <a:gd name="T44" fmla="*/ 296 w 128"/>
                <a:gd name="T45" fmla="*/ 225 h 315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28" h="315">
                  <a:moveTo>
                    <a:pt x="0" y="0"/>
                  </a:moveTo>
                  <a:cubicBezTo>
                    <a:pt x="0" y="15"/>
                    <a:pt x="20" y="89"/>
                    <a:pt x="18" y="113"/>
                  </a:cubicBezTo>
                  <a:cubicBezTo>
                    <a:pt x="15" y="137"/>
                    <a:pt x="17" y="150"/>
                    <a:pt x="18" y="164"/>
                  </a:cubicBezTo>
                  <a:cubicBezTo>
                    <a:pt x="19" y="170"/>
                    <a:pt x="13" y="216"/>
                    <a:pt x="13" y="227"/>
                  </a:cubicBezTo>
                  <a:cubicBezTo>
                    <a:pt x="14" y="241"/>
                    <a:pt x="20" y="243"/>
                    <a:pt x="20" y="251"/>
                  </a:cubicBezTo>
                  <a:cubicBezTo>
                    <a:pt x="21" y="266"/>
                    <a:pt x="22" y="266"/>
                    <a:pt x="21" y="277"/>
                  </a:cubicBezTo>
                  <a:cubicBezTo>
                    <a:pt x="20" y="289"/>
                    <a:pt x="23" y="293"/>
                    <a:pt x="27" y="298"/>
                  </a:cubicBezTo>
                  <a:cubicBezTo>
                    <a:pt x="32" y="303"/>
                    <a:pt x="35" y="309"/>
                    <a:pt x="43" y="311"/>
                  </a:cubicBezTo>
                  <a:cubicBezTo>
                    <a:pt x="51" y="313"/>
                    <a:pt x="64" y="315"/>
                    <a:pt x="67" y="303"/>
                  </a:cubicBezTo>
                  <a:cubicBezTo>
                    <a:pt x="72" y="311"/>
                    <a:pt x="83" y="310"/>
                    <a:pt x="89" y="305"/>
                  </a:cubicBezTo>
                  <a:cubicBezTo>
                    <a:pt x="93" y="311"/>
                    <a:pt x="104" y="308"/>
                    <a:pt x="108" y="302"/>
                  </a:cubicBezTo>
                  <a:cubicBezTo>
                    <a:pt x="109" y="300"/>
                    <a:pt x="109" y="298"/>
                    <a:pt x="109" y="296"/>
                  </a:cubicBezTo>
                  <a:cubicBezTo>
                    <a:pt x="110" y="297"/>
                    <a:pt x="110" y="297"/>
                    <a:pt x="110" y="297"/>
                  </a:cubicBezTo>
                  <a:cubicBezTo>
                    <a:pt x="115" y="297"/>
                    <a:pt x="121" y="295"/>
                    <a:pt x="121" y="291"/>
                  </a:cubicBezTo>
                  <a:cubicBezTo>
                    <a:pt x="122" y="289"/>
                    <a:pt x="122" y="287"/>
                    <a:pt x="122" y="285"/>
                  </a:cubicBezTo>
                  <a:cubicBezTo>
                    <a:pt x="122" y="285"/>
                    <a:pt x="122" y="285"/>
                    <a:pt x="122" y="285"/>
                  </a:cubicBezTo>
                  <a:cubicBezTo>
                    <a:pt x="123" y="285"/>
                    <a:pt x="123" y="284"/>
                    <a:pt x="124" y="283"/>
                  </a:cubicBezTo>
                  <a:cubicBezTo>
                    <a:pt x="128" y="279"/>
                    <a:pt x="122" y="270"/>
                    <a:pt x="121" y="263"/>
                  </a:cubicBezTo>
                  <a:cubicBezTo>
                    <a:pt x="118" y="255"/>
                    <a:pt x="116" y="251"/>
                    <a:pt x="110" y="247"/>
                  </a:cubicBezTo>
                  <a:cubicBezTo>
                    <a:pt x="105" y="243"/>
                    <a:pt x="103" y="237"/>
                    <a:pt x="96" y="229"/>
                  </a:cubicBezTo>
                  <a:cubicBezTo>
                    <a:pt x="89" y="222"/>
                    <a:pt x="75" y="182"/>
                    <a:pt x="76" y="180"/>
                  </a:cubicBezTo>
                  <a:cubicBezTo>
                    <a:pt x="80" y="169"/>
                    <a:pt x="79" y="155"/>
                    <a:pt x="77" y="149"/>
                  </a:cubicBezTo>
                  <a:cubicBezTo>
                    <a:pt x="76" y="140"/>
                    <a:pt x="79" y="108"/>
                    <a:pt x="86" y="67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066" name="Freeform 1002">
              <a:extLst>
                <a:ext uri="{FF2B5EF4-FFF2-40B4-BE49-F238E27FC236}">
                  <a16:creationId xmlns:a16="http://schemas.microsoft.com/office/drawing/2014/main" id="{95AF67D4-47E0-4087-99D5-A80E81E067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1" y="3584"/>
              <a:ext cx="190" cy="486"/>
            </a:xfrm>
            <a:custGeom>
              <a:avLst/>
              <a:gdLst>
                <a:gd name="T0" fmla="*/ 140 w 126"/>
                <a:gd name="T1" fmla="*/ 257 h 324"/>
                <a:gd name="T2" fmla="*/ 170 w 126"/>
                <a:gd name="T3" fmla="*/ 534 h 324"/>
                <a:gd name="T4" fmla="*/ 178 w 126"/>
                <a:gd name="T5" fmla="*/ 639 h 324"/>
                <a:gd name="T6" fmla="*/ 107 w 126"/>
                <a:gd name="T7" fmla="*/ 804 h 324"/>
                <a:gd name="T8" fmla="*/ 59 w 126"/>
                <a:gd name="T9" fmla="*/ 864 h 324"/>
                <a:gd name="T10" fmla="*/ 26 w 126"/>
                <a:gd name="T11" fmla="*/ 918 h 324"/>
                <a:gd name="T12" fmla="*/ 14 w 126"/>
                <a:gd name="T13" fmla="*/ 986 h 324"/>
                <a:gd name="T14" fmla="*/ 21 w 126"/>
                <a:gd name="T15" fmla="*/ 993 h 324"/>
                <a:gd name="T16" fmla="*/ 21 w 126"/>
                <a:gd name="T17" fmla="*/ 993 h 324"/>
                <a:gd name="T18" fmla="*/ 21 w 126"/>
                <a:gd name="T19" fmla="*/ 1013 h 324"/>
                <a:gd name="T20" fmla="*/ 62 w 126"/>
                <a:gd name="T21" fmla="*/ 1034 h 324"/>
                <a:gd name="T22" fmla="*/ 62 w 126"/>
                <a:gd name="T23" fmla="*/ 1031 h 324"/>
                <a:gd name="T24" fmla="*/ 68 w 126"/>
                <a:gd name="T25" fmla="*/ 1052 h 324"/>
                <a:gd name="T26" fmla="*/ 134 w 126"/>
                <a:gd name="T27" fmla="*/ 1061 h 324"/>
                <a:gd name="T28" fmla="*/ 210 w 126"/>
                <a:gd name="T29" fmla="*/ 1053 h 324"/>
                <a:gd name="T30" fmla="*/ 291 w 126"/>
                <a:gd name="T31" fmla="*/ 1080 h 324"/>
                <a:gd name="T32" fmla="*/ 344 w 126"/>
                <a:gd name="T33" fmla="*/ 1038 h 324"/>
                <a:gd name="T34" fmla="*/ 366 w 126"/>
                <a:gd name="T35" fmla="*/ 966 h 324"/>
                <a:gd name="T36" fmla="*/ 371 w 126"/>
                <a:gd name="T37" fmla="*/ 878 h 324"/>
                <a:gd name="T38" fmla="*/ 391 w 126"/>
                <a:gd name="T39" fmla="*/ 797 h 324"/>
                <a:gd name="T40" fmla="*/ 372 w 126"/>
                <a:gd name="T41" fmla="*/ 585 h 324"/>
                <a:gd name="T42" fmla="*/ 380 w 126"/>
                <a:gd name="T43" fmla="*/ 399 h 324"/>
                <a:gd name="T44" fmla="*/ 433 w 126"/>
                <a:gd name="T45" fmla="*/ 0 h 324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26" h="324">
                  <a:moveTo>
                    <a:pt x="41" y="76"/>
                  </a:moveTo>
                  <a:cubicBezTo>
                    <a:pt x="49" y="117"/>
                    <a:pt x="52" y="149"/>
                    <a:pt x="50" y="158"/>
                  </a:cubicBezTo>
                  <a:cubicBezTo>
                    <a:pt x="49" y="164"/>
                    <a:pt x="48" y="178"/>
                    <a:pt x="52" y="189"/>
                  </a:cubicBezTo>
                  <a:cubicBezTo>
                    <a:pt x="52" y="191"/>
                    <a:pt x="39" y="231"/>
                    <a:pt x="31" y="238"/>
                  </a:cubicBezTo>
                  <a:cubicBezTo>
                    <a:pt x="25" y="246"/>
                    <a:pt x="23" y="252"/>
                    <a:pt x="17" y="256"/>
                  </a:cubicBezTo>
                  <a:cubicBezTo>
                    <a:pt x="12" y="260"/>
                    <a:pt x="9" y="264"/>
                    <a:pt x="7" y="272"/>
                  </a:cubicBezTo>
                  <a:cubicBezTo>
                    <a:pt x="5" y="279"/>
                    <a:pt x="0" y="288"/>
                    <a:pt x="4" y="292"/>
                  </a:cubicBezTo>
                  <a:cubicBezTo>
                    <a:pt x="4" y="293"/>
                    <a:pt x="5" y="294"/>
                    <a:pt x="6" y="294"/>
                  </a:cubicBezTo>
                  <a:cubicBezTo>
                    <a:pt x="6" y="294"/>
                    <a:pt x="6" y="294"/>
                    <a:pt x="6" y="294"/>
                  </a:cubicBezTo>
                  <a:cubicBezTo>
                    <a:pt x="6" y="296"/>
                    <a:pt x="6" y="298"/>
                    <a:pt x="6" y="300"/>
                  </a:cubicBezTo>
                  <a:cubicBezTo>
                    <a:pt x="9" y="305"/>
                    <a:pt x="13" y="306"/>
                    <a:pt x="18" y="306"/>
                  </a:cubicBezTo>
                  <a:cubicBezTo>
                    <a:pt x="18" y="305"/>
                    <a:pt x="18" y="305"/>
                    <a:pt x="18" y="305"/>
                  </a:cubicBezTo>
                  <a:cubicBezTo>
                    <a:pt x="18" y="307"/>
                    <a:pt x="19" y="309"/>
                    <a:pt x="20" y="311"/>
                  </a:cubicBezTo>
                  <a:cubicBezTo>
                    <a:pt x="23" y="317"/>
                    <a:pt x="34" y="320"/>
                    <a:pt x="39" y="314"/>
                  </a:cubicBezTo>
                  <a:cubicBezTo>
                    <a:pt x="45" y="319"/>
                    <a:pt x="56" y="320"/>
                    <a:pt x="61" y="312"/>
                  </a:cubicBezTo>
                  <a:cubicBezTo>
                    <a:pt x="64" y="324"/>
                    <a:pt x="77" y="322"/>
                    <a:pt x="85" y="320"/>
                  </a:cubicBezTo>
                  <a:cubicBezTo>
                    <a:pt x="93" y="318"/>
                    <a:pt x="96" y="312"/>
                    <a:pt x="100" y="307"/>
                  </a:cubicBezTo>
                  <a:cubicBezTo>
                    <a:pt x="105" y="302"/>
                    <a:pt x="108" y="298"/>
                    <a:pt x="107" y="286"/>
                  </a:cubicBezTo>
                  <a:cubicBezTo>
                    <a:pt x="106" y="275"/>
                    <a:pt x="107" y="275"/>
                    <a:pt x="108" y="260"/>
                  </a:cubicBezTo>
                  <a:cubicBezTo>
                    <a:pt x="108" y="252"/>
                    <a:pt x="113" y="250"/>
                    <a:pt x="114" y="236"/>
                  </a:cubicBezTo>
                  <a:cubicBezTo>
                    <a:pt x="115" y="225"/>
                    <a:pt x="109" y="179"/>
                    <a:pt x="109" y="173"/>
                  </a:cubicBezTo>
                  <a:cubicBezTo>
                    <a:pt x="111" y="159"/>
                    <a:pt x="113" y="142"/>
                    <a:pt x="111" y="118"/>
                  </a:cubicBezTo>
                  <a:cubicBezTo>
                    <a:pt x="108" y="95"/>
                    <a:pt x="122" y="19"/>
                    <a:pt x="126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067" name="Freeform 1003">
              <a:extLst>
                <a:ext uri="{FF2B5EF4-FFF2-40B4-BE49-F238E27FC236}">
                  <a16:creationId xmlns:a16="http://schemas.microsoft.com/office/drawing/2014/main" id="{0407D6F0-4B28-43C9-81F1-74A79D5993B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0" y="2327"/>
              <a:ext cx="195" cy="337"/>
            </a:xfrm>
            <a:custGeom>
              <a:avLst/>
              <a:gdLst>
                <a:gd name="T0" fmla="*/ 203 w 130"/>
                <a:gd name="T1" fmla="*/ 42 h 225"/>
                <a:gd name="T2" fmla="*/ 234 w 130"/>
                <a:gd name="T3" fmla="*/ 130 h 225"/>
                <a:gd name="T4" fmla="*/ 332 w 130"/>
                <a:gd name="T5" fmla="*/ 276 h 225"/>
                <a:gd name="T6" fmla="*/ 390 w 130"/>
                <a:gd name="T7" fmla="*/ 427 h 225"/>
                <a:gd name="T8" fmla="*/ 269 w 130"/>
                <a:gd name="T9" fmla="*/ 356 h 225"/>
                <a:gd name="T10" fmla="*/ 228 w 130"/>
                <a:gd name="T11" fmla="*/ 310 h 225"/>
                <a:gd name="T12" fmla="*/ 216 w 130"/>
                <a:gd name="T13" fmla="*/ 400 h 225"/>
                <a:gd name="T14" fmla="*/ 221 w 130"/>
                <a:gd name="T15" fmla="*/ 473 h 225"/>
                <a:gd name="T16" fmla="*/ 234 w 130"/>
                <a:gd name="T17" fmla="*/ 520 h 225"/>
                <a:gd name="T18" fmla="*/ 284 w 130"/>
                <a:gd name="T19" fmla="*/ 559 h 225"/>
                <a:gd name="T20" fmla="*/ 369 w 130"/>
                <a:gd name="T21" fmla="*/ 619 h 225"/>
                <a:gd name="T22" fmla="*/ 377 w 130"/>
                <a:gd name="T23" fmla="*/ 668 h 225"/>
                <a:gd name="T24" fmla="*/ 351 w 130"/>
                <a:gd name="T25" fmla="*/ 673 h 225"/>
                <a:gd name="T26" fmla="*/ 363 w 130"/>
                <a:gd name="T27" fmla="*/ 722 h 225"/>
                <a:gd name="T28" fmla="*/ 302 w 130"/>
                <a:gd name="T29" fmla="*/ 726 h 225"/>
                <a:gd name="T30" fmla="*/ 282 w 130"/>
                <a:gd name="T31" fmla="*/ 726 h 225"/>
                <a:gd name="T32" fmla="*/ 261 w 130"/>
                <a:gd name="T33" fmla="*/ 756 h 225"/>
                <a:gd name="T34" fmla="*/ 203 w 130"/>
                <a:gd name="T35" fmla="*/ 729 h 225"/>
                <a:gd name="T36" fmla="*/ 129 w 130"/>
                <a:gd name="T37" fmla="*/ 673 h 225"/>
                <a:gd name="T38" fmla="*/ 66 w 130"/>
                <a:gd name="T39" fmla="*/ 554 h 225"/>
                <a:gd name="T40" fmla="*/ 18 w 130"/>
                <a:gd name="T41" fmla="*/ 431 h 225"/>
                <a:gd name="T42" fmla="*/ 18 w 130"/>
                <a:gd name="T43" fmla="*/ 310 h 225"/>
                <a:gd name="T44" fmla="*/ 0 w 130"/>
                <a:gd name="T45" fmla="*/ 82 h 225"/>
                <a:gd name="T46" fmla="*/ 201 w 130"/>
                <a:gd name="T47" fmla="*/ 40 h 225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130" h="225">
                  <a:moveTo>
                    <a:pt x="60" y="13"/>
                  </a:moveTo>
                  <a:cubicBezTo>
                    <a:pt x="60" y="13"/>
                    <a:pt x="61" y="31"/>
                    <a:pt x="69" y="39"/>
                  </a:cubicBezTo>
                  <a:cubicBezTo>
                    <a:pt x="78" y="48"/>
                    <a:pt x="86" y="71"/>
                    <a:pt x="98" y="82"/>
                  </a:cubicBezTo>
                  <a:cubicBezTo>
                    <a:pt x="110" y="92"/>
                    <a:pt x="130" y="118"/>
                    <a:pt x="115" y="127"/>
                  </a:cubicBezTo>
                  <a:cubicBezTo>
                    <a:pt x="101" y="136"/>
                    <a:pt x="83" y="116"/>
                    <a:pt x="79" y="106"/>
                  </a:cubicBezTo>
                  <a:cubicBezTo>
                    <a:pt x="75" y="95"/>
                    <a:pt x="67" y="92"/>
                    <a:pt x="67" y="92"/>
                  </a:cubicBezTo>
                  <a:cubicBezTo>
                    <a:pt x="67" y="92"/>
                    <a:pt x="67" y="113"/>
                    <a:pt x="64" y="119"/>
                  </a:cubicBezTo>
                  <a:cubicBezTo>
                    <a:pt x="61" y="124"/>
                    <a:pt x="69" y="134"/>
                    <a:pt x="65" y="141"/>
                  </a:cubicBezTo>
                  <a:cubicBezTo>
                    <a:pt x="63" y="144"/>
                    <a:pt x="68" y="146"/>
                    <a:pt x="69" y="155"/>
                  </a:cubicBezTo>
                  <a:cubicBezTo>
                    <a:pt x="71" y="165"/>
                    <a:pt x="77" y="156"/>
                    <a:pt x="84" y="166"/>
                  </a:cubicBezTo>
                  <a:cubicBezTo>
                    <a:pt x="87" y="170"/>
                    <a:pt x="109" y="166"/>
                    <a:pt x="109" y="184"/>
                  </a:cubicBezTo>
                  <a:cubicBezTo>
                    <a:pt x="109" y="184"/>
                    <a:pt x="120" y="194"/>
                    <a:pt x="111" y="199"/>
                  </a:cubicBezTo>
                  <a:cubicBezTo>
                    <a:pt x="104" y="200"/>
                    <a:pt x="104" y="200"/>
                    <a:pt x="104" y="200"/>
                  </a:cubicBezTo>
                  <a:cubicBezTo>
                    <a:pt x="104" y="200"/>
                    <a:pt x="114" y="207"/>
                    <a:pt x="107" y="215"/>
                  </a:cubicBezTo>
                  <a:cubicBezTo>
                    <a:pt x="104" y="217"/>
                    <a:pt x="92" y="216"/>
                    <a:pt x="89" y="216"/>
                  </a:cubicBezTo>
                  <a:cubicBezTo>
                    <a:pt x="85" y="216"/>
                    <a:pt x="83" y="216"/>
                    <a:pt x="83" y="216"/>
                  </a:cubicBezTo>
                  <a:cubicBezTo>
                    <a:pt x="83" y="216"/>
                    <a:pt x="84" y="224"/>
                    <a:pt x="77" y="225"/>
                  </a:cubicBezTo>
                  <a:cubicBezTo>
                    <a:pt x="70" y="225"/>
                    <a:pt x="63" y="220"/>
                    <a:pt x="60" y="217"/>
                  </a:cubicBezTo>
                  <a:cubicBezTo>
                    <a:pt x="58" y="214"/>
                    <a:pt x="44" y="208"/>
                    <a:pt x="38" y="200"/>
                  </a:cubicBezTo>
                  <a:cubicBezTo>
                    <a:pt x="33" y="191"/>
                    <a:pt x="25" y="191"/>
                    <a:pt x="19" y="165"/>
                  </a:cubicBezTo>
                  <a:cubicBezTo>
                    <a:pt x="16" y="153"/>
                    <a:pt x="6" y="138"/>
                    <a:pt x="5" y="128"/>
                  </a:cubicBezTo>
                  <a:cubicBezTo>
                    <a:pt x="5" y="118"/>
                    <a:pt x="3" y="108"/>
                    <a:pt x="5" y="92"/>
                  </a:cubicBezTo>
                  <a:cubicBezTo>
                    <a:pt x="8" y="76"/>
                    <a:pt x="0" y="25"/>
                    <a:pt x="0" y="25"/>
                  </a:cubicBezTo>
                  <a:cubicBezTo>
                    <a:pt x="0" y="25"/>
                    <a:pt x="27" y="0"/>
                    <a:pt x="59" y="12"/>
                  </a:cubicBezTo>
                </a:path>
              </a:pathLst>
            </a:custGeom>
            <a:solidFill>
              <a:srgbClr val="FEF3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068" name="Freeform 1004">
              <a:extLst>
                <a:ext uri="{FF2B5EF4-FFF2-40B4-BE49-F238E27FC236}">
                  <a16:creationId xmlns:a16="http://schemas.microsoft.com/office/drawing/2014/main" id="{1BBB1EE2-36F1-4F99-BFF6-4FF668BBC9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5" y="2468"/>
              <a:ext cx="47" cy="93"/>
            </a:xfrm>
            <a:custGeom>
              <a:avLst/>
              <a:gdLst>
                <a:gd name="T0" fmla="*/ 102 w 31"/>
                <a:gd name="T1" fmla="*/ 0 h 62"/>
                <a:gd name="T2" fmla="*/ 35 w 31"/>
                <a:gd name="T3" fmla="*/ 53 h 62"/>
                <a:gd name="T4" fmla="*/ 32 w 31"/>
                <a:gd name="T5" fmla="*/ 126 h 62"/>
                <a:gd name="T6" fmla="*/ 41 w 31"/>
                <a:gd name="T7" fmla="*/ 201 h 62"/>
                <a:gd name="T8" fmla="*/ 68 w 31"/>
                <a:gd name="T9" fmla="*/ 176 h 62"/>
                <a:gd name="T10" fmla="*/ 97 w 31"/>
                <a:gd name="T11" fmla="*/ 126 h 62"/>
                <a:gd name="T12" fmla="*/ 102 w 31"/>
                <a:gd name="T13" fmla="*/ 62 h 62"/>
                <a:gd name="T14" fmla="*/ 102 w 31"/>
                <a:gd name="T15" fmla="*/ 0 h 6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1" h="62">
                  <a:moveTo>
                    <a:pt x="29" y="0"/>
                  </a:moveTo>
                  <a:cubicBezTo>
                    <a:pt x="29" y="0"/>
                    <a:pt x="30" y="7"/>
                    <a:pt x="10" y="15"/>
                  </a:cubicBezTo>
                  <a:cubicBezTo>
                    <a:pt x="0" y="19"/>
                    <a:pt x="8" y="35"/>
                    <a:pt x="9" y="37"/>
                  </a:cubicBezTo>
                  <a:cubicBezTo>
                    <a:pt x="10" y="39"/>
                    <a:pt x="12" y="59"/>
                    <a:pt x="12" y="59"/>
                  </a:cubicBezTo>
                  <a:cubicBezTo>
                    <a:pt x="12" y="59"/>
                    <a:pt x="16" y="62"/>
                    <a:pt x="20" y="52"/>
                  </a:cubicBezTo>
                  <a:cubicBezTo>
                    <a:pt x="25" y="42"/>
                    <a:pt x="31" y="52"/>
                    <a:pt x="28" y="37"/>
                  </a:cubicBezTo>
                  <a:cubicBezTo>
                    <a:pt x="24" y="23"/>
                    <a:pt x="29" y="23"/>
                    <a:pt x="29" y="18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AD7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069" name="Freeform 1005">
              <a:extLst>
                <a:ext uri="{FF2B5EF4-FFF2-40B4-BE49-F238E27FC236}">
                  <a16:creationId xmlns:a16="http://schemas.microsoft.com/office/drawing/2014/main" id="{6BBC474E-4DBB-4069-8299-AC3F2C8B4D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1" y="2465"/>
              <a:ext cx="64" cy="184"/>
            </a:xfrm>
            <a:custGeom>
              <a:avLst/>
              <a:gdLst>
                <a:gd name="T0" fmla="*/ 88 w 42"/>
                <a:gd name="T1" fmla="*/ 0 h 123"/>
                <a:gd name="T2" fmla="*/ 5 w 42"/>
                <a:gd name="T3" fmla="*/ 73 h 123"/>
                <a:gd name="T4" fmla="*/ 14 w 42"/>
                <a:gd name="T5" fmla="*/ 127 h 123"/>
                <a:gd name="T6" fmla="*/ 27 w 42"/>
                <a:gd name="T7" fmla="*/ 197 h 123"/>
                <a:gd name="T8" fmla="*/ 27 w 42"/>
                <a:gd name="T9" fmla="*/ 230 h 123"/>
                <a:gd name="T10" fmla="*/ 41 w 42"/>
                <a:gd name="T11" fmla="*/ 251 h 123"/>
                <a:gd name="T12" fmla="*/ 70 w 42"/>
                <a:gd name="T13" fmla="*/ 322 h 123"/>
                <a:gd name="T14" fmla="*/ 116 w 42"/>
                <a:gd name="T15" fmla="*/ 362 h 123"/>
                <a:gd name="T16" fmla="*/ 149 w 42"/>
                <a:gd name="T17" fmla="*/ 411 h 12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2" h="123">
                  <a:moveTo>
                    <a:pt x="25" y="0"/>
                  </a:moveTo>
                  <a:cubicBezTo>
                    <a:pt x="24" y="13"/>
                    <a:pt x="3" y="11"/>
                    <a:pt x="1" y="22"/>
                  </a:cubicBezTo>
                  <a:cubicBezTo>
                    <a:pt x="0" y="26"/>
                    <a:pt x="2" y="34"/>
                    <a:pt x="4" y="38"/>
                  </a:cubicBezTo>
                  <a:cubicBezTo>
                    <a:pt x="6" y="45"/>
                    <a:pt x="8" y="51"/>
                    <a:pt x="8" y="59"/>
                  </a:cubicBezTo>
                  <a:cubicBezTo>
                    <a:pt x="8" y="62"/>
                    <a:pt x="8" y="66"/>
                    <a:pt x="8" y="69"/>
                  </a:cubicBezTo>
                  <a:cubicBezTo>
                    <a:pt x="9" y="72"/>
                    <a:pt x="10" y="72"/>
                    <a:pt x="12" y="75"/>
                  </a:cubicBezTo>
                  <a:cubicBezTo>
                    <a:pt x="17" y="81"/>
                    <a:pt x="18" y="89"/>
                    <a:pt x="20" y="96"/>
                  </a:cubicBezTo>
                  <a:cubicBezTo>
                    <a:pt x="23" y="104"/>
                    <a:pt x="27" y="102"/>
                    <a:pt x="33" y="108"/>
                  </a:cubicBezTo>
                  <a:cubicBezTo>
                    <a:pt x="37" y="111"/>
                    <a:pt x="42" y="118"/>
                    <a:pt x="42" y="123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070" name="Freeform 1006">
              <a:extLst>
                <a:ext uri="{FF2B5EF4-FFF2-40B4-BE49-F238E27FC236}">
                  <a16:creationId xmlns:a16="http://schemas.microsoft.com/office/drawing/2014/main" id="{868CF79E-9485-4836-8CA9-81FA816547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8" y="2459"/>
              <a:ext cx="21" cy="6"/>
            </a:xfrm>
            <a:custGeom>
              <a:avLst/>
              <a:gdLst>
                <a:gd name="T0" fmla="*/ 48 w 14"/>
                <a:gd name="T1" fmla="*/ 14 h 4"/>
                <a:gd name="T2" fmla="*/ 0 w 14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4">
                  <a:moveTo>
                    <a:pt x="14" y="4"/>
                  </a:moveTo>
                  <a:cubicBezTo>
                    <a:pt x="10" y="2"/>
                    <a:pt x="6" y="0"/>
                    <a:pt x="0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071" name="Freeform 1007">
              <a:extLst>
                <a:ext uri="{FF2B5EF4-FFF2-40B4-BE49-F238E27FC236}">
                  <a16:creationId xmlns:a16="http://schemas.microsoft.com/office/drawing/2014/main" id="{6A3FCD9E-31AF-4395-963E-B8CBC84B2E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3" y="2539"/>
              <a:ext cx="23" cy="19"/>
            </a:xfrm>
            <a:custGeom>
              <a:avLst/>
              <a:gdLst>
                <a:gd name="T0" fmla="*/ 54 w 15"/>
                <a:gd name="T1" fmla="*/ 0 h 13"/>
                <a:gd name="T2" fmla="*/ 0 w 15"/>
                <a:gd name="T3" fmla="*/ 41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3">
                  <a:moveTo>
                    <a:pt x="15" y="0"/>
                  </a:moveTo>
                  <a:cubicBezTo>
                    <a:pt x="7" y="2"/>
                    <a:pt x="8" y="13"/>
                    <a:pt x="0" y="13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072" name="Freeform 1008">
              <a:extLst>
                <a:ext uri="{FF2B5EF4-FFF2-40B4-BE49-F238E27FC236}">
                  <a16:creationId xmlns:a16="http://schemas.microsoft.com/office/drawing/2014/main" id="{8B2E1766-4363-4E75-A1BF-83932B61E85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0" y="2599"/>
              <a:ext cx="66" cy="28"/>
            </a:xfrm>
            <a:custGeom>
              <a:avLst/>
              <a:gdLst>
                <a:gd name="T0" fmla="*/ 0 w 44"/>
                <a:gd name="T1" fmla="*/ 0 h 19"/>
                <a:gd name="T2" fmla="*/ 75 w 44"/>
                <a:gd name="T3" fmla="*/ 46 h 19"/>
                <a:gd name="T4" fmla="*/ 149 w 44"/>
                <a:gd name="T5" fmla="*/ 60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4" h="19">
                  <a:moveTo>
                    <a:pt x="0" y="0"/>
                  </a:moveTo>
                  <a:cubicBezTo>
                    <a:pt x="9" y="2"/>
                    <a:pt x="13" y="12"/>
                    <a:pt x="22" y="14"/>
                  </a:cubicBezTo>
                  <a:cubicBezTo>
                    <a:pt x="29" y="16"/>
                    <a:pt x="38" y="15"/>
                    <a:pt x="44" y="19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073" name="Freeform 1009">
              <a:extLst>
                <a:ext uri="{FF2B5EF4-FFF2-40B4-BE49-F238E27FC236}">
                  <a16:creationId xmlns:a16="http://schemas.microsoft.com/office/drawing/2014/main" id="{8FD58350-704C-401B-8531-BB0A0030CD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0" y="2557"/>
              <a:ext cx="82" cy="46"/>
            </a:xfrm>
            <a:custGeom>
              <a:avLst/>
              <a:gdLst>
                <a:gd name="T0" fmla="*/ 182 w 55"/>
                <a:gd name="T1" fmla="*/ 101 h 31"/>
                <a:gd name="T2" fmla="*/ 128 w 55"/>
                <a:gd name="T3" fmla="*/ 95 h 31"/>
                <a:gd name="T4" fmla="*/ 69 w 55"/>
                <a:gd name="T5" fmla="*/ 73 h 31"/>
                <a:gd name="T6" fmla="*/ 22 w 55"/>
                <a:gd name="T7" fmla="*/ 46 h 31"/>
                <a:gd name="T8" fmla="*/ 0 w 55"/>
                <a:gd name="T9" fmla="*/ 0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5" h="31">
                  <a:moveTo>
                    <a:pt x="55" y="31"/>
                  </a:moveTo>
                  <a:cubicBezTo>
                    <a:pt x="49" y="29"/>
                    <a:pt x="46" y="29"/>
                    <a:pt x="39" y="29"/>
                  </a:cubicBezTo>
                  <a:cubicBezTo>
                    <a:pt x="31" y="29"/>
                    <a:pt x="28" y="23"/>
                    <a:pt x="21" y="22"/>
                  </a:cubicBezTo>
                  <a:cubicBezTo>
                    <a:pt x="14" y="20"/>
                    <a:pt x="10" y="21"/>
                    <a:pt x="7" y="14"/>
                  </a:cubicBezTo>
                  <a:cubicBezTo>
                    <a:pt x="5" y="8"/>
                    <a:pt x="5" y="4"/>
                    <a:pt x="0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074" name="Freeform 1010">
              <a:extLst>
                <a:ext uri="{FF2B5EF4-FFF2-40B4-BE49-F238E27FC236}">
                  <a16:creationId xmlns:a16="http://schemas.microsoft.com/office/drawing/2014/main" id="{7A10E6A7-0DB6-415F-BE83-58BE59EEA9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0" y="2491"/>
              <a:ext cx="27" cy="27"/>
            </a:xfrm>
            <a:custGeom>
              <a:avLst/>
              <a:gdLst>
                <a:gd name="T0" fmla="*/ 0 w 18"/>
                <a:gd name="T1" fmla="*/ 27 h 18"/>
                <a:gd name="T2" fmla="*/ 18 w 18"/>
                <a:gd name="T3" fmla="*/ 62 h 18"/>
                <a:gd name="T4" fmla="*/ 62 w 18"/>
                <a:gd name="T5" fmla="*/ 35 h 18"/>
                <a:gd name="T6" fmla="*/ 39 w 18"/>
                <a:gd name="T7" fmla="*/ 0 h 18"/>
                <a:gd name="T8" fmla="*/ 0 w 18"/>
                <a:gd name="T9" fmla="*/ 27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8">
                  <a:moveTo>
                    <a:pt x="0" y="8"/>
                  </a:moveTo>
                  <a:cubicBezTo>
                    <a:pt x="5" y="18"/>
                    <a:pt x="5" y="18"/>
                    <a:pt x="5" y="18"/>
                  </a:cubicBezTo>
                  <a:cubicBezTo>
                    <a:pt x="5" y="18"/>
                    <a:pt x="13" y="11"/>
                    <a:pt x="18" y="10"/>
                  </a:cubicBezTo>
                  <a:cubicBezTo>
                    <a:pt x="18" y="10"/>
                    <a:pt x="15" y="3"/>
                    <a:pt x="11" y="0"/>
                  </a:cubicBezTo>
                  <a:cubicBezTo>
                    <a:pt x="11" y="0"/>
                    <a:pt x="3" y="0"/>
                    <a:pt x="0" y="8"/>
                  </a:cubicBezTo>
                  <a:close/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075" name="Freeform 1011">
              <a:extLst>
                <a:ext uri="{FF2B5EF4-FFF2-40B4-BE49-F238E27FC236}">
                  <a16:creationId xmlns:a16="http://schemas.microsoft.com/office/drawing/2014/main" id="{6B048ADE-6013-4A21-976A-BBC9E098A2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9" y="2646"/>
              <a:ext cx="28" cy="20"/>
            </a:xfrm>
            <a:custGeom>
              <a:avLst/>
              <a:gdLst>
                <a:gd name="T0" fmla="*/ 0 w 19"/>
                <a:gd name="T1" fmla="*/ 12 h 13"/>
                <a:gd name="T2" fmla="*/ 46 w 19"/>
                <a:gd name="T3" fmla="*/ 26 h 13"/>
                <a:gd name="T4" fmla="*/ 46 w 19"/>
                <a:gd name="T5" fmla="*/ 43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3">
                  <a:moveTo>
                    <a:pt x="0" y="3"/>
                  </a:moveTo>
                  <a:cubicBezTo>
                    <a:pt x="0" y="3"/>
                    <a:pt x="4" y="0"/>
                    <a:pt x="14" y="7"/>
                  </a:cubicBezTo>
                  <a:cubicBezTo>
                    <a:pt x="19" y="10"/>
                    <a:pt x="19" y="13"/>
                    <a:pt x="14" y="12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076" name="Freeform 1012">
              <a:extLst>
                <a:ext uri="{FF2B5EF4-FFF2-40B4-BE49-F238E27FC236}">
                  <a16:creationId xmlns:a16="http://schemas.microsoft.com/office/drawing/2014/main" id="{7DB17C01-C829-4BA9-ABFB-A8772AB9C8A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0" y="2545"/>
              <a:ext cx="71" cy="55"/>
            </a:xfrm>
            <a:custGeom>
              <a:avLst/>
              <a:gdLst>
                <a:gd name="T0" fmla="*/ 12 w 47"/>
                <a:gd name="T1" fmla="*/ 0 h 37"/>
                <a:gd name="T2" fmla="*/ 27 w 47"/>
                <a:gd name="T3" fmla="*/ 28 h 37"/>
                <a:gd name="T4" fmla="*/ 35 w 47"/>
                <a:gd name="T5" fmla="*/ 54 h 37"/>
                <a:gd name="T6" fmla="*/ 54 w 47"/>
                <a:gd name="T7" fmla="*/ 59 h 37"/>
                <a:gd name="T8" fmla="*/ 73 w 47"/>
                <a:gd name="T9" fmla="*/ 68 h 37"/>
                <a:gd name="T10" fmla="*/ 82 w 47"/>
                <a:gd name="T11" fmla="*/ 76 h 37"/>
                <a:gd name="T12" fmla="*/ 100 w 47"/>
                <a:gd name="T13" fmla="*/ 80 h 37"/>
                <a:gd name="T14" fmla="*/ 130 w 47"/>
                <a:gd name="T15" fmla="*/ 88 h 37"/>
                <a:gd name="T16" fmla="*/ 157 w 47"/>
                <a:gd name="T17" fmla="*/ 119 h 37"/>
                <a:gd name="T18" fmla="*/ 128 w 47"/>
                <a:gd name="T19" fmla="*/ 114 h 37"/>
                <a:gd name="T20" fmla="*/ 107 w 47"/>
                <a:gd name="T21" fmla="*/ 114 h 37"/>
                <a:gd name="T22" fmla="*/ 94 w 47"/>
                <a:gd name="T23" fmla="*/ 113 h 37"/>
                <a:gd name="T24" fmla="*/ 62 w 47"/>
                <a:gd name="T25" fmla="*/ 95 h 37"/>
                <a:gd name="T26" fmla="*/ 27 w 47"/>
                <a:gd name="T27" fmla="*/ 80 h 37"/>
                <a:gd name="T28" fmla="*/ 14 w 47"/>
                <a:gd name="T29" fmla="*/ 73 h 37"/>
                <a:gd name="T30" fmla="*/ 12 w 47"/>
                <a:gd name="T31" fmla="*/ 54 h 37"/>
                <a:gd name="T32" fmla="*/ 0 w 47"/>
                <a:gd name="T33" fmla="*/ 19 h 37"/>
                <a:gd name="T34" fmla="*/ 12 w 47"/>
                <a:gd name="T35" fmla="*/ 0 h 37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47" h="37">
                  <a:moveTo>
                    <a:pt x="3" y="0"/>
                  </a:moveTo>
                  <a:cubicBezTo>
                    <a:pt x="6" y="2"/>
                    <a:pt x="7" y="6"/>
                    <a:pt x="8" y="9"/>
                  </a:cubicBezTo>
                  <a:cubicBezTo>
                    <a:pt x="8" y="11"/>
                    <a:pt x="9" y="14"/>
                    <a:pt x="10" y="16"/>
                  </a:cubicBezTo>
                  <a:cubicBezTo>
                    <a:pt x="11" y="17"/>
                    <a:pt x="14" y="18"/>
                    <a:pt x="16" y="18"/>
                  </a:cubicBezTo>
                  <a:cubicBezTo>
                    <a:pt x="18" y="19"/>
                    <a:pt x="19" y="20"/>
                    <a:pt x="21" y="21"/>
                  </a:cubicBezTo>
                  <a:cubicBezTo>
                    <a:pt x="22" y="22"/>
                    <a:pt x="23" y="22"/>
                    <a:pt x="24" y="23"/>
                  </a:cubicBezTo>
                  <a:cubicBezTo>
                    <a:pt x="25" y="24"/>
                    <a:pt x="27" y="24"/>
                    <a:pt x="29" y="24"/>
                  </a:cubicBezTo>
                  <a:cubicBezTo>
                    <a:pt x="32" y="24"/>
                    <a:pt x="35" y="26"/>
                    <a:pt x="38" y="27"/>
                  </a:cubicBezTo>
                  <a:cubicBezTo>
                    <a:pt x="42" y="29"/>
                    <a:pt x="47" y="31"/>
                    <a:pt x="46" y="36"/>
                  </a:cubicBezTo>
                  <a:cubicBezTo>
                    <a:pt x="43" y="37"/>
                    <a:pt x="39" y="36"/>
                    <a:pt x="37" y="35"/>
                  </a:cubicBezTo>
                  <a:cubicBezTo>
                    <a:pt x="35" y="34"/>
                    <a:pt x="33" y="35"/>
                    <a:pt x="31" y="35"/>
                  </a:cubicBezTo>
                  <a:cubicBezTo>
                    <a:pt x="30" y="34"/>
                    <a:pt x="29" y="34"/>
                    <a:pt x="27" y="34"/>
                  </a:cubicBezTo>
                  <a:cubicBezTo>
                    <a:pt x="24" y="33"/>
                    <a:pt x="21" y="30"/>
                    <a:pt x="18" y="29"/>
                  </a:cubicBezTo>
                  <a:cubicBezTo>
                    <a:pt x="15" y="27"/>
                    <a:pt x="11" y="26"/>
                    <a:pt x="8" y="24"/>
                  </a:cubicBezTo>
                  <a:cubicBezTo>
                    <a:pt x="6" y="24"/>
                    <a:pt x="5" y="23"/>
                    <a:pt x="4" y="22"/>
                  </a:cubicBezTo>
                  <a:cubicBezTo>
                    <a:pt x="3" y="20"/>
                    <a:pt x="3" y="18"/>
                    <a:pt x="3" y="16"/>
                  </a:cubicBezTo>
                  <a:cubicBezTo>
                    <a:pt x="2" y="13"/>
                    <a:pt x="0" y="10"/>
                    <a:pt x="0" y="6"/>
                  </a:cubicBezTo>
                  <a:cubicBezTo>
                    <a:pt x="0" y="4"/>
                    <a:pt x="0" y="1"/>
                    <a:pt x="3" y="0"/>
                  </a:cubicBezTo>
                </a:path>
              </a:pathLst>
            </a:custGeom>
            <a:solidFill>
              <a:srgbClr val="FAD7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077" name="Freeform 1013">
              <a:extLst>
                <a:ext uri="{FF2B5EF4-FFF2-40B4-BE49-F238E27FC236}">
                  <a16:creationId xmlns:a16="http://schemas.microsoft.com/office/drawing/2014/main" id="{1D64A8E3-4039-4B78-A0EC-ACB76D8EC4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5" y="2557"/>
              <a:ext cx="89" cy="66"/>
            </a:xfrm>
            <a:custGeom>
              <a:avLst/>
              <a:gdLst>
                <a:gd name="T0" fmla="*/ 0 w 59"/>
                <a:gd name="T1" fmla="*/ 12 h 44"/>
                <a:gd name="T2" fmla="*/ 18 w 59"/>
                <a:gd name="T3" fmla="*/ 12 h 44"/>
                <a:gd name="T4" fmla="*/ 35 w 59"/>
                <a:gd name="T5" fmla="*/ 53 h 44"/>
                <a:gd name="T6" fmla="*/ 68 w 59"/>
                <a:gd name="T7" fmla="*/ 80 h 44"/>
                <a:gd name="T8" fmla="*/ 103 w 59"/>
                <a:gd name="T9" fmla="*/ 93 h 44"/>
                <a:gd name="T10" fmla="*/ 121 w 59"/>
                <a:gd name="T11" fmla="*/ 102 h 44"/>
                <a:gd name="T12" fmla="*/ 134 w 59"/>
                <a:gd name="T13" fmla="*/ 107 h 44"/>
                <a:gd name="T14" fmla="*/ 175 w 59"/>
                <a:gd name="T15" fmla="*/ 107 h 44"/>
                <a:gd name="T16" fmla="*/ 202 w 59"/>
                <a:gd name="T17" fmla="*/ 120 h 44"/>
                <a:gd name="T18" fmla="*/ 184 w 59"/>
                <a:gd name="T19" fmla="*/ 143 h 44"/>
                <a:gd name="T20" fmla="*/ 151 w 59"/>
                <a:gd name="T21" fmla="*/ 140 h 44"/>
                <a:gd name="T22" fmla="*/ 116 w 59"/>
                <a:gd name="T23" fmla="*/ 134 h 44"/>
                <a:gd name="T24" fmla="*/ 86 w 59"/>
                <a:gd name="T25" fmla="*/ 116 h 44"/>
                <a:gd name="T26" fmla="*/ 53 w 59"/>
                <a:gd name="T27" fmla="*/ 93 h 44"/>
                <a:gd name="T28" fmla="*/ 39 w 59"/>
                <a:gd name="T29" fmla="*/ 89 h 44"/>
                <a:gd name="T30" fmla="*/ 32 w 59"/>
                <a:gd name="T31" fmla="*/ 72 h 44"/>
                <a:gd name="T32" fmla="*/ 14 w 59"/>
                <a:gd name="T33" fmla="*/ 45 h 44"/>
                <a:gd name="T34" fmla="*/ 8 w 59"/>
                <a:gd name="T35" fmla="*/ 26 h 44"/>
                <a:gd name="T36" fmla="*/ 0 w 59"/>
                <a:gd name="T37" fmla="*/ 12 h 44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59" h="44">
                  <a:moveTo>
                    <a:pt x="0" y="3"/>
                  </a:moveTo>
                  <a:cubicBezTo>
                    <a:pt x="2" y="2"/>
                    <a:pt x="4" y="0"/>
                    <a:pt x="5" y="3"/>
                  </a:cubicBezTo>
                  <a:cubicBezTo>
                    <a:pt x="6" y="8"/>
                    <a:pt x="7" y="12"/>
                    <a:pt x="10" y="15"/>
                  </a:cubicBezTo>
                  <a:cubicBezTo>
                    <a:pt x="12" y="20"/>
                    <a:pt x="15" y="22"/>
                    <a:pt x="20" y="23"/>
                  </a:cubicBezTo>
                  <a:cubicBezTo>
                    <a:pt x="23" y="25"/>
                    <a:pt x="27" y="25"/>
                    <a:pt x="30" y="27"/>
                  </a:cubicBezTo>
                  <a:cubicBezTo>
                    <a:pt x="32" y="28"/>
                    <a:pt x="33" y="29"/>
                    <a:pt x="35" y="30"/>
                  </a:cubicBezTo>
                  <a:cubicBezTo>
                    <a:pt x="36" y="30"/>
                    <a:pt x="38" y="30"/>
                    <a:pt x="39" y="31"/>
                  </a:cubicBezTo>
                  <a:cubicBezTo>
                    <a:pt x="43" y="31"/>
                    <a:pt x="47" y="31"/>
                    <a:pt x="51" y="31"/>
                  </a:cubicBezTo>
                  <a:cubicBezTo>
                    <a:pt x="54" y="31"/>
                    <a:pt x="58" y="32"/>
                    <a:pt x="59" y="35"/>
                  </a:cubicBezTo>
                  <a:cubicBezTo>
                    <a:pt x="59" y="37"/>
                    <a:pt x="56" y="41"/>
                    <a:pt x="54" y="42"/>
                  </a:cubicBezTo>
                  <a:cubicBezTo>
                    <a:pt x="51" y="44"/>
                    <a:pt x="47" y="43"/>
                    <a:pt x="44" y="41"/>
                  </a:cubicBezTo>
                  <a:cubicBezTo>
                    <a:pt x="41" y="40"/>
                    <a:pt x="38" y="39"/>
                    <a:pt x="34" y="39"/>
                  </a:cubicBezTo>
                  <a:cubicBezTo>
                    <a:pt x="31" y="38"/>
                    <a:pt x="28" y="37"/>
                    <a:pt x="25" y="34"/>
                  </a:cubicBezTo>
                  <a:cubicBezTo>
                    <a:pt x="22" y="31"/>
                    <a:pt x="19" y="29"/>
                    <a:pt x="15" y="27"/>
                  </a:cubicBezTo>
                  <a:cubicBezTo>
                    <a:pt x="14" y="27"/>
                    <a:pt x="12" y="26"/>
                    <a:pt x="11" y="26"/>
                  </a:cubicBezTo>
                  <a:cubicBezTo>
                    <a:pt x="10" y="25"/>
                    <a:pt x="9" y="22"/>
                    <a:pt x="9" y="21"/>
                  </a:cubicBezTo>
                  <a:cubicBezTo>
                    <a:pt x="7" y="18"/>
                    <a:pt x="6" y="15"/>
                    <a:pt x="4" y="13"/>
                  </a:cubicBezTo>
                  <a:cubicBezTo>
                    <a:pt x="3" y="11"/>
                    <a:pt x="2" y="9"/>
                    <a:pt x="2" y="7"/>
                  </a:cubicBezTo>
                  <a:cubicBezTo>
                    <a:pt x="1" y="6"/>
                    <a:pt x="1" y="4"/>
                    <a:pt x="0" y="3"/>
                  </a:cubicBezTo>
                </a:path>
              </a:pathLst>
            </a:custGeom>
            <a:solidFill>
              <a:srgbClr val="FAD7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078" name="Freeform 1014">
              <a:extLst>
                <a:ext uri="{FF2B5EF4-FFF2-40B4-BE49-F238E27FC236}">
                  <a16:creationId xmlns:a16="http://schemas.microsoft.com/office/drawing/2014/main" id="{CC9F4485-DE35-4785-BE68-719037AB96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0" y="2602"/>
              <a:ext cx="54" cy="37"/>
            </a:xfrm>
            <a:custGeom>
              <a:avLst/>
              <a:gdLst>
                <a:gd name="T0" fmla="*/ 0 w 36"/>
                <a:gd name="T1" fmla="*/ 0 h 25"/>
                <a:gd name="T2" fmla="*/ 18 w 36"/>
                <a:gd name="T3" fmla="*/ 33 h 25"/>
                <a:gd name="T4" fmla="*/ 35 w 36"/>
                <a:gd name="T5" fmla="*/ 40 h 25"/>
                <a:gd name="T6" fmla="*/ 53 w 36"/>
                <a:gd name="T7" fmla="*/ 49 h 25"/>
                <a:gd name="T8" fmla="*/ 95 w 36"/>
                <a:gd name="T9" fmla="*/ 78 h 25"/>
                <a:gd name="T10" fmla="*/ 120 w 36"/>
                <a:gd name="T11" fmla="*/ 59 h 25"/>
                <a:gd name="T12" fmla="*/ 102 w 36"/>
                <a:gd name="T13" fmla="*/ 46 h 25"/>
                <a:gd name="T14" fmla="*/ 68 w 36"/>
                <a:gd name="T15" fmla="*/ 41 h 25"/>
                <a:gd name="T16" fmla="*/ 39 w 36"/>
                <a:gd name="T17" fmla="*/ 27 h 25"/>
                <a:gd name="T18" fmla="*/ 14 w 36"/>
                <a:gd name="T19" fmla="*/ 9 h 25"/>
                <a:gd name="T20" fmla="*/ 5 w 36"/>
                <a:gd name="T21" fmla="*/ 0 h 2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6" h="25">
                  <a:moveTo>
                    <a:pt x="0" y="0"/>
                  </a:moveTo>
                  <a:cubicBezTo>
                    <a:pt x="3" y="2"/>
                    <a:pt x="2" y="7"/>
                    <a:pt x="5" y="10"/>
                  </a:cubicBezTo>
                  <a:cubicBezTo>
                    <a:pt x="6" y="11"/>
                    <a:pt x="8" y="11"/>
                    <a:pt x="10" y="12"/>
                  </a:cubicBezTo>
                  <a:cubicBezTo>
                    <a:pt x="12" y="13"/>
                    <a:pt x="13" y="14"/>
                    <a:pt x="15" y="15"/>
                  </a:cubicBezTo>
                  <a:cubicBezTo>
                    <a:pt x="18" y="18"/>
                    <a:pt x="23" y="25"/>
                    <a:pt x="28" y="24"/>
                  </a:cubicBezTo>
                  <a:cubicBezTo>
                    <a:pt x="31" y="24"/>
                    <a:pt x="36" y="21"/>
                    <a:pt x="35" y="18"/>
                  </a:cubicBezTo>
                  <a:cubicBezTo>
                    <a:pt x="35" y="15"/>
                    <a:pt x="32" y="14"/>
                    <a:pt x="30" y="14"/>
                  </a:cubicBezTo>
                  <a:cubicBezTo>
                    <a:pt x="26" y="14"/>
                    <a:pt x="23" y="14"/>
                    <a:pt x="20" y="13"/>
                  </a:cubicBezTo>
                  <a:cubicBezTo>
                    <a:pt x="16" y="12"/>
                    <a:pt x="14" y="10"/>
                    <a:pt x="11" y="8"/>
                  </a:cubicBezTo>
                  <a:cubicBezTo>
                    <a:pt x="9" y="6"/>
                    <a:pt x="7" y="4"/>
                    <a:pt x="4" y="3"/>
                  </a:cubicBezTo>
                  <a:cubicBezTo>
                    <a:pt x="3" y="2"/>
                    <a:pt x="2" y="1"/>
                    <a:pt x="1" y="0"/>
                  </a:cubicBezTo>
                </a:path>
              </a:pathLst>
            </a:custGeom>
            <a:solidFill>
              <a:srgbClr val="FAD7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079" name="Freeform 1015">
              <a:extLst>
                <a:ext uri="{FF2B5EF4-FFF2-40B4-BE49-F238E27FC236}">
                  <a16:creationId xmlns:a16="http://schemas.microsoft.com/office/drawing/2014/main" id="{AED6FE79-73C8-4C80-8512-201358EE21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1" y="2483"/>
              <a:ext cx="19" cy="63"/>
            </a:xfrm>
            <a:custGeom>
              <a:avLst/>
              <a:gdLst>
                <a:gd name="T0" fmla="*/ 41 w 13"/>
                <a:gd name="T1" fmla="*/ 0 h 42"/>
                <a:gd name="T2" fmla="*/ 19 w 13"/>
                <a:gd name="T3" fmla="*/ 66 h 42"/>
                <a:gd name="T4" fmla="*/ 28 w 13"/>
                <a:gd name="T5" fmla="*/ 102 h 42"/>
                <a:gd name="T6" fmla="*/ 34 w 13"/>
                <a:gd name="T7" fmla="*/ 143 h 42"/>
                <a:gd name="T8" fmla="*/ 15 w 13"/>
                <a:gd name="T9" fmla="*/ 107 h 42"/>
                <a:gd name="T10" fmla="*/ 1 w 13"/>
                <a:gd name="T11" fmla="*/ 53 h 42"/>
                <a:gd name="T12" fmla="*/ 38 w 13"/>
                <a:gd name="T13" fmla="*/ 5 h 4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42">
                  <a:moveTo>
                    <a:pt x="13" y="0"/>
                  </a:moveTo>
                  <a:cubicBezTo>
                    <a:pt x="7" y="1"/>
                    <a:pt x="5" y="14"/>
                    <a:pt x="6" y="19"/>
                  </a:cubicBezTo>
                  <a:cubicBezTo>
                    <a:pt x="6" y="23"/>
                    <a:pt x="8" y="26"/>
                    <a:pt x="9" y="30"/>
                  </a:cubicBezTo>
                  <a:cubicBezTo>
                    <a:pt x="10" y="34"/>
                    <a:pt x="10" y="38"/>
                    <a:pt x="11" y="42"/>
                  </a:cubicBezTo>
                  <a:cubicBezTo>
                    <a:pt x="8" y="40"/>
                    <a:pt x="6" y="34"/>
                    <a:pt x="5" y="31"/>
                  </a:cubicBezTo>
                  <a:cubicBezTo>
                    <a:pt x="2" y="26"/>
                    <a:pt x="0" y="21"/>
                    <a:pt x="1" y="15"/>
                  </a:cubicBezTo>
                  <a:cubicBezTo>
                    <a:pt x="2" y="9"/>
                    <a:pt x="4" y="0"/>
                    <a:pt x="12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080" name="Freeform 1016">
              <a:extLst>
                <a:ext uri="{FF2B5EF4-FFF2-40B4-BE49-F238E27FC236}">
                  <a16:creationId xmlns:a16="http://schemas.microsoft.com/office/drawing/2014/main" id="{826EF7BE-734D-4205-8EA3-B8E3614C2A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2" y="2492"/>
              <a:ext cx="18" cy="15"/>
            </a:xfrm>
            <a:custGeom>
              <a:avLst/>
              <a:gdLst>
                <a:gd name="T0" fmla="*/ 0 w 12"/>
                <a:gd name="T1" fmla="*/ 26 h 10"/>
                <a:gd name="T2" fmla="*/ 14 w 12"/>
                <a:gd name="T3" fmla="*/ 8 h 10"/>
                <a:gd name="T4" fmla="*/ 32 w 12"/>
                <a:gd name="T5" fmla="*/ 5 h 10"/>
                <a:gd name="T6" fmla="*/ 18 w 12"/>
                <a:gd name="T7" fmla="*/ 18 h 10"/>
                <a:gd name="T8" fmla="*/ 0 w 12"/>
                <a:gd name="T9" fmla="*/ 26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0">
                  <a:moveTo>
                    <a:pt x="0" y="7"/>
                  </a:moveTo>
                  <a:cubicBezTo>
                    <a:pt x="0" y="5"/>
                    <a:pt x="3" y="3"/>
                    <a:pt x="4" y="2"/>
                  </a:cubicBezTo>
                  <a:cubicBezTo>
                    <a:pt x="5" y="2"/>
                    <a:pt x="9" y="0"/>
                    <a:pt x="9" y="1"/>
                  </a:cubicBezTo>
                  <a:cubicBezTo>
                    <a:pt x="12" y="2"/>
                    <a:pt x="6" y="5"/>
                    <a:pt x="5" y="5"/>
                  </a:cubicBezTo>
                  <a:cubicBezTo>
                    <a:pt x="3" y="6"/>
                    <a:pt x="0" y="10"/>
                    <a:pt x="0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081" name="Freeform 1017">
              <a:extLst>
                <a:ext uri="{FF2B5EF4-FFF2-40B4-BE49-F238E27FC236}">
                  <a16:creationId xmlns:a16="http://schemas.microsoft.com/office/drawing/2014/main" id="{94D3835F-5027-4F17-B431-5C9408863D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2" y="2651"/>
              <a:ext cx="7" cy="6"/>
            </a:xfrm>
            <a:custGeom>
              <a:avLst/>
              <a:gdLst>
                <a:gd name="T0" fmla="*/ 0 w 5"/>
                <a:gd name="T1" fmla="*/ 5 h 4"/>
                <a:gd name="T2" fmla="*/ 8 w 5"/>
                <a:gd name="T3" fmla="*/ 14 h 4"/>
                <a:gd name="T4" fmla="*/ 0 w 5"/>
                <a:gd name="T5" fmla="*/ 5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0" y="1"/>
                  </a:moveTo>
                  <a:cubicBezTo>
                    <a:pt x="1" y="2"/>
                    <a:pt x="2" y="3"/>
                    <a:pt x="3" y="4"/>
                  </a:cubicBezTo>
                  <a:cubicBezTo>
                    <a:pt x="5" y="2"/>
                    <a:pt x="2" y="0"/>
                    <a:pt x="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082" name="Freeform 1018">
              <a:extLst>
                <a:ext uri="{FF2B5EF4-FFF2-40B4-BE49-F238E27FC236}">
                  <a16:creationId xmlns:a16="http://schemas.microsoft.com/office/drawing/2014/main" id="{951F3A17-D4B3-4DEE-A7BA-C7F49DCF51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3" y="2494"/>
              <a:ext cx="14" cy="19"/>
            </a:xfrm>
            <a:custGeom>
              <a:avLst/>
              <a:gdLst>
                <a:gd name="T0" fmla="*/ 34 w 9"/>
                <a:gd name="T1" fmla="*/ 0 h 13"/>
                <a:gd name="T2" fmla="*/ 0 w 9"/>
                <a:gd name="T3" fmla="*/ 26 h 13"/>
                <a:gd name="T4" fmla="*/ 34 w 9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3">
                  <a:moveTo>
                    <a:pt x="9" y="0"/>
                  </a:moveTo>
                  <a:cubicBezTo>
                    <a:pt x="9" y="0"/>
                    <a:pt x="1" y="2"/>
                    <a:pt x="0" y="8"/>
                  </a:cubicBezTo>
                  <a:cubicBezTo>
                    <a:pt x="0" y="13"/>
                    <a:pt x="3" y="1"/>
                    <a:pt x="9" y="0"/>
                  </a:cubicBezTo>
                </a:path>
              </a:pathLst>
            </a:custGeom>
            <a:solidFill>
              <a:srgbClr val="FAD7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083" name="Freeform 1019">
              <a:extLst>
                <a:ext uri="{FF2B5EF4-FFF2-40B4-BE49-F238E27FC236}">
                  <a16:creationId xmlns:a16="http://schemas.microsoft.com/office/drawing/2014/main" id="{ECAF69D6-77B2-46C2-BC82-073CD62C53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6" y="1656"/>
              <a:ext cx="143" cy="98"/>
            </a:xfrm>
            <a:custGeom>
              <a:avLst/>
              <a:gdLst>
                <a:gd name="T0" fmla="*/ 0 w 95"/>
                <a:gd name="T1" fmla="*/ 169 h 65"/>
                <a:gd name="T2" fmla="*/ 238 w 95"/>
                <a:gd name="T3" fmla="*/ 140 h 65"/>
                <a:gd name="T4" fmla="*/ 324 w 95"/>
                <a:gd name="T5" fmla="*/ 0 h 65"/>
                <a:gd name="T6" fmla="*/ 203 w 95"/>
                <a:gd name="T7" fmla="*/ 182 h 65"/>
                <a:gd name="T8" fmla="*/ 12 w 95"/>
                <a:gd name="T9" fmla="*/ 175 h 6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5" h="65">
                  <a:moveTo>
                    <a:pt x="0" y="49"/>
                  </a:moveTo>
                  <a:cubicBezTo>
                    <a:pt x="22" y="65"/>
                    <a:pt x="52" y="58"/>
                    <a:pt x="70" y="41"/>
                  </a:cubicBezTo>
                  <a:cubicBezTo>
                    <a:pt x="83" y="29"/>
                    <a:pt x="88" y="13"/>
                    <a:pt x="95" y="0"/>
                  </a:cubicBezTo>
                  <a:cubicBezTo>
                    <a:pt x="87" y="20"/>
                    <a:pt x="80" y="42"/>
                    <a:pt x="60" y="53"/>
                  </a:cubicBezTo>
                  <a:cubicBezTo>
                    <a:pt x="44" y="63"/>
                    <a:pt x="18" y="64"/>
                    <a:pt x="3" y="51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084" name="Freeform 1020">
              <a:extLst>
                <a:ext uri="{FF2B5EF4-FFF2-40B4-BE49-F238E27FC236}">
                  <a16:creationId xmlns:a16="http://schemas.microsoft.com/office/drawing/2014/main" id="{45B05A9C-A824-4515-8DF8-362B3B7DE5F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9" y="1650"/>
              <a:ext cx="140" cy="108"/>
            </a:xfrm>
            <a:custGeom>
              <a:avLst/>
              <a:gdLst>
                <a:gd name="T0" fmla="*/ 8 w 93"/>
                <a:gd name="T1" fmla="*/ 0 h 72"/>
                <a:gd name="T2" fmla="*/ 126 w 93"/>
                <a:gd name="T3" fmla="*/ 188 h 72"/>
                <a:gd name="T4" fmla="*/ 318 w 93"/>
                <a:gd name="T5" fmla="*/ 216 h 72"/>
                <a:gd name="T6" fmla="*/ 126 w 93"/>
                <a:gd name="T7" fmla="*/ 176 h 72"/>
                <a:gd name="T8" fmla="*/ 8 w 93"/>
                <a:gd name="T9" fmla="*/ 26 h 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3" h="72">
                  <a:moveTo>
                    <a:pt x="2" y="0"/>
                  </a:moveTo>
                  <a:cubicBezTo>
                    <a:pt x="0" y="23"/>
                    <a:pt x="18" y="45"/>
                    <a:pt x="37" y="55"/>
                  </a:cubicBezTo>
                  <a:cubicBezTo>
                    <a:pt x="51" y="63"/>
                    <a:pt x="77" y="72"/>
                    <a:pt x="93" y="64"/>
                  </a:cubicBezTo>
                  <a:cubicBezTo>
                    <a:pt x="81" y="69"/>
                    <a:pt x="50" y="59"/>
                    <a:pt x="37" y="52"/>
                  </a:cubicBezTo>
                  <a:cubicBezTo>
                    <a:pt x="24" y="44"/>
                    <a:pt x="3" y="23"/>
                    <a:pt x="2" y="7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085" name="Freeform 1021">
              <a:extLst>
                <a:ext uri="{FF2B5EF4-FFF2-40B4-BE49-F238E27FC236}">
                  <a16:creationId xmlns:a16="http://schemas.microsoft.com/office/drawing/2014/main" id="{A72E94A7-2E54-4000-85B3-E50E1F4BC3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9" y="2345"/>
              <a:ext cx="339" cy="162"/>
            </a:xfrm>
            <a:custGeom>
              <a:avLst/>
              <a:gdLst>
                <a:gd name="T0" fmla="*/ 770 w 225"/>
                <a:gd name="T1" fmla="*/ 210 h 108"/>
                <a:gd name="T2" fmla="*/ 0 w 225"/>
                <a:gd name="T3" fmla="*/ 0 h 108"/>
                <a:gd name="T4" fmla="*/ 770 w 225"/>
                <a:gd name="T5" fmla="*/ 210 h 10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5" h="108">
                  <a:moveTo>
                    <a:pt x="225" y="62"/>
                  </a:moveTo>
                  <a:cubicBezTo>
                    <a:pt x="225" y="62"/>
                    <a:pt x="121" y="108"/>
                    <a:pt x="0" y="0"/>
                  </a:cubicBezTo>
                  <a:cubicBezTo>
                    <a:pt x="0" y="0"/>
                    <a:pt x="104" y="97"/>
                    <a:pt x="225" y="62"/>
                  </a:cubicBezTo>
                  <a:close/>
                </a:path>
              </a:pathLst>
            </a:custGeom>
            <a:solidFill>
              <a:srgbClr val="8F8E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086" name="Freeform 1022">
              <a:extLst>
                <a:ext uri="{FF2B5EF4-FFF2-40B4-BE49-F238E27FC236}">
                  <a16:creationId xmlns:a16="http://schemas.microsoft.com/office/drawing/2014/main" id="{CF56749F-0AA6-4E50-9A35-C502DB659E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6" y="2345"/>
              <a:ext cx="143" cy="71"/>
            </a:xfrm>
            <a:custGeom>
              <a:avLst/>
              <a:gdLst>
                <a:gd name="T0" fmla="*/ 324 w 95"/>
                <a:gd name="T1" fmla="*/ 0 h 47"/>
                <a:gd name="T2" fmla="*/ 0 w 95"/>
                <a:gd name="T3" fmla="*/ 162 h 47"/>
                <a:gd name="T4" fmla="*/ 324 w 95"/>
                <a:gd name="T5" fmla="*/ 0 h 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5" h="47">
                  <a:moveTo>
                    <a:pt x="95" y="0"/>
                  </a:moveTo>
                  <a:cubicBezTo>
                    <a:pt x="95" y="0"/>
                    <a:pt x="40" y="37"/>
                    <a:pt x="0" y="47"/>
                  </a:cubicBezTo>
                  <a:cubicBezTo>
                    <a:pt x="0" y="47"/>
                    <a:pt x="50" y="39"/>
                    <a:pt x="95" y="0"/>
                  </a:cubicBezTo>
                  <a:close/>
                </a:path>
              </a:pathLst>
            </a:custGeom>
            <a:solidFill>
              <a:srgbClr val="8F8E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087" name="Freeform 1023">
              <a:extLst>
                <a:ext uri="{FF2B5EF4-FFF2-40B4-BE49-F238E27FC236}">
                  <a16:creationId xmlns:a16="http://schemas.microsoft.com/office/drawing/2014/main" id="{AC567DB1-1243-4611-8216-9BD11E880F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3" y="3082"/>
              <a:ext cx="75" cy="81"/>
            </a:xfrm>
            <a:custGeom>
              <a:avLst/>
              <a:gdLst>
                <a:gd name="T0" fmla="*/ 0 w 50"/>
                <a:gd name="T1" fmla="*/ 129 h 54"/>
                <a:gd name="T2" fmla="*/ 156 w 50"/>
                <a:gd name="T3" fmla="*/ 0 h 54"/>
                <a:gd name="T4" fmla="*/ 143 w 50"/>
                <a:gd name="T5" fmla="*/ 107 h 54"/>
                <a:gd name="T6" fmla="*/ 27 w 50"/>
                <a:gd name="T7" fmla="*/ 143 h 5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0" h="54">
                  <a:moveTo>
                    <a:pt x="0" y="38"/>
                  </a:moveTo>
                  <a:cubicBezTo>
                    <a:pt x="20" y="54"/>
                    <a:pt x="41" y="14"/>
                    <a:pt x="46" y="0"/>
                  </a:cubicBezTo>
                  <a:cubicBezTo>
                    <a:pt x="47" y="11"/>
                    <a:pt x="50" y="21"/>
                    <a:pt x="42" y="31"/>
                  </a:cubicBezTo>
                  <a:cubicBezTo>
                    <a:pt x="34" y="39"/>
                    <a:pt x="19" y="42"/>
                    <a:pt x="8" y="42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088" name="Freeform 1024">
              <a:extLst>
                <a:ext uri="{FF2B5EF4-FFF2-40B4-BE49-F238E27FC236}">
                  <a16:creationId xmlns:a16="http://schemas.microsoft.com/office/drawing/2014/main" id="{AC178BD2-95CD-4C3B-BBDC-85BA8E4D3C7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2" y="3073"/>
              <a:ext cx="55" cy="81"/>
            </a:xfrm>
            <a:custGeom>
              <a:avLst/>
              <a:gdLst>
                <a:gd name="T0" fmla="*/ 0 w 37"/>
                <a:gd name="T1" fmla="*/ 147 h 54"/>
                <a:gd name="T2" fmla="*/ 95 w 37"/>
                <a:gd name="T3" fmla="*/ 0 h 54"/>
                <a:gd name="T4" fmla="*/ 13 w 37"/>
                <a:gd name="T5" fmla="*/ 153 h 5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54">
                  <a:moveTo>
                    <a:pt x="0" y="43"/>
                  </a:moveTo>
                  <a:cubicBezTo>
                    <a:pt x="21" y="52"/>
                    <a:pt x="29" y="12"/>
                    <a:pt x="29" y="0"/>
                  </a:cubicBezTo>
                  <a:cubicBezTo>
                    <a:pt x="37" y="18"/>
                    <a:pt x="29" y="54"/>
                    <a:pt x="4" y="45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089" name="Freeform 1025">
              <a:extLst>
                <a:ext uri="{FF2B5EF4-FFF2-40B4-BE49-F238E27FC236}">
                  <a16:creationId xmlns:a16="http://schemas.microsoft.com/office/drawing/2014/main" id="{705A3136-D7E6-4D5D-90A3-CB3F173B96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5" y="2459"/>
              <a:ext cx="66" cy="93"/>
            </a:xfrm>
            <a:custGeom>
              <a:avLst/>
              <a:gdLst>
                <a:gd name="T0" fmla="*/ 149 w 44"/>
                <a:gd name="T1" fmla="*/ 0 h 62"/>
                <a:gd name="T2" fmla="*/ 129 w 44"/>
                <a:gd name="T3" fmla="*/ 153 h 62"/>
                <a:gd name="T4" fmla="*/ 0 w 44"/>
                <a:gd name="T5" fmla="*/ 170 h 62"/>
                <a:gd name="T6" fmla="*/ 72 w 44"/>
                <a:gd name="T7" fmla="*/ 161 h 62"/>
                <a:gd name="T8" fmla="*/ 80 w 44"/>
                <a:gd name="T9" fmla="*/ 95 h 62"/>
                <a:gd name="T10" fmla="*/ 135 w 44"/>
                <a:gd name="T11" fmla="*/ 12 h 6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4" h="62">
                  <a:moveTo>
                    <a:pt x="44" y="0"/>
                  </a:moveTo>
                  <a:cubicBezTo>
                    <a:pt x="43" y="13"/>
                    <a:pt x="44" y="32"/>
                    <a:pt x="38" y="45"/>
                  </a:cubicBezTo>
                  <a:cubicBezTo>
                    <a:pt x="29" y="62"/>
                    <a:pt x="15" y="52"/>
                    <a:pt x="0" y="50"/>
                  </a:cubicBezTo>
                  <a:cubicBezTo>
                    <a:pt x="6" y="51"/>
                    <a:pt x="16" y="51"/>
                    <a:pt x="21" y="47"/>
                  </a:cubicBezTo>
                  <a:cubicBezTo>
                    <a:pt x="28" y="40"/>
                    <a:pt x="22" y="36"/>
                    <a:pt x="23" y="28"/>
                  </a:cubicBezTo>
                  <a:cubicBezTo>
                    <a:pt x="24" y="14"/>
                    <a:pt x="35" y="13"/>
                    <a:pt x="40" y="3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090" name="Freeform 1026">
              <a:extLst>
                <a:ext uri="{FF2B5EF4-FFF2-40B4-BE49-F238E27FC236}">
                  <a16:creationId xmlns:a16="http://schemas.microsoft.com/office/drawing/2014/main" id="{53D68DE2-BE02-40AF-AA74-09F9F99969B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3" y="1929"/>
              <a:ext cx="32" cy="355"/>
            </a:xfrm>
            <a:custGeom>
              <a:avLst/>
              <a:gdLst>
                <a:gd name="T0" fmla="*/ 12 w 21"/>
                <a:gd name="T1" fmla="*/ 351 h 237"/>
                <a:gd name="T2" fmla="*/ 75 w 21"/>
                <a:gd name="T3" fmla="*/ 797 h 237"/>
                <a:gd name="T4" fmla="*/ 41 w 21"/>
                <a:gd name="T5" fmla="*/ 391 h 237"/>
                <a:gd name="T6" fmla="*/ 5 w 21"/>
                <a:gd name="T7" fmla="*/ 0 h 237"/>
                <a:gd name="T8" fmla="*/ 12 w 21"/>
                <a:gd name="T9" fmla="*/ 351 h 2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237">
                  <a:moveTo>
                    <a:pt x="3" y="104"/>
                  </a:moveTo>
                  <a:cubicBezTo>
                    <a:pt x="4" y="124"/>
                    <a:pt x="13" y="208"/>
                    <a:pt x="21" y="237"/>
                  </a:cubicBezTo>
                  <a:cubicBezTo>
                    <a:pt x="19" y="220"/>
                    <a:pt x="13" y="170"/>
                    <a:pt x="12" y="116"/>
                  </a:cubicBezTo>
                  <a:cubicBezTo>
                    <a:pt x="11" y="61"/>
                    <a:pt x="6" y="24"/>
                    <a:pt x="1" y="0"/>
                  </a:cubicBezTo>
                  <a:cubicBezTo>
                    <a:pt x="0" y="25"/>
                    <a:pt x="2" y="81"/>
                    <a:pt x="3" y="104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091" name="Freeform 1027">
              <a:extLst>
                <a:ext uri="{FF2B5EF4-FFF2-40B4-BE49-F238E27FC236}">
                  <a16:creationId xmlns:a16="http://schemas.microsoft.com/office/drawing/2014/main" id="{2C3F3CCF-A56B-4105-B2D6-B713CB05A3D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8" y="1532"/>
              <a:ext cx="42" cy="388"/>
            </a:xfrm>
            <a:custGeom>
              <a:avLst/>
              <a:gdLst>
                <a:gd name="T0" fmla="*/ 86 w 28"/>
                <a:gd name="T1" fmla="*/ 0 h 259"/>
                <a:gd name="T2" fmla="*/ 86 w 28"/>
                <a:gd name="T3" fmla="*/ 370 h 259"/>
                <a:gd name="T4" fmla="*/ 39 w 28"/>
                <a:gd name="T5" fmla="*/ 763 h 259"/>
                <a:gd name="T6" fmla="*/ 26 w 28"/>
                <a:gd name="T7" fmla="*/ 870 h 259"/>
                <a:gd name="T8" fmla="*/ 32 w 28"/>
                <a:gd name="T9" fmla="*/ 512 h 259"/>
                <a:gd name="T10" fmla="*/ 86 w 28"/>
                <a:gd name="T11" fmla="*/ 0 h 25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" h="259">
                  <a:moveTo>
                    <a:pt x="25" y="0"/>
                  </a:moveTo>
                  <a:cubicBezTo>
                    <a:pt x="27" y="19"/>
                    <a:pt x="27" y="75"/>
                    <a:pt x="25" y="110"/>
                  </a:cubicBezTo>
                  <a:cubicBezTo>
                    <a:pt x="23" y="145"/>
                    <a:pt x="15" y="208"/>
                    <a:pt x="11" y="227"/>
                  </a:cubicBezTo>
                  <a:cubicBezTo>
                    <a:pt x="7" y="247"/>
                    <a:pt x="7" y="259"/>
                    <a:pt x="7" y="259"/>
                  </a:cubicBezTo>
                  <a:cubicBezTo>
                    <a:pt x="0" y="232"/>
                    <a:pt x="8" y="170"/>
                    <a:pt x="9" y="152"/>
                  </a:cubicBezTo>
                  <a:cubicBezTo>
                    <a:pt x="10" y="134"/>
                    <a:pt x="28" y="24"/>
                    <a:pt x="25" y="0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092" name="Freeform 1028">
              <a:extLst>
                <a:ext uri="{FF2B5EF4-FFF2-40B4-BE49-F238E27FC236}">
                  <a16:creationId xmlns:a16="http://schemas.microsoft.com/office/drawing/2014/main" id="{1E204168-5342-4A86-8291-F165A7D2575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4" y="1944"/>
              <a:ext cx="27" cy="325"/>
            </a:xfrm>
            <a:custGeom>
              <a:avLst/>
              <a:gdLst>
                <a:gd name="T0" fmla="*/ 0 w 18"/>
                <a:gd name="T1" fmla="*/ 729 h 217"/>
                <a:gd name="T2" fmla="*/ 21 w 18"/>
                <a:gd name="T3" fmla="*/ 397 h 217"/>
                <a:gd name="T4" fmla="*/ 54 w 18"/>
                <a:gd name="T5" fmla="*/ 0 h 217"/>
                <a:gd name="T6" fmla="*/ 59 w 18"/>
                <a:gd name="T7" fmla="*/ 298 h 217"/>
                <a:gd name="T8" fmla="*/ 0 w 18"/>
                <a:gd name="T9" fmla="*/ 729 h 2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217">
                  <a:moveTo>
                    <a:pt x="0" y="217"/>
                  </a:moveTo>
                  <a:cubicBezTo>
                    <a:pt x="0" y="211"/>
                    <a:pt x="6" y="158"/>
                    <a:pt x="6" y="118"/>
                  </a:cubicBezTo>
                  <a:cubicBezTo>
                    <a:pt x="6" y="75"/>
                    <a:pt x="9" y="31"/>
                    <a:pt x="16" y="0"/>
                  </a:cubicBezTo>
                  <a:cubicBezTo>
                    <a:pt x="13" y="19"/>
                    <a:pt x="16" y="60"/>
                    <a:pt x="17" y="89"/>
                  </a:cubicBezTo>
                  <a:cubicBezTo>
                    <a:pt x="18" y="117"/>
                    <a:pt x="9" y="191"/>
                    <a:pt x="0" y="2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093" name="Freeform 1029">
              <a:extLst>
                <a:ext uri="{FF2B5EF4-FFF2-40B4-BE49-F238E27FC236}">
                  <a16:creationId xmlns:a16="http://schemas.microsoft.com/office/drawing/2014/main" id="{A01D7AC2-F4B0-43DE-B719-9EC0ADBD59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1" y="2206"/>
              <a:ext cx="42" cy="15"/>
            </a:xfrm>
            <a:custGeom>
              <a:avLst/>
              <a:gdLst>
                <a:gd name="T0" fmla="*/ 32 w 28"/>
                <a:gd name="T1" fmla="*/ 0 h 10"/>
                <a:gd name="T2" fmla="*/ 27 w 28"/>
                <a:gd name="T3" fmla="*/ 32 h 10"/>
                <a:gd name="T4" fmla="*/ 66 w 28"/>
                <a:gd name="T5" fmla="*/ 14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10">
                  <a:moveTo>
                    <a:pt x="9" y="0"/>
                  </a:moveTo>
                  <a:cubicBezTo>
                    <a:pt x="0" y="0"/>
                    <a:pt x="0" y="7"/>
                    <a:pt x="8" y="9"/>
                  </a:cubicBezTo>
                  <a:cubicBezTo>
                    <a:pt x="15" y="10"/>
                    <a:pt x="28" y="5"/>
                    <a:pt x="19" y="4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094" name="Freeform 1030">
              <a:extLst>
                <a:ext uri="{FF2B5EF4-FFF2-40B4-BE49-F238E27FC236}">
                  <a16:creationId xmlns:a16="http://schemas.microsoft.com/office/drawing/2014/main" id="{CC398F60-0D58-40A2-9A67-F6861BE04D4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8" y="2456"/>
              <a:ext cx="68" cy="110"/>
            </a:xfrm>
            <a:custGeom>
              <a:avLst/>
              <a:gdLst>
                <a:gd name="T0" fmla="*/ 103 w 45"/>
                <a:gd name="T1" fmla="*/ 14 h 73"/>
                <a:gd name="T2" fmla="*/ 115 w 45"/>
                <a:gd name="T3" fmla="*/ 93 h 73"/>
                <a:gd name="T4" fmla="*/ 115 w 45"/>
                <a:gd name="T5" fmla="*/ 163 h 73"/>
                <a:gd name="T6" fmla="*/ 82 w 45"/>
                <a:gd name="T7" fmla="*/ 225 h 73"/>
                <a:gd name="T8" fmla="*/ 0 w 45"/>
                <a:gd name="T9" fmla="*/ 243 h 73"/>
                <a:gd name="T10" fmla="*/ 80 w 45"/>
                <a:gd name="T11" fmla="*/ 225 h 73"/>
                <a:gd name="T12" fmla="*/ 144 w 45"/>
                <a:gd name="T13" fmla="*/ 169 h 73"/>
                <a:gd name="T14" fmla="*/ 110 w 45"/>
                <a:gd name="T15" fmla="*/ 0 h 7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5" h="73">
                  <a:moveTo>
                    <a:pt x="30" y="4"/>
                  </a:moveTo>
                  <a:cubicBezTo>
                    <a:pt x="30" y="12"/>
                    <a:pt x="32" y="19"/>
                    <a:pt x="33" y="27"/>
                  </a:cubicBezTo>
                  <a:cubicBezTo>
                    <a:pt x="34" y="34"/>
                    <a:pt x="34" y="41"/>
                    <a:pt x="33" y="48"/>
                  </a:cubicBezTo>
                  <a:cubicBezTo>
                    <a:pt x="31" y="55"/>
                    <a:pt x="30" y="62"/>
                    <a:pt x="24" y="66"/>
                  </a:cubicBezTo>
                  <a:cubicBezTo>
                    <a:pt x="16" y="71"/>
                    <a:pt x="9" y="68"/>
                    <a:pt x="0" y="71"/>
                  </a:cubicBezTo>
                  <a:cubicBezTo>
                    <a:pt x="7" y="73"/>
                    <a:pt x="17" y="68"/>
                    <a:pt x="23" y="66"/>
                  </a:cubicBezTo>
                  <a:cubicBezTo>
                    <a:pt x="33" y="64"/>
                    <a:pt x="41" y="59"/>
                    <a:pt x="42" y="49"/>
                  </a:cubicBezTo>
                  <a:cubicBezTo>
                    <a:pt x="45" y="31"/>
                    <a:pt x="35" y="16"/>
                    <a:pt x="32" y="0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095" name="Freeform 1031">
              <a:extLst>
                <a:ext uri="{FF2B5EF4-FFF2-40B4-BE49-F238E27FC236}">
                  <a16:creationId xmlns:a16="http://schemas.microsoft.com/office/drawing/2014/main" id="{DCD43B45-E400-4E3D-81BD-E94C004528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6" y="1664"/>
              <a:ext cx="40" cy="39"/>
            </a:xfrm>
            <a:custGeom>
              <a:avLst/>
              <a:gdLst>
                <a:gd name="T0" fmla="*/ 22 w 27"/>
                <a:gd name="T1" fmla="*/ 12 h 26"/>
                <a:gd name="T2" fmla="*/ 55 w 27"/>
                <a:gd name="T3" fmla="*/ 80 h 26"/>
                <a:gd name="T4" fmla="*/ 86 w 27"/>
                <a:gd name="T5" fmla="*/ 41 h 26"/>
                <a:gd name="T6" fmla="*/ 49 w 27"/>
                <a:gd name="T7" fmla="*/ 0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26">
                  <a:moveTo>
                    <a:pt x="7" y="3"/>
                  </a:moveTo>
                  <a:cubicBezTo>
                    <a:pt x="0" y="11"/>
                    <a:pt x="4" y="26"/>
                    <a:pt x="17" y="23"/>
                  </a:cubicBezTo>
                  <a:cubicBezTo>
                    <a:pt x="21" y="22"/>
                    <a:pt x="25" y="17"/>
                    <a:pt x="26" y="12"/>
                  </a:cubicBezTo>
                  <a:cubicBezTo>
                    <a:pt x="27" y="5"/>
                    <a:pt x="21" y="2"/>
                    <a:pt x="15" y="0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096" name="Freeform 1032">
              <a:extLst>
                <a:ext uri="{FF2B5EF4-FFF2-40B4-BE49-F238E27FC236}">
                  <a16:creationId xmlns:a16="http://schemas.microsoft.com/office/drawing/2014/main" id="{643D767F-06FF-44EA-894F-D60E5C6BB7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2" y="1656"/>
              <a:ext cx="60" cy="56"/>
            </a:xfrm>
            <a:custGeom>
              <a:avLst/>
              <a:gdLst>
                <a:gd name="T0" fmla="*/ 68 w 40"/>
                <a:gd name="T1" fmla="*/ 5 h 37"/>
                <a:gd name="T2" fmla="*/ 26 w 40"/>
                <a:gd name="T3" fmla="*/ 76 h 37"/>
                <a:gd name="T4" fmla="*/ 108 w 40"/>
                <a:gd name="T5" fmla="*/ 14 h 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37">
                  <a:moveTo>
                    <a:pt x="20" y="1"/>
                  </a:moveTo>
                  <a:cubicBezTo>
                    <a:pt x="9" y="0"/>
                    <a:pt x="0" y="12"/>
                    <a:pt x="7" y="22"/>
                  </a:cubicBezTo>
                  <a:cubicBezTo>
                    <a:pt x="18" y="37"/>
                    <a:pt x="40" y="19"/>
                    <a:pt x="32" y="4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097" name="Freeform 1033">
              <a:extLst>
                <a:ext uri="{FF2B5EF4-FFF2-40B4-BE49-F238E27FC236}">
                  <a16:creationId xmlns:a16="http://schemas.microsoft.com/office/drawing/2014/main" id="{2D12608D-FB20-4308-8941-A5056D58D0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3" y="1530"/>
              <a:ext cx="6" cy="174"/>
            </a:xfrm>
            <a:custGeom>
              <a:avLst/>
              <a:gdLst>
                <a:gd name="T0" fmla="*/ 0 w 4"/>
                <a:gd name="T1" fmla="*/ 392 h 116"/>
                <a:gd name="T2" fmla="*/ 0 w 4"/>
                <a:gd name="T3" fmla="*/ 390 h 116"/>
                <a:gd name="T4" fmla="*/ 0 w 4"/>
                <a:gd name="T5" fmla="*/ 0 h 1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116">
                  <a:moveTo>
                    <a:pt x="0" y="116"/>
                  </a:moveTo>
                  <a:cubicBezTo>
                    <a:pt x="0" y="115"/>
                    <a:pt x="0" y="115"/>
                    <a:pt x="0" y="115"/>
                  </a:cubicBezTo>
                  <a:cubicBezTo>
                    <a:pt x="2" y="76"/>
                    <a:pt x="4" y="8"/>
                    <a:pt x="0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098" name="Freeform 1034">
              <a:extLst>
                <a:ext uri="{FF2B5EF4-FFF2-40B4-BE49-F238E27FC236}">
                  <a16:creationId xmlns:a16="http://schemas.microsoft.com/office/drawing/2014/main" id="{1F6FA2FD-5AD7-4F25-9850-91D001A706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1" y="1667"/>
              <a:ext cx="1" cy="4"/>
            </a:xfrm>
            <a:custGeom>
              <a:avLst/>
              <a:gdLst>
                <a:gd name="T0" fmla="*/ 0 w 1"/>
                <a:gd name="T1" fmla="*/ 7 h 3"/>
                <a:gd name="T2" fmla="*/ 1 w 1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cubicBezTo>
                    <a:pt x="0" y="2"/>
                    <a:pt x="1" y="1"/>
                    <a:pt x="1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099" name="Freeform 1035">
              <a:extLst>
                <a:ext uri="{FF2B5EF4-FFF2-40B4-BE49-F238E27FC236}">
                  <a16:creationId xmlns:a16="http://schemas.microsoft.com/office/drawing/2014/main" id="{16E95203-1EB1-47AF-A640-8638EE429F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2" y="1658"/>
              <a:ext cx="36" cy="39"/>
            </a:xfrm>
            <a:custGeom>
              <a:avLst/>
              <a:gdLst>
                <a:gd name="T0" fmla="*/ 39 w 24"/>
                <a:gd name="T1" fmla="*/ 0 h 26"/>
                <a:gd name="T2" fmla="*/ 81 w 24"/>
                <a:gd name="T3" fmla="*/ 45 h 26"/>
                <a:gd name="T4" fmla="*/ 39 w 24"/>
                <a:gd name="T5" fmla="*/ 89 h 26"/>
                <a:gd name="T6" fmla="*/ 0 w 24"/>
                <a:gd name="T7" fmla="*/ 62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26">
                  <a:moveTo>
                    <a:pt x="11" y="0"/>
                  </a:moveTo>
                  <a:cubicBezTo>
                    <a:pt x="19" y="0"/>
                    <a:pt x="24" y="5"/>
                    <a:pt x="24" y="13"/>
                  </a:cubicBezTo>
                  <a:cubicBezTo>
                    <a:pt x="24" y="20"/>
                    <a:pt x="19" y="26"/>
                    <a:pt x="11" y="26"/>
                  </a:cubicBezTo>
                  <a:cubicBezTo>
                    <a:pt x="6" y="26"/>
                    <a:pt x="2" y="23"/>
                    <a:pt x="0" y="18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100" name="Oval 1036">
              <a:extLst>
                <a:ext uri="{FF2B5EF4-FFF2-40B4-BE49-F238E27FC236}">
                  <a16:creationId xmlns:a16="http://schemas.microsoft.com/office/drawing/2014/main" id="{79DD1C67-228E-48F1-AF02-B457DEE986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64" y="1671"/>
              <a:ext cx="11" cy="11"/>
            </a:xfrm>
            <a:prstGeom prst="ellipse">
              <a:avLst/>
            </a:prstGeom>
            <a:noFill/>
            <a:ln w="4763" cap="rnd">
              <a:solidFill>
                <a:srgbClr val="343434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101" name="Freeform 1037">
              <a:extLst>
                <a:ext uri="{FF2B5EF4-FFF2-40B4-BE49-F238E27FC236}">
                  <a16:creationId xmlns:a16="http://schemas.microsoft.com/office/drawing/2014/main" id="{13E2F432-2702-45CC-9556-9A982F6B1B8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7" y="2203"/>
              <a:ext cx="46" cy="14"/>
            </a:xfrm>
            <a:custGeom>
              <a:avLst/>
              <a:gdLst>
                <a:gd name="T0" fmla="*/ 0 w 31"/>
                <a:gd name="T1" fmla="*/ 30 h 9"/>
                <a:gd name="T2" fmla="*/ 49 w 31"/>
                <a:gd name="T3" fmla="*/ 0 h 9"/>
                <a:gd name="T4" fmla="*/ 101 w 31"/>
                <a:gd name="T5" fmla="*/ 34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9">
                  <a:moveTo>
                    <a:pt x="0" y="8"/>
                  </a:moveTo>
                  <a:cubicBezTo>
                    <a:pt x="7" y="2"/>
                    <a:pt x="8" y="0"/>
                    <a:pt x="15" y="0"/>
                  </a:cubicBezTo>
                  <a:cubicBezTo>
                    <a:pt x="22" y="0"/>
                    <a:pt x="23" y="2"/>
                    <a:pt x="31" y="9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102" name="Freeform 1038">
              <a:extLst>
                <a:ext uri="{FF2B5EF4-FFF2-40B4-BE49-F238E27FC236}">
                  <a16:creationId xmlns:a16="http://schemas.microsoft.com/office/drawing/2014/main" id="{F9567C75-44F1-466A-94BB-D1BC31D45E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4" y="2211"/>
              <a:ext cx="30" cy="9"/>
            </a:xfrm>
            <a:custGeom>
              <a:avLst/>
              <a:gdLst>
                <a:gd name="T0" fmla="*/ 0 w 20"/>
                <a:gd name="T1" fmla="*/ 0 h 6"/>
                <a:gd name="T2" fmla="*/ 68 w 20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6">
                  <a:moveTo>
                    <a:pt x="0" y="0"/>
                  </a:moveTo>
                  <a:cubicBezTo>
                    <a:pt x="2" y="6"/>
                    <a:pt x="17" y="6"/>
                    <a:pt x="20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103" name="Freeform 1039">
              <a:extLst>
                <a:ext uri="{FF2B5EF4-FFF2-40B4-BE49-F238E27FC236}">
                  <a16:creationId xmlns:a16="http://schemas.microsoft.com/office/drawing/2014/main" id="{CE83C022-1A0E-493B-B45A-1A9F80797E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9" y="1530"/>
              <a:ext cx="6" cy="174"/>
            </a:xfrm>
            <a:custGeom>
              <a:avLst/>
              <a:gdLst>
                <a:gd name="T0" fmla="*/ 12 w 4"/>
                <a:gd name="T1" fmla="*/ 392 h 116"/>
                <a:gd name="T2" fmla="*/ 12 w 4"/>
                <a:gd name="T3" fmla="*/ 390 h 116"/>
                <a:gd name="T4" fmla="*/ 14 w 4"/>
                <a:gd name="T5" fmla="*/ 0 h 1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116">
                  <a:moveTo>
                    <a:pt x="3" y="116"/>
                  </a:moveTo>
                  <a:cubicBezTo>
                    <a:pt x="3" y="115"/>
                    <a:pt x="3" y="115"/>
                    <a:pt x="3" y="115"/>
                  </a:cubicBezTo>
                  <a:cubicBezTo>
                    <a:pt x="1" y="76"/>
                    <a:pt x="0" y="8"/>
                    <a:pt x="4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104" name="Freeform 1040">
              <a:extLst>
                <a:ext uri="{FF2B5EF4-FFF2-40B4-BE49-F238E27FC236}">
                  <a16:creationId xmlns:a16="http://schemas.microsoft.com/office/drawing/2014/main" id="{FF841842-229C-484A-B3A2-658F3A0F95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5" y="1673"/>
              <a:ext cx="1" cy="4"/>
            </a:xfrm>
            <a:custGeom>
              <a:avLst/>
              <a:gdLst>
                <a:gd name="T0" fmla="*/ 1 w 1"/>
                <a:gd name="T1" fmla="*/ 7 h 3"/>
                <a:gd name="T2" fmla="*/ 0 w 1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">
                  <a:moveTo>
                    <a:pt x="1" y="3"/>
                  </a:moveTo>
                  <a:cubicBezTo>
                    <a:pt x="1" y="2"/>
                    <a:pt x="0" y="1"/>
                    <a:pt x="0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105" name="Freeform 1041">
              <a:extLst>
                <a:ext uri="{FF2B5EF4-FFF2-40B4-BE49-F238E27FC236}">
                  <a16:creationId xmlns:a16="http://schemas.microsoft.com/office/drawing/2014/main" id="{1145FED0-9247-4813-9465-3262057D9F6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7" y="1664"/>
              <a:ext cx="38" cy="39"/>
            </a:xfrm>
            <a:custGeom>
              <a:avLst/>
              <a:gdLst>
                <a:gd name="T0" fmla="*/ 46 w 25"/>
                <a:gd name="T1" fmla="*/ 0 h 26"/>
                <a:gd name="T2" fmla="*/ 0 w 25"/>
                <a:gd name="T3" fmla="*/ 45 h 26"/>
                <a:gd name="T4" fmla="*/ 46 w 25"/>
                <a:gd name="T5" fmla="*/ 89 h 26"/>
                <a:gd name="T6" fmla="*/ 88 w 25"/>
                <a:gd name="T7" fmla="*/ 62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26">
                  <a:moveTo>
                    <a:pt x="13" y="0"/>
                  </a:moveTo>
                  <a:cubicBezTo>
                    <a:pt x="6" y="0"/>
                    <a:pt x="0" y="5"/>
                    <a:pt x="0" y="13"/>
                  </a:cubicBezTo>
                  <a:cubicBezTo>
                    <a:pt x="0" y="20"/>
                    <a:pt x="6" y="26"/>
                    <a:pt x="13" y="26"/>
                  </a:cubicBezTo>
                  <a:cubicBezTo>
                    <a:pt x="19" y="26"/>
                    <a:pt x="23" y="23"/>
                    <a:pt x="25" y="18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106" name="Oval 1042">
              <a:extLst>
                <a:ext uri="{FF2B5EF4-FFF2-40B4-BE49-F238E27FC236}">
                  <a16:creationId xmlns:a16="http://schemas.microsoft.com/office/drawing/2014/main" id="{5498130F-E086-4516-A2BE-77BB9177B5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22" y="1677"/>
              <a:ext cx="11" cy="11"/>
            </a:xfrm>
            <a:prstGeom prst="ellipse">
              <a:avLst/>
            </a:prstGeom>
            <a:noFill/>
            <a:ln w="4763" cap="rnd">
              <a:solidFill>
                <a:srgbClr val="343434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107" name="Freeform 1043">
              <a:extLst>
                <a:ext uri="{FF2B5EF4-FFF2-40B4-BE49-F238E27FC236}">
                  <a16:creationId xmlns:a16="http://schemas.microsoft.com/office/drawing/2014/main" id="{29810E87-C6C9-4569-8EB6-16EF8095AC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0" y="1056"/>
              <a:ext cx="421" cy="1309"/>
            </a:xfrm>
            <a:custGeom>
              <a:avLst/>
              <a:gdLst>
                <a:gd name="T0" fmla="*/ 899 w 280"/>
                <a:gd name="T1" fmla="*/ 0 h 874"/>
                <a:gd name="T2" fmla="*/ 850 w 280"/>
                <a:gd name="T3" fmla="*/ 379 h 874"/>
                <a:gd name="T4" fmla="*/ 517 w 280"/>
                <a:gd name="T5" fmla="*/ 601 h 874"/>
                <a:gd name="T6" fmla="*/ 256 w 280"/>
                <a:gd name="T7" fmla="*/ 987 h 874"/>
                <a:gd name="T8" fmla="*/ 189 w 280"/>
                <a:gd name="T9" fmla="*/ 1230 h 874"/>
                <a:gd name="T10" fmla="*/ 126 w 280"/>
                <a:gd name="T11" fmla="*/ 1686 h 874"/>
                <a:gd name="T12" fmla="*/ 102 w 280"/>
                <a:gd name="T13" fmla="*/ 1902 h 874"/>
                <a:gd name="T14" fmla="*/ 41 w 280"/>
                <a:gd name="T15" fmla="*/ 2530 h 874"/>
                <a:gd name="T16" fmla="*/ 27 w 280"/>
                <a:gd name="T17" fmla="*/ 2714 h 874"/>
                <a:gd name="T18" fmla="*/ 14 w 280"/>
                <a:gd name="T19" fmla="*/ 2834 h 874"/>
                <a:gd name="T20" fmla="*/ 0 w 280"/>
                <a:gd name="T21" fmla="*/ 2937 h 87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80" h="874">
                  <a:moveTo>
                    <a:pt x="265" y="0"/>
                  </a:moveTo>
                  <a:cubicBezTo>
                    <a:pt x="265" y="16"/>
                    <a:pt x="280" y="81"/>
                    <a:pt x="250" y="113"/>
                  </a:cubicBezTo>
                  <a:cubicBezTo>
                    <a:pt x="238" y="119"/>
                    <a:pt x="171" y="171"/>
                    <a:pt x="152" y="179"/>
                  </a:cubicBezTo>
                  <a:cubicBezTo>
                    <a:pt x="121" y="192"/>
                    <a:pt x="85" y="250"/>
                    <a:pt x="75" y="294"/>
                  </a:cubicBezTo>
                  <a:cubicBezTo>
                    <a:pt x="71" y="313"/>
                    <a:pt x="57" y="353"/>
                    <a:pt x="56" y="366"/>
                  </a:cubicBezTo>
                  <a:cubicBezTo>
                    <a:pt x="58" y="391"/>
                    <a:pt x="45" y="408"/>
                    <a:pt x="37" y="502"/>
                  </a:cubicBezTo>
                  <a:cubicBezTo>
                    <a:pt x="37" y="532"/>
                    <a:pt x="34" y="553"/>
                    <a:pt x="30" y="566"/>
                  </a:cubicBezTo>
                  <a:cubicBezTo>
                    <a:pt x="13" y="608"/>
                    <a:pt x="13" y="724"/>
                    <a:pt x="12" y="753"/>
                  </a:cubicBezTo>
                  <a:cubicBezTo>
                    <a:pt x="11" y="771"/>
                    <a:pt x="11" y="796"/>
                    <a:pt x="8" y="808"/>
                  </a:cubicBezTo>
                  <a:cubicBezTo>
                    <a:pt x="5" y="821"/>
                    <a:pt x="7" y="832"/>
                    <a:pt x="4" y="843"/>
                  </a:cubicBezTo>
                  <a:cubicBezTo>
                    <a:pt x="1" y="854"/>
                    <a:pt x="0" y="868"/>
                    <a:pt x="0" y="874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108" name="Freeform 1044">
              <a:extLst>
                <a:ext uri="{FF2B5EF4-FFF2-40B4-BE49-F238E27FC236}">
                  <a16:creationId xmlns:a16="http://schemas.microsoft.com/office/drawing/2014/main" id="{971F9D1F-253A-477C-B594-CEE5ED0B91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3" y="2185"/>
              <a:ext cx="45" cy="24"/>
            </a:xfrm>
            <a:custGeom>
              <a:avLst/>
              <a:gdLst>
                <a:gd name="T0" fmla="*/ 0 w 30"/>
                <a:gd name="T1" fmla="*/ 39 h 16"/>
                <a:gd name="T2" fmla="*/ 81 w 30"/>
                <a:gd name="T3" fmla="*/ 54 h 16"/>
                <a:gd name="T4" fmla="*/ 5 w 30"/>
                <a:gd name="T5" fmla="*/ 35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16">
                  <a:moveTo>
                    <a:pt x="0" y="11"/>
                  </a:moveTo>
                  <a:cubicBezTo>
                    <a:pt x="7" y="6"/>
                    <a:pt x="20" y="9"/>
                    <a:pt x="24" y="16"/>
                  </a:cubicBezTo>
                  <a:cubicBezTo>
                    <a:pt x="30" y="10"/>
                    <a:pt x="5" y="0"/>
                    <a:pt x="1" y="1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109" name="Freeform 1045">
              <a:extLst>
                <a:ext uri="{FF2B5EF4-FFF2-40B4-BE49-F238E27FC236}">
                  <a16:creationId xmlns:a16="http://schemas.microsoft.com/office/drawing/2014/main" id="{5E8878F6-5853-44A9-B8CD-5BD5CF1EB0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4" y="1511"/>
              <a:ext cx="23" cy="40"/>
            </a:xfrm>
            <a:custGeom>
              <a:avLst/>
              <a:gdLst>
                <a:gd name="T0" fmla="*/ 0 w 15"/>
                <a:gd name="T1" fmla="*/ 87 h 27"/>
                <a:gd name="T2" fmla="*/ 0 w 15"/>
                <a:gd name="T3" fmla="*/ 87 h 27"/>
                <a:gd name="T4" fmla="*/ 54 w 15"/>
                <a:gd name="T5" fmla="*/ 1 h 27"/>
                <a:gd name="T6" fmla="*/ 48 w 15"/>
                <a:gd name="T7" fmla="*/ 0 h 27"/>
                <a:gd name="T8" fmla="*/ 0 w 15"/>
                <a:gd name="T9" fmla="*/ 87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27">
                  <a:moveTo>
                    <a:pt x="0" y="27"/>
                  </a:moveTo>
                  <a:cubicBezTo>
                    <a:pt x="0" y="27"/>
                    <a:pt x="0" y="27"/>
                    <a:pt x="0" y="27"/>
                  </a:cubicBezTo>
                  <a:cubicBezTo>
                    <a:pt x="9" y="21"/>
                    <a:pt x="9" y="13"/>
                    <a:pt x="15" y="1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7" y="12"/>
                    <a:pt x="8" y="21"/>
                    <a:pt x="0" y="27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110" name="Freeform 1046">
              <a:extLst>
                <a:ext uri="{FF2B5EF4-FFF2-40B4-BE49-F238E27FC236}">
                  <a16:creationId xmlns:a16="http://schemas.microsoft.com/office/drawing/2014/main" id="{94B4A1F3-6D55-4FFF-8384-422C47AF923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9" y="1511"/>
              <a:ext cx="35" cy="40"/>
            </a:xfrm>
            <a:custGeom>
              <a:avLst/>
              <a:gdLst>
                <a:gd name="T0" fmla="*/ 0 w 23"/>
                <a:gd name="T1" fmla="*/ 1 h 27"/>
                <a:gd name="T2" fmla="*/ 81 w 23"/>
                <a:gd name="T3" fmla="*/ 87 h 27"/>
                <a:gd name="T4" fmla="*/ 8 w 23"/>
                <a:gd name="T5" fmla="*/ 0 h 27"/>
                <a:gd name="T6" fmla="*/ 0 w 23"/>
                <a:gd name="T7" fmla="*/ 1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27">
                  <a:moveTo>
                    <a:pt x="0" y="1"/>
                  </a:moveTo>
                  <a:cubicBezTo>
                    <a:pt x="6" y="13"/>
                    <a:pt x="14" y="21"/>
                    <a:pt x="23" y="27"/>
                  </a:cubicBezTo>
                  <a:cubicBezTo>
                    <a:pt x="14" y="21"/>
                    <a:pt x="8" y="12"/>
                    <a:pt x="2" y="0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111" name="Freeform 1047">
              <a:extLst>
                <a:ext uri="{FF2B5EF4-FFF2-40B4-BE49-F238E27FC236}">
                  <a16:creationId xmlns:a16="http://schemas.microsoft.com/office/drawing/2014/main" id="{2049C2F2-4674-4C45-AD01-7E3ED6BBCC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3" y="2444"/>
              <a:ext cx="156" cy="126"/>
            </a:xfrm>
            <a:custGeom>
              <a:avLst/>
              <a:gdLst>
                <a:gd name="T0" fmla="*/ 45 w 103"/>
                <a:gd name="T1" fmla="*/ 0 h 84"/>
                <a:gd name="T2" fmla="*/ 53 w 103"/>
                <a:gd name="T3" fmla="*/ 72 h 84"/>
                <a:gd name="T4" fmla="*/ 174 w 103"/>
                <a:gd name="T5" fmla="*/ 284 h 84"/>
                <a:gd name="T6" fmla="*/ 303 w 103"/>
                <a:gd name="T7" fmla="*/ 68 h 84"/>
                <a:gd name="T8" fmla="*/ 303 w 103"/>
                <a:gd name="T9" fmla="*/ 27 h 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3" h="84">
                  <a:moveTo>
                    <a:pt x="13" y="0"/>
                  </a:moveTo>
                  <a:cubicBezTo>
                    <a:pt x="16" y="7"/>
                    <a:pt x="17" y="15"/>
                    <a:pt x="15" y="21"/>
                  </a:cubicBezTo>
                  <a:cubicBezTo>
                    <a:pt x="11" y="29"/>
                    <a:pt x="0" y="84"/>
                    <a:pt x="50" y="84"/>
                  </a:cubicBezTo>
                  <a:cubicBezTo>
                    <a:pt x="103" y="84"/>
                    <a:pt x="88" y="37"/>
                    <a:pt x="87" y="20"/>
                  </a:cubicBezTo>
                  <a:cubicBezTo>
                    <a:pt x="86" y="16"/>
                    <a:pt x="86" y="12"/>
                    <a:pt x="87" y="8"/>
                  </a:cubicBezTo>
                </a:path>
              </a:pathLst>
            </a:custGeom>
            <a:solidFill>
              <a:srgbClr val="FEF3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112" name="Freeform 1048">
              <a:extLst>
                <a:ext uri="{FF2B5EF4-FFF2-40B4-BE49-F238E27FC236}">
                  <a16:creationId xmlns:a16="http://schemas.microsoft.com/office/drawing/2014/main" id="{9497A109-D4C0-47A3-AF5C-93BB52273D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1" y="2491"/>
              <a:ext cx="31" cy="67"/>
            </a:xfrm>
            <a:custGeom>
              <a:avLst/>
              <a:gdLst>
                <a:gd name="T0" fmla="*/ 59 w 21"/>
                <a:gd name="T1" fmla="*/ 36 h 45"/>
                <a:gd name="T2" fmla="*/ 46 w 21"/>
                <a:gd name="T3" fmla="*/ 86 h 45"/>
                <a:gd name="T4" fmla="*/ 52 w 21"/>
                <a:gd name="T5" fmla="*/ 119 h 45"/>
                <a:gd name="T6" fmla="*/ 68 w 21"/>
                <a:gd name="T7" fmla="*/ 149 h 45"/>
                <a:gd name="T8" fmla="*/ 32 w 21"/>
                <a:gd name="T9" fmla="*/ 128 h 45"/>
                <a:gd name="T10" fmla="*/ 1 w 21"/>
                <a:gd name="T11" fmla="*/ 80 h 45"/>
                <a:gd name="T12" fmla="*/ 35 w 21"/>
                <a:gd name="T13" fmla="*/ 60 h 45"/>
                <a:gd name="T14" fmla="*/ 52 w 21"/>
                <a:gd name="T15" fmla="*/ 0 h 4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1" h="45">
                  <a:moveTo>
                    <a:pt x="18" y="11"/>
                  </a:moveTo>
                  <a:cubicBezTo>
                    <a:pt x="20" y="17"/>
                    <a:pt x="15" y="20"/>
                    <a:pt x="14" y="26"/>
                  </a:cubicBezTo>
                  <a:cubicBezTo>
                    <a:pt x="14" y="29"/>
                    <a:pt x="14" y="33"/>
                    <a:pt x="16" y="36"/>
                  </a:cubicBezTo>
                  <a:cubicBezTo>
                    <a:pt x="17" y="39"/>
                    <a:pt x="20" y="42"/>
                    <a:pt x="21" y="45"/>
                  </a:cubicBezTo>
                  <a:cubicBezTo>
                    <a:pt x="17" y="44"/>
                    <a:pt x="13" y="42"/>
                    <a:pt x="10" y="39"/>
                  </a:cubicBezTo>
                  <a:cubicBezTo>
                    <a:pt x="7" y="36"/>
                    <a:pt x="0" y="28"/>
                    <a:pt x="1" y="24"/>
                  </a:cubicBezTo>
                  <a:cubicBezTo>
                    <a:pt x="2" y="21"/>
                    <a:pt x="8" y="21"/>
                    <a:pt x="11" y="18"/>
                  </a:cubicBezTo>
                  <a:cubicBezTo>
                    <a:pt x="15" y="14"/>
                    <a:pt x="19" y="6"/>
                    <a:pt x="16" y="0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113" name="Freeform 1049">
              <a:extLst>
                <a:ext uri="{FF2B5EF4-FFF2-40B4-BE49-F238E27FC236}">
                  <a16:creationId xmlns:a16="http://schemas.microsoft.com/office/drawing/2014/main" id="{EE62FA00-BD68-4DBD-8DA9-4892B41FC6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3" y="2465"/>
              <a:ext cx="27" cy="92"/>
            </a:xfrm>
            <a:custGeom>
              <a:avLst/>
              <a:gdLst>
                <a:gd name="T0" fmla="*/ 53 w 18"/>
                <a:gd name="T1" fmla="*/ 18 h 61"/>
                <a:gd name="T2" fmla="*/ 53 w 18"/>
                <a:gd name="T3" fmla="*/ 148 h 61"/>
                <a:gd name="T4" fmla="*/ 0 w 18"/>
                <a:gd name="T5" fmla="*/ 210 h 61"/>
                <a:gd name="T6" fmla="*/ 27 w 18"/>
                <a:gd name="T7" fmla="*/ 170 h 61"/>
                <a:gd name="T8" fmla="*/ 8 w 18"/>
                <a:gd name="T9" fmla="*/ 127 h 61"/>
                <a:gd name="T10" fmla="*/ 27 w 18"/>
                <a:gd name="T11" fmla="*/ 75 h 61"/>
                <a:gd name="T12" fmla="*/ 45 w 18"/>
                <a:gd name="T13" fmla="*/ 0 h 6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" h="61">
                  <a:moveTo>
                    <a:pt x="15" y="5"/>
                  </a:moveTo>
                  <a:cubicBezTo>
                    <a:pt x="17" y="18"/>
                    <a:pt x="18" y="31"/>
                    <a:pt x="15" y="43"/>
                  </a:cubicBezTo>
                  <a:cubicBezTo>
                    <a:pt x="12" y="53"/>
                    <a:pt x="9" y="57"/>
                    <a:pt x="0" y="61"/>
                  </a:cubicBezTo>
                  <a:cubicBezTo>
                    <a:pt x="3" y="58"/>
                    <a:pt x="7" y="55"/>
                    <a:pt x="8" y="50"/>
                  </a:cubicBezTo>
                  <a:cubicBezTo>
                    <a:pt x="8" y="45"/>
                    <a:pt x="3" y="42"/>
                    <a:pt x="2" y="37"/>
                  </a:cubicBezTo>
                  <a:cubicBezTo>
                    <a:pt x="1" y="31"/>
                    <a:pt x="5" y="27"/>
                    <a:pt x="8" y="22"/>
                  </a:cubicBezTo>
                  <a:cubicBezTo>
                    <a:pt x="11" y="16"/>
                    <a:pt x="12" y="7"/>
                    <a:pt x="13" y="0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114" name="Freeform 1050">
              <a:extLst>
                <a:ext uri="{FF2B5EF4-FFF2-40B4-BE49-F238E27FC236}">
                  <a16:creationId xmlns:a16="http://schemas.microsoft.com/office/drawing/2014/main" id="{5C027831-AE2D-4C82-887A-6BCC8968D2E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2" y="2447"/>
              <a:ext cx="133" cy="123"/>
            </a:xfrm>
            <a:custGeom>
              <a:avLst/>
              <a:gdLst>
                <a:gd name="T0" fmla="*/ 27 w 88"/>
                <a:gd name="T1" fmla="*/ 0 h 82"/>
                <a:gd name="T2" fmla="*/ 32 w 88"/>
                <a:gd name="T3" fmla="*/ 66 h 82"/>
                <a:gd name="T4" fmla="*/ 39 w 88"/>
                <a:gd name="T5" fmla="*/ 230 h 82"/>
                <a:gd name="T6" fmla="*/ 153 w 88"/>
                <a:gd name="T7" fmla="*/ 278 h 82"/>
                <a:gd name="T8" fmla="*/ 264 w 88"/>
                <a:gd name="T9" fmla="*/ 237 h 82"/>
                <a:gd name="T10" fmla="*/ 283 w 88"/>
                <a:gd name="T11" fmla="*/ 89 h 82"/>
                <a:gd name="T12" fmla="*/ 278 w 88"/>
                <a:gd name="T13" fmla="*/ 66 h 82"/>
                <a:gd name="T14" fmla="*/ 277 w 88"/>
                <a:gd name="T15" fmla="*/ 48 h 82"/>
                <a:gd name="T16" fmla="*/ 272 w 88"/>
                <a:gd name="T17" fmla="*/ 12 h 82"/>
                <a:gd name="T18" fmla="*/ 272 w 88"/>
                <a:gd name="T19" fmla="*/ 45 h 82"/>
                <a:gd name="T20" fmla="*/ 277 w 88"/>
                <a:gd name="T21" fmla="*/ 62 h 82"/>
                <a:gd name="T22" fmla="*/ 278 w 88"/>
                <a:gd name="T23" fmla="*/ 89 h 82"/>
                <a:gd name="T24" fmla="*/ 263 w 88"/>
                <a:gd name="T25" fmla="*/ 237 h 82"/>
                <a:gd name="T26" fmla="*/ 153 w 88"/>
                <a:gd name="T27" fmla="*/ 275 h 82"/>
                <a:gd name="T28" fmla="*/ 41 w 88"/>
                <a:gd name="T29" fmla="*/ 228 h 82"/>
                <a:gd name="T30" fmla="*/ 35 w 88"/>
                <a:gd name="T31" fmla="*/ 66 h 82"/>
                <a:gd name="T32" fmla="*/ 27 w 88"/>
                <a:gd name="T33" fmla="*/ 0 h 8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88" h="82">
                  <a:moveTo>
                    <a:pt x="8" y="0"/>
                  </a:moveTo>
                  <a:cubicBezTo>
                    <a:pt x="13" y="6"/>
                    <a:pt x="11" y="14"/>
                    <a:pt x="9" y="19"/>
                  </a:cubicBezTo>
                  <a:cubicBezTo>
                    <a:pt x="6" y="26"/>
                    <a:pt x="0" y="51"/>
                    <a:pt x="11" y="68"/>
                  </a:cubicBezTo>
                  <a:cubicBezTo>
                    <a:pt x="17" y="78"/>
                    <a:pt x="29" y="82"/>
                    <a:pt x="44" y="82"/>
                  </a:cubicBezTo>
                  <a:cubicBezTo>
                    <a:pt x="60" y="82"/>
                    <a:pt x="70" y="78"/>
                    <a:pt x="77" y="70"/>
                  </a:cubicBezTo>
                  <a:cubicBezTo>
                    <a:pt x="88" y="58"/>
                    <a:pt x="84" y="39"/>
                    <a:pt x="82" y="26"/>
                  </a:cubicBezTo>
                  <a:cubicBezTo>
                    <a:pt x="81" y="19"/>
                    <a:pt x="81" y="19"/>
                    <a:pt x="81" y="19"/>
                  </a:cubicBezTo>
                  <a:cubicBezTo>
                    <a:pt x="80" y="14"/>
                    <a:pt x="80" y="14"/>
                    <a:pt x="80" y="14"/>
                  </a:cubicBezTo>
                  <a:cubicBezTo>
                    <a:pt x="79" y="10"/>
                    <a:pt x="79" y="6"/>
                    <a:pt x="79" y="3"/>
                  </a:cubicBezTo>
                  <a:cubicBezTo>
                    <a:pt x="79" y="6"/>
                    <a:pt x="78" y="10"/>
                    <a:pt x="79" y="13"/>
                  </a:cubicBezTo>
                  <a:cubicBezTo>
                    <a:pt x="80" y="18"/>
                    <a:pt x="80" y="18"/>
                    <a:pt x="80" y="18"/>
                  </a:cubicBezTo>
                  <a:cubicBezTo>
                    <a:pt x="81" y="26"/>
                    <a:pt x="81" y="26"/>
                    <a:pt x="81" y="26"/>
                  </a:cubicBezTo>
                  <a:cubicBezTo>
                    <a:pt x="83" y="39"/>
                    <a:pt x="86" y="58"/>
                    <a:pt x="76" y="70"/>
                  </a:cubicBezTo>
                  <a:cubicBezTo>
                    <a:pt x="69" y="77"/>
                    <a:pt x="59" y="81"/>
                    <a:pt x="44" y="81"/>
                  </a:cubicBezTo>
                  <a:cubicBezTo>
                    <a:pt x="29" y="81"/>
                    <a:pt x="18" y="77"/>
                    <a:pt x="12" y="67"/>
                  </a:cubicBezTo>
                  <a:cubicBezTo>
                    <a:pt x="1" y="50"/>
                    <a:pt x="8" y="23"/>
                    <a:pt x="10" y="19"/>
                  </a:cubicBezTo>
                  <a:cubicBezTo>
                    <a:pt x="12" y="14"/>
                    <a:pt x="14" y="7"/>
                    <a:pt x="8" y="0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115" name="Freeform 1051">
              <a:extLst>
                <a:ext uri="{FF2B5EF4-FFF2-40B4-BE49-F238E27FC236}">
                  <a16:creationId xmlns:a16="http://schemas.microsoft.com/office/drawing/2014/main" id="{03728D5A-ED3B-40A5-9FE9-7DBED75DF7E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3" y="2449"/>
              <a:ext cx="53" cy="112"/>
            </a:xfrm>
            <a:custGeom>
              <a:avLst/>
              <a:gdLst>
                <a:gd name="T0" fmla="*/ 111 w 35"/>
                <a:gd name="T1" fmla="*/ 0 h 75"/>
                <a:gd name="T2" fmla="*/ 115 w 35"/>
                <a:gd name="T3" fmla="*/ 42 h 75"/>
                <a:gd name="T4" fmla="*/ 108 w 35"/>
                <a:gd name="T5" fmla="*/ 163 h 75"/>
                <a:gd name="T6" fmla="*/ 108 w 35"/>
                <a:gd name="T7" fmla="*/ 163 h 75"/>
                <a:gd name="T8" fmla="*/ 108 w 35"/>
                <a:gd name="T9" fmla="*/ 163 h 75"/>
                <a:gd name="T10" fmla="*/ 117 w 35"/>
                <a:gd name="T11" fmla="*/ 200 h 75"/>
                <a:gd name="T12" fmla="*/ 67 w 35"/>
                <a:gd name="T13" fmla="*/ 248 h 75"/>
                <a:gd name="T14" fmla="*/ 62 w 35"/>
                <a:gd name="T15" fmla="*/ 248 h 75"/>
                <a:gd name="T16" fmla="*/ 5 w 35"/>
                <a:gd name="T17" fmla="*/ 200 h 75"/>
                <a:gd name="T18" fmla="*/ 18 w 35"/>
                <a:gd name="T19" fmla="*/ 163 h 75"/>
                <a:gd name="T20" fmla="*/ 18 w 35"/>
                <a:gd name="T21" fmla="*/ 161 h 75"/>
                <a:gd name="T22" fmla="*/ 12 w 35"/>
                <a:gd name="T23" fmla="*/ 42 h 75"/>
                <a:gd name="T24" fmla="*/ 8 w 35"/>
                <a:gd name="T25" fmla="*/ 15 h 75"/>
                <a:gd name="T26" fmla="*/ 8 w 35"/>
                <a:gd name="T27" fmla="*/ 55 h 75"/>
                <a:gd name="T28" fmla="*/ 12 w 35"/>
                <a:gd name="T29" fmla="*/ 163 h 75"/>
                <a:gd name="T30" fmla="*/ 0 w 35"/>
                <a:gd name="T31" fmla="*/ 194 h 75"/>
                <a:gd name="T32" fmla="*/ 0 w 35"/>
                <a:gd name="T33" fmla="*/ 200 h 75"/>
                <a:gd name="T34" fmla="*/ 62 w 35"/>
                <a:gd name="T35" fmla="*/ 249 h 75"/>
                <a:gd name="T36" fmla="*/ 67 w 35"/>
                <a:gd name="T37" fmla="*/ 249 h 75"/>
                <a:gd name="T38" fmla="*/ 121 w 35"/>
                <a:gd name="T39" fmla="*/ 203 h 75"/>
                <a:gd name="T40" fmla="*/ 121 w 35"/>
                <a:gd name="T41" fmla="*/ 196 h 75"/>
                <a:gd name="T42" fmla="*/ 111 w 35"/>
                <a:gd name="T43" fmla="*/ 163 h 75"/>
                <a:gd name="T44" fmla="*/ 117 w 35"/>
                <a:gd name="T45" fmla="*/ 54 h 75"/>
                <a:gd name="T46" fmla="*/ 117 w 35"/>
                <a:gd name="T47" fmla="*/ 46 h 75"/>
                <a:gd name="T48" fmla="*/ 111 w 35"/>
                <a:gd name="T49" fmla="*/ 0 h 75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35" h="75">
                  <a:moveTo>
                    <a:pt x="32" y="0"/>
                  </a:moveTo>
                  <a:cubicBezTo>
                    <a:pt x="33" y="2"/>
                    <a:pt x="33" y="8"/>
                    <a:pt x="33" y="13"/>
                  </a:cubicBezTo>
                  <a:cubicBezTo>
                    <a:pt x="33" y="19"/>
                    <a:pt x="31" y="45"/>
                    <a:pt x="31" y="49"/>
                  </a:cubicBezTo>
                  <a:cubicBezTo>
                    <a:pt x="31" y="49"/>
                    <a:pt x="31" y="49"/>
                    <a:pt x="31" y="49"/>
                  </a:cubicBezTo>
                  <a:cubicBezTo>
                    <a:pt x="31" y="49"/>
                    <a:pt x="31" y="49"/>
                    <a:pt x="31" y="49"/>
                  </a:cubicBezTo>
                  <a:cubicBezTo>
                    <a:pt x="33" y="53"/>
                    <a:pt x="35" y="57"/>
                    <a:pt x="34" y="60"/>
                  </a:cubicBezTo>
                  <a:cubicBezTo>
                    <a:pt x="33" y="65"/>
                    <a:pt x="28" y="74"/>
                    <a:pt x="19" y="74"/>
                  </a:cubicBezTo>
                  <a:cubicBezTo>
                    <a:pt x="18" y="74"/>
                    <a:pt x="18" y="74"/>
                    <a:pt x="18" y="74"/>
                  </a:cubicBezTo>
                  <a:cubicBezTo>
                    <a:pt x="9" y="74"/>
                    <a:pt x="3" y="65"/>
                    <a:pt x="1" y="60"/>
                  </a:cubicBezTo>
                  <a:cubicBezTo>
                    <a:pt x="0" y="57"/>
                    <a:pt x="3" y="53"/>
                    <a:pt x="5" y="49"/>
                  </a:cubicBezTo>
                  <a:cubicBezTo>
                    <a:pt x="5" y="48"/>
                    <a:pt x="5" y="48"/>
                    <a:pt x="5" y="48"/>
                  </a:cubicBezTo>
                  <a:cubicBezTo>
                    <a:pt x="4" y="45"/>
                    <a:pt x="3" y="19"/>
                    <a:pt x="3" y="13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17"/>
                    <a:pt x="2" y="17"/>
                    <a:pt x="2" y="17"/>
                  </a:cubicBezTo>
                  <a:cubicBezTo>
                    <a:pt x="2" y="22"/>
                    <a:pt x="3" y="44"/>
                    <a:pt x="3" y="49"/>
                  </a:cubicBezTo>
                  <a:cubicBezTo>
                    <a:pt x="1" y="52"/>
                    <a:pt x="0" y="55"/>
                    <a:pt x="0" y="58"/>
                  </a:cubicBezTo>
                  <a:cubicBezTo>
                    <a:pt x="0" y="59"/>
                    <a:pt x="0" y="60"/>
                    <a:pt x="0" y="60"/>
                  </a:cubicBezTo>
                  <a:cubicBezTo>
                    <a:pt x="2" y="66"/>
                    <a:pt x="7" y="75"/>
                    <a:pt x="18" y="75"/>
                  </a:cubicBezTo>
                  <a:cubicBezTo>
                    <a:pt x="19" y="75"/>
                    <a:pt x="19" y="75"/>
                    <a:pt x="19" y="75"/>
                  </a:cubicBezTo>
                  <a:cubicBezTo>
                    <a:pt x="29" y="75"/>
                    <a:pt x="33" y="66"/>
                    <a:pt x="35" y="61"/>
                  </a:cubicBezTo>
                  <a:cubicBezTo>
                    <a:pt x="35" y="60"/>
                    <a:pt x="35" y="59"/>
                    <a:pt x="35" y="59"/>
                  </a:cubicBezTo>
                  <a:cubicBezTo>
                    <a:pt x="35" y="56"/>
                    <a:pt x="34" y="52"/>
                    <a:pt x="32" y="49"/>
                  </a:cubicBezTo>
                  <a:cubicBezTo>
                    <a:pt x="33" y="44"/>
                    <a:pt x="34" y="20"/>
                    <a:pt x="34" y="16"/>
                  </a:cubicBezTo>
                  <a:cubicBezTo>
                    <a:pt x="34" y="15"/>
                    <a:pt x="34" y="14"/>
                    <a:pt x="34" y="14"/>
                  </a:cubicBezTo>
                  <a:cubicBezTo>
                    <a:pt x="34" y="9"/>
                    <a:pt x="33" y="2"/>
                    <a:pt x="32" y="0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116" name="Freeform 1052">
              <a:extLst>
                <a:ext uri="{FF2B5EF4-FFF2-40B4-BE49-F238E27FC236}">
                  <a16:creationId xmlns:a16="http://schemas.microsoft.com/office/drawing/2014/main" id="{8E91131A-703A-4C3A-A136-A0A99E9A60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8" y="2516"/>
              <a:ext cx="13" cy="8"/>
            </a:xfrm>
            <a:custGeom>
              <a:avLst/>
              <a:gdLst>
                <a:gd name="T0" fmla="*/ 0 w 9"/>
                <a:gd name="T1" fmla="*/ 0 h 5"/>
                <a:gd name="T2" fmla="*/ 25 w 9"/>
                <a:gd name="T3" fmla="*/ 21 h 5"/>
                <a:gd name="T4" fmla="*/ 27 w 9"/>
                <a:gd name="T5" fmla="*/ 16 h 5"/>
                <a:gd name="T6" fmla="*/ 0 w 9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5">
                  <a:moveTo>
                    <a:pt x="0" y="0"/>
                  </a:moveTo>
                  <a:cubicBezTo>
                    <a:pt x="2" y="0"/>
                    <a:pt x="7" y="3"/>
                    <a:pt x="8" y="5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7" y="1"/>
                    <a:pt x="1" y="0"/>
                    <a:pt x="0" y="0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117" name="Freeform 1053">
              <a:extLst>
                <a:ext uri="{FF2B5EF4-FFF2-40B4-BE49-F238E27FC236}">
                  <a16:creationId xmlns:a16="http://schemas.microsoft.com/office/drawing/2014/main" id="{B5055E0F-A6BE-4090-807B-967B831E40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9" y="1110"/>
              <a:ext cx="431" cy="1208"/>
            </a:xfrm>
            <a:custGeom>
              <a:avLst/>
              <a:gdLst>
                <a:gd name="T0" fmla="*/ 45 w 286"/>
                <a:gd name="T1" fmla="*/ 0 h 807"/>
                <a:gd name="T2" fmla="*/ 113 w 286"/>
                <a:gd name="T3" fmla="*/ 242 h 807"/>
                <a:gd name="T4" fmla="*/ 371 w 286"/>
                <a:gd name="T5" fmla="*/ 412 h 807"/>
                <a:gd name="T6" fmla="*/ 654 w 286"/>
                <a:gd name="T7" fmla="*/ 668 h 807"/>
                <a:gd name="T8" fmla="*/ 770 w 286"/>
                <a:gd name="T9" fmla="*/ 1040 h 807"/>
                <a:gd name="T10" fmla="*/ 864 w 286"/>
                <a:gd name="T11" fmla="*/ 1564 h 807"/>
                <a:gd name="T12" fmla="*/ 883 w 286"/>
                <a:gd name="T13" fmla="*/ 1777 h 807"/>
                <a:gd name="T14" fmla="*/ 945 w 286"/>
                <a:gd name="T15" fmla="*/ 2404 h 807"/>
                <a:gd name="T16" fmla="*/ 958 w 286"/>
                <a:gd name="T17" fmla="*/ 2590 h 807"/>
                <a:gd name="T18" fmla="*/ 980 w 286"/>
                <a:gd name="T19" fmla="*/ 2706 h 80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86" h="807">
                  <a:moveTo>
                    <a:pt x="13" y="0"/>
                  </a:moveTo>
                  <a:cubicBezTo>
                    <a:pt x="12" y="14"/>
                    <a:pt x="0" y="45"/>
                    <a:pt x="33" y="72"/>
                  </a:cubicBezTo>
                  <a:cubicBezTo>
                    <a:pt x="65" y="92"/>
                    <a:pt x="102" y="120"/>
                    <a:pt x="108" y="123"/>
                  </a:cubicBezTo>
                  <a:cubicBezTo>
                    <a:pt x="123" y="129"/>
                    <a:pt x="176" y="170"/>
                    <a:pt x="191" y="199"/>
                  </a:cubicBezTo>
                  <a:cubicBezTo>
                    <a:pt x="201" y="221"/>
                    <a:pt x="224" y="270"/>
                    <a:pt x="225" y="310"/>
                  </a:cubicBezTo>
                  <a:cubicBezTo>
                    <a:pt x="223" y="336"/>
                    <a:pt x="242" y="383"/>
                    <a:pt x="252" y="466"/>
                  </a:cubicBezTo>
                  <a:cubicBezTo>
                    <a:pt x="251" y="496"/>
                    <a:pt x="255" y="517"/>
                    <a:pt x="258" y="530"/>
                  </a:cubicBezTo>
                  <a:cubicBezTo>
                    <a:pt x="275" y="572"/>
                    <a:pt x="275" y="688"/>
                    <a:pt x="276" y="717"/>
                  </a:cubicBezTo>
                  <a:cubicBezTo>
                    <a:pt x="277" y="735"/>
                    <a:pt x="277" y="760"/>
                    <a:pt x="280" y="772"/>
                  </a:cubicBezTo>
                  <a:cubicBezTo>
                    <a:pt x="283" y="785"/>
                    <a:pt x="283" y="796"/>
                    <a:pt x="286" y="807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118" name="Freeform 1054">
              <a:extLst>
                <a:ext uri="{FF2B5EF4-FFF2-40B4-BE49-F238E27FC236}">
                  <a16:creationId xmlns:a16="http://schemas.microsoft.com/office/drawing/2014/main" id="{90EF7DCB-1B40-41AB-B7C3-6C8667D6FBC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5" y="1703"/>
              <a:ext cx="208" cy="1995"/>
            </a:xfrm>
            <a:custGeom>
              <a:avLst/>
              <a:gdLst>
                <a:gd name="T0" fmla="*/ 0 w 138"/>
                <a:gd name="T1" fmla="*/ 4475 h 1332"/>
                <a:gd name="T2" fmla="*/ 48 w 138"/>
                <a:gd name="T3" fmla="*/ 3942 h 1332"/>
                <a:gd name="T4" fmla="*/ 32 w 138"/>
                <a:gd name="T5" fmla="*/ 3367 h 1332"/>
                <a:gd name="T6" fmla="*/ 59 w 138"/>
                <a:gd name="T7" fmla="*/ 3154 h 1332"/>
                <a:gd name="T8" fmla="*/ 54 w 138"/>
                <a:gd name="T9" fmla="*/ 2903 h 1332"/>
                <a:gd name="T10" fmla="*/ 154 w 138"/>
                <a:gd name="T11" fmla="*/ 1595 h 1332"/>
                <a:gd name="T12" fmla="*/ 202 w 138"/>
                <a:gd name="T13" fmla="*/ 1378 h 1332"/>
                <a:gd name="T14" fmla="*/ 237 w 138"/>
                <a:gd name="T15" fmla="*/ 506 h 1332"/>
                <a:gd name="T16" fmla="*/ 161 w 138"/>
                <a:gd name="T17" fmla="*/ 225 h 1332"/>
                <a:gd name="T18" fmla="*/ 202 w 138"/>
                <a:gd name="T19" fmla="*/ 1 h 1332"/>
                <a:gd name="T20" fmla="*/ 202 w 138"/>
                <a:gd name="T21" fmla="*/ 0 h 1332"/>
                <a:gd name="T22" fmla="*/ 210 w 138"/>
                <a:gd name="T23" fmla="*/ 76 h 1332"/>
                <a:gd name="T24" fmla="*/ 219 w 138"/>
                <a:gd name="T25" fmla="*/ 150 h 1332"/>
                <a:gd name="T26" fmla="*/ 261 w 138"/>
                <a:gd name="T27" fmla="*/ 491 h 1332"/>
                <a:gd name="T28" fmla="*/ 332 w 138"/>
                <a:gd name="T29" fmla="*/ 816 h 1332"/>
                <a:gd name="T30" fmla="*/ 448 w 138"/>
                <a:gd name="T31" fmla="*/ 1324 h 1332"/>
                <a:gd name="T32" fmla="*/ 473 w 138"/>
                <a:gd name="T33" fmla="*/ 1423 h 133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38" h="1332">
                  <a:moveTo>
                    <a:pt x="0" y="1332"/>
                  </a:moveTo>
                  <a:cubicBezTo>
                    <a:pt x="5" y="1282"/>
                    <a:pt x="11" y="1237"/>
                    <a:pt x="14" y="1173"/>
                  </a:cubicBezTo>
                  <a:cubicBezTo>
                    <a:pt x="15" y="1141"/>
                    <a:pt x="7" y="1071"/>
                    <a:pt x="9" y="1002"/>
                  </a:cubicBezTo>
                  <a:cubicBezTo>
                    <a:pt x="10" y="968"/>
                    <a:pt x="16" y="944"/>
                    <a:pt x="17" y="939"/>
                  </a:cubicBezTo>
                  <a:cubicBezTo>
                    <a:pt x="21" y="917"/>
                    <a:pt x="16" y="876"/>
                    <a:pt x="16" y="864"/>
                  </a:cubicBezTo>
                  <a:cubicBezTo>
                    <a:pt x="22" y="676"/>
                    <a:pt x="47" y="514"/>
                    <a:pt x="45" y="475"/>
                  </a:cubicBezTo>
                  <a:cubicBezTo>
                    <a:pt x="45" y="475"/>
                    <a:pt x="62" y="424"/>
                    <a:pt x="59" y="410"/>
                  </a:cubicBezTo>
                  <a:cubicBezTo>
                    <a:pt x="58" y="382"/>
                    <a:pt x="106" y="301"/>
                    <a:pt x="69" y="151"/>
                  </a:cubicBezTo>
                  <a:cubicBezTo>
                    <a:pt x="70" y="127"/>
                    <a:pt x="48" y="91"/>
                    <a:pt x="47" y="67"/>
                  </a:cubicBezTo>
                  <a:cubicBezTo>
                    <a:pt x="48" y="37"/>
                    <a:pt x="59" y="12"/>
                    <a:pt x="59" y="1"/>
                  </a:cubicBezTo>
                  <a:cubicBezTo>
                    <a:pt x="59" y="0"/>
                    <a:pt x="59" y="0"/>
                    <a:pt x="59" y="0"/>
                  </a:cubicBezTo>
                  <a:cubicBezTo>
                    <a:pt x="60" y="10"/>
                    <a:pt x="61" y="19"/>
                    <a:pt x="61" y="23"/>
                  </a:cubicBezTo>
                  <a:cubicBezTo>
                    <a:pt x="63" y="31"/>
                    <a:pt x="63" y="43"/>
                    <a:pt x="64" y="45"/>
                  </a:cubicBezTo>
                  <a:cubicBezTo>
                    <a:pt x="65" y="57"/>
                    <a:pt x="75" y="122"/>
                    <a:pt x="76" y="146"/>
                  </a:cubicBezTo>
                  <a:cubicBezTo>
                    <a:pt x="71" y="179"/>
                    <a:pt x="88" y="196"/>
                    <a:pt x="97" y="243"/>
                  </a:cubicBezTo>
                  <a:cubicBezTo>
                    <a:pt x="101" y="268"/>
                    <a:pt x="129" y="382"/>
                    <a:pt x="131" y="394"/>
                  </a:cubicBezTo>
                  <a:cubicBezTo>
                    <a:pt x="133" y="407"/>
                    <a:pt x="136" y="420"/>
                    <a:pt x="138" y="423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119" name="Freeform 1055">
              <a:extLst>
                <a:ext uri="{FF2B5EF4-FFF2-40B4-BE49-F238E27FC236}">
                  <a16:creationId xmlns:a16="http://schemas.microsoft.com/office/drawing/2014/main" id="{8869A2A2-22F5-4B18-9B90-28AF54FD43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2" y="2555"/>
              <a:ext cx="53" cy="1043"/>
            </a:xfrm>
            <a:custGeom>
              <a:avLst/>
              <a:gdLst>
                <a:gd name="T0" fmla="*/ 0 w 35"/>
                <a:gd name="T1" fmla="*/ 0 h 696"/>
                <a:gd name="T2" fmla="*/ 27 w 35"/>
                <a:gd name="T3" fmla="*/ 559 h 696"/>
                <a:gd name="T4" fmla="*/ 41 w 35"/>
                <a:gd name="T5" fmla="*/ 1235 h 696"/>
                <a:gd name="T6" fmla="*/ 45 w 35"/>
                <a:gd name="T7" fmla="*/ 1350 h 696"/>
                <a:gd name="T8" fmla="*/ 62 w 35"/>
                <a:gd name="T9" fmla="*/ 1794 h 696"/>
                <a:gd name="T10" fmla="*/ 121 w 35"/>
                <a:gd name="T11" fmla="*/ 2342 h 69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5" h="696">
                  <a:moveTo>
                    <a:pt x="0" y="0"/>
                  </a:moveTo>
                  <a:cubicBezTo>
                    <a:pt x="1" y="21"/>
                    <a:pt x="6" y="146"/>
                    <a:pt x="8" y="166"/>
                  </a:cubicBezTo>
                  <a:cubicBezTo>
                    <a:pt x="8" y="168"/>
                    <a:pt x="18" y="334"/>
                    <a:pt x="12" y="367"/>
                  </a:cubicBezTo>
                  <a:cubicBezTo>
                    <a:pt x="11" y="372"/>
                    <a:pt x="13" y="397"/>
                    <a:pt x="13" y="401"/>
                  </a:cubicBezTo>
                  <a:cubicBezTo>
                    <a:pt x="13" y="423"/>
                    <a:pt x="21" y="500"/>
                    <a:pt x="18" y="533"/>
                  </a:cubicBezTo>
                  <a:cubicBezTo>
                    <a:pt x="14" y="590"/>
                    <a:pt x="29" y="665"/>
                    <a:pt x="35" y="696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120" name="Freeform 1056">
              <a:extLst>
                <a:ext uri="{FF2B5EF4-FFF2-40B4-BE49-F238E27FC236}">
                  <a16:creationId xmlns:a16="http://schemas.microsoft.com/office/drawing/2014/main" id="{32CD74F9-781E-4676-82EC-282D6ACFA1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1" y="2564"/>
              <a:ext cx="69" cy="1020"/>
            </a:xfrm>
            <a:custGeom>
              <a:avLst/>
              <a:gdLst>
                <a:gd name="T0" fmla="*/ 0 w 46"/>
                <a:gd name="T1" fmla="*/ 2289 h 681"/>
                <a:gd name="T2" fmla="*/ 80 w 46"/>
                <a:gd name="T3" fmla="*/ 1781 h 681"/>
                <a:gd name="T4" fmla="*/ 99 w 46"/>
                <a:gd name="T5" fmla="*/ 1329 h 681"/>
                <a:gd name="T6" fmla="*/ 102 w 46"/>
                <a:gd name="T7" fmla="*/ 1213 h 681"/>
                <a:gd name="T8" fmla="*/ 140 w 46"/>
                <a:gd name="T9" fmla="*/ 533 h 681"/>
                <a:gd name="T10" fmla="*/ 156 w 46"/>
                <a:gd name="T11" fmla="*/ 0 h 68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6" h="681">
                  <a:moveTo>
                    <a:pt x="0" y="681"/>
                  </a:moveTo>
                  <a:cubicBezTo>
                    <a:pt x="3" y="668"/>
                    <a:pt x="25" y="584"/>
                    <a:pt x="23" y="530"/>
                  </a:cubicBezTo>
                  <a:cubicBezTo>
                    <a:pt x="22" y="497"/>
                    <a:pt x="29" y="417"/>
                    <a:pt x="29" y="395"/>
                  </a:cubicBezTo>
                  <a:cubicBezTo>
                    <a:pt x="29" y="391"/>
                    <a:pt x="31" y="366"/>
                    <a:pt x="30" y="361"/>
                  </a:cubicBezTo>
                  <a:cubicBezTo>
                    <a:pt x="23" y="327"/>
                    <a:pt x="41" y="161"/>
                    <a:pt x="41" y="159"/>
                  </a:cubicBezTo>
                  <a:cubicBezTo>
                    <a:pt x="43" y="140"/>
                    <a:pt x="45" y="30"/>
                    <a:pt x="46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121" name="Freeform 1057">
              <a:extLst>
                <a:ext uri="{FF2B5EF4-FFF2-40B4-BE49-F238E27FC236}">
                  <a16:creationId xmlns:a16="http://schemas.microsoft.com/office/drawing/2014/main" id="{15E2A7D1-B404-452E-BF56-5412E344F9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0" y="1703"/>
              <a:ext cx="283" cy="1995"/>
            </a:xfrm>
            <a:custGeom>
              <a:avLst/>
              <a:gdLst>
                <a:gd name="T0" fmla="*/ 0 w 188"/>
                <a:gd name="T1" fmla="*/ 1486 h 1332"/>
                <a:gd name="T2" fmla="*/ 18 w 188"/>
                <a:gd name="T3" fmla="*/ 1713 h 1332"/>
                <a:gd name="T4" fmla="*/ 18 w 188"/>
                <a:gd name="T5" fmla="*/ 1830 h 1332"/>
                <a:gd name="T6" fmla="*/ 66 w 188"/>
                <a:gd name="T7" fmla="*/ 1956 h 1332"/>
                <a:gd name="T8" fmla="*/ 129 w 188"/>
                <a:gd name="T9" fmla="*/ 2073 h 1332"/>
                <a:gd name="T10" fmla="*/ 203 w 188"/>
                <a:gd name="T11" fmla="*/ 2131 h 1332"/>
                <a:gd name="T12" fmla="*/ 259 w 188"/>
                <a:gd name="T13" fmla="*/ 2158 h 1332"/>
                <a:gd name="T14" fmla="*/ 283 w 188"/>
                <a:gd name="T15" fmla="*/ 2127 h 1332"/>
                <a:gd name="T16" fmla="*/ 300 w 188"/>
                <a:gd name="T17" fmla="*/ 2127 h 1332"/>
                <a:gd name="T18" fmla="*/ 363 w 188"/>
                <a:gd name="T19" fmla="*/ 2124 h 1332"/>
                <a:gd name="T20" fmla="*/ 351 w 188"/>
                <a:gd name="T21" fmla="*/ 2073 h 1332"/>
                <a:gd name="T22" fmla="*/ 378 w 188"/>
                <a:gd name="T23" fmla="*/ 2070 h 1332"/>
                <a:gd name="T24" fmla="*/ 369 w 188"/>
                <a:gd name="T25" fmla="*/ 2019 h 1332"/>
                <a:gd name="T26" fmla="*/ 286 w 188"/>
                <a:gd name="T27" fmla="*/ 1959 h 1332"/>
                <a:gd name="T28" fmla="*/ 236 w 188"/>
                <a:gd name="T29" fmla="*/ 1925 h 1332"/>
                <a:gd name="T30" fmla="*/ 218 w 188"/>
                <a:gd name="T31" fmla="*/ 1875 h 1332"/>
                <a:gd name="T32" fmla="*/ 218 w 188"/>
                <a:gd name="T33" fmla="*/ 1802 h 1332"/>
                <a:gd name="T34" fmla="*/ 224 w 188"/>
                <a:gd name="T35" fmla="*/ 1713 h 1332"/>
                <a:gd name="T36" fmla="*/ 269 w 188"/>
                <a:gd name="T37" fmla="*/ 1757 h 1332"/>
                <a:gd name="T38" fmla="*/ 391 w 188"/>
                <a:gd name="T39" fmla="*/ 1829 h 1332"/>
                <a:gd name="T40" fmla="*/ 336 w 188"/>
                <a:gd name="T41" fmla="*/ 1676 h 1332"/>
                <a:gd name="T42" fmla="*/ 236 w 188"/>
                <a:gd name="T43" fmla="*/ 1532 h 1332"/>
                <a:gd name="T44" fmla="*/ 203 w 188"/>
                <a:gd name="T45" fmla="*/ 1445 h 1332"/>
                <a:gd name="T46" fmla="*/ 194 w 188"/>
                <a:gd name="T47" fmla="*/ 1423 h 1332"/>
                <a:gd name="T48" fmla="*/ 218 w 188"/>
                <a:gd name="T49" fmla="*/ 1324 h 1332"/>
                <a:gd name="T50" fmla="*/ 337 w 188"/>
                <a:gd name="T51" fmla="*/ 819 h 1332"/>
                <a:gd name="T52" fmla="*/ 405 w 188"/>
                <a:gd name="T53" fmla="*/ 491 h 1332"/>
                <a:gd name="T54" fmla="*/ 447 w 188"/>
                <a:gd name="T55" fmla="*/ 150 h 1332"/>
                <a:gd name="T56" fmla="*/ 453 w 188"/>
                <a:gd name="T57" fmla="*/ 76 h 1332"/>
                <a:gd name="T58" fmla="*/ 461 w 188"/>
                <a:gd name="T59" fmla="*/ 0 h 1332"/>
                <a:gd name="T60" fmla="*/ 461 w 188"/>
                <a:gd name="T61" fmla="*/ 1 h 1332"/>
                <a:gd name="T62" fmla="*/ 507 w 188"/>
                <a:gd name="T63" fmla="*/ 217 h 1332"/>
                <a:gd name="T64" fmla="*/ 431 w 188"/>
                <a:gd name="T65" fmla="*/ 494 h 1332"/>
                <a:gd name="T66" fmla="*/ 461 w 188"/>
                <a:gd name="T67" fmla="*/ 1378 h 1332"/>
                <a:gd name="T68" fmla="*/ 512 w 188"/>
                <a:gd name="T69" fmla="*/ 1627 h 1332"/>
                <a:gd name="T70" fmla="*/ 593 w 188"/>
                <a:gd name="T71" fmla="*/ 2903 h 1332"/>
                <a:gd name="T72" fmla="*/ 601 w 188"/>
                <a:gd name="T73" fmla="*/ 3154 h 1332"/>
                <a:gd name="T74" fmla="*/ 629 w 188"/>
                <a:gd name="T75" fmla="*/ 3367 h 1332"/>
                <a:gd name="T76" fmla="*/ 602 w 188"/>
                <a:gd name="T77" fmla="*/ 3938 h 1332"/>
                <a:gd name="T78" fmla="*/ 641 w 188"/>
                <a:gd name="T79" fmla="*/ 4475 h 1332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188" h="1332">
                  <a:moveTo>
                    <a:pt x="0" y="442"/>
                  </a:moveTo>
                  <a:cubicBezTo>
                    <a:pt x="0" y="442"/>
                    <a:pt x="7" y="494"/>
                    <a:pt x="5" y="510"/>
                  </a:cubicBezTo>
                  <a:cubicBezTo>
                    <a:pt x="3" y="526"/>
                    <a:pt x="4" y="535"/>
                    <a:pt x="5" y="545"/>
                  </a:cubicBezTo>
                  <a:cubicBezTo>
                    <a:pt x="6" y="555"/>
                    <a:pt x="16" y="570"/>
                    <a:pt x="19" y="582"/>
                  </a:cubicBezTo>
                  <a:cubicBezTo>
                    <a:pt x="25" y="608"/>
                    <a:pt x="32" y="608"/>
                    <a:pt x="38" y="617"/>
                  </a:cubicBezTo>
                  <a:cubicBezTo>
                    <a:pt x="44" y="625"/>
                    <a:pt x="58" y="631"/>
                    <a:pt x="60" y="634"/>
                  </a:cubicBezTo>
                  <a:cubicBezTo>
                    <a:pt x="62" y="637"/>
                    <a:pt x="69" y="643"/>
                    <a:pt x="76" y="642"/>
                  </a:cubicBezTo>
                  <a:cubicBezTo>
                    <a:pt x="84" y="641"/>
                    <a:pt x="83" y="633"/>
                    <a:pt x="83" y="633"/>
                  </a:cubicBezTo>
                  <a:cubicBezTo>
                    <a:pt x="83" y="633"/>
                    <a:pt x="85" y="633"/>
                    <a:pt x="88" y="633"/>
                  </a:cubicBezTo>
                  <a:cubicBezTo>
                    <a:pt x="92" y="633"/>
                    <a:pt x="103" y="635"/>
                    <a:pt x="106" y="632"/>
                  </a:cubicBezTo>
                  <a:cubicBezTo>
                    <a:pt x="113" y="624"/>
                    <a:pt x="103" y="617"/>
                    <a:pt x="103" y="617"/>
                  </a:cubicBezTo>
                  <a:cubicBezTo>
                    <a:pt x="111" y="616"/>
                    <a:pt x="111" y="616"/>
                    <a:pt x="111" y="616"/>
                  </a:cubicBezTo>
                  <a:cubicBezTo>
                    <a:pt x="120" y="611"/>
                    <a:pt x="108" y="601"/>
                    <a:pt x="108" y="601"/>
                  </a:cubicBezTo>
                  <a:cubicBezTo>
                    <a:pt x="109" y="583"/>
                    <a:pt x="86" y="587"/>
                    <a:pt x="84" y="583"/>
                  </a:cubicBezTo>
                  <a:cubicBezTo>
                    <a:pt x="76" y="573"/>
                    <a:pt x="69" y="573"/>
                    <a:pt x="69" y="573"/>
                  </a:cubicBezTo>
                  <a:cubicBezTo>
                    <a:pt x="68" y="563"/>
                    <a:pt x="62" y="561"/>
                    <a:pt x="64" y="558"/>
                  </a:cubicBezTo>
                  <a:cubicBezTo>
                    <a:pt x="69" y="551"/>
                    <a:pt x="60" y="542"/>
                    <a:pt x="64" y="536"/>
                  </a:cubicBezTo>
                  <a:cubicBezTo>
                    <a:pt x="67" y="530"/>
                    <a:pt x="66" y="510"/>
                    <a:pt x="66" y="510"/>
                  </a:cubicBezTo>
                  <a:cubicBezTo>
                    <a:pt x="66" y="510"/>
                    <a:pt x="75" y="512"/>
                    <a:pt x="79" y="523"/>
                  </a:cubicBezTo>
                  <a:cubicBezTo>
                    <a:pt x="83" y="534"/>
                    <a:pt x="101" y="553"/>
                    <a:pt x="115" y="544"/>
                  </a:cubicBezTo>
                  <a:cubicBezTo>
                    <a:pt x="129" y="535"/>
                    <a:pt x="109" y="510"/>
                    <a:pt x="98" y="499"/>
                  </a:cubicBezTo>
                  <a:cubicBezTo>
                    <a:pt x="86" y="488"/>
                    <a:pt x="77" y="465"/>
                    <a:pt x="69" y="456"/>
                  </a:cubicBezTo>
                  <a:cubicBezTo>
                    <a:pt x="60" y="448"/>
                    <a:pt x="60" y="430"/>
                    <a:pt x="60" y="430"/>
                  </a:cubicBezTo>
                  <a:cubicBezTo>
                    <a:pt x="60" y="430"/>
                    <a:pt x="55" y="426"/>
                    <a:pt x="57" y="423"/>
                  </a:cubicBezTo>
                  <a:cubicBezTo>
                    <a:pt x="58" y="420"/>
                    <a:pt x="62" y="407"/>
                    <a:pt x="64" y="394"/>
                  </a:cubicBezTo>
                  <a:cubicBezTo>
                    <a:pt x="66" y="382"/>
                    <a:pt x="95" y="269"/>
                    <a:pt x="99" y="244"/>
                  </a:cubicBezTo>
                  <a:cubicBezTo>
                    <a:pt x="108" y="197"/>
                    <a:pt x="124" y="179"/>
                    <a:pt x="119" y="146"/>
                  </a:cubicBezTo>
                  <a:cubicBezTo>
                    <a:pt x="119" y="122"/>
                    <a:pt x="129" y="57"/>
                    <a:pt x="131" y="45"/>
                  </a:cubicBezTo>
                  <a:cubicBezTo>
                    <a:pt x="132" y="43"/>
                    <a:pt x="132" y="31"/>
                    <a:pt x="133" y="23"/>
                  </a:cubicBezTo>
                  <a:cubicBezTo>
                    <a:pt x="134" y="19"/>
                    <a:pt x="135" y="10"/>
                    <a:pt x="135" y="0"/>
                  </a:cubicBezTo>
                  <a:cubicBezTo>
                    <a:pt x="135" y="1"/>
                    <a:pt x="135" y="1"/>
                    <a:pt x="135" y="1"/>
                  </a:cubicBezTo>
                  <a:cubicBezTo>
                    <a:pt x="136" y="12"/>
                    <a:pt x="147" y="36"/>
                    <a:pt x="149" y="65"/>
                  </a:cubicBezTo>
                  <a:cubicBezTo>
                    <a:pt x="147" y="90"/>
                    <a:pt x="125" y="124"/>
                    <a:pt x="126" y="147"/>
                  </a:cubicBezTo>
                  <a:cubicBezTo>
                    <a:pt x="95" y="292"/>
                    <a:pt x="136" y="382"/>
                    <a:pt x="135" y="410"/>
                  </a:cubicBezTo>
                  <a:cubicBezTo>
                    <a:pt x="134" y="445"/>
                    <a:pt x="151" y="453"/>
                    <a:pt x="150" y="484"/>
                  </a:cubicBezTo>
                  <a:cubicBezTo>
                    <a:pt x="174" y="864"/>
                    <a:pt x="174" y="864"/>
                    <a:pt x="174" y="864"/>
                  </a:cubicBezTo>
                  <a:cubicBezTo>
                    <a:pt x="174" y="876"/>
                    <a:pt x="172" y="917"/>
                    <a:pt x="176" y="939"/>
                  </a:cubicBezTo>
                  <a:cubicBezTo>
                    <a:pt x="177" y="944"/>
                    <a:pt x="185" y="968"/>
                    <a:pt x="185" y="1002"/>
                  </a:cubicBezTo>
                  <a:cubicBezTo>
                    <a:pt x="187" y="1056"/>
                    <a:pt x="175" y="1133"/>
                    <a:pt x="177" y="1172"/>
                  </a:cubicBezTo>
                  <a:cubicBezTo>
                    <a:pt x="180" y="1235"/>
                    <a:pt x="178" y="1291"/>
                    <a:pt x="188" y="1332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122" name="Freeform 1058">
              <a:extLst>
                <a:ext uri="{FF2B5EF4-FFF2-40B4-BE49-F238E27FC236}">
                  <a16:creationId xmlns:a16="http://schemas.microsoft.com/office/drawing/2014/main" id="{1559871E-0F4F-4FB7-BFC6-7B77EC6980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3" y="2199"/>
              <a:ext cx="27" cy="36"/>
            </a:xfrm>
            <a:custGeom>
              <a:avLst/>
              <a:gdLst>
                <a:gd name="T0" fmla="*/ 53 w 18"/>
                <a:gd name="T1" fmla="*/ 0 h 24"/>
                <a:gd name="T2" fmla="*/ 62 w 18"/>
                <a:gd name="T3" fmla="*/ 81 h 24"/>
                <a:gd name="T4" fmla="*/ 35 w 18"/>
                <a:gd name="T5" fmla="*/ 12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24">
                  <a:moveTo>
                    <a:pt x="15" y="0"/>
                  </a:moveTo>
                  <a:cubicBezTo>
                    <a:pt x="2" y="8"/>
                    <a:pt x="12" y="17"/>
                    <a:pt x="18" y="24"/>
                  </a:cubicBezTo>
                  <a:cubicBezTo>
                    <a:pt x="11" y="23"/>
                    <a:pt x="0" y="8"/>
                    <a:pt x="10" y="3"/>
                  </a:cubicBezTo>
                </a:path>
              </a:pathLst>
            </a:custGeom>
            <a:solidFill>
              <a:srgbClr val="FAD7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123" name="Freeform 1059">
              <a:extLst>
                <a:ext uri="{FF2B5EF4-FFF2-40B4-BE49-F238E27FC236}">
                  <a16:creationId xmlns:a16="http://schemas.microsoft.com/office/drawing/2014/main" id="{F72B6305-8FB2-432E-B5D9-CF0B55D4228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0" y="2044"/>
              <a:ext cx="142" cy="327"/>
            </a:xfrm>
            <a:custGeom>
              <a:avLst/>
              <a:gdLst>
                <a:gd name="T0" fmla="*/ 0 w 94"/>
                <a:gd name="T1" fmla="*/ 0 h 218"/>
                <a:gd name="T2" fmla="*/ 45 w 94"/>
                <a:gd name="T3" fmla="*/ 417 h 218"/>
                <a:gd name="T4" fmla="*/ 128 w 94"/>
                <a:gd name="T5" fmla="*/ 612 h 218"/>
                <a:gd name="T6" fmla="*/ 210 w 94"/>
                <a:gd name="T7" fmla="*/ 693 h 218"/>
                <a:gd name="T8" fmla="*/ 325 w 94"/>
                <a:gd name="T9" fmla="*/ 734 h 218"/>
                <a:gd name="T10" fmla="*/ 325 w 94"/>
                <a:gd name="T11" fmla="*/ 737 h 218"/>
                <a:gd name="T12" fmla="*/ 162 w 94"/>
                <a:gd name="T13" fmla="*/ 558 h 218"/>
                <a:gd name="T14" fmla="*/ 68 w 94"/>
                <a:gd name="T15" fmla="*/ 369 h 218"/>
                <a:gd name="T16" fmla="*/ 5 w 94"/>
                <a:gd name="T17" fmla="*/ 8 h 21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4" h="218">
                  <a:moveTo>
                    <a:pt x="0" y="0"/>
                  </a:moveTo>
                  <a:cubicBezTo>
                    <a:pt x="0" y="42"/>
                    <a:pt x="7" y="82"/>
                    <a:pt x="13" y="123"/>
                  </a:cubicBezTo>
                  <a:cubicBezTo>
                    <a:pt x="17" y="146"/>
                    <a:pt x="24" y="161"/>
                    <a:pt x="37" y="181"/>
                  </a:cubicBezTo>
                  <a:cubicBezTo>
                    <a:pt x="44" y="191"/>
                    <a:pt x="50" y="199"/>
                    <a:pt x="61" y="205"/>
                  </a:cubicBezTo>
                  <a:cubicBezTo>
                    <a:pt x="64" y="206"/>
                    <a:pt x="92" y="218"/>
                    <a:pt x="94" y="217"/>
                  </a:cubicBezTo>
                  <a:cubicBezTo>
                    <a:pt x="94" y="218"/>
                    <a:pt x="94" y="218"/>
                    <a:pt x="94" y="218"/>
                  </a:cubicBezTo>
                  <a:cubicBezTo>
                    <a:pt x="75" y="212"/>
                    <a:pt x="59" y="180"/>
                    <a:pt x="47" y="165"/>
                  </a:cubicBezTo>
                  <a:cubicBezTo>
                    <a:pt x="34" y="147"/>
                    <a:pt x="25" y="131"/>
                    <a:pt x="20" y="109"/>
                  </a:cubicBezTo>
                  <a:cubicBezTo>
                    <a:pt x="12" y="74"/>
                    <a:pt x="13" y="35"/>
                    <a:pt x="1" y="2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124" name="Freeform 1060">
              <a:extLst>
                <a:ext uri="{FF2B5EF4-FFF2-40B4-BE49-F238E27FC236}">
                  <a16:creationId xmlns:a16="http://schemas.microsoft.com/office/drawing/2014/main" id="{AB159352-AEE0-473D-8020-21F87E60FB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4" y="2223"/>
              <a:ext cx="298" cy="212"/>
            </a:xfrm>
            <a:custGeom>
              <a:avLst/>
              <a:gdLst>
                <a:gd name="T0" fmla="*/ 0 w 198"/>
                <a:gd name="T1" fmla="*/ 464 h 142"/>
                <a:gd name="T2" fmla="*/ 190 w 198"/>
                <a:gd name="T3" fmla="*/ 399 h 142"/>
                <a:gd name="T4" fmla="*/ 390 w 198"/>
                <a:gd name="T5" fmla="*/ 297 h 142"/>
                <a:gd name="T6" fmla="*/ 676 w 198"/>
                <a:gd name="T7" fmla="*/ 0 h 142"/>
                <a:gd name="T8" fmla="*/ 623 w 198"/>
                <a:gd name="T9" fmla="*/ 208 h 142"/>
                <a:gd name="T10" fmla="*/ 432 w 198"/>
                <a:gd name="T11" fmla="*/ 345 h 142"/>
                <a:gd name="T12" fmla="*/ 217 w 198"/>
                <a:gd name="T13" fmla="*/ 433 h 142"/>
                <a:gd name="T14" fmla="*/ 108 w 198"/>
                <a:gd name="T15" fmla="*/ 464 h 142"/>
                <a:gd name="T16" fmla="*/ 21 w 198"/>
                <a:gd name="T17" fmla="*/ 473 h 14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98" h="142">
                  <a:moveTo>
                    <a:pt x="0" y="139"/>
                  </a:moveTo>
                  <a:cubicBezTo>
                    <a:pt x="18" y="141"/>
                    <a:pt x="40" y="126"/>
                    <a:pt x="56" y="120"/>
                  </a:cubicBezTo>
                  <a:cubicBezTo>
                    <a:pt x="77" y="111"/>
                    <a:pt x="97" y="103"/>
                    <a:pt x="114" y="89"/>
                  </a:cubicBezTo>
                  <a:cubicBezTo>
                    <a:pt x="143" y="66"/>
                    <a:pt x="183" y="35"/>
                    <a:pt x="198" y="0"/>
                  </a:cubicBezTo>
                  <a:cubicBezTo>
                    <a:pt x="197" y="22"/>
                    <a:pt x="197" y="44"/>
                    <a:pt x="183" y="62"/>
                  </a:cubicBezTo>
                  <a:cubicBezTo>
                    <a:pt x="168" y="80"/>
                    <a:pt x="148" y="93"/>
                    <a:pt x="127" y="104"/>
                  </a:cubicBezTo>
                  <a:cubicBezTo>
                    <a:pt x="107" y="115"/>
                    <a:pt x="86" y="124"/>
                    <a:pt x="64" y="130"/>
                  </a:cubicBezTo>
                  <a:cubicBezTo>
                    <a:pt x="53" y="133"/>
                    <a:pt x="43" y="136"/>
                    <a:pt x="32" y="139"/>
                  </a:cubicBezTo>
                  <a:cubicBezTo>
                    <a:pt x="24" y="140"/>
                    <a:pt x="13" y="139"/>
                    <a:pt x="6" y="14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125" name="Freeform 1061">
              <a:extLst>
                <a:ext uri="{FF2B5EF4-FFF2-40B4-BE49-F238E27FC236}">
                  <a16:creationId xmlns:a16="http://schemas.microsoft.com/office/drawing/2014/main" id="{EAA78924-9519-477E-AB9B-995FC30D71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5" y="1842"/>
              <a:ext cx="294" cy="231"/>
            </a:xfrm>
            <a:custGeom>
              <a:avLst/>
              <a:gdLst>
                <a:gd name="T0" fmla="*/ 425 w 195"/>
                <a:gd name="T1" fmla="*/ 5 h 154"/>
                <a:gd name="T2" fmla="*/ 164 w 195"/>
                <a:gd name="T3" fmla="*/ 122 h 154"/>
                <a:gd name="T4" fmla="*/ 18 w 195"/>
                <a:gd name="T5" fmla="*/ 437 h 154"/>
                <a:gd name="T6" fmla="*/ 81 w 195"/>
                <a:gd name="T7" fmla="*/ 513 h 154"/>
                <a:gd name="T8" fmla="*/ 191 w 195"/>
                <a:gd name="T9" fmla="*/ 413 h 154"/>
                <a:gd name="T10" fmla="*/ 439 w 195"/>
                <a:gd name="T11" fmla="*/ 224 h 154"/>
                <a:gd name="T12" fmla="*/ 574 w 195"/>
                <a:gd name="T13" fmla="*/ 39 h 154"/>
                <a:gd name="T14" fmla="*/ 425 w 195"/>
                <a:gd name="T15" fmla="*/ 5 h 15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95" h="154">
                  <a:moveTo>
                    <a:pt x="124" y="1"/>
                  </a:moveTo>
                  <a:cubicBezTo>
                    <a:pt x="99" y="0"/>
                    <a:pt x="66" y="20"/>
                    <a:pt x="48" y="36"/>
                  </a:cubicBezTo>
                  <a:cubicBezTo>
                    <a:pt x="25" y="56"/>
                    <a:pt x="0" y="97"/>
                    <a:pt x="5" y="129"/>
                  </a:cubicBezTo>
                  <a:cubicBezTo>
                    <a:pt x="6" y="140"/>
                    <a:pt x="12" y="154"/>
                    <a:pt x="24" y="152"/>
                  </a:cubicBezTo>
                  <a:cubicBezTo>
                    <a:pt x="34" y="150"/>
                    <a:pt x="49" y="129"/>
                    <a:pt x="56" y="122"/>
                  </a:cubicBezTo>
                  <a:cubicBezTo>
                    <a:pt x="78" y="97"/>
                    <a:pt x="100" y="82"/>
                    <a:pt x="128" y="66"/>
                  </a:cubicBezTo>
                  <a:cubicBezTo>
                    <a:pt x="145" y="58"/>
                    <a:pt x="195" y="32"/>
                    <a:pt x="168" y="11"/>
                  </a:cubicBezTo>
                  <a:cubicBezTo>
                    <a:pt x="158" y="3"/>
                    <a:pt x="137" y="0"/>
                    <a:pt x="124" y="1"/>
                  </a:cubicBezTo>
                </a:path>
              </a:pathLst>
            </a:custGeom>
            <a:solidFill>
              <a:srgbClr val="FAF4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126" name="Freeform 1062">
              <a:extLst>
                <a:ext uri="{FF2B5EF4-FFF2-40B4-BE49-F238E27FC236}">
                  <a16:creationId xmlns:a16="http://schemas.microsoft.com/office/drawing/2014/main" id="{28C00C09-9785-44EF-B4FA-FAD3A6B3C53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9" y="1258"/>
              <a:ext cx="60" cy="37"/>
            </a:xfrm>
            <a:custGeom>
              <a:avLst/>
              <a:gdLst>
                <a:gd name="T0" fmla="*/ 12 w 40"/>
                <a:gd name="T1" fmla="*/ 0 h 25"/>
                <a:gd name="T2" fmla="*/ 54 w 40"/>
                <a:gd name="T3" fmla="*/ 40 h 25"/>
                <a:gd name="T4" fmla="*/ 129 w 40"/>
                <a:gd name="T5" fmla="*/ 19 h 25"/>
                <a:gd name="T6" fmla="*/ 48 w 40"/>
                <a:gd name="T7" fmla="*/ 74 h 25"/>
                <a:gd name="T8" fmla="*/ 5 w 40"/>
                <a:gd name="T9" fmla="*/ 9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25">
                  <a:moveTo>
                    <a:pt x="3" y="0"/>
                  </a:moveTo>
                  <a:cubicBezTo>
                    <a:pt x="6" y="4"/>
                    <a:pt x="9" y="10"/>
                    <a:pt x="16" y="12"/>
                  </a:cubicBezTo>
                  <a:cubicBezTo>
                    <a:pt x="24" y="13"/>
                    <a:pt x="31" y="8"/>
                    <a:pt x="38" y="6"/>
                  </a:cubicBezTo>
                  <a:cubicBezTo>
                    <a:pt x="40" y="17"/>
                    <a:pt x="23" y="25"/>
                    <a:pt x="14" y="23"/>
                  </a:cubicBezTo>
                  <a:cubicBezTo>
                    <a:pt x="7" y="21"/>
                    <a:pt x="0" y="10"/>
                    <a:pt x="1" y="3"/>
                  </a:cubicBezTo>
                </a:path>
              </a:pathLst>
            </a:custGeom>
            <a:solidFill>
              <a:srgbClr val="FAD7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127" name="Freeform 1063">
              <a:extLst>
                <a:ext uri="{FF2B5EF4-FFF2-40B4-BE49-F238E27FC236}">
                  <a16:creationId xmlns:a16="http://schemas.microsoft.com/office/drawing/2014/main" id="{7F863A8A-53DA-4DC9-95A7-A0FADEE225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5" y="1238"/>
              <a:ext cx="185" cy="68"/>
            </a:xfrm>
            <a:custGeom>
              <a:avLst/>
              <a:gdLst>
                <a:gd name="T0" fmla="*/ 0 w 123"/>
                <a:gd name="T1" fmla="*/ 35 h 45"/>
                <a:gd name="T2" fmla="*/ 113 w 123"/>
                <a:gd name="T3" fmla="*/ 68 h 45"/>
                <a:gd name="T4" fmla="*/ 197 w 123"/>
                <a:gd name="T5" fmla="*/ 130 h 45"/>
                <a:gd name="T6" fmla="*/ 418 w 123"/>
                <a:gd name="T7" fmla="*/ 0 h 4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3" h="45">
                  <a:moveTo>
                    <a:pt x="0" y="10"/>
                  </a:moveTo>
                  <a:cubicBezTo>
                    <a:pt x="10" y="16"/>
                    <a:pt x="23" y="16"/>
                    <a:pt x="33" y="20"/>
                  </a:cubicBezTo>
                  <a:cubicBezTo>
                    <a:pt x="42" y="24"/>
                    <a:pt x="48" y="35"/>
                    <a:pt x="58" y="38"/>
                  </a:cubicBezTo>
                  <a:cubicBezTo>
                    <a:pt x="86" y="45"/>
                    <a:pt x="103" y="14"/>
                    <a:pt x="123" y="0"/>
                  </a:cubicBezTo>
                </a:path>
              </a:pathLst>
            </a:custGeom>
            <a:noFill/>
            <a:ln w="158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128" name="Freeform 1064">
              <a:extLst>
                <a:ext uri="{FF2B5EF4-FFF2-40B4-BE49-F238E27FC236}">
                  <a16:creationId xmlns:a16="http://schemas.microsoft.com/office/drawing/2014/main" id="{1B5FA27D-C115-4FBB-84EB-77C08864D8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0" y="1721"/>
              <a:ext cx="56" cy="22"/>
            </a:xfrm>
            <a:custGeom>
              <a:avLst/>
              <a:gdLst>
                <a:gd name="T0" fmla="*/ 0 w 37"/>
                <a:gd name="T1" fmla="*/ 0 h 15"/>
                <a:gd name="T2" fmla="*/ 129 w 37"/>
                <a:gd name="T3" fmla="*/ 47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7" h="15">
                  <a:moveTo>
                    <a:pt x="0" y="0"/>
                  </a:moveTo>
                  <a:cubicBezTo>
                    <a:pt x="0" y="0"/>
                    <a:pt x="16" y="13"/>
                    <a:pt x="37" y="15"/>
                  </a:cubicBezTo>
                </a:path>
              </a:pathLst>
            </a:custGeom>
            <a:noFill/>
            <a:ln w="158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129" name="Freeform 1065">
              <a:extLst>
                <a:ext uri="{FF2B5EF4-FFF2-40B4-BE49-F238E27FC236}">
                  <a16:creationId xmlns:a16="http://schemas.microsoft.com/office/drawing/2014/main" id="{3ED2155E-E7A4-4B3F-B544-38B39079478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2" y="1716"/>
              <a:ext cx="56" cy="24"/>
            </a:xfrm>
            <a:custGeom>
              <a:avLst/>
              <a:gdLst>
                <a:gd name="T0" fmla="*/ 129 w 37"/>
                <a:gd name="T1" fmla="*/ 0 h 16"/>
                <a:gd name="T2" fmla="*/ 0 w 37"/>
                <a:gd name="T3" fmla="*/ 54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7" h="16">
                  <a:moveTo>
                    <a:pt x="37" y="0"/>
                  </a:moveTo>
                  <a:cubicBezTo>
                    <a:pt x="37" y="0"/>
                    <a:pt x="25" y="14"/>
                    <a:pt x="0" y="16"/>
                  </a:cubicBezTo>
                </a:path>
              </a:pathLst>
            </a:custGeom>
            <a:noFill/>
            <a:ln w="158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130" name="Freeform 1066">
              <a:extLst>
                <a:ext uri="{FF2B5EF4-FFF2-40B4-BE49-F238E27FC236}">
                  <a16:creationId xmlns:a16="http://schemas.microsoft.com/office/drawing/2014/main" id="{5DE8A9BC-EEA4-436F-8C23-E2AD6EC8E3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4" y="2417"/>
              <a:ext cx="162" cy="303"/>
            </a:xfrm>
            <a:custGeom>
              <a:avLst/>
              <a:gdLst>
                <a:gd name="T0" fmla="*/ 0 w 107"/>
                <a:gd name="T1" fmla="*/ 0 h 202"/>
                <a:gd name="T2" fmla="*/ 94 w 107"/>
                <a:gd name="T3" fmla="*/ 48 h 202"/>
                <a:gd name="T4" fmla="*/ 174 w 107"/>
                <a:gd name="T5" fmla="*/ 68 h 202"/>
                <a:gd name="T6" fmla="*/ 309 w 107"/>
                <a:gd name="T7" fmla="*/ 93 h 202"/>
                <a:gd name="T8" fmla="*/ 289 w 107"/>
                <a:gd name="T9" fmla="*/ 215 h 202"/>
                <a:gd name="T10" fmla="*/ 326 w 107"/>
                <a:gd name="T11" fmla="*/ 338 h 202"/>
                <a:gd name="T12" fmla="*/ 330 w 107"/>
                <a:gd name="T13" fmla="*/ 683 h 202"/>
                <a:gd name="T14" fmla="*/ 289 w 107"/>
                <a:gd name="T15" fmla="*/ 399 h 202"/>
                <a:gd name="T16" fmla="*/ 229 w 107"/>
                <a:gd name="T17" fmla="*/ 216 h 202"/>
                <a:gd name="T18" fmla="*/ 135 w 107"/>
                <a:gd name="T19" fmla="*/ 75 h 202"/>
                <a:gd name="T20" fmla="*/ 8 w 107"/>
                <a:gd name="T21" fmla="*/ 12 h 20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07" h="202">
                  <a:moveTo>
                    <a:pt x="0" y="0"/>
                  </a:moveTo>
                  <a:cubicBezTo>
                    <a:pt x="9" y="0"/>
                    <a:pt x="19" y="11"/>
                    <a:pt x="27" y="14"/>
                  </a:cubicBezTo>
                  <a:cubicBezTo>
                    <a:pt x="35" y="17"/>
                    <a:pt x="42" y="18"/>
                    <a:pt x="50" y="20"/>
                  </a:cubicBezTo>
                  <a:cubicBezTo>
                    <a:pt x="62" y="22"/>
                    <a:pt x="77" y="23"/>
                    <a:pt x="89" y="27"/>
                  </a:cubicBezTo>
                  <a:cubicBezTo>
                    <a:pt x="90" y="39"/>
                    <a:pt x="82" y="50"/>
                    <a:pt x="83" y="63"/>
                  </a:cubicBezTo>
                  <a:cubicBezTo>
                    <a:pt x="83" y="77"/>
                    <a:pt x="89" y="87"/>
                    <a:pt x="94" y="100"/>
                  </a:cubicBezTo>
                  <a:cubicBezTo>
                    <a:pt x="107" y="130"/>
                    <a:pt x="101" y="170"/>
                    <a:pt x="95" y="202"/>
                  </a:cubicBezTo>
                  <a:cubicBezTo>
                    <a:pt x="89" y="175"/>
                    <a:pt x="90" y="146"/>
                    <a:pt x="83" y="118"/>
                  </a:cubicBezTo>
                  <a:cubicBezTo>
                    <a:pt x="78" y="100"/>
                    <a:pt x="71" y="82"/>
                    <a:pt x="66" y="64"/>
                  </a:cubicBezTo>
                  <a:cubicBezTo>
                    <a:pt x="62" y="49"/>
                    <a:pt x="52" y="32"/>
                    <a:pt x="39" y="22"/>
                  </a:cubicBezTo>
                  <a:cubicBezTo>
                    <a:pt x="27" y="14"/>
                    <a:pt x="11" y="15"/>
                    <a:pt x="2" y="3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131" name="Freeform 1067">
              <a:extLst>
                <a:ext uri="{FF2B5EF4-FFF2-40B4-BE49-F238E27FC236}">
                  <a16:creationId xmlns:a16="http://schemas.microsoft.com/office/drawing/2014/main" id="{BB583689-C599-4DC3-88F1-314AC4EEC20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8" y="2579"/>
              <a:ext cx="22" cy="318"/>
            </a:xfrm>
            <a:custGeom>
              <a:avLst/>
              <a:gdLst>
                <a:gd name="T0" fmla="*/ 14 w 14"/>
                <a:gd name="T1" fmla="*/ 0 h 212"/>
                <a:gd name="T2" fmla="*/ 20 w 14"/>
                <a:gd name="T3" fmla="*/ 363 h 212"/>
                <a:gd name="T4" fmla="*/ 31 w 14"/>
                <a:gd name="T5" fmla="*/ 554 h 212"/>
                <a:gd name="T6" fmla="*/ 47 w 14"/>
                <a:gd name="T7" fmla="*/ 716 h 212"/>
                <a:gd name="T8" fmla="*/ 35 w 14"/>
                <a:gd name="T9" fmla="*/ 255 h 212"/>
                <a:gd name="T10" fmla="*/ 13 w 14"/>
                <a:gd name="T11" fmla="*/ 12 h 2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" h="212">
                  <a:moveTo>
                    <a:pt x="4" y="0"/>
                  </a:moveTo>
                  <a:cubicBezTo>
                    <a:pt x="6" y="35"/>
                    <a:pt x="5" y="72"/>
                    <a:pt x="5" y="107"/>
                  </a:cubicBezTo>
                  <a:cubicBezTo>
                    <a:pt x="5" y="126"/>
                    <a:pt x="6" y="144"/>
                    <a:pt x="8" y="164"/>
                  </a:cubicBezTo>
                  <a:cubicBezTo>
                    <a:pt x="8" y="180"/>
                    <a:pt x="9" y="197"/>
                    <a:pt x="12" y="212"/>
                  </a:cubicBezTo>
                  <a:cubicBezTo>
                    <a:pt x="12" y="167"/>
                    <a:pt x="14" y="120"/>
                    <a:pt x="9" y="75"/>
                  </a:cubicBezTo>
                  <a:cubicBezTo>
                    <a:pt x="6" y="52"/>
                    <a:pt x="0" y="26"/>
                    <a:pt x="3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132" name="Freeform 1068">
              <a:extLst>
                <a:ext uri="{FF2B5EF4-FFF2-40B4-BE49-F238E27FC236}">
                  <a16:creationId xmlns:a16="http://schemas.microsoft.com/office/drawing/2014/main" id="{EA3A8AD7-4AE5-4FAC-9853-925DD2FD6B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5" y="1542"/>
              <a:ext cx="20" cy="231"/>
            </a:xfrm>
            <a:custGeom>
              <a:avLst/>
              <a:gdLst>
                <a:gd name="T0" fmla="*/ 0 w 13"/>
                <a:gd name="T1" fmla="*/ 0 h 154"/>
                <a:gd name="T2" fmla="*/ 12 w 13"/>
                <a:gd name="T3" fmla="*/ 291 h 154"/>
                <a:gd name="T4" fmla="*/ 34 w 13"/>
                <a:gd name="T5" fmla="*/ 521 h 154"/>
                <a:gd name="T6" fmla="*/ 12 w 13"/>
                <a:gd name="T7" fmla="*/ 8 h 15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54">
                  <a:moveTo>
                    <a:pt x="0" y="0"/>
                  </a:moveTo>
                  <a:cubicBezTo>
                    <a:pt x="9" y="24"/>
                    <a:pt x="3" y="60"/>
                    <a:pt x="3" y="86"/>
                  </a:cubicBezTo>
                  <a:cubicBezTo>
                    <a:pt x="3" y="109"/>
                    <a:pt x="7" y="131"/>
                    <a:pt x="9" y="154"/>
                  </a:cubicBezTo>
                  <a:cubicBezTo>
                    <a:pt x="9" y="103"/>
                    <a:pt x="13" y="50"/>
                    <a:pt x="3" y="2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133" name="Freeform 1069">
              <a:extLst>
                <a:ext uri="{FF2B5EF4-FFF2-40B4-BE49-F238E27FC236}">
                  <a16:creationId xmlns:a16="http://schemas.microsoft.com/office/drawing/2014/main" id="{CC182A1F-AE3B-45D9-A4FD-18D548ABD1B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3" y="3858"/>
              <a:ext cx="293" cy="237"/>
            </a:xfrm>
            <a:custGeom>
              <a:avLst/>
              <a:gdLst>
                <a:gd name="T0" fmla="*/ 649 w 194"/>
                <a:gd name="T1" fmla="*/ 26 h 158"/>
                <a:gd name="T2" fmla="*/ 662 w 194"/>
                <a:gd name="T3" fmla="*/ 237 h 158"/>
                <a:gd name="T4" fmla="*/ 554 w 194"/>
                <a:gd name="T5" fmla="*/ 291 h 158"/>
                <a:gd name="T6" fmla="*/ 317 w 194"/>
                <a:gd name="T7" fmla="*/ 527 h 158"/>
                <a:gd name="T8" fmla="*/ 134 w 194"/>
                <a:gd name="T9" fmla="*/ 332 h 158"/>
                <a:gd name="T10" fmla="*/ 282 w 194"/>
                <a:gd name="T11" fmla="*/ 0 h 158"/>
                <a:gd name="T12" fmla="*/ 649 w 194"/>
                <a:gd name="T13" fmla="*/ 26 h 15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4" h="158">
                  <a:moveTo>
                    <a:pt x="189" y="7"/>
                  </a:moveTo>
                  <a:cubicBezTo>
                    <a:pt x="189" y="7"/>
                    <a:pt x="191" y="65"/>
                    <a:pt x="192" y="70"/>
                  </a:cubicBezTo>
                  <a:cubicBezTo>
                    <a:pt x="194" y="74"/>
                    <a:pt x="176" y="86"/>
                    <a:pt x="161" y="86"/>
                  </a:cubicBezTo>
                  <a:cubicBezTo>
                    <a:pt x="146" y="86"/>
                    <a:pt x="185" y="158"/>
                    <a:pt x="92" y="156"/>
                  </a:cubicBezTo>
                  <a:cubicBezTo>
                    <a:pt x="0" y="155"/>
                    <a:pt x="3" y="139"/>
                    <a:pt x="39" y="98"/>
                  </a:cubicBezTo>
                  <a:cubicBezTo>
                    <a:pt x="74" y="58"/>
                    <a:pt x="82" y="0"/>
                    <a:pt x="82" y="0"/>
                  </a:cubicBezTo>
                  <a:lnTo>
                    <a:pt x="189" y="7"/>
                  </a:lnTo>
                  <a:close/>
                </a:path>
              </a:pathLst>
            </a:custGeom>
            <a:solidFill>
              <a:srgbClr val="6A4A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134" name="Freeform 1070">
              <a:extLst>
                <a:ext uri="{FF2B5EF4-FFF2-40B4-BE49-F238E27FC236}">
                  <a16:creationId xmlns:a16="http://schemas.microsoft.com/office/drawing/2014/main" id="{EFF3C103-B5E5-4992-AD2B-277F375821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9" y="3822"/>
              <a:ext cx="292" cy="257"/>
            </a:xfrm>
            <a:custGeom>
              <a:avLst/>
              <a:gdLst>
                <a:gd name="T0" fmla="*/ 12 w 194"/>
                <a:gd name="T1" fmla="*/ 32 h 171"/>
                <a:gd name="T2" fmla="*/ 12 w 194"/>
                <a:gd name="T3" fmla="*/ 302 h 171"/>
                <a:gd name="T4" fmla="*/ 135 w 194"/>
                <a:gd name="T5" fmla="*/ 379 h 171"/>
                <a:gd name="T6" fmla="*/ 331 w 194"/>
                <a:gd name="T7" fmla="*/ 580 h 171"/>
                <a:gd name="T8" fmla="*/ 467 w 194"/>
                <a:gd name="T9" fmla="*/ 298 h 171"/>
                <a:gd name="T10" fmla="*/ 405 w 194"/>
                <a:gd name="T11" fmla="*/ 0 h 171"/>
                <a:gd name="T12" fmla="*/ 12 w 194"/>
                <a:gd name="T13" fmla="*/ 32 h 17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4" h="171">
                  <a:moveTo>
                    <a:pt x="3" y="9"/>
                  </a:moveTo>
                  <a:cubicBezTo>
                    <a:pt x="3" y="89"/>
                    <a:pt x="3" y="89"/>
                    <a:pt x="3" y="89"/>
                  </a:cubicBezTo>
                  <a:cubicBezTo>
                    <a:pt x="3" y="95"/>
                    <a:pt x="28" y="107"/>
                    <a:pt x="40" y="112"/>
                  </a:cubicBezTo>
                  <a:cubicBezTo>
                    <a:pt x="52" y="116"/>
                    <a:pt x="0" y="171"/>
                    <a:pt x="97" y="171"/>
                  </a:cubicBezTo>
                  <a:cubicBezTo>
                    <a:pt x="194" y="171"/>
                    <a:pt x="168" y="127"/>
                    <a:pt x="137" y="88"/>
                  </a:cubicBezTo>
                  <a:cubicBezTo>
                    <a:pt x="106" y="49"/>
                    <a:pt x="119" y="0"/>
                    <a:pt x="119" y="0"/>
                  </a:cubicBezTo>
                  <a:lnTo>
                    <a:pt x="3" y="9"/>
                  </a:lnTo>
                  <a:close/>
                </a:path>
              </a:pathLst>
            </a:custGeom>
            <a:solidFill>
              <a:srgbClr val="6A4A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135" name="Freeform 1071">
              <a:extLst>
                <a:ext uri="{FF2B5EF4-FFF2-40B4-BE49-F238E27FC236}">
                  <a16:creationId xmlns:a16="http://schemas.microsoft.com/office/drawing/2014/main" id="{1293BA83-948E-4700-A5CB-887A55F8D63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3" y="3858"/>
              <a:ext cx="293" cy="237"/>
            </a:xfrm>
            <a:custGeom>
              <a:avLst/>
              <a:gdLst>
                <a:gd name="T0" fmla="*/ 649 w 194"/>
                <a:gd name="T1" fmla="*/ 26 h 158"/>
                <a:gd name="T2" fmla="*/ 662 w 194"/>
                <a:gd name="T3" fmla="*/ 237 h 158"/>
                <a:gd name="T4" fmla="*/ 554 w 194"/>
                <a:gd name="T5" fmla="*/ 291 h 158"/>
                <a:gd name="T6" fmla="*/ 317 w 194"/>
                <a:gd name="T7" fmla="*/ 527 h 158"/>
                <a:gd name="T8" fmla="*/ 134 w 194"/>
                <a:gd name="T9" fmla="*/ 332 h 158"/>
                <a:gd name="T10" fmla="*/ 282 w 194"/>
                <a:gd name="T11" fmla="*/ 0 h 158"/>
                <a:gd name="T12" fmla="*/ 649 w 194"/>
                <a:gd name="T13" fmla="*/ 26 h 15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4" h="158">
                  <a:moveTo>
                    <a:pt x="189" y="7"/>
                  </a:moveTo>
                  <a:cubicBezTo>
                    <a:pt x="189" y="7"/>
                    <a:pt x="191" y="65"/>
                    <a:pt x="192" y="70"/>
                  </a:cubicBezTo>
                  <a:cubicBezTo>
                    <a:pt x="194" y="74"/>
                    <a:pt x="176" y="86"/>
                    <a:pt x="161" y="86"/>
                  </a:cubicBezTo>
                  <a:cubicBezTo>
                    <a:pt x="146" y="86"/>
                    <a:pt x="185" y="158"/>
                    <a:pt x="92" y="156"/>
                  </a:cubicBezTo>
                  <a:cubicBezTo>
                    <a:pt x="0" y="155"/>
                    <a:pt x="3" y="139"/>
                    <a:pt x="39" y="98"/>
                  </a:cubicBezTo>
                  <a:cubicBezTo>
                    <a:pt x="74" y="58"/>
                    <a:pt x="82" y="0"/>
                    <a:pt x="82" y="0"/>
                  </a:cubicBezTo>
                  <a:lnTo>
                    <a:pt x="189" y="7"/>
                  </a:lnTo>
                  <a:close/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136" name="Freeform 1072">
              <a:extLst>
                <a:ext uri="{FF2B5EF4-FFF2-40B4-BE49-F238E27FC236}">
                  <a16:creationId xmlns:a16="http://schemas.microsoft.com/office/drawing/2014/main" id="{D91426E7-EAB2-4F78-A561-4CEAFA80383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9" y="3822"/>
              <a:ext cx="292" cy="257"/>
            </a:xfrm>
            <a:custGeom>
              <a:avLst/>
              <a:gdLst>
                <a:gd name="T0" fmla="*/ 12 w 194"/>
                <a:gd name="T1" fmla="*/ 32 h 171"/>
                <a:gd name="T2" fmla="*/ 12 w 194"/>
                <a:gd name="T3" fmla="*/ 302 h 171"/>
                <a:gd name="T4" fmla="*/ 135 w 194"/>
                <a:gd name="T5" fmla="*/ 379 h 171"/>
                <a:gd name="T6" fmla="*/ 331 w 194"/>
                <a:gd name="T7" fmla="*/ 580 h 171"/>
                <a:gd name="T8" fmla="*/ 467 w 194"/>
                <a:gd name="T9" fmla="*/ 298 h 171"/>
                <a:gd name="T10" fmla="*/ 405 w 194"/>
                <a:gd name="T11" fmla="*/ 0 h 171"/>
                <a:gd name="T12" fmla="*/ 12 w 194"/>
                <a:gd name="T13" fmla="*/ 32 h 17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4" h="171">
                  <a:moveTo>
                    <a:pt x="3" y="9"/>
                  </a:moveTo>
                  <a:cubicBezTo>
                    <a:pt x="3" y="89"/>
                    <a:pt x="3" y="89"/>
                    <a:pt x="3" y="89"/>
                  </a:cubicBezTo>
                  <a:cubicBezTo>
                    <a:pt x="3" y="95"/>
                    <a:pt x="28" y="107"/>
                    <a:pt x="40" y="112"/>
                  </a:cubicBezTo>
                  <a:cubicBezTo>
                    <a:pt x="52" y="116"/>
                    <a:pt x="0" y="171"/>
                    <a:pt x="97" y="171"/>
                  </a:cubicBezTo>
                  <a:cubicBezTo>
                    <a:pt x="194" y="171"/>
                    <a:pt x="168" y="127"/>
                    <a:pt x="137" y="88"/>
                  </a:cubicBezTo>
                  <a:cubicBezTo>
                    <a:pt x="106" y="49"/>
                    <a:pt x="119" y="0"/>
                    <a:pt x="119" y="0"/>
                  </a:cubicBezTo>
                  <a:lnTo>
                    <a:pt x="3" y="9"/>
                  </a:lnTo>
                  <a:close/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137" name="Freeform 1073">
              <a:extLst>
                <a:ext uri="{FF2B5EF4-FFF2-40B4-BE49-F238E27FC236}">
                  <a16:creationId xmlns:a16="http://schemas.microsoft.com/office/drawing/2014/main" id="{06086477-DAD4-471E-B653-402C62C0938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3" y="1802"/>
              <a:ext cx="766" cy="2109"/>
            </a:xfrm>
            <a:custGeom>
              <a:avLst/>
              <a:gdLst>
                <a:gd name="T0" fmla="*/ 1682 w 509"/>
                <a:gd name="T1" fmla="*/ 514 h 1408"/>
                <a:gd name="T2" fmla="*/ 1594 w 509"/>
                <a:gd name="T3" fmla="*/ 1330 h 1408"/>
                <a:gd name="T4" fmla="*/ 1520 w 509"/>
                <a:gd name="T5" fmla="*/ 2578 h 1408"/>
                <a:gd name="T6" fmla="*/ 1499 w 509"/>
                <a:gd name="T7" fmla="*/ 3316 h 1408"/>
                <a:gd name="T8" fmla="*/ 1520 w 509"/>
                <a:gd name="T9" fmla="*/ 4429 h 1408"/>
                <a:gd name="T10" fmla="*/ 974 w 509"/>
                <a:gd name="T11" fmla="*/ 4543 h 1408"/>
                <a:gd name="T12" fmla="*/ 1058 w 509"/>
                <a:gd name="T13" fmla="*/ 3309 h 1408"/>
                <a:gd name="T14" fmla="*/ 1022 w 509"/>
                <a:gd name="T15" fmla="*/ 2759 h 1408"/>
                <a:gd name="T16" fmla="*/ 947 w 509"/>
                <a:gd name="T17" fmla="*/ 1754 h 1408"/>
                <a:gd name="T18" fmla="*/ 892 w 509"/>
                <a:gd name="T19" fmla="*/ 1748 h 1408"/>
                <a:gd name="T20" fmla="*/ 811 w 509"/>
                <a:gd name="T21" fmla="*/ 2829 h 1408"/>
                <a:gd name="T22" fmla="*/ 789 w 509"/>
                <a:gd name="T23" fmla="*/ 3421 h 1408"/>
                <a:gd name="T24" fmla="*/ 811 w 509"/>
                <a:gd name="T25" fmla="*/ 4543 h 1408"/>
                <a:gd name="T26" fmla="*/ 324 w 509"/>
                <a:gd name="T27" fmla="*/ 4591 h 1408"/>
                <a:gd name="T28" fmla="*/ 229 w 509"/>
                <a:gd name="T29" fmla="*/ 3322 h 1408"/>
                <a:gd name="T30" fmla="*/ 263 w 509"/>
                <a:gd name="T31" fmla="*/ 2564 h 1408"/>
                <a:gd name="T32" fmla="*/ 184 w 509"/>
                <a:gd name="T33" fmla="*/ 1338 h 1408"/>
                <a:gd name="T34" fmla="*/ 93 w 509"/>
                <a:gd name="T35" fmla="*/ 500 h 1408"/>
                <a:gd name="T36" fmla="*/ 1682 w 509"/>
                <a:gd name="T37" fmla="*/ 514 h 1408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509" h="1408">
                  <a:moveTo>
                    <a:pt x="494" y="153"/>
                  </a:moveTo>
                  <a:cubicBezTo>
                    <a:pt x="509" y="267"/>
                    <a:pt x="484" y="341"/>
                    <a:pt x="468" y="396"/>
                  </a:cubicBezTo>
                  <a:cubicBezTo>
                    <a:pt x="452" y="452"/>
                    <a:pt x="432" y="692"/>
                    <a:pt x="446" y="767"/>
                  </a:cubicBezTo>
                  <a:cubicBezTo>
                    <a:pt x="476" y="933"/>
                    <a:pt x="444" y="965"/>
                    <a:pt x="440" y="987"/>
                  </a:cubicBezTo>
                  <a:cubicBezTo>
                    <a:pt x="436" y="1009"/>
                    <a:pt x="450" y="1230"/>
                    <a:pt x="446" y="1318"/>
                  </a:cubicBezTo>
                  <a:cubicBezTo>
                    <a:pt x="442" y="1406"/>
                    <a:pt x="348" y="1380"/>
                    <a:pt x="286" y="1352"/>
                  </a:cubicBezTo>
                  <a:cubicBezTo>
                    <a:pt x="224" y="1324"/>
                    <a:pt x="326" y="1039"/>
                    <a:pt x="310" y="985"/>
                  </a:cubicBezTo>
                  <a:cubicBezTo>
                    <a:pt x="294" y="931"/>
                    <a:pt x="300" y="893"/>
                    <a:pt x="300" y="821"/>
                  </a:cubicBezTo>
                  <a:cubicBezTo>
                    <a:pt x="302" y="649"/>
                    <a:pt x="278" y="522"/>
                    <a:pt x="278" y="522"/>
                  </a:cubicBezTo>
                  <a:cubicBezTo>
                    <a:pt x="278" y="522"/>
                    <a:pt x="266" y="517"/>
                    <a:pt x="262" y="520"/>
                  </a:cubicBezTo>
                  <a:cubicBezTo>
                    <a:pt x="245" y="531"/>
                    <a:pt x="243" y="694"/>
                    <a:pt x="238" y="842"/>
                  </a:cubicBezTo>
                  <a:cubicBezTo>
                    <a:pt x="233" y="980"/>
                    <a:pt x="232" y="953"/>
                    <a:pt x="231" y="1018"/>
                  </a:cubicBezTo>
                  <a:cubicBezTo>
                    <a:pt x="230" y="1077"/>
                    <a:pt x="262" y="1302"/>
                    <a:pt x="238" y="1352"/>
                  </a:cubicBezTo>
                  <a:cubicBezTo>
                    <a:pt x="214" y="1402"/>
                    <a:pt x="145" y="1408"/>
                    <a:pt x="95" y="1366"/>
                  </a:cubicBezTo>
                  <a:cubicBezTo>
                    <a:pt x="45" y="1324"/>
                    <a:pt x="89" y="1063"/>
                    <a:pt x="67" y="989"/>
                  </a:cubicBezTo>
                  <a:cubicBezTo>
                    <a:pt x="45" y="915"/>
                    <a:pt x="85" y="881"/>
                    <a:pt x="77" y="763"/>
                  </a:cubicBezTo>
                  <a:cubicBezTo>
                    <a:pt x="69" y="646"/>
                    <a:pt x="75" y="443"/>
                    <a:pt x="54" y="398"/>
                  </a:cubicBezTo>
                  <a:cubicBezTo>
                    <a:pt x="0" y="286"/>
                    <a:pt x="37" y="181"/>
                    <a:pt x="27" y="149"/>
                  </a:cubicBezTo>
                  <a:cubicBezTo>
                    <a:pt x="27" y="149"/>
                    <a:pt x="272" y="0"/>
                    <a:pt x="494" y="153"/>
                  </a:cubicBezTo>
                </a:path>
              </a:pathLst>
            </a:custGeom>
            <a:solidFill>
              <a:srgbClr val="CDAE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138" name="Freeform 1074">
              <a:extLst>
                <a:ext uri="{FF2B5EF4-FFF2-40B4-BE49-F238E27FC236}">
                  <a16:creationId xmlns:a16="http://schemas.microsoft.com/office/drawing/2014/main" id="{CB875B67-BA58-4E61-9A80-DA1BF78191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8" y="1165"/>
              <a:ext cx="1104" cy="1225"/>
            </a:xfrm>
            <a:custGeom>
              <a:avLst/>
              <a:gdLst>
                <a:gd name="T0" fmla="*/ 1027 w 733"/>
                <a:gd name="T1" fmla="*/ 0 h 818"/>
                <a:gd name="T2" fmla="*/ 1316 w 733"/>
                <a:gd name="T3" fmla="*/ 460 h 818"/>
                <a:gd name="T4" fmla="*/ 1532 w 733"/>
                <a:gd name="T5" fmla="*/ 40 h 818"/>
                <a:gd name="T6" fmla="*/ 1940 w 733"/>
                <a:gd name="T7" fmla="*/ 177 h 818"/>
                <a:gd name="T8" fmla="*/ 2423 w 733"/>
                <a:gd name="T9" fmla="*/ 1403 h 818"/>
                <a:gd name="T10" fmla="*/ 2470 w 733"/>
                <a:gd name="T11" fmla="*/ 2592 h 818"/>
                <a:gd name="T12" fmla="*/ 2216 w 733"/>
                <a:gd name="T13" fmla="*/ 2600 h 818"/>
                <a:gd name="T14" fmla="*/ 2071 w 733"/>
                <a:gd name="T15" fmla="*/ 1767 h 818"/>
                <a:gd name="T16" fmla="*/ 2088 w 733"/>
                <a:gd name="T17" fmla="*/ 2119 h 818"/>
                <a:gd name="T18" fmla="*/ 1237 w 733"/>
                <a:gd name="T19" fmla="*/ 2456 h 818"/>
                <a:gd name="T20" fmla="*/ 452 w 733"/>
                <a:gd name="T21" fmla="*/ 2153 h 818"/>
                <a:gd name="T22" fmla="*/ 438 w 733"/>
                <a:gd name="T23" fmla="*/ 2095 h 818"/>
                <a:gd name="T24" fmla="*/ 377 w 733"/>
                <a:gd name="T25" fmla="*/ 2619 h 818"/>
                <a:gd name="T26" fmla="*/ 93 w 733"/>
                <a:gd name="T27" fmla="*/ 2633 h 818"/>
                <a:gd name="T28" fmla="*/ 134 w 733"/>
                <a:gd name="T29" fmla="*/ 1498 h 818"/>
                <a:gd name="T30" fmla="*/ 687 w 733"/>
                <a:gd name="T31" fmla="*/ 157 h 818"/>
                <a:gd name="T32" fmla="*/ 1027 w 733"/>
                <a:gd name="T33" fmla="*/ 0 h 81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733" h="818">
                  <a:moveTo>
                    <a:pt x="301" y="0"/>
                  </a:moveTo>
                  <a:cubicBezTo>
                    <a:pt x="301" y="0"/>
                    <a:pt x="370" y="136"/>
                    <a:pt x="385" y="137"/>
                  </a:cubicBezTo>
                  <a:cubicBezTo>
                    <a:pt x="396" y="137"/>
                    <a:pt x="438" y="26"/>
                    <a:pt x="448" y="12"/>
                  </a:cubicBezTo>
                  <a:cubicBezTo>
                    <a:pt x="471" y="25"/>
                    <a:pt x="527" y="36"/>
                    <a:pt x="568" y="53"/>
                  </a:cubicBezTo>
                  <a:cubicBezTo>
                    <a:pt x="609" y="70"/>
                    <a:pt x="697" y="226"/>
                    <a:pt x="709" y="418"/>
                  </a:cubicBezTo>
                  <a:cubicBezTo>
                    <a:pt x="721" y="610"/>
                    <a:pt x="733" y="747"/>
                    <a:pt x="723" y="772"/>
                  </a:cubicBezTo>
                  <a:cubicBezTo>
                    <a:pt x="723" y="772"/>
                    <a:pt x="665" y="784"/>
                    <a:pt x="649" y="774"/>
                  </a:cubicBezTo>
                  <a:cubicBezTo>
                    <a:pt x="628" y="760"/>
                    <a:pt x="609" y="608"/>
                    <a:pt x="606" y="526"/>
                  </a:cubicBezTo>
                  <a:cubicBezTo>
                    <a:pt x="606" y="526"/>
                    <a:pt x="616" y="588"/>
                    <a:pt x="611" y="631"/>
                  </a:cubicBezTo>
                  <a:cubicBezTo>
                    <a:pt x="610" y="639"/>
                    <a:pt x="537" y="818"/>
                    <a:pt x="362" y="731"/>
                  </a:cubicBezTo>
                  <a:cubicBezTo>
                    <a:pt x="294" y="697"/>
                    <a:pt x="189" y="754"/>
                    <a:pt x="132" y="641"/>
                  </a:cubicBezTo>
                  <a:cubicBezTo>
                    <a:pt x="132" y="641"/>
                    <a:pt x="127" y="627"/>
                    <a:pt x="128" y="624"/>
                  </a:cubicBezTo>
                  <a:cubicBezTo>
                    <a:pt x="128" y="624"/>
                    <a:pt x="118" y="743"/>
                    <a:pt x="110" y="780"/>
                  </a:cubicBezTo>
                  <a:cubicBezTo>
                    <a:pt x="110" y="780"/>
                    <a:pt x="88" y="812"/>
                    <a:pt x="27" y="784"/>
                  </a:cubicBezTo>
                  <a:cubicBezTo>
                    <a:pt x="27" y="784"/>
                    <a:pt x="0" y="622"/>
                    <a:pt x="39" y="446"/>
                  </a:cubicBezTo>
                  <a:cubicBezTo>
                    <a:pt x="79" y="269"/>
                    <a:pt x="113" y="87"/>
                    <a:pt x="201" y="47"/>
                  </a:cubicBezTo>
                  <a:cubicBezTo>
                    <a:pt x="289" y="7"/>
                    <a:pt x="301" y="0"/>
                    <a:pt x="301" y="0"/>
                  </a:cubicBezTo>
                </a:path>
              </a:pathLst>
            </a:custGeom>
            <a:solidFill>
              <a:srgbClr val="98C9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139" name="Freeform 1075">
              <a:extLst>
                <a:ext uri="{FF2B5EF4-FFF2-40B4-BE49-F238E27FC236}">
                  <a16:creationId xmlns:a16="http://schemas.microsoft.com/office/drawing/2014/main" id="{57457441-FCF3-4EBB-A71E-69C7B83BB5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7" y="1165"/>
              <a:ext cx="1105" cy="1225"/>
            </a:xfrm>
            <a:custGeom>
              <a:avLst/>
              <a:gdLst>
                <a:gd name="T0" fmla="*/ 1031 w 734"/>
                <a:gd name="T1" fmla="*/ 0 h 818"/>
                <a:gd name="T2" fmla="*/ 1314 w 734"/>
                <a:gd name="T3" fmla="*/ 458 h 818"/>
                <a:gd name="T4" fmla="*/ 1533 w 734"/>
                <a:gd name="T5" fmla="*/ 40 h 818"/>
                <a:gd name="T6" fmla="*/ 1942 w 734"/>
                <a:gd name="T7" fmla="*/ 177 h 818"/>
                <a:gd name="T8" fmla="*/ 2418 w 734"/>
                <a:gd name="T9" fmla="*/ 1403 h 818"/>
                <a:gd name="T10" fmla="*/ 2470 w 734"/>
                <a:gd name="T11" fmla="*/ 2592 h 818"/>
                <a:gd name="T12" fmla="*/ 2219 w 734"/>
                <a:gd name="T13" fmla="*/ 2600 h 818"/>
                <a:gd name="T14" fmla="*/ 2071 w 734"/>
                <a:gd name="T15" fmla="*/ 1767 h 818"/>
                <a:gd name="T16" fmla="*/ 2088 w 734"/>
                <a:gd name="T17" fmla="*/ 2119 h 818"/>
                <a:gd name="T18" fmla="*/ 1237 w 734"/>
                <a:gd name="T19" fmla="*/ 2456 h 818"/>
                <a:gd name="T20" fmla="*/ 453 w 734"/>
                <a:gd name="T21" fmla="*/ 2149 h 818"/>
                <a:gd name="T22" fmla="*/ 440 w 734"/>
                <a:gd name="T23" fmla="*/ 2092 h 818"/>
                <a:gd name="T24" fmla="*/ 378 w 734"/>
                <a:gd name="T25" fmla="*/ 2619 h 818"/>
                <a:gd name="T26" fmla="*/ 95 w 734"/>
                <a:gd name="T27" fmla="*/ 2633 h 818"/>
                <a:gd name="T28" fmla="*/ 135 w 734"/>
                <a:gd name="T29" fmla="*/ 1493 h 818"/>
                <a:gd name="T30" fmla="*/ 686 w 734"/>
                <a:gd name="T31" fmla="*/ 157 h 818"/>
                <a:gd name="T32" fmla="*/ 1031 w 734"/>
                <a:gd name="T33" fmla="*/ 0 h 81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734" h="818">
                  <a:moveTo>
                    <a:pt x="302" y="0"/>
                  </a:moveTo>
                  <a:cubicBezTo>
                    <a:pt x="302" y="0"/>
                    <a:pt x="371" y="136"/>
                    <a:pt x="385" y="136"/>
                  </a:cubicBezTo>
                  <a:cubicBezTo>
                    <a:pt x="396" y="137"/>
                    <a:pt x="439" y="26"/>
                    <a:pt x="449" y="12"/>
                  </a:cubicBezTo>
                  <a:cubicBezTo>
                    <a:pt x="472" y="25"/>
                    <a:pt x="528" y="36"/>
                    <a:pt x="569" y="53"/>
                  </a:cubicBezTo>
                  <a:cubicBezTo>
                    <a:pt x="610" y="70"/>
                    <a:pt x="697" y="226"/>
                    <a:pt x="709" y="418"/>
                  </a:cubicBezTo>
                  <a:cubicBezTo>
                    <a:pt x="721" y="610"/>
                    <a:pt x="734" y="747"/>
                    <a:pt x="724" y="772"/>
                  </a:cubicBezTo>
                  <a:cubicBezTo>
                    <a:pt x="724" y="772"/>
                    <a:pt x="667" y="783"/>
                    <a:pt x="650" y="774"/>
                  </a:cubicBezTo>
                  <a:cubicBezTo>
                    <a:pt x="629" y="762"/>
                    <a:pt x="610" y="608"/>
                    <a:pt x="607" y="526"/>
                  </a:cubicBezTo>
                  <a:cubicBezTo>
                    <a:pt x="607" y="526"/>
                    <a:pt x="617" y="588"/>
                    <a:pt x="612" y="631"/>
                  </a:cubicBezTo>
                  <a:cubicBezTo>
                    <a:pt x="611" y="638"/>
                    <a:pt x="537" y="818"/>
                    <a:pt x="363" y="731"/>
                  </a:cubicBezTo>
                  <a:cubicBezTo>
                    <a:pt x="294" y="696"/>
                    <a:pt x="189" y="754"/>
                    <a:pt x="133" y="640"/>
                  </a:cubicBezTo>
                  <a:cubicBezTo>
                    <a:pt x="133" y="640"/>
                    <a:pt x="129" y="631"/>
                    <a:pt x="129" y="623"/>
                  </a:cubicBezTo>
                  <a:cubicBezTo>
                    <a:pt x="129" y="623"/>
                    <a:pt x="120" y="749"/>
                    <a:pt x="111" y="780"/>
                  </a:cubicBezTo>
                  <a:cubicBezTo>
                    <a:pt x="108" y="792"/>
                    <a:pt x="63" y="805"/>
                    <a:pt x="28" y="784"/>
                  </a:cubicBezTo>
                  <a:cubicBezTo>
                    <a:pt x="28" y="784"/>
                    <a:pt x="0" y="622"/>
                    <a:pt x="40" y="445"/>
                  </a:cubicBezTo>
                  <a:cubicBezTo>
                    <a:pt x="80" y="269"/>
                    <a:pt x="113" y="86"/>
                    <a:pt x="201" y="47"/>
                  </a:cubicBezTo>
                  <a:cubicBezTo>
                    <a:pt x="289" y="7"/>
                    <a:pt x="302" y="0"/>
                    <a:pt x="302" y="0"/>
                  </a:cubicBezTo>
                  <a:close/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140" name="Freeform 1076">
              <a:extLst>
                <a:ext uri="{FF2B5EF4-FFF2-40B4-BE49-F238E27FC236}">
                  <a16:creationId xmlns:a16="http://schemas.microsoft.com/office/drawing/2014/main" id="{AAD23124-1F7D-4629-9188-F2F7B3BCB1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6" y="2121"/>
              <a:ext cx="720" cy="1790"/>
            </a:xfrm>
            <a:custGeom>
              <a:avLst/>
              <a:gdLst>
                <a:gd name="T0" fmla="*/ 1627 w 478"/>
                <a:gd name="T1" fmla="*/ 0 h 1195"/>
                <a:gd name="T2" fmla="*/ 1524 w 478"/>
                <a:gd name="T3" fmla="*/ 614 h 1195"/>
                <a:gd name="T4" fmla="*/ 1451 w 478"/>
                <a:gd name="T5" fmla="*/ 1862 h 1195"/>
                <a:gd name="T6" fmla="*/ 1429 w 478"/>
                <a:gd name="T7" fmla="*/ 2600 h 1195"/>
                <a:gd name="T8" fmla="*/ 1451 w 478"/>
                <a:gd name="T9" fmla="*/ 3713 h 1195"/>
                <a:gd name="T10" fmla="*/ 902 w 478"/>
                <a:gd name="T11" fmla="*/ 3827 h 1195"/>
                <a:gd name="T12" fmla="*/ 985 w 478"/>
                <a:gd name="T13" fmla="*/ 2594 h 1195"/>
                <a:gd name="T14" fmla="*/ 950 w 478"/>
                <a:gd name="T15" fmla="*/ 2045 h 1195"/>
                <a:gd name="T16" fmla="*/ 875 w 478"/>
                <a:gd name="T17" fmla="*/ 1040 h 1195"/>
                <a:gd name="T18" fmla="*/ 821 w 478"/>
                <a:gd name="T19" fmla="*/ 1032 h 1195"/>
                <a:gd name="T20" fmla="*/ 743 w 478"/>
                <a:gd name="T21" fmla="*/ 2027 h 1195"/>
                <a:gd name="T22" fmla="*/ 714 w 478"/>
                <a:gd name="T23" fmla="*/ 2741 h 1195"/>
                <a:gd name="T24" fmla="*/ 743 w 478"/>
                <a:gd name="T25" fmla="*/ 3827 h 1195"/>
                <a:gd name="T26" fmla="*/ 250 w 478"/>
                <a:gd name="T27" fmla="*/ 3875 h 1195"/>
                <a:gd name="T28" fmla="*/ 154 w 478"/>
                <a:gd name="T29" fmla="*/ 2608 h 1195"/>
                <a:gd name="T30" fmla="*/ 188 w 478"/>
                <a:gd name="T31" fmla="*/ 1848 h 1195"/>
                <a:gd name="T32" fmla="*/ 108 w 478"/>
                <a:gd name="T33" fmla="*/ 622 h 1195"/>
                <a:gd name="T34" fmla="*/ 12 w 478"/>
                <a:gd name="T35" fmla="*/ 19 h 119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478" h="1195">
                  <a:moveTo>
                    <a:pt x="476" y="0"/>
                  </a:moveTo>
                  <a:cubicBezTo>
                    <a:pt x="478" y="81"/>
                    <a:pt x="459" y="138"/>
                    <a:pt x="446" y="183"/>
                  </a:cubicBezTo>
                  <a:cubicBezTo>
                    <a:pt x="430" y="239"/>
                    <a:pt x="410" y="479"/>
                    <a:pt x="424" y="554"/>
                  </a:cubicBezTo>
                  <a:cubicBezTo>
                    <a:pt x="455" y="720"/>
                    <a:pt x="422" y="752"/>
                    <a:pt x="418" y="774"/>
                  </a:cubicBezTo>
                  <a:cubicBezTo>
                    <a:pt x="414" y="796"/>
                    <a:pt x="428" y="1017"/>
                    <a:pt x="424" y="1105"/>
                  </a:cubicBezTo>
                  <a:cubicBezTo>
                    <a:pt x="420" y="1193"/>
                    <a:pt x="326" y="1167"/>
                    <a:pt x="264" y="1139"/>
                  </a:cubicBezTo>
                  <a:cubicBezTo>
                    <a:pt x="203" y="1111"/>
                    <a:pt x="304" y="826"/>
                    <a:pt x="288" y="772"/>
                  </a:cubicBezTo>
                  <a:cubicBezTo>
                    <a:pt x="272" y="718"/>
                    <a:pt x="278" y="700"/>
                    <a:pt x="278" y="608"/>
                  </a:cubicBezTo>
                  <a:cubicBezTo>
                    <a:pt x="278" y="437"/>
                    <a:pt x="256" y="309"/>
                    <a:pt x="256" y="309"/>
                  </a:cubicBezTo>
                  <a:cubicBezTo>
                    <a:pt x="256" y="309"/>
                    <a:pt x="248" y="305"/>
                    <a:pt x="240" y="307"/>
                  </a:cubicBezTo>
                  <a:cubicBezTo>
                    <a:pt x="224" y="309"/>
                    <a:pt x="225" y="452"/>
                    <a:pt x="217" y="603"/>
                  </a:cubicBezTo>
                  <a:cubicBezTo>
                    <a:pt x="209" y="752"/>
                    <a:pt x="209" y="757"/>
                    <a:pt x="209" y="816"/>
                  </a:cubicBezTo>
                  <a:cubicBezTo>
                    <a:pt x="209" y="875"/>
                    <a:pt x="240" y="1089"/>
                    <a:pt x="217" y="1139"/>
                  </a:cubicBezTo>
                  <a:cubicBezTo>
                    <a:pt x="193" y="1189"/>
                    <a:pt x="123" y="1195"/>
                    <a:pt x="73" y="1153"/>
                  </a:cubicBezTo>
                  <a:cubicBezTo>
                    <a:pt x="23" y="1111"/>
                    <a:pt x="67" y="850"/>
                    <a:pt x="45" y="776"/>
                  </a:cubicBezTo>
                  <a:cubicBezTo>
                    <a:pt x="23" y="702"/>
                    <a:pt x="63" y="668"/>
                    <a:pt x="55" y="550"/>
                  </a:cubicBezTo>
                  <a:cubicBezTo>
                    <a:pt x="47" y="433"/>
                    <a:pt x="53" y="230"/>
                    <a:pt x="32" y="185"/>
                  </a:cubicBezTo>
                  <a:cubicBezTo>
                    <a:pt x="0" y="118"/>
                    <a:pt x="0" y="54"/>
                    <a:pt x="3" y="6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141" name="Freeform 1077">
              <a:extLst>
                <a:ext uri="{FF2B5EF4-FFF2-40B4-BE49-F238E27FC236}">
                  <a16:creationId xmlns:a16="http://schemas.microsoft.com/office/drawing/2014/main" id="{741ECBFA-CE35-4ED6-9EDF-B35BEEB7B6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1" y="2521"/>
              <a:ext cx="74" cy="61"/>
            </a:xfrm>
            <a:custGeom>
              <a:avLst/>
              <a:gdLst>
                <a:gd name="T0" fmla="*/ 169 w 49"/>
                <a:gd name="T1" fmla="*/ 115 h 41"/>
                <a:gd name="T2" fmla="*/ 0 w 49"/>
                <a:gd name="T3" fmla="*/ 0 h 4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9" h="41">
                  <a:moveTo>
                    <a:pt x="49" y="35"/>
                  </a:moveTo>
                  <a:cubicBezTo>
                    <a:pt x="34" y="41"/>
                    <a:pt x="2" y="14"/>
                    <a:pt x="0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142" name="Freeform 1078">
              <a:extLst>
                <a:ext uri="{FF2B5EF4-FFF2-40B4-BE49-F238E27FC236}">
                  <a16:creationId xmlns:a16="http://schemas.microsoft.com/office/drawing/2014/main" id="{4FFD341E-58E5-41D0-9894-7724FB52433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7" y="2537"/>
              <a:ext cx="74" cy="36"/>
            </a:xfrm>
            <a:custGeom>
              <a:avLst/>
              <a:gdLst>
                <a:gd name="T0" fmla="*/ 0 w 49"/>
                <a:gd name="T1" fmla="*/ 81 h 24"/>
                <a:gd name="T2" fmla="*/ 103 w 49"/>
                <a:gd name="T3" fmla="*/ 48 h 24"/>
                <a:gd name="T4" fmla="*/ 169 w 49"/>
                <a:gd name="T5" fmla="*/ 0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9" h="24">
                  <a:moveTo>
                    <a:pt x="0" y="24"/>
                  </a:moveTo>
                  <a:cubicBezTo>
                    <a:pt x="11" y="24"/>
                    <a:pt x="20" y="19"/>
                    <a:pt x="30" y="14"/>
                  </a:cubicBezTo>
                  <a:cubicBezTo>
                    <a:pt x="36" y="10"/>
                    <a:pt x="42" y="3"/>
                    <a:pt x="49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143" name="Freeform 1079">
              <a:extLst>
                <a:ext uri="{FF2B5EF4-FFF2-40B4-BE49-F238E27FC236}">
                  <a16:creationId xmlns:a16="http://schemas.microsoft.com/office/drawing/2014/main" id="{5D918E38-1D5F-4004-A1A5-26C65ED034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4" y="2226"/>
              <a:ext cx="90" cy="95"/>
            </a:xfrm>
            <a:custGeom>
              <a:avLst/>
              <a:gdLst>
                <a:gd name="T0" fmla="*/ 203 w 60"/>
                <a:gd name="T1" fmla="*/ 0 h 64"/>
                <a:gd name="T2" fmla="*/ 81 w 60"/>
                <a:gd name="T3" fmla="*/ 177 h 64"/>
                <a:gd name="T4" fmla="*/ 0 w 60"/>
                <a:gd name="T5" fmla="*/ 200 h 6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0" h="64">
                  <a:moveTo>
                    <a:pt x="60" y="0"/>
                  </a:moveTo>
                  <a:cubicBezTo>
                    <a:pt x="58" y="20"/>
                    <a:pt x="40" y="42"/>
                    <a:pt x="24" y="54"/>
                  </a:cubicBezTo>
                  <a:cubicBezTo>
                    <a:pt x="17" y="59"/>
                    <a:pt x="9" y="64"/>
                    <a:pt x="0" y="61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144" name="Freeform 1080">
              <a:extLst>
                <a:ext uri="{FF2B5EF4-FFF2-40B4-BE49-F238E27FC236}">
                  <a16:creationId xmlns:a16="http://schemas.microsoft.com/office/drawing/2014/main" id="{FBB62FAC-A18A-4C66-9668-B6FA2558008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4" y="2244"/>
              <a:ext cx="60" cy="67"/>
            </a:xfrm>
            <a:custGeom>
              <a:avLst/>
              <a:gdLst>
                <a:gd name="T0" fmla="*/ 0 w 40"/>
                <a:gd name="T1" fmla="*/ 0 h 45"/>
                <a:gd name="T2" fmla="*/ 72 w 40"/>
                <a:gd name="T3" fmla="*/ 101 h 45"/>
                <a:gd name="T4" fmla="*/ 135 w 40"/>
                <a:gd name="T5" fmla="*/ 149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45">
                  <a:moveTo>
                    <a:pt x="0" y="0"/>
                  </a:moveTo>
                  <a:cubicBezTo>
                    <a:pt x="3" y="13"/>
                    <a:pt x="11" y="24"/>
                    <a:pt x="21" y="31"/>
                  </a:cubicBezTo>
                  <a:cubicBezTo>
                    <a:pt x="27" y="35"/>
                    <a:pt x="34" y="42"/>
                    <a:pt x="40" y="45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145" name="Line 1081">
              <a:extLst>
                <a:ext uri="{FF2B5EF4-FFF2-40B4-BE49-F238E27FC236}">
                  <a16:creationId xmlns:a16="http://schemas.microsoft.com/office/drawing/2014/main" id="{666C7941-D910-4A41-8362-7994C2D034A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43" y="2236"/>
              <a:ext cx="1" cy="11"/>
            </a:xfrm>
            <a:prstGeom prst="line">
              <a:avLst/>
            </a:prstGeom>
            <a:noFill/>
            <a:ln w="4763" cap="rnd">
              <a:solidFill>
                <a:srgbClr val="343434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146" name="Freeform 1082">
              <a:extLst>
                <a:ext uri="{FF2B5EF4-FFF2-40B4-BE49-F238E27FC236}">
                  <a16:creationId xmlns:a16="http://schemas.microsoft.com/office/drawing/2014/main" id="{DD33D590-91B6-4157-909B-2BC0B05126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8" y="2263"/>
              <a:ext cx="6" cy="7"/>
            </a:xfrm>
            <a:custGeom>
              <a:avLst/>
              <a:gdLst>
                <a:gd name="T0" fmla="*/ 14 w 4"/>
                <a:gd name="T1" fmla="*/ 0 h 5"/>
                <a:gd name="T2" fmla="*/ 0 w 4"/>
                <a:gd name="T3" fmla="*/ 14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5">
                  <a:moveTo>
                    <a:pt x="4" y="0"/>
                  </a:moveTo>
                  <a:cubicBezTo>
                    <a:pt x="3" y="1"/>
                    <a:pt x="1" y="3"/>
                    <a:pt x="0" y="5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147" name="Freeform 1083">
              <a:extLst>
                <a:ext uri="{FF2B5EF4-FFF2-40B4-BE49-F238E27FC236}">
                  <a16:creationId xmlns:a16="http://schemas.microsoft.com/office/drawing/2014/main" id="{5A9354C4-7088-4745-BD93-7B1F470B61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9" y="2281"/>
              <a:ext cx="9" cy="9"/>
            </a:xfrm>
            <a:custGeom>
              <a:avLst/>
              <a:gdLst>
                <a:gd name="T0" fmla="*/ 21 w 6"/>
                <a:gd name="T1" fmla="*/ 0 h 6"/>
                <a:gd name="T2" fmla="*/ 0 w 6"/>
                <a:gd name="T3" fmla="*/ 21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6">
                  <a:moveTo>
                    <a:pt x="6" y="0"/>
                  </a:moveTo>
                  <a:cubicBezTo>
                    <a:pt x="4" y="2"/>
                    <a:pt x="3" y="4"/>
                    <a:pt x="0" y="6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148" name="Freeform 1084">
              <a:extLst>
                <a:ext uri="{FF2B5EF4-FFF2-40B4-BE49-F238E27FC236}">
                  <a16:creationId xmlns:a16="http://schemas.microsoft.com/office/drawing/2014/main" id="{F71E0CB8-9EE7-442F-9253-8CBD97ADC9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1" y="2302"/>
              <a:ext cx="7" cy="9"/>
            </a:xfrm>
            <a:custGeom>
              <a:avLst/>
              <a:gdLst>
                <a:gd name="T0" fmla="*/ 14 w 5"/>
                <a:gd name="T1" fmla="*/ 0 h 6"/>
                <a:gd name="T2" fmla="*/ 0 w 5"/>
                <a:gd name="T3" fmla="*/ 21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6">
                  <a:moveTo>
                    <a:pt x="5" y="0"/>
                  </a:moveTo>
                  <a:cubicBezTo>
                    <a:pt x="3" y="2"/>
                    <a:pt x="1" y="4"/>
                    <a:pt x="0" y="6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149" name="Freeform 1085">
              <a:extLst>
                <a:ext uri="{FF2B5EF4-FFF2-40B4-BE49-F238E27FC236}">
                  <a16:creationId xmlns:a16="http://schemas.microsoft.com/office/drawing/2014/main" id="{517132C4-45D6-43AB-B7A8-D95FD08526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3" y="2323"/>
              <a:ext cx="9" cy="4"/>
            </a:xfrm>
            <a:custGeom>
              <a:avLst/>
              <a:gdLst>
                <a:gd name="T0" fmla="*/ 21 w 6"/>
                <a:gd name="T1" fmla="*/ 0 h 3"/>
                <a:gd name="T2" fmla="*/ 0 w 6"/>
                <a:gd name="T3" fmla="*/ 7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">
                  <a:moveTo>
                    <a:pt x="6" y="0"/>
                  </a:moveTo>
                  <a:cubicBezTo>
                    <a:pt x="6" y="0"/>
                    <a:pt x="2" y="1"/>
                    <a:pt x="0" y="3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150" name="Freeform 1086">
              <a:extLst>
                <a:ext uri="{FF2B5EF4-FFF2-40B4-BE49-F238E27FC236}">
                  <a16:creationId xmlns:a16="http://schemas.microsoft.com/office/drawing/2014/main" id="{09E23804-693D-4330-8507-706FF614D8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5" y="2255"/>
              <a:ext cx="4" cy="9"/>
            </a:xfrm>
            <a:custGeom>
              <a:avLst/>
              <a:gdLst>
                <a:gd name="T0" fmla="*/ 0 w 3"/>
                <a:gd name="T1" fmla="*/ 0 h 6"/>
                <a:gd name="T2" fmla="*/ 7 w 3"/>
                <a:gd name="T3" fmla="*/ 21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6">
                  <a:moveTo>
                    <a:pt x="0" y="0"/>
                  </a:moveTo>
                  <a:cubicBezTo>
                    <a:pt x="0" y="3"/>
                    <a:pt x="1" y="5"/>
                    <a:pt x="3" y="6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151" name="Freeform 1087">
              <a:extLst>
                <a:ext uri="{FF2B5EF4-FFF2-40B4-BE49-F238E27FC236}">
                  <a16:creationId xmlns:a16="http://schemas.microsoft.com/office/drawing/2014/main" id="{AE571D8B-549C-4443-9E4F-4DB55569D6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7" y="2278"/>
              <a:ext cx="7" cy="9"/>
            </a:xfrm>
            <a:custGeom>
              <a:avLst/>
              <a:gdLst>
                <a:gd name="T0" fmla="*/ 0 w 5"/>
                <a:gd name="T1" fmla="*/ 0 h 6"/>
                <a:gd name="T2" fmla="*/ 14 w 5"/>
                <a:gd name="T3" fmla="*/ 21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6">
                  <a:moveTo>
                    <a:pt x="0" y="0"/>
                  </a:moveTo>
                  <a:cubicBezTo>
                    <a:pt x="1" y="2"/>
                    <a:pt x="3" y="4"/>
                    <a:pt x="5" y="6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152" name="Freeform 1088">
              <a:extLst>
                <a:ext uri="{FF2B5EF4-FFF2-40B4-BE49-F238E27FC236}">
                  <a16:creationId xmlns:a16="http://schemas.microsoft.com/office/drawing/2014/main" id="{2B510E5C-950B-41C3-960E-F033FAB080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3" y="2294"/>
              <a:ext cx="9" cy="6"/>
            </a:xfrm>
            <a:custGeom>
              <a:avLst/>
              <a:gdLst>
                <a:gd name="T0" fmla="*/ 0 w 6"/>
                <a:gd name="T1" fmla="*/ 0 h 4"/>
                <a:gd name="T2" fmla="*/ 21 w 6"/>
                <a:gd name="T3" fmla="*/ 14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4">
                  <a:moveTo>
                    <a:pt x="0" y="0"/>
                  </a:moveTo>
                  <a:cubicBezTo>
                    <a:pt x="1" y="2"/>
                    <a:pt x="4" y="3"/>
                    <a:pt x="6" y="4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153" name="Freeform 1089">
              <a:extLst>
                <a:ext uri="{FF2B5EF4-FFF2-40B4-BE49-F238E27FC236}">
                  <a16:creationId xmlns:a16="http://schemas.microsoft.com/office/drawing/2014/main" id="{FA0289AA-ACB7-48A6-9470-30597129A2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8" y="2311"/>
              <a:ext cx="12" cy="9"/>
            </a:xfrm>
            <a:custGeom>
              <a:avLst/>
              <a:gdLst>
                <a:gd name="T0" fmla="*/ 0 w 8"/>
                <a:gd name="T1" fmla="*/ 0 h 6"/>
                <a:gd name="T2" fmla="*/ 27 w 8"/>
                <a:gd name="T3" fmla="*/ 21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1" y="4"/>
                    <a:pt x="5" y="6"/>
                    <a:pt x="8" y="6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154" name="Freeform 1090">
              <a:extLst>
                <a:ext uri="{FF2B5EF4-FFF2-40B4-BE49-F238E27FC236}">
                  <a16:creationId xmlns:a16="http://schemas.microsoft.com/office/drawing/2014/main" id="{A86E707A-550C-4537-9440-6671D68146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4" y="1174"/>
              <a:ext cx="19" cy="12"/>
            </a:xfrm>
            <a:custGeom>
              <a:avLst/>
              <a:gdLst>
                <a:gd name="T0" fmla="*/ 19 w 19"/>
                <a:gd name="T1" fmla="*/ 0 h 12"/>
                <a:gd name="T2" fmla="*/ 0 w 19"/>
                <a:gd name="T3" fmla="*/ 7 h 12"/>
                <a:gd name="T4" fmla="*/ 3 w 19"/>
                <a:gd name="T5" fmla="*/ 12 h 12"/>
                <a:gd name="T6" fmla="*/ 19 w 19"/>
                <a:gd name="T7" fmla="*/ 0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12">
                  <a:moveTo>
                    <a:pt x="19" y="0"/>
                  </a:moveTo>
                  <a:lnTo>
                    <a:pt x="0" y="7"/>
                  </a:lnTo>
                  <a:lnTo>
                    <a:pt x="3" y="12"/>
                  </a:lnTo>
                  <a:lnTo>
                    <a:pt x="19" y="0"/>
                  </a:lnTo>
                  <a:close/>
                </a:path>
              </a:pathLst>
            </a:custGeom>
            <a:solidFill>
              <a:srgbClr val="B8DA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155" name="Freeform 1091">
              <a:extLst>
                <a:ext uri="{FF2B5EF4-FFF2-40B4-BE49-F238E27FC236}">
                  <a16:creationId xmlns:a16="http://schemas.microsoft.com/office/drawing/2014/main" id="{25F1D170-A9E3-49E6-869C-647760889C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0" y="1189"/>
              <a:ext cx="19" cy="12"/>
            </a:xfrm>
            <a:custGeom>
              <a:avLst/>
              <a:gdLst>
                <a:gd name="T0" fmla="*/ 19 w 19"/>
                <a:gd name="T1" fmla="*/ 0 h 12"/>
                <a:gd name="T2" fmla="*/ 0 w 19"/>
                <a:gd name="T3" fmla="*/ 7 h 12"/>
                <a:gd name="T4" fmla="*/ 3 w 19"/>
                <a:gd name="T5" fmla="*/ 12 h 12"/>
                <a:gd name="T6" fmla="*/ 19 w 19"/>
                <a:gd name="T7" fmla="*/ 0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12">
                  <a:moveTo>
                    <a:pt x="19" y="0"/>
                  </a:moveTo>
                  <a:lnTo>
                    <a:pt x="0" y="7"/>
                  </a:lnTo>
                  <a:lnTo>
                    <a:pt x="3" y="12"/>
                  </a:lnTo>
                  <a:lnTo>
                    <a:pt x="19" y="0"/>
                  </a:lnTo>
                  <a:close/>
                </a:path>
              </a:pathLst>
            </a:custGeom>
            <a:solidFill>
              <a:srgbClr val="B8DA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156" name="Freeform 1092">
              <a:extLst>
                <a:ext uri="{FF2B5EF4-FFF2-40B4-BE49-F238E27FC236}">
                  <a16:creationId xmlns:a16="http://schemas.microsoft.com/office/drawing/2014/main" id="{53D28E27-BAF9-4AA4-ABBF-B99A5EA0AE3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0" y="1204"/>
              <a:ext cx="18" cy="13"/>
            </a:xfrm>
            <a:custGeom>
              <a:avLst/>
              <a:gdLst>
                <a:gd name="T0" fmla="*/ 0 w 18"/>
                <a:gd name="T1" fmla="*/ 6 h 13"/>
                <a:gd name="T2" fmla="*/ 2 w 18"/>
                <a:gd name="T3" fmla="*/ 13 h 13"/>
                <a:gd name="T4" fmla="*/ 18 w 18"/>
                <a:gd name="T5" fmla="*/ 0 h 13"/>
                <a:gd name="T6" fmla="*/ 0 w 18"/>
                <a:gd name="T7" fmla="*/ 6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13">
                  <a:moveTo>
                    <a:pt x="0" y="6"/>
                  </a:moveTo>
                  <a:lnTo>
                    <a:pt x="2" y="13"/>
                  </a:lnTo>
                  <a:lnTo>
                    <a:pt x="18" y="0"/>
                  </a:lnTo>
                  <a:lnTo>
                    <a:pt x="0" y="6"/>
                  </a:lnTo>
                  <a:close/>
                </a:path>
              </a:pathLst>
            </a:custGeom>
            <a:solidFill>
              <a:srgbClr val="B8DA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157" name="Freeform 1093">
              <a:extLst>
                <a:ext uri="{FF2B5EF4-FFF2-40B4-BE49-F238E27FC236}">
                  <a16:creationId xmlns:a16="http://schemas.microsoft.com/office/drawing/2014/main" id="{3F8DFA26-504F-423B-85FC-230FC61596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6" y="1225"/>
              <a:ext cx="21" cy="13"/>
            </a:xfrm>
            <a:custGeom>
              <a:avLst/>
              <a:gdLst>
                <a:gd name="T0" fmla="*/ 0 w 21"/>
                <a:gd name="T1" fmla="*/ 7 h 13"/>
                <a:gd name="T2" fmla="*/ 3 w 21"/>
                <a:gd name="T3" fmla="*/ 13 h 13"/>
                <a:gd name="T4" fmla="*/ 21 w 21"/>
                <a:gd name="T5" fmla="*/ 0 h 13"/>
                <a:gd name="T6" fmla="*/ 0 w 21"/>
                <a:gd name="T7" fmla="*/ 7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13">
                  <a:moveTo>
                    <a:pt x="0" y="7"/>
                  </a:moveTo>
                  <a:lnTo>
                    <a:pt x="3" y="13"/>
                  </a:lnTo>
                  <a:lnTo>
                    <a:pt x="21" y="0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B8DA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158" name="Freeform 1094">
              <a:extLst>
                <a:ext uri="{FF2B5EF4-FFF2-40B4-BE49-F238E27FC236}">
                  <a16:creationId xmlns:a16="http://schemas.microsoft.com/office/drawing/2014/main" id="{B1A9BFA8-9F3F-4C24-8094-69A38A3999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7" y="1249"/>
              <a:ext cx="21" cy="13"/>
            </a:xfrm>
            <a:custGeom>
              <a:avLst/>
              <a:gdLst>
                <a:gd name="T0" fmla="*/ 0 w 21"/>
                <a:gd name="T1" fmla="*/ 4 h 13"/>
                <a:gd name="T2" fmla="*/ 4 w 21"/>
                <a:gd name="T3" fmla="*/ 13 h 13"/>
                <a:gd name="T4" fmla="*/ 21 w 21"/>
                <a:gd name="T5" fmla="*/ 0 h 13"/>
                <a:gd name="T6" fmla="*/ 0 w 21"/>
                <a:gd name="T7" fmla="*/ 4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13">
                  <a:moveTo>
                    <a:pt x="0" y="4"/>
                  </a:moveTo>
                  <a:lnTo>
                    <a:pt x="4" y="13"/>
                  </a:lnTo>
                  <a:lnTo>
                    <a:pt x="21" y="0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B8DA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159" name="Freeform 1095">
              <a:extLst>
                <a:ext uri="{FF2B5EF4-FFF2-40B4-BE49-F238E27FC236}">
                  <a16:creationId xmlns:a16="http://schemas.microsoft.com/office/drawing/2014/main" id="{4CF7A642-3CD9-447F-B02F-FB65CE23813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6" y="1265"/>
              <a:ext cx="24" cy="15"/>
            </a:xfrm>
            <a:custGeom>
              <a:avLst/>
              <a:gdLst>
                <a:gd name="T0" fmla="*/ 0 w 24"/>
                <a:gd name="T1" fmla="*/ 6 h 15"/>
                <a:gd name="T2" fmla="*/ 4 w 24"/>
                <a:gd name="T3" fmla="*/ 15 h 15"/>
                <a:gd name="T4" fmla="*/ 24 w 24"/>
                <a:gd name="T5" fmla="*/ 0 h 15"/>
                <a:gd name="T6" fmla="*/ 0 w 24"/>
                <a:gd name="T7" fmla="*/ 6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15">
                  <a:moveTo>
                    <a:pt x="0" y="6"/>
                  </a:moveTo>
                  <a:lnTo>
                    <a:pt x="4" y="15"/>
                  </a:lnTo>
                  <a:lnTo>
                    <a:pt x="24" y="0"/>
                  </a:lnTo>
                  <a:lnTo>
                    <a:pt x="0" y="6"/>
                  </a:lnTo>
                  <a:close/>
                </a:path>
              </a:pathLst>
            </a:custGeom>
            <a:solidFill>
              <a:srgbClr val="B8DA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160" name="Freeform 1096">
              <a:extLst>
                <a:ext uri="{FF2B5EF4-FFF2-40B4-BE49-F238E27FC236}">
                  <a16:creationId xmlns:a16="http://schemas.microsoft.com/office/drawing/2014/main" id="{E29FCD88-912B-44CA-BA5F-A1CD302F41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5" y="1285"/>
              <a:ext cx="23" cy="16"/>
            </a:xfrm>
            <a:custGeom>
              <a:avLst/>
              <a:gdLst>
                <a:gd name="T0" fmla="*/ 0 w 23"/>
                <a:gd name="T1" fmla="*/ 9 h 16"/>
                <a:gd name="T2" fmla="*/ 4 w 23"/>
                <a:gd name="T3" fmla="*/ 16 h 16"/>
                <a:gd name="T4" fmla="*/ 23 w 23"/>
                <a:gd name="T5" fmla="*/ 0 h 16"/>
                <a:gd name="T6" fmla="*/ 0 w 23"/>
                <a:gd name="T7" fmla="*/ 9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16">
                  <a:moveTo>
                    <a:pt x="0" y="9"/>
                  </a:moveTo>
                  <a:lnTo>
                    <a:pt x="4" y="16"/>
                  </a:lnTo>
                  <a:lnTo>
                    <a:pt x="23" y="0"/>
                  </a:lnTo>
                  <a:lnTo>
                    <a:pt x="0" y="9"/>
                  </a:lnTo>
                  <a:close/>
                </a:path>
              </a:pathLst>
            </a:custGeom>
            <a:solidFill>
              <a:srgbClr val="B8DA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161" name="Freeform 1097">
              <a:extLst>
                <a:ext uri="{FF2B5EF4-FFF2-40B4-BE49-F238E27FC236}">
                  <a16:creationId xmlns:a16="http://schemas.microsoft.com/office/drawing/2014/main" id="{153FBCB1-E8A8-4301-A939-DC3E3C1625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9" y="1300"/>
              <a:ext cx="24" cy="27"/>
            </a:xfrm>
            <a:custGeom>
              <a:avLst/>
              <a:gdLst>
                <a:gd name="T0" fmla="*/ 24 w 24"/>
                <a:gd name="T1" fmla="*/ 0 h 27"/>
                <a:gd name="T2" fmla="*/ 0 w 24"/>
                <a:gd name="T3" fmla="*/ 19 h 27"/>
                <a:gd name="T4" fmla="*/ 4 w 24"/>
                <a:gd name="T5" fmla="*/ 27 h 27"/>
                <a:gd name="T6" fmla="*/ 24 w 24"/>
                <a:gd name="T7" fmla="*/ 0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27">
                  <a:moveTo>
                    <a:pt x="24" y="0"/>
                  </a:moveTo>
                  <a:lnTo>
                    <a:pt x="0" y="19"/>
                  </a:lnTo>
                  <a:lnTo>
                    <a:pt x="4" y="27"/>
                  </a:lnTo>
                  <a:lnTo>
                    <a:pt x="24" y="0"/>
                  </a:lnTo>
                  <a:close/>
                </a:path>
              </a:pathLst>
            </a:custGeom>
            <a:solidFill>
              <a:srgbClr val="B8DA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162" name="Freeform 1098">
              <a:extLst>
                <a:ext uri="{FF2B5EF4-FFF2-40B4-BE49-F238E27FC236}">
                  <a16:creationId xmlns:a16="http://schemas.microsoft.com/office/drawing/2014/main" id="{D1A673FD-2698-4D6B-B538-D22B967D93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1" y="1325"/>
              <a:ext cx="27" cy="23"/>
            </a:xfrm>
            <a:custGeom>
              <a:avLst/>
              <a:gdLst>
                <a:gd name="T0" fmla="*/ 0 w 27"/>
                <a:gd name="T1" fmla="*/ 9 h 23"/>
                <a:gd name="T2" fmla="*/ 27 w 27"/>
                <a:gd name="T3" fmla="*/ 0 h 23"/>
                <a:gd name="T4" fmla="*/ 7 w 27"/>
                <a:gd name="T5" fmla="*/ 23 h 23"/>
                <a:gd name="T6" fmla="*/ 0 w 27"/>
                <a:gd name="T7" fmla="*/ 9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23">
                  <a:moveTo>
                    <a:pt x="0" y="9"/>
                  </a:moveTo>
                  <a:lnTo>
                    <a:pt x="27" y="0"/>
                  </a:lnTo>
                  <a:lnTo>
                    <a:pt x="7" y="23"/>
                  </a:lnTo>
                  <a:lnTo>
                    <a:pt x="0" y="9"/>
                  </a:lnTo>
                  <a:close/>
                </a:path>
              </a:pathLst>
            </a:custGeom>
            <a:solidFill>
              <a:srgbClr val="B8DA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163" name="Freeform 1099">
              <a:extLst>
                <a:ext uri="{FF2B5EF4-FFF2-40B4-BE49-F238E27FC236}">
                  <a16:creationId xmlns:a16="http://schemas.microsoft.com/office/drawing/2014/main" id="{260DB436-120C-4328-82E3-013D6119A53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3" y="1340"/>
              <a:ext cx="24" cy="27"/>
            </a:xfrm>
            <a:custGeom>
              <a:avLst/>
              <a:gdLst>
                <a:gd name="T0" fmla="*/ 0 w 24"/>
                <a:gd name="T1" fmla="*/ 18 h 27"/>
                <a:gd name="T2" fmla="*/ 24 w 24"/>
                <a:gd name="T3" fmla="*/ 0 h 27"/>
                <a:gd name="T4" fmla="*/ 6 w 24"/>
                <a:gd name="T5" fmla="*/ 27 h 27"/>
                <a:gd name="T6" fmla="*/ 0 w 24"/>
                <a:gd name="T7" fmla="*/ 18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27">
                  <a:moveTo>
                    <a:pt x="0" y="18"/>
                  </a:moveTo>
                  <a:lnTo>
                    <a:pt x="24" y="0"/>
                  </a:lnTo>
                  <a:lnTo>
                    <a:pt x="6" y="27"/>
                  </a:lnTo>
                  <a:lnTo>
                    <a:pt x="0" y="18"/>
                  </a:lnTo>
                  <a:close/>
                </a:path>
              </a:pathLst>
            </a:custGeom>
            <a:solidFill>
              <a:srgbClr val="B8DA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164" name="Freeform 1100">
              <a:extLst>
                <a:ext uri="{FF2B5EF4-FFF2-40B4-BE49-F238E27FC236}">
                  <a16:creationId xmlns:a16="http://schemas.microsoft.com/office/drawing/2014/main" id="{1390EAFE-6168-4B4C-B5F1-62D7B2EF67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8" y="1358"/>
              <a:ext cx="21" cy="33"/>
            </a:xfrm>
            <a:custGeom>
              <a:avLst/>
              <a:gdLst>
                <a:gd name="T0" fmla="*/ 0 w 21"/>
                <a:gd name="T1" fmla="*/ 23 h 33"/>
                <a:gd name="T2" fmla="*/ 21 w 21"/>
                <a:gd name="T3" fmla="*/ 0 h 33"/>
                <a:gd name="T4" fmla="*/ 10 w 21"/>
                <a:gd name="T5" fmla="*/ 33 h 33"/>
                <a:gd name="T6" fmla="*/ 0 w 21"/>
                <a:gd name="T7" fmla="*/ 23 h 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33">
                  <a:moveTo>
                    <a:pt x="0" y="23"/>
                  </a:moveTo>
                  <a:lnTo>
                    <a:pt x="21" y="0"/>
                  </a:lnTo>
                  <a:lnTo>
                    <a:pt x="10" y="33"/>
                  </a:lnTo>
                  <a:lnTo>
                    <a:pt x="0" y="23"/>
                  </a:lnTo>
                  <a:close/>
                </a:path>
              </a:pathLst>
            </a:custGeom>
            <a:solidFill>
              <a:srgbClr val="B8DA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165" name="Freeform 1101">
              <a:extLst>
                <a:ext uri="{FF2B5EF4-FFF2-40B4-BE49-F238E27FC236}">
                  <a16:creationId xmlns:a16="http://schemas.microsoft.com/office/drawing/2014/main" id="{1F696928-0F0D-4834-98C8-5123DDC5B5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9" y="1373"/>
              <a:ext cx="13" cy="38"/>
            </a:xfrm>
            <a:custGeom>
              <a:avLst/>
              <a:gdLst>
                <a:gd name="T0" fmla="*/ 12 w 13"/>
                <a:gd name="T1" fmla="*/ 0 h 38"/>
                <a:gd name="T2" fmla="*/ 0 w 13"/>
                <a:gd name="T3" fmla="*/ 33 h 38"/>
                <a:gd name="T4" fmla="*/ 13 w 13"/>
                <a:gd name="T5" fmla="*/ 38 h 38"/>
                <a:gd name="T6" fmla="*/ 12 w 13"/>
                <a:gd name="T7" fmla="*/ 0 h 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38">
                  <a:moveTo>
                    <a:pt x="12" y="0"/>
                  </a:moveTo>
                  <a:lnTo>
                    <a:pt x="0" y="33"/>
                  </a:lnTo>
                  <a:lnTo>
                    <a:pt x="13" y="38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B8DA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166" name="Freeform 1102">
              <a:extLst>
                <a:ext uri="{FF2B5EF4-FFF2-40B4-BE49-F238E27FC236}">
                  <a16:creationId xmlns:a16="http://schemas.microsoft.com/office/drawing/2014/main" id="{939C3D06-BC87-455E-BC65-E6C2C65903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3" y="1375"/>
              <a:ext cx="18" cy="34"/>
            </a:xfrm>
            <a:custGeom>
              <a:avLst/>
              <a:gdLst>
                <a:gd name="T0" fmla="*/ 0 w 18"/>
                <a:gd name="T1" fmla="*/ 0 h 34"/>
                <a:gd name="T2" fmla="*/ 6 w 18"/>
                <a:gd name="T3" fmla="*/ 34 h 34"/>
                <a:gd name="T4" fmla="*/ 18 w 18"/>
                <a:gd name="T5" fmla="*/ 27 h 34"/>
                <a:gd name="T6" fmla="*/ 0 w 18"/>
                <a:gd name="T7" fmla="*/ 0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34">
                  <a:moveTo>
                    <a:pt x="0" y="0"/>
                  </a:moveTo>
                  <a:lnTo>
                    <a:pt x="6" y="34"/>
                  </a:lnTo>
                  <a:lnTo>
                    <a:pt x="18" y="2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DA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167" name="Freeform 1103">
              <a:extLst>
                <a:ext uri="{FF2B5EF4-FFF2-40B4-BE49-F238E27FC236}">
                  <a16:creationId xmlns:a16="http://schemas.microsoft.com/office/drawing/2014/main" id="{8E6842AA-D3DC-4E8B-B64A-79D189A72D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0" y="1367"/>
              <a:ext cx="29" cy="26"/>
            </a:xfrm>
            <a:custGeom>
              <a:avLst/>
              <a:gdLst>
                <a:gd name="T0" fmla="*/ 0 w 29"/>
                <a:gd name="T1" fmla="*/ 0 h 26"/>
                <a:gd name="T2" fmla="*/ 20 w 29"/>
                <a:gd name="T3" fmla="*/ 26 h 26"/>
                <a:gd name="T4" fmla="*/ 29 w 29"/>
                <a:gd name="T5" fmla="*/ 12 h 26"/>
                <a:gd name="T6" fmla="*/ 0 w 29"/>
                <a:gd name="T7" fmla="*/ 0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" h="26">
                  <a:moveTo>
                    <a:pt x="0" y="0"/>
                  </a:moveTo>
                  <a:lnTo>
                    <a:pt x="20" y="26"/>
                  </a:lnTo>
                  <a:lnTo>
                    <a:pt x="29" y="1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DA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168" name="Freeform 1104">
              <a:extLst>
                <a:ext uri="{FF2B5EF4-FFF2-40B4-BE49-F238E27FC236}">
                  <a16:creationId xmlns:a16="http://schemas.microsoft.com/office/drawing/2014/main" id="{E33026C7-83EF-4A32-B904-264787BF76D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7" y="1343"/>
              <a:ext cx="24" cy="18"/>
            </a:xfrm>
            <a:custGeom>
              <a:avLst/>
              <a:gdLst>
                <a:gd name="T0" fmla="*/ 0 w 24"/>
                <a:gd name="T1" fmla="*/ 0 h 18"/>
                <a:gd name="T2" fmla="*/ 21 w 24"/>
                <a:gd name="T3" fmla="*/ 18 h 18"/>
                <a:gd name="T4" fmla="*/ 24 w 24"/>
                <a:gd name="T5" fmla="*/ 11 h 18"/>
                <a:gd name="T6" fmla="*/ 0 w 24"/>
                <a:gd name="T7" fmla="*/ 0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18">
                  <a:moveTo>
                    <a:pt x="0" y="0"/>
                  </a:moveTo>
                  <a:lnTo>
                    <a:pt x="21" y="18"/>
                  </a:lnTo>
                  <a:lnTo>
                    <a:pt x="24" y="1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DA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169" name="Freeform 1105">
              <a:extLst>
                <a:ext uri="{FF2B5EF4-FFF2-40B4-BE49-F238E27FC236}">
                  <a16:creationId xmlns:a16="http://schemas.microsoft.com/office/drawing/2014/main" id="{26C22B2D-BBC5-4824-9155-E1D29D8BCA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9" y="1322"/>
              <a:ext cx="23" cy="12"/>
            </a:xfrm>
            <a:custGeom>
              <a:avLst/>
              <a:gdLst>
                <a:gd name="T0" fmla="*/ 0 w 23"/>
                <a:gd name="T1" fmla="*/ 0 h 12"/>
                <a:gd name="T2" fmla="*/ 21 w 23"/>
                <a:gd name="T3" fmla="*/ 12 h 12"/>
                <a:gd name="T4" fmla="*/ 23 w 23"/>
                <a:gd name="T5" fmla="*/ 6 h 12"/>
                <a:gd name="T6" fmla="*/ 0 w 23"/>
                <a:gd name="T7" fmla="*/ 0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12">
                  <a:moveTo>
                    <a:pt x="0" y="0"/>
                  </a:moveTo>
                  <a:lnTo>
                    <a:pt x="21" y="12"/>
                  </a:lnTo>
                  <a:lnTo>
                    <a:pt x="23" y="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DA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170" name="Freeform 1106">
              <a:extLst>
                <a:ext uri="{FF2B5EF4-FFF2-40B4-BE49-F238E27FC236}">
                  <a16:creationId xmlns:a16="http://schemas.microsoft.com/office/drawing/2014/main" id="{3362E318-5DBD-4FFA-9155-DFBF9AA8E4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5" y="1300"/>
              <a:ext cx="27" cy="15"/>
            </a:xfrm>
            <a:custGeom>
              <a:avLst/>
              <a:gdLst>
                <a:gd name="T0" fmla="*/ 24 w 27"/>
                <a:gd name="T1" fmla="*/ 15 h 15"/>
                <a:gd name="T2" fmla="*/ 27 w 27"/>
                <a:gd name="T3" fmla="*/ 9 h 15"/>
                <a:gd name="T4" fmla="*/ 0 w 27"/>
                <a:gd name="T5" fmla="*/ 0 h 15"/>
                <a:gd name="T6" fmla="*/ 24 w 27"/>
                <a:gd name="T7" fmla="*/ 15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15">
                  <a:moveTo>
                    <a:pt x="24" y="15"/>
                  </a:moveTo>
                  <a:lnTo>
                    <a:pt x="27" y="9"/>
                  </a:lnTo>
                  <a:lnTo>
                    <a:pt x="0" y="0"/>
                  </a:lnTo>
                  <a:lnTo>
                    <a:pt x="24" y="15"/>
                  </a:lnTo>
                  <a:close/>
                </a:path>
              </a:pathLst>
            </a:custGeom>
            <a:solidFill>
              <a:srgbClr val="B8DA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171" name="Freeform 1107">
              <a:extLst>
                <a:ext uri="{FF2B5EF4-FFF2-40B4-BE49-F238E27FC236}">
                  <a16:creationId xmlns:a16="http://schemas.microsoft.com/office/drawing/2014/main" id="{6C49867E-5E6D-41B9-B5F2-57236CEA5A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3" y="1285"/>
              <a:ext cx="27" cy="15"/>
            </a:xfrm>
            <a:custGeom>
              <a:avLst/>
              <a:gdLst>
                <a:gd name="T0" fmla="*/ 0 w 27"/>
                <a:gd name="T1" fmla="*/ 0 h 15"/>
                <a:gd name="T2" fmla="*/ 24 w 27"/>
                <a:gd name="T3" fmla="*/ 15 h 15"/>
                <a:gd name="T4" fmla="*/ 27 w 27"/>
                <a:gd name="T5" fmla="*/ 6 h 15"/>
                <a:gd name="T6" fmla="*/ 0 w 27"/>
                <a:gd name="T7" fmla="*/ 0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15">
                  <a:moveTo>
                    <a:pt x="0" y="0"/>
                  </a:moveTo>
                  <a:lnTo>
                    <a:pt x="24" y="15"/>
                  </a:lnTo>
                  <a:lnTo>
                    <a:pt x="27" y="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DA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172" name="Freeform 1108">
              <a:extLst>
                <a:ext uri="{FF2B5EF4-FFF2-40B4-BE49-F238E27FC236}">
                  <a16:creationId xmlns:a16="http://schemas.microsoft.com/office/drawing/2014/main" id="{A2204F1D-9DF9-48BD-9E4A-C85AA20E9B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0" y="1267"/>
              <a:ext cx="27" cy="16"/>
            </a:xfrm>
            <a:custGeom>
              <a:avLst/>
              <a:gdLst>
                <a:gd name="T0" fmla="*/ 0 w 27"/>
                <a:gd name="T1" fmla="*/ 0 h 16"/>
                <a:gd name="T2" fmla="*/ 23 w 27"/>
                <a:gd name="T3" fmla="*/ 16 h 16"/>
                <a:gd name="T4" fmla="*/ 27 w 27"/>
                <a:gd name="T5" fmla="*/ 7 h 16"/>
                <a:gd name="T6" fmla="*/ 0 w 27"/>
                <a:gd name="T7" fmla="*/ 0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16">
                  <a:moveTo>
                    <a:pt x="0" y="0"/>
                  </a:moveTo>
                  <a:lnTo>
                    <a:pt x="23" y="16"/>
                  </a:lnTo>
                  <a:lnTo>
                    <a:pt x="27" y="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DA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173" name="Freeform 1109">
              <a:extLst>
                <a:ext uri="{FF2B5EF4-FFF2-40B4-BE49-F238E27FC236}">
                  <a16:creationId xmlns:a16="http://schemas.microsoft.com/office/drawing/2014/main" id="{93864B90-A34B-4ED4-8D79-26AB5BC197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4" y="1241"/>
              <a:ext cx="22" cy="20"/>
            </a:xfrm>
            <a:custGeom>
              <a:avLst/>
              <a:gdLst>
                <a:gd name="T0" fmla="*/ 0 w 22"/>
                <a:gd name="T1" fmla="*/ 0 h 20"/>
                <a:gd name="T2" fmla="*/ 19 w 22"/>
                <a:gd name="T3" fmla="*/ 20 h 20"/>
                <a:gd name="T4" fmla="*/ 22 w 22"/>
                <a:gd name="T5" fmla="*/ 12 h 20"/>
                <a:gd name="T6" fmla="*/ 0 w 22"/>
                <a:gd name="T7" fmla="*/ 0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20">
                  <a:moveTo>
                    <a:pt x="0" y="0"/>
                  </a:moveTo>
                  <a:lnTo>
                    <a:pt x="19" y="20"/>
                  </a:lnTo>
                  <a:lnTo>
                    <a:pt x="22" y="1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DA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174" name="Freeform 1110">
              <a:extLst>
                <a:ext uri="{FF2B5EF4-FFF2-40B4-BE49-F238E27FC236}">
                  <a16:creationId xmlns:a16="http://schemas.microsoft.com/office/drawing/2014/main" id="{9FD25D1E-6837-4F81-912B-704811C4D1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0" y="1220"/>
              <a:ext cx="31" cy="15"/>
            </a:xfrm>
            <a:custGeom>
              <a:avLst/>
              <a:gdLst>
                <a:gd name="T0" fmla="*/ 0 w 31"/>
                <a:gd name="T1" fmla="*/ 0 h 15"/>
                <a:gd name="T2" fmla="*/ 27 w 31"/>
                <a:gd name="T3" fmla="*/ 15 h 15"/>
                <a:gd name="T4" fmla="*/ 31 w 31"/>
                <a:gd name="T5" fmla="*/ 6 h 15"/>
                <a:gd name="T6" fmla="*/ 0 w 31"/>
                <a:gd name="T7" fmla="*/ 0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15">
                  <a:moveTo>
                    <a:pt x="0" y="0"/>
                  </a:moveTo>
                  <a:lnTo>
                    <a:pt x="27" y="15"/>
                  </a:lnTo>
                  <a:lnTo>
                    <a:pt x="31" y="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DA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175" name="Freeform 1111">
              <a:extLst>
                <a:ext uri="{FF2B5EF4-FFF2-40B4-BE49-F238E27FC236}">
                  <a16:creationId xmlns:a16="http://schemas.microsoft.com/office/drawing/2014/main" id="{1A294A4C-A40B-4946-9295-A9FD1181AEF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0" y="1199"/>
              <a:ext cx="26" cy="20"/>
            </a:xfrm>
            <a:custGeom>
              <a:avLst/>
              <a:gdLst>
                <a:gd name="T0" fmla="*/ 0 w 26"/>
                <a:gd name="T1" fmla="*/ 0 h 20"/>
                <a:gd name="T2" fmla="*/ 23 w 26"/>
                <a:gd name="T3" fmla="*/ 20 h 20"/>
                <a:gd name="T4" fmla="*/ 26 w 26"/>
                <a:gd name="T5" fmla="*/ 12 h 20"/>
                <a:gd name="T6" fmla="*/ 0 w 26"/>
                <a:gd name="T7" fmla="*/ 0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20">
                  <a:moveTo>
                    <a:pt x="0" y="0"/>
                  </a:moveTo>
                  <a:lnTo>
                    <a:pt x="23" y="20"/>
                  </a:lnTo>
                  <a:lnTo>
                    <a:pt x="26" y="1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DA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176" name="Freeform 1112">
              <a:extLst>
                <a:ext uri="{FF2B5EF4-FFF2-40B4-BE49-F238E27FC236}">
                  <a16:creationId xmlns:a16="http://schemas.microsoft.com/office/drawing/2014/main" id="{44E0E802-ADEF-4D10-AE9B-9024B5897A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1" y="1742"/>
              <a:ext cx="31" cy="257"/>
            </a:xfrm>
            <a:custGeom>
              <a:avLst/>
              <a:gdLst>
                <a:gd name="T0" fmla="*/ 0 w 21"/>
                <a:gd name="T1" fmla="*/ 574 h 172"/>
                <a:gd name="T2" fmla="*/ 41 w 21"/>
                <a:gd name="T3" fmla="*/ 190 h 172"/>
                <a:gd name="T4" fmla="*/ 68 w 21"/>
                <a:gd name="T5" fmla="*/ 0 h 17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172">
                  <a:moveTo>
                    <a:pt x="0" y="172"/>
                  </a:moveTo>
                  <a:cubicBezTo>
                    <a:pt x="2" y="147"/>
                    <a:pt x="10" y="81"/>
                    <a:pt x="13" y="57"/>
                  </a:cubicBezTo>
                  <a:cubicBezTo>
                    <a:pt x="15" y="39"/>
                    <a:pt x="16" y="18"/>
                    <a:pt x="21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177" name="Freeform 1113">
              <a:extLst>
                <a:ext uri="{FF2B5EF4-FFF2-40B4-BE49-F238E27FC236}">
                  <a16:creationId xmlns:a16="http://schemas.microsoft.com/office/drawing/2014/main" id="{DE68869C-020C-4538-8F1C-1AC0F8EC01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5" y="1665"/>
              <a:ext cx="12" cy="48"/>
            </a:xfrm>
            <a:custGeom>
              <a:avLst/>
              <a:gdLst>
                <a:gd name="T0" fmla="*/ 0 w 8"/>
                <a:gd name="T1" fmla="*/ 108 h 32"/>
                <a:gd name="T2" fmla="*/ 27 w 8"/>
                <a:gd name="T3" fmla="*/ 0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32">
                  <a:moveTo>
                    <a:pt x="0" y="32"/>
                  </a:moveTo>
                  <a:cubicBezTo>
                    <a:pt x="1" y="21"/>
                    <a:pt x="2" y="10"/>
                    <a:pt x="8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178" name="Freeform 1114">
              <a:extLst>
                <a:ext uri="{FF2B5EF4-FFF2-40B4-BE49-F238E27FC236}">
                  <a16:creationId xmlns:a16="http://schemas.microsoft.com/office/drawing/2014/main" id="{27180A5F-CC7C-4D9C-8500-042571BA8F6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6" y="1763"/>
              <a:ext cx="22" cy="175"/>
            </a:xfrm>
            <a:custGeom>
              <a:avLst/>
              <a:gdLst>
                <a:gd name="T0" fmla="*/ 47 w 15"/>
                <a:gd name="T1" fmla="*/ 392 h 117"/>
                <a:gd name="T2" fmla="*/ 32 w 15"/>
                <a:gd name="T3" fmla="*/ 168 h 117"/>
                <a:gd name="T4" fmla="*/ 0 w 15"/>
                <a:gd name="T5" fmla="*/ 0 h 1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17">
                  <a:moveTo>
                    <a:pt x="15" y="117"/>
                  </a:moveTo>
                  <a:cubicBezTo>
                    <a:pt x="15" y="94"/>
                    <a:pt x="14" y="73"/>
                    <a:pt x="10" y="50"/>
                  </a:cubicBezTo>
                  <a:cubicBezTo>
                    <a:pt x="7" y="36"/>
                    <a:pt x="8" y="12"/>
                    <a:pt x="0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179" name="Freeform 1115">
              <a:extLst>
                <a:ext uri="{FF2B5EF4-FFF2-40B4-BE49-F238E27FC236}">
                  <a16:creationId xmlns:a16="http://schemas.microsoft.com/office/drawing/2014/main" id="{BB816972-8354-4D20-AD6C-A9A2AF6C70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4" y="1680"/>
              <a:ext cx="9" cy="51"/>
            </a:xfrm>
            <a:custGeom>
              <a:avLst/>
              <a:gdLst>
                <a:gd name="T0" fmla="*/ 21 w 6"/>
                <a:gd name="T1" fmla="*/ 116 h 34"/>
                <a:gd name="T2" fmla="*/ 0 w 6"/>
                <a:gd name="T3" fmla="*/ 0 h 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4">
                  <a:moveTo>
                    <a:pt x="6" y="34"/>
                  </a:moveTo>
                  <a:cubicBezTo>
                    <a:pt x="6" y="22"/>
                    <a:pt x="3" y="12"/>
                    <a:pt x="0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180" name="Freeform 1116">
              <a:extLst>
                <a:ext uri="{FF2B5EF4-FFF2-40B4-BE49-F238E27FC236}">
                  <a16:creationId xmlns:a16="http://schemas.microsoft.com/office/drawing/2014/main" id="{8E3D2E14-BE7A-4C8B-9EEC-48081DEA5BD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8" y="1622"/>
              <a:ext cx="4" cy="10"/>
            </a:xfrm>
            <a:custGeom>
              <a:avLst/>
              <a:gdLst>
                <a:gd name="T0" fmla="*/ 8 w 2"/>
                <a:gd name="T1" fmla="*/ 20 h 7"/>
                <a:gd name="T2" fmla="*/ 0 w 2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7">
                  <a:moveTo>
                    <a:pt x="1" y="7"/>
                  </a:moveTo>
                  <a:cubicBezTo>
                    <a:pt x="2" y="4"/>
                    <a:pt x="1" y="2"/>
                    <a:pt x="0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181" name="Freeform 1117">
              <a:extLst>
                <a:ext uri="{FF2B5EF4-FFF2-40B4-BE49-F238E27FC236}">
                  <a16:creationId xmlns:a16="http://schemas.microsoft.com/office/drawing/2014/main" id="{D3B7A51E-33AD-45F3-A41B-D1703C9CA9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3" y="1617"/>
              <a:ext cx="9" cy="21"/>
            </a:xfrm>
            <a:custGeom>
              <a:avLst/>
              <a:gdLst>
                <a:gd name="T0" fmla="*/ 0 w 6"/>
                <a:gd name="T1" fmla="*/ 48 h 14"/>
                <a:gd name="T2" fmla="*/ 21 w 6"/>
                <a:gd name="T3" fmla="*/ 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4">
                  <a:moveTo>
                    <a:pt x="0" y="14"/>
                  </a:moveTo>
                  <a:cubicBezTo>
                    <a:pt x="2" y="9"/>
                    <a:pt x="5" y="5"/>
                    <a:pt x="6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182" name="Freeform 1118">
              <a:extLst>
                <a:ext uri="{FF2B5EF4-FFF2-40B4-BE49-F238E27FC236}">
                  <a16:creationId xmlns:a16="http://schemas.microsoft.com/office/drawing/2014/main" id="{0C5E8150-4B44-453C-BA4C-1972348C26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1" y="1186"/>
              <a:ext cx="102" cy="199"/>
            </a:xfrm>
            <a:custGeom>
              <a:avLst/>
              <a:gdLst>
                <a:gd name="T0" fmla="*/ 0 w 68"/>
                <a:gd name="T1" fmla="*/ 0 h 133"/>
                <a:gd name="T2" fmla="*/ 54 w 68"/>
                <a:gd name="T3" fmla="*/ 123 h 133"/>
                <a:gd name="T4" fmla="*/ 113 w 68"/>
                <a:gd name="T5" fmla="*/ 251 h 133"/>
                <a:gd name="T6" fmla="*/ 176 w 68"/>
                <a:gd name="T7" fmla="*/ 371 h 133"/>
                <a:gd name="T8" fmla="*/ 230 w 68"/>
                <a:gd name="T9" fmla="*/ 446 h 1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8" h="133">
                  <a:moveTo>
                    <a:pt x="0" y="0"/>
                  </a:moveTo>
                  <a:cubicBezTo>
                    <a:pt x="9" y="9"/>
                    <a:pt x="12" y="25"/>
                    <a:pt x="16" y="37"/>
                  </a:cubicBezTo>
                  <a:cubicBezTo>
                    <a:pt x="21" y="50"/>
                    <a:pt x="27" y="62"/>
                    <a:pt x="33" y="75"/>
                  </a:cubicBezTo>
                  <a:cubicBezTo>
                    <a:pt x="38" y="87"/>
                    <a:pt x="45" y="99"/>
                    <a:pt x="52" y="111"/>
                  </a:cubicBezTo>
                  <a:cubicBezTo>
                    <a:pt x="57" y="118"/>
                    <a:pt x="62" y="128"/>
                    <a:pt x="68" y="133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183" name="Freeform 1119">
              <a:extLst>
                <a:ext uri="{FF2B5EF4-FFF2-40B4-BE49-F238E27FC236}">
                  <a16:creationId xmlns:a16="http://schemas.microsoft.com/office/drawing/2014/main" id="{69ED6501-2B05-47E3-A3F9-A8A8F8E288F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5" y="1399"/>
              <a:ext cx="32" cy="16"/>
            </a:xfrm>
            <a:custGeom>
              <a:avLst/>
              <a:gdLst>
                <a:gd name="T0" fmla="*/ 0 w 21"/>
                <a:gd name="T1" fmla="*/ 0 h 11"/>
                <a:gd name="T2" fmla="*/ 75 w 21"/>
                <a:gd name="T3" fmla="*/ 33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11">
                  <a:moveTo>
                    <a:pt x="0" y="0"/>
                  </a:moveTo>
                  <a:cubicBezTo>
                    <a:pt x="8" y="4"/>
                    <a:pt x="12" y="9"/>
                    <a:pt x="21" y="11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184" name="Freeform 1120">
              <a:extLst>
                <a:ext uri="{FF2B5EF4-FFF2-40B4-BE49-F238E27FC236}">
                  <a16:creationId xmlns:a16="http://schemas.microsoft.com/office/drawing/2014/main" id="{8B24D285-3E3C-40F0-A96F-DC840B701C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8" y="1180"/>
              <a:ext cx="18" cy="9"/>
            </a:xfrm>
            <a:custGeom>
              <a:avLst/>
              <a:gdLst>
                <a:gd name="T0" fmla="*/ 0 w 12"/>
                <a:gd name="T1" fmla="*/ 21 h 6"/>
                <a:gd name="T2" fmla="*/ 41 w 12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6">
                  <a:moveTo>
                    <a:pt x="0" y="6"/>
                  </a:moveTo>
                  <a:cubicBezTo>
                    <a:pt x="6" y="4"/>
                    <a:pt x="6" y="2"/>
                    <a:pt x="12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185" name="Freeform 1121">
              <a:extLst>
                <a:ext uri="{FF2B5EF4-FFF2-40B4-BE49-F238E27FC236}">
                  <a16:creationId xmlns:a16="http://schemas.microsoft.com/office/drawing/2014/main" id="{773CBE7C-B08A-48D9-BF90-106CBECD77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3" y="1195"/>
              <a:ext cx="21" cy="10"/>
            </a:xfrm>
            <a:custGeom>
              <a:avLst/>
              <a:gdLst>
                <a:gd name="T0" fmla="*/ 0 w 14"/>
                <a:gd name="T1" fmla="*/ 20 h 7"/>
                <a:gd name="T2" fmla="*/ 48 w 14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7">
                  <a:moveTo>
                    <a:pt x="0" y="7"/>
                  </a:moveTo>
                  <a:cubicBezTo>
                    <a:pt x="5" y="7"/>
                    <a:pt x="10" y="4"/>
                    <a:pt x="14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186" name="Freeform 1122">
              <a:extLst>
                <a:ext uri="{FF2B5EF4-FFF2-40B4-BE49-F238E27FC236}">
                  <a16:creationId xmlns:a16="http://schemas.microsoft.com/office/drawing/2014/main" id="{013C7813-6124-4572-98E6-2F102DC361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2" y="1210"/>
              <a:ext cx="24" cy="15"/>
            </a:xfrm>
            <a:custGeom>
              <a:avLst/>
              <a:gdLst>
                <a:gd name="T0" fmla="*/ 0 w 16"/>
                <a:gd name="T1" fmla="*/ 35 h 10"/>
                <a:gd name="T2" fmla="*/ 54 w 16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0">
                  <a:moveTo>
                    <a:pt x="0" y="10"/>
                  </a:moveTo>
                  <a:cubicBezTo>
                    <a:pt x="5" y="7"/>
                    <a:pt x="12" y="5"/>
                    <a:pt x="16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187" name="Freeform 1123">
              <a:extLst>
                <a:ext uri="{FF2B5EF4-FFF2-40B4-BE49-F238E27FC236}">
                  <a16:creationId xmlns:a16="http://schemas.microsoft.com/office/drawing/2014/main" id="{4255E93A-43C1-428A-8980-C09F4DDC71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9" y="1235"/>
              <a:ext cx="23" cy="12"/>
            </a:xfrm>
            <a:custGeom>
              <a:avLst/>
              <a:gdLst>
                <a:gd name="T0" fmla="*/ 0 w 15"/>
                <a:gd name="T1" fmla="*/ 27 h 8"/>
                <a:gd name="T2" fmla="*/ 54 w 15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8">
                  <a:moveTo>
                    <a:pt x="0" y="8"/>
                  </a:moveTo>
                  <a:cubicBezTo>
                    <a:pt x="5" y="6"/>
                    <a:pt x="10" y="2"/>
                    <a:pt x="15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188" name="Freeform 1124">
              <a:extLst>
                <a:ext uri="{FF2B5EF4-FFF2-40B4-BE49-F238E27FC236}">
                  <a16:creationId xmlns:a16="http://schemas.microsoft.com/office/drawing/2014/main" id="{94A75E99-98E4-46FA-BCF4-35800D242F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7" y="1262"/>
              <a:ext cx="29" cy="8"/>
            </a:xfrm>
            <a:custGeom>
              <a:avLst/>
              <a:gdLst>
                <a:gd name="T0" fmla="*/ 0 w 19"/>
                <a:gd name="T1" fmla="*/ 21 h 5"/>
                <a:gd name="T2" fmla="*/ 67 w 19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5">
                  <a:moveTo>
                    <a:pt x="0" y="5"/>
                  </a:moveTo>
                  <a:cubicBezTo>
                    <a:pt x="6" y="4"/>
                    <a:pt x="15" y="4"/>
                    <a:pt x="19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189" name="Freeform 1125">
              <a:extLst>
                <a:ext uri="{FF2B5EF4-FFF2-40B4-BE49-F238E27FC236}">
                  <a16:creationId xmlns:a16="http://schemas.microsoft.com/office/drawing/2014/main" id="{1F424550-F6E9-4BAF-8046-9E146F1D04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6" y="1276"/>
              <a:ext cx="29" cy="15"/>
            </a:xfrm>
            <a:custGeom>
              <a:avLst/>
              <a:gdLst>
                <a:gd name="T0" fmla="*/ 0 w 19"/>
                <a:gd name="T1" fmla="*/ 35 h 10"/>
                <a:gd name="T2" fmla="*/ 67 w 19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10">
                  <a:moveTo>
                    <a:pt x="0" y="10"/>
                  </a:moveTo>
                  <a:cubicBezTo>
                    <a:pt x="7" y="10"/>
                    <a:pt x="13" y="2"/>
                    <a:pt x="19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190" name="Freeform 1126">
              <a:extLst>
                <a:ext uri="{FF2B5EF4-FFF2-40B4-BE49-F238E27FC236}">
                  <a16:creationId xmlns:a16="http://schemas.microsoft.com/office/drawing/2014/main" id="{1F4B2B50-846E-411D-A215-9818CA80A19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0" y="1322"/>
              <a:ext cx="20" cy="15"/>
            </a:xfrm>
            <a:custGeom>
              <a:avLst/>
              <a:gdLst>
                <a:gd name="T0" fmla="*/ 0 w 13"/>
                <a:gd name="T1" fmla="*/ 35 h 10"/>
                <a:gd name="T2" fmla="*/ 48 w 13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0">
                  <a:moveTo>
                    <a:pt x="0" y="10"/>
                  </a:moveTo>
                  <a:cubicBezTo>
                    <a:pt x="4" y="7"/>
                    <a:pt x="9" y="3"/>
                    <a:pt x="13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191" name="Freeform 1127">
              <a:extLst>
                <a:ext uri="{FF2B5EF4-FFF2-40B4-BE49-F238E27FC236}">
                  <a16:creationId xmlns:a16="http://schemas.microsoft.com/office/drawing/2014/main" id="{FCE32AD0-33A4-4D9D-8DE9-391B4D82B8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2" y="1345"/>
              <a:ext cx="18" cy="15"/>
            </a:xfrm>
            <a:custGeom>
              <a:avLst/>
              <a:gdLst>
                <a:gd name="T0" fmla="*/ 0 w 12"/>
                <a:gd name="T1" fmla="*/ 35 h 10"/>
                <a:gd name="T2" fmla="*/ 41 w 12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0">
                  <a:moveTo>
                    <a:pt x="0" y="10"/>
                  </a:moveTo>
                  <a:cubicBezTo>
                    <a:pt x="4" y="7"/>
                    <a:pt x="9" y="4"/>
                    <a:pt x="12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192" name="Freeform 1128">
              <a:extLst>
                <a:ext uri="{FF2B5EF4-FFF2-40B4-BE49-F238E27FC236}">
                  <a16:creationId xmlns:a16="http://schemas.microsoft.com/office/drawing/2014/main" id="{FA224F09-45AD-473F-AB60-07F48F0832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4" y="1198"/>
              <a:ext cx="71" cy="166"/>
            </a:xfrm>
            <a:custGeom>
              <a:avLst/>
              <a:gdLst>
                <a:gd name="T0" fmla="*/ 162 w 47"/>
                <a:gd name="T1" fmla="*/ 0 h 111"/>
                <a:gd name="T2" fmla="*/ 103 w 47"/>
                <a:gd name="T3" fmla="*/ 154 h 111"/>
                <a:gd name="T4" fmla="*/ 0 w 47"/>
                <a:gd name="T5" fmla="*/ 371 h 1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7" h="111">
                  <a:moveTo>
                    <a:pt x="47" y="0"/>
                  </a:moveTo>
                  <a:cubicBezTo>
                    <a:pt x="42" y="20"/>
                    <a:pt x="37" y="26"/>
                    <a:pt x="30" y="46"/>
                  </a:cubicBezTo>
                  <a:cubicBezTo>
                    <a:pt x="21" y="68"/>
                    <a:pt x="10" y="89"/>
                    <a:pt x="0" y="111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193" name="Freeform 1129">
              <a:extLst>
                <a:ext uri="{FF2B5EF4-FFF2-40B4-BE49-F238E27FC236}">
                  <a16:creationId xmlns:a16="http://schemas.microsoft.com/office/drawing/2014/main" id="{5A5D3740-AC44-4C10-B82C-37FFC12F1D8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1" y="1234"/>
              <a:ext cx="24" cy="7"/>
            </a:xfrm>
            <a:custGeom>
              <a:avLst/>
              <a:gdLst>
                <a:gd name="T0" fmla="*/ 0 w 16"/>
                <a:gd name="T1" fmla="*/ 0 h 5"/>
                <a:gd name="T2" fmla="*/ 54 w 16"/>
                <a:gd name="T3" fmla="*/ 14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5">
                  <a:moveTo>
                    <a:pt x="0" y="0"/>
                  </a:moveTo>
                  <a:cubicBezTo>
                    <a:pt x="5" y="0"/>
                    <a:pt x="10" y="4"/>
                    <a:pt x="16" y="5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194" name="Freeform 1130">
              <a:extLst>
                <a:ext uri="{FF2B5EF4-FFF2-40B4-BE49-F238E27FC236}">
                  <a16:creationId xmlns:a16="http://schemas.microsoft.com/office/drawing/2014/main" id="{D3CC3399-59D7-4E55-AB5C-6D75052EFD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0" y="1213"/>
              <a:ext cx="26" cy="12"/>
            </a:xfrm>
            <a:custGeom>
              <a:avLst/>
              <a:gdLst>
                <a:gd name="T0" fmla="*/ 0 w 17"/>
                <a:gd name="T1" fmla="*/ 0 h 8"/>
                <a:gd name="T2" fmla="*/ 61 w 17"/>
                <a:gd name="T3" fmla="*/ 27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8">
                  <a:moveTo>
                    <a:pt x="0" y="0"/>
                  </a:moveTo>
                  <a:cubicBezTo>
                    <a:pt x="3" y="5"/>
                    <a:pt x="11" y="6"/>
                    <a:pt x="17" y="8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195" name="Freeform 1131">
              <a:extLst>
                <a:ext uri="{FF2B5EF4-FFF2-40B4-BE49-F238E27FC236}">
                  <a16:creationId xmlns:a16="http://schemas.microsoft.com/office/drawing/2014/main" id="{856D99B5-9A86-4EC2-9CA4-A693825937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2" y="1189"/>
              <a:ext cx="23" cy="18"/>
            </a:xfrm>
            <a:custGeom>
              <a:avLst/>
              <a:gdLst>
                <a:gd name="T0" fmla="*/ 0 w 15"/>
                <a:gd name="T1" fmla="*/ 0 h 12"/>
                <a:gd name="T2" fmla="*/ 54 w 15"/>
                <a:gd name="T3" fmla="*/ 41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2">
                  <a:moveTo>
                    <a:pt x="0" y="0"/>
                  </a:moveTo>
                  <a:cubicBezTo>
                    <a:pt x="4" y="5"/>
                    <a:pt x="10" y="10"/>
                    <a:pt x="15" y="12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196" name="Freeform 1132">
              <a:extLst>
                <a:ext uri="{FF2B5EF4-FFF2-40B4-BE49-F238E27FC236}">
                  <a16:creationId xmlns:a16="http://schemas.microsoft.com/office/drawing/2014/main" id="{9F56760E-F3A5-4AA6-8284-9159DD2DB3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1" y="1258"/>
              <a:ext cx="25" cy="16"/>
            </a:xfrm>
            <a:custGeom>
              <a:avLst/>
              <a:gdLst>
                <a:gd name="T0" fmla="*/ 0 w 17"/>
                <a:gd name="T1" fmla="*/ 0 h 11"/>
                <a:gd name="T2" fmla="*/ 54 w 17"/>
                <a:gd name="T3" fmla="*/ 33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11">
                  <a:moveTo>
                    <a:pt x="0" y="0"/>
                  </a:moveTo>
                  <a:cubicBezTo>
                    <a:pt x="3" y="4"/>
                    <a:pt x="12" y="10"/>
                    <a:pt x="17" y="11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197" name="Freeform 1133">
              <a:extLst>
                <a:ext uri="{FF2B5EF4-FFF2-40B4-BE49-F238E27FC236}">
                  <a16:creationId xmlns:a16="http://schemas.microsoft.com/office/drawing/2014/main" id="{8C574A5B-4C3D-413D-A116-084C37CFFE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3" y="1280"/>
              <a:ext cx="23" cy="12"/>
            </a:xfrm>
            <a:custGeom>
              <a:avLst/>
              <a:gdLst>
                <a:gd name="T0" fmla="*/ 0 w 15"/>
                <a:gd name="T1" fmla="*/ 0 h 8"/>
                <a:gd name="T2" fmla="*/ 54 w 15"/>
                <a:gd name="T3" fmla="*/ 27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8">
                  <a:moveTo>
                    <a:pt x="0" y="0"/>
                  </a:moveTo>
                  <a:cubicBezTo>
                    <a:pt x="4" y="2"/>
                    <a:pt x="15" y="5"/>
                    <a:pt x="15" y="8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198" name="Freeform 1134">
              <a:extLst>
                <a:ext uri="{FF2B5EF4-FFF2-40B4-BE49-F238E27FC236}">
                  <a16:creationId xmlns:a16="http://schemas.microsoft.com/office/drawing/2014/main" id="{3D2BD20C-0396-46F2-9BDB-B02D473432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4" y="1337"/>
              <a:ext cx="26" cy="15"/>
            </a:xfrm>
            <a:custGeom>
              <a:avLst/>
              <a:gdLst>
                <a:gd name="T0" fmla="*/ 0 w 17"/>
                <a:gd name="T1" fmla="*/ 0 h 10"/>
                <a:gd name="T2" fmla="*/ 61 w 17"/>
                <a:gd name="T3" fmla="*/ 35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10">
                  <a:moveTo>
                    <a:pt x="0" y="0"/>
                  </a:moveTo>
                  <a:cubicBezTo>
                    <a:pt x="5" y="3"/>
                    <a:pt x="11" y="7"/>
                    <a:pt x="17" y="1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199" name="Freeform 1135">
              <a:extLst>
                <a:ext uri="{FF2B5EF4-FFF2-40B4-BE49-F238E27FC236}">
                  <a16:creationId xmlns:a16="http://schemas.microsoft.com/office/drawing/2014/main" id="{F452C7BF-64C3-4D6E-ABE5-596C5F6D8C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0" y="3286"/>
              <a:ext cx="106" cy="123"/>
            </a:xfrm>
            <a:custGeom>
              <a:avLst/>
              <a:gdLst>
                <a:gd name="T0" fmla="*/ 0 w 70"/>
                <a:gd name="T1" fmla="*/ 0 h 82"/>
                <a:gd name="T2" fmla="*/ 153 w 70"/>
                <a:gd name="T3" fmla="*/ 39 h 82"/>
                <a:gd name="T4" fmla="*/ 197 w 70"/>
                <a:gd name="T5" fmla="*/ 86 h 82"/>
                <a:gd name="T6" fmla="*/ 139 w 70"/>
                <a:gd name="T7" fmla="*/ 183 h 82"/>
                <a:gd name="T8" fmla="*/ 170 w 70"/>
                <a:gd name="T9" fmla="*/ 216 h 82"/>
                <a:gd name="T10" fmla="*/ 164 w 70"/>
                <a:gd name="T11" fmla="*/ 278 h 8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0" h="82">
                  <a:moveTo>
                    <a:pt x="0" y="0"/>
                  </a:moveTo>
                  <a:cubicBezTo>
                    <a:pt x="13" y="7"/>
                    <a:pt x="30" y="9"/>
                    <a:pt x="44" y="11"/>
                  </a:cubicBezTo>
                  <a:cubicBezTo>
                    <a:pt x="59" y="12"/>
                    <a:pt x="70" y="10"/>
                    <a:pt x="57" y="25"/>
                  </a:cubicBezTo>
                  <a:cubicBezTo>
                    <a:pt x="50" y="32"/>
                    <a:pt x="35" y="41"/>
                    <a:pt x="40" y="54"/>
                  </a:cubicBezTo>
                  <a:cubicBezTo>
                    <a:pt x="42" y="58"/>
                    <a:pt x="47" y="60"/>
                    <a:pt x="49" y="64"/>
                  </a:cubicBezTo>
                  <a:cubicBezTo>
                    <a:pt x="52" y="70"/>
                    <a:pt x="49" y="76"/>
                    <a:pt x="47" y="82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200" name="Freeform 1136">
              <a:extLst>
                <a:ext uri="{FF2B5EF4-FFF2-40B4-BE49-F238E27FC236}">
                  <a16:creationId xmlns:a16="http://schemas.microsoft.com/office/drawing/2014/main" id="{AFF81B14-22DD-4680-B5ED-761271D0E08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6" y="3310"/>
              <a:ext cx="110" cy="23"/>
            </a:xfrm>
            <a:custGeom>
              <a:avLst/>
              <a:gdLst>
                <a:gd name="T0" fmla="*/ 0 w 73"/>
                <a:gd name="T1" fmla="*/ 12 h 15"/>
                <a:gd name="T2" fmla="*/ 250 w 73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3" h="15">
                  <a:moveTo>
                    <a:pt x="0" y="3"/>
                  </a:moveTo>
                  <a:cubicBezTo>
                    <a:pt x="27" y="7"/>
                    <a:pt x="49" y="15"/>
                    <a:pt x="73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201" name="Freeform 1137">
              <a:extLst>
                <a:ext uri="{FF2B5EF4-FFF2-40B4-BE49-F238E27FC236}">
                  <a16:creationId xmlns:a16="http://schemas.microsoft.com/office/drawing/2014/main" id="{44AEA482-4E60-4FDC-A865-6193F2AAD2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0" y="1854"/>
              <a:ext cx="274" cy="372"/>
            </a:xfrm>
            <a:custGeom>
              <a:avLst/>
              <a:gdLst>
                <a:gd name="T0" fmla="*/ 26 w 182"/>
                <a:gd name="T1" fmla="*/ 0 h 248"/>
                <a:gd name="T2" fmla="*/ 14 w 182"/>
                <a:gd name="T3" fmla="*/ 255 h 248"/>
                <a:gd name="T4" fmla="*/ 8 w 182"/>
                <a:gd name="T5" fmla="*/ 440 h 248"/>
                <a:gd name="T6" fmla="*/ 113 w 182"/>
                <a:gd name="T7" fmla="*/ 728 h 248"/>
                <a:gd name="T8" fmla="*/ 331 w 182"/>
                <a:gd name="T9" fmla="*/ 818 h 248"/>
                <a:gd name="T10" fmla="*/ 622 w 182"/>
                <a:gd name="T11" fmla="*/ 810 h 248"/>
                <a:gd name="T12" fmla="*/ 336 w 182"/>
                <a:gd name="T13" fmla="*/ 728 h 248"/>
                <a:gd name="T14" fmla="*/ 108 w 182"/>
                <a:gd name="T15" fmla="*/ 513 h 248"/>
                <a:gd name="T16" fmla="*/ 27 w 182"/>
                <a:gd name="T17" fmla="*/ 21 h 24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2" h="248">
                  <a:moveTo>
                    <a:pt x="7" y="0"/>
                  </a:moveTo>
                  <a:cubicBezTo>
                    <a:pt x="0" y="22"/>
                    <a:pt x="4" y="52"/>
                    <a:pt x="4" y="75"/>
                  </a:cubicBezTo>
                  <a:cubicBezTo>
                    <a:pt x="4" y="93"/>
                    <a:pt x="2" y="112"/>
                    <a:pt x="2" y="130"/>
                  </a:cubicBezTo>
                  <a:cubicBezTo>
                    <a:pt x="3" y="161"/>
                    <a:pt x="7" y="194"/>
                    <a:pt x="33" y="215"/>
                  </a:cubicBezTo>
                  <a:cubicBezTo>
                    <a:pt x="51" y="229"/>
                    <a:pt x="74" y="239"/>
                    <a:pt x="97" y="242"/>
                  </a:cubicBezTo>
                  <a:cubicBezTo>
                    <a:pt x="121" y="245"/>
                    <a:pt x="161" y="248"/>
                    <a:pt x="182" y="240"/>
                  </a:cubicBezTo>
                  <a:cubicBezTo>
                    <a:pt x="154" y="231"/>
                    <a:pt x="125" y="225"/>
                    <a:pt x="98" y="215"/>
                  </a:cubicBezTo>
                  <a:cubicBezTo>
                    <a:pt x="61" y="202"/>
                    <a:pt x="46" y="188"/>
                    <a:pt x="32" y="152"/>
                  </a:cubicBezTo>
                  <a:cubicBezTo>
                    <a:pt x="14" y="106"/>
                    <a:pt x="17" y="53"/>
                    <a:pt x="8" y="6"/>
                  </a:cubicBezTo>
                </a:path>
              </a:pathLst>
            </a:custGeom>
            <a:solidFill>
              <a:srgbClr val="6A8E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202" name="Freeform 1138">
              <a:extLst>
                <a:ext uri="{FF2B5EF4-FFF2-40B4-BE49-F238E27FC236}">
                  <a16:creationId xmlns:a16="http://schemas.microsoft.com/office/drawing/2014/main" id="{26230E25-3AAE-4478-80D4-2F8880C6F6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4" y="1596"/>
              <a:ext cx="68" cy="349"/>
            </a:xfrm>
            <a:custGeom>
              <a:avLst/>
              <a:gdLst>
                <a:gd name="T0" fmla="*/ 54 w 45"/>
                <a:gd name="T1" fmla="*/ 0 h 233"/>
                <a:gd name="T2" fmla="*/ 89 w 45"/>
                <a:gd name="T3" fmla="*/ 168 h 233"/>
                <a:gd name="T4" fmla="*/ 128 w 45"/>
                <a:gd name="T5" fmla="*/ 350 h 233"/>
                <a:gd name="T6" fmla="*/ 138 w 45"/>
                <a:gd name="T7" fmla="*/ 565 h 233"/>
                <a:gd name="T8" fmla="*/ 151 w 45"/>
                <a:gd name="T9" fmla="*/ 783 h 233"/>
                <a:gd name="T10" fmla="*/ 94 w 45"/>
                <a:gd name="T11" fmla="*/ 508 h 233"/>
                <a:gd name="T12" fmla="*/ 59 w 45"/>
                <a:gd name="T13" fmla="*/ 265 h 233"/>
                <a:gd name="T14" fmla="*/ 54 w 45"/>
                <a:gd name="T15" fmla="*/ 0 h 23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5" h="233">
                  <a:moveTo>
                    <a:pt x="16" y="0"/>
                  </a:moveTo>
                  <a:cubicBezTo>
                    <a:pt x="21" y="13"/>
                    <a:pt x="22" y="34"/>
                    <a:pt x="26" y="50"/>
                  </a:cubicBezTo>
                  <a:cubicBezTo>
                    <a:pt x="31" y="67"/>
                    <a:pt x="35" y="86"/>
                    <a:pt x="37" y="104"/>
                  </a:cubicBezTo>
                  <a:cubicBezTo>
                    <a:pt x="40" y="126"/>
                    <a:pt x="38" y="147"/>
                    <a:pt x="40" y="168"/>
                  </a:cubicBezTo>
                  <a:cubicBezTo>
                    <a:pt x="42" y="190"/>
                    <a:pt x="45" y="211"/>
                    <a:pt x="44" y="233"/>
                  </a:cubicBezTo>
                  <a:cubicBezTo>
                    <a:pt x="28" y="216"/>
                    <a:pt x="30" y="174"/>
                    <a:pt x="27" y="151"/>
                  </a:cubicBezTo>
                  <a:cubicBezTo>
                    <a:pt x="24" y="127"/>
                    <a:pt x="19" y="103"/>
                    <a:pt x="17" y="79"/>
                  </a:cubicBezTo>
                  <a:cubicBezTo>
                    <a:pt x="15" y="59"/>
                    <a:pt x="0" y="16"/>
                    <a:pt x="16" y="0"/>
                  </a:cubicBezTo>
                </a:path>
              </a:pathLst>
            </a:custGeom>
            <a:solidFill>
              <a:srgbClr val="6A8E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203" name="Freeform 1139">
              <a:extLst>
                <a:ext uri="{FF2B5EF4-FFF2-40B4-BE49-F238E27FC236}">
                  <a16:creationId xmlns:a16="http://schemas.microsoft.com/office/drawing/2014/main" id="{59B92397-DD0E-4A93-A21B-04379CEA9BF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3" y="2190"/>
              <a:ext cx="203" cy="106"/>
            </a:xfrm>
            <a:custGeom>
              <a:avLst/>
              <a:gdLst>
                <a:gd name="T0" fmla="*/ 0 w 135"/>
                <a:gd name="T1" fmla="*/ 196 h 71"/>
                <a:gd name="T2" fmla="*/ 459 w 135"/>
                <a:gd name="T3" fmla="*/ 0 h 71"/>
                <a:gd name="T4" fmla="*/ 12 w 135"/>
                <a:gd name="T5" fmla="*/ 200 h 7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5" h="71">
                  <a:moveTo>
                    <a:pt x="0" y="59"/>
                  </a:moveTo>
                  <a:cubicBezTo>
                    <a:pt x="46" y="71"/>
                    <a:pt x="110" y="38"/>
                    <a:pt x="135" y="0"/>
                  </a:cubicBezTo>
                  <a:cubicBezTo>
                    <a:pt x="97" y="27"/>
                    <a:pt x="51" y="60"/>
                    <a:pt x="3" y="60"/>
                  </a:cubicBezTo>
                </a:path>
              </a:pathLst>
            </a:custGeom>
            <a:solidFill>
              <a:srgbClr val="6A8E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204" name="Freeform 1140">
              <a:extLst>
                <a:ext uri="{FF2B5EF4-FFF2-40B4-BE49-F238E27FC236}">
                  <a16:creationId xmlns:a16="http://schemas.microsoft.com/office/drawing/2014/main" id="{E35D476C-B200-445D-A0CE-5C9CEC6A3F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4" y="2251"/>
              <a:ext cx="105" cy="118"/>
            </a:xfrm>
            <a:custGeom>
              <a:avLst/>
              <a:gdLst>
                <a:gd name="T0" fmla="*/ 0 w 70"/>
                <a:gd name="T1" fmla="*/ 200 h 79"/>
                <a:gd name="T2" fmla="*/ 201 w 70"/>
                <a:gd name="T3" fmla="*/ 0 h 79"/>
                <a:gd name="T4" fmla="*/ 0 w 70"/>
                <a:gd name="T5" fmla="*/ 208 h 7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0" h="79">
                  <a:moveTo>
                    <a:pt x="0" y="60"/>
                  </a:moveTo>
                  <a:cubicBezTo>
                    <a:pt x="35" y="79"/>
                    <a:pt x="70" y="34"/>
                    <a:pt x="59" y="0"/>
                  </a:cubicBezTo>
                  <a:cubicBezTo>
                    <a:pt x="55" y="25"/>
                    <a:pt x="34" y="75"/>
                    <a:pt x="0" y="62"/>
                  </a:cubicBezTo>
                </a:path>
              </a:pathLst>
            </a:custGeom>
            <a:solidFill>
              <a:srgbClr val="6A8E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205" name="Freeform 1141">
              <a:extLst>
                <a:ext uri="{FF2B5EF4-FFF2-40B4-BE49-F238E27FC236}">
                  <a16:creationId xmlns:a16="http://schemas.microsoft.com/office/drawing/2014/main" id="{AC280EFC-351C-4669-BCFA-8C80C2FAFB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5" y="2233"/>
              <a:ext cx="90" cy="100"/>
            </a:xfrm>
            <a:custGeom>
              <a:avLst/>
              <a:gdLst>
                <a:gd name="T0" fmla="*/ 0 w 60"/>
                <a:gd name="T1" fmla="*/ 0 h 67"/>
                <a:gd name="T2" fmla="*/ 54 w 60"/>
                <a:gd name="T3" fmla="*/ 154 h 67"/>
                <a:gd name="T4" fmla="*/ 203 w 60"/>
                <a:gd name="T5" fmla="*/ 187 h 67"/>
                <a:gd name="T6" fmla="*/ 72 w 60"/>
                <a:gd name="T7" fmla="*/ 130 h 67"/>
                <a:gd name="T8" fmla="*/ 5 w 60"/>
                <a:gd name="T9" fmla="*/ 1 h 6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0" h="67">
                  <a:moveTo>
                    <a:pt x="0" y="0"/>
                  </a:moveTo>
                  <a:cubicBezTo>
                    <a:pt x="4" y="16"/>
                    <a:pt x="6" y="33"/>
                    <a:pt x="16" y="46"/>
                  </a:cubicBezTo>
                  <a:cubicBezTo>
                    <a:pt x="24" y="57"/>
                    <a:pt x="48" y="67"/>
                    <a:pt x="60" y="56"/>
                  </a:cubicBezTo>
                  <a:cubicBezTo>
                    <a:pt x="44" y="51"/>
                    <a:pt x="33" y="51"/>
                    <a:pt x="21" y="39"/>
                  </a:cubicBezTo>
                  <a:cubicBezTo>
                    <a:pt x="13" y="30"/>
                    <a:pt x="2" y="13"/>
                    <a:pt x="1" y="1"/>
                  </a:cubicBezTo>
                </a:path>
              </a:pathLst>
            </a:custGeom>
            <a:solidFill>
              <a:srgbClr val="6A8E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206" name="Freeform 1142">
              <a:extLst>
                <a:ext uri="{FF2B5EF4-FFF2-40B4-BE49-F238E27FC236}">
                  <a16:creationId xmlns:a16="http://schemas.microsoft.com/office/drawing/2014/main" id="{CF7387E0-3D53-49B7-A5D0-C070EF1DF0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8" y="2158"/>
              <a:ext cx="89" cy="106"/>
            </a:xfrm>
            <a:custGeom>
              <a:avLst/>
              <a:gdLst>
                <a:gd name="T0" fmla="*/ 0 w 59"/>
                <a:gd name="T1" fmla="*/ 0 h 71"/>
                <a:gd name="T2" fmla="*/ 103 w 59"/>
                <a:gd name="T3" fmla="*/ 121 h 71"/>
                <a:gd name="T4" fmla="*/ 164 w 59"/>
                <a:gd name="T5" fmla="*/ 148 h 71"/>
                <a:gd name="T6" fmla="*/ 192 w 59"/>
                <a:gd name="T7" fmla="*/ 181 h 71"/>
                <a:gd name="T8" fmla="*/ 121 w 59"/>
                <a:gd name="T9" fmla="*/ 227 h 71"/>
                <a:gd name="T10" fmla="*/ 66 w 59"/>
                <a:gd name="T11" fmla="*/ 148 h 71"/>
                <a:gd name="T12" fmla="*/ 5 w 59"/>
                <a:gd name="T13" fmla="*/ 9 h 7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9" h="71">
                  <a:moveTo>
                    <a:pt x="0" y="0"/>
                  </a:moveTo>
                  <a:cubicBezTo>
                    <a:pt x="6" y="14"/>
                    <a:pt x="18" y="27"/>
                    <a:pt x="30" y="36"/>
                  </a:cubicBezTo>
                  <a:cubicBezTo>
                    <a:pt x="36" y="40"/>
                    <a:pt x="41" y="42"/>
                    <a:pt x="48" y="44"/>
                  </a:cubicBezTo>
                  <a:cubicBezTo>
                    <a:pt x="56" y="47"/>
                    <a:pt x="59" y="45"/>
                    <a:pt x="56" y="54"/>
                  </a:cubicBezTo>
                  <a:cubicBezTo>
                    <a:pt x="53" y="62"/>
                    <a:pt x="43" y="71"/>
                    <a:pt x="35" y="68"/>
                  </a:cubicBezTo>
                  <a:cubicBezTo>
                    <a:pt x="28" y="65"/>
                    <a:pt x="22" y="51"/>
                    <a:pt x="19" y="44"/>
                  </a:cubicBezTo>
                  <a:cubicBezTo>
                    <a:pt x="12" y="32"/>
                    <a:pt x="5" y="17"/>
                    <a:pt x="1" y="3"/>
                  </a:cubicBezTo>
                </a:path>
              </a:pathLst>
            </a:custGeom>
            <a:solidFill>
              <a:srgbClr val="A281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207" name="Freeform 1143">
              <a:extLst>
                <a:ext uri="{FF2B5EF4-FFF2-40B4-BE49-F238E27FC236}">
                  <a16:creationId xmlns:a16="http://schemas.microsoft.com/office/drawing/2014/main" id="{CF47BAAF-EDFB-4A1E-A8D5-814D3F3762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8" y="2241"/>
              <a:ext cx="304" cy="52"/>
            </a:xfrm>
            <a:custGeom>
              <a:avLst/>
              <a:gdLst>
                <a:gd name="T0" fmla="*/ 66 w 202"/>
                <a:gd name="T1" fmla="*/ 0 h 35"/>
                <a:gd name="T2" fmla="*/ 236 w 202"/>
                <a:gd name="T3" fmla="*/ 13 h 35"/>
                <a:gd name="T4" fmla="*/ 382 w 202"/>
                <a:gd name="T5" fmla="*/ 22 h 35"/>
                <a:gd name="T6" fmla="*/ 528 w 202"/>
                <a:gd name="T7" fmla="*/ 62 h 35"/>
                <a:gd name="T8" fmla="*/ 689 w 202"/>
                <a:gd name="T9" fmla="*/ 105 h 35"/>
                <a:gd name="T10" fmla="*/ 492 w 202"/>
                <a:gd name="T11" fmla="*/ 82 h 35"/>
                <a:gd name="T12" fmla="*/ 190 w 202"/>
                <a:gd name="T13" fmla="*/ 68 h 35"/>
                <a:gd name="T14" fmla="*/ 68 w 202"/>
                <a:gd name="T15" fmla="*/ 1 h 3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02" h="35">
                  <a:moveTo>
                    <a:pt x="19" y="0"/>
                  </a:moveTo>
                  <a:cubicBezTo>
                    <a:pt x="35" y="6"/>
                    <a:pt x="52" y="3"/>
                    <a:pt x="69" y="4"/>
                  </a:cubicBezTo>
                  <a:cubicBezTo>
                    <a:pt x="83" y="5"/>
                    <a:pt x="97" y="6"/>
                    <a:pt x="112" y="7"/>
                  </a:cubicBezTo>
                  <a:cubicBezTo>
                    <a:pt x="128" y="7"/>
                    <a:pt x="140" y="13"/>
                    <a:pt x="155" y="19"/>
                  </a:cubicBezTo>
                  <a:cubicBezTo>
                    <a:pt x="170" y="25"/>
                    <a:pt x="187" y="27"/>
                    <a:pt x="202" y="32"/>
                  </a:cubicBezTo>
                  <a:cubicBezTo>
                    <a:pt x="185" y="35"/>
                    <a:pt x="161" y="27"/>
                    <a:pt x="144" y="25"/>
                  </a:cubicBezTo>
                  <a:cubicBezTo>
                    <a:pt x="115" y="21"/>
                    <a:pt x="85" y="21"/>
                    <a:pt x="56" y="21"/>
                  </a:cubicBezTo>
                  <a:cubicBezTo>
                    <a:pt x="43" y="21"/>
                    <a:pt x="0" y="26"/>
                    <a:pt x="20" y="1"/>
                  </a:cubicBezTo>
                </a:path>
              </a:pathLst>
            </a:custGeom>
            <a:solidFill>
              <a:srgbClr val="A281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208" name="Freeform 1144">
              <a:extLst>
                <a:ext uri="{FF2B5EF4-FFF2-40B4-BE49-F238E27FC236}">
                  <a16:creationId xmlns:a16="http://schemas.microsoft.com/office/drawing/2014/main" id="{BB3717C1-51DA-4D4A-859F-FF2AEF7303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1" y="2154"/>
              <a:ext cx="76" cy="122"/>
            </a:xfrm>
            <a:custGeom>
              <a:avLst/>
              <a:gdLst>
                <a:gd name="T0" fmla="*/ 0 w 50"/>
                <a:gd name="T1" fmla="*/ 196 h 82"/>
                <a:gd name="T2" fmla="*/ 112 w 50"/>
                <a:gd name="T3" fmla="*/ 82 h 82"/>
                <a:gd name="T4" fmla="*/ 169 w 50"/>
                <a:gd name="T5" fmla="*/ 0 h 82"/>
                <a:gd name="T6" fmla="*/ 81 w 50"/>
                <a:gd name="T7" fmla="*/ 196 h 82"/>
                <a:gd name="T8" fmla="*/ 8 w 50"/>
                <a:gd name="T9" fmla="*/ 201 h 8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82">
                  <a:moveTo>
                    <a:pt x="0" y="60"/>
                  </a:moveTo>
                  <a:cubicBezTo>
                    <a:pt x="11" y="55"/>
                    <a:pt x="24" y="35"/>
                    <a:pt x="32" y="25"/>
                  </a:cubicBezTo>
                  <a:cubicBezTo>
                    <a:pt x="37" y="18"/>
                    <a:pt x="41" y="5"/>
                    <a:pt x="48" y="0"/>
                  </a:cubicBezTo>
                  <a:cubicBezTo>
                    <a:pt x="50" y="24"/>
                    <a:pt x="37" y="42"/>
                    <a:pt x="23" y="60"/>
                  </a:cubicBezTo>
                  <a:cubicBezTo>
                    <a:pt x="14" y="72"/>
                    <a:pt x="5" y="82"/>
                    <a:pt x="2" y="61"/>
                  </a:cubicBezTo>
                </a:path>
              </a:pathLst>
            </a:custGeom>
            <a:solidFill>
              <a:srgbClr val="A281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209" name="Freeform 1145">
              <a:extLst>
                <a:ext uri="{FF2B5EF4-FFF2-40B4-BE49-F238E27FC236}">
                  <a16:creationId xmlns:a16="http://schemas.microsoft.com/office/drawing/2014/main" id="{BAA4FFB5-F52C-41AD-9449-8695E461DC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2" y="2561"/>
              <a:ext cx="53" cy="286"/>
            </a:xfrm>
            <a:custGeom>
              <a:avLst/>
              <a:gdLst>
                <a:gd name="T0" fmla="*/ 103 w 35"/>
                <a:gd name="T1" fmla="*/ 9 h 191"/>
                <a:gd name="T2" fmla="*/ 0 w 35"/>
                <a:gd name="T3" fmla="*/ 63 h 191"/>
                <a:gd name="T4" fmla="*/ 55 w 35"/>
                <a:gd name="T5" fmla="*/ 296 h 191"/>
                <a:gd name="T6" fmla="*/ 94 w 35"/>
                <a:gd name="T7" fmla="*/ 466 h 191"/>
                <a:gd name="T8" fmla="*/ 121 w 35"/>
                <a:gd name="T9" fmla="*/ 641 h 191"/>
                <a:gd name="T10" fmla="*/ 121 w 35"/>
                <a:gd name="T11" fmla="*/ 0 h 191"/>
                <a:gd name="T12" fmla="*/ 101 w 35"/>
                <a:gd name="T13" fmla="*/ 13 h 19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5" h="191">
                  <a:moveTo>
                    <a:pt x="30" y="3"/>
                  </a:moveTo>
                  <a:cubicBezTo>
                    <a:pt x="21" y="10"/>
                    <a:pt x="12" y="18"/>
                    <a:pt x="0" y="19"/>
                  </a:cubicBezTo>
                  <a:cubicBezTo>
                    <a:pt x="3" y="42"/>
                    <a:pt x="11" y="65"/>
                    <a:pt x="16" y="88"/>
                  </a:cubicBezTo>
                  <a:cubicBezTo>
                    <a:pt x="19" y="105"/>
                    <a:pt x="24" y="122"/>
                    <a:pt x="27" y="139"/>
                  </a:cubicBezTo>
                  <a:cubicBezTo>
                    <a:pt x="30" y="156"/>
                    <a:pt x="29" y="175"/>
                    <a:pt x="35" y="191"/>
                  </a:cubicBezTo>
                  <a:cubicBezTo>
                    <a:pt x="29" y="128"/>
                    <a:pt x="24" y="62"/>
                    <a:pt x="35" y="0"/>
                  </a:cubicBezTo>
                  <a:cubicBezTo>
                    <a:pt x="33" y="1"/>
                    <a:pt x="31" y="2"/>
                    <a:pt x="29" y="4"/>
                  </a:cubicBezTo>
                </a:path>
              </a:pathLst>
            </a:custGeom>
            <a:solidFill>
              <a:srgbClr val="A281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210" name="Freeform 1146">
              <a:extLst>
                <a:ext uri="{FF2B5EF4-FFF2-40B4-BE49-F238E27FC236}">
                  <a16:creationId xmlns:a16="http://schemas.microsoft.com/office/drawing/2014/main" id="{C72CF8B7-3AEA-4BF4-8B10-ECFDD60EE0F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2" y="2560"/>
              <a:ext cx="53" cy="260"/>
            </a:xfrm>
            <a:custGeom>
              <a:avLst/>
              <a:gdLst>
                <a:gd name="T0" fmla="*/ 5 w 35"/>
                <a:gd name="T1" fmla="*/ 0 h 174"/>
                <a:gd name="T2" fmla="*/ 80 w 35"/>
                <a:gd name="T3" fmla="*/ 63 h 174"/>
                <a:gd name="T4" fmla="*/ 94 w 35"/>
                <a:gd name="T5" fmla="*/ 148 h 174"/>
                <a:gd name="T6" fmla="*/ 27 w 35"/>
                <a:gd name="T7" fmla="*/ 581 h 174"/>
                <a:gd name="T8" fmla="*/ 35 w 35"/>
                <a:gd name="T9" fmla="*/ 374 h 174"/>
                <a:gd name="T10" fmla="*/ 59 w 35"/>
                <a:gd name="T11" fmla="*/ 163 h 174"/>
                <a:gd name="T12" fmla="*/ 0 w 35"/>
                <a:gd name="T13" fmla="*/ 13 h 17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5" h="174">
                  <a:moveTo>
                    <a:pt x="1" y="0"/>
                  </a:moveTo>
                  <a:cubicBezTo>
                    <a:pt x="7" y="8"/>
                    <a:pt x="14" y="15"/>
                    <a:pt x="23" y="19"/>
                  </a:cubicBezTo>
                  <a:cubicBezTo>
                    <a:pt x="35" y="25"/>
                    <a:pt x="30" y="31"/>
                    <a:pt x="27" y="44"/>
                  </a:cubicBezTo>
                  <a:cubicBezTo>
                    <a:pt x="14" y="87"/>
                    <a:pt x="11" y="129"/>
                    <a:pt x="8" y="174"/>
                  </a:cubicBezTo>
                  <a:cubicBezTo>
                    <a:pt x="1" y="155"/>
                    <a:pt x="10" y="132"/>
                    <a:pt x="10" y="112"/>
                  </a:cubicBezTo>
                  <a:cubicBezTo>
                    <a:pt x="10" y="104"/>
                    <a:pt x="16" y="78"/>
                    <a:pt x="17" y="49"/>
                  </a:cubicBezTo>
                  <a:cubicBezTo>
                    <a:pt x="17" y="32"/>
                    <a:pt x="1" y="19"/>
                    <a:pt x="0" y="4"/>
                  </a:cubicBezTo>
                </a:path>
              </a:pathLst>
            </a:custGeom>
            <a:solidFill>
              <a:srgbClr val="A281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211" name="Freeform 1147">
              <a:extLst>
                <a:ext uri="{FF2B5EF4-FFF2-40B4-BE49-F238E27FC236}">
                  <a16:creationId xmlns:a16="http://schemas.microsoft.com/office/drawing/2014/main" id="{3C8940BE-56B5-40B2-A557-F1114464A2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4" y="3328"/>
              <a:ext cx="127" cy="217"/>
            </a:xfrm>
            <a:custGeom>
              <a:avLst/>
              <a:gdLst>
                <a:gd name="T0" fmla="*/ 0 w 84"/>
                <a:gd name="T1" fmla="*/ 1 h 145"/>
                <a:gd name="T2" fmla="*/ 124 w 84"/>
                <a:gd name="T3" fmla="*/ 28 h 145"/>
                <a:gd name="T4" fmla="*/ 209 w 84"/>
                <a:gd name="T5" fmla="*/ 9 h 145"/>
                <a:gd name="T6" fmla="*/ 256 w 84"/>
                <a:gd name="T7" fmla="*/ 177 h 145"/>
                <a:gd name="T8" fmla="*/ 290 w 84"/>
                <a:gd name="T9" fmla="*/ 486 h 145"/>
                <a:gd name="T10" fmla="*/ 147 w 84"/>
                <a:gd name="T11" fmla="*/ 117 h 145"/>
                <a:gd name="T12" fmla="*/ 12 w 84"/>
                <a:gd name="T13" fmla="*/ 19 h 14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4" h="145">
                  <a:moveTo>
                    <a:pt x="0" y="1"/>
                  </a:moveTo>
                  <a:cubicBezTo>
                    <a:pt x="11" y="5"/>
                    <a:pt x="25" y="10"/>
                    <a:pt x="36" y="9"/>
                  </a:cubicBezTo>
                  <a:cubicBezTo>
                    <a:pt x="43" y="9"/>
                    <a:pt x="53" y="0"/>
                    <a:pt x="60" y="3"/>
                  </a:cubicBezTo>
                  <a:cubicBezTo>
                    <a:pt x="76" y="9"/>
                    <a:pt x="71" y="39"/>
                    <a:pt x="74" y="53"/>
                  </a:cubicBezTo>
                  <a:cubicBezTo>
                    <a:pt x="78" y="84"/>
                    <a:pt x="84" y="114"/>
                    <a:pt x="84" y="145"/>
                  </a:cubicBezTo>
                  <a:cubicBezTo>
                    <a:pt x="69" y="109"/>
                    <a:pt x="68" y="66"/>
                    <a:pt x="42" y="35"/>
                  </a:cubicBezTo>
                  <a:cubicBezTo>
                    <a:pt x="31" y="22"/>
                    <a:pt x="11" y="14"/>
                    <a:pt x="3" y="6"/>
                  </a:cubicBezTo>
                </a:path>
              </a:pathLst>
            </a:custGeom>
            <a:solidFill>
              <a:srgbClr val="A281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212" name="Freeform 1148">
              <a:extLst>
                <a:ext uri="{FF2B5EF4-FFF2-40B4-BE49-F238E27FC236}">
                  <a16:creationId xmlns:a16="http://schemas.microsoft.com/office/drawing/2014/main" id="{79A0BD0E-4D91-4CDE-A651-C056C24B686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5" y="3310"/>
              <a:ext cx="62" cy="63"/>
            </a:xfrm>
            <a:custGeom>
              <a:avLst/>
              <a:gdLst>
                <a:gd name="T0" fmla="*/ 0 w 41"/>
                <a:gd name="T1" fmla="*/ 0 h 42"/>
                <a:gd name="T2" fmla="*/ 142 w 41"/>
                <a:gd name="T3" fmla="*/ 14 h 42"/>
                <a:gd name="T4" fmla="*/ 89 w 41"/>
                <a:gd name="T5" fmla="*/ 143 h 42"/>
                <a:gd name="T6" fmla="*/ 0 w 41"/>
                <a:gd name="T7" fmla="*/ 12 h 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1" h="42">
                  <a:moveTo>
                    <a:pt x="0" y="0"/>
                  </a:moveTo>
                  <a:cubicBezTo>
                    <a:pt x="13" y="1"/>
                    <a:pt x="27" y="4"/>
                    <a:pt x="41" y="4"/>
                  </a:cubicBezTo>
                  <a:cubicBezTo>
                    <a:pt x="32" y="17"/>
                    <a:pt x="25" y="24"/>
                    <a:pt x="26" y="42"/>
                  </a:cubicBezTo>
                  <a:cubicBezTo>
                    <a:pt x="12" y="29"/>
                    <a:pt x="22" y="11"/>
                    <a:pt x="0" y="3"/>
                  </a:cubicBezTo>
                </a:path>
              </a:pathLst>
            </a:custGeom>
            <a:solidFill>
              <a:srgbClr val="A281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213" name="Freeform 1149">
              <a:extLst>
                <a:ext uri="{FF2B5EF4-FFF2-40B4-BE49-F238E27FC236}">
                  <a16:creationId xmlns:a16="http://schemas.microsoft.com/office/drawing/2014/main" id="{243A1355-4B89-42F7-981C-D2122D9016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1" y="3646"/>
              <a:ext cx="142" cy="232"/>
            </a:xfrm>
            <a:custGeom>
              <a:avLst/>
              <a:gdLst>
                <a:gd name="T0" fmla="*/ 27 w 94"/>
                <a:gd name="T1" fmla="*/ 0 h 155"/>
                <a:gd name="T2" fmla="*/ 68 w 94"/>
                <a:gd name="T3" fmla="*/ 337 h 155"/>
                <a:gd name="T4" fmla="*/ 325 w 94"/>
                <a:gd name="T5" fmla="*/ 519 h 155"/>
                <a:gd name="T6" fmla="*/ 80 w 94"/>
                <a:gd name="T7" fmla="*/ 229 h 155"/>
                <a:gd name="T8" fmla="*/ 27 w 94"/>
                <a:gd name="T9" fmla="*/ 13 h 1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4" h="155">
                  <a:moveTo>
                    <a:pt x="8" y="0"/>
                  </a:moveTo>
                  <a:cubicBezTo>
                    <a:pt x="0" y="20"/>
                    <a:pt x="11" y="78"/>
                    <a:pt x="20" y="100"/>
                  </a:cubicBezTo>
                  <a:cubicBezTo>
                    <a:pt x="30" y="126"/>
                    <a:pt x="67" y="151"/>
                    <a:pt x="94" y="155"/>
                  </a:cubicBezTo>
                  <a:cubicBezTo>
                    <a:pt x="59" y="135"/>
                    <a:pt x="37" y="105"/>
                    <a:pt x="23" y="68"/>
                  </a:cubicBezTo>
                  <a:cubicBezTo>
                    <a:pt x="15" y="48"/>
                    <a:pt x="18" y="21"/>
                    <a:pt x="8" y="4"/>
                  </a:cubicBezTo>
                </a:path>
              </a:pathLst>
            </a:custGeom>
            <a:solidFill>
              <a:srgbClr val="E4CB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214" name="Freeform 1150">
              <a:extLst>
                <a:ext uri="{FF2B5EF4-FFF2-40B4-BE49-F238E27FC236}">
                  <a16:creationId xmlns:a16="http://schemas.microsoft.com/office/drawing/2014/main" id="{D8145CC5-B630-4E95-9E78-0AE8B796DE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2" y="3635"/>
              <a:ext cx="133" cy="213"/>
            </a:xfrm>
            <a:custGeom>
              <a:avLst/>
              <a:gdLst>
                <a:gd name="T0" fmla="*/ 45 w 88"/>
                <a:gd name="T1" fmla="*/ 0 h 142"/>
                <a:gd name="T2" fmla="*/ 45 w 88"/>
                <a:gd name="T3" fmla="*/ 324 h 142"/>
                <a:gd name="T4" fmla="*/ 304 w 88"/>
                <a:gd name="T5" fmla="*/ 480 h 142"/>
                <a:gd name="T6" fmla="*/ 76 w 88"/>
                <a:gd name="T7" fmla="*/ 284 h 142"/>
                <a:gd name="T8" fmla="*/ 39 w 88"/>
                <a:gd name="T9" fmla="*/ 26 h 1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8" h="142">
                  <a:moveTo>
                    <a:pt x="13" y="0"/>
                  </a:moveTo>
                  <a:cubicBezTo>
                    <a:pt x="6" y="25"/>
                    <a:pt x="3" y="71"/>
                    <a:pt x="13" y="96"/>
                  </a:cubicBezTo>
                  <a:cubicBezTo>
                    <a:pt x="26" y="127"/>
                    <a:pt x="58" y="135"/>
                    <a:pt x="88" y="142"/>
                  </a:cubicBezTo>
                  <a:cubicBezTo>
                    <a:pt x="59" y="129"/>
                    <a:pt x="35" y="114"/>
                    <a:pt x="22" y="84"/>
                  </a:cubicBezTo>
                  <a:cubicBezTo>
                    <a:pt x="13" y="66"/>
                    <a:pt x="0" y="25"/>
                    <a:pt x="11" y="7"/>
                  </a:cubicBezTo>
                </a:path>
              </a:pathLst>
            </a:custGeom>
            <a:solidFill>
              <a:srgbClr val="E4CB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215" name="Freeform 1151">
              <a:extLst>
                <a:ext uri="{FF2B5EF4-FFF2-40B4-BE49-F238E27FC236}">
                  <a16:creationId xmlns:a16="http://schemas.microsoft.com/office/drawing/2014/main" id="{77512468-1211-487F-A1D1-C8D0A83C0B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2" y="2407"/>
              <a:ext cx="32" cy="136"/>
            </a:xfrm>
            <a:custGeom>
              <a:avLst/>
              <a:gdLst>
                <a:gd name="T0" fmla="*/ 0 w 21"/>
                <a:gd name="T1" fmla="*/ 0 h 91"/>
                <a:gd name="T2" fmla="*/ 18 w 21"/>
                <a:gd name="T3" fmla="*/ 167 h 91"/>
                <a:gd name="T4" fmla="*/ 75 w 21"/>
                <a:gd name="T5" fmla="*/ 303 h 91"/>
                <a:gd name="T6" fmla="*/ 5 w 21"/>
                <a:gd name="T7" fmla="*/ 13 h 9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91">
                  <a:moveTo>
                    <a:pt x="0" y="0"/>
                  </a:moveTo>
                  <a:cubicBezTo>
                    <a:pt x="4" y="16"/>
                    <a:pt x="3" y="34"/>
                    <a:pt x="5" y="50"/>
                  </a:cubicBezTo>
                  <a:cubicBezTo>
                    <a:pt x="7" y="62"/>
                    <a:pt x="11" y="83"/>
                    <a:pt x="21" y="91"/>
                  </a:cubicBezTo>
                  <a:cubicBezTo>
                    <a:pt x="9" y="66"/>
                    <a:pt x="5" y="32"/>
                    <a:pt x="1" y="4"/>
                  </a:cubicBezTo>
                </a:path>
              </a:pathLst>
            </a:custGeom>
            <a:solidFill>
              <a:srgbClr val="E4CB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216" name="Freeform 1152">
              <a:extLst>
                <a:ext uri="{FF2B5EF4-FFF2-40B4-BE49-F238E27FC236}">
                  <a16:creationId xmlns:a16="http://schemas.microsoft.com/office/drawing/2014/main" id="{9B536E17-E2B0-4EE0-AA2F-2AEEE0DA7A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8" y="3180"/>
              <a:ext cx="130" cy="139"/>
            </a:xfrm>
            <a:custGeom>
              <a:avLst/>
              <a:gdLst>
                <a:gd name="T0" fmla="*/ 0 w 86"/>
                <a:gd name="T1" fmla="*/ 9 h 93"/>
                <a:gd name="T2" fmla="*/ 121 w 86"/>
                <a:gd name="T3" fmla="*/ 254 h 93"/>
                <a:gd name="T4" fmla="*/ 298 w 86"/>
                <a:gd name="T5" fmla="*/ 277 h 93"/>
                <a:gd name="T6" fmla="*/ 215 w 86"/>
                <a:gd name="T7" fmla="*/ 223 h 93"/>
                <a:gd name="T8" fmla="*/ 107 w 86"/>
                <a:gd name="T9" fmla="*/ 161 h 93"/>
                <a:gd name="T10" fmla="*/ 8 w 86"/>
                <a:gd name="T11" fmla="*/ 0 h 93"/>
                <a:gd name="T12" fmla="*/ 0 w 86"/>
                <a:gd name="T13" fmla="*/ 19 h 9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6" h="93">
                  <a:moveTo>
                    <a:pt x="0" y="3"/>
                  </a:moveTo>
                  <a:cubicBezTo>
                    <a:pt x="0" y="35"/>
                    <a:pt x="6" y="60"/>
                    <a:pt x="35" y="76"/>
                  </a:cubicBezTo>
                  <a:cubicBezTo>
                    <a:pt x="46" y="82"/>
                    <a:pt x="75" y="93"/>
                    <a:pt x="86" y="83"/>
                  </a:cubicBezTo>
                  <a:cubicBezTo>
                    <a:pt x="82" y="74"/>
                    <a:pt x="71" y="71"/>
                    <a:pt x="62" y="67"/>
                  </a:cubicBezTo>
                  <a:cubicBezTo>
                    <a:pt x="50" y="63"/>
                    <a:pt x="41" y="57"/>
                    <a:pt x="31" y="48"/>
                  </a:cubicBezTo>
                  <a:cubicBezTo>
                    <a:pt x="20" y="36"/>
                    <a:pt x="15" y="7"/>
                    <a:pt x="2" y="0"/>
                  </a:cubicBezTo>
                  <a:cubicBezTo>
                    <a:pt x="1" y="2"/>
                    <a:pt x="0" y="5"/>
                    <a:pt x="0" y="6"/>
                  </a:cubicBezTo>
                </a:path>
              </a:pathLst>
            </a:custGeom>
            <a:solidFill>
              <a:srgbClr val="E4CB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217" name="Freeform 1153">
              <a:extLst>
                <a:ext uri="{FF2B5EF4-FFF2-40B4-BE49-F238E27FC236}">
                  <a16:creationId xmlns:a16="http://schemas.microsoft.com/office/drawing/2014/main" id="{DFDC55ED-FC80-4A90-8DC4-D26BC0100A4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4" y="2128"/>
              <a:ext cx="247" cy="110"/>
            </a:xfrm>
            <a:custGeom>
              <a:avLst/>
              <a:gdLst>
                <a:gd name="T0" fmla="*/ 0 w 164"/>
                <a:gd name="T1" fmla="*/ 0 h 73"/>
                <a:gd name="T2" fmla="*/ 297 w 164"/>
                <a:gd name="T3" fmla="*/ 108 h 73"/>
                <a:gd name="T4" fmla="*/ 560 w 164"/>
                <a:gd name="T5" fmla="*/ 250 h 73"/>
                <a:gd name="T6" fmla="*/ 250 w 164"/>
                <a:gd name="T7" fmla="*/ 59 h 73"/>
                <a:gd name="T8" fmla="*/ 8 w 164"/>
                <a:gd name="T9" fmla="*/ 8 h 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4" h="73">
                  <a:moveTo>
                    <a:pt x="0" y="0"/>
                  </a:moveTo>
                  <a:cubicBezTo>
                    <a:pt x="25" y="19"/>
                    <a:pt x="58" y="23"/>
                    <a:pt x="87" y="32"/>
                  </a:cubicBezTo>
                  <a:cubicBezTo>
                    <a:pt x="114" y="42"/>
                    <a:pt x="135" y="67"/>
                    <a:pt x="164" y="73"/>
                  </a:cubicBezTo>
                  <a:cubicBezTo>
                    <a:pt x="131" y="57"/>
                    <a:pt x="107" y="30"/>
                    <a:pt x="73" y="17"/>
                  </a:cubicBezTo>
                  <a:cubicBezTo>
                    <a:pt x="50" y="9"/>
                    <a:pt x="24" y="10"/>
                    <a:pt x="2" y="2"/>
                  </a:cubicBezTo>
                </a:path>
              </a:pathLst>
            </a:custGeom>
            <a:solidFill>
              <a:srgbClr val="BBDE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218" name="Freeform 1154">
              <a:extLst>
                <a:ext uri="{FF2B5EF4-FFF2-40B4-BE49-F238E27FC236}">
                  <a16:creationId xmlns:a16="http://schemas.microsoft.com/office/drawing/2014/main" id="{0559CACB-D53C-427A-A915-B29B284D61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3" y="4065"/>
              <a:ext cx="139" cy="35"/>
            </a:xfrm>
            <a:custGeom>
              <a:avLst/>
              <a:gdLst>
                <a:gd name="T0" fmla="*/ 0 w 92"/>
                <a:gd name="T1" fmla="*/ 0 h 23"/>
                <a:gd name="T2" fmla="*/ 317 w 92"/>
                <a:gd name="T3" fmla="*/ 49 h 23"/>
                <a:gd name="T4" fmla="*/ 0 w 92"/>
                <a:gd name="T5" fmla="*/ 0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2" h="23">
                  <a:moveTo>
                    <a:pt x="0" y="0"/>
                  </a:moveTo>
                  <a:cubicBezTo>
                    <a:pt x="0" y="0"/>
                    <a:pt x="30" y="23"/>
                    <a:pt x="92" y="14"/>
                  </a:cubicBezTo>
                  <a:cubicBezTo>
                    <a:pt x="92" y="14"/>
                    <a:pt x="26" y="17"/>
                    <a:pt x="0" y="0"/>
                  </a:cubicBezTo>
                </a:path>
              </a:pathLst>
            </a:custGeom>
            <a:solidFill>
              <a:srgbClr val="4D31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219" name="Freeform 1155">
              <a:extLst>
                <a:ext uri="{FF2B5EF4-FFF2-40B4-BE49-F238E27FC236}">
                  <a16:creationId xmlns:a16="http://schemas.microsoft.com/office/drawing/2014/main" id="{8D4B27D0-5C71-42F5-AD9C-A097A4E6FB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7" y="4046"/>
              <a:ext cx="131" cy="34"/>
            </a:xfrm>
            <a:custGeom>
              <a:avLst/>
              <a:gdLst>
                <a:gd name="T0" fmla="*/ 297 w 87"/>
                <a:gd name="T1" fmla="*/ 0 h 23"/>
                <a:gd name="T2" fmla="*/ 0 w 87"/>
                <a:gd name="T3" fmla="*/ 49 h 23"/>
                <a:gd name="T4" fmla="*/ 297 w 87"/>
                <a:gd name="T5" fmla="*/ 0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7" h="23">
                  <a:moveTo>
                    <a:pt x="87" y="0"/>
                  </a:moveTo>
                  <a:cubicBezTo>
                    <a:pt x="87" y="0"/>
                    <a:pt x="77" y="23"/>
                    <a:pt x="0" y="15"/>
                  </a:cubicBezTo>
                  <a:cubicBezTo>
                    <a:pt x="0" y="15"/>
                    <a:pt x="66" y="14"/>
                    <a:pt x="87" y="0"/>
                  </a:cubicBezTo>
                </a:path>
              </a:pathLst>
            </a:custGeom>
            <a:solidFill>
              <a:srgbClr val="4D31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220" name="Freeform 1156">
              <a:extLst>
                <a:ext uri="{FF2B5EF4-FFF2-40B4-BE49-F238E27FC236}">
                  <a16:creationId xmlns:a16="http://schemas.microsoft.com/office/drawing/2014/main" id="{400D5033-6A41-4C7B-9006-4DA1AF72EE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6" y="3941"/>
              <a:ext cx="43" cy="39"/>
            </a:xfrm>
            <a:custGeom>
              <a:avLst/>
              <a:gdLst>
                <a:gd name="T0" fmla="*/ 0 w 29"/>
                <a:gd name="T1" fmla="*/ 89 h 26"/>
                <a:gd name="T2" fmla="*/ 95 w 29"/>
                <a:gd name="T3" fmla="*/ 48 h 26"/>
                <a:gd name="T4" fmla="*/ 92 w 29"/>
                <a:gd name="T5" fmla="*/ 0 h 26"/>
                <a:gd name="T6" fmla="*/ 0 w 29"/>
                <a:gd name="T7" fmla="*/ 89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" h="26">
                  <a:moveTo>
                    <a:pt x="0" y="26"/>
                  </a:moveTo>
                  <a:cubicBezTo>
                    <a:pt x="0" y="26"/>
                    <a:pt x="21" y="25"/>
                    <a:pt x="29" y="14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8" y="0"/>
                    <a:pt x="28" y="14"/>
                    <a:pt x="0" y="26"/>
                  </a:cubicBezTo>
                </a:path>
              </a:pathLst>
            </a:custGeom>
            <a:solidFill>
              <a:srgbClr val="4D31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221" name="Freeform 1157">
              <a:extLst>
                <a:ext uri="{FF2B5EF4-FFF2-40B4-BE49-F238E27FC236}">
                  <a16:creationId xmlns:a16="http://schemas.microsoft.com/office/drawing/2014/main" id="{023A495F-D26F-4E55-91B3-27E4138A370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7" y="3935"/>
              <a:ext cx="43" cy="45"/>
            </a:xfrm>
            <a:custGeom>
              <a:avLst/>
              <a:gdLst>
                <a:gd name="T0" fmla="*/ 1 w 29"/>
                <a:gd name="T1" fmla="*/ 0 h 30"/>
                <a:gd name="T2" fmla="*/ 0 w 29"/>
                <a:gd name="T3" fmla="*/ 41 h 30"/>
                <a:gd name="T4" fmla="*/ 95 w 29"/>
                <a:gd name="T5" fmla="*/ 102 h 30"/>
                <a:gd name="T6" fmla="*/ 1 w 29"/>
                <a:gd name="T7" fmla="*/ 0 h 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" h="30">
                  <a:moveTo>
                    <a:pt x="1" y="0"/>
                  </a:moveTo>
                  <a:cubicBezTo>
                    <a:pt x="0" y="12"/>
                    <a:pt x="0" y="12"/>
                    <a:pt x="0" y="12"/>
                  </a:cubicBezTo>
                  <a:cubicBezTo>
                    <a:pt x="0" y="12"/>
                    <a:pt x="6" y="25"/>
                    <a:pt x="29" y="30"/>
                  </a:cubicBezTo>
                  <a:cubicBezTo>
                    <a:pt x="29" y="30"/>
                    <a:pt x="4" y="15"/>
                    <a:pt x="1" y="0"/>
                  </a:cubicBezTo>
                </a:path>
              </a:pathLst>
            </a:custGeom>
            <a:solidFill>
              <a:srgbClr val="4D31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222" name="Freeform 1158">
              <a:extLst>
                <a:ext uri="{FF2B5EF4-FFF2-40B4-BE49-F238E27FC236}">
                  <a16:creationId xmlns:a16="http://schemas.microsoft.com/office/drawing/2014/main" id="{7E642C36-45C6-4C90-9D98-87EEF5639A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8" y="4001"/>
              <a:ext cx="32" cy="52"/>
            </a:xfrm>
            <a:custGeom>
              <a:avLst/>
              <a:gdLst>
                <a:gd name="T0" fmla="*/ 21 w 21"/>
                <a:gd name="T1" fmla="*/ 114 h 35"/>
                <a:gd name="T2" fmla="*/ 75 w 21"/>
                <a:gd name="T3" fmla="*/ 0 h 35"/>
                <a:gd name="T4" fmla="*/ 21 w 21"/>
                <a:gd name="T5" fmla="*/ 114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35">
                  <a:moveTo>
                    <a:pt x="6" y="35"/>
                  </a:moveTo>
                  <a:cubicBezTo>
                    <a:pt x="6" y="35"/>
                    <a:pt x="0" y="18"/>
                    <a:pt x="21" y="0"/>
                  </a:cubicBezTo>
                  <a:cubicBezTo>
                    <a:pt x="21" y="0"/>
                    <a:pt x="3" y="23"/>
                    <a:pt x="6" y="35"/>
                  </a:cubicBezTo>
                </a:path>
              </a:pathLst>
            </a:custGeom>
            <a:solidFill>
              <a:srgbClr val="8568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223" name="Freeform 1159">
              <a:extLst>
                <a:ext uri="{FF2B5EF4-FFF2-40B4-BE49-F238E27FC236}">
                  <a16:creationId xmlns:a16="http://schemas.microsoft.com/office/drawing/2014/main" id="{753A751F-EEAB-4B13-A0AE-E3501993F9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7" y="3978"/>
              <a:ext cx="45" cy="59"/>
            </a:xfrm>
            <a:custGeom>
              <a:avLst/>
              <a:gdLst>
                <a:gd name="T0" fmla="*/ 0 w 30"/>
                <a:gd name="T1" fmla="*/ 0 h 39"/>
                <a:gd name="T2" fmla="*/ 54 w 30"/>
                <a:gd name="T3" fmla="*/ 135 h 39"/>
                <a:gd name="T4" fmla="*/ 0 w 30"/>
                <a:gd name="T5" fmla="*/ 0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39">
                  <a:moveTo>
                    <a:pt x="0" y="0"/>
                  </a:moveTo>
                  <a:cubicBezTo>
                    <a:pt x="0" y="0"/>
                    <a:pt x="30" y="21"/>
                    <a:pt x="16" y="39"/>
                  </a:cubicBezTo>
                  <a:cubicBezTo>
                    <a:pt x="16" y="39"/>
                    <a:pt x="22" y="17"/>
                    <a:pt x="0" y="0"/>
                  </a:cubicBezTo>
                </a:path>
              </a:pathLst>
            </a:custGeom>
            <a:solidFill>
              <a:srgbClr val="8568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224" name="Freeform 1160">
              <a:extLst>
                <a:ext uri="{FF2B5EF4-FFF2-40B4-BE49-F238E27FC236}">
                  <a16:creationId xmlns:a16="http://schemas.microsoft.com/office/drawing/2014/main" id="{B15CEB4B-2EAC-4E2F-AF8C-B5963E97CE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1" y="3869"/>
              <a:ext cx="104" cy="48"/>
            </a:xfrm>
            <a:custGeom>
              <a:avLst/>
              <a:gdLst>
                <a:gd name="T0" fmla="*/ 18 w 69"/>
                <a:gd name="T1" fmla="*/ 0 h 32"/>
                <a:gd name="T2" fmla="*/ 237 w 69"/>
                <a:gd name="T3" fmla="*/ 54 h 32"/>
                <a:gd name="T4" fmla="*/ 0 w 69"/>
                <a:gd name="T5" fmla="*/ 89 h 32"/>
                <a:gd name="T6" fmla="*/ 18 w 69"/>
                <a:gd name="T7" fmla="*/ 0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9" h="32">
                  <a:moveTo>
                    <a:pt x="5" y="0"/>
                  </a:moveTo>
                  <a:cubicBezTo>
                    <a:pt x="5" y="0"/>
                    <a:pt x="32" y="19"/>
                    <a:pt x="69" y="16"/>
                  </a:cubicBezTo>
                  <a:cubicBezTo>
                    <a:pt x="69" y="16"/>
                    <a:pt x="19" y="32"/>
                    <a:pt x="0" y="26"/>
                  </a:cubicBezTo>
                  <a:cubicBezTo>
                    <a:pt x="0" y="26"/>
                    <a:pt x="6" y="7"/>
                    <a:pt x="5" y="0"/>
                  </a:cubicBezTo>
                </a:path>
              </a:pathLst>
            </a:custGeom>
            <a:solidFill>
              <a:srgbClr val="3D24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225" name="Freeform 1161">
              <a:extLst>
                <a:ext uri="{FF2B5EF4-FFF2-40B4-BE49-F238E27FC236}">
                  <a16:creationId xmlns:a16="http://schemas.microsoft.com/office/drawing/2014/main" id="{E850CABC-3AB0-41C0-BBA8-26C3BFBBB6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0" y="3861"/>
              <a:ext cx="92" cy="33"/>
            </a:xfrm>
            <a:custGeom>
              <a:avLst/>
              <a:gdLst>
                <a:gd name="T0" fmla="*/ 198 w 61"/>
                <a:gd name="T1" fmla="*/ 0 h 22"/>
                <a:gd name="T2" fmla="*/ 0 w 61"/>
                <a:gd name="T3" fmla="*/ 14 h 22"/>
                <a:gd name="T4" fmla="*/ 210 w 61"/>
                <a:gd name="T5" fmla="*/ 68 h 22"/>
                <a:gd name="T6" fmla="*/ 198 w 61"/>
                <a:gd name="T7" fmla="*/ 0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1" h="22">
                  <a:moveTo>
                    <a:pt x="58" y="0"/>
                  </a:moveTo>
                  <a:cubicBezTo>
                    <a:pt x="58" y="0"/>
                    <a:pt x="37" y="10"/>
                    <a:pt x="0" y="4"/>
                  </a:cubicBezTo>
                  <a:cubicBezTo>
                    <a:pt x="0" y="4"/>
                    <a:pt x="26" y="22"/>
                    <a:pt x="61" y="20"/>
                  </a:cubicBezTo>
                  <a:lnTo>
                    <a:pt x="58" y="0"/>
                  </a:lnTo>
                  <a:close/>
                </a:path>
              </a:pathLst>
            </a:custGeom>
            <a:solidFill>
              <a:srgbClr val="3D24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226" name="Freeform 1162">
              <a:extLst>
                <a:ext uri="{FF2B5EF4-FFF2-40B4-BE49-F238E27FC236}">
                  <a16:creationId xmlns:a16="http://schemas.microsoft.com/office/drawing/2014/main" id="{8A9E77C4-6562-4FAF-8709-A0C619B131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5" y="3920"/>
              <a:ext cx="48" cy="22"/>
            </a:xfrm>
            <a:custGeom>
              <a:avLst/>
              <a:gdLst>
                <a:gd name="T0" fmla="*/ 0 w 32"/>
                <a:gd name="T1" fmla="*/ 26 h 15"/>
                <a:gd name="T2" fmla="*/ 108 w 32"/>
                <a:gd name="T3" fmla="*/ 47 h 15"/>
                <a:gd name="T4" fmla="*/ 0 w 32"/>
                <a:gd name="T5" fmla="*/ 26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15">
                  <a:moveTo>
                    <a:pt x="0" y="8"/>
                  </a:moveTo>
                  <a:cubicBezTo>
                    <a:pt x="0" y="8"/>
                    <a:pt x="21" y="0"/>
                    <a:pt x="32" y="15"/>
                  </a:cubicBezTo>
                  <a:cubicBezTo>
                    <a:pt x="32" y="15"/>
                    <a:pt x="15" y="5"/>
                    <a:pt x="0" y="8"/>
                  </a:cubicBezTo>
                </a:path>
              </a:pathLst>
            </a:custGeom>
            <a:solidFill>
              <a:srgbClr val="3D24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227" name="Freeform 1163">
              <a:extLst>
                <a:ext uri="{FF2B5EF4-FFF2-40B4-BE49-F238E27FC236}">
                  <a16:creationId xmlns:a16="http://schemas.microsoft.com/office/drawing/2014/main" id="{7C70A08A-9211-45DB-AE0F-85610FD6B3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4" y="3933"/>
              <a:ext cx="50" cy="20"/>
            </a:xfrm>
            <a:custGeom>
              <a:avLst/>
              <a:gdLst>
                <a:gd name="T0" fmla="*/ 0 w 33"/>
                <a:gd name="T1" fmla="*/ 40 h 13"/>
                <a:gd name="T2" fmla="*/ 115 w 33"/>
                <a:gd name="T3" fmla="*/ 48 h 13"/>
                <a:gd name="T4" fmla="*/ 0 w 33"/>
                <a:gd name="T5" fmla="*/ 4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13">
                  <a:moveTo>
                    <a:pt x="0" y="11"/>
                  </a:moveTo>
                  <a:cubicBezTo>
                    <a:pt x="0" y="11"/>
                    <a:pt x="16" y="0"/>
                    <a:pt x="33" y="13"/>
                  </a:cubicBezTo>
                  <a:cubicBezTo>
                    <a:pt x="33" y="13"/>
                    <a:pt x="12" y="6"/>
                    <a:pt x="0" y="11"/>
                  </a:cubicBezTo>
                </a:path>
              </a:pathLst>
            </a:custGeom>
            <a:solidFill>
              <a:srgbClr val="3D24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228" name="Freeform 1164">
              <a:extLst>
                <a:ext uri="{FF2B5EF4-FFF2-40B4-BE49-F238E27FC236}">
                  <a16:creationId xmlns:a16="http://schemas.microsoft.com/office/drawing/2014/main" id="{EB0F7B58-B892-4FD7-9E10-66A55483EB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4" y="3909"/>
              <a:ext cx="39" cy="14"/>
            </a:xfrm>
            <a:custGeom>
              <a:avLst/>
              <a:gdLst>
                <a:gd name="T0" fmla="*/ 89 w 26"/>
                <a:gd name="T1" fmla="*/ 22 h 9"/>
                <a:gd name="T2" fmla="*/ 0 w 26"/>
                <a:gd name="T3" fmla="*/ 34 h 9"/>
                <a:gd name="T4" fmla="*/ 89 w 26"/>
                <a:gd name="T5" fmla="*/ 22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9">
                  <a:moveTo>
                    <a:pt x="26" y="6"/>
                  </a:moveTo>
                  <a:cubicBezTo>
                    <a:pt x="26" y="6"/>
                    <a:pt x="16" y="0"/>
                    <a:pt x="0" y="9"/>
                  </a:cubicBezTo>
                  <a:cubicBezTo>
                    <a:pt x="0" y="9"/>
                    <a:pt x="19" y="4"/>
                    <a:pt x="26" y="6"/>
                  </a:cubicBezTo>
                </a:path>
              </a:pathLst>
            </a:custGeom>
            <a:solidFill>
              <a:srgbClr val="3D24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229" name="Freeform 1165">
              <a:extLst>
                <a:ext uri="{FF2B5EF4-FFF2-40B4-BE49-F238E27FC236}">
                  <a16:creationId xmlns:a16="http://schemas.microsoft.com/office/drawing/2014/main" id="{9FF58A8F-524E-4228-99DE-9C100B16F68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3" y="3929"/>
              <a:ext cx="39" cy="18"/>
            </a:xfrm>
            <a:custGeom>
              <a:avLst/>
              <a:gdLst>
                <a:gd name="T0" fmla="*/ 89 w 26"/>
                <a:gd name="T1" fmla="*/ 32 h 12"/>
                <a:gd name="T2" fmla="*/ 0 w 26"/>
                <a:gd name="T3" fmla="*/ 41 h 12"/>
                <a:gd name="T4" fmla="*/ 89 w 26"/>
                <a:gd name="T5" fmla="*/ 32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12">
                  <a:moveTo>
                    <a:pt x="26" y="9"/>
                  </a:moveTo>
                  <a:cubicBezTo>
                    <a:pt x="26" y="9"/>
                    <a:pt x="12" y="0"/>
                    <a:pt x="0" y="12"/>
                  </a:cubicBezTo>
                  <a:cubicBezTo>
                    <a:pt x="0" y="12"/>
                    <a:pt x="13" y="5"/>
                    <a:pt x="26" y="9"/>
                  </a:cubicBezTo>
                </a:path>
              </a:pathLst>
            </a:custGeom>
            <a:solidFill>
              <a:srgbClr val="3D24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</p:grpSp>
    </p:spTree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0961" name="Elderly-Male-Full-Body-Illustration">
            <a:extLst>
              <a:ext uri="{FF2B5EF4-FFF2-40B4-BE49-F238E27FC236}">
                <a16:creationId xmlns:a16="http://schemas.microsoft.com/office/drawing/2014/main" id="{CC644BA0-528F-4096-8243-BC732ED08D62}"/>
              </a:ext>
            </a:extLst>
          </p:cNvPr>
          <p:cNvGrpSpPr>
            <a:grpSpLocks/>
          </p:cNvGrpSpPr>
          <p:nvPr/>
        </p:nvGrpSpPr>
        <p:grpSpPr bwMode="auto">
          <a:xfrm>
            <a:off x="8458200" y="1176338"/>
            <a:ext cx="1468438" cy="5260975"/>
            <a:chOff x="3218" y="723"/>
            <a:chExt cx="925" cy="3314"/>
          </a:xfrm>
        </p:grpSpPr>
        <p:grpSp>
          <p:nvGrpSpPr>
            <p:cNvPr id="41791" name="Group 3">
              <a:extLst>
                <a:ext uri="{FF2B5EF4-FFF2-40B4-BE49-F238E27FC236}">
                  <a16:creationId xmlns:a16="http://schemas.microsoft.com/office/drawing/2014/main" id="{0A9EE8C6-E238-462D-A821-8A85B07F3E7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218" y="723"/>
              <a:ext cx="925" cy="3314"/>
              <a:chOff x="3218" y="723"/>
              <a:chExt cx="925" cy="3314"/>
            </a:xfrm>
          </p:grpSpPr>
          <p:sp>
            <p:nvSpPr>
              <p:cNvPr id="41814" name="Freeform 4">
                <a:extLst>
                  <a:ext uri="{FF2B5EF4-FFF2-40B4-BE49-F238E27FC236}">
                    <a16:creationId xmlns:a16="http://schemas.microsoft.com/office/drawing/2014/main" id="{4BFAD046-F20C-4FEC-8917-49EBC095F1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8" y="1067"/>
                <a:ext cx="925" cy="2970"/>
              </a:xfrm>
              <a:custGeom>
                <a:avLst/>
                <a:gdLst>
                  <a:gd name="T0" fmla="*/ 2072 w 612"/>
                  <a:gd name="T1" fmla="*/ 2530 h 1969"/>
                  <a:gd name="T2" fmla="*/ 1912 w 612"/>
                  <a:gd name="T3" fmla="*/ 1163 h 1969"/>
                  <a:gd name="T4" fmla="*/ 1326 w 612"/>
                  <a:gd name="T5" fmla="*/ 364 h 1969"/>
                  <a:gd name="T6" fmla="*/ 768 w 612"/>
                  <a:gd name="T7" fmla="*/ 377 h 1969"/>
                  <a:gd name="T8" fmla="*/ 174 w 612"/>
                  <a:gd name="T9" fmla="*/ 1229 h 1969"/>
                  <a:gd name="T10" fmla="*/ 39 w 612"/>
                  <a:gd name="T11" fmla="*/ 2530 h 1969"/>
                  <a:gd name="T12" fmla="*/ 0 w 612"/>
                  <a:gd name="T13" fmla="*/ 2935 h 1969"/>
                  <a:gd name="T14" fmla="*/ 54 w 612"/>
                  <a:gd name="T15" fmla="*/ 3404 h 1969"/>
                  <a:gd name="T16" fmla="*/ 236 w 612"/>
                  <a:gd name="T17" fmla="*/ 3604 h 1969"/>
                  <a:gd name="T18" fmla="*/ 255 w 612"/>
                  <a:gd name="T19" fmla="*/ 3576 h 1969"/>
                  <a:gd name="T20" fmla="*/ 329 w 612"/>
                  <a:gd name="T21" fmla="*/ 3572 h 1969"/>
                  <a:gd name="T22" fmla="*/ 343 w 612"/>
                  <a:gd name="T23" fmla="*/ 3518 h 1969"/>
                  <a:gd name="T24" fmla="*/ 258 w 612"/>
                  <a:gd name="T25" fmla="*/ 3409 h 1969"/>
                  <a:gd name="T26" fmla="*/ 215 w 612"/>
                  <a:gd name="T27" fmla="*/ 3374 h 1969"/>
                  <a:gd name="T28" fmla="*/ 204 w 612"/>
                  <a:gd name="T29" fmla="*/ 3160 h 1969"/>
                  <a:gd name="T30" fmla="*/ 357 w 612"/>
                  <a:gd name="T31" fmla="*/ 3279 h 1969"/>
                  <a:gd name="T32" fmla="*/ 183 w 612"/>
                  <a:gd name="T33" fmla="*/ 2895 h 1969"/>
                  <a:gd name="T34" fmla="*/ 174 w 612"/>
                  <a:gd name="T35" fmla="*/ 2869 h 1969"/>
                  <a:gd name="T36" fmla="*/ 363 w 612"/>
                  <a:gd name="T37" fmla="*/ 1943 h 1969"/>
                  <a:gd name="T38" fmla="*/ 414 w 612"/>
                  <a:gd name="T39" fmla="*/ 1451 h 1969"/>
                  <a:gd name="T40" fmla="*/ 456 w 612"/>
                  <a:gd name="T41" fmla="*/ 1984 h 1969"/>
                  <a:gd name="T42" fmla="*/ 535 w 612"/>
                  <a:gd name="T43" fmla="*/ 4353 h 1969"/>
                  <a:gd name="T44" fmla="*/ 541 w 612"/>
                  <a:gd name="T45" fmla="*/ 5385 h 1969"/>
                  <a:gd name="T46" fmla="*/ 612 w 612"/>
                  <a:gd name="T47" fmla="*/ 6305 h 1969"/>
                  <a:gd name="T48" fmla="*/ 473 w 612"/>
                  <a:gd name="T49" fmla="*/ 6583 h 1969"/>
                  <a:gd name="T50" fmla="*/ 470 w 612"/>
                  <a:gd name="T51" fmla="*/ 6655 h 1969"/>
                  <a:gd name="T52" fmla="*/ 508 w 612"/>
                  <a:gd name="T53" fmla="*/ 6690 h 1969"/>
                  <a:gd name="T54" fmla="*/ 639 w 612"/>
                  <a:gd name="T55" fmla="*/ 6717 h 1969"/>
                  <a:gd name="T56" fmla="*/ 781 w 612"/>
                  <a:gd name="T57" fmla="*/ 6628 h 1969"/>
                  <a:gd name="T58" fmla="*/ 787 w 612"/>
                  <a:gd name="T59" fmla="*/ 6246 h 1969"/>
                  <a:gd name="T60" fmla="*/ 843 w 612"/>
                  <a:gd name="T61" fmla="*/ 5652 h 1969"/>
                  <a:gd name="T62" fmla="*/ 930 w 612"/>
                  <a:gd name="T63" fmla="*/ 4592 h 1969"/>
                  <a:gd name="T64" fmla="*/ 1129 w 612"/>
                  <a:gd name="T65" fmla="*/ 3353 h 1969"/>
                  <a:gd name="T66" fmla="*/ 1167 w 612"/>
                  <a:gd name="T67" fmla="*/ 4705 h 1969"/>
                  <a:gd name="T68" fmla="*/ 1236 w 612"/>
                  <a:gd name="T69" fmla="*/ 5697 h 1969"/>
                  <a:gd name="T70" fmla="*/ 1274 w 612"/>
                  <a:gd name="T71" fmla="*/ 6459 h 1969"/>
                  <a:gd name="T72" fmla="*/ 1318 w 612"/>
                  <a:gd name="T73" fmla="*/ 6696 h 1969"/>
                  <a:gd name="T74" fmla="*/ 1508 w 612"/>
                  <a:gd name="T75" fmla="*/ 6723 h 1969"/>
                  <a:gd name="T76" fmla="*/ 1572 w 612"/>
                  <a:gd name="T77" fmla="*/ 6691 h 1969"/>
                  <a:gd name="T78" fmla="*/ 1608 w 612"/>
                  <a:gd name="T79" fmla="*/ 6655 h 1969"/>
                  <a:gd name="T80" fmla="*/ 1573 w 612"/>
                  <a:gd name="T81" fmla="*/ 6528 h 1969"/>
                  <a:gd name="T82" fmla="*/ 1471 w 612"/>
                  <a:gd name="T83" fmla="*/ 6195 h 1969"/>
                  <a:gd name="T84" fmla="*/ 1527 w 612"/>
                  <a:gd name="T85" fmla="*/ 4815 h 1969"/>
                  <a:gd name="T86" fmla="*/ 1635 w 612"/>
                  <a:gd name="T87" fmla="*/ 3044 h 1969"/>
                  <a:gd name="T88" fmla="*/ 1640 w 612"/>
                  <a:gd name="T89" fmla="*/ 1674 h 1969"/>
                  <a:gd name="T90" fmla="*/ 1688 w 612"/>
                  <a:gd name="T91" fmla="*/ 1526 h 1969"/>
                  <a:gd name="T92" fmla="*/ 1796 w 612"/>
                  <a:gd name="T93" fmla="*/ 2266 h 1969"/>
                  <a:gd name="T94" fmla="*/ 1920 w 612"/>
                  <a:gd name="T95" fmla="*/ 2873 h 1969"/>
                  <a:gd name="T96" fmla="*/ 1750 w 612"/>
                  <a:gd name="T97" fmla="*/ 3254 h 1969"/>
                  <a:gd name="T98" fmla="*/ 1906 w 612"/>
                  <a:gd name="T99" fmla="*/ 3226 h 1969"/>
                  <a:gd name="T100" fmla="*/ 1848 w 612"/>
                  <a:gd name="T101" fmla="*/ 3383 h 1969"/>
                  <a:gd name="T102" fmla="*/ 1783 w 612"/>
                  <a:gd name="T103" fmla="*/ 3501 h 1969"/>
                  <a:gd name="T104" fmla="*/ 1848 w 612"/>
                  <a:gd name="T105" fmla="*/ 3552 h 1969"/>
                  <a:gd name="T106" fmla="*/ 1985 w 612"/>
                  <a:gd name="T107" fmla="*/ 3496 h 1969"/>
                  <a:gd name="T108" fmla="*/ 2086 w 612"/>
                  <a:gd name="T109" fmla="*/ 3137 h 1969"/>
                  <a:gd name="T110" fmla="*/ 2095 w 612"/>
                  <a:gd name="T111" fmla="*/ 2815 h 1969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0" t="0" r="r" b="b"/>
                <a:pathLst>
                  <a:path w="612" h="1969">
                    <a:moveTo>
                      <a:pt x="607" y="820"/>
                    </a:moveTo>
                    <a:cubicBezTo>
                      <a:pt x="606" y="811"/>
                      <a:pt x="606" y="801"/>
                      <a:pt x="603" y="791"/>
                    </a:cubicBezTo>
                    <a:cubicBezTo>
                      <a:pt x="601" y="779"/>
                      <a:pt x="600" y="754"/>
                      <a:pt x="600" y="737"/>
                    </a:cubicBezTo>
                    <a:cubicBezTo>
                      <a:pt x="599" y="708"/>
                      <a:pt x="599" y="595"/>
                      <a:pt x="584" y="554"/>
                    </a:cubicBezTo>
                    <a:cubicBezTo>
                      <a:pt x="580" y="541"/>
                      <a:pt x="577" y="520"/>
                      <a:pt x="578" y="491"/>
                    </a:cubicBezTo>
                    <a:cubicBezTo>
                      <a:pt x="569" y="410"/>
                      <a:pt x="553" y="364"/>
                      <a:pt x="554" y="339"/>
                    </a:cubicBezTo>
                    <a:cubicBezTo>
                      <a:pt x="553" y="299"/>
                      <a:pt x="533" y="251"/>
                      <a:pt x="523" y="230"/>
                    </a:cubicBezTo>
                    <a:cubicBezTo>
                      <a:pt x="511" y="201"/>
                      <a:pt x="463" y="161"/>
                      <a:pt x="450" y="155"/>
                    </a:cubicBezTo>
                    <a:cubicBezTo>
                      <a:pt x="444" y="153"/>
                      <a:pt x="411" y="125"/>
                      <a:pt x="384" y="106"/>
                    </a:cubicBezTo>
                    <a:cubicBezTo>
                      <a:pt x="354" y="79"/>
                      <a:pt x="365" y="14"/>
                      <a:pt x="365" y="1"/>
                    </a:cubicBezTo>
                    <a:cubicBezTo>
                      <a:pt x="236" y="0"/>
                      <a:pt x="236" y="0"/>
                      <a:pt x="236" y="0"/>
                    </a:cubicBezTo>
                    <a:cubicBezTo>
                      <a:pt x="236" y="16"/>
                      <a:pt x="249" y="79"/>
                      <a:pt x="222" y="110"/>
                    </a:cubicBezTo>
                    <a:cubicBezTo>
                      <a:pt x="212" y="116"/>
                      <a:pt x="152" y="168"/>
                      <a:pt x="136" y="175"/>
                    </a:cubicBezTo>
                    <a:cubicBezTo>
                      <a:pt x="107" y="188"/>
                      <a:pt x="75" y="245"/>
                      <a:pt x="67" y="287"/>
                    </a:cubicBezTo>
                    <a:cubicBezTo>
                      <a:pt x="63" y="306"/>
                      <a:pt x="50" y="346"/>
                      <a:pt x="50" y="358"/>
                    </a:cubicBezTo>
                    <a:cubicBezTo>
                      <a:pt x="52" y="383"/>
                      <a:pt x="40" y="399"/>
                      <a:pt x="33" y="491"/>
                    </a:cubicBezTo>
                    <a:cubicBezTo>
                      <a:pt x="33" y="520"/>
                      <a:pt x="30" y="541"/>
                      <a:pt x="27" y="554"/>
                    </a:cubicBezTo>
                    <a:cubicBezTo>
                      <a:pt x="12" y="595"/>
                      <a:pt x="12" y="708"/>
                      <a:pt x="11" y="737"/>
                    </a:cubicBezTo>
                    <a:cubicBezTo>
                      <a:pt x="10" y="754"/>
                      <a:pt x="10" y="779"/>
                      <a:pt x="7" y="791"/>
                    </a:cubicBezTo>
                    <a:cubicBezTo>
                      <a:pt x="4" y="803"/>
                      <a:pt x="6" y="814"/>
                      <a:pt x="3" y="825"/>
                    </a:cubicBezTo>
                    <a:cubicBezTo>
                      <a:pt x="1" y="835"/>
                      <a:pt x="0" y="849"/>
                      <a:pt x="0" y="855"/>
                    </a:cubicBezTo>
                    <a:cubicBezTo>
                      <a:pt x="0" y="855"/>
                      <a:pt x="6" y="905"/>
                      <a:pt x="4" y="921"/>
                    </a:cubicBezTo>
                    <a:cubicBezTo>
                      <a:pt x="2" y="937"/>
                      <a:pt x="3" y="946"/>
                      <a:pt x="4" y="956"/>
                    </a:cubicBezTo>
                    <a:cubicBezTo>
                      <a:pt x="5" y="965"/>
                      <a:pt x="14" y="980"/>
                      <a:pt x="16" y="992"/>
                    </a:cubicBezTo>
                    <a:cubicBezTo>
                      <a:pt x="22" y="1017"/>
                      <a:pt x="29" y="1018"/>
                      <a:pt x="34" y="1026"/>
                    </a:cubicBezTo>
                    <a:cubicBezTo>
                      <a:pt x="39" y="1034"/>
                      <a:pt x="51" y="1040"/>
                      <a:pt x="53" y="1043"/>
                    </a:cubicBezTo>
                    <a:cubicBezTo>
                      <a:pt x="55" y="1046"/>
                      <a:pt x="62" y="1051"/>
                      <a:pt x="68" y="1050"/>
                    </a:cubicBezTo>
                    <a:cubicBezTo>
                      <a:pt x="68" y="1050"/>
                      <a:pt x="68" y="1050"/>
                      <a:pt x="68" y="1050"/>
                    </a:cubicBezTo>
                    <a:cubicBezTo>
                      <a:pt x="68" y="1050"/>
                      <a:pt x="68" y="1050"/>
                      <a:pt x="68" y="1050"/>
                    </a:cubicBezTo>
                    <a:cubicBezTo>
                      <a:pt x="74" y="1049"/>
                      <a:pt x="74" y="1043"/>
                      <a:pt x="74" y="1042"/>
                    </a:cubicBezTo>
                    <a:cubicBezTo>
                      <a:pt x="74" y="1042"/>
                      <a:pt x="76" y="1042"/>
                      <a:pt x="78" y="1042"/>
                    </a:cubicBezTo>
                    <a:cubicBezTo>
                      <a:pt x="81" y="1042"/>
                      <a:pt x="89" y="1043"/>
                      <a:pt x="93" y="1042"/>
                    </a:cubicBezTo>
                    <a:cubicBezTo>
                      <a:pt x="94" y="1041"/>
                      <a:pt x="94" y="1041"/>
                      <a:pt x="95" y="1041"/>
                    </a:cubicBezTo>
                    <a:cubicBezTo>
                      <a:pt x="101" y="1034"/>
                      <a:pt x="93" y="1027"/>
                      <a:pt x="92" y="1026"/>
                    </a:cubicBezTo>
                    <a:cubicBezTo>
                      <a:pt x="98" y="1026"/>
                      <a:pt x="98" y="1026"/>
                      <a:pt x="98" y="1026"/>
                    </a:cubicBezTo>
                    <a:cubicBezTo>
                      <a:pt x="98" y="1025"/>
                      <a:pt x="98" y="1025"/>
                      <a:pt x="99" y="1025"/>
                    </a:cubicBezTo>
                    <a:cubicBezTo>
                      <a:pt x="99" y="1025"/>
                      <a:pt x="99" y="1025"/>
                      <a:pt x="99" y="1025"/>
                    </a:cubicBezTo>
                    <a:cubicBezTo>
                      <a:pt x="107" y="1020"/>
                      <a:pt x="97" y="1011"/>
                      <a:pt x="97" y="1011"/>
                    </a:cubicBezTo>
                    <a:cubicBezTo>
                      <a:pt x="97" y="993"/>
                      <a:pt x="77" y="996"/>
                      <a:pt x="75" y="993"/>
                    </a:cubicBezTo>
                    <a:cubicBezTo>
                      <a:pt x="74" y="991"/>
                      <a:pt x="72" y="990"/>
                      <a:pt x="72" y="989"/>
                    </a:cubicBezTo>
                    <a:cubicBezTo>
                      <a:pt x="67" y="984"/>
                      <a:pt x="63" y="983"/>
                      <a:pt x="62" y="983"/>
                    </a:cubicBezTo>
                    <a:cubicBezTo>
                      <a:pt x="62" y="983"/>
                      <a:pt x="62" y="983"/>
                      <a:pt x="62" y="983"/>
                    </a:cubicBezTo>
                    <a:cubicBezTo>
                      <a:pt x="60" y="973"/>
                      <a:pt x="56" y="971"/>
                      <a:pt x="57" y="968"/>
                    </a:cubicBezTo>
                    <a:cubicBezTo>
                      <a:pt x="62" y="961"/>
                      <a:pt x="54" y="952"/>
                      <a:pt x="57" y="947"/>
                    </a:cubicBezTo>
                    <a:cubicBezTo>
                      <a:pt x="60" y="942"/>
                      <a:pt x="59" y="924"/>
                      <a:pt x="59" y="921"/>
                    </a:cubicBezTo>
                    <a:cubicBezTo>
                      <a:pt x="61" y="922"/>
                      <a:pt x="67" y="925"/>
                      <a:pt x="70" y="934"/>
                    </a:cubicBezTo>
                    <a:cubicBezTo>
                      <a:pt x="74" y="944"/>
                      <a:pt x="88" y="962"/>
                      <a:pt x="100" y="956"/>
                    </a:cubicBezTo>
                    <a:cubicBezTo>
                      <a:pt x="101" y="956"/>
                      <a:pt x="102" y="956"/>
                      <a:pt x="103" y="955"/>
                    </a:cubicBezTo>
                    <a:cubicBezTo>
                      <a:pt x="115" y="946"/>
                      <a:pt x="98" y="921"/>
                      <a:pt x="87" y="910"/>
                    </a:cubicBezTo>
                    <a:cubicBezTo>
                      <a:pt x="77" y="900"/>
                      <a:pt x="69" y="877"/>
                      <a:pt x="62" y="869"/>
                    </a:cubicBezTo>
                    <a:cubicBezTo>
                      <a:pt x="54" y="861"/>
                      <a:pt x="53" y="843"/>
                      <a:pt x="53" y="843"/>
                    </a:cubicBezTo>
                    <a:cubicBezTo>
                      <a:pt x="53" y="842"/>
                      <a:pt x="53" y="842"/>
                      <a:pt x="53" y="842"/>
                    </a:cubicBezTo>
                    <a:cubicBezTo>
                      <a:pt x="52" y="842"/>
                      <a:pt x="52" y="842"/>
                      <a:pt x="52" y="841"/>
                    </a:cubicBezTo>
                    <a:cubicBezTo>
                      <a:pt x="51" y="840"/>
                      <a:pt x="50" y="838"/>
                      <a:pt x="50" y="836"/>
                    </a:cubicBezTo>
                    <a:cubicBezTo>
                      <a:pt x="52" y="833"/>
                      <a:pt x="55" y="821"/>
                      <a:pt x="56" y="808"/>
                    </a:cubicBezTo>
                    <a:cubicBezTo>
                      <a:pt x="58" y="796"/>
                      <a:pt x="84" y="686"/>
                      <a:pt x="88" y="662"/>
                    </a:cubicBezTo>
                    <a:cubicBezTo>
                      <a:pt x="96" y="615"/>
                      <a:pt x="110" y="598"/>
                      <a:pt x="105" y="566"/>
                    </a:cubicBezTo>
                    <a:cubicBezTo>
                      <a:pt x="106" y="542"/>
                      <a:pt x="115" y="479"/>
                      <a:pt x="116" y="467"/>
                    </a:cubicBezTo>
                    <a:cubicBezTo>
                      <a:pt x="117" y="465"/>
                      <a:pt x="117" y="453"/>
                      <a:pt x="118" y="445"/>
                    </a:cubicBezTo>
                    <a:cubicBezTo>
                      <a:pt x="119" y="441"/>
                      <a:pt x="120" y="433"/>
                      <a:pt x="120" y="423"/>
                    </a:cubicBezTo>
                    <a:cubicBezTo>
                      <a:pt x="120" y="424"/>
                      <a:pt x="120" y="424"/>
                      <a:pt x="120" y="424"/>
                    </a:cubicBezTo>
                    <a:cubicBezTo>
                      <a:pt x="120" y="435"/>
                      <a:pt x="131" y="458"/>
                      <a:pt x="132" y="487"/>
                    </a:cubicBezTo>
                    <a:cubicBezTo>
                      <a:pt x="130" y="522"/>
                      <a:pt x="131" y="561"/>
                      <a:pt x="132" y="578"/>
                    </a:cubicBezTo>
                    <a:cubicBezTo>
                      <a:pt x="104" y="720"/>
                      <a:pt x="121" y="796"/>
                      <a:pt x="120" y="824"/>
                    </a:cubicBezTo>
                    <a:cubicBezTo>
                      <a:pt x="119" y="858"/>
                      <a:pt x="134" y="866"/>
                      <a:pt x="133" y="896"/>
                    </a:cubicBezTo>
                    <a:cubicBezTo>
                      <a:pt x="155" y="1268"/>
                      <a:pt x="155" y="1268"/>
                      <a:pt x="155" y="1268"/>
                    </a:cubicBezTo>
                    <a:cubicBezTo>
                      <a:pt x="155" y="1280"/>
                      <a:pt x="153" y="1320"/>
                      <a:pt x="157" y="1341"/>
                    </a:cubicBezTo>
                    <a:cubicBezTo>
                      <a:pt x="158" y="1346"/>
                      <a:pt x="164" y="1370"/>
                      <a:pt x="165" y="1403"/>
                    </a:cubicBezTo>
                    <a:cubicBezTo>
                      <a:pt x="166" y="1456"/>
                      <a:pt x="156" y="1531"/>
                      <a:pt x="157" y="1569"/>
                    </a:cubicBezTo>
                    <a:cubicBezTo>
                      <a:pt x="160" y="1631"/>
                      <a:pt x="158" y="1686"/>
                      <a:pt x="168" y="1726"/>
                    </a:cubicBezTo>
                    <a:cubicBezTo>
                      <a:pt x="174" y="1765"/>
                      <a:pt x="177" y="1797"/>
                      <a:pt x="175" y="1805"/>
                    </a:cubicBezTo>
                    <a:cubicBezTo>
                      <a:pt x="174" y="1812"/>
                      <a:pt x="173" y="1825"/>
                      <a:pt x="177" y="1837"/>
                    </a:cubicBezTo>
                    <a:cubicBezTo>
                      <a:pt x="177" y="1838"/>
                      <a:pt x="165" y="1878"/>
                      <a:pt x="159" y="1885"/>
                    </a:cubicBezTo>
                    <a:cubicBezTo>
                      <a:pt x="153" y="1892"/>
                      <a:pt x="151" y="1898"/>
                      <a:pt x="146" y="1902"/>
                    </a:cubicBezTo>
                    <a:cubicBezTo>
                      <a:pt x="141" y="1906"/>
                      <a:pt x="139" y="1910"/>
                      <a:pt x="137" y="1918"/>
                    </a:cubicBezTo>
                    <a:cubicBezTo>
                      <a:pt x="135" y="1924"/>
                      <a:pt x="131" y="1933"/>
                      <a:pt x="134" y="1937"/>
                    </a:cubicBezTo>
                    <a:cubicBezTo>
                      <a:pt x="135" y="1938"/>
                      <a:pt x="135" y="1939"/>
                      <a:pt x="136" y="1939"/>
                    </a:cubicBezTo>
                    <a:cubicBezTo>
                      <a:pt x="136" y="1939"/>
                      <a:pt x="136" y="1939"/>
                      <a:pt x="136" y="1939"/>
                    </a:cubicBezTo>
                    <a:cubicBezTo>
                      <a:pt x="136" y="1941"/>
                      <a:pt x="136" y="1943"/>
                      <a:pt x="136" y="1945"/>
                    </a:cubicBezTo>
                    <a:cubicBezTo>
                      <a:pt x="138" y="1950"/>
                      <a:pt x="142" y="1951"/>
                      <a:pt x="146" y="1950"/>
                    </a:cubicBezTo>
                    <a:cubicBezTo>
                      <a:pt x="147" y="1949"/>
                      <a:pt x="147" y="1949"/>
                      <a:pt x="147" y="1949"/>
                    </a:cubicBezTo>
                    <a:cubicBezTo>
                      <a:pt x="147" y="1951"/>
                      <a:pt x="147" y="1953"/>
                      <a:pt x="148" y="1955"/>
                    </a:cubicBezTo>
                    <a:cubicBezTo>
                      <a:pt x="151" y="1962"/>
                      <a:pt x="161" y="1965"/>
                      <a:pt x="165" y="1959"/>
                    </a:cubicBezTo>
                    <a:cubicBezTo>
                      <a:pt x="170" y="1963"/>
                      <a:pt x="181" y="1964"/>
                      <a:pt x="185" y="1957"/>
                    </a:cubicBezTo>
                    <a:cubicBezTo>
                      <a:pt x="187" y="1969"/>
                      <a:pt x="199" y="1967"/>
                      <a:pt x="206" y="1965"/>
                    </a:cubicBezTo>
                    <a:cubicBezTo>
                      <a:pt x="213" y="1963"/>
                      <a:pt x="216" y="1956"/>
                      <a:pt x="220" y="1951"/>
                    </a:cubicBezTo>
                    <a:cubicBezTo>
                      <a:pt x="224" y="1947"/>
                      <a:pt x="227" y="1943"/>
                      <a:pt x="226" y="1931"/>
                    </a:cubicBezTo>
                    <a:cubicBezTo>
                      <a:pt x="225" y="1920"/>
                      <a:pt x="225" y="1920"/>
                      <a:pt x="226" y="1906"/>
                    </a:cubicBezTo>
                    <a:cubicBezTo>
                      <a:pt x="227" y="1898"/>
                      <a:pt x="232" y="1896"/>
                      <a:pt x="232" y="1882"/>
                    </a:cubicBezTo>
                    <a:cubicBezTo>
                      <a:pt x="233" y="1872"/>
                      <a:pt x="227" y="1827"/>
                      <a:pt x="228" y="1820"/>
                    </a:cubicBezTo>
                    <a:cubicBezTo>
                      <a:pt x="229" y="1807"/>
                      <a:pt x="231" y="1795"/>
                      <a:pt x="228" y="1772"/>
                    </a:cubicBezTo>
                    <a:cubicBezTo>
                      <a:pt x="226" y="1749"/>
                      <a:pt x="241" y="1662"/>
                      <a:pt x="245" y="1646"/>
                    </a:cubicBezTo>
                    <a:cubicBezTo>
                      <a:pt x="244" y="1647"/>
                      <a:pt x="244" y="1647"/>
                      <a:pt x="244" y="1647"/>
                    </a:cubicBezTo>
                    <a:cubicBezTo>
                      <a:pt x="248" y="1625"/>
                      <a:pt x="265" y="1552"/>
                      <a:pt x="263" y="1503"/>
                    </a:cubicBezTo>
                    <a:cubicBezTo>
                      <a:pt x="263" y="1471"/>
                      <a:pt x="269" y="1393"/>
                      <a:pt x="269" y="1371"/>
                    </a:cubicBezTo>
                    <a:cubicBezTo>
                      <a:pt x="269" y="1367"/>
                      <a:pt x="270" y="1343"/>
                      <a:pt x="269" y="1338"/>
                    </a:cubicBezTo>
                    <a:cubicBezTo>
                      <a:pt x="263" y="1305"/>
                      <a:pt x="279" y="1142"/>
                      <a:pt x="279" y="1140"/>
                    </a:cubicBezTo>
                    <a:cubicBezTo>
                      <a:pt x="281" y="1119"/>
                      <a:pt x="283" y="978"/>
                      <a:pt x="283" y="978"/>
                    </a:cubicBezTo>
                    <a:cubicBezTo>
                      <a:pt x="327" y="977"/>
                      <a:pt x="327" y="977"/>
                      <a:pt x="327" y="977"/>
                    </a:cubicBezTo>
                    <a:cubicBezTo>
                      <a:pt x="327" y="977"/>
                      <a:pt x="332" y="1120"/>
                      <a:pt x="334" y="1142"/>
                    </a:cubicBezTo>
                    <a:cubicBezTo>
                      <a:pt x="334" y="1144"/>
                      <a:pt x="343" y="1306"/>
                      <a:pt x="337" y="1338"/>
                    </a:cubicBezTo>
                    <a:cubicBezTo>
                      <a:pt x="337" y="1343"/>
                      <a:pt x="338" y="1367"/>
                      <a:pt x="338" y="1371"/>
                    </a:cubicBezTo>
                    <a:cubicBezTo>
                      <a:pt x="338" y="1393"/>
                      <a:pt x="345" y="1468"/>
                      <a:pt x="343" y="1500"/>
                    </a:cubicBezTo>
                    <a:cubicBezTo>
                      <a:pt x="339" y="1556"/>
                      <a:pt x="352" y="1630"/>
                      <a:pt x="357" y="1660"/>
                    </a:cubicBezTo>
                    <a:cubicBezTo>
                      <a:pt x="358" y="1660"/>
                      <a:pt x="358" y="1660"/>
                      <a:pt x="358" y="1660"/>
                    </a:cubicBezTo>
                    <a:cubicBezTo>
                      <a:pt x="360" y="1683"/>
                      <a:pt x="375" y="1749"/>
                      <a:pt x="373" y="1771"/>
                    </a:cubicBezTo>
                    <a:cubicBezTo>
                      <a:pt x="371" y="1794"/>
                      <a:pt x="373" y="1807"/>
                      <a:pt x="374" y="1820"/>
                    </a:cubicBezTo>
                    <a:cubicBezTo>
                      <a:pt x="374" y="1827"/>
                      <a:pt x="369" y="1872"/>
                      <a:pt x="369" y="1882"/>
                    </a:cubicBezTo>
                    <a:cubicBezTo>
                      <a:pt x="370" y="1896"/>
                      <a:pt x="375" y="1898"/>
                      <a:pt x="375" y="1906"/>
                    </a:cubicBezTo>
                    <a:cubicBezTo>
                      <a:pt x="376" y="1920"/>
                      <a:pt x="377" y="1920"/>
                      <a:pt x="376" y="1931"/>
                    </a:cubicBezTo>
                    <a:cubicBezTo>
                      <a:pt x="375" y="1943"/>
                      <a:pt x="378" y="1947"/>
                      <a:pt x="382" y="1951"/>
                    </a:cubicBezTo>
                    <a:cubicBezTo>
                      <a:pt x="386" y="1956"/>
                      <a:pt x="389" y="1963"/>
                      <a:pt x="396" y="1965"/>
                    </a:cubicBezTo>
                    <a:cubicBezTo>
                      <a:pt x="403" y="1967"/>
                      <a:pt x="414" y="1969"/>
                      <a:pt x="417" y="1957"/>
                    </a:cubicBezTo>
                    <a:cubicBezTo>
                      <a:pt x="421" y="1964"/>
                      <a:pt x="431" y="1963"/>
                      <a:pt x="437" y="1959"/>
                    </a:cubicBezTo>
                    <a:cubicBezTo>
                      <a:pt x="441" y="1965"/>
                      <a:pt x="450" y="1962"/>
                      <a:pt x="453" y="1955"/>
                    </a:cubicBezTo>
                    <a:cubicBezTo>
                      <a:pt x="454" y="1953"/>
                      <a:pt x="455" y="1952"/>
                      <a:pt x="455" y="1950"/>
                    </a:cubicBezTo>
                    <a:cubicBezTo>
                      <a:pt x="455" y="1950"/>
                      <a:pt x="455" y="1950"/>
                      <a:pt x="455" y="1950"/>
                    </a:cubicBezTo>
                    <a:cubicBezTo>
                      <a:pt x="460" y="1951"/>
                      <a:pt x="465" y="1949"/>
                      <a:pt x="465" y="1945"/>
                    </a:cubicBezTo>
                    <a:cubicBezTo>
                      <a:pt x="466" y="1943"/>
                      <a:pt x="466" y="1941"/>
                      <a:pt x="466" y="1939"/>
                    </a:cubicBezTo>
                    <a:cubicBezTo>
                      <a:pt x="466" y="1939"/>
                      <a:pt x="466" y="1939"/>
                      <a:pt x="466" y="1939"/>
                    </a:cubicBezTo>
                    <a:cubicBezTo>
                      <a:pt x="467" y="1939"/>
                      <a:pt x="467" y="1938"/>
                      <a:pt x="468" y="1937"/>
                    </a:cubicBezTo>
                    <a:cubicBezTo>
                      <a:pt x="471" y="1933"/>
                      <a:pt x="466" y="1924"/>
                      <a:pt x="465" y="1918"/>
                    </a:cubicBezTo>
                    <a:cubicBezTo>
                      <a:pt x="463" y="1910"/>
                      <a:pt x="460" y="1906"/>
                      <a:pt x="456" y="1902"/>
                    </a:cubicBezTo>
                    <a:cubicBezTo>
                      <a:pt x="451" y="1898"/>
                      <a:pt x="449" y="1892"/>
                      <a:pt x="443" y="1885"/>
                    </a:cubicBezTo>
                    <a:cubicBezTo>
                      <a:pt x="436" y="1878"/>
                      <a:pt x="425" y="1838"/>
                      <a:pt x="425" y="1837"/>
                    </a:cubicBezTo>
                    <a:cubicBezTo>
                      <a:pt x="429" y="1825"/>
                      <a:pt x="427" y="1812"/>
                      <a:pt x="426" y="1805"/>
                    </a:cubicBezTo>
                    <a:cubicBezTo>
                      <a:pt x="425" y="1797"/>
                      <a:pt x="428" y="1765"/>
                      <a:pt x="434" y="1726"/>
                    </a:cubicBezTo>
                    <a:cubicBezTo>
                      <a:pt x="438" y="1677"/>
                      <a:pt x="444" y="1632"/>
                      <a:pt x="446" y="1571"/>
                    </a:cubicBezTo>
                    <a:cubicBezTo>
                      <a:pt x="447" y="1539"/>
                      <a:pt x="441" y="1470"/>
                      <a:pt x="442" y="1403"/>
                    </a:cubicBezTo>
                    <a:cubicBezTo>
                      <a:pt x="443" y="1370"/>
                      <a:pt x="448" y="1346"/>
                      <a:pt x="449" y="1341"/>
                    </a:cubicBezTo>
                    <a:cubicBezTo>
                      <a:pt x="453" y="1320"/>
                      <a:pt x="448" y="1280"/>
                      <a:pt x="449" y="1268"/>
                    </a:cubicBezTo>
                    <a:cubicBezTo>
                      <a:pt x="453" y="1084"/>
                      <a:pt x="475" y="925"/>
                      <a:pt x="474" y="887"/>
                    </a:cubicBezTo>
                    <a:cubicBezTo>
                      <a:pt x="474" y="887"/>
                      <a:pt x="489" y="837"/>
                      <a:pt x="487" y="824"/>
                    </a:cubicBezTo>
                    <a:cubicBezTo>
                      <a:pt x="486" y="796"/>
                      <a:pt x="499" y="719"/>
                      <a:pt x="475" y="576"/>
                    </a:cubicBezTo>
                    <a:cubicBezTo>
                      <a:pt x="476" y="553"/>
                      <a:pt x="477" y="512"/>
                      <a:pt x="475" y="488"/>
                    </a:cubicBezTo>
                    <a:cubicBezTo>
                      <a:pt x="477" y="459"/>
                      <a:pt x="487" y="435"/>
                      <a:pt x="487" y="424"/>
                    </a:cubicBezTo>
                    <a:cubicBezTo>
                      <a:pt x="487" y="423"/>
                      <a:pt x="487" y="423"/>
                      <a:pt x="487" y="423"/>
                    </a:cubicBezTo>
                    <a:cubicBezTo>
                      <a:pt x="487" y="433"/>
                      <a:pt x="488" y="441"/>
                      <a:pt x="489" y="445"/>
                    </a:cubicBezTo>
                    <a:cubicBezTo>
                      <a:pt x="490" y="453"/>
                      <a:pt x="490" y="465"/>
                      <a:pt x="491" y="467"/>
                    </a:cubicBezTo>
                    <a:cubicBezTo>
                      <a:pt x="492" y="479"/>
                      <a:pt x="501" y="542"/>
                      <a:pt x="502" y="566"/>
                    </a:cubicBezTo>
                    <a:cubicBezTo>
                      <a:pt x="497" y="598"/>
                      <a:pt x="512" y="614"/>
                      <a:pt x="520" y="660"/>
                    </a:cubicBezTo>
                    <a:cubicBezTo>
                      <a:pt x="524" y="685"/>
                      <a:pt x="549" y="796"/>
                      <a:pt x="550" y="808"/>
                    </a:cubicBezTo>
                    <a:cubicBezTo>
                      <a:pt x="552" y="820"/>
                      <a:pt x="555" y="832"/>
                      <a:pt x="556" y="835"/>
                    </a:cubicBezTo>
                    <a:cubicBezTo>
                      <a:pt x="556" y="837"/>
                      <a:pt x="556" y="837"/>
                      <a:pt x="556" y="837"/>
                    </a:cubicBezTo>
                    <a:cubicBezTo>
                      <a:pt x="556" y="837"/>
                      <a:pt x="555" y="854"/>
                      <a:pt x="548" y="862"/>
                    </a:cubicBezTo>
                    <a:cubicBezTo>
                      <a:pt x="540" y="871"/>
                      <a:pt x="532" y="893"/>
                      <a:pt x="522" y="904"/>
                    </a:cubicBezTo>
                    <a:cubicBezTo>
                      <a:pt x="512" y="914"/>
                      <a:pt x="494" y="940"/>
                      <a:pt x="507" y="948"/>
                    </a:cubicBezTo>
                    <a:cubicBezTo>
                      <a:pt x="519" y="957"/>
                      <a:pt x="535" y="938"/>
                      <a:pt x="539" y="927"/>
                    </a:cubicBezTo>
                    <a:cubicBezTo>
                      <a:pt x="543" y="917"/>
                      <a:pt x="550" y="914"/>
                      <a:pt x="550" y="914"/>
                    </a:cubicBezTo>
                    <a:cubicBezTo>
                      <a:pt x="550" y="914"/>
                      <a:pt x="549" y="935"/>
                      <a:pt x="552" y="940"/>
                    </a:cubicBezTo>
                    <a:cubicBezTo>
                      <a:pt x="555" y="946"/>
                      <a:pt x="547" y="955"/>
                      <a:pt x="552" y="962"/>
                    </a:cubicBezTo>
                    <a:cubicBezTo>
                      <a:pt x="553" y="964"/>
                      <a:pt x="549" y="966"/>
                      <a:pt x="548" y="976"/>
                    </a:cubicBezTo>
                    <a:cubicBezTo>
                      <a:pt x="546" y="986"/>
                      <a:pt x="541" y="976"/>
                      <a:pt x="535" y="986"/>
                    </a:cubicBezTo>
                    <a:cubicBezTo>
                      <a:pt x="532" y="990"/>
                      <a:pt x="512" y="986"/>
                      <a:pt x="512" y="1004"/>
                    </a:cubicBezTo>
                    <a:cubicBezTo>
                      <a:pt x="512" y="1004"/>
                      <a:pt x="502" y="1013"/>
                      <a:pt x="510" y="1019"/>
                    </a:cubicBezTo>
                    <a:cubicBezTo>
                      <a:pt x="517" y="1020"/>
                      <a:pt x="517" y="1020"/>
                      <a:pt x="517" y="1020"/>
                    </a:cubicBezTo>
                    <a:cubicBezTo>
                      <a:pt x="517" y="1020"/>
                      <a:pt x="508" y="1027"/>
                      <a:pt x="515" y="1034"/>
                    </a:cubicBezTo>
                    <a:cubicBezTo>
                      <a:pt x="517" y="1037"/>
                      <a:pt x="527" y="1035"/>
                      <a:pt x="530" y="1035"/>
                    </a:cubicBezTo>
                    <a:cubicBezTo>
                      <a:pt x="533" y="1035"/>
                      <a:pt x="535" y="1035"/>
                      <a:pt x="535" y="1035"/>
                    </a:cubicBezTo>
                    <a:cubicBezTo>
                      <a:pt x="535" y="1035"/>
                      <a:pt x="535" y="1043"/>
                      <a:pt x="541" y="1044"/>
                    </a:cubicBezTo>
                    <a:cubicBezTo>
                      <a:pt x="547" y="1044"/>
                      <a:pt x="553" y="1039"/>
                      <a:pt x="555" y="1036"/>
                    </a:cubicBezTo>
                    <a:cubicBezTo>
                      <a:pt x="558" y="1033"/>
                      <a:pt x="570" y="1027"/>
                      <a:pt x="575" y="1019"/>
                    </a:cubicBezTo>
                    <a:cubicBezTo>
                      <a:pt x="580" y="1011"/>
                      <a:pt x="587" y="1010"/>
                      <a:pt x="592" y="985"/>
                    </a:cubicBezTo>
                    <a:cubicBezTo>
                      <a:pt x="595" y="973"/>
                      <a:pt x="604" y="958"/>
                      <a:pt x="604" y="949"/>
                    </a:cubicBezTo>
                    <a:cubicBezTo>
                      <a:pt x="605" y="939"/>
                      <a:pt x="607" y="930"/>
                      <a:pt x="604" y="914"/>
                    </a:cubicBezTo>
                    <a:cubicBezTo>
                      <a:pt x="603" y="901"/>
                      <a:pt x="607" y="864"/>
                      <a:pt x="609" y="852"/>
                    </a:cubicBezTo>
                    <a:cubicBezTo>
                      <a:pt x="609" y="852"/>
                      <a:pt x="609" y="852"/>
                      <a:pt x="609" y="852"/>
                    </a:cubicBezTo>
                    <a:cubicBezTo>
                      <a:pt x="612" y="836"/>
                      <a:pt x="608" y="824"/>
                      <a:pt x="607" y="820"/>
                    </a:cubicBezTo>
                    <a:close/>
                  </a:path>
                </a:pathLst>
              </a:custGeom>
              <a:solidFill>
                <a:srgbClr val="A961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815" name="Freeform 5">
                <a:extLst>
                  <a:ext uri="{FF2B5EF4-FFF2-40B4-BE49-F238E27FC236}">
                    <a16:creationId xmlns:a16="http://schemas.microsoft.com/office/drawing/2014/main" id="{A97CC266-9482-422F-A08E-7F4666EAE4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8" y="1067"/>
                <a:ext cx="925" cy="2970"/>
              </a:xfrm>
              <a:custGeom>
                <a:avLst/>
                <a:gdLst>
                  <a:gd name="T0" fmla="*/ 2072 w 612"/>
                  <a:gd name="T1" fmla="*/ 2530 h 1969"/>
                  <a:gd name="T2" fmla="*/ 1912 w 612"/>
                  <a:gd name="T3" fmla="*/ 1163 h 1969"/>
                  <a:gd name="T4" fmla="*/ 1326 w 612"/>
                  <a:gd name="T5" fmla="*/ 364 h 1969"/>
                  <a:gd name="T6" fmla="*/ 768 w 612"/>
                  <a:gd name="T7" fmla="*/ 377 h 1969"/>
                  <a:gd name="T8" fmla="*/ 174 w 612"/>
                  <a:gd name="T9" fmla="*/ 1229 h 1969"/>
                  <a:gd name="T10" fmla="*/ 39 w 612"/>
                  <a:gd name="T11" fmla="*/ 2530 h 1969"/>
                  <a:gd name="T12" fmla="*/ 0 w 612"/>
                  <a:gd name="T13" fmla="*/ 2935 h 1969"/>
                  <a:gd name="T14" fmla="*/ 54 w 612"/>
                  <a:gd name="T15" fmla="*/ 3404 h 1969"/>
                  <a:gd name="T16" fmla="*/ 236 w 612"/>
                  <a:gd name="T17" fmla="*/ 3604 h 1969"/>
                  <a:gd name="T18" fmla="*/ 255 w 612"/>
                  <a:gd name="T19" fmla="*/ 3576 h 1969"/>
                  <a:gd name="T20" fmla="*/ 329 w 612"/>
                  <a:gd name="T21" fmla="*/ 3572 h 1969"/>
                  <a:gd name="T22" fmla="*/ 343 w 612"/>
                  <a:gd name="T23" fmla="*/ 3518 h 1969"/>
                  <a:gd name="T24" fmla="*/ 258 w 612"/>
                  <a:gd name="T25" fmla="*/ 3409 h 1969"/>
                  <a:gd name="T26" fmla="*/ 215 w 612"/>
                  <a:gd name="T27" fmla="*/ 3374 h 1969"/>
                  <a:gd name="T28" fmla="*/ 204 w 612"/>
                  <a:gd name="T29" fmla="*/ 3160 h 1969"/>
                  <a:gd name="T30" fmla="*/ 357 w 612"/>
                  <a:gd name="T31" fmla="*/ 3279 h 1969"/>
                  <a:gd name="T32" fmla="*/ 183 w 612"/>
                  <a:gd name="T33" fmla="*/ 2895 h 1969"/>
                  <a:gd name="T34" fmla="*/ 174 w 612"/>
                  <a:gd name="T35" fmla="*/ 2869 h 1969"/>
                  <a:gd name="T36" fmla="*/ 363 w 612"/>
                  <a:gd name="T37" fmla="*/ 1943 h 1969"/>
                  <a:gd name="T38" fmla="*/ 414 w 612"/>
                  <a:gd name="T39" fmla="*/ 1451 h 1969"/>
                  <a:gd name="T40" fmla="*/ 456 w 612"/>
                  <a:gd name="T41" fmla="*/ 1984 h 1969"/>
                  <a:gd name="T42" fmla="*/ 535 w 612"/>
                  <a:gd name="T43" fmla="*/ 4353 h 1969"/>
                  <a:gd name="T44" fmla="*/ 541 w 612"/>
                  <a:gd name="T45" fmla="*/ 5385 h 1969"/>
                  <a:gd name="T46" fmla="*/ 612 w 612"/>
                  <a:gd name="T47" fmla="*/ 6305 h 1969"/>
                  <a:gd name="T48" fmla="*/ 473 w 612"/>
                  <a:gd name="T49" fmla="*/ 6583 h 1969"/>
                  <a:gd name="T50" fmla="*/ 470 w 612"/>
                  <a:gd name="T51" fmla="*/ 6655 h 1969"/>
                  <a:gd name="T52" fmla="*/ 508 w 612"/>
                  <a:gd name="T53" fmla="*/ 6690 h 1969"/>
                  <a:gd name="T54" fmla="*/ 639 w 612"/>
                  <a:gd name="T55" fmla="*/ 6717 h 1969"/>
                  <a:gd name="T56" fmla="*/ 781 w 612"/>
                  <a:gd name="T57" fmla="*/ 6628 h 1969"/>
                  <a:gd name="T58" fmla="*/ 787 w 612"/>
                  <a:gd name="T59" fmla="*/ 6246 h 1969"/>
                  <a:gd name="T60" fmla="*/ 843 w 612"/>
                  <a:gd name="T61" fmla="*/ 5652 h 1969"/>
                  <a:gd name="T62" fmla="*/ 930 w 612"/>
                  <a:gd name="T63" fmla="*/ 4592 h 1969"/>
                  <a:gd name="T64" fmla="*/ 1129 w 612"/>
                  <a:gd name="T65" fmla="*/ 3353 h 1969"/>
                  <a:gd name="T66" fmla="*/ 1167 w 612"/>
                  <a:gd name="T67" fmla="*/ 4705 h 1969"/>
                  <a:gd name="T68" fmla="*/ 1236 w 612"/>
                  <a:gd name="T69" fmla="*/ 5697 h 1969"/>
                  <a:gd name="T70" fmla="*/ 1274 w 612"/>
                  <a:gd name="T71" fmla="*/ 6459 h 1969"/>
                  <a:gd name="T72" fmla="*/ 1318 w 612"/>
                  <a:gd name="T73" fmla="*/ 6696 h 1969"/>
                  <a:gd name="T74" fmla="*/ 1508 w 612"/>
                  <a:gd name="T75" fmla="*/ 6723 h 1969"/>
                  <a:gd name="T76" fmla="*/ 1572 w 612"/>
                  <a:gd name="T77" fmla="*/ 6691 h 1969"/>
                  <a:gd name="T78" fmla="*/ 1608 w 612"/>
                  <a:gd name="T79" fmla="*/ 6655 h 1969"/>
                  <a:gd name="T80" fmla="*/ 1573 w 612"/>
                  <a:gd name="T81" fmla="*/ 6528 h 1969"/>
                  <a:gd name="T82" fmla="*/ 1471 w 612"/>
                  <a:gd name="T83" fmla="*/ 6195 h 1969"/>
                  <a:gd name="T84" fmla="*/ 1527 w 612"/>
                  <a:gd name="T85" fmla="*/ 4815 h 1969"/>
                  <a:gd name="T86" fmla="*/ 1635 w 612"/>
                  <a:gd name="T87" fmla="*/ 3044 h 1969"/>
                  <a:gd name="T88" fmla="*/ 1640 w 612"/>
                  <a:gd name="T89" fmla="*/ 1674 h 1969"/>
                  <a:gd name="T90" fmla="*/ 1688 w 612"/>
                  <a:gd name="T91" fmla="*/ 1526 h 1969"/>
                  <a:gd name="T92" fmla="*/ 1796 w 612"/>
                  <a:gd name="T93" fmla="*/ 2266 h 1969"/>
                  <a:gd name="T94" fmla="*/ 1920 w 612"/>
                  <a:gd name="T95" fmla="*/ 2873 h 1969"/>
                  <a:gd name="T96" fmla="*/ 1750 w 612"/>
                  <a:gd name="T97" fmla="*/ 3254 h 1969"/>
                  <a:gd name="T98" fmla="*/ 1906 w 612"/>
                  <a:gd name="T99" fmla="*/ 3226 h 1969"/>
                  <a:gd name="T100" fmla="*/ 1848 w 612"/>
                  <a:gd name="T101" fmla="*/ 3383 h 1969"/>
                  <a:gd name="T102" fmla="*/ 1783 w 612"/>
                  <a:gd name="T103" fmla="*/ 3501 h 1969"/>
                  <a:gd name="T104" fmla="*/ 1848 w 612"/>
                  <a:gd name="T105" fmla="*/ 3552 h 1969"/>
                  <a:gd name="T106" fmla="*/ 1985 w 612"/>
                  <a:gd name="T107" fmla="*/ 3496 h 1969"/>
                  <a:gd name="T108" fmla="*/ 2086 w 612"/>
                  <a:gd name="T109" fmla="*/ 3137 h 1969"/>
                  <a:gd name="T110" fmla="*/ 2095 w 612"/>
                  <a:gd name="T111" fmla="*/ 2815 h 1969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0" t="0" r="r" b="b"/>
                <a:pathLst>
                  <a:path w="612" h="1969">
                    <a:moveTo>
                      <a:pt x="607" y="820"/>
                    </a:moveTo>
                    <a:cubicBezTo>
                      <a:pt x="606" y="811"/>
                      <a:pt x="606" y="801"/>
                      <a:pt x="603" y="791"/>
                    </a:cubicBezTo>
                    <a:cubicBezTo>
                      <a:pt x="601" y="779"/>
                      <a:pt x="600" y="754"/>
                      <a:pt x="600" y="737"/>
                    </a:cubicBezTo>
                    <a:cubicBezTo>
                      <a:pt x="599" y="708"/>
                      <a:pt x="599" y="595"/>
                      <a:pt x="584" y="554"/>
                    </a:cubicBezTo>
                    <a:cubicBezTo>
                      <a:pt x="580" y="541"/>
                      <a:pt x="577" y="520"/>
                      <a:pt x="578" y="491"/>
                    </a:cubicBezTo>
                    <a:cubicBezTo>
                      <a:pt x="569" y="410"/>
                      <a:pt x="553" y="364"/>
                      <a:pt x="554" y="339"/>
                    </a:cubicBezTo>
                    <a:cubicBezTo>
                      <a:pt x="553" y="299"/>
                      <a:pt x="533" y="251"/>
                      <a:pt x="523" y="230"/>
                    </a:cubicBezTo>
                    <a:cubicBezTo>
                      <a:pt x="511" y="201"/>
                      <a:pt x="463" y="161"/>
                      <a:pt x="450" y="155"/>
                    </a:cubicBezTo>
                    <a:cubicBezTo>
                      <a:pt x="444" y="153"/>
                      <a:pt x="411" y="125"/>
                      <a:pt x="384" y="106"/>
                    </a:cubicBezTo>
                    <a:cubicBezTo>
                      <a:pt x="354" y="79"/>
                      <a:pt x="365" y="14"/>
                      <a:pt x="365" y="1"/>
                    </a:cubicBezTo>
                    <a:cubicBezTo>
                      <a:pt x="236" y="0"/>
                      <a:pt x="236" y="0"/>
                      <a:pt x="236" y="0"/>
                    </a:cubicBezTo>
                    <a:cubicBezTo>
                      <a:pt x="236" y="16"/>
                      <a:pt x="249" y="79"/>
                      <a:pt x="222" y="110"/>
                    </a:cubicBezTo>
                    <a:cubicBezTo>
                      <a:pt x="212" y="116"/>
                      <a:pt x="152" y="168"/>
                      <a:pt x="136" y="175"/>
                    </a:cubicBezTo>
                    <a:cubicBezTo>
                      <a:pt x="107" y="188"/>
                      <a:pt x="75" y="245"/>
                      <a:pt x="67" y="287"/>
                    </a:cubicBezTo>
                    <a:cubicBezTo>
                      <a:pt x="63" y="306"/>
                      <a:pt x="50" y="346"/>
                      <a:pt x="50" y="358"/>
                    </a:cubicBezTo>
                    <a:cubicBezTo>
                      <a:pt x="52" y="383"/>
                      <a:pt x="40" y="399"/>
                      <a:pt x="33" y="491"/>
                    </a:cubicBezTo>
                    <a:cubicBezTo>
                      <a:pt x="33" y="520"/>
                      <a:pt x="30" y="541"/>
                      <a:pt x="27" y="554"/>
                    </a:cubicBezTo>
                    <a:cubicBezTo>
                      <a:pt x="12" y="595"/>
                      <a:pt x="12" y="708"/>
                      <a:pt x="11" y="737"/>
                    </a:cubicBezTo>
                    <a:cubicBezTo>
                      <a:pt x="10" y="754"/>
                      <a:pt x="10" y="779"/>
                      <a:pt x="7" y="791"/>
                    </a:cubicBezTo>
                    <a:cubicBezTo>
                      <a:pt x="4" y="803"/>
                      <a:pt x="6" y="814"/>
                      <a:pt x="3" y="825"/>
                    </a:cubicBezTo>
                    <a:cubicBezTo>
                      <a:pt x="1" y="835"/>
                      <a:pt x="0" y="849"/>
                      <a:pt x="0" y="855"/>
                    </a:cubicBezTo>
                    <a:cubicBezTo>
                      <a:pt x="0" y="855"/>
                      <a:pt x="6" y="905"/>
                      <a:pt x="4" y="921"/>
                    </a:cubicBezTo>
                    <a:cubicBezTo>
                      <a:pt x="2" y="937"/>
                      <a:pt x="3" y="946"/>
                      <a:pt x="4" y="956"/>
                    </a:cubicBezTo>
                    <a:cubicBezTo>
                      <a:pt x="5" y="965"/>
                      <a:pt x="14" y="980"/>
                      <a:pt x="16" y="992"/>
                    </a:cubicBezTo>
                    <a:cubicBezTo>
                      <a:pt x="22" y="1017"/>
                      <a:pt x="29" y="1018"/>
                      <a:pt x="34" y="1026"/>
                    </a:cubicBezTo>
                    <a:cubicBezTo>
                      <a:pt x="39" y="1034"/>
                      <a:pt x="51" y="1040"/>
                      <a:pt x="53" y="1043"/>
                    </a:cubicBezTo>
                    <a:cubicBezTo>
                      <a:pt x="55" y="1046"/>
                      <a:pt x="62" y="1051"/>
                      <a:pt x="68" y="1050"/>
                    </a:cubicBezTo>
                    <a:cubicBezTo>
                      <a:pt x="68" y="1050"/>
                      <a:pt x="68" y="1050"/>
                      <a:pt x="68" y="1050"/>
                    </a:cubicBezTo>
                    <a:cubicBezTo>
                      <a:pt x="68" y="1050"/>
                      <a:pt x="68" y="1050"/>
                      <a:pt x="68" y="1050"/>
                    </a:cubicBezTo>
                    <a:cubicBezTo>
                      <a:pt x="74" y="1049"/>
                      <a:pt x="74" y="1043"/>
                      <a:pt x="74" y="1042"/>
                    </a:cubicBezTo>
                    <a:cubicBezTo>
                      <a:pt x="74" y="1042"/>
                      <a:pt x="76" y="1042"/>
                      <a:pt x="78" y="1042"/>
                    </a:cubicBezTo>
                    <a:cubicBezTo>
                      <a:pt x="81" y="1042"/>
                      <a:pt x="89" y="1043"/>
                      <a:pt x="93" y="1042"/>
                    </a:cubicBezTo>
                    <a:cubicBezTo>
                      <a:pt x="94" y="1041"/>
                      <a:pt x="94" y="1041"/>
                      <a:pt x="95" y="1041"/>
                    </a:cubicBezTo>
                    <a:cubicBezTo>
                      <a:pt x="101" y="1034"/>
                      <a:pt x="93" y="1027"/>
                      <a:pt x="92" y="1026"/>
                    </a:cubicBezTo>
                    <a:cubicBezTo>
                      <a:pt x="98" y="1026"/>
                      <a:pt x="98" y="1026"/>
                      <a:pt x="98" y="1026"/>
                    </a:cubicBezTo>
                    <a:cubicBezTo>
                      <a:pt x="98" y="1025"/>
                      <a:pt x="98" y="1025"/>
                      <a:pt x="99" y="1025"/>
                    </a:cubicBezTo>
                    <a:cubicBezTo>
                      <a:pt x="99" y="1025"/>
                      <a:pt x="99" y="1025"/>
                      <a:pt x="99" y="1025"/>
                    </a:cubicBezTo>
                    <a:cubicBezTo>
                      <a:pt x="107" y="1020"/>
                      <a:pt x="97" y="1011"/>
                      <a:pt x="97" y="1011"/>
                    </a:cubicBezTo>
                    <a:cubicBezTo>
                      <a:pt x="97" y="993"/>
                      <a:pt x="77" y="996"/>
                      <a:pt x="75" y="993"/>
                    </a:cubicBezTo>
                    <a:cubicBezTo>
                      <a:pt x="74" y="991"/>
                      <a:pt x="72" y="990"/>
                      <a:pt x="72" y="989"/>
                    </a:cubicBezTo>
                    <a:cubicBezTo>
                      <a:pt x="67" y="984"/>
                      <a:pt x="63" y="983"/>
                      <a:pt x="62" y="983"/>
                    </a:cubicBezTo>
                    <a:cubicBezTo>
                      <a:pt x="62" y="983"/>
                      <a:pt x="62" y="983"/>
                      <a:pt x="62" y="983"/>
                    </a:cubicBezTo>
                    <a:cubicBezTo>
                      <a:pt x="60" y="973"/>
                      <a:pt x="56" y="971"/>
                      <a:pt x="57" y="968"/>
                    </a:cubicBezTo>
                    <a:cubicBezTo>
                      <a:pt x="62" y="961"/>
                      <a:pt x="54" y="952"/>
                      <a:pt x="57" y="947"/>
                    </a:cubicBezTo>
                    <a:cubicBezTo>
                      <a:pt x="60" y="942"/>
                      <a:pt x="59" y="924"/>
                      <a:pt x="59" y="921"/>
                    </a:cubicBezTo>
                    <a:cubicBezTo>
                      <a:pt x="61" y="922"/>
                      <a:pt x="67" y="925"/>
                      <a:pt x="70" y="934"/>
                    </a:cubicBezTo>
                    <a:cubicBezTo>
                      <a:pt x="74" y="944"/>
                      <a:pt x="88" y="962"/>
                      <a:pt x="100" y="956"/>
                    </a:cubicBezTo>
                    <a:cubicBezTo>
                      <a:pt x="101" y="956"/>
                      <a:pt x="102" y="956"/>
                      <a:pt x="103" y="955"/>
                    </a:cubicBezTo>
                    <a:cubicBezTo>
                      <a:pt x="115" y="946"/>
                      <a:pt x="98" y="921"/>
                      <a:pt x="87" y="910"/>
                    </a:cubicBezTo>
                    <a:cubicBezTo>
                      <a:pt x="77" y="900"/>
                      <a:pt x="69" y="877"/>
                      <a:pt x="62" y="869"/>
                    </a:cubicBezTo>
                    <a:cubicBezTo>
                      <a:pt x="54" y="861"/>
                      <a:pt x="53" y="843"/>
                      <a:pt x="53" y="843"/>
                    </a:cubicBezTo>
                    <a:cubicBezTo>
                      <a:pt x="53" y="842"/>
                      <a:pt x="53" y="842"/>
                      <a:pt x="53" y="842"/>
                    </a:cubicBezTo>
                    <a:cubicBezTo>
                      <a:pt x="52" y="842"/>
                      <a:pt x="52" y="842"/>
                      <a:pt x="52" y="841"/>
                    </a:cubicBezTo>
                    <a:cubicBezTo>
                      <a:pt x="51" y="840"/>
                      <a:pt x="50" y="838"/>
                      <a:pt x="50" y="836"/>
                    </a:cubicBezTo>
                    <a:cubicBezTo>
                      <a:pt x="52" y="833"/>
                      <a:pt x="55" y="821"/>
                      <a:pt x="56" y="808"/>
                    </a:cubicBezTo>
                    <a:cubicBezTo>
                      <a:pt x="58" y="796"/>
                      <a:pt x="84" y="686"/>
                      <a:pt x="88" y="662"/>
                    </a:cubicBezTo>
                    <a:cubicBezTo>
                      <a:pt x="96" y="615"/>
                      <a:pt x="110" y="598"/>
                      <a:pt x="105" y="566"/>
                    </a:cubicBezTo>
                    <a:cubicBezTo>
                      <a:pt x="106" y="542"/>
                      <a:pt x="115" y="479"/>
                      <a:pt x="116" y="467"/>
                    </a:cubicBezTo>
                    <a:cubicBezTo>
                      <a:pt x="117" y="465"/>
                      <a:pt x="117" y="453"/>
                      <a:pt x="118" y="445"/>
                    </a:cubicBezTo>
                    <a:cubicBezTo>
                      <a:pt x="119" y="441"/>
                      <a:pt x="120" y="433"/>
                      <a:pt x="120" y="423"/>
                    </a:cubicBezTo>
                    <a:cubicBezTo>
                      <a:pt x="120" y="424"/>
                      <a:pt x="120" y="424"/>
                      <a:pt x="120" y="424"/>
                    </a:cubicBezTo>
                    <a:cubicBezTo>
                      <a:pt x="120" y="435"/>
                      <a:pt x="131" y="458"/>
                      <a:pt x="132" y="487"/>
                    </a:cubicBezTo>
                    <a:cubicBezTo>
                      <a:pt x="130" y="522"/>
                      <a:pt x="131" y="561"/>
                      <a:pt x="132" y="578"/>
                    </a:cubicBezTo>
                    <a:cubicBezTo>
                      <a:pt x="104" y="720"/>
                      <a:pt x="121" y="796"/>
                      <a:pt x="120" y="824"/>
                    </a:cubicBezTo>
                    <a:cubicBezTo>
                      <a:pt x="119" y="858"/>
                      <a:pt x="134" y="866"/>
                      <a:pt x="133" y="896"/>
                    </a:cubicBezTo>
                    <a:cubicBezTo>
                      <a:pt x="155" y="1268"/>
                      <a:pt x="155" y="1268"/>
                      <a:pt x="155" y="1268"/>
                    </a:cubicBezTo>
                    <a:cubicBezTo>
                      <a:pt x="155" y="1280"/>
                      <a:pt x="153" y="1320"/>
                      <a:pt x="157" y="1341"/>
                    </a:cubicBezTo>
                    <a:cubicBezTo>
                      <a:pt x="158" y="1346"/>
                      <a:pt x="164" y="1370"/>
                      <a:pt x="165" y="1403"/>
                    </a:cubicBezTo>
                    <a:cubicBezTo>
                      <a:pt x="166" y="1456"/>
                      <a:pt x="156" y="1531"/>
                      <a:pt x="157" y="1569"/>
                    </a:cubicBezTo>
                    <a:cubicBezTo>
                      <a:pt x="160" y="1631"/>
                      <a:pt x="158" y="1686"/>
                      <a:pt x="168" y="1726"/>
                    </a:cubicBezTo>
                    <a:cubicBezTo>
                      <a:pt x="174" y="1765"/>
                      <a:pt x="177" y="1797"/>
                      <a:pt x="175" y="1805"/>
                    </a:cubicBezTo>
                    <a:cubicBezTo>
                      <a:pt x="174" y="1812"/>
                      <a:pt x="173" y="1825"/>
                      <a:pt x="177" y="1837"/>
                    </a:cubicBezTo>
                    <a:cubicBezTo>
                      <a:pt x="177" y="1838"/>
                      <a:pt x="165" y="1878"/>
                      <a:pt x="159" y="1885"/>
                    </a:cubicBezTo>
                    <a:cubicBezTo>
                      <a:pt x="153" y="1892"/>
                      <a:pt x="151" y="1898"/>
                      <a:pt x="146" y="1902"/>
                    </a:cubicBezTo>
                    <a:cubicBezTo>
                      <a:pt x="141" y="1906"/>
                      <a:pt x="139" y="1910"/>
                      <a:pt x="137" y="1918"/>
                    </a:cubicBezTo>
                    <a:cubicBezTo>
                      <a:pt x="135" y="1924"/>
                      <a:pt x="131" y="1933"/>
                      <a:pt x="134" y="1937"/>
                    </a:cubicBezTo>
                    <a:cubicBezTo>
                      <a:pt x="135" y="1938"/>
                      <a:pt x="135" y="1939"/>
                      <a:pt x="136" y="1939"/>
                    </a:cubicBezTo>
                    <a:cubicBezTo>
                      <a:pt x="136" y="1939"/>
                      <a:pt x="136" y="1939"/>
                      <a:pt x="136" y="1939"/>
                    </a:cubicBezTo>
                    <a:cubicBezTo>
                      <a:pt x="136" y="1941"/>
                      <a:pt x="136" y="1943"/>
                      <a:pt x="136" y="1945"/>
                    </a:cubicBezTo>
                    <a:cubicBezTo>
                      <a:pt x="138" y="1950"/>
                      <a:pt x="142" y="1951"/>
                      <a:pt x="146" y="1950"/>
                    </a:cubicBezTo>
                    <a:cubicBezTo>
                      <a:pt x="147" y="1949"/>
                      <a:pt x="147" y="1949"/>
                      <a:pt x="147" y="1949"/>
                    </a:cubicBezTo>
                    <a:cubicBezTo>
                      <a:pt x="147" y="1951"/>
                      <a:pt x="147" y="1953"/>
                      <a:pt x="148" y="1955"/>
                    </a:cubicBezTo>
                    <a:cubicBezTo>
                      <a:pt x="151" y="1962"/>
                      <a:pt x="161" y="1965"/>
                      <a:pt x="165" y="1959"/>
                    </a:cubicBezTo>
                    <a:cubicBezTo>
                      <a:pt x="170" y="1963"/>
                      <a:pt x="181" y="1964"/>
                      <a:pt x="185" y="1957"/>
                    </a:cubicBezTo>
                    <a:cubicBezTo>
                      <a:pt x="187" y="1969"/>
                      <a:pt x="199" y="1967"/>
                      <a:pt x="206" y="1965"/>
                    </a:cubicBezTo>
                    <a:cubicBezTo>
                      <a:pt x="213" y="1963"/>
                      <a:pt x="216" y="1956"/>
                      <a:pt x="220" y="1951"/>
                    </a:cubicBezTo>
                    <a:cubicBezTo>
                      <a:pt x="224" y="1947"/>
                      <a:pt x="227" y="1943"/>
                      <a:pt x="226" y="1931"/>
                    </a:cubicBezTo>
                    <a:cubicBezTo>
                      <a:pt x="225" y="1920"/>
                      <a:pt x="225" y="1920"/>
                      <a:pt x="226" y="1906"/>
                    </a:cubicBezTo>
                    <a:cubicBezTo>
                      <a:pt x="227" y="1898"/>
                      <a:pt x="232" y="1896"/>
                      <a:pt x="232" y="1882"/>
                    </a:cubicBezTo>
                    <a:cubicBezTo>
                      <a:pt x="233" y="1872"/>
                      <a:pt x="227" y="1827"/>
                      <a:pt x="228" y="1820"/>
                    </a:cubicBezTo>
                    <a:cubicBezTo>
                      <a:pt x="229" y="1807"/>
                      <a:pt x="231" y="1795"/>
                      <a:pt x="228" y="1772"/>
                    </a:cubicBezTo>
                    <a:cubicBezTo>
                      <a:pt x="226" y="1749"/>
                      <a:pt x="241" y="1662"/>
                      <a:pt x="245" y="1646"/>
                    </a:cubicBezTo>
                    <a:cubicBezTo>
                      <a:pt x="244" y="1647"/>
                      <a:pt x="244" y="1647"/>
                      <a:pt x="244" y="1647"/>
                    </a:cubicBezTo>
                    <a:cubicBezTo>
                      <a:pt x="248" y="1625"/>
                      <a:pt x="265" y="1552"/>
                      <a:pt x="263" y="1503"/>
                    </a:cubicBezTo>
                    <a:cubicBezTo>
                      <a:pt x="263" y="1471"/>
                      <a:pt x="269" y="1393"/>
                      <a:pt x="269" y="1371"/>
                    </a:cubicBezTo>
                    <a:cubicBezTo>
                      <a:pt x="269" y="1367"/>
                      <a:pt x="270" y="1343"/>
                      <a:pt x="269" y="1338"/>
                    </a:cubicBezTo>
                    <a:cubicBezTo>
                      <a:pt x="263" y="1305"/>
                      <a:pt x="279" y="1142"/>
                      <a:pt x="279" y="1140"/>
                    </a:cubicBezTo>
                    <a:cubicBezTo>
                      <a:pt x="281" y="1119"/>
                      <a:pt x="283" y="978"/>
                      <a:pt x="283" y="978"/>
                    </a:cubicBezTo>
                    <a:cubicBezTo>
                      <a:pt x="327" y="977"/>
                      <a:pt x="327" y="977"/>
                      <a:pt x="327" y="977"/>
                    </a:cubicBezTo>
                    <a:cubicBezTo>
                      <a:pt x="327" y="977"/>
                      <a:pt x="332" y="1120"/>
                      <a:pt x="334" y="1142"/>
                    </a:cubicBezTo>
                    <a:cubicBezTo>
                      <a:pt x="334" y="1144"/>
                      <a:pt x="343" y="1306"/>
                      <a:pt x="337" y="1338"/>
                    </a:cubicBezTo>
                    <a:cubicBezTo>
                      <a:pt x="337" y="1343"/>
                      <a:pt x="338" y="1367"/>
                      <a:pt x="338" y="1371"/>
                    </a:cubicBezTo>
                    <a:cubicBezTo>
                      <a:pt x="338" y="1393"/>
                      <a:pt x="345" y="1468"/>
                      <a:pt x="343" y="1500"/>
                    </a:cubicBezTo>
                    <a:cubicBezTo>
                      <a:pt x="339" y="1556"/>
                      <a:pt x="352" y="1630"/>
                      <a:pt x="357" y="1660"/>
                    </a:cubicBezTo>
                    <a:cubicBezTo>
                      <a:pt x="358" y="1660"/>
                      <a:pt x="358" y="1660"/>
                      <a:pt x="358" y="1660"/>
                    </a:cubicBezTo>
                    <a:cubicBezTo>
                      <a:pt x="360" y="1683"/>
                      <a:pt x="375" y="1749"/>
                      <a:pt x="373" y="1771"/>
                    </a:cubicBezTo>
                    <a:cubicBezTo>
                      <a:pt x="371" y="1794"/>
                      <a:pt x="373" y="1807"/>
                      <a:pt x="374" y="1820"/>
                    </a:cubicBezTo>
                    <a:cubicBezTo>
                      <a:pt x="374" y="1827"/>
                      <a:pt x="369" y="1872"/>
                      <a:pt x="369" y="1882"/>
                    </a:cubicBezTo>
                    <a:cubicBezTo>
                      <a:pt x="370" y="1896"/>
                      <a:pt x="375" y="1898"/>
                      <a:pt x="375" y="1906"/>
                    </a:cubicBezTo>
                    <a:cubicBezTo>
                      <a:pt x="376" y="1920"/>
                      <a:pt x="377" y="1920"/>
                      <a:pt x="376" y="1931"/>
                    </a:cubicBezTo>
                    <a:cubicBezTo>
                      <a:pt x="375" y="1943"/>
                      <a:pt x="378" y="1947"/>
                      <a:pt x="382" y="1951"/>
                    </a:cubicBezTo>
                    <a:cubicBezTo>
                      <a:pt x="386" y="1956"/>
                      <a:pt x="389" y="1963"/>
                      <a:pt x="396" y="1965"/>
                    </a:cubicBezTo>
                    <a:cubicBezTo>
                      <a:pt x="403" y="1967"/>
                      <a:pt x="414" y="1969"/>
                      <a:pt x="417" y="1957"/>
                    </a:cubicBezTo>
                    <a:cubicBezTo>
                      <a:pt x="421" y="1964"/>
                      <a:pt x="431" y="1963"/>
                      <a:pt x="437" y="1959"/>
                    </a:cubicBezTo>
                    <a:cubicBezTo>
                      <a:pt x="441" y="1965"/>
                      <a:pt x="450" y="1962"/>
                      <a:pt x="453" y="1955"/>
                    </a:cubicBezTo>
                    <a:cubicBezTo>
                      <a:pt x="454" y="1953"/>
                      <a:pt x="455" y="1952"/>
                      <a:pt x="455" y="1950"/>
                    </a:cubicBezTo>
                    <a:cubicBezTo>
                      <a:pt x="455" y="1950"/>
                      <a:pt x="455" y="1950"/>
                      <a:pt x="455" y="1950"/>
                    </a:cubicBezTo>
                    <a:cubicBezTo>
                      <a:pt x="460" y="1951"/>
                      <a:pt x="465" y="1949"/>
                      <a:pt x="465" y="1945"/>
                    </a:cubicBezTo>
                    <a:cubicBezTo>
                      <a:pt x="466" y="1943"/>
                      <a:pt x="466" y="1941"/>
                      <a:pt x="466" y="1939"/>
                    </a:cubicBezTo>
                    <a:cubicBezTo>
                      <a:pt x="466" y="1939"/>
                      <a:pt x="466" y="1939"/>
                      <a:pt x="466" y="1939"/>
                    </a:cubicBezTo>
                    <a:cubicBezTo>
                      <a:pt x="467" y="1939"/>
                      <a:pt x="467" y="1938"/>
                      <a:pt x="468" y="1937"/>
                    </a:cubicBezTo>
                    <a:cubicBezTo>
                      <a:pt x="471" y="1933"/>
                      <a:pt x="466" y="1924"/>
                      <a:pt x="465" y="1918"/>
                    </a:cubicBezTo>
                    <a:cubicBezTo>
                      <a:pt x="463" y="1910"/>
                      <a:pt x="460" y="1906"/>
                      <a:pt x="456" y="1902"/>
                    </a:cubicBezTo>
                    <a:cubicBezTo>
                      <a:pt x="451" y="1898"/>
                      <a:pt x="449" y="1892"/>
                      <a:pt x="443" y="1885"/>
                    </a:cubicBezTo>
                    <a:cubicBezTo>
                      <a:pt x="436" y="1878"/>
                      <a:pt x="425" y="1838"/>
                      <a:pt x="425" y="1837"/>
                    </a:cubicBezTo>
                    <a:cubicBezTo>
                      <a:pt x="429" y="1825"/>
                      <a:pt x="427" y="1812"/>
                      <a:pt x="426" y="1805"/>
                    </a:cubicBezTo>
                    <a:cubicBezTo>
                      <a:pt x="425" y="1797"/>
                      <a:pt x="428" y="1765"/>
                      <a:pt x="434" y="1726"/>
                    </a:cubicBezTo>
                    <a:cubicBezTo>
                      <a:pt x="438" y="1677"/>
                      <a:pt x="444" y="1632"/>
                      <a:pt x="446" y="1571"/>
                    </a:cubicBezTo>
                    <a:cubicBezTo>
                      <a:pt x="447" y="1539"/>
                      <a:pt x="441" y="1470"/>
                      <a:pt x="442" y="1403"/>
                    </a:cubicBezTo>
                    <a:cubicBezTo>
                      <a:pt x="443" y="1370"/>
                      <a:pt x="448" y="1346"/>
                      <a:pt x="449" y="1341"/>
                    </a:cubicBezTo>
                    <a:cubicBezTo>
                      <a:pt x="453" y="1320"/>
                      <a:pt x="448" y="1280"/>
                      <a:pt x="449" y="1268"/>
                    </a:cubicBezTo>
                    <a:cubicBezTo>
                      <a:pt x="453" y="1084"/>
                      <a:pt x="475" y="925"/>
                      <a:pt x="474" y="887"/>
                    </a:cubicBezTo>
                    <a:cubicBezTo>
                      <a:pt x="474" y="887"/>
                      <a:pt x="489" y="837"/>
                      <a:pt x="487" y="824"/>
                    </a:cubicBezTo>
                    <a:cubicBezTo>
                      <a:pt x="486" y="796"/>
                      <a:pt x="499" y="719"/>
                      <a:pt x="475" y="576"/>
                    </a:cubicBezTo>
                    <a:cubicBezTo>
                      <a:pt x="476" y="553"/>
                      <a:pt x="477" y="512"/>
                      <a:pt x="475" y="488"/>
                    </a:cubicBezTo>
                    <a:cubicBezTo>
                      <a:pt x="477" y="459"/>
                      <a:pt x="487" y="435"/>
                      <a:pt x="487" y="424"/>
                    </a:cubicBezTo>
                    <a:cubicBezTo>
                      <a:pt x="487" y="423"/>
                      <a:pt x="487" y="423"/>
                      <a:pt x="487" y="423"/>
                    </a:cubicBezTo>
                    <a:cubicBezTo>
                      <a:pt x="487" y="433"/>
                      <a:pt x="488" y="441"/>
                      <a:pt x="489" y="445"/>
                    </a:cubicBezTo>
                    <a:cubicBezTo>
                      <a:pt x="490" y="453"/>
                      <a:pt x="490" y="465"/>
                      <a:pt x="491" y="467"/>
                    </a:cubicBezTo>
                    <a:cubicBezTo>
                      <a:pt x="492" y="479"/>
                      <a:pt x="501" y="542"/>
                      <a:pt x="502" y="566"/>
                    </a:cubicBezTo>
                    <a:cubicBezTo>
                      <a:pt x="497" y="598"/>
                      <a:pt x="512" y="614"/>
                      <a:pt x="520" y="660"/>
                    </a:cubicBezTo>
                    <a:cubicBezTo>
                      <a:pt x="524" y="685"/>
                      <a:pt x="549" y="796"/>
                      <a:pt x="550" y="808"/>
                    </a:cubicBezTo>
                    <a:cubicBezTo>
                      <a:pt x="552" y="820"/>
                      <a:pt x="555" y="832"/>
                      <a:pt x="556" y="835"/>
                    </a:cubicBezTo>
                    <a:cubicBezTo>
                      <a:pt x="556" y="837"/>
                      <a:pt x="556" y="837"/>
                      <a:pt x="556" y="837"/>
                    </a:cubicBezTo>
                    <a:cubicBezTo>
                      <a:pt x="556" y="837"/>
                      <a:pt x="555" y="854"/>
                      <a:pt x="548" y="862"/>
                    </a:cubicBezTo>
                    <a:cubicBezTo>
                      <a:pt x="540" y="871"/>
                      <a:pt x="532" y="893"/>
                      <a:pt x="522" y="904"/>
                    </a:cubicBezTo>
                    <a:cubicBezTo>
                      <a:pt x="512" y="914"/>
                      <a:pt x="494" y="940"/>
                      <a:pt x="507" y="948"/>
                    </a:cubicBezTo>
                    <a:cubicBezTo>
                      <a:pt x="519" y="957"/>
                      <a:pt x="535" y="938"/>
                      <a:pt x="539" y="927"/>
                    </a:cubicBezTo>
                    <a:cubicBezTo>
                      <a:pt x="543" y="917"/>
                      <a:pt x="550" y="914"/>
                      <a:pt x="550" y="914"/>
                    </a:cubicBezTo>
                    <a:cubicBezTo>
                      <a:pt x="550" y="914"/>
                      <a:pt x="549" y="935"/>
                      <a:pt x="552" y="940"/>
                    </a:cubicBezTo>
                    <a:cubicBezTo>
                      <a:pt x="555" y="946"/>
                      <a:pt x="547" y="955"/>
                      <a:pt x="552" y="962"/>
                    </a:cubicBezTo>
                    <a:cubicBezTo>
                      <a:pt x="553" y="964"/>
                      <a:pt x="549" y="966"/>
                      <a:pt x="548" y="976"/>
                    </a:cubicBezTo>
                    <a:cubicBezTo>
                      <a:pt x="546" y="986"/>
                      <a:pt x="541" y="976"/>
                      <a:pt x="535" y="986"/>
                    </a:cubicBezTo>
                    <a:cubicBezTo>
                      <a:pt x="532" y="990"/>
                      <a:pt x="512" y="986"/>
                      <a:pt x="512" y="1004"/>
                    </a:cubicBezTo>
                    <a:cubicBezTo>
                      <a:pt x="512" y="1004"/>
                      <a:pt x="502" y="1013"/>
                      <a:pt x="510" y="1019"/>
                    </a:cubicBezTo>
                    <a:cubicBezTo>
                      <a:pt x="517" y="1020"/>
                      <a:pt x="517" y="1020"/>
                      <a:pt x="517" y="1020"/>
                    </a:cubicBezTo>
                    <a:cubicBezTo>
                      <a:pt x="517" y="1020"/>
                      <a:pt x="508" y="1027"/>
                      <a:pt x="515" y="1034"/>
                    </a:cubicBezTo>
                    <a:cubicBezTo>
                      <a:pt x="517" y="1037"/>
                      <a:pt x="527" y="1035"/>
                      <a:pt x="530" y="1035"/>
                    </a:cubicBezTo>
                    <a:cubicBezTo>
                      <a:pt x="533" y="1035"/>
                      <a:pt x="535" y="1035"/>
                      <a:pt x="535" y="1035"/>
                    </a:cubicBezTo>
                    <a:cubicBezTo>
                      <a:pt x="535" y="1035"/>
                      <a:pt x="535" y="1043"/>
                      <a:pt x="541" y="1044"/>
                    </a:cubicBezTo>
                    <a:cubicBezTo>
                      <a:pt x="547" y="1044"/>
                      <a:pt x="553" y="1039"/>
                      <a:pt x="555" y="1036"/>
                    </a:cubicBezTo>
                    <a:cubicBezTo>
                      <a:pt x="558" y="1033"/>
                      <a:pt x="570" y="1027"/>
                      <a:pt x="575" y="1019"/>
                    </a:cubicBezTo>
                    <a:cubicBezTo>
                      <a:pt x="580" y="1011"/>
                      <a:pt x="587" y="1010"/>
                      <a:pt x="592" y="985"/>
                    </a:cubicBezTo>
                    <a:cubicBezTo>
                      <a:pt x="595" y="973"/>
                      <a:pt x="604" y="958"/>
                      <a:pt x="604" y="949"/>
                    </a:cubicBezTo>
                    <a:cubicBezTo>
                      <a:pt x="605" y="939"/>
                      <a:pt x="607" y="930"/>
                      <a:pt x="604" y="914"/>
                    </a:cubicBezTo>
                    <a:cubicBezTo>
                      <a:pt x="603" y="901"/>
                      <a:pt x="607" y="864"/>
                      <a:pt x="609" y="852"/>
                    </a:cubicBezTo>
                    <a:cubicBezTo>
                      <a:pt x="609" y="852"/>
                      <a:pt x="609" y="852"/>
                      <a:pt x="609" y="852"/>
                    </a:cubicBezTo>
                    <a:cubicBezTo>
                      <a:pt x="612" y="836"/>
                      <a:pt x="608" y="824"/>
                      <a:pt x="607" y="820"/>
                    </a:cubicBezTo>
                    <a:close/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816" name="Freeform 6">
                <a:extLst>
                  <a:ext uri="{FF2B5EF4-FFF2-40B4-BE49-F238E27FC236}">
                    <a16:creationId xmlns:a16="http://schemas.microsoft.com/office/drawing/2014/main" id="{9B9484F4-4062-4C62-A8E4-4F692241EC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7" y="2447"/>
                <a:ext cx="43" cy="92"/>
              </a:xfrm>
              <a:custGeom>
                <a:avLst/>
                <a:gdLst>
                  <a:gd name="T0" fmla="*/ 8 w 28"/>
                  <a:gd name="T1" fmla="*/ 0 h 61"/>
                  <a:gd name="T2" fmla="*/ 66 w 28"/>
                  <a:gd name="T3" fmla="*/ 53 h 61"/>
                  <a:gd name="T4" fmla="*/ 69 w 28"/>
                  <a:gd name="T5" fmla="*/ 127 h 61"/>
                  <a:gd name="T6" fmla="*/ 58 w 28"/>
                  <a:gd name="T7" fmla="*/ 202 h 61"/>
                  <a:gd name="T8" fmla="*/ 34 w 28"/>
                  <a:gd name="T9" fmla="*/ 178 h 61"/>
                  <a:gd name="T10" fmla="*/ 12 w 28"/>
                  <a:gd name="T11" fmla="*/ 127 h 61"/>
                  <a:gd name="T12" fmla="*/ 8 w 28"/>
                  <a:gd name="T13" fmla="*/ 62 h 61"/>
                  <a:gd name="T14" fmla="*/ 8 w 28"/>
                  <a:gd name="T15" fmla="*/ 0 h 6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8" h="61">
                    <a:moveTo>
                      <a:pt x="2" y="0"/>
                    </a:moveTo>
                    <a:cubicBezTo>
                      <a:pt x="2" y="0"/>
                      <a:pt x="1" y="8"/>
                      <a:pt x="18" y="15"/>
                    </a:cubicBezTo>
                    <a:cubicBezTo>
                      <a:pt x="28" y="19"/>
                      <a:pt x="20" y="35"/>
                      <a:pt x="19" y="37"/>
                    </a:cubicBezTo>
                    <a:cubicBezTo>
                      <a:pt x="18" y="39"/>
                      <a:pt x="16" y="59"/>
                      <a:pt x="16" y="59"/>
                    </a:cubicBezTo>
                    <a:cubicBezTo>
                      <a:pt x="16" y="59"/>
                      <a:pt x="13" y="61"/>
                      <a:pt x="9" y="52"/>
                    </a:cubicBezTo>
                    <a:cubicBezTo>
                      <a:pt x="5" y="42"/>
                      <a:pt x="0" y="51"/>
                      <a:pt x="3" y="37"/>
                    </a:cubicBezTo>
                    <a:cubicBezTo>
                      <a:pt x="6" y="23"/>
                      <a:pt x="2" y="23"/>
                      <a:pt x="2" y="18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8E4C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817" name="Freeform 7">
                <a:extLst>
                  <a:ext uri="{FF2B5EF4-FFF2-40B4-BE49-F238E27FC236}">
                    <a16:creationId xmlns:a16="http://schemas.microsoft.com/office/drawing/2014/main" id="{E8724065-5B8F-414E-81E1-2E5C9CF241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8" y="2445"/>
                <a:ext cx="56" cy="181"/>
              </a:xfrm>
              <a:custGeom>
                <a:avLst/>
                <a:gdLst>
                  <a:gd name="T0" fmla="*/ 53 w 37"/>
                  <a:gd name="T1" fmla="*/ 0 h 120"/>
                  <a:gd name="T2" fmla="*/ 124 w 37"/>
                  <a:gd name="T3" fmla="*/ 75 h 120"/>
                  <a:gd name="T4" fmla="*/ 117 w 37"/>
                  <a:gd name="T5" fmla="*/ 127 h 120"/>
                  <a:gd name="T6" fmla="*/ 101 w 37"/>
                  <a:gd name="T7" fmla="*/ 198 h 120"/>
                  <a:gd name="T8" fmla="*/ 101 w 37"/>
                  <a:gd name="T9" fmla="*/ 229 h 120"/>
                  <a:gd name="T10" fmla="*/ 89 w 37"/>
                  <a:gd name="T11" fmla="*/ 250 h 120"/>
                  <a:gd name="T12" fmla="*/ 67 w 37"/>
                  <a:gd name="T13" fmla="*/ 323 h 120"/>
                  <a:gd name="T14" fmla="*/ 26 w 37"/>
                  <a:gd name="T15" fmla="*/ 359 h 120"/>
                  <a:gd name="T16" fmla="*/ 0 w 37"/>
                  <a:gd name="T17" fmla="*/ 412 h 12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7" h="120">
                    <a:moveTo>
                      <a:pt x="15" y="0"/>
                    </a:moveTo>
                    <a:cubicBezTo>
                      <a:pt x="15" y="12"/>
                      <a:pt x="34" y="11"/>
                      <a:pt x="36" y="22"/>
                    </a:cubicBezTo>
                    <a:cubicBezTo>
                      <a:pt x="37" y="26"/>
                      <a:pt x="35" y="33"/>
                      <a:pt x="34" y="37"/>
                    </a:cubicBezTo>
                    <a:cubicBezTo>
                      <a:pt x="31" y="44"/>
                      <a:pt x="30" y="50"/>
                      <a:pt x="29" y="58"/>
                    </a:cubicBezTo>
                    <a:cubicBezTo>
                      <a:pt x="29" y="61"/>
                      <a:pt x="30" y="64"/>
                      <a:pt x="29" y="67"/>
                    </a:cubicBezTo>
                    <a:cubicBezTo>
                      <a:pt x="29" y="70"/>
                      <a:pt x="28" y="70"/>
                      <a:pt x="26" y="73"/>
                    </a:cubicBezTo>
                    <a:cubicBezTo>
                      <a:pt x="22" y="79"/>
                      <a:pt x="21" y="87"/>
                      <a:pt x="19" y="94"/>
                    </a:cubicBezTo>
                    <a:cubicBezTo>
                      <a:pt x="16" y="101"/>
                      <a:pt x="12" y="100"/>
                      <a:pt x="7" y="105"/>
                    </a:cubicBezTo>
                    <a:cubicBezTo>
                      <a:pt x="4" y="108"/>
                      <a:pt x="0" y="115"/>
                      <a:pt x="0" y="120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818" name="Freeform 8">
                <a:extLst>
                  <a:ext uri="{FF2B5EF4-FFF2-40B4-BE49-F238E27FC236}">
                    <a16:creationId xmlns:a16="http://schemas.microsoft.com/office/drawing/2014/main" id="{B96D9DC4-4A33-4162-84D2-BD97C8C46F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0" y="2439"/>
                <a:ext cx="18" cy="6"/>
              </a:xfrm>
              <a:custGeom>
                <a:avLst/>
                <a:gdLst>
                  <a:gd name="T0" fmla="*/ 0 w 12"/>
                  <a:gd name="T1" fmla="*/ 14 h 4"/>
                  <a:gd name="T2" fmla="*/ 41 w 12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4">
                    <a:moveTo>
                      <a:pt x="0" y="4"/>
                    </a:moveTo>
                    <a:cubicBezTo>
                      <a:pt x="3" y="1"/>
                      <a:pt x="7" y="0"/>
                      <a:pt x="12" y="0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819" name="Freeform 9">
                <a:extLst>
                  <a:ext uri="{FF2B5EF4-FFF2-40B4-BE49-F238E27FC236}">
                    <a16:creationId xmlns:a16="http://schemas.microsoft.com/office/drawing/2014/main" id="{93C91E15-C311-4246-A9B6-523BFB193B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3" y="2518"/>
                <a:ext cx="18" cy="19"/>
              </a:xfrm>
              <a:custGeom>
                <a:avLst/>
                <a:gdLst>
                  <a:gd name="T0" fmla="*/ 0 w 12"/>
                  <a:gd name="T1" fmla="*/ 0 h 13"/>
                  <a:gd name="T2" fmla="*/ 41 w 12"/>
                  <a:gd name="T3" fmla="*/ 41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13">
                    <a:moveTo>
                      <a:pt x="0" y="0"/>
                    </a:moveTo>
                    <a:cubicBezTo>
                      <a:pt x="7" y="2"/>
                      <a:pt x="6" y="12"/>
                      <a:pt x="12" y="13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820" name="Freeform 10">
                <a:extLst>
                  <a:ext uri="{FF2B5EF4-FFF2-40B4-BE49-F238E27FC236}">
                    <a16:creationId xmlns:a16="http://schemas.microsoft.com/office/drawing/2014/main" id="{5B52FF9A-AFD5-4DA7-B180-19B89F3321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9" y="2577"/>
                <a:ext cx="59" cy="28"/>
              </a:xfrm>
              <a:custGeom>
                <a:avLst/>
                <a:gdLst>
                  <a:gd name="T0" fmla="*/ 135 w 39"/>
                  <a:gd name="T1" fmla="*/ 0 h 19"/>
                  <a:gd name="T2" fmla="*/ 68 w 39"/>
                  <a:gd name="T3" fmla="*/ 46 h 19"/>
                  <a:gd name="T4" fmla="*/ 0 w 39"/>
                  <a:gd name="T5" fmla="*/ 60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9" h="19">
                    <a:moveTo>
                      <a:pt x="39" y="0"/>
                    </a:moveTo>
                    <a:cubicBezTo>
                      <a:pt x="31" y="2"/>
                      <a:pt x="28" y="12"/>
                      <a:pt x="20" y="14"/>
                    </a:cubicBezTo>
                    <a:cubicBezTo>
                      <a:pt x="13" y="16"/>
                      <a:pt x="5" y="14"/>
                      <a:pt x="0" y="19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821" name="Freeform 11">
                <a:extLst>
                  <a:ext uri="{FF2B5EF4-FFF2-40B4-BE49-F238E27FC236}">
                    <a16:creationId xmlns:a16="http://schemas.microsoft.com/office/drawing/2014/main" id="{B86E32E7-C93E-4E17-B81F-903FACF99B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3" y="2534"/>
                <a:ext cx="74" cy="47"/>
              </a:xfrm>
              <a:custGeom>
                <a:avLst/>
                <a:gdLst>
                  <a:gd name="T0" fmla="*/ 0 w 49"/>
                  <a:gd name="T1" fmla="*/ 108 h 31"/>
                  <a:gd name="T2" fmla="*/ 53 w 49"/>
                  <a:gd name="T3" fmla="*/ 102 h 31"/>
                  <a:gd name="T4" fmla="*/ 107 w 49"/>
                  <a:gd name="T5" fmla="*/ 76 h 31"/>
                  <a:gd name="T6" fmla="*/ 148 w 49"/>
                  <a:gd name="T7" fmla="*/ 49 h 31"/>
                  <a:gd name="T8" fmla="*/ 169 w 49"/>
                  <a:gd name="T9" fmla="*/ 0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9" h="31">
                    <a:moveTo>
                      <a:pt x="0" y="31"/>
                    </a:moveTo>
                    <a:cubicBezTo>
                      <a:pt x="5" y="29"/>
                      <a:pt x="9" y="29"/>
                      <a:pt x="15" y="29"/>
                    </a:cubicBezTo>
                    <a:cubicBezTo>
                      <a:pt x="21" y="29"/>
                      <a:pt x="24" y="23"/>
                      <a:pt x="31" y="22"/>
                    </a:cubicBezTo>
                    <a:cubicBezTo>
                      <a:pt x="37" y="21"/>
                      <a:pt x="40" y="21"/>
                      <a:pt x="43" y="14"/>
                    </a:cubicBezTo>
                    <a:cubicBezTo>
                      <a:pt x="45" y="9"/>
                      <a:pt x="45" y="4"/>
                      <a:pt x="49" y="0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822" name="Freeform 12">
                <a:extLst>
                  <a:ext uri="{FF2B5EF4-FFF2-40B4-BE49-F238E27FC236}">
                    <a16:creationId xmlns:a16="http://schemas.microsoft.com/office/drawing/2014/main" id="{10B71E7C-6685-4AC9-893C-EB263BC393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9" y="2471"/>
                <a:ext cx="26" cy="26"/>
              </a:xfrm>
              <a:custGeom>
                <a:avLst/>
                <a:gdLst>
                  <a:gd name="T0" fmla="*/ 61 w 17"/>
                  <a:gd name="T1" fmla="*/ 26 h 17"/>
                  <a:gd name="T2" fmla="*/ 43 w 17"/>
                  <a:gd name="T3" fmla="*/ 61 h 17"/>
                  <a:gd name="T4" fmla="*/ 0 w 17"/>
                  <a:gd name="T5" fmla="*/ 32 h 17"/>
                  <a:gd name="T6" fmla="*/ 21 w 17"/>
                  <a:gd name="T7" fmla="*/ 0 h 17"/>
                  <a:gd name="T8" fmla="*/ 61 w 17"/>
                  <a:gd name="T9" fmla="*/ 26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17">
                    <a:moveTo>
                      <a:pt x="17" y="7"/>
                    </a:moveTo>
                    <a:cubicBezTo>
                      <a:pt x="12" y="17"/>
                      <a:pt x="12" y="17"/>
                      <a:pt x="12" y="17"/>
                    </a:cubicBezTo>
                    <a:cubicBezTo>
                      <a:pt x="12" y="17"/>
                      <a:pt x="4" y="10"/>
                      <a:pt x="0" y="9"/>
                    </a:cubicBezTo>
                    <a:cubicBezTo>
                      <a:pt x="0" y="9"/>
                      <a:pt x="3" y="2"/>
                      <a:pt x="6" y="0"/>
                    </a:cubicBezTo>
                    <a:cubicBezTo>
                      <a:pt x="6" y="0"/>
                      <a:pt x="14" y="0"/>
                      <a:pt x="17" y="7"/>
                    </a:cubicBezTo>
                    <a:close/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823" name="Freeform 13">
                <a:extLst>
                  <a:ext uri="{FF2B5EF4-FFF2-40B4-BE49-F238E27FC236}">
                    <a16:creationId xmlns:a16="http://schemas.microsoft.com/office/drawing/2014/main" id="{5D933E8A-8974-4A98-A6EF-A26946162B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4" y="2625"/>
                <a:ext cx="25" cy="17"/>
              </a:xfrm>
              <a:custGeom>
                <a:avLst/>
                <a:gdLst>
                  <a:gd name="T0" fmla="*/ 54 w 17"/>
                  <a:gd name="T1" fmla="*/ 12 h 11"/>
                  <a:gd name="T2" fmla="*/ 13 w 17"/>
                  <a:gd name="T3" fmla="*/ 22 h 11"/>
                  <a:gd name="T4" fmla="*/ 13 w 17"/>
                  <a:gd name="T5" fmla="*/ 40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11">
                    <a:moveTo>
                      <a:pt x="17" y="3"/>
                    </a:moveTo>
                    <a:cubicBezTo>
                      <a:pt x="17" y="3"/>
                      <a:pt x="13" y="0"/>
                      <a:pt x="4" y="6"/>
                    </a:cubicBezTo>
                    <a:cubicBezTo>
                      <a:pt x="0" y="9"/>
                      <a:pt x="0" y="11"/>
                      <a:pt x="4" y="11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824" name="Freeform 14">
                <a:extLst>
                  <a:ext uri="{FF2B5EF4-FFF2-40B4-BE49-F238E27FC236}">
                    <a16:creationId xmlns:a16="http://schemas.microsoft.com/office/drawing/2014/main" id="{71B64876-E125-4308-B35C-51F5511F96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4" y="2522"/>
                <a:ext cx="64" cy="56"/>
              </a:xfrm>
              <a:custGeom>
                <a:avLst/>
                <a:gdLst>
                  <a:gd name="T0" fmla="*/ 137 w 42"/>
                  <a:gd name="T1" fmla="*/ 0 h 37"/>
                  <a:gd name="T2" fmla="*/ 123 w 42"/>
                  <a:gd name="T3" fmla="*/ 35 h 37"/>
                  <a:gd name="T4" fmla="*/ 116 w 42"/>
                  <a:gd name="T5" fmla="*/ 54 h 37"/>
                  <a:gd name="T6" fmla="*/ 101 w 42"/>
                  <a:gd name="T7" fmla="*/ 62 h 37"/>
                  <a:gd name="T8" fmla="*/ 81 w 42"/>
                  <a:gd name="T9" fmla="*/ 73 h 37"/>
                  <a:gd name="T10" fmla="*/ 75 w 42"/>
                  <a:gd name="T11" fmla="*/ 80 h 37"/>
                  <a:gd name="T12" fmla="*/ 56 w 42"/>
                  <a:gd name="T13" fmla="*/ 82 h 37"/>
                  <a:gd name="T14" fmla="*/ 27 w 42"/>
                  <a:gd name="T15" fmla="*/ 94 h 37"/>
                  <a:gd name="T16" fmla="*/ 5 w 42"/>
                  <a:gd name="T17" fmla="*/ 124 h 37"/>
                  <a:gd name="T18" fmla="*/ 32 w 42"/>
                  <a:gd name="T19" fmla="*/ 121 h 37"/>
                  <a:gd name="T20" fmla="*/ 49 w 42"/>
                  <a:gd name="T21" fmla="*/ 121 h 37"/>
                  <a:gd name="T22" fmla="*/ 62 w 42"/>
                  <a:gd name="T23" fmla="*/ 117 h 37"/>
                  <a:gd name="T24" fmla="*/ 93 w 42"/>
                  <a:gd name="T25" fmla="*/ 101 h 37"/>
                  <a:gd name="T26" fmla="*/ 123 w 42"/>
                  <a:gd name="T27" fmla="*/ 88 h 37"/>
                  <a:gd name="T28" fmla="*/ 134 w 42"/>
                  <a:gd name="T29" fmla="*/ 76 h 37"/>
                  <a:gd name="T30" fmla="*/ 137 w 42"/>
                  <a:gd name="T31" fmla="*/ 54 h 37"/>
                  <a:gd name="T32" fmla="*/ 149 w 42"/>
                  <a:gd name="T33" fmla="*/ 26 h 37"/>
                  <a:gd name="T34" fmla="*/ 142 w 42"/>
                  <a:gd name="T35" fmla="*/ 0 h 37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42" h="37">
                    <a:moveTo>
                      <a:pt x="39" y="0"/>
                    </a:moveTo>
                    <a:cubicBezTo>
                      <a:pt x="37" y="3"/>
                      <a:pt x="36" y="7"/>
                      <a:pt x="35" y="10"/>
                    </a:cubicBezTo>
                    <a:cubicBezTo>
                      <a:pt x="34" y="12"/>
                      <a:pt x="34" y="15"/>
                      <a:pt x="33" y="16"/>
                    </a:cubicBezTo>
                    <a:cubicBezTo>
                      <a:pt x="32" y="17"/>
                      <a:pt x="30" y="18"/>
                      <a:pt x="28" y="18"/>
                    </a:cubicBezTo>
                    <a:cubicBezTo>
                      <a:pt x="26" y="19"/>
                      <a:pt x="25" y="20"/>
                      <a:pt x="23" y="21"/>
                    </a:cubicBezTo>
                    <a:cubicBezTo>
                      <a:pt x="22" y="22"/>
                      <a:pt x="21" y="23"/>
                      <a:pt x="21" y="23"/>
                    </a:cubicBezTo>
                    <a:cubicBezTo>
                      <a:pt x="19" y="24"/>
                      <a:pt x="18" y="24"/>
                      <a:pt x="16" y="24"/>
                    </a:cubicBezTo>
                    <a:cubicBezTo>
                      <a:pt x="14" y="25"/>
                      <a:pt x="11" y="26"/>
                      <a:pt x="8" y="27"/>
                    </a:cubicBezTo>
                    <a:cubicBezTo>
                      <a:pt x="5" y="29"/>
                      <a:pt x="0" y="31"/>
                      <a:pt x="1" y="36"/>
                    </a:cubicBezTo>
                    <a:cubicBezTo>
                      <a:pt x="3" y="37"/>
                      <a:pt x="7" y="36"/>
                      <a:pt x="9" y="35"/>
                    </a:cubicBezTo>
                    <a:cubicBezTo>
                      <a:pt x="11" y="34"/>
                      <a:pt x="12" y="35"/>
                      <a:pt x="14" y="35"/>
                    </a:cubicBezTo>
                    <a:cubicBezTo>
                      <a:pt x="15" y="34"/>
                      <a:pt x="17" y="34"/>
                      <a:pt x="18" y="34"/>
                    </a:cubicBezTo>
                    <a:cubicBezTo>
                      <a:pt x="21" y="33"/>
                      <a:pt x="23" y="30"/>
                      <a:pt x="26" y="29"/>
                    </a:cubicBezTo>
                    <a:cubicBezTo>
                      <a:pt x="29" y="27"/>
                      <a:pt x="32" y="26"/>
                      <a:pt x="35" y="25"/>
                    </a:cubicBezTo>
                    <a:cubicBezTo>
                      <a:pt x="36" y="24"/>
                      <a:pt x="38" y="23"/>
                      <a:pt x="38" y="22"/>
                    </a:cubicBezTo>
                    <a:cubicBezTo>
                      <a:pt x="39" y="20"/>
                      <a:pt x="39" y="18"/>
                      <a:pt x="39" y="16"/>
                    </a:cubicBezTo>
                    <a:cubicBezTo>
                      <a:pt x="40" y="13"/>
                      <a:pt x="41" y="10"/>
                      <a:pt x="42" y="7"/>
                    </a:cubicBezTo>
                    <a:cubicBezTo>
                      <a:pt x="42" y="4"/>
                      <a:pt x="42" y="1"/>
                      <a:pt x="40" y="0"/>
                    </a:cubicBezTo>
                  </a:path>
                </a:pathLst>
              </a:custGeom>
              <a:solidFill>
                <a:srgbClr val="8E4C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825" name="Freeform 15">
                <a:extLst>
                  <a:ext uri="{FF2B5EF4-FFF2-40B4-BE49-F238E27FC236}">
                    <a16:creationId xmlns:a16="http://schemas.microsoft.com/office/drawing/2014/main" id="{F4273681-DFB0-4AB7-8542-CB01ACF94C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3" y="2536"/>
                <a:ext cx="78" cy="65"/>
              </a:xfrm>
              <a:custGeom>
                <a:avLst/>
                <a:gdLst>
                  <a:gd name="T0" fmla="*/ 176 w 52"/>
                  <a:gd name="T1" fmla="*/ 12 h 43"/>
                  <a:gd name="T2" fmla="*/ 161 w 52"/>
                  <a:gd name="T3" fmla="*/ 12 h 43"/>
                  <a:gd name="T4" fmla="*/ 147 w 52"/>
                  <a:gd name="T5" fmla="*/ 53 h 43"/>
                  <a:gd name="T6" fmla="*/ 116 w 52"/>
                  <a:gd name="T7" fmla="*/ 76 h 43"/>
                  <a:gd name="T8" fmla="*/ 86 w 52"/>
                  <a:gd name="T9" fmla="*/ 89 h 43"/>
                  <a:gd name="T10" fmla="*/ 72 w 52"/>
                  <a:gd name="T11" fmla="*/ 101 h 43"/>
                  <a:gd name="T12" fmla="*/ 59 w 52"/>
                  <a:gd name="T13" fmla="*/ 101 h 43"/>
                  <a:gd name="T14" fmla="*/ 21 w 52"/>
                  <a:gd name="T15" fmla="*/ 103 h 43"/>
                  <a:gd name="T16" fmla="*/ 0 w 52"/>
                  <a:gd name="T17" fmla="*/ 116 h 43"/>
                  <a:gd name="T18" fmla="*/ 14 w 52"/>
                  <a:gd name="T19" fmla="*/ 142 h 43"/>
                  <a:gd name="T20" fmla="*/ 45 w 52"/>
                  <a:gd name="T21" fmla="*/ 138 h 43"/>
                  <a:gd name="T22" fmla="*/ 72 w 52"/>
                  <a:gd name="T23" fmla="*/ 130 h 43"/>
                  <a:gd name="T24" fmla="*/ 102 w 52"/>
                  <a:gd name="T25" fmla="*/ 115 h 43"/>
                  <a:gd name="T26" fmla="*/ 134 w 52"/>
                  <a:gd name="T27" fmla="*/ 89 h 43"/>
                  <a:gd name="T28" fmla="*/ 143 w 52"/>
                  <a:gd name="T29" fmla="*/ 86 h 43"/>
                  <a:gd name="T30" fmla="*/ 149 w 52"/>
                  <a:gd name="T31" fmla="*/ 68 h 43"/>
                  <a:gd name="T32" fmla="*/ 162 w 52"/>
                  <a:gd name="T33" fmla="*/ 41 h 43"/>
                  <a:gd name="T34" fmla="*/ 170 w 52"/>
                  <a:gd name="T35" fmla="*/ 26 h 43"/>
                  <a:gd name="T36" fmla="*/ 174 w 52"/>
                  <a:gd name="T37" fmla="*/ 8 h 43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52" h="43">
                    <a:moveTo>
                      <a:pt x="52" y="3"/>
                    </a:moveTo>
                    <a:cubicBezTo>
                      <a:pt x="50" y="1"/>
                      <a:pt x="48" y="0"/>
                      <a:pt x="47" y="3"/>
                    </a:cubicBezTo>
                    <a:cubicBezTo>
                      <a:pt x="47" y="7"/>
                      <a:pt x="45" y="11"/>
                      <a:pt x="43" y="15"/>
                    </a:cubicBezTo>
                    <a:cubicBezTo>
                      <a:pt x="41" y="19"/>
                      <a:pt x="38" y="21"/>
                      <a:pt x="34" y="22"/>
                    </a:cubicBezTo>
                    <a:cubicBezTo>
                      <a:pt x="31" y="24"/>
                      <a:pt x="28" y="24"/>
                      <a:pt x="25" y="26"/>
                    </a:cubicBezTo>
                    <a:cubicBezTo>
                      <a:pt x="24" y="27"/>
                      <a:pt x="23" y="28"/>
                      <a:pt x="21" y="29"/>
                    </a:cubicBezTo>
                    <a:cubicBezTo>
                      <a:pt x="20" y="29"/>
                      <a:pt x="18" y="29"/>
                      <a:pt x="17" y="29"/>
                    </a:cubicBezTo>
                    <a:cubicBezTo>
                      <a:pt x="13" y="30"/>
                      <a:pt x="10" y="30"/>
                      <a:pt x="6" y="30"/>
                    </a:cubicBezTo>
                    <a:cubicBezTo>
                      <a:pt x="4" y="30"/>
                      <a:pt x="0" y="31"/>
                      <a:pt x="0" y="34"/>
                    </a:cubicBezTo>
                    <a:cubicBezTo>
                      <a:pt x="0" y="36"/>
                      <a:pt x="2" y="40"/>
                      <a:pt x="4" y="41"/>
                    </a:cubicBezTo>
                    <a:cubicBezTo>
                      <a:pt x="6" y="43"/>
                      <a:pt x="10" y="41"/>
                      <a:pt x="13" y="40"/>
                    </a:cubicBezTo>
                    <a:cubicBezTo>
                      <a:pt x="15" y="39"/>
                      <a:pt x="18" y="38"/>
                      <a:pt x="21" y="38"/>
                    </a:cubicBezTo>
                    <a:cubicBezTo>
                      <a:pt x="25" y="37"/>
                      <a:pt x="27" y="36"/>
                      <a:pt x="30" y="33"/>
                    </a:cubicBezTo>
                    <a:cubicBezTo>
                      <a:pt x="33" y="30"/>
                      <a:pt x="35" y="28"/>
                      <a:pt x="39" y="26"/>
                    </a:cubicBezTo>
                    <a:cubicBezTo>
                      <a:pt x="40" y="26"/>
                      <a:pt x="41" y="25"/>
                      <a:pt x="42" y="25"/>
                    </a:cubicBezTo>
                    <a:cubicBezTo>
                      <a:pt x="43" y="24"/>
                      <a:pt x="43" y="21"/>
                      <a:pt x="44" y="20"/>
                    </a:cubicBezTo>
                    <a:cubicBezTo>
                      <a:pt x="45" y="17"/>
                      <a:pt x="47" y="14"/>
                      <a:pt x="48" y="12"/>
                    </a:cubicBezTo>
                    <a:cubicBezTo>
                      <a:pt x="49" y="10"/>
                      <a:pt x="50" y="8"/>
                      <a:pt x="50" y="7"/>
                    </a:cubicBezTo>
                    <a:cubicBezTo>
                      <a:pt x="51" y="5"/>
                      <a:pt x="51" y="4"/>
                      <a:pt x="51" y="2"/>
                    </a:cubicBezTo>
                  </a:path>
                </a:pathLst>
              </a:custGeom>
              <a:solidFill>
                <a:srgbClr val="8E4C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826" name="Freeform 16">
                <a:extLst>
                  <a:ext uri="{FF2B5EF4-FFF2-40B4-BE49-F238E27FC236}">
                    <a16:creationId xmlns:a16="http://schemas.microsoft.com/office/drawing/2014/main" id="{0123DCE9-6B29-4E2C-B0D6-EE513D71B7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0" y="2580"/>
                <a:ext cx="48" cy="36"/>
              </a:xfrm>
              <a:custGeom>
                <a:avLst/>
                <a:gdLst>
                  <a:gd name="T0" fmla="*/ 108 w 32"/>
                  <a:gd name="T1" fmla="*/ 0 h 24"/>
                  <a:gd name="T2" fmla="*/ 95 w 32"/>
                  <a:gd name="T3" fmla="*/ 32 h 24"/>
                  <a:gd name="T4" fmla="*/ 80 w 32"/>
                  <a:gd name="T5" fmla="*/ 41 h 24"/>
                  <a:gd name="T6" fmla="*/ 66 w 32"/>
                  <a:gd name="T7" fmla="*/ 53 h 24"/>
                  <a:gd name="T8" fmla="*/ 26 w 32"/>
                  <a:gd name="T9" fmla="*/ 81 h 24"/>
                  <a:gd name="T10" fmla="*/ 0 w 32"/>
                  <a:gd name="T11" fmla="*/ 59 h 24"/>
                  <a:gd name="T12" fmla="*/ 18 w 32"/>
                  <a:gd name="T13" fmla="*/ 48 h 24"/>
                  <a:gd name="T14" fmla="*/ 48 w 32"/>
                  <a:gd name="T15" fmla="*/ 45 h 24"/>
                  <a:gd name="T16" fmla="*/ 75 w 32"/>
                  <a:gd name="T17" fmla="*/ 26 h 24"/>
                  <a:gd name="T18" fmla="*/ 95 w 32"/>
                  <a:gd name="T19" fmla="*/ 8 h 24"/>
                  <a:gd name="T20" fmla="*/ 107 w 32"/>
                  <a:gd name="T21" fmla="*/ 0 h 2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2" h="24">
                    <a:moveTo>
                      <a:pt x="32" y="0"/>
                    </a:moveTo>
                    <a:cubicBezTo>
                      <a:pt x="29" y="2"/>
                      <a:pt x="30" y="7"/>
                      <a:pt x="28" y="9"/>
                    </a:cubicBezTo>
                    <a:cubicBezTo>
                      <a:pt x="27" y="11"/>
                      <a:pt x="24" y="11"/>
                      <a:pt x="23" y="12"/>
                    </a:cubicBezTo>
                    <a:cubicBezTo>
                      <a:pt x="21" y="12"/>
                      <a:pt x="20" y="13"/>
                      <a:pt x="19" y="15"/>
                    </a:cubicBezTo>
                    <a:cubicBezTo>
                      <a:pt x="16" y="18"/>
                      <a:pt x="12" y="24"/>
                      <a:pt x="7" y="24"/>
                    </a:cubicBezTo>
                    <a:cubicBezTo>
                      <a:pt x="5" y="23"/>
                      <a:pt x="0" y="20"/>
                      <a:pt x="0" y="17"/>
                    </a:cubicBezTo>
                    <a:cubicBezTo>
                      <a:pt x="1" y="14"/>
                      <a:pt x="4" y="14"/>
                      <a:pt x="5" y="14"/>
                    </a:cubicBezTo>
                    <a:cubicBezTo>
                      <a:pt x="8" y="13"/>
                      <a:pt x="12" y="14"/>
                      <a:pt x="14" y="13"/>
                    </a:cubicBezTo>
                    <a:cubicBezTo>
                      <a:pt x="17" y="11"/>
                      <a:pt x="19" y="10"/>
                      <a:pt x="22" y="7"/>
                    </a:cubicBezTo>
                    <a:cubicBezTo>
                      <a:pt x="24" y="5"/>
                      <a:pt x="26" y="4"/>
                      <a:pt x="28" y="2"/>
                    </a:cubicBezTo>
                    <a:cubicBezTo>
                      <a:pt x="29" y="2"/>
                      <a:pt x="30" y="1"/>
                      <a:pt x="31" y="0"/>
                    </a:cubicBezTo>
                  </a:path>
                </a:pathLst>
              </a:custGeom>
              <a:solidFill>
                <a:srgbClr val="8E4C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827" name="Freeform 17">
                <a:extLst>
                  <a:ext uri="{FF2B5EF4-FFF2-40B4-BE49-F238E27FC236}">
                    <a16:creationId xmlns:a16="http://schemas.microsoft.com/office/drawing/2014/main" id="{0C913546-03FA-4C5F-9339-0F8047CF4D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6" y="2462"/>
                <a:ext cx="17" cy="63"/>
              </a:xfrm>
              <a:custGeom>
                <a:avLst/>
                <a:gdLst>
                  <a:gd name="T0" fmla="*/ 0 w 11"/>
                  <a:gd name="T1" fmla="*/ 0 h 42"/>
                  <a:gd name="T2" fmla="*/ 22 w 11"/>
                  <a:gd name="T3" fmla="*/ 68 h 42"/>
                  <a:gd name="T4" fmla="*/ 12 w 11"/>
                  <a:gd name="T5" fmla="*/ 102 h 42"/>
                  <a:gd name="T6" fmla="*/ 5 w 11"/>
                  <a:gd name="T7" fmla="*/ 143 h 42"/>
                  <a:gd name="T8" fmla="*/ 26 w 11"/>
                  <a:gd name="T9" fmla="*/ 107 h 42"/>
                  <a:gd name="T10" fmla="*/ 36 w 11"/>
                  <a:gd name="T11" fmla="*/ 53 h 42"/>
                  <a:gd name="T12" fmla="*/ 5 w 11"/>
                  <a:gd name="T13" fmla="*/ 5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42">
                    <a:moveTo>
                      <a:pt x="0" y="0"/>
                    </a:moveTo>
                    <a:cubicBezTo>
                      <a:pt x="5" y="2"/>
                      <a:pt x="7" y="15"/>
                      <a:pt x="6" y="20"/>
                    </a:cubicBezTo>
                    <a:cubicBezTo>
                      <a:pt x="6" y="23"/>
                      <a:pt x="4" y="26"/>
                      <a:pt x="3" y="30"/>
                    </a:cubicBezTo>
                    <a:cubicBezTo>
                      <a:pt x="2" y="34"/>
                      <a:pt x="2" y="38"/>
                      <a:pt x="1" y="42"/>
                    </a:cubicBezTo>
                    <a:cubicBezTo>
                      <a:pt x="4" y="40"/>
                      <a:pt x="5" y="34"/>
                      <a:pt x="7" y="31"/>
                    </a:cubicBezTo>
                    <a:cubicBezTo>
                      <a:pt x="9" y="26"/>
                      <a:pt x="11" y="21"/>
                      <a:pt x="10" y="15"/>
                    </a:cubicBezTo>
                    <a:cubicBezTo>
                      <a:pt x="9" y="10"/>
                      <a:pt x="7" y="1"/>
                      <a:pt x="1" y="1"/>
                    </a:cubicBezTo>
                  </a:path>
                </a:pathLst>
              </a:custGeom>
              <a:solidFill>
                <a:srgbClr val="C1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828" name="Freeform 18">
                <a:extLst>
                  <a:ext uri="{FF2B5EF4-FFF2-40B4-BE49-F238E27FC236}">
                    <a16:creationId xmlns:a16="http://schemas.microsoft.com/office/drawing/2014/main" id="{29C9B8C8-9313-4471-88CD-8398C08AC2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7" y="2473"/>
                <a:ext cx="16" cy="13"/>
              </a:xfrm>
              <a:custGeom>
                <a:avLst/>
                <a:gdLst>
                  <a:gd name="T0" fmla="*/ 32 w 11"/>
                  <a:gd name="T1" fmla="*/ 19 h 9"/>
                  <a:gd name="T2" fmla="*/ 19 w 11"/>
                  <a:gd name="T3" fmla="*/ 6 h 9"/>
                  <a:gd name="T4" fmla="*/ 6 w 11"/>
                  <a:gd name="T5" fmla="*/ 0 h 9"/>
                  <a:gd name="T6" fmla="*/ 19 w 11"/>
                  <a:gd name="T7" fmla="*/ 14 h 9"/>
                  <a:gd name="T8" fmla="*/ 33 w 11"/>
                  <a:gd name="T9" fmla="*/ 19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9">
                    <a:moveTo>
                      <a:pt x="10" y="6"/>
                    </a:moveTo>
                    <a:cubicBezTo>
                      <a:pt x="10" y="4"/>
                      <a:pt x="8" y="2"/>
                      <a:pt x="6" y="2"/>
                    </a:cubicBezTo>
                    <a:cubicBezTo>
                      <a:pt x="6" y="1"/>
                      <a:pt x="2" y="0"/>
                      <a:pt x="2" y="0"/>
                    </a:cubicBezTo>
                    <a:cubicBezTo>
                      <a:pt x="0" y="2"/>
                      <a:pt x="5" y="4"/>
                      <a:pt x="6" y="5"/>
                    </a:cubicBezTo>
                    <a:cubicBezTo>
                      <a:pt x="7" y="5"/>
                      <a:pt x="10" y="9"/>
                      <a:pt x="11" y="6"/>
                    </a:cubicBezTo>
                  </a:path>
                </a:pathLst>
              </a:custGeom>
              <a:solidFill>
                <a:srgbClr val="C1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829" name="Freeform 19">
                <a:extLst>
                  <a:ext uri="{FF2B5EF4-FFF2-40B4-BE49-F238E27FC236}">
                    <a16:creationId xmlns:a16="http://schemas.microsoft.com/office/drawing/2014/main" id="{AB99D9E8-FCE4-4610-B361-3F4B2F735F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9" y="2628"/>
                <a:ext cx="7" cy="6"/>
              </a:xfrm>
              <a:custGeom>
                <a:avLst/>
                <a:gdLst>
                  <a:gd name="T0" fmla="*/ 14 w 5"/>
                  <a:gd name="T1" fmla="*/ 5 h 4"/>
                  <a:gd name="T2" fmla="*/ 8 w 5"/>
                  <a:gd name="T3" fmla="*/ 14 h 4"/>
                  <a:gd name="T4" fmla="*/ 14 w 5"/>
                  <a:gd name="T5" fmla="*/ 5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4">
                    <a:moveTo>
                      <a:pt x="5" y="1"/>
                    </a:moveTo>
                    <a:cubicBezTo>
                      <a:pt x="4" y="2"/>
                      <a:pt x="3" y="3"/>
                      <a:pt x="3" y="4"/>
                    </a:cubicBezTo>
                    <a:cubicBezTo>
                      <a:pt x="0" y="2"/>
                      <a:pt x="4" y="0"/>
                      <a:pt x="5" y="1"/>
                    </a:cubicBezTo>
                  </a:path>
                </a:pathLst>
              </a:custGeom>
              <a:solidFill>
                <a:srgbClr val="C1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830" name="Freeform 20">
                <a:extLst>
                  <a:ext uri="{FF2B5EF4-FFF2-40B4-BE49-F238E27FC236}">
                    <a16:creationId xmlns:a16="http://schemas.microsoft.com/office/drawing/2014/main" id="{23D6DBEE-16E5-4A86-B331-BE11B27E5B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9" y="3774"/>
                <a:ext cx="26" cy="181"/>
              </a:xfrm>
              <a:custGeom>
                <a:avLst/>
                <a:gdLst>
                  <a:gd name="T0" fmla="*/ 32 w 17"/>
                  <a:gd name="T1" fmla="*/ 39 h 120"/>
                  <a:gd name="T2" fmla="*/ 32 w 17"/>
                  <a:gd name="T3" fmla="*/ 134 h 120"/>
                  <a:gd name="T4" fmla="*/ 49 w 17"/>
                  <a:gd name="T5" fmla="*/ 207 h 120"/>
                  <a:gd name="T6" fmla="*/ 26 w 17"/>
                  <a:gd name="T7" fmla="*/ 412 h 120"/>
                  <a:gd name="T8" fmla="*/ 35 w 17"/>
                  <a:gd name="T9" fmla="*/ 296 h 120"/>
                  <a:gd name="T10" fmla="*/ 35 w 17"/>
                  <a:gd name="T11" fmla="*/ 256 h 120"/>
                  <a:gd name="T12" fmla="*/ 12 w 17"/>
                  <a:gd name="T13" fmla="*/ 237 h 120"/>
                  <a:gd name="T14" fmla="*/ 18 w 17"/>
                  <a:gd name="T15" fmla="*/ 151 h 120"/>
                  <a:gd name="T16" fmla="*/ 28 w 17"/>
                  <a:gd name="T17" fmla="*/ 0 h 12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7" h="120">
                    <a:moveTo>
                      <a:pt x="9" y="11"/>
                    </a:moveTo>
                    <a:cubicBezTo>
                      <a:pt x="11" y="21"/>
                      <a:pt x="8" y="30"/>
                      <a:pt x="9" y="39"/>
                    </a:cubicBezTo>
                    <a:cubicBezTo>
                      <a:pt x="10" y="46"/>
                      <a:pt x="13" y="53"/>
                      <a:pt x="14" y="60"/>
                    </a:cubicBezTo>
                    <a:cubicBezTo>
                      <a:pt x="17" y="84"/>
                      <a:pt x="12" y="99"/>
                      <a:pt x="7" y="120"/>
                    </a:cubicBezTo>
                    <a:cubicBezTo>
                      <a:pt x="6" y="110"/>
                      <a:pt x="9" y="97"/>
                      <a:pt x="10" y="86"/>
                    </a:cubicBezTo>
                    <a:cubicBezTo>
                      <a:pt x="10" y="82"/>
                      <a:pt x="11" y="78"/>
                      <a:pt x="10" y="75"/>
                    </a:cubicBezTo>
                    <a:cubicBezTo>
                      <a:pt x="8" y="69"/>
                      <a:pt x="5" y="72"/>
                      <a:pt x="3" y="69"/>
                    </a:cubicBezTo>
                    <a:cubicBezTo>
                      <a:pt x="0" y="63"/>
                      <a:pt x="4" y="51"/>
                      <a:pt x="5" y="44"/>
                    </a:cubicBezTo>
                    <a:cubicBezTo>
                      <a:pt x="6" y="30"/>
                      <a:pt x="8" y="14"/>
                      <a:pt x="8" y="0"/>
                    </a:cubicBezTo>
                  </a:path>
                </a:pathLst>
              </a:custGeom>
              <a:solidFill>
                <a:srgbClr val="C1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831" name="Freeform 21">
                <a:extLst>
                  <a:ext uri="{FF2B5EF4-FFF2-40B4-BE49-F238E27FC236}">
                    <a16:creationId xmlns:a16="http://schemas.microsoft.com/office/drawing/2014/main" id="{5DFB4D4D-DBD0-4F81-BEBD-9244E8D8A5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6" y="3940"/>
                <a:ext cx="50" cy="85"/>
              </a:xfrm>
              <a:custGeom>
                <a:avLst/>
                <a:gdLst>
                  <a:gd name="T0" fmla="*/ 26 w 33"/>
                  <a:gd name="T1" fmla="*/ 196 h 56"/>
                  <a:gd name="T2" fmla="*/ 89 w 33"/>
                  <a:gd name="T3" fmla="*/ 143 h 56"/>
                  <a:gd name="T4" fmla="*/ 108 w 33"/>
                  <a:gd name="T5" fmla="*/ 0 h 56"/>
                  <a:gd name="T6" fmla="*/ 62 w 33"/>
                  <a:gd name="T7" fmla="*/ 102 h 56"/>
                  <a:gd name="T8" fmla="*/ 0 w 33"/>
                  <a:gd name="T9" fmla="*/ 182 h 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3" h="56">
                    <a:moveTo>
                      <a:pt x="7" y="56"/>
                    </a:moveTo>
                    <a:cubicBezTo>
                      <a:pt x="15" y="56"/>
                      <a:pt x="21" y="51"/>
                      <a:pt x="26" y="41"/>
                    </a:cubicBezTo>
                    <a:cubicBezTo>
                      <a:pt x="33" y="28"/>
                      <a:pt x="31" y="16"/>
                      <a:pt x="31" y="0"/>
                    </a:cubicBezTo>
                    <a:cubicBezTo>
                      <a:pt x="27" y="10"/>
                      <a:pt x="30" y="30"/>
                      <a:pt x="18" y="29"/>
                    </a:cubicBezTo>
                    <a:cubicBezTo>
                      <a:pt x="19" y="45"/>
                      <a:pt x="10" y="50"/>
                      <a:pt x="0" y="52"/>
                    </a:cubicBezTo>
                  </a:path>
                </a:pathLst>
              </a:custGeom>
              <a:solidFill>
                <a:srgbClr val="C1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832" name="Freeform 22">
                <a:extLst>
                  <a:ext uri="{FF2B5EF4-FFF2-40B4-BE49-F238E27FC236}">
                    <a16:creationId xmlns:a16="http://schemas.microsoft.com/office/drawing/2014/main" id="{4FE980EF-A359-4425-B2D9-2CDFAD5074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0" y="3914"/>
                <a:ext cx="43" cy="108"/>
              </a:xfrm>
              <a:custGeom>
                <a:avLst/>
                <a:gdLst>
                  <a:gd name="T0" fmla="*/ 0 w 28"/>
                  <a:gd name="T1" fmla="*/ 8 h 71"/>
                  <a:gd name="T2" fmla="*/ 14 w 28"/>
                  <a:gd name="T3" fmla="*/ 108 h 71"/>
                  <a:gd name="T4" fmla="*/ 28 w 28"/>
                  <a:gd name="T5" fmla="*/ 187 h 71"/>
                  <a:gd name="T6" fmla="*/ 58 w 28"/>
                  <a:gd name="T7" fmla="*/ 239 h 71"/>
                  <a:gd name="T8" fmla="*/ 101 w 28"/>
                  <a:gd name="T9" fmla="*/ 230 h 71"/>
                  <a:gd name="T10" fmla="*/ 52 w 28"/>
                  <a:gd name="T11" fmla="*/ 129 h 71"/>
                  <a:gd name="T12" fmla="*/ 28 w 28"/>
                  <a:gd name="T13" fmla="*/ 70 h 71"/>
                  <a:gd name="T14" fmla="*/ 8 w 28"/>
                  <a:gd name="T15" fmla="*/ 0 h 7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8" h="71">
                    <a:moveTo>
                      <a:pt x="0" y="2"/>
                    </a:moveTo>
                    <a:cubicBezTo>
                      <a:pt x="5" y="9"/>
                      <a:pt x="4" y="21"/>
                      <a:pt x="4" y="31"/>
                    </a:cubicBezTo>
                    <a:cubicBezTo>
                      <a:pt x="4" y="42"/>
                      <a:pt x="6" y="43"/>
                      <a:pt x="8" y="53"/>
                    </a:cubicBezTo>
                    <a:cubicBezTo>
                      <a:pt x="10" y="61"/>
                      <a:pt x="9" y="65"/>
                      <a:pt x="16" y="68"/>
                    </a:cubicBezTo>
                    <a:cubicBezTo>
                      <a:pt x="20" y="69"/>
                      <a:pt x="27" y="71"/>
                      <a:pt x="28" y="65"/>
                    </a:cubicBezTo>
                    <a:cubicBezTo>
                      <a:pt x="14" y="67"/>
                      <a:pt x="12" y="54"/>
                      <a:pt x="14" y="37"/>
                    </a:cubicBezTo>
                    <a:cubicBezTo>
                      <a:pt x="10" y="35"/>
                      <a:pt x="10" y="26"/>
                      <a:pt x="8" y="20"/>
                    </a:cubicBezTo>
                    <a:cubicBezTo>
                      <a:pt x="7" y="14"/>
                      <a:pt x="1" y="7"/>
                      <a:pt x="2" y="0"/>
                    </a:cubicBezTo>
                  </a:path>
                </a:pathLst>
              </a:custGeom>
              <a:solidFill>
                <a:srgbClr val="C1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833" name="Freeform 23">
                <a:extLst>
                  <a:ext uri="{FF2B5EF4-FFF2-40B4-BE49-F238E27FC236}">
                    <a16:creationId xmlns:a16="http://schemas.microsoft.com/office/drawing/2014/main" id="{5E9E9E2B-8B9D-47FD-A277-26C40205FB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2" y="3939"/>
                <a:ext cx="70" cy="83"/>
              </a:xfrm>
              <a:custGeom>
                <a:avLst/>
                <a:gdLst>
                  <a:gd name="T0" fmla="*/ 75 w 46"/>
                  <a:gd name="T1" fmla="*/ 175 h 55"/>
                  <a:gd name="T2" fmla="*/ 107 w 46"/>
                  <a:gd name="T3" fmla="*/ 143 h 55"/>
                  <a:gd name="T4" fmla="*/ 148 w 46"/>
                  <a:gd name="T5" fmla="*/ 113 h 55"/>
                  <a:gd name="T6" fmla="*/ 134 w 46"/>
                  <a:gd name="T7" fmla="*/ 0 h 55"/>
                  <a:gd name="T8" fmla="*/ 102 w 46"/>
                  <a:gd name="T9" fmla="*/ 81 h 55"/>
                  <a:gd name="T10" fmla="*/ 76 w 46"/>
                  <a:gd name="T11" fmla="*/ 81 h 55"/>
                  <a:gd name="T12" fmla="*/ 75 w 46"/>
                  <a:gd name="T13" fmla="*/ 121 h 55"/>
                  <a:gd name="T14" fmla="*/ 26 w 46"/>
                  <a:gd name="T15" fmla="*/ 128 h 55"/>
                  <a:gd name="T16" fmla="*/ 14 w 46"/>
                  <a:gd name="T17" fmla="*/ 164 h 5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6" h="55">
                    <a:moveTo>
                      <a:pt x="21" y="51"/>
                    </a:moveTo>
                    <a:cubicBezTo>
                      <a:pt x="26" y="55"/>
                      <a:pt x="26" y="45"/>
                      <a:pt x="30" y="42"/>
                    </a:cubicBezTo>
                    <a:cubicBezTo>
                      <a:pt x="34" y="39"/>
                      <a:pt x="39" y="42"/>
                      <a:pt x="42" y="33"/>
                    </a:cubicBezTo>
                    <a:cubicBezTo>
                      <a:pt x="46" y="23"/>
                      <a:pt x="42" y="10"/>
                      <a:pt x="38" y="0"/>
                    </a:cubicBezTo>
                    <a:cubicBezTo>
                      <a:pt x="37" y="16"/>
                      <a:pt x="42" y="23"/>
                      <a:pt x="29" y="24"/>
                    </a:cubicBezTo>
                    <a:cubicBezTo>
                      <a:pt x="28" y="24"/>
                      <a:pt x="23" y="23"/>
                      <a:pt x="22" y="24"/>
                    </a:cubicBezTo>
                    <a:cubicBezTo>
                      <a:pt x="19" y="27"/>
                      <a:pt x="22" y="33"/>
                      <a:pt x="21" y="35"/>
                    </a:cubicBezTo>
                    <a:cubicBezTo>
                      <a:pt x="17" y="41"/>
                      <a:pt x="12" y="35"/>
                      <a:pt x="7" y="37"/>
                    </a:cubicBezTo>
                    <a:cubicBezTo>
                      <a:pt x="0" y="39"/>
                      <a:pt x="3" y="50"/>
                      <a:pt x="4" y="48"/>
                    </a:cubicBezTo>
                  </a:path>
                </a:pathLst>
              </a:custGeom>
              <a:solidFill>
                <a:srgbClr val="C1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834" name="Freeform 24">
                <a:extLst>
                  <a:ext uri="{FF2B5EF4-FFF2-40B4-BE49-F238E27FC236}">
                    <a16:creationId xmlns:a16="http://schemas.microsoft.com/office/drawing/2014/main" id="{34D84052-2324-4BB7-9C4B-E0D4CA3FE3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5" y="3984"/>
                <a:ext cx="25" cy="19"/>
              </a:xfrm>
              <a:custGeom>
                <a:avLst/>
                <a:gdLst>
                  <a:gd name="T0" fmla="*/ 0 w 17"/>
                  <a:gd name="T1" fmla="*/ 28 h 13"/>
                  <a:gd name="T2" fmla="*/ 46 w 17"/>
                  <a:gd name="T3" fmla="*/ 34 h 13"/>
                  <a:gd name="T4" fmla="*/ 51 w 17"/>
                  <a:gd name="T5" fmla="*/ 13 h 13"/>
                  <a:gd name="T6" fmla="*/ 13 w 17"/>
                  <a:gd name="T7" fmla="*/ 1 h 13"/>
                  <a:gd name="T8" fmla="*/ 0 w 17"/>
                  <a:gd name="T9" fmla="*/ 28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13">
                    <a:moveTo>
                      <a:pt x="0" y="9"/>
                    </a:moveTo>
                    <a:cubicBezTo>
                      <a:pt x="2" y="6"/>
                      <a:pt x="12" y="8"/>
                      <a:pt x="14" y="11"/>
                    </a:cubicBezTo>
                    <a:cubicBezTo>
                      <a:pt x="16" y="13"/>
                      <a:pt x="17" y="6"/>
                      <a:pt x="16" y="4"/>
                    </a:cubicBezTo>
                    <a:cubicBezTo>
                      <a:pt x="13" y="0"/>
                      <a:pt x="7" y="0"/>
                      <a:pt x="4" y="1"/>
                    </a:cubicBezTo>
                    <a:cubicBezTo>
                      <a:pt x="1" y="2"/>
                      <a:pt x="0" y="9"/>
                      <a:pt x="0" y="9"/>
                    </a:cubicBezTo>
                    <a:close/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835" name="Freeform 25">
                <a:extLst>
                  <a:ext uri="{FF2B5EF4-FFF2-40B4-BE49-F238E27FC236}">
                    <a16:creationId xmlns:a16="http://schemas.microsoft.com/office/drawing/2014/main" id="{ED661DB4-E223-4E76-8DDF-F362D82165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4" y="3963"/>
                <a:ext cx="20" cy="57"/>
              </a:xfrm>
              <a:custGeom>
                <a:avLst/>
                <a:gdLst>
                  <a:gd name="T0" fmla="*/ 48 w 13"/>
                  <a:gd name="T1" fmla="*/ 0 h 38"/>
                  <a:gd name="T2" fmla="*/ 12 w 13"/>
                  <a:gd name="T3" fmla="*/ 68 h 38"/>
                  <a:gd name="T4" fmla="*/ 8 w 13"/>
                  <a:gd name="T5" fmla="*/ 129 h 3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38">
                    <a:moveTo>
                      <a:pt x="13" y="0"/>
                    </a:moveTo>
                    <a:cubicBezTo>
                      <a:pt x="11" y="7"/>
                      <a:pt x="5" y="11"/>
                      <a:pt x="3" y="20"/>
                    </a:cubicBezTo>
                    <a:cubicBezTo>
                      <a:pt x="1" y="26"/>
                      <a:pt x="0" y="34"/>
                      <a:pt x="2" y="38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836" name="Freeform 26">
                <a:extLst>
                  <a:ext uri="{FF2B5EF4-FFF2-40B4-BE49-F238E27FC236}">
                    <a16:creationId xmlns:a16="http://schemas.microsoft.com/office/drawing/2014/main" id="{DF8E1F16-EC17-4ED5-91A6-F2E9005708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9" y="3951"/>
                <a:ext cx="25" cy="71"/>
              </a:xfrm>
              <a:custGeom>
                <a:avLst/>
                <a:gdLst>
                  <a:gd name="T0" fmla="*/ 61 w 16"/>
                  <a:gd name="T1" fmla="*/ 0 h 47"/>
                  <a:gd name="T2" fmla="*/ 39 w 16"/>
                  <a:gd name="T3" fmla="*/ 41 h 47"/>
                  <a:gd name="T4" fmla="*/ 20 w 16"/>
                  <a:gd name="T5" fmla="*/ 94 h 47"/>
                  <a:gd name="T6" fmla="*/ 20 w 16"/>
                  <a:gd name="T7" fmla="*/ 162 h 4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47">
                    <a:moveTo>
                      <a:pt x="16" y="0"/>
                    </a:moveTo>
                    <a:cubicBezTo>
                      <a:pt x="12" y="4"/>
                      <a:pt x="11" y="5"/>
                      <a:pt x="10" y="12"/>
                    </a:cubicBezTo>
                    <a:cubicBezTo>
                      <a:pt x="9" y="19"/>
                      <a:pt x="7" y="23"/>
                      <a:pt x="5" y="27"/>
                    </a:cubicBezTo>
                    <a:cubicBezTo>
                      <a:pt x="3" y="31"/>
                      <a:pt x="0" y="41"/>
                      <a:pt x="5" y="47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837" name="Freeform 27">
                <a:extLst>
                  <a:ext uri="{FF2B5EF4-FFF2-40B4-BE49-F238E27FC236}">
                    <a16:creationId xmlns:a16="http://schemas.microsoft.com/office/drawing/2014/main" id="{7B817AB3-A3EE-4A35-AD2C-5BC4FB4AC3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0" y="3945"/>
                <a:ext cx="27" cy="61"/>
              </a:xfrm>
              <a:custGeom>
                <a:avLst/>
                <a:gdLst>
                  <a:gd name="T0" fmla="*/ 62 w 18"/>
                  <a:gd name="T1" fmla="*/ 0 h 41"/>
                  <a:gd name="T2" fmla="*/ 26 w 18"/>
                  <a:gd name="T3" fmla="*/ 54 h 41"/>
                  <a:gd name="T4" fmla="*/ 8 w 18"/>
                  <a:gd name="T5" fmla="*/ 106 h 41"/>
                  <a:gd name="T6" fmla="*/ 0 w 18"/>
                  <a:gd name="T7" fmla="*/ 135 h 4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41">
                    <a:moveTo>
                      <a:pt x="18" y="0"/>
                    </a:moveTo>
                    <a:cubicBezTo>
                      <a:pt x="14" y="3"/>
                      <a:pt x="8" y="10"/>
                      <a:pt x="7" y="16"/>
                    </a:cubicBezTo>
                    <a:cubicBezTo>
                      <a:pt x="5" y="22"/>
                      <a:pt x="4" y="25"/>
                      <a:pt x="2" y="32"/>
                    </a:cubicBezTo>
                    <a:cubicBezTo>
                      <a:pt x="0" y="35"/>
                      <a:pt x="0" y="38"/>
                      <a:pt x="0" y="41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838" name="Freeform 28">
                <a:extLst>
                  <a:ext uri="{FF2B5EF4-FFF2-40B4-BE49-F238E27FC236}">
                    <a16:creationId xmlns:a16="http://schemas.microsoft.com/office/drawing/2014/main" id="{5929D043-C630-40D2-AAC0-1C1F8C9ED3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3" y="3936"/>
                <a:ext cx="32" cy="55"/>
              </a:xfrm>
              <a:custGeom>
                <a:avLst/>
                <a:gdLst>
                  <a:gd name="T0" fmla="*/ 75 w 21"/>
                  <a:gd name="T1" fmla="*/ 0 h 37"/>
                  <a:gd name="T2" fmla="*/ 40 w 21"/>
                  <a:gd name="T3" fmla="*/ 40 h 37"/>
                  <a:gd name="T4" fmla="*/ 5 w 21"/>
                  <a:gd name="T5" fmla="*/ 100 h 37"/>
                  <a:gd name="T6" fmla="*/ 0 w 21"/>
                  <a:gd name="T7" fmla="*/ 122 h 3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37">
                    <a:moveTo>
                      <a:pt x="21" y="0"/>
                    </a:moveTo>
                    <a:cubicBezTo>
                      <a:pt x="17" y="3"/>
                      <a:pt x="13" y="7"/>
                      <a:pt x="11" y="12"/>
                    </a:cubicBezTo>
                    <a:cubicBezTo>
                      <a:pt x="8" y="17"/>
                      <a:pt x="3" y="20"/>
                      <a:pt x="1" y="30"/>
                    </a:cubicBezTo>
                    <a:cubicBezTo>
                      <a:pt x="1" y="33"/>
                      <a:pt x="0" y="35"/>
                      <a:pt x="0" y="37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839" name="Freeform 29">
                <a:extLst>
                  <a:ext uri="{FF2B5EF4-FFF2-40B4-BE49-F238E27FC236}">
                    <a16:creationId xmlns:a16="http://schemas.microsoft.com/office/drawing/2014/main" id="{357F3252-B6A5-4C51-B20A-47462A343B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1" y="3999"/>
                <a:ext cx="17" cy="15"/>
              </a:xfrm>
              <a:custGeom>
                <a:avLst/>
                <a:gdLst>
                  <a:gd name="T0" fmla="*/ 5 w 11"/>
                  <a:gd name="T1" fmla="*/ 32 h 10"/>
                  <a:gd name="T2" fmla="*/ 36 w 11"/>
                  <a:gd name="T3" fmla="*/ 32 h 10"/>
                  <a:gd name="T4" fmla="*/ 22 w 11"/>
                  <a:gd name="T5" fmla="*/ 0 h 10"/>
                  <a:gd name="T6" fmla="*/ 5 w 11"/>
                  <a:gd name="T7" fmla="*/ 32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10">
                    <a:moveTo>
                      <a:pt x="1" y="9"/>
                    </a:moveTo>
                    <a:cubicBezTo>
                      <a:pt x="4" y="10"/>
                      <a:pt x="9" y="10"/>
                      <a:pt x="10" y="9"/>
                    </a:cubicBezTo>
                    <a:cubicBezTo>
                      <a:pt x="11" y="8"/>
                      <a:pt x="11" y="1"/>
                      <a:pt x="6" y="0"/>
                    </a:cubicBezTo>
                    <a:cubicBezTo>
                      <a:pt x="1" y="0"/>
                      <a:pt x="0" y="8"/>
                      <a:pt x="1" y="9"/>
                    </a:cubicBezTo>
                    <a:close/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840" name="Freeform 30">
                <a:extLst>
                  <a:ext uri="{FF2B5EF4-FFF2-40B4-BE49-F238E27FC236}">
                    <a16:creationId xmlns:a16="http://schemas.microsoft.com/office/drawing/2014/main" id="{C81C1702-78CF-4AFB-9AE4-D02B2DF839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3" y="3991"/>
                <a:ext cx="16" cy="14"/>
              </a:xfrm>
              <a:custGeom>
                <a:avLst/>
                <a:gdLst>
                  <a:gd name="T0" fmla="*/ 0 w 11"/>
                  <a:gd name="T1" fmla="*/ 26 h 9"/>
                  <a:gd name="T2" fmla="*/ 32 w 11"/>
                  <a:gd name="T3" fmla="*/ 30 h 9"/>
                  <a:gd name="T4" fmla="*/ 13 w 11"/>
                  <a:gd name="T5" fmla="*/ 0 h 9"/>
                  <a:gd name="T6" fmla="*/ 0 w 11"/>
                  <a:gd name="T7" fmla="*/ 26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9">
                    <a:moveTo>
                      <a:pt x="0" y="7"/>
                    </a:moveTo>
                    <a:cubicBezTo>
                      <a:pt x="4" y="8"/>
                      <a:pt x="8" y="9"/>
                      <a:pt x="10" y="8"/>
                    </a:cubicBezTo>
                    <a:cubicBezTo>
                      <a:pt x="11" y="7"/>
                      <a:pt x="9" y="0"/>
                      <a:pt x="4" y="0"/>
                    </a:cubicBezTo>
                    <a:cubicBezTo>
                      <a:pt x="1" y="0"/>
                      <a:pt x="0" y="6"/>
                      <a:pt x="0" y="7"/>
                    </a:cubicBezTo>
                    <a:close/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841" name="Freeform 31">
                <a:extLst>
                  <a:ext uri="{FF2B5EF4-FFF2-40B4-BE49-F238E27FC236}">
                    <a16:creationId xmlns:a16="http://schemas.microsoft.com/office/drawing/2014/main" id="{F49ED0B3-A13D-496E-8C40-86E1D77272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5" y="3985"/>
                <a:ext cx="16" cy="12"/>
              </a:xfrm>
              <a:custGeom>
                <a:avLst/>
                <a:gdLst>
                  <a:gd name="T0" fmla="*/ 1 w 11"/>
                  <a:gd name="T1" fmla="*/ 21 h 8"/>
                  <a:gd name="T2" fmla="*/ 32 w 11"/>
                  <a:gd name="T3" fmla="*/ 26 h 8"/>
                  <a:gd name="T4" fmla="*/ 15 w 11"/>
                  <a:gd name="T5" fmla="*/ 0 h 8"/>
                  <a:gd name="T6" fmla="*/ 1 w 11"/>
                  <a:gd name="T7" fmla="*/ 21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8">
                    <a:moveTo>
                      <a:pt x="1" y="6"/>
                    </a:moveTo>
                    <a:cubicBezTo>
                      <a:pt x="4" y="6"/>
                      <a:pt x="9" y="8"/>
                      <a:pt x="10" y="7"/>
                    </a:cubicBezTo>
                    <a:cubicBezTo>
                      <a:pt x="11" y="6"/>
                      <a:pt x="10" y="0"/>
                      <a:pt x="5" y="0"/>
                    </a:cubicBezTo>
                    <a:cubicBezTo>
                      <a:pt x="2" y="0"/>
                      <a:pt x="0" y="5"/>
                      <a:pt x="1" y="6"/>
                    </a:cubicBezTo>
                    <a:close/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842" name="Freeform 32">
                <a:extLst>
                  <a:ext uri="{FF2B5EF4-FFF2-40B4-BE49-F238E27FC236}">
                    <a16:creationId xmlns:a16="http://schemas.microsoft.com/office/drawing/2014/main" id="{971D6685-EC31-497B-980E-41400D1BDF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7" y="3993"/>
                <a:ext cx="6" cy="21"/>
              </a:xfrm>
              <a:custGeom>
                <a:avLst/>
                <a:gdLst>
                  <a:gd name="T0" fmla="*/ 5 w 4"/>
                  <a:gd name="T1" fmla="*/ 0 h 14"/>
                  <a:gd name="T2" fmla="*/ 0 w 4"/>
                  <a:gd name="T3" fmla="*/ 48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4">
                    <a:moveTo>
                      <a:pt x="1" y="0"/>
                    </a:moveTo>
                    <a:cubicBezTo>
                      <a:pt x="2" y="5"/>
                      <a:pt x="4" y="7"/>
                      <a:pt x="0" y="14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843" name="Freeform 33">
                <a:extLst>
                  <a:ext uri="{FF2B5EF4-FFF2-40B4-BE49-F238E27FC236}">
                    <a16:creationId xmlns:a16="http://schemas.microsoft.com/office/drawing/2014/main" id="{6B6855A7-7782-4BC3-A7E1-859D7390DB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9" y="3815"/>
                <a:ext cx="3" cy="23"/>
              </a:xfrm>
              <a:custGeom>
                <a:avLst/>
                <a:gdLst>
                  <a:gd name="T0" fmla="*/ 8 w 2"/>
                  <a:gd name="T1" fmla="*/ 0 h 15"/>
                  <a:gd name="T2" fmla="*/ 0 w 2"/>
                  <a:gd name="T3" fmla="*/ 54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5">
                    <a:moveTo>
                      <a:pt x="2" y="0"/>
                    </a:moveTo>
                    <a:cubicBezTo>
                      <a:pt x="2" y="4"/>
                      <a:pt x="0" y="15"/>
                      <a:pt x="0" y="15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844" name="Freeform 34">
                <a:extLst>
                  <a:ext uri="{FF2B5EF4-FFF2-40B4-BE49-F238E27FC236}">
                    <a16:creationId xmlns:a16="http://schemas.microsoft.com/office/drawing/2014/main" id="{04E79A59-3001-4A67-9C98-F737A51ADA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5" y="3984"/>
                <a:ext cx="25" cy="19"/>
              </a:xfrm>
              <a:custGeom>
                <a:avLst/>
                <a:gdLst>
                  <a:gd name="T0" fmla="*/ 54 w 17"/>
                  <a:gd name="T1" fmla="*/ 28 h 13"/>
                  <a:gd name="T2" fmla="*/ 9 w 17"/>
                  <a:gd name="T3" fmla="*/ 34 h 13"/>
                  <a:gd name="T4" fmla="*/ 1 w 17"/>
                  <a:gd name="T5" fmla="*/ 13 h 13"/>
                  <a:gd name="T6" fmla="*/ 41 w 17"/>
                  <a:gd name="T7" fmla="*/ 1 h 13"/>
                  <a:gd name="T8" fmla="*/ 54 w 17"/>
                  <a:gd name="T9" fmla="*/ 28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13">
                    <a:moveTo>
                      <a:pt x="17" y="9"/>
                    </a:moveTo>
                    <a:cubicBezTo>
                      <a:pt x="14" y="6"/>
                      <a:pt x="4" y="8"/>
                      <a:pt x="3" y="11"/>
                    </a:cubicBezTo>
                    <a:cubicBezTo>
                      <a:pt x="1" y="13"/>
                      <a:pt x="0" y="6"/>
                      <a:pt x="1" y="4"/>
                    </a:cubicBezTo>
                    <a:cubicBezTo>
                      <a:pt x="4" y="0"/>
                      <a:pt x="10" y="0"/>
                      <a:pt x="13" y="1"/>
                    </a:cubicBezTo>
                    <a:cubicBezTo>
                      <a:pt x="16" y="2"/>
                      <a:pt x="17" y="9"/>
                      <a:pt x="17" y="9"/>
                    </a:cubicBezTo>
                    <a:close/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845" name="Freeform 35">
                <a:extLst>
                  <a:ext uri="{FF2B5EF4-FFF2-40B4-BE49-F238E27FC236}">
                    <a16:creationId xmlns:a16="http://schemas.microsoft.com/office/drawing/2014/main" id="{E8C45A47-9318-487C-9144-A3CDA5F5F7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1" y="3963"/>
                <a:ext cx="20" cy="57"/>
              </a:xfrm>
              <a:custGeom>
                <a:avLst/>
                <a:gdLst>
                  <a:gd name="T0" fmla="*/ 0 w 13"/>
                  <a:gd name="T1" fmla="*/ 0 h 38"/>
                  <a:gd name="T2" fmla="*/ 35 w 13"/>
                  <a:gd name="T3" fmla="*/ 68 h 38"/>
                  <a:gd name="T4" fmla="*/ 40 w 13"/>
                  <a:gd name="T5" fmla="*/ 129 h 3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38">
                    <a:moveTo>
                      <a:pt x="0" y="0"/>
                    </a:moveTo>
                    <a:cubicBezTo>
                      <a:pt x="2" y="7"/>
                      <a:pt x="8" y="11"/>
                      <a:pt x="10" y="20"/>
                    </a:cubicBezTo>
                    <a:cubicBezTo>
                      <a:pt x="11" y="26"/>
                      <a:pt x="13" y="34"/>
                      <a:pt x="11" y="38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846" name="Freeform 36">
                <a:extLst>
                  <a:ext uri="{FF2B5EF4-FFF2-40B4-BE49-F238E27FC236}">
                    <a16:creationId xmlns:a16="http://schemas.microsoft.com/office/drawing/2014/main" id="{912D1F54-3E7B-41C0-8764-2BEB60BD52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1" y="3951"/>
                <a:ext cx="23" cy="71"/>
              </a:xfrm>
              <a:custGeom>
                <a:avLst/>
                <a:gdLst>
                  <a:gd name="T0" fmla="*/ 0 w 15"/>
                  <a:gd name="T1" fmla="*/ 0 h 47"/>
                  <a:gd name="T2" fmla="*/ 21 w 15"/>
                  <a:gd name="T3" fmla="*/ 41 h 47"/>
                  <a:gd name="T4" fmla="*/ 40 w 15"/>
                  <a:gd name="T5" fmla="*/ 94 h 47"/>
                  <a:gd name="T6" fmla="*/ 40 w 15"/>
                  <a:gd name="T7" fmla="*/ 162 h 4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47">
                    <a:moveTo>
                      <a:pt x="0" y="0"/>
                    </a:moveTo>
                    <a:cubicBezTo>
                      <a:pt x="4" y="4"/>
                      <a:pt x="4" y="5"/>
                      <a:pt x="6" y="12"/>
                    </a:cubicBezTo>
                    <a:cubicBezTo>
                      <a:pt x="7" y="19"/>
                      <a:pt x="9" y="23"/>
                      <a:pt x="11" y="27"/>
                    </a:cubicBezTo>
                    <a:cubicBezTo>
                      <a:pt x="13" y="31"/>
                      <a:pt x="15" y="41"/>
                      <a:pt x="11" y="47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847" name="Freeform 37">
                <a:extLst>
                  <a:ext uri="{FF2B5EF4-FFF2-40B4-BE49-F238E27FC236}">
                    <a16:creationId xmlns:a16="http://schemas.microsoft.com/office/drawing/2014/main" id="{A953D3E8-54CA-4282-8DC1-C5BA8EEFE7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8" y="3945"/>
                <a:ext cx="27" cy="63"/>
              </a:xfrm>
              <a:custGeom>
                <a:avLst/>
                <a:gdLst>
                  <a:gd name="T0" fmla="*/ 0 w 18"/>
                  <a:gd name="T1" fmla="*/ 0 h 42"/>
                  <a:gd name="T2" fmla="*/ 39 w 18"/>
                  <a:gd name="T3" fmla="*/ 54 h 42"/>
                  <a:gd name="T4" fmla="*/ 54 w 18"/>
                  <a:gd name="T5" fmla="*/ 108 h 42"/>
                  <a:gd name="T6" fmla="*/ 62 w 18"/>
                  <a:gd name="T7" fmla="*/ 143 h 4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42">
                    <a:moveTo>
                      <a:pt x="0" y="0"/>
                    </a:moveTo>
                    <a:cubicBezTo>
                      <a:pt x="4" y="3"/>
                      <a:pt x="9" y="10"/>
                      <a:pt x="11" y="16"/>
                    </a:cubicBezTo>
                    <a:cubicBezTo>
                      <a:pt x="13" y="22"/>
                      <a:pt x="14" y="25"/>
                      <a:pt x="16" y="32"/>
                    </a:cubicBezTo>
                    <a:cubicBezTo>
                      <a:pt x="17" y="35"/>
                      <a:pt x="18" y="38"/>
                      <a:pt x="18" y="42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848" name="Freeform 38">
                <a:extLst>
                  <a:ext uri="{FF2B5EF4-FFF2-40B4-BE49-F238E27FC236}">
                    <a16:creationId xmlns:a16="http://schemas.microsoft.com/office/drawing/2014/main" id="{1CE243C9-D91A-49BE-BD33-44536A4120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9" y="3936"/>
                <a:ext cx="33" cy="55"/>
              </a:xfrm>
              <a:custGeom>
                <a:avLst/>
                <a:gdLst>
                  <a:gd name="T0" fmla="*/ 0 w 22"/>
                  <a:gd name="T1" fmla="*/ 0 h 37"/>
                  <a:gd name="T2" fmla="*/ 39 w 22"/>
                  <a:gd name="T3" fmla="*/ 40 h 37"/>
                  <a:gd name="T4" fmla="*/ 72 w 22"/>
                  <a:gd name="T5" fmla="*/ 100 h 37"/>
                  <a:gd name="T6" fmla="*/ 75 w 22"/>
                  <a:gd name="T7" fmla="*/ 122 h 3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" h="37">
                    <a:moveTo>
                      <a:pt x="0" y="0"/>
                    </a:moveTo>
                    <a:cubicBezTo>
                      <a:pt x="5" y="3"/>
                      <a:pt x="8" y="7"/>
                      <a:pt x="11" y="12"/>
                    </a:cubicBezTo>
                    <a:cubicBezTo>
                      <a:pt x="14" y="17"/>
                      <a:pt x="19" y="20"/>
                      <a:pt x="21" y="30"/>
                    </a:cubicBezTo>
                    <a:cubicBezTo>
                      <a:pt x="21" y="33"/>
                      <a:pt x="21" y="35"/>
                      <a:pt x="22" y="37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849" name="Freeform 39">
                <a:extLst>
                  <a:ext uri="{FF2B5EF4-FFF2-40B4-BE49-F238E27FC236}">
                    <a16:creationId xmlns:a16="http://schemas.microsoft.com/office/drawing/2014/main" id="{C5C07FA1-C9E3-46C2-9323-698ED69C64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5" y="3999"/>
                <a:ext cx="18" cy="15"/>
              </a:xfrm>
              <a:custGeom>
                <a:avLst/>
                <a:gdLst>
                  <a:gd name="T0" fmla="*/ 39 w 12"/>
                  <a:gd name="T1" fmla="*/ 32 h 10"/>
                  <a:gd name="T2" fmla="*/ 5 w 12"/>
                  <a:gd name="T3" fmla="*/ 32 h 10"/>
                  <a:gd name="T4" fmla="*/ 21 w 12"/>
                  <a:gd name="T5" fmla="*/ 0 h 10"/>
                  <a:gd name="T6" fmla="*/ 39 w 12"/>
                  <a:gd name="T7" fmla="*/ 32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10">
                    <a:moveTo>
                      <a:pt x="11" y="9"/>
                    </a:moveTo>
                    <a:cubicBezTo>
                      <a:pt x="8" y="10"/>
                      <a:pt x="2" y="10"/>
                      <a:pt x="1" y="9"/>
                    </a:cubicBezTo>
                    <a:cubicBezTo>
                      <a:pt x="0" y="8"/>
                      <a:pt x="1" y="1"/>
                      <a:pt x="6" y="0"/>
                    </a:cubicBezTo>
                    <a:cubicBezTo>
                      <a:pt x="11" y="0"/>
                      <a:pt x="12" y="8"/>
                      <a:pt x="11" y="9"/>
                    </a:cubicBezTo>
                    <a:close/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850" name="Freeform 40">
                <a:extLst>
                  <a:ext uri="{FF2B5EF4-FFF2-40B4-BE49-F238E27FC236}">
                    <a16:creationId xmlns:a16="http://schemas.microsoft.com/office/drawing/2014/main" id="{EB18D159-480C-4159-8852-808CB17D3F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6" y="3991"/>
                <a:ext cx="16" cy="14"/>
              </a:xfrm>
              <a:custGeom>
                <a:avLst/>
                <a:gdLst>
                  <a:gd name="T0" fmla="*/ 32 w 11"/>
                  <a:gd name="T1" fmla="*/ 26 h 9"/>
                  <a:gd name="T2" fmla="*/ 1 w 11"/>
                  <a:gd name="T3" fmla="*/ 30 h 9"/>
                  <a:gd name="T4" fmla="*/ 19 w 11"/>
                  <a:gd name="T5" fmla="*/ 0 h 9"/>
                  <a:gd name="T6" fmla="*/ 32 w 11"/>
                  <a:gd name="T7" fmla="*/ 26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9">
                    <a:moveTo>
                      <a:pt x="10" y="7"/>
                    </a:moveTo>
                    <a:cubicBezTo>
                      <a:pt x="7" y="8"/>
                      <a:pt x="2" y="9"/>
                      <a:pt x="1" y="8"/>
                    </a:cubicBezTo>
                    <a:cubicBezTo>
                      <a:pt x="0" y="7"/>
                      <a:pt x="1" y="0"/>
                      <a:pt x="6" y="0"/>
                    </a:cubicBezTo>
                    <a:cubicBezTo>
                      <a:pt x="9" y="0"/>
                      <a:pt x="11" y="6"/>
                      <a:pt x="10" y="7"/>
                    </a:cubicBezTo>
                    <a:close/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851" name="Freeform 41">
                <a:extLst>
                  <a:ext uri="{FF2B5EF4-FFF2-40B4-BE49-F238E27FC236}">
                    <a16:creationId xmlns:a16="http://schemas.microsoft.com/office/drawing/2014/main" id="{DB2964DA-1542-4C1D-A5FD-CCA918AE95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4" y="3985"/>
                <a:ext cx="15" cy="12"/>
              </a:xfrm>
              <a:custGeom>
                <a:avLst/>
                <a:gdLst>
                  <a:gd name="T0" fmla="*/ 35 w 10"/>
                  <a:gd name="T1" fmla="*/ 21 h 8"/>
                  <a:gd name="T2" fmla="*/ 5 w 10"/>
                  <a:gd name="T3" fmla="*/ 26 h 8"/>
                  <a:gd name="T4" fmla="*/ 21 w 10"/>
                  <a:gd name="T5" fmla="*/ 0 h 8"/>
                  <a:gd name="T6" fmla="*/ 35 w 10"/>
                  <a:gd name="T7" fmla="*/ 21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8">
                    <a:moveTo>
                      <a:pt x="10" y="6"/>
                    </a:moveTo>
                    <a:cubicBezTo>
                      <a:pt x="7" y="6"/>
                      <a:pt x="2" y="8"/>
                      <a:pt x="1" y="7"/>
                    </a:cubicBezTo>
                    <a:cubicBezTo>
                      <a:pt x="0" y="6"/>
                      <a:pt x="1" y="0"/>
                      <a:pt x="6" y="0"/>
                    </a:cubicBezTo>
                    <a:cubicBezTo>
                      <a:pt x="9" y="0"/>
                      <a:pt x="10" y="5"/>
                      <a:pt x="10" y="6"/>
                    </a:cubicBezTo>
                    <a:close/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852" name="Freeform 42">
                <a:extLst>
                  <a:ext uri="{FF2B5EF4-FFF2-40B4-BE49-F238E27FC236}">
                    <a16:creationId xmlns:a16="http://schemas.microsoft.com/office/drawing/2014/main" id="{035A58AD-E1A7-43A9-9BDF-A12D2BC9C1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2" y="3993"/>
                <a:ext cx="4" cy="21"/>
              </a:xfrm>
              <a:custGeom>
                <a:avLst/>
                <a:gdLst>
                  <a:gd name="T0" fmla="*/ 7 w 3"/>
                  <a:gd name="T1" fmla="*/ 0 h 14"/>
                  <a:gd name="T2" fmla="*/ 7 w 3"/>
                  <a:gd name="T3" fmla="*/ 48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4">
                    <a:moveTo>
                      <a:pt x="3" y="0"/>
                    </a:moveTo>
                    <a:cubicBezTo>
                      <a:pt x="2" y="5"/>
                      <a:pt x="0" y="7"/>
                      <a:pt x="3" y="14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853" name="Freeform 43">
                <a:extLst>
                  <a:ext uri="{FF2B5EF4-FFF2-40B4-BE49-F238E27FC236}">
                    <a16:creationId xmlns:a16="http://schemas.microsoft.com/office/drawing/2014/main" id="{FBEC2A4F-6BA7-4806-8C20-F797C1A9D7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3" y="3815"/>
                <a:ext cx="3" cy="23"/>
              </a:xfrm>
              <a:custGeom>
                <a:avLst/>
                <a:gdLst>
                  <a:gd name="T0" fmla="*/ 0 w 2"/>
                  <a:gd name="T1" fmla="*/ 0 h 15"/>
                  <a:gd name="T2" fmla="*/ 8 w 2"/>
                  <a:gd name="T3" fmla="*/ 54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5">
                    <a:moveTo>
                      <a:pt x="0" y="0"/>
                    </a:moveTo>
                    <a:cubicBezTo>
                      <a:pt x="0" y="4"/>
                      <a:pt x="2" y="15"/>
                      <a:pt x="2" y="15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854" name="Freeform 44">
                <a:extLst>
                  <a:ext uri="{FF2B5EF4-FFF2-40B4-BE49-F238E27FC236}">
                    <a16:creationId xmlns:a16="http://schemas.microsoft.com/office/drawing/2014/main" id="{4A868DCC-AB3C-46AB-9248-E5ACEB5FF0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6" y="2458"/>
                <a:ext cx="41" cy="92"/>
              </a:xfrm>
              <a:custGeom>
                <a:avLst/>
                <a:gdLst>
                  <a:gd name="T0" fmla="*/ 90 w 27"/>
                  <a:gd name="T1" fmla="*/ 0 h 61"/>
                  <a:gd name="T2" fmla="*/ 35 w 27"/>
                  <a:gd name="T3" fmla="*/ 53 h 61"/>
                  <a:gd name="T4" fmla="*/ 32 w 27"/>
                  <a:gd name="T5" fmla="*/ 127 h 61"/>
                  <a:gd name="T6" fmla="*/ 41 w 27"/>
                  <a:gd name="T7" fmla="*/ 198 h 61"/>
                  <a:gd name="T8" fmla="*/ 67 w 27"/>
                  <a:gd name="T9" fmla="*/ 175 h 61"/>
                  <a:gd name="T10" fmla="*/ 84 w 27"/>
                  <a:gd name="T11" fmla="*/ 127 h 61"/>
                  <a:gd name="T12" fmla="*/ 88 w 27"/>
                  <a:gd name="T13" fmla="*/ 66 h 61"/>
                  <a:gd name="T14" fmla="*/ 90 w 27"/>
                  <a:gd name="T15" fmla="*/ 0 h 6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7" h="61">
                    <a:moveTo>
                      <a:pt x="26" y="0"/>
                    </a:moveTo>
                    <a:cubicBezTo>
                      <a:pt x="26" y="0"/>
                      <a:pt x="27" y="7"/>
                      <a:pt x="10" y="15"/>
                    </a:cubicBezTo>
                    <a:cubicBezTo>
                      <a:pt x="0" y="19"/>
                      <a:pt x="8" y="35"/>
                      <a:pt x="9" y="37"/>
                    </a:cubicBezTo>
                    <a:cubicBezTo>
                      <a:pt x="10" y="39"/>
                      <a:pt x="12" y="58"/>
                      <a:pt x="12" y="58"/>
                    </a:cubicBezTo>
                    <a:cubicBezTo>
                      <a:pt x="12" y="58"/>
                      <a:pt x="15" y="61"/>
                      <a:pt x="19" y="51"/>
                    </a:cubicBezTo>
                    <a:cubicBezTo>
                      <a:pt x="23" y="42"/>
                      <a:pt x="27" y="51"/>
                      <a:pt x="24" y="37"/>
                    </a:cubicBezTo>
                    <a:cubicBezTo>
                      <a:pt x="21" y="23"/>
                      <a:pt x="25" y="23"/>
                      <a:pt x="25" y="19"/>
                    </a:cubicBezTo>
                    <a:lnTo>
                      <a:pt x="26" y="0"/>
                    </a:lnTo>
                    <a:close/>
                  </a:path>
                </a:pathLst>
              </a:custGeom>
              <a:solidFill>
                <a:srgbClr val="8E4C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855" name="Freeform 45">
                <a:extLst>
                  <a:ext uri="{FF2B5EF4-FFF2-40B4-BE49-F238E27FC236}">
                    <a16:creationId xmlns:a16="http://schemas.microsoft.com/office/drawing/2014/main" id="{EF7B25A2-2580-412B-8ED6-5174454C4E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2" y="2456"/>
                <a:ext cx="56" cy="181"/>
              </a:xfrm>
              <a:custGeom>
                <a:avLst/>
                <a:gdLst>
                  <a:gd name="T0" fmla="*/ 76 w 37"/>
                  <a:gd name="T1" fmla="*/ 0 h 120"/>
                  <a:gd name="T2" fmla="*/ 5 w 37"/>
                  <a:gd name="T3" fmla="*/ 72 h 120"/>
                  <a:gd name="T4" fmla="*/ 14 w 37"/>
                  <a:gd name="T5" fmla="*/ 122 h 120"/>
                  <a:gd name="T6" fmla="*/ 27 w 37"/>
                  <a:gd name="T7" fmla="*/ 198 h 120"/>
                  <a:gd name="T8" fmla="*/ 27 w 37"/>
                  <a:gd name="T9" fmla="*/ 229 h 120"/>
                  <a:gd name="T10" fmla="*/ 39 w 37"/>
                  <a:gd name="T11" fmla="*/ 250 h 120"/>
                  <a:gd name="T12" fmla="*/ 62 w 37"/>
                  <a:gd name="T13" fmla="*/ 318 h 120"/>
                  <a:gd name="T14" fmla="*/ 103 w 37"/>
                  <a:gd name="T15" fmla="*/ 359 h 120"/>
                  <a:gd name="T16" fmla="*/ 129 w 37"/>
                  <a:gd name="T17" fmla="*/ 412 h 12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7" h="120">
                    <a:moveTo>
                      <a:pt x="22" y="0"/>
                    </a:moveTo>
                    <a:cubicBezTo>
                      <a:pt x="22" y="12"/>
                      <a:pt x="3" y="11"/>
                      <a:pt x="1" y="21"/>
                    </a:cubicBezTo>
                    <a:cubicBezTo>
                      <a:pt x="0" y="25"/>
                      <a:pt x="2" y="32"/>
                      <a:pt x="4" y="36"/>
                    </a:cubicBezTo>
                    <a:cubicBezTo>
                      <a:pt x="6" y="43"/>
                      <a:pt x="7" y="50"/>
                      <a:pt x="8" y="58"/>
                    </a:cubicBezTo>
                    <a:cubicBezTo>
                      <a:pt x="8" y="60"/>
                      <a:pt x="7" y="64"/>
                      <a:pt x="8" y="67"/>
                    </a:cubicBezTo>
                    <a:cubicBezTo>
                      <a:pt x="8" y="70"/>
                      <a:pt x="9" y="70"/>
                      <a:pt x="11" y="73"/>
                    </a:cubicBezTo>
                    <a:cubicBezTo>
                      <a:pt x="15" y="79"/>
                      <a:pt x="16" y="86"/>
                      <a:pt x="18" y="93"/>
                    </a:cubicBezTo>
                    <a:cubicBezTo>
                      <a:pt x="21" y="101"/>
                      <a:pt x="25" y="100"/>
                      <a:pt x="30" y="105"/>
                    </a:cubicBezTo>
                    <a:cubicBezTo>
                      <a:pt x="33" y="108"/>
                      <a:pt x="37" y="115"/>
                      <a:pt x="37" y="120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856" name="Freeform 46">
                <a:extLst>
                  <a:ext uri="{FF2B5EF4-FFF2-40B4-BE49-F238E27FC236}">
                    <a16:creationId xmlns:a16="http://schemas.microsoft.com/office/drawing/2014/main" id="{9F470C23-5F6F-450A-8445-F8EE6EAB49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7" y="2450"/>
                <a:ext cx="18" cy="6"/>
              </a:xfrm>
              <a:custGeom>
                <a:avLst/>
                <a:gdLst>
                  <a:gd name="T0" fmla="*/ 41 w 12"/>
                  <a:gd name="T1" fmla="*/ 14 h 4"/>
                  <a:gd name="T2" fmla="*/ 0 w 12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4">
                    <a:moveTo>
                      <a:pt x="12" y="4"/>
                    </a:moveTo>
                    <a:cubicBezTo>
                      <a:pt x="9" y="1"/>
                      <a:pt x="5" y="0"/>
                      <a:pt x="0" y="0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857" name="Freeform 47">
                <a:extLst>
                  <a:ext uri="{FF2B5EF4-FFF2-40B4-BE49-F238E27FC236}">
                    <a16:creationId xmlns:a16="http://schemas.microsoft.com/office/drawing/2014/main" id="{E609D390-1F34-4680-A41B-CBE3E3E222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4" y="2528"/>
                <a:ext cx="18" cy="19"/>
              </a:xfrm>
              <a:custGeom>
                <a:avLst/>
                <a:gdLst>
                  <a:gd name="T0" fmla="*/ 41 w 12"/>
                  <a:gd name="T1" fmla="*/ 0 h 12"/>
                  <a:gd name="T2" fmla="*/ 0 w 12"/>
                  <a:gd name="T3" fmla="*/ 48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12">
                    <a:moveTo>
                      <a:pt x="12" y="0"/>
                    </a:moveTo>
                    <a:cubicBezTo>
                      <a:pt x="6" y="2"/>
                      <a:pt x="6" y="12"/>
                      <a:pt x="0" y="12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858" name="Freeform 48">
                <a:extLst>
                  <a:ext uri="{FF2B5EF4-FFF2-40B4-BE49-F238E27FC236}">
                    <a16:creationId xmlns:a16="http://schemas.microsoft.com/office/drawing/2014/main" id="{9455D609-160D-4428-95BF-4C1079C687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8" y="2587"/>
                <a:ext cx="59" cy="27"/>
              </a:xfrm>
              <a:custGeom>
                <a:avLst/>
                <a:gdLst>
                  <a:gd name="T0" fmla="*/ 0 w 39"/>
                  <a:gd name="T1" fmla="*/ 0 h 18"/>
                  <a:gd name="T2" fmla="*/ 68 w 39"/>
                  <a:gd name="T3" fmla="*/ 48 h 18"/>
                  <a:gd name="T4" fmla="*/ 135 w 39"/>
                  <a:gd name="T5" fmla="*/ 62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9" h="18">
                    <a:moveTo>
                      <a:pt x="0" y="0"/>
                    </a:moveTo>
                    <a:cubicBezTo>
                      <a:pt x="9" y="2"/>
                      <a:pt x="12" y="11"/>
                      <a:pt x="20" y="14"/>
                    </a:cubicBezTo>
                    <a:cubicBezTo>
                      <a:pt x="26" y="15"/>
                      <a:pt x="34" y="14"/>
                      <a:pt x="39" y="18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859" name="Freeform 49">
                <a:extLst>
                  <a:ext uri="{FF2B5EF4-FFF2-40B4-BE49-F238E27FC236}">
                    <a16:creationId xmlns:a16="http://schemas.microsoft.com/office/drawing/2014/main" id="{64E2AE0F-FAB2-4ADC-9380-9BBB8B753A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9" y="2545"/>
                <a:ext cx="74" cy="47"/>
              </a:xfrm>
              <a:custGeom>
                <a:avLst/>
                <a:gdLst>
                  <a:gd name="T0" fmla="*/ 169 w 49"/>
                  <a:gd name="T1" fmla="*/ 108 h 31"/>
                  <a:gd name="T2" fmla="*/ 121 w 49"/>
                  <a:gd name="T3" fmla="*/ 102 h 31"/>
                  <a:gd name="T4" fmla="*/ 62 w 49"/>
                  <a:gd name="T5" fmla="*/ 74 h 31"/>
                  <a:gd name="T6" fmla="*/ 21 w 49"/>
                  <a:gd name="T7" fmla="*/ 49 h 31"/>
                  <a:gd name="T8" fmla="*/ 0 w 49"/>
                  <a:gd name="T9" fmla="*/ 0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9" h="31">
                    <a:moveTo>
                      <a:pt x="49" y="31"/>
                    </a:moveTo>
                    <a:cubicBezTo>
                      <a:pt x="44" y="28"/>
                      <a:pt x="41" y="29"/>
                      <a:pt x="35" y="29"/>
                    </a:cubicBezTo>
                    <a:cubicBezTo>
                      <a:pt x="28" y="28"/>
                      <a:pt x="25" y="23"/>
                      <a:pt x="18" y="21"/>
                    </a:cubicBezTo>
                    <a:cubicBezTo>
                      <a:pt x="12" y="20"/>
                      <a:pt x="9" y="21"/>
                      <a:pt x="6" y="14"/>
                    </a:cubicBezTo>
                    <a:cubicBezTo>
                      <a:pt x="4" y="8"/>
                      <a:pt x="4" y="4"/>
                      <a:pt x="0" y="0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860" name="Freeform 50">
                <a:extLst>
                  <a:ext uri="{FF2B5EF4-FFF2-40B4-BE49-F238E27FC236}">
                    <a16:creationId xmlns:a16="http://schemas.microsoft.com/office/drawing/2014/main" id="{58A60F79-8E7A-4AD4-9AAC-50C9B73078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2" y="2480"/>
                <a:ext cx="24" cy="27"/>
              </a:xfrm>
              <a:custGeom>
                <a:avLst/>
                <a:gdLst>
                  <a:gd name="T0" fmla="*/ 0 w 16"/>
                  <a:gd name="T1" fmla="*/ 27 h 18"/>
                  <a:gd name="T2" fmla="*/ 18 w 16"/>
                  <a:gd name="T3" fmla="*/ 62 h 18"/>
                  <a:gd name="T4" fmla="*/ 54 w 16"/>
                  <a:gd name="T5" fmla="*/ 35 h 18"/>
                  <a:gd name="T6" fmla="*/ 35 w 16"/>
                  <a:gd name="T7" fmla="*/ 0 h 18"/>
                  <a:gd name="T8" fmla="*/ 0 w 16"/>
                  <a:gd name="T9" fmla="*/ 27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18">
                    <a:moveTo>
                      <a:pt x="0" y="8"/>
                    </a:moveTo>
                    <a:cubicBezTo>
                      <a:pt x="5" y="18"/>
                      <a:pt x="5" y="18"/>
                      <a:pt x="5" y="18"/>
                    </a:cubicBezTo>
                    <a:cubicBezTo>
                      <a:pt x="5" y="18"/>
                      <a:pt x="12" y="11"/>
                      <a:pt x="16" y="10"/>
                    </a:cubicBezTo>
                    <a:cubicBezTo>
                      <a:pt x="16" y="10"/>
                      <a:pt x="13" y="3"/>
                      <a:pt x="10" y="0"/>
                    </a:cubicBezTo>
                    <a:cubicBezTo>
                      <a:pt x="10" y="0"/>
                      <a:pt x="2" y="0"/>
                      <a:pt x="0" y="8"/>
                    </a:cubicBezTo>
                    <a:close/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861" name="Freeform 51">
                <a:extLst>
                  <a:ext uri="{FF2B5EF4-FFF2-40B4-BE49-F238E27FC236}">
                    <a16:creationId xmlns:a16="http://schemas.microsoft.com/office/drawing/2014/main" id="{58E8FE9D-094D-4727-A938-410D00B2DA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6" y="2634"/>
                <a:ext cx="26" cy="18"/>
              </a:xfrm>
              <a:custGeom>
                <a:avLst/>
                <a:gdLst>
                  <a:gd name="T0" fmla="*/ 0 w 17"/>
                  <a:gd name="T1" fmla="*/ 12 h 12"/>
                  <a:gd name="T2" fmla="*/ 47 w 17"/>
                  <a:gd name="T3" fmla="*/ 26 h 12"/>
                  <a:gd name="T4" fmla="*/ 47 w 17"/>
                  <a:gd name="T5" fmla="*/ 39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12">
                    <a:moveTo>
                      <a:pt x="0" y="3"/>
                    </a:moveTo>
                    <a:cubicBezTo>
                      <a:pt x="0" y="3"/>
                      <a:pt x="4" y="0"/>
                      <a:pt x="13" y="7"/>
                    </a:cubicBezTo>
                    <a:cubicBezTo>
                      <a:pt x="17" y="10"/>
                      <a:pt x="17" y="12"/>
                      <a:pt x="13" y="11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862" name="Freeform 52">
                <a:extLst>
                  <a:ext uri="{FF2B5EF4-FFF2-40B4-BE49-F238E27FC236}">
                    <a16:creationId xmlns:a16="http://schemas.microsoft.com/office/drawing/2014/main" id="{A50F9239-293B-4ED1-8696-89597BAB3A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8" y="2533"/>
                <a:ext cx="63" cy="56"/>
              </a:xfrm>
              <a:custGeom>
                <a:avLst/>
                <a:gdLst>
                  <a:gd name="T0" fmla="*/ 12 w 42"/>
                  <a:gd name="T1" fmla="*/ 0 h 37"/>
                  <a:gd name="T2" fmla="*/ 26 w 42"/>
                  <a:gd name="T3" fmla="*/ 35 h 37"/>
                  <a:gd name="T4" fmla="*/ 32 w 42"/>
                  <a:gd name="T5" fmla="*/ 54 h 37"/>
                  <a:gd name="T6" fmla="*/ 48 w 42"/>
                  <a:gd name="T7" fmla="*/ 62 h 37"/>
                  <a:gd name="T8" fmla="*/ 66 w 42"/>
                  <a:gd name="T9" fmla="*/ 73 h 37"/>
                  <a:gd name="T10" fmla="*/ 72 w 42"/>
                  <a:gd name="T11" fmla="*/ 80 h 37"/>
                  <a:gd name="T12" fmla="*/ 89 w 42"/>
                  <a:gd name="T13" fmla="*/ 82 h 37"/>
                  <a:gd name="T14" fmla="*/ 116 w 42"/>
                  <a:gd name="T15" fmla="*/ 94 h 37"/>
                  <a:gd name="T16" fmla="*/ 140 w 42"/>
                  <a:gd name="T17" fmla="*/ 124 h 37"/>
                  <a:gd name="T18" fmla="*/ 113 w 42"/>
                  <a:gd name="T19" fmla="*/ 121 h 37"/>
                  <a:gd name="T20" fmla="*/ 95 w 42"/>
                  <a:gd name="T21" fmla="*/ 117 h 37"/>
                  <a:gd name="T22" fmla="*/ 81 w 42"/>
                  <a:gd name="T23" fmla="*/ 115 h 37"/>
                  <a:gd name="T24" fmla="*/ 54 w 42"/>
                  <a:gd name="T25" fmla="*/ 97 h 37"/>
                  <a:gd name="T26" fmla="*/ 26 w 42"/>
                  <a:gd name="T27" fmla="*/ 82 h 37"/>
                  <a:gd name="T28" fmla="*/ 14 w 42"/>
                  <a:gd name="T29" fmla="*/ 76 h 37"/>
                  <a:gd name="T30" fmla="*/ 12 w 42"/>
                  <a:gd name="T31" fmla="*/ 54 h 37"/>
                  <a:gd name="T32" fmla="*/ 0 w 42"/>
                  <a:gd name="T33" fmla="*/ 21 h 37"/>
                  <a:gd name="T34" fmla="*/ 12 w 42"/>
                  <a:gd name="T35" fmla="*/ 0 h 37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42" h="37">
                    <a:moveTo>
                      <a:pt x="3" y="0"/>
                    </a:moveTo>
                    <a:cubicBezTo>
                      <a:pt x="6" y="2"/>
                      <a:pt x="7" y="6"/>
                      <a:pt x="7" y="10"/>
                    </a:cubicBezTo>
                    <a:cubicBezTo>
                      <a:pt x="8" y="11"/>
                      <a:pt x="8" y="14"/>
                      <a:pt x="9" y="16"/>
                    </a:cubicBezTo>
                    <a:cubicBezTo>
                      <a:pt x="10" y="17"/>
                      <a:pt x="13" y="18"/>
                      <a:pt x="14" y="18"/>
                    </a:cubicBezTo>
                    <a:cubicBezTo>
                      <a:pt x="16" y="19"/>
                      <a:pt x="18" y="20"/>
                      <a:pt x="19" y="21"/>
                    </a:cubicBezTo>
                    <a:cubicBezTo>
                      <a:pt x="20" y="21"/>
                      <a:pt x="21" y="22"/>
                      <a:pt x="21" y="23"/>
                    </a:cubicBezTo>
                    <a:cubicBezTo>
                      <a:pt x="23" y="24"/>
                      <a:pt x="24" y="24"/>
                      <a:pt x="26" y="24"/>
                    </a:cubicBezTo>
                    <a:cubicBezTo>
                      <a:pt x="29" y="24"/>
                      <a:pt x="31" y="25"/>
                      <a:pt x="34" y="27"/>
                    </a:cubicBezTo>
                    <a:cubicBezTo>
                      <a:pt x="38" y="29"/>
                      <a:pt x="42" y="31"/>
                      <a:pt x="41" y="36"/>
                    </a:cubicBezTo>
                    <a:cubicBezTo>
                      <a:pt x="39" y="37"/>
                      <a:pt x="35" y="35"/>
                      <a:pt x="33" y="35"/>
                    </a:cubicBezTo>
                    <a:cubicBezTo>
                      <a:pt x="31" y="34"/>
                      <a:pt x="30" y="35"/>
                      <a:pt x="28" y="34"/>
                    </a:cubicBezTo>
                    <a:cubicBezTo>
                      <a:pt x="27" y="34"/>
                      <a:pt x="26" y="34"/>
                      <a:pt x="24" y="33"/>
                    </a:cubicBezTo>
                    <a:cubicBezTo>
                      <a:pt x="21" y="32"/>
                      <a:pt x="19" y="30"/>
                      <a:pt x="16" y="28"/>
                    </a:cubicBezTo>
                    <a:cubicBezTo>
                      <a:pt x="13" y="27"/>
                      <a:pt x="10" y="26"/>
                      <a:pt x="7" y="24"/>
                    </a:cubicBezTo>
                    <a:cubicBezTo>
                      <a:pt x="6" y="24"/>
                      <a:pt x="4" y="23"/>
                      <a:pt x="4" y="22"/>
                    </a:cubicBezTo>
                    <a:cubicBezTo>
                      <a:pt x="3" y="20"/>
                      <a:pt x="3" y="18"/>
                      <a:pt x="3" y="16"/>
                    </a:cubicBezTo>
                    <a:cubicBezTo>
                      <a:pt x="2" y="13"/>
                      <a:pt x="1" y="10"/>
                      <a:pt x="0" y="6"/>
                    </a:cubicBezTo>
                    <a:cubicBezTo>
                      <a:pt x="0" y="4"/>
                      <a:pt x="0" y="1"/>
                      <a:pt x="3" y="0"/>
                    </a:cubicBezTo>
                  </a:path>
                </a:pathLst>
              </a:custGeom>
              <a:solidFill>
                <a:srgbClr val="8E4C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863" name="Freeform 53">
                <a:extLst>
                  <a:ext uri="{FF2B5EF4-FFF2-40B4-BE49-F238E27FC236}">
                    <a16:creationId xmlns:a16="http://schemas.microsoft.com/office/drawing/2014/main" id="{A312F4C8-08BE-454E-9B33-E551275A9B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4" y="2545"/>
                <a:ext cx="80" cy="65"/>
              </a:xfrm>
              <a:custGeom>
                <a:avLst/>
                <a:gdLst>
                  <a:gd name="T0" fmla="*/ 0 w 53"/>
                  <a:gd name="T1" fmla="*/ 12 h 43"/>
                  <a:gd name="T2" fmla="*/ 18 w 53"/>
                  <a:gd name="T3" fmla="*/ 14 h 43"/>
                  <a:gd name="T4" fmla="*/ 32 w 53"/>
                  <a:gd name="T5" fmla="*/ 53 h 43"/>
                  <a:gd name="T6" fmla="*/ 62 w 53"/>
                  <a:gd name="T7" fmla="*/ 80 h 43"/>
                  <a:gd name="T8" fmla="*/ 94 w 53"/>
                  <a:gd name="T9" fmla="*/ 94 h 43"/>
                  <a:gd name="T10" fmla="*/ 107 w 53"/>
                  <a:gd name="T11" fmla="*/ 101 h 43"/>
                  <a:gd name="T12" fmla="*/ 121 w 53"/>
                  <a:gd name="T13" fmla="*/ 103 h 43"/>
                  <a:gd name="T14" fmla="*/ 157 w 53"/>
                  <a:gd name="T15" fmla="*/ 107 h 43"/>
                  <a:gd name="T16" fmla="*/ 178 w 53"/>
                  <a:gd name="T17" fmla="*/ 121 h 43"/>
                  <a:gd name="T18" fmla="*/ 165 w 53"/>
                  <a:gd name="T19" fmla="*/ 144 h 43"/>
                  <a:gd name="T20" fmla="*/ 137 w 53"/>
                  <a:gd name="T21" fmla="*/ 142 h 43"/>
                  <a:gd name="T22" fmla="*/ 107 w 53"/>
                  <a:gd name="T23" fmla="*/ 130 h 43"/>
                  <a:gd name="T24" fmla="*/ 80 w 53"/>
                  <a:gd name="T25" fmla="*/ 116 h 43"/>
                  <a:gd name="T26" fmla="*/ 45 w 53"/>
                  <a:gd name="T27" fmla="*/ 94 h 43"/>
                  <a:gd name="T28" fmla="*/ 35 w 53"/>
                  <a:gd name="T29" fmla="*/ 86 h 43"/>
                  <a:gd name="T30" fmla="*/ 27 w 53"/>
                  <a:gd name="T31" fmla="*/ 68 h 43"/>
                  <a:gd name="T32" fmla="*/ 14 w 53"/>
                  <a:gd name="T33" fmla="*/ 45 h 43"/>
                  <a:gd name="T34" fmla="*/ 8 w 53"/>
                  <a:gd name="T35" fmla="*/ 26 h 43"/>
                  <a:gd name="T36" fmla="*/ 5 w 53"/>
                  <a:gd name="T37" fmla="*/ 12 h 43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53" h="43">
                    <a:moveTo>
                      <a:pt x="0" y="3"/>
                    </a:moveTo>
                    <a:cubicBezTo>
                      <a:pt x="2" y="2"/>
                      <a:pt x="4" y="0"/>
                      <a:pt x="5" y="4"/>
                    </a:cubicBezTo>
                    <a:cubicBezTo>
                      <a:pt x="6" y="8"/>
                      <a:pt x="7" y="11"/>
                      <a:pt x="9" y="15"/>
                    </a:cubicBezTo>
                    <a:cubicBezTo>
                      <a:pt x="11" y="19"/>
                      <a:pt x="14" y="21"/>
                      <a:pt x="18" y="23"/>
                    </a:cubicBezTo>
                    <a:cubicBezTo>
                      <a:pt x="21" y="24"/>
                      <a:pt x="24" y="25"/>
                      <a:pt x="27" y="27"/>
                    </a:cubicBezTo>
                    <a:cubicBezTo>
                      <a:pt x="29" y="27"/>
                      <a:pt x="30" y="29"/>
                      <a:pt x="31" y="29"/>
                    </a:cubicBezTo>
                    <a:cubicBezTo>
                      <a:pt x="32" y="30"/>
                      <a:pt x="34" y="30"/>
                      <a:pt x="35" y="30"/>
                    </a:cubicBezTo>
                    <a:cubicBezTo>
                      <a:pt x="39" y="31"/>
                      <a:pt x="42" y="30"/>
                      <a:pt x="46" y="31"/>
                    </a:cubicBezTo>
                    <a:cubicBezTo>
                      <a:pt x="48" y="31"/>
                      <a:pt x="52" y="32"/>
                      <a:pt x="52" y="35"/>
                    </a:cubicBezTo>
                    <a:cubicBezTo>
                      <a:pt x="53" y="37"/>
                      <a:pt x="50" y="41"/>
                      <a:pt x="48" y="42"/>
                    </a:cubicBezTo>
                    <a:cubicBezTo>
                      <a:pt x="46" y="43"/>
                      <a:pt x="42" y="42"/>
                      <a:pt x="40" y="41"/>
                    </a:cubicBezTo>
                    <a:cubicBezTo>
                      <a:pt x="37" y="40"/>
                      <a:pt x="34" y="39"/>
                      <a:pt x="31" y="38"/>
                    </a:cubicBezTo>
                    <a:cubicBezTo>
                      <a:pt x="28" y="38"/>
                      <a:pt x="25" y="36"/>
                      <a:pt x="23" y="34"/>
                    </a:cubicBezTo>
                    <a:cubicBezTo>
                      <a:pt x="20" y="31"/>
                      <a:pt x="17" y="29"/>
                      <a:pt x="13" y="27"/>
                    </a:cubicBezTo>
                    <a:cubicBezTo>
                      <a:pt x="12" y="26"/>
                      <a:pt x="11" y="26"/>
                      <a:pt x="10" y="25"/>
                    </a:cubicBezTo>
                    <a:cubicBezTo>
                      <a:pt x="9" y="24"/>
                      <a:pt x="9" y="22"/>
                      <a:pt x="8" y="20"/>
                    </a:cubicBezTo>
                    <a:cubicBezTo>
                      <a:pt x="7" y="18"/>
                      <a:pt x="6" y="15"/>
                      <a:pt x="4" y="13"/>
                    </a:cubicBezTo>
                    <a:cubicBezTo>
                      <a:pt x="3" y="11"/>
                      <a:pt x="2" y="9"/>
                      <a:pt x="2" y="7"/>
                    </a:cubicBezTo>
                    <a:cubicBezTo>
                      <a:pt x="1" y="6"/>
                      <a:pt x="1" y="4"/>
                      <a:pt x="1" y="3"/>
                    </a:cubicBezTo>
                  </a:path>
                </a:pathLst>
              </a:custGeom>
              <a:solidFill>
                <a:srgbClr val="8E4C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864" name="Freeform 54">
                <a:extLst>
                  <a:ext uri="{FF2B5EF4-FFF2-40B4-BE49-F238E27FC236}">
                    <a16:creationId xmlns:a16="http://schemas.microsoft.com/office/drawing/2014/main" id="{1FADA912-DF69-439B-B464-22D626E63F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9" y="2589"/>
                <a:ext cx="47" cy="37"/>
              </a:xfrm>
              <a:custGeom>
                <a:avLst/>
                <a:gdLst>
                  <a:gd name="T0" fmla="*/ 0 w 31"/>
                  <a:gd name="T1" fmla="*/ 0 h 25"/>
                  <a:gd name="T2" fmla="*/ 12 w 31"/>
                  <a:gd name="T3" fmla="*/ 33 h 25"/>
                  <a:gd name="T4" fmla="*/ 27 w 31"/>
                  <a:gd name="T5" fmla="*/ 40 h 25"/>
                  <a:gd name="T6" fmla="*/ 41 w 31"/>
                  <a:gd name="T7" fmla="*/ 49 h 25"/>
                  <a:gd name="T8" fmla="*/ 83 w 31"/>
                  <a:gd name="T9" fmla="*/ 78 h 25"/>
                  <a:gd name="T10" fmla="*/ 108 w 31"/>
                  <a:gd name="T11" fmla="*/ 59 h 25"/>
                  <a:gd name="T12" fmla="*/ 89 w 31"/>
                  <a:gd name="T13" fmla="*/ 46 h 25"/>
                  <a:gd name="T14" fmla="*/ 59 w 31"/>
                  <a:gd name="T15" fmla="*/ 41 h 25"/>
                  <a:gd name="T16" fmla="*/ 32 w 31"/>
                  <a:gd name="T17" fmla="*/ 27 h 25"/>
                  <a:gd name="T18" fmla="*/ 12 w 31"/>
                  <a:gd name="T19" fmla="*/ 9 h 25"/>
                  <a:gd name="T20" fmla="*/ 0 w 31"/>
                  <a:gd name="T21" fmla="*/ 1 h 2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1" h="25">
                    <a:moveTo>
                      <a:pt x="0" y="0"/>
                    </a:moveTo>
                    <a:cubicBezTo>
                      <a:pt x="2" y="3"/>
                      <a:pt x="1" y="7"/>
                      <a:pt x="3" y="10"/>
                    </a:cubicBezTo>
                    <a:cubicBezTo>
                      <a:pt x="4" y="11"/>
                      <a:pt x="7" y="12"/>
                      <a:pt x="8" y="12"/>
                    </a:cubicBezTo>
                    <a:cubicBezTo>
                      <a:pt x="10" y="13"/>
                      <a:pt x="11" y="14"/>
                      <a:pt x="12" y="15"/>
                    </a:cubicBezTo>
                    <a:cubicBezTo>
                      <a:pt x="15" y="18"/>
                      <a:pt x="19" y="25"/>
                      <a:pt x="24" y="24"/>
                    </a:cubicBezTo>
                    <a:cubicBezTo>
                      <a:pt x="26" y="24"/>
                      <a:pt x="31" y="21"/>
                      <a:pt x="31" y="18"/>
                    </a:cubicBezTo>
                    <a:cubicBezTo>
                      <a:pt x="31" y="15"/>
                      <a:pt x="27" y="15"/>
                      <a:pt x="26" y="14"/>
                    </a:cubicBezTo>
                    <a:cubicBezTo>
                      <a:pt x="23" y="14"/>
                      <a:pt x="20" y="14"/>
                      <a:pt x="17" y="13"/>
                    </a:cubicBezTo>
                    <a:cubicBezTo>
                      <a:pt x="14" y="12"/>
                      <a:pt x="12" y="10"/>
                      <a:pt x="9" y="8"/>
                    </a:cubicBezTo>
                    <a:cubicBezTo>
                      <a:pt x="7" y="6"/>
                      <a:pt x="5" y="5"/>
                      <a:pt x="3" y="3"/>
                    </a:cubicBezTo>
                    <a:cubicBezTo>
                      <a:pt x="2" y="2"/>
                      <a:pt x="1" y="1"/>
                      <a:pt x="0" y="1"/>
                    </a:cubicBezTo>
                  </a:path>
                </a:pathLst>
              </a:custGeom>
              <a:solidFill>
                <a:srgbClr val="8E4C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865" name="Freeform 55">
                <a:extLst>
                  <a:ext uri="{FF2B5EF4-FFF2-40B4-BE49-F238E27FC236}">
                    <a16:creationId xmlns:a16="http://schemas.microsoft.com/office/drawing/2014/main" id="{E607F052-7329-45EC-A3BF-38779739E1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3" y="2473"/>
                <a:ext cx="17" cy="63"/>
              </a:xfrm>
              <a:custGeom>
                <a:avLst/>
                <a:gdLst>
                  <a:gd name="T0" fmla="*/ 40 w 11"/>
                  <a:gd name="T1" fmla="*/ 0 h 42"/>
                  <a:gd name="T2" fmla="*/ 19 w 11"/>
                  <a:gd name="T3" fmla="*/ 66 h 42"/>
                  <a:gd name="T4" fmla="*/ 29 w 11"/>
                  <a:gd name="T5" fmla="*/ 99 h 42"/>
                  <a:gd name="T6" fmla="*/ 36 w 11"/>
                  <a:gd name="T7" fmla="*/ 143 h 42"/>
                  <a:gd name="T8" fmla="*/ 14 w 11"/>
                  <a:gd name="T9" fmla="*/ 107 h 42"/>
                  <a:gd name="T10" fmla="*/ 5 w 11"/>
                  <a:gd name="T11" fmla="*/ 53 h 42"/>
                  <a:gd name="T12" fmla="*/ 40 w 11"/>
                  <a:gd name="T13" fmla="*/ 5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42">
                    <a:moveTo>
                      <a:pt x="11" y="0"/>
                    </a:moveTo>
                    <a:cubicBezTo>
                      <a:pt x="6" y="2"/>
                      <a:pt x="4" y="14"/>
                      <a:pt x="5" y="19"/>
                    </a:cubicBezTo>
                    <a:cubicBezTo>
                      <a:pt x="6" y="23"/>
                      <a:pt x="7" y="26"/>
                      <a:pt x="8" y="29"/>
                    </a:cubicBezTo>
                    <a:cubicBezTo>
                      <a:pt x="9" y="33"/>
                      <a:pt x="9" y="38"/>
                      <a:pt x="10" y="42"/>
                    </a:cubicBezTo>
                    <a:cubicBezTo>
                      <a:pt x="7" y="39"/>
                      <a:pt x="6" y="34"/>
                      <a:pt x="4" y="31"/>
                    </a:cubicBezTo>
                    <a:cubicBezTo>
                      <a:pt x="2" y="26"/>
                      <a:pt x="0" y="21"/>
                      <a:pt x="1" y="15"/>
                    </a:cubicBezTo>
                    <a:cubicBezTo>
                      <a:pt x="2" y="9"/>
                      <a:pt x="4" y="0"/>
                      <a:pt x="11" y="1"/>
                    </a:cubicBezTo>
                  </a:path>
                </a:pathLst>
              </a:custGeom>
              <a:solidFill>
                <a:srgbClr val="C1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866" name="Freeform 56">
                <a:extLst>
                  <a:ext uri="{FF2B5EF4-FFF2-40B4-BE49-F238E27FC236}">
                    <a16:creationId xmlns:a16="http://schemas.microsoft.com/office/drawing/2014/main" id="{0C36853C-BCFC-47FD-9081-E5D08BF132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2" y="2483"/>
                <a:ext cx="17" cy="14"/>
              </a:xfrm>
              <a:custGeom>
                <a:avLst/>
                <a:gdLst>
                  <a:gd name="T0" fmla="*/ 5 w 11"/>
                  <a:gd name="T1" fmla="*/ 22 h 9"/>
                  <a:gd name="T2" fmla="*/ 19 w 11"/>
                  <a:gd name="T3" fmla="*/ 5 h 9"/>
                  <a:gd name="T4" fmla="*/ 34 w 11"/>
                  <a:gd name="T5" fmla="*/ 0 h 9"/>
                  <a:gd name="T6" fmla="*/ 19 w 11"/>
                  <a:gd name="T7" fmla="*/ 14 h 9"/>
                  <a:gd name="T8" fmla="*/ 0 w 11"/>
                  <a:gd name="T9" fmla="*/ 22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9">
                    <a:moveTo>
                      <a:pt x="1" y="6"/>
                    </a:moveTo>
                    <a:cubicBezTo>
                      <a:pt x="1" y="4"/>
                      <a:pt x="3" y="2"/>
                      <a:pt x="5" y="1"/>
                    </a:cubicBezTo>
                    <a:cubicBezTo>
                      <a:pt x="5" y="1"/>
                      <a:pt x="9" y="0"/>
                      <a:pt x="9" y="0"/>
                    </a:cubicBezTo>
                    <a:cubicBezTo>
                      <a:pt x="11" y="1"/>
                      <a:pt x="6" y="4"/>
                      <a:pt x="5" y="4"/>
                    </a:cubicBezTo>
                    <a:cubicBezTo>
                      <a:pt x="4" y="5"/>
                      <a:pt x="1" y="9"/>
                      <a:pt x="0" y="6"/>
                    </a:cubicBezTo>
                  </a:path>
                </a:pathLst>
              </a:custGeom>
              <a:solidFill>
                <a:srgbClr val="C1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867" name="Freeform 57">
                <a:extLst>
                  <a:ext uri="{FF2B5EF4-FFF2-40B4-BE49-F238E27FC236}">
                    <a16:creationId xmlns:a16="http://schemas.microsoft.com/office/drawing/2014/main" id="{61F64598-025B-46D0-97D3-6E22F1D420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9" y="2637"/>
                <a:ext cx="8" cy="8"/>
              </a:xfrm>
              <a:custGeom>
                <a:avLst/>
                <a:gdLst>
                  <a:gd name="T0" fmla="*/ 0 w 5"/>
                  <a:gd name="T1" fmla="*/ 8 h 5"/>
                  <a:gd name="T2" fmla="*/ 8 w 5"/>
                  <a:gd name="T3" fmla="*/ 21 h 5"/>
                  <a:gd name="T4" fmla="*/ 0 w 5"/>
                  <a:gd name="T5" fmla="*/ 8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0" y="2"/>
                    </a:moveTo>
                    <a:cubicBezTo>
                      <a:pt x="1" y="3"/>
                      <a:pt x="2" y="4"/>
                      <a:pt x="2" y="5"/>
                    </a:cubicBezTo>
                    <a:cubicBezTo>
                      <a:pt x="5" y="3"/>
                      <a:pt x="2" y="0"/>
                      <a:pt x="0" y="2"/>
                    </a:cubicBezTo>
                  </a:path>
                </a:pathLst>
              </a:custGeom>
              <a:solidFill>
                <a:srgbClr val="C1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868" name="Freeform 58">
                <a:extLst>
                  <a:ext uri="{FF2B5EF4-FFF2-40B4-BE49-F238E27FC236}">
                    <a16:creationId xmlns:a16="http://schemas.microsoft.com/office/drawing/2014/main" id="{7EB73740-444D-4BDE-A2BD-FD33E0B74C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5" y="2483"/>
                <a:ext cx="12" cy="20"/>
              </a:xfrm>
              <a:custGeom>
                <a:avLst/>
                <a:gdLst>
                  <a:gd name="T0" fmla="*/ 27 w 8"/>
                  <a:gd name="T1" fmla="*/ 0 h 13"/>
                  <a:gd name="T2" fmla="*/ 0 w 8"/>
                  <a:gd name="T3" fmla="*/ 28 h 13"/>
                  <a:gd name="T4" fmla="*/ 27 w 8"/>
                  <a:gd name="T5" fmla="*/ 0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3">
                    <a:moveTo>
                      <a:pt x="8" y="0"/>
                    </a:moveTo>
                    <a:cubicBezTo>
                      <a:pt x="8" y="0"/>
                      <a:pt x="0" y="3"/>
                      <a:pt x="0" y="8"/>
                    </a:cubicBezTo>
                    <a:cubicBezTo>
                      <a:pt x="0" y="13"/>
                      <a:pt x="2" y="1"/>
                      <a:pt x="8" y="0"/>
                    </a:cubicBezTo>
                  </a:path>
                </a:pathLst>
              </a:custGeom>
              <a:solidFill>
                <a:srgbClr val="C1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869" name="Freeform 59">
                <a:extLst>
                  <a:ext uri="{FF2B5EF4-FFF2-40B4-BE49-F238E27FC236}">
                    <a16:creationId xmlns:a16="http://schemas.microsoft.com/office/drawing/2014/main" id="{8CC87C40-996B-4889-A9B5-25C8218287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3" y="2337"/>
                <a:ext cx="129" cy="69"/>
              </a:xfrm>
              <a:custGeom>
                <a:avLst/>
                <a:gdLst>
                  <a:gd name="T0" fmla="*/ 297 w 85"/>
                  <a:gd name="T1" fmla="*/ 0 h 46"/>
                  <a:gd name="T2" fmla="*/ 0 w 85"/>
                  <a:gd name="T3" fmla="*/ 156 h 46"/>
                  <a:gd name="T4" fmla="*/ 297 w 85"/>
                  <a:gd name="T5" fmla="*/ 0 h 4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5" h="46">
                    <a:moveTo>
                      <a:pt x="85" y="0"/>
                    </a:moveTo>
                    <a:cubicBezTo>
                      <a:pt x="85" y="0"/>
                      <a:pt x="37" y="37"/>
                      <a:pt x="0" y="46"/>
                    </a:cubicBezTo>
                    <a:cubicBezTo>
                      <a:pt x="0" y="46"/>
                      <a:pt x="45" y="39"/>
                      <a:pt x="85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870" name="Freeform 60">
                <a:extLst>
                  <a:ext uri="{FF2B5EF4-FFF2-40B4-BE49-F238E27FC236}">
                    <a16:creationId xmlns:a16="http://schemas.microsoft.com/office/drawing/2014/main" id="{5AB3B142-1A94-4BD2-9EF1-DAF0E3F28B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7" y="3064"/>
                <a:ext cx="68" cy="78"/>
              </a:xfrm>
              <a:custGeom>
                <a:avLst/>
                <a:gdLst>
                  <a:gd name="T0" fmla="*/ 0 w 45"/>
                  <a:gd name="T1" fmla="*/ 122 h 52"/>
                  <a:gd name="T2" fmla="*/ 138 w 45"/>
                  <a:gd name="T3" fmla="*/ 0 h 52"/>
                  <a:gd name="T4" fmla="*/ 128 w 45"/>
                  <a:gd name="T5" fmla="*/ 99 h 52"/>
                  <a:gd name="T6" fmla="*/ 26 w 45"/>
                  <a:gd name="T7" fmla="*/ 135 h 5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5" h="52">
                    <a:moveTo>
                      <a:pt x="0" y="36"/>
                    </a:moveTo>
                    <a:cubicBezTo>
                      <a:pt x="18" y="52"/>
                      <a:pt x="36" y="13"/>
                      <a:pt x="40" y="0"/>
                    </a:cubicBezTo>
                    <a:cubicBezTo>
                      <a:pt x="42" y="10"/>
                      <a:pt x="45" y="20"/>
                      <a:pt x="37" y="29"/>
                    </a:cubicBezTo>
                    <a:cubicBezTo>
                      <a:pt x="30" y="38"/>
                      <a:pt x="17" y="41"/>
                      <a:pt x="7" y="40"/>
                    </a:cubicBezTo>
                  </a:path>
                </a:pathLst>
              </a:custGeom>
              <a:solidFill>
                <a:srgbClr val="C1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871" name="Freeform 61">
                <a:extLst>
                  <a:ext uri="{FF2B5EF4-FFF2-40B4-BE49-F238E27FC236}">
                    <a16:creationId xmlns:a16="http://schemas.microsoft.com/office/drawing/2014/main" id="{2246B1E3-BD40-40C9-B329-3DA75B5376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5" y="3055"/>
                <a:ext cx="48" cy="78"/>
              </a:xfrm>
              <a:custGeom>
                <a:avLst/>
                <a:gdLst>
                  <a:gd name="T0" fmla="*/ 0 w 32"/>
                  <a:gd name="T1" fmla="*/ 140 h 52"/>
                  <a:gd name="T2" fmla="*/ 86 w 32"/>
                  <a:gd name="T3" fmla="*/ 0 h 52"/>
                  <a:gd name="T4" fmla="*/ 12 w 32"/>
                  <a:gd name="T5" fmla="*/ 147 h 5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2" h="52">
                    <a:moveTo>
                      <a:pt x="0" y="41"/>
                    </a:moveTo>
                    <a:cubicBezTo>
                      <a:pt x="19" y="51"/>
                      <a:pt x="26" y="12"/>
                      <a:pt x="25" y="0"/>
                    </a:cubicBezTo>
                    <a:cubicBezTo>
                      <a:pt x="32" y="17"/>
                      <a:pt x="25" y="52"/>
                      <a:pt x="3" y="43"/>
                    </a:cubicBezTo>
                  </a:path>
                </a:pathLst>
              </a:custGeom>
              <a:solidFill>
                <a:srgbClr val="C1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872" name="Freeform 62">
                <a:extLst>
                  <a:ext uri="{FF2B5EF4-FFF2-40B4-BE49-F238E27FC236}">
                    <a16:creationId xmlns:a16="http://schemas.microsoft.com/office/drawing/2014/main" id="{0D2E919A-2041-407D-B13A-9316BC2307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4" y="1927"/>
                <a:ext cx="29" cy="350"/>
              </a:xfrm>
              <a:custGeom>
                <a:avLst/>
                <a:gdLst>
                  <a:gd name="T0" fmla="*/ 12 w 19"/>
                  <a:gd name="T1" fmla="*/ 350 h 232"/>
                  <a:gd name="T2" fmla="*/ 67 w 19"/>
                  <a:gd name="T3" fmla="*/ 797 h 232"/>
                  <a:gd name="T4" fmla="*/ 41 w 19"/>
                  <a:gd name="T5" fmla="*/ 386 h 232"/>
                  <a:gd name="T6" fmla="*/ 5 w 19"/>
                  <a:gd name="T7" fmla="*/ 0 h 232"/>
                  <a:gd name="T8" fmla="*/ 12 w 19"/>
                  <a:gd name="T9" fmla="*/ 350 h 2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232">
                    <a:moveTo>
                      <a:pt x="3" y="102"/>
                    </a:moveTo>
                    <a:cubicBezTo>
                      <a:pt x="4" y="122"/>
                      <a:pt x="13" y="204"/>
                      <a:pt x="19" y="232"/>
                    </a:cubicBezTo>
                    <a:cubicBezTo>
                      <a:pt x="17" y="216"/>
                      <a:pt x="13" y="167"/>
                      <a:pt x="12" y="113"/>
                    </a:cubicBezTo>
                    <a:cubicBezTo>
                      <a:pt x="11" y="60"/>
                      <a:pt x="6" y="24"/>
                      <a:pt x="1" y="0"/>
                    </a:cubicBezTo>
                    <a:cubicBezTo>
                      <a:pt x="0" y="25"/>
                      <a:pt x="2" y="79"/>
                      <a:pt x="3" y="102"/>
                    </a:cubicBezTo>
                  </a:path>
                </a:pathLst>
              </a:custGeom>
              <a:solidFill>
                <a:srgbClr val="C1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873" name="Freeform 63">
                <a:extLst>
                  <a:ext uri="{FF2B5EF4-FFF2-40B4-BE49-F238E27FC236}">
                    <a16:creationId xmlns:a16="http://schemas.microsoft.com/office/drawing/2014/main" id="{BD485110-1938-4A28-B345-91D58CF9BA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9" y="1942"/>
                <a:ext cx="24" cy="321"/>
              </a:xfrm>
              <a:custGeom>
                <a:avLst/>
                <a:gdLst>
                  <a:gd name="T0" fmla="*/ 0 w 16"/>
                  <a:gd name="T1" fmla="*/ 729 h 213"/>
                  <a:gd name="T2" fmla="*/ 21 w 16"/>
                  <a:gd name="T3" fmla="*/ 398 h 213"/>
                  <a:gd name="T4" fmla="*/ 48 w 16"/>
                  <a:gd name="T5" fmla="*/ 0 h 213"/>
                  <a:gd name="T6" fmla="*/ 53 w 16"/>
                  <a:gd name="T7" fmla="*/ 297 h 213"/>
                  <a:gd name="T8" fmla="*/ 0 w 16"/>
                  <a:gd name="T9" fmla="*/ 729 h 2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213">
                    <a:moveTo>
                      <a:pt x="0" y="213"/>
                    </a:moveTo>
                    <a:cubicBezTo>
                      <a:pt x="0" y="207"/>
                      <a:pt x="6" y="155"/>
                      <a:pt x="6" y="116"/>
                    </a:cubicBezTo>
                    <a:cubicBezTo>
                      <a:pt x="6" y="73"/>
                      <a:pt x="8" y="31"/>
                      <a:pt x="14" y="0"/>
                    </a:cubicBezTo>
                    <a:cubicBezTo>
                      <a:pt x="11" y="19"/>
                      <a:pt x="14" y="59"/>
                      <a:pt x="15" y="87"/>
                    </a:cubicBezTo>
                    <a:cubicBezTo>
                      <a:pt x="16" y="115"/>
                      <a:pt x="8" y="187"/>
                      <a:pt x="0" y="213"/>
                    </a:cubicBezTo>
                  </a:path>
                </a:pathLst>
              </a:custGeom>
              <a:solidFill>
                <a:srgbClr val="C1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874" name="Freeform 64">
                <a:extLst>
                  <a:ext uri="{FF2B5EF4-FFF2-40B4-BE49-F238E27FC236}">
                    <a16:creationId xmlns:a16="http://schemas.microsoft.com/office/drawing/2014/main" id="{21090081-2BCD-408F-842E-CC9B4D98D4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5" y="2200"/>
                <a:ext cx="38" cy="16"/>
              </a:xfrm>
              <a:custGeom>
                <a:avLst/>
                <a:gdLst>
                  <a:gd name="T0" fmla="*/ 27 w 25"/>
                  <a:gd name="T1" fmla="*/ 0 h 11"/>
                  <a:gd name="T2" fmla="*/ 26 w 25"/>
                  <a:gd name="T3" fmla="*/ 28 h 11"/>
                  <a:gd name="T4" fmla="*/ 61 w 25"/>
                  <a:gd name="T5" fmla="*/ 13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11">
                    <a:moveTo>
                      <a:pt x="8" y="0"/>
                    </a:moveTo>
                    <a:cubicBezTo>
                      <a:pt x="0" y="1"/>
                      <a:pt x="1" y="7"/>
                      <a:pt x="7" y="9"/>
                    </a:cubicBezTo>
                    <a:cubicBezTo>
                      <a:pt x="13" y="11"/>
                      <a:pt x="25" y="5"/>
                      <a:pt x="17" y="4"/>
                    </a:cubicBezTo>
                  </a:path>
                </a:pathLst>
              </a:custGeom>
              <a:solidFill>
                <a:srgbClr val="C1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875" name="Freeform 65">
                <a:extLst>
                  <a:ext uri="{FF2B5EF4-FFF2-40B4-BE49-F238E27FC236}">
                    <a16:creationId xmlns:a16="http://schemas.microsoft.com/office/drawing/2014/main" id="{94812B7F-F985-42A7-8CFB-E76DFE2D3E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0" y="2198"/>
                <a:ext cx="43" cy="12"/>
              </a:xfrm>
              <a:custGeom>
                <a:avLst/>
                <a:gdLst>
                  <a:gd name="T0" fmla="*/ 0 w 28"/>
                  <a:gd name="T1" fmla="*/ 26 h 8"/>
                  <a:gd name="T2" fmla="*/ 48 w 28"/>
                  <a:gd name="T3" fmla="*/ 0 h 8"/>
                  <a:gd name="T4" fmla="*/ 101 w 28"/>
                  <a:gd name="T5" fmla="*/ 27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8">
                    <a:moveTo>
                      <a:pt x="0" y="7"/>
                    </a:moveTo>
                    <a:cubicBezTo>
                      <a:pt x="6" y="1"/>
                      <a:pt x="7" y="0"/>
                      <a:pt x="13" y="0"/>
                    </a:cubicBezTo>
                    <a:cubicBezTo>
                      <a:pt x="20" y="0"/>
                      <a:pt x="21" y="1"/>
                      <a:pt x="28" y="8"/>
                    </a:cubicBezTo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876" name="Freeform 66">
                <a:extLst>
                  <a:ext uri="{FF2B5EF4-FFF2-40B4-BE49-F238E27FC236}">
                    <a16:creationId xmlns:a16="http://schemas.microsoft.com/office/drawing/2014/main" id="{AC24B895-A368-4977-B1DD-654E8C8EC5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8" y="2204"/>
                <a:ext cx="27" cy="9"/>
              </a:xfrm>
              <a:custGeom>
                <a:avLst/>
                <a:gdLst>
                  <a:gd name="T0" fmla="*/ 0 w 18"/>
                  <a:gd name="T1" fmla="*/ 0 h 6"/>
                  <a:gd name="T2" fmla="*/ 62 w 18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6">
                    <a:moveTo>
                      <a:pt x="0" y="0"/>
                    </a:moveTo>
                    <a:cubicBezTo>
                      <a:pt x="2" y="6"/>
                      <a:pt x="15" y="6"/>
                      <a:pt x="18" y="0"/>
                    </a:cubicBezTo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877" name="Freeform 67">
                <a:extLst>
                  <a:ext uri="{FF2B5EF4-FFF2-40B4-BE49-F238E27FC236}">
                    <a16:creationId xmlns:a16="http://schemas.microsoft.com/office/drawing/2014/main" id="{D03FD4AD-F227-4800-95EF-23E828C640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6" y="2180"/>
                <a:ext cx="41" cy="23"/>
              </a:xfrm>
              <a:custGeom>
                <a:avLst/>
                <a:gdLst>
                  <a:gd name="T0" fmla="*/ 0 w 27"/>
                  <a:gd name="T1" fmla="*/ 35 h 15"/>
                  <a:gd name="T2" fmla="*/ 74 w 27"/>
                  <a:gd name="T3" fmla="*/ 54 h 15"/>
                  <a:gd name="T4" fmla="*/ 5 w 27"/>
                  <a:gd name="T5" fmla="*/ 32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7" h="15">
                    <a:moveTo>
                      <a:pt x="0" y="10"/>
                    </a:moveTo>
                    <a:cubicBezTo>
                      <a:pt x="6" y="6"/>
                      <a:pt x="18" y="8"/>
                      <a:pt x="21" y="15"/>
                    </a:cubicBezTo>
                    <a:cubicBezTo>
                      <a:pt x="27" y="10"/>
                      <a:pt x="5" y="0"/>
                      <a:pt x="1" y="9"/>
                    </a:cubicBezTo>
                  </a:path>
                </a:pathLst>
              </a:custGeom>
              <a:solidFill>
                <a:srgbClr val="C1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878" name="Freeform 68">
                <a:extLst>
                  <a:ext uri="{FF2B5EF4-FFF2-40B4-BE49-F238E27FC236}">
                    <a16:creationId xmlns:a16="http://schemas.microsoft.com/office/drawing/2014/main" id="{A4FA1CD7-AE85-422D-8821-6C984A6918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2" y="2456"/>
                <a:ext cx="26" cy="89"/>
              </a:xfrm>
              <a:custGeom>
                <a:avLst/>
                <a:gdLst>
                  <a:gd name="T0" fmla="*/ 49 w 17"/>
                  <a:gd name="T1" fmla="*/ 14 h 59"/>
                  <a:gd name="T2" fmla="*/ 49 w 17"/>
                  <a:gd name="T3" fmla="*/ 143 h 59"/>
                  <a:gd name="T4" fmla="*/ 0 w 17"/>
                  <a:gd name="T5" fmla="*/ 202 h 59"/>
                  <a:gd name="T6" fmla="*/ 28 w 17"/>
                  <a:gd name="T7" fmla="*/ 169 h 59"/>
                  <a:gd name="T8" fmla="*/ 8 w 17"/>
                  <a:gd name="T9" fmla="*/ 121 h 59"/>
                  <a:gd name="T10" fmla="*/ 28 w 17"/>
                  <a:gd name="T11" fmla="*/ 75 h 59"/>
                  <a:gd name="T12" fmla="*/ 43 w 17"/>
                  <a:gd name="T13" fmla="*/ 0 h 5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59">
                    <a:moveTo>
                      <a:pt x="14" y="4"/>
                    </a:moveTo>
                    <a:cubicBezTo>
                      <a:pt x="16" y="17"/>
                      <a:pt x="17" y="30"/>
                      <a:pt x="14" y="42"/>
                    </a:cubicBezTo>
                    <a:cubicBezTo>
                      <a:pt x="12" y="52"/>
                      <a:pt x="9" y="55"/>
                      <a:pt x="0" y="59"/>
                    </a:cubicBezTo>
                    <a:cubicBezTo>
                      <a:pt x="4" y="56"/>
                      <a:pt x="7" y="53"/>
                      <a:pt x="8" y="49"/>
                    </a:cubicBezTo>
                    <a:cubicBezTo>
                      <a:pt x="8" y="43"/>
                      <a:pt x="3" y="40"/>
                      <a:pt x="2" y="35"/>
                    </a:cubicBezTo>
                    <a:cubicBezTo>
                      <a:pt x="1" y="30"/>
                      <a:pt x="6" y="26"/>
                      <a:pt x="8" y="22"/>
                    </a:cubicBezTo>
                    <a:cubicBezTo>
                      <a:pt x="10" y="15"/>
                      <a:pt x="12" y="7"/>
                      <a:pt x="12" y="0"/>
                    </a:cubicBezTo>
                  </a:path>
                </a:pathLst>
              </a:custGeom>
              <a:solidFill>
                <a:srgbClr val="C1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879" name="Freeform 69">
                <a:extLst>
                  <a:ext uri="{FF2B5EF4-FFF2-40B4-BE49-F238E27FC236}">
                    <a16:creationId xmlns:a16="http://schemas.microsoft.com/office/drawing/2014/main" id="{777496B4-5D08-4D19-BB60-7413F141C0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9" y="2192"/>
                <a:ext cx="24" cy="36"/>
              </a:xfrm>
              <a:custGeom>
                <a:avLst/>
                <a:gdLst>
                  <a:gd name="T0" fmla="*/ 48 w 16"/>
                  <a:gd name="T1" fmla="*/ 0 h 24"/>
                  <a:gd name="T2" fmla="*/ 54 w 16"/>
                  <a:gd name="T3" fmla="*/ 81 h 24"/>
                  <a:gd name="T4" fmla="*/ 32 w 16"/>
                  <a:gd name="T5" fmla="*/ 12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24">
                    <a:moveTo>
                      <a:pt x="14" y="0"/>
                    </a:moveTo>
                    <a:cubicBezTo>
                      <a:pt x="2" y="8"/>
                      <a:pt x="11" y="17"/>
                      <a:pt x="16" y="24"/>
                    </a:cubicBezTo>
                    <a:cubicBezTo>
                      <a:pt x="10" y="23"/>
                      <a:pt x="0" y="8"/>
                      <a:pt x="9" y="3"/>
                    </a:cubicBezTo>
                  </a:path>
                </a:pathLst>
              </a:custGeom>
              <a:solidFill>
                <a:srgbClr val="C1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880" name="Freeform 70">
                <a:extLst>
                  <a:ext uri="{FF2B5EF4-FFF2-40B4-BE49-F238E27FC236}">
                    <a16:creationId xmlns:a16="http://schemas.microsoft.com/office/drawing/2014/main" id="{81B6C1EA-D118-4CA7-81E6-A2C60EF4E1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6" y="2216"/>
                <a:ext cx="265" cy="210"/>
              </a:xfrm>
              <a:custGeom>
                <a:avLst/>
                <a:gdLst>
                  <a:gd name="T0" fmla="*/ 0 w 175"/>
                  <a:gd name="T1" fmla="*/ 468 h 139"/>
                  <a:gd name="T2" fmla="*/ 170 w 175"/>
                  <a:gd name="T3" fmla="*/ 403 h 139"/>
                  <a:gd name="T4" fmla="*/ 351 w 175"/>
                  <a:gd name="T5" fmla="*/ 299 h 139"/>
                  <a:gd name="T6" fmla="*/ 607 w 175"/>
                  <a:gd name="T7" fmla="*/ 0 h 139"/>
                  <a:gd name="T8" fmla="*/ 562 w 175"/>
                  <a:gd name="T9" fmla="*/ 210 h 139"/>
                  <a:gd name="T10" fmla="*/ 392 w 175"/>
                  <a:gd name="T11" fmla="*/ 352 h 139"/>
                  <a:gd name="T12" fmla="*/ 195 w 175"/>
                  <a:gd name="T13" fmla="*/ 438 h 139"/>
                  <a:gd name="T14" fmla="*/ 97 w 175"/>
                  <a:gd name="T15" fmla="*/ 468 h 139"/>
                  <a:gd name="T16" fmla="*/ 18 w 175"/>
                  <a:gd name="T17" fmla="*/ 479 h 13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75" h="139">
                    <a:moveTo>
                      <a:pt x="0" y="136"/>
                    </a:moveTo>
                    <a:cubicBezTo>
                      <a:pt x="15" y="138"/>
                      <a:pt x="35" y="123"/>
                      <a:pt x="49" y="117"/>
                    </a:cubicBezTo>
                    <a:cubicBezTo>
                      <a:pt x="68" y="109"/>
                      <a:pt x="85" y="101"/>
                      <a:pt x="101" y="87"/>
                    </a:cubicBezTo>
                    <a:cubicBezTo>
                      <a:pt x="127" y="64"/>
                      <a:pt x="162" y="34"/>
                      <a:pt x="175" y="0"/>
                    </a:cubicBezTo>
                    <a:cubicBezTo>
                      <a:pt x="175" y="21"/>
                      <a:pt x="174" y="44"/>
                      <a:pt x="162" y="61"/>
                    </a:cubicBezTo>
                    <a:cubicBezTo>
                      <a:pt x="149" y="79"/>
                      <a:pt x="131" y="91"/>
                      <a:pt x="113" y="102"/>
                    </a:cubicBezTo>
                    <a:cubicBezTo>
                      <a:pt x="95" y="112"/>
                      <a:pt x="76" y="121"/>
                      <a:pt x="56" y="127"/>
                    </a:cubicBezTo>
                    <a:cubicBezTo>
                      <a:pt x="47" y="130"/>
                      <a:pt x="38" y="134"/>
                      <a:pt x="28" y="136"/>
                    </a:cubicBezTo>
                    <a:cubicBezTo>
                      <a:pt x="21" y="137"/>
                      <a:pt x="11" y="136"/>
                      <a:pt x="5" y="139"/>
                    </a:cubicBezTo>
                  </a:path>
                </a:pathLst>
              </a:custGeom>
              <a:solidFill>
                <a:srgbClr val="C1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881" name="Freeform 71">
                <a:extLst>
                  <a:ext uri="{FF2B5EF4-FFF2-40B4-BE49-F238E27FC236}">
                    <a16:creationId xmlns:a16="http://schemas.microsoft.com/office/drawing/2014/main" id="{86774CEC-2528-4D89-807B-FE43309414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9" y="2409"/>
                <a:ext cx="143" cy="297"/>
              </a:xfrm>
              <a:custGeom>
                <a:avLst/>
                <a:gdLst>
                  <a:gd name="T0" fmla="*/ 0 w 95"/>
                  <a:gd name="T1" fmla="*/ 0 h 197"/>
                  <a:gd name="T2" fmla="*/ 81 w 95"/>
                  <a:gd name="T3" fmla="*/ 45 h 197"/>
                  <a:gd name="T4" fmla="*/ 149 w 95"/>
                  <a:gd name="T5" fmla="*/ 66 h 197"/>
                  <a:gd name="T6" fmla="*/ 269 w 95"/>
                  <a:gd name="T7" fmla="*/ 86 h 197"/>
                  <a:gd name="T8" fmla="*/ 250 w 95"/>
                  <a:gd name="T9" fmla="*/ 210 h 197"/>
                  <a:gd name="T10" fmla="*/ 286 w 95"/>
                  <a:gd name="T11" fmla="*/ 332 h 197"/>
                  <a:gd name="T12" fmla="*/ 291 w 95"/>
                  <a:gd name="T13" fmla="*/ 675 h 197"/>
                  <a:gd name="T14" fmla="*/ 251 w 95"/>
                  <a:gd name="T15" fmla="*/ 393 h 197"/>
                  <a:gd name="T16" fmla="*/ 202 w 95"/>
                  <a:gd name="T17" fmla="*/ 211 h 197"/>
                  <a:gd name="T18" fmla="*/ 116 w 95"/>
                  <a:gd name="T19" fmla="*/ 72 h 197"/>
                  <a:gd name="T20" fmla="*/ 5 w 95"/>
                  <a:gd name="T21" fmla="*/ 12 h 19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95" h="197">
                    <a:moveTo>
                      <a:pt x="0" y="0"/>
                    </a:moveTo>
                    <a:cubicBezTo>
                      <a:pt x="8" y="0"/>
                      <a:pt x="17" y="10"/>
                      <a:pt x="24" y="13"/>
                    </a:cubicBezTo>
                    <a:cubicBezTo>
                      <a:pt x="31" y="16"/>
                      <a:pt x="38" y="17"/>
                      <a:pt x="44" y="19"/>
                    </a:cubicBezTo>
                    <a:cubicBezTo>
                      <a:pt x="55" y="21"/>
                      <a:pt x="69" y="21"/>
                      <a:pt x="79" y="25"/>
                    </a:cubicBezTo>
                    <a:cubicBezTo>
                      <a:pt x="80" y="37"/>
                      <a:pt x="73" y="49"/>
                      <a:pt x="73" y="61"/>
                    </a:cubicBezTo>
                    <a:cubicBezTo>
                      <a:pt x="74" y="75"/>
                      <a:pt x="79" y="84"/>
                      <a:pt x="84" y="97"/>
                    </a:cubicBezTo>
                    <a:cubicBezTo>
                      <a:pt x="95" y="127"/>
                      <a:pt x="90" y="166"/>
                      <a:pt x="85" y="197"/>
                    </a:cubicBezTo>
                    <a:cubicBezTo>
                      <a:pt x="79" y="171"/>
                      <a:pt x="80" y="142"/>
                      <a:pt x="74" y="115"/>
                    </a:cubicBezTo>
                    <a:cubicBezTo>
                      <a:pt x="69" y="97"/>
                      <a:pt x="63" y="80"/>
                      <a:pt x="59" y="62"/>
                    </a:cubicBezTo>
                    <a:cubicBezTo>
                      <a:pt x="55" y="47"/>
                      <a:pt x="46" y="30"/>
                      <a:pt x="34" y="21"/>
                    </a:cubicBezTo>
                    <a:cubicBezTo>
                      <a:pt x="24" y="13"/>
                      <a:pt x="10" y="14"/>
                      <a:pt x="1" y="3"/>
                    </a:cubicBezTo>
                  </a:path>
                </a:pathLst>
              </a:custGeom>
              <a:solidFill>
                <a:srgbClr val="C1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882" name="Freeform 72">
                <a:extLst>
                  <a:ext uri="{FF2B5EF4-FFF2-40B4-BE49-F238E27FC236}">
                    <a16:creationId xmlns:a16="http://schemas.microsoft.com/office/drawing/2014/main" id="{8B237C93-813E-453B-9CD0-EB20FA60CC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6" y="2568"/>
                <a:ext cx="18" cy="313"/>
              </a:xfrm>
              <a:custGeom>
                <a:avLst/>
                <a:gdLst>
                  <a:gd name="T0" fmla="*/ 12 w 12"/>
                  <a:gd name="T1" fmla="*/ 0 h 208"/>
                  <a:gd name="T2" fmla="*/ 18 w 12"/>
                  <a:gd name="T3" fmla="*/ 358 h 208"/>
                  <a:gd name="T4" fmla="*/ 26 w 12"/>
                  <a:gd name="T5" fmla="*/ 546 h 208"/>
                  <a:gd name="T6" fmla="*/ 35 w 12"/>
                  <a:gd name="T7" fmla="*/ 709 h 208"/>
                  <a:gd name="T8" fmla="*/ 27 w 12"/>
                  <a:gd name="T9" fmla="*/ 250 h 208"/>
                  <a:gd name="T10" fmla="*/ 8 w 12"/>
                  <a:gd name="T11" fmla="*/ 12 h 20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208">
                    <a:moveTo>
                      <a:pt x="3" y="0"/>
                    </a:moveTo>
                    <a:cubicBezTo>
                      <a:pt x="5" y="34"/>
                      <a:pt x="5" y="70"/>
                      <a:pt x="5" y="105"/>
                    </a:cubicBezTo>
                    <a:cubicBezTo>
                      <a:pt x="5" y="124"/>
                      <a:pt x="6" y="141"/>
                      <a:pt x="7" y="160"/>
                    </a:cubicBezTo>
                    <a:cubicBezTo>
                      <a:pt x="7" y="176"/>
                      <a:pt x="8" y="193"/>
                      <a:pt x="10" y="208"/>
                    </a:cubicBezTo>
                    <a:cubicBezTo>
                      <a:pt x="11" y="163"/>
                      <a:pt x="12" y="117"/>
                      <a:pt x="8" y="73"/>
                    </a:cubicBezTo>
                    <a:cubicBezTo>
                      <a:pt x="5" y="51"/>
                      <a:pt x="0" y="26"/>
                      <a:pt x="2" y="3"/>
                    </a:cubicBezTo>
                  </a:path>
                </a:pathLst>
              </a:custGeom>
              <a:solidFill>
                <a:srgbClr val="C1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883" name="Freeform 73">
                <a:extLst>
                  <a:ext uri="{FF2B5EF4-FFF2-40B4-BE49-F238E27FC236}">
                    <a16:creationId xmlns:a16="http://schemas.microsoft.com/office/drawing/2014/main" id="{A990B7E1-3D43-49C5-82B7-F0891EA142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0" y="2450"/>
                <a:ext cx="60" cy="92"/>
              </a:xfrm>
              <a:custGeom>
                <a:avLst/>
                <a:gdLst>
                  <a:gd name="T0" fmla="*/ 135 w 40"/>
                  <a:gd name="T1" fmla="*/ 0 h 61"/>
                  <a:gd name="T2" fmla="*/ 116 w 40"/>
                  <a:gd name="T3" fmla="*/ 148 h 61"/>
                  <a:gd name="T4" fmla="*/ 0 w 40"/>
                  <a:gd name="T5" fmla="*/ 169 h 61"/>
                  <a:gd name="T6" fmla="*/ 66 w 40"/>
                  <a:gd name="T7" fmla="*/ 155 h 61"/>
                  <a:gd name="T8" fmla="*/ 72 w 40"/>
                  <a:gd name="T9" fmla="*/ 94 h 61"/>
                  <a:gd name="T10" fmla="*/ 122 w 40"/>
                  <a:gd name="T11" fmla="*/ 12 h 6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0" h="61">
                    <a:moveTo>
                      <a:pt x="40" y="0"/>
                    </a:moveTo>
                    <a:cubicBezTo>
                      <a:pt x="39" y="13"/>
                      <a:pt x="39" y="31"/>
                      <a:pt x="34" y="43"/>
                    </a:cubicBezTo>
                    <a:cubicBezTo>
                      <a:pt x="26" y="61"/>
                      <a:pt x="14" y="50"/>
                      <a:pt x="0" y="49"/>
                    </a:cubicBezTo>
                    <a:cubicBezTo>
                      <a:pt x="5" y="49"/>
                      <a:pt x="14" y="50"/>
                      <a:pt x="19" y="45"/>
                    </a:cubicBezTo>
                    <a:cubicBezTo>
                      <a:pt x="25" y="39"/>
                      <a:pt x="20" y="34"/>
                      <a:pt x="21" y="27"/>
                    </a:cubicBezTo>
                    <a:cubicBezTo>
                      <a:pt x="21" y="13"/>
                      <a:pt x="32" y="12"/>
                      <a:pt x="36" y="3"/>
                    </a:cubicBezTo>
                  </a:path>
                </a:pathLst>
              </a:custGeom>
              <a:solidFill>
                <a:srgbClr val="C1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884" name="Freeform 74">
                <a:extLst>
                  <a:ext uri="{FF2B5EF4-FFF2-40B4-BE49-F238E27FC236}">
                    <a16:creationId xmlns:a16="http://schemas.microsoft.com/office/drawing/2014/main" id="{DC8F828B-2CBF-4EF9-BD2E-AC3B1CB753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0" y="2445"/>
                <a:ext cx="60" cy="109"/>
              </a:xfrm>
              <a:custGeom>
                <a:avLst/>
                <a:gdLst>
                  <a:gd name="T0" fmla="*/ 93 w 40"/>
                  <a:gd name="T1" fmla="*/ 14 h 72"/>
                  <a:gd name="T2" fmla="*/ 99 w 40"/>
                  <a:gd name="T3" fmla="*/ 94 h 72"/>
                  <a:gd name="T4" fmla="*/ 99 w 40"/>
                  <a:gd name="T5" fmla="*/ 168 h 72"/>
                  <a:gd name="T6" fmla="*/ 72 w 40"/>
                  <a:gd name="T7" fmla="*/ 229 h 72"/>
                  <a:gd name="T8" fmla="*/ 0 w 40"/>
                  <a:gd name="T9" fmla="*/ 242 h 72"/>
                  <a:gd name="T10" fmla="*/ 72 w 40"/>
                  <a:gd name="T11" fmla="*/ 229 h 72"/>
                  <a:gd name="T12" fmla="*/ 129 w 40"/>
                  <a:gd name="T13" fmla="*/ 170 h 72"/>
                  <a:gd name="T14" fmla="*/ 95 w 40"/>
                  <a:gd name="T15" fmla="*/ 0 h 7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0" h="72">
                    <a:moveTo>
                      <a:pt x="27" y="4"/>
                    </a:moveTo>
                    <a:cubicBezTo>
                      <a:pt x="27" y="12"/>
                      <a:pt x="28" y="19"/>
                      <a:pt x="29" y="27"/>
                    </a:cubicBezTo>
                    <a:cubicBezTo>
                      <a:pt x="30" y="34"/>
                      <a:pt x="30" y="41"/>
                      <a:pt x="29" y="48"/>
                    </a:cubicBezTo>
                    <a:cubicBezTo>
                      <a:pt x="28" y="54"/>
                      <a:pt x="26" y="62"/>
                      <a:pt x="21" y="66"/>
                    </a:cubicBezTo>
                    <a:cubicBezTo>
                      <a:pt x="14" y="71"/>
                      <a:pt x="8" y="67"/>
                      <a:pt x="0" y="70"/>
                    </a:cubicBezTo>
                    <a:cubicBezTo>
                      <a:pt x="6" y="72"/>
                      <a:pt x="15" y="67"/>
                      <a:pt x="21" y="66"/>
                    </a:cubicBezTo>
                    <a:cubicBezTo>
                      <a:pt x="29" y="63"/>
                      <a:pt x="36" y="58"/>
                      <a:pt x="38" y="49"/>
                    </a:cubicBezTo>
                    <a:cubicBezTo>
                      <a:pt x="40" y="31"/>
                      <a:pt x="31" y="17"/>
                      <a:pt x="28" y="0"/>
                    </a:cubicBezTo>
                  </a:path>
                </a:pathLst>
              </a:custGeom>
              <a:solidFill>
                <a:srgbClr val="C1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885" name="Freeform 75">
                <a:extLst>
                  <a:ext uri="{FF2B5EF4-FFF2-40B4-BE49-F238E27FC236}">
                    <a16:creationId xmlns:a16="http://schemas.microsoft.com/office/drawing/2014/main" id="{C2118F83-9EF2-4CE1-9199-3D8909034F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4" y="2435"/>
                <a:ext cx="140" cy="124"/>
              </a:xfrm>
              <a:custGeom>
                <a:avLst/>
                <a:gdLst>
                  <a:gd name="T0" fmla="*/ 41 w 92"/>
                  <a:gd name="T1" fmla="*/ 0 h 82"/>
                  <a:gd name="T2" fmla="*/ 46 w 92"/>
                  <a:gd name="T3" fmla="*/ 68 h 82"/>
                  <a:gd name="T4" fmla="*/ 155 w 92"/>
                  <a:gd name="T5" fmla="*/ 284 h 82"/>
                  <a:gd name="T6" fmla="*/ 271 w 92"/>
                  <a:gd name="T7" fmla="*/ 68 h 82"/>
                  <a:gd name="T8" fmla="*/ 275 w 92"/>
                  <a:gd name="T9" fmla="*/ 27 h 8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2" h="82">
                    <a:moveTo>
                      <a:pt x="12" y="0"/>
                    </a:moveTo>
                    <a:cubicBezTo>
                      <a:pt x="14" y="7"/>
                      <a:pt x="15" y="15"/>
                      <a:pt x="13" y="20"/>
                    </a:cubicBezTo>
                    <a:cubicBezTo>
                      <a:pt x="10" y="28"/>
                      <a:pt x="0" y="82"/>
                      <a:pt x="44" y="82"/>
                    </a:cubicBezTo>
                    <a:cubicBezTo>
                      <a:pt x="92" y="82"/>
                      <a:pt x="79" y="36"/>
                      <a:pt x="77" y="20"/>
                    </a:cubicBezTo>
                    <a:cubicBezTo>
                      <a:pt x="77" y="15"/>
                      <a:pt x="77" y="11"/>
                      <a:pt x="78" y="8"/>
                    </a:cubicBezTo>
                  </a:path>
                </a:pathLst>
              </a:custGeom>
              <a:solidFill>
                <a:srgbClr val="A961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886" name="Freeform 76">
                <a:extLst>
                  <a:ext uri="{FF2B5EF4-FFF2-40B4-BE49-F238E27FC236}">
                    <a16:creationId xmlns:a16="http://schemas.microsoft.com/office/drawing/2014/main" id="{E0798030-B4FC-454C-BCD0-C836F15D43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9" y="2480"/>
                <a:ext cx="28" cy="67"/>
              </a:xfrm>
              <a:custGeom>
                <a:avLst/>
                <a:gdLst>
                  <a:gd name="T0" fmla="*/ 52 w 19"/>
                  <a:gd name="T1" fmla="*/ 40 h 44"/>
                  <a:gd name="T2" fmla="*/ 41 w 19"/>
                  <a:gd name="T3" fmla="*/ 88 h 44"/>
                  <a:gd name="T4" fmla="*/ 46 w 19"/>
                  <a:gd name="T5" fmla="*/ 128 h 44"/>
                  <a:gd name="T6" fmla="*/ 60 w 19"/>
                  <a:gd name="T7" fmla="*/ 155 h 44"/>
                  <a:gd name="T8" fmla="*/ 28 w 19"/>
                  <a:gd name="T9" fmla="*/ 134 h 44"/>
                  <a:gd name="T10" fmla="*/ 1 w 19"/>
                  <a:gd name="T11" fmla="*/ 81 h 44"/>
                  <a:gd name="T12" fmla="*/ 32 w 19"/>
                  <a:gd name="T13" fmla="*/ 62 h 44"/>
                  <a:gd name="T14" fmla="*/ 47 w 19"/>
                  <a:gd name="T15" fmla="*/ 0 h 4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9" h="44">
                    <a:moveTo>
                      <a:pt x="16" y="11"/>
                    </a:moveTo>
                    <a:cubicBezTo>
                      <a:pt x="18" y="17"/>
                      <a:pt x="13" y="20"/>
                      <a:pt x="13" y="25"/>
                    </a:cubicBezTo>
                    <a:cubicBezTo>
                      <a:pt x="12" y="29"/>
                      <a:pt x="13" y="32"/>
                      <a:pt x="14" y="36"/>
                    </a:cubicBezTo>
                    <a:cubicBezTo>
                      <a:pt x="15" y="38"/>
                      <a:pt x="18" y="41"/>
                      <a:pt x="19" y="44"/>
                    </a:cubicBezTo>
                    <a:cubicBezTo>
                      <a:pt x="15" y="44"/>
                      <a:pt x="11" y="41"/>
                      <a:pt x="9" y="38"/>
                    </a:cubicBezTo>
                    <a:cubicBezTo>
                      <a:pt x="7" y="35"/>
                      <a:pt x="0" y="27"/>
                      <a:pt x="1" y="23"/>
                    </a:cubicBezTo>
                    <a:cubicBezTo>
                      <a:pt x="2" y="21"/>
                      <a:pt x="8" y="21"/>
                      <a:pt x="10" y="18"/>
                    </a:cubicBezTo>
                    <a:cubicBezTo>
                      <a:pt x="14" y="13"/>
                      <a:pt x="17" y="6"/>
                      <a:pt x="15" y="0"/>
                    </a:cubicBezTo>
                  </a:path>
                </a:pathLst>
              </a:custGeom>
              <a:solidFill>
                <a:srgbClr val="C1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887" name="Freeform 77">
                <a:extLst>
                  <a:ext uri="{FF2B5EF4-FFF2-40B4-BE49-F238E27FC236}">
                    <a16:creationId xmlns:a16="http://schemas.microsoft.com/office/drawing/2014/main" id="{C3CEA90C-1F71-40E3-9469-9AB22C6CAE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2" y="2438"/>
                <a:ext cx="119" cy="121"/>
              </a:xfrm>
              <a:custGeom>
                <a:avLst/>
                <a:gdLst>
                  <a:gd name="T0" fmla="*/ 26 w 79"/>
                  <a:gd name="T1" fmla="*/ 0 h 80"/>
                  <a:gd name="T2" fmla="*/ 27 w 79"/>
                  <a:gd name="T3" fmla="*/ 62 h 80"/>
                  <a:gd name="T4" fmla="*/ 35 w 79"/>
                  <a:gd name="T5" fmla="*/ 228 h 80"/>
                  <a:gd name="T6" fmla="*/ 136 w 79"/>
                  <a:gd name="T7" fmla="*/ 277 h 80"/>
                  <a:gd name="T8" fmla="*/ 236 w 79"/>
                  <a:gd name="T9" fmla="*/ 237 h 80"/>
                  <a:gd name="T10" fmla="*/ 250 w 79"/>
                  <a:gd name="T11" fmla="*/ 86 h 80"/>
                  <a:gd name="T12" fmla="*/ 250 w 79"/>
                  <a:gd name="T13" fmla="*/ 62 h 80"/>
                  <a:gd name="T14" fmla="*/ 243 w 79"/>
                  <a:gd name="T15" fmla="*/ 45 h 80"/>
                  <a:gd name="T16" fmla="*/ 243 w 79"/>
                  <a:gd name="T17" fmla="*/ 12 h 80"/>
                  <a:gd name="T18" fmla="*/ 243 w 79"/>
                  <a:gd name="T19" fmla="*/ 45 h 80"/>
                  <a:gd name="T20" fmla="*/ 243 w 79"/>
                  <a:gd name="T21" fmla="*/ 62 h 80"/>
                  <a:gd name="T22" fmla="*/ 246 w 79"/>
                  <a:gd name="T23" fmla="*/ 86 h 80"/>
                  <a:gd name="T24" fmla="*/ 232 w 79"/>
                  <a:gd name="T25" fmla="*/ 236 h 80"/>
                  <a:gd name="T26" fmla="*/ 134 w 79"/>
                  <a:gd name="T27" fmla="*/ 272 h 80"/>
                  <a:gd name="T28" fmla="*/ 39 w 79"/>
                  <a:gd name="T29" fmla="*/ 228 h 80"/>
                  <a:gd name="T30" fmla="*/ 32 w 79"/>
                  <a:gd name="T31" fmla="*/ 67 h 80"/>
                  <a:gd name="T32" fmla="*/ 26 w 79"/>
                  <a:gd name="T33" fmla="*/ 0 h 8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79" h="80">
                    <a:moveTo>
                      <a:pt x="7" y="0"/>
                    </a:moveTo>
                    <a:cubicBezTo>
                      <a:pt x="12" y="5"/>
                      <a:pt x="10" y="13"/>
                      <a:pt x="8" y="18"/>
                    </a:cubicBezTo>
                    <a:cubicBezTo>
                      <a:pt x="6" y="25"/>
                      <a:pt x="0" y="50"/>
                      <a:pt x="10" y="66"/>
                    </a:cubicBezTo>
                    <a:cubicBezTo>
                      <a:pt x="16" y="76"/>
                      <a:pt x="26" y="80"/>
                      <a:pt x="40" y="80"/>
                    </a:cubicBezTo>
                    <a:cubicBezTo>
                      <a:pt x="54" y="80"/>
                      <a:pt x="63" y="76"/>
                      <a:pt x="69" y="69"/>
                    </a:cubicBezTo>
                    <a:cubicBezTo>
                      <a:pt x="79" y="56"/>
                      <a:pt x="75" y="38"/>
                      <a:pt x="73" y="25"/>
                    </a:cubicBezTo>
                    <a:cubicBezTo>
                      <a:pt x="73" y="18"/>
                      <a:pt x="73" y="18"/>
                      <a:pt x="73" y="18"/>
                    </a:cubicBezTo>
                    <a:cubicBezTo>
                      <a:pt x="71" y="13"/>
                      <a:pt x="71" y="13"/>
                      <a:pt x="71" y="13"/>
                    </a:cubicBezTo>
                    <a:cubicBezTo>
                      <a:pt x="71" y="10"/>
                      <a:pt x="70" y="6"/>
                      <a:pt x="71" y="3"/>
                    </a:cubicBezTo>
                    <a:cubicBezTo>
                      <a:pt x="70" y="6"/>
                      <a:pt x="70" y="9"/>
                      <a:pt x="71" y="13"/>
                    </a:cubicBezTo>
                    <a:cubicBezTo>
                      <a:pt x="71" y="18"/>
                      <a:pt x="71" y="18"/>
                      <a:pt x="71" y="18"/>
                    </a:cubicBezTo>
                    <a:cubicBezTo>
                      <a:pt x="72" y="25"/>
                      <a:pt x="72" y="25"/>
                      <a:pt x="72" y="25"/>
                    </a:cubicBezTo>
                    <a:cubicBezTo>
                      <a:pt x="74" y="38"/>
                      <a:pt x="77" y="56"/>
                      <a:pt x="68" y="68"/>
                    </a:cubicBezTo>
                    <a:cubicBezTo>
                      <a:pt x="62" y="75"/>
                      <a:pt x="53" y="79"/>
                      <a:pt x="39" y="79"/>
                    </a:cubicBezTo>
                    <a:cubicBezTo>
                      <a:pt x="26" y="79"/>
                      <a:pt x="16" y="75"/>
                      <a:pt x="11" y="66"/>
                    </a:cubicBezTo>
                    <a:cubicBezTo>
                      <a:pt x="1" y="49"/>
                      <a:pt x="8" y="23"/>
                      <a:pt x="9" y="19"/>
                    </a:cubicBezTo>
                    <a:cubicBezTo>
                      <a:pt x="11" y="13"/>
                      <a:pt x="13" y="6"/>
                      <a:pt x="7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888" name="Freeform 78">
                <a:extLst>
                  <a:ext uri="{FF2B5EF4-FFF2-40B4-BE49-F238E27FC236}">
                    <a16:creationId xmlns:a16="http://schemas.microsoft.com/office/drawing/2014/main" id="{2CF5BE4E-3461-4EB3-ABE7-F2A40A215C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8" y="2439"/>
                <a:ext cx="49" cy="112"/>
              </a:xfrm>
              <a:custGeom>
                <a:avLst/>
                <a:gdLst>
                  <a:gd name="T0" fmla="*/ 101 w 32"/>
                  <a:gd name="T1" fmla="*/ 0 h 74"/>
                  <a:gd name="T2" fmla="*/ 107 w 32"/>
                  <a:gd name="T3" fmla="*/ 45 h 74"/>
                  <a:gd name="T4" fmla="*/ 101 w 32"/>
                  <a:gd name="T5" fmla="*/ 162 h 74"/>
                  <a:gd name="T6" fmla="*/ 101 w 32"/>
                  <a:gd name="T7" fmla="*/ 166 h 74"/>
                  <a:gd name="T8" fmla="*/ 101 w 32"/>
                  <a:gd name="T9" fmla="*/ 166 h 74"/>
                  <a:gd name="T10" fmla="*/ 110 w 32"/>
                  <a:gd name="T11" fmla="*/ 201 h 74"/>
                  <a:gd name="T12" fmla="*/ 61 w 32"/>
                  <a:gd name="T13" fmla="*/ 250 h 74"/>
                  <a:gd name="T14" fmla="*/ 58 w 32"/>
                  <a:gd name="T15" fmla="*/ 250 h 74"/>
                  <a:gd name="T16" fmla="*/ 5 w 32"/>
                  <a:gd name="T17" fmla="*/ 201 h 74"/>
                  <a:gd name="T18" fmla="*/ 18 w 32"/>
                  <a:gd name="T19" fmla="*/ 166 h 74"/>
                  <a:gd name="T20" fmla="*/ 18 w 32"/>
                  <a:gd name="T21" fmla="*/ 162 h 74"/>
                  <a:gd name="T22" fmla="*/ 12 w 32"/>
                  <a:gd name="T23" fmla="*/ 45 h 74"/>
                  <a:gd name="T24" fmla="*/ 8 w 32"/>
                  <a:gd name="T25" fmla="*/ 18 h 74"/>
                  <a:gd name="T26" fmla="*/ 8 w 32"/>
                  <a:gd name="T27" fmla="*/ 54 h 74"/>
                  <a:gd name="T28" fmla="*/ 12 w 32"/>
                  <a:gd name="T29" fmla="*/ 162 h 74"/>
                  <a:gd name="T30" fmla="*/ 0 w 32"/>
                  <a:gd name="T31" fmla="*/ 197 h 74"/>
                  <a:gd name="T32" fmla="*/ 0 w 32"/>
                  <a:gd name="T33" fmla="*/ 204 h 74"/>
                  <a:gd name="T34" fmla="*/ 58 w 32"/>
                  <a:gd name="T35" fmla="*/ 257 h 74"/>
                  <a:gd name="T36" fmla="*/ 61 w 32"/>
                  <a:gd name="T37" fmla="*/ 257 h 74"/>
                  <a:gd name="T38" fmla="*/ 115 w 32"/>
                  <a:gd name="T39" fmla="*/ 204 h 74"/>
                  <a:gd name="T40" fmla="*/ 115 w 32"/>
                  <a:gd name="T41" fmla="*/ 197 h 74"/>
                  <a:gd name="T42" fmla="*/ 103 w 32"/>
                  <a:gd name="T43" fmla="*/ 162 h 74"/>
                  <a:gd name="T44" fmla="*/ 110 w 32"/>
                  <a:gd name="T45" fmla="*/ 53 h 74"/>
                  <a:gd name="T46" fmla="*/ 110 w 32"/>
                  <a:gd name="T47" fmla="*/ 45 h 74"/>
                  <a:gd name="T48" fmla="*/ 101 w 32"/>
                  <a:gd name="T49" fmla="*/ 0 h 74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32" h="74">
                    <a:moveTo>
                      <a:pt x="28" y="0"/>
                    </a:moveTo>
                    <a:cubicBezTo>
                      <a:pt x="30" y="2"/>
                      <a:pt x="30" y="7"/>
                      <a:pt x="30" y="13"/>
                    </a:cubicBezTo>
                    <a:cubicBezTo>
                      <a:pt x="30" y="18"/>
                      <a:pt x="28" y="44"/>
                      <a:pt x="28" y="47"/>
                    </a:cubicBezTo>
                    <a:cubicBezTo>
                      <a:pt x="28" y="48"/>
                      <a:pt x="28" y="48"/>
                      <a:pt x="28" y="48"/>
                    </a:cubicBezTo>
                    <a:cubicBezTo>
                      <a:pt x="28" y="48"/>
                      <a:pt x="28" y="48"/>
                      <a:pt x="28" y="48"/>
                    </a:cubicBezTo>
                    <a:cubicBezTo>
                      <a:pt x="30" y="52"/>
                      <a:pt x="32" y="55"/>
                      <a:pt x="31" y="58"/>
                    </a:cubicBezTo>
                    <a:cubicBezTo>
                      <a:pt x="30" y="63"/>
                      <a:pt x="25" y="72"/>
                      <a:pt x="17" y="72"/>
                    </a:cubicBezTo>
                    <a:cubicBezTo>
                      <a:pt x="16" y="72"/>
                      <a:pt x="16" y="72"/>
                      <a:pt x="16" y="72"/>
                    </a:cubicBezTo>
                    <a:cubicBezTo>
                      <a:pt x="8" y="72"/>
                      <a:pt x="3" y="63"/>
                      <a:pt x="1" y="58"/>
                    </a:cubicBezTo>
                    <a:cubicBezTo>
                      <a:pt x="1" y="56"/>
                      <a:pt x="3" y="51"/>
                      <a:pt x="5" y="48"/>
                    </a:cubicBezTo>
                    <a:cubicBezTo>
                      <a:pt x="5" y="47"/>
                      <a:pt x="5" y="47"/>
                      <a:pt x="5" y="47"/>
                    </a:cubicBezTo>
                    <a:cubicBezTo>
                      <a:pt x="4" y="44"/>
                      <a:pt x="3" y="19"/>
                      <a:pt x="3" y="13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3" y="21"/>
                      <a:pt x="3" y="43"/>
                      <a:pt x="3" y="47"/>
                    </a:cubicBezTo>
                    <a:cubicBezTo>
                      <a:pt x="2" y="51"/>
                      <a:pt x="0" y="54"/>
                      <a:pt x="0" y="57"/>
                    </a:cubicBezTo>
                    <a:cubicBezTo>
                      <a:pt x="0" y="57"/>
                      <a:pt x="0" y="58"/>
                      <a:pt x="0" y="59"/>
                    </a:cubicBezTo>
                    <a:cubicBezTo>
                      <a:pt x="2" y="64"/>
                      <a:pt x="7" y="73"/>
                      <a:pt x="16" y="74"/>
                    </a:cubicBezTo>
                    <a:cubicBezTo>
                      <a:pt x="17" y="74"/>
                      <a:pt x="17" y="74"/>
                      <a:pt x="17" y="74"/>
                    </a:cubicBezTo>
                    <a:cubicBezTo>
                      <a:pt x="26" y="73"/>
                      <a:pt x="30" y="64"/>
                      <a:pt x="32" y="59"/>
                    </a:cubicBezTo>
                    <a:cubicBezTo>
                      <a:pt x="32" y="58"/>
                      <a:pt x="32" y="58"/>
                      <a:pt x="32" y="57"/>
                    </a:cubicBezTo>
                    <a:cubicBezTo>
                      <a:pt x="32" y="54"/>
                      <a:pt x="31" y="51"/>
                      <a:pt x="29" y="47"/>
                    </a:cubicBezTo>
                    <a:cubicBezTo>
                      <a:pt x="30" y="43"/>
                      <a:pt x="31" y="20"/>
                      <a:pt x="31" y="15"/>
                    </a:cubicBezTo>
                    <a:cubicBezTo>
                      <a:pt x="31" y="14"/>
                      <a:pt x="31" y="14"/>
                      <a:pt x="31" y="13"/>
                    </a:cubicBezTo>
                    <a:cubicBezTo>
                      <a:pt x="31" y="8"/>
                      <a:pt x="30" y="2"/>
                      <a:pt x="28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889" name="Freeform 79">
                <a:extLst>
                  <a:ext uri="{FF2B5EF4-FFF2-40B4-BE49-F238E27FC236}">
                    <a16:creationId xmlns:a16="http://schemas.microsoft.com/office/drawing/2014/main" id="{DCF66FB7-75C8-4BC7-A1AE-565211FAD1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0" y="2506"/>
                <a:ext cx="12" cy="6"/>
              </a:xfrm>
              <a:custGeom>
                <a:avLst/>
                <a:gdLst>
                  <a:gd name="T0" fmla="*/ 0 w 8"/>
                  <a:gd name="T1" fmla="*/ 0 h 4"/>
                  <a:gd name="T2" fmla="*/ 26 w 8"/>
                  <a:gd name="T3" fmla="*/ 14 h 4"/>
                  <a:gd name="T4" fmla="*/ 27 w 8"/>
                  <a:gd name="T5" fmla="*/ 12 h 4"/>
                  <a:gd name="T6" fmla="*/ 0 w 8"/>
                  <a:gd name="T7" fmla="*/ 0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4">
                    <a:moveTo>
                      <a:pt x="0" y="0"/>
                    </a:moveTo>
                    <a:cubicBezTo>
                      <a:pt x="2" y="0"/>
                      <a:pt x="6" y="3"/>
                      <a:pt x="7" y="4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6" y="1"/>
                      <a:pt x="1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890" name="Freeform 80">
                <a:extLst>
                  <a:ext uri="{FF2B5EF4-FFF2-40B4-BE49-F238E27FC236}">
                    <a16:creationId xmlns:a16="http://schemas.microsoft.com/office/drawing/2014/main" id="{B6664B25-9ED3-41AA-BC31-6F933328A5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2" y="2338"/>
                <a:ext cx="301" cy="159"/>
              </a:xfrm>
              <a:custGeom>
                <a:avLst/>
                <a:gdLst>
                  <a:gd name="T0" fmla="*/ 688 w 199"/>
                  <a:gd name="T1" fmla="*/ 209 h 105"/>
                  <a:gd name="T2" fmla="*/ 0 w 199"/>
                  <a:gd name="T3" fmla="*/ 0 h 105"/>
                  <a:gd name="T4" fmla="*/ 688 w 199"/>
                  <a:gd name="T5" fmla="*/ 209 h 10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9" h="105">
                    <a:moveTo>
                      <a:pt x="199" y="60"/>
                    </a:moveTo>
                    <a:cubicBezTo>
                      <a:pt x="199" y="60"/>
                      <a:pt x="107" y="105"/>
                      <a:pt x="0" y="0"/>
                    </a:cubicBezTo>
                    <a:cubicBezTo>
                      <a:pt x="0" y="0"/>
                      <a:pt x="92" y="94"/>
                      <a:pt x="199" y="6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891" name="Freeform 81">
                <a:extLst>
                  <a:ext uri="{FF2B5EF4-FFF2-40B4-BE49-F238E27FC236}">
                    <a16:creationId xmlns:a16="http://schemas.microsoft.com/office/drawing/2014/main" id="{4D0390A1-9130-4392-9507-2D783D1EC9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5" y="2308"/>
                <a:ext cx="93" cy="620"/>
              </a:xfrm>
              <a:custGeom>
                <a:avLst/>
                <a:gdLst>
                  <a:gd name="T0" fmla="*/ 216 w 61"/>
                  <a:gd name="T1" fmla="*/ 0 h 411"/>
                  <a:gd name="T2" fmla="*/ 156 w 61"/>
                  <a:gd name="T3" fmla="*/ 237 h 411"/>
                  <a:gd name="T4" fmla="*/ 79 w 61"/>
                  <a:gd name="T5" fmla="*/ 1410 h 411"/>
                  <a:gd name="T6" fmla="*/ 85 w 61"/>
                  <a:gd name="T7" fmla="*/ 487 h 411"/>
                  <a:gd name="T8" fmla="*/ 0 w 61"/>
                  <a:gd name="T9" fmla="*/ 184 h 411"/>
                  <a:gd name="T10" fmla="*/ 216 w 61"/>
                  <a:gd name="T11" fmla="*/ 0 h 41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1" h="411">
                    <a:moveTo>
                      <a:pt x="61" y="0"/>
                    </a:moveTo>
                    <a:cubicBezTo>
                      <a:pt x="61" y="0"/>
                      <a:pt x="49" y="57"/>
                      <a:pt x="44" y="69"/>
                    </a:cubicBezTo>
                    <a:cubicBezTo>
                      <a:pt x="39" y="81"/>
                      <a:pt x="26" y="366"/>
                      <a:pt x="22" y="411"/>
                    </a:cubicBezTo>
                    <a:cubicBezTo>
                      <a:pt x="22" y="411"/>
                      <a:pt x="20" y="172"/>
                      <a:pt x="24" y="142"/>
                    </a:cubicBezTo>
                    <a:cubicBezTo>
                      <a:pt x="28" y="113"/>
                      <a:pt x="39" y="42"/>
                      <a:pt x="0" y="54"/>
                    </a:cubicBezTo>
                    <a:cubicBezTo>
                      <a:pt x="0" y="54"/>
                      <a:pt x="49" y="35"/>
                      <a:pt x="61" y="0"/>
                    </a:cubicBezTo>
                    <a:close/>
                  </a:path>
                </a:pathLst>
              </a:custGeom>
              <a:solidFill>
                <a:srgbClr val="8E4C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892" name="Freeform 82">
                <a:extLst>
                  <a:ext uri="{FF2B5EF4-FFF2-40B4-BE49-F238E27FC236}">
                    <a16:creationId xmlns:a16="http://schemas.microsoft.com/office/drawing/2014/main" id="{F8F3861D-9232-4182-ABFC-9D0F3E77D0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7" y="2426"/>
                <a:ext cx="36" cy="176"/>
              </a:xfrm>
              <a:custGeom>
                <a:avLst/>
                <a:gdLst>
                  <a:gd name="T0" fmla="*/ 81 w 24"/>
                  <a:gd name="T1" fmla="*/ 0 h 117"/>
                  <a:gd name="T2" fmla="*/ 12 w 24"/>
                  <a:gd name="T3" fmla="*/ 32 h 117"/>
                  <a:gd name="T4" fmla="*/ 14 w 24"/>
                  <a:gd name="T5" fmla="*/ 68 h 117"/>
                  <a:gd name="T6" fmla="*/ 35 w 24"/>
                  <a:gd name="T7" fmla="*/ 143 h 117"/>
                  <a:gd name="T8" fmla="*/ 14 w 24"/>
                  <a:gd name="T9" fmla="*/ 244 h 117"/>
                  <a:gd name="T10" fmla="*/ 18 w 24"/>
                  <a:gd name="T11" fmla="*/ 399 h 117"/>
                  <a:gd name="T12" fmla="*/ 21 w 24"/>
                  <a:gd name="T13" fmla="*/ 251 h 117"/>
                  <a:gd name="T14" fmla="*/ 54 w 24"/>
                  <a:gd name="T15" fmla="*/ 153 h 117"/>
                  <a:gd name="T16" fmla="*/ 35 w 24"/>
                  <a:gd name="T17" fmla="*/ 72 h 117"/>
                  <a:gd name="T18" fmla="*/ 75 w 24"/>
                  <a:gd name="T19" fmla="*/ 8 h 11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4" h="117">
                    <a:moveTo>
                      <a:pt x="24" y="0"/>
                    </a:moveTo>
                    <a:cubicBezTo>
                      <a:pt x="18" y="3"/>
                      <a:pt x="8" y="4"/>
                      <a:pt x="3" y="9"/>
                    </a:cubicBezTo>
                    <a:cubicBezTo>
                      <a:pt x="0" y="13"/>
                      <a:pt x="2" y="16"/>
                      <a:pt x="4" y="20"/>
                    </a:cubicBezTo>
                    <a:cubicBezTo>
                      <a:pt x="6" y="27"/>
                      <a:pt x="8" y="35"/>
                      <a:pt x="10" y="42"/>
                    </a:cubicBezTo>
                    <a:cubicBezTo>
                      <a:pt x="13" y="53"/>
                      <a:pt x="8" y="61"/>
                      <a:pt x="4" y="72"/>
                    </a:cubicBezTo>
                    <a:cubicBezTo>
                      <a:pt x="0" y="84"/>
                      <a:pt x="1" y="104"/>
                      <a:pt x="5" y="117"/>
                    </a:cubicBezTo>
                    <a:cubicBezTo>
                      <a:pt x="1" y="105"/>
                      <a:pt x="3" y="87"/>
                      <a:pt x="6" y="74"/>
                    </a:cubicBezTo>
                    <a:cubicBezTo>
                      <a:pt x="8" y="64"/>
                      <a:pt x="15" y="56"/>
                      <a:pt x="16" y="45"/>
                    </a:cubicBezTo>
                    <a:cubicBezTo>
                      <a:pt x="16" y="36"/>
                      <a:pt x="10" y="30"/>
                      <a:pt x="10" y="21"/>
                    </a:cubicBezTo>
                    <a:cubicBezTo>
                      <a:pt x="10" y="15"/>
                      <a:pt x="16" y="4"/>
                      <a:pt x="22" y="2"/>
                    </a:cubicBezTo>
                  </a:path>
                </a:pathLst>
              </a:custGeom>
              <a:solidFill>
                <a:srgbClr val="8E4C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893" name="Freeform 83">
                <a:extLst>
                  <a:ext uri="{FF2B5EF4-FFF2-40B4-BE49-F238E27FC236}">
                    <a16:creationId xmlns:a16="http://schemas.microsoft.com/office/drawing/2014/main" id="{92C13455-3D3E-4E00-B4E7-108087253D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7" y="3094"/>
                <a:ext cx="72" cy="256"/>
              </a:xfrm>
              <a:custGeom>
                <a:avLst/>
                <a:gdLst>
                  <a:gd name="T0" fmla="*/ 26 w 48"/>
                  <a:gd name="T1" fmla="*/ 0 h 170"/>
                  <a:gd name="T2" fmla="*/ 126 w 48"/>
                  <a:gd name="T3" fmla="*/ 68 h 170"/>
                  <a:gd name="T4" fmla="*/ 156 w 48"/>
                  <a:gd name="T5" fmla="*/ 75 h 170"/>
                  <a:gd name="T6" fmla="*/ 143 w 48"/>
                  <a:gd name="T7" fmla="*/ 126 h 170"/>
                  <a:gd name="T8" fmla="*/ 108 w 48"/>
                  <a:gd name="T9" fmla="*/ 349 h 170"/>
                  <a:gd name="T10" fmla="*/ 99 w 48"/>
                  <a:gd name="T11" fmla="*/ 581 h 170"/>
                  <a:gd name="T12" fmla="*/ 86 w 48"/>
                  <a:gd name="T13" fmla="*/ 181 h 170"/>
                  <a:gd name="T14" fmla="*/ 41 w 48"/>
                  <a:gd name="T15" fmla="*/ 80 h 170"/>
                  <a:gd name="T16" fmla="*/ 14 w 48"/>
                  <a:gd name="T17" fmla="*/ 5 h 17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8" h="170">
                    <a:moveTo>
                      <a:pt x="7" y="0"/>
                    </a:moveTo>
                    <a:cubicBezTo>
                      <a:pt x="12" y="11"/>
                      <a:pt x="26" y="18"/>
                      <a:pt x="37" y="20"/>
                    </a:cubicBezTo>
                    <a:cubicBezTo>
                      <a:pt x="40" y="20"/>
                      <a:pt x="44" y="19"/>
                      <a:pt x="46" y="22"/>
                    </a:cubicBezTo>
                    <a:cubicBezTo>
                      <a:pt x="48" y="27"/>
                      <a:pt x="43" y="33"/>
                      <a:pt x="42" y="37"/>
                    </a:cubicBezTo>
                    <a:cubicBezTo>
                      <a:pt x="32" y="57"/>
                      <a:pt x="33" y="79"/>
                      <a:pt x="32" y="102"/>
                    </a:cubicBezTo>
                    <a:cubicBezTo>
                      <a:pt x="31" y="124"/>
                      <a:pt x="28" y="147"/>
                      <a:pt x="29" y="170"/>
                    </a:cubicBezTo>
                    <a:cubicBezTo>
                      <a:pt x="20" y="132"/>
                      <a:pt x="32" y="90"/>
                      <a:pt x="25" y="53"/>
                    </a:cubicBezTo>
                    <a:cubicBezTo>
                      <a:pt x="23" y="42"/>
                      <a:pt x="17" y="32"/>
                      <a:pt x="12" y="23"/>
                    </a:cubicBezTo>
                    <a:cubicBezTo>
                      <a:pt x="9" y="18"/>
                      <a:pt x="0" y="7"/>
                      <a:pt x="4" y="1"/>
                    </a:cubicBezTo>
                  </a:path>
                </a:pathLst>
              </a:custGeom>
              <a:solidFill>
                <a:srgbClr val="8E4C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894" name="Freeform 84">
                <a:extLst>
                  <a:ext uri="{FF2B5EF4-FFF2-40B4-BE49-F238E27FC236}">
                    <a16:creationId xmlns:a16="http://schemas.microsoft.com/office/drawing/2014/main" id="{131DAE8E-4FA9-4F69-9DD1-70955290E0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7" y="3126"/>
                <a:ext cx="59" cy="282"/>
              </a:xfrm>
              <a:custGeom>
                <a:avLst/>
                <a:gdLst>
                  <a:gd name="T0" fmla="*/ 0 w 39"/>
                  <a:gd name="T1" fmla="*/ 0 h 187"/>
                  <a:gd name="T2" fmla="*/ 48 w 39"/>
                  <a:gd name="T3" fmla="*/ 18 h 187"/>
                  <a:gd name="T4" fmla="*/ 86 w 39"/>
                  <a:gd name="T5" fmla="*/ 18 h 187"/>
                  <a:gd name="T6" fmla="*/ 110 w 39"/>
                  <a:gd name="T7" fmla="*/ 12 h 187"/>
                  <a:gd name="T8" fmla="*/ 124 w 39"/>
                  <a:gd name="T9" fmla="*/ 143 h 187"/>
                  <a:gd name="T10" fmla="*/ 101 w 39"/>
                  <a:gd name="T11" fmla="*/ 641 h 187"/>
                  <a:gd name="T12" fmla="*/ 86 w 39"/>
                  <a:gd name="T13" fmla="*/ 380 h 187"/>
                  <a:gd name="T14" fmla="*/ 82 w 39"/>
                  <a:gd name="T15" fmla="*/ 196 h 187"/>
                  <a:gd name="T16" fmla="*/ 48 w 39"/>
                  <a:gd name="T17" fmla="*/ 89 h 187"/>
                  <a:gd name="T18" fmla="*/ 0 w 39"/>
                  <a:gd name="T19" fmla="*/ 21 h 18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9" h="187">
                    <a:moveTo>
                      <a:pt x="0" y="0"/>
                    </a:moveTo>
                    <a:cubicBezTo>
                      <a:pt x="4" y="1"/>
                      <a:pt x="9" y="4"/>
                      <a:pt x="14" y="5"/>
                    </a:cubicBezTo>
                    <a:cubicBezTo>
                      <a:pt x="17" y="6"/>
                      <a:pt x="22" y="6"/>
                      <a:pt x="25" y="5"/>
                    </a:cubicBezTo>
                    <a:cubicBezTo>
                      <a:pt x="26" y="5"/>
                      <a:pt x="31" y="3"/>
                      <a:pt x="32" y="3"/>
                    </a:cubicBezTo>
                    <a:cubicBezTo>
                      <a:pt x="39" y="7"/>
                      <a:pt x="36" y="36"/>
                      <a:pt x="36" y="42"/>
                    </a:cubicBezTo>
                    <a:cubicBezTo>
                      <a:pt x="36" y="90"/>
                      <a:pt x="24" y="139"/>
                      <a:pt x="29" y="187"/>
                    </a:cubicBezTo>
                    <a:cubicBezTo>
                      <a:pt x="23" y="163"/>
                      <a:pt x="26" y="135"/>
                      <a:pt x="25" y="111"/>
                    </a:cubicBezTo>
                    <a:cubicBezTo>
                      <a:pt x="25" y="94"/>
                      <a:pt x="28" y="74"/>
                      <a:pt x="24" y="57"/>
                    </a:cubicBezTo>
                    <a:cubicBezTo>
                      <a:pt x="22" y="47"/>
                      <a:pt x="19" y="36"/>
                      <a:pt x="14" y="26"/>
                    </a:cubicBezTo>
                    <a:cubicBezTo>
                      <a:pt x="10" y="18"/>
                      <a:pt x="4" y="14"/>
                      <a:pt x="0" y="6"/>
                    </a:cubicBezTo>
                  </a:path>
                </a:pathLst>
              </a:custGeom>
              <a:solidFill>
                <a:srgbClr val="8E4C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895" name="Freeform 85">
                <a:extLst>
                  <a:ext uri="{FF2B5EF4-FFF2-40B4-BE49-F238E27FC236}">
                    <a16:creationId xmlns:a16="http://schemas.microsoft.com/office/drawing/2014/main" id="{637E2236-827D-4DD8-9042-8A0CE61DF7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9" y="1658"/>
                <a:ext cx="128" cy="97"/>
              </a:xfrm>
              <a:custGeom>
                <a:avLst/>
                <a:gdLst>
                  <a:gd name="T0" fmla="*/ 0 w 85"/>
                  <a:gd name="T1" fmla="*/ 170 h 64"/>
                  <a:gd name="T2" fmla="*/ 215 w 85"/>
                  <a:gd name="T3" fmla="*/ 139 h 64"/>
                  <a:gd name="T4" fmla="*/ 291 w 85"/>
                  <a:gd name="T5" fmla="*/ 0 h 64"/>
                  <a:gd name="T6" fmla="*/ 184 w 85"/>
                  <a:gd name="T7" fmla="*/ 182 h 64"/>
                  <a:gd name="T8" fmla="*/ 12 w 85"/>
                  <a:gd name="T9" fmla="*/ 177 h 6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5" h="64">
                    <a:moveTo>
                      <a:pt x="0" y="49"/>
                    </a:moveTo>
                    <a:cubicBezTo>
                      <a:pt x="19" y="64"/>
                      <a:pt x="47" y="57"/>
                      <a:pt x="63" y="40"/>
                    </a:cubicBezTo>
                    <a:cubicBezTo>
                      <a:pt x="74" y="29"/>
                      <a:pt x="78" y="13"/>
                      <a:pt x="85" y="0"/>
                    </a:cubicBezTo>
                    <a:cubicBezTo>
                      <a:pt x="78" y="20"/>
                      <a:pt x="71" y="41"/>
                      <a:pt x="54" y="52"/>
                    </a:cubicBezTo>
                    <a:cubicBezTo>
                      <a:pt x="39" y="62"/>
                      <a:pt x="16" y="63"/>
                      <a:pt x="3" y="51"/>
                    </a:cubicBezTo>
                  </a:path>
                </a:pathLst>
              </a:custGeom>
              <a:solidFill>
                <a:srgbClr val="C1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896" name="Freeform 86">
                <a:extLst>
                  <a:ext uri="{FF2B5EF4-FFF2-40B4-BE49-F238E27FC236}">
                    <a16:creationId xmlns:a16="http://schemas.microsoft.com/office/drawing/2014/main" id="{5FB44FA9-1DAF-4110-9167-A12475304F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6" y="1652"/>
                <a:ext cx="126" cy="107"/>
              </a:xfrm>
              <a:custGeom>
                <a:avLst/>
                <a:gdLst>
                  <a:gd name="T0" fmla="*/ 8 w 83"/>
                  <a:gd name="T1" fmla="*/ 0 h 71"/>
                  <a:gd name="T2" fmla="*/ 115 w 83"/>
                  <a:gd name="T3" fmla="*/ 188 h 71"/>
                  <a:gd name="T4" fmla="*/ 290 w 83"/>
                  <a:gd name="T5" fmla="*/ 216 h 71"/>
                  <a:gd name="T6" fmla="*/ 120 w 83"/>
                  <a:gd name="T7" fmla="*/ 175 h 71"/>
                  <a:gd name="T8" fmla="*/ 8 w 83"/>
                  <a:gd name="T9" fmla="*/ 27 h 7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3" h="71">
                    <a:moveTo>
                      <a:pt x="2" y="0"/>
                    </a:moveTo>
                    <a:cubicBezTo>
                      <a:pt x="0" y="22"/>
                      <a:pt x="16" y="44"/>
                      <a:pt x="33" y="55"/>
                    </a:cubicBezTo>
                    <a:cubicBezTo>
                      <a:pt x="46" y="62"/>
                      <a:pt x="69" y="71"/>
                      <a:pt x="83" y="63"/>
                    </a:cubicBezTo>
                    <a:cubicBezTo>
                      <a:pt x="72" y="67"/>
                      <a:pt x="45" y="58"/>
                      <a:pt x="34" y="51"/>
                    </a:cubicBezTo>
                    <a:cubicBezTo>
                      <a:pt x="22" y="44"/>
                      <a:pt x="3" y="23"/>
                      <a:pt x="2" y="8"/>
                    </a:cubicBezTo>
                  </a:path>
                </a:pathLst>
              </a:custGeom>
              <a:solidFill>
                <a:srgbClr val="C1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897" name="Freeform 87">
                <a:extLst>
                  <a:ext uri="{FF2B5EF4-FFF2-40B4-BE49-F238E27FC236}">
                    <a16:creationId xmlns:a16="http://schemas.microsoft.com/office/drawing/2014/main" id="{B7EE9A45-3CA0-4B0A-B0F9-884BCC5249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0" y="1536"/>
                <a:ext cx="36" cy="383"/>
              </a:xfrm>
              <a:custGeom>
                <a:avLst/>
                <a:gdLst>
                  <a:gd name="T0" fmla="*/ 72 w 24"/>
                  <a:gd name="T1" fmla="*/ 0 h 254"/>
                  <a:gd name="T2" fmla="*/ 72 w 24"/>
                  <a:gd name="T3" fmla="*/ 371 h 254"/>
                  <a:gd name="T4" fmla="*/ 32 w 24"/>
                  <a:gd name="T5" fmla="*/ 764 h 254"/>
                  <a:gd name="T6" fmla="*/ 18 w 24"/>
                  <a:gd name="T7" fmla="*/ 872 h 254"/>
                  <a:gd name="T8" fmla="*/ 26 w 24"/>
                  <a:gd name="T9" fmla="*/ 511 h 254"/>
                  <a:gd name="T10" fmla="*/ 72 w 24"/>
                  <a:gd name="T11" fmla="*/ 0 h 25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4" h="254">
                    <a:moveTo>
                      <a:pt x="21" y="0"/>
                    </a:moveTo>
                    <a:cubicBezTo>
                      <a:pt x="23" y="18"/>
                      <a:pt x="23" y="74"/>
                      <a:pt x="21" y="108"/>
                    </a:cubicBezTo>
                    <a:cubicBezTo>
                      <a:pt x="20" y="142"/>
                      <a:pt x="13" y="204"/>
                      <a:pt x="9" y="223"/>
                    </a:cubicBezTo>
                    <a:cubicBezTo>
                      <a:pt x="5" y="241"/>
                      <a:pt x="5" y="254"/>
                      <a:pt x="5" y="254"/>
                    </a:cubicBezTo>
                    <a:cubicBezTo>
                      <a:pt x="0" y="227"/>
                      <a:pt x="6" y="166"/>
                      <a:pt x="7" y="149"/>
                    </a:cubicBezTo>
                    <a:cubicBezTo>
                      <a:pt x="8" y="131"/>
                      <a:pt x="24" y="24"/>
                      <a:pt x="21" y="0"/>
                    </a:cubicBezTo>
                  </a:path>
                </a:pathLst>
              </a:custGeom>
              <a:solidFill>
                <a:srgbClr val="C1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898" name="Freeform 88">
                <a:extLst>
                  <a:ext uri="{FF2B5EF4-FFF2-40B4-BE49-F238E27FC236}">
                    <a16:creationId xmlns:a16="http://schemas.microsoft.com/office/drawing/2014/main" id="{9B081793-A180-422A-AEE1-0BF3D63CD3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4" y="1666"/>
                <a:ext cx="38" cy="39"/>
              </a:xfrm>
              <a:custGeom>
                <a:avLst/>
                <a:gdLst>
                  <a:gd name="T0" fmla="*/ 26 w 25"/>
                  <a:gd name="T1" fmla="*/ 12 h 26"/>
                  <a:gd name="T2" fmla="*/ 53 w 25"/>
                  <a:gd name="T3" fmla="*/ 80 h 26"/>
                  <a:gd name="T4" fmla="*/ 84 w 25"/>
                  <a:gd name="T5" fmla="*/ 41 h 26"/>
                  <a:gd name="T6" fmla="*/ 49 w 25"/>
                  <a:gd name="T7" fmla="*/ 0 h 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" h="26">
                    <a:moveTo>
                      <a:pt x="7" y="3"/>
                    </a:moveTo>
                    <a:cubicBezTo>
                      <a:pt x="0" y="11"/>
                      <a:pt x="4" y="26"/>
                      <a:pt x="15" y="23"/>
                    </a:cubicBezTo>
                    <a:cubicBezTo>
                      <a:pt x="20" y="21"/>
                      <a:pt x="23" y="17"/>
                      <a:pt x="24" y="12"/>
                    </a:cubicBezTo>
                    <a:cubicBezTo>
                      <a:pt x="25" y="5"/>
                      <a:pt x="20" y="2"/>
                      <a:pt x="14" y="0"/>
                    </a:cubicBezTo>
                  </a:path>
                </a:pathLst>
              </a:custGeom>
              <a:solidFill>
                <a:srgbClr val="8E4C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899" name="Freeform 89">
                <a:extLst>
                  <a:ext uri="{FF2B5EF4-FFF2-40B4-BE49-F238E27FC236}">
                    <a16:creationId xmlns:a16="http://schemas.microsoft.com/office/drawing/2014/main" id="{9C01F73A-5FA7-4E50-8710-053664486D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2" y="1660"/>
                <a:ext cx="54" cy="52"/>
              </a:xfrm>
              <a:custGeom>
                <a:avLst/>
                <a:gdLst>
                  <a:gd name="T0" fmla="*/ 59 w 36"/>
                  <a:gd name="T1" fmla="*/ 0 h 35"/>
                  <a:gd name="T2" fmla="*/ 21 w 36"/>
                  <a:gd name="T3" fmla="*/ 67 h 35"/>
                  <a:gd name="T4" fmla="*/ 95 w 36"/>
                  <a:gd name="T5" fmla="*/ 9 h 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6" h="35">
                    <a:moveTo>
                      <a:pt x="17" y="0"/>
                    </a:moveTo>
                    <a:cubicBezTo>
                      <a:pt x="8" y="0"/>
                      <a:pt x="0" y="11"/>
                      <a:pt x="6" y="20"/>
                    </a:cubicBezTo>
                    <a:cubicBezTo>
                      <a:pt x="16" y="35"/>
                      <a:pt x="36" y="18"/>
                      <a:pt x="28" y="3"/>
                    </a:cubicBezTo>
                  </a:path>
                </a:pathLst>
              </a:custGeom>
              <a:solidFill>
                <a:srgbClr val="8E4C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900" name="Freeform 90">
                <a:extLst>
                  <a:ext uri="{FF2B5EF4-FFF2-40B4-BE49-F238E27FC236}">
                    <a16:creationId xmlns:a16="http://schemas.microsoft.com/office/drawing/2014/main" id="{BBA94B08-1279-410A-8D1D-70D9459B24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9" y="1536"/>
                <a:ext cx="4" cy="170"/>
              </a:xfrm>
              <a:custGeom>
                <a:avLst/>
                <a:gdLst>
                  <a:gd name="T0" fmla="*/ 0 w 3"/>
                  <a:gd name="T1" fmla="*/ 385 h 113"/>
                  <a:gd name="T2" fmla="*/ 0 w 3"/>
                  <a:gd name="T3" fmla="*/ 381 h 113"/>
                  <a:gd name="T4" fmla="*/ 0 w 3"/>
                  <a:gd name="T5" fmla="*/ 0 h 1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113">
                    <a:moveTo>
                      <a:pt x="0" y="113"/>
                    </a:moveTo>
                    <a:cubicBezTo>
                      <a:pt x="0" y="112"/>
                      <a:pt x="0" y="112"/>
                      <a:pt x="0" y="112"/>
                    </a:cubicBezTo>
                    <a:cubicBezTo>
                      <a:pt x="2" y="74"/>
                      <a:pt x="3" y="7"/>
                      <a:pt x="0" y="0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901" name="Freeform 91">
                <a:extLst>
                  <a:ext uri="{FF2B5EF4-FFF2-40B4-BE49-F238E27FC236}">
                    <a16:creationId xmlns:a16="http://schemas.microsoft.com/office/drawing/2014/main" id="{041504DE-38F4-43D3-9675-7E57FCAA2E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9" y="1669"/>
                <a:ext cx="2" cy="4"/>
              </a:xfrm>
              <a:custGeom>
                <a:avLst/>
                <a:gdLst>
                  <a:gd name="T0" fmla="*/ 0 w 1"/>
                  <a:gd name="T1" fmla="*/ 7 h 3"/>
                  <a:gd name="T2" fmla="*/ 8 w 1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cubicBezTo>
                      <a:pt x="0" y="2"/>
                      <a:pt x="1" y="1"/>
                      <a:pt x="1" y="0"/>
                    </a:cubicBezTo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902" name="Freeform 92">
                <a:extLst>
                  <a:ext uri="{FF2B5EF4-FFF2-40B4-BE49-F238E27FC236}">
                    <a16:creationId xmlns:a16="http://schemas.microsoft.com/office/drawing/2014/main" id="{E2D7ECE2-51FA-4BC8-B365-2FFC0C667F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1" y="1660"/>
                <a:ext cx="33" cy="37"/>
              </a:xfrm>
              <a:custGeom>
                <a:avLst/>
                <a:gdLst>
                  <a:gd name="T0" fmla="*/ 35 w 22"/>
                  <a:gd name="T1" fmla="*/ 0 h 25"/>
                  <a:gd name="T2" fmla="*/ 75 w 22"/>
                  <a:gd name="T3" fmla="*/ 41 h 25"/>
                  <a:gd name="T4" fmla="*/ 35 w 22"/>
                  <a:gd name="T5" fmla="*/ 81 h 25"/>
                  <a:gd name="T6" fmla="*/ 0 w 22"/>
                  <a:gd name="T7" fmla="*/ 59 h 2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" h="25">
                    <a:moveTo>
                      <a:pt x="10" y="0"/>
                    </a:moveTo>
                    <a:cubicBezTo>
                      <a:pt x="16" y="0"/>
                      <a:pt x="22" y="6"/>
                      <a:pt x="22" y="13"/>
                    </a:cubicBezTo>
                    <a:cubicBezTo>
                      <a:pt x="22" y="20"/>
                      <a:pt x="16" y="25"/>
                      <a:pt x="10" y="25"/>
                    </a:cubicBezTo>
                    <a:cubicBezTo>
                      <a:pt x="5" y="25"/>
                      <a:pt x="2" y="22"/>
                      <a:pt x="0" y="18"/>
                    </a:cubicBezTo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903" name="Oval 93">
                <a:extLst>
                  <a:ext uri="{FF2B5EF4-FFF2-40B4-BE49-F238E27FC236}">
                    <a16:creationId xmlns:a16="http://schemas.microsoft.com/office/drawing/2014/main" id="{8B52F8F8-97F8-4C03-BE38-7B91FA75A2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71" y="1673"/>
                <a:ext cx="10" cy="11"/>
              </a:xfrm>
              <a:prstGeom prst="ellipse">
                <a:avLst/>
              </a:prstGeom>
              <a:noFill/>
              <a:ln w="4763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904" name="Freeform 94">
                <a:extLst>
                  <a:ext uri="{FF2B5EF4-FFF2-40B4-BE49-F238E27FC236}">
                    <a16:creationId xmlns:a16="http://schemas.microsoft.com/office/drawing/2014/main" id="{1BC918B3-2122-4178-95C8-382DDEECDF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9" y="1536"/>
                <a:ext cx="5" cy="170"/>
              </a:xfrm>
              <a:custGeom>
                <a:avLst/>
                <a:gdLst>
                  <a:gd name="T0" fmla="*/ 13 w 3"/>
                  <a:gd name="T1" fmla="*/ 385 h 113"/>
                  <a:gd name="T2" fmla="*/ 13 w 3"/>
                  <a:gd name="T3" fmla="*/ 381 h 113"/>
                  <a:gd name="T4" fmla="*/ 13 w 3"/>
                  <a:gd name="T5" fmla="*/ 0 h 1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113">
                    <a:moveTo>
                      <a:pt x="3" y="113"/>
                    </a:moveTo>
                    <a:cubicBezTo>
                      <a:pt x="3" y="112"/>
                      <a:pt x="3" y="112"/>
                      <a:pt x="3" y="112"/>
                    </a:cubicBezTo>
                    <a:cubicBezTo>
                      <a:pt x="1" y="74"/>
                      <a:pt x="0" y="7"/>
                      <a:pt x="3" y="0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905" name="Freeform 95">
                <a:extLst>
                  <a:ext uri="{FF2B5EF4-FFF2-40B4-BE49-F238E27FC236}">
                    <a16:creationId xmlns:a16="http://schemas.microsoft.com/office/drawing/2014/main" id="{86ACD22F-09F3-4DD1-8154-27BDBE37DF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9" y="1675"/>
                <a:ext cx="3" cy="4"/>
              </a:xfrm>
              <a:custGeom>
                <a:avLst/>
                <a:gdLst>
                  <a:gd name="T0" fmla="*/ 8 w 2"/>
                  <a:gd name="T1" fmla="*/ 7 h 3"/>
                  <a:gd name="T2" fmla="*/ 0 w 2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cubicBezTo>
                      <a:pt x="1" y="2"/>
                      <a:pt x="1" y="1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906" name="Freeform 96">
                <a:extLst>
                  <a:ext uri="{FF2B5EF4-FFF2-40B4-BE49-F238E27FC236}">
                    <a16:creationId xmlns:a16="http://schemas.microsoft.com/office/drawing/2014/main" id="{8FD44E30-2259-40BA-AB88-E66F32A7ED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7" y="1666"/>
                <a:ext cx="34" cy="37"/>
              </a:xfrm>
              <a:custGeom>
                <a:avLst/>
                <a:gdLst>
                  <a:gd name="T0" fmla="*/ 45 w 22"/>
                  <a:gd name="T1" fmla="*/ 0 h 25"/>
                  <a:gd name="T2" fmla="*/ 0 w 22"/>
                  <a:gd name="T3" fmla="*/ 41 h 25"/>
                  <a:gd name="T4" fmla="*/ 45 w 22"/>
                  <a:gd name="T5" fmla="*/ 81 h 25"/>
                  <a:gd name="T6" fmla="*/ 82 w 22"/>
                  <a:gd name="T7" fmla="*/ 59 h 2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" h="25">
                    <a:moveTo>
                      <a:pt x="12" y="0"/>
                    </a:moveTo>
                    <a:cubicBezTo>
                      <a:pt x="5" y="0"/>
                      <a:pt x="0" y="5"/>
                      <a:pt x="0" y="13"/>
                    </a:cubicBezTo>
                    <a:cubicBezTo>
                      <a:pt x="0" y="20"/>
                      <a:pt x="5" y="25"/>
                      <a:pt x="12" y="25"/>
                    </a:cubicBezTo>
                    <a:cubicBezTo>
                      <a:pt x="16" y="25"/>
                      <a:pt x="20" y="22"/>
                      <a:pt x="22" y="18"/>
                    </a:cubicBezTo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907" name="Oval 97">
                <a:extLst>
                  <a:ext uri="{FF2B5EF4-FFF2-40B4-BE49-F238E27FC236}">
                    <a16:creationId xmlns:a16="http://schemas.microsoft.com/office/drawing/2014/main" id="{662D82BC-CA7E-4681-9D9A-60CB10F94B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80" y="1679"/>
                <a:ext cx="10" cy="11"/>
              </a:xfrm>
              <a:prstGeom prst="ellipse">
                <a:avLst/>
              </a:prstGeom>
              <a:noFill/>
              <a:ln w="4763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908" name="Freeform 98">
                <a:extLst>
                  <a:ext uri="{FF2B5EF4-FFF2-40B4-BE49-F238E27FC236}">
                    <a16:creationId xmlns:a16="http://schemas.microsoft.com/office/drawing/2014/main" id="{A44A896A-E17F-4E8C-9F92-FF5855796B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5" y="1515"/>
                <a:ext cx="20" cy="39"/>
              </a:xfrm>
              <a:custGeom>
                <a:avLst/>
                <a:gdLst>
                  <a:gd name="T0" fmla="*/ 0 w 13"/>
                  <a:gd name="T1" fmla="*/ 89 h 26"/>
                  <a:gd name="T2" fmla="*/ 0 w 13"/>
                  <a:gd name="T3" fmla="*/ 89 h 26"/>
                  <a:gd name="T4" fmla="*/ 48 w 13"/>
                  <a:gd name="T5" fmla="*/ 5 h 26"/>
                  <a:gd name="T6" fmla="*/ 40 w 13"/>
                  <a:gd name="T7" fmla="*/ 0 h 26"/>
                  <a:gd name="T8" fmla="*/ 0 w 13"/>
                  <a:gd name="T9" fmla="*/ 89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26">
                    <a:moveTo>
                      <a:pt x="0" y="26"/>
                    </a:moveTo>
                    <a:cubicBezTo>
                      <a:pt x="0" y="26"/>
                      <a:pt x="0" y="26"/>
                      <a:pt x="0" y="26"/>
                    </a:cubicBezTo>
                    <a:cubicBezTo>
                      <a:pt x="8" y="21"/>
                      <a:pt x="8" y="13"/>
                      <a:pt x="13" y="1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6" y="12"/>
                      <a:pt x="7" y="21"/>
                      <a:pt x="0" y="26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909" name="Freeform 99">
                <a:extLst>
                  <a:ext uri="{FF2B5EF4-FFF2-40B4-BE49-F238E27FC236}">
                    <a16:creationId xmlns:a16="http://schemas.microsoft.com/office/drawing/2014/main" id="{EF6DD221-D1C2-468C-B4B8-1A90F0CBAC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7" y="1515"/>
                <a:ext cx="30" cy="39"/>
              </a:xfrm>
              <a:custGeom>
                <a:avLst/>
                <a:gdLst>
                  <a:gd name="T0" fmla="*/ 0 w 20"/>
                  <a:gd name="T1" fmla="*/ 5 h 26"/>
                  <a:gd name="T2" fmla="*/ 68 w 20"/>
                  <a:gd name="T3" fmla="*/ 89 h 26"/>
                  <a:gd name="T4" fmla="*/ 5 w 20"/>
                  <a:gd name="T5" fmla="*/ 0 h 26"/>
                  <a:gd name="T6" fmla="*/ 0 w 20"/>
                  <a:gd name="T7" fmla="*/ 5 h 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26">
                    <a:moveTo>
                      <a:pt x="0" y="1"/>
                    </a:moveTo>
                    <a:cubicBezTo>
                      <a:pt x="5" y="13"/>
                      <a:pt x="12" y="21"/>
                      <a:pt x="20" y="26"/>
                    </a:cubicBezTo>
                    <a:cubicBezTo>
                      <a:pt x="13" y="21"/>
                      <a:pt x="7" y="12"/>
                      <a:pt x="1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910" name="Freeform 100">
                <a:extLst>
                  <a:ext uri="{FF2B5EF4-FFF2-40B4-BE49-F238E27FC236}">
                    <a16:creationId xmlns:a16="http://schemas.microsoft.com/office/drawing/2014/main" id="{B8A688C2-62F4-4D1D-9F20-1268AD65E6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2" y="1722"/>
                <a:ext cx="51" cy="22"/>
              </a:xfrm>
              <a:custGeom>
                <a:avLst/>
                <a:gdLst>
                  <a:gd name="T0" fmla="*/ 0 w 34"/>
                  <a:gd name="T1" fmla="*/ 0 h 15"/>
                  <a:gd name="T2" fmla="*/ 116 w 34"/>
                  <a:gd name="T3" fmla="*/ 47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4" h="15">
                    <a:moveTo>
                      <a:pt x="0" y="0"/>
                    </a:moveTo>
                    <a:cubicBezTo>
                      <a:pt x="0" y="0"/>
                      <a:pt x="15" y="13"/>
                      <a:pt x="34" y="15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911" name="Freeform 101">
                <a:extLst>
                  <a:ext uri="{FF2B5EF4-FFF2-40B4-BE49-F238E27FC236}">
                    <a16:creationId xmlns:a16="http://schemas.microsoft.com/office/drawing/2014/main" id="{9F10A147-BEC4-4089-AD72-7055E14DC1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1" y="1717"/>
                <a:ext cx="50" cy="24"/>
              </a:xfrm>
              <a:custGeom>
                <a:avLst/>
                <a:gdLst>
                  <a:gd name="T0" fmla="*/ 115 w 33"/>
                  <a:gd name="T1" fmla="*/ 0 h 16"/>
                  <a:gd name="T2" fmla="*/ 0 w 33"/>
                  <a:gd name="T3" fmla="*/ 54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3" h="16">
                    <a:moveTo>
                      <a:pt x="33" y="0"/>
                    </a:moveTo>
                    <a:cubicBezTo>
                      <a:pt x="33" y="0"/>
                      <a:pt x="22" y="14"/>
                      <a:pt x="0" y="16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912" name="Freeform 102">
                <a:extLst>
                  <a:ext uri="{FF2B5EF4-FFF2-40B4-BE49-F238E27FC236}">
                    <a16:creationId xmlns:a16="http://schemas.microsoft.com/office/drawing/2014/main" id="{DFD314E1-47A2-4373-848E-A1B93E045C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5" y="1547"/>
                <a:ext cx="17" cy="227"/>
              </a:xfrm>
              <a:custGeom>
                <a:avLst/>
                <a:gdLst>
                  <a:gd name="T0" fmla="*/ 0 w 11"/>
                  <a:gd name="T1" fmla="*/ 0 h 151"/>
                  <a:gd name="T2" fmla="*/ 8 w 11"/>
                  <a:gd name="T3" fmla="*/ 284 h 151"/>
                  <a:gd name="T4" fmla="*/ 26 w 11"/>
                  <a:gd name="T5" fmla="*/ 513 h 151"/>
                  <a:gd name="T6" fmla="*/ 8 w 11"/>
                  <a:gd name="T7" fmla="*/ 5 h 15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151">
                    <a:moveTo>
                      <a:pt x="0" y="0"/>
                    </a:moveTo>
                    <a:cubicBezTo>
                      <a:pt x="8" y="23"/>
                      <a:pt x="2" y="59"/>
                      <a:pt x="2" y="84"/>
                    </a:cubicBezTo>
                    <a:cubicBezTo>
                      <a:pt x="2" y="107"/>
                      <a:pt x="5" y="128"/>
                      <a:pt x="7" y="151"/>
                    </a:cubicBezTo>
                    <a:cubicBezTo>
                      <a:pt x="7" y="101"/>
                      <a:pt x="11" y="49"/>
                      <a:pt x="2" y="1"/>
                    </a:cubicBezTo>
                  </a:path>
                </a:pathLst>
              </a:custGeom>
              <a:solidFill>
                <a:srgbClr val="C1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913" name="Freeform 103">
                <a:extLst>
                  <a:ext uri="{FF2B5EF4-FFF2-40B4-BE49-F238E27FC236}">
                    <a16:creationId xmlns:a16="http://schemas.microsoft.com/office/drawing/2014/main" id="{D73C48A2-B6AE-454F-A70E-E1B7400D93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8" y="1316"/>
                <a:ext cx="51" cy="36"/>
              </a:xfrm>
              <a:custGeom>
                <a:avLst/>
                <a:gdLst>
                  <a:gd name="T0" fmla="*/ 0 w 34"/>
                  <a:gd name="T1" fmla="*/ 0 h 24"/>
                  <a:gd name="T2" fmla="*/ 116 w 34"/>
                  <a:gd name="T3" fmla="*/ 5 h 24"/>
                  <a:gd name="T4" fmla="*/ 0 w 34"/>
                  <a:gd name="T5" fmla="*/ 0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4" h="24">
                    <a:moveTo>
                      <a:pt x="0" y="0"/>
                    </a:moveTo>
                    <a:cubicBezTo>
                      <a:pt x="0" y="0"/>
                      <a:pt x="19" y="17"/>
                      <a:pt x="34" y="1"/>
                    </a:cubicBezTo>
                    <a:cubicBezTo>
                      <a:pt x="34" y="1"/>
                      <a:pt x="22" y="24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914" name="Freeform 104">
                <a:extLst>
                  <a:ext uri="{FF2B5EF4-FFF2-40B4-BE49-F238E27FC236}">
                    <a16:creationId xmlns:a16="http://schemas.microsoft.com/office/drawing/2014/main" id="{12CF6A31-DEEA-4FC7-8145-AF3A745BBF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8" y="1296"/>
                <a:ext cx="186" cy="59"/>
              </a:xfrm>
              <a:custGeom>
                <a:avLst/>
                <a:gdLst>
                  <a:gd name="T0" fmla="*/ 0 w 123"/>
                  <a:gd name="T1" fmla="*/ 14 h 39"/>
                  <a:gd name="T2" fmla="*/ 160 w 123"/>
                  <a:gd name="T3" fmla="*/ 14 h 39"/>
                  <a:gd name="T4" fmla="*/ 242 w 123"/>
                  <a:gd name="T5" fmla="*/ 48 h 39"/>
                  <a:gd name="T6" fmla="*/ 425 w 123"/>
                  <a:gd name="T7" fmla="*/ 94 h 39"/>
                  <a:gd name="T8" fmla="*/ 318 w 123"/>
                  <a:gd name="T9" fmla="*/ 116 h 39"/>
                  <a:gd name="T10" fmla="*/ 209 w 123"/>
                  <a:gd name="T11" fmla="*/ 62 h 39"/>
                  <a:gd name="T12" fmla="*/ 110 w 123"/>
                  <a:gd name="T13" fmla="*/ 27 h 39"/>
                  <a:gd name="T14" fmla="*/ 12 w 123"/>
                  <a:gd name="T15" fmla="*/ 8 h 3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23" h="39">
                    <a:moveTo>
                      <a:pt x="0" y="4"/>
                    </a:moveTo>
                    <a:cubicBezTo>
                      <a:pt x="16" y="4"/>
                      <a:pt x="31" y="0"/>
                      <a:pt x="46" y="4"/>
                    </a:cubicBezTo>
                    <a:cubicBezTo>
                      <a:pt x="55" y="6"/>
                      <a:pt x="63" y="10"/>
                      <a:pt x="70" y="14"/>
                    </a:cubicBezTo>
                    <a:cubicBezTo>
                      <a:pt x="85" y="22"/>
                      <a:pt x="108" y="39"/>
                      <a:pt x="123" y="27"/>
                    </a:cubicBezTo>
                    <a:cubicBezTo>
                      <a:pt x="113" y="31"/>
                      <a:pt x="104" y="35"/>
                      <a:pt x="92" y="34"/>
                    </a:cubicBezTo>
                    <a:cubicBezTo>
                      <a:pt x="81" y="32"/>
                      <a:pt x="70" y="24"/>
                      <a:pt x="60" y="18"/>
                    </a:cubicBezTo>
                    <a:cubicBezTo>
                      <a:pt x="50" y="12"/>
                      <a:pt x="43" y="9"/>
                      <a:pt x="32" y="8"/>
                    </a:cubicBezTo>
                    <a:cubicBezTo>
                      <a:pt x="21" y="8"/>
                      <a:pt x="12" y="3"/>
                      <a:pt x="3" y="2"/>
                    </a:cubicBezTo>
                  </a:path>
                </a:pathLst>
              </a:custGeom>
              <a:solidFill>
                <a:srgbClr val="C1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915" name="Freeform 105">
                <a:extLst>
                  <a:ext uri="{FF2B5EF4-FFF2-40B4-BE49-F238E27FC236}">
                    <a16:creationId xmlns:a16="http://schemas.microsoft.com/office/drawing/2014/main" id="{7E5AD1F3-00BD-45C0-95D9-382632C258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6" y="1287"/>
                <a:ext cx="135" cy="38"/>
              </a:xfrm>
              <a:custGeom>
                <a:avLst/>
                <a:gdLst>
                  <a:gd name="T0" fmla="*/ 0 w 89"/>
                  <a:gd name="T1" fmla="*/ 88 h 25"/>
                  <a:gd name="T2" fmla="*/ 147 w 89"/>
                  <a:gd name="T3" fmla="*/ 27 h 25"/>
                  <a:gd name="T4" fmla="*/ 249 w 89"/>
                  <a:gd name="T5" fmla="*/ 12 h 25"/>
                  <a:gd name="T6" fmla="*/ 311 w 89"/>
                  <a:gd name="T7" fmla="*/ 8 h 25"/>
                  <a:gd name="T8" fmla="*/ 126 w 89"/>
                  <a:gd name="T9" fmla="*/ 49 h 25"/>
                  <a:gd name="T10" fmla="*/ 0 w 89"/>
                  <a:gd name="T11" fmla="*/ 84 h 2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9" h="25">
                    <a:moveTo>
                      <a:pt x="0" y="25"/>
                    </a:moveTo>
                    <a:cubicBezTo>
                      <a:pt x="14" y="18"/>
                      <a:pt x="26" y="10"/>
                      <a:pt x="42" y="8"/>
                    </a:cubicBezTo>
                    <a:cubicBezTo>
                      <a:pt x="52" y="6"/>
                      <a:pt x="61" y="4"/>
                      <a:pt x="71" y="3"/>
                    </a:cubicBezTo>
                    <a:cubicBezTo>
                      <a:pt x="76" y="3"/>
                      <a:pt x="84" y="0"/>
                      <a:pt x="89" y="2"/>
                    </a:cubicBezTo>
                    <a:cubicBezTo>
                      <a:pt x="73" y="9"/>
                      <a:pt x="53" y="11"/>
                      <a:pt x="36" y="14"/>
                    </a:cubicBezTo>
                    <a:cubicBezTo>
                      <a:pt x="24" y="17"/>
                      <a:pt x="12" y="23"/>
                      <a:pt x="0" y="24"/>
                    </a:cubicBezTo>
                  </a:path>
                </a:pathLst>
              </a:custGeom>
              <a:solidFill>
                <a:srgbClr val="C1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916" name="Freeform 106">
                <a:extLst>
                  <a:ext uri="{FF2B5EF4-FFF2-40B4-BE49-F238E27FC236}">
                    <a16:creationId xmlns:a16="http://schemas.microsoft.com/office/drawing/2014/main" id="{660C5867-5F5B-4DBC-AE02-DD787FF616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1" y="1287"/>
                <a:ext cx="91" cy="26"/>
              </a:xfrm>
              <a:custGeom>
                <a:avLst/>
                <a:gdLst>
                  <a:gd name="T0" fmla="*/ 0 w 60"/>
                  <a:gd name="T1" fmla="*/ 61 h 17"/>
                  <a:gd name="T2" fmla="*/ 209 w 60"/>
                  <a:gd name="T3" fmla="*/ 0 h 17"/>
                  <a:gd name="T4" fmla="*/ 0 w 60"/>
                  <a:gd name="T5" fmla="*/ 61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0" h="17">
                    <a:moveTo>
                      <a:pt x="0" y="17"/>
                    </a:moveTo>
                    <a:cubicBezTo>
                      <a:pt x="0" y="17"/>
                      <a:pt x="41" y="2"/>
                      <a:pt x="60" y="0"/>
                    </a:cubicBezTo>
                    <a:cubicBezTo>
                      <a:pt x="60" y="0"/>
                      <a:pt x="21" y="3"/>
                      <a:pt x="0" y="17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917" name="Freeform 107">
                <a:extLst>
                  <a:ext uri="{FF2B5EF4-FFF2-40B4-BE49-F238E27FC236}">
                    <a16:creationId xmlns:a16="http://schemas.microsoft.com/office/drawing/2014/main" id="{A4E8C28E-FF65-4654-85BA-C5A0EAB06E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0" y="1290"/>
                <a:ext cx="94" cy="27"/>
              </a:xfrm>
              <a:custGeom>
                <a:avLst/>
                <a:gdLst>
                  <a:gd name="T0" fmla="*/ 0 w 62"/>
                  <a:gd name="T1" fmla="*/ 0 h 18"/>
                  <a:gd name="T2" fmla="*/ 217 w 62"/>
                  <a:gd name="T3" fmla="*/ 62 h 18"/>
                  <a:gd name="T4" fmla="*/ 0 w 62"/>
                  <a:gd name="T5" fmla="*/ 0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2" h="18">
                    <a:moveTo>
                      <a:pt x="0" y="0"/>
                    </a:moveTo>
                    <a:cubicBezTo>
                      <a:pt x="0" y="0"/>
                      <a:pt x="38" y="3"/>
                      <a:pt x="62" y="18"/>
                    </a:cubicBezTo>
                    <a:cubicBezTo>
                      <a:pt x="62" y="18"/>
                      <a:pt x="41" y="0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918" name="Freeform 108">
                <a:extLst>
                  <a:ext uri="{FF2B5EF4-FFF2-40B4-BE49-F238E27FC236}">
                    <a16:creationId xmlns:a16="http://schemas.microsoft.com/office/drawing/2014/main" id="{05574F54-C327-4F38-A50D-CC90BD1522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2" y="1818"/>
                <a:ext cx="269" cy="600"/>
              </a:xfrm>
              <a:custGeom>
                <a:avLst/>
                <a:gdLst>
                  <a:gd name="T0" fmla="*/ 169 w 178"/>
                  <a:gd name="T1" fmla="*/ 0 h 398"/>
                  <a:gd name="T2" fmla="*/ 169 w 178"/>
                  <a:gd name="T3" fmla="*/ 256 h 398"/>
                  <a:gd name="T4" fmla="*/ 162 w 178"/>
                  <a:gd name="T5" fmla="*/ 1088 h 398"/>
                  <a:gd name="T6" fmla="*/ 615 w 178"/>
                  <a:gd name="T7" fmla="*/ 1364 h 398"/>
                  <a:gd name="T8" fmla="*/ 166 w 178"/>
                  <a:gd name="T9" fmla="*/ 864 h 398"/>
                  <a:gd name="T10" fmla="*/ 169 w 178"/>
                  <a:gd name="T11" fmla="*/ 0 h 39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78" h="398">
                    <a:moveTo>
                      <a:pt x="49" y="0"/>
                    </a:moveTo>
                    <a:cubicBezTo>
                      <a:pt x="49" y="0"/>
                      <a:pt x="46" y="53"/>
                      <a:pt x="49" y="75"/>
                    </a:cubicBezTo>
                    <a:cubicBezTo>
                      <a:pt x="52" y="96"/>
                      <a:pt x="0" y="255"/>
                      <a:pt x="47" y="318"/>
                    </a:cubicBezTo>
                    <a:cubicBezTo>
                      <a:pt x="93" y="381"/>
                      <a:pt x="178" y="398"/>
                      <a:pt x="178" y="398"/>
                    </a:cubicBezTo>
                    <a:cubicBezTo>
                      <a:pt x="178" y="398"/>
                      <a:pt x="47" y="349"/>
                      <a:pt x="48" y="252"/>
                    </a:cubicBezTo>
                    <a:cubicBezTo>
                      <a:pt x="49" y="154"/>
                      <a:pt x="72" y="39"/>
                      <a:pt x="49" y="0"/>
                    </a:cubicBezTo>
                    <a:close/>
                  </a:path>
                </a:pathLst>
              </a:custGeom>
              <a:solidFill>
                <a:srgbClr val="C1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919" name="Freeform 109">
                <a:extLst>
                  <a:ext uri="{FF2B5EF4-FFF2-40B4-BE49-F238E27FC236}">
                    <a16:creationId xmlns:a16="http://schemas.microsoft.com/office/drawing/2014/main" id="{8921EFE6-9A67-417A-9BD7-66E032D253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1" y="1758"/>
                <a:ext cx="96" cy="369"/>
              </a:xfrm>
              <a:custGeom>
                <a:avLst/>
                <a:gdLst>
                  <a:gd name="T0" fmla="*/ 0 w 63"/>
                  <a:gd name="T1" fmla="*/ 0 h 245"/>
                  <a:gd name="T2" fmla="*/ 155 w 63"/>
                  <a:gd name="T3" fmla="*/ 32 h 245"/>
                  <a:gd name="T4" fmla="*/ 160 w 63"/>
                  <a:gd name="T5" fmla="*/ 411 h 245"/>
                  <a:gd name="T6" fmla="*/ 204 w 63"/>
                  <a:gd name="T7" fmla="*/ 837 h 245"/>
                  <a:gd name="T8" fmla="*/ 110 w 63"/>
                  <a:gd name="T9" fmla="*/ 420 h 245"/>
                  <a:gd name="T10" fmla="*/ 0 w 63"/>
                  <a:gd name="T11" fmla="*/ 0 h 24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3" h="245">
                    <a:moveTo>
                      <a:pt x="0" y="0"/>
                    </a:moveTo>
                    <a:cubicBezTo>
                      <a:pt x="0" y="0"/>
                      <a:pt x="33" y="16"/>
                      <a:pt x="44" y="9"/>
                    </a:cubicBezTo>
                    <a:cubicBezTo>
                      <a:pt x="54" y="2"/>
                      <a:pt x="37" y="82"/>
                      <a:pt x="45" y="120"/>
                    </a:cubicBezTo>
                    <a:cubicBezTo>
                      <a:pt x="52" y="158"/>
                      <a:pt x="59" y="213"/>
                      <a:pt x="58" y="245"/>
                    </a:cubicBezTo>
                    <a:cubicBezTo>
                      <a:pt x="58" y="245"/>
                      <a:pt x="40" y="143"/>
                      <a:pt x="31" y="123"/>
                    </a:cubicBezTo>
                    <a:cubicBezTo>
                      <a:pt x="21" y="103"/>
                      <a:pt x="63" y="33"/>
                      <a:pt x="0" y="0"/>
                    </a:cubicBezTo>
                    <a:close/>
                  </a:path>
                </a:pathLst>
              </a:custGeom>
              <a:solidFill>
                <a:srgbClr val="8E4C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920" name="Freeform 110">
                <a:extLst>
                  <a:ext uri="{FF2B5EF4-FFF2-40B4-BE49-F238E27FC236}">
                    <a16:creationId xmlns:a16="http://schemas.microsoft.com/office/drawing/2014/main" id="{0A6C2DA1-B8F4-454E-A434-4D2326FE36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1" y="1156"/>
                <a:ext cx="61" cy="128"/>
              </a:xfrm>
              <a:custGeom>
                <a:avLst/>
                <a:gdLst>
                  <a:gd name="T0" fmla="*/ 0 w 40"/>
                  <a:gd name="T1" fmla="*/ 0 h 85"/>
                  <a:gd name="T2" fmla="*/ 72 w 40"/>
                  <a:gd name="T3" fmla="*/ 130 h 85"/>
                  <a:gd name="T4" fmla="*/ 137 w 40"/>
                  <a:gd name="T5" fmla="*/ 291 h 8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85">
                    <a:moveTo>
                      <a:pt x="0" y="0"/>
                    </a:moveTo>
                    <a:cubicBezTo>
                      <a:pt x="11" y="13"/>
                      <a:pt x="14" y="25"/>
                      <a:pt x="20" y="38"/>
                    </a:cubicBezTo>
                    <a:cubicBezTo>
                      <a:pt x="27" y="52"/>
                      <a:pt x="40" y="67"/>
                      <a:pt x="39" y="85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921" name="Freeform 111">
                <a:extLst>
                  <a:ext uri="{FF2B5EF4-FFF2-40B4-BE49-F238E27FC236}">
                    <a16:creationId xmlns:a16="http://schemas.microsoft.com/office/drawing/2014/main" id="{B12D5218-88A1-40C0-B4E1-306C47D626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9" y="1206"/>
                <a:ext cx="86" cy="30"/>
              </a:xfrm>
              <a:custGeom>
                <a:avLst/>
                <a:gdLst>
                  <a:gd name="T0" fmla="*/ 0 w 57"/>
                  <a:gd name="T1" fmla="*/ 0 h 20"/>
                  <a:gd name="T2" fmla="*/ 103 w 57"/>
                  <a:gd name="T3" fmla="*/ 68 h 20"/>
                  <a:gd name="T4" fmla="*/ 155 w 57"/>
                  <a:gd name="T5" fmla="*/ 54 h 20"/>
                  <a:gd name="T6" fmla="*/ 196 w 57"/>
                  <a:gd name="T7" fmla="*/ 32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7" h="20">
                    <a:moveTo>
                      <a:pt x="0" y="0"/>
                    </a:moveTo>
                    <a:cubicBezTo>
                      <a:pt x="7" y="12"/>
                      <a:pt x="17" y="20"/>
                      <a:pt x="30" y="20"/>
                    </a:cubicBezTo>
                    <a:cubicBezTo>
                      <a:pt x="36" y="20"/>
                      <a:pt x="40" y="19"/>
                      <a:pt x="45" y="16"/>
                    </a:cubicBezTo>
                    <a:cubicBezTo>
                      <a:pt x="49" y="14"/>
                      <a:pt x="55" y="13"/>
                      <a:pt x="57" y="9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922" name="Freeform 112">
                <a:extLst>
                  <a:ext uri="{FF2B5EF4-FFF2-40B4-BE49-F238E27FC236}">
                    <a16:creationId xmlns:a16="http://schemas.microsoft.com/office/drawing/2014/main" id="{ABC072F1-F9DA-4B64-B8E2-55EDF836FC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7" y="1165"/>
                <a:ext cx="125" cy="66"/>
              </a:xfrm>
              <a:custGeom>
                <a:avLst/>
                <a:gdLst>
                  <a:gd name="T0" fmla="*/ 0 w 83"/>
                  <a:gd name="T1" fmla="*/ 21 h 44"/>
                  <a:gd name="T2" fmla="*/ 127 w 83"/>
                  <a:gd name="T3" fmla="*/ 93 h 44"/>
                  <a:gd name="T4" fmla="*/ 283 w 83"/>
                  <a:gd name="T5" fmla="*/ 0 h 44"/>
                  <a:gd name="T6" fmla="*/ 161 w 83"/>
                  <a:gd name="T7" fmla="*/ 107 h 44"/>
                  <a:gd name="T8" fmla="*/ 99 w 83"/>
                  <a:gd name="T9" fmla="*/ 149 h 44"/>
                  <a:gd name="T10" fmla="*/ 27 w 83"/>
                  <a:gd name="T11" fmla="*/ 86 h 44"/>
                  <a:gd name="T12" fmla="*/ 0 w 83"/>
                  <a:gd name="T13" fmla="*/ 21 h 4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3" h="44">
                    <a:moveTo>
                      <a:pt x="0" y="6"/>
                    </a:moveTo>
                    <a:cubicBezTo>
                      <a:pt x="0" y="6"/>
                      <a:pt x="19" y="27"/>
                      <a:pt x="37" y="27"/>
                    </a:cubicBezTo>
                    <a:cubicBezTo>
                      <a:pt x="56" y="26"/>
                      <a:pt x="75" y="8"/>
                      <a:pt x="83" y="0"/>
                    </a:cubicBezTo>
                    <a:cubicBezTo>
                      <a:pt x="83" y="0"/>
                      <a:pt x="69" y="24"/>
                      <a:pt x="47" y="31"/>
                    </a:cubicBezTo>
                    <a:cubicBezTo>
                      <a:pt x="25" y="38"/>
                      <a:pt x="26" y="40"/>
                      <a:pt x="29" y="44"/>
                    </a:cubicBezTo>
                    <a:cubicBezTo>
                      <a:pt x="29" y="44"/>
                      <a:pt x="12" y="34"/>
                      <a:pt x="8" y="25"/>
                    </a:cubicBezTo>
                    <a:cubicBezTo>
                      <a:pt x="4" y="16"/>
                      <a:pt x="0" y="6"/>
                      <a:pt x="0" y="6"/>
                    </a:cubicBezTo>
                    <a:close/>
                  </a:path>
                </a:pathLst>
              </a:custGeom>
              <a:solidFill>
                <a:srgbClr val="8E4C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923" name="Freeform 113">
                <a:extLst>
                  <a:ext uri="{FF2B5EF4-FFF2-40B4-BE49-F238E27FC236}">
                    <a16:creationId xmlns:a16="http://schemas.microsoft.com/office/drawing/2014/main" id="{F320DE42-648F-4741-BFE4-7BA9B09445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4" y="1151"/>
                <a:ext cx="33" cy="115"/>
              </a:xfrm>
              <a:custGeom>
                <a:avLst/>
                <a:gdLst>
                  <a:gd name="T0" fmla="*/ 75 w 22"/>
                  <a:gd name="T1" fmla="*/ 5 h 76"/>
                  <a:gd name="T2" fmla="*/ 21 w 22"/>
                  <a:gd name="T3" fmla="*/ 160 h 76"/>
                  <a:gd name="T4" fmla="*/ 0 w 22"/>
                  <a:gd name="T5" fmla="*/ 263 h 76"/>
                  <a:gd name="T6" fmla="*/ 32 w 22"/>
                  <a:gd name="T7" fmla="*/ 188 h 76"/>
                  <a:gd name="T8" fmla="*/ 45 w 22"/>
                  <a:gd name="T9" fmla="*/ 110 h 76"/>
                  <a:gd name="T10" fmla="*/ 72 w 22"/>
                  <a:gd name="T11" fmla="*/ 0 h 7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2" h="76">
                    <a:moveTo>
                      <a:pt x="22" y="1"/>
                    </a:moveTo>
                    <a:cubicBezTo>
                      <a:pt x="14" y="15"/>
                      <a:pt x="8" y="29"/>
                      <a:pt x="6" y="46"/>
                    </a:cubicBezTo>
                    <a:cubicBezTo>
                      <a:pt x="5" y="56"/>
                      <a:pt x="4" y="67"/>
                      <a:pt x="0" y="76"/>
                    </a:cubicBezTo>
                    <a:cubicBezTo>
                      <a:pt x="3" y="69"/>
                      <a:pt x="7" y="62"/>
                      <a:pt x="9" y="54"/>
                    </a:cubicBezTo>
                    <a:cubicBezTo>
                      <a:pt x="11" y="47"/>
                      <a:pt x="12" y="40"/>
                      <a:pt x="13" y="32"/>
                    </a:cubicBezTo>
                    <a:cubicBezTo>
                      <a:pt x="15" y="21"/>
                      <a:pt x="17" y="10"/>
                      <a:pt x="21" y="0"/>
                    </a:cubicBezTo>
                  </a:path>
                </a:pathLst>
              </a:custGeom>
              <a:solidFill>
                <a:srgbClr val="8E4C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924" name="Freeform 114">
                <a:extLst>
                  <a:ext uri="{FF2B5EF4-FFF2-40B4-BE49-F238E27FC236}">
                    <a16:creationId xmlns:a16="http://schemas.microsoft.com/office/drawing/2014/main" id="{A3C6CE34-A3DC-4447-9455-685F81B1DB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6" y="1136"/>
                <a:ext cx="32" cy="86"/>
              </a:xfrm>
              <a:custGeom>
                <a:avLst/>
                <a:gdLst>
                  <a:gd name="T0" fmla="*/ 62 w 21"/>
                  <a:gd name="T1" fmla="*/ 0 h 57"/>
                  <a:gd name="T2" fmla="*/ 27 w 21"/>
                  <a:gd name="T3" fmla="*/ 89 h 57"/>
                  <a:gd name="T4" fmla="*/ 8 w 21"/>
                  <a:gd name="T5" fmla="*/ 143 h 57"/>
                  <a:gd name="T6" fmla="*/ 0 w 21"/>
                  <a:gd name="T7" fmla="*/ 196 h 57"/>
                  <a:gd name="T8" fmla="*/ 14 w 21"/>
                  <a:gd name="T9" fmla="*/ 164 h 57"/>
                  <a:gd name="T10" fmla="*/ 32 w 21"/>
                  <a:gd name="T11" fmla="*/ 122 h 57"/>
                  <a:gd name="T12" fmla="*/ 49 w 21"/>
                  <a:gd name="T13" fmla="*/ 100 h 57"/>
                  <a:gd name="T14" fmla="*/ 67 w 21"/>
                  <a:gd name="T15" fmla="*/ 86 h 57"/>
                  <a:gd name="T16" fmla="*/ 67 w 21"/>
                  <a:gd name="T17" fmla="*/ 45 h 57"/>
                  <a:gd name="T18" fmla="*/ 67 w 21"/>
                  <a:gd name="T19" fmla="*/ 5 h 5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1" h="57">
                    <a:moveTo>
                      <a:pt x="18" y="0"/>
                    </a:moveTo>
                    <a:cubicBezTo>
                      <a:pt x="13" y="8"/>
                      <a:pt x="10" y="17"/>
                      <a:pt x="8" y="26"/>
                    </a:cubicBezTo>
                    <a:cubicBezTo>
                      <a:pt x="6" y="31"/>
                      <a:pt x="3" y="37"/>
                      <a:pt x="2" y="42"/>
                    </a:cubicBezTo>
                    <a:cubicBezTo>
                      <a:pt x="1" y="47"/>
                      <a:pt x="1" y="53"/>
                      <a:pt x="0" y="57"/>
                    </a:cubicBezTo>
                    <a:cubicBezTo>
                      <a:pt x="0" y="55"/>
                      <a:pt x="3" y="51"/>
                      <a:pt x="4" y="48"/>
                    </a:cubicBezTo>
                    <a:cubicBezTo>
                      <a:pt x="6" y="44"/>
                      <a:pt x="7" y="40"/>
                      <a:pt x="9" y="36"/>
                    </a:cubicBezTo>
                    <a:cubicBezTo>
                      <a:pt x="10" y="33"/>
                      <a:pt x="12" y="31"/>
                      <a:pt x="14" y="29"/>
                    </a:cubicBezTo>
                    <a:cubicBezTo>
                      <a:pt x="16" y="28"/>
                      <a:pt x="18" y="27"/>
                      <a:pt x="19" y="25"/>
                    </a:cubicBezTo>
                    <a:cubicBezTo>
                      <a:pt x="21" y="22"/>
                      <a:pt x="20" y="17"/>
                      <a:pt x="19" y="13"/>
                    </a:cubicBezTo>
                    <a:cubicBezTo>
                      <a:pt x="19" y="9"/>
                      <a:pt x="19" y="5"/>
                      <a:pt x="19" y="1"/>
                    </a:cubicBezTo>
                  </a:path>
                </a:pathLst>
              </a:custGeom>
              <a:solidFill>
                <a:srgbClr val="8E4C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925" name="Freeform 115">
                <a:extLst>
                  <a:ext uri="{FF2B5EF4-FFF2-40B4-BE49-F238E27FC236}">
                    <a16:creationId xmlns:a16="http://schemas.microsoft.com/office/drawing/2014/main" id="{B82A0007-7741-45BA-9688-41978E7917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2" y="1133"/>
                <a:ext cx="41" cy="95"/>
              </a:xfrm>
              <a:custGeom>
                <a:avLst/>
                <a:gdLst>
                  <a:gd name="T0" fmla="*/ 41 w 27"/>
                  <a:gd name="T1" fmla="*/ 0 h 63"/>
                  <a:gd name="T2" fmla="*/ 41 w 27"/>
                  <a:gd name="T3" fmla="*/ 68 h 63"/>
                  <a:gd name="T4" fmla="*/ 39 w 27"/>
                  <a:gd name="T5" fmla="*/ 122 h 63"/>
                  <a:gd name="T6" fmla="*/ 26 w 27"/>
                  <a:gd name="T7" fmla="*/ 175 h 63"/>
                  <a:gd name="T8" fmla="*/ 0 w 27"/>
                  <a:gd name="T9" fmla="*/ 216 h 63"/>
                  <a:gd name="T10" fmla="*/ 41 w 27"/>
                  <a:gd name="T11" fmla="*/ 157 h 63"/>
                  <a:gd name="T12" fmla="*/ 55 w 27"/>
                  <a:gd name="T13" fmla="*/ 95 h 63"/>
                  <a:gd name="T14" fmla="*/ 70 w 27"/>
                  <a:gd name="T15" fmla="*/ 54 h 63"/>
                  <a:gd name="T16" fmla="*/ 94 w 27"/>
                  <a:gd name="T17" fmla="*/ 75 h 63"/>
                  <a:gd name="T18" fmla="*/ 67 w 27"/>
                  <a:gd name="T19" fmla="*/ 35 h 63"/>
                  <a:gd name="T20" fmla="*/ 46 w 27"/>
                  <a:gd name="T21" fmla="*/ 5 h 6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7" h="63">
                    <a:moveTo>
                      <a:pt x="12" y="0"/>
                    </a:moveTo>
                    <a:cubicBezTo>
                      <a:pt x="14" y="6"/>
                      <a:pt x="12" y="14"/>
                      <a:pt x="12" y="20"/>
                    </a:cubicBezTo>
                    <a:cubicBezTo>
                      <a:pt x="12" y="25"/>
                      <a:pt x="12" y="31"/>
                      <a:pt x="11" y="36"/>
                    </a:cubicBezTo>
                    <a:cubicBezTo>
                      <a:pt x="11" y="42"/>
                      <a:pt x="9" y="46"/>
                      <a:pt x="7" y="51"/>
                    </a:cubicBezTo>
                    <a:cubicBezTo>
                      <a:pt x="5" y="54"/>
                      <a:pt x="3" y="61"/>
                      <a:pt x="0" y="63"/>
                    </a:cubicBezTo>
                    <a:cubicBezTo>
                      <a:pt x="4" y="57"/>
                      <a:pt x="9" y="53"/>
                      <a:pt x="12" y="46"/>
                    </a:cubicBezTo>
                    <a:cubicBezTo>
                      <a:pt x="15" y="40"/>
                      <a:pt x="15" y="34"/>
                      <a:pt x="16" y="28"/>
                    </a:cubicBezTo>
                    <a:cubicBezTo>
                      <a:pt x="16" y="25"/>
                      <a:pt x="17" y="17"/>
                      <a:pt x="20" y="16"/>
                    </a:cubicBezTo>
                    <a:cubicBezTo>
                      <a:pt x="22" y="15"/>
                      <a:pt x="26" y="21"/>
                      <a:pt x="27" y="22"/>
                    </a:cubicBezTo>
                    <a:cubicBezTo>
                      <a:pt x="24" y="18"/>
                      <a:pt x="22" y="13"/>
                      <a:pt x="19" y="10"/>
                    </a:cubicBezTo>
                    <a:cubicBezTo>
                      <a:pt x="17" y="7"/>
                      <a:pt x="14" y="5"/>
                      <a:pt x="13" y="1"/>
                    </a:cubicBezTo>
                  </a:path>
                </a:pathLst>
              </a:custGeom>
              <a:solidFill>
                <a:srgbClr val="C1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926" name="Freeform 116">
                <a:extLst>
                  <a:ext uri="{FF2B5EF4-FFF2-40B4-BE49-F238E27FC236}">
                    <a16:creationId xmlns:a16="http://schemas.microsoft.com/office/drawing/2014/main" id="{19415A3D-9AA3-4724-B4AD-80F506A0DC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5" y="1230"/>
                <a:ext cx="24" cy="71"/>
              </a:xfrm>
              <a:custGeom>
                <a:avLst/>
                <a:gdLst>
                  <a:gd name="T0" fmla="*/ 0 w 16"/>
                  <a:gd name="T1" fmla="*/ 0 h 47"/>
                  <a:gd name="T2" fmla="*/ 27 w 16"/>
                  <a:gd name="T3" fmla="*/ 45 h 47"/>
                  <a:gd name="T4" fmla="*/ 39 w 16"/>
                  <a:gd name="T5" fmla="*/ 86 h 47"/>
                  <a:gd name="T6" fmla="*/ 41 w 16"/>
                  <a:gd name="T7" fmla="*/ 128 h 47"/>
                  <a:gd name="T8" fmla="*/ 54 w 16"/>
                  <a:gd name="T9" fmla="*/ 162 h 47"/>
                  <a:gd name="T10" fmla="*/ 48 w 16"/>
                  <a:gd name="T11" fmla="*/ 110 h 47"/>
                  <a:gd name="T12" fmla="*/ 39 w 16"/>
                  <a:gd name="T13" fmla="*/ 59 h 47"/>
                  <a:gd name="T14" fmla="*/ 18 w 16"/>
                  <a:gd name="T15" fmla="*/ 26 h 47"/>
                  <a:gd name="T16" fmla="*/ 0 w 16"/>
                  <a:gd name="T17" fmla="*/ 5 h 4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6" h="47">
                    <a:moveTo>
                      <a:pt x="0" y="0"/>
                    </a:moveTo>
                    <a:cubicBezTo>
                      <a:pt x="0" y="4"/>
                      <a:pt x="6" y="9"/>
                      <a:pt x="8" y="13"/>
                    </a:cubicBezTo>
                    <a:cubicBezTo>
                      <a:pt x="9" y="17"/>
                      <a:pt x="11" y="21"/>
                      <a:pt x="11" y="25"/>
                    </a:cubicBezTo>
                    <a:cubicBezTo>
                      <a:pt x="12" y="29"/>
                      <a:pt x="12" y="33"/>
                      <a:pt x="12" y="37"/>
                    </a:cubicBezTo>
                    <a:cubicBezTo>
                      <a:pt x="13" y="41"/>
                      <a:pt x="14" y="44"/>
                      <a:pt x="16" y="47"/>
                    </a:cubicBezTo>
                    <a:cubicBezTo>
                      <a:pt x="13" y="43"/>
                      <a:pt x="14" y="37"/>
                      <a:pt x="14" y="32"/>
                    </a:cubicBezTo>
                    <a:cubicBezTo>
                      <a:pt x="14" y="27"/>
                      <a:pt x="13" y="22"/>
                      <a:pt x="11" y="17"/>
                    </a:cubicBezTo>
                    <a:cubicBezTo>
                      <a:pt x="10" y="13"/>
                      <a:pt x="8" y="10"/>
                      <a:pt x="5" y="7"/>
                    </a:cubicBezTo>
                    <a:cubicBezTo>
                      <a:pt x="4" y="6"/>
                      <a:pt x="0" y="2"/>
                      <a:pt x="0" y="1"/>
                    </a:cubicBezTo>
                  </a:path>
                </a:pathLst>
              </a:custGeom>
              <a:solidFill>
                <a:srgbClr val="C1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927" name="Freeform 117">
                <a:extLst>
                  <a:ext uri="{FF2B5EF4-FFF2-40B4-BE49-F238E27FC236}">
                    <a16:creationId xmlns:a16="http://schemas.microsoft.com/office/drawing/2014/main" id="{35669DAF-7112-4309-B8DD-2D43354377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6" y="1160"/>
                <a:ext cx="42" cy="106"/>
              </a:xfrm>
              <a:custGeom>
                <a:avLst/>
                <a:gdLst>
                  <a:gd name="T0" fmla="*/ 95 w 28"/>
                  <a:gd name="T1" fmla="*/ 0 h 70"/>
                  <a:gd name="T2" fmla="*/ 89 w 28"/>
                  <a:gd name="T3" fmla="*/ 27 h 70"/>
                  <a:gd name="T4" fmla="*/ 75 w 28"/>
                  <a:gd name="T5" fmla="*/ 59 h 70"/>
                  <a:gd name="T6" fmla="*/ 59 w 28"/>
                  <a:gd name="T7" fmla="*/ 115 h 70"/>
                  <a:gd name="T8" fmla="*/ 45 w 28"/>
                  <a:gd name="T9" fmla="*/ 188 h 70"/>
                  <a:gd name="T10" fmla="*/ 18 w 28"/>
                  <a:gd name="T11" fmla="*/ 244 h 70"/>
                  <a:gd name="T12" fmla="*/ 39 w 28"/>
                  <a:gd name="T13" fmla="*/ 177 h 70"/>
                  <a:gd name="T14" fmla="*/ 0 w 28"/>
                  <a:gd name="T15" fmla="*/ 161 h 70"/>
                  <a:gd name="T16" fmla="*/ 21 w 28"/>
                  <a:gd name="T17" fmla="*/ 147 h 70"/>
                  <a:gd name="T18" fmla="*/ 39 w 28"/>
                  <a:gd name="T19" fmla="*/ 139 h 70"/>
                  <a:gd name="T20" fmla="*/ 45 w 28"/>
                  <a:gd name="T21" fmla="*/ 135 h 70"/>
                  <a:gd name="T22" fmla="*/ 48 w 28"/>
                  <a:gd name="T23" fmla="*/ 126 h 70"/>
                  <a:gd name="T24" fmla="*/ 54 w 28"/>
                  <a:gd name="T25" fmla="*/ 101 h 70"/>
                  <a:gd name="T26" fmla="*/ 72 w 28"/>
                  <a:gd name="T27" fmla="*/ 48 h 70"/>
                  <a:gd name="T28" fmla="*/ 95 w 28"/>
                  <a:gd name="T29" fmla="*/ 8 h 70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28" h="70">
                    <a:moveTo>
                      <a:pt x="28" y="0"/>
                    </a:moveTo>
                    <a:cubicBezTo>
                      <a:pt x="27" y="3"/>
                      <a:pt x="27" y="5"/>
                      <a:pt x="26" y="8"/>
                    </a:cubicBezTo>
                    <a:cubicBezTo>
                      <a:pt x="25" y="11"/>
                      <a:pt x="23" y="14"/>
                      <a:pt x="22" y="17"/>
                    </a:cubicBezTo>
                    <a:cubicBezTo>
                      <a:pt x="19" y="22"/>
                      <a:pt x="18" y="27"/>
                      <a:pt x="17" y="33"/>
                    </a:cubicBezTo>
                    <a:cubicBezTo>
                      <a:pt x="16" y="40"/>
                      <a:pt x="15" y="47"/>
                      <a:pt x="13" y="54"/>
                    </a:cubicBezTo>
                    <a:cubicBezTo>
                      <a:pt x="11" y="60"/>
                      <a:pt x="7" y="65"/>
                      <a:pt x="5" y="70"/>
                    </a:cubicBezTo>
                    <a:cubicBezTo>
                      <a:pt x="8" y="64"/>
                      <a:pt x="11" y="58"/>
                      <a:pt x="11" y="51"/>
                    </a:cubicBezTo>
                    <a:cubicBezTo>
                      <a:pt x="11" y="42"/>
                      <a:pt x="5" y="45"/>
                      <a:pt x="0" y="46"/>
                    </a:cubicBezTo>
                    <a:cubicBezTo>
                      <a:pt x="2" y="45"/>
                      <a:pt x="4" y="43"/>
                      <a:pt x="6" y="42"/>
                    </a:cubicBezTo>
                    <a:cubicBezTo>
                      <a:pt x="8" y="41"/>
                      <a:pt x="10" y="41"/>
                      <a:pt x="11" y="40"/>
                    </a:cubicBezTo>
                    <a:cubicBezTo>
                      <a:pt x="12" y="40"/>
                      <a:pt x="12" y="41"/>
                      <a:pt x="13" y="39"/>
                    </a:cubicBezTo>
                    <a:cubicBezTo>
                      <a:pt x="14" y="39"/>
                      <a:pt x="14" y="37"/>
                      <a:pt x="14" y="36"/>
                    </a:cubicBezTo>
                    <a:cubicBezTo>
                      <a:pt x="15" y="34"/>
                      <a:pt x="15" y="32"/>
                      <a:pt x="16" y="29"/>
                    </a:cubicBezTo>
                    <a:cubicBezTo>
                      <a:pt x="17" y="24"/>
                      <a:pt x="18" y="19"/>
                      <a:pt x="21" y="14"/>
                    </a:cubicBezTo>
                    <a:cubicBezTo>
                      <a:pt x="23" y="10"/>
                      <a:pt x="27" y="6"/>
                      <a:pt x="28" y="2"/>
                    </a:cubicBezTo>
                  </a:path>
                </a:pathLst>
              </a:custGeom>
              <a:solidFill>
                <a:srgbClr val="C1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928" name="Freeform 118">
                <a:extLst>
                  <a:ext uri="{FF2B5EF4-FFF2-40B4-BE49-F238E27FC236}">
                    <a16:creationId xmlns:a16="http://schemas.microsoft.com/office/drawing/2014/main" id="{AF94650B-2167-4D3A-A70C-F4BAD5736E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2" y="747"/>
                <a:ext cx="352" cy="445"/>
              </a:xfrm>
              <a:custGeom>
                <a:avLst/>
                <a:gdLst>
                  <a:gd name="T0" fmla="*/ 764 w 233"/>
                  <a:gd name="T1" fmla="*/ 350 h 295"/>
                  <a:gd name="T2" fmla="*/ 763 w 233"/>
                  <a:gd name="T3" fmla="*/ 350 h 295"/>
                  <a:gd name="T4" fmla="*/ 751 w 233"/>
                  <a:gd name="T5" fmla="*/ 350 h 295"/>
                  <a:gd name="T6" fmla="*/ 730 w 233"/>
                  <a:gd name="T7" fmla="*/ 437 h 295"/>
                  <a:gd name="T8" fmla="*/ 724 w 233"/>
                  <a:gd name="T9" fmla="*/ 457 h 295"/>
                  <a:gd name="T10" fmla="*/ 702 w 233"/>
                  <a:gd name="T11" fmla="*/ 505 h 295"/>
                  <a:gd name="T12" fmla="*/ 702 w 233"/>
                  <a:gd name="T13" fmla="*/ 505 h 295"/>
                  <a:gd name="T14" fmla="*/ 696 w 233"/>
                  <a:gd name="T15" fmla="*/ 519 h 295"/>
                  <a:gd name="T16" fmla="*/ 370 w 233"/>
                  <a:gd name="T17" fmla="*/ 8 h 295"/>
                  <a:gd name="T18" fmla="*/ 76 w 233"/>
                  <a:gd name="T19" fmla="*/ 493 h 295"/>
                  <a:gd name="T20" fmla="*/ 59 w 233"/>
                  <a:gd name="T21" fmla="*/ 412 h 295"/>
                  <a:gd name="T22" fmla="*/ 53 w 233"/>
                  <a:gd name="T23" fmla="*/ 377 h 295"/>
                  <a:gd name="T24" fmla="*/ 45 w 233"/>
                  <a:gd name="T25" fmla="*/ 364 h 295"/>
                  <a:gd name="T26" fmla="*/ 45 w 233"/>
                  <a:gd name="T27" fmla="*/ 364 h 295"/>
                  <a:gd name="T28" fmla="*/ 39 w 233"/>
                  <a:gd name="T29" fmla="*/ 350 h 295"/>
                  <a:gd name="T30" fmla="*/ 14 w 233"/>
                  <a:gd name="T31" fmla="*/ 377 h 295"/>
                  <a:gd name="T32" fmla="*/ 32 w 233"/>
                  <a:gd name="T33" fmla="*/ 457 h 295"/>
                  <a:gd name="T34" fmla="*/ 41 w 233"/>
                  <a:gd name="T35" fmla="*/ 534 h 295"/>
                  <a:gd name="T36" fmla="*/ 54 w 233"/>
                  <a:gd name="T37" fmla="*/ 587 h 295"/>
                  <a:gd name="T38" fmla="*/ 76 w 233"/>
                  <a:gd name="T39" fmla="*/ 626 h 295"/>
                  <a:gd name="T40" fmla="*/ 110 w 233"/>
                  <a:gd name="T41" fmla="*/ 655 h 295"/>
                  <a:gd name="T42" fmla="*/ 134 w 233"/>
                  <a:gd name="T43" fmla="*/ 796 h 295"/>
                  <a:gd name="T44" fmla="*/ 255 w 233"/>
                  <a:gd name="T45" fmla="*/ 947 h 295"/>
                  <a:gd name="T46" fmla="*/ 393 w 233"/>
                  <a:gd name="T47" fmla="*/ 1012 h 295"/>
                  <a:gd name="T48" fmla="*/ 527 w 233"/>
                  <a:gd name="T49" fmla="*/ 947 h 295"/>
                  <a:gd name="T50" fmla="*/ 653 w 233"/>
                  <a:gd name="T51" fmla="*/ 796 h 295"/>
                  <a:gd name="T52" fmla="*/ 680 w 233"/>
                  <a:gd name="T53" fmla="*/ 655 h 295"/>
                  <a:gd name="T54" fmla="*/ 715 w 233"/>
                  <a:gd name="T55" fmla="*/ 626 h 295"/>
                  <a:gd name="T56" fmla="*/ 734 w 233"/>
                  <a:gd name="T57" fmla="*/ 587 h 295"/>
                  <a:gd name="T58" fmla="*/ 749 w 233"/>
                  <a:gd name="T59" fmla="*/ 534 h 295"/>
                  <a:gd name="T60" fmla="*/ 758 w 233"/>
                  <a:gd name="T61" fmla="*/ 457 h 295"/>
                  <a:gd name="T62" fmla="*/ 777 w 233"/>
                  <a:gd name="T63" fmla="*/ 377 h 295"/>
                  <a:gd name="T64" fmla="*/ 764 w 233"/>
                  <a:gd name="T65" fmla="*/ 350 h 295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233" h="295">
                    <a:moveTo>
                      <a:pt x="222" y="102"/>
                    </a:moveTo>
                    <a:cubicBezTo>
                      <a:pt x="222" y="102"/>
                      <a:pt x="221" y="102"/>
                      <a:pt x="221" y="102"/>
                    </a:cubicBezTo>
                    <a:cubicBezTo>
                      <a:pt x="220" y="102"/>
                      <a:pt x="219" y="102"/>
                      <a:pt x="218" y="102"/>
                    </a:cubicBezTo>
                    <a:cubicBezTo>
                      <a:pt x="212" y="127"/>
                      <a:pt x="212" y="127"/>
                      <a:pt x="212" y="127"/>
                    </a:cubicBezTo>
                    <a:cubicBezTo>
                      <a:pt x="210" y="133"/>
                      <a:pt x="210" y="133"/>
                      <a:pt x="210" y="133"/>
                    </a:cubicBezTo>
                    <a:cubicBezTo>
                      <a:pt x="209" y="139"/>
                      <a:pt x="204" y="147"/>
                      <a:pt x="204" y="147"/>
                    </a:cubicBezTo>
                    <a:cubicBezTo>
                      <a:pt x="204" y="147"/>
                      <a:pt x="204" y="147"/>
                      <a:pt x="204" y="147"/>
                    </a:cubicBezTo>
                    <a:cubicBezTo>
                      <a:pt x="202" y="151"/>
                      <a:pt x="202" y="151"/>
                      <a:pt x="202" y="151"/>
                    </a:cubicBezTo>
                    <a:cubicBezTo>
                      <a:pt x="199" y="152"/>
                      <a:pt x="233" y="0"/>
                      <a:pt x="107" y="2"/>
                    </a:cubicBezTo>
                    <a:cubicBezTo>
                      <a:pt x="0" y="3"/>
                      <a:pt x="23" y="149"/>
                      <a:pt x="22" y="144"/>
                    </a:cubicBezTo>
                    <a:cubicBezTo>
                      <a:pt x="19" y="135"/>
                      <a:pt x="17" y="120"/>
                      <a:pt x="17" y="120"/>
                    </a:cubicBezTo>
                    <a:cubicBezTo>
                      <a:pt x="17" y="120"/>
                      <a:pt x="16" y="115"/>
                      <a:pt x="15" y="110"/>
                    </a:cubicBezTo>
                    <a:cubicBezTo>
                      <a:pt x="14" y="109"/>
                      <a:pt x="14" y="107"/>
                      <a:pt x="13" y="106"/>
                    </a:cubicBezTo>
                    <a:cubicBezTo>
                      <a:pt x="13" y="106"/>
                      <a:pt x="13" y="106"/>
                      <a:pt x="13" y="106"/>
                    </a:cubicBezTo>
                    <a:cubicBezTo>
                      <a:pt x="13" y="104"/>
                      <a:pt x="11" y="102"/>
                      <a:pt x="11" y="102"/>
                    </a:cubicBezTo>
                    <a:cubicBezTo>
                      <a:pt x="7" y="100"/>
                      <a:pt x="4" y="104"/>
                      <a:pt x="4" y="110"/>
                    </a:cubicBezTo>
                    <a:cubicBezTo>
                      <a:pt x="4" y="117"/>
                      <a:pt x="9" y="129"/>
                      <a:pt x="9" y="133"/>
                    </a:cubicBezTo>
                    <a:cubicBezTo>
                      <a:pt x="9" y="137"/>
                      <a:pt x="10" y="149"/>
                      <a:pt x="12" y="156"/>
                    </a:cubicBezTo>
                    <a:cubicBezTo>
                      <a:pt x="15" y="163"/>
                      <a:pt x="14" y="167"/>
                      <a:pt x="16" y="171"/>
                    </a:cubicBezTo>
                    <a:cubicBezTo>
                      <a:pt x="18" y="175"/>
                      <a:pt x="19" y="179"/>
                      <a:pt x="22" y="182"/>
                    </a:cubicBezTo>
                    <a:cubicBezTo>
                      <a:pt x="24" y="186"/>
                      <a:pt x="29" y="190"/>
                      <a:pt x="32" y="191"/>
                    </a:cubicBezTo>
                    <a:cubicBezTo>
                      <a:pt x="32" y="201"/>
                      <a:pt x="35" y="223"/>
                      <a:pt x="39" y="232"/>
                    </a:cubicBezTo>
                    <a:cubicBezTo>
                      <a:pt x="43" y="241"/>
                      <a:pt x="62" y="266"/>
                      <a:pt x="74" y="276"/>
                    </a:cubicBezTo>
                    <a:cubicBezTo>
                      <a:pt x="86" y="285"/>
                      <a:pt x="93" y="294"/>
                      <a:pt x="114" y="295"/>
                    </a:cubicBezTo>
                    <a:cubicBezTo>
                      <a:pt x="135" y="294"/>
                      <a:pt x="142" y="285"/>
                      <a:pt x="153" y="276"/>
                    </a:cubicBezTo>
                    <a:cubicBezTo>
                      <a:pt x="166" y="266"/>
                      <a:pt x="185" y="243"/>
                      <a:pt x="189" y="232"/>
                    </a:cubicBezTo>
                    <a:cubicBezTo>
                      <a:pt x="193" y="222"/>
                      <a:pt x="197" y="201"/>
                      <a:pt x="197" y="191"/>
                    </a:cubicBezTo>
                    <a:cubicBezTo>
                      <a:pt x="200" y="190"/>
                      <a:pt x="205" y="186"/>
                      <a:pt x="207" y="182"/>
                    </a:cubicBezTo>
                    <a:cubicBezTo>
                      <a:pt x="210" y="179"/>
                      <a:pt x="211" y="175"/>
                      <a:pt x="213" y="171"/>
                    </a:cubicBezTo>
                    <a:cubicBezTo>
                      <a:pt x="215" y="167"/>
                      <a:pt x="214" y="163"/>
                      <a:pt x="217" y="156"/>
                    </a:cubicBezTo>
                    <a:cubicBezTo>
                      <a:pt x="219" y="149"/>
                      <a:pt x="220" y="137"/>
                      <a:pt x="220" y="133"/>
                    </a:cubicBezTo>
                    <a:cubicBezTo>
                      <a:pt x="220" y="129"/>
                      <a:pt x="225" y="117"/>
                      <a:pt x="225" y="110"/>
                    </a:cubicBezTo>
                    <a:cubicBezTo>
                      <a:pt x="225" y="107"/>
                      <a:pt x="224" y="104"/>
                      <a:pt x="222" y="102"/>
                    </a:cubicBezTo>
                  </a:path>
                </a:pathLst>
              </a:custGeom>
              <a:solidFill>
                <a:srgbClr val="A961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929" name="Freeform 119">
                <a:extLst>
                  <a:ext uri="{FF2B5EF4-FFF2-40B4-BE49-F238E27FC236}">
                    <a16:creationId xmlns:a16="http://schemas.microsoft.com/office/drawing/2014/main" id="{3E9C3F26-87A6-482D-8B91-AB2160683A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2" y="747"/>
                <a:ext cx="352" cy="445"/>
              </a:xfrm>
              <a:custGeom>
                <a:avLst/>
                <a:gdLst>
                  <a:gd name="T0" fmla="*/ 764 w 233"/>
                  <a:gd name="T1" fmla="*/ 350 h 295"/>
                  <a:gd name="T2" fmla="*/ 763 w 233"/>
                  <a:gd name="T3" fmla="*/ 350 h 295"/>
                  <a:gd name="T4" fmla="*/ 751 w 233"/>
                  <a:gd name="T5" fmla="*/ 350 h 295"/>
                  <a:gd name="T6" fmla="*/ 730 w 233"/>
                  <a:gd name="T7" fmla="*/ 437 h 295"/>
                  <a:gd name="T8" fmla="*/ 724 w 233"/>
                  <a:gd name="T9" fmla="*/ 457 h 295"/>
                  <a:gd name="T10" fmla="*/ 702 w 233"/>
                  <a:gd name="T11" fmla="*/ 505 h 295"/>
                  <a:gd name="T12" fmla="*/ 702 w 233"/>
                  <a:gd name="T13" fmla="*/ 505 h 295"/>
                  <a:gd name="T14" fmla="*/ 696 w 233"/>
                  <a:gd name="T15" fmla="*/ 519 h 295"/>
                  <a:gd name="T16" fmla="*/ 370 w 233"/>
                  <a:gd name="T17" fmla="*/ 8 h 295"/>
                  <a:gd name="T18" fmla="*/ 76 w 233"/>
                  <a:gd name="T19" fmla="*/ 493 h 295"/>
                  <a:gd name="T20" fmla="*/ 59 w 233"/>
                  <a:gd name="T21" fmla="*/ 412 h 295"/>
                  <a:gd name="T22" fmla="*/ 53 w 233"/>
                  <a:gd name="T23" fmla="*/ 377 h 295"/>
                  <a:gd name="T24" fmla="*/ 45 w 233"/>
                  <a:gd name="T25" fmla="*/ 364 h 295"/>
                  <a:gd name="T26" fmla="*/ 45 w 233"/>
                  <a:gd name="T27" fmla="*/ 364 h 295"/>
                  <a:gd name="T28" fmla="*/ 39 w 233"/>
                  <a:gd name="T29" fmla="*/ 350 h 295"/>
                  <a:gd name="T30" fmla="*/ 14 w 233"/>
                  <a:gd name="T31" fmla="*/ 377 h 295"/>
                  <a:gd name="T32" fmla="*/ 32 w 233"/>
                  <a:gd name="T33" fmla="*/ 457 h 295"/>
                  <a:gd name="T34" fmla="*/ 41 w 233"/>
                  <a:gd name="T35" fmla="*/ 534 h 295"/>
                  <a:gd name="T36" fmla="*/ 54 w 233"/>
                  <a:gd name="T37" fmla="*/ 587 h 295"/>
                  <a:gd name="T38" fmla="*/ 76 w 233"/>
                  <a:gd name="T39" fmla="*/ 626 h 295"/>
                  <a:gd name="T40" fmla="*/ 110 w 233"/>
                  <a:gd name="T41" fmla="*/ 655 h 295"/>
                  <a:gd name="T42" fmla="*/ 134 w 233"/>
                  <a:gd name="T43" fmla="*/ 796 h 295"/>
                  <a:gd name="T44" fmla="*/ 255 w 233"/>
                  <a:gd name="T45" fmla="*/ 947 h 295"/>
                  <a:gd name="T46" fmla="*/ 393 w 233"/>
                  <a:gd name="T47" fmla="*/ 1012 h 295"/>
                  <a:gd name="T48" fmla="*/ 527 w 233"/>
                  <a:gd name="T49" fmla="*/ 947 h 295"/>
                  <a:gd name="T50" fmla="*/ 653 w 233"/>
                  <a:gd name="T51" fmla="*/ 796 h 295"/>
                  <a:gd name="T52" fmla="*/ 680 w 233"/>
                  <a:gd name="T53" fmla="*/ 655 h 295"/>
                  <a:gd name="T54" fmla="*/ 715 w 233"/>
                  <a:gd name="T55" fmla="*/ 626 h 295"/>
                  <a:gd name="T56" fmla="*/ 734 w 233"/>
                  <a:gd name="T57" fmla="*/ 587 h 295"/>
                  <a:gd name="T58" fmla="*/ 749 w 233"/>
                  <a:gd name="T59" fmla="*/ 534 h 295"/>
                  <a:gd name="T60" fmla="*/ 758 w 233"/>
                  <a:gd name="T61" fmla="*/ 457 h 295"/>
                  <a:gd name="T62" fmla="*/ 777 w 233"/>
                  <a:gd name="T63" fmla="*/ 377 h 295"/>
                  <a:gd name="T64" fmla="*/ 764 w 233"/>
                  <a:gd name="T65" fmla="*/ 350 h 295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233" h="295">
                    <a:moveTo>
                      <a:pt x="222" y="102"/>
                    </a:moveTo>
                    <a:cubicBezTo>
                      <a:pt x="222" y="102"/>
                      <a:pt x="221" y="102"/>
                      <a:pt x="221" y="102"/>
                    </a:cubicBezTo>
                    <a:cubicBezTo>
                      <a:pt x="220" y="102"/>
                      <a:pt x="219" y="102"/>
                      <a:pt x="218" y="102"/>
                    </a:cubicBezTo>
                    <a:cubicBezTo>
                      <a:pt x="212" y="127"/>
                      <a:pt x="212" y="127"/>
                      <a:pt x="212" y="127"/>
                    </a:cubicBezTo>
                    <a:cubicBezTo>
                      <a:pt x="210" y="133"/>
                      <a:pt x="210" y="133"/>
                      <a:pt x="210" y="133"/>
                    </a:cubicBezTo>
                    <a:cubicBezTo>
                      <a:pt x="209" y="139"/>
                      <a:pt x="204" y="147"/>
                      <a:pt x="204" y="147"/>
                    </a:cubicBezTo>
                    <a:cubicBezTo>
                      <a:pt x="204" y="147"/>
                      <a:pt x="204" y="147"/>
                      <a:pt x="204" y="147"/>
                    </a:cubicBezTo>
                    <a:cubicBezTo>
                      <a:pt x="202" y="151"/>
                      <a:pt x="202" y="151"/>
                      <a:pt x="202" y="151"/>
                    </a:cubicBezTo>
                    <a:cubicBezTo>
                      <a:pt x="199" y="152"/>
                      <a:pt x="233" y="0"/>
                      <a:pt x="107" y="2"/>
                    </a:cubicBezTo>
                    <a:cubicBezTo>
                      <a:pt x="0" y="3"/>
                      <a:pt x="23" y="149"/>
                      <a:pt x="22" y="144"/>
                    </a:cubicBezTo>
                    <a:cubicBezTo>
                      <a:pt x="19" y="135"/>
                      <a:pt x="17" y="120"/>
                      <a:pt x="17" y="120"/>
                    </a:cubicBezTo>
                    <a:cubicBezTo>
                      <a:pt x="17" y="120"/>
                      <a:pt x="16" y="115"/>
                      <a:pt x="15" y="110"/>
                    </a:cubicBezTo>
                    <a:cubicBezTo>
                      <a:pt x="14" y="109"/>
                      <a:pt x="14" y="107"/>
                      <a:pt x="13" y="106"/>
                    </a:cubicBezTo>
                    <a:cubicBezTo>
                      <a:pt x="13" y="106"/>
                      <a:pt x="13" y="106"/>
                      <a:pt x="13" y="106"/>
                    </a:cubicBezTo>
                    <a:cubicBezTo>
                      <a:pt x="13" y="104"/>
                      <a:pt x="11" y="102"/>
                      <a:pt x="11" y="102"/>
                    </a:cubicBezTo>
                    <a:cubicBezTo>
                      <a:pt x="7" y="100"/>
                      <a:pt x="4" y="104"/>
                      <a:pt x="4" y="110"/>
                    </a:cubicBezTo>
                    <a:cubicBezTo>
                      <a:pt x="4" y="117"/>
                      <a:pt x="9" y="129"/>
                      <a:pt x="9" y="133"/>
                    </a:cubicBezTo>
                    <a:cubicBezTo>
                      <a:pt x="9" y="137"/>
                      <a:pt x="10" y="149"/>
                      <a:pt x="12" y="156"/>
                    </a:cubicBezTo>
                    <a:cubicBezTo>
                      <a:pt x="15" y="163"/>
                      <a:pt x="14" y="167"/>
                      <a:pt x="16" y="171"/>
                    </a:cubicBezTo>
                    <a:cubicBezTo>
                      <a:pt x="18" y="175"/>
                      <a:pt x="19" y="179"/>
                      <a:pt x="22" y="182"/>
                    </a:cubicBezTo>
                    <a:cubicBezTo>
                      <a:pt x="24" y="186"/>
                      <a:pt x="29" y="190"/>
                      <a:pt x="32" y="191"/>
                    </a:cubicBezTo>
                    <a:cubicBezTo>
                      <a:pt x="32" y="201"/>
                      <a:pt x="35" y="223"/>
                      <a:pt x="39" y="232"/>
                    </a:cubicBezTo>
                    <a:cubicBezTo>
                      <a:pt x="43" y="241"/>
                      <a:pt x="62" y="266"/>
                      <a:pt x="74" y="276"/>
                    </a:cubicBezTo>
                    <a:cubicBezTo>
                      <a:pt x="86" y="285"/>
                      <a:pt x="93" y="294"/>
                      <a:pt x="114" y="295"/>
                    </a:cubicBezTo>
                    <a:cubicBezTo>
                      <a:pt x="135" y="294"/>
                      <a:pt x="142" y="285"/>
                      <a:pt x="153" y="276"/>
                    </a:cubicBezTo>
                    <a:cubicBezTo>
                      <a:pt x="166" y="266"/>
                      <a:pt x="185" y="243"/>
                      <a:pt x="189" y="232"/>
                    </a:cubicBezTo>
                    <a:cubicBezTo>
                      <a:pt x="193" y="222"/>
                      <a:pt x="197" y="201"/>
                      <a:pt x="197" y="191"/>
                    </a:cubicBezTo>
                    <a:cubicBezTo>
                      <a:pt x="200" y="190"/>
                      <a:pt x="205" y="186"/>
                      <a:pt x="207" y="182"/>
                    </a:cubicBezTo>
                    <a:cubicBezTo>
                      <a:pt x="210" y="179"/>
                      <a:pt x="211" y="175"/>
                      <a:pt x="213" y="171"/>
                    </a:cubicBezTo>
                    <a:cubicBezTo>
                      <a:pt x="215" y="167"/>
                      <a:pt x="214" y="163"/>
                      <a:pt x="217" y="156"/>
                    </a:cubicBezTo>
                    <a:cubicBezTo>
                      <a:pt x="219" y="149"/>
                      <a:pt x="220" y="137"/>
                      <a:pt x="220" y="133"/>
                    </a:cubicBezTo>
                    <a:cubicBezTo>
                      <a:pt x="220" y="129"/>
                      <a:pt x="225" y="117"/>
                      <a:pt x="225" y="110"/>
                    </a:cubicBezTo>
                    <a:cubicBezTo>
                      <a:pt x="225" y="107"/>
                      <a:pt x="224" y="104"/>
                      <a:pt x="222" y="102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930" name="Freeform 120">
                <a:extLst>
                  <a:ext uri="{FF2B5EF4-FFF2-40B4-BE49-F238E27FC236}">
                    <a16:creationId xmlns:a16="http://schemas.microsoft.com/office/drawing/2014/main" id="{75495EAA-31C4-4B12-A285-4F9990FB06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2" y="943"/>
                <a:ext cx="21" cy="47"/>
              </a:xfrm>
              <a:custGeom>
                <a:avLst/>
                <a:gdLst>
                  <a:gd name="T0" fmla="*/ 48 w 14"/>
                  <a:gd name="T1" fmla="*/ 18 h 31"/>
                  <a:gd name="T2" fmla="*/ 41 w 14"/>
                  <a:gd name="T3" fmla="*/ 108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31">
                    <a:moveTo>
                      <a:pt x="14" y="5"/>
                    </a:moveTo>
                    <a:cubicBezTo>
                      <a:pt x="0" y="0"/>
                      <a:pt x="8" y="28"/>
                      <a:pt x="12" y="31"/>
                    </a:cubicBezTo>
                  </a:path>
                </a:pathLst>
              </a:custGeom>
              <a:solidFill>
                <a:srgbClr val="8E4C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931" name="Freeform 121">
                <a:extLst>
                  <a:ext uri="{FF2B5EF4-FFF2-40B4-BE49-F238E27FC236}">
                    <a16:creationId xmlns:a16="http://schemas.microsoft.com/office/drawing/2014/main" id="{73E86D59-77BB-489B-81C0-FCF1C5419D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8" y="957"/>
                <a:ext cx="13" cy="35"/>
              </a:xfrm>
              <a:custGeom>
                <a:avLst/>
                <a:gdLst>
                  <a:gd name="T0" fmla="*/ 6 w 9"/>
                  <a:gd name="T1" fmla="*/ 0 h 23"/>
                  <a:gd name="T2" fmla="*/ 0 w 9"/>
                  <a:gd name="T3" fmla="*/ 81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23">
                    <a:moveTo>
                      <a:pt x="2" y="0"/>
                    </a:moveTo>
                    <a:cubicBezTo>
                      <a:pt x="9" y="3"/>
                      <a:pt x="5" y="18"/>
                      <a:pt x="0" y="23"/>
                    </a:cubicBezTo>
                  </a:path>
                </a:pathLst>
              </a:custGeom>
              <a:solidFill>
                <a:srgbClr val="8E4C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932" name="Freeform 122">
                <a:extLst>
                  <a:ext uri="{FF2B5EF4-FFF2-40B4-BE49-F238E27FC236}">
                    <a16:creationId xmlns:a16="http://schemas.microsoft.com/office/drawing/2014/main" id="{D63CF216-C68E-4AF7-BFC7-041FCB3657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2" y="906"/>
                <a:ext cx="15" cy="31"/>
              </a:xfrm>
              <a:custGeom>
                <a:avLst/>
                <a:gdLst>
                  <a:gd name="T0" fmla="*/ 35 w 10"/>
                  <a:gd name="T1" fmla="*/ 68 h 21"/>
                  <a:gd name="T2" fmla="*/ 0 w 10"/>
                  <a:gd name="T3" fmla="*/ 41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21">
                    <a:moveTo>
                      <a:pt x="10" y="21"/>
                    </a:moveTo>
                    <a:cubicBezTo>
                      <a:pt x="8" y="14"/>
                      <a:pt x="2" y="0"/>
                      <a:pt x="0" y="13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933" name="Freeform 123">
                <a:extLst>
                  <a:ext uri="{FF2B5EF4-FFF2-40B4-BE49-F238E27FC236}">
                    <a16:creationId xmlns:a16="http://schemas.microsoft.com/office/drawing/2014/main" id="{C73F38BB-40D7-4ACD-8F8F-B3ED12EDA7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2" y="967"/>
                <a:ext cx="12" cy="35"/>
              </a:xfrm>
              <a:custGeom>
                <a:avLst/>
                <a:gdLst>
                  <a:gd name="T0" fmla="*/ 8 w 8"/>
                  <a:gd name="T1" fmla="*/ 0 h 23"/>
                  <a:gd name="T2" fmla="*/ 8 w 8"/>
                  <a:gd name="T3" fmla="*/ 46 h 23"/>
                  <a:gd name="T4" fmla="*/ 21 w 8"/>
                  <a:gd name="T5" fmla="*/ 81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23">
                    <a:moveTo>
                      <a:pt x="2" y="0"/>
                    </a:moveTo>
                    <a:cubicBezTo>
                      <a:pt x="0" y="3"/>
                      <a:pt x="1" y="6"/>
                      <a:pt x="2" y="13"/>
                    </a:cubicBezTo>
                    <a:cubicBezTo>
                      <a:pt x="4" y="19"/>
                      <a:pt x="8" y="16"/>
                      <a:pt x="6" y="23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934" name="Freeform 124">
                <a:extLst>
                  <a:ext uri="{FF2B5EF4-FFF2-40B4-BE49-F238E27FC236}">
                    <a16:creationId xmlns:a16="http://schemas.microsoft.com/office/drawing/2014/main" id="{CC745001-ECBE-4AA4-96FE-E0DB5E2E3D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4" y="924"/>
                <a:ext cx="7" cy="22"/>
              </a:xfrm>
              <a:custGeom>
                <a:avLst/>
                <a:gdLst>
                  <a:gd name="T0" fmla="*/ 11 w 5"/>
                  <a:gd name="T1" fmla="*/ 0 h 15"/>
                  <a:gd name="T2" fmla="*/ 1 w 5"/>
                  <a:gd name="T3" fmla="*/ 47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5">
                    <a:moveTo>
                      <a:pt x="4" y="0"/>
                    </a:moveTo>
                    <a:cubicBezTo>
                      <a:pt x="5" y="3"/>
                      <a:pt x="0" y="9"/>
                      <a:pt x="1" y="15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935" name="Freeform 125">
                <a:extLst>
                  <a:ext uri="{FF2B5EF4-FFF2-40B4-BE49-F238E27FC236}">
                    <a16:creationId xmlns:a16="http://schemas.microsoft.com/office/drawing/2014/main" id="{3F993317-4743-4FD3-977B-E07FB6110E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1" y="1002"/>
                <a:ext cx="9" cy="33"/>
              </a:xfrm>
              <a:custGeom>
                <a:avLst/>
                <a:gdLst>
                  <a:gd name="T0" fmla="*/ 0 w 6"/>
                  <a:gd name="T1" fmla="*/ 0 h 22"/>
                  <a:gd name="T2" fmla="*/ 21 w 6"/>
                  <a:gd name="T3" fmla="*/ 75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22">
                    <a:moveTo>
                      <a:pt x="0" y="0"/>
                    </a:moveTo>
                    <a:cubicBezTo>
                      <a:pt x="1" y="7"/>
                      <a:pt x="2" y="11"/>
                      <a:pt x="6" y="22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936" name="Freeform 126">
                <a:extLst>
                  <a:ext uri="{FF2B5EF4-FFF2-40B4-BE49-F238E27FC236}">
                    <a16:creationId xmlns:a16="http://schemas.microsoft.com/office/drawing/2014/main" id="{16D1B7F4-8ADC-40C5-B8BA-8F4B9C737C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2" y="906"/>
                <a:ext cx="15" cy="31"/>
              </a:xfrm>
              <a:custGeom>
                <a:avLst/>
                <a:gdLst>
                  <a:gd name="T0" fmla="*/ 0 w 10"/>
                  <a:gd name="T1" fmla="*/ 68 h 21"/>
                  <a:gd name="T2" fmla="*/ 35 w 10"/>
                  <a:gd name="T3" fmla="*/ 41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21">
                    <a:moveTo>
                      <a:pt x="0" y="21"/>
                    </a:moveTo>
                    <a:cubicBezTo>
                      <a:pt x="2" y="14"/>
                      <a:pt x="8" y="0"/>
                      <a:pt x="10" y="13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937" name="Freeform 127">
                <a:extLst>
                  <a:ext uri="{FF2B5EF4-FFF2-40B4-BE49-F238E27FC236}">
                    <a16:creationId xmlns:a16="http://schemas.microsoft.com/office/drawing/2014/main" id="{750AB91D-DF00-4F2C-89DC-96CA6E825D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5" y="967"/>
                <a:ext cx="13" cy="35"/>
              </a:xfrm>
              <a:custGeom>
                <a:avLst/>
                <a:gdLst>
                  <a:gd name="T0" fmla="*/ 26 w 8"/>
                  <a:gd name="T1" fmla="*/ 0 h 23"/>
                  <a:gd name="T2" fmla="*/ 26 w 8"/>
                  <a:gd name="T3" fmla="*/ 46 h 23"/>
                  <a:gd name="T4" fmla="*/ 8 w 8"/>
                  <a:gd name="T5" fmla="*/ 81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23">
                    <a:moveTo>
                      <a:pt x="6" y="0"/>
                    </a:moveTo>
                    <a:cubicBezTo>
                      <a:pt x="8" y="3"/>
                      <a:pt x="7" y="6"/>
                      <a:pt x="6" y="13"/>
                    </a:cubicBezTo>
                    <a:cubicBezTo>
                      <a:pt x="4" y="19"/>
                      <a:pt x="0" y="16"/>
                      <a:pt x="2" y="23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938" name="Freeform 128">
                <a:extLst>
                  <a:ext uri="{FF2B5EF4-FFF2-40B4-BE49-F238E27FC236}">
                    <a16:creationId xmlns:a16="http://schemas.microsoft.com/office/drawing/2014/main" id="{37B90D6B-E148-457B-AF03-E7F2586490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8" y="924"/>
                <a:ext cx="8" cy="22"/>
              </a:xfrm>
              <a:custGeom>
                <a:avLst/>
                <a:gdLst>
                  <a:gd name="T0" fmla="*/ 5 w 5"/>
                  <a:gd name="T1" fmla="*/ 0 h 15"/>
                  <a:gd name="T2" fmla="*/ 16 w 5"/>
                  <a:gd name="T3" fmla="*/ 47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5">
                    <a:moveTo>
                      <a:pt x="1" y="0"/>
                    </a:moveTo>
                    <a:cubicBezTo>
                      <a:pt x="0" y="3"/>
                      <a:pt x="5" y="9"/>
                      <a:pt x="4" y="15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939" name="Freeform 129">
                <a:extLst>
                  <a:ext uri="{FF2B5EF4-FFF2-40B4-BE49-F238E27FC236}">
                    <a16:creationId xmlns:a16="http://schemas.microsoft.com/office/drawing/2014/main" id="{515CE1F9-CE83-4455-A581-614332139C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9" y="999"/>
                <a:ext cx="6" cy="39"/>
              </a:xfrm>
              <a:custGeom>
                <a:avLst/>
                <a:gdLst>
                  <a:gd name="T0" fmla="*/ 14 w 4"/>
                  <a:gd name="T1" fmla="*/ 0 h 26"/>
                  <a:gd name="T2" fmla="*/ 0 w 4"/>
                  <a:gd name="T3" fmla="*/ 89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6">
                    <a:moveTo>
                      <a:pt x="4" y="0"/>
                    </a:moveTo>
                    <a:cubicBezTo>
                      <a:pt x="3" y="9"/>
                      <a:pt x="4" y="12"/>
                      <a:pt x="0" y="26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940" name="Freeform 130">
                <a:extLst>
                  <a:ext uri="{FF2B5EF4-FFF2-40B4-BE49-F238E27FC236}">
                    <a16:creationId xmlns:a16="http://schemas.microsoft.com/office/drawing/2014/main" id="{8A2F21EC-65CD-4C69-AC3E-A45B673AA9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9" y="850"/>
                <a:ext cx="125" cy="12"/>
              </a:xfrm>
              <a:custGeom>
                <a:avLst/>
                <a:gdLst>
                  <a:gd name="T0" fmla="*/ 0 w 83"/>
                  <a:gd name="T1" fmla="*/ 18 h 8"/>
                  <a:gd name="T2" fmla="*/ 18 w 83"/>
                  <a:gd name="T3" fmla="*/ 18 h 8"/>
                  <a:gd name="T4" fmla="*/ 80 w 83"/>
                  <a:gd name="T5" fmla="*/ 5 h 8"/>
                  <a:gd name="T6" fmla="*/ 176 w 83"/>
                  <a:gd name="T7" fmla="*/ 12 h 8"/>
                  <a:gd name="T8" fmla="*/ 245 w 83"/>
                  <a:gd name="T9" fmla="*/ 14 h 8"/>
                  <a:gd name="T10" fmla="*/ 283 w 83"/>
                  <a:gd name="T11" fmla="*/ 12 h 8"/>
                  <a:gd name="T12" fmla="*/ 209 w 83"/>
                  <a:gd name="T13" fmla="*/ 14 h 8"/>
                  <a:gd name="T14" fmla="*/ 127 w 83"/>
                  <a:gd name="T15" fmla="*/ 0 h 8"/>
                  <a:gd name="T16" fmla="*/ 54 w 83"/>
                  <a:gd name="T17" fmla="*/ 8 h 8"/>
                  <a:gd name="T18" fmla="*/ 8 w 83"/>
                  <a:gd name="T19" fmla="*/ 26 h 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3" h="8">
                    <a:moveTo>
                      <a:pt x="0" y="5"/>
                    </a:moveTo>
                    <a:cubicBezTo>
                      <a:pt x="1" y="8"/>
                      <a:pt x="3" y="6"/>
                      <a:pt x="5" y="5"/>
                    </a:cubicBezTo>
                    <a:cubicBezTo>
                      <a:pt x="11" y="3"/>
                      <a:pt x="16" y="1"/>
                      <a:pt x="23" y="1"/>
                    </a:cubicBezTo>
                    <a:cubicBezTo>
                      <a:pt x="33" y="1"/>
                      <a:pt x="43" y="2"/>
                      <a:pt x="52" y="3"/>
                    </a:cubicBezTo>
                    <a:cubicBezTo>
                      <a:pt x="59" y="3"/>
                      <a:pt x="65" y="5"/>
                      <a:pt x="72" y="4"/>
                    </a:cubicBezTo>
                    <a:cubicBezTo>
                      <a:pt x="75" y="4"/>
                      <a:pt x="79" y="3"/>
                      <a:pt x="83" y="3"/>
                    </a:cubicBezTo>
                    <a:cubicBezTo>
                      <a:pt x="76" y="4"/>
                      <a:pt x="68" y="4"/>
                      <a:pt x="61" y="4"/>
                    </a:cubicBezTo>
                    <a:cubicBezTo>
                      <a:pt x="53" y="3"/>
                      <a:pt x="45" y="0"/>
                      <a:pt x="37" y="0"/>
                    </a:cubicBezTo>
                    <a:cubicBezTo>
                      <a:pt x="30" y="0"/>
                      <a:pt x="23" y="0"/>
                      <a:pt x="16" y="2"/>
                    </a:cubicBezTo>
                    <a:cubicBezTo>
                      <a:pt x="12" y="3"/>
                      <a:pt x="6" y="6"/>
                      <a:pt x="2" y="7"/>
                    </a:cubicBezTo>
                  </a:path>
                </a:pathLst>
              </a:custGeom>
              <a:solidFill>
                <a:srgbClr val="8E4C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941" name="Freeform 131">
                <a:extLst>
                  <a:ext uri="{FF2B5EF4-FFF2-40B4-BE49-F238E27FC236}">
                    <a16:creationId xmlns:a16="http://schemas.microsoft.com/office/drawing/2014/main" id="{6C500B5F-B86A-4A7A-A8AB-97F310BDAC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5" y="972"/>
                <a:ext cx="15" cy="39"/>
              </a:xfrm>
              <a:custGeom>
                <a:avLst/>
                <a:gdLst>
                  <a:gd name="T0" fmla="*/ 8 w 10"/>
                  <a:gd name="T1" fmla="*/ 0 h 26"/>
                  <a:gd name="T2" fmla="*/ 21 w 10"/>
                  <a:gd name="T3" fmla="*/ 45 h 26"/>
                  <a:gd name="T4" fmla="*/ 27 w 10"/>
                  <a:gd name="T5" fmla="*/ 89 h 26"/>
                  <a:gd name="T6" fmla="*/ 27 w 10"/>
                  <a:gd name="T7" fmla="*/ 62 h 26"/>
                  <a:gd name="T8" fmla="*/ 32 w 10"/>
                  <a:gd name="T9" fmla="*/ 41 h 26"/>
                  <a:gd name="T10" fmla="*/ 5 w 10"/>
                  <a:gd name="T11" fmla="*/ 0 h 2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" h="26">
                    <a:moveTo>
                      <a:pt x="2" y="0"/>
                    </a:moveTo>
                    <a:cubicBezTo>
                      <a:pt x="0" y="4"/>
                      <a:pt x="3" y="9"/>
                      <a:pt x="6" y="13"/>
                    </a:cubicBezTo>
                    <a:cubicBezTo>
                      <a:pt x="8" y="17"/>
                      <a:pt x="7" y="21"/>
                      <a:pt x="8" y="26"/>
                    </a:cubicBezTo>
                    <a:cubicBezTo>
                      <a:pt x="8" y="23"/>
                      <a:pt x="8" y="20"/>
                      <a:pt x="8" y="18"/>
                    </a:cubicBezTo>
                    <a:cubicBezTo>
                      <a:pt x="9" y="16"/>
                      <a:pt x="10" y="14"/>
                      <a:pt x="9" y="12"/>
                    </a:cubicBezTo>
                    <a:cubicBezTo>
                      <a:pt x="5" y="12"/>
                      <a:pt x="3" y="3"/>
                      <a:pt x="1" y="0"/>
                    </a:cubicBezTo>
                  </a:path>
                </a:pathLst>
              </a:custGeom>
              <a:solidFill>
                <a:srgbClr val="C1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942" name="Freeform 132">
                <a:extLst>
                  <a:ext uri="{FF2B5EF4-FFF2-40B4-BE49-F238E27FC236}">
                    <a16:creationId xmlns:a16="http://schemas.microsoft.com/office/drawing/2014/main" id="{FA56244B-A04B-4513-997C-398FBD708B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2" y="1025"/>
                <a:ext cx="43" cy="110"/>
              </a:xfrm>
              <a:custGeom>
                <a:avLst/>
                <a:gdLst>
                  <a:gd name="T0" fmla="*/ 0 w 29"/>
                  <a:gd name="T1" fmla="*/ 12 h 73"/>
                  <a:gd name="T2" fmla="*/ 6 w 29"/>
                  <a:gd name="T3" fmla="*/ 45 h 73"/>
                  <a:gd name="T4" fmla="*/ 9 w 29"/>
                  <a:gd name="T5" fmla="*/ 81 h 73"/>
                  <a:gd name="T6" fmla="*/ 19 w 29"/>
                  <a:gd name="T7" fmla="*/ 143 h 73"/>
                  <a:gd name="T8" fmla="*/ 95 w 29"/>
                  <a:gd name="T9" fmla="*/ 250 h 73"/>
                  <a:gd name="T10" fmla="*/ 42 w 29"/>
                  <a:gd name="T11" fmla="*/ 175 h 73"/>
                  <a:gd name="T12" fmla="*/ 28 w 29"/>
                  <a:gd name="T13" fmla="*/ 102 h 73"/>
                  <a:gd name="T14" fmla="*/ 0 w 29"/>
                  <a:gd name="T15" fmla="*/ 0 h 7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9" h="73">
                    <a:moveTo>
                      <a:pt x="0" y="3"/>
                    </a:moveTo>
                    <a:cubicBezTo>
                      <a:pt x="0" y="5"/>
                      <a:pt x="2" y="10"/>
                      <a:pt x="2" y="13"/>
                    </a:cubicBezTo>
                    <a:cubicBezTo>
                      <a:pt x="3" y="17"/>
                      <a:pt x="3" y="20"/>
                      <a:pt x="3" y="24"/>
                    </a:cubicBezTo>
                    <a:cubicBezTo>
                      <a:pt x="3" y="30"/>
                      <a:pt x="4" y="36"/>
                      <a:pt x="6" y="42"/>
                    </a:cubicBezTo>
                    <a:cubicBezTo>
                      <a:pt x="11" y="54"/>
                      <a:pt x="21" y="62"/>
                      <a:pt x="29" y="73"/>
                    </a:cubicBezTo>
                    <a:cubicBezTo>
                      <a:pt x="23" y="66"/>
                      <a:pt x="17" y="59"/>
                      <a:pt x="13" y="51"/>
                    </a:cubicBezTo>
                    <a:cubicBezTo>
                      <a:pt x="10" y="45"/>
                      <a:pt x="10" y="37"/>
                      <a:pt x="9" y="30"/>
                    </a:cubicBezTo>
                    <a:cubicBezTo>
                      <a:pt x="8" y="19"/>
                      <a:pt x="3" y="10"/>
                      <a:pt x="0" y="0"/>
                    </a:cubicBezTo>
                  </a:path>
                </a:pathLst>
              </a:custGeom>
              <a:solidFill>
                <a:srgbClr val="C1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943" name="Freeform 133">
                <a:extLst>
                  <a:ext uri="{FF2B5EF4-FFF2-40B4-BE49-F238E27FC236}">
                    <a16:creationId xmlns:a16="http://schemas.microsoft.com/office/drawing/2014/main" id="{3C2CAE87-496F-44E6-9263-8862A0FEE6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2" y="842"/>
                <a:ext cx="77" cy="26"/>
              </a:xfrm>
              <a:custGeom>
                <a:avLst/>
                <a:gdLst>
                  <a:gd name="T0" fmla="*/ 0 w 51"/>
                  <a:gd name="T1" fmla="*/ 61 h 17"/>
                  <a:gd name="T2" fmla="*/ 89 w 51"/>
                  <a:gd name="T3" fmla="*/ 18 h 17"/>
                  <a:gd name="T4" fmla="*/ 175 w 51"/>
                  <a:gd name="T5" fmla="*/ 8 h 17"/>
                  <a:gd name="T6" fmla="*/ 148 w 51"/>
                  <a:gd name="T7" fmla="*/ 0 h 17"/>
                  <a:gd name="T8" fmla="*/ 113 w 51"/>
                  <a:gd name="T9" fmla="*/ 0 h 17"/>
                  <a:gd name="T10" fmla="*/ 68 w 51"/>
                  <a:gd name="T11" fmla="*/ 21 h 17"/>
                  <a:gd name="T12" fmla="*/ 0 w 51"/>
                  <a:gd name="T13" fmla="*/ 57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1" h="17">
                    <a:moveTo>
                      <a:pt x="0" y="17"/>
                    </a:moveTo>
                    <a:cubicBezTo>
                      <a:pt x="9" y="17"/>
                      <a:pt x="18" y="9"/>
                      <a:pt x="26" y="5"/>
                    </a:cubicBezTo>
                    <a:cubicBezTo>
                      <a:pt x="34" y="2"/>
                      <a:pt x="42" y="2"/>
                      <a:pt x="51" y="2"/>
                    </a:cubicBezTo>
                    <a:cubicBezTo>
                      <a:pt x="49" y="2"/>
                      <a:pt x="45" y="0"/>
                      <a:pt x="43" y="0"/>
                    </a:cubicBezTo>
                    <a:cubicBezTo>
                      <a:pt x="40" y="0"/>
                      <a:pt x="36" y="0"/>
                      <a:pt x="33" y="0"/>
                    </a:cubicBezTo>
                    <a:cubicBezTo>
                      <a:pt x="29" y="1"/>
                      <a:pt x="24" y="4"/>
                      <a:pt x="20" y="6"/>
                    </a:cubicBezTo>
                    <a:cubicBezTo>
                      <a:pt x="13" y="10"/>
                      <a:pt x="6" y="13"/>
                      <a:pt x="0" y="16"/>
                    </a:cubicBezTo>
                  </a:path>
                </a:pathLst>
              </a:custGeom>
              <a:solidFill>
                <a:srgbClr val="C1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944" name="Freeform 134">
                <a:extLst>
                  <a:ext uri="{FF2B5EF4-FFF2-40B4-BE49-F238E27FC236}">
                    <a16:creationId xmlns:a16="http://schemas.microsoft.com/office/drawing/2014/main" id="{43FDD4DF-6FCB-46F6-8ECE-FE99CFC33C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3" y="824"/>
                <a:ext cx="60" cy="15"/>
              </a:xfrm>
              <a:custGeom>
                <a:avLst/>
                <a:gdLst>
                  <a:gd name="T0" fmla="*/ 0 w 40"/>
                  <a:gd name="T1" fmla="*/ 35 h 10"/>
                  <a:gd name="T2" fmla="*/ 68 w 40"/>
                  <a:gd name="T3" fmla="*/ 8 h 10"/>
                  <a:gd name="T4" fmla="*/ 135 w 40"/>
                  <a:gd name="T5" fmla="*/ 12 h 10"/>
                  <a:gd name="T6" fmla="*/ 122 w 40"/>
                  <a:gd name="T7" fmla="*/ 5 h 10"/>
                  <a:gd name="T8" fmla="*/ 93 w 40"/>
                  <a:gd name="T9" fmla="*/ 0 h 10"/>
                  <a:gd name="T10" fmla="*/ 53 w 40"/>
                  <a:gd name="T11" fmla="*/ 8 h 10"/>
                  <a:gd name="T12" fmla="*/ 26 w 40"/>
                  <a:gd name="T13" fmla="*/ 14 h 10"/>
                  <a:gd name="T14" fmla="*/ 0 w 40"/>
                  <a:gd name="T15" fmla="*/ 27 h 1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0" h="10">
                    <a:moveTo>
                      <a:pt x="0" y="10"/>
                    </a:moveTo>
                    <a:cubicBezTo>
                      <a:pt x="5" y="3"/>
                      <a:pt x="13" y="3"/>
                      <a:pt x="20" y="2"/>
                    </a:cubicBezTo>
                    <a:cubicBezTo>
                      <a:pt x="27" y="1"/>
                      <a:pt x="33" y="3"/>
                      <a:pt x="40" y="3"/>
                    </a:cubicBezTo>
                    <a:cubicBezTo>
                      <a:pt x="39" y="3"/>
                      <a:pt x="37" y="2"/>
                      <a:pt x="36" y="1"/>
                    </a:cubicBezTo>
                    <a:cubicBezTo>
                      <a:pt x="33" y="1"/>
                      <a:pt x="30" y="0"/>
                      <a:pt x="27" y="0"/>
                    </a:cubicBezTo>
                    <a:cubicBezTo>
                      <a:pt x="23" y="0"/>
                      <a:pt x="19" y="1"/>
                      <a:pt x="15" y="2"/>
                    </a:cubicBezTo>
                    <a:cubicBezTo>
                      <a:pt x="12" y="2"/>
                      <a:pt x="10" y="2"/>
                      <a:pt x="7" y="4"/>
                    </a:cubicBezTo>
                    <a:cubicBezTo>
                      <a:pt x="5" y="5"/>
                      <a:pt x="2" y="8"/>
                      <a:pt x="0" y="8"/>
                    </a:cubicBezTo>
                  </a:path>
                </a:pathLst>
              </a:custGeom>
              <a:solidFill>
                <a:srgbClr val="C1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945" name="Freeform 135">
                <a:extLst>
                  <a:ext uri="{FF2B5EF4-FFF2-40B4-BE49-F238E27FC236}">
                    <a16:creationId xmlns:a16="http://schemas.microsoft.com/office/drawing/2014/main" id="{A7BD3F8F-B818-462B-9C35-2D4C81BAF8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5" y="794"/>
                <a:ext cx="50" cy="15"/>
              </a:xfrm>
              <a:custGeom>
                <a:avLst/>
                <a:gdLst>
                  <a:gd name="T0" fmla="*/ 0 w 33"/>
                  <a:gd name="T1" fmla="*/ 35 h 10"/>
                  <a:gd name="T2" fmla="*/ 27 w 33"/>
                  <a:gd name="T3" fmla="*/ 18 h 10"/>
                  <a:gd name="T4" fmla="*/ 62 w 33"/>
                  <a:gd name="T5" fmla="*/ 12 h 10"/>
                  <a:gd name="T6" fmla="*/ 115 w 33"/>
                  <a:gd name="T7" fmla="*/ 8 h 10"/>
                  <a:gd name="T8" fmla="*/ 76 w 33"/>
                  <a:gd name="T9" fmla="*/ 5 h 10"/>
                  <a:gd name="T10" fmla="*/ 39 w 33"/>
                  <a:gd name="T11" fmla="*/ 12 h 10"/>
                  <a:gd name="T12" fmla="*/ 5 w 33"/>
                  <a:gd name="T13" fmla="*/ 27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3" h="10">
                    <a:moveTo>
                      <a:pt x="0" y="10"/>
                    </a:moveTo>
                    <a:cubicBezTo>
                      <a:pt x="3" y="10"/>
                      <a:pt x="6" y="7"/>
                      <a:pt x="8" y="5"/>
                    </a:cubicBezTo>
                    <a:cubicBezTo>
                      <a:pt x="11" y="4"/>
                      <a:pt x="15" y="3"/>
                      <a:pt x="18" y="3"/>
                    </a:cubicBezTo>
                    <a:cubicBezTo>
                      <a:pt x="23" y="2"/>
                      <a:pt x="28" y="2"/>
                      <a:pt x="33" y="2"/>
                    </a:cubicBezTo>
                    <a:cubicBezTo>
                      <a:pt x="29" y="2"/>
                      <a:pt x="26" y="1"/>
                      <a:pt x="22" y="1"/>
                    </a:cubicBezTo>
                    <a:cubicBezTo>
                      <a:pt x="18" y="0"/>
                      <a:pt x="15" y="1"/>
                      <a:pt x="11" y="3"/>
                    </a:cubicBezTo>
                    <a:cubicBezTo>
                      <a:pt x="8" y="4"/>
                      <a:pt x="4" y="6"/>
                      <a:pt x="1" y="8"/>
                    </a:cubicBezTo>
                  </a:path>
                </a:pathLst>
              </a:custGeom>
              <a:solidFill>
                <a:srgbClr val="C1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946" name="Freeform 136">
                <a:extLst>
                  <a:ext uri="{FF2B5EF4-FFF2-40B4-BE49-F238E27FC236}">
                    <a16:creationId xmlns:a16="http://schemas.microsoft.com/office/drawing/2014/main" id="{FEEF8725-297C-4A33-8E95-D1A996C053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4" y="829"/>
                <a:ext cx="93" cy="9"/>
              </a:xfrm>
              <a:custGeom>
                <a:avLst/>
                <a:gdLst>
                  <a:gd name="T0" fmla="*/ 0 w 62"/>
                  <a:gd name="T1" fmla="*/ 18 h 6"/>
                  <a:gd name="T2" fmla="*/ 41 w 62"/>
                  <a:gd name="T3" fmla="*/ 8 h 6"/>
                  <a:gd name="T4" fmla="*/ 80 w 62"/>
                  <a:gd name="T5" fmla="*/ 5 h 6"/>
                  <a:gd name="T6" fmla="*/ 140 w 62"/>
                  <a:gd name="T7" fmla="*/ 12 h 6"/>
                  <a:gd name="T8" fmla="*/ 210 w 62"/>
                  <a:gd name="T9" fmla="*/ 12 h 6"/>
                  <a:gd name="T10" fmla="*/ 107 w 62"/>
                  <a:gd name="T11" fmla="*/ 12 h 6"/>
                  <a:gd name="T12" fmla="*/ 59 w 62"/>
                  <a:gd name="T13" fmla="*/ 5 h 6"/>
                  <a:gd name="T14" fmla="*/ 32 w 62"/>
                  <a:gd name="T15" fmla="*/ 8 h 6"/>
                  <a:gd name="T16" fmla="*/ 8 w 62"/>
                  <a:gd name="T17" fmla="*/ 14 h 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2" h="6">
                    <a:moveTo>
                      <a:pt x="0" y="5"/>
                    </a:moveTo>
                    <a:cubicBezTo>
                      <a:pt x="4" y="3"/>
                      <a:pt x="8" y="3"/>
                      <a:pt x="12" y="2"/>
                    </a:cubicBezTo>
                    <a:cubicBezTo>
                      <a:pt x="16" y="1"/>
                      <a:pt x="19" y="0"/>
                      <a:pt x="23" y="1"/>
                    </a:cubicBezTo>
                    <a:cubicBezTo>
                      <a:pt x="29" y="2"/>
                      <a:pt x="35" y="3"/>
                      <a:pt x="41" y="3"/>
                    </a:cubicBezTo>
                    <a:cubicBezTo>
                      <a:pt x="48" y="4"/>
                      <a:pt x="55" y="2"/>
                      <a:pt x="62" y="3"/>
                    </a:cubicBezTo>
                    <a:cubicBezTo>
                      <a:pt x="54" y="6"/>
                      <a:pt x="40" y="5"/>
                      <a:pt x="31" y="3"/>
                    </a:cubicBezTo>
                    <a:cubicBezTo>
                      <a:pt x="27" y="2"/>
                      <a:pt x="22" y="1"/>
                      <a:pt x="17" y="1"/>
                    </a:cubicBezTo>
                    <a:cubicBezTo>
                      <a:pt x="14" y="1"/>
                      <a:pt x="12" y="2"/>
                      <a:pt x="9" y="2"/>
                    </a:cubicBezTo>
                    <a:cubicBezTo>
                      <a:pt x="7" y="3"/>
                      <a:pt x="3" y="2"/>
                      <a:pt x="2" y="4"/>
                    </a:cubicBezTo>
                  </a:path>
                </a:pathLst>
              </a:custGeom>
              <a:solidFill>
                <a:srgbClr val="8E4C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947" name="Freeform 137">
                <a:extLst>
                  <a:ext uri="{FF2B5EF4-FFF2-40B4-BE49-F238E27FC236}">
                    <a16:creationId xmlns:a16="http://schemas.microsoft.com/office/drawing/2014/main" id="{1F897690-7F39-45D9-94BF-75E5E0E191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3" y="794"/>
                <a:ext cx="69" cy="14"/>
              </a:xfrm>
              <a:custGeom>
                <a:avLst/>
                <a:gdLst>
                  <a:gd name="T0" fmla="*/ 0 w 46"/>
                  <a:gd name="T1" fmla="*/ 34 h 9"/>
                  <a:gd name="T2" fmla="*/ 156 w 46"/>
                  <a:gd name="T3" fmla="*/ 26 h 9"/>
                  <a:gd name="T4" fmla="*/ 68 w 46"/>
                  <a:gd name="T5" fmla="*/ 22 h 9"/>
                  <a:gd name="T6" fmla="*/ 39 w 46"/>
                  <a:gd name="T7" fmla="*/ 22 h 9"/>
                  <a:gd name="T8" fmla="*/ 5 w 46"/>
                  <a:gd name="T9" fmla="*/ 34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6" h="9">
                    <a:moveTo>
                      <a:pt x="0" y="9"/>
                    </a:moveTo>
                    <a:cubicBezTo>
                      <a:pt x="15" y="0"/>
                      <a:pt x="30" y="7"/>
                      <a:pt x="46" y="7"/>
                    </a:cubicBezTo>
                    <a:cubicBezTo>
                      <a:pt x="37" y="7"/>
                      <a:pt x="29" y="6"/>
                      <a:pt x="20" y="6"/>
                    </a:cubicBezTo>
                    <a:cubicBezTo>
                      <a:pt x="17" y="6"/>
                      <a:pt x="14" y="5"/>
                      <a:pt x="11" y="6"/>
                    </a:cubicBezTo>
                    <a:cubicBezTo>
                      <a:pt x="7" y="6"/>
                      <a:pt x="4" y="8"/>
                      <a:pt x="1" y="9"/>
                    </a:cubicBezTo>
                  </a:path>
                </a:pathLst>
              </a:custGeom>
              <a:solidFill>
                <a:srgbClr val="8E4C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948" name="Freeform 138">
                <a:extLst>
                  <a:ext uri="{FF2B5EF4-FFF2-40B4-BE49-F238E27FC236}">
                    <a16:creationId xmlns:a16="http://schemas.microsoft.com/office/drawing/2014/main" id="{0E9CAC67-F32F-497D-A556-30A226F5C8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0" y="1084"/>
                <a:ext cx="26" cy="55"/>
              </a:xfrm>
              <a:custGeom>
                <a:avLst/>
                <a:gdLst>
                  <a:gd name="T0" fmla="*/ 0 w 17"/>
                  <a:gd name="T1" fmla="*/ 0 h 37"/>
                  <a:gd name="T2" fmla="*/ 14 w 17"/>
                  <a:gd name="T3" fmla="*/ 36 h 37"/>
                  <a:gd name="T4" fmla="*/ 21 w 17"/>
                  <a:gd name="T5" fmla="*/ 67 h 37"/>
                  <a:gd name="T6" fmla="*/ 61 w 17"/>
                  <a:gd name="T7" fmla="*/ 122 h 37"/>
                  <a:gd name="T8" fmla="*/ 40 w 17"/>
                  <a:gd name="T9" fmla="*/ 95 h 37"/>
                  <a:gd name="T10" fmla="*/ 21 w 17"/>
                  <a:gd name="T11" fmla="*/ 73 h 37"/>
                  <a:gd name="T12" fmla="*/ 0 w 17"/>
                  <a:gd name="T13" fmla="*/ 9 h 3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37">
                    <a:moveTo>
                      <a:pt x="0" y="0"/>
                    </a:moveTo>
                    <a:cubicBezTo>
                      <a:pt x="1" y="4"/>
                      <a:pt x="4" y="7"/>
                      <a:pt x="4" y="11"/>
                    </a:cubicBezTo>
                    <a:cubicBezTo>
                      <a:pt x="5" y="14"/>
                      <a:pt x="5" y="17"/>
                      <a:pt x="6" y="20"/>
                    </a:cubicBezTo>
                    <a:cubicBezTo>
                      <a:pt x="9" y="26"/>
                      <a:pt x="15" y="31"/>
                      <a:pt x="17" y="37"/>
                    </a:cubicBezTo>
                    <a:cubicBezTo>
                      <a:pt x="15" y="35"/>
                      <a:pt x="13" y="32"/>
                      <a:pt x="11" y="29"/>
                    </a:cubicBezTo>
                    <a:cubicBezTo>
                      <a:pt x="10" y="26"/>
                      <a:pt x="7" y="25"/>
                      <a:pt x="6" y="22"/>
                    </a:cubicBezTo>
                    <a:cubicBezTo>
                      <a:pt x="3" y="16"/>
                      <a:pt x="4" y="9"/>
                      <a:pt x="0" y="3"/>
                    </a:cubicBezTo>
                  </a:path>
                </a:pathLst>
              </a:custGeom>
              <a:solidFill>
                <a:srgbClr val="8E4C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949" name="Freeform 139">
                <a:extLst>
                  <a:ext uri="{FF2B5EF4-FFF2-40B4-BE49-F238E27FC236}">
                    <a16:creationId xmlns:a16="http://schemas.microsoft.com/office/drawing/2014/main" id="{0C8EC1DB-7B97-420C-92CD-1D3A7224B1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9" y="1088"/>
                <a:ext cx="25" cy="56"/>
              </a:xfrm>
              <a:custGeom>
                <a:avLst/>
                <a:gdLst>
                  <a:gd name="T0" fmla="*/ 56 w 16"/>
                  <a:gd name="T1" fmla="*/ 0 h 37"/>
                  <a:gd name="T2" fmla="*/ 42 w 16"/>
                  <a:gd name="T3" fmla="*/ 35 h 37"/>
                  <a:gd name="T4" fmla="*/ 31 w 16"/>
                  <a:gd name="T5" fmla="*/ 73 h 37"/>
                  <a:gd name="T6" fmla="*/ 0 w 16"/>
                  <a:gd name="T7" fmla="*/ 129 h 37"/>
                  <a:gd name="T8" fmla="*/ 27 w 16"/>
                  <a:gd name="T9" fmla="*/ 89 h 37"/>
                  <a:gd name="T10" fmla="*/ 42 w 16"/>
                  <a:gd name="T11" fmla="*/ 62 h 37"/>
                  <a:gd name="T12" fmla="*/ 56 w 16"/>
                  <a:gd name="T13" fmla="*/ 8 h 3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37">
                    <a:moveTo>
                      <a:pt x="15" y="0"/>
                    </a:moveTo>
                    <a:cubicBezTo>
                      <a:pt x="14" y="4"/>
                      <a:pt x="12" y="7"/>
                      <a:pt x="11" y="10"/>
                    </a:cubicBezTo>
                    <a:cubicBezTo>
                      <a:pt x="10" y="14"/>
                      <a:pt x="10" y="17"/>
                      <a:pt x="8" y="21"/>
                    </a:cubicBezTo>
                    <a:cubicBezTo>
                      <a:pt x="6" y="26"/>
                      <a:pt x="3" y="32"/>
                      <a:pt x="0" y="37"/>
                    </a:cubicBezTo>
                    <a:cubicBezTo>
                      <a:pt x="1" y="34"/>
                      <a:pt x="5" y="29"/>
                      <a:pt x="7" y="26"/>
                    </a:cubicBezTo>
                    <a:cubicBezTo>
                      <a:pt x="9" y="23"/>
                      <a:pt x="10" y="21"/>
                      <a:pt x="11" y="18"/>
                    </a:cubicBezTo>
                    <a:cubicBezTo>
                      <a:pt x="12" y="13"/>
                      <a:pt x="16" y="7"/>
                      <a:pt x="15" y="2"/>
                    </a:cubicBezTo>
                  </a:path>
                </a:pathLst>
              </a:custGeom>
              <a:solidFill>
                <a:srgbClr val="8E4C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950" name="Freeform 140">
                <a:extLst>
                  <a:ext uri="{FF2B5EF4-FFF2-40B4-BE49-F238E27FC236}">
                    <a16:creationId xmlns:a16="http://schemas.microsoft.com/office/drawing/2014/main" id="{45B1002E-8A12-4430-AF45-9D23CC25BB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0" y="1106"/>
                <a:ext cx="11" cy="26"/>
              </a:xfrm>
              <a:custGeom>
                <a:avLst/>
                <a:gdLst>
                  <a:gd name="T0" fmla="*/ 0 w 7"/>
                  <a:gd name="T1" fmla="*/ 0 h 17"/>
                  <a:gd name="T2" fmla="*/ 27 w 7"/>
                  <a:gd name="T3" fmla="*/ 61 h 17"/>
                  <a:gd name="T4" fmla="*/ 8 w 7"/>
                  <a:gd name="T5" fmla="*/ 32 h 17"/>
                  <a:gd name="T6" fmla="*/ 0 w 7"/>
                  <a:gd name="T7" fmla="*/ 5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17">
                    <a:moveTo>
                      <a:pt x="0" y="0"/>
                    </a:moveTo>
                    <a:cubicBezTo>
                      <a:pt x="1" y="6"/>
                      <a:pt x="4" y="11"/>
                      <a:pt x="7" y="17"/>
                    </a:cubicBezTo>
                    <a:cubicBezTo>
                      <a:pt x="5" y="14"/>
                      <a:pt x="3" y="12"/>
                      <a:pt x="2" y="9"/>
                    </a:cubicBezTo>
                    <a:cubicBezTo>
                      <a:pt x="2" y="6"/>
                      <a:pt x="2" y="3"/>
                      <a:pt x="0" y="1"/>
                    </a:cubicBezTo>
                  </a:path>
                </a:pathLst>
              </a:custGeom>
              <a:solidFill>
                <a:srgbClr val="8E4C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951" name="Freeform 141">
                <a:extLst>
                  <a:ext uri="{FF2B5EF4-FFF2-40B4-BE49-F238E27FC236}">
                    <a16:creationId xmlns:a16="http://schemas.microsoft.com/office/drawing/2014/main" id="{CCE377AA-4238-4E68-BC0C-58594E4082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1" y="1111"/>
                <a:ext cx="13" cy="22"/>
              </a:xfrm>
              <a:custGeom>
                <a:avLst/>
                <a:gdLst>
                  <a:gd name="T0" fmla="*/ 29 w 8"/>
                  <a:gd name="T1" fmla="*/ 0 h 15"/>
                  <a:gd name="T2" fmla="*/ 0 w 8"/>
                  <a:gd name="T3" fmla="*/ 47 h 15"/>
                  <a:gd name="T4" fmla="*/ 34 w 8"/>
                  <a:gd name="T5" fmla="*/ 0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5">
                    <a:moveTo>
                      <a:pt x="7" y="0"/>
                    </a:moveTo>
                    <a:cubicBezTo>
                      <a:pt x="5" y="5"/>
                      <a:pt x="4" y="11"/>
                      <a:pt x="0" y="15"/>
                    </a:cubicBezTo>
                    <a:cubicBezTo>
                      <a:pt x="6" y="12"/>
                      <a:pt x="7" y="5"/>
                      <a:pt x="8" y="0"/>
                    </a:cubicBezTo>
                  </a:path>
                </a:pathLst>
              </a:custGeom>
              <a:solidFill>
                <a:srgbClr val="8E4C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952" name="Freeform 142">
                <a:extLst>
                  <a:ext uri="{FF2B5EF4-FFF2-40B4-BE49-F238E27FC236}">
                    <a16:creationId xmlns:a16="http://schemas.microsoft.com/office/drawing/2014/main" id="{1DA592C1-4571-4B04-AB27-70260D513A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2" y="1022"/>
                <a:ext cx="80" cy="39"/>
              </a:xfrm>
              <a:custGeom>
                <a:avLst/>
                <a:gdLst>
                  <a:gd name="T0" fmla="*/ 169 w 53"/>
                  <a:gd name="T1" fmla="*/ 0 h 26"/>
                  <a:gd name="T2" fmla="*/ 155 w 53"/>
                  <a:gd name="T3" fmla="*/ 54 h 26"/>
                  <a:gd name="T4" fmla="*/ 130 w 53"/>
                  <a:gd name="T5" fmla="*/ 59 h 26"/>
                  <a:gd name="T6" fmla="*/ 95 w 53"/>
                  <a:gd name="T7" fmla="*/ 81 h 26"/>
                  <a:gd name="T8" fmla="*/ 86 w 53"/>
                  <a:gd name="T9" fmla="*/ 86 h 26"/>
                  <a:gd name="T10" fmla="*/ 53 w 53"/>
                  <a:gd name="T11" fmla="*/ 59 h 26"/>
                  <a:gd name="T12" fmla="*/ 27 w 53"/>
                  <a:gd name="T13" fmla="*/ 54 h 26"/>
                  <a:gd name="T14" fmla="*/ 14 w 53"/>
                  <a:gd name="T15" fmla="*/ 0 h 26"/>
                  <a:gd name="T16" fmla="*/ 18 w 53"/>
                  <a:gd name="T17" fmla="*/ 32 h 26"/>
                  <a:gd name="T18" fmla="*/ 41 w 53"/>
                  <a:gd name="T19" fmla="*/ 54 h 26"/>
                  <a:gd name="T20" fmla="*/ 66 w 53"/>
                  <a:gd name="T21" fmla="*/ 66 h 26"/>
                  <a:gd name="T22" fmla="*/ 128 w 53"/>
                  <a:gd name="T23" fmla="*/ 59 h 26"/>
                  <a:gd name="T24" fmla="*/ 142 w 53"/>
                  <a:gd name="T25" fmla="*/ 59 h 26"/>
                  <a:gd name="T26" fmla="*/ 162 w 53"/>
                  <a:gd name="T27" fmla="*/ 39 h 26"/>
                  <a:gd name="T28" fmla="*/ 169 w 53"/>
                  <a:gd name="T29" fmla="*/ 0 h 2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53" h="26">
                    <a:moveTo>
                      <a:pt x="49" y="0"/>
                    </a:moveTo>
                    <a:cubicBezTo>
                      <a:pt x="53" y="5"/>
                      <a:pt x="49" y="10"/>
                      <a:pt x="45" y="16"/>
                    </a:cubicBezTo>
                    <a:cubicBezTo>
                      <a:pt x="42" y="20"/>
                      <a:pt x="41" y="16"/>
                      <a:pt x="38" y="17"/>
                    </a:cubicBezTo>
                    <a:cubicBezTo>
                      <a:pt x="36" y="18"/>
                      <a:pt x="34" y="23"/>
                      <a:pt x="28" y="24"/>
                    </a:cubicBezTo>
                    <a:cubicBezTo>
                      <a:pt x="27" y="25"/>
                      <a:pt x="27" y="25"/>
                      <a:pt x="25" y="25"/>
                    </a:cubicBezTo>
                    <a:cubicBezTo>
                      <a:pt x="20" y="23"/>
                      <a:pt x="17" y="17"/>
                      <a:pt x="15" y="17"/>
                    </a:cubicBezTo>
                    <a:cubicBezTo>
                      <a:pt x="13" y="16"/>
                      <a:pt x="11" y="20"/>
                      <a:pt x="8" y="16"/>
                    </a:cubicBezTo>
                    <a:cubicBezTo>
                      <a:pt x="4" y="9"/>
                      <a:pt x="0" y="1"/>
                      <a:pt x="4" y="0"/>
                    </a:cubicBezTo>
                    <a:cubicBezTo>
                      <a:pt x="4" y="0"/>
                      <a:pt x="2" y="2"/>
                      <a:pt x="5" y="9"/>
                    </a:cubicBezTo>
                    <a:cubicBezTo>
                      <a:pt x="8" y="15"/>
                      <a:pt x="10" y="17"/>
                      <a:pt x="12" y="16"/>
                    </a:cubicBezTo>
                    <a:cubicBezTo>
                      <a:pt x="15" y="15"/>
                      <a:pt x="16" y="15"/>
                      <a:pt x="19" y="19"/>
                    </a:cubicBezTo>
                    <a:cubicBezTo>
                      <a:pt x="25" y="26"/>
                      <a:pt x="29" y="25"/>
                      <a:pt x="37" y="17"/>
                    </a:cubicBezTo>
                    <a:cubicBezTo>
                      <a:pt x="39" y="15"/>
                      <a:pt x="40" y="16"/>
                      <a:pt x="41" y="17"/>
                    </a:cubicBezTo>
                    <a:cubicBezTo>
                      <a:pt x="42" y="17"/>
                      <a:pt x="45" y="17"/>
                      <a:pt x="47" y="11"/>
                    </a:cubicBezTo>
                    <a:cubicBezTo>
                      <a:pt x="49" y="8"/>
                      <a:pt x="52" y="5"/>
                      <a:pt x="49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953" name="Freeform 143">
                <a:extLst>
                  <a:ext uri="{FF2B5EF4-FFF2-40B4-BE49-F238E27FC236}">
                    <a16:creationId xmlns:a16="http://schemas.microsoft.com/office/drawing/2014/main" id="{5DED6EB0-CC3E-4428-ABE2-5CDCBDB45E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4" y="999"/>
                <a:ext cx="8" cy="48"/>
              </a:xfrm>
              <a:custGeom>
                <a:avLst/>
                <a:gdLst>
                  <a:gd name="T0" fmla="*/ 21 w 5"/>
                  <a:gd name="T1" fmla="*/ 108 h 32"/>
                  <a:gd name="T2" fmla="*/ 5 w 5"/>
                  <a:gd name="T3" fmla="*/ 54 h 32"/>
                  <a:gd name="T4" fmla="*/ 21 w 5"/>
                  <a:gd name="T5" fmla="*/ 0 h 32"/>
                  <a:gd name="T6" fmla="*/ 16 w 5"/>
                  <a:gd name="T7" fmla="*/ 102 h 32"/>
                  <a:gd name="T8" fmla="*/ 21 w 5"/>
                  <a:gd name="T9" fmla="*/ 107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32">
                    <a:moveTo>
                      <a:pt x="5" y="32"/>
                    </a:moveTo>
                    <a:cubicBezTo>
                      <a:pt x="2" y="27"/>
                      <a:pt x="0" y="22"/>
                      <a:pt x="1" y="16"/>
                    </a:cubicBezTo>
                    <a:cubicBezTo>
                      <a:pt x="2" y="11"/>
                      <a:pt x="5" y="6"/>
                      <a:pt x="5" y="0"/>
                    </a:cubicBezTo>
                    <a:cubicBezTo>
                      <a:pt x="5" y="11"/>
                      <a:pt x="1" y="21"/>
                      <a:pt x="4" y="30"/>
                    </a:cubicBezTo>
                    <a:cubicBezTo>
                      <a:pt x="5" y="30"/>
                      <a:pt x="5" y="30"/>
                      <a:pt x="5" y="31"/>
                    </a:cubicBezTo>
                  </a:path>
                </a:pathLst>
              </a:custGeom>
              <a:solidFill>
                <a:srgbClr val="C1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954" name="Freeform 144">
                <a:extLst>
                  <a:ext uri="{FF2B5EF4-FFF2-40B4-BE49-F238E27FC236}">
                    <a16:creationId xmlns:a16="http://schemas.microsoft.com/office/drawing/2014/main" id="{087BADF2-9606-49DE-8D20-96D6A0F437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8" y="1022"/>
                <a:ext cx="15" cy="25"/>
              </a:xfrm>
              <a:custGeom>
                <a:avLst/>
                <a:gdLst>
                  <a:gd name="T0" fmla="*/ 12 w 10"/>
                  <a:gd name="T1" fmla="*/ 0 h 17"/>
                  <a:gd name="T2" fmla="*/ 8 w 10"/>
                  <a:gd name="T3" fmla="*/ 32 h 17"/>
                  <a:gd name="T4" fmla="*/ 35 w 10"/>
                  <a:gd name="T5" fmla="*/ 46 h 17"/>
                  <a:gd name="T6" fmla="*/ 12 w 10"/>
                  <a:gd name="T7" fmla="*/ 28 h 17"/>
                  <a:gd name="T8" fmla="*/ 12 w 10"/>
                  <a:gd name="T9" fmla="*/ 1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7">
                    <a:moveTo>
                      <a:pt x="3" y="0"/>
                    </a:moveTo>
                    <a:cubicBezTo>
                      <a:pt x="0" y="4"/>
                      <a:pt x="0" y="6"/>
                      <a:pt x="2" y="10"/>
                    </a:cubicBezTo>
                    <a:cubicBezTo>
                      <a:pt x="4" y="14"/>
                      <a:pt x="6" y="17"/>
                      <a:pt x="10" y="14"/>
                    </a:cubicBezTo>
                    <a:cubicBezTo>
                      <a:pt x="6" y="14"/>
                      <a:pt x="5" y="12"/>
                      <a:pt x="3" y="9"/>
                    </a:cubicBezTo>
                    <a:cubicBezTo>
                      <a:pt x="2" y="6"/>
                      <a:pt x="0" y="3"/>
                      <a:pt x="3" y="1"/>
                    </a:cubicBezTo>
                  </a:path>
                </a:pathLst>
              </a:custGeom>
              <a:solidFill>
                <a:srgbClr val="C1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955" name="Freeform 145">
                <a:extLst>
                  <a:ext uri="{FF2B5EF4-FFF2-40B4-BE49-F238E27FC236}">
                    <a16:creationId xmlns:a16="http://schemas.microsoft.com/office/drawing/2014/main" id="{8DFB6323-2808-4E90-81D7-6E9418BAEF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2" y="1088"/>
                <a:ext cx="119" cy="24"/>
              </a:xfrm>
              <a:custGeom>
                <a:avLst/>
                <a:gdLst>
                  <a:gd name="T0" fmla="*/ 0 w 79"/>
                  <a:gd name="T1" fmla="*/ 0 h 16"/>
                  <a:gd name="T2" fmla="*/ 270 w 79"/>
                  <a:gd name="T3" fmla="*/ 0 h 16"/>
                  <a:gd name="T4" fmla="*/ 236 w 79"/>
                  <a:gd name="T5" fmla="*/ 32 h 16"/>
                  <a:gd name="T6" fmla="*/ 143 w 79"/>
                  <a:gd name="T7" fmla="*/ 54 h 16"/>
                  <a:gd name="T8" fmla="*/ 68 w 79"/>
                  <a:gd name="T9" fmla="*/ 41 h 16"/>
                  <a:gd name="T10" fmla="*/ 0 w 79"/>
                  <a:gd name="T11" fmla="*/ 0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9" h="16">
                    <a:moveTo>
                      <a:pt x="0" y="0"/>
                    </a:moveTo>
                    <a:cubicBezTo>
                      <a:pt x="0" y="0"/>
                      <a:pt x="70" y="2"/>
                      <a:pt x="79" y="0"/>
                    </a:cubicBezTo>
                    <a:cubicBezTo>
                      <a:pt x="79" y="0"/>
                      <a:pt x="76" y="4"/>
                      <a:pt x="69" y="9"/>
                    </a:cubicBezTo>
                    <a:cubicBezTo>
                      <a:pt x="62" y="14"/>
                      <a:pt x="49" y="15"/>
                      <a:pt x="42" y="16"/>
                    </a:cubicBezTo>
                    <a:cubicBezTo>
                      <a:pt x="35" y="16"/>
                      <a:pt x="24" y="14"/>
                      <a:pt x="20" y="12"/>
                    </a:cubicBezTo>
                    <a:cubicBezTo>
                      <a:pt x="9" y="8"/>
                      <a:pt x="7" y="3"/>
                      <a:pt x="0" y="0"/>
                    </a:cubicBezTo>
                    <a:close/>
                  </a:path>
                </a:pathLst>
              </a:custGeom>
              <a:solidFill>
                <a:srgbClr val="C1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956" name="Freeform 146">
                <a:extLst>
                  <a:ext uri="{FF2B5EF4-FFF2-40B4-BE49-F238E27FC236}">
                    <a16:creationId xmlns:a16="http://schemas.microsoft.com/office/drawing/2014/main" id="{037E6488-A8F9-4949-9314-70707F8F2A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3" y="1096"/>
                <a:ext cx="98" cy="39"/>
              </a:xfrm>
              <a:custGeom>
                <a:avLst/>
                <a:gdLst>
                  <a:gd name="T0" fmla="*/ 0 w 65"/>
                  <a:gd name="T1" fmla="*/ 0 h 26"/>
                  <a:gd name="T2" fmla="*/ 223 w 65"/>
                  <a:gd name="T3" fmla="*/ 5 h 26"/>
                  <a:gd name="T4" fmla="*/ 0 w 65"/>
                  <a:gd name="T5" fmla="*/ 0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5" h="26">
                    <a:moveTo>
                      <a:pt x="0" y="0"/>
                    </a:moveTo>
                    <a:cubicBezTo>
                      <a:pt x="0" y="0"/>
                      <a:pt x="33" y="22"/>
                      <a:pt x="65" y="1"/>
                    </a:cubicBezTo>
                    <a:cubicBezTo>
                      <a:pt x="65" y="1"/>
                      <a:pt x="37" y="26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957" name="Freeform 147">
                <a:extLst>
                  <a:ext uri="{FF2B5EF4-FFF2-40B4-BE49-F238E27FC236}">
                    <a16:creationId xmlns:a16="http://schemas.microsoft.com/office/drawing/2014/main" id="{C1C4A7CA-CB74-4E05-9A37-87457F3763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1" y="1091"/>
                <a:ext cx="103" cy="9"/>
              </a:xfrm>
              <a:custGeom>
                <a:avLst/>
                <a:gdLst>
                  <a:gd name="T0" fmla="*/ 0 w 68"/>
                  <a:gd name="T1" fmla="*/ 0 h 6"/>
                  <a:gd name="T2" fmla="*/ 236 w 68"/>
                  <a:gd name="T3" fmla="*/ 0 h 6"/>
                  <a:gd name="T4" fmla="*/ 0 w 68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8" h="6">
                    <a:moveTo>
                      <a:pt x="0" y="0"/>
                    </a:moveTo>
                    <a:cubicBezTo>
                      <a:pt x="0" y="0"/>
                      <a:pt x="39" y="5"/>
                      <a:pt x="68" y="0"/>
                    </a:cubicBezTo>
                    <a:cubicBezTo>
                      <a:pt x="68" y="0"/>
                      <a:pt x="44" y="6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958" name="Freeform 148">
                <a:extLst>
                  <a:ext uri="{FF2B5EF4-FFF2-40B4-BE49-F238E27FC236}">
                    <a16:creationId xmlns:a16="http://schemas.microsoft.com/office/drawing/2014/main" id="{68E99572-0580-443E-A834-97851FA56C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5" y="1088"/>
                <a:ext cx="113" cy="5"/>
              </a:xfrm>
              <a:custGeom>
                <a:avLst/>
                <a:gdLst>
                  <a:gd name="T0" fmla="*/ 0 w 75"/>
                  <a:gd name="T1" fmla="*/ 0 h 3"/>
                  <a:gd name="T2" fmla="*/ 256 w 75"/>
                  <a:gd name="T3" fmla="*/ 0 h 3"/>
                  <a:gd name="T4" fmla="*/ 0 w 75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5" h="3">
                    <a:moveTo>
                      <a:pt x="0" y="0"/>
                    </a:moveTo>
                    <a:cubicBezTo>
                      <a:pt x="0" y="0"/>
                      <a:pt x="46" y="3"/>
                      <a:pt x="75" y="0"/>
                    </a:cubicBezTo>
                    <a:cubicBezTo>
                      <a:pt x="75" y="0"/>
                      <a:pt x="14" y="1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959" name="Freeform 149">
                <a:extLst>
                  <a:ext uri="{FF2B5EF4-FFF2-40B4-BE49-F238E27FC236}">
                    <a16:creationId xmlns:a16="http://schemas.microsoft.com/office/drawing/2014/main" id="{06FCA9DA-D624-465F-8C62-AD5C846ABA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5" y="1029"/>
                <a:ext cx="32" cy="61"/>
              </a:xfrm>
              <a:custGeom>
                <a:avLst/>
                <a:gdLst>
                  <a:gd name="T0" fmla="*/ 75 w 21"/>
                  <a:gd name="T1" fmla="*/ 0 h 40"/>
                  <a:gd name="T2" fmla="*/ 12 w 21"/>
                  <a:gd name="T3" fmla="*/ 41 h 40"/>
                  <a:gd name="T4" fmla="*/ 27 w 21"/>
                  <a:gd name="T5" fmla="*/ 142 h 40"/>
                  <a:gd name="T6" fmla="*/ 8 w 21"/>
                  <a:gd name="T7" fmla="*/ 40 h 40"/>
                  <a:gd name="T8" fmla="*/ 75 w 21"/>
                  <a:gd name="T9" fmla="*/ 0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40">
                    <a:moveTo>
                      <a:pt x="21" y="0"/>
                    </a:moveTo>
                    <a:cubicBezTo>
                      <a:pt x="21" y="0"/>
                      <a:pt x="13" y="10"/>
                      <a:pt x="3" y="12"/>
                    </a:cubicBezTo>
                    <a:cubicBezTo>
                      <a:pt x="3" y="12"/>
                      <a:pt x="0" y="29"/>
                      <a:pt x="8" y="40"/>
                    </a:cubicBezTo>
                    <a:cubicBezTo>
                      <a:pt x="8" y="40"/>
                      <a:pt x="1" y="33"/>
                      <a:pt x="2" y="11"/>
                    </a:cubicBezTo>
                    <a:cubicBezTo>
                      <a:pt x="2" y="11"/>
                      <a:pt x="16" y="6"/>
                      <a:pt x="21" y="0"/>
                    </a:cubicBezTo>
                    <a:close/>
                  </a:path>
                </a:pathLst>
              </a:custGeom>
              <a:solidFill>
                <a:srgbClr val="8E4C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960" name="Freeform 150">
                <a:extLst>
                  <a:ext uri="{FF2B5EF4-FFF2-40B4-BE49-F238E27FC236}">
                    <a16:creationId xmlns:a16="http://schemas.microsoft.com/office/drawing/2014/main" id="{E615E4EF-4AB9-4A8E-9A30-BF9206BAAB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2" y="1040"/>
                <a:ext cx="12" cy="41"/>
              </a:xfrm>
              <a:custGeom>
                <a:avLst/>
                <a:gdLst>
                  <a:gd name="T0" fmla="*/ 27 w 8"/>
                  <a:gd name="T1" fmla="*/ 0 h 27"/>
                  <a:gd name="T2" fmla="*/ 21 w 8"/>
                  <a:gd name="T3" fmla="*/ 94 h 27"/>
                  <a:gd name="T4" fmla="*/ 26 w 8"/>
                  <a:gd name="T5" fmla="*/ 5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27">
                    <a:moveTo>
                      <a:pt x="8" y="0"/>
                    </a:moveTo>
                    <a:cubicBezTo>
                      <a:pt x="2" y="5"/>
                      <a:pt x="6" y="20"/>
                      <a:pt x="6" y="27"/>
                    </a:cubicBezTo>
                    <a:cubicBezTo>
                      <a:pt x="5" y="22"/>
                      <a:pt x="0" y="2"/>
                      <a:pt x="7" y="1"/>
                    </a:cubicBezTo>
                  </a:path>
                </a:pathLst>
              </a:custGeom>
              <a:solidFill>
                <a:srgbClr val="8E4C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961" name="Freeform 151">
                <a:extLst>
                  <a:ext uri="{FF2B5EF4-FFF2-40B4-BE49-F238E27FC236}">
                    <a16:creationId xmlns:a16="http://schemas.microsoft.com/office/drawing/2014/main" id="{5A1A2DB6-2FDB-40AC-9F90-15C9020B84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4" y="1041"/>
                <a:ext cx="9" cy="29"/>
              </a:xfrm>
              <a:custGeom>
                <a:avLst/>
                <a:gdLst>
                  <a:gd name="T0" fmla="*/ 0 w 6"/>
                  <a:gd name="T1" fmla="*/ 0 h 19"/>
                  <a:gd name="T2" fmla="*/ 21 w 6"/>
                  <a:gd name="T3" fmla="*/ 67 h 19"/>
                  <a:gd name="T4" fmla="*/ 0 w 6"/>
                  <a:gd name="T5" fmla="*/ 8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19">
                    <a:moveTo>
                      <a:pt x="0" y="0"/>
                    </a:moveTo>
                    <a:cubicBezTo>
                      <a:pt x="2" y="6"/>
                      <a:pt x="6" y="13"/>
                      <a:pt x="6" y="19"/>
                    </a:cubicBezTo>
                    <a:cubicBezTo>
                      <a:pt x="4" y="14"/>
                      <a:pt x="3" y="6"/>
                      <a:pt x="0" y="2"/>
                    </a:cubicBezTo>
                  </a:path>
                </a:pathLst>
              </a:custGeom>
              <a:solidFill>
                <a:srgbClr val="8E4C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962" name="Freeform 152">
                <a:extLst>
                  <a:ext uri="{FF2B5EF4-FFF2-40B4-BE49-F238E27FC236}">
                    <a16:creationId xmlns:a16="http://schemas.microsoft.com/office/drawing/2014/main" id="{6250A53F-4277-4A60-8694-E401B90116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6" y="1023"/>
                <a:ext cx="30" cy="23"/>
              </a:xfrm>
              <a:custGeom>
                <a:avLst/>
                <a:gdLst>
                  <a:gd name="T0" fmla="*/ 68 w 20"/>
                  <a:gd name="T1" fmla="*/ 0 h 15"/>
                  <a:gd name="T2" fmla="*/ 0 w 20"/>
                  <a:gd name="T3" fmla="*/ 54 h 15"/>
                  <a:gd name="T4" fmla="*/ 41 w 20"/>
                  <a:gd name="T5" fmla="*/ 32 h 15"/>
                  <a:gd name="T6" fmla="*/ 68 w 20"/>
                  <a:gd name="T7" fmla="*/ 5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15">
                    <a:moveTo>
                      <a:pt x="20" y="0"/>
                    </a:moveTo>
                    <a:cubicBezTo>
                      <a:pt x="17" y="6"/>
                      <a:pt x="7" y="13"/>
                      <a:pt x="0" y="15"/>
                    </a:cubicBezTo>
                    <a:cubicBezTo>
                      <a:pt x="4" y="14"/>
                      <a:pt x="9" y="12"/>
                      <a:pt x="12" y="9"/>
                    </a:cubicBezTo>
                    <a:cubicBezTo>
                      <a:pt x="15" y="7"/>
                      <a:pt x="20" y="4"/>
                      <a:pt x="20" y="1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963" name="Freeform 153">
                <a:extLst>
                  <a:ext uri="{FF2B5EF4-FFF2-40B4-BE49-F238E27FC236}">
                    <a16:creationId xmlns:a16="http://schemas.microsoft.com/office/drawing/2014/main" id="{A6EF1D1D-C12F-4145-8A65-7F5FACD373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8" y="1029"/>
                <a:ext cx="32" cy="61"/>
              </a:xfrm>
              <a:custGeom>
                <a:avLst/>
                <a:gdLst>
                  <a:gd name="T0" fmla="*/ 0 w 21"/>
                  <a:gd name="T1" fmla="*/ 0 h 40"/>
                  <a:gd name="T2" fmla="*/ 61 w 21"/>
                  <a:gd name="T3" fmla="*/ 41 h 40"/>
                  <a:gd name="T4" fmla="*/ 41 w 21"/>
                  <a:gd name="T5" fmla="*/ 142 h 40"/>
                  <a:gd name="T6" fmla="*/ 67 w 21"/>
                  <a:gd name="T7" fmla="*/ 40 h 40"/>
                  <a:gd name="T8" fmla="*/ 0 w 21"/>
                  <a:gd name="T9" fmla="*/ 0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40">
                    <a:moveTo>
                      <a:pt x="0" y="0"/>
                    </a:moveTo>
                    <a:cubicBezTo>
                      <a:pt x="0" y="0"/>
                      <a:pt x="7" y="10"/>
                      <a:pt x="17" y="12"/>
                    </a:cubicBezTo>
                    <a:cubicBezTo>
                      <a:pt x="17" y="12"/>
                      <a:pt x="21" y="29"/>
                      <a:pt x="12" y="40"/>
                    </a:cubicBezTo>
                    <a:cubicBezTo>
                      <a:pt x="12" y="40"/>
                      <a:pt x="20" y="33"/>
                      <a:pt x="19" y="11"/>
                    </a:cubicBezTo>
                    <a:cubicBezTo>
                      <a:pt x="19" y="11"/>
                      <a:pt x="4" y="6"/>
                      <a:pt x="0" y="0"/>
                    </a:cubicBezTo>
                    <a:close/>
                  </a:path>
                </a:pathLst>
              </a:custGeom>
              <a:solidFill>
                <a:srgbClr val="8E4C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964" name="Freeform 154">
                <a:extLst>
                  <a:ext uri="{FF2B5EF4-FFF2-40B4-BE49-F238E27FC236}">
                    <a16:creationId xmlns:a16="http://schemas.microsoft.com/office/drawing/2014/main" id="{A74B6AA4-223D-465D-A649-DAF19959F9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0" y="1040"/>
                <a:ext cx="12" cy="41"/>
              </a:xfrm>
              <a:custGeom>
                <a:avLst/>
                <a:gdLst>
                  <a:gd name="T0" fmla="*/ 0 w 8"/>
                  <a:gd name="T1" fmla="*/ 0 h 27"/>
                  <a:gd name="T2" fmla="*/ 8 w 8"/>
                  <a:gd name="T3" fmla="*/ 94 h 27"/>
                  <a:gd name="T4" fmla="*/ 5 w 8"/>
                  <a:gd name="T5" fmla="*/ 5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27">
                    <a:moveTo>
                      <a:pt x="0" y="0"/>
                    </a:moveTo>
                    <a:cubicBezTo>
                      <a:pt x="6" y="5"/>
                      <a:pt x="2" y="20"/>
                      <a:pt x="2" y="27"/>
                    </a:cubicBezTo>
                    <a:cubicBezTo>
                      <a:pt x="3" y="22"/>
                      <a:pt x="8" y="2"/>
                      <a:pt x="1" y="1"/>
                    </a:cubicBezTo>
                  </a:path>
                </a:pathLst>
              </a:custGeom>
              <a:solidFill>
                <a:srgbClr val="8E4C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965" name="Freeform 155">
                <a:extLst>
                  <a:ext uri="{FF2B5EF4-FFF2-40B4-BE49-F238E27FC236}">
                    <a16:creationId xmlns:a16="http://schemas.microsoft.com/office/drawing/2014/main" id="{772329F7-D940-4764-AF42-87AD978021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0" y="1041"/>
                <a:ext cx="11" cy="29"/>
              </a:xfrm>
              <a:custGeom>
                <a:avLst/>
                <a:gdLst>
                  <a:gd name="T0" fmla="*/ 27 w 7"/>
                  <a:gd name="T1" fmla="*/ 0 h 19"/>
                  <a:gd name="T2" fmla="*/ 5 w 7"/>
                  <a:gd name="T3" fmla="*/ 67 h 19"/>
                  <a:gd name="T4" fmla="*/ 22 w 7"/>
                  <a:gd name="T5" fmla="*/ 8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9">
                    <a:moveTo>
                      <a:pt x="7" y="0"/>
                    </a:moveTo>
                    <a:cubicBezTo>
                      <a:pt x="5" y="6"/>
                      <a:pt x="0" y="13"/>
                      <a:pt x="1" y="19"/>
                    </a:cubicBezTo>
                    <a:cubicBezTo>
                      <a:pt x="2" y="14"/>
                      <a:pt x="3" y="6"/>
                      <a:pt x="6" y="2"/>
                    </a:cubicBezTo>
                  </a:path>
                </a:pathLst>
              </a:custGeom>
              <a:solidFill>
                <a:srgbClr val="8E4C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966" name="Freeform 156">
                <a:extLst>
                  <a:ext uri="{FF2B5EF4-FFF2-40B4-BE49-F238E27FC236}">
                    <a16:creationId xmlns:a16="http://schemas.microsoft.com/office/drawing/2014/main" id="{6C9C4C53-8BE9-40BE-8A52-A22425D53C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7" y="1023"/>
                <a:ext cx="30" cy="23"/>
              </a:xfrm>
              <a:custGeom>
                <a:avLst/>
                <a:gdLst>
                  <a:gd name="T0" fmla="*/ 0 w 20"/>
                  <a:gd name="T1" fmla="*/ 0 h 15"/>
                  <a:gd name="T2" fmla="*/ 68 w 20"/>
                  <a:gd name="T3" fmla="*/ 54 h 15"/>
                  <a:gd name="T4" fmla="*/ 27 w 20"/>
                  <a:gd name="T5" fmla="*/ 32 h 15"/>
                  <a:gd name="T6" fmla="*/ 0 w 20"/>
                  <a:gd name="T7" fmla="*/ 5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15">
                    <a:moveTo>
                      <a:pt x="0" y="0"/>
                    </a:moveTo>
                    <a:cubicBezTo>
                      <a:pt x="3" y="6"/>
                      <a:pt x="13" y="13"/>
                      <a:pt x="20" y="15"/>
                    </a:cubicBezTo>
                    <a:cubicBezTo>
                      <a:pt x="16" y="14"/>
                      <a:pt x="12" y="12"/>
                      <a:pt x="8" y="9"/>
                    </a:cubicBezTo>
                    <a:cubicBezTo>
                      <a:pt x="6" y="7"/>
                      <a:pt x="0" y="4"/>
                      <a:pt x="0" y="1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967" name="Freeform 157">
                <a:extLst>
                  <a:ext uri="{FF2B5EF4-FFF2-40B4-BE49-F238E27FC236}">
                    <a16:creationId xmlns:a16="http://schemas.microsoft.com/office/drawing/2014/main" id="{2098DFB4-9313-4A5E-9DED-E4E1D8E1B7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3" y="723"/>
                <a:ext cx="355" cy="329"/>
              </a:xfrm>
              <a:custGeom>
                <a:avLst/>
                <a:gdLst>
                  <a:gd name="T0" fmla="*/ 384 w 235"/>
                  <a:gd name="T1" fmla="*/ 0 h 218"/>
                  <a:gd name="T2" fmla="*/ 207 w 235"/>
                  <a:gd name="T3" fmla="*/ 32 h 218"/>
                  <a:gd name="T4" fmla="*/ 94 w 235"/>
                  <a:gd name="T5" fmla="*/ 109 h 218"/>
                  <a:gd name="T6" fmla="*/ 115 w 235"/>
                  <a:gd name="T7" fmla="*/ 109 h 218"/>
                  <a:gd name="T8" fmla="*/ 59 w 235"/>
                  <a:gd name="T9" fmla="*/ 171 h 218"/>
                  <a:gd name="T10" fmla="*/ 5 w 235"/>
                  <a:gd name="T11" fmla="*/ 346 h 218"/>
                  <a:gd name="T12" fmla="*/ 21 w 235"/>
                  <a:gd name="T13" fmla="*/ 312 h 218"/>
                  <a:gd name="T14" fmla="*/ 12 w 235"/>
                  <a:gd name="T15" fmla="*/ 379 h 218"/>
                  <a:gd name="T16" fmla="*/ 35 w 235"/>
                  <a:gd name="T17" fmla="*/ 451 h 218"/>
                  <a:gd name="T18" fmla="*/ 48 w 235"/>
                  <a:gd name="T19" fmla="*/ 430 h 218"/>
                  <a:gd name="T20" fmla="*/ 66 w 235"/>
                  <a:gd name="T21" fmla="*/ 466 h 218"/>
                  <a:gd name="T22" fmla="*/ 76 w 235"/>
                  <a:gd name="T23" fmla="*/ 494 h 218"/>
                  <a:gd name="T24" fmla="*/ 89 w 235"/>
                  <a:gd name="T25" fmla="*/ 528 h 218"/>
                  <a:gd name="T26" fmla="*/ 103 w 235"/>
                  <a:gd name="T27" fmla="*/ 542 h 218"/>
                  <a:gd name="T28" fmla="*/ 100 w 235"/>
                  <a:gd name="T29" fmla="*/ 608 h 218"/>
                  <a:gd name="T30" fmla="*/ 107 w 235"/>
                  <a:gd name="T31" fmla="*/ 670 h 218"/>
                  <a:gd name="T32" fmla="*/ 151 w 235"/>
                  <a:gd name="T33" fmla="*/ 750 h 218"/>
                  <a:gd name="T34" fmla="*/ 142 w 235"/>
                  <a:gd name="T35" fmla="*/ 653 h 218"/>
                  <a:gd name="T36" fmla="*/ 128 w 235"/>
                  <a:gd name="T37" fmla="*/ 595 h 218"/>
                  <a:gd name="T38" fmla="*/ 130 w 235"/>
                  <a:gd name="T39" fmla="*/ 528 h 218"/>
                  <a:gd name="T40" fmla="*/ 137 w 235"/>
                  <a:gd name="T41" fmla="*/ 410 h 218"/>
                  <a:gd name="T42" fmla="*/ 156 w 235"/>
                  <a:gd name="T43" fmla="*/ 337 h 218"/>
                  <a:gd name="T44" fmla="*/ 156 w 235"/>
                  <a:gd name="T45" fmla="*/ 269 h 218"/>
                  <a:gd name="T46" fmla="*/ 196 w 235"/>
                  <a:gd name="T47" fmla="*/ 157 h 218"/>
                  <a:gd name="T48" fmla="*/ 224 w 235"/>
                  <a:gd name="T49" fmla="*/ 116 h 218"/>
                  <a:gd name="T50" fmla="*/ 258 w 235"/>
                  <a:gd name="T51" fmla="*/ 128 h 218"/>
                  <a:gd name="T52" fmla="*/ 276 w 235"/>
                  <a:gd name="T53" fmla="*/ 143 h 218"/>
                  <a:gd name="T54" fmla="*/ 272 w 235"/>
                  <a:gd name="T55" fmla="*/ 178 h 218"/>
                  <a:gd name="T56" fmla="*/ 296 w 235"/>
                  <a:gd name="T57" fmla="*/ 220 h 218"/>
                  <a:gd name="T58" fmla="*/ 438 w 235"/>
                  <a:gd name="T59" fmla="*/ 228 h 218"/>
                  <a:gd name="T60" fmla="*/ 580 w 235"/>
                  <a:gd name="T61" fmla="*/ 122 h 218"/>
                  <a:gd name="T62" fmla="*/ 653 w 235"/>
                  <a:gd name="T63" fmla="*/ 201 h 218"/>
                  <a:gd name="T64" fmla="*/ 693 w 235"/>
                  <a:gd name="T65" fmla="*/ 323 h 218"/>
                  <a:gd name="T66" fmla="*/ 710 w 235"/>
                  <a:gd name="T67" fmla="*/ 397 h 218"/>
                  <a:gd name="T68" fmla="*/ 702 w 235"/>
                  <a:gd name="T69" fmla="*/ 484 h 218"/>
                  <a:gd name="T70" fmla="*/ 707 w 235"/>
                  <a:gd name="T71" fmla="*/ 634 h 218"/>
                  <a:gd name="T72" fmla="*/ 715 w 235"/>
                  <a:gd name="T73" fmla="*/ 690 h 218"/>
                  <a:gd name="T74" fmla="*/ 748 w 235"/>
                  <a:gd name="T75" fmla="*/ 564 h 218"/>
                  <a:gd name="T76" fmla="*/ 769 w 235"/>
                  <a:gd name="T77" fmla="*/ 492 h 218"/>
                  <a:gd name="T78" fmla="*/ 792 w 235"/>
                  <a:gd name="T79" fmla="*/ 326 h 218"/>
                  <a:gd name="T80" fmla="*/ 810 w 235"/>
                  <a:gd name="T81" fmla="*/ 346 h 218"/>
                  <a:gd name="T82" fmla="*/ 743 w 235"/>
                  <a:gd name="T83" fmla="*/ 171 h 218"/>
                  <a:gd name="T84" fmla="*/ 769 w 235"/>
                  <a:gd name="T85" fmla="*/ 183 h 218"/>
                  <a:gd name="T86" fmla="*/ 769 w 235"/>
                  <a:gd name="T87" fmla="*/ 183 h 218"/>
                  <a:gd name="T88" fmla="*/ 662 w 235"/>
                  <a:gd name="T89" fmla="*/ 75 h 218"/>
                  <a:gd name="T90" fmla="*/ 541 w 235"/>
                  <a:gd name="T91" fmla="*/ 39 h 218"/>
                  <a:gd name="T92" fmla="*/ 539 w 235"/>
                  <a:gd name="T93" fmla="*/ 27 h 218"/>
                  <a:gd name="T94" fmla="*/ 459 w 235"/>
                  <a:gd name="T95" fmla="*/ 12 h 218"/>
                  <a:gd name="T96" fmla="*/ 379 w 235"/>
                  <a:gd name="T97" fmla="*/ 0 h 218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235" h="218">
                    <a:moveTo>
                      <a:pt x="111" y="0"/>
                    </a:moveTo>
                    <a:cubicBezTo>
                      <a:pt x="95" y="0"/>
                      <a:pt x="74" y="2"/>
                      <a:pt x="60" y="9"/>
                    </a:cubicBezTo>
                    <a:cubicBezTo>
                      <a:pt x="50" y="14"/>
                      <a:pt x="34" y="22"/>
                      <a:pt x="27" y="32"/>
                    </a:cubicBezTo>
                    <a:cubicBezTo>
                      <a:pt x="29" y="32"/>
                      <a:pt x="31" y="32"/>
                      <a:pt x="33" y="32"/>
                    </a:cubicBezTo>
                    <a:cubicBezTo>
                      <a:pt x="31" y="41"/>
                      <a:pt x="22" y="44"/>
                      <a:pt x="17" y="50"/>
                    </a:cubicBezTo>
                    <a:cubicBezTo>
                      <a:pt x="6" y="63"/>
                      <a:pt x="0" y="84"/>
                      <a:pt x="1" y="101"/>
                    </a:cubicBezTo>
                    <a:cubicBezTo>
                      <a:pt x="2" y="97"/>
                      <a:pt x="3" y="94"/>
                      <a:pt x="6" y="91"/>
                    </a:cubicBezTo>
                    <a:cubicBezTo>
                      <a:pt x="7" y="97"/>
                      <a:pt x="3" y="104"/>
                      <a:pt x="3" y="110"/>
                    </a:cubicBezTo>
                    <a:cubicBezTo>
                      <a:pt x="3" y="117"/>
                      <a:pt x="6" y="125"/>
                      <a:pt x="10" y="131"/>
                    </a:cubicBezTo>
                    <a:cubicBezTo>
                      <a:pt x="10" y="128"/>
                      <a:pt x="11" y="126"/>
                      <a:pt x="14" y="125"/>
                    </a:cubicBezTo>
                    <a:cubicBezTo>
                      <a:pt x="15" y="128"/>
                      <a:pt x="17" y="133"/>
                      <a:pt x="19" y="136"/>
                    </a:cubicBezTo>
                    <a:cubicBezTo>
                      <a:pt x="20" y="138"/>
                      <a:pt x="21" y="142"/>
                      <a:pt x="22" y="144"/>
                    </a:cubicBezTo>
                    <a:cubicBezTo>
                      <a:pt x="24" y="147"/>
                      <a:pt x="25" y="151"/>
                      <a:pt x="26" y="154"/>
                    </a:cubicBezTo>
                    <a:cubicBezTo>
                      <a:pt x="27" y="157"/>
                      <a:pt x="30" y="155"/>
                      <a:pt x="30" y="158"/>
                    </a:cubicBezTo>
                    <a:cubicBezTo>
                      <a:pt x="30" y="165"/>
                      <a:pt x="27" y="170"/>
                      <a:pt x="29" y="177"/>
                    </a:cubicBezTo>
                    <a:cubicBezTo>
                      <a:pt x="30" y="183"/>
                      <a:pt x="30" y="188"/>
                      <a:pt x="31" y="195"/>
                    </a:cubicBezTo>
                    <a:cubicBezTo>
                      <a:pt x="41" y="195"/>
                      <a:pt x="41" y="213"/>
                      <a:pt x="44" y="218"/>
                    </a:cubicBezTo>
                    <a:cubicBezTo>
                      <a:pt x="47" y="210"/>
                      <a:pt x="41" y="199"/>
                      <a:pt x="41" y="190"/>
                    </a:cubicBezTo>
                    <a:cubicBezTo>
                      <a:pt x="41" y="182"/>
                      <a:pt x="40" y="180"/>
                      <a:pt x="37" y="173"/>
                    </a:cubicBezTo>
                    <a:cubicBezTo>
                      <a:pt x="35" y="166"/>
                      <a:pt x="37" y="161"/>
                      <a:pt x="38" y="154"/>
                    </a:cubicBezTo>
                    <a:cubicBezTo>
                      <a:pt x="42" y="141"/>
                      <a:pt x="40" y="130"/>
                      <a:pt x="40" y="119"/>
                    </a:cubicBezTo>
                    <a:cubicBezTo>
                      <a:pt x="40" y="111"/>
                      <a:pt x="43" y="106"/>
                      <a:pt x="45" y="98"/>
                    </a:cubicBezTo>
                    <a:cubicBezTo>
                      <a:pt x="46" y="92"/>
                      <a:pt x="45" y="85"/>
                      <a:pt x="45" y="78"/>
                    </a:cubicBezTo>
                    <a:cubicBezTo>
                      <a:pt x="46" y="68"/>
                      <a:pt x="52" y="55"/>
                      <a:pt x="57" y="46"/>
                    </a:cubicBezTo>
                    <a:cubicBezTo>
                      <a:pt x="59" y="42"/>
                      <a:pt x="62" y="37"/>
                      <a:pt x="65" y="34"/>
                    </a:cubicBezTo>
                    <a:cubicBezTo>
                      <a:pt x="71" y="31"/>
                      <a:pt x="72" y="34"/>
                      <a:pt x="75" y="37"/>
                    </a:cubicBezTo>
                    <a:cubicBezTo>
                      <a:pt x="76" y="38"/>
                      <a:pt x="79" y="40"/>
                      <a:pt x="80" y="42"/>
                    </a:cubicBezTo>
                    <a:cubicBezTo>
                      <a:pt x="81" y="44"/>
                      <a:pt x="77" y="51"/>
                      <a:pt x="79" y="52"/>
                    </a:cubicBezTo>
                    <a:cubicBezTo>
                      <a:pt x="81" y="54"/>
                      <a:pt x="89" y="56"/>
                      <a:pt x="86" y="64"/>
                    </a:cubicBezTo>
                    <a:cubicBezTo>
                      <a:pt x="96" y="67"/>
                      <a:pt x="116" y="72"/>
                      <a:pt x="127" y="66"/>
                    </a:cubicBezTo>
                    <a:cubicBezTo>
                      <a:pt x="141" y="59"/>
                      <a:pt x="149" y="33"/>
                      <a:pt x="168" y="36"/>
                    </a:cubicBezTo>
                    <a:cubicBezTo>
                      <a:pt x="173" y="45"/>
                      <a:pt x="184" y="48"/>
                      <a:pt x="189" y="58"/>
                    </a:cubicBezTo>
                    <a:cubicBezTo>
                      <a:pt x="196" y="70"/>
                      <a:pt x="198" y="81"/>
                      <a:pt x="201" y="94"/>
                    </a:cubicBezTo>
                    <a:cubicBezTo>
                      <a:pt x="202" y="102"/>
                      <a:pt x="206" y="107"/>
                      <a:pt x="206" y="115"/>
                    </a:cubicBezTo>
                    <a:cubicBezTo>
                      <a:pt x="206" y="123"/>
                      <a:pt x="203" y="132"/>
                      <a:pt x="204" y="141"/>
                    </a:cubicBezTo>
                    <a:cubicBezTo>
                      <a:pt x="206" y="156"/>
                      <a:pt x="205" y="170"/>
                      <a:pt x="205" y="184"/>
                    </a:cubicBezTo>
                    <a:cubicBezTo>
                      <a:pt x="205" y="190"/>
                      <a:pt x="209" y="196"/>
                      <a:pt x="207" y="201"/>
                    </a:cubicBezTo>
                    <a:cubicBezTo>
                      <a:pt x="213" y="189"/>
                      <a:pt x="217" y="177"/>
                      <a:pt x="217" y="164"/>
                    </a:cubicBezTo>
                    <a:cubicBezTo>
                      <a:pt x="218" y="155"/>
                      <a:pt x="220" y="150"/>
                      <a:pt x="223" y="143"/>
                    </a:cubicBezTo>
                    <a:cubicBezTo>
                      <a:pt x="229" y="129"/>
                      <a:pt x="234" y="110"/>
                      <a:pt x="230" y="95"/>
                    </a:cubicBezTo>
                    <a:cubicBezTo>
                      <a:pt x="233" y="96"/>
                      <a:pt x="234" y="99"/>
                      <a:pt x="235" y="101"/>
                    </a:cubicBezTo>
                    <a:cubicBezTo>
                      <a:pt x="234" y="87"/>
                      <a:pt x="228" y="59"/>
                      <a:pt x="216" y="50"/>
                    </a:cubicBezTo>
                    <a:cubicBezTo>
                      <a:pt x="219" y="50"/>
                      <a:pt x="222" y="51"/>
                      <a:pt x="223" y="53"/>
                    </a:cubicBezTo>
                    <a:cubicBezTo>
                      <a:pt x="224" y="54"/>
                      <a:pt x="224" y="54"/>
                      <a:pt x="223" y="53"/>
                    </a:cubicBezTo>
                    <a:cubicBezTo>
                      <a:pt x="217" y="40"/>
                      <a:pt x="206" y="30"/>
                      <a:pt x="192" y="22"/>
                    </a:cubicBezTo>
                    <a:cubicBezTo>
                      <a:pt x="183" y="17"/>
                      <a:pt x="167" y="11"/>
                      <a:pt x="157" y="11"/>
                    </a:cubicBezTo>
                    <a:cubicBezTo>
                      <a:pt x="157" y="10"/>
                      <a:pt x="156" y="9"/>
                      <a:pt x="156" y="8"/>
                    </a:cubicBezTo>
                    <a:cubicBezTo>
                      <a:pt x="149" y="4"/>
                      <a:pt x="142" y="3"/>
                      <a:pt x="133" y="3"/>
                    </a:cubicBezTo>
                    <a:cubicBezTo>
                      <a:pt x="126" y="3"/>
                      <a:pt x="118" y="0"/>
                      <a:pt x="110" y="0"/>
                    </a:cubicBezTo>
                  </a:path>
                </a:pathLst>
              </a:custGeom>
              <a:solidFill>
                <a:srgbClr val="ADAD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968" name="Freeform 158">
                <a:extLst>
                  <a:ext uri="{FF2B5EF4-FFF2-40B4-BE49-F238E27FC236}">
                    <a16:creationId xmlns:a16="http://schemas.microsoft.com/office/drawing/2014/main" id="{D76D660E-9A40-4A32-949F-49FF580ACB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1" y="1058"/>
                <a:ext cx="116" cy="106"/>
              </a:xfrm>
              <a:custGeom>
                <a:avLst/>
                <a:gdLst>
                  <a:gd name="T0" fmla="*/ 246 w 77"/>
                  <a:gd name="T1" fmla="*/ 8 h 70"/>
                  <a:gd name="T2" fmla="*/ 182 w 77"/>
                  <a:gd name="T3" fmla="*/ 5 h 70"/>
                  <a:gd name="T4" fmla="*/ 154 w 77"/>
                  <a:gd name="T5" fmla="*/ 14 h 70"/>
                  <a:gd name="T6" fmla="*/ 127 w 77"/>
                  <a:gd name="T7" fmla="*/ 14 h 70"/>
                  <a:gd name="T8" fmla="*/ 81 w 77"/>
                  <a:gd name="T9" fmla="*/ 32 h 70"/>
                  <a:gd name="T10" fmla="*/ 39 w 77"/>
                  <a:gd name="T11" fmla="*/ 68 h 70"/>
                  <a:gd name="T12" fmla="*/ 41 w 77"/>
                  <a:gd name="T13" fmla="*/ 67 h 70"/>
                  <a:gd name="T14" fmla="*/ 18 w 77"/>
                  <a:gd name="T15" fmla="*/ 101 h 70"/>
                  <a:gd name="T16" fmla="*/ 12 w 77"/>
                  <a:gd name="T17" fmla="*/ 168 h 70"/>
                  <a:gd name="T18" fmla="*/ 18 w 77"/>
                  <a:gd name="T19" fmla="*/ 148 h 70"/>
                  <a:gd name="T20" fmla="*/ 45 w 77"/>
                  <a:gd name="T21" fmla="*/ 210 h 70"/>
                  <a:gd name="T22" fmla="*/ 39 w 77"/>
                  <a:gd name="T23" fmla="*/ 191 h 70"/>
                  <a:gd name="T24" fmla="*/ 107 w 77"/>
                  <a:gd name="T25" fmla="*/ 244 h 70"/>
                  <a:gd name="T26" fmla="*/ 72 w 77"/>
                  <a:gd name="T27" fmla="*/ 182 h 70"/>
                  <a:gd name="T28" fmla="*/ 80 w 77"/>
                  <a:gd name="T29" fmla="*/ 156 h 70"/>
                  <a:gd name="T30" fmla="*/ 86 w 77"/>
                  <a:gd name="T31" fmla="*/ 156 h 70"/>
                  <a:gd name="T32" fmla="*/ 93 w 77"/>
                  <a:gd name="T33" fmla="*/ 148 h 70"/>
                  <a:gd name="T34" fmla="*/ 127 w 77"/>
                  <a:gd name="T35" fmla="*/ 80 h 70"/>
                  <a:gd name="T36" fmla="*/ 188 w 77"/>
                  <a:gd name="T37" fmla="*/ 67 h 70"/>
                  <a:gd name="T38" fmla="*/ 243 w 77"/>
                  <a:gd name="T39" fmla="*/ 53 h 70"/>
                  <a:gd name="T40" fmla="*/ 243 w 77"/>
                  <a:gd name="T41" fmla="*/ 62 h 70"/>
                  <a:gd name="T42" fmla="*/ 252 w 77"/>
                  <a:gd name="T43" fmla="*/ 14 h 7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77" h="70">
                    <a:moveTo>
                      <a:pt x="72" y="2"/>
                    </a:moveTo>
                    <a:cubicBezTo>
                      <a:pt x="65" y="2"/>
                      <a:pt x="59" y="0"/>
                      <a:pt x="53" y="1"/>
                    </a:cubicBezTo>
                    <a:cubicBezTo>
                      <a:pt x="50" y="2"/>
                      <a:pt x="48" y="3"/>
                      <a:pt x="45" y="4"/>
                    </a:cubicBezTo>
                    <a:cubicBezTo>
                      <a:pt x="43" y="4"/>
                      <a:pt x="40" y="3"/>
                      <a:pt x="37" y="4"/>
                    </a:cubicBezTo>
                    <a:cubicBezTo>
                      <a:pt x="32" y="5"/>
                      <a:pt x="29" y="8"/>
                      <a:pt x="24" y="9"/>
                    </a:cubicBezTo>
                    <a:cubicBezTo>
                      <a:pt x="18" y="11"/>
                      <a:pt x="13" y="15"/>
                      <a:pt x="11" y="20"/>
                    </a:cubicBezTo>
                    <a:cubicBezTo>
                      <a:pt x="11" y="19"/>
                      <a:pt x="11" y="20"/>
                      <a:pt x="12" y="19"/>
                    </a:cubicBezTo>
                    <a:cubicBezTo>
                      <a:pt x="12" y="23"/>
                      <a:pt x="6" y="26"/>
                      <a:pt x="5" y="29"/>
                    </a:cubicBezTo>
                    <a:cubicBezTo>
                      <a:pt x="2" y="34"/>
                      <a:pt x="0" y="43"/>
                      <a:pt x="3" y="48"/>
                    </a:cubicBezTo>
                    <a:cubicBezTo>
                      <a:pt x="2" y="46"/>
                      <a:pt x="4" y="45"/>
                      <a:pt x="5" y="43"/>
                    </a:cubicBezTo>
                    <a:cubicBezTo>
                      <a:pt x="4" y="50"/>
                      <a:pt x="9" y="56"/>
                      <a:pt x="13" y="61"/>
                    </a:cubicBezTo>
                    <a:cubicBezTo>
                      <a:pt x="12" y="60"/>
                      <a:pt x="11" y="57"/>
                      <a:pt x="11" y="55"/>
                    </a:cubicBezTo>
                    <a:cubicBezTo>
                      <a:pt x="16" y="62"/>
                      <a:pt x="23" y="67"/>
                      <a:pt x="31" y="70"/>
                    </a:cubicBezTo>
                    <a:cubicBezTo>
                      <a:pt x="27" y="65"/>
                      <a:pt x="22" y="59"/>
                      <a:pt x="21" y="52"/>
                    </a:cubicBezTo>
                    <a:cubicBezTo>
                      <a:pt x="21" y="49"/>
                      <a:pt x="21" y="47"/>
                      <a:pt x="23" y="45"/>
                    </a:cubicBezTo>
                    <a:cubicBezTo>
                      <a:pt x="24" y="45"/>
                      <a:pt x="25" y="46"/>
                      <a:pt x="25" y="45"/>
                    </a:cubicBezTo>
                    <a:cubicBezTo>
                      <a:pt x="26" y="45"/>
                      <a:pt x="26" y="44"/>
                      <a:pt x="27" y="43"/>
                    </a:cubicBezTo>
                    <a:cubicBezTo>
                      <a:pt x="30" y="36"/>
                      <a:pt x="30" y="26"/>
                      <a:pt x="37" y="23"/>
                    </a:cubicBezTo>
                    <a:cubicBezTo>
                      <a:pt x="42" y="20"/>
                      <a:pt x="49" y="19"/>
                      <a:pt x="55" y="19"/>
                    </a:cubicBezTo>
                    <a:cubicBezTo>
                      <a:pt x="62" y="19"/>
                      <a:pt x="66" y="20"/>
                      <a:pt x="71" y="15"/>
                    </a:cubicBezTo>
                    <a:cubicBezTo>
                      <a:pt x="71" y="16"/>
                      <a:pt x="71" y="17"/>
                      <a:pt x="71" y="18"/>
                    </a:cubicBezTo>
                    <a:cubicBezTo>
                      <a:pt x="77" y="16"/>
                      <a:pt x="74" y="8"/>
                      <a:pt x="74" y="4"/>
                    </a:cubicBezTo>
                  </a:path>
                </a:pathLst>
              </a:custGeom>
              <a:solidFill>
                <a:srgbClr val="ADAD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969" name="Freeform 159">
                <a:extLst>
                  <a:ext uri="{FF2B5EF4-FFF2-40B4-BE49-F238E27FC236}">
                    <a16:creationId xmlns:a16="http://schemas.microsoft.com/office/drawing/2014/main" id="{B3161B70-7A06-442D-8997-7B79479CF7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8" y="1058"/>
                <a:ext cx="115" cy="106"/>
              </a:xfrm>
              <a:custGeom>
                <a:avLst/>
                <a:gdLst>
                  <a:gd name="T0" fmla="*/ 18 w 76"/>
                  <a:gd name="T1" fmla="*/ 8 h 70"/>
                  <a:gd name="T2" fmla="*/ 82 w 76"/>
                  <a:gd name="T3" fmla="*/ 5 h 70"/>
                  <a:gd name="T4" fmla="*/ 107 w 76"/>
                  <a:gd name="T5" fmla="*/ 14 h 70"/>
                  <a:gd name="T6" fmla="*/ 135 w 76"/>
                  <a:gd name="T7" fmla="*/ 14 h 70"/>
                  <a:gd name="T8" fmla="*/ 183 w 76"/>
                  <a:gd name="T9" fmla="*/ 32 h 70"/>
                  <a:gd name="T10" fmla="*/ 228 w 76"/>
                  <a:gd name="T11" fmla="*/ 68 h 70"/>
                  <a:gd name="T12" fmla="*/ 222 w 76"/>
                  <a:gd name="T13" fmla="*/ 67 h 70"/>
                  <a:gd name="T14" fmla="*/ 250 w 76"/>
                  <a:gd name="T15" fmla="*/ 101 h 70"/>
                  <a:gd name="T16" fmla="*/ 256 w 76"/>
                  <a:gd name="T17" fmla="*/ 168 h 70"/>
                  <a:gd name="T18" fmla="*/ 250 w 76"/>
                  <a:gd name="T19" fmla="*/ 148 h 70"/>
                  <a:gd name="T20" fmla="*/ 218 w 76"/>
                  <a:gd name="T21" fmla="*/ 210 h 70"/>
                  <a:gd name="T22" fmla="*/ 224 w 76"/>
                  <a:gd name="T23" fmla="*/ 191 h 70"/>
                  <a:gd name="T24" fmla="*/ 156 w 76"/>
                  <a:gd name="T25" fmla="*/ 244 h 70"/>
                  <a:gd name="T26" fmla="*/ 191 w 76"/>
                  <a:gd name="T27" fmla="*/ 182 h 70"/>
                  <a:gd name="T28" fmla="*/ 183 w 76"/>
                  <a:gd name="T29" fmla="*/ 156 h 70"/>
                  <a:gd name="T30" fmla="*/ 177 w 76"/>
                  <a:gd name="T31" fmla="*/ 156 h 70"/>
                  <a:gd name="T32" fmla="*/ 174 w 76"/>
                  <a:gd name="T33" fmla="*/ 148 h 70"/>
                  <a:gd name="T34" fmla="*/ 139 w 76"/>
                  <a:gd name="T35" fmla="*/ 80 h 70"/>
                  <a:gd name="T36" fmla="*/ 73 w 76"/>
                  <a:gd name="T37" fmla="*/ 67 h 70"/>
                  <a:gd name="T38" fmla="*/ 18 w 76"/>
                  <a:gd name="T39" fmla="*/ 53 h 70"/>
                  <a:gd name="T40" fmla="*/ 21 w 76"/>
                  <a:gd name="T41" fmla="*/ 62 h 70"/>
                  <a:gd name="T42" fmla="*/ 12 w 76"/>
                  <a:gd name="T43" fmla="*/ 14 h 7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76" h="70">
                    <a:moveTo>
                      <a:pt x="5" y="2"/>
                    </a:moveTo>
                    <a:cubicBezTo>
                      <a:pt x="11" y="2"/>
                      <a:pt x="17" y="0"/>
                      <a:pt x="24" y="1"/>
                    </a:cubicBezTo>
                    <a:cubicBezTo>
                      <a:pt x="27" y="2"/>
                      <a:pt x="28" y="3"/>
                      <a:pt x="31" y="4"/>
                    </a:cubicBezTo>
                    <a:cubicBezTo>
                      <a:pt x="34" y="4"/>
                      <a:pt x="36" y="3"/>
                      <a:pt x="39" y="4"/>
                    </a:cubicBezTo>
                    <a:cubicBezTo>
                      <a:pt x="44" y="5"/>
                      <a:pt x="48" y="8"/>
                      <a:pt x="53" y="9"/>
                    </a:cubicBezTo>
                    <a:cubicBezTo>
                      <a:pt x="58" y="11"/>
                      <a:pt x="63" y="15"/>
                      <a:pt x="66" y="20"/>
                    </a:cubicBezTo>
                    <a:cubicBezTo>
                      <a:pt x="65" y="19"/>
                      <a:pt x="65" y="20"/>
                      <a:pt x="64" y="19"/>
                    </a:cubicBezTo>
                    <a:cubicBezTo>
                      <a:pt x="65" y="23"/>
                      <a:pt x="70" y="26"/>
                      <a:pt x="72" y="29"/>
                    </a:cubicBezTo>
                    <a:cubicBezTo>
                      <a:pt x="75" y="34"/>
                      <a:pt x="76" y="43"/>
                      <a:pt x="74" y="48"/>
                    </a:cubicBezTo>
                    <a:cubicBezTo>
                      <a:pt x="74" y="46"/>
                      <a:pt x="73" y="45"/>
                      <a:pt x="72" y="43"/>
                    </a:cubicBezTo>
                    <a:cubicBezTo>
                      <a:pt x="72" y="50"/>
                      <a:pt x="68" y="56"/>
                      <a:pt x="63" y="61"/>
                    </a:cubicBezTo>
                    <a:cubicBezTo>
                      <a:pt x="65" y="60"/>
                      <a:pt x="65" y="57"/>
                      <a:pt x="65" y="55"/>
                    </a:cubicBezTo>
                    <a:cubicBezTo>
                      <a:pt x="60" y="62"/>
                      <a:pt x="53" y="67"/>
                      <a:pt x="45" y="70"/>
                    </a:cubicBezTo>
                    <a:cubicBezTo>
                      <a:pt x="50" y="65"/>
                      <a:pt x="54" y="59"/>
                      <a:pt x="55" y="52"/>
                    </a:cubicBezTo>
                    <a:cubicBezTo>
                      <a:pt x="55" y="49"/>
                      <a:pt x="55" y="47"/>
                      <a:pt x="53" y="45"/>
                    </a:cubicBezTo>
                    <a:cubicBezTo>
                      <a:pt x="53" y="45"/>
                      <a:pt x="52" y="46"/>
                      <a:pt x="51" y="45"/>
                    </a:cubicBezTo>
                    <a:cubicBezTo>
                      <a:pt x="51" y="45"/>
                      <a:pt x="50" y="44"/>
                      <a:pt x="50" y="43"/>
                    </a:cubicBezTo>
                    <a:cubicBezTo>
                      <a:pt x="47" y="36"/>
                      <a:pt x="46" y="26"/>
                      <a:pt x="40" y="23"/>
                    </a:cubicBezTo>
                    <a:cubicBezTo>
                      <a:pt x="34" y="20"/>
                      <a:pt x="27" y="19"/>
                      <a:pt x="21" y="19"/>
                    </a:cubicBezTo>
                    <a:cubicBezTo>
                      <a:pt x="14" y="19"/>
                      <a:pt x="10" y="20"/>
                      <a:pt x="5" y="15"/>
                    </a:cubicBezTo>
                    <a:cubicBezTo>
                      <a:pt x="6" y="16"/>
                      <a:pt x="6" y="17"/>
                      <a:pt x="6" y="18"/>
                    </a:cubicBezTo>
                    <a:cubicBezTo>
                      <a:pt x="0" y="16"/>
                      <a:pt x="3" y="8"/>
                      <a:pt x="3" y="4"/>
                    </a:cubicBezTo>
                  </a:path>
                </a:pathLst>
              </a:custGeom>
              <a:solidFill>
                <a:srgbClr val="ADAD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970" name="Freeform 160">
                <a:extLst>
                  <a:ext uri="{FF2B5EF4-FFF2-40B4-BE49-F238E27FC236}">
                    <a16:creationId xmlns:a16="http://schemas.microsoft.com/office/drawing/2014/main" id="{95DF4860-CD67-40D8-BF16-7582DF708C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5" y="1109"/>
                <a:ext cx="153" cy="92"/>
              </a:xfrm>
              <a:custGeom>
                <a:avLst/>
                <a:gdLst>
                  <a:gd name="T0" fmla="*/ 161 w 101"/>
                  <a:gd name="T1" fmla="*/ 41 h 61"/>
                  <a:gd name="T2" fmla="*/ 148 w 101"/>
                  <a:gd name="T3" fmla="*/ 41 h 61"/>
                  <a:gd name="T4" fmla="*/ 133 w 101"/>
                  <a:gd name="T5" fmla="*/ 48 h 61"/>
                  <a:gd name="T6" fmla="*/ 121 w 101"/>
                  <a:gd name="T7" fmla="*/ 48 h 61"/>
                  <a:gd name="T8" fmla="*/ 108 w 101"/>
                  <a:gd name="T9" fmla="*/ 59 h 61"/>
                  <a:gd name="T10" fmla="*/ 73 w 101"/>
                  <a:gd name="T11" fmla="*/ 68 h 61"/>
                  <a:gd name="T12" fmla="*/ 59 w 101"/>
                  <a:gd name="T13" fmla="*/ 66 h 61"/>
                  <a:gd name="T14" fmla="*/ 41 w 101"/>
                  <a:gd name="T15" fmla="*/ 62 h 61"/>
                  <a:gd name="T16" fmla="*/ 5 w 101"/>
                  <a:gd name="T17" fmla="*/ 45 h 61"/>
                  <a:gd name="T18" fmla="*/ 12 w 101"/>
                  <a:gd name="T19" fmla="*/ 54 h 61"/>
                  <a:gd name="T20" fmla="*/ 26 w 101"/>
                  <a:gd name="T21" fmla="*/ 100 h 61"/>
                  <a:gd name="T22" fmla="*/ 32 w 101"/>
                  <a:gd name="T23" fmla="*/ 113 h 61"/>
                  <a:gd name="T24" fmla="*/ 68 w 101"/>
                  <a:gd name="T25" fmla="*/ 161 h 61"/>
                  <a:gd name="T26" fmla="*/ 101 w 101"/>
                  <a:gd name="T27" fmla="*/ 178 h 61"/>
                  <a:gd name="T28" fmla="*/ 153 w 101"/>
                  <a:gd name="T29" fmla="*/ 202 h 61"/>
                  <a:gd name="T30" fmla="*/ 182 w 101"/>
                  <a:gd name="T31" fmla="*/ 202 h 61"/>
                  <a:gd name="T32" fmla="*/ 183 w 101"/>
                  <a:gd name="T33" fmla="*/ 202 h 61"/>
                  <a:gd name="T34" fmla="*/ 209 w 101"/>
                  <a:gd name="T35" fmla="*/ 198 h 61"/>
                  <a:gd name="T36" fmla="*/ 236 w 101"/>
                  <a:gd name="T37" fmla="*/ 189 h 61"/>
                  <a:gd name="T38" fmla="*/ 258 w 101"/>
                  <a:gd name="T39" fmla="*/ 184 h 61"/>
                  <a:gd name="T40" fmla="*/ 277 w 101"/>
                  <a:gd name="T41" fmla="*/ 161 h 61"/>
                  <a:gd name="T42" fmla="*/ 326 w 101"/>
                  <a:gd name="T43" fmla="*/ 94 h 61"/>
                  <a:gd name="T44" fmla="*/ 324 w 101"/>
                  <a:gd name="T45" fmla="*/ 95 h 61"/>
                  <a:gd name="T46" fmla="*/ 333 w 101"/>
                  <a:gd name="T47" fmla="*/ 48 h 61"/>
                  <a:gd name="T48" fmla="*/ 339 w 101"/>
                  <a:gd name="T49" fmla="*/ 8 h 61"/>
                  <a:gd name="T50" fmla="*/ 304 w 101"/>
                  <a:gd name="T51" fmla="*/ 41 h 61"/>
                  <a:gd name="T52" fmla="*/ 285 w 101"/>
                  <a:gd name="T53" fmla="*/ 48 h 61"/>
                  <a:gd name="T54" fmla="*/ 268 w 101"/>
                  <a:gd name="T55" fmla="*/ 45 h 61"/>
                  <a:gd name="T56" fmla="*/ 229 w 101"/>
                  <a:gd name="T57" fmla="*/ 45 h 61"/>
                  <a:gd name="T58" fmla="*/ 191 w 101"/>
                  <a:gd name="T59" fmla="*/ 35 h 61"/>
                  <a:gd name="T60" fmla="*/ 182 w 101"/>
                  <a:gd name="T61" fmla="*/ 32 h 61"/>
                  <a:gd name="T62" fmla="*/ 174 w 101"/>
                  <a:gd name="T63" fmla="*/ 27 h 61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101" h="61">
                    <a:moveTo>
                      <a:pt x="48" y="7"/>
                    </a:moveTo>
                    <a:cubicBezTo>
                      <a:pt x="48" y="9"/>
                      <a:pt x="47" y="10"/>
                      <a:pt x="46" y="12"/>
                    </a:cubicBezTo>
                    <a:cubicBezTo>
                      <a:pt x="46" y="11"/>
                      <a:pt x="46" y="9"/>
                      <a:pt x="45" y="8"/>
                    </a:cubicBezTo>
                    <a:cubicBezTo>
                      <a:pt x="45" y="9"/>
                      <a:pt x="44" y="11"/>
                      <a:pt x="43" y="12"/>
                    </a:cubicBezTo>
                    <a:cubicBezTo>
                      <a:pt x="43" y="11"/>
                      <a:pt x="43" y="10"/>
                      <a:pt x="43" y="9"/>
                    </a:cubicBezTo>
                    <a:cubicBezTo>
                      <a:pt x="42" y="11"/>
                      <a:pt x="39" y="13"/>
                      <a:pt x="38" y="14"/>
                    </a:cubicBezTo>
                    <a:cubicBezTo>
                      <a:pt x="37" y="14"/>
                      <a:pt x="37" y="12"/>
                      <a:pt x="37" y="11"/>
                    </a:cubicBezTo>
                    <a:cubicBezTo>
                      <a:pt x="36" y="12"/>
                      <a:pt x="35" y="13"/>
                      <a:pt x="35" y="14"/>
                    </a:cubicBezTo>
                    <a:cubicBezTo>
                      <a:pt x="35" y="14"/>
                      <a:pt x="34" y="13"/>
                      <a:pt x="35" y="13"/>
                    </a:cubicBezTo>
                    <a:cubicBezTo>
                      <a:pt x="33" y="14"/>
                      <a:pt x="32" y="16"/>
                      <a:pt x="31" y="17"/>
                    </a:cubicBezTo>
                    <a:cubicBezTo>
                      <a:pt x="27" y="18"/>
                      <a:pt x="24" y="15"/>
                      <a:pt x="22" y="13"/>
                    </a:cubicBezTo>
                    <a:cubicBezTo>
                      <a:pt x="20" y="15"/>
                      <a:pt x="21" y="18"/>
                      <a:pt x="21" y="20"/>
                    </a:cubicBezTo>
                    <a:cubicBezTo>
                      <a:pt x="20" y="19"/>
                      <a:pt x="19" y="18"/>
                      <a:pt x="18" y="18"/>
                    </a:cubicBezTo>
                    <a:cubicBezTo>
                      <a:pt x="18" y="18"/>
                      <a:pt x="18" y="18"/>
                      <a:pt x="17" y="19"/>
                    </a:cubicBezTo>
                    <a:cubicBezTo>
                      <a:pt x="16" y="17"/>
                      <a:pt x="14" y="16"/>
                      <a:pt x="12" y="15"/>
                    </a:cubicBezTo>
                    <a:cubicBezTo>
                      <a:pt x="12" y="16"/>
                      <a:pt x="12" y="17"/>
                      <a:pt x="12" y="18"/>
                    </a:cubicBezTo>
                    <a:cubicBezTo>
                      <a:pt x="9" y="16"/>
                      <a:pt x="4" y="11"/>
                      <a:pt x="2" y="8"/>
                    </a:cubicBezTo>
                    <a:cubicBezTo>
                      <a:pt x="2" y="10"/>
                      <a:pt x="1" y="11"/>
                      <a:pt x="1" y="13"/>
                    </a:cubicBezTo>
                    <a:cubicBezTo>
                      <a:pt x="0" y="16"/>
                      <a:pt x="1" y="18"/>
                      <a:pt x="2" y="20"/>
                    </a:cubicBezTo>
                    <a:cubicBezTo>
                      <a:pt x="2" y="19"/>
                      <a:pt x="2" y="17"/>
                      <a:pt x="3" y="16"/>
                    </a:cubicBezTo>
                    <a:cubicBezTo>
                      <a:pt x="3" y="18"/>
                      <a:pt x="3" y="20"/>
                      <a:pt x="3" y="21"/>
                    </a:cubicBezTo>
                    <a:cubicBezTo>
                      <a:pt x="3" y="24"/>
                      <a:pt x="5" y="26"/>
                      <a:pt x="7" y="29"/>
                    </a:cubicBezTo>
                    <a:cubicBezTo>
                      <a:pt x="7" y="27"/>
                      <a:pt x="6" y="25"/>
                      <a:pt x="6" y="23"/>
                    </a:cubicBezTo>
                    <a:cubicBezTo>
                      <a:pt x="7" y="26"/>
                      <a:pt x="8" y="30"/>
                      <a:pt x="9" y="33"/>
                    </a:cubicBezTo>
                    <a:cubicBezTo>
                      <a:pt x="10" y="35"/>
                      <a:pt x="12" y="37"/>
                      <a:pt x="14" y="40"/>
                    </a:cubicBezTo>
                    <a:cubicBezTo>
                      <a:pt x="15" y="42"/>
                      <a:pt x="17" y="45"/>
                      <a:pt x="20" y="47"/>
                    </a:cubicBezTo>
                    <a:cubicBezTo>
                      <a:pt x="19" y="46"/>
                      <a:pt x="19" y="45"/>
                      <a:pt x="19" y="44"/>
                    </a:cubicBezTo>
                    <a:cubicBezTo>
                      <a:pt x="20" y="47"/>
                      <a:pt x="26" y="50"/>
                      <a:pt x="29" y="52"/>
                    </a:cubicBezTo>
                    <a:cubicBezTo>
                      <a:pt x="34" y="56"/>
                      <a:pt x="40" y="58"/>
                      <a:pt x="45" y="61"/>
                    </a:cubicBezTo>
                    <a:cubicBezTo>
                      <a:pt x="44" y="60"/>
                      <a:pt x="44" y="60"/>
                      <a:pt x="44" y="59"/>
                    </a:cubicBezTo>
                    <a:cubicBezTo>
                      <a:pt x="45" y="59"/>
                      <a:pt x="47" y="60"/>
                      <a:pt x="49" y="59"/>
                    </a:cubicBezTo>
                    <a:cubicBezTo>
                      <a:pt x="50" y="59"/>
                      <a:pt x="51" y="59"/>
                      <a:pt x="52" y="59"/>
                    </a:cubicBezTo>
                    <a:cubicBezTo>
                      <a:pt x="52" y="58"/>
                      <a:pt x="52" y="58"/>
                      <a:pt x="52" y="58"/>
                    </a:cubicBezTo>
                    <a:cubicBezTo>
                      <a:pt x="52" y="58"/>
                      <a:pt x="53" y="58"/>
                      <a:pt x="53" y="59"/>
                    </a:cubicBezTo>
                    <a:cubicBezTo>
                      <a:pt x="54" y="58"/>
                      <a:pt x="56" y="56"/>
                      <a:pt x="58" y="57"/>
                    </a:cubicBezTo>
                    <a:cubicBezTo>
                      <a:pt x="59" y="57"/>
                      <a:pt x="59" y="58"/>
                      <a:pt x="60" y="58"/>
                    </a:cubicBezTo>
                    <a:cubicBezTo>
                      <a:pt x="61" y="58"/>
                      <a:pt x="62" y="57"/>
                      <a:pt x="63" y="56"/>
                    </a:cubicBezTo>
                    <a:cubicBezTo>
                      <a:pt x="65" y="56"/>
                      <a:pt x="67" y="56"/>
                      <a:pt x="68" y="55"/>
                    </a:cubicBezTo>
                    <a:cubicBezTo>
                      <a:pt x="70" y="54"/>
                      <a:pt x="73" y="53"/>
                      <a:pt x="75" y="51"/>
                    </a:cubicBezTo>
                    <a:cubicBezTo>
                      <a:pt x="75" y="52"/>
                      <a:pt x="75" y="53"/>
                      <a:pt x="74" y="54"/>
                    </a:cubicBezTo>
                    <a:cubicBezTo>
                      <a:pt x="76" y="50"/>
                      <a:pt x="79" y="47"/>
                      <a:pt x="81" y="44"/>
                    </a:cubicBezTo>
                    <a:cubicBezTo>
                      <a:pt x="81" y="45"/>
                      <a:pt x="81" y="46"/>
                      <a:pt x="80" y="47"/>
                    </a:cubicBezTo>
                    <a:cubicBezTo>
                      <a:pt x="86" y="45"/>
                      <a:pt x="88" y="39"/>
                      <a:pt x="92" y="35"/>
                    </a:cubicBezTo>
                    <a:cubicBezTo>
                      <a:pt x="93" y="32"/>
                      <a:pt x="94" y="30"/>
                      <a:pt x="94" y="27"/>
                    </a:cubicBezTo>
                    <a:cubicBezTo>
                      <a:pt x="94" y="27"/>
                      <a:pt x="94" y="28"/>
                      <a:pt x="93" y="28"/>
                    </a:cubicBezTo>
                    <a:cubicBezTo>
                      <a:pt x="93" y="28"/>
                      <a:pt x="93" y="28"/>
                      <a:pt x="93" y="28"/>
                    </a:cubicBezTo>
                    <a:cubicBezTo>
                      <a:pt x="95" y="28"/>
                      <a:pt x="95" y="29"/>
                      <a:pt x="95" y="30"/>
                    </a:cubicBezTo>
                    <a:cubicBezTo>
                      <a:pt x="97" y="26"/>
                      <a:pt x="97" y="18"/>
                      <a:pt x="96" y="14"/>
                    </a:cubicBezTo>
                    <a:cubicBezTo>
                      <a:pt x="96" y="14"/>
                      <a:pt x="96" y="15"/>
                      <a:pt x="96" y="16"/>
                    </a:cubicBezTo>
                    <a:cubicBezTo>
                      <a:pt x="96" y="10"/>
                      <a:pt x="101" y="6"/>
                      <a:pt x="98" y="2"/>
                    </a:cubicBezTo>
                    <a:cubicBezTo>
                      <a:pt x="98" y="2"/>
                      <a:pt x="95" y="0"/>
                      <a:pt x="95" y="0"/>
                    </a:cubicBezTo>
                    <a:cubicBezTo>
                      <a:pt x="98" y="3"/>
                      <a:pt x="89" y="9"/>
                      <a:pt x="88" y="12"/>
                    </a:cubicBezTo>
                    <a:cubicBezTo>
                      <a:pt x="86" y="16"/>
                      <a:pt x="84" y="18"/>
                      <a:pt x="81" y="19"/>
                    </a:cubicBezTo>
                    <a:cubicBezTo>
                      <a:pt x="82" y="17"/>
                      <a:pt x="82" y="15"/>
                      <a:pt x="82" y="14"/>
                    </a:cubicBezTo>
                    <a:cubicBezTo>
                      <a:pt x="81" y="14"/>
                      <a:pt x="79" y="15"/>
                      <a:pt x="77" y="16"/>
                    </a:cubicBezTo>
                    <a:cubicBezTo>
                      <a:pt x="77" y="15"/>
                      <a:pt x="77" y="14"/>
                      <a:pt x="77" y="13"/>
                    </a:cubicBezTo>
                    <a:cubicBezTo>
                      <a:pt x="75" y="14"/>
                      <a:pt x="73" y="15"/>
                      <a:pt x="71" y="14"/>
                    </a:cubicBezTo>
                    <a:cubicBezTo>
                      <a:pt x="69" y="12"/>
                      <a:pt x="68" y="9"/>
                      <a:pt x="66" y="13"/>
                    </a:cubicBezTo>
                    <a:cubicBezTo>
                      <a:pt x="65" y="11"/>
                      <a:pt x="65" y="10"/>
                      <a:pt x="64" y="9"/>
                    </a:cubicBezTo>
                    <a:cubicBezTo>
                      <a:pt x="61" y="13"/>
                      <a:pt x="58" y="7"/>
                      <a:pt x="55" y="10"/>
                    </a:cubicBezTo>
                    <a:cubicBezTo>
                      <a:pt x="54" y="8"/>
                      <a:pt x="53" y="7"/>
                      <a:pt x="53" y="5"/>
                    </a:cubicBezTo>
                    <a:cubicBezTo>
                      <a:pt x="52" y="6"/>
                      <a:pt x="52" y="8"/>
                      <a:pt x="52" y="9"/>
                    </a:cubicBezTo>
                    <a:cubicBezTo>
                      <a:pt x="51" y="8"/>
                      <a:pt x="51" y="8"/>
                      <a:pt x="51" y="7"/>
                    </a:cubicBezTo>
                    <a:cubicBezTo>
                      <a:pt x="51" y="7"/>
                      <a:pt x="50" y="8"/>
                      <a:pt x="50" y="8"/>
                    </a:cubicBezTo>
                    <a:cubicBezTo>
                      <a:pt x="50" y="7"/>
                      <a:pt x="49" y="7"/>
                      <a:pt x="49" y="7"/>
                    </a:cubicBezTo>
                  </a:path>
                </a:pathLst>
              </a:custGeom>
              <a:solidFill>
                <a:srgbClr val="ADAD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971" name="Freeform 161">
                <a:extLst>
                  <a:ext uri="{FF2B5EF4-FFF2-40B4-BE49-F238E27FC236}">
                    <a16:creationId xmlns:a16="http://schemas.microsoft.com/office/drawing/2014/main" id="{DECBF6EE-1E27-4458-8AD7-8783C2B1DE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2" y="942"/>
                <a:ext cx="57" cy="27"/>
              </a:xfrm>
              <a:custGeom>
                <a:avLst/>
                <a:gdLst>
                  <a:gd name="T0" fmla="*/ 14 w 38"/>
                  <a:gd name="T1" fmla="*/ 35 h 18"/>
                  <a:gd name="T2" fmla="*/ 53 w 38"/>
                  <a:gd name="T3" fmla="*/ 5 h 18"/>
                  <a:gd name="T4" fmla="*/ 72 w 38"/>
                  <a:gd name="T5" fmla="*/ 0 h 18"/>
                  <a:gd name="T6" fmla="*/ 93 w 38"/>
                  <a:gd name="T7" fmla="*/ 0 h 18"/>
                  <a:gd name="T8" fmla="*/ 120 w 38"/>
                  <a:gd name="T9" fmla="*/ 14 h 18"/>
                  <a:gd name="T10" fmla="*/ 126 w 38"/>
                  <a:gd name="T11" fmla="*/ 32 h 18"/>
                  <a:gd name="T12" fmla="*/ 108 w 38"/>
                  <a:gd name="T13" fmla="*/ 53 h 18"/>
                  <a:gd name="T14" fmla="*/ 86 w 38"/>
                  <a:gd name="T15" fmla="*/ 62 h 18"/>
                  <a:gd name="T16" fmla="*/ 72 w 38"/>
                  <a:gd name="T17" fmla="*/ 59 h 18"/>
                  <a:gd name="T18" fmla="*/ 59 w 38"/>
                  <a:gd name="T19" fmla="*/ 59 h 18"/>
                  <a:gd name="T20" fmla="*/ 35 w 38"/>
                  <a:gd name="T21" fmla="*/ 45 h 18"/>
                  <a:gd name="T22" fmla="*/ 14 w 38"/>
                  <a:gd name="T23" fmla="*/ 35 h 18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8" h="18">
                    <a:moveTo>
                      <a:pt x="4" y="10"/>
                    </a:moveTo>
                    <a:cubicBezTo>
                      <a:pt x="0" y="6"/>
                      <a:pt x="12" y="2"/>
                      <a:pt x="15" y="1"/>
                    </a:cubicBezTo>
                    <a:cubicBezTo>
                      <a:pt x="17" y="1"/>
                      <a:pt x="19" y="0"/>
                      <a:pt x="21" y="0"/>
                    </a:cubicBezTo>
                    <a:cubicBezTo>
                      <a:pt x="23" y="0"/>
                      <a:pt x="25" y="0"/>
                      <a:pt x="27" y="0"/>
                    </a:cubicBezTo>
                    <a:cubicBezTo>
                      <a:pt x="29" y="0"/>
                      <a:pt x="33" y="2"/>
                      <a:pt x="35" y="4"/>
                    </a:cubicBezTo>
                    <a:cubicBezTo>
                      <a:pt x="36" y="5"/>
                      <a:pt x="38" y="7"/>
                      <a:pt x="37" y="9"/>
                    </a:cubicBezTo>
                    <a:cubicBezTo>
                      <a:pt x="37" y="12"/>
                      <a:pt x="33" y="14"/>
                      <a:pt x="32" y="15"/>
                    </a:cubicBezTo>
                    <a:cubicBezTo>
                      <a:pt x="30" y="17"/>
                      <a:pt x="28" y="17"/>
                      <a:pt x="25" y="18"/>
                    </a:cubicBezTo>
                    <a:cubicBezTo>
                      <a:pt x="24" y="18"/>
                      <a:pt x="23" y="18"/>
                      <a:pt x="21" y="17"/>
                    </a:cubicBezTo>
                    <a:cubicBezTo>
                      <a:pt x="20" y="17"/>
                      <a:pt x="19" y="17"/>
                      <a:pt x="17" y="17"/>
                    </a:cubicBezTo>
                    <a:cubicBezTo>
                      <a:pt x="15" y="16"/>
                      <a:pt x="12" y="15"/>
                      <a:pt x="10" y="13"/>
                    </a:cubicBezTo>
                    <a:cubicBezTo>
                      <a:pt x="8" y="12"/>
                      <a:pt x="5" y="12"/>
                      <a:pt x="4" y="10"/>
                    </a:cubicBezTo>
                  </a:path>
                </a:pathLst>
              </a:custGeom>
              <a:solidFill>
                <a:srgbClr val="603A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972" name="Freeform 162">
                <a:extLst>
                  <a:ext uri="{FF2B5EF4-FFF2-40B4-BE49-F238E27FC236}">
                    <a16:creationId xmlns:a16="http://schemas.microsoft.com/office/drawing/2014/main" id="{F6054AC6-FD5B-4821-A04D-31AAA32DFE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4" y="942"/>
                <a:ext cx="58" cy="27"/>
              </a:xfrm>
              <a:custGeom>
                <a:avLst/>
                <a:gdLst>
                  <a:gd name="T0" fmla="*/ 121 w 38"/>
                  <a:gd name="T1" fmla="*/ 35 h 18"/>
                  <a:gd name="T2" fmla="*/ 81 w 38"/>
                  <a:gd name="T3" fmla="*/ 5 h 18"/>
                  <a:gd name="T4" fmla="*/ 61 w 38"/>
                  <a:gd name="T5" fmla="*/ 0 h 18"/>
                  <a:gd name="T6" fmla="*/ 40 w 38"/>
                  <a:gd name="T7" fmla="*/ 0 h 18"/>
                  <a:gd name="T8" fmla="*/ 14 w 38"/>
                  <a:gd name="T9" fmla="*/ 14 h 18"/>
                  <a:gd name="T10" fmla="*/ 5 w 38"/>
                  <a:gd name="T11" fmla="*/ 32 h 18"/>
                  <a:gd name="T12" fmla="*/ 21 w 38"/>
                  <a:gd name="T13" fmla="*/ 53 h 18"/>
                  <a:gd name="T14" fmla="*/ 47 w 38"/>
                  <a:gd name="T15" fmla="*/ 62 h 18"/>
                  <a:gd name="T16" fmla="*/ 61 w 38"/>
                  <a:gd name="T17" fmla="*/ 59 h 18"/>
                  <a:gd name="T18" fmla="*/ 75 w 38"/>
                  <a:gd name="T19" fmla="*/ 59 h 18"/>
                  <a:gd name="T20" fmla="*/ 101 w 38"/>
                  <a:gd name="T21" fmla="*/ 45 h 18"/>
                  <a:gd name="T22" fmla="*/ 121 w 38"/>
                  <a:gd name="T23" fmla="*/ 35 h 18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8" h="18">
                    <a:moveTo>
                      <a:pt x="34" y="10"/>
                    </a:moveTo>
                    <a:cubicBezTo>
                      <a:pt x="38" y="6"/>
                      <a:pt x="26" y="2"/>
                      <a:pt x="23" y="1"/>
                    </a:cubicBezTo>
                    <a:cubicBezTo>
                      <a:pt x="21" y="1"/>
                      <a:pt x="19" y="0"/>
                      <a:pt x="17" y="0"/>
                    </a:cubicBezTo>
                    <a:cubicBezTo>
                      <a:pt x="15" y="0"/>
                      <a:pt x="13" y="0"/>
                      <a:pt x="11" y="0"/>
                    </a:cubicBezTo>
                    <a:cubicBezTo>
                      <a:pt x="9" y="0"/>
                      <a:pt x="5" y="2"/>
                      <a:pt x="4" y="4"/>
                    </a:cubicBezTo>
                    <a:cubicBezTo>
                      <a:pt x="2" y="5"/>
                      <a:pt x="0" y="7"/>
                      <a:pt x="1" y="9"/>
                    </a:cubicBezTo>
                    <a:cubicBezTo>
                      <a:pt x="1" y="12"/>
                      <a:pt x="5" y="14"/>
                      <a:pt x="6" y="15"/>
                    </a:cubicBezTo>
                    <a:cubicBezTo>
                      <a:pt x="8" y="17"/>
                      <a:pt x="11" y="17"/>
                      <a:pt x="13" y="18"/>
                    </a:cubicBezTo>
                    <a:cubicBezTo>
                      <a:pt x="14" y="18"/>
                      <a:pt x="15" y="18"/>
                      <a:pt x="17" y="17"/>
                    </a:cubicBezTo>
                    <a:cubicBezTo>
                      <a:pt x="18" y="17"/>
                      <a:pt x="19" y="17"/>
                      <a:pt x="21" y="17"/>
                    </a:cubicBezTo>
                    <a:cubicBezTo>
                      <a:pt x="24" y="16"/>
                      <a:pt x="26" y="15"/>
                      <a:pt x="28" y="13"/>
                    </a:cubicBezTo>
                    <a:cubicBezTo>
                      <a:pt x="30" y="12"/>
                      <a:pt x="33" y="12"/>
                      <a:pt x="34" y="10"/>
                    </a:cubicBezTo>
                  </a:path>
                </a:pathLst>
              </a:custGeom>
              <a:solidFill>
                <a:srgbClr val="603A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973" name="Freeform 163">
                <a:extLst>
                  <a:ext uri="{FF2B5EF4-FFF2-40B4-BE49-F238E27FC236}">
                    <a16:creationId xmlns:a16="http://schemas.microsoft.com/office/drawing/2014/main" id="{E7166792-4D2A-44B3-B11F-9A2E1CEA70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9" y="875"/>
                <a:ext cx="45" cy="52"/>
              </a:xfrm>
              <a:custGeom>
                <a:avLst/>
                <a:gdLst>
                  <a:gd name="T0" fmla="*/ 0 w 30"/>
                  <a:gd name="T1" fmla="*/ 0 h 34"/>
                  <a:gd name="T2" fmla="*/ 39 w 30"/>
                  <a:gd name="T3" fmla="*/ 26 h 34"/>
                  <a:gd name="T4" fmla="*/ 62 w 30"/>
                  <a:gd name="T5" fmla="*/ 49 h 34"/>
                  <a:gd name="T6" fmla="*/ 102 w 30"/>
                  <a:gd name="T7" fmla="*/ 122 h 34"/>
                  <a:gd name="T8" fmla="*/ 75 w 30"/>
                  <a:gd name="T9" fmla="*/ 67 h 34"/>
                  <a:gd name="T10" fmla="*/ 59 w 30"/>
                  <a:gd name="T11" fmla="*/ 32 h 34"/>
                  <a:gd name="T12" fmla="*/ 8 w 30"/>
                  <a:gd name="T13" fmla="*/ 0 h 3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34">
                    <a:moveTo>
                      <a:pt x="0" y="0"/>
                    </a:moveTo>
                    <a:cubicBezTo>
                      <a:pt x="4" y="4"/>
                      <a:pt x="7" y="5"/>
                      <a:pt x="11" y="7"/>
                    </a:cubicBezTo>
                    <a:cubicBezTo>
                      <a:pt x="15" y="8"/>
                      <a:pt x="16" y="11"/>
                      <a:pt x="18" y="14"/>
                    </a:cubicBezTo>
                    <a:cubicBezTo>
                      <a:pt x="22" y="21"/>
                      <a:pt x="27" y="27"/>
                      <a:pt x="30" y="34"/>
                    </a:cubicBezTo>
                    <a:cubicBezTo>
                      <a:pt x="26" y="30"/>
                      <a:pt x="24" y="24"/>
                      <a:pt x="22" y="19"/>
                    </a:cubicBezTo>
                    <a:cubicBezTo>
                      <a:pt x="21" y="16"/>
                      <a:pt x="20" y="11"/>
                      <a:pt x="17" y="9"/>
                    </a:cubicBezTo>
                    <a:cubicBezTo>
                      <a:pt x="13" y="5"/>
                      <a:pt x="6" y="5"/>
                      <a:pt x="2" y="0"/>
                    </a:cubicBezTo>
                  </a:path>
                </a:pathLst>
              </a:custGeom>
              <a:solidFill>
                <a:srgbClr val="8E4C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974" name="Freeform 164">
                <a:extLst>
                  <a:ext uri="{FF2B5EF4-FFF2-40B4-BE49-F238E27FC236}">
                    <a16:creationId xmlns:a16="http://schemas.microsoft.com/office/drawing/2014/main" id="{26130303-7BB7-4784-AC38-FBCBA46DA7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4" y="954"/>
                <a:ext cx="18" cy="10"/>
              </a:xfrm>
              <a:custGeom>
                <a:avLst/>
                <a:gdLst>
                  <a:gd name="T0" fmla="*/ 0 w 12"/>
                  <a:gd name="T1" fmla="*/ 0 h 7"/>
                  <a:gd name="T2" fmla="*/ 41 w 12"/>
                  <a:gd name="T3" fmla="*/ 20 h 7"/>
                  <a:gd name="T4" fmla="*/ 18 w 12"/>
                  <a:gd name="T5" fmla="*/ 13 h 7"/>
                  <a:gd name="T6" fmla="*/ 5 w 12"/>
                  <a:gd name="T7" fmla="*/ 0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7">
                    <a:moveTo>
                      <a:pt x="0" y="0"/>
                    </a:moveTo>
                    <a:cubicBezTo>
                      <a:pt x="4" y="2"/>
                      <a:pt x="9" y="4"/>
                      <a:pt x="12" y="7"/>
                    </a:cubicBezTo>
                    <a:cubicBezTo>
                      <a:pt x="9" y="6"/>
                      <a:pt x="7" y="5"/>
                      <a:pt x="5" y="4"/>
                    </a:cubicBezTo>
                    <a:cubicBezTo>
                      <a:pt x="4" y="2"/>
                      <a:pt x="3" y="0"/>
                      <a:pt x="1" y="0"/>
                    </a:cubicBezTo>
                  </a:path>
                </a:pathLst>
              </a:custGeom>
              <a:solidFill>
                <a:srgbClr val="8E4C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975" name="Freeform 165">
                <a:extLst>
                  <a:ext uri="{FF2B5EF4-FFF2-40B4-BE49-F238E27FC236}">
                    <a16:creationId xmlns:a16="http://schemas.microsoft.com/office/drawing/2014/main" id="{43143AAF-E274-4447-944C-0F3D0D0F8F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1" y="957"/>
                <a:ext cx="10" cy="13"/>
              </a:xfrm>
              <a:custGeom>
                <a:avLst/>
                <a:gdLst>
                  <a:gd name="T0" fmla="*/ 0 w 7"/>
                  <a:gd name="T1" fmla="*/ 0 h 9"/>
                  <a:gd name="T2" fmla="*/ 20 w 7"/>
                  <a:gd name="T3" fmla="*/ 27 h 9"/>
                  <a:gd name="T4" fmla="*/ 0 w 7"/>
                  <a:gd name="T5" fmla="*/ 1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9">
                    <a:moveTo>
                      <a:pt x="0" y="0"/>
                    </a:moveTo>
                    <a:cubicBezTo>
                      <a:pt x="3" y="3"/>
                      <a:pt x="6" y="5"/>
                      <a:pt x="7" y="9"/>
                    </a:cubicBezTo>
                    <a:cubicBezTo>
                      <a:pt x="4" y="8"/>
                      <a:pt x="1" y="4"/>
                      <a:pt x="0" y="1"/>
                    </a:cubicBezTo>
                  </a:path>
                </a:pathLst>
              </a:custGeom>
              <a:solidFill>
                <a:srgbClr val="8E4C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976" name="Freeform 166">
                <a:extLst>
                  <a:ext uri="{FF2B5EF4-FFF2-40B4-BE49-F238E27FC236}">
                    <a16:creationId xmlns:a16="http://schemas.microsoft.com/office/drawing/2014/main" id="{F1982161-AD3D-439C-B951-F434530DDD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9" y="961"/>
                <a:ext cx="38" cy="25"/>
              </a:xfrm>
              <a:custGeom>
                <a:avLst/>
                <a:gdLst>
                  <a:gd name="T0" fmla="*/ 0 w 25"/>
                  <a:gd name="T1" fmla="*/ 0 h 16"/>
                  <a:gd name="T2" fmla="*/ 41 w 25"/>
                  <a:gd name="T3" fmla="*/ 42 h 16"/>
                  <a:gd name="T4" fmla="*/ 67 w 25"/>
                  <a:gd name="T5" fmla="*/ 56 h 16"/>
                  <a:gd name="T6" fmla="*/ 88 w 25"/>
                  <a:gd name="T7" fmla="*/ 61 h 16"/>
                  <a:gd name="T8" fmla="*/ 41 w 25"/>
                  <a:gd name="T9" fmla="*/ 31 h 16"/>
                  <a:gd name="T10" fmla="*/ 26 w 25"/>
                  <a:gd name="T11" fmla="*/ 13 h 16"/>
                  <a:gd name="T12" fmla="*/ 0 w 25"/>
                  <a:gd name="T13" fmla="*/ 0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" h="16">
                    <a:moveTo>
                      <a:pt x="0" y="0"/>
                    </a:moveTo>
                    <a:cubicBezTo>
                      <a:pt x="6" y="2"/>
                      <a:pt x="8" y="7"/>
                      <a:pt x="12" y="11"/>
                    </a:cubicBezTo>
                    <a:cubicBezTo>
                      <a:pt x="14" y="13"/>
                      <a:pt x="16" y="15"/>
                      <a:pt x="19" y="15"/>
                    </a:cubicBezTo>
                    <a:cubicBezTo>
                      <a:pt x="21" y="16"/>
                      <a:pt x="24" y="16"/>
                      <a:pt x="25" y="16"/>
                    </a:cubicBezTo>
                    <a:cubicBezTo>
                      <a:pt x="19" y="15"/>
                      <a:pt x="15" y="14"/>
                      <a:pt x="12" y="8"/>
                    </a:cubicBezTo>
                    <a:cubicBezTo>
                      <a:pt x="10" y="6"/>
                      <a:pt x="9" y="4"/>
                      <a:pt x="7" y="3"/>
                    </a:cubicBezTo>
                    <a:cubicBezTo>
                      <a:pt x="5" y="1"/>
                      <a:pt x="2" y="1"/>
                      <a:pt x="0" y="0"/>
                    </a:cubicBezTo>
                  </a:path>
                </a:pathLst>
              </a:custGeom>
              <a:solidFill>
                <a:srgbClr val="8E4C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977" name="Freeform 167">
                <a:extLst>
                  <a:ext uri="{FF2B5EF4-FFF2-40B4-BE49-F238E27FC236}">
                    <a16:creationId xmlns:a16="http://schemas.microsoft.com/office/drawing/2014/main" id="{25D5E097-3EBE-4B39-9FCF-21FEAED592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2" y="909"/>
                <a:ext cx="15" cy="27"/>
              </a:xfrm>
              <a:custGeom>
                <a:avLst/>
                <a:gdLst>
                  <a:gd name="T0" fmla="*/ 35 w 10"/>
                  <a:gd name="T1" fmla="*/ 62 h 18"/>
                  <a:gd name="T2" fmla="*/ 14 w 10"/>
                  <a:gd name="T3" fmla="*/ 35 h 18"/>
                  <a:gd name="T4" fmla="*/ 5 w 10"/>
                  <a:gd name="T5" fmla="*/ 21 h 18"/>
                  <a:gd name="T6" fmla="*/ 0 w 10"/>
                  <a:gd name="T7" fmla="*/ 0 h 18"/>
                  <a:gd name="T8" fmla="*/ 0 w 10"/>
                  <a:gd name="T9" fmla="*/ 21 h 18"/>
                  <a:gd name="T10" fmla="*/ 8 w 10"/>
                  <a:gd name="T11" fmla="*/ 35 h 18"/>
                  <a:gd name="T12" fmla="*/ 32 w 10"/>
                  <a:gd name="T13" fmla="*/ 59 h 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18">
                    <a:moveTo>
                      <a:pt x="10" y="18"/>
                    </a:moveTo>
                    <a:cubicBezTo>
                      <a:pt x="6" y="17"/>
                      <a:pt x="6" y="13"/>
                      <a:pt x="4" y="10"/>
                    </a:cubicBezTo>
                    <a:cubicBezTo>
                      <a:pt x="3" y="9"/>
                      <a:pt x="1" y="7"/>
                      <a:pt x="1" y="6"/>
                    </a:cubicBezTo>
                    <a:cubicBezTo>
                      <a:pt x="0" y="4"/>
                      <a:pt x="1" y="2"/>
                      <a:pt x="0" y="0"/>
                    </a:cubicBezTo>
                    <a:cubicBezTo>
                      <a:pt x="0" y="2"/>
                      <a:pt x="0" y="4"/>
                      <a:pt x="0" y="6"/>
                    </a:cubicBezTo>
                    <a:cubicBezTo>
                      <a:pt x="0" y="9"/>
                      <a:pt x="1" y="8"/>
                      <a:pt x="2" y="10"/>
                    </a:cubicBezTo>
                    <a:cubicBezTo>
                      <a:pt x="4" y="13"/>
                      <a:pt x="5" y="16"/>
                      <a:pt x="9" y="17"/>
                    </a:cubicBezTo>
                  </a:path>
                </a:pathLst>
              </a:custGeom>
              <a:solidFill>
                <a:srgbClr val="8E4C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978" name="Freeform 168">
                <a:extLst>
                  <a:ext uri="{FF2B5EF4-FFF2-40B4-BE49-F238E27FC236}">
                    <a16:creationId xmlns:a16="http://schemas.microsoft.com/office/drawing/2014/main" id="{B1606163-1D75-497B-85DA-F331FE8636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9" y="922"/>
                <a:ext cx="11" cy="11"/>
              </a:xfrm>
              <a:custGeom>
                <a:avLst/>
                <a:gdLst>
                  <a:gd name="T0" fmla="*/ 27 w 7"/>
                  <a:gd name="T1" fmla="*/ 27 h 7"/>
                  <a:gd name="T2" fmla="*/ 14 w 7"/>
                  <a:gd name="T3" fmla="*/ 13 h 7"/>
                  <a:gd name="T4" fmla="*/ 0 w 7"/>
                  <a:gd name="T5" fmla="*/ 0 h 7"/>
                  <a:gd name="T6" fmla="*/ 22 w 7"/>
                  <a:gd name="T7" fmla="*/ 27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7">
                    <a:moveTo>
                      <a:pt x="7" y="7"/>
                    </a:moveTo>
                    <a:cubicBezTo>
                      <a:pt x="5" y="6"/>
                      <a:pt x="5" y="4"/>
                      <a:pt x="4" y="3"/>
                    </a:cubicBezTo>
                    <a:cubicBezTo>
                      <a:pt x="2" y="2"/>
                      <a:pt x="0" y="2"/>
                      <a:pt x="0" y="0"/>
                    </a:cubicBezTo>
                    <a:cubicBezTo>
                      <a:pt x="1" y="4"/>
                      <a:pt x="5" y="4"/>
                      <a:pt x="6" y="7"/>
                    </a:cubicBezTo>
                  </a:path>
                </a:pathLst>
              </a:custGeom>
              <a:solidFill>
                <a:srgbClr val="8E4C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979" name="Freeform 169">
                <a:extLst>
                  <a:ext uri="{FF2B5EF4-FFF2-40B4-BE49-F238E27FC236}">
                    <a16:creationId xmlns:a16="http://schemas.microsoft.com/office/drawing/2014/main" id="{9976D438-5C28-48CD-8044-004CFCCF82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3" y="937"/>
                <a:ext cx="19" cy="21"/>
              </a:xfrm>
              <a:custGeom>
                <a:avLst/>
                <a:gdLst>
                  <a:gd name="T0" fmla="*/ 41 w 13"/>
                  <a:gd name="T1" fmla="*/ 21 h 14"/>
                  <a:gd name="T2" fmla="*/ 28 w 13"/>
                  <a:gd name="T3" fmla="*/ 21 h 14"/>
                  <a:gd name="T4" fmla="*/ 15 w 13"/>
                  <a:gd name="T5" fmla="*/ 18 h 14"/>
                  <a:gd name="T6" fmla="*/ 9 w 13"/>
                  <a:gd name="T7" fmla="*/ 8 h 14"/>
                  <a:gd name="T8" fmla="*/ 1 w 13"/>
                  <a:gd name="T9" fmla="*/ 0 h 14"/>
                  <a:gd name="T10" fmla="*/ 1 w 13"/>
                  <a:gd name="T11" fmla="*/ 12 h 14"/>
                  <a:gd name="T12" fmla="*/ 0 w 13"/>
                  <a:gd name="T13" fmla="*/ 14 h 14"/>
                  <a:gd name="T14" fmla="*/ 0 w 13"/>
                  <a:gd name="T15" fmla="*/ 21 h 14"/>
                  <a:gd name="T16" fmla="*/ 0 w 13"/>
                  <a:gd name="T17" fmla="*/ 35 h 14"/>
                  <a:gd name="T18" fmla="*/ 9 w 13"/>
                  <a:gd name="T19" fmla="*/ 48 h 14"/>
                  <a:gd name="T20" fmla="*/ 6 w 13"/>
                  <a:gd name="T21" fmla="*/ 32 h 14"/>
                  <a:gd name="T22" fmla="*/ 15 w 13"/>
                  <a:gd name="T23" fmla="*/ 27 h 14"/>
                  <a:gd name="T24" fmla="*/ 32 w 13"/>
                  <a:gd name="T25" fmla="*/ 26 h 14"/>
                  <a:gd name="T26" fmla="*/ 41 w 13"/>
                  <a:gd name="T27" fmla="*/ 21 h 1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3" h="14">
                    <a:moveTo>
                      <a:pt x="13" y="6"/>
                    </a:moveTo>
                    <a:cubicBezTo>
                      <a:pt x="12" y="5"/>
                      <a:pt x="10" y="6"/>
                      <a:pt x="9" y="6"/>
                    </a:cubicBezTo>
                    <a:cubicBezTo>
                      <a:pt x="8" y="5"/>
                      <a:pt x="7" y="5"/>
                      <a:pt x="5" y="5"/>
                    </a:cubicBezTo>
                    <a:cubicBezTo>
                      <a:pt x="4" y="4"/>
                      <a:pt x="4" y="3"/>
                      <a:pt x="3" y="2"/>
                    </a:cubicBezTo>
                    <a:cubicBezTo>
                      <a:pt x="2" y="2"/>
                      <a:pt x="1" y="1"/>
                      <a:pt x="1" y="0"/>
                    </a:cubicBezTo>
                    <a:cubicBezTo>
                      <a:pt x="1" y="1"/>
                      <a:pt x="1" y="2"/>
                      <a:pt x="1" y="3"/>
                    </a:cubicBezTo>
                    <a:cubicBezTo>
                      <a:pt x="1" y="4"/>
                      <a:pt x="1" y="4"/>
                      <a:pt x="0" y="4"/>
                    </a:cubicBezTo>
                    <a:cubicBezTo>
                      <a:pt x="0" y="5"/>
                      <a:pt x="0" y="6"/>
                      <a:pt x="0" y="6"/>
                    </a:cubicBezTo>
                    <a:cubicBezTo>
                      <a:pt x="0" y="8"/>
                      <a:pt x="0" y="9"/>
                      <a:pt x="0" y="10"/>
                    </a:cubicBezTo>
                    <a:cubicBezTo>
                      <a:pt x="1" y="12"/>
                      <a:pt x="2" y="13"/>
                      <a:pt x="3" y="14"/>
                    </a:cubicBezTo>
                    <a:cubicBezTo>
                      <a:pt x="2" y="13"/>
                      <a:pt x="1" y="10"/>
                      <a:pt x="2" y="9"/>
                    </a:cubicBezTo>
                    <a:cubicBezTo>
                      <a:pt x="2" y="8"/>
                      <a:pt x="4" y="9"/>
                      <a:pt x="5" y="8"/>
                    </a:cubicBezTo>
                    <a:cubicBezTo>
                      <a:pt x="7" y="8"/>
                      <a:pt x="9" y="8"/>
                      <a:pt x="10" y="7"/>
                    </a:cubicBezTo>
                    <a:cubicBezTo>
                      <a:pt x="11" y="7"/>
                      <a:pt x="13" y="6"/>
                      <a:pt x="13" y="6"/>
                    </a:cubicBezTo>
                  </a:path>
                </a:pathLst>
              </a:custGeom>
              <a:solidFill>
                <a:srgbClr val="8E4C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980" name="Freeform 170">
                <a:extLst>
                  <a:ext uri="{FF2B5EF4-FFF2-40B4-BE49-F238E27FC236}">
                    <a16:creationId xmlns:a16="http://schemas.microsoft.com/office/drawing/2014/main" id="{72596D0D-696F-41D5-824C-930C401414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1" y="975"/>
                <a:ext cx="37" cy="6"/>
              </a:xfrm>
              <a:custGeom>
                <a:avLst/>
                <a:gdLst>
                  <a:gd name="T0" fmla="*/ 0 w 24"/>
                  <a:gd name="T1" fmla="*/ 0 h 4"/>
                  <a:gd name="T2" fmla="*/ 48 w 24"/>
                  <a:gd name="T3" fmla="*/ 5 h 4"/>
                  <a:gd name="T4" fmla="*/ 88 w 24"/>
                  <a:gd name="T5" fmla="*/ 5 h 4"/>
                  <a:gd name="T6" fmla="*/ 66 w 24"/>
                  <a:gd name="T7" fmla="*/ 5 h 4"/>
                  <a:gd name="T8" fmla="*/ 40 w 24"/>
                  <a:gd name="T9" fmla="*/ 12 h 4"/>
                  <a:gd name="T10" fmla="*/ 5 w 24"/>
                  <a:gd name="T11" fmla="*/ 0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4" h="4">
                    <a:moveTo>
                      <a:pt x="0" y="0"/>
                    </a:moveTo>
                    <a:cubicBezTo>
                      <a:pt x="3" y="3"/>
                      <a:pt x="9" y="3"/>
                      <a:pt x="13" y="1"/>
                    </a:cubicBezTo>
                    <a:cubicBezTo>
                      <a:pt x="17" y="0"/>
                      <a:pt x="20" y="0"/>
                      <a:pt x="24" y="1"/>
                    </a:cubicBezTo>
                    <a:cubicBezTo>
                      <a:pt x="22" y="1"/>
                      <a:pt x="20" y="1"/>
                      <a:pt x="18" y="1"/>
                    </a:cubicBezTo>
                    <a:cubicBezTo>
                      <a:pt x="16" y="2"/>
                      <a:pt x="14" y="2"/>
                      <a:pt x="11" y="3"/>
                    </a:cubicBezTo>
                    <a:cubicBezTo>
                      <a:pt x="9" y="3"/>
                      <a:pt x="2" y="4"/>
                      <a:pt x="1" y="0"/>
                    </a:cubicBezTo>
                  </a:path>
                </a:pathLst>
              </a:custGeom>
              <a:solidFill>
                <a:srgbClr val="8E4C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981" name="Freeform 171">
                <a:extLst>
                  <a:ext uri="{FF2B5EF4-FFF2-40B4-BE49-F238E27FC236}">
                    <a16:creationId xmlns:a16="http://schemas.microsoft.com/office/drawing/2014/main" id="{47A27D09-2E7D-47EA-B88F-ECB13CA53B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2" y="978"/>
                <a:ext cx="19" cy="6"/>
              </a:xfrm>
              <a:custGeom>
                <a:avLst/>
                <a:gdLst>
                  <a:gd name="T0" fmla="*/ 0 w 13"/>
                  <a:gd name="T1" fmla="*/ 0 h 4"/>
                  <a:gd name="T2" fmla="*/ 19 w 13"/>
                  <a:gd name="T3" fmla="*/ 8 h 4"/>
                  <a:gd name="T4" fmla="*/ 41 w 13"/>
                  <a:gd name="T5" fmla="*/ 14 h 4"/>
                  <a:gd name="T6" fmla="*/ 19 w 13"/>
                  <a:gd name="T7" fmla="*/ 12 h 4"/>
                  <a:gd name="T8" fmla="*/ 6 w 13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4">
                    <a:moveTo>
                      <a:pt x="0" y="0"/>
                    </a:moveTo>
                    <a:cubicBezTo>
                      <a:pt x="2" y="1"/>
                      <a:pt x="4" y="1"/>
                      <a:pt x="6" y="2"/>
                    </a:cubicBezTo>
                    <a:cubicBezTo>
                      <a:pt x="9" y="3"/>
                      <a:pt x="10" y="4"/>
                      <a:pt x="13" y="4"/>
                    </a:cubicBezTo>
                    <a:cubicBezTo>
                      <a:pt x="10" y="4"/>
                      <a:pt x="8" y="4"/>
                      <a:pt x="6" y="3"/>
                    </a:cubicBezTo>
                    <a:cubicBezTo>
                      <a:pt x="4" y="3"/>
                      <a:pt x="3" y="1"/>
                      <a:pt x="2" y="0"/>
                    </a:cubicBezTo>
                  </a:path>
                </a:pathLst>
              </a:custGeom>
              <a:solidFill>
                <a:srgbClr val="8E4C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982" name="Freeform 172">
                <a:extLst>
                  <a:ext uri="{FF2B5EF4-FFF2-40B4-BE49-F238E27FC236}">
                    <a16:creationId xmlns:a16="http://schemas.microsoft.com/office/drawing/2014/main" id="{E9E866EB-174E-47B6-94C3-AEE801EDF1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1" y="978"/>
                <a:ext cx="10" cy="5"/>
              </a:xfrm>
              <a:custGeom>
                <a:avLst/>
                <a:gdLst>
                  <a:gd name="T0" fmla="*/ 0 w 7"/>
                  <a:gd name="T1" fmla="*/ 0 h 3"/>
                  <a:gd name="T2" fmla="*/ 0 w 7"/>
                  <a:gd name="T3" fmla="*/ 0 h 3"/>
                  <a:gd name="T4" fmla="*/ 13 w 7"/>
                  <a:gd name="T5" fmla="*/ 5 h 3"/>
                  <a:gd name="T6" fmla="*/ 20 w 7"/>
                  <a:gd name="T7" fmla="*/ 13 h 3"/>
                  <a:gd name="T8" fmla="*/ 13 w 7"/>
                  <a:gd name="T9" fmla="*/ 5 h 3"/>
                  <a:gd name="T10" fmla="*/ 1 w 7"/>
                  <a:gd name="T11" fmla="*/ 0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" h="3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2" y="1"/>
                      <a:pt x="4" y="1"/>
                    </a:cubicBezTo>
                    <a:cubicBezTo>
                      <a:pt x="5" y="2"/>
                      <a:pt x="6" y="3"/>
                      <a:pt x="7" y="3"/>
                    </a:cubicBezTo>
                    <a:cubicBezTo>
                      <a:pt x="6" y="2"/>
                      <a:pt x="6" y="1"/>
                      <a:pt x="4" y="1"/>
                    </a:cubicBezTo>
                    <a:cubicBezTo>
                      <a:pt x="3" y="1"/>
                      <a:pt x="1" y="1"/>
                      <a:pt x="1" y="0"/>
                    </a:cubicBezTo>
                  </a:path>
                </a:pathLst>
              </a:custGeom>
              <a:solidFill>
                <a:srgbClr val="8E4C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983" name="Freeform 173">
                <a:extLst>
                  <a:ext uri="{FF2B5EF4-FFF2-40B4-BE49-F238E27FC236}">
                    <a16:creationId xmlns:a16="http://schemas.microsoft.com/office/drawing/2014/main" id="{C308EF8E-0A7A-4A2C-934B-E6A396EAA3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4" y="891"/>
                <a:ext cx="9" cy="34"/>
              </a:xfrm>
              <a:custGeom>
                <a:avLst/>
                <a:gdLst>
                  <a:gd name="T0" fmla="*/ 21 w 6"/>
                  <a:gd name="T1" fmla="*/ 74 h 23"/>
                  <a:gd name="T2" fmla="*/ 5 w 6"/>
                  <a:gd name="T3" fmla="*/ 41 h 23"/>
                  <a:gd name="T4" fmla="*/ 0 w 6"/>
                  <a:gd name="T5" fmla="*/ 0 h 23"/>
                  <a:gd name="T6" fmla="*/ 12 w 6"/>
                  <a:gd name="T7" fmla="*/ 41 h 23"/>
                  <a:gd name="T8" fmla="*/ 18 w 6"/>
                  <a:gd name="T9" fmla="*/ 68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23">
                    <a:moveTo>
                      <a:pt x="6" y="23"/>
                    </a:moveTo>
                    <a:cubicBezTo>
                      <a:pt x="3" y="21"/>
                      <a:pt x="1" y="16"/>
                      <a:pt x="1" y="13"/>
                    </a:cubicBezTo>
                    <a:cubicBezTo>
                      <a:pt x="1" y="9"/>
                      <a:pt x="0" y="4"/>
                      <a:pt x="0" y="0"/>
                    </a:cubicBezTo>
                    <a:cubicBezTo>
                      <a:pt x="2" y="5"/>
                      <a:pt x="2" y="9"/>
                      <a:pt x="3" y="13"/>
                    </a:cubicBezTo>
                    <a:cubicBezTo>
                      <a:pt x="3" y="16"/>
                      <a:pt x="4" y="19"/>
                      <a:pt x="5" y="21"/>
                    </a:cubicBezTo>
                  </a:path>
                </a:pathLst>
              </a:custGeom>
              <a:solidFill>
                <a:srgbClr val="C1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5232" name="Freeform 174">
                <a:extLst>
                  <a:ext uri="{FF2B5EF4-FFF2-40B4-BE49-F238E27FC236}">
                    <a16:creationId xmlns:a16="http://schemas.microsoft.com/office/drawing/2014/main" id="{337986BC-2B99-419C-9470-D21A6350C9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1" y="937"/>
                <a:ext cx="44" cy="32"/>
              </a:xfrm>
              <a:custGeom>
                <a:avLst/>
                <a:gdLst>
                  <a:gd name="T0" fmla="*/ 0 w 29"/>
                  <a:gd name="T1" fmla="*/ 40 h 21"/>
                  <a:gd name="T2" fmla="*/ 14 w 29"/>
                  <a:gd name="T3" fmla="*/ 27 h 21"/>
                  <a:gd name="T4" fmla="*/ 102 w 29"/>
                  <a:gd name="T5" fmla="*/ 41 h 21"/>
                  <a:gd name="T6" fmla="*/ 49 w 29"/>
                  <a:gd name="T7" fmla="*/ 62 h 21"/>
                  <a:gd name="T8" fmla="*/ 12 w 29"/>
                  <a:gd name="T9" fmla="*/ 46 h 21"/>
                  <a:gd name="T10" fmla="*/ 0 w 29"/>
                  <a:gd name="T11" fmla="*/ 40 h 2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9" h="21">
                    <a:moveTo>
                      <a:pt x="0" y="11"/>
                    </a:moveTo>
                    <a:cubicBezTo>
                      <a:pt x="0" y="11"/>
                      <a:pt x="3" y="9"/>
                      <a:pt x="4" y="8"/>
                    </a:cubicBezTo>
                    <a:cubicBezTo>
                      <a:pt x="5" y="8"/>
                      <a:pt x="25" y="0"/>
                      <a:pt x="29" y="12"/>
                    </a:cubicBezTo>
                    <a:cubicBezTo>
                      <a:pt x="29" y="12"/>
                      <a:pt x="25" y="21"/>
                      <a:pt x="14" y="18"/>
                    </a:cubicBezTo>
                    <a:cubicBezTo>
                      <a:pt x="3" y="15"/>
                      <a:pt x="5" y="12"/>
                      <a:pt x="3" y="13"/>
                    </a:cubicBezTo>
                    <a:cubicBezTo>
                      <a:pt x="0" y="13"/>
                      <a:pt x="0" y="13"/>
                      <a:pt x="0" y="11"/>
                    </a:cubicBezTo>
                    <a:close/>
                  </a:path>
                </a:pathLst>
              </a:custGeom>
              <a:solidFill>
                <a:srgbClr val="F9DD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5233" name="Freeform 175">
                <a:extLst>
                  <a:ext uri="{FF2B5EF4-FFF2-40B4-BE49-F238E27FC236}">
                    <a16:creationId xmlns:a16="http://schemas.microsoft.com/office/drawing/2014/main" id="{7211700F-709F-48C7-8E5D-9C57013B0D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2" y="924"/>
                <a:ext cx="47" cy="22"/>
              </a:xfrm>
              <a:custGeom>
                <a:avLst/>
                <a:gdLst>
                  <a:gd name="T0" fmla="*/ 108 w 31"/>
                  <a:gd name="T1" fmla="*/ 47 h 15"/>
                  <a:gd name="T2" fmla="*/ 0 w 31"/>
                  <a:gd name="T3" fmla="*/ 47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1" h="15">
                    <a:moveTo>
                      <a:pt x="31" y="15"/>
                    </a:moveTo>
                    <a:cubicBezTo>
                      <a:pt x="31" y="15"/>
                      <a:pt x="20" y="0"/>
                      <a:pt x="0" y="15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5234" name="Freeform 176">
                <a:extLst>
                  <a:ext uri="{FF2B5EF4-FFF2-40B4-BE49-F238E27FC236}">
                    <a16:creationId xmlns:a16="http://schemas.microsoft.com/office/drawing/2014/main" id="{D5D5DCAC-8967-493E-A2A3-6F88229804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2" y="963"/>
                <a:ext cx="28" cy="12"/>
              </a:xfrm>
              <a:custGeom>
                <a:avLst/>
                <a:gdLst>
                  <a:gd name="T0" fmla="*/ 0 w 18"/>
                  <a:gd name="T1" fmla="*/ 0 h 8"/>
                  <a:gd name="T2" fmla="*/ 22 w 18"/>
                  <a:gd name="T3" fmla="*/ 8 h 8"/>
                  <a:gd name="T4" fmla="*/ 68 w 18"/>
                  <a:gd name="T5" fmla="*/ 21 h 8"/>
                  <a:gd name="T6" fmla="*/ 22 w 18"/>
                  <a:gd name="T7" fmla="*/ 12 h 8"/>
                  <a:gd name="T8" fmla="*/ 0 w 18"/>
                  <a:gd name="T9" fmla="*/ 0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8">
                    <a:moveTo>
                      <a:pt x="0" y="0"/>
                    </a:moveTo>
                    <a:cubicBezTo>
                      <a:pt x="0" y="0"/>
                      <a:pt x="4" y="1"/>
                      <a:pt x="6" y="2"/>
                    </a:cubicBezTo>
                    <a:cubicBezTo>
                      <a:pt x="8" y="4"/>
                      <a:pt x="14" y="7"/>
                      <a:pt x="18" y="6"/>
                    </a:cubicBezTo>
                    <a:cubicBezTo>
                      <a:pt x="18" y="6"/>
                      <a:pt x="14" y="8"/>
                      <a:pt x="6" y="3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5235" name="Freeform 177">
                <a:extLst>
                  <a:ext uri="{FF2B5EF4-FFF2-40B4-BE49-F238E27FC236}">
                    <a16:creationId xmlns:a16="http://schemas.microsoft.com/office/drawing/2014/main" id="{E42379EF-3ED7-46AC-AC10-2555BBAEF5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3" y="945"/>
                <a:ext cx="23" cy="19"/>
              </a:xfrm>
              <a:custGeom>
                <a:avLst/>
                <a:gdLst>
                  <a:gd name="T0" fmla="*/ 43 w 15"/>
                  <a:gd name="T1" fmla="*/ 0 h 13"/>
                  <a:gd name="T2" fmla="*/ 54 w 15"/>
                  <a:gd name="T3" fmla="*/ 19 h 13"/>
                  <a:gd name="T4" fmla="*/ 40 w 15"/>
                  <a:gd name="T5" fmla="*/ 41 h 13"/>
                  <a:gd name="T6" fmla="*/ 21 w 15"/>
                  <a:gd name="T7" fmla="*/ 41 h 13"/>
                  <a:gd name="T8" fmla="*/ 8 w 15"/>
                  <a:gd name="T9" fmla="*/ 38 h 13"/>
                  <a:gd name="T10" fmla="*/ 0 w 15"/>
                  <a:gd name="T11" fmla="*/ 19 h 13"/>
                  <a:gd name="T12" fmla="*/ 8 w 15"/>
                  <a:gd name="T13" fmla="*/ 1 h 13"/>
                  <a:gd name="T14" fmla="*/ 43 w 15"/>
                  <a:gd name="T15" fmla="*/ 0 h 1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5" h="13">
                    <a:moveTo>
                      <a:pt x="12" y="0"/>
                    </a:moveTo>
                    <a:cubicBezTo>
                      <a:pt x="14" y="2"/>
                      <a:pt x="15" y="4"/>
                      <a:pt x="15" y="6"/>
                    </a:cubicBezTo>
                    <a:cubicBezTo>
                      <a:pt x="15" y="9"/>
                      <a:pt x="14" y="12"/>
                      <a:pt x="11" y="13"/>
                    </a:cubicBezTo>
                    <a:cubicBezTo>
                      <a:pt x="9" y="13"/>
                      <a:pt x="8" y="13"/>
                      <a:pt x="6" y="13"/>
                    </a:cubicBezTo>
                    <a:cubicBezTo>
                      <a:pt x="4" y="13"/>
                      <a:pt x="3" y="12"/>
                      <a:pt x="2" y="12"/>
                    </a:cubicBezTo>
                    <a:cubicBezTo>
                      <a:pt x="1" y="10"/>
                      <a:pt x="0" y="9"/>
                      <a:pt x="0" y="6"/>
                    </a:cubicBezTo>
                    <a:cubicBezTo>
                      <a:pt x="0" y="4"/>
                      <a:pt x="1" y="3"/>
                      <a:pt x="2" y="1"/>
                    </a:cubicBezTo>
                    <a:cubicBezTo>
                      <a:pt x="5" y="0"/>
                      <a:pt x="9" y="0"/>
                      <a:pt x="12" y="0"/>
                    </a:cubicBezTo>
                    <a:close/>
                  </a:path>
                </a:pathLst>
              </a:custGeom>
              <a:solidFill>
                <a:srgbClr val="2A100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5236" name="Oval 178">
                <a:extLst>
                  <a:ext uri="{FF2B5EF4-FFF2-40B4-BE49-F238E27FC236}">
                    <a16:creationId xmlns:a16="http://schemas.microsoft.com/office/drawing/2014/main" id="{E422EC2C-1C5A-438C-9CDD-67B8AEE591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39" y="949"/>
                <a:ext cx="11" cy="9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95237" name="Freeform 179">
                <a:extLst>
                  <a:ext uri="{FF2B5EF4-FFF2-40B4-BE49-F238E27FC236}">
                    <a16:creationId xmlns:a16="http://schemas.microsoft.com/office/drawing/2014/main" id="{B08EF2A6-00C1-44F8-9D85-C8BFE2656B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6" y="949"/>
                <a:ext cx="8" cy="8"/>
              </a:xfrm>
              <a:custGeom>
                <a:avLst/>
                <a:gdLst>
                  <a:gd name="T0" fmla="*/ 21 w 5"/>
                  <a:gd name="T1" fmla="*/ 13 h 5"/>
                  <a:gd name="T2" fmla="*/ 13 w 5"/>
                  <a:gd name="T3" fmla="*/ 0 h 5"/>
                  <a:gd name="T4" fmla="*/ 5 w 5"/>
                  <a:gd name="T5" fmla="*/ 8 h 5"/>
                  <a:gd name="T6" fmla="*/ 13 w 5"/>
                  <a:gd name="T7" fmla="*/ 21 h 5"/>
                  <a:gd name="T8" fmla="*/ 21 w 5"/>
                  <a:gd name="T9" fmla="*/ 13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5" y="3"/>
                    </a:moveTo>
                    <a:cubicBezTo>
                      <a:pt x="5" y="1"/>
                      <a:pt x="4" y="0"/>
                      <a:pt x="3" y="0"/>
                    </a:cubicBezTo>
                    <a:cubicBezTo>
                      <a:pt x="2" y="0"/>
                      <a:pt x="1" y="1"/>
                      <a:pt x="1" y="2"/>
                    </a:cubicBezTo>
                    <a:cubicBezTo>
                      <a:pt x="0" y="4"/>
                      <a:pt x="1" y="5"/>
                      <a:pt x="3" y="5"/>
                    </a:cubicBezTo>
                    <a:cubicBezTo>
                      <a:pt x="4" y="5"/>
                      <a:pt x="5" y="4"/>
                      <a:pt x="5" y="3"/>
                    </a:cubicBezTo>
                  </a:path>
                </a:pathLst>
              </a:custGeom>
              <a:solidFill>
                <a:srgbClr val="E5AF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5238" name="Freeform 180">
                <a:extLst>
                  <a:ext uri="{FF2B5EF4-FFF2-40B4-BE49-F238E27FC236}">
                    <a16:creationId xmlns:a16="http://schemas.microsoft.com/office/drawing/2014/main" id="{0C2634E9-8A54-43CA-B84C-7591AB31A4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1" y="937"/>
                <a:ext cx="44" cy="32"/>
              </a:xfrm>
              <a:custGeom>
                <a:avLst/>
                <a:gdLst>
                  <a:gd name="T0" fmla="*/ 0 w 29"/>
                  <a:gd name="T1" fmla="*/ 40 h 21"/>
                  <a:gd name="T2" fmla="*/ 14 w 29"/>
                  <a:gd name="T3" fmla="*/ 27 h 21"/>
                  <a:gd name="T4" fmla="*/ 102 w 29"/>
                  <a:gd name="T5" fmla="*/ 41 h 21"/>
                  <a:gd name="T6" fmla="*/ 49 w 29"/>
                  <a:gd name="T7" fmla="*/ 62 h 21"/>
                  <a:gd name="T8" fmla="*/ 12 w 29"/>
                  <a:gd name="T9" fmla="*/ 46 h 21"/>
                  <a:gd name="T10" fmla="*/ 0 w 29"/>
                  <a:gd name="T11" fmla="*/ 40 h 2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9" h="21">
                    <a:moveTo>
                      <a:pt x="0" y="11"/>
                    </a:moveTo>
                    <a:cubicBezTo>
                      <a:pt x="0" y="11"/>
                      <a:pt x="3" y="9"/>
                      <a:pt x="4" y="8"/>
                    </a:cubicBezTo>
                    <a:cubicBezTo>
                      <a:pt x="5" y="8"/>
                      <a:pt x="25" y="0"/>
                      <a:pt x="29" y="12"/>
                    </a:cubicBezTo>
                    <a:cubicBezTo>
                      <a:pt x="29" y="12"/>
                      <a:pt x="25" y="21"/>
                      <a:pt x="14" y="18"/>
                    </a:cubicBezTo>
                    <a:cubicBezTo>
                      <a:pt x="3" y="15"/>
                      <a:pt x="5" y="12"/>
                      <a:pt x="3" y="13"/>
                    </a:cubicBezTo>
                    <a:cubicBezTo>
                      <a:pt x="0" y="13"/>
                      <a:pt x="0" y="13"/>
                      <a:pt x="0" y="11"/>
                    </a:cubicBezTo>
                    <a:close/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5239" name="Freeform 181">
                <a:extLst>
                  <a:ext uri="{FF2B5EF4-FFF2-40B4-BE49-F238E27FC236}">
                    <a16:creationId xmlns:a16="http://schemas.microsoft.com/office/drawing/2014/main" id="{F83392B8-7B2F-4B2B-86F7-30AF335D00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7" y="909"/>
                <a:ext cx="70" cy="33"/>
              </a:xfrm>
              <a:custGeom>
                <a:avLst/>
                <a:gdLst>
                  <a:gd name="T0" fmla="*/ 26 w 46"/>
                  <a:gd name="T1" fmla="*/ 14 h 22"/>
                  <a:gd name="T2" fmla="*/ 5 w 46"/>
                  <a:gd name="T3" fmla="*/ 5 h 22"/>
                  <a:gd name="T4" fmla="*/ 18 w 46"/>
                  <a:gd name="T5" fmla="*/ 18 h 22"/>
                  <a:gd name="T6" fmla="*/ 8 w 46"/>
                  <a:gd name="T7" fmla="*/ 14 h 22"/>
                  <a:gd name="T8" fmla="*/ 14 w 46"/>
                  <a:gd name="T9" fmla="*/ 21 h 22"/>
                  <a:gd name="T10" fmla="*/ 0 w 46"/>
                  <a:gd name="T11" fmla="*/ 32 h 22"/>
                  <a:gd name="T12" fmla="*/ 8 w 46"/>
                  <a:gd name="T13" fmla="*/ 32 h 22"/>
                  <a:gd name="T14" fmla="*/ 0 w 46"/>
                  <a:gd name="T15" fmla="*/ 45 h 22"/>
                  <a:gd name="T16" fmla="*/ 12 w 46"/>
                  <a:gd name="T17" fmla="*/ 41 h 22"/>
                  <a:gd name="T18" fmla="*/ 8 w 46"/>
                  <a:gd name="T19" fmla="*/ 45 h 22"/>
                  <a:gd name="T20" fmla="*/ 12 w 46"/>
                  <a:gd name="T21" fmla="*/ 41 h 22"/>
                  <a:gd name="T22" fmla="*/ 12 w 46"/>
                  <a:gd name="T23" fmla="*/ 48 h 22"/>
                  <a:gd name="T24" fmla="*/ 21 w 46"/>
                  <a:gd name="T25" fmla="*/ 39 h 22"/>
                  <a:gd name="T26" fmla="*/ 21 w 46"/>
                  <a:gd name="T27" fmla="*/ 48 h 22"/>
                  <a:gd name="T28" fmla="*/ 27 w 46"/>
                  <a:gd name="T29" fmla="*/ 45 h 22"/>
                  <a:gd name="T30" fmla="*/ 26 w 46"/>
                  <a:gd name="T31" fmla="*/ 45 h 22"/>
                  <a:gd name="T32" fmla="*/ 40 w 46"/>
                  <a:gd name="T33" fmla="*/ 41 h 22"/>
                  <a:gd name="T34" fmla="*/ 35 w 46"/>
                  <a:gd name="T35" fmla="*/ 48 h 22"/>
                  <a:gd name="T36" fmla="*/ 61 w 46"/>
                  <a:gd name="T37" fmla="*/ 39 h 22"/>
                  <a:gd name="T38" fmla="*/ 49 w 46"/>
                  <a:gd name="T39" fmla="*/ 45 h 22"/>
                  <a:gd name="T40" fmla="*/ 70 w 46"/>
                  <a:gd name="T41" fmla="*/ 41 h 22"/>
                  <a:gd name="T42" fmla="*/ 62 w 46"/>
                  <a:gd name="T43" fmla="*/ 45 h 22"/>
                  <a:gd name="T44" fmla="*/ 81 w 46"/>
                  <a:gd name="T45" fmla="*/ 45 h 22"/>
                  <a:gd name="T46" fmla="*/ 81 w 46"/>
                  <a:gd name="T47" fmla="*/ 45 h 22"/>
                  <a:gd name="T48" fmla="*/ 110 w 46"/>
                  <a:gd name="T49" fmla="*/ 45 h 22"/>
                  <a:gd name="T50" fmla="*/ 107 w 46"/>
                  <a:gd name="T51" fmla="*/ 48 h 22"/>
                  <a:gd name="T52" fmla="*/ 114 w 46"/>
                  <a:gd name="T53" fmla="*/ 48 h 22"/>
                  <a:gd name="T54" fmla="*/ 110 w 46"/>
                  <a:gd name="T55" fmla="*/ 53 h 22"/>
                  <a:gd name="T56" fmla="*/ 114 w 46"/>
                  <a:gd name="T57" fmla="*/ 53 h 22"/>
                  <a:gd name="T58" fmla="*/ 114 w 46"/>
                  <a:gd name="T59" fmla="*/ 53 h 22"/>
                  <a:gd name="T60" fmla="*/ 123 w 46"/>
                  <a:gd name="T61" fmla="*/ 54 h 22"/>
                  <a:gd name="T62" fmla="*/ 123 w 46"/>
                  <a:gd name="T63" fmla="*/ 59 h 22"/>
                  <a:gd name="T64" fmla="*/ 137 w 46"/>
                  <a:gd name="T65" fmla="*/ 59 h 22"/>
                  <a:gd name="T66" fmla="*/ 134 w 46"/>
                  <a:gd name="T67" fmla="*/ 62 h 22"/>
                  <a:gd name="T68" fmla="*/ 143 w 46"/>
                  <a:gd name="T69" fmla="*/ 66 h 22"/>
                  <a:gd name="T70" fmla="*/ 143 w 46"/>
                  <a:gd name="T71" fmla="*/ 66 h 22"/>
                  <a:gd name="T72" fmla="*/ 157 w 46"/>
                  <a:gd name="T73" fmla="*/ 72 h 22"/>
                  <a:gd name="T74" fmla="*/ 163 w 46"/>
                  <a:gd name="T75" fmla="*/ 75 h 22"/>
                  <a:gd name="T76" fmla="*/ 151 w 46"/>
                  <a:gd name="T77" fmla="*/ 66 h 22"/>
                  <a:gd name="T78" fmla="*/ 157 w 46"/>
                  <a:gd name="T79" fmla="*/ 66 h 22"/>
                  <a:gd name="T80" fmla="*/ 151 w 46"/>
                  <a:gd name="T81" fmla="*/ 62 h 22"/>
                  <a:gd name="T82" fmla="*/ 120 w 46"/>
                  <a:gd name="T83" fmla="*/ 48 h 22"/>
                  <a:gd name="T84" fmla="*/ 128 w 46"/>
                  <a:gd name="T85" fmla="*/ 41 h 22"/>
                  <a:gd name="T86" fmla="*/ 120 w 46"/>
                  <a:gd name="T87" fmla="*/ 39 h 22"/>
                  <a:gd name="T88" fmla="*/ 110 w 46"/>
                  <a:gd name="T89" fmla="*/ 27 h 22"/>
                  <a:gd name="T90" fmla="*/ 99 w 46"/>
                  <a:gd name="T91" fmla="*/ 27 h 22"/>
                  <a:gd name="T92" fmla="*/ 102 w 46"/>
                  <a:gd name="T93" fmla="*/ 26 h 22"/>
                  <a:gd name="T94" fmla="*/ 93 w 46"/>
                  <a:gd name="T95" fmla="*/ 26 h 22"/>
                  <a:gd name="T96" fmla="*/ 88 w 46"/>
                  <a:gd name="T97" fmla="*/ 12 h 22"/>
                  <a:gd name="T98" fmla="*/ 70 w 46"/>
                  <a:gd name="T99" fmla="*/ 21 h 22"/>
                  <a:gd name="T100" fmla="*/ 61 w 46"/>
                  <a:gd name="T101" fmla="*/ 12 h 22"/>
                  <a:gd name="T102" fmla="*/ 61 w 46"/>
                  <a:gd name="T103" fmla="*/ 14 h 22"/>
                  <a:gd name="T104" fmla="*/ 53 w 46"/>
                  <a:gd name="T105" fmla="*/ 8 h 22"/>
                  <a:gd name="T106" fmla="*/ 41 w 46"/>
                  <a:gd name="T107" fmla="*/ 5 h 22"/>
                  <a:gd name="T108" fmla="*/ 41 w 46"/>
                  <a:gd name="T109" fmla="*/ 12 h 22"/>
                  <a:gd name="T110" fmla="*/ 27 w 46"/>
                  <a:gd name="T111" fmla="*/ 0 h 22"/>
                  <a:gd name="T112" fmla="*/ 32 w 46"/>
                  <a:gd name="T113" fmla="*/ 8 h 22"/>
                  <a:gd name="T114" fmla="*/ 21 w 46"/>
                  <a:gd name="T115" fmla="*/ 0 h 22"/>
                  <a:gd name="T116" fmla="*/ 26 w 46"/>
                  <a:gd name="T117" fmla="*/ 14 h 22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0" t="0" r="r" b="b"/>
                <a:pathLst>
                  <a:path w="46" h="22">
                    <a:moveTo>
                      <a:pt x="7" y="4"/>
                    </a:moveTo>
                    <a:cubicBezTo>
                      <a:pt x="6" y="3"/>
                      <a:pt x="3" y="2"/>
                      <a:pt x="1" y="1"/>
                    </a:cubicBezTo>
                    <a:cubicBezTo>
                      <a:pt x="3" y="2"/>
                      <a:pt x="5" y="4"/>
                      <a:pt x="5" y="5"/>
                    </a:cubicBezTo>
                    <a:cubicBezTo>
                      <a:pt x="4" y="5"/>
                      <a:pt x="3" y="4"/>
                      <a:pt x="2" y="4"/>
                    </a:cubicBezTo>
                    <a:cubicBezTo>
                      <a:pt x="2" y="5"/>
                      <a:pt x="3" y="6"/>
                      <a:pt x="4" y="6"/>
                    </a:cubicBezTo>
                    <a:cubicBezTo>
                      <a:pt x="3" y="7"/>
                      <a:pt x="1" y="7"/>
                      <a:pt x="0" y="9"/>
                    </a:cubicBezTo>
                    <a:cubicBezTo>
                      <a:pt x="0" y="9"/>
                      <a:pt x="1" y="9"/>
                      <a:pt x="2" y="9"/>
                    </a:cubicBezTo>
                    <a:cubicBezTo>
                      <a:pt x="2" y="11"/>
                      <a:pt x="0" y="11"/>
                      <a:pt x="0" y="13"/>
                    </a:cubicBezTo>
                    <a:cubicBezTo>
                      <a:pt x="1" y="13"/>
                      <a:pt x="2" y="12"/>
                      <a:pt x="3" y="12"/>
                    </a:cubicBezTo>
                    <a:cubicBezTo>
                      <a:pt x="3" y="12"/>
                      <a:pt x="2" y="13"/>
                      <a:pt x="2" y="13"/>
                    </a:cubicBezTo>
                    <a:cubicBezTo>
                      <a:pt x="2" y="13"/>
                      <a:pt x="3" y="13"/>
                      <a:pt x="3" y="12"/>
                    </a:cubicBezTo>
                    <a:cubicBezTo>
                      <a:pt x="3" y="13"/>
                      <a:pt x="3" y="13"/>
                      <a:pt x="3" y="14"/>
                    </a:cubicBezTo>
                    <a:cubicBezTo>
                      <a:pt x="4" y="13"/>
                      <a:pt x="5" y="12"/>
                      <a:pt x="6" y="11"/>
                    </a:cubicBezTo>
                    <a:cubicBezTo>
                      <a:pt x="6" y="12"/>
                      <a:pt x="5" y="13"/>
                      <a:pt x="6" y="14"/>
                    </a:cubicBezTo>
                    <a:cubicBezTo>
                      <a:pt x="6" y="14"/>
                      <a:pt x="7" y="13"/>
                      <a:pt x="8" y="13"/>
                    </a:cubicBezTo>
                    <a:cubicBezTo>
                      <a:pt x="8" y="13"/>
                      <a:pt x="8" y="13"/>
                      <a:pt x="7" y="13"/>
                    </a:cubicBezTo>
                    <a:cubicBezTo>
                      <a:pt x="9" y="13"/>
                      <a:pt x="10" y="12"/>
                      <a:pt x="11" y="12"/>
                    </a:cubicBezTo>
                    <a:cubicBezTo>
                      <a:pt x="11" y="12"/>
                      <a:pt x="10" y="13"/>
                      <a:pt x="10" y="14"/>
                    </a:cubicBezTo>
                    <a:cubicBezTo>
                      <a:pt x="12" y="12"/>
                      <a:pt x="14" y="11"/>
                      <a:pt x="17" y="11"/>
                    </a:cubicBezTo>
                    <a:cubicBezTo>
                      <a:pt x="16" y="11"/>
                      <a:pt x="14" y="12"/>
                      <a:pt x="14" y="13"/>
                    </a:cubicBezTo>
                    <a:cubicBezTo>
                      <a:pt x="16" y="13"/>
                      <a:pt x="18" y="12"/>
                      <a:pt x="20" y="12"/>
                    </a:cubicBezTo>
                    <a:cubicBezTo>
                      <a:pt x="19" y="12"/>
                      <a:pt x="19" y="13"/>
                      <a:pt x="18" y="13"/>
                    </a:cubicBezTo>
                    <a:cubicBezTo>
                      <a:pt x="20" y="13"/>
                      <a:pt x="22" y="12"/>
                      <a:pt x="23" y="13"/>
                    </a:cubicBezTo>
                    <a:cubicBezTo>
                      <a:pt x="23" y="13"/>
                      <a:pt x="23" y="13"/>
                      <a:pt x="23" y="13"/>
                    </a:cubicBezTo>
                    <a:cubicBezTo>
                      <a:pt x="25" y="15"/>
                      <a:pt x="29" y="12"/>
                      <a:pt x="31" y="13"/>
                    </a:cubicBezTo>
                    <a:cubicBezTo>
                      <a:pt x="30" y="14"/>
                      <a:pt x="30" y="14"/>
                      <a:pt x="30" y="14"/>
                    </a:cubicBezTo>
                    <a:cubicBezTo>
                      <a:pt x="30" y="14"/>
                      <a:pt x="31" y="14"/>
                      <a:pt x="32" y="14"/>
                    </a:cubicBezTo>
                    <a:cubicBezTo>
                      <a:pt x="31" y="14"/>
                      <a:pt x="31" y="14"/>
                      <a:pt x="31" y="15"/>
                    </a:cubicBezTo>
                    <a:cubicBezTo>
                      <a:pt x="31" y="15"/>
                      <a:pt x="32" y="15"/>
                      <a:pt x="32" y="15"/>
                    </a:cubicBezTo>
                    <a:cubicBezTo>
                      <a:pt x="32" y="15"/>
                      <a:pt x="32" y="15"/>
                      <a:pt x="32" y="15"/>
                    </a:cubicBezTo>
                    <a:cubicBezTo>
                      <a:pt x="33" y="16"/>
                      <a:pt x="34" y="16"/>
                      <a:pt x="35" y="16"/>
                    </a:cubicBezTo>
                    <a:cubicBezTo>
                      <a:pt x="35" y="16"/>
                      <a:pt x="35" y="16"/>
                      <a:pt x="35" y="17"/>
                    </a:cubicBezTo>
                    <a:cubicBezTo>
                      <a:pt x="37" y="17"/>
                      <a:pt x="38" y="16"/>
                      <a:pt x="39" y="17"/>
                    </a:cubicBezTo>
                    <a:cubicBezTo>
                      <a:pt x="39" y="18"/>
                      <a:pt x="38" y="18"/>
                      <a:pt x="38" y="18"/>
                    </a:cubicBezTo>
                    <a:cubicBezTo>
                      <a:pt x="39" y="19"/>
                      <a:pt x="40" y="18"/>
                      <a:pt x="41" y="19"/>
                    </a:cubicBezTo>
                    <a:cubicBezTo>
                      <a:pt x="41" y="19"/>
                      <a:pt x="41" y="19"/>
                      <a:pt x="41" y="19"/>
                    </a:cubicBezTo>
                    <a:cubicBezTo>
                      <a:pt x="42" y="20"/>
                      <a:pt x="44" y="20"/>
                      <a:pt x="45" y="21"/>
                    </a:cubicBezTo>
                    <a:cubicBezTo>
                      <a:pt x="45" y="22"/>
                      <a:pt x="45" y="22"/>
                      <a:pt x="46" y="22"/>
                    </a:cubicBezTo>
                    <a:cubicBezTo>
                      <a:pt x="45" y="21"/>
                      <a:pt x="44" y="20"/>
                      <a:pt x="43" y="19"/>
                    </a:cubicBezTo>
                    <a:cubicBezTo>
                      <a:pt x="44" y="19"/>
                      <a:pt x="44" y="19"/>
                      <a:pt x="45" y="19"/>
                    </a:cubicBezTo>
                    <a:cubicBezTo>
                      <a:pt x="45" y="18"/>
                      <a:pt x="44" y="18"/>
                      <a:pt x="43" y="18"/>
                    </a:cubicBezTo>
                    <a:cubicBezTo>
                      <a:pt x="45" y="15"/>
                      <a:pt x="35" y="14"/>
                      <a:pt x="34" y="14"/>
                    </a:cubicBezTo>
                    <a:cubicBezTo>
                      <a:pt x="35" y="13"/>
                      <a:pt x="35" y="13"/>
                      <a:pt x="36" y="12"/>
                    </a:cubicBezTo>
                    <a:cubicBezTo>
                      <a:pt x="34" y="12"/>
                      <a:pt x="31" y="11"/>
                      <a:pt x="34" y="11"/>
                    </a:cubicBezTo>
                    <a:cubicBezTo>
                      <a:pt x="33" y="10"/>
                      <a:pt x="30" y="10"/>
                      <a:pt x="31" y="8"/>
                    </a:cubicBezTo>
                    <a:cubicBezTo>
                      <a:pt x="30" y="9"/>
                      <a:pt x="29" y="9"/>
                      <a:pt x="28" y="8"/>
                    </a:cubicBezTo>
                    <a:cubicBezTo>
                      <a:pt x="28" y="8"/>
                      <a:pt x="29" y="7"/>
                      <a:pt x="29" y="7"/>
                    </a:cubicBezTo>
                    <a:cubicBezTo>
                      <a:pt x="29" y="7"/>
                      <a:pt x="27" y="8"/>
                      <a:pt x="26" y="7"/>
                    </a:cubicBezTo>
                    <a:cubicBezTo>
                      <a:pt x="25" y="6"/>
                      <a:pt x="26" y="4"/>
                      <a:pt x="25" y="3"/>
                    </a:cubicBezTo>
                    <a:cubicBezTo>
                      <a:pt x="23" y="4"/>
                      <a:pt x="22" y="7"/>
                      <a:pt x="20" y="6"/>
                    </a:cubicBezTo>
                    <a:cubicBezTo>
                      <a:pt x="18" y="6"/>
                      <a:pt x="19" y="4"/>
                      <a:pt x="17" y="3"/>
                    </a:cubicBezTo>
                    <a:cubicBezTo>
                      <a:pt x="17" y="4"/>
                      <a:pt x="17" y="4"/>
                      <a:pt x="17" y="4"/>
                    </a:cubicBezTo>
                    <a:cubicBezTo>
                      <a:pt x="16" y="3"/>
                      <a:pt x="16" y="2"/>
                      <a:pt x="15" y="2"/>
                    </a:cubicBezTo>
                    <a:cubicBezTo>
                      <a:pt x="15" y="5"/>
                      <a:pt x="13" y="1"/>
                      <a:pt x="12" y="1"/>
                    </a:cubicBezTo>
                    <a:cubicBezTo>
                      <a:pt x="12" y="2"/>
                      <a:pt x="12" y="2"/>
                      <a:pt x="12" y="3"/>
                    </a:cubicBezTo>
                    <a:cubicBezTo>
                      <a:pt x="10" y="2"/>
                      <a:pt x="10" y="1"/>
                      <a:pt x="8" y="0"/>
                    </a:cubicBezTo>
                    <a:cubicBezTo>
                      <a:pt x="9" y="0"/>
                      <a:pt x="8" y="1"/>
                      <a:pt x="9" y="2"/>
                    </a:cubicBezTo>
                    <a:cubicBezTo>
                      <a:pt x="8" y="2"/>
                      <a:pt x="7" y="1"/>
                      <a:pt x="6" y="0"/>
                    </a:cubicBezTo>
                    <a:cubicBezTo>
                      <a:pt x="4" y="2"/>
                      <a:pt x="6" y="3"/>
                      <a:pt x="7" y="4"/>
                    </a:cubicBezTo>
                  </a:path>
                </a:pathLst>
              </a:custGeom>
              <a:solidFill>
                <a:srgbClr val="ADAD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5240" name="Freeform 182">
                <a:extLst>
                  <a:ext uri="{FF2B5EF4-FFF2-40B4-BE49-F238E27FC236}">
                    <a16:creationId xmlns:a16="http://schemas.microsoft.com/office/drawing/2014/main" id="{A3F7340D-E9AB-447F-AB12-EC669F13B7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7" y="936"/>
                <a:ext cx="32" cy="18"/>
              </a:xfrm>
              <a:custGeom>
                <a:avLst/>
                <a:gdLst>
                  <a:gd name="T0" fmla="*/ 0 w 21"/>
                  <a:gd name="T1" fmla="*/ 0 h 12"/>
                  <a:gd name="T2" fmla="*/ 21 w 21"/>
                  <a:gd name="T3" fmla="*/ 12 h 12"/>
                  <a:gd name="T4" fmla="*/ 35 w 21"/>
                  <a:gd name="T5" fmla="*/ 26 h 12"/>
                  <a:gd name="T6" fmla="*/ 49 w 21"/>
                  <a:gd name="T7" fmla="*/ 35 h 12"/>
                  <a:gd name="T8" fmla="*/ 75 w 21"/>
                  <a:gd name="T9" fmla="*/ 41 h 12"/>
                  <a:gd name="T10" fmla="*/ 40 w 21"/>
                  <a:gd name="T11" fmla="*/ 26 h 12"/>
                  <a:gd name="T12" fmla="*/ 61 w 21"/>
                  <a:gd name="T13" fmla="*/ 27 h 12"/>
                  <a:gd name="T14" fmla="*/ 41 w 21"/>
                  <a:gd name="T15" fmla="*/ 26 h 12"/>
                  <a:gd name="T16" fmla="*/ 26 w 21"/>
                  <a:gd name="T17" fmla="*/ 14 h 12"/>
                  <a:gd name="T18" fmla="*/ 14 w 21"/>
                  <a:gd name="T19" fmla="*/ 8 h 12"/>
                  <a:gd name="T20" fmla="*/ 0 w 21"/>
                  <a:gd name="T21" fmla="*/ 0 h 1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1" h="12">
                    <a:moveTo>
                      <a:pt x="0" y="0"/>
                    </a:moveTo>
                    <a:cubicBezTo>
                      <a:pt x="2" y="0"/>
                      <a:pt x="4" y="2"/>
                      <a:pt x="6" y="3"/>
                    </a:cubicBezTo>
                    <a:cubicBezTo>
                      <a:pt x="7" y="4"/>
                      <a:pt x="8" y="5"/>
                      <a:pt x="10" y="7"/>
                    </a:cubicBezTo>
                    <a:cubicBezTo>
                      <a:pt x="11" y="8"/>
                      <a:pt x="13" y="10"/>
                      <a:pt x="14" y="10"/>
                    </a:cubicBezTo>
                    <a:cubicBezTo>
                      <a:pt x="16" y="11"/>
                      <a:pt x="20" y="12"/>
                      <a:pt x="21" y="12"/>
                    </a:cubicBezTo>
                    <a:cubicBezTo>
                      <a:pt x="18" y="10"/>
                      <a:pt x="13" y="10"/>
                      <a:pt x="11" y="7"/>
                    </a:cubicBezTo>
                    <a:cubicBezTo>
                      <a:pt x="13" y="8"/>
                      <a:pt x="15" y="7"/>
                      <a:pt x="17" y="8"/>
                    </a:cubicBezTo>
                    <a:cubicBezTo>
                      <a:pt x="15" y="8"/>
                      <a:pt x="14" y="7"/>
                      <a:pt x="12" y="7"/>
                    </a:cubicBezTo>
                    <a:cubicBezTo>
                      <a:pt x="10" y="6"/>
                      <a:pt x="9" y="5"/>
                      <a:pt x="7" y="4"/>
                    </a:cubicBezTo>
                    <a:cubicBezTo>
                      <a:pt x="6" y="4"/>
                      <a:pt x="5" y="2"/>
                      <a:pt x="4" y="2"/>
                    </a:cubicBezTo>
                    <a:cubicBezTo>
                      <a:pt x="3" y="1"/>
                      <a:pt x="2" y="1"/>
                      <a:pt x="0" y="0"/>
                    </a:cubicBezTo>
                  </a:path>
                </a:pathLst>
              </a:custGeom>
              <a:solidFill>
                <a:srgbClr val="8E4C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5241" name="Freeform 183">
                <a:extLst>
                  <a:ext uri="{FF2B5EF4-FFF2-40B4-BE49-F238E27FC236}">
                    <a16:creationId xmlns:a16="http://schemas.microsoft.com/office/drawing/2014/main" id="{D2003899-40B3-4454-9E93-70025B4C5B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5" y="933"/>
                <a:ext cx="18" cy="7"/>
              </a:xfrm>
              <a:custGeom>
                <a:avLst/>
                <a:gdLst>
                  <a:gd name="T0" fmla="*/ 0 w 12"/>
                  <a:gd name="T1" fmla="*/ 0 h 5"/>
                  <a:gd name="T2" fmla="*/ 21 w 12"/>
                  <a:gd name="T3" fmla="*/ 11 h 5"/>
                  <a:gd name="T4" fmla="*/ 41 w 12"/>
                  <a:gd name="T5" fmla="*/ 14 h 5"/>
                  <a:gd name="T6" fmla="*/ 18 w 12"/>
                  <a:gd name="T7" fmla="*/ 8 h 5"/>
                  <a:gd name="T8" fmla="*/ 0 w 12"/>
                  <a:gd name="T9" fmla="*/ 1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5">
                    <a:moveTo>
                      <a:pt x="0" y="0"/>
                    </a:moveTo>
                    <a:cubicBezTo>
                      <a:pt x="1" y="2"/>
                      <a:pt x="3" y="3"/>
                      <a:pt x="6" y="4"/>
                    </a:cubicBezTo>
                    <a:cubicBezTo>
                      <a:pt x="8" y="4"/>
                      <a:pt x="10" y="5"/>
                      <a:pt x="12" y="5"/>
                    </a:cubicBezTo>
                    <a:cubicBezTo>
                      <a:pt x="9" y="4"/>
                      <a:pt x="7" y="3"/>
                      <a:pt x="5" y="3"/>
                    </a:cubicBezTo>
                    <a:cubicBezTo>
                      <a:pt x="3" y="2"/>
                      <a:pt x="1" y="2"/>
                      <a:pt x="0" y="1"/>
                    </a:cubicBezTo>
                  </a:path>
                </a:pathLst>
              </a:custGeom>
              <a:solidFill>
                <a:srgbClr val="8E4C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5242" name="Freeform 184">
                <a:extLst>
                  <a:ext uri="{FF2B5EF4-FFF2-40B4-BE49-F238E27FC236}">
                    <a16:creationId xmlns:a16="http://schemas.microsoft.com/office/drawing/2014/main" id="{AED76AFA-2908-4AA2-AF84-7B86D9E18E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4" y="930"/>
                <a:ext cx="12" cy="4"/>
              </a:xfrm>
              <a:custGeom>
                <a:avLst/>
                <a:gdLst>
                  <a:gd name="T0" fmla="*/ 0 w 8"/>
                  <a:gd name="T1" fmla="*/ 0 h 3"/>
                  <a:gd name="T2" fmla="*/ 18 w 8"/>
                  <a:gd name="T3" fmla="*/ 7 h 3"/>
                  <a:gd name="T4" fmla="*/ 27 w 8"/>
                  <a:gd name="T5" fmla="*/ 7 h 3"/>
                  <a:gd name="T6" fmla="*/ 12 w 8"/>
                  <a:gd name="T7" fmla="*/ 1 h 3"/>
                  <a:gd name="T8" fmla="*/ 0 w 8"/>
                  <a:gd name="T9" fmla="*/ 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3">
                    <a:moveTo>
                      <a:pt x="0" y="0"/>
                    </a:moveTo>
                    <a:cubicBezTo>
                      <a:pt x="1" y="1"/>
                      <a:pt x="3" y="2"/>
                      <a:pt x="5" y="3"/>
                    </a:cubicBezTo>
                    <a:cubicBezTo>
                      <a:pt x="6" y="3"/>
                      <a:pt x="7" y="3"/>
                      <a:pt x="8" y="3"/>
                    </a:cubicBezTo>
                    <a:cubicBezTo>
                      <a:pt x="6" y="2"/>
                      <a:pt x="5" y="2"/>
                      <a:pt x="3" y="1"/>
                    </a:cubicBezTo>
                    <a:cubicBezTo>
                      <a:pt x="2" y="1"/>
                      <a:pt x="1" y="1"/>
                      <a:pt x="0" y="1"/>
                    </a:cubicBezTo>
                  </a:path>
                </a:pathLst>
              </a:custGeom>
              <a:solidFill>
                <a:srgbClr val="8E4C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5243" name="Freeform 185">
                <a:extLst>
                  <a:ext uri="{FF2B5EF4-FFF2-40B4-BE49-F238E27FC236}">
                    <a16:creationId xmlns:a16="http://schemas.microsoft.com/office/drawing/2014/main" id="{4C824482-6AA7-46BC-B54F-BE228D22EB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9" y="964"/>
                <a:ext cx="21" cy="8"/>
              </a:xfrm>
              <a:custGeom>
                <a:avLst/>
                <a:gdLst>
                  <a:gd name="T0" fmla="*/ 0 w 14"/>
                  <a:gd name="T1" fmla="*/ 0 h 5"/>
                  <a:gd name="T2" fmla="*/ 21 w 14"/>
                  <a:gd name="T3" fmla="*/ 5 h 5"/>
                  <a:gd name="T4" fmla="*/ 32 w 14"/>
                  <a:gd name="T5" fmla="*/ 13 h 5"/>
                  <a:gd name="T6" fmla="*/ 48 w 14"/>
                  <a:gd name="T7" fmla="*/ 21 h 5"/>
                  <a:gd name="T8" fmla="*/ 21 w 14"/>
                  <a:gd name="T9" fmla="*/ 13 h 5"/>
                  <a:gd name="T10" fmla="*/ 5 w 14"/>
                  <a:gd name="T11" fmla="*/ 0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" h="5">
                    <a:moveTo>
                      <a:pt x="0" y="0"/>
                    </a:moveTo>
                    <a:cubicBezTo>
                      <a:pt x="2" y="0"/>
                      <a:pt x="4" y="1"/>
                      <a:pt x="6" y="1"/>
                    </a:cubicBezTo>
                    <a:cubicBezTo>
                      <a:pt x="7" y="2"/>
                      <a:pt x="8" y="3"/>
                      <a:pt x="9" y="3"/>
                    </a:cubicBezTo>
                    <a:cubicBezTo>
                      <a:pt x="11" y="4"/>
                      <a:pt x="13" y="4"/>
                      <a:pt x="14" y="5"/>
                    </a:cubicBezTo>
                    <a:cubicBezTo>
                      <a:pt x="11" y="5"/>
                      <a:pt x="8" y="4"/>
                      <a:pt x="6" y="3"/>
                    </a:cubicBezTo>
                    <a:cubicBezTo>
                      <a:pt x="5" y="2"/>
                      <a:pt x="2" y="0"/>
                      <a:pt x="1" y="0"/>
                    </a:cubicBezTo>
                  </a:path>
                </a:pathLst>
              </a:custGeom>
              <a:solidFill>
                <a:srgbClr val="8E4C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5244" name="Freeform 186">
                <a:extLst>
                  <a:ext uri="{FF2B5EF4-FFF2-40B4-BE49-F238E27FC236}">
                    <a16:creationId xmlns:a16="http://schemas.microsoft.com/office/drawing/2014/main" id="{E4F605A2-6C74-4887-A898-8C14C06C62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9" y="875"/>
                <a:ext cx="45" cy="52"/>
              </a:xfrm>
              <a:custGeom>
                <a:avLst/>
                <a:gdLst>
                  <a:gd name="T0" fmla="*/ 102 w 30"/>
                  <a:gd name="T1" fmla="*/ 0 h 34"/>
                  <a:gd name="T2" fmla="*/ 66 w 30"/>
                  <a:gd name="T3" fmla="*/ 26 h 34"/>
                  <a:gd name="T4" fmla="*/ 41 w 30"/>
                  <a:gd name="T5" fmla="*/ 49 h 34"/>
                  <a:gd name="T6" fmla="*/ 0 w 30"/>
                  <a:gd name="T7" fmla="*/ 122 h 34"/>
                  <a:gd name="T8" fmla="*/ 27 w 30"/>
                  <a:gd name="T9" fmla="*/ 67 h 34"/>
                  <a:gd name="T10" fmla="*/ 45 w 30"/>
                  <a:gd name="T11" fmla="*/ 32 h 34"/>
                  <a:gd name="T12" fmla="*/ 95 w 30"/>
                  <a:gd name="T13" fmla="*/ 0 h 3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34">
                    <a:moveTo>
                      <a:pt x="30" y="0"/>
                    </a:moveTo>
                    <a:cubicBezTo>
                      <a:pt x="27" y="4"/>
                      <a:pt x="23" y="5"/>
                      <a:pt x="19" y="7"/>
                    </a:cubicBezTo>
                    <a:cubicBezTo>
                      <a:pt x="16" y="8"/>
                      <a:pt x="14" y="11"/>
                      <a:pt x="12" y="14"/>
                    </a:cubicBezTo>
                    <a:cubicBezTo>
                      <a:pt x="8" y="21"/>
                      <a:pt x="3" y="27"/>
                      <a:pt x="0" y="34"/>
                    </a:cubicBezTo>
                    <a:cubicBezTo>
                      <a:pt x="4" y="30"/>
                      <a:pt x="6" y="24"/>
                      <a:pt x="8" y="19"/>
                    </a:cubicBezTo>
                    <a:cubicBezTo>
                      <a:pt x="10" y="16"/>
                      <a:pt x="11" y="11"/>
                      <a:pt x="13" y="9"/>
                    </a:cubicBezTo>
                    <a:cubicBezTo>
                      <a:pt x="18" y="5"/>
                      <a:pt x="24" y="5"/>
                      <a:pt x="28" y="0"/>
                    </a:cubicBezTo>
                  </a:path>
                </a:pathLst>
              </a:custGeom>
              <a:solidFill>
                <a:srgbClr val="8E4C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5245" name="Freeform 187">
                <a:extLst>
                  <a:ext uri="{FF2B5EF4-FFF2-40B4-BE49-F238E27FC236}">
                    <a16:creationId xmlns:a16="http://schemas.microsoft.com/office/drawing/2014/main" id="{2B2CD635-868B-4C81-BC26-804D00156F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3" y="954"/>
                <a:ext cx="17" cy="10"/>
              </a:xfrm>
              <a:custGeom>
                <a:avLst/>
                <a:gdLst>
                  <a:gd name="T0" fmla="*/ 40 w 11"/>
                  <a:gd name="T1" fmla="*/ 0 h 7"/>
                  <a:gd name="T2" fmla="*/ 0 w 11"/>
                  <a:gd name="T3" fmla="*/ 20 h 7"/>
                  <a:gd name="T4" fmla="*/ 22 w 11"/>
                  <a:gd name="T5" fmla="*/ 13 h 7"/>
                  <a:gd name="T6" fmla="*/ 36 w 11"/>
                  <a:gd name="T7" fmla="*/ 0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7">
                    <a:moveTo>
                      <a:pt x="11" y="0"/>
                    </a:moveTo>
                    <a:cubicBezTo>
                      <a:pt x="7" y="2"/>
                      <a:pt x="2" y="4"/>
                      <a:pt x="0" y="7"/>
                    </a:cubicBezTo>
                    <a:cubicBezTo>
                      <a:pt x="2" y="6"/>
                      <a:pt x="4" y="5"/>
                      <a:pt x="6" y="4"/>
                    </a:cubicBezTo>
                    <a:cubicBezTo>
                      <a:pt x="7" y="2"/>
                      <a:pt x="9" y="0"/>
                      <a:pt x="10" y="0"/>
                    </a:cubicBezTo>
                  </a:path>
                </a:pathLst>
              </a:custGeom>
              <a:solidFill>
                <a:srgbClr val="8E4C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5246" name="Freeform 188">
                <a:extLst>
                  <a:ext uri="{FF2B5EF4-FFF2-40B4-BE49-F238E27FC236}">
                    <a16:creationId xmlns:a16="http://schemas.microsoft.com/office/drawing/2014/main" id="{90C65F5E-F7EE-423E-AFDB-1CEBB02FF1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2" y="957"/>
                <a:ext cx="11" cy="13"/>
              </a:xfrm>
              <a:custGeom>
                <a:avLst/>
                <a:gdLst>
                  <a:gd name="T0" fmla="*/ 27 w 7"/>
                  <a:gd name="T1" fmla="*/ 0 h 9"/>
                  <a:gd name="T2" fmla="*/ 0 w 7"/>
                  <a:gd name="T3" fmla="*/ 27 h 9"/>
                  <a:gd name="T4" fmla="*/ 27 w 7"/>
                  <a:gd name="T5" fmla="*/ 1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9">
                    <a:moveTo>
                      <a:pt x="7" y="0"/>
                    </a:moveTo>
                    <a:cubicBezTo>
                      <a:pt x="4" y="3"/>
                      <a:pt x="2" y="5"/>
                      <a:pt x="0" y="9"/>
                    </a:cubicBezTo>
                    <a:cubicBezTo>
                      <a:pt x="3" y="8"/>
                      <a:pt x="6" y="4"/>
                      <a:pt x="7" y="1"/>
                    </a:cubicBezTo>
                  </a:path>
                </a:pathLst>
              </a:custGeom>
              <a:solidFill>
                <a:srgbClr val="8E4C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5247" name="Freeform 189">
                <a:extLst>
                  <a:ext uri="{FF2B5EF4-FFF2-40B4-BE49-F238E27FC236}">
                    <a16:creationId xmlns:a16="http://schemas.microsoft.com/office/drawing/2014/main" id="{0BA1ECCB-380A-4B42-BD2D-77ED9AD779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7" y="961"/>
                <a:ext cx="38" cy="25"/>
              </a:xfrm>
              <a:custGeom>
                <a:avLst/>
                <a:gdLst>
                  <a:gd name="T0" fmla="*/ 88 w 25"/>
                  <a:gd name="T1" fmla="*/ 0 h 16"/>
                  <a:gd name="T2" fmla="*/ 49 w 25"/>
                  <a:gd name="T3" fmla="*/ 42 h 16"/>
                  <a:gd name="T4" fmla="*/ 21 w 25"/>
                  <a:gd name="T5" fmla="*/ 56 h 16"/>
                  <a:gd name="T6" fmla="*/ 0 w 25"/>
                  <a:gd name="T7" fmla="*/ 61 h 16"/>
                  <a:gd name="T8" fmla="*/ 46 w 25"/>
                  <a:gd name="T9" fmla="*/ 31 h 16"/>
                  <a:gd name="T10" fmla="*/ 62 w 25"/>
                  <a:gd name="T11" fmla="*/ 13 h 16"/>
                  <a:gd name="T12" fmla="*/ 88 w 25"/>
                  <a:gd name="T13" fmla="*/ 0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" h="16">
                    <a:moveTo>
                      <a:pt x="25" y="0"/>
                    </a:moveTo>
                    <a:cubicBezTo>
                      <a:pt x="19" y="2"/>
                      <a:pt x="18" y="7"/>
                      <a:pt x="14" y="11"/>
                    </a:cubicBezTo>
                    <a:cubicBezTo>
                      <a:pt x="11" y="13"/>
                      <a:pt x="9" y="15"/>
                      <a:pt x="6" y="15"/>
                    </a:cubicBezTo>
                    <a:cubicBezTo>
                      <a:pt x="4" y="16"/>
                      <a:pt x="2" y="16"/>
                      <a:pt x="0" y="16"/>
                    </a:cubicBezTo>
                    <a:cubicBezTo>
                      <a:pt x="6" y="15"/>
                      <a:pt x="10" y="14"/>
                      <a:pt x="13" y="8"/>
                    </a:cubicBezTo>
                    <a:cubicBezTo>
                      <a:pt x="15" y="6"/>
                      <a:pt x="16" y="4"/>
                      <a:pt x="18" y="3"/>
                    </a:cubicBezTo>
                    <a:cubicBezTo>
                      <a:pt x="20" y="1"/>
                      <a:pt x="23" y="1"/>
                      <a:pt x="25" y="0"/>
                    </a:cubicBezTo>
                  </a:path>
                </a:pathLst>
              </a:custGeom>
              <a:solidFill>
                <a:srgbClr val="8E4C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5248" name="Freeform 190">
                <a:extLst>
                  <a:ext uri="{FF2B5EF4-FFF2-40B4-BE49-F238E27FC236}">
                    <a16:creationId xmlns:a16="http://schemas.microsoft.com/office/drawing/2014/main" id="{DADBBD29-3316-4021-8925-B6AAB883ED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8" y="909"/>
                <a:ext cx="15" cy="27"/>
              </a:xfrm>
              <a:custGeom>
                <a:avLst/>
                <a:gdLst>
                  <a:gd name="T0" fmla="*/ 0 w 10"/>
                  <a:gd name="T1" fmla="*/ 62 h 18"/>
                  <a:gd name="T2" fmla="*/ 18 w 10"/>
                  <a:gd name="T3" fmla="*/ 35 h 18"/>
                  <a:gd name="T4" fmla="*/ 27 w 10"/>
                  <a:gd name="T5" fmla="*/ 21 h 18"/>
                  <a:gd name="T6" fmla="*/ 32 w 10"/>
                  <a:gd name="T7" fmla="*/ 0 h 18"/>
                  <a:gd name="T8" fmla="*/ 32 w 10"/>
                  <a:gd name="T9" fmla="*/ 21 h 18"/>
                  <a:gd name="T10" fmla="*/ 26 w 10"/>
                  <a:gd name="T11" fmla="*/ 35 h 18"/>
                  <a:gd name="T12" fmla="*/ 0 w 10"/>
                  <a:gd name="T13" fmla="*/ 59 h 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18">
                    <a:moveTo>
                      <a:pt x="0" y="18"/>
                    </a:moveTo>
                    <a:cubicBezTo>
                      <a:pt x="3" y="17"/>
                      <a:pt x="4" y="13"/>
                      <a:pt x="5" y="10"/>
                    </a:cubicBezTo>
                    <a:cubicBezTo>
                      <a:pt x="6" y="9"/>
                      <a:pt x="8" y="7"/>
                      <a:pt x="8" y="6"/>
                    </a:cubicBezTo>
                    <a:cubicBezTo>
                      <a:pt x="9" y="4"/>
                      <a:pt x="9" y="2"/>
                      <a:pt x="9" y="0"/>
                    </a:cubicBezTo>
                    <a:cubicBezTo>
                      <a:pt x="9" y="2"/>
                      <a:pt x="10" y="4"/>
                      <a:pt x="9" y="6"/>
                    </a:cubicBezTo>
                    <a:cubicBezTo>
                      <a:pt x="9" y="9"/>
                      <a:pt x="9" y="8"/>
                      <a:pt x="7" y="10"/>
                    </a:cubicBezTo>
                    <a:cubicBezTo>
                      <a:pt x="5" y="13"/>
                      <a:pt x="4" y="16"/>
                      <a:pt x="0" y="17"/>
                    </a:cubicBezTo>
                  </a:path>
                </a:pathLst>
              </a:custGeom>
              <a:solidFill>
                <a:srgbClr val="8E4C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5249" name="Freeform 191">
                <a:extLst>
                  <a:ext uri="{FF2B5EF4-FFF2-40B4-BE49-F238E27FC236}">
                    <a16:creationId xmlns:a16="http://schemas.microsoft.com/office/drawing/2014/main" id="{5B416E6B-6B04-4883-8A70-DD7F7C58C0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4" y="922"/>
                <a:ext cx="12" cy="11"/>
              </a:xfrm>
              <a:custGeom>
                <a:avLst/>
                <a:gdLst>
                  <a:gd name="T0" fmla="*/ 0 w 8"/>
                  <a:gd name="T1" fmla="*/ 27 h 7"/>
                  <a:gd name="T2" fmla="*/ 12 w 8"/>
                  <a:gd name="T3" fmla="*/ 13 h 7"/>
                  <a:gd name="T4" fmla="*/ 27 w 8"/>
                  <a:gd name="T5" fmla="*/ 0 h 7"/>
                  <a:gd name="T6" fmla="*/ 5 w 8"/>
                  <a:gd name="T7" fmla="*/ 27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7">
                    <a:moveTo>
                      <a:pt x="0" y="7"/>
                    </a:moveTo>
                    <a:cubicBezTo>
                      <a:pt x="2" y="6"/>
                      <a:pt x="2" y="4"/>
                      <a:pt x="3" y="3"/>
                    </a:cubicBezTo>
                    <a:cubicBezTo>
                      <a:pt x="5" y="2"/>
                      <a:pt x="7" y="2"/>
                      <a:pt x="8" y="0"/>
                    </a:cubicBezTo>
                    <a:cubicBezTo>
                      <a:pt x="7" y="4"/>
                      <a:pt x="2" y="4"/>
                      <a:pt x="1" y="7"/>
                    </a:cubicBezTo>
                  </a:path>
                </a:pathLst>
              </a:custGeom>
              <a:solidFill>
                <a:srgbClr val="8E4C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5250" name="Freeform 192">
                <a:extLst>
                  <a:ext uri="{FF2B5EF4-FFF2-40B4-BE49-F238E27FC236}">
                    <a16:creationId xmlns:a16="http://schemas.microsoft.com/office/drawing/2014/main" id="{22521FB3-72EE-4108-BDBD-AC83C1CF06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1" y="937"/>
                <a:ext cx="20" cy="21"/>
              </a:xfrm>
              <a:custGeom>
                <a:avLst/>
                <a:gdLst>
                  <a:gd name="T0" fmla="*/ 0 w 13"/>
                  <a:gd name="T1" fmla="*/ 21 h 14"/>
                  <a:gd name="T2" fmla="*/ 14 w 13"/>
                  <a:gd name="T3" fmla="*/ 21 h 14"/>
                  <a:gd name="T4" fmla="*/ 28 w 13"/>
                  <a:gd name="T5" fmla="*/ 18 h 14"/>
                  <a:gd name="T6" fmla="*/ 40 w 13"/>
                  <a:gd name="T7" fmla="*/ 8 h 14"/>
                  <a:gd name="T8" fmla="*/ 48 w 13"/>
                  <a:gd name="T9" fmla="*/ 0 h 14"/>
                  <a:gd name="T10" fmla="*/ 43 w 13"/>
                  <a:gd name="T11" fmla="*/ 12 h 14"/>
                  <a:gd name="T12" fmla="*/ 48 w 13"/>
                  <a:gd name="T13" fmla="*/ 14 h 14"/>
                  <a:gd name="T14" fmla="*/ 48 w 13"/>
                  <a:gd name="T15" fmla="*/ 21 h 14"/>
                  <a:gd name="T16" fmla="*/ 48 w 13"/>
                  <a:gd name="T17" fmla="*/ 35 h 14"/>
                  <a:gd name="T18" fmla="*/ 35 w 13"/>
                  <a:gd name="T19" fmla="*/ 48 h 14"/>
                  <a:gd name="T20" fmla="*/ 43 w 13"/>
                  <a:gd name="T21" fmla="*/ 32 h 14"/>
                  <a:gd name="T22" fmla="*/ 28 w 13"/>
                  <a:gd name="T23" fmla="*/ 27 h 14"/>
                  <a:gd name="T24" fmla="*/ 12 w 13"/>
                  <a:gd name="T25" fmla="*/ 26 h 14"/>
                  <a:gd name="T26" fmla="*/ 0 w 13"/>
                  <a:gd name="T27" fmla="*/ 21 h 1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3" h="14">
                    <a:moveTo>
                      <a:pt x="0" y="6"/>
                    </a:moveTo>
                    <a:cubicBezTo>
                      <a:pt x="1" y="5"/>
                      <a:pt x="3" y="6"/>
                      <a:pt x="4" y="6"/>
                    </a:cubicBezTo>
                    <a:cubicBezTo>
                      <a:pt x="5" y="5"/>
                      <a:pt x="7" y="5"/>
                      <a:pt x="8" y="5"/>
                    </a:cubicBezTo>
                    <a:cubicBezTo>
                      <a:pt x="9" y="4"/>
                      <a:pt x="10" y="3"/>
                      <a:pt x="11" y="2"/>
                    </a:cubicBezTo>
                    <a:cubicBezTo>
                      <a:pt x="11" y="2"/>
                      <a:pt x="12" y="1"/>
                      <a:pt x="13" y="0"/>
                    </a:cubicBezTo>
                    <a:cubicBezTo>
                      <a:pt x="12" y="1"/>
                      <a:pt x="12" y="2"/>
                      <a:pt x="12" y="3"/>
                    </a:cubicBezTo>
                    <a:cubicBezTo>
                      <a:pt x="12" y="4"/>
                      <a:pt x="13" y="4"/>
                      <a:pt x="13" y="4"/>
                    </a:cubicBezTo>
                    <a:cubicBezTo>
                      <a:pt x="13" y="5"/>
                      <a:pt x="13" y="6"/>
                      <a:pt x="13" y="6"/>
                    </a:cubicBezTo>
                    <a:cubicBezTo>
                      <a:pt x="13" y="8"/>
                      <a:pt x="13" y="9"/>
                      <a:pt x="13" y="10"/>
                    </a:cubicBezTo>
                    <a:cubicBezTo>
                      <a:pt x="12" y="12"/>
                      <a:pt x="11" y="13"/>
                      <a:pt x="10" y="14"/>
                    </a:cubicBezTo>
                    <a:cubicBezTo>
                      <a:pt x="11" y="13"/>
                      <a:pt x="13" y="10"/>
                      <a:pt x="12" y="9"/>
                    </a:cubicBezTo>
                    <a:cubicBezTo>
                      <a:pt x="11" y="8"/>
                      <a:pt x="9" y="9"/>
                      <a:pt x="8" y="8"/>
                    </a:cubicBezTo>
                    <a:cubicBezTo>
                      <a:pt x="6" y="8"/>
                      <a:pt x="5" y="8"/>
                      <a:pt x="3" y="7"/>
                    </a:cubicBezTo>
                    <a:cubicBezTo>
                      <a:pt x="2" y="7"/>
                      <a:pt x="1" y="6"/>
                      <a:pt x="0" y="6"/>
                    </a:cubicBezTo>
                  </a:path>
                </a:pathLst>
              </a:custGeom>
              <a:solidFill>
                <a:srgbClr val="8E4C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5251" name="Freeform 193">
                <a:extLst>
                  <a:ext uri="{FF2B5EF4-FFF2-40B4-BE49-F238E27FC236}">
                    <a16:creationId xmlns:a16="http://schemas.microsoft.com/office/drawing/2014/main" id="{8A49C0CB-1BDC-43CA-93BD-FD1D6B039F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6" y="975"/>
                <a:ext cx="36" cy="6"/>
              </a:xfrm>
              <a:custGeom>
                <a:avLst/>
                <a:gdLst>
                  <a:gd name="T0" fmla="*/ 81 w 24"/>
                  <a:gd name="T1" fmla="*/ 0 h 4"/>
                  <a:gd name="T2" fmla="*/ 39 w 24"/>
                  <a:gd name="T3" fmla="*/ 5 h 4"/>
                  <a:gd name="T4" fmla="*/ 0 w 24"/>
                  <a:gd name="T5" fmla="*/ 5 h 4"/>
                  <a:gd name="T6" fmla="*/ 21 w 24"/>
                  <a:gd name="T7" fmla="*/ 5 h 4"/>
                  <a:gd name="T8" fmla="*/ 45 w 24"/>
                  <a:gd name="T9" fmla="*/ 12 h 4"/>
                  <a:gd name="T10" fmla="*/ 80 w 24"/>
                  <a:gd name="T11" fmla="*/ 0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4" h="4">
                    <a:moveTo>
                      <a:pt x="24" y="0"/>
                    </a:moveTo>
                    <a:cubicBezTo>
                      <a:pt x="21" y="3"/>
                      <a:pt x="15" y="3"/>
                      <a:pt x="11" y="1"/>
                    </a:cubicBezTo>
                    <a:cubicBezTo>
                      <a:pt x="7" y="0"/>
                      <a:pt x="4" y="0"/>
                      <a:pt x="0" y="1"/>
                    </a:cubicBezTo>
                    <a:cubicBezTo>
                      <a:pt x="2" y="1"/>
                      <a:pt x="4" y="1"/>
                      <a:pt x="6" y="1"/>
                    </a:cubicBezTo>
                    <a:cubicBezTo>
                      <a:pt x="9" y="2"/>
                      <a:pt x="11" y="2"/>
                      <a:pt x="13" y="3"/>
                    </a:cubicBezTo>
                    <a:cubicBezTo>
                      <a:pt x="15" y="3"/>
                      <a:pt x="23" y="4"/>
                      <a:pt x="23" y="0"/>
                    </a:cubicBezTo>
                  </a:path>
                </a:pathLst>
              </a:custGeom>
              <a:solidFill>
                <a:srgbClr val="8E4C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5252" name="Freeform 194">
                <a:extLst>
                  <a:ext uri="{FF2B5EF4-FFF2-40B4-BE49-F238E27FC236}">
                    <a16:creationId xmlns:a16="http://schemas.microsoft.com/office/drawing/2014/main" id="{1099062D-747C-48FC-B7F4-8AD8F5818B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2" y="978"/>
                <a:ext cx="20" cy="6"/>
              </a:xfrm>
              <a:custGeom>
                <a:avLst/>
                <a:gdLst>
                  <a:gd name="T0" fmla="*/ 48 w 13"/>
                  <a:gd name="T1" fmla="*/ 0 h 4"/>
                  <a:gd name="T2" fmla="*/ 26 w 13"/>
                  <a:gd name="T3" fmla="*/ 8 h 4"/>
                  <a:gd name="T4" fmla="*/ 0 w 13"/>
                  <a:gd name="T5" fmla="*/ 14 h 4"/>
                  <a:gd name="T6" fmla="*/ 28 w 13"/>
                  <a:gd name="T7" fmla="*/ 12 h 4"/>
                  <a:gd name="T8" fmla="*/ 43 w 13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4">
                    <a:moveTo>
                      <a:pt x="13" y="0"/>
                    </a:moveTo>
                    <a:cubicBezTo>
                      <a:pt x="11" y="1"/>
                      <a:pt x="9" y="1"/>
                      <a:pt x="7" y="2"/>
                    </a:cubicBezTo>
                    <a:cubicBezTo>
                      <a:pt x="5" y="3"/>
                      <a:pt x="3" y="4"/>
                      <a:pt x="0" y="4"/>
                    </a:cubicBezTo>
                    <a:cubicBezTo>
                      <a:pt x="3" y="4"/>
                      <a:pt x="5" y="4"/>
                      <a:pt x="8" y="3"/>
                    </a:cubicBezTo>
                    <a:cubicBezTo>
                      <a:pt x="9" y="3"/>
                      <a:pt x="10" y="1"/>
                      <a:pt x="12" y="0"/>
                    </a:cubicBezTo>
                  </a:path>
                </a:pathLst>
              </a:custGeom>
              <a:solidFill>
                <a:srgbClr val="8E4C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5253" name="Freeform 195">
                <a:extLst>
                  <a:ext uri="{FF2B5EF4-FFF2-40B4-BE49-F238E27FC236}">
                    <a16:creationId xmlns:a16="http://schemas.microsoft.com/office/drawing/2014/main" id="{F0F4EF34-D84A-4103-9D31-BBBFC3B351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2" y="978"/>
                <a:ext cx="11" cy="5"/>
              </a:xfrm>
              <a:custGeom>
                <a:avLst/>
                <a:gdLst>
                  <a:gd name="T0" fmla="*/ 27 w 7"/>
                  <a:gd name="T1" fmla="*/ 0 h 3"/>
                  <a:gd name="T2" fmla="*/ 27 w 7"/>
                  <a:gd name="T3" fmla="*/ 0 h 3"/>
                  <a:gd name="T4" fmla="*/ 14 w 7"/>
                  <a:gd name="T5" fmla="*/ 5 h 3"/>
                  <a:gd name="T6" fmla="*/ 0 w 7"/>
                  <a:gd name="T7" fmla="*/ 13 h 3"/>
                  <a:gd name="T8" fmla="*/ 13 w 7"/>
                  <a:gd name="T9" fmla="*/ 5 h 3"/>
                  <a:gd name="T10" fmla="*/ 22 w 7"/>
                  <a:gd name="T11" fmla="*/ 0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" h="3">
                    <a:moveTo>
                      <a:pt x="7" y="0"/>
                    </a:moveTo>
                    <a:cubicBezTo>
                      <a:pt x="7" y="0"/>
                      <a:pt x="7" y="0"/>
                      <a:pt x="7" y="0"/>
                    </a:cubicBezTo>
                    <a:cubicBezTo>
                      <a:pt x="6" y="1"/>
                      <a:pt x="5" y="1"/>
                      <a:pt x="4" y="1"/>
                    </a:cubicBezTo>
                    <a:cubicBezTo>
                      <a:pt x="3" y="2"/>
                      <a:pt x="1" y="3"/>
                      <a:pt x="0" y="3"/>
                    </a:cubicBezTo>
                    <a:cubicBezTo>
                      <a:pt x="1" y="2"/>
                      <a:pt x="2" y="1"/>
                      <a:pt x="3" y="1"/>
                    </a:cubicBezTo>
                    <a:cubicBezTo>
                      <a:pt x="4" y="1"/>
                      <a:pt x="6" y="1"/>
                      <a:pt x="6" y="0"/>
                    </a:cubicBezTo>
                  </a:path>
                </a:pathLst>
              </a:custGeom>
              <a:solidFill>
                <a:srgbClr val="8E4C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5254" name="Freeform 196">
                <a:extLst>
                  <a:ext uri="{FF2B5EF4-FFF2-40B4-BE49-F238E27FC236}">
                    <a16:creationId xmlns:a16="http://schemas.microsoft.com/office/drawing/2014/main" id="{BAA366C3-CCD3-4813-97CE-1993C85DF1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1" y="891"/>
                <a:ext cx="10" cy="34"/>
              </a:xfrm>
              <a:custGeom>
                <a:avLst/>
                <a:gdLst>
                  <a:gd name="T0" fmla="*/ 0 w 7"/>
                  <a:gd name="T1" fmla="*/ 74 h 23"/>
                  <a:gd name="T2" fmla="*/ 14 w 7"/>
                  <a:gd name="T3" fmla="*/ 41 h 23"/>
                  <a:gd name="T4" fmla="*/ 20 w 7"/>
                  <a:gd name="T5" fmla="*/ 0 h 23"/>
                  <a:gd name="T6" fmla="*/ 9 w 7"/>
                  <a:gd name="T7" fmla="*/ 41 h 23"/>
                  <a:gd name="T8" fmla="*/ 1 w 7"/>
                  <a:gd name="T9" fmla="*/ 68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23">
                    <a:moveTo>
                      <a:pt x="0" y="23"/>
                    </a:moveTo>
                    <a:cubicBezTo>
                      <a:pt x="3" y="21"/>
                      <a:pt x="5" y="16"/>
                      <a:pt x="5" y="13"/>
                    </a:cubicBezTo>
                    <a:cubicBezTo>
                      <a:pt x="5" y="9"/>
                      <a:pt x="6" y="4"/>
                      <a:pt x="7" y="0"/>
                    </a:cubicBezTo>
                    <a:cubicBezTo>
                      <a:pt x="5" y="5"/>
                      <a:pt x="4" y="9"/>
                      <a:pt x="3" y="13"/>
                    </a:cubicBezTo>
                    <a:cubicBezTo>
                      <a:pt x="3" y="16"/>
                      <a:pt x="3" y="19"/>
                      <a:pt x="1" y="21"/>
                    </a:cubicBezTo>
                  </a:path>
                </a:pathLst>
              </a:custGeom>
              <a:solidFill>
                <a:srgbClr val="C1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5255" name="Freeform 197">
                <a:extLst>
                  <a:ext uri="{FF2B5EF4-FFF2-40B4-BE49-F238E27FC236}">
                    <a16:creationId xmlns:a16="http://schemas.microsoft.com/office/drawing/2014/main" id="{99CD7822-DCE2-4475-88F3-30F31DB695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9" y="937"/>
                <a:ext cx="45" cy="32"/>
              </a:xfrm>
              <a:custGeom>
                <a:avLst/>
                <a:gdLst>
                  <a:gd name="T0" fmla="*/ 99 w 30"/>
                  <a:gd name="T1" fmla="*/ 40 h 21"/>
                  <a:gd name="T2" fmla="*/ 86 w 30"/>
                  <a:gd name="T3" fmla="*/ 27 h 21"/>
                  <a:gd name="T4" fmla="*/ 0 w 30"/>
                  <a:gd name="T5" fmla="*/ 41 h 21"/>
                  <a:gd name="T6" fmla="*/ 53 w 30"/>
                  <a:gd name="T7" fmla="*/ 62 h 21"/>
                  <a:gd name="T8" fmla="*/ 93 w 30"/>
                  <a:gd name="T9" fmla="*/ 46 h 21"/>
                  <a:gd name="T10" fmla="*/ 99 w 30"/>
                  <a:gd name="T11" fmla="*/ 40 h 2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0" h="21">
                    <a:moveTo>
                      <a:pt x="29" y="11"/>
                    </a:moveTo>
                    <a:cubicBezTo>
                      <a:pt x="29" y="11"/>
                      <a:pt x="26" y="9"/>
                      <a:pt x="25" y="8"/>
                    </a:cubicBezTo>
                    <a:cubicBezTo>
                      <a:pt x="24" y="8"/>
                      <a:pt x="4" y="0"/>
                      <a:pt x="0" y="12"/>
                    </a:cubicBezTo>
                    <a:cubicBezTo>
                      <a:pt x="0" y="12"/>
                      <a:pt x="5" y="21"/>
                      <a:pt x="15" y="18"/>
                    </a:cubicBezTo>
                    <a:cubicBezTo>
                      <a:pt x="26" y="15"/>
                      <a:pt x="24" y="12"/>
                      <a:pt x="27" y="13"/>
                    </a:cubicBezTo>
                    <a:cubicBezTo>
                      <a:pt x="29" y="13"/>
                      <a:pt x="30" y="13"/>
                      <a:pt x="29" y="11"/>
                    </a:cubicBezTo>
                    <a:close/>
                  </a:path>
                </a:pathLst>
              </a:custGeom>
              <a:solidFill>
                <a:srgbClr val="F9DD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5256" name="Freeform 198">
                <a:extLst>
                  <a:ext uri="{FF2B5EF4-FFF2-40B4-BE49-F238E27FC236}">
                    <a16:creationId xmlns:a16="http://schemas.microsoft.com/office/drawing/2014/main" id="{A95ED92A-CEBA-4D88-838E-2BFCA89B25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4" y="924"/>
                <a:ext cx="49" cy="22"/>
              </a:xfrm>
              <a:custGeom>
                <a:avLst/>
                <a:gdLst>
                  <a:gd name="T0" fmla="*/ 0 w 32"/>
                  <a:gd name="T1" fmla="*/ 47 h 15"/>
                  <a:gd name="T2" fmla="*/ 115 w 32"/>
                  <a:gd name="T3" fmla="*/ 47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2" h="15">
                    <a:moveTo>
                      <a:pt x="0" y="15"/>
                    </a:moveTo>
                    <a:cubicBezTo>
                      <a:pt x="0" y="15"/>
                      <a:pt x="12" y="0"/>
                      <a:pt x="32" y="15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5257" name="Freeform 199">
                <a:extLst>
                  <a:ext uri="{FF2B5EF4-FFF2-40B4-BE49-F238E27FC236}">
                    <a16:creationId xmlns:a16="http://schemas.microsoft.com/office/drawing/2014/main" id="{3339BC19-7B21-45BE-81D0-32D49DEA9F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4" y="963"/>
                <a:ext cx="27" cy="12"/>
              </a:xfrm>
              <a:custGeom>
                <a:avLst/>
                <a:gdLst>
                  <a:gd name="T0" fmla="*/ 62 w 18"/>
                  <a:gd name="T1" fmla="*/ 0 h 8"/>
                  <a:gd name="T2" fmla="*/ 41 w 18"/>
                  <a:gd name="T3" fmla="*/ 8 h 8"/>
                  <a:gd name="T4" fmla="*/ 0 w 18"/>
                  <a:gd name="T5" fmla="*/ 21 h 8"/>
                  <a:gd name="T6" fmla="*/ 41 w 18"/>
                  <a:gd name="T7" fmla="*/ 12 h 8"/>
                  <a:gd name="T8" fmla="*/ 62 w 18"/>
                  <a:gd name="T9" fmla="*/ 0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8">
                    <a:moveTo>
                      <a:pt x="18" y="0"/>
                    </a:moveTo>
                    <a:cubicBezTo>
                      <a:pt x="18" y="0"/>
                      <a:pt x="14" y="1"/>
                      <a:pt x="12" y="2"/>
                    </a:cubicBezTo>
                    <a:cubicBezTo>
                      <a:pt x="11" y="4"/>
                      <a:pt x="4" y="7"/>
                      <a:pt x="0" y="6"/>
                    </a:cubicBezTo>
                    <a:cubicBezTo>
                      <a:pt x="0" y="6"/>
                      <a:pt x="4" y="8"/>
                      <a:pt x="12" y="3"/>
                    </a:cubicBezTo>
                    <a:cubicBezTo>
                      <a:pt x="17" y="0"/>
                      <a:pt x="18" y="0"/>
                      <a:pt x="18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5258" name="Freeform 200">
                <a:extLst>
                  <a:ext uri="{FF2B5EF4-FFF2-40B4-BE49-F238E27FC236}">
                    <a16:creationId xmlns:a16="http://schemas.microsoft.com/office/drawing/2014/main" id="{47011D88-6C4C-4F20-A364-D56FAF36B6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8" y="945"/>
                <a:ext cx="23" cy="19"/>
              </a:xfrm>
              <a:custGeom>
                <a:avLst/>
                <a:gdLst>
                  <a:gd name="T0" fmla="*/ 12 w 15"/>
                  <a:gd name="T1" fmla="*/ 0 h 13"/>
                  <a:gd name="T2" fmla="*/ 0 w 15"/>
                  <a:gd name="T3" fmla="*/ 19 h 13"/>
                  <a:gd name="T4" fmla="*/ 14 w 15"/>
                  <a:gd name="T5" fmla="*/ 41 h 13"/>
                  <a:gd name="T6" fmla="*/ 35 w 15"/>
                  <a:gd name="T7" fmla="*/ 41 h 13"/>
                  <a:gd name="T8" fmla="*/ 48 w 15"/>
                  <a:gd name="T9" fmla="*/ 38 h 13"/>
                  <a:gd name="T10" fmla="*/ 54 w 15"/>
                  <a:gd name="T11" fmla="*/ 19 h 13"/>
                  <a:gd name="T12" fmla="*/ 48 w 15"/>
                  <a:gd name="T13" fmla="*/ 1 h 13"/>
                  <a:gd name="T14" fmla="*/ 12 w 15"/>
                  <a:gd name="T15" fmla="*/ 0 h 1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5" h="13">
                    <a:moveTo>
                      <a:pt x="3" y="0"/>
                    </a:moveTo>
                    <a:cubicBezTo>
                      <a:pt x="1" y="2"/>
                      <a:pt x="0" y="4"/>
                      <a:pt x="0" y="6"/>
                    </a:cubicBezTo>
                    <a:cubicBezTo>
                      <a:pt x="0" y="9"/>
                      <a:pt x="2" y="12"/>
                      <a:pt x="4" y="13"/>
                    </a:cubicBezTo>
                    <a:cubicBezTo>
                      <a:pt x="6" y="13"/>
                      <a:pt x="8" y="13"/>
                      <a:pt x="10" y="13"/>
                    </a:cubicBezTo>
                    <a:cubicBezTo>
                      <a:pt x="11" y="13"/>
                      <a:pt x="12" y="12"/>
                      <a:pt x="13" y="12"/>
                    </a:cubicBezTo>
                    <a:cubicBezTo>
                      <a:pt x="14" y="10"/>
                      <a:pt x="15" y="9"/>
                      <a:pt x="15" y="6"/>
                    </a:cubicBezTo>
                    <a:cubicBezTo>
                      <a:pt x="15" y="4"/>
                      <a:pt x="15" y="3"/>
                      <a:pt x="13" y="1"/>
                    </a:cubicBezTo>
                    <a:cubicBezTo>
                      <a:pt x="10" y="0"/>
                      <a:pt x="7" y="0"/>
                      <a:pt x="3" y="0"/>
                    </a:cubicBezTo>
                    <a:close/>
                  </a:path>
                </a:pathLst>
              </a:custGeom>
              <a:solidFill>
                <a:srgbClr val="2A100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5259" name="Oval 201">
                <a:extLst>
                  <a:ext uri="{FF2B5EF4-FFF2-40B4-BE49-F238E27FC236}">
                    <a16:creationId xmlns:a16="http://schemas.microsoft.com/office/drawing/2014/main" id="{05087391-D66C-45BB-9565-005B3A187E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95" y="949"/>
                <a:ext cx="9" cy="9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95260" name="Freeform 202">
                <a:extLst>
                  <a:ext uri="{FF2B5EF4-FFF2-40B4-BE49-F238E27FC236}">
                    <a16:creationId xmlns:a16="http://schemas.microsoft.com/office/drawing/2014/main" id="{EE09C0B3-D9E5-48CD-A48C-0D6F8246EA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0" y="949"/>
                <a:ext cx="7" cy="8"/>
              </a:xfrm>
              <a:custGeom>
                <a:avLst/>
                <a:gdLst>
                  <a:gd name="T0" fmla="*/ 0 w 5"/>
                  <a:gd name="T1" fmla="*/ 13 h 5"/>
                  <a:gd name="T2" fmla="*/ 6 w 5"/>
                  <a:gd name="T3" fmla="*/ 0 h 5"/>
                  <a:gd name="T4" fmla="*/ 14 w 5"/>
                  <a:gd name="T5" fmla="*/ 8 h 5"/>
                  <a:gd name="T6" fmla="*/ 8 w 5"/>
                  <a:gd name="T7" fmla="*/ 21 h 5"/>
                  <a:gd name="T8" fmla="*/ 0 w 5"/>
                  <a:gd name="T9" fmla="*/ 13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0" y="3"/>
                    </a:moveTo>
                    <a:cubicBezTo>
                      <a:pt x="0" y="1"/>
                      <a:pt x="1" y="0"/>
                      <a:pt x="2" y="0"/>
                    </a:cubicBezTo>
                    <a:cubicBezTo>
                      <a:pt x="4" y="0"/>
                      <a:pt x="5" y="1"/>
                      <a:pt x="5" y="2"/>
                    </a:cubicBezTo>
                    <a:cubicBezTo>
                      <a:pt x="5" y="4"/>
                      <a:pt x="4" y="5"/>
                      <a:pt x="3" y="5"/>
                    </a:cubicBezTo>
                    <a:cubicBezTo>
                      <a:pt x="1" y="5"/>
                      <a:pt x="0" y="4"/>
                      <a:pt x="0" y="3"/>
                    </a:cubicBezTo>
                  </a:path>
                </a:pathLst>
              </a:custGeom>
              <a:solidFill>
                <a:srgbClr val="E5AF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5261" name="Freeform 203">
                <a:extLst>
                  <a:ext uri="{FF2B5EF4-FFF2-40B4-BE49-F238E27FC236}">
                    <a16:creationId xmlns:a16="http://schemas.microsoft.com/office/drawing/2014/main" id="{91056B67-B0B6-4351-86AB-82877EB23C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9" y="937"/>
                <a:ext cx="45" cy="32"/>
              </a:xfrm>
              <a:custGeom>
                <a:avLst/>
                <a:gdLst>
                  <a:gd name="T0" fmla="*/ 99 w 30"/>
                  <a:gd name="T1" fmla="*/ 40 h 21"/>
                  <a:gd name="T2" fmla="*/ 86 w 30"/>
                  <a:gd name="T3" fmla="*/ 27 h 21"/>
                  <a:gd name="T4" fmla="*/ 0 w 30"/>
                  <a:gd name="T5" fmla="*/ 41 h 21"/>
                  <a:gd name="T6" fmla="*/ 53 w 30"/>
                  <a:gd name="T7" fmla="*/ 62 h 21"/>
                  <a:gd name="T8" fmla="*/ 93 w 30"/>
                  <a:gd name="T9" fmla="*/ 46 h 21"/>
                  <a:gd name="T10" fmla="*/ 99 w 30"/>
                  <a:gd name="T11" fmla="*/ 40 h 2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0" h="21">
                    <a:moveTo>
                      <a:pt x="29" y="11"/>
                    </a:moveTo>
                    <a:cubicBezTo>
                      <a:pt x="29" y="11"/>
                      <a:pt x="26" y="9"/>
                      <a:pt x="25" y="8"/>
                    </a:cubicBezTo>
                    <a:cubicBezTo>
                      <a:pt x="24" y="8"/>
                      <a:pt x="4" y="0"/>
                      <a:pt x="0" y="12"/>
                    </a:cubicBezTo>
                    <a:cubicBezTo>
                      <a:pt x="0" y="12"/>
                      <a:pt x="5" y="21"/>
                      <a:pt x="15" y="18"/>
                    </a:cubicBezTo>
                    <a:cubicBezTo>
                      <a:pt x="26" y="15"/>
                      <a:pt x="24" y="12"/>
                      <a:pt x="27" y="13"/>
                    </a:cubicBezTo>
                    <a:cubicBezTo>
                      <a:pt x="29" y="13"/>
                      <a:pt x="30" y="13"/>
                      <a:pt x="29" y="11"/>
                    </a:cubicBezTo>
                    <a:close/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</p:grpSp>
        <p:sp>
          <p:nvSpPr>
            <p:cNvPr id="41792" name="Freeform 204">
              <a:extLst>
                <a:ext uri="{FF2B5EF4-FFF2-40B4-BE49-F238E27FC236}">
                  <a16:creationId xmlns:a16="http://schemas.microsoft.com/office/drawing/2014/main" id="{B33E86B7-9C0A-4EC7-897A-EA5214DBAA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8" y="909"/>
              <a:ext cx="70" cy="33"/>
            </a:xfrm>
            <a:custGeom>
              <a:avLst/>
              <a:gdLst>
                <a:gd name="T0" fmla="*/ 134 w 46"/>
                <a:gd name="T1" fmla="*/ 14 h 22"/>
                <a:gd name="T2" fmla="*/ 155 w 46"/>
                <a:gd name="T3" fmla="*/ 5 h 22"/>
                <a:gd name="T4" fmla="*/ 142 w 46"/>
                <a:gd name="T5" fmla="*/ 18 h 22"/>
                <a:gd name="T6" fmla="*/ 151 w 46"/>
                <a:gd name="T7" fmla="*/ 14 h 22"/>
                <a:gd name="T8" fmla="*/ 143 w 46"/>
                <a:gd name="T9" fmla="*/ 21 h 22"/>
                <a:gd name="T10" fmla="*/ 163 w 46"/>
                <a:gd name="T11" fmla="*/ 32 h 22"/>
                <a:gd name="T12" fmla="*/ 155 w 46"/>
                <a:gd name="T13" fmla="*/ 32 h 22"/>
                <a:gd name="T14" fmla="*/ 157 w 46"/>
                <a:gd name="T15" fmla="*/ 45 h 22"/>
                <a:gd name="T16" fmla="*/ 151 w 46"/>
                <a:gd name="T17" fmla="*/ 41 h 22"/>
                <a:gd name="T18" fmla="*/ 151 w 46"/>
                <a:gd name="T19" fmla="*/ 45 h 22"/>
                <a:gd name="T20" fmla="*/ 151 w 46"/>
                <a:gd name="T21" fmla="*/ 41 h 22"/>
                <a:gd name="T22" fmla="*/ 151 w 46"/>
                <a:gd name="T23" fmla="*/ 48 h 22"/>
                <a:gd name="T24" fmla="*/ 137 w 46"/>
                <a:gd name="T25" fmla="*/ 39 h 22"/>
                <a:gd name="T26" fmla="*/ 137 w 46"/>
                <a:gd name="T27" fmla="*/ 48 h 22"/>
                <a:gd name="T28" fmla="*/ 134 w 46"/>
                <a:gd name="T29" fmla="*/ 45 h 22"/>
                <a:gd name="T30" fmla="*/ 134 w 46"/>
                <a:gd name="T31" fmla="*/ 45 h 22"/>
                <a:gd name="T32" fmla="*/ 120 w 46"/>
                <a:gd name="T33" fmla="*/ 41 h 22"/>
                <a:gd name="T34" fmla="*/ 128 w 46"/>
                <a:gd name="T35" fmla="*/ 48 h 22"/>
                <a:gd name="T36" fmla="*/ 99 w 46"/>
                <a:gd name="T37" fmla="*/ 39 h 22"/>
                <a:gd name="T38" fmla="*/ 110 w 46"/>
                <a:gd name="T39" fmla="*/ 45 h 22"/>
                <a:gd name="T40" fmla="*/ 93 w 46"/>
                <a:gd name="T41" fmla="*/ 41 h 22"/>
                <a:gd name="T42" fmla="*/ 94 w 46"/>
                <a:gd name="T43" fmla="*/ 45 h 22"/>
                <a:gd name="T44" fmla="*/ 76 w 46"/>
                <a:gd name="T45" fmla="*/ 45 h 22"/>
                <a:gd name="T46" fmla="*/ 76 w 46"/>
                <a:gd name="T47" fmla="*/ 45 h 22"/>
                <a:gd name="T48" fmla="*/ 49 w 46"/>
                <a:gd name="T49" fmla="*/ 45 h 22"/>
                <a:gd name="T50" fmla="*/ 53 w 46"/>
                <a:gd name="T51" fmla="*/ 48 h 22"/>
                <a:gd name="T52" fmla="*/ 49 w 46"/>
                <a:gd name="T53" fmla="*/ 48 h 22"/>
                <a:gd name="T54" fmla="*/ 49 w 46"/>
                <a:gd name="T55" fmla="*/ 53 h 22"/>
                <a:gd name="T56" fmla="*/ 46 w 46"/>
                <a:gd name="T57" fmla="*/ 53 h 22"/>
                <a:gd name="T58" fmla="*/ 49 w 46"/>
                <a:gd name="T59" fmla="*/ 53 h 22"/>
                <a:gd name="T60" fmla="*/ 35 w 46"/>
                <a:gd name="T61" fmla="*/ 54 h 22"/>
                <a:gd name="T62" fmla="*/ 35 w 46"/>
                <a:gd name="T63" fmla="*/ 59 h 22"/>
                <a:gd name="T64" fmla="*/ 21 w 46"/>
                <a:gd name="T65" fmla="*/ 59 h 22"/>
                <a:gd name="T66" fmla="*/ 27 w 46"/>
                <a:gd name="T67" fmla="*/ 62 h 22"/>
                <a:gd name="T68" fmla="*/ 14 w 46"/>
                <a:gd name="T69" fmla="*/ 66 h 22"/>
                <a:gd name="T70" fmla="*/ 18 w 46"/>
                <a:gd name="T71" fmla="*/ 66 h 22"/>
                <a:gd name="T72" fmla="*/ 5 w 46"/>
                <a:gd name="T73" fmla="*/ 72 h 22"/>
                <a:gd name="T74" fmla="*/ 0 w 46"/>
                <a:gd name="T75" fmla="*/ 75 h 22"/>
                <a:gd name="T76" fmla="*/ 12 w 46"/>
                <a:gd name="T77" fmla="*/ 66 h 22"/>
                <a:gd name="T78" fmla="*/ 0 w 46"/>
                <a:gd name="T79" fmla="*/ 66 h 22"/>
                <a:gd name="T80" fmla="*/ 12 w 46"/>
                <a:gd name="T81" fmla="*/ 62 h 22"/>
                <a:gd name="T82" fmla="*/ 40 w 46"/>
                <a:gd name="T83" fmla="*/ 48 h 22"/>
                <a:gd name="T84" fmla="*/ 35 w 46"/>
                <a:gd name="T85" fmla="*/ 41 h 22"/>
                <a:gd name="T86" fmla="*/ 40 w 46"/>
                <a:gd name="T87" fmla="*/ 39 h 22"/>
                <a:gd name="T88" fmla="*/ 49 w 46"/>
                <a:gd name="T89" fmla="*/ 27 h 22"/>
                <a:gd name="T90" fmla="*/ 61 w 46"/>
                <a:gd name="T91" fmla="*/ 27 h 22"/>
                <a:gd name="T92" fmla="*/ 56 w 46"/>
                <a:gd name="T93" fmla="*/ 26 h 22"/>
                <a:gd name="T94" fmla="*/ 67 w 46"/>
                <a:gd name="T95" fmla="*/ 26 h 22"/>
                <a:gd name="T96" fmla="*/ 75 w 46"/>
                <a:gd name="T97" fmla="*/ 12 h 22"/>
                <a:gd name="T98" fmla="*/ 88 w 46"/>
                <a:gd name="T99" fmla="*/ 21 h 22"/>
                <a:gd name="T100" fmla="*/ 99 w 46"/>
                <a:gd name="T101" fmla="*/ 12 h 22"/>
                <a:gd name="T102" fmla="*/ 99 w 46"/>
                <a:gd name="T103" fmla="*/ 14 h 22"/>
                <a:gd name="T104" fmla="*/ 107 w 46"/>
                <a:gd name="T105" fmla="*/ 8 h 22"/>
                <a:gd name="T106" fmla="*/ 116 w 46"/>
                <a:gd name="T107" fmla="*/ 5 h 22"/>
                <a:gd name="T108" fmla="*/ 120 w 46"/>
                <a:gd name="T109" fmla="*/ 12 h 22"/>
                <a:gd name="T110" fmla="*/ 129 w 46"/>
                <a:gd name="T111" fmla="*/ 0 h 22"/>
                <a:gd name="T112" fmla="*/ 129 w 46"/>
                <a:gd name="T113" fmla="*/ 8 h 22"/>
                <a:gd name="T114" fmla="*/ 142 w 46"/>
                <a:gd name="T115" fmla="*/ 0 h 22"/>
                <a:gd name="T116" fmla="*/ 134 w 46"/>
                <a:gd name="T117" fmla="*/ 14 h 22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46" h="22">
                  <a:moveTo>
                    <a:pt x="38" y="4"/>
                  </a:moveTo>
                  <a:cubicBezTo>
                    <a:pt x="40" y="3"/>
                    <a:pt x="42" y="2"/>
                    <a:pt x="44" y="1"/>
                  </a:cubicBezTo>
                  <a:cubicBezTo>
                    <a:pt x="43" y="2"/>
                    <a:pt x="41" y="4"/>
                    <a:pt x="40" y="5"/>
                  </a:cubicBezTo>
                  <a:cubicBezTo>
                    <a:pt x="41" y="5"/>
                    <a:pt x="42" y="4"/>
                    <a:pt x="43" y="4"/>
                  </a:cubicBezTo>
                  <a:cubicBezTo>
                    <a:pt x="43" y="5"/>
                    <a:pt x="42" y="6"/>
                    <a:pt x="41" y="6"/>
                  </a:cubicBezTo>
                  <a:cubicBezTo>
                    <a:pt x="43" y="7"/>
                    <a:pt x="45" y="7"/>
                    <a:pt x="46" y="9"/>
                  </a:cubicBezTo>
                  <a:cubicBezTo>
                    <a:pt x="45" y="9"/>
                    <a:pt x="44" y="9"/>
                    <a:pt x="44" y="9"/>
                  </a:cubicBezTo>
                  <a:cubicBezTo>
                    <a:pt x="44" y="11"/>
                    <a:pt x="45" y="11"/>
                    <a:pt x="45" y="13"/>
                  </a:cubicBezTo>
                  <a:cubicBezTo>
                    <a:pt x="44" y="13"/>
                    <a:pt x="43" y="12"/>
                    <a:pt x="43" y="12"/>
                  </a:cubicBezTo>
                  <a:cubicBezTo>
                    <a:pt x="43" y="12"/>
                    <a:pt x="43" y="13"/>
                    <a:pt x="43" y="13"/>
                  </a:cubicBezTo>
                  <a:cubicBezTo>
                    <a:pt x="43" y="13"/>
                    <a:pt x="43" y="13"/>
                    <a:pt x="43" y="12"/>
                  </a:cubicBezTo>
                  <a:cubicBezTo>
                    <a:pt x="43" y="13"/>
                    <a:pt x="43" y="13"/>
                    <a:pt x="43" y="14"/>
                  </a:cubicBezTo>
                  <a:cubicBezTo>
                    <a:pt x="42" y="13"/>
                    <a:pt x="40" y="12"/>
                    <a:pt x="39" y="11"/>
                  </a:cubicBezTo>
                  <a:cubicBezTo>
                    <a:pt x="39" y="12"/>
                    <a:pt x="40" y="13"/>
                    <a:pt x="39" y="14"/>
                  </a:cubicBezTo>
                  <a:cubicBezTo>
                    <a:pt x="39" y="14"/>
                    <a:pt x="38" y="13"/>
                    <a:pt x="38" y="13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37" y="13"/>
                    <a:pt x="35" y="12"/>
                    <a:pt x="34" y="12"/>
                  </a:cubicBezTo>
                  <a:cubicBezTo>
                    <a:pt x="35" y="12"/>
                    <a:pt x="35" y="13"/>
                    <a:pt x="36" y="14"/>
                  </a:cubicBezTo>
                  <a:cubicBezTo>
                    <a:pt x="33" y="12"/>
                    <a:pt x="31" y="11"/>
                    <a:pt x="28" y="11"/>
                  </a:cubicBezTo>
                  <a:cubicBezTo>
                    <a:pt x="29" y="11"/>
                    <a:pt x="31" y="12"/>
                    <a:pt x="31" y="13"/>
                  </a:cubicBezTo>
                  <a:cubicBezTo>
                    <a:pt x="29" y="13"/>
                    <a:pt x="28" y="12"/>
                    <a:pt x="26" y="12"/>
                  </a:cubicBezTo>
                  <a:cubicBezTo>
                    <a:pt x="26" y="12"/>
                    <a:pt x="26" y="13"/>
                    <a:pt x="27" y="13"/>
                  </a:cubicBezTo>
                  <a:cubicBezTo>
                    <a:pt x="25" y="13"/>
                    <a:pt x="24" y="12"/>
                    <a:pt x="22" y="13"/>
                  </a:cubicBezTo>
                  <a:cubicBezTo>
                    <a:pt x="22" y="13"/>
                    <a:pt x="22" y="13"/>
                    <a:pt x="22" y="13"/>
                  </a:cubicBezTo>
                  <a:cubicBezTo>
                    <a:pt x="21" y="15"/>
                    <a:pt x="17" y="12"/>
                    <a:pt x="14" y="13"/>
                  </a:cubicBezTo>
                  <a:cubicBezTo>
                    <a:pt x="15" y="14"/>
                    <a:pt x="15" y="14"/>
                    <a:pt x="15" y="14"/>
                  </a:cubicBezTo>
                  <a:cubicBezTo>
                    <a:pt x="15" y="14"/>
                    <a:pt x="14" y="14"/>
                    <a:pt x="14" y="14"/>
                  </a:cubicBezTo>
                  <a:cubicBezTo>
                    <a:pt x="14" y="14"/>
                    <a:pt x="14" y="14"/>
                    <a:pt x="14" y="15"/>
                  </a:cubicBezTo>
                  <a:cubicBezTo>
                    <a:pt x="14" y="15"/>
                    <a:pt x="13" y="15"/>
                    <a:pt x="13" y="15"/>
                  </a:cubicBezTo>
                  <a:cubicBezTo>
                    <a:pt x="13" y="15"/>
                    <a:pt x="14" y="15"/>
                    <a:pt x="14" y="15"/>
                  </a:cubicBezTo>
                  <a:cubicBezTo>
                    <a:pt x="12" y="16"/>
                    <a:pt x="11" y="16"/>
                    <a:pt x="10" y="16"/>
                  </a:cubicBezTo>
                  <a:cubicBezTo>
                    <a:pt x="10" y="16"/>
                    <a:pt x="10" y="16"/>
                    <a:pt x="10" y="17"/>
                  </a:cubicBezTo>
                  <a:cubicBezTo>
                    <a:pt x="9" y="17"/>
                    <a:pt x="7" y="16"/>
                    <a:pt x="6" y="17"/>
                  </a:cubicBezTo>
                  <a:cubicBezTo>
                    <a:pt x="7" y="18"/>
                    <a:pt x="7" y="18"/>
                    <a:pt x="8" y="18"/>
                  </a:cubicBezTo>
                  <a:cubicBezTo>
                    <a:pt x="7" y="19"/>
                    <a:pt x="5" y="18"/>
                    <a:pt x="4" y="19"/>
                  </a:cubicBezTo>
                  <a:cubicBezTo>
                    <a:pt x="4" y="19"/>
                    <a:pt x="5" y="19"/>
                    <a:pt x="5" y="19"/>
                  </a:cubicBezTo>
                  <a:cubicBezTo>
                    <a:pt x="3" y="20"/>
                    <a:pt x="1" y="20"/>
                    <a:pt x="1" y="21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21"/>
                    <a:pt x="2" y="20"/>
                    <a:pt x="3" y="19"/>
                  </a:cubicBezTo>
                  <a:cubicBezTo>
                    <a:pt x="2" y="19"/>
                    <a:pt x="1" y="19"/>
                    <a:pt x="0" y="19"/>
                  </a:cubicBezTo>
                  <a:cubicBezTo>
                    <a:pt x="1" y="18"/>
                    <a:pt x="2" y="18"/>
                    <a:pt x="3" y="18"/>
                  </a:cubicBezTo>
                  <a:cubicBezTo>
                    <a:pt x="0" y="15"/>
                    <a:pt x="10" y="14"/>
                    <a:pt x="11" y="14"/>
                  </a:cubicBezTo>
                  <a:cubicBezTo>
                    <a:pt x="11" y="13"/>
                    <a:pt x="10" y="13"/>
                    <a:pt x="10" y="12"/>
                  </a:cubicBezTo>
                  <a:cubicBezTo>
                    <a:pt x="11" y="12"/>
                    <a:pt x="14" y="11"/>
                    <a:pt x="11" y="11"/>
                  </a:cubicBezTo>
                  <a:cubicBezTo>
                    <a:pt x="12" y="10"/>
                    <a:pt x="15" y="10"/>
                    <a:pt x="14" y="8"/>
                  </a:cubicBezTo>
                  <a:cubicBezTo>
                    <a:pt x="15" y="9"/>
                    <a:pt x="16" y="9"/>
                    <a:pt x="17" y="8"/>
                  </a:cubicBezTo>
                  <a:cubicBezTo>
                    <a:pt x="17" y="8"/>
                    <a:pt x="16" y="7"/>
                    <a:pt x="16" y="7"/>
                  </a:cubicBezTo>
                  <a:cubicBezTo>
                    <a:pt x="17" y="7"/>
                    <a:pt x="18" y="8"/>
                    <a:pt x="19" y="7"/>
                  </a:cubicBezTo>
                  <a:cubicBezTo>
                    <a:pt x="20" y="6"/>
                    <a:pt x="19" y="4"/>
                    <a:pt x="21" y="3"/>
                  </a:cubicBezTo>
                  <a:cubicBezTo>
                    <a:pt x="22" y="4"/>
                    <a:pt x="24" y="7"/>
                    <a:pt x="25" y="6"/>
                  </a:cubicBezTo>
                  <a:cubicBezTo>
                    <a:pt x="27" y="6"/>
                    <a:pt x="26" y="4"/>
                    <a:pt x="28" y="3"/>
                  </a:cubicBezTo>
                  <a:cubicBezTo>
                    <a:pt x="28" y="4"/>
                    <a:pt x="28" y="4"/>
                    <a:pt x="28" y="4"/>
                  </a:cubicBezTo>
                  <a:cubicBezTo>
                    <a:pt x="29" y="3"/>
                    <a:pt x="30" y="2"/>
                    <a:pt x="30" y="2"/>
                  </a:cubicBezTo>
                  <a:cubicBezTo>
                    <a:pt x="30" y="5"/>
                    <a:pt x="32" y="1"/>
                    <a:pt x="33" y="1"/>
                  </a:cubicBezTo>
                  <a:cubicBezTo>
                    <a:pt x="33" y="2"/>
                    <a:pt x="33" y="2"/>
                    <a:pt x="34" y="3"/>
                  </a:cubicBezTo>
                  <a:cubicBezTo>
                    <a:pt x="35" y="2"/>
                    <a:pt x="36" y="1"/>
                    <a:pt x="37" y="0"/>
                  </a:cubicBezTo>
                  <a:cubicBezTo>
                    <a:pt x="37" y="0"/>
                    <a:pt x="37" y="1"/>
                    <a:pt x="37" y="2"/>
                  </a:cubicBezTo>
                  <a:cubicBezTo>
                    <a:pt x="38" y="2"/>
                    <a:pt x="39" y="1"/>
                    <a:pt x="40" y="0"/>
                  </a:cubicBezTo>
                  <a:cubicBezTo>
                    <a:pt x="41" y="2"/>
                    <a:pt x="39" y="3"/>
                    <a:pt x="38" y="4"/>
                  </a:cubicBezTo>
                </a:path>
              </a:pathLst>
            </a:custGeom>
            <a:solidFill>
              <a:srgbClr val="ADAD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1793" name="Freeform 205">
              <a:extLst>
                <a:ext uri="{FF2B5EF4-FFF2-40B4-BE49-F238E27FC236}">
                  <a16:creationId xmlns:a16="http://schemas.microsoft.com/office/drawing/2014/main" id="{F86C86A6-A6B3-4510-80BF-B0E26DD281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5" y="936"/>
              <a:ext cx="33" cy="18"/>
            </a:xfrm>
            <a:custGeom>
              <a:avLst/>
              <a:gdLst>
                <a:gd name="T0" fmla="*/ 75 w 22"/>
                <a:gd name="T1" fmla="*/ 0 h 12"/>
                <a:gd name="T2" fmla="*/ 54 w 22"/>
                <a:gd name="T3" fmla="*/ 12 h 12"/>
                <a:gd name="T4" fmla="*/ 41 w 22"/>
                <a:gd name="T5" fmla="*/ 26 h 12"/>
                <a:gd name="T6" fmla="*/ 26 w 22"/>
                <a:gd name="T7" fmla="*/ 35 h 12"/>
                <a:gd name="T8" fmla="*/ 0 w 22"/>
                <a:gd name="T9" fmla="*/ 41 h 12"/>
                <a:gd name="T10" fmla="*/ 39 w 22"/>
                <a:gd name="T11" fmla="*/ 26 h 12"/>
                <a:gd name="T12" fmla="*/ 14 w 22"/>
                <a:gd name="T13" fmla="*/ 27 h 12"/>
                <a:gd name="T14" fmla="*/ 35 w 22"/>
                <a:gd name="T15" fmla="*/ 26 h 12"/>
                <a:gd name="T16" fmla="*/ 48 w 22"/>
                <a:gd name="T17" fmla="*/ 14 h 12"/>
                <a:gd name="T18" fmla="*/ 59 w 22"/>
                <a:gd name="T19" fmla="*/ 8 h 12"/>
                <a:gd name="T20" fmla="*/ 72 w 22"/>
                <a:gd name="T21" fmla="*/ 0 h 1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2" h="12">
                  <a:moveTo>
                    <a:pt x="22" y="0"/>
                  </a:moveTo>
                  <a:cubicBezTo>
                    <a:pt x="20" y="0"/>
                    <a:pt x="17" y="2"/>
                    <a:pt x="16" y="3"/>
                  </a:cubicBezTo>
                  <a:cubicBezTo>
                    <a:pt x="14" y="4"/>
                    <a:pt x="13" y="5"/>
                    <a:pt x="12" y="7"/>
                  </a:cubicBezTo>
                  <a:cubicBezTo>
                    <a:pt x="10" y="8"/>
                    <a:pt x="9" y="10"/>
                    <a:pt x="7" y="10"/>
                  </a:cubicBezTo>
                  <a:cubicBezTo>
                    <a:pt x="5" y="11"/>
                    <a:pt x="2" y="12"/>
                    <a:pt x="0" y="12"/>
                  </a:cubicBezTo>
                  <a:cubicBezTo>
                    <a:pt x="4" y="10"/>
                    <a:pt x="8" y="10"/>
                    <a:pt x="11" y="7"/>
                  </a:cubicBezTo>
                  <a:cubicBezTo>
                    <a:pt x="8" y="8"/>
                    <a:pt x="6" y="7"/>
                    <a:pt x="4" y="8"/>
                  </a:cubicBezTo>
                  <a:cubicBezTo>
                    <a:pt x="6" y="8"/>
                    <a:pt x="8" y="7"/>
                    <a:pt x="10" y="7"/>
                  </a:cubicBezTo>
                  <a:cubicBezTo>
                    <a:pt x="11" y="6"/>
                    <a:pt x="12" y="5"/>
                    <a:pt x="14" y="4"/>
                  </a:cubicBezTo>
                  <a:cubicBezTo>
                    <a:pt x="15" y="4"/>
                    <a:pt x="16" y="2"/>
                    <a:pt x="17" y="2"/>
                  </a:cubicBezTo>
                  <a:cubicBezTo>
                    <a:pt x="18" y="1"/>
                    <a:pt x="20" y="1"/>
                    <a:pt x="21" y="0"/>
                  </a:cubicBezTo>
                </a:path>
              </a:pathLst>
            </a:custGeom>
            <a:solidFill>
              <a:srgbClr val="8E4C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1794" name="Freeform 206">
              <a:extLst>
                <a:ext uri="{FF2B5EF4-FFF2-40B4-BE49-F238E27FC236}">
                  <a16:creationId xmlns:a16="http://schemas.microsoft.com/office/drawing/2014/main" id="{58123AE3-8A55-4598-8517-815BAC4BEB5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5" y="933"/>
              <a:ext cx="15" cy="7"/>
            </a:xfrm>
            <a:custGeom>
              <a:avLst/>
              <a:gdLst>
                <a:gd name="T0" fmla="*/ 35 w 10"/>
                <a:gd name="T1" fmla="*/ 0 h 5"/>
                <a:gd name="T2" fmla="*/ 12 w 10"/>
                <a:gd name="T3" fmla="*/ 11 h 5"/>
                <a:gd name="T4" fmla="*/ 0 w 10"/>
                <a:gd name="T5" fmla="*/ 11 h 5"/>
                <a:gd name="T6" fmla="*/ 18 w 10"/>
                <a:gd name="T7" fmla="*/ 8 h 5"/>
                <a:gd name="T8" fmla="*/ 35 w 10"/>
                <a:gd name="T9" fmla="*/ 1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5">
                  <a:moveTo>
                    <a:pt x="10" y="0"/>
                  </a:moveTo>
                  <a:cubicBezTo>
                    <a:pt x="8" y="2"/>
                    <a:pt x="6" y="3"/>
                    <a:pt x="3" y="4"/>
                  </a:cubicBezTo>
                  <a:cubicBezTo>
                    <a:pt x="2" y="4"/>
                    <a:pt x="2" y="5"/>
                    <a:pt x="0" y="4"/>
                  </a:cubicBezTo>
                  <a:cubicBezTo>
                    <a:pt x="2" y="3"/>
                    <a:pt x="2" y="3"/>
                    <a:pt x="5" y="3"/>
                  </a:cubicBezTo>
                  <a:cubicBezTo>
                    <a:pt x="6" y="2"/>
                    <a:pt x="8" y="2"/>
                    <a:pt x="10" y="1"/>
                  </a:cubicBezTo>
                </a:path>
              </a:pathLst>
            </a:custGeom>
            <a:solidFill>
              <a:srgbClr val="8E4C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1795" name="Freeform 207">
              <a:extLst>
                <a:ext uri="{FF2B5EF4-FFF2-40B4-BE49-F238E27FC236}">
                  <a16:creationId xmlns:a16="http://schemas.microsoft.com/office/drawing/2014/main" id="{60C8884B-4056-4CDA-96E7-92F7B2A060F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8" y="930"/>
              <a:ext cx="12" cy="4"/>
            </a:xfrm>
            <a:custGeom>
              <a:avLst/>
              <a:gdLst>
                <a:gd name="T0" fmla="*/ 27 w 8"/>
                <a:gd name="T1" fmla="*/ 0 h 3"/>
                <a:gd name="T2" fmla="*/ 14 w 8"/>
                <a:gd name="T3" fmla="*/ 7 h 3"/>
                <a:gd name="T4" fmla="*/ 0 w 8"/>
                <a:gd name="T5" fmla="*/ 7 h 3"/>
                <a:gd name="T6" fmla="*/ 18 w 8"/>
                <a:gd name="T7" fmla="*/ 1 h 3"/>
                <a:gd name="T8" fmla="*/ 27 w 8"/>
                <a:gd name="T9" fmla="*/ 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3">
                  <a:moveTo>
                    <a:pt x="8" y="0"/>
                  </a:moveTo>
                  <a:cubicBezTo>
                    <a:pt x="7" y="1"/>
                    <a:pt x="5" y="2"/>
                    <a:pt x="4" y="3"/>
                  </a:cubicBezTo>
                  <a:cubicBezTo>
                    <a:pt x="3" y="3"/>
                    <a:pt x="1" y="3"/>
                    <a:pt x="0" y="3"/>
                  </a:cubicBezTo>
                  <a:cubicBezTo>
                    <a:pt x="2" y="2"/>
                    <a:pt x="3" y="2"/>
                    <a:pt x="5" y="1"/>
                  </a:cubicBezTo>
                  <a:cubicBezTo>
                    <a:pt x="6" y="1"/>
                    <a:pt x="8" y="1"/>
                    <a:pt x="8" y="1"/>
                  </a:cubicBezTo>
                </a:path>
              </a:pathLst>
            </a:custGeom>
            <a:solidFill>
              <a:srgbClr val="8E4C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1796" name="Freeform 208">
              <a:extLst>
                <a:ext uri="{FF2B5EF4-FFF2-40B4-BE49-F238E27FC236}">
                  <a16:creationId xmlns:a16="http://schemas.microsoft.com/office/drawing/2014/main" id="{6A8BAB40-B2CD-4548-AC4C-026CFF9414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3" y="964"/>
              <a:ext cx="21" cy="8"/>
            </a:xfrm>
            <a:custGeom>
              <a:avLst/>
              <a:gdLst>
                <a:gd name="T0" fmla="*/ 48 w 14"/>
                <a:gd name="T1" fmla="*/ 0 h 5"/>
                <a:gd name="T2" fmla="*/ 27 w 14"/>
                <a:gd name="T3" fmla="*/ 5 h 5"/>
                <a:gd name="T4" fmla="*/ 18 w 14"/>
                <a:gd name="T5" fmla="*/ 13 h 5"/>
                <a:gd name="T6" fmla="*/ 0 w 14"/>
                <a:gd name="T7" fmla="*/ 21 h 5"/>
                <a:gd name="T8" fmla="*/ 27 w 14"/>
                <a:gd name="T9" fmla="*/ 13 h 5"/>
                <a:gd name="T10" fmla="*/ 48 w 14"/>
                <a:gd name="T11" fmla="*/ 0 h 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" h="5">
                  <a:moveTo>
                    <a:pt x="14" y="0"/>
                  </a:moveTo>
                  <a:cubicBezTo>
                    <a:pt x="12" y="0"/>
                    <a:pt x="10" y="1"/>
                    <a:pt x="8" y="1"/>
                  </a:cubicBezTo>
                  <a:cubicBezTo>
                    <a:pt x="7" y="2"/>
                    <a:pt x="6" y="3"/>
                    <a:pt x="5" y="3"/>
                  </a:cubicBezTo>
                  <a:cubicBezTo>
                    <a:pt x="3" y="4"/>
                    <a:pt x="2" y="4"/>
                    <a:pt x="0" y="5"/>
                  </a:cubicBezTo>
                  <a:cubicBezTo>
                    <a:pt x="3" y="5"/>
                    <a:pt x="6" y="4"/>
                    <a:pt x="8" y="3"/>
                  </a:cubicBezTo>
                  <a:cubicBezTo>
                    <a:pt x="9" y="2"/>
                    <a:pt x="12" y="0"/>
                    <a:pt x="14" y="0"/>
                  </a:cubicBezTo>
                </a:path>
              </a:pathLst>
            </a:custGeom>
            <a:solidFill>
              <a:srgbClr val="8E4C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1797" name="Freeform 209">
              <a:extLst>
                <a:ext uri="{FF2B5EF4-FFF2-40B4-BE49-F238E27FC236}">
                  <a16:creationId xmlns:a16="http://schemas.microsoft.com/office/drawing/2014/main" id="{0D6F67FA-2BF2-48E4-8089-3887A0BD78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1" y="933"/>
              <a:ext cx="15" cy="83"/>
            </a:xfrm>
            <a:custGeom>
              <a:avLst/>
              <a:gdLst>
                <a:gd name="T0" fmla="*/ 18 w 10"/>
                <a:gd name="T1" fmla="*/ 8 h 55"/>
                <a:gd name="T2" fmla="*/ 26 w 10"/>
                <a:gd name="T3" fmla="*/ 5 h 55"/>
                <a:gd name="T4" fmla="*/ 32 w 10"/>
                <a:gd name="T5" fmla="*/ 53 h 55"/>
                <a:gd name="T6" fmla="*/ 35 w 10"/>
                <a:gd name="T7" fmla="*/ 107 h 55"/>
                <a:gd name="T8" fmla="*/ 0 w 10"/>
                <a:gd name="T9" fmla="*/ 189 h 55"/>
                <a:gd name="T10" fmla="*/ 18 w 10"/>
                <a:gd name="T11" fmla="*/ 8 h 5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" h="55">
                  <a:moveTo>
                    <a:pt x="5" y="2"/>
                  </a:moveTo>
                  <a:cubicBezTo>
                    <a:pt x="5" y="1"/>
                    <a:pt x="6" y="0"/>
                    <a:pt x="7" y="1"/>
                  </a:cubicBezTo>
                  <a:cubicBezTo>
                    <a:pt x="9" y="5"/>
                    <a:pt x="8" y="11"/>
                    <a:pt x="9" y="15"/>
                  </a:cubicBezTo>
                  <a:cubicBezTo>
                    <a:pt x="10" y="20"/>
                    <a:pt x="10" y="25"/>
                    <a:pt x="10" y="31"/>
                  </a:cubicBezTo>
                  <a:cubicBezTo>
                    <a:pt x="10" y="39"/>
                    <a:pt x="5" y="50"/>
                    <a:pt x="0" y="55"/>
                  </a:cubicBezTo>
                  <a:cubicBezTo>
                    <a:pt x="4" y="38"/>
                    <a:pt x="9" y="19"/>
                    <a:pt x="5" y="2"/>
                  </a:cubicBezTo>
                </a:path>
              </a:pathLst>
            </a:custGeom>
            <a:solidFill>
              <a:srgbClr val="8E4C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1798" name="Freeform 210">
              <a:extLst>
                <a:ext uri="{FF2B5EF4-FFF2-40B4-BE49-F238E27FC236}">
                  <a16:creationId xmlns:a16="http://schemas.microsoft.com/office/drawing/2014/main" id="{1F828A87-976E-4D84-B81F-0707628070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6" y="934"/>
              <a:ext cx="20" cy="38"/>
            </a:xfrm>
            <a:custGeom>
              <a:avLst/>
              <a:gdLst>
                <a:gd name="T0" fmla="*/ 34 w 13"/>
                <a:gd name="T1" fmla="*/ 88 h 25"/>
                <a:gd name="T2" fmla="*/ 26 w 13"/>
                <a:gd name="T3" fmla="*/ 67 h 25"/>
                <a:gd name="T4" fmla="*/ 0 w 13"/>
                <a:gd name="T5" fmla="*/ 70 h 25"/>
                <a:gd name="T6" fmla="*/ 22 w 13"/>
                <a:gd name="T7" fmla="*/ 35 h 25"/>
                <a:gd name="T8" fmla="*/ 34 w 13"/>
                <a:gd name="T9" fmla="*/ 0 h 25"/>
                <a:gd name="T10" fmla="*/ 40 w 13"/>
                <a:gd name="T11" fmla="*/ 70 h 2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" h="25">
                  <a:moveTo>
                    <a:pt x="9" y="25"/>
                  </a:moveTo>
                  <a:cubicBezTo>
                    <a:pt x="9" y="22"/>
                    <a:pt x="10" y="20"/>
                    <a:pt x="7" y="19"/>
                  </a:cubicBezTo>
                  <a:cubicBezTo>
                    <a:pt x="5" y="18"/>
                    <a:pt x="1" y="19"/>
                    <a:pt x="0" y="20"/>
                  </a:cubicBezTo>
                  <a:cubicBezTo>
                    <a:pt x="3" y="18"/>
                    <a:pt x="5" y="14"/>
                    <a:pt x="6" y="10"/>
                  </a:cubicBezTo>
                  <a:cubicBezTo>
                    <a:pt x="6" y="6"/>
                    <a:pt x="4" y="2"/>
                    <a:pt x="9" y="0"/>
                  </a:cubicBezTo>
                  <a:cubicBezTo>
                    <a:pt x="11" y="5"/>
                    <a:pt x="13" y="16"/>
                    <a:pt x="11" y="20"/>
                  </a:cubicBezTo>
                </a:path>
              </a:pathLst>
            </a:custGeom>
            <a:solidFill>
              <a:srgbClr val="8E4C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1799" name="Freeform 211">
              <a:extLst>
                <a:ext uri="{FF2B5EF4-FFF2-40B4-BE49-F238E27FC236}">
                  <a16:creationId xmlns:a16="http://schemas.microsoft.com/office/drawing/2014/main" id="{AA9FE73C-0D6C-40D4-B893-B9FDB782197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561" y="1058"/>
              <a:ext cx="222" cy="143"/>
            </a:xfrm>
            <a:custGeom>
              <a:avLst/>
              <a:gdLst>
                <a:gd name="T0" fmla="*/ 465 w 147"/>
                <a:gd name="T1" fmla="*/ 66 h 95"/>
                <a:gd name="T2" fmla="*/ 426 w 147"/>
                <a:gd name="T3" fmla="*/ 32 h 95"/>
                <a:gd name="T4" fmla="*/ 352 w 147"/>
                <a:gd name="T5" fmla="*/ 14 h 95"/>
                <a:gd name="T6" fmla="*/ 263 w 147"/>
                <a:gd name="T7" fmla="*/ 8 h 95"/>
                <a:gd name="T8" fmla="*/ 255 w 147"/>
                <a:gd name="T9" fmla="*/ 18 h 95"/>
                <a:gd name="T10" fmla="*/ 249 w 147"/>
                <a:gd name="T11" fmla="*/ 8 h 95"/>
                <a:gd name="T12" fmla="*/ 156 w 147"/>
                <a:gd name="T13" fmla="*/ 14 h 95"/>
                <a:gd name="T14" fmla="*/ 82 w 147"/>
                <a:gd name="T15" fmla="*/ 32 h 95"/>
                <a:gd name="T16" fmla="*/ 41 w 147"/>
                <a:gd name="T17" fmla="*/ 66 h 95"/>
                <a:gd name="T18" fmla="*/ 12 w 147"/>
                <a:gd name="T19" fmla="*/ 163 h 95"/>
                <a:gd name="T20" fmla="*/ 45 w 147"/>
                <a:gd name="T21" fmla="*/ 208 h 95"/>
                <a:gd name="T22" fmla="*/ 107 w 147"/>
                <a:gd name="T23" fmla="*/ 238 h 95"/>
                <a:gd name="T24" fmla="*/ 80 w 147"/>
                <a:gd name="T25" fmla="*/ 154 h 95"/>
                <a:gd name="T26" fmla="*/ 82 w 147"/>
                <a:gd name="T27" fmla="*/ 161 h 95"/>
                <a:gd name="T28" fmla="*/ 89 w 147"/>
                <a:gd name="T29" fmla="*/ 170 h 95"/>
                <a:gd name="T30" fmla="*/ 103 w 147"/>
                <a:gd name="T31" fmla="*/ 215 h 95"/>
                <a:gd name="T32" fmla="*/ 109 w 147"/>
                <a:gd name="T33" fmla="*/ 229 h 95"/>
                <a:gd name="T34" fmla="*/ 148 w 147"/>
                <a:gd name="T35" fmla="*/ 277 h 95"/>
                <a:gd name="T36" fmla="*/ 180 w 147"/>
                <a:gd name="T37" fmla="*/ 292 h 95"/>
                <a:gd name="T38" fmla="*/ 231 w 147"/>
                <a:gd name="T39" fmla="*/ 318 h 95"/>
                <a:gd name="T40" fmla="*/ 258 w 147"/>
                <a:gd name="T41" fmla="*/ 318 h 95"/>
                <a:gd name="T42" fmla="*/ 263 w 147"/>
                <a:gd name="T43" fmla="*/ 318 h 95"/>
                <a:gd name="T44" fmla="*/ 285 w 147"/>
                <a:gd name="T45" fmla="*/ 313 h 95"/>
                <a:gd name="T46" fmla="*/ 313 w 147"/>
                <a:gd name="T47" fmla="*/ 304 h 95"/>
                <a:gd name="T48" fmla="*/ 332 w 147"/>
                <a:gd name="T49" fmla="*/ 300 h 95"/>
                <a:gd name="T50" fmla="*/ 356 w 147"/>
                <a:gd name="T51" fmla="*/ 277 h 95"/>
                <a:gd name="T52" fmla="*/ 403 w 147"/>
                <a:gd name="T53" fmla="*/ 211 h 95"/>
                <a:gd name="T54" fmla="*/ 411 w 147"/>
                <a:gd name="T55" fmla="*/ 163 h 95"/>
                <a:gd name="T56" fmla="*/ 417 w 147"/>
                <a:gd name="T57" fmla="*/ 148 h 95"/>
                <a:gd name="T58" fmla="*/ 426 w 147"/>
                <a:gd name="T59" fmla="*/ 154 h 95"/>
                <a:gd name="T60" fmla="*/ 399 w 147"/>
                <a:gd name="T61" fmla="*/ 238 h 95"/>
                <a:gd name="T62" fmla="*/ 461 w 147"/>
                <a:gd name="T63" fmla="*/ 208 h 95"/>
                <a:gd name="T64" fmla="*/ 500 w 147"/>
                <a:gd name="T65" fmla="*/ 163 h 95"/>
                <a:gd name="T66" fmla="*/ 399 w 147"/>
                <a:gd name="T67" fmla="*/ 211 h 95"/>
                <a:gd name="T68" fmla="*/ 403 w 147"/>
                <a:gd name="T69" fmla="*/ 211 h 95"/>
                <a:gd name="T70" fmla="*/ 384 w 147"/>
                <a:gd name="T71" fmla="*/ 157 h 95"/>
                <a:gd name="T72" fmla="*/ 362 w 147"/>
                <a:gd name="T73" fmla="*/ 163 h 95"/>
                <a:gd name="T74" fmla="*/ 344 w 147"/>
                <a:gd name="T75" fmla="*/ 161 h 95"/>
                <a:gd name="T76" fmla="*/ 305 w 147"/>
                <a:gd name="T77" fmla="*/ 161 h 95"/>
                <a:gd name="T78" fmla="*/ 269 w 147"/>
                <a:gd name="T79" fmla="*/ 149 h 95"/>
                <a:gd name="T80" fmla="*/ 258 w 147"/>
                <a:gd name="T81" fmla="*/ 148 h 95"/>
                <a:gd name="T82" fmla="*/ 251 w 147"/>
                <a:gd name="T83" fmla="*/ 143 h 95"/>
                <a:gd name="T84" fmla="*/ 245 w 147"/>
                <a:gd name="T85" fmla="*/ 140 h 95"/>
                <a:gd name="T86" fmla="*/ 236 w 147"/>
                <a:gd name="T87" fmla="*/ 143 h 95"/>
                <a:gd name="T88" fmla="*/ 228 w 147"/>
                <a:gd name="T89" fmla="*/ 148 h 95"/>
                <a:gd name="T90" fmla="*/ 207 w 147"/>
                <a:gd name="T91" fmla="*/ 154 h 95"/>
                <a:gd name="T92" fmla="*/ 201 w 147"/>
                <a:gd name="T93" fmla="*/ 161 h 95"/>
                <a:gd name="T94" fmla="*/ 156 w 147"/>
                <a:gd name="T95" fmla="*/ 161 h 95"/>
                <a:gd name="T96" fmla="*/ 142 w 147"/>
                <a:gd name="T97" fmla="*/ 176 h 95"/>
                <a:gd name="T98" fmla="*/ 121 w 147"/>
                <a:gd name="T99" fmla="*/ 167 h 95"/>
                <a:gd name="T100" fmla="*/ 89 w 147"/>
                <a:gd name="T101" fmla="*/ 148 h 95"/>
                <a:gd name="T102" fmla="*/ 128 w 147"/>
                <a:gd name="T103" fmla="*/ 80 h 95"/>
                <a:gd name="T104" fmla="*/ 245 w 147"/>
                <a:gd name="T105" fmla="*/ 53 h 95"/>
                <a:gd name="T106" fmla="*/ 255 w 147"/>
                <a:gd name="T107" fmla="*/ 53 h 95"/>
                <a:gd name="T108" fmla="*/ 263 w 147"/>
                <a:gd name="T109" fmla="*/ 53 h 95"/>
                <a:gd name="T110" fmla="*/ 384 w 147"/>
                <a:gd name="T111" fmla="*/ 80 h 95"/>
                <a:gd name="T112" fmla="*/ 384 w 147"/>
                <a:gd name="T113" fmla="*/ 157 h 95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147" h="95">
                  <a:moveTo>
                    <a:pt x="143" y="29"/>
                  </a:moveTo>
                  <a:cubicBezTo>
                    <a:pt x="141" y="26"/>
                    <a:pt x="136" y="23"/>
                    <a:pt x="135" y="19"/>
                  </a:cubicBezTo>
                  <a:cubicBezTo>
                    <a:pt x="136" y="20"/>
                    <a:pt x="136" y="19"/>
                    <a:pt x="137" y="20"/>
                  </a:cubicBezTo>
                  <a:cubicBezTo>
                    <a:pt x="134" y="15"/>
                    <a:pt x="129" y="11"/>
                    <a:pt x="124" y="9"/>
                  </a:cubicBezTo>
                  <a:cubicBezTo>
                    <a:pt x="119" y="8"/>
                    <a:pt x="115" y="5"/>
                    <a:pt x="110" y="4"/>
                  </a:cubicBezTo>
                  <a:cubicBezTo>
                    <a:pt x="107" y="3"/>
                    <a:pt x="105" y="4"/>
                    <a:pt x="102" y="4"/>
                  </a:cubicBezTo>
                  <a:cubicBezTo>
                    <a:pt x="99" y="3"/>
                    <a:pt x="98" y="2"/>
                    <a:pt x="95" y="1"/>
                  </a:cubicBezTo>
                  <a:cubicBezTo>
                    <a:pt x="88" y="0"/>
                    <a:pt x="82" y="2"/>
                    <a:pt x="76" y="2"/>
                  </a:cubicBezTo>
                  <a:cubicBezTo>
                    <a:pt x="74" y="4"/>
                    <a:pt x="74" y="4"/>
                    <a:pt x="74" y="4"/>
                  </a:cubicBezTo>
                  <a:cubicBezTo>
                    <a:pt x="74" y="4"/>
                    <a:pt x="74" y="5"/>
                    <a:pt x="74" y="5"/>
                  </a:cubicBezTo>
                  <a:cubicBezTo>
                    <a:pt x="74" y="5"/>
                    <a:pt x="74" y="4"/>
                    <a:pt x="74" y="4"/>
                  </a:cubicBezTo>
                  <a:cubicBezTo>
                    <a:pt x="72" y="2"/>
                    <a:pt x="72" y="2"/>
                    <a:pt x="72" y="2"/>
                  </a:cubicBezTo>
                  <a:cubicBezTo>
                    <a:pt x="65" y="2"/>
                    <a:pt x="59" y="0"/>
                    <a:pt x="53" y="1"/>
                  </a:cubicBezTo>
                  <a:cubicBezTo>
                    <a:pt x="50" y="2"/>
                    <a:pt x="48" y="3"/>
                    <a:pt x="45" y="4"/>
                  </a:cubicBezTo>
                  <a:cubicBezTo>
                    <a:pt x="43" y="4"/>
                    <a:pt x="40" y="3"/>
                    <a:pt x="37" y="4"/>
                  </a:cubicBezTo>
                  <a:cubicBezTo>
                    <a:pt x="32" y="5"/>
                    <a:pt x="29" y="8"/>
                    <a:pt x="24" y="9"/>
                  </a:cubicBezTo>
                  <a:cubicBezTo>
                    <a:pt x="18" y="11"/>
                    <a:pt x="13" y="15"/>
                    <a:pt x="11" y="20"/>
                  </a:cubicBezTo>
                  <a:cubicBezTo>
                    <a:pt x="11" y="19"/>
                    <a:pt x="11" y="20"/>
                    <a:pt x="12" y="19"/>
                  </a:cubicBezTo>
                  <a:cubicBezTo>
                    <a:pt x="12" y="23"/>
                    <a:pt x="6" y="26"/>
                    <a:pt x="5" y="29"/>
                  </a:cubicBezTo>
                  <a:cubicBezTo>
                    <a:pt x="2" y="34"/>
                    <a:pt x="0" y="43"/>
                    <a:pt x="3" y="48"/>
                  </a:cubicBezTo>
                  <a:cubicBezTo>
                    <a:pt x="2" y="46"/>
                    <a:pt x="4" y="45"/>
                    <a:pt x="5" y="43"/>
                  </a:cubicBezTo>
                  <a:cubicBezTo>
                    <a:pt x="4" y="50"/>
                    <a:pt x="9" y="56"/>
                    <a:pt x="13" y="61"/>
                  </a:cubicBezTo>
                  <a:cubicBezTo>
                    <a:pt x="12" y="60"/>
                    <a:pt x="11" y="57"/>
                    <a:pt x="11" y="55"/>
                  </a:cubicBezTo>
                  <a:cubicBezTo>
                    <a:pt x="16" y="62"/>
                    <a:pt x="23" y="67"/>
                    <a:pt x="31" y="70"/>
                  </a:cubicBezTo>
                  <a:cubicBezTo>
                    <a:pt x="27" y="65"/>
                    <a:pt x="22" y="59"/>
                    <a:pt x="21" y="52"/>
                  </a:cubicBezTo>
                  <a:cubicBezTo>
                    <a:pt x="21" y="49"/>
                    <a:pt x="21" y="47"/>
                    <a:pt x="23" y="45"/>
                  </a:cubicBezTo>
                  <a:cubicBezTo>
                    <a:pt x="23" y="45"/>
                    <a:pt x="24" y="45"/>
                    <a:pt x="25" y="45"/>
                  </a:cubicBezTo>
                  <a:cubicBezTo>
                    <a:pt x="24" y="46"/>
                    <a:pt x="24" y="47"/>
                    <a:pt x="24" y="47"/>
                  </a:cubicBezTo>
                  <a:cubicBezTo>
                    <a:pt x="23" y="50"/>
                    <a:pt x="24" y="52"/>
                    <a:pt x="25" y="54"/>
                  </a:cubicBezTo>
                  <a:cubicBezTo>
                    <a:pt x="25" y="53"/>
                    <a:pt x="25" y="51"/>
                    <a:pt x="26" y="50"/>
                  </a:cubicBezTo>
                  <a:cubicBezTo>
                    <a:pt x="26" y="52"/>
                    <a:pt x="26" y="54"/>
                    <a:pt x="26" y="55"/>
                  </a:cubicBezTo>
                  <a:cubicBezTo>
                    <a:pt x="26" y="58"/>
                    <a:pt x="28" y="60"/>
                    <a:pt x="30" y="63"/>
                  </a:cubicBezTo>
                  <a:cubicBezTo>
                    <a:pt x="30" y="61"/>
                    <a:pt x="29" y="59"/>
                    <a:pt x="29" y="57"/>
                  </a:cubicBezTo>
                  <a:cubicBezTo>
                    <a:pt x="30" y="60"/>
                    <a:pt x="31" y="64"/>
                    <a:pt x="32" y="67"/>
                  </a:cubicBezTo>
                  <a:cubicBezTo>
                    <a:pt x="33" y="69"/>
                    <a:pt x="35" y="71"/>
                    <a:pt x="37" y="74"/>
                  </a:cubicBezTo>
                  <a:cubicBezTo>
                    <a:pt x="38" y="76"/>
                    <a:pt x="40" y="79"/>
                    <a:pt x="43" y="81"/>
                  </a:cubicBezTo>
                  <a:cubicBezTo>
                    <a:pt x="42" y="80"/>
                    <a:pt x="42" y="79"/>
                    <a:pt x="42" y="78"/>
                  </a:cubicBezTo>
                  <a:cubicBezTo>
                    <a:pt x="43" y="81"/>
                    <a:pt x="49" y="84"/>
                    <a:pt x="52" y="86"/>
                  </a:cubicBezTo>
                  <a:cubicBezTo>
                    <a:pt x="57" y="90"/>
                    <a:pt x="63" y="92"/>
                    <a:pt x="68" y="95"/>
                  </a:cubicBezTo>
                  <a:cubicBezTo>
                    <a:pt x="67" y="94"/>
                    <a:pt x="67" y="94"/>
                    <a:pt x="67" y="93"/>
                  </a:cubicBezTo>
                  <a:cubicBezTo>
                    <a:pt x="68" y="93"/>
                    <a:pt x="70" y="94"/>
                    <a:pt x="72" y="93"/>
                  </a:cubicBezTo>
                  <a:cubicBezTo>
                    <a:pt x="73" y="93"/>
                    <a:pt x="74" y="93"/>
                    <a:pt x="75" y="93"/>
                  </a:cubicBezTo>
                  <a:cubicBezTo>
                    <a:pt x="75" y="92"/>
                    <a:pt x="75" y="92"/>
                    <a:pt x="75" y="92"/>
                  </a:cubicBezTo>
                  <a:cubicBezTo>
                    <a:pt x="75" y="92"/>
                    <a:pt x="76" y="92"/>
                    <a:pt x="76" y="93"/>
                  </a:cubicBezTo>
                  <a:cubicBezTo>
                    <a:pt x="77" y="92"/>
                    <a:pt x="79" y="90"/>
                    <a:pt x="81" y="91"/>
                  </a:cubicBezTo>
                  <a:cubicBezTo>
                    <a:pt x="82" y="91"/>
                    <a:pt x="82" y="92"/>
                    <a:pt x="83" y="92"/>
                  </a:cubicBezTo>
                  <a:cubicBezTo>
                    <a:pt x="84" y="92"/>
                    <a:pt x="85" y="91"/>
                    <a:pt x="86" y="90"/>
                  </a:cubicBezTo>
                  <a:cubicBezTo>
                    <a:pt x="88" y="90"/>
                    <a:pt x="90" y="90"/>
                    <a:pt x="91" y="89"/>
                  </a:cubicBezTo>
                  <a:cubicBezTo>
                    <a:pt x="93" y="88"/>
                    <a:pt x="96" y="87"/>
                    <a:pt x="98" y="85"/>
                  </a:cubicBezTo>
                  <a:cubicBezTo>
                    <a:pt x="98" y="86"/>
                    <a:pt x="98" y="87"/>
                    <a:pt x="97" y="88"/>
                  </a:cubicBezTo>
                  <a:cubicBezTo>
                    <a:pt x="99" y="84"/>
                    <a:pt x="102" y="81"/>
                    <a:pt x="104" y="78"/>
                  </a:cubicBezTo>
                  <a:cubicBezTo>
                    <a:pt x="104" y="79"/>
                    <a:pt x="104" y="80"/>
                    <a:pt x="103" y="81"/>
                  </a:cubicBezTo>
                  <a:cubicBezTo>
                    <a:pt x="109" y="79"/>
                    <a:pt x="111" y="73"/>
                    <a:pt x="115" y="69"/>
                  </a:cubicBezTo>
                  <a:cubicBezTo>
                    <a:pt x="116" y="67"/>
                    <a:pt x="117" y="64"/>
                    <a:pt x="117" y="62"/>
                  </a:cubicBezTo>
                  <a:cubicBezTo>
                    <a:pt x="118" y="62"/>
                    <a:pt x="118" y="63"/>
                    <a:pt x="118" y="64"/>
                  </a:cubicBezTo>
                  <a:cubicBezTo>
                    <a:pt x="120" y="60"/>
                    <a:pt x="120" y="52"/>
                    <a:pt x="119" y="48"/>
                  </a:cubicBezTo>
                  <a:cubicBezTo>
                    <a:pt x="119" y="48"/>
                    <a:pt x="119" y="49"/>
                    <a:pt x="119" y="50"/>
                  </a:cubicBezTo>
                  <a:cubicBezTo>
                    <a:pt x="119" y="47"/>
                    <a:pt x="120" y="45"/>
                    <a:pt x="121" y="43"/>
                  </a:cubicBezTo>
                  <a:cubicBezTo>
                    <a:pt x="121" y="44"/>
                    <a:pt x="122" y="45"/>
                    <a:pt x="122" y="45"/>
                  </a:cubicBezTo>
                  <a:cubicBezTo>
                    <a:pt x="123" y="46"/>
                    <a:pt x="124" y="45"/>
                    <a:pt x="124" y="45"/>
                  </a:cubicBezTo>
                  <a:cubicBezTo>
                    <a:pt x="126" y="47"/>
                    <a:pt x="126" y="49"/>
                    <a:pt x="126" y="52"/>
                  </a:cubicBezTo>
                  <a:cubicBezTo>
                    <a:pt x="125" y="59"/>
                    <a:pt x="121" y="65"/>
                    <a:pt x="116" y="70"/>
                  </a:cubicBezTo>
                  <a:cubicBezTo>
                    <a:pt x="124" y="67"/>
                    <a:pt x="131" y="62"/>
                    <a:pt x="136" y="55"/>
                  </a:cubicBezTo>
                  <a:cubicBezTo>
                    <a:pt x="136" y="57"/>
                    <a:pt x="136" y="60"/>
                    <a:pt x="134" y="61"/>
                  </a:cubicBezTo>
                  <a:cubicBezTo>
                    <a:pt x="139" y="56"/>
                    <a:pt x="143" y="50"/>
                    <a:pt x="143" y="43"/>
                  </a:cubicBezTo>
                  <a:cubicBezTo>
                    <a:pt x="144" y="45"/>
                    <a:pt x="145" y="46"/>
                    <a:pt x="145" y="48"/>
                  </a:cubicBezTo>
                  <a:cubicBezTo>
                    <a:pt x="147" y="43"/>
                    <a:pt x="146" y="34"/>
                    <a:pt x="143" y="29"/>
                  </a:cubicBezTo>
                  <a:close/>
                  <a:moveTo>
                    <a:pt x="116" y="62"/>
                  </a:moveTo>
                  <a:cubicBezTo>
                    <a:pt x="116" y="62"/>
                    <a:pt x="116" y="62"/>
                    <a:pt x="116" y="62"/>
                  </a:cubicBezTo>
                  <a:cubicBezTo>
                    <a:pt x="117" y="62"/>
                    <a:pt x="117" y="62"/>
                    <a:pt x="117" y="62"/>
                  </a:cubicBezTo>
                  <a:cubicBezTo>
                    <a:pt x="117" y="62"/>
                    <a:pt x="116" y="62"/>
                    <a:pt x="116" y="62"/>
                  </a:cubicBezTo>
                  <a:close/>
                  <a:moveTo>
                    <a:pt x="111" y="46"/>
                  </a:moveTo>
                  <a:cubicBezTo>
                    <a:pt x="109" y="50"/>
                    <a:pt x="107" y="52"/>
                    <a:pt x="104" y="53"/>
                  </a:cubicBezTo>
                  <a:cubicBezTo>
                    <a:pt x="105" y="51"/>
                    <a:pt x="105" y="49"/>
                    <a:pt x="105" y="48"/>
                  </a:cubicBezTo>
                  <a:cubicBezTo>
                    <a:pt x="104" y="48"/>
                    <a:pt x="102" y="49"/>
                    <a:pt x="100" y="50"/>
                  </a:cubicBezTo>
                  <a:cubicBezTo>
                    <a:pt x="100" y="49"/>
                    <a:pt x="100" y="48"/>
                    <a:pt x="100" y="47"/>
                  </a:cubicBezTo>
                  <a:cubicBezTo>
                    <a:pt x="98" y="48"/>
                    <a:pt x="96" y="49"/>
                    <a:pt x="94" y="48"/>
                  </a:cubicBezTo>
                  <a:cubicBezTo>
                    <a:pt x="92" y="46"/>
                    <a:pt x="91" y="43"/>
                    <a:pt x="89" y="47"/>
                  </a:cubicBezTo>
                  <a:cubicBezTo>
                    <a:pt x="88" y="45"/>
                    <a:pt x="88" y="44"/>
                    <a:pt x="87" y="43"/>
                  </a:cubicBezTo>
                  <a:cubicBezTo>
                    <a:pt x="84" y="47"/>
                    <a:pt x="81" y="41"/>
                    <a:pt x="78" y="44"/>
                  </a:cubicBezTo>
                  <a:cubicBezTo>
                    <a:pt x="77" y="42"/>
                    <a:pt x="76" y="41"/>
                    <a:pt x="76" y="39"/>
                  </a:cubicBezTo>
                  <a:cubicBezTo>
                    <a:pt x="75" y="40"/>
                    <a:pt x="75" y="42"/>
                    <a:pt x="75" y="43"/>
                  </a:cubicBezTo>
                  <a:cubicBezTo>
                    <a:pt x="74" y="42"/>
                    <a:pt x="74" y="42"/>
                    <a:pt x="74" y="41"/>
                  </a:cubicBezTo>
                  <a:cubicBezTo>
                    <a:pt x="74" y="41"/>
                    <a:pt x="73" y="42"/>
                    <a:pt x="73" y="42"/>
                  </a:cubicBezTo>
                  <a:cubicBezTo>
                    <a:pt x="73" y="41"/>
                    <a:pt x="72" y="41"/>
                    <a:pt x="72" y="41"/>
                  </a:cubicBezTo>
                  <a:cubicBezTo>
                    <a:pt x="71" y="41"/>
                    <a:pt x="71" y="41"/>
                    <a:pt x="71" y="41"/>
                  </a:cubicBezTo>
                  <a:cubicBezTo>
                    <a:pt x="71" y="43"/>
                    <a:pt x="70" y="44"/>
                    <a:pt x="69" y="46"/>
                  </a:cubicBezTo>
                  <a:cubicBezTo>
                    <a:pt x="69" y="45"/>
                    <a:pt x="69" y="43"/>
                    <a:pt x="68" y="42"/>
                  </a:cubicBezTo>
                  <a:cubicBezTo>
                    <a:pt x="68" y="43"/>
                    <a:pt x="67" y="45"/>
                    <a:pt x="66" y="46"/>
                  </a:cubicBezTo>
                  <a:cubicBezTo>
                    <a:pt x="66" y="45"/>
                    <a:pt x="66" y="44"/>
                    <a:pt x="66" y="43"/>
                  </a:cubicBezTo>
                  <a:cubicBezTo>
                    <a:pt x="65" y="45"/>
                    <a:pt x="62" y="47"/>
                    <a:pt x="61" y="48"/>
                  </a:cubicBezTo>
                  <a:cubicBezTo>
                    <a:pt x="60" y="48"/>
                    <a:pt x="60" y="46"/>
                    <a:pt x="60" y="45"/>
                  </a:cubicBezTo>
                  <a:cubicBezTo>
                    <a:pt x="59" y="46"/>
                    <a:pt x="58" y="47"/>
                    <a:pt x="58" y="48"/>
                  </a:cubicBezTo>
                  <a:cubicBezTo>
                    <a:pt x="58" y="48"/>
                    <a:pt x="57" y="47"/>
                    <a:pt x="58" y="47"/>
                  </a:cubicBezTo>
                  <a:cubicBezTo>
                    <a:pt x="56" y="48"/>
                    <a:pt x="55" y="50"/>
                    <a:pt x="54" y="51"/>
                  </a:cubicBezTo>
                  <a:cubicBezTo>
                    <a:pt x="50" y="52"/>
                    <a:pt x="47" y="49"/>
                    <a:pt x="45" y="47"/>
                  </a:cubicBezTo>
                  <a:cubicBezTo>
                    <a:pt x="43" y="49"/>
                    <a:pt x="44" y="52"/>
                    <a:pt x="44" y="54"/>
                  </a:cubicBezTo>
                  <a:cubicBezTo>
                    <a:pt x="43" y="53"/>
                    <a:pt x="42" y="52"/>
                    <a:pt x="41" y="52"/>
                  </a:cubicBezTo>
                  <a:cubicBezTo>
                    <a:pt x="41" y="52"/>
                    <a:pt x="41" y="52"/>
                    <a:pt x="40" y="53"/>
                  </a:cubicBezTo>
                  <a:cubicBezTo>
                    <a:pt x="39" y="51"/>
                    <a:pt x="37" y="50"/>
                    <a:pt x="35" y="49"/>
                  </a:cubicBezTo>
                  <a:cubicBezTo>
                    <a:pt x="35" y="50"/>
                    <a:pt x="35" y="51"/>
                    <a:pt x="35" y="52"/>
                  </a:cubicBezTo>
                  <a:cubicBezTo>
                    <a:pt x="32" y="51"/>
                    <a:pt x="29" y="46"/>
                    <a:pt x="26" y="43"/>
                  </a:cubicBezTo>
                  <a:cubicBezTo>
                    <a:pt x="26" y="43"/>
                    <a:pt x="26" y="43"/>
                    <a:pt x="27" y="43"/>
                  </a:cubicBezTo>
                  <a:cubicBezTo>
                    <a:pt x="30" y="36"/>
                    <a:pt x="30" y="26"/>
                    <a:pt x="37" y="23"/>
                  </a:cubicBezTo>
                  <a:cubicBezTo>
                    <a:pt x="42" y="20"/>
                    <a:pt x="49" y="19"/>
                    <a:pt x="55" y="19"/>
                  </a:cubicBezTo>
                  <a:cubicBezTo>
                    <a:pt x="62" y="19"/>
                    <a:pt x="66" y="20"/>
                    <a:pt x="71" y="15"/>
                  </a:cubicBezTo>
                  <a:cubicBezTo>
                    <a:pt x="71" y="16"/>
                    <a:pt x="71" y="17"/>
                    <a:pt x="71" y="18"/>
                  </a:cubicBezTo>
                  <a:cubicBezTo>
                    <a:pt x="72" y="17"/>
                    <a:pt x="73" y="16"/>
                    <a:pt x="74" y="15"/>
                  </a:cubicBezTo>
                  <a:cubicBezTo>
                    <a:pt x="74" y="16"/>
                    <a:pt x="75" y="17"/>
                    <a:pt x="77" y="18"/>
                  </a:cubicBezTo>
                  <a:cubicBezTo>
                    <a:pt x="77" y="17"/>
                    <a:pt x="77" y="16"/>
                    <a:pt x="76" y="15"/>
                  </a:cubicBezTo>
                  <a:cubicBezTo>
                    <a:pt x="81" y="20"/>
                    <a:pt x="85" y="19"/>
                    <a:pt x="92" y="19"/>
                  </a:cubicBezTo>
                  <a:cubicBezTo>
                    <a:pt x="98" y="19"/>
                    <a:pt x="105" y="20"/>
                    <a:pt x="111" y="23"/>
                  </a:cubicBezTo>
                  <a:cubicBezTo>
                    <a:pt x="115" y="25"/>
                    <a:pt x="117" y="31"/>
                    <a:pt x="119" y="36"/>
                  </a:cubicBezTo>
                  <a:cubicBezTo>
                    <a:pt x="118" y="39"/>
                    <a:pt x="112" y="44"/>
                    <a:pt x="111" y="46"/>
                  </a:cubicBezTo>
                  <a:close/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1800" name="Freeform 212">
              <a:extLst>
                <a:ext uri="{FF2B5EF4-FFF2-40B4-BE49-F238E27FC236}">
                  <a16:creationId xmlns:a16="http://schemas.microsoft.com/office/drawing/2014/main" id="{A794B4F3-4A72-4C04-9BAE-C4C6A868E4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9" y="802"/>
              <a:ext cx="45" cy="116"/>
            </a:xfrm>
            <a:custGeom>
              <a:avLst/>
              <a:gdLst>
                <a:gd name="T0" fmla="*/ 0 w 30"/>
                <a:gd name="T1" fmla="*/ 18 h 77"/>
                <a:gd name="T2" fmla="*/ 41 w 30"/>
                <a:gd name="T3" fmla="*/ 148 h 77"/>
                <a:gd name="T4" fmla="*/ 45 w 30"/>
                <a:gd name="T5" fmla="*/ 116 h 77"/>
                <a:gd name="T6" fmla="*/ 72 w 30"/>
                <a:gd name="T7" fmla="*/ 264 h 77"/>
                <a:gd name="T8" fmla="*/ 80 w 30"/>
                <a:gd name="T9" fmla="*/ 157 h 77"/>
                <a:gd name="T10" fmla="*/ 86 w 30"/>
                <a:gd name="T11" fmla="*/ 211 h 77"/>
                <a:gd name="T12" fmla="*/ 72 w 30"/>
                <a:gd name="T13" fmla="*/ 80 h 77"/>
                <a:gd name="T14" fmla="*/ 102 w 30"/>
                <a:gd name="T15" fmla="*/ 154 h 77"/>
                <a:gd name="T16" fmla="*/ 75 w 30"/>
                <a:gd name="T17" fmla="*/ 41 h 77"/>
                <a:gd name="T18" fmla="*/ 48 w 30"/>
                <a:gd name="T19" fmla="*/ 0 h 77"/>
                <a:gd name="T20" fmla="*/ 54 w 30"/>
                <a:gd name="T21" fmla="*/ 62 h 77"/>
                <a:gd name="T22" fmla="*/ 41 w 30"/>
                <a:gd name="T23" fmla="*/ 27 h 77"/>
                <a:gd name="T24" fmla="*/ 53 w 30"/>
                <a:gd name="T25" fmla="*/ 62 h 77"/>
                <a:gd name="T26" fmla="*/ 12 w 30"/>
                <a:gd name="T27" fmla="*/ 26 h 7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30" h="77">
                  <a:moveTo>
                    <a:pt x="0" y="5"/>
                  </a:moveTo>
                  <a:cubicBezTo>
                    <a:pt x="10" y="16"/>
                    <a:pt x="9" y="29"/>
                    <a:pt x="12" y="43"/>
                  </a:cubicBezTo>
                  <a:cubicBezTo>
                    <a:pt x="12" y="40"/>
                    <a:pt x="12" y="37"/>
                    <a:pt x="13" y="34"/>
                  </a:cubicBezTo>
                  <a:cubicBezTo>
                    <a:pt x="17" y="49"/>
                    <a:pt x="21" y="62"/>
                    <a:pt x="21" y="77"/>
                  </a:cubicBezTo>
                  <a:cubicBezTo>
                    <a:pt x="21" y="69"/>
                    <a:pt x="25" y="57"/>
                    <a:pt x="23" y="46"/>
                  </a:cubicBezTo>
                  <a:cubicBezTo>
                    <a:pt x="25" y="50"/>
                    <a:pt x="25" y="58"/>
                    <a:pt x="25" y="62"/>
                  </a:cubicBezTo>
                  <a:cubicBezTo>
                    <a:pt x="25" y="49"/>
                    <a:pt x="24" y="36"/>
                    <a:pt x="21" y="23"/>
                  </a:cubicBezTo>
                  <a:cubicBezTo>
                    <a:pt x="25" y="29"/>
                    <a:pt x="28" y="37"/>
                    <a:pt x="30" y="45"/>
                  </a:cubicBezTo>
                  <a:cubicBezTo>
                    <a:pt x="28" y="33"/>
                    <a:pt x="29" y="22"/>
                    <a:pt x="22" y="12"/>
                  </a:cubicBezTo>
                  <a:cubicBezTo>
                    <a:pt x="20" y="8"/>
                    <a:pt x="17" y="4"/>
                    <a:pt x="14" y="0"/>
                  </a:cubicBezTo>
                  <a:cubicBezTo>
                    <a:pt x="15" y="5"/>
                    <a:pt x="17" y="12"/>
                    <a:pt x="16" y="18"/>
                  </a:cubicBezTo>
                  <a:cubicBezTo>
                    <a:pt x="16" y="14"/>
                    <a:pt x="14" y="11"/>
                    <a:pt x="12" y="8"/>
                  </a:cubicBezTo>
                  <a:cubicBezTo>
                    <a:pt x="13" y="11"/>
                    <a:pt x="14" y="15"/>
                    <a:pt x="15" y="18"/>
                  </a:cubicBezTo>
                  <a:cubicBezTo>
                    <a:pt x="12" y="14"/>
                    <a:pt x="8" y="8"/>
                    <a:pt x="3" y="7"/>
                  </a:cubicBezTo>
                </a:path>
              </a:pathLst>
            </a:custGeom>
            <a:solidFill>
              <a:srgbClr val="CCCC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1801" name="Freeform 213">
              <a:extLst>
                <a:ext uri="{FF2B5EF4-FFF2-40B4-BE49-F238E27FC236}">
                  <a16:creationId xmlns:a16="http://schemas.microsoft.com/office/drawing/2014/main" id="{66BEBCAF-1067-4044-8671-929315ED59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8" y="796"/>
              <a:ext cx="54" cy="116"/>
            </a:xfrm>
            <a:custGeom>
              <a:avLst/>
              <a:gdLst>
                <a:gd name="T0" fmla="*/ 122 w 36"/>
                <a:gd name="T1" fmla="*/ 0 h 77"/>
                <a:gd name="T2" fmla="*/ 89 w 36"/>
                <a:gd name="T3" fmla="*/ 122 h 77"/>
                <a:gd name="T4" fmla="*/ 108 w 36"/>
                <a:gd name="T5" fmla="*/ 81 h 77"/>
                <a:gd name="T6" fmla="*/ 86 w 36"/>
                <a:gd name="T7" fmla="*/ 264 h 77"/>
                <a:gd name="T8" fmla="*/ 75 w 36"/>
                <a:gd name="T9" fmla="*/ 163 h 77"/>
                <a:gd name="T10" fmla="*/ 54 w 36"/>
                <a:gd name="T11" fmla="*/ 232 h 77"/>
                <a:gd name="T12" fmla="*/ 59 w 36"/>
                <a:gd name="T13" fmla="*/ 122 h 77"/>
                <a:gd name="T14" fmla="*/ 41 w 36"/>
                <a:gd name="T15" fmla="*/ 178 h 77"/>
                <a:gd name="T16" fmla="*/ 48 w 36"/>
                <a:gd name="T17" fmla="*/ 102 h 77"/>
                <a:gd name="T18" fmla="*/ 12 w 36"/>
                <a:gd name="T19" fmla="*/ 223 h 77"/>
                <a:gd name="T20" fmla="*/ 27 w 36"/>
                <a:gd name="T21" fmla="*/ 68 h 77"/>
                <a:gd name="T22" fmla="*/ 8 w 36"/>
                <a:gd name="T23" fmla="*/ 113 h 77"/>
                <a:gd name="T24" fmla="*/ 68 w 36"/>
                <a:gd name="T25" fmla="*/ 0 h 77"/>
                <a:gd name="T26" fmla="*/ 53 w 36"/>
                <a:gd name="T27" fmla="*/ 72 h 77"/>
                <a:gd name="T28" fmla="*/ 80 w 36"/>
                <a:gd name="T29" fmla="*/ 26 h 77"/>
                <a:gd name="T30" fmla="*/ 68 w 36"/>
                <a:gd name="T31" fmla="*/ 80 h 77"/>
                <a:gd name="T32" fmla="*/ 108 w 36"/>
                <a:gd name="T33" fmla="*/ 8 h 77"/>
                <a:gd name="T34" fmla="*/ 120 w 36"/>
                <a:gd name="T35" fmla="*/ 5 h 77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36" h="77">
                  <a:moveTo>
                    <a:pt x="36" y="0"/>
                  </a:moveTo>
                  <a:cubicBezTo>
                    <a:pt x="31" y="12"/>
                    <a:pt x="28" y="23"/>
                    <a:pt x="26" y="36"/>
                  </a:cubicBezTo>
                  <a:cubicBezTo>
                    <a:pt x="27" y="32"/>
                    <a:pt x="29" y="27"/>
                    <a:pt x="32" y="24"/>
                  </a:cubicBezTo>
                  <a:cubicBezTo>
                    <a:pt x="24" y="38"/>
                    <a:pt x="25" y="61"/>
                    <a:pt x="25" y="77"/>
                  </a:cubicBezTo>
                  <a:cubicBezTo>
                    <a:pt x="22" y="67"/>
                    <a:pt x="24" y="57"/>
                    <a:pt x="22" y="48"/>
                  </a:cubicBezTo>
                  <a:cubicBezTo>
                    <a:pt x="18" y="54"/>
                    <a:pt x="18" y="61"/>
                    <a:pt x="16" y="68"/>
                  </a:cubicBezTo>
                  <a:cubicBezTo>
                    <a:pt x="16" y="57"/>
                    <a:pt x="18" y="46"/>
                    <a:pt x="17" y="36"/>
                  </a:cubicBezTo>
                  <a:cubicBezTo>
                    <a:pt x="14" y="41"/>
                    <a:pt x="14" y="47"/>
                    <a:pt x="12" y="52"/>
                  </a:cubicBezTo>
                  <a:cubicBezTo>
                    <a:pt x="12" y="44"/>
                    <a:pt x="13" y="37"/>
                    <a:pt x="14" y="30"/>
                  </a:cubicBezTo>
                  <a:cubicBezTo>
                    <a:pt x="7" y="40"/>
                    <a:pt x="5" y="53"/>
                    <a:pt x="3" y="65"/>
                  </a:cubicBezTo>
                  <a:cubicBezTo>
                    <a:pt x="0" y="52"/>
                    <a:pt x="2" y="32"/>
                    <a:pt x="8" y="20"/>
                  </a:cubicBezTo>
                  <a:cubicBezTo>
                    <a:pt x="5" y="23"/>
                    <a:pt x="2" y="29"/>
                    <a:pt x="2" y="33"/>
                  </a:cubicBezTo>
                  <a:cubicBezTo>
                    <a:pt x="4" y="25"/>
                    <a:pt x="13" y="4"/>
                    <a:pt x="20" y="0"/>
                  </a:cubicBezTo>
                  <a:cubicBezTo>
                    <a:pt x="18" y="7"/>
                    <a:pt x="17" y="14"/>
                    <a:pt x="15" y="21"/>
                  </a:cubicBezTo>
                  <a:cubicBezTo>
                    <a:pt x="17" y="16"/>
                    <a:pt x="19" y="10"/>
                    <a:pt x="23" y="7"/>
                  </a:cubicBezTo>
                  <a:cubicBezTo>
                    <a:pt x="22" y="12"/>
                    <a:pt x="19" y="18"/>
                    <a:pt x="20" y="23"/>
                  </a:cubicBezTo>
                  <a:cubicBezTo>
                    <a:pt x="22" y="15"/>
                    <a:pt x="29" y="9"/>
                    <a:pt x="32" y="2"/>
                  </a:cubicBezTo>
                  <a:cubicBezTo>
                    <a:pt x="33" y="2"/>
                    <a:pt x="34" y="1"/>
                    <a:pt x="35" y="1"/>
                  </a:cubicBezTo>
                </a:path>
              </a:pathLst>
            </a:custGeom>
            <a:solidFill>
              <a:srgbClr val="CCCC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1802" name="Freeform 214">
              <a:extLst>
                <a:ext uri="{FF2B5EF4-FFF2-40B4-BE49-F238E27FC236}">
                  <a16:creationId xmlns:a16="http://schemas.microsoft.com/office/drawing/2014/main" id="{D62965B7-7B66-42FF-9E0A-5018747FEA4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7" y="1097"/>
              <a:ext cx="28" cy="54"/>
            </a:xfrm>
            <a:custGeom>
              <a:avLst/>
              <a:gdLst>
                <a:gd name="T0" fmla="*/ 15 w 19"/>
                <a:gd name="T1" fmla="*/ 5 h 36"/>
                <a:gd name="T2" fmla="*/ 0 w 19"/>
                <a:gd name="T3" fmla="*/ 59 h 36"/>
                <a:gd name="T4" fmla="*/ 9 w 19"/>
                <a:gd name="T5" fmla="*/ 35 h 36"/>
                <a:gd name="T6" fmla="*/ 9 w 19"/>
                <a:gd name="T7" fmla="*/ 66 h 36"/>
                <a:gd name="T8" fmla="*/ 15 w 19"/>
                <a:gd name="T9" fmla="*/ 48 h 36"/>
                <a:gd name="T10" fmla="*/ 19 w 19"/>
                <a:gd name="T11" fmla="*/ 89 h 36"/>
                <a:gd name="T12" fmla="*/ 19 w 19"/>
                <a:gd name="T13" fmla="*/ 72 h 36"/>
                <a:gd name="T14" fmla="*/ 27 w 19"/>
                <a:gd name="T15" fmla="*/ 48 h 36"/>
                <a:gd name="T16" fmla="*/ 47 w 19"/>
                <a:gd name="T17" fmla="*/ 99 h 36"/>
                <a:gd name="T18" fmla="*/ 40 w 19"/>
                <a:gd name="T19" fmla="*/ 66 h 36"/>
                <a:gd name="T20" fmla="*/ 46 w 19"/>
                <a:gd name="T21" fmla="*/ 89 h 36"/>
                <a:gd name="T22" fmla="*/ 60 w 19"/>
                <a:gd name="T23" fmla="*/ 122 h 36"/>
                <a:gd name="T24" fmla="*/ 52 w 19"/>
                <a:gd name="T25" fmla="*/ 107 h 36"/>
                <a:gd name="T26" fmla="*/ 46 w 19"/>
                <a:gd name="T27" fmla="*/ 66 h 36"/>
                <a:gd name="T28" fmla="*/ 47 w 19"/>
                <a:gd name="T29" fmla="*/ 32 h 36"/>
                <a:gd name="T30" fmla="*/ 41 w 19"/>
                <a:gd name="T31" fmla="*/ 53 h 36"/>
                <a:gd name="T32" fmla="*/ 40 w 19"/>
                <a:gd name="T33" fmla="*/ 14 h 36"/>
                <a:gd name="T34" fmla="*/ 35 w 19"/>
                <a:gd name="T35" fmla="*/ 27 h 36"/>
                <a:gd name="T36" fmla="*/ 35 w 19"/>
                <a:gd name="T37" fmla="*/ 18 h 36"/>
                <a:gd name="T38" fmla="*/ 32 w 19"/>
                <a:gd name="T39" fmla="*/ 32 h 36"/>
                <a:gd name="T40" fmla="*/ 32 w 19"/>
                <a:gd name="T41" fmla="*/ 0 h 36"/>
                <a:gd name="T42" fmla="*/ 19 w 19"/>
                <a:gd name="T43" fmla="*/ 21 h 36"/>
                <a:gd name="T44" fmla="*/ 22 w 19"/>
                <a:gd name="T45" fmla="*/ 5 h 36"/>
                <a:gd name="T46" fmla="*/ 13 w 19"/>
                <a:gd name="T47" fmla="*/ 18 h 36"/>
                <a:gd name="T48" fmla="*/ 15 w 19"/>
                <a:gd name="T49" fmla="*/ 12 h 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9" h="36">
                  <a:moveTo>
                    <a:pt x="5" y="1"/>
                  </a:moveTo>
                  <a:cubicBezTo>
                    <a:pt x="1" y="4"/>
                    <a:pt x="0" y="12"/>
                    <a:pt x="0" y="17"/>
                  </a:cubicBezTo>
                  <a:cubicBezTo>
                    <a:pt x="0" y="15"/>
                    <a:pt x="1" y="11"/>
                    <a:pt x="3" y="10"/>
                  </a:cubicBezTo>
                  <a:cubicBezTo>
                    <a:pt x="3" y="13"/>
                    <a:pt x="2" y="16"/>
                    <a:pt x="3" y="19"/>
                  </a:cubicBezTo>
                  <a:cubicBezTo>
                    <a:pt x="3" y="18"/>
                    <a:pt x="4" y="16"/>
                    <a:pt x="5" y="14"/>
                  </a:cubicBezTo>
                  <a:cubicBezTo>
                    <a:pt x="5" y="18"/>
                    <a:pt x="4" y="22"/>
                    <a:pt x="6" y="26"/>
                  </a:cubicBezTo>
                  <a:cubicBezTo>
                    <a:pt x="6" y="24"/>
                    <a:pt x="6" y="22"/>
                    <a:pt x="6" y="21"/>
                  </a:cubicBezTo>
                  <a:cubicBezTo>
                    <a:pt x="7" y="19"/>
                    <a:pt x="8" y="17"/>
                    <a:pt x="8" y="14"/>
                  </a:cubicBezTo>
                  <a:cubicBezTo>
                    <a:pt x="8" y="20"/>
                    <a:pt x="11" y="25"/>
                    <a:pt x="15" y="29"/>
                  </a:cubicBezTo>
                  <a:cubicBezTo>
                    <a:pt x="13" y="26"/>
                    <a:pt x="12" y="23"/>
                    <a:pt x="12" y="19"/>
                  </a:cubicBezTo>
                  <a:cubicBezTo>
                    <a:pt x="13" y="21"/>
                    <a:pt x="13" y="24"/>
                    <a:pt x="14" y="26"/>
                  </a:cubicBezTo>
                  <a:cubicBezTo>
                    <a:pt x="15" y="29"/>
                    <a:pt x="17" y="33"/>
                    <a:pt x="19" y="36"/>
                  </a:cubicBezTo>
                  <a:cubicBezTo>
                    <a:pt x="19" y="34"/>
                    <a:pt x="17" y="33"/>
                    <a:pt x="16" y="31"/>
                  </a:cubicBezTo>
                  <a:cubicBezTo>
                    <a:pt x="15" y="27"/>
                    <a:pt x="14" y="23"/>
                    <a:pt x="14" y="19"/>
                  </a:cubicBezTo>
                  <a:cubicBezTo>
                    <a:pt x="13" y="16"/>
                    <a:pt x="14" y="12"/>
                    <a:pt x="15" y="9"/>
                  </a:cubicBezTo>
                  <a:cubicBezTo>
                    <a:pt x="13" y="10"/>
                    <a:pt x="13" y="13"/>
                    <a:pt x="13" y="15"/>
                  </a:cubicBezTo>
                  <a:cubicBezTo>
                    <a:pt x="13" y="11"/>
                    <a:pt x="12" y="8"/>
                    <a:pt x="12" y="4"/>
                  </a:cubicBezTo>
                  <a:cubicBezTo>
                    <a:pt x="11" y="5"/>
                    <a:pt x="11" y="7"/>
                    <a:pt x="11" y="8"/>
                  </a:cubicBezTo>
                  <a:cubicBezTo>
                    <a:pt x="11" y="7"/>
                    <a:pt x="11" y="6"/>
                    <a:pt x="11" y="5"/>
                  </a:cubicBezTo>
                  <a:cubicBezTo>
                    <a:pt x="11" y="7"/>
                    <a:pt x="10" y="8"/>
                    <a:pt x="10" y="9"/>
                  </a:cubicBezTo>
                  <a:cubicBezTo>
                    <a:pt x="10" y="6"/>
                    <a:pt x="10" y="3"/>
                    <a:pt x="10" y="0"/>
                  </a:cubicBezTo>
                  <a:cubicBezTo>
                    <a:pt x="9" y="2"/>
                    <a:pt x="7" y="4"/>
                    <a:pt x="6" y="6"/>
                  </a:cubicBezTo>
                  <a:cubicBezTo>
                    <a:pt x="7" y="5"/>
                    <a:pt x="8" y="3"/>
                    <a:pt x="7" y="1"/>
                  </a:cubicBezTo>
                  <a:cubicBezTo>
                    <a:pt x="6" y="2"/>
                    <a:pt x="5" y="4"/>
                    <a:pt x="4" y="5"/>
                  </a:cubicBezTo>
                  <a:cubicBezTo>
                    <a:pt x="4" y="4"/>
                    <a:pt x="5" y="3"/>
                    <a:pt x="5" y="3"/>
                  </a:cubicBezTo>
                </a:path>
              </a:pathLst>
            </a:custGeom>
            <a:solidFill>
              <a:srgbClr val="CCCC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1803" name="Freeform 215">
              <a:extLst>
                <a:ext uri="{FF2B5EF4-FFF2-40B4-BE49-F238E27FC236}">
                  <a16:creationId xmlns:a16="http://schemas.microsoft.com/office/drawing/2014/main" id="{D20BD384-D445-4B75-87E7-FAF0CBFC57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0" y="1079"/>
              <a:ext cx="35" cy="71"/>
            </a:xfrm>
            <a:custGeom>
              <a:avLst/>
              <a:gdLst>
                <a:gd name="T0" fmla="*/ 0 w 23"/>
                <a:gd name="T1" fmla="*/ 41 h 47"/>
                <a:gd name="T2" fmla="*/ 12 w 23"/>
                <a:gd name="T3" fmla="*/ 73 h 47"/>
                <a:gd name="T4" fmla="*/ 27 w 23"/>
                <a:gd name="T5" fmla="*/ 95 h 47"/>
                <a:gd name="T6" fmla="*/ 26 w 23"/>
                <a:gd name="T7" fmla="*/ 86 h 47"/>
                <a:gd name="T8" fmla="*/ 40 w 23"/>
                <a:gd name="T9" fmla="*/ 130 h 47"/>
                <a:gd name="T10" fmla="*/ 26 w 23"/>
                <a:gd name="T11" fmla="*/ 162 h 47"/>
                <a:gd name="T12" fmla="*/ 49 w 23"/>
                <a:gd name="T13" fmla="*/ 124 h 47"/>
                <a:gd name="T14" fmla="*/ 53 w 23"/>
                <a:gd name="T15" fmla="*/ 86 h 47"/>
                <a:gd name="T16" fmla="*/ 56 w 23"/>
                <a:gd name="T17" fmla="*/ 124 h 47"/>
                <a:gd name="T18" fmla="*/ 62 w 23"/>
                <a:gd name="T19" fmla="*/ 107 h 47"/>
                <a:gd name="T20" fmla="*/ 67 w 23"/>
                <a:gd name="T21" fmla="*/ 121 h 47"/>
                <a:gd name="T22" fmla="*/ 70 w 23"/>
                <a:gd name="T23" fmla="*/ 103 h 47"/>
                <a:gd name="T24" fmla="*/ 62 w 23"/>
                <a:gd name="T25" fmla="*/ 59 h 47"/>
                <a:gd name="T26" fmla="*/ 75 w 23"/>
                <a:gd name="T27" fmla="*/ 89 h 47"/>
                <a:gd name="T28" fmla="*/ 75 w 23"/>
                <a:gd name="T29" fmla="*/ 59 h 47"/>
                <a:gd name="T30" fmla="*/ 81 w 23"/>
                <a:gd name="T31" fmla="*/ 76 h 47"/>
                <a:gd name="T32" fmla="*/ 53 w 23"/>
                <a:gd name="T33" fmla="*/ 27 h 47"/>
                <a:gd name="T34" fmla="*/ 21 w 23"/>
                <a:gd name="T35" fmla="*/ 0 h 47"/>
                <a:gd name="T36" fmla="*/ 27 w 23"/>
                <a:gd name="T37" fmla="*/ 8 h 47"/>
                <a:gd name="T38" fmla="*/ 41 w 23"/>
                <a:gd name="T39" fmla="*/ 26 h 47"/>
                <a:gd name="T40" fmla="*/ 56 w 23"/>
                <a:gd name="T41" fmla="*/ 62 h 47"/>
                <a:gd name="T42" fmla="*/ 35 w 23"/>
                <a:gd name="T43" fmla="*/ 35 h 47"/>
                <a:gd name="T44" fmla="*/ 41 w 23"/>
                <a:gd name="T45" fmla="*/ 59 h 47"/>
                <a:gd name="T46" fmla="*/ 32 w 23"/>
                <a:gd name="T47" fmla="*/ 45 h 47"/>
                <a:gd name="T48" fmla="*/ 35 w 23"/>
                <a:gd name="T49" fmla="*/ 62 h 47"/>
                <a:gd name="T50" fmla="*/ 8 w 23"/>
                <a:gd name="T51" fmla="*/ 26 h 47"/>
                <a:gd name="T52" fmla="*/ 14 w 23"/>
                <a:gd name="T53" fmla="*/ 45 h 47"/>
                <a:gd name="T54" fmla="*/ 21 w 23"/>
                <a:gd name="T55" fmla="*/ 73 h 47"/>
                <a:gd name="T56" fmla="*/ 12 w 23"/>
                <a:gd name="T57" fmla="*/ 48 h 47"/>
                <a:gd name="T58" fmla="*/ 14 w 23"/>
                <a:gd name="T59" fmla="*/ 62 h 47"/>
                <a:gd name="T60" fmla="*/ 0 w 23"/>
                <a:gd name="T61" fmla="*/ 41 h 47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23" h="47">
                  <a:moveTo>
                    <a:pt x="0" y="12"/>
                  </a:moveTo>
                  <a:cubicBezTo>
                    <a:pt x="1" y="14"/>
                    <a:pt x="2" y="18"/>
                    <a:pt x="3" y="21"/>
                  </a:cubicBezTo>
                  <a:cubicBezTo>
                    <a:pt x="4" y="23"/>
                    <a:pt x="6" y="27"/>
                    <a:pt x="8" y="28"/>
                  </a:cubicBezTo>
                  <a:cubicBezTo>
                    <a:pt x="7" y="28"/>
                    <a:pt x="7" y="26"/>
                    <a:pt x="7" y="25"/>
                  </a:cubicBezTo>
                  <a:cubicBezTo>
                    <a:pt x="10" y="29"/>
                    <a:pt x="11" y="33"/>
                    <a:pt x="11" y="38"/>
                  </a:cubicBezTo>
                  <a:cubicBezTo>
                    <a:pt x="10" y="41"/>
                    <a:pt x="10" y="46"/>
                    <a:pt x="7" y="47"/>
                  </a:cubicBezTo>
                  <a:cubicBezTo>
                    <a:pt x="10" y="44"/>
                    <a:pt x="13" y="41"/>
                    <a:pt x="14" y="36"/>
                  </a:cubicBezTo>
                  <a:cubicBezTo>
                    <a:pt x="15" y="33"/>
                    <a:pt x="16" y="28"/>
                    <a:pt x="15" y="25"/>
                  </a:cubicBezTo>
                  <a:cubicBezTo>
                    <a:pt x="16" y="29"/>
                    <a:pt x="16" y="32"/>
                    <a:pt x="16" y="36"/>
                  </a:cubicBezTo>
                  <a:cubicBezTo>
                    <a:pt x="16" y="34"/>
                    <a:pt x="17" y="32"/>
                    <a:pt x="18" y="31"/>
                  </a:cubicBezTo>
                  <a:cubicBezTo>
                    <a:pt x="19" y="33"/>
                    <a:pt x="18" y="34"/>
                    <a:pt x="19" y="35"/>
                  </a:cubicBezTo>
                  <a:cubicBezTo>
                    <a:pt x="19" y="33"/>
                    <a:pt x="20" y="32"/>
                    <a:pt x="20" y="30"/>
                  </a:cubicBezTo>
                  <a:cubicBezTo>
                    <a:pt x="20" y="26"/>
                    <a:pt x="19" y="22"/>
                    <a:pt x="18" y="17"/>
                  </a:cubicBezTo>
                  <a:cubicBezTo>
                    <a:pt x="20" y="20"/>
                    <a:pt x="20" y="23"/>
                    <a:pt x="21" y="26"/>
                  </a:cubicBezTo>
                  <a:cubicBezTo>
                    <a:pt x="21" y="23"/>
                    <a:pt x="21" y="20"/>
                    <a:pt x="21" y="17"/>
                  </a:cubicBezTo>
                  <a:cubicBezTo>
                    <a:pt x="22" y="19"/>
                    <a:pt x="22" y="20"/>
                    <a:pt x="23" y="22"/>
                  </a:cubicBezTo>
                  <a:cubicBezTo>
                    <a:pt x="23" y="17"/>
                    <a:pt x="18" y="12"/>
                    <a:pt x="15" y="8"/>
                  </a:cubicBezTo>
                  <a:cubicBezTo>
                    <a:pt x="13" y="4"/>
                    <a:pt x="10" y="1"/>
                    <a:pt x="6" y="0"/>
                  </a:cubicBezTo>
                  <a:cubicBezTo>
                    <a:pt x="7" y="1"/>
                    <a:pt x="7" y="1"/>
                    <a:pt x="8" y="2"/>
                  </a:cubicBezTo>
                  <a:cubicBezTo>
                    <a:pt x="10" y="3"/>
                    <a:pt x="11" y="5"/>
                    <a:pt x="12" y="7"/>
                  </a:cubicBezTo>
                  <a:cubicBezTo>
                    <a:pt x="14" y="10"/>
                    <a:pt x="15" y="14"/>
                    <a:pt x="16" y="18"/>
                  </a:cubicBezTo>
                  <a:cubicBezTo>
                    <a:pt x="14" y="16"/>
                    <a:pt x="12" y="13"/>
                    <a:pt x="10" y="10"/>
                  </a:cubicBezTo>
                  <a:cubicBezTo>
                    <a:pt x="11" y="12"/>
                    <a:pt x="13" y="15"/>
                    <a:pt x="12" y="17"/>
                  </a:cubicBezTo>
                  <a:cubicBezTo>
                    <a:pt x="11" y="16"/>
                    <a:pt x="10" y="14"/>
                    <a:pt x="9" y="13"/>
                  </a:cubicBezTo>
                  <a:cubicBezTo>
                    <a:pt x="9" y="15"/>
                    <a:pt x="10" y="16"/>
                    <a:pt x="10" y="18"/>
                  </a:cubicBezTo>
                  <a:cubicBezTo>
                    <a:pt x="7" y="15"/>
                    <a:pt x="5" y="10"/>
                    <a:pt x="2" y="7"/>
                  </a:cubicBezTo>
                  <a:cubicBezTo>
                    <a:pt x="2" y="9"/>
                    <a:pt x="3" y="11"/>
                    <a:pt x="4" y="13"/>
                  </a:cubicBezTo>
                  <a:cubicBezTo>
                    <a:pt x="5" y="16"/>
                    <a:pt x="5" y="18"/>
                    <a:pt x="6" y="21"/>
                  </a:cubicBezTo>
                  <a:cubicBezTo>
                    <a:pt x="4" y="19"/>
                    <a:pt x="4" y="16"/>
                    <a:pt x="3" y="14"/>
                  </a:cubicBezTo>
                  <a:cubicBezTo>
                    <a:pt x="3" y="16"/>
                    <a:pt x="3" y="17"/>
                    <a:pt x="4" y="18"/>
                  </a:cubicBezTo>
                  <a:cubicBezTo>
                    <a:pt x="3" y="16"/>
                    <a:pt x="2" y="14"/>
                    <a:pt x="0" y="12"/>
                  </a:cubicBezTo>
                </a:path>
              </a:pathLst>
            </a:custGeom>
            <a:solidFill>
              <a:srgbClr val="CCCC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1804" name="Freeform 216">
              <a:extLst>
                <a:ext uri="{FF2B5EF4-FFF2-40B4-BE49-F238E27FC236}">
                  <a16:creationId xmlns:a16="http://schemas.microsoft.com/office/drawing/2014/main" id="{54689901-66ED-4B64-BFB4-321745733B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9" y="1148"/>
              <a:ext cx="46" cy="38"/>
            </a:xfrm>
            <a:custGeom>
              <a:avLst/>
              <a:gdLst>
                <a:gd name="T0" fmla="*/ 8 w 30"/>
                <a:gd name="T1" fmla="*/ 40 h 25"/>
                <a:gd name="T2" fmla="*/ 12 w 30"/>
                <a:gd name="T3" fmla="*/ 0 h 25"/>
                <a:gd name="T4" fmla="*/ 14 w 30"/>
                <a:gd name="T5" fmla="*/ 26 h 25"/>
                <a:gd name="T6" fmla="*/ 18 w 30"/>
                <a:gd name="T7" fmla="*/ 61 h 25"/>
                <a:gd name="T8" fmla="*/ 26 w 30"/>
                <a:gd name="T9" fmla="*/ 40 h 25"/>
                <a:gd name="T10" fmla="*/ 26 w 30"/>
                <a:gd name="T11" fmla="*/ 55 h 25"/>
                <a:gd name="T12" fmla="*/ 32 w 30"/>
                <a:gd name="T13" fmla="*/ 32 h 25"/>
                <a:gd name="T14" fmla="*/ 40 w 30"/>
                <a:gd name="T15" fmla="*/ 0 h 25"/>
                <a:gd name="T16" fmla="*/ 48 w 30"/>
                <a:gd name="T17" fmla="*/ 55 h 25"/>
                <a:gd name="T18" fmla="*/ 49 w 30"/>
                <a:gd name="T19" fmla="*/ 41 h 25"/>
                <a:gd name="T20" fmla="*/ 66 w 30"/>
                <a:gd name="T21" fmla="*/ 26 h 25"/>
                <a:gd name="T22" fmla="*/ 80 w 30"/>
                <a:gd name="T23" fmla="*/ 5 h 25"/>
                <a:gd name="T24" fmla="*/ 74 w 30"/>
                <a:gd name="T25" fmla="*/ 26 h 25"/>
                <a:gd name="T26" fmla="*/ 67 w 30"/>
                <a:gd name="T27" fmla="*/ 41 h 25"/>
                <a:gd name="T28" fmla="*/ 87 w 30"/>
                <a:gd name="T29" fmla="*/ 18 h 25"/>
                <a:gd name="T30" fmla="*/ 83 w 30"/>
                <a:gd name="T31" fmla="*/ 35 h 25"/>
                <a:gd name="T32" fmla="*/ 94 w 30"/>
                <a:gd name="T33" fmla="*/ 21 h 25"/>
                <a:gd name="T34" fmla="*/ 101 w 30"/>
                <a:gd name="T35" fmla="*/ 0 h 25"/>
                <a:gd name="T36" fmla="*/ 101 w 30"/>
                <a:gd name="T37" fmla="*/ 26 h 25"/>
                <a:gd name="T38" fmla="*/ 94 w 30"/>
                <a:gd name="T39" fmla="*/ 49 h 25"/>
                <a:gd name="T40" fmla="*/ 109 w 30"/>
                <a:gd name="T41" fmla="*/ 8 h 25"/>
                <a:gd name="T42" fmla="*/ 101 w 30"/>
                <a:gd name="T43" fmla="*/ 41 h 25"/>
                <a:gd name="T44" fmla="*/ 75 w 30"/>
                <a:gd name="T45" fmla="*/ 81 h 25"/>
                <a:gd name="T46" fmla="*/ 87 w 30"/>
                <a:gd name="T47" fmla="*/ 46 h 25"/>
                <a:gd name="T48" fmla="*/ 74 w 30"/>
                <a:gd name="T49" fmla="*/ 67 h 25"/>
                <a:gd name="T50" fmla="*/ 75 w 30"/>
                <a:gd name="T51" fmla="*/ 55 h 25"/>
                <a:gd name="T52" fmla="*/ 67 w 30"/>
                <a:gd name="T53" fmla="*/ 62 h 25"/>
                <a:gd name="T54" fmla="*/ 67 w 30"/>
                <a:gd name="T55" fmla="*/ 49 h 25"/>
                <a:gd name="T56" fmla="*/ 58 w 30"/>
                <a:gd name="T57" fmla="*/ 61 h 25"/>
                <a:gd name="T58" fmla="*/ 43 w 30"/>
                <a:gd name="T59" fmla="*/ 81 h 25"/>
                <a:gd name="T60" fmla="*/ 43 w 30"/>
                <a:gd name="T61" fmla="*/ 62 h 25"/>
                <a:gd name="T62" fmla="*/ 28 w 30"/>
                <a:gd name="T63" fmla="*/ 70 h 25"/>
                <a:gd name="T64" fmla="*/ 21 w 30"/>
                <a:gd name="T65" fmla="*/ 76 h 25"/>
                <a:gd name="T66" fmla="*/ 18 w 30"/>
                <a:gd name="T67" fmla="*/ 62 h 25"/>
                <a:gd name="T68" fmla="*/ 12 w 30"/>
                <a:gd name="T69" fmla="*/ 76 h 25"/>
                <a:gd name="T70" fmla="*/ 8 w 30"/>
                <a:gd name="T71" fmla="*/ 61 h 25"/>
                <a:gd name="T72" fmla="*/ 8 w 30"/>
                <a:gd name="T73" fmla="*/ 41 h 25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30" h="25">
                  <a:moveTo>
                    <a:pt x="2" y="11"/>
                  </a:moveTo>
                  <a:cubicBezTo>
                    <a:pt x="3" y="7"/>
                    <a:pt x="3" y="4"/>
                    <a:pt x="3" y="0"/>
                  </a:cubicBezTo>
                  <a:cubicBezTo>
                    <a:pt x="3" y="2"/>
                    <a:pt x="4" y="5"/>
                    <a:pt x="4" y="7"/>
                  </a:cubicBezTo>
                  <a:cubicBezTo>
                    <a:pt x="5" y="11"/>
                    <a:pt x="5" y="14"/>
                    <a:pt x="5" y="17"/>
                  </a:cubicBezTo>
                  <a:cubicBezTo>
                    <a:pt x="5" y="15"/>
                    <a:pt x="5" y="12"/>
                    <a:pt x="7" y="11"/>
                  </a:cubicBezTo>
                  <a:cubicBezTo>
                    <a:pt x="7" y="12"/>
                    <a:pt x="6" y="15"/>
                    <a:pt x="7" y="16"/>
                  </a:cubicBezTo>
                  <a:cubicBezTo>
                    <a:pt x="8" y="14"/>
                    <a:pt x="8" y="11"/>
                    <a:pt x="9" y="9"/>
                  </a:cubicBezTo>
                  <a:cubicBezTo>
                    <a:pt x="10" y="6"/>
                    <a:pt x="11" y="3"/>
                    <a:pt x="11" y="0"/>
                  </a:cubicBezTo>
                  <a:cubicBezTo>
                    <a:pt x="12" y="5"/>
                    <a:pt x="13" y="11"/>
                    <a:pt x="13" y="16"/>
                  </a:cubicBezTo>
                  <a:cubicBezTo>
                    <a:pt x="13" y="15"/>
                    <a:pt x="14" y="13"/>
                    <a:pt x="14" y="12"/>
                  </a:cubicBezTo>
                  <a:cubicBezTo>
                    <a:pt x="16" y="10"/>
                    <a:pt x="17" y="9"/>
                    <a:pt x="18" y="7"/>
                  </a:cubicBezTo>
                  <a:cubicBezTo>
                    <a:pt x="19" y="6"/>
                    <a:pt x="20" y="3"/>
                    <a:pt x="22" y="1"/>
                  </a:cubicBezTo>
                  <a:cubicBezTo>
                    <a:pt x="21" y="3"/>
                    <a:pt x="20" y="5"/>
                    <a:pt x="20" y="7"/>
                  </a:cubicBezTo>
                  <a:cubicBezTo>
                    <a:pt x="19" y="8"/>
                    <a:pt x="18" y="11"/>
                    <a:pt x="19" y="12"/>
                  </a:cubicBezTo>
                  <a:cubicBezTo>
                    <a:pt x="21" y="10"/>
                    <a:pt x="22" y="7"/>
                    <a:pt x="24" y="5"/>
                  </a:cubicBezTo>
                  <a:cubicBezTo>
                    <a:pt x="23" y="7"/>
                    <a:pt x="24" y="9"/>
                    <a:pt x="23" y="10"/>
                  </a:cubicBezTo>
                  <a:cubicBezTo>
                    <a:pt x="24" y="8"/>
                    <a:pt x="25" y="8"/>
                    <a:pt x="26" y="6"/>
                  </a:cubicBezTo>
                  <a:cubicBezTo>
                    <a:pt x="27" y="5"/>
                    <a:pt x="27" y="2"/>
                    <a:pt x="28" y="0"/>
                  </a:cubicBezTo>
                  <a:cubicBezTo>
                    <a:pt x="28" y="2"/>
                    <a:pt x="28" y="5"/>
                    <a:pt x="28" y="7"/>
                  </a:cubicBezTo>
                  <a:cubicBezTo>
                    <a:pt x="27" y="9"/>
                    <a:pt x="26" y="11"/>
                    <a:pt x="26" y="14"/>
                  </a:cubicBezTo>
                  <a:cubicBezTo>
                    <a:pt x="28" y="10"/>
                    <a:pt x="30" y="5"/>
                    <a:pt x="30" y="2"/>
                  </a:cubicBezTo>
                  <a:cubicBezTo>
                    <a:pt x="30" y="5"/>
                    <a:pt x="29" y="9"/>
                    <a:pt x="28" y="12"/>
                  </a:cubicBezTo>
                  <a:cubicBezTo>
                    <a:pt x="26" y="16"/>
                    <a:pt x="24" y="20"/>
                    <a:pt x="21" y="23"/>
                  </a:cubicBezTo>
                  <a:cubicBezTo>
                    <a:pt x="22" y="20"/>
                    <a:pt x="24" y="16"/>
                    <a:pt x="24" y="13"/>
                  </a:cubicBezTo>
                  <a:cubicBezTo>
                    <a:pt x="23" y="14"/>
                    <a:pt x="21" y="17"/>
                    <a:pt x="20" y="19"/>
                  </a:cubicBezTo>
                  <a:cubicBezTo>
                    <a:pt x="20" y="18"/>
                    <a:pt x="21" y="17"/>
                    <a:pt x="21" y="16"/>
                  </a:cubicBezTo>
                  <a:cubicBezTo>
                    <a:pt x="20" y="16"/>
                    <a:pt x="20" y="18"/>
                    <a:pt x="19" y="18"/>
                  </a:cubicBezTo>
                  <a:cubicBezTo>
                    <a:pt x="18" y="17"/>
                    <a:pt x="19" y="15"/>
                    <a:pt x="19" y="14"/>
                  </a:cubicBezTo>
                  <a:cubicBezTo>
                    <a:pt x="18" y="15"/>
                    <a:pt x="17" y="16"/>
                    <a:pt x="16" y="17"/>
                  </a:cubicBezTo>
                  <a:cubicBezTo>
                    <a:pt x="15" y="19"/>
                    <a:pt x="13" y="22"/>
                    <a:pt x="12" y="23"/>
                  </a:cubicBezTo>
                  <a:cubicBezTo>
                    <a:pt x="11" y="21"/>
                    <a:pt x="12" y="20"/>
                    <a:pt x="12" y="18"/>
                  </a:cubicBezTo>
                  <a:cubicBezTo>
                    <a:pt x="10" y="19"/>
                    <a:pt x="8" y="25"/>
                    <a:pt x="8" y="20"/>
                  </a:cubicBezTo>
                  <a:cubicBezTo>
                    <a:pt x="7" y="20"/>
                    <a:pt x="7" y="22"/>
                    <a:pt x="6" y="22"/>
                  </a:cubicBezTo>
                  <a:cubicBezTo>
                    <a:pt x="5" y="22"/>
                    <a:pt x="5" y="19"/>
                    <a:pt x="5" y="18"/>
                  </a:cubicBezTo>
                  <a:cubicBezTo>
                    <a:pt x="4" y="20"/>
                    <a:pt x="4" y="21"/>
                    <a:pt x="3" y="22"/>
                  </a:cubicBezTo>
                  <a:cubicBezTo>
                    <a:pt x="3" y="20"/>
                    <a:pt x="3" y="19"/>
                    <a:pt x="2" y="17"/>
                  </a:cubicBezTo>
                  <a:cubicBezTo>
                    <a:pt x="1" y="15"/>
                    <a:pt x="0" y="14"/>
                    <a:pt x="2" y="12"/>
                  </a:cubicBezTo>
                </a:path>
              </a:pathLst>
            </a:custGeom>
            <a:solidFill>
              <a:srgbClr val="CCCC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1805" name="Freeform 217">
              <a:extLst>
                <a:ext uri="{FF2B5EF4-FFF2-40B4-BE49-F238E27FC236}">
                  <a16:creationId xmlns:a16="http://schemas.microsoft.com/office/drawing/2014/main" id="{3A6A3E1B-051A-45C4-B493-FCEDA85B93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6" y="1147"/>
              <a:ext cx="46" cy="38"/>
            </a:xfrm>
            <a:custGeom>
              <a:avLst/>
              <a:gdLst>
                <a:gd name="T0" fmla="*/ 99 w 31"/>
                <a:gd name="T1" fmla="*/ 49 h 25"/>
                <a:gd name="T2" fmla="*/ 88 w 31"/>
                <a:gd name="T3" fmla="*/ 8 h 25"/>
                <a:gd name="T4" fmla="*/ 88 w 31"/>
                <a:gd name="T5" fmla="*/ 55 h 25"/>
                <a:gd name="T6" fmla="*/ 79 w 31"/>
                <a:gd name="T7" fmla="*/ 27 h 25"/>
                <a:gd name="T8" fmla="*/ 79 w 31"/>
                <a:gd name="T9" fmla="*/ 53 h 25"/>
                <a:gd name="T10" fmla="*/ 68 w 31"/>
                <a:gd name="T11" fmla="*/ 40 h 25"/>
                <a:gd name="T12" fmla="*/ 68 w 31"/>
                <a:gd name="T13" fmla="*/ 53 h 25"/>
                <a:gd name="T14" fmla="*/ 46 w 31"/>
                <a:gd name="T15" fmla="*/ 8 h 25"/>
                <a:gd name="T16" fmla="*/ 53 w 31"/>
                <a:gd name="T17" fmla="*/ 46 h 25"/>
                <a:gd name="T18" fmla="*/ 40 w 31"/>
                <a:gd name="T19" fmla="*/ 21 h 25"/>
                <a:gd name="T20" fmla="*/ 42 w 31"/>
                <a:gd name="T21" fmla="*/ 40 h 25"/>
                <a:gd name="T22" fmla="*/ 27 w 31"/>
                <a:gd name="T23" fmla="*/ 21 h 25"/>
                <a:gd name="T24" fmla="*/ 15 w 31"/>
                <a:gd name="T25" fmla="*/ 8 h 25"/>
                <a:gd name="T26" fmla="*/ 27 w 31"/>
                <a:gd name="T27" fmla="*/ 40 h 25"/>
                <a:gd name="T28" fmla="*/ 9 w 31"/>
                <a:gd name="T29" fmla="*/ 14 h 25"/>
                <a:gd name="T30" fmla="*/ 0 w 31"/>
                <a:gd name="T31" fmla="*/ 0 h 25"/>
                <a:gd name="T32" fmla="*/ 36 w 31"/>
                <a:gd name="T33" fmla="*/ 62 h 25"/>
                <a:gd name="T34" fmla="*/ 55 w 31"/>
                <a:gd name="T35" fmla="*/ 88 h 25"/>
                <a:gd name="T36" fmla="*/ 36 w 31"/>
                <a:gd name="T37" fmla="*/ 46 h 25"/>
                <a:gd name="T38" fmla="*/ 55 w 31"/>
                <a:gd name="T39" fmla="*/ 74 h 25"/>
                <a:gd name="T40" fmla="*/ 49 w 31"/>
                <a:gd name="T41" fmla="*/ 61 h 25"/>
                <a:gd name="T42" fmla="*/ 74 w 31"/>
                <a:gd name="T43" fmla="*/ 88 h 25"/>
                <a:gd name="T44" fmla="*/ 68 w 31"/>
                <a:gd name="T45" fmla="*/ 61 h 25"/>
                <a:gd name="T46" fmla="*/ 86 w 31"/>
                <a:gd name="T47" fmla="*/ 84 h 25"/>
                <a:gd name="T48" fmla="*/ 79 w 31"/>
                <a:gd name="T49" fmla="*/ 62 h 25"/>
                <a:gd name="T50" fmla="*/ 92 w 31"/>
                <a:gd name="T51" fmla="*/ 81 h 25"/>
                <a:gd name="T52" fmla="*/ 92 w 31"/>
                <a:gd name="T53" fmla="*/ 61 h 25"/>
                <a:gd name="T54" fmla="*/ 99 w 31"/>
                <a:gd name="T55" fmla="*/ 70 h 25"/>
                <a:gd name="T56" fmla="*/ 101 w 31"/>
                <a:gd name="T57" fmla="*/ 61 h 25"/>
                <a:gd name="T58" fmla="*/ 101 w 31"/>
                <a:gd name="T59" fmla="*/ 62 h 25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31" h="25">
                  <a:moveTo>
                    <a:pt x="30" y="14"/>
                  </a:moveTo>
                  <a:cubicBezTo>
                    <a:pt x="28" y="11"/>
                    <a:pt x="27" y="6"/>
                    <a:pt x="27" y="2"/>
                  </a:cubicBezTo>
                  <a:cubicBezTo>
                    <a:pt x="27" y="7"/>
                    <a:pt x="26" y="11"/>
                    <a:pt x="27" y="16"/>
                  </a:cubicBezTo>
                  <a:cubicBezTo>
                    <a:pt x="27" y="14"/>
                    <a:pt x="25" y="10"/>
                    <a:pt x="24" y="8"/>
                  </a:cubicBezTo>
                  <a:cubicBezTo>
                    <a:pt x="24" y="10"/>
                    <a:pt x="24" y="13"/>
                    <a:pt x="24" y="15"/>
                  </a:cubicBezTo>
                  <a:cubicBezTo>
                    <a:pt x="23" y="14"/>
                    <a:pt x="22" y="12"/>
                    <a:pt x="21" y="11"/>
                  </a:cubicBezTo>
                  <a:cubicBezTo>
                    <a:pt x="21" y="12"/>
                    <a:pt x="21" y="14"/>
                    <a:pt x="21" y="15"/>
                  </a:cubicBezTo>
                  <a:cubicBezTo>
                    <a:pt x="18" y="12"/>
                    <a:pt x="15" y="7"/>
                    <a:pt x="14" y="2"/>
                  </a:cubicBezTo>
                  <a:cubicBezTo>
                    <a:pt x="14" y="5"/>
                    <a:pt x="14" y="10"/>
                    <a:pt x="16" y="13"/>
                  </a:cubicBezTo>
                  <a:cubicBezTo>
                    <a:pt x="15" y="11"/>
                    <a:pt x="14" y="8"/>
                    <a:pt x="12" y="6"/>
                  </a:cubicBezTo>
                  <a:cubicBezTo>
                    <a:pt x="12" y="8"/>
                    <a:pt x="13" y="10"/>
                    <a:pt x="13" y="11"/>
                  </a:cubicBezTo>
                  <a:cubicBezTo>
                    <a:pt x="11" y="10"/>
                    <a:pt x="9" y="8"/>
                    <a:pt x="8" y="6"/>
                  </a:cubicBezTo>
                  <a:cubicBezTo>
                    <a:pt x="7" y="5"/>
                    <a:pt x="6" y="3"/>
                    <a:pt x="5" y="2"/>
                  </a:cubicBezTo>
                  <a:cubicBezTo>
                    <a:pt x="7" y="4"/>
                    <a:pt x="8" y="8"/>
                    <a:pt x="8" y="11"/>
                  </a:cubicBezTo>
                  <a:cubicBezTo>
                    <a:pt x="6" y="9"/>
                    <a:pt x="5" y="7"/>
                    <a:pt x="3" y="4"/>
                  </a:cubicBezTo>
                  <a:cubicBezTo>
                    <a:pt x="2" y="3"/>
                    <a:pt x="1" y="2"/>
                    <a:pt x="0" y="0"/>
                  </a:cubicBezTo>
                  <a:cubicBezTo>
                    <a:pt x="3" y="7"/>
                    <a:pt x="6" y="12"/>
                    <a:pt x="11" y="18"/>
                  </a:cubicBezTo>
                  <a:cubicBezTo>
                    <a:pt x="13" y="21"/>
                    <a:pt x="15" y="23"/>
                    <a:pt x="17" y="25"/>
                  </a:cubicBezTo>
                  <a:cubicBezTo>
                    <a:pt x="13" y="23"/>
                    <a:pt x="11" y="17"/>
                    <a:pt x="11" y="13"/>
                  </a:cubicBezTo>
                  <a:cubicBezTo>
                    <a:pt x="13" y="16"/>
                    <a:pt x="15" y="19"/>
                    <a:pt x="17" y="21"/>
                  </a:cubicBezTo>
                  <a:cubicBezTo>
                    <a:pt x="17" y="19"/>
                    <a:pt x="16" y="18"/>
                    <a:pt x="15" y="17"/>
                  </a:cubicBezTo>
                  <a:cubicBezTo>
                    <a:pt x="18" y="18"/>
                    <a:pt x="20" y="23"/>
                    <a:pt x="23" y="25"/>
                  </a:cubicBezTo>
                  <a:cubicBezTo>
                    <a:pt x="22" y="23"/>
                    <a:pt x="20" y="20"/>
                    <a:pt x="21" y="17"/>
                  </a:cubicBezTo>
                  <a:cubicBezTo>
                    <a:pt x="23" y="18"/>
                    <a:pt x="24" y="22"/>
                    <a:pt x="26" y="24"/>
                  </a:cubicBezTo>
                  <a:cubicBezTo>
                    <a:pt x="25" y="22"/>
                    <a:pt x="24" y="20"/>
                    <a:pt x="24" y="18"/>
                  </a:cubicBezTo>
                  <a:cubicBezTo>
                    <a:pt x="26" y="19"/>
                    <a:pt x="26" y="21"/>
                    <a:pt x="28" y="23"/>
                  </a:cubicBezTo>
                  <a:cubicBezTo>
                    <a:pt x="28" y="21"/>
                    <a:pt x="27" y="18"/>
                    <a:pt x="28" y="17"/>
                  </a:cubicBezTo>
                  <a:cubicBezTo>
                    <a:pt x="29" y="17"/>
                    <a:pt x="30" y="19"/>
                    <a:pt x="30" y="20"/>
                  </a:cubicBezTo>
                  <a:cubicBezTo>
                    <a:pt x="30" y="19"/>
                    <a:pt x="30" y="17"/>
                    <a:pt x="31" y="17"/>
                  </a:cubicBezTo>
                  <a:cubicBezTo>
                    <a:pt x="31" y="17"/>
                    <a:pt x="31" y="17"/>
                    <a:pt x="31" y="18"/>
                  </a:cubicBezTo>
                </a:path>
              </a:pathLst>
            </a:custGeom>
            <a:solidFill>
              <a:srgbClr val="CCCC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1806" name="Freeform 218">
              <a:extLst>
                <a:ext uri="{FF2B5EF4-FFF2-40B4-BE49-F238E27FC236}">
                  <a16:creationId xmlns:a16="http://schemas.microsoft.com/office/drawing/2014/main" id="{2451D504-2A32-4BDC-AAFC-B097E92CCF7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1" y="937"/>
              <a:ext cx="48" cy="20"/>
            </a:xfrm>
            <a:custGeom>
              <a:avLst/>
              <a:gdLst>
                <a:gd name="T0" fmla="*/ 0 w 32"/>
                <a:gd name="T1" fmla="*/ 34 h 13"/>
                <a:gd name="T2" fmla="*/ 27 w 32"/>
                <a:gd name="T3" fmla="*/ 12 h 13"/>
                <a:gd name="T4" fmla="*/ 59 w 32"/>
                <a:gd name="T5" fmla="*/ 0 h 13"/>
                <a:gd name="T6" fmla="*/ 89 w 32"/>
                <a:gd name="T7" fmla="*/ 8 h 13"/>
                <a:gd name="T8" fmla="*/ 107 w 32"/>
                <a:gd name="T9" fmla="*/ 28 h 13"/>
                <a:gd name="T10" fmla="*/ 108 w 32"/>
                <a:gd name="T11" fmla="*/ 40 h 13"/>
                <a:gd name="T12" fmla="*/ 107 w 32"/>
                <a:gd name="T13" fmla="*/ 43 h 13"/>
                <a:gd name="T14" fmla="*/ 102 w 32"/>
                <a:gd name="T15" fmla="*/ 40 h 13"/>
                <a:gd name="T16" fmla="*/ 86 w 32"/>
                <a:gd name="T17" fmla="*/ 18 h 13"/>
                <a:gd name="T18" fmla="*/ 62 w 32"/>
                <a:gd name="T19" fmla="*/ 14 h 13"/>
                <a:gd name="T20" fmla="*/ 39 w 32"/>
                <a:gd name="T21" fmla="*/ 18 h 13"/>
                <a:gd name="T22" fmla="*/ 5 w 32"/>
                <a:gd name="T23" fmla="*/ 34 h 1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2" h="13">
                  <a:moveTo>
                    <a:pt x="0" y="9"/>
                  </a:moveTo>
                  <a:cubicBezTo>
                    <a:pt x="3" y="7"/>
                    <a:pt x="5" y="4"/>
                    <a:pt x="8" y="3"/>
                  </a:cubicBezTo>
                  <a:cubicBezTo>
                    <a:pt x="11" y="2"/>
                    <a:pt x="14" y="0"/>
                    <a:pt x="17" y="0"/>
                  </a:cubicBezTo>
                  <a:cubicBezTo>
                    <a:pt x="20" y="0"/>
                    <a:pt x="24" y="0"/>
                    <a:pt x="26" y="2"/>
                  </a:cubicBezTo>
                  <a:cubicBezTo>
                    <a:pt x="28" y="3"/>
                    <a:pt x="30" y="6"/>
                    <a:pt x="31" y="8"/>
                  </a:cubicBezTo>
                  <a:cubicBezTo>
                    <a:pt x="32" y="9"/>
                    <a:pt x="32" y="10"/>
                    <a:pt x="32" y="11"/>
                  </a:cubicBezTo>
                  <a:cubicBezTo>
                    <a:pt x="32" y="11"/>
                    <a:pt x="31" y="13"/>
                    <a:pt x="31" y="12"/>
                  </a:cubicBezTo>
                  <a:cubicBezTo>
                    <a:pt x="30" y="12"/>
                    <a:pt x="30" y="11"/>
                    <a:pt x="30" y="11"/>
                  </a:cubicBezTo>
                  <a:cubicBezTo>
                    <a:pt x="29" y="9"/>
                    <a:pt x="27" y="6"/>
                    <a:pt x="25" y="5"/>
                  </a:cubicBezTo>
                  <a:cubicBezTo>
                    <a:pt x="23" y="4"/>
                    <a:pt x="20" y="4"/>
                    <a:pt x="18" y="4"/>
                  </a:cubicBezTo>
                  <a:cubicBezTo>
                    <a:pt x="15" y="3"/>
                    <a:pt x="13" y="4"/>
                    <a:pt x="11" y="5"/>
                  </a:cubicBezTo>
                  <a:cubicBezTo>
                    <a:pt x="7" y="6"/>
                    <a:pt x="4" y="7"/>
                    <a:pt x="1" y="9"/>
                  </a:cubicBezTo>
                </a:path>
              </a:pathLst>
            </a:custGeom>
            <a:solidFill>
              <a:srgbClr val="603A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1807" name="Freeform 219">
              <a:extLst>
                <a:ext uri="{FF2B5EF4-FFF2-40B4-BE49-F238E27FC236}">
                  <a16:creationId xmlns:a16="http://schemas.microsoft.com/office/drawing/2014/main" id="{393BECC2-1191-44D5-8B74-65819279E8C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4" y="937"/>
              <a:ext cx="47" cy="17"/>
            </a:xfrm>
            <a:custGeom>
              <a:avLst/>
              <a:gdLst>
                <a:gd name="T0" fmla="*/ 108 w 31"/>
                <a:gd name="T1" fmla="*/ 29 h 11"/>
                <a:gd name="T2" fmla="*/ 102 w 31"/>
                <a:gd name="T3" fmla="*/ 22 h 11"/>
                <a:gd name="T4" fmla="*/ 89 w 31"/>
                <a:gd name="T5" fmla="*/ 14 h 11"/>
                <a:gd name="T6" fmla="*/ 62 w 31"/>
                <a:gd name="T7" fmla="*/ 5 h 11"/>
                <a:gd name="T8" fmla="*/ 32 w 31"/>
                <a:gd name="T9" fmla="*/ 5 h 11"/>
                <a:gd name="T10" fmla="*/ 12 w 31"/>
                <a:gd name="T11" fmla="*/ 19 h 11"/>
                <a:gd name="T12" fmla="*/ 0 w 31"/>
                <a:gd name="T13" fmla="*/ 34 h 11"/>
                <a:gd name="T14" fmla="*/ 5 w 31"/>
                <a:gd name="T15" fmla="*/ 40 h 11"/>
                <a:gd name="T16" fmla="*/ 12 w 31"/>
                <a:gd name="T17" fmla="*/ 34 h 11"/>
                <a:gd name="T18" fmla="*/ 18 w 31"/>
                <a:gd name="T19" fmla="*/ 26 h 11"/>
                <a:gd name="T20" fmla="*/ 39 w 31"/>
                <a:gd name="T21" fmla="*/ 14 h 11"/>
                <a:gd name="T22" fmla="*/ 68 w 31"/>
                <a:gd name="T23" fmla="*/ 14 h 11"/>
                <a:gd name="T24" fmla="*/ 94 w 31"/>
                <a:gd name="T25" fmla="*/ 22 h 11"/>
                <a:gd name="T26" fmla="*/ 108 w 31"/>
                <a:gd name="T27" fmla="*/ 29 h 1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31" h="11">
                  <a:moveTo>
                    <a:pt x="31" y="8"/>
                  </a:moveTo>
                  <a:cubicBezTo>
                    <a:pt x="30" y="8"/>
                    <a:pt x="30" y="6"/>
                    <a:pt x="29" y="6"/>
                  </a:cubicBezTo>
                  <a:cubicBezTo>
                    <a:pt x="28" y="5"/>
                    <a:pt x="27" y="4"/>
                    <a:pt x="26" y="4"/>
                  </a:cubicBezTo>
                  <a:cubicBezTo>
                    <a:pt x="23" y="2"/>
                    <a:pt x="21" y="1"/>
                    <a:pt x="18" y="1"/>
                  </a:cubicBezTo>
                  <a:cubicBezTo>
                    <a:pt x="15" y="0"/>
                    <a:pt x="12" y="1"/>
                    <a:pt x="9" y="1"/>
                  </a:cubicBezTo>
                  <a:cubicBezTo>
                    <a:pt x="7" y="2"/>
                    <a:pt x="5" y="3"/>
                    <a:pt x="3" y="5"/>
                  </a:cubicBezTo>
                  <a:cubicBezTo>
                    <a:pt x="1" y="6"/>
                    <a:pt x="0" y="7"/>
                    <a:pt x="0" y="9"/>
                  </a:cubicBezTo>
                  <a:cubicBezTo>
                    <a:pt x="0" y="10"/>
                    <a:pt x="0" y="11"/>
                    <a:pt x="1" y="11"/>
                  </a:cubicBezTo>
                  <a:cubicBezTo>
                    <a:pt x="2" y="11"/>
                    <a:pt x="2" y="10"/>
                    <a:pt x="3" y="9"/>
                  </a:cubicBezTo>
                  <a:cubicBezTo>
                    <a:pt x="3" y="9"/>
                    <a:pt x="4" y="8"/>
                    <a:pt x="5" y="7"/>
                  </a:cubicBezTo>
                  <a:cubicBezTo>
                    <a:pt x="6" y="6"/>
                    <a:pt x="9" y="4"/>
                    <a:pt x="11" y="4"/>
                  </a:cubicBezTo>
                  <a:cubicBezTo>
                    <a:pt x="14" y="3"/>
                    <a:pt x="17" y="4"/>
                    <a:pt x="20" y="4"/>
                  </a:cubicBezTo>
                  <a:cubicBezTo>
                    <a:pt x="23" y="4"/>
                    <a:pt x="25" y="5"/>
                    <a:pt x="27" y="6"/>
                  </a:cubicBezTo>
                  <a:cubicBezTo>
                    <a:pt x="28" y="7"/>
                    <a:pt x="31" y="8"/>
                    <a:pt x="31" y="8"/>
                  </a:cubicBezTo>
                </a:path>
              </a:pathLst>
            </a:custGeom>
            <a:solidFill>
              <a:srgbClr val="603A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1808" name="Freeform 220">
              <a:extLst>
                <a:ext uri="{FF2B5EF4-FFF2-40B4-BE49-F238E27FC236}">
                  <a16:creationId xmlns:a16="http://schemas.microsoft.com/office/drawing/2014/main" id="{033912B3-305D-4BFB-8546-59212601CA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6" y="765"/>
              <a:ext cx="91" cy="242"/>
            </a:xfrm>
            <a:custGeom>
              <a:avLst/>
              <a:gdLst>
                <a:gd name="T0" fmla="*/ 191 w 60"/>
                <a:gd name="T1" fmla="*/ 130 h 160"/>
                <a:gd name="T2" fmla="*/ 112 w 60"/>
                <a:gd name="T3" fmla="*/ 231 h 160"/>
                <a:gd name="T4" fmla="*/ 121 w 60"/>
                <a:gd name="T5" fmla="*/ 166 h 160"/>
                <a:gd name="T6" fmla="*/ 121 w 60"/>
                <a:gd name="T7" fmla="*/ 166 h 160"/>
                <a:gd name="T8" fmla="*/ 88 w 60"/>
                <a:gd name="T9" fmla="*/ 242 h 160"/>
                <a:gd name="T10" fmla="*/ 83 w 60"/>
                <a:gd name="T11" fmla="*/ 197 h 160"/>
                <a:gd name="T12" fmla="*/ 67 w 60"/>
                <a:gd name="T13" fmla="*/ 290 h 160"/>
                <a:gd name="T14" fmla="*/ 46 w 60"/>
                <a:gd name="T15" fmla="*/ 392 h 160"/>
                <a:gd name="T16" fmla="*/ 53 w 60"/>
                <a:gd name="T17" fmla="*/ 374 h 160"/>
                <a:gd name="T18" fmla="*/ 35 w 60"/>
                <a:gd name="T19" fmla="*/ 467 h 160"/>
                <a:gd name="T20" fmla="*/ 41 w 60"/>
                <a:gd name="T21" fmla="*/ 554 h 160"/>
                <a:gd name="T22" fmla="*/ 5 w 60"/>
                <a:gd name="T23" fmla="*/ 407 h 160"/>
                <a:gd name="T24" fmla="*/ 18 w 60"/>
                <a:gd name="T25" fmla="*/ 191 h 160"/>
                <a:gd name="T26" fmla="*/ 168 w 60"/>
                <a:gd name="T27" fmla="*/ 0 h 160"/>
                <a:gd name="T28" fmla="*/ 191 w 60"/>
                <a:gd name="T29" fmla="*/ 68 h 160"/>
                <a:gd name="T30" fmla="*/ 209 w 60"/>
                <a:gd name="T31" fmla="*/ 107 h 160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60" h="160">
                  <a:moveTo>
                    <a:pt x="55" y="38"/>
                  </a:moveTo>
                  <a:cubicBezTo>
                    <a:pt x="44" y="44"/>
                    <a:pt x="38" y="57"/>
                    <a:pt x="32" y="67"/>
                  </a:cubicBezTo>
                  <a:cubicBezTo>
                    <a:pt x="32" y="60"/>
                    <a:pt x="34" y="54"/>
                    <a:pt x="35" y="48"/>
                  </a:cubicBezTo>
                  <a:cubicBezTo>
                    <a:pt x="35" y="47"/>
                    <a:pt x="35" y="47"/>
                    <a:pt x="35" y="48"/>
                  </a:cubicBezTo>
                  <a:cubicBezTo>
                    <a:pt x="30" y="54"/>
                    <a:pt x="27" y="63"/>
                    <a:pt x="25" y="70"/>
                  </a:cubicBezTo>
                  <a:cubicBezTo>
                    <a:pt x="24" y="67"/>
                    <a:pt x="23" y="60"/>
                    <a:pt x="24" y="57"/>
                  </a:cubicBezTo>
                  <a:cubicBezTo>
                    <a:pt x="22" y="65"/>
                    <a:pt x="21" y="75"/>
                    <a:pt x="19" y="84"/>
                  </a:cubicBezTo>
                  <a:cubicBezTo>
                    <a:pt x="18" y="93"/>
                    <a:pt x="12" y="104"/>
                    <a:pt x="13" y="113"/>
                  </a:cubicBezTo>
                  <a:cubicBezTo>
                    <a:pt x="13" y="111"/>
                    <a:pt x="14" y="109"/>
                    <a:pt x="15" y="108"/>
                  </a:cubicBezTo>
                  <a:cubicBezTo>
                    <a:pt x="16" y="117"/>
                    <a:pt x="10" y="126"/>
                    <a:pt x="10" y="135"/>
                  </a:cubicBezTo>
                  <a:cubicBezTo>
                    <a:pt x="10" y="143"/>
                    <a:pt x="8" y="153"/>
                    <a:pt x="12" y="160"/>
                  </a:cubicBezTo>
                  <a:cubicBezTo>
                    <a:pt x="4" y="147"/>
                    <a:pt x="2" y="133"/>
                    <a:pt x="1" y="118"/>
                  </a:cubicBezTo>
                  <a:cubicBezTo>
                    <a:pt x="0" y="98"/>
                    <a:pt x="0" y="74"/>
                    <a:pt x="5" y="55"/>
                  </a:cubicBezTo>
                  <a:cubicBezTo>
                    <a:pt x="11" y="34"/>
                    <a:pt x="22" y="1"/>
                    <a:pt x="48" y="0"/>
                  </a:cubicBezTo>
                  <a:cubicBezTo>
                    <a:pt x="51" y="6"/>
                    <a:pt x="53" y="13"/>
                    <a:pt x="55" y="20"/>
                  </a:cubicBezTo>
                  <a:cubicBezTo>
                    <a:pt x="57" y="25"/>
                    <a:pt x="56" y="28"/>
                    <a:pt x="60" y="31"/>
                  </a:cubicBezTo>
                </a:path>
              </a:pathLst>
            </a:custGeom>
            <a:solidFill>
              <a:srgbClr val="ADAD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1809" name="Freeform 221">
              <a:extLst>
                <a:ext uri="{FF2B5EF4-FFF2-40B4-BE49-F238E27FC236}">
                  <a16:creationId xmlns:a16="http://schemas.microsoft.com/office/drawing/2014/main" id="{06143EE5-19E8-45CA-9475-1F8E591AB53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9" y="764"/>
              <a:ext cx="120" cy="211"/>
            </a:xfrm>
            <a:custGeom>
              <a:avLst/>
              <a:gdLst>
                <a:gd name="T0" fmla="*/ 0 w 79"/>
                <a:gd name="T1" fmla="*/ 136 h 140"/>
                <a:gd name="T2" fmla="*/ 27 w 79"/>
                <a:gd name="T3" fmla="*/ 89 h 140"/>
                <a:gd name="T4" fmla="*/ 27 w 79"/>
                <a:gd name="T5" fmla="*/ 169 h 140"/>
                <a:gd name="T6" fmla="*/ 49 w 79"/>
                <a:gd name="T7" fmla="*/ 127 h 140"/>
                <a:gd name="T8" fmla="*/ 70 w 79"/>
                <a:gd name="T9" fmla="*/ 182 h 140"/>
                <a:gd name="T10" fmla="*/ 94 w 79"/>
                <a:gd name="T11" fmla="*/ 256 h 140"/>
                <a:gd name="T12" fmla="*/ 102 w 79"/>
                <a:gd name="T13" fmla="*/ 219 h 140"/>
                <a:gd name="T14" fmla="*/ 115 w 79"/>
                <a:gd name="T15" fmla="*/ 247 h 140"/>
                <a:gd name="T16" fmla="*/ 129 w 79"/>
                <a:gd name="T17" fmla="*/ 291 h 140"/>
                <a:gd name="T18" fmla="*/ 141 w 79"/>
                <a:gd name="T19" fmla="*/ 247 h 140"/>
                <a:gd name="T20" fmla="*/ 196 w 79"/>
                <a:gd name="T21" fmla="*/ 332 h 140"/>
                <a:gd name="T22" fmla="*/ 204 w 79"/>
                <a:gd name="T23" fmla="*/ 295 h 140"/>
                <a:gd name="T24" fmla="*/ 245 w 79"/>
                <a:gd name="T25" fmla="*/ 357 h 140"/>
                <a:gd name="T26" fmla="*/ 237 w 79"/>
                <a:gd name="T27" fmla="*/ 336 h 140"/>
                <a:gd name="T28" fmla="*/ 252 w 79"/>
                <a:gd name="T29" fmla="*/ 386 h 140"/>
                <a:gd name="T30" fmla="*/ 270 w 79"/>
                <a:gd name="T31" fmla="*/ 479 h 140"/>
                <a:gd name="T32" fmla="*/ 276 w 79"/>
                <a:gd name="T33" fmla="*/ 399 h 140"/>
                <a:gd name="T34" fmla="*/ 272 w 79"/>
                <a:gd name="T35" fmla="*/ 326 h 140"/>
                <a:gd name="T36" fmla="*/ 258 w 79"/>
                <a:gd name="T37" fmla="*/ 247 h 140"/>
                <a:gd name="T38" fmla="*/ 235 w 79"/>
                <a:gd name="T39" fmla="*/ 127 h 140"/>
                <a:gd name="T40" fmla="*/ 156 w 79"/>
                <a:gd name="T41" fmla="*/ 12 h 140"/>
                <a:gd name="T42" fmla="*/ 108 w 79"/>
                <a:gd name="T43" fmla="*/ 14 h 140"/>
                <a:gd name="T44" fmla="*/ 27 w 79"/>
                <a:gd name="T45" fmla="*/ 68 h 140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79" h="140">
                  <a:moveTo>
                    <a:pt x="0" y="40"/>
                  </a:moveTo>
                  <a:cubicBezTo>
                    <a:pt x="1" y="35"/>
                    <a:pt x="4" y="29"/>
                    <a:pt x="8" y="26"/>
                  </a:cubicBezTo>
                  <a:cubicBezTo>
                    <a:pt x="6" y="33"/>
                    <a:pt x="8" y="42"/>
                    <a:pt x="8" y="49"/>
                  </a:cubicBezTo>
                  <a:cubicBezTo>
                    <a:pt x="10" y="45"/>
                    <a:pt x="12" y="41"/>
                    <a:pt x="14" y="37"/>
                  </a:cubicBezTo>
                  <a:cubicBezTo>
                    <a:pt x="15" y="42"/>
                    <a:pt x="18" y="48"/>
                    <a:pt x="20" y="53"/>
                  </a:cubicBezTo>
                  <a:cubicBezTo>
                    <a:pt x="24" y="60"/>
                    <a:pt x="25" y="67"/>
                    <a:pt x="27" y="75"/>
                  </a:cubicBezTo>
                  <a:cubicBezTo>
                    <a:pt x="27" y="71"/>
                    <a:pt x="29" y="67"/>
                    <a:pt x="29" y="64"/>
                  </a:cubicBezTo>
                  <a:cubicBezTo>
                    <a:pt x="30" y="67"/>
                    <a:pt x="32" y="69"/>
                    <a:pt x="33" y="72"/>
                  </a:cubicBezTo>
                  <a:cubicBezTo>
                    <a:pt x="35" y="76"/>
                    <a:pt x="35" y="82"/>
                    <a:pt x="37" y="85"/>
                  </a:cubicBezTo>
                  <a:cubicBezTo>
                    <a:pt x="37" y="81"/>
                    <a:pt x="39" y="75"/>
                    <a:pt x="40" y="72"/>
                  </a:cubicBezTo>
                  <a:cubicBezTo>
                    <a:pt x="46" y="77"/>
                    <a:pt x="55" y="89"/>
                    <a:pt x="56" y="97"/>
                  </a:cubicBezTo>
                  <a:cubicBezTo>
                    <a:pt x="57" y="94"/>
                    <a:pt x="58" y="89"/>
                    <a:pt x="58" y="86"/>
                  </a:cubicBezTo>
                  <a:cubicBezTo>
                    <a:pt x="63" y="87"/>
                    <a:pt x="68" y="99"/>
                    <a:pt x="70" y="104"/>
                  </a:cubicBezTo>
                  <a:cubicBezTo>
                    <a:pt x="70" y="102"/>
                    <a:pt x="69" y="100"/>
                    <a:pt x="68" y="98"/>
                  </a:cubicBezTo>
                  <a:cubicBezTo>
                    <a:pt x="71" y="102"/>
                    <a:pt x="71" y="108"/>
                    <a:pt x="72" y="113"/>
                  </a:cubicBezTo>
                  <a:cubicBezTo>
                    <a:pt x="73" y="122"/>
                    <a:pt x="75" y="131"/>
                    <a:pt x="77" y="140"/>
                  </a:cubicBezTo>
                  <a:cubicBezTo>
                    <a:pt x="77" y="132"/>
                    <a:pt x="79" y="125"/>
                    <a:pt x="79" y="117"/>
                  </a:cubicBezTo>
                  <a:cubicBezTo>
                    <a:pt x="79" y="110"/>
                    <a:pt x="78" y="102"/>
                    <a:pt x="78" y="95"/>
                  </a:cubicBezTo>
                  <a:cubicBezTo>
                    <a:pt x="78" y="86"/>
                    <a:pt x="76" y="80"/>
                    <a:pt x="74" y="72"/>
                  </a:cubicBezTo>
                  <a:cubicBezTo>
                    <a:pt x="71" y="61"/>
                    <a:pt x="70" y="49"/>
                    <a:pt x="67" y="37"/>
                  </a:cubicBezTo>
                  <a:cubicBezTo>
                    <a:pt x="63" y="24"/>
                    <a:pt x="57" y="9"/>
                    <a:pt x="45" y="3"/>
                  </a:cubicBezTo>
                  <a:cubicBezTo>
                    <a:pt x="40" y="0"/>
                    <a:pt x="36" y="1"/>
                    <a:pt x="31" y="4"/>
                  </a:cubicBezTo>
                  <a:cubicBezTo>
                    <a:pt x="23" y="9"/>
                    <a:pt x="13" y="15"/>
                    <a:pt x="8" y="20"/>
                  </a:cubicBezTo>
                </a:path>
              </a:pathLst>
            </a:custGeom>
            <a:solidFill>
              <a:srgbClr val="ADAD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1810" name="Freeform 222">
              <a:extLst>
                <a:ext uri="{FF2B5EF4-FFF2-40B4-BE49-F238E27FC236}">
                  <a16:creationId xmlns:a16="http://schemas.microsoft.com/office/drawing/2014/main" id="{4D07F6BB-ECF1-4B92-8603-9792BD1E3A7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8" y="789"/>
              <a:ext cx="176" cy="108"/>
            </a:xfrm>
            <a:custGeom>
              <a:avLst/>
              <a:gdLst>
                <a:gd name="T0" fmla="*/ 378 w 117"/>
                <a:gd name="T1" fmla="*/ 94 h 71"/>
                <a:gd name="T2" fmla="*/ 319 w 117"/>
                <a:gd name="T3" fmla="*/ 169 h 71"/>
                <a:gd name="T4" fmla="*/ 272 w 117"/>
                <a:gd name="T5" fmla="*/ 231 h 71"/>
                <a:gd name="T6" fmla="*/ 292 w 117"/>
                <a:gd name="T7" fmla="*/ 164 h 71"/>
                <a:gd name="T8" fmla="*/ 256 w 117"/>
                <a:gd name="T9" fmla="*/ 222 h 71"/>
                <a:gd name="T10" fmla="*/ 262 w 117"/>
                <a:gd name="T11" fmla="*/ 183 h 71"/>
                <a:gd name="T12" fmla="*/ 229 w 117"/>
                <a:gd name="T13" fmla="*/ 230 h 71"/>
                <a:gd name="T14" fmla="*/ 238 w 117"/>
                <a:gd name="T15" fmla="*/ 161 h 71"/>
                <a:gd name="T16" fmla="*/ 188 w 117"/>
                <a:gd name="T17" fmla="*/ 225 h 71"/>
                <a:gd name="T18" fmla="*/ 194 w 117"/>
                <a:gd name="T19" fmla="*/ 195 h 71"/>
                <a:gd name="T20" fmla="*/ 135 w 117"/>
                <a:gd name="T21" fmla="*/ 245 h 71"/>
                <a:gd name="T22" fmla="*/ 143 w 117"/>
                <a:gd name="T23" fmla="*/ 187 h 71"/>
                <a:gd name="T24" fmla="*/ 75 w 117"/>
                <a:gd name="T25" fmla="*/ 236 h 71"/>
                <a:gd name="T26" fmla="*/ 81 w 117"/>
                <a:gd name="T27" fmla="*/ 181 h 71"/>
                <a:gd name="T28" fmla="*/ 54 w 117"/>
                <a:gd name="T29" fmla="*/ 208 h 71"/>
                <a:gd name="T30" fmla="*/ 62 w 117"/>
                <a:gd name="T31" fmla="*/ 183 h 71"/>
                <a:gd name="T32" fmla="*/ 5 w 117"/>
                <a:gd name="T33" fmla="*/ 249 h 71"/>
                <a:gd name="T34" fmla="*/ 27 w 117"/>
                <a:gd name="T35" fmla="*/ 141 h 71"/>
                <a:gd name="T36" fmla="*/ 68 w 117"/>
                <a:gd name="T37" fmla="*/ 67 h 71"/>
                <a:gd name="T38" fmla="*/ 143 w 117"/>
                <a:gd name="T39" fmla="*/ 46 h 71"/>
                <a:gd name="T40" fmla="*/ 188 w 117"/>
                <a:gd name="T41" fmla="*/ 67 h 71"/>
                <a:gd name="T42" fmla="*/ 272 w 117"/>
                <a:gd name="T43" fmla="*/ 67 h 71"/>
                <a:gd name="T44" fmla="*/ 331 w 117"/>
                <a:gd name="T45" fmla="*/ 21 h 71"/>
                <a:gd name="T46" fmla="*/ 394 w 117"/>
                <a:gd name="T47" fmla="*/ 75 h 71"/>
                <a:gd name="T48" fmla="*/ 399 w 117"/>
                <a:gd name="T49" fmla="*/ 70 h 71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17" h="71">
                  <a:moveTo>
                    <a:pt x="111" y="27"/>
                  </a:moveTo>
                  <a:cubicBezTo>
                    <a:pt x="101" y="30"/>
                    <a:pt x="99" y="40"/>
                    <a:pt x="94" y="48"/>
                  </a:cubicBezTo>
                  <a:cubicBezTo>
                    <a:pt x="90" y="55"/>
                    <a:pt x="86" y="61"/>
                    <a:pt x="80" y="66"/>
                  </a:cubicBezTo>
                  <a:cubicBezTo>
                    <a:pt x="82" y="60"/>
                    <a:pt x="87" y="54"/>
                    <a:pt x="86" y="47"/>
                  </a:cubicBezTo>
                  <a:cubicBezTo>
                    <a:pt x="82" y="52"/>
                    <a:pt x="79" y="58"/>
                    <a:pt x="75" y="63"/>
                  </a:cubicBezTo>
                  <a:cubicBezTo>
                    <a:pt x="75" y="60"/>
                    <a:pt x="75" y="55"/>
                    <a:pt x="77" y="52"/>
                  </a:cubicBezTo>
                  <a:cubicBezTo>
                    <a:pt x="73" y="55"/>
                    <a:pt x="70" y="61"/>
                    <a:pt x="67" y="65"/>
                  </a:cubicBezTo>
                  <a:cubicBezTo>
                    <a:pt x="67" y="58"/>
                    <a:pt x="68" y="52"/>
                    <a:pt x="70" y="46"/>
                  </a:cubicBezTo>
                  <a:cubicBezTo>
                    <a:pt x="66" y="53"/>
                    <a:pt x="62" y="59"/>
                    <a:pt x="55" y="64"/>
                  </a:cubicBezTo>
                  <a:cubicBezTo>
                    <a:pt x="55" y="61"/>
                    <a:pt x="56" y="58"/>
                    <a:pt x="57" y="55"/>
                  </a:cubicBezTo>
                  <a:cubicBezTo>
                    <a:pt x="52" y="59"/>
                    <a:pt x="46" y="67"/>
                    <a:pt x="40" y="70"/>
                  </a:cubicBezTo>
                  <a:cubicBezTo>
                    <a:pt x="40" y="64"/>
                    <a:pt x="41" y="59"/>
                    <a:pt x="42" y="53"/>
                  </a:cubicBezTo>
                  <a:cubicBezTo>
                    <a:pt x="34" y="54"/>
                    <a:pt x="29" y="64"/>
                    <a:pt x="22" y="67"/>
                  </a:cubicBezTo>
                  <a:cubicBezTo>
                    <a:pt x="21" y="62"/>
                    <a:pt x="24" y="57"/>
                    <a:pt x="24" y="51"/>
                  </a:cubicBezTo>
                  <a:cubicBezTo>
                    <a:pt x="20" y="52"/>
                    <a:pt x="18" y="56"/>
                    <a:pt x="16" y="59"/>
                  </a:cubicBezTo>
                  <a:cubicBezTo>
                    <a:pt x="17" y="57"/>
                    <a:pt x="18" y="54"/>
                    <a:pt x="18" y="52"/>
                  </a:cubicBezTo>
                  <a:cubicBezTo>
                    <a:pt x="13" y="58"/>
                    <a:pt x="4" y="64"/>
                    <a:pt x="1" y="71"/>
                  </a:cubicBezTo>
                  <a:cubicBezTo>
                    <a:pt x="0" y="61"/>
                    <a:pt x="5" y="48"/>
                    <a:pt x="8" y="40"/>
                  </a:cubicBezTo>
                  <a:cubicBezTo>
                    <a:pt x="10" y="33"/>
                    <a:pt x="14" y="24"/>
                    <a:pt x="20" y="19"/>
                  </a:cubicBezTo>
                  <a:cubicBezTo>
                    <a:pt x="25" y="15"/>
                    <a:pt x="34" y="13"/>
                    <a:pt x="42" y="13"/>
                  </a:cubicBezTo>
                  <a:cubicBezTo>
                    <a:pt x="48" y="13"/>
                    <a:pt x="50" y="16"/>
                    <a:pt x="55" y="19"/>
                  </a:cubicBezTo>
                  <a:cubicBezTo>
                    <a:pt x="64" y="25"/>
                    <a:pt x="73" y="26"/>
                    <a:pt x="80" y="19"/>
                  </a:cubicBezTo>
                  <a:cubicBezTo>
                    <a:pt x="86" y="13"/>
                    <a:pt x="90" y="9"/>
                    <a:pt x="97" y="6"/>
                  </a:cubicBezTo>
                  <a:cubicBezTo>
                    <a:pt x="111" y="0"/>
                    <a:pt x="114" y="9"/>
                    <a:pt x="116" y="21"/>
                  </a:cubicBezTo>
                  <a:cubicBezTo>
                    <a:pt x="117" y="22"/>
                    <a:pt x="117" y="21"/>
                    <a:pt x="117" y="20"/>
                  </a:cubicBezTo>
                </a:path>
              </a:pathLst>
            </a:custGeom>
            <a:solidFill>
              <a:srgbClr val="ADAD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1811" name="Freeform 223">
              <a:extLst>
                <a:ext uri="{FF2B5EF4-FFF2-40B4-BE49-F238E27FC236}">
                  <a16:creationId xmlns:a16="http://schemas.microsoft.com/office/drawing/2014/main" id="{DBB60707-6172-45AD-997E-E2DF51C4E0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2" y="761"/>
              <a:ext cx="141" cy="92"/>
            </a:xfrm>
            <a:custGeom>
              <a:avLst/>
              <a:gdLst>
                <a:gd name="T0" fmla="*/ 306 w 93"/>
                <a:gd name="T1" fmla="*/ 68 h 61"/>
                <a:gd name="T2" fmla="*/ 271 w 93"/>
                <a:gd name="T3" fmla="*/ 116 h 61"/>
                <a:gd name="T4" fmla="*/ 230 w 93"/>
                <a:gd name="T5" fmla="*/ 184 h 61"/>
                <a:gd name="T6" fmla="*/ 241 w 93"/>
                <a:gd name="T7" fmla="*/ 122 h 61"/>
                <a:gd name="T8" fmla="*/ 211 w 93"/>
                <a:gd name="T9" fmla="*/ 157 h 61"/>
                <a:gd name="T10" fmla="*/ 223 w 93"/>
                <a:gd name="T11" fmla="*/ 130 h 61"/>
                <a:gd name="T12" fmla="*/ 196 w 93"/>
                <a:gd name="T13" fmla="*/ 157 h 61"/>
                <a:gd name="T14" fmla="*/ 147 w 93"/>
                <a:gd name="T15" fmla="*/ 205 h 61"/>
                <a:gd name="T16" fmla="*/ 155 w 93"/>
                <a:gd name="T17" fmla="*/ 151 h 61"/>
                <a:gd name="T18" fmla="*/ 108 w 93"/>
                <a:gd name="T19" fmla="*/ 196 h 61"/>
                <a:gd name="T20" fmla="*/ 115 w 93"/>
                <a:gd name="T21" fmla="*/ 169 h 61"/>
                <a:gd name="T22" fmla="*/ 83 w 93"/>
                <a:gd name="T23" fmla="*/ 196 h 61"/>
                <a:gd name="T24" fmla="*/ 83 w 93"/>
                <a:gd name="T25" fmla="*/ 164 h 61"/>
                <a:gd name="T26" fmla="*/ 39 w 93"/>
                <a:gd name="T27" fmla="*/ 210 h 61"/>
                <a:gd name="T28" fmla="*/ 67 w 93"/>
                <a:gd name="T29" fmla="*/ 134 h 61"/>
                <a:gd name="T30" fmla="*/ 5 w 93"/>
                <a:gd name="T31" fmla="*/ 202 h 61"/>
                <a:gd name="T32" fmla="*/ 55 w 93"/>
                <a:gd name="T33" fmla="*/ 113 h 61"/>
                <a:gd name="T34" fmla="*/ 129 w 93"/>
                <a:gd name="T35" fmla="*/ 35 h 61"/>
                <a:gd name="T36" fmla="*/ 88 w 93"/>
                <a:gd name="T37" fmla="*/ 127 h 61"/>
                <a:gd name="T38" fmla="*/ 126 w 93"/>
                <a:gd name="T39" fmla="*/ 89 h 61"/>
                <a:gd name="T40" fmla="*/ 115 w 93"/>
                <a:gd name="T41" fmla="*/ 122 h 61"/>
                <a:gd name="T42" fmla="*/ 196 w 93"/>
                <a:gd name="T43" fmla="*/ 35 h 61"/>
                <a:gd name="T44" fmla="*/ 156 w 93"/>
                <a:gd name="T45" fmla="*/ 121 h 61"/>
                <a:gd name="T46" fmla="*/ 188 w 93"/>
                <a:gd name="T47" fmla="*/ 95 h 61"/>
                <a:gd name="T48" fmla="*/ 227 w 93"/>
                <a:gd name="T49" fmla="*/ 53 h 61"/>
                <a:gd name="T50" fmla="*/ 202 w 93"/>
                <a:gd name="T51" fmla="*/ 113 h 61"/>
                <a:gd name="T52" fmla="*/ 285 w 93"/>
                <a:gd name="T53" fmla="*/ 26 h 61"/>
                <a:gd name="T54" fmla="*/ 264 w 93"/>
                <a:gd name="T55" fmla="*/ 80 h 61"/>
                <a:gd name="T56" fmla="*/ 324 w 93"/>
                <a:gd name="T57" fmla="*/ 0 h 61"/>
                <a:gd name="T58" fmla="*/ 306 w 93"/>
                <a:gd name="T59" fmla="*/ 68 h 61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93" h="61">
                  <a:moveTo>
                    <a:pt x="88" y="20"/>
                  </a:moveTo>
                  <a:cubicBezTo>
                    <a:pt x="83" y="22"/>
                    <a:pt x="81" y="30"/>
                    <a:pt x="78" y="34"/>
                  </a:cubicBezTo>
                  <a:cubicBezTo>
                    <a:pt x="74" y="41"/>
                    <a:pt x="69" y="47"/>
                    <a:pt x="66" y="54"/>
                  </a:cubicBezTo>
                  <a:cubicBezTo>
                    <a:pt x="65" y="48"/>
                    <a:pt x="68" y="42"/>
                    <a:pt x="69" y="36"/>
                  </a:cubicBezTo>
                  <a:cubicBezTo>
                    <a:pt x="66" y="39"/>
                    <a:pt x="64" y="43"/>
                    <a:pt x="61" y="46"/>
                  </a:cubicBezTo>
                  <a:cubicBezTo>
                    <a:pt x="62" y="43"/>
                    <a:pt x="63" y="40"/>
                    <a:pt x="64" y="38"/>
                  </a:cubicBezTo>
                  <a:cubicBezTo>
                    <a:pt x="60" y="38"/>
                    <a:pt x="58" y="44"/>
                    <a:pt x="56" y="46"/>
                  </a:cubicBezTo>
                  <a:cubicBezTo>
                    <a:pt x="52" y="51"/>
                    <a:pt x="47" y="57"/>
                    <a:pt x="42" y="60"/>
                  </a:cubicBezTo>
                  <a:cubicBezTo>
                    <a:pt x="41" y="55"/>
                    <a:pt x="43" y="49"/>
                    <a:pt x="44" y="44"/>
                  </a:cubicBezTo>
                  <a:cubicBezTo>
                    <a:pt x="40" y="47"/>
                    <a:pt x="36" y="54"/>
                    <a:pt x="31" y="57"/>
                  </a:cubicBezTo>
                  <a:cubicBezTo>
                    <a:pt x="31" y="54"/>
                    <a:pt x="33" y="52"/>
                    <a:pt x="33" y="49"/>
                  </a:cubicBezTo>
                  <a:cubicBezTo>
                    <a:pt x="30" y="49"/>
                    <a:pt x="27" y="55"/>
                    <a:pt x="24" y="57"/>
                  </a:cubicBezTo>
                  <a:cubicBezTo>
                    <a:pt x="22" y="54"/>
                    <a:pt x="25" y="51"/>
                    <a:pt x="24" y="48"/>
                  </a:cubicBezTo>
                  <a:cubicBezTo>
                    <a:pt x="18" y="49"/>
                    <a:pt x="15" y="59"/>
                    <a:pt x="11" y="61"/>
                  </a:cubicBezTo>
                  <a:cubicBezTo>
                    <a:pt x="12" y="54"/>
                    <a:pt x="19" y="47"/>
                    <a:pt x="19" y="39"/>
                  </a:cubicBezTo>
                  <a:cubicBezTo>
                    <a:pt x="12" y="40"/>
                    <a:pt x="6" y="55"/>
                    <a:pt x="1" y="59"/>
                  </a:cubicBezTo>
                  <a:cubicBezTo>
                    <a:pt x="0" y="50"/>
                    <a:pt x="11" y="39"/>
                    <a:pt x="16" y="33"/>
                  </a:cubicBezTo>
                  <a:cubicBezTo>
                    <a:pt x="23" y="26"/>
                    <a:pt x="32" y="18"/>
                    <a:pt x="37" y="10"/>
                  </a:cubicBezTo>
                  <a:cubicBezTo>
                    <a:pt x="34" y="19"/>
                    <a:pt x="26" y="27"/>
                    <a:pt x="25" y="37"/>
                  </a:cubicBezTo>
                  <a:cubicBezTo>
                    <a:pt x="28" y="33"/>
                    <a:pt x="31" y="27"/>
                    <a:pt x="36" y="26"/>
                  </a:cubicBezTo>
                  <a:cubicBezTo>
                    <a:pt x="35" y="29"/>
                    <a:pt x="33" y="33"/>
                    <a:pt x="33" y="36"/>
                  </a:cubicBezTo>
                  <a:cubicBezTo>
                    <a:pt x="42" y="30"/>
                    <a:pt x="47" y="17"/>
                    <a:pt x="56" y="10"/>
                  </a:cubicBezTo>
                  <a:cubicBezTo>
                    <a:pt x="53" y="19"/>
                    <a:pt x="47" y="27"/>
                    <a:pt x="45" y="35"/>
                  </a:cubicBezTo>
                  <a:cubicBezTo>
                    <a:pt x="47" y="32"/>
                    <a:pt x="51" y="30"/>
                    <a:pt x="54" y="28"/>
                  </a:cubicBezTo>
                  <a:cubicBezTo>
                    <a:pt x="58" y="24"/>
                    <a:pt x="61" y="19"/>
                    <a:pt x="65" y="15"/>
                  </a:cubicBezTo>
                  <a:cubicBezTo>
                    <a:pt x="65" y="21"/>
                    <a:pt x="62" y="29"/>
                    <a:pt x="58" y="33"/>
                  </a:cubicBezTo>
                  <a:cubicBezTo>
                    <a:pt x="66" y="29"/>
                    <a:pt x="78" y="16"/>
                    <a:pt x="82" y="7"/>
                  </a:cubicBezTo>
                  <a:cubicBezTo>
                    <a:pt x="82" y="13"/>
                    <a:pt x="79" y="18"/>
                    <a:pt x="76" y="23"/>
                  </a:cubicBezTo>
                  <a:cubicBezTo>
                    <a:pt x="82" y="16"/>
                    <a:pt x="86" y="5"/>
                    <a:pt x="93" y="0"/>
                  </a:cubicBezTo>
                  <a:cubicBezTo>
                    <a:pt x="91" y="6"/>
                    <a:pt x="91" y="13"/>
                    <a:pt x="88" y="20"/>
                  </a:cubicBezTo>
                </a:path>
              </a:pathLst>
            </a:custGeom>
            <a:solidFill>
              <a:srgbClr val="CCCC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1812" name="Freeform 224">
              <a:extLst>
                <a:ext uri="{FF2B5EF4-FFF2-40B4-BE49-F238E27FC236}">
                  <a16:creationId xmlns:a16="http://schemas.microsoft.com/office/drawing/2014/main" id="{E4A54185-08A8-4D30-9B32-C889D40C7D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4" y="773"/>
              <a:ext cx="27" cy="84"/>
            </a:xfrm>
            <a:custGeom>
              <a:avLst/>
              <a:gdLst>
                <a:gd name="T0" fmla="*/ 32 w 18"/>
                <a:gd name="T1" fmla="*/ 5 h 56"/>
                <a:gd name="T2" fmla="*/ 12 w 18"/>
                <a:gd name="T3" fmla="*/ 143 h 56"/>
                <a:gd name="T4" fmla="*/ 26 w 18"/>
                <a:gd name="T5" fmla="*/ 89 h 56"/>
                <a:gd name="T6" fmla="*/ 26 w 18"/>
                <a:gd name="T7" fmla="*/ 129 h 56"/>
                <a:gd name="T8" fmla="*/ 53 w 18"/>
                <a:gd name="T9" fmla="*/ 189 h 56"/>
                <a:gd name="T10" fmla="*/ 35 w 18"/>
                <a:gd name="T11" fmla="*/ 72 h 56"/>
                <a:gd name="T12" fmla="*/ 62 w 18"/>
                <a:gd name="T13" fmla="*/ 126 h 56"/>
                <a:gd name="T14" fmla="*/ 39 w 18"/>
                <a:gd name="T15" fmla="*/ 0 h 5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8" h="56">
                  <a:moveTo>
                    <a:pt x="9" y="1"/>
                  </a:moveTo>
                  <a:cubicBezTo>
                    <a:pt x="2" y="11"/>
                    <a:pt x="0" y="31"/>
                    <a:pt x="3" y="42"/>
                  </a:cubicBezTo>
                  <a:cubicBezTo>
                    <a:pt x="1" y="37"/>
                    <a:pt x="3" y="30"/>
                    <a:pt x="7" y="26"/>
                  </a:cubicBezTo>
                  <a:cubicBezTo>
                    <a:pt x="7" y="29"/>
                    <a:pt x="6" y="34"/>
                    <a:pt x="7" y="38"/>
                  </a:cubicBezTo>
                  <a:cubicBezTo>
                    <a:pt x="8" y="44"/>
                    <a:pt x="13" y="49"/>
                    <a:pt x="15" y="56"/>
                  </a:cubicBezTo>
                  <a:cubicBezTo>
                    <a:pt x="12" y="44"/>
                    <a:pt x="11" y="33"/>
                    <a:pt x="10" y="21"/>
                  </a:cubicBezTo>
                  <a:cubicBezTo>
                    <a:pt x="12" y="26"/>
                    <a:pt x="15" y="32"/>
                    <a:pt x="18" y="37"/>
                  </a:cubicBezTo>
                  <a:cubicBezTo>
                    <a:pt x="13" y="24"/>
                    <a:pt x="13" y="13"/>
                    <a:pt x="11" y="0"/>
                  </a:cubicBezTo>
                </a:path>
              </a:pathLst>
            </a:custGeom>
            <a:solidFill>
              <a:srgbClr val="CCCC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1813" name="Freeform 225">
              <a:extLst>
                <a:ext uri="{FF2B5EF4-FFF2-40B4-BE49-F238E27FC236}">
                  <a16:creationId xmlns:a16="http://schemas.microsoft.com/office/drawing/2014/main" id="{6004EDFE-A27B-484E-B6A9-EC853982CFB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493" y="723"/>
              <a:ext cx="355" cy="329"/>
            </a:xfrm>
            <a:custGeom>
              <a:avLst/>
              <a:gdLst>
                <a:gd name="T0" fmla="*/ 769 w 235"/>
                <a:gd name="T1" fmla="*/ 183 h 218"/>
                <a:gd name="T2" fmla="*/ 769 w 235"/>
                <a:gd name="T3" fmla="*/ 183 h 218"/>
                <a:gd name="T4" fmla="*/ 743 w 235"/>
                <a:gd name="T5" fmla="*/ 171 h 218"/>
                <a:gd name="T6" fmla="*/ 662 w 235"/>
                <a:gd name="T7" fmla="*/ 75 h 218"/>
                <a:gd name="T8" fmla="*/ 539 w 235"/>
                <a:gd name="T9" fmla="*/ 27 h 218"/>
                <a:gd name="T10" fmla="*/ 379 w 235"/>
                <a:gd name="T11" fmla="*/ 0 h 218"/>
                <a:gd name="T12" fmla="*/ 207 w 235"/>
                <a:gd name="T13" fmla="*/ 32 h 218"/>
                <a:gd name="T14" fmla="*/ 115 w 235"/>
                <a:gd name="T15" fmla="*/ 109 h 218"/>
                <a:gd name="T16" fmla="*/ 5 w 235"/>
                <a:gd name="T17" fmla="*/ 346 h 218"/>
                <a:gd name="T18" fmla="*/ 12 w 235"/>
                <a:gd name="T19" fmla="*/ 379 h 218"/>
                <a:gd name="T20" fmla="*/ 48 w 235"/>
                <a:gd name="T21" fmla="*/ 430 h 218"/>
                <a:gd name="T22" fmla="*/ 76 w 235"/>
                <a:gd name="T23" fmla="*/ 494 h 218"/>
                <a:gd name="T24" fmla="*/ 103 w 235"/>
                <a:gd name="T25" fmla="*/ 542 h 218"/>
                <a:gd name="T26" fmla="*/ 107 w 235"/>
                <a:gd name="T27" fmla="*/ 670 h 218"/>
                <a:gd name="T28" fmla="*/ 142 w 235"/>
                <a:gd name="T29" fmla="*/ 653 h 218"/>
                <a:gd name="T30" fmla="*/ 134 w 235"/>
                <a:gd name="T31" fmla="*/ 560 h 218"/>
                <a:gd name="T32" fmla="*/ 144 w 235"/>
                <a:gd name="T33" fmla="*/ 484 h 218"/>
                <a:gd name="T34" fmla="*/ 169 w 235"/>
                <a:gd name="T35" fmla="*/ 371 h 218"/>
                <a:gd name="T36" fmla="*/ 202 w 235"/>
                <a:gd name="T37" fmla="*/ 353 h 218"/>
                <a:gd name="T38" fmla="*/ 224 w 235"/>
                <a:gd name="T39" fmla="*/ 383 h 218"/>
                <a:gd name="T40" fmla="*/ 286 w 235"/>
                <a:gd name="T41" fmla="*/ 392 h 218"/>
                <a:gd name="T42" fmla="*/ 338 w 235"/>
                <a:gd name="T43" fmla="*/ 371 h 218"/>
                <a:gd name="T44" fmla="*/ 379 w 235"/>
                <a:gd name="T45" fmla="*/ 376 h 218"/>
                <a:gd name="T46" fmla="*/ 406 w 235"/>
                <a:gd name="T47" fmla="*/ 367 h 218"/>
                <a:gd name="T48" fmla="*/ 424 w 235"/>
                <a:gd name="T49" fmla="*/ 379 h 218"/>
                <a:gd name="T50" fmla="*/ 511 w 235"/>
                <a:gd name="T51" fmla="*/ 258 h 218"/>
                <a:gd name="T52" fmla="*/ 541 w 235"/>
                <a:gd name="T53" fmla="*/ 350 h 218"/>
                <a:gd name="T54" fmla="*/ 562 w 235"/>
                <a:gd name="T55" fmla="*/ 340 h 218"/>
                <a:gd name="T56" fmla="*/ 586 w 235"/>
                <a:gd name="T57" fmla="*/ 340 h 218"/>
                <a:gd name="T58" fmla="*/ 648 w 235"/>
                <a:gd name="T59" fmla="*/ 389 h 218"/>
                <a:gd name="T60" fmla="*/ 683 w 235"/>
                <a:gd name="T61" fmla="*/ 430 h 218"/>
                <a:gd name="T62" fmla="*/ 707 w 235"/>
                <a:gd name="T63" fmla="*/ 540 h 218"/>
                <a:gd name="T64" fmla="*/ 715 w 235"/>
                <a:gd name="T65" fmla="*/ 690 h 218"/>
                <a:gd name="T66" fmla="*/ 769 w 235"/>
                <a:gd name="T67" fmla="*/ 492 h 218"/>
                <a:gd name="T68" fmla="*/ 810 w 235"/>
                <a:gd name="T69" fmla="*/ 346 h 218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235" h="218">
                  <a:moveTo>
                    <a:pt x="223" y="53"/>
                  </a:moveTo>
                  <a:cubicBezTo>
                    <a:pt x="223" y="53"/>
                    <a:pt x="223" y="53"/>
                    <a:pt x="223" y="53"/>
                  </a:cubicBezTo>
                  <a:cubicBezTo>
                    <a:pt x="223" y="53"/>
                    <a:pt x="223" y="53"/>
                    <a:pt x="223" y="53"/>
                  </a:cubicBezTo>
                  <a:cubicBezTo>
                    <a:pt x="224" y="54"/>
                    <a:pt x="224" y="54"/>
                    <a:pt x="223" y="53"/>
                  </a:cubicBezTo>
                  <a:close/>
                  <a:moveTo>
                    <a:pt x="235" y="101"/>
                  </a:moveTo>
                  <a:cubicBezTo>
                    <a:pt x="234" y="87"/>
                    <a:pt x="228" y="59"/>
                    <a:pt x="216" y="50"/>
                  </a:cubicBezTo>
                  <a:cubicBezTo>
                    <a:pt x="219" y="50"/>
                    <a:pt x="222" y="51"/>
                    <a:pt x="223" y="53"/>
                  </a:cubicBezTo>
                  <a:cubicBezTo>
                    <a:pt x="217" y="40"/>
                    <a:pt x="206" y="30"/>
                    <a:pt x="192" y="22"/>
                  </a:cubicBezTo>
                  <a:cubicBezTo>
                    <a:pt x="183" y="17"/>
                    <a:pt x="167" y="11"/>
                    <a:pt x="157" y="11"/>
                  </a:cubicBezTo>
                  <a:cubicBezTo>
                    <a:pt x="157" y="10"/>
                    <a:pt x="156" y="9"/>
                    <a:pt x="156" y="8"/>
                  </a:cubicBezTo>
                  <a:cubicBezTo>
                    <a:pt x="149" y="4"/>
                    <a:pt x="142" y="3"/>
                    <a:pt x="133" y="3"/>
                  </a:cubicBezTo>
                  <a:cubicBezTo>
                    <a:pt x="126" y="3"/>
                    <a:pt x="118" y="0"/>
                    <a:pt x="110" y="0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95" y="0"/>
                    <a:pt x="74" y="2"/>
                    <a:pt x="60" y="9"/>
                  </a:cubicBezTo>
                  <a:cubicBezTo>
                    <a:pt x="50" y="14"/>
                    <a:pt x="34" y="22"/>
                    <a:pt x="27" y="32"/>
                  </a:cubicBezTo>
                  <a:cubicBezTo>
                    <a:pt x="29" y="32"/>
                    <a:pt x="31" y="32"/>
                    <a:pt x="33" y="32"/>
                  </a:cubicBezTo>
                  <a:cubicBezTo>
                    <a:pt x="31" y="41"/>
                    <a:pt x="22" y="44"/>
                    <a:pt x="17" y="50"/>
                  </a:cubicBezTo>
                  <a:cubicBezTo>
                    <a:pt x="6" y="63"/>
                    <a:pt x="0" y="84"/>
                    <a:pt x="1" y="101"/>
                  </a:cubicBezTo>
                  <a:cubicBezTo>
                    <a:pt x="2" y="97"/>
                    <a:pt x="3" y="94"/>
                    <a:pt x="6" y="91"/>
                  </a:cubicBezTo>
                  <a:cubicBezTo>
                    <a:pt x="7" y="97"/>
                    <a:pt x="3" y="104"/>
                    <a:pt x="3" y="110"/>
                  </a:cubicBezTo>
                  <a:cubicBezTo>
                    <a:pt x="3" y="117"/>
                    <a:pt x="6" y="125"/>
                    <a:pt x="10" y="131"/>
                  </a:cubicBezTo>
                  <a:cubicBezTo>
                    <a:pt x="10" y="128"/>
                    <a:pt x="11" y="126"/>
                    <a:pt x="14" y="125"/>
                  </a:cubicBezTo>
                  <a:cubicBezTo>
                    <a:pt x="15" y="128"/>
                    <a:pt x="17" y="133"/>
                    <a:pt x="19" y="136"/>
                  </a:cubicBezTo>
                  <a:cubicBezTo>
                    <a:pt x="20" y="138"/>
                    <a:pt x="21" y="142"/>
                    <a:pt x="22" y="144"/>
                  </a:cubicBezTo>
                  <a:cubicBezTo>
                    <a:pt x="24" y="147"/>
                    <a:pt x="25" y="151"/>
                    <a:pt x="26" y="154"/>
                  </a:cubicBezTo>
                  <a:cubicBezTo>
                    <a:pt x="27" y="157"/>
                    <a:pt x="30" y="155"/>
                    <a:pt x="30" y="158"/>
                  </a:cubicBezTo>
                  <a:cubicBezTo>
                    <a:pt x="30" y="165"/>
                    <a:pt x="27" y="170"/>
                    <a:pt x="29" y="177"/>
                  </a:cubicBezTo>
                  <a:cubicBezTo>
                    <a:pt x="30" y="183"/>
                    <a:pt x="30" y="188"/>
                    <a:pt x="31" y="195"/>
                  </a:cubicBezTo>
                  <a:cubicBezTo>
                    <a:pt x="41" y="195"/>
                    <a:pt x="41" y="213"/>
                    <a:pt x="44" y="218"/>
                  </a:cubicBezTo>
                  <a:cubicBezTo>
                    <a:pt x="47" y="210"/>
                    <a:pt x="41" y="199"/>
                    <a:pt x="41" y="190"/>
                  </a:cubicBezTo>
                  <a:cubicBezTo>
                    <a:pt x="41" y="184"/>
                    <a:pt x="40" y="182"/>
                    <a:pt x="39" y="178"/>
                  </a:cubicBezTo>
                  <a:cubicBezTo>
                    <a:pt x="39" y="173"/>
                    <a:pt x="39" y="167"/>
                    <a:pt x="39" y="163"/>
                  </a:cubicBezTo>
                  <a:cubicBezTo>
                    <a:pt x="39" y="154"/>
                    <a:pt x="45" y="145"/>
                    <a:pt x="44" y="136"/>
                  </a:cubicBezTo>
                  <a:cubicBezTo>
                    <a:pt x="43" y="137"/>
                    <a:pt x="42" y="139"/>
                    <a:pt x="42" y="141"/>
                  </a:cubicBezTo>
                  <a:cubicBezTo>
                    <a:pt x="41" y="132"/>
                    <a:pt x="47" y="121"/>
                    <a:pt x="48" y="112"/>
                  </a:cubicBezTo>
                  <a:cubicBezTo>
                    <a:pt x="49" y="110"/>
                    <a:pt x="49" y="109"/>
                    <a:pt x="49" y="108"/>
                  </a:cubicBezTo>
                  <a:cubicBezTo>
                    <a:pt x="53" y="104"/>
                    <a:pt x="58" y="100"/>
                    <a:pt x="61" y="96"/>
                  </a:cubicBezTo>
                  <a:cubicBezTo>
                    <a:pt x="61" y="98"/>
                    <a:pt x="60" y="101"/>
                    <a:pt x="59" y="103"/>
                  </a:cubicBezTo>
                  <a:cubicBezTo>
                    <a:pt x="61" y="100"/>
                    <a:pt x="63" y="96"/>
                    <a:pt x="67" y="95"/>
                  </a:cubicBezTo>
                  <a:cubicBezTo>
                    <a:pt x="67" y="101"/>
                    <a:pt x="64" y="106"/>
                    <a:pt x="65" y="111"/>
                  </a:cubicBezTo>
                  <a:cubicBezTo>
                    <a:pt x="72" y="108"/>
                    <a:pt x="77" y="98"/>
                    <a:pt x="85" y="97"/>
                  </a:cubicBezTo>
                  <a:cubicBezTo>
                    <a:pt x="84" y="103"/>
                    <a:pt x="83" y="108"/>
                    <a:pt x="83" y="114"/>
                  </a:cubicBezTo>
                  <a:cubicBezTo>
                    <a:pt x="89" y="111"/>
                    <a:pt x="95" y="103"/>
                    <a:pt x="100" y="99"/>
                  </a:cubicBezTo>
                  <a:cubicBezTo>
                    <a:pt x="99" y="102"/>
                    <a:pt x="98" y="105"/>
                    <a:pt x="98" y="108"/>
                  </a:cubicBezTo>
                  <a:cubicBezTo>
                    <a:pt x="105" y="103"/>
                    <a:pt x="109" y="97"/>
                    <a:pt x="113" y="90"/>
                  </a:cubicBezTo>
                  <a:cubicBezTo>
                    <a:pt x="111" y="96"/>
                    <a:pt x="110" y="102"/>
                    <a:pt x="110" y="109"/>
                  </a:cubicBezTo>
                  <a:cubicBezTo>
                    <a:pt x="113" y="105"/>
                    <a:pt x="116" y="99"/>
                    <a:pt x="120" y="96"/>
                  </a:cubicBezTo>
                  <a:cubicBezTo>
                    <a:pt x="118" y="99"/>
                    <a:pt x="118" y="104"/>
                    <a:pt x="118" y="107"/>
                  </a:cubicBezTo>
                  <a:cubicBezTo>
                    <a:pt x="122" y="102"/>
                    <a:pt x="125" y="96"/>
                    <a:pt x="129" y="91"/>
                  </a:cubicBezTo>
                  <a:cubicBezTo>
                    <a:pt x="130" y="98"/>
                    <a:pt x="125" y="104"/>
                    <a:pt x="123" y="110"/>
                  </a:cubicBezTo>
                  <a:cubicBezTo>
                    <a:pt x="129" y="105"/>
                    <a:pt x="133" y="99"/>
                    <a:pt x="137" y="92"/>
                  </a:cubicBezTo>
                  <a:cubicBezTo>
                    <a:pt x="140" y="86"/>
                    <a:pt x="143" y="79"/>
                    <a:pt x="148" y="75"/>
                  </a:cubicBezTo>
                  <a:cubicBezTo>
                    <a:pt x="149" y="76"/>
                    <a:pt x="149" y="78"/>
                    <a:pt x="150" y="80"/>
                  </a:cubicBezTo>
                  <a:cubicBezTo>
                    <a:pt x="154" y="87"/>
                    <a:pt x="155" y="94"/>
                    <a:pt x="157" y="102"/>
                  </a:cubicBezTo>
                  <a:cubicBezTo>
                    <a:pt x="157" y="98"/>
                    <a:pt x="159" y="94"/>
                    <a:pt x="159" y="91"/>
                  </a:cubicBezTo>
                  <a:cubicBezTo>
                    <a:pt x="160" y="94"/>
                    <a:pt x="162" y="96"/>
                    <a:pt x="163" y="99"/>
                  </a:cubicBezTo>
                  <a:cubicBezTo>
                    <a:pt x="165" y="103"/>
                    <a:pt x="165" y="109"/>
                    <a:pt x="167" y="112"/>
                  </a:cubicBezTo>
                  <a:cubicBezTo>
                    <a:pt x="167" y="108"/>
                    <a:pt x="169" y="102"/>
                    <a:pt x="170" y="99"/>
                  </a:cubicBezTo>
                  <a:cubicBezTo>
                    <a:pt x="176" y="104"/>
                    <a:pt x="185" y="116"/>
                    <a:pt x="186" y="124"/>
                  </a:cubicBezTo>
                  <a:cubicBezTo>
                    <a:pt x="187" y="121"/>
                    <a:pt x="188" y="116"/>
                    <a:pt x="188" y="113"/>
                  </a:cubicBezTo>
                  <a:cubicBezTo>
                    <a:pt x="193" y="114"/>
                    <a:pt x="198" y="126"/>
                    <a:pt x="200" y="131"/>
                  </a:cubicBezTo>
                  <a:cubicBezTo>
                    <a:pt x="200" y="129"/>
                    <a:pt x="199" y="127"/>
                    <a:pt x="198" y="125"/>
                  </a:cubicBezTo>
                  <a:cubicBezTo>
                    <a:pt x="201" y="129"/>
                    <a:pt x="201" y="135"/>
                    <a:pt x="202" y="140"/>
                  </a:cubicBezTo>
                  <a:cubicBezTo>
                    <a:pt x="203" y="146"/>
                    <a:pt x="204" y="152"/>
                    <a:pt x="205" y="157"/>
                  </a:cubicBezTo>
                  <a:cubicBezTo>
                    <a:pt x="205" y="166"/>
                    <a:pt x="205" y="175"/>
                    <a:pt x="205" y="184"/>
                  </a:cubicBezTo>
                  <a:cubicBezTo>
                    <a:pt x="205" y="190"/>
                    <a:pt x="209" y="196"/>
                    <a:pt x="207" y="201"/>
                  </a:cubicBezTo>
                  <a:cubicBezTo>
                    <a:pt x="213" y="189"/>
                    <a:pt x="217" y="177"/>
                    <a:pt x="217" y="164"/>
                  </a:cubicBezTo>
                  <a:cubicBezTo>
                    <a:pt x="218" y="155"/>
                    <a:pt x="220" y="150"/>
                    <a:pt x="223" y="143"/>
                  </a:cubicBezTo>
                  <a:cubicBezTo>
                    <a:pt x="229" y="129"/>
                    <a:pt x="234" y="110"/>
                    <a:pt x="230" y="95"/>
                  </a:cubicBezTo>
                  <a:cubicBezTo>
                    <a:pt x="233" y="96"/>
                    <a:pt x="234" y="99"/>
                    <a:pt x="235" y="101"/>
                  </a:cubicBezTo>
                  <a:close/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</p:grpSp>
      <p:grpSp>
        <p:nvGrpSpPr>
          <p:cNvPr id="40962" name="elderly-woman-full-body-illustration">
            <a:extLst>
              <a:ext uri="{FF2B5EF4-FFF2-40B4-BE49-F238E27FC236}">
                <a16:creationId xmlns:a16="http://schemas.microsoft.com/office/drawing/2014/main" id="{2CD9B870-0A9D-4068-8ACC-8466EDA02F05}"/>
              </a:ext>
            </a:extLst>
          </p:cNvPr>
          <p:cNvGrpSpPr>
            <a:grpSpLocks/>
          </p:cNvGrpSpPr>
          <p:nvPr/>
        </p:nvGrpSpPr>
        <p:grpSpPr bwMode="auto">
          <a:xfrm>
            <a:off x="4267200" y="1157288"/>
            <a:ext cx="1355725" cy="5275262"/>
            <a:chOff x="482" y="720"/>
            <a:chExt cx="854" cy="3323"/>
          </a:xfrm>
        </p:grpSpPr>
        <p:grpSp>
          <p:nvGrpSpPr>
            <p:cNvPr id="41553" name="Group 227">
              <a:extLst>
                <a:ext uri="{FF2B5EF4-FFF2-40B4-BE49-F238E27FC236}">
                  <a16:creationId xmlns:a16="http://schemas.microsoft.com/office/drawing/2014/main" id="{BB686B39-D78A-40D4-BCBD-3B28CCEEC1E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82" y="725"/>
              <a:ext cx="854" cy="3318"/>
              <a:chOff x="482" y="725"/>
              <a:chExt cx="854" cy="3318"/>
            </a:xfrm>
          </p:grpSpPr>
          <p:sp>
            <p:nvSpPr>
              <p:cNvPr id="41591" name="Freeform 228">
                <a:extLst>
                  <a:ext uri="{FF2B5EF4-FFF2-40B4-BE49-F238E27FC236}">
                    <a16:creationId xmlns:a16="http://schemas.microsoft.com/office/drawing/2014/main" id="{C8855BC7-11DC-4A07-BEBA-7EB0116554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" y="1083"/>
                <a:ext cx="854" cy="2960"/>
              </a:xfrm>
              <a:custGeom>
                <a:avLst/>
                <a:gdLst>
                  <a:gd name="T0" fmla="*/ 2224 w 523"/>
                  <a:gd name="T1" fmla="*/ 3510 h 1820"/>
                  <a:gd name="T2" fmla="*/ 2173 w 523"/>
                  <a:gd name="T3" fmla="*/ 2711 h 1820"/>
                  <a:gd name="T4" fmla="*/ 2106 w 523"/>
                  <a:gd name="T5" fmla="*/ 1732 h 1820"/>
                  <a:gd name="T6" fmla="*/ 2002 w 523"/>
                  <a:gd name="T7" fmla="*/ 916 h 1820"/>
                  <a:gd name="T8" fmla="*/ 1728 w 523"/>
                  <a:gd name="T9" fmla="*/ 426 h 1820"/>
                  <a:gd name="T10" fmla="*/ 1541 w 523"/>
                  <a:gd name="T11" fmla="*/ 372 h 1820"/>
                  <a:gd name="T12" fmla="*/ 1336 w 523"/>
                  <a:gd name="T13" fmla="*/ 13 h 1820"/>
                  <a:gd name="T14" fmla="*/ 1141 w 523"/>
                  <a:gd name="T15" fmla="*/ 122 h 1820"/>
                  <a:gd name="T16" fmla="*/ 1128 w 523"/>
                  <a:gd name="T17" fmla="*/ 122 h 1820"/>
                  <a:gd name="T18" fmla="*/ 1115 w 523"/>
                  <a:gd name="T19" fmla="*/ 111 h 1820"/>
                  <a:gd name="T20" fmla="*/ 901 w 523"/>
                  <a:gd name="T21" fmla="*/ 5 h 1820"/>
                  <a:gd name="T22" fmla="*/ 611 w 523"/>
                  <a:gd name="T23" fmla="*/ 405 h 1820"/>
                  <a:gd name="T24" fmla="*/ 493 w 523"/>
                  <a:gd name="T25" fmla="*/ 452 h 1820"/>
                  <a:gd name="T26" fmla="*/ 219 w 523"/>
                  <a:gd name="T27" fmla="*/ 1230 h 1820"/>
                  <a:gd name="T28" fmla="*/ 136 w 523"/>
                  <a:gd name="T29" fmla="*/ 2056 h 1820"/>
                  <a:gd name="T30" fmla="*/ 105 w 523"/>
                  <a:gd name="T31" fmla="*/ 3058 h 1820"/>
                  <a:gd name="T32" fmla="*/ 5 w 523"/>
                  <a:gd name="T33" fmla="*/ 3749 h 1820"/>
                  <a:gd name="T34" fmla="*/ 42 w 523"/>
                  <a:gd name="T35" fmla="*/ 3881 h 1820"/>
                  <a:gd name="T36" fmla="*/ 214 w 523"/>
                  <a:gd name="T37" fmla="*/ 4046 h 1820"/>
                  <a:gd name="T38" fmla="*/ 274 w 523"/>
                  <a:gd name="T39" fmla="*/ 4011 h 1820"/>
                  <a:gd name="T40" fmla="*/ 309 w 523"/>
                  <a:gd name="T41" fmla="*/ 3970 h 1820"/>
                  <a:gd name="T42" fmla="*/ 296 w 523"/>
                  <a:gd name="T43" fmla="*/ 3783 h 1820"/>
                  <a:gd name="T44" fmla="*/ 253 w 523"/>
                  <a:gd name="T45" fmla="*/ 3428 h 1820"/>
                  <a:gd name="T46" fmla="*/ 421 w 523"/>
                  <a:gd name="T47" fmla="*/ 2100 h 1820"/>
                  <a:gd name="T48" fmla="*/ 505 w 523"/>
                  <a:gd name="T49" fmla="*/ 1643 h 1820"/>
                  <a:gd name="T50" fmla="*/ 379 w 523"/>
                  <a:gd name="T51" fmla="*/ 2446 h 1820"/>
                  <a:gd name="T52" fmla="*/ 366 w 523"/>
                  <a:gd name="T53" fmla="*/ 3666 h 1820"/>
                  <a:gd name="T54" fmla="*/ 627 w 523"/>
                  <a:gd name="T55" fmla="*/ 5060 h 1820"/>
                  <a:gd name="T56" fmla="*/ 717 w 523"/>
                  <a:gd name="T57" fmla="*/ 6397 h 1820"/>
                  <a:gd name="T58" fmla="*/ 813 w 523"/>
                  <a:gd name="T59" fmla="*/ 7288 h 1820"/>
                  <a:gd name="T60" fmla="*/ 674 w 523"/>
                  <a:gd name="T61" fmla="*/ 7639 h 1820"/>
                  <a:gd name="T62" fmla="*/ 717 w 523"/>
                  <a:gd name="T63" fmla="*/ 7769 h 1820"/>
                  <a:gd name="T64" fmla="*/ 919 w 523"/>
                  <a:gd name="T65" fmla="*/ 7787 h 1820"/>
                  <a:gd name="T66" fmla="*/ 1109 w 523"/>
                  <a:gd name="T67" fmla="*/ 7636 h 1820"/>
                  <a:gd name="T68" fmla="*/ 1120 w 523"/>
                  <a:gd name="T69" fmla="*/ 7374 h 1820"/>
                  <a:gd name="T70" fmla="*/ 1088 w 523"/>
                  <a:gd name="T71" fmla="*/ 7120 h 1820"/>
                  <a:gd name="T72" fmla="*/ 1101 w 523"/>
                  <a:gd name="T73" fmla="*/ 5674 h 1820"/>
                  <a:gd name="T74" fmla="*/ 1096 w 523"/>
                  <a:gd name="T75" fmla="*/ 4864 h 1820"/>
                  <a:gd name="T76" fmla="*/ 1096 w 523"/>
                  <a:gd name="T77" fmla="*/ 3690 h 1820"/>
                  <a:gd name="T78" fmla="*/ 1133 w 523"/>
                  <a:gd name="T79" fmla="*/ 3695 h 1820"/>
                  <a:gd name="T80" fmla="*/ 1184 w 523"/>
                  <a:gd name="T81" fmla="*/ 3682 h 1820"/>
                  <a:gd name="T82" fmla="*/ 1184 w 523"/>
                  <a:gd name="T83" fmla="*/ 4194 h 1820"/>
                  <a:gd name="T84" fmla="*/ 1192 w 523"/>
                  <a:gd name="T85" fmla="*/ 5279 h 1820"/>
                  <a:gd name="T86" fmla="*/ 1231 w 523"/>
                  <a:gd name="T87" fmla="*/ 6815 h 1820"/>
                  <a:gd name="T88" fmla="*/ 1176 w 523"/>
                  <a:gd name="T89" fmla="*/ 7275 h 1820"/>
                  <a:gd name="T90" fmla="*/ 1154 w 523"/>
                  <a:gd name="T91" fmla="*/ 7520 h 1820"/>
                  <a:gd name="T92" fmla="*/ 1231 w 523"/>
                  <a:gd name="T93" fmla="*/ 7761 h 1820"/>
                  <a:gd name="T94" fmla="*/ 1463 w 523"/>
                  <a:gd name="T95" fmla="*/ 7790 h 1820"/>
                  <a:gd name="T96" fmla="*/ 1602 w 523"/>
                  <a:gd name="T97" fmla="*/ 7707 h 1820"/>
                  <a:gd name="T98" fmla="*/ 1486 w 523"/>
                  <a:gd name="T99" fmla="*/ 7446 h 1820"/>
                  <a:gd name="T100" fmla="*/ 1479 w 523"/>
                  <a:gd name="T101" fmla="*/ 7018 h 1820"/>
                  <a:gd name="T102" fmla="*/ 1623 w 523"/>
                  <a:gd name="T103" fmla="*/ 5440 h 1820"/>
                  <a:gd name="T104" fmla="*/ 1768 w 523"/>
                  <a:gd name="T105" fmla="*/ 4264 h 1820"/>
                  <a:gd name="T106" fmla="*/ 2008 w 523"/>
                  <a:gd name="T107" fmla="*/ 2952 h 1820"/>
                  <a:gd name="T108" fmla="*/ 1781 w 523"/>
                  <a:gd name="T109" fmla="*/ 2100 h 1820"/>
                  <a:gd name="T110" fmla="*/ 1773 w 523"/>
                  <a:gd name="T111" fmla="*/ 1639 h 1820"/>
                  <a:gd name="T112" fmla="*/ 1920 w 523"/>
                  <a:gd name="T113" fmla="*/ 2711 h 1820"/>
                  <a:gd name="T114" fmla="*/ 1997 w 523"/>
                  <a:gd name="T115" fmla="*/ 3557 h 1820"/>
                  <a:gd name="T116" fmla="*/ 1976 w 523"/>
                  <a:gd name="T117" fmla="*/ 3936 h 1820"/>
                  <a:gd name="T118" fmla="*/ 1963 w 523"/>
                  <a:gd name="T119" fmla="*/ 4003 h 1820"/>
                  <a:gd name="T120" fmla="*/ 1968 w 523"/>
                  <a:gd name="T121" fmla="*/ 4081 h 1820"/>
                  <a:gd name="T122" fmla="*/ 2182 w 523"/>
                  <a:gd name="T123" fmla="*/ 3975 h 1820"/>
                  <a:gd name="T124" fmla="*/ 2250 w 523"/>
                  <a:gd name="T125" fmla="*/ 3812 h 1820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0" t="0" r="r" b="b"/>
                <a:pathLst>
                  <a:path w="523" h="1820">
                    <a:moveTo>
                      <a:pt x="521" y="871"/>
                    </a:moveTo>
                    <a:cubicBezTo>
                      <a:pt x="519" y="867"/>
                      <a:pt x="515" y="835"/>
                      <a:pt x="511" y="816"/>
                    </a:cubicBezTo>
                    <a:cubicBezTo>
                      <a:pt x="508" y="801"/>
                      <a:pt x="498" y="735"/>
                      <a:pt x="500" y="705"/>
                    </a:cubicBezTo>
                    <a:cubicBezTo>
                      <a:pt x="502" y="682"/>
                      <a:pt x="498" y="645"/>
                      <a:pt x="499" y="630"/>
                    </a:cubicBezTo>
                    <a:cubicBezTo>
                      <a:pt x="500" y="541"/>
                      <a:pt x="495" y="495"/>
                      <a:pt x="491" y="478"/>
                    </a:cubicBezTo>
                    <a:cubicBezTo>
                      <a:pt x="488" y="462"/>
                      <a:pt x="484" y="438"/>
                      <a:pt x="484" y="403"/>
                    </a:cubicBezTo>
                    <a:cubicBezTo>
                      <a:pt x="484" y="367"/>
                      <a:pt x="475" y="320"/>
                      <a:pt x="473" y="285"/>
                    </a:cubicBezTo>
                    <a:cubicBezTo>
                      <a:pt x="471" y="266"/>
                      <a:pt x="464" y="240"/>
                      <a:pt x="460" y="213"/>
                    </a:cubicBezTo>
                    <a:cubicBezTo>
                      <a:pt x="457" y="187"/>
                      <a:pt x="425" y="111"/>
                      <a:pt x="410" y="105"/>
                    </a:cubicBezTo>
                    <a:cubicBezTo>
                      <a:pt x="407" y="104"/>
                      <a:pt x="401" y="99"/>
                      <a:pt x="397" y="99"/>
                    </a:cubicBezTo>
                    <a:cubicBezTo>
                      <a:pt x="392" y="98"/>
                      <a:pt x="388" y="95"/>
                      <a:pt x="383" y="94"/>
                    </a:cubicBezTo>
                    <a:cubicBezTo>
                      <a:pt x="372" y="92"/>
                      <a:pt x="363" y="90"/>
                      <a:pt x="354" y="87"/>
                    </a:cubicBezTo>
                    <a:cubicBezTo>
                      <a:pt x="334" y="80"/>
                      <a:pt x="298" y="41"/>
                      <a:pt x="316" y="1"/>
                    </a:cubicBezTo>
                    <a:cubicBezTo>
                      <a:pt x="314" y="4"/>
                      <a:pt x="310" y="0"/>
                      <a:pt x="307" y="3"/>
                    </a:cubicBezTo>
                    <a:cubicBezTo>
                      <a:pt x="299" y="16"/>
                      <a:pt x="283" y="23"/>
                      <a:pt x="271" y="25"/>
                    </a:cubicBezTo>
                    <a:cubicBezTo>
                      <a:pt x="267" y="25"/>
                      <a:pt x="265" y="28"/>
                      <a:pt x="262" y="28"/>
                    </a:cubicBezTo>
                    <a:cubicBezTo>
                      <a:pt x="261" y="27"/>
                      <a:pt x="261" y="27"/>
                      <a:pt x="261" y="27"/>
                    </a:cubicBezTo>
                    <a:cubicBezTo>
                      <a:pt x="259" y="28"/>
                      <a:pt x="259" y="28"/>
                      <a:pt x="259" y="28"/>
                    </a:cubicBezTo>
                    <a:cubicBezTo>
                      <a:pt x="259" y="28"/>
                      <a:pt x="259" y="28"/>
                      <a:pt x="259" y="28"/>
                    </a:cubicBezTo>
                    <a:cubicBezTo>
                      <a:pt x="256" y="28"/>
                      <a:pt x="259" y="27"/>
                      <a:pt x="256" y="26"/>
                    </a:cubicBezTo>
                    <a:cubicBezTo>
                      <a:pt x="244" y="24"/>
                      <a:pt x="225" y="20"/>
                      <a:pt x="214" y="9"/>
                    </a:cubicBezTo>
                    <a:cubicBezTo>
                      <a:pt x="211" y="6"/>
                      <a:pt x="209" y="4"/>
                      <a:pt x="207" y="1"/>
                    </a:cubicBezTo>
                    <a:cubicBezTo>
                      <a:pt x="232" y="35"/>
                      <a:pt x="188" y="80"/>
                      <a:pt x="169" y="87"/>
                    </a:cubicBezTo>
                    <a:cubicBezTo>
                      <a:pt x="160" y="90"/>
                      <a:pt x="151" y="92"/>
                      <a:pt x="140" y="94"/>
                    </a:cubicBezTo>
                    <a:cubicBezTo>
                      <a:pt x="134" y="95"/>
                      <a:pt x="131" y="97"/>
                      <a:pt x="125" y="98"/>
                    </a:cubicBezTo>
                    <a:cubicBezTo>
                      <a:pt x="121" y="99"/>
                      <a:pt x="117" y="103"/>
                      <a:pt x="113" y="105"/>
                    </a:cubicBezTo>
                    <a:cubicBezTo>
                      <a:pt x="96" y="112"/>
                      <a:pt x="65" y="183"/>
                      <a:pt x="62" y="209"/>
                    </a:cubicBezTo>
                    <a:cubicBezTo>
                      <a:pt x="58" y="235"/>
                      <a:pt x="51" y="266"/>
                      <a:pt x="50" y="286"/>
                    </a:cubicBezTo>
                    <a:cubicBezTo>
                      <a:pt x="47" y="321"/>
                      <a:pt x="39" y="367"/>
                      <a:pt x="39" y="403"/>
                    </a:cubicBezTo>
                    <a:cubicBezTo>
                      <a:pt x="39" y="438"/>
                      <a:pt x="34" y="462"/>
                      <a:pt x="31" y="478"/>
                    </a:cubicBezTo>
                    <a:cubicBezTo>
                      <a:pt x="28" y="495"/>
                      <a:pt x="22" y="539"/>
                      <a:pt x="22" y="629"/>
                    </a:cubicBezTo>
                    <a:cubicBezTo>
                      <a:pt x="23" y="644"/>
                      <a:pt x="22" y="687"/>
                      <a:pt x="24" y="711"/>
                    </a:cubicBezTo>
                    <a:cubicBezTo>
                      <a:pt x="26" y="740"/>
                      <a:pt x="15" y="801"/>
                      <a:pt x="12" y="816"/>
                    </a:cubicBezTo>
                    <a:cubicBezTo>
                      <a:pt x="7" y="835"/>
                      <a:pt x="3" y="867"/>
                      <a:pt x="1" y="871"/>
                    </a:cubicBezTo>
                    <a:cubicBezTo>
                      <a:pt x="0" y="876"/>
                      <a:pt x="3" y="882"/>
                      <a:pt x="6" y="886"/>
                    </a:cubicBezTo>
                    <a:cubicBezTo>
                      <a:pt x="8" y="891"/>
                      <a:pt x="7" y="895"/>
                      <a:pt x="10" y="902"/>
                    </a:cubicBezTo>
                    <a:cubicBezTo>
                      <a:pt x="12" y="907"/>
                      <a:pt x="19" y="918"/>
                      <a:pt x="22" y="924"/>
                    </a:cubicBezTo>
                    <a:cubicBezTo>
                      <a:pt x="25" y="930"/>
                      <a:pt x="39" y="937"/>
                      <a:pt x="49" y="941"/>
                    </a:cubicBezTo>
                    <a:cubicBezTo>
                      <a:pt x="56" y="944"/>
                      <a:pt x="70" y="952"/>
                      <a:pt x="71" y="949"/>
                    </a:cubicBezTo>
                    <a:cubicBezTo>
                      <a:pt x="73" y="941"/>
                      <a:pt x="69" y="936"/>
                      <a:pt x="63" y="932"/>
                    </a:cubicBezTo>
                    <a:cubicBezTo>
                      <a:pt x="60" y="930"/>
                      <a:pt x="70" y="937"/>
                      <a:pt x="72" y="930"/>
                    </a:cubicBezTo>
                    <a:cubicBezTo>
                      <a:pt x="72" y="928"/>
                      <a:pt x="72" y="927"/>
                      <a:pt x="71" y="923"/>
                    </a:cubicBezTo>
                    <a:cubicBezTo>
                      <a:pt x="72" y="919"/>
                      <a:pt x="71" y="919"/>
                      <a:pt x="69" y="915"/>
                    </a:cubicBezTo>
                    <a:cubicBezTo>
                      <a:pt x="73" y="913"/>
                      <a:pt x="72" y="892"/>
                      <a:pt x="68" y="879"/>
                    </a:cubicBezTo>
                    <a:cubicBezTo>
                      <a:pt x="68" y="871"/>
                      <a:pt x="74" y="848"/>
                      <a:pt x="63" y="827"/>
                    </a:cubicBezTo>
                    <a:cubicBezTo>
                      <a:pt x="58" y="816"/>
                      <a:pt x="58" y="804"/>
                      <a:pt x="58" y="797"/>
                    </a:cubicBezTo>
                    <a:cubicBezTo>
                      <a:pt x="55" y="781"/>
                      <a:pt x="72" y="663"/>
                      <a:pt x="82" y="630"/>
                    </a:cubicBezTo>
                    <a:cubicBezTo>
                      <a:pt x="101" y="561"/>
                      <a:pt x="95" y="500"/>
                      <a:pt x="97" y="488"/>
                    </a:cubicBezTo>
                    <a:cubicBezTo>
                      <a:pt x="99" y="476"/>
                      <a:pt x="112" y="411"/>
                      <a:pt x="116" y="382"/>
                    </a:cubicBezTo>
                    <a:cubicBezTo>
                      <a:pt x="116" y="382"/>
                      <a:pt x="116" y="382"/>
                      <a:pt x="116" y="382"/>
                    </a:cubicBezTo>
                    <a:cubicBezTo>
                      <a:pt x="113" y="423"/>
                      <a:pt x="115" y="471"/>
                      <a:pt x="116" y="489"/>
                    </a:cubicBezTo>
                    <a:cubicBezTo>
                      <a:pt x="117" y="515"/>
                      <a:pt x="97" y="549"/>
                      <a:pt x="87" y="569"/>
                    </a:cubicBezTo>
                    <a:cubicBezTo>
                      <a:pt x="77" y="589"/>
                      <a:pt x="75" y="635"/>
                      <a:pt x="67" y="691"/>
                    </a:cubicBezTo>
                    <a:cubicBezTo>
                      <a:pt x="59" y="735"/>
                      <a:pt x="76" y="772"/>
                      <a:pt x="84" y="852"/>
                    </a:cubicBezTo>
                    <a:cubicBezTo>
                      <a:pt x="89" y="908"/>
                      <a:pt x="106" y="947"/>
                      <a:pt x="119" y="1010"/>
                    </a:cubicBezTo>
                    <a:cubicBezTo>
                      <a:pt x="131" y="1066"/>
                      <a:pt x="146" y="1131"/>
                      <a:pt x="144" y="1176"/>
                    </a:cubicBezTo>
                    <a:cubicBezTo>
                      <a:pt x="142" y="1217"/>
                      <a:pt x="144" y="1236"/>
                      <a:pt x="150" y="1265"/>
                    </a:cubicBezTo>
                    <a:cubicBezTo>
                      <a:pt x="156" y="1291"/>
                      <a:pt x="153" y="1412"/>
                      <a:pt x="165" y="1487"/>
                    </a:cubicBezTo>
                    <a:cubicBezTo>
                      <a:pt x="177" y="1562"/>
                      <a:pt x="179" y="1613"/>
                      <a:pt x="183" y="1631"/>
                    </a:cubicBezTo>
                    <a:cubicBezTo>
                      <a:pt x="191" y="1670"/>
                      <a:pt x="184" y="1674"/>
                      <a:pt x="187" y="1694"/>
                    </a:cubicBezTo>
                    <a:cubicBezTo>
                      <a:pt x="190" y="1714"/>
                      <a:pt x="191" y="1711"/>
                      <a:pt x="181" y="1731"/>
                    </a:cubicBezTo>
                    <a:cubicBezTo>
                      <a:pt x="173" y="1743"/>
                      <a:pt x="160" y="1770"/>
                      <a:pt x="155" y="1776"/>
                    </a:cubicBezTo>
                    <a:cubicBezTo>
                      <a:pt x="151" y="1782"/>
                      <a:pt x="153" y="1788"/>
                      <a:pt x="155" y="1792"/>
                    </a:cubicBezTo>
                    <a:cubicBezTo>
                      <a:pt x="152" y="1801"/>
                      <a:pt x="162" y="1806"/>
                      <a:pt x="165" y="1806"/>
                    </a:cubicBezTo>
                    <a:cubicBezTo>
                      <a:pt x="164" y="1817"/>
                      <a:pt x="182" y="1816"/>
                      <a:pt x="186" y="1811"/>
                    </a:cubicBezTo>
                    <a:cubicBezTo>
                      <a:pt x="192" y="1817"/>
                      <a:pt x="205" y="1817"/>
                      <a:pt x="211" y="1810"/>
                    </a:cubicBezTo>
                    <a:cubicBezTo>
                      <a:pt x="220" y="1818"/>
                      <a:pt x="234" y="1820"/>
                      <a:pt x="239" y="1811"/>
                    </a:cubicBezTo>
                    <a:cubicBezTo>
                      <a:pt x="247" y="1796"/>
                      <a:pt x="256" y="1786"/>
                      <a:pt x="255" y="1775"/>
                    </a:cubicBezTo>
                    <a:cubicBezTo>
                      <a:pt x="254" y="1764"/>
                      <a:pt x="256" y="1761"/>
                      <a:pt x="258" y="1748"/>
                    </a:cubicBezTo>
                    <a:cubicBezTo>
                      <a:pt x="260" y="1734"/>
                      <a:pt x="262" y="1724"/>
                      <a:pt x="257" y="1714"/>
                    </a:cubicBezTo>
                    <a:cubicBezTo>
                      <a:pt x="253" y="1705"/>
                      <a:pt x="253" y="1701"/>
                      <a:pt x="253" y="1691"/>
                    </a:cubicBezTo>
                    <a:cubicBezTo>
                      <a:pt x="253" y="1682"/>
                      <a:pt x="256" y="1667"/>
                      <a:pt x="250" y="1655"/>
                    </a:cubicBezTo>
                    <a:cubicBezTo>
                      <a:pt x="245" y="1643"/>
                      <a:pt x="238" y="1615"/>
                      <a:pt x="239" y="1584"/>
                    </a:cubicBezTo>
                    <a:cubicBezTo>
                      <a:pt x="240" y="1553"/>
                      <a:pt x="261" y="1379"/>
                      <a:pt x="253" y="1319"/>
                    </a:cubicBezTo>
                    <a:cubicBezTo>
                      <a:pt x="244" y="1259"/>
                      <a:pt x="247" y="1247"/>
                      <a:pt x="249" y="1227"/>
                    </a:cubicBezTo>
                    <a:cubicBezTo>
                      <a:pt x="251" y="1207"/>
                      <a:pt x="257" y="1174"/>
                      <a:pt x="252" y="1131"/>
                    </a:cubicBezTo>
                    <a:cubicBezTo>
                      <a:pt x="250" y="1114"/>
                      <a:pt x="251" y="1045"/>
                      <a:pt x="251" y="975"/>
                    </a:cubicBezTo>
                    <a:cubicBezTo>
                      <a:pt x="251" y="929"/>
                      <a:pt x="263" y="870"/>
                      <a:pt x="252" y="858"/>
                    </a:cubicBezTo>
                    <a:cubicBezTo>
                      <a:pt x="252" y="857"/>
                      <a:pt x="252" y="857"/>
                      <a:pt x="252" y="857"/>
                    </a:cubicBezTo>
                    <a:cubicBezTo>
                      <a:pt x="255" y="858"/>
                      <a:pt x="258" y="859"/>
                      <a:pt x="260" y="859"/>
                    </a:cubicBezTo>
                    <a:cubicBezTo>
                      <a:pt x="261" y="859"/>
                      <a:pt x="261" y="859"/>
                      <a:pt x="261" y="859"/>
                    </a:cubicBezTo>
                    <a:cubicBezTo>
                      <a:pt x="264" y="859"/>
                      <a:pt x="268" y="858"/>
                      <a:pt x="272" y="856"/>
                    </a:cubicBezTo>
                    <a:cubicBezTo>
                      <a:pt x="271" y="858"/>
                      <a:pt x="271" y="858"/>
                      <a:pt x="271" y="858"/>
                    </a:cubicBezTo>
                    <a:cubicBezTo>
                      <a:pt x="260" y="870"/>
                      <a:pt x="271" y="929"/>
                      <a:pt x="272" y="975"/>
                    </a:cubicBezTo>
                    <a:cubicBezTo>
                      <a:pt x="272" y="1045"/>
                      <a:pt x="273" y="1114"/>
                      <a:pt x="271" y="1131"/>
                    </a:cubicBezTo>
                    <a:cubicBezTo>
                      <a:pt x="266" y="1174"/>
                      <a:pt x="271" y="1207"/>
                      <a:pt x="274" y="1227"/>
                    </a:cubicBezTo>
                    <a:cubicBezTo>
                      <a:pt x="276" y="1247"/>
                      <a:pt x="279" y="1259"/>
                      <a:pt x="270" y="1319"/>
                    </a:cubicBezTo>
                    <a:cubicBezTo>
                      <a:pt x="261" y="1379"/>
                      <a:pt x="282" y="1553"/>
                      <a:pt x="283" y="1584"/>
                    </a:cubicBezTo>
                    <a:cubicBezTo>
                      <a:pt x="284" y="1615"/>
                      <a:pt x="278" y="1643"/>
                      <a:pt x="272" y="1655"/>
                    </a:cubicBezTo>
                    <a:cubicBezTo>
                      <a:pt x="267" y="1667"/>
                      <a:pt x="270" y="1682"/>
                      <a:pt x="270" y="1691"/>
                    </a:cubicBezTo>
                    <a:cubicBezTo>
                      <a:pt x="270" y="1701"/>
                      <a:pt x="270" y="1705"/>
                      <a:pt x="266" y="1714"/>
                    </a:cubicBezTo>
                    <a:cubicBezTo>
                      <a:pt x="261" y="1724"/>
                      <a:pt x="263" y="1734"/>
                      <a:pt x="265" y="1748"/>
                    </a:cubicBezTo>
                    <a:cubicBezTo>
                      <a:pt x="267" y="1761"/>
                      <a:pt x="269" y="1764"/>
                      <a:pt x="268" y="1775"/>
                    </a:cubicBezTo>
                    <a:cubicBezTo>
                      <a:pt x="267" y="1786"/>
                      <a:pt x="275" y="1792"/>
                      <a:pt x="283" y="1804"/>
                    </a:cubicBezTo>
                    <a:cubicBezTo>
                      <a:pt x="293" y="1819"/>
                      <a:pt x="303" y="1818"/>
                      <a:pt x="312" y="1810"/>
                    </a:cubicBezTo>
                    <a:cubicBezTo>
                      <a:pt x="317" y="1817"/>
                      <a:pt x="331" y="1817"/>
                      <a:pt x="336" y="1811"/>
                    </a:cubicBezTo>
                    <a:cubicBezTo>
                      <a:pt x="341" y="1816"/>
                      <a:pt x="359" y="1817"/>
                      <a:pt x="358" y="1806"/>
                    </a:cubicBezTo>
                    <a:cubicBezTo>
                      <a:pt x="361" y="1806"/>
                      <a:pt x="371" y="1801"/>
                      <a:pt x="368" y="1792"/>
                    </a:cubicBezTo>
                    <a:cubicBezTo>
                      <a:pt x="370" y="1788"/>
                      <a:pt x="372" y="1782"/>
                      <a:pt x="368" y="1776"/>
                    </a:cubicBezTo>
                    <a:cubicBezTo>
                      <a:pt x="363" y="1770"/>
                      <a:pt x="349" y="1743"/>
                      <a:pt x="341" y="1731"/>
                    </a:cubicBezTo>
                    <a:cubicBezTo>
                      <a:pt x="332" y="1711"/>
                      <a:pt x="332" y="1714"/>
                      <a:pt x="336" y="1694"/>
                    </a:cubicBezTo>
                    <a:cubicBezTo>
                      <a:pt x="339" y="1674"/>
                      <a:pt x="332" y="1670"/>
                      <a:pt x="340" y="1631"/>
                    </a:cubicBezTo>
                    <a:cubicBezTo>
                      <a:pt x="343" y="1613"/>
                      <a:pt x="347" y="1568"/>
                      <a:pt x="358" y="1491"/>
                    </a:cubicBezTo>
                    <a:cubicBezTo>
                      <a:pt x="370" y="1414"/>
                      <a:pt x="371" y="1292"/>
                      <a:pt x="373" y="1265"/>
                    </a:cubicBezTo>
                    <a:cubicBezTo>
                      <a:pt x="374" y="1238"/>
                      <a:pt x="382" y="1212"/>
                      <a:pt x="381" y="1165"/>
                    </a:cubicBezTo>
                    <a:cubicBezTo>
                      <a:pt x="379" y="1123"/>
                      <a:pt x="394" y="1047"/>
                      <a:pt x="406" y="991"/>
                    </a:cubicBezTo>
                    <a:cubicBezTo>
                      <a:pt x="419" y="928"/>
                      <a:pt x="439" y="909"/>
                      <a:pt x="444" y="853"/>
                    </a:cubicBezTo>
                    <a:cubicBezTo>
                      <a:pt x="452" y="773"/>
                      <a:pt x="469" y="730"/>
                      <a:pt x="461" y="686"/>
                    </a:cubicBezTo>
                    <a:cubicBezTo>
                      <a:pt x="452" y="630"/>
                      <a:pt x="442" y="583"/>
                      <a:pt x="432" y="563"/>
                    </a:cubicBezTo>
                    <a:cubicBezTo>
                      <a:pt x="422" y="542"/>
                      <a:pt x="408" y="513"/>
                      <a:pt x="409" y="488"/>
                    </a:cubicBezTo>
                    <a:cubicBezTo>
                      <a:pt x="410" y="471"/>
                      <a:pt x="409" y="448"/>
                      <a:pt x="411" y="412"/>
                    </a:cubicBezTo>
                    <a:cubicBezTo>
                      <a:pt x="407" y="381"/>
                      <a:pt x="407" y="381"/>
                      <a:pt x="407" y="381"/>
                    </a:cubicBezTo>
                    <a:cubicBezTo>
                      <a:pt x="411" y="410"/>
                      <a:pt x="424" y="476"/>
                      <a:pt x="426" y="488"/>
                    </a:cubicBezTo>
                    <a:cubicBezTo>
                      <a:pt x="428" y="500"/>
                      <a:pt x="422" y="561"/>
                      <a:pt x="441" y="630"/>
                    </a:cubicBezTo>
                    <a:cubicBezTo>
                      <a:pt x="450" y="663"/>
                      <a:pt x="468" y="781"/>
                      <a:pt x="465" y="797"/>
                    </a:cubicBezTo>
                    <a:cubicBezTo>
                      <a:pt x="465" y="804"/>
                      <a:pt x="463" y="815"/>
                      <a:pt x="459" y="827"/>
                    </a:cubicBezTo>
                    <a:cubicBezTo>
                      <a:pt x="454" y="845"/>
                      <a:pt x="454" y="871"/>
                      <a:pt x="455" y="879"/>
                    </a:cubicBezTo>
                    <a:cubicBezTo>
                      <a:pt x="453" y="890"/>
                      <a:pt x="449" y="913"/>
                      <a:pt x="454" y="915"/>
                    </a:cubicBezTo>
                    <a:cubicBezTo>
                      <a:pt x="452" y="919"/>
                      <a:pt x="451" y="919"/>
                      <a:pt x="452" y="923"/>
                    </a:cubicBezTo>
                    <a:cubicBezTo>
                      <a:pt x="450" y="927"/>
                      <a:pt x="450" y="928"/>
                      <a:pt x="451" y="930"/>
                    </a:cubicBezTo>
                    <a:cubicBezTo>
                      <a:pt x="453" y="937"/>
                      <a:pt x="463" y="930"/>
                      <a:pt x="459" y="932"/>
                    </a:cubicBezTo>
                    <a:cubicBezTo>
                      <a:pt x="454" y="936"/>
                      <a:pt x="449" y="941"/>
                      <a:pt x="452" y="949"/>
                    </a:cubicBezTo>
                    <a:cubicBezTo>
                      <a:pt x="453" y="952"/>
                      <a:pt x="467" y="944"/>
                      <a:pt x="474" y="941"/>
                    </a:cubicBezTo>
                    <a:cubicBezTo>
                      <a:pt x="484" y="937"/>
                      <a:pt x="497" y="930"/>
                      <a:pt x="501" y="924"/>
                    </a:cubicBezTo>
                    <a:cubicBezTo>
                      <a:pt x="504" y="918"/>
                      <a:pt x="511" y="907"/>
                      <a:pt x="513" y="902"/>
                    </a:cubicBezTo>
                    <a:cubicBezTo>
                      <a:pt x="516" y="895"/>
                      <a:pt x="515" y="891"/>
                      <a:pt x="517" y="886"/>
                    </a:cubicBezTo>
                    <a:cubicBezTo>
                      <a:pt x="519" y="882"/>
                      <a:pt x="523" y="876"/>
                      <a:pt x="521" y="871"/>
                    </a:cubicBezTo>
                  </a:path>
                </a:pathLst>
              </a:custGeom>
              <a:solidFill>
                <a:srgbClr val="A961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592" name="Freeform 229">
                <a:extLst>
                  <a:ext uri="{FF2B5EF4-FFF2-40B4-BE49-F238E27FC236}">
                    <a16:creationId xmlns:a16="http://schemas.microsoft.com/office/drawing/2014/main" id="{6E46F843-F71D-4EA7-A499-DE8C4DDD2F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5" y="2291"/>
                <a:ext cx="121" cy="340"/>
              </a:xfrm>
              <a:custGeom>
                <a:avLst/>
                <a:gdLst>
                  <a:gd name="T0" fmla="*/ 54 w 74"/>
                  <a:gd name="T1" fmla="*/ 0 h 209"/>
                  <a:gd name="T2" fmla="*/ 70 w 74"/>
                  <a:gd name="T3" fmla="*/ 233 h 209"/>
                  <a:gd name="T4" fmla="*/ 43 w 74"/>
                  <a:gd name="T5" fmla="*/ 363 h 209"/>
                  <a:gd name="T6" fmla="*/ 26 w 74"/>
                  <a:gd name="T7" fmla="*/ 586 h 209"/>
                  <a:gd name="T8" fmla="*/ 21 w 74"/>
                  <a:gd name="T9" fmla="*/ 742 h 209"/>
                  <a:gd name="T10" fmla="*/ 13 w 74"/>
                  <a:gd name="T11" fmla="*/ 776 h 209"/>
                  <a:gd name="T12" fmla="*/ 8 w 74"/>
                  <a:gd name="T13" fmla="*/ 805 h 209"/>
                  <a:gd name="T14" fmla="*/ 43 w 74"/>
                  <a:gd name="T15" fmla="*/ 812 h 209"/>
                  <a:gd name="T16" fmla="*/ 13 w 74"/>
                  <a:gd name="T17" fmla="*/ 887 h 209"/>
                  <a:gd name="T18" fmla="*/ 110 w 74"/>
                  <a:gd name="T19" fmla="*/ 852 h 209"/>
                  <a:gd name="T20" fmla="*/ 227 w 74"/>
                  <a:gd name="T21" fmla="*/ 778 h 209"/>
                  <a:gd name="T22" fmla="*/ 281 w 74"/>
                  <a:gd name="T23" fmla="*/ 685 h 209"/>
                  <a:gd name="T24" fmla="*/ 298 w 74"/>
                  <a:gd name="T25" fmla="*/ 617 h 209"/>
                  <a:gd name="T26" fmla="*/ 316 w 74"/>
                  <a:gd name="T27" fmla="*/ 550 h 20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74" h="209">
                    <a:moveTo>
                      <a:pt x="12" y="0"/>
                    </a:moveTo>
                    <a:cubicBezTo>
                      <a:pt x="15" y="26"/>
                      <a:pt x="17" y="48"/>
                      <a:pt x="16" y="54"/>
                    </a:cubicBezTo>
                    <a:cubicBezTo>
                      <a:pt x="16" y="61"/>
                      <a:pt x="14" y="72"/>
                      <a:pt x="10" y="84"/>
                    </a:cubicBezTo>
                    <a:cubicBezTo>
                      <a:pt x="5" y="102"/>
                      <a:pt x="5" y="128"/>
                      <a:pt x="6" y="136"/>
                    </a:cubicBezTo>
                    <a:cubicBezTo>
                      <a:pt x="4" y="147"/>
                      <a:pt x="0" y="170"/>
                      <a:pt x="5" y="172"/>
                    </a:cubicBezTo>
                    <a:cubicBezTo>
                      <a:pt x="3" y="176"/>
                      <a:pt x="2" y="176"/>
                      <a:pt x="3" y="180"/>
                    </a:cubicBezTo>
                    <a:cubicBezTo>
                      <a:pt x="1" y="184"/>
                      <a:pt x="1" y="185"/>
                      <a:pt x="2" y="187"/>
                    </a:cubicBezTo>
                    <a:cubicBezTo>
                      <a:pt x="4" y="194"/>
                      <a:pt x="14" y="187"/>
                      <a:pt x="10" y="189"/>
                    </a:cubicBezTo>
                    <a:cubicBezTo>
                      <a:pt x="5" y="193"/>
                      <a:pt x="0" y="198"/>
                      <a:pt x="3" y="206"/>
                    </a:cubicBezTo>
                    <a:cubicBezTo>
                      <a:pt x="4" y="209"/>
                      <a:pt x="18" y="201"/>
                      <a:pt x="25" y="198"/>
                    </a:cubicBezTo>
                    <a:cubicBezTo>
                      <a:pt x="35" y="194"/>
                      <a:pt x="48" y="187"/>
                      <a:pt x="52" y="181"/>
                    </a:cubicBezTo>
                    <a:cubicBezTo>
                      <a:pt x="55" y="175"/>
                      <a:pt x="62" y="164"/>
                      <a:pt x="64" y="159"/>
                    </a:cubicBezTo>
                    <a:cubicBezTo>
                      <a:pt x="67" y="152"/>
                      <a:pt x="66" y="148"/>
                      <a:pt x="68" y="143"/>
                    </a:cubicBezTo>
                    <a:cubicBezTo>
                      <a:pt x="70" y="139"/>
                      <a:pt x="74" y="133"/>
                      <a:pt x="72" y="128"/>
                    </a:cubicBezTo>
                  </a:path>
                </a:pathLst>
              </a:custGeom>
              <a:noFill/>
              <a:ln w="1588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593" name="Freeform 230">
                <a:extLst>
                  <a:ext uri="{FF2B5EF4-FFF2-40B4-BE49-F238E27FC236}">
                    <a16:creationId xmlns:a16="http://schemas.microsoft.com/office/drawing/2014/main" id="{23C944A6-EFA6-4800-A0E6-FE27D9DEA4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7" y="1702"/>
                <a:ext cx="34" cy="282"/>
              </a:xfrm>
              <a:custGeom>
                <a:avLst/>
                <a:gdLst>
                  <a:gd name="T0" fmla="*/ 89 w 21"/>
                  <a:gd name="T1" fmla="*/ 750 h 173"/>
                  <a:gd name="T2" fmla="*/ 8 w 21"/>
                  <a:gd name="T3" fmla="*/ 463 h 173"/>
                  <a:gd name="T4" fmla="*/ 16 w 21"/>
                  <a:gd name="T5" fmla="*/ 135 h 173"/>
                  <a:gd name="T6" fmla="*/ 0 w 21"/>
                  <a:gd name="T7" fmla="*/ 0 h 173"/>
                  <a:gd name="T8" fmla="*/ 81 w 21"/>
                  <a:gd name="T9" fmla="*/ 463 h 173"/>
                  <a:gd name="T10" fmla="*/ 89 w 21"/>
                  <a:gd name="T11" fmla="*/ 750 h 17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1" h="173">
                    <a:moveTo>
                      <a:pt x="21" y="173"/>
                    </a:moveTo>
                    <a:cubicBezTo>
                      <a:pt x="12" y="154"/>
                      <a:pt x="1" y="129"/>
                      <a:pt x="2" y="107"/>
                    </a:cubicBezTo>
                    <a:cubicBezTo>
                      <a:pt x="3" y="90"/>
                      <a:pt x="2" y="67"/>
                      <a:pt x="4" y="3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4" y="29"/>
                      <a:pt x="17" y="95"/>
                      <a:pt x="19" y="107"/>
                    </a:cubicBezTo>
                    <a:cubicBezTo>
                      <a:pt x="20" y="115"/>
                      <a:pt x="18" y="140"/>
                      <a:pt x="21" y="173"/>
                    </a:cubicBezTo>
                  </a:path>
                </a:pathLst>
              </a:custGeom>
              <a:noFill/>
              <a:ln w="1588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594" name="Freeform 231">
                <a:extLst>
                  <a:ext uri="{FF2B5EF4-FFF2-40B4-BE49-F238E27FC236}">
                    <a16:creationId xmlns:a16="http://schemas.microsoft.com/office/drawing/2014/main" id="{F014219A-939B-4F3B-A48D-F845588B8B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8" y="1984"/>
                <a:ext cx="660" cy="2059"/>
              </a:xfrm>
              <a:custGeom>
                <a:avLst/>
                <a:gdLst>
                  <a:gd name="T0" fmla="*/ 0 w 404"/>
                  <a:gd name="T1" fmla="*/ 727 h 1266"/>
                  <a:gd name="T2" fmla="*/ 83 w 404"/>
                  <a:gd name="T3" fmla="*/ 1283 h 1266"/>
                  <a:gd name="T4" fmla="*/ 235 w 404"/>
                  <a:gd name="T5" fmla="*/ 1963 h 1266"/>
                  <a:gd name="T6" fmla="*/ 345 w 404"/>
                  <a:gd name="T7" fmla="*/ 2677 h 1266"/>
                  <a:gd name="T8" fmla="*/ 371 w 404"/>
                  <a:gd name="T9" fmla="*/ 3058 h 1266"/>
                  <a:gd name="T10" fmla="*/ 435 w 404"/>
                  <a:gd name="T11" fmla="*/ 4012 h 1266"/>
                  <a:gd name="T12" fmla="*/ 515 w 404"/>
                  <a:gd name="T13" fmla="*/ 4634 h 1266"/>
                  <a:gd name="T14" fmla="*/ 531 w 404"/>
                  <a:gd name="T15" fmla="*/ 4904 h 1266"/>
                  <a:gd name="T16" fmla="*/ 506 w 404"/>
                  <a:gd name="T17" fmla="*/ 5063 h 1266"/>
                  <a:gd name="T18" fmla="*/ 392 w 404"/>
                  <a:gd name="T19" fmla="*/ 5256 h 1266"/>
                  <a:gd name="T20" fmla="*/ 392 w 404"/>
                  <a:gd name="T21" fmla="*/ 5325 h 1266"/>
                  <a:gd name="T22" fmla="*/ 435 w 404"/>
                  <a:gd name="T23" fmla="*/ 5385 h 1266"/>
                  <a:gd name="T24" fmla="*/ 528 w 404"/>
                  <a:gd name="T25" fmla="*/ 5406 h 1266"/>
                  <a:gd name="T26" fmla="*/ 637 w 404"/>
                  <a:gd name="T27" fmla="*/ 5404 h 1266"/>
                  <a:gd name="T28" fmla="*/ 758 w 404"/>
                  <a:gd name="T29" fmla="*/ 5406 h 1266"/>
                  <a:gd name="T30" fmla="*/ 827 w 404"/>
                  <a:gd name="T31" fmla="*/ 5253 h 1266"/>
                  <a:gd name="T32" fmla="*/ 841 w 404"/>
                  <a:gd name="T33" fmla="*/ 5136 h 1266"/>
                  <a:gd name="T34" fmla="*/ 838 w 404"/>
                  <a:gd name="T35" fmla="*/ 4991 h 1266"/>
                  <a:gd name="T36" fmla="*/ 820 w 404"/>
                  <a:gd name="T37" fmla="*/ 4891 h 1266"/>
                  <a:gd name="T38" fmla="*/ 805 w 404"/>
                  <a:gd name="T39" fmla="*/ 4738 h 1266"/>
                  <a:gd name="T40" fmla="*/ 758 w 404"/>
                  <a:gd name="T41" fmla="*/ 4430 h 1266"/>
                  <a:gd name="T42" fmla="*/ 820 w 404"/>
                  <a:gd name="T43" fmla="*/ 3290 h 1266"/>
                  <a:gd name="T44" fmla="*/ 804 w 404"/>
                  <a:gd name="T45" fmla="*/ 2897 h 1266"/>
                  <a:gd name="T46" fmla="*/ 814 w 404"/>
                  <a:gd name="T47" fmla="*/ 2482 h 1266"/>
                  <a:gd name="T48" fmla="*/ 812 w 404"/>
                  <a:gd name="T49" fmla="*/ 1812 h 1266"/>
                  <a:gd name="T50" fmla="*/ 814 w 404"/>
                  <a:gd name="T51" fmla="*/ 1306 h 1266"/>
                  <a:gd name="T52" fmla="*/ 814 w 404"/>
                  <a:gd name="T53" fmla="*/ 1304 h 1266"/>
                  <a:gd name="T54" fmla="*/ 851 w 404"/>
                  <a:gd name="T55" fmla="*/ 1312 h 1266"/>
                  <a:gd name="T56" fmla="*/ 854 w 404"/>
                  <a:gd name="T57" fmla="*/ 1312 h 1266"/>
                  <a:gd name="T58" fmla="*/ 902 w 404"/>
                  <a:gd name="T59" fmla="*/ 1299 h 1266"/>
                  <a:gd name="T60" fmla="*/ 900 w 404"/>
                  <a:gd name="T61" fmla="*/ 1306 h 1266"/>
                  <a:gd name="T62" fmla="*/ 902 w 404"/>
                  <a:gd name="T63" fmla="*/ 1812 h 1266"/>
                  <a:gd name="T64" fmla="*/ 900 w 404"/>
                  <a:gd name="T65" fmla="*/ 2482 h 1266"/>
                  <a:gd name="T66" fmla="*/ 910 w 404"/>
                  <a:gd name="T67" fmla="*/ 2897 h 1266"/>
                  <a:gd name="T68" fmla="*/ 894 w 404"/>
                  <a:gd name="T69" fmla="*/ 3290 h 1266"/>
                  <a:gd name="T70" fmla="*/ 951 w 404"/>
                  <a:gd name="T71" fmla="*/ 4430 h 1266"/>
                  <a:gd name="T72" fmla="*/ 902 w 404"/>
                  <a:gd name="T73" fmla="*/ 4738 h 1266"/>
                  <a:gd name="T74" fmla="*/ 894 w 404"/>
                  <a:gd name="T75" fmla="*/ 4891 h 1266"/>
                  <a:gd name="T76" fmla="*/ 876 w 404"/>
                  <a:gd name="T77" fmla="*/ 4991 h 1266"/>
                  <a:gd name="T78" fmla="*/ 872 w 404"/>
                  <a:gd name="T79" fmla="*/ 5136 h 1266"/>
                  <a:gd name="T80" fmla="*/ 885 w 404"/>
                  <a:gd name="T81" fmla="*/ 5253 h 1266"/>
                  <a:gd name="T82" fmla="*/ 951 w 404"/>
                  <a:gd name="T83" fmla="*/ 5377 h 1266"/>
                  <a:gd name="T84" fmla="*/ 1078 w 404"/>
                  <a:gd name="T85" fmla="*/ 5404 h 1266"/>
                  <a:gd name="T86" fmla="*/ 1183 w 404"/>
                  <a:gd name="T87" fmla="*/ 5406 h 1266"/>
                  <a:gd name="T88" fmla="*/ 1279 w 404"/>
                  <a:gd name="T89" fmla="*/ 5385 h 1266"/>
                  <a:gd name="T90" fmla="*/ 1322 w 404"/>
                  <a:gd name="T91" fmla="*/ 5325 h 1266"/>
                  <a:gd name="T92" fmla="*/ 1322 w 404"/>
                  <a:gd name="T93" fmla="*/ 5256 h 1266"/>
                  <a:gd name="T94" fmla="*/ 1204 w 404"/>
                  <a:gd name="T95" fmla="*/ 5063 h 1266"/>
                  <a:gd name="T96" fmla="*/ 1183 w 404"/>
                  <a:gd name="T97" fmla="*/ 4904 h 1266"/>
                  <a:gd name="T98" fmla="*/ 1199 w 404"/>
                  <a:gd name="T99" fmla="*/ 4634 h 1266"/>
                  <a:gd name="T100" fmla="*/ 1279 w 404"/>
                  <a:gd name="T101" fmla="*/ 4032 h 1266"/>
                  <a:gd name="T102" fmla="*/ 1343 w 404"/>
                  <a:gd name="T103" fmla="*/ 3058 h 1266"/>
                  <a:gd name="T104" fmla="*/ 1377 w 404"/>
                  <a:gd name="T105" fmla="*/ 2630 h 1266"/>
                  <a:gd name="T106" fmla="*/ 1487 w 404"/>
                  <a:gd name="T107" fmla="*/ 1880 h 1266"/>
                  <a:gd name="T108" fmla="*/ 1652 w 404"/>
                  <a:gd name="T109" fmla="*/ 1285 h 1266"/>
                  <a:gd name="T110" fmla="*/ 1727 w 404"/>
                  <a:gd name="T111" fmla="*/ 569 h 1266"/>
                  <a:gd name="T112" fmla="*/ 1601 w 404"/>
                  <a:gd name="T113" fmla="*/ 39 h 1266"/>
                  <a:gd name="T114" fmla="*/ 1583 w 404"/>
                  <a:gd name="T115" fmla="*/ 0 h 126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</a:gdLst>
                <a:ahLst/>
                <a:cxnLst>
                  <a:cxn ang="T116">
                    <a:pos x="T0" y="T1"/>
                  </a:cxn>
                  <a:cxn ang="T117">
                    <a:pos x="T2" y="T3"/>
                  </a:cxn>
                  <a:cxn ang="T118">
                    <a:pos x="T4" y="T5"/>
                  </a:cxn>
                  <a:cxn ang="T119">
                    <a:pos x="T6" y="T7"/>
                  </a:cxn>
                  <a:cxn ang="T120">
                    <a:pos x="T8" y="T9"/>
                  </a:cxn>
                  <a:cxn ang="T121">
                    <a:pos x="T10" y="T11"/>
                  </a:cxn>
                  <a:cxn ang="T122">
                    <a:pos x="T12" y="T13"/>
                  </a:cxn>
                  <a:cxn ang="T123">
                    <a:pos x="T14" y="T15"/>
                  </a:cxn>
                  <a:cxn ang="T124">
                    <a:pos x="T16" y="T17"/>
                  </a:cxn>
                  <a:cxn ang="T125">
                    <a:pos x="T18" y="T19"/>
                  </a:cxn>
                  <a:cxn ang="T126">
                    <a:pos x="T20" y="T21"/>
                  </a:cxn>
                  <a:cxn ang="T127">
                    <a:pos x="T22" y="T23"/>
                  </a:cxn>
                  <a:cxn ang="T128">
                    <a:pos x="T24" y="T25"/>
                  </a:cxn>
                  <a:cxn ang="T129">
                    <a:pos x="T26" y="T27"/>
                  </a:cxn>
                  <a:cxn ang="T130">
                    <a:pos x="T28" y="T29"/>
                  </a:cxn>
                  <a:cxn ang="T131">
                    <a:pos x="T30" y="T31"/>
                  </a:cxn>
                  <a:cxn ang="T132">
                    <a:pos x="T32" y="T33"/>
                  </a:cxn>
                  <a:cxn ang="T133">
                    <a:pos x="T34" y="T35"/>
                  </a:cxn>
                  <a:cxn ang="T134">
                    <a:pos x="T36" y="T37"/>
                  </a:cxn>
                  <a:cxn ang="T135">
                    <a:pos x="T38" y="T39"/>
                  </a:cxn>
                  <a:cxn ang="T136">
                    <a:pos x="T40" y="T41"/>
                  </a:cxn>
                  <a:cxn ang="T137">
                    <a:pos x="T42" y="T43"/>
                  </a:cxn>
                  <a:cxn ang="T138">
                    <a:pos x="T44" y="T45"/>
                  </a:cxn>
                  <a:cxn ang="T139">
                    <a:pos x="T46" y="T47"/>
                  </a:cxn>
                  <a:cxn ang="T140">
                    <a:pos x="T48" y="T49"/>
                  </a:cxn>
                  <a:cxn ang="T141">
                    <a:pos x="T50" y="T51"/>
                  </a:cxn>
                  <a:cxn ang="T142">
                    <a:pos x="T52" y="T53"/>
                  </a:cxn>
                  <a:cxn ang="T143">
                    <a:pos x="T54" y="T55"/>
                  </a:cxn>
                  <a:cxn ang="T144">
                    <a:pos x="T56" y="T57"/>
                  </a:cxn>
                  <a:cxn ang="T145">
                    <a:pos x="T58" y="T59"/>
                  </a:cxn>
                  <a:cxn ang="T146">
                    <a:pos x="T60" y="T61"/>
                  </a:cxn>
                  <a:cxn ang="T147">
                    <a:pos x="T62" y="T63"/>
                  </a:cxn>
                  <a:cxn ang="T148">
                    <a:pos x="T64" y="T65"/>
                  </a:cxn>
                  <a:cxn ang="T149">
                    <a:pos x="T66" y="T67"/>
                  </a:cxn>
                  <a:cxn ang="T150">
                    <a:pos x="T68" y="T69"/>
                  </a:cxn>
                  <a:cxn ang="T151">
                    <a:pos x="T70" y="T71"/>
                  </a:cxn>
                  <a:cxn ang="T152">
                    <a:pos x="T72" y="T73"/>
                  </a:cxn>
                  <a:cxn ang="T153">
                    <a:pos x="T74" y="T75"/>
                  </a:cxn>
                  <a:cxn ang="T154">
                    <a:pos x="T76" y="T77"/>
                  </a:cxn>
                  <a:cxn ang="T155">
                    <a:pos x="T78" y="T79"/>
                  </a:cxn>
                  <a:cxn ang="T156">
                    <a:pos x="T80" y="T81"/>
                  </a:cxn>
                  <a:cxn ang="T157">
                    <a:pos x="T82" y="T83"/>
                  </a:cxn>
                  <a:cxn ang="T158">
                    <a:pos x="T84" y="T85"/>
                  </a:cxn>
                  <a:cxn ang="T159">
                    <a:pos x="T86" y="T87"/>
                  </a:cxn>
                  <a:cxn ang="T160">
                    <a:pos x="T88" y="T89"/>
                  </a:cxn>
                  <a:cxn ang="T161">
                    <a:pos x="T90" y="T91"/>
                  </a:cxn>
                  <a:cxn ang="T162">
                    <a:pos x="T92" y="T93"/>
                  </a:cxn>
                  <a:cxn ang="T163">
                    <a:pos x="T94" y="T95"/>
                  </a:cxn>
                  <a:cxn ang="T164">
                    <a:pos x="T96" y="T97"/>
                  </a:cxn>
                  <a:cxn ang="T165">
                    <a:pos x="T98" y="T99"/>
                  </a:cxn>
                  <a:cxn ang="T166">
                    <a:pos x="T100" y="T101"/>
                  </a:cxn>
                  <a:cxn ang="T167">
                    <a:pos x="T102" y="T103"/>
                  </a:cxn>
                  <a:cxn ang="T168">
                    <a:pos x="T104" y="T105"/>
                  </a:cxn>
                  <a:cxn ang="T169">
                    <a:pos x="T106" y="T107"/>
                  </a:cxn>
                  <a:cxn ang="T170">
                    <a:pos x="T108" y="T109"/>
                  </a:cxn>
                  <a:cxn ang="T171">
                    <a:pos x="T110" y="T111"/>
                  </a:cxn>
                  <a:cxn ang="T172">
                    <a:pos x="T112" y="T113"/>
                  </a:cxn>
                  <a:cxn ang="T173">
                    <a:pos x="T114" y="T115"/>
                  </a:cxn>
                </a:cxnLst>
                <a:rect l="0" t="0" r="r" b="b"/>
                <a:pathLst>
                  <a:path w="404" h="1266">
                    <a:moveTo>
                      <a:pt x="0" y="169"/>
                    </a:moveTo>
                    <a:cubicBezTo>
                      <a:pt x="2" y="202"/>
                      <a:pt x="13" y="238"/>
                      <a:pt x="19" y="298"/>
                    </a:cubicBezTo>
                    <a:cubicBezTo>
                      <a:pt x="24" y="354"/>
                      <a:pt x="41" y="393"/>
                      <a:pt x="54" y="456"/>
                    </a:cubicBezTo>
                    <a:cubicBezTo>
                      <a:pt x="66" y="512"/>
                      <a:pt x="81" y="577"/>
                      <a:pt x="79" y="622"/>
                    </a:cubicBezTo>
                    <a:cubicBezTo>
                      <a:pt x="77" y="663"/>
                      <a:pt x="79" y="682"/>
                      <a:pt x="85" y="711"/>
                    </a:cubicBezTo>
                    <a:cubicBezTo>
                      <a:pt x="91" y="737"/>
                      <a:pt x="88" y="858"/>
                      <a:pt x="100" y="933"/>
                    </a:cubicBezTo>
                    <a:cubicBezTo>
                      <a:pt x="112" y="1008"/>
                      <a:pt x="114" y="1059"/>
                      <a:pt x="118" y="1077"/>
                    </a:cubicBezTo>
                    <a:cubicBezTo>
                      <a:pt x="126" y="1116"/>
                      <a:pt x="119" y="1120"/>
                      <a:pt x="122" y="1140"/>
                    </a:cubicBezTo>
                    <a:cubicBezTo>
                      <a:pt x="125" y="1160"/>
                      <a:pt x="126" y="1157"/>
                      <a:pt x="116" y="1177"/>
                    </a:cubicBezTo>
                    <a:cubicBezTo>
                      <a:pt x="108" y="1189"/>
                      <a:pt x="95" y="1216"/>
                      <a:pt x="90" y="1222"/>
                    </a:cubicBezTo>
                    <a:cubicBezTo>
                      <a:pt x="86" y="1228"/>
                      <a:pt x="88" y="1234"/>
                      <a:pt x="90" y="1238"/>
                    </a:cubicBezTo>
                    <a:cubicBezTo>
                      <a:pt x="87" y="1247"/>
                      <a:pt x="97" y="1252"/>
                      <a:pt x="100" y="1252"/>
                    </a:cubicBezTo>
                    <a:cubicBezTo>
                      <a:pt x="99" y="1263"/>
                      <a:pt x="117" y="1262"/>
                      <a:pt x="121" y="1257"/>
                    </a:cubicBezTo>
                    <a:cubicBezTo>
                      <a:pt x="127" y="1263"/>
                      <a:pt x="140" y="1263"/>
                      <a:pt x="146" y="1256"/>
                    </a:cubicBezTo>
                    <a:cubicBezTo>
                      <a:pt x="155" y="1264"/>
                      <a:pt x="169" y="1266"/>
                      <a:pt x="174" y="1257"/>
                    </a:cubicBezTo>
                    <a:cubicBezTo>
                      <a:pt x="182" y="1242"/>
                      <a:pt x="191" y="1232"/>
                      <a:pt x="190" y="1221"/>
                    </a:cubicBezTo>
                    <a:cubicBezTo>
                      <a:pt x="189" y="1210"/>
                      <a:pt x="191" y="1207"/>
                      <a:pt x="193" y="1194"/>
                    </a:cubicBezTo>
                    <a:cubicBezTo>
                      <a:pt x="195" y="1180"/>
                      <a:pt x="197" y="1170"/>
                      <a:pt x="192" y="1160"/>
                    </a:cubicBezTo>
                    <a:cubicBezTo>
                      <a:pt x="188" y="1151"/>
                      <a:pt x="188" y="1147"/>
                      <a:pt x="188" y="1137"/>
                    </a:cubicBezTo>
                    <a:cubicBezTo>
                      <a:pt x="188" y="1128"/>
                      <a:pt x="191" y="1113"/>
                      <a:pt x="185" y="1101"/>
                    </a:cubicBezTo>
                    <a:cubicBezTo>
                      <a:pt x="180" y="1089"/>
                      <a:pt x="173" y="1061"/>
                      <a:pt x="174" y="1030"/>
                    </a:cubicBezTo>
                    <a:cubicBezTo>
                      <a:pt x="175" y="999"/>
                      <a:pt x="196" y="825"/>
                      <a:pt x="188" y="765"/>
                    </a:cubicBezTo>
                    <a:cubicBezTo>
                      <a:pt x="179" y="705"/>
                      <a:pt x="182" y="693"/>
                      <a:pt x="184" y="673"/>
                    </a:cubicBezTo>
                    <a:cubicBezTo>
                      <a:pt x="186" y="653"/>
                      <a:pt x="192" y="620"/>
                      <a:pt x="187" y="577"/>
                    </a:cubicBezTo>
                    <a:cubicBezTo>
                      <a:pt x="185" y="560"/>
                      <a:pt x="186" y="491"/>
                      <a:pt x="186" y="421"/>
                    </a:cubicBezTo>
                    <a:cubicBezTo>
                      <a:pt x="186" y="375"/>
                      <a:pt x="198" y="316"/>
                      <a:pt x="187" y="304"/>
                    </a:cubicBezTo>
                    <a:cubicBezTo>
                      <a:pt x="187" y="303"/>
                      <a:pt x="187" y="303"/>
                      <a:pt x="187" y="303"/>
                    </a:cubicBezTo>
                    <a:cubicBezTo>
                      <a:pt x="190" y="304"/>
                      <a:pt x="193" y="305"/>
                      <a:pt x="195" y="305"/>
                    </a:cubicBezTo>
                    <a:cubicBezTo>
                      <a:pt x="196" y="305"/>
                      <a:pt x="196" y="305"/>
                      <a:pt x="196" y="305"/>
                    </a:cubicBezTo>
                    <a:cubicBezTo>
                      <a:pt x="199" y="305"/>
                      <a:pt x="203" y="304"/>
                      <a:pt x="207" y="302"/>
                    </a:cubicBezTo>
                    <a:cubicBezTo>
                      <a:pt x="206" y="304"/>
                      <a:pt x="206" y="304"/>
                      <a:pt x="206" y="304"/>
                    </a:cubicBezTo>
                    <a:cubicBezTo>
                      <a:pt x="195" y="316"/>
                      <a:pt x="206" y="375"/>
                      <a:pt x="207" y="421"/>
                    </a:cubicBezTo>
                    <a:cubicBezTo>
                      <a:pt x="207" y="491"/>
                      <a:pt x="208" y="560"/>
                      <a:pt x="206" y="577"/>
                    </a:cubicBezTo>
                    <a:cubicBezTo>
                      <a:pt x="201" y="620"/>
                      <a:pt x="206" y="653"/>
                      <a:pt x="209" y="673"/>
                    </a:cubicBezTo>
                    <a:cubicBezTo>
                      <a:pt x="211" y="693"/>
                      <a:pt x="214" y="705"/>
                      <a:pt x="205" y="765"/>
                    </a:cubicBezTo>
                    <a:cubicBezTo>
                      <a:pt x="196" y="825"/>
                      <a:pt x="217" y="999"/>
                      <a:pt x="218" y="1030"/>
                    </a:cubicBezTo>
                    <a:cubicBezTo>
                      <a:pt x="219" y="1061"/>
                      <a:pt x="213" y="1089"/>
                      <a:pt x="207" y="1101"/>
                    </a:cubicBezTo>
                    <a:cubicBezTo>
                      <a:pt x="202" y="1113"/>
                      <a:pt x="205" y="1128"/>
                      <a:pt x="205" y="1137"/>
                    </a:cubicBezTo>
                    <a:cubicBezTo>
                      <a:pt x="205" y="1147"/>
                      <a:pt x="205" y="1151"/>
                      <a:pt x="201" y="1160"/>
                    </a:cubicBezTo>
                    <a:cubicBezTo>
                      <a:pt x="196" y="1170"/>
                      <a:pt x="198" y="1180"/>
                      <a:pt x="200" y="1194"/>
                    </a:cubicBezTo>
                    <a:cubicBezTo>
                      <a:pt x="202" y="1207"/>
                      <a:pt x="204" y="1210"/>
                      <a:pt x="203" y="1221"/>
                    </a:cubicBezTo>
                    <a:cubicBezTo>
                      <a:pt x="202" y="1232"/>
                      <a:pt x="210" y="1238"/>
                      <a:pt x="218" y="1250"/>
                    </a:cubicBezTo>
                    <a:cubicBezTo>
                      <a:pt x="228" y="1265"/>
                      <a:pt x="238" y="1264"/>
                      <a:pt x="247" y="1256"/>
                    </a:cubicBezTo>
                    <a:cubicBezTo>
                      <a:pt x="252" y="1263"/>
                      <a:pt x="266" y="1263"/>
                      <a:pt x="271" y="1257"/>
                    </a:cubicBezTo>
                    <a:cubicBezTo>
                      <a:pt x="276" y="1262"/>
                      <a:pt x="294" y="1263"/>
                      <a:pt x="293" y="1252"/>
                    </a:cubicBezTo>
                    <a:cubicBezTo>
                      <a:pt x="296" y="1252"/>
                      <a:pt x="306" y="1247"/>
                      <a:pt x="303" y="1238"/>
                    </a:cubicBezTo>
                    <a:cubicBezTo>
                      <a:pt x="305" y="1234"/>
                      <a:pt x="307" y="1228"/>
                      <a:pt x="303" y="1222"/>
                    </a:cubicBezTo>
                    <a:cubicBezTo>
                      <a:pt x="298" y="1216"/>
                      <a:pt x="284" y="1189"/>
                      <a:pt x="276" y="1177"/>
                    </a:cubicBezTo>
                    <a:cubicBezTo>
                      <a:pt x="267" y="1157"/>
                      <a:pt x="267" y="1160"/>
                      <a:pt x="271" y="1140"/>
                    </a:cubicBezTo>
                    <a:cubicBezTo>
                      <a:pt x="274" y="1120"/>
                      <a:pt x="267" y="1116"/>
                      <a:pt x="275" y="1077"/>
                    </a:cubicBezTo>
                    <a:cubicBezTo>
                      <a:pt x="278" y="1059"/>
                      <a:pt x="282" y="1014"/>
                      <a:pt x="293" y="937"/>
                    </a:cubicBezTo>
                    <a:cubicBezTo>
                      <a:pt x="305" y="860"/>
                      <a:pt x="306" y="738"/>
                      <a:pt x="308" y="711"/>
                    </a:cubicBezTo>
                    <a:cubicBezTo>
                      <a:pt x="309" y="684"/>
                      <a:pt x="317" y="658"/>
                      <a:pt x="316" y="611"/>
                    </a:cubicBezTo>
                    <a:cubicBezTo>
                      <a:pt x="314" y="569"/>
                      <a:pt x="329" y="493"/>
                      <a:pt x="341" y="437"/>
                    </a:cubicBezTo>
                    <a:cubicBezTo>
                      <a:pt x="354" y="374"/>
                      <a:pt x="374" y="355"/>
                      <a:pt x="379" y="299"/>
                    </a:cubicBezTo>
                    <a:cubicBezTo>
                      <a:pt x="387" y="219"/>
                      <a:pt x="404" y="176"/>
                      <a:pt x="396" y="132"/>
                    </a:cubicBezTo>
                    <a:cubicBezTo>
                      <a:pt x="387" y="76"/>
                      <a:pt x="377" y="29"/>
                      <a:pt x="367" y="9"/>
                    </a:cubicBezTo>
                    <a:cubicBezTo>
                      <a:pt x="366" y="6"/>
                      <a:pt x="364" y="3"/>
                      <a:pt x="363" y="0"/>
                    </a:cubicBezTo>
                  </a:path>
                </a:pathLst>
              </a:custGeom>
              <a:noFill/>
              <a:ln w="1588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595" name="Freeform 232">
                <a:extLst>
                  <a:ext uri="{FF2B5EF4-FFF2-40B4-BE49-F238E27FC236}">
                    <a16:creationId xmlns:a16="http://schemas.microsoft.com/office/drawing/2014/main" id="{4918B71A-3170-483E-A061-C42008A2A8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7" y="1704"/>
                <a:ext cx="36" cy="280"/>
              </a:xfrm>
              <a:custGeom>
                <a:avLst/>
                <a:gdLst>
                  <a:gd name="T0" fmla="*/ 0 w 22"/>
                  <a:gd name="T1" fmla="*/ 742 h 172"/>
                  <a:gd name="T2" fmla="*/ 8 w 22"/>
                  <a:gd name="T3" fmla="*/ 459 h 172"/>
                  <a:gd name="T4" fmla="*/ 92 w 22"/>
                  <a:gd name="T5" fmla="*/ 0 h 172"/>
                  <a:gd name="T6" fmla="*/ 92 w 22"/>
                  <a:gd name="T7" fmla="*/ 0 h 172"/>
                  <a:gd name="T8" fmla="*/ 92 w 22"/>
                  <a:gd name="T9" fmla="*/ 461 h 172"/>
                  <a:gd name="T10" fmla="*/ 0 w 22"/>
                  <a:gd name="T11" fmla="*/ 742 h 17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2" h="172">
                    <a:moveTo>
                      <a:pt x="0" y="172"/>
                    </a:moveTo>
                    <a:cubicBezTo>
                      <a:pt x="2" y="138"/>
                      <a:pt x="1" y="113"/>
                      <a:pt x="2" y="106"/>
                    </a:cubicBezTo>
                    <a:cubicBezTo>
                      <a:pt x="4" y="94"/>
                      <a:pt x="17" y="29"/>
                      <a:pt x="21" y="0"/>
                    </a:cubicBezTo>
                    <a:cubicBezTo>
                      <a:pt x="21" y="0"/>
                      <a:pt x="21" y="0"/>
                      <a:pt x="21" y="0"/>
                    </a:cubicBezTo>
                    <a:cubicBezTo>
                      <a:pt x="18" y="41"/>
                      <a:pt x="20" y="89"/>
                      <a:pt x="21" y="107"/>
                    </a:cubicBezTo>
                    <a:cubicBezTo>
                      <a:pt x="22" y="127"/>
                      <a:pt x="10" y="152"/>
                      <a:pt x="0" y="172"/>
                    </a:cubicBezTo>
                  </a:path>
                </a:pathLst>
              </a:custGeom>
              <a:noFill/>
              <a:ln w="1588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596" name="Freeform 233">
                <a:extLst>
                  <a:ext uri="{FF2B5EF4-FFF2-40B4-BE49-F238E27FC236}">
                    <a16:creationId xmlns:a16="http://schemas.microsoft.com/office/drawing/2014/main" id="{3EC756E7-2116-4FF3-9728-A5E586FF57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" y="1099"/>
                <a:ext cx="367" cy="1532"/>
              </a:xfrm>
              <a:custGeom>
                <a:avLst/>
                <a:gdLst>
                  <a:gd name="T0" fmla="*/ 920 w 225"/>
                  <a:gd name="T1" fmla="*/ 0 h 942"/>
                  <a:gd name="T2" fmla="*/ 734 w 225"/>
                  <a:gd name="T3" fmla="*/ 330 h 942"/>
                  <a:gd name="T4" fmla="*/ 607 w 225"/>
                  <a:gd name="T5" fmla="*/ 363 h 942"/>
                  <a:gd name="T6" fmla="*/ 543 w 225"/>
                  <a:gd name="T7" fmla="*/ 379 h 942"/>
                  <a:gd name="T8" fmla="*/ 489 w 225"/>
                  <a:gd name="T9" fmla="*/ 410 h 942"/>
                  <a:gd name="T10" fmla="*/ 269 w 225"/>
                  <a:gd name="T11" fmla="*/ 857 h 942"/>
                  <a:gd name="T12" fmla="*/ 219 w 225"/>
                  <a:gd name="T13" fmla="*/ 1187 h 942"/>
                  <a:gd name="T14" fmla="*/ 170 w 225"/>
                  <a:gd name="T15" fmla="*/ 1690 h 942"/>
                  <a:gd name="T16" fmla="*/ 135 w 225"/>
                  <a:gd name="T17" fmla="*/ 2013 h 942"/>
                  <a:gd name="T18" fmla="*/ 96 w 225"/>
                  <a:gd name="T19" fmla="*/ 2664 h 942"/>
                  <a:gd name="T20" fmla="*/ 104 w 225"/>
                  <a:gd name="T21" fmla="*/ 3015 h 942"/>
                  <a:gd name="T22" fmla="*/ 54 w 225"/>
                  <a:gd name="T23" fmla="*/ 3467 h 942"/>
                  <a:gd name="T24" fmla="*/ 5 w 225"/>
                  <a:gd name="T25" fmla="*/ 3703 h 942"/>
                  <a:gd name="T26" fmla="*/ 26 w 225"/>
                  <a:gd name="T27" fmla="*/ 3770 h 942"/>
                  <a:gd name="T28" fmla="*/ 42 w 225"/>
                  <a:gd name="T29" fmla="*/ 3838 h 942"/>
                  <a:gd name="T30" fmla="*/ 96 w 225"/>
                  <a:gd name="T31" fmla="*/ 3931 h 942"/>
                  <a:gd name="T32" fmla="*/ 212 w 225"/>
                  <a:gd name="T33" fmla="*/ 4004 h 942"/>
                  <a:gd name="T34" fmla="*/ 308 w 225"/>
                  <a:gd name="T35" fmla="*/ 4038 h 942"/>
                  <a:gd name="T36" fmla="*/ 274 w 225"/>
                  <a:gd name="T37" fmla="*/ 3965 h 942"/>
                  <a:gd name="T38" fmla="*/ 312 w 225"/>
                  <a:gd name="T39" fmla="*/ 3957 h 942"/>
                  <a:gd name="T40" fmla="*/ 308 w 225"/>
                  <a:gd name="T41" fmla="*/ 3928 h 942"/>
                  <a:gd name="T42" fmla="*/ 300 w 225"/>
                  <a:gd name="T43" fmla="*/ 3893 h 942"/>
                  <a:gd name="T44" fmla="*/ 295 w 225"/>
                  <a:gd name="T45" fmla="*/ 3737 h 942"/>
                  <a:gd name="T46" fmla="*/ 274 w 225"/>
                  <a:gd name="T47" fmla="*/ 3514 h 942"/>
                  <a:gd name="T48" fmla="*/ 253 w 225"/>
                  <a:gd name="T49" fmla="*/ 3386 h 942"/>
                  <a:gd name="T50" fmla="*/ 357 w 225"/>
                  <a:gd name="T51" fmla="*/ 2666 h 942"/>
                  <a:gd name="T52" fmla="*/ 413 w 225"/>
                  <a:gd name="T53" fmla="*/ 2340 h 942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225" h="942">
                    <a:moveTo>
                      <a:pt x="212" y="0"/>
                    </a:moveTo>
                    <a:cubicBezTo>
                      <a:pt x="225" y="33"/>
                      <a:pt x="187" y="71"/>
                      <a:pt x="169" y="77"/>
                    </a:cubicBezTo>
                    <a:cubicBezTo>
                      <a:pt x="160" y="80"/>
                      <a:pt x="151" y="82"/>
                      <a:pt x="140" y="84"/>
                    </a:cubicBezTo>
                    <a:cubicBezTo>
                      <a:pt x="134" y="85"/>
                      <a:pt x="131" y="87"/>
                      <a:pt x="125" y="88"/>
                    </a:cubicBezTo>
                    <a:cubicBezTo>
                      <a:pt x="121" y="89"/>
                      <a:pt x="117" y="93"/>
                      <a:pt x="113" y="95"/>
                    </a:cubicBezTo>
                    <a:cubicBezTo>
                      <a:pt x="96" y="102"/>
                      <a:pt x="65" y="173"/>
                      <a:pt x="62" y="199"/>
                    </a:cubicBezTo>
                    <a:cubicBezTo>
                      <a:pt x="58" y="225"/>
                      <a:pt x="51" y="256"/>
                      <a:pt x="50" y="276"/>
                    </a:cubicBezTo>
                    <a:cubicBezTo>
                      <a:pt x="47" y="311"/>
                      <a:pt x="39" y="357"/>
                      <a:pt x="39" y="393"/>
                    </a:cubicBezTo>
                    <a:cubicBezTo>
                      <a:pt x="39" y="428"/>
                      <a:pt x="34" y="452"/>
                      <a:pt x="31" y="468"/>
                    </a:cubicBezTo>
                    <a:cubicBezTo>
                      <a:pt x="28" y="485"/>
                      <a:pt x="22" y="529"/>
                      <a:pt x="22" y="619"/>
                    </a:cubicBezTo>
                    <a:cubicBezTo>
                      <a:pt x="23" y="634"/>
                      <a:pt x="22" y="677"/>
                      <a:pt x="24" y="701"/>
                    </a:cubicBezTo>
                    <a:cubicBezTo>
                      <a:pt x="26" y="730"/>
                      <a:pt x="15" y="791"/>
                      <a:pt x="12" y="806"/>
                    </a:cubicBezTo>
                    <a:cubicBezTo>
                      <a:pt x="7" y="825"/>
                      <a:pt x="3" y="857"/>
                      <a:pt x="1" y="861"/>
                    </a:cubicBezTo>
                    <a:cubicBezTo>
                      <a:pt x="0" y="866"/>
                      <a:pt x="3" y="872"/>
                      <a:pt x="6" y="876"/>
                    </a:cubicBezTo>
                    <a:cubicBezTo>
                      <a:pt x="8" y="881"/>
                      <a:pt x="7" y="885"/>
                      <a:pt x="10" y="892"/>
                    </a:cubicBezTo>
                    <a:cubicBezTo>
                      <a:pt x="12" y="897"/>
                      <a:pt x="19" y="908"/>
                      <a:pt x="22" y="914"/>
                    </a:cubicBezTo>
                    <a:cubicBezTo>
                      <a:pt x="25" y="920"/>
                      <a:pt x="39" y="927"/>
                      <a:pt x="49" y="931"/>
                    </a:cubicBezTo>
                    <a:cubicBezTo>
                      <a:pt x="56" y="934"/>
                      <a:pt x="70" y="942"/>
                      <a:pt x="71" y="939"/>
                    </a:cubicBezTo>
                    <a:cubicBezTo>
                      <a:pt x="73" y="931"/>
                      <a:pt x="69" y="926"/>
                      <a:pt x="63" y="922"/>
                    </a:cubicBezTo>
                    <a:cubicBezTo>
                      <a:pt x="60" y="920"/>
                      <a:pt x="70" y="927"/>
                      <a:pt x="72" y="920"/>
                    </a:cubicBezTo>
                    <a:cubicBezTo>
                      <a:pt x="72" y="918"/>
                      <a:pt x="72" y="917"/>
                      <a:pt x="71" y="913"/>
                    </a:cubicBezTo>
                    <a:cubicBezTo>
                      <a:pt x="72" y="909"/>
                      <a:pt x="71" y="909"/>
                      <a:pt x="69" y="905"/>
                    </a:cubicBezTo>
                    <a:cubicBezTo>
                      <a:pt x="73" y="903"/>
                      <a:pt x="72" y="882"/>
                      <a:pt x="68" y="869"/>
                    </a:cubicBezTo>
                    <a:cubicBezTo>
                      <a:pt x="68" y="861"/>
                      <a:pt x="74" y="838"/>
                      <a:pt x="63" y="817"/>
                    </a:cubicBezTo>
                    <a:cubicBezTo>
                      <a:pt x="58" y="806"/>
                      <a:pt x="58" y="794"/>
                      <a:pt x="58" y="787"/>
                    </a:cubicBezTo>
                    <a:cubicBezTo>
                      <a:pt x="55" y="771"/>
                      <a:pt x="72" y="653"/>
                      <a:pt x="82" y="620"/>
                    </a:cubicBezTo>
                    <a:cubicBezTo>
                      <a:pt x="90" y="592"/>
                      <a:pt x="93" y="566"/>
                      <a:pt x="95" y="544"/>
                    </a:cubicBezTo>
                  </a:path>
                </a:pathLst>
              </a:custGeom>
              <a:noFill/>
              <a:ln w="1588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597" name="Freeform 234">
                <a:extLst>
                  <a:ext uri="{FF2B5EF4-FFF2-40B4-BE49-F238E27FC236}">
                    <a16:creationId xmlns:a16="http://schemas.microsoft.com/office/drawing/2014/main" id="{D5D887A3-2935-4979-8E1D-0775306ECC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2" y="1104"/>
                <a:ext cx="351" cy="1395"/>
              </a:xfrm>
              <a:custGeom>
                <a:avLst/>
                <a:gdLst>
                  <a:gd name="T0" fmla="*/ 935 w 215"/>
                  <a:gd name="T1" fmla="*/ 3687 h 858"/>
                  <a:gd name="T2" fmla="*/ 893 w 215"/>
                  <a:gd name="T3" fmla="*/ 3452 h 858"/>
                  <a:gd name="T4" fmla="*/ 846 w 215"/>
                  <a:gd name="T5" fmla="*/ 2974 h 858"/>
                  <a:gd name="T6" fmla="*/ 839 w 215"/>
                  <a:gd name="T7" fmla="*/ 2652 h 858"/>
                  <a:gd name="T8" fmla="*/ 805 w 215"/>
                  <a:gd name="T9" fmla="*/ 1998 h 858"/>
                  <a:gd name="T10" fmla="*/ 775 w 215"/>
                  <a:gd name="T11" fmla="*/ 1676 h 858"/>
                  <a:gd name="T12" fmla="*/ 728 w 215"/>
                  <a:gd name="T13" fmla="*/ 1169 h 858"/>
                  <a:gd name="T14" fmla="*/ 669 w 215"/>
                  <a:gd name="T15" fmla="*/ 858 h 858"/>
                  <a:gd name="T16" fmla="*/ 454 w 215"/>
                  <a:gd name="T17" fmla="*/ 397 h 858"/>
                  <a:gd name="T18" fmla="*/ 397 w 215"/>
                  <a:gd name="T19" fmla="*/ 371 h 858"/>
                  <a:gd name="T20" fmla="*/ 336 w 215"/>
                  <a:gd name="T21" fmla="*/ 350 h 858"/>
                  <a:gd name="T22" fmla="*/ 207 w 215"/>
                  <a:gd name="T23" fmla="*/ 317 h 858"/>
                  <a:gd name="T24" fmla="*/ 26 w 215"/>
                  <a:gd name="T25" fmla="*/ 0 h 85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15" h="858">
                    <a:moveTo>
                      <a:pt x="215" y="858"/>
                    </a:moveTo>
                    <a:cubicBezTo>
                      <a:pt x="213" y="854"/>
                      <a:pt x="209" y="822"/>
                      <a:pt x="205" y="803"/>
                    </a:cubicBezTo>
                    <a:cubicBezTo>
                      <a:pt x="202" y="788"/>
                      <a:pt x="192" y="722"/>
                      <a:pt x="194" y="692"/>
                    </a:cubicBezTo>
                    <a:cubicBezTo>
                      <a:pt x="196" y="669"/>
                      <a:pt x="192" y="632"/>
                      <a:pt x="193" y="617"/>
                    </a:cubicBezTo>
                    <a:cubicBezTo>
                      <a:pt x="194" y="528"/>
                      <a:pt x="189" y="482"/>
                      <a:pt x="185" y="465"/>
                    </a:cubicBezTo>
                    <a:cubicBezTo>
                      <a:pt x="182" y="449"/>
                      <a:pt x="178" y="425"/>
                      <a:pt x="178" y="390"/>
                    </a:cubicBezTo>
                    <a:cubicBezTo>
                      <a:pt x="178" y="354"/>
                      <a:pt x="169" y="307"/>
                      <a:pt x="167" y="272"/>
                    </a:cubicBezTo>
                    <a:cubicBezTo>
                      <a:pt x="165" y="253"/>
                      <a:pt x="158" y="227"/>
                      <a:pt x="154" y="200"/>
                    </a:cubicBezTo>
                    <a:cubicBezTo>
                      <a:pt x="151" y="174"/>
                      <a:pt x="119" y="98"/>
                      <a:pt x="104" y="92"/>
                    </a:cubicBezTo>
                    <a:cubicBezTo>
                      <a:pt x="101" y="91"/>
                      <a:pt x="95" y="86"/>
                      <a:pt x="91" y="86"/>
                    </a:cubicBezTo>
                    <a:cubicBezTo>
                      <a:pt x="86" y="85"/>
                      <a:pt x="82" y="82"/>
                      <a:pt x="77" y="81"/>
                    </a:cubicBezTo>
                    <a:cubicBezTo>
                      <a:pt x="66" y="79"/>
                      <a:pt x="57" y="77"/>
                      <a:pt x="48" y="74"/>
                    </a:cubicBezTo>
                    <a:cubicBezTo>
                      <a:pt x="30" y="68"/>
                      <a:pt x="0" y="36"/>
                      <a:pt x="6" y="0"/>
                    </a:cubicBezTo>
                  </a:path>
                </a:pathLst>
              </a:custGeom>
              <a:noFill/>
              <a:ln w="1588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598" name="Freeform 235">
                <a:extLst>
                  <a:ext uri="{FF2B5EF4-FFF2-40B4-BE49-F238E27FC236}">
                    <a16:creationId xmlns:a16="http://schemas.microsoft.com/office/drawing/2014/main" id="{A41C9322-0696-4EA2-AAEB-83668493F0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9" y="1249"/>
                <a:ext cx="149" cy="18"/>
              </a:xfrm>
              <a:custGeom>
                <a:avLst/>
                <a:gdLst>
                  <a:gd name="T0" fmla="*/ 5 w 91"/>
                  <a:gd name="T1" fmla="*/ 34 h 11"/>
                  <a:gd name="T2" fmla="*/ 193 w 91"/>
                  <a:gd name="T3" fmla="*/ 29 h 11"/>
                  <a:gd name="T4" fmla="*/ 400 w 91"/>
                  <a:gd name="T5" fmla="*/ 18 h 11"/>
                  <a:gd name="T6" fmla="*/ 350 w 91"/>
                  <a:gd name="T7" fmla="*/ 8 h 11"/>
                  <a:gd name="T8" fmla="*/ 247 w 91"/>
                  <a:gd name="T9" fmla="*/ 8 h 11"/>
                  <a:gd name="T10" fmla="*/ 105 w 91"/>
                  <a:gd name="T11" fmla="*/ 0 h 11"/>
                  <a:gd name="T12" fmla="*/ 0 w 91"/>
                  <a:gd name="T13" fmla="*/ 47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1" h="11">
                    <a:moveTo>
                      <a:pt x="1" y="8"/>
                    </a:moveTo>
                    <a:cubicBezTo>
                      <a:pt x="15" y="3"/>
                      <a:pt x="30" y="5"/>
                      <a:pt x="44" y="7"/>
                    </a:cubicBezTo>
                    <a:cubicBezTo>
                      <a:pt x="60" y="9"/>
                      <a:pt x="75" y="5"/>
                      <a:pt x="91" y="4"/>
                    </a:cubicBezTo>
                    <a:cubicBezTo>
                      <a:pt x="88" y="1"/>
                      <a:pt x="84" y="2"/>
                      <a:pt x="80" y="2"/>
                    </a:cubicBezTo>
                    <a:cubicBezTo>
                      <a:pt x="72" y="2"/>
                      <a:pt x="64" y="2"/>
                      <a:pt x="56" y="2"/>
                    </a:cubicBezTo>
                    <a:cubicBezTo>
                      <a:pt x="45" y="3"/>
                      <a:pt x="36" y="0"/>
                      <a:pt x="24" y="0"/>
                    </a:cubicBezTo>
                    <a:cubicBezTo>
                      <a:pt x="18" y="1"/>
                      <a:pt x="2" y="2"/>
                      <a:pt x="0" y="11"/>
                    </a:cubicBezTo>
                  </a:path>
                </a:pathLst>
              </a:custGeom>
              <a:solidFill>
                <a:srgbClr val="8E4C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599" name="Freeform 236">
                <a:extLst>
                  <a:ext uri="{FF2B5EF4-FFF2-40B4-BE49-F238E27FC236}">
                    <a16:creationId xmlns:a16="http://schemas.microsoft.com/office/drawing/2014/main" id="{F0C68266-0638-4100-AB6B-E736974755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3" y="1273"/>
                <a:ext cx="30" cy="41"/>
              </a:xfrm>
              <a:custGeom>
                <a:avLst/>
                <a:gdLst>
                  <a:gd name="T0" fmla="*/ 0 w 18"/>
                  <a:gd name="T1" fmla="*/ 0 h 25"/>
                  <a:gd name="T2" fmla="*/ 33 w 18"/>
                  <a:gd name="T3" fmla="*/ 92 h 25"/>
                  <a:gd name="T4" fmla="*/ 83 w 18"/>
                  <a:gd name="T5" fmla="*/ 43 h 25"/>
                  <a:gd name="T6" fmla="*/ 55 w 18"/>
                  <a:gd name="T7" fmla="*/ 56 h 25"/>
                  <a:gd name="T8" fmla="*/ 8 w 18"/>
                  <a:gd name="T9" fmla="*/ 5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25">
                    <a:moveTo>
                      <a:pt x="0" y="0"/>
                    </a:moveTo>
                    <a:cubicBezTo>
                      <a:pt x="0" y="6"/>
                      <a:pt x="3" y="17"/>
                      <a:pt x="7" y="21"/>
                    </a:cubicBezTo>
                    <a:cubicBezTo>
                      <a:pt x="11" y="25"/>
                      <a:pt x="18" y="17"/>
                      <a:pt x="18" y="10"/>
                    </a:cubicBezTo>
                    <a:cubicBezTo>
                      <a:pt x="16" y="12"/>
                      <a:pt x="15" y="13"/>
                      <a:pt x="12" y="13"/>
                    </a:cubicBezTo>
                    <a:cubicBezTo>
                      <a:pt x="9" y="13"/>
                      <a:pt x="1" y="5"/>
                      <a:pt x="2" y="1"/>
                    </a:cubicBezTo>
                  </a:path>
                </a:pathLst>
              </a:custGeom>
              <a:solidFill>
                <a:srgbClr val="8E4C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600" name="Freeform 237">
                <a:extLst>
                  <a:ext uri="{FF2B5EF4-FFF2-40B4-BE49-F238E27FC236}">
                    <a16:creationId xmlns:a16="http://schemas.microsoft.com/office/drawing/2014/main" id="{1249A87F-3EF9-4488-BDA2-24343EAF04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8" y="2034"/>
                <a:ext cx="17" cy="20"/>
              </a:xfrm>
              <a:custGeom>
                <a:avLst/>
                <a:gdLst>
                  <a:gd name="T0" fmla="*/ 0 w 10"/>
                  <a:gd name="T1" fmla="*/ 33 h 12"/>
                  <a:gd name="T2" fmla="*/ 44 w 10"/>
                  <a:gd name="T3" fmla="*/ 37 h 12"/>
                  <a:gd name="T4" fmla="*/ 41 w 10"/>
                  <a:gd name="T5" fmla="*/ 5 h 12"/>
                  <a:gd name="T6" fmla="*/ 9 w 10"/>
                  <a:gd name="T7" fmla="*/ 8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12">
                    <a:moveTo>
                      <a:pt x="0" y="7"/>
                    </a:moveTo>
                    <a:cubicBezTo>
                      <a:pt x="2" y="11"/>
                      <a:pt x="8" y="12"/>
                      <a:pt x="9" y="8"/>
                    </a:cubicBezTo>
                    <a:cubicBezTo>
                      <a:pt x="10" y="7"/>
                      <a:pt x="9" y="2"/>
                      <a:pt x="8" y="1"/>
                    </a:cubicBezTo>
                    <a:cubicBezTo>
                      <a:pt x="6" y="0"/>
                      <a:pt x="4" y="1"/>
                      <a:pt x="2" y="2"/>
                    </a:cubicBezTo>
                  </a:path>
                </a:pathLst>
              </a:custGeom>
              <a:solidFill>
                <a:srgbClr val="8E4C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601" name="Freeform 238">
                <a:extLst>
                  <a:ext uri="{FF2B5EF4-FFF2-40B4-BE49-F238E27FC236}">
                    <a16:creationId xmlns:a16="http://schemas.microsoft.com/office/drawing/2014/main" id="{306AA238-4619-4E3B-99CF-AE3AEB0F27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1" y="2408"/>
                <a:ext cx="124" cy="64"/>
              </a:xfrm>
              <a:custGeom>
                <a:avLst/>
                <a:gdLst>
                  <a:gd name="T0" fmla="*/ 8 w 76"/>
                  <a:gd name="T1" fmla="*/ 80 h 39"/>
                  <a:gd name="T2" fmla="*/ 170 w 76"/>
                  <a:gd name="T3" fmla="*/ 167 h 39"/>
                  <a:gd name="T4" fmla="*/ 253 w 76"/>
                  <a:gd name="T5" fmla="*/ 131 h 39"/>
                  <a:gd name="T6" fmla="*/ 330 w 76"/>
                  <a:gd name="T7" fmla="*/ 0 h 39"/>
                  <a:gd name="T8" fmla="*/ 277 w 76"/>
                  <a:gd name="T9" fmla="*/ 54 h 39"/>
                  <a:gd name="T10" fmla="*/ 178 w 76"/>
                  <a:gd name="T11" fmla="*/ 97 h 39"/>
                  <a:gd name="T12" fmla="*/ 77 w 76"/>
                  <a:gd name="T13" fmla="*/ 67 h 39"/>
                  <a:gd name="T14" fmla="*/ 0 w 76"/>
                  <a:gd name="T15" fmla="*/ 41 h 3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6" h="39">
                    <a:moveTo>
                      <a:pt x="2" y="18"/>
                    </a:moveTo>
                    <a:cubicBezTo>
                      <a:pt x="13" y="29"/>
                      <a:pt x="23" y="39"/>
                      <a:pt x="39" y="38"/>
                    </a:cubicBezTo>
                    <a:cubicBezTo>
                      <a:pt x="46" y="38"/>
                      <a:pt x="53" y="36"/>
                      <a:pt x="58" y="30"/>
                    </a:cubicBezTo>
                    <a:cubicBezTo>
                      <a:pt x="65" y="24"/>
                      <a:pt x="75" y="10"/>
                      <a:pt x="76" y="0"/>
                    </a:cubicBezTo>
                    <a:cubicBezTo>
                      <a:pt x="71" y="1"/>
                      <a:pt x="68" y="8"/>
                      <a:pt x="64" y="12"/>
                    </a:cubicBezTo>
                    <a:cubicBezTo>
                      <a:pt x="58" y="19"/>
                      <a:pt x="50" y="22"/>
                      <a:pt x="41" y="22"/>
                    </a:cubicBezTo>
                    <a:cubicBezTo>
                      <a:pt x="32" y="22"/>
                      <a:pt x="26" y="18"/>
                      <a:pt x="18" y="15"/>
                    </a:cubicBezTo>
                    <a:cubicBezTo>
                      <a:pt x="13" y="14"/>
                      <a:pt x="2" y="16"/>
                      <a:pt x="0" y="9"/>
                    </a:cubicBezTo>
                  </a:path>
                </a:pathLst>
              </a:custGeom>
              <a:solidFill>
                <a:srgbClr val="8E4C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602" name="Freeform 239">
                <a:extLst>
                  <a:ext uri="{FF2B5EF4-FFF2-40B4-BE49-F238E27FC236}">
                    <a16:creationId xmlns:a16="http://schemas.microsoft.com/office/drawing/2014/main" id="{41D8F931-ADE0-490E-8A50-1B5F998EC5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9" y="2460"/>
                <a:ext cx="46" cy="617"/>
              </a:xfrm>
              <a:custGeom>
                <a:avLst/>
                <a:gdLst>
                  <a:gd name="T0" fmla="*/ 0 w 28"/>
                  <a:gd name="T1" fmla="*/ 0 h 379"/>
                  <a:gd name="T2" fmla="*/ 118 w 28"/>
                  <a:gd name="T3" fmla="*/ 151 h 379"/>
                  <a:gd name="T4" fmla="*/ 89 w 28"/>
                  <a:gd name="T5" fmla="*/ 689 h 379"/>
                  <a:gd name="T6" fmla="*/ 95 w 28"/>
                  <a:gd name="T7" fmla="*/ 1221 h 379"/>
                  <a:gd name="T8" fmla="*/ 71 w 28"/>
                  <a:gd name="T9" fmla="*/ 1634 h 379"/>
                  <a:gd name="T10" fmla="*/ 54 w 28"/>
                  <a:gd name="T11" fmla="*/ 1208 h 379"/>
                  <a:gd name="T12" fmla="*/ 21 w 28"/>
                  <a:gd name="T13" fmla="*/ 410 h 379"/>
                  <a:gd name="T14" fmla="*/ 0 w 28"/>
                  <a:gd name="T15" fmla="*/ 0 h 37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8" h="379">
                    <a:moveTo>
                      <a:pt x="0" y="0"/>
                    </a:moveTo>
                    <a:cubicBezTo>
                      <a:pt x="12" y="11"/>
                      <a:pt x="27" y="10"/>
                      <a:pt x="27" y="35"/>
                    </a:cubicBezTo>
                    <a:cubicBezTo>
                      <a:pt x="27" y="60"/>
                      <a:pt x="19" y="109"/>
                      <a:pt x="20" y="160"/>
                    </a:cubicBezTo>
                    <a:cubicBezTo>
                      <a:pt x="21" y="211"/>
                      <a:pt x="20" y="260"/>
                      <a:pt x="21" y="283"/>
                    </a:cubicBezTo>
                    <a:cubicBezTo>
                      <a:pt x="22" y="306"/>
                      <a:pt x="28" y="332"/>
                      <a:pt x="16" y="379"/>
                    </a:cubicBezTo>
                    <a:cubicBezTo>
                      <a:pt x="20" y="361"/>
                      <a:pt x="20" y="313"/>
                      <a:pt x="12" y="280"/>
                    </a:cubicBezTo>
                    <a:cubicBezTo>
                      <a:pt x="4" y="247"/>
                      <a:pt x="2" y="129"/>
                      <a:pt x="5" y="95"/>
                    </a:cubicBezTo>
                    <a:cubicBezTo>
                      <a:pt x="7" y="61"/>
                      <a:pt x="10" y="14"/>
                      <a:pt x="0" y="0"/>
                    </a:cubicBezTo>
                  </a:path>
                </a:pathLst>
              </a:custGeom>
              <a:solidFill>
                <a:srgbClr val="8E4C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603" name="Freeform 240">
                <a:extLst>
                  <a:ext uri="{FF2B5EF4-FFF2-40B4-BE49-F238E27FC236}">
                    <a16:creationId xmlns:a16="http://schemas.microsoft.com/office/drawing/2014/main" id="{94E2A253-CDBE-429B-85C2-9DAA0F45B5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9" y="3210"/>
                <a:ext cx="36" cy="480"/>
              </a:xfrm>
              <a:custGeom>
                <a:avLst/>
                <a:gdLst>
                  <a:gd name="T0" fmla="*/ 70 w 22"/>
                  <a:gd name="T1" fmla="*/ 0 h 295"/>
                  <a:gd name="T2" fmla="*/ 62 w 22"/>
                  <a:gd name="T3" fmla="*/ 651 h 295"/>
                  <a:gd name="T4" fmla="*/ 18 w 22"/>
                  <a:gd name="T5" fmla="*/ 1271 h 295"/>
                  <a:gd name="T6" fmla="*/ 70 w 22"/>
                  <a:gd name="T7" fmla="*/ 0 h 29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" h="295">
                    <a:moveTo>
                      <a:pt x="16" y="0"/>
                    </a:moveTo>
                    <a:cubicBezTo>
                      <a:pt x="20" y="28"/>
                      <a:pt x="22" y="84"/>
                      <a:pt x="14" y="151"/>
                    </a:cubicBezTo>
                    <a:cubicBezTo>
                      <a:pt x="6" y="218"/>
                      <a:pt x="3" y="270"/>
                      <a:pt x="4" y="295"/>
                    </a:cubicBezTo>
                    <a:cubicBezTo>
                      <a:pt x="0" y="252"/>
                      <a:pt x="13" y="71"/>
                      <a:pt x="16" y="0"/>
                    </a:cubicBezTo>
                  </a:path>
                </a:pathLst>
              </a:custGeom>
              <a:solidFill>
                <a:srgbClr val="8E4C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604" name="Freeform 241">
                <a:extLst>
                  <a:ext uri="{FF2B5EF4-FFF2-40B4-BE49-F238E27FC236}">
                    <a16:creationId xmlns:a16="http://schemas.microsoft.com/office/drawing/2014/main" id="{7DCD592D-1CA1-4F33-8338-9461D095CB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0" y="1263"/>
                <a:ext cx="111" cy="13"/>
              </a:xfrm>
              <a:custGeom>
                <a:avLst/>
                <a:gdLst>
                  <a:gd name="T0" fmla="*/ 131 w 68"/>
                  <a:gd name="T1" fmla="*/ 29 h 8"/>
                  <a:gd name="T2" fmla="*/ 295 w 68"/>
                  <a:gd name="T3" fmla="*/ 18 h 8"/>
                  <a:gd name="T4" fmla="*/ 186 w 68"/>
                  <a:gd name="T5" fmla="*/ 8 h 8"/>
                  <a:gd name="T6" fmla="*/ 0 w 68"/>
                  <a:gd name="T7" fmla="*/ 8 h 8"/>
                  <a:gd name="T8" fmla="*/ 131 w 68"/>
                  <a:gd name="T9" fmla="*/ 29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8" h="8">
                    <a:moveTo>
                      <a:pt x="30" y="7"/>
                    </a:moveTo>
                    <a:cubicBezTo>
                      <a:pt x="41" y="6"/>
                      <a:pt x="58" y="2"/>
                      <a:pt x="68" y="4"/>
                    </a:cubicBezTo>
                    <a:cubicBezTo>
                      <a:pt x="63" y="0"/>
                      <a:pt x="54" y="2"/>
                      <a:pt x="43" y="2"/>
                    </a:cubicBezTo>
                    <a:cubicBezTo>
                      <a:pt x="31" y="3"/>
                      <a:pt x="10" y="6"/>
                      <a:pt x="0" y="2"/>
                    </a:cubicBezTo>
                    <a:cubicBezTo>
                      <a:pt x="16" y="8"/>
                      <a:pt x="22" y="6"/>
                      <a:pt x="30" y="7"/>
                    </a:cubicBezTo>
                  </a:path>
                </a:pathLst>
              </a:custGeom>
              <a:solidFill>
                <a:srgbClr val="C1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605" name="Freeform 242">
                <a:extLst>
                  <a:ext uri="{FF2B5EF4-FFF2-40B4-BE49-F238E27FC236}">
                    <a16:creationId xmlns:a16="http://schemas.microsoft.com/office/drawing/2014/main" id="{6C364946-6516-47AA-AC13-5457E8BCD2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4" y="1263"/>
                <a:ext cx="109" cy="13"/>
              </a:xfrm>
              <a:custGeom>
                <a:avLst/>
                <a:gdLst>
                  <a:gd name="T0" fmla="*/ 159 w 67"/>
                  <a:gd name="T1" fmla="*/ 29 h 8"/>
                  <a:gd name="T2" fmla="*/ 0 w 67"/>
                  <a:gd name="T3" fmla="*/ 18 h 8"/>
                  <a:gd name="T4" fmla="*/ 109 w 67"/>
                  <a:gd name="T5" fmla="*/ 8 h 8"/>
                  <a:gd name="T6" fmla="*/ 288 w 67"/>
                  <a:gd name="T7" fmla="*/ 8 h 8"/>
                  <a:gd name="T8" fmla="*/ 159 w 67"/>
                  <a:gd name="T9" fmla="*/ 29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7" h="8">
                    <a:moveTo>
                      <a:pt x="37" y="7"/>
                    </a:moveTo>
                    <a:cubicBezTo>
                      <a:pt x="27" y="6"/>
                      <a:pt x="10" y="2"/>
                      <a:pt x="0" y="4"/>
                    </a:cubicBezTo>
                    <a:cubicBezTo>
                      <a:pt x="5" y="0"/>
                      <a:pt x="14" y="2"/>
                      <a:pt x="25" y="2"/>
                    </a:cubicBezTo>
                    <a:cubicBezTo>
                      <a:pt x="37" y="3"/>
                      <a:pt x="58" y="6"/>
                      <a:pt x="67" y="2"/>
                    </a:cubicBezTo>
                    <a:cubicBezTo>
                      <a:pt x="52" y="8"/>
                      <a:pt x="45" y="6"/>
                      <a:pt x="37" y="7"/>
                    </a:cubicBezTo>
                  </a:path>
                </a:pathLst>
              </a:custGeom>
              <a:solidFill>
                <a:srgbClr val="C1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606" name="Freeform 243">
                <a:extLst>
                  <a:ext uri="{FF2B5EF4-FFF2-40B4-BE49-F238E27FC236}">
                    <a16:creationId xmlns:a16="http://schemas.microsoft.com/office/drawing/2014/main" id="{F602C7F6-36E0-48F3-A855-1686EF8803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" y="1865"/>
                <a:ext cx="24" cy="360"/>
              </a:xfrm>
              <a:custGeom>
                <a:avLst/>
                <a:gdLst>
                  <a:gd name="T0" fmla="*/ 34 w 15"/>
                  <a:gd name="T1" fmla="*/ 376 h 221"/>
                  <a:gd name="T2" fmla="*/ 8 w 15"/>
                  <a:gd name="T3" fmla="*/ 955 h 221"/>
                  <a:gd name="T4" fmla="*/ 5 w 15"/>
                  <a:gd name="T5" fmla="*/ 612 h 221"/>
                  <a:gd name="T6" fmla="*/ 61 w 15"/>
                  <a:gd name="T7" fmla="*/ 0 h 221"/>
                  <a:gd name="T8" fmla="*/ 34 w 15"/>
                  <a:gd name="T9" fmla="*/ 376 h 2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221">
                    <a:moveTo>
                      <a:pt x="8" y="87"/>
                    </a:moveTo>
                    <a:cubicBezTo>
                      <a:pt x="7" y="103"/>
                      <a:pt x="3" y="192"/>
                      <a:pt x="2" y="221"/>
                    </a:cubicBezTo>
                    <a:cubicBezTo>
                      <a:pt x="2" y="221"/>
                      <a:pt x="0" y="199"/>
                      <a:pt x="1" y="142"/>
                    </a:cubicBezTo>
                    <a:cubicBezTo>
                      <a:pt x="1" y="85"/>
                      <a:pt x="4" y="27"/>
                      <a:pt x="15" y="0"/>
                    </a:cubicBezTo>
                    <a:cubicBezTo>
                      <a:pt x="11" y="11"/>
                      <a:pt x="10" y="63"/>
                      <a:pt x="8" y="87"/>
                    </a:cubicBezTo>
                  </a:path>
                </a:pathLst>
              </a:custGeom>
              <a:solidFill>
                <a:srgbClr val="C1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607" name="Freeform 244">
                <a:extLst>
                  <a:ext uri="{FF2B5EF4-FFF2-40B4-BE49-F238E27FC236}">
                    <a16:creationId xmlns:a16="http://schemas.microsoft.com/office/drawing/2014/main" id="{D8E5C98C-2E55-4259-AC93-195DBA2664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8" y="1899"/>
                <a:ext cx="24" cy="360"/>
              </a:xfrm>
              <a:custGeom>
                <a:avLst/>
                <a:gdLst>
                  <a:gd name="T0" fmla="*/ 29 w 15"/>
                  <a:gd name="T1" fmla="*/ 376 h 221"/>
                  <a:gd name="T2" fmla="*/ 54 w 15"/>
                  <a:gd name="T3" fmla="*/ 955 h 221"/>
                  <a:gd name="T4" fmla="*/ 61 w 15"/>
                  <a:gd name="T5" fmla="*/ 612 h 221"/>
                  <a:gd name="T6" fmla="*/ 0 w 15"/>
                  <a:gd name="T7" fmla="*/ 0 h 221"/>
                  <a:gd name="T8" fmla="*/ 29 w 15"/>
                  <a:gd name="T9" fmla="*/ 376 h 2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221">
                    <a:moveTo>
                      <a:pt x="7" y="87"/>
                    </a:moveTo>
                    <a:cubicBezTo>
                      <a:pt x="8" y="103"/>
                      <a:pt x="12" y="192"/>
                      <a:pt x="13" y="221"/>
                    </a:cubicBezTo>
                    <a:cubicBezTo>
                      <a:pt x="13" y="221"/>
                      <a:pt x="15" y="199"/>
                      <a:pt x="15" y="142"/>
                    </a:cubicBezTo>
                    <a:cubicBezTo>
                      <a:pt x="14" y="85"/>
                      <a:pt x="11" y="27"/>
                      <a:pt x="0" y="0"/>
                    </a:cubicBezTo>
                    <a:cubicBezTo>
                      <a:pt x="4" y="11"/>
                      <a:pt x="5" y="63"/>
                      <a:pt x="7" y="87"/>
                    </a:cubicBezTo>
                  </a:path>
                </a:pathLst>
              </a:custGeom>
              <a:solidFill>
                <a:srgbClr val="8E4C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608" name="Freeform 245">
                <a:extLst>
                  <a:ext uri="{FF2B5EF4-FFF2-40B4-BE49-F238E27FC236}">
                    <a16:creationId xmlns:a16="http://schemas.microsoft.com/office/drawing/2014/main" id="{06A056D8-7CB7-4A45-A6B9-C7528C0F26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4" y="1911"/>
                <a:ext cx="69" cy="380"/>
              </a:xfrm>
              <a:custGeom>
                <a:avLst/>
                <a:gdLst>
                  <a:gd name="T0" fmla="*/ 5 w 42"/>
                  <a:gd name="T1" fmla="*/ 0 h 234"/>
                  <a:gd name="T2" fmla="*/ 97 w 42"/>
                  <a:gd name="T3" fmla="*/ 453 h 234"/>
                  <a:gd name="T4" fmla="*/ 159 w 42"/>
                  <a:gd name="T5" fmla="*/ 1002 h 234"/>
                  <a:gd name="T6" fmla="*/ 138 w 42"/>
                  <a:gd name="T7" fmla="*/ 494 h 234"/>
                  <a:gd name="T8" fmla="*/ 5 w 42"/>
                  <a:gd name="T9" fmla="*/ 0 h 2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2" h="234">
                    <a:moveTo>
                      <a:pt x="1" y="0"/>
                    </a:moveTo>
                    <a:cubicBezTo>
                      <a:pt x="0" y="18"/>
                      <a:pt x="12" y="67"/>
                      <a:pt x="22" y="106"/>
                    </a:cubicBezTo>
                    <a:cubicBezTo>
                      <a:pt x="32" y="146"/>
                      <a:pt x="37" y="191"/>
                      <a:pt x="36" y="234"/>
                    </a:cubicBezTo>
                    <a:cubicBezTo>
                      <a:pt x="42" y="195"/>
                      <a:pt x="37" y="145"/>
                      <a:pt x="31" y="115"/>
                    </a:cubicBezTo>
                    <a:cubicBezTo>
                      <a:pt x="25" y="85"/>
                      <a:pt x="0" y="10"/>
                      <a:pt x="1" y="0"/>
                    </a:cubicBezTo>
                  </a:path>
                </a:pathLst>
              </a:custGeom>
              <a:solidFill>
                <a:srgbClr val="C1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609" name="Freeform 246">
                <a:extLst>
                  <a:ext uri="{FF2B5EF4-FFF2-40B4-BE49-F238E27FC236}">
                    <a16:creationId xmlns:a16="http://schemas.microsoft.com/office/drawing/2014/main" id="{2C7718AA-E25E-43B5-94CE-A2D75EFF91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9" y="2486"/>
                <a:ext cx="64" cy="108"/>
              </a:xfrm>
              <a:custGeom>
                <a:avLst/>
                <a:gdLst>
                  <a:gd name="T0" fmla="*/ 89 w 39"/>
                  <a:gd name="T1" fmla="*/ 0 h 66"/>
                  <a:gd name="T2" fmla="*/ 131 w 39"/>
                  <a:gd name="T3" fmla="*/ 270 h 66"/>
                  <a:gd name="T4" fmla="*/ 167 w 39"/>
                  <a:gd name="T5" fmla="*/ 254 h 66"/>
                  <a:gd name="T6" fmla="*/ 131 w 39"/>
                  <a:gd name="T7" fmla="*/ 180 h 66"/>
                  <a:gd name="T8" fmla="*/ 118 w 39"/>
                  <a:gd name="T9" fmla="*/ 88 h 66"/>
                  <a:gd name="T10" fmla="*/ 102 w 39"/>
                  <a:gd name="T11" fmla="*/ 0 h 6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9" h="66">
                    <a:moveTo>
                      <a:pt x="20" y="0"/>
                    </a:moveTo>
                    <a:cubicBezTo>
                      <a:pt x="0" y="15"/>
                      <a:pt x="12" y="53"/>
                      <a:pt x="30" y="62"/>
                    </a:cubicBezTo>
                    <a:cubicBezTo>
                      <a:pt x="35" y="64"/>
                      <a:pt x="39" y="66"/>
                      <a:pt x="38" y="58"/>
                    </a:cubicBezTo>
                    <a:cubicBezTo>
                      <a:pt x="37" y="52"/>
                      <a:pt x="31" y="48"/>
                      <a:pt x="30" y="41"/>
                    </a:cubicBezTo>
                    <a:cubicBezTo>
                      <a:pt x="29" y="34"/>
                      <a:pt x="28" y="27"/>
                      <a:pt x="27" y="20"/>
                    </a:cubicBezTo>
                    <a:cubicBezTo>
                      <a:pt x="27" y="13"/>
                      <a:pt x="28" y="5"/>
                      <a:pt x="23" y="0"/>
                    </a:cubicBezTo>
                  </a:path>
                </a:pathLst>
              </a:custGeom>
              <a:solidFill>
                <a:srgbClr val="8E4C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610" name="Freeform 247">
                <a:extLst>
                  <a:ext uri="{FF2B5EF4-FFF2-40B4-BE49-F238E27FC236}">
                    <a16:creationId xmlns:a16="http://schemas.microsoft.com/office/drawing/2014/main" id="{5C830498-383E-46C9-9570-5102D91871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5" y="2486"/>
                <a:ext cx="51" cy="106"/>
              </a:xfrm>
              <a:custGeom>
                <a:avLst/>
                <a:gdLst>
                  <a:gd name="T0" fmla="*/ 63 w 31"/>
                  <a:gd name="T1" fmla="*/ 18 h 65"/>
                  <a:gd name="T2" fmla="*/ 41 w 31"/>
                  <a:gd name="T3" fmla="*/ 130 h 65"/>
                  <a:gd name="T4" fmla="*/ 0 w 31"/>
                  <a:gd name="T5" fmla="*/ 227 h 65"/>
                  <a:gd name="T6" fmla="*/ 43 w 31"/>
                  <a:gd name="T7" fmla="*/ 256 h 65"/>
                  <a:gd name="T8" fmla="*/ 118 w 31"/>
                  <a:gd name="T9" fmla="*/ 157 h 65"/>
                  <a:gd name="T10" fmla="*/ 81 w 31"/>
                  <a:gd name="T11" fmla="*/ 0 h 6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1" h="65">
                    <a:moveTo>
                      <a:pt x="14" y="4"/>
                    </a:moveTo>
                    <a:cubicBezTo>
                      <a:pt x="12" y="13"/>
                      <a:pt x="11" y="22"/>
                      <a:pt x="9" y="30"/>
                    </a:cubicBezTo>
                    <a:cubicBezTo>
                      <a:pt x="7" y="38"/>
                      <a:pt x="6" y="48"/>
                      <a:pt x="0" y="52"/>
                    </a:cubicBezTo>
                    <a:cubicBezTo>
                      <a:pt x="4" y="59"/>
                      <a:pt x="2" y="65"/>
                      <a:pt x="10" y="59"/>
                    </a:cubicBezTo>
                    <a:cubicBezTo>
                      <a:pt x="17" y="54"/>
                      <a:pt x="25" y="44"/>
                      <a:pt x="27" y="36"/>
                    </a:cubicBezTo>
                    <a:cubicBezTo>
                      <a:pt x="31" y="21"/>
                      <a:pt x="29" y="10"/>
                      <a:pt x="18" y="0"/>
                    </a:cubicBezTo>
                  </a:path>
                </a:pathLst>
              </a:custGeom>
              <a:solidFill>
                <a:srgbClr val="8E4C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611" name="Freeform 248">
                <a:extLst>
                  <a:ext uri="{FF2B5EF4-FFF2-40B4-BE49-F238E27FC236}">
                    <a16:creationId xmlns:a16="http://schemas.microsoft.com/office/drawing/2014/main" id="{30DBEC7B-89D0-4E25-8AA5-3962E5766D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1" y="3194"/>
                <a:ext cx="34" cy="524"/>
              </a:xfrm>
              <a:custGeom>
                <a:avLst/>
                <a:gdLst>
                  <a:gd name="T0" fmla="*/ 60 w 21"/>
                  <a:gd name="T1" fmla="*/ 1388 h 322"/>
                  <a:gd name="T2" fmla="*/ 21 w 21"/>
                  <a:gd name="T3" fmla="*/ 578 h 322"/>
                  <a:gd name="T4" fmla="*/ 42 w 21"/>
                  <a:gd name="T5" fmla="*/ 0 h 322"/>
                  <a:gd name="T6" fmla="*/ 73 w 21"/>
                  <a:gd name="T7" fmla="*/ 599 h 322"/>
                  <a:gd name="T8" fmla="*/ 60 w 21"/>
                  <a:gd name="T9" fmla="*/ 1388 h 3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322">
                    <a:moveTo>
                      <a:pt x="14" y="322"/>
                    </a:moveTo>
                    <a:cubicBezTo>
                      <a:pt x="18" y="301"/>
                      <a:pt x="11" y="190"/>
                      <a:pt x="5" y="134"/>
                    </a:cubicBezTo>
                    <a:cubicBezTo>
                      <a:pt x="0" y="77"/>
                      <a:pt x="2" y="25"/>
                      <a:pt x="10" y="0"/>
                    </a:cubicBezTo>
                    <a:cubicBezTo>
                      <a:pt x="6" y="20"/>
                      <a:pt x="12" y="87"/>
                      <a:pt x="17" y="139"/>
                    </a:cubicBezTo>
                    <a:cubicBezTo>
                      <a:pt x="21" y="191"/>
                      <a:pt x="20" y="299"/>
                      <a:pt x="14" y="322"/>
                    </a:cubicBezTo>
                  </a:path>
                </a:pathLst>
              </a:custGeom>
              <a:solidFill>
                <a:srgbClr val="C1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612" name="Freeform 249">
                <a:extLst>
                  <a:ext uri="{FF2B5EF4-FFF2-40B4-BE49-F238E27FC236}">
                    <a16:creationId xmlns:a16="http://schemas.microsoft.com/office/drawing/2014/main" id="{F583C30A-B472-4710-8E4B-6585821DBE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8" y="3771"/>
                <a:ext cx="26" cy="127"/>
              </a:xfrm>
              <a:custGeom>
                <a:avLst/>
                <a:gdLst>
                  <a:gd name="T0" fmla="*/ 63 w 16"/>
                  <a:gd name="T1" fmla="*/ 0 h 78"/>
                  <a:gd name="T2" fmla="*/ 47 w 16"/>
                  <a:gd name="T3" fmla="*/ 194 h 78"/>
                  <a:gd name="T4" fmla="*/ 55 w 16"/>
                  <a:gd name="T5" fmla="*/ 337 h 78"/>
                  <a:gd name="T6" fmla="*/ 5 w 16"/>
                  <a:gd name="T7" fmla="*/ 225 h 78"/>
                  <a:gd name="T8" fmla="*/ 42 w 16"/>
                  <a:gd name="T9" fmla="*/ 160 h 78"/>
                  <a:gd name="T10" fmla="*/ 68 w 16"/>
                  <a:gd name="T11" fmla="*/ 42 h 7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6" h="78">
                    <a:moveTo>
                      <a:pt x="15" y="0"/>
                    </a:moveTo>
                    <a:cubicBezTo>
                      <a:pt x="15" y="16"/>
                      <a:pt x="14" y="29"/>
                      <a:pt x="11" y="45"/>
                    </a:cubicBezTo>
                    <a:cubicBezTo>
                      <a:pt x="8" y="57"/>
                      <a:pt x="13" y="66"/>
                      <a:pt x="13" y="78"/>
                    </a:cubicBezTo>
                    <a:cubicBezTo>
                      <a:pt x="10" y="70"/>
                      <a:pt x="0" y="59"/>
                      <a:pt x="1" y="52"/>
                    </a:cubicBezTo>
                    <a:cubicBezTo>
                      <a:pt x="2" y="47"/>
                      <a:pt x="8" y="42"/>
                      <a:pt x="10" y="37"/>
                    </a:cubicBezTo>
                    <a:cubicBezTo>
                      <a:pt x="13" y="28"/>
                      <a:pt x="11" y="18"/>
                      <a:pt x="16" y="10"/>
                    </a:cubicBezTo>
                  </a:path>
                </a:pathLst>
              </a:custGeom>
              <a:solidFill>
                <a:srgbClr val="8E4C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613" name="Freeform 250">
                <a:extLst>
                  <a:ext uri="{FF2B5EF4-FFF2-40B4-BE49-F238E27FC236}">
                    <a16:creationId xmlns:a16="http://schemas.microsoft.com/office/drawing/2014/main" id="{02EDC146-14D1-430B-A781-7A07852E03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2" y="3709"/>
                <a:ext cx="26" cy="140"/>
              </a:xfrm>
              <a:custGeom>
                <a:avLst/>
                <a:gdLst>
                  <a:gd name="T0" fmla="*/ 42 w 16"/>
                  <a:gd name="T1" fmla="*/ 156 h 86"/>
                  <a:gd name="T2" fmla="*/ 39 w 16"/>
                  <a:gd name="T3" fmla="*/ 371 h 86"/>
                  <a:gd name="T4" fmla="*/ 18 w 16"/>
                  <a:gd name="T5" fmla="*/ 177 h 86"/>
                  <a:gd name="T6" fmla="*/ 5 w 16"/>
                  <a:gd name="T7" fmla="*/ 77 h 86"/>
                  <a:gd name="T8" fmla="*/ 8 w 16"/>
                  <a:gd name="T9" fmla="*/ 0 h 86"/>
                  <a:gd name="T10" fmla="*/ 47 w 16"/>
                  <a:gd name="T11" fmla="*/ 151 h 8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6" h="86">
                    <a:moveTo>
                      <a:pt x="10" y="36"/>
                    </a:moveTo>
                    <a:cubicBezTo>
                      <a:pt x="16" y="54"/>
                      <a:pt x="15" y="68"/>
                      <a:pt x="9" y="86"/>
                    </a:cubicBezTo>
                    <a:cubicBezTo>
                      <a:pt x="12" y="72"/>
                      <a:pt x="9" y="54"/>
                      <a:pt x="4" y="41"/>
                    </a:cubicBezTo>
                    <a:cubicBezTo>
                      <a:pt x="1" y="32"/>
                      <a:pt x="0" y="28"/>
                      <a:pt x="1" y="18"/>
                    </a:cubicBezTo>
                    <a:cubicBezTo>
                      <a:pt x="1" y="12"/>
                      <a:pt x="4" y="5"/>
                      <a:pt x="2" y="0"/>
                    </a:cubicBezTo>
                    <a:cubicBezTo>
                      <a:pt x="3" y="12"/>
                      <a:pt x="8" y="24"/>
                      <a:pt x="11" y="35"/>
                    </a:cubicBezTo>
                  </a:path>
                </a:pathLst>
              </a:custGeom>
              <a:solidFill>
                <a:srgbClr val="8E4C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614" name="Freeform 251">
                <a:extLst>
                  <a:ext uri="{FF2B5EF4-FFF2-40B4-BE49-F238E27FC236}">
                    <a16:creationId xmlns:a16="http://schemas.microsoft.com/office/drawing/2014/main" id="{EAD0F92E-3971-4307-99DA-069E505984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5" y="2457"/>
                <a:ext cx="70" cy="220"/>
              </a:xfrm>
              <a:custGeom>
                <a:avLst/>
                <a:gdLst>
                  <a:gd name="T0" fmla="*/ 109 w 43"/>
                  <a:gd name="T1" fmla="*/ 55 h 135"/>
                  <a:gd name="T2" fmla="*/ 81 w 43"/>
                  <a:gd name="T3" fmla="*/ 585 h 135"/>
                  <a:gd name="T4" fmla="*/ 98 w 43"/>
                  <a:gd name="T5" fmla="*/ 391 h 135"/>
                  <a:gd name="T6" fmla="*/ 103 w 43"/>
                  <a:gd name="T7" fmla="*/ 191 h 135"/>
                  <a:gd name="T8" fmla="*/ 125 w 43"/>
                  <a:gd name="T9" fmla="*/ 96 h 135"/>
                  <a:gd name="T10" fmla="*/ 186 w 43"/>
                  <a:gd name="T11" fmla="*/ 0 h 135"/>
                  <a:gd name="T12" fmla="*/ 96 w 43"/>
                  <a:gd name="T13" fmla="*/ 64 h 13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3" h="135">
                    <a:moveTo>
                      <a:pt x="25" y="13"/>
                    </a:moveTo>
                    <a:cubicBezTo>
                      <a:pt x="0" y="25"/>
                      <a:pt x="28" y="103"/>
                      <a:pt x="19" y="135"/>
                    </a:cubicBezTo>
                    <a:cubicBezTo>
                      <a:pt x="18" y="119"/>
                      <a:pt x="21" y="105"/>
                      <a:pt x="23" y="90"/>
                    </a:cubicBezTo>
                    <a:cubicBezTo>
                      <a:pt x="24" y="75"/>
                      <a:pt x="22" y="59"/>
                      <a:pt x="24" y="44"/>
                    </a:cubicBezTo>
                    <a:cubicBezTo>
                      <a:pt x="24" y="36"/>
                      <a:pt x="25" y="29"/>
                      <a:pt x="29" y="22"/>
                    </a:cubicBezTo>
                    <a:cubicBezTo>
                      <a:pt x="32" y="16"/>
                      <a:pt x="38" y="2"/>
                      <a:pt x="43" y="0"/>
                    </a:cubicBezTo>
                    <a:cubicBezTo>
                      <a:pt x="36" y="3"/>
                      <a:pt x="29" y="11"/>
                      <a:pt x="22" y="15"/>
                    </a:cubicBezTo>
                  </a:path>
                </a:pathLst>
              </a:custGeom>
              <a:solidFill>
                <a:srgbClr val="C1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615" name="Freeform 252">
                <a:extLst>
                  <a:ext uri="{FF2B5EF4-FFF2-40B4-BE49-F238E27FC236}">
                    <a16:creationId xmlns:a16="http://schemas.microsoft.com/office/drawing/2014/main" id="{688F64C9-3ED2-45D3-996A-57376468EA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1" y="2904"/>
                <a:ext cx="30" cy="254"/>
              </a:xfrm>
              <a:custGeom>
                <a:avLst/>
                <a:gdLst>
                  <a:gd name="T0" fmla="*/ 37 w 18"/>
                  <a:gd name="T1" fmla="*/ 0 h 156"/>
                  <a:gd name="T2" fmla="*/ 33 w 18"/>
                  <a:gd name="T3" fmla="*/ 337 h 156"/>
                  <a:gd name="T4" fmla="*/ 62 w 18"/>
                  <a:gd name="T5" fmla="*/ 674 h 156"/>
                  <a:gd name="T6" fmla="*/ 63 w 18"/>
                  <a:gd name="T7" fmla="*/ 366 h 156"/>
                  <a:gd name="T8" fmla="*/ 47 w 18"/>
                  <a:gd name="T9" fmla="*/ 90 h 156"/>
                  <a:gd name="T10" fmla="*/ 37 w 18"/>
                  <a:gd name="T11" fmla="*/ 0 h 15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8" h="156">
                    <a:moveTo>
                      <a:pt x="8" y="0"/>
                    </a:moveTo>
                    <a:cubicBezTo>
                      <a:pt x="7" y="23"/>
                      <a:pt x="0" y="49"/>
                      <a:pt x="7" y="78"/>
                    </a:cubicBezTo>
                    <a:cubicBezTo>
                      <a:pt x="13" y="107"/>
                      <a:pt x="17" y="130"/>
                      <a:pt x="13" y="156"/>
                    </a:cubicBezTo>
                    <a:cubicBezTo>
                      <a:pt x="18" y="135"/>
                      <a:pt x="17" y="103"/>
                      <a:pt x="14" y="85"/>
                    </a:cubicBezTo>
                    <a:cubicBezTo>
                      <a:pt x="11" y="68"/>
                      <a:pt x="9" y="35"/>
                      <a:pt x="10" y="21"/>
                    </a:cubicBezTo>
                    <a:cubicBezTo>
                      <a:pt x="11" y="6"/>
                      <a:pt x="8" y="0"/>
                      <a:pt x="8" y="0"/>
                    </a:cubicBezTo>
                  </a:path>
                </a:pathLst>
              </a:custGeom>
              <a:solidFill>
                <a:srgbClr val="C1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616" name="Freeform 253">
                <a:extLst>
                  <a:ext uri="{FF2B5EF4-FFF2-40B4-BE49-F238E27FC236}">
                    <a16:creationId xmlns:a16="http://schemas.microsoft.com/office/drawing/2014/main" id="{9B1DA764-4007-480D-9046-CCB2C89C5F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8" y="3958"/>
                <a:ext cx="107" cy="74"/>
              </a:xfrm>
              <a:custGeom>
                <a:avLst/>
                <a:gdLst>
                  <a:gd name="T0" fmla="*/ 43 w 65"/>
                  <a:gd name="T1" fmla="*/ 156 h 45"/>
                  <a:gd name="T2" fmla="*/ 214 w 65"/>
                  <a:gd name="T3" fmla="*/ 160 h 45"/>
                  <a:gd name="T4" fmla="*/ 249 w 65"/>
                  <a:gd name="T5" fmla="*/ 0 h 45"/>
                  <a:gd name="T6" fmla="*/ 235 w 65"/>
                  <a:gd name="T7" fmla="*/ 54 h 45"/>
                  <a:gd name="T8" fmla="*/ 160 w 65"/>
                  <a:gd name="T9" fmla="*/ 95 h 45"/>
                  <a:gd name="T10" fmla="*/ 20 w 65"/>
                  <a:gd name="T11" fmla="*/ 81 h 45"/>
                  <a:gd name="T12" fmla="*/ 26 w 65"/>
                  <a:gd name="T13" fmla="*/ 160 h 4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5" h="45">
                    <a:moveTo>
                      <a:pt x="10" y="35"/>
                    </a:moveTo>
                    <a:cubicBezTo>
                      <a:pt x="20" y="45"/>
                      <a:pt x="38" y="42"/>
                      <a:pt x="48" y="36"/>
                    </a:cubicBezTo>
                    <a:cubicBezTo>
                      <a:pt x="65" y="27"/>
                      <a:pt x="62" y="16"/>
                      <a:pt x="56" y="0"/>
                    </a:cubicBezTo>
                    <a:cubicBezTo>
                      <a:pt x="56" y="5"/>
                      <a:pt x="57" y="8"/>
                      <a:pt x="53" y="12"/>
                    </a:cubicBezTo>
                    <a:cubicBezTo>
                      <a:pt x="50" y="17"/>
                      <a:pt x="41" y="20"/>
                      <a:pt x="36" y="21"/>
                    </a:cubicBezTo>
                    <a:cubicBezTo>
                      <a:pt x="25" y="24"/>
                      <a:pt x="14" y="21"/>
                      <a:pt x="4" y="18"/>
                    </a:cubicBezTo>
                    <a:cubicBezTo>
                      <a:pt x="0" y="22"/>
                      <a:pt x="5" y="31"/>
                      <a:pt x="6" y="36"/>
                    </a:cubicBezTo>
                  </a:path>
                </a:pathLst>
              </a:custGeom>
              <a:solidFill>
                <a:srgbClr val="8E4C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617" name="Freeform 254">
                <a:extLst>
                  <a:ext uri="{FF2B5EF4-FFF2-40B4-BE49-F238E27FC236}">
                    <a16:creationId xmlns:a16="http://schemas.microsoft.com/office/drawing/2014/main" id="{98143171-5D01-4157-98F8-4573E39371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4" y="3859"/>
                <a:ext cx="112" cy="163"/>
              </a:xfrm>
              <a:custGeom>
                <a:avLst/>
                <a:gdLst>
                  <a:gd name="T0" fmla="*/ 0 w 69"/>
                  <a:gd name="T1" fmla="*/ 434 h 100"/>
                  <a:gd name="T2" fmla="*/ 84 w 69"/>
                  <a:gd name="T3" fmla="*/ 414 h 100"/>
                  <a:gd name="T4" fmla="*/ 151 w 69"/>
                  <a:gd name="T5" fmla="*/ 425 h 100"/>
                  <a:gd name="T6" fmla="*/ 211 w 69"/>
                  <a:gd name="T7" fmla="*/ 404 h 100"/>
                  <a:gd name="T8" fmla="*/ 248 w 69"/>
                  <a:gd name="T9" fmla="*/ 329 h 100"/>
                  <a:gd name="T10" fmla="*/ 266 w 69"/>
                  <a:gd name="T11" fmla="*/ 156 h 100"/>
                  <a:gd name="T12" fmla="*/ 253 w 69"/>
                  <a:gd name="T13" fmla="*/ 0 h 100"/>
                  <a:gd name="T14" fmla="*/ 211 w 69"/>
                  <a:gd name="T15" fmla="*/ 88 h 100"/>
                  <a:gd name="T16" fmla="*/ 213 w 69"/>
                  <a:gd name="T17" fmla="*/ 199 h 100"/>
                  <a:gd name="T18" fmla="*/ 172 w 69"/>
                  <a:gd name="T19" fmla="*/ 298 h 100"/>
                  <a:gd name="T20" fmla="*/ 109 w 69"/>
                  <a:gd name="T21" fmla="*/ 391 h 10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9" h="100">
                    <a:moveTo>
                      <a:pt x="0" y="100"/>
                    </a:moveTo>
                    <a:cubicBezTo>
                      <a:pt x="7" y="97"/>
                      <a:pt x="13" y="96"/>
                      <a:pt x="20" y="96"/>
                    </a:cubicBezTo>
                    <a:cubicBezTo>
                      <a:pt x="25" y="97"/>
                      <a:pt x="30" y="99"/>
                      <a:pt x="35" y="98"/>
                    </a:cubicBezTo>
                    <a:cubicBezTo>
                      <a:pt x="39" y="98"/>
                      <a:pt x="46" y="95"/>
                      <a:pt x="49" y="93"/>
                    </a:cubicBezTo>
                    <a:cubicBezTo>
                      <a:pt x="56" y="89"/>
                      <a:pt x="56" y="84"/>
                      <a:pt x="58" y="76"/>
                    </a:cubicBezTo>
                    <a:cubicBezTo>
                      <a:pt x="61" y="63"/>
                      <a:pt x="62" y="50"/>
                      <a:pt x="62" y="36"/>
                    </a:cubicBezTo>
                    <a:cubicBezTo>
                      <a:pt x="63" y="25"/>
                      <a:pt x="69" y="8"/>
                      <a:pt x="59" y="0"/>
                    </a:cubicBezTo>
                    <a:cubicBezTo>
                      <a:pt x="56" y="4"/>
                      <a:pt x="50" y="14"/>
                      <a:pt x="49" y="20"/>
                    </a:cubicBezTo>
                    <a:cubicBezTo>
                      <a:pt x="47" y="28"/>
                      <a:pt x="51" y="38"/>
                      <a:pt x="50" y="46"/>
                    </a:cubicBezTo>
                    <a:cubicBezTo>
                      <a:pt x="49" y="55"/>
                      <a:pt x="45" y="62"/>
                      <a:pt x="40" y="69"/>
                    </a:cubicBezTo>
                    <a:cubicBezTo>
                      <a:pt x="36" y="75"/>
                      <a:pt x="34" y="89"/>
                      <a:pt x="25" y="90"/>
                    </a:cubicBezTo>
                  </a:path>
                </a:pathLst>
              </a:custGeom>
              <a:solidFill>
                <a:srgbClr val="8E4C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618" name="Freeform 255">
                <a:extLst>
                  <a:ext uri="{FF2B5EF4-FFF2-40B4-BE49-F238E27FC236}">
                    <a16:creationId xmlns:a16="http://schemas.microsoft.com/office/drawing/2014/main" id="{B2190682-05C4-4D49-A4A9-450552784A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2" y="2036"/>
                <a:ext cx="31" cy="11"/>
              </a:xfrm>
              <a:custGeom>
                <a:avLst/>
                <a:gdLst>
                  <a:gd name="T0" fmla="*/ 0 w 19"/>
                  <a:gd name="T1" fmla="*/ 27 h 7"/>
                  <a:gd name="T2" fmla="*/ 42 w 19"/>
                  <a:gd name="T3" fmla="*/ 0 h 7"/>
                  <a:gd name="T4" fmla="*/ 83 w 19"/>
                  <a:gd name="T5" fmla="*/ 27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7">
                    <a:moveTo>
                      <a:pt x="0" y="7"/>
                    </a:moveTo>
                    <a:cubicBezTo>
                      <a:pt x="5" y="1"/>
                      <a:pt x="5" y="0"/>
                      <a:pt x="10" y="0"/>
                    </a:cubicBezTo>
                    <a:cubicBezTo>
                      <a:pt x="14" y="0"/>
                      <a:pt x="15" y="1"/>
                      <a:pt x="19" y="7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619" name="Freeform 256">
                <a:extLst>
                  <a:ext uri="{FF2B5EF4-FFF2-40B4-BE49-F238E27FC236}">
                    <a16:creationId xmlns:a16="http://schemas.microsoft.com/office/drawing/2014/main" id="{E45153AD-0156-415A-B7B3-D436235CF5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8" y="2042"/>
                <a:ext cx="20" cy="10"/>
              </a:xfrm>
              <a:custGeom>
                <a:avLst/>
                <a:gdLst>
                  <a:gd name="T0" fmla="*/ 0 w 12"/>
                  <a:gd name="T1" fmla="*/ 0 h 6"/>
                  <a:gd name="T2" fmla="*/ 55 w 12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6">
                    <a:moveTo>
                      <a:pt x="0" y="0"/>
                    </a:moveTo>
                    <a:cubicBezTo>
                      <a:pt x="1" y="6"/>
                      <a:pt x="10" y="6"/>
                      <a:pt x="12" y="0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620" name="Freeform 257">
                <a:extLst>
                  <a:ext uri="{FF2B5EF4-FFF2-40B4-BE49-F238E27FC236}">
                    <a16:creationId xmlns:a16="http://schemas.microsoft.com/office/drawing/2014/main" id="{2FA4AE8A-7E4E-4431-8210-5088FD2247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0" y="1253"/>
                <a:ext cx="152" cy="18"/>
              </a:xfrm>
              <a:custGeom>
                <a:avLst/>
                <a:gdLst>
                  <a:gd name="T0" fmla="*/ 0 w 93"/>
                  <a:gd name="T1" fmla="*/ 0 h 11"/>
                  <a:gd name="T2" fmla="*/ 110 w 93"/>
                  <a:gd name="T3" fmla="*/ 21 h 11"/>
                  <a:gd name="T4" fmla="*/ 235 w 93"/>
                  <a:gd name="T5" fmla="*/ 26 h 11"/>
                  <a:gd name="T6" fmla="*/ 399 w 93"/>
                  <a:gd name="T7" fmla="*/ 34 h 11"/>
                  <a:gd name="T8" fmla="*/ 405 w 93"/>
                  <a:gd name="T9" fmla="*/ 47 h 11"/>
                  <a:gd name="T10" fmla="*/ 400 w 93"/>
                  <a:gd name="T11" fmla="*/ 26 h 11"/>
                  <a:gd name="T12" fmla="*/ 235 w 93"/>
                  <a:gd name="T13" fmla="*/ 18 h 11"/>
                  <a:gd name="T14" fmla="*/ 113 w 93"/>
                  <a:gd name="T15" fmla="*/ 18 h 11"/>
                  <a:gd name="T16" fmla="*/ 0 w 93"/>
                  <a:gd name="T17" fmla="*/ 0 h 1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3" h="11">
                    <a:moveTo>
                      <a:pt x="0" y="0"/>
                    </a:moveTo>
                    <a:cubicBezTo>
                      <a:pt x="5" y="1"/>
                      <a:pt x="20" y="3"/>
                      <a:pt x="25" y="5"/>
                    </a:cubicBezTo>
                    <a:cubicBezTo>
                      <a:pt x="30" y="8"/>
                      <a:pt x="42" y="7"/>
                      <a:pt x="54" y="6"/>
                    </a:cubicBezTo>
                    <a:cubicBezTo>
                      <a:pt x="69" y="4"/>
                      <a:pt x="86" y="3"/>
                      <a:pt x="91" y="8"/>
                    </a:cubicBezTo>
                    <a:cubicBezTo>
                      <a:pt x="92" y="9"/>
                      <a:pt x="93" y="10"/>
                      <a:pt x="93" y="11"/>
                    </a:cubicBezTo>
                    <a:cubicBezTo>
                      <a:pt x="93" y="9"/>
                      <a:pt x="93" y="8"/>
                      <a:pt x="92" y="6"/>
                    </a:cubicBezTo>
                    <a:cubicBezTo>
                      <a:pt x="87" y="1"/>
                      <a:pt x="70" y="2"/>
                      <a:pt x="54" y="4"/>
                    </a:cubicBezTo>
                    <a:cubicBezTo>
                      <a:pt x="42" y="5"/>
                      <a:pt x="31" y="6"/>
                      <a:pt x="26" y="4"/>
                    </a:cubicBezTo>
                    <a:cubicBezTo>
                      <a:pt x="21" y="1"/>
                      <a:pt x="6" y="1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621" name="Freeform 258">
                <a:extLst>
                  <a:ext uri="{FF2B5EF4-FFF2-40B4-BE49-F238E27FC236}">
                    <a16:creationId xmlns:a16="http://schemas.microsoft.com/office/drawing/2014/main" id="{ED588245-1A25-4733-B005-DE265532FC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5" y="1293"/>
                <a:ext cx="29" cy="16"/>
              </a:xfrm>
              <a:custGeom>
                <a:avLst/>
                <a:gdLst>
                  <a:gd name="T0" fmla="*/ 0 w 18"/>
                  <a:gd name="T1" fmla="*/ 0 h 10"/>
                  <a:gd name="T2" fmla="*/ 34 w 18"/>
                  <a:gd name="T3" fmla="*/ 42 h 10"/>
                  <a:gd name="T4" fmla="*/ 76 w 18"/>
                  <a:gd name="T5" fmla="*/ 0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10">
                    <a:moveTo>
                      <a:pt x="0" y="0"/>
                    </a:moveTo>
                    <a:cubicBezTo>
                      <a:pt x="3" y="6"/>
                      <a:pt x="5" y="10"/>
                      <a:pt x="8" y="10"/>
                    </a:cubicBezTo>
                    <a:cubicBezTo>
                      <a:pt x="10" y="10"/>
                      <a:pt x="14" y="6"/>
                      <a:pt x="18" y="0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622" name="Freeform 259">
                <a:extLst>
                  <a:ext uri="{FF2B5EF4-FFF2-40B4-BE49-F238E27FC236}">
                    <a16:creationId xmlns:a16="http://schemas.microsoft.com/office/drawing/2014/main" id="{74965A8A-FA4D-4211-964C-D71CD898E7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5" y="3962"/>
                <a:ext cx="19" cy="65"/>
              </a:xfrm>
              <a:custGeom>
                <a:avLst/>
                <a:gdLst>
                  <a:gd name="T0" fmla="*/ 43 w 12"/>
                  <a:gd name="T1" fmla="*/ 0 h 40"/>
                  <a:gd name="T2" fmla="*/ 27 w 12"/>
                  <a:gd name="T3" fmla="*/ 55 h 40"/>
                  <a:gd name="T4" fmla="*/ 8 w 12"/>
                  <a:gd name="T5" fmla="*/ 172 h 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40">
                    <a:moveTo>
                      <a:pt x="11" y="0"/>
                    </a:moveTo>
                    <a:cubicBezTo>
                      <a:pt x="12" y="4"/>
                      <a:pt x="10" y="9"/>
                      <a:pt x="7" y="13"/>
                    </a:cubicBezTo>
                    <a:cubicBezTo>
                      <a:pt x="3" y="17"/>
                      <a:pt x="0" y="38"/>
                      <a:pt x="2" y="40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623" name="Freeform 260">
                <a:extLst>
                  <a:ext uri="{FF2B5EF4-FFF2-40B4-BE49-F238E27FC236}">
                    <a16:creationId xmlns:a16="http://schemas.microsoft.com/office/drawing/2014/main" id="{5B1E50B9-D669-4BC2-A61E-57C6825626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4" y="3965"/>
                <a:ext cx="33" cy="62"/>
              </a:xfrm>
              <a:custGeom>
                <a:avLst/>
                <a:gdLst>
                  <a:gd name="T0" fmla="*/ 89 w 20"/>
                  <a:gd name="T1" fmla="*/ 0 h 38"/>
                  <a:gd name="T2" fmla="*/ 33 w 20"/>
                  <a:gd name="T3" fmla="*/ 62 h 38"/>
                  <a:gd name="T4" fmla="*/ 8 w 20"/>
                  <a:gd name="T5" fmla="*/ 165 h 3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38">
                    <a:moveTo>
                      <a:pt x="20" y="0"/>
                    </a:moveTo>
                    <a:cubicBezTo>
                      <a:pt x="16" y="7"/>
                      <a:pt x="9" y="12"/>
                      <a:pt x="7" y="14"/>
                    </a:cubicBezTo>
                    <a:cubicBezTo>
                      <a:pt x="0" y="22"/>
                      <a:pt x="6" y="23"/>
                      <a:pt x="2" y="38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624" name="Freeform 261">
                <a:extLst>
                  <a:ext uri="{FF2B5EF4-FFF2-40B4-BE49-F238E27FC236}">
                    <a16:creationId xmlns:a16="http://schemas.microsoft.com/office/drawing/2014/main" id="{035A0A1F-E2A5-40DF-A460-30E9176A89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1" y="3962"/>
                <a:ext cx="38" cy="61"/>
              </a:xfrm>
              <a:custGeom>
                <a:avLst/>
                <a:gdLst>
                  <a:gd name="T0" fmla="*/ 104 w 23"/>
                  <a:gd name="T1" fmla="*/ 0 h 38"/>
                  <a:gd name="T2" fmla="*/ 41 w 23"/>
                  <a:gd name="T3" fmla="*/ 67 h 38"/>
                  <a:gd name="T4" fmla="*/ 0 w 23"/>
                  <a:gd name="T5" fmla="*/ 157 h 3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38">
                    <a:moveTo>
                      <a:pt x="23" y="0"/>
                    </a:moveTo>
                    <a:cubicBezTo>
                      <a:pt x="19" y="5"/>
                      <a:pt x="14" y="11"/>
                      <a:pt x="9" y="16"/>
                    </a:cubicBezTo>
                    <a:cubicBezTo>
                      <a:pt x="5" y="20"/>
                      <a:pt x="6" y="27"/>
                      <a:pt x="0" y="38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625" name="Freeform 262">
                <a:extLst>
                  <a:ext uri="{FF2B5EF4-FFF2-40B4-BE49-F238E27FC236}">
                    <a16:creationId xmlns:a16="http://schemas.microsoft.com/office/drawing/2014/main" id="{6FAAE569-ACE5-42A4-9D89-6246D71315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5" y="3953"/>
                <a:ext cx="28" cy="46"/>
              </a:xfrm>
              <a:custGeom>
                <a:avLst/>
                <a:gdLst>
                  <a:gd name="T0" fmla="*/ 76 w 17"/>
                  <a:gd name="T1" fmla="*/ 0 h 28"/>
                  <a:gd name="T2" fmla="*/ 33 w 17"/>
                  <a:gd name="T3" fmla="*/ 49 h 28"/>
                  <a:gd name="T4" fmla="*/ 0 w 17"/>
                  <a:gd name="T5" fmla="*/ 125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28">
                    <a:moveTo>
                      <a:pt x="17" y="0"/>
                    </a:moveTo>
                    <a:cubicBezTo>
                      <a:pt x="14" y="4"/>
                      <a:pt x="10" y="8"/>
                      <a:pt x="7" y="11"/>
                    </a:cubicBezTo>
                    <a:cubicBezTo>
                      <a:pt x="4" y="15"/>
                      <a:pt x="6" y="20"/>
                      <a:pt x="0" y="28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626" name="Freeform 263">
                <a:extLst>
                  <a:ext uri="{FF2B5EF4-FFF2-40B4-BE49-F238E27FC236}">
                    <a16:creationId xmlns:a16="http://schemas.microsoft.com/office/drawing/2014/main" id="{0F3D57B5-83A2-4CF9-887A-63A66EC8DC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5" y="3994"/>
                <a:ext cx="40" cy="26"/>
              </a:xfrm>
              <a:custGeom>
                <a:avLst/>
                <a:gdLst>
                  <a:gd name="T0" fmla="*/ 0 w 25"/>
                  <a:gd name="T1" fmla="*/ 42 h 16"/>
                  <a:gd name="T2" fmla="*/ 77 w 25"/>
                  <a:gd name="T3" fmla="*/ 68 h 16"/>
                  <a:gd name="T4" fmla="*/ 48 w 25"/>
                  <a:gd name="T5" fmla="*/ 5 h 16"/>
                  <a:gd name="T6" fmla="*/ 0 w 25"/>
                  <a:gd name="T7" fmla="*/ 42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" h="16">
                    <a:moveTo>
                      <a:pt x="0" y="10"/>
                    </a:moveTo>
                    <a:cubicBezTo>
                      <a:pt x="8" y="8"/>
                      <a:pt x="17" y="14"/>
                      <a:pt x="19" y="16"/>
                    </a:cubicBezTo>
                    <a:cubicBezTo>
                      <a:pt x="25" y="7"/>
                      <a:pt x="17" y="0"/>
                      <a:pt x="12" y="1"/>
                    </a:cubicBezTo>
                    <a:cubicBezTo>
                      <a:pt x="2" y="1"/>
                      <a:pt x="0" y="7"/>
                      <a:pt x="0" y="10"/>
                    </a:cubicBezTo>
                    <a:close/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627" name="Freeform 264">
                <a:extLst>
                  <a:ext uri="{FF2B5EF4-FFF2-40B4-BE49-F238E27FC236}">
                    <a16:creationId xmlns:a16="http://schemas.microsoft.com/office/drawing/2014/main" id="{6A0192A4-9B69-41ED-AC5D-2CDFBE880F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5" y="4004"/>
                <a:ext cx="18" cy="18"/>
              </a:xfrm>
              <a:custGeom>
                <a:avLst/>
                <a:gdLst>
                  <a:gd name="T0" fmla="*/ 0 w 11"/>
                  <a:gd name="T1" fmla="*/ 47 h 11"/>
                  <a:gd name="T2" fmla="*/ 47 w 11"/>
                  <a:gd name="T3" fmla="*/ 43 h 11"/>
                  <a:gd name="T4" fmla="*/ 0 w 11"/>
                  <a:gd name="T5" fmla="*/ 47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1">
                    <a:moveTo>
                      <a:pt x="0" y="11"/>
                    </a:moveTo>
                    <a:cubicBezTo>
                      <a:pt x="2" y="11"/>
                      <a:pt x="9" y="9"/>
                      <a:pt x="11" y="10"/>
                    </a:cubicBezTo>
                    <a:cubicBezTo>
                      <a:pt x="10" y="2"/>
                      <a:pt x="0" y="0"/>
                      <a:pt x="0" y="11"/>
                    </a:cubicBezTo>
                    <a:close/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628" name="Freeform 265">
                <a:extLst>
                  <a:ext uri="{FF2B5EF4-FFF2-40B4-BE49-F238E27FC236}">
                    <a16:creationId xmlns:a16="http://schemas.microsoft.com/office/drawing/2014/main" id="{CA31A943-1898-4066-9DCC-016E3ECE49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" y="4009"/>
                <a:ext cx="17" cy="14"/>
              </a:xfrm>
              <a:custGeom>
                <a:avLst/>
                <a:gdLst>
                  <a:gd name="T0" fmla="*/ 0 w 10"/>
                  <a:gd name="T1" fmla="*/ 26 h 9"/>
                  <a:gd name="T2" fmla="*/ 49 w 10"/>
                  <a:gd name="T3" fmla="*/ 26 h 9"/>
                  <a:gd name="T4" fmla="*/ 0 w 10"/>
                  <a:gd name="T5" fmla="*/ 26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9">
                    <a:moveTo>
                      <a:pt x="0" y="7"/>
                    </a:moveTo>
                    <a:cubicBezTo>
                      <a:pt x="2" y="9"/>
                      <a:pt x="8" y="9"/>
                      <a:pt x="10" y="7"/>
                    </a:cubicBezTo>
                    <a:cubicBezTo>
                      <a:pt x="9" y="0"/>
                      <a:pt x="0" y="3"/>
                      <a:pt x="0" y="7"/>
                    </a:cubicBezTo>
                    <a:close/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629" name="Freeform 266">
                <a:extLst>
                  <a:ext uri="{FF2B5EF4-FFF2-40B4-BE49-F238E27FC236}">
                    <a16:creationId xmlns:a16="http://schemas.microsoft.com/office/drawing/2014/main" id="{EC60A03D-D4F4-45D5-AF40-73A9AD80B5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8" y="3994"/>
                <a:ext cx="13" cy="13"/>
              </a:xfrm>
              <a:custGeom>
                <a:avLst/>
                <a:gdLst>
                  <a:gd name="T0" fmla="*/ 0 w 8"/>
                  <a:gd name="T1" fmla="*/ 21 h 8"/>
                  <a:gd name="T2" fmla="*/ 29 w 8"/>
                  <a:gd name="T3" fmla="*/ 29 h 8"/>
                  <a:gd name="T4" fmla="*/ 0 w 8"/>
                  <a:gd name="T5" fmla="*/ 21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8">
                    <a:moveTo>
                      <a:pt x="0" y="5"/>
                    </a:moveTo>
                    <a:cubicBezTo>
                      <a:pt x="1" y="7"/>
                      <a:pt x="4" y="8"/>
                      <a:pt x="7" y="7"/>
                    </a:cubicBezTo>
                    <a:cubicBezTo>
                      <a:pt x="8" y="0"/>
                      <a:pt x="1" y="1"/>
                      <a:pt x="0" y="5"/>
                    </a:cubicBezTo>
                    <a:close/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630" name="Freeform 267">
                <a:extLst>
                  <a:ext uri="{FF2B5EF4-FFF2-40B4-BE49-F238E27FC236}">
                    <a16:creationId xmlns:a16="http://schemas.microsoft.com/office/drawing/2014/main" id="{1196489B-6D1F-4369-9560-7B6AFE6418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0" y="1642"/>
                <a:ext cx="64" cy="70"/>
              </a:xfrm>
              <a:custGeom>
                <a:avLst/>
                <a:gdLst>
                  <a:gd name="T0" fmla="*/ 5 w 39"/>
                  <a:gd name="T1" fmla="*/ 98 h 43"/>
                  <a:gd name="T2" fmla="*/ 80 w 39"/>
                  <a:gd name="T3" fmla="*/ 5 h 43"/>
                  <a:gd name="T4" fmla="*/ 172 w 39"/>
                  <a:gd name="T5" fmla="*/ 88 h 43"/>
                  <a:gd name="T6" fmla="*/ 92 w 39"/>
                  <a:gd name="T7" fmla="*/ 181 h 43"/>
                  <a:gd name="T8" fmla="*/ 5 w 39"/>
                  <a:gd name="T9" fmla="*/ 98 h 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9" h="43">
                    <a:moveTo>
                      <a:pt x="1" y="23"/>
                    </a:moveTo>
                    <a:cubicBezTo>
                      <a:pt x="0" y="12"/>
                      <a:pt x="8" y="2"/>
                      <a:pt x="18" y="1"/>
                    </a:cubicBezTo>
                    <a:cubicBezTo>
                      <a:pt x="29" y="0"/>
                      <a:pt x="38" y="9"/>
                      <a:pt x="39" y="20"/>
                    </a:cubicBezTo>
                    <a:cubicBezTo>
                      <a:pt x="39" y="32"/>
                      <a:pt x="32" y="42"/>
                      <a:pt x="21" y="42"/>
                    </a:cubicBezTo>
                    <a:cubicBezTo>
                      <a:pt x="10" y="43"/>
                      <a:pt x="1" y="35"/>
                      <a:pt x="1" y="23"/>
                    </a:cubicBezTo>
                  </a:path>
                </a:pathLst>
              </a:custGeom>
              <a:solidFill>
                <a:srgbClr val="7133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631" name="Freeform 268">
                <a:extLst>
                  <a:ext uri="{FF2B5EF4-FFF2-40B4-BE49-F238E27FC236}">
                    <a16:creationId xmlns:a16="http://schemas.microsoft.com/office/drawing/2014/main" id="{B317B1DE-6FAF-4DEA-A4F9-98FAB8A18E8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738" y="1663"/>
                <a:ext cx="28" cy="30"/>
              </a:xfrm>
              <a:custGeom>
                <a:avLst/>
                <a:gdLst>
                  <a:gd name="T0" fmla="*/ 71 w 17"/>
                  <a:gd name="T1" fmla="*/ 33 h 18"/>
                  <a:gd name="T2" fmla="*/ 68 w 17"/>
                  <a:gd name="T3" fmla="*/ 50 h 18"/>
                  <a:gd name="T4" fmla="*/ 54 w 17"/>
                  <a:gd name="T5" fmla="*/ 62 h 18"/>
                  <a:gd name="T6" fmla="*/ 41 w 17"/>
                  <a:gd name="T7" fmla="*/ 70 h 18"/>
                  <a:gd name="T8" fmla="*/ 21 w 17"/>
                  <a:gd name="T9" fmla="*/ 62 h 18"/>
                  <a:gd name="T10" fmla="*/ 13 w 17"/>
                  <a:gd name="T11" fmla="*/ 42 h 18"/>
                  <a:gd name="T12" fmla="*/ 13 w 17"/>
                  <a:gd name="T13" fmla="*/ 42 h 18"/>
                  <a:gd name="T14" fmla="*/ 13 w 17"/>
                  <a:gd name="T15" fmla="*/ 42 h 18"/>
                  <a:gd name="T16" fmla="*/ 20 w 17"/>
                  <a:gd name="T17" fmla="*/ 28 h 18"/>
                  <a:gd name="T18" fmla="*/ 13 w 17"/>
                  <a:gd name="T19" fmla="*/ 28 h 18"/>
                  <a:gd name="T20" fmla="*/ 8 w 17"/>
                  <a:gd name="T21" fmla="*/ 20 h 18"/>
                  <a:gd name="T22" fmla="*/ 0 w 17"/>
                  <a:gd name="T23" fmla="*/ 42 h 18"/>
                  <a:gd name="T24" fmla="*/ 13 w 17"/>
                  <a:gd name="T25" fmla="*/ 75 h 18"/>
                  <a:gd name="T26" fmla="*/ 41 w 17"/>
                  <a:gd name="T27" fmla="*/ 83 h 18"/>
                  <a:gd name="T28" fmla="*/ 68 w 17"/>
                  <a:gd name="T29" fmla="*/ 70 h 18"/>
                  <a:gd name="T30" fmla="*/ 76 w 17"/>
                  <a:gd name="T31" fmla="*/ 37 h 18"/>
                  <a:gd name="T32" fmla="*/ 71 w 17"/>
                  <a:gd name="T33" fmla="*/ 33 h 18"/>
                  <a:gd name="T34" fmla="*/ 35 w 17"/>
                  <a:gd name="T35" fmla="*/ 13 h 18"/>
                  <a:gd name="T36" fmla="*/ 35 w 17"/>
                  <a:gd name="T37" fmla="*/ 13 h 18"/>
                  <a:gd name="T38" fmla="*/ 41 w 17"/>
                  <a:gd name="T39" fmla="*/ 13 h 18"/>
                  <a:gd name="T40" fmla="*/ 41 w 17"/>
                  <a:gd name="T41" fmla="*/ 5 h 18"/>
                  <a:gd name="T42" fmla="*/ 41 w 17"/>
                  <a:gd name="T43" fmla="*/ 0 h 18"/>
                  <a:gd name="T44" fmla="*/ 35 w 17"/>
                  <a:gd name="T45" fmla="*/ 0 h 18"/>
                  <a:gd name="T46" fmla="*/ 33 w 17"/>
                  <a:gd name="T47" fmla="*/ 0 h 18"/>
                  <a:gd name="T48" fmla="*/ 33 w 17"/>
                  <a:gd name="T49" fmla="*/ 8 h 18"/>
                  <a:gd name="T50" fmla="*/ 35 w 17"/>
                  <a:gd name="T51" fmla="*/ 13 h 18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17" h="18">
                    <a:moveTo>
                      <a:pt x="16" y="7"/>
                    </a:moveTo>
                    <a:cubicBezTo>
                      <a:pt x="16" y="8"/>
                      <a:pt x="15" y="9"/>
                      <a:pt x="15" y="11"/>
                    </a:cubicBezTo>
                    <a:cubicBezTo>
                      <a:pt x="14" y="12"/>
                      <a:pt x="13" y="13"/>
                      <a:pt x="12" y="13"/>
                    </a:cubicBezTo>
                    <a:cubicBezTo>
                      <a:pt x="9" y="15"/>
                      <a:pt x="9" y="15"/>
                      <a:pt x="9" y="15"/>
                    </a:cubicBezTo>
                    <a:cubicBezTo>
                      <a:pt x="9" y="15"/>
                      <a:pt x="5" y="13"/>
                      <a:pt x="5" y="13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8"/>
                      <a:pt x="3" y="7"/>
                      <a:pt x="4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3" y="16"/>
                      <a:pt x="3" y="16"/>
                      <a:pt x="3" y="16"/>
                    </a:cubicBezTo>
                    <a:cubicBezTo>
                      <a:pt x="9" y="18"/>
                      <a:pt x="9" y="18"/>
                      <a:pt x="9" y="18"/>
                    </a:cubicBezTo>
                    <a:cubicBezTo>
                      <a:pt x="15" y="15"/>
                      <a:pt x="15" y="15"/>
                      <a:pt x="15" y="15"/>
                    </a:cubicBezTo>
                    <a:cubicBezTo>
                      <a:pt x="17" y="8"/>
                      <a:pt x="17" y="8"/>
                      <a:pt x="17" y="8"/>
                    </a:cubicBezTo>
                    <a:lnTo>
                      <a:pt x="16" y="7"/>
                    </a:lnTo>
                    <a:close/>
                    <a:moveTo>
                      <a:pt x="8" y="3"/>
                    </a:moveTo>
                    <a:cubicBezTo>
                      <a:pt x="8" y="3"/>
                      <a:pt x="8" y="3"/>
                      <a:pt x="8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2"/>
                      <a:pt x="9" y="2"/>
                      <a:pt x="9" y="1"/>
                    </a:cubicBezTo>
                    <a:cubicBezTo>
                      <a:pt x="9" y="1"/>
                      <a:pt x="9" y="0"/>
                      <a:pt x="9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7" y="1"/>
                      <a:pt x="7" y="2"/>
                      <a:pt x="7" y="2"/>
                    </a:cubicBezTo>
                    <a:cubicBezTo>
                      <a:pt x="8" y="2"/>
                      <a:pt x="8" y="3"/>
                      <a:pt x="8" y="3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632" name="Freeform 269">
                <a:extLst>
                  <a:ext uri="{FF2B5EF4-FFF2-40B4-BE49-F238E27FC236}">
                    <a16:creationId xmlns:a16="http://schemas.microsoft.com/office/drawing/2014/main" id="{484BBA37-0038-4F05-B0C3-522E6911074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719" y="1642"/>
                <a:ext cx="67" cy="73"/>
              </a:xfrm>
              <a:custGeom>
                <a:avLst/>
                <a:gdLst>
                  <a:gd name="T0" fmla="*/ 0 w 41"/>
                  <a:gd name="T1" fmla="*/ 109 h 45"/>
                  <a:gd name="T2" fmla="*/ 8 w 41"/>
                  <a:gd name="T3" fmla="*/ 128 h 45"/>
                  <a:gd name="T4" fmla="*/ 18 w 41"/>
                  <a:gd name="T5" fmla="*/ 123 h 45"/>
                  <a:gd name="T6" fmla="*/ 13 w 41"/>
                  <a:gd name="T7" fmla="*/ 102 h 45"/>
                  <a:gd name="T8" fmla="*/ 0 w 41"/>
                  <a:gd name="T9" fmla="*/ 109 h 45"/>
                  <a:gd name="T10" fmla="*/ 88 w 41"/>
                  <a:gd name="T11" fmla="*/ 13 h 45"/>
                  <a:gd name="T12" fmla="*/ 83 w 41"/>
                  <a:gd name="T13" fmla="*/ 5 h 45"/>
                  <a:gd name="T14" fmla="*/ 83 w 41"/>
                  <a:gd name="T15" fmla="*/ 5 h 45"/>
                  <a:gd name="T16" fmla="*/ 77 w 41"/>
                  <a:gd name="T17" fmla="*/ 13 h 45"/>
                  <a:gd name="T18" fmla="*/ 83 w 41"/>
                  <a:gd name="T19" fmla="*/ 13 h 45"/>
                  <a:gd name="T20" fmla="*/ 88 w 41"/>
                  <a:gd name="T21" fmla="*/ 13 h 45"/>
                  <a:gd name="T22" fmla="*/ 165 w 41"/>
                  <a:gd name="T23" fmla="*/ 89 h 45"/>
                  <a:gd name="T24" fmla="*/ 178 w 41"/>
                  <a:gd name="T25" fmla="*/ 81 h 45"/>
                  <a:gd name="T26" fmla="*/ 165 w 41"/>
                  <a:gd name="T27" fmla="*/ 42 h 45"/>
                  <a:gd name="T28" fmla="*/ 160 w 41"/>
                  <a:gd name="T29" fmla="*/ 42 h 45"/>
                  <a:gd name="T30" fmla="*/ 152 w 41"/>
                  <a:gd name="T31" fmla="*/ 47 h 45"/>
                  <a:gd name="T32" fmla="*/ 165 w 41"/>
                  <a:gd name="T33" fmla="*/ 84 h 45"/>
                  <a:gd name="T34" fmla="*/ 165 w 41"/>
                  <a:gd name="T35" fmla="*/ 89 h 45"/>
                  <a:gd name="T36" fmla="*/ 150 w 41"/>
                  <a:gd name="T37" fmla="*/ 144 h 45"/>
                  <a:gd name="T38" fmla="*/ 96 w 41"/>
                  <a:gd name="T39" fmla="*/ 177 h 45"/>
                  <a:gd name="T40" fmla="*/ 29 w 41"/>
                  <a:gd name="T41" fmla="*/ 144 h 45"/>
                  <a:gd name="T42" fmla="*/ 18 w 41"/>
                  <a:gd name="T43" fmla="*/ 149 h 45"/>
                  <a:gd name="T44" fmla="*/ 96 w 41"/>
                  <a:gd name="T45" fmla="*/ 187 h 45"/>
                  <a:gd name="T46" fmla="*/ 157 w 41"/>
                  <a:gd name="T47" fmla="*/ 152 h 45"/>
                  <a:gd name="T48" fmla="*/ 173 w 41"/>
                  <a:gd name="T49" fmla="*/ 115 h 45"/>
                  <a:gd name="T50" fmla="*/ 160 w 41"/>
                  <a:gd name="T51" fmla="*/ 123 h 45"/>
                  <a:gd name="T52" fmla="*/ 150 w 41"/>
                  <a:gd name="T53" fmla="*/ 144 h 45"/>
                  <a:gd name="T54" fmla="*/ 29 w 41"/>
                  <a:gd name="T55" fmla="*/ 39 h 45"/>
                  <a:gd name="T56" fmla="*/ 21 w 41"/>
                  <a:gd name="T57" fmla="*/ 29 h 45"/>
                  <a:gd name="T58" fmla="*/ 8 w 41"/>
                  <a:gd name="T59" fmla="*/ 50 h 45"/>
                  <a:gd name="T60" fmla="*/ 21 w 41"/>
                  <a:gd name="T61" fmla="*/ 60 h 45"/>
                  <a:gd name="T62" fmla="*/ 29 w 41"/>
                  <a:gd name="T63" fmla="*/ 39 h 45"/>
                  <a:gd name="T64" fmla="*/ 0 w 41"/>
                  <a:gd name="T65" fmla="*/ 76 h 45"/>
                  <a:gd name="T66" fmla="*/ 0 w 41"/>
                  <a:gd name="T67" fmla="*/ 76 h 45"/>
                  <a:gd name="T68" fmla="*/ 5 w 41"/>
                  <a:gd name="T69" fmla="*/ 76 h 45"/>
                  <a:gd name="T70" fmla="*/ 0 w 41"/>
                  <a:gd name="T71" fmla="*/ 76 h 45"/>
                  <a:gd name="T72" fmla="*/ 136 w 41"/>
                  <a:gd name="T73" fmla="*/ 26 h 45"/>
                  <a:gd name="T74" fmla="*/ 150 w 41"/>
                  <a:gd name="T75" fmla="*/ 21 h 45"/>
                  <a:gd name="T76" fmla="*/ 109 w 41"/>
                  <a:gd name="T77" fmla="*/ 0 h 45"/>
                  <a:gd name="T78" fmla="*/ 113 w 41"/>
                  <a:gd name="T79" fmla="*/ 13 h 45"/>
                  <a:gd name="T80" fmla="*/ 136 w 41"/>
                  <a:gd name="T81" fmla="*/ 26 h 45"/>
                  <a:gd name="T82" fmla="*/ 54 w 41"/>
                  <a:gd name="T83" fmla="*/ 21 h 45"/>
                  <a:gd name="T84" fmla="*/ 56 w 41"/>
                  <a:gd name="T85" fmla="*/ 5 h 45"/>
                  <a:gd name="T86" fmla="*/ 42 w 41"/>
                  <a:gd name="T87" fmla="*/ 13 h 45"/>
                  <a:gd name="T88" fmla="*/ 54 w 41"/>
                  <a:gd name="T89" fmla="*/ 21 h 45"/>
                  <a:gd name="T90" fmla="*/ 54 w 41"/>
                  <a:gd name="T91" fmla="*/ 21 h 45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41" h="45">
                    <a:moveTo>
                      <a:pt x="0" y="25"/>
                    </a:moveTo>
                    <a:cubicBezTo>
                      <a:pt x="1" y="27"/>
                      <a:pt x="1" y="28"/>
                      <a:pt x="2" y="30"/>
                    </a:cubicBezTo>
                    <a:cubicBezTo>
                      <a:pt x="2" y="29"/>
                      <a:pt x="3" y="29"/>
                      <a:pt x="4" y="29"/>
                    </a:cubicBezTo>
                    <a:cubicBezTo>
                      <a:pt x="4" y="27"/>
                      <a:pt x="3" y="26"/>
                      <a:pt x="3" y="24"/>
                    </a:cubicBezTo>
                    <a:cubicBezTo>
                      <a:pt x="2" y="24"/>
                      <a:pt x="1" y="25"/>
                      <a:pt x="0" y="25"/>
                    </a:cubicBezTo>
                    <a:moveTo>
                      <a:pt x="20" y="3"/>
                    </a:moveTo>
                    <a:cubicBezTo>
                      <a:pt x="19" y="2"/>
                      <a:pt x="19" y="1"/>
                      <a:pt x="19" y="1"/>
                    </a:cubicBezTo>
                    <a:cubicBezTo>
                      <a:pt x="19" y="1"/>
                      <a:pt x="19" y="1"/>
                      <a:pt x="19" y="1"/>
                    </a:cubicBezTo>
                    <a:cubicBezTo>
                      <a:pt x="19" y="2"/>
                      <a:pt x="19" y="2"/>
                      <a:pt x="18" y="3"/>
                    </a:cubicBezTo>
                    <a:cubicBezTo>
                      <a:pt x="19" y="3"/>
                      <a:pt x="19" y="3"/>
                      <a:pt x="19" y="3"/>
                    </a:cubicBezTo>
                    <a:cubicBezTo>
                      <a:pt x="19" y="3"/>
                      <a:pt x="19" y="3"/>
                      <a:pt x="20" y="3"/>
                    </a:cubicBezTo>
                    <a:moveTo>
                      <a:pt x="38" y="21"/>
                    </a:moveTo>
                    <a:cubicBezTo>
                      <a:pt x="39" y="21"/>
                      <a:pt x="40" y="20"/>
                      <a:pt x="41" y="19"/>
                    </a:cubicBezTo>
                    <a:cubicBezTo>
                      <a:pt x="40" y="16"/>
                      <a:pt x="40" y="13"/>
                      <a:pt x="38" y="10"/>
                    </a:cubicBezTo>
                    <a:cubicBezTo>
                      <a:pt x="38" y="10"/>
                      <a:pt x="37" y="10"/>
                      <a:pt x="37" y="10"/>
                    </a:cubicBezTo>
                    <a:cubicBezTo>
                      <a:pt x="37" y="10"/>
                      <a:pt x="36" y="11"/>
                      <a:pt x="35" y="11"/>
                    </a:cubicBezTo>
                    <a:cubicBezTo>
                      <a:pt x="37" y="14"/>
                      <a:pt x="38" y="17"/>
                      <a:pt x="38" y="20"/>
                    </a:cubicBezTo>
                    <a:cubicBezTo>
                      <a:pt x="38" y="21"/>
                      <a:pt x="38" y="21"/>
                      <a:pt x="38" y="21"/>
                    </a:cubicBezTo>
                    <a:moveTo>
                      <a:pt x="34" y="34"/>
                    </a:moveTo>
                    <a:cubicBezTo>
                      <a:pt x="31" y="38"/>
                      <a:pt x="27" y="41"/>
                      <a:pt x="22" y="41"/>
                    </a:cubicBezTo>
                    <a:cubicBezTo>
                      <a:pt x="16" y="41"/>
                      <a:pt x="11" y="39"/>
                      <a:pt x="7" y="34"/>
                    </a:cubicBezTo>
                    <a:cubicBezTo>
                      <a:pt x="6" y="35"/>
                      <a:pt x="5" y="35"/>
                      <a:pt x="4" y="35"/>
                    </a:cubicBezTo>
                    <a:cubicBezTo>
                      <a:pt x="8" y="41"/>
                      <a:pt x="15" y="45"/>
                      <a:pt x="22" y="44"/>
                    </a:cubicBezTo>
                    <a:cubicBezTo>
                      <a:pt x="28" y="44"/>
                      <a:pt x="33" y="41"/>
                      <a:pt x="36" y="36"/>
                    </a:cubicBezTo>
                    <a:cubicBezTo>
                      <a:pt x="38" y="34"/>
                      <a:pt x="40" y="31"/>
                      <a:pt x="40" y="27"/>
                    </a:cubicBezTo>
                    <a:cubicBezTo>
                      <a:pt x="39" y="28"/>
                      <a:pt x="38" y="28"/>
                      <a:pt x="37" y="29"/>
                    </a:cubicBezTo>
                    <a:cubicBezTo>
                      <a:pt x="36" y="31"/>
                      <a:pt x="35" y="33"/>
                      <a:pt x="34" y="34"/>
                    </a:cubicBezTo>
                    <a:moveTo>
                      <a:pt x="7" y="9"/>
                    </a:moveTo>
                    <a:cubicBezTo>
                      <a:pt x="7" y="8"/>
                      <a:pt x="6" y="7"/>
                      <a:pt x="5" y="7"/>
                    </a:cubicBezTo>
                    <a:cubicBezTo>
                      <a:pt x="4" y="8"/>
                      <a:pt x="3" y="10"/>
                      <a:pt x="2" y="12"/>
                    </a:cubicBezTo>
                    <a:cubicBezTo>
                      <a:pt x="3" y="12"/>
                      <a:pt x="4" y="13"/>
                      <a:pt x="5" y="14"/>
                    </a:cubicBezTo>
                    <a:cubicBezTo>
                      <a:pt x="5" y="12"/>
                      <a:pt x="6" y="10"/>
                      <a:pt x="7" y="9"/>
                    </a:cubicBezTo>
                    <a:moveTo>
                      <a:pt x="0" y="18"/>
                    </a:moveTo>
                    <a:cubicBezTo>
                      <a:pt x="0" y="18"/>
                      <a:pt x="0" y="18"/>
                      <a:pt x="0" y="18"/>
                    </a:cubicBezTo>
                    <a:cubicBezTo>
                      <a:pt x="0" y="18"/>
                      <a:pt x="1" y="18"/>
                      <a:pt x="1" y="18"/>
                    </a:cubicBezTo>
                    <a:cubicBezTo>
                      <a:pt x="1" y="18"/>
                      <a:pt x="0" y="18"/>
                      <a:pt x="0" y="18"/>
                    </a:cubicBezTo>
                    <a:moveTo>
                      <a:pt x="31" y="6"/>
                    </a:moveTo>
                    <a:cubicBezTo>
                      <a:pt x="32" y="6"/>
                      <a:pt x="33" y="5"/>
                      <a:pt x="34" y="5"/>
                    </a:cubicBezTo>
                    <a:cubicBezTo>
                      <a:pt x="31" y="2"/>
                      <a:pt x="28" y="1"/>
                      <a:pt x="25" y="0"/>
                    </a:cubicBezTo>
                    <a:cubicBezTo>
                      <a:pt x="26" y="1"/>
                      <a:pt x="26" y="2"/>
                      <a:pt x="26" y="3"/>
                    </a:cubicBezTo>
                    <a:cubicBezTo>
                      <a:pt x="28" y="4"/>
                      <a:pt x="30" y="5"/>
                      <a:pt x="31" y="6"/>
                    </a:cubicBezTo>
                    <a:moveTo>
                      <a:pt x="12" y="5"/>
                    </a:moveTo>
                    <a:cubicBezTo>
                      <a:pt x="12" y="4"/>
                      <a:pt x="12" y="2"/>
                      <a:pt x="13" y="1"/>
                    </a:cubicBezTo>
                    <a:cubicBezTo>
                      <a:pt x="12" y="2"/>
                      <a:pt x="11" y="2"/>
                      <a:pt x="10" y="3"/>
                    </a:cubicBezTo>
                    <a:cubicBezTo>
                      <a:pt x="10" y="4"/>
                      <a:pt x="11" y="4"/>
                      <a:pt x="12" y="5"/>
                    </a:cubicBezTo>
                    <a:cubicBezTo>
                      <a:pt x="12" y="5"/>
                      <a:pt x="12" y="5"/>
                      <a:pt x="12" y="5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633" name="Freeform 270">
                <a:extLst>
                  <a:ext uri="{FF2B5EF4-FFF2-40B4-BE49-F238E27FC236}">
                    <a16:creationId xmlns:a16="http://schemas.microsoft.com/office/drawing/2014/main" id="{58E35FD1-3D64-4629-9738-00E52E45C6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5" y="2540"/>
                <a:ext cx="63" cy="46"/>
              </a:xfrm>
              <a:custGeom>
                <a:avLst/>
                <a:gdLst>
                  <a:gd name="T0" fmla="*/ 0 w 38"/>
                  <a:gd name="T1" fmla="*/ 0 h 28"/>
                  <a:gd name="T2" fmla="*/ 63 w 38"/>
                  <a:gd name="T3" fmla="*/ 67 h 28"/>
                  <a:gd name="T4" fmla="*/ 138 w 38"/>
                  <a:gd name="T5" fmla="*/ 105 h 28"/>
                  <a:gd name="T6" fmla="*/ 172 w 38"/>
                  <a:gd name="T7" fmla="*/ 125 h 2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8" h="28">
                    <a:moveTo>
                      <a:pt x="0" y="0"/>
                    </a:moveTo>
                    <a:cubicBezTo>
                      <a:pt x="3" y="2"/>
                      <a:pt x="9" y="12"/>
                      <a:pt x="14" y="15"/>
                    </a:cubicBezTo>
                    <a:cubicBezTo>
                      <a:pt x="19" y="19"/>
                      <a:pt x="26" y="21"/>
                      <a:pt x="30" y="24"/>
                    </a:cubicBezTo>
                    <a:cubicBezTo>
                      <a:pt x="33" y="25"/>
                      <a:pt x="36" y="26"/>
                      <a:pt x="38" y="28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634" name="Freeform 271">
                <a:extLst>
                  <a:ext uri="{FF2B5EF4-FFF2-40B4-BE49-F238E27FC236}">
                    <a16:creationId xmlns:a16="http://schemas.microsoft.com/office/drawing/2014/main" id="{05470BB2-1775-4C96-B0A8-9372045051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7" y="2551"/>
                <a:ext cx="49" cy="48"/>
              </a:xfrm>
              <a:custGeom>
                <a:avLst/>
                <a:gdLst>
                  <a:gd name="T0" fmla="*/ 131 w 30"/>
                  <a:gd name="T1" fmla="*/ 131 h 29"/>
                  <a:gd name="T2" fmla="*/ 47 w 30"/>
                  <a:gd name="T3" fmla="*/ 76 h 29"/>
                  <a:gd name="T4" fmla="*/ 0 w 30"/>
                  <a:gd name="T5" fmla="*/ 0 h 2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0" h="29">
                    <a:moveTo>
                      <a:pt x="30" y="29"/>
                    </a:moveTo>
                    <a:cubicBezTo>
                      <a:pt x="21" y="20"/>
                      <a:pt x="16" y="20"/>
                      <a:pt x="11" y="17"/>
                    </a:cubicBezTo>
                    <a:cubicBezTo>
                      <a:pt x="11" y="15"/>
                      <a:pt x="4" y="5"/>
                      <a:pt x="0" y="0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635" name="Freeform 272">
                <a:extLst>
                  <a:ext uri="{FF2B5EF4-FFF2-40B4-BE49-F238E27FC236}">
                    <a16:creationId xmlns:a16="http://schemas.microsoft.com/office/drawing/2014/main" id="{7487461A-E812-4C20-AE0C-892B65884E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" y="2486"/>
                <a:ext cx="65" cy="87"/>
              </a:xfrm>
              <a:custGeom>
                <a:avLst/>
                <a:gdLst>
                  <a:gd name="T0" fmla="*/ 172 w 40"/>
                  <a:gd name="T1" fmla="*/ 230 h 53"/>
                  <a:gd name="T2" fmla="*/ 98 w 40"/>
                  <a:gd name="T3" fmla="*/ 167 h 53"/>
                  <a:gd name="T4" fmla="*/ 81 w 40"/>
                  <a:gd name="T5" fmla="*/ 49 h 53"/>
                  <a:gd name="T6" fmla="*/ 55 w 40"/>
                  <a:gd name="T7" fmla="*/ 0 h 53"/>
                  <a:gd name="T8" fmla="*/ 0 w 40"/>
                  <a:gd name="T9" fmla="*/ 92 h 53"/>
                  <a:gd name="T10" fmla="*/ 18 w 40"/>
                  <a:gd name="T11" fmla="*/ 181 h 5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0" h="53">
                    <a:moveTo>
                      <a:pt x="40" y="52"/>
                    </a:moveTo>
                    <a:cubicBezTo>
                      <a:pt x="30" y="53"/>
                      <a:pt x="24" y="44"/>
                      <a:pt x="23" y="38"/>
                    </a:cubicBezTo>
                    <a:cubicBezTo>
                      <a:pt x="21" y="32"/>
                      <a:pt x="20" y="15"/>
                      <a:pt x="19" y="11"/>
                    </a:cubicBezTo>
                    <a:cubicBezTo>
                      <a:pt x="19" y="6"/>
                      <a:pt x="18" y="0"/>
                      <a:pt x="13" y="0"/>
                    </a:cubicBezTo>
                    <a:cubicBezTo>
                      <a:pt x="6" y="5"/>
                      <a:pt x="0" y="14"/>
                      <a:pt x="0" y="21"/>
                    </a:cubicBezTo>
                    <a:cubicBezTo>
                      <a:pt x="0" y="28"/>
                      <a:pt x="5" y="34"/>
                      <a:pt x="4" y="41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636" name="Freeform 273">
                <a:extLst>
                  <a:ext uri="{FF2B5EF4-FFF2-40B4-BE49-F238E27FC236}">
                    <a16:creationId xmlns:a16="http://schemas.microsoft.com/office/drawing/2014/main" id="{6B67BFE8-2DA9-4DC0-B670-D3ECB85722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6" y="2615"/>
                <a:ext cx="22" cy="10"/>
              </a:xfrm>
              <a:custGeom>
                <a:avLst/>
                <a:gdLst>
                  <a:gd name="T0" fmla="*/ 63 w 13"/>
                  <a:gd name="T1" fmla="*/ 28 h 6"/>
                  <a:gd name="T2" fmla="*/ 0 w 13"/>
                  <a:gd name="T3" fmla="*/ 13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6">
                    <a:moveTo>
                      <a:pt x="13" y="6"/>
                    </a:moveTo>
                    <a:cubicBezTo>
                      <a:pt x="9" y="1"/>
                      <a:pt x="2" y="0"/>
                      <a:pt x="0" y="3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637" name="Freeform 274">
                <a:extLst>
                  <a:ext uri="{FF2B5EF4-FFF2-40B4-BE49-F238E27FC236}">
                    <a16:creationId xmlns:a16="http://schemas.microsoft.com/office/drawing/2014/main" id="{32FB1F1F-7044-4C16-BCDE-8F64014ED0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7" y="2576"/>
                <a:ext cx="10" cy="11"/>
              </a:xfrm>
              <a:custGeom>
                <a:avLst/>
                <a:gdLst>
                  <a:gd name="T0" fmla="*/ 28 w 6"/>
                  <a:gd name="T1" fmla="*/ 8 h 7"/>
                  <a:gd name="T2" fmla="*/ 0 w 6"/>
                  <a:gd name="T3" fmla="*/ 27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7">
                    <a:moveTo>
                      <a:pt x="6" y="2"/>
                    </a:moveTo>
                    <a:cubicBezTo>
                      <a:pt x="3" y="0"/>
                      <a:pt x="2" y="4"/>
                      <a:pt x="0" y="7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638" name="Freeform 275">
                <a:extLst>
                  <a:ext uri="{FF2B5EF4-FFF2-40B4-BE49-F238E27FC236}">
                    <a16:creationId xmlns:a16="http://schemas.microsoft.com/office/drawing/2014/main" id="{45CDC38E-667D-404F-88E4-EDE076F78A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9" y="2548"/>
                <a:ext cx="8" cy="3"/>
              </a:xfrm>
              <a:custGeom>
                <a:avLst/>
                <a:gdLst>
                  <a:gd name="T0" fmla="*/ 21 w 5"/>
                  <a:gd name="T1" fmla="*/ 8 h 2"/>
                  <a:gd name="T2" fmla="*/ 0 w 5"/>
                  <a:gd name="T3" fmla="*/ 5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2">
                    <a:moveTo>
                      <a:pt x="5" y="2"/>
                    </a:moveTo>
                    <a:cubicBezTo>
                      <a:pt x="3" y="0"/>
                      <a:pt x="2" y="0"/>
                      <a:pt x="0" y="1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639" name="Freeform 276">
                <a:extLst>
                  <a:ext uri="{FF2B5EF4-FFF2-40B4-BE49-F238E27FC236}">
                    <a16:creationId xmlns:a16="http://schemas.microsoft.com/office/drawing/2014/main" id="{3127D994-B353-4D11-9F63-0802B180B2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5" y="2477"/>
                <a:ext cx="5" cy="16"/>
              </a:xfrm>
              <a:custGeom>
                <a:avLst/>
                <a:gdLst>
                  <a:gd name="T0" fmla="*/ 13 w 3"/>
                  <a:gd name="T1" fmla="*/ 42 h 10"/>
                  <a:gd name="T2" fmla="*/ 0 w 3"/>
                  <a:gd name="T3" fmla="*/ 0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0">
                    <a:moveTo>
                      <a:pt x="3" y="10"/>
                    </a:moveTo>
                    <a:cubicBezTo>
                      <a:pt x="3" y="5"/>
                      <a:pt x="1" y="3"/>
                      <a:pt x="0" y="0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640" name="Freeform 277">
                <a:extLst>
                  <a:ext uri="{FF2B5EF4-FFF2-40B4-BE49-F238E27FC236}">
                    <a16:creationId xmlns:a16="http://schemas.microsoft.com/office/drawing/2014/main" id="{AC5BD2CB-7B72-4FA4-A5CE-19126C7983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0" y="2483"/>
                <a:ext cx="12" cy="3"/>
              </a:xfrm>
              <a:custGeom>
                <a:avLst/>
                <a:gdLst>
                  <a:gd name="T0" fmla="*/ 36 w 7"/>
                  <a:gd name="T1" fmla="*/ 8 h 2"/>
                  <a:gd name="T2" fmla="*/ 0 w 7"/>
                  <a:gd name="T3" fmla="*/ 8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2">
                    <a:moveTo>
                      <a:pt x="7" y="2"/>
                    </a:moveTo>
                    <a:cubicBezTo>
                      <a:pt x="4" y="0"/>
                      <a:pt x="2" y="1"/>
                      <a:pt x="0" y="2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641" name="Freeform 278">
                <a:extLst>
                  <a:ext uri="{FF2B5EF4-FFF2-40B4-BE49-F238E27FC236}">
                    <a16:creationId xmlns:a16="http://schemas.microsoft.com/office/drawing/2014/main" id="{668E9748-C375-42E1-A1B8-35B67CDAC2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7" y="2508"/>
                <a:ext cx="33" cy="45"/>
              </a:xfrm>
              <a:custGeom>
                <a:avLst/>
                <a:gdLst>
                  <a:gd name="T0" fmla="*/ 89 w 20"/>
                  <a:gd name="T1" fmla="*/ 116 h 28"/>
                  <a:gd name="T2" fmla="*/ 35 w 20"/>
                  <a:gd name="T3" fmla="*/ 88 h 28"/>
                  <a:gd name="T4" fmla="*/ 0 w 20"/>
                  <a:gd name="T5" fmla="*/ 0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28">
                    <a:moveTo>
                      <a:pt x="20" y="28"/>
                    </a:moveTo>
                    <a:cubicBezTo>
                      <a:pt x="17" y="24"/>
                      <a:pt x="11" y="27"/>
                      <a:pt x="8" y="21"/>
                    </a:cubicBezTo>
                    <a:cubicBezTo>
                      <a:pt x="6" y="14"/>
                      <a:pt x="0" y="10"/>
                      <a:pt x="0" y="0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642" name="Freeform 279">
                <a:extLst>
                  <a:ext uri="{FF2B5EF4-FFF2-40B4-BE49-F238E27FC236}">
                    <a16:creationId xmlns:a16="http://schemas.microsoft.com/office/drawing/2014/main" id="{8FB57935-AB77-4ECB-B08E-DB637668A9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4" y="2496"/>
                <a:ext cx="23" cy="41"/>
              </a:xfrm>
              <a:custGeom>
                <a:avLst/>
                <a:gdLst>
                  <a:gd name="T0" fmla="*/ 62 w 14"/>
                  <a:gd name="T1" fmla="*/ 110 h 25"/>
                  <a:gd name="T2" fmla="*/ 35 w 14"/>
                  <a:gd name="T3" fmla="*/ 97 h 25"/>
                  <a:gd name="T4" fmla="*/ 0 w 14"/>
                  <a:gd name="T5" fmla="*/ 0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25">
                    <a:moveTo>
                      <a:pt x="14" y="25"/>
                    </a:moveTo>
                    <a:cubicBezTo>
                      <a:pt x="12" y="21"/>
                      <a:pt x="11" y="23"/>
                      <a:pt x="8" y="22"/>
                    </a:cubicBezTo>
                    <a:cubicBezTo>
                      <a:pt x="5" y="21"/>
                      <a:pt x="1" y="6"/>
                      <a:pt x="0" y="0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643" name="Freeform 280">
                <a:extLst>
                  <a:ext uri="{FF2B5EF4-FFF2-40B4-BE49-F238E27FC236}">
                    <a16:creationId xmlns:a16="http://schemas.microsoft.com/office/drawing/2014/main" id="{9A46D6B9-62C9-4CD5-9EEA-C11880CA89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1" y="2543"/>
                <a:ext cx="18" cy="20"/>
              </a:xfrm>
              <a:custGeom>
                <a:avLst/>
                <a:gdLst>
                  <a:gd name="T0" fmla="*/ 47 w 11"/>
                  <a:gd name="T1" fmla="*/ 8 h 12"/>
                  <a:gd name="T2" fmla="*/ 18 w 11"/>
                  <a:gd name="T3" fmla="*/ 55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12">
                    <a:moveTo>
                      <a:pt x="11" y="2"/>
                    </a:moveTo>
                    <a:cubicBezTo>
                      <a:pt x="0" y="0"/>
                      <a:pt x="4" y="10"/>
                      <a:pt x="4" y="12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644" name="Freeform 281">
                <a:extLst>
                  <a:ext uri="{FF2B5EF4-FFF2-40B4-BE49-F238E27FC236}">
                    <a16:creationId xmlns:a16="http://schemas.microsoft.com/office/drawing/2014/main" id="{BFB02571-FE99-4375-91A0-73F88DECFC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1" y="2412"/>
                <a:ext cx="154" cy="69"/>
              </a:xfrm>
              <a:custGeom>
                <a:avLst/>
                <a:gdLst>
                  <a:gd name="T0" fmla="*/ 206 w 94"/>
                  <a:gd name="T1" fmla="*/ 170 h 43"/>
                  <a:gd name="T2" fmla="*/ 202 w 94"/>
                  <a:gd name="T3" fmla="*/ 170 h 43"/>
                  <a:gd name="T4" fmla="*/ 0 w 94"/>
                  <a:gd name="T5" fmla="*/ 0 h 43"/>
                  <a:gd name="T6" fmla="*/ 202 w 94"/>
                  <a:gd name="T7" fmla="*/ 178 h 43"/>
                  <a:gd name="T8" fmla="*/ 206 w 94"/>
                  <a:gd name="T9" fmla="*/ 178 h 43"/>
                  <a:gd name="T10" fmla="*/ 413 w 94"/>
                  <a:gd name="T11" fmla="*/ 0 h 43"/>
                  <a:gd name="T12" fmla="*/ 206 w 94"/>
                  <a:gd name="T13" fmla="*/ 170 h 4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4" h="43">
                    <a:moveTo>
                      <a:pt x="47" y="41"/>
                    </a:moveTo>
                    <a:cubicBezTo>
                      <a:pt x="46" y="41"/>
                      <a:pt x="46" y="41"/>
                      <a:pt x="46" y="41"/>
                    </a:cubicBezTo>
                    <a:cubicBezTo>
                      <a:pt x="30" y="41"/>
                      <a:pt x="7" y="18"/>
                      <a:pt x="0" y="0"/>
                    </a:cubicBezTo>
                    <a:cubicBezTo>
                      <a:pt x="7" y="19"/>
                      <a:pt x="30" y="43"/>
                      <a:pt x="46" y="43"/>
                    </a:cubicBezTo>
                    <a:cubicBezTo>
                      <a:pt x="47" y="43"/>
                      <a:pt x="47" y="43"/>
                      <a:pt x="47" y="43"/>
                    </a:cubicBezTo>
                    <a:cubicBezTo>
                      <a:pt x="64" y="43"/>
                      <a:pt x="87" y="19"/>
                      <a:pt x="94" y="0"/>
                    </a:cubicBezTo>
                    <a:cubicBezTo>
                      <a:pt x="87" y="18"/>
                      <a:pt x="63" y="41"/>
                      <a:pt x="47" y="41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645" name="Freeform 282">
                <a:extLst>
                  <a:ext uri="{FF2B5EF4-FFF2-40B4-BE49-F238E27FC236}">
                    <a16:creationId xmlns:a16="http://schemas.microsoft.com/office/drawing/2014/main" id="{43806E11-5142-47B1-B649-9B2B9DF645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8" y="3828"/>
                <a:ext cx="7" cy="34"/>
              </a:xfrm>
              <a:custGeom>
                <a:avLst/>
                <a:gdLst>
                  <a:gd name="T0" fmla="*/ 21 w 4"/>
                  <a:gd name="T1" fmla="*/ 0 h 21"/>
                  <a:gd name="T2" fmla="*/ 0 w 4"/>
                  <a:gd name="T3" fmla="*/ 89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1">
                    <a:moveTo>
                      <a:pt x="4" y="0"/>
                    </a:moveTo>
                    <a:cubicBezTo>
                      <a:pt x="4" y="8"/>
                      <a:pt x="0" y="21"/>
                      <a:pt x="0" y="21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646" name="Freeform 283">
                <a:extLst>
                  <a:ext uri="{FF2B5EF4-FFF2-40B4-BE49-F238E27FC236}">
                    <a16:creationId xmlns:a16="http://schemas.microsoft.com/office/drawing/2014/main" id="{8B20F8F9-F228-468D-9A8D-32EB8CD7F4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4" y="1253"/>
                <a:ext cx="152" cy="18"/>
              </a:xfrm>
              <a:custGeom>
                <a:avLst/>
                <a:gdLst>
                  <a:gd name="T0" fmla="*/ 296 w 93"/>
                  <a:gd name="T1" fmla="*/ 18 h 11"/>
                  <a:gd name="T2" fmla="*/ 173 w 93"/>
                  <a:gd name="T3" fmla="*/ 18 h 11"/>
                  <a:gd name="T4" fmla="*/ 8 w 93"/>
                  <a:gd name="T5" fmla="*/ 26 h 11"/>
                  <a:gd name="T6" fmla="*/ 5 w 93"/>
                  <a:gd name="T7" fmla="*/ 47 h 11"/>
                  <a:gd name="T8" fmla="*/ 13 w 93"/>
                  <a:gd name="T9" fmla="*/ 34 h 11"/>
                  <a:gd name="T10" fmla="*/ 173 w 93"/>
                  <a:gd name="T11" fmla="*/ 26 h 11"/>
                  <a:gd name="T12" fmla="*/ 296 w 93"/>
                  <a:gd name="T13" fmla="*/ 21 h 11"/>
                  <a:gd name="T14" fmla="*/ 405 w 93"/>
                  <a:gd name="T15" fmla="*/ 0 h 11"/>
                  <a:gd name="T16" fmla="*/ 296 w 93"/>
                  <a:gd name="T17" fmla="*/ 18 h 1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3" h="11">
                    <a:moveTo>
                      <a:pt x="68" y="4"/>
                    </a:moveTo>
                    <a:cubicBezTo>
                      <a:pt x="63" y="6"/>
                      <a:pt x="52" y="5"/>
                      <a:pt x="40" y="4"/>
                    </a:cubicBezTo>
                    <a:cubicBezTo>
                      <a:pt x="24" y="2"/>
                      <a:pt x="7" y="1"/>
                      <a:pt x="2" y="6"/>
                    </a:cubicBezTo>
                    <a:cubicBezTo>
                      <a:pt x="0" y="8"/>
                      <a:pt x="1" y="9"/>
                      <a:pt x="1" y="11"/>
                    </a:cubicBezTo>
                    <a:cubicBezTo>
                      <a:pt x="1" y="10"/>
                      <a:pt x="2" y="9"/>
                      <a:pt x="3" y="8"/>
                    </a:cubicBezTo>
                    <a:cubicBezTo>
                      <a:pt x="8" y="3"/>
                      <a:pt x="25" y="4"/>
                      <a:pt x="40" y="6"/>
                    </a:cubicBezTo>
                    <a:cubicBezTo>
                      <a:pt x="52" y="7"/>
                      <a:pt x="64" y="8"/>
                      <a:pt x="68" y="5"/>
                    </a:cubicBezTo>
                    <a:cubicBezTo>
                      <a:pt x="73" y="3"/>
                      <a:pt x="89" y="1"/>
                      <a:pt x="93" y="0"/>
                    </a:cubicBezTo>
                    <a:cubicBezTo>
                      <a:pt x="87" y="1"/>
                      <a:pt x="73" y="1"/>
                      <a:pt x="68" y="4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647" name="Freeform 284">
                <a:extLst>
                  <a:ext uri="{FF2B5EF4-FFF2-40B4-BE49-F238E27FC236}">
                    <a16:creationId xmlns:a16="http://schemas.microsoft.com/office/drawing/2014/main" id="{50AFD6E6-A1A3-4607-BEFF-7AFF1A9BF1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3" y="3962"/>
                <a:ext cx="18" cy="65"/>
              </a:xfrm>
              <a:custGeom>
                <a:avLst/>
                <a:gdLst>
                  <a:gd name="T0" fmla="*/ 5 w 11"/>
                  <a:gd name="T1" fmla="*/ 0 h 40"/>
                  <a:gd name="T2" fmla="*/ 21 w 11"/>
                  <a:gd name="T3" fmla="*/ 55 h 40"/>
                  <a:gd name="T4" fmla="*/ 47 w 11"/>
                  <a:gd name="T5" fmla="*/ 172 h 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40">
                    <a:moveTo>
                      <a:pt x="1" y="0"/>
                    </a:moveTo>
                    <a:cubicBezTo>
                      <a:pt x="0" y="4"/>
                      <a:pt x="2" y="9"/>
                      <a:pt x="5" y="13"/>
                    </a:cubicBezTo>
                    <a:cubicBezTo>
                      <a:pt x="8" y="17"/>
                      <a:pt x="10" y="38"/>
                      <a:pt x="11" y="40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648" name="Freeform 285">
                <a:extLst>
                  <a:ext uri="{FF2B5EF4-FFF2-40B4-BE49-F238E27FC236}">
                    <a16:creationId xmlns:a16="http://schemas.microsoft.com/office/drawing/2014/main" id="{A8ED8A3B-DCDB-4567-BFAA-F93EDE88E8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1" y="3965"/>
                <a:ext cx="38" cy="62"/>
              </a:xfrm>
              <a:custGeom>
                <a:avLst/>
                <a:gdLst>
                  <a:gd name="T0" fmla="*/ 0 w 23"/>
                  <a:gd name="T1" fmla="*/ 0 h 38"/>
                  <a:gd name="T2" fmla="*/ 58 w 23"/>
                  <a:gd name="T3" fmla="*/ 62 h 38"/>
                  <a:gd name="T4" fmla="*/ 83 w 23"/>
                  <a:gd name="T5" fmla="*/ 165 h 3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38">
                    <a:moveTo>
                      <a:pt x="0" y="0"/>
                    </a:moveTo>
                    <a:cubicBezTo>
                      <a:pt x="4" y="7"/>
                      <a:pt x="11" y="12"/>
                      <a:pt x="13" y="14"/>
                    </a:cubicBezTo>
                    <a:cubicBezTo>
                      <a:pt x="23" y="26"/>
                      <a:pt x="15" y="24"/>
                      <a:pt x="18" y="38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649" name="Freeform 286">
                <a:extLst>
                  <a:ext uri="{FF2B5EF4-FFF2-40B4-BE49-F238E27FC236}">
                    <a16:creationId xmlns:a16="http://schemas.microsoft.com/office/drawing/2014/main" id="{7C7CD483-2580-408E-BA52-02AC59DD9C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9" y="3962"/>
                <a:ext cx="41" cy="61"/>
              </a:xfrm>
              <a:custGeom>
                <a:avLst/>
                <a:gdLst>
                  <a:gd name="T0" fmla="*/ 0 w 25"/>
                  <a:gd name="T1" fmla="*/ 0 h 38"/>
                  <a:gd name="T2" fmla="*/ 56 w 25"/>
                  <a:gd name="T3" fmla="*/ 55 h 38"/>
                  <a:gd name="T4" fmla="*/ 102 w 25"/>
                  <a:gd name="T5" fmla="*/ 157 h 3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38">
                    <a:moveTo>
                      <a:pt x="0" y="0"/>
                    </a:moveTo>
                    <a:cubicBezTo>
                      <a:pt x="4" y="5"/>
                      <a:pt x="8" y="8"/>
                      <a:pt x="13" y="13"/>
                    </a:cubicBezTo>
                    <a:cubicBezTo>
                      <a:pt x="25" y="25"/>
                      <a:pt x="17" y="24"/>
                      <a:pt x="23" y="38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650" name="Freeform 287">
                <a:extLst>
                  <a:ext uri="{FF2B5EF4-FFF2-40B4-BE49-F238E27FC236}">
                    <a16:creationId xmlns:a16="http://schemas.microsoft.com/office/drawing/2014/main" id="{8D2E3E3D-4D7A-42DB-9D71-2A926B0EAA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5" y="3953"/>
                <a:ext cx="26" cy="46"/>
              </a:xfrm>
              <a:custGeom>
                <a:avLst/>
                <a:gdLst>
                  <a:gd name="T0" fmla="*/ 0 w 16"/>
                  <a:gd name="T1" fmla="*/ 0 h 28"/>
                  <a:gd name="T2" fmla="*/ 42 w 16"/>
                  <a:gd name="T3" fmla="*/ 49 h 28"/>
                  <a:gd name="T4" fmla="*/ 68 w 16"/>
                  <a:gd name="T5" fmla="*/ 125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28">
                    <a:moveTo>
                      <a:pt x="0" y="0"/>
                    </a:moveTo>
                    <a:cubicBezTo>
                      <a:pt x="2" y="4"/>
                      <a:pt x="7" y="8"/>
                      <a:pt x="10" y="11"/>
                    </a:cubicBezTo>
                    <a:cubicBezTo>
                      <a:pt x="13" y="15"/>
                      <a:pt x="11" y="19"/>
                      <a:pt x="16" y="28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651" name="Freeform 288">
                <a:extLst>
                  <a:ext uri="{FF2B5EF4-FFF2-40B4-BE49-F238E27FC236}">
                    <a16:creationId xmlns:a16="http://schemas.microsoft.com/office/drawing/2014/main" id="{1DAE2A3C-C491-41FB-B8F0-6A883384AA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7" y="3996"/>
                <a:ext cx="35" cy="21"/>
              </a:xfrm>
              <a:custGeom>
                <a:avLst/>
                <a:gdLst>
                  <a:gd name="T0" fmla="*/ 97 w 21"/>
                  <a:gd name="T1" fmla="*/ 39 h 13"/>
                  <a:gd name="T2" fmla="*/ 28 w 21"/>
                  <a:gd name="T3" fmla="*/ 55 h 13"/>
                  <a:gd name="T4" fmla="*/ 47 w 21"/>
                  <a:gd name="T5" fmla="*/ 0 h 13"/>
                  <a:gd name="T6" fmla="*/ 97 w 21"/>
                  <a:gd name="T7" fmla="*/ 39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13">
                    <a:moveTo>
                      <a:pt x="21" y="9"/>
                    </a:moveTo>
                    <a:cubicBezTo>
                      <a:pt x="14" y="7"/>
                      <a:pt x="8" y="11"/>
                      <a:pt x="6" y="13"/>
                    </a:cubicBezTo>
                    <a:cubicBezTo>
                      <a:pt x="0" y="3"/>
                      <a:pt x="5" y="0"/>
                      <a:pt x="10" y="0"/>
                    </a:cubicBezTo>
                    <a:cubicBezTo>
                      <a:pt x="20" y="1"/>
                      <a:pt x="21" y="6"/>
                      <a:pt x="21" y="9"/>
                    </a:cubicBezTo>
                    <a:close/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652" name="Freeform 289">
                <a:extLst>
                  <a:ext uri="{FF2B5EF4-FFF2-40B4-BE49-F238E27FC236}">
                    <a16:creationId xmlns:a16="http://schemas.microsoft.com/office/drawing/2014/main" id="{F6DD8682-1DF5-4FD1-8678-4139B8DF17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5" y="4004"/>
                <a:ext cx="17" cy="18"/>
              </a:xfrm>
              <a:custGeom>
                <a:avLst/>
                <a:gdLst>
                  <a:gd name="T0" fmla="*/ 40 w 11"/>
                  <a:gd name="T1" fmla="*/ 47 h 11"/>
                  <a:gd name="T2" fmla="*/ 0 w 11"/>
                  <a:gd name="T3" fmla="*/ 43 h 11"/>
                  <a:gd name="T4" fmla="*/ 40 w 11"/>
                  <a:gd name="T5" fmla="*/ 47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1">
                    <a:moveTo>
                      <a:pt x="11" y="11"/>
                    </a:moveTo>
                    <a:cubicBezTo>
                      <a:pt x="9" y="11"/>
                      <a:pt x="1" y="9"/>
                      <a:pt x="0" y="10"/>
                    </a:cubicBezTo>
                    <a:cubicBezTo>
                      <a:pt x="0" y="2"/>
                      <a:pt x="11" y="0"/>
                      <a:pt x="11" y="11"/>
                    </a:cubicBezTo>
                    <a:close/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653" name="Freeform 290">
                <a:extLst>
                  <a:ext uri="{FF2B5EF4-FFF2-40B4-BE49-F238E27FC236}">
                    <a16:creationId xmlns:a16="http://schemas.microsoft.com/office/drawing/2014/main" id="{7D032131-0A73-4BEA-838B-14AD9368DA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2" y="4009"/>
                <a:ext cx="16" cy="14"/>
              </a:xfrm>
              <a:custGeom>
                <a:avLst/>
                <a:gdLst>
                  <a:gd name="T0" fmla="*/ 42 w 10"/>
                  <a:gd name="T1" fmla="*/ 26 h 9"/>
                  <a:gd name="T2" fmla="*/ 0 w 10"/>
                  <a:gd name="T3" fmla="*/ 26 h 9"/>
                  <a:gd name="T4" fmla="*/ 42 w 10"/>
                  <a:gd name="T5" fmla="*/ 26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9">
                    <a:moveTo>
                      <a:pt x="10" y="7"/>
                    </a:moveTo>
                    <a:cubicBezTo>
                      <a:pt x="7" y="9"/>
                      <a:pt x="2" y="9"/>
                      <a:pt x="0" y="7"/>
                    </a:cubicBezTo>
                    <a:cubicBezTo>
                      <a:pt x="1" y="0"/>
                      <a:pt x="10" y="3"/>
                      <a:pt x="10" y="7"/>
                    </a:cubicBezTo>
                    <a:close/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654" name="Freeform 291">
                <a:extLst>
                  <a:ext uri="{FF2B5EF4-FFF2-40B4-BE49-F238E27FC236}">
                    <a16:creationId xmlns:a16="http://schemas.microsoft.com/office/drawing/2014/main" id="{1FC32B42-11AA-4ADD-A097-009638C408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7" y="3994"/>
                <a:ext cx="13" cy="13"/>
              </a:xfrm>
              <a:custGeom>
                <a:avLst/>
                <a:gdLst>
                  <a:gd name="T0" fmla="*/ 34 w 8"/>
                  <a:gd name="T1" fmla="*/ 21 h 8"/>
                  <a:gd name="T2" fmla="*/ 5 w 8"/>
                  <a:gd name="T3" fmla="*/ 29 h 8"/>
                  <a:gd name="T4" fmla="*/ 34 w 8"/>
                  <a:gd name="T5" fmla="*/ 21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8">
                    <a:moveTo>
                      <a:pt x="8" y="5"/>
                    </a:moveTo>
                    <a:cubicBezTo>
                      <a:pt x="7" y="7"/>
                      <a:pt x="3" y="8"/>
                      <a:pt x="1" y="7"/>
                    </a:cubicBezTo>
                    <a:cubicBezTo>
                      <a:pt x="0" y="0"/>
                      <a:pt x="6" y="1"/>
                      <a:pt x="8" y="5"/>
                    </a:cubicBezTo>
                    <a:close/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655" name="Freeform 292">
                <a:extLst>
                  <a:ext uri="{FF2B5EF4-FFF2-40B4-BE49-F238E27FC236}">
                    <a16:creationId xmlns:a16="http://schemas.microsoft.com/office/drawing/2014/main" id="{C739B800-28B0-476E-8E4C-37C6641581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0" y="1634"/>
                <a:ext cx="63" cy="67"/>
              </a:xfrm>
              <a:custGeom>
                <a:avLst/>
                <a:gdLst>
                  <a:gd name="T0" fmla="*/ 167 w 38"/>
                  <a:gd name="T1" fmla="*/ 96 h 41"/>
                  <a:gd name="T2" fmla="*/ 91 w 38"/>
                  <a:gd name="T3" fmla="*/ 5 h 41"/>
                  <a:gd name="T4" fmla="*/ 5 w 38"/>
                  <a:gd name="T5" fmla="*/ 88 h 41"/>
                  <a:gd name="T6" fmla="*/ 83 w 38"/>
                  <a:gd name="T7" fmla="*/ 178 h 41"/>
                  <a:gd name="T8" fmla="*/ 167 w 38"/>
                  <a:gd name="T9" fmla="*/ 96 h 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" h="41">
                    <a:moveTo>
                      <a:pt x="37" y="22"/>
                    </a:moveTo>
                    <a:cubicBezTo>
                      <a:pt x="38" y="12"/>
                      <a:pt x="30" y="2"/>
                      <a:pt x="20" y="1"/>
                    </a:cubicBezTo>
                    <a:cubicBezTo>
                      <a:pt x="10" y="0"/>
                      <a:pt x="2" y="9"/>
                      <a:pt x="1" y="20"/>
                    </a:cubicBezTo>
                    <a:cubicBezTo>
                      <a:pt x="0" y="30"/>
                      <a:pt x="8" y="40"/>
                      <a:pt x="18" y="41"/>
                    </a:cubicBezTo>
                    <a:cubicBezTo>
                      <a:pt x="28" y="41"/>
                      <a:pt x="36" y="33"/>
                      <a:pt x="37" y="22"/>
                    </a:cubicBezTo>
                  </a:path>
                </a:pathLst>
              </a:custGeom>
              <a:solidFill>
                <a:srgbClr val="7133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656" name="Freeform 293">
                <a:extLst>
                  <a:ext uri="{FF2B5EF4-FFF2-40B4-BE49-F238E27FC236}">
                    <a16:creationId xmlns:a16="http://schemas.microsoft.com/office/drawing/2014/main" id="{F2270FE7-6055-4C78-9F84-9E57522C556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058" y="1654"/>
                <a:ext cx="27" cy="29"/>
              </a:xfrm>
              <a:custGeom>
                <a:avLst/>
                <a:gdLst>
                  <a:gd name="T0" fmla="*/ 0 w 16"/>
                  <a:gd name="T1" fmla="*/ 34 h 18"/>
                  <a:gd name="T2" fmla="*/ 8 w 16"/>
                  <a:gd name="T3" fmla="*/ 63 h 18"/>
                  <a:gd name="T4" fmla="*/ 34 w 16"/>
                  <a:gd name="T5" fmla="*/ 76 h 18"/>
                  <a:gd name="T6" fmla="*/ 62 w 16"/>
                  <a:gd name="T7" fmla="*/ 63 h 18"/>
                  <a:gd name="T8" fmla="*/ 78 w 16"/>
                  <a:gd name="T9" fmla="*/ 42 h 18"/>
                  <a:gd name="T10" fmla="*/ 69 w 16"/>
                  <a:gd name="T11" fmla="*/ 21 h 18"/>
                  <a:gd name="T12" fmla="*/ 62 w 16"/>
                  <a:gd name="T13" fmla="*/ 26 h 18"/>
                  <a:gd name="T14" fmla="*/ 62 w 16"/>
                  <a:gd name="T15" fmla="*/ 29 h 18"/>
                  <a:gd name="T16" fmla="*/ 62 w 16"/>
                  <a:gd name="T17" fmla="*/ 39 h 18"/>
                  <a:gd name="T18" fmla="*/ 62 w 16"/>
                  <a:gd name="T19" fmla="*/ 39 h 18"/>
                  <a:gd name="T20" fmla="*/ 62 w 16"/>
                  <a:gd name="T21" fmla="*/ 39 h 18"/>
                  <a:gd name="T22" fmla="*/ 54 w 16"/>
                  <a:gd name="T23" fmla="*/ 55 h 18"/>
                  <a:gd name="T24" fmla="*/ 34 w 16"/>
                  <a:gd name="T25" fmla="*/ 63 h 18"/>
                  <a:gd name="T26" fmla="*/ 20 w 16"/>
                  <a:gd name="T27" fmla="*/ 55 h 18"/>
                  <a:gd name="T28" fmla="*/ 8 w 16"/>
                  <a:gd name="T29" fmla="*/ 47 h 18"/>
                  <a:gd name="T30" fmla="*/ 5 w 16"/>
                  <a:gd name="T31" fmla="*/ 29 h 18"/>
                  <a:gd name="T32" fmla="*/ 0 w 16"/>
                  <a:gd name="T33" fmla="*/ 34 h 18"/>
                  <a:gd name="T34" fmla="*/ 42 w 16"/>
                  <a:gd name="T35" fmla="*/ 13 h 18"/>
                  <a:gd name="T36" fmla="*/ 42 w 16"/>
                  <a:gd name="T37" fmla="*/ 5 h 18"/>
                  <a:gd name="T38" fmla="*/ 41 w 16"/>
                  <a:gd name="T39" fmla="*/ 0 h 18"/>
                  <a:gd name="T40" fmla="*/ 34 w 16"/>
                  <a:gd name="T41" fmla="*/ 5 h 18"/>
                  <a:gd name="T42" fmla="*/ 34 w 16"/>
                  <a:gd name="T43" fmla="*/ 8 h 18"/>
                  <a:gd name="T44" fmla="*/ 34 w 16"/>
                  <a:gd name="T45" fmla="*/ 16 h 18"/>
                  <a:gd name="T46" fmla="*/ 41 w 16"/>
                  <a:gd name="T47" fmla="*/ 13 h 18"/>
                  <a:gd name="T48" fmla="*/ 42 w 16"/>
                  <a:gd name="T49" fmla="*/ 16 h 18"/>
                  <a:gd name="T50" fmla="*/ 42 w 16"/>
                  <a:gd name="T51" fmla="*/ 13 h 18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16" h="18">
                    <a:moveTo>
                      <a:pt x="0" y="8"/>
                    </a:moveTo>
                    <a:cubicBezTo>
                      <a:pt x="2" y="15"/>
                      <a:pt x="2" y="15"/>
                      <a:pt x="2" y="15"/>
                    </a:cubicBezTo>
                    <a:cubicBezTo>
                      <a:pt x="7" y="18"/>
                      <a:pt x="7" y="18"/>
                      <a:pt x="7" y="18"/>
                    </a:cubicBezTo>
                    <a:cubicBezTo>
                      <a:pt x="13" y="15"/>
                      <a:pt x="13" y="15"/>
                      <a:pt x="13" y="15"/>
                    </a:cubicBezTo>
                    <a:cubicBezTo>
                      <a:pt x="16" y="10"/>
                      <a:pt x="16" y="10"/>
                      <a:pt x="16" y="10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3" y="6"/>
                      <a:pt x="13" y="6"/>
                      <a:pt x="13" y="7"/>
                    </a:cubicBezTo>
                    <a:cubicBezTo>
                      <a:pt x="13" y="7"/>
                      <a:pt x="13" y="8"/>
                      <a:pt x="13" y="9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3" y="9"/>
                      <a:pt x="13" y="10"/>
                      <a:pt x="13" y="9"/>
                    </a:cubicBezTo>
                    <a:cubicBezTo>
                      <a:pt x="11" y="13"/>
                      <a:pt x="11" y="13"/>
                      <a:pt x="11" y="13"/>
                    </a:cubicBezTo>
                    <a:cubicBezTo>
                      <a:pt x="11" y="13"/>
                      <a:pt x="8" y="15"/>
                      <a:pt x="7" y="15"/>
                    </a:cubicBezTo>
                    <a:cubicBezTo>
                      <a:pt x="4" y="13"/>
                      <a:pt x="4" y="13"/>
                      <a:pt x="4" y="13"/>
                    </a:cubicBezTo>
                    <a:cubicBezTo>
                      <a:pt x="3" y="13"/>
                      <a:pt x="2" y="12"/>
                      <a:pt x="2" y="11"/>
                    </a:cubicBezTo>
                    <a:cubicBezTo>
                      <a:pt x="2" y="10"/>
                      <a:pt x="1" y="8"/>
                      <a:pt x="1" y="7"/>
                    </a:cubicBezTo>
                    <a:lnTo>
                      <a:pt x="0" y="8"/>
                    </a:lnTo>
                    <a:close/>
                    <a:moveTo>
                      <a:pt x="9" y="3"/>
                    </a:moveTo>
                    <a:cubicBezTo>
                      <a:pt x="9" y="2"/>
                      <a:pt x="9" y="2"/>
                      <a:pt x="9" y="1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1"/>
                      <a:pt x="7" y="1"/>
                      <a:pt x="7" y="2"/>
                    </a:cubicBezTo>
                    <a:cubicBezTo>
                      <a:pt x="7" y="2"/>
                      <a:pt x="7" y="3"/>
                      <a:pt x="7" y="4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8" y="3"/>
                      <a:pt x="9" y="3"/>
                      <a:pt x="9" y="4"/>
                    </a:cubicBezTo>
                    <a:cubicBezTo>
                      <a:pt x="9" y="3"/>
                      <a:pt x="9" y="3"/>
                      <a:pt x="9" y="3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657" name="Freeform 294">
                <a:extLst>
                  <a:ext uri="{FF2B5EF4-FFF2-40B4-BE49-F238E27FC236}">
                    <a16:creationId xmlns:a16="http://schemas.microsoft.com/office/drawing/2014/main" id="{90A67B24-8E7E-4904-B97D-A9FB50E76E5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040" y="1634"/>
                <a:ext cx="63" cy="70"/>
              </a:xfrm>
              <a:custGeom>
                <a:avLst/>
                <a:gdLst>
                  <a:gd name="T0" fmla="*/ 159 w 38"/>
                  <a:gd name="T1" fmla="*/ 98 h 43"/>
                  <a:gd name="T2" fmla="*/ 154 w 38"/>
                  <a:gd name="T3" fmla="*/ 122 h 43"/>
                  <a:gd name="T4" fmla="*/ 167 w 38"/>
                  <a:gd name="T5" fmla="*/ 125 h 43"/>
                  <a:gd name="T6" fmla="*/ 172 w 38"/>
                  <a:gd name="T7" fmla="*/ 103 h 43"/>
                  <a:gd name="T8" fmla="*/ 159 w 38"/>
                  <a:gd name="T9" fmla="*/ 98 h 43"/>
                  <a:gd name="T10" fmla="*/ 91 w 38"/>
                  <a:gd name="T11" fmla="*/ 13 h 43"/>
                  <a:gd name="T12" fmla="*/ 96 w 38"/>
                  <a:gd name="T13" fmla="*/ 13 h 43"/>
                  <a:gd name="T14" fmla="*/ 96 w 38"/>
                  <a:gd name="T15" fmla="*/ 5 h 43"/>
                  <a:gd name="T16" fmla="*/ 91 w 38"/>
                  <a:gd name="T17" fmla="*/ 5 h 43"/>
                  <a:gd name="T18" fmla="*/ 91 w 38"/>
                  <a:gd name="T19" fmla="*/ 13 h 43"/>
                  <a:gd name="T20" fmla="*/ 91 w 38"/>
                  <a:gd name="T21" fmla="*/ 13 h 43"/>
                  <a:gd name="T22" fmla="*/ 8 w 38"/>
                  <a:gd name="T23" fmla="*/ 88 h 43"/>
                  <a:gd name="T24" fmla="*/ 22 w 38"/>
                  <a:gd name="T25" fmla="*/ 47 h 43"/>
                  <a:gd name="T26" fmla="*/ 13 w 38"/>
                  <a:gd name="T27" fmla="*/ 42 h 43"/>
                  <a:gd name="T28" fmla="*/ 8 w 38"/>
                  <a:gd name="T29" fmla="*/ 42 h 43"/>
                  <a:gd name="T30" fmla="*/ 0 w 38"/>
                  <a:gd name="T31" fmla="*/ 77 h 43"/>
                  <a:gd name="T32" fmla="*/ 8 w 38"/>
                  <a:gd name="T33" fmla="*/ 90 h 43"/>
                  <a:gd name="T34" fmla="*/ 8 w 38"/>
                  <a:gd name="T35" fmla="*/ 88 h 43"/>
                  <a:gd name="T36" fmla="*/ 13 w 38"/>
                  <a:gd name="T37" fmla="*/ 117 h 43"/>
                  <a:gd name="T38" fmla="*/ 0 w 38"/>
                  <a:gd name="T39" fmla="*/ 111 h 43"/>
                  <a:gd name="T40" fmla="*/ 20 w 38"/>
                  <a:gd name="T41" fmla="*/ 151 h 43"/>
                  <a:gd name="T42" fmla="*/ 76 w 38"/>
                  <a:gd name="T43" fmla="*/ 181 h 43"/>
                  <a:gd name="T44" fmla="*/ 154 w 38"/>
                  <a:gd name="T45" fmla="*/ 147 h 43"/>
                  <a:gd name="T46" fmla="*/ 146 w 38"/>
                  <a:gd name="T47" fmla="*/ 143 h 43"/>
                  <a:gd name="T48" fmla="*/ 83 w 38"/>
                  <a:gd name="T49" fmla="*/ 168 h 43"/>
                  <a:gd name="T50" fmla="*/ 28 w 38"/>
                  <a:gd name="T51" fmla="*/ 143 h 43"/>
                  <a:gd name="T52" fmla="*/ 13 w 38"/>
                  <a:gd name="T53" fmla="*/ 117 h 43"/>
                  <a:gd name="T54" fmla="*/ 154 w 38"/>
                  <a:gd name="T55" fmla="*/ 55 h 43"/>
                  <a:gd name="T56" fmla="*/ 164 w 38"/>
                  <a:gd name="T57" fmla="*/ 47 h 43"/>
                  <a:gd name="T58" fmla="*/ 151 w 38"/>
                  <a:gd name="T59" fmla="*/ 29 h 43"/>
                  <a:gd name="T60" fmla="*/ 141 w 38"/>
                  <a:gd name="T61" fmla="*/ 39 h 43"/>
                  <a:gd name="T62" fmla="*/ 154 w 38"/>
                  <a:gd name="T63" fmla="*/ 55 h 43"/>
                  <a:gd name="T64" fmla="*/ 172 w 38"/>
                  <a:gd name="T65" fmla="*/ 77 h 43"/>
                  <a:gd name="T66" fmla="*/ 172 w 38"/>
                  <a:gd name="T67" fmla="*/ 77 h 43"/>
                  <a:gd name="T68" fmla="*/ 172 w 38"/>
                  <a:gd name="T69" fmla="*/ 75 h 43"/>
                  <a:gd name="T70" fmla="*/ 172 w 38"/>
                  <a:gd name="T71" fmla="*/ 77 h 43"/>
                  <a:gd name="T72" fmla="*/ 63 w 38"/>
                  <a:gd name="T73" fmla="*/ 18 h 43"/>
                  <a:gd name="T74" fmla="*/ 63 w 38"/>
                  <a:gd name="T75" fmla="*/ 0 h 43"/>
                  <a:gd name="T76" fmla="*/ 28 w 38"/>
                  <a:gd name="T77" fmla="*/ 21 h 43"/>
                  <a:gd name="T78" fmla="*/ 41 w 38"/>
                  <a:gd name="T79" fmla="*/ 26 h 43"/>
                  <a:gd name="T80" fmla="*/ 63 w 38"/>
                  <a:gd name="T81" fmla="*/ 18 h 43"/>
                  <a:gd name="T82" fmla="*/ 124 w 38"/>
                  <a:gd name="T83" fmla="*/ 21 h 43"/>
                  <a:gd name="T84" fmla="*/ 133 w 38"/>
                  <a:gd name="T85" fmla="*/ 13 h 43"/>
                  <a:gd name="T86" fmla="*/ 118 w 38"/>
                  <a:gd name="T87" fmla="*/ 5 h 43"/>
                  <a:gd name="T88" fmla="*/ 124 w 38"/>
                  <a:gd name="T89" fmla="*/ 21 h 43"/>
                  <a:gd name="T90" fmla="*/ 124 w 38"/>
                  <a:gd name="T91" fmla="*/ 21 h 43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38" h="43">
                    <a:moveTo>
                      <a:pt x="35" y="23"/>
                    </a:moveTo>
                    <a:cubicBezTo>
                      <a:pt x="35" y="25"/>
                      <a:pt x="35" y="26"/>
                      <a:pt x="34" y="28"/>
                    </a:cubicBezTo>
                    <a:cubicBezTo>
                      <a:pt x="35" y="28"/>
                      <a:pt x="36" y="28"/>
                      <a:pt x="37" y="29"/>
                    </a:cubicBezTo>
                    <a:cubicBezTo>
                      <a:pt x="37" y="27"/>
                      <a:pt x="38" y="26"/>
                      <a:pt x="38" y="24"/>
                    </a:cubicBezTo>
                    <a:cubicBezTo>
                      <a:pt x="37" y="24"/>
                      <a:pt x="36" y="23"/>
                      <a:pt x="35" y="23"/>
                    </a:cubicBezTo>
                    <a:moveTo>
                      <a:pt x="20" y="3"/>
                    </a:moveTo>
                    <a:cubicBezTo>
                      <a:pt x="20" y="3"/>
                      <a:pt x="21" y="3"/>
                      <a:pt x="21" y="3"/>
                    </a:cubicBezTo>
                    <a:cubicBezTo>
                      <a:pt x="21" y="2"/>
                      <a:pt x="21" y="2"/>
                      <a:pt x="21" y="1"/>
                    </a:cubicBezTo>
                    <a:cubicBezTo>
                      <a:pt x="21" y="1"/>
                      <a:pt x="20" y="1"/>
                      <a:pt x="20" y="1"/>
                    </a:cubicBezTo>
                    <a:cubicBezTo>
                      <a:pt x="20" y="2"/>
                      <a:pt x="20" y="2"/>
                      <a:pt x="20" y="3"/>
                    </a:cubicBezTo>
                    <a:cubicBezTo>
                      <a:pt x="20" y="3"/>
                      <a:pt x="20" y="3"/>
                      <a:pt x="20" y="3"/>
                    </a:cubicBezTo>
                    <a:moveTo>
                      <a:pt x="2" y="20"/>
                    </a:moveTo>
                    <a:cubicBezTo>
                      <a:pt x="2" y="16"/>
                      <a:pt x="3" y="14"/>
                      <a:pt x="5" y="11"/>
                    </a:cubicBezTo>
                    <a:cubicBezTo>
                      <a:pt x="4" y="11"/>
                      <a:pt x="4" y="10"/>
                      <a:pt x="3" y="10"/>
                    </a:cubicBezTo>
                    <a:cubicBezTo>
                      <a:pt x="3" y="10"/>
                      <a:pt x="3" y="10"/>
                      <a:pt x="2" y="10"/>
                    </a:cubicBezTo>
                    <a:cubicBezTo>
                      <a:pt x="1" y="12"/>
                      <a:pt x="0" y="15"/>
                      <a:pt x="0" y="18"/>
                    </a:cubicBezTo>
                    <a:cubicBezTo>
                      <a:pt x="0" y="19"/>
                      <a:pt x="1" y="20"/>
                      <a:pt x="2" y="21"/>
                    </a:cubicBezTo>
                    <a:cubicBezTo>
                      <a:pt x="2" y="20"/>
                      <a:pt x="2" y="20"/>
                      <a:pt x="2" y="20"/>
                    </a:cubicBezTo>
                    <a:moveTo>
                      <a:pt x="3" y="27"/>
                    </a:moveTo>
                    <a:cubicBezTo>
                      <a:pt x="2" y="27"/>
                      <a:pt x="1" y="27"/>
                      <a:pt x="0" y="26"/>
                    </a:cubicBezTo>
                    <a:cubicBezTo>
                      <a:pt x="1" y="29"/>
                      <a:pt x="2" y="32"/>
                      <a:pt x="4" y="35"/>
                    </a:cubicBezTo>
                    <a:cubicBezTo>
                      <a:pt x="8" y="39"/>
                      <a:pt x="12" y="42"/>
                      <a:pt x="17" y="42"/>
                    </a:cubicBezTo>
                    <a:cubicBezTo>
                      <a:pt x="24" y="43"/>
                      <a:pt x="30" y="39"/>
                      <a:pt x="34" y="34"/>
                    </a:cubicBezTo>
                    <a:cubicBezTo>
                      <a:pt x="33" y="34"/>
                      <a:pt x="32" y="33"/>
                      <a:pt x="32" y="33"/>
                    </a:cubicBezTo>
                    <a:cubicBezTo>
                      <a:pt x="28" y="37"/>
                      <a:pt x="23" y="40"/>
                      <a:pt x="18" y="39"/>
                    </a:cubicBezTo>
                    <a:cubicBezTo>
                      <a:pt x="13" y="39"/>
                      <a:pt x="9" y="37"/>
                      <a:pt x="6" y="33"/>
                    </a:cubicBezTo>
                    <a:cubicBezTo>
                      <a:pt x="5" y="31"/>
                      <a:pt x="4" y="29"/>
                      <a:pt x="3" y="27"/>
                    </a:cubicBezTo>
                    <a:moveTo>
                      <a:pt x="34" y="13"/>
                    </a:moveTo>
                    <a:cubicBezTo>
                      <a:pt x="35" y="13"/>
                      <a:pt x="35" y="12"/>
                      <a:pt x="36" y="11"/>
                    </a:cubicBezTo>
                    <a:cubicBezTo>
                      <a:pt x="35" y="10"/>
                      <a:pt x="34" y="8"/>
                      <a:pt x="33" y="7"/>
                    </a:cubicBezTo>
                    <a:cubicBezTo>
                      <a:pt x="33" y="7"/>
                      <a:pt x="32" y="8"/>
                      <a:pt x="31" y="9"/>
                    </a:cubicBezTo>
                    <a:cubicBezTo>
                      <a:pt x="32" y="10"/>
                      <a:pt x="33" y="12"/>
                      <a:pt x="34" y="13"/>
                    </a:cubicBezTo>
                    <a:moveTo>
                      <a:pt x="38" y="18"/>
                    </a:moveTo>
                    <a:cubicBezTo>
                      <a:pt x="38" y="18"/>
                      <a:pt x="38" y="18"/>
                      <a:pt x="38" y="18"/>
                    </a:cubicBezTo>
                    <a:cubicBezTo>
                      <a:pt x="38" y="18"/>
                      <a:pt x="38" y="18"/>
                      <a:pt x="38" y="17"/>
                    </a:cubicBezTo>
                    <a:cubicBezTo>
                      <a:pt x="38" y="17"/>
                      <a:pt x="38" y="18"/>
                      <a:pt x="38" y="18"/>
                    </a:cubicBezTo>
                    <a:moveTo>
                      <a:pt x="14" y="4"/>
                    </a:moveTo>
                    <a:cubicBezTo>
                      <a:pt x="14" y="2"/>
                      <a:pt x="14" y="1"/>
                      <a:pt x="14" y="0"/>
                    </a:cubicBezTo>
                    <a:cubicBezTo>
                      <a:pt x="11" y="1"/>
                      <a:pt x="9" y="3"/>
                      <a:pt x="6" y="5"/>
                    </a:cubicBezTo>
                    <a:cubicBezTo>
                      <a:pt x="7" y="5"/>
                      <a:pt x="8" y="6"/>
                      <a:pt x="9" y="6"/>
                    </a:cubicBezTo>
                    <a:cubicBezTo>
                      <a:pt x="10" y="5"/>
                      <a:pt x="12" y="4"/>
                      <a:pt x="14" y="4"/>
                    </a:cubicBezTo>
                    <a:moveTo>
                      <a:pt x="27" y="5"/>
                    </a:moveTo>
                    <a:cubicBezTo>
                      <a:pt x="28" y="4"/>
                      <a:pt x="29" y="4"/>
                      <a:pt x="29" y="3"/>
                    </a:cubicBezTo>
                    <a:cubicBezTo>
                      <a:pt x="28" y="2"/>
                      <a:pt x="27" y="2"/>
                      <a:pt x="26" y="1"/>
                    </a:cubicBezTo>
                    <a:cubicBezTo>
                      <a:pt x="27" y="3"/>
                      <a:pt x="27" y="4"/>
                      <a:pt x="27" y="5"/>
                    </a:cubicBezTo>
                    <a:cubicBezTo>
                      <a:pt x="27" y="5"/>
                      <a:pt x="27" y="5"/>
                      <a:pt x="27" y="5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658" name="Freeform 295">
                <a:extLst>
                  <a:ext uri="{FF2B5EF4-FFF2-40B4-BE49-F238E27FC236}">
                    <a16:creationId xmlns:a16="http://schemas.microsoft.com/office/drawing/2014/main" id="{CEAC4B4F-CC97-472E-A388-1FA137C71F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0" y="2540"/>
                <a:ext cx="62" cy="46"/>
              </a:xfrm>
              <a:custGeom>
                <a:avLst/>
                <a:gdLst>
                  <a:gd name="T0" fmla="*/ 0 w 38"/>
                  <a:gd name="T1" fmla="*/ 125 h 28"/>
                  <a:gd name="T2" fmla="*/ 34 w 38"/>
                  <a:gd name="T3" fmla="*/ 105 h 28"/>
                  <a:gd name="T4" fmla="*/ 104 w 38"/>
                  <a:gd name="T5" fmla="*/ 67 h 28"/>
                  <a:gd name="T6" fmla="*/ 165 w 38"/>
                  <a:gd name="T7" fmla="*/ 0 h 2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8" h="28">
                    <a:moveTo>
                      <a:pt x="0" y="28"/>
                    </a:moveTo>
                    <a:cubicBezTo>
                      <a:pt x="2" y="26"/>
                      <a:pt x="5" y="25"/>
                      <a:pt x="8" y="24"/>
                    </a:cubicBezTo>
                    <a:cubicBezTo>
                      <a:pt x="12" y="21"/>
                      <a:pt x="19" y="19"/>
                      <a:pt x="24" y="15"/>
                    </a:cubicBezTo>
                    <a:cubicBezTo>
                      <a:pt x="28" y="12"/>
                      <a:pt x="34" y="2"/>
                      <a:pt x="38" y="0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659" name="Freeform 296">
                <a:extLst>
                  <a:ext uri="{FF2B5EF4-FFF2-40B4-BE49-F238E27FC236}">
                    <a16:creationId xmlns:a16="http://schemas.microsoft.com/office/drawing/2014/main" id="{F5C86123-13D6-40F7-B5D0-86E1368099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2" y="2551"/>
                <a:ext cx="49" cy="48"/>
              </a:xfrm>
              <a:custGeom>
                <a:avLst/>
                <a:gdLst>
                  <a:gd name="T0" fmla="*/ 131 w 30"/>
                  <a:gd name="T1" fmla="*/ 0 h 29"/>
                  <a:gd name="T2" fmla="*/ 83 w 30"/>
                  <a:gd name="T3" fmla="*/ 76 h 29"/>
                  <a:gd name="T4" fmla="*/ 0 w 30"/>
                  <a:gd name="T5" fmla="*/ 131 h 2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0" h="29">
                    <a:moveTo>
                      <a:pt x="30" y="0"/>
                    </a:moveTo>
                    <a:cubicBezTo>
                      <a:pt x="26" y="5"/>
                      <a:pt x="19" y="15"/>
                      <a:pt x="19" y="17"/>
                    </a:cubicBezTo>
                    <a:cubicBezTo>
                      <a:pt x="14" y="20"/>
                      <a:pt x="9" y="20"/>
                      <a:pt x="0" y="29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660" name="Freeform 297">
                <a:extLst>
                  <a:ext uri="{FF2B5EF4-FFF2-40B4-BE49-F238E27FC236}">
                    <a16:creationId xmlns:a16="http://schemas.microsoft.com/office/drawing/2014/main" id="{997DB866-4698-4ECA-A31B-3608D3E4B8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2" y="2486"/>
                <a:ext cx="65" cy="87"/>
              </a:xfrm>
              <a:custGeom>
                <a:avLst/>
                <a:gdLst>
                  <a:gd name="T0" fmla="*/ 151 w 40"/>
                  <a:gd name="T1" fmla="*/ 181 h 53"/>
                  <a:gd name="T2" fmla="*/ 172 w 40"/>
                  <a:gd name="T3" fmla="*/ 92 h 53"/>
                  <a:gd name="T4" fmla="*/ 117 w 40"/>
                  <a:gd name="T5" fmla="*/ 0 h 53"/>
                  <a:gd name="T6" fmla="*/ 88 w 40"/>
                  <a:gd name="T7" fmla="*/ 49 h 53"/>
                  <a:gd name="T8" fmla="*/ 75 w 40"/>
                  <a:gd name="T9" fmla="*/ 167 h 53"/>
                  <a:gd name="T10" fmla="*/ 0 w 40"/>
                  <a:gd name="T11" fmla="*/ 230 h 5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0" h="53">
                    <a:moveTo>
                      <a:pt x="35" y="41"/>
                    </a:moveTo>
                    <a:cubicBezTo>
                      <a:pt x="35" y="34"/>
                      <a:pt x="39" y="28"/>
                      <a:pt x="40" y="21"/>
                    </a:cubicBezTo>
                    <a:cubicBezTo>
                      <a:pt x="40" y="14"/>
                      <a:pt x="34" y="5"/>
                      <a:pt x="27" y="0"/>
                    </a:cubicBezTo>
                    <a:cubicBezTo>
                      <a:pt x="22" y="0"/>
                      <a:pt x="21" y="6"/>
                      <a:pt x="20" y="11"/>
                    </a:cubicBezTo>
                    <a:cubicBezTo>
                      <a:pt x="20" y="15"/>
                      <a:pt x="19" y="32"/>
                      <a:pt x="17" y="38"/>
                    </a:cubicBezTo>
                    <a:cubicBezTo>
                      <a:pt x="16" y="44"/>
                      <a:pt x="9" y="53"/>
                      <a:pt x="0" y="52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661" name="Freeform 298">
                <a:extLst>
                  <a:ext uri="{FF2B5EF4-FFF2-40B4-BE49-F238E27FC236}">
                    <a16:creationId xmlns:a16="http://schemas.microsoft.com/office/drawing/2014/main" id="{AB37A62B-95C5-4AD7-9785-C6BD443CD3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0" y="2615"/>
                <a:ext cx="20" cy="10"/>
              </a:xfrm>
              <a:custGeom>
                <a:avLst/>
                <a:gdLst>
                  <a:gd name="T0" fmla="*/ 55 w 12"/>
                  <a:gd name="T1" fmla="*/ 13 h 6"/>
                  <a:gd name="T2" fmla="*/ 0 w 12"/>
                  <a:gd name="T3" fmla="*/ 28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6">
                    <a:moveTo>
                      <a:pt x="12" y="3"/>
                    </a:moveTo>
                    <a:cubicBezTo>
                      <a:pt x="11" y="0"/>
                      <a:pt x="4" y="1"/>
                      <a:pt x="0" y="6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662" name="Freeform 299">
                <a:extLst>
                  <a:ext uri="{FF2B5EF4-FFF2-40B4-BE49-F238E27FC236}">
                    <a16:creationId xmlns:a16="http://schemas.microsoft.com/office/drawing/2014/main" id="{C7800F0B-07EA-4C4E-BF06-03E9D4D854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1" y="2576"/>
                <a:ext cx="10" cy="11"/>
              </a:xfrm>
              <a:custGeom>
                <a:avLst/>
                <a:gdLst>
                  <a:gd name="T0" fmla="*/ 28 w 6"/>
                  <a:gd name="T1" fmla="*/ 27 h 7"/>
                  <a:gd name="T2" fmla="*/ 0 w 6"/>
                  <a:gd name="T3" fmla="*/ 8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7">
                    <a:moveTo>
                      <a:pt x="6" y="7"/>
                    </a:moveTo>
                    <a:cubicBezTo>
                      <a:pt x="3" y="4"/>
                      <a:pt x="3" y="0"/>
                      <a:pt x="0" y="2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663" name="Freeform 300">
                <a:extLst>
                  <a:ext uri="{FF2B5EF4-FFF2-40B4-BE49-F238E27FC236}">
                    <a16:creationId xmlns:a16="http://schemas.microsoft.com/office/drawing/2014/main" id="{F1C3F228-45C7-452B-B372-43EF5FAB52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1" y="2548"/>
                <a:ext cx="6" cy="3"/>
              </a:xfrm>
              <a:custGeom>
                <a:avLst/>
                <a:gdLst>
                  <a:gd name="T0" fmla="*/ 14 w 4"/>
                  <a:gd name="T1" fmla="*/ 5 h 2"/>
                  <a:gd name="T2" fmla="*/ 0 w 4"/>
                  <a:gd name="T3" fmla="*/ 8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">
                    <a:moveTo>
                      <a:pt x="4" y="1"/>
                    </a:moveTo>
                    <a:cubicBezTo>
                      <a:pt x="3" y="0"/>
                      <a:pt x="2" y="0"/>
                      <a:pt x="0" y="2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664" name="Freeform 301">
                <a:extLst>
                  <a:ext uri="{FF2B5EF4-FFF2-40B4-BE49-F238E27FC236}">
                    <a16:creationId xmlns:a16="http://schemas.microsoft.com/office/drawing/2014/main" id="{F421FA62-5DBA-487F-9D65-B0B4A490EE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8" y="2477"/>
                <a:ext cx="5" cy="16"/>
              </a:xfrm>
              <a:custGeom>
                <a:avLst/>
                <a:gdLst>
                  <a:gd name="T0" fmla="*/ 13 w 3"/>
                  <a:gd name="T1" fmla="*/ 0 h 10"/>
                  <a:gd name="T2" fmla="*/ 0 w 3"/>
                  <a:gd name="T3" fmla="*/ 42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0">
                    <a:moveTo>
                      <a:pt x="3" y="0"/>
                    </a:moveTo>
                    <a:cubicBezTo>
                      <a:pt x="2" y="3"/>
                      <a:pt x="0" y="5"/>
                      <a:pt x="0" y="10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665" name="Freeform 302">
                <a:extLst>
                  <a:ext uri="{FF2B5EF4-FFF2-40B4-BE49-F238E27FC236}">
                    <a16:creationId xmlns:a16="http://schemas.microsoft.com/office/drawing/2014/main" id="{89AD0E57-B5B4-4697-A415-C7752B86B5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6" y="2483"/>
                <a:ext cx="11" cy="3"/>
              </a:xfrm>
              <a:custGeom>
                <a:avLst/>
                <a:gdLst>
                  <a:gd name="T0" fmla="*/ 27 w 7"/>
                  <a:gd name="T1" fmla="*/ 8 h 2"/>
                  <a:gd name="T2" fmla="*/ 0 w 7"/>
                  <a:gd name="T3" fmla="*/ 8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2">
                    <a:moveTo>
                      <a:pt x="7" y="2"/>
                    </a:moveTo>
                    <a:cubicBezTo>
                      <a:pt x="5" y="1"/>
                      <a:pt x="3" y="0"/>
                      <a:pt x="0" y="2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666" name="Freeform 303">
                <a:extLst>
                  <a:ext uri="{FF2B5EF4-FFF2-40B4-BE49-F238E27FC236}">
                    <a16:creationId xmlns:a16="http://schemas.microsoft.com/office/drawing/2014/main" id="{5BB4BDE6-015E-4B6E-A2B2-280DCB79ED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5" y="2511"/>
                <a:ext cx="7" cy="5"/>
              </a:xfrm>
              <a:custGeom>
                <a:avLst/>
                <a:gdLst>
                  <a:gd name="T0" fmla="*/ 21 w 4"/>
                  <a:gd name="T1" fmla="*/ 5 h 3"/>
                  <a:gd name="T2" fmla="*/ 0 w 4"/>
                  <a:gd name="T3" fmla="*/ 13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3" y="0"/>
                      <a:pt x="1" y="2"/>
                      <a:pt x="0" y="3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667" name="Freeform 304">
                <a:extLst>
                  <a:ext uri="{FF2B5EF4-FFF2-40B4-BE49-F238E27FC236}">
                    <a16:creationId xmlns:a16="http://schemas.microsoft.com/office/drawing/2014/main" id="{CC1E6895-ADBF-408C-A5AF-EFBA0629EA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8" y="2508"/>
                <a:ext cx="33" cy="45"/>
              </a:xfrm>
              <a:custGeom>
                <a:avLst/>
                <a:gdLst>
                  <a:gd name="T0" fmla="*/ 89 w 20"/>
                  <a:gd name="T1" fmla="*/ 0 h 28"/>
                  <a:gd name="T2" fmla="*/ 50 w 20"/>
                  <a:gd name="T3" fmla="*/ 88 h 28"/>
                  <a:gd name="T4" fmla="*/ 0 w 20"/>
                  <a:gd name="T5" fmla="*/ 116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28">
                    <a:moveTo>
                      <a:pt x="20" y="0"/>
                    </a:moveTo>
                    <a:cubicBezTo>
                      <a:pt x="19" y="10"/>
                      <a:pt x="14" y="14"/>
                      <a:pt x="11" y="21"/>
                    </a:cubicBezTo>
                    <a:cubicBezTo>
                      <a:pt x="9" y="27"/>
                      <a:pt x="3" y="24"/>
                      <a:pt x="0" y="28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668" name="Freeform 305">
                <a:extLst>
                  <a:ext uri="{FF2B5EF4-FFF2-40B4-BE49-F238E27FC236}">
                    <a16:creationId xmlns:a16="http://schemas.microsoft.com/office/drawing/2014/main" id="{5CCE4B80-C77A-453B-8418-A54722DFDC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1" y="2496"/>
                <a:ext cx="23" cy="41"/>
              </a:xfrm>
              <a:custGeom>
                <a:avLst/>
                <a:gdLst>
                  <a:gd name="T0" fmla="*/ 62 w 14"/>
                  <a:gd name="T1" fmla="*/ 0 h 25"/>
                  <a:gd name="T2" fmla="*/ 26 w 14"/>
                  <a:gd name="T3" fmla="*/ 97 h 25"/>
                  <a:gd name="T4" fmla="*/ 0 w 14"/>
                  <a:gd name="T5" fmla="*/ 110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25">
                    <a:moveTo>
                      <a:pt x="14" y="0"/>
                    </a:moveTo>
                    <a:cubicBezTo>
                      <a:pt x="13" y="6"/>
                      <a:pt x="9" y="21"/>
                      <a:pt x="6" y="22"/>
                    </a:cubicBezTo>
                    <a:cubicBezTo>
                      <a:pt x="3" y="23"/>
                      <a:pt x="1" y="21"/>
                      <a:pt x="0" y="25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669" name="Freeform 306">
                <a:extLst>
                  <a:ext uri="{FF2B5EF4-FFF2-40B4-BE49-F238E27FC236}">
                    <a16:creationId xmlns:a16="http://schemas.microsoft.com/office/drawing/2014/main" id="{8E8A27B9-1422-454F-8A7B-4106FEC7E1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8" y="2547"/>
                <a:ext cx="4" cy="16"/>
              </a:xfrm>
              <a:custGeom>
                <a:avLst/>
                <a:gdLst>
                  <a:gd name="T0" fmla="*/ 0 w 2"/>
                  <a:gd name="T1" fmla="*/ 0 h 10"/>
                  <a:gd name="T2" fmla="*/ 8 w 2"/>
                  <a:gd name="T3" fmla="*/ 42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0">
                    <a:moveTo>
                      <a:pt x="0" y="0"/>
                    </a:moveTo>
                    <a:cubicBezTo>
                      <a:pt x="2" y="1"/>
                      <a:pt x="1" y="8"/>
                      <a:pt x="1" y="10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670" name="Freeform 307">
                <a:extLst>
                  <a:ext uri="{FF2B5EF4-FFF2-40B4-BE49-F238E27FC236}">
                    <a16:creationId xmlns:a16="http://schemas.microsoft.com/office/drawing/2014/main" id="{E1394239-37A7-419D-8876-CA99EE1D08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3" y="3828"/>
                <a:ext cx="6" cy="34"/>
              </a:xfrm>
              <a:custGeom>
                <a:avLst/>
                <a:gdLst>
                  <a:gd name="T0" fmla="*/ 0 w 4"/>
                  <a:gd name="T1" fmla="*/ 0 h 21"/>
                  <a:gd name="T2" fmla="*/ 14 w 4"/>
                  <a:gd name="T3" fmla="*/ 89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1">
                    <a:moveTo>
                      <a:pt x="0" y="0"/>
                    </a:moveTo>
                    <a:cubicBezTo>
                      <a:pt x="0" y="8"/>
                      <a:pt x="4" y="21"/>
                      <a:pt x="4" y="21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671" name="Freeform 308">
                <a:extLst>
                  <a:ext uri="{FF2B5EF4-FFF2-40B4-BE49-F238E27FC236}">
                    <a16:creationId xmlns:a16="http://schemas.microsoft.com/office/drawing/2014/main" id="{7F61A50E-26BB-44CC-8D40-E321A1E1E5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5" y="2013"/>
                <a:ext cx="41" cy="34"/>
              </a:xfrm>
              <a:custGeom>
                <a:avLst/>
                <a:gdLst>
                  <a:gd name="T0" fmla="*/ 0 w 25"/>
                  <a:gd name="T1" fmla="*/ 60 h 21"/>
                  <a:gd name="T2" fmla="*/ 89 w 25"/>
                  <a:gd name="T3" fmla="*/ 89 h 21"/>
                  <a:gd name="T4" fmla="*/ 0 w 25"/>
                  <a:gd name="T5" fmla="*/ 55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21">
                    <a:moveTo>
                      <a:pt x="0" y="14"/>
                    </a:moveTo>
                    <a:cubicBezTo>
                      <a:pt x="6" y="8"/>
                      <a:pt x="17" y="11"/>
                      <a:pt x="20" y="21"/>
                    </a:cubicBezTo>
                    <a:cubicBezTo>
                      <a:pt x="25" y="14"/>
                      <a:pt x="4" y="0"/>
                      <a:pt x="0" y="13"/>
                    </a:cubicBezTo>
                  </a:path>
                </a:pathLst>
              </a:custGeom>
              <a:solidFill>
                <a:srgbClr val="C1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672" name="Freeform 309">
                <a:extLst>
                  <a:ext uri="{FF2B5EF4-FFF2-40B4-BE49-F238E27FC236}">
                    <a16:creationId xmlns:a16="http://schemas.microsoft.com/office/drawing/2014/main" id="{34FED8E1-BD74-4DF5-ACE2-B8E1EEC021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8" y="3963"/>
                <a:ext cx="23" cy="16"/>
              </a:xfrm>
              <a:custGeom>
                <a:avLst/>
                <a:gdLst>
                  <a:gd name="T0" fmla="*/ 21 w 14"/>
                  <a:gd name="T1" fmla="*/ 5 h 10"/>
                  <a:gd name="T2" fmla="*/ 54 w 14"/>
                  <a:gd name="T3" fmla="*/ 13 h 10"/>
                  <a:gd name="T4" fmla="*/ 21 w 14"/>
                  <a:gd name="T5" fmla="*/ 16 h 10"/>
                  <a:gd name="T6" fmla="*/ 5 w 14"/>
                  <a:gd name="T7" fmla="*/ 29 h 10"/>
                  <a:gd name="T8" fmla="*/ 49 w 14"/>
                  <a:gd name="T9" fmla="*/ 42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0">
                    <a:moveTo>
                      <a:pt x="5" y="1"/>
                    </a:moveTo>
                    <a:cubicBezTo>
                      <a:pt x="8" y="2"/>
                      <a:pt x="11" y="0"/>
                      <a:pt x="12" y="3"/>
                    </a:cubicBezTo>
                    <a:cubicBezTo>
                      <a:pt x="14" y="9"/>
                      <a:pt x="6" y="5"/>
                      <a:pt x="5" y="4"/>
                    </a:cubicBezTo>
                    <a:cubicBezTo>
                      <a:pt x="4" y="4"/>
                      <a:pt x="0" y="4"/>
                      <a:pt x="1" y="7"/>
                    </a:cubicBezTo>
                    <a:cubicBezTo>
                      <a:pt x="1" y="10"/>
                      <a:pt x="9" y="9"/>
                      <a:pt x="11" y="10"/>
                    </a:cubicBezTo>
                  </a:path>
                </a:pathLst>
              </a:custGeom>
              <a:noFill/>
              <a:ln w="4763" cap="flat">
                <a:solidFill>
                  <a:srgbClr val="A961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673" name="Freeform 310">
                <a:extLst>
                  <a:ext uri="{FF2B5EF4-FFF2-40B4-BE49-F238E27FC236}">
                    <a16:creationId xmlns:a16="http://schemas.microsoft.com/office/drawing/2014/main" id="{19DA8399-2073-4CEB-9AE7-66CF0658E6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7" y="3965"/>
                <a:ext cx="13" cy="13"/>
              </a:xfrm>
              <a:custGeom>
                <a:avLst/>
                <a:gdLst>
                  <a:gd name="T0" fmla="*/ 34 w 8"/>
                  <a:gd name="T1" fmla="*/ 21 h 8"/>
                  <a:gd name="T2" fmla="*/ 0 w 8"/>
                  <a:gd name="T3" fmla="*/ 5 h 8"/>
                  <a:gd name="T4" fmla="*/ 21 w 8"/>
                  <a:gd name="T5" fmla="*/ 34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8">
                    <a:moveTo>
                      <a:pt x="8" y="5"/>
                    </a:moveTo>
                    <a:cubicBezTo>
                      <a:pt x="7" y="2"/>
                      <a:pt x="3" y="0"/>
                      <a:pt x="0" y="1"/>
                    </a:cubicBezTo>
                    <a:cubicBezTo>
                      <a:pt x="0" y="4"/>
                      <a:pt x="2" y="7"/>
                      <a:pt x="5" y="8"/>
                    </a:cubicBezTo>
                  </a:path>
                </a:pathLst>
              </a:custGeom>
              <a:noFill/>
              <a:ln w="4763" cap="flat">
                <a:solidFill>
                  <a:srgbClr val="A961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674" name="Freeform 311">
                <a:extLst>
                  <a:ext uri="{FF2B5EF4-FFF2-40B4-BE49-F238E27FC236}">
                    <a16:creationId xmlns:a16="http://schemas.microsoft.com/office/drawing/2014/main" id="{330A686C-D85F-438F-A01E-C181C6F1EE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6" y="3953"/>
                <a:ext cx="8" cy="9"/>
              </a:xfrm>
              <a:custGeom>
                <a:avLst/>
                <a:gdLst>
                  <a:gd name="T0" fmla="*/ 21 w 5"/>
                  <a:gd name="T1" fmla="*/ 29 h 5"/>
                  <a:gd name="T2" fmla="*/ 0 w 5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5">
                    <a:moveTo>
                      <a:pt x="5" y="5"/>
                    </a:moveTo>
                    <a:cubicBezTo>
                      <a:pt x="4" y="2"/>
                      <a:pt x="2" y="1"/>
                      <a:pt x="0" y="0"/>
                    </a:cubicBezTo>
                  </a:path>
                </a:pathLst>
              </a:custGeom>
              <a:noFill/>
              <a:ln w="4763" cap="flat">
                <a:solidFill>
                  <a:srgbClr val="A961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675" name="Freeform 312">
                <a:extLst>
                  <a:ext uri="{FF2B5EF4-FFF2-40B4-BE49-F238E27FC236}">
                    <a16:creationId xmlns:a16="http://schemas.microsoft.com/office/drawing/2014/main" id="{F5B49F3E-853D-4B9C-B37F-9A3899E4AB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7" y="3962"/>
                <a:ext cx="16" cy="13"/>
              </a:xfrm>
              <a:custGeom>
                <a:avLst/>
                <a:gdLst>
                  <a:gd name="T0" fmla="*/ 5 w 10"/>
                  <a:gd name="T1" fmla="*/ 13 h 8"/>
                  <a:gd name="T2" fmla="*/ 35 w 10"/>
                  <a:gd name="T3" fmla="*/ 18 h 8"/>
                  <a:gd name="T4" fmla="*/ 0 w 10"/>
                  <a:gd name="T5" fmla="*/ 29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8">
                    <a:moveTo>
                      <a:pt x="1" y="3"/>
                    </a:moveTo>
                    <a:cubicBezTo>
                      <a:pt x="3" y="2"/>
                      <a:pt x="10" y="0"/>
                      <a:pt x="9" y="4"/>
                    </a:cubicBezTo>
                    <a:cubicBezTo>
                      <a:pt x="8" y="8"/>
                      <a:pt x="2" y="7"/>
                      <a:pt x="0" y="7"/>
                    </a:cubicBezTo>
                  </a:path>
                </a:pathLst>
              </a:custGeom>
              <a:noFill/>
              <a:ln w="4763" cap="flat">
                <a:solidFill>
                  <a:srgbClr val="A961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676" name="Freeform 313">
                <a:extLst>
                  <a:ext uri="{FF2B5EF4-FFF2-40B4-BE49-F238E27FC236}">
                    <a16:creationId xmlns:a16="http://schemas.microsoft.com/office/drawing/2014/main" id="{EA5B0048-0BA4-40A8-BAAC-F944142D9C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6" y="3962"/>
                <a:ext cx="13" cy="6"/>
              </a:xfrm>
              <a:custGeom>
                <a:avLst/>
                <a:gdLst>
                  <a:gd name="T0" fmla="*/ 34 w 8"/>
                  <a:gd name="T1" fmla="*/ 0 h 4"/>
                  <a:gd name="T2" fmla="*/ 0 w 8"/>
                  <a:gd name="T3" fmla="*/ 14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4">
                    <a:moveTo>
                      <a:pt x="8" y="0"/>
                    </a:moveTo>
                    <a:cubicBezTo>
                      <a:pt x="5" y="1"/>
                      <a:pt x="2" y="2"/>
                      <a:pt x="0" y="4"/>
                    </a:cubicBezTo>
                  </a:path>
                </a:pathLst>
              </a:custGeom>
              <a:noFill/>
              <a:ln w="4763" cap="flat">
                <a:solidFill>
                  <a:srgbClr val="A961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677" name="Freeform 314">
                <a:extLst>
                  <a:ext uri="{FF2B5EF4-FFF2-40B4-BE49-F238E27FC236}">
                    <a16:creationId xmlns:a16="http://schemas.microsoft.com/office/drawing/2014/main" id="{1FFB1AF8-21FA-481F-9FC3-CC771CEEC7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0" y="3955"/>
                <a:ext cx="13" cy="5"/>
              </a:xfrm>
              <a:custGeom>
                <a:avLst/>
                <a:gdLst>
                  <a:gd name="T0" fmla="*/ 34 w 8"/>
                  <a:gd name="T1" fmla="*/ 0 h 3"/>
                  <a:gd name="T2" fmla="*/ 0 w 8"/>
                  <a:gd name="T3" fmla="*/ 13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3">
                    <a:moveTo>
                      <a:pt x="8" y="0"/>
                    </a:moveTo>
                    <a:cubicBezTo>
                      <a:pt x="5" y="0"/>
                      <a:pt x="2" y="1"/>
                      <a:pt x="0" y="3"/>
                    </a:cubicBezTo>
                  </a:path>
                </a:pathLst>
              </a:custGeom>
              <a:noFill/>
              <a:ln w="4763" cap="flat">
                <a:solidFill>
                  <a:srgbClr val="A961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678" name="Freeform 315">
                <a:extLst>
                  <a:ext uri="{FF2B5EF4-FFF2-40B4-BE49-F238E27FC236}">
                    <a16:creationId xmlns:a16="http://schemas.microsoft.com/office/drawing/2014/main" id="{75CFFED0-0086-49D8-8982-66F827100A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1" y="1611"/>
                <a:ext cx="145" cy="182"/>
              </a:xfrm>
              <a:custGeom>
                <a:avLst/>
                <a:gdLst>
                  <a:gd name="T0" fmla="*/ 316 w 89"/>
                  <a:gd name="T1" fmla="*/ 0 h 112"/>
                  <a:gd name="T2" fmla="*/ 0 w 89"/>
                  <a:gd name="T3" fmla="*/ 335 h 112"/>
                  <a:gd name="T4" fmla="*/ 316 w 89"/>
                  <a:gd name="T5" fmla="*/ 0 h 1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9" h="112">
                    <a:moveTo>
                      <a:pt x="73" y="0"/>
                    </a:moveTo>
                    <a:cubicBezTo>
                      <a:pt x="73" y="0"/>
                      <a:pt x="89" y="112"/>
                      <a:pt x="0" y="78"/>
                    </a:cubicBezTo>
                    <a:cubicBezTo>
                      <a:pt x="0" y="78"/>
                      <a:pt x="81" y="108"/>
                      <a:pt x="73" y="0"/>
                    </a:cubicBezTo>
                    <a:close/>
                  </a:path>
                </a:pathLst>
              </a:custGeom>
              <a:solidFill>
                <a:srgbClr val="8E4C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679" name="Freeform 316">
                <a:extLst>
                  <a:ext uri="{FF2B5EF4-FFF2-40B4-BE49-F238E27FC236}">
                    <a16:creationId xmlns:a16="http://schemas.microsoft.com/office/drawing/2014/main" id="{C1FFE988-821D-497F-BAB1-6596D08746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8" y="1624"/>
                <a:ext cx="139" cy="174"/>
              </a:xfrm>
              <a:custGeom>
                <a:avLst/>
                <a:gdLst>
                  <a:gd name="T0" fmla="*/ 41 w 85"/>
                  <a:gd name="T1" fmla="*/ 0 h 107"/>
                  <a:gd name="T2" fmla="*/ 371 w 85"/>
                  <a:gd name="T3" fmla="*/ 288 h 107"/>
                  <a:gd name="T4" fmla="*/ 41 w 85"/>
                  <a:gd name="T5" fmla="*/ 0 h 10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5" h="107">
                    <a:moveTo>
                      <a:pt x="9" y="0"/>
                    </a:moveTo>
                    <a:cubicBezTo>
                      <a:pt x="9" y="0"/>
                      <a:pt x="0" y="107"/>
                      <a:pt x="85" y="67"/>
                    </a:cubicBezTo>
                    <a:cubicBezTo>
                      <a:pt x="85" y="67"/>
                      <a:pt x="12" y="104"/>
                      <a:pt x="9" y="0"/>
                    </a:cubicBezTo>
                    <a:close/>
                  </a:path>
                </a:pathLst>
              </a:custGeom>
              <a:solidFill>
                <a:srgbClr val="8E4C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680" name="Freeform 317">
                <a:extLst>
                  <a:ext uri="{FF2B5EF4-FFF2-40B4-BE49-F238E27FC236}">
                    <a16:creationId xmlns:a16="http://schemas.microsoft.com/office/drawing/2014/main" id="{CF1DE6D2-2F0B-455F-9091-AD5C4CE447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7" y="2007"/>
                <a:ext cx="92" cy="29"/>
              </a:xfrm>
              <a:custGeom>
                <a:avLst/>
                <a:gdLst>
                  <a:gd name="T0" fmla="*/ 0 w 56"/>
                  <a:gd name="T1" fmla="*/ 76 h 18"/>
                  <a:gd name="T2" fmla="*/ 54 w 56"/>
                  <a:gd name="T3" fmla="*/ 71 h 18"/>
                  <a:gd name="T4" fmla="*/ 151 w 56"/>
                  <a:gd name="T5" fmla="*/ 34 h 18"/>
                  <a:gd name="T6" fmla="*/ 248 w 56"/>
                  <a:gd name="T7" fmla="*/ 8 h 18"/>
                  <a:gd name="T8" fmla="*/ 125 w 56"/>
                  <a:gd name="T9" fmla="*/ 55 h 18"/>
                  <a:gd name="T10" fmla="*/ 5 w 56"/>
                  <a:gd name="T11" fmla="*/ 68 h 1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6" h="18">
                    <a:moveTo>
                      <a:pt x="0" y="18"/>
                    </a:moveTo>
                    <a:cubicBezTo>
                      <a:pt x="3" y="16"/>
                      <a:pt x="8" y="18"/>
                      <a:pt x="12" y="17"/>
                    </a:cubicBezTo>
                    <a:cubicBezTo>
                      <a:pt x="20" y="16"/>
                      <a:pt x="27" y="12"/>
                      <a:pt x="34" y="8"/>
                    </a:cubicBezTo>
                    <a:cubicBezTo>
                      <a:pt x="42" y="4"/>
                      <a:pt x="49" y="4"/>
                      <a:pt x="56" y="2"/>
                    </a:cubicBezTo>
                    <a:cubicBezTo>
                      <a:pt x="47" y="0"/>
                      <a:pt x="37" y="10"/>
                      <a:pt x="28" y="13"/>
                    </a:cubicBezTo>
                    <a:cubicBezTo>
                      <a:pt x="20" y="16"/>
                      <a:pt x="10" y="17"/>
                      <a:pt x="1" y="16"/>
                    </a:cubicBezTo>
                  </a:path>
                </a:pathLst>
              </a:custGeom>
              <a:solidFill>
                <a:srgbClr val="8E4C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681" name="Freeform 318">
                <a:extLst>
                  <a:ext uri="{FF2B5EF4-FFF2-40B4-BE49-F238E27FC236}">
                    <a16:creationId xmlns:a16="http://schemas.microsoft.com/office/drawing/2014/main" id="{272D46C0-BF64-4D8B-B053-E2928B2A33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4" y="2007"/>
                <a:ext cx="92" cy="30"/>
              </a:xfrm>
              <a:custGeom>
                <a:avLst/>
                <a:gdLst>
                  <a:gd name="T0" fmla="*/ 248 w 56"/>
                  <a:gd name="T1" fmla="*/ 68 h 19"/>
                  <a:gd name="T2" fmla="*/ 97 w 56"/>
                  <a:gd name="T3" fmla="*/ 35 h 19"/>
                  <a:gd name="T4" fmla="*/ 0 w 56"/>
                  <a:gd name="T5" fmla="*/ 0 h 19"/>
                  <a:gd name="T6" fmla="*/ 227 w 56"/>
                  <a:gd name="T7" fmla="*/ 69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6" h="19">
                    <a:moveTo>
                      <a:pt x="56" y="17"/>
                    </a:moveTo>
                    <a:cubicBezTo>
                      <a:pt x="43" y="17"/>
                      <a:pt x="34" y="14"/>
                      <a:pt x="22" y="9"/>
                    </a:cubicBezTo>
                    <a:cubicBezTo>
                      <a:pt x="15" y="6"/>
                      <a:pt x="7" y="4"/>
                      <a:pt x="0" y="0"/>
                    </a:cubicBezTo>
                    <a:cubicBezTo>
                      <a:pt x="16" y="14"/>
                      <a:pt x="32" y="19"/>
                      <a:pt x="51" y="18"/>
                    </a:cubicBezTo>
                  </a:path>
                </a:pathLst>
              </a:custGeom>
              <a:solidFill>
                <a:srgbClr val="8E4C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682" name="Freeform 319">
                <a:extLst>
                  <a:ext uri="{FF2B5EF4-FFF2-40B4-BE49-F238E27FC236}">
                    <a16:creationId xmlns:a16="http://schemas.microsoft.com/office/drawing/2014/main" id="{516420C3-A4C2-46AF-8708-D38C960F35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1" y="2335"/>
                <a:ext cx="142" cy="88"/>
              </a:xfrm>
              <a:custGeom>
                <a:avLst/>
                <a:gdLst>
                  <a:gd name="T0" fmla="*/ 379 w 87"/>
                  <a:gd name="T1" fmla="*/ 233 h 54"/>
                  <a:gd name="T2" fmla="*/ 0 w 87"/>
                  <a:gd name="T3" fmla="*/ 21 h 54"/>
                  <a:gd name="T4" fmla="*/ 184 w 87"/>
                  <a:gd name="T5" fmla="*/ 96 h 54"/>
                  <a:gd name="T6" fmla="*/ 359 w 87"/>
                  <a:gd name="T7" fmla="*/ 215 h 5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7" h="54">
                    <a:moveTo>
                      <a:pt x="87" y="54"/>
                    </a:moveTo>
                    <a:cubicBezTo>
                      <a:pt x="65" y="33"/>
                      <a:pt x="33" y="0"/>
                      <a:pt x="0" y="5"/>
                    </a:cubicBezTo>
                    <a:cubicBezTo>
                      <a:pt x="13" y="13"/>
                      <a:pt x="28" y="15"/>
                      <a:pt x="42" y="22"/>
                    </a:cubicBezTo>
                    <a:cubicBezTo>
                      <a:pt x="53" y="27"/>
                      <a:pt x="76" y="39"/>
                      <a:pt x="83" y="50"/>
                    </a:cubicBezTo>
                  </a:path>
                </a:pathLst>
              </a:custGeom>
              <a:solidFill>
                <a:srgbClr val="8E4C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683" name="Freeform 320">
                <a:extLst>
                  <a:ext uri="{FF2B5EF4-FFF2-40B4-BE49-F238E27FC236}">
                    <a16:creationId xmlns:a16="http://schemas.microsoft.com/office/drawing/2014/main" id="{79B52C5B-69BC-4CCD-9E1E-2406038942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5" y="2338"/>
                <a:ext cx="154" cy="95"/>
              </a:xfrm>
              <a:custGeom>
                <a:avLst/>
                <a:gdLst>
                  <a:gd name="T0" fmla="*/ 43 w 94"/>
                  <a:gd name="T1" fmla="*/ 226 h 58"/>
                  <a:gd name="T2" fmla="*/ 413 w 94"/>
                  <a:gd name="T3" fmla="*/ 41 h 58"/>
                  <a:gd name="T4" fmla="*/ 215 w 94"/>
                  <a:gd name="T5" fmla="*/ 131 h 58"/>
                  <a:gd name="T6" fmla="*/ 0 w 94"/>
                  <a:gd name="T7" fmla="*/ 256 h 5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4" h="58">
                    <a:moveTo>
                      <a:pt x="10" y="51"/>
                    </a:moveTo>
                    <a:cubicBezTo>
                      <a:pt x="24" y="33"/>
                      <a:pt x="68" y="0"/>
                      <a:pt x="94" y="9"/>
                    </a:cubicBezTo>
                    <a:cubicBezTo>
                      <a:pt x="81" y="10"/>
                      <a:pt x="61" y="24"/>
                      <a:pt x="49" y="30"/>
                    </a:cubicBezTo>
                    <a:cubicBezTo>
                      <a:pt x="32" y="38"/>
                      <a:pt x="15" y="48"/>
                      <a:pt x="0" y="58"/>
                    </a:cubicBezTo>
                  </a:path>
                </a:pathLst>
              </a:custGeom>
              <a:solidFill>
                <a:srgbClr val="8E4C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684" name="Freeform 321">
                <a:extLst>
                  <a:ext uri="{FF2B5EF4-FFF2-40B4-BE49-F238E27FC236}">
                    <a16:creationId xmlns:a16="http://schemas.microsoft.com/office/drawing/2014/main" id="{8A7445E0-9D4B-469B-BDFD-9E8D534638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0" y="2369"/>
                <a:ext cx="95" cy="59"/>
              </a:xfrm>
              <a:custGeom>
                <a:avLst/>
                <a:gdLst>
                  <a:gd name="T0" fmla="*/ 0 w 58"/>
                  <a:gd name="T1" fmla="*/ 159 h 36"/>
                  <a:gd name="T2" fmla="*/ 105 w 58"/>
                  <a:gd name="T3" fmla="*/ 84 h 36"/>
                  <a:gd name="T4" fmla="*/ 256 w 58"/>
                  <a:gd name="T5" fmla="*/ 0 h 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8" h="36">
                    <a:moveTo>
                      <a:pt x="0" y="36"/>
                    </a:moveTo>
                    <a:cubicBezTo>
                      <a:pt x="8" y="32"/>
                      <a:pt x="16" y="24"/>
                      <a:pt x="24" y="19"/>
                    </a:cubicBezTo>
                    <a:cubicBezTo>
                      <a:pt x="34" y="12"/>
                      <a:pt x="46" y="3"/>
                      <a:pt x="58" y="0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685" name="Freeform 322">
                <a:extLst>
                  <a:ext uri="{FF2B5EF4-FFF2-40B4-BE49-F238E27FC236}">
                    <a16:creationId xmlns:a16="http://schemas.microsoft.com/office/drawing/2014/main" id="{67FDA1D7-A833-4AC8-883E-3F7C2CA5A1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2" y="2355"/>
                <a:ext cx="113" cy="74"/>
              </a:xfrm>
              <a:custGeom>
                <a:avLst/>
                <a:gdLst>
                  <a:gd name="T0" fmla="*/ 303 w 69"/>
                  <a:gd name="T1" fmla="*/ 191 h 46"/>
                  <a:gd name="T2" fmla="*/ 255 w 69"/>
                  <a:gd name="T3" fmla="*/ 142 h 46"/>
                  <a:gd name="T4" fmla="*/ 172 w 69"/>
                  <a:gd name="T5" fmla="*/ 80 h 46"/>
                  <a:gd name="T6" fmla="*/ 88 w 69"/>
                  <a:gd name="T7" fmla="*/ 29 h 46"/>
                  <a:gd name="T8" fmla="*/ 0 w 69"/>
                  <a:gd name="T9" fmla="*/ 0 h 4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9" h="46">
                    <a:moveTo>
                      <a:pt x="69" y="46"/>
                    </a:moveTo>
                    <a:cubicBezTo>
                      <a:pt x="68" y="42"/>
                      <a:pt x="61" y="37"/>
                      <a:pt x="58" y="34"/>
                    </a:cubicBezTo>
                    <a:cubicBezTo>
                      <a:pt x="52" y="28"/>
                      <a:pt x="45" y="24"/>
                      <a:pt x="39" y="19"/>
                    </a:cubicBezTo>
                    <a:cubicBezTo>
                      <a:pt x="33" y="15"/>
                      <a:pt x="26" y="10"/>
                      <a:pt x="20" y="7"/>
                    </a:cubicBezTo>
                    <a:cubicBezTo>
                      <a:pt x="13" y="4"/>
                      <a:pt x="6" y="3"/>
                      <a:pt x="0" y="0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686" name="Freeform 323">
                <a:extLst>
                  <a:ext uri="{FF2B5EF4-FFF2-40B4-BE49-F238E27FC236}">
                    <a16:creationId xmlns:a16="http://schemas.microsoft.com/office/drawing/2014/main" id="{9BEE42EE-FD67-4162-95CB-97E8C3B893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2" y="3116"/>
                <a:ext cx="78" cy="40"/>
              </a:xfrm>
              <a:custGeom>
                <a:avLst/>
                <a:gdLst>
                  <a:gd name="T0" fmla="*/ 18 w 48"/>
                  <a:gd name="T1" fmla="*/ 0 h 25"/>
                  <a:gd name="T2" fmla="*/ 206 w 48"/>
                  <a:gd name="T3" fmla="*/ 5 h 25"/>
                  <a:gd name="T4" fmla="*/ 0 w 48"/>
                  <a:gd name="T5" fmla="*/ 13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8" h="25">
                    <a:moveTo>
                      <a:pt x="4" y="0"/>
                    </a:moveTo>
                    <a:cubicBezTo>
                      <a:pt x="17" y="6"/>
                      <a:pt x="35" y="17"/>
                      <a:pt x="48" y="1"/>
                    </a:cubicBezTo>
                    <a:cubicBezTo>
                      <a:pt x="41" y="25"/>
                      <a:pt x="11" y="17"/>
                      <a:pt x="0" y="3"/>
                    </a:cubicBezTo>
                  </a:path>
                </a:pathLst>
              </a:custGeom>
              <a:solidFill>
                <a:srgbClr val="8E4C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687" name="Freeform 324">
                <a:extLst>
                  <a:ext uri="{FF2B5EF4-FFF2-40B4-BE49-F238E27FC236}">
                    <a16:creationId xmlns:a16="http://schemas.microsoft.com/office/drawing/2014/main" id="{C0931833-0D52-458E-A245-7F7708EA11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1" y="3111"/>
                <a:ext cx="72" cy="34"/>
              </a:xfrm>
              <a:custGeom>
                <a:avLst/>
                <a:gdLst>
                  <a:gd name="T0" fmla="*/ 0 w 44"/>
                  <a:gd name="T1" fmla="*/ 0 h 21"/>
                  <a:gd name="T2" fmla="*/ 193 w 44"/>
                  <a:gd name="T3" fmla="*/ 29 h 21"/>
                  <a:gd name="T4" fmla="*/ 18 w 44"/>
                  <a:gd name="T5" fmla="*/ 13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4" h="21">
                    <a:moveTo>
                      <a:pt x="0" y="0"/>
                    </a:moveTo>
                    <a:cubicBezTo>
                      <a:pt x="12" y="4"/>
                      <a:pt x="32" y="18"/>
                      <a:pt x="44" y="7"/>
                    </a:cubicBezTo>
                    <a:cubicBezTo>
                      <a:pt x="32" y="13"/>
                      <a:pt x="12" y="21"/>
                      <a:pt x="4" y="3"/>
                    </a:cubicBezTo>
                  </a:path>
                </a:pathLst>
              </a:custGeom>
              <a:solidFill>
                <a:srgbClr val="8E4C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688" name="Freeform 325">
                <a:extLst>
                  <a:ext uri="{FF2B5EF4-FFF2-40B4-BE49-F238E27FC236}">
                    <a16:creationId xmlns:a16="http://schemas.microsoft.com/office/drawing/2014/main" id="{76E115C4-C680-4589-B743-58DC0E1398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3" y="3007"/>
                <a:ext cx="41" cy="26"/>
              </a:xfrm>
              <a:custGeom>
                <a:avLst/>
                <a:gdLst>
                  <a:gd name="T0" fmla="*/ 0 w 25"/>
                  <a:gd name="T1" fmla="*/ 60 h 16"/>
                  <a:gd name="T2" fmla="*/ 110 w 25"/>
                  <a:gd name="T3" fmla="*/ 68 h 16"/>
                  <a:gd name="T4" fmla="*/ 5 w 25"/>
                  <a:gd name="T5" fmla="*/ 39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16">
                    <a:moveTo>
                      <a:pt x="0" y="14"/>
                    </a:moveTo>
                    <a:cubicBezTo>
                      <a:pt x="10" y="8"/>
                      <a:pt x="16" y="7"/>
                      <a:pt x="25" y="16"/>
                    </a:cubicBezTo>
                    <a:cubicBezTo>
                      <a:pt x="20" y="8"/>
                      <a:pt x="8" y="0"/>
                      <a:pt x="1" y="9"/>
                    </a:cubicBezTo>
                  </a:path>
                </a:pathLst>
              </a:custGeom>
              <a:solidFill>
                <a:srgbClr val="8E4C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689" name="Freeform 326">
                <a:extLst>
                  <a:ext uri="{FF2B5EF4-FFF2-40B4-BE49-F238E27FC236}">
                    <a16:creationId xmlns:a16="http://schemas.microsoft.com/office/drawing/2014/main" id="{3F744B1E-F8F6-46DD-9E86-18F9183EA0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7" y="3005"/>
                <a:ext cx="48" cy="23"/>
              </a:xfrm>
              <a:custGeom>
                <a:avLst/>
                <a:gdLst>
                  <a:gd name="T0" fmla="*/ 5 w 29"/>
                  <a:gd name="T1" fmla="*/ 43 h 14"/>
                  <a:gd name="T2" fmla="*/ 131 w 29"/>
                  <a:gd name="T3" fmla="*/ 62 h 14"/>
                  <a:gd name="T4" fmla="*/ 0 w 29"/>
                  <a:gd name="T5" fmla="*/ 35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9" h="14">
                    <a:moveTo>
                      <a:pt x="1" y="10"/>
                    </a:moveTo>
                    <a:cubicBezTo>
                      <a:pt x="11" y="5"/>
                      <a:pt x="22" y="6"/>
                      <a:pt x="29" y="14"/>
                    </a:cubicBezTo>
                    <a:cubicBezTo>
                      <a:pt x="23" y="0"/>
                      <a:pt x="10" y="1"/>
                      <a:pt x="0" y="8"/>
                    </a:cubicBezTo>
                  </a:path>
                </a:pathLst>
              </a:custGeom>
              <a:solidFill>
                <a:srgbClr val="8E4C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690" name="Freeform 327">
                <a:extLst>
                  <a:ext uri="{FF2B5EF4-FFF2-40B4-BE49-F238E27FC236}">
                    <a16:creationId xmlns:a16="http://schemas.microsoft.com/office/drawing/2014/main" id="{D14C26BB-66CC-4D78-8E12-40EACDD744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8" y="1397"/>
                <a:ext cx="26" cy="205"/>
              </a:xfrm>
              <a:custGeom>
                <a:avLst/>
                <a:gdLst>
                  <a:gd name="T0" fmla="*/ 0 w 16"/>
                  <a:gd name="T1" fmla="*/ 543 h 126"/>
                  <a:gd name="T2" fmla="*/ 60 w 16"/>
                  <a:gd name="T3" fmla="*/ 220 h 126"/>
                  <a:gd name="T4" fmla="*/ 0 w 16"/>
                  <a:gd name="T5" fmla="*/ 0 h 1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126">
                    <a:moveTo>
                      <a:pt x="0" y="126"/>
                    </a:moveTo>
                    <a:cubicBezTo>
                      <a:pt x="3" y="110"/>
                      <a:pt x="12" y="68"/>
                      <a:pt x="14" y="51"/>
                    </a:cubicBezTo>
                    <a:cubicBezTo>
                      <a:pt x="16" y="35"/>
                      <a:pt x="3" y="24"/>
                      <a:pt x="0" y="0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691" name="Freeform 328">
                <a:extLst>
                  <a:ext uri="{FF2B5EF4-FFF2-40B4-BE49-F238E27FC236}">
                    <a16:creationId xmlns:a16="http://schemas.microsoft.com/office/drawing/2014/main" id="{0D7490C0-4E36-48EE-B3AD-045DDE6C3A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2" y="1406"/>
                <a:ext cx="36" cy="189"/>
              </a:xfrm>
              <a:custGeom>
                <a:avLst/>
                <a:gdLst>
                  <a:gd name="T0" fmla="*/ 34 w 22"/>
                  <a:gd name="T1" fmla="*/ 0 h 116"/>
                  <a:gd name="T2" fmla="*/ 8 w 22"/>
                  <a:gd name="T3" fmla="*/ 181 h 116"/>
                  <a:gd name="T4" fmla="*/ 97 w 22"/>
                  <a:gd name="T5" fmla="*/ 502 h 1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116">
                    <a:moveTo>
                      <a:pt x="8" y="0"/>
                    </a:moveTo>
                    <a:cubicBezTo>
                      <a:pt x="8" y="11"/>
                      <a:pt x="0" y="29"/>
                      <a:pt x="2" y="42"/>
                    </a:cubicBezTo>
                    <a:cubicBezTo>
                      <a:pt x="5" y="67"/>
                      <a:pt x="20" y="92"/>
                      <a:pt x="22" y="116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692" name="Freeform 329">
                <a:extLst>
                  <a:ext uri="{FF2B5EF4-FFF2-40B4-BE49-F238E27FC236}">
                    <a16:creationId xmlns:a16="http://schemas.microsoft.com/office/drawing/2014/main" id="{FD564C75-608C-4CEB-8484-998432E86D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6" y="1442"/>
                <a:ext cx="8" cy="34"/>
              </a:xfrm>
              <a:custGeom>
                <a:avLst/>
                <a:gdLst>
                  <a:gd name="T0" fmla="*/ 0 w 5"/>
                  <a:gd name="T1" fmla="*/ 89 h 21"/>
                  <a:gd name="T2" fmla="*/ 21 w 5"/>
                  <a:gd name="T3" fmla="*/ 0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21">
                    <a:moveTo>
                      <a:pt x="0" y="21"/>
                    </a:moveTo>
                    <a:cubicBezTo>
                      <a:pt x="1" y="13"/>
                      <a:pt x="0" y="6"/>
                      <a:pt x="5" y="0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693" name="Freeform 330">
                <a:extLst>
                  <a:ext uri="{FF2B5EF4-FFF2-40B4-BE49-F238E27FC236}">
                    <a16:creationId xmlns:a16="http://schemas.microsoft.com/office/drawing/2014/main" id="{7384E80D-6D0E-4638-B560-F5E91470AC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9" y="1431"/>
                <a:ext cx="18" cy="26"/>
              </a:xfrm>
              <a:custGeom>
                <a:avLst/>
                <a:gdLst>
                  <a:gd name="T0" fmla="*/ 47 w 11"/>
                  <a:gd name="T1" fmla="*/ 68 h 16"/>
                  <a:gd name="T2" fmla="*/ 0 w 11"/>
                  <a:gd name="T3" fmla="*/ 0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16">
                    <a:moveTo>
                      <a:pt x="11" y="16"/>
                    </a:moveTo>
                    <a:cubicBezTo>
                      <a:pt x="10" y="9"/>
                      <a:pt x="5" y="4"/>
                      <a:pt x="0" y="0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694" name="Freeform 331">
                <a:extLst>
                  <a:ext uri="{FF2B5EF4-FFF2-40B4-BE49-F238E27FC236}">
                    <a16:creationId xmlns:a16="http://schemas.microsoft.com/office/drawing/2014/main" id="{723D0880-FE21-40BC-996C-0C4214E190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6" y="1110"/>
                <a:ext cx="90" cy="70"/>
              </a:xfrm>
              <a:custGeom>
                <a:avLst/>
                <a:gdLst>
                  <a:gd name="T0" fmla="*/ 0 w 55"/>
                  <a:gd name="T1" fmla="*/ 0 h 43"/>
                  <a:gd name="T2" fmla="*/ 56 w 55"/>
                  <a:gd name="T3" fmla="*/ 55 h 43"/>
                  <a:gd name="T4" fmla="*/ 101 w 55"/>
                  <a:gd name="T5" fmla="*/ 130 h 43"/>
                  <a:gd name="T6" fmla="*/ 241 w 55"/>
                  <a:gd name="T7" fmla="*/ 156 h 4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5" h="43">
                    <a:moveTo>
                      <a:pt x="0" y="0"/>
                    </a:moveTo>
                    <a:cubicBezTo>
                      <a:pt x="4" y="5"/>
                      <a:pt x="9" y="7"/>
                      <a:pt x="13" y="13"/>
                    </a:cubicBezTo>
                    <a:cubicBezTo>
                      <a:pt x="16" y="18"/>
                      <a:pt x="20" y="24"/>
                      <a:pt x="23" y="30"/>
                    </a:cubicBezTo>
                    <a:cubicBezTo>
                      <a:pt x="31" y="42"/>
                      <a:pt x="43" y="43"/>
                      <a:pt x="55" y="36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695" name="Freeform 332">
                <a:extLst>
                  <a:ext uri="{FF2B5EF4-FFF2-40B4-BE49-F238E27FC236}">
                    <a16:creationId xmlns:a16="http://schemas.microsoft.com/office/drawing/2014/main" id="{16431329-D9D5-4A7E-B0CA-0AAB94D228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9" y="1105"/>
                <a:ext cx="48" cy="126"/>
              </a:xfrm>
              <a:custGeom>
                <a:avLst/>
                <a:gdLst>
                  <a:gd name="T0" fmla="*/ 0 w 29"/>
                  <a:gd name="T1" fmla="*/ 0 h 77"/>
                  <a:gd name="T2" fmla="*/ 83 w 29"/>
                  <a:gd name="T3" fmla="*/ 164 h 77"/>
                  <a:gd name="T4" fmla="*/ 131 w 29"/>
                  <a:gd name="T5" fmla="*/ 337 h 7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9" h="77">
                    <a:moveTo>
                      <a:pt x="0" y="0"/>
                    </a:moveTo>
                    <a:cubicBezTo>
                      <a:pt x="9" y="10"/>
                      <a:pt x="14" y="23"/>
                      <a:pt x="18" y="37"/>
                    </a:cubicBezTo>
                    <a:cubicBezTo>
                      <a:pt x="21" y="50"/>
                      <a:pt x="27" y="63"/>
                      <a:pt x="29" y="77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696" name="Freeform 333">
                <a:extLst>
                  <a:ext uri="{FF2B5EF4-FFF2-40B4-BE49-F238E27FC236}">
                    <a16:creationId xmlns:a16="http://schemas.microsoft.com/office/drawing/2014/main" id="{4F61D4BF-42B8-4D3D-99B0-D3FCDAD454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9" y="1107"/>
                <a:ext cx="56" cy="129"/>
              </a:xfrm>
              <a:custGeom>
                <a:avLst/>
                <a:gdLst>
                  <a:gd name="T0" fmla="*/ 152 w 34"/>
                  <a:gd name="T1" fmla="*/ 0 h 79"/>
                  <a:gd name="T2" fmla="*/ 63 w 34"/>
                  <a:gd name="T3" fmla="*/ 165 h 79"/>
                  <a:gd name="T4" fmla="*/ 0 w 34"/>
                  <a:gd name="T5" fmla="*/ 345 h 7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4" h="79">
                    <a:moveTo>
                      <a:pt x="34" y="0"/>
                    </a:moveTo>
                    <a:cubicBezTo>
                      <a:pt x="24" y="11"/>
                      <a:pt x="20" y="24"/>
                      <a:pt x="14" y="38"/>
                    </a:cubicBezTo>
                    <a:cubicBezTo>
                      <a:pt x="8" y="51"/>
                      <a:pt x="3" y="65"/>
                      <a:pt x="0" y="79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697" name="Freeform 334">
                <a:extLst>
                  <a:ext uri="{FF2B5EF4-FFF2-40B4-BE49-F238E27FC236}">
                    <a16:creationId xmlns:a16="http://schemas.microsoft.com/office/drawing/2014/main" id="{88E492DC-F0CA-466D-BB20-AFF61BFEB2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8" y="2046"/>
                <a:ext cx="67" cy="224"/>
              </a:xfrm>
              <a:custGeom>
                <a:avLst/>
                <a:gdLst>
                  <a:gd name="T0" fmla="*/ 0 w 41"/>
                  <a:gd name="T1" fmla="*/ 0 h 138"/>
                  <a:gd name="T2" fmla="*/ 126 w 41"/>
                  <a:gd name="T3" fmla="*/ 166 h 138"/>
                  <a:gd name="T4" fmla="*/ 126 w 41"/>
                  <a:gd name="T5" fmla="*/ 312 h 138"/>
                  <a:gd name="T6" fmla="*/ 165 w 41"/>
                  <a:gd name="T7" fmla="*/ 437 h 138"/>
                  <a:gd name="T8" fmla="*/ 160 w 41"/>
                  <a:gd name="T9" fmla="*/ 591 h 138"/>
                  <a:gd name="T10" fmla="*/ 144 w 41"/>
                  <a:gd name="T11" fmla="*/ 437 h 138"/>
                  <a:gd name="T12" fmla="*/ 113 w 41"/>
                  <a:gd name="T13" fmla="*/ 287 h 138"/>
                  <a:gd name="T14" fmla="*/ 96 w 41"/>
                  <a:gd name="T15" fmla="*/ 136 h 138"/>
                  <a:gd name="T16" fmla="*/ 0 w 41"/>
                  <a:gd name="T17" fmla="*/ 8 h 13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1" h="138">
                    <a:moveTo>
                      <a:pt x="0" y="0"/>
                    </a:moveTo>
                    <a:cubicBezTo>
                      <a:pt x="9" y="12"/>
                      <a:pt x="24" y="23"/>
                      <a:pt x="29" y="39"/>
                    </a:cubicBezTo>
                    <a:cubicBezTo>
                      <a:pt x="33" y="51"/>
                      <a:pt x="29" y="60"/>
                      <a:pt x="29" y="73"/>
                    </a:cubicBezTo>
                    <a:cubicBezTo>
                      <a:pt x="29" y="84"/>
                      <a:pt x="36" y="91"/>
                      <a:pt x="38" y="102"/>
                    </a:cubicBezTo>
                    <a:cubicBezTo>
                      <a:pt x="40" y="113"/>
                      <a:pt x="41" y="127"/>
                      <a:pt x="37" y="138"/>
                    </a:cubicBezTo>
                    <a:cubicBezTo>
                      <a:pt x="37" y="126"/>
                      <a:pt x="37" y="114"/>
                      <a:pt x="33" y="102"/>
                    </a:cubicBezTo>
                    <a:cubicBezTo>
                      <a:pt x="29" y="90"/>
                      <a:pt x="24" y="82"/>
                      <a:pt x="26" y="67"/>
                    </a:cubicBezTo>
                    <a:cubicBezTo>
                      <a:pt x="28" y="53"/>
                      <a:pt x="28" y="45"/>
                      <a:pt x="22" y="32"/>
                    </a:cubicBezTo>
                    <a:cubicBezTo>
                      <a:pt x="17" y="21"/>
                      <a:pt x="8" y="11"/>
                      <a:pt x="0" y="2"/>
                    </a:cubicBezTo>
                  </a:path>
                </a:pathLst>
              </a:custGeom>
              <a:solidFill>
                <a:srgbClr val="8E4C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698" name="Freeform 335">
                <a:extLst>
                  <a:ext uri="{FF2B5EF4-FFF2-40B4-BE49-F238E27FC236}">
                    <a16:creationId xmlns:a16="http://schemas.microsoft.com/office/drawing/2014/main" id="{6C6A2085-B92A-450C-BF74-C0E571A13D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5" y="2031"/>
                <a:ext cx="100" cy="189"/>
              </a:xfrm>
              <a:custGeom>
                <a:avLst/>
                <a:gdLst>
                  <a:gd name="T0" fmla="*/ 269 w 61"/>
                  <a:gd name="T1" fmla="*/ 0 h 116"/>
                  <a:gd name="T2" fmla="*/ 164 w 61"/>
                  <a:gd name="T3" fmla="*/ 122 h 116"/>
                  <a:gd name="T4" fmla="*/ 130 w 61"/>
                  <a:gd name="T5" fmla="*/ 269 h 116"/>
                  <a:gd name="T6" fmla="*/ 41 w 61"/>
                  <a:gd name="T7" fmla="*/ 376 h 116"/>
                  <a:gd name="T8" fmla="*/ 5 w 61"/>
                  <a:gd name="T9" fmla="*/ 502 h 116"/>
                  <a:gd name="T10" fmla="*/ 34 w 61"/>
                  <a:gd name="T11" fmla="*/ 345 h 116"/>
                  <a:gd name="T12" fmla="*/ 118 w 61"/>
                  <a:gd name="T13" fmla="*/ 253 h 116"/>
                  <a:gd name="T14" fmla="*/ 118 w 61"/>
                  <a:gd name="T15" fmla="*/ 173 h 116"/>
                  <a:gd name="T16" fmla="*/ 151 w 61"/>
                  <a:gd name="T17" fmla="*/ 104 h 116"/>
                  <a:gd name="T18" fmla="*/ 256 w 61"/>
                  <a:gd name="T19" fmla="*/ 18 h 11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61" h="116">
                    <a:moveTo>
                      <a:pt x="61" y="0"/>
                    </a:moveTo>
                    <a:cubicBezTo>
                      <a:pt x="51" y="7"/>
                      <a:pt x="42" y="18"/>
                      <a:pt x="37" y="28"/>
                    </a:cubicBezTo>
                    <a:cubicBezTo>
                      <a:pt x="30" y="40"/>
                      <a:pt x="34" y="52"/>
                      <a:pt x="29" y="62"/>
                    </a:cubicBezTo>
                    <a:cubicBezTo>
                      <a:pt x="25" y="72"/>
                      <a:pt x="14" y="77"/>
                      <a:pt x="9" y="87"/>
                    </a:cubicBezTo>
                    <a:cubicBezTo>
                      <a:pt x="4" y="97"/>
                      <a:pt x="4" y="106"/>
                      <a:pt x="1" y="116"/>
                    </a:cubicBezTo>
                    <a:cubicBezTo>
                      <a:pt x="0" y="104"/>
                      <a:pt x="2" y="90"/>
                      <a:pt x="8" y="80"/>
                    </a:cubicBezTo>
                    <a:cubicBezTo>
                      <a:pt x="13" y="72"/>
                      <a:pt x="25" y="67"/>
                      <a:pt x="27" y="58"/>
                    </a:cubicBezTo>
                    <a:cubicBezTo>
                      <a:pt x="29" y="53"/>
                      <a:pt x="26" y="46"/>
                      <a:pt x="27" y="40"/>
                    </a:cubicBezTo>
                    <a:cubicBezTo>
                      <a:pt x="29" y="34"/>
                      <a:pt x="31" y="29"/>
                      <a:pt x="34" y="24"/>
                    </a:cubicBezTo>
                    <a:cubicBezTo>
                      <a:pt x="41" y="13"/>
                      <a:pt x="48" y="11"/>
                      <a:pt x="58" y="4"/>
                    </a:cubicBezTo>
                  </a:path>
                </a:pathLst>
              </a:custGeom>
              <a:solidFill>
                <a:srgbClr val="8E4C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699" name="Freeform 336">
                <a:extLst>
                  <a:ext uri="{FF2B5EF4-FFF2-40B4-BE49-F238E27FC236}">
                    <a16:creationId xmlns:a16="http://schemas.microsoft.com/office/drawing/2014/main" id="{93868BD2-4EDE-4495-A78E-2D65400A18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3" y="1852"/>
                <a:ext cx="35" cy="106"/>
              </a:xfrm>
              <a:custGeom>
                <a:avLst/>
                <a:gdLst>
                  <a:gd name="T0" fmla="*/ 97 w 21"/>
                  <a:gd name="T1" fmla="*/ 282 h 65"/>
                  <a:gd name="T2" fmla="*/ 63 w 21"/>
                  <a:gd name="T3" fmla="*/ 139 h 65"/>
                  <a:gd name="T4" fmla="*/ 20 w 21"/>
                  <a:gd name="T5" fmla="*/ 0 h 65"/>
                  <a:gd name="T6" fmla="*/ 33 w 21"/>
                  <a:gd name="T7" fmla="*/ 68 h 65"/>
                  <a:gd name="T8" fmla="*/ 75 w 21"/>
                  <a:gd name="T9" fmla="*/ 165 h 65"/>
                  <a:gd name="T10" fmla="*/ 78 w 21"/>
                  <a:gd name="T11" fmla="*/ 277 h 6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1" h="65">
                    <a:moveTo>
                      <a:pt x="21" y="65"/>
                    </a:moveTo>
                    <a:cubicBezTo>
                      <a:pt x="4" y="63"/>
                      <a:pt x="15" y="42"/>
                      <a:pt x="14" y="32"/>
                    </a:cubicBezTo>
                    <a:cubicBezTo>
                      <a:pt x="13" y="20"/>
                      <a:pt x="0" y="14"/>
                      <a:pt x="4" y="0"/>
                    </a:cubicBezTo>
                    <a:cubicBezTo>
                      <a:pt x="4" y="6"/>
                      <a:pt x="6" y="10"/>
                      <a:pt x="7" y="16"/>
                    </a:cubicBezTo>
                    <a:cubicBezTo>
                      <a:pt x="13" y="21"/>
                      <a:pt x="17" y="29"/>
                      <a:pt x="16" y="38"/>
                    </a:cubicBezTo>
                    <a:cubicBezTo>
                      <a:pt x="16" y="46"/>
                      <a:pt x="8" y="59"/>
                      <a:pt x="17" y="64"/>
                    </a:cubicBezTo>
                  </a:path>
                </a:pathLst>
              </a:custGeom>
              <a:solidFill>
                <a:srgbClr val="8E4C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700" name="Freeform 337">
                <a:extLst>
                  <a:ext uri="{FF2B5EF4-FFF2-40B4-BE49-F238E27FC236}">
                    <a16:creationId xmlns:a16="http://schemas.microsoft.com/office/drawing/2014/main" id="{ACE2EEF8-EA9E-438B-A492-717DAA666B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7" y="1868"/>
                <a:ext cx="33" cy="100"/>
              </a:xfrm>
              <a:custGeom>
                <a:avLst/>
                <a:gdLst>
                  <a:gd name="T0" fmla="*/ 0 w 20"/>
                  <a:gd name="T1" fmla="*/ 269 h 61"/>
                  <a:gd name="T2" fmla="*/ 33 w 20"/>
                  <a:gd name="T3" fmla="*/ 130 h 61"/>
                  <a:gd name="T4" fmla="*/ 68 w 20"/>
                  <a:gd name="T5" fmla="*/ 62 h 61"/>
                  <a:gd name="T6" fmla="*/ 58 w 20"/>
                  <a:gd name="T7" fmla="*/ 0 h 61"/>
                  <a:gd name="T8" fmla="*/ 46 w 20"/>
                  <a:gd name="T9" fmla="*/ 138 h 61"/>
                  <a:gd name="T10" fmla="*/ 0 w 20"/>
                  <a:gd name="T11" fmla="*/ 269 h 6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0" h="61">
                    <a:moveTo>
                      <a:pt x="0" y="61"/>
                    </a:moveTo>
                    <a:cubicBezTo>
                      <a:pt x="15" y="53"/>
                      <a:pt x="3" y="40"/>
                      <a:pt x="7" y="29"/>
                    </a:cubicBezTo>
                    <a:cubicBezTo>
                      <a:pt x="8" y="24"/>
                      <a:pt x="14" y="21"/>
                      <a:pt x="15" y="14"/>
                    </a:cubicBezTo>
                    <a:cubicBezTo>
                      <a:pt x="16" y="9"/>
                      <a:pt x="13" y="5"/>
                      <a:pt x="13" y="0"/>
                    </a:cubicBezTo>
                    <a:cubicBezTo>
                      <a:pt x="20" y="10"/>
                      <a:pt x="13" y="22"/>
                      <a:pt x="10" y="31"/>
                    </a:cubicBezTo>
                    <a:cubicBezTo>
                      <a:pt x="6" y="45"/>
                      <a:pt x="13" y="52"/>
                      <a:pt x="0" y="61"/>
                    </a:cubicBezTo>
                  </a:path>
                </a:pathLst>
              </a:custGeom>
              <a:solidFill>
                <a:srgbClr val="8E4C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701" name="Freeform 338">
                <a:extLst>
                  <a:ext uri="{FF2B5EF4-FFF2-40B4-BE49-F238E27FC236}">
                    <a16:creationId xmlns:a16="http://schemas.microsoft.com/office/drawing/2014/main" id="{FAA19EC6-AA57-4415-9A15-567C9A1F56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4" y="2373"/>
                <a:ext cx="72" cy="21"/>
              </a:xfrm>
              <a:custGeom>
                <a:avLst/>
                <a:gdLst>
                  <a:gd name="T0" fmla="*/ 0 w 44"/>
                  <a:gd name="T1" fmla="*/ 47 h 13"/>
                  <a:gd name="T2" fmla="*/ 193 w 44"/>
                  <a:gd name="T3" fmla="*/ 50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4" h="13">
                    <a:moveTo>
                      <a:pt x="0" y="11"/>
                    </a:moveTo>
                    <a:cubicBezTo>
                      <a:pt x="7" y="0"/>
                      <a:pt x="34" y="13"/>
                      <a:pt x="44" y="12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702" name="Freeform 339">
                <a:extLst>
                  <a:ext uri="{FF2B5EF4-FFF2-40B4-BE49-F238E27FC236}">
                    <a16:creationId xmlns:a16="http://schemas.microsoft.com/office/drawing/2014/main" id="{2FF0425E-B1A5-41B6-BD71-90638667C4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7" y="2374"/>
                <a:ext cx="71" cy="10"/>
              </a:xfrm>
              <a:custGeom>
                <a:avLst/>
                <a:gdLst>
                  <a:gd name="T0" fmla="*/ 193 w 43"/>
                  <a:gd name="T1" fmla="*/ 5 h 6"/>
                  <a:gd name="T2" fmla="*/ 97 w 43"/>
                  <a:gd name="T3" fmla="*/ 5 h 6"/>
                  <a:gd name="T4" fmla="*/ 0 w 43"/>
                  <a:gd name="T5" fmla="*/ 13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" h="6">
                    <a:moveTo>
                      <a:pt x="43" y="1"/>
                    </a:moveTo>
                    <a:cubicBezTo>
                      <a:pt x="35" y="0"/>
                      <a:pt x="30" y="0"/>
                      <a:pt x="22" y="1"/>
                    </a:cubicBezTo>
                    <a:cubicBezTo>
                      <a:pt x="17" y="3"/>
                      <a:pt x="5" y="6"/>
                      <a:pt x="0" y="3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703" name="Freeform 340">
                <a:extLst>
                  <a:ext uri="{FF2B5EF4-FFF2-40B4-BE49-F238E27FC236}">
                    <a16:creationId xmlns:a16="http://schemas.microsoft.com/office/drawing/2014/main" id="{8163A76D-4997-4643-AF36-FE6DDF66C0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0" y="1460"/>
                <a:ext cx="110" cy="91"/>
              </a:xfrm>
              <a:custGeom>
                <a:avLst/>
                <a:gdLst>
                  <a:gd name="T0" fmla="*/ 297 w 67"/>
                  <a:gd name="T1" fmla="*/ 0 h 56"/>
                  <a:gd name="T2" fmla="*/ 154 w 67"/>
                  <a:gd name="T3" fmla="*/ 198 h 56"/>
                  <a:gd name="T4" fmla="*/ 0 w 67"/>
                  <a:gd name="T5" fmla="*/ 185 h 5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7" h="56">
                    <a:moveTo>
                      <a:pt x="67" y="0"/>
                    </a:moveTo>
                    <a:cubicBezTo>
                      <a:pt x="53" y="4"/>
                      <a:pt x="48" y="37"/>
                      <a:pt x="35" y="46"/>
                    </a:cubicBezTo>
                    <a:cubicBezTo>
                      <a:pt x="21" y="56"/>
                      <a:pt x="13" y="48"/>
                      <a:pt x="0" y="43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704" name="Freeform 341">
                <a:extLst>
                  <a:ext uri="{FF2B5EF4-FFF2-40B4-BE49-F238E27FC236}">
                    <a16:creationId xmlns:a16="http://schemas.microsoft.com/office/drawing/2014/main" id="{B8884F05-B55A-4E92-846B-D28EA13EE8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6" y="1169"/>
                <a:ext cx="41" cy="71"/>
              </a:xfrm>
              <a:custGeom>
                <a:avLst/>
                <a:gdLst>
                  <a:gd name="T0" fmla="*/ 18 w 25"/>
                  <a:gd name="T1" fmla="*/ 0 h 44"/>
                  <a:gd name="T2" fmla="*/ 26 w 25"/>
                  <a:gd name="T3" fmla="*/ 110 h 44"/>
                  <a:gd name="T4" fmla="*/ 110 w 25"/>
                  <a:gd name="T5" fmla="*/ 186 h 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44">
                    <a:moveTo>
                      <a:pt x="4" y="0"/>
                    </a:moveTo>
                    <a:cubicBezTo>
                      <a:pt x="0" y="8"/>
                      <a:pt x="1" y="19"/>
                      <a:pt x="6" y="26"/>
                    </a:cubicBezTo>
                    <a:cubicBezTo>
                      <a:pt x="10" y="34"/>
                      <a:pt x="17" y="43"/>
                      <a:pt x="25" y="44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705" name="Freeform 342">
                <a:extLst>
                  <a:ext uri="{FF2B5EF4-FFF2-40B4-BE49-F238E27FC236}">
                    <a16:creationId xmlns:a16="http://schemas.microsoft.com/office/drawing/2014/main" id="{02FF44DE-A82F-468B-BD0C-D9703162AC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8" y="1151"/>
                <a:ext cx="19" cy="85"/>
              </a:xfrm>
              <a:custGeom>
                <a:avLst/>
                <a:gdLst>
                  <a:gd name="T0" fmla="*/ 35 w 12"/>
                  <a:gd name="T1" fmla="*/ 0 h 52"/>
                  <a:gd name="T2" fmla="*/ 43 w 12"/>
                  <a:gd name="T3" fmla="*/ 75 h 52"/>
                  <a:gd name="T4" fmla="*/ 40 w 12"/>
                  <a:gd name="T5" fmla="*/ 152 h 52"/>
                  <a:gd name="T6" fmla="*/ 0 w 12"/>
                  <a:gd name="T7" fmla="*/ 227 h 5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52">
                    <a:moveTo>
                      <a:pt x="9" y="0"/>
                    </a:moveTo>
                    <a:cubicBezTo>
                      <a:pt x="9" y="6"/>
                      <a:pt x="11" y="11"/>
                      <a:pt x="11" y="17"/>
                    </a:cubicBezTo>
                    <a:cubicBezTo>
                      <a:pt x="10" y="24"/>
                      <a:pt x="9" y="29"/>
                      <a:pt x="10" y="35"/>
                    </a:cubicBezTo>
                    <a:cubicBezTo>
                      <a:pt x="12" y="45"/>
                      <a:pt x="10" y="52"/>
                      <a:pt x="0" y="52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706" name="Freeform 343">
                <a:extLst>
                  <a:ext uri="{FF2B5EF4-FFF2-40B4-BE49-F238E27FC236}">
                    <a16:creationId xmlns:a16="http://schemas.microsoft.com/office/drawing/2014/main" id="{0A5B9C3E-8583-4796-98CC-FAC3429DD4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1" y="3252"/>
                <a:ext cx="38" cy="425"/>
              </a:xfrm>
              <a:custGeom>
                <a:avLst/>
                <a:gdLst>
                  <a:gd name="T0" fmla="*/ 0 w 23"/>
                  <a:gd name="T1" fmla="*/ 0 h 261"/>
                  <a:gd name="T2" fmla="*/ 104 w 23"/>
                  <a:gd name="T3" fmla="*/ 1127 h 261"/>
                  <a:gd name="T4" fmla="*/ 0 w 23"/>
                  <a:gd name="T5" fmla="*/ 0 h 26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261">
                    <a:moveTo>
                      <a:pt x="0" y="0"/>
                    </a:moveTo>
                    <a:cubicBezTo>
                      <a:pt x="0" y="0"/>
                      <a:pt x="12" y="212"/>
                      <a:pt x="23" y="261"/>
                    </a:cubicBezTo>
                    <a:cubicBezTo>
                      <a:pt x="23" y="261"/>
                      <a:pt x="7" y="41"/>
                      <a:pt x="0" y="0"/>
                    </a:cubicBezTo>
                    <a:close/>
                  </a:path>
                </a:pathLst>
              </a:custGeom>
              <a:solidFill>
                <a:srgbClr val="C1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707" name="Freeform 344">
                <a:extLst>
                  <a:ext uri="{FF2B5EF4-FFF2-40B4-BE49-F238E27FC236}">
                    <a16:creationId xmlns:a16="http://schemas.microsoft.com/office/drawing/2014/main" id="{FF140B76-47C1-4178-B4A9-9864EF6862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4" y="3235"/>
                <a:ext cx="42" cy="445"/>
              </a:xfrm>
              <a:custGeom>
                <a:avLst/>
                <a:gdLst>
                  <a:gd name="T0" fmla="*/ 110 w 26"/>
                  <a:gd name="T1" fmla="*/ 0 h 274"/>
                  <a:gd name="T2" fmla="*/ 0 w 26"/>
                  <a:gd name="T3" fmla="*/ 1174 h 274"/>
                  <a:gd name="T4" fmla="*/ 110 w 26"/>
                  <a:gd name="T5" fmla="*/ 0 h 27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274">
                    <a:moveTo>
                      <a:pt x="26" y="0"/>
                    </a:moveTo>
                    <a:cubicBezTo>
                      <a:pt x="26" y="0"/>
                      <a:pt x="25" y="132"/>
                      <a:pt x="0" y="274"/>
                    </a:cubicBezTo>
                    <a:cubicBezTo>
                      <a:pt x="0" y="274"/>
                      <a:pt x="26" y="8"/>
                      <a:pt x="26" y="0"/>
                    </a:cubicBezTo>
                    <a:close/>
                  </a:path>
                </a:pathLst>
              </a:custGeom>
              <a:solidFill>
                <a:srgbClr val="8E4C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708" name="Freeform 345">
                <a:extLst>
                  <a:ext uri="{FF2B5EF4-FFF2-40B4-BE49-F238E27FC236}">
                    <a16:creationId xmlns:a16="http://schemas.microsoft.com/office/drawing/2014/main" id="{36FCAAB2-BAA8-4E88-BA82-494456CBF5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0" y="1132"/>
                <a:ext cx="29" cy="102"/>
              </a:xfrm>
              <a:custGeom>
                <a:avLst/>
                <a:gdLst>
                  <a:gd name="T0" fmla="*/ 60 w 18"/>
                  <a:gd name="T1" fmla="*/ 5 h 63"/>
                  <a:gd name="T2" fmla="*/ 71 w 18"/>
                  <a:gd name="T3" fmla="*/ 97 h 63"/>
                  <a:gd name="T4" fmla="*/ 68 w 18"/>
                  <a:gd name="T5" fmla="*/ 186 h 63"/>
                  <a:gd name="T6" fmla="*/ 55 w 18"/>
                  <a:gd name="T7" fmla="*/ 254 h 63"/>
                  <a:gd name="T8" fmla="*/ 0 w 18"/>
                  <a:gd name="T9" fmla="*/ 267 h 63"/>
                  <a:gd name="T10" fmla="*/ 42 w 18"/>
                  <a:gd name="T11" fmla="*/ 225 h 63"/>
                  <a:gd name="T12" fmla="*/ 63 w 18"/>
                  <a:gd name="T13" fmla="*/ 136 h 63"/>
                  <a:gd name="T14" fmla="*/ 63 w 18"/>
                  <a:gd name="T15" fmla="*/ 63 h 63"/>
                  <a:gd name="T16" fmla="*/ 55 w 18"/>
                  <a:gd name="T17" fmla="*/ 0 h 6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8" h="63">
                    <a:moveTo>
                      <a:pt x="14" y="1"/>
                    </a:moveTo>
                    <a:cubicBezTo>
                      <a:pt x="16" y="9"/>
                      <a:pt x="18" y="15"/>
                      <a:pt x="17" y="23"/>
                    </a:cubicBezTo>
                    <a:cubicBezTo>
                      <a:pt x="17" y="30"/>
                      <a:pt x="16" y="37"/>
                      <a:pt x="16" y="44"/>
                    </a:cubicBezTo>
                    <a:cubicBezTo>
                      <a:pt x="15" y="49"/>
                      <a:pt x="17" y="57"/>
                      <a:pt x="13" y="60"/>
                    </a:cubicBezTo>
                    <a:cubicBezTo>
                      <a:pt x="10" y="62"/>
                      <a:pt x="3" y="63"/>
                      <a:pt x="0" y="63"/>
                    </a:cubicBezTo>
                    <a:cubicBezTo>
                      <a:pt x="4" y="60"/>
                      <a:pt x="8" y="58"/>
                      <a:pt x="10" y="53"/>
                    </a:cubicBezTo>
                    <a:cubicBezTo>
                      <a:pt x="13" y="47"/>
                      <a:pt x="14" y="39"/>
                      <a:pt x="15" y="32"/>
                    </a:cubicBezTo>
                    <a:cubicBezTo>
                      <a:pt x="16" y="27"/>
                      <a:pt x="16" y="21"/>
                      <a:pt x="15" y="15"/>
                    </a:cubicBezTo>
                    <a:cubicBezTo>
                      <a:pt x="15" y="10"/>
                      <a:pt x="13" y="5"/>
                      <a:pt x="13" y="0"/>
                    </a:cubicBezTo>
                  </a:path>
                </a:pathLst>
              </a:custGeom>
              <a:solidFill>
                <a:srgbClr val="8E4C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709" name="Freeform 346">
                <a:extLst>
                  <a:ext uri="{FF2B5EF4-FFF2-40B4-BE49-F238E27FC236}">
                    <a16:creationId xmlns:a16="http://schemas.microsoft.com/office/drawing/2014/main" id="{D5CFAA6C-6F04-4494-B1D4-58E316603D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7" y="1146"/>
                <a:ext cx="75" cy="26"/>
              </a:xfrm>
              <a:custGeom>
                <a:avLst/>
                <a:gdLst>
                  <a:gd name="T0" fmla="*/ 5 w 46"/>
                  <a:gd name="T1" fmla="*/ 5 h 16"/>
                  <a:gd name="T2" fmla="*/ 83 w 46"/>
                  <a:gd name="T3" fmla="*/ 60 h 16"/>
                  <a:gd name="T4" fmla="*/ 147 w 46"/>
                  <a:gd name="T5" fmla="*/ 55 h 16"/>
                  <a:gd name="T6" fmla="*/ 178 w 46"/>
                  <a:gd name="T7" fmla="*/ 34 h 16"/>
                  <a:gd name="T8" fmla="*/ 199 w 46"/>
                  <a:gd name="T9" fmla="*/ 0 h 16"/>
                  <a:gd name="T10" fmla="*/ 101 w 46"/>
                  <a:gd name="T11" fmla="*/ 47 h 16"/>
                  <a:gd name="T12" fmla="*/ 0 w 46"/>
                  <a:gd name="T13" fmla="*/ 0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6" h="16">
                    <a:moveTo>
                      <a:pt x="1" y="1"/>
                    </a:moveTo>
                    <a:cubicBezTo>
                      <a:pt x="7" y="7"/>
                      <a:pt x="11" y="12"/>
                      <a:pt x="19" y="14"/>
                    </a:cubicBezTo>
                    <a:cubicBezTo>
                      <a:pt x="24" y="16"/>
                      <a:pt x="29" y="15"/>
                      <a:pt x="34" y="13"/>
                    </a:cubicBezTo>
                    <a:cubicBezTo>
                      <a:pt x="36" y="12"/>
                      <a:pt x="39" y="10"/>
                      <a:pt x="41" y="8"/>
                    </a:cubicBezTo>
                    <a:cubicBezTo>
                      <a:pt x="44" y="6"/>
                      <a:pt x="44" y="3"/>
                      <a:pt x="46" y="0"/>
                    </a:cubicBezTo>
                    <a:cubicBezTo>
                      <a:pt x="38" y="4"/>
                      <a:pt x="32" y="11"/>
                      <a:pt x="23" y="11"/>
                    </a:cubicBezTo>
                    <a:cubicBezTo>
                      <a:pt x="13" y="10"/>
                      <a:pt x="8" y="5"/>
                      <a:pt x="0" y="0"/>
                    </a:cubicBezTo>
                  </a:path>
                </a:pathLst>
              </a:custGeom>
              <a:solidFill>
                <a:srgbClr val="8E4C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710" name="Freeform 347">
                <a:extLst>
                  <a:ext uri="{FF2B5EF4-FFF2-40B4-BE49-F238E27FC236}">
                    <a16:creationId xmlns:a16="http://schemas.microsoft.com/office/drawing/2014/main" id="{7E7CD580-DC0E-4B11-8C6D-B89AF07334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7" y="1143"/>
                <a:ext cx="69" cy="52"/>
              </a:xfrm>
              <a:custGeom>
                <a:avLst/>
                <a:gdLst>
                  <a:gd name="T0" fmla="*/ 5 w 42"/>
                  <a:gd name="T1" fmla="*/ 0 h 32"/>
                  <a:gd name="T2" fmla="*/ 102 w 42"/>
                  <a:gd name="T3" fmla="*/ 96 h 32"/>
                  <a:gd name="T4" fmla="*/ 186 w 42"/>
                  <a:gd name="T5" fmla="*/ 81 h 32"/>
                  <a:gd name="T6" fmla="*/ 67 w 42"/>
                  <a:gd name="T7" fmla="*/ 111 h 32"/>
                  <a:gd name="T8" fmla="*/ 0 w 42"/>
                  <a:gd name="T9" fmla="*/ 0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2" h="32">
                    <a:moveTo>
                      <a:pt x="1" y="0"/>
                    </a:moveTo>
                    <a:cubicBezTo>
                      <a:pt x="4" y="9"/>
                      <a:pt x="14" y="20"/>
                      <a:pt x="23" y="22"/>
                    </a:cubicBezTo>
                    <a:cubicBezTo>
                      <a:pt x="28" y="24"/>
                      <a:pt x="39" y="24"/>
                      <a:pt x="42" y="19"/>
                    </a:cubicBezTo>
                    <a:cubicBezTo>
                      <a:pt x="37" y="28"/>
                      <a:pt x="23" y="32"/>
                      <a:pt x="15" y="26"/>
                    </a:cubicBezTo>
                    <a:cubicBezTo>
                      <a:pt x="7" y="20"/>
                      <a:pt x="4" y="9"/>
                      <a:pt x="0" y="0"/>
                    </a:cubicBezTo>
                  </a:path>
                </a:pathLst>
              </a:custGeom>
              <a:solidFill>
                <a:srgbClr val="8E4C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711" name="Freeform 348">
                <a:extLst>
                  <a:ext uri="{FF2B5EF4-FFF2-40B4-BE49-F238E27FC236}">
                    <a16:creationId xmlns:a16="http://schemas.microsoft.com/office/drawing/2014/main" id="{F990BD7F-3E78-41FE-BAB1-C28C2BB309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9" y="1127"/>
                <a:ext cx="26" cy="104"/>
              </a:xfrm>
              <a:custGeom>
                <a:avLst/>
                <a:gdLst>
                  <a:gd name="T0" fmla="*/ 63 w 16"/>
                  <a:gd name="T1" fmla="*/ 0 h 64"/>
                  <a:gd name="T2" fmla="*/ 26 w 16"/>
                  <a:gd name="T3" fmla="*/ 75 h 64"/>
                  <a:gd name="T4" fmla="*/ 5 w 16"/>
                  <a:gd name="T5" fmla="*/ 138 h 64"/>
                  <a:gd name="T6" fmla="*/ 68 w 16"/>
                  <a:gd name="T7" fmla="*/ 275 h 64"/>
                  <a:gd name="T8" fmla="*/ 21 w 16"/>
                  <a:gd name="T9" fmla="*/ 122 h 64"/>
                  <a:gd name="T10" fmla="*/ 47 w 16"/>
                  <a:gd name="T11" fmla="*/ 54 h 64"/>
                  <a:gd name="T12" fmla="*/ 63 w 16"/>
                  <a:gd name="T13" fmla="*/ 5 h 6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64">
                    <a:moveTo>
                      <a:pt x="15" y="0"/>
                    </a:moveTo>
                    <a:cubicBezTo>
                      <a:pt x="11" y="5"/>
                      <a:pt x="9" y="12"/>
                      <a:pt x="6" y="17"/>
                    </a:cubicBezTo>
                    <a:cubicBezTo>
                      <a:pt x="4" y="22"/>
                      <a:pt x="2" y="27"/>
                      <a:pt x="1" y="32"/>
                    </a:cubicBezTo>
                    <a:cubicBezTo>
                      <a:pt x="0" y="46"/>
                      <a:pt x="6" y="56"/>
                      <a:pt x="16" y="64"/>
                    </a:cubicBezTo>
                    <a:cubicBezTo>
                      <a:pt x="7" y="54"/>
                      <a:pt x="3" y="42"/>
                      <a:pt x="5" y="28"/>
                    </a:cubicBezTo>
                    <a:cubicBezTo>
                      <a:pt x="6" y="22"/>
                      <a:pt x="9" y="17"/>
                      <a:pt x="11" y="12"/>
                    </a:cubicBezTo>
                    <a:cubicBezTo>
                      <a:pt x="12" y="9"/>
                      <a:pt x="13" y="4"/>
                      <a:pt x="15" y="1"/>
                    </a:cubicBezTo>
                  </a:path>
                </a:pathLst>
              </a:custGeom>
              <a:solidFill>
                <a:srgbClr val="8E4C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712" name="Freeform 349">
                <a:extLst>
                  <a:ext uri="{FF2B5EF4-FFF2-40B4-BE49-F238E27FC236}">
                    <a16:creationId xmlns:a16="http://schemas.microsoft.com/office/drawing/2014/main" id="{D59D0B79-F068-492E-8220-F4EB35EA6D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8" y="1210"/>
                <a:ext cx="16" cy="55"/>
              </a:xfrm>
              <a:custGeom>
                <a:avLst/>
                <a:gdLst>
                  <a:gd name="T0" fmla="*/ 29 w 10"/>
                  <a:gd name="T1" fmla="*/ 0 h 34"/>
                  <a:gd name="T2" fmla="*/ 5 w 10"/>
                  <a:gd name="T3" fmla="*/ 84 h 34"/>
                  <a:gd name="T4" fmla="*/ 8 w 10"/>
                  <a:gd name="T5" fmla="*/ 128 h 34"/>
                  <a:gd name="T6" fmla="*/ 42 w 10"/>
                  <a:gd name="T7" fmla="*/ 131 h 34"/>
                  <a:gd name="T8" fmla="*/ 16 w 10"/>
                  <a:gd name="T9" fmla="*/ 81 h 34"/>
                  <a:gd name="T10" fmla="*/ 29 w 10"/>
                  <a:gd name="T11" fmla="*/ 8 h 3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" h="34">
                    <a:moveTo>
                      <a:pt x="7" y="0"/>
                    </a:moveTo>
                    <a:cubicBezTo>
                      <a:pt x="6" y="7"/>
                      <a:pt x="3" y="13"/>
                      <a:pt x="1" y="20"/>
                    </a:cubicBezTo>
                    <a:cubicBezTo>
                      <a:pt x="1" y="23"/>
                      <a:pt x="0" y="27"/>
                      <a:pt x="2" y="30"/>
                    </a:cubicBezTo>
                    <a:cubicBezTo>
                      <a:pt x="3" y="33"/>
                      <a:pt x="8" y="34"/>
                      <a:pt x="10" y="31"/>
                    </a:cubicBezTo>
                    <a:cubicBezTo>
                      <a:pt x="3" y="30"/>
                      <a:pt x="3" y="26"/>
                      <a:pt x="4" y="19"/>
                    </a:cubicBezTo>
                    <a:cubicBezTo>
                      <a:pt x="5" y="14"/>
                      <a:pt x="5" y="7"/>
                      <a:pt x="7" y="2"/>
                    </a:cubicBezTo>
                  </a:path>
                </a:pathLst>
              </a:custGeom>
              <a:solidFill>
                <a:srgbClr val="8E4C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713" name="Freeform 350">
                <a:extLst>
                  <a:ext uri="{FF2B5EF4-FFF2-40B4-BE49-F238E27FC236}">
                    <a16:creationId xmlns:a16="http://schemas.microsoft.com/office/drawing/2014/main" id="{F1CC8D73-1DD9-4093-AD4B-1E26C1DC5A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9" y="1214"/>
                <a:ext cx="19" cy="51"/>
              </a:xfrm>
              <a:custGeom>
                <a:avLst/>
                <a:gdLst>
                  <a:gd name="T0" fmla="*/ 27 w 12"/>
                  <a:gd name="T1" fmla="*/ 0 h 31"/>
                  <a:gd name="T2" fmla="*/ 40 w 12"/>
                  <a:gd name="T3" fmla="*/ 104 h 31"/>
                  <a:gd name="T4" fmla="*/ 0 w 12"/>
                  <a:gd name="T5" fmla="*/ 104 h 31"/>
                  <a:gd name="T6" fmla="*/ 25 w 12"/>
                  <a:gd name="T7" fmla="*/ 104 h 31"/>
                  <a:gd name="T8" fmla="*/ 27 w 12"/>
                  <a:gd name="T9" fmla="*/ 67 h 31"/>
                  <a:gd name="T10" fmla="*/ 25 w 12"/>
                  <a:gd name="T11" fmla="*/ 5 h 3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31">
                    <a:moveTo>
                      <a:pt x="7" y="0"/>
                    </a:moveTo>
                    <a:cubicBezTo>
                      <a:pt x="9" y="7"/>
                      <a:pt x="12" y="16"/>
                      <a:pt x="10" y="23"/>
                    </a:cubicBezTo>
                    <a:cubicBezTo>
                      <a:pt x="9" y="31"/>
                      <a:pt x="3" y="26"/>
                      <a:pt x="0" y="23"/>
                    </a:cubicBezTo>
                    <a:cubicBezTo>
                      <a:pt x="2" y="22"/>
                      <a:pt x="5" y="24"/>
                      <a:pt x="6" y="23"/>
                    </a:cubicBezTo>
                    <a:cubicBezTo>
                      <a:pt x="8" y="21"/>
                      <a:pt x="7" y="17"/>
                      <a:pt x="7" y="15"/>
                    </a:cubicBezTo>
                    <a:cubicBezTo>
                      <a:pt x="7" y="11"/>
                      <a:pt x="7" y="6"/>
                      <a:pt x="6" y="1"/>
                    </a:cubicBezTo>
                  </a:path>
                </a:pathLst>
              </a:custGeom>
              <a:solidFill>
                <a:srgbClr val="8E4C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714" name="Freeform 351">
                <a:extLst>
                  <a:ext uri="{FF2B5EF4-FFF2-40B4-BE49-F238E27FC236}">
                    <a16:creationId xmlns:a16="http://schemas.microsoft.com/office/drawing/2014/main" id="{B57A3B50-5B98-4776-8282-A0F118B262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7" y="1507"/>
                <a:ext cx="71" cy="44"/>
              </a:xfrm>
              <a:custGeom>
                <a:avLst/>
                <a:gdLst>
                  <a:gd name="T0" fmla="*/ 0 w 43"/>
                  <a:gd name="T1" fmla="*/ 5 h 27"/>
                  <a:gd name="T2" fmla="*/ 193 w 43"/>
                  <a:gd name="T3" fmla="*/ 68 h 27"/>
                  <a:gd name="T4" fmla="*/ 84 w 43"/>
                  <a:gd name="T5" fmla="*/ 29 h 27"/>
                  <a:gd name="T6" fmla="*/ 0 w 43"/>
                  <a:gd name="T7" fmla="*/ 0 h 2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3" h="27">
                    <a:moveTo>
                      <a:pt x="0" y="1"/>
                    </a:moveTo>
                    <a:cubicBezTo>
                      <a:pt x="6" y="0"/>
                      <a:pt x="39" y="27"/>
                      <a:pt x="43" y="16"/>
                    </a:cubicBezTo>
                    <a:cubicBezTo>
                      <a:pt x="34" y="16"/>
                      <a:pt x="26" y="10"/>
                      <a:pt x="19" y="7"/>
                    </a:cubicBezTo>
                    <a:cubicBezTo>
                      <a:pt x="13" y="4"/>
                      <a:pt x="6" y="3"/>
                      <a:pt x="0" y="0"/>
                    </a:cubicBezTo>
                  </a:path>
                </a:pathLst>
              </a:custGeom>
              <a:solidFill>
                <a:srgbClr val="8E4C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715" name="Freeform 352">
                <a:extLst>
                  <a:ext uri="{FF2B5EF4-FFF2-40B4-BE49-F238E27FC236}">
                    <a16:creationId xmlns:a16="http://schemas.microsoft.com/office/drawing/2014/main" id="{6DA5772F-E643-4188-A10C-EC1B716CD5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3" y="1724"/>
                <a:ext cx="73" cy="157"/>
              </a:xfrm>
              <a:custGeom>
                <a:avLst/>
                <a:gdLst>
                  <a:gd name="T0" fmla="*/ 191 w 45"/>
                  <a:gd name="T1" fmla="*/ 110 h 97"/>
                  <a:gd name="T2" fmla="*/ 81 w 45"/>
                  <a:gd name="T3" fmla="*/ 94 h 97"/>
                  <a:gd name="T4" fmla="*/ 8 w 45"/>
                  <a:gd name="T5" fmla="*/ 0 h 97"/>
                  <a:gd name="T6" fmla="*/ 0 w 45"/>
                  <a:gd name="T7" fmla="*/ 220 h 97"/>
                  <a:gd name="T8" fmla="*/ 8 w 45"/>
                  <a:gd name="T9" fmla="*/ 411 h 97"/>
                  <a:gd name="T10" fmla="*/ 8 w 45"/>
                  <a:gd name="T11" fmla="*/ 301 h 97"/>
                  <a:gd name="T12" fmla="*/ 13 w 45"/>
                  <a:gd name="T13" fmla="*/ 183 h 97"/>
                  <a:gd name="T14" fmla="*/ 63 w 45"/>
                  <a:gd name="T15" fmla="*/ 118 h 97"/>
                  <a:gd name="T16" fmla="*/ 178 w 45"/>
                  <a:gd name="T17" fmla="*/ 105 h 9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5" h="97">
                    <a:moveTo>
                      <a:pt x="45" y="26"/>
                    </a:moveTo>
                    <a:cubicBezTo>
                      <a:pt x="37" y="25"/>
                      <a:pt x="27" y="24"/>
                      <a:pt x="19" y="22"/>
                    </a:cubicBezTo>
                    <a:cubicBezTo>
                      <a:pt x="10" y="19"/>
                      <a:pt x="6" y="9"/>
                      <a:pt x="2" y="0"/>
                    </a:cubicBezTo>
                    <a:cubicBezTo>
                      <a:pt x="3" y="17"/>
                      <a:pt x="0" y="34"/>
                      <a:pt x="0" y="52"/>
                    </a:cubicBezTo>
                    <a:cubicBezTo>
                      <a:pt x="0" y="67"/>
                      <a:pt x="2" y="82"/>
                      <a:pt x="2" y="97"/>
                    </a:cubicBezTo>
                    <a:cubicBezTo>
                      <a:pt x="0" y="89"/>
                      <a:pt x="2" y="79"/>
                      <a:pt x="2" y="71"/>
                    </a:cubicBezTo>
                    <a:cubicBezTo>
                      <a:pt x="3" y="62"/>
                      <a:pt x="3" y="53"/>
                      <a:pt x="3" y="43"/>
                    </a:cubicBezTo>
                    <a:cubicBezTo>
                      <a:pt x="4" y="35"/>
                      <a:pt x="6" y="26"/>
                      <a:pt x="15" y="28"/>
                    </a:cubicBezTo>
                    <a:cubicBezTo>
                      <a:pt x="25" y="30"/>
                      <a:pt x="33" y="30"/>
                      <a:pt x="42" y="25"/>
                    </a:cubicBezTo>
                  </a:path>
                </a:pathLst>
              </a:custGeom>
              <a:solidFill>
                <a:srgbClr val="C1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716" name="Freeform 353">
                <a:extLst>
                  <a:ext uri="{FF2B5EF4-FFF2-40B4-BE49-F238E27FC236}">
                    <a16:creationId xmlns:a16="http://schemas.microsoft.com/office/drawing/2014/main" id="{A6272A5D-6DB2-45FF-AAF2-585B2B1CB2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9" y="1738"/>
                <a:ext cx="96" cy="142"/>
              </a:xfrm>
              <a:custGeom>
                <a:avLst/>
                <a:gdLst>
                  <a:gd name="T0" fmla="*/ 0 w 59"/>
                  <a:gd name="T1" fmla="*/ 69 h 87"/>
                  <a:gd name="T2" fmla="*/ 55 w 59"/>
                  <a:gd name="T3" fmla="*/ 88 h 87"/>
                  <a:gd name="T4" fmla="*/ 159 w 59"/>
                  <a:gd name="T5" fmla="*/ 69 h 87"/>
                  <a:gd name="T6" fmla="*/ 249 w 59"/>
                  <a:gd name="T7" fmla="*/ 0 h 87"/>
                  <a:gd name="T8" fmla="*/ 241 w 59"/>
                  <a:gd name="T9" fmla="*/ 199 h 87"/>
                  <a:gd name="T10" fmla="*/ 236 w 59"/>
                  <a:gd name="T11" fmla="*/ 379 h 87"/>
                  <a:gd name="T12" fmla="*/ 233 w 59"/>
                  <a:gd name="T13" fmla="*/ 274 h 87"/>
                  <a:gd name="T14" fmla="*/ 220 w 59"/>
                  <a:gd name="T15" fmla="*/ 173 h 87"/>
                  <a:gd name="T16" fmla="*/ 220 w 59"/>
                  <a:gd name="T17" fmla="*/ 104 h 87"/>
                  <a:gd name="T18" fmla="*/ 202 w 59"/>
                  <a:gd name="T19" fmla="*/ 88 h 87"/>
                  <a:gd name="T20" fmla="*/ 159 w 59"/>
                  <a:gd name="T21" fmla="*/ 109 h 87"/>
                  <a:gd name="T22" fmla="*/ 96 w 59"/>
                  <a:gd name="T23" fmla="*/ 104 h 87"/>
                  <a:gd name="T24" fmla="*/ 8 w 59"/>
                  <a:gd name="T25" fmla="*/ 88 h 87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59" h="87">
                    <a:moveTo>
                      <a:pt x="0" y="16"/>
                    </a:moveTo>
                    <a:cubicBezTo>
                      <a:pt x="5" y="15"/>
                      <a:pt x="9" y="19"/>
                      <a:pt x="13" y="20"/>
                    </a:cubicBezTo>
                    <a:cubicBezTo>
                      <a:pt x="22" y="22"/>
                      <a:pt x="29" y="19"/>
                      <a:pt x="37" y="16"/>
                    </a:cubicBezTo>
                    <a:cubicBezTo>
                      <a:pt x="45" y="12"/>
                      <a:pt x="50" y="5"/>
                      <a:pt x="58" y="0"/>
                    </a:cubicBezTo>
                    <a:cubicBezTo>
                      <a:pt x="59" y="15"/>
                      <a:pt x="57" y="31"/>
                      <a:pt x="56" y="46"/>
                    </a:cubicBezTo>
                    <a:cubicBezTo>
                      <a:pt x="56" y="60"/>
                      <a:pt x="55" y="73"/>
                      <a:pt x="55" y="87"/>
                    </a:cubicBezTo>
                    <a:cubicBezTo>
                      <a:pt x="52" y="81"/>
                      <a:pt x="54" y="70"/>
                      <a:pt x="54" y="63"/>
                    </a:cubicBezTo>
                    <a:cubicBezTo>
                      <a:pt x="53" y="56"/>
                      <a:pt x="51" y="48"/>
                      <a:pt x="51" y="40"/>
                    </a:cubicBezTo>
                    <a:cubicBezTo>
                      <a:pt x="51" y="34"/>
                      <a:pt x="52" y="29"/>
                      <a:pt x="51" y="24"/>
                    </a:cubicBezTo>
                    <a:cubicBezTo>
                      <a:pt x="50" y="19"/>
                      <a:pt x="50" y="19"/>
                      <a:pt x="47" y="20"/>
                    </a:cubicBezTo>
                    <a:cubicBezTo>
                      <a:pt x="44" y="20"/>
                      <a:pt x="40" y="24"/>
                      <a:pt x="37" y="25"/>
                    </a:cubicBezTo>
                    <a:cubicBezTo>
                      <a:pt x="32" y="26"/>
                      <a:pt x="26" y="24"/>
                      <a:pt x="22" y="24"/>
                    </a:cubicBezTo>
                    <a:cubicBezTo>
                      <a:pt x="15" y="24"/>
                      <a:pt x="8" y="22"/>
                      <a:pt x="2" y="20"/>
                    </a:cubicBezTo>
                  </a:path>
                </a:pathLst>
              </a:custGeom>
              <a:solidFill>
                <a:srgbClr val="8E4C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717" name="Freeform 354">
                <a:extLst>
                  <a:ext uri="{FF2B5EF4-FFF2-40B4-BE49-F238E27FC236}">
                    <a16:creationId xmlns:a16="http://schemas.microsoft.com/office/drawing/2014/main" id="{58DC554F-48F0-43D8-B371-40675C4000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1" y="1725"/>
                <a:ext cx="65" cy="39"/>
              </a:xfrm>
              <a:custGeom>
                <a:avLst/>
                <a:gdLst>
                  <a:gd name="T0" fmla="*/ 5 w 40"/>
                  <a:gd name="T1" fmla="*/ 98 h 24"/>
                  <a:gd name="T2" fmla="*/ 111 w 40"/>
                  <a:gd name="T3" fmla="*/ 55 h 24"/>
                  <a:gd name="T4" fmla="*/ 172 w 40"/>
                  <a:gd name="T5" fmla="*/ 0 h 24"/>
                  <a:gd name="T6" fmla="*/ 89 w 40"/>
                  <a:gd name="T7" fmla="*/ 75 h 24"/>
                  <a:gd name="T8" fmla="*/ 0 w 40"/>
                  <a:gd name="T9" fmla="*/ 102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0" h="24">
                    <a:moveTo>
                      <a:pt x="1" y="23"/>
                    </a:moveTo>
                    <a:cubicBezTo>
                      <a:pt x="6" y="17"/>
                      <a:pt x="19" y="19"/>
                      <a:pt x="26" y="13"/>
                    </a:cubicBezTo>
                    <a:cubicBezTo>
                      <a:pt x="31" y="9"/>
                      <a:pt x="34" y="3"/>
                      <a:pt x="40" y="0"/>
                    </a:cubicBezTo>
                    <a:cubicBezTo>
                      <a:pt x="33" y="6"/>
                      <a:pt x="29" y="13"/>
                      <a:pt x="21" y="17"/>
                    </a:cubicBezTo>
                    <a:cubicBezTo>
                      <a:pt x="15" y="19"/>
                      <a:pt x="7" y="23"/>
                      <a:pt x="0" y="24"/>
                    </a:cubicBezTo>
                  </a:path>
                </a:pathLst>
              </a:custGeom>
              <a:solidFill>
                <a:srgbClr val="8E4C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718" name="Freeform 355">
                <a:extLst>
                  <a:ext uri="{FF2B5EF4-FFF2-40B4-BE49-F238E27FC236}">
                    <a16:creationId xmlns:a16="http://schemas.microsoft.com/office/drawing/2014/main" id="{228739A3-715E-47F5-818A-80103D9BB8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4" y="1758"/>
                <a:ext cx="51" cy="31"/>
              </a:xfrm>
              <a:custGeom>
                <a:avLst/>
                <a:gdLst>
                  <a:gd name="T0" fmla="*/ 138 w 31"/>
                  <a:gd name="T1" fmla="*/ 5 h 19"/>
                  <a:gd name="T2" fmla="*/ 89 w 31"/>
                  <a:gd name="T3" fmla="*/ 26 h 19"/>
                  <a:gd name="T4" fmla="*/ 0 w 31"/>
                  <a:gd name="T5" fmla="*/ 83 h 19"/>
                  <a:gd name="T6" fmla="*/ 133 w 31"/>
                  <a:gd name="T7" fmla="*/ 18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1" h="19">
                    <a:moveTo>
                      <a:pt x="31" y="1"/>
                    </a:moveTo>
                    <a:cubicBezTo>
                      <a:pt x="27" y="0"/>
                      <a:pt x="24" y="4"/>
                      <a:pt x="20" y="6"/>
                    </a:cubicBezTo>
                    <a:cubicBezTo>
                      <a:pt x="12" y="9"/>
                      <a:pt x="5" y="12"/>
                      <a:pt x="0" y="19"/>
                    </a:cubicBezTo>
                    <a:cubicBezTo>
                      <a:pt x="9" y="16"/>
                      <a:pt x="21" y="9"/>
                      <a:pt x="30" y="4"/>
                    </a:cubicBezTo>
                  </a:path>
                </a:pathLst>
              </a:custGeom>
              <a:solidFill>
                <a:srgbClr val="8E4C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719" name="Freeform 356">
                <a:extLst>
                  <a:ext uri="{FF2B5EF4-FFF2-40B4-BE49-F238E27FC236}">
                    <a16:creationId xmlns:a16="http://schemas.microsoft.com/office/drawing/2014/main" id="{B84E2DE7-BE30-4169-8A49-CC3D85F488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1" y="1738"/>
                <a:ext cx="56" cy="52"/>
              </a:xfrm>
              <a:custGeom>
                <a:avLst/>
                <a:gdLst>
                  <a:gd name="T0" fmla="*/ 8 w 34"/>
                  <a:gd name="T1" fmla="*/ 18 h 32"/>
                  <a:gd name="T2" fmla="*/ 68 w 34"/>
                  <a:gd name="T3" fmla="*/ 88 h 32"/>
                  <a:gd name="T4" fmla="*/ 152 w 34"/>
                  <a:gd name="T5" fmla="*/ 138 h 32"/>
                  <a:gd name="T6" fmla="*/ 71 w 34"/>
                  <a:gd name="T7" fmla="*/ 81 h 32"/>
                  <a:gd name="T8" fmla="*/ 0 w 34"/>
                  <a:gd name="T9" fmla="*/ 8 h 32"/>
                  <a:gd name="T10" fmla="*/ 5 w 34"/>
                  <a:gd name="T11" fmla="*/ 8 h 3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4" h="32">
                    <a:moveTo>
                      <a:pt x="2" y="4"/>
                    </a:moveTo>
                    <a:cubicBezTo>
                      <a:pt x="5" y="10"/>
                      <a:pt x="12" y="15"/>
                      <a:pt x="15" y="20"/>
                    </a:cubicBezTo>
                    <a:cubicBezTo>
                      <a:pt x="20" y="27"/>
                      <a:pt x="25" y="31"/>
                      <a:pt x="34" y="32"/>
                    </a:cubicBezTo>
                    <a:cubicBezTo>
                      <a:pt x="27" y="30"/>
                      <a:pt x="20" y="24"/>
                      <a:pt x="16" y="19"/>
                    </a:cubicBezTo>
                    <a:cubicBezTo>
                      <a:pt x="12" y="13"/>
                      <a:pt x="3" y="8"/>
                      <a:pt x="0" y="2"/>
                    </a:cubicBezTo>
                    <a:cubicBezTo>
                      <a:pt x="0" y="0"/>
                      <a:pt x="1" y="2"/>
                      <a:pt x="1" y="2"/>
                    </a:cubicBezTo>
                  </a:path>
                </a:pathLst>
              </a:custGeom>
              <a:solidFill>
                <a:srgbClr val="8E4C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720" name="Freeform 357">
                <a:extLst>
                  <a:ext uri="{FF2B5EF4-FFF2-40B4-BE49-F238E27FC236}">
                    <a16:creationId xmlns:a16="http://schemas.microsoft.com/office/drawing/2014/main" id="{902CD969-7777-4331-B9A6-823D90953B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0" y="1520"/>
                <a:ext cx="26" cy="179"/>
              </a:xfrm>
              <a:custGeom>
                <a:avLst/>
                <a:gdLst>
                  <a:gd name="T0" fmla="*/ 68 w 16"/>
                  <a:gd name="T1" fmla="*/ 0 h 110"/>
                  <a:gd name="T2" fmla="*/ 21 w 16"/>
                  <a:gd name="T3" fmla="*/ 238 h 110"/>
                  <a:gd name="T4" fmla="*/ 26 w 16"/>
                  <a:gd name="T5" fmla="*/ 345 h 110"/>
                  <a:gd name="T6" fmla="*/ 0 w 16"/>
                  <a:gd name="T7" fmla="*/ 474 h 110"/>
                  <a:gd name="T8" fmla="*/ 13 w 16"/>
                  <a:gd name="T9" fmla="*/ 317 h 110"/>
                  <a:gd name="T10" fmla="*/ 13 w 16"/>
                  <a:gd name="T11" fmla="*/ 220 h 110"/>
                  <a:gd name="T12" fmla="*/ 60 w 16"/>
                  <a:gd name="T13" fmla="*/ 13 h 1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110">
                    <a:moveTo>
                      <a:pt x="16" y="0"/>
                    </a:moveTo>
                    <a:cubicBezTo>
                      <a:pt x="10" y="18"/>
                      <a:pt x="5" y="36"/>
                      <a:pt x="5" y="55"/>
                    </a:cubicBezTo>
                    <a:cubicBezTo>
                      <a:pt x="5" y="63"/>
                      <a:pt x="7" y="72"/>
                      <a:pt x="6" y="80"/>
                    </a:cubicBezTo>
                    <a:cubicBezTo>
                      <a:pt x="5" y="90"/>
                      <a:pt x="2" y="100"/>
                      <a:pt x="0" y="110"/>
                    </a:cubicBezTo>
                    <a:cubicBezTo>
                      <a:pt x="0" y="98"/>
                      <a:pt x="4" y="86"/>
                      <a:pt x="3" y="74"/>
                    </a:cubicBezTo>
                    <a:cubicBezTo>
                      <a:pt x="3" y="66"/>
                      <a:pt x="2" y="59"/>
                      <a:pt x="3" y="51"/>
                    </a:cubicBezTo>
                    <a:cubicBezTo>
                      <a:pt x="3" y="34"/>
                      <a:pt x="8" y="18"/>
                      <a:pt x="14" y="3"/>
                    </a:cubicBezTo>
                  </a:path>
                </a:pathLst>
              </a:custGeom>
              <a:solidFill>
                <a:srgbClr val="8E4C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721" name="Freeform 358">
                <a:extLst>
                  <a:ext uri="{FF2B5EF4-FFF2-40B4-BE49-F238E27FC236}">
                    <a16:creationId xmlns:a16="http://schemas.microsoft.com/office/drawing/2014/main" id="{81E10657-30AF-4C4C-B36A-9779FCE403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6" y="1460"/>
                <a:ext cx="68" cy="116"/>
              </a:xfrm>
              <a:custGeom>
                <a:avLst/>
                <a:gdLst>
                  <a:gd name="T0" fmla="*/ 170 w 42"/>
                  <a:gd name="T1" fmla="*/ 0 h 71"/>
                  <a:gd name="T2" fmla="*/ 105 w 42"/>
                  <a:gd name="T3" fmla="*/ 186 h 71"/>
                  <a:gd name="T4" fmla="*/ 16 w 42"/>
                  <a:gd name="T5" fmla="*/ 310 h 71"/>
                  <a:gd name="T6" fmla="*/ 105 w 42"/>
                  <a:gd name="T7" fmla="*/ 160 h 71"/>
                  <a:gd name="T8" fmla="*/ 170 w 42"/>
                  <a:gd name="T9" fmla="*/ 8 h 7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2" h="71">
                    <a:moveTo>
                      <a:pt x="40" y="0"/>
                    </a:moveTo>
                    <a:cubicBezTo>
                      <a:pt x="40" y="16"/>
                      <a:pt x="36" y="31"/>
                      <a:pt x="25" y="43"/>
                    </a:cubicBezTo>
                    <a:cubicBezTo>
                      <a:pt x="16" y="53"/>
                      <a:pt x="6" y="57"/>
                      <a:pt x="4" y="71"/>
                    </a:cubicBezTo>
                    <a:cubicBezTo>
                      <a:pt x="0" y="56"/>
                      <a:pt x="17" y="46"/>
                      <a:pt x="25" y="37"/>
                    </a:cubicBezTo>
                    <a:cubicBezTo>
                      <a:pt x="33" y="27"/>
                      <a:pt x="42" y="15"/>
                      <a:pt x="40" y="2"/>
                    </a:cubicBezTo>
                  </a:path>
                </a:pathLst>
              </a:custGeom>
              <a:solidFill>
                <a:srgbClr val="8E4C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722" name="Freeform 359">
                <a:extLst>
                  <a:ext uri="{FF2B5EF4-FFF2-40B4-BE49-F238E27FC236}">
                    <a16:creationId xmlns:a16="http://schemas.microsoft.com/office/drawing/2014/main" id="{24D1B822-C3F4-4AA6-B120-5AFDF20D81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7" y="1489"/>
                <a:ext cx="90" cy="163"/>
              </a:xfrm>
              <a:custGeom>
                <a:avLst/>
                <a:gdLst>
                  <a:gd name="T0" fmla="*/ 0 w 55"/>
                  <a:gd name="T1" fmla="*/ 0 h 100"/>
                  <a:gd name="T2" fmla="*/ 151 w 55"/>
                  <a:gd name="T3" fmla="*/ 220 h 100"/>
                  <a:gd name="T4" fmla="*/ 188 w 55"/>
                  <a:gd name="T5" fmla="*/ 342 h 100"/>
                  <a:gd name="T6" fmla="*/ 241 w 55"/>
                  <a:gd name="T7" fmla="*/ 434 h 100"/>
                  <a:gd name="T8" fmla="*/ 136 w 55"/>
                  <a:gd name="T9" fmla="*/ 227 h 100"/>
                  <a:gd name="T10" fmla="*/ 77 w 55"/>
                  <a:gd name="T11" fmla="*/ 147 h 100"/>
                  <a:gd name="T12" fmla="*/ 21 w 55"/>
                  <a:gd name="T13" fmla="*/ 21 h 10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5" h="100">
                    <a:moveTo>
                      <a:pt x="0" y="0"/>
                    </a:moveTo>
                    <a:cubicBezTo>
                      <a:pt x="1" y="22"/>
                      <a:pt x="24" y="34"/>
                      <a:pt x="34" y="51"/>
                    </a:cubicBezTo>
                    <a:cubicBezTo>
                      <a:pt x="38" y="60"/>
                      <a:pt x="39" y="70"/>
                      <a:pt x="43" y="79"/>
                    </a:cubicBezTo>
                    <a:cubicBezTo>
                      <a:pt x="47" y="86"/>
                      <a:pt x="51" y="94"/>
                      <a:pt x="55" y="100"/>
                    </a:cubicBezTo>
                    <a:cubicBezTo>
                      <a:pt x="37" y="89"/>
                      <a:pt x="39" y="68"/>
                      <a:pt x="31" y="52"/>
                    </a:cubicBezTo>
                    <a:cubicBezTo>
                      <a:pt x="28" y="46"/>
                      <a:pt x="22" y="40"/>
                      <a:pt x="18" y="34"/>
                    </a:cubicBezTo>
                    <a:cubicBezTo>
                      <a:pt x="11" y="25"/>
                      <a:pt x="9" y="16"/>
                      <a:pt x="5" y="5"/>
                    </a:cubicBezTo>
                  </a:path>
                </a:pathLst>
              </a:custGeom>
              <a:solidFill>
                <a:srgbClr val="8E4C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723" name="Freeform 360">
                <a:extLst>
                  <a:ext uri="{FF2B5EF4-FFF2-40B4-BE49-F238E27FC236}">
                    <a16:creationId xmlns:a16="http://schemas.microsoft.com/office/drawing/2014/main" id="{94F7D5D4-EE50-4B4E-8426-99223F4EC3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7" y="1579"/>
                <a:ext cx="32" cy="148"/>
              </a:xfrm>
              <a:custGeom>
                <a:avLst/>
                <a:gdLst>
                  <a:gd name="T0" fmla="*/ 0 w 20"/>
                  <a:gd name="T1" fmla="*/ 0 h 91"/>
                  <a:gd name="T2" fmla="*/ 48 w 20"/>
                  <a:gd name="T3" fmla="*/ 102 h 91"/>
                  <a:gd name="T4" fmla="*/ 48 w 20"/>
                  <a:gd name="T5" fmla="*/ 202 h 91"/>
                  <a:gd name="T6" fmla="*/ 82 w 20"/>
                  <a:gd name="T7" fmla="*/ 392 h 91"/>
                  <a:gd name="T8" fmla="*/ 46 w 20"/>
                  <a:gd name="T9" fmla="*/ 185 h 91"/>
                  <a:gd name="T10" fmla="*/ 46 w 20"/>
                  <a:gd name="T11" fmla="*/ 98 h 91"/>
                  <a:gd name="T12" fmla="*/ 8 w 20"/>
                  <a:gd name="T13" fmla="*/ 21 h 9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" h="91">
                    <a:moveTo>
                      <a:pt x="0" y="0"/>
                    </a:moveTo>
                    <a:cubicBezTo>
                      <a:pt x="4" y="8"/>
                      <a:pt x="10" y="15"/>
                      <a:pt x="12" y="24"/>
                    </a:cubicBezTo>
                    <a:cubicBezTo>
                      <a:pt x="14" y="32"/>
                      <a:pt x="13" y="39"/>
                      <a:pt x="12" y="47"/>
                    </a:cubicBezTo>
                    <a:cubicBezTo>
                      <a:pt x="10" y="63"/>
                      <a:pt x="13" y="78"/>
                      <a:pt x="20" y="91"/>
                    </a:cubicBezTo>
                    <a:cubicBezTo>
                      <a:pt x="8" y="78"/>
                      <a:pt x="8" y="60"/>
                      <a:pt x="11" y="43"/>
                    </a:cubicBezTo>
                    <a:cubicBezTo>
                      <a:pt x="12" y="36"/>
                      <a:pt x="13" y="30"/>
                      <a:pt x="11" y="23"/>
                    </a:cubicBezTo>
                    <a:cubicBezTo>
                      <a:pt x="9" y="16"/>
                      <a:pt x="4" y="11"/>
                      <a:pt x="2" y="5"/>
                    </a:cubicBezTo>
                  </a:path>
                </a:pathLst>
              </a:custGeom>
              <a:solidFill>
                <a:srgbClr val="8E4C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724" name="Oval 361">
                <a:extLst>
                  <a:ext uri="{FF2B5EF4-FFF2-40B4-BE49-F238E27FC236}">
                    <a16:creationId xmlns:a16="http://schemas.microsoft.com/office/drawing/2014/main" id="{1006A07B-E532-4FCE-815C-35CFF98A45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35" y="925"/>
                <a:ext cx="354" cy="177"/>
              </a:xfrm>
              <a:prstGeom prst="ellipse">
                <a:avLst/>
              </a:prstGeom>
              <a:solidFill>
                <a:srgbClr val="2C2C2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725" name="Oval 362">
                <a:extLst>
                  <a:ext uri="{FF2B5EF4-FFF2-40B4-BE49-F238E27FC236}">
                    <a16:creationId xmlns:a16="http://schemas.microsoft.com/office/drawing/2014/main" id="{D9133E73-4071-4F26-98FB-73ADC59855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35" y="923"/>
                <a:ext cx="354" cy="178"/>
              </a:xfrm>
              <a:prstGeom prst="ellipse">
                <a:avLst/>
              </a:prstGeom>
              <a:noFill/>
              <a:ln w="1588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726" name="Freeform 363">
                <a:extLst>
                  <a:ext uri="{FF2B5EF4-FFF2-40B4-BE49-F238E27FC236}">
                    <a16:creationId xmlns:a16="http://schemas.microsoft.com/office/drawing/2014/main" id="{0B168C03-919C-4B80-A080-1D57E6FCF7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6" y="725"/>
                <a:ext cx="337" cy="436"/>
              </a:xfrm>
              <a:custGeom>
                <a:avLst/>
                <a:gdLst>
                  <a:gd name="T0" fmla="*/ 849 w 206"/>
                  <a:gd name="T1" fmla="*/ 514 h 268"/>
                  <a:gd name="T2" fmla="*/ 849 w 206"/>
                  <a:gd name="T3" fmla="*/ 521 h 268"/>
                  <a:gd name="T4" fmla="*/ 820 w 206"/>
                  <a:gd name="T5" fmla="*/ 651 h 268"/>
                  <a:gd name="T6" fmla="*/ 775 w 206"/>
                  <a:gd name="T7" fmla="*/ 831 h 268"/>
                  <a:gd name="T8" fmla="*/ 687 w 206"/>
                  <a:gd name="T9" fmla="*/ 989 h 268"/>
                  <a:gd name="T10" fmla="*/ 509 w 206"/>
                  <a:gd name="T11" fmla="*/ 1149 h 268"/>
                  <a:gd name="T12" fmla="*/ 447 w 206"/>
                  <a:gd name="T13" fmla="*/ 1153 h 268"/>
                  <a:gd name="T14" fmla="*/ 391 w 206"/>
                  <a:gd name="T15" fmla="*/ 1149 h 268"/>
                  <a:gd name="T16" fmla="*/ 211 w 206"/>
                  <a:gd name="T17" fmla="*/ 976 h 268"/>
                  <a:gd name="T18" fmla="*/ 123 w 206"/>
                  <a:gd name="T19" fmla="*/ 831 h 268"/>
                  <a:gd name="T20" fmla="*/ 77 w 206"/>
                  <a:gd name="T21" fmla="*/ 651 h 268"/>
                  <a:gd name="T22" fmla="*/ 47 w 206"/>
                  <a:gd name="T23" fmla="*/ 490 h 268"/>
                  <a:gd name="T24" fmla="*/ 438 w 206"/>
                  <a:gd name="T25" fmla="*/ 13 h 268"/>
                  <a:gd name="T26" fmla="*/ 849 w 206"/>
                  <a:gd name="T27" fmla="*/ 514 h 26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06" h="268">
                    <a:moveTo>
                      <a:pt x="194" y="119"/>
                    </a:moveTo>
                    <a:cubicBezTo>
                      <a:pt x="194" y="121"/>
                      <a:pt x="194" y="121"/>
                      <a:pt x="194" y="121"/>
                    </a:cubicBezTo>
                    <a:cubicBezTo>
                      <a:pt x="191" y="131"/>
                      <a:pt x="189" y="143"/>
                      <a:pt x="187" y="151"/>
                    </a:cubicBezTo>
                    <a:cubicBezTo>
                      <a:pt x="184" y="162"/>
                      <a:pt x="180" y="184"/>
                      <a:pt x="177" y="193"/>
                    </a:cubicBezTo>
                    <a:cubicBezTo>
                      <a:pt x="174" y="201"/>
                      <a:pt x="174" y="220"/>
                      <a:pt x="157" y="230"/>
                    </a:cubicBezTo>
                    <a:cubicBezTo>
                      <a:pt x="143" y="239"/>
                      <a:pt x="130" y="264"/>
                      <a:pt x="116" y="267"/>
                    </a:cubicBezTo>
                    <a:cubicBezTo>
                      <a:pt x="112" y="267"/>
                      <a:pt x="106" y="268"/>
                      <a:pt x="102" y="268"/>
                    </a:cubicBezTo>
                    <a:cubicBezTo>
                      <a:pt x="99" y="268"/>
                      <a:pt x="93" y="267"/>
                      <a:pt x="89" y="267"/>
                    </a:cubicBezTo>
                    <a:cubicBezTo>
                      <a:pt x="75" y="264"/>
                      <a:pt x="63" y="237"/>
                      <a:pt x="48" y="227"/>
                    </a:cubicBezTo>
                    <a:cubicBezTo>
                      <a:pt x="36" y="219"/>
                      <a:pt x="31" y="201"/>
                      <a:pt x="28" y="193"/>
                    </a:cubicBezTo>
                    <a:cubicBezTo>
                      <a:pt x="25" y="184"/>
                      <a:pt x="20" y="162"/>
                      <a:pt x="18" y="151"/>
                    </a:cubicBezTo>
                    <a:cubicBezTo>
                      <a:pt x="15" y="140"/>
                      <a:pt x="14" y="127"/>
                      <a:pt x="11" y="114"/>
                    </a:cubicBezTo>
                    <a:cubicBezTo>
                      <a:pt x="10" y="109"/>
                      <a:pt x="0" y="3"/>
                      <a:pt x="100" y="3"/>
                    </a:cubicBezTo>
                    <a:cubicBezTo>
                      <a:pt x="206" y="0"/>
                      <a:pt x="193" y="112"/>
                      <a:pt x="194" y="119"/>
                    </a:cubicBezTo>
                    <a:close/>
                  </a:path>
                </a:pathLst>
              </a:custGeom>
              <a:solidFill>
                <a:srgbClr val="A961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727" name="Freeform 364">
                <a:extLst>
                  <a:ext uri="{FF2B5EF4-FFF2-40B4-BE49-F238E27FC236}">
                    <a16:creationId xmlns:a16="http://schemas.microsoft.com/office/drawing/2014/main" id="{55F6B132-7BE3-4B6F-BE99-98D85EC8EA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3" y="910"/>
                <a:ext cx="300" cy="251"/>
              </a:xfrm>
              <a:custGeom>
                <a:avLst/>
                <a:gdLst>
                  <a:gd name="T0" fmla="*/ 797 w 184"/>
                  <a:gd name="T1" fmla="*/ 21 h 154"/>
                  <a:gd name="T2" fmla="*/ 792 w 184"/>
                  <a:gd name="T3" fmla="*/ 29 h 154"/>
                  <a:gd name="T4" fmla="*/ 763 w 184"/>
                  <a:gd name="T5" fmla="*/ 160 h 154"/>
                  <a:gd name="T6" fmla="*/ 721 w 184"/>
                  <a:gd name="T7" fmla="*/ 337 h 154"/>
                  <a:gd name="T8" fmla="*/ 638 w 184"/>
                  <a:gd name="T9" fmla="*/ 502 h 154"/>
                  <a:gd name="T10" fmla="*/ 460 w 184"/>
                  <a:gd name="T11" fmla="*/ 658 h 154"/>
                  <a:gd name="T12" fmla="*/ 399 w 184"/>
                  <a:gd name="T13" fmla="*/ 667 h 154"/>
                  <a:gd name="T14" fmla="*/ 338 w 184"/>
                  <a:gd name="T15" fmla="*/ 658 h 154"/>
                  <a:gd name="T16" fmla="*/ 165 w 184"/>
                  <a:gd name="T17" fmla="*/ 489 h 154"/>
                  <a:gd name="T18" fmla="*/ 75 w 184"/>
                  <a:gd name="T19" fmla="*/ 337 h 154"/>
                  <a:gd name="T20" fmla="*/ 29 w 184"/>
                  <a:gd name="T21" fmla="*/ 160 h 154"/>
                  <a:gd name="T22" fmla="*/ 0 w 184"/>
                  <a:gd name="T23" fmla="*/ 0 h 15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84" h="154">
                    <a:moveTo>
                      <a:pt x="184" y="5"/>
                    </a:moveTo>
                    <a:cubicBezTo>
                      <a:pt x="183" y="7"/>
                      <a:pt x="183" y="7"/>
                      <a:pt x="183" y="7"/>
                    </a:cubicBezTo>
                    <a:cubicBezTo>
                      <a:pt x="181" y="17"/>
                      <a:pt x="178" y="28"/>
                      <a:pt x="176" y="37"/>
                    </a:cubicBezTo>
                    <a:cubicBezTo>
                      <a:pt x="174" y="48"/>
                      <a:pt x="169" y="70"/>
                      <a:pt x="166" y="78"/>
                    </a:cubicBezTo>
                    <a:cubicBezTo>
                      <a:pt x="163" y="87"/>
                      <a:pt x="164" y="106"/>
                      <a:pt x="147" y="116"/>
                    </a:cubicBezTo>
                    <a:cubicBezTo>
                      <a:pt x="132" y="125"/>
                      <a:pt x="120" y="150"/>
                      <a:pt x="106" y="152"/>
                    </a:cubicBezTo>
                    <a:cubicBezTo>
                      <a:pt x="101" y="153"/>
                      <a:pt x="95" y="154"/>
                      <a:pt x="92" y="154"/>
                    </a:cubicBezTo>
                    <a:cubicBezTo>
                      <a:pt x="88" y="154"/>
                      <a:pt x="82" y="153"/>
                      <a:pt x="78" y="152"/>
                    </a:cubicBezTo>
                    <a:cubicBezTo>
                      <a:pt x="64" y="150"/>
                      <a:pt x="54" y="123"/>
                      <a:pt x="38" y="113"/>
                    </a:cubicBezTo>
                    <a:cubicBezTo>
                      <a:pt x="25" y="105"/>
                      <a:pt x="20" y="87"/>
                      <a:pt x="17" y="78"/>
                    </a:cubicBezTo>
                    <a:cubicBezTo>
                      <a:pt x="14" y="70"/>
                      <a:pt x="10" y="48"/>
                      <a:pt x="7" y="37"/>
                    </a:cubicBezTo>
                    <a:cubicBezTo>
                      <a:pt x="5" y="26"/>
                      <a:pt x="4" y="12"/>
                      <a:pt x="0" y="0"/>
                    </a:cubicBezTo>
                  </a:path>
                </a:pathLst>
              </a:custGeom>
              <a:noFill/>
              <a:ln w="1588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728" name="Rectangle 365">
                <a:extLst>
                  <a:ext uri="{FF2B5EF4-FFF2-40B4-BE49-F238E27FC236}">
                    <a16:creationId xmlns:a16="http://schemas.microsoft.com/office/drawing/2014/main" id="{DC91082D-E14A-4ADB-B3B9-564D185172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13" y="1161"/>
                <a:ext cx="1" cy="1"/>
              </a:xfrm>
              <a:prstGeom prst="rect">
                <a:avLst/>
              </a:prstGeom>
              <a:noFill/>
              <a:ln w="1588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729" name="Freeform 366">
                <a:extLst>
                  <a:ext uri="{FF2B5EF4-FFF2-40B4-BE49-F238E27FC236}">
                    <a16:creationId xmlns:a16="http://schemas.microsoft.com/office/drawing/2014/main" id="{0AE0B696-1463-40A5-8E27-9B7AF23411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6" y="886"/>
                <a:ext cx="51" cy="140"/>
              </a:xfrm>
              <a:custGeom>
                <a:avLst/>
                <a:gdLst>
                  <a:gd name="T0" fmla="*/ 81 w 31"/>
                  <a:gd name="T1" fmla="*/ 29 h 86"/>
                  <a:gd name="T2" fmla="*/ 5 w 31"/>
                  <a:gd name="T3" fmla="*/ 54 h 86"/>
                  <a:gd name="T4" fmla="*/ 21 w 31"/>
                  <a:gd name="T5" fmla="*/ 186 h 86"/>
                  <a:gd name="T6" fmla="*/ 49 w 31"/>
                  <a:gd name="T7" fmla="*/ 249 h 86"/>
                  <a:gd name="T8" fmla="*/ 76 w 31"/>
                  <a:gd name="T9" fmla="*/ 337 h 86"/>
                  <a:gd name="T10" fmla="*/ 105 w 31"/>
                  <a:gd name="T11" fmla="*/ 363 h 86"/>
                  <a:gd name="T12" fmla="*/ 138 w 31"/>
                  <a:gd name="T13" fmla="*/ 371 h 8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86">
                    <a:moveTo>
                      <a:pt x="18" y="7"/>
                    </a:moveTo>
                    <a:cubicBezTo>
                      <a:pt x="11" y="0"/>
                      <a:pt x="0" y="2"/>
                      <a:pt x="1" y="12"/>
                    </a:cubicBezTo>
                    <a:cubicBezTo>
                      <a:pt x="1" y="22"/>
                      <a:pt x="4" y="37"/>
                      <a:pt x="5" y="43"/>
                    </a:cubicBezTo>
                    <a:cubicBezTo>
                      <a:pt x="7" y="48"/>
                      <a:pt x="10" y="53"/>
                      <a:pt x="11" y="58"/>
                    </a:cubicBezTo>
                    <a:cubicBezTo>
                      <a:pt x="12" y="63"/>
                      <a:pt x="16" y="75"/>
                      <a:pt x="17" y="78"/>
                    </a:cubicBezTo>
                    <a:cubicBezTo>
                      <a:pt x="19" y="82"/>
                      <a:pt x="24" y="84"/>
                      <a:pt x="24" y="84"/>
                    </a:cubicBezTo>
                    <a:cubicBezTo>
                      <a:pt x="31" y="86"/>
                      <a:pt x="31" y="86"/>
                      <a:pt x="31" y="86"/>
                    </a:cubicBezTo>
                  </a:path>
                </a:pathLst>
              </a:custGeom>
              <a:solidFill>
                <a:srgbClr val="A961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730" name="Freeform 367">
                <a:extLst>
                  <a:ext uri="{FF2B5EF4-FFF2-40B4-BE49-F238E27FC236}">
                    <a16:creationId xmlns:a16="http://schemas.microsoft.com/office/drawing/2014/main" id="{0AC70B55-969B-4D93-9A89-6D1B15226E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1" y="912"/>
                <a:ext cx="25" cy="85"/>
              </a:xfrm>
              <a:custGeom>
                <a:avLst/>
                <a:gdLst>
                  <a:gd name="T0" fmla="*/ 33 w 15"/>
                  <a:gd name="T1" fmla="*/ 34 h 52"/>
                  <a:gd name="T2" fmla="*/ 8 w 15"/>
                  <a:gd name="T3" fmla="*/ 13 h 52"/>
                  <a:gd name="T4" fmla="*/ 8 w 15"/>
                  <a:gd name="T5" fmla="*/ 70 h 52"/>
                  <a:gd name="T6" fmla="*/ 70 w 15"/>
                  <a:gd name="T7" fmla="*/ 201 h 5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52">
                    <a:moveTo>
                      <a:pt x="7" y="8"/>
                    </a:moveTo>
                    <a:cubicBezTo>
                      <a:pt x="8" y="5"/>
                      <a:pt x="5" y="0"/>
                      <a:pt x="2" y="3"/>
                    </a:cubicBezTo>
                    <a:cubicBezTo>
                      <a:pt x="0" y="5"/>
                      <a:pt x="2" y="13"/>
                      <a:pt x="2" y="16"/>
                    </a:cubicBezTo>
                    <a:cubicBezTo>
                      <a:pt x="3" y="19"/>
                      <a:pt x="7" y="52"/>
                      <a:pt x="15" y="46"/>
                    </a:cubicBezTo>
                  </a:path>
                </a:pathLst>
              </a:custGeom>
              <a:solidFill>
                <a:srgbClr val="8E4C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731" name="Freeform 368">
                <a:extLst>
                  <a:ext uri="{FF2B5EF4-FFF2-40B4-BE49-F238E27FC236}">
                    <a16:creationId xmlns:a16="http://schemas.microsoft.com/office/drawing/2014/main" id="{DB4291C7-A21B-417A-9D53-1E68BE61E3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6" y="886"/>
                <a:ext cx="48" cy="140"/>
              </a:xfrm>
              <a:custGeom>
                <a:avLst/>
                <a:gdLst>
                  <a:gd name="T0" fmla="*/ 83 w 29"/>
                  <a:gd name="T1" fmla="*/ 29 h 86"/>
                  <a:gd name="T2" fmla="*/ 5 w 29"/>
                  <a:gd name="T3" fmla="*/ 54 h 86"/>
                  <a:gd name="T4" fmla="*/ 22 w 29"/>
                  <a:gd name="T5" fmla="*/ 186 h 86"/>
                  <a:gd name="T6" fmla="*/ 50 w 29"/>
                  <a:gd name="T7" fmla="*/ 249 h 86"/>
                  <a:gd name="T8" fmla="*/ 76 w 29"/>
                  <a:gd name="T9" fmla="*/ 337 h 86"/>
                  <a:gd name="T10" fmla="*/ 131 w 29"/>
                  <a:gd name="T11" fmla="*/ 371 h 8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9" h="86">
                    <a:moveTo>
                      <a:pt x="18" y="7"/>
                    </a:moveTo>
                    <a:cubicBezTo>
                      <a:pt x="11" y="0"/>
                      <a:pt x="0" y="2"/>
                      <a:pt x="1" y="12"/>
                    </a:cubicBezTo>
                    <a:cubicBezTo>
                      <a:pt x="1" y="22"/>
                      <a:pt x="4" y="37"/>
                      <a:pt x="5" y="43"/>
                    </a:cubicBezTo>
                    <a:cubicBezTo>
                      <a:pt x="7" y="48"/>
                      <a:pt x="10" y="53"/>
                      <a:pt x="11" y="58"/>
                    </a:cubicBezTo>
                    <a:cubicBezTo>
                      <a:pt x="12" y="63"/>
                      <a:pt x="15" y="75"/>
                      <a:pt x="17" y="78"/>
                    </a:cubicBezTo>
                    <a:cubicBezTo>
                      <a:pt x="20" y="86"/>
                      <a:pt x="29" y="86"/>
                      <a:pt x="29" y="86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732" name="Freeform 369">
                <a:extLst>
                  <a:ext uri="{FF2B5EF4-FFF2-40B4-BE49-F238E27FC236}">
                    <a16:creationId xmlns:a16="http://schemas.microsoft.com/office/drawing/2014/main" id="{DE3AB48C-84BA-4A78-BBE7-9BA4DB5D75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1" y="902"/>
                <a:ext cx="23" cy="25"/>
              </a:xfrm>
              <a:custGeom>
                <a:avLst/>
                <a:gdLst>
                  <a:gd name="T0" fmla="*/ 62 w 14"/>
                  <a:gd name="T1" fmla="*/ 62 h 15"/>
                  <a:gd name="T2" fmla="*/ 8 w 14"/>
                  <a:gd name="T3" fmla="*/ 5 h 15"/>
                  <a:gd name="T4" fmla="*/ 13 w 14"/>
                  <a:gd name="T5" fmla="*/ 70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5">
                    <a:moveTo>
                      <a:pt x="14" y="13"/>
                    </a:moveTo>
                    <a:cubicBezTo>
                      <a:pt x="9" y="5"/>
                      <a:pt x="5" y="0"/>
                      <a:pt x="2" y="1"/>
                    </a:cubicBezTo>
                    <a:cubicBezTo>
                      <a:pt x="0" y="2"/>
                      <a:pt x="3" y="11"/>
                      <a:pt x="3" y="15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733" name="Freeform 370">
                <a:extLst>
                  <a:ext uri="{FF2B5EF4-FFF2-40B4-BE49-F238E27FC236}">
                    <a16:creationId xmlns:a16="http://schemas.microsoft.com/office/drawing/2014/main" id="{468B29AD-71F3-40FA-B144-80DD77E202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6" y="909"/>
                <a:ext cx="13" cy="65"/>
              </a:xfrm>
              <a:custGeom>
                <a:avLst/>
                <a:gdLst>
                  <a:gd name="T0" fmla="*/ 18 w 8"/>
                  <a:gd name="T1" fmla="*/ 0 h 40"/>
                  <a:gd name="T2" fmla="*/ 5 w 8"/>
                  <a:gd name="T3" fmla="*/ 68 h 40"/>
                  <a:gd name="T4" fmla="*/ 13 w 8"/>
                  <a:gd name="T5" fmla="*/ 143 h 40"/>
                  <a:gd name="T6" fmla="*/ 34 w 8"/>
                  <a:gd name="T7" fmla="*/ 172 h 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40">
                    <a:moveTo>
                      <a:pt x="4" y="0"/>
                    </a:moveTo>
                    <a:cubicBezTo>
                      <a:pt x="4" y="6"/>
                      <a:pt x="0" y="6"/>
                      <a:pt x="1" y="16"/>
                    </a:cubicBezTo>
                    <a:cubicBezTo>
                      <a:pt x="1" y="26"/>
                      <a:pt x="2" y="30"/>
                      <a:pt x="3" y="33"/>
                    </a:cubicBezTo>
                    <a:cubicBezTo>
                      <a:pt x="3" y="36"/>
                      <a:pt x="6" y="37"/>
                      <a:pt x="8" y="40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734" name="Freeform 371">
                <a:extLst>
                  <a:ext uri="{FF2B5EF4-FFF2-40B4-BE49-F238E27FC236}">
                    <a16:creationId xmlns:a16="http://schemas.microsoft.com/office/drawing/2014/main" id="{CA0D144B-2857-4352-9B98-795B21F39A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1" y="940"/>
                <a:ext cx="16" cy="47"/>
              </a:xfrm>
              <a:custGeom>
                <a:avLst/>
                <a:gdLst>
                  <a:gd name="T0" fmla="*/ 42 w 10"/>
                  <a:gd name="T1" fmla="*/ 123 h 29"/>
                  <a:gd name="T2" fmla="*/ 5 w 10"/>
                  <a:gd name="T3" fmla="*/ 47 h 29"/>
                  <a:gd name="T4" fmla="*/ 0 w 10"/>
                  <a:gd name="T5" fmla="*/ 0 h 2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29">
                    <a:moveTo>
                      <a:pt x="10" y="29"/>
                    </a:moveTo>
                    <a:cubicBezTo>
                      <a:pt x="7" y="27"/>
                      <a:pt x="1" y="16"/>
                      <a:pt x="1" y="11"/>
                    </a:cubicBezTo>
                    <a:cubicBezTo>
                      <a:pt x="1" y="6"/>
                      <a:pt x="0" y="0"/>
                      <a:pt x="0" y="0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735" name="Freeform 372">
                <a:extLst>
                  <a:ext uri="{FF2B5EF4-FFF2-40B4-BE49-F238E27FC236}">
                    <a16:creationId xmlns:a16="http://schemas.microsoft.com/office/drawing/2014/main" id="{6D4EB59E-A714-4E1E-B1D3-FA3CED74C7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4" y="886"/>
                <a:ext cx="51" cy="140"/>
              </a:xfrm>
              <a:custGeom>
                <a:avLst/>
                <a:gdLst>
                  <a:gd name="T0" fmla="*/ 63 w 31"/>
                  <a:gd name="T1" fmla="*/ 29 h 86"/>
                  <a:gd name="T2" fmla="*/ 138 w 31"/>
                  <a:gd name="T3" fmla="*/ 54 h 86"/>
                  <a:gd name="T4" fmla="*/ 117 w 31"/>
                  <a:gd name="T5" fmla="*/ 186 h 86"/>
                  <a:gd name="T6" fmla="*/ 89 w 31"/>
                  <a:gd name="T7" fmla="*/ 249 h 86"/>
                  <a:gd name="T8" fmla="*/ 63 w 31"/>
                  <a:gd name="T9" fmla="*/ 337 h 86"/>
                  <a:gd name="T10" fmla="*/ 35 w 31"/>
                  <a:gd name="T11" fmla="*/ 363 h 86"/>
                  <a:gd name="T12" fmla="*/ 0 w 31"/>
                  <a:gd name="T13" fmla="*/ 371 h 8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86">
                    <a:moveTo>
                      <a:pt x="14" y="7"/>
                    </a:moveTo>
                    <a:cubicBezTo>
                      <a:pt x="20" y="0"/>
                      <a:pt x="31" y="2"/>
                      <a:pt x="31" y="12"/>
                    </a:cubicBezTo>
                    <a:cubicBezTo>
                      <a:pt x="30" y="22"/>
                      <a:pt x="27" y="37"/>
                      <a:pt x="26" y="43"/>
                    </a:cubicBezTo>
                    <a:cubicBezTo>
                      <a:pt x="25" y="48"/>
                      <a:pt x="22" y="53"/>
                      <a:pt x="20" y="58"/>
                    </a:cubicBezTo>
                    <a:cubicBezTo>
                      <a:pt x="19" y="63"/>
                      <a:pt x="16" y="75"/>
                      <a:pt x="14" y="78"/>
                    </a:cubicBezTo>
                    <a:cubicBezTo>
                      <a:pt x="12" y="82"/>
                      <a:pt x="8" y="84"/>
                      <a:pt x="8" y="84"/>
                    </a:cubicBezTo>
                    <a:cubicBezTo>
                      <a:pt x="0" y="86"/>
                      <a:pt x="0" y="86"/>
                      <a:pt x="0" y="86"/>
                    </a:cubicBezTo>
                  </a:path>
                </a:pathLst>
              </a:custGeom>
              <a:solidFill>
                <a:srgbClr val="A961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736" name="Freeform 373">
                <a:extLst>
                  <a:ext uri="{FF2B5EF4-FFF2-40B4-BE49-F238E27FC236}">
                    <a16:creationId xmlns:a16="http://schemas.microsoft.com/office/drawing/2014/main" id="{F979CB93-0581-4113-924F-5B6F221052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5" y="912"/>
                <a:ext cx="25" cy="85"/>
              </a:xfrm>
              <a:custGeom>
                <a:avLst/>
                <a:gdLst>
                  <a:gd name="T0" fmla="*/ 37 w 15"/>
                  <a:gd name="T1" fmla="*/ 34 h 52"/>
                  <a:gd name="T2" fmla="*/ 62 w 15"/>
                  <a:gd name="T3" fmla="*/ 13 h 52"/>
                  <a:gd name="T4" fmla="*/ 62 w 15"/>
                  <a:gd name="T5" fmla="*/ 70 h 52"/>
                  <a:gd name="T6" fmla="*/ 0 w 15"/>
                  <a:gd name="T7" fmla="*/ 201 h 5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52">
                    <a:moveTo>
                      <a:pt x="8" y="8"/>
                    </a:moveTo>
                    <a:cubicBezTo>
                      <a:pt x="8" y="5"/>
                      <a:pt x="10" y="0"/>
                      <a:pt x="13" y="3"/>
                    </a:cubicBezTo>
                    <a:cubicBezTo>
                      <a:pt x="15" y="5"/>
                      <a:pt x="13" y="13"/>
                      <a:pt x="13" y="16"/>
                    </a:cubicBezTo>
                    <a:cubicBezTo>
                      <a:pt x="12" y="19"/>
                      <a:pt x="9" y="52"/>
                      <a:pt x="0" y="46"/>
                    </a:cubicBezTo>
                  </a:path>
                </a:pathLst>
              </a:custGeom>
              <a:solidFill>
                <a:srgbClr val="8E4C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737" name="Freeform 374">
                <a:extLst>
                  <a:ext uri="{FF2B5EF4-FFF2-40B4-BE49-F238E27FC236}">
                    <a16:creationId xmlns:a16="http://schemas.microsoft.com/office/drawing/2014/main" id="{C16B5618-5267-44B6-ACFB-4CAB8BEBFE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9" y="886"/>
                <a:ext cx="46" cy="140"/>
              </a:xfrm>
              <a:custGeom>
                <a:avLst/>
                <a:gdLst>
                  <a:gd name="T0" fmla="*/ 49 w 28"/>
                  <a:gd name="T1" fmla="*/ 29 h 86"/>
                  <a:gd name="T2" fmla="*/ 125 w 28"/>
                  <a:gd name="T3" fmla="*/ 54 h 86"/>
                  <a:gd name="T4" fmla="*/ 102 w 28"/>
                  <a:gd name="T5" fmla="*/ 186 h 86"/>
                  <a:gd name="T6" fmla="*/ 76 w 28"/>
                  <a:gd name="T7" fmla="*/ 249 h 86"/>
                  <a:gd name="T8" fmla="*/ 54 w 28"/>
                  <a:gd name="T9" fmla="*/ 337 h 86"/>
                  <a:gd name="T10" fmla="*/ 0 w 28"/>
                  <a:gd name="T11" fmla="*/ 371 h 8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8" h="86">
                    <a:moveTo>
                      <a:pt x="11" y="7"/>
                    </a:moveTo>
                    <a:cubicBezTo>
                      <a:pt x="17" y="0"/>
                      <a:pt x="28" y="2"/>
                      <a:pt x="28" y="12"/>
                    </a:cubicBezTo>
                    <a:cubicBezTo>
                      <a:pt x="27" y="22"/>
                      <a:pt x="24" y="37"/>
                      <a:pt x="23" y="43"/>
                    </a:cubicBezTo>
                    <a:cubicBezTo>
                      <a:pt x="22" y="48"/>
                      <a:pt x="19" y="53"/>
                      <a:pt x="17" y="58"/>
                    </a:cubicBezTo>
                    <a:cubicBezTo>
                      <a:pt x="16" y="63"/>
                      <a:pt x="13" y="75"/>
                      <a:pt x="12" y="78"/>
                    </a:cubicBezTo>
                    <a:cubicBezTo>
                      <a:pt x="8" y="86"/>
                      <a:pt x="0" y="86"/>
                      <a:pt x="0" y="86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738" name="Freeform 375">
                <a:extLst>
                  <a:ext uri="{FF2B5EF4-FFF2-40B4-BE49-F238E27FC236}">
                    <a16:creationId xmlns:a16="http://schemas.microsoft.com/office/drawing/2014/main" id="{D619E9CA-314D-4662-A2A1-728A53AA3A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8" y="902"/>
                <a:ext cx="23" cy="25"/>
              </a:xfrm>
              <a:custGeom>
                <a:avLst/>
                <a:gdLst>
                  <a:gd name="T0" fmla="*/ 0 w 14"/>
                  <a:gd name="T1" fmla="*/ 62 h 15"/>
                  <a:gd name="T2" fmla="*/ 49 w 14"/>
                  <a:gd name="T3" fmla="*/ 5 h 15"/>
                  <a:gd name="T4" fmla="*/ 43 w 14"/>
                  <a:gd name="T5" fmla="*/ 70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5">
                    <a:moveTo>
                      <a:pt x="0" y="13"/>
                    </a:moveTo>
                    <a:cubicBezTo>
                      <a:pt x="4" y="5"/>
                      <a:pt x="9" y="0"/>
                      <a:pt x="11" y="1"/>
                    </a:cubicBezTo>
                    <a:cubicBezTo>
                      <a:pt x="14" y="2"/>
                      <a:pt x="11" y="11"/>
                      <a:pt x="10" y="15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739" name="Freeform 376">
                <a:extLst>
                  <a:ext uri="{FF2B5EF4-FFF2-40B4-BE49-F238E27FC236}">
                    <a16:creationId xmlns:a16="http://schemas.microsoft.com/office/drawing/2014/main" id="{54E8B7AA-4450-4D9C-A930-B204537B56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2" y="909"/>
                <a:ext cx="13" cy="65"/>
              </a:xfrm>
              <a:custGeom>
                <a:avLst/>
                <a:gdLst>
                  <a:gd name="T0" fmla="*/ 21 w 8"/>
                  <a:gd name="T1" fmla="*/ 0 h 40"/>
                  <a:gd name="T2" fmla="*/ 34 w 8"/>
                  <a:gd name="T3" fmla="*/ 68 h 40"/>
                  <a:gd name="T4" fmla="*/ 21 w 8"/>
                  <a:gd name="T5" fmla="*/ 143 h 40"/>
                  <a:gd name="T6" fmla="*/ 0 w 8"/>
                  <a:gd name="T7" fmla="*/ 172 h 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40">
                    <a:moveTo>
                      <a:pt x="5" y="0"/>
                    </a:moveTo>
                    <a:cubicBezTo>
                      <a:pt x="4" y="6"/>
                      <a:pt x="8" y="6"/>
                      <a:pt x="8" y="16"/>
                    </a:cubicBezTo>
                    <a:cubicBezTo>
                      <a:pt x="7" y="26"/>
                      <a:pt x="6" y="30"/>
                      <a:pt x="5" y="33"/>
                    </a:cubicBezTo>
                    <a:cubicBezTo>
                      <a:pt x="5" y="36"/>
                      <a:pt x="2" y="37"/>
                      <a:pt x="0" y="40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740" name="Freeform 377">
                <a:extLst>
                  <a:ext uri="{FF2B5EF4-FFF2-40B4-BE49-F238E27FC236}">
                    <a16:creationId xmlns:a16="http://schemas.microsoft.com/office/drawing/2014/main" id="{7AE59B4D-1C4A-423E-8233-B49D67D778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4" y="940"/>
                <a:ext cx="18" cy="47"/>
              </a:xfrm>
              <a:custGeom>
                <a:avLst/>
                <a:gdLst>
                  <a:gd name="T0" fmla="*/ 0 w 11"/>
                  <a:gd name="T1" fmla="*/ 123 h 29"/>
                  <a:gd name="T2" fmla="*/ 43 w 11"/>
                  <a:gd name="T3" fmla="*/ 47 h 29"/>
                  <a:gd name="T4" fmla="*/ 43 w 11"/>
                  <a:gd name="T5" fmla="*/ 0 h 2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29">
                    <a:moveTo>
                      <a:pt x="0" y="29"/>
                    </a:moveTo>
                    <a:cubicBezTo>
                      <a:pt x="4" y="27"/>
                      <a:pt x="10" y="16"/>
                      <a:pt x="10" y="11"/>
                    </a:cubicBezTo>
                    <a:cubicBezTo>
                      <a:pt x="10" y="6"/>
                      <a:pt x="11" y="0"/>
                      <a:pt x="10" y="0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741" name="Freeform 378">
                <a:extLst>
                  <a:ext uri="{FF2B5EF4-FFF2-40B4-BE49-F238E27FC236}">
                    <a16:creationId xmlns:a16="http://schemas.microsoft.com/office/drawing/2014/main" id="{7EE2C810-43A8-4FD8-A91F-9BA5E19B71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4" y="1075"/>
                <a:ext cx="52" cy="45"/>
              </a:xfrm>
              <a:custGeom>
                <a:avLst/>
                <a:gdLst>
                  <a:gd name="T0" fmla="*/ 138 w 32"/>
                  <a:gd name="T1" fmla="*/ 0 h 28"/>
                  <a:gd name="T2" fmla="*/ 98 w 32"/>
                  <a:gd name="T3" fmla="*/ 59 h 28"/>
                  <a:gd name="T4" fmla="*/ 54 w 32"/>
                  <a:gd name="T5" fmla="*/ 69 h 28"/>
                  <a:gd name="T6" fmla="*/ 0 w 32"/>
                  <a:gd name="T7" fmla="*/ 116 h 28"/>
                  <a:gd name="T8" fmla="*/ 39 w 32"/>
                  <a:gd name="T9" fmla="*/ 69 h 28"/>
                  <a:gd name="T10" fmla="*/ 60 w 32"/>
                  <a:gd name="T11" fmla="*/ 59 h 28"/>
                  <a:gd name="T12" fmla="*/ 81 w 32"/>
                  <a:gd name="T13" fmla="*/ 47 h 28"/>
                  <a:gd name="T14" fmla="*/ 122 w 32"/>
                  <a:gd name="T15" fmla="*/ 29 h 28"/>
                  <a:gd name="T16" fmla="*/ 138 w 32"/>
                  <a:gd name="T17" fmla="*/ 0 h 2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2" h="28">
                    <a:moveTo>
                      <a:pt x="32" y="0"/>
                    </a:moveTo>
                    <a:cubicBezTo>
                      <a:pt x="32" y="5"/>
                      <a:pt x="28" y="12"/>
                      <a:pt x="23" y="14"/>
                    </a:cubicBezTo>
                    <a:cubicBezTo>
                      <a:pt x="19" y="15"/>
                      <a:pt x="16" y="15"/>
                      <a:pt x="12" y="17"/>
                    </a:cubicBezTo>
                    <a:cubicBezTo>
                      <a:pt x="7" y="20"/>
                      <a:pt x="4" y="25"/>
                      <a:pt x="0" y="28"/>
                    </a:cubicBezTo>
                    <a:cubicBezTo>
                      <a:pt x="3" y="25"/>
                      <a:pt x="5" y="20"/>
                      <a:pt x="9" y="17"/>
                    </a:cubicBezTo>
                    <a:cubicBezTo>
                      <a:pt x="10" y="16"/>
                      <a:pt x="12" y="15"/>
                      <a:pt x="14" y="14"/>
                    </a:cubicBezTo>
                    <a:cubicBezTo>
                      <a:pt x="16" y="13"/>
                      <a:pt x="17" y="12"/>
                      <a:pt x="19" y="11"/>
                    </a:cubicBezTo>
                    <a:cubicBezTo>
                      <a:pt x="22" y="10"/>
                      <a:pt x="25" y="9"/>
                      <a:pt x="28" y="7"/>
                    </a:cubicBezTo>
                    <a:cubicBezTo>
                      <a:pt x="29" y="5"/>
                      <a:pt x="32" y="2"/>
                      <a:pt x="32" y="0"/>
                    </a:cubicBezTo>
                  </a:path>
                </a:pathLst>
              </a:custGeom>
              <a:solidFill>
                <a:srgbClr val="8E4C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742" name="Freeform 379">
                <a:extLst>
                  <a:ext uri="{FF2B5EF4-FFF2-40B4-BE49-F238E27FC236}">
                    <a16:creationId xmlns:a16="http://schemas.microsoft.com/office/drawing/2014/main" id="{243B92C6-69ED-4508-985A-0D08CFB8A0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0" y="1055"/>
                <a:ext cx="57" cy="55"/>
              </a:xfrm>
              <a:custGeom>
                <a:avLst/>
                <a:gdLst>
                  <a:gd name="T0" fmla="*/ 0 w 35"/>
                  <a:gd name="T1" fmla="*/ 0 h 34"/>
                  <a:gd name="T2" fmla="*/ 47 w 35"/>
                  <a:gd name="T3" fmla="*/ 76 h 34"/>
                  <a:gd name="T4" fmla="*/ 96 w 35"/>
                  <a:gd name="T5" fmla="*/ 97 h 34"/>
                  <a:gd name="T6" fmla="*/ 125 w 35"/>
                  <a:gd name="T7" fmla="*/ 115 h 34"/>
                  <a:gd name="T8" fmla="*/ 151 w 35"/>
                  <a:gd name="T9" fmla="*/ 144 h 34"/>
                  <a:gd name="T10" fmla="*/ 98 w 35"/>
                  <a:gd name="T11" fmla="*/ 89 h 34"/>
                  <a:gd name="T12" fmla="*/ 55 w 35"/>
                  <a:gd name="T13" fmla="*/ 68 h 34"/>
                  <a:gd name="T14" fmla="*/ 0 w 35"/>
                  <a:gd name="T15" fmla="*/ 0 h 3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5" h="34">
                    <a:moveTo>
                      <a:pt x="0" y="0"/>
                    </a:moveTo>
                    <a:cubicBezTo>
                      <a:pt x="2" y="6"/>
                      <a:pt x="5" y="16"/>
                      <a:pt x="11" y="18"/>
                    </a:cubicBezTo>
                    <a:cubicBezTo>
                      <a:pt x="15" y="20"/>
                      <a:pt x="19" y="21"/>
                      <a:pt x="22" y="23"/>
                    </a:cubicBezTo>
                    <a:cubicBezTo>
                      <a:pt x="25" y="24"/>
                      <a:pt x="27" y="25"/>
                      <a:pt x="29" y="27"/>
                    </a:cubicBezTo>
                    <a:cubicBezTo>
                      <a:pt x="31" y="29"/>
                      <a:pt x="33" y="32"/>
                      <a:pt x="35" y="34"/>
                    </a:cubicBezTo>
                    <a:cubicBezTo>
                      <a:pt x="30" y="30"/>
                      <a:pt x="28" y="25"/>
                      <a:pt x="23" y="21"/>
                    </a:cubicBezTo>
                    <a:cubicBezTo>
                      <a:pt x="20" y="19"/>
                      <a:pt x="16" y="17"/>
                      <a:pt x="13" y="16"/>
                    </a:cubicBezTo>
                    <a:cubicBezTo>
                      <a:pt x="7" y="13"/>
                      <a:pt x="1" y="6"/>
                      <a:pt x="0" y="0"/>
                    </a:cubicBezTo>
                  </a:path>
                </a:pathLst>
              </a:custGeom>
              <a:solidFill>
                <a:srgbClr val="8E4C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743" name="Freeform 380">
                <a:extLst>
                  <a:ext uri="{FF2B5EF4-FFF2-40B4-BE49-F238E27FC236}">
                    <a16:creationId xmlns:a16="http://schemas.microsoft.com/office/drawing/2014/main" id="{FDDF3802-6E88-4248-A94D-6783BF3BD6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7" y="842"/>
                <a:ext cx="85" cy="13"/>
              </a:xfrm>
              <a:custGeom>
                <a:avLst/>
                <a:gdLst>
                  <a:gd name="T0" fmla="*/ 0 w 52"/>
                  <a:gd name="T1" fmla="*/ 21 h 8"/>
                  <a:gd name="T2" fmla="*/ 47 w 52"/>
                  <a:gd name="T3" fmla="*/ 5 h 8"/>
                  <a:gd name="T4" fmla="*/ 96 w 52"/>
                  <a:gd name="T5" fmla="*/ 5 h 8"/>
                  <a:gd name="T6" fmla="*/ 227 w 52"/>
                  <a:gd name="T7" fmla="*/ 29 h 8"/>
                  <a:gd name="T8" fmla="*/ 206 w 52"/>
                  <a:gd name="T9" fmla="*/ 34 h 8"/>
                  <a:gd name="T10" fmla="*/ 172 w 52"/>
                  <a:gd name="T11" fmla="*/ 29 h 8"/>
                  <a:gd name="T12" fmla="*/ 110 w 52"/>
                  <a:gd name="T13" fmla="*/ 18 h 8"/>
                  <a:gd name="T14" fmla="*/ 47 w 52"/>
                  <a:gd name="T15" fmla="*/ 18 h 8"/>
                  <a:gd name="T16" fmla="*/ 0 w 52"/>
                  <a:gd name="T17" fmla="*/ 21 h 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2" h="8">
                    <a:moveTo>
                      <a:pt x="0" y="5"/>
                    </a:moveTo>
                    <a:cubicBezTo>
                      <a:pt x="2" y="3"/>
                      <a:pt x="8" y="2"/>
                      <a:pt x="11" y="1"/>
                    </a:cubicBezTo>
                    <a:cubicBezTo>
                      <a:pt x="14" y="1"/>
                      <a:pt x="18" y="0"/>
                      <a:pt x="22" y="1"/>
                    </a:cubicBezTo>
                    <a:cubicBezTo>
                      <a:pt x="32" y="2"/>
                      <a:pt x="41" y="7"/>
                      <a:pt x="52" y="7"/>
                    </a:cubicBezTo>
                    <a:cubicBezTo>
                      <a:pt x="51" y="8"/>
                      <a:pt x="48" y="8"/>
                      <a:pt x="47" y="8"/>
                    </a:cubicBezTo>
                    <a:cubicBezTo>
                      <a:pt x="44" y="8"/>
                      <a:pt x="42" y="7"/>
                      <a:pt x="39" y="7"/>
                    </a:cubicBezTo>
                    <a:cubicBezTo>
                      <a:pt x="34" y="6"/>
                      <a:pt x="30" y="5"/>
                      <a:pt x="25" y="4"/>
                    </a:cubicBezTo>
                    <a:cubicBezTo>
                      <a:pt x="20" y="4"/>
                      <a:pt x="16" y="4"/>
                      <a:pt x="11" y="4"/>
                    </a:cubicBezTo>
                    <a:cubicBezTo>
                      <a:pt x="7" y="4"/>
                      <a:pt x="3" y="4"/>
                      <a:pt x="0" y="5"/>
                    </a:cubicBezTo>
                  </a:path>
                </a:pathLst>
              </a:custGeom>
              <a:solidFill>
                <a:srgbClr val="8E4C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744" name="Freeform 381">
                <a:extLst>
                  <a:ext uri="{FF2B5EF4-FFF2-40B4-BE49-F238E27FC236}">
                    <a16:creationId xmlns:a16="http://schemas.microsoft.com/office/drawing/2014/main" id="{44F1CE38-C09B-4DCD-9EED-4A7BE2D6D8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1" y="831"/>
                <a:ext cx="58" cy="13"/>
              </a:xfrm>
              <a:custGeom>
                <a:avLst/>
                <a:gdLst>
                  <a:gd name="T0" fmla="*/ 150 w 36"/>
                  <a:gd name="T1" fmla="*/ 0 h 8"/>
                  <a:gd name="T2" fmla="*/ 89 w 36"/>
                  <a:gd name="T3" fmla="*/ 13 h 8"/>
                  <a:gd name="T4" fmla="*/ 42 w 36"/>
                  <a:gd name="T5" fmla="*/ 29 h 8"/>
                  <a:gd name="T6" fmla="*/ 21 w 36"/>
                  <a:gd name="T7" fmla="*/ 34 h 8"/>
                  <a:gd name="T8" fmla="*/ 0 w 36"/>
                  <a:gd name="T9" fmla="*/ 34 h 8"/>
                  <a:gd name="T10" fmla="*/ 42 w 36"/>
                  <a:gd name="T11" fmla="*/ 18 h 8"/>
                  <a:gd name="T12" fmla="*/ 89 w 36"/>
                  <a:gd name="T13" fmla="*/ 5 h 8"/>
                  <a:gd name="T14" fmla="*/ 150 w 36"/>
                  <a:gd name="T15" fmla="*/ 0 h 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6" h="8">
                    <a:moveTo>
                      <a:pt x="36" y="0"/>
                    </a:moveTo>
                    <a:cubicBezTo>
                      <a:pt x="31" y="1"/>
                      <a:pt x="26" y="2"/>
                      <a:pt x="21" y="3"/>
                    </a:cubicBezTo>
                    <a:cubicBezTo>
                      <a:pt x="17" y="4"/>
                      <a:pt x="14" y="6"/>
                      <a:pt x="10" y="7"/>
                    </a:cubicBezTo>
                    <a:cubicBezTo>
                      <a:pt x="8" y="7"/>
                      <a:pt x="7" y="7"/>
                      <a:pt x="5" y="8"/>
                    </a:cubicBezTo>
                    <a:cubicBezTo>
                      <a:pt x="3" y="8"/>
                      <a:pt x="1" y="7"/>
                      <a:pt x="0" y="8"/>
                    </a:cubicBezTo>
                    <a:cubicBezTo>
                      <a:pt x="3" y="8"/>
                      <a:pt x="7" y="5"/>
                      <a:pt x="10" y="4"/>
                    </a:cubicBezTo>
                    <a:cubicBezTo>
                      <a:pt x="13" y="3"/>
                      <a:pt x="17" y="2"/>
                      <a:pt x="21" y="1"/>
                    </a:cubicBezTo>
                    <a:cubicBezTo>
                      <a:pt x="26" y="0"/>
                      <a:pt x="31" y="0"/>
                      <a:pt x="36" y="0"/>
                    </a:cubicBezTo>
                  </a:path>
                </a:pathLst>
              </a:custGeom>
              <a:solidFill>
                <a:srgbClr val="8E4C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745" name="Freeform 382">
                <a:extLst>
                  <a:ext uri="{FF2B5EF4-FFF2-40B4-BE49-F238E27FC236}">
                    <a16:creationId xmlns:a16="http://schemas.microsoft.com/office/drawing/2014/main" id="{0CD20E3C-F39D-4972-BA1D-5AE9114407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7" y="1011"/>
                <a:ext cx="34" cy="62"/>
              </a:xfrm>
              <a:custGeom>
                <a:avLst/>
                <a:gdLst>
                  <a:gd name="T0" fmla="*/ 0 w 21"/>
                  <a:gd name="T1" fmla="*/ 0 h 38"/>
                  <a:gd name="T2" fmla="*/ 16 w 21"/>
                  <a:gd name="T3" fmla="*/ 54 h 38"/>
                  <a:gd name="T4" fmla="*/ 29 w 21"/>
                  <a:gd name="T5" fmla="*/ 96 h 38"/>
                  <a:gd name="T6" fmla="*/ 89 w 21"/>
                  <a:gd name="T7" fmla="*/ 165 h 38"/>
                  <a:gd name="T8" fmla="*/ 39 w 21"/>
                  <a:gd name="T9" fmla="*/ 83 h 38"/>
                  <a:gd name="T10" fmla="*/ 0 w 21"/>
                  <a:gd name="T11" fmla="*/ 5 h 3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1" h="38">
                    <a:moveTo>
                      <a:pt x="0" y="0"/>
                    </a:moveTo>
                    <a:cubicBezTo>
                      <a:pt x="0" y="4"/>
                      <a:pt x="3" y="8"/>
                      <a:pt x="4" y="12"/>
                    </a:cubicBezTo>
                    <a:cubicBezTo>
                      <a:pt x="5" y="16"/>
                      <a:pt x="6" y="19"/>
                      <a:pt x="7" y="22"/>
                    </a:cubicBezTo>
                    <a:cubicBezTo>
                      <a:pt x="10" y="29"/>
                      <a:pt x="14" y="36"/>
                      <a:pt x="21" y="38"/>
                    </a:cubicBezTo>
                    <a:cubicBezTo>
                      <a:pt x="14" y="35"/>
                      <a:pt x="13" y="25"/>
                      <a:pt x="9" y="19"/>
                    </a:cubicBezTo>
                    <a:cubicBezTo>
                      <a:pt x="6" y="13"/>
                      <a:pt x="3" y="7"/>
                      <a:pt x="0" y="1"/>
                    </a:cubicBezTo>
                  </a:path>
                </a:pathLst>
              </a:custGeom>
              <a:solidFill>
                <a:srgbClr val="C1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746" name="Freeform 383">
                <a:extLst>
                  <a:ext uri="{FF2B5EF4-FFF2-40B4-BE49-F238E27FC236}">
                    <a16:creationId xmlns:a16="http://schemas.microsoft.com/office/drawing/2014/main" id="{FE4587F5-72A5-4EA5-8723-00010140AB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3" y="847"/>
                <a:ext cx="78" cy="19"/>
              </a:xfrm>
              <a:custGeom>
                <a:avLst/>
                <a:gdLst>
                  <a:gd name="T0" fmla="*/ 206 w 48"/>
                  <a:gd name="T1" fmla="*/ 13 h 12"/>
                  <a:gd name="T2" fmla="*/ 159 w 48"/>
                  <a:gd name="T3" fmla="*/ 8 h 12"/>
                  <a:gd name="T4" fmla="*/ 117 w 48"/>
                  <a:gd name="T5" fmla="*/ 8 h 12"/>
                  <a:gd name="T6" fmla="*/ 0 w 48"/>
                  <a:gd name="T7" fmla="*/ 25 h 12"/>
                  <a:gd name="T8" fmla="*/ 109 w 48"/>
                  <a:gd name="T9" fmla="*/ 21 h 12"/>
                  <a:gd name="T10" fmla="*/ 156 w 48"/>
                  <a:gd name="T11" fmla="*/ 13 h 12"/>
                  <a:gd name="T12" fmla="*/ 198 w 48"/>
                  <a:gd name="T13" fmla="*/ 13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8" h="12">
                    <a:moveTo>
                      <a:pt x="48" y="3"/>
                    </a:moveTo>
                    <a:cubicBezTo>
                      <a:pt x="45" y="3"/>
                      <a:pt x="41" y="2"/>
                      <a:pt x="37" y="2"/>
                    </a:cubicBezTo>
                    <a:cubicBezTo>
                      <a:pt x="33" y="1"/>
                      <a:pt x="30" y="0"/>
                      <a:pt x="27" y="2"/>
                    </a:cubicBezTo>
                    <a:cubicBezTo>
                      <a:pt x="17" y="4"/>
                      <a:pt x="11" y="9"/>
                      <a:pt x="0" y="6"/>
                    </a:cubicBezTo>
                    <a:cubicBezTo>
                      <a:pt x="9" y="12"/>
                      <a:pt x="16" y="8"/>
                      <a:pt x="25" y="5"/>
                    </a:cubicBezTo>
                    <a:cubicBezTo>
                      <a:pt x="28" y="4"/>
                      <a:pt x="32" y="3"/>
                      <a:pt x="36" y="3"/>
                    </a:cubicBezTo>
                    <a:cubicBezTo>
                      <a:pt x="39" y="3"/>
                      <a:pt x="44" y="2"/>
                      <a:pt x="46" y="3"/>
                    </a:cubicBezTo>
                  </a:path>
                </a:pathLst>
              </a:custGeom>
              <a:solidFill>
                <a:srgbClr val="C1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747" name="Freeform 384">
                <a:extLst>
                  <a:ext uri="{FF2B5EF4-FFF2-40B4-BE49-F238E27FC236}">
                    <a16:creationId xmlns:a16="http://schemas.microsoft.com/office/drawing/2014/main" id="{72049229-17A8-4D06-8F09-5E64D77D09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2" y="824"/>
                <a:ext cx="72" cy="11"/>
              </a:xfrm>
              <a:custGeom>
                <a:avLst/>
                <a:gdLst>
                  <a:gd name="T0" fmla="*/ 0 w 44"/>
                  <a:gd name="T1" fmla="*/ 22 h 7"/>
                  <a:gd name="T2" fmla="*/ 43 w 44"/>
                  <a:gd name="T3" fmla="*/ 14 h 7"/>
                  <a:gd name="T4" fmla="*/ 88 w 44"/>
                  <a:gd name="T5" fmla="*/ 13 h 7"/>
                  <a:gd name="T6" fmla="*/ 139 w 44"/>
                  <a:gd name="T7" fmla="*/ 14 h 7"/>
                  <a:gd name="T8" fmla="*/ 193 w 44"/>
                  <a:gd name="T9" fmla="*/ 27 h 7"/>
                  <a:gd name="T10" fmla="*/ 92 w 44"/>
                  <a:gd name="T11" fmla="*/ 0 h 7"/>
                  <a:gd name="T12" fmla="*/ 0 w 44"/>
                  <a:gd name="T13" fmla="*/ 22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4" h="7">
                    <a:moveTo>
                      <a:pt x="0" y="6"/>
                    </a:moveTo>
                    <a:cubicBezTo>
                      <a:pt x="3" y="6"/>
                      <a:pt x="7" y="4"/>
                      <a:pt x="10" y="4"/>
                    </a:cubicBezTo>
                    <a:cubicBezTo>
                      <a:pt x="14" y="3"/>
                      <a:pt x="16" y="3"/>
                      <a:pt x="20" y="3"/>
                    </a:cubicBezTo>
                    <a:cubicBezTo>
                      <a:pt x="24" y="3"/>
                      <a:pt x="28" y="3"/>
                      <a:pt x="32" y="4"/>
                    </a:cubicBezTo>
                    <a:cubicBezTo>
                      <a:pt x="36" y="4"/>
                      <a:pt x="40" y="6"/>
                      <a:pt x="44" y="7"/>
                    </a:cubicBezTo>
                    <a:cubicBezTo>
                      <a:pt x="37" y="3"/>
                      <a:pt x="30" y="1"/>
                      <a:pt x="21" y="0"/>
                    </a:cubicBezTo>
                    <a:cubicBezTo>
                      <a:pt x="15" y="0"/>
                      <a:pt x="5" y="1"/>
                      <a:pt x="0" y="6"/>
                    </a:cubicBezTo>
                  </a:path>
                </a:pathLst>
              </a:custGeom>
              <a:solidFill>
                <a:srgbClr val="C1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748" name="Freeform 385">
                <a:extLst>
                  <a:ext uri="{FF2B5EF4-FFF2-40B4-BE49-F238E27FC236}">
                    <a16:creationId xmlns:a16="http://schemas.microsoft.com/office/drawing/2014/main" id="{0A76E6E5-892F-4E5C-AB4E-346719E2B0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9" y="1065"/>
                <a:ext cx="129" cy="26"/>
              </a:xfrm>
              <a:custGeom>
                <a:avLst/>
                <a:gdLst>
                  <a:gd name="T0" fmla="*/ 0 w 79"/>
                  <a:gd name="T1" fmla="*/ 0 h 16"/>
                  <a:gd name="T2" fmla="*/ 345 w 79"/>
                  <a:gd name="T3" fmla="*/ 0 h 16"/>
                  <a:gd name="T4" fmla="*/ 302 w 79"/>
                  <a:gd name="T5" fmla="*/ 34 h 16"/>
                  <a:gd name="T6" fmla="*/ 185 w 79"/>
                  <a:gd name="T7" fmla="*/ 63 h 16"/>
                  <a:gd name="T8" fmla="*/ 88 w 79"/>
                  <a:gd name="T9" fmla="*/ 54 h 16"/>
                  <a:gd name="T10" fmla="*/ 0 w 79"/>
                  <a:gd name="T11" fmla="*/ 0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9" h="16">
                    <a:moveTo>
                      <a:pt x="0" y="0"/>
                    </a:moveTo>
                    <a:cubicBezTo>
                      <a:pt x="0" y="0"/>
                      <a:pt x="69" y="2"/>
                      <a:pt x="79" y="0"/>
                    </a:cubicBezTo>
                    <a:cubicBezTo>
                      <a:pt x="79" y="0"/>
                      <a:pt x="76" y="4"/>
                      <a:pt x="69" y="8"/>
                    </a:cubicBezTo>
                    <a:cubicBezTo>
                      <a:pt x="61" y="13"/>
                      <a:pt x="49" y="15"/>
                      <a:pt x="42" y="15"/>
                    </a:cubicBezTo>
                    <a:cubicBezTo>
                      <a:pt x="35" y="16"/>
                      <a:pt x="24" y="14"/>
                      <a:pt x="20" y="12"/>
                    </a:cubicBezTo>
                    <a:cubicBezTo>
                      <a:pt x="8" y="8"/>
                      <a:pt x="7" y="3"/>
                      <a:pt x="0" y="0"/>
                    </a:cubicBezTo>
                    <a:close/>
                  </a:path>
                </a:pathLst>
              </a:custGeom>
              <a:solidFill>
                <a:srgbClr val="C1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749" name="Freeform 386">
                <a:extLst>
                  <a:ext uri="{FF2B5EF4-FFF2-40B4-BE49-F238E27FC236}">
                    <a16:creationId xmlns:a16="http://schemas.microsoft.com/office/drawing/2014/main" id="{8A310012-F705-4646-B095-A98CC45657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1" y="1073"/>
                <a:ext cx="106" cy="42"/>
              </a:xfrm>
              <a:custGeom>
                <a:avLst/>
                <a:gdLst>
                  <a:gd name="T0" fmla="*/ 0 w 65"/>
                  <a:gd name="T1" fmla="*/ 0 h 26"/>
                  <a:gd name="T2" fmla="*/ 282 w 65"/>
                  <a:gd name="T3" fmla="*/ 0 h 26"/>
                  <a:gd name="T4" fmla="*/ 0 w 65"/>
                  <a:gd name="T5" fmla="*/ 0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5" h="26">
                    <a:moveTo>
                      <a:pt x="0" y="0"/>
                    </a:moveTo>
                    <a:cubicBezTo>
                      <a:pt x="0" y="0"/>
                      <a:pt x="33" y="22"/>
                      <a:pt x="65" y="0"/>
                    </a:cubicBezTo>
                    <a:cubicBezTo>
                      <a:pt x="65" y="0"/>
                      <a:pt x="37" y="26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750" name="Freeform 387">
                <a:extLst>
                  <a:ext uri="{FF2B5EF4-FFF2-40B4-BE49-F238E27FC236}">
                    <a16:creationId xmlns:a16="http://schemas.microsoft.com/office/drawing/2014/main" id="{B6D3DFAC-D857-412E-8D52-DB01291B5D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9" y="1068"/>
                <a:ext cx="111" cy="10"/>
              </a:xfrm>
              <a:custGeom>
                <a:avLst/>
                <a:gdLst>
                  <a:gd name="T0" fmla="*/ 0 w 68"/>
                  <a:gd name="T1" fmla="*/ 0 h 6"/>
                  <a:gd name="T2" fmla="*/ 295 w 68"/>
                  <a:gd name="T3" fmla="*/ 0 h 6"/>
                  <a:gd name="T4" fmla="*/ 0 w 68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8" h="6">
                    <a:moveTo>
                      <a:pt x="0" y="0"/>
                    </a:moveTo>
                    <a:cubicBezTo>
                      <a:pt x="0" y="0"/>
                      <a:pt x="38" y="4"/>
                      <a:pt x="68" y="0"/>
                    </a:cubicBezTo>
                    <a:cubicBezTo>
                      <a:pt x="68" y="0"/>
                      <a:pt x="44" y="6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751" name="Freeform 388">
                <a:extLst>
                  <a:ext uri="{FF2B5EF4-FFF2-40B4-BE49-F238E27FC236}">
                    <a16:creationId xmlns:a16="http://schemas.microsoft.com/office/drawing/2014/main" id="{DA95FF2D-6A42-4EB4-A654-CF0CFF9D63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1" y="1065"/>
                <a:ext cx="124" cy="5"/>
              </a:xfrm>
              <a:custGeom>
                <a:avLst/>
                <a:gdLst>
                  <a:gd name="T0" fmla="*/ 0 w 76"/>
                  <a:gd name="T1" fmla="*/ 0 h 3"/>
                  <a:gd name="T2" fmla="*/ 330 w 76"/>
                  <a:gd name="T3" fmla="*/ 0 h 3"/>
                  <a:gd name="T4" fmla="*/ 0 w 76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6" h="3">
                    <a:moveTo>
                      <a:pt x="0" y="0"/>
                    </a:moveTo>
                    <a:cubicBezTo>
                      <a:pt x="0" y="0"/>
                      <a:pt x="47" y="3"/>
                      <a:pt x="76" y="0"/>
                    </a:cubicBezTo>
                    <a:cubicBezTo>
                      <a:pt x="76" y="0"/>
                      <a:pt x="15" y="1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752" name="Freeform 389">
                <a:extLst>
                  <a:ext uri="{FF2B5EF4-FFF2-40B4-BE49-F238E27FC236}">
                    <a16:creationId xmlns:a16="http://schemas.microsoft.com/office/drawing/2014/main" id="{BF74D335-0B20-4103-AD85-B5BBB1B3B2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7" y="910"/>
                <a:ext cx="79" cy="38"/>
              </a:xfrm>
              <a:custGeom>
                <a:avLst/>
                <a:gdLst>
                  <a:gd name="T0" fmla="*/ 209 w 48"/>
                  <a:gd name="T1" fmla="*/ 58 h 23"/>
                  <a:gd name="T2" fmla="*/ 188 w 48"/>
                  <a:gd name="T3" fmla="*/ 35 h 23"/>
                  <a:gd name="T4" fmla="*/ 151 w 48"/>
                  <a:gd name="T5" fmla="*/ 21 h 23"/>
                  <a:gd name="T6" fmla="*/ 67 w 48"/>
                  <a:gd name="T7" fmla="*/ 13 h 23"/>
                  <a:gd name="T8" fmla="*/ 13 w 48"/>
                  <a:gd name="T9" fmla="*/ 63 h 23"/>
                  <a:gd name="T10" fmla="*/ 63 w 48"/>
                  <a:gd name="T11" fmla="*/ 97 h 23"/>
                  <a:gd name="T12" fmla="*/ 117 w 48"/>
                  <a:gd name="T13" fmla="*/ 97 h 23"/>
                  <a:gd name="T14" fmla="*/ 151 w 48"/>
                  <a:gd name="T15" fmla="*/ 96 h 23"/>
                  <a:gd name="T16" fmla="*/ 179 w 48"/>
                  <a:gd name="T17" fmla="*/ 83 h 23"/>
                  <a:gd name="T18" fmla="*/ 206 w 48"/>
                  <a:gd name="T19" fmla="*/ 76 h 23"/>
                  <a:gd name="T20" fmla="*/ 209 w 48"/>
                  <a:gd name="T21" fmla="*/ 58 h 2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8" h="23">
                    <a:moveTo>
                      <a:pt x="47" y="13"/>
                    </a:moveTo>
                    <a:cubicBezTo>
                      <a:pt x="46" y="11"/>
                      <a:pt x="44" y="9"/>
                      <a:pt x="42" y="8"/>
                    </a:cubicBezTo>
                    <a:cubicBezTo>
                      <a:pt x="39" y="7"/>
                      <a:pt x="37" y="6"/>
                      <a:pt x="34" y="5"/>
                    </a:cubicBezTo>
                    <a:cubicBezTo>
                      <a:pt x="28" y="3"/>
                      <a:pt x="22" y="0"/>
                      <a:pt x="15" y="3"/>
                    </a:cubicBezTo>
                    <a:cubicBezTo>
                      <a:pt x="11" y="4"/>
                      <a:pt x="0" y="9"/>
                      <a:pt x="3" y="14"/>
                    </a:cubicBezTo>
                    <a:cubicBezTo>
                      <a:pt x="5" y="19"/>
                      <a:pt x="9" y="22"/>
                      <a:pt x="14" y="22"/>
                    </a:cubicBezTo>
                    <a:cubicBezTo>
                      <a:pt x="18" y="23"/>
                      <a:pt x="22" y="23"/>
                      <a:pt x="26" y="22"/>
                    </a:cubicBezTo>
                    <a:cubicBezTo>
                      <a:pt x="29" y="22"/>
                      <a:pt x="31" y="21"/>
                      <a:pt x="34" y="21"/>
                    </a:cubicBezTo>
                    <a:cubicBezTo>
                      <a:pt x="36" y="20"/>
                      <a:pt x="38" y="18"/>
                      <a:pt x="40" y="18"/>
                    </a:cubicBezTo>
                    <a:cubicBezTo>
                      <a:pt x="42" y="18"/>
                      <a:pt x="45" y="18"/>
                      <a:pt x="46" y="17"/>
                    </a:cubicBezTo>
                    <a:cubicBezTo>
                      <a:pt x="48" y="17"/>
                      <a:pt x="48" y="14"/>
                      <a:pt x="47" y="13"/>
                    </a:cubicBezTo>
                  </a:path>
                </a:pathLst>
              </a:custGeom>
              <a:solidFill>
                <a:srgbClr val="603A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753" name="Freeform 390">
                <a:extLst>
                  <a:ext uri="{FF2B5EF4-FFF2-40B4-BE49-F238E27FC236}">
                    <a16:creationId xmlns:a16="http://schemas.microsoft.com/office/drawing/2014/main" id="{C0A24C6D-4C77-4DF1-B1FF-19E89042C8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9" y="873"/>
                <a:ext cx="72" cy="32"/>
              </a:xfrm>
              <a:custGeom>
                <a:avLst/>
                <a:gdLst>
                  <a:gd name="T0" fmla="*/ 0 w 44"/>
                  <a:gd name="T1" fmla="*/ 82 h 20"/>
                  <a:gd name="T2" fmla="*/ 180 w 44"/>
                  <a:gd name="T3" fmla="*/ 34 h 20"/>
                  <a:gd name="T4" fmla="*/ 172 w 44"/>
                  <a:gd name="T5" fmla="*/ 46 h 20"/>
                  <a:gd name="T6" fmla="*/ 0 w 44"/>
                  <a:gd name="T7" fmla="*/ 82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4" h="20">
                    <a:moveTo>
                      <a:pt x="0" y="20"/>
                    </a:moveTo>
                    <a:cubicBezTo>
                      <a:pt x="8" y="0"/>
                      <a:pt x="41" y="8"/>
                      <a:pt x="41" y="8"/>
                    </a:cubicBezTo>
                    <a:cubicBezTo>
                      <a:pt x="41" y="8"/>
                      <a:pt x="44" y="12"/>
                      <a:pt x="39" y="11"/>
                    </a:cubicBezTo>
                    <a:cubicBezTo>
                      <a:pt x="34" y="10"/>
                      <a:pt x="7" y="2"/>
                      <a:pt x="0" y="2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754" name="Freeform 391">
                <a:extLst>
                  <a:ext uri="{FF2B5EF4-FFF2-40B4-BE49-F238E27FC236}">
                    <a16:creationId xmlns:a16="http://schemas.microsoft.com/office/drawing/2014/main" id="{BD4D03A2-1CEB-426D-88F6-312B4EA991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7" y="845"/>
                <a:ext cx="59" cy="56"/>
              </a:xfrm>
              <a:custGeom>
                <a:avLst/>
                <a:gdLst>
                  <a:gd name="T0" fmla="*/ 159 w 36"/>
                  <a:gd name="T1" fmla="*/ 0 h 34"/>
                  <a:gd name="T2" fmla="*/ 102 w 36"/>
                  <a:gd name="T3" fmla="*/ 33 h 34"/>
                  <a:gd name="T4" fmla="*/ 62 w 36"/>
                  <a:gd name="T5" fmla="*/ 63 h 34"/>
                  <a:gd name="T6" fmla="*/ 0 w 36"/>
                  <a:gd name="T7" fmla="*/ 152 h 34"/>
                  <a:gd name="T8" fmla="*/ 43 w 36"/>
                  <a:gd name="T9" fmla="*/ 84 h 34"/>
                  <a:gd name="T10" fmla="*/ 70 w 36"/>
                  <a:gd name="T11" fmla="*/ 41 h 34"/>
                  <a:gd name="T12" fmla="*/ 146 w 36"/>
                  <a:gd name="T13" fmla="*/ 0 h 3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6" h="34">
                    <a:moveTo>
                      <a:pt x="36" y="0"/>
                    </a:moveTo>
                    <a:cubicBezTo>
                      <a:pt x="32" y="4"/>
                      <a:pt x="28" y="5"/>
                      <a:pt x="23" y="7"/>
                    </a:cubicBezTo>
                    <a:cubicBezTo>
                      <a:pt x="19" y="8"/>
                      <a:pt x="16" y="11"/>
                      <a:pt x="14" y="14"/>
                    </a:cubicBezTo>
                    <a:cubicBezTo>
                      <a:pt x="10" y="21"/>
                      <a:pt x="4" y="27"/>
                      <a:pt x="0" y="34"/>
                    </a:cubicBezTo>
                    <a:cubicBezTo>
                      <a:pt x="5" y="30"/>
                      <a:pt x="7" y="24"/>
                      <a:pt x="10" y="19"/>
                    </a:cubicBezTo>
                    <a:cubicBezTo>
                      <a:pt x="11" y="16"/>
                      <a:pt x="13" y="11"/>
                      <a:pt x="16" y="9"/>
                    </a:cubicBezTo>
                    <a:cubicBezTo>
                      <a:pt x="21" y="5"/>
                      <a:pt x="29" y="5"/>
                      <a:pt x="33" y="0"/>
                    </a:cubicBezTo>
                  </a:path>
                </a:pathLst>
              </a:custGeom>
              <a:solidFill>
                <a:srgbClr val="8E4C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755" name="Freeform 392">
                <a:extLst>
                  <a:ext uri="{FF2B5EF4-FFF2-40B4-BE49-F238E27FC236}">
                    <a16:creationId xmlns:a16="http://schemas.microsoft.com/office/drawing/2014/main" id="{8B097C0D-6CCD-4544-8D89-80053527AE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9" y="930"/>
                <a:ext cx="21" cy="11"/>
              </a:xfrm>
              <a:custGeom>
                <a:avLst/>
                <a:gdLst>
                  <a:gd name="T0" fmla="*/ 55 w 13"/>
                  <a:gd name="T1" fmla="*/ 0 h 7"/>
                  <a:gd name="T2" fmla="*/ 0 w 13"/>
                  <a:gd name="T3" fmla="*/ 27 h 7"/>
                  <a:gd name="T4" fmla="*/ 29 w 13"/>
                  <a:gd name="T5" fmla="*/ 14 h 7"/>
                  <a:gd name="T6" fmla="*/ 50 w 13"/>
                  <a:gd name="T7" fmla="*/ 0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7">
                    <a:moveTo>
                      <a:pt x="13" y="0"/>
                    </a:moveTo>
                    <a:cubicBezTo>
                      <a:pt x="9" y="2"/>
                      <a:pt x="3" y="4"/>
                      <a:pt x="0" y="7"/>
                    </a:cubicBezTo>
                    <a:cubicBezTo>
                      <a:pt x="3" y="6"/>
                      <a:pt x="5" y="5"/>
                      <a:pt x="7" y="4"/>
                    </a:cubicBezTo>
                    <a:cubicBezTo>
                      <a:pt x="9" y="3"/>
                      <a:pt x="10" y="1"/>
                      <a:pt x="12" y="0"/>
                    </a:cubicBezTo>
                  </a:path>
                </a:pathLst>
              </a:custGeom>
              <a:solidFill>
                <a:srgbClr val="8E4C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756" name="Freeform 393">
                <a:extLst>
                  <a:ext uri="{FF2B5EF4-FFF2-40B4-BE49-F238E27FC236}">
                    <a16:creationId xmlns:a16="http://schemas.microsoft.com/office/drawing/2014/main" id="{206CD9AF-8D01-4F02-A040-9F89AA52EC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1" y="938"/>
                <a:ext cx="11" cy="10"/>
              </a:xfrm>
              <a:custGeom>
                <a:avLst/>
                <a:gdLst>
                  <a:gd name="T0" fmla="*/ 27 w 7"/>
                  <a:gd name="T1" fmla="*/ 0 h 6"/>
                  <a:gd name="T2" fmla="*/ 0 w 7"/>
                  <a:gd name="T3" fmla="*/ 28 h 6"/>
                  <a:gd name="T4" fmla="*/ 27 w 7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6">
                    <a:moveTo>
                      <a:pt x="7" y="0"/>
                    </a:moveTo>
                    <a:cubicBezTo>
                      <a:pt x="4" y="2"/>
                      <a:pt x="2" y="3"/>
                      <a:pt x="0" y="6"/>
                    </a:cubicBezTo>
                    <a:cubicBezTo>
                      <a:pt x="4" y="5"/>
                      <a:pt x="6" y="2"/>
                      <a:pt x="7" y="0"/>
                    </a:cubicBezTo>
                  </a:path>
                </a:pathLst>
              </a:custGeom>
              <a:solidFill>
                <a:srgbClr val="8E4C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757" name="Freeform 394">
                <a:extLst>
                  <a:ext uri="{FF2B5EF4-FFF2-40B4-BE49-F238E27FC236}">
                    <a16:creationId xmlns:a16="http://schemas.microsoft.com/office/drawing/2014/main" id="{B1851654-370B-4810-A18B-23E5FC8F7E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6" y="938"/>
                <a:ext cx="48" cy="26"/>
              </a:xfrm>
              <a:custGeom>
                <a:avLst/>
                <a:gdLst>
                  <a:gd name="T0" fmla="*/ 131 w 29"/>
                  <a:gd name="T1" fmla="*/ 0 h 16"/>
                  <a:gd name="T2" fmla="*/ 71 w 29"/>
                  <a:gd name="T3" fmla="*/ 47 h 16"/>
                  <a:gd name="T4" fmla="*/ 28 w 29"/>
                  <a:gd name="T5" fmla="*/ 68 h 16"/>
                  <a:gd name="T6" fmla="*/ 0 w 29"/>
                  <a:gd name="T7" fmla="*/ 68 h 16"/>
                  <a:gd name="T8" fmla="*/ 68 w 29"/>
                  <a:gd name="T9" fmla="*/ 34 h 16"/>
                  <a:gd name="T10" fmla="*/ 96 w 29"/>
                  <a:gd name="T11" fmla="*/ 13 h 16"/>
                  <a:gd name="T12" fmla="*/ 131 w 29"/>
                  <a:gd name="T13" fmla="*/ 0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9" h="16">
                    <a:moveTo>
                      <a:pt x="29" y="0"/>
                    </a:moveTo>
                    <a:cubicBezTo>
                      <a:pt x="22" y="2"/>
                      <a:pt x="20" y="7"/>
                      <a:pt x="16" y="11"/>
                    </a:cubicBezTo>
                    <a:cubicBezTo>
                      <a:pt x="13" y="13"/>
                      <a:pt x="10" y="15"/>
                      <a:pt x="6" y="16"/>
                    </a:cubicBezTo>
                    <a:cubicBezTo>
                      <a:pt x="4" y="16"/>
                      <a:pt x="2" y="16"/>
                      <a:pt x="0" y="16"/>
                    </a:cubicBezTo>
                    <a:cubicBezTo>
                      <a:pt x="7" y="15"/>
                      <a:pt x="11" y="14"/>
                      <a:pt x="15" y="8"/>
                    </a:cubicBezTo>
                    <a:cubicBezTo>
                      <a:pt x="17" y="6"/>
                      <a:pt x="19" y="5"/>
                      <a:pt x="21" y="3"/>
                    </a:cubicBezTo>
                    <a:cubicBezTo>
                      <a:pt x="24" y="1"/>
                      <a:pt x="27" y="1"/>
                      <a:pt x="29" y="0"/>
                    </a:cubicBezTo>
                  </a:path>
                </a:pathLst>
              </a:custGeom>
              <a:solidFill>
                <a:srgbClr val="8E4C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758" name="Freeform 395">
                <a:extLst>
                  <a:ext uri="{FF2B5EF4-FFF2-40B4-BE49-F238E27FC236}">
                    <a16:creationId xmlns:a16="http://schemas.microsoft.com/office/drawing/2014/main" id="{4B4E9389-0312-4D25-A906-95E4C6DACB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7" y="881"/>
                <a:ext cx="20" cy="29"/>
              </a:xfrm>
              <a:custGeom>
                <a:avLst/>
                <a:gdLst>
                  <a:gd name="T0" fmla="*/ 0 w 12"/>
                  <a:gd name="T1" fmla="*/ 76 h 18"/>
                  <a:gd name="T2" fmla="*/ 33 w 12"/>
                  <a:gd name="T3" fmla="*/ 42 h 18"/>
                  <a:gd name="T4" fmla="*/ 50 w 12"/>
                  <a:gd name="T5" fmla="*/ 26 h 18"/>
                  <a:gd name="T6" fmla="*/ 55 w 12"/>
                  <a:gd name="T7" fmla="*/ 0 h 18"/>
                  <a:gd name="T8" fmla="*/ 55 w 12"/>
                  <a:gd name="T9" fmla="*/ 26 h 18"/>
                  <a:gd name="T10" fmla="*/ 42 w 12"/>
                  <a:gd name="T11" fmla="*/ 47 h 18"/>
                  <a:gd name="T12" fmla="*/ 5 w 12"/>
                  <a:gd name="T13" fmla="*/ 76 h 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8">
                    <a:moveTo>
                      <a:pt x="0" y="18"/>
                    </a:moveTo>
                    <a:cubicBezTo>
                      <a:pt x="5" y="17"/>
                      <a:pt x="5" y="13"/>
                      <a:pt x="7" y="10"/>
                    </a:cubicBezTo>
                    <a:cubicBezTo>
                      <a:pt x="8" y="9"/>
                      <a:pt x="10" y="7"/>
                      <a:pt x="11" y="6"/>
                    </a:cubicBezTo>
                    <a:cubicBezTo>
                      <a:pt x="11" y="4"/>
                      <a:pt x="11" y="2"/>
                      <a:pt x="12" y="0"/>
                    </a:cubicBezTo>
                    <a:cubicBezTo>
                      <a:pt x="12" y="2"/>
                      <a:pt x="12" y="4"/>
                      <a:pt x="12" y="6"/>
                    </a:cubicBezTo>
                    <a:cubicBezTo>
                      <a:pt x="11" y="9"/>
                      <a:pt x="11" y="9"/>
                      <a:pt x="9" y="11"/>
                    </a:cubicBezTo>
                    <a:cubicBezTo>
                      <a:pt x="6" y="13"/>
                      <a:pt x="5" y="16"/>
                      <a:pt x="1" y="18"/>
                    </a:cubicBezTo>
                  </a:path>
                </a:pathLst>
              </a:custGeom>
              <a:solidFill>
                <a:srgbClr val="8E4C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759" name="Freeform 396">
                <a:extLst>
                  <a:ext uri="{FF2B5EF4-FFF2-40B4-BE49-F238E27FC236}">
                    <a16:creationId xmlns:a16="http://schemas.microsoft.com/office/drawing/2014/main" id="{8367DAA7-E269-4115-8722-01B3277685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7" y="896"/>
                <a:ext cx="13" cy="13"/>
              </a:xfrm>
              <a:custGeom>
                <a:avLst/>
                <a:gdLst>
                  <a:gd name="T0" fmla="*/ 0 w 8"/>
                  <a:gd name="T1" fmla="*/ 29 h 8"/>
                  <a:gd name="T2" fmla="*/ 13 w 8"/>
                  <a:gd name="T3" fmla="*/ 13 h 8"/>
                  <a:gd name="T4" fmla="*/ 34 w 8"/>
                  <a:gd name="T5" fmla="*/ 0 h 8"/>
                  <a:gd name="T6" fmla="*/ 0 w 8"/>
                  <a:gd name="T7" fmla="*/ 34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8">
                    <a:moveTo>
                      <a:pt x="0" y="7"/>
                    </a:moveTo>
                    <a:cubicBezTo>
                      <a:pt x="2" y="6"/>
                      <a:pt x="2" y="5"/>
                      <a:pt x="3" y="3"/>
                    </a:cubicBezTo>
                    <a:cubicBezTo>
                      <a:pt x="5" y="2"/>
                      <a:pt x="8" y="2"/>
                      <a:pt x="8" y="0"/>
                    </a:cubicBezTo>
                    <a:cubicBezTo>
                      <a:pt x="7" y="4"/>
                      <a:pt x="2" y="4"/>
                      <a:pt x="0" y="8"/>
                    </a:cubicBezTo>
                  </a:path>
                </a:pathLst>
              </a:custGeom>
              <a:solidFill>
                <a:srgbClr val="8E4C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760" name="Freeform 397">
                <a:extLst>
                  <a:ext uri="{FF2B5EF4-FFF2-40B4-BE49-F238E27FC236}">
                    <a16:creationId xmlns:a16="http://schemas.microsoft.com/office/drawing/2014/main" id="{EB7596F3-6FF6-45CF-BFF7-AFA7510BB9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6" y="912"/>
                <a:ext cx="26" cy="23"/>
              </a:xfrm>
              <a:custGeom>
                <a:avLst/>
                <a:gdLst>
                  <a:gd name="T0" fmla="*/ 0 w 16"/>
                  <a:gd name="T1" fmla="*/ 26 h 14"/>
                  <a:gd name="T2" fmla="*/ 21 w 16"/>
                  <a:gd name="T3" fmla="*/ 26 h 14"/>
                  <a:gd name="T4" fmla="*/ 42 w 16"/>
                  <a:gd name="T5" fmla="*/ 21 h 14"/>
                  <a:gd name="T6" fmla="*/ 55 w 16"/>
                  <a:gd name="T7" fmla="*/ 13 h 14"/>
                  <a:gd name="T8" fmla="*/ 68 w 16"/>
                  <a:gd name="T9" fmla="*/ 0 h 14"/>
                  <a:gd name="T10" fmla="*/ 63 w 16"/>
                  <a:gd name="T11" fmla="*/ 13 h 14"/>
                  <a:gd name="T12" fmla="*/ 68 w 16"/>
                  <a:gd name="T13" fmla="*/ 21 h 14"/>
                  <a:gd name="T14" fmla="*/ 68 w 16"/>
                  <a:gd name="T15" fmla="*/ 26 h 14"/>
                  <a:gd name="T16" fmla="*/ 68 w 16"/>
                  <a:gd name="T17" fmla="*/ 43 h 14"/>
                  <a:gd name="T18" fmla="*/ 54 w 16"/>
                  <a:gd name="T19" fmla="*/ 62 h 14"/>
                  <a:gd name="T20" fmla="*/ 60 w 16"/>
                  <a:gd name="T21" fmla="*/ 41 h 14"/>
                  <a:gd name="T22" fmla="*/ 42 w 16"/>
                  <a:gd name="T23" fmla="*/ 41 h 14"/>
                  <a:gd name="T24" fmla="*/ 18 w 16"/>
                  <a:gd name="T25" fmla="*/ 33 h 14"/>
                  <a:gd name="T26" fmla="*/ 0 w 16"/>
                  <a:gd name="T27" fmla="*/ 26 h 1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6" h="14">
                    <a:moveTo>
                      <a:pt x="0" y="6"/>
                    </a:moveTo>
                    <a:cubicBezTo>
                      <a:pt x="2" y="6"/>
                      <a:pt x="4" y="6"/>
                      <a:pt x="5" y="6"/>
                    </a:cubicBezTo>
                    <a:cubicBezTo>
                      <a:pt x="7" y="6"/>
                      <a:pt x="9" y="5"/>
                      <a:pt x="10" y="5"/>
                    </a:cubicBezTo>
                    <a:cubicBezTo>
                      <a:pt x="11" y="5"/>
                      <a:pt x="12" y="3"/>
                      <a:pt x="13" y="3"/>
                    </a:cubicBezTo>
                    <a:cubicBezTo>
                      <a:pt x="14" y="2"/>
                      <a:pt x="15" y="1"/>
                      <a:pt x="16" y="0"/>
                    </a:cubicBezTo>
                    <a:cubicBezTo>
                      <a:pt x="15" y="1"/>
                      <a:pt x="15" y="2"/>
                      <a:pt x="15" y="3"/>
                    </a:cubicBezTo>
                    <a:cubicBezTo>
                      <a:pt x="15" y="4"/>
                      <a:pt x="16" y="4"/>
                      <a:pt x="16" y="5"/>
                    </a:cubicBezTo>
                    <a:cubicBezTo>
                      <a:pt x="16" y="5"/>
                      <a:pt x="16" y="6"/>
                      <a:pt x="16" y="6"/>
                    </a:cubicBezTo>
                    <a:cubicBezTo>
                      <a:pt x="16" y="8"/>
                      <a:pt x="16" y="9"/>
                      <a:pt x="16" y="10"/>
                    </a:cubicBezTo>
                    <a:cubicBezTo>
                      <a:pt x="15" y="12"/>
                      <a:pt x="14" y="13"/>
                      <a:pt x="12" y="14"/>
                    </a:cubicBezTo>
                    <a:cubicBezTo>
                      <a:pt x="13" y="13"/>
                      <a:pt x="15" y="11"/>
                      <a:pt x="14" y="9"/>
                    </a:cubicBezTo>
                    <a:cubicBezTo>
                      <a:pt x="13" y="8"/>
                      <a:pt x="11" y="9"/>
                      <a:pt x="10" y="9"/>
                    </a:cubicBezTo>
                    <a:cubicBezTo>
                      <a:pt x="8" y="8"/>
                      <a:pt x="6" y="8"/>
                      <a:pt x="4" y="7"/>
                    </a:cubicBezTo>
                    <a:cubicBezTo>
                      <a:pt x="3" y="7"/>
                      <a:pt x="1" y="6"/>
                      <a:pt x="0" y="6"/>
                    </a:cubicBezTo>
                  </a:path>
                </a:pathLst>
              </a:custGeom>
              <a:solidFill>
                <a:srgbClr val="8E4C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761" name="Freeform 398">
                <a:extLst>
                  <a:ext uri="{FF2B5EF4-FFF2-40B4-BE49-F238E27FC236}">
                    <a16:creationId xmlns:a16="http://schemas.microsoft.com/office/drawing/2014/main" id="{417E1735-F149-4DD2-B79F-275D5A1A98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9" y="953"/>
                <a:ext cx="47" cy="6"/>
              </a:xfrm>
              <a:custGeom>
                <a:avLst/>
                <a:gdLst>
                  <a:gd name="T0" fmla="*/ 123 w 29"/>
                  <a:gd name="T1" fmla="*/ 0 h 4"/>
                  <a:gd name="T2" fmla="*/ 55 w 29"/>
                  <a:gd name="T3" fmla="*/ 5 h 4"/>
                  <a:gd name="T4" fmla="*/ 0 w 29"/>
                  <a:gd name="T5" fmla="*/ 5 h 4"/>
                  <a:gd name="T6" fmla="*/ 34 w 29"/>
                  <a:gd name="T7" fmla="*/ 8 h 4"/>
                  <a:gd name="T8" fmla="*/ 63 w 29"/>
                  <a:gd name="T9" fmla="*/ 12 h 4"/>
                  <a:gd name="T10" fmla="*/ 118 w 29"/>
                  <a:gd name="T11" fmla="*/ 5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9" h="4">
                    <a:moveTo>
                      <a:pt x="29" y="0"/>
                    </a:moveTo>
                    <a:cubicBezTo>
                      <a:pt x="25" y="3"/>
                      <a:pt x="18" y="3"/>
                      <a:pt x="13" y="1"/>
                    </a:cubicBezTo>
                    <a:cubicBezTo>
                      <a:pt x="8" y="0"/>
                      <a:pt x="5" y="0"/>
                      <a:pt x="0" y="1"/>
                    </a:cubicBezTo>
                    <a:cubicBezTo>
                      <a:pt x="3" y="1"/>
                      <a:pt x="5" y="1"/>
                      <a:pt x="8" y="2"/>
                    </a:cubicBezTo>
                    <a:cubicBezTo>
                      <a:pt x="10" y="2"/>
                      <a:pt x="13" y="3"/>
                      <a:pt x="15" y="3"/>
                    </a:cubicBezTo>
                    <a:cubicBezTo>
                      <a:pt x="18" y="3"/>
                      <a:pt x="27" y="4"/>
                      <a:pt x="28" y="1"/>
                    </a:cubicBezTo>
                  </a:path>
                </a:pathLst>
              </a:custGeom>
              <a:solidFill>
                <a:srgbClr val="8E4C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762" name="Freeform 399">
                <a:extLst>
                  <a:ext uri="{FF2B5EF4-FFF2-40B4-BE49-F238E27FC236}">
                    <a16:creationId xmlns:a16="http://schemas.microsoft.com/office/drawing/2014/main" id="{03FF7BE2-4868-4FFE-A090-0FA0B77EA0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2" y="956"/>
                <a:ext cx="25" cy="6"/>
              </a:xfrm>
              <a:custGeom>
                <a:avLst/>
                <a:gdLst>
                  <a:gd name="T0" fmla="*/ 70 w 15"/>
                  <a:gd name="T1" fmla="*/ 0 h 4"/>
                  <a:gd name="T2" fmla="*/ 37 w 15"/>
                  <a:gd name="T3" fmla="*/ 8 h 4"/>
                  <a:gd name="T4" fmla="*/ 0 w 15"/>
                  <a:gd name="T5" fmla="*/ 14 h 4"/>
                  <a:gd name="T6" fmla="*/ 42 w 15"/>
                  <a:gd name="T7" fmla="*/ 12 h 4"/>
                  <a:gd name="T8" fmla="*/ 62 w 1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4">
                    <a:moveTo>
                      <a:pt x="15" y="0"/>
                    </a:moveTo>
                    <a:cubicBezTo>
                      <a:pt x="12" y="1"/>
                      <a:pt x="10" y="1"/>
                      <a:pt x="8" y="2"/>
                    </a:cubicBezTo>
                    <a:cubicBezTo>
                      <a:pt x="5" y="3"/>
                      <a:pt x="3" y="4"/>
                      <a:pt x="0" y="4"/>
                    </a:cubicBezTo>
                    <a:cubicBezTo>
                      <a:pt x="3" y="4"/>
                      <a:pt x="6" y="4"/>
                      <a:pt x="9" y="3"/>
                    </a:cubicBezTo>
                    <a:cubicBezTo>
                      <a:pt x="11" y="3"/>
                      <a:pt x="11" y="1"/>
                      <a:pt x="13" y="0"/>
                    </a:cubicBezTo>
                  </a:path>
                </a:pathLst>
              </a:custGeom>
              <a:solidFill>
                <a:srgbClr val="8E4C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763" name="Freeform 400">
                <a:extLst>
                  <a:ext uri="{FF2B5EF4-FFF2-40B4-BE49-F238E27FC236}">
                    <a16:creationId xmlns:a16="http://schemas.microsoft.com/office/drawing/2014/main" id="{D35D8025-13BA-4496-87E0-204F00DEE5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2" y="956"/>
                <a:ext cx="13" cy="5"/>
              </a:xfrm>
              <a:custGeom>
                <a:avLst/>
                <a:gdLst>
                  <a:gd name="T0" fmla="*/ 29 w 8"/>
                  <a:gd name="T1" fmla="*/ 0 h 3"/>
                  <a:gd name="T2" fmla="*/ 34 w 8"/>
                  <a:gd name="T3" fmla="*/ 0 h 3"/>
                  <a:gd name="T4" fmla="*/ 18 w 8"/>
                  <a:gd name="T5" fmla="*/ 8 h 3"/>
                  <a:gd name="T6" fmla="*/ 0 w 8"/>
                  <a:gd name="T7" fmla="*/ 13 h 3"/>
                  <a:gd name="T8" fmla="*/ 13 w 8"/>
                  <a:gd name="T9" fmla="*/ 5 h 3"/>
                  <a:gd name="T10" fmla="*/ 29 w 8"/>
                  <a:gd name="T11" fmla="*/ 0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" h="3">
                    <a:moveTo>
                      <a:pt x="7" y="0"/>
                    </a:moveTo>
                    <a:cubicBezTo>
                      <a:pt x="8" y="0"/>
                      <a:pt x="8" y="0"/>
                      <a:pt x="8" y="0"/>
                    </a:cubicBezTo>
                    <a:cubicBezTo>
                      <a:pt x="7" y="1"/>
                      <a:pt x="5" y="1"/>
                      <a:pt x="4" y="2"/>
                    </a:cubicBezTo>
                    <a:cubicBezTo>
                      <a:pt x="2" y="2"/>
                      <a:pt x="1" y="3"/>
                      <a:pt x="0" y="3"/>
                    </a:cubicBezTo>
                    <a:cubicBezTo>
                      <a:pt x="1" y="2"/>
                      <a:pt x="1" y="1"/>
                      <a:pt x="3" y="1"/>
                    </a:cubicBezTo>
                    <a:cubicBezTo>
                      <a:pt x="5" y="1"/>
                      <a:pt x="6" y="1"/>
                      <a:pt x="7" y="0"/>
                    </a:cubicBezTo>
                  </a:path>
                </a:pathLst>
              </a:custGeom>
              <a:solidFill>
                <a:srgbClr val="8E4C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764" name="Freeform 401">
                <a:extLst>
                  <a:ext uri="{FF2B5EF4-FFF2-40B4-BE49-F238E27FC236}">
                    <a16:creationId xmlns:a16="http://schemas.microsoft.com/office/drawing/2014/main" id="{9FD7D81D-0C5E-4DC6-8646-09F59D8433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2" y="862"/>
                <a:ext cx="13" cy="37"/>
              </a:xfrm>
              <a:custGeom>
                <a:avLst/>
                <a:gdLst>
                  <a:gd name="T0" fmla="*/ 0 w 8"/>
                  <a:gd name="T1" fmla="*/ 97 h 23"/>
                  <a:gd name="T2" fmla="*/ 26 w 8"/>
                  <a:gd name="T3" fmla="*/ 55 h 23"/>
                  <a:gd name="T4" fmla="*/ 34 w 8"/>
                  <a:gd name="T5" fmla="*/ 0 h 23"/>
                  <a:gd name="T6" fmla="*/ 18 w 8"/>
                  <a:gd name="T7" fmla="*/ 60 h 23"/>
                  <a:gd name="T8" fmla="*/ 5 w 8"/>
                  <a:gd name="T9" fmla="*/ 88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23">
                    <a:moveTo>
                      <a:pt x="0" y="23"/>
                    </a:moveTo>
                    <a:cubicBezTo>
                      <a:pt x="3" y="21"/>
                      <a:pt x="6" y="16"/>
                      <a:pt x="6" y="13"/>
                    </a:cubicBezTo>
                    <a:cubicBezTo>
                      <a:pt x="6" y="9"/>
                      <a:pt x="7" y="4"/>
                      <a:pt x="8" y="0"/>
                    </a:cubicBezTo>
                    <a:cubicBezTo>
                      <a:pt x="5" y="5"/>
                      <a:pt x="5" y="9"/>
                      <a:pt x="4" y="14"/>
                    </a:cubicBezTo>
                    <a:cubicBezTo>
                      <a:pt x="4" y="16"/>
                      <a:pt x="3" y="19"/>
                      <a:pt x="1" y="21"/>
                    </a:cubicBezTo>
                  </a:path>
                </a:pathLst>
              </a:custGeom>
              <a:solidFill>
                <a:srgbClr val="C1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765" name="Freeform 402">
                <a:extLst>
                  <a:ext uri="{FF2B5EF4-FFF2-40B4-BE49-F238E27FC236}">
                    <a16:creationId xmlns:a16="http://schemas.microsoft.com/office/drawing/2014/main" id="{8BB3356F-ECA9-4DBE-A116-13A9724123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2" y="912"/>
                <a:ext cx="59" cy="34"/>
              </a:xfrm>
              <a:custGeom>
                <a:avLst/>
                <a:gdLst>
                  <a:gd name="T0" fmla="*/ 152 w 36"/>
                  <a:gd name="T1" fmla="*/ 47 h 21"/>
                  <a:gd name="T2" fmla="*/ 131 w 36"/>
                  <a:gd name="T3" fmla="*/ 39 h 21"/>
                  <a:gd name="T4" fmla="*/ 0 w 36"/>
                  <a:gd name="T5" fmla="*/ 50 h 21"/>
                  <a:gd name="T6" fmla="*/ 84 w 36"/>
                  <a:gd name="T7" fmla="*/ 76 h 21"/>
                  <a:gd name="T8" fmla="*/ 139 w 36"/>
                  <a:gd name="T9" fmla="*/ 55 h 21"/>
                  <a:gd name="T10" fmla="*/ 152 w 36"/>
                  <a:gd name="T11" fmla="*/ 47 h 2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6" h="21">
                    <a:moveTo>
                      <a:pt x="35" y="11"/>
                    </a:moveTo>
                    <a:cubicBezTo>
                      <a:pt x="35" y="11"/>
                      <a:pt x="32" y="9"/>
                      <a:pt x="30" y="9"/>
                    </a:cubicBezTo>
                    <a:cubicBezTo>
                      <a:pt x="29" y="8"/>
                      <a:pt x="6" y="0"/>
                      <a:pt x="0" y="12"/>
                    </a:cubicBezTo>
                    <a:cubicBezTo>
                      <a:pt x="0" y="12"/>
                      <a:pt x="6" y="21"/>
                      <a:pt x="19" y="18"/>
                    </a:cubicBezTo>
                    <a:cubicBezTo>
                      <a:pt x="32" y="15"/>
                      <a:pt x="29" y="12"/>
                      <a:pt x="32" y="13"/>
                    </a:cubicBezTo>
                    <a:cubicBezTo>
                      <a:pt x="35" y="13"/>
                      <a:pt x="36" y="13"/>
                      <a:pt x="35" y="11"/>
                    </a:cubicBezTo>
                    <a:close/>
                  </a:path>
                </a:pathLst>
              </a:custGeom>
              <a:solidFill>
                <a:srgbClr val="F9DD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766" name="Freeform 403">
                <a:extLst>
                  <a:ext uri="{FF2B5EF4-FFF2-40B4-BE49-F238E27FC236}">
                    <a16:creationId xmlns:a16="http://schemas.microsoft.com/office/drawing/2014/main" id="{D9FF236D-C6FF-4768-B8F9-E40D405BD6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7" y="897"/>
                <a:ext cx="60" cy="25"/>
              </a:xfrm>
              <a:custGeom>
                <a:avLst/>
                <a:gdLst>
                  <a:gd name="T0" fmla="*/ 0 w 37"/>
                  <a:gd name="T1" fmla="*/ 70 h 15"/>
                  <a:gd name="T2" fmla="*/ 157 w 37"/>
                  <a:gd name="T3" fmla="*/ 70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7" h="15">
                    <a:moveTo>
                      <a:pt x="0" y="15"/>
                    </a:moveTo>
                    <a:cubicBezTo>
                      <a:pt x="0" y="15"/>
                      <a:pt x="14" y="0"/>
                      <a:pt x="37" y="15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767" name="Freeform 404">
                <a:extLst>
                  <a:ext uri="{FF2B5EF4-FFF2-40B4-BE49-F238E27FC236}">
                    <a16:creationId xmlns:a16="http://schemas.microsoft.com/office/drawing/2014/main" id="{32A91570-28A1-4073-A1D7-3BAEC701B4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1" y="940"/>
                <a:ext cx="35" cy="13"/>
              </a:xfrm>
              <a:custGeom>
                <a:avLst/>
                <a:gdLst>
                  <a:gd name="T0" fmla="*/ 97 w 21"/>
                  <a:gd name="T1" fmla="*/ 5 h 8"/>
                  <a:gd name="T2" fmla="*/ 70 w 21"/>
                  <a:gd name="T3" fmla="*/ 8 h 8"/>
                  <a:gd name="T4" fmla="*/ 0 w 21"/>
                  <a:gd name="T5" fmla="*/ 26 h 8"/>
                  <a:gd name="T6" fmla="*/ 70 w 21"/>
                  <a:gd name="T7" fmla="*/ 13 h 8"/>
                  <a:gd name="T8" fmla="*/ 97 w 21"/>
                  <a:gd name="T9" fmla="*/ 5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8">
                    <a:moveTo>
                      <a:pt x="21" y="1"/>
                    </a:moveTo>
                    <a:cubicBezTo>
                      <a:pt x="21" y="1"/>
                      <a:pt x="17" y="1"/>
                      <a:pt x="15" y="2"/>
                    </a:cubicBezTo>
                    <a:cubicBezTo>
                      <a:pt x="13" y="4"/>
                      <a:pt x="6" y="7"/>
                      <a:pt x="0" y="6"/>
                    </a:cubicBezTo>
                    <a:cubicBezTo>
                      <a:pt x="0" y="6"/>
                      <a:pt x="5" y="8"/>
                      <a:pt x="15" y="3"/>
                    </a:cubicBezTo>
                    <a:cubicBezTo>
                      <a:pt x="20" y="0"/>
                      <a:pt x="21" y="1"/>
                      <a:pt x="21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768" name="Freeform 405">
                <a:extLst>
                  <a:ext uri="{FF2B5EF4-FFF2-40B4-BE49-F238E27FC236}">
                    <a16:creationId xmlns:a16="http://schemas.microsoft.com/office/drawing/2014/main" id="{8FB55368-7B62-42F5-A6FA-F272084ECB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3" y="920"/>
                <a:ext cx="31" cy="23"/>
              </a:xfrm>
              <a:custGeom>
                <a:avLst/>
                <a:gdLst>
                  <a:gd name="T0" fmla="*/ 18 w 19"/>
                  <a:gd name="T1" fmla="*/ 0 h 14"/>
                  <a:gd name="T2" fmla="*/ 0 w 19"/>
                  <a:gd name="T3" fmla="*/ 33 h 14"/>
                  <a:gd name="T4" fmla="*/ 26 w 19"/>
                  <a:gd name="T5" fmla="*/ 58 h 14"/>
                  <a:gd name="T6" fmla="*/ 54 w 19"/>
                  <a:gd name="T7" fmla="*/ 58 h 14"/>
                  <a:gd name="T8" fmla="*/ 69 w 19"/>
                  <a:gd name="T9" fmla="*/ 54 h 14"/>
                  <a:gd name="T10" fmla="*/ 83 w 19"/>
                  <a:gd name="T11" fmla="*/ 33 h 14"/>
                  <a:gd name="T12" fmla="*/ 69 w 19"/>
                  <a:gd name="T13" fmla="*/ 5 h 14"/>
                  <a:gd name="T14" fmla="*/ 18 w 19"/>
                  <a:gd name="T15" fmla="*/ 0 h 1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9" h="14">
                    <a:moveTo>
                      <a:pt x="4" y="0"/>
                    </a:moveTo>
                    <a:cubicBezTo>
                      <a:pt x="2" y="2"/>
                      <a:pt x="0" y="4"/>
                      <a:pt x="0" y="7"/>
                    </a:cubicBezTo>
                    <a:cubicBezTo>
                      <a:pt x="0" y="10"/>
                      <a:pt x="3" y="12"/>
                      <a:pt x="6" y="13"/>
                    </a:cubicBezTo>
                    <a:cubicBezTo>
                      <a:pt x="8" y="14"/>
                      <a:pt x="10" y="14"/>
                      <a:pt x="12" y="13"/>
                    </a:cubicBezTo>
                    <a:cubicBezTo>
                      <a:pt x="14" y="13"/>
                      <a:pt x="15" y="12"/>
                      <a:pt x="16" y="12"/>
                    </a:cubicBezTo>
                    <a:cubicBezTo>
                      <a:pt x="18" y="11"/>
                      <a:pt x="19" y="9"/>
                      <a:pt x="19" y="7"/>
                    </a:cubicBezTo>
                    <a:cubicBezTo>
                      <a:pt x="19" y="5"/>
                      <a:pt x="18" y="3"/>
                      <a:pt x="16" y="1"/>
                    </a:cubicBezTo>
                    <a:cubicBezTo>
                      <a:pt x="13" y="1"/>
                      <a:pt x="8" y="0"/>
                      <a:pt x="4" y="0"/>
                    </a:cubicBezTo>
                    <a:close/>
                  </a:path>
                </a:pathLst>
              </a:custGeom>
              <a:solidFill>
                <a:srgbClr val="2A100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769" name="Oval 406">
                <a:extLst>
                  <a:ext uri="{FF2B5EF4-FFF2-40B4-BE49-F238E27FC236}">
                    <a16:creationId xmlns:a16="http://schemas.microsoft.com/office/drawing/2014/main" id="{C26280E9-BCE1-4A64-B6D6-BD708AECBC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3" y="925"/>
                <a:ext cx="12" cy="10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770" name="Freeform 407">
                <a:extLst>
                  <a:ext uri="{FF2B5EF4-FFF2-40B4-BE49-F238E27FC236}">
                    <a16:creationId xmlns:a16="http://schemas.microsoft.com/office/drawing/2014/main" id="{230BBAA0-D4F8-4699-8CD7-0C1DDF1473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0" y="925"/>
                <a:ext cx="9" cy="8"/>
              </a:xfrm>
              <a:custGeom>
                <a:avLst/>
                <a:gdLst>
                  <a:gd name="T0" fmla="*/ 0 w 6"/>
                  <a:gd name="T1" fmla="*/ 13 h 5"/>
                  <a:gd name="T2" fmla="*/ 12 w 6"/>
                  <a:gd name="T3" fmla="*/ 5 h 5"/>
                  <a:gd name="T4" fmla="*/ 21 w 6"/>
                  <a:gd name="T5" fmla="*/ 13 h 5"/>
                  <a:gd name="T6" fmla="*/ 12 w 6"/>
                  <a:gd name="T7" fmla="*/ 21 h 5"/>
                  <a:gd name="T8" fmla="*/ 0 w 6"/>
                  <a:gd name="T9" fmla="*/ 13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0" y="3"/>
                    </a:moveTo>
                    <a:cubicBezTo>
                      <a:pt x="0" y="2"/>
                      <a:pt x="1" y="1"/>
                      <a:pt x="3" y="1"/>
                    </a:cubicBezTo>
                    <a:cubicBezTo>
                      <a:pt x="4" y="0"/>
                      <a:pt x="6" y="1"/>
                      <a:pt x="6" y="3"/>
                    </a:cubicBezTo>
                    <a:cubicBezTo>
                      <a:pt x="6" y="4"/>
                      <a:pt x="5" y="5"/>
                      <a:pt x="3" y="5"/>
                    </a:cubicBezTo>
                    <a:cubicBezTo>
                      <a:pt x="2" y="5"/>
                      <a:pt x="0" y="4"/>
                      <a:pt x="0" y="3"/>
                    </a:cubicBezTo>
                  </a:path>
                </a:pathLst>
              </a:custGeom>
              <a:solidFill>
                <a:srgbClr val="E5AF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771" name="Freeform 408">
                <a:extLst>
                  <a:ext uri="{FF2B5EF4-FFF2-40B4-BE49-F238E27FC236}">
                    <a16:creationId xmlns:a16="http://schemas.microsoft.com/office/drawing/2014/main" id="{DBB75845-0C6B-4A9E-AE46-693608DE01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2" y="912"/>
                <a:ext cx="59" cy="34"/>
              </a:xfrm>
              <a:custGeom>
                <a:avLst/>
                <a:gdLst>
                  <a:gd name="T0" fmla="*/ 152 w 36"/>
                  <a:gd name="T1" fmla="*/ 47 h 21"/>
                  <a:gd name="T2" fmla="*/ 131 w 36"/>
                  <a:gd name="T3" fmla="*/ 39 h 21"/>
                  <a:gd name="T4" fmla="*/ 0 w 36"/>
                  <a:gd name="T5" fmla="*/ 50 h 21"/>
                  <a:gd name="T6" fmla="*/ 84 w 36"/>
                  <a:gd name="T7" fmla="*/ 76 h 21"/>
                  <a:gd name="T8" fmla="*/ 139 w 36"/>
                  <a:gd name="T9" fmla="*/ 55 h 21"/>
                  <a:gd name="T10" fmla="*/ 152 w 36"/>
                  <a:gd name="T11" fmla="*/ 47 h 2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6" h="21">
                    <a:moveTo>
                      <a:pt x="35" y="11"/>
                    </a:moveTo>
                    <a:cubicBezTo>
                      <a:pt x="35" y="11"/>
                      <a:pt x="32" y="9"/>
                      <a:pt x="30" y="9"/>
                    </a:cubicBezTo>
                    <a:cubicBezTo>
                      <a:pt x="29" y="8"/>
                      <a:pt x="6" y="0"/>
                      <a:pt x="0" y="12"/>
                    </a:cubicBezTo>
                    <a:cubicBezTo>
                      <a:pt x="0" y="12"/>
                      <a:pt x="6" y="21"/>
                      <a:pt x="19" y="18"/>
                    </a:cubicBezTo>
                    <a:cubicBezTo>
                      <a:pt x="32" y="15"/>
                      <a:pt x="29" y="12"/>
                      <a:pt x="32" y="13"/>
                    </a:cubicBezTo>
                    <a:cubicBezTo>
                      <a:pt x="35" y="13"/>
                      <a:pt x="36" y="13"/>
                      <a:pt x="35" y="11"/>
                    </a:cubicBezTo>
                    <a:close/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772" name="Freeform 409">
                <a:extLst>
                  <a:ext uri="{FF2B5EF4-FFF2-40B4-BE49-F238E27FC236}">
                    <a16:creationId xmlns:a16="http://schemas.microsoft.com/office/drawing/2014/main" id="{84463785-CF20-4948-9BB1-8C19D0CE60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2" y="910"/>
                <a:ext cx="41" cy="21"/>
              </a:xfrm>
              <a:custGeom>
                <a:avLst/>
                <a:gdLst>
                  <a:gd name="T0" fmla="*/ 110 w 25"/>
                  <a:gd name="T1" fmla="*/ 0 h 13"/>
                  <a:gd name="T2" fmla="*/ 80 w 25"/>
                  <a:gd name="T3" fmla="*/ 13 h 13"/>
                  <a:gd name="T4" fmla="*/ 56 w 25"/>
                  <a:gd name="T5" fmla="*/ 29 h 13"/>
                  <a:gd name="T6" fmla="*/ 34 w 25"/>
                  <a:gd name="T7" fmla="*/ 42 h 13"/>
                  <a:gd name="T8" fmla="*/ 0 w 25"/>
                  <a:gd name="T9" fmla="*/ 50 h 13"/>
                  <a:gd name="T10" fmla="*/ 54 w 25"/>
                  <a:gd name="T11" fmla="*/ 29 h 13"/>
                  <a:gd name="T12" fmla="*/ 18 w 25"/>
                  <a:gd name="T13" fmla="*/ 34 h 13"/>
                  <a:gd name="T14" fmla="*/ 49 w 25"/>
                  <a:gd name="T15" fmla="*/ 29 h 13"/>
                  <a:gd name="T16" fmla="*/ 71 w 25"/>
                  <a:gd name="T17" fmla="*/ 21 h 13"/>
                  <a:gd name="T18" fmla="*/ 89 w 25"/>
                  <a:gd name="T19" fmla="*/ 8 h 13"/>
                  <a:gd name="T20" fmla="*/ 105 w 25"/>
                  <a:gd name="T21" fmla="*/ 0 h 1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5" h="13">
                    <a:moveTo>
                      <a:pt x="25" y="0"/>
                    </a:moveTo>
                    <a:cubicBezTo>
                      <a:pt x="23" y="0"/>
                      <a:pt x="20" y="2"/>
                      <a:pt x="18" y="3"/>
                    </a:cubicBezTo>
                    <a:cubicBezTo>
                      <a:pt x="17" y="4"/>
                      <a:pt x="15" y="5"/>
                      <a:pt x="13" y="7"/>
                    </a:cubicBezTo>
                    <a:cubicBezTo>
                      <a:pt x="12" y="8"/>
                      <a:pt x="10" y="10"/>
                      <a:pt x="8" y="10"/>
                    </a:cubicBezTo>
                    <a:cubicBezTo>
                      <a:pt x="6" y="11"/>
                      <a:pt x="2" y="13"/>
                      <a:pt x="0" y="12"/>
                    </a:cubicBezTo>
                    <a:cubicBezTo>
                      <a:pt x="4" y="10"/>
                      <a:pt x="9" y="10"/>
                      <a:pt x="12" y="7"/>
                    </a:cubicBezTo>
                    <a:cubicBezTo>
                      <a:pt x="10" y="8"/>
                      <a:pt x="7" y="8"/>
                      <a:pt x="4" y="8"/>
                    </a:cubicBezTo>
                    <a:cubicBezTo>
                      <a:pt x="7" y="8"/>
                      <a:pt x="9" y="7"/>
                      <a:pt x="11" y="7"/>
                    </a:cubicBezTo>
                    <a:cubicBezTo>
                      <a:pt x="13" y="6"/>
                      <a:pt x="14" y="5"/>
                      <a:pt x="16" y="5"/>
                    </a:cubicBezTo>
                    <a:cubicBezTo>
                      <a:pt x="17" y="4"/>
                      <a:pt x="18" y="3"/>
                      <a:pt x="20" y="2"/>
                    </a:cubicBezTo>
                    <a:cubicBezTo>
                      <a:pt x="21" y="1"/>
                      <a:pt x="23" y="1"/>
                      <a:pt x="24" y="0"/>
                    </a:cubicBezTo>
                  </a:path>
                </a:pathLst>
              </a:custGeom>
              <a:solidFill>
                <a:srgbClr val="8E4C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773" name="Freeform 410">
                <a:extLst>
                  <a:ext uri="{FF2B5EF4-FFF2-40B4-BE49-F238E27FC236}">
                    <a16:creationId xmlns:a16="http://schemas.microsoft.com/office/drawing/2014/main" id="{115A24F7-ADD3-4B1F-A806-A5900B61F1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1" y="907"/>
                <a:ext cx="19" cy="8"/>
              </a:xfrm>
              <a:custGeom>
                <a:avLst/>
                <a:gdLst>
                  <a:gd name="T0" fmla="*/ 48 w 12"/>
                  <a:gd name="T1" fmla="*/ 0 h 5"/>
                  <a:gd name="T2" fmla="*/ 21 w 12"/>
                  <a:gd name="T3" fmla="*/ 16 h 5"/>
                  <a:gd name="T4" fmla="*/ 0 w 12"/>
                  <a:gd name="T5" fmla="*/ 16 h 5"/>
                  <a:gd name="T6" fmla="*/ 25 w 12"/>
                  <a:gd name="T7" fmla="*/ 13 h 5"/>
                  <a:gd name="T8" fmla="*/ 48 w 12"/>
                  <a:gd name="T9" fmla="*/ 5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5">
                    <a:moveTo>
                      <a:pt x="12" y="0"/>
                    </a:moveTo>
                    <a:cubicBezTo>
                      <a:pt x="10" y="3"/>
                      <a:pt x="8" y="3"/>
                      <a:pt x="5" y="4"/>
                    </a:cubicBezTo>
                    <a:cubicBezTo>
                      <a:pt x="2" y="4"/>
                      <a:pt x="2" y="5"/>
                      <a:pt x="0" y="4"/>
                    </a:cubicBezTo>
                    <a:cubicBezTo>
                      <a:pt x="3" y="3"/>
                      <a:pt x="3" y="3"/>
                      <a:pt x="6" y="3"/>
                    </a:cubicBezTo>
                    <a:cubicBezTo>
                      <a:pt x="8" y="3"/>
                      <a:pt x="11" y="2"/>
                      <a:pt x="12" y="1"/>
                    </a:cubicBezTo>
                  </a:path>
                </a:pathLst>
              </a:custGeom>
              <a:solidFill>
                <a:srgbClr val="8E4C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774" name="Freeform 411">
                <a:extLst>
                  <a:ext uri="{FF2B5EF4-FFF2-40B4-BE49-F238E27FC236}">
                    <a16:creationId xmlns:a16="http://schemas.microsoft.com/office/drawing/2014/main" id="{D02D3DC4-F1CA-4248-9D55-13FA577115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6" y="904"/>
                <a:ext cx="16" cy="5"/>
              </a:xfrm>
              <a:custGeom>
                <a:avLst/>
                <a:gdLst>
                  <a:gd name="T0" fmla="*/ 42 w 10"/>
                  <a:gd name="T1" fmla="*/ 0 h 3"/>
                  <a:gd name="T2" fmla="*/ 16 w 10"/>
                  <a:gd name="T3" fmla="*/ 13 h 3"/>
                  <a:gd name="T4" fmla="*/ 0 w 10"/>
                  <a:gd name="T5" fmla="*/ 13 h 3"/>
                  <a:gd name="T6" fmla="*/ 26 w 10"/>
                  <a:gd name="T7" fmla="*/ 5 h 3"/>
                  <a:gd name="T8" fmla="*/ 35 w 10"/>
                  <a:gd name="T9" fmla="*/ 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3">
                    <a:moveTo>
                      <a:pt x="10" y="0"/>
                    </a:moveTo>
                    <a:cubicBezTo>
                      <a:pt x="8" y="1"/>
                      <a:pt x="6" y="2"/>
                      <a:pt x="4" y="3"/>
                    </a:cubicBezTo>
                    <a:cubicBezTo>
                      <a:pt x="3" y="3"/>
                      <a:pt x="2" y="3"/>
                      <a:pt x="0" y="3"/>
                    </a:cubicBezTo>
                    <a:cubicBezTo>
                      <a:pt x="2" y="3"/>
                      <a:pt x="4" y="2"/>
                      <a:pt x="6" y="1"/>
                    </a:cubicBezTo>
                    <a:cubicBezTo>
                      <a:pt x="7" y="1"/>
                      <a:pt x="9" y="1"/>
                      <a:pt x="9" y="1"/>
                    </a:cubicBezTo>
                  </a:path>
                </a:pathLst>
              </a:custGeom>
              <a:solidFill>
                <a:srgbClr val="8E4C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775" name="Freeform 412">
                <a:extLst>
                  <a:ext uri="{FF2B5EF4-FFF2-40B4-BE49-F238E27FC236}">
                    <a16:creationId xmlns:a16="http://schemas.microsoft.com/office/drawing/2014/main" id="{590EE935-5D86-4484-8420-B8D390E65C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5" y="941"/>
                <a:ext cx="26" cy="8"/>
              </a:xfrm>
              <a:custGeom>
                <a:avLst/>
                <a:gdLst>
                  <a:gd name="T0" fmla="*/ 68 w 16"/>
                  <a:gd name="T1" fmla="*/ 0 h 5"/>
                  <a:gd name="T2" fmla="*/ 39 w 16"/>
                  <a:gd name="T3" fmla="*/ 8 h 5"/>
                  <a:gd name="T4" fmla="*/ 21 w 16"/>
                  <a:gd name="T5" fmla="*/ 16 h 5"/>
                  <a:gd name="T6" fmla="*/ 0 w 16"/>
                  <a:gd name="T7" fmla="*/ 21 h 5"/>
                  <a:gd name="T8" fmla="*/ 39 w 16"/>
                  <a:gd name="T9" fmla="*/ 13 h 5"/>
                  <a:gd name="T10" fmla="*/ 63 w 16"/>
                  <a:gd name="T11" fmla="*/ 0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6" h="5">
                    <a:moveTo>
                      <a:pt x="16" y="0"/>
                    </a:moveTo>
                    <a:cubicBezTo>
                      <a:pt x="14" y="0"/>
                      <a:pt x="11" y="1"/>
                      <a:pt x="9" y="2"/>
                    </a:cubicBezTo>
                    <a:cubicBezTo>
                      <a:pt x="8" y="2"/>
                      <a:pt x="7" y="3"/>
                      <a:pt x="5" y="4"/>
                    </a:cubicBezTo>
                    <a:cubicBezTo>
                      <a:pt x="3" y="4"/>
                      <a:pt x="1" y="4"/>
                      <a:pt x="0" y="5"/>
                    </a:cubicBezTo>
                    <a:cubicBezTo>
                      <a:pt x="3" y="5"/>
                      <a:pt x="6" y="4"/>
                      <a:pt x="9" y="3"/>
                    </a:cubicBezTo>
                    <a:cubicBezTo>
                      <a:pt x="11" y="2"/>
                      <a:pt x="13" y="0"/>
                      <a:pt x="15" y="0"/>
                    </a:cubicBezTo>
                  </a:path>
                </a:pathLst>
              </a:custGeom>
              <a:solidFill>
                <a:srgbClr val="8E4C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776" name="Freeform 413">
                <a:extLst>
                  <a:ext uri="{FF2B5EF4-FFF2-40B4-BE49-F238E27FC236}">
                    <a16:creationId xmlns:a16="http://schemas.microsoft.com/office/drawing/2014/main" id="{68F0F471-C86B-40FD-9D5B-27B9D142C4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4" y="930"/>
                <a:ext cx="10" cy="1"/>
              </a:xfrm>
              <a:custGeom>
                <a:avLst/>
                <a:gdLst>
                  <a:gd name="T0" fmla="*/ 0 w 6"/>
                  <a:gd name="T1" fmla="*/ 0 h 1"/>
                  <a:gd name="T2" fmla="*/ 28 w 6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">
                    <a:moveTo>
                      <a:pt x="0" y="0"/>
                    </a:moveTo>
                    <a:cubicBezTo>
                      <a:pt x="2" y="0"/>
                      <a:pt x="4" y="0"/>
                      <a:pt x="6" y="0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777" name="Freeform 414">
                <a:extLst>
                  <a:ext uri="{FF2B5EF4-FFF2-40B4-BE49-F238E27FC236}">
                    <a16:creationId xmlns:a16="http://schemas.microsoft.com/office/drawing/2014/main" id="{53E1D969-CB28-4638-822C-5913075183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9" y="925"/>
                <a:ext cx="6" cy="2"/>
              </a:xfrm>
              <a:custGeom>
                <a:avLst/>
                <a:gdLst>
                  <a:gd name="T0" fmla="*/ 14 w 4"/>
                  <a:gd name="T1" fmla="*/ 0 h 1"/>
                  <a:gd name="T2" fmla="*/ 0 w 4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">
                    <a:moveTo>
                      <a:pt x="4" y="0"/>
                    </a:moveTo>
                    <a:cubicBezTo>
                      <a:pt x="3" y="0"/>
                      <a:pt x="1" y="1"/>
                      <a:pt x="0" y="0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778" name="Freeform 415">
                <a:extLst>
                  <a:ext uri="{FF2B5EF4-FFF2-40B4-BE49-F238E27FC236}">
                    <a16:creationId xmlns:a16="http://schemas.microsoft.com/office/drawing/2014/main" id="{A44657E6-DDAB-471A-A4F6-158A525EAC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4" y="920"/>
                <a:ext cx="6" cy="2"/>
              </a:xfrm>
              <a:custGeom>
                <a:avLst/>
                <a:gdLst>
                  <a:gd name="T0" fmla="*/ 14 w 4"/>
                  <a:gd name="T1" fmla="*/ 8 h 1"/>
                  <a:gd name="T2" fmla="*/ 0 w 4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">
                    <a:moveTo>
                      <a:pt x="4" y="1"/>
                    </a:moveTo>
                    <a:cubicBezTo>
                      <a:pt x="3" y="1"/>
                      <a:pt x="1" y="1"/>
                      <a:pt x="0" y="0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779" name="Freeform 416">
                <a:extLst>
                  <a:ext uri="{FF2B5EF4-FFF2-40B4-BE49-F238E27FC236}">
                    <a16:creationId xmlns:a16="http://schemas.microsoft.com/office/drawing/2014/main" id="{A07D27A5-69DA-42AC-BE9D-7479C866EC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9" y="949"/>
                <a:ext cx="23" cy="12"/>
              </a:xfrm>
              <a:custGeom>
                <a:avLst/>
                <a:gdLst>
                  <a:gd name="T0" fmla="*/ 62 w 14"/>
                  <a:gd name="T1" fmla="*/ 0 h 7"/>
                  <a:gd name="T2" fmla="*/ 0 w 14"/>
                  <a:gd name="T3" fmla="*/ 36 h 7"/>
                  <a:gd name="T4" fmla="*/ 58 w 14"/>
                  <a:gd name="T5" fmla="*/ 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7">
                    <a:moveTo>
                      <a:pt x="14" y="0"/>
                    </a:moveTo>
                    <a:cubicBezTo>
                      <a:pt x="8" y="1"/>
                      <a:pt x="4" y="3"/>
                      <a:pt x="0" y="7"/>
                    </a:cubicBezTo>
                    <a:cubicBezTo>
                      <a:pt x="1" y="2"/>
                      <a:pt x="9" y="0"/>
                      <a:pt x="13" y="0"/>
                    </a:cubicBezTo>
                  </a:path>
                </a:pathLst>
              </a:custGeom>
              <a:solidFill>
                <a:srgbClr val="C1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780" name="Freeform 417">
                <a:extLst>
                  <a:ext uri="{FF2B5EF4-FFF2-40B4-BE49-F238E27FC236}">
                    <a16:creationId xmlns:a16="http://schemas.microsoft.com/office/drawing/2014/main" id="{31E66A25-0804-4CC7-A68B-577959B572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2" y="928"/>
                <a:ext cx="15" cy="7"/>
              </a:xfrm>
              <a:custGeom>
                <a:avLst/>
                <a:gdLst>
                  <a:gd name="T0" fmla="*/ 42 w 9"/>
                  <a:gd name="T1" fmla="*/ 0 h 4"/>
                  <a:gd name="T2" fmla="*/ 20 w 9"/>
                  <a:gd name="T3" fmla="*/ 12 h 4"/>
                  <a:gd name="T4" fmla="*/ 0 w 9"/>
                  <a:gd name="T5" fmla="*/ 21 h 4"/>
                  <a:gd name="T6" fmla="*/ 42 w 9"/>
                  <a:gd name="T7" fmla="*/ 0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4">
                    <a:moveTo>
                      <a:pt x="9" y="0"/>
                    </a:moveTo>
                    <a:cubicBezTo>
                      <a:pt x="8" y="1"/>
                      <a:pt x="6" y="2"/>
                      <a:pt x="4" y="2"/>
                    </a:cubicBezTo>
                    <a:cubicBezTo>
                      <a:pt x="3" y="3"/>
                      <a:pt x="1" y="4"/>
                      <a:pt x="0" y="4"/>
                    </a:cubicBezTo>
                    <a:cubicBezTo>
                      <a:pt x="3" y="4"/>
                      <a:pt x="6" y="0"/>
                      <a:pt x="9" y="0"/>
                    </a:cubicBezTo>
                  </a:path>
                </a:pathLst>
              </a:custGeom>
              <a:solidFill>
                <a:srgbClr val="C1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781" name="Freeform 418">
                <a:extLst>
                  <a:ext uri="{FF2B5EF4-FFF2-40B4-BE49-F238E27FC236}">
                    <a16:creationId xmlns:a16="http://schemas.microsoft.com/office/drawing/2014/main" id="{90CFA2B1-8B1B-49A8-B6CE-31CCD1B5B8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4" y="938"/>
                <a:ext cx="13" cy="10"/>
              </a:xfrm>
              <a:custGeom>
                <a:avLst/>
                <a:gdLst>
                  <a:gd name="T0" fmla="*/ 34 w 8"/>
                  <a:gd name="T1" fmla="*/ 0 h 6"/>
                  <a:gd name="T2" fmla="*/ 18 w 8"/>
                  <a:gd name="T3" fmla="*/ 13 h 6"/>
                  <a:gd name="T4" fmla="*/ 0 w 8"/>
                  <a:gd name="T5" fmla="*/ 22 h 6"/>
                  <a:gd name="T6" fmla="*/ 34 w 8"/>
                  <a:gd name="T7" fmla="*/ 5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6">
                    <a:moveTo>
                      <a:pt x="8" y="0"/>
                    </a:moveTo>
                    <a:cubicBezTo>
                      <a:pt x="7" y="1"/>
                      <a:pt x="5" y="3"/>
                      <a:pt x="4" y="3"/>
                    </a:cubicBezTo>
                    <a:cubicBezTo>
                      <a:pt x="2" y="4"/>
                      <a:pt x="1" y="4"/>
                      <a:pt x="0" y="5"/>
                    </a:cubicBezTo>
                    <a:cubicBezTo>
                      <a:pt x="2" y="6"/>
                      <a:pt x="7" y="2"/>
                      <a:pt x="8" y="1"/>
                    </a:cubicBezTo>
                  </a:path>
                </a:pathLst>
              </a:custGeom>
              <a:solidFill>
                <a:srgbClr val="C1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782" name="Freeform 419">
                <a:extLst>
                  <a:ext uri="{FF2B5EF4-FFF2-40B4-BE49-F238E27FC236}">
                    <a16:creationId xmlns:a16="http://schemas.microsoft.com/office/drawing/2014/main" id="{7821290B-33A2-4642-8F4E-7A9604D082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2" y="910"/>
                <a:ext cx="80" cy="38"/>
              </a:xfrm>
              <a:custGeom>
                <a:avLst/>
                <a:gdLst>
                  <a:gd name="T0" fmla="*/ 8 w 49"/>
                  <a:gd name="T1" fmla="*/ 58 h 23"/>
                  <a:gd name="T2" fmla="*/ 26 w 49"/>
                  <a:gd name="T3" fmla="*/ 35 h 23"/>
                  <a:gd name="T4" fmla="*/ 62 w 49"/>
                  <a:gd name="T5" fmla="*/ 21 h 23"/>
                  <a:gd name="T6" fmla="*/ 144 w 49"/>
                  <a:gd name="T7" fmla="*/ 13 h 23"/>
                  <a:gd name="T8" fmla="*/ 194 w 49"/>
                  <a:gd name="T9" fmla="*/ 63 h 23"/>
                  <a:gd name="T10" fmla="*/ 149 w 49"/>
                  <a:gd name="T11" fmla="*/ 97 h 23"/>
                  <a:gd name="T12" fmla="*/ 96 w 49"/>
                  <a:gd name="T13" fmla="*/ 97 h 23"/>
                  <a:gd name="T14" fmla="*/ 62 w 49"/>
                  <a:gd name="T15" fmla="*/ 96 h 23"/>
                  <a:gd name="T16" fmla="*/ 34 w 49"/>
                  <a:gd name="T17" fmla="*/ 83 h 23"/>
                  <a:gd name="T18" fmla="*/ 8 w 49"/>
                  <a:gd name="T19" fmla="*/ 76 h 23"/>
                  <a:gd name="T20" fmla="*/ 5 w 49"/>
                  <a:gd name="T21" fmla="*/ 58 h 2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9" h="23">
                    <a:moveTo>
                      <a:pt x="2" y="13"/>
                    </a:moveTo>
                    <a:cubicBezTo>
                      <a:pt x="2" y="11"/>
                      <a:pt x="4" y="9"/>
                      <a:pt x="6" y="8"/>
                    </a:cubicBezTo>
                    <a:cubicBezTo>
                      <a:pt x="9" y="7"/>
                      <a:pt x="11" y="6"/>
                      <a:pt x="14" y="5"/>
                    </a:cubicBezTo>
                    <a:cubicBezTo>
                      <a:pt x="20" y="3"/>
                      <a:pt x="26" y="0"/>
                      <a:pt x="33" y="3"/>
                    </a:cubicBezTo>
                    <a:cubicBezTo>
                      <a:pt x="37" y="4"/>
                      <a:pt x="49" y="9"/>
                      <a:pt x="45" y="14"/>
                    </a:cubicBezTo>
                    <a:cubicBezTo>
                      <a:pt x="43" y="19"/>
                      <a:pt x="39" y="22"/>
                      <a:pt x="34" y="22"/>
                    </a:cubicBezTo>
                    <a:cubicBezTo>
                      <a:pt x="30" y="23"/>
                      <a:pt x="26" y="23"/>
                      <a:pt x="22" y="22"/>
                    </a:cubicBezTo>
                    <a:cubicBezTo>
                      <a:pt x="20" y="22"/>
                      <a:pt x="17" y="21"/>
                      <a:pt x="14" y="21"/>
                    </a:cubicBezTo>
                    <a:cubicBezTo>
                      <a:pt x="12" y="20"/>
                      <a:pt x="10" y="18"/>
                      <a:pt x="8" y="18"/>
                    </a:cubicBezTo>
                    <a:cubicBezTo>
                      <a:pt x="6" y="18"/>
                      <a:pt x="4" y="18"/>
                      <a:pt x="2" y="17"/>
                    </a:cubicBezTo>
                    <a:cubicBezTo>
                      <a:pt x="0" y="17"/>
                      <a:pt x="0" y="14"/>
                      <a:pt x="1" y="13"/>
                    </a:cubicBezTo>
                  </a:path>
                </a:pathLst>
              </a:custGeom>
              <a:solidFill>
                <a:srgbClr val="603A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783" name="Freeform 420">
                <a:extLst>
                  <a:ext uri="{FF2B5EF4-FFF2-40B4-BE49-F238E27FC236}">
                    <a16:creationId xmlns:a16="http://schemas.microsoft.com/office/drawing/2014/main" id="{728A4487-8D25-4983-A32C-4F4A41D814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7" y="873"/>
                <a:ext cx="74" cy="32"/>
              </a:xfrm>
              <a:custGeom>
                <a:avLst/>
                <a:gdLst>
                  <a:gd name="T0" fmla="*/ 201 w 45"/>
                  <a:gd name="T1" fmla="*/ 82 h 20"/>
                  <a:gd name="T2" fmla="*/ 13 w 45"/>
                  <a:gd name="T3" fmla="*/ 34 h 20"/>
                  <a:gd name="T4" fmla="*/ 21 w 45"/>
                  <a:gd name="T5" fmla="*/ 46 h 20"/>
                  <a:gd name="T6" fmla="*/ 201 w 45"/>
                  <a:gd name="T7" fmla="*/ 82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5" h="20">
                    <a:moveTo>
                      <a:pt x="45" y="20"/>
                    </a:moveTo>
                    <a:cubicBezTo>
                      <a:pt x="36" y="0"/>
                      <a:pt x="3" y="8"/>
                      <a:pt x="3" y="8"/>
                    </a:cubicBezTo>
                    <a:cubicBezTo>
                      <a:pt x="3" y="8"/>
                      <a:pt x="0" y="12"/>
                      <a:pt x="5" y="11"/>
                    </a:cubicBezTo>
                    <a:cubicBezTo>
                      <a:pt x="10" y="10"/>
                      <a:pt x="37" y="2"/>
                      <a:pt x="45" y="2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784" name="Freeform 421">
                <a:extLst>
                  <a:ext uri="{FF2B5EF4-FFF2-40B4-BE49-F238E27FC236}">
                    <a16:creationId xmlns:a16="http://schemas.microsoft.com/office/drawing/2014/main" id="{D8397DC9-6CA3-4CC8-8887-0B5EB52224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3" y="845"/>
                <a:ext cx="57" cy="56"/>
              </a:xfrm>
              <a:custGeom>
                <a:avLst/>
                <a:gdLst>
                  <a:gd name="T0" fmla="*/ 0 w 35"/>
                  <a:gd name="T1" fmla="*/ 0 h 34"/>
                  <a:gd name="T2" fmla="*/ 54 w 35"/>
                  <a:gd name="T3" fmla="*/ 33 h 34"/>
                  <a:gd name="T4" fmla="*/ 90 w 35"/>
                  <a:gd name="T5" fmla="*/ 63 h 34"/>
                  <a:gd name="T6" fmla="*/ 151 w 35"/>
                  <a:gd name="T7" fmla="*/ 152 h 34"/>
                  <a:gd name="T8" fmla="*/ 109 w 35"/>
                  <a:gd name="T9" fmla="*/ 84 h 34"/>
                  <a:gd name="T10" fmla="*/ 81 w 35"/>
                  <a:gd name="T11" fmla="*/ 41 h 34"/>
                  <a:gd name="T12" fmla="*/ 8 w 35"/>
                  <a:gd name="T13" fmla="*/ 0 h 3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5" h="34">
                    <a:moveTo>
                      <a:pt x="0" y="0"/>
                    </a:moveTo>
                    <a:cubicBezTo>
                      <a:pt x="4" y="4"/>
                      <a:pt x="7" y="5"/>
                      <a:pt x="12" y="7"/>
                    </a:cubicBezTo>
                    <a:cubicBezTo>
                      <a:pt x="16" y="8"/>
                      <a:pt x="19" y="11"/>
                      <a:pt x="21" y="14"/>
                    </a:cubicBezTo>
                    <a:cubicBezTo>
                      <a:pt x="26" y="21"/>
                      <a:pt x="31" y="27"/>
                      <a:pt x="35" y="34"/>
                    </a:cubicBezTo>
                    <a:cubicBezTo>
                      <a:pt x="30" y="30"/>
                      <a:pt x="28" y="24"/>
                      <a:pt x="25" y="19"/>
                    </a:cubicBezTo>
                    <a:cubicBezTo>
                      <a:pt x="24" y="16"/>
                      <a:pt x="22" y="11"/>
                      <a:pt x="19" y="9"/>
                    </a:cubicBezTo>
                    <a:cubicBezTo>
                      <a:pt x="14" y="5"/>
                      <a:pt x="7" y="5"/>
                      <a:pt x="2" y="0"/>
                    </a:cubicBezTo>
                  </a:path>
                </a:pathLst>
              </a:custGeom>
              <a:solidFill>
                <a:srgbClr val="8E4C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785" name="Freeform 422">
                <a:extLst>
                  <a:ext uri="{FF2B5EF4-FFF2-40B4-BE49-F238E27FC236}">
                    <a16:creationId xmlns:a16="http://schemas.microsoft.com/office/drawing/2014/main" id="{D5B3C391-FDE8-48A0-AC4D-78B1773EA2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7" y="930"/>
                <a:ext cx="22" cy="11"/>
              </a:xfrm>
              <a:custGeom>
                <a:avLst/>
                <a:gdLst>
                  <a:gd name="T0" fmla="*/ 0 w 13"/>
                  <a:gd name="T1" fmla="*/ 0 h 7"/>
                  <a:gd name="T2" fmla="*/ 63 w 13"/>
                  <a:gd name="T3" fmla="*/ 27 h 7"/>
                  <a:gd name="T4" fmla="*/ 29 w 13"/>
                  <a:gd name="T5" fmla="*/ 14 h 7"/>
                  <a:gd name="T6" fmla="*/ 5 w 13"/>
                  <a:gd name="T7" fmla="*/ 0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7">
                    <a:moveTo>
                      <a:pt x="0" y="0"/>
                    </a:moveTo>
                    <a:cubicBezTo>
                      <a:pt x="4" y="2"/>
                      <a:pt x="10" y="4"/>
                      <a:pt x="13" y="7"/>
                    </a:cubicBezTo>
                    <a:cubicBezTo>
                      <a:pt x="11" y="6"/>
                      <a:pt x="8" y="5"/>
                      <a:pt x="6" y="4"/>
                    </a:cubicBezTo>
                    <a:cubicBezTo>
                      <a:pt x="4" y="3"/>
                      <a:pt x="3" y="1"/>
                      <a:pt x="1" y="0"/>
                    </a:cubicBezTo>
                  </a:path>
                </a:pathLst>
              </a:custGeom>
              <a:solidFill>
                <a:srgbClr val="8E4C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786" name="Freeform 423">
                <a:extLst>
                  <a:ext uri="{FF2B5EF4-FFF2-40B4-BE49-F238E27FC236}">
                    <a16:creationId xmlns:a16="http://schemas.microsoft.com/office/drawing/2014/main" id="{5E1463F4-EECD-42FB-BF98-262FB8896A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6" y="938"/>
                <a:ext cx="11" cy="10"/>
              </a:xfrm>
              <a:custGeom>
                <a:avLst/>
                <a:gdLst>
                  <a:gd name="T0" fmla="*/ 0 w 7"/>
                  <a:gd name="T1" fmla="*/ 0 h 6"/>
                  <a:gd name="T2" fmla="*/ 27 w 7"/>
                  <a:gd name="T3" fmla="*/ 28 h 6"/>
                  <a:gd name="T4" fmla="*/ 0 w 7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6">
                    <a:moveTo>
                      <a:pt x="0" y="0"/>
                    </a:moveTo>
                    <a:cubicBezTo>
                      <a:pt x="3" y="2"/>
                      <a:pt x="5" y="3"/>
                      <a:pt x="7" y="6"/>
                    </a:cubicBezTo>
                    <a:cubicBezTo>
                      <a:pt x="3" y="5"/>
                      <a:pt x="1" y="2"/>
                      <a:pt x="0" y="0"/>
                    </a:cubicBezTo>
                  </a:path>
                </a:pathLst>
              </a:custGeom>
              <a:solidFill>
                <a:srgbClr val="8E4C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787" name="Freeform 424">
                <a:extLst>
                  <a:ext uri="{FF2B5EF4-FFF2-40B4-BE49-F238E27FC236}">
                    <a16:creationId xmlns:a16="http://schemas.microsoft.com/office/drawing/2014/main" id="{829A6660-476A-4F7D-8023-DB00DA8DA2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4" y="938"/>
                <a:ext cx="47" cy="26"/>
              </a:xfrm>
              <a:custGeom>
                <a:avLst/>
                <a:gdLst>
                  <a:gd name="T0" fmla="*/ 0 w 29"/>
                  <a:gd name="T1" fmla="*/ 0 h 16"/>
                  <a:gd name="T2" fmla="*/ 55 w 29"/>
                  <a:gd name="T3" fmla="*/ 47 h 16"/>
                  <a:gd name="T4" fmla="*/ 97 w 29"/>
                  <a:gd name="T5" fmla="*/ 68 h 16"/>
                  <a:gd name="T6" fmla="*/ 123 w 29"/>
                  <a:gd name="T7" fmla="*/ 68 h 16"/>
                  <a:gd name="T8" fmla="*/ 60 w 29"/>
                  <a:gd name="T9" fmla="*/ 34 h 16"/>
                  <a:gd name="T10" fmla="*/ 34 w 29"/>
                  <a:gd name="T11" fmla="*/ 13 h 16"/>
                  <a:gd name="T12" fmla="*/ 0 w 29"/>
                  <a:gd name="T13" fmla="*/ 0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9" h="16">
                    <a:moveTo>
                      <a:pt x="0" y="0"/>
                    </a:moveTo>
                    <a:cubicBezTo>
                      <a:pt x="7" y="2"/>
                      <a:pt x="9" y="7"/>
                      <a:pt x="13" y="11"/>
                    </a:cubicBezTo>
                    <a:cubicBezTo>
                      <a:pt x="16" y="13"/>
                      <a:pt x="19" y="15"/>
                      <a:pt x="23" y="16"/>
                    </a:cubicBezTo>
                    <a:cubicBezTo>
                      <a:pt x="25" y="16"/>
                      <a:pt x="28" y="16"/>
                      <a:pt x="29" y="16"/>
                    </a:cubicBezTo>
                    <a:cubicBezTo>
                      <a:pt x="22" y="15"/>
                      <a:pt x="18" y="14"/>
                      <a:pt x="14" y="8"/>
                    </a:cubicBezTo>
                    <a:cubicBezTo>
                      <a:pt x="12" y="6"/>
                      <a:pt x="10" y="5"/>
                      <a:pt x="8" y="3"/>
                    </a:cubicBezTo>
                    <a:cubicBezTo>
                      <a:pt x="5" y="1"/>
                      <a:pt x="2" y="1"/>
                      <a:pt x="0" y="0"/>
                    </a:cubicBezTo>
                  </a:path>
                </a:pathLst>
              </a:custGeom>
              <a:solidFill>
                <a:srgbClr val="8E4C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788" name="Freeform 425">
                <a:extLst>
                  <a:ext uri="{FF2B5EF4-FFF2-40B4-BE49-F238E27FC236}">
                    <a16:creationId xmlns:a16="http://schemas.microsoft.com/office/drawing/2014/main" id="{5E2D1CD1-D7A4-40AF-821E-EA34F75D1A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1" y="881"/>
                <a:ext cx="20" cy="29"/>
              </a:xfrm>
              <a:custGeom>
                <a:avLst/>
                <a:gdLst>
                  <a:gd name="T0" fmla="*/ 55 w 12"/>
                  <a:gd name="T1" fmla="*/ 76 h 18"/>
                  <a:gd name="T2" fmla="*/ 22 w 12"/>
                  <a:gd name="T3" fmla="*/ 42 h 18"/>
                  <a:gd name="T4" fmla="*/ 8 w 12"/>
                  <a:gd name="T5" fmla="*/ 26 h 18"/>
                  <a:gd name="T6" fmla="*/ 0 w 12"/>
                  <a:gd name="T7" fmla="*/ 0 h 18"/>
                  <a:gd name="T8" fmla="*/ 0 w 12"/>
                  <a:gd name="T9" fmla="*/ 26 h 18"/>
                  <a:gd name="T10" fmla="*/ 13 w 12"/>
                  <a:gd name="T11" fmla="*/ 47 h 18"/>
                  <a:gd name="T12" fmla="*/ 50 w 12"/>
                  <a:gd name="T13" fmla="*/ 76 h 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8">
                    <a:moveTo>
                      <a:pt x="12" y="18"/>
                    </a:moveTo>
                    <a:cubicBezTo>
                      <a:pt x="8" y="17"/>
                      <a:pt x="7" y="13"/>
                      <a:pt x="5" y="10"/>
                    </a:cubicBezTo>
                    <a:cubicBezTo>
                      <a:pt x="4" y="9"/>
                      <a:pt x="2" y="7"/>
                      <a:pt x="2" y="6"/>
                    </a:cubicBezTo>
                    <a:cubicBezTo>
                      <a:pt x="1" y="4"/>
                      <a:pt x="1" y="2"/>
                      <a:pt x="0" y="0"/>
                    </a:cubicBezTo>
                    <a:cubicBezTo>
                      <a:pt x="0" y="2"/>
                      <a:pt x="0" y="4"/>
                      <a:pt x="0" y="6"/>
                    </a:cubicBezTo>
                    <a:cubicBezTo>
                      <a:pt x="1" y="9"/>
                      <a:pt x="2" y="9"/>
                      <a:pt x="3" y="11"/>
                    </a:cubicBezTo>
                    <a:cubicBezTo>
                      <a:pt x="6" y="13"/>
                      <a:pt x="7" y="16"/>
                      <a:pt x="11" y="18"/>
                    </a:cubicBezTo>
                  </a:path>
                </a:pathLst>
              </a:custGeom>
              <a:solidFill>
                <a:srgbClr val="8E4C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789" name="Freeform 426">
                <a:extLst>
                  <a:ext uri="{FF2B5EF4-FFF2-40B4-BE49-F238E27FC236}">
                    <a16:creationId xmlns:a16="http://schemas.microsoft.com/office/drawing/2014/main" id="{00BA03B0-8AD7-4BA2-81DB-18D2DEEA7B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8" y="896"/>
                <a:ext cx="15" cy="13"/>
              </a:xfrm>
              <a:custGeom>
                <a:avLst/>
                <a:gdLst>
                  <a:gd name="T0" fmla="*/ 42 w 9"/>
                  <a:gd name="T1" fmla="*/ 29 h 8"/>
                  <a:gd name="T2" fmla="*/ 22 w 9"/>
                  <a:gd name="T3" fmla="*/ 13 h 8"/>
                  <a:gd name="T4" fmla="*/ 0 w 9"/>
                  <a:gd name="T5" fmla="*/ 0 h 8"/>
                  <a:gd name="T6" fmla="*/ 37 w 9"/>
                  <a:gd name="T7" fmla="*/ 34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8">
                    <a:moveTo>
                      <a:pt x="9" y="7"/>
                    </a:moveTo>
                    <a:cubicBezTo>
                      <a:pt x="6" y="6"/>
                      <a:pt x="6" y="5"/>
                      <a:pt x="5" y="3"/>
                    </a:cubicBezTo>
                    <a:cubicBezTo>
                      <a:pt x="3" y="2"/>
                      <a:pt x="0" y="2"/>
                      <a:pt x="0" y="0"/>
                    </a:cubicBezTo>
                    <a:cubicBezTo>
                      <a:pt x="1" y="4"/>
                      <a:pt x="7" y="4"/>
                      <a:pt x="8" y="8"/>
                    </a:cubicBezTo>
                  </a:path>
                </a:pathLst>
              </a:custGeom>
              <a:solidFill>
                <a:srgbClr val="8E4C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790" name="Freeform 427">
                <a:extLst>
                  <a:ext uri="{FF2B5EF4-FFF2-40B4-BE49-F238E27FC236}">
                    <a16:creationId xmlns:a16="http://schemas.microsoft.com/office/drawing/2014/main" id="{735C0188-745C-4335-B43C-B505E7D586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6" y="912"/>
                <a:ext cx="26" cy="23"/>
              </a:xfrm>
              <a:custGeom>
                <a:avLst/>
                <a:gdLst>
                  <a:gd name="T0" fmla="*/ 68 w 16"/>
                  <a:gd name="T1" fmla="*/ 26 h 14"/>
                  <a:gd name="T2" fmla="*/ 47 w 16"/>
                  <a:gd name="T3" fmla="*/ 26 h 14"/>
                  <a:gd name="T4" fmla="*/ 26 w 16"/>
                  <a:gd name="T5" fmla="*/ 21 h 14"/>
                  <a:gd name="T6" fmla="*/ 13 w 16"/>
                  <a:gd name="T7" fmla="*/ 13 h 14"/>
                  <a:gd name="T8" fmla="*/ 5 w 16"/>
                  <a:gd name="T9" fmla="*/ 0 h 14"/>
                  <a:gd name="T10" fmla="*/ 5 w 16"/>
                  <a:gd name="T11" fmla="*/ 13 h 14"/>
                  <a:gd name="T12" fmla="*/ 0 w 16"/>
                  <a:gd name="T13" fmla="*/ 21 h 14"/>
                  <a:gd name="T14" fmla="*/ 0 w 16"/>
                  <a:gd name="T15" fmla="*/ 26 h 14"/>
                  <a:gd name="T16" fmla="*/ 0 w 16"/>
                  <a:gd name="T17" fmla="*/ 43 h 14"/>
                  <a:gd name="T18" fmla="*/ 18 w 16"/>
                  <a:gd name="T19" fmla="*/ 62 h 14"/>
                  <a:gd name="T20" fmla="*/ 8 w 16"/>
                  <a:gd name="T21" fmla="*/ 41 h 14"/>
                  <a:gd name="T22" fmla="*/ 26 w 16"/>
                  <a:gd name="T23" fmla="*/ 41 h 14"/>
                  <a:gd name="T24" fmla="*/ 54 w 16"/>
                  <a:gd name="T25" fmla="*/ 33 h 14"/>
                  <a:gd name="T26" fmla="*/ 68 w 16"/>
                  <a:gd name="T27" fmla="*/ 26 h 1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6" h="14">
                    <a:moveTo>
                      <a:pt x="16" y="6"/>
                    </a:moveTo>
                    <a:cubicBezTo>
                      <a:pt x="15" y="6"/>
                      <a:pt x="12" y="6"/>
                      <a:pt x="11" y="6"/>
                    </a:cubicBezTo>
                    <a:cubicBezTo>
                      <a:pt x="9" y="6"/>
                      <a:pt x="8" y="5"/>
                      <a:pt x="6" y="5"/>
                    </a:cubicBezTo>
                    <a:cubicBezTo>
                      <a:pt x="5" y="5"/>
                      <a:pt x="4" y="3"/>
                      <a:pt x="3" y="3"/>
                    </a:cubicBezTo>
                    <a:cubicBezTo>
                      <a:pt x="2" y="2"/>
                      <a:pt x="1" y="1"/>
                      <a:pt x="1" y="0"/>
                    </a:cubicBezTo>
                    <a:cubicBezTo>
                      <a:pt x="1" y="1"/>
                      <a:pt x="1" y="2"/>
                      <a:pt x="1" y="3"/>
                    </a:cubicBezTo>
                    <a:cubicBezTo>
                      <a:pt x="1" y="4"/>
                      <a:pt x="1" y="4"/>
                      <a:pt x="0" y="5"/>
                    </a:cubicBezTo>
                    <a:cubicBezTo>
                      <a:pt x="0" y="5"/>
                      <a:pt x="0" y="6"/>
                      <a:pt x="0" y="6"/>
                    </a:cubicBezTo>
                    <a:cubicBezTo>
                      <a:pt x="0" y="8"/>
                      <a:pt x="0" y="9"/>
                      <a:pt x="0" y="10"/>
                    </a:cubicBezTo>
                    <a:cubicBezTo>
                      <a:pt x="1" y="12"/>
                      <a:pt x="2" y="13"/>
                      <a:pt x="4" y="14"/>
                    </a:cubicBezTo>
                    <a:cubicBezTo>
                      <a:pt x="3" y="13"/>
                      <a:pt x="1" y="11"/>
                      <a:pt x="2" y="9"/>
                    </a:cubicBezTo>
                    <a:cubicBezTo>
                      <a:pt x="3" y="8"/>
                      <a:pt x="5" y="9"/>
                      <a:pt x="6" y="9"/>
                    </a:cubicBezTo>
                    <a:cubicBezTo>
                      <a:pt x="8" y="8"/>
                      <a:pt x="10" y="8"/>
                      <a:pt x="12" y="7"/>
                    </a:cubicBezTo>
                    <a:cubicBezTo>
                      <a:pt x="13" y="7"/>
                      <a:pt x="15" y="6"/>
                      <a:pt x="16" y="6"/>
                    </a:cubicBezTo>
                  </a:path>
                </a:pathLst>
              </a:custGeom>
              <a:solidFill>
                <a:srgbClr val="8E4C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</p:grpSp>
        <p:sp>
          <p:nvSpPr>
            <p:cNvPr id="41554" name="Freeform 428">
              <a:extLst>
                <a:ext uri="{FF2B5EF4-FFF2-40B4-BE49-F238E27FC236}">
                  <a16:creationId xmlns:a16="http://schemas.microsoft.com/office/drawing/2014/main" id="{4B07A3C6-B635-4687-AC13-4856AA43A748}"/>
                </a:ext>
              </a:extLst>
            </p:cNvPr>
            <p:cNvSpPr>
              <a:spLocks/>
            </p:cNvSpPr>
            <p:nvPr/>
          </p:nvSpPr>
          <p:spPr bwMode="auto">
            <a:xfrm>
              <a:off x="972" y="953"/>
              <a:ext cx="47" cy="6"/>
            </a:xfrm>
            <a:custGeom>
              <a:avLst/>
              <a:gdLst>
                <a:gd name="T0" fmla="*/ 0 w 29"/>
                <a:gd name="T1" fmla="*/ 0 h 4"/>
                <a:gd name="T2" fmla="*/ 68 w 29"/>
                <a:gd name="T3" fmla="*/ 5 h 4"/>
                <a:gd name="T4" fmla="*/ 123 w 29"/>
                <a:gd name="T5" fmla="*/ 5 h 4"/>
                <a:gd name="T6" fmla="*/ 89 w 29"/>
                <a:gd name="T7" fmla="*/ 8 h 4"/>
                <a:gd name="T8" fmla="*/ 60 w 29"/>
                <a:gd name="T9" fmla="*/ 12 h 4"/>
                <a:gd name="T10" fmla="*/ 5 w 29"/>
                <a:gd name="T11" fmla="*/ 5 h 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9" h="4">
                  <a:moveTo>
                    <a:pt x="0" y="0"/>
                  </a:moveTo>
                  <a:cubicBezTo>
                    <a:pt x="4" y="3"/>
                    <a:pt x="11" y="3"/>
                    <a:pt x="16" y="1"/>
                  </a:cubicBezTo>
                  <a:cubicBezTo>
                    <a:pt x="21" y="0"/>
                    <a:pt x="24" y="0"/>
                    <a:pt x="29" y="1"/>
                  </a:cubicBezTo>
                  <a:cubicBezTo>
                    <a:pt x="27" y="1"/>
                    <a:pt x="24" y="1"/>
                    <a:pt x="21" y="2"/>
                  </a:cubicBezTo>
                  <a:cubicBezTo>
                    <a:pt x="19" y="2"/>
                    <a:pt x="16" y="3"/>
                    <a:pt x="14" y="3"/>
                  </a:cubicBezTo>
                  <a:cubicBezTo>
                    <a:pt x="11" y="3"/>
                    <a:pt x="2" y="4"/>
                    <a:pt x="1" y="1"/>
                  </a:cubicBezTo>
                </a:path>
              </a:pathLst>
            </a:custGeom>
            <a:solidFill>
              <a:srgbClr val="8E4C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1555" name="Freeform 429">
              <a:extLst>
                <a:ext uri="{FF2B5EF4-FFF2-40B4-BE49-F238E27FC236}">
                  <a16:creationId xmlns:a16="http://schemas.microsoft.com/office/drawing/2014/main" id="{4FC5B6F6-C2AC-4525-958D-D3E039837A8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3" y="956"/>
              <a:ext cx="23" cy="6"/>
            </a:xfrm>
            <a:custGeom>
              <a:avLst/>
              <a:gdLst>
                <a:gd name="T0" fmla="*/ 0 w 14"/>
                <a:gd name="T1" fmla="*/ 0 h 4"/>
                <a:gd name="T2" fmla="*/ 26 w 14"/>
                <a:gd name="T3" fmla="*/ 8 h 4"/>
                <a:gd name="T4" fmla="*/ 62 w 14"/>
                <a:gd name="T5" fmla="*/ 14 h 4"/>
                <a:gd name="T6" fmla="*/ 26 w 14"/>
                <a:gd name="T7" fmla="*/ 12 h 4"/>
                <a:gd name="T8" fmla="*/ 5 w 14"/>
                <a:gd name="T9" fmla="*/ 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4">
                  <a:moveTo>
                    <a:pt x="0" y="0"/>
                  </a:moveTo>
                  <a:cubicBezTo>
                    <a:pt x="2" y="1"/>
                    <a:pt x="4" y="1"/>
                    <a:pt x="6" y="2"/>
                  </a:cubicBezTo>
                  <a:cubicBezTo>
                    <a:pt x="9" y="3"/>
                    <a:pt x="11" y="4"/>
                    <a:pt x="14" y="4"/>
                  </a:cubicBezTo>
                  <a:cubicBezTo>
                    <a:pt x="11" y="4"/>
                    <a:pt x="9" y="4"/>
                    <a:pt x="6" y="3"/>
                  </a:cubicBezTo>
                  <a:cubicBezTo>
                    <a:pt x="4" y="3"/>
                    <a:pt x="3" y="1"/>
                    <a:pt x="1" y="0"/>
                  </a:cubicBezTo>
                </a:path>
              </a:pathLst>
            </a:custGeom>
            <a:solidFill>
              <a:srgbClr val="8E4C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1556" name="Freeform 430">
              <a:extLst>
                <a:ext uri="{FF2B5EF4-FFF2-40B4-BE49-F238E27FC236}">
                  <a16:creationId xmlns:a16="http://schemas.microsoft.com/office/drawing/2014/main" id="{2D9260CB-A5E1-4E9A-BD50-07D3494EAF1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2" y="956"/>
              <a:ext cx="14" cy="5"/>
            </a:xfrm>
            <a:custGeom>
              <a:avLst/>
              <a:gdLst>
                <a:gd name="T0" fmla="*/ 7 w 8"/>
                <a:gd name="T1" fmla="*/ 0 h 3"/>
                <a:gd name="T2" fmla="*/ 0 w 8"/>
                <a:gd name="T3" fmla="*/ 0 h 3"/>
                <a:gd name="T4" fmla="*/ 21 w 8"/>
                <a:gd name="T5" fmla="*/ 8 h 3"/>
                <a:gd name="T6" fmla="*/ 44 w 8"/>
                <a:gd name="T7" fmla="*/ 13 h 3"/>
                <a:gd name="T8" fmla="*/ 28 w 8"/>
                <a:gd name="T9" fmla="*/ 5 h 3"/>
                <a:gd name="T10" fmla="*/ 7 w 8"/>
                <a:gd name="T11" fmla="*/ 0 h 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" h="3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1"/>
                    <a:pt x="3" y="1"/>
                    <a:pt x="4" y="2"/>
                  </a:cubicBezTo>
                  <a:cubicBezTo>
                    <a:pt x="6" y="2"/>
                    <a:pt x="7" y="3"/>
                    <a:pt x="8" y="3"/>
                  </a:cubicBezTo>
                  <a:cubicBezTo>
                    <a:pt x="7" y="2"/>
                    <a:pt x="7" y="1"/>
                    <a:pt x="5" y="1"/>
                  </a:cubicBezTo>
                  <a:cubicBezTo>
                    <a:pt x="4" y="1"/>
                    <a:pt x="2" y="1"/>
                    <a:pt x="1" y="0"/>
                  </a:cubicBezTo>
                </a:path>
              </a:pathLst>
            </a:custGeom>
            <a:solidFill>
              <a:srgbClr val="8E4C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1557" name="Freeform 431">
              <a:extLst>
                <a:ext uri="{FF2B5EF4-FFF2-40B4-BE49-F238E27FC236}">
                  <a16:creationId xmlns:a16="http://schemas.microsoft.com/office/drawing/2014/main" id="{35276424-ACBF-4963-BDF3-1BEFCF26FAFA}"/>
                </a:ext>
              </a:extLst>
            </p:cNvPr>
            <p:cNvSpPr>
              <a:spLocks/>
            </p:cNvSpPr>
            <p:nvPr/>
          </p:nvSpPr>
          <p:spPr bwMode="auto">
            <a:xfrm>
              <a:off x="923" y="862"/>
              <a:ext cx="13" cy="37"/>
            </a:xfrm>
            <a:custGeom>
              <a:avLst/>
              <a:gdLst>
                <a:gd name="T0" fmla="*/ 34 w 8"/>
                <a:gd name="T1" fmla="*/ 97 h 23"/>
                <a:gd name="T2" fmla="*/ 8 w 8"/>
                <a:gd name="T3" fmla="*/ 55 h 23"/>
                <a:gd name="T4" fmla="*/ 0 w 8"/>
                <a:gd name="T5" fmla="*/ 0 h 23"/>
                <a:gd name="T6" fmla="*/ 18 w 8"/>
                <a:gd name="T7" fmla="*/ 60 h 23"/>
                <a:gd name="T8" fmla="*/ 29 w 8"/>
                <a:gd name="T9" fmla="*/ 88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23">
                  <a:moveTo>
                    <a:pt x="8" y="23"/>
                  </a:moveTo>
                  <a:cubicBezTo>
                    <a:pt x="5" y="21"/>
                    <a:pt x="3" y="16"/>
                    <a:pt x="2" y="13"/>
                  </a:cubicBezTo>
                  <a:cubicBezTo>
                    <a:pt x="2" y="9"/>
                    <a:pt x="1" y="4"/>
                    <a:pt x="0" y="0"/>
                  </a:cubicBezTo>
                  <a:cubicBezTo>
                    <a:pt x="3" y="5"/>
                    <a:pt x="3" y="9"/>
                    <a:pt x="4" y="14"/>
                  </a:cubicBezTo>
                  <a:cubicBezTo>
                    <a:pt x="5" y="16"/>
                    <a:pt x="5" y="19"/>
                    <a:pt x="7" y="21"/>
                  </a:cubicBezTo>
                </a:path>
              </a:pathLst>
            </a:custGeom>
            <a:solidFill>
              <a:srgbClr val="C17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1558" name="Freeform 432">
              <a:extLst>
                <a:ext uri="{FF2B5EF4-FFF2-40B4-BE49-F238E27FC236}">
                  <a16:creationId xmlns:a16="http://schemas.microsoft.com/office/drawing/2014/main" id="{65D5A44A-6FEE-46EA-B9A2-5CA6E25559B5}"/>
                </a:ext>
              </a:extLst>
            </p:cNvPr>
            <p:cNvSpPr>
              <a:spLocks/>
            </p:cNvSpPr>
            <p:nvPr/>
          </p:nvSpPr>
          <p:spPr bwMode="auto">
            <a:xfrm>
              <a:off x="959" y="912"/>
              <a:ext cx="57" cy="34"/>
            </a:xfrm>
            <a:custGeom>
              <a:avLst/>
              <a:gdLst>
                <a:gd name="T0" fmla="*/ 0 w 35"/>
                <a:gd name="T1" fmla="*/ 47 h 21"/>
                <a:gd name="T2" fmla="*/ 21 w 35"/>
                <a:gd name="T3" fmla="*/ 39 h 21"/>
                <a:gd name="T4" fmla="*/ 151 w 35"/>
                <a:gd name="T5" fmla="*/ 50 h 21"/>
                <a:gd name="T6" fmla="*/ 68 w 35"/>
                <a:gd name="T7" fmla="*/ 76 h 21"/>
                <a:gd name="T8" fmla="*/ 13 w 35"/>
                <a:gd name="T9" fmla="*/ 55 h 21"/>
                <a:gd name="T10" fmla="*/ 0 w 35"/>
                <a:gd name="T11" fmla="*/ 47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5" h="21">
                  <a:moveTo>
                    <a:pt x="0" y="11"/>
                  </a:moveTo>
                  <a:cubicBezTo>
                    <a:pt x="0" y="11"/>
                    <a:pt x="3" y="9"/>
                    <a:pt x="5" y="9"/>
                  </a:cubicBezTo>
                  <a:cubicBezTo>
                    <a:pt x="6" y="8"/>
                    <a:pt x="30" y="0"/>
                    <a:pt x="35" y="12"/>
                  </a:cubicBezTo>
                  <a:cubicBezTo>
                    <a:pt x="35" y="12"/>
                    <a:pt x="29" y="21"/>
                    <a:pt x="16" y="18"/>
                  </a:cubicBezTo>
                  <a:cubicBezTo>
                    <a:pt x="4" y="15"/>
                    <a:pt x="6" y="12"/>
                    <a:pt x="3" y="13"/>
                  </a:cubicBezTo>
                  <a:cubicBezTo>
                    <a:pt x="0" y="13"/>
                    <a:pt x="0" y="13"/>
                    <a:pt x="0" y="11"/>
                  </a:cubicBezTo>
                  <a:close/>
                </a:path>
              </a:pathLst>
            </a:custGeom>
            <a:solidFill>
              <a:srgbClr val="F9DD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1559" name="Freeform 433">
              <a:extLst>
                <a:ext uri="{FF2B5EF4-FFF2-40B4-BE49-F238E27FC236}">
                  <a16:creationId xmlns:a16="http://schemas.microsoft.com/office/drawing/2014/main" id="{1EC97FCF-4ECC-4D7E-B952-D66917EA2F46}"/>
                </a:ext>
              </a:extLst>
            </p:cNvPr>
            <p:cNvSpPr>
              <a:spLocks/>
            </p:cNvSpPr>
            <p:nvPr/>
          </p:nvSpPr>
          <p:spPr bwMode="auto">
            <a:xfrm>
              <a:off x="960" y="897"/>
              <a:ext cx="61" cy="25"/>
            </a:xfrm>
            <a:custGeom>
              <a:avLst/>
              <a:gdLst>
                <a:gd name="T0" fmla="*/ 167 w 37"/>
                <a:gd name="T1" fmla="*/ 70 h 15"/>
                <a:gd name="T2" fmla="*/ 0 w 37"/>
                <a:gd name="T3" fmla="*/ 7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7" h="15">
                  <a:moveTo>
                    <a:pt x="37" y="15"/>
                  </a:moveTo>
                  <a:cubicBezTo>
                    <a:pt x="37" y="15"/>
                    <a:pt x="23" y="0"/>
                    <a:pt x="0" y="15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1560" name="Freeform 434">
              <a:extLst>
                <a:ext uri="{FF2B5EF4-FFF2-40B4-BE49-F238E27FC236}">
                  <a16:creationId xmlns:a16="http://schemas.microsoft.com/office/drawing/2014/main" id="{65E6CED0-90F6-4B9B-8210-1293D2457DEA}"/>
                </a:ext>
              </a:extLst>
            </p:cNvPr>
            <p:cNvSpPr>
              <a:spLocks/>
            </p:cNvSpPr>
            <p:nvPr/>
          </p:nvSpPr>
          <p:spPr bwMode="auto">
            <a:xfrm>
              <a:off x="962" y="940"/>
              <a:ext cx="34" cy="13"/>
            </a:xfrm>
            <a:custGeom>
              <a:avLst/>
              <a:gdLst>
                <a:gd name="T0" fmla="*/ 0 w 21"/>
                <a:gd name="T1" fmla="*/ 5 h 8"/>
                <a:gd name="T2" fmla="*/ 26 w 21"/>
                <a:gd name="T3" fmla="*/ 8 h 8"/>
                <a:gd name="T4" fmla="*/ 89 w 21"/>
                <a:gd name="T5" fmla="*/ 26 h 8"/>
                <a:gd name="T6" fmla="*/ 29 w 21"/>
                <a:gd name="T7" fmla="*/ 13 h 8"/>
                <a:gd name="T8" fmla="*/ 0 w 21"/>
                <a:gd name="T9" fmla="*/ 5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8">
                  <a:moveTo>
                    <a:pt x="0" y="1"/>
                  </a:moveTo>
                  <a:cubicBezTo>
                    <a:pt x="0" y="1"/>
                    <a:pt x="4" y="1"/>
                    <a:pt x="6" y="2"/>
                  </a:cubicBezTo>
                  <a:cubicBezTo>
                    <a:pt x="8" y="4"/>
                    <a:pt x="16" y="7"/>
                    <a:pt x="21" y="6"/>
                  </a:cubicBezTo>
                  <a:cubicBezTo>
                    <a:pt x="21" y="6"/>
                    <a:pt x="16" y="8"/>
                    <a:pt x="7" y="3"/>
                  </a:cubicBezTo>
                  <a:cubicBezTo>
                    <a:pt x="1" y="0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1561" name="Freeform 435">
              <a:extLst>
                <a:ext uri="{FF2B5EF4-FFF2-40B4-BE49-F238E27FC236}">
                  <a16:creationId xmlns:a16="http://schemas.microsoft.com/office/drawing/2014/main" id="{EDBD7470-05BF-422F-AC0D-74B2107B6B15}"/>
                </a:ext>
              </a:extLst>
            </p:cNvPr>
            <p:cNvSpPr>
              <a:spLocks/>
            </p:cNvSpPr>
            <p:nvPr/>
          </p:nvSpPr>
          <p:spPr bwMode="auto">
            <a:xfrm>
              <a:off x="973" y="920"/>
              <a:ext cx="32" cy="23"/>
            </a:xfrm>
            <a:custGeom>
              <a:avLst/>
              <a:gdLst>
                <a:gd name="T0" fmla="*/ 71 w 19"/>
                <a:gd name="T1" fmla="*/ 0 h 14"/>
                <a:gd name="T2" fmla="*/ 91 w 19"/>
                <a:gd name="T3" fmla="*/ 33 h 14"/>
                <a:gd name="T4" fmla="*/ 67 w 19"/>
                <a:gd name="T5" fmla="*/ 58 h 14"/>
                <a:gd name="T6" fmla="*/ 34 w 19"/>
                <a:gd name="T7" fmla="*/ 58 h 14"/>
                <a:gd name="T8" fmla="*/ 13 w 19"/>
                <a:gd name="T9" fmla="*/ 54 h 14"/>
                <a:gd name="T10" fmla="*/ 0 w 19"/>
                <a:gd name="T11" fmla="*/ 33 h 14"/>
                <a:gd name="T12" fmla="*/ 13 w 19"/>
                <a:gd name="T13" fmla="*/ 5 h 14"/>
                <a:gd name="T14" fmla="*/ 71 w 19"/>
                <a:gd name="T15" fmla="*/ 0 h 1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9" h="14">
                  <a:moveTo>
                    <a:pt x="15" y="0"/>
                  </a:moveTo>
                  <a:cubicBezTo>
                    <a:pt x="17" y="2"/>
                    <a:pt x="19" y="4"/>
                    <a:pt x="19" y="7"/>
                  </a:cubicBezTo>
                  <a:cubicBezTo>
                    <a:pt x="19" y="10"/>
                    <a:pt x="17" y="12"/>
                    <a:pt x="14" y="13"/>
                  </a:cubicBezTo>
                  <a:cubicBezTo>
                    <a:pt x="12" y="14"/>
                    <a:pt x="10" y="14"/>
                    <a:pt x="7" y="13"/>
                  </a:cubicBezTo>
                  <a:cubicBezTo>
                    <a:pt x="6" y="13"/>
                    <a:pt x="4" y="12"/>
                    <a:pt x="3" y="12"/>
                  </a:cubicBezTo>
                  <a:cubicBezTo>
                    <a:pt x="2" y="11"/>
                    <a:pt x="0" y="9"/>
                    <a:pt x="0" y="7"/>
                  </a:cubicBezTo>
                  <a:cubicBezTo>
                    <a:pt x="0" y="5"/>
                    <a:pt x="1" y="3"/>
                    <a:pt x="3" y="1"/>
                  </a:cubicBezTo>
                  <a:cubicBezTo>
                    <a:pt x="7" y="1"/>
                    <a:pt x="11" y="0"/>
                    <a:pt x="15" y="0"/>
                  </a:cubicBezTo>
                  <a:close/>
                </a:path>
              </a:pathLst>
            </a:custGeom>
            <a:solidFill>
              <a:srgbClr val="2A100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1562" name="Oval 436">
              <a:extLst>
                <a:ext uri="{FF2B5EF4-FFF2-40B4-BE49-F238E27FC236}">
                  <a16:creationId xmlns:a16="http://schemas.microsoft.com/office/drawing/2014/main" id="{14A2C764-EC9A-4C03-8CCB-F755D1214C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83" y="925"/>
              <a:ext cx="12" cy="10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563" name="Freeform 437">
              <a:extLst>
                <a:ext uri="{FF2B5EF4-FFF2-40B4-BE49-F238E27FC236}">
                  <a16:creationId xmlns:a16="http://schemas.microsoft.com/office/drawing/2014/main" id="{7501C1B2-F80E-4BCD-B8E8-EBBE1C323B10}"/>
                </a:ext>
              </a:extLst>
            </p:cNvPr>
            <p:cNvSpPr>
              <a:spLocks/>
            </p:cNvSpPr>
            <p:nvPr/>
          </p:nvSpPr>
          <p:spPr bwMode="auto">
            <a:xfrm>
              <a:off x="978" y="925"/>
              <a:ext cx="10" cy="8"/>
            </a:xfrm>
            <a:custGeom>
              <a:avLst/>
              <a:gdLst>
                <a:gd name="T0" fmla="*/ 28 w 6"/>
                <a:gd name="T1" fmla="*/ 13 h 5"/>
                <a:gd name="T2" fmla="*/ 13 w 6"/>
                <a:gd name="T3" fmla="*/ 5 h 5"/>
                <a:gd name="T4" fmla="*/ 5 w 6"/>
                <a:gd name="T5" fmla="*/ 13 h 5"/>
                <a:gd name="T6" fmla="*/ 13 w 6"/>
                <a:gd name="T7" fmla="*/ 21 h 5"/>
                <a:gd name="T8" fmla="*/ 28 w 6"/>
                <a:gd name="T9" fmla="*/ 13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5">
                  <a:moveTo>
                    <a:pt x="6" y="3"/>
                  </a:moveTo>
                  <a:cubicBezTo>
                    <a:pt x="6" y="2"/>
                    <a:pt x="5" y="1"/>
                    <a:pt x="3" y="1"/>
                  </a:cubicBezTo>
                  <a:cubicBezTo>
                    <a:pt x="2" y="0"/>
                    <a:pt x="1" y="1"/>
                    <a:pt x="1" y="3"/>
                  </a:cubicBezTo>
                  <a:cubicBezTo>
                    <a:pt x="0" y="4"/>
                    <a:pt x="2" y="5"/>
                    <a:pt x="3" y="5"/>
                  </a:cubicBezTo>
                  <a:cubicBezTo>
                    <a:pt x="5" y="5"/>
                    <a:pt x="6" y="4"/>
                    <a:pt x="6" y="3"/>
                  </a:cubicBezTo>
                </a:path>
              </a:pathLst>
            </a:custGeom>
            <a:solidFill>
              <a:srgbClr val="E5AF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1564" name="Freeform 438">
              <a:extLst>
                <a:ext uri="{FF2B5EF4-FFF2-40B4-BE49-F238E27FC236}">
                  <a16:creationId xmlns:a16="http://schemas.microsoft.com/office/drawing/2014/main" id="{DBEC3A2D-E1E2-475C-80F2-D923908F51C7}"/>
                </a:ext>
              </a:extLst>
            </p:cNvPr>
            <p:cNvSpPr>
              <a:spLocks/>
            </p:cNvSpPr>
            <p:nvPr/>
          </p:nvSpPr>
          <p:spPr bwMode="auto">
            <a:xfrm>
              <a:off x="959" y="912"/>
              <a:ext cx="57" cy="34"/>
            </a:xfrm>
            <a:custGeom>
              <a:avLst/>
              <a:gdLst>
                <a:gd name="T0" fmla="*/ 0 w 35"/>
                <a:gd name="T1" fmla="*/ 47 h 21"/>
                <a:gd name="T2" fmla="*/ 21 w 35"/>
                <a:gd name="T3" fmla="*/ 39 h 21"/>
                <a:gd name="T4" fmla="*/ 151 w 35"/>
                <a:gd name="T5" fmla="*/ 50 h 21"/>
                <a:gd name="T6" fmla="*/ 68 w 35"/>
                <a:gd name="T7" fmla="*/ 76 h 21"/>
                <a:gd name="T8" fmla="*/ 13 w 35"/>
                <a:gd name="T9" fmla="*/ 55 h 21"/>
                <a:gd name="T10" fmla="*/ 0 w 35"/>
                <a:gd name="T11" fmla="*/ 47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5" h="21">
                  <a:moveTo>
                    <a:pt x="0" y="11"/>
                  </a:moveTo>
                  <a:cubicBezTo>
                    <a:pt x="0" y="11"/>
                    <a:pt x="3" y="9"/>
                    <a:pt x="5" y="9"/>
                  </a:cubicBezTo>
                  <a:cubicBezTo>
                    <a:pt x="6" y="8"/>
                    <a:pt x="30" y="0"/>
                    <a:pt x="35" y="12"/>
                  </a:cubicBezTo>
                  <a:cubicBezTo>
                    <a:pt x="35" y="12"/>
                    <a:pt x="29" y="21"/>
                    <a:pt x="16" y="18"/>
                  </a:cubicBezTo>
                  <a:cubicBezTo>
                    <a:pt x="4" y="15"/>
                    <a:pt x="6" y="12"/>
                    <a:pt x="3" y="13"/>
                  </a:cubicBezTo>
                  <a:cubicBezTo>
                    <a:pt x="0" y="13"/>
                    <a:pt x="0" y="13"/>
                    <a:pt x="0" y="11"/>
                  </a:cubicBezTo>
                  <a:close/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1565" name="Freeform 439">
              <a:extLst>
                <a:ext uri="{FF2B5EF4-FFF2-40B4-BE49-F238E27FC236}">
                  <a16:creationId xmlns:a16="http://schemas.microsoft.com/office/drawing/2014/main" id="{DAC1E463-FAF7-4B7F-A243-DC9E7D8DD24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5" y="910"/>
              <a:ext cx="42" cy="21"/>
            </a:xfrm>
            <a:custGeom>
              <a:avLst/>
              <a:gdLst>
                <a:gd name="T0" fmla="*/ 0 w 26"/>
                <a:gd name="T1" fmla="*/ 0 h 13"/>
                <a:gd name="T2" fmla="*/ 29 w 26"/>
                <a:gd name="T3" fmla="*/ 13 h 13"/>
                <a:gd name="T4" fmla="*/ 50 w 26"/>
                <a:gd name="T5" fmla="*/ 29 h 13"/>
                <a:gd name="T6" fmla="*/ 71 w 26"/>
                <a:gd name="T7" fmla="*/ 42 h 13"/>
                <a:gd name="T8" fmla="*/ 110 w 26"/>
                <a:gd name="T9" fmla="*/ 50 h 13"/>
                <a:gd name="T10" fmla="*/ 55 w 26"/>
                <a:gd name="T11" fmla="*/ 29 h 13"/>
                <a:gd name="T12" fmla="*/ 89 w 26"/>
                <a:gd name="T13" fmla="*/ 34 h 13"/>
                <a:gd name="T14" fmla="*/ 60 w 26"/>
                <a:gd name="T15" fmla="*/ 29 h 13"/>
                <a:gd name="T16" fmla="*/ 39 w 26"/>
                <a:gd name="T17" fmla="*/ 21 h 13"/>
                <a:gd name="T18" fmla="*/ 21 w 26"/>
                <a:gd name="T19" fmla="*/ 8 h 13"/>
                <a:gd name="T20" fmla="*/ 5 w 26"/>
                <a:gd name="T21" fmla="*/ 0 h 1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6" h="13">
                  <a:moveTo>
                    <a:pt x="0" y="0"/>
                  </a:moveTo>
                  <a:cubicBezTo>
                    <a:pt x="2" y="0"/>
                    <a:pt x="5" y="2"/>
                    <a:pt x="7" y="3"/>
                  </a:cubicBezTo>
                  <a:cubicBezTo>
                    <a:pt x="9" y="4"/>
                    <a:pt x="10" y="5"/>
                    <a:pt x="12" y="7"/>
                  </a:cubicBezTo>
                  <a:cubicBezTo>
                    <a:pt x="14" y="8"/>
                    <a:pt x="15" y="10"/>
                    <a:pt x="17" y="10"/>
                  </a:cubicBezTo>
                  <a:cubicBezTo>
                    <a:pt x="20" y="11"/>
                    <a:pt x="24" y="13"/>
                    <a:pt x="26" y="12"/>
                  </a:cubicBezTo>
                  <a:cubicBezTo>
                    <a:pt x="21" y="10"/>
                    <a:pt x="16" y="10"/>
                    <a:pt x="13" y="7"/>
                  </a:cubicBezTo>
                  <a:cubicBezTo>
                    <a:pt x="16" y="8"/>
                    <a:pt x="18" y="8"/>
                    <a:pt x="21" y="8"/>
                  </a:cubicBezTo>
                  <a:cubicBezTo>
                    <a:pt x="19" y="8"/>
                    <a:pt x="17" y="7"/>
                    <a:pt x="14" y="7"/>
                  </a:cubicBezTo>
                  <a:cubicBezTo>
                    <a:pt x="13" y="6"/>
                    <a:pt x="11" y="5"/>
                    <a:pt x="9" y="5"/>
                  </a:cubicBezTo>
                  <a:cubicBezTo>
                    <a:pt x="8" y="4"/>
                    <a:pt x="7" y="3"/>
                    <a:pt x="5" y="2"/>
                  </a:cubicBezTo>
                  <a:cubicBezTo>
                    <a:pt x="4" y="1"/>
                    <a:pt x="2" y="1"/>
                    <a:pt x="1" y="0"/>
                  </a:cubicBezTo>
                </a:path>
              </a:pathLst>
            </a:custGeom>
            <a:solidFill>
              <a:srgbClr val="8E4C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1566" name="Freeform 440">
              <a:extLst>
                <a:ext uri="{FF2B5EF4-FFF2-40B4-BE49-F238E27FC236}">
                  <a16:creationId xmlns:a16="http://schemas.microsoft.com/office/drawing/2014/main" id="{4F4D57E6-3C36-4954-A86C-34A1C4172D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7" y="907"/>
              <a:ext cx="20" cy="8"/>
            </a:xfrm>
            <a:custGeom>
              <a:avLst/>
              <a:gdLst>
                <a:gd name="T0" fmla="*/ 0 w 12"/>
                <a:gd name="T1" fmla="*/ 0 h 5"/>
                <a:gd name="T2" fmla="*/ 37 w 12"/>
                <a:gd name="T3" fmla="*/ 16 h 5"/>
                <a:gd name="T4" fmla="*/ 55 w 12"/>
                <a:gd name="T5" fmla="*/ 16 h 5"/>
                <a:gd name="T6" fmla="*/ 28 w 12"/>
                <a:gd name="T7" fmla="*/ 13 h 5"/>
                <a:gd name="T8" fmla="*/ 0 w 12"/>
                <a:gd name="T9" fmla="*/ 5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5">
                  <a:moveTo>
                    <a:pt x="0" y="0"/>
                  </a:moveTo>
                  <a:cubicBezTo>
                    <a:pt x="2" y="3"/>
                    <a:pt x="4" y="3"/>
                    <a:pt x="8" y="4"/>
                  </a:cubicBezTo>
                  <a:cubicBezTo>
                    <a:pt x="10" y="4"/>
                    <a:pt x="10" y="5"/>
                    <a:pt x="12" y="4"/>
                  </a:cubicBezTo>
                  <a:cubicBezTo>
                    <a:pt x="9" y="3"/>
                    <a:pt x="9" y="3"/>
                    <a:pt x="6" y="3"/>
                  </a:cubicBezTo>
                  <a:cubicBezTo>
                    <a:pt x="4" y="3"/>
                    <a:pt x="2" y="2"/>
                    <a:pt x="0" y="1"/>
                  </a:cubicBezTo>
                </a:path>
              </a:pathLst>
            </a:custGeom>
            <a:solidFill>
              <a:srgbClr val="8E4C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1567" name="Freeform 441">
              <a:extLst>
                <a:ext uri="{FF2B5EF4-FFF2-40B4-BE49-F238E27FC236}">
                  <a16:creationId xmlns:a16="http://schemas.microsoft.com/office/drawing/2014/main" id="{015CD114-29F8-4806-B684-5FE070C5932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6" y="904"/>
              <a:ext cx="16" cy="5"/>
            </a:xfrm>
            <a:custGeom>
              <a:avLst/>
              <a:gdLst>
                <a:gd name="T0" fmla="*/ 0 w 10"/>
                <a:gd name="T1" fmla="*/ 0 h 3"/>
                <a:gd name="T2" fmla="*/ 26 w 10"/>
                <a:gd name="T3" fmla="*/ 13 h 3"/>
                <a:gd name="T4" fmla="*/ 42 w 10"/>
                <a:gd name="T5" fmla="*/ 13 h 3"/>
                <a:gd name="T6" fmla="*/ 16 w 10"/>
                <a:gd name="T7" fmla="*/ 5 h 3"/>
                <a:gd name="T8" fmla="*/ 5 w 10"/>
                <a:gd name="T9" fmla="*/ 5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3">
                  <a:moveTo>
                    <a:pt x="0" y="0"/>
                  </a:moveTo>
                  <a:cubicBezTo>
                    <a:pt x="2" y="1"/>
                    <a:pt x="4" y="2"/>
                    <a:pt x="6" y="3"/>
                  </a:cubicBezTo>
                  <a:cubicBezTo>
                    <a:pt x="7" y="3"/>
                    <a:pt x="9" y="3"/>
                    <a:pt x="10" y="3"/>
                  </a:cubicBezTo>
                  <a:cubicBezTo>
                    <a:pt x="8" y="3"/>
                    <a:pt x="6" y="2"/>
                    <a:pt x="4" y="1"/>
                  </a:cubicBezTo>
                  <a:cubicBezTo>
                    <a:pt x="3" y="1"/>
                    <a:pt x="1" y="1"/>
                    <a:pt x="1" y="1"/>
                  </a:cubicBezTo>
                </a:path>
              </a:pathLst>
            </a:custGeom>
            <a:solidFill>
              <a:srgbClr val="8E4C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1568" name="Freeform 442">
              <a:extLst>
                <a:ext uri="{FF2B5EF4-FFF2-40B4-BE49-F238E27FC236}">
                  <a16:creationId xmlns:a16="http://schemas.microsoft.com/office/drawing/2014/main" id="{D4815DA1-2E87-4FA9-B466-4C87D5F10B1C}"/>
                </a:ext>
              </a:extLst>
            </p:cNvPr>
            <p:cNvSpPr>
              <a:spLocks/>
            </p:cNvSpPr>
            <p:nvPr/>
          </p:nvSpPr>
          <p:spPr bwMode="auto">
            <a:xfrm>
              <a:off x="957" y="941"/>
              <a:ext cx="26" cy="8"/>
            </a:xfrm>
            <a:custGeom>
              <a:avLst/>
              <a:gdLst>
                <a:gd name="T0" fmla="*/ 0 w 16"/>
                <a:gd name="T1" fmla="*/ 0 h 5"/>
                <a:gd name="T2" fmla="*/ 29 w 16"/>
                <a:gd name="T3" fmla="*/ 8 h 5"/>
                <a:gd name="T4" fmla="*/ 47 w 16"/>
                <a:gd name="T5" fmla="*/ 16 h 5"/>
                <a:gd name="T6" fmla="*/ 68 w 16"/>
                <a:gd name="T7" fmla="*/ 21 h 5"/>
                <a:gd name="T8" fmla="*/ 29 w 16"/>
                <a:gd name="T9" fmla="*/ 13 h 5"/>
                <a:gd name="T10" fmla="*/ 5 w 16"/>
                <a:gd name="T11" fmla="*/ 0 h 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" h="5">
                  <a:moveTo>
                    <a:pt x="0" y="0"/>
                  </a:moveTo>
                  <a:cubicBezTo>
                    <a:pt x="2" y="0"/>
                    <a:pt x="5" y="1"/>
                    <a:pt x="7" y="2"/>
                  </a:cubicBezTo>
                  <a:cubicBezTo>
                    <a:pt x="8" y="2"/>
                    <a:pt x="10" y="3"/>
                    <a:pt x="11" y="4"/>
                  </a:cubicBezTo>
                  <a:cubicBezTo>
                    <a:pt x="13" y="4"/>
                    <a:pt x="15" y="4"/>
                    <a:pt x="16" y="5"/>
                  </a:cubicBezTo>
                  <a:cubicBezTo>
                    <a:pt x="13" y="5"/>
                    <a:pt x="10" y="4"/>
                    <a:pt x="7" y="3"/>
                  </a:cubicBezTo>
                  <a:cubicBezTo>
                    <a:pt x="6" y="2"/>
                    <a:pt x="3" y="0"/>
                    <a:pt x="1" y="0"/>
                  </a:cubicBezTo>
                </a:path>
              </a:pathLst>
            </a:custGeom>
            <a:solidFill>
              <a:srgbClr val="8E4C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1569" name="Freeform 443">
              <a:extLst>
                <a:ext uri="{FF2B5EF4-FFF2-40B4-BE49-F238E27FC236}">
                  <a16:creationId xmlns:a16="http://schemas.microsoft.com/office/drawing/2014/main" id="{38127725-EF7D-4FEC-A45B-198446332A8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4" y="930"/>
              <a:ext cx="10" cy="1"/>
            </a:xfrm>
            <a:custGeom>
              <a:avLst/>
              <a:gdLst>
                <a:gd name="T0" fmla="*/ 28 w 6"/>
                <a:gd name="T1" fmla="*/ 0 h 1"/>
                <a:gd name="T2" fmla="*/ 0 w 6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">
                  <a:moveTo>
                    <a:pt x="6" y="0"/>
                  </a:moveTo>
                  <a:cubicBezTo>
                    <a:pt x="4" y="0"/>
                    <a:pt x="2" y="0"/>
                    <a:pt x="0" y="0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1570" name="Freeform 444">
              <a:extLst>
                <a:ext uri="{FF2B5EF4-FFF2-40B4-BE49-F238E27FC236}">
                  <a16:creationId xmlns:a16="http://schemas.microsoft.com/office/drawing/2014/main" id="{2CD114E8-722F-4C6A-8C15-3573F7864B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3" y="925"/>
              <a:ext cx="6" cy="2"/>
            </a:xfrm>
            <a:custGeom>
              <a:avLst/>
              <a:gdLst>
                <a:gd name="T0" fmla="*/ 0 w 4"/>
                <a:gd name="T1" fmla="*/ 0 h 1"/>
                <a:gd name="T2" fmla="*/ 14 w 4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0" y="0"/>
                  </a:moveTo>
                  <a:cubicBezTo>
                    <a:pt x="1" y="0"/>
                    <a:pt x="3" y="1"/>
                    <a:pt x="4" y="0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1571" name="Freeform 445">
              <a:extLst>
                <a:ext uri="{FF2B5EF4-FFF2-40B4-BE49-F238E27FC236}">
                  <a16:creationId xmlns:a16="http://schemas.microsoft.com/office/drawing/2014/main" id="{3D6D2DBE-1DD7-4FC5-8EB1-B730B4BE77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8" y="920"/>
              <a:ext cx="6" cy="2"/>
            </a:xfrm>
            <a:custGeom>
              <a:avLst/>
              <a:gdLst>
                <a:gd name="T0" fmla="*/ 0 w 4"/>
                <a:gd name="T1" fmla="*/ 8 h 1"/>
                <a:gd name="T2" fmla="*/ 14 w 4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0" y="1"/>
                  </a:moveTo>
                  <a:cubicBezTo>
                    <a:pt x="1" y="1"/>
                    <a:pt x="3" y="1"/>
                    <a:pt x="4" y="0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1572" name="Freeform 446">
              <a:extLst>
                <a:ext uri="{FF2B5EF4-FFF2-40B4-BE49-F238E27FC236}">
                  <a16:creationId xmlns:a16="http://schemas.microsoft.com/office/drawing/2014/main" id="{C0898A59-E6BF-478C-AEDC-1954B525F80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6" y="949"/>
              <a:ext cx="23" cy="12"/>
            </a:xfrm>
            <a:custGeom>
              <a:avLst/>
              <a:gdLst>
                <a:gd name="T0" fmla="*/ 0 w 14"/>
                <a:gd name="T1" fmla="*/ 0 h 7"/>
                <a:gd name="T2" fmla="*/ 62 w 14"/>
                <a:gd name="T3" fmla="*/ 36 h 7"/>
                <a:gd name="T4" fmla="*/ 5 w 14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7">
                  <a:moveTo>
                    <a:pt x="0" y="0"/>
                  </a:moveTo>
                  <a:cubicBezTo>
                    <a:pt x="6" y="1"/>
                    <a:pt x="10" y="3"/>
                    <a:pt x="14" y="7"/>
                  </a:cubicBezTo>
                  <a:cubicBezTo>
                    <a:pt x="13" y="2"/>
                    <a:pt x="5" y="0"/>
                    <a:pt x="1" y="0"/>
                  </a:cubicBezTo>
                </a:path>
              </a:pathLst>
            </a:custGeom>
            <a:solidFill>
              <a:srgbClr val="C17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1573" name="Freeform 447">
              <a:extLst>
                <a:ext uri="{FF2B5EF4-FFF2-40B4-BE49-F238E27FC236}">
                  <a16:creationId xmlns:a16="http://schemas.microsoft.com/office/drawing/2014/main" id="{69E25DC9-FE4C-4BFD-9531-7E323DB9E46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1" y="928"/>
              <a:ext cx="16" cy="7"/>
            </a:xfrm>
            <a:custGeom>
              <a:avLst/>
              <a:gdLst>
                <a:gd name="T0" fmla="*/ 0 w 10"/>
                <a:gd name="T1" fmla="*/ 0 h 4"/>
                <a:gd name="T2" fmla="*/ 21 w 10"/>
                <a:gd name="T3" fmla="*/ 12 h 4"/>
                <a:gd name="T4" fmla="*/ 42 w 10"/>
                <a:gd name="T5" fmla="*/ 21 h 4"/>
                <a:gd name="T6" fmla="*/ 0 w 10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4">
                  <a:moveTo>
                    <a:pt x="0" y="0"/>
                  </a:moveTo>
                  <a:cubicBezTo>
                    <a:pt x="1" y="1"/>
                    <a:pt x="3" y="2"/>
                    <a:pt x="5" y="2"/>
                  </a:cubicBezTo>
                  <a:cubicBezTo>
                    <a:pt x="6" y="3"/>
                    <a:pt x="8" y="4"/>
                    <a:pt x="10" y="4"/>
                  </a:cubicBezTo>
                  <a:cubicBezTo>
                    <a:pt x="6" y="4"/>
                    <a:pt x="4" y="0"/>
                    <a:pt x="0" y="0"/>
                  </a:cubicBezTo>
                </a:path>
              </a:pathLst>
            </a:custGeom>
            <a:solidFill>
              <a:srgbClr val="C17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1574" name="Freeform 448">
              <a:extLst>
                <a:ext uri="{FF2B5EF4-FFF2-40B4-BE49-F238E27FC236}">
                  <a16:creationId xmlns:a16="http://schemas.microsoft.com/office/drawing/2014/main" id="{D615F1A3-8A05-4C14-AA1E-F39BD61EEA8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1" y="938"/>
              <a:ext cx="13" cy="10"/>
            </a:xfrm>
            <a:custGeom>
              <a:avLst/>
              <a:gdLst>
                <a:gd name="T0" fmla="*/ 0 w 8"/>
                <a:gd name="T1" fmla="*/ 0 h 6"/>
                <a:gd name="T2" fmla="*/ 21 w 8"/>
                <a:gd name="T3" fmla="*/ 13 h 6"/>
                <a:gd name="T4" fmla="*/ 34 w 8"/>
                <a:gd name="T5" fmla="*/ 22 h 6"/>
                <a:gd name="T6" fmla="*/ 5 w 8"/>
                <a:gd name="T7" fmla="*/ 5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1" y="1"/>
                    <a:pt x="3" y="3"/>
                    <a:pt x="5" y="3"/>
                  </a:cubicBezTo>
                  <a:cubicBezTo>
                    <a:pt x="6" y="4"/>
                    <a:pt x="8" y="4"/>
                    <a:pt x="8" y="5"/>
                  </a:cubicBezTo>
                  <a:cubicBezTo>
                    <a:pt x="7" y="6"/>
                    <a:pt x="1" y="2"/>
                    <a:pt x="1" y="1"/>
                  </a:cubicBezTo>
                </a:path>
              </a:pathLst>
            </a:custGeom>
            <a:solidFill>
              <a:srgbClr val="C17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1575" name="Freeform 449">
              <a:extLst>
                <a:ext uri="{FF2B5EF4-FFF2-40B4-BE49-F238E27FC236}">
                  <a16:creationId xmlns:a16="http://schemas.microsoft.com/office/drawing/2014/main" id="{F221F272-84CD-44DB-AB67-78C677D9C9D8}"/>
                </a:ext>
              </a:extLst>
            </p:cNvPr>
            <p:cNvSpPr>
              <a:spLocks/>
            </p:cNvSpPr>
            <p:nvPr/>
          </p:nvSpPr>
          <p:spPr bwMode="auto">
            <a:xfrm>
              <a:off x="823" y="1024"/>
              <a:ext cx="26" cy="28"/>
            </a:xfrm>
            <a:custGeom>
              <a:avLst/>
              <a:gdLst>
                <a:gd name="T0" fmla="*/ 68 w 16"/>
                <a:gd name="T1" fmla="*/ 0 h 17"/>
                <a:gd name="T2" fmla="*/ 29 w 16"/>
                <a:gd name="T3" fmla="*/ 21 h 17"/>
                <a:gd name="T4" fmla="*/ 34 w 16"/>
                <a:gd name="T5" fmla="*/ 76 h 17"/>
                <a:gd name="T6" fmla="*/ 21 w 16"/>
                <a:gd name="T7" fmla="*/ 5 h 17"/>
                <a:gd name="T8" fmla="*/ 47 w 16"/>
                <a:gd name="T9" fmla="*/ 5 h 17"/>
                <a:gd name="T10" fmla="*/ 63 w 16"/>
                <a:gd name="T11" fmla="*/ 0 h 1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" h="17">
                  <a:moveTo>
                    <a:pt x="16" y="0"/>
                  </a:moveTo>
                  <a:cubicBezTo>
                    <a:pt x="13" y="1"/>
                    <a:pt x="9" y="1"/>
                    <a:pt x="7" y="5"/>
                  </a:cubicBezTo>
                  <a:cubicBezTo>
                    <a:pt x="5" y="9"/>
                    <a:pt x="7" y="13"/>
                    <a:pt x="8" y="17"/>
                  </a:cubicBezTo>
                  <a:cubicBezTo>
                    <a:pt x="6" y="15"/>
                    <a:pt x="0" y="4"/>
                    <a:pt x="5" y="1"/>
                  </a:cubicBezTo>
                  <a:cubicBezTo>
                    <a:pt x="6" y="0"/>
                    <a:pt x="9" y="0"/>
                    <a:pt x="11" y="1"/>
                  </a:cubicBezTo>
                  <a:cubicBezTo>
                    <a:pt x="12" y="1"/>
                    <a:pt x="14" y="0"/>
                    <a:pt x="15" y="0"/>
                  </a:cubicBezTo>
                </a:path>
              </a:pathLst>
            </a:custGeom>
            <a:solidFill>
              <a:srgbClr val="C17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1576" name="Freeform 450">
              <a:extLst>
                <a:ext uri="{FF2B5EF4-FFF2-40B4-BE49-F238E27FC236}">
                  <a16:creationId xmlns:a16="http://schemas.microsoft.com/office/drawing/2014/main" id="{0A0CDFA2-157D-46AB-B630-D844979D53DF}"/>
                </a:ext>
              </a:extLst>
            </p:cNvPr>
            <p:cNvSpPr>
              <a:spLocks/>
            </p:cNvSpPr>
            <p:nvPr/>
          </p:nvSpPr>
          <p:spPr bwMode="auto">
            <a:xfrm>
              <a:off x="841" y="1034"/>
              <a:ext cx="10" cy="16"/>
            </a:xfrm>
            <a:custGeom>
              <a:avLst/>
              <a:gdLst>
                <a:gd name="T0" fmla="*/ 28 w 6"/>
                <a:gd name="T1" fmla="*/ 0 h 10"/>
                <a:gd name="T2" fmla="*/ 5 w 6"/>
                <a:gd name="T3" fmla="*/ 16 h 10"/>
                <a:gd name="T4" fmla="*/ 20 w 6"/>
                <a:gd name="T5" fmla="*/ 42 h 10"/>
                <a:gd name="T6" fmla="*/ 22 w 6"/>
                <a:gd name="T7" fmla="*/ 5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10">
                  <a:moveTo>
                    <a:pt x="6" y="0"/>
                  </a:moveTo>
                  <a:cubicBezTo>
                    <a:pt x="3" y="1"/>
                    <a:pt x="1" y="1"/>
                    <a:pt x="1" y="4"/>
                  </a:cubicBezTo>
                  <a:cubicBezTo>
                    <a:pt x="1" y="6"/>
                    <a:pt x="3" y="8"/>
                    <a:pt x="4" y="10"/>
                  </a:cubicBezTo>
                  <a:cubicBezTo>
                    <a:pt x="0" y="7"/>
                    <a:pt x="1" y="2"/>
                    <a:pt x="5" y="1"/>
                  </a:cubicBezTo>
                </a:path>
              </a:pathLst>
            </a:custGeom>
            <a:solidFill>
              <a:srgbClr val="8E4C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1577" name="Freeform 451">
              <a:extLst>
                <a:ext uri="{FF2B5EF4-FFF2-40B4-BE49-F238E27FC236}">
                  <a16:creationId xmlns:a16="http://schemas.microsoft.com/office/drawing/2014/main" id="{FC08161C-280F-4EE6-A03B-C2411515082E}"/>
                </a:ext>
              </a:extLst>
            </p:cNvPr>
            <p:cNvSpPr>
              <a:spLocks/>
            </p:cNvSpPr>
            <p:nvPr/>
          </p:nvSpPr>
          <p:spPr bwMode="auto">
            <a:xfrm>
              <a:off x="877" y="1013"/>
              <a:ext cx="70" cy="36"/>
            </a:xfrm>
            <a:custGeom>
              <a:avLst/>
              <a:gdLst>
                <a:gd name="T0" fmla="*/ 177 w 43"/>
                <a:gd name="T1" fmla="*/ 0 h 22"/>
                <a:gd name="T2" fmla="*/ 160 w 43"/>
                <a:gd name="T3" fmla="*/ 62 h 22"/>
                <a:gd name="T4" fmla="*/ 132 w 43"/>
                <a:gd name="T5" fmla="*/ 62 h 22"/>
                <a:gd name="T6" fmla="*/ 98 w 43"/>
                <a:gd name="T7" fmla="*/ 88 h 22"/>
                <a:gd name="T8" fmla="*/ 90 w 43"/>
                <a:gd name="T9" fmla="*/ 88 h 22"/>
                <a:gd name="T10" fmla="*/ 54 w 43"/>
                <a:gd name="T11" fmla="*/ 62 h 22"/>
                <a:gd name="T12" fmla="*/ 26 w 43"/>
                <a:gd name="T13" fmla="*/ 56 h 22"/>
                <a:gd name="T14" fmla="*/ 13 w 43"/>
                <a:gd name="T15" fmla="*/ 0 h 22"/>
                <a:gd name="T16" fmla="*/ 18 w 43"/>
                <a:gd name="T17" fmla="*/ 29 h 22"/>
                <a:gd name="T18" fmla="*/ 42 w 43"/>
                <a:gd name="T19" fmla="*/ 62 h 22"/>
                <a:gd name="T20" fmla="*/ 68 w 43"/>
                <a:gd name="T21" fmla="*/ 70 h 22"/>
                <a:gd name="T22" fmla="*/ 130 w 43"/>
                <a:gd name="T23" fmla="*/ 62 h 22"/>
                <a:gd name="T24" fmla="*/ 147 w 43"/>
                <a:gd name="T25" fmla="*/ 62 h 22"/>
                <a:gd name="T26" fmla="*/ 168 w 43"/>
                <a:gd name="T27" fmla="*/ 41 h 22"/>
                <a:gd name="T28" fmla="*/ 177 w 43"/>
                <a:gd name="T29" fmla="*/ 0 h 22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43" h="22">
                  <a:moveTo>
                    <a:pt x="41" y="0"/>
                  </a:moveTo>
                  <a:cubicBezTo>
                    <a:pt x="43" y="5"/>
                    <a:pt x="40" y="8"/>
                    <a:pt x="37" y="14"/>
                  </a:cubicBezTo>
                  <a:cubicBezTo>
                    <a:pt x="35" y="17"/>
                    <a:pt x="34" y="14"/>
                    <a:pt x="31" y="14"/>
                  </a:cubicBezTo>
                  <a:cubicBezTo>
                    <a:pt x="30" y="15"/>
                    <a:pt x="28" y="19"/>
                    <a:pt x="23" y="20"/>
                  </a:cubicBezTo>
                  <a:cubicBezTo>
                    <a:pt x="22" y="20"/>
                    <a:pt x="22" y="20"/>
                    <a:pt x="21" y="20"/>
                  </a:cubicBezTo>
                  <a:cubicBezTo>
                    <a:pt x="16" y="19"/>
                    <a:pt x="14" y="14"/>
                    <a:pt x="12" y="14"/>
                  </a:cubicBezTo>
                  <a:cubicBezTo>
                    <a:pt x="10" y="13"/>
                    <a:pt x="9" y="16"/>
                    <a:pt x="6" y="13"/>
                  </a:cubicBezTo>
                  <a:cubicBezTo>
                    <a:pt x="3" y="8"/>
                    <a:pt x="0" y="1"/>
                    <a:pt x="3" y="0"/>
                  </a:cubicBezTo>
                  <a:cubicBezTo>
                    <a:pt x="3" y="0"/>
                    <a:pt x="1" y="2"/>
                    <a:pt x="4" y="7"/>
                  </a:cubicBezTo>
                  <a:cubicBezTo>
                    <a:pt x="6" y="13"/>
                    <a:pt x="8" y="14"/>
                    <a:pt x="10" y="14"/>
                  </a:cubicBezTo>
                  <a:cubicBezTo>
                    <a:pt x="12" y="13"/>
                    <a:pt x="13" y="12"/>
                    <a:pt x="16" y="16"/>
                  </a:cubicBezTo>
                  <a:cubicBezTo>
                    <a:pt x="21" y="22"/>
                    <a:pt x="24" y="20"/>
                    <a:pt x="30" y="14"/>
                  </a:cubicBezTo>
                  <a:cubicBezTo>
                    <a:pt x="32" y="13"/>
                    <a:pt x="33" y="13"/>
                    <a:pt x="34" y="14"/>
                  </a:cubicBezTo>
                  <a:cubicBezTo>
                    <a:pt x="35" y="14"/>
                    <a:pt x="37" y="14"/>
                    <a:pt x="39" y="9"/>
                  </a:cubicBezTo>
                  <a:cubicBezTo>
                    <a:pt x="40" y="7"/>
                    <a:pt x="43" y="4"/>
                    <a:pt x="41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1578" name="Freeform 452">
              <a:extLst>
                <a:ext uri="{FF2B5EF4-FFF2-40B4-BE49-F238E27FC236}">
                  <a16:creationId xmlns:a16="http://schemas.microsoft.com/office/drawing/2014/main" id="{7B0A97CC-5164-429C-A042-E05C6E4516F0}"/>
                </a:ext>
              </a:extLst>
            </p:cNvPr>
            <p:cNvSpPr>
              <a:spLocks/>
            </p:cNvSpPr>
            <p:nvPr/>
          </p:nvSpPr>
          <p:spPr bwMode="auto">
            <a:xfrm>
              <a:off x="838" y="1014"/>
              <a:ext cx="42" cy="38"/>
            </a:xfrm>
            <a:custGeom>
              <a:avLst/>
              <a:gdLst>
                <a:gd name="T0" fmla="*/ 110 w 26"/>
                <a:gd name="T1" fmla="*/ 0 h 23"/>
                <a:gd name="T2" fmla="*/ 42 w 26"/>
                <a:gd name="T3" fmla="*/ 46 h 23"/>
                <a:gd name="T4" fmla="*/ 8 w 26"/>
                <a:gd name="T5" fmla="*/ 63 h 23"/>
                <a:gd name="T6" fmla="*/ 13 w 26"/>
                <a:gd name="T7" fmla="*/ 104 h 23"/>
                <a:gd name="T8" fmla="*/ 5 w 26"/>
                <a:gd name="T9" fmla="*/ 63 h 23"/>
                <a:gd name="T10" fmla="*/ 39 w 26"/>
                <a:gd name="T11" fmla="*/ 41 h 23"/>
                <a:gd name="T12" fmla="*/ 76 w 26"/>
                <a:gd name="T13" fmla="*/ 28 h 23"/>
                <a:gd name="T14" fmla="*/ 110 w 26"/>
                <a:gd name="T15" fmla="*/ 5 h 2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6" h="23">
                  <a:moveTo>
                    <a:pt x="26" y="0"/>
                  </a:moveTo>
                  <a:cubicBezTo>
                    <a:pt x="24" y="6"/>
                    <a:pt x="15" y="8"/>
                    <a:pt x="10" y="10"/>
                  </a:cubicBezTo>
                  <a:cubicBezTo>
                    <a:pt x="7" y="11"/>
                    <a:pt x="4" y="12"/>
                    <a:pt x="2" y="14"/>
                  </a:cubicBezTo>
                  <a:cubicBezTo>
                    <a:pt x="1" y="17"/>
                    <a:pt x="1" y="21"/>
                    <a:pt x="3" y="23"/>
                  </a:cubicBezTo>
                  <a:cubicBezTo>
                    <a:pt x="1" y="21"/>
                    <a:pt x="0" y="17"/>
                    <a:pt x="1" y="14"/>
                  </a:cubicBezTo>
                  <a:cubicBezTo>
                    <a:pt x="2" y="11"/>
                    <a:pt x="6" y="10"/>
                    <a:pt x="9" y="9"/>
                  </a:cubicBezTo>
                  <a:cubicBezTo>
                    <a:pt x="12" y="9"/>
                    <a:pt x="15" y="7"/>
                    <a:pt x="18" y="6"/>
                  </a:cubicBezTo>
                  <a:cubicBezTo>
                    <a:pt x="20" y="5"/>
                    <a:pt x="25" y="3"/>
                    <a:pt x="26" y="1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1579" name="Freeform 453">
              <a:extLst>
                <a:ext uri="{FF2B5EF4-FFF2-40B4-BE49-F238E27FC236}">
                  <a16:creationId xmlns:a16="http://schemas.microsoft.com/office/drawing/2014/main" id="{D3B6B07A-5543-4837-A23F-18EF559B4D83}"/>
                </a:ext>
              </a:extLst>
            </p:cNvPr>
            <p:cNvSpPr>
              <a:spLocks/>
            </p:cNvSpPr>
            <p:nvPr/>
          </p:nvSpPr>
          <p:spPr bwMode="auto">
            <a:xfrm>
              <a:off x="975" y="1024"/>
              <a:ext cx="26" cy="28"/>
            </a:xfrm>
            <a:custGeom>
              <a:avLst/>
              <a:gdLst>
                <a:gd name="T0" fmla="*/ 0 w 16"/>
                <a:gd name="T1" fmla="*/ 0 h 17"/>
                <a:gd name="T2" fmla="*/ 39 w 16"/>
                <a:gd name="T3" fmla="*/ 21 h 17"/>
                <a:gd name="T4" fmla="*/ 34 w 16"/>
                <a:gd name="T5" fmla="*/ 76 h 17"/>
                <a:gd name="T6" fmla="*/ 54 w 16"/>
                <a:gd name="T7" fmla="*/ 5 h 17"/>
                <a:gd name="T8" fmla="*/ 26 w 16"/>
                <a:gd name="T9" fmla="*/ 5 h 17"/>
                <a:gd name="T10" fmla="*/ 5 w 16"/>
                <a:gd name="T11" fmla="*/ 0 h 1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" h="17">
                  <a:moveTo>
                    <a:pt x="0" y="0"/>
                  </a:moveTo>
                  <a:cubicBezTo>
                    <a:pt x="3" y="1"/>
                    <a:pt x="8" y="1"/>
                    <a:pt x="9" y="5"/>
                  </a:cubicBezTo>
                  <a:cubicBezTo>
                    <a:pt x="11" y="9"/>
                    <a:pt x="9" y="13"/>
                    <a:pt x="8" y="17"/>
                  </a:cubicBezTo>
                  <a:cubicBezTo>
                    <a:pt x="10" y="15"/>
                    <a:pt x="16" y="4"/>
                    <a:pt x="12" y="1"/>
                  </a:cubicBezTo>
                  <a:cubicBezTo>
                    <a:pt x="10" y="0"/>
                    <a:pt x="7" y="0"/>
                    <a:pt x="6" y="1"/>
                  </a:cubicBezTo>
                  <a:cubicBezTo>
                    <a:pt x="4" y="1"/>
                    <a:pt x="2" y="0"/>
                    <a:pt x="1" y="0"/>
                  </a:cubicBezTo>
                </a:path>
              </a:pathLst>
            </a:custGeom>
            <a:solidFill>
              <a:srgbClr val="C17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1580" name="Freeform 454">
              <a:extLst>
                <a:ext uri="{FF2B5EF4-FFF2-40B4-BE49-F238E27FC236}">
                  <a16:creationId xmlns:a16="http://schemas.microsoft.com/office/drawing/2014/main" id="{DC1EC79A-AA98-44BC-B3E4-BF1A2844BE42}"/>
                </a:ext>
              </a:extLst>
            </p:cNvPr>
            <p:cNvSpPr>
              <a:spLocks/>
            </p:cNvSpPr>
            <p:nvPr/>
          </p:nvSpPr>
          <p:spPr bwMode="auto">
            <a:xfrm>
              <a:off x="973" y="1034"/>
              <a:ext cx="10" cy="16"/>
            </a:xfrm>
            <a:custGeom>
              <a:avLst/>
              <a:gdLst>
                <a:gd name="T0" fmla="*/ 0 w 6"/>
                <a:gd name="T1" fmla="*/ 0 h 10"/>
                <a:gd name="T2" fmla="*/ 22 w 6"/>
                <a:gd name="T3" fmla="*/ 16 h 10"/>
                <a:gd name="T4" fmla="*/ 13 w 6"/>
                <a:gd name="T5" fmla="*/ 42 h 10"/>
                <a:gd name="T6" fmla="*/ 5 w 6"/>
                <a:gd name="T7" fmla="*/ 5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10">
                  <a:moveTo>
                    <a:pt x="0" y="0"/>
                  </a:moveTo>
                  <a:cubicBezTo>
                    <a:pt x="3" y="1"/>
                    <a:pt x="5" y="1"/>
                    <a:pt x="5" y="4"/>
                  </a:cubicBezTo>
                  <a:cubicBezTo>
                    <a:pt x="6" y="6"/>
                    <a:pt x="3" y="8"/>
                    <a:pt x="3" y="10"/>
                  </a:cubicBezTo>
                  <a:cubicBezTo>
                    <a:pt x="6" y="7"/>
                    <a:pt x="5" y="2"/>
                    <a:pt x="1" y="1"/>
                  </a:cubicBezTo>
                </a:path>
              </a:pathLst>
            </a:custGeom>
            <a:solidFill>
              <a:srgbClr val="8E4C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1581" name="Freeform 455">
              <a:extLst>
                <a:ext uri="{FF2B5EF4-FFF2-40B4-BE49-F238E27FC236}">
                  <a16:creationId xmlns:a16="http://schemas.microsoft.com/office/drawing/2014/main" id="{4FACB987-3935-4A80-B185-078DAEA02441}"/>
                </a:ext>
              </a:extLst>
            </p:cNvPr>
            <p:cNvSpPr>
              <a:spLocks/>
            </p:cNvSpPr>
            <p:nvPr/>
          </p:nvSpPr>
          <p:spPr bwMode="auto">
            <a:xfrm>
              <a:off x="944" y="1014"/>
              <a:ext cx="43" cy="38"/>
            </a:xfrm>
            <a:custGeom>
              <a:avLst/>
              <a:gdLst>
                <a:gd name="T0" fmla="*/ 0 w 26"/>
                <a:gd name="T1" fmla="*/ 0 h 23"/>
                <a:gd name="T2" fmla="*/ 76 w 26"/>
                <a:gd name="T3" fmla="*/ 46 h 23"/>
                <a:gd name="T4" fmla="*/ 109 w 26"/>
                <a:gd name="T5" fmla="*/ 63 h 23"/>
                <a:gd name="T6" fmla="*/ 104 w 26"/>
                <a:gd name="T7" fmla="*/ 104 h 23"/>
                <a:gd name="T8" fmla="*/ 112 w 26"/>
                <a:gd name="T9" fmla="*/ 63 h 23"/>
                <a:gd name="T10" fmla="*/ 76 w 26"/>
                <a:gd name="T11" fmla="*/ 41 h 23"/>
                <a:gd name="T12" fmla="*/ 36 w 26"/>
                <a:gd name="T13" fmla="*/ 28 h 23"/>
                <a:gd name="T14" fmla="*/ 0 w 26"/>
                <a:gd name="T15" fmla="*/ 5 h 2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6" h="23">
                  <a:moveTo>
                    <a:pt x="0" y="0"/>
                  </a:moveTo>
                  <a:cubicBezTo>
                    <a:pt x="2" y="6"/>
                    <a:pt x="11" y="8"/>
                    <a:pt x="17" y="10"/>
                  </a:cubicBezTo>
                  <a:cubicBezTo>
                    <a:pt x="19" y="11"/>
                    <a:pt x="23" y="12"/>
                    <a:pt x="24" y="14"/>
                  </a:cubicBezTo>
                  <a:cubicBezTo>
                    <a:pt x="25" y="17"/>
                    <a:pt x="25" y="21"/>
                    <a:pt x="23" y="23"/>
                  </a:cubicBezTo>
                  <a:cubicBezTo>
                    <a:pt x="25" y="21"/>
                    <a:pt x="26" y="17"/>
                    <a:pt x="25" y="14"/>
                  </a:cubicBezTo>
                  <a:cubicBezTo>
                    <a:pt x="24" y="11"/>
                    <a:pt x="20" y="10"/>
                    <a:pt x="17" y="9"/>
                  </a:cubicBezTo>
                  <a:cubicBezTo>
                    <a:pt x="14" y="9"/>
                    <a:pt x="11" y="7"/>
                    <a:pt x="8" y="6"/>
                  </a:cubicBezTo>
                  <a:cubicBezTo>
                    <a:pt x="6" y="5"/>
                    <a:pt x="2" y="3"/>
                    <a:pt x="0" y="1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1582" name="Freeform 456">
              <a:extLst>
                <a:ext uri="{FF2B5EF4-FFF2-40B4-BE49-F238E27FC236}">
                  <a16:creationId xmlns:a16="http://schemas.microsoft.com/office/drawing/2014/main" id="{9F887B9A-2E5A-41E7-B87E-C2F519DC10FD}"/>
                </a:ext>
              </a:extLst>
            </p:cNvPr>
            <p:cNvSpPr>
              <a:spLocks/>
            </p:cNvSpPr>
            <p:nvPr/>
          </p:nvSpPr>
          <p:spPr bwMode="auto">
            <a:xfrm>
              <a:off x="993" y="1018"/>
              <a:ext cx="20" cy="58"/>
            </a:xfrm>
            <a:custGeom>
              <a:avLst/>
              <a:gdLst>
                <a:gd name="T0" fmla="*/ 20 w 12"/>
                <a:gd name="T1" fmla="*/ 0 h 36"/>
                <a:gd name="T2" fmla="*/ 22 w 12"/>
                <a:gd name="T3" fmla="*/ 76 h 36"/>
                <a:gd name="T4" fmla="*/ 0 w 12"/>
                <a:gd name="T5" fmla="*/ 150 h 36"/>
                <a:gd name="T6" fmla="*/ 20 w 12"/>
                <a:gd name="T7" fmla="*/ 5 h 3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36">
                  <a:moveTo>
                    <a:pt x="4" y="0"/>
                  </a:moveTo>
                  <a:cubicBezTo>
                    <a:pt x="8" y="5"/>
                    <a:pt x="6" y="12"/>
                    <a:pt x="5" y="18"/>
                  </a:cubicBezTo>
                  <a:cubicBezTo>
                    <a:pt x="4" y="24"/>
                    <a:pt x="2" y="30"/>
                    <a:pt x="0" y="36"/>
                  </a:cubicBezTo>
                  <a:cubicBezTo>
                    <a:pt x="2" y="33"/>
                    <a:pt x="12" y="2"/>
                    <a:pt x="4" y="1"/>
                  </a:cubicBezTo>
                </a:path>
              </a:pathLst>
            </a:custGeom>
            <a:solidFill>
              <a:srgbClr val="8E4C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1583" name="Freeform 457">
              <a:extLst>
                <a:ext uri="{FF2B5EF4-FFF2-40B4-BE49-F238E27FC236}">
                  <a16:creationId xmlns:a16="http://schemas.microsoft.com/office/drawing/2014/main" id="{CCF8E39F-F36A-43DB-8C7A-516D0EE8BE01}"/>
                </a:ext>
              </a:extLst>
            </p:cNvPr>
            <p:cNvSpPr>
              <a:spLocks/>
            </p:cNvSpPr>
            <p:nvPr/>
          </p:nvSpPr>
          <p:spPr bwMode="auto">
            <a:xfrm>
              <a:off x="817" y="1023"/>
              <a:ext cx="22" cy="53"/>
            </a:xfrm>
            <a:custGeom>
              <a:avLst/>
              <a:gdLst>
                <a:gd name="T0" fmla="*/ 13 w 14"/>
                <a:gd name="T1" fmla="*/ 0 h 33"/>
                <a:gd name="T2" fmla="*/ 27 w 14"/>
                <a:gd name="T3" fmla="*/ 75 h 33"/>
                <a:gd name="T4" fmla="*/ 55 w 14"/>
                <a:gd name="T5" fmla="*/ 137 h 33"/>
                <a:gd name="T6" fmla="*/ 13 w 14"/>
                <a:gd name="T7" fmla="*/ 5 h 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33">
                  <a:moveTo>
                    <a:pt x="3" y="0"/>
                  </a:moveTo>
                  <a:cubicBezTo>
                    <a:pt x="0" y="4"/>
                    <a:pt x="5" y="14"/>
                    <a:pt x="7" y="18"/>
                  </a:cubicBezTo>
                  <a:cubicBezTo>
                    <a:pt x="9" y="23"/>
                    <a:pt x="11" y="28"/>
                    <a:pt x="14" y="33"/>
                  </a:cubicBezTo>
                  <a:cubicBezTo>
                    <a:pt x="6" y="24"/>
                    <a:pt x="2" y="13"/>
                    <a:pt x="3" y="1"/>
                  </a:cubicBezTo>
                </a:path>
              </a:pathLst>
            </a:custGeom>
            <a:solidFill>
              <a:srgbClr val="8E4C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1584" name="Freeform 458">
              <a:extLst>
                <a:ext uri="{FF2B5EF4-FFF2-40B4-BE49-F238E27FC236}">
                  <a16:creationId xmlns:a16="http://schemas.microsoft.com/office/drawing/2014/main" id="{63EFCFB3-EDC2-476E-A3D8-D74F13A5D19D}"/>
                </a:ext>
              </a:extLst>
            </p:cNvPr>
            <p:cNvSpPr>
              <a:spLocks/>
            </p:cNvSpPr>
            <p:nvPr/>
          </p:nvSpPr>
          <p:spPr bwMode="auto">
            <a:xfrm>
              <a:off x="885" y="918"/>
              <a:ext cx="23" cy="77"/>
            </a:xfrm>
            <a:custGeom>
              <a:avLst/>
              <a:gdLst>
                <a:gd name="T0" fmla="*/ 0 w 14"/>
                <a:gd name="T1" fmla="*/ 0 h 47"/>
                <a:gd name="T2" fmla="*/ 21 w 14"/>
                <a:gd name="T3" fmla="*/ 206 h 47"/>
                <a:gd name="T4" fmla="*/ 0 w 14"/>
                <a:gd name="T5" fmla="*/ 0 h 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47">
                  <a:moveTo>
                    <a:pt x="0" y="0"/>
                  </a:moveTo>
                  <a:cubicBezTo>
                    <a:pt x="0" y="0"/>
                    <a:pt x="9" y="24"/>
                    <a:pt x="5" y="47"/>
                  </a:cubicBezTo>
                  <a:cubicBezTo>
                    <a:pt x="5" y="47"/>
                    <a:pt x="14" y="26"/>
                    <a:pt x="0" y="0"/>
                  </a:cubicBezTo>
                  <a:close/>
                </a:path>
              </a:pathLst>
            </a:custGeom>
            <a:solidFill>
              <a:srgbClr val="8E4C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1585" name="Freeform 459">
              <a:extLst>
                <a:ext uri="{FF2B5EF4-FFF2-40B4-BE49-F238E27FC236}">
                  <a16:creationId xmlns:a16="http://schemas.microsoft.com/office/drawing/2014/main" id="{38E2F048-64D5-473B-9B17-E800C5FC83C8}"/>
                </a:ext>
              </a:extLst>
            </p:cNvPr>
            <p:cNvSpPr>
              <a:spLocks/>
            </p:cNvSpPr>
            <p:nvPr/>
          </p:nvSpPr>
          <p:spPr bwMode="auto">
            <a:xfrm>
              <a:off x="719" y="720"/>
              <a:ext cx="196" cy="228"/>
            </a:xfrm>
            <a:custGeom>
              <a:avLst/>
              <a:gdLst>
                <a:gd name="T0" fmla="*/ 523 w 120"/>
                <a:gd name="T1" fmla="*/ 225 h 140"/>
                <a:gd name="T2" fmla="*/ 274 w 120"/>
                <a:gd name="T3" fmla="*/ 358 h 140"/>
                <a:gd name="T4" fmla="*/ 126 w 120"/>
                <a:gd name="T5" fmla="*/ 604 h 140"/>
                <a:gd name="T6" fmla="*/ 448 w 120"/>
                <a:gd name="T7" fmla="*/ 8 h 140"/>
                <a:gd name="T8" fmla="*/ 518 w 120"/>
                <a:gd name="T9" fmla="*/ 21 h 140"/>
                <a:gd name="T10" fmla="*/ 523 w 120"/>
                <a:gd name="T11" fmla="*/ 225 h 14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0" h="140">
                  <a:moveTo>
                    <a:pt x="120" y="52"/>
                  </a:moveTo>
                  <a:cubicBezTo>
                    <a:pt x="120" y="52"/>
                    <a:pt x="89" y="73"/>
                    <a:pt x="63" y="83"/>
                  </a:cubicBezTo>
                  <a:cubicBezTo>
                    <a:pt x="36" y="93"/>
                    <a:pt x="25" y="120"/>
                    <a:pt x="29" y="140"/>
                  </a:cubicBezTo>
                  <a:cubicBezTo>
                    <a:pt x="29" y="140"/>
                    <a:pt x="0" y="19"/>
                    <a:pt x="103" y="2"/>
                  </a:cubicBezTo>
                  <a:cubicBezTo>
                    <a:pt x="116" y="0"/>
                    <a:pt x="119" y="5"/>
                    <a:pt x="119" y="5"/>
                  </a:cubicBezTo>
                  <a:lnTo>
                    <a:pt x="120" y="52"/>
                  </a:lnTo>
                  <a:close/>
                </a:path>
              </a:pathLst>
            </a:custGeom>
            <a:solidFill>
              <a:srgbClr val="2C2C2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1586" name="Freeform 460">
              <a:extLst>
                <a:ext uri="{FF2B5EF4-FFF2-40B4-BE49-F238E27FC236}">
                  <a16:creationId xmlns:a16="http://schemas.microsoft.com/office/drawing/2014/main" id="{72D11D3D-272D-498E-86BE-E1F8C7DBD8E3}"/>
                </a:ext>
              </a:extLst>
            </p:cNvPr>
            <p:cNvSpPr>
              <a:spLocks/>
            </p:cNvSpPr>
            <p:nvPr/>
          </p:nvSpPr>
          <p:spPr bwMode="auto">
            <a:xfrm>
              <a:off x="913" y="720"/>
              <a:ext cx="203" cy="233"/>
            </a:xfrm>
            <a:custGeom>
              <a:avLst/>
              <a:gdLst>
                <a:gd name="T0" fmla="*/ 13 w 124"/>
                <a:gd name="T1" fmla="*/ 225 h 143"/>
                <a:gd name="T2" fmla="*/ 249 w 124"/>
                <a:gd name="T3" fmla="*/ 358 h 143"/>
                <a:gd name="T4" fmla="*/ 373 w 124"/>
                <a:gd name="T5" fmla="*/ 619 h 143"/>
                <a:gd name="T6" fmla="*/ 70 w 124"/>
                <a:gd name="T7" fmla="*/ 8 h 143"/>
                <a:gd name="T8" fmla="*/ 0 w 124"/>
                <a:gd name="T9" fmla="*/ 21 h 143"/>
                <a:gd name="T10" fmla="*/ 13 w 124"/>
                <a:gd name="T11" fmla="*/ 225 h 14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4" h="143">
                  <a:moveTo>
                    <a:pt x="3" y="52"/>
                  </a:moveTo>
                  <a:cubicBezTo>
                    <a:pt x="3" y="52"/>
                    <a:pt x="30" y="73"/>
                    <a:pt x="57" y="83"/>
                  </a:cubicBezTo>
                  <a:cubicBezTo>
                    <a:pt x="83" y="93"/>
                    <a:pt x="90" y="124"/>
                    <a:pt x="85" y="143"/>
                  </a:cubicBezTo>
                  <a:cubicBezTo>
                    <a:pt x="85" y="143"/>
                    <a:pt x="124" y="21"/>
                    <a:pt x="16" y="2"/>
                  </a:cubicBezTo>
                  <a:cubicBezTo>
                    <a:pt x="3" y="0"/>
                    <a:pt x="0" y="5"/>
                    <a:pt x="0" y="5"/>
                  </a:cubicBezTo>
                  <a:lnTo>
                    <a:pt x="3" y="52"/>
                  </a:lnTo>
                  <a:close/>
                </a:path>
              </a:pathLst>
            </a:custGeom>
            <a:solidFill>
              <a:srgbClr val="2C2C2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1587" name="Freeform 461">
              <a:extLst>
                <a:ext uri="{FF2B5EF4-FFF2-40B4-BE49-F238E27FC236}">
                  <a16:creationId xmlns:a16="http://schemas.microsoft.com/office/drawing/2014/main" id="{56FBFCB1-7663-484D-A150-1D9F35363C03}"/>
                </a:ext>
              </a:extLst>
            </p:cNvPr>
            <p:cNvSpPr>
              <a:spLocks/>
            </p:cNvSpPr>
            <p:nvPr/>
          </p:nvSpPr>
          <p:spPr bwMode="auto">
            <a:xfrm>
              <a:off x="719" y="720"/>
              <a:ext cx="196" cy="228"/>
            </a:xfrm>
            <a:custGeom>
              <a:avLst/>
              <a:gdLst>
                <a:gd name="T0" fmla="*/ 523 w 120"/>
                <a:gd name="T1" fmla="*/ 225 h 140"/>
                <a:gd name="T2" fmla="*/ 274 w 120"/>
                <a:gd name="T3" fmla="*/ 358 h 140"/>
                <a:gd name="T4" fmla="*/ 126 w 120"/>
                <a:gd name="T5" fmla="*/ 604 h 140"/>
                <a:gd name="T6" fmla="*/ 448 w 120"/>
                <a:gd name="T7" fmla="*/ 8 h 140"/>
                <a:gd name="T8" fmla="*/ 518 w 120"/>
                <a:gd name="T9" fmla="*/ 21 h 140"/>
                <a:gd name="T10" fmla="*/ 523 w 120"/>
                <a:gd name="T11" fmla="*/ 225 h 14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0" h="140">
                  <a:moveTo>
                    <a:pt x="120" y="52"/>
                  </a:moveTo>
                  <a:cubicBezTo>
                    <a:pt x="120" y="52"/>
                    <a:pt x="89" y="73"/>
                    <a:pt x="63" y="83"/>
                  </a:cubicBezTo>
                  <a:cubicBezTo>
                    <a:pt x="36" y="93"/>
                    <a:pt x="25" y="120"/>
                    <a:pt x="29" y="140"/>
                  </a:cubicBezTo>
                  <a:cubicBezTo>
                    <a:pt x="29" y="140"/>
                    <a:pt x="0" y="19"/>
                    <a:pt x="103" y="2"/>
                  </a:cubicBezTo>
                  <a:cubicBezTo>
                    <a:pt x="116" y="0"/>
                    <a:pt x="119" y="5"/>
                    <a:pt x="119" y="5"/>
                  </a:cubicBezTo>
                  <a:lnTo>
                    <a:pt x="120" y="52"/>
                  </a:lnTo>
                  <a:close/>
                </a:path>
              </a:pathLst>
            </a:custGeom>
            <a:noFill/>
            <a:ln w="1588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1588" name="Freeform 462">
              <a:extLst>
                <a:ext uri="{FF2B5EF4-FFF2-40B4-BE49-F238E27FC236}">
                  <a16:creationId xmlns:a16="http://schemas.microsoft.com/office/drawing/2014/main" id="{DFD8C77D-D589-4CF0-B35F-10EE1D262C00}"/>
                </a:ext>
              </a:extLst>
            </p:cNvPr>
            <p:cNvSpPr>
              <a:spLocks/>
            </p:cNvSpPr>
            <p:nvPr/>
          </p:nvSpPr>
          <p:spPr bwMode="auto">
            <a:xfrm>
              <a:off x="913" y="720"/>
              <a:ext cx="203" cy="233"/>
            </a:xfrm>
            <a:custGeom>
              <a:avLst/>
              <a:gdLst>
                <a:gd name="T0" fmla="*/ 13 w 124"/>
                <a:gd name="T1" fmla="*/ 225 h 143"/>
                <a:gd name="T2" fmla="*/ 249 w 124"/>
                <a:gd name="T3" fmla="*/ 358 h 143"/>
                <a:gd name="T4" fmla="*/ 373 w 124"/>
                <a:gd name="T5" fmla="*/ 619 h 143"/>
                <a:gd name="T6" fmla="*/ 70 w 124"/>
                <a:gd name="T7" fmla="*/ 8 h 143"/>
                <a:gd name="T8" fmla="*/ 0 w 124"/>
                <a:gd name="T9" fmla="*/ 21 h 143"/>
                <a:gd name="T10" fmla="*/ 13 w 124"/>
                <a:gd name="T11" fmla="*/ 225 h 14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4" h="143">
                  <a:moveTo>
                    <a:pt x="3" y="52"/>
                  </a:moveTo>
                  <a:cubicBezTo>
                    <a:pt x="3" y="52"/>
                    <a:pt x="30" y="73"/>
                    <a:pt x="57" y="83"/>
                  </a:cubicBezTo>
                  <a:cubicBezTo>
                    <a:pt x="83" y="93"/>
                    <a:pt x="90" y="124"/>
                    <a:pt x="85" y="143"/>
                  </a:cubicBezTo>
                  <a:cubicBezTo>
                    <a:pt x="85" y="143"/>
                    <a:pt x="124" y="21"/>
                    <a:pt x="16" y="2"/>
                  </a:cubicBezTo>
                  <a:cubicBezTo>
                    <a:pt x="3" y="0"/>
                    <a:pt x="0" y="5"/>
                    <a:pt x="0" y="5"/>
                  </a:cubicBezTo>
                  <a:lnTo>
                    <a:pt x="3" y="52"/>
                  </a:lnTo>
                  <a:close/>
                </a:path>
              </a:pathLst>
            </a:custGeom>
            <a:noFill/>
            <a:ln w="1588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1589" name="Freeform 463">
              <a:extLst>
                <a:ext uri="{FF2B5EF4-FFF2-40B4-BE49-F238E27FC236}">
                  <a16:creationId xmlns:a16="http://schemas.microsoft.com/office/drawing/2014/main" id="{80048B9C-8204-4CE7-9C7B-F810AD8CA575}"/>
                </a:ext>
              </a:extLst>
            </p:cNvPr>
            <p:cNvSpPr>
              <a:spLocks/>
            </p:cNvSpPr>
            <p:nvPr/>
          </p:nvSpPr>
          <p:spPr bwMode="auto">
            <a:xfrm>
              <a:off x="768" y="740"/>
              <a:ext cx="129" cy="131"/>
            </a:xfrm>
            <a:custGeom>
              <a:avLst/>
              <a:gdLst>
                <a:gd name="T0" fmla="*/ 345 w 79"/>
                <a:gd name="T1" fmla="*/ 131 h 81"/>
                <a:gd name="T2" fmla="*/ 336 w 79"/>
                <a:gd name="T3" fmla="*/ 152 h 81"/>
                <a:gd name="T4" fmla="*/ 287 w 79"/>
                <a:gd name="T5" fmla="*/ 191 h 81"/>
                <a:gd name="T6" fmla="*/ 185 w 79"/>
                <a:gd name="T7" fmla="*/ 241 h 81"/>
                <a:gd name="T8" fmla="*/ 91 w 79"/>
                <a:gd name="T9" fmla="*/ 283 h 81"/>
                <a:gd name="T10" fmla="*/ 34 w 79"/>
                <a:gd name="T11" fmla="*/ 343 h 81"/>
                <a:gd name="T12" fmla="*/ 160 w 79"/>
                <a:gd name="T13" fmla="*/ 220 h 81"/>
                <a:gd name="T14" fmla="*/ 88 w 79"/>
                <a:gd name="T15" fmla="*/ 267 h 81"/>
                <a:gd name="T16" fmla="*/ 54 w 79"/>
                <a:gd name="T17" fmla="*/ 296 h 81"/>
                <a:gd name="T18" fmla="*/ 29 w 79"/>
                <a:gd name="T19" fmla="*/ 327 h 81"/>
                <a:gd name="T20" fmla="*/ 69 w 79"/>
                <a:gd name="T21" fmla="*/ 262 h 81"/>
                <a:gd name="T22" fmla="*/ 126 w 79"/>
                <a:gd name="T23" fmla="*/ 194 h 81"/>
                <a:gd name="T24" fmla="*/ 5 w 79"/>
                <a:gd name="T25" fmla="*/ 330 h 81"/>
                <a:gd name="T26" fmla="*/ 26 w 79"/>
                <a:gd name="T27" fmla="*/ 262 h 81"/>
                <a:gd name="T28" fmla="*/ 56 w 79"/>
                <a:gd name="T29" fmla="*/ 204 h 81"/>
                <a:gd name="T30" fmla="*/ 88 w 79"/>
                <a:gd name="T31" fmla="*/ 170 h 81"/>
                <a:gd name="T32" fmla="*/ 26 w 79"/>
                <a:gd name="T33" fmla="*/ 233 h 81"/>
                <a:gd name="T34" fmla="*/ 0 w 79"/>
                <a:gd name="T35" fmla="*/ 293 h 81"/>
                <a:gd name="T36" fmla="*/ 47 w 79"/>
                <a:gd name="T37" fmla="*/ 170 h 81"/>
                <a:gd name="T38" fmla="*/ 152 w 79"/>
                <a:gd name="T39" fmla="*/ 60 h 81"/>
                <a:gd name="T40" fmla="*/ 227 w 79"/>
                <a:gd name="T41" fmla="*/ 26 h 81"/>
                <a:gd name="T42" fmla="*/ 274 w 79"/>
                <a:gd name="T43" fmla="*/ 5 h 81"/>
                <a:gd name="T44" fmla="*/ 317 w 79"/>
                <a:gd name="T45" fmla="*/ 0 h 81"/>
                <a:gd name="T46" fmla="*/ 171 w 79"/>
                <a:gd name="T47" fmla="*/ 105 h 81"/>
                <a:gd name="T48" fmla="*/ 243 w 79"/>
                <a:gd name="T49" fmla="*/ 55 h 81"/>
                <a:gd name="T50" fmla="*/ 323 w 79"/>
                <a:gd name="T51" fmla="*/ 21 h 81"/>
                <a:gd name="T52" fmla="*/ 165 w 79"/>
                <a:gd name="T53" fmla="*/ 139 h 81"/>
                <a:gd name="T54" fmla="*/ 269 w 79"/>
                <a:gd name="T55" fmla="*/ 76 h 81"/>
                <a:gd name="T56" fmla="*/ 325 w 79"/>
                <a:gd name="T57" fmla="*/ 47 h 81"/>
                <a:gd name="T58" fmla="*/ 261 w 79"/>
                <a:gd name="T59" fmla="*/ 105 h 81"/>
                <a:gd name="T60" fmla="*/ 222 w 79"/>
                <a:gd name="T61" fmla="*/ 152 h 81"/>
                <a:gd name="T62" fmla="*/ 282 w 79"/>
                <a:gd name="T63" fmla="*/ 105 h 81"/>
                <a:gd name="T64" fmla="*/ 325 w 79"/>
                <a:gd name="T65" fmla="*/ 81 h 81"/>
                <a:gd name="T66" fmla="*/ 282 w 79"/>
                <a:gd name="T67" fmla="*/ 136 h 81"/>
                <a:gd name="T68" fmla="*/ 235 w 79"/>
                <a:gd name="T69" fmla="*/ 183 h 81"/>
                <a:gd name="T70" fmla="*/ 302 w 79"/>
                <a:gd name="T71" fmla="*/ 149 h 81"/>
                <a:gd name="T72" fmla="*/ 345 w 79"/>
                <a:gd name="T73" fmla="*/ 118 h 81"/>
                <a:gd name="T74" fmla="*/ 345 w 79"/>
                <a:gd name="T75" fmla="*/ 136 h 81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79" h="81">
                  <a:moveTo>
                    <a:pt x="79" y="31"/>
                  </a:moveTo>
                  <a:cubicBezTo>
                    <a:pt x="78" y="32"/>
                    <a:pt x="77" y="34"/>
                    <a:pt x="77" y="36"/>
                  </a:cubicBezTo>
                  <a:cubicBezTo>
                    <a:pt x="74" y="40"/>
                    <a:pt x="70" y="42"/>
                    <a:pt x="66" y="45"/>
                  </a:cubicBezTo>
                  <a:cubicBezTo>
                    <a:pt x="58" y="50"/>
                    <a:pt x="50" y="53"/>
                    <a:pt x="42" y="57"/>
                  </a:cubicBezTo>
                  <a:cubicBezTo>
                    <a:pt x="35" y="60"/>
                    <a:pt x="28" y="63"/>
                    <a:pt x="21" y="67"/>
                  </a:cubicBezTo>
                  <a:cubicBezTo>
                    <a:pt x="17" y="70"/>
                    <a:pt x="9" y="76"/>
                    <a:pt x="8" y="81"/>
                  </a:cubicBezTo>
                  <a:cubicBezTo>
                    <a:pt x="15" y="70"/>
                    <a:pt x="25" y="59"/>
                    <a:pt x="37" y="52"/>
                  </a:cubicBezTo>
                  <a:cubicBezTo>
                    <a:pt x="30" y="54"/>
                    <a:pt x="24" y="58"/>
                    <a:pt x="20" y="63"/>
                  </a:cubicBezTo>
                  <a:cubicBezTo>
                    <a:pt x="17" y="65"/>
                    <a:pt x="14" y="67"/>
                    <a:pt x="12" y="70"/>
                  </a:cubicBezTo>
                  <a:cubicBezTo>
                    <a:pt x="10" y="72"/>
                    <a:pt x="9" y="75"/>
                    <a:pt x="7" y="77"/>
                  </a:cubicBezTo>
                  <a:cubicBezTo>
                    <a:pt x="10" y="72"/>
                    <a:pt x="12" y="67"/>
                    <a:pt x="16" y="62"/>
                  </a:cubicBezTo>
                  <a:cubicBezTo>
                    <a:pt x="19" y="56"/>
                    <a:pt x="24" y="51"/>
                    <a:pt x="29" y="46"/>
                  </a:cubicBezTo>
                  <a:cubicBezTo>
                    <a:pt x="17" y="53"/>
                    <a:pt x="7" y="65"/>
                    <a:pt x="1" y="78"/>
                  </a:cubicBezTo>
                  <a:cubicBezTo>
                    <a:pt x="4" y="74"/>
                    <a:pt x="4" y="67"/>
                    <a:pt x="6" y="62"/>
                  </a:cubicBezTo>
                  <a:cubicBezTo>
                    <a:pt x="8" y="57"/>
                    <a:pt x="10" y="53"/>
                    <a:pt x="13" y="48"/>
                  </a:cubicBezTo>
                  <a:cubicBezTo>
                    <a:pt x="15" y="45"/>
                    <a:pt x="18" y="43"/>
                    <a:pt x="20" y="40"/>
                  </a:cubicBezTo>
                  <a:cubicBezTo>
                    <a:pt x="15" y="44"/>
                    <a:pt x="10" y="50"/>
                    <a:pt x="6" y="55"/>
                  </a:cubicBezTo>
                  <a:cubicBezTo>
                    <a:pt x="4" y="59"/>
                    <a:pt x="0" y="64"/>
                    <a:pt x="0" y="69"/>
                  </a:cubicBezTo>
                  <a:cubicBezTo>
                    <a:pt x="2" y="59"/>
                    <a:pt x="5" y="49"/>
                    <a:pt x="11" y="40"/>
                  </a:cubicBezTo>
                  <a:cubicBezTo>
                    <a:pt x="18" y="31"/>
                    <a:pt x="26" y="21"/>
                    <a:pt x="35" y="14"/>
                  </a:cubicBezTo>
                  <a:cubicBezTo>
                    <a:pt x="41" y="11"/>
                    <a:pt x="46" y="9"/>
                    <a:pt x="52" y="6"/>
                  </a:cubicBezTo>
                  <a:cubicBezTo>
                    <a:pt x="55" y="4"/>
                    <a:pt x="59" y="2"/>
                    <a:pt x="63" y="1"/>
                  </a:cubicBezTo>
                  <a:cubicBezTo>
                    <a:pt x="66" y="0"/>
                    <a:pt x="70" y="0"/>
                    <a:pt x="73" y="0"/>
                  </a:cubicBezTo>
                  <a:cubicBezTo>
                    <a:pt x="60" y="6"/>
                    <a:pt x="49" y="15"/>
                    <a:pt x="39" y="25"/>
                  </a:cubicBezTo>
                  <a:cubicBezTo>
                    <a:pt x="43" y="19"/>
                    <a:pt x="50" y="16"/>
                    <a:pt x="56" y="13"/>
                  </a:cubicBezTo>
                  <a:cubicBezTo>
                    <a:pt x="62" y="10"/>
                    <a:pt x="68" y="7"/>
                    <a:pt x="74" y="5"/>
                  </a:cubicBezTo>
                  <a:cubicBezTo>
                    <a:pt x="60" y="11"/>
                    <a:pt x="49" y="23"/>
                    <a:pt x="38" y="33"/>
                  </a:cubicBezTo>
                  <a:cubicBezTo>
                    <a:pt x="45" y="27"/>
                    <a:pt x="54" y="22"/>
                    <a:pt x="62" y="18"/>
                  </a:cubicBezTo>
                  <a:cubicBezTo>
                    <a:pt x="66" y="16"/>
                    <a:pt x="71" y="11"/>
                    <a:pt x="75" y="11"/>
                  </a:cubicBezTo>
                  <a:cubicBezTo>
                    <a:pt x="71" y="16"/>
                    <a:pt x="65" y="21"/>
                    <a:pt x="60" y="25"/>
                  </a:cubicBezTo>
                  <a:cubicBezTo>
                    <a:pt x="56" y="28"/>
                    <a:pt x="54" y="32"/>
                    <a:pt x="51" y="36"/>
                  </a:cubicBezTo>
                  <a:cubicBezTo>
                    <a:pt x="54" y="31"/>
                    <a:pt x="60" y="28"/>
                    <a:pt x="65" y="25"/>
                  </a:cubicBezTo>
                  <a:cubicBezTo>
                    <a:pt x="68" y="23"/>
                    <a:pt x="72" y="20"/>
                    <a:pt x="75" y="19"/>
                  </a:cubicBezTo>
                  <a:cubicBezTo>
                    <a:pt x="73" y="24"/>
                    <a:pt x="68" y="28"/>
                    <a:pt x="65" y="32"/>
                  </a:cubicBezTo>
                  <a:cubicBezTo>
                    <a:pt x="61" y="36"/>
                    <a:pt x="58" y="40"/>
                    <a:pt x="54" y="43"/>
                  </a:cubicBezTo>
                  <a:cubicBezTo>
                    <a:pt x="59" y="40"/>
                    <a:pt x="64" y="37"/>
                    <a:pt x="69" y="35"/>
                  </a:cubicBezTo>
                  <a:cubicBezTo>
                    <a:pt x="73" y="33"/>
                    <a:pt x="76" y="29"/>
                    <a:pt x="79" y="28"/>
                  </a:cubicBezTo>
                  <a:cubicBezTo>
                    <a:pt x="79" y="29"/>
                    <a:pt x="79" y="30"/>
                    <a:pt x="79" y="32"/>
                  </a:cubicBezTo>
                </a:path>
              </a:pathLst>
            </a:custGeom>
            <a:solidFill>
              <a:srgbClr val="40404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1590" name="Freeform 464">
              <a:extLst>
                <a:ext uri="{FF2B5EF4-FFF2-40B4-BE49-F238E27FC236}">
                  <a16:creationId xmlns:a16="http://schemas.microsoft.com/office/drawing/2014/main" id="{A5223FC5-79BC-4BD3-AAA2-6D28D1835A4D}"/>
                </a:ext>
              </a:extLst>
            </p:cNvPr>
            <p:cNvSpPr>
              <a:spLocks/>
            </p:cNvSpPr>
            <p:nvPr/>
          </p:nvSpPr>
          <p:spPr bwMode="auto">
            <a:xfrm>
              <a:off x="926" y="740"/>
              <a:ext cx="131" cy="131"/>
            </a:xfrm>
            <a:custGeom>
              <a:avLst/>
              <a:gdLst>
                <a:gd name="T0" fmla="*/ 5 w 80"/>
                <a:gd name="T1" fmla="*/ 131 h 81"/>
                <a:gd name="T2" fmla="*/ 13 w 80"/>
                <a:gd name="T3" fmla="*/ 152 h 81"/>
                <a:gd name="T4" fmla="*/ 62 w 80"/>
                <a:gd name="T5" fmla="*/ 191 h 81"/>
                <a:gd name="T6" fmla="*/ 167 w 80"/>
                <a:gd name="T7" fmla="*/ 241 h 81"/>
                <a:gd name="T8" fmla="*/ 255 w 80"/>
                <a:gd name="T9" fmla="*/ 283 h 81"/>
                <a:gd name="T10" fmla="*/ 316 w 80"/>
                <a:gd name="T11" fmla="*/ 343 h 81"/>
                <a:gd name="T12" fmla="*/ 188 w 80"/>
                <a:gd name="T13" fmla="*/ 220 h 81"/>
                <a:gd name="T14" fmla="*/ 262 w 80"/>
                <a:gd name="T15" fmla="*/ 267 h 81"/>
                <a:gd name="T16" fmla="*/ 295 w 80"/>
                <a:gd name="T17" fmla="*/ 296 h 81"/>
                <a:gd name="T18" fmla="*/ 316 w 80"/>
                <a:gd name="T19" fmla="*/ 327 h 81"/>
                <a:gd name="T20" fmla="*/ 282 w 80"/>
                <a:gd name="T21" fmla="*/ 262 h 81"/>
                <a:gd name="T22" fmla="*/ 219 w 80"/>
                <a:gd name="T23" fmla="*/ 194 h 81"/>
                <a:gd name="T24" fmla="*/ 346 w 80"/>
                <a:gd name="T25" fmla="*/ 330 h 81"/>
                <a:gd name="T26" fmla="*/ 323 w 80"/>
                <a:gd name="T27" fmla="*/ 262 h 81"/>
                <a:gd name="T28" fmla="*/ 290 w 80"/>
                <a:gd name="T29" fmla="*/ 204 h 81"/>
                <a:gd name="T30" fmla="*/ 262 w 80"/>
                <a:gd name="T31" fmla="*/ 170 h 81"/>
                <a:gd name="T32" fmla="*/ 323 w 80"/>
                <a:gd name="T33" fmla="*/ 233 h 81"/>
                <a:gd name="T34" fmla="*/ 352 w 80"/>
                <a:gd name="T35" fmla="*/ 293 h 81"/>
                <a:gd name="T36" fmla="*/ 298 w 80"/>
                <a:gd name="T37" fmla="*/ 170 h 81"/>
                <a:gd name="T38" fmla="*/ 193 w 80"/>
                <a:gd name="T39" fmla="*/ 60 h 81"/>
                <a:gd name="T40" fmla="*/ 123 w 80"/>
                <a:gd name="T41" fmla="*/ 26 h 81"/>
                <a:gd name="T42" fmla="*/ 75 w 80"/>
                <a:gd name="T43" fmla="*/ 5 h 81"/>
                <a:gd name="T44" fmla="*/ 26 w 80"/>
                <a:gd name="T45" fmla="*/ 0 h 81"/>
                <a:gd name="T46" fmla="*/ 180 w 80"/>
                <a:gd name="T47" fmla="*/ 105 h 81"/>
                <a:gd name="T48" fmla="*/ 105 w 80"/>
                <a:gd name="T49" fmla="*/ 55 h 81"/>
                <a:gd name="T50" fmla="*/ 21 w 80"/>
                <a:gd name="T51" fmla="*/ 21 h 81"/>
                <a:gd name="T52" fmla="*/ 180 w 80"/>
                <a:gd name="T53" fmla="*/ 139 h 81"/>
                <a:gd name="T54" fmla="*/ 75 w 80"/>
                <a:gd name="T55" fmla="*/ 76 h 81"/>
                <a:gd name="T56" fmla="*/ 18 w 80"/>
                <a:gd name="T57" fmla="*/ 47 h 81"/>
                <a:gd name="T58" fmla="*/ 84 w 80"/>
                <a:gd name="T59" fmla="*/ 105 h 81"/>
                <a:gd name="T60" fmla="*/ 126 w 80"/>
                <a:gd name="T61" fmla="*/ 152 h 81"/>
                <a:gd name="T62" fmla="*/ 62 w 80"/>
                <a:gd name="T63" fmla="*/ 105 h 81"/>
                <a:gd name="T64" fmla="*/ 18 w 80"/>
                <a:gd name="T65" fmla="*/ 81 h 81"/>
                <a:gd name="T66" fmla="*/ 67 w 80"/>
                <a:gd name="T67" fmla="*/ 136 h 81"/>
                <a:gd name="T68" fmla="*/ 110 w 80"/>
                <a:gd name="T69" fmla="*/ 183 h 81"/>
                <a:gd name="T70" fmla="*/ 47 w 80"/>
                <a:gd name="T71" fmla="*/ 149 h 81"/>
                <a:gd name="T72" fmla="*/ 0 w 80"/>
                <a:gd name="T73" fmla="*/ 118 h 81"/>
                <a:gd name="T74" fmla="*/ 5 w 80"/>
                <a:gd name="T75" fmla="*/ 136 h 81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80" h="81">
                  <a:moveTo>
                    <a:pt x="1" y="31"/>
                  </a:moveTo>
                  <a:cubicBezTo>
                    <a:pt x="2" y="32"/>
                    <a:pt x="2" y="34"/>
                    <a:pt x="3" y="36"/>
                  </a:cubicBezTo>
                  <a:cubicBezTo>
                    <a:pt x="5" y="40"/>
                    <a:pt x="10" y="42"/>
                    <a:pt x="14" y="45"/>
                  </a:cubicBezTo>
                  <a:cubicBezTo>
                    <a:pt x="21" y="50"/>
                    <a:pt x="30" y="53"/>
                    <a:pt x="38" y="57"/>
                  </a:cubicBezTo>
                  <a:cubicBezTo>
                    <a:pt x="45" y="60"/>
                    <a:pt x="52" y="63"/>
                    <a:pt x="58" y="67"/>
                  </a:cubicBezTo>
                  <a:cubicBezTo>
                    <a:pt x="63" y="70"/>
                    <a:pt x="71" y="76"/>
                    <a:pt x="72" y="81"/>
                  </a:cubicBezTo>
                  <a:cubicBezTo>
                    <a:pt x="65" y="70"/>
                    <a:pt x="55" y="59"/>
                    <a:pt x="43" y="52"/>
                  </a:cubicBezTo>
                  <a:cubicBezTo>
                    <a:pt x="49" y="54"/>
                    <a:pt x="55" y="58"/>
                    <a:pt x="60" y="63"/>
                  </a:cubicBezTo>
                  <a:cubicBezTo>
                    <a:pt x="62" y="65"/>
                    <a:pt x="65" y="67"/>
                    <a:pt x="67" y="70"/>
                  </a:cubicBezTo>
                  <a:cubicBezTo>
                    <a:pt x="69" y="72"/>
                    <a:pt x="70" y="75"/>
                    <a:pt x="72" y="77"/>
                  </a:cubicBezTo>
                  <a:cubicBezTo>
                    <a:pt x="69" y="72"/>
                    <a:pt x="67" y="67"/>
                    <a:pt x="64" y="62"/>
                  </a:cubicBezTo>
                  <a:cubicBezTo>
                    <a:pt x="60" y="56"/>
                    <a:pt x="55" y="51"/>
                    <a:pt x="50" y="46"/>
                  </a:cubicBezTo>
                  <a:cubicBezTo>
                    <a:pt x="63" y="53"/>
                    <a:pt x="73" y="65"/>
                    <a:pt x="79" y="78"/>
                  </a:cubicBezTo>
                  <a:cubicBezTo>
                    <a:pt x="76" y="74"/>
                    <a:pt x="75" y="67"/>
                    <a:pt x="73" y="62"/>
                  </a:cubicBezTo>
                  <a:cubicBezTo>
                    <a:pt x="72" y="57"/>
                    <a:pt x="69" y="53"/>
                    <a:pt x="66" y="48"/>
                  </a:cubicBezTo>
                  <a:cubicBezTo>
                    <a:pt x="64" y="45"/>
                    <a:pt x="62" y="43"/>
                    <a:pt x="60" y="40"/>
                  </a:cubicBezTo>
                  <a:cubicBezTo>
                    <a:pt x="65" y="44"/>
                    <a:pt x="70" y="50"/>
                    <a:pt x="73" y="55"/>
                  </a:cubicBezTo>
                  <a:cubicBezTo>
                    <a:pt x="76" y="59"/>
                    <a:pt x="80" y="64"/>
                    <a:pt x="80" y="69"/>
                  </a:cubicBezTo>
                  <a:cubicBezTo>
                    <a:pt x="78" y="59"/>
                    <a:pt x="74" y="49"/>
                    <a:pt x="68" y="40"/>
                  </a:cubicBezTo>
                  <a:cubicBezTo>
                    <a:pt x="62" y="31"/>
                    <a:pt x="54" y="21"/>
                    <a:pt x="44" y="14"/>
                  </a:cubicBezTo>
                  <a:cubicBezTo>
                    <a:pt x="39" y="11"/>
                    <a:pt x="33" y="9"/>
                    <a:pt x="28" y="6"/>
                  </a:cubicBezTo>
                  <a:cubicBezTo>
                    <a:pt x="24" y="4"/>
                    <a:pt x="21" y="2"/>
                    <a:pt x="17" y="1"/>
                  </a:cubicBezTo>
                  <a:cubicBezTo>
                    <a:pt x="13" y="0"/>
                    <a:pt x="10" y="0"/>
                    <a:pt x="6" y="0"/>
                  </a:cubicBezTo>
                  <a:cubicBezTo>
                    <a:pt x="20" y="6"/>
                    <a:pt x="30" y="15"/>
                    <a:pt x="41" y="25"/>
                  </a:cubicBezTo>
                  <a:cubicBezTo>
                    <a:pt x="37" y="19"/>
                    <a:pt x="30" y="16"/>
                    <a:pt x="24" y="13"/>
                  </a:cubicBezTo>
                  <a:cubicBezTo>
                    <a:pt x="18" y="10"/>
                    <a:pt x="12" y="7"/>
                    <a:pt x="5" y="5"/>
                  </a:cubicBezTo>
                  <a:cubicBezTo>
                    <a:pt x="20" y="11"/>
                    <a:pt x="30" y="23"/>
                    <a:pt x="41" y="33"/>
                  </a:cubicBezTo>
                  <a:cubicBezTo>
                    <a:pt x="34" y="27"/>
                    <a:pt x="26" y="22"/>
                    <a:pt x="17" y="18"/>
                  </a:cubicBezTo>
                  <a:cubicBezTo>
                    <a:pt x="14" y="16"/>
                    <a:pt x="8" y="11"/>
                    <a:pt x="4" y="11"/>
                  </a:cubicBezTo>
                  <a:cubicBezTo>
                    <a:pt x="8" y="16"/>
                    <a:pt x="14" y="21"/>
                    <a:pt x="19" y="25"/>
                  </a:cubicBezTo>
                  <a:cubicBezTo>
                    <a:pt x="23" y="28"/>
                    <a:pt x="26" y="32"/>
                    <a:pt x="29" y="36"/>
                  </a:cubicBezTo>
                  <a:cubicBezTo>
                    <a:pt x="25" y="31"/>
                    <a:pt x="19" y="28"/>
                    <a:pt x="14" y="25"/>
                  </a:cubicBezTo>
                  <a:cubicBezTo>
                    <a:pt x="11" y="23"/>
                    <a:pt x="8" y="20"/>
                    <a:pt x="4" y="19"/>
                  </a:cubicBezTo>
                  <a:cubicBezTo>
                    <a:pt x="7" y="24"/>
                    <a:pt x="11" y="28"/>
                    <a:pt x="15" y="32"/>
                  </a:cubicBezTo>
                  <a:cubicBezTo>
                    <a:pt x="18" y="36"/>
                    <a:pt x="22" y="40"/>
                    <a:pt x="25" y="43"/>
                  </a:cubicBezTo>
                  <a:cubicBezTo>
                    <a:pt x="20" y="40"/>
                    <a:pt x="15" y="37"/>
                    <a:pt x="11" y="35"/>
                  </a:cubicBezTo>
                  <a:cubicBezTo>
                    <a:pt x="7" y="33"/>
                    <a:pt x="4" y="29"/>
                    <a:pt x="0" y="28"/>
                  </a:cubicBezTo>
                  <a:cubicBezTo>
                    <a:pt x="0" y="29"/>
                    <a:pt x="0" y="30"/>
                    <a:pt x="1" y="32"/>
                  </a:cubicBezTo>
                </a:path>
              </a:pathLst>
            </a:custGeom>
            <a:solidFill>
              <a:srgbClr val="40404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</p:grpSp>
      <p:sp>
        <p:nvSpPr>
          <p:cNvPr id="24580" name="Rectangle 465">
            <a:extLst>
              <a:ext uri="{FF2B5EF4-FFF2-40B4-BE49-F238E27FC236}">
                <a16:creationId xmlns:a16="http://schemas.microsoft.com/office/drawing/2014/main" id="{4563A493-D7DA-4F66-BE58-12805097A073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Elderly person (2)</a:t>
            </a:r>
          </a:p>
        </p:txBody>
      </p:sp>
      <p:sp>
        <p:nvSpPr>
          <p:cNvPr id="40964" name="Freeform 466">
            <a:extLst>
              <a:ext uri="{FF2B5EF4-FFF2-40B4-BE49-F238E27FC236}">
                <a16:creationId xmlns:a16="http://schemas.microsoft.com/office/drawing/2014/main" id="{8AACED22-6E97-4032-AAB5-F5E6C68142A2}"/>
              </a:ext>
            </a:extLst>
          </p:cNvPr>
          <p:cNvSpPr>
            <a:spLocks/>
          </p:cNvSpPr>
          <p:nvPr/>
        </p:nvSpPr>
        <p:spPr bwMode="auto">
          <a:xfrm>
            <a:off x="9166225" y="1477963"/>
            <a:ext cx="9525" cy="4762"/>
          </a:xfrm>
          <a:custGeom>
            <a:avLst/>
            <a:gdLst>
              <a:gd name="T0" fmla="*/ 2147483646 w 6"/>
              <a:gd name="T1" fmla="*/ 2147483646 h 3"/>
              <a:gd name="T2" fmla="*/ 0 w 6"/>
              <a:gd name="T3" fmla="*/ 0 h 3"/>
              <a:gd name="T4" fmla="*/ 0 w 6"/>
              <a:gd name="T5" fmla="*/ 2147483646 h 3"/>
              <a:gd name="T6" fmla="*/ 2147483646 w 6"/>
              <a:gd name="T7" fmla="*/ 2147483646 h 3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6" h="3">
                <a:moveTo>
                  <a:pt x="6" y="3"/>
                </a:moveTo>
                <a:lnTo>
                  <a:pt x="0" y="0"/>
                </a:lnTo>
                <a:lnTo>
                  <a:pt x="0" y="3"/>
                </a:lnTo>
                <a:lnTo>
                  <a:pt x="6" y="3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fr-FR"/>
          </a:p>
        </p:txBody>
      </p:sp>
      <p:sp>
        <p:nvSpPr>
          <p:cNvPr id="40965" name="Freeform 467">
            <a:extLst>
              <a:ext uri="{FF2B5EF4-FFF2-40B4-BE49-F238E27FC236}">
                <a16:creationId xmlns:a16="http://schemas.microsoft.com/office/drawing/2014/main" id="{E8E682FE-FF15-4529-85FB-FF23D403814A}"/>
              </a:ext>
            </a:extLst>
          </p:cNvPr>
          <p:cNvSpPr>
            <a:spLocks/>
          </p:cNvSpPr>
          <p:nvPr/>
        </p:nvSpPr>
        <p:spPr bwMode="auto">
          <a:xfrm>
            <a:off x="7397750" y="1468438"/>
            <a:ext cx="12700" cy="4762"/>
          </a:xfrm>
          <a:custGeom>
            <a:avLst/>
            <a:gdLst>
              <a:gd name="T0" fmla="*/ 2147483646 w 8"/>
              <a:gd name="T1" fmla="*/ 0 h 3"/>
              <a:gd name="T2" fmla="*/ 0 w 8"/>
              <a:gd name="T3" fmla="*/ 2147483646 h 3"/>
              <a:gd name="T4" fmla="*/ 0 w 8"/>
              <a:gd name="T5" fmla="*/ 2147483646 h 3"/>
              <a:gd name="T6" fmla="*/ 2147483646 w 8"/>
              <a:gd name="T7" fmla="*/ 0 h 3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8" h="3">
                <a:moveTo>
                  <a:pt x="8" y="0"/>
                </a:moveTo>
                <a:lnTo>
                  <a:pt x="0" y="2"/>
                </a:lnTo>
                <a:lnTo>
                  <a:pt x="0" y="3"/>
                </a:lnTo>
                <a:lnTo>
                  <a:pt x="8" y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fr-FR"/>
          </a:p>
        </p:txBody>
      </p:sp>
      <p:grpSp>
        <p:nvGrpSpPr>
          <p:cNvPr id="40966" name="Full-body-standing-elderly-woman">
            <a:extLst>
              <a:ext uri="{FF2B5EF4-FFF2-40B4-BE49-F238E27FC236}">
                <a16:creationId xmlns:a16="http://schemas.microsoft.com/office/drawing/2014/main" id="{75715DB7-D0F2-4210-B25E-A8CEC22BCEE0}"/>
              </a:ext>
            </a:extLst>
          </p:cNvPr>
          <p:cNvGrpSpPr>
            <a:grpSpLocks/>
          </p:cNvGrpSpPr>
          <p:nvPr/>
        </p:nvGrpSpPr>
        <p:grpSpPr bwMode="auto">
          <a:xfrm>
            <a:off x="2289175" y="1176338"/>
            <a:ext cx="1355725" cy="5275262"/>
            <a:chOff x="482" y="720"/>
            <a:chExt cx="854" cy="3323"/>
          </a:xfrm>
        </p:grpSpPr>
        <p:grpSp>
          <p:nvGrpSpPr>
            <p:cNvPr id="41315" name="Group 469">
              <a:extLst>
                <a:ext uri="{FF2B5EF4-FFF2-40B4-BE49-F238E27FC236}">
                  <a16:creationId xmlns:a16="http://schemas.microsoft.com/office/drawing/2014/main" id="{DBAA33D6-6106-4578-B545-E0F79098581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82" y="725"/>
              <a:ext cx="854" cy="3318"/>
              <a:chOff x="482" y="725"/>
              <a:chExt cx="854" cy="3318"/>
            </a:xfrm>
          </p:grpSpPr>
          <p:sp>
            <p:nvSpPr>
              <p:cNvPr id="41353" name="Freeform 470">
                <a:extLst>
                  <a:ext uri="{FF2B5EF4-FFF2-40B4-BE49-F238E27FC236}">
                    <a16:creationId xmlns:a16="http://schemas.microsoft.com/office/drawing/2014/main" id="{8EEAE493-08AC-4312-8081-EC4F0E4AD6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" y="1083"/>
                <a:ext cx="854" cy="2960"/>
              </a:xfrm>
              <a:custGeom>
                <a:avLst/>
                <a:gdLst>
                  <a:gd name="T0" fmla="*/ 2224 w 523"/>
                  <a:gd name="T1" fmla="*/ 3510 h 1820"/>
                  <a:gd name="T2" fmla="*/ 2173 w 523"/>
                  <a:gd name="T3" fmla="*/ 2711 h 1820"/>
                  <a:gd name="T4" fmla="*/ 2106 w 523"/>
                  <a:gd name="T5" fmla="*/ 1732 h 1820"/>
                  <a:gd name="T6" fmla="*/ 2002 w 523"/>
                  <a:gd name="T7" fmla="*/ 916 h 1820"/>
                  <a:gd name="T8" fmla="*/ 1728 w 523"/>
                  <a:gd name="T9" fmla="*/ 426 h 1820"/>
                  <a:gd name="T10" fmla="*/ 1541 w 523"/>
                  <a:gd name="T11" fmla="*/ 372 h 1820"/>
                  <a:gd name="T12" fmla="*/ 1336 w 523"/>
                  <a:gd name="T13" fmla="*/ 13 h 1820"/>
                  <a:gd name="T14" fmla="*/ 1141 w 523"/>
                  <a:gd name="T15" fmla="*/ 122 h 1820"/>
                  <a:gd name="T16" fmla="*/ 1128 w 523"/>
                  <a:gd name="T17" fmla="*/ 122 h 1820"/>
                  <a:gd name="T18" fmla="*/ 1115 w 523"/>
                  <a:gd name="T19" fmla="*/ 111 h 1820"/>
                  <a:gd name="T20" fmla="*/ 901 w 523"/>
                  <a:gd name="T21" fmla="*/ 5 h 1820"/>
                  <a:gd name="T22" fmla="*/ 611 w 523"/>
                  <a:gd name="T23" fmla="*/ 405 h 1820"/>
                  <a:gd name="T24" fmla="*/ 493 w 523"/>
                  <a:gd name="T25" fmla="*/ 452 h 1820"/>
                  <a:gd name="T26" fmla="*/ 219 w 523"/>
                  <a:gd name="T27" fmla="*/ 1230 h 1820"/>
                  <a:gd name="T28" fmla="*/ 136 w 523"/>
                  <a:gd name="T29" fmla="*/ 2056 h 1820"/>
                  <a:gd name="T30" fmla="*/ 105 w 523"/>
                  <a:gd name="T31" fmla="*/ 3058 h 1820"/>
                  <a:gd name="T32" fmla="*/ 5 w 523"/>
                  <a:gd name="T33" fmla="*/ 3749 h 1820"/>
                  <a:gd name="T34" fmla="*/ 42 w 523"/>
                  <a:gd name="T35" fmla="*/ 3881 h 1820"/>
                  <a:gd name="T36" fmla="*/ 214 w 523"/>
                  <a:gd name="T37" fmla="*/ 4046 h 1820"/>
                  <a:gd name="T38" fmla="*/ 274 w 523"/>
                  <a:gd name="T39" fmla="*/ 4011 h 1820"/>
                  <a:gd name="T40" fmla="*/ 309 w 523"/>
                  <a:gd name="T41" fmla="*/ 3970 h 1820"/>
                  <a:gd name="T42" fmla="*/ 296 w 523"/>
                  <a:gd name="T43" fmla="*/ 3783 h 1820"/>
                  <a:gd name="T44" fmla="*/ 253 w 523"/>
                  <a:gd name="T45" fmla="*/ 3428 h 1820"/>
                  <a:gd name="T46" fmla="*/ 421 w 523"/>
                  <a:gd name="T47" fmla="*/ 2100 h 1820"/>
                  <a:gd name="T48" fmla="*/ 505 w 523"/>
                  <a:gd name="T49" fmla="*/ 1643 h 1820"/>
                  <a:gd name="T50" fmla="*/ 379 w 523"/>
                  <a:gd name="T51" fmla="*/ 2446 h 1820"/>
                  <a:gd name="T52" fmla="*/ 366 w 523"/>
                  <a:gd name="T53" fmla="*/ 3666 h 1820"/>
                  <a:gd name="T54" fmla="*/ 627 w 523"/>
                  <a:gd name="T55" fmla="*/ 5060 h 1820"/>
                  <a:gd name="T56" fmla="*/ 717 w 523"/>
                  <a:gd name="T57" fmla="*/ 6397 h 1820"/>
                  <a:gd name="T58" fmla="*/ 813 w 523"/>
                  <a:gd name="T59" fmla="*/ 7288 h 1820"/>
                  <a:gd name="T60" fmla="*/ 674 w 523"/>
                  <a:gd name="T61" fmla="*/ 7639 h 1820"/>
                  <a:gd name="T62" fmla="*/ 717 w 523"/>
                  <a:gd name="T63" fmla="*/ 7769 h 1820"/>
                  <a:gd name="T64" fmla="*/ 919 w 523"/>
                  <a:gd name="T65" fmla="*/ 7787 h 1820"/>
                  <a:gd name="T66" fmla="*/ 1109 w 523"/>
                  <a:gd name="T67" fmla="*/ 7636 h 1820"/>
                  <a:gd name="T68" fmla="*/ 1120 w 523"/>
                  <a:gd name="T69" fmla="*/ 7374 h 1820"/>
                  <a:gd name="T70" fmla="*/ 1088 w 523"/>
                  <a:gd name="T71" fmla="*/ 7120 h 1820"/>
                  <a:gd name="T72" fmla="*/ 1101 w 523"/>
                  <a:gd name="T73" fmla="*/ 5674 h 1820"/>
                  <a:gd name="T74" fmla="*/ 1096 w 523"/>
                  <a:gd name="T75" fmla="*/ 4864 h 1820"/>
                  <a:gd name="T76" fmla="*/ 1096 w 523"/>
                  <a:gd name="T77" fmla="*/ 3690 h 1820"/>
                  <a:gd name="T78" fmla="*/ 1133 w 523"/>
                  <a:gd name="T79" fmla="*/ 3695 h 1820"/>
                  <a:gd name="T80" fmla="*/ 1184 w 523"/>
                  <a:gd name="T81" fmla="*/ 3682 h 1820"/>
                  <a:gd name="T82" fmla="*/ 1184 w 523"/>
                  <a:gd name="T83" fmla="*/ 4194 h 1820"/>
                  <a:gd name="T84" fmla="*/ 1192 w 523"/>
                  <a:gd name="T85" fmla="*/ 5279 h 1820"/>
                  <a:gd name="T86" fmla="*/ 1231 w 523"/>
                  <a:gd name="T87" fmla="*/ 6815 h 1820"/>
                  <a:gd name="T88" fmla="*/ 1176 w 523"/>
                  <a:gd name="T89" fmla="*/ 7275 h 1820"/>
                  <a:gd name="T90" fmla="*/ 1154 w 523"/>
                  <a:gd name="T91" fmla="*/ 7520 h 1820"/>
                  <a:gd name="T92" fmla="*/ 1231 w 523"/>
                  <a:gd name="T93" fmla="*/ 7761 h 1820"/>
                  <a:gd name="T94" fmla="*/ 1463 w 523"/>
                  <a:gd name="T95" fmla="*/ 7790 h 1820"/>
                  <a:gd name="T96" fmla="*/ 1602 w 523"/>
                  <a:gd name="T97" fmla="*/ 7707 h 1820"/>
                  <a:gd name="T98" fmla="*/ 1486 w 523"/>
                  <a:gd name="T99" fmla="*/ 7446 h 1820"/>
                  <a:gd name="T100" fmla="*/ 1479 w 523"/>
                  <a:gd name="T101" fmla="*/ 7018 h 1820"/>
                  <a:gd name="T102" fmla="*/ 1623 w 523"/>
                  <a:gd name="T103" fmla="*/ 5440 h 1820"/>
                  <a:gd name="T104" fmla="*/ 1768 w 523"/>
                  <a:gd name="T105" fmla="*/ 4264 h 1820"/>
                  <a:gd name="T106" fmla="*/ 2008 w 523"/>
                  <a:gd name="T107" fmla="*/ 2952 h 1820"/>
                  <a:gd name="T108" fmla="*/ 1781 w 523"/>
                  <a:gd name="T109" fmla="*/ 2100 h 1820"/>
                  <a:gd name="T110" fmla="*/ 1773 w 523"/>
                  <a:gd name="T111" fmla="*/ 1639 h 1820"/>
                  <a:gd name="T112" fmla="*/ 1920 w 523"/>
                  <a:gd name="T113" fmla="*/ 2711 h 1820"/>
                  <a:gd name="T114" fmla="*/ 1997 w 523"/>
                  <a:gd name="T115" fmla="*/ 3557 h 1820"/>
                  <a:gd name="T116" fmla="*/ 1976 w 523"/>
                  <a:gd name="T117" fmla="*/ 3936 h 1820"/>
                  <a:gd name="T118" fmla="*/ 1963 w 523"/>
                  <a:gd name="T119" fmla="*/ 4003 h 1820"/>
                  <a:gd name="T120" fmla="*/ 1968 w 523"/>
                  <a:gd name="T121" fmla="*/ 4081 h 1820"/>
                  <a:gd name="T122" fmla="*/ 2182 w 523"/>
                  <a:gd name="T123" fmla="*/ 3975 h 1820"/>
                  <a:gd name="T124" fmla="*/ 2250 w 523"/>
                  <a:gd name="T125" fmla="*/ 3812 h 1820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0" t="0" r="r" b="b"/>
                <a:pathLst>
                  <a:path w="523" h="1820">
                    <a:moveTo>
                      <a:pt x="521" y="871"/>
                    </a:moveTo>
                    <a:cubicBezTo>
                      <a:pt x="519" y="867"/>
                      <a:pt x="515" y="835"/>
                      <a:pt x="511" y="816"/>
                    </a:cubicBezTo>
                    <a:cubicBezTo>
                      <a:pt x="508" y="801"/>
                      <a:pt x="498" y="735"/>
                      <a:pt x="500" y="705"/>
                    </a:cubicBezTo>
                    <a:cubicBezTo>
                      <a:pt x="502" y="682"/>
                      <a:pt x="498" y="645"/>
                      <a:pt x="499" y="630"/>
                    </a:cubicBezTo>
                    <a:cubicBezTo>
                      <a:pt x="500" y="541"/>
                      <a:pt x="495" y="495"/>
                      <a:pt x="491" y="478"/>
                    </a:cubicBezTo>
                    <a:cubicBezTo>
                      <a:pt x="488" y="462"/>
                      <a:pt x="484" y="438"/>
                      <a:pt x="484" y="403"/>
                    </a:cubicBezTo>
                    <a:cubicBezTo>
                      <a:pt x="484" y="367"/>
                      <a:pt x="475" y="320"/>
                      <a:pt x="473" y="285"/>
                    </a:cubicBezTo>
                    <a:cubicBezTo>
                      <a:pt x="471" y="266"/>
                      <a:pt x="464" y="240"/>
                      <a:pt x="460" y="213"/>
                    </a:cubicBezTo>
                    <a:cubicBezTo>
                      <a:pt x="457" y="187"/>
                      <a:pt x="425" y="111"/>
                      <a:pt x="410" y="105"/>
                    </a:cubicBezTo>
                    <a:cubicBezTo>
                      <a:pt x="407" y="104"/>
                      <a:pt x="401" y="99"/>
                      <a:pt x="397" y="99"/>
                    </a:cubicBezTo>
                    <a:cubicBezTo>
                      <a:pt x="392" y="98"/>
                      <a:pt x="388" y="95"/>
                      <a:pt x="383" y="94"/>
                    </a:cubicBezTo>
                    <a:cubicBezTo>
                      <a:pt x="372" y="92"/>
                      <a:pt x="363" y="90"/>
                      <a:pt x="354" y="87"/>
                    </a:cubicBezTo>
                    <a:cubicBezTo>
                      <a:pt x="334" y="80"/>
                      <a:pt x="298" y="41"/>
                      <a:pt x="316" y="1"/>
                    </a:cubicBezTo>
                    <a:cubicBezTo>
                      <a:pt x="314" y="4"/>
                      <a:pt x="310" y="0"/>
                      <a:pt x="307" y="3"/>
                    </a:cubicBezTo>
                    <a:cubicBezTo>
                      <a:pt x="299" y="16"/>
                      <a:pt x="283" y="23"/>
                      <a:pt x="271" y="25"/>
                    </a:cubicBezTo>
                    <a:cubicBezTo>
                      <a:pt x="267" y="25"/>
                      <a:pt x="265" y="28"/>
                      <a:pt x="262" y="28"/>
                    </a:cubicBezTo>
                    <a:cubicBezTo>
                      <a:pt x="261" y="27"/>
                      <a:pt x="261" y="27"/>
                      <a:pt x="261" y="27"/>
                    </a:cubicBezTo>
                    <a:cubicBezTo>
                      <a:pt x="259" y="28"/>
                      <a:pt x="259" y="28"/>
                      <a:pt x="259" y="28"/>
                    </a:cubicBezTo>
                    <a:cubicBezTo>
                      <a:pt x="259" y="28"/>
                      <a:pt x="259" y="28"/>
                      <a:pt x="259" y="28"/>
                    </a:cubicBezTo>
                    <a:cubicBezTo>
                      <a:pt x="256" y="28"/>
                      <a:pt x="259" y="27"/>
                      <a:pt x="256" y="26"/>
                    </a:cubicBezTo>
                    <a:cubicBezTo>
                      <a:pt x="244" y="24"/>
                      <a:pt x="225" y="20"/>
                      <a:pt x="214" y="9"/>
                    </a:cubicBezTo>
                    <a:cubicBezTo>
                      <a:pt x="211" y="6"/>
                      <a:pt x="209" y="4"/>
                      <a:pt x="207" y="1"/>
                    </a:cubicBezTo>
                    <a:cubicBezTo>
                      <a:pt x="232" y="35"/>
                      <a:pt x="188" y="80"/>
                      <a:pt x="169" y="87"/>
                    </a:cubicBezTo>
                    <a:cubicBezTo>
                      <a:pt x="160" y="90"/>
                      <a:pt x="151" y="92"/>
                      <a:pt x="140" y="94"/>
                    </a:cubicBezTo>
                    <a:cubicBezTo>
                      <a:pt x="134" y="95"/>
                      <a:pt x="131" y="97"/>
                      <a:pt x="125" y="98"/>
                    </a:cubicBezTo>
                    <a:cubicBezTo>
                      <a:pt x="121" y="99"/>
                      <a:pt x="117" y="103"/>
                      <a:pt x="113" y="105"/>
                    </a:cubicBezTo>
                    <a:cubicBezTo>
                      <a:pt x="96" y="112"/>
                      <a:pt x="65" y="183"/>
                      <a:pt x="62" y="209"/>
                    </a:cubicBezTo>
                    <a:cubicBezTo>
                      <a:pt x="58" y="235"/>
                      <a:pt x="51" y="266"/>
                      <a:pt x="50" y="286"/>
                    </a:cubicBezTo>
                    <a:cubicBezTo>
                      <a:pt x="47" y="321"/>
                      <a:pt x="39" y="367"/>
                      <a:pt x="39" y="403"/>
                    </a:cubicBezTo>
                    <a:cubicBezTo>
                      <a:pt x="39" y="438"/>
                      <a:pt x="34" y="462"/>
                      <a:pt x="31" y="478"/>
                    </a:cubicBezTo>
                    <a:cubicBezTo>
                      <a:pt x="28" y="495"/>
                      <a:pt x="22" y="539"/>
                      <a:pt x="22" y="629"/>
                    </a:cubicBezTo>
                    <a:cubicBezTo>
                      <a:pt x="23" y="644"/>
                      <a:pt x="22" y="687"/>
                      <a:pt x="24" y="711"/>
                    </a:cubicBezTo>
                    <a:cubicBezTo>
                      <a:pt x="26" y="740"/>
                      <a:pt x="15" y="801"/>
                      <a:pt x="12" y="816"/>
                    </a:cubicBezTo>
                    <a:cubicBezTo>
                      <a:pt x="7" y="835"/>
                      <a:pt x="3" y="867"/>
                      <a:pt x="1" y="871"/>
                    </a:cubicBezTo>
                    <a:cubicBezTo>
                      <a:pt x="0" y="876"/>
                      <a:pt x="3" y="882"/>
                      <a:pt x="6" y="886"/>
                    </a:cubicBezTo>
                    <a:cubicBezTo>
                      <a:pt x="8" y="891"/>
                      <a:pt x="7" y="895"/>
                      <a:pt x="10" y="902"/>
                    </a:cubicBezTo>
                    <a:cubicBezTo>
                      <a:pt x="12" y="907"/>
                      <a:pt x="19" y="918"/>
                      <a:pt x="22" y="924"/>
                    </a:cubicBezTo>
                    <a:cubicBezTo>
                      <a:pt x="25" y="930"/>
                      <a:pt x="39" y="937"/>
                      <a:pt x="49" y="941"/>
                    </a:cubicBezTo>
                    <a:cubicBezTo>
                      <a:pt x="56" y="944"/>
                      <a:pt x="70" y="952"/>
                      <a:pt x="71" y="949"/>
                    </a:cubicBezTo>
                    <a:cubicBezTo>
                      <a:pt x="73" y="941"/>
                      <a:pt x="69" y="936"/>
                      <a:pt x="63" y="932"/>
                    </a:cubicBezTo>
                    <a:cubicBezTo>
                      <a:pt x="60" y="930"/>
                      <a:pt x="70" y="937"/>
                      <a:pt x="72" y="930"/>
                    </a:cubicBezTo>
                    <a:cubicBezTo>
                      <a:pt x="72" y="928"/>
                      <a:pt x="72" y="927"/>
                      <a:pt x="71" y="923"/>
                    </a:cubicBezTo>
                    <a:cubicBezTo>
                      <a:pt x="72" y="919"/>
                      <a:pt x="71" y="919"/>
                      <a:pt x="69" y="915"/>
                    </a:cubicBezTo>
                    <a:cubicBezTo>
                      <a:pt x="73" y="913"/>
                      <a:pt x="72" y="892"/>
                      <a:pt x="68" y="879"/>
                    </a:cubicBezTo>
                    <a:cubicBezTo>
                      <a:pt x="68" y="871"/>
                      <a:pt x="74" y="848"/>
                      <a:pt x="63" y="827"/>
                    </a:cubicBezTo>
                    <a:cubicBezTo>
                      <a:pt x="58" y="816"/>
                      <a:pt x="58" y="804"/>
                      <a:pt x="58" y="797"/>
                    </a:cubicBezTo>
                    <a:cubicBezTo>
                      <a:pt x="55" y="781"/>
                      <a:pt x="72" y="663"/>
                      <a:pt x="82" y="630"/>
                    </a:cubicBezTo>
                    <a:cubicBezTo>
                      <a:pt x="101" y="561"/>
                      <a:pt x="95" y="500"/>
                      <a:pt x="97" y="488"/>
                    </a:cubicBezTo>
                    <a:cubicBezTo>
                      <a:pt x="99" y="476"/>
                      <a:pt x="112" y="411"/>
                      <a:pt x="116" y="382"/>
                    </a:cubicBezTo>
                    <a:cubicBezTo>
                      <a:pt x="116" y="382"/>
                      <a:pt x="116" y="382"/>
                      <a:pt x="116" y="382"/>
                    </a:cubicBezTo>
                    <a:cubicBezTo>
                      <a:pt x="113" y="423"/>
                      <a:pt x="115" y="471"/>
                      <a:pt x="116" y="489"/>
                    </a:cubicBezTo>
                    <a:cubicBezTo>
                      <a:pt x="117" y="515"/>
                      <a:pt x="97" y="549"/>
                      <a:pt x="87" y="569"/>
                    </a:cubicBezTo>
                    <a:cubicBezTo>
                      <a:pt x="77" y="589"/>
                      <a:pt x="75" y="635"/>
                      <a:pt x="67" y="691"/>
                    </a:cubicBezTo>
                    <a:cubicBezTo>
                      <a:pt x="59" y="735"/>
                      <a:pt x="76" y="772"/>
                      <a:pt x="84" y="852"/>
                    </a:cubicBezTo>
                    <a:cubicBezTo>
                      <a:pt x="89" y="908"/>
                      <a:pt x="106" y="947"/>
                      <a:pt x="119" y="1010"/>
                    </a:cubicBezTo>
                    <a:cubicBezTo>
                      <a:pt x="131" y="1066"/>
                      <a:pt x="146" y="1131"/>
                      <a:pt x="144" y="1176"/>
                    </a:cubicBezTo>
                    <a:cubicBezTo>
                      <a:pt x="142" y="1217"/>
                      <a:pt x="144" y="1236"/>
                      <a:pt x="150" y="1265"/>
                    </a:cubicBezTo>
                    <a:cubicBezTo>
                      <a:pt x="156" y="1291"/>
                      <a:pt x="153" y="1412"/>
                      <a:pt x="165" y="1487"/>
                    </a:cubicBezTo>
                    <a:cubicBezTo>
                      <a:pt x="177" y="1562"/>
                      <a:pt x="179" y="1613"/>
                      <a:pt x="183" y="1631"/>
                    </a:cubicBezTo>
                    <a:cubicBezTo>
                      <a:pt x="191" y="1670"/>
                      <a:pt x="184" y="1674"/>
                      <a:pt x="187" y="1694"/>
                    </a:cubicBezTo>
                    <a:cubicBezTo>
                      <a:pt x="190" y="1714"/>
                      <a:pt x="191" y="1711"/>
                      <a:pt x="181" y="1731"/>
                    </a:cubicBezTo>
                    <a:cubicBezTo>
                      <a:pt x="173" y="1743"/>
                      <a:pt x="160" y="1770"/>
                      <a:pt x="155" y="1776"/>
                    </a:cubicBezTo>
                    <a:cubicBezTo>
                      <a:pt x="151" y="1782"/>
                      <a:pt x="153" y="1788"/>
                      <a:pt x="155" y="1792"/>
                    </a:cubicBezTo>
                    <a:cubicBezTo>
                      <a:pt x="152" y="1801"/>
                      <a:pt x="162" y="1806"/>
                      <a:pt x="165" y="1806"/>
                    </a:cubicBezTo>
                    <a:cubicBezTo>
                      <a:pt x="164" y="1817"/>
                      <a:pt x="182" y="1816"/>
                      <a:pt x="186" y="1811"/>
                    </a:cubicBezTo>
                    <a:cubicBezTo>
                      <a:pt x="192" y="1817"/>
                      <a:pt x="205" y="1817"/>
                      <a:pt x="211" y="1810"/>
                    </a:cubicBezTo>
                    <a:cubicBezTo>
                      <a:pt x="220" y="1818"/>
                      <a:pt x="234" y="1820"/>
                      <a:pt x="239" y="1811"/>
                    </a:cubicBezTo>
                    <a:cubicBezTo>
                      <a:pt x="247" y="1796"/>
                      <a:pt x="256" y="1786"/>
                      <a:pt x="255" y="1775"/>
                    </a:cubicBezTo>
                    <a:cubicBezTo>
                      <a:pt x="254" y="1764"/>
                      <a:pt x="256" y="1761"/>
                      <a:pt x="258" y="1748"/>
                    </a:cubicBezTo>
                    <a:cubicBezTo>
                      <a:pt x="260" y="1734"/>
                      <a:pt x="262" y="1724"/>
                      <a:pt x="257" y="1714"/>
                    </a:cubicBezTo>
                    <a:cubicBezTo>
                      <a:pt x="253" y="1705"/>
                      <a:pt x="253" y="1701"/>
                      <a:pt x="253" y="1691"/>
                    </a:cubicBezTo>
                    <a:cubicBezTo>
                      <a:pt x="253" y="1682"/>
                      <a:pt x="256" y="1667"/>
                      <a:pt x="250" y="1655"/>
                    </a:cubicBezTo>
                    <a:cubicBezTo>
                      <a:pt x="245" y="1643"/>
                      <a:pt x="238" y="1615"/>
                      <a:pt x="239" y="1584"/>
                    </a:cubicBezTo>
                    <a:cubicBezTo>
                      <a:pt x="240" y="1553"/>
                      <a:pt x="261" y="1379"/>
                      <a:pt x="253" y="1319"/>
                    </a:cubicBezTo>
                    <a:cubicBezTo>
                      <a:pt x="244" y="1259"/>
                      <a:pt x="247" y="1247"/>
                      <a:pt x="249" y="1227"/>
                    </a:cubicBezTo>
                    <a:cubicBezTo>
                      <a:pt x="251" y="1207"/>
                      <a:pt x="257" y="1174"/>
                      <a:pt x="252" y="1131"/>
                    </a:cubicBezTo>
                    <a:cubicBezTo>
                      <a:pt x="250" y="1114"/>
                      <a:pt x="251" y="1045"/>
                      <a:pt x="251" y="975"/>
                    </a:cubicBezTo>
                    <a:cubicBezTo>
                      <a:pt x="251" y="929"/>
                      <a:pt x="263" y="870"/>
                      <a:pt x="252" y="858"/>
                    </a:cubicBezTo>
                    <a:cubicBezTo>
                      <a:pt x="252" y="857"/>
                      <a:pt x="252" y="857"/>
                      <a:pt x="252" y="857"/>
                    </a:cubicBezTo>
                    <a:cubicBezTo>
                      <a:pt x="255" y="858"/>
                      <a:pt x="258" y="859"/>
                      <a:pt x="260" y="859"/>
                    </a:cubicBezTo>
                    <a:cubicBezTo>
                      <a:pt x="261" y="859"/>
                      <a:pt x="261" y="859"/>
                      <a:pt x="261" y="859"/>
                    </a:cubicBezTo>
                    <a:cubicBezTo>
                      <a:pt x="264" y="859"/>
                      <a:pt x="268" y="858"/>
                      <a:pt x="272" y="856"/>
                    </a:cubicBezTo>
                    <a:cubicBezTo>
                      <a:pt x="271" y="858"/>
                      <a:pt x="271" y="858"/>
                      <a:pt x="271" y="858"/>
                    </a:cubicBezTo>
                    <a:cubicBezTo>
                      <a:pt x="260" y="870"/>
                      <a:pt x="271" y="929"/>
                      <a:pt x="272" y="975"/>
                    </a:cubicBezTo>
                    <a:cubicBezTo>
                      <a:pt x="272" y="1045"/>
                      <a:pt x="273" y="1114"/>
                      <a:pt x="271" y="1131"/>
                    </a:cubicBezTo>
                    <a:cubicBezTo>
                      <a:pt x="266" y="1174"/>
                      <a:pt x="271" y="1207"/>
                      <a:pt x="274" y="1227"/>
                    </a:cubicBezTo>
                    <a:cubicBezTo>
                      <a:pt x="276" y="1247"/>
                      <a:pt x="279" y="1259"/>
                      <a:pt x="270" y="1319"/>
                    </a:cubicBezTo>
                    <a:cubicBezTo>
                      <a:pt x="261" y="1379"/>
                      <a:pt x="282" y="1553"/>
                      <a:pt x="283" y="1584"/>
                    </a:cubicBezTo>
                    <a:cubicBezTo>
                      <a:pt x="284" y="1615"/>
                      <a:pt x="278" y="1643"/>
                      <a:pt x="272" y="1655"/>
                    </a:cubicBezTo>
                    <a:cubicBezTo>
                      <a:pt x="267" y="1667"/>
                      <a:pt x="270" y="1682"/>
                      <a:pt x="270" y="1691"/>
                    </a:cubicBezTo>
                    <a:cubicBezTo>
                      <a:pt x="270" y="1701"/>
                      <a:pt x="270" y="1705"/>
                      <a:pt x="266" y="1714"/>
                    </a:cubicBezTo>
                    <a:cubicBezTo>
                      <a:pt x="261" y="1724"/>
                      <a:pt x="263" y="1734"/>
                      <a:pt x="265" y="1748"/>
                    </a:cubicBezTo>
                    <a:cubicBezTo>
                      <a:pt x="267" y="1761"/>
                      <a:pt x="269" y="1764"/>
                      <a:pt x="268" y="1775"/>
                    </a:cubicBezTo>
                    <a:cubicBezTo>
                      <a:pt x="267" y="1786"/>
                      <a:pt x="275" y="1792"/>
                      <a:pt x="283" y="1804"/>
                    </a:cubicBezTo>
                    <a:cubicBezTo>
                      <a:pt x="293" y="1819"/>
                      <a:pt x="303" y="1818"/>
                      <a:pt x="312" y="1810"/>
                    </a:cubicBezTo>
                    <a:cubicBezTo>
                      <a:pt x="317" y="1817"/>
                      <a:pt x="331" y="1817"/>
                      <a:pt x="336" y="1811"/>
                    </a:cubicBezTo>
                    <a:cubicBezTo>
                      <a:pt x="341" y="1816"/>
                      <a:pt x="359" y="1817"/>
                      <a:pt x="358" y="1806"/>
                    </a:cubicBezTo>
                    <a:cubicBezTo>
                      <a:pt x="361" y="1806"/>
                      <a:pt x="371" y="1801"/>
                      <a:pt x="368" y="1792"/>
                    </a:cubicBezTo>
                    <a:cubicBezTo>
                      <a:pt x="370" y="1788"/>
                      <a:pt x="372" y="1782"/>
                      <a:pt x="368" y="1776"/>
                    </a:cubicBezTo>
                    <a:cubicBezTo>
                      <a:pt x="363" y="1770"/>
                      <a:pt x="349" y="1743"/>
                      <a:pt x="341" y="1731"/>
                    </a:cubicBezTo>
                    <a:cubicBezTo>
                      <a:pt x="332" y="1711"/>
                      <a:pt x="332" y="1714"/>
                      <a:pt x="336" y="1694"/>
                    </a:cubicBezTo>
                    <a:cubicBezTo>
                      <a:pt x="339" y="1674"/>
                      <a:pt x="332" y="1670"/>
                      <a:pt x="340" y="1631"/>
                    </a:cubicBezTo>
                    <a:cubicBezTo>
                      <a:pt x="343" y="1613"/>
                      <a:pt x="347" y="1568"/>
                      <a:pt x="358" y="1491"/>
                    </a:cubicBezTo>
                    <a:cubicBezTo>
                      <a:pt x="370" y="1414"/>
                      <a:pt x="371" y="1292"/>
                      <a:pt x="373" y="1265"/>
                    </a:cubicBezTo>
                    <a:cubicBezTo>
                      <a:pt x="374" y="1238"/>
                      <a:pt x="382" y="1212"/>
                      <a:pt x="381" y="1165"/>
                    </a:cubicBezTo>
                    <a:cubicBezTo>
                      <a:pt x="379" y="1123"/>
                      <a:pt x="394" y="1047"/>
                      <a:pt x="406" y="991"/>
                    </a:cubicBezTo>
                    <a:cubicBezTo>
                      <a:pt x="419" y="928"/>
                      <a:pt x="439" y="909"/>
                      <a:pt x="444" y="853"/>
                    </a:cubicBezTo>
                    <a:cubicBezTo>
                      <a:pt x="452" y="773"/>
                      <a:pt x="469" y="730"/>
                      <a:pt x="461" y="686"/>
                    </a:cubicBezTo>
                    <a:cubicBezTo>
                      <a:pt x="452" y="630"/>
                      <a:pt x="442" y="583"/>
                      <a:pt x="432" y="563"/>
                    </a:cubicBezTo>
                    <a:cubicBezTo>
                      <a:pt x="422" y="542"/>
                      <a:pt x="408" y="513"/>
                      <a:pt x="409" y="488"/>
                    </a:cubicBezTo>
                    <a:cubicBezTo>
                      <a:pt x="410" y="471"/>
                      <a:pt x="409" y="448"/>
                      <a:pt x="411" y="412"/>
                    </a:cubicBezTo>
                    <a:cubicBezTo>
                      <a:pt x="407" y="381"/>
                      <a:pt x="407" y="381"/>
                      <a:pt x="407" y="381"/>
                    </a:cubicBezTo>
                    <a:cubicBezTo>
                      <a:pt x="411" y="410"/>
                      <a:pt x="424" y="476"/>
                      <a:pt x="426" y="488"/>
                    </a:cubicBezTo>
                    <a:cubicBezTo>
                      <a:pt x="428" y="500"/>
                      <a:pt x="422" y="561"/>
                      <a:pt x="441" y="630"/>
                    </a:cubicBezTo>
                    <a:cubicBezTo>
                      <a:pt x="450" y="663"/>
                      <a:pt x="468" y="781"/>
                      <a:pt x="465" y="797"/>
                    </a:cubicBezTo>
                    <a:cubicBezTo>
                      <a:pt x="465" y="804"/>
                      <a:pt x="463" y="815"/>
                      <a:pt x="459" y="827"/>
                    </a:cubicBezTo>
                    <a:cubicBezTo>
                      <a:pt x="454" y="845"/>
                      <a:pt x="454" y="871"/>
                      <a:pt x="455" y="879"/>
                    </a:cubicBezTo>
                    <a:cubicBezTo>
                      <a:pt x="453" y="890"/>
                      <a:pt x="449" y="913"/>
                      <a:pt x="454" y="915"/>
                    </a:cubicBezTo>
                    <a:cubicBezTo>
                      <a:pt x="452" y="919"/>
                      <a:pt x="451" y="919"/>
                      <a:pt x="452" y="923"/>
                    </a:cubicBezTo>
                    <a:cubicBezTo>
                      <a:pt x="450" y="927"/>
                      <a:pt x="450" y="928"/>
                      <a:pt x="451" y="930"/>
                    </a:cubicBezTo>
                    <a:cubicBezTo>
                      <a:pt x="453" y="937"/>
                      <a:pt x="463" y="930"/>
                      <a:pt x="459" y="932"/>
                    </a:cubicBezTo>
                    <a:cubicBezTo>
                      <a:pt x="454" y="936"/>
                      <a:pt x="449" y="941"/>
                      <a:pt x="452" y="949"/>
                    </a:cubicBezTo>
                    <a:cubicBezTo>
                      <a:pt x="453" y="952"/>
                      <a:pt x="467" y="944"/>
                      <a:pt x="474" y="941"/>
                    </a:cubicBezTo>
                    <a:cubicBezTo>
                      <a:pt x="484" y="937"/>
                      <a:pt x="497" y="930"/>
                      <a:pt x="501" y="924"/>
                    </a:cubicBezTo>
                    <a:cubicBezTo>
                      <a:pt x="504" y="918"/>
                      <a:pt x="511" y="907"/>
                      <a:pt x="513" y="902"/>
                    </a:cubicBezTo>
                    <a:cubicBezTo>
                      <a:pt x="516" y="895"/>
                      <a:pt x="515" y="891"/>
                      <a:pt x="517" y="886"/>
                    </a:cubicBezTo>
                    <a:cubicBezTo>
                      <a:pt x="519" y="882"/>
                      <a:pt x="523" y="876"/>
                      <a:pt x="521" y="871"/>
                    </a:cubicBezTo>
                  </a:path>
                </a:pathLst>
              </a:custGeom>
              <a:solidFill>
                <a:srgbClr val="A961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354" name="Freeform 471">
                <a:extLst>
                  <a:ext uri="{FF2B5EF4-FFF2-40B4-BE49-F238E27FC236}">
                    <a16:creationId xmlns:a16="http://schemas.microsoft.com/office/drawing/2014/main" id="{2412B71E-D667-4DE2-B4BB-C2B6700029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5" y="2291"/>
                <a:ext cx="121" cy="340"/>
              </a:xfrm>
              <a:custGeom>
                <a:avLst/>
                <a:gdLst>
                  <a:gd name="T0" fmla="*/ 54 w 74"/>
                  <a:gd name="T1" fmla="*/ 0 h 209"/>
                  <a:gd name="T2" fmla="*/ 70 w 74"/>
                  <a:gd name="T3" fmla="*/ 233 h 209"/>
                  <a:gd name="T4" fmla="*/ 43 w 74"/>
                  <a:gd name="T5" fmla="*/ 363 h 209"/>
                  <a:gd name="T6" fmla="*/ 26 w 74"/>
                  <a:gd name="T7" fmla="*/ 586 h 209"/>
                  <a:gd name="T8" fmla="*/ 21 w 74"/>
                  <a:gd name="T9" fmla="*/ 742 h 209"/>
                  <a:gd name="T10" fmla="*/ 13 w 74"/>
                  <a:gd name="T11" fmla="*/ 776 h 209"/>
                  <a:gd name="T12" fmla="*/ 8 w 74"/>
                  <a:gd name="T13" fmla="*/ 805 h 209"/>
                  <a:gd name="T14" fmla="*/ 43 w 74"/>
                  <a:gd name="T15" fmla="*/ 812 h 209"/>
                  <a:gd name="T16" fmla="*/ 13 w 74"/>
                  <a:gd name="T17" fmla="*/ 887 h 209"/>
                  <a:gd name="T18" fmla="*/ 110 w 74"/>
                  <a:gd name="T19" fmla="*/ 852 h 209"/>
                  <a:gd name="T20" fmla="*/ 227 w 74"/>
                  <a:gd name="T21" fmla="*/ 778 h 209"/>
                  <a:gd name="T22" fmla="*/ 281 w 74"/>
                  <a:gd name="T23" fmla="*/ 685 h 209"/>
                  <a:gd name="T24" fmla="*/ 298 w 74"/>
                  <a:gd name="T25" fmla="*/ 617 h 209"/>
                  <a:gd name="T26" fmla="*/ 316 w 74"/>
                  <a:gd name="T27" fmla="*/ 550 h 20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74" h="209">
                    <a:moveTo>
                      <a:pt x="12" y="0"/>
                    </a:moveTo>
                    <a:cubicBezTo>
                      <a:pt x="15" y="26"/>
                      <a:pt x="17" y="48"/>
                      <a:pt x="16" y="54"/>
                    </a:cubicBezTo>
                    <a:cubicBezTo>
                      <a:pt x="16" y="61"/>
                      <a:pt x="14" y="72"/>
                      <a:pt x="10" y="84"/>
                    </a:cubicBezTo>
                    <a:cubicBezTo>
                      <a:pt x="5" y="102"/>
                      <a:pt x="5" y="128"/>
                      <a:pt x="6" y="136"/>
                    </a:cubicBezTo>
                    <a:cubicBezTo>
                      <a:pt x="4" y="147"/>
                      <a:pt x="0" y="170"/>
                      <a:pt x="5" y="172"/>
                    </a:cubicBezTo>
                    <a:cubicBezTo>
                      <a:pt x="3" y="176"/>
                      <a:pt x="2" y="176"/>
                      <a:pt x="3" y="180"/>
                    </a:cubicBezTo>
                    <a:cubicBezTo>
                      <a:pt x="1" y="184"/>
                      <a:pt x="1" y="185"/>
                      <a:pt x="2" y="187"/>
                    </a:cubicBezTo>
                    <a:cubicBezTo>
                      <a:pt x="4" y="194"/>
                      <a:pt x="14" y="187"/>
                      <a:pt x="10" y="189"/>
                    </a:cubicBezTo>
                    <a:cubicBezTo>
                      <a:pt x="5" y="193"/>
                      <a:pt x="0" y="198"/>
                      <a:pt x="3" y="206"/>
                    </a:cubicBezTo>
                    <a:cubicBezTo>
                      <a:pt x="4" y="209"/>
                      <a:pt x="18" y="201"/>
                      <a:pt x="25" y="198"/>
                    </a:cubicBezTo>
                    <a:cubicBezTo>
                      <a:pt x="35" y="194"/>
                      <a:pt x="48" y="187"/>
                      <a:pt x="52" y="181"/>
                    </a:cubicBezTo>
                    <a:cubicBezTo>
                      <a:pt x="55" y="175"/>
                      <a:pt x="62" y="164"/>
                      <a:pt x="64" y="159"/>
                    </a:cubicBezTo>
                    <a:cubicBezTo>
                      <a:pt x="67" y="152"/>
                      <a:pt x="66" y="148"/>
                      <a:pt x="68" y="143"/>
                    </a:cubicBezTo>
                    <a:cubicBezTo>
                      <a:pt x="70" y="139"/>
                      <a:pt x="74" y="133"/>
                      <a:pt x="72" y="128"/>
                    </a:cubicBezTo>
                  </a:path>
                </a:pathLst>
              </a:custGeom>
              <a:noFill/>
              <a:ln w="1588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355" name="Freeform 472">
                <a:extLst>
                  <a:ext uri="{FF2B5EF4-FFF2-40B4-BE49-F238E27FC236}">
                    <a16:creationId xmlns:a16="http://schemas.microsoft.com/office/drawing/2014/main" id="{39C8F3DF-FC37-4A0A-A4D0-C31BDB4B45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7" y="1702"/>
                <a:ext cx="34" cy="282"/>
              </a:xfrm>
              <a:custGeom>
                <a:avLst/>
                <a:gdLst>
                  <a:gd name="T0" fmla="*/ 89 w 21"/>
                  <a:gd name="T1" fmla="*/ 750 h 173"/>
                  <a:gd name="T2" fmla="*/ 8 w 21"/>
                  <a:gd name="T3" fmla="*/ 463 h 173"/>
                  <a:gd name="T4" fmla="*/ 16 w 21"/>
                  <a:gd name="T5" fmla="*/ 135 h 173"/>
                  <a:gd name="T6" fmla="*/ 0 w 21"/>
                  <a:gd name="T7" fmla="*/ 0 h 173"/>
                  <a:gd name="T8" fmla="*/ 81 w 21"/>
                  <a:gd name="T9" fmla="*/ 463 h 173"/>
                  <a:gd name="T10" fmla="*/ 89 w 21"/>
                  <a:gd name="T11" fmla="*/ 750 h 17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1" h="173">
                    <a:moveTo>
                      <a:pt x="21" y="173"/>
                    </a:moveTo>
                    <a:cubicBezTo>
                      <a:pt x="12" y="154"/>
                      <a:pt x="1" y="129"/>
                      <a:pt x="2" y="107"/>
                    </a:cubicBezTo>
                    <a:cubicBezTo>
                      <a:pt x="3" y="90"/>
                      <a:pt x="2" y="67"/>
                      <a:pt x="4" y="3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4" y="29"/>
                      <a:pt x="17" y="95"/>
                      <a:pt x="19" y="107"/>
                    </a:cubicBezTo>
                    <a:cubicBezTo>
                      <a:pt x="20" y="115"/>
                      <a:pt x="18" y="140"/>
                      <a:pt x="21" y="173"/>
                    </a:cubicBezTo>
                  </a:path>
                </a:pathLst>
              </a:custGeom>
              <a:noFill/>
              <a:ln w="1588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356" name="Freeform 473">
                <a:extLst>
                  <a:ext uri="{FF2B5EF4-FFF2-40B4-BE49-F238E27FC236}">
                    <a16:creationId xmlns:a16="http://schemas.microsoft.com/office/drawing/2014/main" id="{7C639207-BAD6-4ECA-BF3F-8A78BE4824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8" y="1984"/>
                <a:ext cx="660" cy="2059"/>
              </a:xfrm>
              <a:custGeom>
                <a:avLst/>
                <a:gdLst>
                  <a:gd name="T0" fmla="*/ 0 w 404"/>
                  <a:gd name="T1" fmla="*/ 727 h 1266"/>
                  <a:gd name="T2" fmla="*/ 83 w 404"/>
                  <a:gd name="T3" fmla="*/ 1283 h 1266"/>
                  <a:gd name="T4" fmla="*/ 235 w 404"/>
                  <a:gd name="T5" fmla="*/ 1963 h 1266"/>
                  <a:gd name="T6" fmla="*/ 345 w 404"/>
                  <a:gd name="T7" fmla="*/ 2677 h 1266"/>
                  <a:gd name="T8" fmla="*/ 371 w 404"/>
                  <a:gd name="T9" fmla="*/ 3058 h 1266"/>
                  <a:gd name="T10" fmla="*/ 435 w 404"/>
                  <a:gd name="T11" fmla="*/ 4012 h 1266"/>
                  <a:gd name="T12" fmla="*/ 515 w 404"/>
                  <a:gd name="T13" fmla="*/ 4634 h 1266"/>
                  <a:gd name="T14" fmla="*/ 531 w 404"/>
                  <a:gd name="T15" fmla="*/ 4904 h 1266"/>
                  <a:gd name="T16" fmla="*/ 506 w 404"/>
                  <a:gd name="T17" fmla="*/ 5063 h 1266"/>
                  <a:gd name="T18" fmla="*/ 392 w 404"/>
                  <a:gd name="T19" fmla="*/ 5256 h 1266"/>
                  <a:gd name="T20" fmla="*/ 392 w 404"/>
                  <a:gd name="T21" fmla="*/ 5325 h 1266"/>
                  <a:gd name="T22" fmla="*/ 435 w 404"/>
                  <a:gd name="T23" fmla="*/ 5385 h 1266"/>
                  <a:gd name="T24" fmla="*/ 528 w 404"/>
                  <a:gd name="T25" fmla="*/ 5406 h 1266"/>
                  <a:gd name="T26" fmla="*/ 637 w 404"/>
                  <a:gd name="T27" fmla="*/ 5404 h 1266"/>
                  <a:gd name="T28" fmla="*/ 758 w 404"/>
                  <a:gd name="T29" fmla="*/ 5406 h 1266"/>
                  <a:gd name="T30" fmla="*/ 827 w 404"/>
                  <a:gd name="T31" fmla="*/ 5253 h 1266"/>
                  <a:gd name="T32" fmla="*/ 841 w 404"/>
                  <a:gd name="T33" fmla="*/ 5136 h 1266"/>
                  <a:gd name="T34" fmla="*/ 838 w 404"/>
                  <a:gd name="T35" fmla="*/ 4991 h 1266"/>
                  <a:gd name="T36" fmla="*/ 820 w 404"/>
                  <a:gd name="T37" fmla="*/ 4891 h 1266"/>
                  <a:gd name="T38" fmla="*/ 805 w 404"/>
                  <a:gd name="T39" fmla="*/ 4738 h 1266"/>
                  <a:gd name="T40" fmla="*/ 758 w 404"/>
                  <a:gd name="T41" fmla="*/ 4430 h 1266"/>
                  <a:gd name="T42" fmla="*/ 820 w 404"/>
                  <a:gd name="T43" fmla="*/ 3290 h 1266"/>
                  <a:gd name="T44" fmla="*/ 804 w 404"/>
                  <a:gd name="T45" fmla="*/ 2897 h 1266"/>
                  <a:gd name="T46" fmla="*/ 814 w 404"/>
                  <a:gd name="T47" fmla="*/ 2482 h 1266"/>
                  <a:gd name="T48" fmla="*/ 812 w 404"/>
                  <a:gd name="T49" fmla="*/ 1812 h 1266"/>
                  <a:gd name="T50" fmla="*/ 814 w 404"/>
                  <a:gd name="T51" fmla="*/ 1306 h 1266"/>
                  <a:gd name="T52" fmla="*/ 814 w 404"/>
                  <a:gd name="T53" fmla="*/ 1304 h 1266"/>
                  <a:gd name="T54" fmla="*/ 851 w 404"/>
                  <a:gd name="T55" fmla="*/ 1312 h 1266"/>
                  <a:gd name="T56" fmla="*/ 854 w 404"/>
                  <a:gd name="T57" fmla="*/ 1312 h 1266"/>
                  <a:gd name="T58" fmla="*/ 902 w 404"/>
                  <a:gd name="T59" fmla="*/ 1299 h 1266"/>
                  <a:gd name="T60" fmla="*/ 900 w 404"/>
                  <a:gd name="T61" fmla="*/ 1306 h 1266"/>
                  <a:gd name="T62" fmla="*/ 902 w 404"/>
                  <a:gd name="T63" fmla="*/ 1812 h 1266"/>
                  <a:gd name="T64" fmla="*/ 900 w 404"/>
                  <a:gd name="T65" fmla="*/ 2482 h 1266"/>
                  <a:gd name="T66" fmla="*/ 910 w 404"/>
                  <a:gd name="T67" fmla="*/ 2897 h 1266"/>
                  <a:gd name="T68" fmla="*/ 894 w 404"/>
                  <a:gd name="T69" fmla="*/ 3290 h 1266"/>
                  <a:gd name="T70" fmla="*/ 951 w 404"/>
                  <a:gd name="T71" fmla="*/ 4430 h 1266"/>
                  <a:gd name="T72" fmla="*/ 902 w 404"/>
                  <a:gd name="T73" fmla="*/ 4738 h 1266"/>
                  <a:gd name="T74" fmla="*/ 894 w 404"/>
                  <a:gd name="T75" fmla="*/ 4891 h 1266"/>
                  <a:gd name="T76" fmla="*/ 876 w 404"/>
                  <a:gd name="T77" fmla="*/ 4991 h 1266"/>
                  <a:gd name="T78" fmla="*/ 872 w 404"/>
                  <a:gd name="T79" fmla="*/ 5136 h 1266"/>
                  <a:gd name="T80" fmla="*/ 885 w 404"/>
                  <a:gd name="T81" fmla="*/ 5253 h 1266"/>
                  <a:gd name="T82" fmla="*/ 951 w 404"/>
                  <a:gd name="T83" fmla="*/ 5377 h 1266"/>
                  <a:gd name="T84" fmla="*/ 1078 w 404"/>
                  <a:gd name="T85" fmla="*/ 5404 h 1266"/>
                  <a:gd name="T86" fmla="*/ 1183 w 404"/>
                  <a:gd name="T87" fmla="*/ 5406 h 1266"/>
                  <a:gd name="T88" fmla="*/ 1279 w 404"/>
                  <a:gd name="T89" fmla="*/ 5385 h 1266"/>
                  <a:gd name="T90" fmla="*/ 1322 w 404"/>
                  <a:gd name="T91" fmla="*/ 5325 h 1266"/>
                  <a:gd name="T92" fmla="*/ 1322 w 404"/>
                  <a:gd name="T93" fmla="*/ 5256 h 1266"/>
                  <a:gd name="T94" fmla="*/ 1204 w 404"/>
                  <a:gd name="T95" fmla="*/ 5063 h 1266"/>
                  <a:gd name="T96" fmla="*/ 1183 w 404"/>
                  <a:gd name="T97" fmla="*/ 4904 h 1266"/>
                  <a:gd name="T98" fmla="*/ 1199 w 404"/>
                  <a:gd name="T99" fmla="*/ 4634 h 1266"/>
                  <a:gd name="T100" fmla="*/ 1279 w 404"/>
                  <a:gd name="T101" fmla="*/ 4032 h 1266"/>
                  <a:gd name="T102" fmla="*/ 1343 w 404"/>
                  <a:gd name="T103" fmla="*/ 3058 h 1266"/>
                  <a:gd name="T104" fmla="*/ 1377 w 404"/>
                  <a:gd name="T105" fmla="*/ 2630 h 1266"/>
                  <a:gd name="T106" fmla="*/ 1487 w 404"/>
                  <a:gd name="T107" fmla="*/ 1880 h 1266"/>
                  <a:gd name="T108" fmla="*/ 1652 w 404"/>
                  <a:gd name="T109" fmla="*/ 1285 h 1266"/>
                  <a:gd name="T110" fmla="*/ 1727 w 404"/>
                  <a:gd name="T111" fmla="*/ 569 h 1266"/>
                  <a:gd name="T112" fmla="*/ 1601 w 404"/>
                  <a:gd name="T113" fmla="*/ 39 h 1266"/>
                  <a:gd name="T114" fmla="*/ 1583 w 404"/>
                  <a:gd name="T115" fmla="*/ 0 h 126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</a:gdLst>
                <a:ahLst/>
                <a:cxnLst>
                  <a:cxn ang="T116">
                    <a:pos x="T0" y="T1"/>
                  </a:cxn>
                  <a:cxn ang="T117">
                    <a:pos x="T2" y="T3"/>
                  </a:cxn>
                  <a:cxn ang="T118">
                    <a:pos x="T4" y="T5"/>
                  </a:cxn>
                  <a:cxn ang="T119">
                    <a:pos x="T6" y="T7"/>
                  </a:cxn>
                  <a:cxn ang="T120">
                    <a:pos x="T8" y="T9"/>
                  </a:cxn>
                  <a:cxn ang="T121">
                    <a:pos x="T10" y="T11"/>
                  </a:cxn>
                  <a:cxn ang="T122">
                    <a:pos x="T12" y="T13"/>
                  </a:cxn>
                  <a:cxn ang="T123">
                    <a:pos x="T14" y="T15"/>
                  </a:cxn>
                  <a:cxn ang="T124">
                    <a:pos x="T16" y="T17"/>
                  </a:cxn>
                  <a:cxn ang="T125">
                    <a:pos x="T18" y="T19"/>
                  </a:cxn>
                  <a:cxn ang="T126">
                    <a:pos x="T20" y="T21"/>
                  </a:cxn>
                  <a:cxn ang="T127">
                    <a:pos x="T22" y="T23"/>
                  </a:cxn>
                  <a:cxn ang="T128">
                    <a:pos x="T24" y="T25"/>
                  </a:cxn>
                  <a:cxn ang="T129">
                    <a:pos x="T26" y="T27"/>
                  </a:cxn>
                  <a:cxn ang="T130">
                    <a:pos x="T28" y="T29"/>
                  </a:cxn>
                  <a:cxn ang="T131">
                    <a:pos x="T30" y="T31"/>
                  </a:cxn>
                  <a:cxn ang="T132">
                    <a:pos x="T32" y="T33"/>
                  </a:cxn>
                  <a:cxn ang="T133">
                    <a:pos x="T34" y="T35"/>
                  </a:cxn>
                  <a:cxn ang="T134">
                    <a:pos x="T36" y="T37"/>
                  </a:cxn>
                  <a:cxn ang="T135">
                    <a:pos x="T38" y="T39"/>
                  </a:cxn>
                  <a:cxn ang="T136">
                    <a:pos x="T40" y="T41"/>
                  </a:cxn>
                  <a:cxn ang="T137">
                    <a:pos x="T42" y="T43"/>
                  </a:cxn>
                  <a:cxn ang="T138">
                    <a:pos x="T44" y="T45"/>
                  </a:cxn>
                  <a:cxn ang="T139">
                    <a:pos x="T46" y="T47"/>
                  </a:cxn>
                  <a:cxn ang="T140">
                    <a:pos x="T48" y="T49"/>
                  </a:cxn>
                  <a:cxn ang="T141">
                    <a:pos x="T50" y="T51"/>
                  </a:cxn>
                  <a:cxn ang="T142">
                    <a:pos x="T52" y="T53"/>
                  </a:cxn>
                  <a:cxn ang="T143">
                    <a:pos x="T54" y="T55"/>
                  </a:cxn>
                  <a:cxn ang="T144">
                    <a:pos x="T56" y="T57"/>
                  </a:cxn>
                  <a:cxn ang="T145">
                    <a:pos x="T58" y="T59"/>
                  </a:cxn>
                  <a:cxn ang="T146">
                    <a:pos x="T60" y="T61"/>
                  </a:cxn>
                  <a:cxn ang="T147">
                    <a:pos x="T62" y="T63"/>
                  </a:cxn>
                  <a:cxn ang="T148">
                    <a:pos x="T64" y="T65"/>
                  </a:cxn>
                  <a:cxn ang="T149">
                    <a:pos x="T66" y="T67"/>
                  </a:cxn>
                  <a:cxn ang="T150">
                    <a:pos x="T68" y="T69"/>
                  </a:cxn>
                  <a:cxn ang="T151">
                    <a:pos x="T70" y="T71"/>
                  </a:cxn>
                  <a:cxn ang="T152">
                    <a:pos x="T72" y="T73"/>
                  </a:cxn>
                  <a:cxn ang="T153">
                    <a:pos x="T74" y="T75"/>
                  </a:cxn>
                  <a:cxn ang="T154">
                    <a:pos x="T76" y="T77"/>
                  </a:cxn>
                  <a:cxn ang="T155">
                    <a:pos x="T78" y="T79"/>
                  </a:cxn>
                  <a:cxn ang="T156">
                    <a:pos x="T80" y="T81"/>
                  </a:cxn>
                  <a:cxn ang="T157">
                    <a:pos x="T82" y="T83"/>
                  </a:cxn>
                  <a:cxn ang="T158">
                    <a:pos x="T84" y="T85"/>
                  </a:cxn>
                  <a:cxn ang="T159">
                    <a:pos x="T86" y="T87"/>
                  </a:cxn>
                  <a:cxn ang="T160">
                    <a:pos x="T88" y="T89"/>
                  </a:cxn>
                  <a:cxn ang="T161">
                    <a:pos x="T90" y="T91"/>
                  </a:cxn>
                  <a:cxn ang="T162">
                    <a:pos x="T92" y="T93"/>
                  </a:cxn>
                  <a:cxn ang="T163">
                    <a:pos x="T94" y="T95"/>
                  </a:cxn>
                  <a:cxn ang="T164">
                    <a:pos x="T96" y="T97"/>
                  </a:cxn>
                  <a:cxn ang="T165">
                    <a:pos x="T98" y="T99"/>
                  </a:cxn>
                  <a:cxn ang="T166">
                    <a:pos x="T100" y="T101"/>
                  </a:cxn>
                  <a:cxn ang="T167">
                    <a:pos x="T102" y="T103"/>
                  </a:cxn>
                  <a:cxn ang="T168">
                    <a:pos x="T104" y="T105"/>
                  </a:cxn>
                  <a:cxn ang="T169">
                    <a:pos x="T106" y="T107"/>
                  </a:cxn>
                  <a:cxn ang="T170">
                    <a:pos x="T108" y="T109"/>
                  </a:cxn>
                  <a:cxn ang="T171">
                    <a:pos x="T110" y="T111"/>
                  </a:cxn>
                  <a:cxn ang="T172">
                    <a:pos x="T112" y="T113"/>
                  </a:cxn>
                  <a:cxn ang="T173">
                    <a:pos x="T114" y="T115"/>
                  </a:cxn>
                </a:cxnLst>
                <a:rect l="0" t="0" r="r" b="b"/>
                <a:pathLst>
                  <a:path w="404" h="1266">
                    <a:moveTo>
                      <a:pt x="0" y="169"/>
                    </a:moveTo>
                    <a:cubicBezTo>
                      <a:pt x="2" y="202"/>
                      <a:pt x="13" y="238"/>
                      <a:pt x="19" y="298"/>
                    </a:cubicBezTo>
                    <a:cubicBezTo>
                      <a:pt x="24" y="354"/>
                      <a:pt x="41" y="393"/>
                      <a:pt x="54" y="456"/>
                    </a:cubicBezTo>
                    <a:cubicBezTo>
                      <a:pt x="66" y="512"/>
                      <a:pt x="81" y="577"/>
                      <a:pt x="79" y="622"/>
                    </a:cubicBezTo>
                    <a:cubicBezTo>
                      <a:pt x="77" y="663"/>
                      <a:pt x="79" y="682"/>
                      <a:pt x="85" y="711"/>
                    </a:cubicBezTo>
                    <a:cubicBezTo>
                      <a:pt x="91" y="737"/>
                      <a:pt x="88" y="858"/>
                      <a:pt x="100" y="933"/>
                    </a:cubicBezTo>
                    <a:cubicBezTo>
                      <a:pt x="112" y="1008"/>
                      <a:pt x="114" y="1059"/>
                      <a:pt x="118" y="1077"/>
                    </a:cubicBezTo>
                    <a:cubicBezTo>
                      <a:pt x="126" y="1116"/>
                      <a:pt x="119" y="1120"/>
                      <a:pt x="122" y="1140"/>
                    </a:cubicBezTo>
                    <a:cubicBezTo>
                      <a:pt x="125" y="1160"/>
                      <a:pt x="126" y="1157"/>
                      <a:pt x="116" y="1177"/>
                    </a:cubicBezTo>
                    <a:cubicBezTo>
                      <a:pt x="108" y="1189"/>
                      <a:pt x="95" y="1216"/>
                      <a:pt x="90" y="1222"/>
                    </a:cubicBezTo>
                    <a:cubicBezTo>
                      <a:pt x="86" y="1228"/>
                      <a:pt x="88" y="1234"/>
                      <a:pt x="90" y="1238"/>
                    </a:cubicBezTo>
                    <a:cubicBezTo>
                      <a:pt x="87" y="1247"/>
                      <a:pt x="97" y="1252"/>
                      <a:pt x="100" y="1252"/>
                    </a:cubicBezTo>
                    <a:cubicBezTo>
                      <a:pt x="99" y="1263"/>
                      <a:pt x="117" y="1262"/>
                      <a:pt x="121" y="1257"/>
                    </a:cubicBezTo>
                    <a:cubicBezTo>
                      <a:pt x="127" y="1263"/>
                      <a:pt x="140" y="1263"/>
                      <a:pt x="146" y="1256"/>
                    </a:cubicBezTo>
                    <a:cubicBezTo>
                      <a:pt x="155" y="1264"/>
                      <a:pt x="169" y="1266"/>
                      <a:pt x="174" y="1257"/>
                    </a:cubicBezTo>
                    <a:cubicBezTo>
                      <a:pt x="182" y="1242"/>
                      <a:pt x="191" y="1232"/>
                      <a:pt x="190" y="1221"/>
                    </a:cubicBezTo>
                    <a:cubicBezTo>
                      <a:pt x="189" y="1210"/>
                      <a:pt x="191" y="1207"/>
                      <a:pt x="193" y="1194"/>
                    </a:cubicBezTo>
                    <a:cubicBezTo>
                      <a:pt x="195" y="1180"/>
                      <a:pt x="197" y="1170"/>
                      <a:pt x="192" y="1160"/>
                    </a:cubicBezTo>
                    <a:cubicBezTo>
                      <a:pt x="188" y="1151"/>
                      <a:pt x="188" y="1147"/>
                      <a:pt x="188" y="1137"/>
                    </a:cubicBezTo>
                    <a:cubicBezTo>
                      <a:pt x="188" y="1128"/>
                      <a:pt x="191" y="1113"/>
                      <a:pt x="185" y="1101"/>
                    </a:cubicBezTo>
                    <a:cubicBezTo>
                      <a:pt x="180" y="1089"/>
                      <a:pt x="173" y="1061"/>
                      <a:pt x="174" y="1030"/>
                    </a:cubicBezTo>
                    <a:cubicBezTo>
                      <a:pt x="175" y="999"/>
                      <a:pt x="196" y="825"/>
                      <a:pt x="188" y="765"/>
                    </a:cubicBezTo>
                    <a:cubicBezTo>
                      <a:pt x="179" y="705"/>
                      <a:pt x="182" y="693"/>
                      <a:pt x="184" y="673"/>
                    </a:cubicBezTo>
                    <a:cubicBezTo>
                      <a:pt x="186" y="653"/>
                      <a:pt x="192" y="620"/>
                      <a:pt x="187" y="577"/>
                    </a:cubicBezTo>
                    <a:cubicBezTo>
                      <a:pt x="185" y="560"/>
                      <a:pt x="186" y="491"/>
                      <a:pt x="186" y="421"/>
                    </a:cubicBezTo>
                    <a:cubicBezTo>
                      <a:pt x="186" y="375"/>
                      <a:pt x="198" y="316"/>
                      <a:pt x="187" y="304"/>
                    </a:cubicBezTo>
                    <a:cubicBezTo>
                      <a:pt x="187" y="303"/>
                      <a:pt x="187" y="303"/>
                      <a:pt x="187" y="303"/>
                    </a:cubicBezTo>
                    <a:cubicBezTo>
                      <a:pt x="190" y="304"/>
                      <a:pt x="193" y="305"/>
                      <a:pt x="195" y="305"/>
                    </a:cubicBezTo>
                    <a:cubicBezTo>
                      <a:pt x="196" y="305"/>
                      <a:pt x="196" y="305"/>
                      <a:pt x="196" y="305"/>
                    </a:cubicBezTo>
                    <a:cubicBezTo>
                      <a:pt x="199" y="305"/>
                      <a:pt x="203" y="304"/>
                      <a:pt x="207" y="302"/>
                    </a:cubicBezTo>
                    <a:cubicBezTo>
                      <a:pt x="206" y="304"/>
                      <a:pt x="206" y="304"/>
                      <a:pt x="206" y="304"/>
                    </a:cubicBezTo>
                    <a:cubicBezTo>
                      <a:pt x="195" y="316"/>
                      <a:pt x="206" y="375"/>
                      <a:pt x="207" y="421"/>
                    </a:cubicBezTo>
                    <a:cubicBezTo>
                      <a:pt x="207" y="491"/>
                      <a:pt x="208" y="560"/>
                      <a:pt x="206" y="577"/>
                    </a:cubicBezTo>
                    <a:cubicBezTo>
                      <a:pt x="201" y="620"/>
                      <a:pt x="206" y="653"/>
                      <a:pt x="209" y="673"/>
                    </a:cubicBezTo>
                    <a:cubicBezTo>
                      <a:pt x="211" y="693"/>
                      <a:pt x="214" y="705"/>
                      <a:pt x="205" y="765"/>
                    </a:cubicBezTo>
                    <a:cubicBezTo>
                      <a:pt x="196" y="825"/>
                      <a:pt x="217" y="999"/>
                      <a:pt x="218" y="1030"/>
                    </a:cubicBezTo>
                    <a:cubicBezTo>
                      <a:pt x="219" y="1061"/>
                      <a:pt x="213" y="1089"/>
                      <a:pt x="207" y="1101"/>
                    </a:cubicBezTo>
                    <a:cubicBezTo>
                      <a:pt x="202" y="1113"/>
                      <a:pt x="205" y="1128"/>
                      <a:pt x="205" y="1137"/>
                    </a:cubicBezTo>
                    <a:cubicBezTo>
                      <a:pt x="205" y="1147"/>
                      <a:pt x="205" y="1151"/>
                      <a:pt x="201" y="1160"/>
                    </a:cubicBezTo>
                    <a:cubicBezTo>
                      <a:pt x="196" y="1170"/>
                      <a:pt x="198" y="1180"/>
                      <a:pt x="200" y="1194"/>
                    </a:cubicBezTo>
                    <a:cubicBezTo>
                      <a:pt x="202" y="1207"/>
                      <a:pt x="204" y="1210"/>
                      <a:pt x="203" y="1221"/>
                    </a:cubicBezTo>
                    <a:cubicBezTo>
                      <a:pt x="202" y="1232"/>
                      <a:pt x="210" y="1238"/>
                      <a:pt x="218" y="1250"/>
                    </a:cubicBezTo>
                    <a:cubicBezTo>
                      <a:pt x="228" y="1265"/>
                      <a:pt x="238" y="1264"/>
                      <a:pt x="247" y="1256"/>
                    </a:cubicBezTo>
                    <a:cubicBezTo>
                      <a:pt x="252" y="1263"/>
                      <a:pt x="266" y="1263"/>
                      <a:pt x="271" y="1257"/>
                    </a:cubicBezTo>
                    <a:cubicBezTo>
                      <a:pt x="276" y="1262"/>
                      <a:pt x="294" y="1263"/>
                      <a:pt x="293" y="1252"/>
                    </a:cubicBezTo>
                    <a:cubicBezTo>
                      <a:pt x="296" y="1252"/>
                      <a:pt x="306" y="1247"/>
                      <a:pt x="303" y="1238"/>
                    </a:cubicBezTo>
                    <a:cubicBezTo>
                      <a:pt x="305" y="1234"/>
                      <a:pt x="307" y="1228"/>
                      <a:pt x="303" y="1222"/>
                    </a:cubicBezTo>
                    <a:cubicBezTo>
                      <a:pt x="298" y="1216"/>
                      <a:pt x="284" y="1189"/>
                      <a:pt x="276" y="1177"/>
                    </a:cubicBezTo>
                    <a:cubicBezTo>
                      <a:pt x="267" y="1157"/>
                      <a:pt x="267" y="1160"/>
                      <a:pt x="271" y="1140"/>
                    </a:cubicBezTo>
                    <a:cubicBezTo>
                      <a:pt x="274" y="1120"/>
                      <a:pt x="267" y="1116"/>
                      <a:pt x="275" y="1077"/>
                    </a:cubicBezTo>
                    <a:cubicBezTo>
                      <a:pt x="278" y="1059"/>
                      <a:pt x="282" y="1014"/>
                      <a:pt x="293" y="937"/>
                    </a:cubicBezTo>
                    <a:cubicBezTo>
                      <a:pt x="305" y="860"/>
                      <a:pt x="306" y="738"/>
                      <a:pt x="308" y="711"/>
                    </a:cubicBezTo>
                    <a:cubicBezTo>
                      <a:pt x="309" y="684"/>
                      <a:pt x="317" y="658"/>
                      <a:pt x="316" y="611"/>
                    </a:cubicBezTo>
                    <a:cubicBezTo>
                      <a:pt x="314" y="569"/>
                      <a:pt x="329" y="493"/>
                      <a:pt x="341" y="437"/>
                    </a:cubicBezTo>
                    <a:cubicBezTo>
                      <a:pt x="354" y="374"/>
                      <a:pt x="374" y="355"/>
                      <a:pt x="379" y="299"/>
                    </a:cubicBezTo>
                    <a:cubicBezTo>
                      <a:pt x="387" y="219"/>
                      <a:pt x="404" y="176"/>
                      <a:pt x="396" y="132"/>
                    </a:cubicBezTo>
                    <a:cubicBezTo>
                      <a:pt x="387" y="76"/>
                      <a:pt x="377" y="29"/>
                      <a:pt x="367" y="9"/>
                    </a:cubicBezTo>
                    <a:cubicBezTo>
                      <a:pt x="366" y="6"/>
                      <a:pt x="364" y="3"/>
                      <a:pt x="363" y="0"/>
                    </a:cubicBezTo>
                  </a:path>
                </a:pathLst>
              </a:custGeom>
              <a:noFill/>
              <a:ln w="1588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357" name="Freeform 474">
                <a:extLst>
                  <a:ext uri="{FF2B5EF4-FFF2-40B4-BE49-F238E27FC236}">
                    <a16:creationId xmlns:a16="http://schemas.microsoft.com/office/drawing/2014/main" id="{C83DE066-A58B-4F01-9EC7-B9CBB555DD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7" y="1704"/>
                <a:ext cx="36" cy="280"/>
              </a:xfrm>
              <a:custGeom>
                <a:avLst/>
                <a:gdLst>
                  <a:gd name="T0" fmla="*/ 0 w 22"/>
                  <a:gd name="T1" fmla="*/ 742 h 172"/>
                  <a:gd name="T2" fmla="*/ 8 w 22"/>
                  <a:gd name="T3" fmla="*/ 459 h 172"/>
                  <a:gd name="T4" fmla="*/ 92 w 22"/>
                  <a:gd name="T5" fmla="*/ 0 h 172"/>
                  <a:gd name="T6" fmla="*/ 92 w 22"/>
                  <a:gd name="T7" fmla="*/ 0 h 172"/>
                  <a:gd name="T8" fmla="*/ 92 w 22"/>
                  <a:gd name="T9" fmla="*/ 461 h 172"/>
                  <a:gd name="T10" fmla="*/ 0 w 22"/>
                  <a:gd name="T11" fmla="*/ 742 h 17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2" h="172">
                    <a:moveTo>
                      <a:pt x="0" y="172"/>
                    </a:moveTo>
                    <a:cubicBezTo>
                      <a:pt x="2" y="138"/>
                      <a:pt x="1" y="113"/>
                      <a:pt x="2" y="106"/>
                    </a:cubicBezTo>
                    <a:cubicBezTo>
                      <a:pt x="4" y="94"/>
                      <a:pt x="17" y="29"/>
                      <a:pt x="21" y="0"/>
                    </a:cubicBezTo>
                    <a:cubicBezTo>
                      <a:pt x="21" y="0"/>
                      <a:pt x="21" y="0"/>
                      <a:pt x="21" y="0"/>
                    </a:cubicBezTo>
                    <a:cubicBezTo>
                      <a:pt x="18" y="41"/>
                      <a:pt x="20" y="89"/>
                      <a:pt x="21" y="107"/>
                    </a:cubicBezTo>
                    <a:cubicBezTo>
                      <a:pt x="22" y="127"/>
                      <a:pt x="10" y="152"/>
                      <a:pt x="0" y="172"/>
                    </a:cubicBezTo>
                  </a:path>
                </a:pathLst>
              </a:custGeom>
              <a:noFill/>
              <a:ln w="1588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358" name="Freeform 475">
                <a:extLst>
                  <a:ext uri="{FF2B5EF4-FFF2-40B4-BE49-F238E27FC236}">
                    <a16:creationId xmlns:a16="http://schemas.microsoft.com/office/drawing/2014/main" id="{ECE04D98-2229-49A4-9650-15C757CCE1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" y="1099"/>
                <a:ext cx="367" cy="1532"/>
              </a:xfrm>
              <a:custGeom>
                <a:avLst/>
                <a:gdLst>
                  <a:gd name="T0" fmla="*/ 920 w 225"/>
                  <a:gd name="T1" fmla="*/ 0 h 942"/>
                  <a:gd name="T2" fmla="*/ 734 w 225"/>
                  <a:gd name="T3" fmla="*/ 330 h 942"/>
                  <a:gd name="T4" fmla="*/ 607 w 225"/>
                  <a:gd name="T5" fmla="*/ 363 h 942"/>
                  <a:gd name="T6" fmla="*/ 543 w 225"/>
                  <a:gd name="T7" fmla="*/ 379 h 942"/>
                  <a:gd name="T8" fmla="*/ 489 w 225"/>
                  <a:gd name="T9" fmla="*/ 410 h 942"/>
                  <a:gd name="T10" fmla="*/ 269 w 225"/>
                  <a:gd name="T11" fmla="*/ 857 h 942"/>
                  <a:gd name="T12" fmla="*/ 219 w 225"/>
                  <a:gd name="T13" fmla="*/ 1187 h 942"/>
                  <a:gd name="T14" fmla="*/ 170 w 225"/>
                  <a:gd name="T15" fmla="*/ 1690 h 942"/>
                  <a:gd name="T16" fmla="*/ 135 w 225"/>
                  <a:gd name="T17" fmla="*/ 2013 h 942"/>
                  <a:gd name="T18" fmla="*/ 96 w 225"/>
                  <a:gd name="T19" fmla="*/ 2664 h 942"/>
                  <a:gd name="T20" fmla="*/ 104 w 225"/>
                  <a:gd name="T21" fmla="*/ 3015 h 942"/>
                  <a:gd name="T22" fmla="*/ 54 w 225"/>
                  <a:gd name="T23" fmla="*/ 3467 h 942"/>
                  <a:gd name="T24" fmla="*/ 5 w 225"/>
                  <a:gd name="T25" fmla="*/ 3703 h 942"/>
                  <a:gd name="T26" fmla="*/ 26 w 225"/>
                  <a:gd name="T27" fmla="*/ 3770 h 942"/>
                  <a:gd name="T28" fmla="*/ 42 w 225"/>
                  <a:gd name="T29" fmla="*/ 3838 h 942"/>
                  <a:gd name="T30" fmla="*/ 96 w 225"/>
                  <a:gd name="T31" fmla="*/ 3931 h 942"/>
                  <a:gd name="T32" fmla="*/ 212 w 225"/>
                  <a:gd name="T33" fmla="*/ 4004 h 942"/>
                  <a:gd name="T34" fmla="*/ 308 w 225"/>
                  <a:gd name="T35" fmla="*/ 4038 h 942"/>
                  <a:gd name="T36" fmla="*/ 274 w 225"/>
                  <a:gd name="T37" fmla="*/ 3965 h 942"/>
                  <a:gd name="T38" fmla="*/ 312 w 225"/>
                  <a:gd name="T39" fmla="*/ 3957 h 942"/>
                  <a:gd name="T40" fmla="*/ 308 w 225"/>
                  <a:gd name="T41" fmla="*/ 3928 h 942"/>
                  <a:gd name="T42" fmla="*/ 300 w 225"/>
                  <a:gd name="T43" fmla="*/ 3893 h 942"/>
                  <a:gd name="T44" fmla="*/ 295 w 225"/>
                  <a:gd name="T45" fmla="*/ 3737 h 942"/>
                  <a:gd name="T46" fmla="*/ 274 w 225"/>
                  <a:gd name="T47" fmla="*/ 3514 h 942"/>
                  <a:gd name="T48" fmla="*/ 253 w 225"/>
                  <a:gd name="T49" fmla="*/ 3386 h 942"/>
                  <a:gd name="T50" fmla="*/ 357 w 225"/>
                  <a:gd name="T51" fmla="*/ 2666 h 942"/>
                  <a:gd name="T52" fmla="*/ 413 w 225"/>
                  <a:gd name="T53" fmla="*/ 2340 h 942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225" h="942">
                    <a:moveTo>
                      <a:pt x="212" y="0"/>
                    </a:moveTo>
                    <a:cubicBezTo>
                      <a:pt x="225" y="33"/>
                      <a:pt x="187" y="71"/>
                      <a:pt x="169" y="77"/>
                    </a:cubicBezTo>
                    <a:cubicBezTo>
                      <a:pt x="160" y="80"/>
                      <a:pt x="151" y="82"/>
                      <a:pt x="140" y="84"/>
                    </a:cubicBezTo>
                    <a:cubicBezTo>
                      <a:pt x="134" y="85"/>
                      <a:pt x="131" y="87"/>
                      <a:pt x="125" y="88"/>
                    </a:cubicBezTo>
                    <a:cubicBezTo>
                      <a:pt x="121" y="89"/>
                      <a:pt x="117" y="93"/>
                      <a:pt x="113" y="95"/>
                    </a:cubicBezTo>
                    <a:cubicBezTo>
                      <a:pt x="96" y="102"/>
                      <a:pt x="65" y="173"/>
                      <a:pt x="62" y="199"/>
                    </a:cubicBezTo>
                    <a:cubicBezTo>
                      <a:pt x="58" y="225"/>
                      <a:pt x="51" y="256"/>
                      <a:pt x="50" y="276"/>
                    </a:cubicBezTo>
                    <a:cubicBezTo>
                      <a:pt x="47" y="311"/>
                      <a:pt x="39" y="357"/>
                      <a:pt x="39" y="393"/>
                    </a:cubicBezTo>
                    <a:cubicBezTo>
                      <a:pt x="39" y="428"/>
                      <a:pt x="34" y="452"/>
                      <a:pt x="31" y="468"/>
                    </a:cubicBezTo>
                    <a:cubicBezTo>
                      <a:pt x="28" y="485"/>
                      <a:pt x="22" y="529"/>
                      <a:pt x="22" y="619"/>
                    </a:cubicBezTo>
                    <a:cubicBezTo>
                      <a:pt x="23" y="634"/>
                      <a:pt x="22" y="677"/>
                      <a:pt x="24" y="701"/>
                    </a:cubicBezTo>
                    <a:cubicBezTo>
                      <a:pt x="26" y="730"/>
                      <a:pt x="15" y="791"/>
                      <a:pt x="12" y="806"/>
                    </a:cubicBezTo>
                    <a:cubicBezTo>
                      <a:pt x="7" y="825"/>
                      <a:pt x="3" y="857"/>
                      <a:pt x="1" y="861"/>
                    </a:cubicBezTo>
                    <a:cubicBezTo>
                      <a:pt x="0" y="866"/>
                      <a:pt x="3" y="872"/>
                      <a:pt x="6" y="876"/>
                    </a:cubicBezTo>
                    <a:cubicBezTo>
                      <a:pt x="8" y="881"/>
                      <a:pt x="7" y="885"/>
                      <a:pt x="10" y="892"/>
                    </a:cubicBezTo>
                    <a:cubicBezTo>
                      <a:pt x="12" y="897"/>
                      <a:pt x="19" y="908"/>
                      <a:pt x="22" y="914"/>
                    </a:cubicBezTo>
                    <a:cubicBezTo>
                      <a:pt x="25" y="920"/>
                      <a:pt x="39" y="927"/>
                      <a:pt x="49" y="931"/>
                    </a:cubicBezTo>
                    <a:cubicBezTo>
                      <a:pt x="56" y="934"/>
                      <a:pt x="70" y="942"/>
                      <a:pt x="71" y="939"/>
                    </a:cubicBezTo>
                    <a:cubicBezTo>
                      <a:pt x="73" y="931"/>
                      <a:pt x="69" y="926"/>
                      <a:pt x="63" y="922"/>
                    </a:cubicBezTo>
                    <a:cubicBezTo>
                      <a:pt x="60" y="920"/>
                      <a:pt x="70" y="927"/>
                      <a:pt x="72" y="920"/>
                    </a:cubicBezTo>
                    <a:cubicBezTo>
                      <a:pt x="72" y="918"/>
                      <a:pt x="72" y="917"/>
                      <a:pt x="71" y="913"/>
                    </a:cubicBezTo>
                    <a:cubicBezTo>
                      <a:pt x="72" y="909"/>
                      <a:pt x="71" y="909"/>
                      <a:pt x="69" y="905"/>
                    </a:cubicBezTo>
                    <a:cubicBezTo>
                      <a:pt x="73" y="903"/>
                      <a:pt x="72" y="882"/>
                      <a:pt x="68" y="869"/>
                    </a:cubicBezTo>
                    <a:cubicBezTo>
                      <a:pt x="68" y="861"/>
                      <a:pt x="74" y="838"/>
                      <a:pt x="63" y="817"/>
                    </a:cubicBezTo>
                    <a:cubicBezTo>
                      <a:pt x="58" y="806"/>
                      <a:pt x="58" y="794"/>
                      <a:pt x="58" y="787"/>
                    </a:cubicBezTo>
                    <a:cubicBezTo>
                      <a:pt x="55" y="771"/>
                      <a:pt x="72" y="653"/>
                      <a:pt x="82" y="620"/>
                    </a:cubicBezTo>
                    <a:cubicBezTo>
                      <a:pt x="90" y="592"/>
                      <a:pt x="93" y="566"/>
                      <a:pt x="95" y="544"/>
                    </a:cubicBezTo>
                  </a:path>
                </a:pathLst>
              </a:custGeom>
              <a:noFill/>
              <a:ln w="1588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359" name="Freeform 476">
                <a:extLst>
                  <a:ext uri="{FF2B5EF4-FFF2-40B4-BE49-F238E27FC236}">
                    <a16:creationId xmlns:a16="http://schemas.microsoft.com/office/drawing/2014/main" id="{A8074395-E83B-42F6-A080-230134327A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2" y="1104"/>
                <a:ext cx="351" cy="1395"/>
              </a:xfrm>
              <a:custGeom>
                <a:avLst/>
                <a:gdLst>
                  <a:gd name="T0" fmla="*/ 935 w 215"/>
                  <a:gd name="T1" fmla="*/ 3687 h 858"/>
                  <a:gd name="T2" fmla="*/ 893 w 215"/>
                  <a:gd name="T3" fmla="*/ 3452 h 858"/>
                  <a:gd name="T4" fmla="*/ 846 w 215"/>
                  <a:gd name="T5" fmla="*/ 2974 h 858"/>
                  <a:gd name="T6" fmla="*/ 839 w 215"/>
                  <a:gd name="T7" fmla="*/ 2652 h 858"/>
                  <a:gd name="T8" fmla="*/ 805 w 215"/>
                  <a:gd name="T9" fmla="*/ 1998 h 858"/>
                  <a:gd name="T10" fmla="*/ 775 w 215"/>
                  <a:gd name="T11" fmla="*/ 1676 h 858"/>
                  <a:gd name="T12" fmla="*/ 728 w 215"/>
                  <a:gd name="T13" fmla="*/ 1169 h 858"/>
                  <a:gd name="T14" fmla="*/ 669 w 215"/>
                  <a:gd name="T15" fmla="*/ 858 h 858"/>
                  <a:gd name="T16" fmla="*/ 454 w 215"/>
                  <a:gd name="T17" fmla="*/ 397 h 858"/>
                  <a:gd name="T18" fmla="*/ 397 w 215"/>
                  <a:gd name="T19" fmla="*/ 371 h 858"/>
                  <a:gd name="T20" fmla="*/ 336 w 215"/>
                  <a:gd name="T21" fmla="*/ 350 h 858"/>
                  <a:gd name="T22" fmla="*/ 207 w 215"/>
                  <a:gd name="T23" fmla="*/ 317 h 858"/>
                  <a:gd name="T24" fmla="*/ 26 w 215"/>
                  <a:gd name="T25" fmla="*/ 0 h 85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15" h="858">
                    <a:moveTo>
                      <a:pt x="215" y="858"/>
                    </a:moveTo>
                    <a:cubicBezTo>
                      <a:pt x="213" y="854"/>
                      <a:pt x="209" y="822"/>
                      <a:pt x="205" y="803"/>
                    </a:cubicBezTo>
                    <a:cubicBezTo>
                      <a:pt x="202" y="788"/>
                      <a:pt x="192" y="722"/>
                      <a:pt x="194" y="692"/>
                    </a:cubicBezTo>
                    <a:cubicBezTo>
                      <a:pt x="196" y="669"/>
                      <a:pt x="192" y="632"/>
                      <a:pt x="193" y="617"/>
                    </a:cubicBezTo>
                    <a:cubicBezTo>
                      <a:pt x="194" y="528"/>
                      <a:pt x="189" y="482"/>
                      <a:pt x="185" y="465"/>
                    </a:cubicBezTo>
                    <a:cubicBezTo>
                      <a:pt x="182" y="449"/>
                      <a:pt x="178" y="425"/>
                      <a:pt x="178" y="390"/>
                    </a:cubicBezTo>
                    <a:cubicBezTo>
                      <a:pt x="178" y="354"/>
                      <a:pt x="169" y="307"/>
                      <a:pt x="167" y="272"/>
                    </a:cubicBezTo>
                    <a:cubicBezTo>
                      <a:pt x="165" y="253"/>
                      <a:pt x="158" y="227"/>
                      <a:pt x="154" y="200"/>
                    </a:cubicBezTo>
                    <a:cubicBezTo>
                      <a:pt x="151" y="174"/>
                      <a:pt x="119" y="98"/>
                      <a:pt x="104" y="92"/>
                    </a:cubicBezTo>
                    <a:cubicBezTo>
                      <a:pt x="101" y="91"/>
                      <a:pt x="95" y="86"/>
                      <a:pt x="91" y="86"/>
                    </a:cubicBezTo>
                    <a:cubicBezTo>
                      <a:pt x="86" y="85"/>
                      <a:pt x="82" y="82"/>
                      <a:pt x="77" y="81"/>
                    </a:cubicBezTo>
                    <a:cubicBezTo>
                      <a:pt x="66" y="79"/>
                      <a:pt x="57" y="77"/>
                      <a:pt x="48" y="74"/>
                    </a:cubicBezTo>
                    <a:cubicBezTo>
                      <a:pt x="30" y="68"/>
                      <a:pt x="0" y="36"/>
                      <a:pt x="6" y="0"/>
                    </a:cubicBezTo>
                  </a:path>
                </a:pathLst>
              </a:custGeom>
              <a:noFill/>
              <a:ln w="1588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360" name="Freeform 477">
                <a:extLst>
                  <a:ext uri="{FF2B5EF4-FFF2-40B4-BE49-F238E27FC236}">
                    <a16:creationId xmlns:a16="http://schemas.microsoft.com/office/drawing/2014/main" id="{D3067D22-F37D-491A-9429-8D66CF92D5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9" y="1249"/>
                <a:ext cx="149" cy="18"/>
              </a:xfrm>
              <a:custGeom>
                <a:avLst/>
                <a:gdLst>
                  <a:gd name="T0" fmla="*/ 5 w 91"/>
                  <a:gd name="T1" fmla="*/ 34 h 11"/>
                  <a:gd name="T2" fmla="*/ 193 w 91"/>
                  <a:gd name="T3" fmla="*/ 29 h 11"/>
                  <a:gd name="T4" fmla="*/ 400 w 91"/>
                  <a:gd name="T5" fmla="*/ 18 h 11"/>
                  <a:gd name="T6" fmla="*/ 350 w 91"/>
                  <a:gd name="T7" fmla="*/ 8 h 11"/>
                  <a:gd name="T8" fmla="*/ 247 w 91"/>
                  <a:gd name="T9" fmla="*/ 8 h 11"/>
                  <a:gd name="T10" fmla="*/ 105 w 91"/>
                  <a:gd name="T11" fmla="*/ 0 h 11"/>
                  <a:gd name="T12" fmla="*/ 0 w 91"/>
                  <a:gd name="T13" fmla="*/ 47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1" h="11">
                    <a:moveTo>
                      <a:pt x="1" y="8"/>
                    </a:moveTo>
                    <a:cubicBezTo>
                      <a:pt x="15" y="3"/>
                      <a:pt x="30" y="5"/>
                      <a:pt x="44" y="7"/>
                    </a:cubicBezTo>
                    <a:cubicBezTo>
                      <a:pt x="60" y="9"/>
                      <a:pt x="75" y="5"/>
                      <a:pt x="91" y="4"/>
                    </a:cubicBezTo>
                    <a:cubicBezTo>
                      <a:pt x="88" y="1"/>
                      <a:pt x="84" y="2"/>
                      <a:pt x="80" y="2"/>
                    </a:cubicBezTo>
                    <a:cubicBezTo>
                      <a:pt x="72" y="2"/>
                      <a:pt x="64" y="2"/>
                      <a:pt x="56" y="2"/>
                    </a:cubicBezTo>
                    <a:cubicBezTo>
                      <a:pt x="45" y="3"/>
                      <a:pt x="36" y="0"/>
                      <a:pt x="24" y="0"/>
                    </a:cubicBezTo>
                    <a:cubicBezTo>
                      <a:pt x="18" y="1"/>
                      <a:pt x="2" y="2"/>
                      <a:pt x="0" y="11"/>
                    </a:cubicBezTo>
                  </a:path>
                </a:pathLst>
              </a:custGeom>
              <a:solidFill>
                <a:srgbClr val="8E4C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361" name="Freeform 478">
                <a:extLst>
                  <a:ext uri="{FF2B5EF4-FFF2-40B4-BE49-F238E27FC236}">
                    <a16:creationId xmlns:a16="http://schemas.microsoft.com/office/drawing/2014/main" id="{EC56B56F-71B3-4829-BCBE-3CB14B493A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3" y="1273"/>
                <a:ext cx="30" cy="41"/>
              </a:xfrm>
              <a:custGeom>
                <a:avLst/>
                <a:gdLst>
                  <a:gd name="T0" fmla="*/ 0 w 18"/>
                  <a:gd name="T1" fmla="*/ 0 h 25"/>
                  <a:gd name="T2" fmla="*/ 33 w 18"/>
                  <a:gd name="T3" fmla="*/ 92 h 25"/>
                  <a:gd name="T4" fmla="*/ 83 w 18"/>
                  <a:gd name="T5" fmla="*/ 43 h 25"/>
                  <a:gd name="T6" fmla="*/ 55 w 18"/>
                  <a:gd name="T7" fmla="*/ 56 h 25"/>
                  <a:gd name="T8" fmla="*/ 8 w 18"/>
                  <a:gd name="T9" fmla="*/ 5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25">
                    <a:moveTo>
                      <a:pt x="0" y="0"/>
                    </a:moveTo>
                    <a:cubicBezTo>
                      <a:pt x="0" y="6"/>
                      <a:pt x="3" y="17"/>
                      <a:pt x="7" y="21"/>
                    </a:cubicBezTo>
                    <a:cubicBezTo>
                      <a:pt x="11" y="25"/>
                      <a:pt x="18" y="17"/>
                      <a:pt x="18" y="10"/>
                    </a:cubicBezTo>
                    <a:cubicBezTo>
                      <a:pt x="16" y="12"/>
                      <a:pt x="15" y="13"/>
                      <a:pt x="12" y="13"/>
                    </a:cubicBezTo>
                    <a:cubicBezTo>
                      <a:pt x="9" y="13"/>
                      <a:pt x="1" y="5"/>
                      <a:pt x="2" y="1"/>
                    </a:cubicBezTo>
                  </a:path>
                </a:pathLst>
              </a:custGeom>
              <a:solidFill>
                <a:srgbClr val="8E4C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362" name="Freeform 479">
                <a:extLst>
                  <a:ext uri="{FF2B5EF4-FFF2-40B4-BE49-F238E27FC236}">
                    <a16:creationId xmlns:a16="http://schemas.microsoft.com/office/drawing/2014/main" id="{05D50F8E-2232-4536-A54C-C35D30ED3A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8" y="2034"/>
                <a:ext cx="17" cy="20"/>
              </a:xfrm>
              <a:custGeom>
                <a:avLst/>
                <a:gdLst>
                  <a:gd name="T0" fmla="*/ 0 w 10"/>
                  <a:gd name="T1" fmla="*/ 33 h 12"/>
                  <a:gd name="T2" fmla="*/ 44 w 10"/>
                  <a:gd name="T3" fmla="*/ 37 h 12"/>
                  <a:gd name="T4" fmla="*/ 41 w 10"/>
                  <a:gd name="T5" fmla="*/ 5 h 12"/>
                  <a:gd name="T6" fmla="*/ 9 w 10"/>
                  <a:gd name="T7" fmla="*/ 8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12">
                    <a:moveTo>
                      <a:pt x="0" y="7"/>
                    </a:moveTo>
                    <a:cubicBezTo>
                      <a:pt x="2" y="11"/>
                      <a:pt x="8" y="12"/>
                      <a:pt x="9" y="8"/>
                    </a:cubicBezTo>
                    <a:cubicBezTo>
                      <a:pt x="10" y="7"/>
                      <a:pt x="9" y="2"/>
                      <a:pt x="8" y="1"/>
                    </a:cubicBezTo>
                    <a:cubicBezTo>
                      <a:pt x="6" y="0"/>
                      <a:pt x="4" y="1"/>
                      <a:pt x="2" y="2"/>
                    </a:cubicBezTo>
                  </a:path>
                </a:pathLst>
              </a:custGeom>
              <a:solidFill>
                <a:srgbClr val="8E4C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363" name="Freeform 480">
                <a:extLst>
                  <a:ext uri="{FF2B5EF4-FFF2-40B4-BE49-F238E27FC236}">
                    <a16:creationId xmlns:a16="http://schemas.microsoft.com/office/drawing/2014/main" id="{E7DC576A-3B32-4DA1-A887-87209168B5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1" y="2408"/>
                <a:ext cx="124" cy="64"/>
              </a:xfrm>
              <a:custGeom>
                <a:avLst/>
                <a:gdLst>
                  <a:gd name="T0" fmla="*/ 8 w 76"/>
                  <a:gd name="T1" fmla="*/ 80 h 39"/>
                  <a:gd name="T2" fmla="*/ 170 w 76"/>
                  <a:gd name="T3" fmla="*/ 167 h 39"/>
                  <a:gd name="T4" fmla="*/ 253 w 76"/>
                  <a:gd name="T5" fmla="*/ 131 h 39"/>
                  <a:gd name="T6" fmla="*/ 330 w 76"/>
                  <a:gd name="T7" fmla="*/ 0 h 39"/>
                  <a:gd name="T8" fmla="*/ 277 w 76"/>
                  <a:gd name="T9" fmla="*/ 54 h 39"/>
                  <a:gd name="T10" fmla="*/ 178 w 76"/>
                  <a:gd name="T11" fmla="*/ 97 h 39"/>
                  <a:gd name="T12" fmla="*/ 77 w 76"/>
                  <a:gd name="T13" fmla="*/ 67 h 39"/>
                  <a:gd name="T14" fmla="*/ 0 w 76"/>
                  <a:gd name="T15" fmla="*/ 41 h 3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6" h="39">
                    <a:moveTo>
                      <a:pt x="2" y="18"/>
                    </a:moveTo>
                    <a:cubicBezTo>
                      <a:pt x="13" y="29"/>
                      <a:pt x="23" y="39"/>
                      <a:pt x="39" y="38"/>
                    </a:cubicBezTo>
                    <a:cubicBezTo>
                      <a:pt x="46" y="38"/>
                      <a:pt x="53" y="36"/>
                      <a:pt x="58" y="30"/>
                    </a:cubicBezTo>
                    <a:cubicBezTo>
                      <a:pt x="65" y="24"/>
                      <a:pt x="75" y="10"/>
                      <a:pt x="76" y="0"/>
                    </a:cubicBezTo>
                    <a:cubicBezTo>
                      <a:pt x="71" y="1"/>
                      <a:pt x="68" y="8"/>
                      <a:pt x="64" y="12"/>
                    </a:cubicBezTo>
                    <a:cubicBezTo>
                      <a:pt x="58" y="19"/>
                      <a:pt x="50" y="22"/>
                      <a:pt x="41" y="22"/>
                    </a:cubicBezTo>
                    <a:cubicBezTo>
                      <a:pt x="32" y="22"/>
                      <a:pt x="26" y="18"/>
                      <a:pt x="18" y="15"/>
                    </a:cubicBezTo>
                    <a:cubicBezTo>
                      <a:pt x="13" y="14"/>
                      <a:pt x="2" y="16"/>
                      <a:pt x="0" y="9"/>
                    </a:cubicBezTo>
                  </a:path>
                </a:pathLst>
              </a:custGeom>
              <a:solidFill>
                <a:srgbClr val="8E4C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364" name="Freeform 481">
                <a:extLst>
                  <a:ext uri="{FF2B5EF4-FFF2-40B4-BE49-F238E27FC236}">
                    <a16:creationId xmlns:a16="http://schemas.microsoft.com/office/drawing/2014/main" id="{648FB159-82DB-4A7E-81DE-87EFD65E2D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9" y="2460"/>
                <a:ext cx="46" cy="617"/>
              </a:xfrm>
              <a:custGeom>
                <a:avLst/>
                <a:gdLst>
                  <a:gd name="T0" fmla="*/ 0 w 28"/>
                  <a:gd name="T1" fmla="*/ 0 h 379"/>
                  <a:gd name="T2" fmla="*/ 118 w 28"/>
                  <a:gd name="T3" fmla="*/ 151 h 379"/>
                  <a:gd name="T4" fmla="*/ 89 w 28"/>
                  <a:gd name="T5" fmla="*/ 689 h 379"/>
                  <a:gd name="T6" fmla="*/ 95 w 28"/>
                  <a:gd name="T7" fmla="*/ 1221 h 379"/>
                  <a:gd name="T8" fmla="*/ 71 w 28"/>
                  <a:gd name="T9" fmla="*/ 1634 h 379"/>
                  <a:gd name="T10" fmla="*/ 54 w 28"/>
                  <a:gd name="T11" fmla="*/ 1208 h 379"/>
                  <a:gd name="T12" fmla="*/ 21 w 28"/>
                  <a:gd name="T13" fmla="*/ 410 h 379"/>
                  <a:gd name="T14" fmla="*/ 0 w 28"/>
                  <a:gd name="T15" fmla="*/ 0 h 37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8" h="379">
                    <a:moveTo>
                      <a:pt x="0" y="0"/>
                    </a:moveTo>
                    <a:cubicBezTo>
                      <a:pt x="12" y="11"/>
                      <a:pt x="27" y="10"/>
                      <a:pt x="27" y="35"/>
                    </a:cubicBezTo>
                    <a:cubicBezTo>
                      <a:pt x="27" y="60"/>
                      <a:pt x="19" y="109"/>
                      <a:pt x="20" y="160"/>
                    </a:cubicBezTo>
                    <a:cubicBezTo>
                      <a:pt x="21" y="211"/>
                      <a:pt x="20" y="260"/>
                      <a:pt x="21" y="283"/>
                    </a:cubicBezTo>
                    <a:cubicBezTo>
                      <a:pt x="22" y="306"/>
                      <a:pt x="28" y="332"/>
                      <a:pt x="16" y="379"/>
                    </a:cubicBezTo>
                    <a:cubicBezTo>
                      <a:pt x="20" y="361"/>
                      <a:pt x="20" y="313"/>
                      <a:pt x="12" y="280"/>
                    </a:cubicBezTo>
                    <a:cubicBezTo>
                      <a:pt x="4" y="247"/>
                      <a:pt x="2" y="129"/>
                      <a:pt x="5" y="95"/>
                    </a:cubicBezTo>
                    <a:cubicBezTo>
                      <a:pt x="7" y="61"/>
                      <a:pt x="10" y="14"/>
                      <a:pt x="0" y="0"/>
                    </a:cubicBezTo>
                  </a:path>
                </a:pathLst>
              </a:custGeom>
              <a:solidFill>
                <a:srgbClr val="8E4C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365" name="Freeform 482">
                <a:extLst>
                  <a:ext uri="{FF2B5EF4-FFF2-40B4-BE49-F238E27FC236}">
                    <a16:creationId xmlns:a16="http://schemas.microsoft.com/office/drawing/2014/main" id="{515E594E-58F1-4A08-8CAA-D1C0D8E57D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9" y="3210"/>
                <a:ext cx="36" cy="480"/>
              </a:xfrm>
              <a:custGeom>
                <a:avLst/>
                <a:gdLst>
                  <a:gd name="T0" fmla="*/ 70 w 22"/>
                  <a:gd name="T1" fmla="*/ 0 h 295"/>
                  <a:gd name="T2" fmla="*/ 62 w 22"/>
                  <a:gd name="T3" fmla="*/ 651 h 295"/>
                  <a:gd name="T4" fmla="*/ 18 w 22"/>
                  <a:gd name="T5" fmla="*/ 1271 h 295"/>
                  <a:gd name="T6" fmla="*/ 70 w 22"/>
                  <a:gd name="T7" fmla="*/ 0 h 29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" h="295">
                    <a:moveTo>
                      <a:pt x="16" y="0"/>
                    </a:moveTo>
                    <a:cubicBezTo>
                      <a:pt x="20" y="28"/>
                      <a:pt x="22" y="84"/>
                      <a:pt x="14" y="151"/>
                    </a:cubicBezTo>
                    <a:cubicBezTo>
                      <a:pt x="6" y="218"/>
                      <a:pt x="3" y="270"/>
                      <a:pt x="4" y="295"/>
                    </a:cubicBezTo>
                    <a:cubicBezTo>
                      <a:pt x="0" y="252"/>
                      <a:pt x="13" y="71"/>
                      <a:pt x="16" y="0"/>
                    </a:cubicBezTo>
                  </a:path>
                </a:pathLst>
              </a:custGeom>
              <a:solidFill>
                <a:srgbClr val="8E4C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366" name="Freeform 483">
                <a:extLst>
                  <a:ext uri="{FF2B5EF4-FFF2-40B4-BE49-F238E27FC236}">
                    <a16:creationId xmlns:a16="http://schemas.microsoft.com/office/drawing/2014/main" id="{50EA29D0-82A5-4D0E-BC3D-3B5B9A1351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0" y="1263"/>
                <a:ext cx="111" cy="13"/>
              </a:xfrm>
              <a:custGeom>
                <a:avLst/>
                <a:gdLst>
                  <a:gd name="T0" fmla="*/ 131 w 68"/>
                  <a:gd name="T1" fmla="*/ 29 h 8"/>
                  <a:gd name="T2" fmla="*/ 295 w 68"/>
                  <a:gd name="T3" fmla="*/ 18 h 8"/>
                  <a:gd name="T4" fmla="*/ 186 w 68"/>
                  <a:gd name="T5" fmla="*/ 8 h 8"/>
                  <a:gd name="T6" fmla="*/ 0 w 68"/>
                  <a:gd name="T7" fmla="*/ 8 h 8"/>
                  <a:gd name="T8" fmla="*/ 131 w 68"/>
                  <a:gd name="T9" fmla="*/ 29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8" h="8">
                    <a:moveTo>
                      <a:pt x="30" y="7"/>
                    </a:moveTo>
                    <a:cubicBezTo>
                      <a:pt x="41" y="6"/>
                      <a:pt x="58" y="2"/>
                      <a:pt x="68" y="4"/>
                    </a:cubicBezTo>
                    <a:cubicBezTo>
                      <a:pt x="63" y="0"/>
                      <a:pt x="54" y="2"/>
                      <a:pt x="43" y="2"/>
                    </a:cubicBezTo>
                    <a:cubicBezTo>
                      <a:pt x="31" y="3"/>
                      <a:pt x="10" y="6"/>
                      <a:pt x="0" y="2"/>
                    </a:cubicBezTo>
                    <a:cubicBezTo>
                      <a:pt x="16" y="8"/>
                      <a:pt x="22" y="6"/>
                      <a:pt x="30" y="7"/>
                    </a:cubicBezTo>
                  </a:path>
                </a:pathLst>
              </a:custGeom>
              <a:solidFill>
                <a:srgbClr val="C1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367" name="Freeform 484">
                <a:extLst>
                  <a:ext uri="{FF2B5EF4-FFF2-40B4-BE49-F238E27FC236}">
                    <a16:creationId xmlns:a16="http://schemas.microsoft.com/office/drawing/2014/main" id="{78808B13-BC46-4EC9-A5FD-E0A52C448A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4" y="1263"/>
                <a:ext cx="109" cy="13"/>
              </a:xfrm>
              <a:custGeom>
                <a:avLst/>
                <a:gdLst>
                  <a:gd name="T0" fmla="*/ 159 w 67"/>
                  <a:gd name="T1" fmla="*/ 29 h 8"/>
                  <a:gd name="T2" fmla="*/ 0 w 67"/>
                  <a:gd name="T3" fmla="*/ 18 h 8"/>
                  <a:gd name="T4" fmla="*/ 109 w 67"/>
                  <a:gd name="T5" fmla="*/ 8 h 8"/>
                  <a:gd name="T6" fmla="*/ 288 w 67"/>
                  <a:gd name="T7" fmla="*/ 8 h 8"/>
                  <a:gd name="T8" fmla="*/ 159 w 67"/>
                  <a:gd name="T9" fmla="*/ 29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7" h="8">
                    <a:moveTo>
                      <a:pt x="37" y="7"/>
                    </a:moveTo>
                    <a:cubicBezTo>
                      <a:pt x="27" y="6"/>
                      <a:pt x="10" y="2"/>
                      <a:pt x="0" y="4"/>
                    </a:cubicBezTo>
                    <a:cubicBezTo>
                      <a:pt x="5" y="0"/>
                      <a:pt x="14" y="2"/>
                      <a:pt x="25" y="2"/>
                    </a:cubicBezTo>
                    <a:cubicBezTo>
                      <a:pt x="37" y="3"/>
                      <a:pt x="58" y="6"/>
                      <a:pt x="67" y="2"/>
                    </a:cubicBezTo>
                    <a:cubicBezTo>
                      <a:pt x="52" y="8"/>
                      <a:pt x="45" y="6"/>
                      <a:pt x="37" y="7"/>
                    </a:cubicBezTo>
                  </a:path>
                </a:pathLst>
              </a:custGeom>
              <a:solidFill>
                <a:srgbClr val="C1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368" name="Freeform 485">
                <a:extLst>
                  <a:ext uri="{FF2B5EF4-FFF2-40B4-BE49-F238E27FC236}">
                    <a16:creationId xmlns:a16="http://schemas.microsoft.com/office/drawing/2014/main" id="{CF6FC427-B9E5-429A-A7C5-009FA8A618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" y="1865"/>
                <a:ext cx="24" cy="360"/>
              </a:xfrm>
              <a:custGeom>
                <a:avLst/>
                <a:gdLst>
                  <a:gd name="T0" fmla="*/ 34 w 15"/>
                  <a:gd name="T1" fmla="*/ 376 h 221"/>
                  <a:gd name="T2" fmla="*/ 8 w 15"/>
                  <a:gd name="T3" fmla="*/ 955 h 221"/>
                  <a:gd name="T4" fmla="*/ 5 w 15"/>
                  <a:gd name="T5" fmla="*/ 612 h 221"/>
                  <a:gd name="T6" fmla="*/ 61 w 15"/>
                  <a:gd name="T7" fmla="*/ 0 h 221"/>
                  <a:gd name="T8" fmla="*/ 34 w 15"/>
                  <a:gd name="T9" fmla="*/ 376 h 2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221">
                    <a:moveTo>
                      <a:pt x="8" y="87"/>
                    </a:moveTo>
                    <a:cubicBezTo>
                      <a:pt x="7" y="103"/>
                      <a:pt x="3" y="192"/>
                      <a:pt x="2" y="221"/>
                    </a:cubicBezTo>
                    <a:cubicBezTo>
                      <a:pt x="2" y="221"/>
                      <a:pt x="0" y="199"/>
                      <a:pt x="1" y="142"/>
                    </a:cubicBezTo>
                    <a:cubicBezTo>
                      <a:pt x="1" y="85"/>
                      <a:pt x="4" y="27"/>
                      <a:pt x="15" y="0"/>
                    </a:cubicBezTo>
                    <a:cubicBezTo>
                      <a:pt x="11" y="11"/>
                      <a:pt x="10" y="63"/>
                      <a:pt x="8" y="87"/>
                    </a:cubicBezTo>
                  </a:path>
                </a:pathLst>
              </a:custGeom>
              <a:solidFill>
                <a:srgbClr val="C1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369" name="Freeform 486">
                <a:extLst>
                  <a:ext uri="{FF2B5EF4-FFF2-40B4-BE49-F238E27FC236}">
                    <a16:creationId xmlns:a16="http://schemas.microsoft.com/office/drawing/2014/main" id="{04884898-83D9-4CF8-AE85-33EDA7B8C0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8" y="1899"/>
                <a:ext cx="24" cy="360"/>
              </a:xfrm>
              <a:custGeom>
                <a:avLst/>
                <a:gdLst>
                  <a:gd name="T0" fmla="*/ 29 w 15"/>
                  <a:gd name="T1" fmla="*/ 376 h 221"/>
                  <a:gd name="T2" fmla="*/ 54 w 15"/>
                  <a:gd name="T3" fmla="*/ 955 h 221"/>
                  <a:gd name="T4" fmla="*/ 61 w 15"/>
                  <a:gd name="T5" fmla="*/ 612 h 221"/>
                  <a:gd name="T6" fmla="*/ 0 w 15"/>
                  <a:gd name="T7" fmla="*/ 0 h 221"/>
                  <a:gd name="T8" fmla="*/ 29 w 15"/>
                  <a:gd name="T9" fmla="*/ 376 h 2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221">
                    <a:moveTo>
                      <a:pt x="7" y="87"/>
                    </a:moveTo>
                    <a:cubicBezTo>
                      <a:pt x="8" y="103"/>
                      <a:pt x="12" y="192"/>
                      <a:pt x="13" y="221"/>
                    </a:cubicBezTo>
                    <a:cubicBezTo>
                      <a:pt x="13" y="221"/>
                      <a:pt x="15" y="199"/>
                      <a:pt x="15" y="142"/>
                    </a:cubicBezTo>
                    <a:cubicBezTo>
                      <a:pt x="14" y="85"/>
                      <a:pt x="11" y="27"/>
                      <a:pt x="0" y="0"/>
                    </a:cubicBezTo>
                    <a:cubicBezTo>
                      <a:pt x="4" y="11"/>
                      <a:pt x="5" y="63"/>
                      <a:pt x="7" y="87"/>
                    </a:cubicBezTo>
                  </a:path>
                </a:pathLst>
              </a:custGeom>
              <a:solidFill>
                <a:srgbClr val="8E4C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370" name="Freeform 487">
                <a:extLst>
                  <a:ext uri="{FF2B5EF4-FFF2-40B4-BE49-F238E27FC236}">
                    <a16:creationId xmlns:a16="http://schemas.microsoft.com/office/drawing/2014/main" id="{98624970-CB9C-4227-9A5D-5179D68094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4" y="1911"/>
                <a:ext cx="69" cy="380"/>
              </a:xfrm>
              <a:custGeom>
                <a:avLst/>
                <a:gdLst>
                  <a:gd name="T0" fmla="*/ 5 w 42"/>
                  <a:gd name="T1" fmla="*/ 0 h 234"/>
                  <a:gd name="T2" fmla="*/ 97 w 42"/>
                  <a:gd name="T3" fmla="*/ 453 h 234"/>
                  <a:gd name="T4" fmla="*/ 159 w 42"/>
                  <a:gd name="T5" fmla="*/ 1002 h 234"/>
                  <a:gd name="T6" fmla="*/ 138 w 42"/>
                  <a:gd name="T7" fmla="*/ 494 h 234"/>
                  <a:gd name="T8" fmla="*/ 5 w 42"/>
                  <a:gd name="T9" fmla="*/ 0 h 2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2" h="234">
                    <a:moveTo>
                      <a:pt x="1" y="0"/>
                    </a:moveTo>
                    <a:cubicBezTo>
                      <a:pt x="0" y="18"/>
                      <a:pt x="12" y="67"/>
                      <a:pt x="22" y="106"/>
                    </a:cubicBezTo>
                    <a:cubicBezTo>
                      <a:pt x="32" y="146"/>
                      <a:pt x="37" y="191"/>
                      <a:pt x="36" y="234"/>
                    </a:cubicBezTo>
                    <a:cubicBezTo>
                      <a:pt x="42" y="195"/>
                      <a:pt x="37" y="145"/>
                      <a:pt x="31" y="115"/>
                    </a:cubicBezTo>
                    <a:cubicBezTo>
                      <a:pt x="25" y="85"/>
                      <a:pt x="0" y="10"/>
                      <a:pt x="1" y="0"/>
                    </a:cubicBezTo>
                  </a:path>
                </a:pathLst>
              </a:custGeom>
              <a:solidFill>
                <a:srgbClr val="C1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371" name="Freeform 488">
                <a:extLst>
                  <a:ext uri="{FF2B5EF4-FFF2-40B4-BE49-F238E27FC236}">
                    <a16:creationId xmlns:a16="http://schemas.microsoft.com/office/drawing/2014/main" id="{D2D5F0B4-8B46-4AAC-B798-9444A39F9C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9" y="2486"/>
                <a:ext cx="64" cy="108"/>
              </a:xfrm>
              <a:custGeom>
                <a:avLst/>
                <a:gdLst>
                  <a:gd name="T0" fmla="*/ 89 w 39"/>
                  <a:gd name="T1" fmla="*/ 0 h 66"/>
                  <a:gd name="T2" fmla="*/ 131 w 39"/>
                  <a:gd name="T3" fmla="*/ 270 h 66"/>
                  <a:gd name="T4" fmla="*/ 167 w 39"/>
                  <a:gd name="T5" fmla="*/ 254 h 66"/>
                  <a:gd name="T6" fmla="*/ 131 w 39"/>
                  <a:gd name="T7" fmla="*/ 180 h 66"/>
                  <a:gd name="T8" fmla="*/ 118 w 39"/>
                  <a:gd name="T9" fmla="*/ 88 h 66"/>
                  <a:gd name="T10" fmla="*/ 102 w 39"/>
                  <a:gd name="T11" fmla="*/ 0 h 6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9" h="66">
                    <a:moveTo>
                      <a:pt x="20" y="0"/>
                    </a:moveTo>
                    <a:cubicBezTo>
                      <a:pt x="0" y="15"/>
                      <a:pt x="12" y="53"/>
                      <a:pt x="30" y="62"/>
                    </a:cubicBezTo>
                    <a:cubicBezTo>
                      <a:pt x="35" y="64"/>
                      <a:pt x="39" y="66"/>
                      <a:pt x="38" y="58"/>
                    </a:cubicBezTo>
                    <a:cubicBezTo>
                      <a:pt x="37" y="52"/>
                      <a:pt x="31" y="48"/>
                      <a:pt x="30" y="41"/>
                    </a:cubicBezTo>
                    <a:cubicBezTo>
                      <a:pt x="29" y="34"/>
                      <a:pt x="28" y="27"/>
                      <a:pt x="27" y="20"/>
                    </a:cubicBezTo>
                    <a:cubicBezTo>
                      <a:pt x="27" y="13"/>
                      <a:pt x="28" y="5"/>
                      <a:pt x="23" y="0"/>
                    </a:cubicBezTo>
                  </a:path>
                </a:pathLst>
              </a:custGeom>
              <a:solidFill>
                <a:srgbClr val="8E4C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372" name="Freeform 489">
                <a:extLst>
                  <a:ext uri="{FF2B5EF4-FFF2-40B4-BE49-F238E27FC236}">
                    <a16:creationId xmlns:a16="http://schemas.microsoft.com/office/drawing/2014/main" id="{1EA3DB0E-FC7D-4640-B0CB-B23EC96EB1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5" y="2486"/>
                <a:ext cx="51" cy="106"/>
              </a:xfrm>
              <a:custGeom>
                <a:avLst/>
                <a:gdLst>
                  <a:gd name="T0" fmla="*/ 63 w 31"/>
                  <a:gd name="T1" fmla="*/ 18 h 65"/>
                  <a:gd name="T2" fmla="*/ 41 w 31"/>
                  <a:gd name="T3" fmla="*/ 130 h 65"/>
                  <a:gd name="T4" fmla="*/ 0 w 31"/>
                  <a:gd name="T5" fmla="*/ 227 h 65"/>
                  <a:gd name="T6" fmla="*/ 43 w 31"/>
                  <a:gd name="T7" fmla="*/ 256 h 65"/>
                  <a:gd name="T8" fmla="*/ 118 w 31"/>
                  <a:gd name="T9" fmla="*/ 157 h 65"/>
                  <a:gd name="T10" fmla="*/ 81 w 31"/>
                  <a:gd name="T11" fmla="*/ 0 h 6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1" h="65">
                    <a:moveTo>
                      <a:pt x="14" y="4"/>
                    </a:moveTo>
                    <a:cubicBezTo>
                      <a:pt x="12" y="13"/>
                      <a:pt x="11" y="22"/>
                      <a:pt x="9" y="30"/>
                    </a:cubicBezTo>
                    <a:cubicBezTo>
                      <a:pt x="7" y="38"/>
                      <a:pt x="6" y="48"/>
                      <a:pt x="0" y="52"/>
                    </a:cubicBezTo>
                    <a:cubicBezTo>
                      <a:pt x="4" y="59"/>
                      <a:pt x="2" y="65"/>
                      <a:pt x="10" y="59"/>
                    </a:cubicBezTo>
                    <a:cubicBezTo>
                      <a:pt x="17" y="54"/>
                      <a:pt x="25" y="44"/>
                      <a:pt x="27" y="36"/>
                    </a:cubicBezTo>
                    <a:cubicBezTo>
                      <a:pt x="31" y="21"/>
                      <a:pt x="29" y="10"/>
                      <a:pt x="18" y="0"/>
                    </a:cubicBezTo>
                  </a:path>
                </a:pathLst>
              </a:custGeom>
              <a:solidFill>
                <a:srgbClr val="8E4C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373" name="Freeform 490">
                <a:extLst>
                  <a:ext uri="{FF2B5EF4-FFF2-40B4-BE49-F238E27FC236}">
                    <a16:creationId xmlns:a16="http://schemas.microsoft.com/office/drawing/2014/main" id="{02F5CC35-5E15-420E-A452-CE4647FB56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1" y="3194"/>
                <a:ext cx="34" cy="524"/>
              </a:xfrm>
              <a:custGeom>
                <a:avLst/>
                <a:gdLst>
                  <a:gd name="T0" fmla="*/ 60 w 21"/>
                  <a:gd name="T1" fmla="*/ 1388 h 322"/>
                  <a:gd name="T2" fmla="*/ 21 w 21"/>
                  <a:gd name="T3" fmla="*/ 578 h 322"/>
                  <a:gd name="T4" fmla="*/ 42 w 21"/>
                  <a:gd name="T5" fmla="*/ 0 h 322"/>
                  <a:gd name="T6" fmla="*/ 73 w 21"/>
                  <a:gd name="T7" fmla="*/ 599 h 322"/>
                  <a:gd name="T8" fmla="*/ 60 w 21"/>
                  <a:gd name="T9" fmla="*/ 1388 h 3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322">
                    <a:moveTo>
                      <a:pt x="14" y="322"/>
                    </a:moveTo>
                    <a:cubicBezTo>
                      <a:pt x="18" y="301"/>
                      <a:pt x="11" y="190"/>
                      <a:pt x="5" y="134"/>
                    </a:cubicBezTo>
                    <a:cubicBezTo>
                      <a:pt x="0" y="77"/>
                      <a:pt x="2" y="25"/>
                      <a:pt x="10" y="0"/>
                    </a:cubicBezTo>
                    <a:cubicBezTo>
                      <a:pt x="6" y="20"/>
                      <a:pt x="12" y="87"/>
                      <a:pt x="17" y="139"/>
                    </a:cubicBezTo>
                    <a:cubicBezTo>
                      <a:pt x="21" y="191"/>
                      <a:pt x="20" y="299"/>
                      <a:pt x="14" y="322"/>
                    </a:cubicBezTo>
                  </a:path>
                </a:pathLst>
              </a:custGeom>
              <a:solidFill>
                <a:srgbClr val="C1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374" name="Freeform 491">
                <a:extLst>
                  <a:ext uri="{FF2B5EF4-FFF2-40B4-BE49-F238E27FC236}">
                    <a16:creationId xmlns:a16="http://schemas.microsoft.com/office/drawing/2014/main" id="{31EA00F9-32DA-483D-8C2E-83C64FDA2C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8" y="3771"/>
                <a:ext cx="26" cy="127"/>
              </a:xfrm>
              <a:custGeom>
                <a:avLst/>
                <a:gdLst>
                  <a:gd name="T0" fmla="*/ 63 w 16"/>
                  <a:gd name="T1" fmla="*/ 0 h 78"/>
                  <a:gd name="T2" fmla="*/ 47 w 16"/>
                  <a:gd name="T3" fmla="*/ 194 h 78"/>
                  <a:gd name="T4" fmla="*/ 55 w 16"/>
                  <a:gd name="T5" fmla="*/ 337 h 78"/>
                  <a:gd name="T6" fmla="*/ 5 w 16"/>
                  <a:gd name="T7" fmla="*/ 225 h 78"/>
                  <a:gd name="T8" fmla="*/ 42 w 16"/>
                  <a:gd name="T9" fmla="*/ 160 h 78"/>
                  <a:gd name="T10" fmla="*/ 68 w 16"/>
                  <a:gd name="T11" fmla="*/ 42 h 7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6" h="78">
                    <a:moveTo>
                      <a:pt x="15" y="0"/>
                    </a:moveTo>
                    <a:cubicBezTo>
                      <a:pt x="15" y="16"/>
                      <a:pt x="14" y="29"/>
                      <a:pt x="11" y="45"/>
                    </a:cubicBezTo>
                    <a:cubicBezTo>
                      <a:pt x="8" y="57"/>
                      <a:pt x="13" y="66"/>
                      <a:pt x="13" y="78"/>
                    </a:cubicBezTo>
                    <a:cubicBezTo>
                      <a:pt x="10" y="70"/>
                      <a:pt x="0" y="59"/>
                      <a:pt x="1" y="52"/>
                    </a:cubicBezTo>
                    <a:cubicBezTo>
                      <a:pt x="2" y="47"/>
                      <a:pt x="8" y="42"/>
                      <a:pt x="10" y="37"/>
                    </a:cubicBezTo>
                    <a:cubicBezTo>
                      <a:pt x="13" y="28"/>
                      <a:pt x="11" y="18"/>
                      <a:pt x="16" y="10"/>
                    </a:cubicBezTo>
                  </a:path>
                </a:pathLst>
              </a:custGeom>
              <a:solidFill>
                <a:srgbClr val="8E4C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375" name="Freeform 492">
                <a:extLst>
                  <a:ext uri="{FF2B5EF4-FFF2-40B4-BE49-F238E27FC236}">
                    <a16:creationId xmlns:a16="http://schemas.microsoft.com/office/drawing/2014/main" id="{0FF8A9E4-0499-4D4F-9A83-D26E7A499F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2" y="3709"/>
                <a:ext cx="26" cy="140"/>
              </a:xfrm>
              <a:custGeom>
                <a:avLst/>
                <a:gdLst>
                  <a:gd name="T0" fmla="*/ 42 w 16"/>
                  <a:gd name="T1" fmla="*/ 156 h 86"/>
                  <a:gd name="T2" fmla="*/ 39 w 16"/>
                  <a:gd name="T3" fmla="*/ 371 h 86"/>
                  <a:gd name="T4" fmla="*/ 18 w 16"/>
                  <a:gd name="T5" fmla="*/ 177 h 86"/>
                  <a:gd name="T6" fmla="*/ 5 w 16"/>
                  <a:gd name="T7" fmla="*/ 77 h 86"/>
                  <a:gd name="T8" fmla="*/ 8 w 16"/>
                  <a:gd name="T9" fmla="*/ 0 h 86"/>
                  <a:gd name="T10" fmla="*/ 47 w 16"/>
                  <a:gd name="T11" fmla="*/ 151 h 8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6" h="86">
                    <a:moveTo>
                      <a:pt x="10" y="36"/>
                    </a:moveTo>
                    <a:cubicBezTo>
                      <a:pt x="16" y="54"/>
                      <a:pt x="15" y="68"/>
                      <a:pt x="9" y="86"/>
                    </a:cubicBezTo>
                    <a:cubicBezTo>
                      <a:pt x="12" y="72"/>
                      <a:pt x="9" y="54"/>
                      <a:pt x="4" y="41"/>
                    </a:cubicBezTo>
                    <a:cubicBezTo>
                      <a:pt x="1" y="32"/>
                      <a:pt x="0" y="28"/>
                      <a:pt x="1" y="18"/>
                    </a:cubicBezTo>
                    <a:cubicBezTo>
                      <a:pt x="1" y="12"/>
                      <a:pt x="4" y="5"/>
                      <a:pt x="2" y="0"/>
                    </a:cubicBezTo>
                    <a:cubicBezTo>
                      <a:pt x="3" y="12"/>
                      <a:pt x="8" y="24"/>
                      <a:pt x="11" y="35"/>
                    </a:cubicBezTo>
                  </a:path>
                </a:pathLst>
              </a:custGeom>
              <a:solidFill>
                <a:srgbClr val="8E4C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376" name="Freeform 493">
                <a:extLst>
                  <a:ext uri="{FF2B5EF4-FFF2-40B4-BE49-F238E27FC236}">
                    <a16:creationId xmlns:a16="http://schemas.microsoft.com/office/drawing/2014/main" id="{1C3857BE-2803-404F-B181-01C36B6675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5" y="2457"/>
                <a:ext cx="70" cy="220"/>
              </a:xfrm>
              <a:custGeom>
                <a:avLst/>
                <a:gdLst>
                  <a:gd name="T0" fmla="*/ 109 w 43"/>
                  <a:gd name="T1" fmla="*/ 55 h 135"/>
                  <a:gd name="T2" fmla="*/ 81 w 43"/>
                  <a:gd name="T3" fmla="*/ 585 h 135"/>
                  <a:gd name="T4" fmla="*/ 98 w 43"/>
                  <a:gd name="T5" fmla="*/ 391 h 135"/>
                  <a:gd name="T6" fmla="*/ 103 w 43"/>
                  <a:gd name="T7" fmla="*/ 191 h 135"/>
                  <a:gd name="T8" fmla="*/ 125 w 43"/>
                  <a:gd name="T9" fmla="*/ 96 h 135"/>
                  <a:gd name="T10" fmla="*/ 186 w 43"/>
                  <a:gd name="T11" fmla="*/ 0 h 135"/>
                  <a:gd name="T12" fmla="*/ 96 w 43"/>
                  <a:gd name="T13" fmla="*/ 64 h 13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3" h="135">
                    <a:moveTo>
                      <a:pt x="25" y="13"/>
                    </a:moveTo>
                    <a:cubicBezTo>
                      <a:pt x="0" y="25"/>
                      <a:pt x="28" y="103"/>
                      <a:pt x="19" y="135"/>
                    </a:cubicBezTo>
                    <a:cubicBezTo>
                      <a:pt x="18" y="119"/>
                      <a:pt x="21" y="105"/>
                      <a:pt x="23" y="90"/>
                    </a:cubicBezTo>
                    <a:cubicBezTo>
                      <a:pt x="24" y="75"/>
                      <a:pt x="22" y="59"/>
                      <a:pt x="24" y="44"/>
                    </a:cubicBezTo>
                    <a:cubicBezTo>
                      <a:pt x="24" y="36"/>
                      <a:pt x="25" y="29"/>
                      <a:pt x="29" y="22"/>
                    </a:cubicBezTo>
                    <a:cubicBezTo>
                      <a:pt x="32" y="16"/>
                      <a:pt x="38" y="2"/>
                      <a:pt x="43" y="0"/>
                    </a:cubicBezTo>
                    <a:cubicBezTo>
                      <a:pt x="36" y="3"/>
                      <a:pt x="29" y="11"/>
                      <a:pt x="22" y="15"/>
                    </a:cubicBezTo>
                  </a:path>
                </a:pathLst>
              </a:custGeom>
              <a:solidFill>
                <a:srgbClr val="C1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377" name="Freeform 494">
                <a:extLst>
                  <a:ext uri="{FF2B5EF4-FFF2-40B4-BE49-F238E27FC236}">
                    <a16:creationId xmlns:a16="http://schemas.microsoft.com/office/drawing/2014/main" id="{C04E769A-070A-4A37-B53C-77FCA36297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1" y="2904"/>
                <a:ext cx="30" cy="254"/>
              </a:xfrm>
              <a:custGeom>
                <a:avLst/>
                <a:gdLst>
                  <a:gd name="T0" fmla="*/ 37 w 18"/>
                  <a:gd name="T1" fmla="*/ 0 h 156"/>
                  <a:gd name="T2" fmla="*/ 33 w 18"/>
                  <a:gd name="T3" fmla="*/ 337 h 156"/>
                  <a:gd name="T4" fmla="*/ 62 w 18"/>
                  <a:gd name="T5" fmla="*/ 674 h 156"/>
                  <a:gd name="T6" fmla="*/ 63 w 18"/>
                  <a:gd name="T7" fmla="*/ 366 h 156"/>
                  <a:gd name="T8" fmla="*/ 47 w 18"/>
                  <a:gd name="T9" fmla="*/ 90 h 156"/>
                  <a:gd name="T10" fmla="*/ 37 w 18"/>
                  <a:gd name="T11" fmla="*/ 0 h 15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8" h="156">
                    <a:moveTo>
                      <a:pt x="8" y="0"/>
                    </a:moveTo>
                    <a:cubicBezTo>
                      <a:pt x="7" y="23"/>
                      <a:pt x="0" y="49"/>
                      <a:pt x="7" y="78"/>
                    </a:cubicBezTo>
                    <a:cubicBezTo>
                      <a:pt x="13" y="107"/>
                      <a:pt x="17" y="130"/>
                      <a:pt x="13" y="156"/>
                    </a:cubicBezTo>
                    <a:cubicBezTo>
                      <a:pt x="18" y="135"/>
                      <a:pt x="17" y="103"/>
                      <a:pt x="14" y="85"/>
                    </a:cubicBezTo>
                    <a:cubicBezTo>
                      <a:pt x="11" y="68"/>
                      <a:pt x="9" y="35"/>
                      <a:pt x="10" y="21"/>
                    </a:cubicBezTo>
                    <a:cubicBezTo>
                      <a:pt x="11" y="6"/>
                      <a:pt x="8" y="0"/>
                      <a:pt x="8" y="0"/>
                    </a:cubicBezTo>
                  </a:path>
                </a:pathLst>
              </a:custGeom>
              <a:solidFill>
                <a:srgbClr val="C1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378" name="Freeform 495">
                <a:extLst>
                  <a:ext uri="{FF2B5EF4-FFF2-40B4-BE49-F238E27FC236}">
                    <a16:creationId xmlns:a16="http://schemas.microsoft.com/office/drawing/2014/main" id="{18C91241-DD17-4C07-B988-6849CD155C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8" y="3958"/>
                <a:ext cx="107" cy="74"/>
              </a:xfrm>
              <a:custGeom>
                <a:avLst/>
                <a:gdLst>
                  <a:gd name="T0" fmla="*/ 43 w 65"/>
                  <a:gd name="T1" fmla="*/ 156 h 45"/>
                  <a:gd name="T2" fmla="*/ 214 w 65"/>
                  <a:gd name="T3" fmla="*/ 160 h 45"/>
                  <a:gd name="T4" fmla="*/ 249 w 65"/>
                  <a:gd name="T5" fmla="*/ 0 h 45"/>
                  <a:gd name="T6" fmla="*/ 235 w 65"/>
                  <a:gd name="T7" fmla="*/ 54 h 45"/>
                  <a:gd name="T8" fmla="*/ 160 w 65"/>
                  <a:gd name="T9" fmla="*/ 95 h 45"/>
                  <a:gd name="T10" fmla="*/ 20 w 65"/>
                  <a:gd name="T11" fmla="*/ 81 h 45"/>
                  <a:gd name="T12" fmla="*/ 26 w 65"/>
                  <a:gd name="T13" fmla="*/ 160 h 4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5" h="45">
                    <a:moveTo>
                      <a:pt x="10" y="35"/>
                    </a:moveTo>
                    <a:cubicBezTo>
                      <a:pt x="20" y="45"/>
                      <a:pt x="38" y="42"/>
                      <a:pt x="48" y="36"/>
                    </a:cubicBezTo>
                    <a:cubicBezTo>
                      <a:pt x="65" y="27"/>
                      <a:pt x="62" y="16"/>
                      <a:pt x="56" y="0"/>
                    </a:cubicBezTo>
                    <a:cubicBezTo>
                      <a:pt x="56" y="5"/>
                      <a:pt x="57" y="8"/>
                      <a:pt x="53" y="12"/>
                    </a:cubicBezTo>
                    <a:cubicBezTo>
                      <a:pt x="50" y="17"/>
                      <a:pt x="41" y="20"/>
                      <a:pt x="36" y="21"/>
                    </a:cubicBezTo>
                    <a:cubicBezTo>
                      <a:pt x="25" y="24"/>
                      <a:pt x="14" y="21"/>
                      <a:pt x="4" y="18"/>
                    </a:cubicBezTo>
                    <a:cubicBezTo>
                      <a:pt x="0" y="22"/>
                      <a:pt x="5" y="31"/>
                      <a:pt x="6" y="36"/>
                    </a:cubicBezTo>
                  </a:path>
                </a:pathLst>
              </a:custGeom>
              <a:solidFill>
                <a:srgbClr val="8E4C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379" name="Freeform 496">
                <a:extLst>
                  <a:ext uri="{FF2B5EF4-FFF2-40B4-BE49-F238E27FC236}">
                    <a16:creationId xmlns:a16="http://schemas.microsoft.com/office/drawing/2014/main" id="{820BFCE8-CD8F-42CB-B6AF-4BAFA784A1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4" y="3859"/>
                <a:ext cx="112" cy="163"/>
              </a:xfrm>
              <a:custGeom>
                <a:avLst/>
                <a:gdLst>
                  <a:gd name="T0" fmla="*/ 0 w 69"/>
                  <a:gd name="T1" fmla="*/ 434 h 100"/>
                  <a:gd name="T2" fmla="*/ 84 w 69"/>
                  <a:gd name="T3" fmla="*/ 414 h 100"/>
                  <a:gd name="T4" fmla="*/ 151 w 69"/>
                  <a:gd name="T5" fmla="*/ 425 h 100"/>
                  <a:gd name="T6" fmla="*/ 211 w 69"/>
                  <a:gd name="T7" fmla="*/ 404 h 100"/>
                  <a:gd name="T8" fmla="*/ 248 w 69"/>
                  <a:gd name="T9" fmla="*/ 329 h 100"/>
                  <a:gd name="T10" fmla="*/ 266 w 69"/>
                  <a:gd name="T11" fmla="*/ 156 h 100"/>
                  <a:gd name="T12" fmla="*/ 253 w 69"/>
                  <a:gd name="T13" fmla="*/ 0 h 100"/>
                  <a:gd name="T14" fmla="*/ 211 w 69"/>
                  <a:gd name="T15" fmla="*/ 88 h 100"/>
                  <a:gd name="T16" fmla="*/ 213 w 69"/>
                  <a:gd name="T17" fmla="*/ 199 h 100"/>
                  <a:gd name="T18" fmla="*/ 172 w 69"/>
                  <a:gd name="T19" fmla="*/ 298 h 100"/>
                  <a:gd name="T20" fmla="*/ 109 w 69"/>
                  <a:gd name="T21" fmla="*/ 391 h 10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9" h="100">
                    <a:moveTo>
                      <a:pt x="0" y="100"/>
                    </a:moveTo>
                    <a:cubicBezTo>
                      <a:pt x="7" y="97"/>
                      <a:pt x="13" y="96"/>
                      <a:pt x="20" y="96"/>
                    </a:cubicBezTo>
                    <a:cubicBezTo>
                      <a:pt x="25" y="97"/>
                      <a:pt x="30" y="99"/>
                      <a:pt x="35" y="98"/>
                    </a:cubicBezTo>
                    <a:cubicBezTo>
                      <a:pt x="39" y="98"/>
                      <a:pt x="46" y="95"/>
                      <a:pt x="49" y="93"/>
                    </a:cubicBezTo>
                    <a:cubicBezTo>
                      <a:pt x="56" y="89"/>
                      <a:pt x="56" y="84"/>
                      <a:pt x="58" y="76"/>
                    </a:cubicBezTo>
                    <a:cubicBezTo>
                      <a:pt x="61" y="63"/>
                      <a:pt x="62" y="50"/>
                      <a:pt x="62" y="36"/>
                    </a:cubicBezTo>
                    <a:cubicBezTo>
                      <a:pt x="63" y="25"/>
                      <a:pt x="69" y="8"/>
                      <a:pt x="59" y="0"/>
                    </a:cubicBezTo>
                    <a:cubicBezTo>
                      <a:pt x="56" y="4"/>
                      <a:pt x="50" y="14"/>
                      <a:pt x="49" y="20"/>
                    </a:cubicBezTo>
                    <a:cubicBezTo>
                      <a:pt x="47" y="28"/>
                      <a:pt x="51" y="38"/>
                      <a:pt x="50" y="46"/>
                    </a:cubicBezTo>
                    <a:cubicBezTo>
                      <a:pt x="49" y="55"/>
                      <a:pt x="45" y="62"/>
                      <a:pt x="40" y="69"/>
                    </a:cubicBezTo>
                    <a:cubicBezTo>
                      <a:pt x="36" y="75"/>
                      <a:pt x="34" y="89"/>
                      <a:pt x="25" y="90"/>
                    </a:cubicBezTo>
                  </a:path>
                </a:pathLst>
              </a:custGeom>
              <a:solidFill>
                <a:srgbClr val="8E4C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380" name="Freeform 497">
                <a:extLst>
                  <a:ext uri="{FF2B5EF4-FFF2-40B4-BE49-F238E27FC236}">
                    <a16:creationId xmlns:a16="http://schemas.microsoft.com/office/drawing/2014/main" id="{C5C342A0-F6F4-4969-BDD9-9F48374126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2" y="2036"/>
                <a:ext cx="31" cy="11"/>
              </a:xfrm>
              <a:custGeom>
                <a:avLst/>
                <a:gdLst>
                  <a:gd name="T0" fmla="*/ 0 w 19"/>
                  <a:gd name="T1" fmla="*/ 27 h 7"/>
                  <a:gd name="T2" fmla="*/ 42 w 19"/>
                  <a:gd name="T3" fmla="*/ 0 h 7"/>
                  <a:gd name="T4" fmla="*/ 83 w 19"/>
                  <a:gd name="T5" fmla="*/ 27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7">
                    <a:moveTo>
                      <a:pt x="0" y="7"/>
                    </a:moveTo>
                    <a:cubicBezTo>
                      <a:pt x="5" y="1"/>
                      <a:pt x="5" y="0"/>
                      <a:pt x="10" y="0"/>
                    </a:cubicBezTo>
                    <a:cubicBezTo>
                      <a:pt x="14" y="0"/>
                      <a:pt x="15" y="1"/>
                      <a:pt x="19" y="7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381" name="Freeform 498">
                <a:extLst>
                  <a:ext uri="{FF2B5EF4-FFF2-40B4-BE49-F238E27FC236}">
                    <a16:creationId xmlns:a16="http://schemas.microsoft.com/office/drawing/2014/main" id="{BC350D2F-45E2-4A0D-B4F6-205FB1EAC1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8" y="2042"/>
                <a:ext cx="20" cy="10"/>
              </a:xfrm>
              <a:custGeom>
                <a:avLst/>
                <a:gdLst>
                  <a:gd name="T0" fmla="*/ 0 w 12"/>
                  <a:gd name="T1" fmla="*/ 0 h 6"/>
                  <a:gd name="T2" fmla="*/ 55 w 12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6">
                    <a:moveTo>
                      <a:pt x="0" y="0"/>
                    </a:moveTo>
                    <a:cubicBezTo>
                      <a:pt x="1" y="6"/>
                      <a:pt x="10" y="6"/>
                      <a:pt x="12" y="0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382" name="Freeform 499">
                <a:extLst>
                  <a:ext uri="{FF2B5EF4-FFF2-40B4-BE49-F238E27FC236}">
                    <a16:creationId xmlns:a16="http://schemas.microsoft.com/office/drawing/2014/main" id="{658D4499-685E-43C1-A462-88D9286304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0" y="1253"/>
                <a:ext cx="152" cy="18"/>
              </a:xfrm>
              <a:custGeom>
                <a:avLst/>
                <a:gdLst>
                  <a:gd name="T0" fmla="*/ 0 w 93"/>
                  <a:gd name="T1" fmla="*/ 0 h 11"/>
                  <a:gd name="T2" fmla="*/ 110 w 93"/>
                  <a:gd name="T3" fmla="*/ 21 h 11"/>
                  <a:gd name="T4" fmla="*/ 235 w 93"/>
                  <a:gd name="T5" fmla="*/ 26 h 11"/>
                  <a:gd name="T6" fmla="*/ 399 w 93"/>
                  <a:gd name="T7" fmla="*/ 34 h 11"/>
                  <a:gd name="T8" fmla="*/ 405 w 93"/>
                  <a:gd name="T9" fmla="*/ 47 h 11"/>
                  <a:gd name="T10" fmla="*/ 400 w 93"/>
                  <a:gd name="T11" fmla="*/ 26 h 11"/>
                  <a:gd name="T12" fmla="*/ 235 w 93"/>
                  <a:gd name="T13" fmla="*/ 18 h 11"/>
                  <a:gd name="T14" fmla="*/ 113 w 93"/>
                  <a:gd name="T15" fmla="*/ 18 h 11"/>
                  <a:gd name="T16" fmla="*/ 0 w 93"/>
                  <a:gd name="T17" fmla="*/ 0 h 1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3" h="11">
                    <a:moveTo>
                      <a:pt x="0" y="0"/>
                    </a:moveTo>
                    <a:cubicBezTo>
                      <a:pt x="5" y="1"/>
                      <a:pt x="20" y="3"/>
                      <a:pt x="25" y="5"/>
                    </a:cubicBezTo>
                    <a:cubicBezTo>
                      <a:pt x="30" y="8"/>
                      <a:pt x="42" y="7"/>
                      <a:pt x="54" y="6"/>
                    </a:cubicBezTo>
                    <a:cubicBezTo>
                      <a:pt x="69" y="4"/>
                      <a:pt x="86" y="3"/>
                      <a:pt x="91" y="8"/>
                    </a:cubicBezTo>
                    <a:cubicBezTo>
                      <a:pt x="92" y="9"/>
                      <a:pt x="93" y="10"/>
                      <a:pt x="93" y="11"/>
                    </a:cubicBezTo>
                    <a:cubicBezTo>
                      <a:pt x="93" y="9"/>
                      <a:pt x="93" y="8"/>
                      <a:pt x="92" y="6"/>
                    </a:cubicBezTo>
                    <a:cubicBezTo>
                      <a:pt x="87" y="1"/>
                      <a:pt x="70" y="2"/>
                      <a:pt x="54" y="4"/>
                    </a:cubicBezTo>
                    <a:cubicBezTo>
                      <a:pt x="42" y="5"/>
                      <a:pt x="31" y="6"/>
                      <a:pt x="26" y="4"/>
                    </a:cubicBezTo>
                    <a:cubicBezTo>
                      <a:pt x="21" y="1"/>
                      <a:pt x="6" y="1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383" name="Freeform 500">
                <a:extLst>
                  <a:ext uri="{FF2B5EF4-FFF2-40B4-BE49-F238E27FC236}">
                    <a16:creationId xmlns:a16="http://schemas.microsoft.com/office/drawing/2014/main" id="{61732CBE-DFCB-4DF4-808F-41D595EB12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5" y="1293"/>
                <a:ext cx="29" cy="16"/>
              </a:xfrm>
              <a:custGeom>
                <a:avLst/>
                <a:gdLst>
                  <a:gd name="T0" fmla="*/ 0 w 18"/>
                  <a:gd name="T1" fmla="*/ 0 h 10"/>
                  <a:gd name="T2" fmla="*/ 34 w 18"/>
                  <a:gd name="T3" fmla="*/ 42 h 10"/>
                  <a:gd name="T4" fmla="*/ 76 w 18"/>
                  <a:gd name="T5" fmla="*/ 0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10">
                    <a:moveTo>
                      <a:pt x="0" y="0"/>
                    </a:moveTo>
                    <a:cubicBezTo>
                      <a:pt x="3" y="6"/>
                      <a:pt x="5" y="10"/>
                      <a:pt x="8" y="10"/>
                    </a:cubicBezTo>
                    <a:cubicBezTo>
                      <a:pt x="10" y="10"/>
                      <a:pt x="14" y="6"/>
                      <a:pt x="18" y="0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384" name="Freeform 501">
                <a:extLst>
                  <a:ext uri="{FF2B5EF4-FFF2-40B4-BE49-F238E27FC236}">
                    <a16:creationId xmlns:a16="http://schemas.microsoft.com/office/drawing/2014/main" id="{DA45C05D-C812-498F-ABBE-4ADC39D6D5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5" y="3962"/>
                <a:ext cx="19" cy="65"/>
              </a:xfrm>
              <a:custGeom>
                <a:avLst/>
                <a:gdLst>
                  <a:gd name="T0" fmla="*/ 43 w 12"/>
                  <a:gd name="T1" fmla="*/ 0 h 40"/>
                  <a:gd name="T2" fmla="*/ 27 w 12"/>
                  <a:gd name="T3" fmla="*/ 55 h 40"/>
                  <a:gd name="T4" fmla="*/ 8 w 12"/>
                  <a:gd name="T5" fmla="*/ 172 h 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40">
                    <a:moveTo>
                      <a:pt x="11" y="0"/>
                    </a:moveTo>
                    <a:cubicBezTo>
                      <a:pt x="12" y="4"/>
                      <a:pt x="10" y="9"/>
                      <a:pt x="7" y="13"/>
                    </a:cubicBezTo>
                    <a:cubicBezTo>
                      <a:pt x="3" y="17"/>
                      <a:pt x="0" y="38"/>
                      <a:pt x="2" y="40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385" name="Freeform 502">
                <a:extLst>
                  <a:ext uri="{FF2B5EF4-FFF2-40B4-BE49-F238E27FC236}">
                    <a16:creationId xmlns:a16="http://schemas.microsoft.com/office/drawing/2014/main" id="{DCCAD7CC-1364-4808-BC5E-8148FB7076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4" y="3965"/>
                <a:ext cx="33" cy="62"/>
              </a:xfrm>
              <a:custGeom>
                <a:avLst/>
                <a:gdLst>
                  <a:gd name="T0" fmla="*/ 89 w 20"/>
                  <a:gd name="T1" fmla="*/ 0 h 38"/>
                  <a:gd name="T2" fmla="*/ 33 w 20"/>
                  <a:gd name="T3" fmla="*/ 62 h 38"/>
                  <a:gd name="T4" fmla="*/ 8 w 20"/>
                  <a:gd name="T5" fmla="*/ 165 h 3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38">
                    <a:moveTo>
                      <a:pt x="20" y="0"/>
                    </a:moveTo>
                    <a:cubicBezTo>
                      <a:pt x="16" y="7"/>
                      <a:pt x="9" y="12"/>
                      <a:pt x="7" y="14"/>
                    </a:cubicBezTo>
                    <a:cubicBezTo>
                      <a:pt x="0" y="22"/>
                      <a:pt x="6" y="23"/>
                      <a:pt x="2" y="38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386" name="Freeform 503">
                <a:extLst>
                  <a:ext uri="{FF2B5EF4-FFF2-40B4-BE49-F238E27FC236}">
                    <a16:creationId xmlns:a16="http://schemas.microsoft.com/office/drawing/2014/main" id="{E50F56A3-5475-4557-A1DC-1D7D04FE7F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1" y="3962"/>
                <a:ext cx="38" cy="61"/>
              </a:xfrm>
              <a:custGeom>
                <a:avLst/>
                <a:gdLst>
                  <a:gd name="T0" fmla="*/ 104 w 23"/>
                  <a:gd name="T1" fmla="*/ 0 h 38"/>
                  <a:gd name="T2" fmla="*/ 41 w 23"/>
                  <a:gd name="T3" fmla="*/ 67 h 38"/>
                  <a:gd name="T4" fmla="*/ 0 w 23"/>
                  <a:gd name="T5" fmla="*/ 157 h 3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38">
                    <a:moveTo>
                      <a:pt x="23" y="0"/>
                    </a:moveTo>
                    <a:cubicBezTo>
                      <a:pt x="19" y="5"/>
                      <a:pt x="14" y="11"/>
                      <a:pt x="9" y="16"/>
                    </a:cubicBezTo>
                    <a:cubicBezTo>
                      <a:pt x="5" y="20"/>
                      <a:pt x="6" y="27"/>
                      <a:pt x="0" y="38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387" name="Freeform 504">
                <a:extLst>
                  <a:ext uri="{FF2B5EF4-FFF2-40B4-BE49-F238E27FC236}">
                    <a16:creationId xmlns:a16="http://schemas.microsoft.com/office/drawing/2014/main" id="{1CAC5F4A-FDC6-4794-A078-854CEE73DA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5" y="3953"/>
                <a:ext cx="28" cy="46"/>
              </a:xfrm>
              <a:custGeom>
                <a:avLst/>
                <a:gdLst>
                  <a:gd name="T0" fmla="*/ 76 w 17"/>
                  <a:gd name="T1" fmla="*/ 0 h 28"/>
                  <a:gd name="T2" fmla="*/ 33 w 17"/>
                  <a:gd name="T3" fmla="*/ 49 h 28"/>
                  <a:gd name="T4" fmla="*/ 0 w 17"/>
                  <a:gd name="T5" fmla="*/ 125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28">
                    <a:moveTo>
                      <a:pt x="17" y="0"/>
                    </a:moveTo>
                    <a:cubicBezTo>
                      <a:pt x="14" y="4"/>
                      <a:pt x="10" y="8"/>
                      <a:pt x="7" y="11"/>
                    </a:cubicBezTo>
                    <a:cubicBezTo>
                      <a:pt x="4" y="15"/>
                      <a:pt x="6" y="20"/>
                      <a:pt x="0" y="28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388" name="Freeform 505">
                <a:extLst>
                  <a:ext uri="{FF2B5EF4-FFF2-40B4-BE49-F238E27FC236}">
                    <a16:creationId xmlns:a16="http://schemas.microsoft.com/office/drawing/2014/main" id="{D9FE78EA-0302-4FC6-96D9-6AB8863E8C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5" y="3994"/>
                <a:ext cx="40" cy="26"/>
              </a:xfrm>
              <a:custGeom>
                <a:avLst/>
                <a:gdLst>
                  <a:gd name="T0" fmla="*/ 0 w 25"/>
                  <a:gd name="T1" fmla="*/ 42 h 16"/>
                  <a:gd name="T2" fmla="*/ 77 w 25"/>
                  <a:gd name="T3" fmla="*/ 68 h 16"/>
                  <a:gd name="T4" fmla="*/ 48 w 25"/>
                  <a:gd name="T5" fmla="*/ 5 h 16"/>
                  <a:gd name="T6" fmla="*/ 0 w 25"/>
                  <a:gd name="T7" fmla="*/ 42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" h="16">
                    <a:moveTo>
                      <a:pt x="0" y="10"/>
                    </a:moveTo>
                    <a:cubicBezTo>
                      <a:pt x="8" y="8"/>
                      <a:pt x="17" y="14"/>
                      <a:pt x="19" y="16"/>
                    </a:cubicBezTo>
                    <a:cubicBezTo>
                      <a:pt x="25" y="7"/>
                      <a:pt x="17" y="0"/>
                      <a:pt x="12" y="1"/>
                    </a:cubicBezTo>
                    <a:cubicBezTo>
                      <a:pt x="2" y="1"/>
                      <a:pt x="0" y="7"/>
                      <a:pt x="0" y="10"/>
                    </a:cubicBezTo>
                    <a:close/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389" name="Freeform 506">
                <a:extLst>
                  <a:ext uri="{FF2B5EF4-FFF2-40B4-BE49-F238E27FC236}">
                    <a16:creationId xmlns:a16="http://schemas.microsoft.com/office/drawing/2014/main" id="{9B4EB4BB-CD52-4ADE-8516-E64E0AEC85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5" y="4004"/>
                <a:ext cx="18" cy="18"/>
              </a:xfrm>
              <a:custGeom>
                <a:avLst/>
                <a:gdLst>
                  <a:gd name="T0" fmla="*/ 0 w 11"/>
                  <a:gd name="T1" fmla="*/ 47 h 11"/>
                  <a:gd name="T2" fmla="*/ 47 w 11"/>
                  <a:gd name="T3" fmla="*/ 43 h 11"/>
                  <a:gd name="T4" fmla="*/ 0 w 11"/>
                  <a:gd name="T5" fmla="*/ 47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1">
                    <a:moveTo>
                      <a:pt x="0" y="11"/>
                    </a:moveTo>
                    <a:cubicBezTo>
                      <a:pt x="2" y="11"/>
                      <a:pt x="9" y="9"/>
                      <a:pt x="11" y="10"/>
                    </a:cubicBezTo>
                    <a:cubicBezTo>
                      <a:pt x="10" y="2"/>
                      <a:pt x="0" y="0"/>
                      <a:pt x="0" y="11"/>
                    </a:cubicBezTo>
                    <a:close/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390" name="Freeform 507">
                <a:extLst>
                  <a:ext uri="{FF2B5EF4-FFF2-40B4-BE49-F238E27FC236}">
                    <a16:creationId xmlns:a16="http://schemas.microsoft.com/office/drawing/2014/main" id="{1037E546-B8A6-40CA-A9E0-AA9B62C731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" y="4009"/>
                <a:ext cx="17" cy="14"/>
              </a:xfrm>
              <a:custGeom>
                <a:avLst/>
                <a:gdLst>
                  <a:gd name="T0" fmla="*/ 0 w 10"/>
                  <a:gd name="T1" fmla="*/ 26 h 9"/>
                  <a:gd name="T2" fmla="*/ 49 w 10"/>
                  <a:gd name="T3" fmla="*/ 26 h 9"/>
                  <a:gd name="T4" fmla="*/ 0 w 10"/>
                  <a:gd name="T5" fmla="*/ 26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9">
                    <a:moveTo>
                      <a:pt x="0" y="7"/>
                    </a:moveTo>
                    <a:cubicBezTo>
                      <a:pt x="2" y="9"/>
                      <a:pt x="8" y="9"/>
                      <a:pt x="10" y="7"/>
                    </a:cubicBezTo>
                    <a:cubicBezTo>
                      <a:pt x="9" y="0"/>
                      <a:pt x="0" y="3"/>
                      <a:pt x="0" y="7"/>
                    </a:cubicBezTo>
                    <a:close/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391" name="Freeform 508">
                <a:extLst>
                  <a:ext uri="{FF2B5EF4-FFF2-40B4-BE49-F238E27FC236}">
                    <a16:creationId xmlns:a16="http://schemas.microsoft.com/office/drawing/2014/main" id="{D002BFB5-2ADD-4E55-B25D-89E6FA3C46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8" y="3994"/>
                <a:ext cx="13" cy="13"/>
              </a:xfrm>
              <a:custGeom>
                <a:avLst/>
                <a:gdLst>
                  <a:gd name="T0" fmla="*/ 0 w 8"/>
                  <a:gd name="T1" fmla="*/ 21 h 8"/>
                  <a:gd name="T2" fmla="*/ 29 w 8"/>
                  <a:gd name="T3" fmla="*/ 29 h 8"/>
                  <a:gd name="T4" fmla="*/ 0 w 8"/>
                  <a:gd name="T5" fmla="*/ 21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8">
                    <a:moveTo>
                      <a:pt x="0" y="5"/>
                    </a:moveTo>
                    <a:cubicBezTo>
                      <a:pt x="1" y="7"/>
                      <a:pt x="4" y="8"/>
                      <a:pt x="7" y="7"/>
                    </a:cubicBezTo>
                    <a:cubicBezTo>
                      <a:pt x="8" y="0"/>
                      <a:pt x="1" y="1"/>
                      <a:pt x="0" y="5"/>
                    </a:cubicBezTo>
                    <a:close/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392" name="Freeform 509">
                <a:extLst>
                  <a:ext uri="{FF2B5EF4-FFF2-40B4-BE49-F238E27FC236}">
                    <a16:creationId xmlns:a16="http://schemas.microsoft.com/office/drawing/2014/main" id="{A9DDFA80-8491-4E97-B062-E0B34DC431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0" y="1642"/>
                <a:ext cx="64" cy="70"/>
              </a:xfrm>
              <a:custGeom>
                <a:avLst/>
                <a:gdLst>
                  <a:gd name="T0" fmla="*/ 5 w 39"/>
                  <a:gd name="T1" fmla="*/ 98 h 43"/>
                  <a:gd name="T2" fmla="*/ 80 w 39"/>
                  <a:gd name="T3" fmla="*/ 5 h 43"/>
                  <a:gd name="T4" fmla="*/ 172 w 39"/>
                  <a:gd name="T5" fmla="*/ 88 h 43"/>
                  <a:gd name="T6" fmla="*/ 92 w 39"/>
                  <a:gd name="T7" fmla="*/ 181 h 43"/>
                  <a:gd name="T8" fmla="*/ 5 w 39"/>
                  <a:gd name="T9" fmla="*/ 98 h 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9" h="43">
                    <a:moveTo>
                      <a:pt x="1" y="23"/>
                    </a:moveTo>
                    <a:cubicBezTo>
                      <a:pt x="0" y="12"/>
                      <a:pt x="8" y="2"/>
                      <a:pt x="18" y="1"/>
                    </a:cubicBezTo>
                    <a:cubicBezTo>
                      <a:pt x="29" y="0"/>
                      <a:pt x="38" y="9"/>
                      <a:pt x="39" y="20"/>
                    </a:cubicBezTo>
                    <a:cubicBezTo>
                      <a:pt x="39" y="32"/>
                      <a:pt x="32" y="42"/>
                      <a:pt x="21" y="42"/>
                    </a:cubicBezTo>
                    <a:cubicBezTo>
                      <a:pt x="10" y="43"/>
                      <a:pt x="1" y="35"/>
                      <a:pt x="1" y="23"/>
                    </a:cubicBezTo>
                  </a:path>
                </a:pathLst>
              </a:custGeom>
              <a:solidFill>
                <a:srgbClr val="7133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393" name="Freeform 510">
                <a:extLst>
                  <a:ext uri="{FF2B5EF4-FFF2-40B4-BE49-F238E27FC236}">
                    <a16:creationId xmlns:a16="http://schemas.microsoft.com/office/drawing/2014/main" id="{5F15A63B-4022-4303-8840-4F0A79F42B1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738" y="1663"/>
                <a:ext cx="28" cy="30"/>
              </a:xfrm>
              <a:custGeom>
                <a:avLst/>
                <a:gdLst>
                  <a:gd name="T0" fmla="*/ 71 w 17"/>
                  <a:gd name="T1" fmla="*/ 33 h 18"/>
                  <a:gd name="T2" fmla="*/ 68 w 17"/>
                  <a:gd name="T3" fmla="*/ 50 h 18"/>
                  <a:gd name="T4" fmla="*/ 54 w 17"/>
                  <a:gd name="T5" fmla="*/ 62 h 18"/>
                  <a:gd name="T6" fmla="*/ 41 w 17"/>
                  <a:gd name="T7" fmla="*/ 70 h 18"/>
                  <a:gd name="T8" fmla="*/ 21 w 17"/>
                  <a:gd name="T9" fmla="*/ 62 h 18"/>
                  <a:gd name="T10" fmla="*/ 13 w 17"/>
                  <a:gd name="T11" fmla="*/ 42 h 18"/>
                  <a:gd name="T12" fmla="*/ 13 w 17"/>
                  <a:gd name="T13" fmla="*/ 42 h 18"/>
                  <a:gd name="T14" fmla="*/ 13 w 17"/>
                  <a:gd name="T15" fmla="*/ 42 h 18"/>
                  <a:gd name="T16" fmla="*/ 20 w 17"/>
                  <a:gd name="T17" fmla="*/ 28 h 18"/>
                  <a:gd name="T18" fmla="*/ 13 w 17"/>
                  <a:gd name="T19" fmla="*/ 28 h 18"/>
                  <a:gd name="T20" fmla="*/ 8 w 17"/>
                  <a:gd name="T21" fmla="*/ 20 h 18"/>
                  <a:gd name="T22" fmla="*/ 0 w 17"/>
                  <a:gd name="T23" fmla="*/ 42 h 18"/>
                  <a:gd name="T24" fmla="*/ 13 w 17"/>
                  <a:gd name="T25" fmla="*/ 75 h 18"/>
                  <a:gd name="T26" fmla="*/ 41 w 17"/>
                  <a:gd name="T27" fmla="*/ 83 h 18"/>
                  <a:gd name="T28" fmla="*/ 68 w 17"/>
                  <a:gd name="T29" fmla="*/ 70 h 18"/>
                  <a:gd name="T30" fmla="*/ 76 w 17"/>
                  <a:gd name="T31" fmla="*/ 37 h 18"/>
                  <a:gd name="T32" fmla="*/ 71 w 17"/>
                  <a:gd name="T33" fmla="*/ 33 h 18"/>
                  <a:gd name="T34" fmla="*/ 35 w 17"/>
                  <a:gd name="T35" fmla="*/ 13 h 18"/>
                  <a:gd name="T36" fmla="*/ 35 w 17"/>
                  <a:gd name="T37" fmla="*/ 13 h 18"/>
                  <a:gd name="T38" fmla="*/ 41 w 17"/>
                  <a:gd name="T39" fmla="*/ 13 h 18"/>
                  <a:gd name="T40" fmla="*/ 41 w 17"/>
                  <a:gd name="T41" fmla="*/ 5 h 18"/>
                  <a:gd name="T42" fmla="*/ 41 w 17"/>
                  <a:gd name="T43" fmla="*/ 0 h 18"/>
                  <a:gd name="T44" fmla="*/ 35 w 17"/>
                  <a:gd name="T45" fmla="*/ 0 h 18"/>
                  <a:gd name="T46" fmla="*/ 33 w 17"/>
                  <a:gd name="T47" fmla="*/ 0 h 18"/>
                  <a:gd name="T48" fmla="*/ 33 w 17"/>
                  <a:gd name="T49" fmla="*/ 8 h 18"/>
                  <a:gd name="T50" fmla="*/ 35 w 17"/>
                  <a:gd name="T51" fmla="*/ 13 h 18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17" h="18">
                    <a:moveTo>
                      <a:pt x="16" y="7"/>
                    </a:moveTo>
                    <a:cubicBezTo>
                      <a:pt x="16" y="8"/>
                      <a:pt x="15" y="9"/>
                      <a:pt x="15" y="11"/>
                    </a:cubicBezTo>
                    <a:cubicBezTo>
                      <a:pt x="14" y="12"/>
                      <a:pt x="13" y="13"/>
                      <a:pt x="12" y="13"/>
                    </a:cubicBezTo>
                    <a:cubicBezTo>
                      <a:pt x="9" y="15"/>
                      <a:pt x="9" y="15"/>
                      <a:pt x="9" y="15"/>
                    </a:cubicBezTo>
                    <a:cubicBezTo>
                      <a:pt x="9" y="15"/>
                      <a:pt x="5" y="13"/>
                      <a:pt x="5" y="13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8"/>
                      <a:pt x="3" y="7"/>
                      <a:pt x="4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3" y="16"/>
                      <a:pt x="3" y="16"/>
                      <a:pt x="3" y="16"/>
                    </a:cubicBezTo>
                    <a:cubicBezTo>
                      <a:pt x="9" y="18"/>
                      <a:pt x="9" y="18"/>
                      <a:pt x="9" y="18"/>
                    </a:cubicBezTo>
                    <a:cubicBezTo>
                      <a:pt x="15" y="15"/>
                      <a:pt x="15" y="15"/>
                      <a:pt x="15" y="15"/>
                    </a:cubicBezTo>
                    <a:cubicBezTo>
                      <a:pt x="17" y="8"/>
                      <a:pt x="17" y="8"/>
                      <a:pt x="17" y="8"/>
                    </a:cubicBezTo>
                    <a:lnTo>
                      <a:pt x="16" y="7"/>
                    </a:lnTo>
                    <a:close/>
                    <a:moveTo>
                      <a:pt x="8" y="3"/>
                    </a:moveTo>
                    <a:cubicBezTo>
                      <a:pt x="8" y="3"/>
                      <a:pt x="8" y="3"/>
                      <a:pt x="8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2"/>
                      <a:pt x="9" y="2"/>
                      <a:pt x="9" y="1"/>
                    </a:cubicBezTo>
                    <a:cubicBezTo>
                      <a:pt x="9" y="1"/>
                      <a:pt x="9" y="0"/>
                      <a:pt x="9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7" y="1"/>
                      <a:pt x="7" y="2"/>
                      <a:pt x="7" y="2"/>
                    </a:cubicBezTo>
                    <a:cubicBezTo>
                      <a:pt x="8" y="2"/>
                      <a:pt x="8" y="3"/>
                      <a:pt x="8" y="3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394" name="Freeform 511">
                <a:extLst>
                  <a:ext uri="{FF2B5EF4-FFF2-40B4-BE49-F238E27FC236}">
                    <a16:creationId xmlns:a16="http://schemas.microsoft.com/office/drawing/2014/main" id="{ABA992DD-2490-4C62-BBD1-FBB242B90FE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719" y="1642"/>
                <a:ext cx="67" cy="73"/>
              </a:xfrm>
              <a:custGeom>
                <a:avLst/>
                <a:gdLst>
                  <a:gd name="T0" fmla="*/ 0 w 41"/>
                  <a:gd name="T1" fmla="*/ 109 h 45"/>
                  <a:gd name="T2" fmla="*/ 8 w 41"/>
                  <a:gd name="T3" fmla="*/ 128 h 45"/>
                  <a:gd name="T4" fmla="*/ 18 w 41"/>
                  <a:gd name="T5" fmla="*/ 123 h 45"/>
                  <a:gd name="T6" fmla="*/ 13 w 41"/>
                  <a:gd name="T7" fmla="*/ 102 h 45"/>
                  <a:gd name="T8" fmla="*/ 0 w 41"/>
                  <a:gd name="T9" fmla="*/ 109 h 45"/>
                  <a:gd name="T10" fmla="*/ 88 w 41"/>
                  <a:gd name="T11" fmla="*/ 13 h 45"/>
                  <a:gd name="T12" fmla="*/ 83 w 41"/>
                  <a:gd name="T13" fmla="*/ 5 h 45"/>
                  <a:gd name="T14" fmla="*/ 83 w 41"/>
                  <a:gd name="T15" fmla="*/ 5 h 45"/>
                  <a:gd name="T16" fmla="*/ 77 w 41"/>
                  <a:gd name="T17" fmla="*/ 13 h 45"/>
                  <a:gd name="T18" fmla="*/ 83 w 41"/>
                  <a:gd name="T19" fmla="*/ 13 h 45"/>
                  <a:gd name="T20" fmla="*/ 88 w 41"/>
                  <a:gd name="T21" fmla="*/ 13 h 45"/>
                  <a:gd name="T22" fmla="*/ 165 w 41"/>
                  <a:gd name="T23" fmla="*/ 89 h 45"/>
                  <a:gd name="T24" fmla="*/ 178 w 41"/>
                  <a:gd name="T25" fmla="*/ 81 h 45"/>
                  <a:gd name="T26" fmla="*/ 165 w 41"/>
                  <a:gd name="T27" fmla="*/ 42 h 45"/>
                  <a:gd name="T28" fmla="*/ 160 w 41"/>
                  <a:gd name="T29" fmla="*/ 42 h 45"/>
                  <a:gd name="T30" fmla="*/ 152 w 41"/>
                  <a:gd name="T31" fmla="*/ 47 h 45"/>
                  <a:gd name="T32" fmla="*/ 165 w 41"/>
                  <a:gd name="T33" fmla="*/ 84 h 45"/>
                  <a:gd name="T34" fmla="*/ 165 w 41"/>
                  <a:gd name="T35" fmla="*/ 89 h 45"/>
                  <a:gd name="T36" fmla="*/ 150 w 41"/>
                  <a:gd name="T37" fmla="*/ 144 h 45"/>
                  <a:gd name="T38" fmla="*/ 96 w 41"/>
                  <a:gd name="T39" fmla="*/ 177 h 45"/>
                  <a:gd name="T40" fmla="*/ 29 w 41"/>
                  <a:gd name="T41" fmla="*/ 144 h 45"/>
                  <a:gd name="T42" fmla="*/ 18 w 41"/>
                  <a:gd name="T43" fmla="*/ 149 h 45"/>
                  <a:gd name="T44" fmla="*/ 96 w 41"/>
                  <a:gd name="T45" fmla="*/ 187 h 45"/>
                  <a:gd name="T46" fmla="*/ 157 w 41"/>
                  <a:gd name="T47" fmla="*/ 152 h 45"/>
                  <a:gd name="T48" fmla="*/ 173 w 41"/>
                  <a:gd name="T49" fmla="*/ 115 h 45"/>
                  <a:gd name="T50" fmla="*/ 160 w 41"/>
                  <a:gd name="T51" fmla="*/ 123 h 45"/>
                  <a:gd name="T52" fmla="*/ 150 w 41"/>
                  <a:gd name="T53" fmla="*/ 144 h 45"/>
                  <a:gd name="T54" fmla="*/ 29 w 41"/>
                  <a:gd name="T55" fmla="*/ 39 h 45"/>
                  <a:gd name="T56" fmla="*/ 21 w 41"/>
                  <a:gd name="T57" fmla="*/ 29 h 45"/>
                  <a:gd name="T58" fmla="*/ 8 w 41"/>
                  <a:gd name="T59" fmla="*/ 50 h 45"/>
                  <a:gd name="T60" fmla="*/ 21 w 41"/>
                  <a:gd name="T61" fmla="*/ 60 h 45"/>
                  <a:gd name="T62" fmla="*/ 29 w 41"/>
                  <a:gd name="T63" fmla="*/ 39 h 45"/>
                  <a:gd name="T64" fmla="*/ 0 w 41"/>
                  <a:gd name="T65" fmla="*/ 76 h 45"/>
                  <a:gd name="T66" fmla="*/ 0 w 41"/>
                  <a:gd name="T67" fmla="*/ 76 h 45"/>
                  <a:gd name="T68" fmla="*/ 5 w 41"/>
                  <a:gd name="T69" fmla="*/ 76 h 45"/>
                  <a:gd name="T70" fmla="*/ 0 w 41"/>
                  <a:gd name="T71" fmla="*/ 76 h 45"/>
                  <a:gd name="T72" fmla="*/ 136 w 41"/>
                  <a:gd name="T73" fmla="*/ 26 h 45"/>
                  <a:gd name="T74" fmla="*/ 150 w 41"/>
                  <a:gd name="T75" fmla="*/ 21 h 45"/>
                  <a:gd name="T76" fmla="*/ 109 w 41"/>
                  <a:gd name="T77" fmla="*/ 0 h 45"/>
                  <a:gd name="T78" fmla="*/ 113 w 41"/>
                  <a:gd name="T79" fmla="*/ 13 h 45"/>
                  <a:gd name="T80" fmla="*/ 136 w 41"/>
                  <a:gd name="T81" fmla="*/ 26 h 45"/>
                  <a:gd name="T82" fmla="*/ 54 w 41"/>
                  <a:gd name="T83" fmla="*/ 21 h 45"/>
                  <a:gd name="T84" fmla="*/ 56 w 41"/>
                  <a:gd name="T85" fmla="*/ 5 h 45"/>
                  <a:gd name="T86" fmla="*/ 42 w 41"/>
                  <a:gd name="T87" fmla="*/ 13 h 45"/>
                  <a:gd name="T88" fmla="*/ 54 w 41"/>
                  <a:gd name="T89" fmla="*/ 21 h 45"/>
                  <a:gd name="T90" fmla="*/ 54 w 41"/>
                  <a:gd name="T91" fmla="*/ 21 h 45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41" h="45">
                    <a:moveTo>
                      <a:pt x="0" y="25"/>
                    </a:moveTo>
                    <a:cubicBezTo>
                      <a:pt x="1" y="27"/>
                      <a:pt x="1" y="28"/>
                      <a:pt x="2" y="30"/>
                    </a:cubicBezTo>
                    <a:cubicBezTo>
                      <a:pt x="2" y="29"/>
                      <a:pt x="3" y="29"/>
                      <a:pt x="4" y="29"/>
                    </a:cubicBezTo>
                    <a:cubicBezTo>
                      <a:pt x="4" y="27"/>
                      <a:pt x="3" y="26"/>
                      <a:pt x="3" y="24"/>
                    </a:cubicBezTo>
                    <a:cubicBezTo>
                      <a:pt x="2" y="24"/>
                      <a:pt x="1" y="25"/>
                      <a:pt x="0" y="25"/>
                    </a:cubicBezTo>
                    <a:moveTo>
                      <a:pt x="20" y="3"/>
                    </a:moveTo>
                    <a:cubicBezTo>
                      <a:pt x="19" y="2"/>
                      <a:pt x="19" y="1"/>
                      <a:pt x="19" y="1"/>
                    </a:cubicBezTo>
                    <a:cubicBezTo>
                      <a:pt x="19" y="1"/>
                      <a:pt x="19" y="1"/>
                      <a:pt x="19" y="1"/>
                    </a:cubicBezTo>
                    <a:cubicBezTo>
                      <a:pt x="19" y="2"/>
                      <a:pt x="19" y="2"/>
                      <a:pt x="18" y="3"/>
                    </a:cubicBezTo>
                    <a:cubicBezTo>
                      <a:pt x="19" y="3"/>
                      <a:pt x="19" y="3"/>
                      <a:pt x="19" y="3"/>
                    </a:cubicBezTo>
                    <a:cubicBezTo>
                      <a:pt x="19" y="3"/>
                      <a:pt x="19" y="3"/>
                      <a:pt x="20" y="3"/>
                    </a:cubicBezTo>
                    <a:moveTo>
                      <a:pt x="38" y="21"/>
                    </a:moveTo>
                    <a:cubicBezTo>
                      <a:pt x="39" y="21"/>
                      <a:pt x="40" y="20"/>
                      <a:pt x="41" y="19"/>
                    </a:cubicBezTo>
                    <a:cubicBezTo>
                      <a:pt x="40" y="16"/>
                      <a:pt x="40" y="13"/>
                      <a:pt x="38" y="10"/>
                    </a:cubicBezTo>
                    <a:cubicBezTo>
                      <a:pt x="38" y="10"/>
                      <a:pt x="37" y="10"/>
                      <a:pt x="37" y="10"/>
                    </a:cubicBezTo>
                    <a:cubicBezTo>
                      <a:pt x="37" y="10"/>
                      <a:pt x="36" y="11"/>
                      <a:pt x="35" y="11"/>
                    </a:cubicBezTo>
                    <a:cubicBezTo>
                      <a:pt x="37" y="14"/>
                      <a:pt x="38" y="17"/>
                      <a:pt x="38" y="20"/>
                    </a:cubicBezTo>
                    <a:cubicBezTo>
                      <a:pt x="38" y="21"/>
                      <a:pt x="38" y="21"/>
                      <a:pt x="38" y="21"/>
                    </a:cubicBezTo>
                    <a:moveTo>
                      <a:pt x="34" y="34"/>
                    </a:moveTo>
                    <a:cubicBezTo>
                      <a:pt x="31" y="38"/>
                      <a:pt x="27" y="41"/>
                      <a:pt x="22" y="41"/>
                    </a:cubicBezTo>
                    <a:cubicBezTo>
                      <a:pt x="16" y="41"/>
                      <a:pt x="11" y="39"/>
                      <a:pt x="7" y="34"/>
                    </a:cubicBezTo>
                    <a:cubicBezTo>
                      <a:pt x="6" y="35"/>
                      <a:pt x="5" y="35"/>
                      <a:pt x="4" y="35"/>
                    </a:cubicBezTo>
                    <a:cubicBezTo>
                      <a:pt x="8" y="41"/>
                      <a:pt x="15" y="45"/>
                      <a:pt x="22" y="44"/>
                    </a:cubicBezTo>
                    <a:cubicBezTo>
                      <a:pt x="28" y="44"/>
                      <a:pt x="33" y="41"/>
                      <a:pt x="36" y="36"/>
                    </a:cubicBezTo>
                    <a:cubicBezTo>
                      <a:pt x="38" y="34"/>
                      <a:pt x="40" y="31"/>
                      <a:pt x="40" y="27"/>
                    </a:cubicBezTo>
                    <a:cubicBezTo>
                      <a:pt x="39" y="28"/>
                      <a:pt x="38" y="28"/>
                      <a:pt x="37" y="29"/>
                    </a:cubicBezTo>
                    <a:cubicBezTo>
                      <a:pt x="36" y="31"/>
                      <a:pt x="35" y="33"/>
                      <a:pt x="34" y="34"/>
                    </a:cubicBezTo>
                    <a:moveTo>
                      <a:pt x="7" y="9"/>
                    </a:moveTo>
                    <a:cubicBezTo>
                      <a:pt x="7" y="8"/>
                      <a:pt x="6" y="7"/>
                      <a:pt x="5" y="7"/>
                    </a:cubicBezTo>
                    <a:cubicBezTo>
                      <a:pt x="4" y="8"/>
                      <a:pt x="3" y="10"/>
                      <a:pt x="2" y="12"/>
                    </a:cubicBezTo>
                    <a:cubicBezTo>
                      <a:pt x="3" y="12"/>
                      <a:pt x="4" y="13"/>
                      <a:pt x="5" y="14"/>
                    </a:cubicBezTo>
                    <a:cubicBezTo>
                      <a:pt x="5" y="12"/>
                      <a:pt x="6" y="10"/>
                      <a:pt x="7" y="9"/>
                    </a:cubicBezTo>
                    <a:moveTo>
                      <a:pt x="0" y="18"/>
                    </a:moveTo>
                    <a:cubicBezTo>
                      <a:pt x="0" y="18"/>
                      <a:pt x="0" y="18"/>
                      <a:pt x="0" y="18"/>
                    </a:cubicBezTo>
                    <a:cubicBezTo>
                      <a:pt x="0" y="18"/>
                      <a:pt x="1" y="18"/>
                      <a:pt x="1" y="18"/>
                    </a:cubicBezTo>
                    <a:cubicBezTo>
                      <a:pt x="1" y="18"/>
                      <a:pt x="0" y="18"/>
                      <a:pt x="0" y="18"/>
                    </a:cubicBezTo>
                    <a:moveTo>
                      <a:pt x="31" y="6"/>
                    </a:moveTo>
                    <a:cubicBezTo>
                      <a:pt x="32" y="6"/>
                      <a:pt x="33" y="5"/>
                      <a:pt x="34" y="5"/>
                    </a:cubicBezTo>
                    <a:cubicBezTo>
                      <a:pt x="31" y="2"/>
                      <a:pt x="28" y="1"/>
                      <a:pt x="25" y="0"/>
                    </a:cubicBezTo>
                    <a:cubicBezTo>
                      <a:pt x="26" y="1"/>
                      <a:pt x="26" y="2"/>
                      <a:pt x="26" y="3"/>
                    </a:cubicBezTo>
                    <a:cubicBezTo>
                      <a:pt x="28" y="4"/>
                      <a:pt x="30" y="5"/>
                      <a:pt x="31" y="6"/>
                    </a:cubicBezTo>
                    <a:moveTo>
                      <a:pt x="12" y="5"/>
                    </a:moveTo>
                    <a:cubicBezTo>
                      <a:pt x="12" y="4"/>
                      <a:pt x="12" y="2"/>
                      <a:pt x="13" y="1"/>
                    </a:cubicBezTo>
                    <a:cubicBezTo>
                      <a:pt x="12" y="2"/>
                      <a:pt x="11" y="2"/>
                      <a:pt x="10" y="3"/>
                    </a:cubicBezTo>
                    <a:cubicBezTo>
                      <a:pt x="10" y="4"/>
                      <a:pt x="11" y="4"/>
                      <a:pt x="12" y="5"/>
                    </a:cubicBezTo>
                    <a:cubicBezTo>
                      <a:pt x="12" y="5"/>
                      <a:pt x="12" y="5"/>
                      <a:pt x="12" y="5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395" name="Freeform 512">
                <a:extLst>
                  <a:ext uri="{FF2B5EF4-FFF2-40B4-BE49-F238E27FC236}">
                    <a16:creationId xmlns:a16="http://schemas.microsoft.com/office/drawing/2014/main" id="{BAF8E74C-9843-444C-A080-CEE18FC9B7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5" y="2540"/>
                <a:ext cx="63" cy="46"/>
              </a:xfrm>
              <a:custGeom>
                <a:avLst/>
                <a:gdLst>
                  <a:gd name="T0" fmla="*/ 0 w 38"/>
                  <a:gd name="T1" fmla="*/ 0 h 28"/>
                  <a:gd name="T2" fmla="*/ 63 w 38"/>
                  <a:gd name="T3" fmla="*/ 67 h 28"/>
                  <a:gd name="T4" fmla="*/ 138 w 38"/>
                  <a:gd name="T5" fmla="*/ 105 h 28"/>
                  <a:gd name="T6" fmla="*/ 172 w 38"/>
                  <a:gd name="T7" fmla="*/ 125 h 2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8" h="28">
                    <a:moveTo>
                      <a:pt x="0" y="0"/>
                    </a:moveTo>
                    <a:cubicBezTo>
                      <a:pt x="3" y="2"/>
                      <a:pt x="9" y="12"/>
                      <a:pt x="14" y="15"/>
                    </a:cubicBezTo>
                    <a:cubicBezTo>
                      <a:pt x="19" y="19"/>
                      <a:pt x="26" y="21"/>
                      <a:pt x="30" y="24"/>
                    </a:cubicBezTo>
                    <a:cubicBezTo>
                      <a:pt x="33" y="25"/>
                      <a:pt x="36" y="26"/>
                      <a:pt x="38" y="28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396" name="Freeform 513">
                <a:extLst>
                  <a:ext uri="{FF2B5EF4-FFF2-40B4-BE49-F238E27FC236}">
                    <a16:creationId xmlns:a16="http://schemas.microsoft.com/office/drawing/2014/main" id="{6ECB29C1-72CC-4D05-A90B-31C6DA110C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7" y="2551"/>
                <a:ext cx="49" cy="48"/>
              </a:xfrm>
              <a:custGeom>
                <a:avLst/>
                <a:gdLst>
                  <a:gd name="T0" fmla="*/ 131 w 30"/>
                  <a:gd name="T1" fmla="*/ 131 h 29"/>
                  <a:gd name="T2" fmla="*/ 47 w 30"/>
                  <a:gd name="T3" fmla="*/ 76 h 29"/>
                  <a:gd name="T4" fmla="*/ 0 w 30"/>
                  <a:gd name="T5" fmla="*/ 0 h 2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0" h="29">
                    <a:moveTo>
                      <a:pt x="30" y="29"/>
                    </a:moveTo>
                    <a:cubicBezTo>
                      <a:pt x="21" y="20"/>
                      <a:pt x="16" y="20"/>
                      <a:pt x="11" y="17"/>
                    </a:cubicBezTo>
                    <a:cubicBezTo>
                      <a:pt x="11" y="15"/>
                      <a:pt x="4" y="5"/>
                      <a:pt x="0" y="0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397" name="Freeform 514">
                <a:extLst>
                  <a:ext uri="{FF2B5EF4-FFF2-40B4-BE49-F238E27FC236}">
                    <a16:creationId xmlns:a16="http://schemas.microsoft.com/office/drawing/2014/main" id="{0E5538B9-8677-4191-A4C2-38D71D0009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" y="2486"/>
                <a:ext cx="65" cy="87"/>
              </a:xfrm>
              <a:custGeom>
                <a:avLst/>
                <a:gdLst>
                  <a:gd name="T0" fmla="*/ 172 w 40"/>
                  <a:gd name="T1" fmla="*/ 230 h 53"/>
                  <a:gd name="T2" fmla="*/ 98 w 40"/>
                  <a:gd name="T3" fmla="*/ 167 h 53"/>
                  <a:gd name="T4" fmla="*/ 81 w 40"/>
                  <a:gd name="T5" fmla="*/ 49 h 53"/>
                  <a:gd name="T6" fmla="*/ 55 w 40"/>
                  <a:gd name="T7" fmla="*/ 0 h 53"/>
                  <a:gd name="T8" fmla="*/ 0 w 40"/>
                  <a:gd name="T9" fmla="*/ 92 h 53"/>
                  <a:gd name="T10" fmla="*/ 18 w 40"/>
                  <a:gd name="T11" fmla="*/ 181 h 5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0" h="53">
                    <a:moveTo>
                      <a:pt x="40" y="52"/>
                    </a:moveTo>
                    <a:cubicBezTo>
                      <a:pt x="30" y="53"/>
                      <a:pt x="24" y="44"/>
                      <a:pt x="23" y="38"/>
                    </a:cubicBezTo>
                    <a:cubicBezTo>
                      <a:pt x="21" y="32"/>
                      <a:pt x="20" y="15"/>
                      <a:pt x="19" y="11"/>
                    </a:cubicBezTo>
                    <a:cubicBezTo>
                      <a:pt x="19" y="6"/>
                      <a:pt x="18" y="0"/>
                      <a:pt x="13" y="0"/>
                    </a:cubicBezTo>
                    <a:cubicBezTo>
                      <a:pt x="6" y="5"/>
                      <a:pt x="0" y="14"/>
                      <a:pt x="0" y="21"/>
                    </a:cubicBezTo>
                    <a:cubicBezTo>
                      <a:pt x="0" y="28"/>
                      <a:pt x="5" y="34"/>
                      <a:pt x="4" y="41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398" name="Freeform 515">
                <a:extLst>
                  <a:ext uri="{FF2B5EF4-FFF2-40B4-BE49-F238E27FC236}">
                    <a16:creationId xmlns:a16="http://schemas.microsoft.com/office/drawing/2014/main" id="{462BF3A2-4B8B-4E04-B295-53438937C3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6" y="2615"/>
                <a:ext cx="22" cy="10"/>
              </a:xfrm>
              <a:custGeom>
                <a:avLst/>
                <a:gdLst>
                  <a:gd name="T0" fmla="*/ 63 w 13"/>
                  <a:gd name="T1" fmla="*/ 28 h 6"/>
                  <a:gd name="T2" fmla="*/ 0 w 13"/>
                  <a:gd name="T3" fmla="*/ 13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6">
                    <a:moveTo>
                      <a:pt x="13" y="6"/>
                    </a:moveTo>
                    <a:cubicBezTo>
                      <a:pt x="9" y="1"/>
                      <a:pt x="2" y="0"/>
                      <a:pt x="0" y="3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399" name="Freeform 516">
                <a:extLst>
                  <a:ext uri="{FF2B5EF4-FFF2-40B4-BE49-F238E27FC236}">
                    <a16:creationId xmlns:a16="http://schemas.microsoft.com/office/drawing/2014/main" id="{7019F197-302E-4F26-B07C-98D2CE892D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7" y="2576"/>
                <a:ext cx="10" cy="11"/>
              </a:xfrm>
              <a:custGeom>
                <a:avLst/>
                <a:gdLst>
                  <a:gd name="T0" fmla="*/ 28 w 6"/>
                  <a:gd name="T1" fmla="*/ 8 h 7"/>
                  <a:gd name="T2" fmla="*/ 0 w 6"/>
                  <a:gd name="T3" fmla="*/ 27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7">
                    <a:moveTo>
                      <a:pt x="6" y="2"/>
                    </a:moveTo>
                    <a:cubicBezTo>
                      <a:pt x="3" y="0"/>
                      <a:pt x="2" y="4"/>
                      <a:pt x="0" y="7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400" name="Freeform 517">
                <a:extLst>
                  <a:ext uri="{FF2B5EF4-FFF2-40B4-BE49-F238E27FC236}">
                    <a16:creationId xmlns:a16="http://schemas.microsoft.com/office/drawing/2014/main" id="{C4533F37-CC29-4F1A-BD7F-A07B2D69F8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9" y="2548"/>
                <a:ext cx="8" cy="3"/>
              </a:xfrm>
              <a:custGeom>
                <a:avLst/>
                <a:gdLst>
                  <a:gd name="T0" fmla="*/ 21 w 5"/>
                  <a:gd name="T1" fmla="*/ 8 h 2"/>
                  <a:gd name="T2" fmla="*/ 0 w 5"/>
                  <a:gd name="T3" fmla="*/ 5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2">
                    <a:moveTo>
                      <a:pt x="5" y="2"/>
                    </a:moveTo>
                    <a:cubicBezTo>
                      <a:pt x="3" y="0"/>
                      <a:pt x="2" y="0"/>
                      <a:pt x="0" y="1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401" name="Freeform 518">
                <a:extLst>
                  <a:ext uri="{FF2B5EF4-FFF2-40B4-BE49-F238E27FC236}">
                    <a16:creationId xmlns:a16="http://schemas.microsoft.com/office/drawing/2014/main" id="{A5355037-6F4E-4ACF-B6D4-D1AB2132B7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5" y="2477"/>
                <a:ext cx="5" cy="16"/>
              </a:xfrm>
              <a:custGeom>
                <a:avLst/>
                <a:gdLst>
                  <a:gd name="T0" fmla="*/ 13 w 3"/>
                  <a:gd name="T1" fmla="*/ 42 h 10"/>
                  <a:gd name="T2" fmla="*/ 0 w 3"/>
                  <a:gd name="T3" fmla="*/ 0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0">
                    <a:moveTo>
                      <a:pt x="3" y="10"/>
                    </a:moveTo>
                    <a:cubicBezTo>
                      <a:pt x="3" y="5"/>
                      <a:pt x="1" y="3"/>
                      <a:pt x="0" y="0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402" name="Freeform 519">
                <a:extLst>
                  <a:ext uri="{FF2B5EF4-FFF2-40B4-BE49-F238E27FC236}">
                    <a16:creationId xmlns:a16="http://schemas.microsoft.com/office/drawing/2014/main" id="{12D0E834-3DDE-4804-B24F-B2DEAD6C76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0" y="2483"/>
                <a:ext cx="12" cy="3"/>
              </a:xfrm>
              <a:custGeom>
                <a:avLst/>
                <a:gdLst>
                  <a:gd name="T0" fmla="*/ 36 w 7"/>
                  <a:gd name="T1" fmla="*/ 8 h 2"/>
                  <a:gd name="T2" fmla="*/ 0 w 7"/>
                  <a:gd name="T3" fmla="*/ 8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2">
                    <a:moveTo>
                      <a:pt x="7" y="2"/>
                    </a:moveTo>
                    <a:cubicBezTo>
                      <a:pt x="4" y="0"/>
                      <a:pt x="2" y="1"/>
                      <a:pt x="0" y="2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403" name="Freeform 520">
                <a:extLst>
                  <a:ext uri="{FF2B5EF4-FFF2-40B4-BE49-F238E27FC236}">
                    <a16:creationId xmlns:a16="http://schemas.microsoft.com/office/drawing/2014/main" id="{D3950631-F271-4E49-A07C-AF07CBC30A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7" y="2508"/>
                <a:ext cx="33" cy="45"/>
              </a:xfrm>
              <a:custGeom>
                <a:avLst/>
                <a:gdLst>
                  <a:gd name="T0" fmla="*/ 89 w 20"/>
                  <a:gd name="T1" fmla="*/ 116 h 28"/>
                  <a:gd name="T2" fmla="*/ 35 w 20"/>
                  <a:gd name="T3" fmla="*/ 88 h 28"/>
                  <a:gd name="T4" fmla="*/ 0 w 20"/>
                  <a:gd name="T5" fmla="*/ 0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28">
                    <a:moveTo>
                      <a:pt x="20" y="28"/>
                    </a:moveTo>
                    <a:cubicBezTo>
                      <a:pt x="17" y="24"/>
                      <a:pt x="11" y="27"/>
                      <a:pt x="8" y="21"/>
                    </a:cubicBezTo>
                    <a:cubicBezTo>
                      <a:pt x="6" y="14"/>
                      <a:pt x="0" y="10"/>
                      <a:pt x="0" y="0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404" name="Freeform 521">
                <a:extLst>
                  <a:ext uri="{FF2B5EF4-FFF2-40B4-BE49-F238E27FC236}">
                    <a16:creationId xmlns:a16="http://schemas.microsoft.com/office/drawing/2014/main" id="{408AD033-172A-4A2C-8179-AC037EF55D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4" y="2496"/>
                <a:ext cx="23" cy="41"/>
              </a:xfrm>
              <a:custGeom>
                <a:avLst/>
                <a:gdLst>
                  <a:gd name="T0" fmla="*/ 62 w 14"/>
                  <a:gd name="T1" fmla="*/ 110 h 25"/>
                  <a:gd name="T2" fmla="*/ 35 w 14"/>
                  <a:gd name="T3" fmla="*/ 97 h 25"/>
                  <a:gd name="T4" fmla="*/ 0 w 14"/>
                  <a:gd name="T5" fmla="*/ 0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25">
                    <a:moveTo>
                      <a:pt x="14" y="25"/>
                    </a:moveTo>
                    <a:cubicBezTo>
                      <a:pt x="12" y="21"/>
                      <a:pt x="11" y="23"/>
                      <a:pt x="8" y="22"/>
                    </a:cubicBezTo>
                    <a:cubicBezTo>
                      <a:pt x="5" y="21"/>
                      <a:pt x="1" y="6"/>
                      <a:pt x="0" y="0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405" name="Freeform 522">
                <a:extLst>
                  <a:ext uri="{FF2B5EF4-FFF2-40B4-BE49-F238E27FC236}">
                    <a16:creationId xmlns:a16="http://schemas.microsoft.com/office/drawing/2014/main" id="{E9F467A4-DCC6-438C-8512-0B7AF5D87E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1" y="2543"/>
                <a:ext cx="18" cy="20"/>
              </a:xfrm>
              <a:custGeom>
                <a:avLst/>
                <a:gdLst>
                  <a:gd name="T0" fmla="*/ 47 w 11"/>
                  <a:gd name="T1" fmla="*/ 8 h 12"/>
                  <a:gd name="T2" fmla="*/ 18 w 11"/>
                  <a:gd name="T3" fmla="*/ 55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12">
                    <a:moveTo>
                      <a:pt x="11" y="2"/>
                    </a:moveTo>
                    <a:cubicBezTo>
                      <a:pt x="0" y="0"/>
                      <a:pt x="4" y="10"/>
                      <a:pt x="4" y="12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406" name="Freeform 523">
                <a:extLst>
                  <a:ext uri="{FF2B5EF4-FFF2-40B4-BE49-F238E27FC236}">
                    <a16:creationId xmlns:a16="http://schemas.microsoft.com/office/drawing/2014/main" id="{661C7912-0B2B-4597-AC51-1906D88879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1" y="2412"/>
                <a:ext cx="154" cy="69"/>
              </a:xfrm>
              <a:custGeom>
                <a:avLst/>
                <a:gdLst>
                  <a:gd name="T0" fmla="*/ 206 w 94"/>
                  <a:gd name="T1" fmla="*/ 170 h 43"/>
                  <a:gd name="T2" fmla="*/ 202 w 94"/>
                  <a:gd name="T3" fmla="*/ 170 h 43"/>
                  <a:gd name="T4" fmla="*/ 0 w 94"/>
                  <a:gd name="T5" fmla="*/ 0 h 43"/>
                  <a:gd name="T6" fmla="*/ 202 w 94"/>
                  <a:gd name="T7" fmla="*/ 178 h 43"/>
                  <a:gd name="T8" fmla="*/ 206 w 94"/>
                  <a:gd name="T9" fmla="*/ 178 h 43"/>
                  <a:gd name="T10" fmla="*/ 413 w 94"/>
                  <a:gd name="T11" fmla="*/ 0 h 43"/>
                  <a:gd name="T12" fmla="*/ 206 w 94"/>
                  <a:gd name="T13" fmla="*/ 170 h 4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4" h="43">
                    <a:moveTo>
                      <a:pt x="47" y="41"/>
                    </a:moveTo>
                    <a:cubicBezTo>
                      <a:pt x="46" y="41"/>
                      <a:pt x="46" y="41"/>
                      <a:pt x="46" y="41"/>
                    </a:cubicBezTo>
                    <a:cubicBezTo>
                      <a:pt x="30" y="41"/>
                      <a:pt x="7" y="18"/>
                      <a:pt x="0" y="0"/>
                    </a:cubicBezTo>
                    <a:cubicBezTo>
                      <a:pt x="7" y="19"/>
                      <a:pt x="30" y="43"/>
                      <a:pt x="46" y="43"/>
                    </a:cubicBezTo>
                    <a:cubicBezTo>
                      <a:pt x="47" y="43"/>
                      <a:pt x="47" y="43"/>
                      <a:pt x="47" y="43"/>
                    </a:cubicBezTo>
                    <a:cubicBezTo>
                      <a:pt x="64" y="43"/>
                      <a:pt x="87" y="19"/>
                      <a:pt x="94" y="0"/>
                    </a:cubicBezTo>
                    <a:cubicBezTo>
                      <a:pt x="87" y="18"/>
                      <a:pt x="63" y="41"/>
                      <a:pt x="47" y="41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407" name="Freeform 524">
                <a:extLst>
                  <a:ext uri="{FF2B5EF4-FFF2-40B4-BE49-F238E27FC236}">
                    <a16:creationId xmlns:a16="http://schemas.microsoft.com/office/drawing/2014/main" id="{7A07B0BB-A4B8-46A4-8FC8-C170C6047B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8" y="3828"/>
                <a:ext cx="7" cy="34"/>
              </a:xfrm>
              <a:custGeom>
                <a:avLst/>
                <a:gdLst>
                  <a:gd name="T0" fmla="*/ 21 w 4"/>
                  <a:gd name="T1" fmla="*/ 0 h 21"/>
                  <a:gd name="T2" fmla="*/ 0 w 4"/>
                  <a:gd name="T3" fmla="*/ 89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1">
                    <a:moveTo>
                      <a:pt x="4" y="0"/>
                    </a:moveTo>
                    <a:cubicBezTo>
                      <a:pt x="4" y="8"/>
                      <a:pt x="0" y="21"/>
                      <a:pt x="0" y="21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408" name="Freeform 525">
                <a:extLst>
                  <a:ext uri="{FF2B5EF4-FFF2-40B4-BE49-F238E27FC236}">
                    <a16:creationId xmlns:a16="http://schemas.microsoft.com/office/drawing/2014/main" id="{92B2A809-963F-44F5-B7B3-AB0ED5ABD2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4" y="1253"/>
                <a:ext cx="152" cy="18"/>
              </a:xfrm>
              <a:custGeom>
                <a:avLst/>
                <a:gdLst>
                  <a:gd name="T0" fmla="*/ 296 w 93"/>
                  <a:gd name="T1" fmla="*/ 18 h 11"/>
                  <a:gd name="T2" fmla="*/ 173 w 93"/>
                  <a:gd name="T3" fmla="*/ 18 h 11"/>
                  <a:gd name="T4" fmla="*/ 8 w 93"/>
                  <a:gd name="T5" fmla="*/ 26 h 11"/>
                  <a:gd name="T6" fmla="*/ 5 w 93"/>
                  <a:gd name="T7" fmla="*/ 47 h 11"/>
                  <a:gd name="T8" fmla="*/ 13 w 93"/>
                  <a:gd name="T9" fmla="*/ 34 h 11"/>
                  <a:gd name="T10" fmla="*/ 173 w 93"/>
                  <a:gd name="T11" fmla="*/ 26 h 11"/>
                  <a:gd name="T12" fmla="*/ 296 w 93"/>
                  <a:gd name="T13" fmla="*/ 21 h 11"/>
                  <a:gd name="T14" fmla="*/ 405 w 93"/>
                  <a:gd name="T15" fmla="*/ 0 h 11"/>
                  <a:gd name="T16" fmla="*/ 296 w 93"/>
                  <a:gd name="T17" fmla="*/ 18 h 1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3" h="11">
                    <a:moveTo>
                      <a:pt x="68" y="4"/>
                    </a:moveTo>
                    <a:cubicBezTo>
                      <a:pt x="63" y="6"/>
                      <a:pt x="52" y="5"/>
                      <a:pt x="40" y="4"/>
                    </a:cubicBezTo>
                    <a:cubicBezTo>
                      <a:pt x="24" y="2"/>
                      <a:pt x="7" y="1"/>
                      <a:pt x="2" y="6"/>
                    </a:cubicBezTo>
                    <a:cubicBezTo>
                      <a:pt x="0" y="8"/>
                      <a:pt x="1" y="9"/>
                      <a:pt x="1" y="11"/>
                    </a:cubicBezTo>
                    <a:cubicBezTo>
                      <a:pt x="1" y="10"/>
                      <a:pt x="2" y="9"/>
                      <a:pt x="3" y="8"/>
                    </a:cubicBezTo>
                    <a:cubicBezTo>
                      <a:pt x="8" y="3"/>
                      <a:pt x="25" y="4"/>
                      <a:pt x="40" y="6"/>
                    </a:cubicBezTo>
                    <a:cubicBezTo>
                      <a:pt x="52" y="7"/>
                      <a:pt x="64" y="8"/>
                      <a:pt x="68" y="5"/>
                    </a:cubicBezTo>
                    <a:cubicBezTo>
                      <a:pt x="73" y="3"/>
                      <a:pt x="89" y="1"/>
                      <a:pt x="93" y="0"/>
                    </a:cubicBezTo>
                    <a:cubicBezTo>
                      <a:pt x="87" y="1"/>
                      <a:pt x="73" y="1"/>
                      <a:pt x="68" y="4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409" name="Freeform 526">
                <a:extLst>
                  <a:ext uri="{FF2B5EF4-FFF2-40B4-BE49-F238E27FC236}">
                    <a16:creationId xmlns:a16="http://schemas.microsoft.com/office/drawing/2014/main" id="{96ED54D4-AEC3-4633-B49F-153379ED49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3" y="3962"/>
                <a:ext cx="18" cy="65"/>
              </a:xfrm>
              <a:custGeom>
                <a:avLst/>
                <a:gdLst>
                  <a:gd name="T0" fmla="*/ 5 w 11"/>
                  <a:gd name="T1" fmla="*/ 0 h 40"/>
                  <a:gd name="T2" fmla="*/ 21 w 11"/>
                  <a:gd name="T3" fmla="*/ 55 h 40"/>
                  <a:gd name="T4" fmla="*/ 47 w 11"/>
                  <a:gd name="T5" fmla="*/ 172 h 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40">
                    <a:moveTo>
                      <a:pt x="1" y="0"/>
                    </a:moveTo>
                    <a:cubicBezTo>
                      <a:pt x="0" y="4"/>
                      <a:pt x="2" y="9"/>
                      <a:pt x="5" y="13"/>
                    </a:cubicBezTo>
                    <a:cubicBezTo>
                      <a:pt x="8" y="17"/>
                      <a:pt x="10" y="38"/>
                      <a:pt x="11" y="40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410" name="Freeform 527">
                <a:extLst>
                  <a:ext uri="{FF2B5EF4-FFF2-40B4-BE49-F238E27FC236}">
                    <a16:creationId xmlns:a16="http://schemas.microsoft.com/office/drawing/2014/main" id="{9D976A59-77C0-4E94-8D6F-797E5B44C0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1" y="3965"/>
                <a:ext cx="38" cy="62"/>
              </a:xfrm>
              <a:custGeom>
                <a:avLst/>
                <a:gdLst>
                  <a:gd name="T0" fmla="*/ 0 w 23"/>
                  <a:gd name="T1" fmla="*/ 0 h 38"/>
                  <a:gd name="T2" fmla="*/ 58 w 23"/>
                  <a:gd name="T3" fmla="*/ 62 h 38"/>
                  <a:gd name="T4" fmla="*/ 83 w 23"/>
                  <a:gd name="T5" fmla="*/ 165 h 3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38">
                    <a:moveTo>
                      <a:pt x="0" y="0"/>
                    </a:moveTo>
                    <a:cubicBezTo>
                      <a:pt x="4" y="7"/>
                      <a:pt x="11" y="12"/>
                      <a:pt x="13" y="14"/>
                    </a:cubicBezTo>
                    <a:cubicBezTo>
                      <a:pt x="23" y="26"/>
                      <a:pt x="15" y="24"/>
                      <a:pt x="18" y="38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411" name="Freeform 528">
                <a:extLst>
                  <a:ext uri="{FF2B5EF4-FFF2-40B4-BE49-F238E27FC236}">
                    <a16:creationId xmlns:a16="http://schemas.microsoft.com/office/drawing/2014/main" id="{206C22A6-9CE1-44C6-90BD-F4B0CEA251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9" y="3962"/>
                <a:ext cx="41" cy="61"/>
              </a:xfrm>
              <a:custGeom>
                <a:avLst/>
                <a:gdLst>
                  <a:gd name="T0" fmla="*/ 0 w 25"/>
                  <a:gd name="T1" fmla="*/ 0 h 38"/>
                  <a:gd name="T2" fmla="*/ 56 w 25"/>
                  <a:gd name="T3" fmla="*/ 55 h 38"/>
                  <a:gd name="T4" fmla="*/ 102 w 25"/>
                  <a:gd name="T5" fmla="*/ 157 h 3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38">
                    <a:moveTo>
                      <a:pt x="0" y="0"/>
                    </a:moveTo>
                    <a:cubicBezTo>
                      <a:pt x="4" y="5"/>
                      <a:pt x="8" y="8"/>
                      <a:pt x="13" y="13"/>
                    </a:cubicBezTo>
                    <a:cubicBezTo>
                      <a:pt x="25" y="25"/>
                      <a:pt x="17" y="24"/>
                      <a:pt x="23" y="38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412" name="Freeform 529">
                <a:extLst>
                  <a:ext uri="{FF2B5EF4-FFF2-40B4-BE49-F238E27FC236}">
                    <a16:creationId xmlns:a16="http://schemas.microsoft.com/office/drawing/2014/main" id="{1D8092B0-FE5C-4051-85A6-CF40A2C0F8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5" y="3953"/>
                <a:ext cx="26" cy="46"/>
              </a:xfrm>
              <a:custGeom>
                <a:avLst/>
                <a:gdLst>
                  <a:gd name="T0" fmla="*/ 0 w 16"/>
                  <a:gd name="T1" fmla="*/ 0 h 28"/>
                  <a:gd name="T2" fmla="*/ 42 w 16"/>
                  <a:gd name="T3" fmla="*/ 49 h 28"/>
                  <a:gd name="T4" fmla="*/ 68 w 16"/>
                  <a:gd name="T5" fmla="*/ 125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28">
                    <a:moveTo>
                      <a:pt x="0" y="0"/>
                    </a:moveTo>
                    <a:cubicBezTo>
                      <a:pt x="2" y="4"/>
                      <a:pt x="7" y="8"/>
                      <a:pt x="10" y="11"/>
                    </a:cubicBezTo>
                    <a:cubicBezTo>
                      <a:pt x="13" y="15"/>
                      <a:pt x="11" y="19"/>
                      <a:pt x="16" y="28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413" name="Freeform 530">
                <a:extLst>
                  <a:ext uri="{FF2B5EF4-FFF2-40B4-BE49-F238E27FC236}">
                    <a16:creationId xmlns:a16="http://schemas.microsoft.com/office/drawing/2014/main" id="{53BB4645-EA3F-4E95-827F-F1ABE40C42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7" y="3996"/>
                <a:ext cx="35" cy="21"/>
              </a:xfrm>
              <a:custGeom>
                <a:avLst/>
                <a:gdLst>
                  <a:gd name="T0" fmla="*/ 97 w 21"/>
                  <a:gd name="T1" fmla="*/ 39 h 13"/>
                  <a:gd name="T2" fmla="*/ 28 w 21"/>
                  <a:gd name="T3" fmla="*/ 55 h 13"/>
                  <a:gd name="T4" fmla="*/ 47 w 21"/>
                  <a:gd name="T5" fmla="*/ 0 h 13"/>
                  <a:gd name="T6" fmla="*/ 97 w 21"/>
                  <a:gd name="T7" fmla="*/ 39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13">
                    <a:moveTo>
                      <a:pt x="21" y="9"/>
                    </a:moveTo>
                    <a:cubicBezTo>
                      <a:pt x="14" y="7"/>
                      <a:pt x="8" y="11"/>
                      <a:pt x="6" y="13"/>
                    </a:cubicBezTo>
                    <a:cubicBezTo>
                      <a:pt x="0" y="3"/>
                      <a:pt x="5" y="0"/>
                      <a:pt x="10" y="0"/>
                    </a:cubicBezTo>
                    <a:cubicBezTo>
                      <a:pt x="20" y="1"/>
                      <a:pt x="21" y="6"/>
                      <a:pt x="21" y="9"/>
                    </a:cubicBezTo>
                    <a:close/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414" name="Freeform 531">
                <a:extLst>
                  <a:ext uri="{FF2B5EF4-FFF2-40B4-BE49-F238E27FC236}">
                    <a16:creationId xmlns:a16="http://schemas.microsoft.com/office/drawing/2014/main" id="{78D803D4-A832-4508-9772-AD44F432A7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5" y="4004"/>
                <a:ext cx="17" cy="18"/>
              </a:xfrm>
              <a:custGeom>
                <a:avLst/>
                <a:gdLst>
                  <a:gd name="T0" fmla="*/ 40 w 11"/>
                  <a:gd name="T1" fmla="*/ 47 h 11"/>
                  <a:gd name="T2" fmla="*/ 0 w 11"/>
                  <a:gd name="T3" fmla="*/ 43 h 11"/>
                  <a:gd name="T4" fmla="*/ 40 w 11"/>
                  <a:gd name="T5" fmla="*/ 47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1">
                    <a:moveTo>
                      <a:pt x="11" y="11"/>
                    </a:moveTo>
                    <a:cubicBezTo>
                      <a:pt x="9" y="11"/>
                      <a:pt x="1" y="9"/>
                      <a:pt x="0" y="10"/>
                    </a:cubicBezTo>
                    <a:cubicBezTo>
                      <a:pt x="0" y="2"/>
                      <a:pt x="11" y="0"/>
                      <a:pt x="11" y="11"/>
                    </a:cubicBezTo>
                    <a:close/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415" name="Freeform 532">
                <a:extLst>
                  <a:ext uri="{FF2B5EF4-FFF2-40B4-BE49-F238E27FC236}">
                    <a16:creationId xmlns:a16="http://schemas.microsoft.com/office/drawing/2014/main" id="{8CB66B82-DB7E-4E04-806C-03944E0D74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2" y="4009"/>
                <a:ext cx="16" cy="14"/>
              </a:xfrm>
              <a:custGeom>
                <a:avLst/>
                <a:gdLst>
                  <a:gd name="T0" fmla="*/ 42 w 10"/>
                  <a:gd name="T1" fmla="*/ 26 h 9"/>
                  <a:gd name="T2" fmla="*/ 0 w 10"/>
                  <a:gd name="T3" fmla="*/ 26 h 9"/>
                  <a:gd name="T4" fmla="*/ 42 w 10"/>
                  <a:gd name="T5" fmla="*/ 26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9">
                    <a:moveTo>
                      <a:pt x="10" y="7"/>
                    </a:moveTo>
                    <a:cubicBezTo>
                      <a:pt x="7" y="9"/>
                      <a:pt x="2" y="9"/>
                      <a:pt x="0" y="7"/>
                    </a:cubicBezTo>
                    <a:cubicBezTo>
                      <a:pt x="1" y="0"/>
                      <a:pt x="10" y="3"/>
                      <a:pt x="10" y="7"/>
                    </a:cubicBezTo>
                    <a:close/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416" name="Freeform 533">
                <a:extLst>
                  <a:ext uri="{FF2B5EF4-FFF2-40B4-BE49-F238E27FC236}">
                    <a16:creationId xmlns:a16="http://schemas.microsoft.com/office/drawing/2014/main" id="{A2CE6D58-28D5-4006-8553-DFC9E7B479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7" y="3994"/>
                <a:ext cx="13" cy="13"/>
              </a:xfrm>
              <a:custGeom>
                <a:avLst/>
                <a:gdLst>
                  <a:gd name="T0" fmla="*/ 34 w 8"/>
                  <a:gd name="T1" fmla="*/ 21 h 8"/>
                  <a:gd name="T2" fmla="*/ 5 w 8"/>
                  <a:gd name="T3" fmla="*/ 29 h 8"/>
                  <a:gd name="T4" fmla="*/ 34 w 8"/>
                  <a:gd name="T5" fmla="*/ 21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8">
                    <a:moveTo>
                      <a:pt x="8" y="5"/>
                    </a:moveTo>
                    <a:cubicBezTo>
                      <a:pt x="7" y="7"/>
                      <a:pt x="3" y="8"/>
                      <a:pt x="1" y="7"/>
                    </a:cubicBezTo>
                    <a:cubicBezTo>
                      <a:pt x="0" y="0"/>
                      <a:pt x="6" y="1"/>
                      <a:pt x="8" y="5"/>
                    </a:cubicBezTo>
                    <a:close/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417" name="Freeform 534">
                <a:extLst>
                  <a:ext uri="{FF2B5EF4-FFF2-40B4-BE49-F238E27FC236}">
                    <a16:creationId xmlns:a16="http://schemas.microsoft.com/office/drawing/2014/main" id="{16DD7630-6FC6-4B52-B994-17EDAF6C08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0" y="1634"/>
                <a:ext cx="63" cy="67"/>
              </a:xfrm>
              <a:custGeom>
                <a:avLst/>
                <a:gdLst>
                  <a:gd name="T0" fmla="*/ 167 w 38"/>
                  <a:gd name="T1" fmla="*/ 96 h 41"/>
                  <a:gd name="T2" fmla="*/ 91 w 38"/>
                  <a:gd name="T3" fmla="*/ 5 h 41"/>
                  <a:gd name="T4" fmla="*/ 5 w 38"/>
                  <a:gd name="T5" fmla="*/ 88 h 41"/>
                  <a:gd name="T6" fmla="*/ 83 w 38"/>
                  <a:gd name="T7" fmla="*/ 178 h 41"/>
                  <a:gd name="T8" fmla="*/ 167 w 38"/>
                  <a:gd name="T9" fmla="*/ 96 h 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" h="41">
                    <a:moveTo>
                      <a:pt x="37" y="22"/>
                    </a:moveTo>
                    <a:cubicBezTo>
                      <a:pt x="38" y="12"/>
                      <a:pt x="30" y="2"/>
                      <a:pt x="20" y="1"/>
                    </a:cubicBezTo>
                    <a:cubicBezTo>
                      <a:pt x="10" y="0"/>
                      <a:pt x="2" y="9"/>
                      <a:pt x="1" y="20"/>
                    </a:cubicBezTo>
                    <a:cubicBezTo>
                      <a:pt x="0" y="30"/>
                      <a:pt x="8" y="40"/>
                      <a:pt x="18" y="41"/>
                    </a:cubicBezTo>
                    <a:cubicBezTo>
                      <a:pt x="28" y="41"/>
                      <a:pt x="36" y="33"/>
                      <a:pt x="37" y="22"/>
                    </a:cubicBezTo>
                  </a:path>
                </a:pathLst>
              </a:custGeom>
              <a:solidFill>
                <a:srgbClr val="7133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418" name="Freeform 535">
                <a:extLst>
                  <a:ext uri="{FF2B5EF4-FFF2-40B4-BE49-F238E27FC236}">
                    <a16:creationId xmlns:a16="http://schemas.microsoft.com/office/drawing/2014/main" id="{9AB3768D-3F20-41EC-949A-08A9B754648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058" y="1654"/>
                <a:ext cx="27" cy="29"/>
              </a:xfrm>
              <a:custGeom>
                <a:avLst/>
                <a:gdLst>
                  <a:gd name="T0" fmla="*/ 0 w 16"/>
                  <a:gd name="T1" fmla="*/ 34 h 18"/>
                  <a:gd name="T2" fmla="*/ 8 w 16"/>
                  <a:gd name="T3" fmla="*/ 63 h 18"/>
                  <a:gd name="T4" fmla="*/ 34 w 16"/>
                  <a:gd name="T5" fmla="*/ 76 h 18"/>
                  <a:gd name="T6" fmla="*/ 62 w 16"/>
                  <a:gd name="T7" fmla="*/ 63 h 18"/>
                  <a:gd name="T8" fmla="*/ 78 w 16"/>
                  <a:gd name="T9" fmla="*/ 42 h 18"/>
                  <a:gd name="T10" fmla="*/ 69 w 16"/>
                  <a:gd name="T11" fmla="*/ 21 h 18"/>
                  <a:gd name="T12" fmla="*/ 62 w 16"/>
                  <a:gd name="T13" fmla="*/ 26 h 18"/>
                  <a:gd name="T14" fmla="*/ 62 w 16"/>
                  <a:gd name="T15" fmla="*/ 29 h 18"/>
                  <a:gd name="T16" fmla="*/ 62 w 16"/>
                  <a:gd name="T17" fmla="*/ 39 h 18"/>
                  <a:gd name="T18" fmla="*/ 62 w 16"/>
                  <a:gd name="T19" fmla="*/ 39 h 18"/>
                  <a:gd name="T20" fmla="*/ 62 w 16"/>
                  <a:gd name="T21" fmla="*/ 39 h 18"/>
                  <a:gd name="T22" fmla="*/ 54 w 16"/>
                  <a:gd name="T23" fmla="*/ 55 h 18"/>
                  <a:gd name="T24" fmla="*/ 34 w 16"/>
                  <a:gd name="T25" fmla="*/ 63 h 18"/>
                  <a:gd name="T26" fmla="*/ 20 w 16"/>
                  <a:gd name="T27" fmla="*/ 55 h 18"/>
                  <a:gd name="T28" fmla="*/ 8 w 16"/>
                  <a:gd name="T29" fmla="*/ 47 h 18"/>
                  <a:gd name="T30" fmla="*/ 5 w 16"/>
                  <a:gd name="T31" fmla="*/ 29 h 18"/>
                  <a:gd name="T32" fmla="*/ 0 w 16"/>
                  <a:gd name="T33" fmla="*/ 34 h 18"/>
                  <a:gd name="T34" fmla="*/ 42 w 16"/>
                  <a:gd name="T35" fmla="*/ 13 h 18"/>
                  <a:gd name="T36" fmla="*/ 42 w 16"/>
                  <a:gd name="T37" fmla="*/ 5 h 18"/>
                  <a:gd name="T38" fmla="*/ 41 w 16"/>
                  <a:gd name="T39" fmla="*/ 0 h 18"/>
                  <a:gd name="T40" fmla="*/ 34 w 16"/>
                  <a:gd name="T41" fmla="*/ 5 h 18"/>
                  <a:gd name="T42" fmla="*/ 34 w 16"/>
                  <a:gd name="T43" fmla="*/ 8 h 18"/>
                  <a:gd name="T44" fmla="*/ 34 w 16"/>
                  <a:gd name="T45" fmla="*/ 16 h 18"/>
                  <a:gd name="T46" fmla="*/ 41 w 16"/>
                  <a:gd name="T47" fmla="*/ 13 h 18"/>
                  <a:gd name="T48" fmla="*/ 42 w 16"/>
                  <a:gd name="T49" fmla="*/ 16 h 18"/>
                  <a:gd name="T50" fmla="*/ 42 w 16"/>
                  <a:gd name="T51" fmla="*/ 13 h 18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16" h="18">
                    <a:moveTo>
                      <a:pt x="0" y="8"/>
                    </a:moveTo>
                    <a:cubicBezTo>
                      <a:pt x="2" y="15"/>
                      <a:pt x="2" y="15"/>
                      <a:pt x="2" y="15"/>
                    </a:cubicBezTo>
                    <a:cubicBezTo>
                      <a:pt x="7" y="18"/>
                      <a:pt x="7" y="18"/>
                      <a:pt x="7" y="18"/>
                    </a:cubicBezTo>
                    <a:cubicBezTo>
                      <a:pt x="13" y="15"/>
                      <a:pt x="13" y="15"/>
                      <a:pt x="13" y="15"/>
                    </a:cubicBezTo>
                    <a:cubicBezTo>
                      <a:pt x="16" y="10"/>
                      <a:pt x="16" y="10"/>
                      <a:pt x="16" y="10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3" y="6"/>
                      <a:pt x="13" y="6"/>
                      <a:pt x="13" y="7"/>
                    </a:cubicBezTo>
                    <a:cubicBezTo>
                      <a:pt x="13" y="7"/>
                      <a:pt x="13" y="8"/>
                      <a:pt x="13" y="9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3" y="9"/>
                      <a:pt x="13" y="10"/>
                      <a:pt x="13" y="9"/>
                    </a:cubicBezTo>
                    <a:cubicBezTo>
                      <a:pt x="11" y="13"/>
                      <a:pt x="11" y="13"/>
                      <a:pt x="11" y="13"/>
                    </a:cubicBezTo>
                    <a:cubicBezTo>
                      <a:pt x="11" y="13"/>
                      <a:pt x="8" y="15"/>
                      <a:pt x="7" y="15"/>
                    </a:cubicBezTo>
                    <a:cubicBezTo>
                      <a:pt x="4" y="13"/>
                      <a:pt x="4" y="13"/>
                      <a:pt x="4" y="13"/>
                    </a:cubicBezTo>
                    <a:cubicBezTo>
                      <a:pt x="3" y="13"/>
                      <a:pt x="2" y="12"/>
                      <a:pt x="2" y="11"/>
                    </a:cubicBezTo>
                    <a:cubicBezTo>
                      <a:pt x="2" y="10"/>
                      <a:pt x="1" y="8"/>
                      <a:pt x="1" y="7"/>
                    </a:cubicBezTo>
                    <a:lnTo>
                      <a:pt x="0" y="8"/>
                    </a:lnTo>
                    <a:close/>
                    <a:moveTo>
                      <a:pt x="9" y="3"/>
                    </a:moveTo>
                    <a:cubicBezTo>
                      <a:pt x="9" y="2"/>
                      <a:pt x="9" y="2"/>
                      <a:pt x="9" y="1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1"/>
                      <a:pt x="7" y="1"/>
                      <a:pt x="7" y="2"/>
                    </a:cubicBezTo>
                    <a:cubicBezTo>
                      <a:pt x="7" y="2"/>
                      <a:pt x="7" y="3"/>
                      <a:pt x="7" y="4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8" y="3"/>
                      <a:pt x="9" y="3"/>
                      <a:pt x="9" y="4"/>
                    </a:cubicBezTo>
                    <a:cubicBezTo>
                      <a:pt x="9" y="3"/>
                      <a:pt x="9" y="3"/>
                      <a:pt x="9" y="3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419" name="Freeform 536">
                <a:extLst>
                  <a:ext uri="{FF2B5EF4-FFF2-40B4-BE49-F238E27FC236}">
                    <a16:creationId xmlns:a16="http://schemas.microsoft.com/office/drawing/2014/main" id="{2A124D1E-31AD-4E87-9861-1AEA785D528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040" y="1634"/>
                <a:ext cx="63" cy="70"/>
              </a:xfrm>
              <a:custGeom>
                <a:avLst/>
                <a:gdLst>
                  <a:gd name="T0" fmla="*/ 159 w 38"/>
                  <a:gd name="T1" fmla="*/ 98 h 43"/>
                  <a:gd name="T2" fmla="*/ 154 w 38"/>
                  <a:gd name="T3" fmla="*/ 122 h 43"/>
                  <a:gd name="T4" fmla="*/ 167 w 38"/>
                  <a:gd name="T5" fmla="*/ 125 h 43"/>
                  <a:gd name="T6" fmla="*/ 172 w 38"/>
                  <a:gd name="T7" fmla="*/ 103 h 43"/>
                  <a:gd name="T8" fmla="*/ 159 w 38"/>
                  <a:gd name="T9" fmla="*/ 98 h 43"/>
                  <a:gd name="T10" fmla="*/ 91 w 38"/>
                  <a:gd name="T11" fmla="*/ 13 h 43"/>
                  <a:gd name="T12" fmla="*/ 96 w 38"/>
                  <a:gd name="T13" fmla="*/ 13 h 43"/>
                  <a:gd name="T14" fmla="*/ 96 w 38"/>
                  <a:gd name="T15" fmla="*/ 5 h 43"/>
                  <a:gd name="T16" fmla="*/ 91 w 38"/>
                  <a:gd name="T17" fmla="*/ 5 h 43"/>
                  <a:gd name="T18" fmla="*/ 91 w 38"/>
                  <a:gd name="T19" fmla="*/ 13 h 43"/>
                  <a:gd name="T20" fmla="*/ 91 w 38"/>
                  <a:gd name="T21" fmla="*/ 13 h 43"/>
                  <a:gd name="T22" fmla="*/ 8 w 38"/>
                  <a:gd name="T23" fmla="*/ 88 h 43"/>
                  <a:gd name="T24" fmla="*/ 22 w 38"/>
                  <a:gd name="T25" fmla="*/ 47 h 43"/>
                  <a:gd name="T26" fmla="*/ 13 w 38"/>
                  <a:gd name="T27" fmla="*/ 42 h 43"/>
                  <a:gd name="T28" fmla="*/ 8 w 38"/>
                  <a:gd name="T29" fmla="*/ 42 h 43"/>
                  <a:gd name="T30" fmla="*/ 0 w 38"/>
                  <a:gd name="T31" fmla="*/ 77 h 43"/>
                  <a:gd name="T32" fmla="*/ 8 w 38"/>
                  <a:gd name="T33" fmla="*/ 90 h 43"/>
                  <a:gd name="T34" fmla="*/ 8 w 38"/>
                  <a:gd name="T35" fmla="*/ 88 h 43"/>
                  <a:gd name="T36" fmla="*/ 13 w 38"/>
                  <a:gd name="T37" fmla="*/ 117 h 43"/>
                  <a:gd name="T38" fmla="*/ 0 w 38"/>
                  <a:gd name="T39" fmla="*/ 111 h 43"/>
                  <a:gd name="T40" fmla="*/ 20 w 38"/>
                  <a:gd name="T41" fmla="*/ 151 h 43"/>
                  <a:gd name="T42" fmla="*/ 76 w 38"/>
                  <a:gd name="T43" fmla="*/ 181 h 43"/>
                  <a:gd name="T44" fmla="*/ 154 w 38"/>
                  <a:gd name="T45" fmla="*/ 147 h 43"/>
                  <a:gd name="T46" fmla="*/ 146 w 38"/>
                  <a:gd name="T47" fmla="*/ 143 h 43"/>
                  <a:gd name="T48" fmla="*/ 83 w 38"/>
                  <a:gd name="T49" fmla="*/ 168 h 43"/>
                  <a:gd name="T50" fmla="*/ 28 w 38"/>
                  <a:gd name="T51" fmla="*/ 143 h 43"/>
                  <a:gd name="T52" fmla="*/ 13 w 38"/>
                  <a:gd name="T53" fmla="*/ 117 h 43"/>
                  <a:gd name="T54" fmla="*/ 154 w 38"/>
                  <a:gd name="T55" fmla="*/ 55 h 43"/>
                  <a:gd name="T56" fmla="*/ 164 w 38"/>
                  <a:gd name="T57" fmla="*/ 47 h 43"/>
                  <a:gd name="T58" fmla="*/ 151 w 38"/>
                  <a:gd name="T59" fmla="*/ 29 h 43"/>
                  <a:gd name="T60" fmla="*/ 141 w 38"/>
                  <a:gd name="T61" fmla="*/ 39 h 43"/>
                  <a:gd name="T62" fmla="*/ 154 w 38"/>
                  <a:gd name="T63" fmla="*/ 55 h 43"/>
                  <a:gd name="T64" fmla="*/ 172 w 38"/>
                  <a:gd name="T65" fmla="*/ 77 h 43"/>
                  <a:gd name="T66" fmla="*/ 172 w 38"/>
                  <a:gd name="T67" fmla="*/ 77 h 43"/>
                  <a:gd name="T68" fmla="*/ 172 w 38"/>
                  <a:gd name="T69" fmla="*/ 75 h 43"/>
                  <a:gd name="T70" fmla="*/ 172 w 38"/>
                  <a:gd name="T71" fmla="*/ 77 h 43"/>
                  <a:gd name="T72" fmla="*/ 63 w 38"/>
                  <a:gd name="T73" fmla="*/ 18 h 43"/>
                  <a:gd name="T74" fmla="*/ 63 w 38"/>
                  <a:gd name="T75" fmla="*/ 0 h 43"/>
                  <a:gd name="T76" fmla="*/ 28 w 38"/>
                  <a:gd name="T77" fmla="*/ 21 h 43"/>
                  <a:gd name="T78" fmla="*/ 41 w 38"/>
                  <a:gd name="T79" fmla="*/ 26 h 43"/>
                  <a:gd name="T80" fmla="*/ 63 w 38"/>
                  <a:gd name="T81" fmla="*/ 18 h 43"/>
                  <a:gd name="T82" fmla="*/ 124 w 38"/>
                  <a:gd name="T83" fmla="*/ 21 h 43"/>
                  <a:gd name="T84" fmla="*/ 133 w 38"/>
                  <a:gd name="T85" fmla="*/ 13 h 43"/>
                  <a:gd name="T86" fmla="*/ 118 w 38"/>
                  <a:gd name="T87" fmla="*/ 5 h 43"/>
                  <a:gd name="T88" fmla="*/ 124 w 38"/>
                  <a:gd name="T89" fmla="*/ 21 h 43"/>
                  <a:gd name="T90" fmla="*/ 124 w 38"/>
                  <a:gd name="T91" fmla="*/ 21 h 43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38" h="43">
                    <a:moveTo>
                      <a:pt x="35" y="23"/>
                    </a:moveTo>
                    <a:cubicBezTo>
                      <a:pt x="35" y="25"/>
                      <a:pt x="35" y="26"/>
                      <a:pt x="34" y="28"/>
                    </a:cubicBezTo>
                    <a:cubicBezTo>
                      <a:pt x="35" y="28"/>
                      <a:pt x="36" y="28"/>
                      <a:pt x="37" y="29"/>
                    </a:cubicBezTo>
                    <a:cubicBezTo>
                      <a:pt x="37" y="27"/>
                      <a:pt x="38" y="26"/>
                      <a:pt x="38" y="24"/>
                    </a:cubicBezTo>
                    <a:cubicBezTo>
                      <a:pt x="37" y="24"/>
                      <a:pt x="36" y="23"/>
                      <a:pt x="35" y="23"/>
                    </a:cubicBezTo>
                    <a:moveTo>
                      <a:pt x="20" y="3"/>
                    </a:moveTo>
                    <a:cubicBezTo>
                      <a:pt x="20" y="3"/>
                      <a:pt x="21" y="3"/>
                      <a:pt x="21" y="3"/>
                    </a:cubicBezTo>
                    <a:cubicBezTo>
                      <a:pt x="21" y="2"/>
                      <a:pt x="21" y="2"/>
                      <a:pt x="21" y="1"/>
                    </a:cubicBezTo>
                    <a:cubicBezTo>
                      <a:pt x="21" y="1"/>
                      <a:pt x="20" y="1"/>
                      <a:pt x="20" y="1"/>
                    </a:cubicBezTo>
                    <a:cubicBezTo>
                      <a:pt x="20" y="2"/>
                      <a:pt x="20" y="2"/>
                      <a:pt x="20" y="3"/>
                    </a:cubicBezTo>
                    <a:cubicBezTo>
                      <a:pt x="20" y="3"/>
                      <a:pt x="20" y="3"/>
                      <a:pt x="20" y="3"/>
                    </a:cubicBezTo>
                    <a:moveTo>
                      <a:pt x="2" y="20"/>
                    </a:moveTo>
                    <a:cubicBezTo>
                      <a:pt x="2" y="16"/>
                      <a:pt x="3" y="14"/>
                      <a:pt x="5" y="11"/>
                    </a:cubicBezTo>
                    <a:cubicBezTo>
                      <a:pt x="4" y="11"/>
                      <a:pt x="4" y="10"/>
                      <a:pt x="3" y="10"/>
                    </a:cubicBezTo>
                    <a:cubicBezTo>
                      <a:pt x="3" y="10"/>
                      <a:pt x="3" y="10"/>
                      <a:pt x="2" y="10"/>
                    </a:cubicBezTo>
                    <a:cubicBezTo>
                      <a:pt x="1" y="12"/>
                      <a:pt x="0" y="15"/>
                      <a:pt x="0" y="18"/>
                    </a:cubicBezTo>
                    <a:cubicBezTo>
                      <a:pt x="0" y="19"/>
                      <a:pt x="1" y="20"/>
                      <a:pt x="2" y="21"/>
                    </a:cubicBezTo>
                    <a:cubicBezTo>
                      <a:pt x="2" y="20"/>
                      <a:pt x="2" y="20"/>
                      <a:pt x="2" y="20"/>
                    </a:cubicBezTo>
                    <a:moveTo>
                      <a:pt x="3" y="27"/>
                    </a:moveTo>
                    <a:cubicBezTo>
                      <a:pt x="2" y="27"/>
                      <a:pt x="1" y="27"/>
                      <a:pt x="0" y="26"/>
                    </a:cubicBezTo>
                    <a:cubicBezTo>
                      <a:pt x="1" y="29"/>
                      <a:pt x="2" y="32"/>
                      <a:pt x="4" y="35"/>
                    </a:cubicBezTo>
                    <a:cubicBezTo>
                      <a:pt x="8" y="39"/>
                      <a:pt x="12" y="42"/>
                      <a:pt x="17" y="42"/>
                    </a:cubicBezTo>
                    <a:cubicBezTo>
                      <a:pt x="24" y="43"/>
                      <a:pt x="30" y="39"/>
                      <a:pt x="34" y="34"/>
                    </a:cubicBezTo>
                    <a:cubicBezTo>
                      <a:pt x="33" y="34"/>
                      <a:pt x="32" y="33"/>
                      <a:pt x="32" y="33"/>
                    </a:cubicBezTo>
                    <a:cubicBezTo>
                      <a:pt x="28" y="37"/>
                      <a:pt x="23" y="40"/>
                      <a:pt x="18" y="39"/>
                    </a:cubicBezTo>
                    <a:cubicBezTo>
                      <a:pt x="13" y="39"/>
                      <a:pt x="9" y="37"/>
                      <a:pt x="6" y="33"/>
                    </a:cubicBezTo>
                    <a:cubicBezTo>
                      <a:pt x="5" y="31"/>
                      <a:pt x="4" y="29"/>
                      <a:pt x="3" y="27"/>
                    </a:cubicBezTo>
                    <a:moveTo>
                      <a:pt x="34" y="13"/>
                    </a:moveTo>
                    <a:cubicBezTo>
                      <a:pt x="35" y="13"/>
                      <a:pt x="35" y="12"/>
                      <a:pt x="36" y="11"/>
                    </a:cubicBezTo>
                    <a:cubicBezTo>
                      <a:pt x="35" y="10"/>
                      <a:pt x="34" y="8"/>
                      <a:pt x="33" y="7"/>
                    </a:cubicBezTo>
                    <a:cubicBezTo>
                      <a:pt x="33" y="7"/>
                      <a:pt x="32" y="8"/>
                      <a:pt x="31" y="9"/>
                    </a:cubicBezTo>
                    <a:cubicBezTo>
                      <a:pt x="32" y="10"/>
                      <a:pt x="33" y="12"/>
                      <a:pt x="34" y="13"/>
                    </a:cubicBezTo>
                    <a:moveTo>
                      <a:pt x="38" y="18"/>
                    </a:moveTo>
                    <a:cubicBezTo>
                      <a:pt x="38" y="18"/>
                      <a:pt x="38" y="18"/>
                      <a:pt x="38" y="18"/>
                    </a:cubicBezTo>
                    <a:cubicBezTo>
                      <a:pt x="38" y="18"/>
                      <a:pt x="38" y="18"/>
                      <a:pt x="38" y="17"/>
                    </a:cubicBezTo>
                    <a:cubicBezTo>
                      <a:pt x="38" y="17"/>
                      <a:pt x="38" y="18"/>
                      <a:pt x="38" y="18"/>
                    </a:cubicBezTo>
                    <a:moveTo>
                      <a:pt x="14" y="4"/>
                    </a:moveTo>
                    <a:cubicBezTo>
                      <a:pt x="14" y="2"/>
                      <a:pt x="14" y="1"/>
                      <a:pt x="14" y="0"/>
                    </a:cubicBezTo>
                    <a:cubicBezTo>
                      <a:pt x="11" y="1"/>
                      <a:pt x="9" y="3"/>
                      <a:pt x="6" y="5"/>
                    </a:cubicBezTo>
                    <a:cubicBezTo>
                      <a:pt x="7" y="5"/>
                      <a:pt x="8" y="6"/>
                      <a:pt x="9" y="6"/>
                    </a:cubicBezTo>
                    <a:cubicBezTo>
                      <a:pt x="10" y="5"/>
                      <a:pt x="12" y="4"/>
                      <a:pt x="14" y="4"/>
                    </a:cubicBezTo>
                    <a:moveTo>
                      <a:pt x="27" y="5"/>
                    </a:moveTo>
                    <a:cubicBezTo>
                      <a:pt x="28" y="4"/>
                      <a:pt x="29" y="4"/>
                      <a:pt x="29" y="3"/>
                    </a:cubicBezTo>
                    <a:cubicBezTo>
                      <a:pt x="28" y="2"/>
                      <a:pt x="27" y="2"/>
                      <a:pt x="26" y="1"/>
                    </a:cubicBezTo>
                    <a:cubicBezTo>
                      <a:pt x="27" y="3"/>
                      <a:pt x="27" y="4"/>
                      <a:pt x="27" y="5"/>
                    </a:cubicBezTo>
                    <a:cubicBezTo>
                      <a:pt x="27" y="5"/>
                      <a:pt x="27" y="5"/>
                      <a:pt x="27" y="5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420" name="Freeform 537">
                <a:extLst>
                  <a:ext uri="{FF2B5EF4-FFF2-40B4-BE49-F238E27FC236}">
                    <a16:creationId xmlns:a16="http://schemas.microsoft.com/office/drawing/2014/main" id="{4A8B4943-69B7-4DDF-B497-D4F8EF5E37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0" y="2540"/>
                <a:ext cx="62" cy="46"/>
              </a:xfrm>
              <a:custGeom>
                <a:avLst/>
                <a:gdLst>
                  <a:gd name="T0" fmla="*/ 0 w 38"/>
                  <a:gd name="T1" fmla="*/ 125 h 28"/>
                  <a:gd name="T2" fmla="*/ 34 w 38"/>
                  <a:gd name="T3" fmla="*/ 105 h 28"/>
                  <a:gd name="T4" fmla="*/ 104 w 38"/>
                  <a:gd name="T5" fmla="*/ 67 h 28"/>
                  <a:gd name="T6" fmla="*/ 165 w 38"/>
                  <a:gd name="T7" fmla="*/ 0 h 2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8" h="28">
                    <a:moveTo>
                      <a:pt x="0" y="28"/>
                    </a:moveTo>
                    <a:cubicBezTo>
                      <a:pt x="2" y="26"/>
                      <a:pt x="5" y="25"/>
                      <a:pt x="8" y="24"/>
                    </a:cubicBezTo>
                    <a:cubicBezTo>
                      <a:pt x="12" y="21"/>
                      <a:pt x="19" y="19"/>
                      <a:pt x="24" y="15"/>
                    </a:cubicBezTo>
                    <a:cubicBezTo>
                      <a:pt x="28" y="12"/>
                      <a:pt x="34" y="2"/>
                      <a:pt x="38" y="0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421" name="Freeform 538">
                <a:extLst>
                  <a:ext uri="{FF2B5EF4-FFF2-40B4-BE49-F238E27FC236}">
                    <a16:creationId xmlns:a16="http://schemas.microsoft.com/office/drawing/2014/main" id="{4388BA59-C28D-4602-A7C3-F0F5EBDA47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2" y="2551"/>
                <a:ext cx="49" cy="48"/>
              </a:xfrm>
              <a:custGeom>
                <a:avLst/>
                <a:gdLst>
                  <a:gd name="T0" fmla="*/ 131 w 30"/>
                  <a:gd name="T1" fmla="*/ 0 h 29"/>
                  <a:gd name="T2" fmla="*/ 83 w 30"/>
                  <a:gd name="T3" fmla="*/ 76 h 29"/>
                  <a:gd name="T4" fmla="*/ 0 w 30"/>
                  <a:gd name="T5" fmla="*/ 131 h 2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0" h="29">
                    <a:moveTo>
                      <a:pt x="30" y="0"/>
                    </a:moveTo>
                    <a:cubicBezTo>
                      <a:pt x="26" y="5"/>
                      <a:pt x="19" y="15"/>
                      <a:pt x="19" y="17"/>
                    </a:cubicBezTo>
                    <a:cubicBezTo>
                      <a:pt x="14" y="20"/>
                      <a:pt x="9" y="20"/>
                      <a:pt x="0" y="29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422" name="Freeform 539">
                <a:extLst>
                  <a:ext uri="{FF2B5EF4-FFF2-40B4-BE49-F238E27FC236}">
                    <a16:creationId xmlns:a16="http://schemas.microsoft.com/office/drawing/2014/main" id="{4EF109BA-4BC5-42A3-81A2-7EC45ED03A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2" y="2486"/>
                <a:ext cx="65" cy="87"/>
              </a:xfrm>
              <a:custGeom>
                <a:avLst/>
                <a:gdLst>
                  <a:gd name="T0" fmla="*/ 151 w 40"/>
                  <a:gd name="T1" fmla="*/ 181 h 53"/>
                  <a:gd name="T2" fmla="*/ 172 w 40"/>
                  <a:gd name="T3" fmla="*/ 92 h 53"/>
                  <a:gd name="T4" fmla="*/ 117 w 40"/>
                  <a:gd name="T5" fmla="*/ 0 h 53"/>
                  <a:gd name="T6" fmla="*/ 88 w 40"/>
                  <a:gd name="T7" fmla="*/ 49 h 53"/>
                  <a:gd name="T8" fmla="*/ 75 w 40"/>
                  <a:gd name="T9" fmla="*/ 167 h 53"/>
                  <a:gd name="T10" fmla="*/ 0 w 40"/>
                  <a:gd name="T11" fmla="*/ 230 h 5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0" h="53">
                    <a:moveTo>
                      <a:pt x="35" y="41"/>
                    </a:moveTo>
                    <a:cubicBezTo>
                      <a:pt x="35" y="34"/>
                      <a:pt x="39" y="28"/>
                      <a:pt x="40" y="21"/>
                    </a:cubicBezTo>
                    <a:cubicBezTo>
                      <a:pt x="40" y="14"/>
                      <a:pt x="34" y="5"/>
                      <a:pt x="27" y="0"/>
                    </a:cubicBezTo>
                    <a:cubicBezTo>
                      <a:pt x="22" y="0"/>
                      <a:pt x="21" y="6"/>
                      <a:pt x="20" y="11"/>
                    </a:cubicBezTo>
                    <a:cubicBezTo>
                      <a:pt x="20" y="15"/>
                      <a:pt x="19" y="32"/>
                      <a:pt x="17" y="38"/>
                    </a:cubicBezTo>
                    <a:cubicBezTo>
                      <a:pt x="16" y="44"/>
                      <a:pt x="9" y="53"/>
                      <a:pt x="0" y="52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423" name="Freeform 540">
                <a:extLst>
                  <a:ext uri="{FF2B5EF4-FFF2-40B4-BE49-F238E27FC236}">
                    <a16:creationId xmlns:a16="http://schemas.microsoft.com/office/drawing/2014/main" id="{457625A6-D64A-4B01-AFA6-BADA9DF1D8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0" y="2615"/>
                <a:ext cx="20" cy="10"/>
              </a:xfrm>
              <a:custGeom>
                <a:avLst/>
                <a:gdLst>
                  <a:gd name="T0" fmla="*/ 55 w 12"/>
                  <a:gd name="T1" fmla="*/ 13 h 6"/>
                  <a:gd name="T2" fmla="*/ 0 w 12"/>
                  <a:gd name="T3" fmla="*/ 28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6">
                    <a:moveTo>
                      <a:pt x="12" y="3"/>
                    </a:moveTo>
                    <a:cubicBezTo>
                      <a:pt x="11" y="0"/>
                      <a:pt x="4" y="1"/>
                      <a:pt x="0" y="6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424" name="Freeform 541">
                <a:extLst>
                  <a:ext uri="{FF2B5EF4-FFF2-40B4-BE49-F238E27FC236}">
                    <a16:creationId xmlns:a16="http://schemas.microsoft.com/office/drawing/2014/main" id="{FCF5A745-7335-47B9-BF56-2E38859D07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1" y="2576"/>
                <a:ext cx="10" cy="11"/>
              </a:xfrm>
              <a:custGeom>
                <a:avLst/>
                <a:gdLst>
                  <a:gd name="T0" fmla="*/ 28 w 6"/>
                  <a:gd name="T1" fmla="*/ 27 h 7"/>
                  <a:gd name="T2" fmla="*/ 0 w 6"/>
                  <a:gd name="T3" fmla="*/ 8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7">
                    <a:moveTo>
                      <a:pt x="6" y="7"/>
                    </a:moveTo>
                    <a:cubicBezTo>
                      <a:pt x="3" y="4"/>
                      <a:pt x="3" y="0"/>
                      <a:pt x="0" y="2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425" name="Freeform 542">
                <a:extLst>
                  <a:ext uri="{FF2B5EF4-FFF2-40B4-BE49-F238E27FC236}">
                    <a16:creationId xmlns:a16="http://schemas.microsoft.com/office/drawing/2014/main" id="{AA88DF60-B975-46AD-AD69-5F91AEC0A5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1" y="2548"/>
                <a:ext cx="6" cy="3"/>
              </a:xfrm>
              <a:custGeom>
                <a:avLst/>
                <a:gdLst>
                  <a:gd name="T0" fmla="*/ 14 w 4"/>
                  <a:gd name="T1" fmla="*/ 5 h 2"/>
                  <a:gd name="T2" fmla="*/ 0 w 4"/>
                  <a:gd name="T3" fmla="*/ 8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">
                    <a:moveTo>
                      <a:pt x="4" y="1"/>
                    </a:moveTo>
                    <a:cubicBezTo>
                      <a:pt x="3" y="0"/>
                      <a:pt x="2" y="0"/>
                      <a:pt x="0" y="2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426" name="Freeform 543">
                <a:extLst>
                  <a:ext uri="{FF2B5EF4-FFF2-40B4-BE49-F238E27FC236}">
                    <a16:creationId xmlns:a16="http://schemas.microsoft.com/office/drawing/2014/main" id="{3C01421E-0BD2-4E05-8786-C73A916C36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8" y="2477"/>
                <a:ext cx="5" cy="16"/>
              </a:xfrm>
              <a:custGeom>
                <a:avLst/>
                <a:gdLst>
                  <a:gd name="T0" fmla="*/ 13 w 3"/>
                  <a:gd name="T1" fmla="*/ 0 h 10"/>
                  <a:gd name="T2" fmla="*/ 0 w 3"/>
                  <a:gd name="T3" fmla="*/ 42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0">
                    <a:moveTo>
                      <a:pt x="3" y="0"/>
                    </a:moveTo>
                    <a:cubicBezTo>
                      <a:pt x="2" y="3"/>
                      <a:pt x="0" y="5"/>
                      <a:pt x="0" y="10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427" name="Freeform 544">
                <a:extLst>
                  <a:ext uri="{FF2B5EF4-FFF2-40B4-BE49-F238E27FC236}">
                    <a16:creationId xmlns:a16="http://schemas.microsoft.com/office/drawing/2014/main" id="{5B2F4FA6-9286-408C-875E-1F35B53C9B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6" y="2483"/>
                <a:ext cx="11" cy="3"/>
              </a:xfrm>
              <a:custGeom>
                <a:avLst/>
                <a:gdLst>
                  <a:gd name="T0" fmla="*/ 27 w 7"/>
                  <a:gd name="T1" fmla="*/ 8 h 2"/>
                  <a:gd name="T2" fmla="*/ 0 w 7"/>
                  <a:gd name="T3" fmla="*/ 8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2">
                    <a:moveTo>
                      <a:pt x="7" y="2"/>
                    </a:moveTo>
                    <a:cubicBezTo>
                      <a:pt x="5" y="1"/>
                      <a:pt x="3" y="0"/>
                      <a:pt x="0" y="2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428" name="Freeform 545">
                <a:extLst>
                  <a:ext uri="{FF2B5EF4-FFF2-40B4-BE49-F238E27FC236}">
                    <a16:creationId xmlns:a16="http://schemas.microsoft.com/office/drawing/2014/main" id="{54FB1115-1310-46D9-923E-5710318275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5" y="2511"/>
                <a:ext cx="7" cy="5"/>
              </a:xfrm>
              <a:custGeom>
                <a:avLst/>
                <a:gdLst>
                  <a:gd name="T0" fmla="*/ 21 w 4"/>
                  <a:gd name="T1" fmla="*/ 5 h 3"/>
                  <a:gd name="T2" fmla="*/ 0 w 4"/>
                  <a:gd name="T3" fmla="*/ 13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3" y="0"/>
                      <a:pt x="1" y="2"/>
                      <a:pt x="0" y="3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429" name="Freeform 546">
                <a:extLst>
                  <a:ext uri="{FF2B5EF4-FFF2-40B4-BE49-F238E27FC236}">
                    <a16:creationId xmlns:a16="http://schemas.microsoft.com/office/drawing/2014/main" id="{4D233B17-0855-43C6-B22E-68E0E468E5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8" y="2508"/>
                <a:ext cx="33" cy="45"/>
              </a:xfrm>
              <a:custGeom>
                <a:avLst/>
                <a:gdLst>
                  <a:gd name="T0" fmla="*/ 89 w 20"/>
                  <a:gd name="T1" fmla="*/ 0 h 28"/>
                  <a:gd name="T2" fmla="*/ 50 w 20"/>
                  <a:gd name="T3" fmla="*/ 88 h 28"/>
                  <a:gd name="T4" fmla="*/ 0 w 20"/>
                  <a:gd name="T5" fmla="*/ 116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28">
                    <a:moveTo>
                      <a:pt x="20" y="0"/>
                    </a:moveTo>
                    <a:cubicBezTo>
                      <a:pt x="19" y="10"/>
                      <a:pt x="14" y="14"/>
                      <a:pt x="11" y="21"/>
                    </a:cubicBezTo>
                    <a:cubicBezTo>
                      <a:pt x="9" y="27"/>
                      <a:pt x="3" y="24"/>
                      <a:pt x="0" y="28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430" name="Freeform 547">
                <a:extLst>
                  <a:ext uri="{FF2B5EF4-FFF2-40B4-BE49-F238E27FC236}">
                    <a16:creationId xmlns:a16="http://schemas.microsoft.com/office/drawing/2014/main" id="{742800F9-A9F1-4217-B20D-B18B9DC30F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1" y="2496"/>
                <a:ext cx="23" cy="41"/>
              </a:xfrm>
              <a:custGeom>
                <a:avLst/>
                <a:gdLst>
                  <a:gd name="T0" fmla="*/ 62 w 14"/>
                  <a:gd name="T1" fmla="*/ 0 h 25"/>
                  <a:gd name="T2" fmla="*/ 26 w 14"/>
                  <a:gd name="T3" fmla="*/ 97 h 25"/>
                  <a:gd name="T4" fmla="*/ 0 w 14"/>
                  <a:gd name="T5" fmla="*/ 110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25">
                    <a:moveTo>
                      <a:pt x="14" y="0"/>
                    </a:moveTo>
                    <a:cubicBezTo>
                      <a:pt x="13" y="6"/>
                      <a:pt x="9" y="21"/>
                      <a:pt x="6" y="22"/>
                    </a:cubicBezTo>
                    <a:cubicBezTo>
                      <a:pt x="3" y="23"/>
                      <a:pt x="1" y="21"/>
                      <a:pt x="0" y="25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431" name="Freeform 548">
                <a:extLst>
                  <a:ext uri="{FF2B5EF4-FFF2-40B4-BE49-F238E27FC236}">
                    <a16:creationId xmlns:a16="http://schemas.microsoft.com/office/drawing/2014/main" id="{886B1480-53B1-4644-B6DC-9E648777A9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8" y="2547"/>
                <a:ext cx="4" cy="16"/>
              </a:xfrm>
              <a:custGeom>
                <a:avLst/>
                <a:gdLst>
                  <a:gd name="T0" fmla="*/ 0 w 2"/>
                  <a:gd name="T1" fmla="*/ 0 h 10"/>
                  <a:gd name="T2" fmla="*/ 8 w 2"/>
                  <a:gd name="T3" fmla="*/ 42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0">
                    <a:moveTo>
                      <a:pt x="0" y="0"/>
                    </a:moveTo>
                    <a:cubicBezTo>
                      <a:pt x="2" y="1"/>
                      <a:pt x="1" y="8"/>
                      <a:pt x="1" y="10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432" name="Freeform 549">
                <a:extLst>
                  <a:ext uri="{FF2B5EF4-FFF2-40B4-BE49-F238E27FC236}">
                    <a16:creationId xmlns:a16="http://schemas.microsoft.com/office/drawing/2014/main" id="{9D06EE2C-F0D4-4F39-94C1-A454763053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3" y="3828"/>
                <a:ext cx="6" cy="34"/>
              </a:xfrm>
              <a:custGeom>
                <a:avLst/>
                <a:gdLst>
                  <a:gd name="T0" fmla="*/ 0 w 4"/>
                  <a:gd name="T1" fmla="*/ 0 h 21"/>
                  <a:gd name="T2" fmla="*/ 14 w 4"/>
                  <a:gd name="T3" fmla="*/ 89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1">
                    <a:moveTo>
                      <a:pt x="0" y="0"/>
                    </a:moveTo>
                    <a:cubicBezTo>
                      <a:pt x="0" y="8"/>
                      <a:pt x="4" y="21"/>
                      <a:pt x="4" y="21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433" name="Freeform 550">
                <a:extLst>
                  <a:ext uri="{FF2B5EF4-FFF2-40B4-BE49-F238E27FC236}">
                    <a16:creationId xmlns:a16="http://schemas.microsoft.com/office/drawing/2014/main" id="{335A55CB-8C85-4578-A626-E67A2C44F1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5" y="2013"/>
                <a:ext cx="41" cy="34"/>
              </a:xfrm>
              <a:custGeom>
                <a:avLst/>
                <a:gdLst>
                  <a:gd name="T0" fmla="*/ 0 w 25"/>
                  <a:gd name="T1" fmla="*/ 60 h 21"/>
                  <a:gd name="T2" fmla="*/ 89 w 25"/>
                  <a:gd name="T3" fmla="*/ 89 h 21"/>
                  <a:gd name="T4" fmla="*/ 0 w 25"/>
                  <a:gd name="T5" fmla="*/ 55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21">
                    <a:moveTo>
                      <a:pt x="0" y="14"/>
                    </a:moveTo>
                    <a:cubicBezTo>
                      <a:pt x="6" y="8"/>
                      <a:pt x="17" y="11"/>
                      <a:pt x="20" y="21"/>
                    </a:cubicBezTo>
                    <a:cubicBezTo>
                      <a:pt x="25" y="14"/>
                      <a:pt x="4" y="0"/>
                      <a:pt x="0" y="13"/>
                    </a:cubicBezTo>
                  </a:path>
                </a:pathLst>
              </a:custGeom>
              <a:solidFill>
                <a:srgbClr val="C1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434" name="Freeform 551">
                <a:extLst>
                  <a:ext uri="{FF2B5EF4-FFF2-40B4-BE49-F238E27FC236}">
                    <a16:creationId xmlns:a16="http://schemas.microsoft.com/office/drawing/2014/main" id="{BDE1829F-C7A8-49CD-9759-C2705BB38B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8" y="3963"/>
                <a:ext cx="23" cy="16"/>
              </a:xfrm>
              <a:custGeom>
                <a:avLst/>
                <a:gdLst>
                  <a:gd name="T0" fmla="*/ 21 w 14"/>
                  <a:gd name="T1" fmla="*/ 5 h 10"/>
                  <a:gd name="T2" fmla="*/ 54 w 14"/>
                  <a:gd name="T3" fmla="*/ 13 h 10"/>
                  <a:gd name="T4" fmla="*/ 21 w 14"/>
                  <a:gd name="T5" fmla="*/ 16 h 10"/>
                  <a:gd name="T6" fmla="*/ 5 w 14"/>
                  <a:gd name="T7" fmla="*/ 29 h 10"/>
                  <a:gd name="T8" fmla="*/ 49 w 14"/>
                  <a:gd name="T9" fmla="*/ 42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0">
                    <a:moveTo>
                      <a:pt x="5" y="1"/>
                    </a:moveTo>
                    <a:cubicBezTo>
                      <a:pt x="8" y="2"/>
                      <a:pt x="11" y="0"/>
                      <a:pt x="12" y="3"/>
                    </a:cubicBezTo>
                    <a:cubicBezTo>
                      <a:pt x="14" y="9"/>
                      <a:pt x="6" y="5"/>
                      <a:pt x="5" y="4"/>
                    </a:cubicBezTo>
                    <a:cubicBezTo>
                      <a:pt x="4" y="4"/>
                      <a:pt x="0" y="4"/>
                      <a:pt x="1" y="7"/>
                    </a:cubicBezTo>
                    <a:cubicBezTo>
                      <a:pt x="1" y="10"/>
                      <a:pt x="9" y="9"/>
                      <a:pt x="11" y="10"/>
                    </a:cubicBezTo>
                  </a:path>
                </a:pathLst>
              </a:custGeom>
              <a:noFill/>
              <a:ln w="4763" cap="flat">
                <a:solidFill>
                  <a:srgbClr val="A961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435" name="Freeform 552">
                <a:extLst>
                  <a:ext uri="{FF2B5EF4-FFF2-40B4-BE49-F238E27FC236}">
                    <a16:creationId xmlns:a16="http://schemas.microsoft.com/office/drawing/2014/main" id="{FC00E107-D888-4716-8CC4-F9ECF8CC83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7" y="3965"/>
                <a:ext cx="13" cy="13"/>
              </a:xfrm>
              <a:custGeom>
                <a:avLst/>
                <a:gdLst>
                  <a:gd name="T0" fmla="*/ 34 w 8"/>
                  <a:gd name="T1" fmla="*/ 21 h 8"/>
                  <a:gd name="T2" fmla="*/ 0 w 8"/>
                  <a:gd name="T3" fmla="*/ 5 h 8"/>
                  <a:gd name="T4" fmla="*/ 21 w 8"/>
                  <a:gd name="T5" fmla="*/ 34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8">
                    <a:moveTo>
                      <a:pt x="8" y="5"/>
                    </a:moveTo>
                    <a:cubicBezTo>
                      <a:pt x="7" y="2"/>
                      <a:pt x="3" y="0"/>
                      <a:pt x="0" y="1"/>
                    </a:cubicBezTo>
                    <a:cubicBezTo>
                      <a:pt x="0" y="4"/>
                      <a:pt x="2" y="7"/>
                      <a:pt x="5" y="8"/>
                    </a:cubicBezTo>
                  </a:path>
                </a:pathLst>
              </a:custGeom>
              <a:noFill/>
              <a:ln w="4763" cap="flat">
                <a:solidFill>
                  <a:srgbClr val="A961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436" name="Freeform 553">
                <a:extLst>
                  <a:ext uri="{FF2B5EF4-FFF2-40B4-BE49-F238E27FC236}">
                    <a16:creationId xmlns:a16="http://schemas.microsoft.com/office/drawing/2014/main" id="{D95E4F56-0312-4D17-8353-5500460394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6" y="3953"/>
                <a:ext cx="8" cy="9"/>
              </a:xfrm>
              <a:custGeom>
                <a:avLst/>
                <a:gdLst>
                  <a:gd name="T0" fmla="*/ 21 w 5"/>
                  <a:gd name="T1" fmla="*/ 29 h 5"/>
                  <a:gd name="T2" fmla="*/ 0 w 5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5">
                    <a:moveTo>
                      <a:pt x="5" y="5"/>
                    </a:moveTo>
                    <a:cubicBezTo>
                      <a:pt x="4" y="2"/>
                      <a:pt x="2" y="1"/>
                      <a:pt x="0" y="0"/>
                    </a:cubicBezTo>
                  </a:path>
                </a:pathLst>
              </a:custGeom>
              <a:noFill/>
              <a:ln w="4763" cap="flat">
                <a:solidFill>
                  <a:srgbClr val="A961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437" name="Freeform 554">
                <a:extLst>
                  <a:ext uri="{FF2B5EF4-FFF2-40B4-BE49-F238E27FC236}">
                    <a16:creationId xmlns:a16="http://schemas.microsoft.com/office/drawing/2014/main" id="{BC69CBBE-1BD1-4223-BB7A-B4CE7DAF4C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7" y="3962"/>
                <a:ext cx="16" cy="13"/>
              </a:xfrm>
              <a:custGeom>
                <a:avLst/>
                <a:gdLst>
                  <a:gd name="T0" fmla="*/ 5 w 10"/>
                  <a:gd name="T1" fmla="*/ 13 h 8"/>
                  <a:gd name="T2" fmla="*/ 35 w 10"/>
                  <a:gd name="T3" fmla="*/ 18 h 8"/>
                  <a:gd name="T4" fmla="*/ 0 w 10"/>
                  <a:gd name="T5" fmla="*/ 29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8">
                    <a:moveTo>
                      <a:pt x="1" y="3"/>
                    </a:moveTo>
                    <a:cubicBezTo>
                      <a:pt x="3" y="2"/>
                      <a:pt x="10" y="0"/>
                      <a:pt x="9" y="4"/>
                    </a:cubicBezTo>
                    <a:cubicBezTo>
                      <a:pt x="8" y="8"/>
                      <a:pt x="2" y="7"/>
                      <a:pt x="0" y="7"/>
                    </a:cubicBezTo>
                  </a:path>
                </a:pathLst>
              </a:custGeom>
              <a:noFill/>
              <a:ln w="4763" cap="flat">
                <a:solidFill>
                  <a:srgbClr val="A961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438" name="Freeform 555">
                <a:extLst>
                  <a:ext uri="{FF2B5EF4-FFF2-40B4-BE49-F238E27FC236}">
                    <a16:creationId xmlns:a16="http://schemas.microsoft.com/office/drawing/2014/main" id="{A624B358-552A-4DA8-B2AF-FDBC5ACFAF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6" y="3962"/>
                <a:ext cx="13" cy="6"/>
              </a:xfrm>
              <a:custGeom>
                <a:avLst/>
                <a:gdLst>
                  <a:gd name="T0" fmla="*/ 34 w 8"/>
                  <a:gd name="T1" fmla="*/ 0 h 4"/>
                  <a:gd name="T2" fmla="*/ 0 w 8"/>
                  <a:gd name="T3" fmla="*/ 14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4">
                    <a:moveTo>
                      <a:pt x="8" y="0"/>
                    </a:moveTo>
                    <a:cubicBezTo>
                      <a:pt x="5" y="1"/>
                      <a:pt x="2" y="2"/>
                      <a:pt x="0" y="4"/>
                    </a:cubicBezTo>
                  </a:path>
                </a:pathLst>
              </a:custGeom>
              <a:noFill/>
              <a:ln w="4763" cap="flat">
                <a:solidFill>
                  <a:srgbClr val="A961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439" name="Freeform 556">
                <a:extLst>
                  <a:ext uri="{FF2B5EF4-FFF2-40B4-BE49-F238E27FC236}">
                    <a16:creationId xmlns:a16="http://schemas.microsoft.com/office/drawing/2014/main" id="{7562D445-E08D-46A9-8A74-45C41EFD59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0" y="3955"/>
                <a:ext cx="13" cy="5"/>
              </a:xfrm>
              <a:custGeom>
                <a:avLst/>
                <a:gdLst>
                  <a:gd name="T0" fmla="*/ 34 w 8"/>
                  <a:gd name="T1" fmla="*/ 0 h 3"/>
                  <a:gd name="T2" fmla="*/ 0 w 8"/>
                  <a:gd name="T3" fmla="*/ 13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3">
                    <a:moveTo>
                      <a:pt x="8" y="0"/>
                    </a:moveTo>
                    <a:cubicBezTo>
                      <a:pt x="5" y="0"/>
                      <a:pt x="2" y="1"/>
                      <a:pt x="0" y="3"/>
                    </a:cubicBezTo>
                  </a:path>
                </a:pathLst>
              </a:custGeom>
              <a:noFill/>
              <a:ln w="4763" cap="flat">
                <a:solidFill>
                  <a:srgbClr val="A961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440" name="Freeform 557">
                <a:extLst>
                  <a:ext uri="{FF2B5EF4-FFF2-40B4-BE49-F238E27FC236}">
                    <a16:creationId xmlns:a16="http://schemas.microsoft.com/office/drawing/2014/main" id="{1FE951C9-3B3B-4654-B8A1-CE11A99321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1" y="1611"/>
                <a:ext cx="145" cy="182"/>
              </a:xfrm>
              <a:custGeom>
                <a:avLst/>
                <a:gdLst>
                  <a:gd name="T0" fmla="*/ 316 w 89"/>
                  <a:gd name="T1" fmla="*/ 0 h 112"/>
                  <a:gd name="T2" fmla="*/ 0 w 89"/>
                  <a:gd name="T3" fmla="*/ 335 h 112"/>
                  <a:gd name="T4" fmla="*/ 316 w 89"/>
                  <a:gd name="T5" fmla="*/ 0 h 1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9" h="112">
                    <a:moveTo>
                      <a:pt x="73" y="0"/>
                    </a:moveTo>
                    <a:cubicBezTo>
                      <a:pt x="73" y="0"/>
                      <a:pt x="89" y="112"/>
                      <a:pt x="0" y="78"/>
                    </a:cubicBezTo>
                    <a:cubicBezTo>
                      <a:pt x="0" y="78"/>
                      <a:pt x="81" y="108"/>
                      <a:pt x="73" y="0"/>
                    </a:cubicBezTo>
                    <a:close/>
                  </a:path>
                </a:pathLst>
              </a:custGeom>
              <a:solidFill>
                <a:srgbClr val="8E4C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441" name="Freeform 558">
                <a:extLst>
                  <a:ext uri="{FF2B5EF4-FFF2-40B4-BE49-F238E27FC236}">
                    <a16:creationId xmlns:a16="http://schemas.microsoft.com/office/drawing/2014/main" id="{66C65F2C-1E52-424D-BFE2-4EC19944BD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8" y="1624"/>
                <a:ext cx="139" cy="174"/>
              </a:xfrm>
              <a:custGeom>
                <a:avLst/>
                <a:gdLst>
                  <a:gd name="T0" fmla="*/ 41 w 85"/>
                  <a:gd name="T1" fmla="*/ 0 h 107"/>
                  <a:gd name="T2" fmla="*/ 371 w 85"/>
                  <a:gd name="T3" fmla="*/ 288 h 107"/>
                  <a:gd name="T4" fmla="*/ 41 w 85"/>
                  <a:gd name="T5" fmla="*/ 0 h 10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5" h="107">
                    <a:moveTo>
                      <a:pt x="9" y="0"/>
                    </a:moveTo>
                    <a:cubicBezTo>
                      <a:pt x="9" y="0"/>
                      <a:pt x="0" y="107"/>
                      <a:pt x="85" y="67"/>
                    </a:cubicBezTo>
                    <a:cubicBezTo>
                      <a:pt x="85" y="67"/>
                      <a:pt x="12" y="104"/>
                      <a:pt x="9" y="0"/>
                    </a:cubicBezTo>
                    <a:close/>
                  </a:path>
                </a:pathLst>
              </a:custGeom>
              <a:solidFill>
                <a:srgbClr val="8E4C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442" name="Freeform 559">
                <a:extLst>
                  <a:ext uri="{FF2B5EF4-FFF2-40B4-BE49-F238E27FC236}">
                    <a16:creationId xmlns:a16="http://schemas.microsoft.com/office/drawing/2014/main" id="{E85EE106-E7EA-40F3-8B73-FA66369682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7" y="2007"/>
                <a:ext cx="92" cy="29"/>
              </a:xfrm>
              <a:custGeom>
                <a:avLst/>
                <a:gdLst>
                  <a:gd name="T0" fmla="*/ 0 w 56"/>
                  <a:gd name="T1" fmla="*/ 76 h 18"/>
                  <a:gd name="T2" fmla="*/ 54 w 56"/>
                  <a:gd name="T3" fmla="*/ 71 h 18"/>
                  <a:gd name="T4" fmla="*/ 151 w 56"/>
                  <a:gd name="T5" fmla="*/ 34 h 18"/>
                  <a:gd name="T6" fmla="*/ 248 w 56"/>
                  <a:gd name="T7" fmla="*/ 8 h 18"/>
                  <a:gd name="T8" fmla="*/ 125 w 56"/>
                  <a:gd name="T9" fmla="*/ 55 h 18"/>
                  <a:gd name="T10" fmla="*/ 5 w 56"/>
                  <a:gd name="T11" fmla="*/ 68 h 1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6" h="18">
                    <a:moveTo>
                      <a:pt x="0" y="18"/>
                    </a:moveTo>
                    <a:cubicBezTo>
                      <a:pt x="3" y="16"/>
                      <a:pt x="8" y="18"/>
                      <a:pt x="12" y="17"/>
                    </a:cubicBezTo>
                    <a:cubicBezTo>
                      <a:pt x="20" y="16"/>
                      <a:pt x="27" y="12"/>
                      <a:pt x="34" y="8"/>
                    </a:cubicBezTo>
                    <a:cubicBezTo>
                      <a:pt x="42" y="4"/>
                      <a:pt x="49" y="4"/>
                      <a:pt x="56" y="2"/>
                    </a:cubicBezTo>
                    <a:cubicBezTo>
                      <a:pt x="47" y="0"/>
                      <a:pt x="37" y="10"/>
                      <a:pt x="28" y="13"/>
                    </a:cubicBezTo>
                    <a:cubicBezTo>
                      <a:pt x="20" y="16"/>
                      <a:pt x="10" y="17"/>
                      <a:pt x="1" y="16"/>
                    </a:cubicBezTo>
                  </a:path>
                </a:pathLst>
              </a:custGeom>
              <a:solidFill>
                <a:srgbClr val="8E4C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443" name="Freeform 560">
                <a:extLst>
                  <a:ext uri="{FF2B5EF4-FFF2-40B4-BE49-F238E27FC236}">
                    <a16:creationId xmlns:a16="http://schemas.microsoft.com/office/drawing/2014/main" id="{1E007864-2E03-48CA-B5BD-DDF8DF2D92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4" y="2007"/>
                <a:ext cx="92" cy="30"/>
              </a:xfrm>
              <a:custGeom>
                <a:avLst/>
                <a:gdLst>
                  <a:gd name="T0" fmla="*/ 248 w 56"/>
                  <a:gd name="T1" fmla="*/ 68 h 19"/>
                  <a:gd name="T2" fmla="*/ 97 w 56"/>
                  <a:gd name="T3" fmla="*/ 35 h 19"/>
                  <a:gd name="T4" fmla="*/ 0 w 56"/>
                  <a:gd name="T5" fmla="*/ 0 h 19"/>
                  <a:gd name="T6" fmla="*/ 227 w 56"/>
                  <a:gd name="T7" fmla="*/ 69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6" h="19">
                    <a:moveTo>
                      <a:pt x="56" y="17"/>
                    </a:moveTo>
                    <a:cubicBezTo>
                      <a:pt x="43" y="17"/>
                      <a:pt x="34" y="14"/>
                      <a:pt x="22" y="9"/>
                    </a:cubicBezTo>
                    <a:cubicBezTo>
                      <a:pt x="15" y="6"/>
                      <a:pt x="7" y="4"/>
                      <a:pt x="0" y="0"/>
                    </a:cubicBezTo>
                    <a:cubicBezTo>
                      <a:pt x="16" y="14"/>
                      <a:pt x="32" y="19"/>
                      <a:pt x="51" y="18"/>
                    </a:cubicBezTo>
                  </a:path>
                </a:pathLst>
              </a:custGeom>
              <a:solidFill>
                <a:srgbClr val="8E4C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444" name="Freeform 561">
                <a:extLst>
                  <a:ext uri="{FF2B5EF4-FFF2-40B4-BE49-F238E27FC236}">
                    <a16:creationId xmlns:a16="http://schemas.microsoft.com/office/drawing/2014/main" id="{4D886345-19AF-433A-91DF-D938F6C2ED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1" y="2335"/>
                <a:ext cx="142" cy="88"/>
              </a:xfrm>
              <a:custGeom>
                <a:avLst/>
                <a:gdLst>
                  <a:gd name="T0" fmla="*/ 379 w 87"/>
                  <a:gd name="T1" fmla="*/ 233 h 54"/>
                  <a:gd name="T2" fmla="*/ 0 w 87"/>
                  <a:gd name="T3" fmla="*/ 21 h 54"/>
                  <a:gd name="T4" fmla="*/ 184 w 87"/>
                  <a:gd name="T5" fmla="*/ 96 h 54"/>
                  <a:gd name="T6" fmla="*/ 359 w 87"/>
                  <a:gd name="T7" fmla="*/ 215 h 5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7" h="54">
                    <a:moveTo>
                      <a:pt x="87" y="54"/>
                    </a:moveTo>
                    <a:cubicBezTo>
                      <a:pt x="65" y="33"/>
                      <a:pt x="33" y="0"/>
                      <a:pt x="0" y="5"/>
                    </a:cubicBezTo>
                    <a:cubicBezTo>
                      <a:pt x="13" y="13"/>
                      <a:pt x="28" y="15"/>
                      <a:pt x="42" y="22"/>
                    </a:cubicBezTo>
                    <a:cubicBezTo>
                      <a:pt x="53" y="27"/>
                      <a:pt x="76" y="39"/>
                      <a:pt x="83" y="50"/>
                    </a:cubicBezTo>
                  </a:path>
                </a:pathLst>
              </a:custGeom>
              <a:solidFill>
                <a:srgbClr val="8E4C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445" name="Freeform 562">
                <a:extLst>
                  <a:ext uri="{FF2B5EF4-FFF2-40B4-BE49-F238E27FC236}">
                    <a16:creationId xmlns:a16="http://schemas.microsoft.com/office/drawing/2014/main" id="{6C92D977-5422-436E-9144-D44D3ED044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5" y="2338"/>
                <a:ext cx="154" cy="95"/>
              </a:xfrm>
              <a:custGeom>
                <a:avLst/>
                <a:gdLst>
                  <a:gd name="T0" fmla="*/ 43 w 94"/>
                  <a:gd name="T1" fmla="*/ 226 h 58"/>
                  <a:gd name="T2" fmla="*/ 413 w 94"/>
                  <a:gd name="T3" fmla="*/ 41 h 58"/>
                  <a:gd name="T4" fmla="*/ 215 w 94"/>
                  <a:gd name="T5" fmla="*/ 131 h 58"/>
                  <a:gd name="T6" fmla="*/ 0 w 94"/>
                  <a:gd name="T7" fmla="*/ 256 h 5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4" h="58">
                    <a:moveTo>
                      <a:pt x="10" y="51"/>
                    </a:moveTo>
                    <a:cubicBezTo>
                      <a:pt x="24" y="33"/>
                      <a:pt x="68" y="0"/>
                      <a:pt x="94" y="9"/>
                    </a:cubicBezTo>
                    <a:cubicBezTo>
                      <a:pt x="81" y="10"/>
                      <a:pt x="61" y="24"/>
                      <a:pt x="49" y="30"/>
                    </a:cubicBezTo>
                    <a:cubicBezTo>
                      <a:pt x="32" y="38"/>
                      <a:pt x="15" y="48"/>
                      <a:pt x="0" y="58"/>
                    </a:cubicBezTo>
                  </a:path>
                </a:pathLst>
              </a:custGeom>
              <a:solidFill>
                <a:srgbClr val="8E4C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446" name="Freeform 563">
                <a:extLst>
                  <a:ext uri="{FF2B5EF4-FFF2-40B4-BE49-F238E27FC236}">
                    <a16:creationId xmlns:a16="http://schemas.microsoft.com/office/drawing/2014/main" id="{71079395-7BC9-457B-A79D-2B5F3B217C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0" y="2369"/>
                <a:ext cx="95" cy="59"/>
              </a:xfrm>
              <a:custGeom>
                <a:avLst/>
                <a:gdLst>
                  <a:gd name="T0" fmla="*/ 0 w 58"/>
                  <a:gd name="T1" fmla="*/ 159 h 36"/>
                  <a:gd name="T2" fmla="*/ 105 w 58"/>
                  <a:gd name="T3" fmla="*/ 84 h 36"/>
                  <a:gd name="T4" fmla="*/ 256 w 58"/>
                  <a:gd name="T5" fmla="*/ 0 h 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8" h="36">
                    <a:moveTo>
                      <a:pt x="0" y="36"/>
                    </a:moveTo>
                    <a:cubicBezTo>
                      <a:pt x="8" y="32"/>
                      <a:pt x="16" y="24"/>
                      <a:pt x="24" y="19"/>
                    </a:cubicBezTo>
                    <a:cubicBezTo>
                      <a:pt x="34" y="12"/>
                      <a:pt x="46" y="3"/>
                      <a:pt x="58" y="0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447" name="Freeform 564">
                <a:extLst>
                  <a:ext uri="{FF2B5EF4-FFF2-40B4-BE49-F238E27FC236}">
                    <a16:creationId xmlns:a16="http://schemas.microsoft.com/office/drawing/2014/main" id="{777F2DDC-2D7C-4D9D-ADB9-40A74EBC36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2" y="2355"/>
                <a:ext cx="113" cy="74"/>
              </a:xfrm>
              <a:custGeom>
                <a:avLst/>
                <a:gdLst>
                  <a:gd name="T0" fmla="*/ 303 w 69"/>
                  <a:gd name="T1" fmla="*/ 191 h 46"/>
                  <a:gd name="T2" fmla="*/ 255 w 69"/>
                  <a:gd name="T3" fmla="*/ 142 h 46"/>
                  <a:gd name="T4" fmla="*/ 172 w 69"/>
                  <a:gd name="T5" fmla="*/ 80 h 46"/>
                  <a:gd name="T6" fmla="*/ 88 w 69"/>
                  <a:gd name="T7" fmla="*/ 29 h 46"/>
                  <a:gd name="T8" fmla="*/ 0 w 69"/>
                  <a:gd name="T9" fmla="*/ 0 h 4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9" h="46">
                    <a:moveTo>
                      <a:pt x="69" y="46"/>
                    </a:moveTo>
                    <a:cubicBezTo>
                      <a:pt x="68" y="42"/>
                      <a:pt x="61" y="37"/>
                      <a:pt x="58" y="34"/>
                    </a:cubicBezTo>
                    <a:cubicBezTo>
                      <a:pt x="52" y="28"/>
                      <a:pt x="45" y="24"/>
                      <a:pt x="39" y="19"/>
                    </a:cubicBezTo>
                    <a:cubicBezTo>
                      <a:pt x="33" y="15"/>
                      <a:pt x="26" y="10"/>
                      <a:pt x="20" y="7"/>
                    </a:cubicBezTo>
                    <a:cubicBezTo>
                      <a:pt x="13" y="4"/>
                      <a:pt x="6" y="3"/>
                      <a:pt x="0" y="0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448" name="Freeform 565">
                <a:extLst>
                  <a:ext uri="{FF2B5EF4-FFF2-40B4-BE49-F238E27FC236}">
                    <a16:creationId xmlns:a16="http://schemas.microsoft.com/office/drawing/2014/main" id="{FE6D8F4B-FFDE-423A-B252-F49FBCAAA6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2" y="3116"/>
                <a:ext cx="78" cy="40"/>
              </a:xfrm>
              <a:custGeom>
                <a:avLst/>
                <a:gdLst>
                  <a:gd name="T0" fmla="*/ 18 w 48"/>
                  <a:gd name="T1" fmla="*/ 0 h 25"/>
                  <a:gd name="T2" fmla="*/ 206 w 48"/>
                  <a:gd name="T3" fmla="*/ 5 h 25"/>
                  <a:gd name="T4" fmla="*/ 0 w 48"/>
                  <a:gd name="T5" fmla="*/ 13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8" h="25">
                    <a:moveTo>
                      <a:pt x="4" y="0"/>
                    </a:moveTo>
                    <a:cubicBezTo>
                      <a:pt x="17" y="6"/>
                      <a:pt x="35" y="17"/>
                      <a:pt x="48" y="1"/>
                    </a:cubicBezTo>
                    <a:cubicBezTo>
                      <a:pt x="41" y="25"/>
                      <a:pt x="11" y="17"/>
                      <a:pt x="0" y="3"/>
                    </a:cubicBezTo>
                  </a:path>
                </a:pathLst>
              </a:custGeom>
              <a:solidFill>
                <a:srgbClr val="8E4C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449" name="Freeform 566">
                <a:extLst>
                  <a:ext uri="{FF2B5EF4-FFF2-40B4-BE49-F238E27FC236}">
                    <a16:creationId xmlns:a16="http://schemas.microsoft.com/office/drawing/2014/main" id="{6C77796F-1BB6-47C6-B8A7-2B0F55D8B5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1" y="3111"/>
                <a:ext cx="72" cy="34"/>
              </a:xfrm>
              <a:custGeom>
                <a:avLst/>
                <a:gdLst>
                  <a:gd name="T0" fmla="*/ 0 w 44"/>
                  <a:gd name="T1" fmla="*/ 0 h 21"/>
                  <a:gd name="T2" fmla="*/ 193 w 44"/>
                  <a:gd name="T3" fmla="*/ 29 h 21"/>
                  <a:gd name="T4" fmla="*/ 18 w 44"/>
                  <a:gd name="T5" fmla="*/ 13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4" h="21">
                    <a:moveTo>
                      <a:pt x="0" y="0"/>
                    </a:moveTo>
                    <a:cubicBezTo>
                      <a:pt x="12" y="4"/>
                      <a:pt x="32" y="18"/>
                      <a:pt x="44" y="7"/>
                    </a:cubicBezTo>
                    <a:cubicBezTo>
                      <a:pt x="32" y="13"/>
                      <a:pt x="12" y="21"/>
                      <a:pt x="4" y="3"/>
                    </a:cubicBezTo>
                  </a:path>
                </a:pathLst>
              </a:custGeom>
              <a:solidFill>
                <a:srgbClr val="8E4C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450" name="Freeform 567">
                <a:extLst>
                  <a:ext uri="{FF2B5EF4-FFF2-40B4-BE49-F238E27FC236}">
                    <a16:creationId xmlns:a16="http://schemas.microsoft.com/office/drawing/2014/main" id="{AE70491F-3854-4FBD-B685-AC8432888C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3" y="3007"/>
                <a:ext cx="41" cy="26"/>
              </a:xfrm>
              <a:custGeom>
                <a:avLst/>
                <a:gdLst>
                  <a:gd name="T0" fmla="*/ 0 w 25"/>
                  <a:gd name="T1" fmla="*/ 60 h 16"/>
                  <a:gd name="T2" fmla="*/ 110 w 25"/>
                  <a:gd name="T3" fmla="*/ 68 h 16"/>
                  <a:gd name="T4" fmla="*/ 5 w 25"/>
                  <a:gd name="T5" fmla="*/ 39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16">
                    <a:moveTo>
                      <a:pt x="0" y="14"/>
                    </a:moveTo>
                    <a:cubicBezTo>
                      <a:pt x="10" y="8"/>
                      <a:pt x="16" y="7"/>
                      <a:pt x="25" y="16"/>
                    </a:cubicBezTo>
                    <a:cubicBezTo>
                      <a:pt x="20" y="8"/>
                      <a:pt x="8" y="0"/>
                      <a:pt x="1" y="9"/>
                    </a:cubicBezTo>
                  </a:path>
                </a:pathLst>
              </a:custGeom>
              <a:solidFill>
                <a:srgbClr val="8E4C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451" name="Freeform 568">
                <a:extLst>
                  <a:ext uri="{FF2B5EF4-FFF2-40B4-BE49-F238E27FC236}">
                    <a16:creationId xmlns:a16="http://schemas.microsoft.com/office/drawing/2014/main" id="{5E45B94E-F634-4FAC-94A5-424B273CC8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7" y="3005"/>
                <a:ext cx="48" cy="23"/>
              </a:xfrm>
              <a:custGeom>
                <a:avLst/>
                <a:gdLst>
                  <a:gd name="T0" fmla="*/ 5 w 29"/>
                  <a:gd name="T1" fmla="*/ 43 h 14"/>
                  <a:gd name="T2" fmla="*/ 131 w 29"/>
                  <a:gd name="T3" fmla="*/ 62 h 14"/>
                  <a:gd name="T4" fmla="*/ 0 w 29"/>
                  <a:gd name="T5" fmla="*/ 35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9" h="14">
                    <a:moveTo>
                      <a:pt x="1" y="10"/>
                    </a:moveTo>
                    <a:cubicBezTo>
                      <a:pt x="11" y="5"/>
                      <a:pt x="22" y="6"/>
                      <a:pt x="29" y="14"/>
                    </a:cubicBezTo>
                    <a:cubicBezTo>
                      <a:pt x="23" y="0"/>
                      <a:pt x="10" y="1"/>
                      <a:pt x="0" y="8"/>
                    </a:cubicBezTo>
                  </a:path>
                </a:pathLst>
              </a:custGeom>
              <a:solidFill>
                <a:srgbClr val="8E4C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452" name="Freeform 569">
                <a:extLst>
                  <a:ext uri="{FF2B5EF4-FFF2-40B4-BE49-F238E27FC236}">
                    <a16:creationId xmlns:a16="http://schemas.microsoft.com/office/drawing/2014/main" id="{7E85CB2C-41AD-46D1-8234-69A5169412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8" y="1397"/>
                <a:ext cx="26" cy="205"/>
              </a:xfrm>
              <a:custGeom>
                <a:avLst/>
                <a:gdLst>
                  <a:gd name="T0" fmla="*/ 0 w 16"/>
                  <a:gd name="T1" fmla="*/ 543 h 126"/>
                  <a:gd name="T2" fmla="*/ 60 w 16"/>
                  <a:gd name="T3" fmla="*/ 220 h 126"/>
                  <a:gd name="T4" fmla="*/ 0 w 16"/>
                  <a:gd name="T5" fmla="*/ 0 h 1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126">
                    <a:moveTo>
                      <a:pt x="0" y="126"/>
                    </a:moveTo>
                    <a:cubicBezTo>
                      <a:pt x="3" y="110"/>
                      <a:pt x="12" y="68"/>
                      <a:pt x="14" y="51"/>
                    </a:cubicBezTo>
                    <a:cubicBezTo>
                      <a:pt x="16" y="35"/>
                      <a:pt x="3" y="24"/>
                      <a:pt x="0" y="0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453" name="Freeform 570">
                <a:extLst>
                  <a:ext uri="{FF2B5EF4-FFF2-40B4-BE49-F238E27FC236}">
                    <a16:creationId xmlns:a16="http://schemas.microsoft.com/office/drawing/2014/main" id="{A0F455FD-51A3-4DA3-9CCC-4CBC19BEC5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2" y="1406"/>
                <a:ext cx="36" cy="189"/>
              </a:xfrm>
              <a:custGeom>
                <a:avLst/>
                <a:gdLst>
                  <a:gd name="T0" fmla="*/ 34 w 22"/>
                  <a:gd name="T1" fmla="*/ 0 h 116"/>
                  <a:gd name="T2" fmla="*/ 8 w 22"/>
                  <a:gd name="T3" fmla="*/ 181 h 116"/>
                  <a:gd name="T4" fmla="*/ 97 w 22"/>
                  <a:gd name="T5" fmla="*/ 502 h 1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116">
                    <a:moveTo>
                      <a:pt x="8" y="0"/>
                    </a:moveTo>
                    <a:cubicBezTo>
                      <a:pt x="8" y="11"/>
                      <a:pt x="0" y="29"/>
                      <a:pt x="2" y="42"/>
                    </a:cubicBezTo>
                    <a:cubicBezTo>
                      <a:pt x="5" y="67"/>
                      <a:pt x="20" y="92"/>
                      <a:pt x="22" y="116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454" name="Freeform 571">
                <a:extLst>
                  <a:ext uri="{FF2B5EF4-FFF2-40B4-BE49-F238E27FC236}">
                    <a16:creationId xmlns:a16="http://schemas.microsoft.com/office/drawing/2014/main" id="{94EC31AE-7A19-4D8A-BC4F-E5E1F8BF8D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6" y="1442"/>
                <a:ext cx="8" cy="34"/>
              </a:xfrm>
              <a:custGeom>
                <a:avLst/>
                <a:gdLst>
                  <a:gd name="T0" fmla="*/ 0 w 5"/>
                  <a:gd name="T1" fmla="*/ 89 h 21"/>
                  <a:gd name="T2" fmla="*/ 21 w 5"/>
                  <a:gd name="T3" fmla="*/ 0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21">
                    <a:moveTo>
                      <a:pt x="0" y="21"/>
                    </a:moveTo>
                    <a:cubicBezTo>
                      <a:pt x="1" y="13"/>
                      <a:pt x="0" y="6"/>
                      <a:pt x="5" y="0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455" name="Freeform 572">
                <a:extLst>
                  <a:ext uri="{FF2B5EF4-FFF2-40B4-BE49-F238E27FC236}">
                    <a16:creationId xmlns:a16="http://schemas.microsoft.com/office/drawing/2014/main" id="{3A9C75CE-10B8-4A9E-B095-228AB42FED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9" y="1431"/>
                <a:ext cx="18" cy="26"/>
              </a:xfrm>
              <a:custGeom>
                <a:avLst/>
                <a:gdLst>
                  <a:gd name="T0" fmla="*/ 47 w 11"/>
                  <a:gd name="T1" fmla="*/ 68 h 16"/>
                  <a:gd name="T2" fmla="*/ 0 w 11"/>
                  <a:gd name="T3" fmla="*/ 0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16">
                    <a:moveTo>
                      <a:pt x="11" y="16"/>
                    </a:moveTo>
                    <a:cubicBezTo>
                      <a:pt x="10" y="9"/>
                      <a:pt x="5" y="4"/>
                      <a:pt x="0" y="0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456" name="Freeform 573">
                <a:extLst>
                  <a:ext uri="{FF2B5EF4-FFF2-40B4-BE49-F238E27FC236}">
                    <a16:creationId xmlns:a16="http://schemas.microsoft.com/office/drawing/2014/main" id="{934899D1-79AB-4496-A935-FD8572E4E0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6" y="1110"/>
                <a:ext cx="90" cy="70"/>
              </a:xfrm>
              <a:custGeom>
                <a:avLst/>
                <a:gdLst>
                  <a:gd name="T0" fmla="*/ 0 w 55"/>
                  <a:gd name="T1" fmla="*/ 0 h 43"/>
                  <a:gd name="T2" fmla="*/ 56 w 55"/>
                  <a:gd name="T3" fmla="*/ 55 h 43"/>
                  <a:gd name="T4" fmla="*/ 101 w 55"/>
                  <a:gd name="T5" fmla="*/ 130 h 43"/>
                  <a:gd name="T6" fmla="*/ 241 w 55"/>
                  <a:gd name="T7" fmla="*/ 156 h 4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5" h="43">
                    <a:moveTo>
                      <a:pt x="0" y="0"/>
                    </a:moveTo>
                    <a:cubicBezTo>
                      <a:pt x="4" y="5"/>
                      <a:pt x="9" y="7"/>
                      <a:pt x="13" y="13"/>
                    </a:cubicBezTo>
                    <a:cubicBezTo>
                      <a:pt x="16" y="18"/>
                      <a:pt x="20" y="24"/>
                      <a:pt x="23" y="30"/>
                    </a:cubicBezTo>
                    <a:cubicBezTo>
                      <a:pt x="31" y="42"/>
                      <a:pt x="43" y="43"/>
                      <a:pt x="55" y="36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457" name="Freeform 574">
                <a:extLst>
                  <a:ext uri="{FF2B5EF4-FFF2-40B4-BE49-F238E27FC236}">
                    <a16:creationId xmlns:a16="http://schemas.microsoft.com/office/drawing/2014/main" id="{FB705935-6DE3-4121-AD1C-D16BC372C3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9" y="1105"/>
                <a:ext cx="48" cy="126"/>
              </a:xfrm>
              <a:custGeom>
                <a:avLst/>
                <a:gdLst>
                  <a:gd name="T0" fmla="*/ 0 w 29"/>
                  <a:gd name="T1" fmla="*/ 0 h 77"/>
                  <a:gd name="T2" fmla="*/ 83 w 29"/>
                  <a:gd name="T3" fmla="*/ 164 h 77"/>
                  <a:gd name="T4" fmla="*/ 131 w 29"/>
                  <a:gd name="T5" fmla="*/ 337 h 7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9" h="77">
                    <a:moveTo>
                      <a:pt x="0" y="0"/>
                    </a:moveTo>
                    <a:cubicBezTo>
                      <a:pt x="9" y="10"/>
                      <a:pt x="14" y="23"/>
                      <a:pt x="18" y="37"/>
                    </a:cubicBezTo>
                    <a:cubicBezTo>
                      <a:pt x="21" y="50"/>
                      <a:pt x="27" y="63"/>
                      <a:pt x="29" y="77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458" name="Freeform 575">
                <a:extLst>
                  <a:ext uri="{FF2B5EF4-FFF2-40B4-BE49-F238E27FC236}">
                    <a16:creationId xmlns:a16="http://schemas.microsoft.com/office/drawing/2014/main" id="{38953BF3-D047-4CA0-8365-F3512FEEFB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9" y="1107"/>
                <a:ext cx="56" cy="129"/>
              </a:xfrm>
              <a:custGeom>
                <a:avLst/>
                <a:gdLst>
                  <a:gd name="T0" fmla="*/ 152 w 34"/>
                  <a:gd name="T1" fmla="*/ 0 h 79"/>
                  <a:gd name="T2" fmla="*/ 63 w 34"/>
                  <a:gd name="T3" fmla="*/ 165 h 79"/>
                  <a:gd name="T4" fmla="*/ 0 w 34"/>
                  <a:gd name="T5" fmla="*/ 345 h 7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4" h="79">
                    <a:moveTo>
                      <a:pt x="34" y="0"/>
                    </a:moveTo>
                    <a:cubicBezTo>
                      <a:pt x="24" y="11"/>
                      <a:pt x="20" y="24"/>
                      <a:pt x="14" y="38"/>
                    </a:cubicBezTo>
                    <a:cubicBezTo>
                      <a:pt x="8" y="51"/>
                      <a:pt x="3" y="65"/>
                      <a:pt x="0" y="79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459" name="Freeform 576">
                <a:extLst>
                  <a:ext uri="{FF2B5EF4-FFF2-40B4-BE49-F238E27FC236}">
                    <a16:creationId xmlns:a16="http://schemas.microsoft.com/office/drawing/2014/main" id="{8AAFFCFE-1143-4447-A50A-1EDD4B14F3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8" y="2046"/>
                <a:ext cx="67" cy="224"/>
              </a:xfrm>
              <a:custGeom>
                <a:avLst/>
                <a:gdLst>
                  <a:gd name="T0" fmla="*/ 0 w 41"/>
                  <a:gd name="T1" fmla="*/ 0 h 138"/>
                  <a:gd name="T2" fmla="*/ 126 w 41"/>
                  <a:gd name="T3" fmla="*/ 166 h 138"/>
                  <a:gd name="T4" fmla="*/ 126 w 41"/>
                  <a:gd name="T5" fmla="*/ 312 h 138"/>
                  <a:gd name="T6" fmla="*/ 165 w 41"/>
                  <a:gd name="T7" fmla="*/ 437 h 138"/>
                  <a:gd name="T8" fmla="*/ 160 w 41"/>
                  <a:gd name="T9" fmla="*/ 591 h 138"/>
                  <a:gd name="T10" fmla="*/ 144 w 41"/>
                  <a:gd name="T11" fmla="*/ 437 h 138"/>
                  <a:gd name="T12" fmla="*/ 113 w 41"/>
                  <a:gd name="T13" fmla="*/ 287 h 138"/>
                  <a:gd name="T14" fmla="*/ 96 w 41"/>
                  <a:gd name="T15" fmla="*/ 136 h 138"/>
                  <a:gd name="T16" fmla="*/ 0 w 41"/>
                  <a:gd name="T17" fmla="*/ 8 h 13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1" h="138">
                    <a:moveTo>
                      <a:pt x="0" y="0"/>
                    </a:moveTo>
                    <a:cubicBezTo>
                      <a:pt x="9" y="12"/>
                      <a:pt x="24" y="23"/>
                      <a:pt x="29" y="39"/>
                    </a:cubicBezTo>
                    <a:cubicBezTo>
                      <a:pt x="33" y="51"/>
                      <a:pt x="29" y="60"/>
                      <a:pt x="29" y="73"/>
                    </a:cubicBezTo>
                    <a:cubicBezTo>
                      <a:pt x="29" y="84"/>
                      <a:pt x="36" y="91"/>
                      <a:pt x="38" y="102"/>
                    </a:cubicBezTo>
                    <a:cubicBezTo>
                      <a:pt x="40" y="113"/>
                      <a:pt x="41" y="127"/>
                      <a:pt x="37" y="138"/>
                    </a:cubicBezTo>
                    <a:cubicBezTo>
                      <a:pt x="37" y="126"/>
                      <a:pt x="37" y="114"/>
                      <a:pt x="33" y="102"/>
                    </a:cubicBezTo>
                    <a:cubicBezTo>
                      <a:pt x="29" y="90"/>
                      <a:pt x="24" y="82"/>
                      <a:pt x="26" y="67"/>
                    </a:cubicBezTo>
                    <a:cubicBezTo>
                      <a:pt x="28" y="53"/>
                      <a:pt x="28" y="45"/>
                      <a:pt x="22" y="32"/>
                    </a:cubicBezTo>
                    <a:cubicBezTo>
                      <a:pt x="17" y="21"/>
                      <a:pt x="8" y="11"/>
                      <a:pt x="0" y="2"/>
                    </a:cubicBezTo>
                  </a:path>
                </a:pathLst>
              </a:custGeom>
              <a:solidFill>
                <a:srgbClr val="8E4C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460" name="Freeform 577">
                <a:extLst>
                  <a:ext uri="{FF2B5EF4-FFF2-40B4-BE49-F238E27FC236}">
                    <a16:creationId xmlns:a16="http://schemas.microsoft.com/office/drawing/2014/main" id="{33F4A4C3-AC4A-4067-AAEF-B3FA522528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5" y="2031"/>
                <a:ext cx="100" cy="189"/>
              </a:xfrm>
              <a:custGeom>
                <a:avLst/>
                <a:gdLst>
                  <a:gd name="T0" fmla="*/ 269 w 61"/>
                  <a:gd name="T1" fmla="*/ 0 h 116"/>
                  <a:gd name="T2" fmla="*/ 164 w 61"/>
                  <a:gd name="T3" fmla="*/ 122 h 116"/>
                  <a:gd name="T4" fmla="*/ 130 w 61"/>
                  <a:gd name="T5" fmla="*/ 269 h 116"/>
                  <a:gd name="T6" fmla="*/ 41 w 61"/>
                  <a:gd name="T7" fmla="*/ 376 h 116"/>
                  <a:gd name="T8" fmla="*/ 5 w 61"/>
                  <a:gd name="T9" fmla="*/ 502 h 116"/>
                  <a:gd name="T10" fmla="*/ 34 w 61"/>
                  <a:gd name="T11" fmla="*/ 345 h 116"/>
                  <a:gd name="T12" fmla="*/ 118 w 61"/>
                  <a:gd name="T13" fmla="*/ 253 h 116"/>
                  <a:gd name="T14" fmla="*/ 118 w 61"/>
                  <a:gd name="T15" fmla="*/ 173 h 116"/>
                  <a:gd name="T16" fmla="*/ 151 w 61"/>
                  <a:gd name="T17" fmla="*/ 104 h 116"/>
                  <a:gd name="T18" fmla="*/ 256 w 61"/>
                  <a:gd name="T19" fmla="*/ 18 h 11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61" h="116">
                    <a:moveTo>
                      <a:pt x="61" y="0"/>
                    </a:moveTo>
                    <a:cubicBezTo>
                      <a:pt x="51" y="7"/>
                      <a:pt x="42" y="18"/>
                      <a:pt x="37" y="28"/>
                    </a:cubicBezTo>
                    <a:cubicBezTo>
                      <a:pt x="30" y="40"/>
                      <a:pt x="34" y="52"/>
                      <a:pt x="29" y="62"/>
                    </a:cubicBezTo>
                    <a:cubicBezTo>
                      <a:pt x="25" y="72"/>
                      <a:pt x="14" y="77"/>
                      <a:pt x="9" y="87"/>
                    </a:cubicBezTo>
                    <a:cubicBezTo>
                      <a:pt x="4" y="97"/>
                      <a:pt x="4" y="106"/>
                      <a:pt x="1" y="116"/>
                    </a:cubicBezTo>
                    <a:cubicBezTo>
                      <a:pt x="0" y="104"/>
                      <a:pt x="2" y="90"/>
                      <a:pt x="8" y="80"/>
                    </a:cubicBezTo>
                    <a:cubicBezTo>
                      <a:pt x="13" y="72"/>
                      <a:pt x="25" y="67"/>
                      <a:pt x="27" y="58"/>
                    </a:cubicBezTo>
                    <a:cubicBezTo>
                      <a:pt x="29" y="53"/>
                      <a:pt x="26" y="46"/>
                      <a:pt x="27" y="40"/>
                    </a:cubicBezTo>
                    <a:cubicBezTo>
                      <a:pt x="29" y="34"/>
                      <a:pt x="31" y="29"/>
                      <a:pt x="34" y="24"/>
                    </a:cubicBezTo>
                    <a:cubicBezTo>
                      <a:pt x="41" y="13"/>
                      <a:pt x="48" y="11"/>
                      <a:pt x="58" y="4"/>
                    </a:cubicBezTo>
                  </a:path>
                </a:pathLst>
              </a:custGeom>
              <a:solidFill>
                <a:srgbClr val="8E4C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461" name="Freeform 578">
                <a:extLst>
                  <a:ext uri="{FF2B5EF4-FFF2-40B4-BE49-F238E27FC236}">
                    <a16:creationId xmlns:a16="http://schemas.microsoft.com/office/drawing/2014/main" id="{B1B64826-9B45-47F6-A992-31BF6D0605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3" y="1852"/>
                <a:ext cx="35" cy="106"/>
              </a:xfrm>
              <a:custGeom>
                <a:avLst/>
                <a:gdLst>
                  <a:gd name="T0" fmla="*/ 97 w 21"/>
                  <a:gd name="T1" fmla="*/ 282 h 65"/>
                  <a:gd name="T2" fmla="*/ 63 w 21"/>
                  <a:gd name="T3" fmla="*/ 139 h 65"/>
                  <a:gd name="T4" fmla="*/ 20 w 21"/>
                  <a:gd name="T5" fmla="*/ 0 h 65"/>
                  <a:gd name="T6" fmla="*/ 33 w 21"/>
                  <a:gd name="T7" fmla="*/ 68 h 65"/>
                  <a:gd name="T8" fmla="*/ 75 w 21"/>
                  <a:gd name="T9" fmla="*/ 165 h 65"/>
                  <a:gd name="T10" fmla="*/ 78 w 21"/>
                  <a:gd name="T11" fmla="*/ 277 h 6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1" h="65">
                    <a:moveTo>
                      <a:pt x="21" y="65"/>
                    </a:moveTo>
                    <a:cubicBezTo>
                      <a:pt x="4" y="63"/>
                      <a:pt x="15" y="42"/>
                      <a:pt x="14" y="32"/>
                    </a:cubicBezTo>
                    <a:cubicBezTo>
                      <a:pt x="13" y="20"/>
                      <a:pt x="0" y="14"/>
                      <a:pt x="4" y="0"/>
                    </a:cubicBezTo>
                    <a:cubicBezTo>
                      <a:pt x="4" y="6"/>
                      <a:pt x="6" y="10"/>
                      <a:pt x="7" y="16"/>
                    </a:cubicBezTo>
                    <a:cubicBezTo>
                      <a:pt x="13" y="21"/>
                      <a:pt x="17" y="29"/>
                      <a:pt x="16" y="38"/>
                    </a:cubicBezTo>
                    <a:cubicBezTo>
                      <a:pt x="16" y="46"/>
                      <a:pt x="8" y="59"/>
                      <a:pt x="17" y="64"/>
                    </a:cubicBezTo>
                  </a:path>
                </a:pathLst>
              </a:custGeom>
              <a:solidFill>
                <a:srgbClr val="8E4C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462" name="Freeform 579">
                <a:extLst>
                  <a:ext uri="{FF2B5EF4-FFF2-40B4-BE49-F238E27FC236}">
                    <a16:creationId xmlns:a16="http://schemas.microsoft.com/office/drawing/2014/main" id="{5BEBF2A6-DADD-4917-AB14-701DF28462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7" y="1868"/>
                <a:ext cx="33" cy="100"/>
              </a:xfrm>
              <a:custGeom>
                <a:avLst/>
                <a:gdLst>
                  <a:gd name="T0" fmla="*/ 0 w 20"/>
                  <a:gd name="T1" fmla="*/ 269 h 61"/>
                  <a:gd name="T2" fmla="*/ 33 w 20"/>
                  <a:gd name="T3" fmla="*/ 130 h 61"/>
                  <a:gd name="T4" fmla="*/ 68 w 20"/>
                  <a:gd name="T5" fmla="*/ 62 h 61"/>
                  <a:gd name="T6" fmla="*/ 58 w 20"/>
                  <a:gd name="T7" fmla="*/ 0 h 61"/>
                  <a:gd name="T8" fmla="*/ 46 w 20"/>
                  <a:gd name="T9" fmla="*/ 138 h 61"/>
                  <a:gd name="T10" fmla="*/ 0 w 20"/>
                  <a:gd name="T11" fmla="*/ 269 h 6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0" h="61">
                    <a:moveTo>
                      <a:pt x="0" y="61"/>
                    </a:moveTo>
                    <a:cubicBezTo>
                      <a:pt x="15" y="53"/>
                      <a:pt x="3" y="40"/>
                      <a:pt x="7" y="29"/>
                    </a:cubicBezTo>
                    <a:cubicBezTo>
                      <a:pt x="8" y="24"/>
                      <a:pt x="14" y="21"/>
                      <a:pt x="15" y="14"/>
                    </a:cubicBezTo>
                    <a:cubicBezTo>
                      <a:pt x="16" y="9"/>
                      <a:pt x="13" y="5"/>
                      <a:pt x="13" y="0"/>
                    </a:cubicBezTo>
                    <a:cubicBezTo>
                      <a:pt x="20" y="10"/>
                      <a:pt x="13" y="22"/>
                      <a:pt x="10" y="31"/>
                    </a:cubicBezTo>
                    <a:cubicBezTo>
                      <a:pt x="6" y="45"/>
                      <a:pt x="13" y="52"/>
                      <a:pt x="0" y="61"/>
                    </a:cubicBezTo>
                  </a:path>
                </a:pathLst>
              </a:custGeom>
              <a:solidFill>
                <a:srgbClr val="8E4C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463" name="Freeform 580">
                <a:extLst>
                  <a:ext uri="{FF2B5EF4-FFF2-40B4-BE49-F238E27FC236}">
                    <a16:creationId xmlns:a16="http://schemas.microsoft.com/office/drawing/2014/main" id="{081FBD57-28FE-48C0-BC0D-4D3AD05690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4" y="2373"/>
                <a:ext cx="72" cy="21"/>
              </a:xfrm>
              <a:custGeom>
                <a:avLst/>
                <a:gdLst>
                  <a:gd name="T0" fmla="*/ 0 w 44"/>
                  <a:gd name="T1" fmla="*/ 47 h 13"/>
                  <a:gd name="T2" fmla="*/ 193 w 44"/>
                  <a:gd name="T3" fmla="*/ 50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4" h="13">
                    <a:moveTo>
                      <a:pt x="0" y="11"/>
                    </a:moveTo>
                    <a:cubicBezTo>
                      <a:pt x="7" y="0"/>
                      <a:pt x="34" y="13"/>
                      <a:pt x="44" y="12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464" name="Freeform 581">
                <a:extLst>
                  <a:ext uri="{FF2B5EF4-FFF2-40B4-BE49-F238E27FC236}">
                    <a16:creationId xmlns:a16="http://schemas.microsoft.com/office/drawing/2014/main" id="{1B85732D-A1F4-4461-8996-F2F44113C2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7" y="2374"/>
                <a:ext cx="71" cy="10"/>
              </a:xfrm>
              <a:custGeom>
                <a:avLst/>
                <a:gdLst>
                  <a:gd name="T0" fmla="*/ 193 w 43"/>
                  <a:gd name="T1" fmla="*/ 5 h 6"/>
                  <a:gd name="T2" fmla="*/ 97 w 43"/>
                  <a:gd name="T3" fmla="*/ 5 h 6"/>
                  <a:gd name="T4" fmla="*/ 0 w 43"/>
                  <a:gd name="T5" fmla="*/ 13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" h="6">
                    <a:moveTo>
                      <a:pt x="43" y="1"/>
                    </a:moveTo>
                    <a:cubicBezTo>
                      <a:pt x="35" y="0"/>
                      <a:pt x="30" y="0"/>
                      <a:pt x="22" y="1"/>
                    </a:cubicBezTo>
                    <a:cubicBezTo>
                      <a:pt x="17" y="3"/>
                      <a:pt x="5" y="6"/>
                      <a:pt x="0" y="3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465" name="Freeform 582">
                <a:extLst>
                  <a:ext uri="{FF2B5EF4-FFF2-40B4-BE49-F238E27FC236}">
                    <a16:creationId xmlns:a16="http://schemas.microsoft.com/office/drawing/2014/main" id="{69F1841F-D9EE-4638-83E4-1646DF782A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0" y="1460"/>
                <a:ext cx="110" cy="91"/>
              </a:xfrm>
              <a:custGeom>
                <a:avLst/>
                <a:gdLst>
                  <a:gd name="T0" fmla="*/ 297 w 67"/>
                  <a:gd name="T1" fmla="*/ 0 h 56"/>
                  <a:gd name="T2" fmla="*/ 154 w 67"/>
                  <a:gd name="T3" fmla="*/ 198 h 56"/>
                  <a:gd name="T4" fmla="*/ 0 w 67"/>
                  <a:gd name="T5" fmla="*/ 185 h 5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7" h="56">
                    <a:moveTo>
                      <a:pt x="67" y="0"/>
                    </a:moveTo>
                    <a:cubicBezTo>
                      <a:pt x="53" y="4"/>
                      <a:pt x="48" y="37"/>
                      <a:pt x="35" y="46"/>
                    </a:cubicBezTo>
                    <a:cubicBezTo>
                      <a:pt x="21" y="56"/>
                      <a:pt x="13" y="48"/>
                      <a:pt x="0" y="43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466" name="Freeform 583">
                <a:extLst>
                  <a:ext uri="{FF2B5EF4-FFF2-40B4-BE49-F238E27FC236}">
                    <a16:creationId xmlns:a16="http://schemas.microsoft.com/office/drawing/2014/main" id="{6958A1F4-86B6-4B78-8219-FA8CA0E089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6" y="1169"/>
                <a:ext cx="41" cy="71"/>
              </a:xfrm>
              <a:custGeom>
                <a:avLst/>
                <a:gdLst>
                  <a:gd name="T0" fmla="*/ 18 w 25"/>
                  <a:gd name="T1" fmla="*/ 0 h 44"/>
                  <a:gd name="T2" fmla="*/ 26 w 25"/>
                  <a:gd name="T3" fmla="*/ 110 h 44"/>
                  <a:gd name="T4" fmla="*/ 110 w 25"/>
                  <a:gd name="T5" fmla="*/ 186 h 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44">
                    <a:moveTo>
                      <a:pt x="4" y="0"/>
                    </a:moveTo>
                    <a:cubicBezTo>
                      <a:pt x="0" y="8"/>
                      <a:pt x="1" y="19"/>
                      <a:pt x="6" y="26"/>
                    </a:cubicBezTo>
                    <a:cubicBezTo>
                      <a:pt x="10" y="34"/>
                      <a:pt x="17" y="43"/>
                      <a:pt x="25" y="44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467" name="Freeform 584">
                <a:extLst>
                  <a:ext uri="{FF2B5EF4-FFF2-40B4-BE49-F238E27FC236}">
                    <a16:creationId xmlns:a16="http://schemas.microsoft.com/office/drawing/2014/main" id="{4C51D1D6-0431-4C7B-A582-26BC7F412A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8" y="1151"/>
                <a:ext cx="19" cy="85"/>
              </a:xfrm>
              <a:custGeom>
                <a:avLst/>
                <a:gdLst>
                  <a:gd name="T0" fmla="*/ 35 w 12"/>
                  <a:gd name="T1" fmla="*/ 0 h 52"/>
                  <a:gd name="T2" fmla="*/ 43 w 12"/>
                  <a:gd name="T3" fmla="*/ 75 h 52"/>
                  <a:gd name="T4" fmla="*/ 40 w 12"/>
                  <a:gd name="T5" fmla="*/ 152 h 52"/>
                  <a:gd name="T6" fmla="*/ 0 w 12"/>
                  <a:gd name="T7" fmla="*/ 227 h 5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52">
                    <a:moveTo>
                      <a:pt x="9" y="0"/>
                    </a:moveTo>
                    <a:cubicBezTo>
                      <a:pt x="9" y="6"/>
                      <a:pt x="11" y="11"/>
                      <a:pt x="11" y="17"/>
                    </a:cubicBezTo>
                    <a:cubicBezTo>
                      <a:pt x="10" y="24"/>
                      <a:pt x="9" y="29"/>
                      <a:pt x="10" y="35"/>
                    </a:cubicBezTo>
                    <a:cubicBezTo>
                      <a:pt x="12" y="45"/>
                      <a:pt x="10" y="52"/>
                      <a:pt x="0" y="52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468" name="Freeform 585">
                <a:extLst>
                  <a:ext uri="{FF2B5EF4-FFF2-40B4-BE49-F238E27FC236}">
                    <a16:creationId xmlns:a16="http://schemas.microsoft.com/office/drawing/2014/main" id="{33C42B9D-E9DB-4DE4-BD1B-4FCE18550E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1" y="3252"/>
                <a:ext cx="38" cy="425"/>
              </a:xfrm>
              <a:custGeom>
                <a:avLst/>
                <a:gdLst>
                  <a:gd name="T0" fmla="*/ 0 w 23"/>
                  <a:gd name="T1" fmla="*/ 0 h 261"/>
                  <a:gd name="T2" fmla="*/ 104 w 23"/>
                  <a:gd name="T3" fmla="*/ 1127 h 261"/>
                  <a:gd name="T4" fmla="*/ 0 w 23"/>
                  <a:gd name="T5" fmla="*/ 0 h 26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261">
                    <a:moveTo>
                      <a:pt x="0" y="0"/>
                    </a:moveTo>
                    <a:cubicBezTo>
                      <a:pt x="0" y="0"/>
                      <a:pt x="12" y="212"/>
                      <a:pt x="23" y="261"/>
                    </a:cubicBezTo>
                    <a:cubicBezTo>
                      <a:pt x="23" y="261"/>
                      <a:pt x="7" y="41"/>
                      <a:pt x="0" y="0"/>
                    </a:cubicBezTo>
                    <a:close/>
                  </a:path>
                </a:pathLst>
              </a:custGeom>
              <a:solidFill>
                <a:srgbClr val="C1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469" name="Freeform 586">
                <a:extLst>
                  <a:ext uri="{FF2B5EF4-FFF2-40B4-BE49-F238E27FC236}">
                    <a16:creationId xmlns:a16="http://schemas.microsoft.com/office/drawing/2014/main" id="{F4F8E063-8434-4CD2-A7D2-312D52A78D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4" y="3235"/>
                <a:ext cx="42" cy="445"/>
              </a:xfrm>
              <a:custGeom>
                <a:avLst/>
                <a:gdLst>
                  <a:gd name="T0" fmla="*/ 110 w 26"/>
                  <a:gd name="T1" fmla="*/ 0 h 274"/>
                  <a:gd name="T2" fmla="*/ 0 w 26"/>
                  <a:gd name="T3" fmla="*/ 1174 h 274"/>
                  <a:gd name="T4" fmla="*/ 110 w 26"/>
                  <a:gd name="T5" fmla="*/ 0 h 27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274">
                    <a:moveTo>
                      <a:pt x="26" y="0"/>
                    </a:moveTo>
                    <a:cubicBezTo>
                      <a:pt x="26" y="0"/>
                      <a:pt x="25" y="132"/>
                      <a:pt x="0" y="274"/>
                    </a:cubicBezTo>
                    <a:cubicBezTo>
                      <a:pt x="0" y="274"/>
                      <a:pt x="26" y="8"/>
                      <a:pt x="26" y="0"/>
                    </a:cubicBezTo>
                    <a:close/>
                  </a:path>
                </a:pathLst>
              </a:custGeom>
              <a:solidFill>
                <a:srgbClr val="8E4C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470" name="Freeform 587">
                <a:extLst>
                  <a:ext uri="{FF2B5EF4-FFF2-40B4-BE49-F238E27FC236}">
                    <a16:creationId xmlns:a16="http://schemas.microsoft.com/office/drawing/2014/main" id="{D2AD51E0-E939-4BD7-8754-09BBA558E0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0" y="1132"/>
                <a:ext cx="29" cy="102"/>
              </a:xfrm>
              <a:custGeom>
                <a:avLst/>
                <a:gdLst>
                  <a:gd name="T0" fmla="*/ 60 w 18"/>
                  <a:gd name="T1" fmla="*/ 5 h 63"/>
                  <a:gd name="T2" fmla="*/ 71 w 18"/>
                  <a:gd name="T3" fmla="*/ 97 h 63"/>
                  <a:gd name="T4" fmla="*/ 68 w 18"/>
                  <a:gd name="T5" fmla="*/ 186 h 63"/>
                  <a:gd name="T6" fmla="*/ 55 w 18"/>
                  <a:gd name="T7" fmla="*/ 254 h 63"/>
                  <a:gd name="T8" fmla="*/ 0 w 18"/>
                  <a:gd name="T9" fmla="*/ 267 h 63"/>
                  <a:gd name="T10" fmla="*/ 42 w 18"/>
                  <a:gd name="T11" fmla="*/ 225 h 63"/>
                  <a:gd name="T12" fmla="*/ 63 w 18"/>
                  <a:gd name="T13" fmla="*/ 136 h 63"/>
                  <a:gd name="T14" fmla="*/ 63 w 18"/>
                  <a:gd name="T15" fmla="*/ 63 h 63"/>
                  <a:gd name="T16" fmla="*/ 55 w 18"/>
                  <a:gd name="T17" fmla="*/ 0 h 6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8" h="63">
                    <a:moveTo>
                      <a:pt x="14" y="1"/>
                    </a:moveTo>
                    <a:cubicBezTo>
                      <a:pt x="16" y="9"/>
                      <a:pt x="18" y="15"/>
                      <a:pt x="17" y="23"/>
                    </a:cubicBezTo>
                    <a:cubicBezTo>
                      <a:pt x="17" y="30"/>
                      <a:pt x="16" y="37"/>
                      <a:pt x="16" y="44"/>
                    </a:cubicBezTo>
                    <a:cubicBezTo>
                      <a:pt x="15" y="49"/>
                      <a:pt x="17" y="57"/>
                      <a:pt x="13" y="60"/>
                    </a:cubicBezTo>
                    <a:cubicBezTo>
                      <a:pt x="10" y="62"/>
                      <a:pt x="3" y="63"/>
                      <a:pt x="0" y="63"/>
                    </a:cubicBezTo>
                    <a:cubicBezTo>
                      <a:pt x="4" y="60"/>
                      <a:pt x="8" y="58"/>
                      <a:pt x="10" y="53"/>
                    </a:cubicBezTo>
                    <a:cubicBezTo>
                      <a:pt x="13" y="47"/>
                      <a:pt x="14" y="39"/>
                      <a:pt x="15" y="32"/>
                    </a:cubicBezTo>
                    <a:cubicBezTo>
                      <a:pt x="16" y="27"/>
                      <a:pt x="16" y="21"/>
                      <a:pt x="15" y="15"/>
                    </a:cubicBezTo>
                    <a:cubicBezTo>
                      <a:pt x="15" y="10"/>
                      <a:pt x="13" y="5"/>
                      <a:pt x="13" y="0"/>
                    </a:cubicBezTo>
                  </a:path>
                </a:pathLst>
              </a:custGeom>
              <a:solidFill>
                <a:srgbClr val="8E4C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471" name="Freeform 588">
                <a:extLst>
                  <a:ext uri="{FF2B5EF4-FFF2-40B4-BE49-F238E27FC236}">
                    <a16:creationId xmlns:a16="http://schemas.microsoft.com/office/drawing/2014/main" id="{20194A5E-4046-45C9-A1D2-407826240E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7" y="1146"/>
                <a:ext cx="75" cy="26"/>
              </a:xfrm>
              <a:custGeom>
                <a:avLst/>
                <a:gdLst>
                  <a:gd name="T0" fmla="*/ 5 w 46"/>
                  <a:gd name="T1" fmla="*/ 5 h 16"/>
                  <a:gd name="T2" fmla="*/ 83 w 46"/>
                  <a:gd name="T3" fmla="*/ 60 h 16"/>
                  <a:gd name="T4" fmla="*/ 147 w 46"/>
                  <a:gd name="T5" fmla="*/ 55 h 16"/>
                  <a:gd name="T6" fmla="*/ 178 w 46"/>
                  <a:gd name="T7" fmla="*/ 34 h 16"/>
                  <a:gd name="T8" fmla="*/ 199 w 46"/>
                  <a:gd name="T9" fmla="*/ 0 h 16"/>
                  <a:gd name="T10" fmla="*/ 101 w 46"/>
                  <a:gd name="T11" fmla="*/ 47 h 16"/>
                  <a:gd name="T12" fmla="*/ 0 w 46"/>
                  <a:gd name="T13" fmla="*/ 0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6" h="16">
                    <a:moveTo>
                      <a:pt x="1" y="1"/>
                    </a:moveTo>
                    <a:cubicBezTo>
                      <a:pt x="7" y="7"/>
                      <a:pt x="11" y="12"/>
                      <a:pt x="19" y="14"/>
                    </a:cubicBezTo>
                    <a:cubicBezTo>
                      <a:pt x="24" y="16"/>
                      <a:pt x="29" y="15"/>
                      <a:pt x="34" y="13"/>
                    </a:cubicBezTo>
                    <a:cubicBezTo>
                      <a:pt x="36" y="12"/>
                      <a:pt x="39" y="10"/>
                      <a:pt x="41" y="8"/>
                    </a:cubicBezTo>
                    <a:cubicBezTo>
                      <a:pt x="44" y="6"/>
                      <a:pt x="44" y="3"/>
                      <a:pt x="46" y="0"/>
                    </a:cubicBezTo>
                    <a:cubicBezTo>
                      <a:pt x="38" y="4"/>
                      <a:pt x="32" y="11"/>
                      <a:pt x="23" y="11"/>
                    </a:cubicBezTo>
                    <a:cubicBezTo>
                      <a:pt x="13" y="10"/>
                      <a:pt x="8" y="5"/>
                      <a:pt x="0" y="0"/>
                    </a:cubicBezTo>
                  </a:path>
                </a:pathLst>
              </a:custGeom>
              <a:solidFill>
                <a:srgbClr val="8E4C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472" name="Freeform 589">
                <a:extLst>
                  <a:ext uri="{FF2B5EF4-FFF2-40B4-BE49-F238E27FC236}">
                    <a16:creationId xmlns:a16="http://schemas.microsoft.com/office/drawing/2014/main" id="{89876447-2B25-4028-A280-2FB0663277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7" y="1143"/>
                <a:ext cx="69" cy="52"/>
              </a:xfrm>
              <a:custGeom>
                <a:avLst/>
                <a:gdLst>
                  <a:gd name="T0" fmla="*/ 5 w 42"/>
                  <a:gd name="T1" fmla="*/ 0 h 32"/>
                  <a:gd name="T2" fmla="*/ 102 w 42"/>
                  <a:gd name="T3" fmla="*/ 96 h 32"/>
                  <a:gd name="T4" fmla="*/ 186 w 42"/>
                  <a:gd name="T5" fmla="*/ 81 h 32"/>
                  <a:gd name="T6" fmla="*/ 67 w 42"/>
                  <a:gd name="T7" fmla="*/ 111 h 32"/>
                  <a:gd name="T8" fmla="*/ 0 w 42"/>
                  <a:gd name="T9" fmla="*/ 0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2" h="32">
                    <a:moveTo>
                      <a:pt x="1" y="0"/>
                    </a:moveTo>
                    <a:cubicBezTo>
                      <a:pt x="4" y="9"/>
                      <a:pt x="14" y="20"/>
                      <a:pt x="23" y="22"/>
                    </a:cubicBezTo>
                    <a:cubicBezTo>
                      <a:pt x="28" y="24"/>
                      <a:pt x="39" y="24"/>
                      <a:pt x="42" y="19"/>
                    </a:cubicBezTo>
                    <a:cubicBezTo>
                      <a:pt x="37" y="28"/>
                      <a:pt x="23" y="32"/>
                      <a:pt x="15" y="26"/>
                    </a:cubicBezTo>
                    <a:cubicBezTo>
                      <a:pt x="7" y="20"/>
                      <a:pt x="4" y="9"/>
                      <a:pt x="0" y="0"/>
                    </a:cubicBezTo>
                  </a:path>
                </a:pathLst>
              </a:custGeom>
              <a:solidFill>
                <a:srgbClr val="8E4C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473" name="Freeform 590">
                <a:extLst>
                  <a:ext uri="{FF2B5EF4-FFF2-40B4-BE49-F238E27FC236}">
                    <a16:creationId xmlns:a16="http://schemas.microsoft.com/office/drawing/2014/main" id="{10FF825F-42BA-41D3-B190-AEF0843DCC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9" y="1127"/>
                <a:ext cx="26" cy="104"/>
              </a:xfrm>
              <a:custGeom>
                <a:avLst/>
                <a:gdLst>
                  <a:gd name="T0" fmla="*/ 63 w 16"/>
                  <a:gd name="T1" fmla="*/ 0 h 64"/>
                  <a:gd name="T2" fmla="*/ 26 w 16"/>
                  <a:gd name="T3" fmla="*/ 75 h 64"/>
                  <a:gd name="T4" fmla="*/ 5 w 16"/>
                  <a:gd name="T5" fmla="*/ 138 h 64"/>
                  <a:gd name="T6" fmla="*/ 68 w 16"/>
                  <a:gd name="T7" fmla="*/ 275 h 64"/>
                  <a:gd name="T8" fmla="*/ 21 w 16"/>
                  <a:gd name="T9" fmla="*/ 122 h 64"/>
                  <a:gd name="T10" fmla="*/ 47 w 16"/>
                  <a:gd name="T11" fmla="*/ 54 h 64"/>
                  <a:gd name="T12" fmla="*/ 63 w 16"/>
                  <a:gd name="T13" fmla="*/ 5 h 6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64">
                    <a:moveTo>
                      <a:pt x="15" y="0"/>
                    </a:moveTo>
                    <a:cubicBezTo>
                      <a:pt x="11" y="5"/>
                      <a:pt x="9" y="12"/>
                      <a:pt x="6" y="17"/>
                    </a:cubicBezTo>
                    <a:cubicBezTo>
                      <a:pt x="4" y="22"/>
                      <a:pt x="2" y="27"/>
                      <a:pt x="1" y="32"/>
                    </a:cubicBezTo>
                    <a:cubicBezTo>
                      <a:pt x="0" y="46"/>
                      <a:pt x="6" y="56"/>
                      <a:pt x="16" y="64"/>
                    </a:cubicBezTo>
                    <a:cubicBezTo>
                      <a:pt x="7" y="54"/>
                      <a:pt x="3" y="42"/>
                      <a:pt x="5" y="28"/>
                    </a:cubicBezTo>
                    <a:cubicBezTo>
                      <a:pt x="6" y="22"/>
                      <a:pt x="9" y="17"/>
                      <a:pt x="11" y="12"/>
                    </a:cubicBezTo>
                    <a:cubicBezTo>
                      <a:pt x="12" y="9"/>
                      <a:pt x="13" y="4"/>
                      <a:pt x="15" y="1"/>
                    </a:cubicBezTo>
                  </a:path>
                </a:pathLst>
              </a:custGeom>
              <a:solidFill>
                <a:srgbClr val="8E4C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474" name="Freeform 591">
                <a:extLst>
                  <a:ext uri="{FF2B5EF4-FFF2-40B4-BE49-F238E27FC236}">
                    <a16:creationId xmlns:a16="http://schemas.microsoft.com/office/drawing/2014/main" id="{541AEFF4-F7EA-42B4-BFD5-BE3F1D5345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8" y="1210"/>
                <a:ext cx="16" cy="55"/>
              </a:xfrm>
              <a:custGeom>
                <a:avLst/>
                <a:gdLst>
                  <a:gd name="T0" fmla="*/ 29 w 10"/>
                  <a:gd name="T1" fmla="*/ 0 h 34"/>
                  <a:gd name="T2" fmla="*/ 5 w 10"/>
                  <a:gd name="T3" fmla="*/ 84 h 34"/>
                  <a:gd name="T4" fmla="*/ 8 w 10"/>
                  <a:gd name="T5" fmla="*/ 128 h 34"/>
                  <a:gd name="T6" fmla="*/ 42 w 10"/>
                  <a:gd name="T7" fmla="*/ 131 h 34"/>
                  <a:gd name="T8" fmla="*/ 16 w 10"/>
                  <a:gd name="T9" fmla="*/ 81 h 34"/>
                  <a:gd name="T10" fmla="*/ 29 w 10"/>
                  <a:gd name="T11" fmla="*/ 8 h 3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" h="34">
                    <a:moveTo>
                      <a:pt x="7" y="0"/>
                    </a:moveTo>
                    <a:cubicBezTo>
                      <a:pt x="6" y="7"/>
                      <a:pt x="3" y="13"/>
                      <a:pt x="1" y="20"/>
                    </a:cubicBezTo>
                    <a:cubicBezTo>
                      <a:pt x="1" y="23"/>
                      <a:pt x="0" y="27"/>
                      <a:pt x="2" y="30"/>
                    </a:cubicBezTo>
                    <a:cubicBezTo>
                      <a:pt x="3" y="33"/>
                      <a:pt x="8" y="34"/>
                      <a:pt x="10" y="31"/>
                    </a:cubicBezTo>
                    <a:cubicBezTo>
                      <a:pt x="3" y="30"/>
                      <a:pt x="3" y="26"/>
                      <a:pt x="4" y="19"/>
                    </a:cubicBezTo>
                    <a:cubicBezTo>
                      <a:pt x="5" y="14"/>
                      <a:pt x="5" y="7"/>
                      <a:pt x="7" y="2"/>
                    </a:cubicBezTo>
                  </a:path>
                </a:pathLst>
              </a:custGeom>
              <a:solidFill>
                <a:srgbClr val="8E4C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475" name="Freeform 592">
                <a:extLst>
                  <a:ext uri="{FF2B5EF4-FFF2-40B4-BE49-F238E27FC236}">
                    <a16:creationId xmlns:a16="http://schemas.microsoft.com/office/drawing/2014/main" id="{F58C7A24-5717-4C33-8A41-B9768414BF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9" y="1214"/>
                <a:ext cx="19" cy="51"/>
              </a:xfrm>
              <a:custGeom>
                <a:avLst/>
                <a:gdLst>
                  <a:gd name="T0" fmla="*/ 27 w 12"/>
                  <a:gd name="T1" fmla="*/ 0 h 31"/>
                  <a:gd name="T2" fmla="*/ 40 w 12"/>
                  <a:gd name="T3" fmla="*/ 104 h 31"/>
                  <a:gd name="T4" fmla="*/ 0 w 12"/>
                  <a:gd name="T5" fmla="*/ 104 h 31"/>
                  <a:gd name="T6" fmla="*/ 25 w 12"/>
                  <a:gd name="T7" fmla="*/ 104 h 31"/>
                  <a:gd name="T8" fmla="*/ 27 w 12"/>
                  <a:gd name="T9" fmla="*/ 67 h 31"/>
                  <a:gd name="T10" fmla="*/ 25 w 12"/>
                  <a:gd name="T11" fmla="*/ 5 h 3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31">
                    <a:moveTo>
                      <a:pt x="7" y="0"/>
                    </a:moveTo>
                    <a:cubicBezTo>
                      <a:pt x="9" y="7"/>
                      <a:pt x="12" y="16"/>
                      <a:pt x="10" y="23"/>
                    </a:cubicBezTo>
                    <a:cubicBezTo>
                      <a:pt x="9" y="31"/>
                      <a:pt x="3" y="26"/>
                      <a:pt x="0" y="23"/>
                    </a:cubicBezTo>
                    <a:cubicBezTo>
                      <a:pt x="2" y="22"/>
                      <a:pt x="5" y="24"/>
                      <a:pt x="6" y="23"/>
                    </a:cubicBezTo>
                    <a:cubicBezTo>
                      <a:pt x="8" y="21"/>
                      <a:pt x="7" y="17"/>
                      <a:pt x="7" y="15"/>
                    </a:cubicBezTo>
                    <a:cubicBezTo>
                      <a:pt x="7" y="11"/>
                      <a:pt x="7" y="6"/>
                      <a:pt x="6" y="1"/>
                    </a:cubicBezTo>
                  </a:path>
                </a:pathLst>
              </a:custGeom>
              <a:solidFill>
                <a:srgbClr val="8E4C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476" name="Freeform 593">
                <a:extLst>
                  <a:ext uri="{FF2B5EF4-FFF2-40B4-BE49-F238E27FC236}">
                    <a16:creationId xmlns:a16="http://schemas.microsoft.com/office/drawing/2014/main" id="{3815AAEC-B42C-48B3-B7F0-04AA02DBE2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7" y="1507"/>
                <a:ext cx="71" cy="44"/>
              </a:xfrm>
              <a:custGeom>
                <a:avLst/>
                <a:gdLst>
                  <a:gd name="T0" fmla="*/ 0 w 43"/>
                  <a:gd name="T1" fmla="*/ 5 h 27"/>
                  <a:gd name="T2" fmla="*/ 193 w 43"/>
                  <a:gd name="T3" fmla="*/ 68 h 27"/>
                  <a:gd name="T4" fmla="*/ 84 w 43"/>
                  <a:gd name="T5" fmla="*/ 29 h 27"/>
                  <a:gd name="T6" fmla="*/ 0 w 43"/>
                  <a:gd name="T7" fmla="*/ 0 h 2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3" h="27">
                    <a:moveTo>
                      <a:pt x="0" y="1"/>
                    </a:moveTo>
                    <a:cubicBezTo>
                      <a:pt x="6" y="0"/>
                      <a:pt x="39" y="27"/>
                      <a:pt x="43" y="16"/>
                    </a:cubicBezTo>
                    <a:cubicBezTo>
                      <a:pt x="34" y="16"/>
                      <a:pt x="26" y="10"/>
                      <a:pt x="19" y="7"/>
                    </a:cubicBezTo>
                    <a:cubicBezTo>
                      <a:pt x="13" y="4"/>
                      <a:pt x="6" y="3"/>
                      <a:pt x="0" y="0"/>
                    </a:cubicBezTo>
                  </a:path>
                </a:pathLst>
              </a:custGeom>
              <a:solidFill>
                <a:srgbClr val="8E4C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477" name="Freeform 594">
                <a:extLst>
                  <a:ext uri="{FF2B5EF4-FFF2-40B4-BE49-F238E27FC236}">
                    <a16:creationId xmlns:a16="http://schemas.microsoft.com/office/drawing/2014/main" id="{856D64E1-4C78-46E9-86A1-019B68A082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3" y="1724"/>
                <a:ext cx="73" cy="157"/>
              </a:xfrm>
              <a:custGeom>
                <a:avLst/>
                <a:gdLst>
                  <a:gd name="T0" fmla="*/ 191 w 45"/>
                  <a:gd name="T1" fmla="*/ 110 h 97"/>
                  <a:gd name="T2" fmla="*/ 81 w 45"/>
                  <a:gd name="T3" fmla="*/ 94 h 97"/>
                  <a:gd name="T4" fmla="*/ 8 w 45"/>
                  <a:gd name="T5" fmla="*/ 0 h 97"/>
                  <a:gd name="T6" fmla="*/ 0 w 45"/>
                  <a:gd name="T7" fmla="*/ 220 h 97"/>
                  <a:gd name="T8" fmla="*/ 8 w 45"/>
                  <a:gd name="T9" fmla="*/ 411 h 97"/>
                  <a:gd name="T10" fmla="*/ 8 w 45"/>
                  <a:gd name="T11" fmla="*/ 301 h 97"/>
                  <a:gd name="T12" fmla="*/ 13 w 45"/>
                  <a:gd name="T13" fmla="*/ 183 h 97"/>
                  <a:gd name="T14" fmla="*/ 63 w 45"/>
                  <a:gd name="T15" fmla="*/ 118 h 97"/>
                  <a:gd name="T16" fmla="*/ 178 w 45"/>
                  <a:gd name="T17" fmla="*/ 105 h 9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5" h="97">
                    <a:moveTo>
                      <a:pt x="45" y="26"/>
                    </a:moveTo>
                    <a:cubicBezTo>
                      <a:pt x="37" y="25"/>
                      <a:pt x="27" y="24"/>
                      <a:pt x="19" y="22"/>
                    </a:cubicBezTo>
                    <a:cubicBezTo>
                      <a:pt x="10" y="19"/>
                      <a:pt x="6" y="9"/>
                      <a:pt x="2" y="0"/>
                    </a:cubicBezTo>
                    <a:cubicBezTo>
                      <a:pt x="3" y="17"/>
                      <a:pt x="0" y="34"/>
                      <a:pt x="0" y="52"/>
                    </a:cubicBezTo>
                    <a:cubicBezTo>
                      <a:pt x="0" y="67"/>
                      <a:pt x="2" y="82"/>
                      <a:pt x="2" y="97"/>
                    </a:cubicBezTo>
                    <a:cubicBezTo>
                      <a:pt x="0" y="89"/>
                      <a:pt x="2" y="79"/>
                      <a:pt x="2" y="71"/>
                    </a:cubicBezTo>
                    <a:cubicBezTo>
                      <a:pt x="3" y="62"/>
                      <a:pt x="3" y="53"/>
                      <a:pt x="3" y="43"/>
                    </a:cubicBezTo>
                    <a:cubicBezTo>
                      <a:pt x="4" y="35"/>
                      <a:pt x="6" y="26"/>
                      <a:pt x="15" y="28"/>
                    </a:cubicBezTo>
                    <a:cubicBezTo>
                      <a:pt x="25" y="30"/>
                      <a:pt x="33" y="30"/>
                      <a:pt x="42" y="25"/>
                    </a:cubicBezTo>
                  </a:path>
                </a:pathLst>
              </a:custGeom>
              <a:solidFill>
                <a:srgbClr val="C1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478" name="Freeform 595">
                <a:extLst>
                  <a:ext uri="{FF2B5EF4-FFF2-40B4-BE49-F238E27FC236}">
                    <a16:creationId xmlns:a16="http://schemas.microsoft.com/office/drawing/2014/main" id="{2B0D226C-FC5F-4A2F-8FFB-6F596542AB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9" y="1738"/>
                <a:ext cx="96" cy="142"/>
              </a:xfrm>
              <a:custGeom>
                <a:avLst/>
                <a:gdLst>
                  <a:gd name="T0" fmla="*/ 0 w 59"/>
                  <a:gd name="T1" fmla="*/ 69 h 87"/>
                  <a:gd name="T2" fmla="*/ 55 w 59"/>
                  <a:gd name="T3" fmla="*/ 88 h 87"/>
                  <a:gd name="T4" fmla="*/ 159 w 59"/>
                  <a:gd name="T5" fmla="*/ 69 h 87"/>
                  <a:gd name="T6" fmla="*/ 249 w 59"/>
                  <a:gd name="T7" fmla="*/ 0 h 87"/>
                  <a:gd name="T8" fmla="*/ 241 w 59"/>
                  <a:gd name="T9" fmla="*/ 199 h 87"/>
                  <a:gd name="T10" fmla="*/ 236 w 59"/>
                  <a:gd name="T11" fmla="*/ 379 h 87"/>
                  <a:gd name="T12" fmla="*/ 233 w 59"/>
                  <a:gd name="T13" fmla="*/ 274 h 87"/>
                  <a:gd name="T14" fmla="*/ 220 w 59"/>
                  <a:gd name="T15" fmla="*/ 173 h 87"/>
                  <a:gd name="T16" fmla="*/ 220 w 59"/>
                  <a:gd name="T17" fmla="*/ 104 h 87"/>
                  <a:gd name="T18" fmla="*/ 202 w 59"/>
                  <a:gd name="T19" fmla="*/ 88 h 87"/>
                  <a:gd name="T20" fmla="*/ 159 w 59"/>
                  <a:gd name="T21" fmla="*/ 109 h 87"/>
                  <a:gd name="T22" fmla="*/ 96 w 59"/>
                  <a:gd name="T23" fmla="*/ 104 h 87"/>
                  <a:gd name="T24" fmla="*/ 8 w 59"/>
                  <a:gd name="T25" fmla="*/ 88 h 87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59" h="87">
                    <a:moveTo>
                      <a:pt x="0" y="16"/>
                    </a:moveTo>
                    <a:cubicBezTo>
                      <a:pt x="5" y="15"/>
                      <a:pt x="9" y="19"/>
                      <a:pt x="13" y="20"/>
                    </a:cubicBezTo>
                    <a:cubicBezTo>
                      <a:pt x="22" y="22"/>
                      <a:pt x="29" y="19"/>
                      <a:pt x="37" y="16"/>
                    </a:cubicBezTo>
                    <a:cubicBezTo>
                      <a:pt x="45" y="12"/>
                      <a:pt x="50" y="5"/>
                      <a:pt x="58" y="0"/>
                    </a:cubicBezTo>
                    <a:cubicBezTo>
                      <a:pt x="59" y="15"/>
                      <a:pt x="57" y="31"/>
                      <a:pt x="56" y="46"/>
                    </a:cubicBezTo>
                    <a:cubicBezTo>
                      <a:pt x="56" y="60"/>
                      <a:pt x="55" y="73"/>
                      <a:pt x="55" y="87"/>
                    </a:cubicBezTo>
                    <a:cubicBezTo>
                      <a:pt x="52" y="81"/>
                      <a:pt x="54" y="70"/>
                      <a:pt x="54" y="63"/>
                    </a:cubicBezTo>
                    <a:cubicBezTo>
                      <a:pt x="53" y="56"/>
                      <a:pt x="51" y="48"/>
                      <a:pt x="51" y="40"/>
                    </a:cubicBezTo>
                    <a:cubicBezTo>
                      <a:pt x="51" y="34"/>
                      <a:pt x="52" y="29"/>
                      <a:pt x="51" y="24"/>
                    </a:cubicBezTo>
                    <a:cubicBezTo>
                      <a:pt x="50" y="19"/>
                      <a:pt x="50" y="19"/>
                      <a:pt x="47" y="20"/>
                    </a:cubicBezTo>
                    <a:cubicBezTo>
                      <a:pt x="44" y="20"/>
                      <a:pt x="40" y="24"/>
                      <a:pt x="37" y="25"/>
                    </a:cubicBezTo>
                    <a:cubicBezTo>
                      <a:pt x="32" y="26"/>
                      <a:pt x="26" y="24"/>
                      <a:pt x="22" y="24"/>
                    </a:cubicBezTo>
                    <a:cubicBezTo>
                      <a:pt x="15" y="24"/>
                      <a:pt x="8" y="22"/>
                      <a:pt x="2" y="20"/>
                    </a:cubicBezTo>
                  </a:path>
                </a:pathLst>
              </a:custGeom>
              <a:solidFill>
                <a:srgbClr val="8E4C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479" name="Freeform 596">
                <a:extLst>
                  <a:ext uri="{FF2B5EF4-FFF2-40B4-BE49-F238E27FC236}">
                    <a16:creationId xmlns:a16="http://schemas.microsoft.com/office/drawing/2014/main" id="{09B633EC-2787-4251-8784-4141C1A8C6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1" y="1725"/>
                <a:ext cx="65" cy="39"/>
              </a:xfrm>
              <a:custGeom>
                <a:avLst/>
                <a:gdLst>
                  <a:gd name="T0" fmla="*/ 5 w 40"/>
                  <a:gd name="T1" fmla="*/ 98 h 24"/>
                  <a:gd name="T2" fmla="*/ 111 w 40"/>
                  <a:gd name="T3" fmla="*/ 55 h 24"/>
                  <a:gd name="T4" fmla="*/ 172 w 40"/>
                  <a:gd name="T5" fmla="*/ 0 h 24"/>
                  <a:gd name="T6" fmla="*/ 89 w 40"/>
                  <a:gd name="T7" fmla="*/ 75 h 24"/>
                  <a:gd name="T8" fmla="*/ 0 w 40"/>
                  <a:gd name="T9" fmla="*/ 102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0" h="24">
                    <a:moveTo>
                      <a:pt x="1" y="23"/>
                    </a:moveTo>
                    <a:cubicBezTo>
                      <a:pt x="6" y="17"/>
                      <a:pt x="19" y="19"/>
                      <a:pt x="26" y="13"/>
                    </a:cubicBezTo>
                    <a:cubicBezTo>
                      <a:pt x="31" y="9"/>
                      <a:pt x="34" y="3"/>
                      <a:pt x="40" y="0"/>
                    </a:cubicBezTo>
                    <a:cubicBezTo>
                      <a:pt x="33" y="6"/>
                      <a:pt x="29" y="13"/>
                      <a:pt x="21" y="17"/>
                    </a:cubicBezTo>
                    <a:cubicBezTo>
                      <a:pt x="15" y="19"/>
                      <a:pt x="7" y="23"/>
                      <a:pt x="0" y="24"/>
                    </a:cubicBezTo>
                  </a:path>
                </a:pathLst>
              </a:custGeom>
              <a:solidFill>
                <a:srgbClr val="8E4C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480" name="Freeform 597">
                <a:extLst>
                  <a:ext uri="{FF2B5EF4-FFF2-40B4-BE49-F238E27FC236}">
                    <a16:creationId xmlns:a16="http://schemas.microsoft.com/office/drawing/2014/main" id="{B43C33F7-1837-4100-8BF2-0436AB73BF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4" y="1758"/>
                <a:ext cx="51" cy="31"/>
              </a:xfrm>
              <a:custGeom>
                <a:avLst/>
                <a:gdLst>
                  <a:gd name="T0" fmla="*/ 138 w 31"/>
                  <a:gd name="T1" fmla="*/ 5 h 19"/>
                  <a:gd name="T2" fmla="*/ 89 w 31"/>
                  <a:gd name="T3" fmla="*/ 26 h 19"/>
                  <a:gd name="T4" fmla="*/ 0 w 31"/>
                  <a:gd name="T5" fmla="*/ 83 h 19"/>
                  <a:gd name="T6" fmla="*/ 133 w 31"/>
                  <a:gd name="T7" fmla="*/ 18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1" h="19">
                    <a:moveTo>
                      <a:pt x="31" y="1"/>
                    </a:moveTo>
                    <a:cubicBezTo>
                      <a:pt x="27" y="0"/>
                      <a:pt x="24" y="4"/>
                      <a:pt x="20" y="6"/>
                    </a:cubicBezTo>
                    <a:cubicBezTo>
                      <a:pt x="12" y="9"/>
                      <a:pt x="5" y="12"/>
                      <a:pt x="0" y="19"/>
                    </a:cubicBezTo>
                    <a:cubicBezTo>
                      <a:pt x="9" y="16"/>
                      <a:pt x="21" y="9"/>
                      <a:pt x="30" y="4"/>
                    </a:cubicBezTo>
                  </a:path>
                </a:pathLst>
              </a:custGeom>
              <a:solidFill>
                <a:srgbClr val="8E4C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481" name="Freeform 598">
                <a:extLst>
                  <a:ext uri="{FF2B5EF4-FFF2-40B4-BE49-F238E27FC236}">
                    <a16:creationId xmlns:a16="http://schemas.microsoft.com/office/drawing/2014/main" id="{7E7B91FD-6D56-4AA8-B5D7-EBACAD9683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1" y="1738"/>
                <a:ext cx="56" cy="52"/>
              </a:xfrm>
              <a:custGeom>
                <a:avLst/>
                <a:gdLst>
                  <a:gd name="T0" fmla="*/ 8 w 34"/>
                  <a:gd name="T1" fmla="*/ 18 h 32"/>
                  <a:gd name="T2" fmla="*/ 68 w 34"/>
                  <a:gd name="T3" fmla="*/ 88 h 32"/>
                  <a:gd name="T4" fmla="*/ 152 w 34"/>
                  <a:gd name="T5" fmla="*/ 138 h 32"/>
                  <a:gd name="T6" fmla="*/ 71 w 34"/>
                  <a:gd name="T7" fmla="*/ 81 h 32"/>
                  <a:gd name="T8" fmla="*/ 0 w 34"/>
                  <a:gd name="T9" fmla="*/ 8 h 32"/>
                  <a:gd name="T10" fmla="*/ 5 w 34"/>
                  <a:gd name="T11" fmla="*/ 8 h 3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4" h="32">
                    <a:moveTo>
                      <a:pt x="2" y="4"/>
                    </a:moveTo>
                    <a:cubicBezTo>
                      <a:pt x="5" y="10"/>
                      <a:pt x="12" y="15"/>
                      <a:pt x="15" y="20"/>
                    </a:cubicBezTo>
                    <a:cubicBezTo>
                      <a:pt x="20" y="27"/>
                      <a:pt x="25" y="31"/>
                      <a:pt x="34" y="32"/>
                    </a:cubicBezTo>
                    <a:cubicBezTo>
                      <a:pt x="27" y="30"/>
                      <a:pt x="20" y="24"/>
                      <a:pt x="16" y="19"/>
                    </a:cubicBezTo>
                    <a:cubicBezTo>
                      <a:pt x="12" y="13"/>
                      <a:pt x="3" y="8"/>
                      <a:pt x="0" y="2"/>
                    </a:cubicBezTo>
                    <a:cubicBezTo>
                      <a:pt x="0" y="0"/>
                      <a:pt x="1" y="2"/>
                      <a:pt x="1" y="2"/>
                    </a:cubicBezTo>
                  </a:path>
                </a:pathLst>
              </a:custGeom>
              <a:solidFill>
                <a:srgbClr val="8E4C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482" name="Freeform 599">
                <a:extLst>
                  <a:ext uri="{FF2B5EF4-FFF2-40B4-BE49-F238E27FC236}">
                    <a16:creationId xmlns:a16="http://schemas.microsoft.com/office/drawing/2014/main" id="{C1DA47D4-4259-424D-A5FD-CBB800F859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0" y="1520"/>
                <a:ext cx="26" cy="179"/>
              </a:xfrm>
              <a:custGeom>
                <a:avLst/>
                <a:gdLst>
                  <a:gd name="T0" fmla="*/ 68 w 16"/>
                  <a:gd name="T1" fmla="*/ 0 h 110"/>
                  <a:gd name="T2" fmla="*/ 21 w 16"/>
                  <a:gd name="T3" fmla="*/ 238 h 110"/>
                  <a:gd name="T4" fmla="*/ 26 w 16"/>
                  <a:gd name="T5" fmla="*/ 345 h 110"/>
                  <a:gd name="T6" fmla="*/ 0 w 16"/>
                  <a:gd name="T7" fmla="*/ 474 h 110"/>
                  <a:gd name="T8" fmla="*/ 13 w 16"/>
                  <a:gd name="T9" fmla="*/ 317 h 110"/>
                  <a:gd name="T10" fmla="*/ 13 w 16"/>
                  <a:gd name="T11" fmla="*/ 220 h 110"/>
                  <a:gd name="T12" fmla="*/ 60 w 16"/>
                  <a:gd name="T13" fmla="*/ 13 h 1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110">
                    <a:moveTo>
                      <a:pt x="16" y="0"/>
                    </a:moveTo>
                    <a:cubicBezTo>
                      <a:pt x="10" y="18"/>
                      <a:pt x="5" y="36"/>
                      <a:pt x="5" y="55"/>
                    </a:cubicBezTo>
                    <a:cubicBezTo>
                      <a:pt x="5" y="63"/>
                      <a:pt x="7" y="72"/>
                      <a:pt x="6" y="80"/>
                    </a:cubicBezTo>
                    <a:cubicBezTo>
                      <a:pt x="5" y="90"/>
                      <a:pt x="2" y="100"/>
                      <a:pt x="0" y="110"/>
                    </a:cubicBezTo>
                    <a:cubicBezTo>
                      <a:pt x="0" y="98"/>
                      <a:pt x="4" y="86"/>
                      <a:pt x="3" y="74"/>
                    </a:cubicBezTo>
                    <a:cubicBezTo>
                      <a:pt x="3" y="66"/>
                      <a:pt x="2" y="59"/>
                      <a:pt x="3" y="51"/>
                    </a:cubicBezTo>
                    <a:cubicBezTo>
                      <a:pt x="3" y="34"/>
                      <a:pt x="8" y="18"/>
                      <a:pt x="14" y="3"/>
                    </a:cubicBezTo>
                  </a:path>
                </a:pathLst>
              </a:custGeom>
              <a:solidFill>
                <a:srgbClr val="8E4C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483" name="Freeform 600">
                <a:extLst>
                  <a:ext uri="{FF2B5EF4-FFF2-40B4-BE49-F238E27FC236}">
                    <a16:creationId xmlns:a16="http://schemas.microsoft.com/office/drawing/2014/main" id="{0F793717-3B7A-4AE2-8DF5-0AAF70E607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6" y="1460"/>
                <a:ext cx="68" cy="116"/>
              </a:xfrm>
              <a:custGeom>
                <a:avLst/>
                <a:gdLst>
                  <a:gd name="T0" fmla="*/ 170 w 42"/>
                  <a:gd name="T1" fmla="*/ 0 h 71"/>
                  <a:gd name="T2" fmla="*/ 105 w 42"/>
                  <a:gd name="T3" fmla="*/ 186 h 71"/>
                  <a:gd name="T4" fmla="*/ 16 w 42"/>
                  <a:gd name="T5" fmla="*/ 310 h 71"/>
                  <a:gd name="T6" fmla="*/ 105 w 42"/>
                  <a:gd name="T7" fmla="*/ 160 h 71"/>
                  <a:gd name="T8" fmla="*/ 170 w 42"/>
                  <a:gd name="T9" fmla="*/ 8 h 7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2" h="71">
                    <a:moveTo>
                      <a:pt x="40" y="0"/>
                    </a:moveTo>
                    <a:cubicBezTo>
                      <a:pt x="40" y="16"/>
                      <a:pt x="36" y="31"/>
                      <a:pt x="25" y="43"/>
                    </a:cubicBezTo>
                    <a:cubicBezTo>
                      <a:pt x="16" y="53"/>
                      <a:pt x="6" y="57"/>
                      <a:pt x="4" y="71"/>
                    </a:cubicBezTo>
                    <a:cubicBezTo>
                      <a:pt x="0" y="56"/>
                      <a:pt x="17" y="46"/>
                      <a:pt x="25" y="37"/>
                    </a:cubicBezTo>
                    <a:cubicBezTo>
                      <a:pt x="33" y="27"/>
                      <a:pt x="42" y="15"/>
                      <a:pt x="40" y="2"/>
                    </a:cubicBezTo>
                  </a:path>
                </a:pathLst>
              </a:custGeom>
              <a:solidFill>
                <a:srgbClr val="8E4C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484" name="Freeform 601">
                <a:extLst>
                  <a:ext uri="{FF2B5EF4-FFF2-40B4-BE49-F238E27FC236}">
                    <a16:creationId xmlns:a16="http://schemas.microsoft.com/office/drawing/2014/main" id="{E54FF364-E775-46E3-8481-CAF7830C8E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7" y="1489"/>
                <a:ext cx="90" cy="163"/>
              </a:xfrm>
              <a:custGeom>
                <a:avLst/>
                <a:gdLst>
                  <a:gd name="T0" fmla="*/ 0 w 55"/>
                  <a:gd name="T1" fmla="*/ 0 h 100"/>
                  <a:gd name="T2" fmla="*/ 151 w 55"/>
                  <a:gd name="T3" fmla="*/ 220 h 100"/>
                  <a:gd name="T4" fmla="*/ 188 w 55"/>
                  <a:gd name="T5" fmla="*/ 342 h 100"/>
                  <a:gd name="T6" fmla="*/ 241 w 55"/>
                  <a:gd name="T7" fmla="*/ 434 h 100"/>
                  <a:gd name="T8" fmla="*/ 136 w 55"/>
                  <a:gd name="T9" fmla="*/ 227 h 100"/>
                  <a:gd name="T10" fmla="*/ 77 w 55"/>
                  <a:gd name="T11" fmla="*/ 147 h 100"/>
                  <a:gd name="T12" fmla="*/ 21 w 55"/>
                  <a:gd name="T13" fmla="*/ 21 h 10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5" h="100">
                    <a:moveTo>
                      <a:pt x="0" y="0"/>
                    </a:moveTo>
                    <a:cubicBezTo>
                      <a:pt x="1" y="22"/>
                      <a:pt x="24" y="34"/>
                      <a:pt x="34" y="51"/>
                    </a:cubicBezTo>
                    <a:cubicBezTo>
                      <a:pt x="38" y="60"/>
                      <a:pt x="39" y="70"/>
                      <a:pt x="43" y="79"/>
                    </a:cubicBezTo>
                    <a:cubicBezTo>
                      <a:pt x="47" y="86"/>
                      <a:pt x="51" y="94"/>
                      <a:pt x="55" y="100"/>
                    </a:cubicBezTo>
                    <a:cubicBezTo>
                      <a:pt x="37" y="89"/>
                      <a:pt x="39" y="68"/>
                      <a:pt x="31" y="52"/>
                    </a:cubicBezTo>
                    <a:cubicBezTo>
                      <a:pt x="28" y="46"/>
                      <a:pt x="22" y="40"/>
                      <a:pt x="18" y="34"/>
                    </a:cubicBezTo>
                    <a:cubicBezTo>
                      <a:pt x="11" y="25"/>
                      <a:pt x="9" y="16"/>
                      <a:pt x="5" y="5"/>
                    </a:cubicBezTo>
                  </a:path>
                </a:pathLst>
              </a:custGeom>
              <a:solidFill>
                <a:srgbClr val="8E4C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485" name="Freeform 602">
                <a:extLst>
                  <a:ext uri="{FF2B5EF4-FFF2-40B4-BE49-F238E27FC236}">
                    <a16:creationId xmlns:a16="http://schemas.microsoft.com/office/drawing/2014/main" id="{1C9FEFD0-05C9-4A93-96F1-6353837FCC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7" y="1579"/>
                <a:ext cx="32" cy="148"/>
              </a:xfrm>
              <a:custGeom>
                <a:avLst/>
                <a:gdLst>
                  <a:gd name="T0" fmla="*/ 0 w 20"/>
                  <a:gd name="T1" fmla="*/ 0 h 91"/>
                  <a:gd name="T2" fmla="*/ 48 w 20"/>
                  <a:gd name="T3" fmla="*/ 102 h 91"/>
                  <a:gd name="T4" fmla="*/ 48 w 20"/>
                  <a:gd name="T5" fmla="*/ 202 h 91"/>
                  <a:gd name="T6" fmla="*/ 82 w 20"/>
                  <a:gd name="T7" fmla="*/ 392 h 91"/>
                  <a:gd name="T8" fmla="*/ 46 w 20"/>
                  <a:gd name="T9" fmla="*/ 185 h 91"/>
                  <a:gd name="T10" fmla="*/ 46 w 20"/>
                  <a:gd name="T11" fmla="*/ 98 h 91"/>
                  <a:gd name="T12" fmla="*/ 8 w 20"/>
                  <a:gd name="T13" fmla="*/ 21 h 9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" h="91">
                    <a:moveTo>
                      <a:pt x="0" y="0"/>
                    </a:moveTo>
                    <a:cubicBezTo>
                      <a:pt x="4" y="8"/>
                      <a:pt x="10" y="15"/>
                      <a:pt x="12" y="24"/>
                    </a:cubicBezTo>
                    <a:cubicBezTo>
                      <a:pt x="14" y="32"/>
                      <a:pt x="13" y="39"/>
                      <a:pt x="12" y="47"/>
                    </a:cubicBezTo>
                    <a:cubicBezTo>
                      <a:pt x="10" y="63"/>
                      <a:pt x="13" y="78"/>
                      <a:pt x="20" y="91"/>
                    </a:cubicBezTo>
                    <a:cubicBezTo>
                      <a:pt x="8" y="78"/>
                      <a:pt x="8" y="60"/>
                      <a:pt x="11" y="43"/>
                    </a:cubicBezTo>
                    <a:cubicBezTo>
                      <a:pt x="12" y="36"/>
                      <a:pt x="13" y="30"/>
                      <a:pt x="11" y="23"/>
                    </a:cubicBezTo>
                    <a:cubicBezTo>
                      <a:pt x="9" y="16"/>
                      <a:pt x="4" y="11"/>
                      <a:pt x="2" y="5"/>
                    </a:cubicBezTo>
                  </a:path>
                </a:pathLst>
              </a:custGeom>
              <a:solidFill>
                <a:srgbClr val="8E4C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486" name="Oval 603">
                <a:extLst>
                  <a:ext uri="{FF2B5EF4-FFF2-40B4-BE49-F238E27FC236}">
                    <a16:creationId xmlns:a16="http://schemas.microsoft.com/office/drawing/2014/main" id="{A6FB9D97-863E-4DD7-B06C-8952AB5F1A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35" y="925"/>
                <a:ext cx="354" cy="177"/>
              </a:xfrm>
              <a:prstGeom prst="ellipse">
                <a:avLst/>
              </a:prstGeom>
              <a:solidFill>
                <a:srgbClr val="2C2C2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487" name="Oval 604">
                <a:extLst>
                  <a:ext uri="{FF2B5EF4-FFF2-40B4-BE49-F238E27FC236}">
                    <a16:creationId xmlns:a16="http://schemas.microsoft.com/office/drawing/2014/main" id="{38EE5052-BA2A-439E-B6C1-D31B3D5F61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35" y="923"/>
                <a:ext cx="354" cy="178"/>
              </a:xfrm>
              <a:prstGeom prst="ellipse">
                <a:avLst/>
              </a:prstGeom>
              <a:noFill/>
              <a:ln w="1588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488" name="Freeform 605">
                <a:extLst>
                  <a:ext uri="{FF2B5EF4-FFF2-40B4-BE49-F238E27FC236}">
                    <a16:creationId xmlns:a16="http://schemas.microsoft.com/office/drawing/2014/main" id="{74BD90AF-2331-479C-894F-19B660ABF8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6" y="725"/>
                <a:ext cx="337" cy="436"/>
              </a:xfrm>
              <a:custGeom>
                <a:avLst/>
                <a:gdLst>
                  <a:gd name="T0" fmla="*/ 849 w 206"/>
                  <a:gd name="T1" fmla="*/ 514 h 268"/>
                  <a:gd name="T2" fmla="*/ 849 w 206"/>
                  <a:gd name="T3" fmla="*/ 521 h 268"/>
                  <a:gd name="T4" fmla="*/ 820 w 206"/>
                  <a:gd name="T5" fmla="*/ 651 h 268"/>
                  <a:gd name="T6" fmla="*/ 775 w 206"/>
                  <a:gd name="T7" fmla="*/ 831 h 268"/>
                  <a:gd name="T8" fmla="*/ 687 w 206"/>
                  <a:gd name="T9" fmla="*/ 989 h 268"/>
                  <a:gd name="T10" fmla="*/ 509 w 206"/>
                  <a:gd name="T11" fmla="*/ 1149 h 268"/>
                  <a:gd name="T12" fmla="*/ 447 w 206"/>
                  <a:gd name="T13" fmla="*/ 1153 h 268"/>
                  <a:gd name="T14" fmla="*/ 391 w 206"/>
                  <a:gd name="T15" fmla="*/ 1149 h 268"/>
                  <a:gd name="T16" fmla="*/ 211 w 206"/>
                  <a:gd name="T17" fmla="*/ 976 h 268"/>
                  <a:gd name="T18" fmla="*/ 123 w 206"/>
                  <a:gd name="T19" fmla="*/ 831 h 268"/>
                  <a:gd name="T20" fmla="*/ 77 w 206"/>
                  <a:gd name="T21" fmla="*/ 651 h 268"/>
                  <a:gd name="T22" fmla="*/ 47 w 206"/>
                  <a:gd name="T23" fmla="*/ 490 h 268"/>
                  <a:gd name="T24" fmla="*/ 438 w 206"/>
                  <a:gd name="T25" fmla="*/ 13 h 268"/>
                  <a:gd name="T26" fmla="*/ 849 w 206"/>
                  <a:gd name="T27" fmla="*/ 514 h 26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06" h="268">
                    <a:moveTo>
                      <a:pt x="194" y="119"/>
                    </a:moveTo>
                    <a:cubicBezTo>
                      <a:pt x="194" y="121"/>
                      <a:pt x="194" y="121"/>
                      <a:pt x="194" y="121"/>
                    </a:cubicBezTo>
                    <a:cubicBezTo>
                      <a:pt x="191" y="131"/>
                      <a:pt x="189" y="143"/>
                      <a:pt x="187" y="151"/>
                    </a:cubicBezTo>
                    <a:cubicBezTo>
                      <a:pt x="184" y="162"/>
                      <a:pt x="180" y="184"/>
                      <a:pt x="177" y="193"/>
                    </a:cubicBezTo>
                    <a:cubicBezTo>
                      <a:pt x="174" y="201"/>
                      <a:pt x="174" y="220"/>
                      <a:pt x="157" y="230"/>
                    </a:cubicBezTo>
                    <a:cubicBezTo>
                      <a:pt x="143" y="239"/>
                      <a:pt x="130" y="264"/>
                      <a:pt x="116" y="267"/>
                    </a:cubicBezTo>
                    <a:cubicBezTo>
                      <a:pt x="112" y="267"/>
                      <a:pt x="106" y="268"/>
                      <a:pt x="102" y="268"/>
                    </a:cubicBezTo>
                    <a:cubicBezTo>
                      <a:pt x="99" y="268"/>
                      <a:pt x="93" y="267"/>
                      <a:pt x="89" y="267"/>
                    </a:cubicBezTo>
                    <a:cubicBezTo>
                      <a:pt x="75" y="264"/>
                      <a:pt x="63" y="237"/>
                      <a:pt x="48" y="227"/>
                    </a:cubicBezTo>
                    <a:cubicBezTo>
                      <a:pt x="36" y="219"/>
                      <a:pt x="31" y="201"/>
                      <a:pt x="28" y="193"/>
                    </a:cubicBezTo>
                    <a:cubicBezTo>
                      <a:pt x="25" y="184"/>
                      <a:pt x="20" y="162"/>
                      <a:pt x="18" y="151"/>
                    </a:cubicBezTo>
                    <a:cubicBezTo>
                      <a:pt x="15" y="140"/>
                      <a:pt x="14" y="127"/>
                      <a:pt x="11" y="114"/>
                    </a:cubicBezTo>
                    <a:cubicBezTo>
                      <a:pt x="10" y="109"/>
                      <a:pt x="0" y="3"/>
                      <a:pt x="100" y="3"/>
                    </a:cubicBezTo>
                    <a:cubicBezTo>
                      <a:pt x="206" y="0"/>
                      <a:pt x="193" y="112"/>
                      <a:pt x="194" y="119"/>
                    </a:cubicBezTo>
                    <a:close/>
                  </a:path>
                </a:pathLst>
              </a:custGeom>
              <a:solidFill>
                <a:srgbClr val="A961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489" name="Freeform 606">
                <a:extLst>
                  <a:ext uri="{FF2B5EF4-FFF2-40B4-BE49-F238E27FC236}">
                    <a16:creationId xmlns:a16="http://schemas.microsoft.com/office/drawing/2014/main" id="{26701BAA-021D-4A70-BD68-F64DE29289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3" y="910"/>
                <a:ext cx="300" cy="251"/>
              </a:xfrm>
              <a:custGeom>
                <a:avLst/>
                <a:gdLst>
                  <a:gd name="T0" fmla="*/ 797 w 184"/>
                  <a:gd name="T1" fmla="*/ 21 h 154"/>
                  <a:gd name="T2" fmla="*/ 792 w 184"/>
                  <a:gd name="T3" fmla="*/ 29 h 154"/>
                  <a:gd name="T4" fmla="*/ 763 w 184"/>
                  <a:gd name="T5" fmla="*/ 160 h 154"/>
                  <a:gd name="T6" fmla="*/ 721 w 184"/>
                  <a:gd name="T7" fmla="*/ 337 h 154"/>
                  <a:gd name="T8" fmla="*/ 638 w 184"/>
                  <a:gd name="T9" fmla="*/ 502 h 154"/>
                  <a:gd name="T10" fmla="*/ 460 w 184"/>
                  <a:gd name="T11" fmla="*/ 658 h 154"/>
                  <a:gd name="T12" fmla="*/ 399 w 184"/>
                  <a:gd name="T13" fmla="*/ 667 h 154"/>
                  <a:gd name="T14" fmla="*/ 338 w 184"/>
                  <a:gd name="T15" fmla="*/ 658 h 154"/>
                  <a:gd name="T16" fmla="*/ 165 w 184"/>
                  <a:gd name="T17" fmla="*/ 489 h 154"/>
                  <a:gd name="T18" fmla="*/ 75 w 184"/>
                  <a:gd name="T19" fmla="*/ 337 h 154"/>
                  <a:gd name="T20" fmla="*/ 29 w 184"/>
                  <a:gd name="T21" fmla="*/ 160 h 154"/>
                  <a:gd name="T22" fmla="*/ 0 w 184"/>
                  <a:gd name="T23" fmla="*/ 0 h 15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84" h="154">
                    <a:moveTo>
                      <a:pt x="184" y="5"/>
                    </a:moveTo>
                    <a:cubicBezTo>
                      <a:pt x="183" y="7"/>
                      <a:pt x="183" y="7"/>
                      <a:pt x="183" y="7"/>
                    </a:cubicBezTo>
                    <a:cubicBezTo>
                      <a:pt x="181" y="17"/>
                      <a:pt x="178" y="28"/>
                      <a:pt x="176" y="37"/>
                    </a:cubicBezTo>
                    <a:cubicBezTo>
                      <a:pt x="174" y="48"/>
                      <a:pt x="169" y="70"/>
                      <a:pt x="166" y="78"/>
                    </a:cubicBezTo>
                    <a:cubicBezTo>
                      <a:pt x="163" y="87"/>
                      <a:pt x="164" y="106"/>
                      <a:pt x="147" y="116"/>
                    </a:cubicBezTo>
                    <a:cubicBezTo>
                      <a:pt x="132" y="125"/>
                      <a:pt x="120" y="150"/>
                      <a:pt x="106" y="152"/>
                    </a:cubicBezTo>
                    <a:cubicBezTo>
                      <a:pt x="101" y="153"/>
                      <a:pt x="95" y="154"/>
                      <a:pt x="92" y="154"/>
                    </a:cubicBezTo>
                    <a:cubicBezTo>
                      <a:pt x="88" y="154"/>
                      <a:pt x="82" y="153"/>
                      <a:pt x="78" y="152"/>
                    </a:cubicBezTo>
                    <a:cubicBezTo>
                      <a:pt x="64" y="150"/>
                      <a:pt x="54" y="123"/>
                      <a:pt x="38" y="113"/>
                    </a:cubicBezTo>
                    <a:cubicBezTo>
                      <a:pt x="25" y="105"/>
                      <a:pt x="20" y="87"/>
                      <a:pt x="17" y="78"/>
                    </a:cubicBezTo>
                    <a:cubicBezTo>
                      <a:pt x="14" y="70"/>
                      <a:pt x="10" y="48"/>
                      <a:pt x="7" y="37"/>
                    </a:cubicBezTo>
                    <a:cubicBezTo>
                      <a:pt x="5" y="26"/>
                      <a:pt x="4" y="12"/>
                      <a:pt x="0" y="0"/>
                    </a:cubicBezTo>
                  </a:path>
                </a:pathLst>
              </a:custGeom>
              <a:noFill/>
              <a:ln w="1588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490" name="Rectangle 607">
                <a:extLst>
                  <a:ext uri="{FF2B5EF4-FFF2-40B4-BE49-F238E27FC236}">
                    <a16:creationId xmlns:a16="http://schemas.microsoft.com/office/drawing/2014/main" id="{B9E35376-DF03-476C-BDCE-62B1D5F9DF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13" y="1161"/>
                <a:ext cx="1" cy="1"/>
              </a:xfrm>
              <a:prstGeom prst="rect">
                <a:avLst/>
              </a:prstGeom>
              <a:noFill/>
              <a:ln w="1588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491" name="Freeform 608">
                <a:extLst>
                  <a:ext uri="{FF2B5EF4-FFF2-40B4-BE49-F238E27FC236}">
                    <a16:creationId xmlns:a16="http://schemas.microsoft.com/office/drawing/2014/main" id="{E6B9266F-162A-45BD-AD9D-526F22A696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6" y="886"/>
                <a:ext cx="51" cy="140"/>
              </a:xfrm>
              <a:custGeom>
                <a:avLst/>
                <a:gdLst>
                  <a:gd name="T0" fmla="*/ 81 w 31"/>
                  <a:gd name="T1" fmla="*/ 29 h 86"/>
                  <a:gd name="T2" fmla="*/ 5 w 31"/>
                  <a:gd name="T3" fmla="*/ 54 h 86"/>
                  <a:gd name="T4" fmla="*/ 21 w 31"/>
                  <a:gd name="T5" fmla="*/ 186 h 86"/>
                  <a:gd name="T6" fmla="*/ 49 w 31"/>
                  <a:gd name="T7" fmla="*/ 249 h 86"/>
                  <a:gd name="T8" fmla="*/ 76 w 31"/>
                  <a:gd name="T9" fmla="*/ 337 h 86"/>
                  <a:gd name="T10" fmla="*/ 105 w 31"/>
                  <a:gd name="T11" fmla="*/ 363 h 86"/>
                  <a:gd name="T12" fmla="*/ 138 w 31"/>
                  <a:gd name="T13" fmla="*/ 371 h 8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86">
                    <a:moveTo>
                      <a:pt x="18" y="7"/>
                    </a:moveTo>
                    <a:cubicBezTo>
                      <a:pt x="11" y="0"/>
                      <a:pt x="0" y="2"/>
                      <a:pt x="1" y="12"/>
                    </a:cubicBezTo>
                    <a:cubicBezTo>
                      <a:pt x="1" y="22"/>
                      <a:pt x="4" y="37"/>
                      <a:pt x="5" y="43"/>
                    </a:cubicBezTo>
                    <a:cubicBezTo>
                      <a:pt x="7" y="48"/>
                      <a:pt x="10" y="53"/>
                      <a:pt x="11" y="58"/>
                    </a:cubicBezTo>
                    <a:cubicBezTo>
                      <a:pt x="12" y="63"/>
                      <a:pt x="16" y="75"/>
                      <a:pt x="17" y="78"/>
                    </a:cubicBezTo>
                    <a:cubicBezTo>
                      <a:pt x="19" y="82"/>
                      <a:pt x="24" y="84"/>
                      <a:pt x="24" y="84"/>
                    </a:cubicBezTo>
                    <a:cubicBezTo>
                      <a:pt x="31" y="86"/>
                      <a:pt x="31" y="86"/>
                      <a:pt x="31" y="86"/>
                    </a:cubicBezTo>
                  </a:path>
                </a:pathLst>
              </a:custGeom>
              <a:solidFill>
                <a:srgbClr val="A961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492" name="Freeform 609">
                <a:extLst>
                  <a:ext uri="{FF2B5EF4-FFF2-40B4-BE49-F238E27FC236}">
                    <a16:creationId xmlns:a16="http://schemas.microsoft.com/office/drawing/2014/main" id="{C4B87F0D-5F0F-45E5-99A4-62EEF839C5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1" y="912"/>
                <a:ext cx="25" cy="85"/>
              </a:xfrm>
              <a:custGeom>
                <a:avLst/>
                <a:gdLst>
                  <a:gd name="T0" fmla="*/ 33 w 15"/>
                  <a:gd name="T1" fmla="*/ 34 h 52"/>
                  <a:gd name="T2" fmla="*/ 8 w 15"/>
                  <a:gd name="T3" fmla="*/ 13 h 52"/>
                  <a:gd name="T4" fmla="*/ 8 w 15"/>
                  <a:gd name="T5" fmla="*/ 70 h 52"/>
                  <a:gd name="T6" fmla="*/ 70 w 15"/>
                  <a:gd name="T7" fmla="*/ 201 h 5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52">
                    <a:moveTo>
                      <a:pt x="7" y="8"/>
                    </a:moveTo>
                    <a:cubicBezTo>
                      <a:pt x="8" y="5"/>
                      <a:pt x="5" y="0"/>
                      <a:pt x="2" y="3"/>
                    </a:cubicBezTo>
                    <a:cubicBezTo>
                      <a:pt x="0" y="5"/>
                      <a:pt x="2" y="13"/>
                      <a:pt x="2" y="16"/>
                    </a:cubicBezTo>
                    <a:cubicBezTo>
                      <a:pt x="3" y="19"/>
                      <a:pt x="7" y="52"/>
                      <a:pt x="15" y="46"/>
                    </a:cubicBezTo>
                  </a:path>
                </a:pathLst>
              </a:custGeom>
              <a:solidFill>
                <a:srgbClr val="8E4C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493" name="Freeform 610">
                <a:extLst>
                  <a:ext uri="{FF2B5EF4-FFF2-40B4-BE49-F238E27FC236}">
                    <a16:creationId xmlns:a16="http://schemas.microsoft.com/office/drawing/2014/main" id="{0A242F2E-E6AF-42D2-8EE5-E3F904147D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6" y="886"/>
                <a:ext cx="48" cy="140"/>
              </a:xfrm>
              <a:custGeom>
                <a:avLst/>
                <a:gdLst>
                  <a:gd name="T0" fmla="*/ 83 w 29"/>
                  <a:gd name="T1" fmla="*/ 29 h 86"/>
                  <a:gd name="T2" fmla="*/ 5 w 29"/>
                  <a:gd name="T3" fmla="*/ 54 h 86"/>
                  <a:gd name="T4" fmla="*/ 22 w 29"/>
                  <a:gd name="T5" fmla="*/ 186 h 86"/>
                  <a:gd name="T6" fmla="*/ 50 w 29"/>
                  <a:gd name="T7" fmla="*/ 249 h 86"/>
                  <a:gd name="T8" fmla="*/ 76 w 29"/>
                  <a:gd name="T9" fmla="*/ 337 h 86"/>
                  <a:gd name="T10" fmla="*/ 131 w 29"/>
                  <a:gd name="T11" fmla="*/ 371 h 8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9" h="86">
                    <a:moveTo>
                      <a:pt x="18" y="7"/>
                    </a:moveTo>
                    <a:cubicBezTo>
                      <a:pt x="11" y="0"/>
                      <a:pt x="0" y="2"/>
                      <a:pt x="1" y="12"/>
                    </a:cubicBezTo>
                    <a:cubicBezTo>
                      <a:pt x="1" y="22"/>
                      <a:pt x="4" y="37"/>
                      <a:pt x="5" y="43"/>
                    </a:cubicBezTo>
                    <a:cubicBezTo>
                      <a:pt x="7" y="48"/>
                      <a:pt x="10" y="53"/>
                      <a:pt x="11" y="58"/>
                    </a:cubicBezTo>
                    <a:cubicBezTo>
                      <a:pt x="12" y="63"/>
                      <a:pt x="15" y="75"/>
                      <a:pt x="17" y="78"/>
                    </a:cubicBezTo>
                    <a:cubicBezTo>
                      <a:pt x="20" y="86"/>
                      <a:pt x="29" y="86"/>
                      <a:pt x="29" y="86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494" name="Freeform 611">
                <a:extLst>
                  <a:ext uri="{FF2B5EF4-FFF2-40B4-BE49-F238E27FC236}">
                    <a16:creationId xmlns:a16="http://schemas.microsoft.com/office/drawing/2014/main" id="{AA4DD817-160A-4B9D-827B-FC02A2ADA1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1" y="902"/>
                <a:ext cx="23" cy="25"/>
              </a:xfrm>
              <a:custGeom>
                <a:avLst/>
                <a:gdLst>
                  <a:gd name="T0" fmla="*/ 62 w 14"/>
                  <a:gd name="T1" fmla="*/ 62 h 15"/>
                  <a:gd name="T2" fmla="*/ 8 w 14"/>
                  <a:gd name="T3" fmla="*/ 5 h 15"/>
                  <a:gd name="T4" fmla="*/ 13 w 14"/>
                  <a:gd name="T5" fmla="*/ 70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5">
                    <a:moveTo>
                      <a:pt x="14" y="13"/>
                    </a:moveTo>
                    <a:cubicBezTo>
                      <a:pt x="9" y="5"/>
                      <a:pt x="5" y="0"/>
                      <a:pt x="2" y="1"/>
                    </a:cubicBezTo>
                    <a:cubicBezTo>
                      <a:pt x="0" y="2"/>
                      <a:pt x="3" y="11"/>
                      <a:pt x="3" y="15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495" name="Freeform 612">
                <a:extLst>
                  <a:ext uri="{FF2B5EF4-FFF2-40B4-BE49-F238E27FC236}">
                    <a16:creationId xmlns:a16="http://schemas.microsoft.com/office/drawing/2014/main" id="{554AC038-AF64-47E3-A35B-6ED8953A7A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6" y="909"/>
                <a:ext cx="13" cy="65"/>
              </a:xfrm>
              <a:custGeom>
                <a:avLst/>
                <a:gdLst>
                  <a:gd name="T0" fmla="*/ 18 w 8"/>
                  <a:gd name="T1" fmla="*/ 0 h 40"/>
                  <a:gd name="T2" fmla="*/ 5 w 8"/>
                  <a:gd name="T3" fmla="*/ 68 h 40"/>
                  <a:gd name="T4" fmla="*/ 13 w 8"/>
                  <a:gd name="T5" fmla="*/ 143 h 40"/>
                  <a:gd name="T6" fmla="*/ 34 w 8"/>
                  <a:gd name="T7" fmla="*/ 172 h 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40">
                    <a:moveTo>
                      <a:pt x="4" y="0"/>
                    </a:moveTo>
                    <a:cubicBezTo>
                      <a:pt x="4" y="6"/>
                      <a:pt x="0" y="6"/>
                      <a:pt x="1" y="16"/>
                    </a:cubicBezTo>
                    <a:cubicBezTo>
                      <a:pt x="1" y="26"/>
                      <a:pt x="2" y="30"/>
                      <a:pt x="3" y="33"/>
                    </a:cubicBezTo>
                    <a:cubicBezTo>
                      <a:pt x="3" y="36"/>
                      <a:pt x="6" y="37"/>
                      <a:pt x="8" y="40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496" name="Freeform 613">
                <a:extLst>
                  <a:ext uri="{FF2B5EF4-FFF2-40B4-BE49-F238E27FC236}">
                    <a16:creationId xmlns:a16="http://schemas.microsoft.com/office/drawing/2014/main" id="{DFB5055B-B02B-4F16-8ED0-D2F3F59216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1" y="940"/>
                <a:ext cx="16" cy="47"/>
              </a:xfrm>
              <a:custGeom>
                <a:avLst/>
                <a:gdLst>
                  <a:gd name="T0" fmla="*/ 42 w 10"/>
                  <a:gd name="T1" fmla="*/ 123 h 29"/>
                  <a:gd name="T2" fmla="*/ 5 w 10"/>
                  <a:gd name="T3" fmla="*/ 47 h 29"/>
                  <a:gd name="T4" fmla="*/ 0 w 10"/>
                  <a:gd name="T5" fmla="*/ 0 h 2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29">
                    <a:moveTo>
                      <a:pt x="10" y="29"/>
                    </a:moveTo>
                    <a:cubicBezTo>
                      <a:pt x="7" y="27"/>
                      <a:pt x="1" y="16"/>
                      <a:pt x="1" y="11"/>
                    </a:cubicBezTo>
                    <a:cubicBezTo>
                      <a:pt x="1" y="6"/>
                      <a:pt x="0" y="0"/>
                      <a:pt x="0" y="0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497" name="Freeform 614">
                <a:extLst>
                  <a:ext uri="{FF2B5EF4-FFF2-40B4-BE49-F238E27FC236}">
                    <a16:creationId xmlns:a16="http://schemas.microsoft.com/office/drawing/2014/main" id="{6862BE7D-FD62-416E-B8EF-3039CD8267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4" y="886"/>
                <a:ext cx="51" cy="140"/>
              </a:xfrm>
              <a:custGeom>
                <a:avLst/>
                <a:gdLst>
                  <a:gd name="T0" fmla="*/ 63 w 31"/>
                  <a:gd name="T1" fmla="*/ 29 h 86"/>
                  <a:gd name="T2" fmla="*/ 138 w 31"/>
                  <a:gd name="T3" fmla="*/ 54 h 86"/>
                  <a:gd name="T4" fmla="*/ 117 w 31"/>
                  <a:gd name="T5" fmla="*/ 186 h 86"/>
                  <a:gd name="T6" fmla="*/ 89 w 31"/>
                  <a:gd name="T7" fmla="*/ 249 h 86"/>
                  <a:gd name="T8" fmla="*/ 63 w 31"/>
                  <a:gd name="T9" fmla="*/ 337 h 86"/>
                  <a:gd name="T10" fmla="*/ 35 w 31"/>
                  <a:gd name="T11" fmla="*/ 363 h 86"/>
                  <a:gd name="T12" fmla="*/ 0 w 31"/>
                  <a:gd name="T13" fmla="*/ 371 h 8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86">
                    <a:moveTo>
                      <a:pt x="14" y="7"/>
                    </a:moveTo>
                    <a:cubicBezTo>
                      <a:pt x="20" y="0"/>
                      <a:pt x="31" y="2"/>
                      <a:pt x="31" y="12"/>
                    </a:cubicBezTo>
                    <a:cubicBezTo>
                      <a:pt x="30" y="22"/>
                      <a:pt x="27" y="37"/>
                      <a:pt x="26" y="43"/>
                    </a:cubicBezTo>
                    <a:cubicBezTo>
                      <a:pt x="25" y="48"/>
                      <a:pt x="22" y="53"/>
                      <a:pt x="20" y="58"/>
                    </a:cubicBezTo>
                    <a:cubicBezTo>
                      <a:pt x="19" y="63"/>
                      <a:pt x="16" y="75"/>
                      <a:pt x="14" y="78"/>
                    </a:cubicBezTo>
                    <a:cubicBezTo>
                      <a:pt x="12" y="82"/>
                      <a:pt x="8" y="84"/>
                      <a:pt x="8" y="84"/>
                    </a:cubicBezTo>
                    <a:cubicBezTo>
                      <a:pt x="0" y="86"/>
                      <a:pt x="0" y="86"/>
                      <a:pt x="0" y="86"/>
                    </a:cubicBezTo>
                  </a:path>
                </a:pathLst>
              </a:custGeom>
              <a:solidFill>
                <a:srgbClr val="A961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498" name="Freeform 615">
                <a:extLst>
                  <a:ext uri="{FF2B5EF4-FFF2-40B4-BE49-F238E27FC236}">
                    <a16:creationId xmlns:a16="http://schemas.microsoft.com/office/drawing/2014/main" id="{39E81326-E2DD-4860-9913-B166144782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5" y="912"/>
                <a:ext cx="25" cy="85"/>
              </a:xfrm>
              <a:custGeom>
                <a:avLst/>
                <a:gdLst>
                  <a:gd name="T0" fmla="*/ 37 w 15"/>
                  <a:gd name="T1" fmla="*/ 34 h 52"/>
                  <a:gd name="T2" fmla="*/ 62 w 15"/>
                  <a:gd name="T3" fmla="*/ 13 h 52"/>
                  <a:gd name="T4" fmla="*/ 62 w 15"/>
                  <a:gd name="T5" fmla="*/ 70 h 52"/>
                  <a:gd name="T6" fmla="*/ 0 w 15"/>
                  <a:gd name="T7" fmla="*/ 201 h 5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52">
                    <a:moveTo>
                      <a:pt x="8" y="8"/>
                    </a:moveTo>
                    <a:cubicBezTo>
                      <a:pt x="8" y="5"/>
                      <a:pt x="10" y="0"/>
                      <a:pt x="13" y="3"/>
                    </a:cubicBezTo>
                    <a:cubicBezTo>
                      <a:pt x="15" y="5"/>
                      <a:pt x="13" y="13"/>
                      <a:pt x="13" y="16"/>
                    </a:cubicBezTo>
                    <a:cubicBezTo>
                      <a:pt x="12" y="19"/>
                      <a:pt x="9" y="52"/>
                      <a:pt x="0" y="46"/>
                    </a:cubicBezTo>
                  </a:path>
                </a:pathLst>
              </a:custGeom>
              <a:solidFill>
                <a:srgbClr val="8E4C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499" name="Freeform 616">
                <a:extLst>
                  <a:ext uri="{FF2B5EF4-FFF2-40B4-BE49-F238E27FC236}">
                    <a16:creationId xmlns:a16="http://schemas.microsoft.com/office/drawing/2014/main" id="{B2C57FA8-C7EE-48ED-877B-BEE7879256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9" y="886"/>
                <a:ext cx="46" cy="140"/>
              </a:xfrm>
              <a:custGeom>
                <a:avLst/>
                <a:gdLst>
                  <a:gd name="T0" fmla="*/ 49 w 28"/>
                  <a:gd name="T1" fmla="*/ 29 h 86"/>
                  <a:gd name="T2" fmla="*/ 125 w 28"/>
                  <a:gd name="T3" fmla="*/ 54 h 86"/>
                  <a:gd name="T4" fmla="*/ 102 w 28"/>
                  <a:gd name="T5" fmla="*/ 186 h 86"/>
                  <a:gd name="T6" fmla="*/ 76 w 28"/>
                  <a:gd name="T7" fmla="*/ 249 h 86"/>
                  <a:gd name="T8" fmla="*/ 54 w 28"/>
                  <a:gd name="T9" fmla="*/ 337 h 86"/>
                  <a:gd name="T10" fmla="*/ 0 w 28"/>
                  <a:gd name="T11" fmla="*/ 371 h 8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8" h="86">
                    <a:moveTo>
                      <a:pt x="11" y="7"/>
                    </a:moveTo>
                    <a:cubicBezTo>
                      <a:pt x="17" y="0"/>
                      <a:pt x="28" y="2"/>
                      <a:pt x="28" y="12"/>
                    </a:cubicBezTo>
                    <a:cubicBezTo>
                      <a:pt x="27" y="22"/>
                      <a:pt x="24" y="37"/>
                      <a:pt x="23" y="43"/>
                    </a:cubicBezTo>
                    <a:cubicBezTo>
                      <a:pt x="22" y="48"/>
                      <a:pt x="19" y="53"/>
                      <a:pt x="17" y="58"/>
                    </a:cubicBezTo>
                    <a:cubicBezTo>
                      <a:pt x="16" y="63"/>
                      <a:pt x="13" y="75"/>
                      <a:pt x="12" y="78"/>
                    </a:cubicBezTo>
                    <a:cubicBezTo>
                      <a:pt x="8" y="86"/>
                      <a:pt x="0" y="86"/>
                      <a:pt x="0" y="86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500" name="Freeform 617">
                <a:extLst>
                  <a:ext uri="{FF2B5EF4-FFF2-40B4-BE49-F238E27FC236}">
                    <a16:creationId xmlns:a16="http://schemas.microsoft.com/office/drawing/2014/main" id="{F39CE919-0737-481F-A2D6-D4EF15A64A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8" y="902"/>
                <a:ext cx="23" cy="25"/>
              </a:xfrm>
              <a:custGeom>
                <a:avLst/>
                <a:gdLst>
                  <a:gd name="T0" fmla="*/ 0 w 14"/>
                  <a:gd name="T1" fmla="*/ 62 h 15"/>
                  <a:gd name="T2" fmla="*/ 49 w 14"/>
                  <a:gd name="T3" fmla="*/ 5 h 15"/>
                  <a:gd name="T4" fmla="*/ 43 w 14"/>
                  <a:gd name="T5" fmla="*/ 70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5">
                    <a:moveTo>
                      <a:pt x="0" y="13"/>
                    </a:moveTo>
                    <a:cubicBezTo>
                      <a:pt x="4" y="5"/>
                      <a:pt x="9" y="0"/>
                      <a:pt x="11" y="1"/>
                    </a:cubicBezTo>
                    <a:cubicBezTo>
                      <a:pt x="14" y="2"/>
                      <a:pt x="11" y="11"/>
                      <a:pt x="10" y="15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501" name="Freeform 618">
                <a:extLst>
                  <a:ext uri="{FF2B5EF4-FFF2-40B4-BE49-F238E27FC236}">
                    <a16:creationId xmlns:a16="http://schemas.microsoft.com/office/drawing/2014/main" id="{A67E991B-BCB4-4FF4-8234-7163721B85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2" y="909"/>
                <a:ext cx="13" cy="65"/>
              </a:xfrm>
              <a:custGeom>
                <a:avLst/>
                <a:gdLst>
                  <a:gd name="T0" fmla="*/ 21 w 8"/>
                  <a:gd name="T1" fmla="*/ 0 h 40"/>
                  <a:gd name="T2" fmla="*/ 34 w 8"/>
                  <a:gd name="T3" fmla="*/ 68 h 40"/>
                  <a:gd name="T4" fmla="*/ 21 w 8"/>
                  <a:gd name="T5" fmla="*/ 143 h 40"/>
                  <a:gd name="T6" fmla="*/ 0 w 8"/>
                  <a:gd name="T7" fmla="*/ 172 h 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40">
                    <a:moveTo>
                      <a:pt x="5" y="0"/>
                    </a:moveTo>
                    <a:cubicBezTo>
                      <a:pt x="4" y="6"/>
                      <a:pt x="8" y="6"/>
                      <a:pt x="8" y="16"/>
                    </a:cubicBezTo>
                    <a:cubicBezTo>
                      <a:pt x="7" y="26"/>
                      <a:pt x="6" y="30"/>
                      <a:pt x="5" y="33"/>
                    </a:cubicBezTo>
                    <a:cubicBezTo>
                      <a:pt x="5" y="36"/>
                      <a:pt x="2" y="37"/>
                      <a:pt x="0" y="40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502" name="Freeform 619">
                <a:extLst>
                  <a:ext uri="{FF2B5EF4-FFF2-40B4-BE49-F238E27FC236}">
                    <a16:creationId xmlns:a16="http://schemas.microsoft.com/office/drawing/2014/main" id="{B3670A0C-34C9-428E-AE93-0F37F00D8C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4" y="940"/>
                <a:ext cx="18" cy="47"/>
              </a:xfrm>
              <a:custGeom>
                <a:avLst/>
                <a:gdLst>
                  <a:gd name="T0" fmla="*/ 0 w 11"/>
                  <a:gd name="T1" fmla="*/ 123 h 29"/>
                  <a:gd name="T2" fmla="*/ 43 w 11"/>
                  <a:gd name="T3" fmla="*/ 47 h 29"/>
                  <a:gd name="T4" fmla="*/ 43 w 11"/>
                  <a:gd name="T5" fmla="*/ 0 h 2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29">
                    <a:moveTo>
                      <a:pt x="0" y="29"/>
                    </a:moveTo>
                    <a:cubicBezTo>
                      <a:pt x="4" y="27"/>
                      <a:pt x="10" y="16"/>
                      <a:pt x="10" y="11"/>
                    </a:cubicBezTo>
                    <a:cubicBezTo>
                      <a:pt x="10" y="6"/>
                      <a:pt x="11" y="0"/>
                      <a:pt x="10" y="0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503" name="Freeform 620">
                <a:extLst>
                  <a:ext uri="{FF2B5EF4-FFF2-40B4-BE49-F238E27FC236}">
                    <a16:creationId xmlns:a16="http://schemas.microsoft.com/office/drawing/2014/main" id="{CAB674EE-2135-4A55-9B76-DFBB133EAB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4" y="1075"/>
                <a:ext cx="52" cy="45"/>
              </a:xfrm>
              <a:custGeom>
                <a:avLst/>
                <a:gdLst>
                  <a:gd name="T0" fmla="*/ 138 w 32"/>
                  <a:gd name="T1" fmla="*/ 0 h 28"/>
                  <a:gd name="T2" fmla="*/ 98 w 32"/>
                  <a:gd name="T3" fmla="*/ 59 h 28"/>
                  <a:gd name="T4" fmla="*/ 54 w 32"/>
                  <a:gd name="T5" fmla="*/ 69 h 28"/>
                  <a:gd name="T6" fmla="*/ 0 w 32"/>
                  <a:gd name="T7" fmla="*/ 116 h 28"/>
                  <a:gd name="T8" fmla="*/ 39 w 32"/>
                  <a:gd name="T9" fmla="*/ 69 h 28"/>
                  <a:gd name="T10" fmla="*/ 60 w 32"/>
                  <a:gd name="T11" fmla="*/ 59 h 28"/>
                  <a:gd name="T12" fmla="*/ 81 w 32"/>
                  <a:gd name="T13" fmla="*/ 47 h 28"/>
                  <a:gd name="T14" fmla="*/ 122 w 32"/>
                  <a:gd name="T15" fmla="*/ 29 h 28"/>
                  <a:gd name="T16" fmla="*/ 138 w 32"/>
                  <a:gd name="T17" fmla="*/ 0 h 2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2" h="28">
                    <a:moveTo>
                      <a:pt x="32" y="0"/>
                    </a:moveTo>
                    <a:cubicBezTo>
                      <a:pt x="32" y="5"/>
                      <a:pt x="28" y="12"/>
                      <a:pt x="23" y="14"/>
                    </a:cubicBezTo>
                    <a:cubicBezTo>
                      <a:pt x="19" y="15"/>
                      <a:pt x="16" y="15"/>
                      <a:pt x="12" y="17"/>
                    </a:cubicBezTo>
                    <a:cubicBezTo>
                      <a:pt x="7" y="20"/>
                      <a:pt x="4" y="25"/>
                      <a:pt x="0" y="28"/>
                    </a:cubicBezTo>
                    <a:cubicBezTo>
                      <a:pt x="3" y="25"/>
                      <a:pt x="5" y="20"/>
                      <a:pt x="9" y="17"/>
                    </a:cubicBezTo>
                    <a:cubicBezTo>
                      <a:pt x="10" y="16"/>
                      <a:pt x="12" y="15"/>
                      <a:pt x="14" y="14"/>
                    </a:cubicBezTo>
                    <a:cubicBezTo>
                      <a:pt x="16" y="13"/>
                      <a:pt x="17" y="12"/>
                      <a:pt x="19" y="11"/>
                    </a:cubicBezTo>
                    <a:cubicBezTo>
                      <a:pt x="22" y="10"/>
                      <a:pt x="25" y="9"/>
                      <a:pt x="28" y="7"/>
                    </a:cubicBezTo>
                    <a:cubicBezTo>
                      <a:pt x="29" y="5"/>
                      <a:pt x="32" y="2"/>
                      <a:pt x="32" y="0"/>
                    </a:cubicBezTo>
                  </a:path>
                </a:pathLst>
              </a:custGeom>
              <a:solidFill>
                <a:srgbClr val="8E4C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504" name="Freeform 621">
                <a:extLst>
                  <a:ext uri="{FF2B5EF4-FFF2-40B4-BE49-F238E27FC236}">
                    <a16:creationId xmlns:a16="http://schemas.microsoft.com/office/drawing/2014/main" id="{F84C40C4-64FA-4BF2-BA67-37A4A3E431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0" y="1055"/>
                <a:ext cx="57" cy="55"/>
              </a:xfrm>
              <a:custGeom>
                <a:avLst/>
                <a:gdLst>
                  <a:gd name="T0" fmla="*/ 0 w 35"/>
                  <a:gd name="T1" fmla="*/ 0 h 34"/>
                  <a:gd name="T2" fmla="*/ 47 w 35"/>
                  <a:gd name="T3" fmla="*/ 76 h 34"/>
                  <a:gd name="T4" fmla="*/ 96 w 35"/>
                  <a:gd name="T5" fmla="*/ 97 h 34"/>
                  <a:gd name="T6" fmla="*/ 125 w 35"/>
                  <a:gd name="T7" fmla="*/ 115 h 34"/>
                  <a:gd name="T8" fmla="*/ 151 w 35"/>
                  <a:gd name="T9" fmla="*/ 144 h 34"/>
                  <a:gd name="T10" fmla="*/ 98 w 35"/>
                  <a:gd name="T11" fmla="*/ 89 h 34"/>
                  <a:gd name="T12" fmla="*/ 55 w 35"/>
                  <a:gd name="T13" fmla="*/ 68 h 34"/>
                  <a:gd name="T14" fmla="*/ 0 w 35"/>
                  <a:gd name="T15" fmla="*/ 0 h 3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5" h="34">
                    <a:moveTo>
                      <a:pt x="0" y="0"/>
                    </a:moveTo>
                    <a:cubicBezTo>
                      <a:pt x="2" y="6"/>
                      <a:pt x="5" y="16"/>
                      <a:pt x="11" y="18"/>
                    </a:cubicBezTo>
                    <a:cubicBezTo>
                      <a:pt x="15" y="20"/>
                      <a:pt x="19" y="21"/>
                      <a:pt x="22" y="23"/>
                    </a:cubicBezTo>
                    <a:cubicBezTo>
                      <a:pt x="25" y="24"/>
                      <a:pt x="27" y="25"/>
                      <a:pt x="29" y="27"/>
                    </a:cubicBezTo>
                    <a:cubicBezTo>
                      <a:pt x="31" y="29"/>
                      <a:pt x="33" y="32"/>
                      <a:pt x="35" y="34"/>
                    </a:cubicBezTo>
                    <a:cubicBezTo>
                      <a:pt x="30" y="30"/>
                      <a:pt x="28" y="25"/>
                      <a:pt x="23" y="21"/>
                    </a:cubicBezTo>
                    <a:cubicBezTo>
                      <a:pt x="20" y="19"/>
                      <a:pt x="16" y="17"/>
                      <a:pt x="13" y="16"/>
                    </a:cubicBezTo>
                    <a:cubicBezTo>
                      <a:pt x="7" y="13"/>
                      <a:pt x="1" y="6"/>
                      <a:pt x="0" y="0"/>
                    </a:cubicBezTo>
                  </a:path>
                </a:pathLst>
              </a:custGeom>
              <a:solidFill>
                <a:srgbClr val="8E4C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505" name="Freeform 622">
                <a:extLst>
                  <a:ext uri="{FF2B5EF4-FFF2-40B4-BE49-F238E27FC236}">
                    <a16:creationId xmlns:a16="http://schemas.microsoft.com/office/drawing/2014/main" id="{BF5873AC-9A33-4175-AA75-08CB5B3CC9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7" y="842"/>
                <a:ext cx="85" cy="13"/>
              </a:xfrm>
              <a:custGeom>
                <a:avLst/>
                <a:gdLst>
                  <a:gd name="T0" fmla="*/ 0 w 52"/>
                  <a:gd name="T1" fmla="*/ 21 h 8"/>
                  <a:gd name="T2" fmla="*/ 47 w 52"/>
                  <a:gd name="T3" fmla="*/ 5 h 8"/>
                  <a:gd name="T4" fmla="*/ 96 w 52"/>
                  <a:gd name="T5" fmla="*/ 5 h 8"/>
                  <a:gd name="T6" fmla="*/ 227 w 52"/>
                  <a:gd name="T7" fmla="*/ 29 h 8"/>
                  <a:gd name="T8" fmla="*/ 206 w 52"/>
                  <a:gd name="T9" fmla="*/ 34 h 8"/>
                  <a:gd name="T10" fmla="*/ 172 w 52"/>
                  <a:gd name="T11" fmla="*/ 29 h 8"/>
                  <a:gd name="T12" fmla="*/ 110 w 52"/>
                  <a:gd name="T13" fmla="*/ 18 h 8"/>
                  <a:gd name="T14" fmla="*/ 47 w 52"/>
                  <a:gd name="T15" fmla="*/ 18 h 8"/>
                  <a:gd name="T16" fmla="*/ 0 w 52"/>
                  <a:gd name="T17" fmla="*/ 21 h 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2" h="8">
                    <a:moveTo>
                      <a:pt x="0" y="5"/>
                    </a:moveTo>
                    <a:cubicBezTo>
                      <a:pt x="2" y="3"/>
                      <a:pt x="8" y="2"/>
                      <a:pt x="11" y="1"/>
                    </a:cubicBezTo>
                    <a:cubicBezTo>
                      <a:pt x="14" y="1"/>
                      <a:pt x="18" y="0"/>
                      <a:pt x="22" y="1"/>
                    </a:cubicBezTo>
                    <a:cubicBezTo>
                      <a:pt x="32" y="2"/>
                      <a:pt x="41" y="7"/>
                      <a:pt x="52" y="7"/>
                    </a:cubicBezTo>
                    <a:cubicBezTo>
                      <a:pt x="51" y="8"/>
                      <a:pt x="48" y="8"/>
                      <a:pt x="47" y="8"/>
                    </a:cubicBezTo>
                    <a:cubicBezTo>
                      <a:pt x="44" y="8"/>
                      <a:pt x="42" y="7"/>
                      <a:pt x="39" y="7"/>
                    </a:cubicBezTo>
                    <a:cubicBezTo>
                      <a:pt x="34" y="6"/>
                      <a:pt x="30" y="5"/>
                      <a:pt x="25" y="4"/>
                    </a:cubicBezTo>
                    <a:cubicBezTo>
                      <a:pt x="20" y="4"/>
                      <a:pt x="16" y="4"/>
                      <a:pt x="11" y="4"/>
                    </a:cubicBezTo>
                    <a:cubicBezTo>
                      <a:pt x="7" y="4"/>
                      <a:pt x="3" y="4"/>
                      <a:pt x="0" y="5"/>
                    </a:cubicBezTo>
                  </a:path>
                </a:pathLst>
              </a:custGeom>
              <a:solidFill>
                <a:srgbClr val="8E4C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506" name="Freeform 623">
                <a:extLst>
                  <a:ext uri="{FF2B5EF4-FFF2-40B4-BE49-F238E27FC236}">
                    <a16:creationId xmlns:a16="http://schemas.microsoft.com/office/drawing/2014/main" id="{8751A5D1-8EFE-4022-A64D-BE65BDCDC5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1" y="831"/>
                <a:ext cx="58" cy="13"/>
              </a:xfrm>
              <a:custGeom>
                <a:avLst/>
                <a:gdLst>
                  <a:gd name="T0" fmla="*/ 150 w 36"/>
                  <a:gd name="T1" fmla="*/ 0 h 8"/>
                  <a:gd name="T2" fmla="*/ 89 w 36"/>
                  <a:gd name="T3" fmla="*/ 13 h 8"/>
                  <a:gd name="T4" fmla="*/ 42 w 36"/>
                  <a:gd name="T5" fmla="*/ 29 h 8"/>
                  <a:gd name="T6" fmla="*/ 21 w 36"/>
                  <a:gd name="T7" fmla="*/ 34 h 8"/>
                  <a:gd name="T8" fmla="*/ 0 w 36"/>
                  <a:gd name="T9" fmla="*/ 34 h 8"/>
                  <a:gd name="T10" fmla="*/ 42 w 36"/>
                  <a:gd name="T11" fmla="*/ 18 h 8"/>
                  <a:gd name="T12" fmla="*/ 89 w 36"/>
                  <a:gd name="T13" fmla="*/ 5 h 8"/>
                  <a:gd name="T14" fmla="*/ 150 w 36"/>
                  <a:gd name="T15" fmla="*/ 0 h 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6" h="8">
                    <a:moveTo>
                      <a:pt x="36" y="0"/>
                    </a:moveTo>
                    <a:cubicBezTo>
                      <a:pt x="31" y="1"/>
                      <a:pt x="26" y="2"/>
                      <a:pt x="21" y="3"/>
                    </a:cubicBezTo>
                    <a:cubicBezTo>
                      <a:pt x="17" y="4"/>
                      <a:pt x="14" y="6"/>
                      <a:pt x="10" y="7"/>
                    </a:cubicBezTo>
                    <a:cubicBezTo>
                      <a:pt x="8" y="7"/>
                      <a:pt x="7" y="7"/>
                      <a:pt x="5" y="8"/>
                    </a:cubicBezTo>
                    <a:cubicBezTo>
                      <a:pt x="3" y="8"/>
                      <a:pt x="1" y="7"/>
                      <a:pt x="0" y="8"/>
                    </a:cubicBezTo>
                    <a:cubicBezTo>
                      <a:pt x="3" y="8"/>
                      <a:pt x="7" y="5"/>
                      <a:pt x="10" y="4"/>
                    </a:cubicBezTo>
                    <a:cubicBezTo>
                      <a:pt x="13" y="3"/>
                      <a:pt x="17" y="2"/>
                      <a:pt x="21" y="1"/>
                    </a:cubicBezTo>
                    <a:cubicBezTo>
                      <a:pt x="26" y="0"/>
                      <a:pt x="31" y="0"/>
                      <a:pt x="36" y="0"/>
                    </a:cubicBezTo>
                  </a:path>
                </a:pathLst>
              </a:custGeom>
              <a:solidFill>
                <a:srgbClr val="8E4C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507" name="Freeform 624">
                <a:extLst>
                  <a:ext uri="{FF2B5EF4-FFF2-40B4-BE49-F238E27FC236}">
                    <a16:creationId xmlns:a16="http://schemas.microsoft.com/office/drawing/2014/main" id="{26236B33-2BD6-4394-858C-4AF9713999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7" y="1011"/>
                <a:ext cx="34" cy="62"/>
              </a:xfrm>
              <a:custGeom>
                <a:avLst/>
                <a:gdLst>
                  <a:gd name="T0" fmla="*/ 0 w 21"/>
                  <a:gd name="T1" fmla="*/ 0 h 38"/>
                  <a:gd name="T2" fmla="*/ 16 w 21"/>
                  <a:gd name="T3" fmla="*/ 54 h 38"/>
                  <a:gd name="T4" fmla="*/ 29 w 21"/>
                  <a:gd name="T5" fmla="*/ 96 h 38"/>
                  <a:gd name="T6" fmla="*/ 89 w 21"/>
                  <a:gd name="T7" fmla="*/ 165 h 38"/>
                  <a:gd name="T8" fmla="*/ 39 w 21"/>
                  <a:gd name="T9" fmla="*/ 83 h 38"/>
                  <a:gd name="T10" fmla="*/ 0 w 21"/>
                  <a:gd name="T11" fmla="*/ 5 h 3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1" h="38">
                    <a:moveTo>
                      <a:pt x="0" y="0"/>
                    </a:moveTo>
                    <a:cubicBezTo>
                      <a:pt x="0" y="4"/>
                      <a:pt x="3" y="8"/>
                      <a:pt x="4" y="12"/>
                    </a:cubicBezTo>
                    <a:cubicBezTo>
                      <a:pt x="5" y="16"/>
                      <a:pt x="6" y="19"/>
                      <a:pt x="7" y="22"/>
                    </a:cubicBezTo>
                    <a:cubicBezTo>
                      <a:pt x="10" y="29"/>
                      <a:pt x="14" y="36"/>
                      <a:pt x="21" y="38"/>
                    </a:cubicBezTo>
                    <a:cubicBezTo>
                      <a:pt x="14" y="35"/>
                      <a:pt x="13" y="25"/>
                      <a:pt x="9" y="19"/>
                    </a:cubicBezTo>
                    <a:cubicBezTo>
                      <a:pt x="6" y="13"/>
                      <a:pt x="3" y="7"/>
                      <a:pt x="0" y="1"/>
                    </a:cubicBezTo>
                  </a:path>
                </a:pathLst>
              </a:custGeom>
              <a:solidFill>
                <a:srgbClr val="C1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508" name="Freeform 625">
                <a:extLst>
                  <a:ext uri="{FF2B5EF4-FFF2-40B4-BE49-F238E27FC236}">
                    <a16:creationId xmlns:a16="http://schemas.microsoft.com/office/drawing/2014/main" id="{36D4995C-33F1-41B2-ADC0-D76B2A573C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3" y="847"/>
                <a:ext cx="78" cy="19"/>
              </a:xfrm>
              <a:custGeom>
                <a:avLst/>
                <a:gdLst>
                  <a:gd name="T0" fmla="*/ 206 w 48"/>
                  <a:gd name="T1" fmla="*/ 13 h 12"/>
                  <a:gd name="T2" fmla="*/ 159 w 48"/>
                  <a:gd name="T3" fmla="*/ 8 h 12"/>
                  <a:gd name="T4" fmla="*/ 117 w 48"/>
                  <a:gd name="T5" fmla="*/ 8 h 12"/>
                  <a:gd name="T6" fmla="*/ 0 w 48"/>
                  <a:gd name="T7" fmla="*/ 25 h 12"/>
                  <a:gd name="T8" fmla="*/ 109 w 48"/>
                  <a:gd name="T9" fmla="*/ 21 h 12"/>
                  <a:gd name="T10" fmla="*/ 156 w 48"/>
                  <a:gd name="T11" fmla="*/ 13 h 12"/>
                  <a:gd name="T12" fmla="*/ 198 w 48"/>
                  <a:gd name="T13" fmla="*/ 13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8" h="12">
                    <a:moveTo>
                      <a:pt x="48" y="3"/>
                    </a:moveTo>
                    <a:cubicBezTo>
                      <a:pt x="45" y="3"/>
                      <a:pt x="41" y="2"/>
                      <a:pt x="37" y="2"/>
                    </a:cubicBezTo>
                    <a:cubicBezTo>
                      <a:pt x="33" y="1"/>
                      <a:pt x="30" y="0"/>
                      <a:pt x="27" y="2"/>
                    </a:cubicBezTo>
                    <a:cubicBezTo>
                      <a:pt x="17" y="4"/>
                      <a:pt x="11" y="9"/>
                      <a:pt x="0" y="6"/>
                    </a:cubicBezTo>
                    <a:cubicBezTo>
                      <a:pt x="9" y="12"/>
                      <a:pt x="16" y="8"/>
                      <a:pt x="25" y="5"/>
                    </a:cubicBezTo>
                    <a:cubicBezTo>
                      <a:pt x="28" y="4"/>
                      <a:pt x="32" y="3"/>
                      <a:pt x="36" y="3"/>
                    </a:cubicBezTo>
                    <a:cubicBezTo>
                      <a:pt x="39" y="3"/>
                      <a:pt x="44" y="2"/>
                      <a:pt x="46" y="3"/>
                    </a:cubicBezTo>
                  </a:path>
                </a:pathLst>
              </a:custGeom>
              <a:solidFill>
                <a:srgbClr val="C1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509" name="Freeform 626">
                <a:extLst>
                  <a:ext uri="{FF2B5EF4-FFF2-40B4-BE49-F238E27FC236}">
                    <a16:creationId xmlns:a16="http://schemas.microsoft.com/office/drawing/2014/main" id="{0FC796F2-42CE-41A2-9D91-20A5411C6D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2" y="824"/>
                <a:ext cx="72" cy="11"/>
              </a:xfrm>
              <a:custGeom>
                <a:avLst/>
                <a:gdLst>
                  <a:gd name="T0" fmla="*/ 0 w 44"/>
                  <a:gd name="T1" fmla="*/ 22 h 7"/>
                  <a:gd name="T2" fmla="*/ 43 w 44"/>
                  <a:gd name="T3" fmla="*/ 14 h 7"/>
                  <a:gd name="T4" fmla="*/ 88 w 44"/>
                  <a:gd name="T5" fmla="*/ 13 h 7"/>
                  <a:gd name="T6" fmla="*/ 139 w 44"/>
                  <a:gd name="T7" fmla="*/ 14 h 7"/>
                  <a:gd name="T8" fmla="*/ 193 w 44"/>
                  <a:gd name="T9" fmla="*/ 27 h 7"/>
                  <a:gd name="T10" fmla="*/ 92 w 44"/>
                  <a:gd name="T11" fmla="*/ 0 h 7"/>
                  <a:gd name="T12" fmla="*/ 0 w 44"/>
                  <a:gd name="T13" fmla="*/ 22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4" h="7">
                    <a:moveTo>
                      <a:pt x="0" y="6"/>
                    </a:moveTo>
                    <a:cubicBezTo>
                      <a:pt x="3" y="6"/>
                      <a:pt x="7" y="4"/>
                      <a:pt x="10" y="4"/>
                    </a:cubicBezTo>
                    <a:cubicBezTo>
                      <a:pt x="14" y="3"/>
                      <a:pt x="16" y="3"/>
                      <a:pt x="20" y="3"/>
                    </a:cubicBezTo>
                    <a:cubicBezTo>
                      <a:pt x="24" y="3"/>
                      <a:pt x="28" y="3"/>
                      <a:pt x="32" y="4"/>
                    </a:cubicBezTo>
                    <a:cubicBezTo>
                      <a:pt x="36" y="4"/>
                      <a:pt x="40" y="6"/>
                      <a:pt x="44" y="7"/>
                    </a:cubicBezTo>
                    <a:cubicBezTo>
                      <a:pt x="37" y="3"/>
                      <a:pt x="30" y="1"/>
                      <a:pt x="21" y="0"/>
                    </a:cubicBezTo>
                    <a:cubicBezTo>
                      <a:pt x="15" y="0"/>
                      <a:pt x="5" y="1"/>
                      <a:pt x="0" y="6"/>
                    </a:cubicBezTo>
                  </a:path>
                </a:pathLst>
              </a:custGeom>
              <a:solidFill>
                <a:srgbClr val="C1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510" name="Freeform 627">
                <a:extLst>
                  <a:ext uri="{FF2B5EF4-FFF2-40B4-BE49-F238E27FC236}">
                    <a16:creationId xmlns:a16="http://schemas.microsoft.com/office/drawing/2014/main" id="{1F494879-8986-4B26-A67F-357338C2FC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9" y="1065"/>
                <a:ext cx="129" cy="26"/>
              </a:xfrm>
              <a:custGeom>
                <a:avLst/>
                <a:gdLst>
                  <a:gd name="T0" fmla="*/ 0 w 79"/>
                  <a:gd name="T1" fmla="*/ 0 h 16"/>
                  <a:gd name="T2" fmla="*/ 345 w 79"/>
                  <a:gd name="T3" fmla="*/ 0 h 16"/>
                  <a:gd name="T4" fmla="*/ 302 w 79"/>
                  <a:gd name="T5" fmla="*/ 34 h 16"/>
                  <a:gd name="T6" fmla="*/ 185 w 79"/>
                  <a:gd name="T7" fmla="*/ 63 h 16"/>
                  <a:gd name="T8" fmla="*/ 88 w 79"/>
                  <a:gd name="T9" fmla="*/ 54 h 16"/>
                  <a:gd name="T10" fmla="*/ 0 w 79"/>
                  <a:gd name="T11" fmla="*/ 0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9" h="16">
                    <a:moveTo>
                      <a:pt x="0" y="0"/>
                    </a:moveTo>
                    <a:cubicBezTo>
                      <a:pt x="0" y="0"/>
                      <a:pt x="69" y="2"/>
                      <a:pt x="79" y="0"/>
                    </a:cubicBezTo>
                    <a:cubicBezTo>
                      <a:pt x="79" y="0"/>
                      <a:pt x="76" y="4"/>
                      <a:pt x="69" y="8"/>
                    </a:cubicBezTo>
                    <a:cubicBezTo>
                      <a:pt x="61" y="13"/>
                      <a:pt x="49" y="15"/>
                      <a:pt x="42" y="15"/>
                    </a:cubicBezTo>
                    <a:cubicBezTo>
                      <a:pt x="35" y="16"/>
                      <a:pt x="24" y="14"/>
                      <a:pt x="20" y="12"/>
                    </a:cubicBezTo>
                    <a:cubicBezTo>
                      <a:pt x="8" y="8"/>
                      <a:pt x="7" y="3"/>
                      <a:pt x="0" y="0"/>
                    </a:cubicBezTo>
                    <a:close/>
                  </a:path>
                </a:pathLst>
              </a:custGeom>
              <a:solidFill>
                <a:srgbClr val="C1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511" name="Freeform 628">
                <a:extLst>
                  <a:ext uri="{FF2B5EF4-FFF2-40B4-BE49-F238E27FC236}">
                    <a16:creationId xmlns:a16="http://schemas.microsoft.com/office/drawing/2014/main" id="{F3DA8DA8-80DF-42D3-A864-8B6FDD0689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1" y="1073"/>
                <a:ext cx="106" cy="42"/>
              </a:xfrm>
              <a:custGeom>
                <a:avLst/>
                <a:gdLst>
                  <a:gd name="T0" fmla="*/ 0 w 65"/>
                  <a:gd name="T1" fmla="*/ 0 h 26"/>
                  <a:gd name="T2" fmla="*/ 282 w 65"/>
                  <a:gd name="T3" fmla="*/ 0 h 26"/>
                  <a:gd name="T4" fmla="*/ 0 w 65"/>
                  <a:gd name="T5" fmla="*/ 0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5" h="26">
                    <a:moveTo>
                      <a:pt x="0" y="0"/>
                    </a:moveTo>
                    <a:cubicBezTo>
                      <a:pt x="0" y="0"/>
                      <a:pt x="33" y="22"/>
                      <a:pt x="65" y="0"/>
                    </a:cubicBezTo>
                    <a:cubicBezTo>
                      <a:pt x="65" y="0"/>
                      <a:pt x="37" y="26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512" name="Freeform 629">
                <a:extLst>
                  <a:ext uri="{FF2B5EF4-FFF2-40B4-BE49-F238E27FC236}">
                    <a16:creationId xmlns:a16="http://schemas.microsoft.com/office/drawing/2014/main" id="{18C3EBAC-26B6-41D6-A30B-3F960A768D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9" y="1068"/>
                <a:ext cx="111" cy="10"/>
              </a:xfrm>
              <a:custGeom>
                <a:avLst/>
                <a:gdLst>
                  <a:gd name="T0" fmla="*/ 0 w 68"/>
                  <a:gd name="T1" fmla="*/ 0 h 6"/>
                  <a:gd name="T2" fmla="*/ 295 w 68"/>
                  <a:gd name="T3" fmla="*/ 0 h 6"/>
                  <a:gd name="T4" fmla="*/ 0 w 68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8" h="6">
                    <a:moveTo>
                      <a:pt x="0" y="0"/>
                    </a:moveTo>
                    <a:cubicBezTo>
                      <a:pt x="0" y="0"/>
                      <a:pt x="38" y="4"/>
                      <a:pt x="68" y="0"/>
                    </a:cubicBezTo>
                    <a:cubicBezTo>
                      <a:pt x="68" y="0"/>
                      <a:pt x="44" y="6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513" name="Freeform 630">
                <a:extLst>
                  <a:ext uri="{FF2B5EF4-FFF2-40B4-BE49-F238E27FC236}">
                    <a16:creationId xmlns:a16="http://schemas.microsoft.com/office/drawing/2014/main" id="{2F594507-BCB8-4D6B-B839-8C041183B7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1" y="1065"/>
                <a:ext cx="124" cy="5"/>
              </a:xfrm>
              <a:custGeom>
                <a:avLst/>
                <a:gdLst>
                  <a:gd name="T0" fmla="*/ 0 w 76"/>
                  <a:gd name="T1" fmla="*/ 0 h 3"/>
                  <a:gd name="T2" fmla="*/ 330 w 76"/>
                  <a:gd name="T3" fmla="*/ 0 h 3"/>
                  <a:gd name="T4" fmla="*/ 0 w 76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6" h="3">
                    <a:moveTo>
                      <a:pt x="0" y="0"/>
                    </a:moveTo>
                    <a:cubicBezTo>
                      <a:pt x="0" y="0"/>
                      <a:pt x="47" y="3"/>
                      <a:pt x="76" y="0"/>
                    </a:cubicBezTo>
                    <a:cubicBezTo>
                      <a:pt x="76" y="0"/>
                      <a:pt x="15" y="1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514" name="Freeform 631">
                <a:extLst>
                  <a:ext uri="{FF2B5EF4-FFF2-40B4-BE49-F238E27FC236}">
                    <a16:creationId xmlns:a16="http://schemas.microsoft.com/office/drawing/2014/main" id="{EF3890E1-336A-4C63-B795-71EC28138F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7" y="910"/>
                <a:ext cx="79" cy="38"/>
              </a:xfrm>
              <a:custGeom>
                <a:avLst/>
                <a:gdLst>
                  <a:gd name="T0" fmla="*/ 209 w 48"/>
                  <a:gd name="T1" fmla="*/ 58 h 23"/>
                  <a:gd name="T2" fmla="*/ 188 w 48"/>
                  <a:gd name="T3" fmla="*/ 35 h 23"/>
                  <a:gd name="T4" fmla="*/ 151 w 48"/>
                  <a:gd name="T5" fmla="*/ 21 h 23"/>
                  <a:gd name="T6" fmla="*/ 67 w 48"/>
                  <a:gd name="T7" fmla="*/ 13 h 23"/>
                  <a:gd name="T8" fmla="*/ 13 w 48"/>
                  <a:gd name="T9" fmla="*/ 63 h 23"/>
                  <a:gd name="T10" fmla="*/ 63 w 48"/>
                  <a:gd name="T11" fmla="*/ 97 h 23"/>
                  <a:gd name="T12" fmla="*/ 117 w 48"/>
                  <a:gd name="T13" fmla="*/ 97 h 23"/>
                  <a:gd name="T14" fmla="*/ 151 w 48"/>
                  <a:gd name="T15" fmla="*/ 96 h 23"/>
                  <a:gd name="T16" fmla="*/ 179 w 48"/>
                  <a:gd name="T17" fmla="*/ 83 h 23"/>
                  <a:gd name="T18" fmla="*/ 206 w 48"/>
                  <a:gd name="T19" fmla="*/ 76 h 23"/>
                  <a:gd name="T20" fmla="*/ 209 w 48"/>
                  <a:gd name="T21" fmla="*/ 58 h 2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8" h="23">
                    <a:moveTo>
                      <a:pt x="47" y="13"/>
                    </a:moveTo>
                    <a:cubicBezTo>
                      <a:pt x="46" y="11"/>
                      <a:pt x="44" y="9"/>
                      <a:pt x="42" y="8"/>
                    </a:cubicBezTo>
                    <a:cubicBezTo>
                      <a:pt x="39" y="7"/>
                      <a:pt x="37" y="6"/>
                      <a:pt x="34" y="5"/>
                    </a:cubicBezTo>
                    <a:cubicBezTo>
                      <a:pt x="28" y="3"/>
                      <a:pt x="22" y="0"/>
                      <a:pt x="15" y="3"/>
                    </a:cubicBezTo>
                    <a:cubicBezTo>
                      <a:pt x="11" y="4"/>
                      <a:pt x="0" y="9"/>
                      <a:pt x="3" y="14"/>
                    </a:cubicBezTo>
                    <a:cubicBezTo>
                      <a:pt x="5" y="19"/>
                      <a:pt x="9" y="22"/>
                      <a:pt x="14" y="22"/>
                    </a:cubicBezTo>
                    <a:cubicBezTo>
                      <a:pt x="18" y="23"/>
                      <a:pt x="22" y="23"/>
                      <a:pt x="26" y="22"/>
                    </a:cubicBezTo>
                    <a:cubicBezTo>
                      <a:pt x="29" y="22"/>
                      <a:pt x="31" y="21"/>
                      <a:pt x="34" y="21"/>
                    </a:cubicBezTo>
                    <a:cubicBezTo>
                      <a:pt x="36" y="20"/>
                      <a:pt x="38" y="18"/>
                      <a:pt x="40" y="18"/>
                    </a:cubicBezTo>
                    <a:cubicBezTo>
                      <a:pt x="42" y="18"/>
                      <a:pt x="45" y="18"/>
                      <a:pt x="46" y="17"/>
                    </a:cubicBezTo>
                    <a:cubicBezTo>
                      <a:pt x="48" y="17"/>
                      <a:pt x="48" y="14"/>
                      <a:pt x="47" y="13"/>
                    </a:cubicBezTo>
                  </a:path>
                </a:pathLst>
              </a:custGeom>
              <a:solidFill>
                <a:srgbClr val="603A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515" name="Freeform 632">
                <a:extLst>
                  <a:ext uri="{FF2B5EF4-FFF2-40B4-BE49-F238E27FC236}">
                    <a16:creationId xmlns:a16="http://schemas.microsoft.com/office/drawing/2014/main" id="{FCC31FE5-CA65-470E-86B5-D660F7BA27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9" y="873"/>
                <a:ext cx="72" cy="32"/>
              </a:xfrm>
              <a:custGeom>
                <a:avLst/>
                <a:gdLst>
                  <a:gd name="T0" fmla="*/ 0 w 44"/>
                  <a:gd name="T1" fmla="*/ 82 h 20"/>
                  <a:gd name="T2" fmla="*/ 180 w 44"/>
                  <a:gd name="T3" fmla="*/ 34 h 20"/>
                  <a:gd name="T4" fmla="*/ 172 w 44"/>
                  <a:gd name="T5" fmla="*/ 46 h 20"/>
                  <a:gd name="T6" fmla="*/ 0 w 44"/>
                  <a:gd name="T7" fmla="*/ 82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4" h="20">
                    <a:moveTo>
                      <a:pt x="0" y="20"/>
                    </a:moveTo>
                    <a:cubicBezTo>
                      <a:pt x="8" y="0"/>
                      <a:pt x="41" y="8"/>
                      <a:pt x="41" y="8"/>
                    </a:cubicBezTo>
                    <a:cubicBezTo>
                      <a:pt x="41" y="8"/>
                      <a:pt x="44" y="12"/>
                      <a:pt x="39" y="11"/>
                    </a:cubicBezTo>
                    <a:cubicBezTo>
                      <a:pt x="34" y="10"/>
                      <a:pt x="7" y="2"/>
                      <a:pt x="0" y="2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516" name="Freeform 633">
                <a:extLst>
                  <a:ext uri="{FF2B5EF4-FFF2-40B4-BE49-F238E27FC236}">
                    <a16:creationId xmlns:a16="http://schemas.microsoft.com/office/drawing/2014/main" id="{F7AC203B-7E9F-4238-8455-9B6C2AB216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7" y="845"/>
                <a:ext cx="59" cy="56"/>
              </a:xfrm>
              <a:custGeom>
                <a:avLst/>
                <a:gdLst>
                  <a:gd name="T0" fmla="*/ 159 w 36"/>
                  <a:gd name="T1" fmla="*/ 0 h 34"/>
                  <a:gd name="T2" fmla="*/ 102 w 36"/>
                  <a:gd name="T3" fmla="*/ 33 h 34"/>
                  <a:gd name="T4" fmla="*/ 62 w 36"/>
                  <a:gd name="T5" fmla="*/ 63 h 34"/>
                  <a:gd name="T6" fmla="*/ 0 w 36"/>
                  <a:gd name="T7" fmla="*/ 152 h 34"/>
                  <a:gd name="T8" fmla="*/ 43 w 36"/>
                  <a:gd name="T9" fmla="*/ 84 h 34"/>
                  <a:gd name="T10" fmla="*/ 70 w 36"/>
                  <a:gd name="T11" fmla="*/ 41 h 34"/>
                  <a:gd name="T12" fmla="*/ 146 w 36"/>
                  <a:gd name="T13" fmla="*/ 0 h 3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6" h="34">
                    <a:moveTo>
                      <a:pt x="36" y="0"/>
                    </a:moveTo>
                    <a:cubicBezTo>
                      <a:pt x="32" y="4"/>
                      <a:pt x="28" y="5"/>
                      <a:pt x="23" y="7"/>
                    </a:cubicBezTo>
                    <a:cubicBezTo>
                      <a:pt x="19" y="8"/>
                      <a:pt x="16" y="11"/>
                      <a:pt x="14" y="14"/>
                    </a:cubicBezTo>
                    <a:cubicBezTo>
                      <a:pt x="10" y="21"/>
                      <a:pt x="4" y="27"/>
                      <a:pt x="0" y="34"/>
                    </a:cubicBezTo>
                    <a:cubicBezTo>
                      <a:pt x="5" y="30"/>
                      <a:pt x="7" y="24"/>
                      <a:pt x="10" y="19"/>
                    </a:cubicBezTo>
                    <a:cubicBezTo>
                      <a:pt x="11" y="16"/>
                      <a:pt x="13" y="11"/>
                      <a:pt x="16" y="9"/>
                    </a:cubicBezTo>
                    <a:cubicBezTo>
                      <a:pt x="21" y="5"/>
                      <a:pt x="29" y="5"/>
                      <a:pt x="33" y="0"/>
                    </a:cubicBezTo>
                  </a:path>
                </a:pathLst>
              </a:custGeom>
              <a:solidFill>
                <a:srgbClr val="8E4C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517" name="Freeform 634">
                <a:extLst>
                  <a:ext uri="{FF2B5EF4-FFF2-40B4-BE49-F238E27FC236}">
                    <a16:creationId xmlns:a16="http://schemas.microsoft.com/office/drawing/2014/main" id="{57FF8449-0B5D-44C1-8DCC-C30A52AE30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9" y="930"/>
                <a:ext cx="21" cy="11"/>
              </a:xfrm>
              <a:custGeom>
                <a:avLst/>
                <a:gdLst>
                  <a:gd name="T0" fmla="*/ 55 w 13"/>
                  <a:gd name="T1" fmla="*/ 0 h 7"/>
                  <a:gd name="T2" fmla="*/ 0 w 13"/>
                  <a:gd name="T3" fmla="*/ 27 h 7"/>
                  <a:gd name="T4" fmla="*/ 29 w 13"/>
                  <a:gd name="T5" fmla="*/ 14 h 7"/>
                  <a:gd name="T6" fmla="*/ 50 w 13"/>
                  <a:gd name="T7" fmla="*/ 0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7">
                    <a:moveTo>
                      <a:pt x="13" y="0"/>
                    </a:moveTo>
                    <a:cubicBezTo>
                      <a:pt x="9" y="2"/>
                      <a:pt x="3" y="4"/>
                      <a:pt x="0" y="7"/>
                    </a:cubicBezTo>
                    <a:cubicBezTo>
                      <a:pt x="3" y="6"/>
                      <a:pt x="5" y="5"/>
                      <a:pt x="7" y="4"/>
                    </a:cubicBezTo>
                    <a:cubicBezTo>
                      <a:pt x="9" y="3"/>
                      <a:pt x="10" y="1"/>
                      <a:pt x="12" y="0"/>
                    </a:cubicBezTo>
                  </a:path>
                </a:pathLst>
              </a:custGeom>
              <a:solidFill>
                <a:srgbClr val="8E4C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518" name="Freeform 635">
                <a:extLst>
                  <a:ext uri="{FF2B5EF4-FFF2-40B4-BE49-F238E27FC236}">
                    <a16:creationId xmlns:a16="http://schemas.microsoft.com/office/drawing/2014/main" id="{D6BEFAEB-D685-4498-B124-064DCDF559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1" y="938"/>
                <a:ext cx="11" cy="10"/>
              </a:xfrm>
              <a:custGeom>
                <a:avLst/>
                <a:gdLst>
                  <a:gd name="T0" fmla="*/ 27 w 7"/>
                  <a:gd name="T1" fmla="*/ 0 h 6"/>
                  <a:gd name="T2" fmla="*/ 0 w 7"/>
                  <a:gd name="T3" fmla="*/ 28 h 6"/>
                  <a:gd name="T4" fmla="*/ 27 w 7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6">
                    <a:moveTo>
                      <a:pt x="7" y="0"/>
                    </a:moveTo>
                    <a:cubicBezTo>
                      <a:pt x="4" y="2"/>
                      <a:pt x="2" y="3"/>
                      <a:pt x="0" y="6"/>
                    </a:cubicBezTo>
                    <a:cubicBezTo>
                      <a:pt x="4" y="5"/>
                      <a:pt x="6" y="2"/>
                      <a:pt x="7" y="0"/>
                    </a:cubicBezTo>
                  </a:path>
                </a:pathLst>
              </a:custGeom>
              <a:solidFill>
                <a:srgbClr val="8E4C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519" name="Freeform 636">
                <a:extLst>
                  <a:ext uri="{FF2B5EF4-FFF2-40B4-BE49-F238E27FC236}">
                    <a16:creationId xmlns:a16="http://schemas.microsoft.com/office/drawing/2014/main" id="{DFFDFE80-9680-4ED7-B28E-AB9E70D046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6" y="938"/>
                <a:ext cx="48" cy="26"/>
              </a:xfrm>
              <a:custGeom>
                <a:avLst/>
                <a:gdLst>
                  <a:gd name="T0" fmla="*/ 131 w 29"/>
                  <a:gd name="T1" fmla="*/ 0 h 16"/>
                  <a:gd name="T2" fmla="*/ 71 w 29"/>
                  <a:gd name="T3" fmla="*/ 47 h 16"/>
                  <a:gd name="T4" fmla="*/ 28 w 29"/>
                  <a:gd name="T5" fmla="*/ 68 h 16"/>
                  <a:gd name="T6" fmla="*/ 0 w 29"/>
                  <a:gd name="T7" fmla="*/ 68 h 16"/>
                  <a:gd name="T8" fmla="*/ 68 w 29"/>
                  <a:gd name="T9" fmla="*/ 34 h 16"/>
                  <a:gd name="T10" fmla="*/ 96 w 29"/>
                  <a:gd name="T11" fmla="*/ 13 h 16"/>
                  <a:gd name="T12" fmla="*/ 131 w 29"/>
                  <a:gd name="T13" fmla="*/ 0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9" h="16">
                    <a:moveTo>
                      <a:pt x="29" y="0"/>
                    </a:moveTo>
                    <a:cubicBezTo>
                      <a:pt x="22" y="2"/>
                      <a:pt x="20" y="7"/>
                      <a:pt x="16" y="11"/>
                    </a:cubicBezTo>
                    <a:cubicBezTo>
                      <a:pt x="13" y="13"/>
                      <a:pt x="10" y="15"/>
                      <a:pt x="6" y="16"/>
                    </a:cubicBezTo>
                    <a:cubicBezTo>
                      <a:pt x="4" y="16"/>
                      <a:pt x="2" y="16"/>
                      <a:pt x="0" y="16"/>
                    </a:cubicBezTo>
                    <a:cubicBezTo>
                      <a:pt x="7" y="15"/>
                      <a:pt x="11" y="14"/>
                      <a:pt x="15" y="8"/>
                    </a:cubicBezTo>
                    <a:cubicBezTo>
                      <a:pt x="17" y="6"/>
                      <a:pt x="19" y="5"/>
                      <a:pt x="21" y="3"/>
                    </a:cubicBezTo>
                    <a:cubicBezTo>
                      <a:pt x="24" y="1"/>
                      <a:pt x="27" y="1"/>
                      <a:pt x="29" y="0"/>
                    </a:cubicBezTo>
                  </a:path>
                </a:pathLst>
              </a:custGeom>
              <a:solidFill>
                <a:srgbClr val="8E4C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520" name="Freeform 637">
                <a:extLst>
                  <a:ext uri="{FF2B5EF4-FFF2-40B4-BE49-F238E27FC236}">
                    <a16:creationId xmlns:a16="http://schemas.microsoft.com/office/drawing/2014/main" id="{169C3A1A-0306-4BF9-972D-BB8AB875FC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7" y="881"/>
                <a:ext cx="20" cy="29"/>
              </a:xfrm>
              <a:custGeom>
                <a:avLst/>
                <a:gdLst>
                  <a:gd name="T0" fmla="*/ 0 w 12"/>
                  <a:gd name="T1" fmla="*/ 76 h 18"/>
                  <a:gd name="T2" fmla="*/ 33 w 12"/>
                  <a:gd name="T3" fmla="*/ 42 h 18"/>
                  <a:gd name="T4" fmla="*/ 50 w 12"/>
                  <a:gd name="T5" fmla="*/ 26 h 18"/>
                  <a:gd name="T6" fmla="*/ 55 w 12"/>
                  <a:gd name="T7" fmla="*/ 0 h 18"/>
                  <a:gd name="T8" fmla="*/ 55 w 12"/>
                  <a:gd name="T9" fmla="*/ 26 h 18"/>
                  <a:gd name="T10" fmla="*/ 42 w 12"/>
                  <a:gd name="T11" fmla="*/ 47 h 18"/>
                  <a:gd name="T12" fmla="*/ 5 w 12"/>
                  <a:gd name="T13" fmla="*/ 76 h 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8">
                    <a:moveTo>
                      <a:pt x="0" y="18"/>
                    </a:moveTo>
                    <a:cubicBezTo>
                      <a:pt x="5" y="17"/>
                      <a:pt x="5" y="13"/>
                      <a:pt x="7" y="10"/>
                    </a:cubicBezTo>
                    <a:cubicBezTo>
                      <a:pt x="8" y="9"/>
                      <a:pt x="10" y="7"/>
                      <a:pt x="11" y="6"/>
                    </a:cubicBezTo>
                    <a:cubicBezTo>
                      <a:pt x="11" y="4"/>
                      <a:pt x="11" y="2"/>
                      <a:pt x="12" y="0"/>
                    </a:cubicBezTo>
                    <a:cubicBezTo>
                      <a:pt x="12" y="2"/>
                      <a:pt x="12" y="4"/>
                      <a:pt x="12" y="6"/>
                    </a:cubicBezTo>
                    <a:cubicBezTo>
                      <a:pt x="11" y="9"/>
                      <a:pt x="11" y="9"/>
                      <a:pt x="9" y="11"/>
                    </a:cubicBezTo>
                    <a:cubicBezTo>
                      <a:pt x="6" y="13"/>
                      <a:pt x="5" y="16"/>
                      <a:pt x="1" y="18"/>
                    </a:cubicBezTo>
                  </a:path>
                </a:pathLst>
              </a:custGeom>
              <a:solidFill>
                <a:srgbClr val="8E4C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521" name="Freeform 638">
                <a:extLst>
                  <a:ext uri="{FF2B5EF4-FFF2-40B4-BE49-F238E27FC236}">
                    <a16:creationId xmlns:a16="http://schemas.microsoft.com/office/drawing/2014/main" id="{07B8A57D-3E78-4C0A-96B4-C3DD87E587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7" y="896"/>
                <a:ext cx="13" cy="13"/>
              </a:xfrm>
              <a:custGeom>
                <a:avLst/>
                <a:gdLst>
                  <a:gd name="T0" fmla="*/ 0 w 8"/>
                  <a:gd name="T1" fmla="*/ 29 h 8"/>
                  <a:gd name="T2" fmla="*/ 13 w 8"/>
                  <a:gd name="T3" fmla="*/ 13 h 8"/>
                  <a:gd name="T4" fmla="*/ 34 w 8"/>
                  <a:gd name="T5" fmla="*/ 0 h 8"/>
                  <a:gd name="T6" fmla="*/ 0 w 8"/>
                  <a:gd name="T7" fmla="*/ 34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8">
                    <a:moveTo>
                      <a:pt x="0" y="7"/>
                    </a:moveTo>
                    <a:cubicBezTo>
                      <a:pt x="2" y="6"/>
                      <a:pt x="2" y="5"/>
                      <a:pt x="3" y="3"/>
                    </a:cubicBezTo>
                    <a:cubicBezTo>
                      <a:pt x="5" y="2"/>
                      <a:pt x="8" y="2"/>
                      <a:pt x="8" y="0"/>
                    </a:cubicBezTo>
                    <a:cubicBezTo>
                      <a:pt x="7" y="4"/>
                      <a:pt x="2" y="4"/>
                      <a:pt x="0" y="8"/>
                    </a:cubicBezTo>
                  </a:path>
                </a:pathLst>
              </a:custGeom>
              <a:solidFill>
                <a:srgbClr val="8E4C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522" name="Freeform 639">
                <a:extLst>
                  <a:ext uri="{FF2B5EF4-FFF2-40B4-BE49-F238E27FC236}">
                    <a16:creationId xmlns:a16="http://schemas.microsoft.com/office/drawing/2014/main" id="{D86BEEF0-44F0-4F3E-9C2B-B676872E3C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6" y="912"/>
                <a:ext cx="26" cy="23"/>
              </a:xfrm>
              <a:custGeom>
                <a:avLst/>
                <a:gdLst>
                  <a:gd name="T0" fmla="*/ 0 w 16"/>
                  <a:gd name="T1" fmla="*/ 26 h 14"/>
                  <a:gd name="T2" fmla="*/ 21 w 16"/>
                  <a:gd name="T3" fmla="*/ 26 h 14"/>
                  <a:gd name="T4" fmla="*/ 42 w 16"/>
                  <a:gd name="T5" fmla="*/ 21 h 14"/>
                  <a:gd name="T6" fmla="*/ 55 w 16"/>
                  <a:gd name="T7" fmla="*/ 13 h 14"/>
                  <a:gd name="T8" fmla="*/ 68 w 16"/>
                  <a:gd name="T9" fmla="*/ 0 h 14"/>
                  <a:gd name="T10" fmla="*/ 63 w 16"/>
                  <a:gd name="T11" fmla="*/ 13 h 14"/>
                  <a:gd name="T12" fmla="*/ 68 w 16"/>
                  <a:gd name="T13" fmla="*/ 21 h 14"/>
                  <a:gd name="T14" fmla="*/ 68 w 16"/>
                  <a:gd name="T15" fmla="*/ 26 h 14"/>
                  <a:gd name="T16" fmla="*/ 68 w 16"/>
                  <a:gd name="T17" fmla="*/ 43 h 14"/>
                  <a:gd name="T18" fmla="*/ 54 w 16"/>
                  <a:gd name="T19" fmla="*/ 62 h 14"/>
                  <a:gd name="T20" fmla="*/ 60 w 16"/>
                  <a:gd name="T21" fmla="*/ 41 h 14"/>
                  <a:gd name="T22" fmla="*/ 42 w 16"/>
                  <a:gd name="T23" fmla="*/ 41 h 14"/>
                  <a:gd name="T24" fmla="*/ 18 w 16"/>
                  <a:gd name="T25" fmla="*/ 33 h 14"/>
                  <a:gd name="T26" fmla="*/ 0 w 16"/>
                  <a:gd name="T27" fmla="*/ 26 h 1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6" h="14">
                    <a:moveTo>
                      <a:pt x="0" y="6"/>
                    </a:moveTo>
                    <a:cubicBezTo>
                      <a:pt x="2" y="6"/>
                      <a:pt x="4" y="6"/>
                      <a:pt x="5" y="6"/>
                    </a:cubicBezTo>
                    <a:cubicBezTo>
                      <a:pt x="7" y="6"/>
                      <a:pt x="9" y="5"/>
                      <a:pt x="10" y="5"/>
                    </a:cubicBezTo>
                    <a:cubicBezTo>
                      <a:pt x="11" y="5"/>
                      <a:pt x="12" y="3"/>
                      <a:pt x="13" y="3"/>
                    </a:cubicBezTo>
                    <a:cubicBezTo>
                      <a:pt x="14" y="2"/>
                      <a:pt x="15" y="1"/>
                      <a:pt x="16" y="0"/>
                    </a:cubicBezTo>
                    <a:cubicBezTo>
                      <a:pt x="15" y="1"/>
                      <a:pt x="15" y="2"/>
                      <a:pt x="15" y="3"/>
                    </a:cubicBezTo>
                    <a:cubicBezTo>
                      <a:pt x="15" y="4"/>
                      <a:pt x="16" y="4"/>
                      <a:pt x="16" y="5"/>
                    </a:cubicBezTo>
                    <a:cubicBezTo>
                      <a:pt x="16" y="5"/>
                      <a:pt x="16" y="6"/>
                      <a:pt x="16" y="6"/>
                    </a:cubicBezTo>
                    <a:cubicBezTo>
                      <a:pt x="16" y="8"/>
                      <a:pt x="16" y="9"/>
                      <a:pt x="16" y="10"/>
                    </a:cubicBezTo>
                    <a:cubicBezTo>
                      <a:pt x="15" y="12"/>
                      <a:pt x="14" y="13"/>
                      <a:pt x="12" y="14"/>
                    </a:cubicBezTo>
                    <a:cubicBezTo>
                      <a:pt x="13" y="13"/>
                      <a:pt x="15" y="11"/>
                      <a:pt x="14" y="9"/>
                    </a:cubicBezTo>
                    <a:cubicBezTo>
                      <a:pt x="13" y="8"/>
                      <a:pt x="11" y="9"/>
                      <a:pt x="10" y="9"/>
                    </a:cubicBezTo>
                    <a:cubicBezTo>
                      <a:pt x="8" y="8"/>
                      <a:pt x="6" y="8"/>
                      <a:pt x="4" y="7"/>
                    </a:cubicBezTo>
                    <a:cubicBezTo>
                      <a:pt x="3" y="7"/>
                      <a:pt x="1" y="6"/>
                      <a:pt x="0" y="6"/>
                    </a:cubicBezTo>
                  </a:path>
                </a:pathLst>
              </a:custGeom>
              <a:solidFill>
                <a:srgbClr val="8E4C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523" name="Freeform 640">
                <a:extLst>
                  <a:ext uri="{FF2B5EF4-FFF2-40B4-BE49-F238E27FC236}">
                    <a16:creationId xmlns:a16="http://schemas.microsoft.com/office/drawing/2014/main" id="{A46EB4AB-6383-4DD9-997D-D71FD225D0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9" y="953"/>
                <a:ext cx="47" cy="6"/>
              </a:xfrm>
              <a:custGeom>
                <a:avLst/>
                <a:gdLst>
                  <a:gd name="T0" fmla="*/ 123 w 29"/>
                  <a:gd name="T1" fmla="*/ 0 h 4"/>
                  <a:gd name="T2" fmla="*/ 55 w 29"/>
                  <a:gd name="T3" fmla="*/ 5 h 4"/>
                  <a:gd name="T4" fmla="*/ 0 w 29"/>
                  <a:gd name="T5" fmla="*/ 5 h 4"/>
                  <a:gd name="T6" fmla="*/ 34 w 29"/>
                  <a:gd name="T7" fmla="*/ 8 h 4"/>
                  <a:gd name="T8" fmla="*/ 63 w 29"/>
                  <a:gd name="T9" fmla="*/ 12 h 4"/>
                  <a:gd name="T10" fmla="*/ 118 w 29"/>
                  <a:gd name="T11" fmla="*/ 5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9" h="4">
                    <a:moveTo>
                      <a:pt x="29" y="0"/>
                    </a:moveTo>
                    <a:cubicBezTo>
                      <a:pt x="25" y="3"/>
                      <a:pt x="18" y="3"/>
                      <a:pt x="13" y="1"/>
                    </a:cubicBezTo>
                    <a:cubicBezTo>
                      <a:pt x="8" y="0"/>
                      <a:pt x="5" y="0"/>
                      <a:pt x="0" y="1"/>
                    </a:cubicBezTo>
                    <a:cubicBezTo>
                      <a:pt x="3" y="1"/>
                      <a:pt x="5" y="1"/>
                      <a:pt x="8" y="2"/>
                    </a:cubicBezTo>
                    <a:cubicBezTo>
                      <a:pt x="10" y="2"/>
                      <a:pt x="13" y="3"/>
                      <a:pt x="15" y="3"/>
                    </a:cubicBezTo>
                    <a:cubicBezTo>
                      <a:pt x="18" y="3"/>
                      <a:pt x="27" y="4"/>
                      <a:pt x="28" y="1"/>
                    </a:cubicBezTo>
                  </a:path>
                </a:pathLst>
              </a:custGeom>
              <a:solidFill>
                <a:srgbClr val="8E4C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524" name="Freeform 641">
                <a:extLst>
                  <a:ext uri="{FF2B5EF4-FFF2-40B4-BE49-F238E27FC236}">
                    <a16:creationId xmlns:a16="http://schemas.microsoft.com/office/drawing/2014/main" id="{029BF5B8-7C6A-441C-A8F0-2C2650FC32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2" y="956"/>
                <a:ext cx="25" cy="6"/>
              </a:xfrm>
              <a:custGeom>
                <a:avLst/>
                <a:gdLst>
                  <a:gd name="T0" fmla="*/ 70 w 15"/>
                  <a:gd name="T1" fmla="*/ 0 h 4"/>
                  <a:gd name="T2" fmla="*/ 37 w 15"/>
                  <a:gd name="T3" fmla="*/ 8 h 4"/>
                  <a:gd name="T4" fmla="*/ 0 w 15"/>
                  <a:gd name="T5" fmla="*/ 14 h 4"/>
                  <a:gd name="T6" fmla="*/ 42 w 15"/>
                  <a:gd name="T7" fmla="*/ 12 h 4"/>
                  <a:gd name="T8" fmla="*/ 62 w 1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4">
                    <a:moveTo>
                      <a:pt x="15" y="0"/>
                    </a:moveTo>
                    <a:cubicBezTo>
                      <a:pt x="12" y="1"/>
                      <a:pt x="10" y="1"/>
                      <a:pt x="8" y="2"/>
                    </a:cubicBezTo>
                    <a:cubicBezTo>
                      <a:pt x="5" y="3"/>
                      <a:pt x="3" y="4"/>
                      <a:pt x="0" y="4"/>
                    </a:cubicBezTo>
                    <a:cubicBezTo>
                      <a:pt x="3" y="4"/>
                      <a:pt x="6" y="4"/>
                      <a:pt x="9" y="3"/>
                    </a:cubicBezTo>
                    <a:cubicBezTo>
                      <a:pt x="11" y="3"/>
                      <a:pt x="11" y="1"/>
                      <a:pt x="13" y="0"/>
                    </a:cubicBezTo>
                  </a:path>
                </a:pathLst>
              </a:custGeom>
              <a:solidFill>
                <a:srgbClr val="8E4C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525" name="Freeform 642">
                <a:extLst>
                  <a:ext uri="{FF2B5EF4-FFF2-40B4-BE49-F238E27FC236}">
                    <a16:creationId xmlns:a16="http://schemas.microsoft.com/office/drawing/2014/main" id="{012CDB91-1460-4613-BC41-8C368ADE91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2" y="956"/>
                <a:ext cx="13" cy="5"/>
              </a:xfrm>
              <a:custGeom>
                <a:avLst/>
                <a:gdLst>
                  <a:gd name="T0" fmla="*/ 29 w 8"/>
                  <a:gd name="T1" fmla="*/ 0 h 3"/>
                  <a:gd name="T2" fmla="*/ 34 w 8"/>
                  <a:gd name="T3" fmla="*/ 0 h 3"/>
                  <a:gd name="T4" fmla="*/ 18 w 8"/>
                  <a:gd name="T5" fmla="*/ 8 h 3"/>
                  <a:gd name="T6" fmla="*/ 0 w 8"/>
                  <a:gd name="T7" fmla="*/ 13 h 3"/>
                  <a:gd name="T8" fmla="*/ 13 w 8"/>
                  <a:gd name="T9" fmla="*/ 5 h 3"/>
                  <a:gd name="T10" fmla="*/ 29 w 8"/>
                  <a:gd name="T11" fmla="*/ 0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" h="3">
                    <a:moveTo>
                      <a:pt x="7" y="0"/>
                    </a:moveTo>
                    <a:cubicBezTo>
                      <a:pt x="8" y="0"/>
                      <a:pt x="8" y="0"/>
                      <a:pt x="8" y="0"/>
                    </a:cubicBezTo>
                    <a:cubicBezTo>
                      <a:pt x="7" y="1"/>
                      <a:pt x="5" y="1"/>
                      <a:pt x="4" y="2"/>
                    </a:cubicBezTo>
                    <a:cubicBezTo>
                      <a:pt x="2" y="2"/>
                      <a:pt x="1" y="3"/>
                      <a:pt x="0" y="3"/>
                    </a:cubicBezTo>
                    <a:cubicBezTo>
                      <a:pt x="1" y="2"/>
                      <a:pt x="1" y="1"/>
                      <a:pt x="3" y="1"/>
                    </a:cubicBezTo>
                    <a:cubicBezTo>
                      <a:pt x="5" y="1"/>
                      <a:pt x="6" y="1"/>
                      <a:pt x="7" y="0"/>
                    </a:cubicBezTo>
                  </a:path>
                </a:pathLst>
              </a:custGeom>
              <a:solidFill>
                <a:srgbClr val="8E4C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526" name="Freeform 643">
                <a:extLst>
                  <a:ext uri="{FF2B5EF4-FFF2-40B4-BE49-F238E27FC236}">
                    <a16:creationId xmlns:a16="http://schemas.microsoft.com/office/drawing/2014/main" id="{7854492E-FFD5-466D-A29B-333ABB8693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2" y="862"/>
                <a:ext cx="13" cy="37"/>
              </a:xfrm>
              <a:custGeom>
                <a:avLst/>
                <a:gdLst>
                  <a:gd name="T0" fmla="*/ 0 w 8"/>
                  <a:gd name="T1" fmla="*/ 97 h 23"/>
                  <a:gd name="T2" fmla="*/ 26 w 8"/>
                  <a:gd name="T3" fmla="*/ 55 h 23"/>
                  <a:gd name="T4" fmla="*/ 34 w 8"/>
                  <a:gd name="T5" fmla="*/ 0 h 23"/>
                  <a:gd name="T6" fmla="*/ 18 w 8"/>
                  <a:gd name="T7" fmla="*/ 60 h 23"/>
                  <a:gd name="T8" fmla="*/ 5 w 8"/>
                  <a:gd name="T9" fmla="*/ 88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23">
                    <a:moveTo>
                      <a:pt x="0" y="23"/>
                    </a:moveTo>
                    <a:cubicBezTo>
                      <a:pt x="3" y="21"/>
                      <a:pt x="6" y="16"/>
                      <a:pt x="6" y="13"/>
                    </a:cubicBezTo>
                    <a:cubicBezTo>
                      <a:pt x="6" y="9"/>
                      <a:pt x="7" y="4"/>
                      <a:pt x="8" y="0"/>
                    </a:cubicBezTo>
                    <a:cubicBezTo>
                      <a:pt x="5" y="5"/>
                      <a:pt x="5" y="9"/>
                      <a:pt x="4" y="14"/>
                    </a:cubicBezTo>
                    <a:cubicBezTo>
                      <a:pt x="4" y="16"/>
                      <a:pt x="3" y="19"/>
                      <a:pt x="1" y="21"/>
                    </a:cubicBezTo>
                  </a:path>
                </a:pathLst>
              </a:custGeom>
              <a:solidFill>
                <a:srgbClr val="C1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527" name="Freeform 644">
                <a:extLst>
                  <a:ext uri="{FF2B5EF4-FFF2-40B4-BE49-F238E27FC236}">
                    <a16:creationId xmlns:a16="http://schemas.microsoft.com/office/drawing/2014/main" id="{C8A72967-F2BD-4454-8B2B-FCDF5FF212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2" y="912"/>
                <a:ext cx="59" cy="34"/>
              </a:xfrm>
              <a:custGeom>
                <a:avLst/>
                <a:gdLst>
                  <a:gd name="T0" fmla="*/ 152 w 36"/>
                  <a:gd name="T1" fmla="*/ 47 h 21"/>
                  <a:gd name="T2" fmla="*/ 131 w 36"/>
                  <a:gd name="T3" fmla="*/ 39 h 21"/>
                  <a:gd name="T4" fmla="*/ 0 w 36"/>
                  <a:gd name="T5" fmla="*/ 50 h 21"/>
                  <a:gd name="T6" fmla="*/ 84 w 36"/>
                  <a:gd name="T7" fmla="*/ 76 h 21"/>
                  <a:gd name="T8" fmla="*/ 139 w 36"/>
                  <a:gd name="T9" fmla="*/ 55 h 21"/>
                  <a:gd name="T10" fmla="*/ 152 w 36"/>
                  <a:gd name="T11" fmla="*/ 47 h 2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6" h="21">
                    <a:moveTo>
                      <a:pt x="35" y="11"/>
                    </a:moveTo>
                    <a:cubicBezTo>
                      <a:pt x="35" y="11"/>
                      <a:pt x="32" y="9"/>
                      <a:pt x="30" y="9"/>
                    </a:cubicBezTo>
                    <a:cubicBezTo>
                      <a:pt x="29" y="8"/>
                      <a:pt x="6" y="0"/>
                      <a:pt x="0" y="12"/>
                    </a:cubicBezTo>
                    <a:cubicBezTo>
                      <a:pt x="0" y="12"/>
                      <a:pt x="6" y="21"/>
                      <a:pt x="19" y="18"/>
                    </a:cubicBezTo>
                    <a:cubicBezTo>
                      <a:pt x="32" y="15"/>
                      <a:pt x="29" y="12"/>
                      <a:pt x="32" y="13"/>
                    </a:cubicBezTo>
                    <a:cubicBezTo>
                      <a:pt x="35" y="13"/>
                      <a:pt x="36" y="13"/>
                      <a:pt x="35" y="11"/>
                    </a:cubicBezTo>
                    <a:close/>
                  </a:path>
                </a:pathLst>
              </a:custGeom>
              <a:solidFill>
                <a:srgbClr val="F9DD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528" name="Freeform 645">
                <a:extLst>
                  <a:ext uri="{FF2B5EF4-FFF2-40B4-BE49-F238E27FC236}">
                    <a16:creationId xmlns:a16="http://schemas.microsoft.com/office/drawing/2014/main" id="{00A71F10-42EC-4A8D-9356-798D75A333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7" y="897"/>
                <a:ext cx="60" cy="25"/>
              </a:xfrm>
              <a:custGeom>
                <a:avLst/>
                <a:gdLst>
                  <a:gd name="T0" fmla="*/ 0 w 37"/>
                  <a:gd name="T1" fmla="*/ 70 h 15"/>
                  <a:gd name="T2" fmla="*/ 157 w 37"/>
                  <a:gd name="T3" fmla="*/ 70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7" h="15">
                    <a:moveTo>
                      <a:pt x="0" y="15"/>
                    </a:moveTo>
                    <a:cubicBezTo>
                      <a:pt x="0" y="15"/>
                      <a:pt x="14" y="0"/>
                      <a:pt x="37" y="15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529" name="Freeform 646">
                <a:extLst>
                  <a:ext uri="{FF2B5EF4-FFF2-40B4-BE49-F238E27FC236}">
                    <a16:creationId xmlns:a16="http://schemas.microsoft.com/office/drawing/2014/main" id="{DFEBB976-4CCB-4016-8611-598C7FC581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1" y="940"/>
                <a:ext cx="35" cy="13"/>
              </a:xfrm>
              <a:custGeom>
                <a:avLst/>
                <a:gdLst>
                  <a:gd name="T0" fmla="*/ 97 w 21"/>
                  <a:gd name="T1" fmla="*/ 5 h 8"/>
                  <a:gd name="T2" fmla="*/ 70 w 21"/>
                  <a:gd name="T3" fmla="*/ 8 h 8"/>
                  <a:gd name="T4" fmla="*/ 0 w 21"/>
                  <a:gd name="T5" fmla="*/ 26 h 8"/>
                  <a:gd name="T6" fmla="*/ 70 w 21"/>
                  <a:gd name="T7" fmla="*/ 13 h 8"/>
                  <a:gd name="T8" fmla="*/ 97 w 21"/>
                  <a:gd name="T9" fmla="*/ 5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8">
                    <a:moveTo>
                      <a:pt x="21" y="1"/>
                    </a:moveTo>
                    <a:cubicBezTo>
                      <a:pt x="21" y="1"/>
                      <a:pt x="17" y="1"/>
                      <a:pt x="15" y="2"/>
                    </a:cubicBezTo>
                    <a:cubicBezTo>
                      <a:pt x="13" y="4"/>
                      <a:pt x="6" y="7"/>
                      <a:pt x="0" y="6"/>
                    </a:cubicBezTo>
                    <a:cubicBezTo>
                      <a:pt x="0" y="6"/>
                      <a:pt x="5" y="8"/>
                      <a:pt x="15" y="3"/>
                    </a:cubicBezTo>
                    <a:cubicBezTo>
                      <a:pt x="20" y="0"/>
                      <a:pt x="21" y="1"/>
                      <a:pt x="21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530" name="Freeform 647">
                <a:extLst>
                  <a:ext uri="{FF2B5EF4-FFF2-40B4-BE49-F238E27FC236}">
                    <a16:creationId xmlns:a16="http://schemas.microsoft.com/office/drawing/2014/main" id="{F1810DD0-AE4B-4C46-AD30-297D229203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3" y="920"/>
                <a:ext cx="31" cy="23"/>
              </a:xfrm>
              <a:custGeom>
                <a:avLst/>
                <a:gdLst>
                  <a:gd name="T0" fmla="*/ 18 w 19"/>
                  <a:gd name="T1" fmla="*/ 0 h 14"/>
                  <a:gd name="T2" fmla="*/ 0 w 19"/>
                  <a:gd name="T3" fmla="*/ 33 h 14"/>
                  <a:gd name="T4" fmla="*/ 26 w 19"/>
                  <a:gd name="T5" fmla="*/ 58 h 14"/>
                  <a:gd name="T6" fmla="*/ 54 w 19"/>
                  <a:gd name="T7" fmla="*/ 58 h 14"/>
                  <a:gd name="T8" fmla="*/ 69 w 19"/>
                  <a:gd name="T9" fmla="*/ 54 h 14"/>
                  <a:gd name="T10" fmla="*/ 83 w 19"/>
                  <a:gd name="T11" fmla="*/ 33 h 14"/>
                  <a:gd name="T12" fmla="*/ 69 w 19"/>
                  <a:gd name="T13" fmla="*/ 5 h 14"/>
                  <a:gd name="T14" fmla="*/ 18 w 19"/>
                  <a:gd name="T15" fmla="*/ 0 h 1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9" h="14">
                    <a:moveTo>
                      <a:pt x="4" y="0"/>
                    </a:moveTo>
                    <a:cubicBezTo>
                      <a:pt x="2" y="2"/>
                      <a:pt x="0" y="4"/>
                      <a:pt x="0" y="7"/>
                    </a:cubicBezTo>
                    <a:cubicBezTo>
                      <a:pt x="0" y="10"/>
                      <a:pt x="3" y="12"/>
                      <a:pt x="6" y="13"/>
                    </a:cubicBezTo>
                    <a:cubicBezTo>
                      <a:pt x="8" y="14"/>
                      <a:pt x="10" y="14"/>
                      <a:pt x="12" y="13"/>
                    </a:cubicBezTo>
                    <a:cubicBezTo>
                      <a:pt x="14" y="13"/>
                      <a:pt x="15" y="12"/>
                      <a:pt x="16" y="12"/>
                    </a:cubicBezTo>
                    <a:cubicBezTo>
                      <a:pt x="18" y="11"/>
                      <a:pt x="19" y="9"/>
                      <a:pt x="19" y="7"/>
                    </a:cubicBezTo>
                    <a:cubicBezTo>
                      <a:pt x="19" y="5"/>
                      <a:pt x="18" y="3"/>
                      <a:pt x="16" y="1"/>
                    </a:cubicBezTo>
                    <a:cubicBezTo>
                      <a:pt x="13" y="1"/>
                      <a:pt x="8" y="0"/>
                      <a:pt x="4" y="0"/>
                    </a:cubicBezTo>
                    <a:close/>
                  </a:path>
                </a:pathLst>
              </a:custGeom>
              <a:solidFill>
                <a:srgbClr val="2A100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531" name="Oval 648">
                <a:extLst>
                  <a:ext uri="{FF2B5EF4-FFF2-40B4-BE49-F238E27FC236}">
                    <a16:creationId xmlns:a16="http://schemas.microsoft.com/office/drawing/2014/main" id="{EDF771F2-6B80-4343-9B51-A324A3B306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3" y="925"/>
                <a:ext cx="12" cy="10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532" name="Freeform 649">
                <a:extLst>
                  <a:ext uri="{FF2B5EF4-FFF2-40B4-BE49-F238E27FC236}">
                    <a16:creationId xmlns:a16="http://schemas.microsoft.com/office/drawing/2014/main" id="{E22E7238-D7D8-4FD8-82F5-74EF033425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0" y="925"/>
                <a:ext cx="9" cy="8"/>
              </a:xfrm>
              <a:custGeom>
                <a:avLst/>
                <a:gdLst>
                  <a:gd name="T0" fmla="*/ 0 w 6"/>
                  <a:gd name="T1" fmla="*/ 13 h 5"/>
                  <a:gd name="T2" fmla="*/ 12 w 6"/>
                  <a:gd name="T3" fmla="*/ 5 h 5"/>
                  <a:gd name="T4" fmla="*/ 21 w 6"/>
                  <a:gd name="T5" fmla="*/ 13 h 5"/>
                  <a:gd name="T6" fmla="*/ 12 w 6"/>
                  <a:gd name="T7" fmla="*/ 21 h 5"/>
                  <a:gd name="T8" fmla="*/ 0 w 6"/>
                  <a:gd name="T9" fmla="*/ 13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0" y="3"/>
                    </a:moveTo>
                    <a:cubicBezTo>
                      <a:pt x="0" y="2"/>
                      <a:pt x="1" y="1"/>
                      <a:pt x="3" y="1"/>
                    </a:cubicBezTo>
                    <a:cubicBezTo>
                      <a:pt x="4" y="0"/>
                      <a:pt x="6" y="1"/>
                      <a:pt x="6" y="3"/>
                    </a:cubicBezTo>
                    <a:cubicBezTo>
                      <a:pt x="6" y="4"/>
                      <a:pt x="5" y="5"/>
                      <a:pt x="3" y="5"/>
                    </a:cubicBezTo>
                    <a:cubicBezTo>
                      <a:pt x="2" y="5"/>
                      <a:pt x="0" y="4"/>
                      <a:pt x="0" y="3"/>
                    </a:cubicBezTo>
                  </a:path>
                </a:pathLst>
              </a:custGeom>
              <a:solidFill>
                <a:srgbClr val="E5AF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533" name="Freeform 650">
                <a:extLst>
                  <a:ext uri="{FF2B5EF4-FFF2-40B4-BE49-F238E27FC236}">
                    <a16:creationId xmlns:a16="http://schemas.microsoft.com/office/drawing/2014/main" id="{DF230078-F5A8-4068-873A-7A59395394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2" y="912"/>
                <a:ext cx="59" cy="34"/>
              </a:xfrm>
              <a:custGeom>
                <a:avLst/>
                <a:gdLst>
                  <a:gd name="T0" fmla="*/ 152 w 36"/>
                  <a:gd name="T1" fmla="*/ 47 h 21"/>
                  <a:gd name="T2" fmla="*/ 131 w 36"/>
                  <a:gd name="T3" fmla="*/ 39 h 21"/>
                  <a:gd name="T4" fmla="*/ 0 w 36"/>
                  <a:gd name="T5" fmla="*/ 50 h 21"/>
                  <a:gd name="T6" fmla="*/ 84 w 36"/>
                  <a:gd name="T7" fmla="*/ 76 h 21"/>
                  <a:gd name="T8" fmla="*/ 139 w 36"/>
                  <a:gd name="T9" fmla="*/ 55 h 21"/>
                  <a:gd name="T10" fmla="*/ 152 w 36"/>
                  <a:gd name="T11" fmla="*/ 47 h 2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6" h="21">
                    <a:moveTo>
                      <a:pt x="35" y="11"/>
                    </a:moveTo>
                    <a:cubicBezTo>
                      <a:pt x="35" y="11"/>
                      <a:pt x="32" y="9"/>
                      <a:pt x="30" y="9"/>
                    </a:cubicBezTo>
                    <a:cubicBezTo>
                      <a:pt x="29" y="8"/>
                      <a:pt x="6" y="0"/>
                      <a:pt x="0" y="12"/>
                    </a:cubicBezTo>
                    <a:cubicBezTo>
                      <a:pt x="0" y="12"/>
                      <a:pt x="6" y="21"/>
                      <a:pt x="19" y="18"/>
                    </a:cubicBezTo>
                    <a:cubicBezTo>
                      <a:pt x="32" y="15"/>
                      <a:pt x="29" y="12"/>
                      <a:pt x="32" y="13"/>
                    </a:cubicBezTo>
                    <a:cubicBezTo>
                      <a:pt x="35" y="13"/>
                      <a:pt x="36" y="13"/>
                      <a:pt x="35" y="11"/>
                    </a:cubicBezTo>
                    <a:close/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534" name="Freeform 651">
                <a:extLst>
                  <a:ext uri="{FF2B5EF4-FFF2-40B4-BE49-F238E27FC236}">
                    <a16:creationId xmlns:a16="http://schemas.microsoft.com/office/drawing/2014/main" id="{03AE3CF0-F350-4121-832F-439D209D1E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2" y="910"/>
                <a:ext cx="41" cy="21"/>
              </a:xfrm>
              <a:custGeom>
                <a:avLst/>
                <a:gdLst>
                  <a:gd name="T0" fmla="*/ 110 w 25"/>
                  <a:gd name="T1" fmla="*/ 0 h 13"/>
                  <a:gd name="T2" fmla="*/ 80 w 25"/>
                  <a:gd name="T3" fmla="*/ 13 h 13"/>
                  <a:gd name="T4" fmla="*/ 56 w 25"/>
                  <a:gd name="T5" fmla="*/ 29 h 13"/>
                  <a:gd name="T6" fmla="*/ 34 w 25"/>
                  <a:gd name="T7" fmla="*/ 42 h 13"/>
                  <a:gd name="T8" fmla="*/ 0 w 25"/>
                  <a:gd name="T9" fmla="*/ 50 h 13"/>
                  <a:gd name="T10" fmla="*/ 54 w 25"/>
                  <a:gd name="T11" fmla="*/ 29 h 13"/>
                  <a:gd name="T12" fmla="*/ 18 w 25"/>
                  <a:gd name="T13" fmla="*/ 34 h 13"/>
                  <a:gd name="T14" fmla="*/ 49 w 25"/>
                  <a:gd name="T15" fmla="*/ 29 h 13"/>
                  <a:gd name="T16" fmla="*/ 71 w 25"/>
                  <a:gd name="T17" fmla="*/ 21 h 13"/>
                  <a:gd name="T18" fmla="*/ 89 w 25"/>
                  <a:gd name="T19" fmla="*/ 8 h 13"/>
                  <a:gd name="T20" fmla="*/ 105 w 25"/>
                  <a:gd name="T21" fmla="*/ 0 h 1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5" h="13">
                    <a:moveTo>
                      <a:pt x="25" y="0"/>
                    </a:moveTo>
                    <a:cubicBezTo>
                      <a:pt x="23" y="0"/>
                      <a:pt x="20" y="2"/>
                      <a:pt x="18" y="3"/>
                    </a:cubicBezTo>
                    <a:cubicBezTo>
                      <a:pt x="17" y="4"/>
                      <a:pt x="15" y="5"/>
                      <a:pt x="13" y="7"/>
                    </a:cubicBezTo>
                    <a:cubicBezTo>
                      <a:pt x="12" y="8"/>
                      <a:pt x="10" y="10"/>
                      <a:pt x="8" y="10"/>
                    </a:cubicBezTo>
                    <a:cubicBezTo>
                      <a:pt x="6" y="11"/>
                      <a:pt x="2" y="13"/>
                      <a:pt x="0" y="12"/>
                    </a:cubicBezTo>
                    <a:cubicBezTo>
                      <a:pt x="4" y="10"/>
                      <a:pt x="9" y="10"/>
                      <a:pt x="12" y="7"/>
                    </a:cubicBezTo>
                    <a:cubicBezTo>
                      <a:pt x="10" y="8"/>
                      <a:pt x="7" y="8"/>
                      <a:pt x="4" y="8"/>
                    </a:cubicBezTo>
                    <a:cubicBezTo>
                      <a:pt x="7" y="8"/>
                      <a:pt x="9" y="7"/>
                      <a:pt x="11" y="7"/>
                    </a:cubicBezTo>
                    <a:cubicBezTo>
                      <a:pt x="13" y="6"/>
                      <a:pt x="14" y="5"/>
                      <a:pt x="16" y="5"/>
                    </a:cubicBezTo>
                    <a:cubicBezTo>
                      <a:pt x="17" y="4"/>
                      <a:pt x="18" y="3"/>
                      <a:pt x="20" y="2"/>
                    </a:cubicBezTo>
                    <a:cubicBezTo>
                      <a:pt x="21" y="1"/>
                      <a:pt x="23" y="1"/>
                      <a:pt x="24" y="0"/>
                    </a:cubicBezTo>
                  </a:path>
                </a:pathLst>
              </a:custGeom>
              <a:solidFill>
                <a:srgbClr val="8E4C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535" name="Freeform 652">
                <a:extLst>
                  <a:ext uri="{FF2B5EF4-FFF2-40B4-BE49-F238E27FC236}">
                    <a16:creationId xmlns:a16="http://schemas.microsoft.com/office/drawing/2014/main" id="{2BEB09AB-55D0-4F88-A2B6-B2BFBD6286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1" y="907"/>
                <a:ext cx="19" cy="8"/>
              </a:xfrm>
              <a:custGeom>
                <a:avLst/>
                <a:gdLst>
                  <a:gd name="T0" fmla="*/ 48 w 12"/>
                  <a:gd name="T1" fmla="*/ 0 h 5"/>
                  <a:gd name="T2" fmla="*/ 21 w 12"/>
                  <a:gd name="T3" fmla="*/ 16 h 5"/>
                  <a:gd name="T4" fmla="*/ 0 w 12"/>
                  <a:gd name="T5" fmla="*/ 16 h 5"/>
                  <a:gd name="T6" fmla="*/ 25 w 12"/>
                  <a:gd name="T7" fmla="*/ 13 h 5"/>
                  <a:gd name="T8" fmla="*/ 48 w 12"/>
                  <a:gd name="T9" fmla="*/ 5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5">
                    <a:moveTo>
                      <a:pt x="12" y="0"/>
                    </a:moveTo>
                    <a:cubicBezTo>
                      <a:pt x="10" y="3"/>
                      <a:pt x="8" y="3"/>
                      <a:pt x="5" y="4"/>
                    </a:cubicBezTo>
                    <a:cubicBezTo>
                      <a:pt x="2" y="4"/>
                      <a:pt x="2" y="5"/>
                      <a:pt x="0" y="4"/>
                    </a:cubicBezTo>
                    <a:cubicBezTo>
                      <a:pt x="3" y="3"/>
                      <a:pt x="3" y="3"/>
                      <a:pt x="6" y="3"/>
                    </a:cubicBezTo>
                    <a:cubicBezTo>
                      <a:pt x="8" y="3"/>
                      <a:pt x="11" y="2"/>
                      <a:pt x="12" y="1"/>
                    </a:cubicBezTo>
                  </a:path>
                </a:pathLst>
              </a:custGeom>
              <a:solidFill>
                <a:srgbClr val="8E4C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536" name="Freeform 653">
                <a:extLst>
                  <a:ext uri="{FF2B5EF4-FFF2-40B4-BE49-F238E27FC236}">
                    <a16:creationId xmlns:a16="http://schemas.microsoft.com/office/drawing/2014/main" id="{42BCFD38-91A8-412D-9359-D05102B105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6" y="904"/>
                <a:ext cx="16" cy="5"/>
              </a:xfrm>
              <a:custGeom>
                <a:avLst/>
                <a:gdLst>
                  <a:gd name="T0" fmla="*/ 42 w 10"/>
                  <a:gd name="T1" fmla="*/ 0 h 3"/>
                  <a:gd name="T2" fmla="*/ 16 w 10"/>
                  <a:gd name="T3" fmla="*/ 13 h 3"/>
                  <a:gd name="T4" fmla="*/ 0 w 10"/>
                  <a:gd name="T5" fmla="*/ 13 h 3"/>
                  <a:gd name="T6" fmla="*/ 26 w 10"/>
                  <a:gd name="T7" fmla="*/ 5 h 3"/>
                  <a:gd name="T8" fmla="*/ 35 w 10"/>
                  <a:gd name="T9" fmla="*/ 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3">
                    <a:moveTo>
                      <a:pt x="10" y="0"/>
                    </a:moveTo>
                    <a:cubicBezTo>
                      <a:pt x="8" y="1"/>
                      <a:pt x="6" y="2"/>
                      <a:pt x="4" y="3"/>
                    </a:cubicBezTo>
                    <a:cubicBezTo>
                      <a:pt x="3" y="3"/>
                      <a:pt x="2" y="3"/>
                      <a:pt x="0" y="3"/>
                    </a:cubicBezTo>
                    <a:cubicBezTo>
                      <a:pt x="2" y="3"/>
                      <a:pt x="4" y="2"/>
                      <a:pt x="6" y="1"/>
                    </a:cubicBezTo>
                    <a:cubicBezTo>
                      <a:pt x="7" y="1"/>
                      <a:pt x="9" y="1"/>
                      <a:pt x="9" y="1"/>
                    </a:cubicBezTo>
                  </a:path>
                </a:pathLst>
              </a:custGeom>
              <a:solidFill>
                <a:srgbClr val="8E4C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537" name="Freeform 654">
                <a:extLst>
                  <a:ext uri="{FF2B5EF4-FFF2-40B4-BE49-F238E27FC236}">
                    <a16:creationId xmlns:a16="http://schemas.microsoft.com/office/drawing/2014/main" id="{5A5E8AB7-6619-4242-BF8D-9B922D332E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5" y="941"/>
                <a:ext cx="26" cy="8"/>
              </a:xfrm>
              <a:custGeom>
                <a:avLst/>
                <a:gdLst>
                  <a:gd name="T0" fmla="*/ 68 w 16"/>
                  <a:gd name="T1" fmla="*/ 0 h 5"/>
                  <a:gd name="T2" fmla="*/ 39 w 16"/>
                  <a:gd name="T3" fmla="*/ 8 h 5"/>
                  <a:gd name="T4" fmla="*/ 21 w 16"/>
                  <a:gd name="T5" fmla="*/ 16 h 5"/>
                  <a:gd name="T6" fmla="*/ 0 w 16"/>
                  <a:gd name="T7" fmla="*/ 21 h 5"/>
                  <a:gd name="T8" fmla="*/ 39 w 16"/>
                  <a:gd name="T9" fmla="*/ 13 h 5"/>
                  <a:gd name="T10" fmla="*/ 63 w 16"/>
                  <a:gd name="T11" fmla="*/ 0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6" h="5">
                    <a:moveTo>
                      <a:pt x="16" y="0"/>
                    </a:moveTo>
                    <a:cubicBezTo>
                      <a:pt x="14" y="0"/>
                      <a:pt x="11" y="1"/>
                      <a:pt x="9" y="2"/>
                    </a:cubicBezTo>
                    <a:cubicBezTo>
                      <a:pt x="8" y="2"/>
                      <a:pt x="7" y="3"/>
                      <a:pt x="5" y="4"/>
                    </a:cubicBezTo>
                    <a:cubicBezTo>
                      <a:pt x="3" y="4"/>
                      <a:pt x="1" y="4"/>
                      <a:pt x="0" y="5"/>
                    </a:cubicBezTo>
                    <a:cubicBezTo>
                      <a:pt x="3" y="5"/>
                      <a:pt x="6" y="4"/>
                      <a:pt x="9" y="3"/>
                    </a:cubicBezTo>
                    <a:cubicBezTo>
                      <a:pt x="11" y="2"/>
                      <a:pt x="13" y="0"/>
                      <a:pt x="15" y="0"/>
                    </a:cubicBezTo>
                  </a:path>
                </a:pathLst>
              </a:custGeom>
              <a:solidFill>
                <a:srgbClr val="8E4C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538" name="Freeform 655">
                <a:extLst>
                  <a:ext uri="{FF2B5EF4-FFF2-40B4-BE49-F238E27FC236}">
                    <a16:creationId xmlns:a16="http://schemas.microsoft.com/office/drawing/2014/main" id="{DB3F0E57-ED83-47AE-B719-84EEA96BC6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4" y="930"/>
                <a:ext cx="10" cy="1"/>
              </a:xfrm>
              <a:custGeom>
                <a:avLst/>
                <a:gdLst>
                  <a:gd name="T0" fmla="*/ 0 w 6"/>
                  <a:gd name="T1" fmla="*/ 0 h 1"/>
                  <a:gd name="T2" fmla="*/ 28 w 6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">
                    <a:moveTo>
                      <a:pt x="0" y="0"/>
                    </a:moveTo>
                    <a:cubicBezTo>
                      <a:pt x="2" y="0"/>
                      <a:pt x="4" y="0"/>
                      <a:pt x="6" y="0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539" name="Freeform 656">
                <a:extLst>
                  <a:ext uri="{FF2B5EF4-FFF2-40B4-BE49-F238E27FC236}">
                    <a16:creationId xmlns:a16="http://schemas.microsoft.com/office/drawing/2014/main" id="{CDD8BA02-D2B7-4016-8297-580413B790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9" y="925"/>
                <a:ext cx="6" cy="2"/>
              </a:xfrm>
              <a:custGeom>
                <a:avLst/>
                <a:gdLst>
                  <a:gd name="T0" fmla="*/ 14 w 4"/>
                  <a:gd name="T1" fmla="*/ 0 h 1"/>
                  <a:gd name="T2" fmla="*/ 0 w 4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">
                    <a:moveTo>
                      <a:pt x="4" y="0"/>
                    </a:moveTo>
                    <a:cubicBezTo>
                      <a:pt x="3" y="0"/>
                      <a:pt x="1" y="1"/>
                      <a:pt x="0" y="0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540" name="Freeform 657">
                <a:extLst>
                  <a:ext uri="{FF2B5EF4-FFF2-40B4-BE49-F238E27FC236}">
                    <a16:creationId xmlns:a16="http://schemas.microsoft.com/office/drawing/2014/main" id="{C7CC5C67-3610-4505-BFD0-8C0D447AA4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4" y="920"/>
                <a:ext cx="6" cy="2"/>
              </a:xfrm>
              <a:custGeom>
                <a:avLst/>
                <a:gdLst>
                  <a:gd name="T0" fmla="*/ 14 w 4"/>
                  <a:gd name="T1" fmla="*/ 8 h 1"/>
                  <a:gd name="T2" fmla="*/ 0 w 4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">
                    <a:moveTo>
                      <a:pt x="4" y="1"/>
                    </a:moveTo>
                    <a:cubicBezTo>
                      <a:pt x="3" y="1"/>
                      <a:pt x="1" y="1"/>
                      <a:pt x="0" y="0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541" name="Freeform 658">
                <a:extLst>
                  <a:ext uri="{FF2B5EF4-FFF2-40B4-BE49-F238E27FC236}">
                    <a16:creationId xmlns:a16="http://schemas.microsoft.com/office/drawing/2014/main" id="{05CB27BC-929C-49E7-A1F3-80B2E0021F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9" y="949"/>
                <a:ext cx="23" cy="12"/>
              </a:xfrm>
              <a:custGeom>
                <a:avLst/>
                <a:gdLst>
                  <a:gd name="T0" fmla="*/ 62 w 14"/>
                  <a:gd name="T1" fmla="*/ 0 h 7"/>
                  <a:gd name="T2" fmla="*/ 0 w 14"/>
                  <a:gd name="T3" fmla="*/ 36 h 7"/>
                  <a:gd name="T4" fmla="*/ 58 w 14"/>
                  <a:gd name="T5" fmla="*/ 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7">
                    <a:moveTo>
                      <a:pt x="14" y="0"/>
                    </a:moveTo>
                    <a:cubicBezTo>
                      <a:pt x="8" y="1"/>
                      <a:pt x="4" y="3"/>
                      <a:pt x="0" y="7"/>
                    </a:cubicBezTo>
                    <a:cubicBezTo>
                      <a:pt x="1" y="2"/>
                      <a:pt x="9" y="0"/>
                      <a:pt x="13" y="0"/>
                    </a:cubicBezTo>
                  </a:path>
                </a:pathLst>
              </a:custGeom>
              <a:solidFill>
                <a:srgbClr val="C1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542" name="Freeform 659">
                <a:extLst>
                  <a:ext uri="{FF2B5EF4-FFF2-40B4-BE49-F238E27FC236}">
                    <a16:creationId xmlns:a16="http://schemas.microsoft.com/office/drawing/2014/main" id="{B2085973-EBF4-471F-AB44-10452B98E8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2" y="928"/>
                <a:ext cx="15" cy="7"/>
              </a:xfrm>
              <a:custGeom>
                <a:avLst/>
                <a:gdLst>
                  <a:gd name="T0" fmla="*/ 42 w 9"/>
                  <a:gd name="T1" fmla="*/ 0 h 4"/>
                  <a:gd name="T2" fmla="*/ 20 w 9"/>
                  <a:gd name="T3" fmla="*/ 12 h 4"/>
                  <a:gd name="T4" fmla="*/ 0 w 9"/>
                  <a:gd name="T5" fmla="*/ 21 h 4"/>
                  <a:gd name="T6" fmla="*/ 42 w 9"/>
                  <a:gd name="T7" fmla="*/ 0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4">
                    <a:moveTo>
                      <a:pt x="9" y="0"/>
                    </a:moveTo>
                    <a:cubicBezTo>
                      <a:pt x="8" y="1"/>
                      <a:pt x="6" y="2"/>
                      <a:pt x="4" y="2"/>
                    </a:cubicBezTo>
                    <a:cubicBezTo>
                      <a:pt x="3" y="3"/>
                      <a:pt x="1" y="4"/>
                      <a:pt x="0" y="4"/>
                    </a:cubicBezTo>
                    <a:cubicBezTo>
                      <a:pt x="3" y="4"/>
                      <a:pt x="6" y="0"/>
                      <a:pt x="9" y="0"/>
                    </a:cubicBezTo>
                  </a:path>
                </a:pathLst>
              </a:custGeom>
              <a:solidFill>
                <a:srgbClr val="C1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543" name="Freeform 660">
                <a:extLst>
                  <a:ext uri="{FF2B5EF4-FFF2-40B4-BE49-F238E27FC236}">
                    <a16:creationId xmlns:a16="http://schemas.microsoft.com/office/drawing/2014/main" id="{D3C3261E-C2C6-4B48-BADD-F312B7D9A1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4" y="938"/>
                <a:ext cx="13" cy="10"/>
              </a:xfrm>
              <a:custGeom>
                <a:avLst/>
                <a:gdLst>
                  <a:gd name="T0" fmla="*/ 34 w 8"/>
                  <a:gd name="T1" fmla="*/ 0 h 6"/>
                  <a:gd name="T2" fmla="*/ 18 w 8"/>
                  <a:gd name="T3" fmla="*/ 13 h 6"/>
                  <a:gd name="T4" fmla="*/ 0 w 8"/>
                  <a:gd name="T5" fmla="*/ 22 h 6"/>
                  <a:gd name="T6" fmla="*/ 34 w 8"/>
                  <a:gd name="T7" fmla="*/ 5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6">
                    <a:moveTo>
                      <a:pt x="8" y="0"/>
                    </a:moveTo>
                    <a:cubicBezTo>
                      <a:pt x="7" y="1"/>
                      <a:pt x="5" y="3"/>
                      <a:pt x="4" y="3"/>
                    </a:cubicBezTo>
                    <a:cubicBezTo>
                      <a:pt x="2" y="4"/>
                      <a:pt x="1" y="4"/>
                      <a:pt x="0" y="5"/>
                    </a:cubicBezTo>
                    <a:cubicBezTo>
                      <a:pt x="2" y="6"/>
                      <a:pt x="7" y="2"/>
                      <a:pt x="8" y="1"/>
                    </a:cubicBezTo>
                  </a:path>
                </a:pathLst>
              </a:custGeom>
              <a:solidFill>
                <a:srgbClr val="C1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544" name="Freeform 661">
                <a:extLst>
                  <a:ext uri="{FF2B5EF4-FFF2-40B4-BE49-F238E27FC236}">
                    <a16:creationId xmlns:a16="http://schemas.microsoft.com/office/drawing/2014/main" id="{F3523792-FA1C-4421-B931-908B5DAE81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2" y="910"/>
                <a:ext cx="80" cy="38"/>
              </a:xfrm>
              <a:custGeom>
                <a:avLst/>
                <a:gdLst>
                  <a:gd name="T0" fmla="*/ 8 w 49"/>
                  <a:gd name="T1" fmla="*/ 58 h 23"/>
                  <a:gd name="T2" fmla="*/ 26 w 49"/>
                  <a:gd name="T3" fmla="*/ 35 h 23"/>
                  <a:gd name="T4" fmla="*/ 62 w 49"/>
                  <a:gd name="T5" fmla="*/ 21 h 23"/>
                  <a:gd name="T6" fmla="*/ 144 w 49"/>
                  <a:gd name="T7" fmla="*/ 13 h 23"/>
                  <a:gd name="T8" fmla="*/ 194 w 49"/>
                  <a:gd name="T9" fmla="*/ 63 h 23"/>
                  <a:gd name="T10" fmla="*/ 149 w 49"/>
                  <a:gd name="T11" fmla="*/ 97 h 23"/>
                  <a:gd name="T12" fmla="*/ 96 w 49"/>
                  <a:gd name="T13" fmla="*/ 97 h 23"/>
                  <a:gd name="T14" fmla="*/ 62 w 49"/>
                  <a:gd name="T15" fmla="*/ 96 h 23"/>
                  <a:gd name="T16" fmla="*/ 34 w 49"/>
                  <a:gd name="T17" fmla="*/ 83 h 23"/>
                  <a:gd name="T18" fmla="*/ 8 w 49"/>
                  <a:gd name="T19" fmla="*/ 76 h 23"/>
                  <a:gd name="T20" fmla="*/ 5 w 49"/>
                  <a:gd name="T21" fmla="*/ 58 h 2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9" h="23">
                    <a:moveTo>
                      <a:pt x="2" y="13"/>
                    </a:moveTo>
                    <a:cubicBezTo>
                      <a:pt x="2" y="11"/>
                      <a:pt x="4" y="9"/>
                      <a:pt x="6" y="8"/>
                    </a:cubicBezTo>
                    <a:cubicBezTo>
                      <a:pt x="9" y="7"/>
                      <a:pt x="11" y="6"/>
                      <a:pt x="14" y="5"/>
                    </a:cubicBezTo>
                    <a:cubicBezTo>
                      <a:pt x="20" y="3"/>
                      <a:pt x="26" y="0"/>
                      <a:pt x="33" y="3"/>
                    </a:cubicBezTo>
                    <a:cubicBezTo>
                      <a:pt x="37" y="4"/>
                      <a:pt x="49" y="9"/>
                      <a:pt x="45" y="14"/>
                    </a:cubicBezTo>
                    <a:cubicBezTo>
                      <a:pt x="43" y="19"/>
                      <a:pt x="39" y="22"/>
                      <a:pt x="34" y="22"/>
                    </a:cubicBezTo>
                    <a:cubicBezTo>
                      <a:pt x="30" y="23"/>
                      <a:pt x="26" y="23"/>
                      <a:pt x="22" y="22"/>
                    </a:cubicBezTo>
                    <a:cubicBezTo>
                      <a:pt x="20" y="22"/>
                      <a:pt x="17" y="21"/>
                      <a:pt x="14" y="21"/>
                    </a:cubicBezTo>
                    <a:cubicBezTo>
                      <a:pt x="12" y="20"/>
                      <a:pt x="10" y="18"/>
                      <a:pt x="8" y="18"/>
                    </a:cubicBezTo>
                    <a:cubicBezTo>
                      <a:pt x="6" y="18"/>
                      <a:pt x="4" y="18"/>
                      <a:pt x="2" y="17"/>
                    </a:cubicBezTo>
                    <a:cubicBezTo>
                      <a:pt x="0" y="17"/>
                      <a:pt x="0" y="14"/>
                      <a:pt x="1" y="13"/>
                    </a:cubicBezTo>
                  </a:path>
                </a:pathLst>
              </a:custGeom>
              <a:solidFill>
                <a:srgbClr val="603A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545" name="Freeform 662">
                <a:extLst>
                  <a:ext uri="{FF2B5EF4-FFF2-40B4-BE49-F238E27FC236}">
                    <a16:creationId xmlns:a16="http://schemas.microsoft.com/office/drawing/2014/main" id="{80D73EEB-398B-4834-A79A-189403CAD0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7" y="873"/>
                <a:ext cx="74" cy="32"/>
              </a:xfrm>
              <a:custGeom>
                <a:avLst/>
                <a:gdLst>
                  <a:gd name="T0" fmla="*/ 201 w 45"/>
                  <a:gd name="T1" fmla="*/ 82 h 20"/>
                  <a:gd name="T2" fmla="*/ 13 w 45"/>
                  <a:gd name="T3" fmla="*/ 34 h 20"/>
                  <a:gd name="T4" fmla="*/ 21 w 45"/>
                  <a:gd name="T5" fmla="*/ 46 h 20"/>
                  <a:gd name="T6" fmla="*/ 201 w 45"/>
                  <a:gd name="T7" fmla="*/ 82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5" h="20">
                    <a:moveTo>
                      <a:pt x="45" y="20"/>
                    </a:moveTo>
                    <a:cubicBezTo>
                      <a:pt x="36" y="0"/>
                      <a:pt x="3" y="8"/>
                      <a:pt x="3" y="8"/>
                    </a:cubicBezTo>
                    <a:cubicBezTo>
                      <a:pt x="3" y="8"/>
                      <a:pt x="0" y="12"/>
                      <a:pt x="5" y="11"/>
                    </a:cubicBezTo>
                    <a:cubicBezTo>
                      <a:pt x="10" y="10"/>
                      <a:pt x="37" y="2"/>
                      <a:pt x="45" y="2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546" name="Freeform 663">
                <a:extLst>
                  <a:ext uri="{FF2B5EF4-FFF2-40B4-BE49-F238E27FC236}">
                    <a16:creationId xmlns:a16="http://schemas.microsoft.com/office/drawing/2014/main" id="{34DBE3FF-8756-4385-9338-E86232B0F5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3" y="845"/>
                <a:ext cx="57" cy="56"/>
              </a:xfrm>
              <a:custGeom>
                <a:avLst/>
                <a:gdLst>
                  <a:gd name="T0" fmla="*/ 0 w 35"/>
                  <a:gd name="T1" fmla="*/ 0 h 34"/>
                  <a:gd name="T2" fmla="*/ 54 w 35"/>
                  <a:gd name="T3" fmla="*/ 33 h 34"/>
                  <a:gd name="T4" fmla="*/ 90 w 35"/>
                  <a:gd name="T5" fmla="*/ 63 h 34"/>
                  <a:gd name="T6" fmla="*/ 151 w 35"/>
                  <a:gd name="T7" fmla="*/ 152 h 34"/>
                  <a:gd name="T8" fmla="*/ 109 w 35"/>
                  <a:gd name="T9" fmla="*/ 84 h 34"/>
                  <a:gd name="T10" fmla="*/ 81 w 35"/>
                  <a:gd name="T11" fmla="*/ 41 h 34"/>
                  <a:gd name="T12" fmla="*/ 8 w 35"/>
                  <a:gd name="T13" fmla="*/ 0 h 3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5" h="34">
                    <a:moveTo>
                      <a:pt x="0" y="0"/>
                    </a:moveTo>
                    <a:cubicBezTo>
                      <a:pt x="4" y="4"/>
                      <a:pt x="7" y="5"/>
                      <a:pt x="12" y="7"/>
                    </a:cubicBezTo>
                    <a:cubicBezTo>
                      <a:pt x="16" y="8"/>
                      <a:pt x="19" y="11"/>
                      <a:pt x="21" y="14"/>
                    </a:cubicBezTo>
                    <a:cubicBezTo>
                      <a:pt x="26" y="21"/>
                      <a:pt x="31" y="27"/>
                      <a:pt x="35" y="34"/>
                    </a:cubicBezTo>
                    <a:cubicBezTo>
                      <a:pt x="30" y="30"/>
                      <a:pt x="28" y="24"/>
                      <a:pt x="25" y="19"/>
                    </a:cubicBezTo>
                    <a:cubicBezTo>
                      <a:pt x="24" y="16"/>
                      <a:pt x="22" y="11"/>
                      <a:pt x="19" y="9"/>
                    </a:cubicBezTo>
                    <a:cubicBezTo>
                      <a:pt x="14" y="5"/>
                      <a:pt x="7" y="5"/>
                      <a:pt x="2" y="0"/>
                    </a:cubicBezTo>
                  </a:path>
                </a:pathLst>
              </a:custGeom>
              <a:solidFill>
                <a:srgbClr val="8E4C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547" name="Freeform 664">
                <a:extLst>
                  <a:ext uri="{FF2B5EF4-FFF2-40B4-BE49-F238E27FC236}">
                    <a16:creationId xmlns:a16="http://schemas.microsoft.com/office/drawing/2014/main" id="{A090188B-5FF0-4CED-8778-0810BA042F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7" y="930"/>
                <a:ext cx="22" cy="11"/>
              </a:xfrm>
              <a:custGeom>
                <a:avLst/>
                <a:gdLst>
                  <a:gd name="T0" fmla="*/ 0 w 13"/>
                  <a:gd name="T1" fmla="*/ 0 h 7"/>
                  <a:gd name="T2" fmla="*/ 63 w 13"/>
                  <a:gd name="T3" fmla="*/ 27 h 7"/>
                  <a:gd name="T4" fmla="*/ 29 w 13"/>
                  <a:gd name="T5" fmla="*/ 14 h 7"/>
                  <a:gd name="T6" fmla="*/ 5 w 13"/>
                  <a:gd name="T7" fmla="*/ 0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7">
                    <a:moveTo>
                      <a:pt x="0" y="0"/>
                    </a:moveTo>
                    <a:cubicBezTo>
                      <a:pt x="4" y="2"/>
                      <a:pt x="10" y="4"/>
                      <a:pt x="13" y="7"/>
                    </a:cubicBezTo>
                    <a:cubicBezTo>
                      <a:pt x="11" y="6"/>
                      <a:pt x="8" y="5"/>
                      <a:pt x="6" y="4"/>
                    </a:cubicBezTo>
                    <a:cubicBezTo>
                      <a:pt x="4" y="3"/>
                      <a:pt x="3" y="1"/>
                      <a:pt x="1" y="0"/>
                    </a:cubicBezTo>
                  </a:path>
                </a:pathLst>
              </a:custGeom>
              <a:solidFill>
                <a:srgbClr val="8E4C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548" name="Freeform 665">
                <a:extLst>
                  <a:ext uri="{FF2B5EF4-FFF2-40B4-BE49-F238E27FC236}">
                    <a16:creationId xmlns:a16="http://schemas.microsoft.com/office/drawing/2014/main" id="{27C20ACD-587C-420F-90EB-DD5239A71D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6" y="938"/>
                <a:ext cx="11" cy="10"/>
              </a:xfrm>
              <a:custGeom>
                <a:avLst/>
                <a:gdLst>
                  <a:gd name="T0" fmla="*/ 0 w 7"/>
                  <a:gd name="T1" fmla="*/ 0 h 6"/>
                  <a:gd name="T2" fmla="*/ 27 w 7"/>
                  <a:gd name="T3" fmla="*/ 28 h 6"/>
                  <a:gd name="T4" fmla="*/ 0 w 7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6">
                    <a:moveTo>
                      <a:pt x="0" y="0"/>
                    </a:moveTo>
                    <a:cubicBezTo>
                      <a:pt x="3" y="2"/>
                      <a:pt x="5" y="3"/>
                      <a:pt x="7" y="6"/>
                    </a:cubicBezTo>
                    <a:cubicBezTo>
                      <a:pt x="3" y="5"/>
                      <a:pt x="1" y="2"/>
                      <a:pt x="0" y="0"/>
                    </a:cubicBezTo>
                  </a:path>
                </a:pathLst>
              </a:custGeom>
              <a:solidFill>
                <a:srgbClr val="8E4C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549" name="Freeform 666">
                <a:extLst>
                  <a:ext uri="{FF2B5EF4-FFF2-40B4-BE49-F238E27FC236}">
                    <a16:creationId xmlns:a16="http://schemas.microsoft.com/office/drawing/2014/main" id="{78E927DA-6B6A-4F72-ACAC-32C5FED706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4" y="938"/>
                <a:ext cx="47" cy="26"/>
              </a:xfrm>
              <a:custGeom>
                <a:avLst/>
                <a:gdLst>
                  <a:gd name="T0" fmla="*/ 0 w 29"/>
                  <a:gd name="T1" fmla="*/ 0 h 16"/>
                  <a:gd name="T2" fmla="*/ 55 w 29"/>
                  <a:gd name="T3" fmla="*/ 47 h 16"/>
                  <a:gd name="T4" fmla="*/ 97 w 29"/>
                  <a:gd name="T5" fmla="*/ 68 h 16"/>
                  <a:gd name="T6" fmla="*/ 123 w 29"/>
                  <a:gd name="T7" fmla="*/ 68 h 16"/>
                  <a:gd name="T8" fmla="*/ 60 w 29"/>
                  <a:gd name="T9" fmla="*/ 34 h 16"/>
                  <a:gd name="T10" fmla="*/ 34 w 29"/>
                  <a:gd name="T11" fmla="*/ 13 h 16"/>
                  <a:gd name="T12" fmla="*/ 0 w 29"/>
                  <a:gd name="T13" fmla="*/ 0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9" h="16">
                    <a:moveTo>
                      <a:pt x="0" y="0"/>
                    </a:moveTo>
                    <a:cubicBezTo>
                      <a:pt x="7" y="2"/>
                      <a:pt x="9" y="7"/>
                      <a:pt x="13" y="11"/>
                    </a:cubicBezTo>
                    <a:cubicBezTo>
                      <a:pt x="16" y="13"/>
                      <a:pt x="19" y="15"/>
                      <a:pt x="23" y="16"/>
                    </a:cubicBezTo>
                    <a:cubicBezTo>
                      <a:pt x="25" y="16"/>
                      <a:pt x="28" y="16"/>
                      <a:pt x="29" y="16"/>
                    </a:cubicBezTo>
                    <a:cubicBezTo>
                      <a:pt x="22" y="15"/>
                      <a:pt x="18" y="14"/>
                      <a:pt x="14" y="8"/>
                    </a:cubicBezTo>
                    <a:cubicBezTo>
                      <a:pt x="12" y="6"/>
                      <a:pt x="10" y="5"/>
                      <a:pt x="8" y="3"/>
                    </a:cubicBezTo>
                    <a:cubicBezTo>
                      <a:pt x="5" y="1"/>
                      <a:pt x="2" y="1"/>
                      <a:pt x="0" y="0"/>
                    </a:cubicBezTo>
                  </a:path>
                </a:pathLst>
              </a:custGeom>
              <a:solidFill>
                <a:srgbClr val="8E4C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550" name="Freeform 667">
                <a:extLst>
                  <a:ext uri="{FF2B5EF4-FFF2-40B4-BE49-F238E27FC236}">
                    <a16:creationId xmlns:a16="http://schemas.microsoft.com/office/drawing/2014/main" id="{F22BCCF9-0DD7-4B99-99E4-C25BF4295C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1" y="881"/>
                <a:ext cx="20" cy="29"/>
              </a:xfrm>
              <a:custGeom>
                <a:avLst/>
                <a:gdLst>
                  <a:gd name="T0" fmla="*/ 55 w 12"/>
                  <a:gd name="T1" fmla="*/ 76 h 18"/>
                  <a:gd name="T2" fmla="*/ 22 w 12"/>
                  <a:gd name="T3" fmla="*/ 42 h 18"/>
                  <a:gd name="T4" fmla="*/ 8 w 12"/>
                  <a:gd name="T5" fmla="*/ 26 h 18"/>
                  <a:gd name="T6" fmla="*/ 0 w 12"/>
                  <a:gd name="T7" fmla="*/ 0 h 18"/>
                  <a:gd name="T8" fmla="*/ 0 w 12"/>
                  <a:gd name="T9" fmla="*/ 26 h 18"/>
                  <a:gd name="T10" fmla="*/ 13 w 12"/>
                  <a:gd name="T11" fmla="*/ 47 h 18"/>
                  <a:gd name="T12" fmla="*/ 50 w 12"/>
                  <a:gd name="T13" fmla="*/ 76 h 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8">
                    <a:moveTo>
                      <a:pt x="12" y="18"/>
                    </a:moveTo>
                    <a:cubicBezTo>
                      <a:pt x="8" y="17"/>
                      <a:pt x="7" y="13"/>
                      <a:pt x="5" y="10"/>
                    </a:cubicBezTo>
                    <a:cubicBezTo>
                      <a:pt x="4" y="9"/>
                      <a:pt x="2" y="7"/>
                      <a:pt x="2" y="6"/>
                    </a:cubicBezTo>
                    <a:cubicBezTo>
                      <a:pt x="1" y="4"/>
                      <a:pt x="1" y="2"/>
                      <a:pt x="0" y="0"/>
                    </a:cubicBezTo>
                    <a:cubicBezTo>
                      <a:pt x="0" y="2"/>
                      <a:pt x="0" y="4"/>
                      <a:pt x="0" y="6"/>
                    </a:cubicBezTo>
                    <a:cubicBezTo>
                      <a:pt x="1" y="9"/>
                      <a:pt x="2" y="9"/>
                      <a:pt x="3" y="11"/>
                    </a:cubicBezTo>
                    <a:cubicBezTo>
                      <a:pt x="6" y="13"/>
                      <a:pt x="7" y="16"/>
                      <a:pt x="11" y="18"/>
                    </a:cubicBezTo>
                  </a:path>
                </a:pathLst>
              </a:custGeom>
              <a:solidFill>
                <a:srgbClr val="8E4C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551" name="Freeform 668">
                <a:extLst>
                  <a:ext uri="{FF2B5EF4-FFF2-40B4-BE49-F238E27FC236}">
                    <a16:creationId xmlns:a16="http://schemas.microsoft.com/office/drawing/2014/main" id="{104F8DC2-41D9-4439-B51C-D9E13CDE9A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8" y="896"/>
                <a:ext cx="15" cy="13"/>
              </a:xfrm>
              <a:custGeom>
                <a:avLst/>
                <a:gdLst>
                  <a:gd name="T0" fmla="*/ 42 w 9"/>
                  <a:gd name="T1" fmla="*/ 29 h 8"/>
                  <a:gd name="T2" fmla="*/ 22 w 9"/>
                  <a:gd name="T3" fmla="*/ 13 h 8"/>
                  <a:gd name="T4" fmla="*/ 0 w 9"/>
                  <a:gd name="T5" fmla="*/ 0 h 8"/>
                  <a:gd name="T6" fmla="*/ 37 w 9"/>
                  <a:gd name="T7" fmla="*/ 34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8">
                    <a:moveTo>
                      <a:pt x="9" y="7"/>
                    </a:moveTo>
                    <a:cubicBezTo>
                      <a:pt x="6" y="6"/>
                      <a:pt x="6" y="5"/>
                      <a:pt x="5" y="3"/>
                    </a:cubicBezTo>
                    <a:cubicBezTo>
                      <a:pt x="3" y="2"/>
                      <a:pt x="0" y="2"/>
                      <a:pt x="0" y="0"/>
                    </a:cubicBezTo>
                    <a:cubicBezTo>
                      <a:pt x="1" y="4"/>
                      <a:pt x="7" y="4"/>
                      <a:pt x="8" y="8"/>
                    </a:cubicBezTo>
                  </a:path>
                </a:pathLst>
              </a:custGeom>
              <a:solidFill>
                <a:srgbClr val="8E4C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552" name="Freeform 669">
                <a:extLst>
                  <a:ext uri="{FF2B5EF4-FFF2-40B4-BE49-F238E27FC236}">
                    <a16:creationId xmlns:a16="http://schemas.microsoft.com/office/drawing/2014/main" id="{F7D52B79-9DBA-4588-82DD-C44C1E54E0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6" y="912"/>
                <a:ext cx="26" cy="23"/>
              </a:xfrm>
              <a:custGeom>
                <a:avLst/>
                <a:gdLst>
                  <a:gd name="T0" fmla="*/ 68 w 16"/>
                  <a:gd name="T1" fmla="*/ 26 h 14"/>
                  <a:gd name="T2" fmla="*/ 47 w 16"/>
                  <a:gd name="T3" fmla="*/ 26 h 14"/>
                  <a:gd name="T4" fmla="*/ 26 w 16"/>
                  <a:gd name="T5" fmla="*/ 21 h 14"/>
                  <a:gd name="T6" fmla="*/ 13 w 16"/>
                  <a:gd name="T7" fmla="*/ 13 h 14"/>
                  <a:gd name="T8" fmla="*/ 5 w 16"/>
                  <a:gd name="T9" fmla="*/ 0 h 14"/>
                  <a:gd name="T10" fmla="*/ 5 w 16"/>
                  <a:gd name="T11" fmla="*/ 13 h 14"/>
                  <a:gd name="T12" fmla="*/ 0 w 16"/>
                  <a:gd name="T13" fmla="*/ 21 h 14"/>
                  <a:gd name="T14" fmla="*/ 0 w 16"/>
                  <a:gd name="T15" fmla="*/ 26 h 14"/>
                  <a:gd name="T16" fmla="*/ 0 w 16"/>
                  <a:gd name="T17" fmla="*/ 43 h 14"/>
                  <a:gd name="T18" fmla="*/ 18 w 16"/>
                  <a:gd name="T19" fmla="*/ 62 h 14"/>
                  <a:gd name="T20" fmla="*/ 8 w 16"/>
                  <a:gd name="T21" fmla="*/ 41 h 14"/>
                  <a:gd name="T22" fmla="*/ 26 w 16"/>
                  <a:gd name="T23" fmla="*/ 41 h 14"/>
                  <a:gd name="T24" fmla="*/ 54 w 16"/>
                  <a:gd name="T25" fmla="*/ 33 h 14"/>
                  <a:gd name="T26" fmla="*/ 68 w 16"/>
                  <a:gd name="T27" fmla="*/ 26 h 1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6" h="14">
                    <a:moveTo>
                      <a:pt x="16" y="6"/>
                    </a:moveTo>
                    <a:cubicBezTo>
                      <a:pt x="15" y="6"/>
                      <a:pt x="12" y="6"/>
                      <a:pt x="11" y="6"/>
                    </a:cubicBezTo>
                    <a:cubicBezTo>
                      <a:pt x="9" y="6"/>
                      <a:pt x="8" y="5"/>
                      <a:pt x="6" y="5"/>
                    </a:cubicBezTo>
                    <a:cubicBezTo>
                      <a:pt x="5" y="5"/>
                      <a:pt x="4" y="3"/>
                      <a:pt x="3" y="3"/>
                    </a:cubicBezTo>
                    <a:cubicBezTo>
                      <a:pt x="2" y="2"/>
                      <a:pt x="1" y="1"/>
                      <a:pt x="1" y="0"/>
                    </a:cubicBezTo>
                    <a:cubicBezTo>
                      <a:pt x="1" y="1"/>
                      <a:pt x="1" y="2"/>
                      <a:pt x="1" y="3"/>
                    </a:cubicBezTo>
                    <a:cubicBezTo>
                      <a:pt x="1" y="4"/>
                      <a:pt x="1" y="4"/>
                      <a:pt x="0" y="5"/>
                    </a:cubicBezTo>
                    <a:cubicBezTo>
                      <a:pt x="0" y="5"/>
                      <a:pt x="0" y="6"/>
                      <a:pt x="0" y="6"/>
                    </a:cubicBezTo>
                    <a:cubicBezTo>
                      <a:pt x="0" y="8"/>
                      <a:pt x="0" y="9"/>
                      <a:pt x="0" y="10"/>
                    </a:cubicBezTo>
                    <a:cubicBezTo>
                      <a:pt x="1" y="12"/>
                      <a:pt x="2" y="13"/>
                      <a:pt x="4" y="14"/>
                    </a:cubicBezTo>
                    <a:cubicBezTo>
                      <a:pt x="3" y="13"/>
                      <a:pt x="1" y="11"/>
                      <a:pt x="2" y="9"/>
                    </a:cubicBezTo>
                    <a:cubicBezTo>
                      <a:pt x="3" y="8"/>
                      <a:pt x="5" y="9"/>
                      <a:pt x="6" y="9"/>
                    </a:cubicBezTo>
                    <a:cubicBezTo>
                      <a:pt x="8" y="8"/>
                      <a:pt x="10" y="8"/>
                      <a:pt x="12" y="7"/>
                    </a:cubicBezTo>
                    <a:cubicBezTo>
                      <a:pt x="13" y="7"/>
                      <a:pt x="15" y="6"/>
                      <a:pt x="16" y="6"/>
                    </a:cubicBezTo>
                  </a:path>
                </a:pathLst>
              </a:custGeom>
              <a:solidFill>
                <a:srgbClr val="8E4C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</p:grpSp>
        <p:sp>
          <p:nvSpPr>
            <p:cNvPr id="41316" name="Freeform 670">
              <a:extLst>
                <a:ext uri="{FF2B5EF4-FFF2-40B4-BE49-F238E27FC236}">
                  <a16:creationId xmlns:a16="http://schemas.microsoft.com/office/drawing/2014/main" id="{B4CA6770-87D5-4648-9F11-DC6BD22E0F02}"/>
                </a:ext>
              </a:extLst>
            </p:cNvPr>
            <p:cNvSpPr>
              <a:spLocks/>
            </p:cNvSpPr>
            <p:nvPr/>
          </p:nvSpPr>
          <p:spPr bwMode="auto">
            <a:xfrm>
              <a:off x="972" y="953"/>
              <a:ext cx="47" cy="6"/>
            </a:xfrm>
            <a:custGeom>
              <a:avLst/>
              <a:gdLst>
                <a:gd name="T0" fmla="*/ 0 w 29"/>
                <a:gd name="T1" fmla="*/ 0 h 4"/>
                <a:gd name="T2" fmla="*/ 68 w 29"/>
                <a:gd name="T3" fmla="*/ 5 h 4"/>
                <a:gd name="T4" fmla="*/ 123 w 29"/>
                <a:gd name="T5" fmla="*/ 5 h 4"/>
                <a:gd name="T6" fmla="*/ 89 w 29"/>
                <a:gd name="T7" fmla="*/ 8 h 4"/>
                <a:gd name="T8" fmla="*/ 60 w 29"/>
                <a:gd name="T9" fmla="*/ 12 h 4"/>
                <a:gd name="T10" fmla="*/ 5 w 29"/>
                <a:gd name="T11" fmla="*/ 5 h 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9" h="4">
                  <a:moveTo>
                    <a:pt x="0" y="0"/>
                  </a:moveTo>
                  <a:cubicBezTo>
                    <a:pt x="4" y="3"/>
                    <a:pt x="11" y="3"/>
                    <a:pt x="16" y="1"/>
                  </a:cubicBezTo>
                  <a:cubicBezTo>
                    <a:pt x="21" y="0"/>
                    <a:pt x="24" y="0"/>
                    <a:pt x="29" y="1"/>
                  </a:cubicBezTo>
                  <a:cubicBezTo>
                    <a:pt x="27" y="1"/>
                    <a:pt x="24" y="1"/>
                    <a:pt x="21" y="2"/>
                  </a:cubicBezTo>
                  <a:cubicBezTo>
                    <a:pt x="19" y="2"/>
                    <a:pt x="16" y="3"/>
                    <a:pt x="14" y="3"/>
                  </a:cubicBezTo>
                  <a:cubicBezTo>
                    <a:pt x="11" y="3"/>
                    <a:pt x="2" y="4"/>
                    <a:pt x="1" y="1"/>
                  </a:cubicBezTo>
                </a:path>
              </a:pathLst>
            </a:custGeom>
            <a:solidFill>
              <a:srgbClr val="8E4C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1317" name="Freeform 671">
              <a:extLst>
                <a:ext uri="{FF2B5EF4-FFF2-40B4-BE49-F238E27FC236}">
                  <a16:creationId xmlns:a16="http://schemas.microsoft.com/office/drawing/2014/main" id="{81F42755-964D-4209-87C0-A8D7E101FE8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3" y="956"/>
              <a:ext cx="23" cy="6"/>
            </a:xfrm>
            <a:custGeom>
              <a:avLst/>
              <a:gdLst>
                <a:gd name="T0" fmla="*/ 0 w 14"/>
                <a:gd name="T1" fmla="*/ 0 h 4"/>
                <a:gd name="T2" fmla="*/ 26 w 14"/>
                <a:gd name="T3" fmla="*/ 8 h 4"/>
                <a:gd name="T4" fmla="*/ 62 w 14"/>
                <a:gd name="T5" fmla="*/ 14 h 4"/>
                <a:gd name="T6" fmla="*/ 26 w 14"/>
                <a:gd name="T7" fmla="*/ 12 h 4"/>
                <a:gd name="T8" fmla="*/ 5 w 14"/>
                <a:gd name="T9" fmla="*/ 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4">
                  <a:moveTo>
                    <a:pt x="0" y="0"/>
                  </a:moveTo>
                  <a:cubicBezTo>
                    <a:pt x="2" y="1"/>
                    <a:pt x="4" y="1"/>
                    <a:pt x="6" y="2"/>
                  </a:cubicBezTo>
                  <a:cubicBezTo>
                    <a:pt x="9" y="3"/>
                    <a:pt x="11" y="4"/>
                    <a:pt x="14" y="4"/>
                  </a:cubicBezTo>
                  <a:cubicBezTo>
                    <a:pt x="11" y="4"/>
                    <a:pt x="9" y="4"/>
                    <a:pt x="6" y="3"/>
                  </a:cubicBezTo>
                  <a:cubicBezTo>
                    <a:pt x="4" y="3"/>
                    <a:pt x="3" y="1"/>
                    <a:pt x="1" y="0"/>
                  </a:cubicBezTo>
                </a:path>
              </a:pathLst>
            </a:custGeom>
            <a:solidFill>
              <a:srgbClr val="8E4C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1318" name="Freeform 672">
              <a:extLst>
                <a:ext uri="{FF2B5EF4-FFF2-40B4-BE49-F238E27FC236}">
                  <a16:creationId xmlns:a16="http://schemas.microsoft.com/office/drawing/2014/main" id="{D77EA673-31F4-4E7B-AC47-18F659CED1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2" y="956"/>
              <a:ext cx="14" cy="5"/>
            </a:xfrm>
            <a:custGeom>
              <a:avLst/>
              <a:gdLst>
                <a:gd name="T0" fmla="*/ 7 w 8"/>
                <a:gd name="T1" fmla="*/ 0 h 3"/>
                <a:gd name="T2" fmla="*/ 0 w 8"/>
                <a:gd name="T3" fmla="*/ 0 h 3"/>
                <a:gd name="T4" fmla="*/ 21 w 8"/>
                <a:gd name="T5" fmla="*/ 8 h 3"/>
                <a:gd name="T6" fmla="*/ 44 w 8"/>
                <a:gd name="T7" fmla="*/ 13 h 3"/>
                <a:gd name="T8" fmla="*/ 28 w 8"/>
                <a:gd name="T9" fmla="*/ 5 h 3"/>
                <a:gd name="T10" fmla="*/ 7 w 8"/>
                <a:gd name="T11" fmla="*/ 0 h 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" h="3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1"/>
                    <a:pt x="3" y="1"/>
                    <a:pt x="4" y="2"/>
                  </a:cubicBezTo>
                  <a:cubicBezTo>
                    <a:pt x="6" y="2"/>
                    <a:pt x="7" y="3"/>
                    <a:pt x="8" y="3"/>
                  </a:cubicBezTo>
                  <a:cubicBezTo>
                    <a:pt x="7" y="2"/>
                    <a:pt x="7" y="1"/>
                    <a:pt x="5" y="1"/>
                  </a:cubicBezTo>
                  <a:cubicBezTo>
                    <a:pt x="4" y="1"/>
                    <a:pt x="2" y="1"/>
                    <a:pt x="1" y="0"/>
                  </a:cubicBezTo>
                </a:path>
              </a:pathLst>
            </a:custGeom>
            <a:solidFill>
              <a:srgbClr val="8E4C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1319" name="Freeform 673">
              <a:extLst>
                <a:ext uri="{FF2B5EF4-FFF2-40B4-BE49-F238E27FC236}">
                  <a16:creationId xmlns:a16="http://schemas.microsoft.com/office/drawing/2014/main" id="{A80A6A22-FBC4-4C93-A83E-C6DA8C9DC3F1}"/>
                </a:ext>
              </a:extLst>
            </p:cNvPr>
            <p:cNvSpPr>
              <a:spLocks/>
            </p:cNvSpPr>
            <p:nvPr/>
          </p:nvSpPr>
          <p:spPr bwMode="auto">
            <a:xfrm>
              <a:off x="923" y="862"/>
              <a:ext cx="13" cy="37"/>
            </a:xfrm>
            <a:custGeom>
              <a:avLst/>
              <a:gdLst>
                <a:gd name="T0" fmla="*/ 34 w 8"/>
                <a:gd name="T1" fmla="*/ 97 h 23"/>
                <a:gd name="T2" fmla="*/ 8 w 8"/>
                <a:gd name="T3" fmla="*/ 55 h 23"/>
                <a:gd name="T4" fmla="*/ 0 w 8"/>
                <a:gd name="T5" fmla="*/ 0 h 23"/>
                <a:gd name="T6" fmla="*/ 18 w 8"/>
                <a:gd name="T7" fmla="*/ 60 h 23"/>
                <a:gd name="T8" fmla="*/ 29 w 8"/>
                <a:gd name="T9" fmla="*/ 88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23">
                  <a:moveTo>
                    <a:pt x="8" y="23"/>
                  </a:moveTo>
                  <a:cubicBezTo>
                    <a:pt x="5" y="21"/>
                    <a:pt x="3" y="16"/>
                    <a:pt x="2" y="13"/>
                  </a:cubicBezTo>
                  <a:cubicBezTo>
                    <a:pt x="2" y="9"/>
                    <a:pt x="1" y="4"/>
                    <a:pt x="0" y="0"/>
                  </a:cubicBezTo>
                  <a:cubicBezTo>
                    <a:pt x="3" y="5"/>
                    <a:pt x="3" y="9"/>
                    <a:pt x="4" y="14"/>
                  </a:cubicBezTo>
                  <a:cubicBezTo>
                    <a:pt x="5" y="16"/>
                    <a:pt x="5" y="19"/>
                    <a:pt x="7" y="21"/>
                  </a:cubicBezTo>
                </a:path>
              </a:pathLst>
            </a:custGeom>
            <a:solidFill>
              <a:srgbClr val="C17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1320" name="Freeform 674">
              <a:extLst>
                <a:ext uri="{FF2B5EF4-FFF2-40B4-BE49-F238E27FC236}">
                  <a16:creationId xmlns:a16="http://schemas.microsoft.com/office/drawing/2014/main" id="{D843D960-E0F6-4D93-8ED8-4CCA0FE8C14C}"/>
                </a:ext>
              </a:extLst>
            </p:cNvPr>
            <p:cNvSpPr>
              <a:spLocks/>
            </p:cNvSpPr>
            <p:nvPr/>
          </p:nvSpPr>
          <p:spPr bwMode="auto">
            <a:xfrm>
              <a:off x="959" y="912"/>
              <a:ext cx="57" cy="34"/>
            </a:xfrm>
            <a:custGeom>
              <a:avLst/>
              <a:gdLst>
                <a:gd name="T0" fmla="*/ 0 w 35"/>
                <a:gd name="T1" fmla="*/ 47 h 21"/>
                <a:gd name="T2" fmla="*/ 21 w 35"/>
                <a:gd name="T3" fmla="*/ 39 h 21"/>
                <a:gd name="T4" fmla="*/ 151 w 35"/>
                <a:gd name="T5" fmla="*/ 50 h 21"/>
                <a:gd name="T6" fmla="*/ 68 w 35"/>
                <a:gd name="T7" fmla="*/ 76 h 21"/>
                <a:gd name="T8" fmla="*/ 13 w 35"/>
                <a:gd name="T9" fmla="*/ 55 h 21"/>
                <a:gd name="T10" fmla="*/ 0 w 35"/>
                <a:gd name="T11" fmla="*/ 47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5" h="21">
                  <a:moveTo>
                    <a:pt x="0" y="11"/>
                  </a:moveTo>
                  <a:cubicBezTo>
                    <a:pt x="0" y="11"/>
                    <a:pt x="3" y="9"/>
                    <a:pt x="5" y="9"/>
                  </a:cubicBezTo>
                  <a:cubicBezTo>
                    <a:pt x="6" y="8"/>
                    <a:pt x="30" y="0"/>
                    <a:pt x="35" y="12"/>
                  </a:cubicBezTo>
                  <a:cubicBezTo>
                    <a:pt x="35" y="12"/>
                    <a:pt x="29" y="21"/>
                    <a:pt x="16" y="18"/>
                  </a:cubicBezTo>
                  <a:cubicBezTo>
                    <a:pt x="4" y="15"/>
                    <a:pt x="6" y="12"/>
                    <a:pt x="3" y="13"/>
                  </a:cubicBezTo>
                  <a:cubicBezTo>
                    <a:pt x="0" y="13"/>
                    <a:pt x="0" y="13"/>
                    <a:pt x="0" y="11"/>
                  </a:cubicBezTo>
                  <a:close/>
                </a:path>
              </a:pathLst>
            </a:custGeom>
            <a:solidFill>
              <a:srgbClr val="F9DD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1321" name="Freeform 675">
              <a:extLst>
                <a:ext uri="{FF2B5EF4-FFF2-40B4-BE49-F238E27FC236}">
                  <a16:creationId xmlns:a16="http://schemas.microsoft.com/office/drawing/2014/main" id="{D9B30B11-3974-4092-AF22-641F73346E23}"/>
                </a:ext>
              </a:extLst>
            </p:cNvPr>
            <p:cNvSpPr>
              <a:spLocks/>
            </p:cNvSpPr>
            <p:nvPr/>
          </p:nvSpPr>
          <p:spPr bwMode="auto">
            <a:xfrm>
              <a:off x="960" y="897"/>
              <a:ext cx="61" cy="25"/>
            </a:xfrm>
            <a:custGeom>
              <a:avLst/>
              <a:gdLst>
                <a:gd name="T0" fmla="*/ 167 w 37"/>
                <a:gd name="T1" fmla="*/ 70 h 15"/>
                <a:gd name="T2" fmla="*/ 0 w 37"/>
                <a:gd name="T3" fmla="*/ 7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7" h="15">
                  <a:moveTo>
                    <a:pt x="37" y="15"/>
                  </a:moveTo>
                  <a:cubicBezTo>
                    <a:pt x="37" y="15"/>
                    <a:pt x="23" y="0"/>
                    <a:pt x="0" y="15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1322" name="Freeform 676">
              <a:extLst>
                <a:ext uri="{FF2B5EF4-FFF2-40B4-BE49-F238E27FC236}">
                  <a16:creationId xmlns:a16="http://schemas.microsoft.com/office/drawing/2014/main" id="{DBBAC2DC-CA8D-4035-A717-3EE82F9FE0C2}"/>
                </a:ext>
              </a:extLst>
            </p:cNvPr>
            <p:cNvSpPr>
              <a:spLocks/>
            </p:cNvSpPr>
            <p:nvPr/>
          </p:nvSpPr>
          <p:spPr bwMode="auto">
            <a:xfrm>
              <a:off x="962" y="940"/>
              <a:ext cx="34" cy="13"/>
            </a:xfrm>
            <a:custGeom>
              <a:avLst/>
              <a:gdLst>
                <a:gd name="T0" fmla="*/ 0 w 21"/>
                <a:gd name="T1" fmla="*/ 5 h 8"/>
                <a:gd name="T2" fmla="*/ 26 w 21"/>
                <a:gd name="T3" fmla="*/ 8 h 8"/>
                <a:gd name="T4" fmla="*/ 89 w 21"/>
                <a:gd name="T5" fmla="*/ 26 h 8"/>
                <a:gd name="T6" fmla="*/ 29 w 21"/>
                <a:gd name="T7" fmla="*/ 13 h 8"/>
                <a:gd name="T8" fmla="*/ 0 w 21"/>
                <a:gd name="T9" fmla="*/ 5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8">
                  <a:moveTo>
                    <a:pt x="0" y="1"/>
                  </a:moveTo>
                  <a:cubicBezTo>
                    <a:pt x="0" y="1"/>
                    <a:pt x="4" y="1"/>
                    <a:pt x="6" y="2"/>
                  </a:cubicBezTo>
                  <a:cubicBezTo>
                    <a:pt x="8" y="4"/>
                    <a:pt x="16" y="7"/>
                    <a:pt x="21" y="6"/>
                  </a:cubicBezTo>
                  <a:cubicBezTo>
                    <a:pt x="21" y="6"/>
                    <a:pt x="16" y="8"/>
                    <a:pt x="7" y="3"/>
                  </a:cubicBezTo>
                  <a:cubicBezTo>
                    <a:pt x="1" y="0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1323" name="Freeform 677">
              <a:extLst>
                <a:ext uri="{FF2B5EF4-FFF2-40B4-BE49-F238E27FC236}">
                  <a16:creationId xmlns:a16="http://schemas.microsoft.com/office/drawing/2014/main" id="{2FC7BD96-814D-4630-9128-6D44A40BC1AC}"/>
                </a:ext>
              </a:extLst>
            </p:cNvPr>
            <p:cNvSpPr>
              <a:spLocks/>
            </p:cNvSpPr>
            <p:nvPr/>
          </p:nvSpPr>
          <p:spPr bwMode="auto">
            <a:xfrm>
              <a:off x="973" y="920"/>
              <a:ext cx="32" cy="23"/>
            </a:xfrm>
            <a:custGeom>
              <a:avLst/>
              <a:gdLst>
                <a:gd name="T0" fmla="*/ 71 w 19"/>
                <a:gd name="T1" fmla="*/ 0 h 14"/>
                <a:gd name="T2" fmla="*/ 91 w 19"/>
                <a:gd name="T3" fmla="*/ 33 h 14"/>
                <a:gd name="T4" fmla="*/ 67 w 19"/>
                <a:gd name="T5" fmla="*/ 58 h 14"/>
                <a:gd name="T6" fmla="*/ 34 w 19"/>
                <a:gd name="T7" fmla="*/ 58 h 14"/>
                <a:gd name="T8" fmla="*/ 13 w 19"/>
                <a:gd name="T9" fmla="*/ 54 h 14"/>
                <a:gd name="T10" fmla="*/ 0 w 19"/>
                <a:gd name="T11" fmla="*/ 33 h 14"/>
                <a:gd name="T12" fmla="*/ 13 w 19"/>
                <a:gd name="T13" fmla="*/ 5 h 14"/>
                <a:gd name="T14" fmla="*/ 71 w 19"/>
                <a:gd name="T15" fmla="*/ 0 h 1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9" h="14">
                  <a:moveTo>
                    <a:pt x="15" y="0"/>
                  </a:moveTo>
                  <a:cubicBezTo>
                    <a:pt x="17" y="2"/>
                    <a:pt x="19" y="4"/>
                    <a:pt x="19" y="7"/>
                  </a:cubicBezTo>
                  <a:cubicBezTo>
                    <a:pt x="19" y="10"/>
                    <a:pt x="17" y="12"/>
                    <a:pt x="14" y="13"/>
                  </a:cubicBezTo>
                  <a:cubicBezTo>
                    <a:pt x="12" y="14"/>
                    <a:pt x="10" y="14"/>
                    <a:pt x="7" y="13"/>
                  </a:cubicBezTo>
                  <a:cubicBezTo>
                    <a:pt x="6" y="13"/>
                    <a:pt x="4" y="12"/>
                    <a:pt x="3" y="12"/>
                  </a:cubicBezTo>
                  <a:cubicBezTo>
                    <a:pt x="2" y="11"/>
                    <a:pt x="0" y="9"/>
                    <a:pt x="0" y="7"/>
                  </a:cubicBezTo>
                  <a:cubicBezTo>
                    <a:pt x="0" y="5"/>
                    <a:pt x="1" y="3"/>
                    <a:pt x="3" y="1"/>
                  </a:cubicBezTo>
                  <a:cubicBezTo>
                    <a:pt x="7" y="1"/>
                    <a:pt x="11" y="0"/>
                    <a:pt x="15" y="0"/>
                  </a:cubicBezTo>
                  <a:close/>
                </a:path>
              </a:pathLst>
            </a:custGeom>
            <a:solidFill>
              <a:srgbClr val="2A100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1324" name="Oval 678">
              <a:extLst>
                <a:ext uri="{FF2B5EF4-FFF2-40B4-BE49-F238E27FC236}">
                  <a16:creationId xmlns:a16="http://schemas.microsoft.com/office/drawing/2014/main" id="{62C3E0CC-4BEB-44EB-921F-95C6D595C6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83" y="925"/>
              <a:ext cx="12" cy="10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325" name="Freeform 679">
              <a:extLst>
                <a:ext uri="{FF2B5EF4-FFF2-40B4-BE49-F238E27FC236}">
                  <a16:creationId xmlns:a16="http://schemas.microsoft.com/office/drawing/2014/main" id="{DBC2C4A3-182E-4305-94D6-F2FEDF657CBD}"/>
                </a:ext>
              </a:extLst>
            </p:cNvPr>
            <p:cNvSpPr>
              <a:spLocks/>
            </p:cNvSpPr>
            <p:nvPr/>
          </p:nvSpPr>
          <p:spPr bwMode="auto">
            <a:xfrm>
              <a:off x="978" y="925"/>
              <a:ext cx="10" cy="8"/>
            </a:xfrm>
            <a:custGeom>
              <a:avLst/>
              <a:gdLst>
                <a:gd name="T0" fmla="*/ 28 w 6"/>
                <a:gd name="T1" fmla="*/ 13 h 5"/>
                <a:gd name="T2" fmla="*/ 13 w 6"/>
                <a:gd name="T3" fmla="*/ 5 h 5"/>
                <a:gd name="T4" fmla="*/ 5 w 6"/>
                <a:gd name="T5" fmla="*/ 13 h 5"/>
                <a:gd name="T6" fmla="*/ 13 w 6"/>
                <a:gd name="T7" fmla="*/ 21 h 5"/>
                <a:gd name="T8" fmla="*/ 28 w 6"/>
                <a:gd name="T9" fmla="*/ 13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5">
                  <a:moveTo>
                    <a:pt x="6" y="3"/>
                  </a:moveTo>
                  <a:cubicBezTo>
                    <a:pt x="6" y="2"/>
                    <a:pt x="5" y="1"/>
                    <a:pt x="3" y="1"/>
                  </a:cubicBezTo>
                  <a:cubicBezTo>
                    <a:pt x="2" y="0"/>
                    <a:pt x="1" y="1"/>
                    <a:pt x="1" y="3"/>
                  </a:cubicBezTo>
                  <a:cubicBezTo>
                    <a:pt x="0" y="4"/>
                    <a:pt x="2" y="5"/>
                    <a:pt x="3" y="5"/>
                  </a:cubicBezTo>
                  <a:cubicBezTo>
                    <a:pt x="5" y="5"/>
                    <a:pt x="6" y="4"/>
                    <a:pt x="6" y="3"/>
                  </a:cubicBezTo>
                </a:path>
              </a:pathLst>
            </a:custGeom>
            <a:solidFill>
              <a:srgbClr val="E5AF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1326" name="Freeform 680">
              <a:extLst>
                <a:ext uri="{FF2B5EF4-FFF2-40B4-BE49-F238E27FC236}">
                  <a16:creationId xmlns:a16="http://schemas.microsoft.com/office/drawing/2014/main" id="{EF2C14E0-69D2-4533-B2B6-6B3DB5DF2A7A}"/>
                </a:ext>
              </a:extLst>
            </p:cNvPr>
            <p:cNvSpPr>
              <a:spLocks/>
            </p:cNvSpPr>
            <p:nvPr/>
          </p:nvSpPr>
          <p:spPr bwMode="auto">
            <a:xfrm>
              <a:off x="959" y="912"/>
              <a:ext cx="57" cy="34"/>
            </a:xfrm>
            <a:custGeom>
              <a:avLst/>
              <a:gdLst>
                <a:gd name="T0" fmla="*/ 0 w 35"/>
                <a:gd name="T1" fmla="*/ 47 h 21"/>
                <a:gd name="T2" fmla="*/ 21 w 35"/>
                <a:gd name="T3" fmla="*/ 39 h 21"/>
                <a:gd name="T4" fmla="*/ 151 w 35"/>
                <a:gd name="T5" fmla="*/ 50 h 21"/>
                <a:gd name="T6" fmla="*/ 68 w 35"/>
                <a:gd name="T7" fmla="*/ 76 h 21"/>
                <a:gd name="T8" fmla="*/ 13 w 35"/>
                <a:gd name="T9" fmla="*/ 55 h 21"/>
                <a:gd name="T10" fmla="*/ 0 w 35"/>
                <a:gd name="T11" fmla="*/ 47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5" h="21">
                  <a:moveTo>
                    <a:pt x="0" y="11"/>
                  </a:moveTo>
                  <a:cubicBezTo>
                    <a:pt x="0" y="11"/>
                    <a:pt x="3" y="9"/>
                    <a:pt x="5" y="9"/>
                  </a:cubicBezTo>
                  <a:cubicBezTo>
                    <a:pt x="6" y="8"/>
                    <a:pt x="30" y="0"/>
                    <a:pt x="35" y="12"/>
                  </a:cubicBezTo>
                  <a:cubicBezTo>
                    <a:pt x="35" y="12"/>
                    <a:pt x="29" y="21"/>
                    <a:pt x="16" y="18"/>
                  </a:cubicBezTo>
                  <a:cubicBezTo>
                    <a:pt x="4" y="15"/>
                    <a:pt x="6" y="12"/>
                    <a:pt x="3" y="13"/>
                  </a:cubicBezTo>
                  <a:cubicBezTo>
                    <a:pt x="0" y="13"/>
                    <a:pt x="0" y="13"/>
                    <a:pt x="0" y="11"/>
                  </a:cubicBezTo>
                  <a:close/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1327" name="Freeform 681">
              <a:extLst>
                <a:ext uri="{FF2B5EF4-FFF2-40B4-BE49-F238E27FC236}">
                  <a16:creationId xmlns:a16="http://schemas.microsoft.com/office/drawing/2014/main" id="{43BF515D-71BC-4D07-A779-8D967D6E3CD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5" y="910"/>
              <a:ext cx="42" cy="21"/>
            </a:xfrm>
            <a:custGeom>
              <a:avLst/>
              <a:gdLst>
                <a:gd name="T0" fmla="*/ 0 w 26"/>
                <a:gd name="T1" fmla="*/ 0 h 13"/>
                <a:gd name="T2" fmla="*/ 29 w 26"/>
                <a:gd name="T3" fmla="*/ 13 h 13"/>
                <a:gd name="T4" fmla="*/ 50 w 26"/>
                <a:gd name="T5" fmla="*/ 29 h 13"/>
                <a:gd name="T6" fmla="*/ 71 w 26"/>
                <a:gd name="T7" fmla="*/ 42 h 13"/>
                <a:gd name="T8" fmla="*/ 110 w 26"/>
                <a:gd name="T9" fmla="*/ 50 h 13"/>
                <a:gd name="T10" fmla="*/ 55 w 26"/>
                <a:gd name="T11" fmla="*/ 29 h 13"/>
                <a:gd name="T12" fmla="*/ 89 w 26"/>
                <a:gd name="T13" fmla="*/ 34 h 13"/>
                <a:gd name="T14" fmla="*/ 60 w 26"/>
                <a:gd name="T15" fmla="*/ 29 h 13"/>
                <a:gd name="T16" fmla="*/ 39 w 26"/>
                <a:gd name="T17" fmla="*/ 21 h 13"/>
                <a:gd name="T18" fmla="*/ 21 w 26"/>
                <a:gd name="T19" fmla="*/ 8 h 13"/>
                <a:gd name="T20" fmla="*/ 5 w 26"/>
                <a:gd name="T21" fmla="*/ 0 h 1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6" h="13">
                  <a:moveTo>
                    <a:pt x="0" y="0"/>
                  </a:moveTo>
                  <a:cubicBezTo>
                    <a:pt x="2" y="0"/>
                    <a:pt x="5" y="2"/>
                    <a:pt x="7" y="3"/>
                  </a:cubicBezTo>
                  <a:cubicBezTo>
                    <a:pt x="9" y="4"/>
                    <a:pt x="10" y="5"/>
                    <a:pt x="12" y="7"/>
                  </a:cubicBezTo>
                  <a:cubicBezTo>
                    <a:pt x="14" y="8"/>
                    <a:pt x="15" y="10"/>
                    <a:pt x="17" y="10"/>
                  </a:cubicBezTo>
                  <a:cubicBezTo>
                    <a:pt x="20" y="11"/>
                    <a:pt x="24" y="13"/>
                    <a:pt x="26" y="12"/>
                  </a:cubicBezTo>
                  <a:cubicBezTo>
                    <a:pt x="21" y="10"/>
                    <a:pt x="16" y="10"/>
                    <a:pt x="13" y="7"/>
                  </a:cubicBezTo>
                  <a:cubicBezTo>
                    <a:pt x="16" y="8"/>
                    <a:pt x="18" y="8"/>
                    <a:pt x="21" y="8"/>
                  </a:cubicBezTo>
                  <a:cubicBezTo>
                    <a:pt x="19" y="8"/>
                    <a:pt x="17" y="7"/>
                    <a:pt x="14" y="7"/>
                  </a:cubicBezTo>
                  <a:cubicBezTo>
                    <a:pt x="13" y="6"/>
                    <a:pt x="11" y="5"/>
                    <a:pt x="9" y="5"/>
                  </a:cubicBezTo>
                  <a:cubicBezTo>
                    <a:pt x="8" y="4"/>
                    <a:pt x="7" y="3"/>
                    <a:pt x="5" y="2"/>
                  </a:cubicBezTo>
                  <a:cubicBezTo>
                    <a:pt x="4" y="1"/>
                    <a:pt x="2" y="1"/>
                    <a:pt x="1" y="0"/>
                  </a:cubicBezTo>
                </a:path>
              </a:pathLst>
            </a:custGeom>
            <a:solidFill>
              <a:srgbClr val="8E4C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1328" name="Freeform 682">
              <a:extLst>
                <a:ext uri="{FF2B5EF4-FFF2-40B4-BE49-F238E27FC236}">
                  <a16:creationId xmlns:a16="http://schemas.microsoft.com/office/drawing/2014/main" id="{D0DA28A8-E1CD-4776-8156-450855C9E87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7" y="907"/>
              <a:ext cx="20" cy="8"/>
            </a:xfrm>
            <a:custGeom>
              <a:avLst/>
              <a:gdLst>
                <a:gd name="T0" fmla="*/ 0 w 12"/>
                <a:gd name="T1" fmla="*/ 0 h 5"/>
                <a:gd name="T2" fmla="*/ 37 w 12"/>
                <a:gd name="T3" fmla="*/ 16 h 5"/>
                <a:gd name="T4" fmla="*/ 55 w 12"/>
                <a:gd name="T5" fmla="*/ 16 h 5"/>
                <a:gd name="T6" fmla="*/ 28 w 12"/>
                <a:gd name="T7" fmla="*/ 13 h 5"/>
                <a:gd name="T8" fmla="*/ 0 w 12"/>
                <a:gd name="T9" fmla="*/ 5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5">
                  <a:moveTo>
                    <a:pt x="0" y="0"/>
                  </a:moveTo>
                  <a:cubicBezTo>
                    <a:pt x="2" y="3"/>
                    <a:pt x="4" y="3"/>
                    <a:pt x="8" y="4"/>
                  </a:cubicBezTo>
                  <a:cubicBezTo>
                    <a:pt x="10" y="4"/>
                    <a:pt x="10" y="5"/>
                    <a:pt x="12" y="4"/>
                  </a:cubicBezTo>
                  <a:cubicBezTo>
                    <a:pt x="9" y="3"/>
                    <a:pt x="9" y="3"/>
                    <a:pt x="6" y="3"/>
                  </a:cubicBezTo>
                  <a:cubicBezTo>
                    <a:pt x="4" y="3"/>
                    <a:pt x="2" y="2"/>
                    <a:pt x="0" y="1"/>
                  </a:cubicBezTo>
                </a:path>
              </a:pathLst>
            </a:custGeom>
            <a:solidFill>
              <a:srgbClr val="8E4C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1329" name="Freeform 683">
              <a:extLst>
                <a:ext uri="{FF2B5EF4-FFF2-40B4-BE49-F238E27FC236}">
                  <a16:creationId xmlns:a16="http://schemas.microsoft.com/office/drawing/2014/main" id="{6B57F474-DE9A-4007-BD65-1D2D7BAF142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6" y="904"/>
              <a:ext cx="16" cy="5"/>
            </a:xfrm>
            <a:custGeom>
              <a:avLst/>
              <a:gdLst>
                <a:gd name="T0" fmla="*/ 0 w 10"/>
                <a:gd name="T1" fmla="*/ 0 h 3"/>
                <a:gd name="T2" fmla="*/ 26 w 10"/>
                <a:gd name="T3" fmla="*/ 13 h 3"/>
                <a:gd name="T4" fmla="*/ 42 w 10"/>
                <a:gd name="T5" fmla="*/ 13 h 3"/>
                <a:gd name="T6" fmla="*/ 16 w 10"/>
                <a:gd name="T7" fmla="*/ 5 h 3"/>
                <a:gd name="T8" fmla="*/ 5 w 10"/>
                <a:gd name="T9" fmla="*/ 5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3">
                  <a:moveTo>
                    <a:pt x="0" y="0"/>
                  </a:moveTo>
                  <a:cubicBezTo>
                    <a:pt x="2" y="1"/>
                    <a:pt x="4" y="2"/>
                    <a:pt x="6" y="3"/>
                  </a:cubicBezTo>
                  <a:cubicBezTo>
                    <a:pt x="7" y="3"/>
                    <a:pt x="9" y="3"/>
                    <a:pt x="10" y="3"/>
                  </a:cubicBezTo>
                  <a:cubicBezTo>
                    <a:pt x="8" y="3"/>
                    <a:pt x="6" y="2"/>
                    <a:pt x="4" y="1"/>
                  </a:cubicBezTo>
                  <a:cubicBezTo>
                    <a:pt x="3" y="1"/>
                    <a:pt x="1" y="1"/>
                    <a:pt x="1" y="1"/>
                  </a:cubicBezTo>
                </a:path>
              </a:pathLst>
            </a:custGeom>
            <a:solidFill>
              <a:srgbClr val="8E4C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1330" name="Freeform 684">
              <a:extLst>
                <a:ext uri="{FF2B5EF4-FFF2-40B4-BE49-F238E27FC236}">
                  <a16:creationId xmlns:a16="http://schemas.microsoft.com/office/drawing/2014/main" id="{661421A1-D1BF-43C9-905F-DDA6A2630D89}"/>
                </a:ext>
              </a:extLst>
            </p:cNvPr>
            <p:cNvSpPr>
              <a:spLocks/>
            </p:cNvSpPr>
            <p:nvPr/>
          </p:nvSpPr>
          <p:spPr bwMode="auto">
            <a:xfrm>
              <a:off x="957" y="941"/>
              <a:ext cx="26" cy="8"/>
            </a:xfrm>
            <a:custGeom>
              <a:avLst/>
              <a:gdLst>
                <a:gd name="T0" fmla="*/ 0 w 16"/>
                <a:gd name="T1" fmla="*/ 0 h 5"/>
                <a:gd name="T2" fmla="*/ 29 w 16"/>
                <a:gd name="T3" fmla="*/ 8 h 5"/>
                <a:gd name="T4" fmla="*/ 47 w 16"/>
                <a:gd name="T5" fmla="*/ 16 h 5"/>
                <a:gd name="T6" fmla="*/ 68 w 16"/>
                <a:gd name="T7" fmla="*/ 21 h 5"/>
                <a:gd name="T8" fmla="*/ 29 w 16"/>
                <a:gd name="T9" fmla="*/ 13 h 5"/>
                <a:gd name="T10" fmla="*/ 5 w 16"/>
                <a:gd name="T11" fmla="*/ 0 h 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" h="5">
                  <a:moveTo>
                    <a:pt x="0" y="0"/>
                  </a:moveTo>
                  <a:cubicBezTo>
                    <a:pt x="2" y="0"/>
                    <a:pt x="5" y="1"/>
                    <a:pt x="7" y="2"/>
                  </a:cubicBezTo>
                  <a:cubicBezTo>
                    <a:pt x="8" y="2"/>
                    <a:pt x="10" y="3"/>
                    <a:pt x="11" y="4"/>
                  </a:cubicBezTo>
                  <a:cubicBezTo>
                    <a:pt x="13" y="4"/>
                    <a:pt x="15" y="4"/>
                    <a:pt x="16" y="5"/>
                  </a:cubicBezTo>
                  <a:cubicBezTo>
                    <a:pt x="13" y="5"/>
                    <a:pt x="10" y="4"/>
                    <a:pt x="7" y="3"/>
                  </a:cubicBezTo>
                  <a:cubicBezTo>
                    <a:pt x="6" y="2"/>
                    <a:pt x="3" y="0"/>
                    <a:pt x="1" y="0"/>
                  </a:cubicBezTo>
                </a:path>
              </a:pathLst>
            </a:custGeom>
            <a:solidFill>
              <a:srgbClr val="8E4C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1331" name="Freeform 685">
              <a:extLst>
                <a:ext uri="{FF2B5EF4-FFF2-40B4-BE49-F238E27FC236}">
                  <a16:creationId xmlns:a16="http://schemas.microsoft.com/office/drawing/2014/main" id="{EA7D0996-F347-47C8-B52E-DE73B9CE9BB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4" y="930"/>
              <a:ext cx="10" cy="1"/>
            </a:xfrm>
            <a:custGeom>
              <a:avLst/>
              <a:gdLst>
                <a:gd name="T0" fmla="*/ 28 w 6"/>
                <a:gd name="T1" fmla="*/ 0 h 1"/>
                <a:gd name="T2" fmla="*/ 0 w 6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">
                  <a:moveTo>
                    <a:pt x="6" y="0"/>
                  </a:moveTo>
                  <a:cubicBezTo>
                    <a:pt x="4" y="0"/>
                    <a:pt x="2" y="0"/>
                    <a:pt x="0" y="0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1332" name="Freeform 686">
              <a:extLst>
                <a:ext uri="{FF2B5EF4-FFF2-40B4-BE49-F238E27FC236}">
                  <a16:creationId xmlns:a16="http://schemas.microsoft.com/office/drawing/2014/main" id="{2BCDC1D2-B54F-4850-B2DA-3AF39EFBE05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3" y="925"/>
              <a:ext cx="6" cy="2"/>
            </a:xfrm>
            <a:custGeom>
              <a:avLst/>
              <a:gdLst>
                <a:gd name="T0" fmla="*/ 0 w 4"/>
                <a:gd name="T1" fmla="*/ 0 h 1"/>
                <a:gd name="T2" fmla="*/ 14 w 4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0" y="0"/>
                  </a:moveTo>
                  <a:cubicBezTo>
                    <a:pt x="1" y="0"/>
                    <a:pt x="3" y="1"/>
                    <a:pt x="4" y="0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1333" name="Freeform 687">
              <a:extLst>
                <a:ext uri="{FF2B5EF4-FFF2-40B4-BE49-F238E27FC236}">
                  <a16:creationId xmlns:a16="http://schemas.microsoft.com/office/drawing/2014/main" id="{BD7A82BA-9F0B-4B30-9FD0-91982087FE1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8" y="920"/>
              <a:ext cx="6" cy="2"/>
            </a:xfrm>
            <a:custGeom>
              <a:avLst/>
              <a:gdLst>
                <a:gd name="T0" fmla="*/ 0 w 4"/>
                <a:gd name="T1" fmla="*/ 8 h 1"/>
                <a:gd name="T2" fmla="*/ 14 w 4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0" y="1"/>
                  </a:moveTo>
                  <a:cubicBezTo>
                    <a:pt x="1" y="1"/>
                    <a:pt x="3" y="1"/>
                    <a:pt x="4" y="0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1334" name="Freeform 688">
              <a:extLst>
                <a:ext uri="{FF2B5EF4-FFF2-40B4-BE49-F238E27FC236}">
                  <a16:creationId xmlns:a16="http://schemas.microsoft.com/office/drawing/2014/main" id="{022A93DB-89ED-4A6F-A2AD-7243579734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6" y="949"/>
              <a:ext cx="23" cy="12"/>
            </a:xfrm>
            <a:custGeom>
              <a:avLst/>
              <a:gdLst>
                <a:gd name="T0" fmla="*/ 0 w 14"/>
                <a:gd name="T1" fmla="*/ 0 h 7"/>
                <a:gd name="T2" fmla="*/ 62 w 14"/>
                <a:gd name="T3" fmla="*/ 36 h 7"/>
                <a:gd name="T4" fmla="*/ 5 w 14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7">
                  <a:moveTo>
                    <a:pt x="0" y="0"/>
                  </a:moveTo>
                  <a:cubicBezTo>
                    <a:pt x="6" y="1"/>
                    <a:pt x="10" y="3"/>
                    <a:pt x="14" y="7"/>
                  </a:cubicBezTo>
                  <a:cubicBezTo>
                    <a:pt x="13" y="2"/>
                    <a:pt x="5" y="0"/>
                    <a:pt x="1" y="0"/>
                  </a:cubicBezTo>
                </a:path>
              </a:pathLst>
            </a:custGeom>
            <a:solidFill>
              <a:srgbClr val="C17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1335" name="Freeform 689">
              <a:extLst>
                <a:ext uri="{FF2B5EF4-FFF2-40B4-BE49-F238E27FC236}">
                  <a16:creationId xmlns:a16="http://schemas.microsoft.com/office/drawing/2014/main" id="{073A7EC6-EDC3-4B34-AAFC-4405576062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1" y="928"/>
              <a:ext cx="16" cy="7"/>
            </a:xfrm>
            <a:custGeom>
              <a:avLst/>
              <a:gdLst>
                <a:gd name="T0" fmla="*/ 0 w 10"/>
                <a:gd name="T1" fmla="*/ 0 h 4"/>
                <a:gd name="T2" fmla="*/ 21 w 10"/>
                <a:gd name="T3" fmla="*/ 12 h 4"/>
                <a:gd name="T4" fmla="*/ 42 w 10"/>
                <a:gd name="T5" fmla="*/ 21 h 4"/>
                <a:gd name="T6" fmla="*/ 0 w 10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4">
                  <a:moveTo>
                    <a:pt x="0" y="0"/>
                  </a:moveTo>
                  <a:cubicBezTo>
                    <a:pt x="1" y="1"/>
                    <a:pt x="3" y="2"/>
                    <a:pt x="5" y="2"/>
                  </a:cubicBezTo>
                  <a:cubicBezTo>
                    <a:pt x="6" y="3"/>
                    <a:pt x="8" y="4"/>
                    <a:pt x="10" y="4"/>
                  </a:cubicBezTo>
                  <a:cubicBezTo>
                    <a:pt x="6" y="4"/>
                    <a:pt x="4" y="0"/>
                    <a:pt x="0" y="0"/>
                  </a:cubicBezTo>
                </a:path>
              </a:pathLst>
            </a:custGeom>
            <a:solidFill>
              <a:srgbClr val="C17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1336" name="Freeform 690">
              <a:extLst>
                <a:ext uri="{FF2B5EF4-FFF2-40B4-BE49-F238E27FC236}">
                  <a16:creationId xmlns:a16="http://schemas.microsoft.com/office/drawing/2014/main" id="{AA86B61C-0590-4882-9DCC-90365BED4FD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1" y="938"/>
              <a:ext cx="13" cy="10"/>
            </a:xfrm>
            <a:custGeom>
              <a:avLst/>
              <a:gdLst>
                <a:gd name="T0" fmla="*/ 0 w 8"/>
                <a:gd name="T1" fmla="*/ 0 h 6"/>
                <a:gd name="T2" fmla="*/ 21 w 8"/>
                <a:gd name="T3" fmla="*/ 13 h 6"/>
                <a:gd name="T4" fmla="*/ 34 w 8"/>
                <a:gd name="T5" fmla="*/ 22 h 6"/>
                <a:gd name="T6" fmla="*/ 5 w 8"/>
                <a:gd name="T7" fmla="*/ 5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1" y="1"/>
                    <a:pt x="3" y="3"/>
                    <a:pt x="5" y="3"/>
                  </a:cubicBezTo>
                  <a:cubicBezTo>
                    <a:pt x="6" y="4"/>
                    <a:pt x="8" y="4"/>
                    <a:pt x="8" y="5"/>
                  </a:cubicBezTo>
                  <a:cubicBezTo>
                    <a:pt x="7" y="6"/>
                    <a:pt x="1" y="2"/>
                    <a:pt x="1" y="1"/>
                  </a:cubicBezTo>
                </a:path>
              </a:pathLst>
            </a:custGeom>
            <a:solidFill>
              <a:srgbClr val="C17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1337" name="Freeform 691">
              <a:extLst>
                <a:ext uri="{FF2B5EF4-FFF2-40B4-BE49-F238E27FC236}">
                  <a16:creationId xmlns:a16="http://schemas.microsoft.com/office/drawing/2014/main" id="{C9A011AE-12EC-4FA9-8A90-9F091949B618}"/>
                </a:ext>
              </a:extLst>
            </p:cNvPr>
            <p:cNvSpPr>
              <a:spLocks/>
            </p:cNvSpPr>
            <p:nvPr/>
          </p:nvSpPr>
          <p:spPr bwMode="auto">
            <a:xfrm>
              <a:off x="823" y="1024"/>
              <a:ext cx="26" cy="28"/>
            </a:xfrm>
            <a:custGeom>
              <a:avLst/>
              <a:gdLst>
                <a:gd name="T0" fmla="*/ 68 w 16"/>
                <a:gd name="T1" fmla="*/ 0 h 17"/>
                <a:gd name="T2" fmla="*/ 29 w 16"/>
                <a:gd name="T3" fmla="*/ 21 h 17"/>
                <a:gd name="T4" fmla="*/ 34 w 16"/>
                <a:gd name="T5" fmla="*/ 76 h 17"/>
                <a:gd name="T6" fmla="*/ 21 w 16"/>
                <a:gd name="T7" fmla="*/ 5 h 17"/>
                <a:gd name="T8" fmla="*/ 47 w 16"/>
                <a:gd name="T9" fmla="*/ 5 h 17"/>
                <a:gd name="T10" fmla="*/ 63 w 16"/>
                <a:gd name="T11" fmla="*/ 0 h 1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" h="17">
                  <a:moveTo>
                    <a:pt x="16" y="0"/>
                  </a:moveTo>
                  <a:cubicBezTo>
                    <a:pt x="13" y="1"/>
                    <a:pt x="9" y="1"/>
                    <a:pt x="7" y="5"/>
                  </a:cubicBezTo>
                  <a:cubicBezTo>
                    <a:pt x="5" y="9"/>
                    <a:pt x="7" y="13"/>
                    <a:pt x="8" y="17"/>
                  </a:cubicBezTo>
                  <a:cubicBezTo>
                    <a:pt x="6" y="15"/>
                    <a:pt x="0" y="4"/>
                    <a:pt x="5" y="1"/>
                  </a:cubicBezTo>
                  <a:cubicBezTo>
                    <a:pt x="6" y="0"/>
                    <a:pt x="9" y="0"/>
                    <a:pt x="11" y="1"/>
                  </a:cubicBezTo>
                  <a:cubicBezTo>
                    <a:pt x="12" y="1"/>
                    <a:pt x="14" y="0"/>
                    <a:pt x="15" y="0"/>
                  </a:cubicBezTo>
                </a:path>
              </a:pathLst>
            </a:custGeom>
            <a:solidFill>
              <a:srgbClr val="C17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1338" name="Freeform 692">
              <a:extLst>
                <a:ext uri="{FF2B5EF4-FFF2-40B4-BE49-F238E27FC236}">
                  <a16:creationId xmlns:a16="http://schemas.microsoft.com/office/drawing/2014/main" id="{2DF036A1-B67C-482B-B6A0-888FC72055FE}"/>
                </a:ext>
              </a:extLst>
            </p:cNvPr>
            <p:cNvSpPr>
              <a:spLocks/>
            </p:cNvSpPr>
            <p:nvPr/>
          </p:nvSpPr>
          <p:spPr bwMode="auto">
            <a:xfrm>
              <a:off x="841" y="1034"/>
              <a:ext cx="10" cy="16"/>
            </a:xfrm>
            <a:custGeom>
              <a:avLst/>
              <a:gdLst>
                <a:gd name="T0" fmla="*/ 28 w 6"/>
                <a:gd name="T1" fmla="*/ 0 h 10"/>
                <a:gd name="T2" fmla="*/ 5 w 6"/>
                <a:gd name="T3" fmla="*/ 16 h 10"/>
                <a:gd name="T4" fmla="*/ 20 w 6"/>
                <a:gd name="T5" fmla="*/ 42 h 10"/>
                <a:gd name="T6" fmla="*/ 22 w 6"/>
                <a:gd name="T7" fmla="*/ 5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10">
                  <a:moveTo>
                    <a:pt x="6" y="0"/>
                  </a:moveTo>
                  <a:cubicBezTo>
                    <a:pt x="3" y="1"/>
                    <a:pt x="1" y="1"/>
                    <a:pt x="1" y="4"/>
                  </a:cubicBezTo>
                  <a:cubicBezTo>
                    <a:pt x="1" y="6"/>
                    <a:pt x="3" y="8"/>
                    <a:pt x="4" y="10"/>
                  </a:cubicBezTo>
                  <a:cubicBezTo>
                    <a:pt x="0" y="7"/>
                    <a:pt x="1" y="2"/>
                    <a:pt x="5" y="1"/>
                  </a:cubicBezTo>
                </a:path>
              </a:pathLst>
            </a:custGeom>
            <a:solidFill>
              <a:srgbClr val="8E4C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1339" name="Freeform 693">
              <a:extLst>
                <a:ext uri="{FF2B5EF4-FFF2-40B4-BE49-F238E27FC236}">
                  <a16:creationId xmlns:a16="http://schemas.microsoft.com/office/drawing/2014/main" id="{E5F96415-CE76-4B55-A845-D120F5D64198}"/>
                </a:ext>
              </a:extLst>
            </p:cNvPr>
            <p:cNvSpPr>
              <a:spLocks/>
            </p:cNvSpPr>
            <p:nvPr/>
          </p:nvSpPr>
          <p:spPr bwMode="auto">
            <a:xfrm>
              <a:off x="877" y="1013"/>
              <a:ext cx="70" cy="36"/>
            </a:xfrm>
            <a:custGeom>
              <a:avLst/>
              <a:gdLst>
                <a:gd name="T0" fmla="*/ 177 w 43"/>
                <a:gd name="T1" fmla="*/ 0 h 22"/>
                <a:gd name="T2" fmla="*/ 160 w 43"/>
                <a:gd name="T3" fmla="*/ 62 h 22"/>
                <a:gd name="T4" fmla="*/ 132 w 43"/>
                <a:gd name="T5" fmla="*/ 62 h 22"/>
                <a:gd name="T6" fmla="*/ 98 w 43"/>
                <a:gd name="T7" fmla="*/ 88 h 22"/>
                <a:gd name="T8" fmla="*/ 90 w 43"/>
                <a:gd name="T9" fmla="*/ 88 h 22"/>
                <a:gd name="T10" fmla="*/ 54 w 43"/>
                <a:gd name="T11" fmla="*/ 62 h 22"/>
                <a:gd name="T12" fmla="*/ 26 w 43"/>
                <a:gd name="T13" fmla="*/ 56 h 22"/>
                <a:gd name="T14" fmla="*/ 13 w 43"/>
                <a:gd name="T15" fmla="*/ 0 h 22"/>
                <a:gd name="T16" fmla="*/ 18 w 43"/>
                <a:gd name="T17" fmla="*/ 29 h 22"/>
                <a:gd name="T18" fmla="*/ 42 w 43"/>
                <a:gd name="T19" fmla="*/ 62 h 22"/>
                <a:gd name="T20" fmla="*/ 68 w 43"/>
                <a:gd name="T21" fmla="*/ 70 h 22"/>
                <a:gd name="T22" fmla="*/ 130 w 43"/>
                <a:gd name="T23" fmla="*/ 62 h 22"/>
                <a:gd name="T24" fmla="*/ 147 w 43"/>
                <a:gd name="T25" fmla="*/ 62 h 22"/>
                <a:gd name="T26" fmla="*/ 168 w 43"/>
                <a:gd name="T27" fmla="*/ 41 h 22"/>
                <a:gd name="T28" fmla="*/ 177 w 43"/>
                <a:gd name="T29" fmla="*/ 0 h 22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43" h="22">
                  <a:moveTo>
                    <a:pt x="41" y="0"/>
                  </a:moveTo>
                  <a:cubicBezTo>
                    <a:pt x="43" y="5"/>
                    <a:pt x="40" y="8"/>
                    <a:pt x="37" y="14"/>
                  </a:cubicBezTo>
                  <a:cubicBezTo>
                    <a:pt x="35" y="17"/>
                    <a:pt x="34" y="14"/>
                    <a:pt x="31" y="14"/>
                  </a:cubicBezTo>
                  <a:cubicBezTo>
                    <a:pt x="30" y="15"/>
                    <a:pt x="28" y="19"/>
                    <a:pt x="23" y="20"/>
                  </a:cubicBezTo>
                  <a:cubicBezTo>
                    <a:pt x="22" y="20"/>
                    <a:pt x="22" y="20"/>
                    <a:pt x="21" y="20"/>
                  </a:cubicBezTo>
                  <a:cubicBezTo>
                    <a:pt x="16" y="19"/>
                    <a:pt x="14" y="14"/>
                    <a:pt x="12" y="14"/>
                  </a:cubicBezTo>
                  <a:cubicBezTo>
                    <a:pt x="10" y="13"/>
                    <a:pt x="9" y="16"/>
                    <a:pt x="6" y="13"/>
                  </a:cubicBezTo>
                  <a:cubicBezTo>
                    <a:pt x="3" y="8"/>
                    <a:pt x="0" y="1"/>
                    <a:pt x="3" y="0"/>
                  </a:cubicBezTo>
                  <a:cubicBezTo>
                    <a:pt x="3" y="0"/>
                    <a:pt x="1" y="2"/>
                    <a:pt x="4" y="7"/>
                  </a:cubicBezTo>
                  <a:cubicBezTo>
                    <a:pt x="6" y="13"/>
                    <a:pt x="8" y="14"/>
                    <a:pt x="10" y="14"/>
                  </a:cubicBezTo>
                  <a:cubicBezTo>
                    <a:pt x="12" y="13"/>
                    <a:pt x="13" y="12"/>
                    <a:pt x="16" y="16"/>
                  </a:cubicBezTo>
                  <a:cubicBezTo>
                    <a:pt x="21" y="22"/>
                    <a:pt x="24" y="20"/>
                    <a:pt x="30" y="14"/>
                  </a:cubicBezTo>
                  <a:cubicBezTo>
                    <a:pt x="32" y="13"/>
                    <a:pt x="33" y="13"/>
                    <a:pt x="34" y="14"/>
                  </a:cubicBezTo>
                  <a:cubicBezTo>
                    <a:pt x="35" y="14"/>
                    <a:pt x="37" y="14"/>
                    <a:pt x="39" y="9"/>
                  </a:cubicBezTo>
                  <a:cubicBezTo>
                    <a:pt x="40" y="7"/>
                    <a:pt x="43" y="4"/>
                    <a:pt x="41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1340" name="Freeform 694">
              <a:extLst>
                <a:ext uri="{FF2B5EF4-FFF2-40B4-BE49-F238E27FC236}">
                  <a16:creationId xmlns:a16="http://schemas.microsoft.com/office/drawing/2014/main" id="{A7922260-6559-4E1B-A9C2-3A8AE0DD885A}"/>
                </a:ext>
              </a:extLst>
            </p:cNvPr>
            <p:cNvSpPr>
              <a:spLocks/>
            </p:cNvSpPr>
            <p:nvPr/>
          </p:nvSpPr>
          <p:spPr bwMode="auto">
            <a:xfrm>
              <a:off x="838" y="1014"/>
              <a:ext cx="42" cy="38"/>
            </a:xfrm>
            <a:custGeom>
              <a:avLst/>
              <a:gdLst>
                <a:gd name="T0" fmla="*/ 110 w 26"/>
                <a:gd name="T1" fmla="*/ 0 h 23"/>
                <a:gd name="T2" fmla="*/ 42 w 26"/>
                <a:gd name="T3" fmla="*/ 46 h 23"/>
                <a:gd name="T4" fmla="*/ 8 w 26"/>
                <a:gd name="T5" fmla="*/ 63 h 23"/>
                <a:gd name="T6" fmla="*/ 13 w 26"/>
                <a:gd name="T7" fmla="*/ 104 h 23"/>
                <a:gd name="T8" fmla="*/ 5 w 26"/>
                <a:gd name="T9" fmla="*/ 63 h 23"/>
                <a:gd name="T10" fmla="*/ 39 w 26"/>
                <a:gd name="T11" fmla="*/ 41 h 23"/>
                <a:gd name="T12" fmla="*/ 76 w 26"/>
                <a:gd name="T13" fmla="*/ 28 h 23"/>
                <a:gd name="T14" fmla="*/ 110 w 26"/>
                <a:gd name="T15" fmla="*/ 5 h 2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6" h="23">
                  <a:moveTo>
                    <a:pt x="26" y="0"/>
                  </a:moveTo>
                  <a:cubicBezTo>
                    <a:pt x="24" y="6"/>
                    <a:pt x="15" y="8"/>
                    <a:pt x="10" y="10"/>
                  </a:cubicBezTo>
                  <a:cubicBezTo>
                    <a:pt x="7" y="11"/>
                    <a:pt x="4" y="12"/>
                    <a:pt x="2" y="14"/>
                  </a:cubicBezTo>
                  <a:cubicBezTo>
                    <a:pt x="1" y="17"/>
                    <a:pt x="1" y="21"/>
                    <a:pt x="3" y="23"/>
                  </a:cubicBezTo>
                  <a:cubicBezTo>
                    <a:pt x="1" y="21"/>
                    <a:pt x="0" y="17"/>
                    <a:pt x="1" y="14"/>
                  </a:cubicBezTo>
                  <a:cubicBezTo>
                    <a:pt x="2" y="11"/>
                    <a:pt x="6" y="10"/>
                    <a:pt x="9" y="9"/>
                  </a:cubicBezTo>
                  <a:cubicBezTo>
                    <a:pt x="12" y="9"/>
                    <a:pt x="15" y="7"/>
                    <a:pt x="18" y="6"/>
                  </a:cubicBezTo>
                  <a:cubicBezTo>
                    <a:pt x="20" y="5"/>
                    <a:pt x="25" y="3"/>
                    <a:pt x="26" y="1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1341" name="Freeform 695">
              <a:extLst>
                <a:ext uri="{FF2B5EF4-FFF2-40B4-BE49-F238E27FC236}">
                  <a16:creationId xmlns:a16="http://schemas.microsoft.com/office/drawing/2014/main" id="{53449438-2386-434D-A796-9372325E0F94}"/>
                </a:ext>
              </a:extLst>
            </p:cNvPr>
            <p:cNvSpPr>
              <a:spLocks/>
            </p:cNvSpPr>
            <p:nvPr/>
          </p:nvSpPr>
          <p:spPr bwMode="auto">
            <a:xfrm>
              <a:off x="975" y="1024"/>
              <a:ext cx="26" cy="28"/>
            </a:xfrm>
            <a:custGeom>
              <a:avLst/>
              <a:gdLst>
                <a:gd name="T0" fmla="*/ 0 w 16"/>
                <a:gd name="T1" fmla="*/ 0 h 17"/>
                <a:gd name="T2" fmla="*/ 39 w 16"/>
                <a:gd name="T3" fmla="*/ 21 h 17"/>
                <a:gd name="T4" fmla="*/ 34 w 16"/>
                <a:gd name="T5" fmla="*/ 76 h 17"/>
                <a:gd name="T6" fmla="*/ 54 w 16"/>
                <a:gd name="T7" fmla="*/ 5 h 17"/>
                <a:gd name="T8" fmla="*/ 26 w 16"/>
                <a:gd name="T9" fmla="*/ 5 h 17"/>
                <a:gd name="T10" fmla="*/ 5 w 16"/>
                <a:gd name="T11" fmla="*/ 0 h 1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" h="17">
                  <a:moveTo>
                    <a:pt x="0" y="0"/>
                  </a:moveTo>
                  <a:cubicBezTo>
                    <a:pt x="3" y="1"/>
                    <a:pt x="8" y="1"/>
                    <a:pt x="9" y="5"/>
                  </a:cubicBezTo>
                  <a:cubicBezTo>
                    <a:pt x="11" y="9"/>
                    <a:pt x="9" y="13"/>
                    <a:pt x="8" y="17"/>
                  </a:cubicBezTo>
                  <a:cubicBezTo>
                    <a:pt x="10" y="15"/>
                    <a:pt x="16" y="4"/>
                    <a:pt x="12" y="1"/>
                  </a:cubicBezTo>
                  <a:cubicBezTo>
                    <a:pt x="10" y="0"/>
                    <a:pt x="7" y="0"/>
                    <a:pt x="6" y="1"/>
                  </a:cubicBezTo>
                  <a:cubicBezTo>
                    <a:pt x="4" y="1"/>
                    <a:pt x="2" y="0"/>
                    <a:pt x="1" y="0"/>
                  </a:cubicBezTo>
                </a:path>
              </a:pathLst>
            </a:custGeom>
            <a:solidFill>
              <a:srgbClr val="C17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1342" name="Freeform 696">
              <a:extLst>
                <a:ext uri="{FF2B5EF4-FFF2-40B4-BE49-F238E27FC236}">
                  <a16:creationId xmlns:a16="http://schemas.microsoft.com/office/drawing/2014/main" id="{6A878C35-8CF4-4942-9A62-CFE33C8D20A2}"/>
                </a:ext>
              </a:extLst>
            </p:cNvPr>
            <p:cNvSpPr>
              <a:spLocks/>
            </p:cNvSpPr>
            <p:nvPr/>
          </p:nvSpPr>
          <p:spPr bwMode="auto">
            <a:xfrm>
              <a:off x="973" y="1034"/>
              <a:ext cx="10" cy="16"/>
            </a:xfrm>
            <a:custGeom>
              <a:avLst/>
              <a:gdLst>
                <a:gd name="T0" fmla="*/ 0 w 6"/>
                <a:gd name="T1" fmla="*/ 0 h 10"/>
                <a:gd name="T2" fmla="*/ 22 w 6"/>
                <a:gd name="T3" fmla="*/ 16 h 10"/>
                <a:gd name="T4" fmla="*/ 13 w 6"/>
                <a:gd name="T5" fmla="*/ 42 h 10"/>
                <a:gd name="T6" fmla="*/ 5 w 6"/>
                <a:gd name="T7" fmla="*/ 5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10">
                  <a:moveTo>
                    <a:pt x="0" y="0"/>
                  </a:moveTo>
                  <a:cubicBezTo>
                    <a:pt x="3" y="1"/>
                    <a:pt x="5" y="1"/>
                    <a:pt x="5" y="4"/>
                  </a:cubicBezTo>
                  <a:cubicBezTo>
                    <a:pt x="6" y="6"/>
                    <a:pt x="3" y="8"/>
                    <a:pt x="3" y="10"/>
                  </a:cubicBezTo>
                  <a:cubicBezTo>
                    <a:pt x="6" y="7"/>
                    <a:pt x="5" y="2"/>
                    <a:pt x="1" y="1"/>
                  </a:cubicBezTo>
                </a:path>
              </a:pathLst>
            </a:custGeom>
            <a:solidFill>
              <a:srgbClr val="8E4C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1343" name="Freeform 697">
              <a:extLst>
                <a:ext uri="{FF2B5EF4-FFF2-40B4-BE49-F238E27FC236}">
                  <a16:creationId xmlns:a16="http://schemas.microsoft.com/office/drawing/2014/main" id="{AF4ADA21-1612-4D76-864D-22954A7858CA}"/>
                </a:ext>
              </a:extLst>
            </p:cNvPr>
            <p:cNvSpPr>
              <a:spLocks/>
            </p:cNvSpPr>
            <p:nvPr/>
          </p:nvSpPr>
          <p:spPr bwMode="auto">
            <a:xfrm>
              <a:off x="944" y="1014"/>
              <a:ext cx="43" cy="38"/>
            </a:xfrm>
            <a:custGeom>
              <a:avLst/>
              <a:gdLst>
                <a:gd name="T0" fmla="*/ 0 w 26"/>
                <a:gd name="T1" fmla="*/ 0 h 23"/>
                <a:gd name="T2" fmla="*/ 76 w 26"/>
                <a:gd name="T3" fmla="*/ 46 h 23"/>
                <a:gd name="T4" fmla="*/ 109 w 26"/>
                <a:gd name="T5" fmla="*/ 63 h 23"/>
                <a:gd name="T6" fmla="*/ 104 w 26"/>
                <a:gd name="T7" fmla="*/ 104 h 23"/>
                <a:gd name="T8" fmla="*/ 112 w 26"/>
                <a:gd name="T9" fmla="*/ 63 h 23"/>
                <a:gd name="T10" fmla="*/ 76 w 26"/>
                <a:gd name="T11" fmla="*/ 41 h 23"/>
                <a:gd name="T12" fmla="*/ 36 w 26"/>
                <a:gd name="T13" fmla="*/ 28 h 23"/>
                <a:gd name="T14" fmla="*/ 0 w 26"/>
                <a:gd name="T15" fmla="*/ 5 h 2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6" h="23">
                  <a:moveTo>
                    <a:pt x="0" y="0"/>
                  </a:moveTo>
                  <a:cubicBezTo>
                    <a:pt x="2" y="6"/>
                    <a:pt x="11" y="8"/>
                    <a:pt x="17" y="10"/>
                  </a:cubicBezTo>
                  <a:cubicBezTo>
                    <a:pt x="19" y="11"/>
                    <a:pt x="23" y="12"/>
                    <a:pt x="24" y="14"/>
                  </a:cubicBezTo>
                  <a:cubicBezTo>
                    <a:pt x="25" y="17"/>
                    <a:pt x="25" y="21"/>
                    <a:pt x="23" y="23"/>
                  </a:cubicBezTo>
                  <a:cubicBezTo>
                    <a:pt x="25" y="21"/>
                    <a:pt x="26" y="17"/>
                    <a:pt x="25" y="14"/>
                  </a:cubicBezTo>
                  <a:cubicBezTo>
                    <a:pt x="24" y="11"/>
                    <a:pt x="20" y="10"/>
                    <a:pt x="17" y="9"/>
                  </a:cubicBezTo>
                  <a:cubicBezTo>
                    <a:pt x="14" y="9"/>
                    <a:pt x="11" y="7"/>
                    <a:pt x="8" y="6"/>
                  </a:cubicBezTo>
                  <a:cubicBezTo>
                    <a:pt x="6" y="5"/>
                    <a:pt x="2" y="3"/>
                    <a:pt x="0" y="1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1344" name="Freeform 698">
              <a:extLst>
                <a:ext uri="{FF2B5EF4-FFF2-40B4-BE49-F238E27FC236}">
                  <a16:creationId xmlns:a16="http://schemas.microsoft.com/office/drawing/2014/main" id="{8D9FEDC8-4E0C-404C-92B1-46E0689D8B59}"/>
                </a:ext>
              </a:extLst>
            </p:cNvPr>
            <p:cNvSpPr>
              <a:spLocks/>
            </p:cNvSpPr>
            <p:nvPr/>
          </p:nvSpPr>
          <p:spPr bwMode="auto">
            <a:xfrm>
              <a:off x="993" y="1018"/>
              <a:ext cx="20" cy="58"/>
            </a:xfrm>
            <a:custGeom>
              <a:avLst/>
              <a:gdLst>
                <a:gd name="T0" fmla="*/ 20 w 12"/>
                <a:gd name="T1" fmla="*/ 0 h 36"/>
                <a:gd name="T2" fmla="*/ 22 w 12"/>
                <a:gd name="T3" fmla="*/ 76 h 36"/>
                <a:gd name="T4" fmla="*/ 0 w 12"/>
                <a:gd name="T5" fmla="*/ 150 h 36"/>
                <a:gd name="T6" fmla="*/ 20 w 12"/>
                <a:gd name="T7" fmla="*/ 5 h 3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36">
                  <a:moveTo>
                    <a:pt x="4" y="0"/>
                  </a:moveTo>
                  <a:cubicBezTo>
                    <a:pt x="8" y="5"/>
                    <a:pt x="6" y="12"/>
                    <a:pt x="5" y="18"/>
                  </a:cubicBezTo>
                  <a:cubicBezTo>
                    <a:pt x="4" y="24"/>
                    <a:pt x="2" y="30"/>
                    <a:pt x="0" y="36"/>
                  </a:cubicBezTo>
                  <a:cubicBezTo>
                    <a:pt x="2" y="33"/>
                    <a:pt x="12" y="2"/>
                    <a:pt x="4" y="1"/>
                  </a:cubicBezTo>
                </a:path>
              </a:pathLst>
            </a:custGeom>
            <a:solidFill>
              <a:srgbClr val="8E4C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1345" name="Freeform 699">
              <a:extLst>
                <a:ext uri="{FF2B5EF4-FFF2-40B4-BE49-F238E27FC236}">
                  <a16:creationId xmlns:a16="http://schemas.microsoft.com/office/drawing/2014/main" id="{8F9D6529-E3F9-4BC7-9F74-8ACB1174F36F}"/>
                </a:ext>
              </a:extLst>
            </p:cNvPr>
            <p:cNvSpPr>
              <a:spLocks/>
            </p:cNvSpPr>
            <p:nvPr/>
          </p:nvSpPr>
          <p:spPr bwMode="auto">
            <a:xfrm>
              <a:off x="817" y="1023"/>
              <a:ext cx="22" cy="53"/>
            </a:xfrm>
            <a:custGeom>
              <a:avLst/>
              <a:gdLst>
                <a:gd name="T0" fmla="*/ 13 w 14"/>
                <a:gd name="T1" fmla="*/ 0 h 33"/>
                <a:gd name="T2" fmla="*/ 27 w 14"/>
                <a:gd name="T3" fmla="*/ 75 h 33"/>
                <a:gd name="T4" fmla="*/ 55 w 14"/>
                <a:gd name="T5" fmla="*/ 137 h 33"/>
                <a:gd name="T6" fmla="*/ 13 w 14"/>
                <a:gd name="T7" fmla="*/ 5 h 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33">
                  <a:moveTo>
                    <a:pt x="3" y="0"/>
                  </a:moveTo>
                  <a:cubicBezTo>
                    <a:pt x="0" y="4"/>
                    <a:pt x="5" y="14"/>
                    <a:pt x="7" y="18"/>
                  </a:cubicBezTo>
                  <a:cubicBezTo>
                    <a:pt x="9" y="23"/>
                    <a:pt x="11" y="28"/>
                    <a:pt x="14" y="33"/>
                  </a:cubicBezTo>
                  <a:cubicBezTo>
                    <a:pt x="6" y="24"/>
                    <a:pt x="2" y="13"/>
                    <a:pt x="3" y="1"/>
                  </a:cubicBezTo>
                </a:path>
              </a:pathLst>
            </a:custGeom>
            <a:solidFill>
              <a:srgbClr val="8E4C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1346" name="Freeform 700">
              <a:extLst>
                <a:ext uri="{FF2B5EF4-FFF2-40B4-BE49-F238E27FC236}">
                  <a16:creationId xmlns:a16="http://schemas.microsoft.com/office/drawing/2014/main" id="{8163C824-0752-47F9-BB12-58531AEBE3C4}"/>
                </a:ext>
              </a:extLst>
            </p:cNvPr>
            <p:cNvSpPr>
              <a:spLocks/>
            </p:cNvSpPr>
            <p:nvPr/>
          </p:nvSpPr>
          <p:spPr bwMode="auto">
            <a:xfrm>
              <a:off x="885" y="918"/>
              <a:ext cx="23" cy="77"/>
            </a:xfrm>
            <a:custGeom>
              <a:avLst/>
              <a:gdLst>
                <a:gd name="T0" fmla="*/ 0 w 14"/>
                <a:gd name="T1" fmla="*/ 0 h 47"/>
                <a:gd name="T2" fmla="*/ 21 w 14"/>
                <a:gd name="T3" fmla="*/ 206 h 47"/>
                <a:gd name="T4" fmla="*/ 0 w 14"/>
                <a:gd name="T5" fmla="*/ 0 h 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47">
                  <a:moveTo>
                    <a:pt x="0" y="0"/>
                  </a:moveTo>
                  <a:cubicBezTo>
                    <a:pt x="0" y="0"/>
                    <a:pt x="9" y="24"/>
                    <a:pt x="5" y="47"/>
                  </a:cubicBezTo>
                  <a:cubicBezTo>
                    <a:pt x="5" y="47"/>
                    <a:pt x="14" y="26"/>
                    <a:pt x="0" y="0"/>
                  </a:cubicBezTo>
                  <a:close/>
                </a:path>
              </a:pathLst>
            </a:custGeom>
            <a:solidFill>
              <a:srgbClr val="8E4C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1347" name="Freeform 701">
              <a:extLst>
                <a:ext uri="{FF2B5EF4-FFF2-40B4-BE49-F238E27FC236}">
                  <a16:creationId xmlns:a16="http://schemas.microsoft.com/office/drawing/2014/main" id="{6B228D84-6FD1-40B5-8DE1-534FD44116B1}"/>
                </a:ext>
              </a:extLst>
            </p:cNvPr>
            <p:cNvSpPr>
              <a:spLocks/>
            </p:cNvSpPr>
            <p:nvPr/>
          </p:nvSpPr>
          <p:spPr bwMode="auto">
            <a:xfrm>
              <a:off x="719" y="720"/>
              <a:ext cx="196" cy="228"/>
            </a:xfrm>
            <a:custGeom>
              <a:avLst/>
              <a:gdLst>
                <a:gd name="T0" fmla="*/ 523 w 120"/>
                <a:gd name="T1" fmla="*/ 225 h 140"/>
                <a:gd name="T2" fmla="*/ 274 w 120"/>
                <a:gd name="T3" fmla="*/ 358 h 140"/>
                <a:gd name="T4" fmla="*/ 126 w 120"/>
                <a:gd name="T5" fmla="*/ 604 h 140"/>
                <a:gd name="T6" fmla="*/ 448 w 120"/>
                <a:gd name="T7" fmla="*/ 8 h 140"/>
                <a:gd name="T8" fmla="*/ 518 w 120"/>
                <a:gd name="T9" fmla="*/ 21 h 140"/>
                <a:gd name="T10" fmla="*/ 523 w 120"/>
                <a:gd name="T11" fmla="*/ 225 h 14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0" h="140">
                  <a:moveTo>
                    <a:pt x="120" y="52"/>
                  </a:moveTo>
                  <a:cubicBezTo>
                    <a:pt x="120" y="52"/>
                    <a:pt x="89" y="73"/>
                    <a:pt x="63" y="83"/>
                  </a:cubicBezTo>
                  <a:cubicBezTo>
                    <a:pt x="36" y="93"/>
                    <a:pt x="25" y="120"/>
                    <a:pt x="29" y="140"/>
                  </a:cubicBezTo>
                  <a:cubicBezTo>
                    <a:pt x="29" y="140"/>
                    <a:pt x="0" y="19"/>
                    <a:pt x="103" y="2"/>
                  </a:cubicBezTo>
                  <a:cubicBezTo>
                    <a:pt x="116" y="0"/>
                    <a:pt x="119" y="5"/>
                    <a:pt x="119" y="5"/>
                  </a:cubicBezTo>
                  <a:lnTo>
                    <a:pt x="120" y="52"/>
                  </a:lnTo>
                  <a:close/>
                </a:path>
              </a:pathLst>
            </a:custGeom>
            <a:solidFill>
              <a:srgbClr val="2C2C2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1348" name="Freeform 702">
              <a:extLst>
                <a:ext uri="{FF2B5EF4-FFF2-40B4-BE49-F238E27FC236}">
                  <a16:creationId xmlns:a16="http://schemas.microsoft.com/office/drawing/2014/main" id="{504E80D0-1993-40DF-9879-FF19D9D91248}"/>
                </a:ext>
              </a:extLst>
            </p:cNvPr>
            <p:cNvSpPr>
              <a:spLocks/>
            </p:cNvSpPr>
            <p:nvPr/>
          </p:nvSpPr>
          <p:spPr bwMode="auto">
            <a:xfrm>
              <a:off x="913" y="720"/>
              <a:ext cx="203" cy="233"/>
            </a:xfrm>
            <a:custGeom>
              <a:avLst/>
              <a:gdLst>
                <a:gd name="T0" fmla="*/ 13 w 124"/>
                <a:gd name="T1" fmla="*/ 225 h 143"/>
                <a:gd name="T2" fmla="*/ 249 w 124"/>
                <a:gd name="T3" fmla="*/ 358 h 143"/>
                <a:gd name="T4" fmla="*/ 373 w 124"/>
                <a:gd name="T5" fmla="*/ 619 h 143"/>
                <a:gd name="T6" fmla="*/ 70 w 124"/>
                <a:gd name="T7" fmla="*/ 8 h 143"/>
                <a:gd name="T8" fmla="*/ 0 w 124"/>
                <a:gd name="T9" fmla="*/ 21 h 143"/>
                <a:gd name="T10" fmla="*/ 13 w 124"/>
                <a:gd name="T11" fmla="*/ 225 h 14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4" h="143">
                  <a:moveTo>
                    <a:pt x="3" y="52"/>
                  </a:moveTo>
                  <a:cubicBezTo>
                    <a:pt x="3" y="52"/>
                    <a:pt x="30" y="73"/>
                    <a:pt x="57" y="83"/>
                  </a:cubicBezTo>
                  <a:cubicBezTo>
                    <a:pt x="83" y="93"/>
                    <a:pt x="90" y="124"/>
                    <a:pt x="85" y="143"/>
                  </a:cubicBezTo>
                  <a:cubicBezTo>
                    <a:pt x="85" y="143"/>
                    <a:pt x="124" y="21"/>
                    <a:pt x="16" y="2"/>
                  </a:cubicBezTo>
                  <a:cubicBezTo>
                    <a:pt x="3" y="0"/>
                    <a:pt x="0" y="5"/>
                    <a:pt x="0" y="5"/>
                  </a:cubicBezTo>
                  <a:lnTo>
                    <a:pt x="3" y="52"/>
                  </a:lnTo>
                  <a:close/>
                </a:path>
              </a:pathLst>
            </a:custGeom>
            <a:solidFill>
              <a:srgbClr val="2C2C2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1349" name="Freeform 703">
              <a:extLst>
                <a:ext uri="{FF2B5EF4-FFF2-40B4-BE49-F238E27FC236}">
                  <a16:creationId xmlns:a16="http://schemas.microsoft.com/office/drawing/2014/main" id="{D7088399-9E14-4E37-AA74-4CEA045ABEF9}"/>
                </a:ext>
              </a:extLst>
            </p:cNvPr>
            <p:cNvSpPr>
              <a:spLocks/>
            </p:cNvSpPr>
            <p:nvPr/>
          </p:nvSpPr>
          <p:spPr bwMode="auto">
            <a:xfrm>
              <a:off x="719" y="720"/>
              <a:ext cx="196" cy="228"/>
            </a:xfrm>
            <a:custGeom>
              <a:avLst/>
              <a:gdLst>
                <a:gd name="T0" fmla="*/ 523 w 120"/>
                <a:gd name="T1" fmla="*/ 225 h 140"/>
                <a:gd name="T2" fmla="*/ 274 w 120"/>
                <a:gd name="T3" fmla="*/ 358 h 140"/>
                <a:gd name="T4" fmla="*/ 126 w 120"/>
                <a:gd name="T5" fmla="*/ 604 h 140"/>
                <a:gd name="T6" fmla="*/ 448 w 120"/>
                <a:gd name="T7" fmla="*/ 8 h 140"/>
                <a:gd name="T8" fmla="*/ 518 w 120"/>
                <a:gd name="T9" fmla="*/ 21 h 140"/>
                <a:gd name="T10" fmla="*/ 523 w 120"/>
                <a:gd name="T11" fmla="*/ 225 h 14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0" h="140">
                  <a:moveTo>
                    <a:pt x="120" y="52"/>
                  </a:moveTo>
                  <a:cubicBezTo>
                    <a:pt x="120" y="52"/>
                    <a:pt x="89" y="73"/>
                    <a:pt x="63" y="83"/>
                  </a:cubicBezTo>
                  <a:cubicBezTo>
                    <a:pt x="36" y="93"/>
                    <a:pt x="25" y="120"/>
                    <a:pt x="29" y="140"/>
                  </a:cubicBezTo>
                  <a:cubicBezTo>
                    <a:pt x="29" y="140"/>
                    <a:pt x="0" y="19"/>
                    <a:pt x="103" y="2"/>
                  </a:cubicBezTo>
                  <a:cubicBezTo>
                    <a:pt x="116" y="0"/>
                    <a:pt x="119" y="5"/>
                    <a:pt x="119" y="5"/>
                  </a:cubicBezTo>
                  <a:lnTo>
                    <a:pt x="120" y="52"/>
                  </a:lnTo>
                  <a:close/>
                </a:path>
              </a:pathLst>
            </a:custGeom>
            <a:noFill/>
            <a:ln w="1588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1350" name="Freeform 704">
              <a:extLst>
                <a:ext uri="{FF2B5EF4-FFF2-40B4-BE49-F238E27FC236}">
                  <a16:creationId xmlns:a16="http://schemas.microsoft.com/office/drawing/2014/main" id="{FF8044D1-FF46-49E9-BE57-51BD1323240C}"/>
                </a:ext>
              </a:extLst>
            </p:cNvPr>
            <p:cNvSpPr>
              <a:spLocks/>
            </p:cNvSpPr>
            <p:nvPr/>
          </p:nvSpPr>
          <p:spPr bwMode="auto">
            <a:xfrm>
              <a:off x="913" y="720"/>
              <a:ext cx="203" cy="233"/>
            </a:xfrm>
            <a:custGeom>
              <a:avLst/>
              <a:gdLst>
                <a:gd name="T0" fmla="*/ 13 w 124"/>
                <a:gd name="T1" fmla="*/ 225 h 143"/>
                <a:gd name="T2" fmla="*/ 249 w 124"/>
                <a:gd name="T3" fmla="*/ 358 h 143"/>
                <a:gd name="T4" fmla="*/ 373 w 124"/>
                <a:gd name="T5" fmla="*/ 619 h 143"/>
                <a:gd name="T6" fmla="*/ 70 w 124"/>
                <a:gd name="T7" fmla="*/ 8 h 143"/>
                <a:gd name="T8" fmla="*/ 0 w 124"/>
                <a:gd name="T9" fmla="*/ 21 h 143"/>
                <a:gd name="T10" fmla="*/ 13 w 124"/>
                <a:gd name="T11" fmla="*/ 225 h 14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4" h="143">
                  <a:moveTo>
                    <a:pt x="3" y="52"/>
                  </a:moveTo>
                  <a:cubicBezTo>
                    <a:pt x="3" y="52"/>
                    <a:pt x="30" y="73"/>
                    <a:pt x="57" y="83"/>
                  </a:cubicBezTo>
                  <a:cubicBezTo>
                    <a:pt x="83" y="93"/>
                    <a:pt x="90" y="124"/>
                    <a:pt x="85" y="143"/>
                  </a:cubicBezTo>
                  <a:cubicBezTo>
                    <a:pt x="85" y="143"/>
                    <a:pt x="124" y="21"/>
                    <a:pt x="16" y="2"/>
                  </a:cubicBezTo>
                  <a:cubicBezTo>
                    <a:pt x="3" y="0"/>
                    <a:pt x="0" y="5"/>
                    <a:pt x="0" y="5"/>
                  </a:cubicBezTo>
                  <a:lnTo>
                    <a:pt x="3" y="52"/>
                  </a:lnTo>
                  <a:close/>
                </a:path>
              </a:pathLst>
            </a:custGeom>
            <a:noFill/>
            <a:ln w="1588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1351" name="Freeform 705">
              <a:extLst>
                <a:ext uri="{FF2B5EF4-FFF2-40B4-BE49-F238E27FC236}">
                  <a16:creationId xmlns:a16="http://schemas.microsoft.com/office/drawing/2014/main" id="{5C6A978F-6BD9-48D7-8C3B-7FF2629E8EC9}"/>
                </a:ext>
              </a:extLst>
            </p:cNvPr>
            <p:cNvSpPr>
              <a:spLocks/>
            </p:cNvSpPr>
            <p:nvPr/>
          </p:nvSpPr>
          <p:spPr bwMode="auto">
            <a:xfrm>
              <a:off x="768" y="740"/>
              <a:ext cx="129" cy="131"/>
            </a:xfrm>
            <a:custGeom>
              <a:avLst/>
              <a:gdLst>
                <a:gd name="T0" fmla="*/ 345 w 79"/>
                <a:gd name="T1" fmla="*/ 131 h 81"/>
                <a:gd name="T2" fmla="*/ 336 w 79"/>
                <a:gd name="T3" fmla="*/ 152 h 81"/>
                <a:gd name="T4" fmla="*/ 287 w 79"/>
                <a:gd name="T5" fmla="*/ 191 h 81"/>
                <a:gd name="T6" fmla="*/ 185 w 79"/>
                <a:gd name="T7" fmla="*/ 241 h 81"/>
                <a:gd name="T8" fmla="*/ 91 w 79"/>
                <a:gd name="T9" fmla="*/ 283 h 81"/>
                <a:gd name="T10" fmla="*/ 34 w 79"/>
                <a:gd name="T11" fmla="*/ 343 h 81"/>
                <a:gd name="T12" fmla="*/ 160 w 79"/>
                <a:gd name="T13" fmla="*/ 220 h 81"/>
                <a:gd name="T14" fmla="*/ 88 w 79"/>
                <a:gd name="T15" fmla="*/ 267 h 81"/>
                <a:gd name="T16" fmla="*/ 54 w 79"/>
                <a:gd name="T17" fmla="*/ 296 h 81"/>
                <a:gd name="T18" fmla="*/ 29 w 79"/>
                <a:gd name="T19" fmla="*/ 327 h 81"/>
                <a:gd name="T20" fmla="*/ 69 w 79"/>
                <a:gd name="T21" fmla="*/ 262 h 81"/>
                <a:gd name="T22" fmla="*/ 126 w 79"/>
                <a:gd name="T23" fmla="*/ 194 h 81"/>
                <a:gd name="T24" fmla="*/ 5 w 79"/>
                <a:gd name="T25" fmla="*/ 330 h 81"/>
                <a:gd name="T26" fmla="*/ 26 w 79"/>
                <a:gd name="T27" fmla="*/ 262 h 81"/>
                <a:gd name="T28" fmla="*/ 56 w 79"/>
                <a:gd name="T29" fmla="*/ 204 h 81"/>
                <a:gd name="T30" fmla="*/ 88 w 79"/>
                <a:gd name="T31" fmla="*/ 170 h 81"/>
                <a:gd name="T32" fmla="*/ 26 w 79"/>
                <a:gd name="T33" fmla="*/ 233 h 81"/>
                <a:gd name="T34" fmla="*/ 0 w 79"/>
                <a:gd name="T35" fmla="*/ 293 h 81"/>
                <a:gd name="T36" fmla="*/ 47 w 79"/>
                <a:gd name="T37" fmla="*/ 170 h 81"/>
                <a:gd name="T38" fmla="*/ 152 w 79"/>
                <a:gd name="T39" fmla="*/ 60 h 81"/>
                <a:gd name="T40" fmla="*/ 227 w 79"/>
                <a:gd name="T41" fmla="*/ 26 h 81"/>
                <a:gd name="T42" fmla="*/ 274 w 79"/>
                <a:gd name="T43" fmla="*/ 5 h 81"/>
                <a:gd name="T44" fmla="*/ 317 w 79"/>
                <a:gd name="T45" fmla="*/ 0 h 81"/>
                <a:gd name="T46" fmla="*/ 171 w 79"/>
                <a:gd name="T47" fmla="*/ 105 h 81"/>
                <a:gd name="T48" fmla="*/ 243 w 79"/>
                <a:gd name="T49" fmla="*/ 55 h 81"/>
                <a:gd name="T50" fmla="*/ 323 w 79"/>
                <a:gd name="T51" fmla="*/ 21 h 81"/>
                <a:gd name="T52" fmla="*/ 165 w 79"/>
                <a:gd name="T53" fmla="*/ 139 h 81"/>
                <a:gd name="T54" fmla="*/ 269 w 79"/>
                <a:gd name="T55" fmla="*/ 76 h 81"/>
                <a:gd name="T56" fmla="*/ 325 w 79"/>
                <a:gd name="T57" fmla="*/ 47 h 81"/>
                <a:gd name="T58" fmla="*/ 261 w 79"/>
                <a:gd name="T59" fmla="*/ 105 h 81"/>
                <a:gd name="T60" fmla="*/ 222 w 79"/>
                <a:gd name="T61" fmla="*/ 152 h 81"/>
                <a:gd name="T62" fmla="*/ 282 w 79"/>
                <a:gd name="T63" fmla="*/ 105 h 81"/>
                <a:gd name="T64" fmla="*/ 325 w 79"/>
                <a:gd name="T65" fmla="*/ 81 h 81"/>
                <a:gd name="T66" fmla="*/ 282 w 79"/>
                <a:gd name="T67" fmla="*/ 136 h 81"/>
                <a:gd name="T68" fmla="*/ 235 w 79"/>
                <a:gd name="T69" fmla="*/ 183 h 81"/>
                <a:gd name="T70" fmla="*/ 302 w 79"/>
                <a:gd name="T71" fmla="*/ 149 h 81"/>
                <a:gd name="T72" fmla="*/ 345 w 79"/>
                <a:gd name="T73" fmla="*/ 118 h 81"/>
                <a:gd name="T74" fmla="*/ 345 w 79"/>
                <a:gd name="T75" fmla="*/ 136 h 81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79" h="81">
                  <a:moveTo>
                    <a:pt x="79" y="31"/>
                  </a:moveTo>
                  <a:cubicBezTo>
                    <a:pt x="78" y="32"/>
                    <a:pt x="77" y="34"/>
                    <a:pt x="77" y="36"/>
                  </a:cubicBezTo>
                  <a:cubicBezTo>
                    <a:pt x="74" y="40"/>
                    <a:pt x="70" y="42"/>
                    <a:pt x="66" y="45"/>
                  </a:cubicBezTo>
                  <a:cubicBezTo>
                    <a:pt x="58" y="50"/>
                    <a:pt x="50" y="53"/>
                    <a:pt x="42" y="57"/>
                  </a:cubicBezTo>
                  <a:cubicBezTo>
                    <a:pt x="35" y="60"/>
                    <a:pt x="28" y="63"/>
                    <a:pt x="21" y="67"/>
                  </a:cubicBezTo>
                  <a:cubicBezTo>
                    <a:pt x="17" y="70"/>
                    <a:pt x="9" y="76"/>
                    <a:pt x="8" y="81"/>
                  </a:cubicBezTo>
                  <a:cubicBezTo>
                    <a:pt x="15" y="70"/>
                    <a:pt x="25" y="59"/>
                    <a:pt x="37" y="52"/>
                  </a:cubicBezTo>
                  <a:cubicBezTo>
                    <a:pt x="30" y="54"/>
                    <a:pt x="24" y="58"/>
                    <a:pt x="20" y="63"/>
                  </a:cubicBezTo>
                  <a:cubicBezTo>
                    <a:pt x="17" y="65"/>
                    <a:pt x="14" y="67"/>
                    <a:pt x="12" y="70"/>
                  </a:cubicBezTo>
                  <a:cubicBezTo>
                    <a:pt x="10" y="72"/>
                    <a:pt x="9" y="75"/>
                    <a:pt x="7" y="77"/>
                  </a:cubicBezTo>
                  <a:cubicBezTo>
                    <a:pt x="10" y="72"/>
                    <a:pt x="12" y="67"/>
                    <a:pt x="16" y="62"/>
                  </a:cubicBezTo>
                  <a:cubicBezTo>
                    <a:pt x="19" y="56"/>
                    <a:pt x="24" y="51"/>
                    <a:pt x="29" y="46"/>
                  </a:cubicBezTo>
                  <a:cubicBezTo>
                    <a:pt x="17" y="53"/>
                    <a:pt x="7" y="65"/>
                    <a:pt x="1" y="78"/>
                  </a:cubicBezTo>
                  <a:cubicBezTo>
                    <a:pt x="4" y="74"/>
                    <a:pt x="4" y="67"/>
                    <a:pt x="6" y="62"/>
                  </a:cubicBezTo>
                  <a:cubicBezTo>
                    <a:pt x="8" y="57"/>
                    <a:pt x="10" y="53"/>
                    <a:pt x="13" y="48"/>
                  </a:cubicBezTo>
                  <a:cubicBezTo>
                    <a:pt x="15" y="45"/>
                    <a:pt x="18" y="43"/>
                    <a:pt x="20" y="40"/>
                  </a:cubicBezTo>
                  <a:cubicBezTo>
                    <a:pt x="15" y="44"/>
                    <a:pt x="10" y="50"/>
                    <a:pt x="6" y="55"/>
                  </a:cubicBezTo>
                  <a:cubicBezTo>
                    <a:pt x="4" y="59"/>
                    <a:pt x="0" y="64"/>
                    <a:pt x="0" y="69"/>
                  </a:cubicBezTo>
                  <a:cubicBezTo>
                    <a:pt x="2" y="59"/>
                    <a:pt x="5" y="49"/>
                    <a:pt x="11" y="40"/>
                  </a:cubicBezTo>
                  <a:cubicBezTo>
                    <a:pt x="18" y="31"/>
                    <a:pt x="26" y="21"/>
                    <a:pt x="35" y="14"/>
                  </a:cubicBezTo>
                  <a:cubicBezTo>
                    <a:pt x="41" y="11"/>
                    <a:pt x="46" y="9"/>
                    <a:pt x="52" y="6"/>
                  </a:cubicBezTo>
                  <a:cubicBezTo>
                    <a:pt x="55" y="4"/>
                    <a:pt x="59" y="2"/>
                    <a:pt x="63" y="1"/>
                  </a:cubicBezTo>
                  <a:cubicBezTo>
                    <a:pt x="66" y="0"/>
                    <a:pt x="70" y="0"/>
                    <a:pt x="73" y="0"/>
                  </a:cubicBezTo>
                  <a:cubicBezTo>
                    <a:pt x="60" y="6"/>
                    <a:pt x="49" y="15"/>
                    <a:pt x="39" y="25"/>
                  </a:cubicBezTo>
                  <a:cubicBezTo>
                    <a:pt x="43" y="19"/>
                    <a:pt x="50" y="16"/>
                    <a:pt x="56" y="13"/>
                  </a:cubicBezTo>
                  <a:cubicBezTo>
                    <a:pt x="62" y="10"/>
                    <a:pt x="68" y="7"/>
                    <a:pt x="74" y="5"/>
                  </a:cubicBezTo>
                  <a:cubicBezTo>
                    <a:pt x="60" y="11"/>
                    <a:pt x="49" y="23"/>
                    <a:pt x="38" y="33"/>
                  </a:cubicBezTo>
                  <a:cubicBezTo>
                    <a:pt x="45" y="27"/>
                    <a:pt x="54" y="22"/>
                    <a:pt x="62" y="18"/>
                  </a:cubicBezTo>
                  <a:cubicBezTo>
                    <a:pt x="66" y="16"/>
                    <a:pt x="71" y="11"/>
                    <a:pt x="75" y="11"/>
                  </a:cubicBezTo>
                  <a:cubicBezTo>
                    <a:pt x="71" y="16"/>
                    <a:pt x="65" y="21"/>
                    <a:pt x="60" y="25"/>
                  </a:cubicBezTo>
                  <a:cubicBezTo>
                    <a:pt x="56" y="28"/>
                    <a:pt x="54" y="32"/>
                    <a:pt x="51" y="36"/>
                  </a:cubicBezTo>
                  <a:cubicBezTo>
                    <a:pt x="54" y="31"/>
                    <a:pt x="60" y="28"/>
                    <a:pt x="65" y="25"/>
                  </a:cubicBezTo>
                  <a:cubicBezTo>
                    <a:pt x="68" y="23"/>
                    <a:pt x="72" y="20"/>
                    <a:pt x="75" y="19"/>
                  </a:cubicBezTo>
                  <a:cubicBezTo>
                    <a:pt x="73" y="24"/>
                    <a:pt x="68" y="28"/>
                    <a:pt x="65" y="32"/>
                  </a:cubicBezTo>
                  <a:cubicBezTo>
                    <a:pt x="61" y="36"/>
                    <a:pt x="58" y="40"/>
                    <a:pt x="54" y="43"/>
                  </a:cubicBezTo>
                  <a:cubicBezTo>
                    <a:pt x="59" y="40"/>
                    <a:pt x="64" y="37"/>
                    <a:pt x="69" y="35"/>
                  </a:cubicBezTo>
                  <a:cubicBezTo>
                    <a:pt x="73" y="33"/>
                    <a:pt x="76" y="29"/>
                    <a:pt x="79" y="28"/>
                  </a:cubicBezTo>
                  <a:cubicBezTo>
                    <a:pt x="79" y="29"/>
                    <a:pt x="79" y="30"/>
                    <a:pt x="79" y="32"/>
                  </a:cubicBezTo>
                </a:path>
              </a:pathLst>
            </a:custGeom>
            <a:solidFill>
              <a:srgbClr val="40404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1352" name="Freeform 706">
              <a:extLst>
                <a:ext uri="{FF2B5EF4-FFF2-40B4-BE49-F238E27FC236}">
                  <a16:creationId xmlns:a16="http://schemas.microsoft.com/office/drawing/2014/main" id="{F6538769-DE13-4165-A7BC-EDF67C063ED9}"/>
                </a:ext>
              </a:extLst>
            </p:cNvPr>
            <p:cNvSpPr>
              <a:spLocks/>
            </p:cNvSpPr>
            <p:nvPr/>
          </p:nvSpPr>
          <p:spPr bwMode="auto">
            <a:xfrm>
              <a:off x="926" y="740"/>
              <a:ext cx="131" cy="131"/>
            </a:xfrm>
            <a:custGeom>
              <a:avLst/>
              <a:gdLst>
                <a:gd name="T0" fmla="*/ 5 w 80"/>
                <a:gd name="T1" fmla="*/ 131 h 81"/>
                <a:gd name="T2" fmla="*/ 13 w 80"/>
                <a:gd name="T3" fmla="*/ 152 h 81"/>
                <a:gd name="T4" fmla="*/ 62 w 80"/>
                <a:gd name="T5" fmla="*/ 191 h 81"/>
                <a:gd name="T6" fmla="*/ 167 w 80"/>
                <a:gd name="T7" fmla="*/ 241 h 81"/>
                <a:gd name="T8" fmla="*/ 255 w 80"/>
                <a:gd name="T9" fmla="*/ 283 h 81"/>
                <a:gd name="T10" fmla="*/ 316 w 80"/>
                <a:gd name="T11" fmla="*/ 343 h 81"/>
                <a:gd name="T12" fmla="*/ 188 w 80"/>
                <a:gd name="T13" fmla="*/ 220 h 81"/>
                <a:gd name="T14" fmla="*/ 262 w 80"/>
                <a:gd name="T15" fmla="*/ 267 h 81"/>
                <a:gd name="T16" fmla="*/ 295 w 80"/>
                <a:gd name="T17" fmla="*/ 296 h 81"/>
                <a:gd name="T18" fmla="*/ 316 w 80"/>
                <a:gd name="T19" fmla="*/ 327 h 81"/>
                <a:gd name="T20" fmla="*/ 282 w 80"/>
                <a:gd name="T21" fmla="*/ 262 h 81"/>
                <a:gd name="T22" fmla="*/ 219 w 80"/>
                <a:gd name="T23" fmla="*/ 194 h 81"/>
                <a:gd name="T24" fmla="*/ 346 w 80"/>
                <a:gd name="T25" fmla="*/ 330 h 81"/>
                <a:gd name="T26" fmla="*/ 323 w 80"/>
                <a:gd name="T27" fmla="*/ 262 h 81"/>
                <a:gd name="T28" fmla="*/ 290 w 80"/>
                <a:gd name="T29" fmla="*/ 204 h 81"/>
                <a:gd name="T30" fmla="*/ 262 w 80"/>
                <a:gd name="T31" fmla="*/ 170 h 81"/>
                <a:gd name="T32" fmla="*/ 323 w 80"/>
                <a:gd name="T33" fmla="*/ 233 h 81"/>
                <a:gd name="T34" fmla="*/ 352 w 80"/>
                <a:gd name="T35" fmla="*/ 293 h 81"/>
                <a:gd name="T36" fmla="*/ 298 w 80"/>
                <a:gd name="T37" fmla="*/ 170 h 81"/>
                <a:gd name="T38" fmla="*/ 193 w 80"/>
                <a:gd name="T39" fmla="*/ 60 h 81"/>
                <a:gd name="T40" fmla="*/ 123 w 80"/>
                <a:gd name="T41" fmla="*/ 26 h 81"/>
                <a:gd name="T42" fmla="*/ 75 w 80"/>
                <a:gd name="T43" fmla="*/ 5 h 81"/>
                <a:gd name="T44" fmla="*/ 26 w 80"/>
                <a:gd name="T45" fmla="*/ 0 h 81"/>
                <a:gd name="T46" fmla="*/ 180 w 80"/>
                <a:gd name="T47" fmla="*/ 105 h 81"/>
                <a:gd name="T48" fmla="*/ 105 w 80"/>
                <a:gd name="T49" fmla="*/ 55 h 81"/>
                <a:gd name="T50" fmla="*/ 21 w 80"/>
                <a:gd name="T51" fmla="*/ 21 h 81"/>
                <a:gd name="T52" fmla="*/ 180 w 80"/>
                <a:gd name="T53" fmla="*/ 139 h 81"/>
                <a:gd name="T54" fmla="*/ 75 w 80"/>
                <a:gd name="T55" fmla="*/ 76 h 81"/>
                <a:gd name="T56" fmla="*/ 18 w 80"/>
                <a:gd name="T57" fmla="*/ 47 h 81"/>
                <a:gd name="T58" fmla="*/ 84 w 80"/>
                <a:gd name="T59" fmla="*/ 105 h 81"/>
                <a:gd name="T60" fmla="*/ 126 w 80"/>
                <a:gd name="T61" fmla="*/ 152 h 81"/>
                <a:gd name="T62" fmla="*/ 62 w 80"/>
                <a:gd name="T63" fmla="*/ 105 h 81"/>
                <a:gd name="T64" fmla="*/ 18 w 80"/>
                <a:gd name="T65" fmla="*/ 81 h 81"/>
                <a:gd name="T66" fmla="*/ 67 w 80"/>
                <a:gd name="T67" fmla="*/ 136 h 81"/>
                <a:gd name="T68" fmla="*/ 110 w 80"/>
                <a:gd name="T69" fmla="*/ 183 h 81"/>
                <a:gd name="T70" fmla="*/ 47 w 80"/>
                <a:gd name="T71" fmla="*/ 149 h 81"/>
                <a:gd name="T72" fmla="*/ 0 w 80"/>
                <a:gd name="T73" fmla="*/ 118 h 81"/>
                <a:gd name="T74" fmla="*/ 5 w 80"/>
                <a:gd name="T75" fmla="*/ 136 h 81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80" h="81">
                  <a:moveTo>
                    <a:pt x="1" y="31"/>
                  </a:moveTo>
                  <a:cubicBezTo>
                    <a:pt x="2" y="32"/>
                    <a:pt x="2" y="34"/>
                    <a:pt x="3" y="36"/>
                  </a:cubicBezTo>
                  <a:cubicBezTo>
                    <a:pt x="5" y="40"/>
                    <a:pt x="10" y="42"/>
                    <a:pt x="14" y="45"/>
                  </a:cubicBezTo>
                  <a:cubicBezTo>
                    <a:pt x="21" y="50"/>
                    <a:pt x="30" y="53"/>
                    <a:pt x="38" y="57"/>
                  </a:cubicBezTo>
                  <a:cubicBezTo>
                    <a:pt x="45" y="60"/>
                    <a:pt x="52" y="63"/>
                    <a:pt x="58" y="67"/>
                  </a:cubicBezTo>
                  <a:cubicBezTo>
                    <a:pt x="63" y="70"/>
                    <a:pt x="71" y="76"/>
                    <a:pt x="72" y="81"/>
                  </a:cubicBezTo>
                  <a:cubicBezTo>
                    <a:pt x="65" y="70"/>
                    <a:pt x="55" y="59"/>
                    <a:pt x="43" y="52"/>
                  </a:cubicBezTo>
                  <a:cubicBezTo>
                    <a:pt x="49" y="54"/>
                    <a:pt x="55" y="58"/>
                    <a:pt x="60" y="63"/>
                  </a:cubicBezTo>
                  <a:cubicBezTo>
                    <a:pt x="62" y="65"/>
                    <a:pt x="65" y="67"/>
                    <a:pt x="67" y="70"/>
                  </a:cubicBezTo>
                  <a:cubicBezTo>
                    <a:pt x="69" y="72"/>
                    <a:pt x="70" y="75"/>
                    <a:pt x="72" y="77"/>
                  </a:cubicBezTo>
                  <a:cubicBezTo>
                    <a:pt x="69" y="72"/>
                    <a:pt x="67" y="67"/>
                    <a:pt x="64" y="62"/>
                  </a:cubicBezTo>
                  <a:cubicBezTo>
                    <a:pt x="60" y="56"/>
                    <a:pt x="55" y="51"/>
                    <a:pt x="50" y="46"/>
                  </a:cubicBezTo>
                  <a:cubicBezTo>
                    <a:pt x="63" y="53"/>
                    <a:pt x="73" y="65"/>
                    <a:pt x="79" y="78"/>
                  </a:cubicBezTo>
                  <a:cubicBezTo>
                    <a:pt x="76" y="74"/>
                    <a:pt x="75" y="67"/>
                    <a:pt x="73" y="62"/>
                  </a:cubicBezTo>
                  <a:cubicBezTo>
                    <a:pt x="72" y="57"/>
                    <a:pt x="69" y="53"/>
                    <a:pt x="66" y="48"/>
                  </a:cubicBezTo>
                  <a:cubicBezTo>
                    <a:pt x="64" y="45"/>
                    <a:pt x="62" y="43"/>
                    <a:pt x="60" y="40"/>
                  </a:cubicBezTo>
                  <a:cubicBezTo>
                    <a:pt x="65" y="44"/>
                    <a:pt x="70" y="50"/>
                    <a:pt x="73" y="55"/>
                  </a:cubicBezTo>
                  <a:cubicBezTo>
                    <a:pt x="76" y="59"/>
                    <a:pt x="80" y="64"/>
                    <a:pt x="80" y="69"/>
                  </a:cubicBezTo>
                  <a:cubicBezTo>
                    <a:pt x="78" y="59"/>
                    <a:pt x="74" y="49"/>
                    <a:pt x="68" y="40"/>
                  </a:cubicBezTo>
                  <a:cubicBezTo>
                    <a:pt x="62" y="31"/>
                    <a:pt x="54" y="21"/>
                    <a:pt x="44" y="14"/>
                  </a:cubicBezTo>
                  <a:cubicBezTo>
                    <a:pt x="39" y="11"/>
                    <a:pt x="33" y="9"/>
                    <a:pt x="28" y="6"/>
                  </a:cubicBezTo>
                  <a:cubicBezTo>
                    <a:pt x="24" y="4"/>
                    <a:pt x="21" y="2"/>
                    <a:pt x="17" y="1"/>
                  </a:cubicBezTo>
                  <a:cubicBezTo>
                    <a:pt x="13" y="0"/>
                    <a:pt x="10" y="0"/>
                    <a:pt x="6" y="0"/>
                  </a:cubicBezTo>
                  <a:cubicBezTo>
                    <a:pt x="20" y="6"/>
                    <a:pt x="30" y="15"/>
                    <a:pt x="41" y="25"/>
                  </a:cubicBezTo>
                  <a:cubicBezTo>
                    <a:pt x="37" y="19"/>
                    <a:pt x="30" y="16"/>
                    <a:pt x="24" y="13"/>
                  </a:cubicBezTo>
                  <a:cubicBezTo>
                    <a:pt x="18" y="10"/>
                    <a:pt x="12" y="7"/>
                    <a:pt x="5" y="5"/>
                  </a:cubicBezTo>
                  <a:cubicBezTo>
                    <a:pt x="20" y="11"/>
                    <a:pt x="30" y="23"/>
                    <a:pt x="41" y="33"/>
                  </a:cubicBezTo>
                  <a:cubicBezTo>
                    <a:pt x="34" y="27"/>
                    <a:pt x="26" y="22"/>
                    <a:pt x="17" y="18"/>
                  </a:cubicBezTo>
                  <a:cubicBezTo>
                    <a:pt x="14" y="16"/>
                    <a:pt x="8" y="11"/>
                    <a:pt x="4" y="11"/>
                  </a:cubicBezTo>
                  <a:cubicBezTo>
                    <a:pt x="8" y="16"/>
                    <a:pt x="14" y="21"/>
                    <a:pt x="19" y="25"/>
                  </a:cubicBezTo>
                  <a:cubicBezTo>
                    <a:pt x="23" y="28"/>
                    <a:pt x="26" y="32"/>
                    <a:pt x="29" y="36"/>
                  </a:cubicBezTo>
                  <a:cubicBezTo>
                    <a:pt x="25" y="31"/>
                    <a:pt x="19" y="28"/>
                    <a:pt x="14" y="25"/>
                  </a:cubicBezTo>
                  <a:cubicBezTo>
                    <a:pt x="11" y="23"/>
                    <a:pt x="8" y="20"/>
                    <a:pt x="4" y="19"/>
                  </a:cubicBezTo>
                  <a:cubicBezTo>
                    <a:pt x="7" y="24"/>
                    <a:pt x="11" y="28"/>
                    <a:pt x="15" y="32"/>
                  </a:cubicBezTo>
                  <a:cubicBezTo>
                    <a:pt x="18" y="36"/>
                    <a:pt x="22" y="40"/>
                    <a:pt x="25" y="43"/>
                  </a:cubicBezTo>
                  <a:cubicBezTo>
                    <a:pt x="20" y="40"/>
                    <a:pt x="15" y="37"/>
                    <a:pt x="11" y="35"/>
                  </a:cubicBezTo>
                  <a:cubicBezTo>
                    <a:pt x="7" y="33"/>
                    <a:pt x="4" y="29"/>
                    <a:pt x="0" y="28"/>
                  </a:cubicBezTo>
                  <a:cubicBezTo>
                    <a:pt x="0" y="29"/>
                    <a:pt x="0" y="30"/>
                    <a:pt x="1" y="32"/>
                  </a:cubicBezTo>
                </a:path>
              </a:pathLst>
            </a:custGeom>
            <a:solidFill>
              <a:srgbClr val="40404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</p:grpSp>
      <p:grpSp>
        <p:nvGrpSpPr>
          <p:cNvPr id="40967" name="Elderly-male-full-body-illustration">
            <a:extLst>
              <a:ext uri="{FF2B5EF4-FFF2-40B4-BE49-F238E27FC236}">
                <a16:creationId xmlns:a16="http://schemas.microsoft.com/office/drawing/2014/main" id="{44325C36-3E55-4CE7-8DA7-D01D2ABA7E2B}"/>
              </a:ext>
            </a:extLst>
          </p:cNvPr>
          <p:cNvGrpSpPr>
            <a:grpSpLocks/>
          </p:cNvGrpSpPr>
          <p:nvPr/>
        </p:nvGrpSpPr>
        <p:grpSpPr bwMode="auto">
          <a:xfrm>
            <a:off x="6553200" y="1176338"/>
            <a:ext cx="1468438" cy="5260975"/>
            <a:chOff x="3218" y="723"/>
            <a:chExt cx="925" cy="3314"/>
          </a:xfrm>
        </p:grpSpPr>
        <p:grpSp>
          <p:nvGrpSpPr>
            <p:cNvPr id="41092" name="Group 708">
              <a:extLst>
                <a:ext uri="{FF2B5EF4-FFF2-40B4-BE49-F238E27FC236}">
                  <a16:creationId xmlns:a16="http://schemas.microsoft.com/office/drawing/2014/main" id="{39810705-FC65-4322-A68F-24A92AC9A80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218" y="723"/>
              <a:ext cx="925" cy="3314"/>
              <a:chOff x="3218" y="723"/>
              <a:chExt cx="925" cy="3314"/>
            </a:xfrm>
          </p:grpSpPr>
          <p:sp>
            <p:nvSpPr>
              <p:cNvPr id="41115" name="Freeform 709">
                <a:extLst>
                  <a:ext uri="{FF2B5EF4-FFF2-40B4-BE49-F238E27FC236}">
                    <a16:creationId xmlns:a16="http://schemas.microsoft.com/office/drawing/2014/main" id="{54B166CF-21F7-4086-8C94-EC37EB3549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8" y="1067"/>
                <a:ext cx="925" cy="2970"/>
              </a:xfrm>
              <a:custGeom>
                <a:avLst/>
                <a:gdLst>
                  <a:gd name="T0" fmla="*/ 2072 w 612"/>
                  <a:gd name="T1" fmla="*/ 2530 h 1969"/>
                  <a:gd name="T2" fmla="*/ 1912 w 612"/>
                  <a:gd name="T3" fmla="*/ 1163 h 1969"/>
                  <a:gd name="T4" fmla="*/ 1326 w 612"/>
                  <a:gd name="T5" fmla="*/ 364 h 1969"/>
                  <a:gd name="T6" fmla="*/ 768 w 612"/>
                  <a:gd name="T7" fmla="*/ 377 h 1969"/>
                  <a:gd name="T8" fmla="*/ 174 w 612"/>
                  <a:gd name="T9" fmla="*/ 1229 h 1969"/>
                  <a:gd name="T10" fmla="*/ 39 w 612"/>
                  <a:gd name="T11" fmla="*/ 2530 h 1969"/>
                  <a:gd name="T12" fmla="*/ 0 w 612"/>
                  <a:gd name="T13" fmla="*/ 2935 h 1969"/>
                  <a:gd name="T14" fmla="*/ 54 w 612"/>
                  <a:gd name="T15" fmla="*/ 3404 h 1969"/>
                  <a:gd name="T16" fmla="*/ 236 w 612"/>
                  <a:gd name="T17" fmla="*/ 3604 h 1969"/>
                  <a:gd name="T18" fmla="*/ 255 w 612"/>
                  <a:gd name="T19" fmla="*/ 3576 h 1969"/>
                  <a:gd name="T20" fmla="*/ 329 w 612"/>
                  <a:gd name="T21" fmla="*/ 3572 h 1969"/>
                  <a:gd name="T22" fmla="*/ 343 w 612"/>
                  <a:gd name="T23" fmla="*/ 3518 h 1969"/>
                  <a:gd name="T24" fmla="*/ 258 w 612"/>
                  <a:gd name="T25" fmla="*/ 3409 h 1969"/>
                  <a:gd name="T26" fmla="*/ 215 w 612"/>
                  <a:gd name="T27" fmla="*/ 3374 h 1969"/>
                  <a:gd name="T28" fmla="*/ 204 w 612"/>
                  <a:gd name="T29" fmla="*/ 3160 h 1969"/>
                  <a:gd name="T30" fmla="*/ 357 w 612"/>
                  <a:gd name="T31" fmla="*/ 3279 h 1969"/>
                  <a:gd name="T32" fmla="*/ 183 w 612"/>
                  <a:gd name="T33" fmla="*/ 2895 h 1969"/>
                  <a:gd name="T34" fmla="*/ 174 w 612"/>
                  <a:gd name="T35" fmla="*/ 2869 h 1969"/>
                  <a:gd name="T36" fmla="*/ 363 w 612"/>
                  <a:gd name="T37" fmla="*/ 1943 h 1969"/>
                  <a:gd name="T38" fmla="*/ 414 w 612"/>
                  <a:gd name="T39" fmla="*/ 1451 h 1969"/>
                  <a:gd name="T40" fmla="*/ 456 w 612"/>
                  <a:gd name="T41" fmla="*/ 1984 h 1969"/>
                  <a:gd name="T42" fmla="*/ 535 w 612"/>
                  <a:gd name="T43" fmla="*/ 4353 h 1969"/>
                  <a:gd name="T44" fmla="*/ 541 w 612"/>
                  <a:gd name="T45" fmla="*/ 5385 h 1969"/>
                  <a:gd name="T46" fmla="*/ 612 w 612"/>
                  <a:gd name="T47" fmla="*/ 6305 h 1969"/>
                  <a:gd name="T48" fmla="*/ 473 w 612"/>
                  <a:gd name="T49" fmla="*/ 6583 h 1969"/>
                  <a:gd name="T50" fmla="*/ 470 w 612"/>
                  <a:gd name="T51" fmla="*/ 6655 h 1969"/>
                  <a:gd name="T52" fmla="*/ 508 w 612"/>
                  <a:gd name="T53" fmla="*/ 6690 h 1969"/>
                  <a:gd name="T54" fmla="*/ 639 w 612"/>
                  <a:gd name="T55" fmla="*/ 6717 h 1969"/>
                  <a:gd name="T56" fmla="*/ 781 w 612"/>
                  <a:gd name="T57" fmla="*/ 6628 h 1969"/>
                  <a:gd name="T58" fmla="*/ 787 w 612"/>
                  <a:gd name="T59" fmla="*/ 6246 h 1969"/>
                  <a:gd name="T60" fmla="*/ 843 w 612"/>
                  <a:gd name="T61" fmla="*/ 5652 h 1969"/>
                  <a:gd name="T62" fmla="*/ 930 w 612"/>
                  <a:gd name="T63" fmla="*/ 4592 h 1969"/>
                  <a:gd name="T64" fmla="*/ 1129 w 612"/>
                  <a:gd name="T65" fmla="*/ 3353 h 1969"/>
                  <a:gd name="T66" fmla="*/ 1167 w 612"/>
                  <a:gd name="T67" fmla="*/ 4705 h 1969"/>
                  <a:gd name="T68" fmla="*/ 1236 w 612"/>
                  <a:gd name="T69" fmla="*/ 5697 h 1969"/>
                  <a:gd name="T70" fmla="*/ 1274 w 612"/>
                  <a:gd name="T71" fmla="*/ 6459 h 1969"/>
                  <a:gd name="T72" fmla="*/ 1318 w 612"/>
                  <a:gd name="T73" fmla="*/ 6696 h 1969"/>
                  <a:gd name="T74" fmla="*/ 1508 w 612"/>
                  <a:gd name="T75" fmla="*/ 6723 h 1969"/>
                  <a:gd name="T76" fmla="*/ 1572 w 612"/>
                  <a:gd name="T77" fmla="*/ 6691 h 1969"/>
                  <a:gd name="T78" fmla="*/ 1608 w 612"/>
                  <a:gd name="T79" fmla="*/ 6655 h 1969"/>
                  <a:gd name="T80" fmla="*/ 1573 w 612"/>
                  <a:gd name="T81" fmla="*/ 6528 h 1969"/>
                  <a:gd name="T82" fmla="*/ 1471 w 612"/>
                  <a:gd name="T83" fmla="*/ 6195 h 1969"/>
                  <a:gd name="T84" fmla="*/ 1527 w 612"/>
                  <a:gd name="T85" fmla="*/ 4815 h 1969"/>
                  <a:gd name="T86" fmla="*/ 1635 w 612"/>
                  <a:gd name="T87" fmla="*/ 3044 h 1969"/>
                  <a:gd name="T88" fmla="*/ 1640 w 612"/>
                  <a:gd name="T89" fmla="*/ 1674 h 1969"/>
                  <a:gd name="T90" fmla="*/ 1688 w 612"/>
                  <a:gd name="T91" fmla="*/ 1526 h 1969"/>
                  <a:gd name="T92" fmla="*/ 1796 w 612"/>
                  <a:gd name="T93" fmla="*/ 2266 h 1969"/>
                  <a:gd name="T94" fmla="*/ 1920 w 612"/>
                  <a:gd name="T95" fmla="*/ 2873 h 1969"/>
                  <a:gd name="T96" fmla="*/ 1750 w 612"/>
                  <a:gd name="T97" fmla="*/ 3254 h 1969"/>
                  <a:gd name="T98" fmla="*/ 1906 w 612"/>
                  <a:gd name="T99" fmla="*/ 3226 h 1969"/>
                  <a:gd name="T100" fmla="*/ 1848 w 612"/>
                  <a:gd name="T101" fmla="*/ 3383 h 1969"/>
                  <a:gd name="T102" fmla="*/ 1783 w 612"/>
                  <a:gd name="T103" fmla="*/ 3501 h 1969"/>
                  <a:gd name="T104" fmla="*/ 1848 w 612"/>
                  <a:gd name="T105" fmla="*/ 3552 h 1969"/>
                  <a:gd name="T106" fmla="*/ 1985 w 612"/>
                  <a:gd name="T107" fmla="*/ 3496 h 1969"/>
                  <a:gd name="T108" fmla="*/ 2086 w 612"/>
                  <a:gd name="T109" fmla="*/ 3137 h 1969"/>
                  <a:gd name="T110" fmla="*/ 2095 w 612"/>
                  <a:gd name="T111" fmla="*/ 2815 h 1969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0" t="0" r="r" b="b"/>
                <a:pathLst>
                  <a:path w="612" h="1969">
                    <a:moveTo>
                      <a:pt x="607" y="820"/>
                    </a:moveTo>
                    <a:cubicBezTo>
                      <a:pt x="606" y="811"/>
                      <a:pt x="606" y="801"/>
                      <a:pt x="603" y="791"/>
                    </a:cubicBezTo>
                    <a:cubicBezTo>
                      <a:pt x="601" y="779"/>
                      <a:pt x="600" y="754"/>
                      <a:pt x="600" y="737"/>
                    </a:cubicBezTo>
                    <a:cubicBezTo>
                      <a:pt x="599" y="708"/>
                      <a:pt x="599" y="595"/>
                      <a:pt x="584" y="554"/>
                    </a:cubicBezTo>
                    <a:cubicBezTo>
                      <a:pt x="580" y="541"/>
                      <a:pt x="577" y="520"/>
                      <a:pt x="578" y="491"/>
                    </a:cubicBezTo>
                    <a:cubicBezTo>
                      <a:pt x="569" y="410"/>
                      <a:pt x="553" y="364"/>
                      <a:pt x="554" y="339"/>
                    </a:cubicBezTo>
                    <a:cubicBezTo>
                      <a:pt x="553" y="299"/>
                      <a:pt x="533" y="251"/>
                      <a:pt x="523" y="230"/>
                    </a:cubicBezTo>
                    <a:cubicBezTo>
                      <a:pt x="511" y="201"/>
                      <a:pt x="463" y="161"/>
                      <a:pt x="450" y="155"/>
                    </a:cubicBezTo>
                    <a:cubicBezTo>
                      <a:pt x="444" y="153"/>
                      <a:pt x="411" y="125"/>
                      <a:pt x="384" y="106"/>
                    </a:cubicBezTo>
                    <a:cubicBezTo>
                      <a:pt x="354" y="79"/>
                      <a:pt x="365" y="14"/>
                      <a:pt x="365" y="1"/>
                    </a:cubicBezTo>
                    <a:cubicBezTo>
                      <a:pt x="236" y="0"/>
                      <a:pt x="236" y="0"/>
                      <a:pt x="236" y="0"/>
                    </a:cubicBezTo>
                    <a:cubicBezTo>
                      <a:pt x="236" y="16"/>
                      <a:pt x="249" y="79"/>
                      <a:pt x="222" y="110"/>
                    </a:cubicBezTo>
                    <a:cubicBezTo>
                      <a:pt x="212" y="116"/>
                      <a:pt x="152" y="168"/>
                      <a:pt x="136" y="175"/>
                    </a:cubicBezTo>
                    <a:cubicBezTo>
                      <a:pt x="107" y="188"/>
                      <a:pt x="75" y="245"/>
                      <a:pt x="67" y="287"/>
                    </a:cubicBezTo>
                    <a:cubicBezTo>
                      <a:pt x="63" y="306"/>
                      <a:pt x="50" y="346"/>
                      <a:pt x="50" y="358"/>
                    </a:cubicBezTo>
                    <a:cubicBezTo>
                      <a:pt x="52" y="383"/>
                      <a:pt x="40" y="399"/>
                      <a:pt x="33" y="491"/>
                    </a:cubicBezTo>
                    <a:cubicBezTo>
                      <a:pt x="33" y="520"/>
                      <a:pt x="30" y="541"/>
                      <a:pt x="27" y="554"/>
                    </a:cubicBezTo>
                    <a:cubicBezTo>
                      <a:pt x="12" y="595"/>
                      <a:pt x="12" y="708"/>
                      <a:pt x="11" y="737"/>
                    </a:cubicBezTo>
                    <a:cubicBezTo>
                      <a:pt x="10" y="754"/>
                      <a:pt x="10" y="779"/>
                      <a:pt x="7" y="791"/>
                    </a:cubicBezTo>
                    <a:cubicBezTo>
                      <a:pt x="4" y="803"/>
                      <a:pt x="6" y="814"/>
                      <a:pt x="3" y="825"/>
                    </a:cubicBezTo>
                    <a:cubicBezTo>
                      <a:pt x="1" y="835"/>
                      <a:pt x="0" y="849"/>
                      <a:pt x="0" y="855"/>
                    </a:cubicBezTo>
                    <a:cubicBezTo>
                      <a:pt x="0" y="855"/>
                      <a:pt x="6" y="905"/>
                      <a:pt x="4" y="921"/>
                    </a:cubicBezTo>
                    <a:cubicBezTo>
                      <a:pt x="2" y="937"/>
                      <a:pt x="3" y="946"/>
                      <a:pt x="4" y="956"/>
                    </a:cubicBezTo>
                    <a:cubicBezTo>
                      <a:pt x="5" y="965"/>
                      <a:pt x="14" y="980"/>
                      <a:pt x="16" y="992"/>
                    </a:cubicBezTo>
                    <a:cubicBezTo>
                      <a:pt x="22" y="1017"/>
                      <a:pt x="29" y="1018"/>
                      <a:pt x="34" y="1026"/>
                    </a:cubicBezTo>
                    <a:cubicBezTo>
                      <a:pt x="39" y="1034"/>
                      <a:pt x="51" y="1040"/>
                      <a:pt x="53" y="1043"/>
                    </a:cubicBezTo>
                    <a:cubicBezTo>
                      <a:pt x="55" y="1046"/>
                      <a:pt x="62" y="1051"/>
                      <a:pt x="68" y="1050"/>
                    </a:cubicBezTo>
                    <a:cubicBezTo>
                      <a:pt x="68" y="1050"/>
                      <a:pt x="68" y="1050"/>
                      <a:pt x="68" y="1050"/>
                    </a:cubicBezTo>
                    <a:cubicBezTo>
                      <a:pt x="68" y="1050"/>
                      <a:pt x="68" y="1050"/>
                      <a:pt x="68" y="1050"/>
                    </a:cubicBezTo>
                    <a:cubicBezTo>
                      <a:pt x="74" y="1049"/>
                      <a:pt x="74" y="1043"/>
                      <a:pt x="74" y="1042"/>
                    </a:cubicBezTo>
                    <a:cubicBezTo>
                      <a:pt x="74" y="1042"/>
                      <a:pt x="76" y="1042"/>
                      <a:pt x="78" y="1042"/>
                    </a:cubicBezTo>
                    <a:cubicBezTo>
                      <a:pt x="81" y="1042"/>
                      <a:pt x="89" y="1043"/>
                      <a:pt x="93" y="1042"/>
                    </a:cubicBezTo>
                    <a:cubicBezTo>
                      <a:pt x="94" y="1041"/>
                      <a:pt x="94" y="1041"/>
                      <a:pt x="95" y="1041"/>
                    </a:cubicBezTo>
                    <a:cubicBezTo>
                      <a:pt x="101" y="1034"/>
                      <a:pt x="93" y="1027"/>
                      <a:pt x="92" y="1026"/>
                    </a:cubicBezTo>
                    <a:cubicBezTo>
                      <a:pt x="98" y="1026"/>
                      <a:pt x="98" y="1026"/>
                      <a:pt x="98" y="1026"/>
                    </a:cubicBezTo>
                    <a:cubicBezTo>
                      <a:pt x="98" y="1025"/>
                      <a:pt x="98" y="1025"/>
                      <a:pt x="99" y="1025"/>
                    </a:cubicBezTo>
                    <a:cubicBezTo>
                      <a:pt x="99" y="1025"/>
                      <a:pt x="99" y="1025"/>
                      <a:pt x="99" y="1025"/>
                    </a:cubicBezTo>
                    <a:cubicBezTo>
                      <a:pt x="107" y="1020"/>
                      <a:pt x="97" y="1011"/>
                      <a:pt x="97" y="1011"/>
                    </a:cubicBezTo>
                    <a:cubicBezTo>
                      <a:pt x="97" y="993"/>
                      <a:pt x="77" y="996"/>
                      <a:pt x="75" y="993"/>
                    </a:cubicBezTo>
                    <a:cubicBezTo>
                      <a:pt x="74" y="991"/>
                      <a:pt x="72" y="990"/>
                      <a:pt x="72" y="989"/>
                    </a:cubicBezTo>
                    <a:cubicBezTo>
                      <a:pt x="67" y="984"/>
                      <a:pt x="63" y="983"/>
                      <a:pt x="62" y="983"/>
                    </a:cubicBezTo>
                    <a:cubicBezTo>
                      <a:pt x="62" y="983"/>
                      <a:pt x="62" y="983"/>
                      <a:pt x="62" y="983"/>
                    </a:cubicBezTo>
                    <a:cubicBezTo>
                      <a:pt x="60" y="973"/>
                      <a:pt x="56" y="971"/>
                      <a:pt x="57" y="968"/>
                    </a:cubicBezTo>
                    <a:cubicBezTo>
                      <a:pt x="62" y="961"/>
                      <a:pt x="54" y="952"/>
                      <a:pt x="57" y="947"/>
                    </a:cubicBezTo>
                    <a:cubicBezTo>
                      <a:pt x="60" y="942"/>
                      <a:pt x="59" y="924"/>
                      <a:pt x="59" y="921"/>
                    </a:cubicBezTo>
                    <a:cubicBezTo>
                      <a:pt x="61" y="922"/>
                      <a:pt x="67" y="925"/>
                      <a:pt x="70" y="934"/>
                    </a:cubicBezTo>
                    <a:cubicBezTo>
                      <a:pt x="74" y="944"/>
                      <a:pt x="88" y="962"/>
                      <a:pt x="100" y="956"/>
                    </a:cubicBezTo>
                    <a:cubicBezTo>
                      <a:pt x="101" y="956"/>
                      <a:pt x="102" y="956"/>
                      <a:pt x="103" y="955"/>
                    </a:cubicBezTo>
                    <a:cubicBezTo>
                      <a:pt x="115" y="946"/>
                      <a:pt x="98" y="921"/>
                      <a:pt x="87" y="910"/>
                    </a:cubicBezTo>
                    <a:cubicBezTo>
                      <a:pt x="77" y="900"/>
                      <a:pt x="69" y="877"/>
                      <a:pt x="62" y="869"/>
                    </a:cubicBezTo>
                    <a:cubicBezTo>
                      <a:pt x="54" y="861"/>
                      <a:pt x="53" y="843"/>
                      <a:pt x="53" y="843"/>
                    </a:cubicBezTo>
                    <a:cubicBezTo>
                      <a:pt x="53" y="842"/>
                      <a:pt x="53" y="842"/>
                      <a:pt x="53" y="842"/>
                    </a:cubicBezTo>
                    <a:cubicBezTo>
                      <a:pt x="52" y="842"/>
                      <a:pt x="52" y="842"/>
                      <a:pt x="52" y="841"/>
                    </a:cubicBezTo>
                    <a:cubicBezTo>
                      <a:pt x="51" y="840"/>
                      <a:pt x="50" y="838"/>
                      <a:pt x="50" y="836"/>
                    </a:cubicBezTo>
                    <a:cubicBezTo>
                      <a:pt x="52" y="833"/>
                      <a:pt x="55" y="821"/>
                      <a:pt x="56" y="808"/>
                    </a:cubicBezTo>
                    <a:cubicBezTo>
                      <a:pt x="58" y="796"/>
                      <a:pt x="84" y="686"/>
                      <a:pt x="88" y="662"/>
                    </a:cubicBezTo>
                    <a:cubicBezTo>
                      <a:pt x="96" y="615"/>
                      <a:pt x="110" y="598"/>
                      <a:pt x="105" y="566"/>
                    </a:cubicBezTo>
                    <a:cubicBezTo>
                      <a:pt x="106" y="542"/>
                      <a:pt x="115" y="479"/>
                      <a:pt x="116" y="467"/>
                    </a:cubicBezTo>
                    <a:cubicBezTo>
                      <a:pt x="117" y="465"/>
                      <a:pt x="117" y="453"/>
                      <a:pt x="118" y="445"/>
                    </a:cubicBezTo>
                    <a:cubicBezTo>
                      <a:pt x="119" y="441"/>
                      <a:pt x="120" y="433"/>
                      <a:pt x="120" y="423"/>
                    </a:cubicBezTo>
                    <a:cubicBezTo>
                      <a:pt x="120" y="424"/>
                      <a:pt x="120" y="424"/>
                      <a:pt x="120" y="424"/>
                    </a:cubicBezTo>
                    <a:cubicBezTo>
                      <a:pt x="120" y="435"/>
                      <a:pt x="131" y="458"/>
                      <a:pt x="132" y="487"/>
                    </a:cubicBezTo>
                    <a:cubicBezTo>
                      <a:pt x="130" y="522"/>
                      <a:pt x="131" y="561"/>
                      <a:pt x="132" y="578"/>
                    </a:cubicBezTo>
                    <a:cubicBezTo>
                      <a:pt x="104" y="720"/>
                      <a:pt x="121" y="796"/>
                      <a:pt x="120" y="824"/>
                    </a:cubicBezTo>
                    <a:cubicBezTo>
                      <a:pt x="119" y="858"/>
                      <a:pt x="134" y="866"/>
                      <a:pt x="133" y="896"/>
                    </a:cubicBezTo>
                    <a:cubicBezTo>
                      <a:pt x="155" y="1268"/>
                      <a:pt x="155" y="1268"/>
                      <a:pt x="155" y="1268"/>
                    </a:cubicBezTo>
                    <a:cubicBezTo>
                      <a:pt x="155" y="1280"/>
                      <a:pt x="153" y="1320"/>
                      <a:pt x="157" y="1341"/>
                    </a:cubicBezTo>
                    <a:cubicBezTo>
                      <a:pt x="158" y="1346"/>
                      <a:pt x="164" y="1370"/>
                      <a:pt x="165" y="1403"/>
                    </a:cubicBezTo>
                    <a:cubicBezTo>
                      <a:pt x="166" y="1456"/>
                      <a:pt x="156" y="1531"/>
                      <a:pt x="157" y="1569"/>
                    </a:cubicBezTo>
                    <a:cubicBezTo>
                      <a:pt x="160" y="1631"/>
                      <a:pt x="158" y="1686"/>
                      <a:pt x="168" y="1726"/>
                    </a:cubicBezTo>
                    <a:cubicBezTo>
                      <a:pt x="174" y="1765"/>
                      <a:pt x="177" y="1797"/>
                      <a:pt x="175" y="1805"/>
                    </a:cubicBezTo>
                    <a:cubicBezTo>
                      <a:pt x="174" y="1812"/>
                      <a:pt x="173" y="1825"/>
                      <a:pt x="177" y="1837"/>
                    </a:cubicBezTo>
                    <a:cubicBezTo>
                      <a:pt x="177" y="1838"/>
                      <a:pt x="165" y="1878"/>
                      <a:pt x="159" y="1885"/>
                    </a:cubicBezTo>
                    <a:cubicBezTo>
                      <a:pt x="153" y="1892"/>
                      <a:pt x="151" y="1898"/>
                      <a:pt x="146" y="1902"/>
                    </a:cubicBezTo>
                    <a:cubicBezTo>
                      <a:pt x="141" y="1906"/>
                      <a:pt x="139" y="1910"/>
                      <a:pt x="137" y="1918"/>
                    </a:cubicBezTo>
                    <a:cubicBezTo>
                      <a:pt x="135" y="1924"/>
                      <a:pt x="131" y="1933"/>
                      <a:pt x="134" y="1937"/>
                    </a:cubicBezTo>
                    <a:cubicBezTo>
                      <a:pt x="135" y="1938"/>
                      <a:pt x="135" y="1939"/>
                      <a:pt x="136" y="1939"/>
                    </a:cubicBezTo>
                    <a:cubicBezTo>
                      <a:pt x="136" y="1939"/>
                      <a:pt x="136" y="1939"/>
                      <a:pt x="136" y="1939"/>
                    </a:cubicBezTo>
                    <a:cubicBezTo>
                      <a:pt x="136" y="1941"/>
                      <a:pt x="136" y="1943"/>
                      <a:pt x="136" y="1945"/>
                    </a:cubicBezTo>
                    <a:cubicBezTo>
                      <a:pt x="138" y="1950"/>
                      <a:pt x="142" y="1951"/>
                      <a:pt x="146" y="1950"/>
                    </a:cubicBezTo>
                    <a:cubicBezTo>
                      <a:pt x="147" y="1949"/>
                      <a:pt x="147" y="1949"/>
                      <a:pt x="147" y="1949"/>
                    </a:cubicBezTo>
                    <a:cubicBezTo>
                      <a:pt x="147" y="1951"/>
                      <a:pt x="147" y="1953"/>
                      <a:pt x="148" y="1955"/>
                    </a:cubicBezTo>
                    <a:cubicBezTo>
                      <a:pt x="151" y="1962"/>
                      <a:pt x="161" y="1965"/>
                      <a:pt x="165" y="1959"/>
                    </a:cubicBezTo>
                    <a:cubicBezTo>
                      <a:pt x="170" y="1963"/>
                      <a:pt x="181" y="1964"/>
                      <a:pt x="185" y="1957"/>
                    </a:cubicBezTo>
                    <a:cubicBezTo>
                      <a:pt x="187" y="1969"/>
                      <a:pt x="199" y="1967"/>
                      <a:pt x="206" y="1965"/>
                    </a:cubicBezTo>
                    <a:cubicBezTo>
                      <a:pt x="213" y="1963"/>
                      <a:pt x="216" y="1956"/>
                      <a:pt x="220" y="1951"/>
                    </a:cubicBezTo>
                    <a:cubicBezTo>
                      <a:pt x="224" y="1947"/>
                      <a:pt x="227" y="1943"/>
                      <a:pt x="226" y="1931"/>
                    </a:cubicBezTo>
                    <a:cubicBezTo>
                      <a:pt x="225" y="1920"/>
                      <a:pt x="225" y="1920"/>
                      <a:pt x="226" y="1906"/>
                    </a:cubicBezTo>
                    <a:cubicBezTo>
                      <a:pt x="227" y="1898"/>
                      <a:pt x="232" y="1896"/>
                      <a:pt x="232" y="1882"/>
                    </a:cubicBezTo>
                    <a:cubicBezTo>
                      <a:pt x="233" y="1872"/>
                      <a:pt x="227" y="1827"/>
                      <a:pt x="228" y="1820"/>
                    </a:cubicBezTo>
                    <a:cubicBezTo>
                      <a:pt x="229" y="1807"/>
                      <a:pt x="231" y="1795"/>
                      <a:pt x="228" y="1772"/>
                    </a:cubicBezTo>
                    <a:cubicBezTo>
                      <a:pt x="226" y="1749"/>
                      <a:pt x="241" y="1662"/>
                      <a:pt x="245" y="1646"/>
                    </a:cubicBezTo>
                    <a:cubicBezTo>
                      <a:pt x="244" y="1647"/>
                      <a:pt x="244" y="1647"/>
                      <a:pt x="244" y="1647"/>
                    </a:cubicBezTo>
                    <a:cubicBezTo>
                      <a:pt x="248" y="1625"/>
                      <a:pt x="265" y="1552"/>
                      <a:pt x="263" y="1503"/>
                    </a:cubicBezTo>
                    <a:cubicBezTo>
                      <a:pt x="263" y="1471"/>
                      <a:pt x="269" y="1393"/>
                      <a:pt x="269" y="1371"/>
                    </a:cubicBezTo>
                    <a:cubicBezTo>
                      <a:pt x="269" y="1367"/>
                      <a:pt x="270" y="1343"/>
                      <a:pt x="269" y="1338"/>
                    </a:cubicBezTo>
                    <a:cubicBezTo>
                      <a:pt x="263" y="1305"/>
                      <a:pt x="279" y="1142"/>
                      <a:pt x="279" y="1140"/>
                    </a:cubicBezTo>
                    <a:cubicBezTo>
                      <a:pt x="281" y="1119"/>
                      <a:pt x="283" y="978"/>
                      <a:pt x="283" y="978"/>
                    </a:cubicBezTo>
                    <a:cubicBezTo>
                      <a:pt x="327" y="977"/>
                      <a:pt x="327" y="977"/>
                      <a:pt x="327" y="977"/>
                    </a:cubicBezTo>
                    <a:cubicBezTo>
                      <a:pt x="327" y="977"/>
                      <a:pt x="332" y="1120"/>
                      <a:pt x="334" y="1142"/>
                    </a:cubicBezTo>
                    <a:cubicBezTo>
                      <a:pt x="334" y="1144"/>
                      <a:pt x="343" y="1306"/>
                      <a:pt x="337" y="1338"/>
                    </a:cubicBezTo>
                    <a:cubicBezTo>
                      <a:pt x="337" y="1343"/>
                      <a:pt x="338" y="1367"/>
                      <a:pt x="338" y="1371"/>
                    </a:cubicBezTo>
                    <a:cubicBezTo>
                      <a:pt x="338" y="1393"/>
                      <a:pt x="345" y="1468"/>
                      <a:pt x="343" y="1500"/>
                    </a:cubicBezTo>
                    <a:cubicBezTo>
                      <a:pt x="339" y="1556"/>
                      <a:pt x="352" y="1630"/>
                      <a:pt x="357" y="1660"/>
                    </a:cubicBezTo>
                    <a:cubicBezTo>
                      <a:pt x="358" y="1660"/>
                      <a:pt x="358" y="1660"/>
                      <a:pt x="358" y="1660"/>
                    </a:cubicBezTo>
                    <a:cubicBezTo>
                      <a:pt x="360" y="1683"/>
                      <a:pt x="375" y="1749"/>
                      <a:pt x="373" y="1771"/>
                    </a:cubicBezTo>
                    <a:cubicBezTo>
                      <a:pt x="371" y="1794"/>
                      <a:pt x="373" y="1807"/>
                      <a:pt x="374" y="1820"/>
                    </a:cubicBezTo>
                    <a:cubicBezTo>
                      <a:pt x="374" y="1827"/>
                      <a:pt x="369" y="1872"/>
                      <a:pt x="369" y="1882"/>
                    </a:cubicBezTo>
                    <a:cubicBezTo>
                      <a:pt x="370" y="1896"/>
                      <a:pt x="375" y="1898"/>
                      <a:pt x="375" y="1906"/>
                    </a:cubicBezTo>
                    <a:cubicBezTo>
                      <a:pt x="376" y="1920"/>
                      <a:pt x="377" y="1920"/>
                      <a:pt x="376" y="1931"/>
                    </a:cubicBezTo>
                    <a:cubicBezTo>
                      <a:pt x="375" y="1943"/>
                      <a:pt x="378" y="1947"/>
                      <a:pt x="382" y="1951"/>
                    </a:cubicBezTo>
                    <a:cubicBezTo>
                      <a:pt x="386" y="1956"/>
                      <a:pt x="389" y="1963"/>
                      <a:pt x="396" y="1965"/>
                    </a:cubicBezTo>
                    <a:cubicBezTo>
                      <a:pt x="403" y="1967"/>
                      <a:pt x="414" y="1969"/>
                      <a:pt x="417" y="1957"/>
                    </a:cubicBezTo>
                    <a:cubicBezTo>
                      <a:pt x="421" y="1964"/>
                      <a:pt x="431" y="1963"/>
                      <a:pt x="437" y="1959"/>
                    </a:cubicBezTo>
                    <a:cubicBezTo>
                      <a:pt x="441" y="1965"/>
                      <a:pt x="450" y="1962"/>
                      <a:pt x="453" y="1955"/>
                    </a:cubicBezTo>
                    <a:cubicBezTo>
                      <a:pt x="454" y="1953"/>
                      <a:pt x="455" y="1952"/>
                      <a:pt x="455" y="1950"/>
                    </a:cubicBezTo>
                    <a:cubicBezTo>
                      <a:pt x="455" y="1950"/>
                      <a:pt x="455" y="1950"/>
                      <a:pt x="455" y="1950"/>
                    </a:cubicBezTo>
                    <a:cubicBezTo>
                      <a:pt x="460" y="1951"/>
                      <a:pt x="465" y="1949"/>
                      <a:pt x="465" y="1945"/>
                    </a:cubicBezTo>
                    <a:cubicBezTo>
                      <a:pt x="466" y="1943"/>
                      <a:pt x="466" y="1941"/>
                      <a:pt x="466" y="1939"/>
                    </a:cubicBezTo>
                    <a:cubicBezTo>
                      <a:pt x="466" y="1939"/>
                      <a:pt x="466" y="1939"/>
                      <a:pt x="466" y="1939"/>
                    </a:cubicBezTo>
                    <a:cubicBezTo>
                      <a:pt x="467" y="1939"/>
                      <a:pt x="467" y="1938"/>
                      <a:pt x="468" y="1937"/>
                    </a:cubicBezTo>
                    <a:cubicBezTo>
                      <a:pt x="471" y="1933"/>
                      <a:pt x="466" y="1924"/>
                      <a:pt x="465" y="1918"/>
                    </a:cubicBezTo>
                    <a:cubicBezTo>
                      <a:pt x="463" y="1910"/>
                      <a:pt x="460" y="1906"/>
                      <a:pt x="456" y="1902"/>
                    </a:cubicBezTo>
                    <a:cubicBezTo>
                      <a:pt x="451" y="1898"/>
                      <a:pt x="449" y="1892"/>
                      <a:pt x="443" y="1885"/>
                    </a:cubicBezTo>
                    <a:cubicBezTo>
                      <a:pt x="436" y="1878"/>
                      <a:pt x="425" y="1838"/>
                      <a:pt x="425" y="1837"/>
                    </a:cubicBezTo>
                    <a:cubicBezTo>
                      <a:pt x="429" y="1825"/>
                      <a:pt x="427" y="1812"/>
                      <a:pt x="426" y="1805"/>
                    </a:cubicBezTo>
                    <a:cubicBezTo>
                      <a:pt x="425" y="1797"/>
                      <a:pt x="428" y="1765"/>
                      <a:pt x="434" y="1726"/>
                    </a:cubicBezTo>
                    <a:cubicBezTo>
                      <a:pt x="438" y="1677"/>
                      <a:pt x="444" y="1632"/>
                      <a:pt x="446" y="1571"/>
                    </a:cubicBezTo>
                    <a:cubicBezTo>
                      <a:pt x="447" y="1539"/>
                      <a:pt x="441" y="1470"/>
                      <a:pt x="442" y="1403"/>
                    </a:cubicBezTo>
                    <a:cubicBezTo>
                      <a:pt x="443" y="1370"/>
                      <a:pt x="448" y="1346"/>
                      <a:pt x="449" y="1341"/>
                    </a:cubicBezTo>
                    <a:cubicBezTo>
                      <a:pt x="453" y="1320"/>
                      <a:pt x="448" y="1280"/>
                      <a:pt x="449" y="1268"/>
                    </a:cubicBezTo>
                    <a:cubicBezTo>
                      <a:pt x="453" y="1084"/>
                      <a:pt x="475" y="925"/>
                      <a:pt x="474" y="887"/>
                    </a:cubicBezTo>
                    <a:cubicBezTo>
                      <a:pt x="474" y="887"/>
                      <a:pt x="489" y="837"/>
                      <a:pt x="487" y="824"/>
                    </a:cubicBezTo>
                    <a:cubicBezTo>
                      <a:pt x="486" y="796"/>
                      <a:pt x="499" y="719"/>
                      <a:pt x="475" y="576"/>
                    </a:cubicBezTo>
                    <a:cubicBezTo>
                      <a:pt x="476" y="553"/>
                      <a:pt x="477" y="512"/>
                      <a:pt x="475" y="488"/>
                    </a:cubicBezTo>
                    <a:cubicBezTo>
                      <a:pt x="477" y="459"/>
                      <a:pt x="487" y="435"/>
                      <a:pt x="487" y="424"/>
                    </a:cubicBezTo>
                    <a:cubicBezTo>
                      <a:pt x="487" y="423"/>
                      <a:pt x="487" y="423"/>
                      <a:pt x="487" y="423"/>
                    </a:cubicBezTo>
                    <a:cubicBezTo>
                      <a:pt x="487" y="433"/>
                      <a:pt x="488" y="441"/>
                      <a:pt x="489" y="445"/>
                    </a:cubicBezTo>
                    <a:cubicBezTo>
                      <a:pt x="490" y="453"/>
                      <a:pt x="490" y="465"/>
                      <a:pt x="491" y="467"/>
                    </a:cubicBezTo>
                    <a:cubicBezTo>
                      <a:pt x="492" y="479"/>
                      <a:pt x="501" y="542"/>
                      <a:pt x="502" y="566"/>
                    </a:cubicBezTo>
                    <a:cubicBezTo>
                      <a:pt x="497" y="598"/>
                      <a:pt x="512" y="614"/>
                      <a:pt x="520" y="660"/>
                    </a:cubicBezTo>
                    <a:cubicBezTo>
                      <a:pt x="524" y="685"/>
                      <a:pt x="549" y="796"/>
                      <a:pt x="550" y="808"/>
                    </a:cubicBezTo>
                    <a:cubicBezTo>
                      <a:pt x="552" y="820"/>
                      <a:pt x="555" y="832"/>
                      <a:pt x="556" y="835"/>
                    </a:cubicBezTo>
                    <a:cubicBezTo>
                      <a:pt x="556" y="837"/>
                      <a:pt x="556" y="837"/>
                      <a:pt x="556" y="837"/>
                    </a:cubicBezTo>
                    <a:cubicBezTo>
                      <a:pt x="556" y="837"/>
                      <a:pt x="555" y="854"/>
                      <a:pt x="548" y="862"/>
                    </a:cubicBezTo>
                    <a:cubicBezTo>
                      <a:pt x="540" y="871"/>
                      <a:pt x="532" y="893"/>
                      <a:pt x="522" y="904"/>
                    </a:cubicBezTo>
                    <a:cubicBezTo>
                      <a:pt x="512" y="914"/>
                      <a:pt x="494" y="940"/>
                      <a:pt x="507" y="948"/>
                    </a:cubicBezTo>
                    <a:cubicBezTo>
                      <a:pt x="519" y="957"/>
                      <a:pt x="535" y="938"/>
                      <a:pt x="539" y="927"/>
                    </a:cubicBezTo>
                    <a:cubicBezTo>
                      <a:pt x="543" y="917"/>
                      <a:pt x="550" y="914"/>
                      <a:pt x="550" y="914"/>
                    </a:cubicBezTo>
                    <a:cubicBezTo>
                      <a:pt x="550" y="914"/>
                      <a:pt x="549" y="935"/>
                      <a:pt x="552" y="940"/>
                    </a:cubicBezTo>
                    <a:cubicBezTo>
                      <a:pt x="555" y="946"/>
                      <a:pt x="547" y="955"/>
                      <a:pt x="552" y="962"/>
                    </a:cubicBezTo>
                    <a:cubicBezTo>
                      <a:pt x="553" y="964"/>
                      <a:pt x="549" y="966"/>
                      <a:pt x="548" y="976"/>
                    </a:cubicBezTo>
                    <a:cubicBezTo>
                      <a:pt x="546" y="986"/>
                      <a:pt x="541" y="976"/>
                      <a:pt x="535" y="986"/>
                    </a:cubicBezTo>
                    <a:cubicBezTo>
                      <a:pt x="532" y="990"/>
                      <a:pt x="512" y="986"/>
                      <a:pt x="512" y="1004"/>
                    </a:cubicBezTo>
                    <a:cubicBezTo>
                      <a:pt x="512" y="1004"/>
                      <a:pt x="502" y="1013"/>
                      <a:pt x="510" y="1019"/>
                    </a:cubicBezTo>
                    <a:cubicBezTo>
                      <a:pt x="517" y="1020"/>
                      <a:pt x="517" y="1020"/>
                      <a:pt x="517" y="1020"/>
                    </a:cubicBezTo>
                    <a:cubicBezTo>
                      <a:pt x="517" y="1020"/>
                      <a:pt x="508" y="1027"/>
                      <a:pt x="515" y="1034"/>
                    </a:cubicBezTo>
                    <a:cubicBezTo>
                      <a:pt x="517" y="1037"/>
                      <a:pt x="527" y="1035"/>
                      <a:pt x="530" y="1035"/>
                    </a:cubicBezTo>
                    <a:cubicBezTo>
                      <a:pt x="533" y="1035"/>
                      <a:pt x="535" y="1035"/>
                      <a:pt x="535" y="1035"/>
                    </a:cubicBezTo>
                    <a:cubicBezTo>
                      <a:pt x="535" y="1035"/>
                      <a:pt x="535" y="1043"/>
                      <a:pt x="541" y="1044"/>
                    </a:cubicBezTo>
                    <a:cubicBezTo>
                      <a:pt x="547" y="1044"/>
                      <a:pt x="553" y="1039"/>
                      <a:pt x="555" y="1036"/>
                    </a:cubicBezTo>
                    <a:cubicBezTo>
                      <a:pt x="558" y="1033"/>
                      <a:pt x="570" y="1027"/>
                      <a:pt x="575" y="1019"/>
                    </a:cubicBezTo>
                    <a:cubicBezTo>
                      <a:pt x="580" y="1011"/>
                      <a:pt x="587" y="1010"/>
                      <a:pt x="592" y="985"/>
                    </a:cubicBezTo>
                    <a:cubicBezTo>
                      <a:pt x="595" y="973"/>
                      <a:pt x="604" y="958"/>
                      <a:pt x="604" y="949"/>
                    </a:cubicBezTo>
                    <a:cubicBezTo>
                      <a:pt x="605" y="939"/>
                      <a:pt x="607" y="930"/>
                      <a:pt x="604" y="914"/>
                    </a:cubicBezTo>
                    <a:cubicBezTo>
                      <a:pt x="603" y="901"/>
                      <a:pt x="607" y="864"/>
                      <a:pt x="609" y="852"/>
                    </a:cubicBezTo>
                    <a:cubicBezTo>
                      <a:pt x="609" y="852"/>
                      <a:pt x="609" y="852"/>
                      <a:pt x="609" y="852"/>
                    </a:cubicBezTo>
                    <a:cubicBezTo>
                      <a:pt x="612" y="836"/>
                      <a:pt x="608" y="824"/>
                      <a:pt x="607" y="820"/>
                    </a:cubicBezTo>
                    <a:close/>
                  </a:path>
                </a:pathLst>
              </a:custGeom>
              <a:solidFill>
                <a:srgbClr val="A961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116" name="Freeform 710">
                <a:extLst>
                  <a:ext uri="{FF2B5EF4-FFF2-40B4-BE49-F238E27FC236}">
                    <a16:creationId xmlns:a16="http://schemas.microsoft.com/office/drawing/2014/main" id="{D8AFB98D-5F3C-404A-8391-61BDD346B0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8" y="1067"/>
                <a:ext cx="925" cy="2970"/>
              </a:xfrm>
              <a:custGeom>
                <a:avLst/>
                <a:gdLst>
                  <a:gd name="T0" fmla="*/ 2072 w 612"/>
                  <a:gd name="T1" fmla="*/ 2530 h 1969"/>
                  <a:gd name="T2" fmla="*/ 1912 w 612"/>
                  <a:gd name="T3" fmla="*/ 1163 h 1969"/>
                  <a:gd name="T4" fmla="*/ 1326 w 612"/>
                  <a:gd name="T5" fmla="*/ 364 h 1969"/>
                  <a:gd name="T6" fmla="*/ 768 w 612"/>
                  <a:gd name="T7" fmla="*/ 377 h 1969"/>
                  <a:gd name="T8" fmla="*/ 174 w 612"/>
                  <a:gd name="T9" fmla="*/ 1229 h 1969"/>
                  <a:gd name="T10" fmla="*/ 39 w 612"/>
                  <a:gd name="T11" fmla="*/ 2530 h 1969"/>
                  <a:gd name="T12" fmla="*/ 0 w 612"/>
                  <a:gd name="T13" fmla="*/ 2935 h 1969"/>
                  <a:gd name="T14" fmla="*/ 54 w 612"/>
                  <a:gd name="T15" fmla="*/ 3404 h 1969"/>
                  <a:gd name="T16" fmla="*/ 236 w 612"/>
                  <a:gd name="T17" fmla="*/ 3604 h 1969"/>
                  <a:gd name="T18" fmla="*/ 255 w 612"/>
                  <a:gd name="T19" fmla="*/ 3576 h 1969"/>
                  <a:gd name="T20" fmla="*/ 329 w 612"/>
                  <a:gd name="T21" fmla="*/ 3572 h 1969"/>
                  <a:gd name="T22" fmla="*/ 343 w 612"/>
                  <a:gd name="T23" fmla="*/ 3518 h 1969"/>
                  <a:gd name="T24" fmla="*/ 258 w 612"/>
                  <a:gd name="T25" fmla="*/ 3409 h 1969"/>
                  <a:gd name="T26" fmla="*/ 215 w 612"/>
                  <a:gd name="T27" fmla="*/ 3374 h 1969"/>
                  <a:gd name="T28" fmla="*/ 204 w 612"/>
                  <a:gd name="T29" fmla="*/ 3160 h 1969"/>
                  <a:gd name="T30" fmla="*/ 357 w 612"/>
                  <a:gd name="T31" fmla="*/ 3279 h 1969"/>
                  <a:gd name="T32" fmla="*/ 183 w 612"/>
                  <a:gd name="T33" fmla="*/ 2895 h 1969"/>
                  <a:gd name="T34" fmla="*/ 174 w 612"/>
                  <a:gd name="T35" fmla="*/ 2869 h 1969"/>
                  <a:gd name="T36" fmla="*/ 363 w 612"/>
                  <a:gd name="T37" fmla="*/ 1943 h 1969"/>
                  <a:gd name="T38" fmla="*/ 414 w 612"/>
                  <a:gd name="T39" fmla="*/ 1451 h 1969"/>
                  <a:gd name="T40" fmla="*/ 456 w 612"/>
                  <a:gd name="T41" fmla="*/ 1984 h 1969"/>
                  <a:gd name="T42" fmla="*/ 535 w 612"/>
                  <a:gd name="T43" fmla="*/ 4353 h 1969"/>
                  <a:gd name="T44" fmla="*/ 541 w 612"/>
                  <a:gd name="T45" fmla="*/ 5385 h 1969"/>
                  <a:gd name="T46" fmla="*/ 612 w 612"/>
                  <a:gd name="T47" fmla="*/ 6305 h 1969"/>
                  <a:gd name="T48" fmla="*/ 473 w 612"/>
                  <a:gd name="T49" fmla="*/ 6583 h 1969"/>
                  <a:gd name="T50" fmla="*/ 470 w 612"/>
                  <a:gd name="T51" fmla="*/ 6655 h 1969"/>
                  <a:gd name="T52" fmla="*/ 508 w 612"/>
                  <a:gd name="T53" fmla="*/ 6690 h 1969"/>
                  <a:gd name="T54" fmla="*/ 639 w 612"/>
                  <a:gd name="T55" fmla="*/ 6717 h 1969"/>
                  <a:gd name="T56" fmla="*/ 781 w 612"/>
                  <a:gd name="T57" fmla="*/ 6628 h 1969"/>
                  <a:gd name="T58" fmla="*/ 787 w 612"/>
                  <a:gd name="T59" fmla="*/ 6246 h 1969"/>
                  <a:gd name="T60" fmla="*/ 843 w 612"/>
                  <a:gd name="T61" fmla="*/ 5652 h 1969"/>
                  <a:gd name="T62" fmla="*/ 930 w 612"/>
                  <a:gd name="T63" fmla="*/ 4592 h 1969"/>
                  <a:gd name="T64" fmla="*/ 1129 w 612"/>
                  <a:gd name="T65" fmla="*/ 3353 h 1969"/>
                  <a:gd name="T66" fmla="*/ 1167 w 612"/>
                  <a:gd name="T67" fmla="*/ 4705 h 1969"/>
                  <a:gd name="T68" fmla="*/ 1236 w 612"/>
                  <a:gd name="T69" fmla="*/ 5697 h 1969"/>
                  <a:gd name="T70" fmla="*/ 1274 w 612"/>
                  <a:gd name="T71" fmla="*/ 6459 h 1969"/>
                  <a:gd name="T72" fmla="*/ 1318 w 612"/>
                  <a:gd name="T73" fmla="*/ 6696 h 1969"/>
                  <a:gd name="T74" fmla="*/ 1508 w 612"/>
                  <a:gd name="T75" fmla="*/ 6723 h 1969"/>
                  <a:gd name="T76" fmla="*/ 1572 w 612"/>
                  <a:gd name="T77" fmla="*/ 6691 h 1969"/>
                  <a:gd name="T78" fmla="*/ 1608 w 612"/>
                  <a:gd name="T79" fmla="*/ 6655 h 1969"/>
                  <a:gd name="T80" fmla="*/ 1573 w 612"/>
                  <a:gd name="T81" fmla="*/ 6528 h 1969"/>
                  <a:gd name="T82" fmla="*/ 1471 w 612"/>
                  <a:gd name="T83" fmla="*/ 6195 h 1969"/>
                  <a:gd name="T84" fmla="*/ 1527 w 612"/>
                  <a:gd name="T85" fmla="*/ 4815 h 1969"/>
                  <a:gd name="T86" fmla="*/ 1635 w 612"/>
                  <a:gd name="T87" fmla="*/ 3044 h 1969"/>
                  <a:gd name="T88" fmla="*/ 1640 w 612"/>
                  <a:gd name="T89" fmla="*/ 1674 h 1969"/>
                  <a:gd name="T90" fmla="*/ 1688 w 612"/>
                  <a:gd name="T91" fmla="*/ 1526 h 1969"/>
                  <a:gd name="T92" fmla="*/ 1796 w 612"/>
                  <a:gd name="T93" fmla="*/ 2266 h 1969"/>
                  <a:gd name="T94" fmla="*/ 1920 w 612"/>
                  <a:gd name="T95" fmla="*/ 2873 h 1969"/>
                  <a:gd name="T96" fmla="*/ 1750 w 612"/>
                  <a:gd name="T97" fmla="*/ 3254 h 1969"/>
                  <a:gd name="T98" fmla="*/ 1906 w 612"/>
                  <a:gd name="T99" fmla="*/ 3226 h 1969"/>
                  <a:gd name="T100" fmla="*/ 1848 w 612"/>
                  <a:gd name="T101" fmla="*/ 3383 h 1969"/>
                  <a:gd name="T102" fmla="*/ 1783 w 612"/>
                  <a:gd name="T103" fmla="*/ 3501 h 1969"/>
                  <a:gd name="T104" fmla="*/ 1848 w 612"/>
                  <a:gd name="T105" fmla="*/ 3552 h 1969"/>
                  <a:gd name="T106" fmla="*/ 1985 w 612"/>
                  <a:gd name="T107" fmla="*/ 3496 h 1969"/>
                  <a:gd name="T108" fmla="*/ 2086 w 612"/>
                  <a:gd name="T109" fmla="*/ 3137 h 1969"/>
                  <a:gd name="T110" fmla="*/ 2095 w 612"/>
                  <a:gd name="T111" fmla="*/ 2815 h 1969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0" t="0" r="r" b="b"/>
                <a:pathLst>
                  <a:path w="612" h="1969">
                    <a:moveTo>
                      <a:pt x="607" y="820"/>
                    </a:moveTo>
                    <a:cubicBezTo>
                      <a:pt x="606" y="811"/>
                      <a:pt x="606" y="801"/>
                      <a:pt x="603" y="791"/>
                    </a:cubicBezTo>
                    <a:cubicBezTo>
                      <a:pt x="601" y="779"/>
                      <a:pt x="600" y="754"/>
                      <a:pt x="600" y="737"/>
                    </a:cubicBezTo>
                    <a:cubicBezTo>
                      <a:pt x="599" y="708"/>
                      <a:pt x="599" y="595"/>
                      <a:pt x="584" y="554"/>
                    </a:cubicBezTo>
                    <a:cubicBezTo>
                      <a:pt x="580" y="541"/>
                      <a:pt x="577" y="520"/>
                      <a:pt x="578" y="491"/>
                    </a:cubicBezTo>
                    <a:cubicBezTo>
                      <a:pt x="569" y="410"/>
                      <a:pt x="553" y="364"/>
                      <a:pt x="554" y="339"/>
                    </a:cubicBezTo>
                    <a:cubicBezTo>
                      <a:pt x="553" y="299"/>
                      <a:pt x="533" y="251"/>
                      <a:pt x="523" y="230"/>
                    </a:cubicBezTo>
                    <a:cubicBezTo>
                      <a:pt x="511" y="201"/>
                      <a:pt x="463" y="161"/>
                      <a:pt x="450" y="155"/>
                    </a:cubicBezTo>
                    <a:cubicBezTo>
                      <a:pt x="444" y="153"/>
                      <a:pt x="411" y="125"/>
                      <a:pt x="384" y="106"/>
                    </a:cubicBezTo>
                    <a:cubicBezTo>
                      <a:pt x="354" y="79"/>
                      <a:pt x="365" y="14"/>
                      <a:pt x="365" y="1"/>
                    </a:cubicBezTo>
                    <a:cubicBezTo>
                      <a:pt x="236" y="0"/>
                      <a:pt x="236" y="0"/>
                      <a:pt x="236" y="0"/>
                    </a:cubicBezTo>
                    <a:cubicBezTo>
                      <a:pt x="236" y="16"/>
                      <a:pt x="249" y="79"/>
                      <a:pt x="222" y="110"/>
                    </a:cubicBezTo>
                    <a:cubicBezTo>
                      <a:pt x="212" y="116"/>
                      <a:pt x="152" y="168"/>
                      <a:pt x="136" y="175"/>
                    </a:cubicBezTo>
                    <a:cubicBezTo>
                      <a:pt x="107" y="188"/>
                      <a:pt x="75" y="245"/>
                      <a:pt x="67" y="287"/>
                    </a:cubicBezTo>
                    <a:cubicBezTo>
                      <a:pt x="63" y="306"/>
                      <a:pt x="50" y="346"/>
                      <a:pt x="50" y="358"/>
                    </a:cubicBezTo>
                    <a:cubicBezTo>
                      <a:pt x="52" y="383"/>
                      <a:pt x="40" y="399"/>
                      <a:pt x="33" y="491"/>
                    </a:cubicBezTo>
                    <a:cubicBezTo>
                      <a:pt x="33" y="520"/>
                      <a:pt x="30" y="541"/>
                      <a:pt x="27" y="554"/>
                    </a:cubicBezTo>
                    <a:cubicBezTo>
                      <a:pt x="12" y="595"/>
                      <a:pt x="12" y="708"/>
                      <a:pt x="11" y="737"/>
                    </a:cubicBezTo>
                    <a:cubicBezTo>
                      <a:pt x="10" y="754"/>
                      <a:pt x="10" y="779"/>
                      <a:pt x="7" y="791"/>
                    </a:cubicBezTo>
                    <a:cubicBezTo>
                      <a:pt x="4" y="803"/>
                      <a:pt x="6" y="814"/>
                      <a:pt x="3" y="825"/>
                    </a:cubicBezTo>
                    <a:cubicBezTo>
                      <a:pt x="1" y="835"/>
                      <a:pt x="0" y="849"/>
                      <a:pt x="0" y="855"/>
                    </a:cubicBezTo>
                    <a:cubicBezTo>
                      <a:pt x="0" y="855"/>
                      <a:pt x="6" y="905"/>
                      <a:pt x="4" y="921"/>
                    </a:cubicBezTo>
                    <a:cubicBezTo>
                      <a:pt x="2" y="937"/>
                      <a:pt x="3" y="946"/>
                      <a:pt x="4" y="956"/>
                    </a:cubicBezTo>
                    <a:cubicBezTo>
                      <a:pt x="5" y="965"/>
                      <a:pt x="14" y="980"/>
                      <a:pt x="16" y="992"/>
                    </a:cubicBezTo>
                    <a:cubicBezTo>
                      <a:pt x="22" y="1017"/>
                      <a:pt x="29" y="1018"/>
                      <a:pt x="34" y="1026"/>
                    </a:cubicBezTo>
                    <a:cubicBezTo>
                      <a:pt x="39" y="1034"/>
                      <a:pt x="51" y="1040"/>
                      <a:pt x="53" y="1043"/>
                    </a:cubicBezTo>
                    <a:cubicBezTo>
                      <a:pt x="55" y="1046"/>
                      <a:pt x="62" y="1051"/>
                      <a:pt x="68" y="1050"/>
                    </a:cubicBezTo>
                    <a:cubicBezTo>
                      <a:pt x="68" y="1050"/>
                      <a:pt x="68" y="1050"/>
                      <a:pt x="68" y="1050"/>
                    </a:cubicBezTo>
                    <a:cubicBezTo>
                      <a:pt x="68" y="1050"/>
                      <a:pt x="68" y="1050"/>
                      <a:pt x="68" y="1050"/>
                    </a:cubicBezTo>
                    <a:cubicBezTo>
                      <a:pt x="74" y="1049"/>
                      <a:pt x="74" y="1043"/>
                      <a:pt x="74" y="1042"/>
                    </a:cubicBezTo>
                    <a:cubicBezTo>
                      <a:pt x="74" y="1042"/>
                      <a:pt x="76" y="1042"/>
                      <a:pt x="78" y="1042"/>
                    </a:cubicBezTo>
                    <a:cubicBezTo>
                      <a:pt x="81" y="1042"/>
                      <a:pt x="89" y="1043"/>
                      <a:pt x="93" y="1042"/>
                    </a:cubicBezTo>
                    <a:cubicBezTo>
                      <a:pt x="94" y="1041"/>
                      <a:pt x="94" y="1041"/>
                      <a:pt x="95" y="1041"/>
                    </a:cubicBezTo>
                    <a:cubicBezTo>
                      <a:pt x="101" y="1034"/>
                      <a:pt x="93" y="1027"/>
                      <a:pt x="92" y="1026"/>
                    </a:cubicBezTo>
                    <a:cubicBezTo>
                      <a:pt x="98" y="1026"/>
                      <a:pt x="98" y="1026"/>
                      <a:pt x="98" y="1026"/>
                    </a:cubicBezTo>
                    <a:cubicBezTo>
                      <a:pt x="98" y="1025"/>
                      <a:pt x="98" y="1025"/>
                      <a:pt x="99" y="1025"/>
                    </a:cubicBezTo>
                    <a:cubicBezTo>
                      <a:pt x="99" y="1025"/>
                      <a:pt x="99" y="1025"/>
                      <a:pt x="99" y="1025"/>
                    </a:cubicBezTo>
                    <a:cubicBezTo>
                      <a:pt x="107" y="1020"/>
                      <a:pt x="97" y="1011"/>
                      <a:pt x="97" y="1011"/>
                    </a:cubicBezTo>
                    <a:cubicBezTo>
                      <a:pt x="97" y="993"/>
                      <a:pt x="77" y="996"/>
                      <a:pt x="75" y="993"/>
                    </a:cubicBezTo>
                    <a:cubicBezTo>
                      <a:pt x="74" y="991"/>
                      <a:pt x="72" y="990"/>
                      <a:pt x="72" y="989"/>
                    </a:cubicBezTo>
                    <a:cubicBezTo>
                      <a:pt x="67" y="984"/>
                      <a:pt x="63" y="983"/>
                      <a:pt x="62" y="983"/>
                    </a:cubicBezTo>
                    <a:cubicBezTo>
                      <a:pt x="62" y="983"/>
                      <a:pt x="62" y="983"/>
                      <a:pt x="62" y="983"/>
                    </a:cubicBezTo>
                    <a:cubicBezTo>
                      <a:pt x="60" y="973"/>
                      <a:pt x="56" y="971"/>
                      <a:pt x="57" y="968"/>
                    </a:cubicBezTo>
                    <a:cubicBezTo>
                      <a:pt x="62" y="961"/>
                      <a:pt x="54" y="952"/>
                      <a:pt x="57" y="947"/>
                    </a:cubicBezTo>
                    <a:cubicBezTo>
                      <a:pt x="60" y="942"/>
                      <a:pt x="59" y="924"/>
                      <a:pt x="59" y="921"/>
                    </a:cubicBezTo>
                    <a:cubicBezTo>
                      <a:pt x="61" y="922"/>
                      <a:pt x="67" y="925"/>
                      <a:pt x="70" y="934"/>
                    </a:cubicBezTo>
                    <a:cubicBezTo>
                      <a:pt x="74" y="944"/>
                      <a:pt x="88" y="962"/>
                      <a:pt x="100" y="956"/>
                    </a:cubicBezTo>
                    <a:cubicBezTo>
                      <a:pt x="101" y="956"/>
                      <a:pt x="102" y="956"/>
                      <a:pt x="103" y="955"/>
                    </a:cubicBezTo>
                    <a:cubicBezTo>
                      <a:pt x="115" y="946"/>
                      <a:pt x="98" y="921"/>
                      <a:pt x="87" y="910"/>
                    </a:cubicBezTo>
                    <a:cubicBezTo>
                      <a:pt x="77" y="900"/>
                      <a:pt x="69" y="877"/>
                      <a:pt x="62" y="869"/>
                    </a:cubicBezTo>
                    <a:cubicBezTo>
                      <a:pt x="54" y="861"/>
                      <a:pt x="53" y="843"/>
                      <a:pt x="53" y="843"/>
                    </a:cubicBezTo>
                    <a:cubicBezTo>
                      <a:pt x="53" y="842"/>
                      <a:pt x="53" y="842"/>
                      <a:pt x="53" y="842"/>
                    </a:cubicBezTo>
                    <a:cubicBezTo>
                      <a:pt x="52" y="842"/>
                      <a:pt x="52" y="842"/>
                      <a:pt x="52" y="841"/>
                    </a:cubicBezTo>
                    <a:cubicBezTo>
                      <a:pt x="51" y="840"/>
                      <a:pt x="50" y="838"/>
                      <a:pt x="50" y="836"/>
                    </a:cubicBezTo>
                    <a:cubicBezTo>
                      <a:pt x="52" y="833"/>
                      <a:pt x="55" y="821"/>
                      <a:pt x="56" y="808"/>
                    </a:cubicBezTo>
                    <a:cubicBezTo>
                      <a:pt x="58" y="796"/>
                      <a:pt x="84" y="686"/>
                      <a:pt x="88" y="662"/>
                    </a:cubicBezTo>
                    <a:cubicBezTo>
                      <a:pt x="96" y="615"/>
                      <a:pt x="110" y="598"/>
                      <a:pt x="105" y="566"/>
                    </a:cubicBezTo>
                    <a:cubicBezTo>
                      <a:pt x="106" y="542"/>
                      <a:pt x="115" y="479"/>
                      <a:pt x="116" y="467"/>
                    </a:cubicBezTo>
                    <a:cubicBezTo>
                      <a:pt x="117" y="465"/>
                      <a:pt x="117" y="453"/>
                      <a:pt x="118" y="445"/>
                    </a:cubicBezTo>
                    <a:cubicBezTo>
                      <a:pt x="119" y="441"/>
                      <a:pt x="120" y="433"/>
                      <a:pt x="120" y="423"/>
                    </a:cubicBezTo>
                    <a:cubicBezTo>
                      <a:pt x="120" y="424"/>
                      <a:pt x="120" y="424"/>
                      <a:pt x="120" y="424"/>
                    </a:cubicBezTo>
                    <a:cubicBezTo>
                      <a:pt x="120" y="435"/>
                      <a:pt x="131" y="458"/>
                      <a:pt x="132" y="487"/>
                    </a:cubicBezTo>
                    <a:cubicBezTo>
                      <a:pt x="130" y="522"/>
                      <a:pt x="131" y="561"/>
                      <a:pt x="132" y="578"/>
                    </a:cubicBezTo>
                    <a:cubicBezTo>
                      <a:pt x="104" y="720"/>
                      <a:pt x="121" y="796"/>
                      <a:pt x="120" y="824"/>
                    </a:cubicBezTo>
                    <a:cubicBezTo>
                      <a:pt x="119" y="858"/>
                      <a:pt x="134" y="866"/>
                      <a:pt x="133" y="896"/>
                    </a:cubicBezTo>
                    <a:cubicBezTo>
                      <a:pt x="155" y="1268"/>
                      <a:pt x="155" y="1268"/>
                      <a:pt x="155" y="1268"/>
                    </a:cubicBezTo>
                    <a:cubicBezTo>
                      <a:pt x="155" y="1280"/>
                      <a:pt x="153" y="1320"/>
                      <a:pt x="157" y="1341"/>
                    </a:cubicBezTo>
                    <a:cubicBezTo>
                      <a:pt x="158" y="1346"/>
                      <a:pt x="164" y="1370"/>
                      <a:pt x="165" y="1403"/>
                    </a:cubicBezTo>
                    <a:cubicBezTo>
                      <a:pt x="166" y="1456"/>
                      <a:pt x="156" y="1531"/>
                      <a:pt x="157" y="1569"/>
                    </a:cubicBezTo>
                    <a:cubicBezTo>
                      <a:pt x="160" y="1631"/>
                      <a:pt x="158" y="1686"/>
                      <a:pt x="168" y="1726"/>
                    </a:cubicBezTo>
                    <a:cubicBezTo>
                      <a:pt x="174" y="1765"/>
                      <a:pt x="177" y="1797"/>
                      <a:pt x="175" y="1805"/>
                    </a:cubicBezTo>
                    <a:cubicBezTo>
                      <a:pt x="174" y="1812"/>
                      <a:pt x="173" y="1825"/>
                      <a:pt x="177" y="1837"/>
                    </a:cubicBezTo>
                    <a:cubicBezTo>
                      <a:pt x="177" y="1838"/>
                      <a:pt x="165" y="1878"/>
                      <a:pt x="159" y="1885"/>
                    </a:cubicBezTo>
                    <a:cubicBezTo>
                      <a:pt x="153" y="1892"/>
                      <a:pt x="151" y="1898"/>
                      <a:pt x="146" y="1902"/>
                    </a:cubicBezTo>
                    <a:cubicBezTo>
                      <a:pt x="141" y="1906"/>
                      <a:pt x="139" y="1910"/>
                      <a:pt x="137" y="1918"/>
                    </a:cubicBezTo>
                    <a:cubicBezTo>
                      <a:pt x="135" y="1924"/>
                      <a:pt x="131" y="1933"/>
                      <a:pt x="134" y="1937"/>
                    </a:cubicBezTo>
                    <a:cubicBezTo>
                      <a:pt x="135" y="1938"/>
                      <a:pt x="135" y="1939"/>
                      <a:pt x="136" y="1939"/>
                    </a:cubicBezTo>
                    <a:cubicBezTo>
                      <a:pt x="136" y="1939"/>
                      <a:pt x="136" y="1939"/>
                      <a:pt x="136" y="1939"/>
                    </a:cubicBezTo>
                    <a:cubicBezTo>
                      <a:pt x="136" y="1941"/>
                      <a:pt x="136" y="1943"/>
                      <a:pt x="136" y="1945"/>
                    </a:cubicBezTo>
                    <a:cubicBezTo>
                      <a:pt x="138" y="1950"/>
                      <a:pt x="142" y="1951"/>
                      <a:pt x="146" y="1950"/>
                    </a:cubicBezTo>
                    <a:cubicBezTo>
                      <a:pt x="147" y="1949"/>
                      <a:pt x="147" y="1949"/>
                      <a:pt x="147" y="1949"/>
                    </a:cubicBezTo>
                    <a:cubicBezTo>
                      <a:pt x="147" y="1951"/>
                      <a:pt x="147" y="1953"/>
                      <a:pt x="148" y="1955"/>
                    </a:cubicBezTo>
                    <a:cubicBezTo>
                      <a:pt x="151" y="1962"/>
                      <a:pt x="161" y="1965"/>
                      <a:pt x="165" y="1959"/>
                    </a:cubicBezTo>
                    <a:cubicBezTo>
                      <a:pt x="170" y="1963"/>
                      <a:pt x="181" y="1964"/>
                      <a:pt x="185" y="1957"/>
                    </a:cubicBezTo>
                    <a:cubicBezTo>
                      <a:pt x="187" y="1969"/>
                      <a:pt x="199" y="1967"/>
                      <a:pt x="206" y="1965"/>
                    </a:cubicBezTo>
                    <a:cubicBezTo>
                      <a:pt x="213" y="1963"/>
                      <a:pt x="216" y="1956"/>
                      <a:pt x="220" y="1951"/>
                    </a:cubicBezTo>
                    <a:cubicBezTo>
                      <a:pt x="224" y="1947"/>
                      <a:pt x="227" y="1943"/>
                      <a:pt x="226" y="1931"/>
                    </a:cubicBezTo>
                    <a:cubicBezTo>
                      <a:pt x="225" y="1920"/>
                      <a:pt x="225" y="1920"/>
                      <a:pt x="226" y="1906"/>
                    </a:cubicBezTo>
                    <a:cubicBezTo>
                      <a:pt x="227" y="1898"/>
                      <a:pt x="232" y="1896"/>
                      <a:pt x="232" y="1882"/>
                    </a:cubicBezTo>
                    <a:cubicBezTo>
                      <a:pt x="233" y="1872"/>
                      <a:pt x="227" y="1827"/>
                      <a:pt x="228" y="1820"/>
                    </a:cubicBezTo>
                    <a:cubicBezTo>
                      <a:pt x="229" y="1807"/>
                      <a:pt x="231" y="1795"/>
                      <a:pt x="228" y="1772"/>
                    </a:cubicBezTo>
                    <a:cubicBezTo>
                      <a:pt x="226" y="1749"/>
                      <a:pt x="241" y="1662"/>
                      <a:pt x="245" y="1646"/>
                    </a:cubicBezTo>
                    <a:cubicBezTo>
                      <a:pt x="244" y="1647"/>
                      <a:pt x="244" y="1647"/>
                      <a:pt x="244" y="1647"/>
                    </a:cubicBezTo>
                    <a:cubicBezTo>
                      <a:pt x="248" y="1625"/>
                      <a:pt x="265" y="1552"/>
                      <a:pt x="263" y="1503"/>
                    </a:cubicBezTo>
                    <a:cubicBezTo>
                      <a:pt x="263" y="1471"/>
                      <a:pt x="269" y="1393"/>
                      <a:pt x="269" y="1371"/>
                    </a:cubicBezTo>
                    <a:cubicBezTo>
                      <a:pt x="269" y="1367"/>
                      <a:pt x="270" y="1343"/>
                      <a:pt x="269" y="1338"/>
                    </a:cubicBezTo>
                    <a:cubicBezTo>
                      <a:pt x="263" y="1305"/>
                      <a:pt x="279" y="1142"/>
                      <a:pt x="279" y="1140"/>
                    </a:cubicBezTo>
                    <a:cubicBezTo>
                      <a:pt x="281" y="1119"/>
                      <a:pt x="283" y="978"/>
                      <a:pt x="283" y="978"/>
                    </a:cubicBezTo>
                    <a:cubicBezTo>
                      <a:pt x="327" y="977"/>
                      <a:pt x="327" y="977"/>
                      <a:pt x="327" y="977"/>
                    </a:cubicBezTo>
                    <a:cubicBezTo>
                      <a:pt x="327" y="977"/>
                      <a:pt x="332" y="1120"/>
                      <a:pt x="334" y="1142"/>
                    </a:cubicBezTo>
                    <a:cubicBezTo>
                      <a:pt x="334" y="1144"/>
                      <a:pt x="343" y="1306"/>
                      <a:pt x="337" y="1338"/>
                    </a:cubicBezTo>
                    <a:cubicBezTo>
                      <a:pt x="337" y="1343"/>
                      <a:pt x="338" y="1367"/>
                      <a:pt x="338" y="1371"/>
                    </a:cubicBezTo>
                    <a:cubicBezTo>
                      <a:pt x="338" y="1393"/>
                      <a:pt x="345" y="1468"/>
                      <a:pt x="343" y="1500"/>
                    </a:cubicBezTo>
                    <a:cubicBezTo>
                      <a:pt x="339" y="1556"/>
                      <a:pt x="352" y="1630"/>
                      <a:pt x="357" y="1660"/>
                    </a:cubicBezTo>
                    <a:cubicBezTo>
                      <a:pt x="358" y="1660"/>
                      <a:pt x="358" y="1660"/>
                      <a:pt x="358" y="1660"/>
                    </a:cubicBezTo>
                    <a:cubicBezTo>
                      <a:pt x="360" y="1683"/>
                      <a:pt x="375" y="1749"/>
                      <a:pt x="373" y="1771"/>
                    </a:cubicBezTo>
                    <a:cubicBezTo>
                      <a:pt x="371" y="1794"/>
                      <a:pt x="373" y="1807"/>
                      <a:pt x="374" y="1820"/>
                    </a:cubicBezTo>
                    <a:cubicBezTo>
                      <a:pt x="374" y="1827"/>
                      <a:pt x="369" y="1872"/>
                      <a:pt x="369" y="1882"/>
                    </a:cubicBezTo>
                    <a:cubicBezTo>
                      <a:pt x="370" y="1896"/>
                      <a:pt x="375" y="1898"/>
                      <a:pt x="375" y="1906"/>
                    </a:cubicBezTo>
                    <a:cubicBezTo>
                      <a:pt x="376" y="1920"/>
                      <a:pt x="377" y="1920"/>
                      <a:pt x="376" y="1931"/>
                    </a:cubicBezTo>
                    <a:cubicBezTo>
                      <a:pt x="375" y="1943"/>
                      <a:pt x="378" y="1947"/>
                      <a:pt x="382" y="1951"/>
                    </a:cubicBezTo>
                    <a:cubicBezTo>
                      <a:pt x="386" y="1956"/>
                      <a:pt x="389" y="1963"/>
                      <a:pt x="396" y="1965"/>
                    </a:cubicBezTo>
                    <a:cubicBezTo>
                      <a:pt x="403" y="1967"/>
                      <a:pt x="414" y="1969"/>
                      <a:pt x="417" y="1957"/>
                    </a:cubicBezTo>
                    <a:cubicBezTo>
                      <a:pt x="421" y="1964"/>
                      <a:pt x="431" y="1963"/>
                      <a:pt x="437" y="1959"/>
                    </a:cubicBezTo>
                    <a:cubicBezTo>
                      <a:pt x="441" y="1965"/>
                      <a:pt x="450" y="1962"/>
                      <a:pt x="453" y="1955"/>
                    </a:cubicBezTo>
                    <a:cubicBezTo>
                      <a:pt x="454" y="1953"/>
                      <a:pt x="455" y="1952"/>
                      <a:pt x="455" y="1950"/>
                    </a:cubicBezTo>
                    <a:cubicBezTo>
                      <a:pt x="455" y="1950"/>
                      <a:pt x="455" y="1950"/>
                      <a:pt x="455" y="1950"/>
                    </a:cubicBezTo>
                    <a:cubicBezTo>
                      <a:pt x="460" y="1951"/>
                      <a:pt x="465" y="1949"/>
                      <a:pt x="465" y="1945"/>
                    </a:cubicBezTo>
                    <a:cubicBezTo>
                      <a:pt x="466" y="1943"/>
                      <a:pt x="466" y="1941"/>
                      <a:pt x="466" y="1939"/>
                    </a:cubicBezTo>
                    <a:cubicBezTo>
                      <a:pt x="466" y="1939"/>
                      <a:pt x="466" y="1939"/>
                      <a:pt x="466" y="1939"/>
                    </a:cubicBezTo>
                    <a:cubicBezTo>
                      <a:pt x="467" y="1939"/>
                      <a:pt x="467" y="1938"/>
                      <a:pt x="468" y="1937"/>
                    </a:cubicBezTo>
                    <a:cubicBezTo>
                      <a:pt x="471" y="1933"/>
                      <a:pt x="466" y="1924"/>
                      <a:pt x="465" y="1918"/>
                    </a:cubicBezTo>
                    <a:cubicBezTo>
                      <a:pt x="463" y="1910"/>
                      <a:pt x="460" y="1906"/>
                      <a:pt x="456" y="1902"/>
                    </a:cubicBezTo>
                    <a:cubicBezTo>
                      <a:pt x="451" y="1898"/>
                      <a:pt x="449" y="1892"/>
                      <a:pt x="443" y="1885"/>
                    </a:cubicBezTo>
                    <a:cubicBezTo>
                      <a:pt x="436" y="1878"/>
                      <a:pt x="425" y="1838"/>
                      <a:pt x="425" y="1837"/>
                    </a:cubicBezTo>
                    <a:cubicBezTo>
                      <a:pt x="429" y="1825"/>
                      <a:pt x="427" y="1812"/>
                      <a:pt x="426" y="1805"/>
                    </a:cubicBezTo>
                    <a:cubicBezTo>
                      <a:pt x="425" y="1797"/>
                      <a:pt x="428" y="1765"/>
                      <a:pt x="434" y="1726"/>
                    </a:cubicBezTo>
                    <a:cubicBezTo>
                      <a:pt x="438" y="1677"/>
                      <a:pt x="444" y="1632"/>
                      <a:pt x="446" y="1571"/>
                    </a:cubicBezTo>
                    <a:cubicBezTo>
                      <a:pt x="447" y="1539"/>
                      <a:pt x="441" y="1470"/>
                      <a:pt x="442" y="1403"/>
                    </a:cubicBezTo>
                    <a:cubicBezTo>
                      <a:pt x="443" y="1370"/>
                      <a:pt x="448" y="1346"/>
                      <a:pt x="449" y="1341"/>
                    </a:cubicBezTo>
                    <a:cubicBezTo>
                      <a:pt x="453" y="1320"/>
                      <a:pt x="448" y="1280"/>
                      <a:pt x="449" y="1268"/>
                    </a:cubicBezTo>
                    <a:cubicBezTo>
                      <a:pt x="453" y="1084"/>
                      <a:pt x="475" y="925"/>
                      <a:pt x="474" y="887"/>
                    </a:cubicBezTo>
                    <a:cubicBezTo>
                      <a:pt x="474" y="887"/>
                      <a:pt x="489" y="837"/>
                      <a:pt x="487" y="824"/>
                    </a:cubicBezTo>
                    <a:cubicBezTo>
                      <a:pt x="486" y="796"/>
                      <a:pt x="499" y="719"/>
                      <a:pt x="475" y="576"/>
                    </a:cubicBezTo>
                    <a:cubicBezTo>
                      <a:pt x="476" y="553"/>
                      <a:pt x="477" y="512"/>
                      <a:pt x="475" y="488"/>
                    </a:cubicBezTo>
                    <a:cubicBezTo>
                      <a:pt x="477" y="459"/>
                      <a:pt x="487" y="435"/>
                      <a:pt x="487" y="424"/>
                    </a:cubicBezTo>
                    <a:cubicBezTo>
                      <a:pt x="487" y="423"/>
                      <a:pt x="487" y="423"/>
                      <a:pt x="487" y="423"/>
                    </a:cubicBezTo>
                    <a:cubicBezTo>
                      <a:pt x="487" y="433"/>
                      <a:pt x="488" y="441"/>
                      <a:pt x="489" y="445"/>
                    </a:cubicBezTo>
                    <a:cubicBezTo>
                      <a:pt x="490" y="453"/>
                      <a:pt x="490" y="465"/>
                      <a:pt x="491" y="467"/>
                    </a:cubicBezTo>
                    <a:cubicBezTo>
                      <a:pt x="492" y="479"/>
                      <a:pt x="501" y="542"/>
                      <a:pt x="502" y="566"/>
                    </a:cubicBezTo>
                    <a:cubicBezTo>
                      <a:pt x="497" y="598"/>
                      <a:pt x="512" y="614"/>
                      <a:pt x="520" y="660"/>
                    </a:cubicBezTo>
                    <a:cubicBezTo>
                      <a:pt x="524" y="685"/>
                      <a:pt x="549" y="796"/>
                      <a:pt x="550" y="808"/>
                    </a:cubicBezTo>
                    <a:cubicBezTo>
                      <a:pt x="552" y="820"/>
                      <a:pt x="555" y="832"/>
                      <a:pt x="556" y="835"/>
                    </a:cubicBezTo>
                    <a:cubicBezTo>
                      <a:pt x="556" y="837"/>
                      <a:pt x="556" y="837"/>
                      <a:pt x="556" y="837"/>
                    </a:cubicBezTo>
                    <a:cubicBezTo>
                      <a:pt x="556" y="837"/>
                      <a:pt x="555" y="854"/>
                      <a:pt x="548" y="862"/>
                    </a:cubicBezTo>
                    <a:cubicBezTo>
                      <a:pt x="540" y="871"/>
                      <a:pt x="532" y="893"/>
                      <a:pt x="522" y="904"/>
                    </a:cubicBezTo>
                    <a:cubicBezTo>
                      <a:pt x="512" y="914"/>
                      <a:pt x="494" y="940"/>
                      <a:pt x="507" y="948"/>
                    </a:cubicBezTo>
                    <a:cubicBezTo>
                      <a:pt x="519" y="957"/>
                      <a:pt x="535" y="938"/>
                      <a:pt x="539" y="927"/>
                    </a:cubicBezTo>
                    <a:cubicBezTo>
                      <a:pt x="543" y="917"/>
                      <a:pt x="550" y="914"/>
                      <a:pt x="550" y="914"/>
                    </a:cubicBezTo>
                    <a:cubicBezTo>
                      <a:pt x="550" y="914"/>
                      <a:pt x="549" y="935"/>
                      <a:pt x="552" y="940"/>
                    </a:cubicBezTo>
                    <a:cubicBezTo>
                      <a:pt x="555" y="946"/>
                      <a:pt x="547" y="955"/>
                      <a:pt x="552" y="962"/>
                    </a:cubicBezTo>
                    <a:cubicBezTo>
                      <a:pt x="553" y="964"/>
                      <a:pt x="549" y="966"/>
                      <a:pt x="548" y="976"/>
                    </a:cubicBezTo>
                    <a:cubicBezTo>
                      <a:pt x="546" y="986"/>
                      <a:pt x="541" y="976"/>
                      <a:pt x="535" y="986"/>
                    </a:cubicBezTo>
                    <a:cubicBezTo>
                      <a:pt x="532" y="990"/>
                      <a:pt x="512" y="986"/>
                      <a:pt x="512" y="1004"/>
                    </a:cubicBezTo>
                    <a:cubicBezTo>
                      <a:pt x="512" y="1004"/>
                      <a:pt x="502" y="1013"/>
                      <a:pt x="510" y="1019"/>
                    </a:cubicBezTo>
                    <a:cubicBezTo>
                      <a:pt x="517" y="1020"/>
                      <a:pt x="517" y="1020"/>
                      <a:pt x="517" y="1020"/>
                    </a:cubicBezTo>
                    <a:cubicBezTo>
                      <a:pt x="517" y="1020"/>
                      <a:pt x="508" y="1027"/>
                      <a:pt x="515" y="1034"/>
                    </a:cubicBezTo>
                    <a:cubicBezTo>
                      <a:pt x="517" y="1037"/>
                      <a:pt x="527" y="1035"/>
                      <a:pt x="530" y="1035"/>
                    </a:cubicBezTo>
                    <a:cubicBezTo>
                      <a:pt x="533" y="1035"/>
                      <a:pt x="535" y="1035"/>
                      <a:pt x="535" y="1035"/>
                    </a:cubicBezTo>
                    <a:cubicBezTo>
                      <a:pt x="535" y="1035"/>
                      <a:pt x="535" y="1043"/>
                      <a:pt x="541" y="1044"/>
                    </a:cubicBezTo>
                    <a:cubicBezTo>
                      <a:pt x="547" y="1044"/>
                      <a:pt x="553" y="1039"/>
                      <a:pt x="555" y="1036"/>
                    </a:cubicBezTo>
                    <a:cubicBezTo>
                      <a:pt x="558" y="1033"/>
                      <a:pt x="570" y="1027"/>
                      <a:pt x="575" y="1019"/>
                    </a:cubicBezTo>
                    <a:cubicBezTo>
                      <a:pt x="580" y="1011"/>
                      <a:pt x="587" y="1010"/>
                      <a:pt x="592" y="985"/>
                    </a:cubicBezTo>
                    <a:cubicBezTo>
                      <a:pt x="595" y="973"/>
                      <a:pt x="604" y="958"/>
                      <a:pt x="604" y="949"/>
                    </a:cubicBezTo>
                    <a:cubicBezTo>
                      <a:pt x="605" y="939"/>
                      <a:pt x="607" y="930"/>
                      <a:pt x="604" y="914"/>
                    </a:cubicBezTo>
                    <a:cubicBezTo>
                      <a:pt x="603" y="901"/>
                      <a:pt x="607" y="864"/>
                      <a:pt x="609" y="852"/>
                    </a:cubicBezTo>
                    <a:cubicBezTo>
                      <a:pt x="609" y="852"/>
                      <a:pt x="609" y="852"/>
                      <a:pt x="609" y="852"/>
                    </a:cubicBezTo>
                    <a:cubicBezTo>
                      <a:pt x="612" y="836"/>
                      <a:pt x="608" y="824"/>
                      <a:pt x="607" y="820"/>
                    </a:cubicBezTo>
                    <a:close/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117" name="Freeform 711">
                <a:extLst>
                  <a:ext uri="{FF2B5EF4-FFF2-40B4-BE49-F238E27FC236}">
                    <a16:creationId xmlns:a16="http://schemas.microsoft.com/office/drawing/2014/main" id="{08EB0C77-409D-4969-8CA5-87719D8931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7" y="2447"/>
                <a:ext cx="43" cy="92"/>
              </a:xfrm>
              <a:custGeom>
                <a:avLst/>
                <a:gdLst>
                  <a:gd name="T0" fmla="*/ 8 w 28"/>
                  <a:gd name="T1" fmla="*/ 0 h 61"/>
                  <a:gd name="T2" fmla="*/ 66 w 28"/>
                  <a:gd name="T3" fmla="*/ 53 h 61"/>
                  <a:gd name="T4" fmla="*/ 69 w 28"/>
                  <a:gd name="T5" fmla="*/ 127 h 61"/>
                  <a:gd name="T6" fmla="*/ 58 w 28"/>
                  <a:gd name="T7" fmla="*/ 202 h 61"/>
                  <a:gd name="T8" fmla="*/ 34 w 28"/>
                  <a:gd name="T9" fmla="*/ 178 h 61"/>
                  <a:gd name="T10" fmla="*/ 12 w 28"/>
                  <a:gd name="T11" fmla="*/ 127 h 61"/>
                  <a:gd name="T12" fmla="*/ 8 w 28"/>
                  <a:gd name="T13" fmla="*/ 62 h 61"/>
                  <a:gd name="T14" fmla="*/ 8 w 28"/>
                  <a:gd name="T15" fmla="*/ 0 h 6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8" h="61">
                    <a:moveTo>
                      <a:pt x="2" y="0"/>
                    </a:moveTo>
                    <a:cubicBezTo>
                      <a:pt x="2" y="0"/>
                      <a:pt x="1" y="8"/>
                      <a:pt x="18" y="15"/>
                    </a:cubicBezTo>
                    <a:cubicBezTo>
                      <a:pt x="28" y="19"/>
                      <a:pt x="20" y="35"/>
                      <a:pt x="19" y="37"/>
                    </a:cubicBezTo>
                    <a:cubicBezTo>
                      <a:pt x="18" y="39"/>
                      <a:pt x="16" y="59"/>
                      <a:pt x="16" y="59"/>
                    </a:cubicBezTo>
                    <a:cubicBezTo>
                      <a:pt x="16" y="59"/>
                      <a:pt x="13" y="61"/>
                      <a:pt x="9" y="52"/>
                    </a:cubicBezTo>
                    <a:cubicBezTo>
                      <a:pt x="5" y="42"/>
                      <a:pt x="0" y="51"/>
                      <a:pt x="3" y="37"/>
                    </a:cubicBezTo>
                    <a:cubicBezTo>
                      <a:pt x="6" y="23"/>
                      <a:pt x="2" y="23"/>
                      <a:pt x="2" y="18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8E4C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118" name="Freeform 712">
                <a:extLst>
                  <a:ext uri="{FF2B5EF4-FFF2-40B4-BE49-F238E27FC236}">
                    <a16:creationId xmlns:a16="http://schemas.microsoft.com/office/drawing/2014/main" id="{53F085DD-DA78-4B69-B370-528BFF2E2E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8" y="2445"/>
                <a:ext cx="56" cy="181"/>
              </a:xfrm>
              <a:custGeom>
                <a:avLst/>
                <a:gdLst>
                  <a:gd name="T0" fmla="*/ 53 w 37"/>
                  <a:gd name="T1" fmla="*/ 0 h 120"/>
                  <a:gd name="T2" fmla="*/ 124 w 37"/>
                  <a:gd name="T3" fmla="*/ 75 h 120"/>
                  <a:gd name="T4" fmla="*/ 117 w 37"/>
                  <a:gd name="T5" fmla="*/ 127 h 120"/>
                  <a:gd name="T6" fmla="*/ 101 w 37"/>
                  <a:gd name="T7" fmla="*/ 198 h 120"/>
                  <a:gd name="T8" fmla="*/ 101 w 37"/>
                  <a:gd name="T9" fmla="*/ 229 h 120"/>
                  <a:gd name="T10" fmla="*/ 89 w 37"/>
                  <a:gd name="T11" fmla="*/ 250 h 120"/>
                  <a:gd name="T12" fmla="*/ 67 w 37"/>
                  <a:gd name="T13" fmla="*/ 323 h 120"/>
                  <a:gd name="T14" fmla="*/ 26 w 37"/>
                  <a:gd name="T15" fmla="*/ 359 h 120"/>
                  <a:gd name="T16" fmla="*/ 0 w 37"/>
                  <a:gd name="T17" fmla="*/ 412 h 12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7" h="120">
                    <a:moveTo>
                      <a:pt x="15" y="0"/>
                    </a:moveTo>
                    <a:cubicBezTo>
                      <a:pt x="15" y="12"/>
                      <a:pt x="34" y="11"/>
                      <a:pt x="36" y="22"/>
                    </a:cubicBezTo>
                    <a:cubicBezTo>
                      <a:pt x="37" y="26"/>
                      <a:pt x="35" y="33"/>
                      <a:pt x="34" y="37"/>
                    </a:cubicBezTo>
                    <a:cubicBezTo>
                      <a:pt x="31" y="44"/>
                      <a:pt x="30" y="50"/>
                      <a:pt x="29" y="58"/>
                    </a:cubicBezTo>
                    <a:cubicBezTo>
                      <a:pt x="29" y="61"/>
                      <a:pt x="30" y="64"/>
                      <a:pt x="29" y="67"/>
                    </a:cubicBezTo>
                    <a:cubicBezTo>
                      <a:pt x="29" y="70"/>
                      <a:pt x="28" y="70"/>
                      <a:pt x="26" y="73"/>
                    </a:cubicBezTo>
                    <a:cubicBezTo>
                      <a:pt x="22" y="79"/>
                      <a:pt x="21" y="87"/>
                      <a:pt x="19" y="94"/>
                    </a:cubicBezTo>
                    <a:cubicBezTo>
                      <a:pt x="16" y="101"/>
                      <a:pt x="12" y="100"/>
                      <a:pt x="7" y="105"/>
                    </a:cubicBezTo>
                    <a:cubicBezTo>
                      <a:pt x="4" y="108"/>
                      <a:pt x="0" y="115"/>
                      <a:pt x="0" y="120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119" name="Freeform 713">
                <a:extLst>
                  <a:ext uri="{FF2B5EF4-FFF2-40B4-BE49-F238E27FC236}">
                    <a16:creationId xmlns:a16="http://schemas.microsoft.com/office/drawing/2014/main" id="{7C092D03-F225-4177-89AB-54C7087505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0" y="2439"/>
                <a:ext cx="18" cy="6"/>
              </a:xfrm>
              <a:custGeom>
                <a:avLst/>
                <a:gdLst>
                  <a:gd name="T0" fmla="*/ 0 w 12"/>
                  <a:gd name="T1" fmla="*/ 14 h 4"/>
                  <a:gd name="T2" fmla="*/ 41 w 12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4">
                    <a:moveTo>
                      <a:pt x="0" y="4"/>
                    </a:moveTo>
                    <a:cubicBezTo>
                      <a:pt x="3" y="1"/>
                      <a:pt x="7" y="0"/>
                      <a:pt x="12" y="0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120" name="Freeform 714">
                <a:extLst>
                  <a:ext uri="{FF2B5EF4-FFF2-40B4-BE49-F238E27FC236}">
                    <a16:creationId xmlns:a16="http://schemas.microsoft.com/office/drawing/2014/main" id="{69A1F350-E5EF-4664-B30E-62649FF83D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3" y="2518"/>
                <a:ext cx="18" cy="19"/>
              </a:xfrm>
              <a:custGeom>
                <a:avLst/>
                <a:gdLst>
                  <a:gd name="T0" fmla="*/ 0 w 12"/>
                  <a:gd name="T1" fmla="*/ 0 h 13"/>
                  <a:gd name="T2" fmla="*/ 41 w 12"/>
                  <a:gd name="T3" fmla="*/ 41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13">
                    <a:moveTo>
                      <a:pt x="0" y="0"/>
                    </a:moveTo>
                    <a:cubicBezTo>
                      <a:pt x="7" y="2"/>
                      <a:pt x="6" y="12"/>
                      <a:pt x="12" y="13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121" name="Freeform 715">
                <a:extLst>
                  <a:ext uri="{FF2B5EF4-FFF2-40B4-BE49-F238E27FC236}">
                    <a16:creationId xmlns:a16="http://schemas.microsoft.com/office/drawing/2014/main" id="{4B50C04C-2BBB-4784-8616-ED3C1F5D40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9" y="2577"/>
                <a:ext cx="59" cy="28"/>
              </a:xfrm>
              <a:custGeom>
                <a:avLst/>
                <a:gdLst>
                  <a:gd name="T0" fmla="*/ 135 w 39"/>
                  <a:gd name="T1" fmla="*/ 0 h 19"/>
                  <a:gd name="T2" fmla="*/ 68 w 39"/>
                  <a:gd name="T3" fmla="*/ 46 h 19"/>
                  <a:gd name="T4" fmla="*/ 0 w 39"/>
                  <a:gd name="T5" fmla="*/ 60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9" h="19">
                    <a:moveTo>
                      <a:pt x="39" y="0"/>
                    </a:moveTo>
                    <a:cubicBezTo>
                      <a:pt x="31" y="2"/>
                      <a:pt x="28" y="12"/>
                      <a:pt x="20" y="14"/>
                    </a:cubicBezTo>
                    <a:cubicBezTo>
                      <a:pt x="13" y="16"/>
                      <a:pt x="5" y="14"/>
                      <a:pt x="0" y="19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122" name="Freeform 716">
                <a:extLst>
                  <a:ext uri="{FF2B5EF4-FFF2-40B4-BE49-F238E27FC236}">
                    <a16:creationId xmlns:a16="http://schemas.microsoft.com/office/drawing/2014/main" id="{A3DE612D-C30E-42AB-BB8F-83217D2926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3" y="2534"/>
                <a:ext cx="74" cy="47"/>
              </a:xfrm>
              <a:custGeom>
                <a:avLst/>
                <a:gdLst>
                  <a:gd name="T0" fmla="*/ 0 w 49"/>
                  <a:gd name="T1" fmla="*/ 108 h 31"/>
                  <a:gd name="T2" fmla="*/ 53 w 49"/>
                  <a:gd name="T3" fmla="*/ 102 h 31"/>
                  <a:gd name="T4" fmla="*/ 107 w 49"/>
                  <a:gd name="T5" fmla="*/ 76 h 31"/>
                  <a:gd name="T6" fmla="*/ 148 w 49"/>
                  <a:gd name="T7" fmla="*/ 49 h 31"/>
                  <a:gd name="T8" fmla="*/ 169 w 49"/>
                  <a:gd name="T9" fmla="*/ 0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9" h="31">
                    <a:moveTo>
                      <a:pt x="0" y="31"/>
                    </a:moveTo>
                    <a:cubicBezTo>
                      <a:pt x="5" y="29"/>
                      <a:pt x="9" y="29"/>
                      <a:pt x="15" y="29"/>
                    </a:cubicBezTo>
                    <a:cubicBezTo>
                      <a:pt x="21" y="29"/>
                      <a:pt x="24" y="23"/>
                      <a:pt x="31" y="22"/>
                    </a:cubicBezTo>
                    <a:cubicBezTo>
                      <a:pt x="37" y="21"/>
                      <a:pt x="40" y="21"/>
                      <a:pt x="43" y="14"/>
                    </a:cubicBezTo>
                    <a:cubicBezTo>
                      <a:pt x="45" y="9"/>
                      <a:pt x="45" y="4"/>
                      <a:pt x="49" y="0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123" name="Freeform 717">
                <a:extLst>
                  <a:ext uri="{FF2B5EF4-FFF2-40B4-BE49-F238E27FC236}">
                    <a16:creationId xmlns:a16="http://schemas.microsoft.com/office/drawing/2014/main" id="{AAD2F09E-F5CC-496A-A1CE-9841F9C6CE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9" y="2471"/>
                <a:ext cx="26" cy="26"/>
              </a:xfrm>
              <a:custGeom>
                <a:avLst/>
                <a:gdLst>
                  <a:gd name="T0" fmla="*/ 61 w 17"/>
                  <a:gd name="T1" fmla="*/ 26 h 17"/>
                  <a:gd name="T2" fmla="*/ 43 w 17"/>
                  <a:gd name="T3" fmla="*/ 61 h 17"/>
                  <a:gd name="T4" fmla="*/ 0 w 17"/>
                  <a:gd name="T5" fmla="*/ 32 h 17"/>
                  <a:gd name="T6" fmla="*/ 21 w 17"/>
                  <a:gd name="T7" fmla="*/ 0 h 17"/>
                  <a:gd name="T8" fmla="*/ 61 w 17"/>
                  <a:gd name="T9" fmla="*/ 26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17">
                    <a:moveTo>
                      <a:pt x="17" y="7"/>
                    </a:moveTo>
                    <a:cubicBezTo>
                      <a:pt x="12" y="17"/>
                      <a:pt x="12" y="17"/>
                      <a:pt x="12" y="17"/>
                    </a:cubicBezTo>
                    <a:cubicBezTo>
                      <a:pt x="12" y="17"/>
                      <a:pt x="4" y="10"/>
                      <a:pt x="0" y="9"/>
                    </a:cubicBezTo>
                    <a:cubicBezTo>
                      <a:pt x="0" y="9"/>
                      <a:pt x="3" y="2"/>
                      <a:pt x="6" y="0"/>
                    </a:cubicBezTo>
                    <a:cubicBezTo>
                      <a:pt x="6" y="0"/>
                      <a:pt x="14" y="0"/>
                      <a:pt x="17" y="7"/>
                    </a:cubicBezTo>
                    <a:close/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124" name="Freeform 718">
                <a:extLst>
                  <a:ext uri="{FF2B5EF4-FFF2-40B4-BE49-F238E27FC236}">
                    <a16:creationId xmlns:a16="http://schemas.microsoft.com/office/drawing/2014/main" id="{6802FD90-66C6-480A-8396-75460A3C7C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4" y="2625"/>
                <a:ext cx="25" cy="17"/>
              </a:xfrm>
              <a:custGeom>
                <a:avLst/>
                <a:gdLst>
                  <a:gd name="T0" fmla="*/ 54 w 17"/>
                  <a:gd name="T1" fmla="*/ 12 h 11"/>
                  <a:gd name="T2" fmla="*/ 13 w 17"/>
                  <a:gd name="T3" fmla="*/ 22 h 11"/>
                  <a:gd name="T4" fmla="*/ 13 w 17"/>
                  <a:gd name="T5" fmla="*/ 40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11">
                    <a:moveTo>
                      <a:pt x="17" y="3"/>
                    </a:moveTo>
                    <a:cubicBezTo>
                      <a:pt x="17" y="3"/>
                      <a:pt x="13" y="0"/>
                      <a:pt x="4" y="6"/>
                    </a:cubicBezTo>
                    <a:cubicBezTo>
                      <a:pt x="0" y="9"/>
                      <a:pt x="0" y="11"/>
                      <a:pt x="4" y="11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125" name="Freeform 719">
                <a:extLst>
                  <a:ext uri="{FF2B5EF4-FFF2-40B4-BE49-F238E27FC236}">
                    <a16:creationId xmlns:a16="http://schemas.microsoft.com/office/drawing/2014/main" id="{9331FF49-411D-41FC-A625-C204EBDFAC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4" y="2522"/>
                <a:ext cx="64" cy="56"/>
              </a:xfrm>
              <a:custGeom>
                <a:avLst/>
                <a:gdLst>
                  <a:gd name="T0" fmla="*/ 137 w 42"/>
                  <a:gd name="T1" fmla="*/ 0 h 37"/>
                  <a:gd name="T2" fmla="*/ 123 w 42"/>
                  <a:gd name="T3" fmla="*/ 35 h 37"/>
                  <a:gd name="T4" fmla="*/ 116 w 42"/>
                  <a:gd name="T5" fmla="*/ 54 h 37"/>
                  <a:gd name="T6" fmla="*/ 101 w 42"/>
                  <a:gd name="T7" fmla="*/ 62 h 37"/>
                  <a:gd name="T8" fmla="*/ 81 w 42"/>
                  <a:gd name="T9" fmla="*/ 73 h 37"/>
                  <a:gd name="T10" fmla="*/ 75 w 42"/>
                  <a:gd name="T11" fmla="*/ 80 h 37"/>
                  <a:gd name="T12" fmla="*/ 56 w 42"/>
                  <a:gd name="T13" fmla="*/ 82 h 37"/>
                  <a:gd name="T14" fmla="*/ 27 w 42"/>
                  <a:gd name="T15" fmla="*/ 94 h 37"/>
                  <a:gd name="T16" fmla="*/ 5 w 42"/>
                  <a:gd name="T17" fmla="*/ 124 h 37"/>
                  <a:gd name="T18" fmla="*/ 32 w 42"/>
                  <a:gd name="T19" fmla="*/ 121 h 37"/>
                  <a:gd name="T20" fmla="*/ 49 w 42"/>
                  <a:gd name="T21" fmla="*/ 121 h 37"/>
                  <a:gd name="T22" fmla="*/ 62 w 42"/>
                  <a:gd name="T23" fmla="*/ 117 h 37"/>
                  <a:gd name="T24" fmla="*/ 93 w 42"/>
                  <a:gd name="T25" fmla="*/ 101 h 37"/>
                  <a:gd name="T26" fmla="*/ 123 w 42"/>
                  <a:gd name="T27" fmla="*/ 88 h 37"/>
                  <a:gd name="T28" fmla="*/ 134 w 42"/>
                  <a:gd name="T29" fmla="*/ 76 h 37"/>
                  <a:gd name="T30" fmla="*/ 137 w 42"/>
                  <a:gd name="T31" fmla="*/ 54 h 37"/>
                  <a:gd name="T32" fmla="*/ 149 w 42"/>
                  <a:gd name="T33" fmla="*/ 26 h 37"/>
                  <a:gd name="T34" fmla="*/ 142 w 42"/>
                  <a:gd name="T35" fmla="*/ 0 h 37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42" h="37">
                    <a:moveTo>
                      <a:pt x="39" y="0"/>
                    </a:moveTo>
                    <a:cubicBezTo>
                      <a:pt x="37" y="3"/>
                      <a:pt x="36" y="7"/>
                      <a:pt x="35" y="10"/>
                    </a:cubicBezTo>
                    <a:cubicBezTo>
                      <a:pt x="34" y="12"/>
                      <a:pt x="34" y="15"/>
                      <a:pt x="33" y="16"/>
                    </a:cubicBezTo>
                    <a:cubicBezTo>
                      <a:pt x="32" y="17"/>
                      <a:pt x="30" y="18"/>
                      <a:pt x="28" y="18"/>
                    </a:cubicBezTo>
                    <a:cubicBezTo>
                      <a:pt x="26" y="19"/>
                      <a:pt x="25" y="20"/>
                      <a:pt x="23" y="21"/>
                    </a:cubicBezTo>
                    <a:cubicBezTo>
                      <a:pt x="22" y="22"/>
                      <a:pt x="21" y="23"/>
                      <a:pt x="21" y="23"/>
                    </a:cubicBezTo>
                    <a:cubicBezTo>
                      <a:pt x="19" y="24"/>
                      <a:pt x="18" y="24"/>
                      <a:pt x="16" y="24"/>
                    </a:cubicBezTo>
                    <a:cubicBezTo>
                      <a:pt x="14" y="25"/>
                      <a:pt x="11" y="26"/>
                      <a:pt x="8" y="27"/>
                    </a:cubicBezTo>
                    <a:cubicBezTo>
                      <a:pt x="5" y="29"/>
                      <a:pt x="0" y="31"/>
                      <a:pt x="1" y="36"/>
                    </a:cubicBezTo>
                    <a:cubicBezTo>
                      <a:pt x="3" y="37"/>
                      <a:pt x="7" y="36"/>
                      <a:pt x="9" y="35"/>
                    </a:cubicBezTo>
                    <a:cubicBezTo>
                      <a:pt x="11" y="34"/>
                      <a:pt x="12" y="35"/>
                      <a:pt x="14" y="35"/>
                    </a:cubicBezTo>
                    <a:cubicBezTo>
                      <a:pt x="15" y="34"/>
                      <a:pt x="17" y="34"/>
                      <a:pt x="18" y="34"/>
                    </a:cubicBezTo>
                    <a:cubicBezTo>
                      <a:pt x="21" y="33"/>
                      <a:pt x="23" y="30"/>
                      <a:pt x="26" y="29"/>
                    </a:cubicBezTo>
                    <a:cubicBezTo>
                      <a:pt x="29" y="27"/>
                      <a:pt x="32" y="26"/>
                      <a:pt x="35" y="25"/>
                    </a:cubicBezTo>
                    <a:cubicBezTo>
                      <a:pt x="36" y="24"/>
                      <a:pt x="38" y="23"/>
                      <a:pt x="38" y="22"/>
                    </a:cubicBezTo>
                    <a:cubicBezTo>
                      <a:pt x="39" y="20"/>
                      <a:pt x="39" y="18"/>
                      <a:pt x="39" y="16"/>
                    </a:cubicBezTo>
                    <a:cubicBezTo>
                      <a:pt x="40" y="13"/>
                      <a:pt x="41" y="10"/>
                      <a:pt x="42" y="7"/>
                    </a:cubicBezTo>
                    <a:cubicBezTo>
                      <a:pt x="42" y="4"/>
                      <a:pt x="42" y="1"/>
                      <a:pt x="40" y="0"/>
                    </a:cubicBezTo>
                  </a:path>
                </a:pathLst>
              </a:custGeom>
              <a:solidFill>
                <a:srgbClr val="8E4C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126" name="Freeform 720">
                <a:extLst>
                  <a:ext uri="{FF2B5EF4-FFF2-40B4-BE49-F238E27FC236}">
                    <a16:creationId xmlns:a16="http://schemas.microsoft.com/office/drawing/2014/main" id="{D2EC8BF2-6CB4-415F-A54B-1D6261B481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3" y="2536"/>
                <a:ext cx="78" cy="65"/>
              </a:xfrm>
              <a:custGeom>
                <a:avLst/>
                <a:gdLst>
                  <a:gd name="T0" fmla="*/ 176 w 52"/>
                  <a:gd name="T1" fmla="*/ 12 h 43"/>
                  <a:gd name="T2" fmla="*/ 161 w 52"/>
                  <a:gd name="T3" fmla="*/ 12 h 43"/>
                  <a:gd name="T4" fmla="*/ 147 w 52"/>
                  <a:gd name="T5" fmla="*/ 53 h 43"/>
                  <a:gd name="T6" fmla="*/ 116 w 52"/>
                  <a:gd name="T7" fmla="*/ 76 h 43"/>
                  <a:gd name="T8" fmla="*/ 86 w 52"/>
                  <a:gd name="T9" fmla="*/ 89 h 43"/>
                  <a:gd name="T10" fmla="*/ 72 w 52"/>
                  <a:gd name="T11" fmla="*/ 101 h 43"/>
                  <a:gd name="T12" fmla="*/ 59 w 52"/>
                  <a:gd name="T13" fmla="*/ 101 h 43"/>
                  <a:gd name="T14" fmla="*/ 21 w 52"/>
                  <a:gd name="T15" fmla="*/ 103 h 43"/>
                  <a:gd name="T16" fmla="*/ 0 w 52"/>
                  <a:gd name="T17" fmla="*/ 116 h 43"/>
                  <a:gd name="T18" fmla="*/ 14 w 52"/>
                  <a:gd name="T19" fmla="*/ 142 h 43"/>
                  <a:gd name="T20" fmla="*/ 45 w 52"/>
                  <a:gd name="T21" fmla="*/ 138 h 43"/>
                  <a:gd name="T22" fmla="*/ 72 w 52"/>
                  <a:gd name="T23" fmla="*/ 130 h 43"/>
                  <a:gd name="T24" fmla="*/ 102 w 52"/>
                  <a:gd name="T25" fmla="*/ 115 h 43"/>
                  <a:gd name="T26" fmla="*/ 134 w 52"/>
                  <a:gd name="T27" fmla="*/ 89 h 43"/>
                  <a:gd name="T28" fmla="*/ 143 w 52"/>
                  <a:gd name="T29" fmla="*/ 86 h 43"/>
                  <a:gd name="T30" fmla="*/ 149 w 52"/>
                  <a:gd name="T31" fmla="*/ 68 h 43"/>
                  <a:gd name="T32" fmla="*/ 162 w 52"/>
                  <a:gd name="T33" fmla="*/ 41 h 43"/>
                  <a:gd name="T34" fmla="*/ 170 w 52"/>
                  <a:gd name="T35" fmla="*/ 26 h 43"/>
                  <a:gd name="T36" fmla="*/ 174 w 52"/>
                  <a:gd name="T37" fmla="*/ 8 h 43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52" h="43">
                    <a:moveTo>
                      <a:pt x="52" y="3"/>
                    </a:moveTo>
                    <a:cubicBezTo>
                      <a:pt x="50" y="1"/>
                      <a:pt x="48" y="0"/>
                      <a:pt x="47" y="3"/>
                    </a:cubicBezTo>
                    <a:cubicBezTo>
                      <a:pt x="47" y="7"/>
                      <a:pt x="45" y="11"/>
                      <a:pt x="43" y="15"/>
                    </a:cubicBezTo>
                    <a:cubicBezTo>
                      <a:pt x="41" y="19"/>
                      <a:pt x="38" y="21"/>
                      <a:pt x="34" y="22"/>
                    </a:cubicBezTo>
                    <a:cubicBezTo>
                      <a:pt x="31" y="24"/>
                      <a:pt x="28" y="24"/>
                      <a:pt x="25" y="26"/>
                    </a:cubicBezTo>
                    <a:cubicBezTo>
                      <a:pt x="24" y="27"/>
                      <a:pt x="23" y="28"/>
                      <a:pt x="21" y="29"/>
                    </a:cubicBezTo>
                    <a:cubicBezTo>
                      <a:pt x="20" y="29"/>
                      <a:pt x="18" y="29"/>
                      <a:pt x="17" y="29"/>
                    </a:cubicBezTo>
                    <a:cubicBezTo>
                      <a:pt x="13" y="30"/>
                      <a:pt x="10" y="30"/>
                      <a:pt x="6" y="30"/>
                    </a:cubicBezTo>
                    <a:cubicBezTo>
                      <a:pt x="4" y="30"/>
                      <a:pt x="0" y="31"/>
                      <a:pt x="0" y="34"/>
                    </a:cubicBezTo>
                    <a:cubicBezTo>
                      <a:pt x="0" y="36"/>
                      <a:pt x="2" y="40"/>
                      <a:pt x="4" y="41"/>
                    </a:cubicBezTo>
                    <a:cubicBezTo>
                      <a:pt x="6" y="43"/>
                      <a:pt x="10" y="41"/>
                      <a:pt x="13" y="40"/>
                    </a:cubicBezTo>
                    <a:cubicBezTo>
                      <a:pt x="15" y="39"/>
                      <a:pt x="18" y="38"/>
                      <a:pt x="21" y="38"/>
                    </a:cubicBezTo>
                    <a:cubicBezTo>
                      <a:pt x="25" y="37"/>
                      <a:pt x="27" y="36"/>
                      <a:pt x="30" y="33"/>
                    </a:cubicBezTo>
                    <a:cubicBezTo>
                      <a:pt x="33" y="30"/>
                      <a:pt x="35" y="28"/>
                      <a:pt x="39" y="26"/>
                    </a:cubicBezTo>
                    <a:cubicBezTo>
                      <a:pt x="40" y="26"/>
                      <a:pt x="41" y="25"/>
                      <a:pt x="42" y="25"/>
                    </a:cubicBezTo>
                    <a:cubicBezTo>
                      <a:pt x="43" y="24"/>
                      <a:pt x="43" y="21"/>
                      <a:pt x="44" y="20"/>
                    </a:cubicBezTo>
                    <a:cubicBezTo>
                      <a:pt x="45" y="17"/>
                      <a:pt x="47" y="14"/>
                      <a:pt x="48" y="12"/>
                    </a:cubicBezTo>
                    <a:cubicBezTo>
                      <a:pt x="49" y="10"/>
                      <a:pt x="50" y="8"/>
                      <a:pt x="50" y="7"/>
                    </a:cubicBezTo>
                    <a:cubicBezTo>
                      <a:pt x="51" y="5"/>
                      <a:pt x="51" y="4"/>
                      <a:pt x="51" y="2"/>
                    </a:cubicBezTo>
                  </a:path>
                </a:pathLst>
              </a:custGeom>
              <a:solidFill>
                <a:srgbClr val="8E4C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127" name="Freeform 721">
                <a:extLst>
                  <a:ext uri="{FF2B5EF4-FFF2-40B4-BE49-F238E27FC236}">
                    <a16:creationId xmlns:a16="http://schemas.microsoft.com/office/drawing/2014/main" id="{6C650F5F-F096-43A5-A786-120735D5AA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0" y="2580"/>
                <a:ext cx="48" cy="36"/>
              </a:xfrm>
              <a:custGeom>
                <a:avLst/>
                <a:gdLst>
                  <a:gd name="T0" fmla="*/ 108 w 32"/>
                  <a:gd name="T1" fmla="*/ 0 h 24"/>
                  <a:gd name="T2" fmla="*/ 95 w 32"/>
                  <a:gd name="T3" fmla="*/ 32 h 24"/>
                  <a:gd name="T4" fmla="*/ 80 w 32"/>
                  <a:gd name="T5" fmla="*/ 41 h 24"/>
                  <a:gd name="T6" fmla="*/ 66 w 32"/>
                  <a:gd name="T7" fmla="*/ 53 h 24"/>
                  <a:gd name="T8" fmla="*/ 26 w 32"/>
                  <a:gd name="T9" fmla="*/ 81 h 24"/>
                  <a:gd name="T10" fmla="*/ 0 w 32"/>
                  <a:gd name="T11" fmla="*/ 59 h 24"/>
                  <a:gd name="T12" fmla="*/ 18 w 32"/>
                  <a:gd name="T13" fmla="*/ 48 h 24"/>
                  <a:gd name="T14" fmla="*/ 48 w 32"/>
                  <a:gd name="T15" fmla="*/ 45 h 24"/>
                  <a:gd name="T16" fmla="*/ 75 w 32"/>
                  <a:gd name="T17" fmla="*/ 26 h 24"/>
                  <a:gd name="T18" fmla="*/ 95 w 32"/>
                  <a:gd name="T19" fmla="*/ 8 h 24"/>
                  <a:gd name="T20" fmla="*/ 107 w 32"/>
                  <a:gd name="T21" fmla="*/ 0 h 2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2" h="24">
                    <a:moveTo>
                      <a:pt x="32" y="0"/>
                    </a:moveTo>
                    <a:cubicBezTo>
                      <a:pt x="29" y="2"/>
                      <a:pt x="30" y="7"/>
                      <a:pt x="28" y="9"/>
                    </a:cubicBezTo>
                    <a:cubicBezTo>
                      <a:pt x="27" y="11"/>
                      <a:pt x="24" y="11"/>
                      <a:pt x="23" y="12"/>
                    </a:cubicBezTo>
                    <a:cubicBezTo>
                      <a:pt x="21" y="12"/>
                      <a:pt x="20" y="13"/>
                      <a:pt x="19" y="15"/>
                    </a:cubicBezTo>
                    <a:cubicBezTo>
                      <a:pt x="16" y="18"/>
                      <a:pt x="12" y="24"/>
                      <a:pt x="7" y="24"/>
                    </a:cubicBezTo>
                    <a:cubicBezTo>
                      <a:pt x="5" y="23"/>
                      <a:pt x="0" y="20"/>
                      <a:pt x="0" y="17"/>
                    </a:cubicBezTo>
                    <a:cubicBezTo>
                      <a:pt x="1" y="14"/>
                      <a:pt x="4" y="14"/>
                      <a:pt x="5" y="14"/>
                    </a:cubicBezTo>
                    <a:cubicBezTo>
                      <a:pt x="8" y="13"/>
                      <a:pt x="12" y="14"/>
                      <a:pt x="14" y="13"/>
                    </a:cubicBezTo>
                    <a:cubicBezTo>
                      <a:pt x="17" y="11"/>
                      <a:pt x="19" y="10"/>
                      <a:pt x="22" y="7"/>
                    </a:cubicBezTo>
                    <a:cubicBezTo>
                      <a:pt x="24" y="5"/>
                      <a:pt x="26" y="4"/>
                      <a:pt x="28" y="2"/>
                    </a:cubicBezTo>
                    <a:cubicBezTo>
                      <a:pt x="29" y="2"/>
                      <a:pt x="30" y="1"/>
                      <a:pt x="31" y="0"/>
                    </a:cubicBezTo>
                  </a:path>
                </a:pathLst>
              </a:custGeom>
              <a:solidFill>
                <a:srgbClr val="8E4C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128" name="Freeform 722">
                <a:extLst>
                  <a:ext uri="{FF2B5EF4-FFF2-40B4-BE49-F238E27FC236}">
                    <a16:creationId xmlns:a16="http://schemas.microsoft.com/office/drawing/2014/main" id="{67F545C0-FB91-4F03-AFD4-3D9A625A53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6" y="2462"/>
                <a:ext cx="17" cy="63"/>
              </a:xfrm>
              <a:custGeom>
                <a:avLst/>
                <a:gdLst>
                  <a:gd name="T0" fmla="*/ 0 w 11"/>
                  <a:gd name="T1" fmla="*/ 0 h 42"/>
                  <a:gd name="T2" fmla="*/ 22 w 11"/>
                  <a:gd name="T3" fmla="*/ 68 h 42"/>
                  <a:gd name="T4" fmla="*/ 12 w 11"/>
                  <a:gd name="T5" fmla="*/ 102 h 42"/>
                  <a:gd name="T6" fmla="*/ 5 w 11"/>
                  <a:gd name="T7" fmla="*/ 143 h 42"/>
                  <a:gd name="T8" fmla="*/ 26 w 11"/>
                  <a:gd name="T9" fmla="*/ 107 h 42"/>
                  <a:gd name="T10" fmla="*/ 36 w 11"/>
                  <a:gd name="T11" fmla="*/ 53 h 42"/>
                  <a:gd name="T12" fmla="*/ 5 w 11"/>
                  <a:gd name="T13" fmla="*/ 5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42">
                    <a:moveTo>
                      <a:pt x="0" y="0"/>
                    </a:moveTo>
                    <a:cubicBezTo>
                      <a:pt x="5" y="2"/>
                      <a:pt x="7" y="15"/>
                      <a:pt x="6" y="20"/>
                    </a:cubicBezTo>
                    <a:cubicBezTo>
                      <a:pt x="6" y="23"/>
                      <a:pt x="4" y="26"/>
                      <a:pt x="3" y="30"/>
                    </a:cubicBezTo>
                    <a:cubicBezTo>
                      <a:pt x="2" y="34"/>
                      <a:pt x="2" y="38"/>
                      <a:pt x="1" y="42"/>
                    </a:cubicBezTo>
                    <a:cubicBezTo>
                      <a:pt x="4" y="40"/>
                      <a:pt x="5" y="34"/>
                      <a:pt x="7" y="31"/>
                    </a:cubicBezTo>
                    <a:cubicBezTo>
                      <a:pt x="9" y="26"/>
                      <a:pt x="11" y="21"/>
                      <a:pt x="10" y="15"/>
                    </a:cubicBezTo>
                    <a:cubicBezTo>
                      <a:pt x="9" y="10"/>
                      <a:pt x="7" y="1"/>
                      <a:pt x="1" y="1"/>
                    </a:cubicBezTo>
                  </a:path>
                </a:pathLst>
              </a:custGeom>
              <a:solidFill>
                <a:srgbClr val="C1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129" name="Freeform 723">
                <a:extLst>
                  <a:ext uri="{FF2B5EF4-FFF2-40B4-BE49-F238E27FC236}">
                    <a16:creationId xmlns:a16="http://schemas.microsoft.com/office/drawing/2014/main" id="{90FB7782-44B5-474E-8E79-EB9D8356E5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7" y="2473"/>
                <a:ext cx="16" cy="13"/>
              </a:xfrm>
              <a:custGeom>
                <a:avLst/>
                <a:gdLst>
                  <a:gd name="T0" fmla="*/ 32 w 11"/>
                  <a:gd name="T1" fmla="*/ 19 h 9"/>
                  <a:gd name="T2" fmla="*/ 19 w 11"/>
                  <a:gd name="T3" fmla="*/ 6 h 9"/>
                  <a:gd name="T4" fmla="*/ 6 w 11"/>
                  <a:gd name="T5" fmla="*/ 0 h 9"/>
                  <a:gd name="T6" fmla="*/ 19 w 11"/>
                  <a:gd name="T7" fmla="*/ 14 h 9"/>
                  <a:gd name="T8" fmla="*/ 33 w 11"/>
                  <a:gd name="T9" fmla="*/ 19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9">
                    <a:moveTo>
                      <a:pt x="10" y="6"/>
                    </a:moveTo>
                    <a:cubicBezTo>
                      <a:pt x="10" y="4"/>
                      <a:pt x="8" y="2"/>
                      <a:pt x="6" y="2"/>
                    </a:cubicBezTo>
                    <a:cubicBezTo>
                      <a:pt x="6" y="1"/>
                      <a:pt x="2" y="0"/>
                      <a:pt x="2" y="0"/>
                    </a:cubicBezTo>
                    <a:cubicBezTo>
                      <a:pt x="0" y="2"/>
                      <a:pt x="5" y="4"/>
                      <a:pt x="6" y="5"/>
                    </a:cubicBezTo>
                    <a:cubicBezTo>
                      <a:pt x="7" y="5"/>
                      <a:pt x="10" y="9"/>
                      <a:pt x="11" y="6"/>
                    </a:cubicBezTo>
                  </a:path>
                </a:pathLst>
              </a:custGeom>
              <a:solidFill>
                <a:srgbClr val="C1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130" name="Freeform 724">
                <a:extLst>
                  <a:ext uri="{FF2B5EF4-FFF2-40B4-BE49-F238E27FC236}">
                    <a16:creationId xmlns:a16="http://schemas.microsoft.com/office/drawing/2014/main" id="{3A2ECEB5-2471-4452-8099-B051EF9FE9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9" y="2628"/>
                <a:ext cx="7" cy="6"/>
              </a:xfrm>
              <a:custGeom>
                <a:avLst/>
                <a:gdLst>
                  <a:gd name="T0" fmla="*/ 14 w 5"/>
                  <a:gd name="T1" fmla="*/ 5 h 4"/>
                  <a:gd name="T2" fmla="*/ 8 w 5"/>
                  <a:gd name="T3" fmla="*/ 14 h 4"/>
                  <a:gd name="T4" fmla="*/ 14 w 5"/>
                  <a:gd name="T5" fmla="*/ 5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4">
                    <a:moveTo>
                      <a:pt x="5" y="1"/>
                    </a:moveTo>
                    <a:cubicBezTo>
                      <a:pt x="4" y="2"/>
                      <a:pt x="3" y="3"/>
                      <a:pt x="3" y="4"/>
                    </a:cubicBezTo>
                    <a:cubicBezTo>
                      <a:pt x="0" y="2"/>
                      <a:pt x="4" y="0"/>
                      <a:pt x="5" y="1"/>
                    </a:cubicBezTo>
                  </a:path>
                </a:pathLst>
              </a:custGeom>
              <a:solidFill>
                <a:srgbClr val="C1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131" name="Freeform 725">
                <a:extLst>
                  <a:ext uri="{FF2B5EF4-FFF2-40B4-BE49-F238E27FC236}">
                    <a16:creationId xmlns:a16="http://schemas.microsoft.com/office/drawing/2014/main" id="{A2EDBA63-1B5B-4CBE-932C-4B061A5A72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9" y="3774"/>
                <a:ext cx="26" cy="181"/>
              </a:xfrm>
              <a:custGeom>
                <a:avLst/>
                <a:gdLst>
                  <a:gd name="T0" fmla="*/ 32 w 17"/>
                  <a:gd name="T1" fmla="*/ 39 h 120"/>
                  <a:gd name="T2" fmla="*/ 32 w 17"/>
                  <a:gd name="T3" fmla="*/ 134 h 120"/>
                  <a:gd name="T4" fmla="*/ 49 w 17"/>
                  <a:gd name="T5" fmla="*/ 207 h 120"/>
                  <a:gd name="T6" fmla="*/ 26 w 17"/>
                  <a:gd name="T7" fmla="*/ 412 h 120"/>
                  <a:gd name="T8" fmla="*/ 35 w 17"/>
                  <a:gd name="T9" fmla="*/ 296 h 120"/>
                  <a:gd name="T10" fmla="*/ 35 w 17"/>
                  <a:gd name="T11" fmla="*/ 256 h 120"/>
                  <a:gd name="T12" fmla="*/ 12 w 17"/>
                  <a:gd name="T13" fmla="*/ 237 h 120"/>
                  <a:gd name="T14" fmla="*/ 18 w 17"/>
                  <a:gd name="T15" fmla="*/ 151 h 120"/>
                  <a:gd name="T16" fmla="*/ 28 w 17"/>
                  <a:gd name="T17" fmla="*/ 0 h 12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7" h="120">
                    <a:moveTo>
                      <a:pt x="9" y="11"/>
                    </a:moveTo>
                    <a:cubicBezTo>
                      <a:pt x="11" y="21"/>
                      <a:pt x="8" y="30"/>
                      <a:pt x="9" y="39"/>
                    </a:cubicBezTo>
                    <a:cubicBezTo>
                      <a:pt x="10" y="46"/>
                      <a:pt x="13" y="53"/>
                      <a:pt x="14" y="60"/>
                    </a:cubicBezTo>
                    <a:cubicBezTo>
                      <a:pt x="17" y="84"/>
                      <a:pt x="12" y="99"/>
                      <a:pt x="7" y="120"/>
                    </a:cubicBezTo>
                    <a:cubicBezTo>
                      <a:pt x="6" y="110"/>
                      <a:pt x="9" y="97"/>
                      <a:pt x="10" y="86"/>
                    </a:cubicBezTo>
                    <a:cubicBezTo>
                      <a:pt x="10" y="82"/>
                      <a:pt x="11" y="78"/>
                      <a:pt x="10" y="75"/>
                    </a:cubicBezTo>
                    <a:cubicBezTo>
                      <a:pt x="8" y="69"/>
                      <a:pt x="5" y="72"/>
                      <a:pt x="3" y="69"/>
                    </a:cubicBezTo>
                    <a:cubicBezTo>
                      <a:pt x="0" y="63"/>
                      <a:pt x="4" y="51"/>
                      <a:pt x="5" y="44"/>
                    </a:cubicBezTo>
                    <a:cubicBezTo>
                      <a:pt x="6" y="30"/>
                      <a:pt x="8" y="14"/>
                      <a:pt x="8" y="0"/>
                    </a:cubicBezTo>
                  </a:path>
                </a:pathLst>
              </a:custGeom>
              <a:solidFill>
                <a:srgbClr val="C1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132" name="Freeform 726">
                <a:extLst>
                  <a:ext uri="{FF2B5EF4-FFF2-40B4-BE49-F238E27FC236}">
                    <a16:creationId xmlns:a16="http://schemas.microsoft.com/office/drawing/2014/main" id="{FAB58797-E2A4-42EE-8399-EA304F1CEA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6" y="3940"/>
                <a:ext cx="50" cy="85"/>
              </a:xfrm>
              <a:custGeom>
                <a:avLst/>
                <a:gdLst>
                  <a:gd name="T0" fmla="*/ 26 w 33"/>
                  <a:gd name="T1" fmla="*/ 196 h 56"/>
                  <a:gd name="T2" fmla="*/ 89 w 33"/>
                  <a:gd name="T3" fmla="*/ 143 h 56"/>
                  <a:gd name="T4" fmla="*/ 108 w 33"/>
                  <a:gd name="T5" fmla="*/ 0 h 56"/>
                  <a:gd name="T6" fmla="*/ 62 w 33"/>
                  <a:gd name="T7" fmla="*/ 102 h 56"/>
                  <a:gd name="T8" fmla="*/ 0 w 33"/>
                  <a:gd name="T9" fmla="*/ 182 h 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3" h="56">
                    <a:moveTo>
                      <a:pt x="7" y="56"/>
                    </a:moveTo>
                    <a:cubicBezTo>
                      <a:pt x="15" y="56"/>
                      <a:pt x="21" y="51"/>
                      <a:pt x="26" y="41"/>
                    </a:cubicBezTo>
                    <a:cubicBezTo>
                      <a:pt x="33" y="28"/>
                      <a:pt x="31" y="16"/>
                      <a:pt x="31" y="0"/>
                    </a:cubicBezTo>
                    <a:cubicBezTo>
                      <a:pt x="27" y="10"/>
                      <a:pt x="30" y="30"/>
                      <a:pt x="18" y="29"/>
                    </a:cubicBezTo>
                    <a:cubicBezTo>
                      <a:pt x="19" y="45"/>
                      <a:pt x="10" y="50"/>
                      <a:pt x="0" y="52"/>
                    </a:cubicBezTo>
                  </a:path>
                </a:pathLst>
              </a:custGeom>
              <a:solidFill>
                <a:srgbClr val="C1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133" name="Freeform 727">
                <a:extLst>
                  <a:ext uri="{FF2B5EF4-FFF2-40B4-BE49-F238E27FC236}">
                    <a16:creationId xmlns:a16="http://schemas.microsoft.com/office/drawing/2014/main" id="{B4E7FAE1-DACC-4FB0-BD72-1C3E7B3A3C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0" y="3914"/>
                <a:ext cx="43" cy="108"/>
              </a:xfrm>
              <a:custGeom>
                <a:avLst/>
                <a:gdLst>
                  <a:gd name="T0" fmla="*/ 0 w 28"/>
                  <a:gd name="T1" fmla="*/ 8 h 71"/>
                  <a:gd name="T2" fmla="*/ 14 w 28"/>
                  <a:gd name="T3" fmla="*/ 108 h 71"/>
                  <a:gd name="T4" fmla="*/ 28 w 28"/>
                  <a:gd name="T5" fmla="*/ 187 h 71"/>
                  <a:gd name="T6" fmla="*/ 58 w 28"/>
                  <a:gd name="T7" fmla="*/ 239 h 71"/>
                  <a:gd name="T8" fmla="*/ 101 w 28"/>
                  <a:gd name="T9" fmla="*/ 230 h 71"/>
                  <a:gd name="T10" fmla="*/ 52 w 28"/>
                  <a:gd name="T11" fmla="*/ 129 h 71"/>
                  <a:gd name="T12" fmla="*/ 28 w 28"/>
                  <a:gd name="T13" fmla="*/ 70 h 71"/>
                  <a:gd name="T14" fmla="*/ 8 w 28"/>
                  <a:gd name="T15" fmla="*/ 0 h 7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8" h="71">
                    <a:moveTo>
                      <a:pt x="0" y="2"/>
                    </a:moveTo>
                    <a:cubicBezTo>
                      <a:pt x="5" y="9"/>
                      <a:pt x="4" y="21"/>
                      <a:pt x="4" y="31"/>
                    </a:cubicBezTo>
                    <a:cubicBezTo>
                      <a:pt x="4" y="42"/>
                      <a:pt x="6" y="43"/>
                      <a:pt x="8" y="53"/>
                    </a:cubicBezTo>
                    <a:cubicBezTo>
                      <a:pt x="10" y="61"/>
                      <a:pt x="9" y="65"/>
                      <a:pt x="16" y="68"/>
                    </a:cubicBezTo>
                    <a:cubicBezTo>
                      <a:pt x="20" y="69"/>
                      <a:pt x="27" y="71"/>
                      <a:pt x="28" y="65"/>
                    </a:cubicBezTo>
                    <a:cubicBezTo>
                      <a:pt x="14" y="67"/>
                      <a:pt x="12" y="54"/>
                      <a:pt x="14" y="37"/>
                    </a:cubicBezTo>
                    <a:cubicBezTo>
                      <a:pt x="10" y="35"/>
                      <a:pt x="10" y="26"/>
                      <a:pt x="8" y="20"/>
                    </a:cubicBezTo>
                    <a:cubicBezTo>
                      <a:pt x="7" y="14"/>
                      <a:pt x="1" y="7"/>
                      <a:pt x="2" y="0"/>
                    </a:cubicBezTo>
                  </a:path>
                </a:pathLst>
              </a:custGeom>
              <a:solidFill>
                <a:srgbClr val="C1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134" name="Freeform 728">
                <a:extLst>
                  <a:ext uri="{FF2B5EF4-FFF2-40B4-BE49-F238E27FC236}">
                    <a16:creationId xmlns:a16="http://schemas.microsoft.com/office/drawing/2014/main" id="{62632263-BD26-448F-A4CC-E8470A587B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2" y="3939"/>
                <a:ext cx="70" cy="83"/>
              </a:xfrm>
              <a:custGeom>
                <a:avLst/>
                <a:gdLst>
                  <a:gd name="T0" fmla="*/ 75 w 46"/>
                  <a:gd name="T1" fmla="*/ 175 h 55"/>
                  <a:gd name="T2" fmla="*/ 107 w 46"/>
                  <a:gd name="T3" fmla="*/ 143 h 55"/>
                  <a:gd name="T4" fmla="*/ 148 w 46"/>
                  <a:gd name="T5" fmla="*/ 113 h 55"/>
                  <a:gd name="T6" fmla="*/ 134 w 46"/>
                  <a:gd name="T7" fmla="*/ 0 h 55"/>
                  <a:gd name="T8" fmla="*/ 102 w 46"/>
                  <a:gd name="T9" fmla="*/ 81 h 55"/>
                  <a:gd name="T10" fmla="*/ 76 w 46"/>
                  <a:gd name="T11" fmla="*/ 81 h 55"/>
                  <a:gd name="T12" fmla="*/ 75 w 46"/>
                  <a:gd name="T13" fmla="*/ 121 h 55"/>
                  <a:gd name="T14" fmla="*/ 26 w 46"/>
                  <a:gd name="T15" fmla="*/ 128 h 55"/>
                  <a:gd name="T16" fmla="*/ 14 w 46"/>
                  <a:gd name="T17" fmla="*/ 164 h 5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6" h="55">
                    <a:moveTo>
                      <a:pt x="21" y="51"/>
                    </a:moveTo>
                    <a:cubicBezTo>
                      <a:pt x="26" y="55"/>
                      <a:pt x="26" y="45"/>
                      <a:pt x="30" y="42"/>
                    </a:cubicBezTo>
                    <a:cubicBezTo>
                      <a:pt x="34" y="39"/>
                      <a:pt x="39" y="42"/>
                      <a:pt x="42" y="33"/>
                    </a:cubicBezTo>
                    <a:cubicBezTo>
                      <a:pt x="46" y="23"/>
                      <a:pt x="42" y="10"/>
                      <a:pt x="38" y="0"/>
                    </a:cubicBezTo>
                    <a:cubicBezTo>
                      <a:pt x="37" y="16"/>
                      <a:pt x="42" y="23"/>
                      <a:pt x="29" y="24"/>
                    </a:cubicBezTo>
                    <a:cubicBezTo>
                      <a:pt x="28" y="24"/>
                      <a:pt x="23" y="23"/>
                      <a:pt x="22" y="24"/>
                    </a:cubicBezTo>
                    <a:cubicBezTo>
                      <a:pt x="19" y="27"/>
                      <a:pt x="22" y="33"/>
                      <a:pt x="21" y="35"/>
                    </a:cubicBezTo>
                    <a:cubicBezTo>
                      <a:pt x="17" y="41"/>
                      <a:pt x="12" y="35"/>
                      <a:pt x="7" y="37"/>
                    </a:cubicBezTo>
                    <a:cubicBezTo>
                      <a:pt x="0" y="39"/>
                      <a:pt x="3" y="50"/>
                      <a:pt x="4" y="48"/>
                    </a:cubicBezTo>
                  </a:path>
                </a:pathLst>
              </a:custGeom>
              <a:solidFill>
                <a:srgbClr val="C1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135" name="Freeform 729">
                <a:extLst>
                  <a:ext uri="{FF2B5EF4-FFF2-40B4-BE49-F238E27FC236}">
                    <a16:creationId xmlns:a16="http://schemas.microsoft.com/office/drawing/2014/main" id="{09CF409D-EA64-4321-B1DE-3C2855B8F4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5" y="3984"/>
                <a:ext cx="25" cy="19"/>
              </a:xfrm>
              <a:custGeom>
                <a:avLst/>
                <a:gdLst>
                  <a:gd name="T0" fmla="*/ 0 w 17"/>
                  <a:gd name="T1" fmla="*/ 28 h 13"/>
                  <a:gd name="T2" fmla="*/ 46 w 17"/>
                  <a:gd name="T3" fmla="*/ 34 h 13"/>
                  <a:gd name="T4" fmla="*/ 51 w 17"/>
                  <a:gd name="T5" fmla="*/ 13 h 13"/>
                  <a:gd name="T6" fmla="*/ 13 w 17"/>
                  <a:gd name="T7" fmla="*/ 1 h 13"/>
                  <a:gd name="T8" fmla="*/ 0 w 17"/>
                  <a:gd name="T9" fmla="*/ 28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13">
                    <a:moveTo>
                      <a:pt x="0" y="9"/>
                    </a:moveTo>
                    <a:cubicBezTo>
                      <a:pt x="2" y="6"/>
                      <a:pt x="12" y="8"/>
                      <a:pt x="14" y="11"/>
                    </a:cubicBezTo>
                    <a:cubicBezTo>
                      <a:pt x="16" y="13"/>
                      <a:pt x="17" y="6"/>
                      <a:pt x="16" y="4"/>
                    </a:cubicBezTo>
                    <a:cubicBezTo>
                      <a:pt x="13" y="0"/>
                      <a:pt x="7" y="0"/>
                      <a:pt x="4" y="1"/>
                    </a:cubicBezTo>
                    <a:cubicBezTo>
                      <a:pt x="1" y="2"/>
                      <a:pt x="0" y="9"/>
                      <a:pt x="0" y="9"/>
                    </a:cubicBezTo>
                    <a:close/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136" name="Freeform 730">
                <a:extLst>
                  <a:ext uri="{FF2B5EF4-FFF2-40B4-BE49-F238E27FC236}">
                    <a16:creationId xmlns:a16="http://schemas.microsoft.com/office/drawing/2014/main" id="{455FAF5B-F148-4789-B28D-95EE8DB3F0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4" y="3963"/>
                <a:ext cx="20" cy="57"/>
              </a:xfrm>
              <a:custGeom>
                <a:avLst/>
                <a:gdLst>
                  <a:gd name="T0" fmla="*/ 48 w 13"/>
                  <a:gd name="T1" fmla="*/ 0 h 38"/>
                  <a:gd name="T2" fmla="*/ 12 w 13"/>
                  <a:gd name="T3" fmla="*/ 68 h 38"/>
                  <a:gd name="T4" fmla="*/ 8 w 13"/>
                  <a:gd name="T5" fmla="*/ 129 h 3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38">
                    <a:moveTo>
                      <a:pt x="13" y="0"/>
                    </a:moveTo>
                    <a:cubicBezTo>
                      <a:pt x="11" y="7"/>
                      <a:pt x="5" y="11"/>
                      <a:pt x="3" y="20"/>
                    </a:cubicBezTo>
                    <a:cubicBezTo>
                      <a:pt x="1" y="26"/>
                      <a:pt x="0" y="34"/>
                      <a:pt x="2" y="38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137" name="Freeform 731">
                <a:extLst>
                  <a:ext uri="{FF2B5EF4-FFF2-40B4-BE49-F238E27FC236}">
                    <a16:creationId xmlns:a16="http://schemas.microsoft.com/office/drawing/2014/main" id="{5AA0108D-124E-4A64-9CAE-27F092DCED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9" y="3951"/>
                <a:ext cx="25" cy="71"/>
              </a:xfrm>
              <a:custGeom>
                <a:avLst/>
                <a:gdLst>
                  <a:gd name="T0" fmla="*/ 61 w 16"/>
                  <a:gd name="T1" fmla="*/ 0 h 47"/>
                  <a:gd name="T2" fmla="*/ 39 w 16"/>
                  <a:gd name="T3" fmla="*/ 41 h 47"/>
                  <a:gd name="T4" fmla="*/ 20 w 16"/>
                  <a:gd name="T5" fmla="*/ 94 h 47"/>
                  <a:gd name="T6" fmla="*/ 20 w 16"/>
                  <a:gd name="T7" fmla="*/ 162 h 4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47">
                    <a:moveTo>
                      <a:pt x="16" y="0"/>
                    </a:moveTo>
                    <a:cubicBezTo>
                      <a:pt x="12" y="4"/>
                      <a:pt x="11" y="5"/>
                      <a:pt x="10" y="12"/>
                    </a:cubicBezTo>
                    <a:cubicBezTo>
                      <a:pt x="9" y="19"/>
                      <a:pt x="7" y="23"/>
                      <a:pt x="5" y="27"/>
                    </a:cubicBezTo>
                    <a:cubicBezTo>
                      <a:pt x="3" y="31"/>
                      <a:pt x="0" y="41"/>
                      <a:pt x="5" y="47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138" name="Freeform 732">
                <a:extLst>
                  <a:ext uri="{FF2B5EF4-FFF2-40B4-BE49-F238E27FC236}">
                    <a16:creationId xmlns:a16="http://schemas.microsoft.com/office/drawing/2014/main" id="{8F5C595F-D3D8-4E97-A8CD-EB3E4C139C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0" y="3945"/>
                <a:ext cx="27" cy="61"/>
              </a:xfrm>
              <a:custGeom>
                <a:avLst/>
                <a:gdLst>
                  <a:gd name="T0" fmla="*/ 62 w 18"/>
                  <a:gd name="T1" fmla="*/ 0 h 41"/>
                  <a:gd name="T2" fmla="*/ 26 w 18"/>
                  <a:gd name="T3" fmla="*/ 54 h 41"/>
                  <a:gd name="T4" fmla="*/ 8 w 18"/>
                  <a:gd name="T5" fmla="*/ 106 h 41"/>
                  <a:gd name="T6" fmla="*/ 0 w 18"/>
                  <a:gd name="T7" fmla="*/ 135 h 4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41">
                    <a:moveTo>
                      <a:pt x="18" y="0"/>
                    </a:moveTo>
                    <a:cubicBezTo>
                      <a:pt x="14" y="3"/>
                      <a:pt x="8" y="10"/>
                      <a:pt x="7" y="16"/>
                    </a:cubicBezTo>
                    <a:cubicBezTo>
                      <a:pt x="5" y="22"/>
                      <a:pt x="4" y="25"/>
                      <a:pt x="2" y="32"/>
                    </a:cubicBezTo>
                    <a:cubicBezTo>
                      <a:pt x="0" y="35"/>
                      <a:pt x="0" y="38"/>
                      <a:pt x="0" y="41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139" name="Freeform 733">
                <a:extLst>
                  <a:ext uri="{FF2B5EF4-FFF2-40B4-BE49-F238E27FC236}">
                    <a16:creationId xmlns:a16="http://schemas.microsoft.com/office/drawing/2014/main" id="{73A7EE80-2AF5-4239-B762-62D071CCEE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3" y="3936"/>
                <a:ext cx="32" cy="55"/>
              </a:xfrm>
              <a:custGeom>
                <a:avLst/>
                <a:gdLst>
                  <a:gd name="T0" fmla="*/ 75 w 21"/>
                  <a:gd name="T1" fmla="*/ 0 h 37"/>
                  <a:gd name="T2" fmla="*/ 40 w 21"/>
                  <a:gd name="T3" fmla="*/ 40 h 37"/>
                  <a:gd name="T4" fmla="*/ 5 w 21"/>
                  <a:gd name="T5" fmla="*/ 100 h 37"/>
                  <a:gd name="T6" fmla="*/ 0 w 21"/>
                  <a:gd name="T7" fmla="*/ 122 h 3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37">
                    <a:moveTo>
                      <a:pt x="21" y="0"/>
                    </a:moveTo>
                    <a:cubicBezTo>
                      <a:pt x="17" y="3"/>
                      <a:pt x="13" y="7"/>
                      <a:pt x="11" y="12"/>
                    </a:cubicBezTo>
                    <a:cubicBezTo>
                      <a:pt x="8" y="17"/>
                      <a:pt x="3" y="20"/>
                      <a:pt x="1" y="30"/>
                    </a:cubicBezTo>
                    <a:cubicBezTo>
                      <a:pt x="1" y="33"/>
                      <a:pt x="0" y="35"/>
                      <a:pt x="0" y="37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140" name="Freeform 734">
                <a:extLst>
                  <a:ext uri="{FF2B5EF4-FFF2-40B4-BE49-F238E27FC236}">
                    <a16:creationId xmlns:a16="http://schemas.microsoft.com/office/drawing/2014/main" id="{45790836-28BF-4A90-9277-C98DCB38F0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1" y="3999"/>
                <a:ext cx="17" cy="15"/>
              </a:xfrm>
              <a:custGeom>
                <a:avLst/>
                <a:gdLst>
                  <a:gd name="T0" fmla="*/ 5 w 11"/>
                  <a:gd name="T1" fmla="*/ 32 h 10"/>
                  <a:gd name="T2" fmla="*/ 36 w 11"/>
                  <a:gd name="T3" fmla="*/ 32 h 10"/>
                  <a:gd name="T4" fmla="*/ 22 w 11"/>
                  <a:gd name="T5" fmla="*/ 0 h 10"/>
                  <a:gd name="T6" fmla="*/ 5 w 11"/>
                  <a:gd name="T7" fmla="*/ 32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10">
                    <a:moveTo>
                      <a:pt x="1" y="9"/>
                    </a:moveTo>
                    <a:cubicBezTo>
                      <a:pt x="4" y="10"/>
                      <a:pt x="9" y="10"/>
                      <a:pt x="10" y="9"/>
                    </a:cubicBezTo>
                    <a:cubicBezTo>
                      <a:pt x="11" y="8"/>
                      <a:pt x="11" y="1"/>
                      <a:pt x="6" y="0"/>
                    </a:cubicBezTo>
                    <a:cubicBezTo>
                      <a:pt x="1" y="0"/>
                      <a:pt x="0" y="8"/>
                      <a:pt x="1" y="9"/>
                    </a:cubicBezTo>
                    <a:close/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141" name="Freeform 735">
                <a:extLst>
                  <a:ext uri="{FF2B5EF4-FFF2-40B4-BE49-F238E27FC236}">
                    <a16:creationId xmlns:a16="http://schemas.microsoft.com/office/drawing/2014/main" id="{C5F8BAD1-26D8-499B-995E-ED4D628782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3" y="3991"/>
                <a:ext cx="16" cy="14"/>
              </a:xfrm>
              <a:custGeom>
                <a:avLst/>
                <a:gdLst>
                  <a:gd name="T0" fmla="*/ 0 w 11"/>
                  <a:gd name="T1" fmla="*/ 26 h 9"/>
                  <a:gd name="T2" fmla="*/ 32 w 11"/>
                  <a:gd name="T3" fmla="*/ 30 h 9"/>
                  <a:gd name="T4" fmla="*/ 13 w 11"/>
                  <a:gd name="T5" fmla="*/ 0 h 9"/>
                  <a:gd name="T6" fmla="*/ 0 w 11"/>
                  <a:gd name="T7" fmla="*/ 26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9">
                    <a:moveTo>
                      <a:pt x="0" y="7"/>
                    </a:moveTo>
                    <a:cubicBezTo>
                      <a:pt x="4" y="8"/>
                      <a:pt x="8" y="9"/>
                      <a:pt x="10" y="8"/>
                    </a:cubicBezTo>
                    <a:cubicBezTo>
                      <a:pt x="11" y="7"/>
                      <a:pt x="9" y="0"/>
                      <a:pt x="4" y="0"/>
                    </a:cubicBezTo>
                    <a:cubicBezTo>
                      <a:pt x="1" y="0"/>
                      <a:pt x="0" y="6"/>
                      <a:pt x="0" y="7"/>
                    </a:cubicBezTo>
                    <a:close/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142" name="Freeform 736">
                <a:extLst>
                  <a:ext uri="{FF2B5EF4-FFF2-40B4-BE49-F238E27FC236}">
                    <a16:creationId xmlns:a16="http://schemas.microsoft.com/office/drawing/2014/main" id="{7D6084B3-083C-497A-A8EB-FB7D6407F5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5" y="3985"/>
                <a:ext cx="16" cy="12"/>
              </a:xfrm>
              <a:custGeom>
                <a:avLst/>
                <a:gdLst>
                  <a:gd name="T0" fmla="*/ 1 w 11"/>
                  <a:gd name="T1" fmla="*/ 21 h 8"/>
                  <a:gd name="T2" fmla="*/ 32 w 11"/>
                  <a:gd name="T3" fmla="*/ 26 h 8"/>
                  <a:gd name="T4" fmla="*/ 15 w 11"/>
                  <a:gd name="T5" fmla="*/ 0 h 8"/>
                  <a:gd name="T6" fmla="*/ 1 w 11"/>
                  <a:gd name="T7" fmla="*/ 21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8">
                    <a:moveTo>
                      <a:pt x="1" y="6"/>
                    </a:moveTo>
                    <a:cubicBezTo>
                      <a:pt x="4" y="6"/>
                      <a:pt x="9" y="8"/>
                      <a:pt x="10" y="7"/>
                    </a:cubicBezTo>
                    <a:cubicBezTo>
                      <a:pt x="11" y="6"/>
                      <a:pt x="10" y="0"/>
                      <a:pt x="5" y="0"/>
                    </a:cubicBezTo>
                    <a:cubicBezTo>
                      <a:pt x="2" y="0"/>
                      <a:pt x="0" y="5"/>
                      <a:pt x="1" y="6"/>
                    </a:cubicBezTo>
                    <a:close/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143" name="Freeform 737">
                <a:extLst>
                  <a:ext uri="{FF2B5EF4-FFF2-40B4-BE49-F238E27FC236}">
                    <a16:creationId xmlns:a16="http://schemas.microsoft.com/office/drawing/2014/main" id="{45006B02-E21A-495D-84F3-AE39777FB1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7" y="3993"/>
                <a:ext cx="6" cy="21"/>
              </a:xfrm>
              <a:custGeom>
                <a:avLst/>
                <a:gdLst>
                  <a:gd name="T0" fmla="*/ 5 w 4"/>
                  <a:gd name="T1" fmla="*/ 0 h 14"/>
                  <a:gd name="T2" fmla="*/ 0 w 4"/>
                  <a:gd name="T3" fmla="*/ 48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4">
                    <a:moveTo>
                      <a:pt x="1" y="0"/>
                    </a:moveTo>
                    <a:cubicBezTo>
                      <a:pt x="2" y="5"/>
                      <a:pt x="4" y="7"/>
                      <a:pt x="0" y="14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144" name="Freeform 738">
                <a:extLst>
                  <a:ext uri="{FF2B5EF4-FFF2-40B4-BE49-F238E27FC236}">
                    <a16:creationId xmlns:a16="http://schemas.microsoft.com/office/drawing/2014/main" id="{CB28247A-4207-42D8-8664-77B29161B9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9" y="3815"/>
                <a:ext cx="3" cy="23"/>
              </a:xfrm>
              <a:custGeom>
                <a:avLst/>
                <a:gdLst>
                  <a:gd name="T0" fmla="*/ 8 w 2"/>
                  <a:gd name="T1" fmla="*/ 0 h 15"/>
                  <a:gd name="T2" fmla="*/ 0 w 2"/>
                  <a:gd name="T3" fmla="*/ 54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5">
                    <a:moveTo>
                      <a:pt x="2" y="0"/>
                    </a:moveTo>
                    <a:cubicBezTo>
                      <a:pt x="2" y="4"/>
                      <a:pt x="0" y="15"/>
                      <a:pt x="0" y="15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145" name="Freeform 739">
                <a:extLst>
                  <a:ext uri="{FF2B5EF4-FFF2-40B4-BE49-F238E27FC236}">
                    <a16:creationId xmlns:a16="http://schemas.microsoft.com/office/drawing/2014/main" id="{065E0179-4004-4554-BE24-E971D1DDB3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5" y="3984"/>
                <a:ext cx="25" cy="19"/>
              </a:xfrm>
              <a:custGeom>
                <a:avLst/>
                <a:gdLst>
                  <a:gd name="T0" fmla="*/ 54 w 17"/>
                  <a:gd name="T1" fmla="*/ 28 h 13"/>
                  <a:gd name="T2" fmla="*/ 9 w 17"/>
                  <a:gd name="T3" fmla="*/ 34 h 13"/>
                  <a:gd name="T4" fmla="*/ 1 w 17"/>
                  <a:gd name="T5" fmla="*/ 13 h 13"/>
                  <a:gd name="T6" fmla="*/ 41 w 17"/>
                  <a:gd name="T7" fmla="*/ 1 h 13"/>
                  <a:gd name="T8" fmla="*/ 54 w 17"/>
                  <a:gd name="T9" fmla="*/ 28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13">
                    <a:moveTo>
                      <a:pt x="17" y="9"/>
                    </a:moveTo>
                    <a:cubicBezTo>
                      <a:pt x="14" y="6"/>
                      <a:pt x="4" y="8"/>
                      <a:pt x="3" y="11"/>
                    </a:cubicBezTo>
                    <a:cubicBezTo>
                      <a:pt x="1" y="13"/>
                      <a:pt x="0" y="6"/>
                      <a:pt x="1" y="4"/>
                    </a:cubicBezTo>
                    <a:cubicBezTo>
                      <a:pt x="4" y="0"/>
                      <a:pt x="10" y="0"/>
                      <a:pt x="13" y="1"/>
                    </a:cubicBezTo>
                    <a:cubicBezTo>
                      <a:pt x="16" y="2"/>
                      <a:pt x="17" y="9"/>
                      <a:pt x="17" y="9"/>
                    </a:cubicBezTo>
                    <a:close/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146" name="Freeform 740">
                <a:extLst>
                  <a:ext uri="{FF2B5EF4-FFF2-40B4-BE49-F238E27FC236}">
                    <a16:creationId xmlns:a16="http://schemas.microsoft.com/office/drawing/2014/main" id="{4270F6D3-4965-4C5A-BF7C-EA443F1F02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1" y="3963"/>
                <a:ext cx="20" cy="57"/>
              </a:xfrm>
              <a:custGeom>
                <a:avLst/>
                <a:gdLst>
                  <a:gd name="T0" fmla="*/ 0 w 13"/>
                  <a:gd name="T1" fmla="*/ 0 h 38"/>
                  <a:gd name="T2" fmla="*/ 35 w 13"/>
                  <a:gd name="T3" fmla="*/ 68 h 38"/>
                  <a:gd name="T4" fmla="*/ 40 w 13"/>
                  <a:gd name="T5" fmla="*/ 129 h 3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38">
                    <a:moveTo>
                      <a:pt x="0" y="0"/>
                    </a:moveTo>
                    <a:cubicBezTo>
                      <a:pt x="2" y="7"/>
                      <a:pt x="8" y="11"/>
                      <a:pt x="10" y="20"/>
                    </a:cubicBezTo>
                    <a:cubicBezTo>
                      <a:pt x="11" y="26"/>
                      <a:pt x="13" y="34"/>
                      <a:pt x="11" y="38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147" name="Freeform 741">
                <a:extLst>
                  <a:ext uri="{FF2B5EF4-FFF2-40B4-BE49-F238E27FC236}">
                    <a16:creationId xmlns:a16="http://schemas.microsoft.com/office/drawing/2014/main" id="{AC7814BE-3561-46C8-AD0C-8BC612D150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1" y="3951"/>
                <a:ext cx="23" cy="71"/>
              </a:xfrm>
              <a:custGeom>
                <a:avLst/>
                <a:gdLst>
                  <a:gd name="T0" fmla="*/ 0 w 15"/>
                  <a:gd name="T1" fmla="*/ 0 h 47"/>
                  <a:gd name="T2" fmla="*/ 21 w 15"/>
                  <a:gd name="T3" fmla="*/ 41 h 47"/>
                  <a:gd name="T4" fmla="*/ 40 w 15"/>
                  <a:gd name="T5" fmla="*/ 94 h 47"/>
                  <a:gd name="T6" fmla="*/ 40 w 15"/>
                  <a:gd name="T7" fmla="*/ 162 h 4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47">
                    <a:moveTo>
                      <a:pt x="0" y="0"/>
                    </a:moveTo>
                    <a:cubicBezTo>
                      <a:pt x="4" y="4"/>
                      <a:pt x="4" y="5"/>
                      <a:pt x="6" y="12"/>
                    </a:cubicBezTo>
                    <a:cubicBezTo>
                      <a:pt x="7" y="19"/>
                      <a:pt x="9" y="23"/>
                      <a:pt x="11" y="27"/>
                    </a:cubicBezTo>
                    <a:cubicBezTo>
                      <a:pt x="13" y="31"/>
                      <a:pt x="15" y="41"/>
                      <a:pt x="11" y="47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148" name="Freeform 742">
                <a:extLst>
                  <a:ext uri="{FF2B5EF4-FFF2-40B4-BE49-F238E27FC236}">
                    <a16:creationId xmlns:a16="http://schemas.microsoft.com/office/drawing/2014/main" id="{42215C84-7C61-41A5-8536-170103D675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8" y="3945"/>
                <a:ext cx="27" cy="63"/>
              </a:xfrm>
              <a:custGeom>
                <a:avLst/>
                <a:gdLst>
                  <a:gd name="T0" fmla="*/ 0 w 18"/>
                  <a:gd name="T1" fmla="*/ 0 h 42"/>
                  <a:gd name="T2" fmla="*/ 39 w 18"/>
                  <a:gd name="T3" fmla="*/ 54 h 42"/>
                  <a:gd name="T4" fmla="*/ 54 w 18"/>
                  <a:gd name="T5" fmla="*/ 108 h 42"/>
                  <a:gd name="T6" fmla="*/ 62 w 18"/>
                  <a:gd name="T7" fmla="*/ 143 h 4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42">
                    <a:moveTo>
                      <a:pt x="0" y="0"/>
                    </a:moveTo>
                    <a:cubicBezTo>
                      <a:pt x="4" y="3"/>
                      <a:pt x="9" y="10"/>
                      <a:pt x="11" y="16"/>
                    </a:cubicBezTo>
                    <a:cubicBezTo>
                      <a:pt x="13" y="22"/>
                      <a:pt x="14" y="25"/>
                      <a:pt x="16" y="32"/>
                    </a:cubicBezTo>
                    <a:cubicBezTo>
                      <a:pt x="17" y="35"/>
                      <a:pt x="18" y="38"/>
                      <a:pt x="18" y="42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149" name="Freeform 743">
                <a:extLst>
                  <a:ext uri="{FF2B5EF4-FFF2-40B4-BE49-F238E27FC236}">
                    <a16:creationId xmlns:a16="http://schemas.microsoft.com/office/drawing/2014/main" id="{3A71D195-1C43-4BB1-B2DC-BADB5C4A98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9" y="3936"/>
                <a:ext cx="33" cy="55"/>
              </a:xfrm>
              <a:custGeom>
                <a:avLst/>
                <a:gdLst>
                  <a:gd name="T0" fmla="*/ 0 w 22"/>
                  <a:gd name="T1" fmla="*/ 0 h 37"/>
                  <a:gd name="T2" fmla="*/ 39 w 22"/>
                  <a:gd name="T3" fmla="*/ 40 h 37"/>
                  <a:gd name="T4" fmla="*/ 72 w 22"/>
                  <a:gd name="T5" fmla="*/ 100 h 37"/>
                  <a:gd name="T6" fmla="*/ 75 w 22"/>
                  <a:gd name="T7" fmla="*/ 122 h 3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" h="37">
                    <a:moveTo>
                      <a:pt x="0" y="0"/>
                    </a:moveTo>
                    <a:cubicBezTo>
                      <a:pt x="5" y="3"/>
                      <a:pt x="8" y="7"/>
                      <a:pt x="11" y="12"/>
                    </a:cubicBezTo>
                    <a:cubicBezTo>
                      <a:pt x="14" y="17"/>
                      <a:pt x="19" y="20"/>
                      <a:pt x="21" y="30"/>
                    </a:cubicBezTo>
                    <a:cubicBezTo>
                      <a:pt x="21" y="33"/>
                      <a:pt x="21" y="35"/>
                      <a:pt x="22" y="37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150" name="Freeform 744">
                <a:extLst>
                  <a:ext uri="{FF2B5EF4-FFF2-40B4-BE49-F238E27FC236}">
                    <a16:creationId xmlns:a16="http://schemas.microsoft.com/office/drawing/2014/main" id="{F30D6B1B-3275-4B6C-86FB-87792D3935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5" y="3999"/>
                <a:ext cx="18" cy="15"/>
              </a:xfrm>
              <a:custGeom>
                <a:avLst/>
                <a:gdLst>
                  <a:gd name="T0" fmla="*/ 39 w 12"/>
                  <a:gd name="T1" fmla="*/ 32 h 10"/>
                  <a:gd name="T2" fmla="*/ 5 w 12"/>
                  <a:gd name="T3" fmla="*/ 32 h 10"/>
                  <a:gd name="T4" fmla="*/ 21 w 12"/>
                  <a:gd name="T5" fmla="*/ 0 h 10"/>
                  <a:gd name="T6" fmla="*/ 39 w 12"/>
                  <a:gd name="T7" fmla="*/ 32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10">
                    <a:moveTo>
                      <a:pt x="11" y="9"/>
                    </a:moveTo>
                    <a:cubicBezTo>
                      <a:pt x="8" y="10"/>
                      <a:pt x="2" y="10"/>
                      <a:pt x="1" y="9"/>
                    </a:cubicBezTo>
                    <a:cubicBezTo>
                      <a:pt x="0" y="8"/>
                      <a:pt x="1" y="1"/>
                      <a:pt x="6" y="0"/>
                    </a:cubicBezTo>
                    <a:cubicBezTo>
                      <a:pt x="11" y="0"/>
                      <a:pt x="12" y="8"/>
                      <a:pt x="11" y="9"/>
                    </a:cubicBezTo>
                    <a:close/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151" name="Freeform 745">
                <a:extLst>
                  <a:ext uri="{FF2B5EF4-FFF2-40B4-BE49-F238E27FC236}">
                    <a16:creationId xmlns:a16="http://schemas.microsoft.com/office/drawing/2014/main" id="{959D9515-B910-48D5-A13B-E647524210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6" y="3991"/>
                <a:ext cx="16" cy="14"/>
              </a:xfrm>
              <a:custGeom>
                <a:avLst/>
                <a:gdLst>
                  <a:gd name="T0" fmla="*/ 32 w 11"/>
                  <a:gd name="T1" fmla="*/ 26 h 9"/>
                  <a:gd name="T2" fmla="*/ 1 w 11"/>
                  <a:gd name="T3" fmla="*/ 30 h 9"/>
                  <a:gd name="T4" fmla="*/ 19 w 11"/>
                  <a:gd name="T5" fmla="*/ 0 h 9"/>
                  <a:gd name="T6" fmla="*/ 32 w 11"/>
                  <a:gd name="T7" fmla="*/ 26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9">
                    <a:moveTo>
                      <a:pt x="10" y="7"/>
                    </a:moveTo>
                    <a:cubicBezTo>
                      <a:pt x="7" y="8"/>
                      <a:pt x="2" y="9"/>
                      <a:pt x="1" y="8"/>
                    </a:cubicBezTo>
                    <a:cubicBezTo>
                      <a:pt x="0" y="7"/>
                      <a:pt x="1" y="0"/>
                      <a:pt x="6" y="0"/>
                    </a:cubicBezTo>
                    <a:cubicBezTo>
                      <a:pt x="9" y="0"/>
                      <a:pt x="11" y="6"/>
                      <a:pt x="10" y="7"/>
                    </a:cubicBezTo>
                    <a:close/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152" name="Freeform 746">
                <a:extLst>
                  <a:ext uri="{FF2B5EF4-FFF2-40B4-BE49-F238E27FC236}">
                    <a16:creationId xmlns:a16="http://schemas.microsoft.com/office/drawing/2014/main" id="{8D6D8C61-BA96-4E05-A3B0-378979B593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4" y="3985"/>
                <a:ext cx="15" cy="12"/>
              </a:xfrm>
              <a:custGeom>
                <a:avLst/>
                <a:gdLst>
                  <a:gd name="T0" fmla="*/ 35 w 10"/>
                  <a:gd name="T1" fmla="*/ 21 h 8"/>
                  <a:gd name="T2" fmla="*/ 5 w 10"/>
                  <a:gd name="T3" fmla="*/ 26 h 8"/>
                  <a:gd name="T4" fmla="*/ 21 w 10"/>
                  <a:gd name="T5" fmla="*/ 0 h 8"/>
                  <a:gd name="T6" fmla="*/ 35 w 10"/>
                  <a:gd name="T7" fmla="*/ 21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8">
                    <a:moveTo>
                      <a:pt x="10" y="6"/>
                    </a:moveTo>
                    <a:cubicBezTo>
                      <a:pt x="7" y="6"/>
                      <a:pt x="2" y="8"/>
                      <a:pt x="1" y="7"/>
                    </a:cubicBezTo>
                    <a:cubicBezTo>
                      <a:pt x="0" y="6"/>
                      <a:pt x="1" y="0"/>
                      <a:pt x="6" y="0"/>
                    </a:cubicBezTo>
                    <a:cubicBezTo>
                      <a:pt x="9" y="0"/>
                      <a:pt x="10" y="5"/>
                      <a:pt x="10" y="6"/>
                    </a:cubicBezTo>
                    <a:close/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153" name="Freeform 747">
                <a:extLst>
                  <a:ext uri="{FF2B5EF4-FFF2-40B4-BE49-F238E27FC236}">
                    <a16:creationId xmlns:a16="http://schemas.microsoft.com/office/drawing/2014/main" id="{2DB207E2-A316-437A-974E-AE1D5C336C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2" y="3993"/>
                <a:ext cx="4" cy="21"/>
              </a:xfrm>
              <a:custGeom>
                <a:avLst/>
                <a:gdLst>
                  <a:gd name="T0" fmla="*/ 7 w 3"/>
                  <a:gd name="T1" fmla="*/ 0 h 14"/>
                  <a:gd name="T2" fmla="*/ 7 w 3"/>
                  <a:gd name="T3" fmla="*/ 48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4">
                    <a:moveTo>
                      <a:pt x="3" y="0"/>
                    </a:moveTo>
                    <a:cubicBezTo>
                      <a:pt x="2" y="5"/>
                      <a:pt x="0" y="7"/>
                      <a:pt x="3" y="14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154" name="Freeform 748">
                <a:extLst>
                  <a:ext uri="{FF2B5EF4-FFF2-40B4-BE49-F238E27FC236}">
                    <a16:creationId xmlns:a16="http://schemas.microsoft.com/office/drawing/2014/main" id="{63AF262F-B4DD-4FEC-AE70-F3B2893B4E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3" y="3815"/>
                <a:ext cx="3" cy="23"/>
              </a:xfrm>
              <a:custGeom>
                <a:avLst/>
                <a:gdLst>
                  <a:gd name="T0" fmla="*/ 0 w 2"/>
                  <a:gd name="T1" fmla="*/ 0 h 15"/>
                  <a:gd name="T2" fmla="*/ 8 w 2"/>
                  <a:gd name="T3" fmla="*/ 54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5">
                    <a:moveTo>
                      <a:pt x="0" y="0"/>
                    </a:moveTo>
                    <a:cubicBezTo>
                      <a:pt x="0" y="4"/>
                      <a:pt x="2" y="15"/>
                      <a:pt x="2" y="15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155" name="Freeform 749">
                <a:extLst>
                  <a:ext uri="{FF2B5EF4-FFF2-40B4-BE49-F238E27FC236}">
                    <a16:creationId xmlns:a16="http://schemas.microsoft.com/office/drawing/2014/main" id="{780C3EEE-6E52-4193-BF78-69D431E733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6" y="2458"/>
                <a:ext cx="41" cy="92"/>
              </a:xfrm>
              <a:custGeom>
                <a:avLst/>
                <a:gdLst>
                  <a:gd name="T0" fmla="*/ 90 w 27"/>
                  <a:gd name="T1" fmla="*/ 0 h 61"/>
                  <a:gd name="T2" fmla="*/ 35 w 27"/>
                  <a:gd name="T3" fmla="*/ 53 h 61"/>
                  <a:gd name="T4" fmla="*/ 32 w 27"/>
                  <a:gd name="T5" fmla="*/ 127 h 61"/>
                  <a:gd name="T6" fmla="*/ 41 w 27"/>
                  <a:gd name="T7" fmla="*/ 198 h 61"/>
                  <a:gd name="T8" fmla="*/ 67 w 27"/>
                  <a:gd name="T9" fmla="*/ 175 h 61"/>
                  <a:gd name="T10" fmla="*/ 84 w 27"/>
                  <a:gd name="T11" fmla="*/ 127 h 61"/>
                  <a:gd name="T12" fmla="*/ 88 w 27"/>
                  <a:gd name="T13" fmla="*/ 66 h 61"/>
                  <a:gd name="T14" fmla="*/ 90 w 27"/>
                  <a:gd name="T15" fmla="*/ 0 h 6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7" h="61">
                    <a:moveTo>
                      <a:pt x="26" y="0"/>
                    </a:moveTo>
                    <a:cubicBezTo>
                      <a:pt x="26" y="0"/>
                      <a:pt x="27" y="7"/>
                      <a:pt x="10" y="15"/>
                    </a:cubicBezTo>
                    <a:cubicBezTo>
                      <a:pt x="0" y="19"/>
                      <a:pt x="8" y="35"/>
                      <a:pt x="9" y="37"/>
                    </a:cubicBezTo>
                    <a:cubicBezTo>
                      <a:pt x="10" y="39"/>
                      <a:pt x="12" y="58"/>
                      <a:pt x="12" y="58"/>
                    </a:cubicBezTo>
                    <a:cubicBezTo>
                      <a:pt x="12" y="58"/>
                      <a:pt x="15" y="61"/>
                      <a:pt x="19" y="51"/>
                    </a:cubicBezTo>
                    <a:cubicBezTo>
                      <a:pt x="23" y="42"/>
                      <a:pt x="27" y="51"/>
                      <a:pt x="24" y="37"/>
                    </a:cubicBezTo>
                    <a:cubicBezTo>
                      <a:pt x="21" y="23"/>
                      <a:pt x="25" y="23"/>
                      <a:pt x="25" y="19"/>
                    </a:cubicBezTo>
                    <a:lnTo>
                      <a:pt x="26" y="0"/>
                    </a:lnTo>
                    <a:close/>
                  </a:path>
                </a:pathLst>
              </a:custGeom>
              <a:solidFill>
                <a:srgbClr val="8E4C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156" name="Freeform 750">
                <a:extLst>
                  <a:ext uri="{FF2B5EF4-FFF2-40B4-BE49-F238E27FC236}">
                    <a16:creationId xmlns:a16="http://schemas.microsoft.com/office/drawing/2014/main" id="{23BD333F-BA2B-4D82-903A-8BDD8752E3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2" y="2456"/>
                <a:ext cx="56" cy="181"/>
              </a:xfrm>
              <a:custGeom>
                <a:avLst/>
                <a:gdLst>
                  <a:gd name="T0" fmla="*/ 76 w 37"/>
                  <a:gd name="T1" fmla="*/ 0 h 120"/>
                  <a:gd name="T2" fmla="*/ 5 w 37"/>
                  <a:gd name="T3" fmla="*/ 72 h 120"/>
                  <a:gd name="T4" fmla="*/ 14 w 37"/>
                  <a:gd name="T5" fmla="*/ 122 h 120"/>
                  <a:gd name="T6" fmla="*/ 27 w 37"/>
                  <a:gd name="T7" fmla="*/ 198 h 120"/>
                  <a:gd name="T8" fmla="*/ 27 w 37"/>
                  <a:gd name="T9" fmla="*/ 229 h 120"/>
                  <a:gd name="T10" fmla="*/ 39 w 37"/>
                  <a:gd name="T11" fmla="*/ 250 h 120"/>
                  <a:gd name="T12" fmla="*/ 62 w 37"/>
                  <a:gd name="T13" fmla="*/ 318 h 120"/>
                  <a:gd name="T14" fmla="*/ 103 w 37"/>
                  <a:gd name="T15" fmla="*/ 359 h 120"/>
                  <a:gd name="T16" fmla="*/ 129 w 37"/>
                  <a:gd name="T17" fmla="*/ 412 h 12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7" h="120">
                    <a:moveTo>
                      <a:pt x="22" y="0"/>
                    </a:moveTo>
                    <a:cubicBezTo>
                      <a:pt x="22" y="12"/>
                      <a:pt x="3" y="11"/>
                      <a:pt x="1" y="21"/>
                    </a:cubicBezTo>
                    <a:cubicBezTo>
                      <a:pt x="0" y="25"/>
                      <a:pt x="2" y="32"/>
                      <a:pt x="4" y="36"/>
                    </a:cubicBezTo>
                    <a:cubicBezTo>
                      <a:pt x="6" y="43"/>
                      <a:pt x="7" y="50"/>
                      <a:pt x="8" y="58"/>
                    </a:cubicBezTo>
                    <a:cubicBezTo>
                      <a:pt x="8" y="60"/>
                      <a:pt x="7" y="64"/>
                      <a:pt x="8" y="67"/>
                    </a:cubicBezTo>
                    <a:cubicBezTo>
                      <a:pt x="8" y="70"/>
                      <a:pt x="9" y="70"/>
                      <a:pt x="11" y="73"/>
                    </a:cubicBezTo>
                    <a:cubicBezTo>
                      <a:pt x="15" y="79"/>
                      <a:pt x="16" y="86"/>
                      <a:pt x="18" y="93"/>
                    </a:cubicBezTo>
                    <a:cubicBezTo>
                      <a:pt x="21" y="101"/>
                      <a:pt x="25" y="100"/>
                      <a:pt x="30" y="105"/>
                    </a:cubicBezTo>
                    <a:cubicBezTo>
                      <a:pt x="33" y="108"/>
                      <a:pt x="37" y="115"/>
                      <a:pt x="37" y="120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157" name="Freeform 751">
                <a:extLst>
                  <a:ext uri="{FF2B5EF4-FFF2-40B4-BE49-F238E27FC236}">
                    <a16:creationId xmlns:a16="http://schemas.microsoft.com/office/drawing/2014/main" id="{78BD63D7-9293-4DD1-AE23-500C484D78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7" y="2450"/>
                <a:ext cx="18" cy="6"/>
              </a:xfrm>
              <a:custGeom>
                <a:avLst/>
                <a:gdLst>
                  <a:gd name="T0" fmla="*/ 41 w 12"/>
                  <a:gd name="T1" fmla="*/ 14 h 4"/>
                  <a:gd name="T2" fmla="*/ 0 w 12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4">
                    <a:moveTo>
                      <a:pt x="12" y="4"/>
                    </a:moveTo>
                    <a:cubicBezTo>
                      <a:pt x="9" y="1"/>
                      <a:pt x="5" y="0"/>
                      <a:pt x="0" y="0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158" name="Freeform 752">
                <a:extLst>
                  <a:ext uri="{FF2B5EF4-FFF2-40B4-BE49-F238E27FC236}">
                    <a16:creationId xmlns:a16="http://schemas.microsoft.com/office/drawing/2014/main" id="{05EBBBCE-F1A7-4EEA-8032-6EB8252A35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4" y="2528"/>
                <a:ext cx="18" cy="19"/>
              </a:xfrm>
              <a:custGeom>
                <a:avLst/>
                <a:gdLst>
                  <a:gd name="T0" fmla="*/ 41 w 12"/>
                  <a:gd name="T1" fmla="*/ 0 h 12"/>
                  <a:gd name="T2" fmla="*/ 0 w 12"/>
                  <a:gd name="T3" fmla="*/ 48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12">
                    <a:moveTo>
                      <a:pt x="12" y="0"/>
                    </a:moveTo>
                    <a:cubicBezTo>
                      <a:pt x="6" y="2"/>
                      <a:pt x="6" y="12"/>
                      <a:pt x="0" y="12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159" name="Freeform 753">
                <a:extLst>
                  <a:ext uri="{FF2B5EF4-FFF2-40B4-BE49-F238E27FC236}">
                    <a16:creationId xmlns:a16="http://schemas.microsoft.com/office/drawing/2014/main" id="{B67B6FA5-FD95-411D-B978-EB1412F3E7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8" y="2587"/>
                <a:ext cx="59" cy="27"/>
              </a:xfrm>
              <a:custGeom>
                <a:avLst/>
                <a:gdLst>
                  <a:gd name="T0" fmla="*/ 0 w 39"/>
                  <a:gd name="T1" fmla="*/ 0 h 18"/>
                  <a:gd name="T2" fmla="*/ 68 w 39"/>
                  <a:gd name="T3" fmla="*/ 48 h 18"/>
                  <a:gd name="T4" fmla="*/ 135 w 39"/>
                  <a:gd name="T5" fmla="*/ 62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9" h="18">
                    <a:moveTo>
                      <a:pt x="0" y="0"/>
                    </a:moveTo>
                    <a:cubicBezTo>
                      <a:pt x="9" y="2"/>
                      <a:pt x="12" y="11"/>
                      <a:pt x="20" y="14"/>
                    </a:cubicBezTo>
                    <a:cubicBezTo>
                      <a:pt x="26" y="15"/>
                      <a:pt x="34" y="14"/>
                      <a:pt x="39" y="18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160" name="Freeform 754">
                <a:extLst>
                  <a:ext uri="{FF2B5EF4-FFF2-40B4-BE49-F238E27FC236}">
                    <a16:creationId xmlns:a16="http://schemas.microsoft.com/office/drawing/2014/main" id="{3A90E7A8-C9C7-46E1-8102-82EAFC00D7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9" y="2545"/>
                <a:ext cx="74" cy="47"/>
              </a:xfrm>
              <a:custGeom>
                <a:avLst/>
                <a:gdLst>
                  <a:gd name="T0" fmla="*/ 169 w 49"/>
                  <a:gd name="T1" fmla="*/ 108 h 31"/>
                  <a:gd name="T2" fmla="*/ 121 w 49"/>
                  <a:gd name="T3" fmla="*/ 102 h 31"/>
                  <a:gd name="T4" fmla="*/ 62 w 49"/>
                  <a:gd name="T5" fmla="*/ 74 h 31"/>
                  <a:gd name="T6" fmla="*/ 21 w 49"/>
                  <a:gd name="T7" fmla="*/ 49 h 31"/>
                  <a:gd name="T8" fmla="*/ 0 w 49"/>
                  <a:gd name="T9" fmla="*/ 0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9" h="31">
                    <a:moveTo>
                      <a:pt x="49" y="31"/>
                    </a:moveTo>
                    <a:cubicBezTo>
                      <a:pt x="44" y="28"/>
                      <a:pt x="41" y="29"/>
                      <a:pt x="35" y="29"/>
                    </a:cubicBezTo>
                    <a:cubicBezTo>
                      <a:pt x="28" y="28"/>
                      <a:pt x="25" y="23"/>
                      <a:pt x="18" y="21"/>
                    </a:cubicBezTo>
                    <a:cubicBezTo>
                      <a:pt x="12" y="20"/>
                      <a:pt x="9" y="21"/>
                      <a:pt x="6" y="14"/>
                    </a:cubicBezTo>
                    <a:cubicBezTo>
                      <a:pt x="4" y="8"/>
                      <a:pt x="4" y="4"/>
                      <a:pt x="0" y="0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161" name="Freeform 755">
                <a:extLst>
                  <a:ext uri="{FF2B5EF4-FFF2-40B4-BE49-F238E27FC236}">
                    <a16:creationId xmlns:a16="http://schemas.microsoft.com/office/drawing/2014/main" id="{09103970-83FD-47F1-B41C-D024198524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2" y="2480"/>
                <a:ext cx="24" cy="27"/>
              </a:xfrm>
              <a:custGeom>
                <a:avLst/>
                <a:gdLst>
                  <a:gd name="T0" fmla="*/ 0 w 16"/>
                  <a:gd name="T1" fmla="*/ 27 h 18"/>
                  <a:gd name="T2" fmla="*/ 18 w 16"/>
                  <a:gd name="T3" fmla="*/ 62 h 18"/>
                  <a:gd name="T4" fmla="*/ 54 w 16"/>
                  <a:gd name="T5" fmla="*/ 35 h 18"/>
                  <a:gd name="T6" fmla="*/ 35 w 16"/>
                  <a:gd name="T7" fmla="*/ 0 h 18"/>
                  <a:gd name="T8" fmla="*/ 0 w 16"/>
                  <a:gd name="T9" fmla="*/ 27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18">
                    <a:moveTo>
                      <a:pt x="0" y="8"/>
                    </a:moveTo>
                    <a:cubicBezTo>
                      <a:pt x="5" y="18"/>
                      <a:pt x="5" y="18"/>
                      <a:pt x="5" y="18"/>
                    </a:cubicBezTo>
                    <a:cubicBezTo>
                      <a:pt x="5" y="18"/>
                      <a:pt x="12" y="11"/>
                      <a:pt x="16" y="10"/>
                    </a:cubicBezTo>
                    <a:cubicBezTo>
                      <a:pt x="16" y="10"/>
                      <a:pt x="13" y="3"/>
                      <a:pt x="10" y="0"/>
                    </a:cubicBezTo>
                    <a:cubicBezTo>
                      <a:pt x="10" y="0"/>
                      <a:pt x="2" y="0"/>
                      <a:pt x="0" y="8"/>
                    </a:cubicBezTo>
                    <a:close/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162" name="Freeform 756">
                <a:extLst>
                  <a:ext uri="{FF2B5EF4-FFF2-40B4-BE49-F238E27FC236}">
                    <a16:creationId xmlns:a16="http://schemas.microsoft.com/office/drawing/2014/main" id="{284E34DB-1CF9-4221-BC3C-CDE6F5B808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6" y="2634"/>
                <a:ext cx="26" cy="18"/>
              </a:xfrm>
              <a:custGeom>
                <a:avLst/>
                <a:gdLst>
                  <a:gd name="T0" fmla="*/ 0 w 17"/>
                  <a:gd name="T1" fmla="*/ 12 h 12"/>
                  <a:gd name="T2" fmla="*/ 47 w 17"/>
                  <a:gd name="T3" fmla="*/ 26 h 12"/>
                  <a:gd name="T4" fmla="*/ 47 w 17"/>
                  <a:gd name="T5" fmla="*/ 39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12">
                    <a:moveTo>
                      <a:pt x="0" y="3"/>
                    </a:moveTo>
                    <a:cubicBezTo>
                      <a:pt x="0" y="3"/>
                      <a:pt x="4" y="0"/>
                      <a:pt x="13" y="7"/>
                    </a:cubicBezTo>
                    <a:cubicBezTo>
                      <a:pt x="17" y="10"/>
                      <a:pt x="17" y="12"/>
                      <a:pt x="13" y="11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163" name="Freeform 757">
                <a:extLst>
                  <a:ext uri="{FF2B5EF4-FFF2-40B4-BE49-F238E27FC236}">
                    <a16:creationId xmlns:a16="http://schemas.microsoft.com/office/drawing/2014/main" id="{2ABC89D0-E544-4087-B810-8851AB7D4A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8" y="2533"/>
                <a:ext cx="63" cy="56"/>
              </a:xfrm>
              <a:custGeom>
                <a:avLst/>
                <a:gdLst>
                  <a:gd name="T0" fmla="*/ 12 w 42"/>
                  <a:gd name="T1" fmla="*/ 0 h 37"/>
                  <a:gd name="T2" fmla="*/ 26 w 42"/>
                  <a:gd name="T3" fmla="*/ 35 h 37"/>
                  <a:gd name="T4" fmla="*/ 32 w 42"/>
                  <a:gd name="T5" fmla="*/ 54 h 37"/>
                  <a:gd name="T6" fmla="*/ 48 w 42"/>
                  <a:gd name="T7" fmla="*/ 62 h 37"/>
                  <a:gd name="T8" fmla="*/ 66 w 42"/>
                  <a:gd name="T9" fmla="*/ 73 h 37"/>
                  <a:gd name="T10" fmla="*/ 72 w 42"/>
                  <a:gd name="T11" fmla="*/ 80 h 37"/>
                  <a:gd name="T12" fmla="*/ 89 w 42"/>
                  <a:gd name="T13" fmla="*/ 82 h 37"/>
                  <a:gd name="T14" fmla="*/ 116 w 42"/>
                  <a:gd name="T15" fmla="*/ 94 h 37"/>
                  <a:gd name="T16" fmla="*/ 140 w 42"/>
                  <a:gd name="T17" fmla="*/ 124 h 37"/>
                  <a:gd name="T18" fmla="*/ 113 w 42"/>
                  <a:gd name="T19" fmla="*/ 121 h 37"/>
                  <a:gd name="T20" fmla="*/ 95 w 42"/>
                  <a:gd name="T21" fmla="*/ 117 h 37"/>
                  <a:gd name="T22" fmla="*/ 81 w 42"/>
                  <a:gd name="T23" fmla="*/ 115 h 37"/>
                  <a:gd name="T24" fmla="*/ 54 w 42"/>
                  <a:gd name="T25" fmla="*/ 97 h 37"/>
                  <a:gd name="T26" fmla="*/ 26 w 42"/>
                  <a:gd name="T27" fmla="*/ 82 h 37"/>
                  <a:gd name="T28" fmla="*/ 14 w 42"/>
                  <a:gd name="T29" fmla="*/ 76 h 37"/>
                  <a:gd name="T30" fmla="*/ 12 w 42"/>
                  <a:gd name="T31" fmla="*/ 54 h 37"/>
                  <a:gd name="T32" fmla="*/ 0 w 42"/>
                  <a:gd name="T33" fmla="*/ 21 h 37"/>
                  <a:gd name="T34" fmla="*/ 12 w 42"/>
                  <a:gd name="T35" fmla="*/ 0 h 37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42" h="37">
                    <a:moveTo>
                      <a:pt x="3" y="0"/>
                    </a:moveTo>
                    <a:cubicBezTo>
                      <a:pt x="6" y="2"/>
                      <a:pt x="7" y="6"/>
                      <a:pt x="7" y="10"/>
                    </a:cubicBezTo>
                    <a:cubicBezTo>
                      <a:pt x="8" y="11"/>
                      <a:pt x="8" y="14"/>
                      <a:pt x="9" y="16"/>
                    </a:cubicBezTo>
                    <a:cubicBezTo>
                      <a:pt x="10" y="17"/>
                      <a:pt x="13" y="18"/>
                      <a:pt x="14" y="18"/>
                    </a:cubicBezTo>
                    <a:cubicBezTo>
                      <a:pt x="16" y="19"/>
                      <a:pt x="18" y="20"/>
                      <a:pt x="19" y="21"/>
                    </a:cubicBezTo>
                    <a:cubicBezTo>
                      <a:pt x="20" y="21"/>
                      <a:pt x="21" y="22"/>
                      <a:pt x="21" y="23"/>
                    </a:cubicBezTo>
                    <a:cubicBezTo>
                      <a:pt x="23" y="24"/>
                      <a:pt x="24" y="24"/>
                      <a:pt x="26" y="24"/>
                    </a:cubicBezTo>
                    <a:cubicBezTo>
                      <a:pt x="29" y="24"/>
                      <a:pt x="31" y="25"/>
                      <a:pt x="34" y="27"/>
                    </a:cubicBezTo>
                    <a:cubicBezTo>
                      <a:pt x="38" y="29"/>
                      <a:pt x="42" y="31"/>
                      <a:pt x="41" y="36"/>
                    </a:cubicBezTo>
                    <a:cubicBezTo>
                      <a:pt x="39" y="37"/>
                      <a:pt x="35" y="35"/>
                      <a:pt x="33" y="35"/>
                    </a:cubicBezTo>
                    <a:cubicBezTo>
                      <a:pt x="31" y="34"/>
                      <a:pt x="30" y="35"/>
                      <a:pt x="28" y="34"/>
                    </a:cubicBezTo>
                    <a:cubicBezTo>
                      <a:pt x="27" y="34"/>
                      <a:pt x="26" y="34"/>
                      <a:pt x="24" y="33"/>
                    </a:cubicBezTo>
                    <a:cubicBezTo>
                      <a:pt x="21" y="32"/>
                      <a:pt x="19" y="30"/>
                      <a:pt x="16" y="28"/>
                    </a:cubicBezTo>
                    <a:cubicBezTo>
                      <a:pt x="13" y="27"/>
                      <a:pt x="10" y="26"/>
                      <a:pt x="7" y="24"/>
                    </a:cubicBezTo>
                    <a:cubicBezTo>
                      <a:pt x="6" y="24"/>
                      <a:pt x="4" y="23"/>
                      <a:pt x="4" y="22"/>
                    </a:cubicBezTo>
                    <a:cubicBezTo>
                      <a:pt x="3" y="20"/>
                      <a:pt x="3" y="18"/>
                      <a:pt x="3" y="16"/>
                    </a:cubicBezTo>
                    <a:cubicBezTo>
                      <a:pt x="2" y="13"/>
                      <a:pt x="1" y="10"/>
                      <a:pt x="0" y="6"/>
                    </a:cubicBezTo>
                    <a:cubicBezTo>
                      <a:pt x="0" y="4"/>
                      <a:pt x="0" y="1"/>
                      <a:pt x="3" y="0"/>
                    </a:cubicBezTo>
                  </a:path>
                </a:pathLst>
              </a:custGeom>
              <a:solidFill>
                <a:srgbClr val="8E4C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164" name="Freeform 758">
                <a:extLst>
                  <a:ext uri="{FF2B5EF4-FFF2-40B4-BE49-F238E27FC236}">
                    <a16:creationId xmlns:a16="http://schemas.microsoft.com/office/drawing/2014/main" id="{3CED940F-1C07-437E-8503-61F0433145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4" y="2545"/>
                <a:ext cx="80" cy="65"/>
              </a:xfrm>
              <a:custGeom>
                <a:avLst/>
                <a:gdLst>
                  <a:gd name="T0" fmla="*/ 0 w 53"/>
                  <a:gd name="T1" fmla="*/ 12 h 43"/>
                  <a:gd name="T2" fmla="*/ 18 w 53"/>
                  <a:gd name="T3" fmla="*/ 14 h 43"/>
                  <a:gd name="T4" fmla="*/ 32 w 53"/>
                  <a:gd name="T5" fmla="*/ 53 h 43"/>
                  <a:gd name="T6" fmla="*/ 62 w 53"/>
                  <a:gd name="T7" fmla="*/ 80 h 43"/>
                  <a:gd name="T8" fmla="*/ 94 w 53"/>
                  <a:gd name="T9" fmla="*/ 94 h 43"/>
                  <a:gd name="T10" fmla="*/ 107 w 53"/>
                  <a:gd name="T11" fmla="*/ 101 h 43"/>
                  <a:gd name="T12" fmla="*/ 121 w 53"/>
                  <a:gd name="T13" fmla="*/ 103 h 43"/>
                  <a:gd name="T14" fmla="*/ 157 w 53"/>
                  <a:gd name="T15" fmla="*/ 107 h 43"/>
                  <a:gd name="T16" fmla="*/ 178 w 53"/>
                  <a:gd name="T17" fmla="*/ 121 h 43"/>
                  <a:gd name="T18" fmla="*/ 165 w 53"/>
                  <a:gd name="T19" fmla="*/ 144 h 43"/>
                  <a:gd name="T20" fmla="*/ 137 w 53"/>
                  <a:gd name="T21" fmla="*/ 142 h 43"/>
                  <a:gd name="T22" fmla="*/ 107 w 53"/>
                  <a:gd name="T23" fmla="*/ 130 h 43"/>
                  <a:gd name="T24" fmla="*/ 80 w 53"/>
                  <a:gd name="T25" fmla="*/ 116 h 43"/>
                  <a:gd name="T26" fmla="*/ 45 w 53"/>
                  <a:gd name="T27" fmla="*/ 94 h 43"/>
                  <a:gd name="T28" fmla="*/ 35 w 53"/>
                  <a:gd name="T29" fmla="*/ 86 h 43"/>
                  <a:gd name="T30" fmla="*/ 27 w 53"/>
                  <a:gd name="T31" fmla="*/ 68 h 43"/>
                  <a:gd name="T32" fmla="*/ 14 w 53"/>
                  <a:gd name="T33" fmla="*/ 45 h 43"/>
                  <a:gd name="T34" fmla="*/ 8 w 53"/>
                  <a:gd name="T35" fmla="*/ 26 h 43"/>
                  <a:gd name="T36" fmla="*/ 5 w 53"/>
                  <a:gd name="T37" fmla="*/ 12 h 43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53" h="43">
                    <a:moveTo>
                      <a:pt x="0" y="3"/>
                    </a:moveTo>
                    <a:cubicBezTo>
                      <a:pt x="2" y="2"/>
                      <a:pt x="4" y="0"/>
                      <a:pt x="5" y="4"/>
                    </a:cubicBezTo>
                    <a:cubicBezTo>
                      <a:pt x="6" y="8"/>
                      <a:pt x="7" y="11"/>
                      <a:pt x="9" y="15"/>
                    </a:cubicBezTo>
                    <a:cubicBezTo>
                      <a:pt x="11" y="19"/>
                      <a:pt x="14" y="21"/>
                      <a:pt x="18" y="23"/>
                    </a:cubicBezTo>
                    <a:cubicBezTo>
                      <a:pt x="21" y="24"/>
                      <a:pt x="24" y="25"/>
                      <a:pt x="27" y="27"/>
                    </a:cubicBezTo>
                    <a:cubicBezTo>
                      <a:pt x="29" y="27"/>
                      <a:pt x="30" y="29"/>
                      <a:pt x="31" y="29"/>
                    </a:cubicBezTo>
                    <a:cubicBezTo>
                      <a:pt x="32" y="30"/>
                      <a:pt x="34" y="30"/>
                      <a:pt x="35" y="30"/>
                    </a:cubicBezTo>
                    <a:cubicBezTo>
                      <a:pt x="39" y="31"/>
                      <a:pt x="42" y="30"/>
                      <a:pt x="46" y="31"/>
                    </a:cubicBezTo>
                    <a:cubicBezTo>
                      <a:pt x="48" y="31"/>
                      <a:pt x="52" y="32"/>
                      <a:pt x="52" y="35"/>
                    </a:cubicBezTo>
                    <a:cubicBezTo>
                      <a:pt x="53" y="37"/>
                      <a:pt x="50" y="41"/>
                      <a:pt x="48" y="42"/>
                    </a:cubicBezTo>
                    <a:cubicBezTo>
                      <a:pt x="46" y="43"/>
                      <a:pt x="42" y="42"/>
                      <a:pt x="40" y="41"/>
                    </a:cubicBezTo>
                    <a:cubicBezTo>
                      <a:pt x="37" y="40"/>
                      <a:pt x="34" y="39"/>
                      <a:pt x="31" y="38"/>
                    </a:cubicBezTo>
                    <a:cubicBezTo>
                      <a:pt x="28" y="38"/>
                      <a:pt x="25" y="36"/>
                      <a:pt x="23" y="34"/>
                    </a:cubicBezTo>
                    <a:cubicBezTo>
                      <a:pt x="20" y="31"/>
                      <a:pt x="17" y="29"/>
                      <a:pt x="13" y="27"/>
                    </a:cubicBezTo>
                    <a:cubicBezTo>
                      <a:pt x="12" y="26"/>
                      <a:pt x="11" y="26"/>
                      <a:pt x="10" y="25"/>
                    </a:cubicBezTo>
                    <a:cubicBezTo>
                      <a:pt x="9" y="24"/>
                      <a:pt x="9" y="22"/>
                      <a:pt x="8" y="20"/>
                    </a:cubicBezTo>
                    <a:cubicBezTo>
                      <a:pt x="7" y="18"/>
                      <a:pt x="6" y="15"/>
                      <a:pt x="4" y="13"/>
                    </a:cubicBezTo>
                    <a:cubicBezTo>
                      <a:pt x="3" y="11"/>
                      <a:pt x="2" y="9"/>
                      <a:pt x="2" y="7"/>
                    </a:cubicBezTo>
                    <a:cubicBezTo>
                      <a:pt x="1" y="6"/>
                      <a:pt x="1" y="4"/>
                      <a:pt x="1" y="3"/>
                    </a:cubicBezTo>
                  </a:path>
                </a:pathLst>
              </a:custGeom>
              <a:solidFill>
                <a:srgbClr val="8E4C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165" name="Freeform 759">
                <a:extLst>
                  <a:ext uri="{FF2B5EF4-FFF2-40B4-BE49-F238E27FC236}">
                    <a16:creationId xmlns:a16="http://schemas.microsoft.com/office/drawing/2014/main" id="{3EDFEBC6-56C7-484E-A040-999A0279BC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9" y="2589"/>
                <a:ext cx="47" cy="37"/>
              </a:xfrm>
              <a:custGeom>
                <a:avLst/>
                <a:gdLst>
                  <a:gd name="T0" fmla="*/ 0 w 31"/>
                  <a:gd name="T1" fmla="*/ 0 h 25"/>
                  <a:gd name="T2" fmla="*/ 12 w 31"/>
                  <a:gd name="T3" fmla="*/ 33 h 25"/>
                  <a:gd name="T4" fmla="*/ 27 w 31"/>
                  <a:gd name="T5" fmla="*/ 40 h 25"/>
                  <a:gd name="T6" fmla="*/ 41 w 31"/>
                  <a:gd name="T7" fmla="*/ 49 h 25"/>
                  <a:gd name="T8" fmla="*/ 83 w 31"/>
                  <a:gd name="T9" fmla="*/ 78 h 25"/>
                  <a:gd name="T10" fmla="*/ 108 w 31"/>
                  <a:gd name="T11" fmla="*/ 59 h 25"/>
                  <a:gd name="T12" fmla="*/ 89 w 31"/>
                  <a:gd name="T13" fmla="*/ 46 h 25"/>
                  <a:gd name="T14" fmla="*/ 59 w 31"/>
                  <a:gd name="T15" fmla="*/ 41 h 25"/>
                  <a:gd name="T16" fmla="*/ 32 w 31"/>
                  <a:gd name="T17" fmla="*/ 27 h 25"/>
                  <a:gd name="T18" fmla="*/ 12 w 31"/>
                  <a:gd name="T19" fmla="*/ 9 h 25"/>
                  <a:gd name="T20" fmla="*/ 0 w 31"/>
                  <a:gd name="T21" fmla="*/ 1 h 2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1" h="25">
                    <a:moveTo>
                      <a:pt x="0" y="0"/>
                    </a:moveTo>
                    <a:cubicBezTo>
                      <a:pt x="2" y="3"/>
                      <a:pt x="1" y="7"/>
                      <a:pt x="3" y="10"/>
                    </a:cubicBezTo>
                    <a:cubicBezTo>
                      <a:pt x="4" y="11"/>
                      <a:pt x="7" y="12"/>
                      <a:pt x="8" y="12"/>
                    </a:cubicBezTo>
                    <a:cubicBezTo>
                      <a:pt x="10" y="13"/>
                      <a:pt x="11" y="14"/>
                      <a:pt x="12" y="15"/>
                    </a:cubicBezTo>
                    <a:cubicBezTo>
                      <a:pt x="15" y="18"/>
                      <a:pt x="19" y="25"/>
                      <a:pt x="24" y="24"/>
                    </a:cubicBezTo>
                    <a:cubicBezTo>
                      <a:pt x="26" y="24"/>
                      <a:pt x="31" y="21"/>
                      <a:pt x="31" y="18"/>
                    </a:cubicBezTo>
                    <a:cubicBezTo>
                      <a:pt x="31" y="15"/>
                      <a:pt x="27" y="15"/>
                      <a:pt x="26" y="14"/>
                    </a:cubicBezTo>
                    <a:cubicBezTo>
                      <a:pt x="23" y="14"/>
                      <a:pt x="20" y="14"/>
                      <a:pt x="17" y="13"/>
                    </a:cubicBezTo>
                    <a:cubicBezTo>
                      <a:pt x="14" y="12"/>
                      <a:pt x="12" y="10"/>
                      <a:pt x="9" y="8"/>
                    </a:cubicBezTo>
                    <a:cubicBezTo>
                      <a:pt x="7" y="6"/>
                      <a:pt x="5" y="5"/>
                      <a:pt x="3" y="3"/>
                    </a:cubicBezTo>
                    <a:cubicBezTo>
                      <a:pt x="2" y="2"/>
                      <a:pt x="1" y="1"/>
                      <a:pt x="0" y="1"/>
                    </a:cubicBezTo>
                  </a:path>
                </a:pathLst>
              </a:custGeom>
              <a:solidFill>
                <a:srgbClr val="8E4C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166" name="Freeform 760">
                <a:extLst>
                  <a:ext uri="{FF2B5EF4-FFF2-40B4-BE49-F238E27FC236}">
                    <a16:creationId xmlns:a16="http://schemas.microsoft.com/office/drawing/2014/main" id="{0F56F1AE-45D0-42BC-8637-BA6B054079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3" y="2473"/>
                <a:ext cx="17" cy="63"/>
              </a:xfrm>
              <a:custGeom>
                <a:avLst/>
                <a:gdLst>
                  <a:gd name="T0" fmla="*/ 40 w 11"/>
                  <a:gd name="T1" fmla="*/ 0 h 42"/>
                  <a:gd name="T2" fmla="*/ 19 w 11"/>
                  <a:gd name="T3" fmla="*/ 66 h 42"/>
                  <a:gd name="T4" fmla="*/ 29 w 11"/>
                  <a:gd name="T5" fmla="*/ 99 h 42"/>
                  <a:gd name="T6" fmla="*/ 36 w 11"/>
                  <a:gd name="T7" fmla="*/ 143 h 42"/>
                  <a:gd name="T8" fmla="*/ 14 w 11"/>
                  <a:gd name="T9" fmla="*/ 107 h 42"/>
                  <a:gd name="T10" fmla="*/ 5 w 11"/>
                  <a:gd name="T11" fmla="*/ 53 h 42"/>
                  <a:gd name="T12" fmla="*/ 40 w 11"/>
                  <a:gd name="T13" fmla="*/ 5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42">
                    <a:moveTo>
                      <a:pt x="11" y="0"/>
                    </a:moveTo>
                    <a:cubicBezTo>
                      <a:pt x="6" y="2"/>
                      <a:pt x="4" y="14"/>
                      <a:pt x="5" y="19"/>
                    </a:cubicBezTo>
                    <a:cubicBezTo>
                      <a:pt x="6" y="23"/>
                      <a:pt x="7" y="26"/>
                      <a:pt x="8" y="29"/>
                    </a:cubicBezTo>
                    <a:cubicBezTo>
                      <a:pt x="9" y="33"/>
                      <a:pt x="9" y="38"/>
                      <a:pt x="10" y="42"/>
                    </a:cubicBezTo>
                    <a:cubicBezTo>
                      <a:pt x="7" y="39"/>
                      <a:pt x="6" y="34"/>
                      <a:pt x="4" y="31"/>
                    </a:cubicBezTo>
                    <a:cubicBezTo>
                      <a:pt x="2" y="26"/>
                      <a:pt x="0" y="21"/>
                      <a:pt x="1" y="15"/>
                    </a:cubicBezTo>
                    <a:cubicBezTo>
                      <a:pt x="2" y="9"/>
                      <a:pt x="4" y="0"/>
                      <a:pt x="11" y="1"/>
                    </a:cubicBezTo>
                  </a:path>
                </a:pathLst>
              </a:custGeom>
              <a:solidFill>
                <a:srgbClr val="C1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167" name="Freeform 761">
                <a:extLst>
                  <a:ext uri="{FF2B5EF4-FFF2-40B4-BE49-F238E27FC236}">
                    <a16:creationId xmlns:a16="http://schemas.microsoft.com/office/drawing/2014/main" id="{B3096D2E-C846-42D9-B599-D00427C589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2" y="2483"/>
                <a:ext cx="17" cy="14"/>
              </a:xfrm>
              <a:custGeom>
                <a:avLst/>
                <a:gdLst>
                  <a:gd name="T0" fmla="*/ 5 w 11"/>
                  <a:gd name="T1" fmla="*/ 22 h 9"/>
                  <a:gd name="T2" fmla="*/ 19 w 11"/>
                  <a:gd name="T3" fmla="*/ 5 h 9"/>
                  <a:gd name="T4" fmla="*/ 34 w 11"/>
                  <a:gd name="T5" fmla="*/ 0 h 9"/>
                  <a:gd name="T6" fmla="*/ 19 w 11"/>
                  <a:gd name="T7" fmla="*/ 14 h 9"/>
                  <a:gd name="T8" fmla="*/ 0 w 11"/>
                  <a:gd name="T9" fmla="*/ 22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9">
                    <a:moveTo>
                      <a:pt x="1" y="6"/>
                    </a:moveTo>
                    <a:cubicBezTo>
                      <a:pt x="1" y="4"/>
                      <a:pt x="3" y="2"/>
                      <a:pt x="5" y="1"/>
                    </a:cubicBezTo>
                    <a:cubicBezTo>
                      <a:pt x="5" y="1"/>
                      <a:pt x="9" y="0"/>
                      <a:pt x="9" y="0"/>
                    </a:cubicBezTo>
                    <a:cubicBezTo>
                      <a:pt x="11" y="1"/>
                      <a:pt x="6" y="4"/>
                      <a:pt x="5" y="4"/>
                    </a:cubicBezTo>
                    <a:cubicBezTo>
                      <a:pt x="4" y="5"/>
                      <a:pt x="1" y="9"/>
                      <a:pt x="0" y="6"/>
                    </a:cubicBezTo>
                  </a:path>
                </a:pathLst>
              </a:custGeom>
              <a:solidFill>
                <a:srgbClr val="C1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168" name="Freeform 762">
                <a:extLst>
                  <a:ext uri="{FF2B5EF4-FFF2-40B4-BE49-F238E27FC236}">
                    <a16:creationId xmlns:a16="http://schemas.microsoft.com/office/drawing/2014/main" id="{D0E4C926-BDA0-4DCC-AF40-4C0D5946DC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9" y="2637"/>
                <a:ext cx="8" cy="8"/>
              </a:xfrm>
              <a:custGeom>
                <a:avLst/>
                <a:gdLst>
                  <a:gd name="T0" fmla="*/ 0 w 5"/>
                  <a:gd name="T1" fmla="*/ 8 h 5"/>
                  <a:gd name="T2" fmla="*/ 8 w 5"/>
                  <a:gd name="T3" fmla="*/ 21 h 5"/>
                  <a:gd name="T4" fmla="*/ 0 w 5"/>
                  <a:gd name="T5" fmla="*/ 8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0" y="2"/>
                    </a:moveTo>
                    <a:cubicBezTo>
                      <a:pt x="1" y="3"/>
                      <a:pt x="2" y="4"/>
                      <a:pt x="2" y="5"/>
                    </a:cubicBezTo>
                    <a:cubicBezTo>
                      <a:pt x="5" y="3"/>
                      <a:pt x="2" y="0"/>
                      <a:pt x="0" y="2"/>
                    </a:cubicBezTo>
                  </a:path>
                </a:pathLst>
              </a:custGeom>
              <a:solidFill>
                <a:srgbClr val="C1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169" name="Freeform 763">
                <a:extLst>
                  <a:ext uri="{FF2B5EF4-FFF2-40B4-BE49-F238E27FC236}">
                    <a16:creationId xmlns:a16="http://schemas.microsoft.com/office/drawing/2014/main" id="{CEF71650-0FD8-4CF3-9485-2D3A6636E7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5" y="2483"/>
                <a:ext cx="12" cy="20"/>
              </a:xfrm>
              <a:custGeom>
                <a:avLst/>
                <a:gdLst>
                  <a:gd name="T0" fmla="*/ 27 w 8"/>
                  <a:gd name="T1" fmla="*/ 0 h 13"/>
                  <a:gd name="T2" fmla="*/ 0 w 8"/>
                  <a:gd name="T3" fmla="*/ 28 h 13"/>
                  <a:gd name="T4" fmla="*/ 27 w 8"/>
                  <a:gd name="T5" fmla="*/ 0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3">
                    <a:moveTo>
                      <a:pt x="8" y="0"/>
                    </a:moveTo>
                    <a:cubicBezTo>
                      <a:pt x="8" y="0"/>
                      <a:pt x="0" y="3"/>
                      <a:pt x="0" y="8"/>
                    </a:cubicBezTo>
                    <a:cubicBezTo>
                      <a:pt x="0" y="13"/>
                      <a:pt x="2" y="1"/>
                      <a:pt x="8" y="0"/>
                    </a:cubicBezTo>
                  </a:path>
                </a:pathLst>
              </a:custGeom>
              <a:solidFill>
                <a:srgbClr val="C1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170" name="Freeform 764">
                <a:extLst>
                  <a:ext uri="{FF2B5EF4-FFF2-40B4-BE49-F238E27FC236}">
                    <a16:creationId xmlns:a16="http://schemas.microsoft.com/office/drawing/2014/main" id="{B2ADDE42-941C-4DB0-96A6-B78378AC65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3" y="2337"/>
                <a:ext cx="129" cy="69"/>
              </a:xfrm>
              <a:custGeom>
                <a:avLst/>
                <a:gdLst>
                  <a:gd name="T0" fmla="*/ 297 w 85"/>
                  <a:gd name="T1" fmla="*/ 0 h 46"/>
                  <a:gd name="T2" fmla="*/ 0 w 85"/>
                  <a:gd name="T3" fmla="*/ 156 h 46"/>
                  <a:gd name="T4" fmla="*/ 297 w 85"/>
                  <a:gd name="T5" fmla="*/ 0 h 4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5" h="46">
                    <a:moveTo>
                      <a:pt x="85" y="0"/>
                    </a:moveTo>
                    <a:cubicBezTo>
                      <a:pt x="85" y="0"/>
                      <a:pt x="37" y="37"/>
                      <a:pt x="0" y="46"/>
                    </a:cubicBezTo>
                    <a:cubicBezTo>
                      <a:pt x="0" y="46"/>
                      <a:pt x="45" y="39"/>
                      <a:pt x="85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171" name="Freeform 765">
                <a:extLst>
                  <a:ext uri="{FF2B5EF4-FFF2-40B4-BE49-F238E27FC236}">
                    <a16:creationId xmlns:a16="http://schemas.microsoft.com/office/drawing/2014/main" id="{76F183EF-CFB0-43DC-9121-08517E60BA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7" y="3064"/>
                <a:ext cx="68" cy="78"/>
              </a:xfrm>
              <a:custGeom>
                <a:avLst/>
                <a:gdLst>
                  <a:gd name="T0" fmla="*/ 0 w 45"/>
                  <a:gd name="T1" fmla="*/ 122 h 52"/>
                  <a:gd name="T2" fmla="*/ 138 w 45"/>
                  <a:gd name="T3" fmla="*/ 0 h 52"/>
                  <a:gd name="T4" fmla="*/ 128 w 45"/>
                  <a:gd name="T5" fmla="*/ 99 h 52"/>
                  <a:gd name="T6" fmla="*/ 26 w 45"/>
                  <a:gd name="T7" fmla="*/ 135 h 5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5" h="52">
                    <a:moveTo>
                      <a:pt x="0" y="36"/>
                    </a:moveTo>
                    <a:cubicBezTo>
                      <a:pt x="18" y="52"/>
                      <a:pt x="36" y="13"/>
                      <a:pt x="40" y="0"/>
                    </a:cubicBezTo>
                    <a:cubicBezTo>
                      <a:pt x="42" y="10"/>
                      <a:pt x="45" y="20"/>
                      <a:pt x="37" y="29"/>
                    </a:cubicBezTo>
                    <a:cubicBezTo>
                      <a:pt x="30" y="38"/>
                      <a:pt x="17" y="41"/>
                      <a:pt x="7" y="40"/>
                    </a:cubicBezTo>
                  </a:path>
                </a:pathLst>
              </a:custGeom>
              <a:solidFill>
                <a:srgbClr val="C1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172" name="Freeform 766">
                <a:extLst>
                  <a:ext uri="{FF2B5EF4-FFF2-40B4-BE49-F238E27FC236}">
                    <a16:creationId xmlns:a16="http://schemas.microsoft.com/office/drawing/2014/main" id="{44004A99-1321-4565-AC76-0524E99C06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5" y="3055"/>
                <a:ext cx="48" cy="78"/>
              </a:xfrm>
              <a:custGeom>
                <a:avLst/>
                <a:gdLst>
                  <a:gd name="T0" fmla="*/ 0 w 32"/>
                  <a:gd name="T1" fmla="*/ 140 h 52"/>
                  <a:gd name="T2" fmla="*/ 86 w 32"/>
                  <a:gd name="T3" fmla="*/ 0 h 52"/>
                  <a:gd name="T4" fmla="*/ 12 w 32"/>
                  <a:gd name="T5" fmla="*/ 147 h 5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2" h="52">
                    <a:moveTo>
                      <a:pt x="0" y="41"/>
                    </a:moveTo>
                    <a:cubicBezTo>
                      <a:pt x="19" y="51"/>
                      <a:pt x="26" y="12"/>
                      <a:pt x="25" y="0"/>
                    </a:cubicBezTo>
                    <a:cubicBezTo>
                      <a:pt x="32" y="17"/>
                      <a:pt x="25" y="52"/>
                      <a:pt x="3" y="43"/>
                    </a:cubicBezTo>
                  </a:path>
                </a:pathLst>
              </a:custGeom>
              <a:solidFill>
                <a:srgbClr val="C1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173" name="Freeform 767">
                <a:extLst>
                  <a:ext uri="{FF2B5EF4-FFF2-40B4-BE49-F238E27FC236}">
                    <a16:creationId xmlns:a16="http://schemas.microsoft.com/office/drawing/2014/main" id="{8AD18DB0-A5AF-4054-BFCC-366CD9B7CD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4" y="1927"/>
                <a:ext cx="29" cy="350"/>
              </a:xfrm>
              <a:custGeom>
                <a:avLst/>
                <a:gdLst>
                  <a:gd name="T0" fmla="*/ 12 w 19"/>
                  <a:gd name="T1" fmla="*/ 350 h 232"/>
                  <a:gd name="T2" fmla="*/ 67 w 19"/>
                  <a:gd name="T3" fmla="*/ 797 h 232"/>
                  <a:gd name="T4" fmla="*/ 41 w 19"/>
                  <a:gd name="T5" fmla="*/ 386 h 232"/>
                  <a:gd name="T6" fmla="*/ 5 w 19"/>
                  <a:gd name="T7" fmla="*/ 0 h 232"/>
                  <a:gd name="T8" fmla="*/ 12 w 19"/>
                  <a:gd name="T9" fmla="*/ 350 h 2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232">
                    <a:moveTo>
                      <a:pt x="3" y="102"/>
                    </a:moveTo>
                    <a:cubicBezTo>
                      <a:pt x="4" y="122"/>
                      <a:pt x="13" y="204"/>
                      <a:pt x="19" y="232"/>
                    </a:cubicBezTo>
                    <a:cubicBezTo>
                      <a:pt x="17" y="216"/>
                      <a:pt x="13" y="167"/>
                      <a:pt x="12" y="113"/>
                    </a:cubicBezTo>
                    <a:cubicBezTo>
                      <a:pt x="11" y="60"/>
                      <a:pt x="6" y="24"/>
                      <a:pt x="1" y="0"/>
                    </a:cubicBezTo>
                    <a:cubicBezTo>
                      <a:pt x="0" y="25"/>
                      <a:pt x="2" y="79"/>
                      <a:pt x="3" y="102"/>
                    </a:cubicBezTo>
                  </a:path>
                </a:pathLst>
              </a:custGeom>
              <a:solidFill>
                <a:srgbClr val="C1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174" name="Freeform 768">
                <a:extLst>
                  <a:ext uri="{FF2B5EF4-FFF2-40B4-BE49-F238E27FC236}">
                    <a16:creationId xmlns:a16="http://schemas.microsoft.com/office/drawing/2014/main" id="{84B658B4-29D6-4B71-95C3-1357D221A4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9" y="1942"/>
                <a:ext cx="24" cy="321"/>
              </a:xfrm>
              <a:custGeom>
                <a:avLst/>
                <a:gdLst>
                  <a:gd name="T0" fmla="*/ 0 w 16"/>
                  <a:gd name="T1" fmla="*/ 729 h 213"/>
                  <a:gd name="T2" fmla="*/ 21 w 16"/>
                  <a:gd name="T3" fmla="*/ 398 h 213"/>
                  <a:gd name="T4" fmla="*/ 48 w 16"/>
                  <a:gd name="T5" fmla="*/ 0 h 213"/>
                  <a:gd name="T6" fmla="*/ 53 w 16"/>
                  <a:gd name="T7" fmla="*/ 297 h 213"/>
                  <a:gd name="T8" fmla="*/ 0 w 16"/>
                  <a:gd name="T9" fmla="*/ 729 h 2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213">
                    <a:moveTo>
                      <a:pt x="0" y="213"/>
                    </a:moveTo>
                    <a:cubicBezTo>
                      <a:pt x="0" y="207"/>
                      <a:pt x="6" y="155"/>
                      <a:pt x="6" y="116"/>
                    </a:cubicBezTo>
                    <a:cubicBezTo>
                      <a:pt x="6" y="73"/>
                      <a:pt x="8" y="31"/>
                      <a:pt x="14" y="0"/>
                    </a:cubicBezTo>
                    <a:cubicBezTo>
                      <a:pt x="11" y="19"/>
                      <a:pt x="14" y="59"/>
                      <a:pt x="15" y="87"/>
                    </a:cubicBezTo>
                    <a:cubicBezTo>
                      <a:pt x="16" y="115"/>
                      <a:pt x="8" y="187"/>
                      <a:pt x="0" y="213"/>
                    </a:cubicBezTo>
                  </a:path>
                </a:pathLst>
              </a:custGeom>
              <a:solidFill>
                <a:srgbClr val="C1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175" name="Freeform 769">
                <a:extLst>
                  <a:ext uri="{FF2B5EF4-FFF2-40B4-BE49-F238E27FC236}">
                    <a16:creationId xmlns:a16="http://schemas.microsoft.com/office/drawing/2014/main" id="{3171FD44-FC1E-4AFF-9EC9-40C336E0F7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5" y="2200"/>
                <a:ext cx="38" cy="16"/>
              </a:xfrm>
              <a:custGeom>
                <a:avLst/>
                <a:gdLst>
                  <a:gd name="T0" fmla="*/ 27 w 25"/>
                  <a:gd name="T1" fmla="*/ 0 h 11"/>
                  <a:gd name="T2" fmla="*/ 26 w 25"/>
                  <a:gd name="T3" fmla="*/ 28 h 11"/>
                  <a:gd name="T4" fmla="*/ 61 w 25"/>
                  <a:gd name="T5" fmla="*/ 13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11">
                    <a:moveTo>
                      <a:pt x="8" y="0"/>
                    </a:moveTo>
                    <a:cubicBezTo>
                      <a:pt x="0" y="1"/>
                      <a:pt x="1" y="7"/>
                      <a:pt x="7" y="9"/>
                    </a:cubicBezTo>
                    <a:cubicBezTo>
                      <a:pt x="13" y="11"/>
                      <a:pt x="25" y="5"/>
                      <a:pt x="17" y="4"/>
                    </a:cubicBezTo>
                  </a:path>
                </a:pathLst>
              </a:custGeom>
              <a:solidFill>
                <a:srgbClr val="C1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176" name="Freeform 770">
                <a:extLst>
                  <a:ext uri="{FF2B5EF4-FFF2-40B4-BE49-F238E27FC236}">
                    <a16:creationId xmlns:a16="http://schemas.microsoft.com/office/drawing/2014/main" id="{3B99E9BF-8540-4DFA-B0ED-DA944D61AA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0" y="2198"/>
                <a:ext cx="43" cy="12"/>
              </a:xfrm>
              <a:custGeom>
                <a:avLst/>
                <a:gdLst>
                  <a:gd name="T0" fmla="*/ 0 w 28"/>
                  <a:gd name="T1" fmla="*/ 26 h 8"/>
                  <a:gd name="T2" fmla="*/ 48 w 28"/>
                  <a:gd name="T3" fmla="*/ 0 h 8"/>
                  <a:gd name="T4" fmla="*/ 101 w 28"/>
                  <a:gd name="T5" fmla="*/ 27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8">
                    <a:moveTo>
                      <a:pt x="0" y="7"/>
                    </a:moveTo>
                    <a:cubicBezTo>
                      <a:pt x="6" y="1"/>
                      <a:pt x="7" y="0"/>
                      <a:pt x="13" y="0"/>
                    </a:cubicBezTo>
                    <a:cubicBezTo>
                      <a:pt x="20" y="0"/>
                      <a:pt x="21" y="1"/>
                      <a:pt x="28" y="8"/>
                    </a:cubicBezTo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177" name="Freeform 771">
                <a:extLst>
                  <a:ext uri="{FF2B5EF4-FFF2-40B4-BE49-F238E27FC236}">
                    <a16:creationId xmlns:a16="http://schemas.microsoft.com/office/drawing/2014/main" id="{476C0633-9DF8-46FB-B790-4CC4954FEB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8" y="2204"/>
                <a:ext cx="27" cy="9"/>
              </a:xfrm>
              <a:custGeom>
                <a:avLst/>
                <a:gdLst>
                  <a:gd name="T0" fmla="*/ 0 w 18"/>
                  <a:gd name="T1" fmla="*/ 0 h 6"/>
                  <a:gd name="T2" fmla="*/ 62 w 18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6">
                    <a:moveTo>
                      <a:pt x="0" y="0"/>
                    </a:moveTo>
                    <a:cubicBezTo>
                      <a:pt x="2" y="6"/>
                      <a:pt x="15" y="6"/>
                      <a:pt x="18" y="0"/>
                    </a:cubicBezTo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178" name="Freeform 772">
                <a:extLst>
                  <a:ext uri="{FF2B5EF4-FFF2-40B4-BE49-F238E27FC236}">
                    <a16:creationId xmlns:a16="http://schemas.microsoft.com/office/drawing/2014/main" id="{F8C04512-0EAB-41AC-B01A-DB17DF4992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6" y="2180"/>
                <a:ext cx="41" cy="23"/>
              </a:xfrm>
              <a:custGeom>
                <a:avLst/>
                <a:gdLst>
                  <a:gd name="T0" fmla="*/ 0 w 27"/>
                  <a:gd name="T1" fmla="*/ 35 h 15"/>
                  <a:gd name="T2" fmla="*/ 74 w 27"/>
                  <a:gd name="T3" fmla="*/ 54 h 15"/>
                  <a:gd name="T4" fmla="*/ 5 w 27"/>
                  <a:gd name="T5" fmla="*/ 32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7" h="15">
                    <a:moveTo>
                      <a:pt x="0" y="10"/>
                    </a:moveTo>
                    <a:cubicBezTo>
                      <a:pt x="6" y="6"/>
                      <a:pt x="18" y="8"/>
                      <a:pt x="21" y="15"/>
                    </a:cubicBezTo>
                    <a:cubicBezTo>
                      <a:pt x="27" y="10"/>
                      <a:pt x="5" y="0"/>
                      <a:pt x="1" y="9"/>
                    </a:cubicBezTo>
                  </a:path>
                </a:pathLst>
              </a:custGeom>
              <a:solidFill>
                <a:srgbClr val="C1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179" name="Freeform 773">
                <a:extLst>
                  <a:ext uri="{FF2B5EF4-FFF2-40B4-BE49-F238E27FC236}">
                    <a16:creationId xmlns:a16="http://schemas.microsoft.com/office/drawing/2014/main" id="{518F5186-41FD-47AF-8AFA-880F2DA780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2" y="2456"/>
                <a:ext cx="26" cy="89"/>
              </a:xfrm>
              <a:custGeom>
                <a:avLst/>
                <a:gdLst>
                  <a:gd name="T0" fmla="*/ 49 w 17"/>
                  <a:gd name="T1" fmla="*/ 14 h 59"/>
                  <a:gd name="T2" fmla="*/ 49 w 17"/>
                  <a:gd name="T3" fmla="*/ 143 h 59"/>
                  <a:gd name="T4" fmla="*/ 0 w 17"/>
                  <a:gd name="T5" fmla="*/ 202 h 59"/>
                  <a:gd name="T6" fmla="*/ 28 w 17"/>
                  <a:gd name="T7" fmla="*/ 169 h 59"/>
                  <a:gd name="T8" fmla="*/ 8 w 17"/>
                  <a:gd name="T9" fmla="*/ 121 h 59"/>
                  <a:gd name="T10" fmla="*/ 28 w 17"/>
                  <a:gd name="T11" fmla="*/ 75 h 59"/>
                  <a:gd name="T12" fmla="*/ 43 w 17"/>
                  <a:gd name="T13" fmla="*/ 0 h 5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59">
                    <a:moveTo>
                      <a:pt x="14" y="4"/>
                    </a:moveTo>
                    <a:cubicBezTo>
                      <a:pt x="16" y="17"/>
                      <a:pt x="17" y="30"/>
                      <a:pt x="14" y="42"/>
                    </a:cubicBezTo>
                    <a:cubicBezTo>
                      <a:pt x="12" y="52"/>
                      <a:pt x="9" y="55"/>
                      <a:pt x="0" y="59"/>
                    </a:cubicBezTo>
                    <a:cubicBezTo>
                      <a:pt x="4" y="56"/>
                      <a:pt x="7" y="53"/>
                      <a:pt x="8" y="49"/>
                    </a:cubicBezTo>
                    <a:cubicBezTo>
                      <a:pt x="8" y="43"/>
                      <a:pt x="3" y="40"/>
                      <a:pt x="2" y="35"/>
                    </a:cubicBezTo>
                    <a:cubicBezTo>
                      <a:pt x="1" y="30"/>
                      <a:pt x="6" y="26"/>
                      <a:pt x="8" y="22"/>
                    </a:cubicBezTo>
                    <a:cubicBezTo>
                      <a:pt x="10" y="15"/>
                      <a:pt x="12" y="7"/>
                      <a:pt x="12" y="0"/>
                    </a:cubicBezTo>
                  </a:path>
                </a:pathLst>
              </a:custGeom>
              <a:solidFill>
                <a:srgbClr val="C1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180" name="Freeform 774">
                <a:extLst>
                  <a:ext uri="{FF2B5EF4-FFF2-40B4-BE49-F238E27FC236}">
                    <a16:creationId xmlns:a16="http://schemas.microsoft.com/office/drawing/2014/main" id="{CAAB1A04-0651-41A4-9B7B-B0BDBA1E93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9" y="2192"/>
                <a:ext cx="24" cy="36"/>
              </a:xfrm>
              <a:custGeom>
                <a:avLst/>
                <a:gdLst>
                  <a:gd name="T0" fmla="*/ 48 w 16"/>
                  <a:gd name="T1" fmla="*/ 0 h 24"/>
                  <a:gd name="T2" fmla="*/ 54 w 16"/>
                  <a:gd name="T3" fmla="*/ 81 h 24"/>
                  <a:gd name="T4" fmla="*/ 32 w 16"/>
                  <a:gd name="T5" fmla="*/ 12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24">
                    <a:moveTo>
                      <a:pt x="14" y="0"/>
                    </a:moveTo>
                    <a:cubicBezTo>
                      <a:pt x="2" y="8"/>
                      <a:pt x="11" y="17"/>
                      <a:pt x="16" y="24"/>
                    </a:cubicBezTo>
                    <a:cubicBezTo>
                      <a:pt x="10" y="23"/>
                      <a:pt x="0" y="8"/>
                      <a:pt x="9" y="3"/>
                    </a:cubicBezTo>
                  </a:path>
                </a:pathLst>
              </a:custGeom>
              <a:solidFill>
                <a:srgbClr val="C1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181" name="Freeform 775">
                <a:extLst>
                  <a:ext uri="{FF2B5EF4-FFF2-40B4-BE49-F238E27FC236}">
                    <a16:creationId xmlns:a16="http://schemas.microsoft.com/office/drawing/2014/main" id="{4947A4CF-6F0B-4431-9EAD-7A81424EF9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6" y="2216"/>
                <a:ext cx="265" cy="210"/>
              </a:xfrm>
              <a:custGeom>
                <a:avLst/>
                <a:gdLst>
                  <a:gd name="T0" fmla="*/ 0 w 175"/>
                  <a:gd name="T1" fmla="*/ 468 h 139"/>
                  <a:gd name="T2" fmla="*/ 170 w 175"/>
                  <a:gd name="T3" fmla="*/ 403 h 139"/>
                  <a:gd name="T4" fmla="*/ 351 w 175"/>
                  <a:gd name="T5" fmla="*/ 299 h 139"/>
                  <a:gd name="T6" fmla="*/ 607 w 175"/>
                  <a:gd name="T7" fmla="*/ 0 h 139"/>
                  <a:gd name="T8" fmla="*/ 562 w 175"/>
                  <a:gd name="T9" fmla="*/ 210 h 139"/>
                  <a:gd name="T10" fmla="*/ 392 w 175"/>
                  <a:gd name="T11" fmla="*/ 352 h 139"/>
                  <a:gd name="T12" fmla="*/ 195 w 175"/>
                  <a:gd name="T13" fmla="*/ 438 h 139"/>
                  <a:gd name="T14" fmla="*/ 97 w 175"/>
                  <a:gd name="T15" fmla="*/ 468 h 139"/>
                  <a:gd name="T16" fmla="*/ 18 w 175"/>
                  <a:gd name="T17" fmla="*/ 479 h 13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75" h="139">
                    <a:moveTo>
                      <a:pt x="0" y="136"/>
                    </a:moveTo>
                    <a:cubicBezTo>
                      <a:pt x="15" y="138"/>
                      <a:pt x="35" y="123"/>
                      <a:pt x="49" y="117"/>
                    </a:cubicBezTo>
                    <a:cubicBezTo>
                      <a:pt x="68" y="109"/>
                      <a:pt x="85" y="101"/>
                      <a:pt x="101" y="87"/>
                    </a:cubicBezTo>
                    <a:cubicBezTo>
                      <a:pt x="127" y="64"/>
                      <a:pt x="162" y="34"/>
                      <a:pt x="175" y="0"/>
                    </a:cubicBezTo>
                    <a:cubicBezTo>
                      <a:pt x="175" y="21"/>
                      <a:pt x="174" y="44"/>
                      <a:pt x="162" y="61"/>
                    </a:cubicBezTo>
                    <a:cubicBezTo>
                      <a:pt x="149" y="79"/>
                      <a:pt x="131" y="91"/>
                      <a:pt x="113" y="102"/>
                    </a:cubicBezTo>
                    <a:cubicBezTo>
                      <a:pt x="95" y="112"/>
                      <a:pt x="76" y="121"/>
                      <a:pt x="56" y="127"/>
                    </a:cubicBezTo>
                    <a:cubicBezTo>
                      <a:pt x="47" y="130"/>
                      <a:pt x="38" y="134"/>
                      <a:pt x="28" y="136"/>
                    </a:cubicBezTo>
                    <a:cubicBezTo>
                      <a:pt x="21" y="137"/>
                      <a:pt x="11" y="136"/>
                      <a:pt x="5" y="139"/>
                    </a:cubicBezTo>
                  </a:path>
                </a:pathLst>
              </a:custGeom>
              <a:solidFill>
                <a:srgbClr val="C1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182" name="Freeform 776">
                <a:extLst>
                  <a:ext uri="{FF2B5EF4-FFF2-40B4-BE49-F238E27FC236}">
                    <a16:creationId xmlns:a16="http://schemas.microsoft.com/office/drawing/2014/main" id="{F7B5DDAF-53FD-41A7-A330-5030D6AAB0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9" y="2409"/>
                <a:ext cx="143" cy="297"/>
              </a:xfrm>
              <a:custGeom>
                <a:avLst/>
                <a:gdLst>
                  <a:gd name="T0" fmla="*/ 0 w 95"/>
                  <a:gd name="T1" fmla="*/ 0 h 197"/>
                  <a:gd name="T2" fmla="*/ 81 w 95"/>
                  <a:gd name="T3" fmla="*/ 45 h 197"/>
                  <a:gd name="T4" fmla="*/ 149 w 95"/>
                  <a:gd name="T5" fmla="*/ 66 h 197"/>
                  <a:gd name="T6" fmla="*/ 269 w 95"/>
                  <a:gd name="T7" fmla="*/ 86 h 197"/>
                  <a:gd name="T8" fmla="*/ 250 w 95"/>
                  <a:gd name="T9" fmla="*/ 210 h 197"/>
                  <a:gd name="T10" fmla="*/ 286 w 95"/>
                  <a:gd name="T11" fmla="*/ 332 h 197"/>
                  <a:gd name="T12" fmla="*/ 291 w 95"/>
                  <a:gd name="T13" fmla="*/ 675 h 197"/>
                  <a:gd name="T14" fmla="*/ 251 w 95"/>
                  <a:gd name="T15" fmla="*/ 393 h 197"/>
                  <a:gd name="T16" fmla="*/ 202 w 95"/>
                  <a:gd name="T17" fmla="*/ 211 h 197"/>
                  <a:gd name="T18" fmla="*/ 116 w 95"/>
                  <a:gd name="T19" fmla="*/ 72 h 197"/>
                  <a:gd name="T20" fmla="*/ 5 w 95"/>
                  <a:gd name="T21" fmla="*/ 12 h 19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95" h="197">
                    <a:moveTo>
                      <a:pt x="0" y="0"/>
                    </a:moveTo>
                    <a:cubicBezTo>
                      <a:pt x="8" y="0"/>
                      <a:pt x="17" y="10"/>
                      <a:pt x="24" y="13"/>
                    </a:cubicBezTo>
                    <a:cubicBezTo>
                      <a:pt x="31" y="16"/>
                      <a:pt x="38" y="17"/>
                      <a:pt x="44" y="19"/>
                    </a:cubicBezTo>
                    <a:cubicBezTo>
                      <a:pt x="55" y="21"/>
                      <a:pt x="69" y="21"/>
                      <a:pt x="79" y="25"/>
                    </a:cubicBezTo>
                    <a:cubicBezTo>
                      <a:pt x="80" y="37"/>
                      <a:pt x="73" y="49"/>
                      <a:pt x="73" y="61"/>
                    </a:cubicBezTo>
                    <a:cubicBezTo>
                      <a:pt x="74" y="75"/>
                      <a:pt x="79" y="84"/>
                      <a:pt x="84" y="97"/>
                    </a:cubicBezTo>
                    <a:cubicBezTo>
                      <a:pt x="95" y="127"/>
                      <a:pt x="90" y="166"/>
                      <a:pt x="85" y="197"/>
                    </a:cubicBezTo>
                    <a:cubicBezTo>
                      <a:pt x="79" y="171"/>
                      <a:pt x="80" y="142"/>
                      <a:pt x="74" y="115"/>
                    </a:cubicBezTo>
                    <a:cubicBezTo>
                      <a:pt x="69" y="97"/>
                      <a:pt x="63" y="80"/>
                      <a:pt x="59" y="62"/>
                    </a:cubicBezTo>
                    <a:cubicBezTo>
                      <a:pt x="55" y="47"/>
                      <a:pt x="46" y="30"/>
                      <a:pt x="34" y="21"/>
                    </a:cubicBezTo>
                    <a:cubicBezTo>
                      <a:pt x="24" y="13"/>
                      <a:pt x="10" y="14"/>
                      <a:pt x="1" y="3"/>
                    </a:cubicBezTo>
                  </a:path>
                </a:pathLst>
              </a:custGeom>
              <a:solidFill>
                <a:srgbClr val="C1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183" name="Freeform 777">
                <a:extLst>
                  <a:ext uri="{FF2B5EF4-FFF2-40B4-BE49-F238E27FC236}">
                    <a16:creationId xmlns:a16="http://schemas.microsoft.com/office/drawing/2014/main" id="{32D557F4-1E9D-4A5C-B83B-B1F8026FB5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6" y="2568"/>
                <a:ext cx="18" cy="313"/>
              </a:xfrm>
              <a:custGeom>
                <a:avLst/>
                <a:gdLst>
                  <a:gd name="T0" fmla="*/ 12 w 12"/>
                  <a:gd name="T1" fmla="*/ 0 h 208"/>
                  <a:gd name="T2" fmla="*/ 18 w 12"/>
                  <a:gd name="T3" fmla="*/ 358 h 208"/>
                  <a:gd name="T4" fmla="*/ 26 w 12"/>
                  <a:gd name="T5" fmla="*/ 546 h 208"/>
                  <a:gd name="T6" fmla="*/ 35 w 12"/>
                  <a:gd name="T7" fmla="*/ 709 h 208"/>
                  <a:gd name="T8" fmla="*/ 27 w 12"/>
                  <a:gd name="T9" fmla="*/ 250 h 208"/>
                  <a:gd name="T10" fmla="*/ 8 w 12"/>
                  <a:gd name="T11" fmla="*/ 12 h 20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208">
                    <a:moveTo>
                      <a:pt x="3" y="0"/>
                    </a:moveTo>
                    <a:cubicBezTo>
                      <a:pt x="5" y="34"/>
                      <a:pt x="5" y="70"/>
                      <a:pt x="5" y="105"/>
                    </a:cubicBezTo>
                    <a:cubicBezTo>
                      <a:pt x="5" y="124"/>
                      <a:pt x="6" y="141"/>
                      <a:pt x="7" y="160"/>
                    </a:cubicBezTo>
                    <a:cubicBezTo>
                      <a:pt x="7" y="176"/>
                      <a:pt x="8" y="193"/>
                      <a:pt x="10" y="208"/>
                    </a:cubicBezTo>
                    <a:cubicBezTo>
                      <a:pt x="11" y="163"/>
                      <a:pt x="12" y="117"/>
                      <a:pt x="8" y="73"/>
                    </a:cubicBezTo>
                    <a:cubicBezTo>
                      <a:pt x="5" y="51"/>
                      <a:pt x="0" y="26"/>
                      <a:pt x="2" y="3"/>
                    </a:cubicBezTo>
                  </a:path>
                </a:pathLst>
              </a:custGeom>
              <a:solidFill>
                <a:srgbClr val="C1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184" name="Freeform 778">
                <a:extLst>
                  <a:ext uri="{FF2B5EF4-FFF2-40B4-BE49-F238E27FC236}">
                    <a16:creationId xmlns:a16="http://schemas.microsoft.com/office/drawing/2014/main" id="{423D6393-D2F7-4954-B7F9-3787F2B3FC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0" y="2450"/>
                <a:ext cx="60" cy="92"/>
              </a:xfrm>
              <a:custGeom>
                <a:avLst/>
                <a:gdLst>
                  <a:gd name="T0" fmla="*/ 135 w 40"/>
                  <a:gd name="T1" fmla="*/ 0 h 61"/>
                  <a:gd name="T2" fmla="*/ 116 w 40"/>
                  <a:gd name="T3" fmla="*/ 148 h 61"/>
                  <a:gd name="T4" fmla="*/ 0 w 40"/>
                  <a:gd name="T5" fmla="*/ 169 h 61"/>
                  <a:gd name="T6" fmla="*/ 66 w 40"/>
                  <a:gd name="T7" fmla="*/ 155 h 61"/>
                  <a:gd name="T8" fmla="*/ 72 w 40"/>
                  <a:gd name="T9" fmla="*/ 94 h 61"/>
                  <a:gd name="T10" fmla="*/ 122 w 40"/>
                  <a:gd name="T11" fmla="*/ 12 h 6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0" h="61">
                    <a:moveTo>
                      <a:pt x="40" y="0"/>
                    </a:moveTo>
                    <a:cubicBezTo>
                      <a:pt x="39" y="13"/>
                      <a:pt x="39" y="31"/>
                      <a:pt x="34" y="43"/>
                    </a:cubicBezTo>
                    <a:cubicBezTo>
                      <a:pt x="26" y="61"/>
                      <a:pt x="14" y="50"/>
                      <a:pt x="0" y="49"/>
                    </a:cubicBezTo>
                    <a:cubicBezTo>
                      <a:pt x="5" y="49"/>
                      <a:pt x="14" y="50"/>
                      <a:pt x="19" y="45"/>
                    </a:cubicBezTo>
                    <a:cubicBezTo>
                      <a:pt x="25" y="39"/>
                      <a:pt x="20" y="34"/>
                      <a:pt x="21" y="27"/>
                    </a:cubicBezTo>
                    <a:cubicBezTo>
                      <a:pt x="21" y="13"/>
                      <a:pt x="32" y="12"/>
                      <a:pt x="36" y="3"/>
                    </a:cubicBezTo>
                  </a:path>
                </a:pathLst>
              </a:custGeom>
              <a:solidFill>
                <a:srgbClr val="C1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185" name="Freeform 779">
                <a:extLst>
                  <a:ext uri="{FF2B5EF4-FFF2-40B4-BE49-F238E27FC236}">
                    <a16:creationId xmlns:a16="http://schemas.microsoft.com/office/drawing/2014/main" id="{51514021-A345-4520-A0AE-2FEF05C0F2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0" y="2445"/>
                <a:ext cx="60" cy="109"/>
              </a:xfrm>
              <a:custGeom>
                <a:avLst/>
                <a:gdLst>
                  <a:gd name="T0" fmla="*/ 93 w 40"/>
                  <a:gd name="T1" fmla="*/ 14 h 72"/>
                  <a:gd name="T2" fmla="*/ 99 w 40"/>
                  <a:gd name="T3" fmla="*/ 94 h 72"/>
                  <a:gd name="T4" fmla="*/ 99 w 40"/>
                  <a:gd name="T5" fmla="*/ 168 h 72"/>
                  <a:gd name="T6" fmla="*/ 72 w 40"/>
                  <a:gd name="T7" fmla="*/ 229 h 72"/>
                  <a:gd name="T8" fmla="*/ 0 w 40"/>
                  <a:gd name="T9" fmla="*/ 242 h 72"/>
                  <a:gd name="T10" fmla="*/ 72 w 40"/>
                  <a:gd name="T11" fmla="*/ 229 h 72"/>
                  <a:gd name="T12" fmla="*/ 129 w 40"/>
                  <a:gd name="T13" fmla="*/ 170 h 72"/>
                  <a:gd name="T14" fmla="*/ 95 w 40"/>
                  <a:gd name="T15" fmla="*/ 0 h 7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0" h="72">
                    <a:moveTo>
                      <a:pt x="27" y="4"/>
                    </a:moveTo>
                    <a:cubicBezTo>
                      <a:pt x="27" y="12"/>
                      <a:pt x="28" y="19"/>
                      <a:pt x="29" y="27"/>
                    </a:cubicBezTo>
                    <a:cubicBezTo>
                      <a:pt x="30" y="34"/>
                      <a:pt x="30" y="41"/>
                      <a:pt x="29" y="48"/>
                    </a:cubicBezTo>
                    <a:cubicBezTo>
                      <a:pt x="28" y="54"/>
                      <a:pt x="26" y="62"/>
                      <a:pt x="21" y="66"/>
                    </a:cubicBezTo>
                    <a:cubicBezTo>
                      <a:pt x="14" y="71"/>
                      <a:pt x="8" y="67"/>
                      <a:pt x="0" y="70"/>
                    </a:cubicBezTo>
                    <a:cubicBezTo>
                      <a:pt x="6" y="72"/>
                      <a:pt x="15" y="67"/>
                      <a:pt x="21" y="66"/>
                    </a:cubicBezTo>
                    <a:cubicBezTo>
                      <a:pt x="29" y="63"/>
                      <a:pt x="36" y="58"/>
                      <a:pt x="38" y="49"/>
                    </a:cubicBezTo>
                    <a:cubicBezTo>
                      <a:pt x="40" y="31"/>
                      <a:pt x="31" y="17"/>
                      <a:pt x="28" y="0"/>
                    </a:cubicBezTo>
                  </a:path>
                </a:pathLst>
              </a:custGeom>
              <a:solidFill>
                <a:srgbClr val="C1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186" name="Freeform 780">
                <a:extLst>
                  <a:ext uri="{FF2B5EF4-FFF2-40B4-BE49-F238E27FC236}">
                    <a16:creationId xmlns:a16="http://schemas.microsoft.com/office/drawing/2014/main" id="{04E3CC7E-9BE0-4327-8E8F-AE29A6B77A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4" y="2435"/>
                <a:ext cx="140" cy="124"/>
              </a:xfrm>
              <a:custGeom>
                <a:avLst/>
                <a:gdLst>
                  <a:gd name="T0" fmla="*/ 41 w 92"/>
                  <a:gd name="T1" fmla="*/ 0 h 82"/>
                  <a:gd name="T2" fmla="*/ 46 w 92"/>
                  <a:gd name="T3" fmla="*/ 68 h 82"/>
                  <a:gd name="T4" fmla="*/ 155 w 92"/>
                  <a:gd name="T5" fmla="*/ 284 h 82"/>
                  <a:gd name="T6" fmla="*/ 271 w 92"/>
                  <a:gd name="T7" fmla="*/ 68 h 82"/>
                  <a:gd name="T8" fmla="*/ 275 w 92"/>
                  <a:gd name="T9" fmla="*/ 27 h 8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2" h="82">
                    <a:moveTo>
                      <a:pt x="12" y="0"/>
                    </a:moveTo>
                    <a:cubicBezTo>
                      <a:pt x="14" y="7"/>
                      <a:pt x="15" y="15"/>
                      <a:pt x="13" y="20"/>
                    </a:cubicBezTo>
                    <a:cubicBezTo>
                      <a:pt x="10" y="28"/>
                      <a:pt x="0" y="82"/>
                      <a:pt x="44" y="82"/>
                    </a:cubicBezTo>
                    <a:cubicBezTo>
                      <a:pt x="92" y="82"/>
                      <a:pt x="79" y="36"/>
                      <a:pt x="77" y="20"/>
                    </a:cubicBezTo>
                    <a:cubicBezTo>
                      <a:pt x="77" y="15"/>
                      <a:pt x="77" y="11"/>
                      <a:pt x="78" y="8"/>
                    </a:cubicBezTo>
                  </a:path>
                </a:pathLst>
              </a:custGeom>
              <a:solidFill>
                <a:srgbClr val="A961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187" name="Freeform 781">
                <a:extLst>
                  <a:ext uri="{FF2B5EF4-FFF2-40B4-BE49-F238E27FC236}">
                    <a16:creationId xmlns:a16="http://schemas.microsoft.com/office/drawing/2014/main" id="{E6BCD736-AB70-4DEB-8B91-F3E80BF8F9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9" y="2480"/>
                <a:ext cx="28" cy="67"/>
              </a:xfrm>
              <a:custGeom>
                <a:avLst/>
                <a:gdLst>
                  <a:gd name="T0" fmla="*/ 52 w 19"/>
                  <a:gd name="T1" fmla="*/ 40 h 44"/>
                  <a:gd name="T2" fmla="*/ 41 w 19"/>
                  <a:gd name="T3" fmla="*/ 88 h 44"/>
                  <a:gd name="T4" fmla="*/ 46 w 19"/>
                  <a:gd name="T5" fmla="*/ 128 h 44"/>
                  <a:gd name="T6" fmla="*/ 60 w 19"/>
                  <a:gd name="T7" fmla="*/ 155 h 44"/>
                  <a:gd name="T8" fmla="*/ 28 w 19"/>
                  <a:gd name="T9" fmla="*/ 134 h 44"/>
                  <a:gd name="T10" fmla="*/ 1 w 19"/>
                  <a:gd name="T11" fmla="*/ 81 h 44"/>
                  <a:gd name="T12" fmla="*/ 32 w 19"/>
                  <a:gd name="T13" fmla="*/ 62 h 44"/>
                  <a:gd name="T14" fmla="*/ 47 w 19"/>
                  <a:gd name="T15" fmla="*/ 0 h 4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9" h="44">
                    <a:moveTo>
                      <a:pt x="16" y="11"/>
                    </a:moveTo>
                    <a:cubicBezTo>
                      <a:pt x="18" y="17"/>
                      <a:pt x="13" y="20"/>
                      <a:pt x="13" y="25"/>
                    </a:cubicBezTo>
                    <a:cubicBezTo>
                      <a:pt x="12" y="29"/>
                      <a:pt x="13" y="32"/>
                      <a:pt x="14" y="36"/>
                    </a:cubicBezTo>
                    <a:cubicBezTo>
                      <a:pt x="15" y="38"/>
                      <a:pt x="18" y="41"/>
                      <a:pt x="19" y="44"/>
                    </a:cubicBezTo>
                    <a:cubicBezTo>
                      <a:pt x="15" y="44"/>
                      <a:pt x="11" y="41"/>
                      <a:pt x="9" y="38"/>
                    </a:cubicBezTo>
                    <a:cubicBezTo>
                      <a:pt x="7" y="35"/>
                      <a:pt x="0" y="27"/>
                      <a:pt x="1" y="23"/>
                    </a:cubicBezTo>
                    <a:cubicBezTo>
                      <a:pt x="2" y="21"/>
                      <a:pt x="8" y="21"/>
                      <a:pt x="10" y="18"/>
                    </a:cubicBezTo>
                    <a:cubicBezTo>
                      <a:pt x="14" y="13"/>
                      <a:pt x="17" y="6"/>
                      <a:pt x="15" y="0"/>
                    </a:cubicBezTo>
                  </a:path>
                </a:pathLst>
              </a:custGeom>
              <a:solidFill>
                <a:srgbClr val="C1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188" name="Freeform 782">
                <a:extLst>
                  <a:ext uri="{FF2B5EF4-FFF2-40B4-BE49-F238E27FC236}">
                    <a16:creationId xmlns:a16="http://schemas.microsoft.com/office/drawing/2014/main" id="{CD293C20-6763-40F4-B9F2-4157876000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2" y="2438"/>
                <a:ext cx="119" cy="121"/>
              </a:xfrm>
              <a:custGeom>
                <a:avLst/>
                <a:gdLst>
                  <a:gd name="T0" fmla="*/ 26 w 79"/>
                  <a:gd name="T1" fmla="*/ 0 h 80"/>
                  <a:gd name="T2" fmla="*/ 27 w 79"/>
                  <a:gd name="T3" fmla="*/ 62 h 80"/>
                  <a:gd name="T4" fmla="*/ 35 w 79"/>
                  <a:gd name="T5" fmla="*/ 228 h 80"/>
                  <a:gd name="T6" fmla="*/ 136 w 79"/>
                  <a:gd name="T7" fmla="*/ 277 h 80"/>
                  <a:gd name="T8" fmla="*/ 236 w 79"/>
                  <a:gd name="T9" fmla="*/ 237 h 80"/>
                  <a:gd name="T10" fmla="*/ 250 w 79"/>
                  <a:gd name="T11" fmla="*/ 86 h 80"/>
                  <a:gd name="T12" fmla="*/ 250 w 79"/>
                  <a:gd name="T13" fmla="*/ 62 h 80"/>
                  <a:gd name="T14" fmla="*/ 243 w 79"/>
                  <a:gd name="T15" fmla="*/ 45 h 80"/>
                  <a:gd name="T16" fmla="*/ 243 w 79"/>
                  <a:gd name="T17" fmla="*/ 12 h 80"/>
                  <a:gd name="T18" fmla="*/ 243 w 79"/>
                  <a:gd name="T19" fmla="*/ 45 h 80"/>
                  <a:gd name="T20" fmla="*/ 243 w 79"/>
                  <a:gd name="T21" fmla="*/ 62 h 80"/>
                  <a:gd name="T22" fmla="*/ 246 w 79"/>
                  <a:gd name="T23" fmla="*/ 86 h 80"/>
                  <a:gd name="T24" fmla="*/ 232 w 79"/>
                  <a:gd name="T25" fmla="*/ 236 h 80"/>
                  <a:gd name="T26" fmla="*/ 134 w 79"/>
                  <a:gd name="T27" fmla="*/ 272 h 80"/>
                  <a:gd name="T28" fmla="*/ 39 w 79"/>
                  <a:gd name="T29" fmla="*/ 228 h 80"/>
                  <a:gd name="T30" fmla="*/ 32 w 79"/>
                  <a:gd name="T31" fmla="*/ 67 h 80"/>
                  <a:gd name="T32" fmla="*/ 26 w 79"/>
                  <a:gd name="T33" fmla="*/ 0 h 8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79" h="80">
                    <a:moveTo>
                      <a:pt x="7" y="0"/>
                    </a:moveTo>
                    <a:cubicBezTo>
                      <a:pt x="12" y="5"/>
                      <a:pt x="10" y="13"/>
                      <a:pt x="8" y="18"/>
                    </a:cubicBezTo>
                    <a:cubicBezTo>
                      <a:pt x="6" y="25"/>
                      <a:pt x="0" y="50"/>
                      <a:pt x="10" y="66"/>
                    </a:cubicBezTo>
                    <a:cubicBezTo>
                      <a:pt x="16" y="76"/>
                      <a:pt x="26" y="80"/>
                      <a:pt x="40" y="80"/>
                    </a:cubicBezTo>
                    <a:cubicBezTo>
                      <a:pt x="54" y="80"/>
                      <a:pt x="63" y="76"/>
                      <a:pt x="69" y="69"/>
                    </a:cubicBezTo>
                    <a:cubicBezTo>
                      <a:pt x="79" y="56"/>
                      <a:pt x="75" y="38"/>
                      <a:pt x="73" y="25"/>
                    </a:cubicBezTo>
                    <a:cubicBezTo>
                      <a:pt x="73" y="18"/>
                      <a:pt x="73" y="18"/>
                      <a:pt x="73" y="18"/>
                    </a:cubicBezTo>
                    <a:cubicBezTo>
                      <a:pt x="71" y="13"/>
                      <a:pt x="71" y="13"/>
                      <a:pt x="71" y="13"/>
                    </a:cubicBezTo>
                    <a:cubicBezTo>
                      <a:pt x="71" y="10"/>
                      <a:pt x="70" y="6"/>
                      <a:pt x="71" y="3"/>
                    </a:cubicBezTo>
                    <a:cubicBezTo>
                      <a:pt x="70" y="6"/>
                      <a:pt x="70" y="9"/>
                      <a:pt x="71" y="13"/>
                    </a:cubicBezTo>
                    <a:cubicBezTo>
                      <a:pt x="71" y="18"/>
                      <a:pt x="71" y="18"/>
                      <a:pt x="71" y="18"/>
                    </a:cubicBezTo>
                    <a:cubicBezTo>
                      <a:pt x="72" y="25"/>
                      <a:pt x="72" y="25"/>
                      <a:pt x="72" y="25"/>
                    </a:cubicBezTo>
                    <a:cubicBezTo>
                      <a:pt x="74" y="38"/>
                      <a:pt x="77" y="56"/>
                      <a:pt x="68" y="68"/>
                    </a:cubicBezTo>
                    <a:cubicBezTo>
                      <a:pt x="62" y="75"/>
                      <a:pt x="53" y="79"/>
                      <a:pt x="39" y="79"/>
                    </a:cubicBezTo>
                    <a:cubicBezTo>
                      <a:pt x="26" y="79"/>
                      <a:pt x="16" y="75"/>
                      <a:pt x="11" y="66"/>
                    </a:cubicBezTo>
                    <a:cubicBezTo>
                      <a:pt x="1" y="49"/>
                      <a:pt x="8" y="23"/>
                      <a:pt x="9" y="19"/>
                    </a:cubicBezTo>
                    <a:cubicBezTo>
                      <a:pt x="11" y="13"/>
                      <a:pt x="13" y="6"/>
                      <a:pt x="7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189" name="Freeform 783">
                <a:extLst>
                  <a:ext uri="{FF2B5EF4-FFF2-40B4-BE49-F238E27FC236}">
                    <a16:creationId xmlns:a16="http://schemas.microsoft.com/office/drawing/2014/main" id="{22010B4A-AFB8-4D3B-90BD-90006CA1D6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8" y="2439"/>
                <a:ext cx="49" cy="112"/>
              </a:xfrm>
              <a:custGeom>
                <a:avLst/>
                <a:gdLst>
                  <a:gd name="T0" fmla="*/ 101 w 32"/>
                  <a:gd name="T1" fmla="*/ 0 h 74"/>
                  <a:gd name="T2" fmla="*/ 107 w 32"/>
                  <a:gd name="T3" fmla="*/ 45 h 74"/>
                  <a:gd name="T4" fmla="*/ 101 w 32"/>
                  <a:gd name="T5" fmla="*/ 162 h 74"/>
                  <a:gd name="T6" fmla="*/ 101 w 32"/>
                  <a:gd name="T7" fmla="*/ 166 h 74"/>
                  <a:gd name="T8" fmla="*/ 101 w 32"/>
                  <a:gd name="T9" fmla="*/ 166 h 74"/>
                  <a:gd name="T10" fmla="*/ 110 w 32"/>
                  <a:gd name="T11" fmla="*/ 201 h 74"/>
                  <a:gd name="T12" fmla="*/ 61 w 32"/>
                  <a:gd name="T13" fmla="*/ 250 h 74"/>
                  <a:gd name="T14" fmla="*/ 58 w 32"/>
                  <a:gd name="T15" fmla="*/ 250 h 74"/>
                  <a:gd name="T16" fmla="*/ 5 w 32"/>
                  <a:gd name="T17" fmla="*/ 201 h 74"/>
                  <a:gd name="T18" fmla="*/ 18 w 32"/>
                  <a:gd name="T19" fmla="*/ 166 h 74"/>
                  <a:gd name="T20" fmla="*/ 18 w 32"/>
                  <a:gd name="T21" fmla="*/ 162 h 74"/>
                  <a:gd name="T22" fmla="*/ 12 w 32"/>
                  <a:gd name="T23" fmla="*/ 45 h 74"/>
                  <a:gd name="T24" fmla="*/ 8 w 32"/>
                  <a:gd name="T25" fmla="*/ 18 h 74"/>
                  <a:gd name="T26" fmla="*/ 8 w 32"/>
                  <a:gd name="T27" fmla="*/ 54 h 74"/>
                  <a:gd name="T28" fmla="*/ 12 w 32"/>
                  <a:gd name="T29" fmla="*/ 162 h 74"/>
                  <a:gd name="T30" fmla="*/ 0 w 32"/>
                  <a:gd name="T31" fmla="*/ 197 h 74"/>
                  <a:gd name="T32" fmla="*/ 0 w 32"/>
                  <a:gd name="T33" fmla="*/ 204 h 74"/>
                  <a:gd name="T34" fmla="*/ 58 w 32"/>
                  <a:gd name="T35" fmla="*/ 257 h 74"/>
                  <a:gd name="T36" fmla="*/ 61 w 32"/>
                  <a:gd name="T37" fmla="*/ 257 h 74"/>
                  <a:gd name="T38" fmla="*/ 115 w 32"/>
                  <a:gd name="T39" fmla="*/ 204 h 74"/>
                  <a:gd name="T40" fmla="*/ 115 w 32"/>
                  <a:gd name="T41" fmla="*/ 197 h 74"/>
                  <a:gd name="T42" fmla="*/ 103 w 32"/>
                  <a:gd name="T43" fmla="*/ 162 h 74"/>
                  <a:gd name="T44" fmla="*/ 110 w 32"/>
                  <a:gd name="T45" fmla="*/ 53 h 74"/>
                  <a:gd name="T46" fmla="*/ 110 w 32"/>
                  <a:gd name="T47" fmla="*/ 45 h 74"/>
                  <a:gd name="T48" fmla="*/ 101 w 32"/>
                  <a:gd name="T49" fmla="*/ 0 h 74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32" h="74">
                    <a:moveTo>
                      <a:pt x="28" y="0"/>
                    </a:moveTo>
                    <a:cubicBezTo>
                      <a:pt x="30" y="2"/>
                      <a:pt x="30" y="7"/>
                      <a:pt x="30" y="13"/>
                    </a:cubicBezTo>
                    <a:cubicBezTo>
                      <a:pt x="30" y="18"/>
                      <a:pt x="28" y="44"/>
                      <a:pt x="28" y="47"/>
                    </a:cubicBezTo>
                    <a:cubicBezTo>
                      <a:pt x="28" y="48"/>
                      <a:pt x="28" y="48"/>
                      <a:pt x="28" y="48"/>
                    </a:cubicBezTo>
                    <a:cubicBezTo>
                      <a:pt x="28" y="48"/>
                      <a:pt x="28" y="48"/>
                      <a:pt x="28" y="48"/>
                    </a:cubicBezTo>
                    <a:cubicBezTo>
                      <a:pt x="30" y="52"/>
                      <a:pt x="32" y="55"/>
                      <a:pt x="31" y="58"/>
                    </a:cubicBezTo>
                    <a:cubicBezTo>
                      <a:pt x="30" y="63"/>
                      <a:pt x="25" y="72"/>
                      <a:pt x="17" y="72"/>
                    </a:cubicBezTo>
                    <a:cubicBezTo>
                      <a:pt x="16" y="72"/>
                      <a:pt x="16" y="72"/>
                      <a:pt x="16" y="72"/>
                    </a:cubicBezTo>
                    <a:cubicBezTo>
                      <a:pt x="8" y="72"/>
                      <a:pt x="3" y="63"/>
                      <a:pt x="1" y="58"/>
                    </a:cubicBezTo>
                    <a:cubicBezTo>
                      <a:pt x="1" y="56"/>
                      <a:pt x="3" y="51"/>
                      <a:pt x="5" y="48"/>
                    </a:cubicBezTo>
                    <a:cubicBezTo>
                      <a:pt x="5" y="47"/>
                      <a:pt x="5" y="47"/>
                      <a:pt x="5" y="47"/>
                    </a:cubicBezTo>
                    <a:cubicBezTo>
                      <a:pt x="4" y="44"/>
                      <a:pt x="3" y="19"/>
                      <a:pt x="3" y="13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3" y="21"/>
                      <a:pt x="3" y="43"/>
                      <a:pt x="3" y="47"/>
                    </a:cubicBezTo>
                    <a:cubicBezTo>
                      <a:pt x="2" y="51"/>
                      <a:pt x="0" y="54"/>
                      <a:pt x="0" y="57"/>
                    </a:cubicBezTo>
                    <a:cubicBezTo>
                      <a:pt x="0" y="57"/>
                      <a:pt x="0" y="58"/>
                      <a:pt x="0" y="59"/>
                    </a:cubicBezTo>
                    <a:cubicBezTo>
                      <a:pt x="2" y="64"/>
                      <a:pt x="7" y="73"/>
                      <a:pt x="16" y="74"/>
                    </a:cubicBezTo>
                    <a:cubicBezTo>
                      <a:pt x="17" y="74"/>
                      <a:pt x="17" y="74"/>
                      <a:pt x="17" y="74"/>
                    </a:cubicBezTo>
                    <a:cubicBezTo>
                      <a:pt x="26" y="73"/>
                      <a:pt x="30" y="64"/>
                      <a:pt x="32" y="59"/>
                    </a:cubicBezTo>
                    <a:cubicBezTo>
                      <a:pt x="32" y="58"/>
                      <a:pt x="32" y="58"/>
                      <a:pt x="32" y="57"/>
                    </a:cubicBezTo>
                    <a:cubicBezTo>
                      <a:pt x="32" y="54"/>
                      <a:pt x="31" y="51"/>
                      <a:pt x="29" y="47"/>
                    </a:cubicBezTo>
                    <a:cubicBezTo>
                      <a:pt x="30" y="43"/>
                      <a:pt x="31" y="20"/>
                      <a:pt x="31" y="15"/>
                    </a:cubicBezTo>
                    <a:cubicBezTo>
                      <a:pt x="31" y="14"/>
                      <a:pt x="31" y="14"/>
                      <a:pt x="31" y="13"/>
                    </a:cubicBezTo>
                    <a:cubicBezTo>
                      <a:pt x="31" y="8"/>
                      <a:pt x="30" y="2"/>
                      <a:pt x="28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190" name="Freeform 784">
                <a:extLst>
                  <a:ext uri="{FF2B5EF4-FFF2-40B4-BE49-F238E27FC236}">
                    <a16:creationId xmlns:a16="http://schemas.microsoft.com/office/drawing/2014/main" id="{63851453-D3B7-4C44-998B-A68235566C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0" y="2506"/>
                <a:ext cx="12" cy="6"/>
              </a:xfrm>
              <a:custGeom>
                <a:avLst/>
                <a:gdLst>
                  <a:gd name="T0" fmla="*/ 0 w 8"/>
                  <a:gd name="T1" fmla="*/ 0 h 4"/>
                  <a:gd name="T2" fmla="*/ 26 w 8"/>
                  <a:gd name="T3" fmla="*/ 14 h 4"/>
                  <a:gd name="T4" fmla="*/ 27 w 8"/>
                  <a:gd name="T5" fmla="*/ 12 h 4"/>
                  <a:gd name="T6" fmla="*/ 0 w 8"/>
                  <a:gd name="T7" fmla="*/ 0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4">
                    <a:moveTo>
                      <a:pt x="0" y="0"/>
                    </a:moveTo>
                    <a:cubicBezTo>
                      <a:pt x="2" y="0"/>
                      <a:pt x="6" y="3"/>
                      <a:pt x="7" y="4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6" y="1"/>
                      <a:pt x="1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191" name="Freeform 785">
                <a:extLst>
                  <a:ext uri="{FF2B5EF4-FFF2-40B4-BE49-F238E27FC236}">
                    <a16:creationId xmlns:a16="http://schemas.microsoft.com/office/drawing/2014/main" id="{8FAEFE65-872A-4598-B77B-5079A69A1F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2" y="2338"/>
                <a:ext cx="301" cy="159"/>
              </a:xfrm>
              <a:custGeom>
                <a:avLst/>
                <a:gdLst>
                  <a:gd name="T0" fmla="*/ 688 w 199"/>
                  <a:gd name="T1" fmla="*/ 209 h 105"/>
                  <a:gd name="T2" fmla="*/ 0 w 199"/>
                  <a:gd name="T3" fmla="*/ 0 h 105"/>
                  <a:gd name="T4" fmla="*/ 688 w 199"/>
                  <a:gd name="T5" fmla="*/ 209 h 10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9" h="105">
                    <a:moveTo>
                      <a:pt x="199" y="60"/>
                    </a:moveTo>
                    <a:cubicBezTo>
                      <a:pt x="199" y="60"/>
                      <a:pt x="107" y="105"/>
                      <a:pt x="0" y="0"/>
                    </a:cubicBezTo>
                    <a:cubicBezTo>
                      <a:pt x="0" y="0"/>
                      <a:pt x="92" y="94"/>
                      <a:pt x="199" y="6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192" name="Freeform 786">
                <a:extLst>
                  <a:ext uri="{FF2B5EF4-FFF2-40B4-BE49-F238E27FC236}">
                    <a16:creationId xmlns:a16="http://schemas.microsoft.com/office/drawing/2014/main" id="{F7701A95-B205-4747-8A38-07AB8B2A81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5" y="2308"/>
                <a:ext cx="93" cy="620"/>
              </a:xfrm>
              <a:custGeom>
                <a:avLst/>
                <a:gdLst>
                  <a:gd name="T0" fmla="*/ 216 w 61"/>
                  <a:gd name="T1" fmla="*/ 0 h 411"/>
                  <a:gd name="T2" fmla="*/ 156 w 61"/>
                  <a:gd name="T3" fmla="*/ 237 h 411"/>
                  <a:gd name="T4" fmla="*/ 79 w 61"/>
                  <a:gd name="T5" fmla="*/ 1410 h 411"/>
                  <a:gd name="T6" fmla="*/ 85 w 61"/>
                  <a:gd name="T7" fmla="*/ 487 h 411"/>
                  <a:gd name="T8" fmla="*/ 0 w 61"/>
                  <a:gd name="T9" fmla="*/ 184 h 411"/>
                  <a:gd name="T10" fmla="*/ 216 w 61"/>
                  <a:gd name="T11" fmla="*/ 0 h 41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1" h="411">
                    <a:moveTo>
                      <a:pt x="61" y="0"/>
                    </a:moveTo>
                    <a:cubicBezTo>
                      <a:pt x="61" y="0"/>
                      <a:pt x="49" y="57"/>
                      <a:pt x="44" y="69"/>
                    </a:cubicBezTo>
                    <a:cubicBezTo>
                      <a:pt x="39" y="81"/>
                      <a:pt x="26" y="366"/>
                      <a:pt x="22" y="411"/>
                    </a:cubicBezTo>
                    <a:cubicBezTo>
                      <a:pt x="22" y="411"/>
                      <a:pt x="20" y="172"/>
                      <a:pt x="24" y="142"/>
                    </a:cubicBezTo>
                    <a:cubicBezTo>
                      <a:pt x="28" y="113"/>
                      <a:pt x="39" y="42"/>
                      <a:pt x="0" y="54"/>
                    </a:cubicBezTo>
                    <a:cubicBezTo>
                      <a:pt x="0" y="54"/>
                      <a:pt x="49" y="35"/>
                      <a:pt x="61" y="0"/>
                    </a:cubicBezTo>
                    <a:close/>
                  </a:path>
                </a:pathLst>
              </a:custGeom>
              <a:solidFill>
                <a:srgbClr val="8E4C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193" name="Freeform 787">
                <a:extLst>
                  <a:ext uri="{FF2B5EF4-FFF2-40B4-BE49-F238E27FC236}">
                    <a16:creationId xmlns:a16="http://schemas.microsoft.com/office/drawing/2014/main" id="{B6582CB4-C604-4F7C-8148-7E41E900FB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7" y="2426"/>
                <a:ext cx="36" cy="176"/>
              </a:xfrm>
              <a:custGeom>
                <a:avLst/>
                <a:gdLst>
                  <a:gd name="T0" fmla="*/ 81 w 24"/>
                  <a:gd name="T1" fmla="*/ 0 h 117"/>
                  <a:gd name="T2" fmla="*/ 12 w 24"/>
                  <a:gd name="T3" fmla="*/ 32 h 117"/>
                  <a:gd name="T4" fmla="*/ 14 w 24"/>
                  <a:gd name="T5" fmla="*/ 68 h 117"/>
                  <a:gd name="T6" fmla="*/ 35 w 24"/>
                  <a:gd name="T7" fmla="*/ 143 h 117"/>
                  <a:gd name="T8" fmla="*/ 14 w 24"/>
                  <a:gd name="T9" fmla="*/ 244 h 117"/>
                  <a:gd name="T10" fmla="*/ 18 w 24"/>
                  <a:gd name="T11" fmla="*/ 399 h 117"/>
                  <a:gd name="T12" fmla="*/ 21 w 24"/>
                  <a:gd name="T13" fmla="*/ 251 h 117"/>
                  <a:gd name="T14" fmla="*/ 54 w 24"/>
                  <a:gd name="T15" fmla="*/ 153 h 117"/>
                  <a:gd name="T16" fmla="*/ 35 w 24"/>
                  <a:gd name="T17" fmla="*/ 72 h 117"/>
                  <a:gd name="T18" fmla="*/ 75 w 24"/>
                  <a:gd name="T19" fmla="*/ 8 h 11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4" h="117">
                    <a:moveTo>
                      <a:pt x="24" y="0"/>
                    </a:moveTo>
                    <a:cubicBezTo>
                      <a:pt x="18" y="3"/>
                      <a:pt x="8" y="4"/>
                      <a:pt x="3" y="9"/>
                    </a:cubicBezTo>
                    <a:cubicBezTo>
                      <a:pt x="0" y="13"/>
                      <a:pt x="2" y="16"/>
                      <a:pt x="4" y="20"/>
                    </a:cubicBezTo>
                    <a:cubicBezTo>
                      <a:pt x="6" y="27"/>
                      <a:pt x="8" y="35"/>
                      <a:pt x="10" y="42"/>
                    </a:cubicBezTo>
                    <a:cubicBezTo>
                      <a:pt x="13" y="53"/>
                      <a:pt x="8" y="61"/>
                      <a:pt x="4" y="72"/>
                    </a:cubicBezTo>
                    <a:cubicBezTo>
                      <a:pt x="0" y="84"/>
                      <a:pt x="1" y="104"/>
                      <a:pt x="5" y="117"/>
                    </a:cubicBezTo>
                    <a:cubicBezTo>
                      <a:pt x="1" y="105"/>
                      <a:pt x="3" y="87"/>
                      <a:pt x="6" y="74"/>
                    </a:cubicBezTo>
                    <a:cubicBezTo>
                      <a:pt x="8" y="64"/>
                      <a:pt x="15" y="56"/>
                      <a:pt x="16" y="45"/>
                    </a:cubicBezTo>
                    <a:cubicBezTo>
                      <a:pt x="16" y="36"/>
                      <a:pt x="10" y="30"/>
                      <a:pt x="10" y="21"/>
                    </a:cubicBezTo>
                    <a:cubicBezTo>
                      <a:pt x="10" y="15"/>
                      <a:pt x="16" y="4"/>
                      <a:pt x="22" y="2"/>
                    </a:cubicBezTo>
                  </a:path>
                </a:pathLst>
              </a:custGeom>
              <a:solidFill>
                <a:srgbClr val="8E4C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194" name="Freeform 788">
                <a:extLst>
                  <a:ext uri="{FF2B5EF4-FFF2-40B4-BE49-F238E27FC236}">
                    <a16:creationId xmlns:a16="http://schemas.microsoft.com/office/drawing/2014/main" id="{7EC0AA17-5233-401B-9153-37ECB647DC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7" y="3094"/>
                <a:ext cx="72" cy="256"/>
              </a:xfrm>
              <a:custGeom>
                <a:avLst/>
                <a:gdLst>
                  <a:gd name="T0" fmla="*/ 26 w 48"/>
                  <a:gd name="T1" fmla="*/ 0 h 170"/>
                  <a:gd name="T2" fmla="*/ 126 w 48"/>
                  <a:gd name="T3" fmla="*/ 68 h 170"/>
                  <a:gd name="T4" fmla="*/ 156 w 48"/>
                  <a:gd name="T5" fmla="*/ 75 h 170"/>
                  <a:gd name="T6" fmla="*/ 143 w 48"/>
                  <a:gd name="T7" fmla="*/ 126 h 170"/>
                  <a:gd name="T8" fmla="*/ 108 w 48"/>
                  <a:gd name="T9" fmla="*/ 349 h 170"/>
                  <a:gd name="T10" fmla="*/ 99 w 48"/>
                  <a:gd name="T11" fmla="*/ 581 h 170"/>
                  <a:gd name="T12" fmla="*/ 86 w 48"/>
                  <a:gd name="T13" fmla="*/ 181 h 170"/>
                  <a:gd name="T14" fmla="*/ 41 w 48"/>
                  <a:gd name="T15" fmla="*/ 80 h 170"/>
                  <a:gd name="T16" fmla="*/ 14 w 48"/>
                  <a:gd name="T17" fmla="*/ 5 h 17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8" h="170">
                    <a:moveTo>
                      <a:pt x="7" y="0"/>
                    </a:moveTo>
                    <a:cubicBezTo>
                      <a:pt x="12" y="11"/>
                      <a:pt x="26" y="18"/>
                      <a:pt x="37" y="20"/>
                    </a:cubicBezTo>
                    <a:cubicBezTo>
                      <a:pt x="40" y="20"/>
                      <a:pt x="44" y="19"/>
                      <a:pt x="46" y="22"/>
                    </a:cubicBezTo>
                    <a:cubicBezTo>
                      <a:pt x="48" y="27"/>
                      <a:pt x="43" y="33"/>
                      <a:pt x="42" y="37"/>
                    </a:cubicBezTo>
                    <a:cubicBezTo>
                      <a:pt x="32" y="57"/>
                      <a:pt x="33" y="79"/>
                      <a:pt x="32" y="102"/>
                    </a:cubicBezTo>
                    <a:cubicBezTo>
                      <a:pt x="31" y="124"/>
                      <a:pt x="28" y="147"/>
                      <a:pt x="29" y="170"/>
                    </a:cubicBezTo>
                    <a:cubicBezTo>
                      <a:pt x="20" y="132"/>
                      <a:pt x="32" y="90"/>
                      <a:pt x="25" y="53"/>
                    </a:cubicBezTo>
                    <a:cubicBezTo>
                      <a:pt x="23" y="42"/>
                      <a:pt x="17" y="32"/>
                      <a:pt x="12" y="23"/>
                    </a:cubicBezTo>
                    <a:cubicBezTo>
                      <a:pt x="9" y="18"/>
                      <a:pt x="0" y="7"/>
                      <a:pt x="4" y="1"/>
                    </a:cubicBezTo>
                  </a:path>
                </a:pathLst>
              </a:custGeom>
              <a:solidFill>
                <a:srgbClr val="8E4C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195" name="Freeform 789">
                <a:extLst>
                  <a:ext uri="{FF2B5EF4-FFF2-40B4-BE49-F238E27FC236}">
                    <a16:creationId xmlns:a16="http://schemas.microsoft.com/office/drawing/2014/main" id="{0D90012E-AE73-492D-B358-C429C082D9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7" y="3126"/>
                <a:ext cx="59" cy="282"/>
              </a:xfrm>
              <a:custGeom>
                <a:avLst/>
                <a:gdLst>
                  <a:gd name="T0" fmla="*/ 0 w 39"/>
                  <a:gd name="T1" fmla="*/ 0 h 187"/>
                  <a:gd name="T2" fmla="*/ 48 w 39"/>
                  <a:gd name="T3" fmla="*/ 18 h 187"/>
                  <a:gd name="T4" fmla="*/ 86 w 39"/>
                  <a:gd name="T5" fmla="*/ 18 h 187"/>
                  <a:gd name="T6" fmla="*/ 110 w 39"/>
                  <a:gd name="T7" fmla="*/ 12 h 187"/>
                  <a:gd name="T8" fmla="*/ 124 w 39"/>
                  <a:gd name="T9" fmla="*/ 143 h 187"/>
                  <a:gd name="T10" fmla="*/ 101 w 39"/>
                  <a:gd name="T11" fmla="*/ 641 h 187"/>
                  <a:gd name="T12" fmla="*/ 86 w 39"/>
                  <a:gd name="T13" fmla="*/ 380 h 187"/>
                  <a:gd name="T14" fmla="*/ 82 w 39"/>
                  <a:gd name="T15" fmla="*/ 196 h 187"/>
                  <a:gd name="T16" fmla="*/ 48 w 39"/>
                  <a:gd name="T17" fmla="*/ 89 h 187"/>
                  <a:gd name="T18" fmla="*/ 0 w 39"/>
                  <a:gd name="T19" fmla="*/ 21 h 18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9" h="187">
                    <a:moveTo>
                      <a:pt x="0" y="0"/>
                    </a:moveTo>
                    <a:cubicBezTo>
                      <a:pt x="4" y="1"/>
                      <a:pt x="9" y="4"/>
                      <a:pt x="14" y="5"/>
                    </a:cubicBezTo>
                    <a:cubicBezTo>
                      <a:pt x="17" y="6"/>
                      <a:pt x="22" y="6"/>
                      <a:pt x="25" y="5"/>
                    </a:cubicBezTo>
                    <a:cubicBezTo>
                      <a:pt x="26" y="5"/>
                      <a:pt x="31" y="3"/>
                      <a:pt x="32" y="3"/>
                    </a:cubicBezTo>
                    <a:cubicBezTo>
                      <a:pt x="39" y="7"/>
                      <a:pt x="36" y="36"/>
                      <a:pt x="36" y="42"/>
                    </a:cubicBezTo>
                    <a:cubicBezTo>
                      <a:pt x="36" y="90"/>
                      <a:pt x="24" y="139"/>
                      <a:pt x="29" y="187"/>
                    </a:cubicBezTo>
                    <a:cubicBezTo>
                      <a:pt x="23" y="163"/>
                      <a:pt x="26" y="135"/>
                      <a:pt x="25" y="111"/>
                    </a:cubicBezTo>
                    <a:cubicBezTo>
                      <a:pt x="25" y="94"/>
                      <a:pt x="28" y="74"/>
                      <a:pt x="24" y="57"/>
                    </a:cubicBezTo>
                    <a:cubicBezTo>
                      <a:pt x="22" y="47"/>
                      <a:pt x="19" y="36"/>
                      <a:pt x="14" y="26"/>
                    </a:cubicBezTo>
                    <a:cubicBezTo>
                      <a:pt x="10" y="18"/>
                      <a:pt x="4" y="14"/>
                      <a:pt x="0" y="6"/>
                    </a:cubicBezTo>
                  </a:path>
                </a:pathLst>
              </a:custGeom>
              <a:solidFill>
                <a:srgbClr val="8E4C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196" name="Freeform 790">
                <a:extLst>
                  <a:ext uri="{FF2B5EF4-FFF2-40B4-BE49-F238E27FC236}">
                    <a16:creationId xmlns:a16="http://schemas.microsoft.com/office/drawing/2014/main" id="{B2FF295E-01E6-4E3D-864A-A879C4C892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9" y="1658"/>
                <a:ext cx="128" cy="97"/>
              </a:xfrm>
              <a:custGeom>
                <a:avLst/>
                <a:gdLst>
                  <a:gd name="T0" fmla="*/ 0 w 85"/>
                  <a:gd name="T1" fmla="*/ 170 h 64"/>
                  <a:gd name="T2" fmla="*/ 215 w 85"/>
                  <a:gd name="T3" fmla="*/ 139 h 64"/>
                  <a:gd name="T4" fmla="*/ 291 w 85"/>
                  <a:gd name="T5" fmla="*/ 0 h 64"/>
                  <a:gd name="T6" fmla="*/ 184 w 85"/>
                  <a:gd name="T7" fmla="*/ 182 h 64"/>
                  <a:gd name="T8" fmla="*/ 12 w 85"/>
                  <a:gd name="T9" fmla="*/ 177 h 6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5" h="64">
                    <a:moveTo>
                      <a:pt x="0" y="49"/>
                    </a:moveTo>
                    <a:cubicBezTo>
                      <a:pt x="19" y="64"/>
                      <a:pt x="47" y="57"/>
                      <a:pt x="63" y="40"/>
                    </a:cubicBezTo>
                    <a:cubicBezTo>
                      <a:pt x="74" y="29"/>
                      <a:pt x="78" y="13"/>
                      <a:pt x="85" y="0"/>
                    </a:cubicBezTo>
                    <a:cubicBezTo>
                      <a:pt x="78" y="20"/>
                      <a:pt x="71" y="41"/>
                      <a:pt x="54" y="52"/>
                    </a:cubicBezTo>
                    <a:cubicBezTo>
                      <a:pt x="39" y="62"/>
                      <a:pt x="16" y="63"/>
                      <a:pt x="3" y="51"/>
                    </a:cubicBezTo>
                  </a:path>
                </a:pathLst>
              </a:custGeom>
              <a:solidFill>
                <a:srgbClr val="C1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197" name="Freeform 791">
                <a:extLst>
                  <a:ext uri="{FF2B5EF4-FFF2-40B4-BE49-F238E27FC236}">
                    <a16:creationId xmlns:a16="http://schemas.microsoft.com/office/drawing/2014/main" id="{7E666198-622F-4237-AE4E-9573FC42BC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6" y="1652"/>
                <a:ext cx="126" cy="107"/>
              </a:xfrm>
              <a:custGeom>
                <a:avLst/>
                <a:gdLst>
                  <a:gd name="T0" fmla="*/ 8 w 83"/>
                  <a:gd name="T1" fmla="*/ 0 h 71"/>
                  <a:gd name="T2" fmla="*/ 115 w 83"/>
                  <a:gd name="T3" fmla="*/ 188 h 71"/>
                  <a:gd name="T4" fmla="*/ 290 w 83"/>
                  <a:gd name="T5" fmla="*/ 216 h 71"/>
                  <a:gd name="T6" fmla="*/ 120 w 83"/>
                  <a:gd name="T7" fmla="*/ 175 h 71"/>
                  <a:gd name="T8" fmla="*/ 8 w 83"/>
                  <a:gd name="T9" fmla="*/ 27 h 7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3" h="71">
                    <a:moveTo>
                      <a:pt x="2" y="0"/>
                    </a:moveTo>
                    <a:cubicBezTo>
                      <a:pt x="0" y="22"/>
                      <a:pt x="16" y="44"/>
                      <a:pt x="33" y="55"/>
                    </a:cubicBezTo>
                    <a:cubicBezTo>
                      <a:pt x="46" y="62"/>
                      <a:pt x="69" y="71"/>
                      <a:pt x="83" y="63"/>
                    </a:cubicBezTo>
                    <a:cubicBezTo>
                      <a:pt x="72" y="67"/>
                      <a:pt x="45" y="58"/>
                      <a:pt x="34" y="51"/>
                    </a:cubicBezTo>
                    <a:cubicBezTo>
                      <a:pt x="22" y="44"/>
                      <a:pt x="3" y="23"/>
                      <a:pt x="2" y="8"/>
                    </a:cubicBezTo>
                  </a:path>
                </a:pathLst>
              </a:custGeom>
              <a:solidFill>
                <a:srgbClr val="C1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198" name="Freeform 792">
                <a:extLst>
                  <a:ext uri="{FF2B5EF4-FFF2-40B4-BE49-F238E27FC236}">
                    <a16:creationId xmlns:a16="http://schemas.microsoft.com/office/drawing/2014/main" id="{449656AE-435A-40D1-940A-06C2ABA489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0" y="1536"/>
                <a:ext cx="36" cy="383"/>
              </a:xfrm>
              <a:custGeom>
                <a:avLst/>
                <a:gdLst>
                  <a:gd name="T0" fmla="*/ 72 w 24"/>
                  <a:gd name="T1" fmla="*/ 0 h 254"/>
                  <a:gd name="T2" fmla="*/ 72 w 24"/>
                  <a:gd name="T3" fmla="*/ 371 h 254"/>
                  <a:gd name="T4" fmla="*/ 32 w 24"/>
                  <a:gd name="T5" fmla="*/ 764 h 254"/>
                  <a:gd name="T6" fmla="*/ 18 w 24"/>
                  <a:gd name="T7" fmla="*/ 872 h 254"/>
                  <a:gd name="T8" fmla="*/ 26 w 24"/>
                  <a:gd name="T9" fmla="*/ 511 h 254"/>
                  <a:gd name="T10" fmla="*/ 72 w 24"/>
                  <a:gd name="T11" fmla="*/ 0 h 25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4" h="254">
                    <a:moveTo>
                      <a:pt x="21" y="0"/>
                    </a:moveTo>
                    <a:cubicBezTo>
                      <a:pt x="23" y="18"/>
                      <a:pt x="23" y="74"/>
                      <a:pt x="21" y="108"/>
                    </a:cubicBezTo>
                    <a:cubicBezTo>
                      <a:pt x="20" y="142"/>
                      <a:pt x="13" y="204"/>
                      <a:pt x="9" y="223"/>
                    </a:cubicBezTo>
                    <a:cubicBezTo>
                      <a:pt x="5" y="241"/>
                      <a:pt x="5" y="254"/>
                      <a:pt x="5" y="254"/>
                    </a:cubicBezTo>
                    <a:cubicBezTo>
                      <a:pt x="0" y="227"/>
                      <a:pt x="6" y="166"/>
                      <a:pt x="7" y="149"/>
                    </a:cubicBezTo>
                    <a:cubicBezTo>
                      <a:pt x="8" y="131"/>
                      <a:pt x="24" y="24"/>
                      <a:pt x="21" y="0"/>
                    </a:cubicBezTo>
                  </a:path>
                </a:pathLst>
              </a:custGeom>
              <a:solidFill>
                <a:srgbClr val="C1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199" name="Freeform 793">
                <a:extLst>
                  <a:ext uri="{FF2B5EF4-FFF2-40B4-BE49-F238E27FC236}">
                    <a16:creationId xmlns:a16="http://schemas.microsoft.com/office/drawing/2014/main" id="{CFD2BD43-C634-41BE-8D5A-3C06109722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4" y="1666"/>
                <a:ext cx="38" cy="39"/>
              </a:xfrm>
              <a:custGeom>
                <a:avLst/>
                <a:gdLst>
                  <a:gd name="T0" fmla="*/ 26 w 25"/>
                  <a:gd name="T1" fmla="*/ 12 h 26"/>
                  <a:gd name="T2" fmla="*/ 53 w 25"/>
                  <a:gd name="T3" fmla="*/ 80 h 26"/>
                  <a:gd name="T4" fmla="*/ 84 w 25"/>
                  <a:gd name="T5" fmla="*/ 41 h 26"/>
                  <a:gd name="T6" fmla="*/ 49 w 25"/>
                  <a:gd name="T7" fmla="*/ 0 h 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" h="26">
                    <a:moveTo>
                      <a:pt x="7" y="3"/>
                    </a:moveTo>
                    <a:cubicBezTo>
                      <a:pt x="0" y="11"/>
                      <a:pt x="4" y="26"/>
                      <a:pt x="15" y="23"/>
                    </a:cubicBezTo>
                    <a:cubicBezTo>
                      <a:pt x="20" y="21"/>
                      <a:pt x="23" y="17"/>
                      <a:pt x="24" y="12"/>
                    </a:cubicBezTo>
                    <a:cubicBezTo>
                      <a:pt x="25" y="5"/>
                      <a:pt x="20" y="2"/>
                      <a:pt x="14" y="0"/>
                    </a:cubicBezTo>
                  </a:path>
                </a:pathLst>
              </a:custGeom>
              <a:solidFill>
                <a:srgbClr val="8E4C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200" name="Freeform 794">
                <a:extLst>
                  <a:ext uri="{FF2B5EF4-FFF2-40B4-BE49-F238E27FC236}">
                    <a16:creationId xmlns:a16="http://schemas.microsoft.com/office/drawing/2014/main" id="{A841FCB2-30E1-430C-9042-C2173F4390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2" y="1660"/>
                <a:ext cx="54" cy="52"/>
              </a:xfrm>
              <a:custGeom>
                <a:avLst/>
                <a:gdLst>
                  <a:gd name="T0" fmla="*/ 59 w 36"/>
                  <a:gd name="T1" fmla="*/ 0 h 35"/>
                  <a:gd name="T2" fmla="*/ 21 w 36"/>
                  <a:gd name="T3" fmla="*/ 67 h 35"/>
                  <a:gd name="T4" fmla="*/ 95 w 36"/>
                  <a:gd name="T5" fmla="*/ 9 h 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6" h="35">
                    <a:moveTo>
                      <a:pt x="17" y="0"/>
                    </a:moveTo>
                    <a:cubicBezTo>
                      <a:pt x="8" y="0"/>
                      <a:pt x="0" y="11"/>
                      <a:pt x="6" y="20"/>
                    </a:cubicBezTo>
                    <a:cubicBezTo>
                      <a:pt x="16" y="35"/>
                      <a:pt x="36" y="18"/>
                      <a:pt x="28" y="3"/>
                    </a:cubicBezTo>
                  </a:path>
                </a:pathLst>
              </a:custGeom>
              <a:solidFill>
                <a:srgbClr val="8E4C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201" name="Freeform 795">
                <a:extLst>
                  <a:ext uri="{FF2B5EF4-FFF2-40B4-BE49-F238E27FC236}">
                    <a16:creationId xmlns:a16="http://schemas.microsoft.com/office/drawing/2014/main" id="{3FE92D60-FB92-422B-845D-7B8C6115CA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9" y="1536"/>
                <a:ext cx="4" cy="170"/>
              </a:xfrm>
              <a:custGeom>
                <a:avLst/>
                <a:gdLst>
                  <a:gd name="T0" fmla="*/ 0 w 3"/>
                  <a:gd name="T1" fmla="*/ 385 h 113"/>
                  <a:gd name="T2" fmla="*/ 0 w 3"/>
                  <a:gd name="T3" fmla="*/ 381 h 113"/>
                  <a:gd name="T4" fmla="*/ 0 w 3"/>
                  <a:gd name="T5" fmla="*/ 0 h 1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113">
                    <a:moveTo>
                      <a:pt x="0" y="113"/>
                    </a:moveTo>
                    <a:cubicBezTo>
                      <a:pt x="0" y="112"/>
                      <a:pt x="0" y="112"/>
                      <a:pt x="0" y="112"/>
                    </a:cubicBezTo>
                    <a:cubicBezTo>
                      <a:pt x="2" y="74"/>
                      <a:pt x="3" y="7"/>
                      <a:pt x="0" y="0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202" name="Freeform 796">
                <a:extLst>
                  <a:ext uri="{FF2B5EF4-FFF2-40B4-BE49-F238E27FC236}">
                    <a16:creationId xmlns:a16="http://schemas.microsoft.com/office/drawing/2014/main" id="{B61366FC-7099-4121-9C97-11A9981DAE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9" y="1669"/>
                <a:ext cx="2" cy="4"/>
              </a:xfrm>
              <a:custGeom>
                <a:avLst/>
                <a:gdLst>
                  <a:gd name="T0" fmla="*/ 0 w 1"/>
                  <a:gd name="T1" fmla="*/ 7 h 3"/>
                  <a:gd name="T2" fmla="*/ 8 w 1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cubicBezTo>
                      <a:pt x="0" y="2"/>
                      <a:pt x="1" y="1"/>
                      <a:pt x="1" y="0"/>
                    </a:cubicBezTo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203" name="Freeform 797">
                <a:extLst>
                  <a:ext uri="{FF2B5EF4-FFF2-40B4-BE49-F238E27FC236}">
                    <a16:creationId xmlns:a16="http://schemas.microsoft.com/office/drawing/2014/main" id="{4F0D7E37-7704-42F5-B3CD-08F7CB7430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1" y="1660"/>
                <a:ext cx="33" cy="37"/>
              </a:xfrm>
              <a:custGeom>
                <a:avLst/>
                <a:gdLst>
                  <a:gd name="T0" fmla="*/ 35 w 22"/>
                  <a:gd name="T1" fmla="*/ 0 h 25"/>
                  <a:gd name="T2" fmla="*/ 75 w 22"/>
                  <a:gd name="T3" fmla="*/ 41 h 25"/>
                  <a:gd name="T4" fmla="*/ 35 w 22"/>
                  <a:gd name="T5" fmla="*/ 81 h 25"/>
                  <a:gd name="T6" fmla="*/ 0 w 22"/>
                  <a:gd name="T7" fmla="*/ 59 h 2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" h="25">
                    <a:moveTo>
                      <a:pt x="10" y="0"/>
                    </a:moveTo>
                    <a:cubicBezTo>
                      <a:pt x="16" y="0"/>
                      <a:pt x="22" y="6"/>
                      <a:pt x="22" y="13"/>
                    </a:cubicBezTo>
                    <a:cubicBezTo>
                      <a:pt x="22" y="20"/>
                      <a:pt x="16" y="25"/>
                      <a:pt x="10" y="25"/>
                    </a:cubicBezTo>
                    <a:cubicBezTo>
                      <a:pt x="5" y="25"/>
                      <a:pt x="2" y="22"/>
                      <a:pt x="0" y="18"/>
                    </a:cubicBezTo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204" name="Oval 798">
                <a:extLst>
                  <a:ext uri="{FF2B5EF4-FFF2-40B4-BE49-F238E27FC236}">
                    <a16:creationId xmlns:a16="http://schemas.microsoft.com/office/drawing/2014/main" id="{4F4084F2-854A-4955-94A5-82B87A9C1A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71" y="1673"/>
                <a:ext cx="10" cy="11"/>
              </a:xfrm>
              <a:prstGeom prst="ellipse">
                <a:avLst/>
              </a:prstGeom>
              <a:noFill/>
              <a:ln w="4763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205" name="Freeform 799">
                <a:extLst>
                  <a:ext uri="{FF2B5EF4-FFF2-40B4-BE49-F238E27FC236}">
                    <a16:creationId xmlns:a16="http://schemas.microsoft.com/office/drawing/2014/main" id="{AB6D1467-E6E2-491F-89F5-2194E4354C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9" y="1536"/>
                <a:ext cx="5" cy="170"/>
              </a:xfrm>
              <a:custGeom>
                <a:avLst/>
                <a:gdLst>
                  <a:gd name="T0" fmla="*/ 13 w 3"/>
                  <a:gd name="T1" fmla="*/ 385 h 113"/>
                  <a:gd name="T2" fmla="*/ 13 w 3"/>
                  <a:gd name="T3" fmla="*/ 381 h 113"/>
                  <a:gd name="T4" fmla="*/ 13 w 3"/>
                  <a:gd name="T5" fmla="*/ 0 h 1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113">
                    <a:moveTo>
                      <a:pt x="3" y="113"/>
                    </a:moveTo>
                    <a:cubicBezTo>
                      <a:pt x="3" y="112"/>
                      <a:pt x="3" y="112"/>
                      <a:pt x="3" y="112"/>
                    </a:cubicBezTo>
                    <a:cubicBezTo>
                      <a:pt x="1" y="74"/>
                      <a:pt x="0" y="7"/>
                      <a:pt x="3" y="0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206" name="Freeform 800">
                <a:extLst>
                  <a:ext uri="{FF2B5EF4-FFF2-40B4-BE49-F238E27FC236}">
                    <a16:creationId xmlns:a16="http://schemas.microsoft.com/office/drawing/2014/main" id="{070DE8C3-EA6E-4AFD-9464-8EE6473B62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9" y="1675"/>
                <a:ext cx="3" cy="4"/>
              </a:xfrm>
              <a:custGeom>
                <a:avLst/>
                <a:gdLst>
                  <a:gd name="T0" fmla="*/ 8 w 2"/>
                  <a:gd name="T1" fmla="*/ 7 h 3"/>
                  <a:gd name="T2" fmla="*/ 0 w 2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cubicBezTo>
                      <a:pt x="1" y="2"/>
                      <a:pt x="1" y="1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207" name="Freeform 801">
                <a:extLst>
                  <a:ext uri="{FF2B5EF4-FFF2-40B4-BE49-F238E27FC236}">
                    <a16:creationId xmlns:a16="http://schemas.microsoft.com/office/drawing/2014/main" id="{AE58A251-7BE9-47F4-8653-BC531AD5FF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7" y="1666"/>
                <a:ext cx="34" cy="37"/>
              </a:xfrm>
              <a:custGeom>
                <a:avLst/>
                <a:gdLst>
                  <a:gd name="T0" fmla="*/ 45 w 22"/>
                  <a:gd name="T1" fmla="*/ 0 h 25"/>
                  <a:gd name="T2" fmla="*/ 0 w 22"/>
                  <a:gd name="T3" fmla="*/ 41 h 25"/>
                  <a:gd name="T4" fmla="*/ 45 w 22"/>
                  <a:gd name="T5" fmla="*/ 81 h 25"/>
                  <a:gd name="T6" fmla="*/ 82 w 22"/>
                  <a:gd name="T7" fmla="*/ 59 h 2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" h="25">
                    <a:moveTo>
                      <a:pt x="12" y="0"/>
                    </a:moveTo>
                    <a:cubicBezTo>
                      <a:pt x="5" y="0"/>
                      <a:pt x="0" y="5"/>
                      <a:pt x="0" y="13"/>
                    </a:cubicBezTo>
                    <a:cubicBezTo>
                      <a:pt x="0" y="20"/>
                      <a:pt x="5" y="25"/>
                      <a:pt x="12" y="25"/>
                    </a:cubicBezTo>
                    <a:cubicBezTo>
                      <a:pt x="16" y="25"/>
                      <a:pt x="20" y="22"/>
                      <a:pt x="22" y="18"/>
                    </a:cubicBezTo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208" name="Oval 802">
                <a:extLst>
                  <a:ext uri="{FF2B5EF4-FFF2-40B4-BE49-F238E27FC236}">
                    <a16:creationId xmlns:a16="http://schemas.microsoft.com/office/drawing/2014/main" id="{0F6881DA-F0D1-4EEB-B6A8-E9FFB717D2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80" y="1679"/>
                <a:ext cx="10" cy="11"/>
              </a:xfrm>
              <a:prstGeom prst="ellipse">
                <a:avLst/>
              </a:prstGeom>
              <a:noFill/>
              <a:ln w="4763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209" name="Freeform 803">
                <a:extLst>
                  <a:ext uri="{FF2B5EF4-FFF2-40B4-BE49-F238E27FC236}">
                    <a16:creationId xmlns:a16="http://schemas.microsoft.com/office/drawing/2014/main" id="{026D8C8D-CD99-4756-BB66-B759D11855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5" y="1515"/>
                <a:ext cx="20" cy="39"/>
              </a:xfrm>
              <a:custGeom>
                <a:avLst/>
                <a:gdLst>
                  <a:gd name="T0" fmla="*/ 0 w 13"/>
                  <a:gd name="T1" fmla="*/ 89 h 26"/>
                  <a:gd name="T2" fmla="*/ 0 w 13"/>
                  <a:gd name="T3" fmla="*/ 89 h 26"/>
                  <a:gd name="T4" fmla="*/ 48 w 13"/>
                  <a:gd name="T5" fmla="*/ 5 h 26"/>
                  <a:gd name="T6" fmla="*/ 40 w 13"/>
                  <a:gd name="T7" fmla="*/ 0 h 26"/>
                  <a:gd name="T8" fmla="*/ 0 w 13"/>
                  <a:gd name="T9" fmla="*/ 89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26">
                    <a:moveTo>
                      <a:pt x="0" y="26"/>
                    </a:moveTo>
                    <a:cubicBezTo>
                      <a:pt x="0" y="26"/>
                      <a:pt x="0" y="26"/>
                      <a:pt x="0" y="26"/>
                    </a:cubicBezTo>
                    <a:cubicBezTo>
                      <a:pt x="8" y="21"/>
                      <a:pt x="8" y="13"/>
                      <a:pt x="13" y="1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6" y="12"/>
                      <a:pt x="7" y="21"/>
                      <a:pt x="0" y="26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210" name="Freeform 804">
                <a:extLst>
                  <a:ext uri="{FF2B5EF4-FFF2-40B4-BE49-F238E27FC236}">
                    <a16:creationId xmlns:a16="http://schemas.microsoft.com/office/drawing/2014/main" id="{DFB4C647-C575-4995-8F95-1FA9353134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7" y="1515"/>
                <a:ext cx="30" cy="39"/>
              </a:xfrm>
              <a:custGeom>
                <a:avLst/>
                <a:gdLst>
                  <a:gd name="T0" fmla="*/ 0 w 20"/>
                  <a:gd name="T1" fmla="*/ 5 h 26"/>
                  <a:gd name="T2" fmla="*/ 68 w 20"/>
                  <a:gd name="T3" fmla="*/ 89 h 26"/>
                  <a:gd name="T4" fmla="*/ 5 w 20"/>
                  <a:gd name="T5" fmla="*/ 0 h 26"/>
                  <a:gd name="T6" fmla="*/ 0 w 20"/>
                  <a:gd name="T7" fmla="*/ 5 h 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26">
                    <a:moveTo>
                      <a:pt x="0" y="1"/>
                    </a:moveTo>
                    <a:cubicBezTo>
                      <a:pt x="5" y="13"/>
                      <a:pt x="12" y="21"/>
                      <a:pt x="20" y="26"/>
                    </a:cubicBezTo>
                    <a:cubicBezTo>
                      <a:pt x="13" y="21"/>
                      <a:pt x="7" y="12"/>
                      <a:pt x="1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211" name="Freeform 805">
                <a:extLst>
                  <a:ext uri="{FF2B5EF4-FFF2-40B4-BE49-F238E27FC236}">
                    <a16:creationId xmlns:a16="http://schemas.microsoft.com/office/drawing/2014/main" id="{020F4D84-BD47-48AF-A9C1-69B4647E3E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2" y="1722"/>
                <a:ext cx="51" cy="22"/>
              </a:xfrm>
              <a:custGeom>
                <a:avLst/>
                <a:gdLst>
                  <a:gd name="T0" fmla="*/ 0 w 34"/>
                  <a:gd name="T1" fmla="*/ 0 h 15"/>
                  <a:gd name="T2" fmla="*/ 116 w 34"/>
                  <a:gd name="T3" fmla="*/ 47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4" h="15">
                    <a:moveTo>
                      <a:pt x="0" y="0"/>
                    </a:moveTo>
                    <a:cubicBezTo>
                      <a:pt x="0" y="0"/>
                      <a:pt x="15" y="13"/>
                      <a:pt x="34" y="15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212" name="Freeform 806">
                <a:extLst>
                  <a:ext uri="{FF2B5EF4-FFF2-40B4-BE49-F238E27FC236}">
                    <a16:creationId xmlns:a16="http://schemas.microsoft.com/office/drawing/2014/main" id="{4B36F41F-35EA-43B4-B15C-D12DC35EDE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1" y="1717"/>
                <a:ext cx="50" cy="24"/>
              </a:xfrm>
              <a:custGeom>
                <a:avLst/>
                <a:gdLst>
                  <a:gd name="T0" fmla="*/ 115 w 33"/>
                  <a:gd name="T1" fmla="*/ 0 h 16"/>
                  <a:gd name="T2" fmla="*/ 0 w 33"/>
                  <a:gd name="T3" fmla="*/ 54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3" h="16">
                    <a:moveTo>
                      <a:pt x="33" y="0"/>
                    </a:moveTo>
                    <a:cubicBezTo>
                      <a:pt x="33" y="0"/>
                      <a:pt x="22" y="14"/>
                      <a:pt x="0" y="16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213" name="Freeform 807">
                <a:extLst>
                  <a:ext uri="{FF2B5EF4-FFF2-40B4-BE49-F238E27FC236}">
                    <a16:creationId xmlns:a16="http://schemas.microsoft.com/office/drawing/2014/main" id="{D4FA09AB-60FC-45BF-9784-459CB52A7E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5" y="1547"/>
                <a:ext cx="17" cy="227"/>
              </a:xfrm>
              <a:custGeom>
                <a:avLst/>
                <a:gdLst>
                  <a:gd name="T0" fmla="*/ 0 w 11"/>
                  <a:gd name="T1" fmla="*/ 0 h 151"/>
                  <a:gd name="T2" fmla="*/ 8 w 11"/>
                  <a:gd name="T3" fmla="*/ 284 h 151"/>
                  <a:gd name="T4" fmla="*/ 26 w 11"/>
                  <a:gd name="T5" fmla="*/ 513 h 151"/>
                  <a:gd name="T6" fmla="*/ 8 w 11"/>
                  <a:gd name="T7" fmla="*/ 5 h 15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151">
                    <a:moveTo>
                      <a:pt x="0" y="0"/>
                    </a:moveTo>
                    <a:cubicBezTo>
                      <a:pt x="8" y="23"/>
                      <a:pt x="2" y="59"/>
                      <a:pt x="2" y="84"/>
                    </a:cubicBezTo>
                    <a:cubicBezTo>
                      <a:pt x="2" y="107"/>
                      <a:pt x="5" y="128"/>
                      <a:pt x="7" y="151"/>
                    </a:cubicBezTo>
                    <a:cubicBezTo>
                      <a:pt x="7" y="101"/>
                      <a:pt x="11" y="49"/>
                      <a:pt x="2" y="1"/>
                    </a:cubicBezTo>
                  </a:path>
                </a:pathLst>
              </a:custGeom>
              <a:solidFill>
                <a:srgbClr val="C1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214" name="Freeform 808">
                <a:extLst>
                  <a:ext uri="{FF2B5EF4-FFF2-40B4-BE49-F238E27FC236}">
                    <a16:creationId xmlns:a16="http://schemas.microsoft.com/office/drawing/2014/main" id="{DC75FD33-A1E9-4041-B490-36C220920B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8" y="1316"/>
                <a:ext cx="51" cy="36"/>
              </a:xfrm>
              <a:custGeom>
                <a:avLst/>
                <a:gdLst>
                  <a:gd name="T0" fmla="*/ 0 w 34"/>
                  <a:gd name="T1" fmla="*/ 0 h 24"/>
                  <a:gd name="T2" fmla="*/ 116 w 34"/>
                  <a:gd name="T3" fmla="*/ 5 h 24"/>
                  <a:gd name="T4" fmla="*/ 0 w 34"/>
                  <a:gd name="T5" fmla="*/ 0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4" h="24">
                    <a:moveTo>
                      <a:pt x="0" y="0"/>
                    </a:moveTo>
                    <a:cubicBezTo>
                      <a:pt x="0" y="0"/>
                      <a:pt x="19" y="17"/>
                      <a:pt x="34" y="1"/>
                    </a:cubicBezTo>
                    <a:cubicBezTo>
                      <a:pt x="34" y="1"/>
                      <a:pt x="22" y="24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215" name="Freeform 809">
                <a:extLst>
                  <a:ext uri="{FF2B5EF4-FFF2-40B4-BE49-F238E27FC236}">
                    <a16:creationId xmlns:a16="http://schemas.microsoft.com/office/drawing/2014/main" id="{2DB3C4F5-8134-48F5-B30A-0623C9314E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8" y="1296"/>
                <a:ext cx="186" cy="59"/>
              </a:xfrm>
              <a:custGeom>
                <a:avLst/>
                <a:gdLst>
                  <a:gd name="T0" fmla="*/ 0 w 123"/>
                  <a:gd name="T1" fmla="*/ 14 h 39"/>
                  <a:gd name="T2" fmla="*/ 160 w 123"/>
                  <a:gd name="T3" fmla="*/ 14 h 39"/>
                  <a:gd name="T4" fmla="*/ 242 w 123"/>
                  <a:gd name="T5" fmla="*/ 48 h 39"/>
                  <a:gd name="T6" fmla="*/ 425 w 123"/>
                  <a:gd name="T7" fmla="*/ 94 h 39"/>
                  <a:gd name="T8" fmla="*/ 318 w 123"/>
                  <a:gd name="T9" fmla="*/ 116 h 39"/>
                  <a:gd name="T10" fmla="*/ 209 w 123"/>
                  <a:gd name="T11" fmla="*/ 62 h 39"/>
                  <a:gd name="T12" fmla="*/ 110 w 123"/>
                  <a:gd name="T13" fmla="*/ 27 h 39"/>
                  <a:gd name="T14" fmla="*/ 12 w 123"/>
                  <a:gd name="T15" fmla="*/ 8 h 3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23" h="39">
                    <a:moveTo>
                      <a:pt x="0" y="4"/>
                    </a:moveTo>
                    <a:cubicBezTo>
                      <a:pt x="16" y="4"/>
                      <a:pt x="31" y="0"/>
                      <a:pt x="46" y="4"/>
                    </a:cubicBezTo>
                    <a:cubicBezTo>
                      <a:pt x="55" y="6"/>
                      <a:pt x="63" y="10"/>
                      <a:pt x="70" y="14"/>
                    </a:cubicBezTo>
                    <a:cubicBezTo>
                      <a:pt x="85" y="22"/>
                      <a:pt x="108" y="39"/>
                      <a:pt x="123" y="27"/>
                    </a:cubicBezTo>
                    <a:cubicBezTo>
                      <a:pt x="113" y="31"/>
                      <a:pt x="104" y="35"/>
                      <a:pt x="92" y="34"/>
                    </a:cubicBezTo>
                    <a:cubicBezTo>
                      <a:pt x="81" y="32"/>
                      <a:pt x="70" y="24"/>
                      <a:pt x="60" y="18"/>
                    </a:cubicBezTo>
                    <a:cubicBezTo>
                      <a:pt x="50" y="12"/>
                      <a:pt x="43" y="9"/>
                      <a:pt x="32" y="8"/>
                    </a:cubicBezTo>
                    <a:cubicBezTo>
                      <a:pt x="21" y="8"/>
                      <a:pt x="12" y="3"/>
                      <a:pt x="3" y="2"/>
                    </a:cubicBezTo>
                  </a:path>
                </a:pathLst>
              </a:custGeom>
              <a:solidFill>
                <a:srgbClr val="C1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216" name="Freeform 810">
                <a:extLst>
                  <a:ext uri="{FF2B5EF4-FFF2-40B4-BE49-F238E27FC236}">
                    <a16:creationId xmlns:a16="http://schemas.microsoft.com/office/drawing/2014/main" id="{6A32E828-8FC4-4EA0-95F7-7E67EC0D5E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6" y="1287"/>
                <a:ext cx="135" cy="38"/>
              </a:xfrm>
              <a:custGeom>
                <a:avLst/>
                <a:gdLst>
                  <a:gd name="T0" fmla="*/ 0 w 89"/>
                  <a:gd name="T1" fmla="*/ 88 h 25"/>
                  <a:gd name="T2" fmla="*/ 147 w 89"/>
                  <a:gd name="T3" fmla="*/ 27 h 25"/>
                  <a:gd name="T4" fmla="*/ 249 w 89"/>
                  <a:gd name="T5" fmla="*/ 12 h 25"/>
                  <a:gd name="T6" fmla="*/ 311 w 89"/>
                  <a:gd name="T7" fmla="*/ 8 h 25"/>
                  <a:gd name="T8" fmla="*/ 126 w 89"/>
                  <a:gd name="T9" fmla="*/ 49 h 25"/>
                  <a:gd name="T10" fmla="*/ 0 w 89"/>
                  <a:gd name="T11" fmla="*/ 84 h 2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9" h="25">
                    <a:moveTo>
                      <a:pt x="0" y="25"/>
                    </a:moveTo>
                    <a:cubicBezTo>
                      <a:pt x="14" y="18"/>
                      <a:pt x="26" y="10"/>
                      <a:pt x="42" y="8"/>
                    </a:cubicBezTo>
                    <a:cubicBezTo>
                      <a:pt x="52" y="6"/>
                      <a:pt x="61" y="4"/>
                      <a:pt x="71" y="3"/>
                    </a:cubicBezTo>
                    <a:cubicBezTo>
                      <a:pt x="76" y="3"/>
                      <a:pt x="84" y="0"/>
                      <a:pt x="89" y="2"/>
                    </a:cubicBezTo>
                    <a:cubicBezTo>
                      <a:pt x="73" y="9"/>
                      <a:pt x="53" y="11"/>
                      <a:pt x="36" y="14"/>
                    </a:cubicBezTo>
                    <a:cubicBezTo>
                      <a:pt x="24" y="17"/>
                      <a:pt x="12" y="23"/>
                      <a:pt x="0" y="24"/>
                    </a:cubicBezTo>
                  </a:path>
                </a:pathLst>
              </a:custGeom>
              <a:solidFill>
                <a:srgbClr val="C1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217" name="Freeform 811">
                <a:extLst>
                  <a:ext uri="{FF2B5EF4-FFF2-40B4-BE49-F238E27FC236}">
                    <a16:creationId xmlns:a16="http://schemas.microsoft.com/office/drawing/2014/main" id="{F2DDFC5D-7509-4E61-8171-6AF4CA31DF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1" y="1287"/>
                <a:ext cx="91" cy="26"/>
              </a:xfrm>
              <a:custGeom>
                <a:avLst/>
                <a:gdLst>
                  <a:gd name="T0" fmla="*/ 0 w 60"/>
                  <a:gd name="T1" fmla="*/ 61 h 17"/>
                  <a:gd name="T2" fmla="*/ 209 w 60"/>
                  <a:gd name="T3" fmla="*/ 0 h 17"/>
                  <a:gd name="T4" fmla="*/ 0 w 60"/>
                  <a:gd name="T5" fmla="*/ 61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0" h="17">
                    <a:moveTo>
                      <a:pt x="0" y="17"/>
                    </a:moveTo>
                    <a:cubicBezTo>
                      <a:pt x="0" y="17"/>
                      <a:pt x="41" y="2"/>
                      <a:pt x="60" y="0"/>
                    </a:cubicBezTo>
                    <a:cubicBezTo>
                      <a:pt x="60" y="0"/>
                      <a:pt x="21" y="3"/>
                      <a:pt x="0" y="17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218" name="Freeform 812">
                <a:extLst>
                  <a:ext uri="{FF2B5EF4-FFF2-40B4-BE49-F238E27FC236}">
                    <a16:creationId xmlns:a16="http://schemas.microsoft.com/office/drawing/2014/main" id="{BB6C0198-7F13-419F-A49D-6626716CC6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0" y="1290"/>
                <a:ext cx="94" cy="27"/>
              </a:xfrm>
              <a:custGeom>
                <a:avLst/>
                <a:gdLst>
                  <a:gd name="T0" fmla="*/ 0 w 62"/>
                  <a:gd name="T1" fmla="*/ 0 h 18"/>
                  <a:gd name="T2" fmla="*/ 217 w 62"/>
                  <a:gd name="T3" fmla="*/ 62 h 18"/>
                  <a:gd name="T4" fmla="*/ 0 w 62"/>
                  <a:gd name="T5" fmla="*/ 0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2" h="18">
                    <a:moveTo>
                      <a:pt x="0" y="0"/>
                    </a:moveTo>
                    <a:cubicBezTo>
                      <a:pt x="0" y="0"/>
                      <a:pt x="38" y="3"/>
                      <a:pt x="62" y="18"/>
                    </a:cubicBezTo>
                    <a:cubicBezTo>
                      <a:pt x="62" y="18"/>
                      <a:pt x="41" y="0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219" name="Freeform 813">
                <a:extLst>
                  <a:ext uri="{FF2B5EF4-FFF2-40B4-BE49-F238E27FC236}">
                    <a16:creationId xmlns:a16="http://schemas.microsoft.com/office/drawing/2014/main" id="{20631E48-270F-4727-AE69-58690610E2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2" y="1818"/>
                <a:ext cx="269" cy="600"/>
              </a:xfrm>
              <a:custGeom>
                <a:avLst/>
                <a:gdLst>
                  <a:gd name="T0" fmla="*/ 169 w 178"/>
                  <a:gd name="T1" fmla="*/ 0 h 398"/>
                  <a:gd name="T2" fmla="*/ 169 w 178"/>
                  <a:gd name="T3" fmla="*/ 256 h 398"/>
                  <a:gd name="T4" fmla="*/ 162 w 178"/>
                  <a:gd name="T5" fmla="*/ 1088 h 398"/>
                  <a:gd name="T6" fmla="*/ 615 w 178"/>
                  <a:gd name="T7" fmla="*/ 1364 h 398"/>
                  <a:gd name="T8" fmla="*/ 166 w 178"/>
                  <a:gd name="T9" fmla="*/ 864 h 398"/>
                  <a:gd name="T10" fmla="*/ 169 w 178"/>
                  <a:gd name="T11" fmla="*/ 0 h 39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78" h="398">
                    <a:moveTo>
                      <a:pt x="49" y="0"/>
                    </a:moveTo>
                    <a:cubicBezTo>
                      <a:pt x="49" y="0"/>
                      <a:pt x="46" y="53"/>
                      <a:pt x="49" y="75"/>
                    </a:cubicBezTo>
                    <a:cubicBezTo>
                      <a:pt x="52" y="96"/>
                      <a:pt x="0" y="255"/>
                      <a:pt x="47" y="318"/>
                    </a:cubicBezTo>
                    <a:cubicBezTo>
                      <a:pt x="93" y="381"/>
                      <a:pt x="178" y="398"/>
                      <a:pt x="178" y="398"/>
                    </a:cubicBezTo>
                    <a:cubicBezTo>
                      <a:pt x="178" y="398"/>
                      <a:pt x="47" y="349"/>
                      <a:pt x="48" y="252"/>
                    </a:cubicBezTo>
                    <a:cubicBezTo>
                      <a:pt x="49" y="154"/>
                      <a:pt x="72" y="39"/>
                      <a:pt x="49" y="0"/>
                    </a:cubicBezTo>
                    <a:close/>
                  </a:path>
                </a:pathLst>
              </a:custGeom>
              <a:solidFill>
                <a:srgbClr val="C1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220" name="Freeform 814">
                <a:extLst>
                  <a:ext uri="{FF2B5EF4-FFF2-40B4-BE49-F238E27FC236}">
                    <a16:creationId xmlns:a16="http://schemas.microsoft.com/office/drawing/2014/main" id="{42AE6033-28B2-498F-A9F7-D1A722E5A8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1" y="1758"/>
                <a:ext cx="96" cy="369"/>
              </a:xfrm>
              <a:custGeom>
                <a:avLst/>
                <a:gdLst>
                  <a:gd name="T0" fmla="*/ 0 w 63"/>
                  <a:gd name="T1" fmla="*/ 0 h 245"/>
                  <a:gd name="T2" fmla="*/ 155 w 63"/>
                  <a:gd name="T3" fmla="*/ 32 h 245"/>
                  <a:gd name="T4" fmla="*/ 160 w 63"/>
                  <a:gd name="T5" fmla="*/ 411 h 245"/>
                  <a:gd name="T6" fmla="*/ 204 w 63"/>
                  <a:gd name="T7" fmla="*/ 837 h 245"/>
                  <a:gd name="T8" fmla="*/ 110 w 63"/>
                  <a:gd name="T9" fmla="*/ 420 h 245"/>
                  <a:gd name="T10" fmla="*/ 0 w 63"/>
                  <a:gd name="T11" fmla="*/ 0 h 24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3" h="245">
                    <a:moveTo>
                      <a:pt x="0" y="0"/>
                    </a:moveTo>
                    <a:cubicBezTo>
                      <a:pt x="0" y="0"/>
                      <a:pt x="33" y="16"/>
                      <a:pt x="44" y="9"/>
                    </a:cubicBezTo>
                    <a:cubicBezTo>
                      <a:pt x="54" y="2"/>
                      <a:pt x="37" y="82"/>
                      <a:pt x="45" y="120"/>
                    </a:cubicBezTo>
                    <a:cubicBezTo>
                      <a:pt x="52" y="158"/>
                      <a:pt x="59" y="213"/>
                      <a:pt x="58" y="245"/>
                    </a:cubicBezTo>
                    <a:cubicBezTo>
                      <a:pt x="58" y="245"/>
                      <a:pt x="40" y="143"/>
                      <a:pt x="31" y="123"/>
                    </a:cubicBezTo>
                    <a:cubicBezTo>
                      <a:pt x="21" y="103"/>
                      <a:pt x="63" y="33"/>
                      <a:pt x="0" y="0"/>
                    </a:cubicBezTo>
                    <a:close/>
                  </a:path>
                </a:pathLst>
              </a:custGeom>
              <a:solidFill>
                <a:srgbClr val="8E4C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221" name="Freeform 815">
                <a:extLst>
                  <a:ext uri="{FF2B5EF4-FFF2-40B4-BE49-F238E27FC236}">
                    <a16:creationId xmlns:a16="http://schemas.microsoft.com/office/drawing/2014/main" id="{7BD21408-2DE6-4CAF-9BAF-052F7400F5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1" y="1156"/>
                <a:ext cx="61" cy="128"/>
              </a:xfrm>
              <a:custGeom>
                <a:avLst/>
                <a:gdLst>
                  <a:gd name="T0" fmla="*/ 0 w 40"/>
                  <a:gd name="T1" fmla="*/ 0 h 85"/>
                  <a:gd name="T2" fmla="*/ 72 w 40"/>
                  <a:gd name="T3" fmla="*/ 130 h 85"/>
                  <a:gd name="T4" fmla="*/ 137 w 40"/>
                  <a:gd name="T5" fmla="*/ 291 h 8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85">
                    <a:moveTo>
                      <a:pt x="0" y="0"/>
                    </a:moveTo>
                    <a:cubicBezTo>
                      <a:pt x="11" y="13"/>
                      <a:pt x="14" y="25"/>
                      <a:pt x="20" y="38"/>
                    </a:cubicBezTo>
                    <a:cubicBezTo>
                      <a:pt x="27" y="52"/>
                      <a:pt x="40" y="67"/>
                      <a:pt x="39" y="85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222" name="Freeform 816">
                <a:extLst>
                  <a:ext uri="{FF2B5EF4-FFF2-40B4-BE49-F238E27FC236}">
                    <a16:creationId xmlns:a16="http://schemas.microsoft.com/office/drawing/2014/main" id="{3EEB86B0-C5CE-4AE9-B8E3-9F63E57E8B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9" y="1206"/>
                <a:ext cx="86" cy="30"/>
              </a:xfrm>
              <a:custGeom>
                <a:avLst/>
                <a:gdLst>
                  <a:gd name="T0" fmla="*/ 0 w 57"/>
                  <a:gd name="T1" fmla="*/ 0 h 20"/>
                  <a:gd name="T2" fmla="*/ 103 w 57"/>
                  <a:gd name="T3" fmla="*/ 68 h 20"/>
                  <a:gd name="T4" fmla="*/ 155 w 57"/>
                  <a:gd name="T5" fmla="*/ 54 h 20"/>
                  <a:gd name="T6" fmla="*/ 196 w 57"/>
                  <a:gd name="T7" fmla="*/ 32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7" h="20">
                    <a:moveTo>
                      <a:pt x="0" y="0"/>
                    </a:moveTo>
                    <a:cubicBezTo>
                      <a:pt x="7" y="12"/>
                      <a:pt x="17" y="20"/>
                      <a:pt x="30" y="20"/>
                    </a:cubicBezTo>
                    <a:cubicBezTo>
                      <a:pt x="36" y="20"/>
                      <a:pt x="40" y="19"/>
                      <a:pt x="45" y="16"/>
                    </a:cubicBezTo>
                    <a:cubicBezTo>
                      <a:pt x="49" y="14"/>
                      <a:pt x="55" y="13"/>
                      <a:pt x="57" y="9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223" name="Freeform 817">
                <a:extLst>
                  <a:ext uri="{FF2B5EF4-FFF2-40B4-BE49-F238E27FC236}">
                    <a16:creationId xmlns:a16="http://schemas.microsoft.com/office/drawing/2014/main" id="{06DD82F0-9351-4D80-91AA-939C6892BE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7" y="1165"/>
                <a:ext cx="125" cy="66"/>
              </a:xfrm>
              <a:custGeom>
                <a:avLst/>
                <a:gdLst>
                  <a:gd name="T0" fmla="*/ 0 w 83"/>
                  <a:gd name="T1" fmla="*/ 21 h 44"/>
                  <a:gd name="T2" fmla="*/ 127 w 83"/>
                  <a:gd name="T3" fmla="*/ 93 h 44"/>
                  <a:gd name="T4" fmla="*/ 283 w 83"/>
                  <a:gd name="T5" fmla="*/ 0 h 44"/>
                  <a:gd name="T6" fmla="*/ 161 w 83"/>
                  <a:gd name="T7" fmla="*/ 107 h 44"/>
                  <a:gd name="T8" fmla="*/ 99 w 83"/>
                  <a:gd name="T9" fmla="*/ 149 h 44"/>
                  <a:gd name="T10" fmla="*/ 27 w 83"/>
                  <a:gd name="T11" fmla="*/ 86 h 44"/>
                  <a:gd name="T12" fmla="*/ 0 w 83"/>
                  <a:gd name="T13" fmla="*/ 21 h 4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3" h="44">
                    <a:moveTo>
                      <a:pt x="0" y="6"/>
                    </a:moveTo>
                    <a:cubicBezTo>
                      <a:pt x="0" y="6"/>
                      <a:pt x="19" y="27"/>
                      <a:pt x="37" y="27"/>
                    </a:cubicBezTo>
                    <a:cubicBezTo>
                      <a:pt x="56" y="26"/>
                      <a:pt x="75" y="8"/>
                      <a:pt x="83" y="0"/>
                    </a:cubicBezTo>
                    <a:cubicBezTo>
                      <a:pt x="83" y="0"/>
                      <a:pt x="69" y="24"/>
                      <a:pt x="47" y="31"/>
                    </a:cubicBezTo>
                    <a:cubicBezTo>
                      <a:pt x="25" y="38"/>
                      <a:pt x="26" y="40"/>
                      <a:pt x="29" y="44"/>
                    </a:cubicBezTo>
                    <a:cubicBezTo>
                      <a:pt x="29" y="44"/>
                      <a:pt x="12" y="34"/>
                      <a:pt x="8" y="25"/>
                    </a:cubicBezTo>
                    <a:cubicBezTo>
                      <a:pt x="4" y="16"/>
                      <a:pt x="0" y="6"/>
                      <a:pt x="0" y="6"/>
                    </a:cubicBezTo>
                    <a:close/>
                  </a:path>
                </a:pathLst>
              </a:custGeom>
              <a:solidFill>
                <a:srgbClr val="8E4C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224" name="Freeform 818">
                <a:extLst>
                  <a:ext uri="{FF2B5EF4-FFF2-40B4-BE49-F238E27FC236}">
                    <a16:creationId xmlns:a16="http://schemas.microsoft.com/office/drawing/2014/main" id="{0BBD1ECA-2901-4C56-9FA5-7E5C9B6197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4" y="1151"/>
                <a:ext cx="33" cy="115"/>
              </a:xfrm>
              <a:custGeom>
                <a:avLst/>
                <a:gdLst>
                  <a:gd name="T0" fmla="*/ 75 w 22"/>
                  <a:gd name="T1" fmla="*/ 5 h 76"/>
                  <a:gd name="T2" fmla="*/ 21 w 22"/>
                  <a:gd name="T3" fmla="*/ 160 h 76"/>
                  <a:gd name="T4" fmla="*/ 0 w 22"/>
                  <a:gd name="T5" fmla="*/ 263 h 76"/>
                  <a:gd name="T6" fmla="*/ 32 w 22"/>
                  <a:gd name="T7" fmla="*/ 188 h 76"/>
                  <a:gd name="T8" fmla="*/ 45 w 22"/>
                  <a:gd name="T9" fmla="*/ 110 h 76"/>
                  <a:gd name="T10" fmla="*/ 72 w 22"/>
                  <a:gd name="T11" fmla="*/ 0 h 7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2" h="76">
                    <a:moveTo>
                      <a:pt x="22" y="1"/>
                    </a:moveTo>
                    <a:cubicBezTo>
                      <a:pt x="14" y="15"/>
                      <a:pt x="8" y="29"/>
                      <a:pt x="6" y="46"/>
                    </a:cubicBezTo>
                    <a:cubicBezTo>
                      <a:pt x="5" y="56"/>
                      <a:pt x="4" y="67"/>
                      <a:pt x="0" y="76"/>
                    </a:cubicBezTo>
                    <a:cubicBezTo>
                      <a:pt x="3" y="69"/>
                      <a:pt x="7" y="62"/>
                      <a:pt x="9" y="54"/>
                    </a:cubicBezTo>
                    <a:cubicBezTo>
                      <a:pt x="11" y="47"/>
                      <a:pt x="12" y="40"/>
                      <a:pt x="13" y="32"/>
                    </a:cubicBezTo>
                    <a:cubicBezTo>
                      <a:pt x="15" y="21"/>
                      <a:pt x="17" y="10"/>
                      <a:pt x="21" y="0"/>
                    </a:cubicBezTo>
                  </a:path>
                </a:pathLst>
              </a:custGeom>
              <a:solidFill>
                <a:srgbClr val="8E4C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225" name="Freeform 819">
                <a:extLst>
                  <a:ext uri="{FF2B5EF4-FFF2-40B4-BE49-F238E27FC236}">
                    <a16:creationId xmlns:a16="http://schemas.microsoft.com/office/drawing/2014/main" id="{909D09AA-3057-4C05-96C6-5DA8290409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6" y="1136"/>
                <a:ext cx="32" cy="86"/>
              </a:xfrm>
              <a:custGeom>
                <a:avLst/>
                <a:gdLst>
                  <a:gd name="T0" fmla="*/ 62 w 21"/>
                  <a:gd name="T1" fmla="*/ 0 h 57"/>
                  <a:gd name="T2" fmla="*/ 27 w 21"/>
                  <a:gd name="T3" fmla="*/ 89 h 57"/>
                  <a:gd name="T4" fmla="*/ 8 w 21"/>
                  <a:gd name="T5" fmla="*/ 143 h 57"/>
                  <a:gd name="T6" fmla="*/ 0 w 21"/>
                  <a:gd name="T7" fmla="*/ 196 h 57"/>
                  <a:gd name="T8" fmla="*/ 14 w 21"/>
                  <a:gd name="T9" fmla="*/ 164 h 57"/>
                  <a:gd name="T10" fmla="*/ 32 w 21"/>
                  <a:gd name="T11" fmla="*/ 122 h 57"/>
                  <a:gd name="T12" fmla="*/ 49 w 21"/>
                  <a:gd name="T13" fmla="*/ 100 h 57"/>
                  <a:gd name="T14" fmla="*/ 67 w 21"/>
                  <a:gd name="T15" fmla="*/ 86 h 57"/>
                  <a:gd name="T16" fmla="*/ 67 w 21"/>
                  <a:gd name="T17" fmla="*/ 45 h 57"/>
                  <a:gd name="T18" fmla="*/ 67 w 21"/>
                  <a:gd name="T19" fmla="*/ 5 h 5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1" h="57">
                    <a:moveTo>
                      <a:pt x="18" y="0"/>
                    </a:moveTo>
                    <a:cubicBezTo>
                      <a:pt x="13" y="8"/>
                      <a:pt x="10" y="17"/>
                      <a:pt x="8" y="26"/>
                    </a:cubicBezTo>
                    <a:cubicBezTo>
                      <a:pt x="6" y="31"/>
                      <a:pt x="3" y="37"/>
                      <a:pt x="2" y="42"/>
                    </a:cubicBezTo>
                    <a:cubicBezTo>
                      <a:pt x="1" y="47"/>
                      <a:pt x="1" y="53"/>
                      <a:pt x="0" y="57"/>
                    </a:cubicBezTo>
                    <a:cubicBezTo>
                      <a:pt x="0" y="55"/>
                      <a:pt x="3" y="51"/>
                      <a:pt x="4" y="48"/>
                    </a:cubicBezTo>
                    <a:cubicBezTo>
                      <a:pt x="6" y="44"/>
                      <a:pt x="7" y="40"/>
                      <a:pt x="9" y="36"/>
                    </a:cubicBezTo>
                    <a:cubicBezTo>
                      <a:pt x="10" y="33"/>
                      <a:pt x="12" y="31"/>
                      <a:pt x="14" y="29"/>
                    </a:cubicBezTo>
                    <a:cubicBezTo>
                      <a:pt x="16" y="28"/>
                      <a:pt x="18" y="27"/>
                      <a:pt x="19" y="25"/>
                    </a:cubicBezTo>
                    <a:cubicBezTo>
                      <a:pt x="21" y="22"/>
                      <a:pt x="20" y="17"/>
                      <a:pt x="19" y="13"/>
                    </a:cubicBezTo>
                    <a:cubicBezTo>
                      <a:pt x="19" y="9"/>
                      <a:pt x="19" y="5"/>
                      <a:pt x="19" y="1"/>
                    </a:cubicBezTo>
                  </a:path>
                </a:pathLst>
              </a:custGeom>
              <a:solidFill>
                <a:srgbClr val="8E4C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226" name="Freeform 820">
                <a:extLst>
                  <a:ext uri="{FF2B5EF4-FFF2-40B4-BE49-F238E27FC236}">
                    <a16:creationId xmlns:a16="http://schemas.microsoft.com/office/drawing/2014/main" id="{2294D4D0-279D-4CE4-84C0-AC8D576865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2" y="1133"/>
                <a:ext cx="41" cy="95"/>
              </a:xfrm>
              <a:custGeom>
                <a:avLst/>
                <a:gdLst>
                  <a:gd name="T0" fmla="*/ 41 w 27"/>
                  <a:gd name="T1" fmla="*/ 0 h 63"/>
                  <a:gd name="T2" fmla="*/ 41 w 27"/>
                  <a:gd name="T3" fmla="*/ 68 h 63"/>
                  <a:gd name="T4" fmla="*/ 39 w 27"/>
                  <a:gd name="T5" fmla="*/ 122 h 63"/>
                  <a:gd name="T6" fmla="*/ 26 w 27"/>
                  <a:gd name="T7" fmla="*/ 175 h 63"/>
                  <a:gd name="T8" fmla="*/ 0 w 27"/>
                  <a:gd name="T9" fmla="*/ 216 h 63"/>
                  <a:gd name="T10" fmla="*/ 41 w 27"/>
                  <a:gd name="T11" fmla="*/ 157 h 63"/>
                  <a:gd name="T12" fmla="*/ 55 w 27"/>
                  <a:gd name="T13" fmla="*/ 95 h 63"/>
                  <a:gd name="T14" fmla="*/ 70 w 27"/>
                  <a:gd name="T15" fmla="*/ 54 h 63"/>
                  <a:gd name="T16" fmla="*/ 94 w 27"/>
                  <a:gd name="T17" fmla="*/ 75 h 63"/>
                  <a:gd name="T18" fmla="*/ 67 w 27"/>
                  <a:gd name="T19" fmla="*/ 35 h 63"/>
                  <a:gd name="T20" fmla="*/ 46 w 27"/>
                  <a:gd name="T21" fmla="*/ 5 h 6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7" h="63">
                    <a:moveTo>
                      <a:pt x="12" y="0"/>
                    </a:moveTo>
                    <a:cubicBezTo>
                      <a:pt x="14" y="6"/>
                      <a:pt x="12" y="14"/>
                      <a:pt x="12" y="20"/>
                    </a:cubicBezTo>
                    <a:cubicBezTo>
                      <a:pt x="12" y="25"/>
                      <a:pt x="12" y="31"/>
                      <a:pt x="11" y="36"/>
                    </a:cubicBezTo>
                    <a:cubicBezTo>
                      <a:pt x="11" y="42"/>
                      <a:pt x="9" y="46"/>
                      <a:pt x="7" y="51"/>
                    </a:cubicBezTo>
                    <a:cubicBezTo>
                      <a:pt x="5" y="54"/>
                      <a:pt x="3" y="61"/>
                      <a:pt x="0" y="63"/>
                    </a:cubicBezTo>
                    <a:cubicBezTo>
                      <a:pt x="4" y="57"/>
                      <a:pt x="9" y="53"/>
                      <a:pt x="12" y="46"/>
                    </a:cubicBezTo>
                    <a:cubicBezTo>
                      <a:pt x="15" y="40"/>
                      <a:pt x="15" y="34"/>
                      <a:pt x="16" y="28"/>
                    </a:cubicBezTo>
                    <a:cubicBezTo>
                      <a:pt x="16" y="25"/>
                      <a:pt x="17" y="17"/>
                      <a:pt x="20" y="16"/>
                    </a:cubicBezTo>
                    <a:cubicBezTo>
                      <a:pt x="22" y="15"/>
                      <a:pt x="26" y="21"/>
                      <a:pt x="27" y="22"/>
                    </a:cubicBezTo>
                    <a:cubicBezTo>
                      <a:pt x="24" y="18"/>
                      <a:pt x="22" y="13"/>
                      <a:pt x="19" y="10"/>
                    </a:cubicBezTo>
                    <a:cubicBezTo>
                      <a:pt x="17" y="7"/>
                      <a:pt x="14" y="5"/>
                      <a:pt x="13" y="1"/>
                    </a:cubicBezTo>
                  </a:path>
                </a:pathLst>
              </a:custGeom>
              <a:solidFill>
                <a:srgbClr val="C1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227" name="Freeform 821">
                <a:extLst>
                  <a:ext uri="{FF2B5EF4-FFF2-40B4-BE49-F238E27FC236}">
                    <a16:creationId xmlns:a16="http://schemas.microsoft.com/office/drawing/2014/main" id="{32B93943-E1AE-4D64-92E4-AE68A24733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5" y="1230"/>
                <a:ext cx="24" cy="71"/>
              </a:xfrm>
              <a:custGeom>
                <a:avLst/>
                <a:gdLst>
                  <a:gd name="T0" fmla="*/ 0 w 16"/>
                  <a:gd name="T1" fmla="*/ 0 h 47"/>
                  <a:gd name="T2" fmla="*/ 27 w 16"/>
                  <a:gd name="T3" fmla="*/ 45 h 47"/>
                  <a:gd name="T4" fmla="*/ 39 w 16"/>
                  <a:gd name="T5" fmla="*/ 86 h 47"/>
                  <a:gd name="T6" fmla="*/ 41 w 16"/>
                  <a:gd name="T7" fmla="*/ 128 h 47"/>
                  <a:gd name="T8" fmla="*/ 54 w 16"/>
                  <a:gd name="T9" fmla="*/ 162 h 47"/>
                  <a:gd name="T10" fmla="*/ 48 w 16"/>
                  <a:gd name="T11" fmla="*/ 110 h 47"/>
                  <a:gd name="T12" fmla="*/ 39 w 16"/>
                  <a:gd name="T13" fmla="*/ 59 h 47"/>
                  <a:gd name="T14" fmla="*/ 18 w 16"/>
                  <a:gd name="T15" fmla="*/ 26 h 47"/>
                  <a:gd name="T16" fmla="*/ 0 w 16"/>
                  <a:gd name="T17" fmla="*/ 5 h 4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6" h="47">
                    <a:moveTo>
                      <a:pt x="0" y="0"/>
                    </a:moveTo>
                    <a:cubicBezTo>
                      <a:pt x="0" y="4"/>
                      <a:pt x="6" y="9"/>
                      <a:pt x="8" y="13"/>
                    </a:cubicBezTo>
                    <a:cubicBezTo>
                      <a:pt x="9" y="17"/>
                      <a:pt x="11" y="21"/>
                      <a:pt x="11" y="25"/>
                    </a:cubicBezTo>
                    <a:cubicBezTo>
                      <a:pt x="12" y="29"/>
                      <a:pt x="12" y="33"/>
                      <a:pt x="12" y="37"/>
                    </a:cubicBezTo>
                    <a:cubicBezTo>
                      <a:pt x="13" y="41"/>
                      <a:pt x="14" y="44"/>
                      <a:pt x="16" y="47"/>
                    </a:cubicBezTo>
                    <a:cubicBezTo>
                      <a:pt x="13" y="43"/>
                      <a:pt x="14" y="37"/>
                      <a:pt x="14" y="32"/>
                    </a:cubicBezTo>
                    <a:cubicBezTo>
                      <a:pt x="14" y="27"/>
                      <a:pt x="13" y="22"/>
                      <a:pt x="11" y="17"/>
                    </a:cubicBezTo>
                    <a:cubicBezTo>
                      <a:pt x="10" y="13"/>
                      <a:pt x="8" y="10"/>
                      <a:pt x="5" y="7"/>
                    </a:cubicBezTo>
                    <a:cubicBezTo>
                      <a:pt x="4" y="6"/>
                      <a:pt x="0" y="2"/>
                      <a:pt x="0" y="1"/>
                    </a:cubicBezTo>
                  </a:path>
                </a:pathLst>
              </a:custGeom>
              <a:solidFill>
                <a:srgbClr val="C1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228" name="Freeform 822">
                <a:extLst>
                  <a:ext uri="{FF2B5EF4-FFF2-40B4-BE49-F238E27FC236}">
                    <a16:creationId xmlns:a16="http://schemas.microsoft.com/office/drawing/2014/main" id="{6248F78E-B45F-481C-A54A-1A7E3F11AA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6" y="1160"/>
                <a:ext cx="42" cy="106"/>
              </a:xfrm>
              <a:custGeom>
                <a:avLst/>
                <a:gdLst>
                  <a:gd name="T0" fmla="*/ 95 w 28"/>
                  <a:gd name="T1" fmla="*/ 0 h 70"/>
                  <a:gd name="T2" fmla="*/ 89 w 28"/>
                  <a:gd name="T3" fmla="*/ 27 h 70"/>
                  <a:gd name="T4" fmla="*/ 75 w 28"/>
                  <a:gd name="T5" fmla="*/ 59 h 70"/>
                  <a:gd name="T6" fmla="*/ 59 w 28"/>
                  <a:gd name="T7" fmla="*/ 115 h 70"/>
                  <a:gd name="T8" fmla="*/ 45 w 28"/>
                  <a:gd name="T9" fmla="*/ 188 h 70"/>
                  <a:gd name="T10" fmla="*/ 18 w 28"/>
                  <a:gd name="T11" fmla="*/ 244 h 70"/>
                  <a:gd name="T12" fmla="*/ 39 w 28"/>
                  <a:gd name="T13" fmla="*/ 177 h 70"/>
                  <a:gd name="T14" fmla="*/ 0 w 28"/>
                  <a:gd name="T15" fmla="*/ 161 h 70"/>
                  <a:gd name="T16" fmla="*/ 21 w 28"/>
                  <a:gd name="T17" fmla="*/ 147 h 70"/>
                  <a:gd name="T18" fmla="*/ 39 w 28"/>
                  <a:gd name="T19" fmla="*/ 139 h 70"/>
                  <a:gd name="T20" fmla="*/ 45 w 28"/>
                  <a:gd name="T21" fmla="*/ 135 h 70"/>
                  <a:gd name="T22" fmla="*/ 48 w 28"/>
                  <a:gd name="T23" fmla="*/ 126 h 70"/>
                  <a:gd name="T24" fmla="*/ 54 w 28"/>
                  <a:gd name="T25" fmla="*/ 101 h 70"/>
                  <a:gd name="T26" fmla="*/ 72 w 28"/>
                  <a:gd name="T27" fmla="*/ 48 h 70"/>
                  <a:gd name="T28" fmla="*/ 95 w 28"/>
                  <a:gd name="T29" fmla="*/ 8 h 70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28" h="70">
                    <a:moveTo>
                      <a:pt x="28" y="0"/>
                    </a:moveTo>
                    <a:cubicBezTo>
                      <a:pt x="27" y="3"/>
                      <a:pt x="27" y="5"/>
                      <a:pt x="26" y="8"/>
                    </a:cubicBezTo>
                    <a:cubicBezTo>
                      <a:pt x="25" y="11"/>
                      <a:pt x="23" y="14"/>
                      <a:pt x="22" y="17"/>
                    </a:cubicBezTo>
                    <a:cubicBezTo>
                      <a:pt x="19" y="22"/>
                      <a:pt x="18" y="27"/>
                      <a:pt x="17" y="33"/>
                    </a:cubicBezTo>
                    <a:cubicBezTo>
                      <a:pt x="16" y="40"/>
                      <a:pt x="15" y="47"/>
                      <a:pt x="13" y="54"/>
                    </a:cubicBezTo>
                    <a:cubicBezTo>
                      <a:pt x="11" y="60"/>
                      <a:pt x="7" y="65"/>
                      <a:pt x="5" y="70"/>
                    </a:cubicBezTo>
                    <a:cubicBezTo>
                      <a:pt x="8" y="64"/>
                      <a:pt x="11" y="58"/>
                      <a:pt x="11" y="51"/>
                    </a:cubicBezTo>
                    <a:cubicBezTo>
                      <a:pt x="11" y="42"/>
                      <a:pt x="5" y="45"/>
                      <a:pt x="0" y="46"/>
                    </a:cubicBezTo>
                    <a:cubicBezTo>
                      <a:pt x="2" y="45"/>
                      <a:pt x="4" y="43"/>
                      <a:pt x="6" y="42"/>
                    </a:cubicBezTo>
                    <a:cubicBezTo>
                      <a:pt x="8" y="41"/>
                      <a:pt x="10" y="41"/>
                      <a:pt x="11" y="40"/>
                    </a:cubicBezTo>
                    <a:cubicBezTo>
                      <a:pt x="12" y="40"/>
                      <a:pt x="12" y="41"/>
                      <a:pt x="13" y="39"/>
                    </a:cubicBezTo>
                    <a:cubicBezTo>
                      <a:pt x="14" y="39"/>
                      <a:pt x="14" y="37"/>
                      <a:pt x="14" y="36"/>
                    </a:cubicBezTo>
                    <a:cubicBezTo>
                      <a:pt x="15" y="34"/>
                      <a:pt x="15" y="32"/>
                      <a:pt x="16" y="29"/>
                    </a:cubicBezTo>
                    <a:cubicBezTo>
                      <a:pt x="17" y="24"/>
                      <a:pt x="18" y="19"/>
                      <a:pt x="21" y="14"/>
                    </a:cubicBezTo>
                    <a:cubicBezTo>
                      <a:pt x="23" y="10"/>
                      <a:pt x="27" y="6"/>
                      <a:pt x="28" y="2"/>
                    </a:cubicBezTo>
                  </a:path>
                </a:pathLst>
              </a:custGeom>
              <a:solidFill>
                <a:srgbClr val="C1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229" name="Freeform 823">
                <a:extLst>
                  <a:ext uri="{FF2B5EF4-FFF2-40B4-BE49-F238E27FC236}">
                    <a16:creationId xmlns:a16="http://schemas.microsoft.com/office/drawing/2014/main" id="{33CC72F7-BDBB-4C8C-8D4E-AF1CBDA86B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2" y="747"/>
                <a:ext cx="352" cy="445"/>
              </a:xfrm>
              <a:custGeom>
                <a:avLst/>
                <a:gdLst>
                  <a:gd name="T0" fmla="*/ 764 w 233"/>
                  <a:gd name="T1" fmla="*/ 350 h 295"/>
                  <a:gd name="T2" fmla="*/ 763 w 233"/>
                  <a:gd name="T3" fmla="*/ 350 h 295"/>
                  <a:gd name="T4" fmla="*/ 751 w 233"/>
                  <a:gd name="T5" fmla="*/ 350 h 295"/>
                  <a:gd name="T6" fmla="*/ 730 w 233"/>
                  <a:gd name="T7" fmla="*/ 437 h 295"/>
                  <a:gd name="T8" fmla="*/ 724 w 233"/>
                  <a:gd name="T9" fmla="*/ 457 h 295"/>
                  <a:gd name="T10" fmla="*/ 702 w 233"/>
                  <a:gd name="T11" fmla="*/ 505 h 295"/>
                  <a:gd name="T12" fmla="*/ 702 w 233"/>
                  <a:gd name="T13" fmla="*/ 505 h 295"/>
                  <a:gd name="T14" fmla="*/ 696 w 233"/>
                  <a:gd name="T15" fmla="*/ 519 h 295"/>
                  <a:gd name="T16" fmla="*/ 370 w 233"/>
                  <a:gd name="T17" fmla="*/ 8 h 295"/>
                  <a:gd name="T18" fmla="*/ 76 w 233"/>
                  <a:gd name="T19" fmla="*/ 493 h 295"/>
                  <a:gd name="T20" fmla="*/ 59 w 233"/>
                  <a:gd name="T21" fmla="*/ 412 h 295"/>
                  <a:gd name="T22" fmla="*/ 53 w 233"/>
                  <a:gd name="T23" fmla="*/ 377 h 295"/>
                  <a:gd name="T24" fmla="*/ 45 w 233"/>
                  <a:gd name="T25" fmla="*/ 364 h 295"/>
                  <a:gd name="T26" fmla="*/ 45 w 233"/>
                  <a:gd name="T27" fmla="*/ 364 h 295"/>
                  <a:gd name="T28" fmla="*/ 39 w 233"/>
                  <a:gd name="T29" fmla="*/ 350 h 295"/>
                  <a:gd name="T30" fmla="*/ 14 w 233"/>
                  <a:gd name="T31" fmla="*/ 377 h 295"/>
                  <a:gd name="T32" fmla="*/ 32 w 233"/>
                  <a:gd name="T33" fmla="*/ 457 h 295"/>
                  <a:gd name="T34" fmla="*/ 41 w 233"/>
                  <a:gd name="T35" fmla="*/ 534 h 295"/>
                  <a:gd name="T36" fmla="*/ 54 w 233"/>
                  <a:gd name="T37" fmla="*/ 587 h 295"/>
                  <a:gd name="T38" fmla="*/ 76 w 233"/>
                  <a:gd name="T39" fmla="*/ 626 h 295"/>
                  <a:gd name="T40" fmla="*/ 110 w 233"/>
                  <a:gd name="T41" fmla="*/ 655 h 295"/>
                  <a:gd name="T42" fmla="*/ 134 w 233"/>
                  <a:gd name="T43" fmla="*/ 796 h 295"/>
                  <a:gd name="T44" fmla="*/ 255 w 233"/>
                  <a:gd name="T45" fmla="*/ 947 h 295"/>
                  <a:gd name="T46" fmla="*/ 393 w 233"/>
                  <a:gd name="T47" fmla="*/ 1012 h 295"/>
                  <a:gd name="T48" fmla="*/ 527 w 233"/>
                  <a:gd name="T49" fmla="*/ 947 h 295"/>
                  <a:gd name="T50" fmla="*/ 653 w 233"/>
                  <a:gd name="T51" fmla="*/ 796 h 295"/>
                  <a:gd name="T52" fmla="*/ 680 w 233"/>
                  <a:gd name="T53" fmla="*/ 655 h 295"/>
                  <a:gd name="T54" fmla="*/ 715 w 233"/>
                  <a:gd name="T55" fmla="*/ 626 h 295"/>
                  <a:gd name="T56" fmla="*/ 734 w 233"/>
                  <a:gd name="T57" fmla="*/ 587 h 295"/>
                  <a:gd name="T58" fmla="*/ 749 w 233"/>
                  <a:gd name="T59" fmla="*/ 534 h 295"/>
                  <a:gd name="T60" fmla="*/ 758 w 233"/>
                  <a:gd name="T61" fmla="*/ 457 h 295"/>
                  <a:gd name="T62" fmla="*/ 777 w 233"/>
                  <a:gd name="T63" fmla="*/ 377 h 295"/>
                  <a:gd name="T64" fmla="*/ 764 w 233"/>
                  <a:gd name="T65" fmla="*/ 350 h 295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233" h="295">
                    <a:moveTo>
                      <a:pt x="222" y="102"/>
                    </a:moveTo>
                    <a:cubicBezTo>
                      <a:pt x="222" y="102"/>
                      <a:pt x="221" y="102"/>
                      <a:pt x="221" y="102"/>
                    </a:cubicBezTo>
                    <a:cubicBezTo>
                      <a:pt x="220" y="102"/>
                      <a:pt x="219" y="102"/>
                      <a:pt x="218" y="102"/>
                    </a:cubicBezTo>
                    <a:cubicBezTo>
                      <a:pt x="212" y="127"/>
                      <a:pt x="212" y="127"/>
                      <a:pt x="212" y="127"/>
                    </a:cubicBezTo>
                    <a:cubicBezTo>
                      <a:pt x="210" y="133"/>
                      <a:pt x="210" y="133"/>
                      <a:pt x="210" y="133"/>
                    </a:cubicBezTo>
                    <a:cubicBezTo>
                      <a:pt x="209" y="139"/>
                      <a:pt x="204" y="147"/>
                      <a:pt x="204" y="147"/>
                    </a:cubicBezTo>
                    <a:cubicBezTo>
                      <a:pt x="204" y="147"/>
                      <a:pt x="204" y="147"/>
                      <a:pt x="204" y="147"/>
                    </a:cubicBezTo>
                    <a:cubicBezTo>
                      <a:pt x="202" y="151"/>
                      <a:pt x="202" y="151"/>
                      <a:pt x="202" y="151"/>
                    </a:cubicBezTo>
                    <a:cubicBezTo>
                      <a:pt x="199" y="152"/>
                      <a:pt x="233" y="0"/>
                      <a:pt x="107" y="2"/>
                    </a:cubicBezTo>
                    <a:cubicBezTo>
                      <a:pt x="0" y="3"/>
                      <a:pt x="23" y="149"/>
                      <a:pt x="22" y="144"/>
                    </a:cubicBezTo>
                    <a:cubicBezTo>
                      <a:pt x="19" y="135"/>
                      <a:pt x="17" y="120"/>
                      <a:pt x="17" y="120"/>
                    </a:cubicBezTo>
                    <a:cubicBezTo>
                      <a:pt x="17" y="120"/>
                      <a:pt x="16" y="115"/>
                      <a:pt x="15" y="110"/>
                    </a:cubicBezTo>
                    <a:cubicBezTo>
                      <a:pt x="14" y="109"/>
                      <a:pt x="14" y="107"/>
                      <a:pt x="13" y="106"/>
                    </a:cubicBezTo>
                    <a:cubicBezTo>
                      <a:pt x="13" y="106"/>
                      <a:pt x="13" y="106"/>
                      <a:pt x="13" y="106"/>
                    </a:cubicBezTo>
                    <a:cubicBezTo>
                      <a:pt x="13" y="104"/>
                      <a:pt x="11" y="102"/>
                      <a:pt x="11" y="102"/>
                    </a:cubicBezTo>
                    <a:cubicBezTo>
                      <a:pt x="7" y="100"/>
                      <a:pt x="4" y="104"/>
                      <a:pt x="4" y="110"/>
                    </a:cubicBezTo>
                    <a:cubicBezTo>
                      <a:pt x="4" y="117"/>
                      <a:pt x="9" y="129"/>
                      <a:pt x="9" y="133"/>
                    </a:cubicBezTo>
                    <a:cubicBezTo>
                      <a:pt x="9" y="137"/>
                      <a:pt x="10" y="149"/>
                      <a:pt x="12" y="156"/>
                    </a:cubicBezTo>
                    <a:cubicBezTo>
                      <a:pt x="15" y="163"/>
                      <a:pt x="14" y="167"/>
                      <a:pt x="16" y="171"/>
                    </a:cubicBezTo>
                    <a:cubicBezTo>
                      <a:pt x="18" y="175"/>
                      <a:pt x="19" y="179"/>
                      <a:pt x="22" y="182"/>
                    </a:cubicBezTo>
                    <a:cubicBezTo>
                      <a:pt x="24" y="186"/>
                      <a:pt x="29" y="190"/>
                      <a:pt x="32" y="191"/>
                    </a:cubicBezTo>
                    <a:cubicBezTo>
                      <a:pt x="32" y="201"/>
                      <a:pt x="35" y="223"/>
                      <a:pt x="39" y="232"/>
                    </a:cubicBezTo>
                    <a:cubicBezTo>
                      <a:pt x="43" y="241"/>
                      <a:pt x="62" y="266"/>
                      <a:pt x="74" y="276"/>
                    </a:cubicBezTo>
                    <a:cubicBezTo>
                      <a:pt x="86" y="285"/>
                      <a:pt x="93" y="294"/>
                      <a:pt x="114" y="295"/>
                    </a:cubicBezTo>
                    <a:cubicBezTo>
                      <a:pt x="135" y="294"/>
                      <a:pt x="142" y="285"/>
                      <a:pt x="153" y="276"/>
                    </a:cubicBezTo>
                    <a:cubicBezTo>
                      <a:pt x="166" y="266"/>
                      <a:pt x="185" y="243"/>
                      <a:pt x="189" y="232"/>
                    </a:cubicBezTo>
                    <a:cubicBezTo>
                      <a:pt x="193" y="222"/>
                      <a:pt x="197" y="201"/>
                      <a:pt x="197" y="191"/>
                    </a:cubicBezTo>
                    <a:cubicBezTo>
                      <a:pt x="200" y="190"/>
                      <a:pt x="205" y="186"/>
                      <a:pt x="207" y="182"/>
                    </a:cubicBezTo>
                    <a:cubicBezTo>
                      <a:pt x="210" y="179"/>
                      <a:pt x="211" y="175"/>
                      <a:pt x="213" y="171"/>
                    </a:cubicBezTo>
                    <a:cubicBezTo>
                      <a:pt x="215" y="167"/>
                      <a:pt x="214" y="163"/>
                      <a:pt x="217" y="156"/>
                    </a:cubicBezTo>
                    <a:cubicBezTo>
                      <a:pt x="219" y="149"/>
                      <a:pt x="220" y="137"/>
                      <a:pt x="220" y="133"/>
                    </a:cubicBezTo>
                    <a:cubicBezTo>
                      <a:pt x="220" y="129"/>
                      <a:pt x="225" y="117"/>
                      <a:pt x="225" y="110"/>
                    </a:cubicBezTo>
                    <a:cubicBezTo>
                      <a:pt x="225" y="107"/>
                      <a:pt x="224" y="104"/>
                      <a:pt x="222" y="102"/>
                    </a:cubicBezTo>
                  </a:path>
                </a:pathLst>
              </a:custGeom>
              <a:solidFill>
                <a:srgbClr val="A961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230" name="Freeform 824">
                <a:extLst>
                  <a:ext uri="{FF2B5EF4-FFF2-40B4-BE49-F238E27FC236}">
                    <a16:creationId xmlns:a16="http://schemas.microsoft.com/office/drawing/2014/main" id="{23BC05DB-2904-4109-BBFD-D51D5EB88F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2" y="747"/>
                <a:ext cx="352" cy="445"/>
              </a:xfrm>
              <a:custGeom>
                <a:avLst/>
                <a:gdLst>
                  <a:gd name="T0" fmla="*/ 764 w 233"/>
                  <a:gd name="T1" fmla="*/ 350 h 295"/>
                  <a:gd name="T2" fmla="*/ 763 w 233"/>
                  <a:gd name="T3" fmla="*/ 350 h 295"/>
                  <a:gd name="T4" fmla="*/ 751 w 233"/>
                  <a:gd name="T5" fmla="*/ 350 h 295"/>
                  <a:gd name="T6" fmla="*/ 730 w 233"/>
                  <a:gd name="T7" fmla="*/ 437 h 295"/>
                  <a:gd name="T8" fmla="*/ 724 w 233"/>
                  <a:gd name="T9" fmla="*/ 457 h 295"/>
                  <a:gd name="T10" fmla="*/ 702 w 233"/>
                  <a:gd name="T11" fmla="*/ 505 h 295"/>
                  <a:gd name="T12" fmla="*/ 702 w 233"/>
                  <a:gd name="T13" fmla="*/ 505 h 295"/>
                  <a:gd name="T14" fmla="*/ 696 w 233"/>
                  <a:gd name="T15" fmla="*/ 519 h 295"/>
                  <a:gd name="T16" fmla="*/ 370 w 233"/>
                  <a:gd name="T17" fmla="*/ 8 h 295"/>
                  <a:gd name="T18" fmla="*/ 76 w 233"/>
                  <a:gd name="T19" fmla="*/ 493 h 295"/>
                  <a:gd name="T20" fmla="*/ 59 w 233"/>
                  <a:gd name="T21" fmla="*/ 412 h 295"/>
                  <a:gd name="T22" fmla="*/ 53 w 233"/>
                  <a:gd name="T23" fmla="*/ 377 h 295"/>
                  <a:gd name="T24" fmla="*/ 45 w 233"/>
                  <a:gd name="T25" fmla="*/ 364 h 295"/>
                  <a:gd name="T26" fmla="*/ 45 w 233"/>
                  <a:gd name="T27" fmla="*/ 364 h 295"/>
                  <a:gd name="T28" fmla="*/ 39 w 233"/>
                  <a:gd name="T29" fmla="*/ 350 h 295"/>
                  <a:gd name="T30" fmla="*/ 14 w 233"/>
                  <a:gd name="T31" fmla="*/ 377 h 295"/>
                  <a:gd name="T32" fmla="*/ 32 w 233"/>
                  <a:gd name="T33" fmla="*/ 457 h 295"/>
                  <a:gd name="T34" fmla="*/ 41 w 233"/>
                  <a:gd name="T35" fmla="*/ 534 h 295"/>
                  <a:gd name="T36" fmla="*/ 54 w 233"/>
                  <a:gd name="T37" fmla="*/ 587 h 295"/>
                  <a:gd name="T38" fmla="*/ 76 w 233"/>
                  <a:gd name="T39" fmla="*/ 626 h 295"/>
                  <a:gd name="T40" fmla="*/ 110 w 233"/>
                  <a:gd name="T41" fmla="*/ 655 h 295"/>
                  <a:gd name="T42" fmla="*/ 134 w 233"/>
                  <a:gd name="T43" fmla="*/ 796 h 295"/>
                  <a:gd name="T44" fmla="*/ 255 w 233"/>
                  <a:gd name="T45" fmla="*/ 947 h 295"/>
                  <a:gd name="T46" fmla="*/ 393 w 233"/>
                  <a:gd name="T47" fmla="*/ 1012 h 295"/>
                  <a:gd name="T48" fmla="*/ 527 w 233"/>
                  <a:gd name="T49" fmla="*/ 947 h 295"/>
                  <a:gd name="T50" fmla="*/ 653 w 233"/>
                  <a:gd name="T51" fmla="*/ 796 h 295"/>
                  <a:gd name="T52" fmla="*/ 680 w 233"/>
                  <a:gd name="T53" fmla="*/ 655 h 295"/>
                  <a:gd name="T54" fmla="*/ 715 w 233"/>
                  <a:gd name="T55" fmla="*/ 626 h 295"/>
                  <a:gd name="T56" fmla="*/ 734 w 233"/>
                  <a:gd name="T57" fmla="*/ 587 h 295"/>
                  <a:gd name="T58" fmla="*/ 749 w 233"/>
                  <a:gd name="T59" fmla="*/ 534 h 295"/>
                  <a:gd name="T60" fmla="*/ 758 w 233"/>
                  <a:gd name="T61" fmla="*/ 457 h 295"/>
                  <a:gd name="T62" fmla="*/ 777 w 233"/>
                  <a:gd name="T63" fmla="*/ 377 h 295"/>
                  <a:gd name="T64" fmla="*/ 764 w 233"/>
                  <a:gd name="T65" fmla="*/ 350 h 295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233" h="295">
                    <a:moveTo>
                      <a:pt x="222" y="102"/>
                    </a:moveTo>
                    <a:cubicBezTo>
                      <a:pt x="222" y="102"/>
                      <a:pt x="221" y="102"/>
                      <a:pt x="221" y="102"/>
                    </a:cubicBezTo>
                    <a:cubicBezTo>
                      <a:pt x="220" y="102"/>
                      <a:pt x="219" y="102"/>
                      <a:pt x="218" y="102"/>
                    </a:cubicBezTo>
                    <a:cubicBezTo>
                      <a:pt x="212" y="127"/>
                      <a:pt x="212" y="127"/>
                      <a:pt x="212" y="127"/>
                    </a:cubicBezTo>
                    <a:cubicBezTo>
                      <a:pt x="210" y="133"/>
                      <a:pt x="210" y="133"/>
                      <a:pt x="210" y="133"/>
                    </a:cubicBezTo>
                    <a:cubicBezTo>
                      <a:pt x="209" y="139"/>
                      <a:pt x="204" y="147"/>
                      <a:pt x="204" y="147"/>
                    </a:cubicBezTo>
                    <a:cubicBezTo>
                      <a:pt x="204" y="147"/>
                      <a:pt x="204" y="147"/>
                      <a:pt x="204" y="147"/>
                    </a:cubicBezTo>
                    <a:cubicBezTo>
                      <a:pt x="202" y="151"/>
                      <a:pt x="202" y="151"/>
                      <a:pt x="202" y="151"/>
                    </a:cubicBezTo>
                    <a:cubicBezTo>
                      <a:pt x="199" y="152"/>
                      <a:pt x="233" y="0"/>
                      <a:pt x="107" y="2"/>
                    </a:cubicBezTo>
                    <a:cubicBezTo>
                      <a:pt x="0" y="3"/>
                      <a:pt x="23" y="149"/>
                      <a:pt x="22" y="144"/>
                    </a:cubicBezTo>
                    <a:cubicBezTo>
                      <a:pt x="19" y="135"/>
                      <a:pt x="17" y="120"/>
                      <a:pt x="17" y="120"/>
                    </a:cubicBezTo>
                    <a:cubicBezTo>
                      <a:pt x="17" y="120"/>
                      <a:pt x="16" y="115"/>
                      <a:pt x="15" y="110"/>
                    </a:cubicBezTo>
                    <a:cubicBezTo>
                      <a:pt x="14" y="109"/>
                      <a:pt x="14" y="107"/>
                      <a:pt x="13" y="106"/>
                    </a:cubicBezTo>
                    <a:cubicBezTo>
                      <a:pt x="13" y="106"/>
                      <a:pt x="13" y="106"/>
                      <a:pt x="13" y="106"/>
                    </a:cubicBezTo>
                    <a:cubicBezTo>
                      <a:pt x="13" y="104"/>
                      <a:pt x="11" y="102"/>
                      <a:pt x="11" y="102"/>
                    </a:cubicBezTo>
                    <a:cubicBezTo>
                      <a:pt x="7" y="100"/>
                      <a:pt x="4" y="104"/>
                      <a:pt x="4" y="110"/>
                    </a:cubicBezTo>
                    <a:cubicBezTo>
                      <a:pt x="4" y="117"/>
                      <a:pt x="9" y="129"/>
                      <a:pt x="9" y="133"/>
                    </a:cubicBezTo>
                    <a:cubicBezTo>
                      <a:pt x="9" y="137"/>
                      <a:pt x="10" y="149"/>
                      <a:pt x="12" y="156"/>
                    </a:cubicBezTo>
                    <a:cubicBezTo>
                      <a:pt x="15" y="163"/>
                      <a:pt x="14" y="167"/>
                      <a:pt x="16" y="171"/>
                    </a:cubicBezTo>
                    <a:cubicBezTo>
                      <a:pt x="18" y="175"/>
                      <a:pt x="19" y="179"/>
                      <a:pt x="22" y="182"/>
                    </a:cubicBezTo>
                    <a:cubicBezTo>
                      <a:pt x="24" y="186"/>
                      <a:pt x="29" y="190"/>
                      <a:pt x="32" y="191"/>
                    </a:cubicBezTo>
                    <a:cubicBezTo>
                      <a:pt x="32" y="201"/>
                      <a:pt x="35" y="223"/>
                      <a:pt x="39" y="232"/>
                    </a:cubicBezTo>
                    <a:cubicBezTo>
                      <a:pt x="43" y="241"/>
                      <a:pt x="62" y="266"/>
                      <a:pt x="74" y="276"/>
                    </a:cubicBezTo>
                    <a:cubicBezTo>
                      <a:pt x="86" y="285"/>
                      <a:pt x="93" y="294"/>
                      <a:pt x="114" y="295"/>
                    </a:cubicBezTo>
                    <a:cubicBezTo>
                      <a:pt x="135" y="294"/>
                      <a:pt x="142" y="285"/>
                      <a:pt x="153" y="276"/>
                    </a:cubicBezTo>
                    <a:cubicBezTo>
                      <a:pt x="166" y="266"/>
                      <a:pt x="185" y="243"/>
                      <a:pt x="189" y="232"/>
                    </a:cubicBezTo>
                    <a:cubicBezTo>
                      <a:pt x="193" y="222"/>
                      <a:pt x="197" y="201"/>
                      <a:pt x="197" y="191"/>
                    </a:cubicBezTo>
                    <a:cubicBezTo>
                      <a:pt x="200" y="190"/>
                      <a:pt x="205" y="186"/>
                      <a:pt x="207" y="182"/>
                    </a:cubicBezTo>
                    <a:cubicBezTo>
                      <a:pt x="210" y="179"/>
                      <a:pt x="211" y="175"/>
                      <a:pt x="213" y="171"/>
                    </a:cubicBezTo>
                    <a:cubicBezTo>
                      <a:pt x="215" y="167"/>
                      <a:pt x="214" y="163"/>
                      <a:pt x="217" y="156"/>
                    </a:cubicBezTo>
                    <a:cubicBezTo>
                      <a:pt x="219" y="149"/>
                      <a:pt x="220" y="137"/>
                      <a:pt x="220" y="133"/>
                    </a:cubicBezTo>
                    <a:cubicBezTo>
                      <a:pt x="220" y="129"/>
                      <a:pt x="225" y="117"/>
                      <a:pt x="225" y="110"/>
                    </a:cubicBezTo>
                    <a:cubicBezTo>
                      <a:pt x="225" y="107"/>
                      <a:pt x="224" y="104"/>
                      <a:pt x="222" y="102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231" name="Freeform 825">
                <a:extLst>
                  <a:ext uri="{FF2B5EF4-FFF2-40B4-BE49-F238E27FC236}">
                    <a16:creationId xmlns:a16="http://schemas.microsoft.com/office/drawing/2014/main" id="{EAEDF827-0D63-43B4-B90C-A889B85AC1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2" y="943"/>
                <a:ext cx="21" cy="47"/>
              </a:xfrm>
              <a:custGeom>
                <a:avLst/>
                <a:gdLst>
                  <a:gd name="T0" fmla="*/ 48 w 14"/>
                  <a:gd name="T1" fmla="*/ 18 h 31"/>
                  <a:gd name="T2" fmla="*/ 41 w 14"/>
                  <a:gd name="T3" fmla="*/ 108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31">
                    <a:moveTo>
                      <a:pt x="14" y="5"/>
                    </a:moveTo>
                    <a:cubicBezTo>
                      <a:pt x="0" y="0"/>
                      <a:pt x="8" y="28"/>
                      <a:pt x="12" y="31"/>
                    </a:cubicBezTo>
                  </a:path>
                </a:pathLst>
              </a:custGeom>
              <a:solidFill>
                <a:srgbClr val="8E4C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232" name="Freeform 826">
                <a:extLst>
                  <a:ext uri="{FF2B5EF4-FFF2-40B4-BE49-F238E27FC236}">
                    <a16:creationId xmlns:a16="http://schemas.microsoft.com/office/drawing/2014/main" id="{1947B66E-E0EC-453E-A2E6-3B9B5032D9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8" y="957"/>
                <a:ext cx="13" cy="35"/>
              </a:xfrm>
              <a:custGeom>
                <a:avLst/>
                <a:gdLst>
                  <a:gd name="T0" fmla="*/ 6 w 9"/>
                  <a:gd name="T1" fmla="*/ 0 h 23"/>
                  <a:gd name="T2" fmla="*/ 0 w 9"/>
                  <a:gd name="T3" fmla="*/ 81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23">
                    <a:moveTo>
                      <a:pt x="2" y="0"/>
                    </a:moveTo>
                    <a:cubicBezTo>
                      <a:pt x="9" y="3"/>
                      <a:pt x="5" y="18"/>
                      <a:pt x="0" y="23"/>
                    </a:cubicBezTo>
                  </a:path>
                </a:pathLst>
              </a:custGeom>
              <a:solidFill>
                <a:srgbClr val="8E4C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233" name="Freeform 827">
                <a:extLst>
                  <a:ext uri="{FF2B5EF4-FFF2-40B4-BE49-F238E27FC236}">
                    <a16:creationId xmlns:a16="http://schemas.microsoft.com/office/drawing/2014/main" id="{4C1DF295-EE37-42DB-8F4D-292DBC8C94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2" y="906"/>
                <a:ext cx="15" cy="31"/>
              </a:xfrm>
              <a:custGeom>
                <a:avLst/>
                <a:gdLst>
                  <a:gd name="T0" fmla="*/ 35 w 10"/>
                  <a:gd name="T1" fmla="*/ 68 h 21"/>
                  <a:gd name="T2" fmla="*/ 0 w 10"/>
                  <a:gd name="T3" fmla="*/ 41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21">
                    <a:moveTo>
                      <a:pt x="10" y="21"/>
                    </a:moveTo>
                    <a:cubicBezTo>
                      <a:pt x="8" y="14"/>
                      <a:pt x="2" y="0"/>
                      <a:pt x="0" y="13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234" name="Freeform 828">
                <a:extLst>
                  <a:ext uri="{FF2B5EF4-FFF2-40B4-BE49-F238E27FC236}">
                    <a16:creationId xmlns:a16="http://schemas.microsoft.com/office/drawing/2014/main" id="{0FE9588F-CA07-4CB3-BC12-0F34F51ED0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2" y="967"/>
                <a:ext cx="12" cy="35"/>
              </a:xfrm>
              <a:custGeom>
                <a:avLst/>
                <a:gdLst>
                  <a:gd name="T0" fmla="*/ 8 w 8"/>
                  <a:gd name="T1" fmla="*/ 0 h 23"/>
                  <a:gd name="T2" fmla="*/ 8 w 8"/>
                  <a:gd name="T3" fmla="*/ 46 h 23"/>
                  <a:gd name="T4" fmla="*/ 21 w 8"/>
                  <a:gd name="T5" fmla="*/ 81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23">
                    <a:moveTo>
                      <a:pt x="2" y="0"/>
                    </a:moveTo>
                    <a:cubicBezTo>
                      <a:pt x="0" y="3"/>
                      <a:pt x="1" y="6"/>
                      <a:pt x="2" y="13"/>
                    </a:cubicBezTo>
                    <a:cubicBezTo>
                      <a:pt x="4" y="19"/>
                      <a:pt x="8" y="16"/>
                      <a:pt x="6" y="23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235" name="Freeform 829">
                <a:extLst>
                  <a:ext uri="{FF2B5EF4-FFF2-40B4-BE49-F238E27FC236}">
                    <a16:creationId xmlns:a16="http://schemas.microsoft.com/office/drawing/2014/main" id="{C6E55995-2F08-4D22-BABC-A7D7DE1710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4" y="924"/>
                <a:ext cx="7" cy="22"/>
              </a:xfrm>
              <a:custGeom>
                <a:avLst/>
                <a:gdLst>
                  <a:gd name="T0" fmla="*/ 11 w 5"/>
                  <a:gd name="T1" fmla="*/ 0 h 15"/>
                  <a:gd name="T2" fmla="*/ 1 w 5"/>
                  <a:gd name="T3" fmla="*/ 47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5">
                    <a:moveTo>
                      <a:pt x="4" y="0"/>
                    </a:moveTo>
                    <a:cubicBezTo>
                      <a:pt x="5" y="3"/>
                      <a:pt x="0" y="9"/>
                      <a:pt x="1" y="15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236" name="Freeform 830">
                <a:extLst>
                  <a:ext uri="{FF2B5EF4-FFF2-40B4-BE49-F238E27FC236}">
                    <a16:creationId xmlns:a16="http://schemas.microsoft.com/office/drawing/2014/main" id="{D6871074-6B06-4998-AA80-87775EF62F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1" y="1002"/>
                <a:ext cx="9" cy="33"/>
              </a:xfrm>
              <a:custGeom>
                <a:avLst/>
                <a:gdLst>
                  <a:gd name="T0" fmla="*/ 0 w 6"/>
                  <a:gd name="T1" fmla="*/ 0 h 22"/>
                  <a:gd name="T2" fmla="*/ 21 w 6"/>
                  <a:gd name="T3" fmla="*/ 75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22">
                    <a:moveTo>
                      <a:pt x="0" y="0"/>
                    </a:moveTo>
                    <a:cubicBezTo>
                      <a:pt x="1" y="7"/>
                      <a:pt x="2" y="11"/>
                      <a:pt x="6" y="22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237" name="Freeform 831">
                <a:extLst>
                  <a:ext uri="{FF2B5EF4-FFF2-40B4-BE49-F238E27FC236}">
                    <a16:creationId xmlns:a16="http://schemas.microsoft.com/office/drawing/2014/main" id="{FD8A7D84-983A-4D75-B685-91912F0820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2" y="906"/>
                <a:ext cx="15" cy="31"/>
              </a:xfrm>
              <a:custGeom>
                <a:avLst/>
                <a:gdLst>
                  <a:gd name="T0" fmla="*/ 0 w 10"/>
                  <a:gd name="T1" fmla="*/ 68 h 21"/>
                  <a:gd name="T2" fmla="*/ 35 w 10"/>
                  <a:gd name="T3" fmla="*/ 41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21">
                    <a:moveTo>
                      <a:pt x="0" y="21"/>
                    </a:moveTo>
                    <a:cubicBezTo>
                      <a:pt x="2" y="14"/>
                      <a:pt x="8" y="0"/>
                      <a:pt x="10" y="13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238" name="Freeform 832">
                <a:extLst>
                  <a:ext uri="{FF2B5EF4-FFF2-40B4-BE49-F238E27FC236}">
                    <a16:creationId xmlns:a16="http://schemas.microsoft.com/office/drawing/2014/main" id="{97CFD5BC-53DA-4F4B-9D1F-88118B0F2C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5" y="967"/>
                <a:ext cx="13" cy="35"/>
              </a:xfrm>
              <a:custGeom>
                <a:avLst/>
                <a:gdLst>
                  <a:gd name="T0" fmla="*/ 26 w 8"/>
                  <a:gd name="T1" fmla="*/ 0 h 23"/>
                  <a:gd name="T2" fmla="*/ 26 w 8"/>
                  <a:gd name="T3" fmla="*/ 46 h 23"/>
                  <a:gd name="T4" fmla="*/ 8 w 8"/>
                  <a:gd name="T5" fmla="*/ 81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23">
                    <a:moveTo>
                      <a:pt x="6" y="0"/>
                    </a:moveTo>
                    <a:cubicBezTo>
                      <a:pt x="8" y="3"/>
                      <a:pt x="7" y="6"/>
                      <a:pt x="6" y="13"/>
                    </a:cubicBezTo>
                    <a:cubicBezTo>
                      <a:pt x="4" y="19"/>
                      <a:pt x="0" y="16"/>
                      <a:pt x="2" y="23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239" name="Freeform 833">
                <a:extLst>
                  <a:ext uri="{FF2B5EF4-FFF2-40B4-BE49-F238E27FC236}">
                    <a16:creationId xmlns:a16="http://schemas.microsoft.com/office/drawing/2014/main" id="{210C0B74-639C-4D4D-A54E-5426E261E8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8" y="924"/>
                <a:ext cx="8" cy="22"/>
              </a:xfrm>
              <a:custGeom>
                <a:avLst/>
                <a:gdLst>
                  <a:gd name="T0" fmla="*/ 5 w 5"/>
                  <a:gd name="T1" fmla="*/ 0 h 15"/>
                  <a:gd name="T2" fmla="*/ 16 w 5"/>
                  <a:gd name="T3" fmla="*/ 47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5">
                    <a:moveTo>
                      <a:pt x="1" y="0"/>
                    </a:moveTo>
                    <a:cubicBezTo>
                      <a:pt x="0" y="3"/>
                      <a:pt x="5" y="9"/>
                      <a:pt x="4" y="15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240" name="Freeform 834">
                <a:extLst>
                  <a:ext uri="{FF2B5EF4-FFF2-40B4-BE49-F238E27FC236}">
                    <a16:creationId xmlns:a16="http://schemas.microsoft.com/office/drawing/2014/main" id="{4FBA6F10-8BFF-424F-8B8C-9377BAC345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9" y="999"/>
                <a:ext cx="6" cy="39"/>
              </a:xfrm>
              <a:custGeom>
                <a:avLst/>
                <a:gdLst>
                  <a:gd name="T0" fmla="*/ 14 w 4"/>
                  <a:gd name="T1" fmla="*/ 0 h 26"/>
                  <a:gd name="T2" fmla="*/ 0 w 4"/>
                  <a:gd name="T3" fmla="*/ 89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6">
                    <a:moveTo>
                      <a:pt x="4" y="0"/>
                    </a:moveTo>
                    <a:cubicBezTo>
                      <a:pt x="3" y="9"/>
                      <a:pt x="4" y="12"/>
                      <a:pt x="0" y="26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241" name="Freeform 835">
                <a:extLst>
                  <a:ext uri="{FF2B5EF4-FFF2-40B4-BE49-F238E27FC236}">
                    <a16:creationId xmlns:a16="http://schemas.microsoft.com/office/drawing/2014/main" id="{ED4381D4-E2AE-4AB6-ABBB-57485501C1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9" y="850"/>
                <a:ext cx="125" cy="12"/>
              </a:xfrm>
              <a:custGeom>
                <a:avLst/>
                <a:gdLst>
                  <a:gd name="T0" fmla="*/ 0 w 83"/>
                  <a:gd name="T1" fmla="*/ 18 h 8"/>
                  <a:gd name="T2" fmla="*/ 18 w 83"/>
                  <a:gd name="T3" fmla="*/ 18 h 8"/>
                  <a:gd name="T4" fmla="*/ 80 w 83"/>
                  <a:gd name="T5" fmla="*/ 5 h 8"/>
                  <a:gd name="T6" fmla="*/ 176 w 83"/>
                  <a:gd name="T7" fmla="*/ 12 h 8"/>
                  <a:gd name="T8" fmla="*/ 245 w 83"/>
                  <a:gd name="T9" fmla="*/ 14 h 8"/>
                  <a:gd name="T10" fmla="*/ 283 w 83"/>
                  <a:gd name="T11" fmla="*/ 12 h 8"/>
                  <a:gd name="T12" fmla="*/ 209 w 83"/>
                  <a:gd name="T13" fmla="*/ 14 h 8"/>
                  <a:gd name="T14" fmla="*/ 127 w 83"/>
                  <a:gd name="T15" fmla="*/ 0 h 8"/>
                  <a:gd name="T16" fmla="*/ 54 w 83"/>
                  <a:gd name="T17" fmla="*/ 8 h 8"/>
                  <a:gd name="T18" fmla="*/ 8 w 83"/>
                  <a:gd name="T19" fmla="*/ 26 h 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3" h="8">
                    <a:moveTo>
                      <a:pt x="0" y="5"/>
                    </a:moveTo>
                    <a:cubicBezTo>
                      <a:pt x="1" y="8"/>
                      <a:pt x="3" y="6"/>
                      <a:pt x="5" y="5"/>
                    </a:cubicBezTo>
                    <a:cubicBezTo>
                      <a:pt x="11" y="3"/>
                      <a:pt x="16" y="1"/>
                      <a:pt x="23" y="1"/>
                    </a:cubicBezTo>
                    <a:cubicBezTo>
                      <a:pt x="33" y="1"/>
                      <a:pt x="43" y="2"/>
                      <a:pt x="52" y="3"/>
                    </a:cubicBezTo>
                    <a:cubicBezTo>
                      <a:pt x="59" y="3"/>
                      <a:pt x="65" y="5"/>
                      <a:pt x="72" y="4"/>
                    </a:cubicBezTo>
                    <a:cubicBezTo>
                      <a:pt x="75" y="4"/>
                      <a:pt x="79" y="3"/>
                      <a:pt x="83" y="3"/>
                    </a:cubicBezTo>
                    <a:cubicBezTo>
                      <a:pt x="76" y="4"/>
                      <a:pt x="68" y="4"/>
                      <a:pt x="61" y="4"/>
                    </a:cubicBezTo>
                    <a:cubicBezTo>
                      <a:pt x="53" y="3"/>
                      <a:pt x="45" y="0"/>
                      <a:pt x="37" y="0"/>
                    </a:cubicBezTo>
                    <a:cubicBezTo>
                      <a:pt x="30" y="0"/>
                      <a:pt x="23" y="0"/>
                      <a:pt x="16" y="2"/>
                    </a:cubicBezTo>
                    <a:cubicBezTo>
                      <a:pt x="12" y="3"/>
                      <a:pt x="6" y="6"/>
                      <a:pt x="2" y="7"/>
                    </a:cubicBezTo>
                  </a:path>
                </a:pathLst>
              </a:custGeom>
              <a:solidFill>
                <a:srgbClr val="8E4C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242" name="Freeform 836">
                <a:extLst>
                  <a:ext uri="{FF2B5EF4-FFF2-40B4-BE49-F238E27FC236}">
                    <a16:creationId xmlns:a16="http://schemas.microsoft.com/office/drawing/2014/main" id="{C3E3FF23-FA11-4641-910C-BE821EE398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5" y="972"/>
                <a:ext cx="15" cy="39"/>
              </a:xfrm>
              <a:custGeom>
                <a:avLst/>
                <a:gdLst>
                  <a:gd name="T0" fmla="*/ 8 w 10"/>
                  <a:gd name="T1" fmla="*/ 0 h 26"/>
                  <a:gd name="T2" fmla="*/ 21 w 10"/>
                  <a:gd name="T3" fmla="*/ 45 h 26"/>
                  <a:gd name="T4" fmla="*/ 27 w 10"/>
                  <a:gd name="T5" fmla="*/ 89 h 26"/>
                  <a:gd name="T6" fmla="*/ 27 w 10"/>
                  <a:gd name="T7" fmla="*/ 62 h 26"/>
                  <a:gd name="T8" fmla="*/ 32 w 10"/>
                  <a:gd name="T9" fmla="*/ 41 h 26"/>
                  <a:gd name="T10" fmla="*/ 5 w 10"/>
                  <a:gd name="T11" fmla="*/ 0 h 2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" h="26">
                    <a:moveTo>
                      <a:pt x="2" y="0"/>
                    </a:moveTo>
                    <a:cubicBezTo>
                      <a:pt x="0" y="4"/>
                      <a:pt x="3" y="9"/>
                      <a:pt x="6" y="13"/>
                    </a:cubicBezTo>
                    <a:cubicBezTo>
                      <a:pt x="8" y="17"/>
                      <a:pt x="7" y="21"/>
                      <a:pt x="8" y="26"/>
                    </a:cubicBezTo>
                    <a:cubicBezTo>
                      <a:pt x="8" y="23"/>
                      <a:pt x="8" y="20"/>
                      <a:pt x="8" y="18"/>
                    </a:cubicBezTo>
                    <a:cubicBezTo>
                      <a:pt x="9" y="16"/>
                      <a:pt x="10" y="14"/>
                      <a:pt x="9" y="12"/>
                    </a:cubicBezTo>
                    <a:cubicBezTo>
                      <a:pt x="5" y="12"/>
                      <a:pt x="3" y="3"/>
                      <a:pt x="1" y="0"/>
                    </a:cubicBezTo>
                  </a:path>
                </a:pathLst>
              </a:custGeom>
              <a:solidFill>
                <a:srgbClr val="C1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243" name="Freeform 837">
                <a:extLst>
                  <a:ext uri="{FF2B5EF4-FFF2-40B4-BE49-F238E27FC236}">
                    <a16:creationId xmlns:a16="http://schemas.microsoft.com/office/drawing/2014/main" id="{66670EA1-83F4-44AA-88C0-F66F857382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2" y="1025"/>
                <a:ext cx="43" cy="110"/>
              </a:xfrm>
              <a:custGeom>
                <a:avLst/>
                <a:gdLst>
                  <a:gd name="T0" fmla="*/ 0 w 29"/>
                  <a:gd name="T1" fmla="*/ 12 h 73"/>
                  <a:gd name="T2" fmla="*/ 6 w 29"/>
                  <a:gd name="T3" fmla="*/ 45 h 73"/>
                  <a:gd name="T4" fmla="*/ 9 w 29"/>
                  <a:gd name="T5" fmla="*/ 81 h 73"/>
                  <a:gd name="T6" fmla="*/ 19 w 29"/>
                  <a:gd name="T7" fmla="*/ 143 h 73"/>
                  <a:gd name="T8" fmla="*/ 95 w 29"/>
                  <a:gd name="T9" fmla="*/ 250 h 73"/>
                  <a:gd name="T10" fmla="*/ 42 w 29"/>
                  <a:gd name="T11" fmla="*/ 175 h 73"/>
                  <a:gd name="T12" fmla="*/ 28 w 29"/>
                  <a:gd name="T13" fmla="*/ 102 h 73"/>
                  <a:gd name="T14" fmla="*/ 0 w 29"/>
                  <a:gd name="T15" fmla="*/ 0 h 7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9" h="73">
                    <a:moveTo>
                      <a:pt x="0" y="3"/>
                    </a:moveTo>
                    <a:cubicBezTo>
                      <a:pt x="0" y="5"/>
                      <a:pt x="2" y="10"/>
                      <a:pt x="2" y="13"/>
                    </a:cubicBezTo>
                    <a:cubicBezTo>
                      <a:pt x="3" y="17"/>
                      <a:pt x="3" y="20"/>
                      <a:pt x="3" y="24"/>
                    </a:cubicBezTo>
                    <a:cubicBezTo>
                      <a:pt x="3" y="30"/>
                      <a:pt x="4" y="36"/>
                      <a:pt x="6" y="42"/>
                    </a:cubicBezTo>
                    <a:cubicBezTo>
                      <a:pt x="11" y="54"/>
                      <a:pt x="21" y="62"/>
                      <a:pt x="29" y="73"/>
                    </a:cubicBezTo>
                    <a:cubicBezTo>
                      <a:pt x="23" y="66"/>
                      <a:pt x="17" y="59"/>
                      <a:pt x="13" y="51"/>
                    </a:cubicBezTo>
                    <a:cubicBezTo>
                      <a:pt x="10" y="45"/>
                      <a:pt x="10" y="37"/>
                      <a:pt x="9" y="30"/>
                    </a:cubicBezTo>
                    <a:cubicBezTo>
                      <a:pt x="8" y="19"/>
                      <a:pt x="3" y="10"/>
                      <a:pt x="0" y="0"/>
                    </a:cubicBezTo>
                  </a:path>
                </a:pathLst>
              </a:custGeom>
              <a:solidFill>
                <a:srgbClr val="C1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244" name="Freeform 838">
                <a:extLst>
                  <a:ext uri="{FF2B5EF4-FFF2-40B4-BE49-F238E27FC236}">
                    <a16:creationId xmlns:a16="http://schemas.microsoft.com/office/drawing/2014/main" id="{D98A04B0-371D-46D5-85C8-652A4FD3B3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2" y="842"/>
                <a:ext cx="77" cy="26"/>
              </a:xfrm>
              <a:custGeom>
                <a:avLst/>
                <a:gdLst>
                  <a:gd name="T0" fmla="*/ 0 w 51"/>
                  <a:gd name="T1" fmla="*/ 61 h 17"/>
                  <a:gd name="T2" fmla="*/ 89 w 51"/>
                  <a:gd name="T3" fmla="*/ 18 h 17"/>
                  <a:gd name="T4" fmla="*/ 175 w 51"/>
                  <a:gd name="T5" fmla="*/ 8 h 17"/>
                  <a:gd name="T6" fmla="*/ 148 w 51"/>
                  <a:gd name="T7" fmla="*/ 0 h 17"/>
                  <a:gd name="T8" fmla="*/ 113 w 51"/>
                  <a:gd name="T9" fmla="*/ 0 h 17"/>
                  <a:gd name="T10" fmla="*/ 68 w 51"/>
                  <a:gd name="T11" fmla="*/ 21 h 17"/>
                  <a:gd name="T12" fmla="*/ 0 w 51"/>
                  <a:gd name="T13" fmla="*/ 57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1" h="17">
                    <a:moveTo>
                      <a:pt x="0" y="17"/>
                    </a:moveTo>
                    <a:cubicBezTo>
                      <a:pt x="9" y="17"/>
                      <a:pt x="18" y="9"/>
                      <a:pt x="26" y="5"/>
                    </a:cubicBezTo>
                    <a:cubicBezTo>
                      <a:pt x="34" y="2"/>
                      <a:pt x="42" y="2"/>
                      <a:pt x="51" y="2"/>
                    </a:cubicBezTo>
                    <a:cubicBezTo>
                      <a:pt x="49" y="2"/>
                      <a:pt x="45" y="0"/>
                      <a:pt x="43" y="0"/>
                    </a:cubicBezTo>
                    <a:cubicBezTo>
                      <a:pt x="40" y="0"/>
                      <a:pt x="36" y="0"/>
                      <a:pt x="33" y="0"/>
                    </a:cubicBezTo>
                    <a:cubicBezTo>
                      <a:pt x="29" y="1"/>
                      <a:pt x="24" y="4"/>
                      <a:pt x="20" y="6"/>
                    </a:cubicBezTo>
                    <a:cubicBezTo>
                      <a:pt x="13" y="10"/>
                      <a:pt x="6" y="13"/>
                      <a:pt x="0" y="16"/>
                    </a:cubicBezTo>
                  </a:path>
                </a:pathLst>
              </a:custGeom>
              <a:solidFill>
                <a:srgbClr val="C1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245" name="Freeform 839">
                <a:extLst>
                  <a:ext uri="{FF2B5EF4-FFF2-40B4-BE49-F238E27FC236}">
                    <a16:creationId xmlns:a16="http://schemas.microsoft.com/office/drawing/2014/main" id="{8DFB6555-BD12-4D09-97D1-327DC269E0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3" y="824"/>
                <a:ext cx="60" cy="15"/>
              </a:xfrm>
              <a:custGeom>
                <a:avLst/>
                <a:gdLst>
                  <a:gd name="T0" fmla="*/ 0 w 40"/>
                  <a:gd name="T1" fmla="*/ 35 h 10"/>
                  <a:gd name="T2" fmla="*/ 68 w 40"/>
                  <a:gd name="T3" fmla="*/ 8 h 10"/>
                  <a:gd name="T4" fmla="*/ 135 w 40"/>
                  <a:gd name="T5" fmla="*/ 12 h 10"/>
                  <a:gd name="T6" fmla="*/ 122 w 40"/>
                  <a:gd name="T7" fmla="*/ 5 h 10"/>
                  <a:gd name="T8" fmla="*/ 93 w 40"/>
                  <a:gd name="T9" fmla="*/ 0 h 10"/>
                  <a:gd name="T10" fmla="*/ 53 w 40"/>
                  <a:gd name="T11" fmla="*/ 8 h 10"/>
                  <a:gd name="T12" fmla="*/ 26 w 40"/>
                  <a:gd name="T13" fmla="*/ 14 h 10"/>
                  <a:gd name="T14" fmla="*/ 0 w 40"/>
                  <a:gd name="T15" fmla="*/ 27 h 1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0" h="10">
                    <a:moveTo>
                      <a:pt x="0" y="10"/>
                    </a:moveTo>
                    <a:cubicBezTo>
                      <a:pt x="5" y="3"/>
                      <a:pt x="13" y="3"/>
                      <a:pt x="20" y="2"/>
                    </a:cubicBezTo>
                    <a:cubicBezTo>
                      <a:pt x="27" y="1"/>
                      <a:pt x="33" y="3"/>
                      <a:pt x="40" y="3"/>
                    </a:cubicBezTo>
                    <a:cubicBezTo>
                      <a:pt x="39" y="3"/>
                      <a:pt x="37" y="2"/>
                      <a:pt x="36" y="1"/>
                    </a:cubicBezTo>
                    <a:cubicBezTo>
                      <a:pt x="33" y="1"/>
                      <a:pt x="30" y="0"/>
                      <a:pt x="27" y="0"/>
                    </a:cubicBezTo>
                    <a:cubicBezTo>
                      <a:pt x="23" y="0"/>
                      <a:pt x="19" y="1"/>
                      <a:pt x="15" y="2"/>
                    </a:cubicBezTo>
                    <a:cubicBezTo>
                      <a:pt x="12" y="2"/>
                      <a:pt x="10" y="2"/>
                      <a:pt x="7" y="4"/>
                    </a:cubicBezTo>
                    <a:cubicBezTo>
                      <a:pt x="5" y="5"/>
                      <a:pt x="2" y="8"/>
                      <a:pt x="0" y="8"/>
                    </a:cubicBezTo>
                  </a:path>
                </a:pathLst>
              </a:custGeom>
              <a:solidFill>
                <a:srgbClr val="C1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246" name="Freeform 840">
                <a:extLst>
                  <a:ext uri="{FF2B5EF4-FFF2-40B4-BE49-F238E27FC236}">
                    <a16:creationId xmlns:a16="http://schemas.microsoft.com/office/drawing/2014/main" id="{01A276EF-1FF5-4C04-BBDA-3914B3D605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5" y="794"/>
                <a:ext cx="50" cy="15"/>
              </a:xfrm>
              <a:custGeom>
                <a:avLst/>
                <a:gdLst>
                  <a:gd name="T0" fmla="*/ 0 w 33"/>
                  <a:gd name="T1" fmla="*/ 35 h 10"/>
                  <a:gd name="T2" fmla="*/ 27 w 33"/>
                  <a:gd name="T3" fmla="*/ 18 h 10"/>
                  <a:gd name="T4" fmla="*/ 62 w 33"/>
                  <a:gd name="T5" fmla="*/ 12 h 10"/>
                  <a:gd name="T6" fmla="*/ 115 w 33"/>
                  <a:gd name="T7" fmla="*/ 8 h 10"/>
                  <a:gd name="T8" fmla="*/ 76 w 33"/>
                  <a:gd name="T9" fmla="*/ 5 h 10"/>
                  <a:gd name="T10" fmla="*/ 39 w 33"/>
                  <a:gd name="T11" fmla="*/ 12 h 10"/>
                  <a:gd name="T12" fmla="*/ 5 w 33"/>
                  <a:gd name="T13" fmla="*/ 27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3" h="10">
                    <a:moveTo>
                      <a:pt x="0" y="10"/>
                    </a:moveTo>
                    <a:cubicBezTo>
                      <a:pt x="3" y="10"/>
                      <a:pt x="6" y="7"/>
                      <a:pt x="8" y="5"/>
                    </a:cubicBezTo>
                    <a:cubicBezTo>
                      <a:pt x="11" y="4"/>
                      <a:pt x="15" y="3"/>
                      <a:pt x="18" y="3"/>
                    </a:cubicBezTo>
                    <a:cubicBezTo>
                      <a:pt x="23" y="2"/>
                      <a:pt x="28" y="2"/>
                      <a:pt x="33" y="2"/>
                    </a:cubicBezTo>
                    <a:cubicBezTo>
                      <a:pt x="29" y="2"/>
                      <a:pt x="26" y="1"/>
                      <a:pt x="22" y="1"/>
                    </a:cubicBezTo>
                    <a:cubicBezTo>
                      <a:pt x="18" y="0"/>
                      <a:pt x="15" y="1"/>
                      <a:pt x="11" y="3"/>
                    </a:cubicBezTo>
                    <a:cubicBezTo>
                      <a:pt x="8" y="4"/>
                      <a:pt x="4" y="6"/>
                      <a:pt x="1" y="8"/>
                    </a:cubicBezTo>
                  </a:path>
                </a:pathLst>
              </a:custGeom>
              <a:solidFill>
                <a:srgbClr val="C1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247" name="Freeform 841">
                <a:extLst>
                  <a:ext uri="{FF2B5EF4-FFF2-40B4-BE49-F238E27FC236}">
                    <a16:creationId xmlns:a16="http://schemas.microsoft.com/office/drawing/2014/main" id="{A632DEDA-75C9-4745-B841-CCB975762D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4" y="829"/>
                <a:ext cx="93" cy="9"/>
              </a:xfrm>
              <a:custGeom>
                <a:avLst/>
                <a:gdLst>
                  <a:gd name="T0" fmla="*/ 0 w 62"/>
                  <a:gd name="T1" fmla="*/ 18 h 6"/>
                  <a:gd name="T2" fmla="*/ 41 w 62"/>
                  <a:gd name="T3" fmla="*/ 8 h 6"/>
                  <a:gd name="T4" fmla="*/ 80 w 62"/>
                  <a:gd name="T5" fmla="*/ 5 h 6"/>
                  <a:gd name="T6" fmla="*/ 140 w 62"/>
                  <a:gd name="T7" fmla="*/ 12 h 6"/>
                  <a:gd name="T8" fmla="*/ 210 w 62"/>
                  <a:gd name="T9" fmla="*/ 12 h 6"/>
                  <a:gd name="T10" fmla="*/ 107 w 62"/>
                  <a:gd name="T11" fmla="*/ 12 h 6"/>
                  <a:gd name="T12" fmla="*/ 59 w 62"/>
                  <a:gd name="T13" fmla="*/ 5 h 6"/>
                  <a:gd name="T14" fmla="*/ 32 w 62"/>
                  <a:gd name="T15" fmla="*/ 8 h 6"/>
                  <a:gd name="T16" fmla="*/ 8 w 62"/>
                  <a:gd name="T17" fmla="*/ 14 h 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2" h="6">
                    <a:moveTo>
                      <a:pt x="0" y="5"/>
                    </a:moveTo>
                    <a:cubicBezTo>
                      <a:pt x="4" y="3"/>
                      <a:pt x="8" y="3"/>
                      <a:pt x="12" y="2"/>
                    </a:cubicBezTo>
                    <a:cubicBezTo>
                      <a:pt x="16" y="1"/>
                      <a:pt x="19" y="0"/>
                      <a:pt x="23" y="1"/>
                    </a:cubicBezTo>
                    <a:cubicBezTo>
                      <a:pt x="29" y="2"/>
                      <a:pt x="35" y="3"/>
                      <a:pt x="41" y="3"/>
                    </a:cubicBezTo>
                    <a:cubicBezTo>
                      <a:pt x="48" y="4"/>
                      <a:pt x="55" y="2"/>
                      <a:pt x="62" y="3"/>
                    </a:cubicBezTo>
                    <a:cubicBezTo>
                      <a:pt x="54" y="6"/>
                      <a:pt x="40" y="5"/>
                      <a:pt x="31" y="3"/>
                    </a:cubicBezTo>
                    <a:cubicBezTo>
                      <a:pt x="27" y="2"/>
                      <a:pt x="22" y="1"/>
                      <a:pt x="17" y="1"/>
                    </a:cubicBezTo>
                    <a:cubicBezTo>
                      <a:pt x="14" y="1"/>
                      <a:pt x="12" y="2"/>
                      <a:pt x="9" y="2"/>
                    </a:cubicBezTo>
                    <a:cubicBezTo>
                      <a:pt x="7" y="3"/>
                      <a:pt x="3" y="2"/>
                      <a:pt x="2" y="4"/>
                    </a:cubicBezTo>
                  </a:path>
                </a:pathLst>
              </a:custGeom>
              <a:solidFill>
                <a:srgbClr val="8E4C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248" name="Freeform 842">
                <a:extLst>
                  <a:ext uri="{FF2B5EF4-FFF2-40B4-BE49-F238E27FC236}">
                    <a16:creationId xmlns:a16="http://schemas.microsoft.com/office/drawing/2014/main" id="{3E1F0802-CDA4-418C-8B1D-97EE805E9F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3" y="794"/>
                <a:ext cx="69" cy="14"/>
              </a:xfrm>
              <a:custGeom>
                <a:avLst/>
                <a:gdLst>
                  <a:gd name="T0" fmla="*/ 0 w 46"/>
                  <a:gd name="T1" fmla="*/ 34 h 9"/>
                  <a:gd name="T2" fmla="*/ 156 w 46"/>
                  <a:gd name="T3" fmla="*/ 26 h 9"/>
                  <a:gd name="T4" fmla="*/ 68 w 46"/>
                  <a:gd name="T5" fmla="*/ 22 h 9"/>
                  <a:gd name="T6" fmla="*/ 39 w 46"/>
                  <a:gd name="T7" fmla="*/ 22 h 9"/>
                  <a:gd name="T8" fmla="*/ 5 w 46"/>
                  <a:gd name="T9" fmla="*/ 34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6" h="9">
                    <a:moveTo>
                      <a:pt x="0" y="9"/>
                    </a:moveTo>
                    <a:cubicBezTo>
                      <a:pt x="15" y="0"/>
                      <a:pt x="30" y="7"/>
                      <a:pt x="46" y="7"/>
                    </a:cubicBezTo>
                    <a:cubicBezTo>
                      <a:pt x="37" y="7"/>
                      <a:pt x="29" y="6"/>
                      <a:pt x="20" y="6"/>
                    </a:cubicBezTo>
                    <a:cubicBezTo>
                      <a:pt x="17" y="6"/>
                      <a:pt x="14" y="5"/>
                      <a:pt x="11" y="6"/>
                    </a:cubicBezTo>
                    <a:cubicBezTo>
                      <a:pt x="7" y="6"/>
                      <a:pt x="4" y="8"/>
                      <a:pt x="1" y="9"/>
                    </a:cubicBezTo>
                  </a:path>
                </a:pathLst>
              </a:custGeom>
              <a:solidFill>
                <a:srgbClr val="8E4C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249" name="Freeform 843">
                <a:extLst>
                  <a:ext uri="{FF2B5EF4-FFF2-40B4-BE49-F238E27FC236}">
                    <a16:creationId xmlns:a16="http://schemas.microsoft.com/office/drawing/2014/main" id="{1DFFB639-DC26-4BDC-853A-AF20F77370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0" y="1084"/>
                <a:ext cx="26" cy="55"/>
              </a:xfrm>
              <a:custGeom>
                <a:avLst/>
                <a:gdLst>
                  <a:gd name="T0" fmla="*/ 0 w 17"/>
                  <a:gd name="T1" fmla="*/ 0 h 37"/>
                  <a:gd name="T2" fmla="*/ 14 w 17"/>
                  <a:gd name="T3" fmla="*/ 36 h 37"/>
                  <a:gd name="T4" fmla="*/ 21 w 17"/>
                  <a:gd name="T5" fmla="*/ 67 h 37"/>
                  <a:gd name="T6" fmla="*/ 61 w 17"/>
                  <a:gd name="T7" fmla="*/ 122 h 37"/>
                  <a:gd name="T8" fmla="*/ 40 w 17"/>
                  <a:gd name="T9" fmla="*/ 95 h 37"/>
                  <a:gd name="T10" fmla="*/ 21 w 17"/>
                  <a:gd name="T11" fmla="*/ 73 h 37"/>
                  <a:gd name="T12" fmla="*/ 0 w 17"/>
                  <a:gd name="T13" fmla="*/ 9 h 3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37">
                    <a:moveTo>
                      <a:pt x="0" y="0"/>
                    </a:moveTo>
                    <a:cubicBezTo>
                      <a:pt x="1" y="4"/>
                      <a:pt x="4" y="7"/>
                      <a:pt x="4" y="11"/>
                    </a:cubicBezTo>
                    <a:cubicBezTo>
                      <a:pt x="5" y="14"/>
                      <a:pt x="5" y="17"/>
                      <a:pt x="6" y="20"/>
                    </a:cubicBezTo>
                    <a:cubicBezTo>
                      <a:pt x="9" y="26"/>
                      <a:pt x="15" y="31"/>
                      <a:pt x="17" y="37"/>
                    </a:cubicBezTo>
                    <a:cubicBezTo>
                      <a:pt x="15" y="35"/>
                      <a:pt x="13" y="32"/>
                      <a:pt x="11" y="29"/>
                    </a:cubicBezTo>
                    <a:cubicBezTo>
                      <a:pt x="10" y="26"/>
                      <a:pt x="7" y="25"/>
                      <a:pt x="6" y="22"/>
                    </a:cubicBezTo>
                    <a:cubicBezTo>
                      <a:pt x="3" y="16"/>
                      <a:pt x="4" y="9"/>
                      <a:pt x="0" y="3"/>
                    </a:cubicBezTo>
                  </a:path>
                </a:pathLst>
              </a:custGeom>
              <a:solidFill>
                <a:srgbClr val="8E4C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250" name="Freeform 844">
                <a:extLst>
                  <a:ext uri="{FF2B5EF4-FFF2-40B4-BE49-F238E27FC236}">
                    <a16:creationId xmlns:a16="http://schemas.microsoft.com/office/drawing/2014/main" id="{EC850720-0074-430C-9125-594CA13B36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9" y="1088"/>
                <a:ext cx="25" cy="56"/>
              </a:xfrm>
              <a:custGeom>
                <a:avLst/>
                <a:gdLst>
                  <a:gd name="T0" fmla="*/ 56 w 16"/>
                  <a:gd name="T1" fmla="*/ 0 h 37"/>
                  <a:gd name="T2" fmla="*/ 42 w 16"/>
                  <a:gd name="T3" fmla="*/ 35 h 37"/>
                  <a:gd name="T4" fmla="*/ 31 w 16"/>
                  <a:gd name="T5" fmla="*/ 73 h 37"/>
                  <a:gd name="T6" fmla="*/ 0 w 16"/>
                  <a:gd name="T7" fmla="*/ 129 h 37"/>
                  <a:gd name="T8" fmla="*/ 27 w 16"/>
                  <a:gd name="T9" fmla="*/ 89 h 37"/>
                  <a:gd name="T10" fmla="*/ 42 w 16"/>
                  <a:gd name="T11" fmla="*/ 62 h 37"/>
                  <a:gd name="T12" fmla="*/ 56 w 16"/>
                  <a:gd name="T13" fmla="*/ 8 h 3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37">
                    <a:moveTo>
                      <a:pt x="15" y="0"/>
                    </a:moveTo>
                    <a:cubicBezTo>
                      <a:pt x="14" y="4"/>
                      <a:pt x="12" y="7"/>
                      <a:pt x="11" y="10"/>
                    </a:cubicBezTo>
                    <a:cubicBezTo>
                      <a:pt x="10" y="14"/>
                      <a:pt x="10" y="17"/>
                      <a:pt x="8" y="21"/>
                    </a:cubicBezTo>
                    <a:cubicBezTo>
                      <a:pt x="6" y="26"/>
                      <a:pt x="3" y="32"/>
                      <a:pt x="0" y="37"/>
                    </a:cubicBezTo>
                    <a:cubicBezTo>
                      <a:pt x="1" y="34"/>
                      <a:pt x="5" y="29"/>
                      <a:pt x="7" y="26"/>
                    </a:cubicBezTo>
                    <a:cubicBezTo>
                      <a:pt x="9" y="23"/>
                      <a:pt x="10" y="21"/>
                      <a:pt x="11" y="18"/>
                    </a:cubicBezTo>
                    <a:cubicBezTo>
                      <a:pt x="12" y="13"/>
                      <a:pt x="16" y="7"/>
                      <a:pt x="15" y="2"/>
                    </a:cubicBezTo>
                  </a:path>
                </a:pathLst>
              </a:custGeom>
              <a:solidFill>
                <a:srgbClr val="8E4C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251" name="Freeform 845">
                <a:extLst>
                  <a:ext uri="{FF2B5EF4-FFF2-40B4-BE49-F238E27FC236}">
                    <a16:creationId xmlns:a16="http://schemas.microsoft.com/office/drawing/2014/main" id="{69FCCF4F-492B-43EB-A90B-9D434A4FDA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0" y="1106"/>
                <a:ext cx="11" cy="26"/>
              </a:xfrm>
              <a:custGeom>
                <a:avLst/>
                <a:gdLst>
                  <a:gd name="T0" fmla="*/ 0 w 7"/>
                  <a:gd name="T1" fmla="*/ 0 h 17"/>
                  <a:gd name="T2" fmla="*/ 27 w 7"/>
                  <a:gd name="T3" fmla="*/ 61 h 17"/>
                  <a:gd name="T4" fmla="*/ 8 w 7"/>
                  <a:gd name="T5" fmla="*/ 32 h 17"/>
                  <a:gd name="T6" fmla="*/ 0 w 7"/>
                  <a:gd name="T7" fmla="*/ 5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17">
                    <a:moveTo>
                      <a:pt x="0" y="0"/>
                    </a:moveTo>
                    <a:cubicBezTo>
                      <a:pt x="1" y="6"/>
                      <a:pt x="4" y="11"/>
                      <a:pt x="7" y="17"/>
                    </a:cubicBezTo>
                    <a:cubicBezTo>
                      <a:pt x="5" y="14"/>
                      <a:pt x="3" y="12"/>
                      <a:pt x="2" y="9"/>
                    </a:cubicBezTo>
                    <a:cubicBezTo>
                      <a:pt x="2" y="6"/>
                      <a:pt x="2" y="3"/>
                      <a:pt x="0" y="1"/>
                    </a:cubicBezTo>
                  </a:path>
                </a:pathLst>
              </a:custGeom>
              <a:solidFill>
                <a:srgbClr val="8E4C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252" name="Freeform 846">
                <a:extLst>
                  <a:ext uri="{FF2B5EF4-FFF2-40B4-BE49-F238E27FC236}">
                    <a16:creationId xmlns:a16="http://schemas.microsoft.com/office/drawing/2014/main" id="{F30E5EA1-FB74-4B34-A3F5-96C4EA6BAB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1" y="1111"/>
                <a:ext cx="13" cy="22"/>
              </a:xfrm>
              <a:custGeom>
                <a:avLst/>
                <a:gdLst>
                  <a:gd name="T0" fmla="*/ 29 w 8"/>
                  <a:gd name="T1" fmla="*/ 0 h 15"/>
                  <a:gd name="T2" fmla="*/ 0 w 8"/>
                  <a:gd name="T3" fmla="*/ 47 h 15"/>
                  <a:gd name="T4" fmla="*/ 34 w 8"/>
                  <a:gd name="T5" fmla="*/ 0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5">
                    <a:moveTo>
                      <a:pt x="7" y="0"/>
                    </a:moveTo>
                    <a:cubicBezTo>
                      <a:pt x="5" y="5"/>
                      <a:pt x="4" y="11"/>
                      <a:pt x="0" y="15"/>
                    </a:cubicBezTo>
                    <a:cubicBezTo>
                      <a:pt x="6" y="12"/>
                      <a:pt x="7" y="5"/>
                      <a:pt x="8" y="0"/>
                    </a:cubicBezTo>
                  </a:path>
                </a:pathLst>
              </a:custGeom>
              <a:solidFill>
                <a:srgbClr val="8E4C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253" name="Freeform 847">
                <a:extLst>
                  <a:ext uri="{FF2B5EF4-FFF2-40B4-BE49-F238E27FC236}">
                    <a16:creationId xmlns:a16="http://schemas.microsoft.com/office/drawing/2014/main" id="{3E05FCA8-F03D-4E59-B229-5134743849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2" y="1022"/>
                <a:ext cx="80" cy="39"/>
              </a:xfrm>
              <a:custGeom>
                <a:avLst/>
                <a:gdLst>
                  <a:gd name="T0" fmla="*/ 169 w 53"/>
                  <a:gd name="T1" fmla="*/ 0 h 26"/>
                  <a:gd name="T2" fmla="*/ 155 w 53"/>
                  <a:gd name="T3" fmla="*/ 54 h 26"/>
                  <a:gd name="T4" fmla="*/ 130 w 53"/>
                  <a:gd name="T5" fmla="*/ 59 h 26"/>
                  <a:gd name="T6" fmla="*/ 95 w 53"/>
                  <a:gd name="T7" fmla="*/ 81 h 26"/>
                  <a:gd name="T8" fmla="*/ 86 w 53"/>
                  <a:gd name="T9" fmla="*/ 86 h 26"/>
                  <a:gd name="T10" fmla="*/ 53 w 53"/>
                  <a:gd name="T11" fmla="*/ 59 h 26"/>
                  <a:gd name="T12" fmla="*/ 27 w 53"/>
                  <a:gd name="T13" fmla="*/ 54 h 26"/>
                  <a:gd name="T14" fmla="*/ 14 w 53"/>
                  <a:gd name="T15" fmla="*/ 0 h 26"/>
                  <a:gd name="T16" fmla="*/ 18 w 53"/>
                  <a:gd name="T17" fmla="*/ 32 h 26"/>
                  <a:gd name="T18" fmla="*/ 41 w 53"/>
                  <a:gd name="T19" fmla="*/ 54 h 26"/>
                  <a:gd name="T20" fmla="*/ 66 w 53"/>
                  <a:gd name="T21" fmla="*/ 66 h 26"/>
                  <a:gd name="T22" fmla="*/ 128 w 53"/>
                  <a:gd name="T23" fmla="*/ 59 h 26"/>
                  <a:gd name="T24" fmla="*/ 142 w 53"/>
                  <a:gd name="T25" fmla="*/ 59 h 26"/>
                  <a:gd name="T26" fmla="*/ 162 w 53"/>
                  <a:gd name="T27" fmla="*/ 39 h 26"/>
                  <a:gd name="T28" fmla="*/ 169 w 53"/>
                  <a:gd name="T29" fmla="*/ 0 h 2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53" h="26">
                    <a:moveTo>
                      <a:pt x="49" y="0"/>
                    </a:moveTo>
                    <a:cubicBezTo>
                      <a:pt x="53" y="5"/>
                      <a:pt x="49" y="10"/>
                      <a:pt x="45" y="16"/>
                    </a:cubicBezTo>
                    <a:cubicBezTo>
                      <a:pt x="42" y="20"/>
                      <a:pt x="41" y="16"/>
                      <a:pt x="38" y="17"/>
                    </a:cubicBezTo>
                    <a:cubicBezTo>
                      <a:pt x="36" y="18"/>
                      <a:pt x="34" y="23"/>
                      <a:pt x="28" y="24"/>
                    </a:cubicBezTo>
                    <a:cubicBezTo>
                      <a:pt x="27" y="25"/>
                      <a:pt x="27" y="25"/>
                      <a:pt x="25" y="25"/>
                    </a:cubicBezTo>
                    <a:cubicBezTo>
                      <a:pt x="20" y="23"/>
                      <a:pt x="17" y="17"/>
                      <a:pt x="15" y="17"/>
                    </a:cubicBezTo>
                    <a:cubicBezTo>
                      <a:pt x="13" y="16"/>
                      <a:pt x="11" y="20"/>
                      <a:pt x="8" y="16"/>
                    </a:cubicBezTo>
                    <a:cubicBezTo>
                      <a:pt x="4" y="9"/>
                      <a:pt x="0" y="1"/>
                      <a:pt x="4" y="0"/>
                    </a:cubicBezTo>
                    <a:cubicBezTo>
                      <a:pt x="4" y="0"/>
                      <a:pt x="2" y="2"/>
                      <a:pt x="5" y="9"/>
                    </a:cubicBezTo>
                    <a:cubicBezTo>
                      <a:pt x="8" y="15"/>
                      <a:pt x="10" y="17"/>
                      <a:pt x="12" y="16"/>
                    </a:cubicBezTo>
                    <a:cubicBezTo>
                      <a:pt x="15" y="15"/>
                      <a:pt x="16" y="15"/>
                      <a:pt x="19" y="19"/>
                    </a:cubicBezTo>
                    <a:cubicBezTo>
                      <a:pt x="25" y="26"/>
                      <a:pt x="29" y="25"/>
                      <a:pt x="37" y="17"/>
                    </a:cubicBezTo>
                    <a:cubicBezTo>
                      <a:pt x="39" y="15"/>
                      <a:pt x="40" y="16"/>
                      <a:pt x="41" y="17"/>
                    </a:cubicBezTo>
                    <a:cubicBezTo>
                      <a:pt x="42" y="17"/>
                      <a:pt x="45" y="17"/>
                      <a:pt x="47" y="11"/>
                    </a:cubicBezTo>
                    <a:cubicBezTo>
                      <a:pt x="49" y="8"/>
                      <a:pt x="52" y="5"/>
                      <a:pt x="49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254" name="Freeform 848">
                <a:extLst>
                  <a:ext uri="{FF2B5EF4-FFF2-40B4-BE49-F238E27FC236}">
                    <a16:creationId xmlns:a16="http://schemas.microsoft.com/office/drawing/2014/main" id="{1D564622-FD33-4B4D-BEF0-4D12EC2E73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4" y="999"/>
                <a:ext cx="8" cy="48"/>
              </a:xfrm>
              <a:custGeom>
                <a:avLst/>
                <a:gdLst>
                  <a:gd name="T0" fmla="*/ 21 w 5"/>
                  <a:gd name="T1" fmla="*/ 108 h 32"/>
                  <a:gd name="T2" fmla="*/ 5 w 5"/>
                  <a:gd name="T3" fmla="*/ 54 h 32"/>
                  <a:gd name="T4" fmla="*/ 21 w 5"/>
                  <a:gd name="T5" fmla="*/ 0 h 32"/>
                  <a:gd name="T6" fmla="*/ 16 w 5"/>
                  <a:gd name="T7" fmla="*/ 102 h 32"/>
                  <a:gd name="T8" fmla="*/ 21 w 5"/>
                  <a:gd name="T9" fmla="*/ 107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32">
                    <a:moveTo>
                      <a:pt x="5" y="32"/>
                    </a:moveTo>
                    <a:cubicBezTo>
                      <a:pt x="2" y="27"/>
                      <a:pt x="0" y="22"/>
                      <a:pt x="1" y="16"/>
                    </a:cubicBezTo>
                    <a:cubicBezTo>
                      <a:pt x="2" y="11"/>
                      <a:pt x="5" y="6"/>
                      <a:pt x="5" y="0"/>
                    </a:cubicBezTo>
                    <a:cubicBezTo>
                      <a:pt x="5" y="11"/>
                      <a:pt x="1" y="21"/>
                      <a:pt x="4" y="30"/>
                    </a:cubicBezTo>
                    <a:cubicBezTo>
                      <a:pt x="5" y="30"/>
                      <a:pt x="5" y="30"/>
                      <a:pt x="5" y="31"/>
                    </a:cubicBezTo>
                  </a:path>
                </a:pathLst>
              </a:custGeom>
              <a:solidFill>
                <a:srgbClr val="C1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255" name="Freeform 849">
                <a:extLst>
                  <a:ext uri="{FF2B5EF4-FFF2-40B4-BE49-F238E27FC236}">
                    <a16:creationId xmlns:a16="http://schemas.microsoft.com/office/drawing/2014/main" id="{7BF6FEDF-7317-4E4B-BB9E-D37F0E9BD7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8" y="1022"/>
                <a:ext cx="15" cy="25"/>
              </a:xfrm>
              <a:custGeom>
                <a:avLst/>
                <a:gdLst>
                  <a:gd name="T0" fmla="*/ 12 w 10"/>
                  <a:gd name="T1" fmla="*/ 0 h 17"/>
                  <a:gd name="T2" fmla="*/ 8 w 10"/>
                  <a:gd name="T3" fmla="*/ 32 h 17"/>
                  <a:gd name="T4" fmla="*/ 35 w 10"/>
                  <a:gd name="T5" fmla="*/ 46 h 17"/>
                  <a:gd name="T6" fmla="*/ 12 w 10"/>
                  <a:gd name="T7" fmla="*/ 28 h 17"/>
                  <a:gd name="T8" fmla="*/ 12 w 10"/>
                  <a:gd name="T9" fmla="*/ 1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7">
                    <a:moveTo>
                      <a:pt x="3" y="0"/>
                    </a:moveTo>
                    <a:cubicBezTo>
                      <a:pt x="0" y="4"/>
                      <a:pt x="0" y="6"/>
                      <a:pt x="2" y="10"/>
                    </a:cubicBezTo>
                    <a:cubicBezTo>
                      <a:pt x="4" y="14"/>
                      <a:pt x="6" y="17"/>
                      <a:pt x="10" y="14"/>
                    </a:cubicBezTo>
                    <a:cubicBezTo>
                      <a:pt x="6" y="14"/>
                      <a:pt x="5" y="12"/>
                      <a:pt x="3" y="9"/>
                    </a:cubicBezTo>
                    <a:cubicBezTo>
                      <a:pt x="2" y="6"/>
                      <a:pt x="0" y="3"/>
                      <a:pt x="3" y="1"/>
                    </a:cubicBezTo>
                  </a:path>
                </a:pathLst>
              </a:custGeom>
              <a:solidFill>
                <a:srgbClr val="C1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256" name="Freeform 850">
                <a:extLst>
                  <a:ext uri="{FF2B5EF4-FFF2-40B4-BE49-F238E27FC236}">
                    <a16:creationId xmlns:a16="http://schemas.microsoft.com/office/drawing/2014/main" id="{04C547C8-2466-4CF3-B4C5-4DBC248DD4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2" y="1088"/>
                <a:ext cx="119" cy="24"/>
              </a:xfrm>
              <a:custGeom>
                <a:avLst/>
                <a:gdLst>
                  <a:gd name="T0" fmla="*/ 0 w 79"/>
                  <a:gd name="T1" fmla="*/ 0 h 16"/>
                  <a:gd name="T2" fmla="*/ 270 w 79"/>
                  <a:gd name="T3" fmla="*/ 0 h 16"/>
                  <a:gd name="T4" fmla="*/ 236 w 79"/>
                  <a:gd name="T5" fmla="*/ 32 h 16"/>
                  <a:gd name="T6" fmla="*/ 143 w 79"/>
                  <a:gd name="T7" fmla="*/ 54 h 16"/>
                  <a:gd name="T8" fmla="*/ 68 w 79"/>
                  <a:gd name="T9" fmla="*/ 41 h 16"/>
                  <a:gd name="T10" fmla="*/ 0 w 79"/>
                  <a:gd name="T11" fmla="*/ 0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9" h="16">
                    <a:moveTo>
                      <a:pt x="0" y="0"/>
                    </a:moveTo>
                    <a:cubicBezTo>
                      <a:pt x="0" y="0"/>
                      <a:pt x="70" y="2"/>
                      <a:pt x="79" y="0"/>
                    </a:cubicBezTo>
                    <a:cubicBezTo>
                      <a:pt x="79" y="0"/>
                      <a:pt x="76" y="4"/>
                      <a:pt x="69" y="9"/>
                    </a:cubicBezTo>
                    <a:cubicBezTo>
                      <a:pt x="62" y="14"/>
                      <a:pt x="49" y="15"/>
                      <a:pt x="42" y="16"/>
                    </a:cubicBezTo>
                    <a:cubicBezTo>
                      <a:pt x="35" y="16"/>
                      <a:pt x="24" y="14"/>
                      <a:pt x="20" y="12"/>
                    </a:cubicBezTo>
                    <a:cubicBezTo>
                      <a:pt x="9" y="8"/>
                      <a:pt x="7" y="3"/>
                      <a:pt x="0" y="0"/>
                    </a:cubicBezTo>
                    <a:close/>
                  </a:path>
                </a:pathLst>
              </a:custGeom>
              <a:solidFill>
                <a:srgbClr val="C1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257" name="Freeform 851">
                <a:extLst>
                  <a:ext uri="{FF2B5EF4-FFF2-40B4-BE49-F238E27FC236}">
                    <a16:creationId xmlns:a16="http://schemas.microsoft.com/office/drawing/2014/main" id="{D9F3EE05-AB18-49C4-9CC3-D2D95718B9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3" y="1096"/>
                <a:ext cx="98" cy="39"/>
              </a:xfrm>
              <a:custGeom>
                <a:avLst/>
                <a:gdLst>
                  <a:gd name="T0" fmla="*/ 0 w 65"/>
                  <a:gd name="T1" fmla="*/ 0 h 26"/>
                  <a:gd name="T2" fmla="*/ 223 w 65"/>
                  <a:gd name="T3" fmla="*/ 5 h 26"/>
                  <a:gd name="T4" fmla="*/ 0 w 65"/>
                  <a:gd name="T5" fmla="*/ 0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5" h="26">
                    <a:moveTo>
                      <a:pt x="0" y="0"/>
                    </a:moveTo>
                    <a:cubicBezTo>
                      <a:pt x="0" y="0"/>
                      <a:pt x="33" y="22"/>
                      <a:pt x="65" y="1"/>
                    </a:cubicBezTo>
                    <a:cubicBezTo>
                      <a:pt x="65" y="1"/>
                      <a:pt x="37" y="26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258" name="Freeform 852">
                <a:extLst>
                  <a:ext uri="{FF2B5EF4-FFF2-40B4-BE49-F238E27FC236}">
                    <a16:creationId xmlns:a16="http://schemas.microsoft.com/office/drawing/2014/main" id="{DE4997DE-211E-45B4-9E80-29BAEBC8F3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1" y="1091"/>
                <a:ext cx="103" cy="9"/>
              </a:xfrm>
              <a:custGeom>
                <a:avLst/>
                <a:gdLst>
                  <a:gd name="T0" fmla="*/ 0 w 68"/>
                  <a:gd name="T1" fmla="*/ 0 h 6"/>
                  <a:gd name="T2" fmla="*/ 236 w 68"/>
                  <a:gd name="T3" fmla="*/ 0 h 6"/>
                  <a:gd name="T4" fmla="*/ 0 w 68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8" h="6">
                    <a:moveTo>
                      <a:pt x="0" y="0"/>
                    </a:moveTo>
                    <a:cubicBezTo>
                      <a:pt x="0" y="0"/>
                      <a:pt x="39" y="5"/>
                      <a:pt x="68" y="0"/>
                    </a:cubicBezTo>
                    <a:cubicBezTo>
                      <a:pt x="68" y="0"/>
                      <a:pt x="44" y="6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259" name="Freeform 853">
                <a:extLst>
                  <a:ext uri="{FF2B5EF4-FFF2-40B4-BE49-F238E27FC236}">
                    <a16:creationId xmlns:a16="http://schemas.microsoft.com/office/drawing/2014/main" id="{054BB1F8-ED36-469C-9F25-51E0616B5A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5" y="1088"/>
                <a:ext cx="113" cy="5"/>
              </a:xfrm>
              <a:custGeom>
                <a:avLst/>
                <a:gdLst>
                  <a:gd name="T0" fmla="*/ 0 w 75"/>
                  <a:gd name="T1" fmla="*/ 0 h 3"/>
                  <a:gd name="T2" fmla="*/ 256 w 75"/>
                  <a:gd name="T3" fmla="*/ 0 h 3"/>
                  <a:gd name="T4" fmla="*/ 0 w 75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5" h="3">
                    <a:moveTo>
                      <a:pt x="0" y="0"/>
                    </a:moveTo>
                    <a:cubicBezTo>
                      <a:pt x="0" y="0"/>
                      <a:pt x="46" y="3"/>
                      <a:pt x="75" y="0"/>
                    </a:cubicBezTo>
                    <a:cubicBezTo>
                      <a:pt x="75" y="0"/>
                      <a:pt x="14" y="1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260" name="Freeform 854">
                <a:extLst>
                  <a:ext uri="{FF2B5EF4-FFF2-40B4-BE49-F238E27FC236}">
                    <a16:creationId xmlns:a16="http://schemas.microsoft.com/office/drawing/2014/main" id="{C48B1EF6-BD13-491E-A31A-19336604AD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5" y="1029"/>
                <a:ext cx="32" cy="61"/>
              </a:xfrm>
              <a:custGeom>
                <a:avLst/>
                <a:gdLst>
                  <a:gd name="T0" fmla="*/ 75 w 21"/>
                  <a:gd name="T1" fmla="*/ 0 h 40"/>
                  <a:gd name="T2" fmla="*/ 12 w 21"/>
                  <a:gd name="T3" fmla="*/ 41 h 40"/>
                  <a:gd name="T4" fmla="*/ 27 w 21"/>
                  <a:gd name="T5" fmla="*/ 142 h 40"/>
                  <a:gd name="T6" fmla="*/ 8 w 21"/>
                  <a:gd name="T7" fmla="*/ 40 h 40"/>
                  <a:gd name="T8" fmla="*/ 75 w 21"/>
                  <a:gd name="T9" fmla="*/ 0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40">
                    <a:moveTo>
                      <a:pt x="21" y="0"/>
                    </a:moveTo>
                    <a:cubicBezTo>
                      <a:pt x="21" y="0"/>
                      <a:pt x="13" y="10"/>
                      <a:pt x="3" y="12"/>
                    </a:cubicBezTo>
                    <a:cubicBezTo>
                      <a:pt x="3" y="12"/>
                      <a:pt x="0" y="29"/>
                      <a:pt x="8" y="40"/>
                    </a:cubicBezTo>
                    <a:cubicBezTo>
                      <a:pt x="8" y="40"/>
                      <a:pt x="1" y="33"/>
                      <a:pt x="2" y="11"/>
                    </a:cubicBezTo>
                    <a:cubicBezTo>
                      <a:pt x="2" y="11"/>
                      <a:pt x="16" y="6"/>
                      <a:pt x="21" y="0"/>
                    </a:cubicBezTo>
                    <a:close/>
                  </a:path>
                </a:pathLst>
              </a:custGeom>
              <a:solidFill>
                <a:srgbClr val="8E4C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261" name="Freeform 855">
                <a:extLst>
                  <a:ext uri="{FF2B5EF4-FFF2-40B4-BE49-F238E27FC236}">
                    <a16:creationId xmlns:a16="http://schemas.microsoft.com/office/drawing/2014/main" id="{AF0CA525-C246-4FC2-A342-D30D942A33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2" y="1040"/>
                <a:ext cx="12" cy="41"/>
              </a:xfrm>
              <a:custGeom>
                <a:avLst/>
                <a:gdLst>
                  <a:gd name="T0" fmla="*/ 27 w 8"/>
                  <a:gd name="T1" fmla="*/ 0 h 27"/>
                  <a:gd name="T2" fmla="*/ 21 w 8"/>
                  <a:gd name="T3" fmla="*/ 94 h 27"/>
                  <a:gd name="T4" fmla="*/ 26 w 8"/>
                  <a:gd name="T5" fmla="*/ 5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27">
                    <a:moveTo>
                      <a:pt x="8" y="0"/>
                    </a:moveTo>
                    <a:cubicBezTo>
                      <a:pt x="2" y="5"/>
                      <a:pt x="6" y="20"/>
                      <a:pt x="6" y="27"/>
                    </a:cubicBezTo>
                    <a:cubicBezTo>
                      <a:pt x="5" y="22"/>
                      <a:pt x="0" y="2"/>
                      <a:pt x="7" y="1"/>
                    </a:cubicBezTo>
                  </a:path>
                </a:pathLst>
              </a:custGeom>
              <a:solidFill>
                <a:srgbClr val="8E4C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262" name="Freeform 856">
                <a:extLst>
                  <a:ext uri="{FF2B5EF4-FFF2-40B4-BE49-F238E27FC236}">
                    <a16:creationId xmlns:a16="http://schemas.microsoft.com/office/drawing/2014/main" id="{3713EA53-0EE6-412F-A366-984B565033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4" y="1041"/>
                <a:ext cx="9" cy="29"/>
              </a:xfrm>
              <a:custGeom>
                <a:avLst/>
                <a:gdLst>
                  <a:gd name="T0" fmla="*/ 0 w 6"/>
                  <a:gd name="T1" fmla="*/ 0 h 19"/>
                  <a:gd name="T2" fmla="*/ 21 w 6"/>
                  <a:gd name="T3" fmla="*/ 67 h 19"/>
                  <a:gd name="T4" fmla="*/ 0 w 6"/>
                  <a:gd name="T5" fmla="*/ 8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19">
                    <a:moveTo>
                      <a:pt x="0" y="0"/>
                    </a:moveTo>
                    <a:cubicBezTo>
                      <a:pt x="2" y="6"/>
                      <a:pt x="6" y="13"/>
                      <a:pt x="6" y="19"/>
                    </a:cubicBezTo>
                    <a:cubicBezTo>
                      <a:pt x="4" y="14"/>
                      <a:pt x="3" y="6"/>
                      <a:pt x="0" y="2"/>
                    </a:cubicBezTo>
                  </a:path>
                </a:pathLst>
              </a:custGeom>
              <a:solidFill>
                <a:srgbClr val="8E4C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263" name="Freeform 857">
                <a:extLst>
                  <a:ext uri="{FF2B5EF4-FFF2-40B4-BE49-F238E27FC236}">
                    <a16:creationId xmlns:a16="http://schemas.microsoft.com/office/drawing/2014/main" id="{51810841-2664-4FA6-9319-7BB073BAA2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6" y="1023"/>
                <a:ext cx="30" cy="23"/>
              </a:xfrm>
              <a:custGeom>
                <a:avLst/>
                <a:gdLst>
                  <a:gd name="T0" fmla="*/ 68 w 20"/>
                  <a:gd name="T1" fmla="*/ 0 h 15"/>
                  <a:gd name="T2" fmla="*/ 0 w 20"/>
                  <a:gd name="T3" fmla="*/ 54 h 15"/>
                  <a:gd name="T4" fmla="*/ 41 w 20"/>
                  <a:gd name="T5" fmla="*/ 32 h 15"/>
                  <a:gd name="T6" fmla="*/ 68 w 20"/>
                  <a:gd name="T7" fmla="*/ 5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15">
                    <a:moveTo>
                      <a:pt x="20" y="0"/>
                    </a:moveTo>
                    <a:cubicBezTo>
                      <a:pt x="17" y="6"/>
                      <a:pt x="7" y="13"/>
                      <a:pt x="0" y="15"/>
                    </a:cubicBezTo>
                    <a:cubicBezTo>
                      <a:pt x="4" y="14"/>
                      <a:pt x="9" y="12"/>
                      <a:pt x="12" y="9"/>
                    </a:cubicBezTo>
                    <a:cubicBezTo>
                      <a:pt x="15" y="7"/>
                      <a:pt x="20" y="4"/>
                      <a:pt x="20" y="1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264" name="Freeform 858">
                <a:extLst>
                  <a:ext uri="{FF2B5EF4-FFF2-40B4-BE49-F238E27FC236}">
                    <a16:creationId xmlns:a16="http://schemas.microsoft.com/office/drawing/2014/main" id="{DA3725C0-6E45-4772-B2DF-EE614A03AC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8" y="1029"/>
                <a:ext cx="32" cy="61"/>
              </a:xfrm>
              <a:custGeom>
                <a:avLst/>
                <a:gdLst>
                  <a:gd name="T0" fmla="*/ 0 w 21"/>
                  <a:gd name="T1" fmla="*/ 0 h 40"/>
                  <a:gd name="T2" fmla="*/ 61 w 21"/>
                  <a:gd name="T3" fmla="*/ 41 h 40"/>
                  <a:gd name="T4" fmla="*/ 41 w 21"/>
                  <a:gd name="T5" fmla="*/ 142 h 40"/>
                  <a:gd name="T6" fmla="*/ 67 w 21"/>
                  <a:gd name="T7" fmla="*/ 40 h 40"/>
                  <a:gd name="T8" fmla="*/ 0 w 21"/>
                  <a:gd name="T9" fmla="*/ 0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40">
                    <a:moveTo>
                      <a:pt x="0" y="0"/>
                    </a:moveTo>
                    <a:cubicBezTo>
                      <a:pt x="0" y="0"/>
                      <a:pt x="7" y="10"/>
                      <a:pt x="17" y="12"/>
                    </a:cubicBezTo>
                    <a:cubicBezTo>
                      <a:pt x="17" y="12"/>
                      <a:pt x="21" y="29"/>
                      <a:pt x="12" y="40"/>
                    </a:cubicBezTo>
                    <a:cubicBezTo>
                      <a:pt x="12" y="40"/>
                      <a:pt x="20" y="33"/>
                      <a:pt x="19" y="11"/>
                    </a:cubicBezTo>
                    <a:cubicBezTo>
                      <a:pt x="19" y="11"/>
                      <a:pt x="4" y="6"/>
                      <a:pt x="0" y="0"/>
                    </a:cubicBezTo>
                    <a:close/>
                  </a:path>
                </a:pathLst>
              </a:custGeom>
              <a:solidFill>
                <a:srgbClr val="8E4C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265" name="Freeform 859">
                <a:extLst>
                  <a:ext uri="{FF2B5EF4-FFF2-40B4-BE49-F238E27FC236}">
                    <a16:creationId xmlns:a16="http://schemas.microsoft.com/office/drawing/2014/main" id="{CEA92D21-3310-42B6-9FA9-9ACE0388A3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0" y="1040"/>
                <a:ext cx="12" cy="41"/>
              </a:xfrm>
              <a:custGeom>
                <a:avLst/>
                <a:gdLst>
                  <a:gd name="T0" fmla="*/ 0 w 8"/>
                  <a:gd name="T1" fmla="*/ 0 h 27"/>
                  <a:gd name="T2" fmla="*/ 8 w 8"/>
                  <a:gd name="T3" fmla="*/ 94 h 27"/>
                  <a:gd name="T4" fmla="*/ 5 w 8"/>
                  <a:gd name="T5" fmla="*/ 5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27">
                    <a:moveTo>
                      <a:pt x="0" y="0"/>
                    </a:moveTo>
                    <a:cubicBezTo>
                      <a:pt x="6" y="5"/>
                      <a:pt x="2" y="20"/>
                      <a:pt x="2" y="27"/>
                    </a:cubicBezTo>
                    <a:cubicBezTo>
                      <a:pt x="3" y="22"/>
                      <a:pt x="8" y="2"/>
                      <a:pt x="1" y="1"/>
                    </a:cubicBezTo>
                  </a:path>
                </a:pathLst>
              </a:custGeom>
              <a:solidFill>
                <a:srgbClr val="8E4C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266" name="Freeform 860">
                <a:extLst>
                  <a:ext uri="{FF2B5EF4-FFF2-40B4-BE49-F238E27FC236}">
                    <a16:creationId xmlns:a16="http://schemas.microsoft.com/office/drawing/2014/main" id="{AAAEBF4E-B82A-423E-9A74-33244D9B6A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0" y="1041"/>
                <a:ext cx="11" cy="29"/>
              </a:xfrm>
              <a:custGeom>
                <a:avLst/>
                <a:gdLst>
                  <a:gd name="T0" fmla="*/ 27 w 7"/>
                  <a:gd name="T1" fmla="*/ 0 h 19"/>
                  <a:gd name="T2" fmla="*/ 5 w 7"/>
                  <a:gd name="T3" fmla="*/ 67 h 19"/>
                  <a:gd name="T4" fmla="*/ 22 w 7"/>
                  <a:gd name="T5" fmla="*/ 8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9">
                    <a:moveTo>
                      <a:pt x="7" y="0"/>
                    </a:moveTo>
                    <a:cubicBezTo>
                      <a:pt x="5" y="6"/>
                      <a:pt x="0" y="13"/>
                      <a:pt x="1" y="19"/>
                    </a:cubicBezTo>
                    <a:cubicBezTo>
                      <a:pt x="2" y="14"/>
                      <a:pt x="3" y="6"/>
                      <a:pt x="6" y="2"/>
                    </a:cubicBezTo>
                  </a:path>
                </a:pathLst>
              </a:custGeom>
              <a:solidFill>
                <a:srgbClr val="8E4C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267" name="Freeform 861">
                <a:extLst>
                  <a:ext uri="{FF2B5EF4-FFF2-40B4-BE49-F238E27FC236}">
                    <a16:creationId xmlns:a16="http://schemas.microsoft.com/office/drawing/2014/main" id="{D7D65001-AC7A-4350-AEF5-B3117D5416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7" y="1023"/>
                <a:ext cx="30" cy="23"/>
              </a:xfrm>
              <a:custGeom>
                <a:avLst/>
                <a:gdLst>
                  <a:gd name="T0" fmla="*/ 0 w 20"/>
                  <a:gd name="T1" fmla="*/ 0 h 15"/>
                  <a:gd name="T2" fmla="*/ 68 w 20"/>
                  <a:gd name="T3" fmla="*/ 54 h 15"/>
                  <a:gd name="T4" fmla="*/ 27 w 20"/>
                  <a:gd name="T5" fmla="*/ 32 h 15"/>
                  <a:gd name="T6" fmla="*/ 0 w 20"/>
                  <a:gd name="T7" fmla="*/ 5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15">
                    <a:moveTo>
                      <a:pt x="0" y="0"/>
                    </a:moveTo>
                    <a:cubicBezTo>
                      <a:pt x="3" y="6"/>
                      <a:pt x="13" y="13"/>
                      <a:pt x="20" y="15"/>
                    </a:cubicBezTo>
                    <a:cubicBezTo>
                      <a:pt x="16" y="14"/>
                      <a:pt x="12" y="12"/>
                      <a:pt x="8" y="9"/>
                    </a:cubicBezTo>
                    <a:cubicBezTo>
                      <a:pt x="6" y="7"/>
                      <a:pt x="0" y="4"/>
                      <a:pt x="0" y="1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268" name="Freeform 862">
                <a:extLst>
                  <a:ext uri="{FF2B5EF4-FFF2-40B4-BE49-F238E27FC236}">
                    <a16:creationId xmlns:a16="http://schemas.microsoft.com/office/drawing/2014/main" id="{ECD50A0F-7017-4569-9487-1339FF01A9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3" y="723"/>
                <a:ext cx="355" cy="329"/>
              </a:xfrm>
              <a:custGeom>
                <a:avLst/>
                <a:gdLst>
                  <a:gd name="T0" fmla="*/ 384 w 235"/>
                  <a:gd name="T1" fmla="*/ 0 h 218"/>
                  <a:gd name="T2" fmla="*/ 207 w 235"/>
                  <a:gd name="T3" fmla="*/ 32 h 218"/>
                  <a:gd name="T4" fmla="*/ 94 w 235"/>
                  <a:gd name="T5" fmla="*/ 109 h 218"/>
                  <a:gd name="T6" fmla="*/ 115 w 235"/>
                  <a:gd name="T7" fmla="*/ 109 h 218"/>
                  <a:gd name="T8" fmla="*/ 59 w 235"/>
                  <a:gd name="T9" fmla="*/ 171 h 218"/>
                  <a:gd name="T10" fmla="*/ 5 w 235"/>
                  <a:gd name="T11" fmla="*/ 346 h 218"/>
                  <a:gd name="T12" fmla="*/ 21 w 235"/>
                  <a:gd name="T13" fmla="*/ 312 h 218"/>
                  <a:gd name="T14" fmla="*/ 12 w 235"/>
                  <a:gd name="T15" fmla="*/ 379 h 218"/>
                  <a:gd name="T16" fmla="*/ 35 w 235"/>
                  <a:gd name="T17" fmla="*/ 451 h 218"/>
                  <a:gd name="T18" fmla="*/ 48 w 235"/>
                  <a:gd name="T19" fmla="*/ 430 h 218"/>
                  <a:gd name="T20" fmla="*/ 66 w 235"/>
                  <a:gd name="T21" fmla="*/ 466 h 218"/>
                  <a:gd name="T22" fmla="*/ 76 w 235"/>
                  <a:gd name="T23" fmla="*/ 494 h 218"/>
                  <a:gd name="T24" fmla="*/ 89 w 235"/>
                  <a:gd name="T25" fmla="*/ 528 h 218"/>
                  <a:gd name="T26" fmla="*/ 103 w 235"/>
                  <a:gd name="T27" fmla="*/ 542 h 218"/>
                  <a:gd name="T28" fmla="*/ 100 w 235"/>
                  <a:gd name="T29" fmla="*/ 608 h 218"/>
                  <a:gd name="T30" fmla="*/ 107 w 235"/>
                  <a:gd name="T31" fmla="*/ 670 h 218"/>
                  <a:gd name="T32" fmla="*/ 151 w 235"/>
                  <a:gd name="T33" fmla="*/ 750 h 218"/>
                  <a:gd name="T34" fmla="*/ 142 w 235"/>
                  <a:gd name="T35" fmla="*/ 653 h 218"/>
                  <a:gd name="T36" fmla="*/ 128 w 235"/>
                  <a:gd name="T37" fmla="*/ 595 h 218"/>
                  <a:gd name="T38" fmla="*/ 130 w 235"/>
                  <a:gd name="T39" fmla="*/ 528 h 218"/>
                  <a:gd name="T40" fmla="*/ 137 w 235"/>
                  <a:gd name="T41" fmla="*/ 410 h 218"/>
                  <a:gd name="T42" fmla="*/ 156 w 235"/>
                  <a:gd name="T43" fmla="*/ 337 h 218"/>
                  <a:gd name="T44" fmla="*/ 156 w 235"/>
                  <a:gd name="T45" fmla="*/ 269 h 218"/>
                  <a:gd name="T46" fmla="*/ 196 w 235"/>
                  <a:gd name="T47" fmla="*/ 157 h 218"/>
                  <a:gd name="T48" fmla="*/ 224 w 235"/>
                  <a:gd name="T49" fmla="*/ 116 h 218"/>
                  <a:gd name="T50" fmla="*/ 258 w 235"/>
                  <a:gd name="T51" fmla="*/ 128 h 218"/>
                  <a:gd name="T52" fmla="*/ 276 w 235"/>
                  <a:gd name="T53" fmla="*/ 143 h 218"/>
                  <a:gd name="T54" fmla="*/ 272 w 235"/>
                  <a:gd name="T55" fmla="*/ 178 h 218"/>
                  <a:gd name="T56" fmla="*/ 296 w 235"/>
                  <a:gd name="T57" fmla="*/ 220 h 218"/>
                  <a:gd name="T58" fmla="*/ 438 w 235"/>
                  <a:gd name="T59" fmla="*/ 228 h 218"/>
                  <a:gd name="T60" fmla="*/ 580 w 235"/>
                  <a:gd name="T61" fmla="*/ 122 h 218"/>
                  <a:gd name="T62" fmla="*/ 653 w 235"/>
                  <a:gd name="T63" fmla="*/ 201 h 218"/>
                  <a:gd name="T64" fmla="*/ 693 w 235"/>
                  <a:gd name="T65" fmla="*/ 323 h 218"/>
                  <a:gd name="T66" fmla="*/ 710 w 235"/>
                  <a:gd name="T67" fmla="*/ 397 h 218"/>
                  <a:gd name="T68" fmla="*/ 702 w 235"/>
                  <a:gd name="T69" fmla="*/ 484 h 218"/>
                  <a:gd name="T70" fmla="*/ 707 w 235"/>
                  <a:gd name="T71" fmla="*/ 634 h 218"/>
                  <a:gd name="T72" fmla="*/ 715 w 235"/>
                  <a:gd name="T73" fmla="*/ 690 h 218"/>
                  <a:gd name="T74" fmla="*/ 748 w 235"/>
                  <a:gd name="T75" fmla="*/ 564 h 218"/>
                  <a:gd name="T76" fmla="*/ 769 w 235"/>
                  <a:gd name="T77" fmla="*/ 492 h 218"/>
                  <a:gd name="T78" fmla="*/ 792 w 235"/>
                  <a:gd name="T79" fmla="*/ 326 h 218"/>
                  <a:gd name="T80" fmla="*/ 810 w 235"/>
                  <a:gd name="T81" fmla="*/ 346 h 218"/>
                  <a:gd name="T82" fmla="*/ 743 w 235"/>
                  <a:gd name="T83" fmla="*/ 171 h 218"/>
                  <a:gd name="T84" fmla="*/ 769 w 235"/>
                  <a:gd name="T85" fmla="*/ 183 h 218"/>
                  <a:gd name="T86" fmla="*/ 769 w 235"/>
                  <a:gd name="T87" fmla="*/ 183 h 218"/>
                  <a:gd name="T88" fmla="*/ 662 w 235"/>
                  <a:gd name="T89" fmla="*/ 75 h 218"/>
                  <a:gd name="T90" fmla="*/ 541 w 235"/>
                  <a:gd name="T91" fmla="*/ 39 h 218"/>
                  <a:gd name="T92" fmla="*/ 539 w 235"/>
                  <a:gd name="T93" fmla="*/ 27 h 218"/>
                  <a:gd name="T94" fmla="*/ 459 w 235"/>
                  <a:gd name="T95" fmla="*/ 12 h 218"/>
                  <a:gd name="T96" fmla="*/ 379 w 235"/>
                  <a:gd name="T97" fmla="*/ 0 h 218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235" h="218">
                    <a:moveTo>
                      <a:pt x="111" y="0"/>
                    </a:moveTo>
                    <a:cubicBezTo>
                      <a:pt x="95" y="0"/>
                      <a:pt x="74" y="2"/>
                      <a:pt x="60" y="9"/>
                    </a:cubicBezTo>
                    <a:cubicBezTo>
                      <a:pt x="50" y="14"/>
                      <a:pt x="34" y="22"/>
                      <a:pt x="27" y="32"/>
                    </a:cubicBezTo>
                    <a:cubicBezTo>
                      <a:pt x="29" y="32"/>
                      <a:pt x="31" y="32"/>
                      <a:pt x="33" y="32"/>
                    </a:cubicBezTo>
                    <a:cubicBezTo>
                      <a:pt x="31" y="41"/>
                      <a:pt x="22" y="44"/>
                      <a:pt x="17" y="50"/>
                    </a:cubicBezTo>
                    <a:cubicBezTo>
                      <a:pt x="6" y="63"/>
                      <a:pt x="0" y="84"/>
                      <a:pt x="1" y="101"/>
                    </a:cubicBezTo>
                    <a:cubicBezTo>
                      <a:pt x="2" y="97"/>
                      <a:pt x="3" y="94"/>
                      <a:pt x="6" y="91"/>
                    </a:cubicBezTo>
                    <a:cubicBezTo>
                      <a:pt x="7" y="97"/>
                      <a:pt x="3" y="104"/>
                      <a:pt x="3" y="110"/>
                    </a:cubicBezTo>
                    <a:cubicBezTo>
                      <a:pt x="3" y="117"/>
                      <a:pt x="6" y="125"/>
                      <a:pt x="10" y="131"/>
                    </a:cubicBezTo>
                    <a:cubicBezTo>
                      <a:pt x="10" y="128"/>
                      <a:pt x="11" y="126"/>
                      <a:pt x="14" y="125"/>
                    </a:cubicBezTo>
                    <a:cubicBezTo>
                      <a:pt x="15" y="128"/>
                      <a:pt x="17" y="133"/>
                      <a:pt x="19" y="136"/>
                    </a:cubicBezTo>
                    <a:cubicBezTo>
                      <a:pt x="20" y="138"/>
                      <a:pt x="21" y="142"/>
                      <a:pt x="22" y="144"/>
                    </a:cubicBezTo>
                    <a:cubicBezTo>
                      <a:pt x="24" y="147"/>
                      <a:pt x="25" y="151"/>
                      <a:pt x="26" y="154"/>
                    </a:cubicBezTo>
                    <a:cubicBezTo>
                      <a:pt x="27" y="157"/>
                      <a:pt x="30" y="155"/>
                      <a:pt x="30" y="158"/>
                    </a:cubicBezTo>
                    <a:cubicBezTo>
                      <a:pt x="30" y="165"/>
                      <a:pt x="27" y="170"/>
                      <a:pt x="29" y="177"/>
                    </a:cubicBezTo>
                    <a:cubicBezTo>
                      <a:pt x="30" y="183"/>
                      <a:pt x="30" y="188"/>
                      <a:pt x="31" y="195"/>
                    </a:cubicBezTo>
                    <a:cubicBezTo>
                      <a:pt x="41" y="195"/>
                      <a:pt x="41" y="213"/>
                      <a:pt x="44" y="218"/>
                    </a:cubicBezTo>
                    <a:cubicBezTo>
                      <a:pt x="47" y="210"/>
                      <a:pt x="41" y="199"/>
                      <a:pt x="41" y="190"/>
                    </a:cubicBezTo>
                    <a:cubicBezTo>
                      <a:pt x="41" y="182"/>
                      <a:pt x="40" y="180"/>
                      <a:pt x="37" y="173"/>
                    </a:cubicBezTo>
                    <a:cubicBezTo>
                      <a:pt x="35" y="166"/>
                      <a:pt x="37" y="161"/>
                      <a:pt x="38" y="154"/>
                    </a:cubicBezTo>
                    <a:cubicBezTo>
                      <a:pt x="42" y="141"/>
                      <a:pt x="40" y="130"/>
                      <a:pt x="40" y="119"/>
                    </a:cubicBezTo>
                    <a:cubicBezTo>
                      <a:pt x="40" y="111"/>
                      <a:pt x="43" y="106"/>
                      <a:pt x="45" y="98"/>
                    </a:cubicBezTo>
                    <a:cubicBezTo>
                      <a:pt x="46" y="92"/>
                      <a:pt x="45" y="85"/>
                      <a:pt x="45" y="78"/>
                    </a:cubicBezTo>
                    <a:cubicBezTo>
                      <a:pt x="46" y="68"/>
                      <a:pt x="52" y="55"/>
                      <a:pt x="57" y="46"/>
                    </a:cubicBezTo>
                    <a:cubicBezTo>
                      <a:pt x="59" y="42"/>
                      <a:pt x="62" y="37"/>
                      <a:pt x="65" y="34"/>
                    </a:cubicBezTo>
                    <a:cubicBezTo>
                      <a:pt x="71" y="31"/>
                      <a:pt x="72" y="34"/>
                      <a:pt x="75" y="37"/>
                    </a:cubicBezTo>
                    <a:cubicBezTo>
                      <a:pt x="76" y="38"/>
                      <a:pt x="79" y="40"/>
                      <a:pt x="80" y="42"/>
                    </a:cubicBezTo>
                    <a:cubicBezTo>
                      <a:pt x="81" y="44"/>
                      <a:pt x="77" y="51"/>
                      <a:pt x="79" y="52"/>
                    </a:cubicBezTo>
                    <a:cubicBezTo>
                      <a:pt x="81" y="54"/>
                      <a:pt x="89" y="56"/>
                      <a:pt x="86" y="64"/>
                    </a:cubicBezTo>
                    <a:cubicBezTo>
                      <a:pt x="96" y="67"/>
                      <a:pt x="116" y="72"/>
                      <a:pt x="127" y="66"/>
                    </a:cubicBezTo>
                    <a:cubicBezTo>
                      <a:pt x="141" y="59"/>
                      <a:pt x="149" y="33"/>
                      <a:pt x="168" y="36"/>
                    </a:cubicBezTo>
                    <a:cubicBezTo>
                      <a:pt x="173" y="45"/>
                      <a:pt x="184" y="48"/>
                      <a:pt x="189" y="58"/>
                    </a:cubicBezTo>
                    <a:cubicBezTo>
                      <a:pt x="196" y="70"/>
                      <a:pt x="198" y="81"/>
                      <a:pt x="201" y="94"/>
                    </a:cubicBezTo>
                    <a:cubicBezTo>
                      <a:pt x="202" y="102"/>
                      <a:pt x="206" y="107"/>
                      <a:pt x="206" y="115"/>
                    </a:cubicBezTo>
                    <a:cubicBezTo>
                      <a:pt x="206" y="123"/>
                      <a:pt x="203" y="132"/>
                      <a:pt x="204" y="141"/>
                    </a:cubicBezTo>
                    <a:cubicBezTo>
                      <a:pt x="206" y="156"/>
                      <a:pt x="205" y="170"/>
                      <a:pt x="205" y="184"/>
                    </a:cubicBezTo>
                    <a:cubicBezTo>
                      <a:pt x="205" y="190"/>
                      <a:pt x="209" y="196"/>
                      <a:pt x="207" y="201"/>
                    </a:cubicBezTo>
                    <a:cubicBezTo>
                      <a:pt x="213" y="189"/>
                      <a:pt x="217" y="177"/>
                      <a:pt x="217" y="164"/>
                    </a:cubicBezTo>
                    <a:cubicBezTo>
                      <a:pt x="218" y="155"/>
                      <a:pt x="220" y="150"/>
                      <a:pt x="223" y="143"/>
                    </a:cubicBezTo>
                    <a:cubicBezTo>
                      <a:pt x="229" y="129"/>
                      <a:pt x="234" y="110"/>
                      <a:pt x="230" y="95"/>
                    </a:cubicBezTo>
                    <a:cubicBezTo>
                      <a:pt x="233" y="96"/>
                      <a:pt x="234" y="99"/>
                      <a:pt x="235" y="101"/>
                    </a:cubicBezTo>
                    <a:cubicBezTo>
                      <a:pt x="234" y="87"/>
                      <a:pt x="228" y="59"/>
                      <a:pt x="216" y="50"/>
                    </a:cubicBezTo>
                    <a:cubicBezTo>
                      <a:pt x="219" y="50"/>
                      <a:pt x="222" y="51"/>
                      <a:pt x="223" y="53"/>
                    </a:cubicBezTo>
                    <a:cubicBezTo>
                      <a:pt x="224" y="54"/>
                      <a:pt x="224" y="54"/>
                      <a:pt x="223" y="53"/>
                    </a:cubicBezTo>
                    <a:cubicBezTo>
                      <a:pt x="217" y="40"/>
                      <a:pt x="206" y="30"/>
                      <a:pt x="192" y="22"/>
                    </a:cubicBezTo>
                    <a:cubicBezTo>
                      <a:pt x="183" y="17"/>
                      <a:pt x="167" y="11"/>
                      <a:pt x="157" y="11"/>
                    </a:cubicBezTo>
                    <a:cubicBezTo>
                      <a:pt x="157" y="10"/>
                      <a:pt x="156" y="9"/>
                      <a:pt x="156" y="8"/>
                    </a:cubicBezTo>
                    <a:cubicBezTo>
                      <a:pt x="149" y="4"/>
                      <a:pt x="142" y="3"/>
                      <a:pt x="133" y="3"/>
                    </a:cubicBezTo>
                    <a:cubicBezTo>
                      <a:pt x="126" y="3"/>
                      <a:pt x="118" y="0"/>
                      <a:pt x="110" y="0"/>
                    </a:cubicBezTo>
                  </a:path>
                </a:pathLst>
              </a:custGeom>
              <a:solidFill>
                <a:srgbClr val="ADAD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269" name="Freeform 863">
                <a:extLst>
                  <a:ext uri="{FF2B5EF4-FFF2-40B4-BE49-F238E27FC236}">
                    <a16:creationId xmlns:a16="http://schemas.microsoft.com/office/drawing/2014/main" id="{37BEDA85-CFD0-48C5-9F93-194F497910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1" y="1058"/>
                <a:ext cx="116" cy="106"/>
              </a:xfrm>
              <a:custGeom>
                <a:avLst/>
                <a:gdLst>
                  <a:gd name="T0" fmla="*/ 246 w 77"/>
                  <a:gd name="T1" fmla="*/ 8 h 70"/>
                  <a:gd name="T2" fmla="*/ 182 w 77"/>
                  <a:gd name="T3" fmla="*/ 5 h 70"/>
                  <a:gd name="T4" fmla="*/ 154 w 77"/>
                  <a:gd name="T5" fmla="*/ 14 h 70"/>
                  <a:gd name="T6" fmla="*/ 127 w 77"/>
                  <a:gd name="T7" fmla="*/ 14 h 70"/>
                  <a:gd name="T8" fmla="*/ 81 w 77"/>
                  <a:gd name="T9" fmla="*/ 32 h 70"/>
                  <a:gd name="T10" fmla="*/ 39 w 77"/>
                  <a:gd name="T11" fmla="*/ 68 h 70"/>
                  <a:gd name="T12" fmla="*/ 41 w 77"/>
                  <a:gd name="T13" fmla="*/ 67 h 70"/>
                  <a:gd name="T14" fmla="*/ 18 w 77"/>
                  <a:gd name="T15" fmla="*/ 101 h 70"/>
                  <a:gd name="T16" fmla="*/ 12 w 77"/>
                  <a:gd name="T17" fmla="*/ 168 h 70"/>
                  <a:gd name="T18" fmla="*/ 18 w 77"/>
                  <a:gd name="T19" fmla="*/ 148 h 70"/>
                  <a:gd name="T20" fmla="*/ 45 w 77"/>
                  <a:gd name="T21" fmla="*/ 210 h 70"/>
                  <a:gd name="T22" fmla="*/ 39 w 77"/>
                  <a:gd name="T23" fmla="*/ 191 h 70"/>
                  <a:gd name="T24" fmla="*/ 107 w 77"/>
                  <a:gd name="T25" fmla="*/ 244 h 70"/>
                  <a:gd name="T26" fmla="*/ 72 w 77"/>
                  <a:gd name="T27" fmla="*/ 182 h 70"/>
                  <a:gd name="T28" fmla="*/ 80 w 77"/>
                  <a:gd name="T29" fmla="*/ 156 h 70"/>
                  <a:gd name="T30" fmla="*/ 86 w 77"/>
                  <a:gd name="T31" fmla="*/ 156 h 70"/>
                  <a:gd name="T32" fmla="*/ 93 w 77"/>
                  <a:gd name="T33" fmla="*/ 148 h 70"/>
                  <a:gd name="T34" fmla="*/ 127 w 77"/>
                  <a:gd name="T35" fmla="*/ 80 h 70"/>
                  <a:gd name="T36" fmla="*/ 188 w 77"/>
                  <a:gd name="T37" fmla="*/ 67 h 70"/>
                  <a:gd name="T38" fmla="*/ 243 w 77"/>
                  <a:gd name="T39" fmla="*/ 53 h 70"/>
                  <a:gd name="T40" fmla="*/ 243 w 77"/>
                  <a:gd name="T41" fmla="*/ 62 h 70"/>
                  <a:gd name="T42" fmla="*/ 252 w 77"/>
                  <a:gd name="T43" fmla="*/ 14 h 7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77" h="70">
                    <a:moveTo>
                      <a:pt x="72" y="2"/>
                    </a:moveTo>
                    <a:cubicBezTo>
                      <a:pt x="65" y="2"/>
                      <a:pt x="59" y="0"/>
                      <a:pt x="53" y="1"/>
                    </a:cubicBezTo>
                    <a:cubicBezTo>
                      <a:pt x="50" y="2"/>
                      <a:pt x="48" y="3"/>
                      <a:pt x="45" y="4"/>
                    </a:cubicBezTo>
                    <a:cubicBezTo>
                      <a:pt x="43" y="4"/>
                      <a:pt x="40" y="3"/>
                      <a:pt x="37" y="4"/>
                    </a:cubicBezTo>
                    <a:cubicBezTo>
                      <a:pt x="32" y="5"/>
                      <a:pt x="29" y="8"/>
                      <a:pt x="24" y="9"/>
                    </a:cubicBezTo>
                    <a:cubicBezTo>
                      <a:pt x="18" y="11"/>
                      <a:pt x="13" y="15"/>
                      <a:pt x="11" y="20"/>
                    </a:cubicBezTo>
                    <a:cubicBezTo>
                      <a:pt x="11" y="19"/>
                      <a:pt x="11" y="20"/>
                      <a:pt x="12" y="19"/>
                    </a:cubicBezTo>
                    <a:cubicBezTo>
                      <a:pt x="12" y="23"/>
                      <a:pt x="6" y="26"/>
                      <a:pt x="5" y="29"/>
                    </a:cubicBezTo>
                    <a:cubicBezTo>
                      <a:pt x="2" y="34"/>
                      <a:pt x="0" y="43"/>
                      <a:pt x="3" y="48"/>
                    </a:cubicBezTo>
                    <a:cubicBezTo>
                      <a:pt x="2" y="46"/>
                      <a:pt x="4" y="45"/>
                      <a:pt x="5" y="43"/>
                    </a:cubicBezTo>
                    <a:cubicBezTo>
                      <a:pt x="4" y="50"/>
                      <a:pt x="9" y="56"/>
                      <a:pt x="13" y="61"/>
                    </a:cubicBezTo>
                    <a:cubicBezTo>
                      <a:pt x="12" y="60"/>
                      <a:pt x="11" y="57"/>
                      <a:pt x="11" y="55"/>
                    </a:cubicBezTo>
                    <a:cubicBezTo>
                      <a:pt x="16" y="62"/>
                      <a:pt x="23" y="67"/>
                      <a:pt x="31" y="70"/>
                    </a:cubicBezTo>
                    <a:cubicBezTo>
                      <a:pt x="27" y="65"/>
                      <a:pt x="22" y="59"/>
                      <a:pt x="21" y="52"/>
                    </a:cubicBezTo>
                    <a:cubicBezTo>
                      <a:pt x="21" y="49"/>
                      <a:pt x="21" y="47"/>
                      <a:pt x="23" y="45"/>
                    </a:cubicBezTo>
                    <a:cubicBezTo>
                      <a:pt x="24" y="45"/>
                      <a:pt x="25" y="46"/>
                      <a:pt x="25" y="45"/>
                    </a:cubicBezTo>
                    <a:cubicBezTo>
                      <a:pt x="26" y="45"/>
                      <a:pt x="26" y="44"/>
                      <a:pt x="27" y="43"/>
                    </a:cubicBezTo>
                    <a:cubicBezTo>
                      <a:pt x="30" y="36"/>
                      <a:pt x="30" y="26"/>
                      <a:pt x="37" y="23"/>
                    </a:cubicBezTo>
                    <a:cubicBezTo>
                      <a:pt x="42" y="20"/>
                      <a:pt x="49" y="19"/>
                      <a:pt x="55" y="19"/>
                    </a:cubicBezTo>
                    <a:cubicBezTo>
                      <a:pt x="62" y="19"/>
                      <a:pt x="66" y="20"/>
                      <a:pt x="71" y="15"/>
                    </a:cubicBezTo>
                    <a:cubicBezTo>
                      <a:pt x="71" y="16"/>
                      <a:pt x="71" y="17"/>
                      <a:pt x="71" y="18"/>
                    </a:cubicBezTo>
                    <a:cubicBezTo>
                      <a:pt x="77" y="16"/>
                      <a:pt x="74" y="8"/>
                      <a:pt x="74" y="4"/>
                    </a:cubicBezTo>
                  </a:path>
                </a:pathLst>
              </a:custGeom>
              <a:solidFill>
                <a:srgbClr val="ADAD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270" name="Freeform 864">
                <a:extLst>
                  <a:ext uri="{FF2B5EF4-FFF2-40B4-BE49-F238E27FC236}">
                    <a16:creationId xmlns:a16="http://schemas.microsoft.com/office/drawing/2014/main" id="{5B783EDB-AAD8-4F9E-BE60-1DE35049EC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8" y="1058"/>
                <a:ext cx="115" cy="106"/>
              </a:xfrm>
              <a:custGeom>
                <a:avLst/>
                <a:gdLst>
                  <a:gd name="T0" fmla="*/ 18 w 76"/>
                  <a:gd name="T1" fmla="*/ 8 h 70"/>
                  <a:gd name="T2" fmla="*/ 82 w 76"/>
                  <a:gd name="T3" fmla="*/ 5 h 70"/>
                  <a:gd name="T4" fmla="*/ 107 w 76"/>
                  <a:gd name="T5" fmla="*/ 14 h 70"/>
                  <a:gd name="T6" fmla="*/ 135 w 76"/>
                  <a:gd name="T7" fmla="*/ 14 h 70"/>
                  <a:gd name="T8" fmla="*/ 183 w 76"/>
                  <a:gd name="T9" fmla="*/ 32 h 70"/>
                  <a:gd name="T10" fmla="*/ 228 w 76"/>
                  <a:gd name="T11" fmla="*/ 68 h 70"/>
                  <a:gd name="T12" fmla="*/ 222 w 76"/>
                  <a:gd name="T13" fmla="*/ 67 h 70"/>
                  <a:gd name="T14" fmla="*/ 250 w 76"/>
                  <a:gd name="T15" fmla="*/ 101 h 70"/>
                  <a:gd name="T16" fmla="*/ 256 w 76"/>
                  <a:gd name="T17" fmla="*/ 168 h 70"/>
                  <a:gd name="T18" fmla="*/ 250 w 76"/>
                  <a:gd name="T19" fmla="*/ 148 h 70"/>
                  <a:gd name="T20" fmla="*/ 218 w 76"/>
                  <a:gd name="T21" fmla="*/ 210 h 70"/>
                  <a:gd name="T22" fmla="*/ 224 w 76"/>
                  <a:gd name="T23" fmla="*/ 191 h 70"/>
                  <a:gd name="T24" fmla="*/ 156 w 76"/>
                  <a:gd name="T25" fmla="*/ 244 h 70"/>
                  <a:gd name="T26" fmla="*/ 191 w 76"/>
                  <a:gd name="T27" fmla="*/ 182 h 70"/>
                  <a:gd name="T28" fmla="*/ 183 w 76"/>
                  <a:gd name="T29" fmla="*/ 156 h 70"/>
                  <a:gd name="T30" fmla="*/ 177 w 76"/>
                  <a:gd name="T31" fmla="*/ 156 h 70"/>
                  <a:gd name="T32" fmla="*/ 174 w 76"/>
                  <a:gd name="T33" fmla="*/ 148 h 70"/>
                  <a:gd name="T34" fmla="*/ 139 w 76"/>
                  <a:gd name="T35" fmla="*/ 80 h 70"/>
                  <a:gd name="T36" fmla="*/ 73 w 76"/>
                  <a:gd name="T37" fmla="*/ 67 h 70"/>
                  <a:gd name="T38" fmla="*/ 18 w 76"/>
                  <a:gd name="T39" fmla="*/ 53 h 70"/>
                  <a:gd name="T40" fmla="*/ 21 w 76"/>
                  <a:gd name="T41" fmla="*/ 62 h 70"/>
                  <a:gd name="T42" fmla="*/ 12 w 76"/>
                  <a:gd name="T43" fmla="*/ 14 h 7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76" h="70">
                    <a:moveTo>
                      <a:pt x="5" y="2"/>
                    </a:moveTo>
                    <a:cubicBezTo>
                      <a:pt x="11" y="2"/>
                      <a:pt x="17" y="0"/>
                      <a:pt x="24" y="1"/>
                    </a:cubicBezTo>
                    <a:cubicBezTo>
                      <a:pt x="27" y="2"/>
                      <a:pt x="28" y="3"/>
                      <a:pt x="31" y="4"/>
                    </a:cubicBezTo>
                    <a:cubicBezTo>
                      <a:pt x="34" y="4"/>
                      <a:pt x="36" y="3"/>
                      <a:pt x="39" y="4"/>
                    </a:cubicBezTo>
                    <a:cubicBezTo>
                      <a:pt x="44" y="5"/>
                      <a:pt x="48" y="8"/>
                      <a:pt x="53" y="9"/>
                    </a:cubicBezTo>
                    <a:cubicBezTo>
                      <a:pt x="58" y="11"/>
                      <a:pt x="63" y="15"/>
                      <a:pt x="66" y="20"/>
                    </a:cubicBezTo>
                    <a:cubicBezTo>
                      <a:pt x="65" y="19"/>
                      <a:pt x="65" y="20"/>
                      <a:pt x="64" y="19"/>
                    </a:cubicBezTo>
                    <a:cubicBezTo>
                      <a:pt x="65" y="23"/>
                      <a:pt x="70" y="26"/>
                      <a:pt x="72" y="29"/>
                    </a:cubicBezTo>
                    <a:cubicBezTo>
                      <a:pt x="75" y="34"/>
                      <a:pt x="76" y="43"/>
                      <a:pt x="74" y="48"/>
                    </a:cubicBezTo>
                    <a:cubicBezTo>
                      <a:pt x="74" y="46"/>
                      <a:pt x="73" y="45"/>
                      <a:pt x="72" y="43"/>
                    </a:cubicBezTo>
                    <a:cubicBezTo>
                      <a:pt x="72" y="50"/>
                      <a:pt x="68" y="56"/>
                      <a:pt x="63" y="61"/>
                    </a:cubicBezTo>
                    <a:cubicBezTo>
                      <a:pt x="65" y="60"/>
                      <a:pt x="65" y="57"/>
                      <a:pt x="65" y="55"/>
                    </a:cubicBezTo>
                    <a:cubicBezTo>
                      <a:pt x="60" y="62"/>
                      <a:pt x="53" y="67"/>
                      <a:pt x="45" y="70"/>
                    </a:cubicBezTo>
                    <a:cubicBezTo>
                      <a:pt x="50" y="65"/>
                      <a:pt x="54" y="59"/>
                      <a:pt x="55" y="52"/>
                    </a:cubicBezTo>
                    <a:cubicBezTo>
                      <a:pt x="55" y="49"/>
                      <a:pt x="55" y="47"/>
                      <a:pt x="53" y="45"/>
                    </a:cubicBezTo>
                    <a:cubicBezTo>
                      <a:pt x="53" y="45"/>
                      <a:pt x="52" y="46"/>
                      <a:pt x="51" y="45"/>
                    </a:cubicBezTo>
                    <a:cubicBezTo>
                      <a:pt x="51" y="45"/>
                      <a:pt x="50" y="44"/>
                      <a:pt x="50" y="43"/>
                    </a:cubicBezTo>
                    <a:cubicBezTo>
                      <a:pt x="47" y="36"/>
                      <a:pt x="46" y="26"/>
                      <a:pt x="40" y="23"/>
                    </a:cubicBezTo>
                    <a:cubicBezTo>
                      <a:pt x="34" y="20"/>
                      <a:pt x="27" y="19"/>
                      <a:pt x="21" y="19"/>
                    </a:cubicBezTo>
                    <a:cubicBezTo>
                      <a:pt x="14" y="19"/>
                      <a:pt x="10" y="20"/>
                      <a:pt x="5" y="15"/>
                    </a:cubicBezTo>
                    <a:cubicBezTo>
                      <a:pt x="6" y="16"/>
                      <a:pt x="6" y="17"/>
                      <a:pt x="6" y="18"/>
                    </a:cubicBezTo>
                    <a:cubicBezTo>
                      <a:pt x="0" y="16"/>
                      <a:pt x="3" y="8"/>
                      <a:pt x="3" y="4"/>
                    </a:cubicBezTo>
                  </a:path>
                </a:pathLst>
              </a:custGeom>
              <a:solidFill>
                <a:srgbClr val="ADAD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271" name="Freeform 865">
                <a:extLst>
                  <a:ext uri="{FF2B5EF4-FFF2-40B4-BE49-F238E27FC236}">
                    <a16:creationId xmlns:a16="http://schemas.microsoft.com/office/drawing/2014/main" id="{FE956BF5-82D6-4A19-BC28-06AFD18EB7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5" y="1109"/>
                <a:ext cx="153" cy="92"/>
              </a:xfrm>
              <a:custGeom>
                <a:avLst/>
                <a:gdLst>
                  <a:gd name="T0" fmla="*/ 161 w 101"/>
                  <a:gd name="T1" fmla="*/ 41 h 61"/>
                  <a:gd name="T2" fmla="*/ 148 w 101"/>
                  <a:gd name="T3" fmla="*/ 41 h 61"/>
                  <a:gd name="T4" fmla="*/ 133 w 101"/>
                  <a:gd name="T5" fmla="*/ 48 h 61"/>
                  <a:gd name="T6" fmla="*/ 121 w 101"/>
                  <a:gd name="T7" fmla="*/ 48 h 61"/>
                  <a:gd name="T8" fmla="*/ 108 w 101"/>
                  <a:gd name="T9" fmla="*/ 59 h 61"/>
                  <a:gd name="T10" fmla="*/ 73 w 101"/>
                  <a:gd name="T11" fmla="*/ 68 h 61"/>
                  <a:gd name="T12" fmla="*/ 59 w 101"/>
                  <a:gd name="T13" fmla="*/ 66 h 61"/>
                  <a:gd name="T14" fmla="*/ 41 w 101"/>
                  <a:gd name="T15" fmla="*/ 62 h 61"/>
                  <a:gd name="T16" fmla="*/ 5 w 101"/>
                  <a:gd name="T17" fmla="*/ 45 h 61"/>
                  <a:gd name="T18" fmla="*/ 12 w 101"/>
                  <a:gd name="T19" fmla="*/ 54 h 61"/>
                  <a:gd name="T20" fmla="*/ 26 w 101"/>
                  <a:gd name="T21" fmla="*/ 100 h 61"/>
                  <a:gd name="T22" fmla="*/ 32 w 101"/>
                  <a:gd name="T23" fmla="*/ 113 h 61"/>
                  <a:gd name="T24" fmla="*/ 68 w 101"/>
                  <a:gd name="T25" fmla="*/ 161 h 61"/>
                  <a:gd name="T26" fmla="*/ 101 w 101"/>
                  <a:gd name="T27" fmla="*/ 178 h 61"/>
                  <a:gd name="T28" fmla="*/ 153 w 101"/>
                  <a:gd name="T29" fmla="*/ 202 h 61"/>
                  <a:gd name="T30" fmla="*/ 182 w 101"/>
                  <a:gd name="T31" fmla="*/ 202 h 61"/>
                  <a:gd name="T32" fmla="*/ 183 w 101"/>
                  <a:gd name="T33" fmla="*/ 202 h 61"/>
                  <a:gd name="T34" fmla="*/ 209 w 101"/>
                  <a:gd name="T35" fmla="*/ 198 h 61"/>
                  <a:gd name="T36" fmla="*/ 236 w 101"/>
                  <a:gd name="T37" fmla="*/ 189 h 61"/>
                  <a:gd name="T38" fmla="*/ 258 w 101"/>
                  <a:gd name="T39" fmla="*/ 184 h 61"/>
                  <a:gd name="T40" fmla="*/ 277 w 101"/>
                  <a:gd name="T41" fmla="*/ 161 h 61"/>
                  <a:gd name="T42" fmla="*/ 326 w 101"/>
                  <a:gd name="T43" fmla="*/ 94 h 61"/>
                  <a:gd name="T44" fmla="*/ 324 w 101"/>
                  <a:gd name="T45" fmla="*/ 95 h 61"/>
                  <a:gd name="T46" fmla="*/ 333 w 101"/>
                  <a:gd name="T47" fmla="*/ 48 h 61"/>
                  <a:gd name="T48" fmla="*/ 339 w 101"/>
                  <a:gd name="T49" fmla="*/ 8 h 61"/>
                  <a:gd name="T50" fmla="*/ 304 w 101"/>
                  <a:gd name="T51" fmla="*/ 41 h 61"/>
                  <a:gd name="T52" fmla="*/ 285 w 101"/>
                  <a:gd name="T53" fmla="*/ 48 h 61"/>
                  <a:gd name="T54" fmla="*/ 268 w 101"/>
                  <a:gd name="T55" fmla="*/ 45 h 61"/>
                  <a:gd name="T56" fmla="*/ 229 w 101"/>
                  <a:gd name="T57" fmla="*/ 45 h 61"/>
                  <a:gd name="T58" fmla="*/ 191 w 101"/>
                  <a:gd name="T59" fmla="*/ 35 h 61"/>
                  <a:gd name="T60" fmla="*/ 182 w 101"/>
                  <a:gd name="T61" fmla="*/ 32 h 61"/>
                  <a:gd name="T62" fmla="*/ 174 w 101"/>
                  <a:gd name="T63" fmla="*/ 27 h 61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101" h="61">
                    <a:moveTo>
                      <a:pt x="48" y="7"/>
                    </a:moveTo>
                    <a:cubicBezTo>
                      <a:pt x="48" y="9"/>
                      <a:pt x="47" y="10"/>
                      <a:pt x="46" y="12"/>
                    </a:cubicBezTo>
                    <a:cubicBezTo>
                      <a:pt x="46" y="11"/>
                      <a:pt x="46" y="9"/>
                      <a:pt x="45" y="8"/>
                    </a:cubicBezTo>
                    <a:cubicBezTo>
                      <a:pt x="45" y="9"/>
                      <a:pt x="44" y="11"/>
                      <a:pt x="43" y="12"/>
                    </a:cubicBezTo>
                    <a:cubicBezTo>
                      <a:pt x="43" y="11"/>
                      <a:pt x="43" y="10"/>
                      <a:pt x="43" y="9"/>
                    </a:cubicBezTo>
                    <a:cubicBezTo>
                      <a:pt x="42" y="11"/>
                      <a:pt x="39" y="13"/>
                      <a:pt x="38" y="14"/>
                    </a:cubicBezTo>
                    <a:cubicBezTo>
                      <a:pt x="37" y="14"/>
                      <a:pt x="37" y="12"/>
                      <a:pt x="37" y="11"/>
                    </a:cubicBezTo>
                    <a:cubicBezTo>
                      <a:pt x="36" y="12"/>
                      <a:pt x="35" y="13"/>
                      <a:pt x="35" y="14"/>
                    </a:cubicBezTo>
                    <a:cubicBezTo>
                      <a:pt x="35" y="14"/>
                      <a:pt x="34" y="13"/>
                      <a:pt x="35" y="13"/>
                    </a:cubicBezTo>
                    <a:cubicBezTo>
                      <a:pt x="33" y="14"/>
                      <a:pt x="32" y="16"/>
                      <a:pt x="31" y="17"/>
                    </a:cubicBezTo>
                    <a:cubicBezTo>
                      <a:pt x="27" y="18"/>
                      <a:pt x="24" y="15"/>
                      <a:pt x="22" y="13"/>
                    </a:cubicBezTo>
                    <a:cubicBezTo>
                      <a:pt x="20" y="15"/>
                      <a:pt x="21" y="18"/>
                      <a:pt x="21" y="20"/>
                    </a:cubicBezTo>
                    <a:cubicBezTo>
                      <a:pt x="20" y="19"/>
                      <a:pt x="19" y="18"/>
                      <a:pt x="18" y="18"/>
                    </a:cubicBezTo>
                    <a:cubicBezTo>
                      <a:pt x="18" y="18"/>
                      <a:pt x="18" y="18"/>
                      <a:pt x="17" y="19"/>
                    </a:cubicBezTo>
                    <a:cubicBezTo>
                      <a:pt x="16" y="17"/>
                      <a:pt x="14" y="16"/>
                      <a:pt x="12" y="15"/>
                    </a:cubicBezTo>
                    <a:cubicBezTo>
                      <a:pt x="12" y="16"/>
                      <a:pt x="12" y="17"/>
                      <a:pt x="12" y="18"/>
                    </a:cubicBezTo>
                    <a:cubicBezTo>
                      <a:pt x="9" y="16"/>
                      <a:pt x="4" y="11"/>
                      <a:pt x="2" y="8"/>
                    </a:cubicBezTo>
                    <a:cubicBezTo>
                      <a:pt x="2" y="10"/>
                      <a:pt x="1" y="11"/>
                      <a:pt x="1" y="13"/>
                    </a:cubicBezTo>
                    <a:cubicBezTo>
                      <a:pt x="0" y="16"/>
                      <a:pt x="1" y="18"/>
                      <a:pt x="2" y="20"/>
                    </a:cubicBezTo>
                    <a:cubicBezTo>
                      <a:pt x="2" y="19"/>
                      <a:pt x="2" y="17"/>
                      <a:pt x="3" y="16"/>
                    </a:cubicBezTo>
                    <a:cubicBezTo>
                      <a:pt x="3" y="18"/>
                      <a:pt x="3" y="20"/>
                      <a:pt x="3" y="21"/>
                    </a:cubicBezTo>
                    <a:cubicBezTo>
                      <a:pt x="3" y="24"/>
                      <a:pt x="5" y="26"/>
                      <a:pt x="7" y="29"/>
                    </a:cubicBezTo>
                    <a:cubicBezTo>
                      <a:pt x="7" y="27"/>
                      <a:pt x="6" y="25"/>
                      <a:pt x="6" y="23"/>
                    </a:cubicBezTo>
                    <a:cubicBezTo>
                      <a:pt x="7" y="26"/>
                      <a:pt x="8" y="30"/>
                      <a:pt x="9" y="33"/>
                    </a:cubicBezTo>
                    <a:cubicBezTo>
                      <a:pt x="10" y="35"/>
                      <a:pt x="12" y="37"/>
                      <a:pt x="14" y="40"/>
                    </a:cubicBezTo>
                    <a:cubicBezTo>
                      <a:pt x="15" y="42"/>
                      <a:pt x="17" y="45"/>
                      <a:pt x="20" y="47"/>
                    </a:cubicBezTo>
                    <a:cubicBezTo>
                      <a:pt x="19" y="46"/>
                      <a:pt x="19" y="45"/>
                      <a:pt x="19" y="44"/>
                    </a:cubicBezTo>
                    <a:cubicBezTo>
                      <a:pt x="20" y="47"/>
                      <a:pt x="26" y="50"/>
                      <a:pt x="29" y="52"/>
                    </a:cubicBezTo>
                    <a:cubicBezTo>
                      <a:pt x="34" y="56"/>
                      <a:pt x="40" y="58"/>
                      <a:pt x="45" y="61"/>
                    </a:cubicBezTo>
                    <a:cubicBezTo>
                      <a:pt x="44" y="60"/>
                      <a:pt x="44" y="60"/>
                      <a:pt x="44" y="59"/>
                    </a:cubicBezTo>
                    <a:cubicBezTo>
                      <a:pt x="45" y="59"/>
                      <a:pt x="47" y="60"/>
                      <a:pt x="49" y="59"/>
                    </a:cubicBezTo>
                    <a:cubicBezTo>
                      <a:pt x="50" y="59"/>
                      <a:pt x="51" y="59"/>
                      <a:pt x="52" y="59"/>
                    </a:cubicBezTo>
                    <a:cubicBezTo>
                      <a:pt x="52" y="58"/>
                      <a:pt x="52" y="58"/>
                      <a:pt x="52" y="58"/>
                    </a:cubicBezTo>
                    <a:cubicBezTo>
                      <a:pt x="52" y="58"/>
                      <a:pt x="53" y="58"/>
                      <a:pt x="53" y="59"/>
                    </a:cubicBezTo>
                    <a:cubicBezTo>
                      <a:pt x="54" y="58"/>
                      <a:pt x="56" y="56"/>
                      <a:pt x="58" y="57"/>
                    </a:cubicBezTo>
                    <a:cubicBezTo>
                      <a:pt x="59" y="57"/>
                      <a:pt x="59" y="58"/>
                      <a:pt x="60" y="58"/>
                    </a:cubicBezTo>
                    <a:cubicBezTo>
                      <a:pt x="61" y="58"/>
                      <a:pt x="62" y="57"/>
                      <a:pt x="63" y="56"/>
                    </a:cubicBezTo>
                    <a:cubicBezTo>
                      <a:pt x="65" y="56"/>
                      <a:pt x="67" y="56"/>
                      <a:pt x="68" y="55"/>
                    </a:cubicBezTo>
                    <a:cubicBezTo>
                      <a:pt x="70" y="54"/>
                      <a:pt x="73" y="53"/>
                      <a:pt x="75" y="51"/>
                    </a:cubicBezTo>
                    <a:cubicBezTo>
                      <a:pt x="75" y="52"/>
                      <a:pt x="75" y="53"/>
                      <a:pt x="74" y="54"/>
                    </a:cubicBezTo>
                    <a:cubicBezTo>
                      <a:pt x="76" y="50"/>
                      <a:pt x="79" y="47"/>
                      <a:pt x="81" y="44"/>
                    </a:cubicBezTo>
                    <a:cubicBezTo>
                      <a:pt x="81" y="45"/>
                      <a:pt x="81" y="46"/>
                      <a:pt x="80" y="47"/>
                    </a:cubicBezTo>
                    <a:cubicBezTo>
                      <a:pt x="86" y="45"/>
                      <a:pt x="88" y="39"/>
                      <a:pt x="92" y="35"/>
                    </a:cubicBezTo>
                    <a:cubicBezTo>
                      <a:pt x="93" y="32"/>
                      <a:pt x="94" y="30"/>
                      <a:pt x="94" y="27"/>
                    </a:cubicBezTo>
                    <a:cubicBezTo>
                      <a:pt x="94" y="27"/>
                      <a:pt x="94" y="28"/>
                      <a:pt x="93" y="28"/>
                    </a:cubicBezTo>
                    <a:cubicBezTo>
                      <a:pt x="93" y="28"/>
                      <a:pt x="93" y="28"/>
                      <a:pt x="93" y="28"/>
                    </a:cubicBezTo>
                    <a:cubicBezTo>
                      <a:pt x="95" y="28"/>
                      <a:pt x="95" y="29"/>
                      <a:pt x="95" y="30"/>
                    </a:cubicBezTo>
                    <a:cubicBezTo>
                      <a:pt x="97" y="26"/>
                      <a:pt x="97" y="18"/>
                      <a:pt x="96" y="14"/>
                    </a:cubicBezTo>
                    <a:cubicBezTo>
                      <a:pt x="96" y="14"/>
                      <a:pt x="96" y="15"/>
                      <a:pt x="96" y="16"/>
                    </a:cubicBezTo>
                    <a:cubicBezTo>
                      <a:pt x="96" y="10"/>
                      <a:pt x="101" y="6"/>
                      <a:pt x="98" y="2"/>
                    </a:cubicBezTo>
                    <a:cubicBezTo>
                      <a:pt x="98" y="2"/>
                      <a:pt x="95" y="0"/>
                      <a:pt x="95" y="0"/>
                    </a:cubicBezTo>
                    <a:cubicBezTo>
                      <a:pt x="98" y="3"/>
                      <a:pt x="89" y="9"/>
                      <a:pt x="88" y="12"/>
                    </a:cubicBezTo>
                    <a:cubicBezTo>
                      <a:pt x="86" y="16"/>
                      <a:pt x="84" y="18"/>
                      <a:pt x="81" y="19"/>
                    </a:cubicBezTo>
                    <a:cubicBezTo>
                      <a:pt x="82" y="17"/>
                      <a:pt x="82" y="15"/>
                      <a:pt x="82" y="14"/>
                    </a:cubicBezTo>
                    <a:cubicBezTo>
                      <a:pt x="81" y="14"/>
                      <a:pt x="79" y="15"/>
                      <a:pt x="77" y="16"/>
                    </a:cubicBezTo>
                    <a:cubicBezTo>
                      <a:pt x="77" y="15"/>
                      <a:pt x="77" y="14"/>
                      <a:pt x="77" y="13"/>
                    </a:cubicBezTo>
                    <a:cubicBezTo>
                      <a:pt x="75" y="14"/>
                      <a:pt x="73" y="15"/>
                      <a:pt x="71" y="14"/>
                    </a:cubicBezTo>
                    <a:cubicBezTo>
                      <a:pt x="69" y="12"/>
                      <a:pt x="68" y="9"/>
                      <a:pt x="66" y="13"/>
                    </a:cubicBezTo>
                    <a:cubicBezTo>
                      <a:pt x="65" y="11"/>
                      <a:pt x="65" y="10"/>
                      <a:pt x="64" y="9"/>
                    </a:cubicBezTo>
                    <a:cubicBezTo>
                      <a:pt x="61" y="13"/>
                      <a:pt x="58" y="7"/>
                      <a:pt x="55" y="10"/>
                    </a:cubicBezTo>
                    <a:cubicBezTo>
                      <a:pt x="54" y="8"/>
                      <a:pt x="53" y="7"/>
                      <a:pt x="53" y="5"/>
                    </a:cubicBezTo>
                    <a:cubicBezTo>
                      <a:pt x="52" y="6"/>
                      <a:pt x="52" y="8"/>
                      <a:pt x="52" y="9"/>
                    </a:cubicBezTo>
                    <a:cubicBezTo>
                      <a:pt x="51" y="8"/>
                      <a:pt x="51" y="8"/>
                      <a:pt x="51" y="7"/>
                    </a:cubicBezTo>
                    <a:cubicBezTo>
                      <a:pt x="51" y="7"/>
                      <a:pt x="50" y="8"/>
                      <a:pt x="50" y="8"/>
                    </a:cubicBezTo>
                    <a:cubicBezTo>
                      <a:pt x="50" y="7"/>
                      <a:pt x="49" y="7"/>
                      <a:pt x="49" y="7"/>
                    </a:cubicBezTo>
                  </a:path>
                </a:pathLst>
              </a:custGeom>
              <a:solidFill>
                <a:srgbClr val="ADAD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272" name="Freeform 866">
                <a:extLst>
                  <a:ext uri="{FF2B5EF4-FFF2-40B4-BE49-F238E27FC236}">
                    <a16:creationId xmlns:a16="http://schemas.microsoft.com/office/drawing/2014/main" id="{650DFAD0-C743-4E99-B349-4C0DCEA2D6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2" y="942"/>
                <a:ext cx="57" cy="27"/>
              </a:xfrm>
              <a:custGeom>
                <a:avLst/>
                <a:gdLst>
                  <a:gd name="T0" fmla="*/ 14 w 38"/>
                  <a:gd name="T1" fmla="*/ 35 h 18"/>
                  <a:gd name="T2" fmla="*/ 53 w 38"/>
                  <a:gd name="T3" fmla="*/ 5 h 18"/>
                  <a:gd name="T4" fmla="*/ 72 w 38"/>
                  <a:gd name="T5" fmla="*/ 0 h 18"/>
                  <a:gd name="T6" fmla="*/ 93 w 38"/>
                  <a:gd name="T7" fmla="*/ 0 h 18"/>
                  <a:gd name="T8" fmla="*/ 120 w 38"/>
                  <a:gd name="T9" fmla="*/ 14 h 18"/>
                  <a:gd name="T10" fmla="*/ 126 w 38"/>
                  <a:gd name="T11" fmla="*/ 32 h 18"/>
                  <a:gd name="T12" fmla="*/ 108 w 38"/>
                  <a:gd name="T13" fmla="*/ 53 h 18"/>
                  <a:gd name="T14" fmla="*/ 86 w 38"/>
                  <a:gd name="T15" fmla="*/ 62 h 18"/>
                  <a:gd name="T16" fmla="*/ 72 w 38"/>
                  <a:gd name="T17" fmla="*/ 59 h 18"/>
                  <a:gd name="T18" fmla="*/ 59 w 38"/>
                  <a:gd name="T19" fmla="*/ 59 h 18"/>
                  <a:gd name="T20" fmla="*/ 35 w 38"/>
                  <a:gd name="T21" fmla="*/ 45 h 18"/>
                  <a:gd name="T22" fmla="*/ 14 w 38"/>
                  <a:gd name="T23" fmla="*/ 35 h 18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8" h="18">
                    <a:moveTo>
                      <a:pt x="4" y="10"/>
                    </a:moveTo>
                    <a:cubicBezTo>
                      <a:pt x="0" y="6"/>
                      <a:pt x="12" y="2"/>
                      <a:pt x="15" y="1"/>
                    </a:cubicBezTo>
                    <a:cubicBezTo>
                      <a:pt x="17" y="1"/>
                      <a:pt x="19" y="0"/>
                      <a:pt x="21" y="0"/>
                    </a:cubicBezTo>
                    <a:cubicBezTo>
                      <a:pt x="23" y="0"/>
                      <a:pt x="25" y="0"/>
                      <a:pt x="27" y="0"/>
                    </a:cubicBezTo>
                    <a:cubicBezTo>
                      <a:pt x="29" y="0"/>
                      <a:pt x="33" y="2"/>
                      <a:pt x="35" y="4"/>
                    </a:cubicBezTo>
                    <a:cubicBezTo>
                      <a:pt x="36" y="5"/>
                      <a:pt x="38" y="7"/>
                      <a:pt x="37" y="9"/>
                    </a:cubicBezTo>
                    <a:cubicBezTo>
                      <a:pt x="37" y="12"/>
                      <a:pt x="33" y="14"/>
                      <a:pt x="32" y="15"/>
                    </a:cubicBezTo>
                    <a:cubicBezTo>
                      <a:pt x="30" y="17"/>
                      <a:pt x="28" y="17"/>
                      <a:pt x="25" y="18"/>
                    </a:cubicBezTo>
                    <a:cubicBezTo>
                      <a:pt x="24" y="18"/>
                      <a:pt x="23" y="18"/>
                      <a:pt x="21" y="17"/>
                    </a:cubicBezTo>
                    <a:cubicBezTo>
                      <a:pt x="20" y="17"/>
                      <a:pt x="19" y="17"/>
                      <a:pt x="17" y="17"/>
                    </a:cubicBezTo>
                    <a:cubicBezTo>
                      <a:pt x="15" y="16"/>
                      <a:pt x="12" y="15"/>
                      <a:pt x="10" y="13"/>
                    </a:cubicBezTo>
                    <a:cubicBezTo>
                      <a:pt x="8" y="12"/>
                      <a:pt x="5" y="12"/>
                      <a:pt x="4" y="10"/>
                    </a:cubicBezTo>
                  </a:path>
                </a:pathLst>
              </a:custGeom>
              <a:solidFill>
                <a:srgbClr val="603A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273" name="Freeform 867">
                <a:extLst>
                  <a:ext uri="{FF2B5EF4-FFF2-40B4-BE49-F238E27FC236}">
                    <a16:creationId xmlns:a16="http://schemas.microsoft.com/office/drawing/2014/main" id="{6A693C52-DF2D-43DE-A86E-F2C349666A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4" y="942"/>
                <a:ext cx="58" cy="27"/>
              </a:xfrm>
              <a:custGeom>
                <a:avLst/>
                <a:gdLst>
                  <a:gd name="T0" fmla="*/ 121 w 38"/>
                  <a:gd name="T1" fmla="*/ 35 h 18"/>
                  <a:gd name="T2" fmla="*/ 81 w 38"/>
                  <a:gd name="T3" fmla="*/ 5 h 18"/>
                  <a:gd name="T4" fmla="*/ 61 w 38"/>
                  <a:gd name="T5" fmla="*/ 0 h 18"/>
                  <a:gd name="T6" fmla="*/ 40 w 38"/>
                  <a:gd name="T7" fmla="*/ 0 h 18"/>
                  <a:gd name="T8" fmla="*/ 14 w 38"/>
                  <a:gd name="T9" fmla="*/ 14 h 18"/>
                  <a:gd name="T10" fmla="*/ 5 w 38"/>
                  <a:gd name="T11" fmla="*/ 32 h 18"/>
                  <a:gd name="T12" fmla="*/ 21 w 38"/>
                  <a:gd name="T13" fmla="*/ 53 h 18"/>
                  <a:gd name="T14" fmla="*/ 47 w 38"/>
                  <a:gd name="T15" fmla="*/ 62 h 18"/>
                  <a:gd name="T16" fmla="*/ 61 w 38"/>
                  <a:gd name="T17" fmla="*/ 59 h 18"/>
                  <a:gd name="T18" fmla="*/ 75 w 38"/>
                  <a:gd name="T19" fmla="*/ 59 h 18"/>
                  <a:gd name="T20" fmla="*/ 101 w 38"/>
                  <a:gd name="T21" fmla="*/ 45 h 18"/>
                  <a:gd name="T22" fmla="*/ 121 w 38"/>
                  <a:gd name="T23" fmla="*/ 35 h 18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8" h="18">
                    <a:moveTo>
                      <a:pt x="34" y="10"/>
                    </a:moveTo>
                    <a:cubicBezTo>
                      <a:pt x="38" y="6"/>
                      <a:pt x="26" y="2"/>
                      <a:pt x="23" y="1"/>
                    </a:cubicBezTo>
                    <a:cubicBezTo>
                      <a:pt x="21" y="1"/>
                      <a:pt x="19" y="0"/>
                      <a:pt x="17" y="0"/>
                    </a:cubicBezTo>
                    <a:cubicBezTo>
                      <a:pt x="15" y="0"/>
                      <a:pt x="13" y="0"/>
                      <a:pt x="11" y="0"/>
                    </a:cubicBezTo>
                    <a:cubicBezTo>
                      <a:pt x="9" y="0"/>
                      <a:pt x="5" y="2"/>
                      <a:pt x="4" y="4"/>
                    </a:cubicBezTo>
                    <a:cubicBezTo>
                      <a:pt x="2" y="5"/>
                      <a:pt x="0" y="7"/>
                      <a:pt x="1" y="9"/>
                    </a:cubicBezTo>
                    <a:cubicBezTo>
                      <a:pt x="1" y="12"/>
                      <a:pt x="5" y="14"/>
                      <a:pt x="6" y="15"/>
                    </a:cubicBezTo>
                    <a:cubicBezTo>
                      <a:pt x="8" y="17"/>
                      <a:pt x="11" y="17"/>
                      <a:pt x="13" y="18"/>
                    </a:cubicBezTo>
                    <a:cubicBezTo>
                      <a:pt x="14" y="18"/>
                      <a:pt x="15" y="18"/>
                      <a:pt x="17" y="17"/>
                    </a:cubicBezTo>
                    <a:cubicBezTo>
                      <a:pt x="18" y="17"/>
                      <a:pt x="19" y="17"/>
                      <a:pt x="21" y="17"/>
                    </a:cubicBezTo>
                    <a:cubicBezTo>
                      <a:pt x="24" y="16"/>
                      <a:pt x="26" y="15"/>
                      <a:pt x="28" y="13"/>
                    </a:cubicBezTo>
                    <a:cubicBezTo>
                      <a:pt x="30" y="12"/>
                      <a:pt x="33" y="12"/>
                      <a:pt x="34" y="10"/>
                    </a:cubicBezTo>
                  </a:path>
                </a:pathLst>
              </a:custGeom>
              <a:solidFill>
                <a:srgbClr val="603A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274" name="Freeform 868">
                <a:extLst>
                  <a:ext uri="{FF2B5EF4-FFF2-40B4-BE49-F238E27FC236}">
                    <a16:creationId xmlns:a16="http://schemas.microsoft.com/office/drawing/2014/main" id="{18391535-B515-47B4-96BC-B144912379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9" y="875"/>
                <a:ext cx="45" cy="52"/>
              </a:xfrm>
              <a:custGeom>
                <a:avLst/>
                <a:gdLst>
                  <a:gd name="T0" fmla="*/ 0 w 30"/>
                  <a:gd name="T1" fmla="*/ 0 h 34"/>
                  <a:gd name="T2" fmla="*/ 39 w 30"/>
                  <a:gd name="T3" fmla="*/ 26 h 34"/>
                  <a:gd name="T4" fmla="*/ 62 w 30"/>
                  <a:gd name="T5" fmla="*/ 49 h 34"/>
                  <a:gd name="T6" fmla="*/ 102 w 30"/>
                  <a:gd name="T7" fmla="*/ 122 h 34"/>
                  <a:gd name="T8" fmla="*/ 75 w 30"/>
                  <a:gd name="T9" fmla="*/ 67 h 34"/>
                  <a:gd name="T10" fmla="*/ 59 w 30"/>
                  <a:gd name="T11" fmla="*/ 32 h 34"/>
                  <a:gd name="T12" fmla="*/ 8 w 30"/>
                  <a:gd name="T13" fmla="*/ 0 h 3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34">
                    <a:moveTo>
                      <a:pt x="0" y="0"/>
                    </a:moveTo>
                    <a:cubicBezTo>
                      <a:pt x="4" y="4"/>
                      <a:pt x="7" y="5"/>
                      <a:pt x="11" y="7"/>
                    </a:cubicBezTo>
                    <a:cubicBezTo>
                      <a:pt x="15" y="8"/>
                      <a:pt x="16" y="11"/>
                      <a:pt x="18" y="14"/>
                    </a:cubicBezTo>
                    <a:cubicBezTo>
                      <a:pt x="22" y="21"/>
                      <a:pt x="27" y="27"/>
                      <a:pt x="30" y="34"/>
                    </a:cubicBezTo>
                    <a:cubicBezTo>
                      <a:pt x="26" y="30"/>
                      <a:pt x="24" y="24"/>
                      <a:pt x="22" y="19"/>
                    </a:cubicBezTo>
                    <a:cubicBezTo>
                      <a:pt x="21" y="16"/>
                      <a:pt x="20" y="11"/>
                      <a:pt x="17" y="9"/>
                    </a:cubicBezTo>
                    <a:cubicBezTo>
                      <a:pt x="13" y="5"/>
                      <a:pt x="6" y="5"/>
                      <a:pt x="2" y="0"/>
                    </a:cubicBezTo>
                  </a:path>
                </a:pathLst>
              </a:custGeom>
              <a:solidFill>
                <a:srgbClr val="8E4C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275" name="Freeform 869">
                <a:extLst>
                  <a:ext uri="{FF2B5EF4-FFF2-40B4-BE49-F238E27FC236}">
                    <a16:creationId xmlns:a16="http://schemas.microsoft.com/office/drawing/2014/main" id="{2DA2EE25-3C84-44CA-A536-79726E9A2D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4" y="954"/>
                <a:ext cx="18" cy="10"/>
              </a:xfrm>
              <a:custGeom>
                <a:avLst/>
                <a:gdLst>
                  <a:gd name="T0" fmla="*/ 0 w 12"/>
                  <a:gd name="T1" fmla="*/ 0 h 7"/>
                  <a:gd name="T2" fmla="*/ 41 w 12"/>
                  <a:gd name="T3" fmla="*/ 20 h 7"/>
                  <a:gd name="T4" fmla="*/ 18 w 12"/>
                  <a:gd name="T5" fmla="*/ 13 h 7"/>
                  <a:gd name="T6" fmla="*/ 5 w 12"/>
                  <a:gd name="T7" fmla="*/ 0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7">
                    <a:moveTo>
                      <a:pt x="0" y="0"/>
                    </a:moveTo>
                    <a:cubicBezTo>
                      <a:pt x="4" y="2"/>
                      <a:pt x="9" y="4"/>
                      <a:pt x="12" y="7"/>
                    </a:cubicBezTo>
                    <a:cubicBezTo>
                      <a:pt x="9" y="6"/>
                      <a:pt x="7" y="5"/>
                      <a:pt x="5" y="4"/>
                    </a:cubicBezTo>
                    <a:cubicBezTo>
                      <a:pt x="4" y="2"/>
                      <a:pt x="3" y="0"/>
                      <a:pt x="1" y="0"/>
                    </a:cubicBezTo>
                  </a:path>
                </a:pathLst>
              </a:custGeom>
              <a:solidFill>
                <a:srgbClr val="8E4C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276" name="Freeform 870">
                <a:extLst>
                  <a:ext uri="{FF2B5EF4-FFF2-40B4-BE49-F238E27FC236}">
                    <a16:creationId xmlns:a16="http://schemas.microsoft.com/office/drawing/2014/main" id="{F617E8EC-9FA9-4999-AA67-5C1A7BE495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1" y="957"/>
                <a:ext cx="10" cy="13"/>
              </a:xfrm>
              <a:custGeom>
                <a:avLst/>
                <a:gdLst>
                  <a:gd name="T0" fmla="*/ 0 w 7"/>
                  <a:gd name="T1" fmla="*/ 0 h 9"/>
                  <a:gd name="T2" fmla="*/ 20 w 7"/>
                  <a:gd name="T3" fmla="*/ 27 h 9"/>
                  <a:gd name="T4" fmla="*/ 0 w 7"/>
                  <a:gd name="T5" fmla="*/ 1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9">
                    <a:moveTo>
                      <a:pt x="0" y="0"/>
                    </a:moveTo>
                    <a:cubicBezTo>
                      <a:pt x="3" y="3"/>
                      <a:pt x="6" y="5"/>
                      <a:pt x="7" y="9"/>
                    </a:cubicBezTo>
                    <a:cubicBezTo>
                      <a:pt x="4" y="8"/>
                      <a:pt x="1" y="4"/>
                      <a:pt x="0" y="1"/>
                    </a:cubicBezTo>
                  </a:path>
                </a:pathLst>
              </a:custGeom>
              <a:solidFill>
                <a:srgbClr val="8E4C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277" name="Freeform 871">
                <a:extLst>
                  <a:ext uri="{FF2B5EF4-FFF2-40B4-BE49-F238E27FC236}">
                    <a16:creationId xmlns:a16="http://schemas.microsoft.com/office/drawing/2014/main" id="{5554E9E3-7C0F-495C-B3A8-5228E39603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9" y="961"/>
                <a:ext cx="38" cy="25"/>
              </a:xfrm>
              <a:custGeom>
                <a:avLst/>
                <a:gdLst>
                  <a:gd name="T0" fmla="*/ 0 w 25"/>
                  <a:gd name="T1" fmla="*/ 0 h 16"/>
                  <a:gd name="T2" fmla="*/ 41 w 25"/>
                  <a:gd name="T3" fmla="*/ 42 h 16"/>
                  <a:gd name="T4" fmla="*/ 67 w 25"/>
                  <a:gd name="T5" fmla="*/ 56 h 16"/>
                  <a:gd name="T6" fmla="*/ 88 w 25"/>
                  <a:gd name="T7" fmla="*/ 61 h 16"/>
                  <a:gd name="T8" fmla="*/ 41 w 25"/>
                  <a:gd name="T9" fmla="*/ 31 h 16"/>
                  <a:gd name="T10" fmla="*/ 26 w 25"/>
                  <a:gd name="T11" fmla="*/ 13 h 16"/>
                  <a:gd name="T12" fmla="*/ 0 w 25"/>
                  <a:gd name="T13" fmla="*/ 0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" h="16">
                    <a:moveTo>
                      <a:pt x="0" y="0"/>
                    </a:moveTo>
                    <a:cubicBezTo>
                      <a:pt x="6" y="2"/>
                      <a:pt x="8" y="7"/>
                      <a:pt x="12" y="11"/>
                    </a:cubicBezTo>
                    <a:cubicBezTo>
                      <a:pt x="14" y="13"/>
                      <a:pt x="16" y="15"/>
                      <a:pt x="19" y="15"/>
                    </a:cubicBezTo>
                    <a:cubicBezTo>
                      <a:pt x="21" y="16"/>
                      <a:pt x="24" y="16"/>
                      <a:pt x="25" y="16"/>
                    </a:cubicBezTo>
                    <a:cubicBezTo>
                      <a:pt x="19" y="15"/>
                      <a:pt x="15" y="14"/>
                      <a:pt x="12" y="8"/>
                    </a:cubicBezTo>
                    <a:cubicBezTo>
                      <a:pt x="10" y="6"/>
                      <a:pt x="9" y="4"/>
                      <a:pt x="7" y="3"/>
                    </a:cubicBezTo>
                    <a:cubicBezTo>
                      <a:pt x="5" y="1"/>
                      <a:pt x="2" y="1"/>
                      <a:pt x="0" y="0"/>
                    </a:cubicBezTo>
                  </a:path>
                </a:pathLst>
              </a:custGeom>
              <a:solidFill>
                <a:srgbClr val="8E4C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278" name="Freeform 872">
                <a:extLst>
                  <a:ext uri="{FF2B5EF4-FFF2-40B4-BE49-F238E27FC236}">
                    <a16:creationId xmlns:a16="http://schemas.microsoft.com/office/drawing/2014/main" id="{1929B749-AAC0-4238-A52B-B07BAA1196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2" y="909"/>
                <a:ext cx="15" cy="27"/>
              </a:xfrm>
              <a:custGeom>
                <a:avLst/>
                <a:gdLst>
                  <a:gd name="T0" fmla="*/ 35 w 10"/>
                  <a:gd name="T1" fmla="*/ 62 h 18"/>
                  <a:gd name="T2" fmla="*/ 14 w 10"/>
                  <a:gd name="T3" fmla="*/ 35 h 18"/>
                  <a:gd name="T4" fmla="*/ 5 w 10"/>
                  <a:gd name="T5" fmla="*/ 21 h 18"/>
                  <a:gd name="T6" fmla="*/ 0 w 10"/>
                  <a:gd name="T7" fmla="*/ 0 h 18"/>
                  <a:gd name="T8" fmla="*/ 0 w 10"/>
                  <a:gd name="T9" fmla="*/ 21 h 18"/>
                  <a:gd name="T10" fmla="*/ 8 w 10"/>
                  <a:gd name="T11" fmla="*/ 35 h 18"/>
                  <a:gd name="T12" fmla="*/ 32 w 10"/>
                  <a:gd name="T13" fmla="*/ 59 h 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18">
                    <a:moveTo>
                      <a:pt x="10" y="18"/>
                    </a:moveTo>
                    <a:cubicBezTo>
                      <a:pt x="6" y="17"/>
                      <a:pt x="6" y="13"/>
                      <a:pt x="4" y="10"/>
                    </a:cubicBezTo>
                    <a:cubicBezTo>
                      <a:pt x="3" y="9"/>
                      <a:pt x="1" y="7"/>
                      <a:pt x="1" y="6"/>
                    </a:cubicBezTo>
                    <a:cubicBezTo>
                      <a:pt x="0" y="4"/>
                      <a:pt x="1" y="2"/>
                      <a:pt x="0" y="0"/>
                    </a:cubicBezTo>
                    <a:cubicBezTo>
                      <a:pt x="0" y="2"/>
                      <a:pt x="0" y="4"/>
                      <a:pt x="0" y="6"/>
                    </a:cubicBezTo>
                    <a:cubicBezTo>
                      <a:pt x="0" y="9"/>
                      <a:pt x="1" y="8"/>
                      <a:pt x="2" y="10"/>
                    </a:cubicBezTo>
                    <a:cubicBezTo>
                      <a:pt x="4" y="13"/>
                      <a:pt x="5" y="16"/>
                      <a:pt x="9" y="17"/>
                    </a:cubicBezTo>
                  </a:path>
                </a:pathLst>
              </a:custGeom>
              <a:solidFill>
                <a:srgbClr val="8E4C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279" name="Freeform 873">
                <a:extLst>
                  <a:ext uri="{FF2B5EF4-FFF2-40B4-BE49-F238E27FC236}">
                    <a16:creationId xmlns:a16="http://schemas.microsoft.com/office/drawing/2014/main" id="{D1217407-87FB-42CC-B633-E7307CCE0F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9" y="922"/>
                <a:ext cx="11" cy="11"/>
              </a:xfrm>
              <a:custGeom>
                <a:avLst/>
                <a:gdLst>
                  <a:gd name="T0" fmla="*/ 27 w 7"/>
                  <a:gd name="T1" fmla="*/ 27 h 7"/>
                  <a:gd name="T2" fmla="*/ 14 w 7"/>
                  <a:gd name="T3" fmla="*/ 13 h 7"/>
                  <a:gd name="T4" fmla="*/ 0 w 7"/>
                  <a:gd name="T5" fmla="*/ 0 h 7"/>
                  <a:gd name="T6" fmla="*/ 22 w 7"/>
                  <a:gd name="T7" fmla="*/ 27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7">
                    <a:moveTo>
                      <a:pt x="7" y="7"/>
                    </a:moveTo>
                    <a:cubicBezTo>
                      <a:pt x="5" y="6"/>
                      <a:pt x="5" y="4"/>
                      <a:pt x="4" y="3"/>
                    </a:cubicBezTo>
                    <a:cubicBezTo>
                      <a:pt x="2" y="2"/>
                      <a:pt x="0" y="2"/>
                      <a:pt x="0" y="0"/>
                    </a:cubicBezTo>
                    <a:cubicBezTo>
                      <a:pt x="1" y="4"/>
                      <a:pt x="5" y="4"/>
                      <a:pt x="6" y="7"/>
                    </a:cubicBezTo>
                  </a:path>
                </a:pathLst>
              </a:custGeom>
              <a:solidFill>
                <a:srgbClr val="8E4C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280" name="Freeform 874">
                <a:extLst>
                  <a:ext uri="{FF2B5EF4-FFF2-40B4-BE49-F238E27FC236}">
                    <a16:creationId xmlns:a16="http://schemas.microsoft.com/office/drawing/2014/main" id="{EFF01436-3558-4964-AE07-EC42F616DD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3" y="937"/>
                <a:ext cx="19" cy="21"/>
              </a:xfrm>
              <a:custGeom>
                <a:avLst/>
                <a:gdLst>
                  <a:gd name="T0" fmla="*/ 41 w 13"/>
                  <a:gd name="T1" fmla="*/ 21 h 14"/>
                  <a:gd name="T2" fmla="*/ 28 w 13"/>
                  <a:gd name="T3" fmla="*/ 21 h 14"/>
                  <a:gd name="T4" fmla="*/ 15 w 13"/>
                  <a:gd name="T5" fmla="*/ 18 h 14"/>
                  <a:gd name="T6" fmla="*/ 9 w 13"/>
                  <a:gd name="T7" fmla="*/ 8 h 14"/>
                  <a:gd name="T8" fmla="*/ 1 w 13"/>
                  <a:gd name="T9" fmla="*/ 0 h 14"/>
                  <a:gd name="T10" fmla="*/ 1 w 13"/>
                  <a:gd name="T11" fmla="*/ 12 h 14"/>
                  <a:gd name="T12" fmla="*/ 0 w 13"/>
                  <a:gd name="T13" fmla="*/ 14 h 14"/>
                  <a:gd name="T14" fmla="*/ 0 w 13"/>
                  <a:gd name="T15" fmla="*/ 21 h 14"/>
                  <a:gd name="T16" fmla="*/ 0 w 13"/>
                  <a:gd name="T17" fmla="*/ 35 h 14"/>
                  <a:gd name="T18" fmla="*/ 9 w 13"/>
                  <a:gd name="T19" fmla="*/ 48 h 14"/>
                  <a:gd name="T20" fmla="*/ 6 w 13"/>
                  <a:gd name="T21" fmla="*/ 32 h 14"/>
                  <a:gd name="T22" fmla="*/ 15 w 13"/>
                  <a:gd name="T23" fmla="*/ 27 h 14"/>
                  <a:gd name="T24" fmla="*/ 32 w 13"/>
                  <a:gd name="T25" fmla="*/ 26 h 14"/>
                  <a:gd name="T26" fmla="*/ 41 w 13"/>
                  <a:gd name="T27" fmla="*/ 21 h 1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3" h="14">
                    <a:moveTo>
                      <a:pt x="13" y="6"/>
                    </a:moveTo>
                    <a:cubicBezTo>
                      <a:pt x="12" y="5"/>
                      <a:pt x="10" y="6"/>
                      <a:pt x="9" y="6"/>
                    </a:cubicBezTo>
                    <a:cubicBezTo>
                      <a:pt x="8" y="5"/>
                      <a:pt x="7" y="5"/>
                      <a:pt x="5" y="5"/>
                    </a:cubicBezTo>
                    <a:cubicBezTo>
                      <a:pt x="4" y="4"/>
                      <a:pt x="4" y="3"/>
                      <a:pt x="3" y="2"/>
                    </a:cubicBezTo>
                    <a:cubicBezTo>
                      <a:pt x="2" y="2"/>
                      <a:pt x="1" y="1"/>
                      <a:pt x="1" y="0"/>
                    </a:cubicBezTo>
                    <a:cubicBezTo>
                      <a:pt x="1" y="1"/>
                      <a:pt x="1" y="2"/>
                      <a:pt x="1" y="3"/>
                    </a:cubicBezTo>
                    <a:cubicBezTo>
                      <a:pt x="1" y="4"/>
                      <a:pt x="1" y="4"/>
                      <a:pt x="0" y="4"/>
                    </a:cubicBezTo>
                    <a:cubicBezTo>
                      <a:pt x="0" y="5"/>
                      <a:pt x="0" y="6"/>
                      <a:pt x="0" y="6"/>
                    </a:cubicBezTo>
                    <a:cubicBezTo>
                      <a:pt x="0" y="8"/>
                      <a:pt x="0" y="9"/>
                      <a:pt x="0" y="10"/>
                    </a:cubicBezTo>
                    <a:cubicBezTo>
                      <a:pt x="1" y="12"/>
                      <a:pt x="2" y="13"/>
                      <a:pt x="3" y="14"/>
                    </a:cubicBezTo>
                    <a:cubicBezTo>
                      <a:pt x="2" y="13"/>
                      <a:pt x="1" y="10"/>
                      <a:pt x="2" y="9"/>
                    </a:cubicBezTo>
                    <a:cubicBezTo>
                      <a:pt x="2" y="8"/>
                      <a:pt x="4" y="9"/>
                      <a:pt x="5" y="8"/>
                    </a:cubicBezTo>
                    <a:cubicBezTo>
                      <a:pt x="7" y="8"/>
                      <a:pt x="9" y="8"/>
                      <a:pt x="10" y="7"/>
                    </a:cubicBezTo>
                    <a:cubicBezTo>
                      <a:pt x="11" y="7"/>
                      <a:pt x="13" y="6"/>
                      <a:pt x="13" y="6"/>
                    </a:cubicBezTo>
                  </a:path>
                </a:pathLst>
              </a:custGeom>
              <a:solidFill>
                <a:srgbClr val="8E4C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281" name="Freeform 875">
                <a:extLst>
                  <a:ext uri="{FF2B5EF4-FFF2-40B4-BE49-F238E27FC236}">
                    <a16:creationId xmlns:a16="http://schemas.microsoft.com/office/drawing/2014/main" id="{B94A9F79-0220-40C6-8547-629445ECFE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1" y="975"/>
                <a:ext cx="37" cy="6"/>
              </a:xfrm>
              <a:custGeom>
                <a:avLst/>
                <a:gdLst>
                  <a:gd name="T0" fmla="*/ 0 w 24"/>
                  <a:gd name="T1" fmla="*/ 0 h 4"/>
                  <a:gd name="T2" fmla="*/ 48 w 24"/>
                  <a:gd name="T3" fmla="*/ 5 h 4"/>
                  <a:gd name="T4" fmla="*/ 88 w 24"/>
                  <a:gd name="T5" fmla="*/ 5 h 4"/>
                  <a:gd name="T6" fmla="*/ 66 w 24"/>
                  <a:gd name="T7" fmla="*/ 5 h 4"/>
                  <a:gd name="T8" fmla="*/ 40 w 24"/>
                  <a:gd name="T9" fmla="*/ 12 h 4"/>
                  <a:gd name="T10" fmla="*/ 5 w 24"/>
                  <a:gd name="T11" fmla="*/ 0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4" h="4">
                    <a:moveTo>
                      <a:pt x="0" y="0"/>
                    </a:moveTo>
                    <a:cubicBezTo>
                      <a:pt x="3" y="3"/>
                      <a:pt x="9" y="3"/>
                      <a:pt x="13" y="1"/>
                    </a:cubicBezTo>
                    <a:cubicBezTo>
                      <a:pt x="17" y="0"/>
                      <a:pt x="20" y="0"/>
                      <a:pt x="24" y="1"/>
                    </a:cubicBezTo>
                    <a:cubicBezTo>
                      <a:pt x="22" y="1"/>
                      <a:pt x="20" y="1"/>
                      <a:pt x="18" y="1"/>
                    </a:cubicBezTo>
                    <a:cubicBezTo>
                      <a:pt x="16" y="2"/>
                      <a:pt x="14" y="2"/>
                      <a:pt x="11" y="3"/>
                    </a:cubicBezTo>
                    <a:cubicBezTo>
                      <a:pt x="9" y="3"/>
                      <a:pt x="2" y="4"/>
                      <a:pt x="1" y="0"/>
                    </a:cubicBezTo>
                  </a:path>
                </a:pathLst>
              </a:custGeom>
              <a:solidFill>
                <a:srgbClr val="8E4C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282" name="Freeform 876">
                <a:extLst>
                  <a:ext uri="{FF2B5EF4-FFF2-40B4-BE49-F238E27FC236}">
                    <a16:creationId xmlns:a16="http://schemas.microsoft.com/office/drawing/2014/main" id="{34C408D3-AF82-4540-93CF-553081BB68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2" y="978"/>
                <a:ext cx="19" cy="6"/>
              </a:xfrm>
              <a:custGeom>
                <a:avLst/>
                <a:gdLst>
                  <a:gd name="T0" fmla="*/ 0 w 13"/>
                  <a:gd name="T1" fmla="*/ 0 h 4"/>
                  <a:gd name="T2" fmla="*/ 19 w 13"/>
                  <a:gd name="T3" fmla="*/ 8 h 4"/>
                  <a:gd name="T4" fmla="*/ 41 w 13"/>
                  <a:gd name="T5" fmla="*/ 14 h 4"/>
                  <a:gd name="T6" fmla="*/ 19 w 13"/>
                  <a:gd name="T7" fmla="*/ 12 h 4"/>
                  <a:gd name="T8" fmla="*/ 6 w 13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4">
                    <a:moveTo>
                      <a:pt x="0" y="0"/>
                    </a:moveTo>
                    <a:cubicBezTo>
                      <a:pt x="2" y="1"/>
                      <a:pt x="4" y="1"/>
                      <a:pt x="6" y="2"/>
                    </a:cubicBezTo>
                    <a:cubicBezTo>
                      <a:pt x="9" y="3"/>
                      <a:pt x="10" y="4"/>
                      <a:pt x="13" y="4"/>
                    </a:cubicBezTo>
                    <a:cubicBezTo>
                      <a:pt x="10" y="4"/>
                      <a:pt x="8" y="4"/>
                      <a:pt x="6" y="3"/>
                    </a:cubicBezTo>
                    <a:cubicBezTo>
                      <a:pt x="4" y="3"/>
                      <a:pt x="3" y="1"/>
                      <a:pt x="2" y="0"/>
                    </a:cubicBezTo>
                  </a:path>
                </a:pathLst>
              </a:custGeom>
              <a:solidFill>
                <a:srgbClr val="8E4C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283" name="Freeform 877">
                <a:extLst>
                  <a:ext uri="{FF2B5EF4-FFF2-40B4-BE49-F238E27FC236}">
                    <a16:creationId xmlns:a16="http://schemas.microsoft.com/office/drawing/2014/main" id="{68959C5F-4D6D-4AD8-999D-A7AE692322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1" y="978"/>
                <a:ext cx="10" cy="5"/>
              </a:xfrm>
              <a:custGeom>
                <a:avLst/>
                <a:gdLst>
                  <a:gd name="T0" fmla="*/ 0 w 7"/>
                  <a:gd name="T1" fmla="*/ 0 h 3"/>
                  <a:gd name="T2" fmla="*/ 0 w 7"/>
                  <a:gd name="T3" fmla="*/ 0 h 3"/>
                  <a:gd name="T4" fmla="*/ 13 w 7"/>
                  <a:gd name="T5" fmla="*/ 5 h 3"/>
                  <a:gd name="T6" fmla="*/ 20 w 7"/>
                  <a:gd name="T7" fmla="*/ 13 h 3"/>
                  <a:gd name="T8" fmla="*/ 13 w 7"/>
                  <a:gd name="T9" fmla="*/ 5 h 3"/>
                  <a:gd name="T10" fmla="*/ 1 w 7"/>
                  <a:gd name="T11" fmla="*/ 0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" h="3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2" y="1"/>
                      <a:pt x="4" y="1"/>
                    </a:cubicBezTo>
                    <a:cubicBezTo>
                      <a:pt x="5" y="2"/>
                      <a:pt x="6" y="3"/>
                      <a:pt x="7" y="3"/>
                    </a:cubicBezTo>
                    <a:cubicBezTo>
                      <a:pt x="6" y="2"/>
                      <a:pt x="6" y="1"/>
                      <a:pt x="4" y="1"/>
                    </a:cubicBezTo>
                    <a:cubicBezTo>
                      <a:pt x="3" y="1"/>
                      <a:pt x="1" y="1"/>
                      <a:pt x="1" y="0"/>
                    </a:cubicBezTo>
                  </a:path>
                </a:pathLst>
              </a:custGeom>
              <a:solidFill>
                <a:srgbClr val="8E4C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284" name="Freeform 878">
                <a:extLst>
                  <a:ext uri="{FF2B5EF4-FFF2-40B4-BE49-F238E27FC236}">
                    <a16:creationId xmlns:a16="http://schemas.microsoft.com/office/drawing/2014/main" id="{E06D0F96-46DE-4B1D-8AF4-AB6EB70CC5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4" y="891"/>
                <a:ext cx="9" cy="34"/>
              </a:xfrm>
              <a:custGeom>
                <a:avLst/>
                <a:gdLst>
                  <a:gd name="T0" fmla="*/ 21 w 6"/>
                  <a:gd name="T1" fmla="*/ 74 h 23"/>
                  <a:gd name="T2" fmla="*/ 5 w 6"/>
                  <a:gd name="T3" fmla="*/ 41 h 23"/>
                  <a:gd name="T4" fmla="*/ 0 w 6"/>
                  <a:gd name="T5" fmla="*/ 0 h 23"/>
                  <a:gd name="T6" fmla="*/ 12 w 6"/>
                  <a:gd name="T7" fmla="*/ 41 h 23"/>
                  <a:gd name="T8" fmla="*/ 18 w 6"/>
                  <a:gd name="T9" fmla="*/ 68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23">
                    <a:moveTo>
                      <a:pt x="6" y="23"/>
                    </a:moveTo>
                    <a:cubicBezTo>
                      <a:pt x="3" y="21"/>
                      <a:pt x="1" y="16"/>
                      <a:pt x="1" y="13"/>
                    </a:cubicBezTo>
                    <a:cubicBezTo>
                      <a:pt x="1" y="9"/>
                      <a:pt x="0" y="4"/>
                      <a:pt x="0" y="0"/>
                    </a:cubicBezTo>
                    <a:cubicBezTo>
                      <a:pt x="2" y="5"/>
                      <a:pt x="2" y="9"/>
                      <a:pt x="3" y="13"/>
                    </a:cubicBezTo>
                    <a:cubicBezTo>
                      <a:pt x="3" y="16"/>
                      <a:pt x="4" y="19"/>
                      <a:pt x="5" y="21"/>
                    </a:cubicBezTo>
                  </a:path>
                </a:pathLst>
              </a:custGeom>
              <a:solidFill>
                <a:srgbClr val="C1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285" name="Freeform 879">
                <a:extLst>
                  <a:ext uri="{FF2B5EF4-FFF2-40B4-BE49-F238E27FC236}">
                    <a16:creationId xmlns:a16="http://schemas.microsoft.com/office/drawing/2014/main" id="{9E2A8461-3879-46FE-9C40-CA0DB4938B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1" y="937"/>
                <a:ext cx="44" cy="32"/>
              </a:xfrm>
              <a:custGeom>
                <a:avLst/>
                <a:gdLst>
                  <a:gd name="T0" fmla="*/ 0 w 29"/>
                  <a:gd name="T1" fmla="*/ 40 h 21"/>
                  <a:gd name="T2" fmla="*/ 14 w 29"/>
                  <a:gd name="T3" fmla="*/ 27 h 21"/>
                  <a:gd name="T4" fmla="*/ 102 w 29"/>
                  <a:gd name="T5" fmla="*/ 41 h 21"/>
                  <a:gd name="T6" fmla="*/ 49 w 29"/>
                  <a:gd name="T7" fmla="*/ 62 h 21"/>
                  <a:gd name="T8" fmla="*/ 12 w 29"/>
                  <a:gd name="T9" fmla="*/ 46 h 21"/>
                  <a:gd name="T10" fmla="*/ 0 w 29"/>
                  <a:gd name="T11" fmla="*/ 40 h 2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9" h="21">
                    <a:moveTo>
                      <a:pt x="0" y="11"/>
                    </a:moveTo>
                    <a:cubicBezTo>
                      <a:pt x="0" y="11"/>
                      <a:pt x="3" y="9"/>
                      <a:pt x="4" y="8"/>
                    </a:cubicBezTo>
                    <a:cubicBezTo>
                      <a:pt x="5" y="8"/>
                      <a:pt x="25" y="0"/>
                      <a:pt x="29" y="12"/>
                    </a:cubicBezTo>
                    <a:cubicBezTo>
                      <a:pt x="29" y="12"/>
                      <a:pt x="25" y="21"/>
                      <a:pt x="14" y="18"/>
                    </a:cubicBezTo>
                    <a:cubicBezTo>
                      <a:pt x="3" y="15"/>
                      <a:pt x="5" y="12"/>
                      <a:pt x="3" y="13"/>
                    </a:cubicBezTo>
                    <a:cubicBezTo>
                      <a:pt x="0" y="13"/>
                      <a:pt x="0" y="13"/>
                      <a:pt x="0" y="11"/>
                    </a:cubicBezTo>
                    <a:close/>
                  </a:path>
                </a:pathLst>
              </a:custGeom>
              <a:solidFill>
                <a:srgbClr val="F9DD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286" name="Freeform 880">
                <a:extLst>
                  <a:ext uri="{FF2B5EF4-FFF2-40B4-BE49-F238E27FC236}">
                    <a16:creationId xmlns:a16="http://schemas.microsoft.com/office/drawing/2014/main" id="{A8A96915-B2C6-4E8C-8FAA-C8EF11D4D6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2" y="924"/>
                <a:ext cx="47" cy="22"/>
              </a:xfrm>
              <a:custGeom>
                <a:avLst/>
                <a:gdLst>
                  <a:gd name="T0" fmla="*/ 108 w 31"/>
                  <a:gd name="T1" fmla="*/ 47 h 15"/>
                  <a:gd name="T2" fmla="*/ 0 w 31"/>
                  <a:gd name="T3" fmla="*/ 47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1" h="15">
                    <a:moveTo>
                      <a:pt x="31" y="15"/>
                    </a:moveTo>
                    <a:cubicBezTo>
                      <a:pt x="31" y="15"/>
                      <a:pt x="20" y="0"/>
                      <a:pt x="0" y="15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287" name="Freeform 881">
                <a:extLst>
                  <a:ext uri="{FF2B5EF4-FFF2-40B4-BE49-F238E27FC236}">
                    <a16:creationId xmlns:a16="http://schemas.microsoft.com/office/drawing/2014/main" id="{CE08B300-690B-4D79-9554-6645F82DE7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2" y="963"/>
                <a:ext cx="28" cy="12"/>
              </a:xfrm>
              <a:custGeom>
                <a:avLst/>
                <a:gdLst>
                  <a:gd name="T0" fmla="*/ 0 w 18"/>
                  <a:gd name="T1" fmla="*/ 0 h 8"/>
                  <a:gd name="T2" fmla="*/ 22 w 18"/>
                  <a:gd name="T3" fmla="*/ 8 h 8"/>
                  <a:gd name="T4" fmla="*/ 68 w 18"/>
                  <a:gd name="T5" fmla="*/ 21 h 8"/>
                  <a:gd name="T6" fmla="*/ 22 w 18"/>
                  <a:gd name="T7" fmla="*/ 12 h 8"/>
                  <a:gd name="T8" fmla="*/ 0 w 18"/>
                  <a:gd name="T9" fmla="*/ 0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8">
                    <a:moveTo>
                      <a:pt x="0" y="0"/>
                    </a:moveTo>
                    <a:cubicBezTo>
                      <a:pt x="0" y="0"/>
                      <a:pt x="4" y="1"/>
                      <a:pt x="6" y="2"/>
                    </a:cubicBezTo>
                    <a:cubicBezTo>
                      <a:pt x="8" y="4"/>
                      <a:pt x="14" y="7"/>
                      <a:pt x="18" y="6"/>
                    </a:cubicBezTo>
                    <a:cubicBezTo>
                      <a:pt x="18" y="6"/>
                      <a:pt x="14" y="8"/>
                      <a:pt x="6" y="3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288" name="Freeform 882">
                <a:extLst>
                  <a:ext uri="{FF2B5EF4-FFF2-40B4-BE49-F238E27FC236}">
                    <a16:creationId xmlns:a16="http://schemas.microsoft.com/office/drawing/2014/main" id="{E20FDACE-6EE1-48F9-90BB-92CB65DFE4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3" y="945"/>
                <a:ext cx="23" cy="19"/>
              </a:xfrm>
              <a:custGeom>
                <a:avLst/>
                <a:gdLst>
                  <a:gd name="T0" fmla="*/ 43 w 15"/>
                  <a:gd name="T1" fmla="*/ 0 h 13"/>
                  <a:gd name="T2" fmla="*/ 54 w 15"/>
                  <a:gd name="T3" fmla="*/ 19 h 13"/>
                  <a:gd name="T4" fmla="*/ 40 w 15"/>
                  <a:gd name="T5" fmla="*/ 41 h 13"/>
                  <a:gd name="T6" fmla="*/ 21 w 15"/>
                  <a:gd name="T7" fmla="*/ 41 h 13"/>
                  <a:gd name="T8" fmla="*/ 8 w 15"/>
                  <a:gd name="T9" fmla="*/ 38 h 13"/>
                  <a:gd name="T10" fmla="*/ 0 w 15"/>
                  <a:gd name="T11" fmla="*/ 19 h 13"/>
                  <a:gd name="T12" fmla="*/ 8 w 15"/>
                  <a:gd name="T13" fmla="*/ 1 h 13"/>
                  <a:gd name="T14" fmla="*/ 43 w 15"/>
                  <a:gd name="T15" fmla="*/ 0 h 1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5" h="13">
                    <a:moveTo>
                      <a:pt x="12" y="0"/>
                    </a:moveTo>
                    <a:cubicBezTo>
                      <a:pt x="14" y="2"/>
                      <a:pt x="15" y="4"/>
                      <a:pt x="15" y="6"/>
                    </a:cubicBezTo>
                    <a:cubicBezTo>
                      <a:pt x="15" y="9"/>
                      <a:pt x="14" y="12"/>
                      <a:pt x="11" y="13"/>
                    </a:cubicBezTo>
                    <a:cubicBezTo>
                      <a:pt x="9" y="13"/>
                      <a:pt x="8" y="13"/>
                      <a:pt x="6" y="13"/>
                    </a:cubicBezTo>
                    <a:cubicBezTo>
                      <a:pt x="4" y="13"/>
                      <a:pt x="3" y="12"/>
                      <a:pt x="2" y="12"/>
                    </a:cubicBezTo>
                    <a:cubicBezTo>
                      <a:pt x="1" y="10"/>
                      <a:pt x="0" y="9"/>
                      <a:pt x="0" y="6"/>
                    </a:cubicBezTo>
                    <a:cubicBezTo>
                      <a:pt x="0" y="4"/>
                      <a:pt x="1" y="3"/>
                      <a:pt x="2" y="1"/>
                    </a:cubicBezTo>
                    <a:cubicBezTo>
                      <a:pt x="5" y="0"/>
                      <a:pt x="9" y="0"/>
                      <a:pt x="12" y="0"/>
                    </a:cubicBezTo>
                    <a:close/>
                  </a:path>
                </a:pathLst>
              </a:custGeom>
              <a:solidFill>
                <a:srgbClr val="2A100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289" name="Oval 883">
                <a:extLst>
                  <a:ext uri="{FF2B5EF4-FFF2-40B4-BE49-F238E27FC236}">
                    <a16:creationId xmlns:a16="http://schemas.microsoft.com/office/drawing/2014/main" id="{56024D7C-692C-411C-8EDC-5AFB0C9600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39" y="949"/>
                <a:ext cx="11" cy="9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290" name="Freeform 884">
                <a:extLst>
                  <a:ext uri="{FF2B5EF4-FFF2-40B4-BE49-F238E27FC236}">
                    <a16:creationId xmlns:a16="http://schemas.microsoft.com/office/drawing/2014/main" id="{A15CA74C-6733-43AA-88E0-1FA79FC7BB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6" y="949"/>
                <a:ext cx="8" cy="8"/>
              </a:xfrm>
              <a:custGeom>
                <a:avLst/>
                <a:gdLst>
                  <a:gd name="T0" fmla="*/ 21 w 5"/>
                  <a:gd name="T1" fmla="*/ 13 h 5"/>
                  <a:gd name="T2" fmla="*/ 13 w 5"/>
                  <a:gd name="T3" fmla="*/ 0 h 5"/>
                  <a:gd name="T4" fmla="*/ 5 w 5"/>
                  <a:gd name="T5" fmla="*/ 8 h 5"/>
                  <a:gd name="T6" fmla="*/ 13 w 5"/>
                  <a:gd name="T7" fmla="*/ 21 h 5"/>
                  <a:gd name="T8" fmla="*/ 21 w 5"/>
                  <a:gd name="T9" fmla="*/ 13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5" y="3"/>
                    </a:moveTo>
                    <a:cubicBezTo>
                      <a:pt x="5" y="1"/>
                      <a:pt x="4" y="0"/>
                      <a:pt x="3" y="0"/>
                    </a:cubicBezTo>
                    <a:cubicBezTo>
                      <a:pt x="2" y="0"/>
                      <a:pt x="1" y="1"/>
                      <a:pt x="1" y="2"/>
                    </a:cubicBezTo>
                    <a:cubicBezTo>
                      <a:pt x="0" y="4"/>
                      <a:pt x="1" y="5"/>
                      <a:pt x="3" y="5"/>
                    </a:cubicBezTo>
                    <a:cubicBezTo>
                      <a:pt x="4" y="5"/>
                      <a:pt x="5" y="4"/>
                      <a:pt x="5" y="3"/>
                    </a:cubicBezTo>
                  </a:path>
                </a:pathLst>
              </a:custGeom>
              <a:solidFill>
                <a:srgbClr val="E5AF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291" name="Freeform 885">
                <a:extLst>
                  <a:ext uri="{FF2B5EF4-FFF2-40B4-BE49-F238E27FC236}">
                    <a16:creationId xmlns:a16="http://schemas.microsoft.com/office/drawing/2014/main" id="{F8FB6C0B-61C9-4075-B1B3-6DCF27E75E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1" y="937"/>
                <a:ext cx="44" cy="32"/>
              </a:xfrm>
              <a:custGeom>
                <a:avLst/>
                <a:gdLst>
                  <a:gd name="T0" fmla="*/ 0 w 29"/>
                  <a:gd name="T1" fmla="*/ 40 h 21"/>
                  <a:gd name="T2" fmla="*/ 14 w 29"/>
                  <a:gd name="T3" fmla="*/ 27 h 21"/>
                  <a:gd name="T4" fmla="*/ 102 w 29"/>
                  <a:gd name="T5" fmla="*/ 41 h 21"/>
                  <a:gd name="T6" fmla="*/ 49 w 29"/>
                  <a:gd name="T7" fmla="*/ 62 h 21"/>
                  <a:gd name="T8" fmla="*/ 12 w 29"/>
                  <a:gd name="T9" fmla="*/ 46 h 21"/>
                  <a:gd name="T10" fmla="*/ 0 w 29"/>
                  <a:gd name="T11" fmla="*/ 40 h 2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9" h="21">
                    <a:moveTo>
                      <a:pt x="0" y="11"/>
                    </a:moveTo>
                    <a:cubicBezTo>
                      <a:pt x="0" y="11"/>
                      <a:pt x="3" y="9"/>
                      <a:pt x="4" y="8"/>
                    </a:cubicBezTo>
                    <a:cubicBezTo>
                      <a:pt x="5" y="8"/>
                      <a:pt x="25" y="0"/>
                      <a:pt x="29" y="12"/>
                    </a:cubicBezTo>
                    <a:cubicBezTo>
                      <a:pt x="29" y="12"/>
                      <a:pt x="25" y="21"/>
                      <a:pt x="14" y="18"/>
                    </a:cubicBezTo>
                    <a:cubicBezTo>
                      <a:pt x="3" y="15"/>
                      <a:pt x="5" y="12"/>
                      <a:pt x="3" y="13"/>
                    </a:cubicBezTo>
                    <a:cubicBezTo>
                      <a:pt x="0" y="13"/>
                      <a:pt x="0" y="13"/>
                      <a:pt x="0" y="11"/>
                    </a:cubicBezTo>
                    <a:close/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292" name="Freeform 886">
                <a:extLst>
                  <a:ext uri="{FF2B5EF4-FFF2-40B4-BE49-F238E27FC236}">
                    <a16:creationId xmlns:a16="http://schemas.microsoft.com/office/drawing/2014/main" id="{61DDBBB0-386C-4E1B-B37B-E8D5CA824E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7" y="909"/>
                <a:ext cx="70" cy="33"/>
              </a:xfrm>
              <a:custGeom>
                <a:avLst/>
                <a:gdLst>
                  <a:gd name="T0" fmla="*/ 26 w 46"/>
                  <a:gd name="T1" fmla="*/ 14 h 22"/>
                  <a:gd name="T2" fmla="*/ 5 w 46"/>
                  <a:gd name="T3" fmla="*/ 5 h 22"/>
                  <a:gd name="T4" fmla="*/ 18 w 46"/>
                  <a:gd name="T5" fmla="*/ 18 h 22"/>
                  <a:gd name="T6" fmla="*/ 8 w 46"/>
                  <a:gd name="T7" fmla="*/ 14 h 22"/>
                  <a:gd name="T8" fmla="*/ 14 w 46"/>
                  <a:gd name="T9" fmla="*/ 21 h 22"/>
                  <a:gd name="T10" fmla="*/ 0 w 46"/>
                  <a:gd name="T11" fmla="*/ 32 h 22"/>
                  <a:gd name="T12" fmla="*/ 8 w 46"/>
                  <a:gd name="T13" fmla="*/ 32 h 22"/>
                  <a:gd name="T14" fmla="*/ 0 w 46"/>
                  <a:gd name="T15" fmla="*/ 45 h 22"/>
                  <a:gd name="T16" fmla="*/ 12 w 46"/>
                  <a:gd name="T17" fmla="*/ 41 h 22"/>
                  <a:gd name="T18" fmla="*/ 8 w 46"/>
                  <a:gd name="T19" fmla="*/ 45 h 22"/>
                  <a:gd name="T20" fmla="*/ 12 w 46"/>
                  <a:gd name="T21" fmla="*/ 41 h 22"/>
                  <a:gd name="T22" fmla="*/ 12 w 46"/>
                  <a:gd name="T23" fmla="*/ 48 h 22"/>
                  <a:gd name="T24" fmla="*/ 21 w 46"/>
                  <a:gd name="T25" fmla="*/ 39 h 22"/>
                  <a:gd name="T26" fmla="*/ 21 w 46"/>
                  <a:gd name="T27" fmla="*/ 48 h 22"/>
                  <a:gd name="T28" fmla="*/ 27 w 46"/>
                  <a:gd name="T29" fmla="*/ 45 h 22"/>
                  <a:gd name="T30" fmla="*/ 26 w 46"/>
                  <a:gd name="T31" fmla="*/ 45 h 22"/>
                  <a:gd name="T32" fmla="*/ 40 w 46"/>
                  <a:gd name="T33" fmla="*/ 41 h 22"/>
                  <a:gd name="T34" fmla="*/ 35 w 46"/>
                  <a:gd name="T35" fmla="*/ 48 h 22"/>
                  <a:gd name="T36" fmla="*/ 61 w 46"/>
                  <a:gd name="T37" fmla="*/ 39 h 22"/>
                  <a:gd name="T38" fmla="*/ 49 w 46"/>
                  <a:gd name="T39" fmla="*/ 45 h 22"/>
                  <a:gd name="T40" fmla="*/ 70 w 46"/>
                  <a:gd name="T41" fmla="*/ 41 h 22"/>
                  <a:gd name="T42" fmla="*/ 62 w 46"/>
                  <a:gd name="T43" fmla="*/ 45 h 22"/>
                  <a:gd name="T44" fmla="*/ 81 w 46"/>
                  <a:gd name="T45" fmla="*/ 45 h 22"/>
                  <a:gd name="T46" fmla="*/ 81 w 46"/>
                  <a:gd name="T47" fmla="*/ 45 h 22"/>
                  <a:gd name="T48" fmla="*/ 110 w 46"/>
                  <a:gd name="T49" fmla="*/ 45 h 22"/>
                  <a:gd name="T50" fmla="*/ 107 w 46"/>
                  <a:gd name="T51" fmla="*/ 48 h 22"/>
                  <a:gd name="T52" fmla="*/ 114 w 46"/>
                  <a:gd name="T53" fmla="*/ 48 h 22"/>
                  <a:gd name="T54" fmla="*/ 110 w 46"/>
                  <a:gd name="T55" fmla="*/ 53 h 22"/>
                  <a:gd name="T56" fmla="*/ 114 w 46"/>
                  <a:gd name="T57" fmla="*/ 53 h 22"/>
                  <a:gd name="T58" fmla="*/ 114 w 46"/>
                  <a:gd name="T59" fmla="*/ 53 h 22"/>
                  <a:gd name="T60" fmla="*/ 123 w 46"/>
                  <a:gd name="T61" fmla="*/ 54 h 22"/>
                  <a:gd name="T62" fmla="*/ 123 w 46"/>
                  <a:gd name="T63" fmla="*/ 59 h 22"/>
                  <a:gd name="T64" fmla="*/ 137 w 46"/>
                  <a:gd name="T65" fmla="*/ 59 h 22"/>
                  <a:gd name="T66" fmla="*/ 134 w 46"/>
                  <a:gd name="T67" fmla="*/ 62 h 22"/>
                  <a:gd name="T68" fmla="*/ 143 w 46"/>
                  <a:gd name="T69" fmla="*/ 66 h 22"/>
                  <a:gd name="T70" fmla="*/ 143 w 46"/>
                  <a:gd name="T71" fmla="*/ 66 h 22"/>
                  <a:gd name="T72" fmla="*/ 157 w 46"/>
                  <a:gd name="T73" fmla="*/ 72 h 22"/>
                  <a:gd name="T74" fmla="*/ 163 w 46"/>
                  <a:gd name="T75" fmla="*/ 75 h 22"/>
                  <a:gd name="T76" fmla="*/ 151 w 46"/>
                  <a:gd name="T77" fmla="*/ 66 h 22"/>
                  <a:gd name="T78" fmla="*/ 157 w 46"/>
                  <a:gd name="T79" fmla="*/ 66 h 22"/>
                  <a:gd name="T80" fmla="*/ 151 w 46"/>
                  <a:gd name="T81" fmla="*/ 62 h 22"/>
                  <a:gd name="T82" fmla="*/ 120 w 46"/>
                  <a:gd name="T83" fmla="*/ 48 h 22"/>
                  <a:gd name="T84" fmla="*/ 128 w 46"/>
                  <a:gd name="T85" fmla="*/ 41 h 22"/>
                  <a:gd name="T86" fmla="*/ 120 w 46"/>
                  <a:gd name="T87" fmla="*/ 39 h 22"/>
                  <a:gd name="T88" fmla="*/ 110 w 46"/>
                  <a:gd name="T89" fmla="*/ 27 h 22"/>
                  <a:gd name="T90" fmla="*/ 99 w 46"/>
                  <a:gd name="T91" fmla="*/ 27 h 22"/>
                  <a:gd name="T92" fmla="*/ 102 w 46"/>
                  <a:gd name="T93" fmla="*/ 26 h 22"/>
                  <a:gd name="T94" fmla="*/ 93 w 46"/>
                  <a:gd name="T95" fmla="*/ 26 h 22"/>
                  <a:gd name="T96" fmla="*/ 88 w 46"/>
                  <a:gd name="T97" fmla="*/ 12 h 22"/>
                  <a:gd name="T98" fmla="*/ 70 w 46"/>
                  <a:gd name="T99" fmla="*/ 21 h 22"/>
                  <a:gd name="T100" fmla="*/ 61 w 46"/>
                  <a:gd name="T101" fmla="*/ 12 h 22"/>
                  <a:gd name="T102" fmla="*/ 61 w 46"/>
                  <a:gd name="T103" fmla="*/ 14 h 22"/>
                  <a:gd name="T104" fmla="*/ 53 w 46"/>
                  <a:gd name="T105" fmla="*/ 8 h 22"/>
                  <a:gd name="T106" fmla="*/ 41 w 46"/>
                  <a:gd name="T107" fmla="*/ 5 h 22"/>
                  <a:gd name="T108" fmla="*/ 41 w 46"/>
                  <a:gd name="T109" fmla="*/ 12 h 22"/>
                  <a:gd name="T110" fmla="*/ 27 w 46"/>
                  <a:gd name="T111" fmla="*/ 0 h 22"/>
                  <a:gd name="T112" fmla="*/ 32 w 46"/>
                  <a:gd name="T113" fmla="*/ 8 h 22"/>
                  <a:gd name="T114" fmla="*/ 21 w 46"/>
                  <a:gd name="T115" fmla="*/ 0 h 22"/>
                  <a:gd name="T116" fmla="*/ 26 w 46"/>
                  <a:gd name="T117" fmla="*/ 14 h 22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0" t="0" r="r" b="b"/>
                <a:pathLst>
                  <a:path w="46" h="22">
                    <a:moveTo>
                      <a:pt x="7" y="4"/>
                    </a:moveTo>
                    <a:cubicBezTo>
                      <a:pt x="6" y="3"/>
                      <a:pt x="3" y="2"/>
                      <a:pt x="1" y="1"/>
                    </a:cubicBezTo>
                    <a:cubicBezTo>
                      <a:pt x="3" y="2"/>
                      <a:pt x="5" y="4"/>
                      <a:pt x="5" y="5"/>
                    </a:cubicBezTo>
                    <a:cubicBezTo>
                      <a:pt x="4" y="5"/>
                      <a:pt x="3" y="4"/>
                      <a:pt x="2" y="4"/>
                    </a:cubicBezTo>
                    <a:cubicBezTo>
                      <a:pt x="2" y="5"/>
                      <a:pt x="3" y="6"/>
                      <a:pt x="4" y="6"/>
                    </a:cubicBezTo>
                    <a:cubicBezTo>
                      <a:pt x="3" y="7"/>
                      <a:pt x="1" y="7"/>
                      <a:pt x="0" y="9"/>
                    </a:cubicBezTo>
                    <a:cubicBezTo>
                      <a:pt x="0" y="9"/>
                      <a:pt x="1" y="9"/>
                      <a:pt x="2" y="9"/>
                    </a:cubicBezTo>
                    <a:cubicBezTo>
                      <a:pt x="2" y="11"/>
                      <a:pt x="0" y="11"/>
                      <a:pt x="0" y="13"/>
                    </a:cubicBezTo>
                    <a:cubicBezTo>
                      <a:pt x="1" y="13"/>
                      <a:pt x="2" y="12"/>
                      <a:pt x="3" y="12"/>
                    </a:cubicBezTo>
                    <a:cubicBezTo>
                      <a:pt x="3" y="12"/>
                      <a:pt x="2" y="13"/>
                      <a:pt x="2" y="13"/>
                    </a:cubicBezTo>
                    <a:cubicBezTo>
                      <a:pt x="2" y="13"/>
                      <a:pt x="3" y="13"/>
                      <a:pt x="3" y="12"/>
                    </a:cubicBezTo>
                    <a:cubicBezTo>
                      <a:pt x="3" y="13"/>
                      <a:pt x="3" y="13"/>
                      <a:pt x="3" y="14"/>
                    </a:cubicBezTo>
                    <a:cubicBezTo>
                      <a:pt x="4" y="13"/>
                      <a:pt x="5" y="12"/>
                      <a:pt x="6" y="11"/>
                    </a:cubicBezTo>
                    <a:cubicBezTo>
                      <a:pt x="6" y="12"/>
                      <a:pt x="5" y="13"/>
                      <a:pt x="6" y="14"/>
                    </a:cubicBezTo>
                    <a:cubicBezTo>
                      <a:pt x="6" y="14"/>
                      <a:pt x="7" y="13"/>
                      <a:pt x="8" y="13"/>
                    </a:cubicBezTo>
                    <a:cubicBezTo>
                      <a:pt x="8" y="13"/>
                      <a:pt x="8" y="13"/>
                      <a:pt x="7" y="13"/>
                    </a:cubicBezTo>
                    <a:cubicBezTo>
                      <a:pt x="9" y="13"/>
                      <a:pt x="10" y="12"/>
                      <a:pt x="11" y="12"/>
                    </a:cubicBezTo>
                    <a:cubicBezTo>
                      <a:pt x="11" y="12"/>
                      <a:pt x="10" y="13"/>
                      <a:pt x="10" y="14"/>
                    </a:cubicBezTo>
                    <a:cubicBezTo>
                      <a:pt x="12" y="12"/>
                      <a:pt x="14" y="11"/>
                      <a:pt x="17" y="11"/>
                    </a:cubicBezTo>
                    <a:cubicBezTo>
                      <a:pt x="16" y="11"/>
                      <a:pt x="14" y="12"/>
                      <a:pt x="14" y="13"/>
                    </a:cubicBezTo>
                    <a:cubicBezTo>
                      <a:pt x="16" y="13"/>
                      <a:pt x="18" y="12"/>
                      <a:pt x="20" y="12"/>
                    </a:cubicBezTo>
                    <a:cubicBezTo>
                      <a:pt x="19" y="12"/>
                      <a:pt x="19" y="13"/>
                      <a:pt x="18" y="13"/>
                    </a:cubicBezTo>
                    <a:cubicBezTo>
                      <a:pt x="20" y="13"/>
                      <a:pt x="22" y="12"/>
                      <a:pt x="23" y="13"/>
                    </a:cubicBezTo>
                    <a:cubicBezTo>
                      <a:pt x="23" y="13"/>
                      <a:pt x="23" y="13"/>
                      <a:pt x="23" y="13"/>
                    </a:cubicBezTo>
                    <a:cubicBezTo>
                      <a:pt x="25" y="15"/>
                      <a:pt x="29" y="12"/>
                      <a:pt x="31" y="13"/>
                    </a:cubicBezTo>
                    <a:cubicBezTo>
                      <a:pt x="30" y="14"/>
                      <a:pt x="30" y="14"/>
                      <a:pt x="30" y="14"/>
                    </a:cubicBezTo>
                    <a:cubicBezTo>
                      <a:pt x="30" y="14"/>
                      <a:pt x="31" y="14"/>
                      <a:pt x="32" y="14"/>
                    </a:cubicBezTo>
                    <a:cubicBezTo>
                      <a:pt x="31" y="14"/>
                      <a:pt x="31" y="14"/>
                      <a:pt x="31" y="15"/>
                    </a:cubicBezTo>
                    <a:cubicBezTo>
                      <a:pt x="31" y="15"/>
                      <a:pt x="32" y="15"/>
                      <a:pt x="32" y="15"/>
                    </a:cubicBezTo>
                    <a:cubicBezTo>
                      <a:pt x="32" y="15"/>
                      <a:pt x="32" y="15"/>
                      <a:pt x="32" y="15"/>
                    </a:cubicBezTo>
                    <a:cubicBezTo>
                      <a:pt x="33" y="16"/>
                      <a:pt x="34" y="16"/>
                      <a:pt x="35" y="16"/>
                    </a:cubicBezTo>
                    <a:cubicBezTo>
                      <a:pt x="35" y="16"/>
                      <a:pt x="35" y="16"/>
                      <a:pt x="35" y="17"/>
                    </a:cubicBezTo>
                    <a:cubicBezTo>
                      <a:pt x="37" y="17"/>
                      <a:pt x="38" y="16"/>
                      <a:pt x="39" y="17"/>
                    </a:cubicBezTo>
                    <a:cubicBezTo>
                      <a:pt x="39" y="18"/>
                      <a:pt x="38" y="18"/>
                      <a:pt x="38" y="18"/>
                    </a:cubicBezTo>
                    <a:cubicBezTo>
                      <a:pt x="39" y="19"/>
                      <a:pt x="40" y="18"/>
                      <a:pt x="41" y="19"/>
                    </a:cubicBezTo>
                    <a:cubicBezTo>
                      <a:pt x="41" y="19"/>
                      <a:pt x="41" y="19"/>
                      <a:pt x="41" y="19"/>
                    </a:cubicBezTo>
                    <a:cubicBezTo>
                      <a:pt x="42" y="20"/>
                      <a:pt x="44" y="20"/>
                      <a:pt x="45" y="21"/>
                    </a:cubicBezTo>
                    <a:cubicBezTo>
                      <a:pt x="45" y="22"/>
                      <a:pt x="45" y="22"/>
                      <a:pt x="46" y="22"/>
                    </a:cubicBezTo>
                    <a:cubicBezTo>
                      <a:pt x="45" y="21"/>
                      <a:pt x="44" y="20"/>
                      <a:pt x="43" y="19"/>
                    </a:cubicBezTo>
                    <a:cubicBezTo>
                      <a:pt x="44" y="19"/>
                      <a:pt x="44" y="19"/>
                      <a:pt x="45" y="19"/>
                    </a:cubicBezTo>
                    <a:cubicBezTo>
                      <a:pt x="45" y="18"/>
                      <a:pt x="44" y="18"/>
                      <a:pt x="43" y="18"/>
                    </a:cubicBezTo>
                    <a:cubicBezTo>
                      <a:pt x="45" y="15"/>
                      <a:pt x="35" y="14"/>
                      <a:pt x="34" y="14"/>
                    </a:cubicBezTo>
                    <a:cubicBezTo>
                      <a:pt x="35" y="13"/>
                      <a:pt x="35" y="13"/>
                      <a:pt x="36" y="12"/>
                    </a:cubicBezTo>
                    <a:cubicBezTo>
                      <a:pt x="34" y="12"/>
                      <a:pt x="31" y="11"/>
                      <a:pt x="34" y="11"/>
                    </a:cubicBezTo>
                    <a:cubicBezTo>
                      <a:pt x="33" y="10"/>
                      <a:pt x="30" y="10"/>
                      <a:pt x="31" y="8"/>
                    </a:cubicBezTo>
                    <a:cubicBezTo>
                      <a:pt x="30" y="9"/>
                      <a:pt x="29" y="9"/>
                      <a:pt x="28" y="8"/>
                    </a:cubicBezTo>
                    <a:cubicBezTo>
                      <a:pt x="28" y="8"/>
                      <a:pt x="29" y="7"/>
                      <a:pt x="29" y="7"/>
                    </a:cubicBezTo>
                    <a:cubicBezTo>
                      <a:pt x="29" y="7"/>
                      <a:pt x="27" y="8"/>
                      <a:pt x="26" y="7"/>
                    </a:cubicBezTo>
                    <a:cubicBezTo>
                      <a:pt x="25" y="6"/>
                      <a:pt x="26" y="4"/>
                      <a:pt x="25" y="3"/>
                    </a:cubicBezTo>
                    <a:cubicBezTo>
                      <a:pt x="23" y="4"/>
                      <a:pt x="22" y="7"/>
                      <a:pt x="20" y="6"/>
                    </a:cubicBezTo>
                    <a:cubicBezTo>
                      <a:pt x="18" y="6"/>
                      <a:pt x="19" y="4"/>
                      <a:pt x="17" y="3"/>
                    </a:cubicBezTo>
                    <a:cubicBezTo>
                      <a:pt x="17" y="4"/>
                      <a:pt x="17" y="4"/>
                      <a:pt x="17" y="4"/>
                    </a:cubicBezTo>
                    <a:cubicBezTo>
                      <a:pt x="16" y="3"/>
                      <a:pt x="16" y="2"/>
                      <a:pt x="15" y="2"/>
                    </a:cubicBezTo>
                    <a:cubicBezTo>
                      <a:pt x="15" y="5"/>
                      <a:pt x="13" y="1"/>
                      <a:pt x="12" y="1"/>
                    </a:cubicBezTo>
                    <a:cubicBezTo>
                      <a:pt x="12" y="2"/>
                      <a:pt x="12" y="2"/>
                      <a:pt x="12" y="3"/>
                    </a:cubicBezTo>
                    <a:cubicBezTo>
                      <a:pt x="10" y="2"/>
                      <a:pt x="10" y="1"/>
                      <a:pt x="8" y="0"/>
                    </a:cubicBezTo>
                    <a:cubicBezTo>
                      <a:pt x="9" y="0"/>
                      <a:pt x="8" y="1"/>
                      <a:pt x="9" y="2"/>
                    </a:cubicBezTo>
                    <a:cubicBezTo>
                      <a:pt x="8" y="2"/>
                      <a:pt x="7" y="1"/>
                      <a:pt x="6" y="0"/>
                    </a:cubicBezTo>
                    <a:cubicBezTo>
                      <a:pt x="4" y="2"/>
                      <a:pt x="6" y="3"/>
                      <a:pt x="7" y="4"/>
                    </a:cubicBezTo>
                  </a:path>
                </a:pathLst>
              </a:custGeom>
              <a:solidFill>
                <a:srgbClr val="ADAD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293" name="Freeform 887">
                <a:extLst>
                  <a:ext uri="{FF2B5EF4-FFF2-40B4-BE49-F238E27FC236}">
                    <a16:creationId xmlns:a16="http://schemas.microsoft.com/office/drawing/2014/main" id="{0AEC3B3B-E226-47C7-A6A2-A494672A9D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7" y="936"/>
                <a:ext cx="32" cy="18"/>
              </a:xfrm>
              <a:custGeom>
                <a:avLst/>
                <a:gdLst>
                  <a:gd name="T0" fmla="*/ 0 w 21"/>
                  <a:gd name="T1" fmla="*/ 0 h 12"/>
                  <a:gd name="T2" fmla="*/ 21 w 21"/>
                  <a:gd name="T3" fmla="*/ 12 h 12"/>
                  <a:gd name="T4" fmla="*/ 35 w 21"/>
                  <a:gd name="T5" fmla="*/ 26 h 12"/>
                  <a:gd name="T6" fmla="*/ 49 w 21"/>
                  <a:gd name="T7" fmla="*/ 35 h 12"/>
                  <a:gd name="T8" fmla="*/ 75 w 21"/>
                  <a:gd name="T9" fmla="*/ 41 h 12"/>
                  <a:gd name="T10" fmla="*/ 40 w 21"/>
                  <a:gd name="T11" fmla="*/ 26 h 12"/>
                  <a:gd name="T12" fmla="*/ 61 w 21"/>
                  <a:gd name="T13" fmla="*/ 27 h 12"/>
                  <a:gd name="T14" fmla="*/ 41 w 21"/>
                  <a:gd name="T15" fmla="*/ 26 h 12"/>
                  <a:gd name="T16" fmla="*/ 26 w 21"/>
                  <a:gd name="T17" fmla="*/ 14 h 12"/>
                  <a:gd name="T18" fmla="*/ 14 w 21"/>
                  <a:gd name="T19" fmla="*/ 8 h 12"/>
                  <a:gd name="T20" fmla="*/ 0 w 21"/>
                  <a:gd name="T21" fmla="*/ 0 h 1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1" h="12">
                    <a:moveTo>
                      <a:pt x="0" y="0"/>
                    </a:moveTo>
                    <a:cubicBezTo>
                      <a:pt x="2" y="0"/>
                      <a:pt x="4" y="2"/>
                      <a:pt x="6" y="3"/>
                    </a:cubicBezTo>
                    <a:cubicBezTo>
                      <a:pt x="7" y="4"/>
                      <a:pt x="8" y="5"/>
                      <a:pt x="10" y="7"/>
                    </a:cubicBezTo>
                    <a:cubicBezTo>
                      <a:pt x="11" y="8"/>
                      <a:pt x="13" y="10"/>
                      <a:pt x="14" y="10"/>
                    </a:cubicBezTo>
                    <a:cubicBezTo>
                      <a:pt x="16" y="11"/>
                      <a:pt x="20" y="12"/>
                      <a:pt x="21" y="12"/>
                    </a:cubicBezTo>
                    <a:cubicBezTo>
                      <a:pt x="18" y="10"/>
                      <a:pt x="13" y="10"/>
                      <a:pt x="11" y="7"/>
                    </a:cubicBezTo>
                    <a:cubicBezTo>
                      <a:pt x="13" y="8"/>
                      <a:pt x="15" y="7"/>
                      <a:pt x="17" y="8"/>
                    </a:cubicBezTo>
                    <a:cubicBezTo>
                      <a:pt x="15" y="8"/>
                      <a:pt x="14" y="7"/>
                      <a:pt x="12" y="7"/>
                    </a:cubicBezTo>
                    <a:cubicBezTo>
                      <a:pt x="10" y="6"/>
                      <a:pt x="9" y="5"/>
                      <a:pt x="7" y="4"/>
                    </a:cubicBezTo>
                    <a:cubicBezTo>
                      <a:pt x="6" y="4"/>
                      <a:pt x="5" y="2"/>
                      <a:pt x="4" y="2"/>
                    </a:cubicBezTo>
                    <a:cubicBezTo>
                      <a:pt x="3" y="1"/>
                      <a:pt x="2" y="1"/>
                      <a:pt x="0" y="0"/>
                    </a:cubicBezTo>
                  </a:path>
                </a:pathLst>
              </a:custGeom>
              <a:solidFill>
                <a:srgbClr val="8E4C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294" name="Freeform 888">
                <a:extLst>
                  <a:ext uri="{FF2B5EF4-FFF2-40B4-BE49-F238E27FC236}">
                    <a16:creationId xmlns:a16="http://schemas.microsoft.com/office/drawing/2014/main" id="{52553DFA-81B6-49D6-B897-3CAE3BDB9E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5" y="933"/>
                <a:ext cx="18" cy="7"/>
              </a:xfrm>
              <a:custGeom>
                <a:avLst/>
                <a:gdLst>
                  <a:gd name="T0" fmla="*/ 0 w 12"/>
                  <a:gd name="T1" fmla="*/ 0 h 5"/>
                  <a:gd name="T2" fmla="*/ 21 w 12"/>
                  <a:gd name="T3" fmla="*/ 11 h 5"/>
                  <a:gd name="T4" fmla="*/ 41 w 12"/>
                  <a:gd name="T5" fmla="*/ 14 h 5"/>
                  <a:gd name="T6" fmla="*/ 18 w 12"/>
                  <a:gd name="T7" fmla="*/ 8 h 5"/>
                  <a:gd name="T8" fmla="*/ 0 w 12"/>
                  <a:gd name="T9" fmla="*/ 1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5">
                    <a:moveTo>
                      <a:pt x="0" y="0"/>
                    </a:moveTo>
                    <a:cubicBezTo>
                      <a:pt x="1" y="2"/>
                      <a:pt x="3" y="3"/>
                      <a:pt x="6" y="4"/>
                    </a:cubicBezTo>
                    <a:cubicBezTo>
                      <a:pt x="8" y="4"/>
                      <a:pt x="10" y="5"/>
                      <a:pt x="12" y="5"/>
                    </a:cubicBezTo>
                    <a:cubicBezTo>
                      <a:pt x="9" y="4"/>
                      <a:pt x="7" y="3"/>
                      <a:pt x="5" y="3"/>
                    </a:cubicBezTo>
                    <a:cubicBezTo>
                      <a:pt x="3" y="2"/>
                      <a:pt x="1" y="2"/>
                      <a:pt x="0" y="1"/>
                    </a:cubicBezTo>
                  </a:path>
                </a:pathLst>
              </a:custGeom>
              <a:solidFill>
                <a:srgbClr val="8E4C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295" name="Freeform 889">
                <a:extLst>
                  <a:ext uri="{FF2B5EF4-FFF2-40B4-BE49-F238E27FC236}">
                    <a16:creationId xmlns:a16="http://schemas.microsoft.com/office/drawing/2014/main" id="{8541B708-3391-4372-BA31-C070BD0C38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4" y="930"/>
                <a:ext cx="12" cy="4"/>
              </a:xfrm>
              <a:custGeom>
                <a:avLst/>
                <a:gdLst>
                  <a:gd name="T0" fmla="*/ 0 w 8"/>
                  <a:gd name="T1" fmla="*/ 0 h 3"/>
                  <a:gd name="T2" fmla="*/ 18 w 8"/>
                  <a:gd name="T3" fmla="*/ 7 h 3"/>
                  <a:gd name="T4" fmla="*/ 27 w 8"/>
                  <a:gd name="T5" fmla="*/ 7 h 3"/>
                  <a:gd name="T6" fmla="*/ 12 w 8"/>
                  <a:gd name="T7" fmla="*/ 1 h 3"/>
                  <a:gd name="T8" fmla="*/ 0 w 8"/>
                  <a:gd name="T9" fmla="*/ 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3">
                    <a:moveTo>
                      <a:pt x="0" y="0"/>
                    </a:moveTo>
                    <a:cubicBezTo>
                      <a:pt x="1" y="1"/>
                      <a:pt x="3" y="2"/>
                      <a:pt x="5" y="3"/>
                    </a:cubicBezTo>
                    <a:cubicBezTo>
                      <a:pt x="6" y="3"/>
                      <a:pt x="7" y="3"/>
                      <a:pt x="8" y="3"/>
                    </a:cubicBezTo>
                    <a:cubicBezTo>
                      <a:pt x="6" y="2"/>
                      <a:pt x="5" y="2"/>
                      <a:pt x="3" y="1"/>
                    </a:cubicBezTo>
                    <a:cubicBezTo>
                      <a:pt x="2" y="1"/>
                      <a:pt x="1" y="1"/>
                      <a:pt x="0" y="1"/>
                    </a:cubicBezTo>
                  </a:path>
                </a:pathLst>
              </a:custGeom>
              <a:solidFill>
                <a:srgbClr val="8E4C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296" name="Freeform 890">
                <a:extLst>
                  <a:ext uri="{FF2B5EF4-FFF2-40B4-BE49-F238E27FC236}">
                    <a16:creationId xmlns:a16="http://schemas.microsoft.com/office/drawing/2014/main" id="{4A26F7DC-B4DE-453D-9BC7-38772E1FA4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9" y="964"/>
                <a:ext cx="21" cy="8"/>
              </a:xfrm>
              <a:custGeom>
                <a:avLst/>
                <a:gdLst>
                  <a:gd name="T0" fmla="*/ 0 w 14"/>
                  <a:gd name="T1" fmla="*/ 0 h 5"/>
                  <a:gd name="T2" fmla="*/ 21 w 14"/>
                  <a:gd name="T3" fmla="*/ 5 h 5"/>
                  <a:gd name="T4" fmla="*/ 32 w 14"/>
                  <a:gd name="T5" fmla="*/ 13 h 5"/>
                  <a:gd name="T6" fmla="*/ 48 w 14"/>
                  <a:gd name="T7" fmla="*/ 21 h 5"/>
                  <a:gd name="T8" fmla="*/ 21 w 14"/>
                  <a:gd name="T9" fmla="*/ 13 h 5"/>
                  <a:gd name="T10" fmla="*/ 5 w 14"/>
                  <a:gd name="T11" fmla="*/ 0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" h="5">
                    <a:moveTo>
                      <a:pt x="0" y="0"/>
                    </a:moveTo>
                    <a:cubicBezTo>
                      <a:pt x="2" y="0"/>
                      <a:pt x="4" y="1"/>
                      <a:pt x="6" y="1"/>
                    </a:cubicBezTo>
                    <a:cubicBezTo>
                      <a:pt x="7" y="2"/>
                      <a:pt x="8" y="3"/>
                      <a:pt x="9" y="3"/>
                    </a:cubicBezTo>
                    <a:cubicBezTo>
                      <a:pt x="11" y="4"/>
                      <a:pt x="13" y="4"/>
                      <a:pt x="14" y="5"/>
                    </a:cubicBezTo>
                    <a:cubicBezTo>
                      <a:pt x="11" y="5"/>
                      <a:pt x="8" y="4"/>
                      <a:pt x="6" y="3"/>
                    </a:cubicBezTo>
                    <a:cubicBezTo>
                      <a:pt x="5" y="2"/>
                      <a:pt x="2" y="0"/>
                      <a:pt x="1" y="0"/>
                    </a:cubicBezTo>
                  </a:path>
                </a:pathLst>
              </a:custGeom>
              <a:solidFill>
                <a:srgbClr val="8E4C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297" name="Freeform 891">
                <a:extLst>
                  <a:ext uri="{FF2B5EF4-FFF2-40B4-BE49-F238E27FC236}">
                    <a16:creationId xmlns:a16="http://schemas.microsoft.com/office/drawing/2014/main" id="{6C5F600A-201D-4406-AF33-769544AC2E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9" y="875"/>
                <a:ext cx="45" cy="52"/>
              </a:xfrm>
              <a:custGeom>
                <a:avLst/>
                <a:gdLst>
                  <a:gd name="T0" fmla="*/ 102 w 30"/>
                  <a:gd name="T1" fmla="*/ 0 h 34"/>
                  <a:gd name="T2" fmla="*/ 66 w 30"/>
                  <a:gd name="T3" fmla="*/ 26 h 34"/>
                  <a:gd name="T4" fmla="*/ 41 w 30"/>
                  <a:gd name="T5" fmla="*/ 49 h 34"/>
                  <a:gd name="T6" fmla="*/ 0 w 30"/>
                  <a:gd name="T7" fmla="*/ 122 h 34"/>
                  <a:gd name="T8" fmla="*/ 27 w 30"/>
                  <a:gd name="T9" fmla="*/ 67 h 34"/>
                  <a:gd name="T10" fmla="*/ 45 w 30"/>
                  <a:gd name="T11" fmla="*/ 32 h 34"/>
                  <a:gd name="T12" fmla="*/ 95 w 30"/>
                  <a:gd name="T13" fmla="*/ 0 h 3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34">
                    <a:moveTo>
                      <a:pt x="30" y="0"/>
                    </a:moveTo>
                    <a:cubicBezTo>
                      <a:pt x="27" y="4"/>
                      <a:pt x="23" y="5"/>
                      <a:pt x="19" y="7"/>
                    </a:cubicBezTo>
                    <a:cubicBezTo>
                      <a:pt x="16" y="8"/>
                      <a:pt x="14" y="11"/>
                      <a:pt x="12" y="14"/>
                    </a:cubicBezTo>
                    <a:cubicBezTo>
                      <a:pt x="8" y="21"/>
                      <a:pt x="3" y="27"/>
                      <a:pt x="0" y="34"/>
                    </a:cubicBezTo>
                    <a:cubicBezTo>
                      <a:pt x="4" y="30"/>
                      <a:pt x="6" y="24"/>
                      <a:pt x="8" y="19"/>
                    </a:cubicBezTo>
                    <a:cubicBezTo>
                      <a:pt x="10" y="16"/>
                      <a:pt x="11" y="11"/>
                      <a:pt x="13" y="9"/>
                    </a:cubicBezTo>
                    <a:cubicBezTo>
                      <a:pt x="18" y="5"/>
                      <a:pt x="24" y="5"/>
                      <a:pt x="28" y="0"/>
                    </a:cubicBezTo>
                  </a:path>
                </a:pathLst>
              </a:custGeom>
              <a:solidFill>
                <a:srgbClr val="8E4C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298" name="Freeform 892">
                <a:extLst>
                  <a:ext uri="{FF2B5EF4-FFF2-40B4-BE49-F238E27FC236}">
                    <a16:creationId xmlns:a16="http://schemas.microsoft.com/office/drawing/2014/main" id="{CE0536D8-2675-4470-A875-14B4928F39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3" y="954"/>
                <a:ext cx="17" cy="10"/>
              </a:xfrm>
              <a:custGeom>
                <a:avLst/>
                <a:gdLst>
                  <a:gd name="T0" fmla="*/ 40 w 11"/>
                  <a:gd name="T1" fmla="*/ 0 h 7"/>
                  <a:gd name="T2" fmla="*/ 0 w 11"/>
                  <a:gd name="T3" fmla="*/ 20 h 7"/>
                  <a:gd name="T4" fmla="*/ 22 w 11"/>
                  <a:gd name="T5" fmla="*/ 13 h 7"/>
                  <a:gd name="T6" fmla="*/ 36 w 11"/>
                  <a:gd name="T7" fmla="*/ 0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7">
                    <a:moveTo>
                      <a:pt x="11" y="0"/>
                    </a:moveTo>
                    <a:cubicBezTo>
                      <a:pt x="7" y="2"/>
                      <a:pt x="2" y="4"/>
                      <a:pt x="0" y="7"/>
                    </a:cubicBezTo>
                    <a:cubicBezTo>
                      <a:pt x="2" y="6"/>
                      <a:pt x="4" y="5"/>
                      <a:pt x="6" y="4"/>
                    </a:cubicBezTo>
                    <a:cubicBezTo>
                      <a:pt x="7" y="2"/>
                      <a:pt x="9" y="0"/>
                      <a:pt x="10" y="0"/>
                    </a:cubicBezTo>
                  </a:path>
                </a:pathLst>
              </a:custGeom>
              <a:solidFill>
                <a:srgbClr val="8E4C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299" name="Freeform 893">
                <a:extLst>
                  <a:ext uri="{FF2B5EF4-FFF2-40B4-BE49-F238E27FC236}">
                    <a16:creationId xmlns:a16="http://schemas.microsoft.com/office/drawing/2014/main" id="{6DB3E57B-3D0F-4E51-BA7F-D82D727995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2" y="957"/>
                <a:ext cx="11" cy="13"/>
              </a:xfrm>
              <a:custGeom>
                <a:avLst/>
                <a:gdLst>
                  <a:gd name="T0" fmla="*/ 27 w 7"/>
                  <a:gd name="T1" fmla="*/ 0 h 9"/>
                  <a:gd name="T2" fmla="*/ 0 w 7"/>
                  <a:gd name="T3" fmla="*/ 27 h 9"/>
                  <a:gd name="T4" fmla="*/ 27 w 7"/>
                  <a:gd name="T5" fmla="*/ 1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9">
                    <a:moveTo>
                      <a:pt x="7" y="0"/>
                    </a:moveTo>
                    <a:cubicBezTo>
                      <a:pt x="4" y="3"/>
                      <a:pt x="2" y="5"/>
                      <a:pt x="0" y="9"/>
                    </a:cubicBezTo>
                    <a:cubicBezTo>
                      <a:pt x="3" y="8"/>
                      <a:pt x="6" y="4"/>
                      <a:pt x="7" y="1"/>
                    </a:cubicBezTo>
                  </a:path>
                </a:pathLst>
              </a:custGeom>
              <a:solidFill>
                <a:srgbClr val="8E4C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300" name="Freeform 894">
                <a:extLst>
                  <a:ext uri="{FF2B5EF4-FFF2-40B4-BE49-F238E27FC236}">
                    <a16:creationId xmlns:a16="http://schemas.microsoft.com/office/drawing/2014/main" id="{7B120D47-143A-47D6-9668-747430319F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7" y="961"/>
                <a:ext cx="38" cy="25"/>
              </a:xfrm>
              <a:custGeom>
                <a:avLst/>
                <a:gdLst>
                  <a:gd name="T0" fmla="*/ 88 w 25"/>
                  <a:gd name="T1" fmla="*/ 0 h 16"/>
                  <a:gd name="T2" fmla="*/ 49 w 25"/>
                  <a:gd name="T3" fmla="*/ 42 h 16"/>
                  <a:gd name="T4" fmla="*/ 21 w 25"/>
                  <a:gd name="T5" fmla="*/ 56 h 16"/>
                  <a:gd name="T6" fmla="*/ 0 w 25"/>
                  <a:gd name="T7" fmla="*/ 61 h 16"/>
                  <a:gd name="T8" fmla="*/ 46 w 25"/>
                  <a:gd name="T9" fmla="*/ 31 h 16"/>
                  <a:gd name="T10" fmla="*/ 62 w 25"/>
                  <a:gd name="T11" fmla="*/ 13 h 16"/>
                  <a:gd name="T12" fmla="*/ 88 w 25"/>
                  <a:gd name="T13" fmla="*/ 0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" h="16">
                    <a:moveTo>
                      <a:pt x="25" y="0"/>
                    </a:moveTo>
                    <a:cubicBezTo>
                      <a:pt x="19" y="2"/>
                      <a:pt x="18" y="7"/>
                      <a:pt x="14" y="11"/>
                    </a:cubicBezTo>
                    <a:cubicBezTo>
                      <a:pt x="11" y="13"/>
                      <a:pt x="9" y="15"/>
                      <a:pt x="6" y="15"/>
                    </a:cubicBezTo>
                    <a:cubicBezTo>
                      <a:pt x="4" y="16"/>
                      <a:pt x="2" y="16"/>
                      <a:pt x="0" y="16"/>
                    </a:cubicBezTo>
                    <a:cubicBezTo>
                      <a:pt x="6" y="15"/>
                      <a:pt x="10" y="14"/>
                      <a:pt x="13" y="8"/>
                    </a:cubicBezTo>
                    <a:cubicBezTo>
                      <a:pt x="15" y="6"/>
                      <a:pt x="16" y="4"/>
                      <a:pt x="18" y="3"/>
                    </a:cubicBezTo>
                    <a:cubicBezTo>
                      <a:pt x="20" y="1"/>
                      <a:pt x="23" y="1"/>
                      <a:pt x="25" y="0"/>
                    </a:cubicBezTo>
                  </a:path>
                </a:pathLst>
              </a:custGeom>
              <a:solidFill>
                <a:srgbClr val="8E4C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301" name="Freeform 895">
                <a:extLst>
                  <a:ext uri="{FF2B5EF4-FFF2-40B4-BE49-F238E27FC236}">
                    <a16:creationId xmlns:a16="http://schemas.microsoft.com/office/drawing/2014/main" id="{98294F06-EB76-49EC-B337-F4FF3ACD0F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8" y="909"/>
                <a:ext cx="15" cy="27"/>
              </a:xfrm>
              <a:custGeom>
                <a:avLst/>
                <a:gdLst>
                  <a:gd name="T0" fmla="*/ 0 w 10"/>
                  <a:gd name="T1" fmla="*/ 62 h 18"/>
                  <a:gd name="T2" fmla="*/ 18 w 10"/>
                  <a:gd name="T3" fmla="*/ 35 h 18"/>
                  <a:gd name="T4" fmla="*/ 27 w 10"/>
                  <a:gd name="T5" fmla="*/ 21 h 18"/>
                  <a:gd name="T6" fmla="*/ 32 w 10"/>
                  <a:gd name="T7" fmla="*/ 0 h 18"/>
                  <a:gd name="T8" fmla="*/ 32 w 10"/>
                  <a:gd name="T9" fmla="*/ 21 h 18"/>
                  <a:gd name="T10" fmla="*/ 26 w 10"/>
                  <a:gd name="T11" fmla="*/ 35 h 18"/>
                  <a:gd name="T12" fmla="*/ 0 w 10"/>
                  <a:gd name="T13" fmla="*/ 59 h 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18">
                    <a:moveTo>
                      <a:pt x="0" y="18"/>
                    </a:moveTo>
                    <a:cubicBezTo>
                      <a:pt x="3" y="17"/>
                      <a:pt x="4" y="13"/>
                      <a:pt x="5" y="10"/>
                    </a:cubicBezTo>
                    <a:cubicBezTo>
                      <a:pt x="6" y="9"/>
                      <a:pt x="8" y="7"/>
                      <a:pt x="8" y="6"/>
                    </a:cubicBezTo>
                    <a:cubicBezTo>
                      <a:pt x="9" y="4"/>
                      <a:pt x="9" y="2"/>
                      <a:pt x="9" y="0"/>
                    </a:cubicBezTo>
                    <a:cubicBezTo>
                      <a:pt x="9" y="2"/>
                      <a:pt x="10" y="4"/>
                      <a:pt x="9" y="6"/>
                    </a:cubicBezTo>
                    <a:cubicBezTo>
                      <a:pt x="9" y="9"/>
                      <a:pt x="9" y="8"/>
                      <a:pt x="7" y="10"/>
                    </a:cubicBezTo>
                    <a:cubicBezTo>
                      <a:pt x="5" y="13"/>
                      <a:pt x="4" y="16"/>
                      <a:pt x="0" y="17"/>
                    </a:cubicBezTo>
                  </a:path>
                </a:pathLst>
              </a:custGeom>
              <a:solidFill>
                <a:srgbClr val="8E4C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302" name="Freeform 896">
                <a:extLst>
                  <a:ext uri="{FF2B5EF4-FFF2-40B4-BE49-F238E27FC236}">
                    <a16:creationId xmlns:a16="http://schemas.microsoft.com/office/drawing/2014/main" id="{610C5479-6470-4547-86D6-97126DEFD1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4" y="922"/>
                <a:ext cx="12" cy="11"/>
              </a:xfrm>
              <a:custGeom>
                <a:avLst/>
                <a:gdLst>
                  <a:gd name="T0" fmla="*/ 0 w 8"/>
                  <a:gd name="T1" fmla="*/ 27 h 7"/>
                  <a:gd name="T2" fmla="*/ 12 w 8"/>
                  <a:gd name="T3" fmla="*/ 13 h 7"/>
                  <a:gd name="T4" fmla="*/ 27 w 8"/>
                  <a:gd name="T5" fmla="*/ 0 h 7"/>
                  <a:gd name="T6" fmla="*/ 5 w 8"/>
                  <a:gd name="T7" fmla="*/ 27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7">
                    <a:moveTo>
                      <a:pt x="0" y="7"/>
                    </a:moveTo>
                    <a:cubicBezTo>
                      <a:pt x="2" y="6"/>
                      <a:pt x="2" y="4"/>
                      <a:pt x="3" y="3"/>
                    </a:cubicBezTo>
                    <a:cubicBezTo>
                      <a:pt x="5" y="2"/>
                      <a:pt x="7" y="2"/>
                      <a:pt x="8" y="0"/>
                    </a:cubicBezTo>
                    <a:cubicBezTo>
                      <a:pt x="7" y="4"/>
                      <a:pt x="2" y="4"/>
                      <a:pt x="1" y="7"/>
                    </a:cubicBezTo>
                  </a:path>
                </a:pathLst>
              </a:custGeom>
              <a:solidFill>
                <a:srgbClr val="8E4C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303" name="Freeform 897">
                <a:extLst>
                  <a:ext uri="{FF2B5EF4-FFF2-40B4-BE49-F238E27FC236}">
                    <a16:creationId xmlns:a16="http://schemas.microsoft.com/office/drawing/2014/main" id="{A3ADEEC1-76B7-4302-9AB6-E67F39A9A3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1" y="937"/>
                <a:ext cx="20" cy="21"/>
              </a:xfrm>
              <a:custGeom>
                <a:avLst/>
                <a:gdLst>
                  <a:gd name="T0" fmla="*/ 0 w 13"/>
                  <a:gd name="T1" fmla="*/ 21 h 14"/>
                  <a:gd name="T2" fmla="*/ 14 w 13"/>
                  <a:gd name="T3" fmla="*/ 21 h 14"/>
                  <a:gd name="T4" fmla="*/ 28 w 13"/>
                  <a:gd name="T5" fmla="*/ 18 h 14"/>
                  <a:gd name="T6" fmla="*/ 40 w 13"/>
                  <a:gd name="T7" fmla="*/ 8 h 14"/>
                  <a:gd name="T8" fmla="*/ 48 w 13"/>
                  <a:gd name="T9" fmla="*/ 0 h 14"/>
                  <a:gd name="T10" fmla="*/ 43 w 13"/>
                  <a:gd name="T11" fmla="*/ 12 h 14"/>
                  <a:gd name="T12" fmla="*/ 48 w 13"/>
                  <a:gd name="T13" fmla="*/ 14 h 14"/>
                  <a:gd name="T14" fmla="*/ 48 w 13"/>
                  <a:gd name="T15" fmla="*/ 21 h 14"/>
                  <a:gd name="T16" fmla="*/ 48 w 13"/>
                  <a:gd name="T17" fmla="*/ 35 h 14"/>
                  <a:gd name="T18" fmla="*/ 35 w 13"/>
                  <a:gd name="T19" fmla="*/ 48 h 14"/>
                  <a:gd name="T20" fmla="*/ 43 w 13"/>
                  <a:gd name="T21" fmla="*/ 32 h 14"/>
                  <a:gd name="T22" fmla="*/ 28 w 13"/>
                  <a:gd name="T23" fmla="*/ 27 h 14"/>
                  <a:gd name="T24" fmla="*/ 12 w 13"/>
                  <a:gd name="T25" fmla="*/ 26 h 14"/>
                  <a:gd name="T26" fmla="*/ 0 w 13"/>
                  <a:gd name="T27" fmla="*/ 21 h 1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3" h="14">
                    <a:moveTo>
                      <a:pt x="0" y="6"/>
                    </a:moveTo>
                    <a:cubicBezTo>
                      <a:pt x="1" y="5"/>
                      <a:pt x="3" y="6"/>
                      <a:pt x="4" y="6"/>
                    </a:cubicBezTo>
                    <a:cubicBezTo>
                      <a:pt x="5" y="5"/>
                      <a:pt x="7" y="5"/>
                      <a:pt x="8" y="5"/>
                    </a:cubicBezTo>
                    <a:cubicBezTo>
                      <a:pt x="9" y="4"/>
                      <a:pt x="10" y="3"/>
                      <a:pt x="11" y="2"/>
                    </a:cubicBezTo>
                    <a:cubicBezTo>
                      <a:pt x="11" y="2"/>
                      <a:pt x="12" y="1"/>
                      <a:pt x="13" y="0"/>
                    </a:cubicBezTo>
                    <a:cubicBezTo>
                      <a:pt x="12" y="1"/>
                      <a:pt x="12" y="2"/>
                      <a:pt x="12" y="3"/>
                    </a:cubicBezTo>
                    <a:cubicBezTo>
                      <a:pt x="12" y="4"/>
                      <a:pt x="13" y="4"/>
                      <a:pt x="13" y="4"/>
                    </a:cubicBezTo>
                    <a:cubicBezTo>
                      <a:pt x="13" y="5"/>
                      <a:pt x="13" y="6"/>
                      <a:pt x="13" y="6"/>
                    </a:cubicBezTo>
                    <a:cubicBezTo>
                      <a:pt x="13" y="8"/>
                      <a:pt x="13" y="9"/>
                      <a:pt x="13" y="10"/>
                    </a:cubicBezTo>
                    <a:cubicBezTo>
                      <a:pt x="12" y="12"/>
                      <a:pt x="11" y="13"/>
                      <a:pt x="10" y="14"/>
                    </a:cubicBezTo>
                    <a:cubicBezTo>
                      <a:pt x="11" y="13"/>
                      <a:pt x="13" y="10"/>
                      <a:pt x="12" y="9"/>
                    </a:cubicBezTo>
                    <a:cubicBezTo>
                      <a:pt x="11" y="8"/>
                      <a:pt x="9" y="9"/>
                      <a:pt x="8" y="8"/>
                    </a:cubicBezTo>
                    <a:cubicBezTo>
                      <a:pt x="6" y="8"/>
                      <a:pt x="5" y="8"/>
                      <a:pt x="3" y="7"/>
                    </a:cubicBezTo>
                    <a:cubicBezTo>
                      <a:pt x="2" y="7"/>
                      <a:pt x="1" y="6"/>
                      <a:pt x="0" y="6"/>
                    </a:cubicBezTo>
                  </a:path>
                </a:pathLst>
              </a:custGeom>
              <a:solidFill>
                <a:srgbClr val="8E4C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304" name="Freeform 898">
                <a:extLst>
                  <a:ext uri="{FF2B5EF4-FFF2-40B4-BE49-F238E27FC236}">
                    <a16:creationId xmlns:a16="http://schemas.microsoft.com/office/drawing/2014/main" id="{F9F4D4B9-DA5B-4BBE-9F24-8594D2710D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6" y="975"/>
                <a:ext cx="36" cy="6"/>
              </a:xfrm>
              <a:custGeom>
                <a:avLst/>
                <a:gdLst>
                  <a:gd name="T0" fmla="*/ 81 w 24"/>
                  <a:gd name="T1" fmla="*/ 0 h 4"/>
                  <a:gd name="T2" fmla="*/ 39 w 24"/>
                  <a:gd name="T3" fmla="*/ 5 h 4"/>
                  <a:gd name="T4" fmla="*/ 0 w 24"/>
                  <a:gd name="T5" fmla="*/ 5 h 4"/>
                  <a:gd name="T6" fmla="*/ 21 w 24"/>
                  <a:gd name="T7" fmla="*/ 5 h 4"/>
                  <a:gd name="T8" fmla="*/ 45 w 24"/>
                  <a:gd name="T9" fmla="*/ 12 h 4"/>
                  <a:gd name="T10" fmla="*/ 80 w 24"/>
                  <a:gd name="T11" fmla="*/ 0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4" h="4">
                    <a:moveTo>
                      <a:pt x="24" y="0"/>
                    </a:moveTo>
                    <a:cubicBezTo>
                      <a:pt x="21" y="3"/>
                      <a:pt x="15" y="3"/>
                      <a:pt x="11" y="1"/>
                    </a:cubicBezTo>
                    <a:cubicBezTo>
                      <a:pt x="7" y="0"/>
                      <a:pt x="4" y="0"/>
                      <a:pt x="0" y="1"/>
                    </a:cubicBezTo>
                    <a:cubicBezTo>
                      <a:pt x="2" y="1"/>
                      <a:pt x="4" y="1"/>
                      <a:pt x="6" y="1"/>
                    </a:cubicBezTo>
                    <a:cubicBezTo>
                      <a:pt x="9" y="2"/>
                      <a:pt x="11" y="2"/>
                      <a:pt x="13" y="3"/>
                    </a:cubicBezTo>
                    <a:cubicBezTo>
                      <a:pt x="15" y="3"/>
                      <a:pt x="23" y="4"/>
                      <a:pt x="23" y="0"/>
                    </a:cubicBezTo>
                  </a:path>
                </a:pathLst>
              </a:custGeom>
              <a:solidFill>
                <a:srgbClr val="8E4C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305" name="Freeform 899">
                <a:extLst>
                  <a:ext uri="{FF2B5EF4-FFF2-40B4-BE49-F238E27FC236}">
                    <a16:creationId xmlns:a16="http://schemas.microsoft.com/office/drawing/2014/main" id="{427C95B3-E96D-49E8-8DDA-D5676F7029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2" y="978"/>
                <a:ext cx="20" cy="6"/>
              </a:xfrm>
              <a:custGeom>
                <a:avLst/>
                <a:gdLst>
                  <a:gd name="T0" fmla="*/ 48 w 13"/>
                  <a:gd name="T1" fmla="*/ 0 h 4"/>
                  <a:gd name="T2" fmla="*/ 26 w 13"/>
                  <a:gd name="T3" fmla="*/ 8 h 4"/>
                  <a:gd name="T4" fmla="*/ 0 w 13"/>
                  <a:gd name="T5" fmla="*/ 14 h 4"/>
                  <a:gd name="T6" fmla="*/ 28 w 13"/>
                  <a:gd name="T7" fmla="*/ 12 h 4"/>
                  <a:gd name="T8" fmla="*/ 43 w 13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4">
                    <a:moveTo>
                      <a:pt x="13" y="0"/>
                    </a:moveTo>
                    <a:cubicBezTo>
                      <a:pt x="11" y="1"/>
                      <a:pt x="9" y="1"/>
                      <a:pt x="7" y="2"/>
                    </a:cubicBezTo>
                    <a:cubicBezTo>
                      <a:pt x="5" y="3"/>
                      <a:pt x="3" y="4"/>
                      <a:pt x="0" y="4"/>
                    </a:cubicBezTo>
                    <a:cubicBezTo>
                      <a:pt x="3" y="4"/>
                      <a:pt x="5" y="4"/>
                      <a:pt x="8" y="3"/>
                    </a:cubicBezTo>
                    <a:cubicBezTo>
                      <a:pt x="9" y="3"/>
                      <a:pt x="10" y="1"/>
                      <a:pt x="12" y="0"/>
                    </a:cubicBezTo>
                  </a:path>
                </a:pathLst>
              </a:custGeom>
              <a:solidFill>
                <a:srgbClr val="8E4C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306" name="Freeform 900">
                <a:extLst>
                  <a:ext uri="{FF2B5EF4-FFF2-40B4-BE49-F238E27FC236}">
                    <a16:creationId xmlns:a16="http://schemas.microsoft.com/office/drawing/2014/main" id="{20998F1F-0867-46C2-8A3F-769420B918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2" y="978"/>
                <a:ext cx="11" cy="5"/>
              </a:xfrm>
              <a:custGeom>
                <a:avLst/>
                <a:gdLst>
                  <a:gd name="T0" fmla="*/ 27 w 7"/>
                  <a:gd name="T1" fmla="*/ 0 h 3"/>
                  <a:gd name="T2" fmla="*/ 27 w 7"/>
                  <a:gd name="T3" fmla="*/ 0 h 3"/>
                  <a:gd name="T4" fmla="*/ 14 w 7"/>
                  <a:gd name="T5" fmla="*/ 5 h 3"/>
                  <a:gd name="T6" fmla="*/ 0 w 7"/>
                  <a:gd name="T7" fmla="*/ 13 h 3"/>
                  <a:gd name="T8" fmla="*/ 13 w 7"/>
                  <a:gd name="T9" fmla="*/ 5 h 3"/>
                  <a:gd name="T10" fmla="*/ 22 w 7"/>
                  <a:gd name="T11" fmla="*/ 0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" h="3">
                    <a:moveTo>
                      <a:pt x="7" y="0"/>
                    </a:moveTo>
                    <a:cubicBezTo>
                      <a:pt x="7" y="0"/>
                      <a:pt x="7" y="0"/>
                      <a:pt x="7" y="0"/>
                    </a:cubicBezTo>
                    <a:cubicBezTo>
                      <a:pt x="6" y="1"/>
                      <a:pt x="5" y="1"/>
                      <a:pt x="4" y="1"/>
                    </a:cubicBezTo>
                    <a:cubicBezTo>
                      <a:pt x="3" y="2"/>
                      <a:pt x="1" y="3"/>
                      <a:pt x="0" y="3"/>
                    </a:cubicBezTo>
                    <a:cubicBezTo>
                      <a:pt x="1" y="2"/>
                      <a:pt x="2" y="1"/>
                      <a:pt x="3" y="1"/>
                    </a:cubicBezTo>
                    <a:cubicBezTo>
                      <a:pt x="4" y="1"/>
                      <a:pt x="6" y="1"/>
                      <a:pt x="6" y="0"/>
                    </a:cubicBezTo>
                  </a:path>
                </a:pathLst>
              </a:custGeom>
              <a:solidFill>
                <a:srgbClr val="8E4C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307" name="Freeform 901">
                <a:extLst>
                  <a:ext uri="{FF2B5EF4-FFF2-40B4-BE49-F238E27FC236}">
                    <a16:creationId xmlns:a16="http://schemas.microsoft.com/office/drawing/2014/main" id="{F5B9CDC6-3FEC-4E21-8EFF-A195ABCD83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1" y="891"/>
                <a:ext cx="10" cy="34"/>
              </a:xfrm>
              <a:custGeom>
                <a:avLst/>
                <a:gdLst>
                  <a:gd name="T0" fmla="*/ 0 w 7"/>
                  <a:gd name="T1" fmla="*/ 74 h 23"/>
                  <a:gd name="T2" fmla="*/ 14 w 7"/>
                  <a:gd name="T3" fmla="*/ 41 h 23"/>
                  <a:gd name="T4" fmla="*/ 20 w 7"/>
                  <a:gd name="T5" fmla="*/ 0 h 23"/>
                  <a:gd name="T6" fmla="*/ 9 w 7"/>
                  <a:gd name="T7" fmla="*/ 41 h 23"/>
                  <a:gd name="T8" fmla="*/ 1 w 7"/>
                  <a:gd name="T9" fmla="*/ 68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23">
                    <a:moveTo>
                      <a:pt x="0" y="23"/>
                    </a:moveTo>
                    <a:cubicBezTo>
                      <a:pt x="3" y="21"/>
                      <a:pt x="5" y="16"/>
                      <a:pt x="5" y="13"/>
                    </a:cubicBezTo>
                    <a:cubicBezTo>
                      <a:pt x="5" y="9"/>
                      <a:pt x="6" y="4"/>
                      <a:pt x="7" y="0"/>
                    </a:cubicBezTo>
                    <a:cubicBezTo>
                      <a:pt x="5" y="5"/>
                      <a:pt x="4" y="9"/>
                      <a:pt x="3" y="13"/>
                    </a:cubicBezTo>
                    <a:cubicBezTo>
                      <a:pt x="3" y="16"/>
                      <a:pt x="3" y="19"/>
                      <a:pt x="1" y="21"/>
                    </a:cubicBezTo>
                  </a:path>
                </a:pathLst>
              </a:custGeom>
              <a:solidFill>
                <a:srgbClr val="C1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308" name="Freeform 902">
                <a:extLst>
                  <a:ext uri="{FF2B5EF4-FFF2-40B4-BE49-F238E27FC236}">
                    <a16:creationId xmlns:a16="http://schemas.microsoft.com/office/drawing/2014/main" id="{3EB552AB-D0DD-40E0-B40D-5AF206E872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9" y="937"/>
                <a:ext cx="45" cy="32"/>
              </a:xfrm>
              <a:custGeom>
                <a:avLst/>
                <a:gdLst>
                  <a:gd name="T0" fmla="*/ 99 w 30"/>
                  <a:gd name="T1" fmla="*/ 40 h 21"/>
                  <a:gd name="T2" fmla="*/ 86 w 30"/>
                  <a:gd name="T3" fmla="*/ 27 h 21"/>
                  <a:gd name="T4" fmla="*/ 0 w 30"/>
                  <a:gd name="T5" fmla="*/ 41 h 21"/>
                  <a:gd name="T6" fmla="*/ 53 w 30"/>
                  <a:gd name="T7" fmla="*/ 62 h 21"/>
                  <a:gd name="T8" fmla="*/ 93 w 30"/>
                  <a:gd name="T9" fmla="*/ 46 h 21"/>
                  <a:gd name="T10" fmla="*/ 99 w 30"/>
                  <a:gd name="T11" fmla="*/ 40 h 2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0" h="21">
                    <a:moveTo>
                      <a:pt x="29" y="11"/>
                    </a:moveTo>
                    <a:cubicBezTo>
                      <a:pt x="29" y="11"/>
                      <a:pt x="26" y="9"/>
                      <a:pt x="25" y="8"/>
                    </a:cubicBezTo>
                    <a:cubicBezTo>
                      <a:pt x="24" y="8"/>
                      <a:pt x="4" y="0"/>
                      <a:pt x="0" y="12"/>
                    </a:cubicBezTo>
                    <a:cubicBezTo>
                      <a:pt x="0" y="12"/>
                      <a:pt x="5" y="21"/>
                      <a:pt x="15" y="18"/>
                    </a:cubicBezTo>
                    <a:cubicBezTo>
                      <a:pt x="26" y="15"/>
                      <a:pt x="24" y="12"/>
                      <a:pt x="27" y="13"/>
                    </a:cubicBezTo>
                    <a:cubicBezTo>
                      <a:pt x="29" y="13"/>
                      <a:pt x="30" y="13"/>
                      <a:pt x="29" y="11"/>
                    </a:cubicBezTo>
                    <a:close/>
                  </a:path>
                </a:pathLst>
              </a:custGeom>
              <a:solidFill>
                <a:srgbClr val="F9DD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309" name="Freeform 903">
                <a:extLst>
                  <a:ext uri="{FF2B5EF4-FFF2-40B4-BE49-F238E27FC236}">
                    <a16:creationId xmlns:a16="http://schemas.microsoft.com/office/drawing/2014/main" id="{F66399A8-3752-450A-A0DA-76FC823A92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4" y="924"/>
                <a:ext cx="49" cy="22"/>
              </a:xfrm>
              <a:custGeom>
                <a:avLst/>
                <a:gdLst>
                  <a:gd name="T0" fmla="*/ 0 w 32"/>
                  <a:gd name="T1" fmla="*/ 47 h 15"/>
                  <a:gd name="T2" fmla="*/ 115 w 32"/>
                  <a:gd name="T3" fmla="*/ 47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2" h="15">
                    <a:moveTo>
                      <a:pt x="0" y="15"/>
                    </a:moveTo>
                    <a:cubicBezTo>
                      <a:pt x="0" y="15"/>
                      <a:pt x="12" y="0"/>
                      <a:pt x="32" y="15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310" name="Freeform 904">
                <a:extLst>
                  <a:ext uri="{FF2B5EF4-FFF2-40B4-BE49-F238E27FC236}">
                    <a16:creationId xmlns:a16="http://schemas.microsoft.com/office/drawing/2014/main" id="{AA2145D9-4CE5-49C1-8A92-B5C5A7C455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4" y="963"/>
                <a:ext cx="27" cy="12"/>
              </a:xfrm>
              <a:custGeom>
                <a:avLst/>
                <a:gdLst>
                  <a:gd name="T0" fmla="*/ 62 w 18"/>
                  <a:gd name="T1" fmla="*/ 0 h 8"/>
                  <a:gd name="T2" fmla="*/ 41 w 18"/>
                  <a:gd name="T3" fmla="*/ 8 h 8"/>
                  <a:gd name="T4" fmla="*/ 0 w 18"/>
                  <a:gd name="T5" fmla="*/ 21 h 8"/>
                  <a:gd name="T6" fmla="*/ 41 w 18"/>
                  <a:gd name="T7" fmla="*/ 12 h 8"/>
                  <a:gd name="T8" fmla="*/ 62 w 18"/>
                  <a:gd name="T9" fmla="*/ 0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8">
                    <a:moveTo>
                      <a:pt x="18" y="0"/>
                    </a:moveTo>
                    <a:cubicBezTo>
                      <a:pt x="18" y="0"/>
                      <a:pt x="14" y="1"/>
                      <a:pt x="12" y="2"/>
                    </a:cubicBezTo>
                    <a:cubicBezTo>
                      <a:pt x="11" y="4"/>
                      <a:pt x="4" y="7"/>
                      <a:pt x="0" y="6"/>
                    </a:cubicBezTo>
                    <a:cubicBezTo>
                      <a:pt x="0" y="6"/>
                      <a:pt x="4" y="8"/>
                      <a:pt x="12" y="3"/>
                    </a:cubicBezTo>
                    <a:cubicBezTo>
                      <a:pt x="17" y="0"/>
                      <a:pt x="18" y="0"/>
                      <a:pt x="18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311" name="Freeform 905">
                <a:extLst>
                  <a:ext uri="{FF2B5EF4-FFF2-40B4-BE49-F238E27FC236}">
                    <a16:creationId xmlns:a16="http://schemas.microsoft.com/office/drawing/2014/main" id="{EC074614-6D99-4167-9B7A-D1FC077F07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8" y="945"/>
                <a:ext cx="23" cy="19"/>
              </a:xfrm>
              <a:custGeom>
                <a:avLst/>
                <a:gdLst>
                  <a:gd name="T0" fmla="*/ 12 w 15"/>
                  <a:gd name="T1" fmla="*/ 0 h 13"/>
                  <a:gd name="T2" fmla="*/ 0 w 15"/>
                  <a:gd name="T3" fmla="*/ 19 h 13"/>
                  <a:gd name="T4" fmla="*/ 14 w 15"/>
                  <a:gd name="T5" fmla="*/ 41 h 13"/>
                  <a:gd name="T6" fmla="*/ 35 w 15"/>
                  <a:gd name="T7" fmla="*/ 41 h 13"/>
                  <a:gd name="T8" fmla="*/ 48 w 15"/>
                  <a:gd name="T9" fmla="*/ 38 h 13"/>
                  <a:gd name="T10" fmla="*/ 54 w 15"/>
                  <a:gd name="T11" fmla="*/ 19 h 13"/>
                  <a:gd name="T12" fmla="*/ 48 w 15"/>
                  <a:gd name="T13" fmla="*/ 1 h 13"/>
                  <a:gd name="T14" fmla="*/ 12 w 15"/>
                  <a:gd name="T15" fmla="*/ 0 h 1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5" h="13">
                    <a:moveTo>
                      <a:pt x="3" y="0"/>
                    </a:moveTo>
                    <a:cubicBezTo>
                      <a:pt x="1" y="2"/>
                      <a:pt x="0" y="4"/>
                      <a:pt x="0" y="6"/>
                    </a:cubicBezTo>
                    <a:cubicBezTo>
                      <a:pt x="0" y="9"/>
                      <a:pt x="2" y="12"/>
                      <a:pt x="4" y="13"/>
                    </a:cubicBezTo>
                    <a:cubicBezTo>
                      <a:pt x="6" y="13"/>
                      <a:pt x="8" y="13"/>
                      <a:pt x="10" y="13"/>
                    </a:cubicBezTo>
                    <a:cubicBezTo>
                      <a:pt x="11" y="13"/>
                      <a:pt x="12" y="12"/>
                      <a:pt x="13" y="12"/>
                    </a:cubicBezTo>
                    <a:cubicBezTo>
                      <a:pt x="14" y="10"/>
                      <a:pt x="15" y="9"/>
                      <a:pt x="15" y="6"/>
                    </a:cubicBezTo>
                    <a:cubicBezTo>
                      <a:pt x="15" y="4"/>
                      <a:pt x="15" y="3"/>
                      <a:pt x="13" y="1"/>
                    </a:cubicBezTo>
                    <a:cubicBezTo>
                      <a:pt x="10" y="0"/>
                      <a:pt x="7" y="0"/>
                      <a:pt x="3" y="0"/>
                    </a:cubicBezTo>
                    <a:close/>
                  </a:path>
                </a:pathLst>
              </a:custGeom>
              <a:solidFill>
                <a:srgbClr val="2A100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312" name="Oval 906">
                <a:extLst>
                  <a:ext uri="{FF2B5EF4-FFF2-40B4-BE49-F238E27FC236}">
                    <a16:creationId xmlns:a16="http://schemas.microsoft.com/office/drawing/2014/main" id="{48A848EB-4E81-4746-95B8-AF0E0FE4C3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95" y="949"/>
                <a:ext cx="9" cy="9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313" name="Freeform 907">
                <a:extLst>
                  <a:ext uri="{FF2B5EF4-FFF2-40B4-BE49-F238E27FC236}">
                    <a16:creationId xmlns:a16="http://schemas.microsoft.com/office/drawing/2014/main" id="{61E59BA1-CA7C-4480-8D9C-465D870D27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0" y="949"/>
                <a:ext cx="7" cy="8"/>
              </a:xfrm>
              <a:custGeom>
                <a:avLst/>
                <a:gdLst>
                  <a:gd name="T0" fmla="*/ 0 w 5"/>
                  <a:gd name="T1" fmla="*/ 13 h 5"/>
                  <a:gd name="T2" fmla="*/ 6 w 5"/>
                  <a:gd name="T3" fmla="*/ 0 h 5"/>
                  <a:gd name="T4" fmla="*/ 14 w 5"/>
                  <a:gd name="T5" fmla="*/ 8 h 5"/>
                  <a:gd name="T6" fmla="*/ 8 w 5"/>
                  <a:gd name="T7" fmla="*/ 21 h 5"/>
                  <a:gd name="T8" fmla="*/ 0 w 5"/>
                  <a:gd name="T9" fmla="*/ 13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0" y="3"/>
                    </a:moveTo>
                    <a:cubicBezTo>
                      <a:pt x="0" y="1"/>
                      <a:pt x="1" y="0"/>
                      <a:pt x="2" y="0"/>
                    </a:cubicBezTo>
                    <a:cubicBezTo>
                      <a:pt x="4" y="0"/>
                      <a:pt x="5" y="1"/>
                      <a:pt x="5" y="2"/>
                    </a:cubicBezTo>
                    <a:cubicBezTo>
                      <a:pt x="5" y="4"/>
                      <a:pt x="4" y="5"/>
                      <a:pt x="3" y="5"/>
                    </a:cubicBezTo>
                    <a:cubicBezTo>
                      <a:pt x="1" y="5"/>
                      <a:pt x="0" y="4"/>
                      <a:pt x="0" y="3"/>
                    </a:cubicBezTo>
                  </a:path>
                </a:pathLst>
              </a:custGeom>
              <a:solidFill>
                <a:srgbClr val="E5AF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1314" name="Freeform 908">
                <a:extLst>
                  <a:ext uri="{FF2B5EF4-FFF2-40B4-BE49-F238E27FC236}">
                    <a16:creationId xmlns:a16="http://schemas.microsoft.com/office/drawing/2014/main" id="{0AE11CE6-88BD-4571-B560-971682F036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9" y="937"/>
                <a:ext cx="45" cy="32"/>
              </a:xfrm>
              <a:custGeom>
                <a:avLst/>
                <a:gdLst>
                  <a:gd name="T0" fmla="*/ 99 w 30"/>
                  <a:gd name="T1" fmla="*/ 40 h 21"/>
                  <a:gd name="T2" fmla="*/ 86 w 30"/>
                  <a:gd name="T3" fmla="*/ 27 h 21"/>
                  <a:gd name="T4" fmla="*/ 0 w 30"/>
                  <a:gd name="T5" fmla="*/ 41 h 21"/>
                  <a:gd name="T6" fmla="*/ 53 w 30"/>
                  <a:gd name="T7" fmla="*/ 62 h 21"/>
                  <a:gd name="T8" fmla="*/ 93 w 30"/>
                  <a:gd name="T9" fmla="*/ 46 h 21"/>
                  <a:gd name="T10" fmla="*/ 99 w 30"/>
                  <a:gd name="T11" fmla="*/ 40 h 2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0" h="21">
                    <a:moveTo>
                      <a:pt x="29" y="11"/>
                    </a:moveTo>
                    <a:cubicBezTo>
                      <a:pt x="29" y="11"/>
                      <a:pt x="26" y="9"/>
                      <a:pt x="25" y="8"/>
                    </a:cubicBezTo>
                    <a:cubicBezTo>
                      <a:pt x="24" y="8"/>
                      <a:pt x="4" y="0"/>
                      <a:pt x="0" y="12"/>
                    </a:cubicBezTo>
                    <a:cubicBezTo>
                      <a:pt x="0" y="12"/>
                      <a:pt x="5" y="21"/>
                      <a:pt x="15" y="18"/>
                    </a:cubicBezTo>
                    <a:cubicBezTo>
                      <a:pt x="26" y="15"/>
                      <a:pt x="24" y="12"/>
                      <a:pt x="27" y="13"/>
                    </a:cubicBezTo>
                    <a:cubicBezTo>
                      <a:pt x="29" y="13"/>
                      <a:pt x="30" y="13"/>
                      <a:pt x="29" y="11"/>
                    </a:cubicBezTo>
                    <a:close/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</p:grpSp>
        <p:sp>
          <p:nvSpPr>
            <p:cNvPr id="41093" name="Freeform 909">
              <a:extLst>
                <a:ext uri="{FF2B5EF4-FFF2-40B4-BE49-F238E27FC236}">
                  <a16:creationId xmlns:a16="http://schemas.microsoft.com/office/drawing/2014/main" id="{DC1C1B37-5683-4EDD-895E-4B4B871385E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8" y="909"/>
              <a:ext cx="70" cy="33"/>
            </a:xfrm>
            <a:custGeom>
              <a:avLst/>
              <a:gdLst>
                <a:gd name="T0" fmla="*/ 134 w 46"/>
                <a:gd name="T1" fmla="*/ 14 h 22"/>
                <a:gd name="T2" fmla="*/ 155 w 46"/>
                <a:gd name="T3" fmla="*/ 5 h 22"/>
                <a:gd name="T4" fmla="*/ 142 w 46"/>
                <a:gd name="T5" fmla="*/ 18 h 22"/>
                <a:gd name="T6" fmla="*/ 151 w 46"/>
                <a:gd name="T7" fmla="*/ 14 h 22"/>
                <a:gd name="T8" fmla="*/ 143 w 46"/>
                <a:gd name="T9" fmla="*/ 21 h 22"/>
                <a:gd name="T10" fmla="*/ 163 w 46"/>
                <a:gd name="T11" fmla="*/ 32 h 22"/>
                <a:gd name="T12" fmla="*/ 155 w 46"/>
                <a:gd name="T13" fmla="*/ 32 h 22"/>
                <a:gd name="T14" fmla="*/ 157 w 46"/>
                <a:gd name="T15" fmla="*/ 45 h 22"/>
                <a:gd name="T16" fmla="*/ 151 w 46"/>
                <a:gd name="T17" fmla="*/ 41 h 22"/>
                <a:gd name="T18" fmla="*/ 151 w 46"/>
                <a:gd name="T19" fmla="*/ 45 h 22"/>
                <a:gd name="T20" fmla="*/ 151 w 46"/>
                <a:gd name="T21" fmla="*/ 41 h 22"/>
                <a:gd name="T22" fmla="*/ 151 w 46"/>
                <a:gd name="T23" fmla="*/ 48 h 22"/>
                <a:gd name="T24" fmla="*/ 137 w 46"/>
                <a:gd name="T25" fmla="*/ 39 h 22"/>
                <a:gd name="T26" fmla="*/ 137 w 46"/>
                <a:gd name="T27" fmla="*/ 48 h 22"/>
                <a:gd name="T28" fmla="*/ 134 w 46"/>
                <a:gd name="T29" fmla="*/ 45 h 22"/>
                <a:gd name="T30" fmla="*/ 134 w 46"/>
                <a:gd name="T31" fmla="*/ 45 h 22"/>
                <a:gd name="T32" fmla="*/ 120 w 46"/>
                <a:gd name="T33" fmla="*/ 41 h 22"/>
                <a:gd name="T34" fmla="*/ 128 w 46"/>
                <a:gd name="T35" fmla="*/ 48 h 22"/>
                <a:gd name="T36" fmla="*/ 99 w 46"/>
                <a:gd name="T37" fmla="*/ 39 h 22"/>
                <a:gd name="T38" fmla="*/ 110 w 46"/>
                <a:gd name="T39" fmla="*/ 45 h 22"/>
                <a:gd name="T40" fmla="*/ 93 w 46"/>
                <a:gd name="T41" fmla="*/ 41 h 22"/>
                <a:gd name="T42" fmla="*/ 94 w 46"/>
                <a:gd name="T43" fmla="*/ 45 h 22"/>
                <a:gd name="T44" fmla="*/ 76 w 46"/>
                <a:gd name="T45" fmla="*/ 45 h 22"/>
                <a:gd name="T46" fmla="*/ 76 w 46"/>
                <a:gd name="T47" fmla="*/ 45 h 22"/>
                <a:gd name="T48" fmla="*/ 49 w 46"/>
                <a:gd name="T49" fmla="*/ 45 h 22"/>
                <a:gd name="T50" fmla="*/ 53 w 46"/>
                <a:gd name="T51" fmla="*/ 48 h 22"/>
                <a:gd name="T52" fmla="*/ 49 w 46"/>
                <a:gd name="T53" fmla="*/ 48 h 22"/>
                <a:gd name="T54" fmla="*/ 49 w 46"/>
                <a:gd name="T55" fmla="*/ 53 h 22"/>
                <a:gd name="T56" fmla="*/ 46 w 46"/>
                <a:gd name="T57" fmla="*/ 53 h 22"/>
                <a:gd name="T58" fmla="*/ 49 w 46"/>
                <a:gd name="T59" fmla="*/ 53 h 22"/>
                <a:gd name="T60" fmla="*/ 35 w 46"/>
                <a:gd name="T61" fmla="*/ 54 h 22"/>
                <a:gd name="T62" fmla="*/ 35 w 46"/>
                <a:gd name="T63" fmla="*/ 59 h 22"/>
                <a:gd name="T64" fmla="*/ 21 w 46"/>
                <a:gd name="T65" fmla="*/ 59 h 22"/>
                <a:gd name="T66" fmla="*/ 27 w 46"/>
                <a:gd name="T67" fmla="*/ 62 h 22"/>
                <a:gd name="T68" fmla="*/ 14 w 46"/>
                <a:gd name="T69" fmla="*/ 66 h 22"/>
                <a:gd name="T70" fmla="*/ 18 w 46"/>
                <a:gd name="T71" fmla="*/ 66 h 22"/>
                <a:gd name="T72" fmla="*/ 5 w 46"/>
                <a:gd name="T73" fmla="*/ 72 h 22"/>
                <a:gd name="T74" fmla="*/ 0 w 46"/>
                <a:gd name="T75" fmla="*/ 75 h 22"/>
                <a:gd name="T76" fmla="*/ 12 w 46"/>
                <a:gd name="T77" fmla="*/ 66 h 22"/>
                <a:gd name="T78" fmla="*/ 0 w 46"/>
                <a:gd name="T79" fmla="*/ 66 h 22"/>
                <a:gd name="T80" fmla="*/ 12 w 46"/>
                <a:gd name="T81" fmla="*/ 62 h 22"/>
                <a:gd name="T82" fmla="*/ 40 w 46"/>
                <a:gd name="T83" fmla="*/ 48 h 22"/>
                <a:gd name="T84" fmla="*/ 35 w 46"/>
                <a:gd name="T85" fmla="*/ 41 h 22"/>
                <a:gd name="T86" fmla="*/ 40 w 46"/>
                <a:gd name="T87" fmla="*/ 39 h 22"/>
                <a:gd name="T88" fmla="*/ 49 w 46"/>
                <a:gd name="T89" fmla="*/ 27 h 22"/>
                <a:gd name="T90" fmla="*/ 61 w 46"/>
                <a:gd name="T91" fmla="*/ 27 h 22"/>
                <a:gd name="T92" fmla="*/ 56 w 46"/>
                <a:gd name="T93" fmla="*/ 26 h 22"/>
                <a:gd name="T94" fmla="*/ 67 w 46"/>
                <a:gd name="T95" fmla="*/ 26 h 22"/>
                <a:gd name="T96" fmla="*/ 75 w 46"/>
                <a:gd name="T97" fmla="*/ 12 h 22"/>
                <a:gd name="T98" fmla="*/ 88 w 46"/>
                <a:gd name="T99" fmla="*/ 21 h 22"/>
                <a:gd name="T100" fmla="*/ 99 w 46"/>
                <a:gd name="T101" fmla="*/ 12 h 22"/>
                <a:gd name="T102" fmla="*/ 99 w 46"/>
                <a:gd name="T103" fmla="*/ 14 h 22"/>
                <a:gd name="T104" fmla="*/ 107 w 46"/>
                <a:gd name="T105" fmla="*/ 8 h 22"/>
                <a:gd name="T106" fmla="*/ 116 w 46"/>
                <a:gd name="T107" fmla="*/ 5 h 22"/>
                <a:gd name="T108" fmla="*/ 120 w 46"/>
                <a:gd name="T109" fmla="*/ 12 h 22"/>
                <a:gd name="T110" fmla="*/ 129 w 46"/>
                <a:gd name="T111" fmla="*/ 0 h 22"/>
                <a:gd name="T112" fmla="*/ 129 w 46"/>
                <a:gd name="T113" fmla="*/ 8 h 22"/>
                <a:gd name="T114" fmla="*/ 142 w 46"/>
                <a:gd name="T115" fmla="*/ 0 h 22"/>
                <a:gd name="T116" fmla="*/ 134 w 46"/>
                <a:gd name="T117" fmla="*/ 14 h 22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46" h="22">
                  <a:moveTo>
                    <a:pt x="38" y="4"/>
                  </a:moveTo>
                  <a:cubicBezTo>
                    <a:pt x="40" y="3"/>
                    <a:pt x="42" y="2"/>
                    <a:pt x="44" y="1"/>
                  </a:cubicBezTo>
                  <a:cubicBezTo>
                    <a:pt x="43" y="2"/>
                    <a:pt x="41" y="4"/>
                    <a:pt x="40" y="5"/>
                  </a:cubicBezTo>
                  <a:cubicBezTo>
                    <a:pt x="41" y="5"/>
                    <a:pt x="42" y="4"/>
                    <a:pt x="43" y="4"/>
                  </a:cubicBezTo>
                  <a:cubicBezTo>
                    <a:pt x="43" y="5"/>
                    <a:pt x="42" y="6"/>
                    <a:pt x="41" y="6"/>
                  </a:cubicBezTo>
                  <a:cubicBezTo>
                    <a:pt x="43" y="7"/>
                    <a:pt x="45" y="7"/>
                    <a:pt x="46" y="9"/>
                  </a:cubicBezTo>
                  <a:cubicBezTo>
                    <a:pt x="45" y="9"/>
                    <a:pt x="44" y="9"/>
                    <a:pt x="44" y="9"/>
                  </a:cubicBezTo>
                  <a:cubicBezTo>
                    <a:pt x="44" y="11"/>
                    <a:pt x="45" y="11"/>
                    <a:pt x="45" y="13"/>
                  </a:cubicBezTo>
                  <a:cubicBezTo>
                    <a:pt x="44" y="13"/>
                    <a:pt x="43" y="12"/>
                    <a:pt x="43" y="12"/>
                  </a:cubicBezTo>
                  <a:cubicBezTo>
                    <a:pt x="43" y="12"/>
                    <a:pt x="43" y="13"/>
                    <a:pt x="43" y="13"/>
                  </a:cubicBezTo>
                  <a:cubicBezTo>
                    <a:pt x="43" y="13"/>
                    <a:pt x="43" y="13"/>
                    <a:pt x="43" y="12"/>
                  </a:cubicBezTo>
                  <a:cubicBezTo>
                    <a:pt x="43" y="13"/>
                    <a:pt x="43" y="13"/>
                    <a:pt x="43" y="14"/>
                  </a:cubicBezTo>
                  <a:cubicBezTo>
                    <a:pt x="42" y="13"/>
                    <a:pt x="40" y="12"/>
                    <a:pt x="39" y="11"/>
                  </a:cubicBezTo>
                  <a:cubicBezTo>
                    <a:pt x="39" y="12"/>
                    <a:pt x="40" y="13"/>
                    <a:pt x="39" y="14"/>
                  </a:cubicBezTo>
                  <a:cubicBezTo>
                    <a:pt x="39" y="14"/>
                    <a:pt x="38" y="13"/>
                    <a:pt x="38" y="13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37" y="13"/>
                    <a:pt x="35" y="12"/>
                    <a:pt x="34" y="12"/>
                  </a:cubicBezTo>
                  <a:cubicBezTo>
                    <a:pt x="35" y="12"/>
                    <a:pt x="35" y="13"/>
                    <a:pt x="36" y="14"/>
                  </a:cubicBezTo>
                  <a:cubicBezTo>
                    <a:pt x="33" y="12"/>
                    <a:pt x="31" y="11"/>
                    <a:pt x="28" y="11"/>
                  </a:cubicBezTo>
                  <a:cubicBezTo>
                    <a:pt x="29" y="11"/>
                    <a:pt x="31" y="12"/>
                    <a:pt x="31" y="13"/>
                  </a:cubicBezTo>
                  <a:cubicBezTo>
                    <a:pt x="29" y="13"/>
                    <a:pt x="28" y="12"/>
                    <a:pt x="26" y="12"/>
                  </a:cubicBezTo>
                  <a:cubicBezTo>
                    <a:pt x="26" y="12"/>
                    <a:pt x="26" y="13"/>
                    <a:pt x="27" y="13"/>
                  </a:cubicBezTo>
                  <a:cubicBezTo>
                    <a:pt x="25" y="13"/>
                    <a:pt x="24" y="12"/>
                    <a:pt x="22" y="13"/>
                  </a:cubicBezTo>
                  <a:cubicBezTo>
                    <a:pt x="22" y="13"/>
                    <a:pt x="22" y="13"/>
                    <a:pt x="22" y="13"/>
                  </a:cubicBezTo>
                  <a:cubicBezTo>
                    <a:pt x="21" y="15"/>
                    <a:pt x="17" y="12"/>
                    <a:pt x="14" y="13"/>
                  </a:cubicBezTo>
                  <a:cubicBezTo>
                    <a:pt x="15" y="14"/>
                    <a:pt x="15" y="14"/>
                    <a:pt x="15" y="14"/>
                  </a:cubicBezTo>
                  <a:cubicBezTo>
                    <a:pt x="15" y="14"/>
                    <a:pt x="14" y="14"/>
                    <a:pt x="14" y="14"/>
                  </a:cubicBezTo>
                  <a:cubicBezTo>
                    <a:pt x="14" y="14"/>
                    <a:pt x="14" y="14"/>
                    <a:pt x="14" y="15"/>
                  </a:cubicBezTo>
                  <a:cubicBezTo>
                    <a:pt x="14" y="15"/>
                    <a:pt x="13" y="15"/>
                    <a:pt x="13" y="15"/>
                  </a:cubicBezTo>
                  <a:cubicBezTo>
                    <a:pt x="13" y="15"/>
                    <a:pt x="14" y="15"/>
                    <a:pt x="14" y="15"/>
                  </a:cubicBezTo>
                  <a:cubicBezTo>
                    <a:pt x="12" y="16"/>
                    <a:pt x="11" y="16"/>
                    <a:pt x="10" y="16"/>
                  </a:cubicBezTo>
                  <a:cubicBezTo>
                    <a:pt x="10" y="16"/>
                    <a:pt x="10" y="16"/>
                    <a:pt x="10" y="17"/>
                  </a:cubicBezTo>
                  <a:cubicBezTo>
                    <a:pt x="9" y="17"/>
                    <a:pt x="7" y="16"/>
                    <a:pt x="6" y="17"/>
                  </a:cubicBezTo>
                  <a:cubicBezTo>
                    <a:pt x="7" y="18"/>
                    <a:pt x="7" y="18"/>
                    <a:pt x="8" y="18"/>
                  </a:cubicBezTo>
                  <a:cubicBezTo>
                    <a:pt x="7" y="19"/>
                    <a:pt x="5" y="18"/>
                    <a:pt x="4" y="19"/>
                  </a:cubicBezTo>
                  <a:cubicBezTo>
                    <a:pt x="4" y="19"/>
                    <a:pt x="5" y="19"/>
                    <a:pt x="5" y="19"/>
                  </a:cubicBezTo>
                  <a:cubicBezTo>
                    <a:pt x="3" y="20"/>
                    <a:pt x="1" y="20"/>
                    <a:pt x="1" y="21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21"/>
                    <a:pt x="2" y="20"/>
                    <a:pt x="3" y="19"/>
                  </a:cubicBezTo>
                  <a:cubicBezTo>
                    <a:pt x="2" y="19"/>
                    <a:pt x="1" y="19"/>
                    <a:pt x="0" y="19"/>
                  </a:cubicBezTo>
                  <a:cubicBezTo>
                    <a:pt x="1" y="18"/>
                    <a:pt x="2" y="18"/>
                    <a:pt x="3" y="18"/>
                  </a:cubicBezTo>
                  <a:cubicBezTo>
                    <a:pt x="0" y="15"/>
                    <a:pt x="10" y="14"/>
                    <a:pt x="11" y="14"/>
                  </a:cubicBezTo>
                  <a:cubicBezTo>
                    <a:pt x="11" y="13"/>
                    <a:pt x="10" y="13"/>
                    <a:pt x="10" y="12"/>
                  </a:cubicBezTo>
                  <a:cubicBezTo>
                    <a:pt x="11" y="12"/>
                    <a:pt x="14" y="11"/>
                    <a:pt x="11" y="11"/>
                  </a:cubicBezTo>
                  <a:cubicBezTo>
                    <a:pt x="12" y="10"/>
                    <a:pt x="15" y="10"/>
                    <a:pt x="14" y="8"/>
                  </a:cubicBezTo>
                  <a:cubicBezTo>
                    <a:pt x="15" y="9"/>
                    <a:pt x="16" y="9"/>
                    <a:pt x="17" y="8"/>
                  </a:cubicBezTo>
                  <a:cubicBezTo>
                    <a:pt x="17" y="8"/>
                    <a:pt x="16" y="7"/>
                    <a:pt x="16" y="7"/>
                  </a:cubicBezTo>
                  <a:cubicBezTo>
                    <a:pt x="17" y="7"/>
                    <a:pt x="18" y="8"/>
                    <a:pt x="19" y="7"/>
                  </a:cubicBezTo>
                  <a:cubicBezTo>
                    <a:pt x="20" y="6"/>
                    <a:pt x="19" y="4"/>
                    <a:pt x="21" y="3"/>
                  </a:cubicBezTo>
                  <a:cubicBezTo>
                    <a:pt x="22" y="4"/>
                    <a:pt x="24" y="7"/>
                    <a:pt x="25" y="6"/>
                  </a:cubicBezTo>
                  <a:cubicBezTo>
                    <a:pt x="27" y="6"/>
                    <a:pt x="26" y="4"/>
                    <a:pt x="28" y="3"/>
                  </a:cubicBezTo>
                  <a:cubicBezTo>
                    <a:pt x="28" y="4"/>
                    <a:pt x="28" y="4"/>
                    <a:pt x="28" y="4"/>
                  </a:cubicBezTo>
                  <a:cubicBezTo>
                    <a:pt x="29" y="3"/>
                    <a:pt x="30" y="2"/>
                    <a:pt x="30" y="2"/>
                  </a:cubicBezTo>
                  <a:cubicBezTo>
                    <a:pt x="30" y="5"/>
                    <a:pt x="32" y="1"/>
                    <a:pt x="33" y="1"/>
                  </a:cubicBezTo>
                  <a:cubicBezTo>
                    <a:pt x="33" y="2"/>
                    <a:pt x="33" y="2"/>
                    <a:pt x="34" y="3"/>
                  </a:cubicBezTo>
                  <a:cubicBezTo>
                    <a:pt x="35" y="2"/>
                    <a:pt x="36" y="1"/>
                    <a:pt x="37" y="0"/>
                  </a:cubicBezTo>
                  <a:cubicBezTo>
                    <a:pt x="37" y="0"/>
                    <a:pt x="37" y="1"/>
                    <a:pt x="37" y="2"/>
                  </a:cubicBezTo>
                  <a:cubicBezTo>
                    <a:pt x="38" y="2"/>
                    <a:pt x="39" y="1"/>
                    <a:pt x="40" y="0"/>
                  </a:cubicBezTo>
                  <a:cubicBezTo>
                    <a:pt x="41" y="2"/>
                    <a:pt x="39" y="3"/>
                    <a:pt x="38" y="4"/>
                  </a:cubicBezTo>
                </a:path>
              </a:pathLst>
            </a:custGeom>
            <a:solidFill>
              <a:srgbClr val="ADAD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1094" name="Freeform 910">
              <a:extLst>
                <a:ext uri="{FF2B5EF4-FFF2-40B4-BE49-F238E27FC236}">
                  <a16:creationId xmlns:a16="http://schemas.microsoft.com/office/drawing/2014/main" id="{B8F3CDD5-FD8E-49EB-94C2-0928407B906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5" y="936"/>
              <a:ext cx="33" cy="18"/>
            </a:xfrm>
            <a:custGeom>
              <a:avLst/>
              <a:gdLst>
                <a:gd name="T0" fmla="*/ 75 w 22"/>
                <a:gd name="T1" fmla="*/ 0 h 12"/>
                <a:gd name="T2" fmla="*/ 54 w 22"/>
                <a:gd name="T3" fmla="*/ 12 h 12"/>
                <a:gd name="T4" fmla="*/ 41 w 22"/>
                <a:gd name="T5" fmla="*/ 26 h 12"/>
                <a:gd name="T6" fmla="*/ 26 w 22"/>
                <a:gd name="T7" fmla="*/ 35 h 12"/>
                <a:gd name="T8" fmla="*/ 0 w 22"/>
                <a:gd name="T9" fmla="*/ 41 h 12"/>
                <a:gd name="T10" fmla="*/ 39 w 22"/>
                <a:gd name="T11" fmla="*/ 26 h 12"/>
                <a:gd name="T12" fmla="*/ 14 w 22"/>
                <a:gd name="T13" fmla="*/ 27 h 12"/>
                <a:gd name="T14" fmla="*/ 35 w 22"/>
                <a:gd name="T15" fmla="*/ 26 h 12"/>
                <a:gd name="T16" fmla="*/ 48 w 22"/>
                <a:gd name="T17" fmla="*/ 14 h 12"/>
                <a:gd name="T18" fmla="*/ 59 w 22"/>
                <a:gd name="T19" fmla="*/ 8 h 12"/>
                <a:gd name="T20" fmla="*/ 72 w 22"/>
                <a:gd name="T21" fmla="*/ 0 h 1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2" h="12">
                  <a:moveTo>
                    <a:pt x="22" y="0"/>
                  </a:moveTo>
                  <a:cubicBezTo>
                    <a:pt x="20" y="0"/>
                    <a:pt x="17" y="2"/>
                    <a:pt x="16" y="3"/>
                  </a:cubicBezTo>
                  <a:cubicBezTo>
                    <a:pt x="14" y="4"/>
                    <a:pt x="13" y="5"/>
                    <a:pt x="12" y="7"/>
                  </a:cubicBezTo>
                  <a:cubicBezTo>
                    <a:pt x="10" y="8"/>
                    <a:pt x="9" y="10"/>
                    <a:pt x="7" y="10"/>
                  </a:cubicBezTo>
                  <a:cubicBezTo>
                    <a:pt x="5" y="11"/>
                    <a:pt x="2" y="12"/>
                    <a:pt x="0" y="12"/>
                  </a:cubicBezTo>
                  <a:cubicBezTo>
                    <a:pt x="4" y="10"/>
                    <a:pt x="8" y="10"/>
                    <a:pt x="11" y="7"/>
                  </a:cubicBezTo>
                  <a:cubicBezTo>
                    <a:pt x="8" y="8"/>
                    <a:pt x="6" y="7"/>
                    <a:pt x="4" y="8"/>
                  </a:cubicBezTo>
                  <a:cubicBezTo>
                    <a:pt x="6" y="8"/>
                    <a:pt x="8" y="7"/>
                    <a:pt x="10" y="7"/>
                  </a:cubicBezTo>
                  <a:cubicBezTo>
                    <a:pt x="11" y="6"/>
                    <a:pt x="12" y="5"/>
                    <a:pt x="14" y="4"/>
                  </a:cubicBezTo>
                  <a:cubicBezTo>
                    <a:pt x="15" y="4"/>
                    <a:pt x="16" y="2"/>
                    <a:pt x="17" y="2"/>
                  </a:cubicBezTo>
                  <a:cubicBezTo>
                    <a:pt x="18" y="1"/>
                    <a:pt x="20" y="1"/>
                    <a:pt x="21" y="0"/>
                  </a:cubicBezTo>
                </a:path>
              </a:pathLst>
            </a:custGeom>
            <a:solidFill>
              <a:srgbClr val="8E4C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1095" name="Freeform 911">
              <a:extLst>
                <a:ext uri="{FF2B5EF4-FFF2-40B4-BE49-F238E27FC236}">
                  <a16:creationId xmlns:a16="http://schemas.microsoft.com/office/drawing/2014/main" id="{6B393FCA-944D-4F7D-8416-B2C5918B1D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5" y="933"/>
              <a:ext cx="15" cy="7"/>
            </a:xfrm>
            <a:custGeom>
              <a:avLst/>
              <a:gdLst>
                <a:gd name="T0" fmla="*/ 35 w 10"/>
                <a:gd name="T1" fmla="*/ 0 h 5"/>
                <a:gd name="T2" fmla="*/ 12 w 10"/>
                <a:gd name="T3" fmla="*/ 11 h 5"/>
                <a:gd name="T4" fmla="*/ 0 w 10"/>
                <a:gd name="T5" fmla="*/ 11 h 5"/>
                <a:gd name="T6" fmla="*/ 18 w 10"/>
                <a:gd name="T7" fmla="*/ 8 h 5"/>
                <a:gd name="T8" fmla="*/ 35 w 10"/>
                <a:gd name="T9" fmla="*/ 1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5">
                  <a:moveTo>
                    <a:pt x="10" y="0"/>
                  </a:moveTo>
                  <a:cubicBezTo>
                    <a:pt x="8" y="2"/>
                    <a:pt x="6" y="3"/>
                    <a:pt x="3" y="4"/>
                  </a:cubicBezTo>
                  <a:cubicBezTo>
                    <a:pt x="2" y="4"/>
                    <a:pt x="2" y="5"/>
                    <a:pt x="0" y="4"/>
                  </a:cubicBezTo>
                  <a:cubicBezTo>
                    <a:pt x="2" y="3"/>
                    <a:pt x="2" y="3"/>
                    <a:pt x="5" y="3"/>
                  </a:cubicBezTo>
                  <a:cubicBezTo>
                    <a:pt x="6" y="2"/>
                    <a:pt x="8" y="2"/>
                    <a:pt x="10" y="1"/>
                  </a:cubicBezTo>
                </a:path>
              </a:pathLst>
            </a:custGeom>
            <a:solidFill>
              <a:srgbClr val="8E4C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1096" name="Freeform 912">
              <a:extLst>
                <a:ext uri="{FF2B5EF4-FFF2-40B4-BE49-F238E27FC236}">
                  <a16:creationId xmlns:a16="http://schemas.microsoft.com/office/drawing/2014/main" id="{EB0DC627-71B1-42C2-B685-589516306F6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8" y="930"/>
              <a:ext cx="12" cy="4"/>
            </a:xfrm>
            <a:custGeom>
              <a:avLst/>
              <a:gdLst>
                <a:gd name="T0" fmla="*/ 27 w 8"/>
                <a:gd name="T1" fmla="*/ 0 h 3"/>
                <a:gd name="T2" fmla="*/ 14 w 8"/>
                <a:gd name="T3" fmla="*/ 7 h 3"/>
                <a:gd name="T4" fmla="*/ 0 w 8"/>
                <a:gd name="T5" fmla="*/ 7 h 3"/>
                <a:gd name="T6" fmla="*/ 18 w 8"/>
                <a:gd name="T7" fmla="*/ 1 h 3"/>
                <a:gd name="T8" fmla="*/ 27 w 8"/>
                <a:gd name="T9" fmla="*/ 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3">
                  <a:moveTo>
                    <a:pt x="8" y="0"/>
                  </a:moveTo>
                  <a:cubicBezTo>
                    <a:pt x="7" y="1"/>
                    <a:pt x="5" y="2"/>
                    <a:pt x="4" y="3"/>
                  </a:cubicBezTo>
                  <a:cubicBezTo>
                    <a:pt x="3" y="3"/>
                    <a:pt x="1" y="3"/>
                    <a:pt x="0" y="3"/>
                  </a:cubicBezTo>
                  <a:cubicBezTo>
                    <a:pt x="2" y="2"/>
                    <a:pt x="3" y="2"/>
                    <a:pt x="5" y="1"/>
                  </a:cubicBezTo>
                  <a:cubicBezTo>
                    <a:pt x="6" y="1"/>
                    <a:pt x="8" y="1"/>
                    <a:pt x="8" y="1"/>
                  </a:cubicBezTo>
                </a:path>
              </a:pathLst>
            </a:custGeom>
            <a:solidFill>
              <a:srgbClr val="8E4C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1097" name="Freeform 913">
              <a:extLst>
                <a:ext uri="{FF2B5EF4-FFF2-40B4-BE49-F238E27FC236}">
                  <a16:creationId xmlns:a16="http://schemas.microsoft.com/office/drawing/2014/main" id="{B5347222-52EE-4876-A2B1-1DD77C3EF9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3" y="964"/>
              <a:ext cx="21" cy="8"/>
            </a:xfrm>
            <a:custGeom>
              <a:avLst/>
              <a:gdLst>
                <a:gd name="T0" fmla="*/ 48 w 14"/>
                <a:gd name="T1" fmla="*/ 0 h 5"/>
                <a:gd name="T2" fmla="*/ 27 w 14"/>
                <a:gd name="T3" fmla="*/ 5 h 5"/>
                <a:gd name="T4" fmla="*/ 18 w 14"/>
                <a:gd name="T5" fmla="*/ 13 h 5"/>
                <a:gd name="T6" fmla="*/ 0 w 14"/>
                <a:gd name="T7" fmla="*/ 21 h 5"/>
                <a:gd name="T8" fmla="*/ 27 w 14"/>
                <a:gd name="T9" fmla="*/ 13 h 5"/>
                <a:gd name="T10" fmla="*/ 48 w 14"/>
                <a:gd name="T11" fmla="*/ 0 h 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" h="5">
                  <a:moveTo>
                    <a:pt x="14" y="0"/>
                  </a:moveTo>
                  <a:cubicBezTo>
                    <a:pt x="12" y="0"/>
                    <a:pt x="10" y="1"/>
                    <a:pt x="8" y="1"/>
                  </a:cubicBezTo>
                  <a:cubicBezTo>
                    <a:pt x="7" y="2"/>
                    <a:pt x="6" y="3"/>
                    <a:pt x="5" y="3"/>
                  </a:cubicBezTo>
                  <a:cubicBezTo>
                    <a:pt x="3" y="4"/>
                    <a:pt x="2" y="4"/>
                    <a:pt x="0" y="5"/>
                  </a:cubicBezTo>
                  <a:cubicBezTo>
                    <a:pt x="3" y="5"/>
                    <a:pt x="6" y="4"/>
                    <a:pt x="8" y="3"/>
                  </a:cubicBezTo>
                  <a:cubicBezTo>
                    <a:pt x="9" y="2"/>
                    <a:pt x="12" y="0"/>
                    <a:pt x="14" y="0"/>
                  </a:cubicBezTo>
                </a:path>
              </a:pathLst>
            </a:custGeom>
            <a:solidFill>
              <a:srgbClr val="8E4C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1098" name="Freeform 914">
              <a:extLst>
                <a:ext uri="{FF2B5EF4-FFF2-40B4-BE49-F238E27FC236}">
                  <a16:creationId xmlns:a16="http://schemas.microsoft.com/office/drawing/2014/main" id="{872ACB6B-E3F1-422E-A9DD-DE6297BFD5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1" y="933"/>
              <a:ext cx="15" cy="83"/>
            </a:xfrm>
            <a:custGeom>
              <a:avLst/>
              <a:gdLst>
                <a:gd name="T0" fmla="*/ 18 w 10"/>
                <a:gd name="T1" fmla="*/ 8 h 55"/>
                <a:gd name="T2" fmla="*/ 26 w 10"/>
                <a:gd name="T3" fmla="*/ 5 h 55"/>
                <a:gd name="T4" fmla="*/ 32 w 10"/>
                <a:gd name="T5" fmla="*/ 53 h 55"/>
                <a:gd name="T6" fmla="*/ 35 w 10"/>
                <a:gd name="T7" fmla="*/ 107 h 55"/>
                <a:gd name="T8" fmla="*/ 0 w 10"/>
                <a:gd name="T9" fmla="*/ 189 h 55"/>
                <a:gd name="T10" fmla="*/ 18 w 10"/>
                <a:gd name="T11" fmla="*/ 8 h 5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" h="55">
                  <a:moveTo>
                    <a:pt x="5" y="2"/>
                  </a:moveTo>
                  <a:cubicBezTo>
                    <a:pt x="5" y="1"/>
                    <a:pt x="6" y="0"/>
                    <a:pt x="7" y="1"/>
                  </a:cubicBezTo>
                  <a:cubicBezTo>
                    <a:pt x="9" y="5"/>
                    <a:pt x="8" y="11"/>
                    <a:pt x="9" y="15"/>
                  </a:cubicBezTo>
                  <a:cubicBezTo>
                    <a:pt x="10" y="20"/>
                    <a:pt x="10" y="25"/>
                    <a:pt x="10" y="31"/>
                  </a:cubicBezTo>
                  <a:cubicBezTo>
                    <a:pt x="10" y="39"/>
                    <a:pt x="5" y="50"/>
                    <a:pt x="0" y="55"/>
                  </a:cubicBezTo>
                  <a:cubicBezTo>
                    <a:pt x="4" y="38"/>
                    <a:pt x="9" y="19"/>
                    <a:pt x="5" y="2"/>
                  </a:cubicBezTo>
                </a:path>
              </a:pathLst>
            </a:custGeom>
            <a:solidFill>
              <a:srgbClr val="8E4C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1099" name="Freeform 915">
              <a:extLst>
                <a:ext uri="{FF2B5EF4-FFF2-40B4-BE49-F238E27FC236}">
                  <a16:creationId xmlns:a16="http://schemas.microsoft.com/office/drawing/2014/main" id="{AF7E56EF-8F53-479E-B7F0-69E7531544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6" y="934"/>
              <a:ext cx="20" cy="38"/>
            </a:xfrm>
            <a:custGeom>
              <a:avLst/>
              <a:gdLst>
                <a:gd name="T0" fmla="*/ 34 w 13"/>
                <a:gd name="T1" fmla="*/ 88 h 25"/>
                <a:gd name="T2" fmla="*/ 26 w 13"/>
                <a:gd name="T3" fmla="*/ 67 h 25"/>
                <a:gd name="T4" fmla="*/ 0 w 13"/>
                <a:gd name="T5" fmla="*/ 70 h 25"/>
                <a:gd name="T6" fmla="*/ 22 w 13"/>
                <a:gd name="T7" fmla="*/ 35 h 25"/>
                <a:gd name="T8" fmla="*/ 34 w 13"/>
                <a:gd name="T9" fmla="*/ 0 h 25"/>
                <a:gd name="T10" fmla="*/ 40 w 13"/>
                <a:gd name="T11" fmla="*/ 70 h 2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" h="25">
                  <a:moveTo>
                    <a:pt x="9" y="25"/>
                  </a:moveTo>
                  <a:cubicBezTo>
                    <a:pt x="9" y="22"/>
                    <a:pt x="10" y="20"/>
                    <a:pt x="7" y="19"/>
                  </a:cubicBezTo>
                  <a:cubicBezTo>
                    <a:pt x="5" y="18"/>
                    <a:pt x="1" y="19"/>
                    <a:pt x="0" y="20"/>
                  </a:cubicBezTo>
                  <a:cubicBezTo>
                    <a:pt x="3" y="18"/>
                    <a:pt x="5" y="14"/>
                    <a:pt x="6" y="10"/>
                  </a:cubicBezTo>
                  <a:cubicBezTo>
                    <a:pt x="6" y="6"/>
                    <a:pt x="4" y="2"/>
                    <a:pt x="9" y="0"/>
                  </a:cubicBezTo>
                  <a:cubicBezTo>
                    <a:pt x="11" y="5"/>
                    <a:pt x="13" y="16"/>
                    <a:pt x="11" y="20"/>
                  </a:cubicBezTo>
                </a:path>
              </a:pathLst>
            </a:custGeom>
            <a:solidFill>
              <a:srgbClr val="8E4C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1100" name="Freeform 916">
              <a:extLst>
                <a:ext uri="{FF2B5EF4-FFF2-40B4-BE49-F238E27FC236}">
                  <a16:creationId xmlns:a16="http://schemas.microsoft.com/office/drawing/2014/main" id="{3567314D-C493-4268-ACEF-BA2EB353F19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561" y="1058"/>
              <a:ext cx="222" cy="143"/>
            </a:xfrm>
            <a:custGeom>
              <a:avLst/>
              <a:gdLst>
                <a:gd name="T0" fmla="*/ 465 w 147"/>
                <a:gd name="T1" fmla="*/ 66 h 95"/>
                <a:gd name="T2" fmla="*/ 426 w 147"/>
                <a:gd name="T3" fmla="*/ 32 h 95"/>
                <a:gd name="T4" fmla="*/ 352 w 147"/>
                <a:gd name="T5" fmla="*/ 14 h 95"/>
                <a:gd name="T6" fmla="*/ 263 w 147"/>
                <a:gd name="T7" fmla="*/ 8 h 95"/>
                <a:gd name="T8" fmla="*/ 255 w 147"/>
                <a:gd name="T9" fmla="*/ 18 h 95"/>
                <a:gd name="T10" fmla="*/ 249 w 147"/>
                <a:gd name="T11" fmla="*/ 8 h 95"/>
                <a:gd name="T12" fmla="*/ 156 w 147"/>
                <a:gd name="T13" fmla="*/ 14 h 95"/>
                <a:gd name="T14" fmla="*/ 82 w 147"/>
                <a:gd name="T15" fmla="*/ 32 h 95"/>
                <a:gd name="T16" fmla="*/ 41 w 147"/>
                <a:gd name="T17" fmla="*/ 66 h 95"/>
                <a:gd name="T18" fmla="*/ 12 w 147"/>
                <a:gd name="T19" fmla="*/ 163 h 95"/>
                <a:gd name="T20" fmla="*/ 45 w 147"/>
                <a:gd name="T21" fmla="*/ 208 h 95"/>
                <a:gd name="T22" fmla="*/ 107 w 147"/>
                <a:gd name="T23" fmla="*/ 238 h 95"/>
                <a:gd name="T24" fmla="*/ 80 w 147"/>
                <a:gd name="T25" fmla="*/ 154 h 95"/>
                <a:gd name="T26" fmla="*/ 82 w 147"/>
                <a:gd name="T27" fmla="*/ 161 h 95"/>
                <a:gd name="T28" fmla="*/ 89 w 147"/>
                <a:gd name="T29" fmla="*/ 170 h 95"/>
                <a:gd name="T30" fmla="*/ 103 w 147"/>
                <a:gd name="T31" fmla="*/ 215 h 95"/>
                <a:gd name="T32" fmla="*/ 109 w 147"/>
                <a:gd name="T33" fmla="*/ 229 h 95"/>
                <a:gd name="T34" fmla="*/ 148 w 147"/>
                <a:gd name="T35" fmla="*/ 277 h 95"/>
                <a:gd name="T36" fmla="*/ 180 w 147"/>
                <a:gd name="T37" fmla="*/ 292 h 95"/>
                <a:gd name="T38" fmla="*/ 231 w 147"/>
                <a:gd name="T39" fmla="*/ 318 h 95"/>
                <a:gd name="T40" fmla="*/ 258 w 147"/>
                <a:gd name="T41" fmla="*/ 318 h 95"/>
                <a:gd name="T42" fmla="*/ 263 w 147"/>
                <a:gd name="T43" fmla="*/ 318 h 95"/>
                <a:gd name="T44" fmla="*/ 285 w 147"/>
                <a:gd name="T45" fmla="*/ 313 h 95"/>
                <a:gd name="T46" fmla="*/ 313 w 147"/>
                <a:gd name="T47" fmla="*/ 304 h 95"/>
                <a:gd name="T48" fmla="*/ 332 w 147"/>
                <a:gd name="T49" fmla="*/ 300 h 95"/>
                <a:gd name="T50" fmla="*/ 356 w 147"/>
                <a:gd name="T51" fmla="*/ 277 h 95"/>
                <a:gd name="T52" fmla="*/ 403 w 147"/>
                <a:gd name="T53" fmla="*/ 211 h 95"/>
                <a:gd name="T54" fmla="*/ 411 w 147"/>
                <a:gd name="T55" fmla="*/ 163 h 95"/>
                <a:gd name="T56" fmla="*/ 417 w 147"/>
                <a:gd name="T57" fmla="*/ 148 h 95"/>
                <a:gd name="T58" fmla="*/ 426 w 147"/>
                <a:gd name="T59" fmla="*/ 154 h 95"/>
                <a:gd name="T60" fmla="*/ 399 w 147"/>
                <a:gd name="T61" fmla="*/ 238 h 95"/>
                <a:gd name="T62" fmla="*/ 461 w 147"/>
                <a:gd name="T63" fmla="*/ 208 h 95"/>
                <a:gd name="T64" fmla="*/ 500 w 147"/>
                <a:gd name="T65" fmla="*/ 163 h 95"/>
                <a:gd name="T66" fmla="*/ 399 w 147"/>
                <a:gd name="T67" fmla="*/ 211 h 95"/>
                <a:gd name="T68" fmla="*/ 403 w 147"/>
                <a:gd name="T69" fmla="*/ 211 h 95"/>
                <a:gd name="T70" fmla="*/ 384 w 147"/>
                <a:gd name="T71" fmla="*/ 157 h 95"/>
                <a:gd name="T72" fmla="*/ 362 w 147"/>
                <a:gd name="T73" fmla="*/ 163 h 95"/>
                <a:gd name="T74" fmla="*/ 344 w 147"/>
                <a:gd name="T75" fmla="*/ 161 h 95"/>
                <a:gd name="T76" fmla="*/ 305 w 147"/>
                <a:gd name="T77" fmla="*/ 161 h 95"/>
                <a:gd name="T78" fmla="*/ 269 w 147"/>
                <a:gd name="T79" fmla="*/ 149 h 95"/>
                <a:gd name="T80" fmla="*/ 258 w 147"/>
                <a:gd name="T81" fmla="*/ 148 h 95"/>
                <a:gd name="T82" fmla="*/ 251 w 147"/>
                <a:gd name="T83" fmla="*/ 143 h 95"/>
                <a:gd name="T84" fmla="*/ 245 w 147"/>
                <a:gd name="T85" fmla="*/ 140 h 95"/>
                <a:gd name="T86" fmla="*/ 236 w 147"/>
                <a:gd name="T87" fmla="*/ 143 h 95"/>
                <a:gd name="T88" fmla="*/ 228 w 147"/>
                <a:gd name="T89" fmla="*/ 148 h 95"/>
                <a:gd name="T90" fmla="*/ 207 w 147"/>
                <a:gd name="T91" fmla="*/ 154 h 95"/>
                <a:gd name="T92" fmla="*/ 201 w 147"/>
                <a:gd name="T93" fmla="*/ 161 h 95"/>
                <a:gd name="T94" fmla="*/ 156 w 147"/>
                <a:gd name="T95" fmla="*/ 161 h 95"/>
                <a:gd name="T96" fmla="*/ 142 w 147"/>
                <a:gd name="T97" fmla="*/ 176 h 95"/>
                <a:gd name="T98" fmla="*/ 121 w 147"/>
                <a:gd name="T99" fmla="*/ 167 h 95"/>
                <a:gd name="T100" fmla="*/ 89 w 147"/>
                <a:gd name="T101" fmla="*/ 148 h 95"/>
                <a:gd name="T102" fmla="*/ 128 w 147"/>
                <a:gd name="T103" fmla="*/ 80 h 95"/>
                <a:gd name="T104" fmla="*/ 245 w 147"/>
                <a:gd name="T105" fmla="*/ 53 h 95"/>
                <a:gd name="T106" fmla="*/ 255 w 147"/>
                <a:gd name="T107" fmla="*/ 53 h 95"/>
                <a:gd name="T108" fmla="*/ 263 w 147"/>
                <a:gd name="T109" fmla="*/ 53 h 95"/>
                <a:gd name="T110" fmla="*/ 384 w 147"/>
                <a:gd name="T111" fmla="*/ 80 h 95"/>
                <a:gd name="T112" fmla="*/ 384 w 147"/>
                <a:gd name="T113" fmla="*/ 157 h 95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147" h="95">
                  <a:moveTo>
                    <a:pt x="143" y="29"/>
                  </a:moveTo>
                  <a:cubicBezTo>
                    <a:pt x="141" y="26"/>
                    <a:pt x="136" y="23"/>
                    <a:pt x="135" y="19"/>
                  </a:cubicBezTo>
                  <a:cubicBezTo>
                    <a:pt x="136" y="20"/>
                    <a:pt x="136" y="19"/>
                    <a:pt x="137" y="20"/>
                  </a:cubicBezTo>
                  <a:cubicBezTo>
                    <a:pt x="134" y="15"/>
                    <a:pt x="129" y="11"/>
                    <a:pt x="124" y="9"/>
                  </a:cubicBezTo>
                  <a:cubicBezTo>
                    <a:pt x="119" y="8"/>
                    <a:pt x="115" y="5"/>
                    <a:pt x="110" y="4"/>
                  </a:cubicBezTo>
                  <a:cubicBezTo>
                    <a:pt x="107" y="3"/>
                    <a:pt x="105" y="4"/>
                    <a:pt x="102" y="4"/>
                  </a:cubicBezTo>
                  <a:cubicBezTo>
                    <a:pt x="99" y="3"/>
                    <a:pt x="98" y="2"/>
                    <a:pt x="95" y="1"/>
                  </a:cubicBezTo>
                  <a:cubicBezTo>
                    <a:pt x="88" y="0"/>
                    <a:pt x="82" y="2"/>
                    <a:pt x="76" y="2"/>
                  </a:cubicBezTo>
                  <a:cubicBezTo>
                    <a:pt x="74" y="4"/>
                    <a:pt x="74" y="4"/>
                    <a:pt x="74" y="4"/>
                  </a:cubicBezTo>
                  <a:cubicBezTo>
                    <a:pt x="74" y="4"/>
                    <a:pt x="74" y="5"/>
                    <a:pt x="74" y="5"/>
                  </a:cubicBezTo>
                  <a:cubicBezTo>
                    <a:pt x="74" y="5"/>
                    <a:pt x="74" y="4"/>
                    <a:pt x="74" y="4"/>
                  </a:cubicBezTo>
                  <a:cubicBezTo>
                    <a:pt x="72" y="2"/>
                    <a:pt x="72" y="2"/>
                    <a:pt x="72" y="2"/>
                  </a:cubicBezTo>
                  <a:cubicBezTo>
                    <a:pt x="65" y="2"/>
                    <a:pt x="59" y="0"/>
                    <a:pt x="53" y="1"/>
                  </a:cubicBezTo>
                  <a:cubicBezTo>
                    <a:pt x="50" y="2"/>
                    <a:pt x="48" y="3"/>
                    <a:pt x="45" y="4"/>
                  </a:cubicBezTo>
                  <a:cubicBezTo>
                    <a:pt x="43" y="4"/>
                    <a:pt x="40" y="3"/>
                    <a:pt x="37" y="4"/>
                  </a:cubicBezTo>
                  <a:cubicBezTo>
                    <a:pt x="32" y="5"/>
                    <a:pt x="29" y="8"/>
                    <a:pt x="24" y="9"/>
                  </a:cubicBezTo>
                  <a:cubicBezTo>
                    <a:pt x="18" y="11"/>
                    <a:pt x="13" y="15"/>
                    <a:pt x="11" y="20"/>
                  </a:cubicBezTo>
                  <a:cubicBezTo>
                    <a:pt x="11" y="19"/>
                    <a:pt x="11" y="20"/>
                    <a:pt x="12" y="19"/>
                  </a:cubicBezTo>
                  <a:cubicBezTo>
                    <a:pt x="12" y="23"/>
                    <a:pt x="6" y="26"/>
                    <a:pt x="5" y="29"/>
                  </a:cubicBezTo>
                  <a:cubicBezTo>
                    <a:pt x="2" y="34"/>
                    <a:pt x="0" y="43"/>
                    <a:pt x="3" y="48"/>
                  </a:cubicBezTo>
                  <a:cubicBezTo>
                    <a:pt x="2" y="46"/>
                    <a:pt x="4" y="45"/>
                    <a:pt x="5" y="43"/>
                  </a:cubicBezTo>
                  <a:cubicBezTo>
                    <a:pt x="4" y="50"/>
                    <a:pt x="9" y="56"/>
                    <a:pt x="13" y="61"/>
                  </a:cubicBezTo>
                  <a:cubicBezTo>
                    <a:pt x="12" y="60"/>
                    <a:pt x="11" y="57"/>
                    <a:pt x="11" y="55"/>
                  </a:cubicBezTo>
                  <a:cubicBezTo>
                    <a:pt x="16" y="62"/>
                    <a:pt x="23" y="67"/>
                    <a:pt x="31" y="70"/>
                  </a:cubicBezTo>
                  <a:cubicBezTo>
                    <a:pt x="27" y="65"/>
                    <a:pt x="22" y="59"/>
                    <a:pt x="21" y="52"/>
                  </a:cubicBezTo>
                  <a:cubicBezTo>
                    <a:pt x="21" y="49"/>
                    <a:pt x="21" y="47"/>
                    <a:pt x="23" y="45"/>
                  </a:cubicBezTo>
                  <a:cubicBezTo>
                    <a:pt x="23" y="45"/>
                    <a:pt x="24" y="45"/>
                    <a:pt x="25" y="45"/>
                  </a:cubicBezTo>
                  <a:cubicBezTo>
                    <a:pt x="24" y="46"/>
                    <a:pt x="24" y="47"/>
                    <a:pt x="24" y="47"/>
                  </a:cubicBezTo>
                  <a:cubicBezTo>
                    <a:pt x="23" y="50"/>
                    <a:pt x="24" y="52"/>
                    <a:pt x="25" y="54"/>
                  </a:cubicBezTo>
                  <a:cubicBezTo>
                    <a:pt x="25" y="53"/>
                    <a:pt x="25" y="51"/>
                    <a:pt x="26" y="50"/>
                  </a:cubicBezTo>
                  <a:cubicBezTo>
                    <a:pt x="26" y="52"/>
                    <a:pt x="26" y="54"/>
                    <a:pt x="26" y="55"/>
                  </a:cubicBezTo>
                  <a:cubicBezTo>
                    <a:pt x="26" y="58"/>
                    <a:pt x="28" y="60"/>
                    <a:pt x="30" y="63"/>
                  </a:cubicBezTo>
                  <a:cubicBezTo>
                    <a:pt x="30" y="61"/>
                    <a:pt x="29" y="59"/>
                    <a:pt x="29" y="57"/>
                  </a:cubicBezTo>
                  <a:cubicBezTo>
                    <a:pt x="30" y="60"/>
                    <a:pt x="31" y="64"/>
                    <a:pt x="32" y="67"/>
                  </a:cubicBezTo>
                  <a:cubicBezTo>
                    <a:pt x="33" y="69"/>
                    <a:pt x="35" y="71"/>
                    <a:pt x="37" y="74"/>
                  </a:cubicBezTo>
                  <a:cubicBezTo>
                    <a:pt x="38" y="76"/>
                    <a:pt x="40" y="79"/>
                    <a:pt x="43" y="81"/>
                  </a:cubicBezTo>
                  <a:cubicBezTo>
                    <a:pt x="42" y="80"/>
                    <a:pt x="42" y="79"/>
                    <a:pt x="42" y="78"/>
                  </a:cubicBezTo>
                  <a:cubicBezTo>
                    <a:pt x="43" y="81"/>
                    <a:pt x="49" y="84"/>
                    <a:pt x="52" y="86"/>
                  </a:cubicBezTo>
                  <a:cubicBezTo>
                    <a:pt x="57" y="90"/>
                    <a:pt x="63" y="92"/>
                    <a:pt x="68" y="95"/>
                  </a:cubicBezTo>
                  <a:cubicBezTo>
                    <a:pt x="67" y="94"/>
                    <a:pt x="67" y="94"/>
                    <a:pt x="67" y="93"/>
                  </a:cubicBezTo>
                  <a:cubicBezTo>
                    <a:pt x="68" y="93"/>
                    <a:pt x="70" y="94"/>
                    <a:pt x="72" y="93"/>
                  </a:cubicBezTo>
                  <a:cubicBezTo>
                    <a:pt x="73" y="93"/>
                    <a:pt x="74" y="93"/>
                    <a:pt x="75" y="93"/>
                  </a:cubicBezTo>
                  <a:cubicBezTo>
                    <a:pt x="75" y="92"/>
                    <a:pt x="75" y="92"/>
                    <a:pt x="75" y="92"/>
                  </a:cubicBezTo>
                  <a:cubicBezTo>
                    <a:pt x="75" y="92"/>
                    <a:pt x="76" y="92"/>
                    <a:pt x="76" y="93"/>
                  </a:cubicBezTo>
                  <a:cubicBezTo>
                    <a:pt x="77" y="92"/>
                    <a:pt x="79" y="90"/>
                    <a:pt x="81" y="91"/>
                  </a:cubicBezTo>
                  <a:cubicBezTo>
                    <a:pt x="82" y="91"/>
                    <a:pt x="82" y="92"/>
                    <a:pt x="83" y="92"/>
                  </a:cubicBezTo>
                  <a:cubicBezTo>
                    <a:pt x="84" y="92"/>
                    <a:pt x="85" y="91"/>
                    <a:pt x="86" y="90"/>
                  </a:cubicBezTo>
                  <a:cubicBezTo>
                    <a:pt x="88" y="90"/>
                    <a:pt x="90" y="90"/>
                    <a:pt x="91" y="89"/>
                  </a:cubicBezTo>
                  <a:cubicBezTo>
                    <a:pt x="93" y="88"/>
                    <a:pt x="96" y="87"/>
                    <a:pt x="98" y="85"/>
                  </a:cubicBezTo>
                  <a:cubicBezTo>
                    <a:pt x="98" y="86"/>
                    <a:pt x="98" y="87"/>
                    <a:pt x="97" y="88"/>
                  </a:cubicBezTo>
                  <a:cubicBezTo>
                    <a:pt x="99" y="84"/>
                    <a:pt x="102" y="81"/>
                    <a:pt x="104" y="78"/>
                  </a:cubicBezTo>
                  <a:cubicBezTo>
                    <a:pt x="104" y="79"/>
                    <a:pt x="104" y="80"/>
                    <a:pt x="103" y="81"/>
                  </a:cubicBezTo>
                  <a:cubicBezTo>
                    <a:pt x="109" y="79"/>
                    <a:pt x="111" y="73"/>
                    <a:pt x="115" y="69"/>
                  </a:cubicBezTo>
                  <a:cubicBezTo>
                    <a:pt x="116" y="67"/>
                    <a:pt x="117" y="64"/>
                    <a:pt x="117" y="62"/>
                  </a:cubicBezTo>
                  <a:cubicBezTo>
                    <a:pt x="118" y="62"/>
                    <a:pt x="118" y="63"/>
                    <a:pt x="118" y="64"/>
                  </a:cubicBezTo>
                  <a:cubicBezTo>
                    <a:pt x="120" y="60"/>
                    <a:pt x="120" y="52"/>
                    <a:pt x="119" y="48"/>
                  </a:cubicBezTo>
                  <a:cubicBezTo>
                    <a:pt x="119" y="48"/>
                    <a:pt x="119" y="49"/>
                    <a:pt x="119" y="50"/>
                  </a:cubicBezTo>
                  <a:cubicBezTo>
                    <a:pt x="119" y="47"/>
                    <a:pt x="120" y="45"/>
                    <a:pt x="121" y="43"/>
                  </a:cubicBezTo>
                  <a:cubicBezTo>
                    <a:pt x="121" y="44"/>
                    <a:pt x="122" y="45"/>
                    <a:pt x="122" y="45"/>
                  </a:cubicBezTo>
                  <a:cubicBezTo>
                    <a:pt x="123" y="46"/>
                    <a:pt x="124" y="45"/>
                    <a:pt x="124" y="45"/>
                  </a:cubicBezTo>
                  <a:cubicBezTo>
                    <a:pt x="126" y="47"/>
                    <a:pt x="126" y="49"/>
                    <a:pt x="126" y="52"/>
                  </a:cubicBezTo>
                  <a:cubicBezTo>
                    <a:pt x="125" y="59"/>
                    <a:pt x="121" y="65"/>
                    <a:pt x="116" y="70"/>
                  </a:cubicBezTo>
                  <a:cubicBezTo>
                    <a:pt x="124" y="67"/>
                    <a:pt x="131" y="62"/>
                    <a:pt x="136" y="55"/>
                  </a:cubicBezTo>
                  <a:cubicBezTo>
                    <a:pt x="136" y="57"/>
                    <a:pt x="136" y="60"/>
                    <a:pt x="134" y="61"/>
                  </a:cubicBezTo>
                  <a:cubicBezTo>
                    <a:pt x="139" y="56"/>
                    <a:pt x="143" y="50"/>
                    <a:pt x="143" y="43"/>
                  </a:cubicBezTo>
                  <a:cubicBezTo>
                    <a:pt x="144" y="45"/>
                    <a:pt x="145" y="46"/>
                    <a:pt x="145" y="48"/>
                  </a:cubicBezTo>
                  <a:cubicBezTo>
                    <a:pt x="147" y="43"/>
                    <a:pt x="146" y="34"/>
                    <a:pt x="143" y="29"/>
                  </a:cubicBezTo>
                  <a:close/>
                  <a:moveTo>
                    <a:pt x="116" y="62"/>
                  </a:moveTo>
                  <a:cubicBezTo>
                    <a:pt x="116" y="62"/>
                    <a:pt x="116" y="62"/>
                    <a:pt x="116" y="62"/>
                  </a:cubicBezTo>
                  <a:cubicBezTo>
                    <a:pt x="117" y="62"/>
                    <a:pt x="117" y="62"/>
                    <a:pt x="117" y="62"/>
                  </a:cubicBezTo>
                  <a:cubicBezTo>
                    <a:pt x="117" y="62"/>
                    <a:pt x="116" y="62"/>
                    <a:pt x="116" y="62"/>
                  </a:cubicBezTo>
                  <a:close/>
                  <a:moveTo>
                    <a:pt x="111" y="46"/>
                  </a:moveTo>
                  <a:cubicBezTo>
                    <a:pt x="109" y="50"/>
                    <a:pt x="107" y="52"/>
                    <a:pt x="104" y="53"/>
                  </a:cubicBezTo>
                  <a:cubicBezTo>
                    <a:pt x="105" y="51"/>
                    <a:pt x="105" y="49"/>
                    <a:pt x="105" y="48"/>
                  </a:cubicBezTo>
                  <a:cubicBezTo>
                    <a:pt x="104" y="48"/>
                    <a:pt x="102" y="49"/>
                    <a:pt x="100" y="50"/>
                  </a:cubicBezTo>
                  <a:cubicBezTo>
                    <a:pt x="100" y="49"/>
                    <a:pt x="100" y="48"/>
                    <a:pt x="100" y="47"/>
                  </a:cubicBezTo>
                  <a:cubicBezTo>
                    <a:pt x="98" y="48"/>
                    <a:pt x="96" y="49"/>
                    <a:pt x="94" y="48"/>
                  </a:cubicBezTo>
                  <a:cubicBezTo>
                    <a:pt x="92" y="46"/>
                    <a:pt x="91" y="43"/>
                    <a:pt x="89" y="47"/>
                  </a:cubicBezTo>
                  <a:cubicBezTo>
                    <a:pt x="88" y="45"/>
                    <a:pt x="88" y="44"/>
                    <a:pt x="87" y="43"/>
                  </a:cubicBezTo>
                  <a:cubicBezTo>
                    <a:pt x="84" y="47"/>
                    <a:pt x="81" y="41"/>
                    <a:pt x="78" y="44"/>
                  </a:cubicBezTo>
                  <a:cubicBezTo>
                    <a:pt x="77" y="42"/>
                    <a:pt x="76" y="41"/>
                    <a:pt x="76" y="39"/>
                  </a:cubicBezTo>
                  <a:cubicBezTo>
                    <a:pt x="75" y="40"/>
                    <a:pt x="75" y="42"/>
                    <a:pt x="75" y="43"/>
                  </a:cubicBezTo>
                  <a:cubicBezTo>
                    <a:pt x="74" y="42"/>
                    <a:pt x="74" y="42"/>
                    <a:pt x="74" y="41"/>
                  </a:cubicBezTo>
                  <a:cubicBezTo>
                    <a:pt x="74" y="41"/>
                    <a:pt x="73" y="42"/>
                    <a:pt x="73" y="42"/>
                  </a:cubicBezTo>
                  <a:cubicBezTo>
                    <a:pt x="73" y="41"/>
                    <a:pt x="72" y="41"/>
                    <a:pt x="72" y="41"/>
                  </a:cubicBezTo>
                  <a:cubicBezTo>
                    <a:pt x="71" y="41"/>
                    <a:pt x="71" y="41"/>
                    <a:pt x="71" y="41"/>
                  </a:cubicBezTo>
                  <a:cubicBezTo>
                    <a:pt x="71" y="43"/>
                    <a:pt x="70" y="44"/>
                    <a:pt x="69" y="46"/>
                  </a:cubicBezTo>
                  <a:cubicBezTo>
                    <a:pt x="69" y="45"/>
                    <a:pt x="69" y="43"/>
                    <a:pt x="68" y="42"/>
                  </a:cubicBezTo>
                  <a:cubicBezTo>
                    <a:pt x="68" y="43"/>
                    <a:pt x="67" y="45"/>
                    <a:pt x="66" y="46"/>
                  </a:cubicBezTo>
                  <a:cubicBezTo>
                    <a:pt x="66" y="45"/>
                    <a:pt x="66" y="44"/>
                    <a:pt x="66" y="43"/>
                  </a:cubicBezTo>
                  <a:cubicBezTo>
                    <a:pt x="65" y="45"/>
                    <a:pt x="62" y="47"/>
                    <a:pt x="61" y="48"/>
                  </a:cubicBezTo>
                  <a:cubicBezTo>
                    <a:pt x="60" y="48"/>
                    <a:pt x="60" y="46"/>
                    <a:pt x="60" y="45"/>
                  </a:cubicBezTo>
                  <a:cubicBezTo>
                    <a:pt x="59" y="46"/>
                    <a:pt x="58" y="47"/>
                    <a:pt x="58" y="48"/>
                  </a:cubicBezTo>
                  <a:cubicBezTo>
                    <a:pt x="58" y="48"/>
                    <a:pt x="57" y="47"/>
                    <a:pt x="58" y="47"/>
                  </a:cubicBezTo>
                  <a:cubicBezTo>
                    <a:pt x="56" y="48"/>
                    <a:pt x="55" y="50"/>
                    <a:pt x="54" y="51"/>
                  </a:cubicBezTo>
                  <a:cubicBezTo>
                    <a:pt x="50" y="52"/>
                    <a:pt x="47" y="49"/>
                    <a:pt x="45" y="47"/>
                  </a:cubicBezTo>
                  <a:cubicBezTo>
                    <a:pt x="43" y="49"/>
                    <a:pt x="44" y="52"/>
                    <a:pt x="44" y="54"/>
                  </a:cubicBezTo>
                  <a:cubicBezTo>
                    <a:pt x="43" y="53"/>
                    <a:pt x="42" y="52"/>
                    <a:pt x="41" y="52"/>
                  </a:cubicBezTo>
                  <a:cubicBezTo>
                    <a:pt x="41" y="52"/>
                    <a:pt x="41" y="52"/>
                    <a:pt x="40" y="53"/>
                  </a:cubicBezTo>
                  <a:cubicBezTo>
                    <a:pt x="39" y="51"/>
                    <a:pt x="37" y="50"/>
                    <a:pt x="35" y="49"/>
                  </a:cubicBezTo>
                  <a:cubicBezTo>
                    <a:pt x="35" y="50"/>
                    <a:pt x="35" y="51"/>
                    <a:pt x="35" y="52"/>
                  </a:cubicBezTo>
                  <a:cubicBezTo>
                    <a:pt x="32" y="51"/>
                    <a:pt x="29" y="46"/>
                    <a:pt x="26" y="43"/>
                  </a:cubicBezTo>
                  <a:cubicBezTo>
                    <a:pt x="26" y="43"/>
                    <a:pt x="26" y="43"/>
                    <a:pt x="27" y="43"/>
                  </a:cubicBezTo>
                  <a:cubicBezTo>
                    <a:pt x="30" y="36"/>
                    <a:pt x="30" y="26"/>
                    <a:pt x="37" y="23"/>
                  </a:cubicBezTo>
                  <a:cubicBezTo>
                    <a:pt x="42" y="20"/>
                    <a:pt x="49" y="19"/>
                    <a:pt x="55" y="19"/>
                  </a:cubicBezTo>
                  <a:cubicBezTo>
                    <a:pt x="62" y="19"/>
                    <a:pt x="66" y="20"/>
                    <a:pt x="71" y="15"/>
                  </a:cubicBezTo>
                  <a:cubicBezTo>
                    <a:pt x="71" y="16"/>
                    <a:pt x="71" y="17"/>
                    <a:pt x="71" y="18"/>
                  </a:cubicBezTo>
                  <a:cubicBezTo>
                    <a:pt x="72" y="17"/>
                    <a:pt x="73" y="16"/>
                    <a:pt x="74" y="15"/>
                  </a:cubicBezTo>
                  <a:cubicBezTo>
                    <a:pt x="74" y="16"/>
                    <a:pt x="75" y="17"/>
                    <a:pt x="77" y="18"/>
                  </a:cubicBezTo>
                  <a:cubicBezTo>
                    <a:pt x="77" y="17"/>
                    <a:pt x="77" y="16"/>
                    <a:pt x="76" y="15"/>
                  </a:cubicBezTo>
                  <a:cubicBezTo>
                    <a:pt x="81" y="20"/>
                    <a:pt x="85" y="19"/>
                    <a:pt x="92" y="19"/>
                  </a:cubicBezTo>
                  <a:cubicBezTo>
                    <a:pt x="98" y="19"/>
                    <a:pt x="105" y="20"/>
                    <a:pt x="111" y="23"/>
                  </a:cubicBezTo>
                  <a:cubicBezTo>
                    <a:pt x="115" y="25"/>
                    <a:pt x="117" y="31"/>
                    <a:pt x="119" y="36"/>
                  </a:cubicBezTo>
                  <a:cubicBezTo>
                    <a:pt x="118" y="39"/>
                    <a:pt x="112" y="44"/>
                    <a:pt x="111" y="46"/>
                  </a:cubicBezTo>
                  <a:close/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1101" name="Freeform 917">
              <a:extLst>
                <a:ext uri="{FF2B5EF4-FFF2-40B4-BE49-F238E27FC236}">
                  <a16:creationId xmlns:a16="http://schemas.microsoft.com/office/drawing/2014/main" id="{106E9DDE-E7BE-49BF-93CC-5B42F8CBBF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9" y="802"/>
              <a:ext cx="45" cy="116"/>
            </a:xfrm>
            <a:custGeom>
              <a:avLst/>
              <a:gdLst>
                <a:gd name="T0" fmla="*/ 0 w 30"/>
                <a:gd name="T1" fmla="*/ 18 h 77"/>
                <a:gd name="T2" fmla="*/ 41 w 30"/>
                <a:gd name="T3" fmla="*/ 148 h 77"/>
                <a:gd name="T4" fmla="*/ 45 w 30"/>
                <a:gd name="T5" fmla="*/ 116 h 77"/>
                <a:gd name="T6" fmla="*/ 72 w 30"/>
                <a:gd name="T7" fmla="*/ 264 h 77"/>
                <a:gd name="T8" fmla="*/ 80 w 30"/>
                <a:gd name="T9" fmla="*/ 157 h 77"/>
                <a:gd name="T10" fmla="*/ 86 w 30"/>
                <a:gd name="T11" fmla="*/ 211 h 77"/>
                <a:gd name="T12" fmla="*/ 72 w 30"/>
                <a:gd name="T13" fmla="*/ 80 h 77"/>
                <a:gd name="T14" fmla="*/ 102 w 30"/>
                <a:gd name="T15" fmla="*/ 154 h 77"/>
                <a:gd name="T16" fmla="*/ 75 w 30"/>
                <a:gd name="T17" fmla="*/ 41 h 77"/>
                <a:gd name="T18" fmla="*/ 48 w 30"/>
                <a:gd name="T19" fmla="*/ 0 h 77"/>
                <a:gd name="T20" fmla="*/ 54 w 30"/>
                <a:gd name="T21" fmla="*/ 62 h 77"/>
                <a:gd name="T22" fmla="*/ 41 w 30"/>
                <a:gd name="T23" fmla="*/ 27 h 77"/>
                <a:gd name="T24" fmla="*/ 53 w 30"/>
                <a:gd name="T25" fmla="*/ 62 h 77"/>
                <a:gd name="T26" fmla="*/ 12 w 30"/>
                <a:gd name="T27" fmla="*/ 26 h 7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30" h="77">
                  <a:moveTo>
                    <a:pt x="0" y="5"/>
                  </a:moveTo>
                  <a:cubicBezTo>
                    <a:pt x="10" y="16"/>
                    <a:pt x="9" y="29"/>
                    <a:pt x="12" y="43"/>
                  </a:cubicBezTo>
                  <a:cubicBezTo>
                    <a:pt x="12" y="40"/>
                    <a:pt x="12" y="37"/>
                    <a:pt x="13" y="34"/>
                  </a:cubicBezTo>
                  <a:cubicBezTo>
                    <a:pt x="17" y="49"/>
                    <a:pt x="21" y="62"/>
                    <a:pt x="21" y="77"/>
                  </a:cubicBezTo>
                  <a:cubicBezTo>
                    <a:pt x="21" y="69"/>
                    <a:pt x="25" y="57"/>
                    <a:pt x="23" y="46"/>
                  </a:cubicBezTo>
                  <a:cubicBezTo>
                    <a:pt x="25" y="50"/>
                    <a:pt x="25" y="58"/>
                    <a:pt x="25" y="62"/>
                  </a:cubicBezTo>
                  <a:cubicBezTo>
                    <a:pt x="25" y="49"/>
                    <a:pt x="24" y="36"/>
                    <a:pt x="21" y="23"/>
                  </a:cubicBezTo>
                  <a:cubicBezTo>
                    <a:pt x="25" y="29"/>
                    <a:pt x="28" y="37"/>
                    <a:pt x="30" y="45"/>
                  </a:cubicBezTo>
                  <a:cubicBezTo>
                    <a:pt x="28" y="33"/>
                    <a:pt x="29" y="22"/>
                    <a:pt x="22" y="12"/>
                  </a:cubicBezTo>
                  <a:cubicBezTo>
                    <a:pt x="20" y="8"/>
                    <a:pt x="17" y="4"/>
                    <a:pt x="14" y="0"/>
                  </a:cubicBezTo>
                  <a:cubicBezTo>
                    <a:pt x="15" y="5"/>
                    <a:pt x="17" y="12"/>
                    <a:pt x="16" y="18"/>
                  </a:cubicBezTo>
                  <a:cubicBezTo>
                    <a:pt x="16" y="14"/>
                    <a:pt x="14" y="11"/>
                    <a:pt x="12" y="8"/>
                  </a:cubicBezTo>
                  <a:cubicBezTo>
                    <a:pt x="13" y="11"/>
                    <a:pt x="14" y="15"/>
                    <a:pt x="15" y="18"/>
                  </a:cubicBezTo>
                  <a:cubicBezTo>
                    <a:pt x="12" y="14"/>
                    <a:pt x="8" y="8"/>
                    <a:pt x="3" y="7"/>
                  </a:cubicBezTo>
                </a:path>
              </a:pathLst>
            </a:custGeom>
            <a:solidFill>
              <a:srgbClr val="CCCC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1102" name="Freeform 918">
              <a:extLst>
                <a:ext uri="{FF2B5EF4-FFF2-40B4-BE49-F238E27FC236}">
                  <a16:creationId xmlns:a16="http://schemas.microsoft.com/office/drawing/2014/main" id="{61AF96B3-3929-466B-9EE3-C774D28825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8" y="796"/>
              <a:ext cx="54" cy="116"/>
            </a:xfrm>
            <a:custGeom>
              <a:avLst/>
              <a:gdLst>
                <a:gd name="T0" fmla="*/ 122 w 36"/>
                <a:gd name="T1" fmla="*/ 0 h 77"/>
                <a:gd name="T2" fmla="*/ 89 w 36"/>
                <a:gd name="T3" fmla="*/ 122 h 77"/>
                <a:gd name="T4" fmla="*/ 108 w 36"/>
                <a:gd name="T5" fmla="*/ 81 h 77"/>
                <a:gd name="T6" fmla="*/ 86 w 36"/>
                <a:gd name="T7" fmla="*/ 264 h 77"/>
                <a:gd name="T8" fmla="*/ 75 w 36"/>
                <a:gd name="T9" fmla="*/ 163 h 77"/>
                <a:gd name="T10" fmla="*/ 54 w 36"/>
                <a:gd name="T11" fmla="*/ 232 h 77"/>
                <a:gd name="T12" fmla="*/ 59 w 36"/>
                <a:gd name="T13" fmla="*/ 122 h 77"/>
                <a:gd name="T14" fmla="*/ 41 w 36"/>
                <a:gd name="T15" fmla="*/ 178 h 77"/>
                <a:gd name="T16" fmla="*/ 48 w 36"/>
                <a:gd name="T17" fmla="*/ 102 h 77"/>
                <a:gd name="T18" fmla="*/ 12 w 36"/>
                <a:gd name="T19" fmla="*/ 223 h 77"/>
                <a:gd name="T20" fmla="*/ 27 w 36"/>
                <a:gd name="T21" fmla="*/ 68 h 77"/>
                <a:gd name="T22" fmla="*/ 8 w 36"/>
                <a:gd name="T23" fmla="*/ 113 h 77"/>
                <a:gd name="T24" fmla="*/ 68 w 36"/>
                <a:gd name="T25" fmla="*/ 0 h 77"/>
                <a:gd name="T26" fmla="*/ 53 w 36"/>
                <a:gd name="T27" fmla="*/ 72 h 77"/>
                <a:gd name="T28" fmla="*/ 80 w 36"/>
                <a:gd name="T29" fmla="*/ 26 h 77"/>
                <a:gd name="T30" fmla="*/ 68 w 36"/>
                <a:gd name="T31" fmla="*/ 80 h 77"/>
                <a:gd name="T32" fmla="*/ 108 w 36"/>
                <a:gd name="T33" fmla="*/ 8 h 77"/>
                <a:gd name="T34" fmla="*/ 120 w 36"/>
                <a:gd name="T35" fmla="*/ 5 h 77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36" h="77">
                  <a:moveTo>
                    <a:pt x="36" y="0"/>
                  </a:moveTo>
                  <a:cubicBezTo>
                    <a:pt x="31" y="12"/>
                    <a:pt x="28" y="23"/>
                    <a:pt x="26" y="36"/>
                  </a:cubicBezTo>
                  <a:cubicBezTo>
                    <a:pt x="27" y="32"/>
                    <a:pt x="29" y="27"/>
                    <a:pt x="32" y="24"/>
                  </a:cubicBezTo>
                  <a:cubicBezTo>
                    <a:pt x="24" y="38"/>
                    <a:pt x="25" y="61"/>
                    <a:pt x="25" y="77"/>
                  </a:cubicBezTo>
                  <a:cubicBezTo>
                    <a:pt x="22" y="67"/>
                    <a:pt x="24" y="57"/>
                    <a:pt x="22" y="48"/>
                  </a:cubicBezTo>
                  <a:cubicBezTo>
                    <a:pt x="18" y="54"/>
                    <a:pt x="18" y="61"/>
                    <a:pt x="16" y="68"/>
                  </a:cubicBezTo>
                  <a:cubicBezTo>
                    <a:pt x="16" y="57"/>
                    <a:pt x="18" y="46"/>
                    <a:pt x="17" y="36"/>
                  </a:cubicBezTo>
                  <a:cubicBezTo>
                    <a:pt x="14" y="41"/>
                    <a:pt x="14" y="47"/>
                    <a:pt x="12" y="52"/>
                  </a:cubicBezTo>
                  <a:cubicBezTo>
                    <a:pt x="12" y="44"/>
                    <a:pt x="13" y="37"/>
                    <a:pt x="14" y="30"/>
                  </a:cubicBezTo>
                  <a:cubicBezTo>
                    <a:pt x="7" y="40"/>
                    <a:pt x="5" y="53"/>
                    <a:pt x="3" y="65"/>
                  </a:cubicBezTo>
                  <a:cubicBezTo>
                    <a:pt x="0" y="52"/>
                    <a:pt x="2" y="32"/>
                    <a:pt x="8" y="20"/>
                  </a:cubicBezTo>
                  <a:cubicBezTo>
                    <a:pt x="5" y="23"/>
                    <a:pt x="2" y="29"/>
                    <a:pt x="2" y="33"/>
                  </a:cubicBezTo>
                  <a:cubicBezTo>
                    <a:pt x="4" y="25"/>
                    <a:pt x="13" y="4"/>
                    <a:pt x="20" y="0"/>
                  </a:cubicBezTo>
                  <a:cubicBezTo>
                    <a:pt x="18" y="7"/>
                    <a:pt x="17" y="14"/>
                    <a:pt x="15" y="21"/>
                  </a:cubicBezTo>
                  <a:cubicBezTo>
                    <a:pt x="17" y="16"/>
                    <a:pt x="19" y="10"/>
                    <a:pt x="23" y="7"/>
                  </a:cubicBezTo>
                  <a:cubicBezTo>
                    <a:pt x="22" y="12"/>
                    <a:pt x="19" y="18"/>
                    <a:pt x="20" y="23"/>
                  </a:cubicBezTo>
                  <a:cubicBezTo>
                    <a:pt x="22" y="15"/>
                    <a:pt x="29" y="9"/>
                    <a:pt x="32" y="2"/>
                  </a:cubicBezTo>
                  <a:cubicBezTo>
                    <a:pt x="33" y="2"/>
                    <a:pt x="34" y="1"/>
                    <a:pt x="35" y="1"/>
                  </a:cubicBezTo>
                </a:path>
              </a:pathLst>
            </a:custGeom>
            <a:solidFill>
              <a:srgbClr val="CCCC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1103" name="Freeform 919">
              <a:extLst>
                <a:ext uri="{FF2B5EF4-FFF2-40B4-BE49-F238E27FC236}">
                  <a16:creationId xmlns:a16="http://schemas.microsoft.com/office/drawing/2014/main" id="{AA68D2FD-79D1-42C8-BBF7-332F75FB33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7" y="1097"/>
              <a:ext cx="28" cy="54"/>
            </a:xfrm>
            <a:custGeom>
              <a:avLst/>
              <a:gdLst>
                <a:gd name="T0" fmla="*/ 15 w 19"/>
                <a:gd name="T1" fmla="*/ 5 h 36"/>
                <a:gd name="T2" fmla="*/ 0 w 19"/>
                <a:gd name="T3" fmla="*/ 59 h 36"/>
                <a:gd name="T4" fmla="*/ 9 w 19"/>
                <a:gd name="T5" fmla="*/ 35 h 36"/>
                <a:gd name="T6" fmla="*/ 9 w 19"/>
                <a:gd name="T7" fmla="*/ 66 h 36"/>
                <a:gd name="T8" fmla="*/ 15 w 19"/>
                <a:gd name="T9" fmla="*/ 48 h 36"/>
                <a:gd name="T10" fmla="*/ 19 w 19"/>
                <a:gd name="T11" fmla="*/ 89 h 36"/>
                <a:gd name="T12" fmla="*/ 19 w 19"/>
                <a:gd name="T13" fmla="*/ 72 h 36"/>
                <a:gd name="T14" fmla="*/ 27 w 19"/>
                <a:gd name="T15" fmla="*/ 48 h 36"/>
                <a:gd name="T16" fmla="*/ 47 w 19"/>
                <a:gd name="T17" fmla="*/ 99 h 36"/>
                <a:gd name="T18" fmla="*/ 40 w 19"/>
                <a:gd name="T19" fmla="*/ 66 h 36"/>
                <a:gd name="T20" fmla="*/ 46 w 19"/>
                <a:gd name="T21" fmla="*/ 89 h 36"/>
                <a:gd name="T22" fmla="*/ 60 w 19"/>
                <a:gd name="T23" fmla="*/ 122 h 36"/>
                <a:gd name="T24" fmla="*/ 52 w 19"/>
                <a:gd name="T25" fmla="*/ 107 h 36"/>
                <a:gd name="T26" fmla="*/ 46 w 19"/>
                <a:gd name="T27" fmla="*/ 66 h 36"/>
                <a:gd name="T28" fmla="*/ 47 w 19"/>
                <a:gd name="T29" fmla="*/ 32 h 36"/>
                <a:gd name="T30" fmla="*/ 41 w 19"/>
                <a:gd name="T31" fmla="*/ 53 h 36"/>
                <a:gd name="T32" fmla="*/ 40 w 19"/>
                <a:gd name="T33" fmla="*/ 14 h 36"/>
                <a:gd name="T34" fmla="*/ 35 w 19"/>
                <a:gd name="T35" fmla="*/ 27 h 36"/>
                <a:gd name="T36" fmla="*/ 35 w 19"/>
                <a:gd name="T37" fmla="*/ 18 h 36"/>
                <a:gd name="T38" fmla="*/ 32 w 19"/>
                <a:gd name="T39" fmla="*/ 32 h 36"/>
                <a:gd name="T40" fmla="*/ 32 w 19"/>
                <a:gd name="T41" fmla="*/ 0 h 36"/>
                <a:gd name="T42" fmla="*/ 19 w 19"/>
                <a:gd name="T43" fmla="*/ 21 h 36"/>
                <a:gd name="T44" fmla="*/ 22 w 19"/>
                <a:gd name="T45" fmla="*/ 5 h 36"/>
                <a:gd name="T46" fmla="*/ 13 w 19"/>
                <a:gd name="T47" fmla="*/ 18 h 36"/>
                <a:gd name="T48" fmla="*/ 15 w 19"/>
                <a:gd name="T49" fmla="*/ 12 h 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9" h="36">
                  <a:moveTo>
                    <a:pt x="5" y="1"/>
                  </a:moveTo>
                  <a:cubicBezTo>
                    <a:pt x="1" y="4"/>
                    <a:pt x="0" y="12"/>
                    <a:pt x="0" y="17"/>
                  </a:cubicBezTo>
                  <a:cubicBezTo>
                    <a:pt x="0" y="15"/>
                    <a:pt x="1" y="11"/>
                    <a:pt x="3" y="10"/>
                  </a:cubicBezTo>
                  <a:cubicBezTo>
                    <a:pt x="3" y="13"/>
                    <a:pt x="2" y="16"/>
                    <a:pt x="3" y="19"/>
                  </a:cubicBezTo>
                  <a:cubicBezTo>
                    <a:pt x="3" y="18"/>
                    <a:pt x="4" y="16"/>
                    <a:pt x="5" y="14"/>
                  </a:cubicBezTo>
                  <a:cubicBezTo>
                    <a:pt x="5" y="18"/>
                    <a:pt x="4" y="22"/>
                    <a:pt x="6" y="26"/>
                  </a:cubicBezTo>
                  <a:cubicBezTo>
                    <a:pt x="6" y="24"/>
                    <a:pt x="6" y="22"/>
                    <a:pt x="6" y="21"/>
                  </a:cubicBezTo>
                  <a:cubicBezTo>
                    <a:pt x="7" y="19"/>
                    <a:pt x="8" y="17"/>
                    <a:pt x="8" y="14"/>
                  </a:cubicBezTo>
                  <a:cubicBezTo>
                    <a:pt x="8" y="20"/>
                    <a:pt x="11" y="25"/>
                    <a:pt x="15" y="29"/>
                  </a:cubicBezTo>
                  <a:cubicBezTo>
                    <a:pt x="13" y="26"/>
                    <a:pt x="12" y="23"/>
                    <a:pt x="12" y="19"/>
                  </a:cubicBezTo>
                  <a:cubicBezTo>
                    <a:pt x="13" y="21"/>
                    <a:pt x="13" y="24"/>
                    <a:pt x="14" y="26"/>
                  </a:cubicBezTo>
                  <a:cubicBezTo>
                    <a:pt x="15" y="29"/>
                    <a:pt x="17" y="33"/>
                    <a:pt x="19" y="36"/>
                  </a:cubicBezTo>
                  <a:cubicBezTo>
                    <a:pt x="19" y="34"/>
                    <a:pt x="17" y="33"/>
                    <a:pt x="16" y="31"/>
                  </a:cubicBezTo>
                  <a:cubicBezTo>
                    <a:pt x="15" y="27"/>
                    <a:pt x="14" y="23"/>
                    <a:pt x="14" y="19"/>
                  </a:cubicBezTo>
                  <a:cubicBezTo>
                    <a:pt x="13" y="16"/>
                    <a:pt x="14" y="12"/>
                    <a:pt x="15" y="9"/>
                  </a:cubicBezTo>
                  <a:cubicBezTo>
                    <a:pt x="13" y="10"/>
                    <a:pt x="13" y="13"/>
                    <a:pt x="13" y="15"/>
                  </a:cubicBezTo>
                  <a:cubicBezTo>
                    <a:pt x="13" y="11"/>
                    <a:pt x="12" y="8"/>
                    <a:pt x="12" y="4"/>
                  </a:cubicBezTo>
                  <a:cubicBezTo>
                    <a:pt x="11" y="5"/>
                    <a:pt x="11" y="7"/>
                    <a:pt x="11" y="8"/>
                  </a:cubicBezTo>
                  <a:cubicBezTo>
                    <a:pt x="11" y="7"/>
                    <a:pt x="11" y="6"/>
                    <a:pt x="11" y="5"/>
                  </a:cubicBezTo>
                  <a:cubicBezTo>
                    <a:pt x="11" y="7"/>
                    <a:pt x="10" y="8"/>
                    <a:pt x="10" y="9"/>
                  </a:cubicBezTo>
                  <a:cubicBezTo>
                    <a:pt x="10" y="6"/>
                    <a:pt x="10" y="3"/>
                    <a:pt x="10" y="0"/>
                  </a:cubicBezTo>
                  <a:cubicBezTo>
                    <a:pt x="9" y="2"/>
                    <a:pt x="7" y="4"/>
                    <a:pt x="6" y="6"/>
                  </a:cubicBezTo>
                  <a:cubicBezTo>
                    <a:pt x="7" y="5"/>
                    <a:pt x="8" y="3"/>
                    <a:pt x="7" y="1"/>
                  </a:cubicBezTo>
                  <a:cubicBezTo>
                    <a:pt x="6" y="2"/>
                    <a:pt x="5" y="4"/>
                    <a:pt x="4" y="5"/>
                  </a:cubicBezTo>
                  <a:cubicBezTo>
                    <a:pt x="4" y="4"/>
                    <a:pt x="5" y="3"/>
                    <a:pt x="5" y="3"/>
                  </a:cubicBezTo>
                </a:path>
              </a:pathLst>
            </a:custGeom>
            <a:solidFill>
              <a:srgbClr val="CCCC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1104" name="Freeform 920">
              <a:extLst>
                <a:ext uri="{FF2B5EF4-FFF2-40B4-BE49-F238E27FC236}">
                  <a16:creationId xmlns:a16="http://schemas.microsoft.com/office/drawing/2014/main" id="{AA167400-4687-4C05-A7D1-9B6489A7B7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0" y="1079"/>
              <a:ext cx="35" cy="71"/>
            </a:xfrm>
            <a:custGeom>
              <a:avLst/>
              <a:gdLst>
                <a:gd name="T0" fmla="*/ 0 w 23"/>
                <a:gd name="T1" fmla="*/ 41 h 47"/>
                <a:gd name="T2" fmla="*/ 12 w 23"/>
                <a:gd name="T3" fmla="*/ 73 h 47"/>
                <a:gd name="T4" fmla="*/ 27 w 23"/>
                <a:gd name="T5" fmla="*/ 95 h 47"/>
                <a:gd name="T6" fmla="*/ 26 w 23"/>
                <a:gd name="T7" fmla="*/ 86 h 47"/>
                <a:gd name="T8" fmla="*/ 40 w 23"/>
                <a:gd name="T9" fmla="*/ 130 h 47"/>
                <a:gd name="T10" fmla="*/ 26 w 23"/>
                <a:gd name="T11" fmla="*/ 162 h 47"/>
                <a:gd name="T12" fmla="*/ 49 w 23"/>
                <a:gd name="T13" fmla="*/ 124 h 47"/>
                <a:gd name="T14" fmla="*/ 53 w 23"/>
                <a:gd name="T15" fmla="*/ 86 h 47"/>
                <a:gd name="T16" fmla="*/ 56 w 23"/>
                <a:gd name="T17" fmla="*/ 124 h 47"/>
                <a:gd name="T18" fmla="*/ 62 w 23"/>
                <a:gd name="T19" fmla="*/ 107 h 47"/>
                <a:gd name="T20" fmla="*/ 67 w 23"/>
                <a:gd name="T21" fmla="*/ 121 h 47"/>
                <a:gd name="T22" fmla="*/ 70 w 23"/>
                <a:gd name="T23" fmla="*/ 103 h 47"/>
                <a:gd name="T24" fmla="*/ 62 w 23"/>
                <a:gd name="T25" fmla="*/ 59 h 47"/>
                <a:gd name="T26" fmla="*/ 75 w 23"/>
                <a:gd name="T27" fmla="*/ 89 h 47"/>
                <a:gd name="T28" fmla="*/ 75 w 23"/>
                <a:gd name="T29" fmla="*/ 59 h 47"/>
                <a:gd name="T30" fmla="*/ 81 w 23"/>
                <a:gd name="T31" fmla="*/ 76 h 47"/>
                <a:gd name="T32" fmla="*/ 53 w 23"/>
                <a:gd name="T33" fmla="*/ 27 h 47"/>
                <a:gd name="T34" fmla="*/ 21 w 23"/>
                <a:gd name="T35" fmla="*/ 0 h 47"/>
                <a:gd name="T36" fmla="*/ 27 w 23"/>
                <a:gd name="T37" fmla="*/ 8 h 47"/>
                <a:gd name="T38" fmla="*/ 41 w 23"/>
                <a:gd name="T39" fmla="*/ 26 h 47"/>
                <a:gd name="T40" fmla="*/ 56 w 23"/>
                <a:gd name="T41" fmla="*/ 62 h 47"/>
                <a:gd name="T42" fmla="*/ 35 w 23"/>
                <a:gd name="T43" fmla="*/ 35 h 47"/>
                <a:gd name="T44" fmla="*/ 41 w 23"/>
                <a:gd name="T45" fmla="*/ 59 h 47"/>
                <a:gd name="T46" fmla="*/ 32 w 23"/>
                <a:gd name="T47" fmla="*/ 45 h 47"/>
                <a:gd name="T48" fmla="*/ 35 w 23"/>
                <a:gd name="T49" fmla="*/ 62 h 47"/>
                <a:gd name="T50" fmla="*/ 8 w 23"/>
                <a:gd name="T51" fmla="*/ 26 h 47"/>
                <a:gd name="T52" fmla="*/ 14 w 23"/>
                <a:gd name="T53" fmla="*/ 45 h 47"/>
                <a:gd name="T54" fmla="*/ 21 w 23"/>
                <a:gd name="T55" fmla="*/ 73 h 47"/>
                <a:gd name="T56" fmla="*/ 12 w 23"/>
                <a:gd name="T57" fmla="*/ 48 h 47"/>
                <a:gd name="T58" fmla="*/ 14 w 23"/>
                <a:gd name="T59" fmla="*/ 62 h 47"/>
                <a:gd name="T60" fmla="*/ 0 w 23"/>
                <a:gd name="T61" fmla="*/ 41 h 47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23" h="47">
                  <a:moveTo>
                    <a:pt x="0" y="12"/>
                  </a:moveTo>
                  <a:cubicBezTo>
                    <a:pt x="1" y="14"/>
                    <a:pt x="2" y="18"/>
                    <a:pt x="3" y="21"/>
                  </a:cubicBezTo>
                  <a:cubicBezTo>
                    <a:pt x="4" y="23"/>
                    <a:pt x="6" y="27"/>
                    <a:pt x="8" y="28"/>
                  </a:cubicBezTo>
                  <a:cubicBezTo>
                    <a:pt x="7" y="28"/>
                    <a:pt x="7" y="26"/>
                    <a:pt x="7" y="25"/>
                  </a:cubicBezTo>
                  <a:cubicBezTo>
                    <a:pt x="10" y="29"/>
                    <a:pt x="11" y="33"/>
                    <a:pt x="11" y="38"/>
                  </a:cubicBezTo>
                  <a:cubicBezTo>
                    <a:pt x="10" y="41"/>
                    <a:pt x="10" y="46"/>
                    <a:pt x="7" y="47"/>
                  </a:cubicBezTo>
                  <a:cubicBezTo>
                    <a:pt x="10" y="44"/>
                    <a:pt x="13" y="41"/>
                    <a:pt x="14" y="36"/>
                  </a:cubicBezTo>
                  <a:cubicBezTo>
                    <a:pt x="15" y="33"/>
                    <a:pt x="16" y="28"/>
                    <a:pt x="15" y="25"/>
                  </a:cubicBezTo>
                  <a:cubicBezTo>
                    <a:pt x="16" y="29"/>
                    <a:pt x="16" y="32"/>
                    <a:pt x="16" y="36"/>
                  </a:cubicBezTo>
                  <a:cubicBezTo>
                    <a:pt x="16" y="34"/>
                    <a:pt x="17" y="32"/>
                    <a:pt x="18" y="31"/>
                  </a:cubicBezTo>
                  <a:cubicBezTo>
                    <a:pt x="19" y="33"/>
                    <a:pt x="18" y="34"/>
                    <a:pt x="19" y="35"/>
                  </a:cubicBezTo>
                  <a:cubicBezTo>
                    <a:pt x="19" y="33"/>
                    <a:pt x="20" y="32"/>
                    <a:pt x="20" y="30"/>
                  </a:cubicBezTo>
                  <a:cubicBezTo>
                    <a:pt x="20" y="26"/>
                    <a:pt x="19" y="22"/>
                    <a:pt x="18" y="17"/>
                  </a:cubicBezTo>
                  <a:cubicBezTo>
                    <a:pt x="20" y="20"/>
                    <a:pt x="20" y="23"/>
                    <a:pt x="21" y="26"/>
                  </a:cubicBezTo>
                  <a:cubicBezTo>
                    <a:pt x="21" y="23"/>
                    <a:pt x="21" y="20"/>
                    <a:pt x="21" y="17"/>
                  </a:cubicBezTo>
                  <a:cubicBezTo>
                    <a:pt x="22" y="19"/>
                    <a:pt x="22" y="20"/>
                    <a:pt x="23" y="22"/>
                  </a:cubicBezTo>
                  <a:cubicBezTo>
                    <a:pt x="23" y="17"/>
                    <a:pt x="18" y="12"/>
                    <a:pt x="15" y="8"/>
                  </a:cubicBezTo>
                  <a:cubicBezTo>
                    <a:pt x="13" y="4"/>
                    <a:pt x="10" y="1"/>
                    <a:pt x="6" y="0"/>
                  </a:cubicBezTo>
                  <a:cubicBezTo>
                    <a:pt x="7" y="1"/>
                    <a:pt x="7" y="1"/>
                    <a:pt x="8" y="2"/>
                  </a:cubicBezTo>
                  <a:cubicBezTo>
                    <a:pt x="10" y="3"/>
                    <a:pt x="11" y="5"/>
                    <a:pt x="12" y="7"/>
                  </a:cubicBezTo>
                  <a:cubicBezTo>
                    <a:pt x="14" y="10"/>
                    <a:pt x="15" y="14"/>
                    <a:pt x="16" y="18"/>
                  </a:cubicBezTo>
                  <a:cubicBezTo>
                    <a:pt x="14" y="16"/>
                    <a:pt x="12" y="13"/>
                    <a:pt x="10" y="10"/>
                  </a:cubicBezTo>
                  <a:cubicBezTo>
                    <a:pt x="11" y="12"/>
                    <a:pt x="13" y="15"/>
                    <a:pt x="12" y="17"/>
                  </a:cubicBezTo>
                  <a:cubicBezTo>
                    <a:pt x="11" y="16"/>
                    <a:pt x="10" y="14"/>
                    <a:pt x="9" y="13"/>
                  </a:cubicBezTo>
                  <a:cubicBezTo>
                    <a:pt x="9" y="15"/>
                    <a:pt x="10" y="16"/>
                    <a:pt x="10" y="18"/>
                  </a:cubicBezTo>
                  <a:cubicBezTo>
                    <a:pt x="7" y="15"/>
                    <a:pt x="5" y="10"/>
                    <a:pt x="2" y="7"/>
                  </a:cubicBezTo>
                  <a:cubicBezTo>
                    <a:pt x="2" y="9"/>
                    <a:pt x="3" y="11"/>
                    <a:pt x="4" y="13"/>
                  </a:cubicBezTo>
                  <a:cubicBezTo>
                    <a:pt x="5" y="16"/>
                    <a:pt x="5" y="18"/>
                    <a:pt x="6" y="21"/>
                  </a:cubicBezTo>
                  <a:cubicBezTo>
                    <a:pt x="4" y="19"/>
                    <a:pt x="4" y="16"/>
                    <a:pt x="3" y="14"/>
                  </a:cubicBezTo>
                  <a:cubicBezTo>
                    <a:pt x="3" y="16"/>
                    <a:pt x="3" y="17"/>
                    <a:pt x="4" y="18"/>
                  </a:cubicBezTo>
                  <a:cubicBezTo>
                    <a:pt x="3" y="16"/>
                    <a:pt x="2" y="14"/>
                    <a:pt x="0" y="12"/>
                  </a:cubicBezTo>
                </a:path>
              </a:pathLst>
            </a:custGeom>
            <a:solidFill>
              <a:srgbClr val="CCCC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1105" name="Freeform 921">
              <a:extLst>
                <a:ext uri="{FF2B5EF4-FFF2-40B4-BE49-F238E27FC236}">
                  <a16:creationId xmlns:a16="http://schemas.microsoft.com/office/drawing/2014/main" id="{66733C02-3659-4E2E-B484-0ED760D7FE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9" y="1148"/>
              <a:ext cx="46" cy="38"/>
            </a:xfrm>
            <a:custGeom>
              <a:avLst/>
              <a:gdLst>
                <a:gd name="T0" fmla="*/ 8 w 30"/>
                <a:gd name="T1" fmla="*/ 40 h 25"/>
                <a:gd name="T2" fmla="*/ 12 w 30"/>
                <a:gd name="T3" fmla="*/ 0 h 25"/>
                <a:gd name="T4" fmla="*/ 14 w 30"/>
                <a:gd name="T5" fmla="*/ 26 h 25"/>
                <a:gd name="T6" fmla="*/ 18 w 30"/>
                <a:gd name="T7" fmla="*/ 61 h 25"/>
                <a:gd name="T8" fmla="*/ 26 w 30"/>
                <a:gd name="T9" fmla="*/ 40 h 25"/>
                <a:gd name="T10" fmla="*/ 26 w 30"/>
                <a:gd name="T11" fmla="*/ 55 h 25"/>
                <a:gd name="T12" fmla="*/ 32 w 30"/>
                <a:gd name="T13" fmla="*/ 32 h 25"/>
                <a:gd name="T14" fmla="*/ 40 w 30"/>
                <a:gd name="T15" fmla="*/ 0 h 25"/>
                <a:gd name="T16" fmla="*/ 48 w 30"/>
                <a:gd name="T17" fmla="*/ 55 h 25"/>
                <a:gd name="T18" fmla="*/ 49 w 30"/>
                <a:gd name="T19" fmla="*/ 41 h 25"/>
                <a:gd name="T20" fmla="*/ 66 w 30"/>
                <a:gd name="T21" fmla="*/ 26 h 25"/>
                <a:gd name="T22" fmla="*/ 80 w 30"/>
                <a:gd name="T23" fmla="*/ 5 h 25"/>
                <a:gd name="T24" fmla="*/ 74 w 30"/>
                <a:gd name="T25" fmla="*/ 26 h 25"/>
                <a:gd name="T26" fmla="*/ 67 w 30"/>
                <a:gd name="T27" fmla="*/ 41 h 25"/>
                <a:gd name="T28" fmla="*/ 87 w 30"/>
                <a:gd name="T29" fmla="*/ 18 h 25"/>
                <a:gd name="T30" fmla="*/ 83 w 30"/>
                <a:gd name="T31" fmla="*/ 35 h 25"/>
                <a:gd name="T32" fmla="*/ 94 w 30"/>
                <a:gd name="T33" fmla="*/ 21 h 25"/>
                <a:gd name="T34" fmla="*/ 101 w 30"/>
                <a:gd name="T35" fmla="*/ 0 h 25"/>
                <a:gd name="T36" fmla="*/ 101 w 30"/>
                <a:gd name="T37" fmla="*/ 26 h 25"/>
                <a:gd name="T38" fmla="*/ 94 w 30"/>
                <a:gd name="T39" fmla="*/ 49 h 25"/>
                <a:gd name="T40" fmla="*/ 109 w 30"/>
                <a:gd name="T41" fmla="*/ 8 h 25"/>
                <a:gd name="T42" fmla="*/ 101 w 30"/>
                <a:gd name="T43" fmla="*/ 41 h 25"/>
                <a:gd name="T44" fmla="*/ 75 w 30"/>
                <a:gd name="T45" fmla="*/ 81 h 25"/>
                <a:gd name="T46" fmla="*/ 87 w 30"/>
                <a:gd name="T47" fmla="*/ 46 h 25"/>
                <a:gd name="T48" fmla="*/ 74 w 30"/>
                <a:gd name="T49" fmla="*/ 67 h 25"/>
                <a:gd name="T50" fmla="*/ 75 w 30"/>
                <a:gd name="T51" fmla="*/ 55 h 25"/>
                <a:gd name="T52" fmla="*/ 67 w 30"/>
                <a:gd name="T53" fmla="*/ 62 h 25"/>
                <a:gd name="T54" fmla="*/ 67 w 30"/>
                <a:gd name="T55" fmla="*/ 49 h 25"/>
                <a:gd name="T56" fmla="*/ 58 w 30"/>
                <a:gd name="T57" fmla="*/ 61 h 25"/>
                <a:gd name="T58" fmla="*/ 43 w 30"/>
                <a:gd name="T59" fmla="*/ 81 h 25"/>
                <a:gd name="T60" fmla="*/ 43 w 30"/>
                <a:gd name="T61" fmla="*/ 62 h 25"/>
                <a:gd name="T62" fmla="*/ 28 w 30"/>
                <a:gd name="T63" fmla="*/ 70 h 25"/>
                <a:gd name="T64" fmla="*/ 21 w 30"/>
                <a:gd name="T65" fmla="*/ 76 h 25"/>
                <a:gd name="T66" fmla="*/ 18 w 30"/>
                <a:gd name="T67" fmla="*/ 62 h 25"/>
                <a:gd name="T68" fmla="*/ 12 w 30"/>
                <a:gd name="T69" fmla="*/ 76 h 25"/>
                <a:gd name="T70" fmla="*/ 8 w 30"/>
                <a:gd name="T71" fmla="*/ 61 h 25"/>
                <a:gd name="T72" fmla="*/ 8 w 30"/>
                <a:gd name="T73" fmla="*/ 41 h 25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30" h="25">
                  <a:moveTo>
                    <a:pt x="2" y="11"/>
                  </a:moveTo>
                  <a:cubicBezTo>
                    <a:pt x="3" y="7"/>
                    <a:pt x="3" y="4"/>
                    <a:pt x="3" y="0"/>
                  </a:cubicBezTo>
                  <a:cubicBezTo>
                    <a:pt x="3" y="2"/>
                    <a:pt x="4" y="5"/>
                    <a:pt x="4" y="7"/>
                  </a:cubicBezTo>
                  <a:cubicBezTo>
                    <a:pt x="5" y="11"/>
                    <a:pt x="5" y="14"/>
                    <a:pt x="5" y="17"/>
                  </a:cubicBezTo>
                  <a:cubicBezTo>
                    <a:pt x="5" y="15"/>
                    <a:pt x="5" y="12"/>
                    <a:pt x="7" y="11"/>
                  </a:cubicBezTo>
                  <a:cubicBezTo>
                    <a:pt x="7" y="12"/>
                    <a:pt x="6" y="15"/>
                    <a:pt x="7" y="16"/>
                  </a:cubicBezTo>
                  <a:cubicBezTo>
                    <a:pt x="8" y="14"/>
                    <a:pt x="8" y="11"/>
                    <a:pt x="9" y="9"/>
                  </a:cubicBezTo>
                  <a:cubicBezTo>
                    <a:pt x="10" y="6"/>
                    <a:pt x="11" y="3"/>
                    <a:pt x="11" y="0"/>
                  </a:cubicBezTo>
                  <a:cubicBezTo>
                    <a:pt x="12" y="5"/>
                    <a:pt x="13" y="11"/>
                    <a:pt x="13" y="16"/>
                  </a:cubicBezTo>
                  <a:cubicBezTo>
                    <a:pt x="13" y="15"/>
                    <a:pt x="14" y="13"/>
                    <a:pt x="14" y="12"/>
                  </a:cubicBezTo>
                  <a:cubicBezTo>
                    <a:pt x="16" y="10"/>
                    <a:pt x="17" y="9"/>
                    <a:pt x="18" y="7"/>
                  </a:cubicBezTo>
                  <a:cubicBezTo>
                    <a:pt x="19" y="6"/>
                    <a:pt x="20" y="3"/>
                    <a:pt x="22" y="1"/>
                  </a:cubicBezTo>
                  <a:cubicBezTo>
                    <a:pt x="21" y="3"/>
                    <a:pt x="20" y="5"/>
                    <a:pt x="20" y="7"/>
                  </a:cubicBezTo>
                  <a:cubicBezTo>
                    <a:pt x="19" y="8"/>
                    <a:pt x="18" y="11"/>
                    <a:pt x="19" y="12"/>
                  </a:cubicBezTo>
                  <a:cubicBezTo>
                    <a:pt x="21" y="10"/>
                    <a:pt x="22" y="7"/>
                    <a:pt x="24" y="5"/>
                  </a:cubicBezTo>
                  <a:cubicBezTo>
                    <a:pt x="23" y="7"/>
                    <a:pt x="24" y="9"/>
                    <a:pt x="23" y="10"/>
                  </a:cubicBezTo>
                  <a:cubicBezTo>
                    <a:pt x="24" y="8"/>
                    <a:pt x="25" y="8"/>
                    <a:pt x="26" y="6"/>
                  </a:cubicBezTo>
                  <a:cubicBezTo>
                    <a:pt x="27" y="5"/>
                    <a:pt x="27" y="2"/>
                    <a:pt x="28" y="0"/>
                  </a:cubicBezTo>
                  <a:cubicBezTo>
                    <a:pt x="28" y="2"/>
                    <a:pt x="28" y="5"/>
                    <a:pt x="28" y="7"/>
                  </a:cubicBezTo>
                  <a:cubicBezTo>
                    <a:pt x="27" y="9"/>
                    <a:pt x="26" y="11"/>
                    <a:pt x="26" y="14"/>
                  </a:cubicBezTo>
                  <a:cubicBezTo>
                    <a:pt x="28" y="10"/>
                    <a:pt x="30" y="5"/>
                    <a:pt x="30" y="2"/>
                  </a:cubicBezTo>
                  <a:cubicBezTo>
                    <a:pt x="30" y="5"/>
                    <a:pt x="29" y="9"/>
                    <a:pt x="28" y="12"/>
                  </a:cubicBezTo>
                  <a:cubicBezTo>
                    <a:pt x="26" y="16"/>
                    <a:pt x="24" y="20"/>
                    <a:pt x="21" y="23"/>
                  </a:cubicBezTo>
                  <a:cubicBezTo>
                    <a:pt x="22" y="20"/>
                    <a:pt x="24" y="16"/>
                    <a:pt x="24" y="13"/>
                  </a:cubicBezTo>
                  <a:cubicBezTo>
                    <a:pt x="23" y="14"/>
                    <a:pt x="21" y="17"/>
                    <a:pt x="20" y="19"/>
                  </a:cubicBezTo>
                  <a:cubicBezTo>
                    <a:pt x="20" y="18"/>
                    <a:pt x="21" y="17"/>
                    <a:pt x="21" y="16"/>
                  </a:cubicBezTo>
                  <a:cubicBezTo>
                    <a:pt x="20" y="16"/>
                    <a:pt x="20" y="18"/>
                    <a:pt x="19" y="18"/>
                  </a:cubicBezTo>
                  <a:cubicBezTo>
                    <a:pt x="18" y="17"/>
                    <a:pt x="19" y="15"/>
                    <a:pt x="19" y="14"/>
                  </a:cubicBezTo>
                  <a:cubicBezTo>
                    <a:pt x="18" y="15"/>
                    <a:pt x="17" y="16"/>
                    <a:pt x="16" y="17"/>
                  </a:cubicBezTo>
                  <a:cubicBezTo>
                    <a:pt x="15" y="19"/>
                    <a:pt x="13" y="22"/>
                    <a:pt x="12" y="23"/>
                  </a:cubicBezTo>
                  <a:cubicBezTo>
                    <a:pt x="11" y="21"/>
                    <a:pt x="12" y="20"/>
                    <a:pt x="12" y="18"/>
                  </a:cubicBezTo>
                  <a:cubicBezTo>
                    <a:pt x="10" y="19"/>
                    <a:pt x="8" y="25"/>
                    <a:pt x="8" y="20"/>
                  </a:cubicBezTo>
                  <a:cubicBezTo>
                    <a:pt x="7" y="20"/>
                    <a:pt x="7" y="22"/>
                    <a:pt x="6" y="22"/>
                  </a:cubicBezTo>
                  <a:cubicBezTo>
                    <a:pt x="5" y="22"/>
                    <a:pt x="5" y="19"/>
                    <a:pt x="5" y="18"/>
                  </a:cubicBezTo>
                  <a:cubicBezTo>
                    <a:pt x="4" y="20"/>
                    <a:pt x="4" y="21"/>
                    <a:pt x="3" y="22"/>
                  </a:cubicBezTo>
                  <a:cubicBezTo>
                    <a:pt x="3" y="20"/>
                    <a:pt x="3" y="19"/>
                    <a:pt x="2" y="17"/>
                  </a:cubicBezTo>
                  <a:cubicBezTo>
                    <a:pt x="1" y="15"/>
                    <a:pt x="0" y="14"/>
                    <a:pt x="2" y="12"/>
                  </a:cubicBezTo>
                </a:path>
              </a:pathLst>
            </a:custGeom>
            <a:solidFill>
              <a:srgbClr val="CCCC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1106" name="Freeform 922">
              <a:extLst>
                <a:ext uri="{FF2B5EF4-FFF2-40B4-BE49-F238E27FC236}">
                  <a16:creationId xmlns:a16="http://schemas.microsoft.com/office/drawing/2014/main" id="{2BAE618C-72A0-4770-8C62-17D8AC4F04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6" y="1147"/>
              <a:ext cx="46" cy="38"/>
            </a:xfrm>
            <a:custGeom>
              <a:avLst/>
              <a:gdLst>
                <a:gd name="T0" fmla="*/ 99 w 31"/>
                <a:gd name="T1" fmla="*/ 49 h 25"/>
                <a:gd name="T2" fmla="*/ 88 w 31"/>
                <a:gd name="T3" fmla="*/ 8 h 25"/>
                <a:gd name="T4" fmla="*/ 88 w 31"/>
                <a:gd name="T5" fmla="*/ 55 h 25"/>
                <a:gd name="T6" fmla="*/ 79 w 31"/>
                <a:gd name="T7" fmla="*/ 27 h 25"/>
                <a:gd name="T8" fmla="*/ 79 w 31"/>
                <a:gd name="T9" fmla="*/ 53 h 25"/>
                <a:gd name="T10" fmla="*/ 68 w 31"/>
                <a:gd name="T11" fmla="*/ 40 h 25"/>
                <a:gd name="T12" fmla="*/ 68 w 31"/>
                <a:gd name="T13" fmla="*/ 53 h 25"/>
                <a:gd name="T14" fmla="*/ 46 w 31"/>
                <a:gd name="T15" fmla="*/ 8 h 25"/>
                <a:gd name="T16" fmla="*/ 53 w 31"/>
                <a:gd name="T17" fmla="*/ 46 h 25"/>
                <a:gd name="T18" fmla="*/ 40 w 31"/>
                <a:gd name="T19" fmla="*/ 21 h 25"/>
                <a:gd name="T20" fmla="*/ 42 w 31"/>
                <a:gd name="T21" fmla="*/ 40 h 25"/>
                <a:gd name="T22" fmla="*/ 27 w 31"/>
                <a:gd name="T23" fmla="*/ 21 h 25"/>
                <a:gd name="T24" fmla="*/ 15 w 31"/>
                <a:gd name="T25" fmla="*/ 8 h 25"/>
                <a:gd name="T26" fmla="*/ 27 w 31"/>
                <a:gd name="T27" fmla="*/ 40 h 25"/>
                <a:gd name="T28" fmla="*/ 9 w 31"/>
                <a:gd name="T29" fmla="*/ 14 h 25"/>
                <a:gd name="T30" fmla="*/ 0 w 31"/>
                <a:gd name="T31" fmla="*/ 0 h 25"/>
                <a:gd name="T32" fmla="*/ 36 w 31"/>
                <a:gd name="T33" fmla="*/ 62 h 25"/>
                <a:gd name="T34" fmla="*/ 55 w 31"/>
                <a:gd name="T35" fmla="*/ 88 h 25"/>
                <a:gd name="T36" fmla="*/ 36 w 31"/>
                <a:gd name="T37" fmla="*/ 46 h 25"/>
                <a:gd name="T38" fmla="*/ 55 w 31"/>
                <a:gd name="T39" fmla="*/ 74 h 25"/>
                <a:gd name="T40" fmla="*/ 49 w 31"/>
                <a:gd name="T41" fmla="*/ 61 h 25"/>
                <a:gd name="T42" fmla="*/ 74 w 31"/>
                <a:gd name="T43" fmla="*/ 88 h 25"/>
                <a:gd name="T44" fmla="*/ 68 w 31"/>
                <a:gd name="T45" fmla="*/ 61 h 25"/>
                <a:gd name="T46" fmla="*/ 86 w 31"/>
                <a:gd name="T47" fmla="*/ 84 h 25"/>
                <a:gd name="T48" fmla="*/ 79 w 31"/>
                <a:gd name="T49" fmla="*/ 62 h 25"/>
                <a:gd name="T50" fmla="*/ 92 w 31"/>
                <a:gd name="T51" fmla="*/ 81 h 25"/>
                <a:gd name="T52" fmla="*/ 92 w 31"/>
                <a:gd name="T53" fmla="*/ 61 h 25"/>
                <a:gd name="T54" fmla="*/ 99 w 31"/>
                <a:gd name="T55" fmla="*/ 70 h 25"/>
                <a:gd name="T56" fmla="*/ 101 w 31"/>
                <a:gd name="T57" fmla="*/ 61 h 25"/>
                <a:gd name="T58" fmla="*/ 101 w 31"/>
                <a:gd name="T59" fmla="*/ 62 h 25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31" h="25">
                  <a:moveTo>
                    <a:pt x="30" y="14"/>
                  </a:moveTo>
                  <a:cubicBezTo>
                    <a:pt x="28" y="11"/>
                    <a:pt x="27" y="6"/>
                    <a:pt x="27" y="2"/>
                  </a:cubicBezTo>
                  <a:cubicBezTo>
                    <a:pt x="27" y="7"/>
                    <a:pt x="26" y="11"/>
                    <a:pt x="27" y="16"/>
                  </a:cubicBezTo>
                  <a:cubicBezTo>
                    <a:pt x="27" y="14"/>
                    <a:pt x="25" y="10"/>
                    <a:pt x="24" y="8"/>
                  </a:cubicBezTo>
                  <a:cubicBezTo>
                    <a:pt x="24" y="10"/>
                    <a:pt x="24" y="13"/>
                    <a:pt x="24" y="15"/>
                  </a:cubicBezTo>
                  <a:cubicBezTo>
                    <a:pt x="23" y="14"/>
                    <a:pt x="22" y="12"/>
                    <a:pt x="21" y="11"/>
                  </a:cubicBezTo>
                  <a:cubicBezTo>
                    <a:pt x="21" y="12"/>
                    <a:pt x="21" y="14"/>
                    <a:pt x="21" y="15"/>
                  </a:cubicBezTo>
                  <a:cubicBezTo>
                    <a:pt x="18" y="12"/>
                    <a:pt x="15" y="7"/>
                    <a:pt x="14" y="2"/>
                  </a:cubicBezTo>
                  <a:cubicBezTo>
                    <a:pt x="14" y="5"/>
                    <a:pt x="14" y="10"/>
                    <a:pt x="16" y="13"/>
                  </a:cubicBezTo>
                  <a:cubicBezTo>
                    <a:pt x="15" y="11"/>
                    <a:pt x="14" y="8"/>
                    <a:pt x="12" y="6"/>
                  </a:cubicBezTo>
                  <a:cubicBezTo>
                    <a:pt x="12" y="8"/>
                    <a:pt x="13" y="10"/>
                    <a:pt x="13" y="11"/>
                  </a:cubicBezTo>
                  <a:cubicBezTo>
                    <a:pt x="11" y="10"/>
                    <a:pt x="9" y="8"/>
                    <a:pt x="8" y="6"/>
                  </a:cubicBezTo>
                  <a:cubicBezTo>
                    <a:pt x="7" y="5"/>
                    <a:pt x="6" y="3"/>
                    <a:pt x="5" y="2"/>
                  </a:cubicBezTo>
                  <a:cubicBezTo>
                    <a:pt x="7" y="4"/>
                    <a:pt x="8" y="8"/>
                    <a:pt x="8" y="11"/>
                  </a:cubicBezTo>
                  <a:cubicBezTo>
                    <a:pt x="6" y="9"/>
                    <a:pt x="5" y="7"/>
                    <a:pt x="3" y="4"/>
                  </a:cubicBezTo>
                  <a:cubicBezTo>
                    <a:pt x="2" y="3"/>
                    <a:pt x="1" y="2"/>
                    <a:pt x="0" y="0"/>
                  </a:cubicBezTo>
                  <a:cubicBezTo>
                    <a:pt x="3" y="7"/>
                    <a:pt x="6" y="12"/>
                    <a:pt x="11" y="18"/>
                  </a:cubicBezTo>
                  <a:cubicBezTo>
                    <a:pt x="13" y="21"/>
                    <a:pt x="15" y="23"/>
                    <a:pt x="17" y="25"/>
                  </a:cubicBezTo>
                  <a:cubicBezTo>
                    <a:pt x="13" y="23"/>
                    <a:pt x="11" y="17"/>
                    <a:pt x="11" y="13"/>
                  </a:cubicBezTo>
                  <a:cubicBezTo>
                    <a:pt x="13" y="16"/>
                    <a:pt x="15" y="19"/>
                    <a:pt x="17" y="21"/>
                  </a:cubicBezTo>
                  <a:cubicBezTo>
                    <a:pt x="17" y="19"/>
                    <a:pt x="16" y="18"/>
                    <a:pt x="15" y="17"/>
                  </a:cubicBezTo>
                  <a:cubicBezTo>
                    <a:pt x="18" y="18"/>
                    <a:pt x="20" y="23"/>
                    <a:pt x="23" y="25"/>
                  </a:cubicBezTo>
                  <a:cubicBezTo>
                    <a:pt x="22" y="23"/>
                    <a:pt x="20" y="20"/>
                    <a:pt x="21" y="17"/>
                  </a:cubicBezTo>
                  <a:cubicBezTo>
                    <a:pt x="23" y="18"/>
                    <a:pt x="24" y="22"/>
                    <a:pt x="26" y="24"/>
                  </a:cubicBezTo>
                  <a:cubicBezTo>
                    <a:pt x="25" y="22"/>
                    <a:pt x="24" y="20"/>
                    <a:pt x="24" y="18"/>
                  </a:cubicBezTo>
                  <a:cubicBezTo>
                    <a:pt x="26" y="19"/>
                    <a:pt x="26" y="21"/>
                    <a:pt x="28" y="23"/>
                  </a:cubicBezTo>
                  <a:cubicBezTo>
                    <a:pt x="28" y="21"/>
                    <a:pt x="27" y="18"/>
                    <a:pt x="28" y="17"/>
                  </a:cubicBezTo>
                  <a:cubicBezTo>
                    <a:pt x="29" y="17"/>
                    <a:pt x="30" y="19"/>
                    <a:pt x="30" y="20"/>
                  </a:cubicBezTo>
                  <a:cubicBezTo>
                    <a:pt x="30" y="19"/>
                    <a:pt x="30" y="17"/>
                    <a:pt x="31" y="17"/>
                  </a:cubicBezTo>
                  <a:cubicBezTo>
                    <a:pt x="31" y="17"/>
                    <a:pt x="31" y="17"/>
                    <a:pt x="31" y="18"/>
                  </a:cubicBezTo>
                </a:path>
              </a:pathLst>
            </a:custGeom>
            <a:solidFill>
              <a:srgbClr val="CCCC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1107" name="Freeform 923">
              <a:extLst>
                <a:ext uri="{FF2B5EF4-FFF2-40B4-BE49-F238E27FC236}">
                  <a16:creationId xmlns:a16="http://schemas.microsoft.com/office/drawing/2014/main" id="{5546479C-D528-425F-8C99-435D3E3D4D3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1" y="937"/>
              <a:ext cx="48" cy="20"/>
            </a:xfrm>
            <a:custGeom>
              <a:avLst/>
              <a:gdLst>
                <a:gd name="T0" fmla="*/ 0 w 32"/>
                <a:gd name="T1" fmla="*/ 34 h 13"/>
                <a:gd name="T2" fmla="*/ 27 w 32"/>
                <a:gd name="T3" fmla="*/ 12 h 13"/>
                <a:gd name="T4" fmla="*/ 59 w 32"/>
                <a:gd name="T5" fmla="*/ 0 h 13"/>
                <a:gd name="T6" fmla="*/ 89 w 32"/>
                <a:gd name="T7" fmla="*/ 8 h 13"/>
                <a:gd name="T8" fmla="*/ 107 w 32"/>
                <a:gd name="T9" fmla="*/ 28 h 13"/>
                <a:gd name="T10" fmla="*/ 108 w 32"/>
                <a:gd name="T11" fmla="*/ 40 h 13"/>
                <a:gd name="T12" fmla="*/ 107 w 32"/>
                <a:gd name="T13" fmla="*/ 43 h 13"/>
                <a:gd name="T14" fmla="*/ 102 w 32"/>
                <a:gd name="T15" fmla="*/ 40 h 13"/>
                <a:gd name="T16" fmla="*/ 86 w 32"/>
                <a:gd name="T17" fmla="*/ 18 h 13"/>
                <a:gd name="T18" fmla="*/ 62 w 32"/>
                <a:gd name="T19" fmla="*/ 14 h 13"/>
                <a:gd name="T20" fmla="*/ 39 w 32"/>
                <a:gd name="T21" fmla="*/ 18 h 13"/>
                <a:gd name="T22" fmla="*/ 5 w 32"/>
                <a:gd name="T23" fmla="*/ 34 h 1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2" h="13">
                  <a:moveTo>
                    <a:pt x="0" y="9"/>
                  </a:moveTo>
                  <a:cubicBezTo>
                    <a:pt x="3" y="7"/>
                    <a:pt x="5" y="4"/>
                    <a:pt x="8" y="3"/>
                  </a:cubicBezTo>
                  <a:cubicBezTo>
                    <a:pt x="11" y="2"/>
                    <a:pt x="14" y="0"/>
                    <a:pt x="17" y="0"/>
                  </a:cubicBezTo>
                  <a:cubicBezTo>
                    <a:pt x="20" y="0"/>
                    <a:pt x="24" y="0"/>
                    <a:pt x="26" y="2"/>
                  </a:cubicBezTo>
                  <a:cubicBezTo>
                    <a:pt x="28" y="3"/>
                    <a:pt x="30" y="6"/>
                    <a:pt x="31" y="8"/>
                  </a:cubicBezTo>
                  <a:cubicBezTo>
                    <a:pt x="32" y="9"/>
                    <a:pt x="32" y="10"/>
                    <a:pt x="32" y="11"/>
                  </a:cubicBezTo>
                  <a:cubicBezTo>
                    <a:pt x="32" y="11"/>
                    <a:pt x="31" y="13"/>
                    <a:pt x="31" y="12"/>
                  </a:cubicBezTo>
                  <a:cubicBezTo>
                    <a:pt x="30" y="12"/>
                    <a:pt x="30" y="11"/>
                    <a:pt x="30" y="11"/>
                  </a:cubicBezTo>
                  <a:cubicBezTo>
                    <a:pt x="29" y="9"/>
                    <a:pt x="27" y="6"/>
                    <a:pt x="25" y="5"/>
                  </a:cubicBezTo>
                  <a:cubicBezTo>
                    <a:pt x="23" y="4"/>
                    <a:pt x="20" y="4"/>
                    <a:pt x="18" y="4"/>
                  </a:cubicBezTo>
                  <a:cubicBezTo>
                    <a:pt x="15" y="3"/>
                    <a:pt x="13" y="4"/>
                    <a:pt x="11" y="5"/>
                  </a:cubicBezTo>
                  <a:cubicBezTo>
                    <a:pt x="7" y="6"/>
                    <a:pt x="4" y="7"/>
                    <a:pt x="1" y="9"/>
                  </a:cubicBezTo>
                </a:path>
              </a:pathLst>
            </a:custGeom>
            <a:solidFill>
              <a:srgbClr val="603A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1108" name="Freeform 924">
              <a:extLst>
                <a:ext uri="{FF2B5EF4-FFF2-40B4-BE49-F238E27FC236}">
                  <a16:creationId xmlns:a16="http://schemas.microsoft.com/office/drawing/2014/main" id="{80B6CF5E-543B-4BF9-B5B7-9893D39142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4" y="937"/>
              <a:ext cx="47" cy="17"/>
            </a:xfrm>
            <a:custGeom>
              <a:avLst/>
              <a:gdLst>
                <a:gd name="T0" fmla="*/ 108 w 31"/>
                <a:gd name="T1" fmla="*/ 29 h 11"/>
                <a:gd name="T2" fmla="*/ 102 w 31"/>
                <a:gd name="T3" fmla="*/ 22 h 11"/>
                <a:gd name="T4" fmla="*/ 89 w 31"/>
                <a:gd name="T5" fmla="*/ 14 h 11"/>
                <a:gd name="T6" fmla="*/ 62 w 31"/>
                <a:gd name="T7" fmla="*/ 5 h 11"/>
                <a:gd name="T8" fmla="*/ 32 w 31"/>
                <a:gd name="T9" fmla="*/ 5 h 11"/>
                <a:gd name="T10" fmla="*/ 12 w 31"/>
                <a:gd name="T11" fmla="*/ 19 h 11"/>
                <a:gd name="T12" fmla="*/ 0 w 31"/>
                <a:gd name="T13" fmla="*/ 34 h 11"/>
                <a:gd name="T14" fmla="*/ 5 w 31"/>
                <a:gd name="T15" fmla="*/ 40 h 11"/>
                <a:gd name="T16" fmla="*/ 12 w 31"/>
                <a:gd name="T17" fmla="*/ 34 h 11"/>
                <a:gd name="T18" fmla="*/ 18 w 31"/>
                <a:gd name="T19" fmla="*/ 26 h 11"/>
                <a:gd name="T20" fmla="*/ 39 w 31"/>
                <a:gd name="T21" fmla="*/ 14 h 11"/>
                <a:gd name="T22" fmla="*/ 68 w 31"/>
                <a:gd name="T23" fmla="*/ 14 h 11"/>
                <a:gd name="T24" fmla="*/ 94 w 31"/>
                <a:gd name="T25" fmla="*/ 22 h 11"/>
                <a:gd name="T26" fmla="*/ 108 w 31"/>
                <a:gd name="T27" fmla="*/ 29 h 1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31" h="11">
                  <a:moveTo>
                    <a:pt x="31" y="8"/>
                  </a:moveTo>
                  <a:cubicBezTo>
                    <a:pt x="30" y="8"/>
                    <a:pt x="30" y="6"/>
                    <a:pt x="29" y="6"/>
                  </a:cubicBezTo>
                  <a:cubicBezTo>
                    <a:pt x="28" y="5"/>
                    <a:pt x="27" y="4"/>
                    <a:pt x="26" y="4"/>
                  </a:cubicBezTo>
                  <a:cubicBezTo>
                    <a:pt x="23" y="2"/>
                    <a:pt x="21" y="1"/>
                    <a:pt x="18" y="1"/>
                  </a:cubicBezTo>
                  <a:cubicBezTo>
                    <a:pt x="15" y="0"/>
                    <a:pt x="12" y="1"/>
                    <a:pt x="9" y="1"/>
                  </a:cubicBezTo>
                  <a:cubicBezTo>
                    <a:pt x="7" y="2"/>
                    <a:pt x="5" y="3"/>
                    <a:pt x="3" y="5"/>
                  </a:cubicBezTo>
                  <a:cubicBezTo>
                    <a:pt x="1" y="6"/>
                    <a:pt x="0" y="7"/>
                    <a:pt x="0" y="9"/>
                  </a:cubicBezTo>
                  <a:cubicBezTo>
                    <a:pt x="0" y="10"/>
                    <a:pt x="0" y="11"/>
                    <a:pt x="1" y="11"/>
                  </a:cubicBezTo>
                  <a:cubicBezTo>
                    <a:pt x="2" y="11"/>
                    <a:pt x="2" y="10"/>
                    <a:pt x="3" y="9"/>
                  </a:cubicBezTo>
                  <a:cubicBezTo>
                    <a:pt x="3" y="9"/>
                    <a:pt x="4" y="8"/>
                    <a:pt x="5" y="7"/>
                  </a:cubicBezTo>
                  <a:cubicBezTo>
                    <a:pt x="6" y="6"/>
                    <a:pt x="9" y="4"/>
                    <a:pt x="11" y="4"/>
                  </a:cubicBezTo>
                  <a:cubicBezTo>
                    <a:pt x="14" y="3"/>
                    <a:pt x="17" y="4"/>
                    <a:pt x="20" y="4"/>
                  </a:cubicBezTo>
                  <a:cubicBezTo>
                    <a:pt x="23" y="4"/>
                    <a:pt x="25" y="5"/>
                    <a:pt x="27" y="6"/>
                  </a:cubicBezTo>
                  <a:cubicBezTo>
                    <a:pt x="28" y="7"/>
                    <a:pt x="31" y="8"/>
                    <a:pt x="31" y="8"/>
                  </a:cubicBezTo>
                </a:path>
              </a:pathLst>
            </a:custGeom>
            <a:solidFill>
              <a:srgbClr val="603A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1109" name="Freeform 925">
              <a:extLst>
                <a:ext uri="{FF2B5EF4-FFF2-40B4-BE49-F238E27FC236}">
                  <a16:creationId xmlns:a16="http://schemas.microsoft.com/office/drawing/2014/main" id="{7732CDCC-B058-41AC-BDD0-F4024C2005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6" y="765"/>
              <a:ext cx="91" cy="242"/>
            </a:xfrm>
            <a:custGeom>
              <a:avLst/>
              <a:gdLst>
                <a:gd name="T0" fmla="*/ 191 w 60"/>
                <a:gd name="T1" fmla="*/ 130 h 160"/>
                <a:gd name="T2" fmla="*/ 112 w 60"/>
                <a:gd name="T3" fmla="*/ 231 h 160"/>
                <a:gd name="T4" fmla="*/ 121 w 60"/>
                <a:gd name="T5" fmla="*/ 166 h 160"/>
                <a:gd name="T6" fmla="*/ 121 w 60"/>
                <a:gd name="T7" fmla="*/ 166 h 160"/>
                <a:gd name="T8" fmla="*/ 88 w 60"/>
                <a:gd name="T9" fmla="*/ 242 h 160"/>
                <a:gd name="T10" fmla="*/ 83 w 60"/>
                <a:gd name="T11" fmla="*/ 197 h 160"/>
                <a:gd name="T12" fmla="*/ 67 w 60"/>
                <a:gd name="T13" fmla="*/ 290 h 160"/>
                <a:gd name="T14" fmla="*/ 46 w 60"/>
                <a:gd name="T15" fmla="*/ 392 h 160"/>
                <a:gd name="T16" fmla="*/ 53 w 60"/>
                <a:gd name="T17" fmla="*/ 374 h 160"/>
                <a:gd name="T18" fmla="*/ 35 w 60"/>
                <a:gd name="T19" fmla="*/ 467 h 160"/>
                <a:gd name="T20" fmla="*/ 41 w 60"/>
                <a:gd name="T21" fmla="*/ 554 h 160"/>
                <a:gd name="T22" fmla="*/ 5 w 60"/>
                <a:gd name="T23" fmla="*/ 407 h 160"/>
                <a:gd name="T24" fmla="*/ 18 w 60"/>
                <a:gd name="T25" fmla="*/ 191 h 160"/>
                <a:gd name="T26" fmla="*/ 168 w 60"/>
                <a:gd name="T27" fmla="*/ 0 h 160"/>
                <a:gd name="T28" fmla="*/ 191 w 60"/>
                <a:gd name="T29" fmla="*/ 68 h 160"/>
                <a:gd name="T30" fmla="*/ 209 w 60"/>
                <a:gd name="T31" fmla="*/ 107 h 160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60" h="160">
                  <a:moveTo>
                    <a:pt x="55" y="38"/>
                  </a:moveTo>
                  <a:cubicBezTo>
                    <a:pt x="44" y="44"/>
                    <a:pt x="38" y="57"/>
                    <a:pt x="32" y="67"/>
                  </a:cubicBezTo>
                  <a:cubicBezTo>
                    <a:pt x="32" y="60"/>
                    <a:pt x="34" y="54"/>
                    <a:pt x="35" y="48"/>
                  </a:cubicBezTo>
                  <a:cubicBezTo>
                    <a:pt x="35" y="47"/>
                    <a:pt x="35" y="47"/>
                    <a:pt x="35" y="48"/>
                  </a:cubicBezTo>
                  <a:cubicBezTo>
                    <a:pt x="30" y="54"/>
                    <a:pt x="27" y="63"/>
                    <a:pt x="25" y="70"/>
                  </a:cubicBezTo>
                  <a:cubicBezTo>
                    <a:pt x="24" y="67"/>
                    <a:pt x="23" y="60"/>
                    <a:pt x="24" y="57"/>
                  </a:cubicBezTo>
                  <a:cubicBezTo>
                    <a:pt x="22" y="65"/>
                    <a:pt x="21" y="75"/>
                    <a:pt x="19" y="84"/>
                  </a:cubicBezTo>
                  <a:cubicBezTo>
                    <a:pt x="18" y="93"/>
                    <a:pt x="12" y="104"/>
                    <a:pt x="13" y="113"/>
                  </a:cubicBezTo>
                  <a:cubicBezTo>
                    <a:pt x="13" y="111"/>
                    <a:pt x="14" y="109"/>
                    <a:pt x="15" y="108"/>
                  </a:cubicBezTo>
                  <a:cubicBezTo>
                    <a:pt x="16" y="117"/>
                    <a:pt x="10" y="126"/>
                    <a:pt x="10" y="135"/>
                  </a:cubicBezTo>
                  <a:cubicBezTo>
                    <a:pt x="10" y="143"/>
                    <a:pt x="8" y="153"/>
                    <a:pt x="12" y="160"/>
                  </a:cubicBezTo>
                  <a:cubicBezTo>
                    <a:pt x="4" y="147"/>
                    <a:pt x="2" y="133"/>
                    <a:pt x="1" y="118"/>
                  </a:cubicBezTo>
                  <a:cubicBezTo>
                    <a:pt x="0" y="98"/>
                    <a:pt x="0" y="74"/>
                    <a:pt x="5" y="55"/>
                  </a:cubicBezTo>
                  <a:cubicBezTo>
                    <a:pt x="11" y="34"/>
                    <a:pt x="22" y="1"/>
                    <a:pt x="48" y="0"/>
                  </a:cubicBezTo>
                  <a:cubicBezTo>
                    <a:pt x="51" y="6"/>
                    <a:pt x="53" y="13"/>
                    <a:pt x="55" y="20"/>
                  </a:cubicBezTo>
                  <a:cubicBezTo>
                    <a:pt x="57" y="25"/>
                    <a:pt x="56" y="28"/>
                    <a:pt x="60" y="31"/>
                  </a:cubicBezTo>
                </a:path>
              </a:pathLst>
            </a:custGeom>
            <a:solidFill>
              <a:srgbClr val="ADAD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1110" name="Freeform 926">
              <a:extLst>
                <a:ext uri="{FF2B5EF4-FFF2-40B4-BE49-F238E27FC236}">
                  <a16:creationId xmlns:a16="http://schemas.microsoft.com/office/drawing/2014/main" id="{7D879841-A435-4C5C-A540-FDB376EBE5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9" y="764"/>
              <a:ext cx="120" cy="211"/>
            </a:xfrm>
            <a:custGeom>
              <a:avLst/>
              <a:gdLst>
                <a:gd name="T0" fmla="*/ 0 w 79"/>
                <a:gd name="T1" fmla="*/ 136 h 140"/>
                <a:gd name="T2" fmla="*/ 27 w 79"/>
                <a:gd name="T3" fmla="*/ 89 h 140"/>
                <a:gd name="T4" fmla="*/ 27 w 79"/>
                <a:gd name="T5" fmla="*/ 169 h 140"/>
                <a:gd name="T6" fmla="*/ 49 w 79"/>
                <a:gd name="T7" fmla="*/ 127 h 140"/>
                <a:gd name="T8" fmla="*/ 70 w 79"/>
                <a:gd name="T9" fmla="*/ 182 h 140"/>
                <a:gd name="T10" fmla="*/ 94 w 79"/>
                <a:gd name="T11" fmla="*/ 256 h 140"/>
                <a:gd name="T12" fmla="*/ 102 w 79"/>
                <a:gd name="T13" fmla="*/ 219 h 140"/>
                <a:gd name="T14" fmla="*/ 115 w 79"/>
                <a:gd name="T15" fmla="*/ 247 h 140"/>
                <a:gd name="T16" fmla="*/ 129 w 79"/>
                <a:gd name="T17" fmla="*/ 291 h 140"/>
                <a:gd name="T18" fmla="*/ 141 w 79"/>
                <a:gd name="T19" fmla="*/ 247 h 140"/>
                <a:gd name="T20" fmla="*/ 196 w 79"/>
                <a:gd name="T21" fmla="*/ 332 h 140"/>
                <a:gd name="T22" fmla="*/ 204 w 79"/>
                <a:gd name="T23" fmla="*/ 295 h 140"/>
                <a:gd name="T24" fmla="*/ 245 w 79"/>
                <a:gd name="T25" fmla="*/ 357 h 140"/>
                <a:gd name="T26" fmla="*/ 237 w 79"/>
                <a:gd name="T27" fmla="*/ 336 h 140"/>
                <a:gd name="T28" fmla="*/ 252 w 79"/>
                <a:gd name="T29" fmla="*/ 386 h 140"/>
                <a:gd name="T30" fmla="*/ 270 w 79"/>
                <a:gd name="T31" fmla="*/ 479 h 140"/>
                <a:gd name="T32" fmla="*/ 276 w 79"/>
                <a:gd name="T33" fmla="*/ 399 h 140"/>
                <a:gd name="T34" fmla="*/ 272 w 79"/>
                <a:gd name="T35" fmla="*/ 326 h 140"/>
                <a:gd name="T36" fmla="*/ 258 w 79"/>
                <a:gd name="T37" fmla="*/ 247 h 140"/>
                <a:gd name="T38" fmla="*/ 235 w 79"/>
                <a:gd name="T39" fmla="*/ 127 h 140"/>
                <a:gd name="T40" fmla="*/ 156 w 79"/>
                <a:gd name="T41" fmla="*/ 12 h 140"/>
                <a:gd name="T42" fmla="*/ 108 w 79"/>
                <a:gd name="T43" fmla="*/ 14 h 140"/>
                <a:gd name="T44" fmla="*/ 27 w 79"/>
                <a:gd name="T45" fmla="*/ 68 h 140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79" h="140">
                  <a:moveTo>
                    <a:pt x="0" y="40"/>
                  </a:moveTo>
                  <a:cubicBezTo>
                    <a:pt x="1" y="35"/>
                    <a:pt x="4" y="29"/>
                    <a:pt x="8" y="26"/>
                  </a:cubicBezTo>
                  <a:cubicBezTo>
                    <a:pt x="6" y="33"/>
                    <a:pt x="8" y="42"/>
                    <a:pt x="8" y="49"/>
                  </a:cubicBezTo>
                  <a:cubicBezTo>
                    <a:pt x="10" y="45"/>
                    <a:pt x="12" y="41"/>
                    <a:pt x="14" y="37"/>
                  </a:cubicBezTo>
                  <a:cubicBezTo>
                    <a:pt x="15" y="42"/>
                    <a:pt x="18" y="48"/>
                    <a:pt x="20" y="53"/>
                  </a:cubicBezTo>
                  <a:cubicBezTo>
                    <a:pt x="24" y="60"/>
                    <a:pt x="25" y="67"/>
                    <a:pt x="27" y="75"/>
                  </a:cubicBezTo>
                  <a:cubicBezTo>
                    <a:pt x="27" y="71"/>
                    <a:pt x="29" y="67"/>
                    <a:pt x="29" y="64"/>
                  </a:cubicBezTo>
                  <a:cubicBezTo>
                    <a:pt x="30" y="67"/>
                    <a:pt x="32" y="69"/>
                    <a:pt x="33" y="72"/>
                  </a:cubicBezTo>
                  <a:cubicBezTo>
                    <a:pt x="35" y="76"/>
                    <a:pt x="35" y="82"/>
                    <a:pt x="37" y="85"/>
                  </a:cubicBezTo>
                  <a:cubicBezTo>
                    <a:pt x="37" y="81"/>
                    <a:pt x="39" y="75"/>
                    <a:pt x="40" y="72"/>
                  </a:cubicBezTo>
                  <a:cubicBezTo>
                    <a:pt x="46" y="77"/>
                    <a:pt x="55" y="89"/>
                    <a:pt x="56" y="97"/>
                  </a:cubicBezTo>
                  <a:cubicBezTo>
                    <a:pt x="57" y="94"/>
                    <a:pt x="58" y="89"/>
                    <a:pt x="58" y="86"/>
                  </a:cubicBezTo>
                  <a:cubicBezTo>
                    <a:pt x="63" y="87"/>
                    <a:pt x="68" y="99"/>
                    <a:pt x="70" y="104"/>
                  </a:cubicBezTo>
                  <a:cubicBezTo>
                    <a:pt x="70" y="102"/>
                    <a:pt x="69" y="100"/>
                    <a:pt x="68" y="98"/>
                  </a:cubicBezTo>
                  <a:cubicBezTo>
                    <a:pt x="71" y="102"/>
                    <a:pt x="71" y="108"/>
                    <a:pt x="72" y="113"/>
                  </a:cubicBezTo>
                  <a:cubicBezTo>
                    <a:pt x="73" y="122"/>
                    <a:pt x="75" y="131"/>
                    <a:pt x="77" y="140"/>
                  </a:cubicBezTo>
                  <a:cubicBezTo>
                    <a:pt x="77" y="132"/>
                    <a:pt x="79" y="125"/>
                    <a:pt x="79" y="117"/>
                  </a:cubicBezTo>
                  <a:cubicBezTo>
                    <a:pt x="79" y="110"/>
                    <a:pt x="78" y="102"/>
                    <a:pt x="78" y="95"/>
                  </a:cubicBezTo>
                  <a:cubicBezTo>
                    <a:pt x="78" y="86"/>
                    <a:pt x="76" y="80"/>
                    <a:pt x="74" y="72"/>
                  </a:cubicBezTo>
                  <a:cubicBezTo>
                    <a:pt x="71" y="61"/>
                    <a:pt x="70" y="49"/>
                    <a:pt x="67" y="37"/>
                  </a:cubicBezTo>
                  <a:cubicBezTo>
                    <a:pt x="63" y="24"/>
                    <a:pt x="57" y="9"/>
                    <a:pt x="45" y="3"/>
                  </a:cubicBezTo>
                  <a:cubicBezTo>
                    <a:pt x="40" y="0"/>
                    <a:pt x="36" y="1"/>
                    <a:pt x="31" y="4"/>
                  </a:cubicBezTo>
                  <a:cubicBezTo>
                    <a:pt x="23" y="9"/>
                    <a:pt x="13" y="15"/>
                    <a:pt x="8" y="20"/>
                  </a:cubicBezTo>
                </a:path>
              </a:pathLst>
            </a:custGeom>
            <a:solidFill>
              <a:srgbClr val="ADAD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1111" name="Freeform 927">
              <a:extLst>
                <a:ext uri="{FF2B5EF4-FFF2-40B4-BE49-F238E27FC236}">
                  <a16:creationId xmlns:a16="http://schemas.microsoft.com/office/drawing/2014/main" id="{9F13BBF2-5BA3-4629-ADCA-9B0BF8F7AC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8" y="789"/>
              <a:ext cx="176" cy="108"/>
            </a:xfrm>
            <a:custGeom>
              <a:avLst/>
              <a:gdLst>
                <a:gd name="T0" fmla="*/ 378 w 117"/>
                <a:gd name="T1" fmla="*/ 94 h 71"/>
                <a:gd name="T2" fmla="*/ 319 w 117"/>
                <a:gd name="T3" fmla="*/ 169 h 71"/>
                <a:gd name="T4" fmla="*/ 272 w 117"/>
                <a:gd name="T5" fmla="*/ 231 h 71"/>
                <a:gd name="T6" fmla="*/ 292 w 117"/>
                <a:gd name="T7" fmla="*/ 164 h 71"/>
                <a:gd name="T8" fmla="*/ 256 w 117"/>
                <a:gd name="T9" fmla="*/ 222 h 71"/>
                <a:gd name="T10" fmla="*/ 262 w 117"/>
                <a:gd name="T11" fmla="*/ 183 h 71"/>
                <a:gd name="T12" fmla="*/ 229 w 117"/>
                <a:gd name="T13" fmla="*/ 230 h 71"/>
                <a:gd name="T14" fmla="*/ 238 w 117"/>
                <a:gd name="T15" fmla="*/ 161 h 71"/>
                <a:gd name="T16" fmla="*/ 188 w 117"/>
                <a:gd name="T17" fmla="*/ 225 h 71"/>
                <a:gd name="T18" fmla="*/ 194 w 117"/>
                <a:gd name="T19" fmla="*/ 195 h 71"/>
                <a:gd name="T20" fmla="*/ 135 w 117"/>
                <a:gd name="T21" fmla="*/ 245 h 71"/>
                <a:gd name="T22" fmla="*/ 143 w 117"/>
                <a:gd name="T23" fmla="*/ 187 h 71"/>
                <a:gd name="T24" fmla="*/ 75 w 117"/>
                <a:gd name="T25" fmla="*/ 236 h 71"/>
                <a:gd name="T26" fmla="*/ 81 w 117"/>
                <a:gd name="T27" fmla="*/ 181 h 71"/>
                <a:gd name="T28" fmla="*/ 54 w 117"/>
                <a:gd name="T29" fmla="*/ 208 h 71"/>
                <a:gd name="T30" fmla="*/ 62 w 117"/>
                <a:gd name="T31" fmla="*/ 183 h 71"/>
                <a:gd name="T32" fmla="*/ 5 w 117"/>
                <a:gd name="T33" fmla="*/ 249 h 71"/>
                <a:gd name="T34" fmla="*/ 27 w 117"/>
                <a:gd name="T35" fmla="*/ 141 h 71"/>
                <a:gd name="T36" fmla="*/ 68 w 117"/>
                <a:gd name="T37" fmla="*/ 67 h 71"/>
                <a:gd name="T38" fmla="*/ 143 w 117"/>
                <a:gd name="T39" fmla="*/ 46 h 71"/>
                <a:gd name="T40" fmla="*/ 188 w 117"/>
                <a:gd name="T41" fmla="*/ 67 h 71"/>
                <a:gd name="T42" fmla="*/ 272 w 117"/>
                <a:gd name="T43" fmla="*/ 67 h 71"/>
                <a:gd name="T44" fmla="*/ 331 w 117"/>
                <a:gd name="T45" fmla="*/ 21 h 71"/>
                <a:gd name="T46" fmla="*/ 394 w 117"/>
                <a:gd name="T47" fmla="*/ 75 h 71"/>
                <a:gd name="T48" fmla="*/ 399 w 117"/>
                <a:gd name="T49" fmla="*/ 70 h 71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17" h="71">
                  <a:moveTo>
                    <a:pt x="111" y="27"/>
                  </a:moveTo>
                  <a:cubicBezTo>
                    <a:pt x="101" y="30"/>
                    <a:pt x="99" y="40"/>
                    <a:pt x="94" y="48"/>
                  </a:cubicBezTo>
                  <a:cubicBezTo>
                    <a:pt x="90" y="55"/>
                    <a:pt x="86" y="61"/>
                    <a:pt x="80" y="66"/>
                  </a:cubicBezTo>
                  <a:cubicBezTo>
                    <a:pt x="82" y="60"/>
                    <a:pt x="87" y="54"/>
                    <a:pt x="86" y="47"/>
                  </a:cubicBezTo>
                  <a:cubicBezTo>
                    <a:pt x="82" y="52"/>
                    <a:pt x="79" y="58"/>
                    <a:pt x="75" y="63"/>
                  </a:cubicBezTo>
                  <a:cubicBezTo>
                    <a:pt x="75" y="60"/>
                    <a:pt x="75" y="55"/>
                    <a:pt x="77" y="52"/>
                  </a:cubicBezTo>
                  <a:cubicBezTo>
                    <a:pt x="73" y="55"/>
                    <a:pt x="70" y="61"/>
                    <a:pt x="67" y="65"/>
                  </a:cubicBezTo>
                  <a:cubicBezTo>
                    <a:pt x="67" y="58"/>
                    <a:pt x="68" y="52"/>
                    <a:pt x="70" y="46"/>
                  </a:cubicBezTo>
                  <a:cubicBezTo>
                    <a:pt x="66" y="53"/>
                    <a:pt x="62" y="59"/>
                    <a:pt x="55" y="64"/>
                  </a:cubicBezTo>
                  <a:cubicBezTo>
                    <a:pt x="55" y="61"/>
                    <a:pt x="56" y="58"/>
                    <a:pt x="57" y="55"/>
                  </a:cubicBezTo>
                  <a:cubicBezTo>
                    <a:pt x="52" y="59"/>
                    <a:pt x="46" y="67"/>
                    <a:pt x="40" y="70"/>
                  </a:cubicBezTo>
                  <a:cubicBezTo>
                    <a:pt x="40" y="64"/>
                    <a:pt x="41" y="59"/>
                    <a:pt x="42" y="53"/>
                  </a:cubicBezTo>
                  <a:cubicBezTo>
                    <a:pt x="34" y="54"/>
                    <a:pt x="29" y="64"/>
                    <a:pt x="22" y="67"/>
                  </a:cubicBezTo>
                  <a:cubicBezTo>
                    <a:pt x="21" y="62"/>
                    <a:pt x="24" y="57"/>
                    <a:pt x="24" y="51"/>
                  </a:cubicBezTo>
                  <a:cubicBezTo>
                    <a:pt x="20" y="52"/>
                    <a:pt x="18" y="56"/>
                    <a:pt x="16" y="59"/>
                  </a:cubicBezTo>
                  <a:cubicBezTo>
                    <a:pt x="17" y="57"/>
                    <a:pt x="18" y="54"/>
                    <a:pt x="18" y="52"/>
                  </a:cubicBezTo>
                  <a:cubicBezTo>
                    <a:pt x="13" y="58"/>
                    <a:pt x="4" y="64"/>
                    <a:pt x="1" y="71"/>
                  </a:cubicBezTo>
                  <a:cubicBezTo>
                    <a:pt x="0" y="61"/>
                    <a:pt x="5" y="48"/>
                    <a:pt x="8" y="40"/>
                  </a:cubicBezTo>
                  <a:cubicBezTo>
                    <a:pt x="10" y="33"/>
                    <a:pt x="14" y="24"/>
                    <a:pt x="20" y="19"/>
                  </a:cubicBezTo>
                  <a:cubicBezTo>
                    <a:pt x="25" y="15"/>
                    <a:pt x="34" y="13"/>
                    <a:pt x="42" y="13"/>
                  </a:cubicBezTo>
                  <a:cubicBezTo>
                    <a:pt x="48" y="13"/>
                    <a:pt x="50" y="16"/>
                    <a:pt x="55" y="19"/>
                  </a:cubicBezTo>
                  <a:cubicBezTo>
                    <a:pt x="64" y="25"/>
                    <a:pt x="73" y="26"/>
                    <a:pt x="80" y="19"/>
                  </a:cubicBezTo>
                  <a:cubicBezTo>
                    <a:pt x="86" y="13"/>
                    <a:pt x="90" y="9"/>
                    <a:pt x="97" y="6"/>
                  </a:cubicBezTo>
                  <a:cubicBezTo>
                    <a:pt x="111" y="0"/>
                    <a:pt x="114" y="9"/>
                    <a:pt x="116" y="21"/>
                  </a:cubicBezTo>
                  <a:cubicBezTo>
                    <a:pt x="117" y="22"/>
                    <a:pt x="117" y="21"/>
                    <a:pt x="117" y="20"/>
                  </a:cubicBezTo>
                </a:path>
              </a:pathLst>
            </a:custGeom>
            <a:solidFill>
              <a:srgbClr val="ADAD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1112" name="Freeform 928">
              <a:extLst>
                <a:ext uri="{FF2B5EF4-FFF2-40B4-BE49-F238E27FC236}">
                  <a16:creationId xmlns:a16="http://schemas.microsoft.com/office/drawing/2014/main" id="{B67EC42E-969C-40BF-A722-2DFA444BA0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2" y="761"/>
              <a:ext cx="141" cy="92"/>
            </a:xfrm>
            <a:custGeom>
              <a:avLst/>
              <a:gdLst>
                <a:gd name="T0" fmla="*/ 306 w 93"/>
                <a:gd name="T1" fmla="*/ 68 h 61"/>
                <a:gd name="T2" fmla="*/ 271 w 93"/>
                <a:gd name="T3" fmla="*/ 116 h 61"/>
                <a:gd name="T4" fmla="*/ 230 w 93"/>
                <a:gd name="T5" fmla="*/ 184 h 61"/>
                <a:gd name="T6" fmla="*/ 241 w 93"/>
                <a:gd name="T7" fmla="*/ 122 h 61"/>
                <a:gd name="T8" fmla="*/ 211 w 93"/>
                <a:gd name="T9" fmla="*/ 157 h 61"/>
                <a:gd name="T10" fmla="*/ 223 w 93"/>
                <a:gd name="T11" fmla="*/ 130 h 61"/>
                <a:gd name="T12" fmla="*/ 196 w 93"/>
                <a:gd name="T13" fmla="*/ 157 h 61"/>
                <a:gd name="T14" fmla="*/ 147 w 93"/>
                <a:gd name="T15" fmla="*/ 205 h 61"/>
                <a:gd name="T16" fmla="*/ 155 w 93"/>
                <a:gd name="T17" fmla="*/ 151 h 61"/>
                <a:gd name="T18" fmla="*/ 108 w 93"/>
                <a:gd name="T19" fmla="*/ 196 h 61"/>
                <a:gd name="T20" fmla="*/ 115 w 93"/>
                <a:gd name="T21" fmla="*/ 169 h 61"/>
                <a:gd name="T22" fmla="*/ 83 w 93"/>
                <a:gd name="T23" fmla="*/ 196 h 61"/>
                <a:gd name="T24" fmla="*/ 83 w 93"/>
                <a:gd name="T25" fmla="*/ 164 h 61"/>
                <a:gd name="T26" fmla="*/ 39 w 93"/>
                <a:gd name="T27" fmla="*/ 210 h 61"/>
                <a:gd name="T28" fmla="*/ 67 w 93"/>
                <a:gd name="T29" fmla="*/ 134 h 61"/>
                <a:gd name="T30" fmla="*/ 5 w 93"/>
                <a:gd name="T31" fmla="*/ 202 h 61"/>
                <a:gd name="T32" fmla="*/ 55 w 93"/>
                <a:gd name="T33" fmla="*/ 113 h 61"/>
                <a:gd name="T34" fmla="*/ 129 w 93"/>
                <a:gd name="T35" fmla="*/ 35 h 61"/>
                <a:gd name="T36" fmla="*/ 88 w 93"/>
                <a:gd name="T37" fmla="*/ 127 h 61"/>
                <a:gd name="T38" fmla="*/ 126 w 93"/>
                <a:gd name="T39" fmla="*/ 89 h 61"/>
                <a:gd name="T40" fmla="*/ 115 w 93"/>
                <a:gd name="T41" fmla="*/ 122 h 61"/>
                <a:gd name="T42" fmla="*/ 196 w 93"/>
                <a:gd name="T43" fmla="*/ 35 h 61"/>
                <a:gd name="T44" fmla="*/ 156 w 93"/>
                <a:gd name="T45" fmla="*/ 121 h 61"/>
                <a:gd name="T46" fmla="*/ 188 w 93"/>
                <a:gd name="T47" fmla="*/ 95 h 61"/>
                <a:gd name="T48" fmla="*/ 227 w 93"/>
                <a:gd name="T49" fmla="*/ 53 h 61"/>
                <a:gd name="T50" fmla="*/ 202 w 93"/>
                <a:gd name="T51" fmla="*/ 113 h 61"/>
                <a:gd name="T52" fmla="*/ 285 w 93"/>
                <a:gd name="T53" fmla="*/ 26 h 61"/>
                <a:gd name="T54" fmla="*/ 264 w 93"/>
                <a:gd name="T55" fmla="*/ 80 h 61"/>
                <a:gd name="T56" fmla="*/ 324 w 93"/>
                <a:gd name="T57" fmla="*/ 0 h 61"/>
                <a:gd name="T58" fmla="*/ 306 w 93"/>
                <a:gd name="T59" fmla="*/ 68 h 61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93" h="61">
                  <a:moveTo>
                    <a:pt x="88" y="20"/>
                  </a:moveTo>
                  <a:cubicBezTo>
                    <a:pt x="83" y="22"/>
                    <a:pt x="81" y="30"/>
                    <a:pt x="78" y="34"/>
                  </a:cubicBezTo>
                  <a:cubicBezTo>
                    <a:pt x="74" y="41"/>
                    <a:pt x="69" y="47"/>
                    <a:pt x="66" y="54"/>
                  </a:cubicBezTo>
                  <a:cubicBezTo>
                    <a:pt x="65" y="48"/>
                    <a:pt x="68" y="42"/>
                    <a:pt x="69" y="36"/>
                  </a:cubicBezTo>
                  <a:cubicBezTo>
                    <a:pt x="66" y="39"/>
                    <a:pt x="64" y="43"/>
                    <a:pt x="61" y="46"/>
                  </a:cubicBezTo>
                  <a:cubicBezTo>
                    <a:pt x="62" y="43"/>
                    <a:pt x="63" y="40"/>
                    <a:pt x="64" y="38"/>
                  </a:cubicBezTo>
                  <a:cubicBezTo>
                    <a:pt x="60" y="38"/>
                    <a:pt x="58" y="44"/>
                    <a:pt x="56" y="46"/>
                  </a:cubicBezTo>
                  <a:cubicBezTo>
                    <a:pt x="52" y="51"/>
                    <a:pt x="47" y="57"/>
                    <a:pt x="42" y="60"/>
                  </a:cubicBezTo>
                  <a:cubicBezTo>
                    <a:pt x="41" y="55"/>
                    <a:pt x="43" y="49"/>
                    <a:pt x="44" y="44"/>
                  </a:cubicBezTo>
                  <a:cubicBezTo>
                    <a:pt x="40" y="47"/>
                    <a:pt x="36" y="54"/>
                    <a:pt x="31" y="57"/>
                  </a:cubicBezTo>
                  <a:cubicBezTo>
                    <a:pt x="31" y="54"/>
                    <a:pt x="33" y="52"/>
                    <a:pt x="33" y="49"/>
                  </a:cubicBezTo>
                  <a:cubicBezTo>
                    <a:pt x="30" y="49"/>
                    <a:pt x="27" y="55"/>
                    <a:pt x="24" y="57"/>
                  </a:cubicBezTo>
                  <a:cubicBezTo>
                    <a:pt x="22" y="54"/>
                    <a:pt x="25" y="51"/>
                    <a:pt x="24" y="48"/>
                  </a:cubicBezTo>
                  <a:cubicBezTo>
                    <a:pt x="18" y="49"/>
                    <a:pt x="15" y="59"/>
                    <a:pt x="11" y="61"/>
                  </a:cubicBezTo>
                  <a:cubicBezTo>
                    <a:pt x="12" y="54"/>
                    <a:pt x="19" y="47"/>
                    <a:pt x="19" y="39"/>
                  </a:cubicBezTo>
                  <a:cubicBezTo>
                    <a:pt x="12" y="40"/>
                    <a:pt x="6" y="55"/>
                    <a:pt x="1" y="59"/>
                  </a:cubicBezTo>
                  <a:cubicBezTo>
                    <a:pt x="0" y="50"/>
                    <a:pt x="11" y="39"/>
                    <a:pt x="16" y="33"/>
                  </a:cubicBezTo>
                  <a:cubicBezTo>
                    <a:pt x="23" y="26"/>
                    <a:pt x="32" y="18"/>
                    <a:pt x="37" y="10"/>
                  </a:cubicBezTo>
                  <a:cubicBezTo>
                    <a:pt x="34" y="19"/>
                    <a:pt x="26" y="27"/>
                    <a:pt x="25" y="37"/>
                  </a:cubicBezTo>
                  <a:cubicBezTo>
                    <a:pt x="28" y="33"/>
                    <a:pt x="31" y="27"/>
                    <a:pt x="36" y="26"/>
                  </a:cubicBezTo>
                  <a:cubicBezTo>
                    <a:pt x="35" y="29"/>
                    <a:pt x="33" y="33"/>
                    <a:pt x="33" y="36"/>
                  </a:cubicBezTo>
                  <a:cubicBezTo>
                    <a:pt x="42" y="30"/>
                    <a:pt x="47" y="17"/>
                    <a:pt x="56" y="10"/>
                  </a:cubicBezTo>
                  <a:cubicBezTo>
                    <a:pt x="53" y="19"/>
                    <a:pt x="47" y="27"/>
                    <a:pt x="45" y="35"/>
                  </a:cubicBezTo>
                  <a:cubicBezTo>
                    <a:pt x="47" y="32"/>
                    <a:pt x="51" y="30"/>
                    <a:pt x="54" y="28"/>
                  </a:cubicBezTo>
                  <a:cubicBezTo>
                    <a:pt x="58" y="24"/>
                    <a:pt x="61" y="19"/>
                    <a:pt x="65" y="15"/>
                  </a:cubicBezTo>
                  <a:cubicBezTo>
                    <a:pt x="65" y="21"/>
                    <a:pt x="62" y="29"/>
                    <a:pt x="58" y="33"/>
                  </a:cubicBezTo>
                  <a:cubicBezTo>
                    <a:pt x="66" y="29"/>
                    <a:pt x="78" y="16"/>
                    <a:pt x="82" y="7"/>
                  </a:cubicBezTo>
                  <a:cubicBezTo>
                    <a:pt x="82" y="13"/>
                    <a:pt x="79" y="18"/>
                    <a:pt x="76" y="23"/>
                  </a:cubicBezTo>
                  <a:cubicBezTo>
                    <a:pt x="82" y="16"/>
                    <a:pt x="86" y="5"/>
                    <a:pt x="93" y="0"/>
                  </a:cubicBezTo>
                  <a:cubicBezTo>
                    <a:pt x="91" y="6"/>
                    <a:pt x="91" y="13"/>
                    <a:pt x="88" y="20"/>
                  </a:cubicBezTo>
                </a:path>
              </a:pathLst>
            </a:custGeom>
            <a:solidFill>
              <a:srgbClr val="CCCC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1113" name="Freeform 929">
              <a:extLst>
                <a:ext uri="{FF2B5EF4-FFF2-40B4-BE49-F238E27FC236}">
                  <a16:creationId xmlns:a16="http://schemas.microsoft.com/office/drawing/2014/main" id="{755E541B-C69D-457B-B67A-5E595E04DE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4" y="773"/>
              <a:ext cx="27" cy="84"/>
            </a:xfrm>
            <a:custGeom>
              <a:avLst/>
              <a:gdLst>
                <a:gd name="T0" fmla="*/ 32 w 18"/>
                <a:gd name="T1" fmla="*/ 5 h 56"/>
                <a:gd name="T2" fmla="*/ 12 w 18"/>
                <a:gd name="T3" fmla="*/ 143 h 56"/>
                <a:gd name="T4" fmla="*/ 26 w 18"/>
                <a:gd name="T5" fmla="*/ 89 h 56"/>
                <a:gd name="T6" fmla="*/ 26 w 18"/>
                <a:gd name="T7" fmla="*/ 129 h 56"/>
                <a:gd name="T8" fmla="*/ 53 w 18"/>
                <a:gd name="T9" fmla="*/ 189 h 56"/>
                <a:gd name="T10" fmla="*/ 35 w 18"/>
                <a:gd name="T11" fmla="*/ 72 h 56"/>
                <a:gd name="T12" fmla="*/ 62 w 18"/>
                <a:gd name="T13" fmla="*/ 126 h 56"/>
                <a:gd name="T14" fmla="*/ 39 w 18"/>
                <a:gd name="T15" fmla="*/ 0 h 5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8" h="56">
                  <a:moveTo>
                    <a:pt x="9" y="1"/>
                  </a:moveTo>
                  <a:cubicBezTo>
                    <a:pt x="2" y="11"/>
                    <a:pt x="0" y="31"/>
                    <a:pt x="3" y="42"/>
                  </a:cubicBezTo>
                  <a:cubicBezTo>
                    <a:pt x="1" y="37"/>
                    <a:pt x="3" y="30"/>
                    <a:pt x="7" y="26"/>
                  </a:cubicBezTo>
                  <a:cubicBezTo>
                    <a:pt x="7" y="29"/>
                    <a:pt x="6" y="34"/>
                    <a:pt x="7" y="38"/>
                  </a:cubicBezTo>
                  <a:cubicBezTo>
                    <a:pt x="8" y="44"/>
                    <a:pt x="13" y="49"/>
                    <a:pt x="15" y="56"/>
                  </a:cubicBezTo>
                  <a:cubicBezTo>
                    <a:pt x="12" y="44"/>
                    <a:pt x="11" y="33"/>
                    <a:pt x="10" y="21"/>
                  </a:cubicBezTo>
                  <a:cubicBezTo>
                    <a:pt x="12" y="26"/>
                    <a:pt x="15" y="32"/>
                    <a:pt x="18" y="37"/>
                  </a:cubicBezTo>
                  <a:cubicBezTo>
                    <a:pt x="13" y="24"/>
                    <a:pt x="13" y="13"/>
                    <a:pt x="11" y="0"/>
                  </a:cubicBezTo>
                </a:path>
              </a:pathLst>
            </a:custGeom>
            <a:solidFill>
              <a:srgbClr val="CCCC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1114" name="Freeform 930">
              <a:extLst>
                <a:ext uri="{FF2B5EF4-FFF2-40B4-BE49-F238E27FC236}">
                  <a16:creationId xmlns:a16="http://schemas.microsoft.com/office/drawing/2014/main" id="{2D62CF03-A676-4AB7-AED3-2FD4A89A7F5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493" y="723"/>
              <a:ext cx="355" cy="329"/>
            </a:xfrm>
            <a:custGeom>
              <a:avLst/>
              <a:gdLst>
                <a:gd name="T0" fmla="*/ 769 w 235"/>
                <a:gd name="T1" fmla="*/ 183 h 218"/>
                <a:gd name="T2" fmla="*/ 769 w 235"/>
                <a:gd name="T3" fmla="*/ 183 h 218"/>
                <a:gd name="T4" fmla="*/ 743 w 235"/>
                <a:gd name="T5" fmla="*/ 171 h 218"/>
                <a:gd name="T6" fmla="*/ 662 w 235"/>
                <a:gd name="T7" fmla="*/ 75 h 218"/>
                <a:gd name="T8" fmla="*/ 539 w 235"/>
                <a:gd name="T9" fmla="*/ 27 h 218"/>
                <a:gd name="T10" fmla="*/ 379 w 235"/>
                <a:gd name="T11" fmla="*/ 0 h 218"/>
                <a:gd name="T12" fmla="*/ 207 w 235"/>
                <a:gd name="T13" fmla="*/ 32 h 218"/>
                <a:gd name="T14" fmla="*/ 115 w 235"/>
                <a:gd name="T15" fmla="*/ 109 h 218"/>
                <a:gd name="T16" fmla="*/ 5 w 235"/>
                <a:gd name="T17" fmla="*/ 346 h 218"/>
                <a:gd name="T18" fmla="*/ 12 w 235"/>
                <a:gd name="T19" fmla="*/ 379 h 218"/>
                <a:gd name="T20" fmla="*/ 48 w 235"/>
                <a:gd name="T21" fmla="*/ 430 h 218"/>
                <a:gd name="T22" fmla="*/ 76 w 235"/>
                <a:gd name="T23" fmla="*/ 494 h 218"/>
                <a:gd name="T24" fmla="*/ 103 w 235"/>
                <a:gd name="T25" fmla="*/ 542 h 218"/>
                <a:gd name="T26" fmla="*/ 107 w 235"/>
                <a:gd name="T27" fmla="*/ 670 h 218"/>
                <a:gd name="T28" fmla="*/ 142 w 235"/>
                <a:gd name="T29" fmla="*/ 653 h 218"/>
                <a:gd name="T30" fmla="*/ 134 w 235"/>
                <a:gd name="T31" fmla="*/ 560 h 218"/>
                <a:gd name="T32" fmla="*/ 144 w 235"/>
                <a:gd name="T33" fmla="*/ 484 h 218"/>
                <a:gd name="T34" fmla="*/ 169 w 235"/>
                <a:gd name="T35" fmla="*/ 371 h 218"/>
                <a:gd name="T36" fmla="*/ 202 w 235"/>
                <a:gd name="T37" fmla="*/ 353 h 218"/>
                <a:gd name="T38" fmla="*/ 224 w 235"/>
                <a:gd name="T39" fmla="*/ 383 h 218"/>
                <a:gd name="T40" fmla="*/ 286 w 235"/>
                <a:gd name="T41" fmla="*/ 392 h 218"/>
                <a:gd name="T42" fmla="*/ 338 w 235"/>
                <a:gd name="T43" fmla="*/ 371 h 218"/>
                <a:gd name="T44" fmla="*/ 379 w 235"/>
                <a:gd name="T45" fmla="*/ 376 h 218"/>
                <a:gd name="T46" fmla="*/ 406 w 235"/>
                <a:gd name="T47" fmla="*/ 367 h 218"/>
                <a:gd name="T48" fmla="*/ 424 w 235"/>
                <a:gd name="T49" fmla="*/ 379 h 218"/>
                <a:gd name="T50" fmla="*/ 511 w 235"/>
                <a:gd name="T51" fmla="*/ 258 h 218"/>
                <a:gd name="T52" fmla="*/ 541 w 235"/>
                <a:gd name="T53" fmla="*/ 350 h 218"/>
                <a:gd name="T54" fmla="*/ 562 w 235"/>
                <a:gd name="T55" fmla="*/ 340 h 218"/>
                <a:gd name="T56" fmla="*/ 586 w 235"/>
                <a:gd name="T57" fmla="*/ 340 h 218"/>
                <a:gd name="T58" fmla="*/ 648 w 235"/>
                <a:gd name="T59" fmla="*/ 389 h 218"/>
                <a:gd name="T60" fmla="*/ 683 w 235"/>
                <a:gd name="T61" fmla="*/ 430 h 218"/>
                <a:gd name="T62" fmla="*/ 707 w 235"/>
                <a:gd name="T63" fmla="*/ 540 h 218"/>
                <a:gd name="T64" fmla="*/ 715 w 235"/>
                <a:gd name="T65" fmla="*/ 690 h 218"/>
                <a:gd name="T66" fmla="*/ 769 w 235"/>
                <a:gd name="T67" fmla="*/ 492 h 218"/>
                <a:gd name="T68" fmla="*/ 810 w 235"/>
                <a:gd name="T69" fmla="*/ 346 h 218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235" h="218">
                  <a:moveTo>
                    <a:pt x="223" y="53"/>
                  </a:moveTo>
                  <a:cubicBezTo>
                    <a:pt x="223" y="53"/>
                    <a:pt x="223" y="53"/>
                    <a:pt x="223" y="53"/>
                  </a:cubicBezTo>
                  <a:cubicBezTo>
                    <a:pt x="223" y="53"/>
                    <a:pt x="223" y="53"/>
                    <a:pt x="223" y="53"/>
                  </a:cubicBezTo>
                  <a:cubicBezTo>
                    <a:pt x="224" y="54"/>
                    <a:pt x="224" y="54"/>
                    <a:pt x="223" y="53"/>
                  </a:cubicBezTo>
                  <a:close/>
                  <a:moveTo>
                    <a:pt x="235" y="101"/>
                  </a:moveTo>
                  <a:cubicBezTo>
                    <a:pt x="234" y="87"/>
                    <a:pt x="228" y="59"/>
                    <a:pt x="216" y="50"/>
                  </a:cubicBezTo>
                  <a:cubicBezTo>
                    <a:pt x="219" y="50"/>
                    <a:pt x="222" y="51"/>
                    <a:pt x="223" y="53"/>
                  </a:cubicBezTo>
                  <a:cubicBezTo>
                    <a:pt x="217" y="40"/>
                    <a:pt x="206" y="30"/>
                    <a:pt x="192" y="22"/>
                  </a:cubicBezTo>
                  <a:cubicBezTo>
                    <a:pt x="183" y="17"/>
                    <a:pt x="167" y="11"/>
                    <a:pt x="157" y="11"/>
                  </a:cubicBezTo>
                  <a:cubicBezTo>
                    <a:pt x="157" y="10"/>
                    <a:pt x="156" y="9"/>
                    <a:pt x="156" y="8"/>
                  </a:cubicBezTo>
                  <a:cubicBezTo>
                    <a:pt x="149" y="4"/>
                    <a:pt x="142" y="3"/>
                    <a:pt x="133" y="3"/>
                  </a:cubicBezTo>
                  <a:cubicBezTo>
                    <a:pt x="126" y="3"/>
                    <a:pt x="118" y="0"/>
                    <a:pt x="110" y="0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95" y="0"/>
                    <a:pt x="74" y="2"/>
                    <a:pt x="60" y="9"/>
                  </a:cubicBezTo>
                  <a:cubicBezTo>
                    <a:pt x="50" y="14"/>
                    <a:pt x="34" y="22"/>
                    <a:pt x="27" y="32"/>
                  </a:cubicBezTo>
                  <a:cubicBezTo>
                    <a:pt x="29" y="32"/>
                    <a:pt x="31" y="32"/>
                    <a:pt x="33" y="32"/>
                  </a:cubicBezTo>
                  <a:cubicBezTo>
                    <a:pt x="31" y="41"/>
                    <a:pt x="22" y="44"/>
                    <a:pt x="17" y="50"/>
                  </a:cubicBezTo>
                  <a:cubicBezTo>
                    <a:pt x="6" y="63"/>
                    <a:pt x="0" y="84"/>
                    <a:pt x="1" y="101"/>
                  </a:cubicBezTo>
                  <a:cubicBezTo>
                    <a:pt x="2" y="97"/>
                    <a:pt x="3" y="94"/>
                    <a:pt x="6" y="91"/>
                  </a:cubicBezTo>
                  <a:cubicBezTo>
                    <a:pt x="7" y="97"/>
                    <a:pt x="3" y="104"/>
                    <a:pt x="3" y="110"/>
                  </a:cubicBezTo>
                  <a:cubicBezTo>
                    <a:pt x="3" y="117"/>
                    <a:pt x="6" y="125"/>
                    <a:pt x="10" y="131"/>
                  </a:cubicBezTo>
                  <a:cubicBezTo>
                    <a:pt x="10" y="128"/>
                    <a:pt x="11" y="126"/>
                    <a:pt x="14" y="125"/>
                  </a:cubicBezTo>
                  <a:cubicBezTo>
                    <a:pt x="15" y="128"/>
                    <a:pt x="17" y="133"/>
                    <a:pt x="19" y="136"/>
                  </a:cubicBezTo>
                  <a:cubicBezTo>
                    <a:pt x="20" y="138"/>
                    <a:pt x="21" y="142"/>
                    <a:pt x="22" y="144"/>
                  </a:cubicBezTo>
                  <a:cubicBezTo>
                    <a:pt x="24" y="147"/>
                    <a:pt x="25" y="151"/>
                    <a:pt x="26" y="154"/>
                  </a:cubicBezTo>
                  <a:cubicBezTo>
                    <a:pt x="27" y="157"/>
                    <a:pt x="30" y="155"/>
                    <a:pt x="30" y="158"/>
                  </a:cubicBezTo>
                  <a:cubicBezTo>
                    <a:pt x="30" y="165"/>
                    <a:pt x="27" y="170"/>
                    <a:pt x="29" y="177"/>
                  </a:cubicBezTo>
                  <a:cubicBezTo>
                    <a:pt x="30" y="183"/>
                    <a:pt x="30" y="188"/>
                    <a:pt x="31" y="195"/>
                  </a:cubicBezTo>
                  <a:cubicBezTo>
                    <a:pt x="41" y="195"/>
                    <a:pt x="41" y="213"/>
                    <a:pt x="44" y="218"/>
                  </a:cubicBezTo>
                  <a:cubicBezTo>
                    <a:pt x="47" y="210"/>
                    <a:pt x="41" y="199"/>
                    <a:pt x="41" y="190"/>
                  </a:cubicBezTo>
                  <a:cubicBezTo>
                    <a:pt x="41" y="184"/>
                    <a:pt x="40" y="182"/>
                    <a:pt x="39" y="178"/>
                  </a:cubicBezTo>
                  <a:cubicBezTo>
                    <a:pt x="39" y="173"/>
                    <a:pt x="39" y="167"/>
                    <a:pt x="39" y="163"/>
                  </a:cubicBezTo>
                  <a:cubicBezTo>
                    <a:pt x="39" y="154"/>
                    <a:pt x="45" y="145"/>
                    <a:pt x="44" y="136"/>
                  </a:cubicBezTo>
                  <a:cubicBezTo>
                    <a:pt x="43" y="137"/>
                    <a:pt x="42" y="139"/>
                    <a:pt x="42" y="141"/>
                  </a:cubicBezTo>
                  <a:cubicBezTo>
                    <a:pt x="41" y="132"/>
                    <a:pt x="47" y="121"/>
                    <a:pt x="48" y="112"/>
                  </a:cubicBezTo>
                  <a:cubicBezTo>
                    <a:pt x="49" y="110"/>
                    <a:pt x="49" y="109"/>
                    <a:pt x="49" y="108"/>
                  </a:cubicBezTo>
                  <a:cubicBezTo>
                    <a:pt x="53" y="104"/>
                    <a:pt x="58" y="100"/>
                    <a:pt x="61" y="96"/>
                  </a:cubicBezTo>
                  <a:cubicBezTo>
                    <a:pt x="61" y="98"/>
                    <a:pt x="60" y="101"/>
                    <a:pt x="59" y="103"/>
                  </a:cubicBezTo>
                  <a:cubicBezTo>
                    <a:pt x="61" y="100"/>
                    <a:pt x="63" y="96"/>
                    <a:pt x="67" y="95"/>
                  </a:cubicBezTo>
                  <a:cubicBezTo>
                    <a:pt x="67" y="101"/>
                    <a:pt x="64" y="106"/>
                    <a:pt x="65" y="111"/>
                  </a:cubicBezTo>
                  <a:cubicBezTo>
                    <a:pt x="72" y="108"/>
                    <a:pt x="77" y="98"/>
                    <a:pt x="85" y="97"/>
                  </a:cubicBezTo>
                  <a:cubicBezTo>
                    <a:pt x="84" y="103"/>
                    <a:pt x="83" y="108"/>
                    <a:pt x="83" y="114"/>
                  </a:cubicBezTo>
                  <a:cubicBezTo>
                    <a:pt x="89" y="111"/>
                    <a:pt x="95" y="103"/>
                    <a:pt x="100" y="99"/>
                  </a:cubicBezTo>
                  <a:cubicBezTo>
                    <a:pt x="99" y="102"/>
                    <a:pt x="98" y="105"/>
                    <a:pt x="98" y="108"/>
                  </a:cubicBezTo>
                  <a:cubicBezTo>
                    <a:pt x="105" y="103"/>
                    <a:pt x="109" y="97"/>
                    <a:pt x="113" y="90"/>
                  </a:cubicBezTo>
                  <a:cubicBezTo>
                    <a:pt x="111" y="96"/>
                    <a:pt x="110" y="102"/>
                    <a:pt x="110" y="109"/>
                  </a:cubicBezTo>
                  <a:cubicBezTo>
                    <a:pt x="113" y="105"/>
                    <a:pt x="116" y="99"/>
                    <a:pt x="120" y="96"/>
                  </a:cubicBezTo>
                  <a:cubicBezTo>
                    <a:pt x="118" y="99"/>
                    <a:pt x="118" y="104"/>
                    <a:pt x="118" y="107"/>
                  </a:cubicBezTo>
                  <a:cubicBezTo>
                    <a:pt x="122" y="102"/>
                    <a:pt x="125" y="96"/>
                    <a:pt x="129" y="91"/>
                  </a:cubicBezTo>
                  <a:cubicBezTo>
                    <a:pt x="130" y="98"/>
                    <a:pt x="125" y="104"/>
                    <a:pt x="123" y="110"/>
                  </a:cubicBezTo>
                  <a:cubicBezTo>
                    <a:pt x="129" y="105"/>
                    <a:pt x="133" y="99"/>
                    <a:pt x="137" y="92"/>
                  </a:cubicBezTo>
                  <a:cubicBezTo>
                    <a:pt x="140" y="86"/>
                    <a:pt x="143" y="79"/>
                    <a:pt x="148" y="75"/>
                  </a:cubicBezTo>
                  <a:cubicBezTo>
                    <a:pt x="149" y="76"/>
                    <a:pt x="149" y="78"/>
                    <a:pt x="150" y="80"/>
                  </a:cubicBezTo>
                  <a:cubicBezTo>
                    <a:pt x="154" y="87"/>
                    <a:pt x="155" y="94"/>
                    <a:pt x="157" y="102"/>
                  </a:cubicBezTo>
                  <a:cubicBezTo>
                    <a:pt x="157" y="98"/>
                    <a:pt x="159" y="94"/>
                    <a:pt x="159" y="91"/>
                  </a:cubicBezTo>
                  <a:cubicBezTo>
                    <a:pt x="160" y="94"/>
                    <a:pt x="162" y="96"/>
                    <a:pt x="163" y="99"/>
                  </a:cubicBezTo>
                  <a:cubicBezTo>
                    <a:pt x="165" y="103"/>
                    <a:pt x="165" y="109"/>
                    <a:pt x="167" y="112"/>
                  </a:cubicBezTo>
                  <a:cubicBezTo>
                    <a:pt x="167" y="108"/>
                    <a:pt x="169" y="102"/>
                    <a:pt x="170" y="99"/>
                  </a:cubicBezTo>
                  <a:cubicBezTo>
                    <a:pt x="176" y="104"/>
                    <a:pt x="185" y="116"/>
                    <a:pt x="186" y="124"/>
                  </a:cubicBezTo>
                  <a:cubicBezTo>
                    <a:pt x="187" y="121"/>
                    <a:pt x="188" y="116"/>
                    <a:pt x="188" y="113"/>
                  </a:cubicBezTo>
                  <a:cubicBezTo>
                    <a:pt x="193" y="114"/>
                    <a:pt x="198" y="126"/>
                    <a:pt x="200" y="131"/>
                  </a:cubicBezTo>
                  <a:cubicBezTo>
                    <a:pt x="200" y="129"/>
                    <a:pt x="199" y="127"/>
                    <a:pt x="198" y="125"/>
                  </a:cubicBezTo>
                  <a:cubicBezTo>
                    <a:pt x="201" y="129"/>
                    <a:pt x="201" y="135"/>
                    <a:pt x="202" y="140"/>
                  </a:cubicBezTo>
                  <a:cubicBezTo>
                    <a:pt x="203" y="146"/>
                    <a:pt x="204" y="152"/>
                    <a:pt x="205" y="157"/>
                  </a:cubicBezTo>
                  <a:cubicBezTo>
                    <a:pt x="205" y="166"/>
                    <a:pt x="205" y="175"/>
                    <a:pt x="205" y="184"/>
                  </a:cubicBezTo>
                  <a:cubicBezTo>
                    <a:pt x="205" y="190"/>
                    <a:pt x="209" y="196"/>
                    <a:pt x="207" y="201"/>
                  </a:cubicBezTo>
                  <a:cubicBezTo>
                    <a:pt x="213" y="189"/>
                    <a:pt x="217" y="177"/>
                    <a:pt x="217" y="164"/>
                  </a:cubicBezTo>
                  <a:cubicBezTo>
                    <a:pt x="218" y="155"/>
                    <a:pt x="220" y="150"/>
                    <a:pt x="223" y="143"/>
                  </a:cubicBezTo>
                  <a:cubicBezTo>
                    <a:pt x="229" y="129"/>
                    <a:pt x="234" y="110"/>
                    <a:pt x="230" y="95"/>
                  </a:cubicBezTo>
                  <a:cubicBezTo>
                    <a:pt x="233" y="96"/>
                    <a:pt x="234" y="99"/>
                    <a:pt x="235" y="101"/>
                  </a:cubicBezTo>
                  <a:close/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</p:grpSp>
      <p:grpSp>
        <p:nvGrpSpPr>
          <p:cNvPr id="40968" name="Group 931">
            <a:extLst>
              <a:ext uri="{FF2B5EF4-FFF2-40B4-BE49-F238E27FC236}">
                <a16:creationId xmlns:a16="http://schemas.microsoft.com/office/drawing/2014/main" id="{252BB307-88E8-4F2F-9931-DC460514D94E}"/>
              </a:ext>
            </a:extLst>
          </p:cNvPr>
          <p:cNvGrpSpPr>
            <a:grpSpLocks/>
          </p:cNvGrpSpPr>
          <p:nvPr/>
        </p:nvGrpSpPr>
        <p:grpSpPr bwMode="auto">
          <a:xfrm>
            <a:off x="4600575" y="6134100"/>
            <a:ext cx="685800" cy="390525"/>
            <a:chOff x="1747" y="3680"/>
            <a:chExt cx="488" cy="278"/>
          </a:xfrm>
        </p:grpSpPr>
        <p:sp>
          <p:nvSpPr>
            <p:cNvPr id="41060" name="Freeform 932">
              <a:extLst>
                <a:ext uri="{FF2B5EF4-FFF2-40B4-BE49-F238E27FC236}">
                  <a16:creationId xmlns:a16="http://schemas.microsoft.com/office/drawing/2014/main" id="{DB9488A9-7F55-466D-A6D4-014A63CAC99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7" y="3825"/>
              <a:ext cx="25" cy="21"/>
            </a:xfrm>
            <a:custGeom>
              <a:avLst/>
              <a:gdLst>
                <a:gd name="T0" fmla="*/ 92 w 13"/>
                <a:gd name="T1" fmla="*/ 57 h 10"/>
                <a:gd name="T2" fmla="*/ 29 w 13"/>
                <a:gd name="T3" fmla="*/ 17 h 10"/>
                <a:gd name="T4" fmla="*/ 85 w 13"/>
                <a:gd name="T5" fmla="*/ 92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0">
                  <a:moveTo>
                    <a:pt x="13" y="6"/>
                  </a:moveTo>
                  <a:cubicBezTo>
                    <a:pt x="11" y="5"/>
                    <a:pt x="7" y="0"/>
                    <a:pt x="4" y="2"/>
                  </a:cubicBezTo>
                  <a:cubicBezTo>
                    <a:pt x="0" y="6"/>
                    <a:pt x="10" y="10"/>
                    <a:pt x="12" y="10"/>
                  </a:cubicBezTo>
                </a:path>
              </a:pathLst>
            </a:custGeom>
            <a:noFill/>
            <a:ln w="4763" cap="flat">
              <a:solidFill>
                <a:srgbClr val="A961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1061" name="Freeform 933">
              <a:extLst>
                <a:ext uri="{FF2B5EF4-FFF2-40B4-BE49-F238E27FC236}">
                  <a16:creationId xmlns:a16="http://schemas.microsoft.com/office/drawing/2014/main" id="{7B068088-B542-4824-9771-025A95C35C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5" y="3834"/>
              <a:ext cx="23" cy="20"/>
            </a:xfrm>
            <a:custGeom>
              <a:avLst/>
              <a:gdLst>
                <a:gd name="T0" fmla="*/ 0 w 12"/>
                <a:gd name="T1" fmla="*/ 40 h 10"/>
                <a:gd name="T2" fmla="*/ 56 w 12"/>
                <a:gd name="T3" fmla="*/ 24 h 10"/>
                <a:gd name="T4" fmla="*/ 8 w 12"/>
                <a:gd name="T5" fmla="*/ 8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0">
                  <a:moveTo>
                    <a:pt x="0" y="5"/>
                  </a:moveTo>
                  <a:cubicBezTo>
                    <a:pt x="2" y="3"/>
                    <a:pt x="6" y="0"/>
                    <a:pt x="8" y="3"/>
                  </a:cubicBezTo>
                  <a:cubicBezTo>
                    <a:pt x="12" y="7"/>
                    <a:pt x="4" y="9"/>
                    <a:pt x="1" y="10"/>
                  </a:cubicBezTo>
                </a:path>
              </a:pathLst>
            </a:custGeom>
            <a:noFill/>
            <a:ln w="4763" cap="flat">
              <a:solidFill>
                <a:srgbClr val="A961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1062" name="Freeform 934">
              <a:extLst>
                <a:ext uri="{FF2B5EF4-FFF2-40B4-BE49-F238E27FC236}">
                  <a16:creationId xmlns:a16="http://schemas.microsoft.com/office/drawing/2014/main" id="{01FA16F5-B8E2-4239-B9AC-A9580B0746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7" y="3680"/>
              <a:ext cx="245" cy="278"/>
            </a:xfrm>
            <a:custGeom>
              <a:avLst/>
              <a:gdLst>
                <a:gd name="T0" fmla="*/ 333 w 126"/>
                <a:gd name="T1" fmla="*/ 384 h 134"/>
                <a:gd name="T2" fmla="*/ 336 w 126"/>
                <a:gd name="T3" fmla="*/ 384 h 134"/>
                <a:gd name="T4" fmla="*/ 741 w 126"/>
                <a:gd name="T5" fmla="*/ 440 h 134"/>
                <a:gd name="T6" fmla="*/ 865 w 126"/>
                <a:gd name="T7" fmla="*/ 0 h 134"/>
                <a:gd name="T8" fmla="*/ 926 w 126"/>
                <a:gd name="T9" fmla="*/ 324 h 134"/>
                <a:gd name="T10" fmla="*/ 581 w 126"/>
                <a:gd name="T11" fmla="*/ 1153 h 134"/>
                <a:gd name="T12" fmla="*/ 163 w 126"/>
                <a:gd name="T13" fmla="*/ 589 h 134"/>
                <a:gd name="T14" fmla="*/ 381 w 126"/>
                <a:gd name="T15" fmla="*/ 124 h 134"/>
                <a:gd name="T16" fmla="*/ 333 w 126"/>
                <a:gd name="T17" fmla="*/ 384 h 13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6" h="134">
                  <a:moveTo>
                    <a:pt x="45" y="43"/>
                  </a:moveTo>
                  <a:cubicBezTo>
                    <a:pt x="45" y="43"/>
                    <a:pt x="46" y="43"/>
                    <a:pt x="46" y="43"/>
                  </a:cubicBezTo>
                  <a:cubicBezTo>
                    <a:pt x="50" y="41"/>
                    <a:pt x="81" y="32"/>
                    <a:pt x="101" y="49"/>
                  </a:cubicBezTo>
                  <a:cubicBezTo>
                    <a:pt x="101" y="49"/>
                    <a:pt x="118" y="30"/>
                    <a:pt x="118" y="0"/>
                  </a:cubicBezTo>
                  <a:cubicBezTo>
                    <a:pt x="118" y="0"/>
                    <a:pt x="126" y="8"/>
                    <a:pt x="126" y="36"/>
                  </a:cubicBezTo>
                  <a:cubicBezTo>
                    <a:pt x="126" y="64"/>
                    <a:pt x="126" y="134"/>
                    <a:pt x="79" y="129"/>
                  </a:cubicBezTo>
                  <a:cubicBezTo>
                    <a:pt x="33" y="125"/>
                    <a:pt x="0" y="101"/>
                    <a:pt x="22" y="66"/>
                  </a:cubicBezTo>
                  <a:cubicBezTo>
                    <a:pt x="44" y="31"/>
                    <a:pt x="52" y="14"/>
                    <a:pt x="52" y="14"/>
                  </a:cubicBezTo>
                  <a:cubicBezTo>
                    <a:pt x="52" y="14"/>
                    <a:pt x="47" y="29"/>
                    <a:pt x="45" y="43"/>
                  </a:cubicBezTo>
                  <a:close/>
                </a:path>
              </a:pathLst>
            </a:custGeom>
            <a:solidFill>
              <a:srgbClr val="6C191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1063" name="Freeform 935">
              <a:extLst>
                <a:ext uri="{FF2B5EF4-FFF2-40B4-BE49-F238E27FC236}">
                  <a16:creationId xmlns:a16="http://schemas.microsoft.com/office/drawing/2014/main" id="{D7496862-285E-446B-94C8-096F01030D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6" y="3857"/>
              <a:ext cx="210" cy="97"/>
            </a:xfrm>
            <a:custGeom>
              <a:avLst/>
              <a:gdLst>
                <a:gd name="T0" fmla="*/ 793 w 108"/>
                <a:gd name="T1" fmla="*/ 0 h 47"/>
                <a:gd name="T2" fmla="*/ 476 w 108"/>
                <a:gd name="T3" fmla="*/ 388 h 47"/>
                <a:gd name="T4" fmla="*/ 0 w 108"/>
                <a:gd name="T5" fmla="*/ 52 h 47"/>
                <a:gd name="T6" fmla="*/ 303 w 108"/>
                <a:gd name="T7" fmla="*/ 297 h 47"/>
                <a:gd name="T8" fmla="*/ 793 w 108"/>
                <a:gd name="T9" fmla="*/ 0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8" h="47">
                  <a:moveTo>
                    <a:pt x="108" y="0"/>
                  </a:moveTo>
                  <a:cubicBezTo>
                    <a:pt x="103" y="25"/>
                    <a:pt x="91" y="47"/>
                    <a:pt x="65" y="44"/>
                  </a:cubicBezTo>
                  <a:cubicBezTo>
                    <a:pt x="30" y="41"/>
                    <a:pt x="3" y="27"/>
                    <a:pt x="0" y="6"/>
                  </a:cubicBezTo>
                  <a:cubicBezTo>
                    <a:pt x="0" y="6"/>
                    <a:pt x="11" y="28"/>
                    <a:pt x="41" y="34"/>
                  </a:cubicBezTo>
                  <a:cubicBezTo>
                    <a:pt x="70" y="40"/>
                    <a:pt x="93" y="42"/>
                    <a:pt x="108" y="0"/>
                  </a:cubicBezTo>
                  <a:close/>
                </a:path>
              </a:pathLst>
            </a:custGeom>
            <a:solidFill>
              <a:srgbClr val="11100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1064" name="Freeform 936">
              <a:extLst>
                <a:ext uri="{FF2B5EF4-FFF2-40B4-BE49-F238E27FC236}">
                  <a16:creationId xmlns:a16="http://schemas.microsoft.com/office/drawing/2014/main" id="{93585EA2-6D74-4D9E-AA30-7879B032993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7" y="3736"/>
              <a:ext cx="140" cy="89"/>
            </a:xfrm>
            <a:custGeom>
              <a:avLst/>
              <a:gdLst>
                <a:gd name="T0" fmla="*/ 68 w 72"/>
                <a:gd name="T1" fmla="*/ 99 h 43"/>
                <a:gd name="T2" fmla="*/ 529 w 72"/>
                <a:gd name="T3" fmla="*/ 197 h 43"/>
                <a:gd name="T4" fmla="*/ 476 w 72"/>
                <a:gd name="T5" fmla="*/ 381 h 43"/>
                <a:gd name="T6" fmla="*/ 0 w 72"/>
                <a:gd name="T7" fmla="*/ 248 h 43"/>
                <a:gd name="T8" fmla="*/ 68 w 72"/>
                <a:gd name="T9" fmla="*/ 99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2" h="43">
                  <a:moveTo>
                    <a:pt x="9" y="11"/>
                  </a:moveTo>
                  <a:cubicBezTo>
                    <a:pt x="9" y="11"/>
                    <a:pt x="37" y="0"/>
                    <a:pt x="72" y="22"/>
                  </a:cubicBezTo>
                  <a:cubicBezTo>
                    <a:pt x="65" y="43"/>
                    <a:pt x="65" y="43"/>
                    <a:pt x="65" y="43"/>
                  </a:cubicBezTo>
                  <a:cubicBezTo>
                    <a:pt x="65" y="43"/>
                    <a:pt x="26" y="22"/>
                    <a:pt x="0" y="28"/>
                  </a:cubicBezTo>
                  <a:lnTo>
                    <a:pt x="9" y="11"/>
                  </a:lnTo>
                  <a:close/>
                </a:path>
              </a:pathLst>
            </a:custGeom>
            <a:solidFill>
              <a:srgbClr val="49140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1065" name="Freeform 937">
              <a:extLst>
                <a:ext uri="{FF2B5EF4-FFF2-40B4-BE49-F238E27FC236}">
                  <a16:creationId xmlns:a16="http://schemas.microsoft.com/office/drawing/2014/main" id="{B09324A3-4B00-4EA9-B372-BF36E59185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7" y="3732"/>
              <a:ext cx="138" cy="89"/>
            </a:xfrm>
            <a:custGeom>
              <a:avLst/>
              <a:gdLst>
                <a:gd name="T0" fmla="*/ 64 w 71"/>
                <a:gd name="T1" fmla="*/ 99 h 43"/>
                <a:gd name="T2" fmla="*/ 521 w 71"/>
                <a:gd name="T3" fmla="*/ 197 h 43"/>
                <a:gd name="T4" fmla="*/ 468 w 71"/>
                <a:gd name="T5" fmla="*/ 381 h 43"/>
                <a:gd name="T6" fmla="*/ 0 w 71"/>
                <a:gd name="T7" fmla="*/ 248 h 43"/>
                <a:gd name="T8" fmla="*/ 64 w 71"/>
                <a:gd name="T9" fmla="*/ 99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1" h="43">
                  <a:moveTo>
                    <a:pt x="9" y="11"/>
                  </a:moveTo>
                  <a:cubicBezTo>
                    <a:pt x="9" y="11"/>
                    <a:pt x="37" y="0"/>
                    <a:pt x="71" y="22"/>
                  </a:cubicBezTo>
                  <a:cubicBezTo>
                    <a:pt x="64" y="43"/>
                    <a:pt x="64" y="43"/>
                    <a:pt x="64" y="43"/>
                  </a:cubicBezTo>
                  <a:cubicBezTo>
                    <a:pt x="64" y="43"/>
                    <a:pt x="25" y="22"/>
                    <a:pt x="0" y="28"/>
                  </a:cubicBezTo>
                  <a:lnTo>
                    <a:pt x="9" y="11"/>
                  </a:lnTo>
                  <a:close/>
                </a:path>
              </a:pathLst>
            </a:custGeom>
            <a:solidFill>
              <a:srgbClr val="6C191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1066" name="Freeform 938">
              <a:extLst>
                <a:ext uri="{FF2B5EF4-FFF2-40B4-BE49-F238E27FC236}">
                  <a16:creationId xmlns:a16="http://schemas.microsoft.com/office/drawing/2014/main" id="{5EBDD33D-376A-49E2-947A-CD84B0D1EF7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1" y="3848"/>
              <a:ext cx="162" cy="83"/>
            </a:xfrm>
            <a:custGeom>
              <a:avLst/>
              <a:gdLst>
                <a:gd name="T0" fmla="*/ 23 w 83"/>
                <a:gd name="T1" fmla="*/ 232 h 40"/>
                <a:gd name="T2" fmla="*/ 96 w 83"/>
                <a:gd name="T3" fmla="*/ 293 h 40"/>
                <a:gd name="T4" fmla="*/ 187 w 83"/>
                <a:gd name="T5" fmla="*/ 332 h 40"/>
                <a:gd name="T6" fmla="*/ 275 w 83"/>
                <a:gd name="T7" fmla="*/ 349 h 40"/>
                <a:gd name="T8" fmla="*/ 381 w 83"/>
                <a:gd name="T9" fmla="*/ 340 h 40"/>
                <a:gd name="T10" fmla="*/ 541 w 83"/>
                <a:gd name="T11" fmla="*/ 232 h 40"/>
                <a:gd name="T12" fmla="*/ 617 w 83"/>
                <a:gd name="T13" fmla="*/ 44 h 40"/>
                <a:gd name="T14" fmla="*/ 609 w 83"/>
                <a:gd name="T15" fmla="*/ 0 h 40"/>
                <a:gd name="T16" fmla="*/ 587 w 83"/>
                <a:gd name="T17" fmla="*/ 35 h 40"/>
                <a:gd name="T18" fmla="*/ 513 w 83"/>
                <a:gd name="T19" fmla="*/ 141 h 40"/>
                <a:gd name="T20" fmla="*/ 281 w 83"/>
                <a:gd name="T21" fmla="*/ 259 h 40"/>
                <a:gd name="T22" fmla="*/ 187 w 83"/>
                <a:gd name="T23" fmla="*/ 224 h 40"/>
                <a:gd name="T24" fmla="*/ 80 w 83"/>
                <a:gd name="T25" fmla="*/ 168 h 40"/>
                <a:gd name="T26" fmla="*/ 23 w 83"/>
                <a:gd name="T27" fmla="*/ 151 h 40"/>
                <a:gd name="T28" fmla="*/ 8 w 83"/>
                <a:gd name="T29" fmla="*/ 208 h 40"/>
                <a:gd name="T30" fmla="*/ 16 w 83"/>
                <a:gd name="T31" fmla="*/ 232 h 40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83" h="40">
                  <a:moveTo>
                    <a:pt x="3" y="26"/>
                  </a:moveTo>
                  <a:cubicBezTo>
                    <a:pt x="4" y="29"/>
                    <a:pt x="10" y="31"/>
                    <a:pt x="13" y="33"/>
                  </a:cubicBezTo>
                  <a:cubicBezTo>
                    <a:pt x="17" y="35"/>
                    <a:pt x="21" y="36"/>
                    <a:pt x="25" y="37"/>
                  </a:cubicBezTo>
                  <a:cubicBezTo>
                    <a:pt x="29" y="37"/>
                    <a:pt x="33" y="39"/>
                    <a:pt x="37" y="39"/>
                  </a:cubicBezTo>
                  <a:cubicBezTo>
                    <a:pt x="42" y="40"/>
                    <a:pt x="46" y="39"/>
                    <a:pt x="51" y="38"/>
                  </a:cubicBezTo>
                  <a:cubicBezTo>
                    <a:pt x="60" y="36"/>
                    <a:pt x="66" y="33"/>
                    <a:pt x="73" y="26"/>
                  </a:cubicBezTo>
                  <a:cubicBezTo>
                    <a:pt x="79" y="21"/>
                    <a:pt x="82" y="13"/>
                    <a:pt x="83" y="5"/>
                  </a:cubicBezTo>
                  <a:cubicBezTo>
                    <a:pt x="83" y="5"/>
                    <a:pt x="83" y="1"/>
                    <a:pt x="82" y="0"/>
                  </a:cubicBezTo>
                  <a:cubicBezTo>
                    <a:pt x="81" y="0"/>
                    <a:pt x="80" y="3"/>
                    <a:pt x="79" y="4"/>
                  </a:cubicBezTo>
                  <a:cubicBezTo>
                    <a:pt x="76" y="8"/>
                    <a:pt x="73" y="12"/>
                    <a:pt x="69" y="16"/>
                  </a:cubicBezTo>
                  <a:cubicBezTo>
                    <a:pt x="60" y="24"/>
                    <a:pt x="50" y="31"/>
                    <a:pt x="38" y="29"/>
                  </a:cubicBezTo>
                  <a:cubicBezTo>
                    <a:pt x="33" y="29"/>
                    <a:pt x="29" y="27"/>
                    <a:pt x="25" y="25"/>
                  </a:cubicBezTo>
                  <a:cubicBezTo>
                    <a:pt x="21" y="23"/>
                    <a:pt x="16" y="21"/>
                    <a:pt x="11" y="19"/>
                  </a:cubicBezTo>
                  <a:cubicBezTo>
                    <a:pt x="9" y="18"/>
                    <a:pt x="6" y="16"/>
                    <a:pt x="3" y="17"/>
                  </a:cubicBezTo>
                  <a:cubicBezTo>
                    <a:pt x="1" y="18"/>
                    <a:pt x="0" y="21"/>
                    <a:pt x="1" y="23"/>
                  </a:cubicBezTo>
                  <a:cubicBezTo>
                    <a:pt x="1" y="24"/>
                    <a:pt x="2" y="25"/>
                    <a:pt x="2" y="26"/>
                  </a:cubicBezTo>
                </a:path>
              </a:pathLst>
            </a:custGeom>
            <a:solidFill>
              <a:srgbClr val="891D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1067" name="Freeform 939">
              <a:extLst>
                <a:ext uri="{FF2B5EF4-FFF2-40B4-BE49-F238E27FC236}">
                  <a16:creationId xmlns:a16="http://schemas.microsoft.com/office/drawing/2014/main" id="{B6F23934-2899-49C0-A973-0947803AA3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8" y="3782"/>
              <a:ext cx="35" cy="35"/>
            </a:xfrm>
            <a:custGeom>
              <a:avLst/>
              <a:gdLst>
                <a:gd name="T0" fmla="*/ 0 w 18"/>
                <a:gd name="T1" fmla="*/ 105 h 17"/>
                <a:gd name="T2" fmla="*/ 80 w 18"/>
                <a:gd name="T3" fmla="*/ 148 h 17"/>
                <a:gd name="T4" fmla="*/ 132 w 18"/>
                <a:gd name="T5" fmla="*/ 0 h 17"/>
                <a:gd name="T6" fmla="*/ 72 w 18"/>
                <a:gd name="T7" fmla="*/ 124 h 17"/>
                <a:gd name="T8" fmla="*/ 0 w 18"/>
                <a:gd name="T9" fmla="*/ 105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7">
                  <a:moveTo>
                    <a:pt x="0" y="12"/>
                  </a:moveTo>
                  <a:cubicBezTo>
                    <a:pt x="0" y="12"/>
                    <a:pt x="10" y="16"/>
                    <a:pt x="11" y="17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0" y="14"/>
                    <a:pt x="10" y="14"/>
                    <a:pt x="10" y="14"/>
                  </a:cubicBezTo>
                  <a:lnTo>
                    <a:pt x="0" y="12"/>
                  </a:lnTo>
                  <a:close/>
                </a:path>
              </a:pathLst>
            </a:custGeom>
            <a:solidFill>
              <a:srgbClr val="8E2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1068" name="Freeform 940">
              <a:extLst>
                <a:ext uri="{FF2B5EF4-FFF2-40B4-BE49-F238E27FC236}">
                  <a16:creationId xmlns:a16="http://schemas.microsoft.com/office/drawing/2014/main" id="{88065F24-F202-4B59-BDDE-B37E2BDB9C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0" y="3757"/>
              <a:ext cx="9" cy="29"/>
            </a:xfrm>
            <a:custGeom>
              <a:avLst/>
              <a:gdLst>
                <a:gd name="T0" fmla="*/ 0 w 5"/>
                <a:gd name="T1" fmla="*/ 124 h 14"/>
                <a:gd name="T2" fmla="*/ 16 w 5"/>
                <a:gd name="T3" fmla="*/ 64 h 14"/>
                <a:gd name="T4" fmla="*/ 29 w 5"/>
                <a:gd name="T5" fmla="*/ 0 h 14"/>
                <a:gd name="T6" fmla="*/ 16 w 5"/>
                <a:gd name="T7" fmla="*/ 81 h 14"/>
                <a:gd name="T8" fmla="*/ 0 w 5"/>
                <a:gd name="T9" fmla="*/ 124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14">
                  <a:moveTo>
                    <a:pt x="0" y="14"/>
                  </a:moveTo>
                  <a:cubicBezTo>
                    <a:pt x="1" y="12"/>
                    <a:pt x="2" y="9"/>
                    <a:pt x="3" y="7"/>
                  </a:cubicBezTo>
                  <a:cubicBezTo>
                    <a:pt x="3" y="4"/>
                    <a:pt x="4" y="2"/>
                    <a:pt x="5" y="0"/>
                  </a:cubicBezTo>
                  <a:cubicBezTo>
                    <a:pt x="5" y="2"/>
                    <a:pt x="4" y="7"/>
                    <a:pt x="3" y="9"/>
                  </a:cubicBezTo>
                  <a:cubicBezTo>
                    <a:pt x="2" y="11"/>
                    <a:pt x="1" y="13"/>
                    <a:pt x="0" y="14"/>
                  </a:cubicBezTo>
                </a:path>
              </a:pathLst>
            </a:custGeom>
            <a:solidFill>
              <a:srgbClr val="B73B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1069" name="Freeform 941">
              <a:extLst>
                <a:ext uri="{FF2B5EF4-FFF2-40B4-BE49-F238E27FC236}">
                  <a16:creationId xmlns:a16="http://schemas.microsoft.com/office/drawing/2014/main" id="{07B04338-FE51-4A89-987F-1A68E8E5128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7" y="3757"/>
              <a:ext cx="17" cy="12"/>
            </a:xfrm>
            <a:custGeom>
              <a:avLst/>
              <a:gdLst>
                <a:gd name="T0" fmla="*/ 8 w 9"/>
                <a:gd name="T1" fmla="*/ 16 h 6"/>
                <a:gd name="T2" fmla="*/ 60 w 9"/>
                <a:gd name="T3" fmla="*/ 8 h 6"/>
                <a:gd name="T4" fmla="*/ 21 w 9"/>
                <a:gd name="T5" fmla="*/ 16 h 6"/>
                <a:gd name="T6" fmla="*/ 0 w 9"/>
                <a:gd name="T7" fmla="*/ 48 h 6"/>
                <a:gd name="T8" fmla="*/ 8 w 9"/>
                <a:gd name="T9" fmla="*/ 16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6">
                  <a:moveTo>
                    <a:pt x="1" y="2"/>
                  </a:moveTo>
                  <a:cubicBezTo>
                    <a:pt x="2" y="0"/>
                    <a:pt x="7" y="1"/>
                    <a:pt x="9" y="1"/>
                  </a:cubicBezTo>
                  <a:cubicBezTo>
                    <a:pt x="7" y="1"/>
                    <a:pt x="5" y="1"/>
                    <a:pt x="3" y="2"/>
                  </a:cubicBezTo>
                  <a:cubicBezTo>
                    <a:pt x="1" y="2"/>
                    <a:pt x="1" y="4"/>
                    <a:pt x="0" y="6"/>
                  </a:cubicBezTo>
                  <a:cubicBezTo>
                    <a:pt x="0" y="5"/>
                    <a:pt x="0" y="3"/>
                    <a:pt x="1" y="2"/>
                  </a:cubicBezTo>
                </a:path>
              </a:pathLst>
            </a:custGeom>
            <a:solidFill>
              <a:srgbClr val="B73B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1070" name="Freeform 942">
              <a:extLst>
                <a:ext uri="{FF2B5EF4-FFF2-40B4-BE49-F238E27FC236}">
                  <a16:creationId xmlns:a16="http://schemas.microsoft.com/office/drawing/2014/main" id="{93677568-3DE9-45A6-B264-05742E55B49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1" y="3767"/>
              <a:ext cx="8" cy="9"/>
            </a:xfrm>
            <a:custGeom>
              <a:avLst/>
              <a:gdLst>
                <a:gd name="T0" fmla="*/ 16 w 4"/>
                <a:gd name="T1" fmla="*/ 11 h 4"/>
                <a:gd name="T2" fmla="*/ 8 w 4"/>
                <a:gd name="T3" fmla="*/ 11 h 4"/>
                <a:gd name="T4" fmla="*/ 24 w 4"/>
                <a:gd name="T5" fmla="*/ 36 h 4"/>
                <a:gd name="T6" fmla="*/ 8 w 4"/>
                <a:gd name="T7" fmla="*/ 11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4">
                  <a:moveTo>
                    <a:pt x="2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0" y="2"/>
                    <a:pt x="1" y="4"/>
                    <a:pt x="3" y="3"/>
                  </a:cubicBezTo>
                  <a:cubicBezTo>
                    <a:pt x="4" y="2"/>
                    <a:pt x="2" y="0"/>
                    <a:pt x="1" y="1"/>
                  </a:cubicBezTo>
                </a:path>
              </a:pathLst>
            </a:custGeom>
            <a:solidFill>
              <a:srgbClr val="B73B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1071" name="Freeform 943">
              <a:extLst>
                <a:ext uri="{FF2B5EF4-FFF2-40B4-BE49-F238E27FC236}">
                  <a16:creationId xmlns:a16="http://schemas.microsoft.com/office/drawing/2014/main" id="{D705FA4B-002E-42BC-8217-07F09E0CD0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3" y="3771"/>
              <a:ext cx="4" cy="7"/>
            </a:xfrm>
            <a:custGeom>
              <a:avLst/>
              <a:gdLst>
                <a:gd name="T0" fmla="*/ 0 w 2"/>
                <a:gd name="T1" fmla="*/ 12 h 3"/>
                <a:gd name="T2" fmla="*/ 16 w 2"/>
                <a:gd name="T3" fmla="*/ 12 h 3"/>
                <a:gd name="T4" fmla="*/ 0 w 2"/>
                <a:gd name="T5" fmla="*/ 0 h 3"/>
                <a:gd name="T6" fmla="*/ 0 w 2"/>
                <a:gd name="T7" fmla="*/ 12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3">
                  <a:moveTo>
                    <a:pt x="0" y="1"/>
                  </a:moveTo>
                  <a:cubicBezTo>
                    <a:pt x="0" y="2"/>
                    <a:pt x="2" y="3"/>
                    <a:pt x="2" y="1"/>
                  </a:cubicBezTo>
                  <a:cubicBezTo>
                    <a:pt x="2" y="0"/>
                    <a:pt x="1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</a:path>
              </a:pathLst>
            </a:custGeom>
            <a:solidFill>
              <a:srgbClr val="B73B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1072" name="Freeform 944">
              <a:extLst>
                <a:ext uri="{FF2B5EF4-FFF2-40B4-BE49-F238E27FC236}">
                  <a16:creationId xmlns:a16="http://schemas.microsoft.com/office/drawing/2014/main" id="{C8AED051-BD0B-4E33-9CA3-27411354CF4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1" y="3774"/>
              <a:ext cx="8" cy="8"/>
            </a:xfrm>
            <a:custGeom>
              <a:avLst/>
              <a:gdLst>
                <a:gd name="T0" fmla="*/ 16 w 4"/>
                <a:gd name="T1" fmla="*/ 16 h 4"/>
                <a:gd name="T2" fmla="*/ 16 w 4"/>
                <a:gd name="T3" fmla="*/ 8 h 4"/>
                <a:gd name="T4" fmla="*/ 16 w 4"/>
                <a:gd name="T5" fmla="*/ 16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2" y="2"/>
                  </a:moveTo>
                  <a:cubicBezTo>
                    <a:pt x="3" y="4"/>
                    <a:pt x="4" y="2"/>
                    <a:pt x="2" y="1"/>
                  </a:cubicBezTo>
                  <a:cubicBezTo>
                    <a:pt x="1" y="0"/>
                    <a:pt x="0" y="3"/>
                    <a:pt x="2" y="2"/>
                  </a:cubicBezTo>
                </a:path>
              </a:pathLst>
            </a:custGeom>
            <a:solidFill>
              <a:srgbClr val="B73B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1073" name="Freeform 945">
              <a:extLst>
                <a:ext uri="{FF2B5EF4-FFF2-40B4-BE49-F238E27FC236}">
                  <a16:creationId xmlns:a16="http://schemas.microsoft.com/office/drawing/2014/main" id="{DAE55AF2-6E05-4F9C-A650-CCD49BD899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7" y="3680"/>
              <a:ext cx="245" cy="278"/>
            </a:xfrm>
            <a:custGeom>
              <a:avLst/>
              <a:gdLst>
                <a:gd name="T0" fmla="*/ 764 w 126"/>
                <a:gd name="T1" fmla="*/ 400 h 134"/>
                <a:gd name="T2" fmla="*/ 865 w 126"/>
                <a:gd name="T3" fmla="*/ 0 h 134"/>
                <a:gd name="T4" fmla="*/ 926 w 126"/>
                <a:gd name="T5" fmla="*/ 324 h 134"/>
                <a:gd name="T6" fmla="*/ 581 w 126"/>
                <a:gd name="T7" fmla="*/ 1153 h 134"/>
                <a:gd name="T8" fmla="*/ 163 w 126"/>
                <a:gd name="T9" fmla="*/ 589 h 134"/>
                <a:gd name="T10" fmla="*/ 381 w 126"/>
                <a:gd name="T11" fmla="*/ 124 h 134"/>
                <a:gd name="T12" fmla="*/ 344 w 126"/>
                <a:gd name="T13" fmla="*/ 305 h 13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6" h="134">
                  <a:moveTo>
                    <a:pt x="104" y="45"/>
                  </a:moveTo>
                  <a:cubicBezTo>
                    <a:pt x="109" y="38"/>
                    <a:pt x="118" y="22"/>
                    <a:pt x="118" y="0"/>
                  </a:cubicBezTo>
                  <a:cubicBezTo>
                    <a:pt x="118" y="0"/>
                    <a:pt x="126" y="8"/>
                    <a:pt x="126" y="36"/>
                  </a:cubicBezTo>
                  <a:cubicBezTo>
                    <a:pt x="126" y="64"/>
                    <a:pt x="126" y="134"/>
                    <a:pt x="79" y="129"/>
                  </a:cubicBezTo>
                  <a:cubicBezTo>
                    <a:pt x="33" y="125"/>
                    <a:pt x="0" y="101"/>
                    <a:pt x="22" y="66"/>
                  </a:cubicBezTo>
                  <a:cubicBezTo>
                    <a:pt x="44" y="31"/>
                    <a:pt x="52" y="14"/>
                    <a:pt x="52" y="14"/>
                  </a:cubicBezTo>
                  <a:cubicBezTo>
                    <a:pt x="52" y="14"/>
                    <a:pt x="49" y="23"/>
                    <a:pt x="47" y="34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1074" name="Freeform 946">
              <a:extLst>
                <a:ext uri="{FF2B5EF4-FFF2-40B4-BE49-F238E27FC236}">
                  <a16:creationId xmlns:a16="http://schemas.microsoft.com/office/drawing/2014/main" id="{96F03C54-6C3B-4676-909D-D02D01A3E7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7" y="3732"/>
              <a:ext cx="138" cy="89"/>
            </a:xfrm>
            <a:custGeom>
              <a:avLst/>
              <a:gdLst>
                <a:gd name="T0" fmla="*/ 64 w 71"/>
                <a:gd name="T1" fmla="*/ 99 h 43"/>
                <a:gd name="T2" fmla="*/ 521 w 71"/>
                <a:gd name="T3" fmla="*/ 197 h 43"/>
                <a:gd name="T4" fmla="*/ 468 w 71"/>
                <a:gd name="T5" fmla="*/ 381 h 43"/>
                <a:gd name="T6" fmla="*/ 0 w 71"/>
                <a:gd name="T7" fmla="*/ 248 h 43"/>
                <a:gd name="T8" fmla="*/ 64 w 71"/>
                <a:gd name="T9" fmla="*/ 99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1" h="43">
                  <a:moveTo>
                    <a:pt x="9" y="11"/>
                  </a:moveTo>
                  <a:cubicBezTo>
                    <a:pt x="9" y="11"/>
                    <a:pt x="37" y="0"/>
                    <a:pt x="71" y="22"/>
                  </a:cubicBezTo>
                  <a:cubicBezTo>
                    <a:pt x="64" y="43"/>
                    <a:pt x="64" y="43"/>
                    <a:pt x="64" y="43"/>
                  </a:cubicBezTo>
                  <a:cubicBezTo>
                    <a:pt x="64" y="43"/>
                    <a:pt x="25" y="22"/>
                    <a:pt x="0" y="28"/>
                  </a:cubicBezTo>
                  <a:lnTo>
                    <a:pt x="9" y="11"/>
                  </a:lnTo>
                  <a:close/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1075" name="Freeform 947">
              <a:extLst>
                <a:ext uri="{FF2B5EF4-FFF2-40B4-BE49-F238E27FC236}">
                  <a16:creationId xmlns:a16="http://schemas.microsoft.com/office/drawing/2014/main" id="{67B0348C-576D-4512-884E-DE82DC76277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811" y="3747"/>
              <a:ext cx="56" cy="49"/>
            </a:xfrm>
            <a:custGeom>
              <a:avLst/>
              <a:gdLst>
                <a:gd name="T0" fmla="*/ 180 w 29"/>
                <a:gd name="T1" fmla="*/ 8 h 24"/>
                <a:gd name="T2" fmla="*/ 79 w 29"/>
                <a:gd name="T3" fmla="*/ 0 h 24"/>
                <a:gd name="T4" fmla="*/ 37 w 29"/>
                <a:gd name="T5" fmla="*/ 33 h 24"/>
                <a:gd name="T6" fmla="*/ 8 w 29"/>
                <a:gd name="T7" fmla="*/ 155 h 24"/>
                <a:gd name="T8" fmla="*/ 29 w 29"/>
                <a:gd name="T9" fmla="*/ 196 h 24"/>
                <a:gd name="T10" fmla="*/ 137 w 29"/>
                <a:gd name="T11" fmla="*/ 204 h 24"/>
                <a:gd name="T12" fmla="*/ 172 w 29"/>
                <a:gd name="T13" fmla="*/ 172 h 24"/>
                <a:gd name="T14" fmla="*/ 209 w 29"/>
                <a:gd name="T15" fmla="*/ 41 h 24"/>
                <a:gd name="T16" fmla="*/ 180 w 29"/>
                <a:gd name="T17" fmla="*/ 8 h 24"/>
                <a:gd name="T18" fmla="*/ 172 w 29"/>
                <a:gd name="T19" fmla="*/ 59 h 24"/>
                <a:gd name="T20" fmla="*/ 153 w 29"/>
                <a:gd name="T21" fmla="*/ 145 h 24"/>
                <a:gd name="T22" fmla="*/ 124 w 29"/>
                <a:gd name="T23" fmla="*/ 172 h 24"/>
                <a:gd name="T24" fmla="*/ 56 w 29"/>
                <a:gd name="T25" fmla="*/ 163 h 24"/>
                <a:gd name="T26" fmla="*/ 44 w 29"/>
                <a:gd name="T27" fmla="*/ 137 h 24"/>
                <a:gd name="T28" fmla="*/ 56 w 29"/>
                <a:gd name="T29" fmla="*/ 51 h 24"/>
                <a:gd name="T30" fmla="*/ 85 w 29"/>
                <a:gd name="T31" fmla="*/ 33 h 24"/>
                <a:gd name="T32" fmla="*/ 156 w 29"/>
                <a:gd name="T33" fmla="*/ 41 h 24"/>
                <a:gd name="T34" fmla="*/ 172 w 29"/>
                <a:gd name="T35" fmla="*/ 59 h 24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29" h="24">
                  <a:moveTo>
                    <a:pt x="25" y="1"/>
                  </a:moveTo>
                  <a:cubicBezTo>
                    <a:pt x="11" y="0"/>
                    <a:pt x="11" y="0"/>
                    <a:pt x="11" y="0"/>
                  </a:cubicBezTo>
                  <a:cubicBezTo>
                    <a:pt x="8" y="0"/>
                    <a:pt x="6" y="1"/>
                    <a:pt x="5" y="4"/>
                  </a:cubicBezTo>
                  <a:cubicBezTo>
                    <a:pt x="1" y="18"/>
                    <a:pt x="1" y="18"/>
                    <a:pt x="1" y="18"/>
                  </a:cubicBezTo>
                  <a:cubicBezTo>
                    <a:pt x="0" y="21"/>
                    <a:pt x="2" y="23"/>
                    <a:pt x="4" y="23"/>
                  </a:cubicBezTo>
                  <a:cubicBezTo>
                    <a:pt x="19" y="24"/>
                    <a:pt x="19" y="24"/>
                    <a:pt x="19" y="24"/>
                  </a:cubicBezTo>
                  <a:cubicBezTo>
                    <a:pt x="21" y="24"/>
                    <a:pt x="24" y="22"/>
                    <a:pt x="24" y="20"/>
                  </a:cubicBezTo>
                  <a:cubicBezTo>
                    <a:pt x="29" y="5"/>
                    <a:pt x="29" y="5"/>
                    <a:pt x="29" y="5"/>
                  </a:cubicBezTo>
                  <a:cubicBezTo>
                    <a:pt x="29" y="3"/>
                    <a:pt x="28" y="1"/>
                    <a:pt x="25" y="1"/>
                  </a:cubicBezTo>
                  <a:close/>
                  <a:moveTo>
                    <a:pt x="24" y="7"/>
                  </a:moveTo>
                  <a:cubicBezTo>
                    <a:pt x="21" y="17"/>
                    <a:pt x="21" y="17"/>
                    <a:pt x="21" y="17"/>
                  </a:cubicBezTo>
                  <a:cubicBezTo>
                    <a:pt x="21" y="19"/>
                    <a:pt x="19" y="20"/>
                    <a:pt x="17" y="20"/>
                  </a:cubicBezTo>
                  <a:cubicBezTo>
                    <a:pt x="8" y="19"/>
                    <a:pt x="8" y="19"/>
                    <a:pt x="8" y="19"/>
                  </a:cubicBezTo>
                  <a:cubicBezTo>
                    <a:pt x="6" y="19"/>
                    <a:pt x="5" y="18"/>
                    <a:pt x="6" y="16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9" y="5"/>
                    <a:pt x="10" y="4"/>
                    <a:pt x="12" y="4"/>
                  </a:cubicBezTo>
                  <a:cubicBezTo>
                    <a:pt x="22" y="5"/>
                    <a:pt x="22" y="5"/>
                    <a:pt x="22" y="5"/>
                  </a:cubicBezTo>
                  <a:cubicBezTo>
                    <a:pt x="23" y="5"/>
                    <a:pt x="24" y="6"/>
                    <a:pt x="24" y="7"/>
                  </a:cubicBezTo>
                  <a:close/>
                </a:path>
              </a:pathLst>
            </a:custGeom>
            <a:solidFill>
              <a:srgbClr val="11100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1076" name="Freeform 948">
              <a:extLst>
                <a:ext uri="{FF2B5EF4-FFF2-40B4-BE49-F238E27FC236}">
                  <a16:creationId xmlns:a16="http://schemas.microsoft.com/office/drawing/2014/main" id="{2DD2DDFF-AEC2-423B-B2D1-631AFB7931E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4" y="3767"/>
              <a:ext cx="12" cy="7"/>
            </a:xfrm>
            <a:custGeom>
              <a:avLst/>
              <a:gdLst>
                <a:gd name="T0" fmla="*/ 48 w 6"/>
                <a:gd name="T1" fmla="*/ 37 h 3"/>
                <a:gd name="T2" fmla="*/ 0 w 6"/>
                <a:gd name="T3" fmla="*/ 0 h 3"/>
                <a:gd name="T4" fmla="*/ 24 w 6"/>
                <a:gd name="T5" fmla="*/ 0 h 3"/>
                <a:gd name="T6" fmla="*/ 48 w 6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3">
                  <a:moveTo>
                    <a:pt x="6" y="3"/>
                  </a:moveTo>
                  <a:cubicBezTo>
                    <a:pt x="4" y="3"/>
                    <a:pt x="2" y="2"/>
                    <a:pt x="0" y="0"/>
                  </a:cubicBezTo>
                  <a:cubicBezTo>
                    <a:pt x="1" y="0"/>
                    <a:pt x="2" y="0"/>
                    <a:pt x="3" y="0"/>
                  </a:cubicBezTo>
                  <a:cubicBezTo>
                    <a:pt x="4" y="0"/>
                    <a:pt x="6" y="0"/>
                    <a:pt x="6" y="0"/>
                  </a:cubicBezTo>
                </a:path>
              </a:pathLst>
            </a:custGeom>
            <a:solidFill>
              <a:srgbClr val="11100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1077" name="Freeform 949">
              <a:extLst>
                <a:ext uri="{FF2B5EF4-FFF2-40B4-BE49-F238E27FC236}">
                  <a16:creationId xmlns:a16="http://schemas.microsoft.com/office/drawing/2014/main" id="{D0B987AB-8DDB-4CF4-BFBE-82C834300F1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8" y="3682"/>
              <a:ext cx="247" cy="276"/>
            </a:xfrm>
            <a:custGeom>
              <a:avLst/>
              <a:gdLst>
                <a:gd name="T0" fmla="*/ 597 w 127"/>
                <a:gd name="T1" fmla="*/ 376 h 133"/>
                <a:gd name="T2" fmla="*/ 597 w 127"/>
                <a:gd name="T3" fmla="*/ 376 h 133"/>
                <a:gd name="T4" fmla="*/ 193 w 127"/>
                <a:gd name="T5" fmla="*/ 432 h 133"/>
                <a:gd name="T6" fmla="*/ 68 w 127"/>
                <a:gd name="T7" fmla="*/ 0 h 133"/>
                <a:gd name="T8" fmla="*/ 8 w 127"/>
                <a:gd name="T9" fmla="*/ 324 h 133"/>
                <a:gd name="T10" fmla="*/ 344 w 127"/>
                <a:gd name="T11" fmla="*/ 1154 h 133"/>
                <a:gd name="T12" fmla="*/ 772 w 127"/>
                <a:gd name="T13" fmla="*/ 589 h 133"/>
                <a:gd name="T14" fmla="*/ 545 w 127"/>
                <a:gd name="T15" fmla="*/ 125 h 133"/>
                <a:gd name="T16" fmla="*/ 597 w 127"/>
                <a:gd name="T17" fmla="*/ 376 h 13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7" h="133">
                  <a:moveTo>
                    <a:pt x="81" y="42"/>
                  </a:moveTo>
                  <a:cubicBezTo>
                    <a:pt x="81" y="42"/>
                    <a:pt x="81" y="42"/>
                    <a:pt x="81" y="42"/>
                  </a:cubicBezTo>
                  <a:cubicBezTo>
                    <a:pt x="77" y="41"/>
                    <a:pt x="46" y="32"/>
                    <a:pt x="26" y="48"/>
                  </a:cubicBezTo>
                  <a:cubicBezTo>
                    <a:pt x="26" y="48"/>
                    <a:pt x="9" y="29"/>
                    <a:pt x="9" y="0"/>
                  </a:cubicBezTo>
                  <a:cubicBezTo>
                    <a:pt x="9" y="0"/>
                    <a:pt x="0" y="8"/>
                    <a:pt x="1" y="36"/>
                  </a:cubicBezTo>
                  <a:cubicBezTo>
                    <a:pt x="1" y="64"/>
                    <a:pt x="1" y="133"/>
                    <a:pt x="47" y="129"/>
                  </a:cubicBezTo>
                  <a:cubicBezTo>
                    <a:pt x="94" y="124"/>
                    <a:pt x="127" y="101"/>
                    <a:pt x="105" y="66"/>
                  </a:cubicBezTo>
                  <a:cubicBezTo>
                    <a:pt x="83" y="30"/>
                    <a:pt x="74" y="14"/>
                    <a:pt x="74" y="14"/>
                  </a:cubicBezTo>
                  <a:cubicBezTo>
                    <a:pt x="74" y="14"/>
                    <a:pt x="79" y="29"/>
                    <a:pt x="81" y="42"/>
                  </a:cubicBezTo>
                  <a:close/>
                </a:path>
              </a:pathLst>
            </a:custGeom>
            <a:solidFill>
              <a:srgbClr val="6C191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1078" name="Freeform 950">
              <a:extLst>
                <a:ext uri="{FF2B5EF4-FFF2-40B4-BE49-F238E27FC236}">
                  <a16:creationId xmlns:a16="http://schemas.microsoft.com/office/drawing/2014/main" id="{9A3D071C-E0CF-42C3-A732-4341A39A33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6" y="3859"/>
              <a:ext cx="208" cy="97"/>
            </a:xfrm>
            <a:custGeom>
              <a:avLst/>
              <a:gdLst>
                <a:gd name="T0" fmla="*/ 0 w 107"/>
                <a:gd name="T1" fmla="*/ 0 h 47"/>
                <a:gd name="T2" fmla="*/ 317 w 107"/>
                <a:gd name="T3" fmla="*/ 388 h 47"/>
                <a:gd name="T4" fmla="*/ 785 w 107"/>
                <a:gd name="T5" fmla="*/ 43 h 47"/>
                <a:gd name="T6" fmla="*/ 492 w 107"/>
                <a:gd name="T7" fmla="*/ 297 h 47"/>
                <a:gd name="T8" fmla="*/ 0 w 107"/>
                <a:gd name="T9" fmla="*/ 0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7" h="47">
                  <a:moveTo>
                    <a:pt x="0" y="0"/>
                  </a:moveTo>
                  <a:cubicBezTo>
                    <a:pt x="5" y="24"/>
                    <a:pt x="16" y="47"/>
                    <a:pt x="43" y="44"/>
                  </a:cubicBezTo>
                  <a:cubicBezTo>
                    <a:pt x="78" y="41"/>
                    <a:pt x="105" y="27"/>
                    <a:pt x="107" y="5"/>
                  </a:cubicBezTo>
                  <a:cubicBezTo>
                    <a:pt x="107" y="5"/>
                    <a:pt x="97" y="27"/>
                    <a:pt x="67" y="34"/>
                  </a:cubicBezTo>
                  <a:cubicBezTo>
                    <a:pt x="37" y="40"/>
                    <a:pt x="15" y="42"/>
                    <a:pt x="0" y="0"/>
                  </a:cubicBezTo>
                  <a:close/>
                </a:path>
              </a:pathLst>
            </a:custGeom>
            <a:solidFill>
              <a:srgbClr val="11100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1079" name="Freeform 951">
              <a:extLst>
                <a:ext uri="{FF2B5EF4-FFF2-40B4-BE49-F238E27FC236}">
                  <a16:creationId xmlns:a16="http://schemas.microsoft.com/office/drawing/2014/main" id="{BB4853DE-46BC-4B4D-9F49-FCB78B90BD0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5" y="3738"/>
              <a:ext cx="138" cy="87"/>
            </a:xfrm>
            <a:custGeom>
              <a:avLst/>
              <a:gdLst>
                <a:gd name="T0" fmla="*/ 457 w 71"/>
                <a:gd name="T1" fmla="*/ 91 h 42"/>
                <a:gd name="T2" fmla="*/ 0 w 71"/>
                <a:gd name="T3" fmla="*/ 189 h 42"/>
                <a:gd name="T4" fmla="*/ 52 w 71"/>
                <a:gd name="T5" fmla="*/ 373 h 42"/>
                <a:gd name="T6" fmla="*/ 521 w 71"/>
                <a:gd name="T7" fmla="*/ 249 h 42"/>
                <a:gd name="T8" fmla="*/ 457 w 71"/>
                <a:gd name="T9" fmla="*/ 91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1" h="42">
                  <a:moveTo>
                    <a:pt x="62" y="10"/>
                  </a:moveTo>
                  <a:cubicBezTo>
                    <a:pt x="62" y="10"/>
                    <a:pt x="34" y="0"/>
                    <a:pt x="0" y="21"/>
                  </a:cubicBezTo>
                  <a:cubicBezTo>
                    <a:pt x="7" y="42"/>
                    <a:pt x="7" y="42"/>
                    <a:pt x="7" y="42"/>
                  </a:cubicBezTo>
                  <a:cubicBezTo>
                    <a:pt x="7" y="42"/>
                    <a:pt x="46" y="21"/>
                    <a:pt x="71" y="28"/>
                  </a:cubicBezTo>
                  <a:lnTo>
                    <a:pt x="62" y="10"/>
                  </a:lnTo>
                  <a:close/>
                </a:path>
              </a:pathLst>
            </a:custGeom>
            <a:solidFill>
              <a:srgbClr val="49140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1080" name="Freeform 952">
              <a:extLst>
                <a:ext uri="{FF2B5EF4-FFF2-40B4-BE49-F238E27FC236}">
                  <a16:creationId xmlns:a16="http://schemas.microsoft.com/office/drawing/2014/main" id="{225CDB43-EB4E-4A33-A146-1C4B9EB9CA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5" y="3732"/>
              <a:ext cx="140" cy="89"/>
            </a:xfrm>
            <a:custGeom>
              <a:avLst/>
              <a:gdLst>
                <a:gd name="T0" fmla="*/ 465 w 72"/>
                <a:gd name="T1" fmla="*/ 99 h 43"/>
                <a:gd name="T2" fmla="*/ 0 w 72"/>
                <a:gd name="T3" fmla="*/ 197 h 43"/>
                <a:gd name="T4" fmla="*/ 53 w 72"/>
                <a:gd name="T5" fmla="*/ 381 h 43"/>
                <a:gd name="T6" fmla="*/ 529 w 72"/>
                <a:gd name="T7" fmla="*/ 248 h 43"/>
                <a:gd name="T8" fmla="*/ 465 w 72"/>
                <a:gd name="T9" fmla="*/ 99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2" h="43">
                  <a:moveTo>
                    <a:pt x="63" y="11"/>
                  </a:moveTo>
                  <a:cubicBezTo>
                    <a:pt x="63" y="11"/>
                    <a:pt x="35" y="0"/>
                    <a:pt x="0" y="22"/>
                  </a:cubicBezTo>
                  <a:cubicBezTo>
                    <a:pt x="7" y="43"/>
                    <a:pt x="7" y="43"/>
                    <a:pt x="7" y="43"/>
                  </a:cubicBezTo>
                  <a:cubicBezTo>
                    <a:pt x="7" y="43"/>
                    <a:pt x="46" y="22"/>
                    <a:pt x="72" y="28"/>
                  </a:cubicBezTo>
                  <a:lnTo>
                    <a:pt x="63" y="11"/>
                  </a:lnTo>
                  <a:close/>
                </a:path>
              </a:pathLst>
            </a:custGeom>
            <a:solidFill>
              <a:srgbClr val="6C191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1081" name="Freeform 953">
              <a:extLst>
                <a:ext uri="{FF2B5EF4-FFF2-40B4-BE49-F238E27FC236}">
                  <a16:creationId xmlns:a16="http://schemas.microsoft.com/office/drawing/2014/main" id="{50099186-39F7-42C3-9FF4-9C818F5FB3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8" y="3848"/>
              <a:ext cx="161" cy="83"/>
            </a:xfrm>
            <a:custGeom>
              <a:avLst/>
              <a:gdLst>
                <a:gd name="T0" fmla="*/ 592 w 83"/>
                <a:gd name="T1" fmla="*/ 232 h 40"/>
                <a:gd name="T2" fmla="*/ 520 w 83"/>
                <a:gd name="T3" fmla="*/ 293 h 40"/>
                <a:gd name="T4" fmla="*/ 425 w 83"/>
                <a:gd name="T5" fmla="*/ 332 h 40"/>
                <a:gd name="T6" fmla="*/ 336 w 83"/>
                <a:gd name="T7" fmla="*/ 357 h 40"/>
                <a:gd name="T8" fmla="*/ 241 w 83"/>
                <a:gd name="T9" fmla="*/ 349 h 40"/>
                <a:gd name="T10" fmla="*/ 80 w 83"/>
                <a:gd name="T11" fmla="*/ 241 h 40"/>
                <a:gd name="T12" fmla="*/ 8 w 83"/>
                <a:gd name="T13" fmla="*/ 52 h 40"/>
                <a:gd name="T14" fmla="*/ 8 w 83"/>
                <a:gd name="T15" fmla="*/ 8 h 40"/>
                <a:gd name="T16" fmla="*/ 31 w 83"/>
                <a:gd name="T17" fmla="*/ 35 h 40"/>
                <a:gd name="T18" fmla="*/ 101 w 83"/>
                <a:gd name="T19" fmla="*/ 141 h 40"/>
                <a:gd name="T20" fmla="*/ 336 w 83"/>
                <a:gd name="T21" fmla="*/ 268 h 40"/>
                <a:gd name="T22" fmla="*/ 425 w 83"/>
                <a:gd name="T23" fmla="*/ 224 h 40"/>
                <a:gd name="T24" fmla="*/ 533 w 83"/>
                <a:gd name="T25" fmla="*/ 181 h 40"/>
                <a:gd name="T26" fmla="*/ 584 w 83"/>
                <a:gd name="T27" fmla="*/ 160 h 40"/>
                <a:gd name="T28" fmla="*/ 605 w 83"/>
                <a:gd name="T29" fmla="*/ 216 h 40"/>
                <a:gd name="T30" fmla="*/ 592 w 83"/>
                <a:gd name="T31" fmla="*/ 241 h 40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83" h="40">
                  <a:moveTo>
                    <a:pt x="81" y="26"/>
                  </a:moveTo>
                  <a:cubicBezTo>
                    <a:pt x="79" y="30"/>
                    <a:pt x="74" y="32"/>
                    <a:pt x="71" y="33"/>
                  </a:cubicBezTo>
                  <a:cubicBezTo>
                    <a:pt x="67" y="35"/>
                    <a:pt x="63" y="36"/>
                    <a:pt x="58" y="37"/>
                  </a:cubicBezTo>
                  <a:cubicBezTo>
                    <a:pt x="54" y="38"/>
                    <a:pt x="50" y="39"/>
                    <a:pt x="46" y="40"/>
                  </a:cubicBezTo>
                  <a:cubicBezTo>
                    <a:pt x="42" y="40"/>
                    <a:pt x="37" y="39"/>
                    <a:pt x="33" y="39"/>
                  </a:cubicBezTo>
                  <a:cubicBezTo>
                    <a:pt x="24" y="37"/>
                    <a:pt x="17" y="33"/>
                    <a:pt x="11" y="27"/>
                  </a:cubicBezTo>
                  <a:cubicBezTo>
                    <a:pt x="5" y="22"/>
                    <a:pt x="2" y="14"/>
                    <a:pt x="1" y="6"/>
                  </a:cubicBezTo>
                  <a:cubicBezTo>
                    <a:pt x="1" y="5"/>
                    <a:pt x="0" y="1"/>
                    <a:pt x="1" y="1"/>
                  </a:cubicBezTo>
                  <a:cubicBezTo>
                    <a:pt x="2" y="0"/>
                    <a:pt x="4" y="3"/>
                    <a:pt x="4" y="4"/>
                  </a:cubicBezTo>
                  <a:cubicBezTo>
                    <a:pt x="7" y="9"/>
                    <a:pt x="10" y="13"/>
                    <a:pt x="14" y="16"/>
                  </a:cubicBezTo>
                  <a:cubicBezTo>
                    <a:pt x="24" y="24"/>
                    <a:pt x="33" y="31"/>
                    <a:pt x="46" y="30"/>
                  </a:cubicBezTo>
                  <a:cubicBezTo>
                    <a:pt x="50" y="29"/>
                    <a:pt x="54" y="27"/>
                    <a:pt x="58" y="25"/>
                  </a:cubicBezTo>
                  <a:cubicBezTo>
                    <a:pt x="63" y="23"/>
                    <a:pt x="68" y="22"/>
                    <a:pt x="73" y="20"/>
                  </a:cubicBezTo>
                  <a:cubicBezTo>
                    <a:pt x="75" y="19"/>
                    <a:pt x="78" y="17"/>
                    <a:pt x="80" y="18"/>
                  </a:cubicBezTo>
                  <a:cubicBezTo>
                    <a:pt x="83" y="19"/>
                    <a:pt x="83" y="22"/>
                    <a:pt x="83" y="24"/>
                  </a:cubicBezTo>
                  <a:cubicBezTo>
                    <a:pt x="82" y="25"/>
                    <a:pt x="82" y="26"/>
                    <a:pt x="81" y="27"/>
                  </a:cubicBezTo>
                </a:path>
              </a:pathLst>
            </a:custGeom>
            <a:solidFill>
              <a:srgbClr val="891D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1082" name="Freeform 954">
              <a:extLst>
                <a:ext uri="{FF2B5EF4-FFF2-40B4-BE49-F238E27FC236}">
                  <a16:creationId xmlns:a16="http://schemas.microsoft.com/office/drawing/2014/main" id="{BF6F8B0B-7694-4FAE-B6C3-7100C2C6A38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9" y="3782"/>
              <a:ext cx="35" cy="35"/>
            </a:xfrm>
            <a:custGeom>
              <a:avLst/>
              <a:gdLst>
                <a:gd name="T0" fmla="*/ 132 w 18"/>
                <a:gd name="T1" fmla="*/ 105 h 17"/>
                <a:gd name="T2" fmla="*/ 45 w 18"/>
                <a:gd name="T3" fmla="*/ 148 h 17"/>
                <a:gd name="T4" fmla="*/ 0 w 18"/>
                <a:gd name="T5" fmla="*/ 0 h 17"/>
                <a:gd name="T6" fmla="*/ 53 w 18"/>
                <a:gd name="T7" fmla="*/ 124 h 17"/>
                <a:gd name="T8" fmla="*/ 132 w 18"/>
                <a:gd name="T9" fmla="*/ 105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7">
                  <a:moveTo>
                    <a:pt x="18" y="12"/>
                  </a:moveTo>
                  <a:cubicBezTo>
                    <a:pt x="18" y="12"/>
                    <a:pt x="8" y="16"/>
                    <a:pt x="6" y="17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7" y="14"/>
                    <a:pt x="7" y="14"/>
                    <a:pt x="7" y="14"/>
                  </a:cubicBezTo>
                  <a:lnTo>
                    <a:pt x="18" y="12"/>
                  </a:lnTo>
                  <a:close/>
                </a:path>
              </a:pathLst>
            </a:custGeom>
            <a:solidFill>
              <a:srgbClr val="8E2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1083" name="Freeform 955">
              <a:extLst>
                <a:ext uri="{FF2B5EF4-FFF2-40B4-BE49-F238E27FC236}">
                  <a16:creationId xmlns:a16="http://schemas.microsoft.com/office/drawing/2014/main" id="{BD4AFEF7-A6A2-4440-A8A0-7600A92D24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1" y="3757"/>
              <a:ext cx="11" cy="31"/>
            </a:xfrm>
            <a:custGeom>
              <a:avLst/>
              <a:gdLst>
                <a:gd name="T0" fmla="*/ 37 w 6"/>
                <a:gd name="T1" fmla="*/ 132 h 15"/>
                <a:gd name="T2" fmla="*/ 20 w 6"/>
                <a:gd name="T3" fmla="*/ 60 h 15"/>
                <a:gd name="T4" fmla="*/ 7 w 6"/>
                <a:gd name="T5" fmla="*/ 0 h 15"/>
                <a:gd name="T6" fmla="*/ 20 w 6"/>
                <a:gd name="T7" fmla="*/ 89 h 15"/>
                <a:gd name="T8" fmla="*/ 37 w 6"/>
                <a:gd name="T9" fmla="*/ 132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15">
                  <a:moveTo>
                    <a:pt x="6" y="15"/>
                  </a:moveTo>
                  <a:cubicBezTo>
                    <a:pt x="5" y="12"/>
                    <a:pt x="4" y="10"/>
                    <a:pt x="3" y="7"/>
                  </a:cubicBezTo>
                  <a:cubicBezTo>
                    <a:pt x="2" y="5"/>
                    <a:pt x="2" y="2"/>
                    <a:pt x="1" y="0"/>
                  </a:cubicBezTo>
                  <a:cubicBezTo>
                    <a:pt x="0" y="3"/>
                    <a:pt x="1" y="7"/>
                    <a:pt x="3" y="10"/>
                  </a:cubicBezTo>
                  <a:cubicBezTo>
                    <a:pt x="4" y="11"/>
                    <a:pt x="5" y="13"/>
                    <a:pt x="6" y="15"/>
                  </a:cubicBezTo>
                </a:path>
              </a:pathLst>
            </a:custGeom>
            <a:solidFill>
              <a:srgbClr val="B73B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1084" name="Freeform 956">
              <a:extLst>
                <a:ext uri="{FF2B5EF4-FFF2-40B4-BE49-F238E27FC236}">
                  <a16:creationId xmlns:a16="http://schemas.microsoft.com/office/drawing/2014/main" id="{8E27FD68-A17E-48E5-A3BD-D90E0D58B0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8" y="3757"/>
              <a:ext cx="17" cy="12"/>
            </a:xfrm>
            <a:custGeom>
              <a:avLst/>
              <a:gdLst>
                <a:gd name="T0" fmla="*/ 53 w 9"/>
                <a:gd name="T1" fmla="*/ 24 h 6"/>
                <a:gd name="T2" fmla="*/ 0 w 9"/>
                <a:gd name="T3" fmla="*/ 16 h 6"/>
                <a:gd name="T4" fmla="*/ 32 w 9"/>
                <a:gd name="T5" fmla="*/ 16 h 6"/>
                <a:gd name="T6" fmla="*/ 60 w 9"/>
                <a:gd name="T7" fmla="*/ 48 h 6"/>
                <a:gd name="T8" fmla="*/ 53 w 9"/>
                <a:gd name="T9" fmla="*/ 16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6">
                  <a:moveTo>
                    <a:pt x="8" y="3"/>
                  </a:moveTo>
                  <a:cubicBezTo>
                    <a:pt x="7" y="0"/>
                    <a:pt x="2" y="1"/>
                    <a:pt x="0" y="2"/>
                  </a:cubicBezTo>
                  <a:cubicBezTo>
                    <a:pt x="1" y="1"/>
                    <a:pt x="4" y="2"/>
                    <a:pt x="5" y="2"/>
                  </a:cubicBezTo>
                  <a:cubicBezTo>
                    <a:pt x="8" y="3"/>
                    <a:pt x="8" y="4"/>
                    <a:pt x="9" y="6"/>
                  </a:cubicBezTo>
                  <a:cubicBezTo>
                    <a:pt x="9" y="5"/>
                    <a:pt x="8" y="3"/>
                    <a:pt x="8" y="2"/>
                  </a:cubicBezTo>
                </a:path>
              </a:pathLst>
            </a:custGeom>
            <a:solidFill>
              <a:srgbClr val="B73B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1085" name="Freeform 957">
              <a:extLst>
                <a:ext uri="{FF2B5EF4-FFF2-40B4-BE49-F238E27FC236}">
                  <a16:creationId xmlns:a16="http://schemas.microsoft.com/office/drawing/2014/main" id="{B5F75F9D-9B64-4353-92BC-FF6FB00A8D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3" y="3769"/>
              <a:ext cx="6" cy="9"/>
            </a:xfrm>
            <a:custGeom>
              <a:avLst/>
              <a:gdLst>
                <a:gd name="T0" fmla="*/ 16 w 3"/>
                <a:gd name="T1" fmla="*/ 11 h 4"/>
                <a:gd name="T2" fmla="*/ 24 w 3"/>
                <a:gd name="T3" fmla="*/ 11 h 4"/>
                <a:gd name="T4" fmla="*/ 8 w 3"/>
                <a:gd name="T5" fmla="*/ 36 h 4"/>
                <a:gd name="T6" fmla="*/ 24 w 3"/>
                <a:gd name="T7" fmla="*/ 11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4">
                  <a:moveTo>
                    <a:pt x="2" y="1"/>
                  </a:moveTo>
                  <a:cubicBezTo>
                    <a:pt x="2" y="1"/>
                    <a:pt x="2" y="1"/>
                    <a:pt x="3" y="1"/>
                  </a:cubicBezTo>
                  <a:cubicBezTo>
                    <a:pt x="3" y="2"/>
                    <a:pt x="2" y="4"/>
                    <a:pt x="1" y="3"/>
                  </a:cubicBezTo>
                  <a:cubicBezTo>
                    <a:pt x="0" y="1"/>
                    <a:pt x="2" y="0"/>
                    <a:pt x="3" y="1"/>
                  </a:cubicBezTo>
                </a:path>
              </a:pathLst>
            </a:custGeom>
            <a:solidFill>
              <a:srgbClr val="B73B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1086" name="Freeform 958">
              <a:extLst>
                <a:ext uri="{FF2B5EF4-FFF2-40B4-BE49-F238E27FC236}">
                  <a16:creationId xmlns:a16="http://schemas.microsoft.com/office/drawing/2014/main" id="{BC69A4C3-65AE-4FB0-A048-F5CC4EC5B3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5" y="3771"/>
              <a:ext cx="4" cy="7"/>
            </a:xfrm>
            <a:custGeom>
              <a:avLst/>
              <a:gdLst>
                <a:gd name="T0" fmla="*/ 8 w 2"/>
                <a:gd name="T1" fmla="*/ 28 h 3"/>
                <a:gd name="T2" fmla="*/ 0 w 2"/>
                <a:gd name="T3" fmla="*/ 28 h 3"/>
                <a:gd name="T4" fmla="*/ 16 w 2"/>
                <a:gd name="T5" fmla="*/ 12 h 3"/>
                <a:gd name="T6" fmla="*/ 16 w 2"/>
                <a:gd name="T7" fmla="*/ 28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3">
                  <a:moveTo>
                    <a:pt x="1" y="2"/>
                  </a:moveTo>
                  <a:cubicBezTo>
                    <a:pt x="2" y="3"/>
                    <a:pt x="0" y="3"/>
                    <a:pt x="0" y="2"/>
                  </a:cubicBezTo>
                  <a:cubicBezTo>
                    <a:pt x="0" y="1"/>
                    <a:pt x="1" y="0"/>
                    <a:pt x="2" y="1"/>
                  </a:cubicBezTo>
                  <a:cubicBezTo>
                    <a:pt x="2" y="1"/>
                    <a:pt x="2" y="2"/>
                    <a:pt x="2" y="2"/>
                  </a:cubicBezTo>
                </a:path>
              </a:pathLst>
            </a:custGeom>
            <a:solidFill>
              <a:srgbClr val="B73B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1087" name="Freeform 959">
              <a:extLst>
                <a:ext uri="{FF2B5EF4-FFF2-40B4-BE49-F238E27FC236}">
                  <a16:creationId xmlns:a16="http://schemas.microsoft.com/office/drawing/2014/main" id="{01405398-8E2F-414B-9928-832DAFAD1F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3" y="3776"/>
              <a:ext cx="6" cy="6"/>
            </a:xfrm>
            <a:custGeom>
              <a:avLst/>
              <a:gdLst>
                <a:gd name="T0" fmla="*/ 16 w 3"/>
                <a:gd name="T1" fmla="*/ 16 h 3"/>
                <a:gd name="T2" fmla="*/ 8 w 3"/>
                <a:gd name="T3" fmla="*/ 8 h 3"/>
                <a:gd name="T4" fmla="*/ 8 w 3"/>
                <a:gd name="T5" fmla="*/ 16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2" y="2"/>
                  </a:moveTo>
                  <a:cubicBezTo>
                    <a:pt x="1" y="3"/>
                    <a:pt x="0" y="1"/>
                    <a:pt x="1" y="1"/>
                  </a:cubicBezTo>
                  <a:cubicBezTo>
                    <a:pt x="3" y="0"/>
                    <a:pt x="3" y="2"/>
                    <a:pt x="1" y="2"/>
                  </a:cubicBezTo>
                </a:path>
              </a:pathLst>
            </a:custGeom>
            <a:solidFill>
              <a:srgbClr val="B73B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1088" name="Freeform 960">
              <a:extLst>
                <a:ext uri="{FF2B5EF4-FFF2-40B4-BE49-F238E27FC236}">
                  <a16:creationId xmlns:a16="http://schemas.microsoft.com/office/drawing/2014/main" id="{B03B6627-C2B4-4689-8A0C-3156B787A1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8" y="3682"/>
              <a:ext cx="247" cy="276"/>
            </a:xfrm>
            <a:custGeom>
              <a:avLst/>
              <a:gdLst>
                <a:gd name="T0" fmla="*/ 171 w 127"/>
                <a:gd name="T1" fmla="*/ 392 h 133"/>
                <a:gd name="T2" fmla="*/ 68 w 127"/>
                <a:gd name="T3" fmla="*/ 0 h 133"/>
                <a:gd name="T4" fmla="*/ 8 w 127"/>
                <a:gd name="T5" fmla="*/ 324 h 133"/>
                <a:gd name="T6" fmla="*/ 344 w 127"/>
                <a:gd name="T7" fmla="*/ 1154 h 133"/>
                <a:gd name="T8" fmla="*/ 772 w 127"/>
                <a:gd name="T9" fmla="*/ 589 h 133"/>
                <a:gd name="T10" fmla="*/ 545 w 127"/>
                <a:gd name="T11" fmla="*/ 125 h 133"/>
                <a:gd name="T12" fmla="*/ 589 w 127"/>
                <a:gd name="T13" fmla="*/ 293 h 1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7" h="133">
                  <a:moveTo>
                    <a:pt x="23" y="44"/>
                  </a:moveTo>
                  <a:cubicBezTo>
                    <a:pt x="18" y="37"/>
                    <a:pt x="9" y="21"/>
                    <a:pt x="9" y="0"/>
                  </a:cubicBezTo>
                  <a:cubicBezTo>
                    <a:pt x="9" y="0"/>
                    <a:pt x="0" y="8"/>
                    <a:pt x="1" y="36"/>
                  </a:cubicBezTo>
                  <a:cubicBezTo>
                    <a:pt x="1" y="64"/>
                    <a:pt x="1" y="133"/>
                    <a:pt x="47" y="129"/>
                  </a:cubicBezTo>
                  <a:cubicBezTo>
                    <a:pt x="94" y="124"/>
                    <a:pt x="127" y="101"/>
                    <a:pt x="105" y="66"/>
                  </a:cubicBezTo>
                  <a:cubicBezTo>
                    <a:pt x="83" y="30"/>
                    <a:pt x="74" y="14"/>
                    <a:pt x="74" y="14"/>
                  </a:cubicBezTo>
                  <a:cubicBezTo>
                    <a:pt x="74" y="14"/>
                    <a:pt x="77" y="23"/>
                    <a:pt x="80" y="33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1089" name="Freeform 961">
              <a:extLst>
                <a:ext uri="{FF2B5EF4-FFF2-40B4-BE49-F238E27FC236}">
                  <a16:creationId xmlns:a16="http://schemas.microsoft.com/office/drawing/2014/main" id="{532A5E70-D2E0-4822-B178-EE7F6D341F3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5" y="3732"/>
              <a:ext cx="140" cy="89"/>
            </a:xfrm>
            <a:custGeom>
              <a:avLst/>
              <a:gdLst>
                <a:gd name="T0" fmla="*/ 465 w 72"/>
                <a:gd name="T1" fmla="*/ 99 h 43"/>
                <a:gd name="T2" fmla="*/ 0 w 72"/>
                <a:gd name="T3" fmla="*/ 197 h 43"/>
                <a:gd name="T4" fmla="*/ 53 w 72"/>
                <a:gd name="T5" fmla="*/ 381 h 43"/>
                <a:gd name="T6" fmla="*/ 529 w 72"/>
                <a:gd name="T7" fmla="*/ 248 h 43"/>
                <a:gd name="T8" fmla="*/ 465 w 72"/>
                <a:gd name="T9" fmla="*/ 99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2" h="43">
                  <a:moveTo>
                    <a:pt x="63" y="11"/>
                  </a:moveTo>
                  <a:cubicBezTo>
                    <a:pt x="63" y="11"/>
                    <a:pt x="35" y="0"/>
                    <a:pt x="0" y="22"/>
                  </a:cubicBezTo>
                  <a:cubicBezTo>
                    <a:pt x="7" y="43"/>
                    <a:pt x="7" y="43"/>
                    <a:pt x="7" y="43"/>
                  </a:cubicBezTo>
                  <a:cubicBezTo>
                    <a:pt x="7" y="43"/>
                    <a:pt x="46" y="22"/>
                    <a:pt x="72" y="28"/>
                  </a:cubicBezTo>
                  <a:lnTo>
                    <a:pt x="63" y="11"/>
                  </a:lnTo>
                  <a:close/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1090" name="Freeform 962">
              <a:extLst>
                <a:ext uri="{FF2B5EF4-FFF2-40B4-BE49-F238E27FC236}">
                  <a16:creationId xmlns:a16="http://schemas.microsoft.com/office/drawing/2014/main" id="{76CA0E6A-EC29-496F-A585-E4CC55413CA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113" y="3747"/>
              <a:ext cx="56" cy="49"/>
            </a:xfrm>
            <a:custGeom>
              <a:avLst/>
              <a:gdLst>
                <a:gd name="T0" fmla="*/ 8 w 29"/>
                <a:gd name="T1" fmla="*/ 51 h 24"/>
                <a:gd name="T2" fmla="*/ 37 w 29"/>
                <a:gd name="T3" fmla="*/ 172 h 24"/>
                <a:gd name="T4" fmla="*/ 79 w 29"/>
                <a:gd name="T5" fmla="*/ 204 h 24"/>
                <a:gd name="T6" fmla="*/ 187 w 29"/>
                <a:gd name="T7" fmla="*/ 196 h 24"/>
                <a:gd name="T8" fmla="*/ 209 w 29"/>
                <a:gd name="T9" fmla="*/ 163 h 24"/>
                <a:gd name="T10" fmla="*/ 180 w 29"/>
                <a:gd name="T11" fmla="*/ 33 h 24"/>
                <a:gd name="T12" fmla="*/ 137 w 29"/>
                <a:gd name="T13" fmla="*/ 0 h 24"/>
                <a:gd name="T14" fmla="*/ 29 w 29"/>
                <a:gd name="T15" fmla="*/ 8 h 24"/>
                <a:gd name="T16" fmla="*/ 8 w 29"/>
                <a:gd name="T17" fmla="*/ 51 h 24"/>
                <a:gd name="T18" fmla="*/ 56 w 29"/>
                <a:gd name="T19" fmla="*/ 41 h 24"/>
                <a:gd name="T20" fmla="*/ 131 w 29"/>
                <a:gd name="T21" fmla="*/ 33 h 24"/>
                <a:gd name="T22" fmla="*/ 153 w 29"/>
                <a:gd name="T23" fmla="*/ 59 h 24"/>
                <a:gd name="T24" fmla="*/ 172 w 29"/>
                <a:gd name="T25" fmla="*/ 145 h 24"/>
                <a:gd name="T26" fmla="*/ 156 w 29"/>
                <a:gd name="T27" fmla="*/ 163 h 24"/>
                <a:gd name="T28" fmla="*/ 85 w 29"/>
                <a:gd name="T29" fmla="*/ 172 h 24"/>
                <a:gd name="T30" fmla="*/ 64 w 29"/>
                <a:gd name="T31" fmla="*/ 155 h 24"/>
                <a:gd name="T32" fmla="*/ 44 w 29"/>
                <a:gd name="T33" fmla="*/ 67 h 24"/>
                <a:gd name="T34" fmla="*/ 56 w 29"/>
                <a:gd name="T35" fmla="*/ 41 h 24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29" h="24">
                  <a:moveTo>
                    <a:pt x="1" y="6"/>
                  </a:moveTo>
                  <a:cubicBezTo>
                    <a:pt x="5" y="20"/>
                    <a:pt x="5" y="20"/>
                    <a:pt x="5" y="20"/>
                  </a:cubicBezTo>
                  <a:cubicBezTo>
                    <a:pt x="6" y="23"/>
                    <a:pt x="8" y="24"/>
                    <a:pt x="11" y="24"/>
                  </a:cubicBezTo>
                  <a:cubicBezTo>
                    <a:pt x="26" y="23"/>
                    <a:pt x="26" y="23"/>
                    <a:pt x="26" y="23"/>
                  </a:cubicBezTo>
                  <a:cubicBezTo>
                    <a:pt x="28" y="23"/>
                    <a:pt x="29" y="21"/>
                    <a:pt x="29" y="19"/>
                  </a:cubicBezTo>
                  <a:cubicBezTo>
                    <a:pt x="25" y="4"/>
                    <a:pt x="25" y="4"/>
                    <a:pt x="25" y="4"/>
                  </a:cubicBezTo>
                  <a:cubicBezTo>
                    <a:pt x="24" y="2"/>
                    <a:pt x="21" y="0"/>
                    <a:pt x="19" y="0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2" y="2"/>
                    <a:pt x="0" y="3"/>
                    <a:pt x="1" y="6"/>
                  </a:cubicBezTo>
                  <a:close/>
                  <a:moveTo>
                    <a:pt x="8" y="5"/>
                  </a:moveTo>
                  <a:cubicBezTo>
                    <a:pt x="18" y="4"/>
                    <a:pt x="18" y="4"/>
                    <a:pt x="18" y="4"/>
                  </a:cubicBezTo>
                  <a:cubicBezTo>
                    <a:pt x="19" y="4"/>
                    <a:pt x="21" y="5"/>
                    <a:pt x="21" y="7"/>
                  </a:cubicBezTo>
                  <a:cubicBezTo>
                    <a:pt x="24" y="17"/>
                    <a:pt x="24" y="17"/>
                    <a:pt x="24" y="17"/>
                  </a:cubicBezTo>
                  <a:cubicBezTo>
                    <a:pt x="25" y="18"/>
                    <a:pt x="24" y="19"/>
                    <a:pt x="22" y="19"/>
                  </a:cubicBezTo>
                  <a:cubicBezTo>
                    <a:pt x="12" y="20"/>
                    <a:pt x="12" y="20"/>
                    <a:pt x="12" y="20"/>
                  </a:cubicBezTo>
                  <a:cubicBezTo>
                    <a:pt x="11" y="20"/>
                    <a:pt x="9" y="19"/>
                    <a:pt x="9" y="18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5" y="6"/>
                    <a:pt x="6" y="5"/>
                    <a:pt x="8" y="5"/>
                  </a:cubicBezTo>
                  <a:close/>
                </a:path>
              </a:pathLst>
            </a:custGeom>
            <a:solidFill>
              <a:srgbClr val="11100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1091" name="Freeform 963">
              <a:extLst>
                <a:ext uri="{FF2B5EF4-FFF2-40B4-BE49-F238E27FC236}">
                  <a16:creationId xmlns:a16="http://schemas.microsoft.com/office/drawing/2014/main" id="{314D4667-0D91-4161-8833-A8EDB8134EC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4" y="3767"/>
              <a:ext cx="14" cy="7"/>
            </a:xfrm>
            <a:custGeom>
              <a:avLst/>
              <a:gdLst>
                <a:gd name="T0" fmla="*/ 0 w 7"/>
                <a:gd name="T1" fmla="*/ 37 h 3"/>
                <a:gd name="T2" fmla="*/ 56 w 7"/>
                <a:gd name="T3" fmla="*/ 12 h 3"/>
                <a:gd name="T4" fmla="*/ 24 w 7"/>
                <a:gd name="T5" fmla="*/ 12 h 3"/>
                <a:gd name="T6" fmla="*/ 0 w 7"/>
                <a:gd name="T7" fmla="*/ 12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3">
                  <a:moveTo>
                    <a:pt x="0" y="3"/>
                  </a:moveTo>
                  <a:cubicBezTo>
                    <a:pt x="3" y="3"/>
                    <a:pt x="5" y="2"/>
                    <a:pt x="7" y="1"/>
                  </a:cubicBezTo>
                  <a:cubicBezTo>
                    <a:pt x="6" y="0"/>
                    <a:pt x="4" y="1"/>
                    <a:pt x="3" y="1"/>
                  </a:cubicBezTo>
                  <a:cubicBezTo>
                    <a:pt x="2" y="1"/>
                    <a:pt x="1" y="0"/>
                    <a:pt x="0" y="1"/>
                  </a:cubicBezTo>
                </a:path>
              </a:pathLst>
            </a:custGeom>
            <a:solidFill>
              <a:srgbClr val="11100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</p:grpSp>
      <p:grpSp>
        <p:nvGrpSpPr>
          <p:cNvPr id="40969" name="Terracotta-v-neck-maxi-dress">
            <a:extLst>
              <a:ext uri="{FF2B5EF4-FFF2-40B4-BE49-F238E27FC236}">
                <a16:creationId xmlns:a16="http://schemas.microsoft.com/office/drawing/2014/main" id="{6FDD758C-A3E6-4E25-88FF-B585BE37D1EC}"/>
              </a:ext>
            </a:extLst>
          </p:cNvPr>
          <p:cNvGrpSpPr>
            <a:grpSpLocks/>
          </p:cNvGrpSpPr>
          <p:nvPr/>
        </p:nvGrpSpPr>
        <p:grpSpPr bwMode="auto">
          <a:xfrm>
            <a:off x="4349750" y="1966913"/>
            <a:ext cx="1169988" cy="4119562"/>
            <a:chOff x="1802" y="987"/>
            <a:chExt cx="690" cy="2427"/>
          </a:xfrm>
        </p:grpSpPr>
        <p:sp>
          <p:nvSpPr>
            <p:cNvPr id="41043" name="Freeform 965">
              <a:extLst>
                <a:ext uri="{FF2B5EF4-FFF2-40B4-BE49-F238E27FC236}">
                  <a16:creationId xmlns:a16="http://schemas.microsoft.com/office/drawing/2014/main" id="{C46C78DA-C933-4E87-915B-36F5B75930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2" y="987"/>
              <a:ext cx="690" cy="2423"/>
            </a:xfrm>
            <a:custGeom>
              <a:avLst/>
              <a:gdLst>
                <a:gd name="T0" fmla="*/ 1013 w 462"/>
                <a:gd name="T1" fmla="*/ 6121 h 1520"/>
                <a:gd name="T2" fmla="*/ 1319 w 462"/>
                <a:gd name="T3" fmla="*/ 5992 h 1520"/>
                <a:gd name="T4" fmla="*/ 1352 w 462"/>
                <a:gd name="T5" fmla="*/ 3459 h 1520"/>
                <a:gd name="T6" fmla="*/ 1365 w 462"/>
                <a:gd name="T7" fmla="*/ 1891 h 1520"/>
                <a:gd name="T8" fmla="*/ 1283 w 462"/>
                <a:gd name="T9" fmla="*/ 1406 h 1520"/>
                <a:gd name="T10" fmla="*/ 1262 w 462"/>
                <a:gd name="T11" fmla="*/ 854 h 1520"/>
                <a:gd name="T12" fmla="*/ 1492 w 462"/>
                <a:gd name="T13" fmla="*/ 805 h 1520"/>
                <a:gd name="T14" fmla="*/ 1316 w 462"/>
                <a:gd name="T15" fmla="*/ 97 h 1520"/>
                <a:gd name="T16" fmla="*/ 1116 w 462"/>
                <a:gd name="T17" fmla="*/ 5 h 1520"/>
                <a:gd name="T18" fmla="*/ 783 w 462"/>
                <a:gd name="T19" fmla="*/ 333 h 1520"/>
                <a:gd name="T20" fmla="*/ 444 w 462"/>
                <a:gd name="T21" fmla="*/ 0 h 1520"/>
                <a:gd name="T22" fmla="*/ 208 w 462"/>
                <a:gd name="T23" fmla="*/ 115 h 1520"/>
                <a:gd name="T24" fmla="*/ 55 w 462"/>
                <a:gd name="T25" fmla="*/ 826 h 1520"/>
                <a:gd name="T26" fmla="*/ 276 w 462"/>
                <a:gd name="T27" fmla="*/ 893 h 1520"/>
                <a:gd name="T28" fmla="*/ 272 w 462"/>
                <a:gd name="T29" fmla="*/ 1215 h 1520"/>
                <a:gd name="T30" fmla="*/ 272 w 462"/>
                <a:gd name="T31" fmla="*/ 1398 h 1520"/>
                <a:gd name="T32" fmla="*/ 181 w 462"/>
                <a:gd name="T33" fmla="*/ 1951 h 1520"/>
                <a:gd name="T34" fmla="*/ 227 w 462"/>
                <a:gd name="T35" fmla="*/ 3499 h 1520"/>
                <a:gd name="T36" fmla="*/ 200 w 462"/>
                <a:gd name="T37" fmla="*/ 5992 h 1520"/>
                <a:gd name="T38" fmla="*/ 890 w 462"/>
                <a:gd name="T39" fmla="*/ 6142 h 1520"/>
                <a:gd name="T40" fmla="*/ 945 w 462"/>
                <a:gd name="T41" fmla="*/ 5406 h 1520"/>
                <a:gd name="T42" fmla="*/ 1013 w 462"/>
                <a:gd name="T43" fmla="*/ 6121 h 1520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462" h="1520">
                  <a:moveTo>
                    <a:pt x="304" y="1511"/>
                  </a:moveTo>
                  <a:cubicBezTo>
                    <a:pt x="363" y="1501"/>
                    <a:pt x="396" y="1479"/>
                    <a:pt x="396" y="1479"/>
                  </a:cubicBezTo>
                  <a:cubicBezTo>
                    <a:pt x="396" y="1479"/>
                    <a:pt x="350" y="1105"/>
                    <a:pt x="406" y="854"/>
                  </a:cubicBezTo>
                  <a:cubicBezTo>
                    <a:pt x="462" y="604"/>
                    <a:pt x="428" y="499"/>
                    <a:pt x="410" y="467"/>
                  </a:cubicBezTo>
                  <a:cubicBezTo>
                    <a:pt x="392" y="435"/>
                    <a:pt x="383" y="364"/>
                    <a:pt x="385" y="347"/>
                  </a:cubicBezTo>
                  <a:cubicBezTo>
                    <a:pt x="392" y="264"/>
                    <a:pt x="379" y="211"/>
                    <a:pt x="379" y="211"/>
                  </a:cubicBezTo>
                  <a:cubicBezTo>
                    <a:pt x="400" y="217"/>
                    <a:pt x="448" y="199"/>
                    <a:pt x="448" y="199"/>
                  </a:cubicBezTo>
                  <a:cubicBezTo>
                    <a:pt x="440" y="64"/>
                    <a:pt x="395" y="24"/>
                    <a:pt x="395" y="24"/>
                  </a:cubicBezTo>
                  <a:cubicBezTo>
                    <a:pt x="372" y="0"/>
                    <a:pt x="335" y="1"/>
                    <a:pt x="335" y="1"/>
                  </a:cubicBezTo>
                  <a:cubicBezTo>
                    <a:pt x="322" y="11"/>
                    <a:pt x="235" y="82"/>
                    <a:pt x="235" y="82"/>
                  </a:cubicBezTo>
                  <a:cubicBezTo>
                    <a:pt x="133" y="0"/>
                    <a:pt x="133" y="0"/>
                    <a:pt x="133" y="0"/>
                  </a:cubicBezTo>
                  <a:cubicBezTo>
                    <a:pt x="82" y="4"/>
                    <a:pt x="62" y="28"/>
                    <a:pt x="62" y="28"/>
                  </a:cubicBezTo>
                  <a:cubicBezTo>
                    <a:pt x="18" y="84"/>
                    <a:pt x="17" y="204"/>
                    <a:pt x="17" y="204"/>
                  </a:cubicBezTo>
                  <a:cubicBezTo>
                    <a:pt x="40" y="222"/>
                    <a:pt x="83" y="220"/>
                    <a:pt x="83" y="220"/>
                  </a:cubicBezTo>
                  <a:cubicBezTo>
                    <a:pt x="75" y="235"/>
                    <a:pt x="77" y="266"/>
                    <a:pt x="82" y="300"/>
                  </a:cubicBezTo>
                  <a:cubicBezTo>
                    <a:pt x="84" y="321"/>
                    <a:pt x="82" y="345"/>
                    <a:pt x="82" y="345"/>
                  </a:cubicBezTo>
                  <a:cubicBezTo>
                    <a:pt x="84" y="427"/>
                    <a:pt x="62" y="461"/>
                    <a:pt x="54" y="482"/>
                  </a:cubicBezTo>
                  <a:cubicBezTo>
                    <a:pt x="0" y="621"/>
                    <a:pt x="53" y="790"/>
                    <a:pt x="68" y="864"/>
                  </a:cubicBezTo>
                  <a:cubicBezTo>
                    <a:pt x="83" y="938"/>
                    <a:pt x="60" y="1479"/>
                    <a:pt x="60" y="1479"/>
                  </a:cubicBezTo>
                  <a:cubicBezTo>
                    <a:pt x="142" y="1513"/>
                    <a:pt x="212" y="1520"/>
                    <a:pt x="267" y="1516"/>
                  </a:cubicBezTo>
                  <a:cubicBezTo>
                    <a:pt x="284" y="1334"/>
                    <a:pt x="284" y="1334"/>
                    <a:pt x="284" y="1334"/>
                  </a:cubicBezTo>
                  <a:lnTo>
                    <a:pt x="304" y="1511"/>
                  </a:lnTo>
                  <a:close/>
                </a:path>
              </a:pathLst>
            </a:custGeom>
            <a:solidFill>
              <a:srgbClr val="A9391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1044" name="Freeform 966">
              <a:extLst>
                <a:ext uri="{FF2B5EF4-FFF2-40B4-BE49-F238E27FC236}">
                  <a16:creationId xmlns:a16="http://schemas.microsoft.com/office/drawing/2014/main" id="{BA2469BB-5AD2-4C0C-85A0-1FA76589FA1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2" y="987"/>
              <a:ext cx="690" cy="2423"/>
            </a:xfrm>
            <a:custGeom>
              <a:avLst/>
              <a:gdLst>
                <a:gd name="T0" fmla="*/ 1013 w 462"/>
                <a:gd name="T1" fmla="*/ 6121 h 1520"/>
                <a:gd name="T2" fmla="*/ 1319 w 462"/>
                <a:gd name="T3" fmla="*/ 5992 h 1520"/>
                <a:gd name="T4" fmla="*/ 1352 w 462"/>
                <a:gd name="T5" fmla="*/ 3459 h 1520"/>
                <a:gd name="T6" fmla="*/ 1365 w 462"/>
                <a:gd name="T7" fmla="*/ 1891 h 1520"/>
                <a:gd name="T8" fmla="*/ 1283 w 462"/>
                <a:gd name="T9" fmla="*/ 1406 h 1520"/>
                <a:gd name="T10" fmla="*/ 1262 w 462"/>
                <a:gd name="T11" fmla="*/ 854 h 1520"/>
                <a:gd name="T12" fmla="*/ 1492 w 462"/>
                <a:gd name="T13" fmla="*/ 805 h 1520"/>
                <a:gd name="T14" fmla="*/ 1316 w 462"/>
                <a:gd name="T15" fmla="*/ 97 h 1520"/>
                <a:gd name="T16" fmla="*/ 1116 w 462"/>
                <a:gd name="T17" fmla="*/ 5 h 1520"/>
                <a:gd name="T18" fmla="*/ 783 w 462"/>
                <a:gd name="T19" fmla="*/ 333 h 1520"/>
                <a:gd name="T20" fmla="*/ 444 w 462"/>
                <a:gd name="T21" fmla="*/ 0 h 1520"/>
                <a:gd name="T22" fmla="*/ 208 w 462"/>
                <a:gd name="T23" fmla="*/ 115 h 1520"/>
                <a:gd name="T24" fmla="*/ 55 w 462"/>
                <a:gd name="T25" fmla="*/ 826 h 1520"/>
                <a:gd name="T26" fmla="*/ 276 w 462"/>
                <a:gd name="T27" fmla="*/ 893 h 1520"/>
                <a:gd name="T28" fmla="*/ 272 w 462"/>
                <a:gd name="T29" fmla="*/ 1215 h 1520"/>
                <a:gd name="T30" fmla="*/ 272 w 462"/>
                <a:gd name="T31" fmla="*/ 1398 h 1520"/>
                <a:gd name="T32" fmla="*/ 181 w 462"/>
                <a:gd name="T33" fmla="*/ 1951 h 1520"/>
                <a:gd name="T34" fmla="*/ 227 w 462"/>
                <a:gd name="T35" fmla="*/ 3499 h 1520"/>
                <a:gd name="T36" fmla="*/ 200 w 462"/>
                <a:gd name="T37" fmla="*/ 5992 h 1520"/>
                <a:gd name="T38" fmla="*/ 890 w 462"/>
                <a:gd name="T39" fmla="*/ 6142 h 1520"/>
                <a:gd name="T40" fmla="*/ 945 w 462"/>
                <a:gd name="T41" fmla="*/ 5406 h 1520"/>
                <a:gd name="T42" fmla="*/ 1013 w 462"/>
                <a:gd name="T43" fmla="*/ 6121 h 1520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462" h="1520">
                  <a:moveTo>
                    <a:pt x="304" y="1511"/>
                  </a:moveTo>
                  <a:cubicBezTo>
                    <a:pt x="363" y="1501"/>
                    <a:pt x="396" y="1479"/>
                    <a:pt x="396" y="1479"/>
                  </a:cubicBezTo>
                  <a:cubicBezTo>
                    <a:pt x="396" y="1479"/>
                    <a:pt x="350" y="1105"/>
                    <a:pt x="406" y="854"/>
                  </a:cubicBezTo>
                  <a:cubicBezTo>
                    <a:pt x="462" y="604"/>
                    <a:pt x="428" y="499"/>
                    <a:pt x="410" y="467"/>
                  </a:cubicBezTo>
                  <a:cubicBezTo>
                    <a:pt x="392" y="435"/>
                    <a:pt x="383" y="364"/>
                    <a:pt x="385" y="347"/>
                  </a:cubicBezTo>
                  <a:cubicBezTo>
                    <a:pt x="392" y="264"/>
                    <a:pt x="379" y="211"/>
                    <a:pt x="379" y="211"/>
                  </a:cubicBezTo>
                  <a:cubicBezTo>
                    <a:pt x="400" y="217"/>
                    <a:pt x="448" y="199"/>
                    <a:pt x="448" y="199"/>
                  </a:cubicBezTo>
                  <a:cubicBezTo>
                    <a:pt x="440" y="64"/>
                    <a:pt x="395" y="24"/>
                    <a:pt x="395" y="24"/>
                  </a:cubicBezTo>
                  <a:cubicBezTo>
                    <a:pt x="372" y="0"/>
                    <a:pt x="335" y="1"/>
                    <a:pt x="335" y="1"/>
                  </a:cubicBezTo>
                  <a:cubicBezTo>
                    <a:pt x="322" y="11"/>
                    <a:pt x="235" y="82"/>
                    <a:pt x="235" y="82"/>
                  </a:cubicBezTo>
                  <a:cubicBezTo>
                    <a:pt x="133" y="0"/>
                    <a:pt x="133" y="0"/>
                    <a:pt x="133" y="0"/>
                  </a:cubicBezTo>
                  <a:cubicBezTo>
                    <a:pt x="82" y="4"/>
                    <a:pt x="62" y="28"/>
                    <a:pt x="62" y="28"/>
                  </a:cubicBezTo>
                  <a:cubicBezTo>
                    <a:pt x="18" y="84"/>
                    <a:pt x="17" y="204"/>
                    <a:pt x="17" y="204"/>
                  </a:cubicBezTo>
                  <a:cubicBezTo>
                    <a:pt x="40" y="222"/>
                    <a:pt x="83" y="220"/>
                    <a:pt x="83" y="220"/>
                  </a:cubicBezTo>
                  <a:cubicBezTo>
                    <a:pt x="75" y="235"/>
                    <a:pt x="77" y="266"/>
                    <a:pt x="82" y="300"/>
                  </a:cubicBezTo>
                  <a:cubicBezTo>
                    <a:pt x="84" y="321"/>
                    <a:pt x="82" y="345"/>
                    <a:pt x="82" y="345"/>
                  </a:cubicBezTo>
                  <a:cubicBezTo>
                    <a:pt x="84" y="427"/>
                    <a:pt x="62" y="461"/>
                    <a:pt x="54" y="482"/>
                  </a:cubicBezTo>
                  <a:cubicBezTo>
                    <a:pt x="0" y="621"/>
                    <a:pt x="53" y="790"/>
                    <a:pt x="68" y="864"/>
                  </a:cubicBezTo>
                  <a:cubicBezTo>
                    <a:pt x="83" y="938"/>
                    <a:pt x="60" y="1479"/>
                    <a:pt x="60" y="1479"/>
                  </a:cubicBezTo>
                  <a:cubicBezTo>
                    <a:pt x="142" y="1513"/>
                    <a:pt x="212" y="1520"/>
                    <a:pt x="267" y="1516"/>
                  </a:cubicBezTo>
                  <a:cubicBezTo>
                    <a:pt x="284" y="1334"/>
                    <a:pt x="284" y="1334"/>
                    <a:pt x="284" y="1334"/>
                  </a:cubicBezTo>
                  <a:lnTo>
                    <a:pt x="304" y="1511"/>
                  </a:ln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1045" name="Freeform 967">
              <a:extLst>
                <a:ext uri="{FF2B5EF4-FFF2-40B4-BE49-F238E27FC236}">
                  <a16:creationId xmlns:a16="http://schemas.microsoft.com/office/drawing/2014/main" id="{6141301D-19DA-4366-9BBC-D479371891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0" y="1233"/>
              <a:ext cx="9" cy="103"/>
            </a:xfrm>
            <a:custGeom>
              <a:avLst/>
              <a:gdLst>
                <a:gd name="T0" fmla="*/ 21 w 6"/>
                <a:gd name="T1" fmla="*/ 258 h 65"/>
                <a:gd name="T2" fmla="*/ 5 w 6"/>
                <a:gd name="T3" fmla="*/ 138 h 65"/>
                <a:gd name="T4" fmla="*/ 12 w 6"/>
                <a:gd name="T5" fmla="*/ 0 h 6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65">
                  <a:moveTo>
                    <a:pt x="6" y="65"/>
                  </a:moveTo>
                  <a:cubicBezTo>
                    <a:pt x="6" y="55"/>
                    <a:pt x="1" y="46"/>
                    <a:pt x="1" y="35"/>
                  </a:cubicBezTo>
                  <a:cubicBezTo>
                    <a:pt x="2" y="25"/>
                    <a:pt x="0" y="9"/>
                    <a:pt x="3" y="0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1046" name="Freeform 968">
              <a:extLst>
                <a:ext uri="{FF2B5EF4-FFF2-40B4-BE49-F238E27FC236}">
                  <a16:creationId xmlns:a16="http://schemas.microsoft.com/office/drawing/2014/main" id="{6D3308BE-0866-4B84-9315-C2CCAC692E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6" y="1214"/>
              <a:ext cx="15" cy="110"/>
            </a:xfrm>
            <a:custGeom>
              <a:avLst/>
              <a:gdLst>
                <a:gd name="T0" fmla="*/ 35 w 10"/>
                <a:gd name="T1" fmla="*/ 279 h 69"/>
                <a:gd name="T2" fmla="*/ 27 w 10"/>
                <a:gd name="T3" fmla="*/ 142 h 69"/>
                <a:gd name="T4" fmla="*/ 5 w 10"/>
                <a:gd name="T5" fmla="*/ 0 h 6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69">
                  <a:moveTo>
                    <a:pt x="10" y="69"/>
                  </a:moveTo>
                  <a:cubicBezTo>
                    <a:pt x="4" y="64"/>
                    <a:pt x="9" y="43"/>
                    <a:pt x="8" y="35"/>
                  </a:cubicBezTo>
                  <a:cubicBezTo>
                    <a:pt x="7" y="23"/>
                    <a:pt x="0" y="12"/>
                    <a:pt x="1" y="0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1047" name="Freeform 969">
              <a:extLst>
                <a:ext uri="{FF2B5EF4-FFF2-40B4-BE49-F238E27FC236}">
                  <a16:creationId xmlns:a16="http://schemas.microsoft.com/office/drawing/2014/main" id="{714C5AC4-75A3-45D0-8267-BDD23F4CEF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2" y="1225"/>
              <a:ext cx="4" cy="19"/>
            </a:xfrm>
            <a:custGeom>
              <a:avLst/>
              <a:gdLst>
                <a:gd name="T0" fmla="*/ 0 w 3"/>
                <a:gd name="T1" fmla="*/ 48 h 12"/>
                <a:gd name="T2" fmla="*/ 7 w 3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2">
                  <a:moveTo>
                    <a:pt x="0" y="12"/>
                  </a:moveTo>
                  <a:cubicBezTo>
                    <a:pt x="0" y="8"/>
                    <a:pt x="1" y="3"/>
                    <a:pt x="3" y="0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1048" name="Freeform 970">
              <a:extLst>
                <a:ext uri="{FF2B5EF4-FFF2-40B4-BE49-F238E27FC236}">
                  <a16:creationId xmlns:a16="http://schemas.microsoft.com/office/drawing/2014/main" id="{6061F037-FDE7-4A65-B528-DFDBDD6E86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1" y="1242"/>
              <a:ext cx="9" cy="15"/>
            </a:xfrm>
            <a:custGeom>
              <a:avLst/>
              <a:gdLst>
                <a:gd name="T0" fmla="*/ 21 w 6"/>
                <a:gd name="T1" fmla="*/ 42 h 9"/>
                <a:gd name="T2" fmla="*/ 0 w 6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9">
                  <a:moveTo>
                    <a:pt x="6" y="9"/>
                  </a:moveTo>
                  <a:cubicBezTo>
                    <a:pt x="5" y="5"/>
                    <a:pt x="3" y="2"/>
                    <a:pt x="0" y="0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1049" name="Freeform 971">
              <a:extLst>
                <a:ext uri="{FF2B5EF4-FFF2-40B4-BE49-F238E27FC236}">
                  <a16:creationId xmlns:a16="http://schemas.microsoft.com/office/drawing/2014/main" id="{306E0840-34F2-4866-9E26-656165B3540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7" y="1453"/>
              <a:ext cx="254" cy="65"/>
            </a:xfrm>
            <a:custGeom>
              <a:avLst/>
              <a:gdLst>
                <a:gd name="T0" fmla="*/ 0 w 170"/>
                <a:gd name="T1" fmla="*/ 0 h 41"/>
                <a:gd name="T2" fmla="*/ 250 w 170"/>
                <a:gd name="T3" fmla="*/ 111 h 41"/>
                <a:gd name="T4" fmla="*/ 568 w 170"/>
                <a:gd name="T5" fmla="*/ 163 h 41"/>
                <a:gd name="T6" fmla="*/ 230 w 170"/>
                <a:gd name="T7" fmla="*/ 136 h 41"/>
                <a:gd name="T8" fmla="*/ 87 w 170"/>
                <a:gd name="T9" fmla="*/ 120 h 41"/>
                <a:gd name="T10" fmla="*/ 1 w 170"/>
                <a:gd name="T11" fmla="*/ 16 h 4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0" h="41">
                  <a:moveTo>
                    <a:pt x="0" y="0"/>
                  </a:moveTo>
                  <a:cubicBezTo>
                    <a:pt x="14" y="32"/>
                    <a:pt x="47" y="31"/>
                    <a:pt x="75" y="28"/>
                  </a:cubicBezTo>
                  <a:cubicBezTo>
                    <a:pt x="105" y="25"/>
                    <a:pt x="144" y="20"/>
                    <a:pt x="170" y="41"/>
                  </a:cubicBezTo>
                  <a:cubicBezTo>
                    <a:pt x="140" y="22"/>
                    <a:pt x="102" y="32"/>
                    <a:pt x="69" y="34"/>
                  </a:cubicBezTo>
                  <a:cubicBezTo>
                    <a:pt x="55" y="35"/>
                    <a:pt x="39" y="34"/>
                    <a:pt x="26" y="30"/>
                  </a:cubicBezTo>
                  <a:cubicBezTo>
                    <a:pt x="18" y="28"/>
                    <a:pt x="0" y="15"/>
                    <a:pt x="1" y="4"/>
                  </a:cubicBezTo>
                </a:path>
              </a:pathLst>
            </a:custGeom>
            <a:solidFill>
              <a:srgbClr val="8123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1050" name="Freeform 972">
              <a:extLst>
                <a:ext uri="{FF2B5EF4-FFF2-40B4-BE49-F238E27FC236}">
                  <a16:creationId xmlns:a16="http://schemas.microsoft.com/office/drawing/2014/main" id="{A26B8EC7-B128-4315-935D-2E5BB95CCA8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0" y="1381"/>
              <a:ext cx="83" cy="116"/>
            </a:xfrm>
            <a:custGeom>
              <a:avLst/>
              <a:gdLst>
                <a:gd name="T0" fmla="*/ 6 w 56"/>
                <a:gd name="T1" fmla="*/ 0 h 73"/>
                <a:gd name="T2" fmla="*/ 6 w 56"/>
                <a:gd name="T3" fmla="*/ 102 h 73"/>
                <a:gd name="T4" fmla="*/ 33 w 56"/>
                <a:gd name="T5" fmla="*/ 197 h 73"/>
                <a:gd name="T6" fmla="*/ 95 w 56"/>
                <a:gd name="T7" fmla="*/ 273 h 73"/>
                <a:gd name="T8" fmla="*/ 182 w 56"/>
                <a:gd name="T9" fmla="*/ 286 h 73"/>
                <a:gd name="T10" fmla="*/ 49 w 56"/>
                <a:gd name="T11" fmla="*/ 181 h 73"/>
                <a:gd name="T12" fmla="*/ 1 w 56"/>
                <a:gd name="T13" fmla="*/ 13 h 7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6" h="73">
                  <a:moveTo>
                    <a:pt x="2" y="0"/>
                  </a:moveTo>
                  <a:cubicBezTo>
                    <a:pt x="0" y="7"/>
                    <a:pt x="2" y="18"/>
                    <a:pt x="2" y="25"/>
                  </a:cubicBezTo>
                  <a:cubicBezTo>
                    <a:pt x="3" y="35"/>
                    <a:pt x="6" y="42"/>
                    <a:pt x="10" y="49"/>
                  </a:cubicBezTo>
                  <a:cubicBezTo>
                    <a:pt x="15" y="57"/>
                    <a:pt x="21" y="64"/>
                    <a:pt x="29" y="68"/>
                  </a:cubicBezTo>
                  <a:cubicBezTo>
                    <a:pt x="37" y="73"/>
                    <a:pt x="47" y="71"/>
                    <a:pt x="56" y="71"/>
                  </a:cubicBezTo>
                  <a:cubicBezTo>
                    <a:pt x="43" y="69"/>
                    <a:pt x="22" y="57"/>
                    <a:pt x="15" y="45"/>
                  </a:cubicBezTo>
                  <a:cubicBezTo>
                    <a:pt x="6" y="32"/>
                    <a:pt x="4" y="17"/>
                    <a:pt x="1" y="3"/>
                  </a:cubicBezTo>
                </a:path>
              </a:pathLst>
            </a:custGeom>
            <a:solidFill>
              <a:srgbClr val="BC49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1051" name="Freeform 973">
              <a:extLst>
                <a:ext uri="{FF2B5EF4-FFF2-40B4-BE49-F238E27FC236}">
                  <a16:creationId xmlns:a16="http://schemas.microsoft.com/office/drawing/2014/main" id="{732D1203-35F3-4B92-AAE0-FB30620A75F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0" y="1418"/>
              <a:ext cx="75" cy="90"/>
            </a:xfrm>
            <a:custGeom>
              <a:avLst/>
              <a:gdLst>
                <a:gd name="T0" fmla="*/ 0 w 50"/>
                <a:gd name="T1" fmla="*/ 204 h 57"/>
                <a:gd name="T2" fmla="*/ 147 w 50"/>
                <a:gd name="T3" fmla="*/ 145 h 57"/>
                <a:gd name="T4" fmla="*/ 170 w 50"/>
                <a:gd name="T5" fmla="*/ 0 h 57"/>
                <a:gd name="T6" fmla="*/ 113 w 50"/>
                <a:gd name="T7" fmla="*/ 163 h 57"/>
                <a:gd name="T8" fmla="*/ 0 w 50"/>
                <a:gd name="T9" fmla="*/ 210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57">
                  <a:moveTo>
                    <a:pt x="0" y="52"/>
                  </a:moveTo>
                  <a:cubicBezTo>
                    <a:pt x="16" y="57"/>
                    <a:pt x="32" y="51"/>
                    <a:pt x="43" y="37"/>
                  </a:cubicBezTo>
                  <a:cubicBezTo>
                    <a:pt x="50" y="28"/>
                    <a:pt x="50" y="13"/>
                    <a:pt x="50" y="0"/>
                  </a:cubicBezTo>
                  <a:cubicBezTo>
                    <a:pt x="50" y="15"/>
                    <a:pt x="44" y="32"/>
                    <a:pt x="33" y="41"/>
                  </a:cubicBezTo>
                  <a:cubicBezTo>
                    <a:pt x="24" y="48"/>
                    <a:pt x="10" y="56"/>
                    <a:pt x="0" y="53"/>
                  </a:cubicBezTo>
                </a:path>
              </a:pathLst>
            </a:custGeom>
            <a:solidFill>
              <a:srgbClr val="BC49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1052" name="Freeform 974">
              <a:extLst>
                <a:ext uri="{FF2B5EF4-FFF2-40B4-BE49-F238E27FC236}">
                  <a16:creationId xmlns:a16="http://schemas.microsoft.com/office/drawing/2014/main" id="{A6C14D7E-4232-41BD-9AE2-07137A7FB42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4" y="1100"/>
              <a:ext cx="33" cy="206"/>
            </a:xfrm>
            <a:custGeom>
              <a:avLst/>
              <a:gdLst>
                <a:gd name="T0" fmla="*/ 0 w 22"/>
                <a:gd name="T1" fmla="*/ 525 h 129"/>
                <a:gd name="T2" fmla="*/ 75 w 22"/>
                <a:gd name="T3" fmla="*/ 0 h 129"/>
                <a:gd name="T4" fmla="*/ 0 w 22"/>
                <a:gd name="T5" fmla="*/ 525 h 1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29">
                  <a:moveTo>
                    <a:pt x="0" y="129"/>
                  </a:moveTo>
                  <a:cubicBezTo>
                    <a:pt x="0" y="129"/>
                    <a:pt x="3" y="40"/>
                    <a:pt x="22" y="0"/>
                  </a:cubicBezTo>
                  <a:cubicBezTo>
                    <a:pt x="22" y="0"/>
                    <a:pt x="5" y="54"/>
                    <a:pt x="0" y="129"/>
                  </a:cubicBezTo>
                  <a:close/>
                </a:path>
              </a:pathLst>
            </a:custGeom>
            <a:solidFill>
              <a:srgbClr val="BC49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1053" name="Freeform 975">
              <a:extLst>
                <a:ext uri="{FF2B5EF4-FFF2-40B4-BE49-F238E27FC236}">
                  <a16:creationId xmlns:a16="http://schemas.microsoft.com/office/drawing/2014/main" id="{A8A7D7DF-3FFF-40B6-B6C8-5884FE1C821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3" y="1217"/>
              <a:ext cx="10" cy="63"/>
            </a:xfrm>
            <a:custGeom>
              <a:avLst/>
              <a:gdLst>
                <a:gd name="T0" fmla="*/ 20 w 7"/>
                <a:gd name="T1" fmla="*/ 0 h 40"/>
                <a:gd name="T2" fmla="*/ 6 w 7"/>
                <a:gd name="T3" fmla="*/ 156 h 40"/>
                <a:gd name="T4" fmla="*/ 20 w 7"/>
                <a:gd name="T5" fmla="*/ 0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40">
                  <a:moveTo>
                    <a:pt x="7" y="0"/>
                  </a:moveTo>
                  <a:cubicBezTo>
                    <a:pt x="7" y="0"/>
                    <a:pt x="0" y="19"/>
                    <a:pt x="2" y="40"/>
                  </a:cubicBezTo>
                  <a:cubicBezTo>
                    <a:pt x="2" y="40"/>
                    <a:pt x="4" y="4"/>
                    <a:pt x="7" y="0"/>
                  </a:cubicBezTo>
                  <a:close/>
                </a:path>
              </a:pathLst>
            </a:custGeom>
            <a:solidFill>
              <a:srgbClr val="BC49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1054" name="Freeform 976">
              <a:extLst>
                <a:ext uri="{FF2B5EF4-FFF2-40B4-BE49-F238E27FC236}">
                  <a16:creationId xmlns:a16="http://schemas.microsoft.com/office/drawing/2014/main" id="{1D9415BA-8A04-49D3-802E-BC163D45E2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5" y="1225"/>
              <a:ext cx="13" cy="89"/>
            </a:xfrm>
            <a:custGeom>
              <a:avLst/>
              <a:gdLst>
                <a:gd name="T0" fmla="*/ 13 w 9"/>
                <a:gd name="T1" fmla="*/ 0 h 56"/>
                <a:gd name="T2" fmla="*/ 13 w 9"/>
                <a:gd name="T3" fmla="*/ 68 h 56"/>
                <a:gd name="T4" fmla="*/ 13 w 9"/>
                <a:gd name="T5" fmla="*/ 224 h 56"/>
                <a:gd name="T6" fmla="*/ 25 w 9"/>
                <a:gd name="T7" fmla="*/ 81 h 56"/>
                <a:gd name="T8" fmla="*/ 13 w 9"/>
                <a:gd name="T9" fmla="*/ 0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56">
                  <a:moveTo>
                    <a:pt x="4" y="0"/>
                  </a:moveTo>
                  <a:cubicBezTo>
                    <a:pt x="4" y="0"/>
                    <a:pt x="0" y="10"/>
                    <a:pt x="4" y="17"/>
                  </a:cubicBezTo>
                  <a:cubicBezTo>
                    <a:pt x="7" y="24"/>
                    <a:pt x="4" y="54"/>
                    <a:pt x="4" y="56"/>
                  </a:cubicBezTo>
                  <a:cubicBezTo>
                    <a:pt x="4" y="56"/>
                    <a:pt x="9" y="28"/>
                    <a:pt x="8" y="20"/>
                  </a:cubicBezTo>
                  <a:cubicBezTo>
                    <a:pt x="6" y="13"/>
                    <a:pt x="3" y="3"/>
                    <a:pt x="4" y="0"/>
                  </a:cubicBezTo>
                  <a:close/>
                </a:path>
              </a:pathLst>
            </a:custGeom>
            <a:solidFill>
              <a:srgbClr val="BC49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1055" name="Freeform 977">
              <a:extLst>
                <a:ext uri="{FF2B5EF4-FFF2-40B4-BE49-F238E27FC236}">
                  <a16:creationId xmlns:a16="http://schemas.microsoft.com/office/drawing/2014/main" id="{4A3C9FC2-AD5B-4C8A-86A8-C7E04AA75C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3" y="1719"/>
              <a:ext cx="195" cy="449"/>
            </a:xfrm>
            <a:custGeom>
              <a:avLst/>
              <a:gdLst>
                <a:gd name="T0" fmla="*/ 418 w 131"/>
                <a:gd name="T1" fmla="*/ 1130 h 282"/>
                <a:gd name="T2" fmla="*/ 28 w 131"/>
                <a:gd name="T3" fmla="*/ 715 h 282"/>
                <a:gd name="T4" fmla="*/ 13 w 131"/>
                <a:gd name="T5" fmla="*/ 326 h 282"/>
                <a:gd name="T6" fmla="*/ 63 w 131"/>
                <a:gd name="T7" fmla="*/ 0 h 282"/>
                <a:gd name="T8" fmla="*/ 36 w 131"/>
                <a:gd name="T9" fmla="*/ 271 h 282"/>
                <a:gd name="T10" fmla="*/ 33 w 131"/>
                <a:gd name="T11" fmla="*/ 479 h 282"/>
                <a:gd name="T12" fmla="*/ 86 w 131"/>
                <a:gd name="T13" fmla="*/ 787 h 282"/>
                <a:gd name="T14" fmla="*/ 244 w 131"/>
                <a:gd name="T15" fmla="*/ 1016 h 282"/>
                <a:gd name="T16" fmla="*/ 426 w 131"/>
                <a:gd name="T17" fmla="*/ 1130 h 282"/>
                <a:gd name="T18" fmla="*/ 423 w 131"/>
                <a:gd name="T19" fmla="*/ 1134 h 28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1" h="282">
                  <a:moveTo>
                    <a:pt x="127" y="280"/>
                  </a:moveTo>
                  <a:cubicBezTo>
                    <a:pt x="82" y="259"/>
                    <a:pt x="25" y="235"/>
                    <a:pt x="9" y="177"/>
                  </a:cubicBezTo>
                  <a:cubicBezTo>
                    <a:pt x="0" y="147"/>
                    <a:pt x="0" y="112"/>
                    <a:pt x="4" y="81"/>
                  </a:cubicBezTo>
                  <a:cubicBezTo>
                    <a:pt x="8" y="54"/>
                    <a:pt x="17" y="27"/>
                    <a:pt x="19" y="0"/>
                  </a:cubicBezTo>
                  <a:cubicBezTo>
                    <a:pt x="25" y="21"/>
                    <a:pt x="13" y="47"/>
                    <a:pt x="11" y="67"/>
                  </a:cubicBezTo>
                  <a:cubicBezTo>
                    <a:pt x="9" y="84"/>
                    <a:pt x="10" y="102"/>
                    <a:pt x="10" y="119"/>
                  </a:cubicBezTo>
                  <a:cubicBezTo>
                    <a:pt x="10" y="147"/>
                    <a:pt x="15" y="171"/>
                    <a:pt x="26" y="195"/>
                  </a:cubicBezTo>
                  <a:cubicBezTo>
                    <a:pt x="36" y="217"/>
                    <a:pt x="54" y="241"/>
                    <a:pt x="74" y="252"/>
                  </a:cubicBezTo>
                  <a:cubicBezTo>
                    <a:pt x="92" y="262"/>
                    <a:pt x="112" y="270"/>
                    <a:pt x="129" y="280"/>
                  </a:cubicBezTo>
                  <a:cubicBezTo>
                    <a:pt x="131" y="282"/>
                    <a:pt x="129" y="280"/>
                    <a:pt x="128" y="281"/>
                  </a:cubicBezTo>
                </a:path>
              </a:pathLst>
            </a:custGeom>
            <a:solidFill>
              <a:srgbClr val="8123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1056" name="Freeform 978">
              <a:extLst>
                <a:ext uri="{FF2B5EF4-FFF2-40B4-BE49-F238E27FC236}">
                  <a16:creationId xmlns:a16="http://schemas.microsoft.com/office/drawing/2014/main" id="{1BAC1DD7-7769-4AC1-965B-189654CD640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0" y="1969"/>
              <a:ext cx="94" cy="127"/>
            </a:xfrm>
            <a:custGeom>
              <a:avLst/>
              <a:gdLst>
                <a:gd name="T0" fmla="*/ 19 w 63"/>
                <a:gd name="T1" fmla="*/ 0 h 80"/>
                <a:gd name="T2" fmla="*/ 76 w 63"/>
                <a:gd name="T3" fmla="*/ 210 h 80"/>
                <a:gd name="T4" fmla="*/ 209 w 63"/>
                <a:gd name="T5" fmla="*/ 321 h 80"/>
                <a:gd name="T6" fmla="*/ 15 w 63"/>
                <a:gd name="T7" fmla="*/ 0 h 8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3" h="80">
                  <a:moveTo>
                    <a:pt x="6" y="0"/>
                  </a:moveTo>
                  <a:cubicBezTo>
                    <a:pt x="0" y="15"/>
                    <a:pt x="15" y="42"/>
                    <a:pt x="23" y="52"/>
                  </a:cubicBezTo>
                  <a:cubicBezTo>
                    <a:pt x="35" y="65"/>
                    <a:pt x="47" y="74"/>
                    <a:pt x="63" y="80"/>
                  </a:cubicBezTo>
                  <a:cubicBezTo>
                    <a:pt x="38" y="66"/>
                    <a:pt x="14" y="29"/>
                    <a:pt x="5" y="0"/>
                  </a:cubicBezTo>
                </a:path>
              </a:pathLst>
            </a:custGeom>
            <a:solidFill>
              <a:srgbClr val="8123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1057" name="Freeform 979">
              <a:extLst>
                <a:ext uri="{FF2B5EF4-FFF2-40B4-BE49-F238E27FC236}">
                  <a16:creationId xmlns:a16="http://schemas.microsoft.com/office/drawing/2014/main" id="{C80A0027-FE78-4900-961B-7AA66BC032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8" y="1878"/>
              <a:ext cx="45" cy="182"/>
            </a:xfrm>
            <a:custGeom>
              <a:avLst/>
              <a:gdLst>
                <a:gd name="T0" fmla="*/ 12 w 30"/>
                <a:gd name="T1" fmla="*/ 0 h 114"/>
                <a:gd name="T2" fmla="*/ 18 w 30"/>
                <a:gd name="T3" fmla="*/ 236 h 114"/>
                <a:gd name="T4" fmla="*/ 54 w 30"/>
                <a:gd name="T5" fmla="*/ 354 h 114"/>
                <a:gd name="T6" fmla="*/ 80 w 30"/>
                <a:gd name="T7" fmla="*/ 415 h 114"/>
                <a:gd name="T8" fmla="*/ 102 w 30"/>
                <a:gd name="T9" fmla="*/ 465 h 114"/>
                <a:gd name="T10" fmla="*/ 35 w 30"/>
                <a:gd name="T11" fmla="*/ 358 h 114"/>
                <a:gd name="T12" fmla="*/ 8 w 30"/>
                <a:gd name="T13" fmla="*/ 227 h 114"/>
                <a:gd name="T14" fmla="*/ 0 w 30"/>
                <a:gd name="T15" fmla="*/ 97 h 114"/>
                <a:gd name="T16" fmla="*/ 12 w 30"/>
                <a:gd name="T17" fmla="*/ 13 h 11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0" h="114">
                  <a:moveTo>
                    <a:pt x="3" y="0"/>
                  </a:moveTo>
                  <a:cubicBezTo>
                    <a:pt x="0" y="20"/>
                    <a:pt x="1" y="39"/>
                    <a:pt x="5" y="58"/>
                  </a:cubicBezTo>
                  <a:cubicBezTo>
                    <a:pt x="7" y="68"/>
                    <a:pt x="12" y="77"/>
                    <a:pt x="16" y="87"/>
                  </a:cubicBezTo>
                  <a:cubicBezTo>
                    <a:pt x="18" y="92"/>
                    <a:pt x="21" y="97"/>
                    <a:pt x="23" y="102"/>
                  </a:cubicBezTo>
                  <a:cubicBezTo>
                    <a:pt x="25" y="106"/>
                    <a:pt x="29" y="110"/>
                    <a:pt x="30" y="114"/>
                  </a:cubicBezTo>
                  <a:cubicBezTo>
                    <a:pt x="21" y="110"/>
                    <a:pt x="14" y="97"/>
                    <a:pt x="10" y="88"/>
                  </a:cubicBezTo>
                  <a:cubicBezTo>
                    <a:pt x="4" y="79"/>
                    <a:pt x="4" y="67"/>
                    <a:pt x="2" y="56"/>
                  </a:cubicBezTo>
                  <a:cubicBezTo>
                    <a:pt x="0" y="45"/>
                    <a:pt x="0" y="35"/>
                    <a:pt x="0" y="24"/>
                  </a:cubicBezTo>
                  <a:cubicBezTo>
                    <a:pt x="0" y="17"/>
                    <a:pt x="0" y="9"/>
                    <a:pt x="3" y="3"/>
                  </a:cubicBezTo>
                </a:path>
              </a:pathLst>
            </a:custGeom>
            <a:solidFill>
              <a:srgbClr val="BC49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1058" name="Freeform 980">
              <a:extLst>
                <a:ext uri="{FF2B5EF4-FFF2-40B4-BE49-F238E27FC236}">
                  <a16:creationId xmlns:a16="http://schemas.microsoft.com/office/drawing/2014/main" id="{30A4C41B-166D-41A4-B1AE-DE34B598E3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3" y="3322"/>
              <a:ext cx="287" cy="92"/>
            </a:xfrm>
            <a:custGeom>
              <a:avLst/>
              <a:gdLst>
                <a:gd name="T0" fmla="*/ 0 w 192"/>
                <a:gd name="T1" fmla="*/ 35 h 58"/>
                <a:gd name="T2" fmla="*/ 641 w 192"/>
                <a:gd name="T3" fmla="*/ 184 h 58"/>
                <a:gd name="T4" fmla="*/ 0 w 192"/>
                <a:gd name="T5" fmla="*/ 0 h 58"/>
                <a:gd name="T6" fmla="*/ 0 w 192"/>
                <a:gd name="T7" fmla="*/ 35 h 5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2" h="58">
                  <a:moveTo>
                    <a:pt x="0" y="9"/>
                  </a:moveTo>
                  <a:cubicBezTo>
                    <a:pt x="0" y="9"/>
                    <a:pt x="104" y="58"/>
                    <a:pt x="192" y="46"/>
                  </a:cubicBezTo>
                  <a:cubicBezTo>
                    <a:pt x="192" y="46"/>
                    <a:pt x="67" y="47"/>
                    <a:pt x="0" y="0"/>
                  </a:cubicBezTo>
                  <a:lnTo>
                    <a:pt x="0" y="9"/>
                  </a:lnTo>
                  <a:close/>
                </a:path>
              </a:pathLst>
            </a:custGeom>
            <a:solidFill>
              <a:srgbClr val="BC49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1059" name="Freeform 981">
              <a:extLst>
                <a:ext uri="{FF2B5EF4-FFF2-40B4-BE49-F238E27FC236}">
                  <a16:creationId xmlns:a16="http://schemas.microsoft.com/office/drawing/2014/main" id="{559F755A-C535-497A-8875-3EA1D0BA16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0" y="2278"/>
              <a:ext cx="57" cy="437"/>
            </a:xfrm>
            <a:custGeom>
              <a:avLst/>
              <a:gdLst>
                <a:gd name="T0" fmla="*/ 0 w 38"/>
                <a:gd name="T1" fmla="*/ 0 h 274"/>
                <a:gd name="T2" fmla="*/ 39 w 38"/>
                <a:gd name="T3" fmla="*/ 1112 h 274"/>
                <a:gd name="T4" fmla="*/ 0 w 38"/>
                <a:gd name="T5" fmla="*/ 0 h 27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274">
                  <a:moveTo>
                    <a:pt x="0" y="0"/>
                  </a:moveTo>
                  <a:cubicBezTo>
                    <a:pt x="0" y="0"/>
                    <a:pt x="24" y="49"/>
                    <a:pt x="11" y="274"/>
                  </a:cubicBezTo>
                  <a:cubicBezTo>
                    <a:pt x="11" y="274"/>
                    <a:pt x="38" y="74"/>
                    <a:pt x="0" y="0"/>
                  </a:cubicBezTo>
                  <a:close/>
                </a:path>
              </a:pathLst>
            </a:custGeom>
            <a:solidFill>
              <a:srgbClr val="BC49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</p:grpSp>
      <p:grpSp>
        <p:nvGrpSpPr>
          <p:cNvPr id="40970" name="Group 982">
            <a:extLst>
              <a:ext uri="{FF2B5EF4-FFF2-40B4-BE49-F238E27FC236}">
                <a16:creationId xmlns:a16="http://schemas.microsoft.com/office/drawing/2014/main" id="{818253CD-BAB5-4FF0-90C6-111A483F030B}"/>
              </a:ext>
            </a:extLst>
          </p:cNvPr>
          <p:cNvGrpSpPr>
            <a:grpSpLocks/>
          </p:cNvGrpSpPr>
          <p:nvPr/>
        </p:nvGrpSpPr>
        <p:grpSpPr bwMode="auto">
          <a:xfrm>
            <a:off x="8743950" y="6062663"/>
            <a:ext cx="849313" cy="447675"/>
            <a:chOff x="4409" y="3555"/>
            <a:chExt cx="897" cy="472"/>
          </a:xfrm>
        </p:grpSpPr>
        <p:sp>
          <p:nvSpPr>
            <p:cNvPr id="41017" name="Freeform 983">
              <a:extLst>
                <a:ext uri="{FF2B5EF4-FFF2-40B4-BE49-F238E27FC236}">
                  <a16:creationId xmlns:a16="http://schemas.microsoft.com/office/drawing/2014/main" id="{36798FA6-9A8A-449E-8885-81BA1D1F58D1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1" y="3555"/>
              <a:ext cx="300" cy="472"/>
            </a:xfrm>
            <a:custGeom>
              <a:avLst/>
              <a:gdLst>
                <a:gd name="T0" fmla="*/ 175 w 120"/>
                <a:gd name="T1" fmla="*/ 0 h 177"/>
                <a:gd name="T2" fmla="*/ 1063 w 120"/>
                <a:gd name="T3" fmla="*/ 0 h 177"/>
                <a:gd name="T4" fmla="*/ 1145 w 120"/>
                <a:gd name="T5" fmla="*/ 285 h 177"/>
                <a:gd name="T6" fmla="*/ 1470 w 120"/>
                <a:gd name="T7" fmla="*/ 1480 h 177"/>
                <a:gd name="T8" fmla="*/ 1720 w 120"/>
                <a:gd name="T9" fmla="*/ 2013 h 177"/>
                <a:gd name="T10" fmla="*/ 1845 w 120"/>
                <a:gd name="T11" fmla="*/ 2616 h 177"/>
                <a:gd name="T12" fmla="*/ 1783 w 120"/>
                <a:gd name="T13" fmla="*/ 2824 h 177"/>
                <a:gd name="T14" fmla="*/ 300 w 120"/>
                <a:gd name="T15" fmla="*/ 2957 h 177"/>
                <a:gd name="T16" fmla="*/ 250 w 120"/>
                <a:gd name="T17" fmla="*/ 2765 h 177"/>
                <a:gd name="T18" fmla="*/ 188 w 120"/>
                <a:gd name="T19" fmla="*/ 2275 h 177"/>
                <a:gd name="T20" fmla="*/ 63 w 120"/>
                <a:gd name="T21" fmla="*/ 1173 h 177"/>
                <a:gd name="T22" fmla="*/ 158 w 120"/>
                <a:gd name="T23" fmla="*/ 307 h 177"/>
                <a:gd name="T24" fmla="*/ 175 w 120"/>
                <a:gd name="T25" fmla="*/ 0 h 17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20" h="177">
                  <a:moveTo>
                    <a:pt x="11" y="0"/>
                  </a:moveTo>
                  <a:cubicBezTo>
                    <a:pt x="11" y="0"/>
                    <a:pt x="48" y="11"/>
                    <a:pt x="68" y="0"/>
                  </a:cubicBezTo>
                  <a:cubicBezTo>
                    <a:pt x="68" y="0"/>
                    <a:pt x="78" y="4"/>
                    <a:pt x="73" y="15"/>
                  </a:cubicBezTo>
                  <a:cubicBezTo>
                    <a:pt x="94" y="78"/>
                    <a:pt x="94" y="78"/>
                    <a:pt x="94" y="78"/>
                  </a:cubicBezTo>
                  <a:cubicBezTo>
                    <a:pt x="94" y="78"/>
                    <a:pt x="104" y="96"/>
                    <a:pt x="110" y="106"/>
                  </a:cubicBezTo>
                  <a:cubicBezTo>
                    <a:pt x="117" y="118"/>
                    <a:pt x="120" y="123"/>
                    <a:pt x="118" y="138"/>
                  </a:cubicBezTo>
                  <a:cubicBezTo>
                    <a:pt x="118" y="138"/>
                    <a:pt x="119" y="143"/>
                    <a:pt x="114" y="149"/>
                  </a:cubicBezTo>
                  <a:cubicBezTo>
                    <a:pt x="107" y="158"/>
                    <a:pt x="52" y="177"/>
                    <a:pt x="19" y="156"/>
                  </a:cubicBezTo>
                  <a:cubicBezTo>
                    <a:pt x="19" y="156"/>
                    <a:pt x="15" y="152"/>
                    <a:pt x="16" y="146"/>
                  </a:cubicBezTo>
                  <a:cubicBezTo>
                    <a:pt x="16" y="146"/>
                    <a:pt x="10" y="138"/>
                    <a:pt x="12" y="120"/>
                  </a:cubicBezTo>
                  <a:cubicBezTo>
                    <a:pt x="13" y="102"/>
                    <a:pt x="0" y="82"/>
                    <a:pt x="4" y="62"/>
                  </a:cubicBezTo>
                  <a:cubicBezTo>
                    <a:pt x="9" y="43"/>
                    <a:pt x="10" y="16"/>
                    <a:pt x="10" y="16"/>
                  </a:cubicBezTo>
                  <a:cubicBezTo>
                    <a:pt x="10" y="16"/>
                    <a:pt x="2" y="8"/>
                    <a:pt x="11" y="0"/>
                  </a:cubicBezTo>
                  <a:close/>
                </a:path>
              </a:pathLst>
            </a:custGeom>
            <a:solidFill>
              <a:srgbClr val="52225B"/>
            </a:solidFill>
            <a:ln w="7938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fr-FR"/>
            </a:p>
          </p:txBody>
        </p:sp>
        <p:sp>
          <p:nvSpPr>
            <p:cNvPr id="41018" name="Freeform 984">
              <a:extLst>
                <a:ext uri="{FF2B5EF4-FFF2-40B4-BE49-F238E27FC236}">
                  <a16:creationId xmlns:a16="http://schemas.microsoft.com/office/drawing/2014/main" id="{36BB4B4B-7556-4226-8B0F-3EC024651181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1" y="3923"/>
              <a:ext cx="255" cy="64"/>
            </a:xfrm>
            <a:custGeom>
              <a:avLst/>
              <a:gdLst>
                <a:gd name="T0" fmla="*/ 0 w 102"/>
                <a:gd name="T1" fmla="*/ 149 h 24"/>
                <a:gd name="T2" fmla="*/ 533 w 102"/>
                <a:gd name="T3" fmla="*/ 456 h 24"/>
                <a:gd name="T4" fmla="*/ 1595 w 102"/>
                <a:gd name="T5" fmla="*/ 0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2" h="24">
                  <a:moveTo>
                    <a:pt x="0" y="8"/>
                  </a:moveTo>
                  <a:cubicBezTo>
                    <a:pt x="0" y="8"/>
                    <a:pt x="5" y="24"/>
                    <a:pt x="34" y="24"/>
                  </a:cubicBezTo>
                  <a:cubicBezTo>
                    <a:pt x="63" y="24"/>
                    <a:pt x="98" y="18"/>
                    <a:pt x="102" y="0"/>
                  </a:cubicBezTo>
                </a:path>
              </a:pathLst>
            </a:custGeom>
            <a:noFill/>
            <a:ln w="7938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1019" name="Freeform 985">
              <a:extLst>
                <a:ext uri="{FF2B5EF4-FFF2-40B4-BE49-F238E27FC236}">
                  <a16:creationId xmlns:a16="http://schemas.microsoft.com/office/drawing/2014/main" id="{33EF4E50-55D8-48E1-9B52-D9A94031C274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6" y="3568"/>
              <a:ext cx="55" cy="216"/>
            </a:xfrm>
            <a:custGeom>
              <a:avLst/>
              <a:gdLst>
                <a:gd name="T0" fmla="*/ 0 w 22"/>
                <a:gd name="T1" fmla="*/ 0 h 81"/>
                <a:gd name="T2" fmla="*/ 83 w 22"/>
                <a:gd name="T3" fmla="*/ 248 h 81"/>
                <a:gd name="T4" fmla="*/ 345 w 22"/>
                <a:gd name="T5" fmla="*/ 1536 h 8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81">
                  <a:moveTo>
                    <a:pt x="0" y="0"/>
                  </a:moveTo>
                  <a:cubicBezTo>
                    <a:pt x="0" y="0"/>
                    <a:pt x="8" y="4"/>
                    <a:pt x="5" y="13"/>
                  </a:cubicBezTo>
                  <a:cubicBezTo>
                    <a:pt x="5" y="13"/>
                    <a:pt x="15" y="67"/>
                    <a:pt x="22" y="81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1020" name="Freeform 986">
              <a:extLst>
                <a:ext uri="{FF2B5EF4-FFF2-40B4-BE49-F238E27FC236}">
                  <a16:creationId xmlns:a16="http://schemas.microsoft.com/office/drawing/2014/main" id="{696E7DD7-2196-4A58-873B-5ACEEEEAD55B}"/>
                </a:ext>
              </a:extLst>
            </p:cNvPr>
            <p:cNvSpPr>
              <a:spLocks/>
            </p:cNvSpPr>
            <p:nvPr/>
          </p:nvSpPr>
          <p:spPr bwMode="auto">
            <a:xfrm>
              <a:off x="5094" y="3717"/>
              <a:ext cx="142" cy="67"/>
            </a:xfrm>
            <a:custGeom>
              <a:avLst/>
              <a:gdLst>
                <a:gd name="T0" fmla="*/ 882 w 57"/>
                <a:gd name="T1" fmla="*/ 330 h 25"/>
                <a:gd name="T2" fmla="*/ 42 w 57"/>
                <a:gd name="T3" fmla="*/ 482 h 25"/>
                <a:gd name="T4" fmla="*/ 0 w 57"/>
                <a:gd name="T5" fmla="*/ 193 h 25"/>
                <a:gd name="T6" fmla="*/ 820 w 57"/>
                <a:gd name="T7" fmla="*/ 56 h 25"/>
                <a:gd name="T8" fmla="*/ 882 w 57"/>
                <a:gd name="T9" fmla="*/ 330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7" h="25">
                  <a:moveTo>
                    <a:pt x="57" y="17"/>
                  </a:moveTo>
                  <a:cubicBezTo>
                    <a:pt x="57" y="17"/>
                    <a:pt x="22" y="12"/>
                    <a:pt x="3" y="25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10"/>
                    <a:pt x="20" y="0"/>
                    <a:pt x="53" y="3"/>
                  </a:cubicBezTo>
                  <a:lnTo>
                    <a:pt x="57" y="17"/>
                  </a:lnTo>
                  <a:close/>
                </a:path>
              </a:pathLst>
            </a:custGeom>
            <a:solidFill>
              <a:srgbClr val="52225B"/>
            </a:solidFill>
            <a:ln w="7938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fr-FR"/>
            </a:p>
          </p:txBody>
        </p:sp>
        <p:sp>
          <p:nvSpPr>
            <p:cNvPr id="41021" name="Freeform 987">
              <a:extLst>
                <a:ext uri="{FF2B5EF4-FFF2-40B4-BE49-F238E27FC236}">
                  <a16:creationId xmlns:a16="http://schemas.microsoft.com/office/drawing/2014/main" id="{BC889350-4A1C-47CF-97A7-69C72129131E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1" y="3632"/>
              <a:ext cx="133" cy="80"/>
            </a:xfrm>
            <a:custGeom>
              <a:avLst/>
              <a:gdLst>
                <a:gd name="T0" fmla="*/ 838 w 53"/>
                <a:gd name="T1" fmla="*/ 456 h 30"/>
                <a:gd name="T2" fmla="*/ 50 w 53"/>
                <a:gd name="T3" fmla="*/ 568 h 30"/>
                <a:gd name="T4" fmla="*/ 0 w 53"/>
                <a:gd name="T5" fmla="*/ 227 h 30"/>
                <a:gd name="T6" fmla="*/ 755 w 53"/>
                <a:gd name="T7" fmla="*/ 149 h 30"/>
                <a:gd name="T8" fmla="*/ 838 w 53"/>
                <a:gd name="T9" fmla="*/ 456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" h="30">
                  <a:moveTo>
                    <a:pt x="53" y="24"/>
                  </a:moveTo>
                  <a:cubicBezTo>
                    <a:pt x="53" y="24"/>
                    <a:pt x="24" y="18"/>
                    <a:pt x="3" y="30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12"/>
                    <a:pt x="29" y="0"/>
                    <a:pt x="48" y="8"/>
                  </a:cubicBezTo>
                  <a:lnTo>
                    <a:pt x="53" y="24"/>
                  </a:lnTo>
                  <a:close/>
                </a:path>
              </a:pathLst>
            </a:custGeom>
            <a:solidFill>
              <a:srgbClr val="52225B"/>
            </a:solidFill>
            <a:ln w="7938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fr-FR"/>
            </a:p>
          </p:txBody>
        </p:sp>
        <p:sp>
          <p:nvSpPr>
            <p:cNvPr id="41022" name="Freeform 988">
              <a:extLst>
                <a:ext uri="{FF2B5EF4-FFF2-40B4-BE49-F238E27FC236}">
                  <a16:creationId xmlns:a16="http://schemas.microsoft.com/office/drawing/2014/main" id="{FC823A71-D185-44EB-ACF0-9D84B9A7A239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4" y="3565"/>
              <a:ext cx="87" cy="408"/>
            </a:xfrm>
            <a:custGeom>
              <a:avLst/>
              <a:gdLst>
                <a:gd name="T0" fmla="*/ 104 w 35"/>
                <a:gd name="T1" fmla="*/ 0 h 153"/>
                <a:gd name="T2" fmla="*/ 124 w 35"/>
                <a:gd name="T3" fmla="*/ 264 h 153"/>
                <a:gd name="T4" fmla="*/ 92 w 35"/>
                <a:gd name="T5" fmla="*/ 717 h 153"/>
                <a:gd name="T6" fmla="*/ 42 w 35"/>
                <a:gd name="T7" fmla="*/ 1195 h 153"/>
                <a:gd name="T8" fmla="*/ 154 w 35"/>
                <a:gd name="T9" fmla="*/ 1912 h 153"/>
                <a:gd name="T10" fmla="*/ 154 w 35"/>
                <a:gd name="T11" fmla="*/ 2219 h 153"/>
                <a:gd name="T12" fmla="*/ 199 w 35"/>
                <a:gd name="T13" fmla="*/ 2504 h 153"/>
                <a:gd name="T14" fmla="*/ 308 w 35"/>
                <a:gd name="T15" fmla="*/ 2752 h 153"/>
                <a:gd name="T16" fmla="*/ 403 w 35"/>
                <a:gd name="T17" fmla="*/ 2845 h 153"/>
                <a:gd name="T18" fmla="*/ 537 w 35"/>
                <a:gd name="T19" fmla="*/ 2901 h 153"/>
                <a:gd name="T20" fmla="*/ 403 w 35"/>
                <a:gd name="T21" fmla="*/ 2752 h 153"/>
                <a:gd name="T22" fmla="*/ 291 w 35"/>
                <a:gd name="T23" fmla="*/ 2467 h 153"/>
                <a:gd name="T24" fmla="*/ 278 w 35"/>
                <a:gd name="T25" fmla="*/ 1955 h 153"/>
                <a:gd name="T26" fmla="*/ 137 w 35"/>
                <a:gd name="T27" fmla="*/ 1515 h 153"/>
                <a:gd name="T28" fmla="*/ 137 w 35"/>
                <a:gd name="T29" fmla="*/ 1059 h 153"/>
                <a:gd name="T30" fmla="*/ 154 w 35"/>
                <a:gd name="T31" fmla="*/ 435 h 153"/>
                <a:gd name="T32" fmla="*/ 154 w 35"/>
                <a:gd name="T33" fmla="*/ 285 h 153"/>
                <a:gd name="T34" fmla="*/ 199 w 35"/>
                <a:gd name="T35" fmla="*/ 205 h 153"/>
                <a:gd name="T36" fmla="*/ 216 w 35"/>
                <a:gd name="T37" fmla="*/ 192 h 153"/>
                <a:gd name="T38" fmla="*/ 167 w 35"/>
                <a:gd name="T39" fmla="*/ 21 h 153"/>
                <a:gd name="T40" fmla="*/ 104 w 35"/>
                <a:gd name="T41" fmla="*/ 21 h 15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35" h="153">
                  <a:moveTo>
                    <a:pt x="7" y="0"/>
                  </a:moveTo>
                  <a:cubicBezTo>
                    <a:pt x="0" y="3"/>
                    <a:pt x="8" y="10"/>
                    <a:pt x="8" y="14"/>
                  </a:cubicBezTo>
                  <a:cubicBezTo>
                    <a:pt x="9" y="22"/>
                    <a:pt x="6" y="30"/>
                    <a:pt x="6" y="38"/>
                  </a:cubicBezTo>
                  <a:cubicBezTo>
                    <a:pt x="6" y="47"/>
                    <a:pt x="4" y="55"/>
                    <a:pt x="3" y="63"/>
                  </a:cubicBezTo>
                  <a:cubicBezTo>
                    <a:pt x="0" y="76"/>
                    <a:pt x="7" y="88"/>
                    <a:pt x="10" y="101"/>
                  </a:cubicBezTo>
                  <a:cubicBezTo>
                    <a:pt x="11" y="106"/>
                    <a:pt x="11" y="111"/>
                    <a:pt x="10" y="117"/>
                  </a:cubicBezTo>
                  <a:cubicBezTo>
                    <a:pt x="10" y="122"/>
                    <a:pt x="11" y="127"/>
                    <a:pt x="13" y="132"/>
                  </a:cubicBezTo>
                  <a:cubicBezTo>
                    <a:pt x="14" y="137"/>
                    <a:pt x="17" y="142"/>
                    <a:pt x="20" y="145"/>
                  </a:cubicBezTo>
                  <a:cubicBezTo>
                    <a:pt x="22" y="146"/>
                    <a:pt x="24" y="148"/>
                    <a:pt x="26" y="150"/>
                  </a:cubicBezTo>
                  <a:cubicBezTo>
                    <a:pt x="29" y="151"/>
                    <a:pt x="32" y="151"/>
                    <a:pt x="35" y="153"/>
                  </a:cubicBezTo>
                  <a:cubicBezTo>
                    <a:pt x="31" y="153"/>
                    <a:pt x="28" y="147"/>
                    <a:pt x="26" y="145"/>
                  </a:cubicBezTo>
                  <a:cubicBezTo>
                    <a:pt x="23" y="140"/>
                    <a:pt x="20" y="136"/>
                    <a:pt x="19" y="130"/>
                  </a:cubicBezTo>
                  <a:cubicBezTo>
                    <a:pt x="18" y="121"/>
                    <a:pt x="20" y="112"/>
                    <a:pt x="18" y="103"/>
                  </a:cubicBezTo>
                  <a:cubicBezTo>
                    <a:pt x="17" y="95"/>
                    <a:pt x="11" y="88"/>
                    <a:pt x="9" y="80"/>
                  </a:cubicBezTo>
                  <a:cubicBezTo>
                    <a:pt x="7" y="73"/>
                    <a:pt x="9" y="64"/>
                    <a:pt x="9" y="56"/>
                  </a:cubicBezTo>
                  <a:cubicBezTo>
                    <a:pt x="10" y="45"/>
                    <a:pt x="9" y="34"/>
                    <a:pt x="10" y="23"/>
                  </a:cubicBezTo>
                  <a:cubicBezTo>
                    <a:pt x="10" y="21"/>
                    <a:pt x="10" y="18"/>
                    <a:pt x="10" y="15"/>
                  </a:cubicBezTo>
                  <a:cubicBezTo>
                    <a:pt x="10" y="11"/>
                    <a:pt x="10" y="12"/>
                    <a:pt x="13" y="11"/>
                  </a:cubicBezTo>
                  <a:cubicBezTo>
                    <a:pt x="13" y="11"/>
                    <a:pt x="14" y="11"/>
                    <a:pt x="14" y="10"/>
                  </a:cubicBezTo>
                  <a:cubicBezTo>
                    <a:pt x="9" y="11"/>
                    <a:pt x="7" y="3"/>
                    <a:pt x="11" y="1"/>
                  </a:cubicBezTo>
                  <a:cubicBezTo>
                    <a:pt x="10" y="1"/>
                    <a:pt x="8" y="1"/>
                    <a:pt x="7" y="1"/>
                  </a:cubicBezTo>
                </a:path>
              </a:pathLst>
            </a:custGeom>
            <a:solidFill>
              <a:srgbClr val="3A19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1023" name="Freeform 989">
              <a:extLst>
                <a:ext uri="{FF2B5EF4-FFF2-40B4-BE49-F238E27FC236}">
                  <a16:creationId xmlns:a16="http://schemas.microsoft.com/office/drawing/2014/main" id="{B7B6A49D-2C88-490B-9A4F-4C81404945F8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4" y="3565"/>
              <a:ext cx="30" cy="38"/>
            </a:xfrm>
            <a:custGeom>
              <a:avLst/>
              <a:gdLst>
                <a:gd name="T0" fmla="*/ 145 w 12"/>
                <a:gd name="T1" fmla="*/ 0 h 14"/>
                <a:gd name="T2" fmla="*/ 158 w 12"/>
                <a:gd name="T3" fmla="*/ 198 h 14"/>
                <a:gd name="T4" fmla="*/ 0 w 12"/>
                <a:gd name="T5" fmla="*/ 280 h 14"/>
                <a:gd name="T6" fmla="*/ 158 w 12"/>
                <a:gd name="T7" fmla="*/ 22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4">
                  <a:moveTo>
                    <a:pt x="9" y="0"/>
                  </a:moveTo>
                  <a:cubicBezTo>
                    <a:pt x="11" y="2"/>
                    <a:pt x="12" y="8"/>
                    <a:pt x="10" y="10"/>
                  </a:cubicBezTo>
                  <a:cubicBezTo>
                    <a:pt x="8" y="13"/>
                    <a:pt x="3" y="14"/>
                    <a:pt x="0" y="14"/>
                  </a:cubicBezTo>
                  <a:cubicBezTo>
                    <a:pt x="8" y="13"/>
                    <a:pt x="10" y="6"/>
                    <a:pt x="10" y="1"/>
                  </a:cubicBezTo>
                </a:path>
              </a:pathLst>
            </a:custGeom>
            <a:solidFill>
              <a:srgbClr val="753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1024" name="Freeform 990">
              <a:extLst>
                <a:ext uri="{FF2B5EF4-FFF2-40B4-BE49-F238E27FC236}">
                  <a16:creationId xmlns:a16="http://schemas.microsoft.com/office/drawing/2014/main" id="{7483719C-2B7B-4F59-B693-8EFDBCDA8E53}"/>
                </a:ext>
              </a:extLst>
            </p:cNvPr>
            <p:cNvSpPr>
              <a:spLocks/>
            </p:cNvSpPr>
            <p:nvPr/>
          </p:nvSpPr>
          <p:spPr bwMode="auto">
            <a:xfrm>
              <a:off x="5199" y="3765"/>
              <a:ext cx="107" cy="166"/>
            </a:xfrm>
            <a:custGeom>
              <a:avLst/>
              <a:gdLst>
                <a:gd name="T0" fmla="*/ 0 w 43"/>
                <a:gd name="T1" fmla="*/ 21 h 62"/>
                <a:gd name="T2" fmla="*/ 216 w 43"/>
                <a:gd name="T3" fmla="*/ 21 h 62"/>
                <a:gd name="T4" fmla="*/ 433 w 43"/>
                <a:gd name="T5" fmla="*/ 538 h 62"/>
                <a:gd name="T6" fmla="*/ 537 w 43"/>
                <a:gd name="T7" fmla="*/ 1189 h 62"/>
                <a:gd name="T8" fmla="*/ 403 w 43"/>
                <a:gd name="T9" fmla="*/ 573 h 62"/>
                <a:gd name="T10" fmla="*/ 62 w 43"/>
                <a:gd name="T11" fmla="*/ 632 h 62"/>
                <a:gd name="T12" fmla="*/ 341 w 43"/>
                <a:gd name="T13" fmla="*/ 458 h 62"/>
                <a:gd name="T14" fmla="*/ 0 w 43"/>
                <a:gd name="T15" fmla="*/ 21 h 6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3" h="62">
                  <a:moveTo>
                    <a:pt x="0" y="1"/>
                  </a:moveTo>
                  <a:cubicBezTo>
                    <a:pt x="0" y="1"/>
                    <a:pt x="10" y="0"/>
                    <a:pt x="14" y="1"/>
                  </a:cubicBezTo>
                  <a:cubicBezTo>
                    <a:pt x="14" y="1"/>
                    <a:pt x="23" y="22"/>
                    <a:pt x="28" y="28"/>
                  </a:cubicBezTo>
                  <a:cubicBezTo>
                    <a:pt x="34" y="35"/>
                    <a:pt x="43" y="50"/>
                    <a:pt x="35" y="62"/>
                  </a:cubicBezTo>
                  <a:cubicBezTo>
                    <a:pt x="35" y="62"/>
                    <a:pt x="37" y="35"/>
                    <a:pt x="26" y="30"/>
                  </a:cubicBezTo>
                  <a:cubicBezTo>
                    <a:pt x="26" y="30"/>
                    <a:pt x="9" y="32"/>
                    <a:pt x="4" y="33"/>
                  </a:cubicBezTo>
                  <a:cubicBezTo>
                    <a:pt x="4" y="33"/>
                    <a:pt x="26" y="31"/>
                    <a:pt x="22" y="24"/>
                  </a:cubicBezTo>
                  <a:cubicBezTo>
                    <a:pt x="18" y="16"/>
                    <a:pt x="19" y="1"/>
                    <a:pt x="0" y="1"/>
                  </a:cubicBezTo>
                  <a:close/>
                </a:path>
              </a:pathLst>
            </a:custGeom>
            <a:solidFill>
              <a:srgbClr val="753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1025" name="Freeform 991">
              <a:extLst>
                <a:ext uri="{FF2B5EF4-FFF2-40B4-BE49-F238E27FC236}">
                  <a16:creationId xmlns:a16="http://schemas.microsoft.com/office/drawing/2014/main" id="{6DDCF376-B3C7-41E7-BAED-5679A072E4E0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6" y="3637"/>
              <a:ext cx="113" cy="30"/>
            </a:xfrm>
            <a:custGeom>
              <a:avLst/>
              <a:gdLst>
                <a:gd name="T0" fmla="*/ 0 w 45"/>
                <a:gd name="T1" fmla="*/ 224 h 11"/>
                <a:gd name="T2" fmla="*/ 713 w 45"/>
                <a:gd name="T3" fmla="*/ 164 h 11"/>
                <a:gd name="T4" fmla="*/ 0 w 45"/>
                <a:gd name="T5" fmla="*/ 224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5" h="11">
                  <a:moveTo>
                    <a:pt x="0" y="11"/>
                  </a:moveTo>
                  <a:cubicBezTo>
                    <a:pt x="0" y="11"/>
                    <a:pt x="27" y="0"/>
                    <a:pt x="45" y="8"/>
                  </a:cubicBezTo>
                  <a:cubicBezTo>
                    <a:pt x="45" y="8"/>
                    <a:pt x="28" y="4"/>
                    <a:pt x="0" y="11"/>
                  </a:cubicBezTo>
                  <a:close/>
                </a:path>
              </a:pathLst>
            </a:custGeom>
            <a:solidFill>
              <a:srgbClr val="753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1026" name="Freeform 992">
              <a:extLst>
                <a:ext uri="{FF2B5EF4-FFF2-40B4-BE49-F238E27FC236}">
                  <a16:creationId xmlns:a16="http://schemas.microsoft.com/office/drawing/2014/main" id="{832A94B6-7039-4611-92F5-1EA1C584B124}"/>
                </a:ext>
              </a:extLst>
            </p:cNvPr>
            <p:cNvSpPr>
              <a:spLocks/>
            </p:cNvSpPr>
            <p:nvPr/>
          </p:nvSpPr>
          <p:spPr bwMode="auto">
            <a:xfrm>
              <a:off x="5099" y="3723"/>
              <a:ext cx="122" cy="24"/>
            </a:xfrm>
            <a:custGeom>
              <a:avLst/>
              <a:gdLst>
                <a:gd name="T0" fmla="*/ 0 w 49"/>
                <a:gd name="T1" fmla="*/ 171 h 9"/>
                <a:gd name="T2" fmla="*/ 757 w 49"/>
                <a:gd name="T3" fmla="*/ 35 h 9"/>
                <a:gd name="T4" fmla="*/ 0 w 49"/>
                <a:gd name="T5" fmla="*/ 17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9" h="9">
                  <a:moveTo>
                    <a:pt x="0" y="9"/>
                  </a:moveTo>
                  <a:cubicBezTo>
                    <a:pt x="0" y="9"/>
                    <a:pt x="20" y="0"/>
                    <a:pt x="49" y="2"/>
                  </a:cubicBezTo>
                  <a:cubicBezTo>
                    <a:pt x="49" y="2"/>
                    <a:pt x="16" y="3"/>
                    <a:pt x="0" y="9"/>
                  </a:cubicBezTo>
                  <a:close/>
                </a:path>
              </a:pathLst>
            </a:custGeom>
            <a:solidFill>
              <a:srgbClr val="753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1027" name="Freeform 993">
              <a:extLst>
                <a:ext uri="{FF2B5EF4-FFF2-40B4-BE49-F238E27FC236}">
                  <a16:creationId xmlns:a16="http://schemas.microsoft.com/office/drawing/2014/main" id="{2300B946-236C-4CD4-98E3-7D1FAC052812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6" y="3605"/>
              <a:ext cx="8" cy="38"/>
            </a:xfrm>
            <a:custGeom>
              <a:avLst/>
              <a:gdLst>
                <a:gd name="T0" fmla="*/ 0 w 3"/>
                <a:gd name="T1" fmla="*/ 0 h 14"/>
                <a:gd name="T2" fmla="*/ 56 w 3"/>
                <a:gd name="T3" fmla="*/ 280 h 14"/>
                <a:gd name="T4" fmla="*/ 0 w 3"/>
                <a:gd name="T5" fmla="*/ 280 h 14"/>
                <a:gd name="T6" fmla="*/ 0 w 3"/>
                <a:gd name="T7" fmla="*/ 0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14">
                  <a:moveTo>
                    <a:pt x="0" y="0"/>
                  </a:moveTo>
                  <a:cubicBezTo>
                    <a:pt x="3" y="14"/>
                    <a:pt x="3" y="14"/>
                    <a:pt x="3" y="14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0" y="14"/>
                    <a:pt x="3" y="9"/>
                    <a:pt x="0" y="0"/>
                  </a:cubicBezTo>
                  <a:close/>
                </a:path>
              </a:pathLst>
            </a:custGeom>
            <a:solidFill>
              <a:srgbClr val="753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1028" name="Freeform 994">
              <a:extLst>
                <a:ext uri="{FF2B5EF4-FFF2-40B4-BE49-F238E27FC236}">
                  <a16:creationId xmlns:a16="http://schemas.microsoft.com/office/drawing/2014/main" id="{DA8C24AA-4527-466E-8D6D-A0FCBB221849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6" y="3696"/>
              <a:ext cx="23" cy="29"/>
            </a:xfrm>
            <a:custGeom>
              <a:avLst/>
              <a:gdLst>
                <a:gd name="T0" fmla="*/ 118 w 9"/>
                <a:gd name="T1" fmla="*/ 0 h 11"/>
                <a:gd name="T2" fmla="*/ 151 w 9"/>
                <a:gd name="T3" fmla="*/ 166 h 11"/>
                <a:gd name="T4" fmla="*/ 0 w 9"/>
                <a:gd name="T5" fmla="*/ 200 h 11"/>
                <a:gd name="T6" fmla="*/ 118 w 9"/>
                <a:gd name="T7" fmla="*/ 0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1">
                  <a:moveTo>
                    <a:pt x="7" y="0"/>
                  </a:moveTo>
                  <a:cubicBezTo>
                    <a:pt x="9" y="9"/>
                    <a:pt x="9" y="9"/>
                    <a:pt x="9" y="9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11"/>
                    <a:pt x="9" y="9"/>
                    <a:pt x="7" y="0"/>
                  </a:cubicBezTo>
                  <a:close/>
                </a:path>
              </a:pathLst>
            </a:custGeom>
            <a:solidFill>
              <a:srgbClr val="753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1029" name="Freeform 995">
              <a:extLst>
                <a:ext uri="{FF2B5EF4-FFF2-40B4-BE49-F238E27FC236}">
                  <a16:creationId xmlns:a16="http://schemas.microsoft.com/office/drawing/2014/main" id="{36C10253-8D75-43F2-A6A5-028F340525DB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1" y="3763"/>
              <a:ext cx="23" cy="18"/>
            </a:xfrm>
            <a:custGeom>
              <a:avLst/>
              <a:gdLst>
                <a:gd name="T0" fmla="*/ 151 w 9"/>
                <a:gd name="T1" fmla="*/ 118 h 7"/>
                <a:gd name="T2" fmla="*/ 118 w 9"/>
                <a:gd name="T3" fmla="*/ 21 h 7"/>
                <a:gd name="T4" fmla="*/ 0 w 9"/>
                <a:gd name="T5" fmla="*/ 33 h 7"/>
                <a:gd name="T6" fmla="*/ 151 w 9"/>
                <a:gd name="T7" fmla="*/ 118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7">
                  <a:moveTo>
                    <a:pt x="9" y="7"/>
                  </a:moveTo>
                  <a:cubicBezTo>
                    <a:pt x="7" y="1"/>
                    <a:pt x="7" y="1"/>
                    <a:pt x="7" y="1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7" y="0"/>
                    <a:pt x="9" y="7"/>
                  </a:cubicBezTo>
                  <a:close/>
                </a:path>
              </a:pathLst>
            </a:custGeom>
            <a:solidFill>
              <a:srgbClr val="753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1030" name="Freeform 996">
              <a:extLst>
                <a:ext uri="{FF2B5EF4-FFF2-40B4-BE49-F238E27FC236}">
                  <a16:creationId xmlns:a16="http://schemas.microsoft.com/office/drawing/2014/main" id="{227F201A-16D7-463B-8873-485CC587F86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1" y="3555"/>
              <a:ext cx="303" cy="472"/>
            </a:xfrm>
            <a:custGeom>
              <a:avLst/>
              <a:gdLst>
                <a:gd name="T0" fmla="*/ 1725 w 121"/>
                <a:gd name="T1" fmla="*/ 0 h 177"/>
                <a:gd name="T2" fmla="*/ 816 w 121"/>
                <a:gd name="T3" fmla="*/ 0 h 177"/>
                <a:gd name="T4" fmla="*/ 751 w 121"/>
                <a:gd name="T5" fmla="*/ 285 h 177"/>
                <a:gd name="T6" fmla="*/ 426 w 121"/>
                <a:gd name="T7" fmla="*/ 1480 h 177"/>
                <a:gd name="T8" fmla="*/ 175 w 121"/>
                <a:gd name="T9" fmla="*/ 2013 h 177"/>
                <a:gd name="T10" fmla="*/ 50 w 121"/>
                <a:gd name="T11" fmla="*/ 2616 h 177"/>
                <a:gd name="T12" fmla="*/ 113 w 121"/>
                <a:gd name="T13" fmla="*/ 2824 h 177"/>
                <a:gd name="T14" fmla="*/ 1600 w 121"/>
                <a:gd name="T15" fmla="*/ 2957 h 177"/>
                <a:gd name="T16" fmla="*/ 1650 w 121"/>
                <a:gd name="T17" fmla="*/ 2765 h 177"/>
                <a:gd name="T18" fmla="*/ 1713 w 121"/>
                <a:gd name="T19" fmla="*/ 2275 h 177"/>
                <a:gd name="T20" fmla="*/ 1818 w 121"/>
                <a:gd name="T21" fmla="*/ 1173 h 177"/>
                <a:gd name="T22" fmla="*/ 1743 w 121"/>
                <a:gd name="T23" fmla="*/ 307 h 177"/>
                <a:gd name="T24" fmla="*/ 1725 w 121"/>
                <a:gd name="T25" fmla="*/ 0 h 17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21" h="177">
                  <a:moveTo>
                    <a:pt x="110" y="0"/>
                  </a:moveTo>
                  <a:cubicBezTo>
                    <a:pt x="110" y="0"/>
                    <a:pt x="73" y="11"/>
                    <a:pt x="52" y="0"/>
                  </a:cubicBezTo>
                  <a:cubicBezTo>
                    <a:pt x="52" y="0"/>
                    <a:pt x="43" y="4"/>
                    <a:pt x="48" y="15"/>
                  </a:cubicBezTo>
                  <a:cubicBezTo>
                    <a:pt x="27" y="78"/>
                    <a:pt x="27" y="78"/>
                    <a:pt x="27" y="78"/>
                  </a:cubicBezTo>
                  <a:cubicBezTo>
                    <a:pt x="27" y="78"/>
                    <a:pt x="17" y="96"/>
                    <a:pt x="11" y="106"/>
                  </a:cubicBezTo>
                  <a:cubicBezTo>
                    <a:pt x="4" y="118"/>
                    <a:pt x="0" y="123"/>
                    <a:pt x="3" y="138"/>
                  </a:cubicBezTo>
                  <a:cubicBezTo>
                    <a:pt x="3" y="138"/>
                    <a:pt x="2" y="143"/>
                    <a:pt x="7" y="149"/>
                  </a:cubicBezTo>
                  <a:cubicBezTo>
                    <a:pt x="14" y="158"/>
                    <a:pt x="69" y="177"/>
                    <a:pt x="102" y="156"/>
                  </a:cubicBezTo>
                  <a:cubicBezTo>
                    <a:pt x="102" y="156"/>
                    <a:pt x="106" y="152"/>
                    <a:pt x="105" y="146"/>
                  </a:cubicBezTo>
                  <a:cubicBezTo>
                    <a:pt x="105" y="146"/>
                    <a:pt x="111" y="138"/>
                    <a:pt x="109" y="120"/>
                  </a:cubicBezTo>
                  <a:cubicBezTo>
                    <a:pt x="107" y="102"/>
                    <a:pt x="121" y="82"/>
                    <a:pt x="116" y="62"/>
                  </a:cubicBezTo>
                  <a:cubicBezTo>
                    <a:pt x="112" y="43"/>
                    <a:pt x="111" y="16"/>
                    <a:pt x="111" y="16"/>
                  </a:cubicBezTo>
                  <a:cubicBezTo>
                    <a:pt x="111" y="16"/>
                    <a:pt x="118" y="8"/>
                    <a:pt x="110" y="0"/>
                  </a:cubicBezTo>
                  <a:close/>
                </a:path>
              </a:pathLst>
            </a:custGeom>
            <a:solidFill>
              <a:srgbClr val="52225B"/>
            </a:solidFill>
            <a:ln w="7938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fr-FR"/>
            </a:p>
          </p:txBody>
        </p:sp>
        <p:sp>
          <p:nvSpPr>
            <p:cNvPr id="41031" name="Freeform 997">
              <a:extLst>
                <a:ext uri="{FF2B5EF4-FFF2-40B4-BE49-F238E27FC236}">
                  <a16:creationId xmlns:a16="http://schemas.microsoft.com/office/drawing/2014/main" id="{85734C09-8239-4DF5-843A-CEEAFD5CE7D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9" y="3923"/>
              <a:ext cx="255" cy="64"/>
            </a:xfrm>
            <a:custGeom>
              <a:avLst/>
              <a:gdLst>
                <a:gd name="T0" fmla="*/ 1595 w 102"/>
                <a:gd name="T1" fmla="*/ 149 h 24"/>
                <a:gd name="T2" fmla="*/ 1063 w 102"/>
                <a:gd name="T3" fmla="*/ 456 h 24"/>
                <a:gd name="T4" fmla="*/ 0 w 102"/>
                <a:gd name="T5" fmla="*/ 0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2" h="24">
                  <a:moveTo>
                    <a:pt x="102" y="8"/>
                  </a:moveTo>
                  <a:cubicBezTo>
                    <a:pt x="102" y="8"/>
                    <a:pt x="97" y="24"/>
                    <a:pt x="68" y="24"/>
                  </a:cubicBezTo>
                  <a:cubicBezTo>
                    <a:pt x="39" y="24"/>
                    <a:pt x="4" y="18"/>
                    <a:pt x="0" y="0"/>
                  </a:cubicBezTo>
                </a:path>
              </a:pathLst>
            </a:custGeom>
            <a:noFill/>
            <a:ln w="7938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1032" name="Freeform 998">
              <a:extLst>
                <a:ext uri="{FF2B5EF4-FFF2-40B4-BE49-F238E27FC236}">
                  <a16:creationId xmlns:a16="http://schemas.microsoft.com/office/drawing/2014/main" id="{4E692C07-7C8D-4562-B7E9-19D414E3B7E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4" y="3568"/>
              <a:ext cx="55" cy="216"/>
            </a:xfrm>
            <a:custGeom>
              <a:avLst/>
              <a:gdLst>
                <a:gd name="T0" fmla="*/ 345 w 22"/>
                <a:gd name="T1" fmla="*/ 0 h 81"/>
                <a:gd name="T2" fmla="*/ 250 w 22"/>
                <a:gd name="T3" fmla="*/ 248 h 81"/>
                <a:gd name="T4" fmla="*/ 0 w 22"/>
                <a:gd name="T5" fmla="*/ 1536 h 8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81">
                  <a:moveTo>
                    <a:pt x="22" y="0"/>
                  </a:moveTo>
                  <a:cubicBezTo>
                    <a:pt x="22" y="0"/>
                    <a:pt x="14" y="4"/>
                    <a:pt x="16" y="13"/>
                  </a:cubicBezTo>
                  <a:cubicBezTo>
                    <a:pt x="16" y="13"/>
                    <a:pt x="6" y="67"/>
                    <a:pt x="0" y="81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1033" name="Freeform 999">
              <a:extLst>
                <a:ext uri="{FF2B5EF4-FFF2-40B4-BE49-F238E27FC236}">
                  <a16:creationId xmlns:a16="http://schemas.microsoft.com/office/drawing/2014/main" id="{B985CF97-2E73-412D-BB47-AADE5FFC5E6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9" y="3717"/>
              <a:ext cx="142" cy="67"/>
            </a:xfrm>
            <a:custGeom>
              <a:avLst/>
              <a:gdLst>
                <a:gd name="T0" fmla="*/ 0 w 57"/>
                <a:gd name="T1" fmla="*/ 330 h 25"/>
                <a:gd name="T2" fmla="*/ 837 w 57"/>
                <a:gd name="T3" fmla="*/ 482 h 25"/>
                <a:gd name="T4" fmla="*/ 882 w 57"/>
                <a:gd name="T5" fmla="*/ 193 h 25"/>
                <a:gd name="T6" fmla="*/ 62 w 57"/>
                <a:gd name="T7" fmla="*/ 56 h 25"/>
                <a:gd name="T8" fmla="*/ 0 w 57"/>
                <a:gd name="T9" fmla="*/ 330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7" h="25">
                  <a:moveTo>
                    <a:pt x="0" y="17"/>
                  </a:moveTo>
                  <a:cubicBezTo>
                    <a:pt x="0" y="17"/>
                    <a:pt x="35" y="12"/>
                    <a:pt x="54" y="25"/>
                  </a:cubicBezTo>
                  <a:cubicBezTo>
                    <a:pt x="57" y="10"/>
                    <a:pt x="57" y="10"/>
                    <a:pt x="57" y="10"/>
                  </a:cubicBezTo>
                  <a:cubicBezTo>
                    <a:pt x="57" y="10"/>
                    <a:pt x="36" y="0"/>
                    <a:pt x="4" y="3"/>
                  </a:cubicBezTo>
                  <a:lnTo>
                    <a:pt x="0" y="17"/>
                  </a:lnTo>
                  <a:close/>
                </a:path>
              </a:pathLst>
            </a:custGeom>
            <a:solidFill>
              <a:srgbClr val="52225B"/>
            </a:solidFill>
            <a:ln w="7938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fr-FR"/>
            </a:p>
          </p:txBody>
        </p:sp>
        <p:sp>
          <p:nvSpPr>
            <p:cNvPr id="41034" name="Freeform 1000">
              <a:extLst>
                <a:ext uri="{FF2B5EF4-FFF2-40B4-BE49-F238E27FC236}">
                  <a16:creationId xmlns:a16="http://schemas.microsoft.com/office/drawing/2014/main" id="{AB460853-CF23-454C-937E-8525D3D8CAB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9" y="3632"/>
              <a:ext cx="132" cy="80"/>
            </a:xfrm>
            <a:custGeom>
              <a:avLst/>
              <a:gdLst>
                <a:gd name="T0" fmla="*/ 0 w 53"/>
                <a:gd name="T1" fmla="*/ 456 h 30"/>
                <a:gd name="T2" fmla="*/ 775 w 53"/>
                <a:gd name="T3" fmla="*/ 568 h 30"/>
                <a:gd name="T4" fmla="*/ 819 w 53"/>
                <a:gd name="T5" fmla="*/ 227 h 30"/>
                <a:gd name="T6" fmla="*/ 75 w 53"/>
                <a:gd name="T7" fmla="*/ 149 h 30"/>
                <a:gd name="T8" fmla="*/ 0 w 53"/>
                <a:gd name="T9" fmla="*/ 456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" h="30">
                  <a:moveTo>
                    <a:pt x="0" y="24"/>
                  </a:moveTo>
                  <a:cubicBezTo>
                    <a:pt x="0" y="24"/>
                    <a:pt x="29" y="18"/>
                    <a:pt x="50" y="30"/>
                  </a:cubicBezTo>
                  <a:cubicBezTo>
                    <a:pt x="53" y="12"/>
                    <a:pt x="53" y="12"/>
                    <a:pt x="53" y="12"/>
                  </a:cubicBezTo>
                  <a:cubicBezTo>
                    <a:pt x="53" y="12"/>
                    <a:pt x="25" y="0"/>
                    <a:pt x="5" y="8"/>
                  </a:cubicBezTo>
                  <a:lnTo>
                    <a:pt x="0" y="24"/>
                  </a:lnTo>
                  <a:close/>
                </a:path>
              </a:pathLst>
            </a:custGeom>
            <a:solidFill>
              <a:srgbClr val="52225B"/>
            </a:solidFill>
            <a:ln w="7938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fr-FR"/>
            </a:p>
          </p:txBody>
        </p:sp>
        <p:sp>
          <p:nvSpPr>
            <p:cNvPr id="41035" name="Freeform 1001">
              <a:extLst>
                <a:ext uri="{FF2B5EF4-FFF2-40B4-BE49-F238E27FC236}">
                  <a16:creationId xmlns:a16="http://schemas.microsoft.com/office/drawing/2014/main" id="{BC5549CA-E1FF-4A1B-8244-EEA6B55738C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4" y="3565"/>
              <a:ext cx="87" cy="408"/>
            </a:xfrm>
            <a:custGeom>
              <a:avLst/>
              <a:gdLst>
                <a:gd name="T0" fmla="*/ 433 w 35"/>
                <a:gd name="T1" fmla="*/ 0 h 153"/>
                <a:gd name="T2" fmla="*/ 403 w 35"/>
                <a:gd name="T3" fmla="*/ 264 h 153"/>
                <a:gd name="T4" fmla="*/ 445 w 35"/>
                <a:gd name="T5" fmla="*/ 717 h 153"/>
                <a:gd name="T6" fmla="*/ 495 w 35"/>
                <a:gd name="T7" fmla="*/ 1195 h 153"/>
                <a:gd name="T8" fmla="*/ 370 w 35"/>
                <a:gd name="T9" fmla="*/ 1912 h 153"/>
                <a:gd name="T10" fmla="*/ 370 w 35"/>
                <a:gd name="T11" fmla="*/ 2219 h 153"/>
                <a:gd name="T12" fmla="*/ 341 w 35"/>
                <a:gd name="T13" fmla="*/ 2504 h 153"/>
                <a:gd name="T14" fmla="*/ 229 w 35"/>
                <a:gd name="T15" fmla="*/ 2752 h 153"/>
                <a:gd name="T16" fmla="*/ 124 w 35"/>
                <a:gd name="T17" fmla="*/ 2845 h 153"/>
                <a:gd name="T18" fmla="*/ 0 w 35"/>
                <a:gd name="T19" fmla="*/ 2901 h 153"/>
                <a:gd name="T20" fmla="*/ 124 w 35"/>
                <a:gd name="T21" fmla="*/ 2752 h 153"/>
                <a:gd name="T22" fmla="*/ 229 w 35"/>
                <a:gd name="T23" fmla="*/ 2467 h 153"/>
                <a:gd name="T24" fmla="*/ 246 w 35"/>
                <a:gd name="T25" fmla="*/ 1955 h 153"/>
                <a:gd name="T26" fmla="*/ 403 w 35"/>
                <a:gd name="T27" fmla="*/ 1515 h 153"/>
                <a:gd name="T28" fmla="*/ 383 w 35"/>
                <a:gd name="T29" fmla="*/ 1059 h 153"/>
                <a:gd name="T30" fmla="*/ 383 w 35"/>
                <a:gd name="T31" fmla="*/ 435 h 153"/>
                <a:gd name="T32" fmla="*/ 383 w 35"/>
                <a:gd name="T33" fmla="*/ 285 h 153"/>
                <a:gd name="T34" fmla="*/ 341 w 35"/>
                <a:gd name="T35" fmla="*/ 205 h 153"/>
                <a:gd name="T36" fmla="*/ 321 w 35"/>
                <a:gd name="T37" fmla="*/ 192 h 153"/>
                <a:gd name="T38" fmla="*/ 353 w 35"/>
                <a:gd name="T39" fmla="*/ 21 h 153"/>
                <a:gd name="T40" fmla="*/ 433 w 35"/>
                <a:gd name="T41" fmla="*/ 21 h 15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35" h="153">
                  <a:moveTo>
                    <a:pt x="28" y="0"/>
                  </a:moveTo>
                  <a:cubicBezTo>
                    <a:pt x="34" y="3"/>
                    <a:pt x="26" y="10"/>
                    <a:pt x="26" y="14"/>
                  </a:cubicBezTo>
                  <a:cubicBezTo>
                    <a:pt x="26" y="22"/>
                    <a:pt x="28" y="30"/>
                    <a:pt x="29" y="38"/>
                  </a:cubicBezTo>
                  <a:cubicBezTo>
                    <a:pt x="29" y="47"/>
                    <a:pt x="30" y="55"/>
                    <a:pt x="32" y="63"/>
                  </a:cubicBezTo>
                  <a:cubicBezTo>
                    <a:pt x="35" y="76"/>
                    <a:pt x="27" y="88"/>
                    <a:pt x="24" y="101"/>
                  </a:cubicBezTo>
                  <a:cubicBezTo>
                    <a:pt x="23" y="106"/>
                    <a:pt x="24" y="111"/>
                    <a:pt x="24" y="117"/>
                  </a:cubicBezTo>
                  <a:cubicBezTo>
                    <a:pt x="25" y="122"/>
                    <a:pt x="24" y="127"/>
                    <a:pt x="22" y="132"/>
                  </a:cubicBezTo>
                  <a:cubicBezTo>
                    <a:pt x="20" y="137"/>
                    <a:pt x="18" y="142"/>
                    <a:pt x="15" y="145"/>
                  </a:cubicBezTo>
                  <a:cubicBezTo>
                    <a:pt x="13" y="146"/>
                    <a:pt x="11" y="148"/>
                    <a:pt x="8" y="150"/>
                  </a:cubicBezTo>
                  <a:cubicBezTo>
                    <a:pt x="6" y="151"/>
                    <a:pt x="2" y="151"/>
                    <a:pt x="0" y="153"/>
                  </a:cubicBezTo>
                  <a:cubicBezTo>
                    <a:pt x="3" y="153"/>
                    <a:pt x="6" y="147"/>
                    <a:pt x="8" y="145"/>
                  </a:cubicBezTo>
                  <a:cubicBezTo>
                    <a:pt x="12" y="140"/>
                    <a:pt x="14" y="136"/>
                    <a:pt x="15" y="130"/>
                  </a:cubicBezTo>
                  <a:cubicBezTo>
                    <a:pt x="17" y="121"/>
                    <a:pt x="15" y="112"/>
                    <a:pt x="16" y="103"/>
                  </a:cubicBezTo>
                  <a:cubicBezTo>
                    <a:pt x="17" y="95"/>
                    <a:pt x="24" y="88"/>
                    <a:pt x="26" y="80"/>
                  </a:cubicBezTo>
                  <a:cubicBezTo>
                    <a:pt x="27" y="73"/>
                    <a:pt x="26" y="64"/>
                    <a:pt x="25" y="56"/>
                  </a:cubicBezTo>
                  <a:cubicBezTo>
                    <a:pt x="25" y="45"/>
                    <a:pt x="26" y="34"/>
                    <a:pt x="25" y="23"/>
                  </a:cubicBezTo>
                  <a:cubicBezTo>
                    <a:pt x="24" y="21"/>
                    <a:pt x="25" y="18"/>
                    <a:pt x="25" y="15"/>
                  </a:cubicBezTo>
                  <a:cubicBezTo>
                    <a:pt x="25" y="11"/>
                    <a:pt x="24" y="12"/>
                    <a:pt x="22" y="11"/>
                  </a:cubicBezTo>
                  <a:cubicBezTo>
                    <a:pt x="22" y="11"/>
                    <a:pt x="21" y="11"/>
                    <a:pt x="21" y="10"/>
                  </a:cubicBezTo>
                  <a:cubicBezTo>
                    <a:pt x="25" y="11"/>
                    <a:pt x="27" y="3"/>
                    <a:pt x="23" y="1"/>
                  </a:cubicBezTo>
                  <a:cubicBezTo>
                    <a:pt x="25" y="1"/>
                    <a:pt x="27" y="1"/>
                    <a:pt x="28" y="1"/>
                  </a:cubicBezTo>
                </a:path>
              </a:pathLst>
            </a:custGeom>
            <a:solidFill>
              <a:srgbClr val="3A19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1036" name="Freeform 1002">
              <a:extLst>
                <a:ext uri="{FF2B5EF4-FFF2-40B4-BE49-F238E27FC236}">
                  <a16:creationId xmlns:a16="http://schemas.microsoft.com/office/drawing/2014/main" id="{F527041F-3F99-4403-AD3B-7A6FA5BE2F3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1" y="3565"/>
              <a:ext cx="30" cy="38"/>
            </a:xfrm>
            <a:custGeom>
              <a:avLst/>
              <a:gdLst>
                <a:gd name="T0" fmla="*/ 50 w 12"/>
                <a:gd name="T1" fmla="*/ 0 h 14"/>
                <a:gd name="T2" fmla="*/ 33 w 12"/>
                <a:gd name="T3" fmla="*/ 198 h 14"/>
                <a:gd name="T4" fmla="*/ 188 w 12"/>
                <a:gd name="T5" fmla="*/ 280 h 14"/>
                <a:gd name="T6" fmla="*/ 33 w 12"/>
                <a:gd name="T7" fmla="*/ 22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4">
                  <a:moveTo>
                    <a:pt x="3" y="0"/>
                  </a:moveTo>
                  <a:cubicBezTo>
                    <a:pt x="0" y="2"/>
                    <a:pt x="0" y="8"/>
                    <a:pt x="2" y="10"/>
                  </a:cubicBezTo>
                  <a:cubicBezTo>
                    <a:pt x="4" y="13"/>
                    <a:pt x="8" y="14"/>
                    <a:pt x="12" y="14"/>
                  </a:cubicBezTo>
                  <a:cubicBezTo>
                    <a:pt x="4" y="13"/>
                    <a:pt x="1" y="6"/>
                    <a:pt x="2" y="1"/>
                  </a:cubicBezTo>
                </a:path>
              </a:pathLst>
            </a:custGeom>
            <a:solidFill>
              <a:srgbClr val="753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1037" name="Freeform 1003">
              <a:extLst>
                <a:ext uri="{FF2B5EF4-FFF2-40B4-BE49-F238E27FC236}">
                  <a16:creationId xmlns:a16="http://schemas.microsoft.com/office/drawing/2014/main" id="{9D2CF1FA-4247-4F9C-8D0C-614A2B8DDF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9" y="3765"/>
              <a:ext cx="107" cy="166"/>
            </a:xfrm>
            <a:custGeom>
              <a:avLst/>
              <a:gdLst>
                <a:gd name="T0" fmla="*/ 662 w 43"/>
                <a:gd name="T1" fmla="*/ 21 h 62"/>
                <a:gd name="T2" fmla="*/ 445 w 43"/>
                <a:gd name="T3" fmla="*/ 21 h 62"/>
                <a:gd name="T4" fmla="*/ 216 w 43"/>
                <a:gd name="T5" fmla="*/ 538 h 62"/>
                <a:gd name="T6" fmla="*/ 124 w 43"/>
                <a:gd name="T7" fmla="*/ 1189 h 62"/>
                <a:gd name="T8" fmla="*/ 249 w 43"/>
                <a:gd name="T9" fmla="*/ 573 h 62"/>
                <a:gd name="T10" fmla="*/ 600 w 43"/>
                <a:gd name="T11" fmla="*/ 632 h 62"/>
                <a:gd name="T12" fmla="*/ 321 w 43"/>
                <a:gd name="T13" fmla="*/ 458 h 62"/>
                <a:gd name="T14" fmla="*/ 662 w 43"/>
                <a:gd name="T15" fmla="*/ 21 h 6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3" h="62">
                  <a:moveTo>
                    <a:pt x="43" y="1"/>
                  </a:moveTo>
                  <a:cubicBezTo>
                    <a:pt x="43" y="1"/>
                    <a:pt x="32" y="0"/>
                    <a:pt x="29" y="1"/>
                  </a:cubicBezTo>
                  <a:cubicBezTo>
                    <a:pt x="29" y="1"/>
                    <a:pt x="19" y="22"/>
                    <a:pt x="14" y="28"/>
                  </a:cubicBezTo>
                  <a:cubicBezTo>
                    <a:pt x="9" y="35"/>
                    <a:pt x="0" y="50"/>
                    <a:pt x="8" y="62"/>
                  </a:cubicBezTo>
                  <a:cubicBezTo>
                    <a:pt x="8" y="62"/>
                    <a:pt x="6" y="35"/>
                    <a:pt x="16" y="30"/>
                  </a:cubicBezTo>
                  <a:cubicBezTo>
                    <a:pt x="16" y="30"/>
                    <a:pt x="34" y="32"/>
                    <a:pt x="39" y="33"/>
                  </a:cubicBezTo>
                  <a:cubicBezTo>
                    <a:pt x="39" y="33"/>
                    <a:pt x="17" y="31"/>
                    <a:pt x="21" y="24"/>
                  </a:cubicBezTo>
                  <a:cubicBezTo>
                    <a:pt x="25" y="16"/>
                    <a:pt x="23" y="1"/>
                    <a:pt x="43" y="1"/>
                  </a:cubicBezTo>
                  <a:close/>
                </a:path>
              </a:pathLst>
            </a:custGeom>
            <a:solidFill>
              <a:srgbClr val="753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1038" name="Freeform 1004">
              <a:extLst>
                <a:ext uri="{FF2B5EF4-FFF2-40B4-BE49-F238E27FC236}">
                  <a16:creationId xmlns:a16="http://schemas.microsoft.com/office/drawing/2014/main" id="{F5A9E22F-BCA0-4AD2-8624-541BB4160F3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6" y="3637"/>
              <a:ext cx="110" cy="30"/>
            </a:xfrm>
            <a:custGeom>
              <a:avLst/>
              <a:gdLst>
                <a:gd name="T0" fmla="*/ 688 w 44"/>
                <a:gd name="T1" fmla="*/ 224 h 11"/>
                <a:gd name="T2" fmla="*/ 0 w 44"/>
                <a:gd name="T3" fmla="*/ 164 h 11"/>
                <a:gd name="T4" fmla="*/ 688 w 44"/>
                <a:gd name="T5" fmla="*/ 224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4" h="11">
                  <a:moveTo>
                    <a:pt x="44" y="11"/>
                  </a:moveTo>
                  <a:cubicBezTo>
                    <a:pt x="44" y="11"/>
                    <a:pt x="17" y="0"/>
                    <a:pt x="0" y="8"/>
                  </a:cubicBezTo>
                  <a:cubicBezTo>
                    <a:pt x="0" y="8"/>
                    <a:pt x="16" y="4"/>
                    <a:pt x="44" y="11"/>
                  </a:cubicBezTo>
                  <a:close/>
                </a:path>
              </a:pathLst>
            </a:custGeom>
            <a:solidFill>
              <a:srgbClr val="753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1039" name="Freeform 1005">
              <a:extLst>
                <a:ext uri="{FF2B5EF4-FFF2-40B4-BE49-F238E27FC236}">
                  <a16:creationId xmlns:a16="http://schemas.microsoft.com/office/drawing/2014/main" id="{17CE665B-47A8-416F-A6CC-19BC7FE24EB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1" y="3723"/>
              <a:ext cx="125" cy="24"/>
            </a:xfrm>
            <a:custGeom>
              <a:avLst/>
              <a:gdLst>
                <a:gd name="T0" fmla="*/ 783 w 50"/>
                <a:gd name="T1" fmla="*/ 171 h 9"/>
                <a:gd name="T2" fmla="*/ 0 w 50"/>
                <a:gd name="T3" fmla="*/ 35 h 9"/>
                <a:gd name="T4" fmla="*/ 783 w 50"/>
                <a:gd name="T5" fmla="*/ 17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0" h="9">
                  <a:moveTo>
                    <a:pt x="50" y="9"/>
                  </a:moveTo>
                  <a:cubicBezTo>
                    <a:pt x="50" y="9"/>
                    <a:pt x="29" y="0"/>
                    <a:pt x="0" y="2"/>
                  </a:cubicBezTo>
                  <a:cubicBezTo>
                    <a:pt x="0" y="2"/>
                    <a:pt x="34" y="3"/>
                    <a:pt x="50" y="9"/>
                  </a:cubicBezTo>
                  <a:close/>
                </a:path>
              </a:pathLst>
            </a:custGeom>
            <a:solidFill>
              <a:srgbClr val="753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1040" name="Freeform 1006">
              <a:extLst>
                <a:ext uri="{FF2B5EF4-FFF2-40B4-BE49-F238E27FC236}">
                  <a16:creationId xmlns:a16="http://schemas.microsoft.com/office/drawing/2014/main" id="{C544B146-4005-4C98-AFA7-A4D691AB58C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1" y="3605"/>
              <a:ext cx="8" cy="38"/>
            </a:xfrm>
            <a:custGeom>
              <a:avLst/>
              <a:gdLst>
                <a:gd name="T0" fmla="*/ 56 w 3"/>
                <a:gd name="T1" fmla="*/ 0 h 14"/>
                <a:gd name="T2" fmla="*/ 0 w 3"/>
                <a:gd name="T3" fmla="*/ 280 h 14"/>
                <a:gd name="T4" fmla="*/ 56 w 3"/>
                <a:gd name="T5" fmla="*/ 280 h 14"/>
                <a:gd name="T6" fmla="*/ 56 w 3"/>
                <a:gd name="T7" fmla="*/ 0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14">
                  <a:moveTo>
                    <a:pt x="3" y="0"/>
                  </a:moveTo>
                  <a:cubicBezTo>
                    <a:pt x="0" y="14"/>
                    <a:pt x="0" y="14"/>
                    <a:pt x="0" y="14"/>
                  </a:cubicBezTo>
                  <a:cubicBezTo>
                    <a:pt x="3" y="14"/>
                    <a:pt x="3" y="14"/>
                    <a:pt x="3" y="14"/>
                  </a:cubicBezTo>
                  <a:cubicBezTo>
                    <a:pt x="3" y="14"/>
                    <a:pt x="0" y="9"/>
                    <a:pt x="3" y="0"/>
                  </a:cubicBezTo>
                  <a:close/>
                </a:path>
              </a:pathLst>
            </a:custGeom>
            <a:solidFill>
              <a:srgbClr val="753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1041" name="Freeform 1007">
              <a:extLst>
                <a:ext uri="{FF2B5EF4-FFF2-40B4-BE49-F238E27FC236}">
                  <a16:creationId xmlns:a16="http://schemas.microsoft.com/office/drawing/2014/main" id="{CC40C2DE-94A0-49D5-8F17-9018FFF44BC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6" y="3696"/>
              <a:ext cx="20" cy="29"/>
            </a:xfrm>
            <a:custGeom>
              <a:avLst/>
              <a:gdLst>
                <a:gd name="T0" fmla="*/ 33 w 8"/>
                <a:gd name="T1" fmla="*/ 0 h 11"/>
                <a:gd name="T2" fmla="*/ 0 w 8"/>
                <a:gd name="T3" fmla="*/ 166 h 11"/>
                <a:gd name="T4" fmla="*/ 125 w 8"/>
                <a:gd name="T5" fmla="*/ 200 h 11"/>
                <a:gd name="T6" fmla="*/ 33 w 8"/>
                <a:gd name="T7" fmla="*/ 0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11">
                  <a:moveTo>
                    <a:pt x="2" y="0"/>
                  </a:moveTo>
                  <a:cubicBezTo>
                    <a:pt x="0" y="9"/>
                    <a:pt x="0" y="9"/>
                    <a:pt x="0" y="9"/>
                  </a:cubicBezTo>
                  <a:cubicBezTo>
                    <a:pt x="8" y="11"/>
                    <a:pt x="8" y="11"/>
                    <a:pt x="8" y="11"/>
                  </a:cubicBezTo>
                  <a:cubicBezTo>
                    <a:pt x="8" y="11"/>
                    <a:pt x="0" y="9"/>
                    <a:pt x="2" y="0"/>
                  </a:cubicBezTo>
                  <a:close/>
                </a:path>
              </a:pathLst>
            </a:custGeom>
            <a:solidFill>
              <a:srgbClr val="753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1042" name="Freeform 1008">
              <a:extLst>
                <a:ext uri="{FF2B5EF4-FFF2-40B4-BE49-F238E27FC236}">
                  <a16:creationId xmlns:a16="http://schemas.microsoft.com/office/drawing/2014/main" id="{2FD7C22F-9B5C-442C-B53A-13C6E8102F1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9" y="3763"/>
              <a:ext cx="25" cy="18"/>
            </a:xfrm>
            <a:custGeom>
              <a:avLst/>
              <a:gdLst>
                <a:gd name="T0" fmla="*/ 0 w 10"/>
                <a:gd name="T1" fmla="*/ 118 h 7"/>
                <a:gd name="T2" fmla="*/ 33 w 10"/>
                <a:gd name="T3" fmla="*/ 21 h 7"/>
                <a:gd name="T4" fmla="*/ 158 w 10"/>
                <a:gd name="T5" fmla="*/ 33 h 7"/>
                <a:gd name="T6" fmla="*/ 0 w 10"/>
                <a:gd name="T7" fmla="*/ 118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7">
                  <a:moveTo>
                    <a:pt x="0" y="7"/>
                  </a:moveTo>
                  <a:cubicBezTo>
                    <a:pt x="2" y="1"/>
                    <a:pt x="2" y="1"/>
                    <a:pt x="2" y="1"/>
                  </a:cubicBezTo>
                  <a:cubicBezTo>
                    <a:pt x="10" y="2"/>
                    <a:pt x="10" y="2"/>
                    <a:pt x="10" y="2"/>
                  </a:cubicBezTo>
                  <a:cubicBezTo>
                    <a:pt x="10" y="2"/>
                    <a:pt x="2" y="0"/>
                    <a:pt x="0" y="7"/>
                  </a:cubicBezTo>
                  <a:close/>
                </a:path>
              </a:pathLst>
            </a:custGeom>
            <a:solidFill>
              <a:srgbClr val="753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</p:grpSp>
      <p:grpSp>
        <p:nvGrpSpPr>
          <p:cNvPr id="40971" name="Pair-of-beige-trousers">
            <a:extLst>
              <a:ext uri="{FF2B5EF4-FFF2-40B4-BE49-F238E27FC236}">
                <a16:creationId xmlns:a16="http://schemas.microsoft.com/office/drawing/2014/main" id="{6C67A6F7-22B2-4A7D-AAB7-94096E04B677}"/>
              </a:ext>
            </a:extLst>
          </p:cNvPr>
          <p:cNvGrpSpPr>
            <a:grpSpLocks/>
          </p:cNvGrpSpPr>
          <p:nvPr/>
        </p:nvGrpSpPr>
        <p:grpSpPr bwMode="auto">
          <a:xfrm>
            <a:off x="8658225" y="3157538"/>
            <a:ext cx="1023938" cy="3287712"/>
            <a:chOff x="4444" y="1973"/>
            <a:chExt cx="660" cy="2119"/>
          </a:xfrm>
        </p:grpSpPr>
        <p:sp>
          <p:nvSpPr>
            <p:cNvPr id="40992" name="Freeform 1010">
              <a:extLst>
                <a:ext uri="{FF2B5EF4-FFF2-40B4-BE49-F238E27FC236}">
                  <a16:creationId xmlns:a16="http://schemas.microsoft.com/office/drawing/2014/main" id="{4E1B544D-A276-461A-A5FB-8586CFC264F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4" y="1973"/>
              <a:ext cx="660" cy="2119"/>
            </a:xfrm>
            <a:custGeom>
              <a:avLst/>
              <a:gdLst>
                <a:gd name="T0" fmla="*/ 134 w 423"/>
                <a:gd name="T1" fmla="*/ 0 h 1273"/>
                <a:gd name="T2" fmla="*/ 1485 w 423"/>
                <a:gd name="T3" fmla="*/ 0 h 1273"/>
                <a:gd name="T4" fmla="*/ 1531 w 423"/>
                <a:gd name="T5" fmla="*/ 1208 h 1273"/>
                <a:gd name="T6" fmla="*/ 1417 w 423"/>
                <a:gd name="T7" fmla="*/ 3594 h 1273"/>
                <a:gd name="T8" fmla="*/ 1417 w 423"/>
                <a:gd name="T9" fmla="*/ 5636 h 1273"/>
                <a:gd name="T10" fmla="*/ 930 w 423"/>
                <a:gd name="T11" fmla="*/ 5636 h 1273"/>
                <a:gd name="T12" fmla="*/ 866 w 423"/>
                <a:gd name="T13" fmla="*/ 3705 h 1273"/>
                <a:gd name="T14" fmla="*/ 808 w 423"/>
                <a:gd name="T15" fmla="*/ 1888 h 1273"/>
                <a:gd name="T16" fmla="*/ 752 w 423"/>
                <a:gd name="T17" fmla="*/ 3740 h 1273"/>
                <a:gd name="T18" fmla="*/ 683 w 423"/>
                <a:gd name="T19" fmla="*/ 5613 h 1273"/>
                <a:gd name="T20" fmla="*/ 183 w 423"/>
                <a:gd name="T21" fmla="*/ 5600 h 1273"/>
                <a:gd name="T22" fmla="*/ 164 w 423"/>
                <a:gd name="T23" fmla="*/ 3594 h 1273"/>
                <a:gd name="T24" fmla="*/ 87 w 423"/>
                <a:gd name="T25" fmla="*/ 1268 h 1273"/>
                <a:gd name="T26" fmla="*/ 134 w 423"/>
                <a:gd name="T27" fmla="*/ 0 h 1273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423" h="1273">
                  <a:moveTo>
                    <a:pt x="35" y="0"/>
                  </a:moveTo>
                  <a:cubicBezTo>
                    <a:pt x="35" y="0"/>
                    <a:pt x="198" y="71"/>
                    <a:pt x="391" y="0"/>
                  </a:cubicBezTo>
                  <a:cubicBezTo>
                    <a:pt x="391" y="0"/>
                    <a:pt x="423" y="139"/>
                    <a:pt x="403" y="262"/>
                  </a:cubicBezTo>
                  <a:cubicBezTo>
                    <a:pt x="383" y="385"/>
                    <a:pt x="373" y="673"/>
                    <a:pt x="373" y="779"/>
                  </a:cubicBezTo>
                  <a:cubicBezTo>
                    <a:pt x="373" y="886"/>
                    <a:pt x="373" y="1222"/>
                    <a:pt x="373" y="1222"/>
                  </a:cubicBezTo>
                  <a:cubicBezTo>
                    <a:pt x="373" y="1222"/>
                    <a:pt x="308" y="1257"/>
                    <a:pt x="245" y="1222"/>
                  </a:cubicBezTo>
                  <a:cubicBezTo>
                    <a:pt x="245" y="1222"/>
                    <a:pt x="235" y="886"/>
                    <a:pt x="228" y="803"/>
                  </a:cubicBezTo>
                  <a:cubicBezTo>
                    <a:pt x="220" y="721"/>
                    <a:pt x="240" y="406"/>
                    <a:pt x="213" y="409"/>
                  </a:cubicBezTo>
                  <a:cubicBezTo>
                    <a:pt x="185" y="411"/>
                    <a:pt x="198" y="811"/>
                    <a:pt x="198" y="811"/>
                  </a:cubicBezTo>
                  <a:cubicBezTo>
                    <a:pt x="198" y="811"/>
                    <a:pt x="175" y="1185"/>
                    <a:pt x="180" y="1217"/>
                  </a:cubicBezTo>
                  <a:cubicBezTo>
                    <a:pt x="180" y="1217"/>
                    <a:pt x="128" y="1273"/>
                    <a:pt x="48" y="1214"/>
                  </a:cubicBezTo>
                  <a:cubicBezTo>
                    <a:pt x="48" y="1214"/>
                    <a:pt x="48" y="843"/>
                    <a:pt x="43" y="779"/>
                  </a:cubicBezTo>
                  <a:cubicBezTo>
                    <a:pt x="38" y="715"/>
                    <a:pt x="35" y="335"/>
                    <a:pt x="23" y="275"/>
                  </a:cubicBezTo>
                  <a:cubicBezTo>
                    <a:pt x="0" y="166"/>
                    <a:pt x="35" y="0"/>
                    <a:pt x="35" y="0"/>
                  </a:cubicBezTo>
                  <a:close/>
                </a:path>
              </a:pathLst>
            </a:custGeom>
            <a:solidFill>
              <a:srgbClr val="C1C1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993" name="Freeform 1011">
              <a:extLst>
                <a:ext uri="{FF2B5EF4-FFF2-40B4-BE49-F238E27FC236}">
                  <a16:creationId xmlns:a16="http://schemas.microsoft.com/office/drawing/2014/main" id="{DA59629E-EF3F-4D3C-95C3-267A1289C1E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4" y="1973"/>
              <a:ext cx="660" cy="2119"/>
            </a:xfrm>
            <a:custGeom>
              <a:avLst/>
              <a:gdLst>
                <a:gd name="T0" fmla="*/ 134 w 423"/>
                <a:gd name="T1" fmla="*/ 0 h 1273"/>
                <a:gd name="T2" fmla="*/ 1485 w 423"/>
                <a:gd name="T3" fmla="*/ 0 h 1273"/>
                <a:gd name="T4" fmla="*/ 1531 w 423"/>
                <a:gd name="T5" fmla="*/ 1208 h 1273"/>
                <a:gd name="T6" fmla="*/ 1417 w 423"/>
                <a:gd name="T7" fmla="*/ 3594 h 1273"/>
                <a:gd name="T8" fmla="*/ 1417 w 423"/>
                <a:gd name="T9" fmla="*/ 5636 h 1273"/>
                <a:gd name="T10" fmla="*/ 930 w 423"/>
                <a:gd name="T11" fmla="*/ 5636 h 1273"/>
                <a:gd name="T12" fmla="*/ 866 w 423"/>
                <a:gd name="T13" fmla="*/ 3705 h 1273"/>
                <a:gd name="T14" fmla="*/ 808 w 423"/>
                <a:gd name="T15" fmla="*/ 1888 h 1273"/>
                <a:gd name="T16" fmla="*/ 752 w 423"/>
                <a:gd name="T17" fmla="*/ 3740 h 1273"/>
                <a:gd name="T18" fmla="*/ 683 w 423"/>
                <a:gd name="T19" fmla="*/ 5613 h 1273"/>
                <a:gd name="T20" fmla="*/ 183 w 423"/>
                <a:gd name="T21" fmla="*/ 5600 h 1273"/>
                <a:gd name="T22" fmla="*/ 164 w 423"/>
                <a:gd name="T23" fmla="*/ 3594 h 1273"/>
                <a:gd name="T24" fmla="*/ 87 w 423"/>
                <a:gd name="T25" fmla="*/ 1268 h 1273"/>
                <a:gd name="T26" fmla="*/ 134 w 423"/>
                <a:gd name="T27" fmla="*/ 0 h 1273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423" h="1273">
                  <a:moveTo>
                    <a:pt x="35" y="0"/>
                  </a:moveTo>
                  <a:cubicBezTo>
                    <a:pt x="35" y="0"/>
                    <a:pt x="198" y="71"/>
                    <a:pt x="391" y="0"/>
                  </a:cubicBezTo>
                  <a:cubicBezTo>
                    <a:pt x="391" y="0"/>
                    <a:pt x="423" y="139"/>
                    <a:pt x="403" y="262"/>
                  </a:cubicBezTo>
                  <a:cubicBezTo>
                    <a:pt x="383" y="385"/>
                    <a:pt x="373" y="673"/>
                    <a:pt x="373" y="779"/>
                  </a:cubicBezTo>
                  <a:cubicBezTo>
                    <a:pt x="373" y="886"/>
                    <a:pt x="373" y="1222"/>
                    <a:pt x="373" y="1222"/>
                  </a:cubicBezTo>
                  <a:cubicBezTo>
                    <a:pt x="373" y="1222"/>
                    <a:pt x="308" y="1257"/>
                    <a:pt x="245" y="1222"/>
                  </a:cubicBezTo>
                  <a:cubicBezTo>
                    <a:pt x="245" y="1222"/>
                    <a:pt x="235" y="886"/>
                    <a:pt x="228" y="803"/>
                  </a:cubicBezTo>
                  <a:cubicBezTo>
                    <a:pt x="220" y="721"/>
                    <a:pt x="240" y="406"/>
                    <a:pt x="213" y="409"/>
                  </a:cubicBezTo>
                  <a:cubicBezTo>
                    <a:pt x="185" y="411"/>
                    <a:pt x="198" y="811"/>
                    <a:pt x="198" y="811"/>
                  </a:cubicBezTo>
                  <a:cubicBezTo>
                    <a:pt x="198" y="811"/>
                    <a:pt x="175" y="1185"/>
                    <a:pt x="180" y="1217"/>
                  </a:cubicBezTo>
                  <a:cubicBezTo>
                    <a:pt x="180" y="1217"/>
                    <a:pt x="128" y="1273"/>
                    <a:pt x="48" y="1214"/>
                  </a:cubicBezTo>
                  <a:cubicBezTo>
                    <a:pt x="48" y="1214"/>
                    <a:pt x="48" y="843"/>
                    <a:pt x="43" y="779"/>
                  </a:cubicBezTo>
                  <a:cubicBezTo>
                    <a:pt x="38" y="715"/>
                    <a:pt x="35" y="335"/>
                    <a:pt x="23" y="275"/>
                  </a:cubicBezTo>
                  <a:cubicBezTo>
                    <a:pt x="0" y="166"/>
                    <a:pt x="35" y="0"/>
                    <a:pt x="35" y="0"/>
                  </a:cubicBezTo>
                  <a:close/>
                </a:path>
              </a:pathLst>
            </a:custGeom>
            <a:noFill/>
            <a:ln w="7938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994" name="Freeform 1012">
              <a:extLst>
                <a:ext uri="{FF2B5EF4-FFF2-40B4-BE49-F238E27FC236}">
                  <a16:creationId xmlns:a16="http://schemas.microsoft.com/office/drawing/2014/main" id="{937D9F81-9C37-472B-A06F-E2A7353E4A2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5" y="2627"/>
              <a:ext cx="113" cy="55"/>
            </a:xfrm>
            <a:custGeom>
              <a:avLst/>
              <a:gdLst>
                <a:gd name="T0" fmla="*/ 0 w 72"/>
                <a:gd name="T1" fmla="*/ 0 h 33"/>
                <a:gd name="T2" fmla="*/ 278 w 72"/>
                <a:gd name="T3" fmla="*/ 5 h 33"/>
                <a:gd name="T4" fmla="*/ 0 w 72"/>
                <a:gd name="T5" fmla="*/ 0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2" h="33">
                  <a:moveTo>
                    <a:pt x="0" y="0"/>
                  </a:moveTo>
                  <a:cubicBezTo>
                    <a:pt x="0" y="0"/>
                    <a:pt x="33" y="33"/>
                    <a:pt x="72" y="1"/>
                  </a:cubicBezTo>
                  <a:cubicBezTo>
                    <a:pt x="72" y="1"/>
                    <a:pt x="44" y="2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995" name="Freeform 1013">
              <a:extLst>
                <a:ext uri="{FF2B5EF4-FFF2-40B4-BE49-F238E27FC236}">
                  <a16:creationId xmlns:a16="http://schemas.microsoft.com/office/drawing/2014/main" id="{A686A743-C45A-4C4A-82FE-66D498FE7DA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6" y="2038"/>
              <a:ext cx="276" cy="85"/>
            </a:xfrm>
            <a:custGeom>
              <a:avLst/>
              <a:gdLst>
                <a:gd name="T0" fmla="*/ 8 w 177"/>
                <a:gd name="T1" fmla="*/ 0 h 51"/>
                <a:gd name="T2" fmla="*/ 671 w 177"/>
                <a:gd name="T3" fmla="*/ 203 h 51"/>
                <a:gd name="T4" fmla="*/ 0 w 177"/>
                <a:gd name="T5" fmla="*/ 20 h 51"/>
                <a:gd name="T6" fmla="*/ 8 w 177"/>
                <a:gd name="T7" fmla="*/ 0 h 5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7" h="51">
                  <a:moveTo>
                    <a:pt x="2" y="0"/>
                  </a:moveTo>
                  <a:cubicBezTo>
                    <a:pt x="2" y="0"/>
                    <a:pt x="69" y="42"/>
                    <a:pt x="177" y="44"/>
                  </a:cubicBezTo>
                  <a:cubicBezTo>
                    <a:pt x="177" y="44"/>
                    <a:pt x="106" y="51"/>
                    <a:pt x="0" y="4"/>
                  </a:cubicBezTo>
                  <a:lnTo>
                    <a:pt x="2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996" name="Freeform 1014">
              <a:extLst>
                <a:ext uri="{FF2B5EF4-FFF2-40B4-BE49-F238E27FC236}">
                  <a16:creationId xmlns:a16="http://schemas.microsoft.com/office/drawing/2014/main" id="{C1D019F7-0038-4BA7-98D6-A225E93F10A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6" y="2026"/>
              <a:ext cx="54" cy="87"/>
            </a:xfrm>
            <a:custGeom>
              <a:avLst/>
              <a:gdLst>
                <a:gd name="T0" fmla="*/ 29 w 35"/>
                <a:gd name="T1" fmla="*/ 0 h 52"/>
                <a:gd name="T2" fmla="*/ 114 w 35"/>
                <a:gd name="T3" fmla="*/ 112 h 52"/>
                <a:gd name="T4" fmla="*/ 0 w 35"/>
                <a:gd name="T5" fmla="*/ 244 h 52"/>
                <a:gd name="T6" fmla="*/ 128 w 35"/>
                <a:gd name="T7" fmla="*/ 112 h 52"/>
                <a:gd name="T8" fmla="*/ 29 w 35"/>
                <a:gd name="T9" fmla="*/ 0 h 5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52">
                  <a:moveTo>
                    <a:pt x="8" y="0"/>
                  </a:moveTo>
                  <a:cubicBezTo>
                    <a:pt x="8" y="0"/>
                    <a:pt x="29" y="5"/>
                    <a:pt x="31" y="24"/>
                  </a:cubicBezTo>
                  <a:cubicBezTo>
                    <a:pt x="32" y="42"/>
                    <a:pt x="0" y="52"/>
                    <a:pt x="0" y="52"/>
                  </a:cubicBezTo>
                  <a:cubicBezTo>
                    <a:pt x="0" y="52"/>
                    <a:pt x="35" y="45"/>
                    <a:pt x="35" y="24"/>
                  </a:cubicBezTo>
                  <a:cubicBezTo>
                    <a:pt x="34" y="3"/>
                    <a:pt x="8" y="0"/>
                    <a:pt x="8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997" name="Oval 1015">
              <a:extLst>
                <a:ext uri="{FF2B5EF4-FFF2-40B4-BE49-F238E27FC236}">
                  <a16:creationId xmlns:a16="http://schemas.microsoft.com/office/drawing/2014/main" id="{9D1A566F-1BF5-4B7B-B0D5-1D175A4E10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58" y="2035"/>
              <a:ext cx="53" cy="60"/>
            </a:xfrm>
            <a:prstGeom prst="ellipse">
              <a:avLst/>
            </a:prstGeom>
            <a:solidFill>
              <a:srgbClr val="AF7F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998" name="Oval 1016">
              <a:extLst>
                <a:ext uri="{FF2B5EF4-FFF2-40B4-BE49-F238E27FC236}">
                  <a16:creationId xmlns:a16="http://schemas.microsoft.com/office/drawing/2014/main" id="{8D8DF686-2134-42B7-ABC5-EE4C87E79D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58" y="2035"/>
              <a:ext cx="53" cy="60"/>
            </a:xfrm>
            <a:prstGeom prst="ellipse">
              <a:avLst/>
            </a:prstGeom>
            <a:noFill/>
            <a:ln w="7938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999" name="Freeform 1017">
              <a:extLst>
                <a:ext uri="{FF2B5EF4-FFF2-40B4-BE49-F238E27FC236}">
                  <a16:creationId xmlns:a16="http://schemas.microsoft.com/office/drawing/2014/main" id="{4F9FE43F-C76B-4688-8971-EB6EC228D1F1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0" y="2030"/>
              <a:ext cx="225" cy="68"/>
            </a:xfrm>
            <a:custGeom>
              <a:avLst/>
              <a:gdLst>
                <a:gd name="T0" fmla="*/ 0 w 144"/>
                <a:gd name="T1" fmla="*/ 187 h 41"/>
                <a:gd name="T2" fmla="*/ 550 w 144"/>
                <a:gd name="T3" fmla="*/ 22 h 41"/>
                <a:gd name="T4" fmla="*/ 544 w 144"/>
                <a:gd name="T5" fmla="*/ 0 h 41"/>
                <a:gd name="T6" fmla="*/ 0 w 144"/>
                <a:gd name="T7" fmla="*/ 187 h 4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4" h="41">
                  <a:moveTo>
                    <a:pt x="0" y="41"/>
                  </a:moveTo>
                  <a:cubicBezTo>
                    <a:pt x="0" y="41"/>
                    <a:pt x="111" y="30"/>
                    <a:pt x="144" y="5"/>
                  </a:cubicBezTo>
                  <a:cubicBezTo>
                    <a:pt x="143" y="0"/>
                    <a:pt x="143" y="0"/>
                    <a:pt x="143" y="0"/>
                  </a:cubicBezTo>
                  <a:cubicBezTo>
                    <a:pt x="143" y="0"/>
                    <a:pt x="126" y="20"/>
                    <a:pt x="0" y="4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1000" name="Freeform 1018">
              <a:extLst>
                <a:ext uri="{FF2B5EF4-FFF2-40B4-BE49-F238E27FC236}">
                  <a16:creationId xmlns:a16="http://schemas.microsoft.com/office/drawing/2014/main" id="{71360FBE-E8A0-4D11-B19C-87FBE25BF0A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3" y="2103"/>
              <a:ext cx="47" cy="413"/>
            </a:xfrm>
            <a:custGeom>
              <a:avLst/>
              <a:gdLst>
                <a:gd name="T0" fmla="*/ 8 w 30"/>
                <a:gd name="T1" fmla="*/ 1146 h 248"/>
                <a:gd name="T2" fmla="*/ 0 w 30"/>
                <a:gd name="T3" fmla="*/ 0 h 248"/>
                <a:gd name="T4" fmla="*/ 8 w 30"/>
                <a:gd name="T5" fmla="*/ 1146 h 24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248">
                  <a:moveTo>
                    <a:pt x="2" y="248"/>
                  </a:moveTo>
                  <a:cubicBezTo>
                    <a:pt x="2" y="248"/>
                    <a:pt x="30" y="149"/>
                    <a:pt x="0" y="0"/>
                  </a:cubicBezTo>
                  <a:cubicBezTo>
                    <a:pt x="0" y="0"/>
                    <a:pt x="23" y="139"/>
                    <a:pt x="2" y="248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1001" name="Freeform 1019">
              <a:extLst>
                <a:ext uri="{FF2B5EF4-FFF2-40B4-BE49-F238E27FC236}">
                  <a16:creationId xmlns:a16="http://schemas.microsoft.com/office/drawing/2014/main" id="{466439DB-970B-430C-A617-1291B41925B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2" y="2095"/>
              <a:ext cx="153" cy="201"/>
            </a:xfrm>
            <a:custGeom>
              <a:avLst/>
              <a:gdLst>
                <a:gd name="T0" fmla="*/ 373 w 98"/>
                <a:gd name="T1" fmla="*/ 0 h 121"/>
                <a:gd name="T2" fmla="*/ 0 w 98"/>
                <a:gd name="T3" fmla="*/ 555 h 121"/>
                <a:gd name="T4" fmla="*/ 373 w 98"/>
                <a:gd name="T5" fmla="*/ 0 h 1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8" h="121">
                  <a:moveTo>
                    <a:pt x="98" y="0"/>
                  </a:moveTo>
                  <a:cubicBezTo>
                    <a:pt x="98" y="0"/>
                    <a:pt x="70" y="89"/>
                    <a:pt x="0" y="121"/>
                  </a:cubicBezTo>
                  <a:cubicBezTo>
                    <a:pt x="0" y="121"/>
                    <a:pt x="63" y="115"/>
                    <a:pt x="98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1002" name="Freeform 1020">
              <a:extLst>
                <a:ext uri="{FF2B5EF4-FFF2-40B4-BE49-F238E27FC236}">
                  <a16:creationId xmlns:a16="http://schemas.microsoft.com/office/drawing/2014/main" id="{48C79245-27B5-40F0-BF3A-3081A840DC1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8" y="2088"/>
              <a:ext cx="158" cy="208"/>
            </a:xfrm>
            <a:custGeom>
              <a:avLst/>
              <a:gdLst>
                <a:gd name="T0" fmla="*/ 0 w 101"/>
                <a:gd name="T1" fmla="*/ 0 h 125"/>
                <a:gd name="T2" fmla="*/ 386 w 101"/>
                <a:gd name="T3" fmla="*/ 576 h 125"/>
                <a:gd name="T4" fmla="*/ 0 w 101"/>
                <a:gd name="T5" fmla="*/ 0 h 1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1" h="125">
                  <a:moveTo>
                    <a:pt x="0" y="0"/>
                  </a:moveTo>
                  <a:cubicBezTo>
                    <a:pt x="0" y="0"/>
                    <a:pt x="30" y="93"/>
                    <a:pt x="101" y="125"/>
                  </a:cubicBezTo>
                  <a:cubicBezTo>
                    <a:pt x="101" y="125"/>
                    <a:pt x="35" y="115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1003" name="Freeform 1021">
              <a:extLst>
                <a:ext uri="{FF2B5EF4-FFF2-40B4-BE49-F238E27FC236}">
                  <a16:creationId xmlns:a16="http://schemas.microsoft.com/office/drawing/2014/main" id="{3692F92E-107E-4373-9903-EA018EAEB4C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6" y="2519"/>
              <a:ext cx="136" cy="271"/>
            </a:xfrm>
            <a:custGeom>
              <a:avLst/>
              <a:gdLst>
                <a:gd name="T0" fmla="*/ 320 w 87"/>
                <a:gd name="T1" fmla="*/ 376 h 163"/>
                <a:gd name="T2" fmla="*/ 153 w 87"/>
                <a:gd name="T3" fmla="*/ 234 h 163"/>
                <a:gd name="T4" fmla="*/ 0 w 87"/>
                <a:gd name="T5" fmla="*/ 0 h 163"/>
                <a:gd name="T6" fmla="*/ 95 w 87"/>
                <a:gd name="T7" fmla="*/ 209 h 163"/>
                <a:gd name="T8" fmla="*/ 216 w 87"/>
                <a:gd name="T9" fmla="*/ 381 h 163"/>
                <a:gd name="T10" fmla="*/ 283 w 87"/>
                <a:gd name="T11" fmla="*/ 750 h 163"/>
                <a:gd name="T12" fmla="*/ 311 w 87"/>
                <a:gd name="T13" fmla="*/ 525 h 163"/>
                <a:gd name="T14" fmla="*/ 333 w 87"/>
                <a:gd name="T15" fmla="*/ 387 h 16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7" h="163">
                  <a:moveTo>
                    <a:pt x="84" y="82"/>
                  </a:moveTo>
                  <a:cubicBezTo>
                    <a:pt x="69" y="82"/>
                    <a:pt x="49" y="63"/>
                    <a:pt x="40" y="51"/>
                  </a:cubicBezTo>
                  <a:cubicBezTo>
                    <a:pt x="27" y="33"/>
                    <a:pt x="16" y="16"/>
                    <a:pt x="0" y="0"/>
                  </a:cubicBezTo>
                  <a:cubicBezTo>
                    <a:pt x="12" y="8"/>
                    <a:pt x="18" y="33"/>
                    <a:pt x="25" y="46"/>
                  </a:cubicBezTo>
                  <a:cubicBezTo>
                    <a:pt x="33" y="62"/>
                    <a:pt x="44" y="71"/>
                    <a:pt x="56" y="83"/>
                  </a:cubicBezTo>
                  <a:cubicBezTo>
                    <a:pt x="79" y="105"/>
                    <a:pt x="67" y="135"/>
                    <a:pt x="74" y="163"/>
                  </a:cubicBezTo>
                  <a:cubicBezTo>
                    <a:pt x="77" y="147"/>
                    <a:pt x="78" y="130"/>
                    <a:pt x="81" y="114"/>
                  </a:cubicBezTo>
                  <a:cubicBezTo>
                    <a:pt x="83" y="105"/>
                    <a:pt x="84" y="92"/>
                    <a:pt x="87" y="84"/>
                  </a:cubicBezTo>
                </a:path>
              </a:pathLst>
            </a:custGeom>
            <a:solidFill>
              <a:srgbClr val="A09E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1004" name="Freeform 1022">
              <a:extLst>
                <a:ext uri="{FF2B5EF4-FFF2-40B4-BE49-F238E27FC236}">
                  <a16:creationId xmlns:a16="http://schemas.microsoft.com/office/drawing/2014/main" id="{096B6DCB-754A-466A-8294-05241B520CA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4" y="2546"/>
              <a:ext cx="123" cy="272"/>
            </a:xfrm>
            <a:custGeom>
              <a:avLst/>
              <a:gdLst>
                <a:gd name="T0" fmla="*/ 0 w 79"/>
                <a:gd name="T1" fmla="*/ 305 h 164"/>
                <a:gd name="T2" fmla="*/ 174 w 79"/>
                <a:gd name="T3" fmla="*/ 209 h 164"/>
                <a:gd name="T4" fmla="*/ 299 w 79"/>
                <a:gd name="T5" fmla="*/ 0 h 164"/>
                <a:gd name="T6" fmla="*/ 196 w 79"/>
                <a:gd name="T7" fmla="*/ 201 h 164"/>
                <a:gd name="T8" fmla="*/ 95 w 79"/>
                <a:gd name="T9" fmla="*/ 367 h 164"/>
                <a:gd name="T10" fmla="*/ 30 w 79"/>
                <a:gd name="T11" fmla="*/ 748 h 164"/>
                <a:gd name="T12" fmla="*/ 26 w 79"/>
                <a:gd name="T13" fmla="*/ 451 h 164"/>
                <a:gd name="T14" fmla="*/ 5 w 79"/>
                <a:gd name="T15" fmla="*/ 313 h 16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9" h="164">
                  <a:moveTo>
                    <a:pt x="0" y="67"/>
                  </a:moveTo>
                  <a:cubicBezTo>
                    <a:pt x="17" y="63"/>
                    <a:pt x="34" y="61"/>
                    <a:pt x="46" y="46"/>
                  </a:cubicBezTo>
                  <a:cubicBezTo>
                    <a:pt x="57" y="32"/>
                    <a:pt x="68" y="15"/>
                    <a:pt x="79" y="0"/>
                  </a:cubicBezTo>
                  <a:cubicBezTo>
                    <a:pt x="68" y="13"/>
                    <a:pt x="62" y="30"/>
                    <a:pt x="52" y="44"/>
                  </a:cubicBezTo>
                  <a:cubicBezTo>
                    <a:pt x="44" y="56"/>
                    <a:pt x="33" y="67"/>
                    <a:pt x="25" y="80"/>
                  </a:cubicBezTo>
                  <a:cubicBezTo>
                    <a:pt x="9" y="105"/>
                    <a:pt x="8" y="136"/>
                    <a:pt x="8" y="164"/>
                  </a:cubicBezTo>
                  <a:cubicBezTo>
                    <a:pt x="9" y="143"/>
                    <a:pt x="6" y="121"/>
                    <a:pt x="7" y="99"/>
                  </a:cubicBezTo>
                  <a:cubicBezTo>
                    <a:pt x="7" y="89"/>
                    <a:pt x="5" y="77"/>
                    <a:pt x="1" y="69"/>
                  </a:cubicBezTo>
                </a:path>
              </a:pathLst>
            </a:custGeom>
            <a:solidFill>
              <a:srgbClr val="D3D3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1005" name="Freeform 1023">
              <a:extLst>
                <a:ext uri="{FF2B5EF4-FFF2-40B4-BE49-F238E27FC236}">
                  <a16:creationId xmlns:a16="http://schemas.microsoft.com/office/drawing/2014/main" id="{E2D93266-EAB1-419B-A06C-D9A7BFADC7C1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0" y="2095"/>
              <a:ext cx="59" cy="193"/>
            </a:xfrm>
            <a:custGeom>
              <a:avLst/>
              <a:gdLst>
                <a:gd name="T0" fmla="*/ 143 w 38"/>
                <a:gd name="T1" fmla="*/ 0 h 116"/>
                <a:gd name="T2" fmla="*/ 0 w 38"/>
                <a:gd name="T3" fmla="*/ 22 h 116"/>
                <a:gd name="T4" fmla="*/ 48 w 38"/>
                <a:gd name="T5" fmla="*/ 534 h 116"/>
                <a:gd name="T6" fmla="*/ 48 w 38"/>
                <a:gd name="T7" fmla="*/ 138 h 116"/>
                <a:gd name="T8" fmla="*/ 143 w 38"/>
                <a:gd name="T9" fmla="*/ 0 h 1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116">
                  <a:moveTo>
                    <a:pt x="38" y="0"/>
                  </a:moveTo>
                  <a:cubicBezTo>
                    <a:pt x="38" y="0"/>
                    <a:pt x="13" y="6"/>
                    <a:pt x="0" y="5"/>
                  </a:cubicBezTo>
                  <a:cubicBezTo>
                    <a:pt x="0" y="5"/>
                    <a:pt x="17" y="68"/>
                    <a:pt x="13" y="116"/>
                  </a:cubicBezTo>
                  <a:cubicBezTo>
                    <a:pt x="13" y="116"/>
                    <a:pt x="15" y="43"/>
                    <a:pt x="13" y="30"/>
                  </a:cubicBezTo>
                  <a:cubicBezTo>
                    <a:pt x="10" y="18"/>
                    <a:pt x="7" y="10"/>
                    <a:pt x="38" y="0"/>
                  </a:cubicBezTo>
                  <a:close/>
                </a:path>
              </a:pathLst>
            </a:custGeom>
            <a:solidFill>
              <a:srgbClr val="A09E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1006" name="Freeform 1024">
              <a:extLst>
                <a:ext uri="{FF2B5EF4-FFF2-40B4-BE49-F238E27FC236}">
                  <a16:creationId xmlns:a16="http://schemas.microsoft.com/office/drawing/2014/main" id="{843A0D9F-9B80-4CF4-9749-46811003D6FE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3" y="2031"/>
              <a:ext cx="60" cy="60"/>
            </a:xfrm>
            <a:custGeom>
              <a:avLst/>
              <a:gdLst>
                <a:gd name="T0" fmla="*/ 0 w 39"/>
                <a:gd name="T1" fmla="*/ 0 h 36"/>
                <a:gd name="T2" fmla="*/ 8 w 39"/>
                <a:gd name="T3" fmla="*/ 167 h 36"/>
                <a:gd name="T4" fmla="*/ 0 w 39"/>
                <a:gd name="T5" fmla="*/ 0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36">
                  <a:moveTo>
                    <a:pt x="0" y="0"/>
                  </a:moveTo>
                  <a:cubicBezTo>
                    <a:pt x="0" y="0"/>
                    <a:pt x="21" y="18"/>
                    <a:pt x="2" y="36"/>
                  </a:cubicBezTo>
                  <a:cubicBezTo>
                    <a:pt x="2" y="36"/>
                    <a:pt x="39" y="15"/>
                    <a:pt x="0" y="0"/>
                  </a:cubicBezTo>
                  <a:close/>
                </a:path>
              </a:pathLst>
            </a:custGeom>
            <a:solidFill>
              <a:srgbClr val="A09E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1007" name="Freeform 1025">
              <a:extLst>
                <a:ext uri="{FF2B5EF4-FFF2-40B4-BE49-F238E27FC236}">
                  <a16:creationId xmlns:a16="http://schemas.microsoft.com/office/drawing/2014/main" id="{D7DC341C-A38A-47C7-A41C-9759B1CB71F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0" y="3411"/>
              <a:ext cx="120" cy="627"/>
            </a:xfrm>
            <a:custGeom>
              <a:avLst/>
              <a:gdLst>
                <a:gd name="T0" fmla="*/ 291 w 77"/>
                <a:gd name="T1" fmla="*/ 0 h 377"/>
                <a:gd name="T2" fmla="*/ 235 w 77"/>
                <a:gd name="T3" fmla="*/ 1618 h 377"/>
                <a:gd name="T4" fmla="*/ 0 w 77"/>
                <a:gd name="T5" fmla="*/ 1715 h 377"/>
                <a:gd name="T6" fmla="*/ 196 w 77"/>
                <a:gd name="T7" fmla="*/ 1449 h 377"/>
                <a:gd name="T8" fmla="*/ 291 w 77"/>
                <a:gd name="T9" fmla="*/ 0 h 37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7" h="377">
                  <a:moveTo>
                    <a:pt x="77" y="0"/>
                  </a:moveTo>
                  <a:cubicBezTo>
                    <a:pt x="77" y="0"/>
                    <a:pt x="59" y="324"/>
                    <a:pt x="62" y="352"/>
                  </a:cubicBezTo>
                  <a:cubicBezTo>
                    <a:pt x="62" y="352"/>
                    <a:pt x="41" y="377"/>
                    <a:pt x="0" y="373"/>
                  </a:cubicBezTo>
                  <a:cubicBezTo>
                    <a:pt x="0" y="373"/>
                    <a:pt x="54" y="366"/>
                    <a:pt x="52" y="315"/>
                  </a:cubicBezTo>
                  <a:cubicBezTo>
                    <a:pt x="51" y="264"/>
                    <a:pt x="74" y="14"/>
                    <a:pt x="77" y="0"/>
                  </a:cubicBezTo>
                  <a:close/>
                </a:path>
              </a:pathLst>
            </a:custGeom>
            <a:solidFill>
              <a:srgbClr val="A09E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1008" name="Freeform 1026">
              <a:extLst>
                <a:ext uri="{FF2B5EF4-FFF2-40B4-BE49-F238E27FC236}">
                  <a16:creationId xmlns:a16="http://schemas.microsoft.com/office/drawing/2014/main" id="{EF4D6601-9E37-43E6-9903-017ED978742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8" y="2820"/>
              <a:ext cx="19" cy="473"/>
            </a:xfrm>
            <a:custGeom>
              <a:avLst/>
              <a:gdLst>
                <a:gd name="T0" fmla="*/ 35 w 12"/>
                <a:gd name="T1" fmla="*/ 0 h 284"/>
                <a:gd name="T2" fmla="*/ 43 w 12"/>
                <a:gd name="T3" fmla="*/ 1312 h 284"/>
                <a:gd name="T4" fmla="*/ 35 w 12"/>
                <a:gd name="T5" fmla="*/ 0 h 28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284">
                  <a:moveTo>
                    <a:pt x="9" y="0"/>
                  </a:moveTo>
                  <a:cubicBezTo>
                    <a:pt x="9" y="0"/>
                    <a:pt x="12" y="252"/>
                    <a:pt x="11" y="284"/>
                  </a:cubicBezTo>
                  <a:cubicBezTo>
                    <a:pt x="11" y="284"/>
                    <a:pt x="0" y="44"/>
                    <a:pt x="9" y="0"/>
                  </a:cubicBezTo>
                  <a:close/>
                </a:path>
              </a:pathLst>
            </a:custGeom>
            <a:solidFill>
              <a:srgbClr val="A09E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1009" name="Freeform 1027">
              <a:extLst>
                <a:ext uri="{FF2B5EF4-FFF2-40B4-BE49-F238E27FC236}">
                  <a16:creationId xmlns:a16="http://schemas.microsoft.com/office/drawing/2014/main" id="{8A1C77AA-8002-4FA9-8B61-D800A66654C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3" y="2308"/>
              <a:ext cx="108" cy="1709"/>
            </a:xfrm>
            <a:custGeom>
              <a:avLst/>
              <a:gdLst>
                <a:gd name="T0" fmla="*/ 0 w 69"/>
                <a:gd name="T1" fmla="*/ 0 h 1027"/>
                <a:gd name="T2" fmla="*/ 47 w 69"/>
                <a:gd name="T3" fmla="*/ 396 h 1027"/>
                <a:gd name="T4" fmla="*/ 95 w 69"/>
                <a:gd name="T5" fmla="*/ 2401 h 1027"/>
                <a:gd name="T6" fmla="*/ 127 w 69"/>
                <a:gd name="T7" fmla="*/ 4649 h 1027"/>
                <a:gd name="T8" fmla="*/ 260 w 69"/>
                <a:gd name="T9" fmla="*/ 4733 h 1027"/>
                <a:gd name="T10" fmla="*/ 164 w 69"/>
                <a:gd name="T11" fmla="*/ 4436 h 1027"/>
                <a:gd name="T12" fmla="*/ 265 w 69"/>
                <a:gd name="T13" fmla="*/ 2847 h 1027"/>
                <a:gd name="T14" fmla="*/ 135 w 69"/>
                <a:gd name="T15" fmla="*/ 2561 h 1027"/>
                <a:gd name="T16" fmla="*/ 0 w 69"/>
                <a:gd name="T17" fmla="*/ 0 h 102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9" h="1027">
                  <a:moveTo>
                    <a:pt x="0" y="0"/>
                  </a:moveTo>
                  <a:cubicBezTo>
                    <a:pt x="0" y="0"/>
                    <a:pt x="5" y="61"/>
                    <a:pt x="12" y="86"/>
                  </a:cubicBezTo>
                  <a:cubicBezTo>
                    <a:pt x="18" y="111"/>
                    <a:pt x="24" y="459"/>
                    <a:pt x="25" y="521"/>
                  </a:cubicBezTo>
                  <a:cubicBezTo>
                    <a:pt x="26" y="583"/>
                    <a:pt x="41" y="968"/>
                    <a:pt x="33" y="1009"/>
                  </a:cubicBezTo>
                  <a:cubicBezTo>
                    <a:pt x="33" y="1009"/>
                    <a:pt x="53" y="1024"/>
                    <a:pt x="68" y="1027"/>
                  </a:cubicBezTo>
                  <a:cubicBezTo>
                    <a:pt x="68" y="1027"/>
                    <a:pt x="43" y="1013"/>
                    <a:pt x="43" y="963"/>
                  </a:cubicBezTo>
                  <a:cubicBezTo>
                    <a:pt x="43" y="913"/>
                    <a:pt x="22" y="636"/>
                    <a:pt x="69" y="618"/>
                  </a:cubicBezTo>
                  <a:cubicBezTo>
                    <a:pt x="69" y="618"/>
                    <a:pt x="37" y="610"/>
                    <a:pt x="35" y="556"/>
                  </a:cubicBezTo>
                  <a:cubicBezTo>
                    <a:pt x="33" y="502"/>
                    <a:pt x="61" y="112"/>
                    <a:pt x="0" y="0"/>
                  </a:cubicBezTo>
                  <a:close/>
                </a:path>
              </a:pathLst>
            </a:custGeom>
            <a:solidFill>
              <a:srgbClr val="D3D3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1010" name="Freeform 1028">
              <a:extLst>
                <a:ext uri="{FF2B5EF4-FFF2-40B4-BE49-F238E27FC236}">
                  <a16:creationId xmlns:a16="http://schemas.microsoft.com/office/drawing/2014/main" id="{939C0247-2CE2-46FF-95F3-83EA22EF05B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5" y="2208"/>
              <a:ext cx="117" cy="273"/>
            </a:xfrm>
            <a:custGeom>
              <a:avLst/>
              <a:gdLst>
                <a:gd name="T0" fmla="*/ 0 w 75"/>
                <a:gd name="T1" fmla="*/ 283 h 164"/>
                <a:gd name="T2" fmla="*/ 285 w 75"/>
                <a:gd name="T3" fmla="*/ 0 h 164"/>
                <a:gd name="T4" fmla="*/ 156 w 75"/>
                <a:gd name="T5" fmla="*/ 258 h 164"/>
                <a:gd name="T6" fmla="*/ 103 w 75"/>
                <a:gd name="T7" fmla="*/ 756 h 164"/>
                <a:gd name="T8" fmla="*/ 0 w 75"/>
                <a:gd name="T9" fmla="*/ 283 h 16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" h="164">
                  <a:moveTo>
                    <a:pt x="0" y="61"/>
                  </a:moveTo>
                  <a:cubicBezTo>
                    <a:pt x="0" y="61"/>
                    <a:pt x="49" y="49"/>
                    <a:pt x="75" y="0"/>
                  </a:cubicBezTo>
                  <a:cubicBezTo>
                    <a:pt x="75" y="0"/>
                    <a:pt x="58" y="43"/>
                    <a:pt x="41" y="56"/>
                  </a:cubicBezTo>
                  <a:cubicBezTo>
                    <a:pt x="24" y="69"/>
                    <a:pt x="25" y="117"/>
                    <a:pt x="27" y="164"/>
                  </a:cubicBezTo>
                  <a:lnTo>
                    <a:pt x="0" y="61"/>
                  </a:lnTo>
                  <a:close/>
                </a:path>
              </a:pathLst>
            </a:custGeom>
            <a:solidFill>
              <a:srgbClr val="D3D3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1011" name="Freeform 1029">
              <a:extLst>
                <a:ext uri="{FF2B5EF4-FFF2-40B4-BE49-F238E27FC236}">
                  <a16:creationId xmlns:a16="http://schemas.microsoft.com/office/drawing/2014/main" id="{829B474E-38A5-401A-8225-F2CBC830621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0" y="2056"/>
              <a:ext cx="86" cy="228"/>
            </a:xfrm>
            <a:custGeom>
              <a:avLst/>
              <a:gdLst>
                <a:gd name="T0" fmla="*/ 53 w 55"/>
                <a:gd name="T1" fmla="*/ 0 h 137"/>
                <a:gd name="T2" fmla="*/ 14 w 55"/>
                <a:gd name="T3" fmla="*/ 631 h 137"/>
                <a:gd name="T4" fmla="*/ 210 w 55"/>
                <a:gd name="T5" fmla="*/ 446 h 137"/>
                <a:gd name="T6" fmla="*/ 47 w 55"/>
                <a:gd name="T7" fmla="*/ 488 h 137"/>
                <a:gd name="T8" fmla="*/ 53 w 55"/>
                <a:gd name="T9" fmla="*/ 0 h 1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5" h="137">
                  <a:moveTo>
                    <a:pt x="14" y="0"/>
                  </a:moveTo>
                  <a:cubicBezTo>
                    <a:pt x="14" y="0"/>
                    <a:pt x="0" y="94"/>
                    <a:pt x="4" y="137"/>
                  </a:cubicBezTo>
                  <a:cubicBezTo>
                    <a:pt x="4" y="137"/>
                    <a:pt x="42" y="119"/>
                    <a:pt x="55" y="97"/>
                  </a:cubicBezTo>
                  <a:cubicBezTo>
                    <a:pt x="55" y="97"/>
                    <a:pt x="11" y="128"/>
                    <a:pt x="12" y="106"/>
                  </a:cubicBezTo>
                  <a:cubicBezTo>
                    <a:pt x="12" y="84"/>
                    <a:pt x="14" y="0"/>
                    <a:pt x="14" y="0"/>
                  </a:cubicBezTo>
                  <a:close/>
                </a:path>
              </a:pathLst>
            </a:custGeom>
            <a:solidFill>
              <a:srgbClr val="D3D3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1012" name="Freeform 1030">
              <a:extLst>
                <a:ext uri="{FF2B5EF4-FFF2-40B4-BE49-F238E27FC236}">
                  <a16:creationId xmlns:a16="http://schemas.microsoft.com/office/drawing/2014/main" id="{9EBBDE20-C62E-4242-8984-5D1F5206662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9" y="1981"/>
              <a:ext cx="84" cy="94"/>
            </a:xfrm>
            <a:custGeom>
              <a:avLst/>
              <a:gdLst>
                <a:gd name="T0" fmla="*/ 34 w 54"/>
                <a:gd name="T1" fmla="*/ 0 h 56"/>
                <a:gd name="T2" fmla="*/ 14 w 54"/>
                <a:gd name="T3" fmla="*/ 154 h 56"/>
                <a:gd name="T4" fmla="*/ 204 w 54"/>
                <a:gd name="T5" fmla="*/ 265 h 56"/>
                <a:gd name="T6" fmla="*/ 34 w 54"/>
                <a:gd name="T7" fmla="*/ 0 h 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4" h="56">
                  <a:moveTo>
                    <a:pt x="9" y="0"/>
                  </a:moveTo>
                  <a:cubicBezTo>
                    <a:pt x="4" y="33"/>
                    <a:pt x="4" y="33"/>
                    <a:pt x="4" y="33"/>
                  </a:cubicBezTo>
                  <a:cubicBezTo>
                    <a:pt x="4" y="33"/>
                    <a:pt x="40" y="54"/>
                    <a:pt x="54" y="56"/>
                  </a:cubicBezTo>
                  <a:cubicBezTo>
                    <a:pt x="54" y="56"/>
                    <a:pt x="0" y="37"/>
                    <a:pt x="9" y="0"/>
                  </a:cubicBezTo>
                  <a:close/>
                </a:path>
              </a:pathLst>
            </a:custGeom>
            <a:solidFill>
              <a:srgbClr val="D3D3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1013" name="Freeform 1031">
              <a:extLst>
                <a:ext uri="{FF2B5EF4-FFF2-40B4-BE49-F238E27FC236}">
                  <a16:creationId xmlns:a16="http://schemas.microsoft.com/office/drawing/2014/main" id="{E917F12B-309F-4680-94BA-C29E8E0F055F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9" y="2093"/>
              <a:ext cx="147" cy="195"/>
            </a:xfrm>
            <a:custGeom>
              <a:avLst/>
              <a:gdLst>
                <a:gd name="T0" fmla="*/ 0 w 94"/>
                <a:gd name="T1" fmla="*/ 0 h 117"/>
                <a:gd name="T2" fmla="*/ 347 w 94"/>
                <a:gd name="T3" fmla="*/ 542 h 117"/>
                <a:gd name="T4" fmla="*/ 360 w 94"/>
                <a:gd name="T5" fmla="*/ 338 h 117"/>
                <a:gd name="T6" fmla="*/ 256 w 94"/>
                <a:gd name="T7" fmla="*/ 403 h 117"/>
                <a:gd name="T8" fmla="*/ 0 w 94"/>
                <a:gd name="T9" fmla="*/ 0 h 1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4" h="117">
                  <a:moveTo>
                    <a:pt x="0" y="0"/>
                  </a:moveTo>
                  <a:cubicBezTo>
                    <a:pt x="0" y="0"/>
                    <a:pt x="30" y="89"/>
                    <a:pt x="91" y="117"/>
                  </a:cubicBezTo>
                  <a:cubicBezTo>
                    <a:pt x="91" y="117"/>
                    <a:pt x="94" y="81"/>
                    <a:pt x="94" y="73"/>
                  </a:cubicBezTo>
                  <a:cubicBezTo>
                    <a:pt x="94" y="73"/>
                    <a:pt x="85" y="108"/>
                    <a:pt x="67" y="87"/>
                  </a:cubicBezTo>
                  <a:cubicBezTo>
                    <a:pt x="48" y="65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A09E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1014" name="Freeform 1032">
              <a:extLst>
                <a:ext uri="{FF2B5EF4-FFF2-40B4-BE49-F238E27FC236}">
                  <a16:creationId xmlns:a16="http://schemas.microsoft.com/office/drawing/2014/main" id="{4BC4736A-4F98-4F4A-8275-0BD2AEB6028D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8" y="3241"/>
              <a:ext cx="98" cy="318"/>
            </a:xfrm>
            <a:custGeom>
              <a:avLst/>
              <a:gdLst>
                <a:gd name="T0" fmla="*/ 19 w 63"/>
                <a:gd name="T1" fmla="*/ 0 h 191"/>
                <a:gd name="T2" fmla="*/ 73 w 63"/>
                <a:gd name="T3" fmla="*/ 326 h 191"/>
                <a:gd name="T4" fmla="*/ 236 w 63"/>
                <a:gd name="T5" fmla="*/ 534 h 191"/>
                <a:gd name="T6" fmla="*/ 79 w 63"/>
                <a:gd name="T7" fmla="*/ 451 h 191"/>
                <a:gd name="T8" fmla="*/ 73 w 63"/>
                <a:gd name="T9" fmla="*/ 881 h 191"/>
                <a:gd name="T10" fmla="*/ 19 w 63"/>
                <a:gd name="T11" fmla="*/ 393 h 191"/>
                <a:gd name="T12" fmla="*/ 0 w 63"/>
                <a:gd name="T13" fmla="*/ 22 h 19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3" h="191">
                  <a:moveTo>
                    <a:pt x="5" y="0"/>
                  </a:moveTo>
                  <a:cubicBezTo>
                    <a:pt x="7" y="24"/>
                    <a:pt x="9" y="49"/>
                    <a:pt x="19" y="71"/>
                  </a:cubicBezTo>
                  <a:cubicBezTo>
                    <a:pt x="30" y="93"/>
                    <a:pt x="48" y="100"/>
                    <a:pt x="63" y="116"/>
                  </a:cubicBezTo>
                  <a:cubicBezTo>
                    <a:pt x="50" y="113"/>
                    <a:pt x="32" y="108"/>
                    <a:pt x="21" y="98"/>
                  </a:cubicBezTo>
                  <a:cubicBezTo>
                    <a:pt x="19" y="129"/>
                    <a:pt x="21" y="160"/>
                    <a:pt x="19" y="191"/>
                  </a:cubicBezTo>
                  <a:cubicBezTo>
                    <a:pt x="1" y="162"/>
                    <a:pt x="8" y="119"/>
                    <a:pt x="5" y="85"/>
                  </a:cubicBezTo>
                  <a:cubicBezTo>
                    <a:pt x="3" y="60"/>
                    <a:pt x="6" y="29"/>
                    <a:pt x="0" y="5"/>
                  </a:cubicBezTo>
                </a:path>
              </a:pathLst>
            </a:custGeom>
            <a:solidFill>
              <a:srgbClr val="D3D3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1015" name="Freeform 1033">
              <a:extLst>
                <a:ext uri="{FF2B5EF4-FFF2-40B4-BE49-F238E27FC236}">
                  <a16:creationId xmlns:a16="http://schemas.microsoft.com/office/drawing/2014/main" id="{19809B6B-9DC1-4AC5-9085-9670328E29BD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9" y="3434"/>
              <a:ext cx="83" cy="44"/>
            </a:xfrm>
            <a:custGeom>
              <a:avLst/>
              <a:gdLst>
                <a:gd name="T0" fmla="*/ 0 w 53"/>
                <a:gd name="T1" fmla="*/ 8 h 26"/>
                <a:gd name="T2" fmla="*/ 88 w 53"/>
                <a:gd name="T3" fmla="*/ 34 h 26"/>
                <a:gd name="T4" fmla="*/ 204 w 53"/>
                <a:gd name="T5" fmla="*/ 71 h 26"/>
                <a:gd name="T6" fmla="*/ 0 w 53"/>
                <a:gd name="T7" fmla="*/ 0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3" h="26">
                  <a:moveTo>
                    <a:pt x="0" y="2"/>
                  </a:moveTo>
                  <a:cubicBezTo>
                    <a:pt x="0" y="0"/>
                    <a:pt x="15" y="5"/>
                    <a:pt x="23" y="7"/>
                  </a:cubicBezTo>
                  <a:cubicBezTo>
                    <a:pt x="33" y="11"/>
                    <a:pt x="42" y="15"/>
                    <a:pt x="53" y="15"/>
                  </a:cubicBezTo>
                  <a:cubicBezTo>
                    <a:pt x="37" y="26"/>
                    <a:pt x="13" y="9"/>
                    <a:pt x="0" y="0"/>
                  </a:cubicBezTo>
                </a:path>
              </a:pathLst>
            </a:custGeom>
            <a:solidFill>
              <a:srgbClr val="D3D3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1016" name="Freeform 1034">
              <a:extLst>
                <a:ext uri="{FF2B5EF4-FFF2-40B4-BE49-F238E27FC236}">
                  <a16:creationId xmlns:a16="http://schemas.microsoft.com/office/drawing/2014/main" id="{35EB36FB-8348-430F-BD87-10401F61D9D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6" y="3293"/>
              <a:ext cx="114" cy="81"/>
            </a:xfrm>
            <a:custGeom>
              <a:avLst/>
              <a:gdLst>
                <a:gd name="T0" fmla="*/ 0 w 73"/>
                <a:gd name="T1" fmla="*/ 222 h 49"/>
                <a:gd name="T2" fmla="*/ 278 w 73"/>
                <a:gd name="T3" fmla="*/ 0 h 49"/>
                <a:gd name="T4" fmla="*/ 148 w 73"/>
                <a:gd name="T5" fmla="*/ 159 h 49"/>
                <a:gd name="T6" fmla="*/ 19 w 73"/>
                <a:gd name="T7" fmla="*/ 202 h 4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3" h="49">
                  <a:moveTo>
                    <a:pt x="0" y="49"/>
                  </a:moveTo>
                  <a:cubicBezTo>
                    <a:pt x="21" y="31"/>
                    <a:pt x="59" y="27"/>
                    <a:pt x="73" y="0"/>
                  </a:cubicBezTo>
                  <a:cubicBezTo>
                    <a:pt x="62" y="13"/>
                    <a:pt x="54" y="27"/>
                    <a:pt x="39" y="35"/>
                  </a:cubicBezTo>
                  <a:cubicBezTo>
                    <a:pt x="28" y="40"/>
                    <a:pt x="16" y="42"/>
                    <a:pt x="5" y="45"/>
                  </a:cubicBezTo>
                </a:path>
              </a:pathLst>
            </a:custGeom>
            <a:solidFill>
              <a:srgbClr val="D3D3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</p:grpSp>
      <p:grpSp>
        <p:nvGrpSpPr>
          <p:cNvPr id="40972" name="Purple-t-shirt-vector-illustration">
            <a:extLst>
              <a:ext uri="{FF2B5EF4-FFF2-40B4-BE49-F238E27FC236}">
                <a16:creationId xmlns:a16="http://schemas.microsoft.com/office/drawing/2014/main" id="{5AC64711-676F-4997-8334-6C097579DACA}"/>
              </a:ext>
            </a:extLst>
          </p:cNvPr>
          <p:cNvGrpSpPr>
            <a:grpSpLocks/>
          </p:cNvGrpSpPr>
          <p:nvPr/>
        </p:nvGrpSpPr>
        <p:grpSpPr bwMode="auto">
          <a:xfrm>
            <a:off x="8477250" y="1995488"/>
            <a:ext cx="1398588" cy="2057400"/>
            <a:chOff x="4418" y="772"/>
            <a:chExt cx="995" cy="1463"/>
          </a:xfrm>
        </p:grpSpPr>
        <p:sp>
          <p:nvSpPr>
            <p:cNvPr id="40973" name="Freeform 1036">
              <a:extLst>
                <a:ext uri="{FF2B5EF4-FFF2-40B4-BE49-F238E27FC236}">
                  <a16:creationId xmlns:a16="http://schemas.microsoft.com/office/drawing/2014/main" id="{35361DDB-46EA-4866-911C-449AFB3D67A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8" y="772"/>
              <a:ext cx="995" cy="1463"/>
            </a:xfrm>
            <a:custGeom>
              <a:avLst/>
              <a:gdLst>
                <a:gd name="T0" fmla="*/ 1160 w 548"/>
                <a:gd name="T1" fmla="*/ 0 h 756"/>
                <a:gd name="T2" fmla="*/ 2179 w 548"/>
                <a:gd name="T3" fmla="*/ 0 h 756"/>
                <a:gd name="T4" fmla="*/ 2765 w 548"/>
                <a:gd name="T5" fmla="*/ 480 h 756"/>
                <a:gd name="T6" fmla="*/ 3281 w 548"/>
                <a:gd name="T7" fmla="*/ 2247 h 756"/>
                <a:gd name="T8" fmla="*/ 2744 w 548"/>
                <a:gd name="T9" fmla="*/ 2450 h 756"/>
                <a:gd name="T10" fmla="*/ 2736 w 548"/>
                <a:gd name="T11" fmla="*/ 2427 h 756"/>
                <a:gd name="T12" fmla="*/ 2713 w 548"/>
                <a:gd name="T13" fmla="*/ 2688 h 756"/>
                <a:gd name="T14" fmla="*/ 2700 w 548"/>
                <a:gd name="T15" fmla="*/ 3543 h 756"/>
                <a:gd name="T16" fmla="*/ 2802 w 548"/>
                <a:gd name="T17" fmla="*/ 4921 h 756"/>
                <a:gd name="T18" fmla="*/ 492 w 548"/>
                <a:gd name="T19" fmla="*/ 4921 h 756"/>
                <a:gd name="T20" fmla="*/ 581 w 548"/>
                <a:gd name="T21" fmla="*/ 3524 h 756"/>
                <a:gd name="T22" fmla="*/ 566 w 548"/>
                <a:gd name="T23" fmla="*/ 2742 h 756"/>
                <a:gd name="T24" fmla="*/ 557 w 548"/>
                <a:gd name="T25" fmla="*/ 2427 h 756"/>
                <a:gd name="T26" fmla="*/ 557 w 548"/>
                <a:gd name="T27" fmla="*/ 2520 h 756"/>
                <a:gd name="T28" fmla="*/ 0 w 548"/>
                <a:gd name="T29" fmla="*/ 2326 h 756"/>
                <a:gd name="T30" fmla="*/ 563 w 548"/>
                <a:gd name="T31" fmla="*/ 488 h 756"/>
                <a:gd name="T32" fmla="*/ 1160 w 548"/>
                <a:gd name="T33" fmla="*/ 0 h 75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548" h="756">
                  <a:moveTo>
                    <a:pt x="194" y="0"/>
                  </a:moveTo>
                  <a:cubicBezTo>
                    <a:pt x="194" y="0"/>
                    <a:pt x="261" y="55"/>
                    <a:pt x="364" y="0"/>
                  </a:cubicBezTo>
                  <a:cubicBezTo>
                    <a:pt x="364" y="0"/>
                    <a:pt x="438" y="43"/>
                    <a:pt x="462" y="66"/>
                  </a:cubicBezTo>
                  <a:cubicBezTo>
                    <a:pt x="462" y="66"/>
                    <a:pt x="535" y="118"/>
                    <a:pt x="548" y="310"/>
                  </a:cubicBezTo>
                  <a:cubicBezTo>
                    <a:pt x="548" y="310"/>
                    <a:pt x="492" y="332"/>
                    <a:pt x="458" y="338"/>
                  </a:cubicBezTo>
                  <a:cubicBezTo>
                    <a:pt x="457" y="335"/>
                    <a:pt x="457" y="335"/>
                    <a:pt x="457" y="335"/>
                  </a:cubicBezTo>
                  <a:cubicBezTo>
                    <a:pt x="457" y="335"/>
                    <a:pt x="452" y="347"/>
                    <a:pt x="453" y="371"/>
                  </a:cubicBezTo>
                  <a:cubicBezTo>
                    <a:pt x="454" y="395"/>
                    <a:pt x="460" y="444"/>
                    <a:pt x="451" y="489"/>
                  </a:cubicBezTo>
                  <a:cubicBezTo>
                    <a:pt x="451" y="489"/>
                    <a:pt x="471" y="632"/>
                    <a:pt x="468" y="679"/>
                  </a:cubicBezTo>
                  <a:cubicBezTo>
                    <a:pt x="468" y="679"/>
                    <a:pt x="242" y="756"/>
                    <a:pt x="82" y="679"/>
                  </a:cubicBezTo>
                  <a:cubicBezTo>
                    <a:pt x="82" y="679"/>
                    <a:pt x="86" y="536"/>
                    <a:pt x="97" y="486"/>
                  </a:cubicBezTo>
                  <a:cubicBezTo>
                    <a:pt x="97" y="486"/>
                    <a:pt x="91" y="397"/>
                    <a:pt x="95" y="378"/>
                  </a:cubicBezTo>
                  <a:cubicBezTo>
                    <a:pt x="99" y="358"/>
                    <a:pt x="93" y="342"/>
                    <a:pt x="93" y="335"/>
                  </a:cubicBezTo>
                  <a:cubicBezTo>
                    <a:pt x="93" y="348"/>
                    <a:pt x="93" y="348"/>
                    <a:pt x="93" y="348"/>
                  </a:cubicBezTo>
                  <a:cubicBezTo>
                    <a:pt x="93" y="348"/>
                    <a:pt x="25" y="355"/>
                    <a:pt x="0" y="321"/>
                  </a:cubicBezTo>
                  <a:cubicBezTo>
                    <a:pt x="0" y="321"/>
                    <a:pt x="24" y="120"/>
                    <a:pt x="94" y="67"/>
                  </a:cubicBezTo>
                  <a:cubicBezTo>
                    <a:pt x="94" y="67"/>
                    <a:pt x="173" y="11"/>
                    <a:pt x="194" y="0"/>
                  </a:cubicBezTo>
                  <a:close/>
                </a:path>
              </a:pathLst>
            </a:custGeom>
            <a:solidFill>
              <a:srgbClr val="A989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974" name="Freeform 1037">
              <a:extLst>
                <a:ext uri="{FF2B5EF4-FFF2-40B4-BE49-F238E27FC236}">
                  <a16:creationId xmlns:a16="http://schemas.microsoft.com/office/drawing/2014/main" id="{DF9B1591-A6FA-497F-8390-6BD971B3466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8" y="772"/>
              <a:ext cx="995" cy="1463"/>
            </a:xfrm>
            <a:custGeom>
              <a:avLst/>
              <a:gdLst>
                <a:gd name="T0" fmla="*/ 1160 w 548"/>
                <a:gd name="T1" fmla="*/ 0 h 756"/>
                <a:gd name="T2" fmla="*/ 2179 w 548"/>
                <a:gd name="T3" fmla="*/ 0 h 756"/>
                <a:gd name="T4" fmla="*/ 2765 w 548"/>
                <a:gd name="T5" fmla="*/ 480 h 756"/>
                <a:gd name="T6" fmla="*/ 3281 w 548"/>
                <a:gd name="T7" fmla="*/ 2247 h 756"/>
                <a:gd name="T8" fmla="*/ 2744 w 548"/>
                <a:gd name="T9" fmla="*/ 2450 h 756"/>
                <a:gd name="T10" fmla="*/ 2736 w 548"/>
                <a:gd name="T11" fmla="*/ 2427 h 756"/>
                <a:gd name="T12" fmla="*/ 2713 w 548"/>
                <a:gd name="T13" fmla="*/ 2688 h 756"/>
                <a:gd name="T14" fmla="*/ 2700 w 548"/>
                <a:gd name="T15" fmla="*/ 3543 h 756"/>
                <a:gd name="T16" fmla="*/ 2802 w 548"/>
                <a:gd name="T17" fmla="*/ 4921 h 756"/>
                <a:gd name="T18" fmla="*/ 492 w 548"/>
                <a:gd name="T19" fmla="*/ 4921 h 756"/>
                <a:gd name="T20" fmla="*/ 581 w 548"/>
                <a:gd name="T21" fmla="*/ 3524 h 756"/>
                <a:gd name="T22" fmla="*/ 566 w 548"/>
                <a:gd name="T23" fmla="*/ 2742 h 756"/>
                <a:gd name="T24" fmla="*/ 557 w 548"/>
                <a:gd name="T25" fmla="*/ 2427 h 756"/>
                <a:gd name="T26" fmla="*/ 557 w 548"/>
                <a:gd name="T27" fmla="*/ 2520 h 756"/>
                <a:gd name="T28" fmla="*/ 0 w 548"/>
                <a:gd name="T29" fmla="*/ 2326 h 756"/>
                <a:gd name="T30" fmla="*/ 563 w 548"/>
                <a:gd name="T31" fmla="*/ 488 h 756"/>
                <a:gd name="T32" fmla="*/ 1160 w 548"/>
                <a:gd name="T33" fmla="*/ 0 h 75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548" h="756">
                  <a:moveTo>
                    <a:pt x="194" y="0"/>
                  </a:moveTo>
                  <a:cubicBezTo>
                    <a:pt x="194" y="0"/>
                    <a:pt x="261" y="55"/>
                    <a:pt x="364" y="0"/>
                  </a:cubicBezTo>
                  <a:cubicBezTo>
                    <a:pt x="364" y="0"/>
                    <a:pt x="438" y="43"/>
                    <a:pt x="462" y="66"/>
                  </a:cubicBezTo>
                  <a:cubicBezTo>
                    <a:pt x="462" y="66"/>
                    <a:pt x="535" y="118"/>
                    <a:pt x="548" y="310"/>
                  </a:cubicBezTo>
                  <a:cubicBezTo>
                    <a:pt x="548" y="310"/>
                    <a:pt x="492" y="332"/>
                    <a:pt x="458" y="338"/>
                  </a:cubicBezTo>
                  <a:cubicBezTo>
                    <a:pt x="457" y="335"/>
                    <a:pt x="457" y="335"/>
                    <a:pt x="457" y="335"/>
                  </a:cubicBezTo>
                  <a:cubicBezTo>
                    <a:pt x="457" y="335"/>
                    <a:pt x="452" y="347"/>
                    <a:pt x="453" y="371"/>
                  </a:cubicBezTo>
                  <a:cubicBezTo>
                    <a:pt x="454" y="395"/>
                    <a:pt x="460" y="444"/>
                    <a:pt x="451" y="489"/>
                  </a:cubicBezTo>
                  <a:cubicBezTo>
                    <a:pt x="451" y="489"/>
                    <a:pt x="471" y="632"/>
                    <a:pt x="468" y="679"/>
                  </a:cubicBezTo>
                  <a:cubicBezTo>
                    <a:pt x="468" y="679"/>
                    <a:pt x="242" y="756"/>
                    <a:pt x="82" y="679"/>
                  </a:cubicBezTo>
                  <a:cubicBezTo>
                    <a:pt x="82" y="679"/>
                    <a:pt x="86" y="536"/>
                    <a:pt x="97" y="486"/>
                  </a:cubicBezTo>
                  <a:cubicBezTo>
                    <a:pt x="97" y="486"/>
                    <a:pt x="91" y="397"/>
                    <a:pt x="95" y="378"/>
                  </a:cubicBezTo>
                  <a:cubicBezTo>
                    <a:pt x="99" y="358"/>
                    <a:pt x="93" y="342"/>
                    <a:pt x="93" y="335"/>
                  </a:cubicBezTo>
                  <a:cubicBezTo>
                    <a:pt x="93" y="348"/>
                    <a:pt x="93" y="348"/>
                    <a:pt x="93" y="348"/>
                  </a:cubicBezTo>
                  <a:cubicBezTo>
                    <a:pt x="93" y="348"/>
                    <a:pt x="25" y="355"/>
                    <a:pt x="0" y="321"/>
                  </a:cubicBezTo>
                  <a:cubicBezTo>
                    <a:pt x="0" y="321"/>
                    <a:pt x="24" y="120"/>
                    <a:pt x="94" y="67"/>
                  </a:cubicBezTo>
                  <a:cubicBezTo>
                    <a:pt x="94" y="67"/>
                    <a:pt x="173" y="11"/>
                    <a:pt x="194" y="0"/>
                  </a:cubicBezTo>
                  <a:close/>
                </a:path>
              </a:pathLst>
            </a:custGeom>
            <a:noFill/>
            <a:ln w="7938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975" name="Freeform 1038">
              <a:extLst>
                <a:ext uri="{FF2B5EF4-FFF2-40B4-BE49-F238E27FC236}">
                  <a16:creationId xmlns:a16="http://schemas.microsoft.com/office/drawing/2014/main" id="{18CCF1C5-C450-48DD-88C5-959905BC08A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7" y="1300"/>
              <a:ext cx="16" cy="120"/>
            </a:xfrm>
            <a:custGeom>
              <a:avLst/>
              <a:gdLst>
                <a:gd name="T0" fmla="*/ 0 w 9"/>
                <a:gd name="T1" fmla="*/ 449 h 62"/>
                <a:gd name="T2" fmla="*/ 50 w 9"/>
                <a:gd name="T3" fmla="*/ 0 h 6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62">
                  <a:moveTo>
                    <a:pt x="0" y="62"/>
                  </a:moveTo>
                  <a:cubicBezTo>
                    <a:pt x="0" y="62"/>
                    <a:pt x="1" y="19"/>
                    <a:pt x="9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976" name="Freeform 1039">
              <a:extLst>
                <a:ext uri="{FF2B5EF4-FFF2-40B4-BE49-F238E27FC236}">
                  <a16:creationId xmlns:a16="http://schemas.microsoft.com/office/drawing/2014/main" id="{85B93F64-E517-4EAD-83A0-86DDBEE68C8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35" y="1287"/>
              <a:ext cx="13" cy="133"/>
            </a:xfrm>
            <a:custGeom>
              <a:avLst/>
              <a:gdLst>
                <a:gd name="T0" fmla="*/ 45 w 7"/>
                <a:gd name="T1" fmla="*/ 493 h 69"/>
                <a:gd name="T2" fmla="*/ 0 w 7"/>
                <a:gd name="T3" fmla="*/ 0 h 6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69">
                  <a:moveTo>
                    <a:pt x="7" y="69"/>
                  </a:moveTo>
                  <a:cubicBezTo>
                    <a:pt x="7" y="69"/>
                    <a:pt x="6" y="18"/>
                    <a:pt x="0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977" name="Freeform 1040">
              <a:extLst>
                <a:ext uri="{FF2B5EF4-FFF2-40B4-BE49-F238E27FC236}">
                  <a16:creationId xmlns:a16="http://schemas.microsoft.com/office/drawing/2014/main" id="{07F5F751-8712-41FD-8747-12418FF9B768}"/>
                </a:ext>
              </a:extLst>
            </p:cNvPr>
            <p:cNvSpPr>
              <a:spLocks/>
            </p:cNvSpPr>
            <p:nvPr/>
          </p:nvSpPr>
          <p:spPr bwMode="auto">
            <a:xfrm>
              <a:off x="5240" y="1279"/>
              <a:ext cx="13" cy="48"/>
            </a:xfrm>
            <a:custGeom>
              <a:avLst/>
              <a:gdLst>
                <a:gd name="T0" fmla="*/ 7 w 7"/>
                <a:gd name="T1" fmla="*/ 177 h 25"/>
                <a:gd name="T2" fmla="*/ 45 w 7"/>
                <a:gd name="T3" fmla="*/ 0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5">
                  <a:moveTo>
                    <a:pt x="1" y="25"/>
                  </a:moveTo>
                  <a:cubicBezTo>
                    <a:pt x="1" y="25"/>
                    <a:pt x="0" y="7"/>
                    <a:pt x="7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978" name="Freeform 1041">
              <a:extLst>
                <a:ext uri="{FF2B5EF4-FFF2-40B4-BE49-F238E27FC236}">
                  <a16:creationId xmlns:a16="http://schemas.microsoft.com/office/drawing/2014/main" id="{FF7A2302-D2DC-4B1C-BD17-5B0B6EDCC2A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6" y="1285"/>
              <a:ext cx="18" cy="44"/>
            </a:xfrm>
            <a:custGeom>
              <a:avLst/>
              <a:gdLst>
                <a:gd name="T0" fmla="*/ 58 w 10"/>
                <a:gd name="T1" fmla="*/ 161 h 23"/>
                <a:gd name="T2" fmla="*/ 0 w 10"/>
                <a:gd name="T3" fmla="*/ 0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3">
                  <a:moveTo>
                    <a:pt x="10" y="23"/>
                  </a:moveTo>
                  <a:cubicBezTo>
                    <a:pt x="10" y="23"/>
                    <a:pt x="7" y="8"/>
                    <a:pt x="0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979" name="Freeform 1042">
              <a:extLst>
                <a:ext uri="{FF2B5EF4-FFF2-40B4-BE49-F238E27FC236}">
                  <a16:creationId xmlns:a16="http://schemas.microsoft.com/office/drawing/2014/main" id="{1D41FD8A-D830-4B23-81E1-66202DB1395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9" y="793"/>
              <a:ext cx="371" cy="74"/>
            </a:xfrm>
            <a:custGeom>
              <a:avLst/>
              <a:gdLst>
                <a:gd name="T0" fmla="*/ 0 w 204"/>
                <a:gd name="T1" fmla="*/ 0 h 38"/>
                <a:gd name="T2" fmla="*/ 595 w 204"/>
                <a:gd name="T3" fmla="*/ 280 h 38"/>
                <a:gd name="T4" fmla="*/ 1228 w 204"/>
                <a:gd name="T5" fmla="*/ 0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4" h="38">
                  <a:moveTo>
                    <a:pt x="0" y="0"/>
                  </a:moveTo>
                  <a:cubicBezTo>
                    <a:pt x="0" y="0"/>
                    <a:pt x="27" y="38"/>
                    <a:pt x="99" y="38"/>
                  </a:cubicBezTo>
                  <a:cubicBezTo>
                    <a:pt x="171" y="38"/>
                    <a:pt x="204" y="0"/>
                    <a:pt x="204" y="0"/>
                  </a:cubicBezTo>
                </a:path>
              </a:pathLst>
            </a:custGeom>
            <a:noFill/>
            <a:ln w="7938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980" name="Freeform 1043">
              <a:extLst>
                <a:ext uri="{FF2B5EF4-FFF2-40B4-BE49-F238E27FC236}">
                  <a16:creationId xmlns:a16="http://schemas.microsoft.com/office/drawing/2014/main" id="{82CCE618-8693-41BC-B12F-B44BA166600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9" y="780"/>
              <a:ext cx="211" cy="85"/>
            </a:xfrm>
            <a:custGeom>
              <a:avLst/>
              <a:gdLst>
                <a:gd name="T0" fmla="*/ 36 w 116"/>
                <a:gd name="T1" fmla="*/ 0 h 44"/>
                <a:gd name="T2" fmla="*/ 698 w 116"/>
                <a:gd name="T3" fmla="*/ 164 h 44"/>
                <a:gd name="T4" fmla="*/ 0 w 116"/>
                <a:gd name="T5" fmla="*/ 29 h 44"/>
                <a:gd name="T6" fmla="*/ 36 w 116"/>
                <a:gd name="T7" fmla="*/ 0 h 4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6" h="44">
                  <a:moveTo>
                    <a:pt x="6" y="0"/>
                  </a:moveTo>
                  <a:cubicBezTo>
                    <a:pt x="6" y="0"/>
                    <a:pt x="54" y="34"/>
                    <a:pt x="116" y="23"/>
                  </a:cubicBezTo>
                  <a:cubicBezTo>
                    <a:pt x="116" y="23"/>
                    <a:pt x="56" y="44"/>
                    <a:pt x="0" y="4"/>
                  </a:cubicBezTo>
                  <a:lnTo>
                    <a:pt x="6" y="0"/>
                  </a:lnTo>
                  <a:close/>
                </a:path>
              </a:pathLst>
            </a:custGeom>
            <a:solidFill>
              <a:srgbClr val="C2A5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981" name="Freeform 1044">
              <a:extLst>
                <a:ext uri="{FF2B5EF4-FFF2-40B4-BE49-F238E27FC236}">
                  <a16:creationId xmlns:a16="http://schemas.microsoft.com/office/drawing/2014/main" id="{0729B8E0-3766-4FF0-A76D-5C9A6C40A67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9" y="1202"/>
              <a:ext cx="81" cy="108"/>
            </a:xfrm>
            <a:custGeom>
              <a:avLst/>
              <a:gdLst>
                <a:gd name="T0" fmla="*/ 146 w 45"/>
                <a:gd name="T1" fmla="*/ 401 h 56"/>
                <a:gd name="T2" fmla="*/ 81 w 45"/>
                <a:gd name="T3" fmla="*/ 257 h 56"/>
                <a:gd name="T4" fmla="*/ 45 w 45"/>
                <a:gd name="T5" fmla="*/ 201 h 56"/>
                <a:gd name="T6" fmla="*/ 0 w 45"/>
                <a:gd name="T7" fmla="*/ 137 h 56"/>
                <a:gd name="T8" fmla="*/ 146 w 45"/>
                <a:gd name="T9" fmla="*/ 339 h 56"/>
                <a:gd name="T10" fmla="*/ 203 w 45"/>
                <a:gd name="T11" fmla="*/ 164 h 56"/>
                <a:gd name="T12" fmla="*/ 263 w 45"/>
                <a:gd name="T13" fmla="*/ 0 h 56"/>
                <a:gd name="T14" fmla="*/ 218 w 45"/>
                <a:gd name="T15" fmla="*/ 193 h 56"/>
                <a:gd name="T16" fmla="*/ 187 w 45"/>
                <a:gd name="T17" fmla="*/ 293 h 56"/>
                <a:gd name="T18" fmla="*/ 146 w 45"/>
                <a:gd name="T19" fmla="*/ 401 h 5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5" h="56">
                  <a:moveTo>
                    <a:pt x="25" y="56"/>
                  </a:moveTo>
                  <a:cubicBezTo>
                    <a:pt x="21" y="49"/>
                    <a:pt x="18" y="42"/>
                    <a:pt x="14" y="36"/>
                  </a:cubicBezTo>
                  <a:cubicBezTo>
                    <a:pt x="12" y="33"/>
                    <a:pt x="10" y="30"/>
                    <a:pt x="8" y="28"/>
                  </a:cubicBezTo>
                  <a:cubicBezTo>
                    <a:pt x="5" y="25"/>
                    <a:pt x="2" y="22"/>
                    <a:pt x="0" y="19"/>
                  </a:cubicBezTo>
                  <a:cubicBezTo>
                    <a:pt x="10" y="26"/>
                    <a:pt x="18" y="37"/>
                    <a:pt x="25" y="47"/>
                  </a:cubicBezTo>
                  <a:cubicBezTo>
                    <a:pt x="30" y="40"/>
                    <a:pt x="32" y="31"/>
                    <a:pt x="35" y="23"/>
                  </a:cubicBezTo>
                  <a:cubicBezTo>
                    <a:pt x="39" y="15"/>
                    <a:pt x="41" y="7"/>
                    <a:pt x="45" y="0"/>
                  </a:cubicBezTo>
                  <a:cubicBezTo>
                    <a:pt x="44" y="9"/>
                    <a:pt x="40" y="19"/>
                    <a:pt x="37" y="27"/>
                  </a:cubicBezTo>
                  <a:cubicBezTo>
                    <a:pt x="35" y="32"/>
                    <a:pt x="33" y="37"/>
                    <a:pt x="32" y="41"/>
                  </a:cubicBezTo>
                  <a:cubicBezTo>
                    <a:pt x="30" y="46"/>
                    <a:pt x="26" y="51"/>
                    <a:pt x="25" y="56"/>
                  </a:cubicBezTo>
                </a:path>
              </a:pathLst>
            </a:custGeom>
            <a:solidFill>
              <a:srgbClr val="DCCA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982" name="Freeform 1045">
              <a:extLst>
                <a:ext uri="{FF2B5EF4-FFF2-40B4-BE49-F238E27FC236}">
                  <a16:creationId xmlns:a16="http://schemas.microsoft.com/office/drawing/2014/main" id="{F7B0B72D-1FBB-46C0-8AD2-A3697A97DE2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15" y="1204"/>
              <a:ext cx="56" cy="83"/>
            </a:xfrm>
            <a:custGeom>
              <a:avLst/>
              <a:gdLst>
                <a:gd name="T0" fmla="*/ 7 w 31"/>
                <a:gd name="T1" fmla="*/ 137 h 43"/>
                <a:gd name="T2" fmla="*/ 0 w 31"/>
                <a:gd name="T3" fmla="*/ 137 h 43"/>
                <a:gd name="T4" fmla="*/ 72 w 31"/>
                <a:gd name="T5" fmla="*/ 239 h 43"/>
                <a:gd name="T6" fmla="*/ 89 w 31"/>
                <a:gd name="T7" fmla="*/ 309 h 43"/>
                <a:gd name="T8" fmla="*/ 130 w 31"/>
                <a:gd name="T9" fmla="*/ 180 h 43"/>
                <a:gd name="T10" fmla="*/ 182 w 31"/>
                <a:gd name="T11" fmla="*/ 0 h 43"/>
                <a:gd name="T12" fmla="*/ 130 w 31"/>
                <a:gd name="T13" fmla="*/ 100 h 43"/>
                <a:gd name="T14" fmla="*/ 94 w 31"/>
                <a:gd name="T15" fmla="*/ 201 h 43"/>
                <a:gd name="T16" fmla="*/ 0 w 31"/>
                <a:gd name="T17" fmla="*/ 131 h 4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1" h="43">
                  <a:moveTo>
                    <a:pt x="1" y="19"/>
                  </a:moveTo>
                  <a:cubicBezTo>
                    <a:pt x="1" y="19"/>
                    <a:pt x="0" y="19"/>
                    <a:pt x="0" y="19"/>
                  </a:cubicBezTo>
                  <a:cubicBezTo>
                    <a:pt x="4" y="23"/>
                    <a:pt x="9" y="28"/>
                    <a:pt x="12" y="33"/>
                  </a:cubicBezTo>
                  <a:cubicBezTo>
                    <a:pt x="14" y="36"/>
                    <a:pt x="14" y="39"/>
                    <a:pt x="15" y="43"/>
                  </a:cubicBezTo>
                  <a:cubicBezTo>
                    <a:pt x="16" y="37"/>
                    <a:pt x="20" y="31"/>
                    <a:pt x="22" y="25"/>
                  </a:cubicBezTo>
                  <a:cubicBezTo>
                    <a:pt x="26" y="16"/>
                    <a:pt x="28" y="8"/>
                    <a:pt x="31" y="0"/>
                  </a:cubicBezTo>
                  <a:cubicBezTo>
                    <a:pt x="27" y="3"/>
                    <a:pt x="25" y="10"/>
                    <a:pt x="22" y="14"/>
                  </a:cubicBezTo>
                  <a:cubicBezTo>
                    <a:pt x="20" y="18"/>
                    <a:pt x="17" y="23"/>
                    <a:pt x="16" y="28"/>
                  </a:cubicBezTo>
                  <a:cubicBezTo>
                    <a:pt x="17" y="22"/>
                    <a:pt x="1" y="22"/>
                    <a:pt x="0" y="18"/>
                  </a:cubicBezTo>
                </a:path>
              </a:pathLst>
            </a:custGeom>
            <a:solidFill>
              <a:srgbClr val="DCCA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983" name="Freeform 1046">
              <a:extLst>
                <a:ext uri="{FF2B5EF4-FFF2-40B4-BE49-F238E27FC236}">
                  <a16:creationId xmlns:a16="http://schemas.microsoft.com/office/drawing/2014/main" id="{0C5B0AD4-8796-45E5-9459-5EC54874C158}"/>
                </a:ext>
              </a:extLst>
            </p:cNvPr>
            <p:cNvSpPr>
              <a:spLocks/>
            </p:cNvSpPr>
            <p:nvPr/>
          </p:nvSpPr>
          <p:spPr bwMode="auto">
            <a:xfrm>
              <a:off x="5248" y="1256"/>
              <a:ext cx="72" cy="161"/>
            </a:xfrm>
            <a:custGeom>
              <a:avLst/>
              <a:gdLst>
                <a:gd name="T0" fmla="*/ 72 w 40"/>
                <a:gd name="T1" fmla="*/ 0 h 83"/>
                <a:gd name="T2" fmla="*/ 23 w 40"/>
                <a:gd name="T3" fmla="*/ 155 h 83"/>
                <a:gd name="T4" fmla="*/ 13 w 40"/>
                <a:gd name="T5" fmla="*/ 328 h 83"/>
                <a:gd name="T6" fmla="*/ 23 w 40"/>
                <a:gd name="T7" fmla="*/ 489 h 83"/>
                <a:gd name="T8" fmla="*/ 36 w 40"/>
                <a:gd name="T9" fmla="*/ 605 h 83"/>
                <a:gd name="T10" fmla="*/ 130 w 40"/>
                <a:gd name="T11" fmla="*/ 553 h 83"/>
                <a:gd name="T12" fmla="*/ 234 w 40"/>
                <a:gd name="T13" fmla="*/ 512 h 83"/>
                <a:gd name="T14" fmla="*/ 41 w 40"/>
                <a:gd name="T15" fmla="*/ 388 h 83"/>
                <a:gd name="T16" fmla="*/ 58 w 40"/>
                <a:gd name="T17" fmla="*/ 188 h 83"/>
                <a:gd name="T18" fmla="*/ 58 w 40"/>
                <a:gd name="T19" fmla="*/ 31 h 8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0" h="83">
                  <a:moveTo>
                    <a:pt x="12" y="0"/>
                  </a:moveTo>
                  <a:cubicBezTo>
                    <a:pt x="12" y="8"/>
                    <a:pt x="7" y="15"/>
                    <a:pt x="4" y="21"/>
                  </a:cubicBezTo>
                  <a:cubicBezTo>
                    <a:pt x="0" y="28"/>
                    <a:pt x="1" y="37"/>
                    <a:pt x="2" y="45"/>
                  </a:cubicBezTo>
                  <a:cubicBezTo>
                    <a:pt x="2" y="52"/>
                    <a:pt x="3" y="59"/>
                    <a:pt x="4" y="67"/>
                  </a:cubicBezTo>
                  <a:cubicBezTo>
                    <a:pt x="5" y="72"/>
                    <a:pt x="6" y="78"/>
                    <a:pt x="6" y="83"/>
                  </a:cubicBezTo>
                  <a:cubicBezTo>
                    <a:pt x="10" y="79"/>
                    <a:pt x="17" y="79"/>
                    <a:pt x="22" y="76"/>
                  </a:cubicBezTo>
                  <a:cubicBezTo>
                    <a:pt x="28" y="73"/>
                    <a:pt x="33" y="70"/>
                    <a:pt x="40" y="70"/>
                  </a:cubicBezTo>
                  <a:cubicBezTo>
                    <a:pt x="26" y="72"/>
                    <a:pt x="8" y="71"/>
                    <a:pt x="7" y="53"/>
                  </a:cubicBezTo>
                  <a:cubicBezTo>
                    <a:pt x="7" y="44"/>
                    <a:pt x="9" y="35"/>
                    <a:pt x="10" y="26"/>
                  </a:cubicBezTo>
                  <a:cubicBezTo>
                    <a:pt x="10" y="19"/>
                    <a:pt x="9" y="11"/>
                    <a:pt x="10" y="4"/>
                  </a:cubicBezTo>
                </a:path>
              </a:pathLst>
            </a:custGeom>
            <a:solidFill>
              <a:srgbClr val="8564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984" name="Freeform 1047">
              <a:extLst>
                <a:ext uri="{FF2B5EF4-FFF2-40B4-BE49-F238E27FC236}">
                  <a16:creationId xmlns:a16="http://schemas.microsoft.com/office/drawing/2014/main" id="{95318E94-BF14-4C8A-A4B6-7CAFBF98B0F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7" y="1273"/>
              <a:ext cx="67" cy="169"/>
            </a:xfrm>
            <a:custGeom>
              <a:avLst/>
              <a:gdLst>
                <a:gd name="T0" fmla="*/ 101 w 37"/>
                <a:gd name="T1" fmla="*/ 0 h 87"/>
                <a:gd name="T2" fmla="*/ 203 w 37"/>
                <a:gd name="T3" fmla="*/ 336 h 87"/>
                <a:gd name="T4" fmla="*/ 174 w 37"/>
                <a:gd name="T5" fmla="*/ 637 h 87"/>
                <a:gd name="T6" fmla="*/ 81 w 37"/>
                <a:gd name="T7" fmla="*/ 624 h 87"/>
                <a:gd name="T8" fmla="*/ 0 w 37"/>
                <a:gd name="T9" fmla="*/ 608 h 87"/>
                <a:gd name="T10" fmla="*/ 101 w 37"/>
                <a:gd name="T11" fmla="*/ 536 h 87"/>
                <a:gd name="T12" fmla="*/ 147 w 37"/>
                <a:gd name="T13" fmla="*/ 328 h 87"/>
                <a:gd name="T14" fmla="*/ 96 w 37"/>
                <a:gd name="T15" fmla="*/ 8 h 8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7" h="87">
                  <a:moveTo>
                    <a:pt x="17" y="0"/>
                  </a:moveTo>
                  <a:cubicBezTo>
                    <a:pt x="25" y="16"/>
                    <a:pt x="37" y="27"/>
                    <a:pt x="34" y="46"/>
                  </a:cubicBezTo>
                  <a:cubicBezTo>
                    <a:pt x="32" y="60"/>
                    <a:pt x="29" y="73"/>
                    <a:pt x="29" y="87"/>
                  </a:cubicBezTo>
                  <a:cubicBezTo>
                    <a:pt x="26" y="85"/>
                    <a:pt x="18" y="85"/>
                    <a:pt x="14" y="85"/>
                  </a:cubicBezTo>
                  <a:cubicBezTo>
                    <a:pt x="9" y="85"/>
                    <a:pt x="5" y="84"/>
                    <a:pt x="0" y="83"/>
                  </a:cubicBezTo>
                  <a:cubicBezTo>
                    <a:pt x="6" y="83"/>
                    <a:pt x="14" y="77"/>
                    <a:pt x="17" y="73"/>
                  </a:cubicBezTo>
                  <a:cubicBezTo>
                    <a:pt x="23" y="65"/>
                    <a:pt x="24" y="55"/>
                    <a:pt x="25" y="45"/>
                  </a:cubicBezTo>
                  <a:cubicBezTo>
                    <a:pt x="26" y="29"/>
                    <a:pt x="17" y="16"/>
                    <a:pt x="16" y="1"/>
                  </a:cubicBezTo>
                </a:path>
              </a:pathLst>
            </a:custGeom>
            <a:solidFill>
              <a:srgbClr val="8564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985" name="Freeform 1048">
              <a:extLst>
                <a:ext uri="{FF2B5EF4-FFF2-40B4-BE49-F238E27FC236}">
                  <a16:creationId xmlns:a16="http://schemas.microsoft.com/office/drawing/2014/main" id="{974BA2EA-7867-4CEA-AA5C-1BAC249484C6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1" y="799"/>
              <a:ext cx="189" cy="93"/>
            </a:xfrm>
            <a:custGeom>
              <a:avLst/>
              <a:gdLst>
                <a:gd name="T0" fmla="*/ 623 w 104"/>
                <a:gd name="T1" fmla="*/ 0 h 48"/>
                <a:gd name="T2" fmla="*/ 0 w 104"/>
                <a:gd name="T3" fmla="*/ 277 h 48"/>
                <a:gd name="T4" fmla="*/ 623 w 104"/>
                <a:gd name="T5" fmla="*/ 0 h 4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4" h="48">
                  <a:moveTo>
                    <a:pt x="104" y="0"/>
                  </a:moveTo>
                  <a:cubicBezTo>
                    <a:pt x="104" y="0"/>
                    <a:pt x="77" y="39"/>
                    <a:pt x="0" y="38"/>
                  </a:cubicBezTo>
                  <a:cubicBezTo>
                    <a:pt x="0" y="38"/>
                    <a:pt x="73" y="48"/>
                    <a:pt x="104" y="0"/>
                  </a:cubicBezTo>
                  <a:close/>
                </a:path>
              </a:pathLst>
            </a:custGeom>
            <a:solidFill>
              <a:srgbClr val="8564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986" name="Freeform 1049">
              <a:extLst>
                <a:ext uri="{FF2B5EF4-FFF2-40B4-BE49-F238E27FC236}">
                  <a16:creationId xmlns:a16="http://schemas.microsoft.com/office/drawing/2014/main" id="{91737307-F8FD-4FB6-9543-36BEB55C39A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4" y="1418"/>
              <a:ext cx="301" cy="219"/>
            </a:xfrm>
            <a:custGeom>
              <a:avLst/>
              <a:gdLst>
                <a:gd name="T0" fmla="*/ 0 w 166"/>
                <a:gd name="T1" fmla="*/ 0 h 113"/>
                <a:gd name="T2" fmla="*/ 250 w 166"/>
                <a:gd name="T3" fmla="*/ 93 h 113"/>
                <a:gd name="T4" fmla="*/ 484 w 166"/>
                <a:gd name="T5" fmla="*/ 196 h 113"/>
                <a:gd name="T6" fmla="*/ 691 w 166"/>
                <a:gd name="T7" fmla="*/ 304 h 113"/>
                <a:gd name="T8" fmla="*/ 925 w 166"/>
                <a:gd name="T9" fmla="*/ 641 h 113"/>
                <a:gd name="T10" fmla="*/ 990 w 166"/>
                <a:gd name="T11" fmla="*/ 822 h 113"/>
                <a:gd name="T12" fmla="*/ 733 w 166"/>
                <a:gd name="T13" fmla="*/ 428 h 113"/>
                <a:gd name="T14" fmla="*/ 441 w 166"/>
                <a:gd name="T15" fmla="*/ 248 h 113"/>
                <a:gd name="T16" fmla="*/ 161 w 166"/>
                <a:gd name="T17" fmla="*/ 93 h 113"/>
                <a:gd name="T18" fmla="*/ 65 w 166"/>
                <a:gd name="T19" fmla="*/ 37 h 113"/>
                <a:gd name="T20" fmla="*/ 0 w 166"/>
                <a:gd name="T21" fmla="*/ 8 h 11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66" h="113">
                  <a:moveTo>
                    <a:pt x="0" y="0"/>
                  </a:moveTo>
                  <a:cubicBezTo>
                    <a:pt x="0" y="3"/>
                    <a:pt x="37" y="11"/>
                    <a:pt x="42" y="13"/>
                  </a:cubicBezTo>
                  <a:cubicBezTo>
                    <a:pt x="55" y="17"/>
                    <a:pt x="68" y="23"/>
                    <a:pt x="81" y="27"/>
                  </a:cubicBezTo>
                  <a:cubicBezTo>
                    <a:pt x="93" y="31"/>
                    <a:pt x="106" y="34"/>
                    <a:pt x="116" y="42"/>
                  </a:cubicBezTo>
                  <a:cubicBezTo>
                    <a:pt x="131" y="53"/>
                    <a:pt x="146" y="71"/>
                    <a:pt x="155" y="88"/>
                  </a:cubicBezTo>
                  <a:cubicBezTo>
                    <a:pt x="159" y="95"/>
                    <a:pt x="164" y="104"/>
                    <a:pt x="166" y="113"/>
                  </a:cubicBezTo>
                  <a:cubicBezTo>
                    <a:pt x="149" y="97"/>
                    <a:pt x="140" y="75"/>
                    <a:pt x="123" y="59"/>
                  </a:cubicBezTo>
                  <a:cubicBezTo>
                    <a:pt x="111" y="46"/>
                    <a:pt x="90" y="42"/>
                    <a:pt x="74" y="34"/>
                  </a:cubicBezTo>
                  <a:cubicBezTo>
                    <a:pt x="58" y="27"/>
                    <a:pt x="42" y="21"/>
                    <a:pt x="27" y="13"/>
                  </a:cubicBezTo>
                  <a:cubicBezTo>
                    <a:pt x="22" y="10"/>
                    <a:pt x="17" y="6"/>
                    <a:pt x="11" y="5"/>
                  </a:cubicBezTo>
                  <a:cubicBezTo>
                    <a:pt x="6" y="4"/>
                    <a:pt x="4" y="5"/>
                    <a:pt x="0" y="1"/>
                  </a:cubicBezTo>
                </a:path>
              </a:pathLst>
            </a:custGeom>
            <a:solidFill>
              <a:srgbClr val="C2A5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987" name="Freeform 1050">
              <a:extLst>
                <a:ext uri="{FF2B5EF4-FFF2-40B4-BE49-F238E27FC236}">
                  <a16:creationId xmlns:a16="http://schemas.microsoft.com/office/drawing/2014/main" id="{532D831C-AF10-4EB0-A8DA-B8D4645FEE62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1" y="1471"/>
              <a:ext cx="169" cy="189"/>
            </a:xfrm>
            <a:custGeom>
              <a:avLst/>
              <a:gdLst>
                <a:gd name="T0" fmla="*/ 0 w 93"/>
                <a:gd name="T1" fmla="*/ 0 h 98"/>
                <a:gd name="T2" fmla="*/ 149 w 93"/>
                <a:gd name="T3" fmla="*/ 131 h 98"/>
                <a:gd name="T4" fmla="*/ 331 w 93"/>
                <a:gd name="T5" fmla="*/ 365 h 98"/>
                <a:gd name="T6" fmla="*/ 449 w 93"/>
                <a:gd name="T7" fmla="*/ 573 h 98"/>
                <a:gd name="T8" fmla="*/ 558 w 93"/>
                <a:gd name="T9" fmla="*/ 704 h 98"/>
                <a:gd name="T10" fmla="*/ 456 w 93"/>
                <a:gd name="T11" fmla="*/ 573 h 98"/>
                <a:gd name="T12" fmla="*/ 360 w 93"/>
                <a:gd name="T13" fmla="*/ 372 h 98"/>
                <a:gd name="T14" fmla="*/ 247 w 93"/>
                <a:gd name="T15" fmla="*/ 156 h 98"/>
                <a:gd name="T16" fmla="*/ 24 w 93"/>
                <a:gd name="T17" fmla="*/ 15 h 9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3" h="98">
                  <a:moveTo>
                    <a:pt x="0" y="0"/>
                  </a:moveTo>
                  <a:cubicBezTo>
                    <a:pt x="4" y="8"/>
                    <a:pt x="18" y="14"/>
                    <a:pt x="25" y="18"/>
                  </a:cubicBezTo>
                  <a:cubicBezTo>
                    <a:pt x="36" y="27"/>
                    <a:pt x="46" y="40"/>
                    <a:pt x="55" y="51"/>
                  </a:cubicBezTo>
                  <a:cubicBezTo>
                    <a:pt x="62" y="60"/>
                    <a:pt x="67" y="71"/>
                    <a:pt x="75" y="80"/>
                  </a:cubicBezTo>
                  <a:cubicBezTo>
                    <a:pt x="81" y="86"/>
                    <a:pt x="88" y="92"/>
                    <a:pt x="93" y="98"/>
                  </a:cubicBezTo>
                  <a:cubicBezTo>
                    <a:pt x="87" y="95"/>
                    <a:pt x="81" y="86"/>
                    <a:pt x="76" y="80"/>
                  </a:cubicBezTo>
                  <a:cubicBezTo>
                    <a:pt x="70" y="72"/>
                    <a:pt x="65" y="61"/>
                    <a:pt x="60" y="52"/>
                  </a:cubicBezTo>
                  <a:cubicBezTo>
                    <a:pt x="54" y="41"/>
                    <a:pt x="48" y="31"/>
                    <a:pt x="41" y="22"/>
                  </a:cubicBezTo>
                  <a:cubicBezTo>
                    <a:pt x="32" y="11"/>
                    <a:pt x="17" y="5"/>
                    <a:pt x="4" y="2"/>
                  </a:cubicBezTo>
                </a:path>
              </a:pathLst>
            </a:custGeom>
            <a:solidFill>
              <a:srgbClr val="C2A5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988" name="Freeform 1051">
              <a:extLst>
                <a:ext uri="{FF2B5EF4-FFF2-40B4-BE49-F238E27FC236}">
                  <a16:creationId xmlns:a16="http://schemas.microsoft.com/office/drawing/2014/main" id="{56735E4D-DA29-49DC-9A2D-9756E3633C6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2" y="1401"/>
              <a:ext cx="67" cy="31"/>
            </a:xfrm>
            <a:custGeom>
              <a:avLst/>
              <a:gdLst>
                <a:gd name="T0" fmla="*/ 65 w 37"/>
                <a:gd name="T1" fmla="*/ 116 h 16"/>
                <a:gd name="T2" fmla="*/ 60 w 37"/>
                <a:gd name="T3" fmla="*/ 37 h 16"/>
                <a:gd name="T4" fmla="*/ 219 w 37"/>
                <a:gd name="T5" fmla="*/ 87 h 16"/>
                <a:gd name="T6" fmla="*/ 43 w 37"/>
                <a:gd name="T7" fmla="*/ 0 h 16"/>
                <a:gd name="T8" fmla="*/ 0 w 37"/>
                <a:gd name="T9" fmla="*/ 37 h 16"/>
                <a:gd name="T10" fmla="*/ 45 w 37"/>
                <a:gd name="T11" fmla="*/ 116 h 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7" h="16">
                  <a:moveTo>
                    <a:pt x="11" y="16"/>
                  </a:moveTo>
                  <a:cubicBezTo>
                    <a:pt x="6" y="12"/>
                    <a:pt x="1" y="6"/>
                    <a:pt x="10" y="5"/>
                  </a:cubicBezTo>
                  <a:cubicBezTo>
                    <a:pt x="19" y="5"/>
                    <a:pt x="28" y="12"/>
                    <a:pt x="37" y="12"/>
                  </a:cubicBezTo>
                  <a:cubicBezTo>
                    <a:pt x="27" y="9"/>
                    <a:pt x="18" y="0"/>
                    <a:pt x="7" y="0"/>
                  </a:cubicBezTo>
                  <a:cubicBezTo>
                    <a:pt x="4" y="0"/>
                    <a:pt x="1" y="1"/>
                    <a:pt x="0" y="5"/>
                  </a:cubicBezTo>
                  <a:cubicBezTo>
                    <a:pt x="0" y="10"/>
                    <a:pt x="6" y="12"/>
                    <a:pt x="8" y="16"/>
                  </a:cubicBezTo>
                </a:path>
              </a:pathLst>
            </a:custGeom>
            <a:solidFill>
              <a:srgbClr val="DCCA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989" name="Freeform 1052">
              <a:extLst>
                <a:ext uri="{FF2B5EF4-FFF2-40B4-BE49-F238E27FC236}">
                  <a16:creationId xmlns:a16="http://schemas.microsoft.com/office/drawing/2014/main" id="{C8F8F19E-CA94-4524-8A37-618E9441B3A9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5" y="1447"/>
              <a:ext cx="65" cy="41"/>
            </a:xfrm>
            <a:custGeom>
              <a:avLst/>
              <a:gdLst>
                <a:gd name="T0" fmla="*/ 137 w 36"/>
                <a:gd name="T1" fmla="*/ 141 h 21"/>
                <a:gd name="T2" fmla="*/ 94 w 36"/>
                <a:gd name="T3" fmla="*/ 53 h 21"/>
                <a:gd name="T4" fmla="*/ 211 w 36"/>
                <a:gd name="T5" fmla="*/ 103 h 21"/>
                <a:gd name="T6" fmla="*/ 65 w 36"/>
                <a:gd name="T7" fmla="*/ 23 h 21"/>
                <a:gd name="T8" fmla="*/ 117 w 36"/>
                <a:gd name="T9" fmla="*/ 156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21">
                  <a:moveTo>
                    <a:pt x="23" y="19"/>
                  </a:moveTo>
                  <a:cubicBezTo>
                    <a:pt x="19" y="17"/>
                    <a:pt x="9" y="10"/>
                    <a:pt x="16" y="7"/>
                  </a:cubicBezTo>
                  <a:cubicBezTo>
                    <a:pt x="20" y="6"/>
                    <a:pt x="31" y="12"/>
                    <a:pt x="36" y="14"/>
                  </a:cubicBezTo>
                  <a:cubicBezTo>
                    <a:pt x="28" y="13"/>
                    <a:pt x="20" y="0"/>
                    <a:pt x="11" y="3"/>
                  </a:cubicBezTo>
                  <a:cubicBezTo>
                    <a:pt x="0" y="7"/>
                    <a:pt x="18" y="17"/>
                    <a:pt x="20" y="21"/>
                  </a:cubicBezTo>
                </a:path>
              </a:pathLst>
            </a:custGeom>
            <a:solidFill>
              <a:srgbClr val="DCCA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990" name="Freeform 1053">
              <a:extLst>
                <a:ext uri="{FF2B5EF4-FFF2-40B4-BE49-F238E27FC236}">
                  <a16:creationId xmlns:a16="http://schemas.microsoft.com/office/drawing/2014/main" id="{FBA3D257-603E-4188-B7FF-6FBB5DFC720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9" y="969"/>
              <a:ext cx="101" cy="225"/>
            </a:xfrm>
            <a:custGeom>
              <a:avLst/>
              <a:gdLst>
                <a:gd name="T0" fmla="*/ 0 w 56"/>
                <a:gd name="T1" fmla="*/ 824 h 116"/>
                <a:gd name="T2" fmla="*/ 130 w 56"/>
                <a:gd name="T3" fmla="*/ 293 h 116"/>
                <a:gd name="T4" fmla="*/ 328 w 56"/>
                <a:gd name="T5" fmla="*/ 0 h 116"/>
                <a:gd name="T6" fmla="*/ 218 w 56"/>
                <a:gd name="T7" fmla="*/ 204 h 116"/>
                <a:gd name="T8" fmla="*/ 133 w 56"/>
                <a:gd name="T9" fmla="*/ 425 h 116"/>
                <a:gd name="T10" fmla="*/ 13 w 56"/>
                <a:gd name="T11" fmla="*/ 846 h 1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6" h="116">
                  <a:moveTo>
                    <a:pt x="0" y="113"/>
                  </a:moveTo>
                  <a:cubicBezTo>
                    <a:pt x="17" y="96"/>
                    <a:pt x="11" y="61"/>
                    <a:pt x="22" y="40"/>
                  </a:cubicBezTo>
                  <a:cubicBezTo>
                    <a:pt x="28" y="28"/>
                    <a:pt x="44" y="5"/>
                    <a:pt x="56" y="0"/>
                  </a:cubicBezTo>
                  <a:cubicBezTo>
                    <a:pt x="47" y="3"/>
                    <a:pt x="41" y="20"/>
                    <a:pt x="37" y="28"/>
                  </a:cubicBezTo>
                  <a:cubicBezTo>
                    <a:pt x="32" y="38"/>
                    <a:pt x="27" y="47"/>
                    <a:pt x="23" y="58"/>
                  </a:cubicBezTo>
                  <a:cubicBezTo>
                    <a:pt x="15" y="78"/>
                    <a:pt x="14" y="97"/>
                    <a:pt x="2" y="116"/>
                  </a:cubicBezTo>
                </a:path>
              </a:pathLst>
            </a:custGeom>
            <a:solidFill>
              <a:srgbClr val="C2A5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0991" name="Freeform 1054">
              <a:extLst>
                <a:ext uri="{FF2B5EF4-FFF2-40B4-BE49-F238E27FC236}">
                  <a16:creationId xmlns:a16="http://schemas.microsoft.com/office/drawing/2014/main" id="{F3197448-A210-49CF-8149-3A750F071167}"/>
                </a:ext>
              </a:extLst>
            </p:cNvPr>
            <p:cNvSpPr>
              <a:spLocks/>
            </p:cNvSpPr>
            <p:nvPr/>
          </p:nvSpPr>
          <p:spPr bwMode="auto">
            <a:xfrm>
              <a:off x="5108" y="983"/>
              <a:ext cx="107" cy="221"/>
            </a:xfrm>
            <a:custGeom>
              <a:avLst/>
              <a:gdLst>
                <a:gd name="T0" fmla="*/ 352 w 59"/>
                <a:gd name="T1" fmla="*/ 830 h 114"/>
                <a:gd name="T2" fmla="*/ 185 w 59"/>
                <a:gd name="T3" fmla="*/ 297 h 114"/>
                <a:gd name="T4" fmla="*/ 0 w 59"/>
                <a:gd name="T5" fmla="*/ 0 h 114"/>
                <a:gd name="T6" fmla="*/ 138 w 59"/>
                <a:gd name="T7" fmla="*/ 188 h 114"/>
                <a:gd name="T8" fmla="*/ 256 w 59"/>
                <a:gd name="T9" fmla="*/ 341 h 114"/>
                <a:gd name="T10" fmla="*/ 352 w 59"/>
                <a:gd name="T11" fmla="*/ 808 h 1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9" h="114">
                  <a:moveTo>
                    <a:pt x="59" y="114"/>
                  </a:moveTo>
                  <a:cubicBezTo>
                    <a:pt x="50" y="88"/>
                    <a:pt x="47" y="64"/>
                    <a:pt x="31" y="41"/>
                  </a:cubicBezTo>
                  <a:cubicBezTo>
                    <a:pt x="21" y="28"/>
                    <a:pt x="11" y="11"/>
                    <a:pt x="0" y="0"/>
                  </a:cubicBezTo>
                  <a:cubicBezTo>
                    <a:pt x="8" y="8"/>
                    <a:pt x="15" y="18"/>
                    <a:pt x="23" y="26"/>
                  </a:cubicBezTo>
                  <a:cubicBezTo>
                    <a:pt x="30" y="33"/>
                    <a:pt x="38" y="39"/>
                    <a:pt x="43" y="47"/>
                  </a:cubicBezTo>
                  <a:cubicBezTo>
                    <a:pt x="54" y="66"/>
                    <a:pt x="52" y="96"/>
                    <a:pt x="59" y="111"/>
                  </a:cubicBezTo>
                </a:path>
              </a:pathLst>
            </a:custGeom>
            <a:solidFill>
              <a:srgbClr val="C2A5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</p:grpSp>
    </p:spTree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1985" name="Elderly-Black-Male-Full-Body">
            <a:extLst>
              <a:ext uri="{FF2B5EF4-FFF2-40B4-BE49-F238E27FC236}">
                <a16:creationId xmlns:a16="http://schemas.microsoft.com/office/drawing/2014/main" id="{5B07CA44-0D16-4D5F-9F0F-4270F8F7D463}"/>
              </a:ext>
            </a:extLst>
          </p:cNvPr>
          <p:cNvGrpSpPr>
            <a:grpSpLocks/>
          </p:cNvGrpSpPr>
          <p:nvPr/>
        </p:nvGrpSpPr>
        <p:grpSpPr bwMode="auto">
          <a:xfrm>
            <a:off x="8401050" y="1220788"/>
            <a:ext cx="1584325" cy="5262562"/>
            <a:chOff x="3168" y="720"/>
            <a:chExt cx="998" cy="3315"/>
          </a:xfrm>
        </p:grpSpPr>
        <p:grpSp>
          <p:nvGrpSpPr>
            <p:cNvPr id="42790" name="Group 3">
              <a:extLst>
                <a:ext uri="{FF2B5EF4-FFF2-40B4-BE49-F238E27FC236}">
                  <a16:creationId xmlns:a16="http://schemas.microsoft.com/office/drawing/2014/main" id="{A31856DA-41FE-4C4A-ADB1-795C51DCAF3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168" y="720"/>
              <a:ext cx="998" cy="3315"/>
              <a:chOff x="3168" y="720"/>
              <a:chExt cx="998" cy="3315"/>
            </a:xfrm>
          </p:grpSpPr>
          <p:sp>
            <p:nvSpPr>
              <p:cNvPr id="42805" name="Freeform 4">
                <a:extLst>
                  <a:ext uri="{FF2B5EF4-FFF2-40B4-BE49-F238E27FC236}">
                    <a16:creationId xmlns:a16="http://schemas.microsoft.com/office/drawing/2014/main" id="{350C46D5-87F4-4664-8097-6587D03312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8" y="1033"/>
                <a:ext cx="998" cy="3002"/>
              </a:xfrm>
              <a:custGeom>
                <a:avLst/>
                <a:gdLst>
                  <a:gd name="T0" fmla="*/ 2285 w 653"/>
                  <a:gd name="T1" fmla="*/ 2613 h 1969"/>
                  <a:gd name="T2" fmla="*/ 2109 w 653"/>
                  <a:gd name="T3" fmla="*/ 1201 h 1969"/>
                  <a:gd name="T4" fmla="*/ 1460 w 653"/>
                  <a:gd name="T5" fmla="*/ 377 h 1969"/>
                  <a:gd name="T6" fmla="*/ 845 w 653"/>
                  <a:gd name="T7" fmla="*/ 390 h 1969"/>
                  <a:gd name="T8" fmla="*/ 194 w 653"/>
                  <a:gd name="T9" fmla="*/ 1268 h 1969"/>
                  <a:gd name="T10" fmla="*/ 40 w 653"/>
                  <a:gd name="T11" fmla="*/ 2613 h 1969"/>
                  <a:gd name="T12" fmla="*/ 0 w 653"/>
                  <a:gd name="T13" fmla="*/ 3034 h 1969"/>
                  <a:gd name="T14" fmla="*/ 66 w 653"/>
                  <a:gd name="T15" fmla="*/ 3514 h 1969"/>
                  <a:gd name="T16" fmla="*/ 257 w 653"/>
                  <a:gd name="T17" fmla="*/ 3722 h 1969"/>
                  <a:gd name="T18" fmla="*/ 283 w 653"/>
                  <a:gd name="T19" fmla="*/ 3694 h 1969"/>
                  <a:gd name="T20" fmla="*/ 359 w 653"/>
                  <a:gd name="T21" fmla="*/ 3690 h 1969"/>
                  <a:gd name="T22" fmla="*/ 374 w 653"/>
                  <a:gd name="T23" fmla="*/ 3636 h 1969"/>
                  <a:gd name="T24" fmla="*/ 284 w 653"/>
                  <a:gd name="T25" fmla="*/ 3519 h 1969"/>
                  <a:gd name="T26" fmla="*/ 235 w 653"/>
                  <a:gd name="T27" fmla="*/ 3484 h 1969"/>
                  <a:gd name="T28" fmla="*/ 225 w 653"/>
                  <a:gd name="T29" fmla="*/ 3264 h 1969"/>
                  <a:gd name="T30" fmla="*/ 390 w 653"/>
                  <a:gd name="T31" fmla="*/ 3385 h 1969"/>
                  <a:gd name="T32" fmla="*/ 203 w 653"/>
                  <a:gd name="T33" fmla="*/ 2987 h 1969"/>
                  <a:gd name="T34" fmla="*/ 194 w 653"/>
                  <a:gd name="T35" fmla="*/ 2964 h 1969"/>
                  <a:gd name="T36" fmla="*/ 403 w 653"/>
                  <a:gd name="T37" fmla="*/ 2006 h 1969"/>
                  <a:gd name="T38" fmla="*/ 458 w 653"/>
                  <a:gd name="T39" fmla="*/ 1499 h 1969"/>
                  <a:gd name="T40" fmla="*/ 500 w 653"/>
                  <a:gd name="T41" fmla="*/ 2052 h 1969"/>
                  <a:gd name="T42" fmla="*/ 588 w 653"/>
                  <a:gd name="T43" fmla="*/ 4493 h 1969"/>
                  <a:gd name="T44" fmla="*/ 601 w 653"/>
                  <a:gd name="T45" fmla="*/ 5560 h 1969"/>
                  <a:gd name="T46" fmla="*/ 676 w 653"/>
                  <a:gd name="T47" fmla="*/ 6510 h 1969"/>
                  <a:gd name="T48" fmla="*/ 521 w 653"/>
                  <a:gd name="T49" fmla="*/ 6797 h 1969"/>
                  <a:gd name="T50" fmla="*/ 518 w 653"/>
                  <a:gd name="T51" fmla="*/ 6872 h 1969"/>
                  <a:gd name="T52" fmla="*/ 561 w 653"/>
                  <a:gd name="T53" fmla="*/ 6911 h 1969"/>
                  <a:gd name="T54" fmla="*/ 703 w 653"/>
                  <a:gd name="T55" fmla="*/ 6937 h 1969"/>
                  <a:gd name="T56" fmla="*/ 859 w 653"/>
                  <a:gd name="T57" fmla="*/ 6849 h 1969"/>
                  <a:gd name="T58" fmla="*/ 867 w 653"/>
                  <a:gd name="T59" fmla="*/ 6452 h 1969"/>
                  <a:gd name="T60" fmla="*/ 928 w 653"/>
                  <a:gd name="T61" fmla="*/ 5836 h 1969"/>
                  <a:gd name="T62" fmla="*/ 1026 w 653"/>
                  <a:gd name="T63" fmla="*/ 4745 h 1969"/>
                  <a:gd name="T64" fmla="*/ 1243 w 653"/>
                  <a:gd name="T65" fmla="*/ 3464 h 1969"/>
                  <a:gd name="T66" fmla="*/ 1285 w 653"/>
                  <a:gd name="T67" fmla="*/ 4857 h 1969"/>
                  <a:gd name="T68" fmla="*/ 1359 w 653"/>
                  <a:gd name="T69" fmla="*/ 5884 h 1969"/>
                  <a:gd name="T70" fmla="*/ 1406 w 653"/>
                  <a:gd name="T71" fmla="*/ 6673 h 1969"/>
                  <a:gd name="T72" fmla="*/ 1453 w 653"/>
                  <a:gd name="T73" fmla="*/ 6917 h 1969"/>
                  <a:gd name="T74" fmla="*/ 1663 w 653"/>
                  <a:gd name="T75" fmla="*/ 6943 h 1969"/>
                  <a:gd name="T76" fmla="*/ 1736 w 653"/>
                  <a:gd name="T77" fmla="*/ 6916 h 1969"/>
                  <a:gd name="T78" fmla="*/ 1776 w 653"/>
                  <a:gd name="T79" fmla="*/ 6872 h 1969"/>
                  <a:gd name="T80" fmla="*/ 1736 w 653"/>
                  <a:gd name="T81" fmla="*/ 6740 h 1969"/>
                  <a:gd name="T82" fmla="*/ 1623 w 653"/>
                  <a:gd name="T83" fmla="*/ 6399 h 1969"/>
                  <a:gd name="T84" fmla="*/ 1681 w 653"/>
                  <a:gd name="T85" fmla="*/ 4972 h 1969"/>
                  <a:gd name="T86" fmla="*/ 1803 w 653"/>
                  <a:gd name="T87" fmla="*/ 3147 h 1969"/>
                  <a:gd name="T88" fmla="*/ 1810 w 653"/>
                  <a:gd name="T89" fmla="*/ 1729 h 1969"/>
                  <a:gd name="T90" fmla="*/ 1860 w 653"/>
                  <a:gd name="T91" fmla="*/ 1576 h 1969"/>
                  <a:gd name="T92" fmla="*/ 1981 w 653"/>
                  <a:gd name="T93" fmla="*/ 2339 h 1969"/>
                  <a:gd name="T94" fmla="*/ 2117 w 653"/>
                  <a:gd name="T95" fmla="*/ 2965 h 1969"/>
                  <a:gd name="T96" fmla="*/ 1927 w 653"/>
                  <a:gd name="T97" fmla="*/ 3359 h 1969"/>
                  <a:gd name="T98" fmla="*/ 2101 w 653"/>
                  <a:gd name="T99" fmla="*/ 3331 h 1969"/>
                  <a:gd name="T100" fmla="*/ 2034 w 653"/>
                  <a:gd name="T101" fmla="*/ 3494 h 1969"/>
                  <a:gd name="T102" fmla="*/ 1972 w 653"/>
                  <a:gd name="T103" fmla="*/ 3615 h 1969"/>
                  <a:gd name="T104" fmla="*/ 2039 w 653"/>
                  <a:gd name="T105" fmla="*/ 3668 h 1969"/>
                  <a:gd name="T106" fmla="*/ 2192 w 653"/>
                  <a:gd name="T107" fmla="*/ 3612 h 1969"/>
                  <a:gd name="T108" fmla="*/ 2303 w 653"/>
                  <a:gd name="T109" fmla="*/ 3240 h 1969"/>
                  <a:gd name="T110" fmla="*/ 2312 w 653"/>
                  <a:gd name="T111" fmla="*/ 2906 h 1969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0" t="0" r="r" b="b"/>
                <a:pathLst>
                  <a:path w="653" h="1969">
                    <a:moveTo>
                      <a:pt x="648" y="820"/>
                    </a:moveTo>
                    <a:cubicBezTo>
                      <a:pt x="646" y="811"/>
                      <a:pt x="646" y="802"/>
                      <a:pt x="644" y="791"/>
                    </a:cubicBezTo>
                    <a:cubicBezTo>
                      <a:pt x="641" y="779"/>
                      <a:pt x="641" y="754"/>
                      <a:pt x="640" y="737"/>
                    </a:cubicBezTo>
                    <a:cubicBezTo>
                      <a:pt x="639" y="708"/>
                      <a:pt x="639" y="595"/>
                      <a:pt x="623" y="554"/>
                    </a:cubicBezTo>
                    <a:cubicBezTo>
                      <a:pt x="619" y="541"/>
                      <a:pt x="616" y="521"/>
                      <a:pt x="616" y="491"/>
                    </a:cubicBezTo>
                    <a:cubicBezTo>
                      <a:pt x="607" y="410"/>
                      <a:pt x="590" y="364"/>
                      <a:pt x="591" y="339"/>
                    </a:cubicBezTo>
                    <a:cubicBezTo>
                      <a:pt x="590" y="299"/>
                      <a:pt x="568" y="252"/>
                      <a:pt x="558" y="230"/>
                    </a:cubicBezTo>
                    <a:cubicBezTo>
                      <a:pt x="545" y="202"/>
                      <a:pt x="494" y="162"/>
                      <a:pt x="480" y="156"/>
                    </a:cubicBezTo>
                    <a:cubicBezTo>
                      <a:pt x="474" y="153"/>
                      <a:pt x="439" y="125"/>
                      <a:pt x="409" y="106"/>
                    </a:cubicBezTo>
                    <a:cubicBezTo>
                      <a:pt x="378" y="79"/>
                      <a:pt x="389" y="14"/>
                      <a:pt x="389" y="1"/>
                    </a:cubicBezTo>
                    <a:cubicBezTo>
                      <a:pt x="251" y="0"/>
                      <a:pt x="251" y="0"/>
                      <a:pt x="251" y="0"/>
                    </a:cubicBezTo>
                    <a:cubicBezTo>
                      <a:pt x="252" y="16"/>
                      <a:pt x="265" y="79"/>
                      <a:pt x="237" y="110"/>
                    </a:cubicBezTo>
                    <a:cubicBezTo>
                      <a:pt x="226" y="116"/>
                      <a:pt x="162" y="168"/>
                      <a:pt x="145" y="175"/>
                    </a:cubicBezTo>
                    <a:cubicBezTo>
                      <a:pt x="115" y="188"/>
                      <a:pt x="80" y="245"/>
                      <a:pt x="71" y="287"/>
                    </a:cubicBezTo>
                    <a:cubicBezTo>
                      <a:pt x="67" y="306"/>
                      <a:pt x="54" y="346"/>
                      <a:pt x="54" y="358"/>
                    </a:cubicBezTo>
                    <a:cubicBezTo>
                      <a:pt x="55" y="383"/>
                      <a:pt x="42" y="399"/>
                      <a:pt x="35" y="491"/>
                    </a:cubicBezTo>
                    <a:cubicBezTo>
                      <a:pt x="35" y="521"/>
                      <a:pt x="32" y="541"/>
                      <a:pt x="29" y="554"/>
                    </a:cubicBezTo>
                    <a:cubicBezTo>
                      <a:pt x="12" y="595"/>
                      <a:pt x="13" y="708"/>
                      <a:pt x="11" y="737"/>
                    </a:cubicBezTo>
                    <a:cubicBezTo>
                      <a:pt x="11" y="754"/>
                      <a:pt x="11" y="779"/>
                      <a:pt x="8" y="791"/>
                    </a:cubicBezTo>
                    <a:cubicBezTo>
                      <a:pt x="5" y="803"/>
                      <a:pt x="7" y="814"/>
                      <a:pt x="4" y="825"/>
                    </a:cubicBezTo>
                    <a:cubicBezTo>
                      <a:pt x="1" y="835"/>
                      <a:pt x="0" y="849"/>
                      <a:pt x="0" y="856"/>
                    </a:cubicBezTo>
                    <a:cubicBezTo>
                      <a:pt x="0" y="856"/>
                      <a:pt x="7" y="906"/>
                      <a:pt x="5" y="921"/>
                    </a:cubicBezTo>
                    <a:cubicBezTo>
                      <a:pt x="2" y="937"/>
                      <a:pt x="4" y="946"/>
                      <a:pt x="5" y="956"/>
                    </a:cubicBezTo>
                    <a:cubicBezTo>
                      <a:pt x="6" y="965"/>
                      <a:pt x="15" y="980"/>
                      <a:pt x="18" y="992"/>
                    </a:cubicBezTo>
                    <a:cubicBezTo>
                      <a:pt x="23" y="1017"/>
                      <a:pt x="31" y="1018"/>
                      <a:pt x="36" y="1026"/>
                    </a:cubicBezTo>
                    <a:cubicBezTo>
                      <a:pt x="41" y="1034"/>
                      <a:pt x="55" y="1040"/>
                      <a:pt x="57" y="1043"/>
                    </a:cubicBezTo>
                    <a:cubicBezTo>
                      <a:pt x="59" y="1046"/>
                      <a:pt x="66" y="1051"/>
                      <a:pt x="72" y="1050"/>
                    </a:cubicBezTo>
                    <a:cubicBezTo>
                      <a:pt x="73" y="1050"/>
                      <a:pt x="73" y="1050"/>
                      <a:pt x="73" y="1050"/>
                    </a:cubicBezTo>
                    <a:cubicBezTo>
                      <a:pt x="73" y="1050"/>
                      <a:pt x="73" y="1050"/>
                      <a:pt x="73" y="1050"/>
                    </a:cubicBezTo>
                    <a:cubicBezTo>
                      <a:pt x="79" y="1050"/>
                      <a:pt x="79" y="1043"/>
                      <a:pt x="79" y="1042"/>
                    </a:cubicBezTo>
                    <a:cubicBezTo>
                      <a:pt x="79" y="1042"/>
                      <a:pt x="81" y="1042"/>
                      <a:pt x="84" y="1042"/>
                    </a:cubicBezTo>
                    <a:cubicBezTo>
                      <a:pt x="86" y="1042"/>
                      <a:pt x="95" y="1043"/>
                      <a:pt x="99" y="1042"/>
                    </a:cubicBezTo>
                    <a:cubicBezTo>
                      <a:pt x="100" y="1041"/>
                      <a:pt x="101" y="1041"/>
                      <a:pt x="101" y="1041"/>
                    </a:cubicBezTo>
                    <a:cubicBezTo>
                      <a:pt x="108" y="1034"/>
                      <a:pt x="99" y="1027"/>
                      <a:pt x="98" y="1027"/>
                    </a:cubicBezTo>
                    <a:cubicBezTo>
                      <a:pt x="105" y="1026"/>
                      <a:pt x="105" y="1026"/>
                      <a:pt x="105" y="1026"/>
                    </a:cubicBezTo>
                    <a:cubicBezTo>
                      <a:pt x="105" y="1026"/>
                      <a:pt x="105" y="1026"/>
                      <a:pt x="105" y="1026"/>
                    </a:cubicBezTo>
                    <a:cubicBezTo>
                      <a:pt x="105" y="1026"/>
                      <a:pt x="105" y="1026"/>
                      <a:pt x="105" y="1026"/>
                    </a:cubicBezTo>
                    <a:cubicBezTo>
                      <a:pt x="114" y="1020"/>
                      <a:pt x="103" y="1011"/>
                      <a:pt x="103" y="1011"/>
                    </a:cubicBezTo>
                    <a:cubicBezTo>
                      <a:pt x="104" y="993"/>
                      <a:pt x="82" y="997"/>
                      <a:pt x="80" y="993"/>
                    </a:cubicBezTo>
                    <a:cubicBezTo>
                      <a:pt x="78" y="991"/>
                      <a:pt x="77" y="990"/>
                      <a:pt x="76" y="990"/>
                    </a:cubicBezTo>
                    <a:cubicBezTo>
                      <a:pt x="71" y="984"/>
                      <a:pt x="67" y="983"/>
                      <a:pt x="66" y="983"/>
                    </a:cubicBezTo>
                    <a:cubicBezTo>
                      <a:pt x="66" y="983"/>
                      <a:pt x="66" y="983"/>
                      <a:pt x="66" y="983"/>
                    </a:cubicBezTo>
                    <a:cubicBezTo>
                      <a:pt x="64" y="973"/>
                      <a:pt x="60" y="971"/>
                      <a:pt x="61" y="969"/>
                    </a:cubicBezTo>
                    <a:cubicBezTo>
                      <a:pt x="66" y="961"/>
                      <a:pt x="58" y="952"/>
                      <a:pt x="61" y="947"/>
                    </a:cubicBezTo>
                    <a:cubicBezTo>
                      <a:pt x="64" y="942"/>
                      <a:pt x="63" y="924"/>
                      <a:pt x="63" y="921"/>
                    </a:cubicBezTo>
                    <a:cubicBezTo>
                      <a:pt x="65" y="922"/>
                      <a:pt x="71" y="925"/>
                      <a:pt x="75" y="934"/>
                    </a:cubicBezTo>
                    <a:cubicBezTo>
                      <a:pt x="78" y="944"/>
                      <a:pt x="94" y="962"/>
                      <a:pt x="107" y="957"/>
                    </a:cubicBezTo>
                    <a:cubicBezTo>
                      <a:pt x="108" y="956"/>
                      <a:pt x="109" y="956"/>
                      <a:pt x="109" y="955"/>
                    </a:cubicBezTo>
                    <a:cubicBezTo>
                      <a:pt x="123" y="946"/>
                      <a:pt x="104" y="921"/>
                      <a:pt x="93" y="911"/>
                    </a:cubicBezTo>
                    <a:cubicBezTo>
                      <a:pt x="82" y="900"/>
                      <a:pt x="74" y="877"/>
                      <a:pt x="66" y="869"/>
                    </a:cubicBezTo>
                    <a:cubicBezTo>
                      <a:pt x="58" y="861"/>
                      <a:pt x="57" y="843"/>
                      <a:pt x="57" y="843"/>
                    </a:cubicBezTo>
                    <a:cubicBezTo>
                      <a:pt x="56" y="842"/>
                      <a:pt x="56" y="842"/>
                      <a:pt x="56" y="842"/>
                    </a:cubicBezTo>
                    <a:cubicBezTo>
                      <a:pt x="56" y="842"/>
                      <a:pt x="55" y="842"/>
                      <a:pt x="55" y="842"/>
                    </a:cubicBezTo>
                    <a:cubicBezTo>
                      <a:pt x="54" y="840"/>
                      <a:pt x="53" y="838"/>
                      <a:pt x="54" y="836"/>
                    </a:cubicBezTo>
                    <a:cubicBezTo>
                      <a:pt x="55" y="833"/>
                      <a:pt x="58" y="821"/>
                      <a:pt x="60" y="808"/>
                    </a:cubicBezTo>
                    <a:cubicBezTo>
                      <a:pt x="62" y="796"/>
                      <a:pt x="90" y="686"/>
                      <a:pt x="94" y="662"/>
                    </a:cubicBezTo>
                    <a:cubicBezTo>
                      <a:pt x="102" y="616"/>
                      <a:pt x="117" y="598"/>
                      <a:pt x="113" y="566"/>
                    </a:cubicBezTo>
                    <a:cubicBezTo>
                      <a:pt x="113" y="542"/>
                      <a:pt x="122" y="479"/>
                      <a:pt x="124" y="467"/>
                    </a:cubicBezTo>
                    <a:cubicBezTo>
                      <a:pt x="125" y="465"/>
                      <a:pt x="125" y="453"/>
                      <a:pt x="126" y="445"/>
                    </a:cubicBezTo>
                    <a:cubicBezTo>
                      <a:pt x="127" y="441"/>
                      <a:pt x="128" y="433"/>
                      <a:pt x="128" y="423"/>
                    </a:cubicBezTo>
                    <a:cubicBezTo>
                      <a:pt x="128" y="424"/>
                      <a:pt x="128" y="424"/>
                      <a:pt x="128" y="424"/>
                    </a:cubicBezTo>
                    <a:cubicBezTo>
                      <a:pt x="129" y="435"/>
                      <a:pt x="139" y="458"/>
                      <a:pt x="141" y="487"/>
                    </a:cubicBezTo>
                    <a:cubicBezTo>
                      <a:pt x="139" y="522"/>
                      <a:pt x="139" y="561"/>
                      <a:pt x="140" y="579"/>
                    </a:cubicBezTo>
                    <a:cubicBezTo>
                      <a:pt x="111" y="721"/>
                      <a:pt x="129" y="796"/>
                      <a:pt x="128" y="824"/>
                    </a:cubicBezTo>
                    <a:cubicBezTo>
                      <a:pt x="127" y="858"/>
                      <a:pt x="143" y="866"/>
                      <a:pt x="142" y="897"/>
                    </a:cubicBezTo>
                    <a:cubicBezTo>
                      <a:pt x="165" y="1268"/>
                      <a:pt x="165" y="1268"/>
                      <a:pt x="165" y="1268"/>
                    </a:cubicBezTo>
                    <a:cubicBezTo>
                      <a:pt x="165" y="1280"/>
                      <a:pt x="163" y="1320"/>
                      <a:pt x="167" y="1341"/>
                    </a:cubicBezTo>
                    <a:cubicBezTo>
                      <a:pt x="168" y="1346"/>
                      <a:pt x="175" y="1370"/>
                      <a:pt x="176" y="1403"/>
                    </a:cubicBezTo>
                    <a:cubicBezTo>
                      <a:pt x="177" y="1456"/>
                      <a:pt x="166" y="1531"/>
                      <a:pt x="168" y="1569"/>
                    </a:cubicBezTo>
                    <a:cubicBezTo>
                      <a:pt x="170" y="1631"/>
                      <a:pt x="169" y="1686"/>
                      <a:pt x="179" y="1726"/>
                    </a:cubicBezTo>
                    <a:cubicBezTo>
                      <a:pt x="186" y="1766"/>
                      <a:pt x="189" y="1798"/>
                      <a:pt x="187" y="1806"/>
                    </a:cubicBezTo>
                    <a:cubicBezTo>
                      <a:pt x="186" y="1812"/>
                      <a:pt x="185" y="1826"/>
                      <a:pt x="189" y="1837"/>
                    </a:cubicBezTo>
                    <a:cubicBezTo>
                      <a:pt x="189" y="1838"/>
                      <a:pt x="176" y="1878"/>
                      <a:pt x="169" y="1885"/>
                    </a:cubicBezTo>
                    <a:cubicBezTo>
                      <a:pt x="163" y="1892"/>
                      <a:pt x="161" y="1898"/>
                      <a:pt x="156" y="1902"/>
                    </a:cubicBezTo>
                    <a:cubicBezTo>
                      <a:pt x="151" y="1906"/>
                      <a:pt x="148" y="1910"/>
                      <a:pt x="146" y="1918"/>
                    </a:cubicBezTo>
                    <a:cubicBezTo>
                      <a:pt x="145" y="1924"/>
                      <a:pt x="139" y="1933"/>
                      <a:pt x="143" y="1938"/>
                    </a:cubicBezTo>
                    <a:cubicBezTo>
                      <a:pt x="144" y="1938"/>
                      <a:pt x="144" y="1939"/>
                      <a:pt x="145" y="1939"/>
                    </a:cubicBezTo>
                    <a:cubicBezTo>
                      <a:pt x="145" y="1939"/>
                      <a:pt x="145" y="1939"/>
                      <a:pt x="145" y="1939"/>
                    </a:cubicBezTo>
                    <a:cubicBezTo>
                      <a:pt x="145" y="1941"/>
                      <a:pt x="145" y="1943"/>
                      <a:pt x="146" y="1945"/>
                    </a:cubicBezTo>
                    <a:cubicBezTo>
                      <a:pt x="148" y="1950"/>
                      <a:pt x="152" y="1951"/>
                      <a:pt x="156" y="1951"/>
                    </a:cubicBezTo>
                    <a:cubicBezTo>
                      <a:pt x="157" y="1950"/>
                      <a:pt x="157" y="1950"/>
                      <a:pt x="157" y="1950"/>
                    </a:cubicBezTo>
                    <a:cubicBezTo>
                      <a:pt x="157" y="1952"/>
                      <a:pt x="157" y="1953"/>
                      <a:pt x="158" y="1955"/>
                    </a:cubicBezTo>
                    <a:cubicBezTo>
                      <a:pt x="162" y="1962"/>
                      <a:pt x="172" y="1965"/>
                      <a:pt x="176" y="1959"/>
                    </a:cubicBezTo>
                    <a:cubicBezTo>
                      <a:pt x="182" y="1964"/>
                      <a:pt x="193" y="1964"/>
                      <a:pt x="197" y="1957"/>
                    </a:cubicBezTo>
                    <a:cubicBezTo>
                      <a:pt x="200" y="1969"/>
                      <a:pt x="212" y="1967"/>
                      <a:pt x="220" y="1965"/>
                    </a:cubicBezTo>
                    <a:cubicBezTo>
                      <a:pt x="227" y="1963"/>
                      <a:pt x="230" y="1956"/>
                      <a:pt x="235" y="1952"/>
                    </a:cubicBezTo>
                    <a:cubicBezTo>
                      <a:pt x="239" y="1947"/>
                      <a:pt x="242" y="1943"/>
                      <a:pt x="241" y="1932"/>
                    </a:cubicBezTo>
                    <a:cubicBezTo>
                      <a:pt x="240" y="1920"/>
                      <a:pt x="241" y="1920"/>
                      <a:pt x="242" y="1906"/>
                    </a:cubicBezTo>
                    <a:cubicBezTo>
                      <a:pt x="242" y="1898"/>
                      <a:pt x="247" y="1896"/>
                      <a:pt x="248" y="1883"/>
                    </a:cubicBezTo>
                    <a:cubicBezTo>
                      <a:pt x="248" y="1872"/>
                      <a:pt x="242" y="1827"/>
                      <a:pt x="243" y="1821"/>
                    </a:cubicBezTo>
                    <a:cubicBezTo>
                      <a:pt x="244" y="1807"/>
                      <a:pt x="246" y="1796"/>
                      <a:pt x="244" y="1772"/>
                    </a:cubicBezTo>
                    <a:cubicBezTo>
                      <a:pt x="241" y="1749"/>
                      <a:pt x="257" y="1662"/>
                      <a:pt x="261" y="1646"/>
                    </a:cubicBezTo>
                    <a:cubicBezTo>
                      <a:pt x="260" y="1647"/>
                      <a:pt x="260" y="1647"/>
                      <a:pt x="260" y="1647"/>
                    </a:cubicBezTo>
                    <a:cubicBezTo>
                      <a:pt x="265" y="1625"/>
                      <a:pt x="282" y="1552"/>
                      <a:pt x="281" y="1503"/>
                    </a:cubicBezTo>
                    <a:cubicBezTo>
                      <a:pt x="280" y="1471"/>
                      <a:pt x="287" y="1394"/>
                      <a:pt x="287" y="1371"/>
                    </a:cubicBezTo>
                    <a:cubicBezTo>
                      <a:pt x="287" y="1367"/>
                      <a:pt x="288" y="1343"/>
                      <a:pt x="287" y="1339"/>
                    </a:cubicBezTo>
                    <a:cubicBezTo>
                      <a:pt x="281" y="1305"/>
                      <a:pt x="298" y="1142"/>
                      <a:pt x="298" y="1140"/>
                    </a:cubicBezTo>
                    <a:cubicBezTo>
                      <a:pt x="300" y="1119"/>
                      <a:pt x="302" y="978"/>
                      <a:pt x="302" y="978"/>
                    </a:cubicBezTo>
                    <a:cubicBezTo>
                      <a:pt x="348" y="977"/>
                      <a:pt x="348" y="977"/>
                      <a:pt x="348" y="977"/>
                    </a:cubicBezTo>
                    <a:cubicBezTo>
                      <a:pt x="348" y="977"/>
                      <a:pt x="354" y="1120"/>
                      <a:pt x="356" y="1142"/>
                    </a:cubicBezTo>
                    <a:cubicBezTo>
                      <a:pt x="356" y="1144"/>
                      <a:pt x="366" y="1307"/>
                      <a:pt x="360" y="1339"/>
                    </a:cubicBezTo>
                    <a:cubicBezTo>
                      <a:pt x="359" y="1343"/>
                      <a:pt x="360" y="1367"/>
                      <a:pt x="360" y="1371"/>
                    </a:cubicBezTo>
                    <a:cubicBezTo>
                      <a:pt x="360" y="1394"/>
                      <a:pt x="368" y="1468"/>
                      <a:pt x="365" y="1500"/>
                    </a:cubicBezTo>
                    <a:cubicBezTo>
                      <a:pt x="362" y="1556"/>
                      <a:pt x="376" y="1630"/>
                      <a:pt x="381" y="1660"/>
                    </a:cubicBezTo>
                    <a:cubicBezTo>
                      <a:pt x="381" y="1660"/>
                      <a:pt x="381" y="1660"/>
                      <a:pt x="381" y="1660"/>
                    </a:cubicBezTo>
                    <a:cubicBezTo>
                      <a:pt x="384" y="1683"/>
                      <a:pt x="401" y="1750"/>
                      <a:pt x="398" y="1771"/>
                    </a:cubicBezTo>
                    <a:cubicBezTo>
                      <a:pt x="396" y="1794"/>
                      <a:pt x="397" y="1807"/>
                      <a:pt x="399" y="1821"/>
                    </a:cubicBezTo>
                    <a:cubicBezTo>
                      <a:pt x="399" y="1827"/>
                      <a:pt x="394" y="1872"/>
                      <a:pt x="394" y="1883"/>
                    </a:cubicBezTo>
                    <a:cubicBezTo>
                      <a:pt x="395" y="1896"/>
                      <a:pt x="400" y="1898"/>
                      <a:pt x="400" y="1906"/>
                    </a:cubicBezTo>
                    <a:cubicBezTo>
                      <a:pt x="401" y="1920"/>
                      <a:pt x="402" y="1920"/>
                      <a:pt x="401" y="1932"/>
                    </a:cubicBezTo>
                    <a:cubicBezTo>
                      <a:pt x="400" y="1943"/>
                      <a:pt x="403" y="1947"/>
                      <a:pt x="407" y="1952"/>
                    </a:cubicBezTo>
                    <a:cubicBezTo>
                      <a:pt x="411" y="1956"/>
                      <a:pt x="415" y="1963"/>
                      <a:pt x="422" y="1965"/>
                    </a:cubicBezTo>
                    <a:cubicBezTo>
                      <a:pt x="430" y="1967"/>
                      <a:pt x="442" y="1969"/>
                      <a:pt x="445" y="1957"/>
                    </a:cubicBezTo>
                    <a:cubicBezTo>
                      <a:pt x="449" y="1964"/>
                      <a:pt x="460" y="1964"/>
                      <a:pt x="466" y="1959"/>
                    </a:cubicBezTo>
                    <a:cubicBezTo>
                      <a:pt x="470" y="1965"/>
                      <a:pt x="480" y="1962"/>
                      <a:pt x="484" y="1955"/>
                    </a:cubicBezTo>
                    <a:cubicBezTo>
                      <a:pt x="485" y="1953"/>
                      <a:pt x="485" y="1952"/>
                      <a:pt x="485" y="1950"/>
                    </a:cubicBezTo>
                    <a:cubicBezTo>
                      <a:pt x="486" y="1951"/>
                      <a:pt x="486" y="1951"/>
                      <a:pt x="486" y="1951"/>
                    </a:cubicBezTo>
                    <a:cubicBezTo>
                      <a:pt x="490" y="1951"/>
                      <a:pt x="496" y="1949"/>
                      <a:pt x="496" y="1945"/>
                    </a:cubicBezTo>
                    <a:cubicBezTo>
                      <a:pt x="497" y="1943"/>
                      <a:pt x="497" y="1941"/>
                      <a:pt x="497" y="1939"/>
                    </a:cubicBezTo>
                    <a:cubicBezTo>
                      <a:pt x="497" y="1939"/>
                      <a:pt x="497" y="1939"/>
                      <a:pt x="497" y="1939"/>
                    </a:cubicBezTo>
                    <a:cubicBezTo>
                      <a:pt x="498" y="1939"/>
                      <a:pt x="498" y="1938"/>
                      <a:pt x="499" y="1938"/>
                    </a:cubicBezTo>
                    <a:cubicBezTo>
                      <a:pt x="503" y="1933"/>
                      <a:pt x="497" y="1924"/>
                      <a:pt x="496" y="1918"/>
                    </a:cubicBezTo>
                    <a:cubicBezTo>
                      <a:pt x="494" y="1910"/>
                      <a:pt x="491" y="1906"/>
                      <a:pt x="486" y="1902"/>
                    </a:cubicBezTo>
                    <a:cubicBezTo>
                      <a:pt x="481" y="1898"/>
                      <a:pt x="479" y="1892"/>
                      <a:pt x="473" y="1885"/>
                    </a:cubicBezTo>
                    <a:cubicBezTo>
                      <a:pt x="465" y="1878"/>
                      <a:pt x="453" y="1838"/>
                      <a:pt x="453" y="1837"/>
                    </a:cubicBezTo>
                    <a:cubicBezTo>
                      <a:pt x="457" y="1826"/>
                      <a:pt x="456" y="1812"/>
                      <a:pt x="455" y="1806"/>
                    </a:cubicBezTo>
                    <a:cubicBezTo>
                      <a:pt x="453" y="1798"/>
                      <a:pt x="456" y="1766"/>
                      <a:pt x="463" y="1726"/>
                    </a:cubicBezTo>
                    <a:cubicBezTo>
                      <a:pt x="467" y="1677"/>
                      <a:pt x="473" y="1633"/>
                      <a:pt x="476" y="1571"/>
                    </a:cubicBezTo>
                    <a:cubicBezTo>
                      <a:pt x="477" y="1539"/>
                      <a:pt x="470" y="1471"/>
                      <a:pt x="471" y="1403"/>
                    </a:cubicBezTo>
                    <a:cubicBezTo>
                      <a:pt x="472" y="1370"/>
                      <a:pt x="478" y="1346"/>
                      <a:pt x="479" y="1341"/>
                    </a:cubicBezTo>
                    <a:cubicBezTo>
                      <a:pt x="483" y="1320"/>
                      <a:pt x="478" y="1280"/>
                      <a:pt x="479" y="1268"/>
                    </a:cubicBezTo>
                    <a:cubicBezTo>
                      <a:pt x="484" y="1084"/>
                      <a:pt x="507" y="925"/>
                      <a:pt x="505" y="888"/>
                    </a:cubicBezTo>
                    <a:cubicBezTo>
                      <a:pt x="505" y="888"/>
                      <a:pt x="522" y="837"/>
                      <a:pt x="519" y="824"/>
                    </a:cubicBezTo>
                    <a:cubicBezTo>
                      <a:pt x="518" y="796"/>
                      <a:pt x="532" y="719"/>
                      <a:pt x="507" y="576"/>
                    </a:cubicBezTo>
                    <a:cubicBezTo>
                      <a:pt x="508" y="553"/>
                      <a:pt x="509" y="512"/>
                      <a:pt x="507" y="488"/>
                    </a:cubicBezTo>
                    <a:cubicBezTo>
                      <a:pt x="509" y="459"/>
                      <a:pt x="519" y="435"/>
                      <a:pt x="519" y="424"/>
                    </a:cubicBezTo>
                    <a:cubicBezTo>
                      <a:pt x="519" y="423"/>
                      <a:pt x="519" y="423"/>
                      <a:pt x="519" y="423"/>
                    </a:cubicBezTo>
                    <a:cubicBezTo>
                      <a:pt x="520" y="433"/>
                      <a:pt x="521" y="441"/>
                      <a:pt x="521" y="445"/>
                    </a:cubicBezTo>
                    <a:cubicBezTo>
                      <a:pt x="522" y="453"/>
                      <a:pt x="522" y="465"/>
                      <a:pt x="523" y="467"/>
                    </a:cubicBezTo>
                    <a:cubicBezTo>
                      <a:pt x="525" y="479"/>
                      <a:pt x="534" y="542"/>
                      <a:pt x="535" y="566"/>
                    </a:cubicBezTo>
                    <a:cubicBezTo>
                      <a:pt x="530" y="598"/>
                      <a:pt x="546" y="614"/>
                      <a:pt x="555" y="660"/>
                    </a:cubicBezTo>
                    <a:cubicBezTo>
                      <a:pt x="559" y="685"/>
                      <a:pt x="585" y="796"/>
                      <a:pt x="587" y="808"/>
                    </a:cubicBezTo>
                    <a:cubicBezTo>
                      <a:pt x="589" y="820"/>
                      <a:pt x="592" y="832"/>
                      <a:pt x="593" y="836"/>
                    </a:cubicBezTo>
                    <a:cubicBezTo>
                      <a:pt x="593" y="837"/>
                      <a:pt x="593" y="837"/>
                      <a:pt x="593" y="837"/>
                    </a:cubicBezTo>
                    <a:cubicBezTo>
                      <a:pt x="593" y="837"/>
                      <a:pt x="592" y="854"/>
                      <a:pt x="584" y="862"/>
                    </a:cubicBezTo>
                    <a:cubicBezTo>
                      <a:pt x="576" y="871"/>
                      <a:pt x="568" y="893"/>
                      <a:pt x="557" y="904"/>
                    </a:cubicBezTo>
                    <a:cubicBezTo>
                      <a:pt x="546" y="914"/>
                      <a:pt x="527" y="940"/>
                      <a:pt x="540" y="948"/>
                    </a:cubicBezTo>
                    <a:cubicBezTo>
                      <a:pt x="554" y="957"/>
                      <a:pt x="571" y="938"/>
                      <a:pt x="575" y="927"/>
                    </a:cubicBezTo>
                    <a:cubicBezTo>
                      <a:pt x="579" y="917"/>
                      <a:pt x="587" y="914"/>
                      <a:pt x="587" y="914"/>
                    </a:cubicBezTo>
                    <a:cubicBezTo>
                      <a:pt x="587" y="914"/>
                      <a:pt x="586" y="935"/>
                      <a:pt x="589" y="940"/>
                    </a:cubicBezTo>
                    <a:cubicBezTo>
                      <a:pt x="592" y="946"/>
                      <a:pt x="584" y="955"/>
                      <a:pt x="589" y="962"/>
                    </a:cubicBezTo>
                    <a:cubicBezTo>
                      <a:pt x="590" y="965"/>
                      <a:pt x="585" y="966"/>
                      <a:pt x="584" y="976"/>
                    </a:cubicBezTo>
                    <a:cubicBezTo>
                      <a:pt x="583" y="986"/>
                      <a:pt x="577" y="977"/>
                      <a:pt x="570" y="986"/>
                    </a:cubicBezTo>
                    <a:cubicBezTo>
                      <a:pt x="568" y="990"/>
                      <a:pt x="546" y="987"/>
                      <a:pt x="547" y="1004"/>
                    </a:cubicBezTo>
                    <a:cubicBezTo>
                      <a:pt x="547" y="1004"/>
                      <a:pt x="536" y="1014"/>
                      <a:pt x="544" y="1019"/>
                    </a:cubicBezTo>
                    <a:cubicBezTo>
                      <a:pt x="552" y="1020"/>
                      <a:pt x="552" y="1020"/>
                      <a:pt x="552" y="1020"/>
                    </a:cubicBezTo>
                    <a:cubicBezTo>
                      <a:pt x="552" y="1020"/>
                      <a:pt x="542" y="1027"/>
                      <a:pt x="549" y="1034"/>
                    </a:cubicBezTo>
                    <a:cubicBezTo>
                      <a:pt x="552" y="1037"/>
                      <a:pt x="563" y="1035"/>
                      <a:pt x="566" y="1035"/>
                    </a:cubicBezTo>
                    <a:cubicBezTo>
                      <a:pt x="569" y="1035"/>
                      <a:pt x="571" y="1035"/>
                      <a:pt x="571" y="1035"/>
                    </a:cubicBezTo>
                    <a:cubicBezTo>
                      <a:pt x="571" y="1035"/>
                      <a:pt x="570" y="1043"/>
                      <a:pt x="577" y="1044"/>
                    </a:cubicBezTo>
                    <a:cubicBezTo>
                      <a:pt x="584" y="1045"/>
                      <a:pt x="590" y="1039"/>
                      <a:pt x="593" y="1036"/>
                    </a:cubicBezTo>
                    <a:cubicBezTo>
                      <a:pt x="595" y="1034"/>
                      <a:pt x="608" y="1028"/>
                      <a:pt x="614" y="1019"/>
                    </a:cubicBezTo>
                    <a:cubicBezTo>
                      <a:pt x="619" y="1011"/>
                      <a:pt x="626" y="1010"/>
                      <a:pt x="632" y="985"/>
                    </a:cubicBezTo>
                    <a:cubicBezTo>
                      <a:pt x="634" y="973"/>
                      <a:pt x="644" y="959"/>
                      <a:pt x="645" y="949"/>
                    </a:cubicBezTo>
                    <a:cubicBezTo>
                      <a:pt x="646" y="939"/>
                      <a:pt x="647" y="930"/>
                      <a:pt x="645" y="914"/>
                    </a:cubicBezTo>
                    <a:cubicBezTo>
                      <a:pt x="643" y="901"/>
                      <a:pt x="648" y="864"/>
                      <a:pt x="649" y="852"/>
                    </a:cubicBezTo>
                    <a:cubicBezTo>
                      <a:pt x="649" y="852"/>
                      <a:pt x="649" y="852"/>
                      <a:pt x="649" y="852"/>
                    </a:cubicBezTo>
                    <a:cubicBezTo>
                      <a:pt x="653" y="836"/>
                      <a:pt x="649" y="824"/>
                      <a:pt x="648" y="820"/>
                    </a:cubicBezTo>
                    <a:close/>
                  </a:path>
                </a:pathLst>
              </a:custGeom>
              <a:solidFill>
                <a:srgbClr val="75332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806" name="Freeform 5">
                <a:extLst>
                  <a:ext uri="{FF2B5EF4-FFF2-40B4-BE49-F238E27FC236}">
                    <a16:creationId xmlns:a16="http://schemas.microsoft.com/office/drawing/2014/main" id="{F8BB9160-D17F-4D23-89B5-495ED57CC8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4" y="2428"/>
                <a:ext cx="44" cy="94"/>
              </a:xfrm>
              <a:custGeom>
                <a:avLst/>
                <a:gdLst>
                  <a:gd name="T0" fmla="*/ 8 w 29"/>
                  <a:gd name="T1" fmla="*/ 0 h 62"/>
                  <a:gd name="T2" fmla="*/ 67 w 29"/>
                  <a:gd name="T3" fmla="*/ 53 h 62"/>
                  <a:gd name="T4" fmla="*/ 70 w 29"/>
                  <a:gd name="T5" fmla="*/ 129 h 62"/>
                  <a:gd name="T6" fmla="*/ 59 w 29"/>
                  <a:gd name="T7" fmla="*/ 205 h 62"/>
                  <a:gd name="T8" fmla="*/ 32 w 29"/>
                  <a:gd name="T9" fmla="*/ 182 h 62"/>
                  <a:gd name="T10" fmla="*/ 12 w 29"/>
                  <a:gd name="T11" fmla="*/ 129 h 62"/>
                  <a:gd name="T12" fmla="*/ 8 w 29"/>
                  <a:gd name="T13" fmla="*/ 67 h 62"/>
                  <a:gd name="T14" fmla="*/ 8 w 29"/>
                  <a:gd name="T15" fmla="*/ 0 h 6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9" h="62">
                    <a:moveTo>
                      <a:pt x="2" y="0"/>
                    </a:moveTo>
                    <a:cubicBezTo>
                      <a:pt x="2" y="0"/>
                      <a:pt x="1" y="8"/>
                      <a:pt x="19" y="15"/>
                    </a:cubicBezTo>
                    <a:cubicBezTo>
                      <a:pt x="29" y="19"/>
                      <a:pt x="21" y="36"/>
                      <a:pt x="20" y="37"/>
                    </a:cubicBezTo>
                    <a:cubicBezTo>
                      <a:pt x="19" y="39"/>
                      <a:pt x="17" y="59"/>
                      <a:pt x="17" y="59"/>
                    </a:cubicBezTo>
                    <a:cubicBezTo>
                      <a:pt x="17" y="59"/>
                      <a:pt x="14" y="62"/>
                      <a:pt x="9" y="52"/>
                    </a:cubicBezTo>
                    <a:cubicBezTo>
                      <a:pt x="5" y="42"/>
                      <a:pt x="0" y="52"/>
                      <a:pt x="3" y="37"/>
                    </a:cubicBezTo>
                    <a:cubicBezTo>
                      <a:pt x="6" y="23"/>
                      <a:pt x="2" y="23"/>
                      <a:pt x="2" y="19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6022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807" name="Freeform 6">
                <a:extLst>
                  <a:ext uri="{FF2B5EF4-FFF2-40B4-BE49-F238E27FC236}">
                    <a16:creationId xmlns:a16="http://schemas.microsoft.com/office/drawing/2014/main" id="{C1502043-DB41-403E-A6D0-A73BA199FD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2" y="2426"/>
                <a:ext cx="60" cy="183"/>
              </a:xfrm>
              <a:custGeom>
                <a:avLst/>
                <a:gdLst>
                  <a:gd name="T0" fmla="*/ 54 w 39"/>
                  <a:gd name="T1" fmla="*/ 0 h 120"/>
                  <a:gd name="T2" fmla="*/ 137 w 39"/>
                  <a:gd name="T3" fmla="*/ 79 h 120"/>
                  <a:gd name="T4" fmla="*/ 131 w 39"/>
                  <a:gd name="T5" fmla="*/ 130 h 120"/>
                  <a:gd name="T6" fmla="*/ 114 w 39"/>
                  <a:gd name="T7" fmla="*/ 204 h 120"/>
                  <a:gd name="T8" fmla="*/ 114 w 39"/>
                  <a:gd name="T9" fmla="*/ 238 h 120"/>
                  <a:gd name="T10" fmla="*/ 100 w 39"/>
                  <a:gd name="T11" fmla="*/ 258 h 120"/>
                  <a:gd name="T12" fmla="*/ 74 w 39"/>
                  <a:gd name="T13" fmla="*/ 332 h 120"/>
                  <a:gd name="T14" fmla="*/ 28 w 39"/>
                  <a:gd name="T15" fmla="*/ 372 h 120"/>
                  <a:gd name="T16" fmla="*/ 0 w 39"/>
                  <a:gd name="T17" fmla="*/ 425 h 12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9" h="120">
                    <a:moveTo>
                      <a:pt x="15" y="0"/>
                    </a:moveTo>
                    <a:cubicBezTo>
                      <a:pt x="16" y="13"/>
                      <a:pt x="36" y="11"/>
                      <a:pt x="38" y="22"/>
                    </a:cubicBezTo>
                    <a:cubicBezTo>
                      <a:pt x="39" y="26"/>
                      <a:pt x="37" y="33"/>
                      <a:pt x="36" y="37"/>
                    </a:cubicBezTo>
                    <a:cubicBezTo>
                      <a:pt x="33" y="44"/>
                      <a:pt x="31" y="50"/>
                      <a:pt x="31" y="58"/>
                    </a:cubicBezTo>
                    <a:cubicBezTo>
                      <a:pt x="31" y="61"/>
                      <a:pt x="32" y="64"/>
                      <a:pt x="31" y="67"/>
                    </a:cubicBezTo>
                    <a:cubicBezTo>
                      <a:pt x="30" y="70"/>
                      <a:pt x="29" y="70"/>
                      <a:pt x="27" y="73"/>
                    </a:cubicBezTo>
                    <a:cubicBezTo>
                      <a:pt x="23" y="79"/>
                      <a:pt x="22" y="87"/>
                      <a:pt x="20" y="94"/>
                    </a:cubicBezTo>
                    <a:cubicBezTo>
                      <a:pt x="17" y="102"/>
                      <a:pt x="13" y="100"/>
                      <a:pt x="8" y="105"/>
                    </a:cubicBezTo>
                    <a:cubicBezTo>
                      <a:pt x="4" y="109"/>
                      <a:pt x="0" y="115"/>
                      <a:pt x="0" y="120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808" name="Freeform 7">
                <a:extLst>
                  <a:ext uri="{FF2B5EF4-FFF2-40B4-BE49-F238E27FC236}">
                    <a16:creationId xmlns:a16="http://schemas.microsoft.com/office/drawing/2014/main" id="{DFDBB10D-5DCB-4CE3-8453-C620F9E05A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5" y="2420"/>
                <a:ext cx="22" cy="6"/>
              </a:xfrm>
              <a:custGeom>
                <a:avLst/>
                <a:gdLst>
                  <a:gd name="T0" fmla="*/ 0 w 14"/>
                  <a:gd name="T1" fmla="*/ 14 h 4"/>
                  <a:gd name="T2" fmla="*/ 55 w 14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4">
                    <a:moveTo>
                      <a:pt x="0" y="4"/>
                    </a:moveTo>
                    <a:cubicBezTo>
                      <a:pt x="4" y="2"/>
                      <a:pt x="8" y="0"/>
                      <a:pt x="14" y="0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809" name="Freeform 8">
                <a:extLst>
                  <a:ext uri="{FF2B5EF4-FFF2-40B4-BE49-F238E27FC236}">
                    <a16:creationId xmlns:a16="http://schemas.microsoft.com/office/drawing/2014/main" id="{C63F6C3C-D80D-4F46-8B45-8FE92D503F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0" y="2500"/>
                <a:ext cx="20" cy="19"/>
              </a:xfrm>
              <a:custGeom>
                <a:avLst/>
                <a:gdLst>
                  <a:gd name="T0" fmla="*/ 0 w 13"/>
                  <a:gd name="T1" fmla="*/ 0 h 13"/>
                  <a:gd name="T2" fmla="*/ 48 w 13"/>
                  <a:gd name="T3" fmla="*/ 41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13">
                    <a:moveTo>
                      <a:pt x="0" y="0"/>
                    </a:moveTo>
                    <a:cubicBezTo>
                      <a:pt x="7" y="2"/>
                      <a:pt x="6" y="13"/>
                      <a:pt x="13" y="13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810" name="Freeform 9">
                <a:extLst>
                  <a:ext uri="{FF2B5EF4-FFF2-40B4-BE49-F238E27FC236}">
                    <a16:creationId xmlns:a16="http://schemas.microsoft.com/office/drawing/2014/main" id="{EDB6BEB2-9C36-41DB-A130-294A74C285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0" y="2559"/>
                <a:ext cx="64" cy="29"/>
              </a:xfrm>
              <a:custGeom>
                <a:avLst/>
                <a:gdLst>
                  <a:gd name="T0" fmla="*/ 149 w 42"/>
                  <a:gd name="T1" fmla="*/ 0 h 19"/>
                  <a:gd name="T2" fmla="*/ 75 w 42"/>
                  <a:gd name="T3" fmla="*/ 49 h 19"/>
                  <a:gd name="T4" fmla="*/ 0 w 42"/>
                  <a:gd name="T5" fmla="*/ 67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2" h="19">
                    <a:moveTo>
                      <a:pt x="42" y="0"/>
                    </a:moveTo>
                    <a:cubicBezTo>
                      <a:pt x="33" y="2"/>
                      <a:pt x="30" y="12"/>
                      <a:pt x="21" y="14"/>
                    </a:cubicBezTo>
                    <a:cubicBezTo>
                      <a:pt x="15" y="16"/>
                      <a:pt x="6" y="15"/>
                      <a:pt x="0" y="19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811" name="Freeform 10">
                <a:extLst>
                  <a:ext uri="{FF2B5EF4-FFF2-40B4-BE49-F238E27FC236}">
                    <a16:creationId xmlns:a16="http://schemas.microsoft.com/office/drawing/2014/main" id="{59D5A753-633E-43CA-919E-F3BCDB107A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4" y="2516"/>
                <a:ext cx="80" cy="48"/>
              </a:xfrm>
              <a:custGeom>
                <a:avLst/>
                <a:gdLst>
                  <a:gd name="T0" fmla="*/ 0 w 52"/>
                  <a:gd name="T1" fmla="*/ 115 h 31"/>
                  <a:gd name="T2" fmla="*/ 58 w 52"/>
                  <a:gd name="T3" fmla="*/ 108 h 31"/>
                  <a:gd name="T4" fmla="*/ 120 w 52"/>
                  <a:gd name="T5" fmla="*/ 82 h 31"/>
                  <a:gd name="T6" fmla="*/ 168 w 52"/>
                  <a:gd name="T7" fmla="*/ 53 h 31"/>
                  <a:gd name="T8" fmla="*/ 189 w 52"/>
                  <a:gd name="T9" fmla="*/ 0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2" h="31">
                    <a:moveTo>
                      <a:pt x="0" y="31"/>
                    </a:moveTo>
                    <a:cubicBezTo>
                      <a:pt x="6" y="29"/>
                      <a:pt x="9" y="29"/>
                      <a:pt x="16" y="29"/>
                    </a:cubicBezTo>
                    <a:cubicBezTo>
                      <a:pt x="23" y="29"/>
                      <a:pt x="26" y="23"/>
                      <a:pt x="33" y="22"/>
                    </a:cubicBezTo>
                    <a:cubicBezTo>
                      <a:pt x="40" y="21"/>
                      <a:pt x="43" y="21"/>
                      <a:pt x="46" y="14"/>
                    </a:cubicBezTo>
                    <a:cubicBezTo>
                      <a:pt x="48" y="9"/>
                      <a:pt x="48" y="4"/>
                      <a:pt x="52" y="0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812" name="Freeform 11">
                <a:extLst>
                  <a:ext uri="{FF2B5EF4-FFF2-40B4-BE49-F238E27FC236}">
                    <a16:creationId xmlns:a16="http://schemas.microsoft.com/office/drawing/2014/main" id="{93A79A83-9220-4F5D-B88E-52D725CC72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0" y="2452"/>
                <a:ext cx="26" cy="26"/>
              </a:xfrm>
              <a:custGeom>
                <a:avLst/>
                <a:gdLst>
                  <a:gd name="T0" fmla="*/ 61 w 17"/>
                  <a:gd name="T1" fmla="*/ 26 h 17"/>
                  <a:gd name="T2" fmla="*/ 43 w 17"/>
                  <a:gd name="T3" fmla="*/ 61 h 17"/>
                  <a:gd name="T4" fmla="*/ 0 w 17"/>
                  <a:gd name="T5" fmla="*/ 35 h 17"/>
                  <a:gd name="T6" fmla="*/ 21 w 17"/>
                  <a:gd name="T7" fmla="*/ 0 h 17"/>
                  <a:gd name="T8" fmla="*/ 61 w 17"/>
                  <a:gd name="T9" fmla="*/ 26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17">
                    <a:moveTo>
                      <a:pt x="17" y="7"/>
                    </a:moveTo>
                    <a:cubicBezTo>
                      <a:pt x="12" y="17"/>
                      <a:pt x="12" y="17"/>
                      <a:pt x="12" y="17"/>
                    </a:cubicBezTo>
                    <a:cubicBezTo>
                      <a:pt x="12" y="17"/>
                      <a:pt x="4" y="10"/>
                      <a:pt x="0" y="10"/>
                    </a:cubicBezTo>
                    <a:cubicBezTo>
                      <a:pt x="0" y="10"/>
                      <a:pt x="3" y="2"/>
                      <a:pt x="6" y="0"/>
                    </a:cubicBezTo>
                    <a:cubicBezTo>
                      <a:pt x="6" y="0"/>
                      <a:pt x="14" y="0"/>
                      <a:pt x="17" y="7"/>
                    </a:cubicBezTo>
                    <a:close/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813" name="Freeform 12">
                <a:extLst>
                  <a:ext uri="{FF2B5EF4-FFF2-40B4-BE49-F238E27FC236}">
                    <a16:creationId xmlns:a16="http://schemas.microsoft.com/office/drawing/2014/main" id="{741D3544-020B-41C3-8C44-6590E9B8B8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8" y="2608"/>
                <a:ext cx="28" cy="18"/>
              </a:xfrm>
              <a:custGeom>
                <a:avLst/>
                <a:gdLst>
                  <a:gd name="T0" fmla="*/ 68 w 18"/>
                  <a:gd name="T1" fmla="*/ 12 h 12"/>
                  <a:gd name="T2" fmla="*/ 19 w 18"/>
                  <a:gd name="T3" fmla="*/ 21 h 12"/>
                  <a:gd name="T4" fmla="*/ 14 w 18"/>
                  <a:gd name="T5" fmla="*/ 39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12">
                    <a:moveTo>
                      <a:pt x="18" y="3"/>
                    </a:moveTo>
                    <a:cubicBezTo>
                      <a:pt x="18" y="3"/>
                      <a:pt x="14" y="0"/>
                      <a:pt x="5" y="6"/>
                    </a:cubicBezTo>
                    <a:cubicBezTo>
                      <a:pt x="0" y="9"/>
                      <a:pt x="0" y="12"/>
                      <a:pt x="4" y="11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814" name="Freeform 13">
                <a:extLst>
                  <a:ext uri="{FF2B5EF4-FFF2-40B4-BE49-F238E27FC236}">
                    <a16:creationId xmlns:a16="http://schemas.microsoft.com/office/drawing/2014/main" id="{6B97A638-363C-4D7F-BB69-DBC58010EB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7" y="2506"/>
                <a:ext cx="67" cy="55"/>
              </a:xfrm>
              <a:custGeom>
                <a:avLst/>
                <a:gdLst>
                  <a:gd name="T0" fmla="*/ 143 w 44"/>
                  <a:gd name="T1" fmla="*/ 0 h 36"/>
                  <a:gd name="T2" fmla="*/ 128 w 44"/>
                  <a:gd name="T3" fmla="*/ 32 h 36"/>
                  <a:gd name="T4" fmla="*/ 120 w 44"/>
                  <a:gd name="T5" fmla="*/ 53 h 36"/>
                  <a:gd name="T6" fmla="*/ 102 w 44"/>
                  <a:gd name="T7" fmla="*/ 66 h 36"/>
                  <a:gd name="T8" fmla="*/ 85 w 44"/>
                  <a:gd name="T9" fmla="*/ 72 h 36"/>
                  <a:gd name="T10" fmla="*/ 75 w 44"/>
                  <a:gd name="T11" fmla="*/ 79 h 36"/>
                  <a:gd name="T12" fmla="*/ 61 w 44"/>
                  <a:gd name="T13" fmla="*/ 81 h 36"/>
                  <a:gd name="T14" fmla="*/ 27 w 44"/>
                  <a:gd name="T15" fmla="*/ 93 h 36"/>
                  <a:gd name="T16" fmla="*/ 0 w 44"/>
                  <a:gd name="T17" fmla="*/ 124 h 36"/>
                  <a:gd name="T18" fmla="*/ 32 w 44"/>
                  <a:gd name="T19" fmla="*/ 121 h 36"/>
                  <a:gd name="T20" fmla="*/ 49 w 44"/>
                  <a:gd name="T21" fmla="*/ 121 h 36"/>
                  <a:gd name="T22" fmla="*/ 62 w 44"/>
                  <a:gd name="T23" fmla="*/ 116 h 36"/>
                  <a:gd name="T24" fmla="*/ 94 w 44"/>
                  <a:gd name="T25" fmla="*/ 101 h 36"/>
                  <a:gd name="T26" fmla="*/ 129 w 44"/>
                  <a:gd name="T27" fmla="*/ 87 h 36"/>
                  <a:gd name="T28" fmla="*/ 142 w 44"/>
                  <a:gd name="T29" fmla="*/ 75 h 36"/>
                  <a:gd name="T30" fmla="*/ 143 w 44"/>
                  <a:gd name="T31" fmla="*/ 57 h 36"/>
                  <a:gd name="T32" fmla="*/ 155 w 44"/>
                  <a:gd name="T33" fmla="*/ 21 h 36"/>
                  <a:gd name="T34" fmla="*/ 143 w 44"/>
                  <a:gd name="T35" fmla="*/ 0 h 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44" h="36">
                    <a:moveTo>
                      <a:pt x="41" y="0"/>
                    </a:moveTo>
                    <a:cubicBezTo>
                      <a:pt x="38" y="2"/>
                      <a:pt x="37" y="6"/>
                      <a:pt x="36" y="9"/>
                    </a:cubicBezTo>
                    <a:cubicBezTo>
                      <a:pt x="36" y="11"/>
                      <a:pt x="36" y="14"/>
                      <a:pt x="34" y="15"/>
                    </a:cubicBezTo>
                    <a:cubicBezTo>
                      <a:pt x="33" y="17"/>
                      <a:pt x="31" y="17"/>
                      <a:pt x="29" y="18"/>
                    </a:cubicBezTo>
                    <a:cubicBezTo>
                      <a:pt x="27" y="18"/>
                      <a:pt x="25" y="19"/>
                      <a:pt x="24" y="20"/>
                    </a:cubicBezTo>
                    <a:cubicBezTo>
                      <a:pt x="23" y="21"/>
                      <a:pt x="22" y="22"/>
                      <a:pt x="21" y="22"/>
                    </a:cubicBezTo>
                    <a:cubicBezTo>
                      <a:pt x="20" y="23"/>
                      <a:pt x="18" y="23"/>
                      <a:pt x="17" y="23"/>
                    </a:cubicBezTo>
                    <a:cubicBezTo>
                      <a:pt x="14" y="24"/>
                      <a:pt x="11" y="25"/>
                      <a:pt x="8" y="26"/>
                    </a:cubicBezTo>
                    <a:cubicBezTo>
                      <a:pt x="4" y="28"/>
                      <a:pt x="0" y="30"/>
                      <a:pt x="0" y="35"/>
                    </a:cubicBezTo>
                    <a:cubicBezTo>
                      <a:pt x="3" y="36"/>
                      <a:pt x="7" y="35"/>
                      <a:pt x="9" y="34"/>
                    </a:cubicBezTo>
                    <a:cubicBezTo>
                      <a:pt x="11" y="33"/>
                      <a:pt x="12" y="34"/>
                      <a:pt x="14" y="34"/>
                    </a:cubicBezTo>
                    <a:cubicBezTo>
                      <a:pt x="15" y="33"/>
                      <a:pt x="17" y="33"/>
                      <a:pt x="18" y="33"/>
                    </a:cubicBezTo>
                    <a:cubicBezTo>
                      <a:pt x="21" y="32"/>
                      <a:pt x="24" y="29"/>
                      <a:pt x="27" y="28"/>
                    </a:cubicBezTo>
                    <a:cubicBezTo>
                      <a:pt x="30" y="26"/>
                      <a:pt x="34" y="25"/>
                      <a:pt x="37" y="24"/>
                    </a:cubicBezTo>
                    <a:cubicBezTo>
                      <a:pt x="38" y="23"/>
                      <a:pt x="39" y="22"/>
                      <a:pt x="40" y="21"/>
                    </a:cubicBezTo>
                    <a:cubicBezTo>
                      <a:pt x="41" y="19"/>
                      <a:pt x="41" y="17"/>
                      <a:pt x="41" y="16"/>
                    </a:cubicBezTo>
                    <a:cubicBezTo>
                      <a:pt x="42" y="12"/>
                      <a:pt x="44" y="9"/>
                      <a:pt x="44" y="6"/>
                    </a:cubicBezTo>
                    <a:cubicBezTo>
                      <a:pt x="44" y="3"/>
                      <a:pt x="44" y="1"/>
                      <a:pt x="41" y="0"/>
                    </a:cubicBezTo>
                  </a:path>
                </a:pathLst>
              </a:custGeom>
              <a:solidFill>
                <a:srgbClr val="6022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815" name="Freeform 14">
                <a:extLst>
                  <a:ext uri="{FF2B5EF4-FFF2-40B4-BE49-F238E27FC236}">
                    <a16:creationId xmlns:a16="http://schemas.microsoft.com/office/drawing/2014/main" id="{4E6E4424-F3C0-42D6-86BA-0F472F9E56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4" y="2518"/>
                <a:ext cx="84" cy="65"/>
              </a:xfrm>
              <a:custGeom>
                <a:avLst/>
                <a:gdLst>
                  <a:gd name="T0" fmla="*/ 195 w 55"/>
                  <a:gd name="T1" fmla="*/ 12 h 43"/>
                  <a:gd name="T2" fmla="*/ 182 w 55"/>
                  <a:gd name="T3" fmla="*/ 12 h 43"/>
                  <a:gd name="T4" fmla="*/ 163 w 55"/>
                  <a:gd name="T5" fmla="*/ 53 h 43"/>
                  <a:gd name="T6" fmla="*/ 133 w 55"/>
                  <a:gd name="T7" fmla="*/ 76 h 43"/>
                  <a:gd name="T8" fmla="*/ 96 w 55"/>
                  <a:gd name="T9" fmla="*/ 89 h 43"/>
                  <a:gd name="T10" fmla="*/ 81 w 55"/>
                  <a:gd name="T11" fmla="*/ 101 h 43"/>
                  <a:gd name="T12" fmla="*/ 63 w 55"/>
                  <a:gd name="T13" fmla="*/ 103 h 43"/>
                  <a:gd name="T14" fmla="*/ 26 w 55"/>
                  <a:gd name="T15" fmla="*/ 103 h 43"/>
                  <a:gd name="T16" fmla="*/ 0 w 55"/>
                  <a:gd name="T17" fmla="*/ 116 h 43"/>
                  <a:gd name="T18" fmla="*/ 14 w 55"/>
                  <a:gd name="T19" fmla="*/ 142 h 43"/>
                  <a:gd name="T20" fmla="*/ 49 w 55"/>
                  <a:gd name="T21" fmla="*/ 138 h 43"/>
                  <a:gd name="T22" fmla="*/ 81 w 55"/>
                  <a:gd name="T23" fmla="*/ 130 h 43"/>
                  <a:gd name="T24" fmla="*/ 115 w 55"/>
                  <a:gd name="T25" fmla="*/ 115 h 43"/>
                  <a:gd name="T26" fmla="*/ 150 w 55"/>
                  <a:gd name="T27" fmla="*/ 89 h 43"/>
                  <a:gd name="T28" fmla="*/ 160 w 55"/>
                  <a:gd name="T29" fmla="*/ 86 h 43"/>
                  <a:gd name="T30" fmla="*/ 168 w 55"/>
                  <a:gd name="T31" fmla="*/ 68 h 43"/>
                  <a:gd name="T32" fmla="*/ 182 w 55"/>
                  <a:gd name="T33" fmla="*/ 41 h 43"/>
                  <a:gd name="T34" fmla="*/ 191 w 55"/>
                  <a:gd name="T35" fmla="*/ 26 h 43"/>
                  <a:gd name="T36" fmla="*/ 195 w 55"/>
                  <a:gd name="T37" fmla="*/ 12 h 43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55" h="43">
                    <a:moveTo>
                      <a:pt x="55" y="3"/>
                    </a:moveTo>
                    <a:cubicBezTo>
                      <a:pt x="53" y="1"/>
                      <a:pt x="52" y="0"/>
                      <a:pt x="51" y="3"/>
                    </a:cubicBezTo>
                    <a:cubicBezTo>
                      <a:pt x="50" y="7"/>
                      <a:pt x="48" y="11"/>
                      <a:pt x="46" y="15"/>
                    </a:cubicBezTo>
                    <a:cubicBezTo>
                      <a:pt x="44" y="19"/>
                      <a:pt x="41" y="21"/>
                      <a:pt x="37" y="22"/>
                    </a:cubicBezTo>
                    <a:cubicBezTo>
                      <a:pt x="33" y="24"/>
                      <a:pt x="30" y="24"/>
                      <a:pt x="27" y="26"/>
                    </a:cubicBezTo>
                    <a:cubicBezTo>
                      <a:pt x="25" y="27"/>
                      <a:pt x="24" y="28"/>
                      <a:pt x="23" y="29"/>
                    </a:cubicBezTo>
                    <a:cubicBezTo>
                      <a:pt x="21" y="29"/>
                      <a:pt x="20" y="29"/>
                      <a:pt x="18" y="30"/>
                    </a:cubicBezTo>
                    <a:cubicBezTo>
                      <a:pt x="14" y="30"/>
                      <a:pt x="11" y="30"/>
                      <a:pt x="7" y="30"/>
                    </a:cubicBezTo>
                    <a:cubicBezTo>
                      <a:pt x="4" y="30"/>
                      <a:pt x="0" y="31"/>
                      <a:pt x="0" y="34"/>
                    </a:cubicBezTo>
                    <a:cubicBezTo>
                      <a:pt x="0" y="36"/>
                      <a:pt x="3" y="40"/>
                      <a:pt x="4" y="41"/>
                    </a:cubicBezTo>
                    <a:cubicBezTo>
                      <a:pt x="7" y="43"/>
                      <a:pt x="11" y="41"/>
                      <a:pt x="14" y="40"/>
                    </a:cubicBezTo>
                    <a:cubicBezTo>
                      <a:pt x="17" y="39"/>
                      <a:pt x="20" y="38"/>
                      <a:pt x="23" y="38"/>
                    </a:cubicBezTo>
                    <a:cubicBezTo>
                      <a:pt x="26" y="37"/>
                      <a:pt x="29" y="36"/>
                      <a:pt x="32" y="33"/>
                    </a:cubicBezTo>
                    <a:cubicBezTo>
                      <a:pt x="35" y="30"/>
                      <a:pt x="38" y="28"/>
                      <a:pt x="42" y="26"/>
                    </a:cubicBezTo>
                    <a:cubicBezTo>
                      <a:pt x="43" y="26"/>
                      <a:pt x="44" y="25"/>
                      <a:pt x="45" y="25"/>
                    </a:cubicBezTo>
                    <a:cubicBezTo>
                      <a:pt x="46" y="24"/>
                      <a:pt x="47" y="21"/>
                      <a:pt x="47" y="20"/>
                    </a:cubicBezTo>
                    <a:cubicBezTo>
                      <a:pt x="48" y="17"/>
                      <a:pt x="50" y="15"/>
                      <a:pt x="51" y="12"/>
                    </a:cubicBezTo>
                    <a:cubicBezTo>
                      <a:pt x="53" y="10"/>
                      <a:pt x="53" y="9"/>
                      <a:pt x="54" y="7"/>
                    </a:cubicBezTo>
                    <a:cubicBezTo>
                      <a:pt x="55" y="5"/>
                      <a:pt x="55" y="4"/>
                      <a:pt x="55" y="3"/>
                    </a:cubicBezTo>
                  </a:path>
                </a:pathLst>
              </a:custGeom>
              <a:solidFill>
                <a:srgbClr val="6022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816" name="Freeform 15">
                <a:extLst>
                  <a:ext uri="{FF2B5EF4-FFF2-40B4-BE49-F238E27FC236}">
                    <a16:creationId xmlns:a16="http://schemas.microsoft.com/office/drawing/2014/main" id="{C363EA96-C85D-429B-9EA1-DA6AED9221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2" y="2562"/>
                <a:ext cx="52" cy="37"/>
              </a:xfrm>
              <a:custGeom>
                <a:avLst/>
                <a:gdLst>
                  <a:gd name="T0" fmla="*/ 122 w 34"/>
                  <a:gd name="T1" fmla="*/ 0 h 24"/>
                  <a:gd name="T2" fmla="*/ 107 w 34"/>
                  <a:gd name="T3" fmla="*/ 34 h 24"/>
                  <a:gd name="T4" fmla="*/ 87 w 34"/>
                  <a:gd name="T5" fmla="*/ 45 h 24"/>
                  <a:gd name="T6" fmla="*/ 72 w 34"/>
                  <a:gd name="T7" fmla="*/ 54 h 24"/>
                  <a:gd name="T8" fmla="*/ 26 w 34"/>
                  <a:gd name="T9" fmla="*/ 88 h 24"/>
                  <a:gd name="T10" fmla="*/ 0 w 34"/>
                  <a:gd name="T11" fmla="*/ 62 h 24"/>
                  <a:gd name="T12" fmla="*/ 21 w 34"/>
                  <a:gd name="T13" fmla="*/ 52 h 24"/>
                  <a:gd name="T14" fmla="*/ 54 w 34"/>
                  <a:gd name="T15" fmla="*/ 48 h 24"/>
                  <a:gd name="T16" fmla="*/ 83 w 34"/>
                  <a:gd name="T17" fmla="*/ 26 h 24"/>
                  <a:gd name="T18" fmla="*/ 107 w 34"/>
                  <a:gd name="T19" fmla="*/ 12 h 24"/>
                  <a:gd name="T20" fmla="*/ 116 w 34"/>
                  <a:gd name="T21" fmla="*/ 0 h 2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4" h="24">
                    <a:moveTo>
                      <a:pt x="34" y="0"/>
                    </a:moveTo>
                    <a:cubicBezTo>
                      <a:pt x="31" y="2"/>
                      <a:pt x="32" y="7"/>
                      <a:pt x="30" y="9"/>
                    </a:cubicBezTo>
                    <a:cubicBezTo>
                      <a:pt x="28" y="11"/>
                      <a:pt x="26" y="11"/>
                      <a:pt x="24" y="12"/>
                    </a:cubicBezTo>
                    <a:cubicBezTo>
                      <a:pt x="23" y="12"/>
                      <a:pt x="21" y="13"/>
                      <a:pt x="20" y="15"/>
                    </a:cubicBezTo>
                    <a:cubicBezTo>
                      <a:pt x="17" y="18"/>
                      <a:pt x="12" y="24"/>
                      <a:pt x="7" y="24"/>
                    </a:cubicBezTo>
                    <a:cubicBezTo>
                      <a:pt x="5" y="24"/>
                      <a:pt x="0" y="20"/>
                      <a:pt x="0" y="17"/>
                    </a:cubicBezTo>
                    <a:cubicBezTo>
                      <a:pt x="1" y="15"/>
                      <a:pt x="4" y="14"/>
                      <a:pt x="6" y="14"/>
                    </a:cubicBezTo>
                    <a:cubicBezTo>
                      <a:pt x="9" y="13"/>
                      <a:pt x="12" y="14"/>
                      <a:pt x="15" y="13"/>
                    </a:cubicBezTo>
                    <a:cubicBezTo>
                      <a:pt x="19" y="12"/>
                      <a:pt x="21" y="10"/>
                      <a:pt x="23" y="7"/>
                    </a:cubicBezTo>
                    <a:cubicBezTo>
                      <a:pt x="25" y="5"/>
                      <a:pt x="28" y="4"/>
                      <a:pt x="30" y="3"/>
                    </a:cubicBezTo>
                    <a:cubicBezTo>
                      <a:pt x="31" y="2"/>
                      <a:pt x="32" y="1"/>
                      <a:pt x="33" y="0"/>
                    </a:cubicBezTo>
                  </a:path>
                </a:pathLst>
              </a:custGeom>
              <a:solidFill>
                <a:srgbClr val="6022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817" name="Freeform 16">
                <a:extLst>
                  <a:ext uri="{FF2B5EF4-FFF2-40B4-BE49-F238E27FC236}">
                    <a16:creationId xmlns:a16="http://schemas.microsoft.com/office/drawing/2014/main" id="{8FDD38BA-A0A5-434E-BFBD-49841497A7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4" y="2445"/>
                <a:ext cx="17" cy="62"/>
              </a:xfrm>
              <a:custGeom>
                <a:avLst/>
                <a:gdLst>
                  <a:gd name="T0" fmla="*/ 0 w 11"/>
                  <a:gd name="T1" fmla="*/ 0 h 41"/>
                  <a:gd name="T2" fmla="*/ 22 w 11"/>
                  <a:gd name="T3" fmla="*/ 67 h 41"/>
                  <a:gd name="T4" fmla="*/ 12 w 11"/>
                  <a:gd name="T5" fmla="*/ 101 h 41"/>
                  <a:gd name="T6" fmla="*/ 5 w 11"/>
                  <a:gd name="T7" fmla="*/ 142 h 41"/>
                  <a:gd name="T8" fmla="*/ 26 w 11"/>
                  <a:gd name="T9" fmla="*/ 103 h 41"/>
                  <a:gd name="T10" fmla="*/ 40 w 11"/>
                  <a:gd name="T11" fmla="*/ 48 h 41"/>
                  <a:gd name="T12" fmla="*/ 5 w 11"/>
                  <a:gd name="T13" fmla="*/ 0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41">
                    <a:moveTo>
                      <a:pt x="0" y="0"/>
                    </a:moveTo>
                    <a:cubicBezTo>
                      <a:pt x="5" y="1"/>
                      <a:pt x="7" y="14"/>
                      <a:pt x="6" y="19"/>
                    </a:cubicBezTo>
                    <a:cubicBezTo>
                      <a:pt x="6" y="22"/>
                      <a:pt x="4" y="25"/>
                      <a:pt x="3" y="29"/>
                    </a:cubicBezTo>
                    <a:cubicBezTo>
                      <a:pt x="2" y="33"/>
                      <a:pt x="2" y="37"/>
                      <a:pt x="1" y="41"/>
                    </a:cubicBezTo>
                    <a:cubicBezTo>
                      <a:pt x="4" y="39"/>
                      <a:pt x="6" y="33"/>
                      <a:pt x="7" y="30"/>
                    </a:cubicBezTo>
                    <a:cubicBezTo>
                      <a:pt x="9" y="25"/>
                      <a:pt x="11" y="20"/>
                      <a:pt x="11" y="14"/>
                    </a:cubicBezTo>
                    <a:cubicBezTo>
                      <a:pt x="10" y="9"/>
                      <a:pt x="8" y="0"/>
                      <a:pt x="1" y="0"/>
                    </a:cubicBezTo>
                  </a:path>
                </a:pathLst>
              </a:custGeom>
              <a:solidFill>
                <a:srgbClr val="7E39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818" name="Freeform 17">
                <a:extLst>
                  <a:ext uri="{FF2B5EF4-FFF2-40B4-BE49-F238E27FC236}">
                    <a16:creationId xmlns:a16="http://schemas.microsoft.com/office/drawing/2014/main" id="{23B8BABE-7ABE-4DEC-A5A7-06BD171A5E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8" y="2454"/>
                <a:ext cx="17" cy="14"/>
              </a:xfrm>
              <a:custGeom>
                <a:avLst/>
                <a:gdLst>
                  <a:gd name="T0" fmla="*/ 40 w 11"/>
                  <a:gd name="T1" fmla="*/ 22 h 9"/>
                  <a:gd name="T2" fmla="*/ 26 w 11"/>
                  <a:gd name="T3" fmla="*/ 8 h 9"/>
                  <a:gd name="T4" fmla="*/ 8 w 11"/>
                  <a:gd name="T5" fmla="*/ 0 h 9"/>
                  <a:gd name="T6" fmla="*/ 26 w 11"/>
                  <a:gd name="T7" fmla="*/ 19 h 9"/>
                  <a:gd name="T8" fmla="*/ 40 w 11"/>
                  <a:gd name="T9" fmla="*/ 22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9">
                    <a:moveTo>
                      <a:pt x="11" y="6"/>
                    </a:moveTo>
                    <a:cubicBezTo>
                      <a:pt x="11" y="4"/>
                      <a:pt x="9" y="3"/>
                      <a:pt x="7" y="2"/>
                    </a:cubicBezTo>
                    <a:cubicBezTo>
                      <a:pt x="6" y="1"/>
                      <a:pt x="2" y="0"/>
                      <a:pt x="2" y="0"/>
                    </a:cubicBezTo>
                    <a:cubicBezTo>
                      <a:pt x="0" y="2"/>
                      <a:pt x="6" y="4"/>
                      <a:pt x="7" y="5"/>
                    </a:cubicBezTo>
                    <a:cubicBezTo>
                      <a:pt x="8" y="6"/>
                      <a:pt x="11" y="9"/>
                      <a:pt x="11" y="6"/>
                    </a:cubicBezTo>
                  </a:path>
                </a:pathLst>
              </a:custGeom>
              <a:solidFill>
                <a:srgbClr val="7E39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819" name="Freeform 18">
                <a:extLst>
                  <a:ext uri="{FF2B5EF4-FFF2-40B4-BE49-F238E27FC236}">
                    <a16:creationId xmlns:a16="http://schemas.microsoft.com/office/drawing/2014/main" id="{3C05DE08-51DA-4A35-9A83-1E9E9E8C5B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5" y="2611"/>
                <a:ext cx="8" cy="6"/>
              </a:xfrm>
              <a:custGeom>
                <a:avLst/>
                <a:gdLst>
                  <a:gd name="T0" fmla="*/ 21 w 5"/>
                  <a:gd name="T1" fmla="*/ 8 h 4"/>
                  <a:gd name="T2" fmla="*/ 13 w 5"/>
                  <a:gd name="T3" fmla="*/ 14 h 4"/>
                  <a:gd name="T4" fmla="*/ 21 w 5"/>
                  <a:gd name="T5" fmla="*/ 5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4">
                    <a:moveTo>
                      <a:pt x="5" y="2"/>
                    </a:moveTo>
                    <a:cubicBezTo>
                      <a:pt x="4" y="2"/>
                      <a:pt x="3" y="3"/>
                      <a:pt x="3" y="4"/>
                    </a:cubicBezTo>
                    <a:cubicBezTo>
                      <a:pt x="0" y="2"/>
                      <a:pt x="3" y="0"/>
                      <a:pt x="5" y="1"/>
                    </a:cubicBezTo>
                  </a:path>
                </a:pathLst>
              </a:custGeom>
              <a:solidFill>
                <a:srgbClr val="7E39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820" name="Freeform 19">
                <a:extLst>
                  <a:ext uri="{FF2B5EF4-FFF2-40B4-BE49-F238E27FC236}">
                    <a16:creationId xmlns:a16="http://schemas.microsoft.com/office/drawing/2014/main" id="{541331D7-985D-47EE-B699-284A56C67A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7" y="3770"/>
                <a:ext cx="27" cy="184"/>
              </a:xfrm>
              <a:custGeom>
                <a:avLst/>
                <a:gdLst>
                  <a:gd name="T0" fmla="*/ 32 w 18"/>
                  <a:gd name="T1" fmla="*/ 40 h 121"/>
                  <a:gd name="T2" fmla="*/ 32 w 18"/>
                  <a:gd name="T3" fmla="*/ 137 h 121"/>
                  <a:gd name="T4" fmla="*/ 48 w 18"/>
                  <a:gd name="T5" fmla="*/ 214 h 121"/>
                  <a:gd name="T6" fmla="*/ 21 w 18"/>
                  <a:gd name="T7" fmla="*/ 426 h 121"/>
                  <a:gd name="T8" fmla="*/ 35 w 18"/>
                  <a:gd name="T9" fmla="*/ 303 h 121"/>
                  <a:gd name="T10" fmla="*/ 35 w 18"/>
                  <a:gd name="T11" fmla="*/ 263 h 121"/>
                  <a:gd name="T12" fmla="*/ 12 w 18"/>
                  <a:gd name="T13" fmla="*/ 243 h 121"/>
                  <a:gd name="T14" fmla="*/ 14 w 18"/>
                  <a:gd name="T15" fmla="*/ 157 h 121"/>
                  <a:gd name="T16" fmla="*/ 27 w 18"/>
                  <a:gd name="T17" fmla="*/ 0 h 12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8" h="121">
                    <a:moveTo>
                      <a:pt x="9" y="11"/>
                    </a:moveTo>
                    <a:cubicBezTo>
                      <a:pt x="11" y="21"/>
                      <a:pt x="8" y="30"/>
                      <a:pt x="9" y="39"/>
                    </a:cubicBezTo>
                    <a:cubicBezTo>
                      <a:pt x="10" y="46"/>
                      <a:pt x="13" y="53"/>
                      <a:pt x="14" y="61"/>
                    </a:cubicBezTo>
                    <a:cubicBezTo>
                      <a:pt x="18" y="84"/>
                      <a:pt x="12" y="99"/>
                      <a:pt x="6" y="121"/>
                    </a:cubicBezTo>
                    <a:cubicBezTo>
                      <a:pt x="5" y="110"/>
                      <a:pt x="9" y="97"/>
                      <a:pt x="10" y="86"/>
                    </a:cubicBezTo>
                    <a:cubicBezTo>
                      <a:pt x="10" y="83"/>
                      <a:pt x="11" y="79"/>
                      <a:pt x="10" y="75"/>
                    </a:cubicBezTo>
                    <a:cubicBezTo>
                      <a:pt x="8" y="69"/>
                      <a:pt x="4" y="72"/>
                      <a:pt x="3" y="69"/>
                    </a:cubicBezTo>
                    <a:cubicBezTo>
                      <a:pt x="0" y="63"/>
                      <a:pt x="4" y="51"/>
                      <a:pt x="4" y="45"/>
                    </a:cubicBezTo>
                    <a:cubicBezTo>
                      <a:pt x="6" y="30"/>
                      <a:pt x="7" y="14"/>
                      <a:pt x="8" y="0"/>
                    </a:cubicBezTo>
                  </a:path>
                </a:pathLst>
              </a:custGeom>
              <a:solidFill>
                <a:srgbClr val="7E39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821" name="Freeform 20">
                <a:extLst>
                  <a:ext uri="{FF2B5EF4-FFF2-40B4-BE49-F238E27FC236}">
                    <a16:creationId xmlns:a16="http://schemas.microsoft.com/office/drawing/2014/main" id="{93028496-08A5-4675-B884-85881A8578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0" y="3938"/>
                <a:ext cx="53" cy="86"/>
              </a:xfrm>
              <a:custGeom>
                <a:avLst/>
                <a:gdLst>
                  <a:gd name="T0" fmla="*/ 26 w 35"/>
                  <a:gd name="T1" fmla="*/ 196 h 57"/>
                  <a:gd name="T2" fmla="*/ 97 w 35"/>
                  <a:gd name="T3" fmla="*/ 142 h 57"/>
                  <a:gd name="T4" fmla="*/ 115 w 35"/>
                  <a:gd name="T5" fmla="*/ 0 h 57"/>
                  <a:gd name="T6" fmla="*/ 67 w 35"/>
                  <a:gd name="T7" fmla="*/ 100 h 57"/>
                  <a:gd name="T8" fmla="*/ 0 w 35"/>
                  <a:gd name="T9" fmla="*/ 178 h 5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" h="57">
                    <a:moveTo>
                      <a:pt x="7" y="57"/>
                    </a:moveTo>
                    <a:cubicBezTo>
                      <a:pt x="16" y="56"/>
                      <a:pt x="22" y="51"/>
                      <a:pt x="28" y="41"/>
                    </a:cubicBezTo>
                    <a:cubicBezTo>
                      <a:pt x="35" y="28"/>
                      <a:pt x="33" y="17"/>
                      <a:pt x="33" y="0"/>
                    </a:cubicBezTo>
                    <a:cubicBezTo>
                      <a:pt x="28" y="10"/>
                      <a:pt x="31" y="30"/>
                      <a:pt x="19" y="29"/>
                    </a:cubicBezTo>
                    <a:cubicBezTo>
                      <a:pt x="20" y="46"/>
                      <a:pt x="10" y="50"/>
                      <a:pt x="0" y="52"/>
                    </a:cubicBezTo>
                  </a:path>
                </a:pathLst>
              </a:custGeom>
              <a:solidFill>
                <a:srgbClr val="7E39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822" name="Freeform 21">
                <a:extLst>
                  <a:ext uri="{FF2B5EF4-FFF2-40B4-BE49-F238E27FC236}">
                    <a16:creationId xmlns:a16="http://schemas.microsoft.com/office/drawing/2014/main" id="{6C7B9002-BC4E-4616-B29E-AE5FA2522C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6" y="3912"/>
                <a:ext cx="47" cy="108"/>
              </a:xfrm>
              <a:custGeom>
                <a:avLst/>
                <a:gdLst>
                  <a:gd name="T0" fmla="*/ 0 w 31"/>
                  <a:gd name="T1" fmla="*/ 8 h 71"/>
                  <a:gd name="T2" fmla="*/ 18 w 31"/>
                  <a:gd name="T3" fmla="*/ 108 h 71"/>
                  <a:gd name="T4" fmla="*/ 32 w 31"/>
                  <a:gd name="T5" fmla="*/ 187 h 71"/>
                  <a:gd name="T6" fmla="*/ 62 w 31"/>
                  <a:gd name="T7" fmla="*/ 239 h 71"/>
                  <a:gd name="T8" fmla="*/ 108 w 31"/>
                  <a:gd name="T9" fmla="*/ 230 h 71"/>
                  <a:gd name="T10" fmla="*/ 53 w 31"/>
                  <a:gd name="T11" fmla="*/ 129 h 71"/>
                  <a:gd name="T12" fmla="*/ 32 w 31"/>
                  <a:gd name="T13" fmla="*/ 75 h 71"/>
                  <a:gd name="T14" fmla="*/ 8 w 31"/>
                  <a:gd name="T15" fmla="*/ 0 h 7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1" h="71">
                    <a:moveTo>
                      <a:pt x="0" y="2"/>
                    </a:moveTo>
                    <a:cubicBezTo>
                      <a:pt x="5" y="9"/>
                      <a:pt x="5" y="22"/>
                      <a:pt x="5" y="31"/>
                    </a:cubicBezTo>
                    <a:cubicBezTo>
                      <a:pt x="4" y="42"/>
                      <a:pt x="7" y="43"/>
                      <a:pt x="9" y="53"/>
                    </a:cubicBezTo>
                    <a:cubicBezTo>
                      <a:pt x="11" y="61"/>
                      <a:pt x="10" y="65"/>
                      <a:pt x="18" y="68"/>
                    </a:cubicBezTo>
                    <a:cubicBezTo>
                      <a:pt x="21" y="70"/>
                      <a:pt x="29" y="71"/>
                      <a:pt x="31" y="65"/>
                    </a:cubicBezTo>
                    <a:cubicBezTo>
                      <a:pt x="15" y="68"/>
                      <a:pt x="14" y="54"/>
                      <a:pt x="15" y="37"/>
                    </a:cubicBezTo>
                    <a:cubicBezTo>
                      <a:pt x="11" y="35"/>
                      <a:pt x="11" y="26"/>
                      <a:pt x="9" y="21"/>
                    </a:cubicBezTo>
                    <a:cubicBezTo>
                      <a:pt x="7" y="14"/>
                      <a:pt x="1" y="7"/>
                      <a:pt x="2" y="0"/>
                    </a:cubicBezTo>
                  </a:path>
                </a:pathLst>
              </a:custGeom>
              <a:solidFill>
                <a:srgbClr val="7E39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823" name="Freeform 22">
                <a:extLst>
                  <a:ext uri="{FF2B5EF4-FFF2-40B4-BE49-F238E27FC236}">
                    <a16:creationId xmlns:a16="http://schemas.microsoft.com/office/drawing/2014/main" id="{EF733515-EE71-47B4-8FA1-F167743E94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4" y="3938"/>
                <a:ext cx="74" cy="82"/>
              </a:xfrm>
              <a:custGeom>
                <a:avLst/>
                <a:gdLst>
                  <a:gd name="T0" fmla="*/ 76 w 48"/>
                  <a:gd name="T1" fmla="*/ 175 h 54"/>
                  <a:gd name="T2" fmla="*/ 114 w 48"/>
                  <a:gd name="T3" fmla="*/ 143 h 54"/>
                  <a:gd name="T4" fmla="*/ 162 w 48"/>
                  <a:gd name="T5" fmla="*/ 115 h 54"/>
                  <a:gd name="T6" fmla="*/ 143 w 48"/>
                  <a:gd name="T7" fmla="*/ 0 h 54"/>
                  <a:gd name="T8" fmla="*/ 114 w 48"/>
                  <a:gd name="T9" fmla="*/ 80 h 54"/>
                  <a:gd name="T10" fmla="*/ 80 w 48"/>
                  <a:gd name="T11" fmla="*/ 80 h 54"/>
                  <a:gd name="T12" fmla="*/ 76 w 48"/>
                  <a:gd name="T13" fmla="*/ 120 h 54"/>
                  <a:gd name="T14" fmla="*/ 26 w 48"/>
                  <a:gd name="T15" fmla="*/ 128 h 54"/>
                  <a:gd name="T16" fmla="*/ 12 w 48"/>
                  <a:gd name="T17" fmla="*/ 164 h 5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8" h="54">
                    <a:moveTo>
                      <a:pt x="21" y="50"/>
                    </a:moveTo>
                    <a:cubicBezTo>
                      <a:pt x="27" y="54"/>
                      <a:pt x="27" y="44"/>
                      <a:pt x="31" y="41"/>
                    </a:cubicBezTo>
                    <a:cubicBezTo>
                      <a:pt x="35" y="38"/>
                      <a:pt x="41" y="42"/>
                      <a:pt x="44" y="33"/>
                    </a:cubicBezTo>
                    <a:cubicBezTo>
                      <a:pt x="48" y="22"/>
                      <a:pt x="44" y="9"/>
                      <a:pt x="39" y="0"/>
                    </a:cubicBezTo>
                    <a:cubicBezTo>
                      <a:pt x="39" y="15"/>
                      <a:pt x="43" y="22"/>
                      <a:pt x="31" y="23"/>
                    </a:cubicBezTo>
                    <a:cubicBezTo>
                      <a:pt x="29" y="23"/>
                      <a:pt x="24" y="22"/>
                      <a:pt x="22" y="23"/>
                    </a:cubicBezTo>
                    <a:cubicBezTo>
                      <a:pt x="19" y="26"/>
                      <a:pt x="22" y="32"/>
                      <a:pt x="21" y="34"/>
                    </a:cubicBezTo>
                    <a:cubicBezTo>
                      <a:pt x="17" y="40"/>
                      <a:pt x="12" y="34"/>
                      <a:pt x="7" y="36"/>
                    </a:cubicBezTo>
                    <a:cubicBezTo>
                      <a:pt x="0" y="38"/>
                      <a:pt x="3" y="49"/>
                      <a:pt x="3" y="47"/>
                    </a:cubicBezTo>
                  </a:path>
                </a:pathLst>
              </a:custGeom>
              <a:solidFill>
                <a:srgbClr val="7E39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824" name="Freeform 23">
                <a:extLst>
                  <a:ext uri="{FF2B5EF4-FFF2-40B4-BE49-F238E27FC236}">
                    <a16:creationId xmlns:a16="http://schemas.microsoft.com/office/drawing/2014/main" id="{5901560B-AF5F-462A-A4A5-7F3C4B48C2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8" y="3982"/>
                <a:ext cx="28" cy="21"/>
              </a:xfrm>
              <a:custGeom>
                <a:avLst/>
                <a:gdLst>
                  <a:gd name="T0" fmla="*/ 0 w 18"/>
                  <a:gd name="T1" fmla="*/ 32 h 14"/>
                  <a:gd name="T2" fmla="*/ 56 w 18"/>
                  <a:gd name="T3" fmla="*/ 39 h 14"/>
                  <a:gd name="T4" fmla="*/ 62 w 18"/>
                  <a:gd name="T5" fmla="*/ 14 h 14"/>
                  <a:gd name="T6" fmla="*/ 14 w 18"/>
                  <a:gd name="T7" fmla="*/ 5 h 14"/>
                  <a:gd name="T8" fmla="*/ 0 w 18"/>
                  <a:gd name="T9" fmla="*/ 32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14">
                    <a:moveTo>
                      <a:pt x="0" y="9"/>
                    </a:moveTo>
                    <a:cubicBezTo>
                      <a:pt x="2" y="6"/>
                      <a:pt x="13" y="8"/>
                      <a:pt x="15" y="11"/>
                    </a:cubicBezTo>
                    <a:cubicBezTo>
                      <a:pt x="17" y="14"/>
                      <a:pt x="18" y="6"/>
                      <a:pt x="17" y="4"/>
                    </a:cubicBezTo>
                    <a:cubicBezTo>
                      <a:pt x="14" y="0"/>
                      <a:pt x="7" y="0"/>
                      <a:pt x="4" y="1"/>
                    </a:cubicBezTo>
                    <a:cubicBezTo>
                      <a:pt x="1" y="3"/>
                      <a:pt x="0" y="9"/>
                      <a:pt x="0" y="9"/>
                    </a:cubicBezTo>
                    <a:close/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825" name="Freeform 24">
                <a:extLst>
                  <a:ext uri="{FF2B5EF4-FFF2-40B4-BE49-F238E27FC236}">
                    <a16:creationId xmlns:a16="http://schemas.microsoft.com/office/drawing/2014/main" id="{D9731AD4-D369-4435-B519-40D6B4E446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6" y="3960"/>
                <a:ext cx="21" cy="58"/>
              </a:xfrm>
              <a:custGeom>
                <a:avLst/>
                <a:gdLst>
                  <a:gd name="T0" fmla="*/ 48 w 14"/>
                  <a:gd name="T1" fmla="*/ 0 h 38"/>
                  <a:gd name="T2" fmla="*/ 12 w 14"/>
                  <a:gd name="T3" fmla="*/ 72 h 38"/>
                  <a:gd name="T4" fmla="*/ 8 w 14"/>
                  <a:gd name="T5" fmla="*/ 136 h 3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38">
                    <a:moveTo>
                      <a:pt x="14" y="0"/>
                    </a:moveTo>
                    <a:cubicBezTo>
                      <a:pt x="12" y="7"/>
                      <a:pt x="6" y="12"/>
                      <a:pt x="3" y="20"/>
                    </a:cubicBezTo>
                    <a:cubicBezTo>
                      <a:pt x="2" y="26"/>
                      <a:pt x="0" y="34"/>
                      <a:pt x="2" y="38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826" name="Freeform 25">
                <a:extLst>
                  <a:ext uri="{FF2B5EF4-FFF2-40B4-BE49-F238E27FC236}">
                    <a16:creationId xmlns:a16="http://schemas.microsoft.com/office/drawing/2014/main" id="{C2C51C42-BCD1-4F19-A74F-ACF1EA88FF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9" y="3948"/>
                <a:ext cx="26" cy="72"/>
              </a:xfrm>
              <a:custGeom>
                <a:avLst/>
                <a:gdLst>
                  <a:gd name="T0" fmla="*/ 61 w 17"/>
                  <a:gd name="T1" fmla="*/ 0 h 47"/>
                  <a:gd name="T2" fmla="*/ 40 w 17"/>
                  <a:gd name="T3" fmla="*/ 43 h 47"/>
                  <a:gd name="T4" fmla="*/ 18 w 17"/>
                  <a:gd name="T5" fmla="*/ 101 h 47"/>
                  <a:gd name="T6" fmla="*/ 18 w 17"/>
                  <a:gd name="T7" fmla="*/ 169 h 4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47">
                    <a:moveTo>
                      <a:pt x="17" y="0"/>
                    </a:moveTo>
                    <a:cubicBezTo>
                      <a:pt x="12" y="4"/>
                      <a:pt x="12" y="5"/>
                      <a:pt x="11" y="12"/>
                    </a:cubicBezTo>
                    <a:cubicBezTo>
                      <a:pt x="9" y="20"/>
                      <a:pt x="7" y="24"/>
                      <a:pt x="5" y="28"/>
                    </a:cubicBezTo>
                    <a:cubicBezTo>
                      <a:pt x="3" y="32"/>
                      <a:pt x="0" y="41"/>
                      <a:pt x="5" y="47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827" name="Freeform 26">
                <a:extLst>
                  <a:ext uri="{FF2B5EF4-FFF2-40B4-BE49-F238E27FC236}">
                    <a16:creationId xmlns:a16="http://schemas.microsoft.com/office/drawing/2014/main" id="{7CBA2C04-2C7F-4BA4-B9B5-E0082E5CF1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6" y="3942"/>
                <a:ext cx="31" cy="64"/>
              </a:xfrm>
              <a:custGeom>
                <a:avLst/>
                <a:gdLst>
                  <a:gd name="T0" fmla="*/ 74 w 20"/>
                  <a:gd name="T1" fmla="*/ 0 h 42"/>
                  <a:gd name="T2" fmla="*/ 29 w 20"/>
                  <a:gd name="T3" fmla="*/ 56 h 42"/>
                  <a:gd name="T4" fmla="*/ 12 w 20"/>
                  <a:gd name="T5" fmla="*/ 114 h 42"/>
                  <a:gd name="T6" fmla="*/ 5 w 20"/>
                  <a:gd name="T7" fmla="*/ 149 h 4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42">
                    <a:moveTo>
                      <a:pt x="20" y="0"/>
                    </a:moveTo>
                    <a:cubicBezTo>
                      <a:pt x="16" y="3"/>
                      <a:pt x="10" y="10"/>
                      <a:pt x="8" y="16"/>
                    </a:cubicBezTo>
                    <a:cubicBezTo>
                      <a:pt x="6" y="22"/>
                      <a:pt x="5" y="26"/>
                      <a:pt x="3" y="32"/>
                    </a:cubicBezTo>
                    <a:cubicBezTo>
                      <a:pt x="1" y="35"/>
                      <a:pt x="0" y="38"/>
                      <a:pt x="1" y="42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828" name="Freeform 27">
                <a:extLst>
                  <a:ext uri="{FF2B5EF4-FFF2-40B4-BE49-F238E27FC236}">
                    <a16:creationId xmlns:a16="http://schemas.microsoft.com/office/drawing/2014/main" id="{0F260D6E-5679-4904-A183-EAF7B375F7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0" y="3933"/>
                <a:ext cx="35" cy="56"/>
              </a:xfrm>
              <a:custGeom>
                <a:avLst/>
                <a:gdLst>
                  <a:gd name="T0" fmla="*/ 81 w 23"/>
                  <a:gd name="T1" fmla="*/ 0 h 37"/>
                  <a:gd name="T2" fmla="*/ 40 w 23"/>
                  <a:gd name="T3" fmla="*/ 41 h 37"/>
                  <a:gd name="T4" fmla="*/ 5 w 23"/>
                  <a:gd name="T5" fmla="*/ 103 h 37"/>
                  <a:gd name="T6" fmla="*/ 0 w 23"/>
                  <a:gd name="T7" fmla="*/ 129 h 3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" h="37">
                    <a:moveTo>
                      <a:pt x="23" y="0"/>
                    </a:moveTo>
                    <a:cubicBezTo>
                      <a:pt x="18" y="3"/>
                      <a:pt x="14" y="8"/>
                      <a:pt x="11" y="12"/>
                    </a:cubicBezTo>
                    <a:cubicBezTo>
                      <a:pt x="9" y="17"/>
                      <a:pt x="3" y="21"/>
                      <a:pt x="1" y="30"/>
                    </a:cubicBezTo>
                    <a:cubicBezTo>
                      <a:pt x="1" y="33"/>
                      <a:pt x="0" y="35"/>
                      <a:pt x="0" y="37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829" name="Freeform 28">
                <a:extLst>
                  <a:ext uri="{FF2B5EF4-FFF2-40B4-BE49-F238E27FC236}">
                    <a16:creationId xmlns:a16="http://schemas.microsoft.com/office/drawing/2014/main" id="{BE0B88C0-F81C-4020-A19C-0716907F0F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2" y="3997"/>
                <a:ext cx="20" cy="17"/>
              </a:xfrm>
              <a:custGeom>
                <a:avLst/>
                <a:gdLst>
                  <a:gd name="T0" fmla="*/ 5 w 13"/>
                  <a:gd name="T1" fmla="*/ 36 h 11"/>
                  <a:gd name="T2" fmla="*/ 40 w 13"/>
                  <a:gd name="T3" fmla="*/ 34 h 11"/>
                  <a:gd name="T4" fmla="*/ 26 w 13"/>
                  <a:gd name="T5" fmla="*/ 5 h 11"/>
                  <a:gd name="T6" fmla="*/ 5 w 13"/>
                  <a:gd name="T7" fmla="*/ 36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11">
                    <a:moveTo>
                      <a:pt x="1" y="10"/>
                    </a:moveTo>
                    <a:cubicBezTo>
                      <a:pt x="5" y="11"/>
                      <a:pt x="10" y="10"/>
                      <a:pt x="11" y="9"/>
                    </a:cubicBezTo>
                    <a:cubicBezTo>
                      <a:pt x="13" y="8"/>
                      <a:pt x="12" y="1"/>
                      <a:pt x="7" y="1"/>
                    </a:cubicBezTo>
                    <a:cubicBezTo>
                      <a:pt x="1" y="0"/>
                      <a:pt x="0" y="9"/>
                      <a:pt x="1" y="10"/>
                    </a:cubicBezTo>
                    <a:close/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830" name="Freeform 29">
                <a:extLst>
                  <a:ext uri="{FF2B5EF4-FFF2-40B4-BE49-F238E27FC236}">
                    <a16:creationId xmlns:a16="http://schemas.microsoft.com/office/drawing/2014/main" id="{ABF1991D-797A-4C8F-A61A-A6C47489F3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1" y="3989"/>
                <a:ext cx="17" cy="14"/>
              </a:xfrm>
              <a:custGeom>
                <a:avLst/>
                <a:gdLst>
                  <a:gd name="T0" fmla="*/ 0 w 11"/>
                  <a:gd name="T1" fmla="*/ 26 h 9"/>
                  <a:gd name="T2" fmla="*/ 36 w 11"/>
                  <a:gd name="T3" fmla="*/ 30 h 9"/>
                  <a:gd name="T4" fmla="*/ 19 w 11"/>
                  <a:gd name="T5" fmla="*/ 0 h 9"/>
                  <a:gd name="T6" fmla="*/ 0 w 11"/>
                  <a:gd name="T7" fmla="*/ 26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9">
                    <a:moveTo>
                      <a:pt x="0" y="7"/>
                    </a:moveTo>
                    <a:cubicBezTo>
                      <a:pt x="4" y="8"/>
                      <a:pt x="9" y="9"/>
                      <a:pt x="10" y="8"/>
                    </a:cubicBezTo>
                    <a:cubicBezTo>
                      <a:pt x="11" y="7"/>
                      <a:pt x="10" y="0"/>
                      <a:pt x="5" y="0"/>
                    </a:cubicBezTo>
                    <a:cubicBezTo>
                      <a:pt x="1" y="0"/>
                      <a:pt x="0" y="6"/>
                      <a:pt x="0" y="7"/>
                    </a:cubicBezTo>
                    <a:close/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831" name="Freeform 30">
                <a:extLst>
                  <a:ext uri="{FF2B5EF4-FFF2-40B4-BE49-F238E27FC236}">
                    <a16:creationId xmlns:a16="http://schemas.microsoft.com/office/drawing/2014/main" id="{89BD91B1-E7FB-4220-A77F-C76C902962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3" y="3983"/>
                <a:ext cx="17" cy="13"/>
              </a:xfrm>
              <a:custGeom>
                <a:avLst/>
                <a:gdLst>
                  <a:gd name="T0" fmla="*/ 0 w 11"/>
                  <a:gd name="T1" fmla="*/ 29 h 8"/>
                  <a:gd name="T2" fmla="*/ 36 w 11"/>
                  <a:gd name="T3" fmla="*/ 29 h 8"/>
                  <a:gd name="T4" fmla="*/ 14 w 11"/>
                  <a:gd name="T5" fmla="*/ 0 h 8"/>
                  <a:gd name="T6" fmla="*/ 0 w 11"/>
                  <a:gd name="T7" fmla="*/ 29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8">
                    <a:moveTo>
                      <a:pt x="0" y="7"/>
                    </a:moveTo>
                    <a:cubicBezTo>
                      <a:pt x="4" y="6"/>
                      <a:pt x="9" y="8"/>
                      <a:pt x="10" y="7"/>
                    </a:cubicBezTo>
                    <a:cubicBezTo>
                      <a:pt x="11" y="6"/>
                      <a:pt x="10" y="0"/>
                      <a:pt x="4" y="0"/>
                    </a:cubicBezTo>
                    <a:cubicBezTo>
                      <a:pt x="1" y="0"/>
                      <a:pt x="0" y="6"/>
                      <a:pt x="0" y="7"/>
                    </a:cubicBezTo>
                    <a:close/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832" name="Freeform 31">
                <a:extLst>
                  <a:ext uri="{FF2B5EF4-FFF2-40B4-BE49-F238E27FC236}">
                    <a16:creationId xmlns:a16="http://schemas.microsoft.com/office/drawing/2014/main" id="{2C2373AF-130E-4654-8F4C-857B520CC6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4" y="3991"/>
                <a:ext cx="6" cy="21"/>
              </a:xfrm>
              <a:custGeom>
                <a:avLst/>
                <a:gdLst>
                  <a:gd name="T0" fmla="*/ 0 w 4"/>
                  <a:gd name="T1" fmla="*/ 0 h 14"/>
                  <a:gd name="T2" fmla="*/ 0 w 4"/>
                  <a:gd name="T3" fmla="*/ 48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4">
                    <a:moveTo>
                      <a:pt x="0" y="0"/>
                    </a:moveTo>
                    <a:cubicBezTo>
                      <a:pt x="2" y="5"/>
                      <a:pt x="4" y="7"/>
                      <a:pt x="0" y="14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833" name="Freeform 32">
                <a:extLst>
                  <a:ext uri="{FF2B5EF4-FFF2-40B4-BE49-F238E27FC236}">
                    <a16:creationId xmlns:a16="http://schemas.microsoft.com/office/drawing/2014/main" id="{53D7169E-A149-4B5A-A995-AAC32AE785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6" y="3811"/>
                <a:ext cx="3" cy="23"/>
              </a:xfrm>
              <a:custGeom>
                <a:avLst/>
                <a:gdLst>
                  <a:gd name="T0" fmla="*/ 8 w 2"/>
                  <a:gd name="T1" fmla="*/ 0 h 15"/>
                  <a:gd name="T2" fmla="*/ 0 w 2"/>
                  <a:gd name="T3" fmla="*/ 54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5">
                    <a:moveTo>
                      <a:pt x="2" y="0"/>
                    </a:moveTo>
                    <a:cubicBezTo>
                      <a:pt x="2" y="4"/>
                      <a:pt x="0" y="15"/>
                      <a:pt x="0" y="15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834" name="Freeform 33">
                <a:extLst>
                  <a:ext uri="{FF2B5EF4-FFF2-40B4-BE49-F238E27FC236}">
                    <a16:creationId xmlns:a16="http://schemas.microsoft.com/office/drawing/2014/main" id="{744B36AD-38FE-4FCC-A97B-B5A064101E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2" y="3982"/>
                <a:ext cx="27" cy="21"/>
              </a:xfrm>
              <a:custGeom>
                <a:avLst/>
                <a:gdLst>
                  <a:gd name="T0" fmla="*/ 62 w 18"/>
                  <a:gd name="T1" fmla="*/ 32 h 14"/>
                  <a:gd name="T2" fmla="*/ 12 w 18"/>
                  <a:gd name="T3" fmla="*/ 39 h 14"/>
                  <a:gd name="T4" fmla="*/ 5 w 18"/>
                  <a:gd name="T5" fmla="*/ 14 h 14"/>
                  <a:gd name="T6" fmla="*/ 48 w 18"/>
                  <a:gd name="T7" fmla="*/ 5 h 14"/>
                  <a:gd name="T8" fmla="*/ 62 w 18"/>
                  <a:gd name="T9" fmla="*/ 32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14">
                    <a:moveTo>
                      <a:pt x="18" y="9"/>
                    </a:moveTo>
                    <a:cubicBezTo>
                      <a:pt x="16" y="6"/>
                      <a:pt x="5" y="8"/>
                      <a:pt x="3" y="11"/>
                    </a:cubicBezTo>
                    <a:cubicBezTo>
                      <a:pt x="1" y="14"/>
                      <a:pt x="0" y="6"/>
                      <a:pt x="1" y="4"/>
                    </a:cubicBezTo>
                    <a:cubicBezTo>
                      <a:pt x="4" y="0"/>
                      <a:pt x="11" y="0"/>
                      <a:pt x="14" y="1"/>
                    </a:cubicBezTo>
                    <a:cubicBezTo>
                      <a:pt x="17" y="3"/>
                      <a:pt x="18" y="9"/>
                      <a:pt x="18" y="9"/>
                    </a:cubicBezTo>
                    <a:close/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835" name="Freeform 34">
                <a:extLst>
                  <a:ext uri="{FF2B5EF4-FFF2-40B4-BE49-F238E27FC236}">
                    <a16:creationId xmlns:a16="http://schemas.microsoft.com/office/drawing/2014/main" id="{97B505B7-0434-4C1C-A5E0-6C4FCB158A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0" y="3960"/>
                <a:ext cx="21" cy="58"/>
              </a:xfrm>
              <a:custGeom>
                <a:avLst/>
                <a:gdLst>
                  <a:gd name="T0" fmla="*/ 0 w 14"/>
                  <a:gd name="T1" fmla="*/ 0 h 38"/>
                  <a:gd name="T2" fmla="*/ 39 w 14"/>
                  <a:gd name="T3" fmla="*/ 72 h 38"/>
                  <a:gd name="T4" fmla="*/ 41 w 14"/>
                  <a:gd name="T5" fmla="*/ 136 h 3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38">
                    <a:moveTo>
                      <a:pt x="0" y="0"/>
                    </a:moveTo>
                    <a:cubicBezTo>
                      <a:pt x="2" y="7"/>
                      <a:pt x="8" y="12"/>
                      <a:pt x="11" y="20"/>
                    </a:cubicBezTo>
                    <a:cubicBezTo>
                      <a:pt x="12" y="26"/>
                      <a:pt x="14" y="34"/>
                      <a:pt x="12" y="38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836" name="Freeform 35">
                <a:extLst>
                  <a:ext uri="{FF2B5EF4-FFF2-40B4-BE49-F238E27FC236}">
                    <a16:creationId xmlns:a16="http://schemas.microsoft.com/office/drawing/2014/main" id="{3B38DA92-7C61-44D7-8AF7-A8DF4CB593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2" y="3948"/>
                <a:ext cx="26" cy="72"/>
              </a:xfrm>
              <a:custGeom>
                <a:avLst/>
                <a:gdLst>
                  <a:gd name="T0" fmla="*/ 0 w 17"/>
                  <a:gd name="T1" fmla="*/ 0 h 47"/>
                  <a:gd name="T2" fmla="*/ 21 w 17"/>
                  <a:gd name="T3" fmla="*/ 43 h 47"/>
                  <a:gd name="T4" fmla="*/ 43 w 17"/>
                  <a:gd name="T5" fmla="*/ 101 h 47"/>
                  <a:gd name="T6" fmla="*/ 43 w 17"/>
                  <a:gd name="T7" fmla="*/ 169 h 4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47">
                    <a:moveTo>
                      <a:pt x="0" y="0"/>
                    </a:moveTo>
                    <a:cubicBezTo>
                      <a:pt x="5" y="4"/>
                      <a:pt x="5" y="5"/>
                      <a:pt x="6" y="12"/>
                    </a:cubicBezTo>
                    <a:cubicBezTo>
                      <a:pt x="8" y="20"/>
                      <a:pt x="10" y="24"/>
                      <a:pt x="12" y="28"/>
                    </a:cubicBezTo>
                    <a:cubicBezTo>
                      <a:pt x="14" y="32"/>
                      <a:pt x="17" y="41"/>
                      <a:pt x="12" y="47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837" name="Freeform 36">
                <a:extLst>
                  <a:ext uri="{FF2B5EF4-FFF2-40B4-BE49-F238E27FC236}">
                    <a16:creationId xmlns:a16="http://schemas.microsoft.com/office/drawing/2014/main" id="{C434F2BE-74CA-4552-9330-8DFA96BA65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0" y="3942"/>
                <a:ext cx="31" cy="64"/>
              </a:xfrm>
              <a:custGeom>
                <a:avLst/>
                <a:gdLst>
                  <a:gd name="T0" fmla="*/ 0 w 20"/>
                  <a:gd name="T1" fmla="*/ 0 h 42"/>
                  <a:gd name="T2" fmla="*/ 45 w 20"/>
                  <a:gd name="T3" fmla="*/ 56 h 42"/>
                  <a:gd name="T4" fmla="*/ 62 w 20"/>
                  <a:gd name="T5" fmla="*/ 114 h 42"/>
                  <a:gd name="T6" fmla="*/ 70 w 20"/>
                  <a:gd name="T7" fmla="*/ 149 h 4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42">
                    <a:moveTo>
                      <a:pt x="0" y="0"/>
                    </a:moveTo>
                    <a:cubicBezTo>
                      <a:pt x="4" y="3"/>
                      <a:pt x="10" y="10"/>
                      <a:pt x="12" y="16"/>
                    </a:cubicBezTo>
                    <a:cubicBezTo>
                      <a:pt x="14" y="22"/>
                      <a:pt x="15" y="26"/>
                      <a:pt x="17" y="32"/>
                    </a:cubicBezTo>
                    <a:cubicBezTo>
                      <a:pt x="19" y="35"/>
                      <a:pt x="20" y="38"/>
                      <a:pt x="19" y="42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838" name="Freeform 37">
                <a:extLst>
                  <a:ext uri="{FF2B5EF4-FFF2-40B4-BE49-F238E27FC236}">
                    <a16:creationId xmlns:a16="http://schemas.microsoft.com/office/drawing/2014/main" id="{B06E9402-D890-4231-9BFE-E132B1A70F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3" y="3933"/>
                <a:ext cx="35" cy="56"/>
              </a:xfrm>
              <a:custGeom>
                <a:avLst/>
                <a:gdLst>
                  <a:gd name="T0" fmla="*/ 0 w 23"/>
                  <a:gd name="T1" fmla="*/ 0 h 37"/>
                  <a:gd name="T2" fmla="*/ 40 w 23"/>
                  <a:gd name="T3" fmla="*/ 41 h 37"/>
                  <a:gd name="T4" fmla="*/ 76 w 23"/>
                  <a:gd name="T5" fmla="*/ 103 h 37"/>
                  <a:gd name="T6" fmla="*/ 81 w 23"/>
                  <a:gd name="T7" fmla="*/ 129 h 3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" h="37">
                    <a:moveTo>
                      <a:pt x="0" y="0"/>
                    </a:moveTo>
                    <a:cubicBezTo>
                      <a:pt x="5" y="3"/>
                      <a:pt x="9" y="8"/>
                      <a:pt x="11" y="12"/>
                    </a:cubicBezTo>
                    <a:cubicBezTo>
                      <a:pt x="14" y="17"/>
                      <a:pt x="20" y="21"/>
                      <a:pt x="22" y="30"/>
                    </a:cubicBezTo>
                    <a:cubicBezTo>
                      <a:pt x="22" y="33"/>
                      <a:pt x="23" y="35"/>
                      <a:pt x="23" y="37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839" name="Freeform 38">
                <a:extLst>
                  <a:ext uri="{FF2B5EF4-FFF2-40B4-BE49-F238E27FC236}">
                    <a16:creationId xmlns:a16="http://schemas.microsoft.com/office/drawing/2014/main" id="{B1F04B99-4F47-4615-9229-6034806D56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6" y="3997"/>
                <a:ext cx="20" cy="17"/>
              </a:xfrm>
              <a:custGeom>
                <a:avLst/>
                <a:gdLst>
                  <a:gd name="T0" fmla="*/ 43 w 13"/>
                  <a:gd name="T1" fmla="*/ 36 h 11"/>
                  <a:gd name="T2" fmla="*/ 8 w 13"/>
                  <a:gd name="T3" fmla="*/ 34 h 11"/>
                  <a:gd name="T4" fmla="*/ 22 w 13"/>
                  <a:gd name="T5" fmla="*/ 5 h 11"/>
                  <a:gd name="T6" fmla="*/ 43 w 13"/>
                  <a:gd name="T7" fmla="*/ 36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11">
                    <a:moveTo>
                      <a:pt x="12" y="10"/>
                    </a:moveTo>
                    <a:cubicBezTo>
                      <a:pt x="8" y="11"/>
                      <a:pt x="3" y="10"/>
                      <a:pt x="2" y="9"/>
                    </a:cubicBezTo>
                    <a:cubicBezTo>
                      <a:pt x="0" y="8"/>
                      <a:pt x="1" y="1"/>
                      <a:pt x="6" y="1"/>
                    </a:cubicBezTo>
                    <a:cubicBezTo>
                      <a:pt x="12" y="0"/>
                      <a:pt x="13" y="9"/>
                      <a:pt x="12" y="10"/>
                    </a:cubicBezTo>
                    <a:close/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840" name="Freeform 39">
                <a:extLst>
                  <a:ext uri="{FF2B5EF4-FFF2-40B4-BE49-F238E27FC236}">
                    <a16:creationId xmlns:a16="http://schemas.microsoft.com/office/drawing/2014/main" id="{0E8FC74D-42E4-4A88-ABD1-016BBC906E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9" y="3989"/>
                <a:ext cx="17" cy="14"/>
              </a:xfrm>
              <a:custGeom>
                <a:avLst/>
                <a:gdLst>
                  <a:gd name="T0" fmla="*/ 40 w 11"/>
                  <a:gd name="T1" fmla="*/ 26 h 9"/>
                  <a:gd name="T2" fmla="*/ 5 w 11"/>
                  <a:gd name="T3" fmla="*/ 30 h 9"/>
                  <a:gd name="T4" fmla="*/ 22 w 11"/>
                  <a:gd name="T5" fmla="*/ 0 h 9"/>
                  <a:gd name="T6" fmla="*/ 40 w 11"/>
                  <a:gd name="T7" fmla="*/ 26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9">
                    <a:moveTo>
                      <a:pt x="11" y="7"/>
                    </a:moveTo>
                    <a:cubicBezTo>
                      <a:pt x="7" y="8"/>
                      <a:pt x="2" y="9"/>
                      <a:pt x="1" y="8"/>
                    </a:cubicBezTo>
                    <a:cubicBezTo>
                      <a:pt x="0" y="7"/>
                      <a:pt x="1" y="0"/>
                      <a:pt x="6" y="0"/>
                    </a:cubicBezTo>
                    <a:cubicBezTo>
                      <a:pt x="10" y="0"/>
                      <a:pt x="11" y="6"/>
                      <a:pt x="11" y="7"/>
                    </a:cubicBezTo>
                    <a:close/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841" name="Freeform 40">
                <a:extLst>
                  <a:ext uri="{FF2B5EF4-FFF2-40B4-BE49-F238E27FC236}">
                    <a16:creationId xmlns:a16="http://schemas.microsoft.com/office/drawing/2014/main" id="{6977B2E6-CDA8-4C5B-946D-B57D936F07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8" y="3983"/>
                <a:ext cx="17" cy="13"/>
              </a:xfrm>
              <a:custGeom>
                <a:avLst/>
                <a:gdLst>
                  <a:gd name="T0" fmla="*/ 40 w 11"/>
                  <a:gd name="T1" fmla="*/ 29 h 8"/>
                  <a:gd name="T2" fmla="*/ 5 w 11"/>
                  <a:gd name="T3" fmla="*/ 29 h 8"/>
                  <a:gd name="T4" fmla="*/ 26 w 11"/>
                  <a:gd name="T5" fmla="*/ 0 h 8"/>
                  <a:gd name="T6" fmla="*/ 40 w 11"/>
                  <a:gd name="T7" fmla="*/ 29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8">
                    <a:moveTo>
                      <a:pt x="11" y="7"/>
                    </a:moveTo>
                    <a:cubicBezTo>
                      <a:pt x="7" y="6"/>
                      <a:pt x="2" y="8"/>
                      <a:pt x="1" y="7"/>
                    </a:cubicBezTo>
                    <a:cubicBezTo>
                      <a:pt x="0" y="6"/>
                      <a:pt x="1" y="0"/>
                      <a:pt x="7" y="0"/>
                    </a:cubicBezTo>
                    <a:cubicBezTo>
                      <a:pt x="10" y="0"/>
                      <a:pt x="11" y="6"/>
                      <a:pt x="11" y="7"/>
                    </a:cubicBezTo>
                    <a:close/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842" name="Freeform 41">
                <a:extLst>
                  <a:ext uri="{FF2B5EF4-FFF2-40B4-BE49-F238E27FC236}">
                    <a16:creationId xmlns:a16="http://schemas.microsoft.com/office/drawing/2014/main" id="{0D53BA28-A28D-4B76-B939-313505C7C1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7" y="3991"/>
                <a:ext cx="6" cy="21"/>
              </a:xfrm>
              <a:custGeom>
                <a:avLst/>
                <a:gdLst>
                  <a:gd name="T0" fmla="*/ 14 w 4"/>
                  <a:gd name="T1" fmla="*/ 0 h 14"/>
                  <a:gd name="T2" fmla="*/ 14 w 4"/>
                  <a:gd name="T3" fmla="*/ 48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4">
                    <a:moveTo>
                      <a:pt x="4" y="0"/>
                    </a:moveTo>
                    <a:cubicBezTo>
                      <a:pt x="2" y="5"/>
                      <a:pt x="0" y="7"/>
                      <a:pt x="4" y="14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843" name="Freeform 42">
                <a:extLst>
                  <a:ext uri="{FF2B5EF4-FFF2-40B4-BE49-F238E27FC236}">
                    <a16:creationId xmlns:a16="http://schemas.microsoft.com/office/drawing/2014/main" id="{3713AEC1-0CAE-40ED-9C1E-1C8072FA6A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8" y="3811"/>
                <a:ext cx="3" cy="23"/>
              </a:xfrm>
              <a:custGeom>
                <a:avLst/>
                <a:gdLst>
                  <a:gd name="T0" fmla="*/ 0 w 2"/>
                  <a:gd name="T1" fmla="*/ 0 h 15"/>
                  <a:gd name="T2" fmla="*/ 8 w 2"/>
                  <a:gd name="T3" fmla="*/ 54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5">
                    <a:moveTo>
                      <a:pt x="0" y="0"/>
                    </a:moveTo>
                    <a:cubicBezTo>
                      <a:pt x="0" y="4"/>
                      <a:pt x="2" y="15"/>
                      <a:pt x="2" y="15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844" name="Freeform 43">
                <a:extLst>
                  <a:ext uri="{FF2B5EF4-FFF2-40B4-BE49-F238E27FC236}">
                    <a16:creationId xmlns:a16="http://schemas.microsoft.com/office/drawing/2014/main" id="{E7AF1A0E-9E2A-40EF-83DD-1B37C10EAE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2" y="2439"/>
                <a:ext cx="42" cy="93"/>
              </a:xfrm>
              <a:custGeom>
                <a:avLst/>
                <a:gdLst>
                  <a:gd name="T0" fmla="*/ 93 w 28"/>
                  <a:gd name="T1" fmla="*/ 0 h 61"/>
                  <a:gd name="T2" fmla="*/ 35 w 28"/>
                  <a:gd name="T3" fmla="*/ 53 h 61"/>
                  <a:gd name="T4" fmla="*/ 32 w 28"/>
                  <a:gd name="T5" fmla="*/ 130 h 61"/>
                  <a:gd name="T6" fmla="*/ 41 w 28"/>
                  <a:gd name="T7" fmla="*/ 204 h 61"/>
                  <a:gd name="T8" fmla="*/ 66 w 28"/>
                  <a:gd name="T9" fmla="*/ 183 h 61"/>
                  <a:gd name="T10" fmla="*/ 86 w 28"/>
                  <a:gd name="T11" fmla="*/ 130 h 61"/>
                  <a:gd name="T12" fmla="*/ 89 w 28"/>
                  <a:gd name="T13" fmla="*/ 67 h 61"/>
                  <a:gd name="T14" fmla="*/ 93 w 28"/>
                  <a:gd name="T15" fmla="*/ 0 h 6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8" h="61">
                    <a:moveTo>
                      <a:pt x="27" y="0"/>
                    </a:moveTo>
                    <a:cubicBezTo>
                      <a:pt x="27" y="0"/>
                      <a:pt x="28" y="8"/>
                      <a:pt x="10" y="15"/>
                    </a:cubicBezTo>
                    <a:cubicBezTo>
                      <a:pt x="0" y="19"/>
                      <a:pt x="8" y="35"/>
                      <a:pt x="9" y="37"/>
                    </a:cubicBezTo>
                    <a:cubicBezTo>
                      <a:pt x="10" y="39"/>
                      <a:pt x="12" y="58"/>
                      <a:pt x="12" y="58"/>
                    </a:cubicBezTo>
                    <a:cubicBezTo>
                      <a:pt x="12" y="58"/>
                      <a:pt x="15" y="61"/>
                      <a:pt x="19" y="52"/>
                    </a:cubicBezTo>
                    <a:cubicBezTo>
                      <a:pt x="23" y="42"/>
                      <a:pt x="28" y="51"/>
                      <a:pt x="25" y="37"/>
                    </a:cubicBezTo>
                    <a:cubicBezTo>
                      <a:pt x="22" y="23"/>
                      <a:pt x="26" y="23"/>
                      <a:pt x="26" y="19"/>
                    </a:cubicBezTo>
                    <a:lnTo>
                      <a:pt x="27" y="0"/>
                    </a:lnTo>
                    <a:close/>
                  </a:path>
                </a:pathLst>
              </a:custGeom>
              <a:solidFill>
                <a:srgbClr val="6022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845" name="Freeform 44">
                <a:extLst>
                  <a:ext uri="{FF2B5EF4-FFF2-40B4-BE49-F238E27FC236}">
                    <a16:creationId xmlns:a16="http://schemas.microsoft.com/office/drawing/2014/main" id="{75B5EA6B-435B-4170-B28C-0A145A9887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8" y="2437"/>
                <a:ext cx="59" cy="183"/>
              </a:xfrm>
              <a:custGeom>
                <a:avLst/>
                <a:gdLst>
                  <a:gd name="T0" fmla="*/ 80 w 39"/>
                  <a:gd name="T1" fmla="*/ 0 h 120"/>
                  <a:gd name="T2" fmla="*/ 5 w 39"/>
                  <a:gd name="T3" fmla="*/ 75 h 120"/>
                  <a:gd name="T4" fmla="*/ 12 w 39"/>
                  <a:gd name="T5" fmla="*/ 130 h 120"/>
                  <a:gd name="T6" fmla="*/ 27 w 39"/>
                  <a:gd name="T7" fmla="*/ 204 h 120"/>
                  <a:gd name="T8" fmla="*/ 27 w 39"/>
                  <a:gd name="T9" fmla="*/ 238 h 120"/>
                  <a:gd name="T10" fmla="*/ 41 w 39"/>
                  <a:gd name="T11" fmla="*/ 258 h 120"/>
                  <a:gd name="T12" fmla="*/ 67 w 39"/>
                  <a:gd name="T13" fmla="*/ 332 h 120"/>
                  <a:gd name="T14" fmla="*/ 107 w 39"/>
                  <a:gd name="T15" fmla="*/ 372 h 120"/>
                  <a:gd name="T16" fmla="*/ 135 w 39"/>
                  <a:gd name="T17" fmla="*/ 425 h 12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9" h="120">
                    <a:moveTo>
                      <a:pt x="23" y="0"/>
                    </a:moveTo>
                    <a:cubicBezTo>
                      <a:pt x="23" y="12"/>
                      <a:pt x="3" y="11"/>
                      <a:pt x="1" y="21"/>
                    </a:cubicBezTo>
                    <a:cubicBezTo>
                      <a:pt x="0" y="26"/>
                      <a:pt x="2" y="32"/>
                      <a:pt x="3" y="37"/>
                    </a:cubicBezTo>
                    <a:cubicBezTo>
                      <a:pt x="6" y="43"/>
                      <a:pt x="7" y="50"/>
                      <a:pt x="8" y="58"/>
                    </a:cubicBezTo>
                    <a:cubicBezTo>
                      <a:pt x="8" y="60"/>
                      <a:pt x="7" y="64"/>
                      <a:pt x="8" y="67"/>
                    </a:cubicBezTo>
                    <a:cubicBezTo>
                      <a:pt x="8" y="70"/>
                      <a:pt x="9" y="70"/>
                      <a:pt x="12" y="73"/>
                    </a:cubicBezTo>
                    <a:cubicBezTo>
                      <a:pt x="16" y="79"/>
                      <a:pt x="17" y="87"/>
                      <a:pt x="19" y="94"/>
                    </a:cubicBezTo>
                    <a:cubicBezTo>
                      <a:pt x="22" y="101"/>
                      <a:pt x="26" y="100"/>
                      <a:pt x="31" y="105"/>
                    </a:cubicBezTo>
                    <a:cubicBezTo>
                      <a:pt x="34" y="108"/>
                      <a:pt x="39" y="115"/>
                      <a:pt x="39" y="120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846" name="Freeform 45">
                <a:extLst>
                  <a:ext uri="{FF2B5EF4-FFF2-40B4-BE49-F238E27FC236}">
                    <a16:creationId xmlns:a16="http://schemas.microsoft.com/office/drawing/2014/main" id="{37B7AFB1-3750-4283-844F-94B3A4FE8D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3" y="2431"/>
                <a:ext cx="20" cy="6"/>
              </a:xfrm>
              <a:custGeom>
                <a:avLst/>
                <a:gdLst>
                  <a:gd name="T0" fmla="*/ 48 w 13"/>
                  <a:gd name="T1" fmla="*/ 14 h 4"/>
                  <a:gd name="T2" fmla="*/ 0 w 13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4">
                    <a:moveTo>
                      <a:pt x="13" y="4"/>
                    </a:moveTo>
                    <a:cubicBezTo>
                      <a:pt x="10" y="1"/>
                      <a:pt x="6" y="0"/>
                      <a:pt x="0" y="0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847" name="Freeform 46">
                <a:extLst>
                  <a:ext uri="{FF2B5EF4-FFF2-40B4-BE49-F238E27FC236}">
                    <a16:creationId xmlns:a16="http://schemas.microsoft.com/office/drawing/2014/main" id="{C9468B5C-455E-4246-BC3D-A13B9AC8AE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0" y="2510"/>
                <a:ext cx="20" cy="20"/>
              </a:xfrm>
              <a:custGeom>
                <a:avLst/>
                <a:gdLst>
                  <a:gd name="T0" fmla="*/ 48 w 13"/>
                  <a:gd name="T1" fmla="*/ 0 h 13"/>
                  <a:gd name="T2" fmla="*/ 0 w 13"/>
                  <a:gd name="T3" fmla="*/ 48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13">
                    <a:moveTo>
                      <a:pt x="13" y="0"/>
                    </a:moveTo>
                    <a:cubicBezTo>
                      <a:pt x="6" y="2"/>
                      <a:pt x="7" y="12"/>
                      <a:pt x="0" y="13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848" name="Freeform 47">
                <a:extLst>
                  <a:ext uri="{FF2B5EF4-FFF2-40B4-BE49-F238E27FC236}">
                    <a16:creationId xmlns:a16="http://schemas.microsoft.com/office/drawing/2014/main" id="{5E7030A6-F707-459A-9F34-F49ADA3621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5" y="2570"/>
                <a:ext cx="63" cy="29"/>
              </a:xfrm>
              <a:custGeom>
                <a:avLst/>
                <a:gdLst>
                  <a:gd name="T0" fmla="*/ 0 w 41"/>
                  <a:gd name="T1" fmla="*/ 0 h 19"/>
                  <a:gd name="T2" fmla="*/ 74 w 41"/>
                  <a:gd name="T3" fmla="*/ 49 h 19"/>
                  <a:gd name="T4" fmla="*/ 149 w 41"/>
                  <a:gd name="T5" fmla="*/ 67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1" h="19">
                    <a:moveTo>
                      <a:pt x="0" y="0"/>
                    </a:moveTo>
                    <a:cubicBezTo>
                      <a:pt x="9" y="2"/>
                      <a:pt x="12" y="12"/>
                      <a:pt x="20" y="14"/>
                    </a:cubicBezTo>
                    <a:cubicBezTo>
                      <a:pt x="27" y="15"/>
                      <a:pt x="36" y="14"/>
                      <a:pt x="41" y="19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849" name="Freeform 48">
                <a:extLst>
                  <a:ext uri="{FF2B5EF4-FFF2-40B4-BE49-F238E27FC236}">
                    <a16:creationId xmlns:a16="http://schemas.microsoft.com/office/drawing/2014/main" id="{2F2ED3B9-AED7-43AE-AA19-F87AFD6E65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6" y="2527"/>
                <a:ext cx="79" cy="47"/>
              </a:xfrm>
              <a:custGeom>
                <a:avLst/>
                <a:gdLst>
                  <a:gd name="T0" fmla="*/ 182 w 52"/>
                  <a:gd name="T1" fmla="*/ 108 h 31"/>
                  <a:gd name="T2" fmla="*/ 128 w 52"/>
                  <a:gd name="T3" fmla="*/ 102 h 31"/>
                  <a:gd name="T4" fmla="*/ 67 w 52"/>
                  <a:gd name="T5" fmla="*/ 76 h 31"/>
                  <a:gd name="T6" fmla="*/ 21 w 52"/>
                  <a:gd name="T7" fmla="*/ 49 h 31"/>
                  <a:gd name="T8" fmla="*/ 0 w 52"/>
                  <a:gd name="T9" fmla="*/ 0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2" h="31">
                    <a:moveTo>
                      <a:pt x="52" y="31"/>
                    </a:moveTo>
                    <a:cubicBezTo>
                      <a:pt x="46" y="28"/>
                      <a:pt x="42" y="29"/>
                      <a:pt x="36" y="29"/>
                    </a:cubicBezTo>
                    <a:cubicBezTo>
                      <a:pt x="29" y="28"/>
                      <a:pt x="26" y="23"/>
                      <a:pt x="19" y="22"/>
                    </a:cubicBezTo>
                    <a:cubicBezTo>
                      <a:pt x="12" y="20"/>
                      <a:pt x="9" y="21"/>
                      <a:pt x="6" y="14"/>
                    </a:cubicBezTo>
                    <a:cubicBezTo>
                      <a:pt x="4" y="8"/>
                      <a:pt x="4" y="4"/>
                      <a:pt x="0" y="0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850" name="Freeform 49">
                <a:extLst>
                  <a:ext uri="{FF2B5EF4-FFF2-40B4-BE49-F238E27FC236}">
                    <a16:creationId xmlns:a16="http://schemas.microsoft.com/office/drawing/2014/main" id="{4229820C-3DDE-4C6E-8AAC-868EA0C11E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2" y="2461"/>
                <a:ext cx="27" cy="28"/>
              </a:xfrm>
              <a:custGeom>
                <a:avLst/>
                <a:gdLst>
                  <a:gd name="T0" fmla="*/ 0 w 18"/>
                  <a:gd name="T1" fmla="*/ 30 h 18"/>
                  <a:gd name="T2" fmla="*/ 21 w 18"/>
                  <a:gd name="T3" fmla="*/ 68 h 18"/>
                  <a:gd name="T4" fmla="*/ 62 w 18"/>
                  <a:gd name="T5" fmla="*/ 39 h 18"/>
                  <a:gd name="T6" fmla="*/ 39 w 18"/>
                  <a:gd name="T7" fmla="*/ 5 h 18"/>
                  <a:gd name="T8" fmla="*/ 0 w 18"/>
                  <a:gd name="T9" fmla="*/ 30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18">
                    <a:moveTo>
                      <a:pt x="0" y="8"/>
                    </a:moveTo>
                    <a:cubicBezTo>
                      <a:pt x="6" y="18"/>
                      <a:pt x="6" y="18"/>
                      <a:pt x="6" y="18"/>
                    </a:cubicBezTo>
                    <a:cubicBezTo>
                      <a:pt x="6" y="18"/>
                      <a:pt x="14" y="11"/>
                      <a:pt x="18" y="10"/>
                    </a:cubicBezTo>
                    <a:cubicBezTo>
                      <a:pt x="18" y="10"/>
                      <a:pt x="15" y="3"/>
                      <a:pt x="11" y="1"/>
                    </a:cubicBezTo>
                    <a:cubicBezTo>
                      <a:pt x="11" y="1"/>
                      <a:pt x="4" y="0"/>
                      <a:pt x="0" y="8"/>
                    </a:cubicBezTo>
                    <a:close/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851" name="Freeform 50">
                <a:extLst>
                  <a:ext uri="{FF2B5EF4-FFF2-40B4-BE49-F238E27FC236}">
                    <a16:creationId xmlns:a16="http://schemas.microsoft.com/office/drawing/2014/main" id="{461EB218-3279-4E78-B0A0-491DB6D689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4" y="2619"/>
                <a:ext cx="27" cy="16"/>
              </a:xfrm>
              <a:custGeom>
                <a:avLst/>
                <a:gdLst>
                  <a:gd name="T0" fmla="*/ 0 w 18"/>
                  <a:gd name="T1" fmla="*/ 6 h 11"/>
                  <a:gd name="T2" fmla="*/ 45 w 18"/>
                  <a:gd name="T3" fmla="*/ 19 h 11"/>
                  <a:gd name="T4" fmla="*/ 45 w 18"/>
                  <a:gd name="T5" fmla="*/ 32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11">
                    <a:moveTo>
                      <a:pt x="0" y="2"/>
                    </a:moveTo>
                    <a:cubicBezTo>
                      <a:pt x="0" y="2"/>
                      <a:pt x="4" y="0"/>
                      <a:pt x="13" y="6"/>
                    </a:cubicBezTo>
                    <a:cubicBezTo>
                      <a:pt x="17" y="9"/>
                      <a:pt x="18" y="11"/>
                      <a:pt x="13" y="10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852" name="Freeform 51">
                <a:extLst>
                  <a:ext uri="{FF2B5EF4-FFF2-40B4-BE49-F238E27FC236}">
                    <a16:creationId xmlns:a16="http://schemas.microsoft.com/office/drawing/2014/main" id="{52ABAF47-BCF7-490C-B04A-95FD0E8CF5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4" y="2515"/>
                <a:ext cx="68" cy="56"/>
              </a:xfrm>
              <a:custGeom>
                <a:avLst/>
                <a:gdLst>
                  <a:gd name="T0" fmla="*/ 14 w 45"/>
                  <a:gd name="T1" fmla="*/ 0 h 37"/>
                  <a:gd name="T2" fmla="*/ 27 w 45"/>
                  <a:gd name="T3" fmla="*/ 35 h 37"/>
                  <a:gd name="T4" fmla="*/ 35 w 45"/>
                  <a:gd name="T5" fmla="*/ 54 h 37"/>
                  <a:gd name="T6" fmla="*/ 54 w 45"/>
                  <a:gd name="T7" fmla="*/ 62 h 37"/>
                  <a:gd name="T8" fmla="*/ 73 w 45"/>
                  <a:gd name="T9" fmla="*/ 73 h 37"/>
                  <a:gd name="T10" fmla="*/ 82 w 45"/>
                  <a:gd name="T11" fmla="*/ 80 h 37"/>
                  <a:gd name="T12" fmla="*/ 95 w 45"/>
                  <a:gd name="T13" fmla="*/ 82 h 37"/>
                  <a:gd name="T14" fmla="*/ 128 w 45"/>
                  <a:gd name="T15" fmla="*/ 94 h 37"/>
                  <a:gd name="T16" fmla="*/ 156 w 45"/>
                  <a:gd name="T17" fmla="*/ 124 h 37"/>
                  <a:gd name="T18" fmla="*/ 124 w 45"/>
                  <a:gd name="T19" fmla="*/ 121 h 37"/>
                  <a:gd name="T20" fmla="*/ 107 w 45"/>
                  <a:gd name="T21" fmla="*/ 117 h 37"/>
                  <a:gd name="T22" fmla="*/ 94 w 45"/>
                  <a:gd name="T23" fmla="*/ 117 h 37"/>
                  <a:gd name="T24" fmla="*/ 62 w 45"/>
                  <a:gd name="T25" fmla="*/ 101 h 37"/>
                  <a:gd name="T26" fmla="*/ 27 w 45"/>
                  <a:gd name="T27" fmla="*/ 82 h 37"/>
                  <a:gd name="T28" fmla="*/ 18 w 45"/>
                  <a:gd name="T29" fmla="*/ 76 h 37"/>
                  <a:gd name="T30" fmla="*/ 12 w 45"/>
                  <a:gd name="T31" fmla="*/ 54 h 37"/>
                  <a:gd name="T32" fmla="*/ 5 w 45"/>
                  <a:gd name="T33" fmla="*/ 26 h 37"/>
                  <a:gd name="T34" fmla="*/ 12 w 45"/>
                  <a:gd name="T35" fmla="*/ 0 h 37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45" h="37">
                    <a:moveTo>
                      <a:pt x="4" y="0"/>
                    </a:moveTo>
                    <a:cubicBezTo>
                      <a:pt x="7" y="2"/>
                      <a:pt x="8" y="6"/>
                      <a:pt x="8" y="10"/>
                    </a:cubicBezTo>
                    <a:cubicBezTo>
                      <a:pt x="9" y="12"/>
                      <a:pt x="9" y="14"/>
                      <a:pt x="10" y="16"/>
                    </a:cubicBezTo>
                    <a:cubicBezTo>
                      <a:pt x="12" y="17"/>
                      <a:pt x="14" y="18"/>
                      <a:pt x="16" y="18"/>
                    </a:cubicBezTo>
                    <a:cubicBezTo>
                      <a:pt x="18" y="19"/>
                      <a:pt x="19" y="20"/>
                      <a:pt x="21" y="21"/>
                    </a:cubicBezTo>
                    <a:cubicBezTo>
                      <a:pt x="22" y="22"/>
                      <a:pt x="23" y="22"/>
                      <a:pt x="24" y="23"/>
                    </a:cubicBezTo>
                    <a:cubicBezTo>
                      <a:pt x="25" y="24"/>
                      <a:pt x="26" y="24"/>
                      <a:pt x="28" y="24"/>
                    </a:cubicBezTo>
                    <a:cubicBezTo>
                      <a:pt x="31" y="24"/>
                      <a:pt x="34" y="25"/>
                      <a:pt x="37" y="27"/>
                    </a:cubicBezTo>
                    <a:cubicBezTo>
                      <a:pt x="41" y="29"/>
                      <a:pt x="45" y="31"/>
                      <a:pt x="45" y="36"/>
                    </a:cubicBezTo>
                    <a:cubicBezTo>
                      <a:pt x="42" y="37"/>
                      <a:pt x="38" y="36"/>
                      <a:pt x="36" y="35"/>
                    </a:cubicBezTo>
                    <a:cubicBezTo>
                      <a:pt x="34" y="34"/>
                      <a:pt x="32" y="35"/>
                      <a:pt x="31" y="34"/>
                    </a:cubicBezTo>
                    <a:cubicBezTo>
                      <a:pt x="29" y="34"/>
                      <a:pt x="28" y="34"/>
                      <a:pt x="27" y="34"/>
                    </a:cubicBezTo>
                    <a:cubicBezTo>
                      <a:pt x="23" y="33"/>
                      <a:pt x="21" y="30"/>
                      <a:pt x="18" y="29"/>
                    </a:cubicBezTo>
                    <a:cubicBezTo>
                      <a:pt x="15" y="27"/>
                      <a:pt x="11" y="26"/>
                      <a:pt x="8" y="24"/>
                    </a:cubicBezTo>
                    <a:cubicBezTo>
                      <a:pt x="7" y="24"/>
                      <a:pt x="5" y="23"/>
                      <a:pt x="5" y="22"/>
                    </a:cubicBezTo>
                    <a:cubicBezTo>
                      <a:pt x="4" y="20"/>
                      <a:pt x="4" y="18"/>
                      <a:pt x="3" y="16"/>
                    </a:cubicBezTo>
                    <a:cubicBezTo>
                      <a:pt x="3" y="13"/>
                      <a:pt x="1" y="10"/>
                      <a:pt x="1" y="7"/>
                    </a:cubicBezTo>
                    <a:cubicBezTo>
                      <a:pt x="0" y="4"/>
                      <a:pt x="1" y="1"/>
                      <a:pt x="3" y="0"/>
                    </a:cubicBezTo>
                  </a:path>
                </a:pathLst>
              </a:custGeom>
              <a:solidFill>
                <a:srgbClr val="6022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853" name="Freeform 52">
                <a:extLst>
                  <a:ext uri="{FF2B5EF4-FFF2-40B4-BE49-F238E27FC236}">
                    <a16:creationId xmlns:a16="http://schemas.microsoft.com/office/drawing/2014/main" id="{62BD4E61-F984-4296-B4D7-E57B0E76BB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0" y="2527"/>
                <a:ext cx="85" cy="67"/>
              </a:xfrm>
              <a:custGeom>
                <a:avLst/>
                <a:gdLst>
                  <a:gd name="T0" fmla="*/ 0 w 56"/>
                  <a:gd name="T1" fmla="*/ 12 h 44"/>
                  <a:gd name="T2" fmla="*/ 18 w 56"/>
                  <a:gd name="T3" fmla="*/ 14 h 44"/>
                  <a:gd name="T4" fmla="*/ 35 w 56"/>
                  <a:gd name="T5" fmla="*/ 53 h 44"/>
                  <a:gd name="T6" fmla="*/ 67 w 56"/>
                  <a:gd name="T7" fmla="*/ 81 h 44"/>
                  <a:gd name="T8" fmla="*/ 102 w 56"/>
                  <a:gd name="T9" fmla="*/ 94 h 44"/>
                  <a:gd name="T10" fmla="*/ 115 w 56"/>
                  <a:gd name="T11" fmla="*/ 102 h 44"/>
                  <a:gd name="T12" fmla="*/ 134 w 56"/>
                  <a:gd name="T13" fmla="*/ 107 h 44"/>
                  <a:gd name="T14" fmla="*/ 170 w 56"/>
                  <a:gd name="T15" fmla="*/ 110 h 44"/>
                  <a:gd name="T16" fmla="*/ 196 w 56"/>
                  <a:gd name="T17" fmla="*/ 123 h 44"/>
                  <a:gd name="T18" fmla="*/ 182 w 56"/>
                  <a:gd name="T19" fmla="*/ 148 h 44"/>
                  <a:gd name="T20" fmla="*/ 147 w 56"/>
                  <a:gd name="T21" fmla="*/ 143 h 44"/>
                  <a:gd name="T22" fmla="*/ 115 w 56"/>
                  <a:gd name="T23" fmla="*/ 134 h 44"/>
                  <a:gd name="T24" fmla="*/ 83 w 56"/>
                  <a:gd name="T25" fmla="*/ 120 h 44"/>
                  <a:gd name="T26" fmla="*/ 49 w 56"/>
                  <a:gd name="T27" fmla="*/ 94 h 44"/>
                  <a:gd name="T28" fmla="*/ 39 w 56"/>
                  <a:gd name="T29" fmla="*/ 88 h 44"/>
                  <a:gd name="T30" fmla="*/ 32 w 56"/>
                  <a:gd name="T31" fmla="*/ 70 h 44"/>
                  <a:gd name="T32" fmla="*/ 14 w 56"/>
                  <a:gd name="T33" fmla="*/ 46 h 44"/>
                  <a:gd name="T34" fmla="*/ 8 w 56"/>
                  <a:gd name="T35" fmla="*/ 26 h 44"/>
                  <a:gd name="T36" fmla="*/ 5 w 56"/>
                  <a:gd name="T37" fmla="*/ 12 h 44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56" h="44">
                    <a:moveTo>
                      <a:pt x="0" y="3"/>
                    </a:moveTo>
                    <a:cubicBezTo>
                      <a:pt x="2" y="2"/>
                      <a:pt x="4" y="0"/>
                      <a:pt x="5" y="4"/>
                    </a:cubicBezTo>
                    <a:cubicBezTo>
                      <a:pt x="6" y="8"/>
                      <a:pt x="7" y="12"/>
                      <a:pt x="10" y="15"/>
                    </a:cubicBezTo>
                    <a:cubicBezTo>
                      <a:pt x="12" y="20"/>
                      <a:pt x="15" y="21"/>
                      <a:pt x="19" y="23"/>
                    </a:cubicBezTo>
                    <a:cubicBezTo>
                      <a:pt x="22" y="25"/>
                      <a:pt x="26" y="25"/>
                      <a:pt x="29" y="27"/>
                    </a:cubicBezTo>
                    <a:cubicBezTo>
                      <a:pt x="30" y="28"/>
                      <a:pt x="32" y="29"/>
                      <a:pt x="33" y="29"/>
                    </a:cubicBezTo>
                    <a:cubicBezTo>
                      <a:pt x="35" y="30"/>
                      <a:pt x="36" y="30"/>
                      <a:pt x="38" y="30"/>
                    </a:cubicBezTo>
                    <a:cubicBezTo>
                      <a:pt x="41" y="31"/>
                      <a:pt x="45" y="31"/>
                      <a:pt x="49" y="31"/>
                    </a:cubicBezTo>
                    <a:cubicBezTo>
                      <a:pt x="51" y="31"/>
                      <a:pt x="56" y="32"/>
                      <a:pt x="56" y="35"/>
                    </a:cubicBezTo>
                    <a:cubicBezTo>
                      <a:pt x="56" y="37"/>
                      <a:pt x="53" y="41"/>
                      <a:pt x="52" y="42"/>
                    </a:cubicBezTo>
                    <a:cubicBezTo>
                      <a:pt x="49" y="44"/>
                      <a:pt x="45" y="42"/>
                      <a:pt x="42" y="41"/>
                    </a:cubicBezTo>
                    <a:cubicBezTo>
                      <a:pt x="39" y="40"/>
                      <a:pt x="36" y="39"/>
                      <a:pt x="33" y="38"/>
                    </a:cubicBezTo>
                    <a:cubicBezTo>
                      <a:pt x="29" y="38"/>
                      <a:pt x="27" y="37"/>
                      <a:pt x="24" y="34"/>
                    </a:cubicBezTo>
                    <a:cubicBezTo>
                      <a:pt x="21" y="31"/>
                      <a:pt x="18" y="29"/>
                      <a:pt x="14" y="27"/>
                    </a:cubicBezTo>
                    <a:cubicBezTo>
                      <a:pt x="13" y="27"/>
                      <a:pt x="12" y="26"/>
                      <a:pt x="11" y="25"/>
                    </a:cubicBezTo>
                    <a:cubicBezTo>
                      <a:pt x="10" y="24"/>
                      <a:pt x="9" y="22"/>
                      <a:pt x="9" y="20"/>
                    </a:cubicBezTo>
                    <a:cubicBezTo>
                      <a:pt x="7" y="18"/>
                      <a:pt x="6" y="15"/>
                      <a:pt x="4" y="13"/>
                    </a:cubicBezTo>
                    <a:cubicBezTo>
                      <a:pt x="3" y="11"/>
                      <a:pt x="2" y="9"/>
                      <a:pt x="2" y="7"/>
                    </a:cubicBezTo>
                    <a:cubicBezTo>
                      <a:pt x="1" y="6"/>
                      <a:pt x="1" y="4"/>
                      <a:pt x="1" y="3"/>
                    </a:cubicBezTo>
                  </a:path>
                </a:pathLst>
              </a:custGeom>
              <a:solidFill>
                <a:srgbClr val="6022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854" name="Freeform 53">
                <a:extLst>
                  <a:ext uri="{FF2B5EF4-FFF2-40B4-BE49-F238E27FC236}">
                    <a16:creationId xmlns:a16="http://schemas.microsoft.com/office/drawing/2014/main" id="{23E4FF22-2BB5-4860-88F3-B4684F4357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5" y="2573"/>
                <a:ext cx="52" cy="36"/>
              </a:xfrm>
              <a:custGeom>
                <a:avLst/>
                <a:gdLst>
                  <a:gd name="T0" fmla="*/ 0 w 34"/>
                  <a:gd name="T1" fmla="*/ 0 h 24"/>
                  <a:gd name="T2" fmla="*/ 14 w 34"/>
                  <a:gd name="T3" fmla="*/ 32 h 24"/>
                  <a:gd name="T4" fmla="*/ 35 w 34"/>
                  <a:gd name="T5" fmla="*/ 39 h 24"/>
                  <a:gd name="T6" fmla="*/ 49 w 34"/>
                  <a:gd name="T7" fmla="*/ 48 h 24"/>
                  <a:gd name="T8" fmla="*/ 93 w 34"/>
                  <a:gd name="T9" fmla="*/ 80 h 24"/>
                  <a:gd name="T10" fmla="*/ 116 w 34"/>
                  <a:gd name="T11" fmla="*/ 59 h 24"/>
                  <a:gd name="T12" fmla="*/ 101 w 34"/>
                  <a:gd name="T13" fmla="*/ 48 h 24"/>
                  <a:gd name="T14" fmla="*/ 67 w 34"/>
                  <a:gd name="T15" fmla="*/ 41 h 24"/>
                  <a:gd name="T16" fmla="*/ 40 w 34"/>
                  <a:gd name="T17" fmla="*/ 26 h 24"/>
                  <a:gd name="T18" fmla="*/ 14 w 34"/>
                  <a:gd name="T19" fmla="*/ 8 h 24"/>
                  <a:gd name="T20" fmla="*/ 5 w 34"/>
                  <a:gd name="T21" fmla="*/ 0 h 2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4" h="24">
                    <a:moveTo>
                      <a:pt x="0" y="0"/>
                    </a:moveTo>
                    <a:cubicBezTo>
                      <a:pt x="3" y="2"/>
                      <a:pt x="2" y="7"/>
                      <a:pt x="4" y="9"/>
                    </a:cubicBezTo>
                    <a:cubicBezTo>
                      <a:pt x="5" y="10"/>
                      <a:pt x="8" y="11"/>
                      <a:pt x="10" y="11"/>
                    </a:cubicBezTo>
                    <a:cubicBezTo>
                      <a:pt x="11" y="12"/>
                      <a:pt x="13" y="13"/>
                      <a:pt x="14" y="14"/>
                    </a:cubicBezTo>
                    <a:cubicBezTo>
                      <a:pt x="17" y="17"/>
                      <a:pt x="21" y="24"/>
                      <a:pt x="26" y="23"/>
                    </a:cubicBezTo>
                    <a:cubicBezTo>
                      <a:pt x="29" y="23"/>
                      <a:pt x="34" y="20"/>
                      <a:pt x="33" y="17"/>
                    </a:cubicBezTo>
                    <a:cubicBezTo>
                      <a:pt x="33" y="14"/>
                      <a:pt x="30" y="14"/>
                      <a:pt x="28" y="14"/>
                    </a:cubicBezTo>
                    <a:cubicBezTo>
                      <a:pt x="25" y="13"/>
                      <a:pt x="22" y="13"/>
                      <a:pt x="19" y="12"/>
                    </a:cubicBezTo>
                    <a:cubicBezTo>
                      <a:pt x="15" y="11"/>
                      <a:pt x="13" y="9"/>
                      <a:pt x="11" y="7"/>
                    </a:cubicBezTo>
                    <a:cubicBezTo>
                      <a:pt x="9" y="5"/>
                      <a:pt x="6" y="4"/>
                      <a:pt x="4" y="2"/>
                    </a:cubicBezTo>
                    <a:cubicBezTo>
                      <a:pt x="3" y="2"/>
                      <a:pt x="2" y="1"/>
                      <a:pt x="1" y="0"/>
                    </a:cubicBezTo>
                  </a:path>
                </a:pathLst>
              </a:custGeom>
              <a:solidFill>
                <a:srgbClr val="6022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855" name="Freeform 54">
                <a:extLst>
                  <a:ext uri="{FF2B5EF4-FFF2-40B4-BE49-F238E27FC236}">
                    <a16:creationId xmlns:a16="http://schemas.microsoft.com/office/drawing/2014/main" id="{ACE45DD4-534A-4D6F-9FD5-0A9E969BD6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8" y="2454"/>
                <a:ext cx="17" cy="64"/>
              </a:xfrm>
              <a:custGeom>
                <a:avLst/>
                <a:gdLst>
                  <a:gd name="T0" fmla="*/ 40 w 11"/>
                  <a:gd name="T1" fmla="*/ 0 h 42"/>
                  <a:gd name="T2" fmla="*/ 14 w 11"/>
                  <a:gd name="T3" fmla="*/ 67 h 42"/>
                  <a:gd name="T4" fmla="*/ 29 w 11"/>
                  <a:gd name="T5" fmla="*/ 107 h 42"/>
                  <a:gd name="T6" fmla="*/ 34 w 11"/>
                  <a:gd name="T7" fmla="*/ 149 h 42"/>
                  <a:gd name="T8" fmla="*/ 14 w 11"/>
                  <a:gd name="T9" fmla="*/ 110 h 42"/>
                  <a:gd name="T10" fmla="*/ 0 w 11"/>
                  <a:gd name="T11" fmla="*/ 53 h 42"/>
                  <a:gd name="T12" fmla="*/ 36 w 11"/>
                  <a:gd name="T13" fmla="*/ 5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42">
                    <a:moveTo>
                      <a:pt x="11" y="0"/>
                    </a:moveTo>
                    <a:cubicBezTo>
                      <a:pt x="6" y="2"/>
                      <a:pt x="4" y="15"/>
                      <a:pt x="4" y="19"/>
                    </a:cubicBezTo>
                    <a:cubicBezTo>
                      <a:pt x="5" y="23"/>
                      <a:pt x="7" y="26"/>
                      <a:pt x="8" y="30"/>
                    </a:cubicBezTo>
                    <a:cubicBezTo>
                      <a:pt x="9" y="34"/>
                      <a:pt x="9" y="38"/>
                      <a:pt x="9" y="42"/>
                    </a:cubicBezTo>
                    <a:cubicBezTo>
                      <a:pt x="7" y="40"/>
                      <a:pt x="5" y="34"/>
                      <a:pt x="4" y="31"/>
                    </a:cubicBezTo>
                    <a:cubicBezTo>
                      <a:pt x="1" y="26"/>
                      <a:pt x="0" y="21"/>
                      <a:pt x="0" y="15"/>
                    </a:cubicBezTo>
                    <a:cubicBezTo>
                      <a:pt x="1" y="10"/>
                      <a:pt x="3" y="0"/>
                      <a:pt x="10" y="1"/>
                    </a:cubicBezTo>
                  </a:path>
                </a:pathLst>
              </a:custGeom>
              <a:solidFill>
                <a:srgbClr val="7E39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856" name="Freeform 55">
                <a:extLst>
                  <a:ext uri="{FF2B5EF4-FFF2-40B4-BE49-F238E27FC236}">
                    <a16:creationId xmlns:a16="http://schemas.microsoft.com/office/drawing/2014/main" id="{D4B3BA3F-DFA9-497E-AEBB-8BB62419FC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5" y="2465"/>
                <a:ext cx="17" cy="13"/>
              </a:xfrm>
              <a:custGeom>
                <a:avLst/>
                <a:gdLst>
                  <a:gd name="T0" fmla="*/ 0 w 11"/>
                  <a:gd name="T1" fmla="*/ 19 h 9"/>
                  <a:gd name="T2" fmla="*/ 14 w 11"/>
                  <a:gd name="T3" fmla="*/ 1 h 9"/>
                  <a:gd name="T4" fmla="*/ 34 w 11"/>
                  <a:gd name="T5" fmla="*/ 0 h 9"/>
                  <a:gd name="T6" fmla="*/ 14 w 11"/>
                  <a:gd name="T7" fmla="*/ 14 h 9"/>
                  <a:gd name="T8" fmla="*/ 0 w 11"/>
                  <a:gd name="T9" fmla="*/ 19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9">
                    <a:moveTo>
                      <a:pt x="0" y="6"/>
                    </a:moveTo>
                    <a:cubicBezTo>
                      <a:pt x="0" y="4"/>
                      <a:pt x="2" y="2"/>
                      <a:pt x="4" y="1"/>
                    </a:cubicBezTo>
                    <a:cubicBezTo>
                      <a:pt x="5" y="1"/>
                      <a:pt x="8" y="0"/>
                      <a:pt x="9" y="0"/>
                    </a:cubicBezTo>
                    <a:cubicBezTo>
                      <a:pt x="11" y="1"/>
                      <a:pt x="5" y="4"/>
                      <a:pt x="4" y="5"/>
                    </a:cubicBezTo>
                    <a:cubicBezTo>
                      <a:pt x="3" y="5"/>
                      <a:pt x="0" y="9"/>
                      <a:pt x="0" y="6"/>
                    </a:cubicBezTo>
                  </a:path>
                </a:pathLst>
              </a:custGeom>
              <a:solidFill>
                <a:srgbClr val="7E39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857" name="Freeform 56">
                <a:extLst>
                  <a:ext uri="{FF2B5EF4-FFF2-40B4-BE49-F238E27FC236}">
                    <a16:creationId xmlns:a16="http://schemas.microsoft.com/office/drawing/2014/main" id="{7D56424B-6766-4CED-88ED-08CA650BBE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7" y="2622"/>
                <a:ext cx="7" cy="6"/>
              </a:xfrm>
              <a:custGeom>
                <a:avLst/>
                <a:gdLst>
                  <a:gd name="T0" fmla="*/ 0 w 5"/>
                  <a:gd name="T1" fmla="*/ 5 h 4"/>
                  <a:gd name="T2" fmla="*/ 6 w 5"/>
                  <a:gd name="T3" fmla="*/ 14 h 4"/>
                  <a:gd name="T4" fmla="*/ 0 w 5"/>
                  <a:gd name="T5" fmla="*/ 5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4">
                    <a:moveTo>
                      <a:pt x="0" y="1"/>
                    </a:moveTo>
                    <a:cubicBezTo>
                      <a:pt x="1" y="2"/>
                      <a:pt x="2" y="3"/>
                      <a:pt x="2" y="4"/>
                    </a:cubicBezTo>
                    <a:cubicBezTo>
                      <a:pt x="5" y="2"/>
                      <a:pt x="1" y="0"/>
                      <a:pt x="0" y="1"/>
                    </a:cubicBezTo>
                  </a:path>
                </a:pathLst>
              </a:custGeom>
              <a:solidFill>
                <a:srgbClr val="7E39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858" name="Freeform 57">
                <a:extLst>
                  <a:ext uri="{FF2B5EF4-FFF2-40B4-BE49-F238E27FC236}">
                    <a16:creationId xmlns:a16="http://schemas.microsoft.com/office/drawing/2014/main" id="{05BAEBB4-6129-4AA2-9FF8-BCD2E033F0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6" y="2465"/>
                <a:ext cx="13" cy="19"/>
              </a:xfrm>
              <a:custGeom>
                <a:avLst/>
                <a:gdLst>
                  <a:gd name="T0" fmla="*/ 34 w 8"/>
                  <a:gd name="T1" fmla="*/ 0 h 13"/>
                  <a:gd name="T2" fmla="*/ 0 w 8"/>
                  <a:gd name="T3" fmla="*/ 26 h 13"/>
                  <a:gd name="T4" fmla="*/ 34 w 8"/>
                  <a:gd name="T5" fmla="*/ 0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3">
                    <a:moveTo>
                      <a:pt x="8" y="0"/>
                    </a:moveTo>
                    <a:cubicBezTo>
                      <a:pt x="8" y="0"/>
                      <a:pt x="0" y="3"/>
                      <a:pt x="0" y="8"/>
                    </a:cubicBezTo>
                    <a:cubicBezTo>
                      <a:pt x="0" y="13"/>
                      <a:pt x="3" y="1"/>
                      <a:pt x="8" y="0"/>
                    </a:cubicBezTo>
                  </a:path>
                </a:pathLst>
              </a:custGeom>
              <a:solidFill>
                <a:srgbClr val="7E39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859" name="Freeform 58">
                <a:extLst>
                  <a:ext uri="{FF2B5EF4-FFF2-40B4-BE49-F238E27FC236}">
                    <a16:creationId xmlns:a16="http://schemas.microsoft.com/office/drawing/2014/main" id="{D0DEB01C-3C0A-4F31-903D-E5147A58EE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5" y="1630"/>
                <a:ext cx="139" cy="98"/>
              </a:xfrm>
              <a:custGeom>
                <a:avLst/>
                <a:gdLst>
                  <a:gd name="T0" fmla="*/ 0 w 91"/>
                  <a:gd name="T1" fmla="*/ 176 h 64"/>
                  <a:gd name="T2" fmla="*/ 238 w 91"/>
                  <a:gd name="T3" fmla="*/ 142 h 64"/>
                  <a:gd name="T4" fmla="*/ 324 w 91"/>
                  <a:gd name="T5" fmla="*/ 0 h 64"/>
                  <a:gd name="T6" fmla="*/ 208 w 91"/>
                  <a:gd name="T7" fmla="*/ 190 h 64"/>
                  <a:gd name="T8" fmla="*/ 12 w 91"/>
                  <a:gd name="T9" fmla="*/ 182 h 6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1" h="64">
                    <a:moveTo>
                      <a:pt x="0" y="49"/>
                    </a:moveTo>
                    <a:cubicBezTo>
                      <a:pt x="21" y="64"/>
                      <a:pt x="50" y="57"/>
                      <a:pt x="67" y="40"/>
                    </a:cubicBezTo>
                    <a:cubicBezTo>
                      <a:pt x="79" y="29"/>
                      <a:pt x="83" y="13"/>
                      <a:pt x="91" y="0"/>
                    </a:cubicBezTo>
                    <a:cubicBezTo>
                      <a:pt x="83" y="20"/>
                      <a:pt x="76" y="41"/>
                      <a:pt x="58" y="53"/>
                    </a:cubicBezTo>
                    <a:cubicBezTo>
                      <a:pt x="42" y="62"/>
                      <a:pt x="17" y="63"/>
                      <a:pt x="3" y="51"/>
                    </a:cubicBezTo>
                  </a:path>
                </a:pathLst>
              </a:custGeom>
              <a:solidFill>
                <a:srgbClr val="7E39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860" name="Freeform 59">
                <a:extLst>
                  <a:ext uri="{FF2B5EF4-FFF2-40B4-BE49-F238E27FC236}">
                    <a16:creationId xmlns:a16="http://schemas.microsoft.com/office/drawing/2014/main" id="{A820AA36-F1A5-4A54-B23C-20462C4A06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3" y="1624"/>
                <a:ext cx="135" cy="109"/>
              </a:xfrm>
              <a:custGeom>
                <a:avLst/>
                <a:gdLst>
                  <a:gd name="T0" fmla="*/ 8 w 88"/>
                  <a:gd name="T1" fmla="*/ 0 h 71"/>
                  <a:gd name="T2" fmla="*/ 127 w 88"/>
                  <a:gd name="T3" fmla="*/ 198 h 71"/>
                  <a:gd name="T4" fmla="*/ 318 w 88"/>
                  <a:gd name="T5" fmla="*/ 229 h 71"/>
                  <a:gd name="T6" fmla="*/ 127 w 88"/>
                  <a:gd name="T7" fmla="*/ 184 h 71"/>
                  <a:gd name="T8" fmla="*/ 8 w 88"/>
                  <a:gd name="T9" fmla="*/ 28 h 7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8" h="71">
                    <a:moveTo>
                      <a:pt x="2" y="0"/>
                    </a:moveTo>
                    <a:cubicBezTo>
                      <a:pt x="0" y="23"/>
                      <a:pt x="17" y="44"/>
                      <a:pt x="35" y="55"/>
                    </a:cubicBezTo>
                    <a:cubicBezTo>
                      <a:pt x="48" y="62"/>
                      <a:pt x="73" y="71"/>
                      <a:pt x="88" y="63"/>
                    </a:cubicBezTo>
                    <a:cubicBezTo>
                      <a:pt x="77" y="68"/>
                      <a:pt x="47" y="58"/>
                      <a:pt x="35" y="51"/>
                    </a:cubicBezTo>
                    <a:cubicBezTo>
                      <a:pt x="23" y="44"/>
                      <a:pt x="2" y="23"/>
                      <a:pt x="2" y="8"/>
                    </a:cubicBezTo>
                  </a:path>
                </a:pathLst>
              </a:custGeom>
              <a:solidFill>
                <a:srgbClr val="7E39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861" name="Freeform 60">
                <a:extLst>
                  <a:ext uri="{FF2B5EF4-FFF2-40B4-BE49-F238E27FC236}">
                    <a16:creationId xmlns:a16="http://schemas.microsoft.com/office/drawing/2014/main" id="{D4A1037C-AB5A-4B52-B460-49DA87E8D7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0" y="2317"/>
                <a:ext cx="138" cy="70"/>
              </a:xfrm>
              <a:custGeom>
                <a:avLst/>
                <a:gdLst>
                  <a:gd name="T0" fmla="*/ 325 w 90"/>
                  <a:gd name="T1" fmla="*/ 0 h 46"/>
                  <a:gd name="T2" fmla="*/ 0 w 90"/>
                  <a:gd name="T3" fmla="*/ 163 h 46"/>
                  <a:gd name="T4" fmla="*/ 325 w 90"/>
                  <a:gd name="T5" fmla="*/ 0 h 4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0" h="46">
                    <a:moveTo>
                      <a:pt x="90" y="0"/>
                    </a:moveTo>
                    <a:cubicBezTo>
                      <a:pt x="90" y="0"/>
                      <a:pt x="38" y="37"/>
                      <a:pt x="0" y="46"/>
                    </a:cubicBezTo>
                    <a:cubicBezTo>
                      <a:pt x="0" y="46"/>
                      <a:pt x="48" y="39"/>
                      <a:pt x="9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862" name="Freeform 61">
                <a:extLst>
                  <a:ext uri="{FF2B5EF4-FFF2-40B4-BE49-F238E27FC236}">
                    <a16:creationId xmlns:a16="http://schemas.microsoft.com/office/drawing/2014/main" id="{CC20D410-C3AF-48C8-8B3C-BFBE1BF857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9" y="3052"/>
                <a:ext cx="74" cy="79"/>
              </a:xfrm>
              <a:custGeom>
                <a:avLst/>
                <a:gdLst>
                  <a:gd name="T0" fmla="*/ 0 w 48"/>
                  <a:gd name="T1" fmla="*/ 129 h 52"/>
                  <a:gd name="T2" fmla="*/ 162 w 48"/>
                  <a:gd name="T3" fmla="*/ 0 h 52"/>
                  <a:gd name="T4" fmla="*/ 148 w 48"/>
                  <a:gd name="T5" fmla="*/ 106 h 52"/>
                  <a:gd name="T6" fmla="*/ 29 w 48"/>
                  <a:gd name="T7" fmla="*/ 143 h 5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8" h="52">
                    <a:moveTo>
                      <a:pt x="0" y="37"/>
                    </a:moveTo>
                    <a:cubicBezTo>
                      <a:pt x="20" y="52"/>
                      <a:pt x="39" y="13"/>
                      <a:pt x="44" y="0"/>
                    </a:cubicBezTo>
                    <a:cubicBezTo>
                      <a:pt x="45" y="11"/>
                      <a:pt x="48" y="20"/>
                      <a:pt x="40" y="30"/>
                    </a:cubicBezTo>
                    <a:cubicBezTo>
                      <a:pt x="32" y="38"/>
                      <a:pt x="18" y="41"/>
                      <a:pt x="8" y="41"/>
                    </a:cubicBezTo>
                  </a:path>
                </a:pathLst>
              </a:custGeom>
              <a:solidFill>
                <a:srgbClr val="7E39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863" name="Freeform 62">
                <a:extLst>
                  <a:ext uri="{FF2B5EF4-FFF2-40B4-BE49-F238E27FC236}">
                    <a16:creationId xmlns:a16="http://schemas.microsoft.com/office/drawing/2014/main" id="{24B682D0-3711-4590-9050-E853FDF89F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4" y="3042"/>
                <a:ext cx="53" cy="80"/>
              </a:xfrm>
              <a:custGeom>
                <a:avLst/>
                <a:gdLst>
                  <a:gd name="T0" fmla="*/ 0 w 35"/>
                  <a:gd name="T1" fmla="*/ 154 h 52"/>
                  <a:gd name="T2" fmla="*/ 94 w 35"/>
                  <a:gd name="T3" fmla="*/ 0 h 52"/>
                  <a:gd name="T4" fmla="*/ 14 w 35"/>
                  <a:gd name="T5" fmla="*/ 162 h 5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5" h="52">
                    <a:moveTo>
                      <a:pt x="0" y="42"/>
                    </a:moveTo>
                    <a:cubicBezTo>
                      <a:pt x="20" y="51"/>
                      <a:pt x="28" y="12"/>
                      <a:pt x="27" y="0"/>
                    </a:cubicBezTo>
                    <a:cubicBezTo>
                      <a:pt x="35" y="17"/>
                      <a:pt x="28" y="52"/>
                      <a:pt x="4" y="44"/>
                    </a:cubicBezTo>
                  </a:path>
                </a:pathLst>
              </a:custGeom>
              <a:solidFill>
                <a:srgbClr val="7E39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864" name="Freeform 63">
                <a:extLst>
                  <a:ext uri="{FF2B5EF4-FFF2-40B4-BE49-F238E27FC236}">
                    <a16:creationId xmlns:a16="http://schemas.microsoft.com/office/drawing/2014/main" id="{74176993-676E-4D05-9D36-FBD76E3CA4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4" y="1902"/>
                <a:ext cx="31" cy="354"/>
              </a:xfrm>
              <a:custGeom>
                <a:avLst/>
                <a:gdLst>
                  <a:gd name="T0" fmla="*/ 12 w 20"/>
                  <a:gd name="T1" fmla="*/ 363 h 232"/>
                  <a:gd name="T2" fmla="*/ 74 w 20"/>
                  <a:gd name="T3" fmla="*/ 824 h 232"/>
                  <a:gd name="T4" fmla="*/ 45 w 20"/>
                  <a:gd name="T5" fmla="*/ 406 h 232"/>
                  <a:gd name="T6" fmla="*/ 5 w 20"/>
                  <a:gd name="T7" fmla="*/ 0 h 232"/>
                  <a:gd name="T8" fmla="*/ 12 w 20"/>
                  <a:gd name="T9" fmla="*/ 363 h 2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232">
                    <a:moveTo>
                      <a:pt x="3" y="102"/>
                    </a:moveTo>
                    <a:cubicBezTo>
                      <a:pt x="4" y="122"/>
                      <a:pt x="13" y="204"/>
                      <a:pt x="20" y="232"/>
                    </a:cubicBezTo>
                    <a:cubicBezTo>
                      <a:pt x="18" y="216"/>
                      <a:pt x="13" y="167"/>
                      <a:pt x="12" y="114"/>
                    </a:cubicBezTo>
                    <a:cubicBezTo>
                      <a:pt x="11" y="61"/>
                      <a:pt x="6" y="24"/>
                      <a:pt x="1" y="0"/>
                    </a:cubicBezTo>
                    <a:cubicBezTo>
                      <a:pt x="0" y="25"/>
                      <a:pt x="2" y="79"/>
                      <a:pt x="3" y="102"/>
                    </a:cubicBezTo>
                  </a:path>
                </a:pathLst>
              </a:custGeom>
              <a:solidFill>
                <a:srgbClr val="7E39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865" name="Freeform 64">
                <a:extLst>
                  <a:ext uri="{FF2B5EF4-FFF2-40B4-BE49-F238E27FC236}">
                    <a16:creationId xmlns:a16="http://schemas.microsoft.com/office/drawing/2014/main" id="{EF206E4B-ACB6-4122-B969-BD81A1BED7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1" y="1507"/>
                <a:ext cx="40" cy="387"/>
              </a:xfrm>
              <a:custGeom>
                <a:avLst/>
                <a:gdLst>
                  <a:gd name="T0" fmla="*/ 83 w 26"/>
                  <a:gd name="T1" fmla="*/ 0 h 254"/>
                  <a:gd name="T2" fmla="*/ 83 w 26"/>
                  <a:gd name="T3" fmla="*/ 382 h 254"/>
                  <a:gd name="T4" fmla="*/ 35 w 26"/>
                  <a:gd name="T5" fmla="*/ 789 h 254"/>
                  <a:gd name="T6" fmla="*/ 22 w 26"/>
                  <a:gd name="T7" fmla="*/ 899 h 254"/>
                  <a:gd name="T8" fmla="*/ 28 w 26"/>
                  <a:gd name="T9" fmla="*/ 527 h 254"/>
                  <a:gd name="T10" fmla="*/ 83 w 26"/>
                  <a:gd name="T11" fmla="*/ 0 h 25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6" h="254">
                    <a:moveTo>
                      <a:pt x="23" y="0"/>
                    </a:moveTo>
                    <a:cubicBezTo>
                      <a:pt x="25" y="19"/>
                      <a:pt x="25" y="74"/>
                      <a:pt x="23" y="108"/>
                    </a:cubicBezTo>
                    <a:cubicBezTo>
                      <a:pt x="21" y="142"/>
                      <a:pt x="14" y="204"/>
                      <a:pt x="10" y="223"/>
                    </a:cubicBezTo>
                    <a:cubicBezTo>
                      <a:pt x="6" y="241"/>
                      <a:pt x="6" y="254"/>
                      <a:pt x="6" y="254"/>
                    </a:cubicBezTo>
                    <a:cubicBezTo>
                      <a:pt x="0" y="227"/>
                      <a:pt x="7" y="166"/>
                      <a:pt x="8" y="149"/>
                    </a:cubicBezTo>
                    <a:cubicBezTo>
                      <a:pt x="9" y="131"/>
                      <a:pt x="26" y="24"/>
                      <a:pt x="23" y="0"/>
                    </a:cubicBezTo>
                  </a:path>
                </a:pathLst>
              </a:custGeom>
              <a:solidFill>
                <a:srgbClr val="7E39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866" name="Freeform 65">
                <a:extLst>
                  <a:ext uri="{FF2B5EF4-FFF2-40B4-BE49-F238E27FC236}">
                    <a16:creationId xmlns:a16="http://schemas.microsoft.com/office/drawing/2014/main" id="{77406CF5-68C9-4BD8-8054-D88D4E609B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1" y="1919"/>
                <a:ext cx="26" cy="323"/>
              </a:xfrm>
              <a:custGeom>
                <a:avLst/>
                <a:gdLst>
                  <a:gd name="T0" fmla="*/ 0 w 17"/>
                  <a:gd name="T1" fmla="*/ 750 h 212"/>
                  <a:gd name="T2" fmla="*/ 21 w 17"/>
                  <a:gd name="T3" fmla="*/ 407 h 212"/>
                  <a:gd name="T4" fmla="*/ 54 w 17"/>
                  <a:gd name="T5" fmla="*/ 0 h 212"/>
                  <a:gd name="T6" fmla="*/ 57 w 17"/>
                  <a:gd name="T7" fmla="*/ 305 h 212"/>
                  <a:gd name="T8" fmla="*/ 0 w 17"/>
                  <a:gd name="T9" fmla="*/ 750 h 2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212">
                    <a:moveTo>
                      <a:pt x="0" y="212"/>
                    </a:moveTo>
                    <a:cubicBezTo>
                      <a:pt x="0" y="206"/>
                      <a:pt x="6" y="154"/>
                      <a:pt x="6" y="115"/>
                    </a:cubicBezTo>
                    <a:cubicBezTo>
                      <a:pt x="6" y="72"/>
                      <a:pt x="9" y="30"/>
                      <a:pt x="15" y="0"/>
                    </a:cubicBezTo>
                    <a:cubicBezTo>
                      <a:pt x="12" y="18"/>
                      <a:pt x="15" y="58"/>
                      <a:pt x="16" y="86"/>
                    </a:cubicBezTo>
                    <a:cubicBezTo>
                      <a:pt x="17" y="114"/>
                      <a:pt x="9" y="186"/>
                      <a:pt x="0" y="212"/>
                    </a:cubicBezTo>
                  </a:path>
                </a:pathLst>
              </a:custGeom>
              <a:solidFill>
                <a:srgbClr val="7E39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867" name="Freeform 66">
                <a:extLst>
                  <a:ext uri="{FF2B5EF4-FFF2-40B4-BE49-F238E27FC236}">
                    <a16:creationId xmlns:a16="http://schemas.microsoft.com/office/drawing/2014/main" id="{B12A1458-1813-4A4D-B1C5-72882D2C33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1" y="2178"/>
                <a:ext cx="40" cy="17"/>
              </a:xfrm>
              <a:custGeom>
                <a:avLst/>
                <a:gdLst>
                  <a:gd name="T0" fmla="*/ 28 w 26"/>
                  <a:gd name="T1" fmla="*/ 0 h 11"/>
                  <a:gd name="T2" fmla="*/ 28 w 26"/>
                  <a:gd name="T3" fmla="*/ 34 h 11"/>
                  <a:gd name="T4" fmla="*/ 66 w 26"/>
                  <a:gd name="T5" fmla="*/ 14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11">
                    <a:moveTo>
                      <a:pt x="8" y="0"/>
                    </a:moveTo>
                    <a:cubicBezTo>
                      <a:pt x="0" y="1"/>
                      <a:pt x="0" y="7"/>
                      <a:pt x="8" y="9"/>
                    </a:cubicBezTo>
                    <a:cubicBezTo>
                      <a:pt x="14" y="11"/>
                      <a:pt x="26" y="5"/>
                      <a:pt x="18" y="4"/>
                    </a:cubicBezTo>
                  </a:path>
                </a:pathLst>
              </a:custGeom>
              <a:solidFill>
                <a:srgbClr val="7E39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868" name="Freeform 67">
                <a:extLst>
                  <a:ext uri="{FF2B5EF4-FFF2-40B4-BE49-F238E27FC236}">
                    <a16:creationId xmlns:a16="http://schemas.microsoft.com/office/drawing/2014/main" id="{88AFF5D2-3EBE-42D4-8B24-C8A6006EB8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7" y="1638"/>
                <a:ext cx="39" cy="40"/>
              </a:xfrm>
              <a:custGeom>
                <a:avLst/>
                <a:gdLst>
                  <a:gd name="T0" fmla="*/ 26 w 26"/>
                  <a:gd name="T1" fmla="*/ 12 h 26"/>
                  <a:gd name="T2" fmla="*/ 54 w 26"/>
                  <a:gd name="T3" fmla="*/ 83 h 26"/>
                  <a:gd name="T4" fmla="*/ 86 w 26"/>
                  <a:gd name="T5" fmla="*/ 43 h 26"/>
                  <a:gd name="T6" fmla="*/ 53 w 26"/>
                  <a:gd name="T7" fmla="*/ 0 h 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26">
                    <a:moveTo>
                      <a:pt x="7" y="3"/>
                    </a:moveTo>
                    <a:cubicBezTo>
                      <a:pt x="0" y="11"/>
                      <a:pt x="4" y="26"/>
                      <a:pt x="16" y="23"/>
                    </a:cubicBezTo>
                    <a:cubicBezTo>
                      <a:pt x="21" y="22"/>
                      <a:pt x="24" y="17"/>
                      <a:pt x="25" y="12"/>
                    </a:cubicBezTo>
                    <a:cubicBezTo>
                      <a:pt x="26" y="5"/>
                      <a:pt x="20" y="2"/>
                      <a:pt x="15" y="0"/>
                    </a:cubicBezTo>
                  </a:path>
                </a:pathLst>
              </a:custGeom>
              <a:solidFill>
                <a:srgbClr val="6B2D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869" name="Freeform 68">
                <a:extLst>
                  <a:ext uri="{FF2B5EF4-FFF2-40B4-BE49-F238E27FC236}">
                    <a16:creationId xmlns:a16="http://schemas.microsoft.com/office/drawing/2014/main" id="{F9CAE4D6-7B0E-4D11-9337-1D89F78748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0" y="1632"/>
                <a:ext cx="58" cy="53"/>
              </a:xfrm>
              <a:custGeom>
                <a:avLst/>
                <a:gdLst>
                  <a:gd name="T0" fmla="*/ 67 w 38"/>
                  <a:gd name="T1" fmla="*/ 0 h 35"/>
                  <a:gd name="T2" fmla="*/ 26 w 38"/>
                  <a:gd name="T3" fmla="*/ 68 h 35"/>
                  <a:gd name="T4" fmla="*/ 107 w 38"/>
                  <a:gd name="T5" fmla="*/ 12 h 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8" h="35">
                    <a:moveTo>
                      <a:pt x="19" y="0"/>
                    </a:moveTo>
                    <a:cubicBezTo>
                      <a:pt x="9" y="0"/>
                      <a:pt x="0" y="11"/>
                      <a:pt x="7" y="20"/>
                    </a:cubicBezTo>
                    <a:cubicBezTo>
                      <a:pt x="17" y="35"/>
                      <a:pt x="38" y="18"/>
                      <a:pt x="30" y="3"/>
                    </a:cubicBezTo>
                  </a:path>
                </a:pathLst>
              </a:custGeom>
              <a:solidFill>
                <a:srgbClr val="6B2D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870" name="Freeform 69">
                <a:extLst>
                  <a:ext uri="{FF2B5EF4-FFF2-40B4-BE49-F238E27FC236}">
                    <a16:creationId xmlns:a16="http://schemas.microsoft.com/office/drawing/2014/main" id="{AD0DD077-B4F2-48B7-9233-6F8CF3167F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4" y="1507"/>
                <a:ext cx="6" cy="172"/>
              </a:xfrm>
              <a:custGeom>
                <a:avLst/>
                <a:gdLst>
                  <a:gd name="T0" fmla="*/ 0 w 4"/>
                  <a:gd name="T1" fmla="*/ 399 h 113"/>
                  <a:gd name="T2" fmla="*/ 0 w 4"/>
                  <a:gd name="T3" fmla="*/ 394 h 113"/>
                  <a:gd name="T4" fmla="*/ 0 w 4"/>
                  <a:gd name="T5" fmla="*/ 0 h 1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113">
                    <a:moveTo>
                      <a:pt x="0" y="113"/>
                    </a:moveTo>
                    <a:cubicBezTo>
                      <a:pt x="0" y="112"/>
                      <a:pt x="0" y="112"/>
                      <a:pt x="0" y="112"/>
                    </a:cubicBezTo>
                    <a:cubicBezTo>
                      <a:pt x="2" y="74"/>
                      <a:pt x="4" y="8"/>
                      <a:pt x="0" y="0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871" name="Freeform 70">
                <a:extLst>
                  <a:ext uri="{FF2B5EF4-FFF2-40B4-BE49-F238E27FC236}">
                    <a16:creationId xmlns:a16="http://schemas.microsoft.com/office/drawing/2014/main" id="{EC7CA6B9-4609-4E09-BB67-7CF983F2E0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9" y="1641"/>
                <a:ext cx="2" cy="5"/>
              </a:xfrm>
              <a:custGeom>
                <a:avLst/>
                <a:gdLst>
                  <a:gd name="T0" fmla="*/ 0 w 1"/>
                  <a:gd name="T1" fmla="*/ 13 h 3"/>
                  <a:gd name="T2" fmla="*/ 8 w 1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cubicBezTo>
                      <a:pt x="0" y="2"/>
                      <a:pt x="1" y="1"/>
                      <a:pt x="1" y="0"/>
                    </a:cubicBezTo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872" name="Freeform 71">
                <a:extLst>
                  <a:ext uri="{FF2B5EF4-FFF2-40B4-BE49-F238E27FC236}">
                    <a16:creationId xmlns:a16="http://schemas.microsoft.com/office/drawing/2014/main" id="{4DD115E8-8BAC-422F-A753-93DDA0D537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9" y="1632"/>
                <a:ext cx="37" cy="38"/>
              </a:xfrm>
              <a:custGeom>
                <a:avLst/>
                <a:gdLst>
                  <a:gd name="T0" fmla="*/ 45 w 24"/>
                  <a:gd name="T1" fmla="*/ 0 h 25"/>
                  <a:gd name="T2" fmla="*/ 88 w 24"/>
                  <a:gd name="T3" fmla="*/ 46 h 25"/>
                  <a:gd name="T4" fmla="*/ 45 w 24"/>
                  <a:gd name="T5" fmla="*/ 88 h 25"/>
                  <a:gd name="T6" fmla="*/ 0 w 24"/>
                  <a:gd name="T7" fmla="*/ 62 h 2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" h="25">
                    <a:moveTo>
                      <a:pt x="12" y="0"/>
                    </a:moveTo>
                    <a:cubicBezTo>
                      <a:pt x="18" y="0"/>
                      <a:pt x="24" y="6"/>
                      <a:pt x="24" y="13"/>
                    </a:cubicBezTo>
                    <a:cubicBezTo>
                      <a:pt x="24" y="20"/>
                      <a:pt x="18" y="25"/>
                      <a:pt x="12" y="25"/>
                    </a:cubicBezTo>
                    <a:cubicBezTo>
                      <a:pt x="7" y="25"/>
                      <a:pt x="2" y="22"/>
                      <a:pt x="0" y="18"/>
                    </a:cubicBezTo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873" name="Oval 72">
                <a:extLst>
                  <a:ext uri="{FF2B5EF4-FFF2-40B4-BE49-F238E27FC236}">
                    <a16:creationId xmlns:a16="http://schemas.microsoft.com/office/drawing/2014/main" id="{CEE3A3D9-D532-46D7-B753-B5184AF9D2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42" y="1646"/>
                <a:ext cx="10" cy="10"/>
              </a:xfrm>
              <a:prstGeom prst="ellipse">
                <a:avLst/>
              </a:prstGeom>
              <a:noFill/>
              <a:ln w="4763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874" name="Freeform 73">
                <a:extLst>
                  <a:ext uri="{FF2B5EF4-FFF2-40B4-BE49-F238E27FC236}">
                    <a16:creationId xmlns:a16="http://schemas.microsoft.com/office/drawing/2014/main" id="{AE6B272D-2C0A-4FB2-AD92-737089E877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6" y="2176"/>
                <a:ext cx="45" cy="13"/>
              </a:xfrm>
              <a:custGeom>
                <a:avLst/>
                <a:gdLst>
                  <a:gd name="T0" fmla="*/ 0 w 29"/>
                  <a:gd name="T1" fmla="*/ 29 h 8"/>
                  <a:gd name="T2" fmla="*/ 53 w 29"/>
                  <a:gd name="T3" fmla="*/ 0 h 8"/>
                  <a:gd name="T4" fmla="*/ 109 w 29"/>
                  <a:gd name="T5" fmla="*/ 34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9" h="8">
                    <a:moveTo>
                      <a:pt x="0" y="7"/>
                    </a:moveTo>
                    <a:cubicBezTo>
                      <a:pt x="6" y="1"/>
                      <a:pt x="7" y="0"/>
                      <a:pt x="14" y="0"/>
                    </a:cubicBezTo>
                    <a:cubicBezTo>
                      <a:pt x="20" y="0"/>
                      <a:pt x="22" y="1"/>
                      <a:pt x="29" y="8"/>
                    </a:cubicBezTo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875" name="Freeform 74">
                <a:extLst>
                  <a:ext uri="{FF2B5EF4-FFF2-40B4-BE49-F238E27FC236}">
                    <a16:creationId xmlns:a16="http://schemas.microsoft.com/office/drawing/2014/main" id="{3DD91E4B-B6A3-4E9D-8E22-DB7B705206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4" y="2182"/>
                <a:ext cx="29" cy="11"/>
              </a:xfrm>
              <a:custGeom>
                <a:avLst/>
                <a:gdLst>
                  <a:gd name="T0" fmla="*/ 0 w 19"/>
                  <a:gd name="T1" fmla="*/ 0 h 7"/>
                  <a:gd name="T2" fmla="*/ 67 w 19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7">
                    <a:moveTo>
                      <a:pt x="0" y="0"/>
                    </a:moveTo>
                    <a:cubicBezTo>
                      <a:pt x="2" y="7"/>
                      <a:pt x="16" y="7"/>
                      <a:pt x="19" y="0"/>
                    </a:cubicBezTo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876" name="Freeform 75">
                <a:extLst>
                  <a:ext uri="{FF2B5EF4-FFF2-40B4-BE49-F238E27FC236}">
                    <a16:creationId xmlns:a16="http://schemas.microsoft.com/office/drawing/2014/main" id="{22C2DC73-8814-4C75-B212-3E4B19317A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7" y="1507"/>
                <a:ext cx="6" cy="172"/>
              </a:xfrm>
              <a:custGeom>
                <a:avLst/>
                <a:gdLst>
                  <a:gd name="T0" fmla="*/ 12 w 4"/>
                  <a:gd name="T1" fmla="*/ 399 h 113"/>
                  <a:gd name="T2" fmla="*/ 12 w 4"/>
                  <a:gd name="T3" fmla="*/ 394 h 113"/>
                  <a:gd name="T4" fmla="*/ 14 w 4"/>
                  <a:gd name="T5" fmla="*/ 0 h 1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113">
                    <a:moveTo>
                      <a:pt x="3" y="113"/>
                    </a:moveTo>
                    <a:cubicBezTo>
                      <a:pt x="3" y="112"/>
                      <a:pt x="3" y="112"/>
                      <a:pt x="3" y="112"/>
                    </a:cubicBezTo>
                    <a:cubicBezTo>
                      <a:pt x="1" y="74"/>
                      <a:pt x="0" y="8"/>
                      <a:pt x="4" y="0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877" name="Freeform 76">
                <a:extLst>
                  <a:ext uri="{FF2B5EF4-FFF2-40B4-BE49-F238E27FC236}">
                    <a16:creationId xmlns:a16="http://schemas.microsoft.com/office/drawing/2014/main" id="{749221E5-7D87-4B3A-8ADD-3E74F83BBF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5" y="1647"/>
                <a:ext cx="1" cy="5"/>
              </a:xfrm>
              <a:custGeom>
                <a:avLst/>
                <a:gdLst>
                  <a:gd name="T0" fmla="*/ 1 w 1"/>
                  <a:gd name="T1" fmla="*/ 13 h 3"/>
                  <a:gd name="T2" fmla="*/ 0 w 1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1" y="3"/>
                    </a:moveTo>
                    <a:cubicBezTo>
                      <a:pt x="0" y="2"/>
                      <a:pt x="0" y="1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878" name="Freeform 77">
                <a:extLst>
                  <a:ext uri="{FF2B5EF4-FFF2-40B4-BE49-F238E27FC236}">
                    <a16:creationId xmlns:a16="http://schemas.microsoft.com/office/drawing/2014/main" id="{01C7A56F-7EB0-4725-BAAB-B937E74B63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0" y="1638"/>
                <a:ext cx="35" cy="38"/>
              </a:xfrm>
              <a:custGeom>
                <a:avLst/>
                <a:gdLst>
                  <a:gd name="T0" fmla="*/ 41 w 23"/>
                  <a:gd name="T1" fmla="*/ 0 h 25"/>
                  <a:gd name="T2" fmla="*/ 0 w 23"/>
                  <a:gd name="T3" fmla="*/ 46 h 25"/>
                  <a:gd name="T4" fmla="*/ 41 w 23"/>
                  <a:gd name="T5" fmla="*/ 88 h 25"/>
                  <a:gd name="T6" fmla="*/ 81 w 23"/>
                  <a:gd name="T7" fmla="*/ 62 h 2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" h="25">
                    <a:moveTo>
                      <a:pt x="12" y="0"/>
                    </a:moveTo>
                    <a:cubicBezTo>
                      <a:pt x="5" y="0"/>
                      <a:pt x="0" y="6"/>
                      <a:pt x="0" y="13"/>
                    </a:cubicBezTo>
                    <a:cubicBezTo>
                      <a:pt x="0" y="20"/>
                      <a:pt x="5" y="25"/>
                      <a:pt x="12" y="25"/>
                    </a:cubicBezTo>
                    <a:cubicBezTo>
                      <a:pt x="17" y="25"/>
                      <a:pt x="21" y="22"/>
                      <a:pt x="23" y="18"/>
                    </a:cubicBezTo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879" name="Oval 78">
                <a:extLst>
                  <a:ext uri="{FF2B5EF4-FFF2-40B4-BE49-F238E27FC236}">
                    <a16:creationId xmlns:a16="http://schemas.microsoft.com/office/drawing/2014/main" id="{0168D08B-6DCF-45F2-A6CE-4C9DE50516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83" y="1652"/>
                <a:ext cx="10" cy="10"/>
              </a:xfrm>
              <a:prstGeom prst="ellipse">
                <a:avLst/>
              </a:prstGeom>
              <a:noFill/>
              <a:ln w="4763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880" name="Freeform 79">
                <a:extLst>
                  <a:ext uri="{FF2B5EF4-FFF2-40B4-BE49-F238E27FC236}">
                    <a16:creationId xmlns:a16="http://schemas.microsoft.com/office/drawing/2014/main" id="{950655BF-9A36-415A-B8AB-FBF35CED8B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3" y="2158"/>
                <a:ext cx="42" cy="23"/>
              </a:xfrm>
              <a:custGeom>
                <a:avLst/>
                <a:gdLst>
                  <a:gd name="T0" fmla="*/ 0 w 28"/>
                  <a:gd name="T1" fmla="*/ 35 h 15"/>
                  <a:gd name="T2" fmla="*/ 75 w 28"/>
                  <a:gd name="T3" fmla="*/ 54 h 15"/>
                  <a:gd name="T4" fmla="*/ 0 w 28"/>
                  <a:gd name="T5" fmla="*/ 35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15">
                    <a:moveTo>
                      <a:pt x="0" y="10"/>
                    </a:moveTo>
                    <a:cubicBezTo>
                      <a:pt x="7" y="6"/>
                      <a:pt x="19" y="8"/>
                      <a:pt x="22" y="15"/>
                    </a:cubicBezTo>
                    <a:cubicBezTo>
                      <a:pt x="28" y="10"/>
                      <a:pt x="5" y="0"/>
                      <a:pt x="0" y="10"/>
                    </a:cubicBezTo>
                  </a:path>
                </a:pathLst>
              </a:custGeom>
              <a:solidFill>
                <a:srgbClr val="7E39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881" name="Freeform 80">
                <a:extLst>
                  <a:ext uri="{FF2B5EF4-FFF2-40B4-BE49-F238E27FC236}">
                    <a16:creationId xmlns:a16="http://schemas.microsoft.com/office/drawing/2014/main" id="{0A77B9EC-3662-458F-8AEF-30454A7969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3" y="1487"/>
                <a:ext cx="21" cy="40"/>
              </a:xfrm>
              <a:custGeom>
                <a:avLst/>
                <a:gdLst>
                  <a:gd name="T0" fmla="*/ 0 w 14"/>
                  <a:gd name="T1" fmla="*/ 95 h 26"/>
                  <a:gd name="T2" fmla="*/ 0 w 14"/>
                  <a:gd name="T3" fmla="*/ 95 h 26"/>
                  <a:gd name="T4" fmla="*/ 48 w 14"/>
                  <a:gd name="T5" fmla="*/ 5 h 26"/>
                  <a:gd name="T6" fmla="*/ 41 w 14"/>
                  <a:gd name="T7" fmla="*/ 0 h 26"/>
                  <a:gd name="T8" fmla="*/ 0 w 14"/>
                  <a:gd name="T9" fmla="*/ 95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26">
                    <a:moveTo>
                      <a:pt x="0" y="26"/>
                    </a:moveTo>
                    <a:cubicBezTo>
                      <a:pt x="0" y="26"/>
                      <a:pt x="0" y="26"/>
                      <a:pt x="0" y="26"/>
                    </a:cubicBezTo>
                    <a:cubicBezTo>
                      <a:pt x="8" y="20"/>
                      <a:pt x="8" y="12"/>
                      <a:pt x="14" y="1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6" y="11"/>
                      <a:pt x="8" y="20"/>
                      <a:pt x="0" y="26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882" name="Freeform 81">
                <a:extLst>
                  <a:ext uri="{FF2B5EF4-FFF2-40B4-BE49-F238E27FC236}">
                    <a16:creationId xmlns:a16="http://schemas.microsoft.com/office/drawing/2014/main" id="{F370E604-238F-40F0-A317-E7AFAACCFD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0" y="1487"/>
                <a:ext cx="34" cy="40"/>
              </a:xfrm>
              <a:custGeom>
                <a:avLst/>
                <a:gdLst>
                  <a:gd name="T0" fmla="*/ 0 w 22"/>
                  <a:gd name="T1" fmla="*/ 5 h 26"/>
                  <a:gd name="T2" fmla="*/ 82 w 22"/>
                  <a:gd name="T3" fmla="*/ 95 h 26"/>
                  <a:gd name="T4" fmla="*/ 8 w 22"/>
                  <a:gd name="T5" fmla="*/ 0 h 26"/>
                  <a:gd name="T6" fmla="*/ 0 w 22"/>
                  <a:gd name="T7" fmla="*/ 5 h 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" h="26">
                    <a:moveTo>
                      <a:pt x="0" y="1"/>
                    </a:moveTo>
                    <a:cubicBezTo>
                      <a:pt x="6" y="12"/>
                      <a:pt x="14" y="20"/>
                      <a:pt x="22" y="26"/>
                    </a:cubicBezTo>
                    <a:cubicBezTo>
                      <a:pt x="14" y="20"/>
                      <a:pt x="8" y="11"/>
                      <a:pt x="2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883" name="Freeform 82">
                <a:extLst>
                  <a:ext uri="{FF2B5EF4-FFF2-40B4-BE49-F238E27FC236}">
                    <a16:creationId xmlns:a16="http://schemas.microsoft.com/office/drawing/2014/main" id="{01179B4B-02EB-4C34-8E91-465232D805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0" y="2437"/>
                <a:ext cx="28" cy="90"/>
              </a:xfrm>
              <a:custGeom>
                <a:avLst/>
                <a:gdLst>
                  <a:gd name="T0" fmla="*/ 56 w 18"/>
                  <a:gd name="T1" fmla="*/ 18 h 59"/>
                  <a:gd name="T2" fmla="*/ 56 w 18"/>
                  <a:gd name="T3" fmla="*/ 149 h 59"/>
                  <a:gd name="T4" fmla="*/ 0 w 18"/>
                  <a:gd name="T5" fmla="*/ 209 h 59"/>
                  <a:gd name="T6" fmla="*/ 30 w 18"/>
                  <a:gd name="T7" fmla="*/ 174 h 59"/>
                  <a:gd name="T8" fmla="*/ 12 w 18"/>
                  <a:gd name="T9" fmla="*/ 128 h 59"/>
                  <a:gd name="T10" fmla="*/ 30 w 18"/>
                  <a:gd name="T11" fmla="*/ 79 h 59"/>
                  <a:gd name="T12" fmla="*/ 48 w 18"/>
                  <a:gd name="T13" fmla="*/ 0 h 5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59">
                    <a:moveTo>
                      <a:pt x="15" y="5"/>
                    </a:moveTo>
                    <a:cubicBezTo>
                      <a:pt x="17" y="17"/>
                      <a:pt x="18" y="30"/>
                      <a:pt x="15" y="42"/>
                    </a:cubicBezTo>
                    <a:cubicBezTo>
                      <a:pt x="13" y="52"/>
                      <a:pt x="10" y="56"/>
                      <a:pt x="0" y="59"/>
                    </a:cubicBezTo>
                    <a:cubicBezTo>
                      <a:pt x="4" y="56"/>
                      <a:pt x="8" y="54"/>
                      <a:pt x="8" y="49"/>
                    </a:cubicBezTo>
                    <a:cubicBezTo>
                      <a:pt x="9" y="43"/>
                      <a:pt x="4" y="40"/>
                      <a:pt x="3" y="36"/>
                    </a:cubicBezTo>
                    <a:cubicBezTo>
                      <a:pt x="1" y="30"/>
                      <a:pt x="6" y="26"/>
                      <a:pt x="8" y="22"/>
                    </a:cubicBezTo>
                    <a:cubicBezTo>
                      <a:pt x="11" y="15"/>
                      <a:pt x="12" y="7"/>
                      <a:pt x="13" y="0"/>
                    </a:cubicBezTo>
                  </a:path>
                </a:pathLst>
              </a:custGeom>
              <a:solidFill>
                <a:srgbClr val="7E39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884" name="Freeform 83">
                <a:extLst>
                  <a:ext uri="{FF2B5EF4-FFF2-40B4-BE49-F238E27FC236}">
                    <a16:creationId xmlns:a16="http://schemas.microsoft.com/office/drawing/2014/main" id="{67858BD8-1B5D-4D7C-BD7C-191E59C687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2" y="2170"/>
                <a:ext cx="28" cy="37"/>
              </a:xfrm>
              <a:custGeom>
                <a:avLst/>
                <a:gdLst>
                  <a:gd name="T0" fmla="*/ 56 w 18"/>
                  <a:gd name="T1" fmla="*/ 0 h 24"/>
                  <a:gd name="T2" fmla="*/ 68 w 18"/>
                  <a:gd name="T3" fmla="*/ 88 h 24"/>
                  <a:gd name="T4" fmla="*/ 39 w 18"/>
                  <a:gd name="T5" fmla="*/ 14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24">
                    <a:moveTo>
                      <a:pt x="15" y="0"/>
                    </a:moveTo>
                    <a:cubicBezTo>
                      <a:pt x="3" y="8"/>
                      <a:pt x="12" y="17"/>
                      <a:pt x="18" y="24"/>
                    </a:cubicBezTo>
                    <a:cubicBezTo>
                      <a:pt x="11" y="23"/>
                      <a:pt x="0" y="8"/>
                      <a:pt x="10" y="4"/>
                    </a:cubicBezTo>
                  </a:path>
                </a:pathLst>
              </a:custGeom>
              <a:solidFill>
                <a:srgbClr val="7E39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885" name="Freeform 84">
                <a:extLst>
                  <a:ext uri="{FF2B5EF4-FFF2-40B4-BE49-F238E27FC236}">
                    <a16:creationId xmlns:a16="http://schemas.microsoft.com/office/drawing/2014/main" id="{F42E15D1-4AC8-40E5-A77C-E5F7347A08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4" y="2195"/>
                <a:ext cx="286" cy="212"/>
              </a:xfrm>
              <a:custGeom>
                <a:avLst/>
                <a:gdLst>
                  <a:gd name="T0" fmla="*/ 0 w 187"/>
                  <a:gd name="T1" fmla="*/ 482 h 139"/>
                  <a:gd name="T2" fmla="*/ 187 w 187"/>
                  <a:gd name="T3" fmla="*/ 413 h 139"/>
                  <a:gd name="T4" fmla="*/ 384 w 187"/>
                  <a:gd name="T5" fmla="*/ 310 h 139"/>
                  <a:gd name="T6" fmla="*/ 668 w 187"/>
                  <a:gd name="T7" fmla="*/ 0 h 139"/>
                  <a:gd name="T8" fmla="*/ 619 w 187"/>
                  <a:gd name="T9" fmla="*/ 217 h 139"/>
                  <a:gd name="T10" fmla="*/ 430 w 187"/>
                  <a:gd name="T11" fmla="*/ 363 h 139"/>
                  <a:gd name="T12" fmla="*/ 216 w 187"/>
                  <a:gd name="T13" fmla="*/ 451 h 139"/>
                  <a:gd name="T14" fmla="*/ 107 w 187"/>
                  <a:gd name="T15" fmla="*/ 482 h 139"/>
                  <a:gd name="T16" fmla="*/ 18 w 187"/>
                  <a:gd name="T17" fmla="*/ 493 h 13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87" h="139">
                    <a:moveTo>
                      <a:pt x="0" y="136"/>
                    </a:moveTo>
                    <a:cubicBezTo>
                      <a:pt x="16" y="138"/>
                      <a:pt x="37" y="123"/>
                      <a:pt x="52" y="117"/>
                    </a:cubicBezTo>
                    <a:cubicBezTo>
                      <a:pt x="72" y="109"/>
                      <a:pt x="91" y="101"/>
                      <a:pt x="107" y="87"/>
                    </a:cubicBezTo>
                    <a:cubicBezTo>
                      <a:pt x="135" y="64"/>
                      <a:pt x="172" y="34"/>
                      <a:pt x="187" y="0"/>
                    </a:cubicBezTo>
                    <a:cubicBezTo>
                      <a:pt x="186" y="21"/>
                      <a:pt x="186" y="44"/>
                      <a:pt x="173" y="61"/>
                    </a:cubicBezTo>
                    <a:cubicBezTo>
                      <a:pt x="159" y="79"/>
                      <a:pt x="140" y="91"/>
                      <a:pt x="120" y="102"/>
                    </a:cubicBezTo>
                    <a:cubicBezTo>
                      <a:pt x="101" y="112"/>
                      <a:pt x="81" y="122"/>
                      <a:pt x="60" y="127"/>
                    </a:cubicBezTo>
                    <a:cubicBezTo>
                      <a:pt x="50" y="130"/>
                      <a:pt x="40" y="134"/>
                      <a:pt x="30" y="136"/>
                    </a:cubicBezTo>
                    <a:cubicBezTo>
                      <a:pt x="22" y="137"/>
                      <a:pt x="11" y="137"/>
                      <a:pt x="5" y="139"/>
                    </a:cubicBezTo>
                  </a:path>
                </a:pathLst>
              </a:custGeom>
              <a:solidFill>
                <a:srgbClr val="7E39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886" name="Freeform 85">
                <a:extLst>
                  <a:ext uri="{FF2B5EF4-FFF2-40B4-BE49-F238E27FC236}">
                    <a16:creationId xmlns:a16="http://schemas.microsoft.com/office/drawing/2014/main" id="{3B15BF41-BAA8-4E26-9168-27A024D469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2" y="1694"/>
                <a:ext cx="54" cy="23"/>
              </a:xfrm>
              <a:custGeom>
                <a:avLst/>
                <a:gdLst>
                  <a:gd name="T0" fmla="*/ 0 w 35"/>
                  <a:gd name="T1" fmla="*/ 0 h 15"/>
                  <a:gd name="T2" fmla="*/ 128 w 35"/>
                  <a:gd name="T3" fmla="*/ 54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5" h="15">
                    <a:moveTo>
                      <a:pt x="0" y="0"/>
                    </a:moveTo>
                    <a:cubicBezTo>
                      <a:pt x="0" y="0"/>
                      <a:pt x="15" y="13"/>
                      <a:pt x="35" y="15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887" name="Freeform 86">
                <a:extLst>
                  <a:ext uri="{FF2B5EF4-FFF2-40B4-BE49-F238E27FC236}">
                    <a16:creationId xmlns:a16="http://schemas.microsoft.com/office/drawing/2014/main" id="{05AE67B6-F5E4-464F-ABD5-0F2EAE7F33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1" y="1690"/>
                <a:ext cx="53" cy="24"/>
              </a:xfrm>
              <a:custGeom>
                <a:avLst/>
                <a:gdLst>
                  <a:gd name="T0" fmla="*/ 121 w 35"/>
                  <a:gd name="T1" fmla="*/ 0 h 16"/>
                  <a:gd name="T2" fmla="*/ 0 w 35"/>
                  <a:gd name="T3" fmla="*/ 54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5" h="16">
                    <a:moveTo>
                      <a:pt x="35" y="0"/>
                    </a:moveTo>
                    <a:cubicBezTo>
                      <a:pt x="35" y="0"/>
                      <a:pt x="23" y="14"/>
                      <a:pt x="0" y="16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888" name="Freeform 87">
                <a:extLst>
                  <a:ext uri="{FF2B5EF4-FFF2-40B4-BE49-F238E27FC236}">
                    <a16:creationId xmlns:a16="http://schemas.microsoft.com/office/drawing/2014/main" id="{438112EC-89EB-4CAD-9B5E-9FCA024C6E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1" y="2390"/>
                <a:ext cx="156" cy="300"/>
              </a:xfrm>
              <a:custGeom>
                <a:avLst/>
                <a:gdLst>
                  <a:gd name="T0" fmla="*/ 0 w 102"/>
                  <a:gd name="T1" fmla="*/ 0 h 197"/>
                  <a:gd name="T2" fmla="*/ 93 w 102"/>
                  <a:gd name="T3" fmla="*/ 46 h 197"/>
                  <a:gd name="T4" fmla="*/ 171 w 102"/>
                  <a:gd name="T5" fmla="*/ 67 h 197"/>
                  <a:gd name="T6" fmla="*/ 304 w 102"/>
                  <a:gd name="T7" fmla="*/ 93 h 197"/>
                  <a:gd name="T8" fmla="*/ 283 w 102"/>
                  <a:gd name="T9" fmla="*/ 216 h 197"/>
                  <a:gd name="T10" fmla="*/ 323 w 102"/>
                  <a:gd name="T11" fmla="*/ 343 h 197"/>
                  <a:gd name="T12" fmla="*/ 326 w 102"/>
                  <a:gd name="T13" fmla="*/ 696 h 197"/>
                  <a:gd name="T14" fmla="*/ 283 w 102"/>
                  <a:gd name="T15" fmla="*/ 405 h 197"/>
                  <a:gd name="T16" fmla="*/ 225 w 102"/>
                  <a:gd name="T17" fmla="*/ 218 h 197"/>
                  <a:gd name="T18" fmla="*/ 133 w 102"/>
                  <a:gd name="T19" fmla="*/ 75 h 197"/>
                  <a:gd name="T20" fmla="*/ 8 w 102"/>
                  <a:gd name="T21" fmla="*/ 12 h 19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02" h="197">
                    <a:moveTo>
                      <a:pt x="0" y="0"/>
                    </a:moveTo>
                    <a:cubicBezTo>
                      <a:pt x="9" y="0"/>
                      <a:pt x="18" y="10"/>
                      <a:pt x="26" y="13"/>
                    </a:cubicBezTo>
                    <a:cubicBezTo>
                      <a:pt x="33" y="16"/>
                      <a:pt x="41" y="17"/>
                      <a:pt x="48" y="19"/>
                    </a:cubicBezTo>
                    <a:cubicBezTo>
                      <a:pt x="59" y="21"/>
                      <a:pt x="74" y="21"/>
                      <a:pt x="85" y="26"/>
                    </a:cubicBezTo>
                    <a:cubicBezTo>
                      <a:pt x="86" y="37"/>
                      <a:pt x="78" y="49"/>
                      <a:pt x="79" y="61"/>
                    </a:cubicBezTo>
                    <a:cubicBezTo>
                      <a:pt x="79" y="75"/>
                      <a:pt x="85" y="84"/>
                      <a:pt x="90" y="97"/>
                    </a:cubicBezTo>
                    <a:cubicBezTo>
                      <a:pt x="102" y="127"/>
                      <a:pt x="96" y="166"/>
                      <a:pt x="91" y="197"/>
                    </a:cubicBezTo>
                    <a:cubicBezTo>
                      <a:pt x="85" y="171"/>
                      <a:pt x="85" y="142"/>
                      <a:pt x="79" y="115"/>
                    </a:cubicBezTo>
                    <a:cubicBezTo>
                      <a:pt x="75" y="97"/>
                      <a:pt x="68" y="80"/>
                      <a:pt x="63" y="62"/>
                    </a:cubicBezTo>
                    <a:cubicBezTo>
                      <a:pt x="59" y="47"/>
                      <a:pt x="50" y="31"/>
                      <a:pt x="37" y="21"/>
                    </a:cubicBezTo>
                    <a:cubicBezTo>
                      <a:pt x="26" y="13"/>
                      <a:pt x="11" y="14"/>
                      <a:pt x="2" y="3"/>
                    </a:cubicBezTo>
                  </a:path>
                </a:pathLst>
              </a:custGeom>
              <a:solidFill>
                <a:srgbClr val="7E39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889" name="Freeform 88">
                <a:extLst>
                  <a:ext uri="{FF2B5EF4-FFF2-40B4-BE49-F238E27FC236}">
                    <a16:creationId xmlns:a16="http://schemas.microsoft.com/office/drawing/2014/main" id="{9AF7AA5E-D435-4E0F-B73D-519220A724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6" y="2550"/>
                <a:ext cx="20" cy="317"/>
              </a:xfrm>
              <a:custGeom>
                <a:avLst/>
                <a:gdLst>
                  <a:gd name="T0" fmla="*/ 12 w 13"/>
                  <a:gd name="T1" fmla="*/ 0 h 208"/>
                  <a:gd name="T2" fmla="*/ 18 w 13"/>
                  <a:gd name="T3" fmla="*/ 372 h 208"/>
                  <a:gd name="T4" fmla="*/ 26 w 13"/>
                  <a:gd name="T5" fmla="*/ 567 h 208"/>
                  <a:gd name="T6" fmla="*/ 40 w 13"/>
                  <a:gd name="T7" fmla="*/ 736 h 208"/>
                  <a:gd name="T8" fmla="*/ 28 w 13"/>
                  <a:gd name="T9" fmla="*/ 258 h 208"/>
                  <a:gd name="T10" fmla="*/ 8 w 13"/>
                  <a:gd name="T11" fmla="*/ 12 h 20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" h="208">
                    <a:moveTo>
                      <a:pt x="3" y="0"/>
                    </a:moveTo>
                    <a:cubicBezTo>
                      <a:pt x="6" y="34"/>
                      <a:pt x="5" y="71"/>
                      <a:pt x="5" y="105"/>
                    </a:cubicBezTo>
                    <a:cubicBezTo>
                      <a:pt x="5" y="124"/>
                      <a:pt x="6" y="141"/>
                      <a:pt x="7" y="160"/>
                    </a:cubicBezTo>
                    <a:cubicBezTo>
                      <a:pt x="8" y="176"/>
                      <a:pt x="8" y="193"/>
                      <a:pt x="11" y="208"/>
                    </a:cubicBezTo>
                    <a:cubicBezTo>
                      <a:pt x="12" y="163"/>
                      <a:pt x="13" y="117"/>
                      <a:pt x="8" y="73"/>
                    </a:cubicBezTo>
                    <a:cubicBezTo>
                      <a:pt x="6" y="51"/>
                      <a:pt x="0" y="26"/>
                      <a:pt x="2" y="3"/>
                    </a:cubicBezTo>
                  </a:path>
                </a:pathLst>
              </a:custGeom>
              <a:solidFill>
                <a:srgbClr val="7E39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890" name="Freeform 89">
                <a:extLst>
                  <a:ext uri="{FF2B5EF4-FFF2-40B4-BE49-F238E27FC236}">
                    <a16:creationId xmlns:a16="http://schemas.microsoft.com/office/drawing/2014/main" id="{C2EFC7FC-0369-4D8A-8924-7996263C3E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3" y="1518"/>
                <a:ext cx="18" cy="230"/>
              </a:xfrm>
              <a:custGeom>
                <a:avLst/>
                <a:gdLst>
                  <a:gd name="T0" fmla="*/ 0 w 12"/>
                  <a:gd name="T1" fmla="*/ 0 h 151"/>
                  <a:gd name="T2" fmla="*/ 12 w 12"/>
                  <a:gd name="T3" fmla="*/ 297 h 151"/>
                  <a:gd name="T4" fmla="*/ 32 w 12"/>
                  <a:gd name="T5" fmla="*/ 533 h 151"/>
                  <a:gd name="T6" fmla="*/ 12 w 12"/>
                  <a:gd name="T7" fmla="*/ 8 h 15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151">
                    <a:moveTo>
                      <a:pt x="0" y="0"/>
                    </a:moveTo>
                    <a:cubicBezTo>
                      <a:pt x="9" y="23"/>
                      <a:pt x="3" y="59"/>
                      <a:pt x="3" y="84"/>
                    </a:cubicBezTo>
                    <a:cubicBezTo>
                      <a:pt x="3" y="107"/>
                      <a:pt x="6" y="129"/>
                      <a:pt x="9" y="151"/>
                    </a:cubicBezTo>
                    <a:cubicBezTo>
                      <a:pt x="9" y="101"/>
                      <a:pt x="12" y="49"/>
                      <a:pt x="3" y="2"/>
                    </a:cubicBezTo>
                  </a:path>
                </a:pathLst>
              </a:custGeom>
              <a:solidFill>
                <a:srgbClr val="7E39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891" name="Freeform 90">
                <a:extLst>
                  <a:ext uri="{FF2B5EF4-FFF2-40B4-BE49-F238E27FC236}">
                    <a16:creationId xmlns:a16="http://schemas.microsoft.com/office/drawing/2014/main" id="{C6112DFA-0920-4DB9-A639-7CB7D79B8B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8" y="1033"/>
                <a:ext cx="998" cy="3002"/>
              </a:xfrm>
              <a:custGeom>
                <a:avLst/>
                <a:gdLst>
                  <a:gd name="T0" fmla="*/ 2285 w 653"/>
                  <a:gd name="T1" fmla="*/ 2613 h 1969"/>
                  <a:gd name="T2" fmla="*/ 2109 w 653"/>
                  <a:gd name="T3" fmla="*/ 1201 h 1969"/>
                  <a:gd name="T4" fmla="*/ 1460 w 653"/>
                  <a:gd name="T5" fmla="*/ 377 h 1969"/>
                  <a:gd name="T6" fmla="*/ 845 w 653"/>
                  <a:gd name="T7" fmla="*/ 390 h 1969"/>
                  <a:gd name="T8" fmla="*/ 194 w 653"/>
                  <a:gd name="T9" fmla="*/ 1268 h 1969"/>
                  <a:gd name="T10" fmla="*/ 40 w 653"/>
                  <a:gd name="T11" fmla="*/ 2613 h 1969"/>
                  <a:gd name="T12" fmla="*/ 0 w 653"/>
                  <a:gd name="T13" fmla="*/ 3034 h 1969"/>
                  <a:gd name="T14" fmla="*/ 66 w 653"/>
                  <a:gd name="T15" fmla="*/ 3514 h 1969"/>
                  <a:gd name="T16" fmla="*/ 257 w 653"/>
                  <a:gd name="T17" fmla="*/ 3722 h 1969"/>
                  <a:gd name="T18" fmla="*/ 283 w 653"/>
                  <a:gd name="T19" fmla="*/ 3694 h 1969"/>
                  <a:gd name="T20" fmla="*/ 359 w 653"/>
                  <a:gd name="T21" fmla="*/ 3690 h 1969"/>
                  <a:gd name="T22" fmla="*/ 374 w 653"/>
                  <a:gd name="T23" fmla="*/ 3636 h 1969"/>
                  <a:gd name="T24" fmla="*/ 284 w 653"/>
                  <a:gd name="T25" fmla="*/ 3519 h 1969"/>
                  <a:gd name="T26" fmla="*/ 235 w 653"/>
                  <a:gd name="T27" fmla="*/ 3484 h 1969"/>
                  <a:gd name="T28" fmla="*/ 225 w 653"/>
                  <a:gd name="T29" fmla="*/ 3264 h 1969"/>
                  <a:gd name="T30" fmla="*/ 390 w 653"/>
                  <a:gd name="T31" fmla="*/ 3385 h 1969"/>
                  <a:gd name="T32" fmla="*/ 203 w 653"/>
                  <a:gd name="T33" fmla="*/ 2987 h 1969"/>
                  <a:gd name="T34" fmla="*/ 194 w 653"/>
                  <a:gd name="T35" fmla="*/ 2964 h 1969"/>
                  <a:gd name="T36" fmla="*/ 403 w 653"/>
                  <a:gd name="T37" fmla="*/ 2006 h 1969"/>
                  <a:gd name="T38" fmla="*/ 458 w 653"/>
                  <a:gd name="T39" fmla="*/ 1499 h 1969"/>
                  <a:gd name="T40" fmla="*/ 500 w 653"/>
                  <a:gd name="T41" fmla="*/ 2052 h 1969"/>
                  <a:gd name="T42" fmla="*/ 588 w 653"/>
                  <a:gd name="T43" fmla="*/ 4493 h 1969"/>
                  <a:gd name="T44" fmla="*/ 601 w 653"/>
                  <a:gd name="T45" fmla="*/ 5560 h 1969"/>
                  <a:gd name="T46" fmla="*/ 676 w 653"/>
                  <a:gd name="T47" fmla="*/ 6510 h 1969"/>
                  <a:gd name="T48" fmla="*/ 521 w 653"/>
                  <a:gd name="T49" fmla="*/ 6797 h 1969"/>
                  <a:gd name="T50" fmla="*/ 518 w 653"/>
                  <a:gd name="T51" fmla="*/ 6872 h 1969"/>
                  <a:gd name="T52" fmla="*/ 561 w 653"/>
                  <a:gd name="T53" fmla="*/ 6911 h 1969"/>
                  <a:gd name="T54" fmla="*/ 703 w 653"/>
                  <a:gd name="T55" fmla="*/ 6937 h 1969"/>
                  <a:gd name="T56" fmla="*/ 859 w 653"/>
                  <a:gd name="T57" fmla="*/ 6849 h 1969"/>
                  <a:gd name="T58" fmla="*/ 867 w 653"/>
                  <a:gd name="T59" fmla="*/ 6452 h 1969"/>
                  <a:gd name="T60" fmla="*/ 928 w 653"/>
                  <a:gd name="T61" fmla="*/ 5836 h 1969"/>
                  <a:gd name="T62" fmla="*/ 1026 w 653"/>
                  <a:gd name="T63" fmla="*/ 4745 h 1969"/>
                  <a:gd name="T64" fmla="*/ 1243 w 653"/>
                  <a:gd name="T65" fmla="*/ 3464 h 1969"/>
                  <a:gd name="T66" fmla="*/ 1285 w 653"/>
                  <a:gd name="T67" fmla="*/ 4857 h 1969"/>
                  <a:gd name="T68" fmla="*/ 1359 w 653"/>
                  <a:gd name="T69" fmla="*/ 5884 h 1969"/>
                  <a:gd name="T70" fmla="*/ 1406 w 653"/>
                  <a:gd name="T71" fmla="*/ 6673 h 1969"/>
                  <a:gd name="T72" fmla="*/ 1453 w 653"/>
                  <a:gd name="T73" fmla="*/ 6917 h 1969"/>
                  <a:gd name="T74" fmla="*/ 1663 w 653"/>
                  <a:gd name="T75" fmla="*/ 6943 h 1969"/>
                  <a:gd name="T76" fmla="*/ 1736 w 653"/>
                  <a:gd name="T77" fmla="*/ 6916 h 1969"/>
                  <a:gd name="T78" fmla="*/ 1776 w 653"/>
                  <a:gd name="T79" fmla="*/ 6872 h 1969"/>
                  <a:gd name="T80" fmla="*/ 1736 w 653"/>
                  <a:gd name="T81" fmla="*/ 6740 h 1969"/>
                  <a:gd name="T82" fmla="*/ 1623 w 653"/>
                  <a:gd name="T83" fmla="*/ 6399 h 1969"/>
                  <a:gd name="T84" fmla="*/ 1681 w 653"/>
                  <a:gd name="T85" fmla="*/ 4972 h 1969"/>
                  <a:gd name="T86" fmla="*/ 1803 w 653"/>
                  <a:gd name="T87" fmla="*/ 3147 h 1969"/>
                  <a:gd name="T88" fmla="*/ 1810 w 653"/>
                  <a:gd name="T89" fmla="*/ 1729 h 1969"/>
                  <a:gd name="T90" fmla="*/ 1860 w 653"/>
                  <a:gd name="T91" fmla="*/ 1576 h 1969"/>
                  <a:gd name="T92" fmla="*/ 1981 w 653"/>
                  <a:gd name="T93" fmla="*/ 2339 h 1969"/>
                  <a:gd name="T94" fmla="*/ 2117 w 653"/>
                  <a:gd name="T95" fmla="*/ 2965 h 1969"/>
                  <a:gd name="T96" fmla="*/ 1927 w 653"/>
                  <a:gd name="T97" fmla="*/ 3359 h 1969"/>
                  <a:gd name="T98" fmla="*/ 2101 w 653"/>
                  <a:gd name="T99" fmla="*/ 3331 h 1969"/>
                  <a:gd name="T100" fmla="*/ 2034 w 653"/>
                  <a:gd name="T101" fmla="*/ 3494 h 1969"/>
                  <a:gd name="T102" fmla="*/ 1972 w 653"/>
                  <a:gd name="T103" fmla="*/ 3615 h 1969"/>
                  <a:gd name="T104" fmla="*/ 2039 w 653"/>
                  <a:gd name="T105" fmla="*/ 3668 h 1969"/>
                  <a:gd name="T106" fmla="*/ 2192 w 653"/>
                  <a:gd name="T107" fmla="*/ 3612 h 1969"/>
                  <a:gd name="T108" fmla="*/ 2303 w 653"/>
                  <a:gd name="T109" fmla="*/ 3240 h 1969"/>
                  <a:gd name="T110" fmla="*/ 2312 w 653"/>
                  <a:gd name="T111" fmla="*/ 2906 h 1969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0" t="0" r="r" b="b"/>
                <a:pathLst>
                  <a:path w="653" h="1969">
                    <a:moveTo>
                      <a:pt x="648" y="820"/>
                    </a:moveTo>
                    <a:cubicBezTo>
                      <a:pt x="646" y="811"/>
                      <a:pt x="646" y="802"/>
                      <a:pt x="644" y="791"/>
                    </a:cubicBezTo>
                    <a:cubicBezTo>
                      <a:pt x="641" y="779"/>
                      <a:pt x="641" y="754"/>
                      <a:pt x="640" y="737"/>
                    </a:cubicBezTo>
                    <a:cubicBezTo>
                      <a:pt x="639" y="708"/>
                      <a:pt x="639" y="595"/>
                      <a:pt x="623" y="554"/>
                    </a:cubicBezTo>
                    <a:cubicBezTo>
                      <a:pt x="619" y="541"/>
                      <a:pt x="616" y="521"/>
                      <a:pt x="616" y="491"/>
                    </a:cubicBezTo>
                    <a:cubicBezTo>
                      <a:pt x="607" y="410"/>
                      <a:pt x="590" y="364"/>
                      <a:pt x="591" y="339"/>
                    </a:cubicBezTo>
                    <a:cubicBezTo>
                      <a:pt x="590" y="299"/>
                      <a:pt x="568" y="252"/>
                      <a:pt x="558" y="230"/>
                    </a:cubicBezTo>
                    <a:cubicBezTo>
                      <a:pt x="545" y="202"/>
                      <a:pt x="494" y="162"/>
                      <a:pt x="480" y="156"/>
                    </a:cubicBezTo>
                    <a:cubicBezTo>
                      <a:pt x="474" y="153"/>
                      <a:pt x="439" y="125"/>
                      <a:pt x="409" y="106"/>
                    </a:cubicBezTo>
                    <a:cubicBezTo>
                      <a:pt x="378" y="79"/>
                      <a:pt x="389" y="14"/>
                      <a:pt x="389" y="1"/>
                    </a:cubicBezTo>
                    <a:cubicBezTo>
                      <a:pt x="251" y="0"/>
                      <a:pt x="251" y="0"/>
                      <a:pt x="251" y="0"/>
                    </a:cubicBezTo>
                    <a:cubicBezTo>
                      <a:pt x="252" y="16"/>
                      <a:pt x="265" y="79"/>
                      <a:pt x="237" y="110"/>
                    </a:cubicBezTo>
                    <a:cubicBezTo>
                      <a:pt x="226" y="116"/>
                      <a:pt x="162" y="168"/>
                      <a:pt x="145" y="175"/>
                    </a:cubicBezTo>
                    <a:cubicBezTo>
                      <a:pt x="115" y="188"/>
                      <a:pt x="80" y="245"/>
                      <a:pt x="71" y="287"/>
                    </a:cubicBezTo>
                    <a:cubicBezTo>
                      <a:pt x="67" y="306"/>
                      <a:pt x="54" y="346"/>
                      <a:pt x="54" y="358"/>
                    </a:cubicBezTo>
                    <a:cubicBezTo>
                      <a:pt x="55" y="383"/>
                      <a:pt x="42" y="399"/>
                      <a:pt x="35" y="491"/>
                    </a:cubicBezTo>
                    <a:cubicBezTo>
                      <a:pt x="35" y="521"/>
                      <a:pt x="32" y="541"/>
                      <a:pt x="29" y="554"/>
                    </a:cubicBezTo>
                    <a:cubicBezTo>
                      <a:pt x="12" y="595"/>
                      <a:pt x="13" y="708"/>
                      <a:pt x="11" y="737"/>
                    </a:cubicBezTo>
                    <a:cubicBezTo>
                      <a:pt x="11" y="754"/>
                      <a:pt x="11" y="779"/>
                      <a:pt x="8" y="791"/>
                    </a:cubicBezTo>
                    <a:cubicBezTo>
                      <a:pt x="5" y="803"/>
                      <a:pt x="7" y="814"/>
                      <a:pt x="4" y="825"/>
                    </a:cubicBezTo>
                    <a:cubicBezTo>
                      <a:pt x="1" y="835"/>
                      <a:pt x="0" y="849"/>
                      <a:pt x="0" y="856"/>
                    </a:cubicBezTo>
                    <a:cubicBezTo>
                      <a:pt x="0" y="856"/>
                      <a:pt x="7" y="906"/>
                      <a:pt x="5" y="921"/>
                    </a:cubicBezTo>
                    <a:cubicBezTo>
                      <a:pt x="2" y="937"/>
                      <a:pt x="4" y="946"/>
                      <a:pt x="5" y="956"/>
                    </a:cubicBezTo>
                    <a:cubicBezTo>
                      <a:pt x="6" y="965"/>
                      <a:pt x="15" y="980"/>
                      <a:pt x="18" y="992"/>
                    </a:cubicBezTo>
                    <a:cubicBezTo>
                      <a:pt x="23" y="1017"/>
                      <a:pt x="31" y="1018"/>
                      <a:pt x="36" y="1026"/>
                    </a:cubicBezTo>
                    <a:cubicBezTo>
                      <a:pt x="41" y="1034"/>
                      <a:pt x="55" y="1040"/>
                      <a:pt x="57" y="1043"/>
                    </a:cubicBezTo>
                    <a:cubicBezTo>
                      <a:pt x="59" y="1046"/>
                      <a:pt x="66" y="1051"/>
                      <a:pt x="72" y="1050"/>
                    </a:cubicBezTo>
                    <a:cubicBezTo>
                      <a:pt x="73" y="1050"/>
                      <a:pt x="73" y="1050"/>
                      <a:pt x="73" y="1050"/>
                    </a:cubicBezTo>
                    <a:cubicBezTo>
                      <a:pt x="73" y="1050"/>
                      <a:pt x="73" y="1050"/>
                      <a:pt x="73" y="1050"/>
                    </a:cubicBezTo>
                    <a:cubicBezTo>
                      <a:pt x="79" y="1050"/>
                      <a:pt x="79" y="1043"/>
                      <a:pt x="79" y="1042"/>
                    </a:cubicBezTo>
                    <a:cubicBezTo>
                      <a:pt x="79" y="1042"/>
                      <a:pt x="81" y="1042"/>
                      <a:pt x="84" y="1042"/>
                    </a:cubicBezTo>
                    <a:cubicBezTo>
                      <a:pt x="86" y="1042"/>
                      <a:pt x="95" y="1043"/>
                      <a:pt x="99" y="1042"/>
                    </a:cubicBezTo>
                    <a:cubicBezTo>
                      <a:pt x="100" y="1041"/>
                      <a:pt x="101" y="1041"/>
                      <a:pt x="101" y="1041"/>
                    </a:cubicBezTo>
                    <a:cubicBezTo>
                      <a:pt x="108" y="1034"/>
                      <a:pt x="99" y="1027"/>
                      <a:pt x="98" y="1027"/>
                    </a:cubicBezTo>
                    <a:cubicBezTo>
                      <a:pt x="105" y="1026"/>
                      <a:pt x="105" y="1026"/>
                      <a:pt x="105" y="1026"/>
                    </a:cubicBezTo>
                    <a:cubicBezTo>
                      <a:pt x="105" y="1026"/>
                      <a:pt x="105" y="1026"/>
                      <a:pt x="105" y="1026"/>
                    </a:cubicBezTo>
                    <a:cubicBezTo>
                      <a:pt x="105" y="1026"/>
                      <a:pt x="105" y="1026"/>
                      <a:pt x="105" y="1026"/>
                    </a:cubicBezTo>
                    <a:cubicBezTo>
                      <a:pt x="114" y="1020"/>
                      <a:pt x="103" y="1011"/>
                      <a:pt x="103" y="1011"/>
                    </a:cubicBezTo>
                    <a:cubicBezTo>
                      <a:pt x="104" y="993"/>
                      <a:pt x="82" y="997"/>
                      <a:pt x="80" y="993"/>
                    </a:cubicBezTo>
                    <a:cubicBezTo>
                      <a:pt x="78" y="991"/>
                      <a:pt x="77" y="990"/>
                      <a:pt x="76" y="990"/>
                    </a:cubicBezTo>
                    <a:cubicBezTo>
                      <a:pt x="71" y="984"/>
                      <a:pt x="67" y="983"/>
                      <a:pt x="66" y="983"/>
                    </a:cubicBezTo>
                    <a:cubicBezTo>
                      <a:pt x="66" y="983"/>
                      <a:pt x="66" y="983"/>
                      <a:pt x="66" y="983"/>
                    </a:cubicBezTo>
                    <a:cubicBezTo>
                      <a:pt x="64" y="973"/>
                      <a:pt x="60" y="971"/>
                      <a:pt x="61" y="969"/>
                    </a:cubicBezTo>
                    <a:cubicBezTo>
                      <a:pt x="66" y="961"/>
                      <a:pt x="58" y="952"/>
                      <a:pt x="61" y="947"/>
                    </a:cubicBezTo>
                    <a:cubicBezTo>
                      <a:pt x="64" y="942"/>
                      <a:pt x="63" y="924"/>
                      <a:pt x="63" y="921"/>
                    </a:cubicBezTo>
                    <a:cubicBezTo>
                      <a:pt x="65" y="922"/>
                      <a:pt x="71" y="925"/>
                      <a:pt x="75" y="934"/>
                    </a:cubicBezTo>
                    <a:cubicBezTo>
                      <a:pt x="78" y="944"/>
                      <a:pt x="94" y="962"/>
                      <a:pt x="107" y="957"/>
                    </a:cubicBezTo>
                    <a:cubicBezTo>
                      <a:pt x="108" y="956"/>
                      <a:pt x="109" y="956"/>
                      <a:pt x="109" y="955"/>
                    </a:cubicBezTo>
                    <a:cubicBezTo>
                      <a:pt x="123" y="946"/>
                      <a:pt x="104" y="921"/>
                      <a:pt x="93" y="911"/>
                    </a:cubicBezTo>
                    <a:cubicBezTo>
                      <a:pt x="82" y="900"/>
                      <a:pt x="74" y="877"/>
                      <a:pt x="66" y="869"/>
                    </a:cubicBezTo>
                    <a:cubicBezTo>
                      <a:pt x="58" y="861"/>
                      <a:pt x="57" y="843"/>
                      <a:pt x="57" y="843"/>
                    </a:cubicBezTo>
                    <a:cubicBezTo>
                      <a:pt x="56" y="842"/>
                      <a:pt x="56" y="842"/>
                      <a:pt x="56" y="842"/>
                    </a:cubicBezTo>
                    <a:cubicBezTo>
                      <a:pt x="56" y="842"/>
                      <a:pt x="55" y="842"/>
                      <a:pt x="55" y="842"/>
                    </a:cubicBezTo>
                    <a:cubicBezTo>
                      <a:pt x="54" y="840"/>
                      <a:pt x="53" y="838"/>
                      <a:pt x="54" y="836"/>
                    </a:cubicBezTo>
                    <a:cubicBezTo>
                      <a:pt x="55" y="833"/>
                      <a:pt x="58" y="821"/>
                      <a:pt x="60" y="808"/>
                    </a:cubicBezTo>
                    <a:cubicBezTo>
                      <a:pt x="62" y="796"/>
                      <a:pt x="90" y="686"/>
                      <a:pt x="94" y="662"/>
                    </a:cubicBezTo>
                    <a:cubicBezTo>
                      <a:pt x="102" y="616"/>
                      <a:pt x="117" y="598"/>
                      <a:pt x="113" y="566"/>
                    </a:cubicBezTo>
                    <a:cubicBezTo>
                      <a:pt x="113" y="542"/>
                      <a:pt x="122" y="479"/>
                      <a:pt x="124" y="467"/>
                    </a:cubicBezTo>
                    <a:cubicBezTo>
                      <a:pt x="125" y="465"/>
                      <a:pt x="125" y="453"/>
                      <a:pt x="126" y="445"/>
                    </a:cubicBezTo>
                    <a:cubicBezTo>
                      <a:pt x="127" y="441"/>
                      <a:pt x="128" y="433"/>
                      <a:pt x="128" y="423"/>
                    </a:cubicBezTo>
                    <a:cubicBezTo>
                      <a:pt x="128" y="424"/>
                      <a:pt x="128" y="424"/>
                      <a:pt x="128" y="424"/>
                    </a:cubicBezTo>
                    <a:cubicBezTo>
                      <a:pt x="129" y="435"/>
                      <a:pt x="139" y="458"/>
                      <a:pt x="141" y="487"/>
                    </a:cubicBezTo>
                    <a:cubicBezTo>
                      <a:pt x="139" y="522"/>
                      <a:pt x="139" y="561"/>
                      <a:pt x="140" y="579"/>
                    </a:cubicBezTo>
                    <a:cubicBezTo>
                      <a:pt x="111" y="721"/>
                      <a:pt x="129" y="796"/>
                      <a:pt x="128" y="824"/>
                    </a:cubicBezTo>
                    <a:cubicBezTo>
                      <a:pt x="127" y="858"/>
                      <a:pt x="143" y="866"/>
                      <a:pt x="142" y="897"/>
                    </a:cubicBezTo>
                    <a:cubicBezTo>
                      <a:pt x="165" y="1268"/>
                      <a:pt x="165" y="1268"/>
                      <a:pt x="165" y="1268"/>
                    </a:cubicBezTo>
                    <a:cubicBezTo>
                      <a:pt x="165" y="1280"/>
                      <a:pt x="163" y="1320"/>
                      <a:pt x="167" y="1341"/>
                    </a:cubicBezTo>
                    <a:cubicBezTo>
                      <a:pt x="168" y="1346"/>
                      <a:pt x="175" y="1370"/>
                      <a:pt x="176" y="1403"/>
                    </a:cubicBezTo>
                    <a:cubicBezTo>
                      <a:pt x="177" y="1456"/>
                      <a:pt x="166" y="1531"/>
                      <a:pt x="168" y="1569"/>
                    </a:cubicBezTo>
                    <a:cubicBezTo>
                      <a:pt x="170" y="1631"/>
                      <a:pt x="169" y="1686"/>
                      <a:pt x="179" y="1726"/>
                    </a:cubicBezTo>
                    <a:cubicBezTo>
                      <a:pt x="186" y="1766"/>
                      <a:pt x="189" y="1798"/>
                      <a:pt x="187" y="1806"/>
                    </a:cubicBezTo>
                    <a:cubicBezTo>
                      <a:pt x="186" y="1812"/>
                      <a:pt x="185" y="1826"/>
                      <a:pt x="189" y="1837"/>
                    </a:cubicBezTo>
                    <a:cubicBezTo>
                      <a:pt x="189" y="1838"/>
                      <a:pt x="176" y="1878"/>
                      <a:pt x="169" y="1885"/>
                    </a:cubicBezTo>
                    <a:cubicBezTo>
                      <a:pt x="163" y="1892"/>
                      <a:pt x="161" y="1898"/>
                      <a:pt x="156" y="1902"/>
                    </a:cubicBezTo>
                    <a:cubicBezTo>
                      <a:pt x="151" y="1906"/>
                      <a:pt x="148" y="1910"/>
                      <a:pt x="146" y="1918"/>
                    </a:cubicBezTo>
                    <a:cubicBezTo>
                      <a:pt x="145" y="1924"/>
                      <a:pt x="139" y="1933"/>
                      <a:pt x="143" y="1938"/>
                    </a:cubicBezTo>
                    <a:cubicBezTo>
                      <a:pt x="144" y="1938"/>
                      <a:pt x="144" y="1939"/>
                      <a:pt x="145" y="1939"/>
                    </a:cubicBezTo>
                    <a:cubicBezTo>
                      <a:pt x="145" y="1939"/>
                      <a:pt x="145" y="1939"/>
                      <a:pt x="145" y="1939"/>
                    </a:cubicBezTo>
                    <a:cubicBezTo>
                      <a:pt x="145" y="1941"/>
                      <a:pt x="145" y="1943"/>
                      <a:pt x="146" y="1945"/>
                    </a:cubicBezTo>
                    <a:cubicBezTo>
                      <a:pt x="148" y="1950"/>
                      <a:pt x="152" y="1951"/>
                      <a:pt x="156" y="1951"/>
                    </a:cubicBezTo>
                    <a:cubicBezTo>
                      <a:pt x="157" y="1950"/>
                      <a:pt x="157" y="1950"/>
                      <a:pt x="157" y="1950"/>
                    </a:cubicBezTo>
                    <a:cubicBezTo>
                      <a:pt x="157" y="1952"/>
                      <a:pt x="157" y="1953"/>
                      <a:pt x="158" y="1955"/>
                    </a:cubicBezTo>
                    <a:cubicBezTo>
                      <a:pt x="162" y="1962"/>
                      <a:pt x="172" y="1965"/>
                      <a:pt x="176" y="1959"/>
                    </a:cubicBezTo>
                    <a:cubicBezTo>
                      <a:pt x="182" y="1964"/>
                      <a:pt x="193" y="1964"/>
                      <a:pt x="197" y="1957"/>
                    </a:cubicBezTo>
                    <a:cubicBezTo>
                      <a:pt x="200" y="1969"/>
                      <a:pt x="212" y="1967"/>
                      <a:pt x="220" y="1965"/>
                    </a:cubicBezTo>
                    <a:cubicBezTo>
                      <a:pt x="227" y="1963"/>
                      <a:pt x="230" y="1956"/>
                      <a:pt x="235" y="1952"/>
                    </a:cubicBezTo>
                    <a:cubicBezTo>
                      <a:pt x="239" y="1947"/>
                      <a:pt x="242" y="1943"/>
                      <a:pt x="241" y="1932"/>
                    </a:cubicBezTo>
                    <a:cubicBezTo>
                      <a:pt x="240" y="1920"/>
                      <a:pt x="241" y="1920"/>
                      <a:pt x="242" y="1906"/>
                    </a:cubicBezTo>
                    <a:cubicBezTo>
                      <a:pt x="242" y="1898"/>
                      <a:pt x="247" y="1896"/>
                      <a:pt x="248" y="1883"/>
                    </a:cubicBezTo>
                    <a:cubicBezTo>
                      <a:pt x="248" y="1872"/>
                      <a:pt x="242" y="1827"/>
                      <a:pt x="243" y="1821"/>
                    </a:cubicBezTo>
                    <a:cubicBezTo>
                      <a:pt x="244" y="1807"/>
                      <a:pt x="246" y="1796"/>
                      <a:pt x="244" y="1772"/>
                    </a:cubicBezTo>
                    <a:cubicBezTo>
                      <a:pt x="241" y="1749"/>
                      <a:pt x="257" y="1662"/>
                      <a:pt x="261" y="1646"/>
                    </a:cubicBezTo>
                    <a:cubicBezTo>
                      <a:pt x="260" y="1647"/>
                      <a:pt x="260" y="1647"/>
                      <a:pt x="260" y="1647"/>
                    </a:cubicBezTo>
                    <a:cubicBezTo>
                      <a:pt x="265" y="1625"/>
                      <a:pt x="282" y="1552"/>
                      <a:pt x="281" y="1503"/>
                    </a:cubicBezTo>
                    <a:cubicBezTo>
                      <a:pt x="280" y="1471"/>
                      <a:pt x="287" y="1394"/>
                      <a:pt x="287" y="1371"/>
                    </a:cubicBezTo>
                    <a:cubicBezTo>
                      <a:pt x="287" y="1367"/>
                      <a:pt x="288" y="1343"/>
                      <a:pt x="287" y="1339"/>
                    </a:cubicBezTo>
                    <a:cubicBezTo>
                      <a:pt x="281" y="1305"/>
                      <a:pt x="298" y="1142"/>
                      <a:pt x="298" y="1140"/>
                    </a:cubicBezTo>
                    <a:cubicBezTo>
                      <a:pt x="300" y="1119"/>
                      <a:pt x="302" y="978"/>
                      <a:pt x="302" y="978"/>
                    </a:cubicBezTo>
                    <a:cubicBezTo>
                      <a:pt x="348" y="977"/>
                      <a:pt x="348" y="977"/>
                      <a:pt x="348" y="977"/>
                    </a:cubicBezTo>
                    <a:cubicBezTo>
                      <a:pt x="348" y="977"/>
                      <a:pt x="354" y="1120"/>
                      <a:pt x="356" y="1142"/>
                    </a:cubicBezTo>
                    <a:cubicBezTo>
                      <a:pt x="356" y="1144"/>
                      <a:pt x="366" y="1307"/>
                      <a:pt x="360" y="1339"/>
                    </a:cubicBezTo>
                    <a:cubicBezTo>
                      <a:pt x="359" y="1343"/>
                      <a:pt x="360" y="1367"/>
                      <a:pt x="360" y="1371"/>
                    </a:cubicBezTo>
                    <a:cubicBezTo>
                      <a:pt x="360" y="1394"/>
                      <a:pt x="368" y="1468"/>
                      <a:pt x="365" y="1500"/>
                    </a:cubicBezTo>
                    <a:cubicBezTo>
                      <a:pt x="362" y="1556"/>
                      <a:pt x="376" y="1630"/>
                      <a:pt x="381" y="1660"/>
                    </a:cubicBezTo>
                    <a:cubicBezTo>
                      <a:pt x="381" y="1660"/>
                      <a:pt x="381" y="1660"/>
                      <a:pt x="381" y="1660"/>
                    </a:cubicBezTo>
                    <a:cubicBezTo>
                      <a:pt x="384" y="1683"/>
                      <a:pt x="401" y="1750"/>
                      <a:pt x="398" y="1771"/>
                    </a:cubicBezTo>
                    <a:cubicBezTo>
                      <a:pt x="396" y="1794"/>
                      <a:pt x="397" y="1807"/>
                      <a:pt x="399" y="1821"/>
                    </a:cubicBezTo>
                    <a:cubicBezTo>
                      <a:pt x="399" y="1827"/>
                      <a:pt x="394" y="1872"/>
                      <a:pt x="394" y="1883"/>
                    </a:cubicBezTo>
                    <a:cubicBezTo>
                      <a:pt x="395" y="1896"/>
                      <a:pt x="400" y="1898"/>
                      <a:pt x="400" y="1906"/>
                    </a:cubicBezTo>
                    <a:cubicBezTo>
                      <a:pt x="401" y="1920"/>
                      <a:pt x="402" y="1920"/>
                      <a:pt x="401" y="1932"/>
                    </a:cubicBezTo>
                    <a:cubicBezTo>
                      <a:pt x="400" y="1943"/>
                      <a:pt x="403" y="1947"/>
                      <a:pt x="407" y="1952"/>
                    </a:cubicBezTo>
                    <a:cubicBezTo>
                      <a:pt x="411" y="1956"/>
                      <a:pt x="415" y="1963"/>
                      <a:pt x="422" y="1965"/>
                    </a:cubicBezTo>
                    <a:cubicBezTo>
                      <a:pt x="430" y="1967"/>
                      <a:pt x="442" y="1969"/>
                      <a:pt x="445" y="1957"/>
                    </a:cubicBezTo>
                    <a:cubicBezTo>
                      <a:pt x="449" y="1964"/>
                      <a:pt x="460" y="1964"/>
                      <a:pt x="466" y="1959"/>
                    </a:cubicBezTo>
                    <a:cubicBezTo>
                      <a:pt x="470" y="1965"/>
                      <a:pt x="480" y="1962"/>
                      <a:pt x="484" y="1955"/>
                    </a:cubicBezTo>
                    <a:cubicBezTo>
                      <a:pt x="485" y="1953"/>
                      <a:pt x="485" y="1952"/>
                      <a:pt x="485" y="1950"/>
                    </a:cubicBezTo>
                    <a:cubicBezTo>
                      <a:pt x="486" y="1951"/>
                      <a:pt x="486" y="1951"/>
                      <a:pt x="486" y="1951"/>
                    </a:cubicBezTo>
                    <a:cubicBezTo>
                      <a:pt x="490" y="1951"/>
                      <a:pt x="496" y="1949"/>
                      <a:pt x="496" y="1945"/>
                    </a:cubicBezTo>
                    <a:cubicBezTo>
                      <a:pt x="497" y="1943"/>
                      <a:pt x="497" y="1941"/>
                      <a:pt x="497" y="1939"/>
                    </a:cubicBezTo>
                    <a:cubicBezTo>
                      <a:pt x="497" y="1939"/>
                      <a:pt x="497" y="1939"/>
                      <a:pt x="497" y="1939"/>
                    </a:cubicBezTo>
                    <a:cubicBezTo>
                      <a:pt x="498" y="1939"/>
                      <a:pt x="498" y="1938"/>
                      <a:pt x="499" y="1938"/>
                    </a:cubicBezTo>
                    <a:cubicBezTo>
                      <a:pt x="503" y="1933"/>
                      <a:pt x="497" y="1924"/>
                      <a:pt x="496" y="1918"/>
                    </a:cubicBezTo>
                    <a:cubicBezTo>
                      <a:pt x="494" y="1910"/>
                      <a:pt x="491" y="1906"/>
                      <a:pt x="486" y="1902"/>
                    </a:cubicBezTo>
                    <a:cubicBezTo>
                      <a:pt x="481" y="1898"/>
                      <a:pt x="479" y="1892"/>
                      <a:pt x="473" y="1885"/>
                    </a:cubicBezTo>
                    <a:cubicBezTo>
                      <a:pt x="465" y="1878"/>
                      <a:pt x="453" y="1838"/>
                      <a:pt x="453" y="1837"/>
                    </a:cubicBezTo>
                    <a:cubicBezTo>
                      <a:pt x="457" y="1826"/>
                      <a:pt x="456" y="1812"/>
                      <a:pt x="455" y="1806"/>
                    </a:cubicBezTo>
                    <a:cubicBezTo>
                      <a:pt x="453" y="1798"/>
                      <a:pt x="456" y="1766"/>
                      <a:pt x="463" y="1726"/>
                    </a:cubicBezTo>
                    <a:cubicBezTo>
                      <a:pt x="467" y="1677"/>
                      <a:pt x="473" y="1633"/>
                      <a:pt x="476" y="1571"/>
                    </a:cubicBezTo>
                    <a:cubicBezTo>
                      <a:pt x="477" y="1539"/>
                      <a:pt x="470" y="1471"/>
                      <a:pt x="471" y="1403"/>
                    </a:cubicBezTo>
                    <a:cubicBezTo>
                      <a:pt x="472" y="1370"/>
                      <a:pt x="478" y="1346"/>
                      <a:pt x="479" y="1341"/>
                    </a:cubicBezTo>
                    <a:cubicBezTo>
                      <a:pt x="483" y="1320"/>
                      <a:pt x="478" y="1280"/>
                      <a:pt x="479" y="1268"/>
                    </a:cubicBezTo>
                    <a:cubicBezTo>
                      <a:pt x="484" y="1084"/>
                      <a:pt x="507" y="925"/>
                      <a:pt x="505" y="888"/>
                    </a:cubicBezTo>
                    <a:cubicBezTo>
                      <a:pt x="505" y="888"/>
                      <a:pt x="522" y="837"/>
                      <a:pt x="519" y="824"/>
                    </a:cubicBezTo>
                    <a:cubicBezTo>
                      <a:pt x="518" y="796"/>
                      <a:pt x="532" y="719"/>
                      <a:pt x="507" y="576"/>
                    </a:cubicBezTo>
                    <a:cubicBezTo>
                      <a:pt x="508" y="553"/>
                      <a:pt x="509" y="512"/>
                      <a:pt x="507" y="488"/>
                    </a:cubicBezTo>
                    <a:cubicBezTo>
                      <a:pt x="509" y="459"/>
                      <a:pt x="519" y="435"/>
                      <a:pt x="519" y="424"/>
                    </a:cubicBezTo>
                    <a:cubicBezTo>
                      <a:pt x="519" y="423"/>
                      <a:pt x="519" y="423"/>
                      <a:pt x="519" y="423"/>
                    </a:cubicBezTo>
                    <a:cubicBezTo>
                      <a:pt x="520" y="433"/>
                      <a:pt x="521" y="441"/>
                      <a:pt x="521" y="445"/>
                    </a:cubicBezTo>
                    <a:cubicBezTo>
                      <a:pt x="522" y="453"/>
                      <a:pt x="522" y="465"/>
                      <a:pt x="523" y="467"/>
                    </a:cubicBezTo>
                    <a:cubicBezTo>
                      <a:pt x="525" y="479"/>
                      <a:pt x="534" y="542"/>
                      <a:pt x="535" y="566"/>
                    </a:cubicBezTo>
                    <a:cubicBezTo>
                      <a:pt x="530" y="598"/>
                      <a:pt x="546" y="614"/>
                      <a:pt x="555" y="660"/>
                    </a:cubicBezTo>
                    <a:cubicBezTo>
                      <a:pt x="559" y="685"/>
                      <a:pt x="585" y="796"/>
                      <a:pt x="587" y="808"/>
                    </a:cubicBezTo>
                    <a:cubicBezTo>
                      <a:pt x="589" y="820"/>
                      <a:pt x="592" y="832"/>
                      <a:pt x="593" y="836"/>
                    </a:cubicBezTo>
                    <a:cubicBezTo>
                      <a:pt x="593" y="837"/>
                      <a:pt x="593" y="837"/>
                      <a:pt x="593" y="837"/>
                    </a:cubicBezTo>
                    <a:cubicBezTo>
                      <a:pt x="593" y="837"/>
                      <a:pt x="592" y="854"/>
                      <a:pt x="584" y="862"/>
                    </a:cubicBezTo>
                    <a:cubicBezTo>
                      <a:pt x="576" y="871"/>
                      <a:pt x="568" y="893"/>
                      <a:pt x="557" y="904"/>
                    </a:cubicBezTo>
                    <a:cubicBezTo>
                      <a:pt x="546" y="914"/>
                      <a:pt x="527" y="940"/>
                      <a:pt x="540" y="948"/>
                    </a:cubicBezTo>
                    <a:cubicBezTo>
                      <a:pt x="554" y="957"/>
                      <a:pt x="571" y="938"/>
                      <a:pt x="575" y="927"/>
                    </a:cubicBezTo>
                    <a:cubicBezTo>
                      <a:pt x="579" y="917"/>
                      <a:pt x="587" y="914"/>
                      <a:pt x="587" y="914"/>
                    </a:cubicBezTo>
                    <a:cubicBezTo>
                      <a:pt x="587" y="914"/>
                      <a:pt x="586" y="935"/>
                      <a:pt x="589" y="940"/>
                    </a:cubicBezTo>
                    <a:cubicBezTo>
                      <a:pt x="592" y="946"/>
                      <a:pt x="584" y="955"/>
                      <a:pt x="589" y="962"/>
                    </a:cubicBezTo>
                    <a:cubicBezTo>
                      <a:pt x="590" y="965"/>
                      <a:pt x="585" y="966"/>
                      <a:pt x="584" y="976"/>
                    </a:cubicBezTo>
                    <a:cubicBezTo>
                      <a:pt x="583" y="986"/>
                      <a:pt x="577" y="977"/>
                      <a:pt x="570" y="986"/>
                    </a:cubicBezTo>
                    <a:cubicBezTo>
                      <a:pt x="568" y="990"/>
                      <a:pt x="546" y="987"/>
                      <a:pt x="547" y="1004"/>
                    </a:cubicBezTo>
                    <a:cubicBezTo>
                      <a:pt x="547" y="1004"/>
                      <a:pt x="536" y="1014"/>
                      <a:pt x="544" y="1019"/>
                    </a:cubicBezTo>
                    <a:cubicBezTo>
                      <a:pt x="552" y="1020"/>
                      <a:pt x="552" y="1020"/>
                      <a:pt x="552" y="1020"/>
                    </a:cubicBezTo>
                    <a:cubicBezTo>
                      <a:pt x="552" y="1020"/>
                      <a:pt x="542" y="1027"/>
                      <a:pt x="549" y="1034"/>
                    </a:cubicBezTo>
                    <a:cubicBezTo>
                      <a:pt x="552" y="1037"/>
                      <a:pt x="563" y="1035"/>
                      <a:pt x="566" y="1035"/>
                    </a:cubicBezTo>
                    <a:cubicBezTo>
                      <a:pt x="569" y="1035"/>
                      <a:pt x="571" y="1035"/>
                      <a:pt x="571" y="1035"/>
                    </a:cubicBezTo>
                    <a:cubicBezTo>
                      <a:pt x="571" y="1035"/>
                      <a:pt x="570" y="1043"/>
                      <a:pt x="577" y="1044"/>
                    </a:cubicBezTo>
                    <a:cubicBezTo>
                      <a:pt x="584" y="1045"/>
                      <a:pt x="590" y="1039"/>
                      <a:pt x="593" y="1036"/>
                    </a:cubicBezTo>
                    <a:cubicBezTo>
                      <a:pt x="595" y="1034"/>
                      <a:pt x="608" y="1028"/>
                      <a:pt x="614" y="1019"/>
                    </a:cubicBezTo>
                    <a:cubicBezTo>
                      <a:pt x="619" y="1011"/>
                      <a:pt x="626" y="1010"/>
                      <a:pt x="632" y="985"/>
                    </a:cubicBezTo>
                    <a:cubicBezTo>
                      <a:pt x="634" y="973"/>
                      <a:pt x="644" y="959"/>
                      <a:pt x="645" y="949"/>
                    </a:cubicBezTo>
                    <a:cubicBezTo>
                      <a:pt x="646" y="939"/>
                      <a:pt x="647" y="930"/>
                      <a:pt x="645" y="914"/>
                    </a:cubicBezTo>
                    <a:cubicBezTo>
                      <a:pt x="643" y="901"/>
                      <a:pt x="648" y="864"/>
                      <a:pt x="649" y="852"/>
                    </a:cubicBezTo>
                    <a:cubicBezTo>
                      <a:pt x="649" y="852"/>
                      <a:pt x="649" y="852"/>
                      <a:pt x="649" y="852"/>
                    </a:cubicBezTo>
                    <a:cubicBezTo>
                      <a:pt x="653" y="836"/>
                      <a:pt x="649" y="824"/>
                      <a:pt x="648" y="820"/>
                    </a:cubicBezTo>
                    <a:close/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892" name="Freeform 91">
                <a:extLst>
                  <a:ext uri="{FF2B5EF4-FFF2-40B4-BE49-F238E27FC236}">
                    <a16:creationId xmlns:a16="http://schemas.microsoft.com/office/drawing/2014/main" id="{60923C1D-C1F6-43E9-A705-E150847F8B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6" y="720"/>
                <a:ext cx="356" cy="448"/>
              </a:xfrm>
              <a:custGeom>
                <a:avLst/>
                <a:gdLst>
                  <a:gd name="T0" fmla="*/ 796 w 233"/>
                  <a:gd name="T1" fmla="*/ 360 h 294"/>
                  <a:gd name="T2" fmla="*/ 788 w 233"/>
                  <a:gd name="T3" fmla="*/ 358 h 294"/>
                  <a:gd name="T4" fmla="*/ 782 w 233"/>
                  <a:gd name="T5" fmla="*/ 360 h 294"/>
                  <a:gd name="T6" fmla="*/ 756 w 233"/>
                  <a:gd name="T7" fmla="*/ 446 h 294"/>
                  <a:gd name="T8" fmla="*/ 749 w 233"/>
                  <a:gd name="T9" fmla="*/ 466 h 294"/>
                  <a:gd name="T10" fmla="*/ 730 w 233"/>
                  <a:gd name="T11" fmla="*/ 520 h 294"/>
                  <a:gd name="T12" fmla="*/ 730 w 233"/>
                  <a:gd name="T13" fmla="*/ 515 h 294"/>
                  <a:gd name="T14" fmla="*/ 724 w 233"/>
                  <a:gd name="T15" fmla="*/ 532 h 294"/>
                  <a:gd name="T16" fmla="*/ 380 w 233"/>
                  <a:gd name="T17" fmla="*/ 8 h 294"/>
                  <a:gd name="T18" fmla="*/ 79 w 233"/>
                  <a:gd name="T19" fmla="*/ 506 h 294"/>
                  <a:gd name="T20" fmla="*/ 61 w 233"/>
                  <a:gd name="T21" fmla="*/ 421 h 294"/>
                  <a:gd name="T22" fmla="*/ 53 w 233"/>
                  <a:gd name="T23" fmla="*/ 390 h 294"/>
                  <a:gd name="T24" fmla="*/ 49 w 233"/>
                  <a:gd name="T25" fmla="*/ 376 h 294"/>
                  <a:gd name="T26" fmla="*/ 49 w 233"/>
                  <a:gd name="T27" fmla="*/ 372 h 294"/>
                  <a:gd name="T28" fmla="*/ 40 w 233"/>
                  <a:gd name="T29" fmla="*/ 360 h 294"/>
                  <a:gd name="T30" fmla="*/ 14 w 233"/>
                  <a:gd name="T31" fmla="*/ 390 h 294"/>
                  <a:gd name="T32" fmla="*/ 32 w 233"/>
                  <a:gd name="T33" fmla="*/ 471 h 294"/>
                  <a:gd name="T34" fmla="*/ 47 w 233"/>
                  <a:gd name="T35" fmla="*/ 553 h 294"/>
                  <a:gd name="T36" fmla="*/ 61 w 233"/>
                  <a:gd name="T37" fmla="*/ 606 h 294"/>
                  <a:gd name="T38" fmla="*/ 79 w 233"/>
                  <a:gd name="T39" fmla="*/ 643 h 294"/>
                  <a:gd name="T40" fmla="*/ 115 w 233"/>
                  <a:gd name="T41" fmla="*/ 674 h 294"/>
                  <a:gd name="T42" fmla="*/ 141 w 233"/>
                  <a:gd name="T43" fmla="*/ 821 h 294"/>
                  <a:gd name="T44" fmla="*/ 269 w 233"/>
                  <a:gd name="T45" fmla="*/ 978 h 294"/>
                  <a:gd name="T46" fmla="*/ 406 w 233"/>
                  <a:gd name="T47" fmla="*/ 1041 h 294"/>
                  <a:gd name="T48" fmla="*/ 549 w 233"/>
                  <a:gd name="T49" fmla="*/ 978 h 294"/>
                  <a:gd name="T50" fmla="*/ 675 w 233"/>
                  <a:gd name="T51" fmla="*/ 821 h 294"/>
                  <a:gd name="T52" fmla="*/ 707 w 233"/>
                  <a:gd name="T53" fmla="*/ 674 h 294"/>
                  <a:gd name="T54" fmla="*/ 743 w 233"/>
                  <a:gd name="T55" fmla="*/ 643 h 294"/>
                  <a:gd name="T56" fmla="*/ 759 w 233"/>
                  <a:gd name="T57" fmla="*/ 606 h 294"/>
                  <a:gd name="T58" fmla="*/ 775 w 233"/>
                  <a:gd name="T59" fmla="*/ 553 h 294"/>
                  <a:gd name="T60" fmla="*/ 788 w 233"/>
                  <a:gd name="T61" fmla="*/ 471 h 294"/>
                  <a:gd name="T62" fmla="*/ 804 w 233"/>
                  <a:gd name="T63" fmla="*/ 390 h 294"/>
                  <a:gd name="T64" fmla="*/ 796 w 233"/>
                  <a:gd name="T65" fmla="*/ 360 h 294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233" h="294">
                    <a:moveTo>
                      <a:pt x="223" y="102"/>
                    </a:moveTo>
                    <a:cubicBezTo>
                      <a:pt x="222" y="102"/>
                      <a:pt x="222" y="102"/>
                      <a:pt x="221" y="101"/>
                    </a:cubicBezTo>
                    <a:cubicBezTo>
                      <a:pt x="220" y="101"/>
                      <a:pt x="220" y="101"/>
                      <a:pt x="219" y="102"/>
                    </a:cubicBezTo>
                    <a:cubicBezTo>
                      <a:pt x="212" y="126"/>
                      <a:pt x="212" y="126"/>
                      <a:pt x="212" y="126"/>
                    </a:cubicBezTo>
                    <a:cubicBezTo>
                      <a:pt x="210" y="132"/>
                      <a:pt x="210" y="132"/>
                      <a:pt x="210" y="132"/>
                    </a:cubicBezTo>
                    <a:cubicBezTo>
                      <a:pt x="209" y="139"/>
                      <a:pt x="205" y="147"/>
                      <a:pt x="205" y="147"/>
                    </a:cubicBezTo>
                    <a:cubicBezTo>
                      <a:pt x="205" y="146"/>
                      <a:pt x="205" y="146"/>
                      <a:pt x="205" y="146"/>
                    </a:cubicBezTo>
                    <a:cubicBezTo>
                      <a:pt x="203" y="150"/>
                      <a:pt x="203" y="150"/>
                      <a:pt x="203" y="150"/>
                    </a:cubicBezTo>
                    <a:cubicBezTo>
                      <a:pt x="200" y="152"/>
                      <a:pt x="233" y="0"/>
                      <a:pt x="107" y="2"/>
                    </a:cubicBezTo>
                    <a:cubicBezTo>
                      <a:pt x="0" y="3"/>
                      <a:pt x="24" y="149"/>
                      <a:pt x="22" y="143"/>
                    </a:cubicBezTo>
                    <a:cubicBezTo>
                      <a:pt x="20" y="135"/>
                      <a:pt x="17" y="119"/>
                      <a:pt x="17" y="119"/>
                    </a:cubicBezTo>
                    <a:cubicBezTo>
                      <a:pt x="17" y="119"/>
                      <a:pt x="16" y="115"/>
                      <a:pt x="15" y="110"/>
                    </a:cubicBezTo>
                    <a:cubicBezTo>
                      <a:pt x="15" y="108"/>
                      <a:pt x="14" y="107"/>
                      <a:pt x="14" y="106"/>
                    </a:cubicBezTo>
                    <a:cubicBezTo>
                      <a:pt x="14" y="105"/>
                      <a:pt x="14" y="105"/>
                      <a:pt x="14" y="105"/>
                    </a:cubicBezTo>
                    <a:cubicBezTo>
                      <a:pt x="13" y="104"/>
                      <a:pt x="11" y="102"/>
                      <a:pt x="11" y="102"/>
                    </a:cubicBezTo>
                    <a:cubicBezTo>
                      <a:pt x="8" y="100"/>
                      <a:pt x="4" y="104"/>
                      <a:pt x="4" y="110"/>
                    </a:cubicBezTo>
                    <a:cubicBezTo>
                      <a:pt x="4" y="116"/>
                      <a:pt x="9" y="128"/>
                      <a:pt x="9" y="133"/>
                    </a:cubicBezTo>
                    <a:cubicBezTo>
                      <a:pt x="9" y="137"/>
                      <a:pt x="11" y="149"/>
                      <a:pt x="13" y="156"/>
                    </a:cubicBezTo>
                    <a:cubicBezTo>
                      <a:pt x="15" y="163"/>
                      <a:pt x="14" y="166"/>
                      <a:pt x="17" y="171"/>
                    </a:cubicBezTo>
                    <a:cubicBezTo>
                      <a:pt x="19" y="175"/>
                      <a:pt x="20" y="179"/>
                      <a:pt x="22" y="182"/>
                    </a:cubicBezTo>
                    <a:cubicBezTo>
                      <a:pt x="25" y="185"/>
                      <a:pt x="30" y="190"/>
                      <a:pt x="32" y="190"/>
                    </a:cubicBezTo>
                    <a:cubicBezTo>
                      <a:pt x="32" y="200"/>
                      <a:pt x="35" y="223"/>
                      <a:pt x="39" y="232"/>
                    </a:cubicBezTo>
                    <a:cubicBezTo>
                      <a:pt x="44" y="241"/>
                      <a:pt x="63" y="266"/>
                      <a:pt x="75" y="276"/>
                    </a:cubicBezTo>
                    <a:cubicBezTo>
                      <a:pt x="86" y="284"/>
                      <a:pt x="93" y="294"/>
                      <a:pt x="114" y="294"/>
                    </a:cubicBezTo>
                    <a:cubicBezTo>
                      <a:pt x="135" y="294"/>
                      <a:pt x="142" y="284"/>
                      <a:pt x="154" y="276"/>
                    </a:cubicBezTo>
                    <a:cubicBezTo>
                      <a:pt x="166" y="266"/>
                      <a:pt x="185" y="243"/>
                      <a:pt x="189" y="232"/>
                    </a:cubicBezTo>
                    <a:cubicBezTo>
                      <a:pt x="193" y="221"/>
                      <a:pt x="197" y="200"/>
                      <a:pt x="198" y="190"/>
                    </a:cubicBezTo>
                    <a:cubicBezTo>
                      <a:pt x="200" y="190"/>
                      <a:pt x="205" y="185"/>
                      <a:pt x="208" y="182"/>
                    </a:cubicBezTo>
                    <a:cubicBezTo>
                      <a:pt x="210" y="179"/>
                      <a:pt x="211" y="175"/>
                      <a:pt x="213" y="171"/>
                    </a:cubicBezTo>
                    <a:cubicBezTo>
                      <a:pt x="216" y="166"/>
                      <a:pt x="215" y="163"/>
                      <a:pt x="217" y="156"/>
                    </a:cubicBezTo>
                    <a:cubicBezTo>
                      <a:pt x="219" y="149"/>
                      <a:pt x="221" y="137"/>
                      <a:pt x="221" y="133"/>
                    </a:cubicBezTo>
                    <a:cubicBezTo>
                      <a:pt x="221" y="128"/>
                      <a:pt x="225" y="116"/>
                      <a:pt x="225" y="110"/>
                    </a:cubicBezTo>
                    <a:cubicBezTo>
                      <a:pt x="225" y="106"/>
                      <a:pt x="224" y="103"/>
                      <a:pt x="223" y="102"/>
                    </a:cubicBezTo>
                  </a:path>
                </a:pathLst>
              </a:custGeom>
              <a:solidFill>
                <a:srgbClr val="75332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893" name="Freeform 92">
                <a:extLst>
                  <a:ext uri="{FF2B5EF4-FFF2-40B4-BE49-F238E27FC236}">
                    <a16:creationId xmlns:a16="http://schemas.microsoft.com/office/drawing/2014/main" id="{8803D59D-1139-4EA1-8538-55A3AD0299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6" y="720"/>
                <a:ext cx="356" cy="448"/>
              </a:xfrm>
              <a:custGeom>
                <a:avLst/>
                <a:gdLst>
                  <a:gd name="T0" fmla="*/ 796 w 233"/>
                  <a:gd name="T1" fmla="*/ 360 h 294"/>
                  <a:gd name="T2" fmla="*/ 788 w 233"/>
                  <a:gd name="T3" fmla="*/ 358 h 294"/>
                  <a:gd name="T4" fmla="*/ 782 w 233"/>
                  <a:gd name="T5" fmla="*/ 360 h 294"/>
                  <a:gd name="T6" fmla="*/ 756 w 233"/>
                  <a:gd name="T7" fmla="*/ 446 h 294"/>
                  <a:gd name="T8" fmla="*/ 749 w 233"/>
                  <a:gd name="T9" fmla="*/ 466 h 294"/>
                  <a:gd name="T10" fmla="*/ 730 w 233"/>
                  <a:gd name="T11" fmla="*/ 520 h 294"/>
                  <a:gd name="T12" fmla="*/ 730 w 233"/>
                  <a:gd name="T13" fmla="*/ 515 h 294"/>
                  <a:gd name="T14" fmla="*/ 724 w 233"/>
                  <a:gd name="T15" fmla="*/ 532 h 294"/>
                  <a:gd name="T16" fmla="*/ 380 w 233"/>
                  <a:gd name="T17" fmla="*/ 8 h 294"/>
                  <a:gd name="T18" fmla="*/ 79 w 233"/>
                  <a:gd name="T19" fmla="*/ 506 h 294"/>
                  <a:gd name="T20" fmla="*/ 61 w 233"/>
                  <a:gd name="T21" fmla="*/ 421 h 294"/>
                  <a:gd name="T22" fmla="*/ 53 w 233"/>
                  <a:gd name="T23" fmla="*/ 390 h 294"/>
                  <a:gd name="T24" fmla="*/ 49 w 233"/>
                  <a:gd name="T25" fmla="*/ 376 h 294"/>
                  <a:gd name="T26" fmla="*/ 49 w 233"/>
                  <a:gd name="T27" fmla="*/ 372 h 294"/>
                  <a:gd name="T28" fmla="*/ 40 w 233"/>
                  <a:gd name="T29" fmla="*/ 360 h 294"/>
                  <a:gd name="T30" fmla="*/ 14 w 233"/>
                  <a:gd name="T31" fmla="*/ 390 h 294"/>
                  <a:gd name="T32" fmla="*/ 32 w 233"/>
                  <a:gd name="T33" fmla="*/ 471 h 294"/>
                  <a:gd name="T34" fmla="*/ 47 w 233"/>
                  <a:gd name="T35" fmla="*/ 553 h 294"/>
                  <a:gd name="T36" fmla="*/ 61 w 233"/>
                  <a:gd name="T37" fmla="*/ 606 h 294"/>
                  <a:gd name="T38" fmla="*/ 79 w 233"/>
                  <a:gd name="T39" fmla="*/ 643 h 294"/>
                  <a:gd name="T40" fmla="*/ 115 w 233"/>
                  <a:gd name="T41" fmla="*/ 674 h 294"/>
                  <a:gd name="T42" fmla="*/ 141 w 233"/>
                  <a:gd name="T43" fmla="*/ 821 h 294"/>
                  <a:gd name="T44" fmla="*/ 269 w 233"/>
                  <a:gd name="T45" fmla="*/ 978 h 294"/>
                  <a:gd name="T46" fmla="*/ 406 w 233"/>
                  <a:gd name="T47" fmla="*/ 1041 h 294"/>
                  <a:gd name="T48" fmla="*/ 549 w 233"/>
                  <a:gd name="T49" fmla="*/ 978 h 294"/>
                  <a:gd name="T50" fmla="*/ 675 w 233"/>
                  <a:gd name="T51" fmla="*/ 821 h 294"/>
                  <a:gd name="T52" fmla="*/ 707 w 233"/>
                  <a:gd name="T53" fmla="*/ 674 h 294"/>
                  <a:gd name="T54" fmla="*/ 743 w 233"/>
                  <a:gd name="T55" fmla="*/ 643 h 294"/>
                  <a:gd name="T56" fmla="*/ 759 w 233"/>
                  <a:gd name="T57" fmla="*/ 606 h 294"/>
                  <a:gd name="T58" fmla="*/ 775 w 233"/>
                  <a:gd name="T59" fmla="*/ 553 h 294"/>
                  <a:gd name="T60" fmla="*/ 788 w 233"/>
                  <a:gd name="T61" fmla="*/ 471 h 294"/>
                  <a:gd name="T62" fmla="*/ 804 w 233"/>
                  <a:gd name="T63" fmla="*/ 390 h 294"/>
                  <a:gd name="T64" fmla="*/ 796 w 233"/>
                  <a:gd name="T65" fmla="*/ 360 h 294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233" h="294">
                    <a:moveTo>
                      <a:pt x="223" y="102"/>
                    </a:moveTo>
                    <a:cubicBezTo>
                      <a:pt x="222" y="102"/>
                      <a:pt x="222" y="102"/>
                      <a:pt x="221" y="101"/>
                    </a:cubicBezTo>
                    <a:cubicBezTo>
                      <a:pt x="220" y="101"/>
                      <a:pt x="220" y="101"/>
                      <a:pt x="219" y="102"/>
                    </a:cubicBezTo>
                    <a:cubicBezTo>
                      <a:pt x="212" y="126"/>
                      <a:pt x="212" y="126"/>
                      <a:pt x="212" y="126"/>
                    </a:cubicBezTo>
                    <a:cubicBezTo>
                      <a:pt x="210" y="132"/>
                      <a:pt x="210" y="132"/>
                      <a:pt x="210" y="132"/>
                    </a:cubicBezTo>
                    <a:cubicBezTo>
                      <a:pt x="209" y="139"/>
                      <a:pt x="205" y="147"/>
                      <a:pt x="205" y="147"/>
                    </a:cubicBezTo>
                    <a:cubicBezTo>
                      <a:pt x="205" y="146"/>
                      <a:pt x="205" y="146"/>
                      <a:pt x="205" y="146"/>
                    </a:cubicBezTo>
                    <a:cubicBezTo>
                      <a:pt x="203" y="150"/>
                      <a:pt x="203" y="150"/>
                      <a:pt x="203" y="150"/>
                    </a:cubicBezTo>
                    <a:cubicBezTo>
                      <a:pt x="200" y="152"/>
                      <a:pt x="233" y="0"/>
                      <a:pt x="107" y="2"/>
                    </a:cubicBezTo>
                    <a:cubicBezTo>
                      <a:pt x="0" y="3"/>
                      <a:pt x="24" y="149"/>
                      <a:pt x="22" y="143"/>
                    </a:cubicBezTo>
                    <a:cubicBezTo>
                      <a:pt x="20" y="135"/>
                      <a:pt x="17" y="119"/>
                      <a:pt x="17" y="119"/>
                    </a:cubicBezTo>
                    <a:cubicBezTo>
                      <a:pt x="17" y="119"/>
                      <a:pt x="16" y="115"/>
                      <a:pt x="15" y="110"/>
                    </a:cubicBezTo>
                    <a:cubicBezTo>
                      <a:pt x="15" y="108"/>
                      <a:pt x="14" y="107"/>
                      <a:pt x="14" y="106"/>
                    </a:cubicBezTo>
                    <a:cubicBezTo>
                      <a:pt x="14" y="105"/>
                      <a:pt x="14" y="105"/>
                      <a:pt x="14" y="105"/>
                    </a:cubicBezTo>
                    <a:cubicBezTo>
                      <a:pt x="13" y="104"/>
                      <a:pt x="11" y="102"/>
                      <a:pt x="11" y="102"/>
                    </a:cubicBezTo>
                    <a:cubicBezTo>
                      <a:pt x="8" y="100"/>
                      <a:pt x="4" y="104"/>
                      <a:pt x="4" y="110"/>
                    </a:cubicBezTo>
                    <a:cubicBezTo>
                      <a:pt x="4" y="116"/>
                      <a:pt x="9" y="128"/>
                      <a:pt x="9" y="133"/>
                    </a:cubicBezTo>
                    <a:cubicBezTo>
                      <a:pt x="9" y="137"/>
                      <a:pt x="11" y="149"/>
                      <a:pt x="13" y="156"/>
                    </a:cubicBezTo>
                    <a:cubicBezTo>
                      <a:pt x="15" y="163"/>
                      <a:pt x="14" y="166"/>
                      <a:pt x="17" y="171"/>
                    </a:cubicBezTo>
                    <a:cubicBezTo>
                      <a:pt x="19" y="175"/>
                      <a:pt x="20" y="179"/>
                      <a:pt x="22" y="182"/>
                    </a:cubicBezTo>
                    <a:cubicBezTo>
                      <a:pt x="25" y="185"/>
                      <a:pt x="30" y="190"/>
                      <a:pt x="32" y="190"/>
                    </a:cubicBezTo>
                    <a:cubicBezTo>
                      <a:pt x="32" y="200"/>
                      <a:pt x="35" y="223"/>
                      <a:pt x="39" y="232"/>
                    </a:cubicBezTo>
                    <a:cubicBezTo>
                      <a:pt x="44" y="241"/>
                      <a:pt x="63" y="266"/>
                      <a:pt x="75" y="276"/>
                    </a:cubicBezTo>
                    <a:cubicBezTo>
                      <a:pt x="86" y="284"/>
                      <a:pt x="93" y="294"/>
                      <a:pt x="114" y="294"/>
                    </a:cubicBezTo>
                    <a:cubicBezTo>
                      <a:pt x="135" y="294"/>
                      <a:pt x="142" y="284"/>
                      <a:pt x="154" y="276"/>
                    </a:cubicBezTo>
                    <a:cubicBezTo>
                      <a:pt x="166" y="266"/>
                      <a:pt x="185" y="243"/>
                      <a:pt x="189" y="232"/>
                    </a:cubicBezTo>
                    <a:cubicBezTo>
                      <a:pt x="193" y="221"/>
                      <a:pt x="197" y="200"/>
                      <a:pt x="198" y="190"/>
                    </a:cubicBezTo>
                    <a:cubicBezTo>
                      <a:pt x="200" y="190"/>
                      <a:pt x="205" y="185"/>
                      <a:pt x="208" y="182"/>
                    </a:cubicBezTo>
                    <a:cubicBezTo>
                      <a:pt x="210" y="179"/>
                      <a:pt x="211" y="175"/>
                      <a:pt x="213" y="171"/>
                    </a:cubicBezTo>
                    <a:cubicBezTo>
                      <a:pt x="216" y="166"/>
                      <a:pt x="215" y="163"/>
                      <a:pt x="217" y="156"/>
                    </a:cubicBezTo>
                    <a:cubicBezTo>
                      <a:pt x="219" y="149"/>
                      <a:pt x="221" y="137"/>
                      <a:pt x="221" y="133"/>
                    </a:cubicBezTo>
                    <a:cubicBezTo>
                      <a:pt x="221" y="128"/>
                      <a:pt x="225" y="116"/>
                      <a:pt x="225" y="110"/>
                    </a:cubicBezTo>
                    <a:cubicBezTo>
                      <a:pt x="225" y="106"/>
                      <a:pt x="224" y="103"/>
                      <a:pt x="223" y="102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894" name="Freeform 93">
                <a:extLst>
                  <a:ext uri="{FF2B5EF4-FFF2-40B4-BE49-F238E27FC236}">
                    <a16:creationId xmlns:a16="http://schemas.microsoft.com/office/drawing/2014/main" id="{DE7E96A1-C47D-4230-91EB-5D77C29ED0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5" y="900"/>
                <a:ext cx="65" cy="31"/>
              </a:xfrm>
              <a:custGeom>
                <a:avLst/>
                <a:gdLst>
                  <a:gd name="T0" fmla="*/ 0 w 42"/>
                  <a:gd name="T1" fmla="*/ 45 h 20"/>
                  <a:gd name="T2" fmla="*/ 62 w 42"/>
                  <a:gd name="T3" fmla="*/ 19 h 20"/>
                  <a:gd name="T4" fmla="*/ 136 w 42"/>
                  <a:gd name="T5" fmla="*/ 45 h 20"/>
                  <a:gd name="T6" fmla="*/ 135 w 42"/>
                  <a:gd name="T7" fmla="*/ 62 h 20"/>
                  <a:gd name="T8" fmla="*/ 82 w 42"/>
                  <a:gd name="T9" fmla="*/ 70 h 20"/>
                  <a:gd name="T10" fmla="*/ 0 w 42"/>
                  <a:gd name="T11" fmla="*/ 45 h 2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2" h="20">
                    <a:moveTo>
                      <a:pt x="0" y="12"/>
                    </a:moveTo>
                    <a:cubicBezTo>
                      <a:pt x="9" y="6"/>
                      <a:pt x="8" y="10"/>
                      <a:pt x="17" y="5"/>
                    </a:cubicBezTo>
                    <a:cubicBezTo>
                      <a:pt x="27" y="0"/>
                      <a:pt x="34" y="11"/>
                      <a:pt x="37" y="12"/>
                    </a:cubicBezTo>
                    <a:cubicBezTo>
                      <a:pt x="42" y="13"/>
                      <a:pt x="39" y="16"/>
                      <a:pt x="36" y="17"/>
                    </a:cubicBezTo>
                    <a:cubicBezTo>
                      <a:pt x="33" y="18"/>
                      <a:pt x="25" y="17"/>
                      <a:pt x="22" y="19"/>
                    </a:cubicBezTo>
                    <a:cubicBezTo>
                      <a:pt x="18" y="20"/>
                      <a:pt x="8" y="17"/>
                      <a:pt x="0" y="12"/>
                    </a:cubicBezTo>
                  </a:path>
                </a:pathLst>
              </a:custGeom>
              <a:solidFill>
                <a:srgbClr val="FCE1D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895" name="Freeform 94">
                <a:extLst>
                  <a:ext uri="{FF2B5EF4-FFF2-40B4-BE49-F238E27FC236}">
                    <a16:creationId xmlns:a16="http://schemas.microsoft.com/office/drawing/2014/main" id="{9AA951DB-82C3-44E1-ADA4-6789E80AE7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9" y="905"/>
                <a:ext cx="26" cy="24"/>
              </a:xfrm>
              <a:custGeom>
                <a:avLst/>
                <a:gdLst>
                  <a:gd name="T0" fmla="*/ 18 w 17"/>
                  <a:gd name="T1" fmla="*/ 14 h 16"/>
                  <a:gd name="T2" fmla="*/ 5 w 17"/>
                  <a:gd name="T3" fmla="*/ 18 h 16"/>
                  <a:gd name="T4" fmla="*/ 0 w 17"/>
                  <a:gd name="T5" fmla="*/ 27 h 16"/>
                  <a:gd name="T6" fmla="*/ 18 w 17"/>
                  <a:gd name="T7" fmla="*/ 53 h 16"/>
                  <a:gd name="T8" fmla="*/ 35 w 17"/>
                  <a:gd name="T9" fmla="*/ 54 h 16"/>
                  <a:gd name="T10" fmla="*/ 61 w 17"/>
                  <a:gd name="T11" fmla="*/ 27 h 16"/>
                  <a:gd name="T12" fmla="*/ 49 w 17"/>
                  <a:gd name="T13" fmla="*/ 5 h 16"/>
                  <a:gd name="T14" fmla="*/ 32 w 17"/>
                  <a:gd name="T15" fmla="*/ 8 h 1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7" h="16">
                    <a:moveTo>
                      <a:pt x="5" y="4"/>
                    </a:moveTo>
                    <a:cubicBezTo>
                      <a:pt x="1" y="5"/>
                      <a:pt x="1" y="5"/>
                      <a:pt x="1" y="5"/>
                    </a:cubicBezTo>
                    <a:cubicBezTo>
                      <a:pt x="1" y="6"/>
                      <a:pt x="0" y="6"/>
                      <a:pt x="0" y="8"/>
                    </a:cubicBezTo>
                    <a:cubicBezTo>
                      <a:pt x="0" y="11"/>
                      <a:pt x="2" y="14"/>
                      <a:pt x="5" y="15"/>
                    </a:cubicBezTo>
                    <a:cubicBezTo>
                      <a:pt x="7" y="16"/>
                      <a:pt x="9" y="16"/>
                      <a:pt x="10" y="16"/>
                    </a:cubicBezTo>
                    <a:cubicBezTo>
                      <a:pt x="14" y="15"/>
                      <a:pt x="17" y="12"/>
                      <a:pt x="17" y="8"/>
                    </a:cubicBezTo>
                    <a:cubicBezTo>
                      <a:pt x="17" y="5"/>
                      <a:pt x="16" y="2"/>
                      <a:pt x="14" y="1"/>
                    </a:cubicBezTo>
                    <a:cubicBezTo>
                      <a:pt x="12" y="0"/>
                      <a:pt x="11" y="2"/>
                      <a:pt x="9" y="2"/>
                    </a:cubicBezTo>
                  </a:path>
                </a:pathLst>
              </a:custGeom>
              <a:solidFill>
                <a:srgbClr val="2A100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896" name="Freeform 95">
                <a:extLst>
                  <a:ext uri="{FF2B5EF4-FFF2-40B4-BE49-F238E27FC236}">
                    <a16:creationId xmlns:a16="http://schemas.microsoft.com/office/drawing/2014/main" id="{D4F67338-E15D-42AB-B99D-0198779B14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8" y="918"/>
                <a:ext cx="20" cy="46"/>
              </a:xfrm>
              <a:custGeom>
                <a:avLst/>
                <a:gdLst>
                  <a:gd name="T0" fmla="*/ 48 w 13"/>
                  <a:gd name="T1" fmla="*/ 18 h 30"/>
                  <a:gd name="T2" fmla="*/ 40 w 13"/>
                  <a:gd name="T3" fmla="*/ 109 h 3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30">
                    <a:moveTo>
                      <a:pt x="13" y="5"/>
                    </a:moveTo>
                    <a:cubicBezTo>
                      <a:pt x="0" y="0"/>
                      <a:pt x="8" y="28"/>
                      <a:pt x="11" y="30"/>
                    </a:cubicBezTo>
                  </a:path>
                </a:pathLst>
              </a:custGeom>
              <a:solidFill>
                <a:srgbClr val="6B2D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897" name="Freeform 96">
                <a:extLst>
                  <a:ext uri="{FF2B5EF4-FFF2-40B4-BE49-F238E27FC236}">
                    <a16:creationId xmlns:a16="http://schemas.microsoft.com/office/drawing/2014/main" id="{7BF9B5CA-A9C6-4CF0-BAA9-AB0F4DD1C9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7" y="931"/>
                <a:ext cx="14" cy="35"/>
              </a:xfrm>
              <a:custGeom>
                <a:avLst/>
                <a:gdLst>
                  <a:gd name="T0" fmla="*/ 8 w 9"/>
                  <a:gd name="T1" fmla="*/ 0 h 23"/>
                  <a:gd name="T2" fmla="*/ 0 w 9"/>
                  <a:gd name="T3" fmla="*/ 81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23">
                    <a:moveTo>
                      <a:pt x="2" y="0"/>
                    </a:moveTo>
                    <a:cubicBezTo>
                      <a:pt x="9" y="3"/>
                      <a:pt x="4" y="19"/>
                      <a:pt x="0" y="23"/>
                    </a:cubicBezTo>
                  </a:path>
                </a:pathLst>
              </a:custGeom>
              <a:solidFill>
                <a:srgbClr val="6B2D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898" name="Freeform 97">
                <a:extLst>
                  <a:ext uri="{FF2B5EF4-FFF2-40B4-BE49-F238E27FC236}">
                    <a16:creationId xmlns:a16="http://schemas.microsoft.com/office/drawing/2014/main" id="{12081CD0-2E8D-49A1-8C64-22AC97720A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1" y="990"/>
                <a:ext cx="97" cy="38"/>
              </a:xfrm>
              <a:custGeom>
                <a:avLst/>
                <a:gdLst>
                  <a:gd name="T0" fmla="*/ 188 w 63"/>
                  <a:gd name="T1" fmla="*/ 5 h 25"/>
                  <a:gd name="T2" fmla="*/ 211 w 63"/>
                  <a:gd name="T3" fmla="*/ 62 h 25"/>
                  <a:gd name="T4" fmla="*/ 171 w 63"/>
                  <a:gd name="T5" fmla="*/ 62 h 25"/>
                  <a:gd name="T6" fmla="*/ 122 w 63"/>
                  <a:gd name="T7" fmla="*/ 84 h 25"/>
                  <a:gd name="T8" fmla="*/ 102 w 63"/>
                  <a:gd name="T9" fmla="*/ 84 h 25"/>
                  <a:gd name="T10" fmla="*/ 54 w 63"/>
                  <a:gd name="T11" fmla="*/ 62 h 25"/>
                  <a:gd name="T12" fmla="*/ 18 w 63"/>
                  <a:gd name="T13" fmla="*/ 61 h 25"/>
                  <a:gd name="T14" fmla="*/ 43 w 63"/>
                  <a:gd name="T15" fmla="*/ 0 h 25"/>
                  <a:gd name="T16" fmla="*/ 14 w 63"/>
                  <a:gd name="T17" fmla="*/ 32 h 25"/>
                  <a:gd name="T18" fmla="*/ 40 w 63"/>
                  <a:gd name="T19" fmla="*/ 62 h 25"/>
                  <a:gd name="T20" fmla="*/ 75 w 63"/>
                  <a:gd name="T21" fmla="*/ 70 h 25"/>
                  <a:gd name="T22" fmla="*/ 163 w 63"/>
                  <a:gd name="T23" fmla="*/ 62 h 25"/>
                  <a:gd name="T24" fmla="*/ 188 w 63"/>
                  <a:gd name="T25" fmla="*/ 62 h 25"/>
                  <a:gd name="T26" fmla="*/ 211 w 63"/>
                  <a:gd name="T27" fmla="*/ 46 h 25"/>
                  <a:gd name="T28" fmla="*/ 188 w 63"/>
                  <a:gd name="T29" fmla="*/ 5 h 2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63" h="25">
                    <a:moveTo>
                      <a:pt x="51" y="1"/>
                    </a:moveTo>
                    <a:cubicBezTo>
                      <a:pt x="55" y="1"/>
                      <a:pt x="63" y="11"/>
                      <a:pt x="58" y="18"/>
                    </a:cubicBezTo>
                    <a:cubicBezTo>
                      <a:pt x="53" y="22"/>
                      <a:pt x="51" y="18"/>
                      <a:pt x="47" y="18"/>
                    </a:cubicBezTo>
                    <a:cubicBezTo>
                      <a:pt x="45" y="19"/>
                      <a:pt x="41" y="23"/>
                      <a:pt x="33" y="24"/>
                    </a:cubicBezTo>
                    <a:cubicBezTo>
                      <a:pt x="31" y="25"/>
                      <a:pt x="30" y="24"/>
                      <a:pt x="28" y="24"/>
                    </a:cubicBezTo>
                    <a:cubicBezTo>
                      <a:pt x="20" y="23"/>
                      <a:pt x="18" y="19"/>
                      <a:pt x="15" y="18"/>
                    </a:cubicBezTo>
                    <a:cubicBezTo>
                      <a:pt x="11" y="17"/>
                      <a:pt x="9" y="21"/>
                      <a:pt x="5" y="17"/>
                    </a:cubicBezTo>
                    <a:cubicBezTo>
                      <a:pt x="0" y="10"/>
                      <a:pt x="7" y="0"/>
                      <a:pt x="12" y="0"/>
                    </a:cubicBezTo>
                    <a:cubicBezTo>
                      <a:pt x="12" y="0"/>
                      <a:pt x="6" y="2"/>
                      <a:pt x="4" y="9"/>
                    </a:cubicBezTo>
                    <a:cubicBezTo>
                      <a:pt x="3" y="17"/>
                      <a:pt x="7" y="19"/>
                      <a:pt x="11" y="18"/>
                    </a:cubicBezTo>
                    <a:cubicBezTo>
                      <a:pt x="15" y="17"/>
                      <a:pt x="15" y="16"/>
                      <a:pt x="21" y="20"/>
                    </a:cubicBezTo>
                    <a:cubicBezTo>
                      <a:pt x="26" y="24"/>
                      <a:pt x="34" y="25"/>
                      <a:pt x="45" y="18"/>
                    </a:cubicBezTo>
                    <a:cubicBezTo>
                      <a:pt x="49" y="17"/>
                      <a:pt x="50" y="17"/>
                      <a:pt x="51" y="18"/>
                    </a:cubicBezTo>
                    <a:cubicBezTo>
                      <a:pt x="53" y="18"/>
                      <a:pt x="57" y="19"/>
                      <a:pt x="58" y="13"/>
                    </a:cubicBezTo>
                    <a:cubicBezTo>
                      <a:pt x="59" y="7"/>
                      <a:pt x="54" y="2"/>
                      <a:pt x="51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899" name="Freeform 98">
                <a:extLst>
                  <a:ext uri="{FF2B5EF4-FFF2-40B4-BE49-F238E27FC236}">
                    <a16:creationId xmlns:a16="http://schemas.microsoft.com/office/drawing/2014/main" id="{0FB6F9AC-5055-45F3-B0E2-E5700F9F70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1" y="859"/>
                <a:ext cx="43" cy="12"/>
              </a:xfrm>
              <a:custGeom>
                <a:avLst/>
                <a:gdLst>
                  <a:gd name="T0" fmla="*/ 0 w 28"/>
                  <a:gd name="T1" fmla="*/ 27 h 8"/>
                  <a:gd name="T2" fmla="*/ 101 w 28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" h="8">
                    <a:moveTo>
                      <a:pt x="0" y="8"/>
                    </a:moveTo>
                    <a:cubicBezTo>
                      <a:pt x="8" y="2"/>
                      <a:pt x="19" y="0"/>
                      <a:pt x="28" y="0"/>
                    </a:cubicBezTo>
                  </a:path>
                </a:pathLst>
              </a:custGeom>
              <a:noFill/>
              <a:ln w="9525" cap="rnd">
                <a:solidFill>
                  <a:srgbClr val="E2E2E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900" name="Freeform 99">
                <a:extLst>
                  <a:ext uri="{FF2B5EF4-FFF2-40B4-BE49-F238E27FC236}">
                    <a16:creationId xmlns:a16="http://schemas.microsoft.com/office/drawing/2014/main" id="{0474857C-8CE3-4829-A853-CF53144675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5" y="900"/>
                <a:ext cx="65" cy="31"/>
              </a:xfrm>
              <a:custGeom>
                <a:avLst/>
                <a:gdLst>
                  <a:gd name="T0" fmla="*/ 0 w 42"/>
                  <a:gd name="T1" fmla="*/ 45 h 20"/>
                  <a:gd name="T2" fmla="*/ 62 w 42"/>
                  <a:gd name="T3" fmla="*/ 19 h 20"/>
                  <a:gd name="T4" fmla="*/ 136 w 42"/>
                  <a:gd name="T5" fmla="*/ 45 h 20"/>
                  <a:gd name="T6" fmla="*/ 135 w 42"/>
                  <a:gd name="T7" fmla="*/ 62 h 20"/>
                  <a:gd name="T8" fmla="*/ 82 w 42"/>
                  <a:gd name="T9" fmla="*/ 70 h 20"/>
                  <a:gd name="T10" fmla="*/ 0 w 42"/>
                  <a:gd name="T11" fmla="*/ 45 h 2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2" h="20">
                    <a:moveTo>
                      <a:pt x="0" y="12"/>
                    </a:moveTo>
                    <a:cubicBezTo>
                      <a:pt x="8" y="6"/>
                      <a:pt x="10" y="9"/>
                      <a:pt x="17" y="5"/>
                    </a:cubicBezTo>
                    <a:cubicBezTo>
                      <a:pt x="27" y="0"/>
                      <a:pt x="34" y="11"/>
                      <a:pt x="37" y="12"/>
                    </a:cubicBezTo>
                    <a:cubicBezTo>
                      <a:pt x="42" y="13"/>
                      <a:pt x="39" y="16"/>
                      <a:pt x="36" y="17"/>
                    </a:cubicBezTo>
                    <a:cubicBezTo>
                      <a:pt x="33" y="18"/>
                      <a:pt x="25" y="17"/>
                      <a:pt x="22" y="19"/>
                    </a:cubicBezTo>
                    <a:cubicBezTo>
                      <a:pt x="18" y="20"/>
                      <a:pt x="8" y="17"/>
                      <a:pt x="0" y="12"/>
                    </a:cubicBezTo>
                    <a:close/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901" name="Freeform 100">
                <a:extLst>
                  <a:ext uri="{FF2B5EF4-FFF2-40B4-BE49-F238E27FC236}">
                    <a16:creationId xmlns:a16="http://schemas.microsoft.com/office/drawing/2014/main" id="{8010C5BB-9A0B-4619-9372-E015A30FEC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7" y="880"/>
                <a:ext cx="15" cy="32"/>
              </a:xfrm>
              <a:custGeom>
                <a:avLst/>
                <a:gdLst>
                  <a:gd name="T0" fmla="*/ 35 w 10"/>
                  <a:gd name="T1" fmla="*/ 75 h 21"/>
                  <a:gd name="T2" fmla="*/ 0 w 10"/>
                  <a:gd name="T3" fmla="*/ 46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21">
                    <a:moveTo>
                      <a:pt x="10" y="21"/>
                    </a:moveTo>
                    <a:cubicBezTo>
                      <a:pt x="8" y="14"/>
                      <a:pt x="2" y="0"/>
                      <a:pt x="0" y="13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902" name="Freeform 101">
                <a:extLst>
                  <a:ext uri="{FF2B5EF4-FFF2-40B4-BE49-F238E27FC236}">
                    <a16:creationId xmlns:a16="http://schemas.microsoft.com/office/drawing/2014/main" id="{E4567464-495A-4462-ACE0-2620BED28A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8" y="943"/>
                <a:ext cx="12" cy="35"/>
              </a:xfrm>
              <a:custGeom>
                <a:avLst/>
                <a:gdLst>
                  <a:gd name="T0" fmla="*/ 8 w 8"/>
                  <a:gd name="T1" fmla="*/ 0 h 23"/>
                  <a:gd name="T2" fmla="*/ 8 w 8"/>
                  <a:gd name="T3" fmla="*/ 41 h 23"/>
                  <a:gd name="T4" fmla="*/ 18 w 8"/>
                  <a:gd name="T5" fmla="*/ 81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23">
                    <a:moveTo>
                      <a:pt x="2" y="0"/>
                    </a:moveTo>
                    <a:cubicBezTo>
                      <a:pt x="0" y="2"/>
                      <a:pt x="0" y="6"/>
                      <a:pt x="2" y="12"/>
                    </a:cubicBezTo>
                    <a:cubicBezTo>
                      <a:pt x="3" y="19"/>
                      <a:pt x="8" y="16"/>
                      <a:pt x="5" y="23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903" name="Freeform 102">
                <a:extLst>
                  <a:ext uri="{FF2B5EF4-FFF2-40B4-BE49-F238E27FC236}">
                    <a16:creationId xmlns:a16="http://schemas.microsoft.com/office/drawing/2014/main" id="{0CE854B0-A22F-4684-B8CF-178043E170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0" y="899"/>
                <a:ext cx="7" cy="22"/>
              </a:xfrm>
              <a:custGeom>
                <a:avLst/>
                <a:gdLst>
                  <a:gd name="T0" fmla="*/ 11 w 5"/>
                  <a:gd name="T1" fmla="*/ 0 h 15"/>
                  <a:gd name="T2" fmla="*/ 0 w 5"/>
                  <a:gd name="T3" fmla="*/ 47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5">
                    <a:moveTo>
                      <a:pt x="4" y="0"/>
                    </a:moveTo>
                    <a:cubicBezTo>
                      <a:pt x="5" y="3"/>
                      <a:pt x="0" y="8"/>
                      <a:pt x="0" y="15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904" name="Freeform 103">
                <a:extLst>
                  <a:ext uri="{FF2B5EF4-FFF2-40B4-BE49-F238E27FC236}">
                    <a16:creationId xmlns:a16="http://schemas.microsoft.com/office/drawing/2014/main" id="{4AA38D50-C43C-4598-B647-AB64CD186A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6" y="978"/>
                <a:ext cx="9" cy="33"/>
              </a:xfrm>
              <a:custGeom>
                <a:avLst/>
                <a:gdLst>
                  <a:gd name="T0" fmla="*/ 0 w 6"/>
                  <a:gd name="T1" fmla="*/ 0 h 22"/>
                  <a:gd name="T2" fmla="*/ 21 w 6"/>
                  <a:gd name="T3" fmla="*/ 75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22">
                    <a:moveTo>
                      <a:pt x="0" y="0"/>
                    </a:moveTo>
                    <a:cubicBezTo>
                      <a:pt x="2" y="7"/>
                      <a:pt x="2" y="11"/>
                      <a:pt x="6" y="22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905" name="Oval 104">
                <a:extLst>
                  <a:ext uri="{FF2B5EF4-FFF2-40B4-BE49-F238E27FC236}">
                    <a16:creationId xmlns:a16="http://schemas.microsoft.com/office/drawing/2014/main" id="{9F54C596-E3FE-43BB-BEF6-3DC1B73633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90" y="914"/>
                <a:ext cx="6" cy="6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906" name="Oval 105">
                <a:extLst>
                  <a:ext uri="{FF2B5EF4-FFF2-40B4-BE49-F238E27FC236}">
                    <a16:creationId xmlns:a16="http://schemas.microsoft.com/office/drawing/2014/main" id="{92071ABC-FDE9-4C7A-B2E3-EAF994398F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90" y="914"/>
                <a:ext cx="6" cy="6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907" name="Freeform 106">
                <a:extLst>
                  <a:ext uri="{FF2B5EF4-FFF2-40B4-BE49-F238E27FC236}">
                    <a16:creationId xmlns:a16="http://schemas.microsoft.com/office/drawing/2014/main" id="{C7C15F91-7EC2-4B43-882F-88F178EFEE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2" y="880"/>
                <a:ext cx="15" cy="32"/>
              </a:xfrm>
              <a:custGeom>
                <a:avLst/>
                <a:gdLst>
                  <a:gd name="T0" fmla="*/ 0 w 10"/>
                  <a:gd name="T1" fmla="*/ 75 h 21"/>
                  <a:gd name="T2" fmla="*/ 35 w 10"/>
                  <a:gd name="T3" fmla="*/ 46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21">
                    <a:moveTo>
                      <a:pt x="0" y="21"/>
                    </a:moveTo>
                    <a:cubicBezTo>
                      <a:pt x="2" y="14"/>
                      <a:pt x="8" y="0"/>
                      <a:pt x="10" y="13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908" name="Freeform 107">
                <a:extLst>
                  <a:ext uri="{FF2B5EF4-FFF2-40B4-BE49-F238E27FC236}">
                    <a16:creationId xmlns:a16="http://schemas.microsoft.com/office/drawing/2014/main" id="{E8B37492-1660-49F4-BE81-0619467832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3" y="943"/>
                <a:ext cx="12" cy="35"/>
              </a:xfrm>
              <a:custGeom>
                <a:avLst/>
                <a:gdLst>
                  <a:gd name="T0" fmla="*/ 21 w 8"/>
                  <a:gd name="T1" fmla="*/ 0 h 23"/>
                  <a:gd name="T2" fmla="*/ 21 w 8"/>
                  <a:gd name="T3" fmla="*/ 41 h 23"/>
                  <a:gd name="T4" fmla="*/ 12 w 8"/>
                  <a:gd name="T5" fmla="*/ 81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23">
                    <a:moveTo>
                      <a:pt x="6" y="0"/>
                    </a:moveTo>
                    <a:cubicBezTo>
                      <a:pt x="8" y="2"/>
                      <a:pt x="8" y="6"/>
                      <a:pt x="6" y="12"/>
                    </a:cubicBezTo>
                    <a:cubicBezTo>
                      <a:pt x="5" y="19"/>
                      <a:pt x="0" y="16"/>
                      <a:pt x="3" y="23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909" name="Freeform 108">
                <a:extLst>
                  <a:ext uri="{FF2B5EF4-FFF2-40B4-BE49-F238E27FC236}">
                    <a16:creationId xmlns:a16="http://schemas.microsoft.com/office/drawing/2014/main" id="{A8CDDACC-EC59-4E1B-9B44-FE21BB87DD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6" y="899"/>
                <a:ext cx="8" cy="22"/>
              </a:xfrm>
              <a:custGeom>
                <a:avLst/>
                <a:gdLst>
                  <a:gd name="T0" fmla="*/ 5 w 5"/>
                  <a:gd name="T1" fmla="*/ 0 h 15"/>
                  <a:gd name="T2" fmla="*/ 21 w 5"/>
                  <a:gd name="T3" fmla="*/ 47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5">
                    <a:moveTo>
                      <a:pt x="1" y="0"/>
                    </a:moveTo>
                    <a:cubicBezTo>
                      <a:pt x="0" y="3"/>
                      <a:pt x="5" y="8"/>
                      <a:pt x="5" y="15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910" name="Freeform 109">
                <a:extLst>
                  <a:ext uri="{FF2B5EF4-FFF2-40B4-BE49-F238E27FC236}">
                    <a16:creationId xmlns:a16="http://schemas.microsoft.com/office/drawing/2014/main" id="{4BEB5EFB-BA22-4AB2-8140-2D3B192286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7" y="975"/>
                <a:ext cx="8" cy="38"/>
              </a:xfrm>
              <a:custGeom>
                <a:avLst/>
                <a:gdLst>
                  <a:gd name="T0" fmla="*/ 21 w 5"/>
                  <a:gd name="T1" fmla="*/ 0 h 25"/>
                  <a:gd name="T2" fmla="*/ 0 w 5"/>
                  <a:gd name="T3" fmla="*/ 88 h 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25">
                    <a:moveTo>
                      <a:pt x="5" y="0"/>
                    </a:moveTo>
                    <a:cubicBezTo>
                      <a:pt x="3" y="9"/>
                      <a:pt x="4" y="12"/>
                      <a:pt x="0" y="25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911" name="Oval 110">
                <a:extLst>
                  <a:ext uri="{FF2B5EF4-FFF2-40B4-BE49-F238E27FC236}">
                    <a16:creationId xmlns:a16="http://schemas.microsoft.com/office/drawing/2014/main" id="{64436FD9-2CA9-41F7-ACE2-37234C4E52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85" y="911"/>
                <a:ext cx="8" cy="7"/>
              </a:xfrm>
              <a:prstGeom prst="ellipse">
                <a:avLst/>
              </a:prstGeom>
              <a:solidFill>
                <a:srgbClr val="7E39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912" name="Freeform 111">
                <a:extLst>
                  <a:ext uri="{FF2B5EF4-FFF2-40B4-BE49-F238E27FC236}">
                    <a16:creationId xmlns:a16="http://schemas.microsoft.com/office/drawing/2014/main" id="{332D5C27-DAF4-469C-A30D-18D476348B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2" y="902"/>
                <a:ext cx="17" cy="48"/>
              </a:xfrm>
              <a:custGeom>
                <a:avLst/>
                <a:gdLst>
                  <a:gd name="T0" fmla="*/ 40 w 11"/>
                  <a:gd name="T1" fmla="*/ 0 h 32"/>
                  <a:gd name="T2" fmla="*/ 14 w 11"/>
                  <a:gd name="T3" fmla="*/ 108 h 32"/>
                  <a:gd name="T4" fmla="*/ 40 w 11"/>
                  <a:gd name="T5" fmla="*/ 0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32">
                    <a:moveTo>
                      <a:pt x="11" y="0"/>
                    </a:moveTo>
                    <a:cubicBezTo>
                      <a:pt x="11" y="0"/>
                      <a:pt x="2" y="16"/>
                      <a:pt x="4" y="32"/>
                    </a:cubicBezTo>
                    <a:cubicBezTo>
                      <a:pt x="4" y="32"/>
                      <a:pt x="0" y="14"/>
                      <a:pt x="11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913" name="Freeform 112">
                <a:extLst>
                  <a:ext uri="{FF2B5EF4-FFF2-40B4-BE49-F238E27FC236}">
                    <a16:creationId xmlns:a16="http://schemas.microsoft.com/office/drawing/2014/main" id="{332A15B8-D54E-4CC4-A859-001CE8DB48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6" y="1053"/>
                <a:ext cx="124" cy="54"/>
              </a:xfrm>
              <a:custGeom>
                <a:avLst/>
                <a:gdLst>
                  <a:gd name="T0" fmla="*/ 0 w 81"/>
                  <a:gd name="T1" fmla="*/ 39 h 36"/>
                  <a:gd name="T2" fmla="*/ 75 w 81"/>
                  <a:gd name="T3" fmla="*/ 27 h 36"/>
                  <a:gd name="T4" fmla="*/ 141 w 81"/>
                  <a:gd name="T5" fmla="*/ 12 h 36"/>
                  <a:gd name="T6" fmla="*/ 155 w 81"/>
                  <a:gd name="T7" fmla="*/ 18 h 36"/>
                  <a:gd name="T8" fmla="*/ 168 w 81"/>
                  <a:gd name="T9" fmla="*/ 12 h 36"/>
                  <a:gd name="T10" fmla="*/ 202 w 81"/>
                  <a:gd name="T11" fmla="*/ 14 h 36"/>
                  <a:gd name="T12" fmla="*/ 291 w 81"/>
                  <a:gd name="T13" fmla="*/ 41 h 36"/>
                  <a:gd name="T14" fmla="*/ 243 w 81"/>
                  <a:gd name="T15" fmla="*/ 86 h 36"/>
                  <a:gd name="T16" fmla="*/ 158 w 81"/>
                  <a:gd name="T17" fmla="*/ 116 h 36"/>
                  <a:gd name="T18" fmla="*/ 87 w 81"/>
                  <a:gd name="T19" fmla="*/ 102 h 36"/>
                  <a:gd name="T20" fmla="*/ 0 w 81"/>
                  <a:gd name="T21" fmla="*/ 39 h 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1" h="36">
                    <a:moveTo>
                      <a:pt x="0" y="11"/>
                    </a:moveTo>
                    <a:cubicBezTo>
                      <a:pt x="0" y="11"/>
                      <a:pt x="8" y="16"/>
                      <a:pt x="21" y="8"/>
                    </a:cubicBezTo>
                    <a:cubicBezTo>
                      <a:pt x="25" y="5"/>
                      <a:pt x="34" y="0"/>
                      <a:pt x="39" y="3"/>
                    </a:cubicBezTo>
                    <a:cubicBezTo>
                      <a:pt x="44" y="6"/>
                      <a:pt x="43" y="5"/>
                      <a:pt x="43" y="5"/>
                    </a:cubicBezTo>
                    <a:cubicBezTo>
                      <a:pt x="43" y="5"/>
                      <a:pt x="44" y="4"/>
                      <a:pt x="47" y="3"/>
                    </a:cubicBezTo>
                    <a:cubicBezTo>
                      <a:pt x="50" y="2"/>
                      <a:pt x="53" y="3"/>
                      <a:pt x="56" y="4"/>
                    </a:cubicBezTo>
                    <a:cubicBezTo>
                      <a:pt x="61" y="5"/>
                      <a:pt x="73" y="15"/>
                      <a:pt x="81" y="12"/>
                    </a:cubicBezTo>
                    <a:cubicBezTo>
                      <a:pt x="81" y="12"/>
                      <a:pt x="75" y="18"/>
                      <a:pt x="68" y="25"/>
                    </a:cubicBezTo>
                    <a:cubicBezTo>
                      <a:pt x="62" y="32"/>
                      <a:pt x="51" y="33"/>
                      <a:pt x="44" y="34"/>
                    </a:cubicBezTo>
                    <a:cubicBezTo>
                      <a:pt x="38" y="36"/>
                      <a:pt x="28" y="32"/>
                      <a:pt x="24" y="30"/>
                    </a:cubicBezTo>
                    <a:cubicBezTo>
                      <a:pt x="14" y="24"/>
                      <a:pt x="3" y="12"/>
                      <a:pt x="0" y="11"/>
                    </a:cubicBezTo>
                    <a:close/>
                  </a:path>
                </a:pathLst>
              </a:custGeom>
              <a:solidFill>
                <a:srgbClr val="AF44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914" name="Freeform 113">
                <a:extLst>
                  <a:ext uri="{FF2B5EF4-FFF2-40B4-BE49-F238E27FC236}">
                    <a16:creationId xmlns:a16="http://schemas.microsoft.com/office/drawing/2014/main" id="{44FB1278-46C9-4EA3-AC9A-BDB5F5A3BA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4" y="1046"/>
                <a:ext cx="127" cy="40"/>
              </a:xfrm>
              <a:custGeom>
                <a:avLst/>
                <a:gdLst>
                  <a:gd name="T0" fmla="*/ 158 w 83"/>
                  <a:gd name="T1" fmla="*/ 40 h 26"/>
                  <a:gd name="T2" fmla="*/ 297 w 83"/>
                  <a:gd name="T3" fmla="*/ 54 h 26"/>
                  <a:gd name="T4" fmla="*/ 257 w 83"/>
                  <a:gd name="T5" fmla="*/ 52 h 26"/>
                  <a:gd name="T6" fmla="*/ 225 w 83"/>
                  <a:gd name="T7" fmla="*/ 34 h 26"/>
                  <a:gd name="T8" fmla="*/ 158 w 83"/>
                  <a:gd name="T9" fmla="*/ 26 h 26"/>
                  <a:gd name="T10" fmla="*/ 158 w 83"/>
                  <a:gd name="T11" fmla="*/ 26 h 26"/>
                  <a:gd name="T12" fmla="*/ 93 w 83"/>
                  <a:gd name="T13" fmla="*/ 28 h 26"/>
                  <a:gd name="T14" fmla="*/ 54 w 83"/>
                  <a:gd name="T15" fmla="*/ 48 h 26"/>
                  <a:gd name="T16" fmla="*/ 0 w 83"/>
                  <a:gd name="T17" fmla="*/ 48 h 26"/>
                  <a:gd name="T18" fmla="*/ 158 w 83"/>
                  <a:gd name="T19" fmla="*/ 40 h 2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3" h="26">
                    <a:moveTo>
                      <a:pt x="44" y="11"/>
                    </a:moveTo>
                    <a:cubicBezTo>
                      <a:pt x="57" y="0"/>
                      <a:pt x="74" y="24"/>
                      <a:pt x="83" y="15"/>
                    </a:cubicBezTo>
                    <a:cubicBezTo>
                      <a:pt x="78" y="17"/>
                      <a:pt x="76" y="16"/>
                      <a:pt x="72" y="14"/>
                    </a:cubicBezTo>
                    <a:cubicBezTo>
                      <a:pt x="69" y="12"/>
                      <a:pt x="66" y="10"/>
                      <a:pt x="63" y="9"/>
                    </a:cubicBezTo>
                    <a:cubicBezTo>
                      <a:pt x="55" y="5"/>
                      <a:pt x="51" y="4"/>
                      <a:pt x="44" y="7"/>
                    </a:cubicBezTo>
                    <a:cubicBezTo>
                      <a:pt x="44" y="7"/>
                      <a:pt x="44" y="7"/>
                      <a:pt x="44" y="7"/>
                    </a:cubicBezTo>
                    <a:cubicBezTo>
                      <a:pt x="36" y="4"/>
                      <a:pt x="33" y="4"/>
                      <a:pt x="26" y="8"/>
                    </a:cubicBezTo>
                    <a:cubicBezTo>
                      <a:pt x="22" y="10"/>
                      <a:pt x="19" y="12"/>
                      <a:pt x="15" y="13"/>
                    </a:cubicBezTo>
                    <a:cubicBezTo>
                      <a:pt x="12" y="15"/>
                      <a:pt x="7" y="18"/>
                      <a:pt x="0" y="13"/>
                    </a:cubicBezTo>
                    <a:cubicBezTo>
                      <a:pt x="11" y="26"/>
                      <a:pt x="31" y="0"/>
                      <a:pt x="44" y="1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915" name="Freeform 114">
                <a:extLst>
                  <a:ext uri="{FF2B5EF4-FFF2-40B4-BE49-F238E27FC236}">
                    <a16:creationId xmlns:a16="http://schemas.microsoft.com/office/drawing/2014/main" id="{93CA7DD6-B36E-4BA4-A837-02836254AE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1" y="1083"/>
                <a:ext cx="97" cy="55"/>
              </a:xfrm>
              <a:custGeom>
                <a:avLst/>
                <a:gdLst>
                  <a:gd name="T0" fmla="*/ 0 w 63"/>
                  <a:gd name="T1" fmla="*/ 0 h 36"/>
                  <a:gd name="T2" fmla="*/ 229 w 63"/>
                  <a:gd name="T3" fmla="*/ 0 h 36"/>
                  <a:gd name="T4" fmla="*/ 0 w 63"/>
                  <a:gd name="T5" fmla="*/ 0 h 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3" h="36">
                    <a:moveTo>
                      <a:pt x="0" y="0"/>
                    </a:moveTo>
                    <a:cubicBezTo>
                      <a:pt x="0" y="0"/>
                      <a:pt x="34" y="31"/>
                      <a:pt x="63" y="0"/>
                    </a:cubicBezTo>
                    <a:cubicBezTo>
                      <a:pt x="63" y="0"/>
                      <a:pt x="38" y="36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916" name="Freeform 115">
                <a:extLst>
                  <a:ext uri="{FF2B5EF4-FFF2-40B4-BE49-F238E27FC236}">
                    <a16:creationId xmlns:a16="http://schemas.microsoft.com/office/drawing/2014/main" id="{C999AB1A-7EB3-4DF6-A5B4-D1ED412BB3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3" y="1075"/>
                <a:ext cx="95" cy="14"/>
              </a:xfrm>
              <a:custGeom>
                <a:avLst/>
                <a:gdLst>
                  <a:gd name="T0" fmla="*/ 0 w 62"/>
                  <a:gd name="T1" fmla="*/ 0 h 9"/>
                  <a:gd name="T2" fmla="*/ 224 w 62"/>
                  <a:gd name="T3" fmla="*/ 0 h 9"/>
                  <a:gd name="T4" fmla="*/ 0 w 62"/>
                  <a:gd name="T5" fmla="*/ 0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2" h="9">
                    <a:moveTo>
                      <a:pt x="0" y="0"/>
                    </a:moveTo>
                    <a:cubicBezTo>
                      <a:pt x="0" y="0"/>
                      <a:pt x="35" y="7"/>
                      <a:pt x="62" y="0"/>
                    </a:cubicBezTo>
                    <a:cubicBezTo>
                      <a:pt x="62" y="0"/>
                      <a:pt x="41" y="9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917" name="Freeform 116">
                <a:extLst>
                  <a:ext uri="{FF2B5EF4-FFF2-40B4-BE49-F238E27FC236}">
                    <a16:creationId xmlns:a16="http://schemas.microsoft.com/office/drawing/2014/main" id="{A81F3263-C285-46CA-A46F-37EA07AF5E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3" y="903"/>
                <a:ext cx="29" cy="5"/>
              </a:xfrm>
              <a:custGeom>
                <a:avLst/>
                <a:gdLst>
                  <a:gd name="T0" fmla="*/ 0 w 19"/>
                  <a:gd name="T1" fmla="*/ 13 h 3"/>
                  <a:gd name="T2" fmla="*/ 32 w 19"/>
                  <a:gd name="T3" fmla="*/ 0 h 3"/>
                  <a:gd name="T4" fmla="*/ 67 w 19"/>
                  <a:gd name="T5" fmla="*/ 8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3">
                    <a:moveTo>
                      <a:pt x="0" y="3"/>
                    </a:moveTo>
                    <a:cubicBezTo>
                      <a:pt x="3" y="2"/>
                      <a:pt x="6" y="1"/>
                      <a:pt x="9" y="0"/>
                    </a:cubicBezTo>
                    <a:cubicBezTo>
                      <a:pt x="13" y="0"/>
                      <a:pt x="16" y="2"/>
                      <a:pt x="19" y="2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918" name="Freeform 117">
                <a:extLst>
                  <a:ext uri="{FF2B5EF4-FFF2-40B4-BE49-F238E27FC236}">
                    <a16:creationId xmlns:a16="http://schemas.microsoft.com/office/drawing/2014/main" id="{50FDB9D3-4608-4C80-8D2A-207A6F88B5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7" y="912"/>
                <a:ext cx="20" cy="5"/>
              </a:xfrm>
              <a:custGeom>
                <a:avLst/>
                <a:gdLst>
                  <a:gd name="T0" fmla="*/ 48 w 13"/>
                  <a:gd name="T1" fmla="*/ 13 h 3"/>
                  <a:gd name="T2" fmla="*/ 22 w 13"/>
                  <a:gd name="T3" fmla="*/ 8 h 3"/>
                  <a:gd name="T4" fmla="*/ 0 w 13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3">
                    <a:moveTo>
                      <a:pt x="13" y="3"/>
                    </a:moveTo>
                    <a:cubicBezTo>
                      <a:pt x="11" y="3"/>
                      <a:pt x="9" y="3"/>
                      <a:pt x="6" y="2"/>
                    </a:cubicBezTo>
                    <a:cubicBezTo>
                      <a:pt x="4" y="1"/>
                      <a:pt x="2" y="1"/>
                      <a:pt x="0" y="0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919" name="Freeform 118">
                <a:extLst>
                  <a:ext uri="{FF2B5EF4-FFF2-40B4-BE49-F238E27FC236}">
                    <a16:creationId xmlns:a16="http://schemas.microsoft.com/office/drawing/2014/main" id="{D1E33545-95F6-4405-AAB3-FAE141AB6F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9" y="918"/>
                <a:ext cx="12" cy="2"/>
              </a:xfrm>
              <a:custGeom>
                <a:avLst/>
                <a:gdLst>
                  <a:gd name="T0" fmla="*/ 27 w 8"/>
                  <a:gd name="T1" fmla="*/ 8 h 1"/>
                  <a:gd name="T2" fmla="*/ 14 w 8"/>
                  <a:gd name="T3" fmla="*/ 0 h 1"/>
                  <a:gd name="T4" fmla="*/ 8 w 8"/>
                  <a:gd name="T5" fmla="*/ 8 h 1"/>
                  <a:gd name="T6" fmla="*/ 0 w 8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1">
                    <a:moveTo>
                      <a:pt x="8" y="1"/>
                    </a:moveTo>
                    <a:cubicBezTo>
                      <a:pt x="7" y="0"/>
                      <a:pt x="6" y="0"/>
                      <a:pt x="4" y="0"/>
                    </a:cubicBezTo>
                    <a:cubicBezTo>
                      <a:pt x="3" y="0"/>
                      <a:pt x="3" y="1"/>
                      <a:pt x="2" y="1"/>
                    </a:cubicBezTo>
                    <a:cubicBezTo>
                      <a:pt x="1" y="1"/>
                      <a:pt x="0" y="0"/>
                      <a:pt x="0" y="0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920" name="Freeform 119">
                <a:extLst>
                  <a:ext uri="{FF2B5EF4-FFF2-40B4-BE49-F238E27FC236}">
                    <a16:creationId xmlns:a16="http://schemas.microsoft.com/office/drawing/2014/main" id="{A186A4B7-3F09-4F97-973D-7347F04F54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0" y="932"/>
                <a:ext cx="55" cy="21"/>
              </a:xfrm>
              <a:custGeom>
                <a:avLst/>
                <a:gdLst>
                  <a:gd name="T0" fmla="*/ 128 w 36"/>
                  <a:gd name="T1" fmla="*/ 0 h 14"/>
                  <a:gd name="T2" fmla="*/ 101 w 36"/>
                  <a:gd name="T3" fmla="*/ 21 h 14"/>
                  <a:gd name="T4" fmla="*/ 66 w 36"/>
                  <a:gd name="T5" fmla="*/ 41 h 14"/>
                  <a:gd name="T6" fmla="*/ 0 w 36"/>
                  <a:gd name="T7" fmla="*/ 32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6" h="14">
                    <a:moveTo>
                      <a:pt x="36" y="0"/>
                    </a:moveTo>
                    <a:cubicBezTo>
                      <a:pt x="33" y="2"/>
                      <a:pt x="31" y="4"/>
                      <a:pt x="28" y="6"/>
                    </a:cubicBezTo>
                    <a:cubicBezTo>
                      <a:pt x="25" y="9"/>
                      <a:pt x="22" y="11"/>
                      <a:pt x="18" y="12"/>
                    </a:cubicBezTo>
                    <a:cubicBezTo>
                      <a:pt x="12" y="14"/>
                      <a:pt x="5" y="12"/>
                      <a:pt x="0" y="9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921" name="Freeform 120">
                <a:extLst>
                  <a:ext uri="{FF2B5EF4-FFF2-40B4-BE49-F238E27FC236}">
                    <a16:creationId xmlns:a16="http://schemas.microsoft.com/office/drawing/2014/main" id="{7F55F9E8-AB04-46C6-A510-727BE73500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1" y="900"/>
                <a:ext cx="62" cy="31"/>
              </a:xfrm>
              <a:custGeom>
                <a:avLst/>
                <a:gdLst>
                  <a:gd name="T0" fmla="*/ 142 w 41"/>
                  <a:gd name="T1" fmla="*/ 45 h 20"/>
                  <a:gd name="T2" fmla="*/ 86 w 41"/>
                  <a:gd name="T3" fmla="*/ 19 h 20"/>
                  <a:gd name="T4" fmla="*/ 14 w 41"/>
                  <a:gd name="T5" fmla="*/ 45 h 20"/>
                  <a:gd name="T6" fmla="*/ 18 w 41"/>
                  <a:gd name="T7" fmla="*/ 62 h 20"/>
                  <a:gd name="T8" fmla="*/ 68 w 41"/>
                  <a:gd name="T9" fmla="*/ 70 h 20"/>
                  <a:gd name="T10" fmla="*/ 142 w 41"/>
                  <a:gd name="T11" fmla="*/ 45 h 2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1" h="20">
                    <a:moveTo>
                      <a:pt x="41" y="12"/>
                    </a:moveTo>
                    <a:cubicBezTo>
                      <a:pt x="32" y="6"/>
                      <a:pt x="33" y="10"/>
                      <a:pt x="25" y="5"/>
                    </a:cubicBezTo>
                    <a:cubicBezTo>
                      <a:pt x="15" y="0"/>
                      <a:pt x="7" y="11"/>
                      <a:pt x="4" y="12"/>
                    </a:cubicBezTo>
                    <a:cubicBezTo>
                      <a:pt x="0" y="13"/>
                      <a:pt x="2" y="16"/>
                      <a:pt x="5" y="17"/>
                    </a:cubicBezTo>
                    <a:cubicBezTo>
                      <a:pt x="8" y="18"/>
                      <a:pt x="16" y="17"/>
                      <a:pt x="20" y="19"/>
                    </a:cubicBezTo>
                    <a:cubicBezTo>
                      <a:pt x="23" y="20"/>
                      <a:pt x="33" y="17"/>
                      <a:pt x="41" y="12"/>
                    </a:cubicBezTo>
                  </a:path>
                </a:pathLst>
              </a:custGeom>
              <a:solidFill>
                <a:srgbClr val="FCE1D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922" name="Freeform 121">
                <a:extLst>
                  <a:ext uri="{FF2B5EF4-FFF2-40B4-BE49-F238E27FC236}">
                    <a16:creationId xmlns:a16="http://schemas.microsoft.com/office/drawing/2014/main" id="{6D54144B-5093-49B2-9798-11BCEE318D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4" y="905"/>
                <a:ext cx="26" cy="24"/>
              </a:xfrm>
              <a:custGeom>
                <a:avLst/>
                <a:gdLst>
                  <a:gd name="T0" fmla="*/ 43 w 17"/>
                  <a:gd name="T1" fmla="*/ 14 h 16"/>
                  <a:gd name="T2" fmla="*/ 57 w 17"/>
                  <a:gd name="T3" fmla="*/ 18 h 16"/>
                  <a:gd name="T4" fmla="*/ 61 w 17"/>
                  <a:gd name="T5" fmla="*/ 27 h 16"/>
                  <a:gd name="T6" fmla="*/ 43 w 17"/>
                  <a:gd name="T7" fmla="*/ 53 h 16"/>
                  <a:gd name="T8" fmla="*/ 26 w 17"/>
                  <a:gd name="T9" fmla="*/ 54 h 16"/>
                  <a:gd name="T10" fmla="*/ 0 w 17"/>
                  <a:gd name="T11" fmla="*/ 27 h 16"/>
                  <a:gd name="T12" fmla="*/ 14 w 17"/>
                  <a:gd name="T13" fmla="*/ 5 h 16"/>
                  <a:gd name="T14" fmla="*/ 28 w 17"/>
                  <a:gd name="T15" fmla="*/ 8 h 1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7" h="16">
                    <a:moveTo>
                      <a:pt x="12" y="4"/>
                    </a:moveTo>
                    <a:cubicBezTo>
                      <a:pt x="16" y="5"/>
                      <a:pt x="16" y="5"/>
                      <a:pt x="16" y="5"/>
                    </a:cubicBezTo>
                    <a:cubicBezTo>
                      <a:pt x="17" y="6"/>
                      <a:pt x="17" y="6"/>
                      <a:pt x="17" y="8"/>
                    </a:cubicBezTo>
                    <a:cubicBezTo>
                      <a:pt x="17" y="11"/>
                      <a:pt x="15" y="14"/>
                      <a:pt x="12" y="15"/>
                    </a:cubicBezTo>
                    <a:cubicBezTo>
                      <a:pt x="10" y="16"/>
                      <a:pt x="8" y="16"/>
                      <a:pt x="7" y="16"/>
                    </a:cubicBezTo>
                    <a:cubicBezTo>
                      <a:pt x="3" y="15"/>
                      <a:pt x="0" y="12"/>
                      <a:pt x="0" y="8"/>
                    </a:cubicBezTo>
                    <a:cubicBezTo>
                      <a:pt x="0" y="5"/>
                      <a:pt x="1" y="2"/>
                      <a:pt x="4" y="1"/>
                    </a:cubicBezTo>
                    <a:cubicBezTo>
                      <a:pt x="5" y="0"/>
                      <a:pt x="6" y="2"/>
                      <a:pt x="8" y="2"/>
                    </a:cubicBezTo>
                  </a:path>
                </a:pathLst>
              </a:custGeom>
              <a:solidFill>
                <a:srgbClr val="2A100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923" name="Freeform 122">
                <a:extLst>
                  <a:ext uri="{FF2B5EF4-FFF2-40B4-BE49-F238E27FC236}">
                    <a16:creationId xmlns:a16="http://schemas.microsoft.com/office/drawing/2014/main" id="{1D5E36C1-9B5E-4706-A618-DE2308CE1A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7" y="854"/>
                <a:ext cx="40" cy="22"/>
              </a:xfrm>
              <a:custGeom>
                <a:avLst/>
                <a:gdLst>
                  <a:gd name="T0" fmla="*/ 95 w 26"/>
                  <a:gd name="T1" fmla="*/ 55 h 14"/>
                  <a:gd name="T2" fmla="*/ 0 w 26"/>
                  <a:gd name="T3" fmla="*/ 0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14">
                    <a:moveTo>
                      <a:pt x="26" y="14"/>
                    </a:moveTo>
                    <a:cubicBezTo>
                      <a:pt x="20" y="6"/>
                      <a:pt x="9" y="2"/>
                      <a:pt x="0" y="0"/>
                    </a:cubicBezTo>
                  </a:path>
                </a:pathLst>
              </a:custGeom>
              <a:noFill/>
              <a:ln w="9525" cap="rnd">
                <a:solidFill>
                  <a:srgbClr val="E2E2E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924" name="Freeform 123">
                <a:extLst>
                  <a:ext uri="{FF2B5EF4-FFF2-40B4-BE49-F238E27FC236}">
                    <a16:creationId xmlns:a16="http://schemas.microsoft.com/office/drawing/2014/main" id="{992411D6-4341-4E42-9198-423E2386A6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1" y="900"/>
                <a:ext cx="62" cy="31"/>
              </a:xfrm>
              <a:custGeom>
                <a:avLst/>
                <a:gdLst>
                  <a:gd name="T0" fmla="*/ 142 w 41"/>
                  <a:gd name="T1" fmla="*/ 45 h 20"/>
                  <a:gd name="T2" fmla="*/ 82 w 41"/>
                  <a:gd name="T3" fmla="*/ 19 h 20"/>
                  <a:gd name="T4" fmla="*/ 14 w 41"/>
                  <a:gd name="T5" fmla="*/ 45 h 20"/>
                  <a:gd name="T6" fmla="*/ 18 w 41"/>
                  <a:gd name="T7" fmla="*/ 62 h 20"/>
                  <a:gd name="T8" fmla="*/ 68 w 41"/>
                  <a:gd name="T9" fmla="*/ 70 h 20"/>
                  <a:gd name="T10" fmla="*/ 142 w 41"/>
                  <a:gd name="T11" fmla="*/ 45 h 2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1" h="20">
                    <a:moveTo>
                      <a:pt x="41" y="12"/>
                    </a:moveTo>
                    <a:cubicBezTo>
                      <a:pt x="33" y="6"/>
                      <a:pt x="31" y="9"/>
                      <a:pt x="24" y="5"/>
                    </a:cubicBezTo>
                    <a:cubicBezTo>
                      <a:pt x="14" y="0"/>
                      <a:pt x="7" y="11"/>
                      <a:pt x="4" y="12"/>
                    </a:cubicBezTo>
                    <a:cubicBezTo>
                      <a:pt x="0" y="13"/>
                      <a:pt x="2" y="16"/>
                      <a:pt x="5" y="17"/>
                    </a:cubicBezTo>
                    <a:cubicBezTo>
                      <a:pt x="8" y="18"/>
                      <a:pt x="16" y="17"/>
                      <a:pt x="20" y="19"/>
                    </a:cubicBezTo>
                    <a:cubicBezTo>
                      <a:pt x="23" y="20"/>
                      <a:pt x="33" y="17"/>
                      <a:pt x="41" y="12"/>
                    </a:cubicBezTo>
                    <a:close/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925" name="Oval 124">
                <a:extLst>
                  <a:ext uri="{FF2B5EF4-FFF2-40B4-BE49-F238E27FC236}">
                    <a16:creationId xmlns:a16="http://schemas.microsoft.com/office/drawing/2014/main" id="{BE969CB8-D3A8-4257-BF02-B64ABCAF35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23" y="914"/>
                <a:ext cx="6" cy="6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926" name="Oval 125">
                <a:extLst>
                  <a:ext uri="{FF2B5EF4-FFF2-40B4-BE49-F238E27FC236}">
                    <a16:creationId xmlns:a16="http://schemas.microsoft.com/office/drawing/2014/main" id="{DE8FF624-E039-4FD5-B63A-A36E144E07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23" y="914"/>
                <a:ext cx="6" cy="6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927" name="Oval 126">
                <a:extLst>
                  <a:ext uri="{FF2B5EF4-FFF2-40B4-BE49-F238E27FC236}">
                    <a16:creationId xmlns:a16="http://schemas.microsoft.com/office/drawing/2014/main" id="{0398F761-CA03-4F11-A717-F6A661A42B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27" y="911"/>
                <a:ext cx="7" cy="7"/>
              </a:xfrm>
              <a:prstGeom prst="ellipse">
                <a:avLst/>
              </a:prstGeom>
              <a:solidFill>
                <a:srgbClr val="7E39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928" name="Freeform 127">
                <a:extLst>
                  <a:ext uri="{FF2B5EF4-FFF2-40B4-BE49-F238E27FC236}">
                    <a16:creationId xmlns:a16="http://schemas.microsoft.com/office/drawing/2014/main" id="{E34A1932-98C6-419C-A317-009079DF13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7" y="903"/>
                <a:ext cx="29" cy="5"/>
              </a:xfrm>
              <a:custGeom>
                <a:avLst/>
                <a:gdLst>
                  <a:gd name="T0" fmla="*/ 67 w 19"/>
                  <a:gd name="T1" fmla="*/ 13 h 3"/>
                  <a:gd name="T2" fmla="*/ 35 w 19"/>
                  <a:gd name="T3" fmla="*/ 0 h 3"/>
                  <a:gd name="T4" fmla="*/ 0 w 19"/>
                  <a:gd name="T5" fmla="*/ 8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3">
                    <a:moveTo>
                      <a:pt x="19" y="3"/>
                    </a:moveTo>
                    <a:cubicBezTo>
                      <a:pt x="16" y="2"/>
                      <a:pt x="13" y="1"/>
                      <a:pt x="10" y="0"/>
                    </a:cubicBezTo>
                    <a:cubicBezTo>
                      <a:pt x="7" y="0"/>
                      <a:pt x="4" y="2"/>
                      <a:pt x="0" y="2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929" name="Freeform 128">
                <a:extLst>
                  <a:ext uri="{FF2B5EF4-FFF2-40B4-BE49-F238E27FC236}">
                    <a16:creationId xmlns:a16="http://schemas.microsoft.com/office/drawing/2014/main" id="{8546B2DD-5C29-451E-AAC0-C8D86A7047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2" y="912"/>
                <a:ext cx="20" cy="5"/>
              </a:xfrm>
              <a:custGeom>
                <a:avLst/>
                <a:gdLst>
                  <a:gd name="T0" fmla="*/ 0 w 13"/>
                  <a:gd name="T1" fmla="*/ 13 h 3"/>
                  <a:gd name="T2" fmla="*/ 26 w 13"/>
                  <a:gd name="T3" fmla="*/ 8 h 3"/>
                  <a:gd name="T4" fmla="*/ 48 w 13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3">
                    <a:moveTo>
                      <a:pt x="0" y="3"/>
                    </a:moveTo>
                    <a:cubicBezTo>
                      <a:pt x="3" y="3"/>
                      <a:pt x="4" y="3"/>
                      <a:pt x="7" y="2"/>
                    </a:cubicBezTo>
                    <a:cubicBezTo>
                      <a:pt x="9" y="1"/>
                      <a:pt x="11" y="1"/>
                      <a:pt x="13" y="0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930" name="Freeform 129">
                <a:extLst>
                  <a:ext uri="{FF2B5EF4-FFF2-40B4-BE49-F238E27FC236}">
                    <a16:creationId xmlns:a16="http://schemas.microsoft.com/office/drawing/2014/main" id="{CB294E26-CCA0-40DB-AB2C-7F865762B8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8" y="918"/>
                <a:ext cx="14" cy="2"/>
              </a:xfrm>
              <a:custGeom>
                <a:avLst/>
                <a:gdLst>
                  <a:gd name="T0" fmla="*/ 0 w 9"/>
                  <a:gd name="T1" fmla="*/ 8 h 1"/>
                  <a:gd name="T2" fmla="*/ 14 w 9"/>
                  <a:gd name="T3" fmla="*/ 0 h 1"/>
                  <a:gd name="T4" fmla="*/ 26 w 9"/>
                  <a:gd name="T5" fmla="*/ 8 h 1"/>
                  <a:gd name="T6" fmla="*/ 34 w 9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1">
                    <a:moveTo>
                      <a:pt x="0" y="1"/>
                    </a:moveTo>
                    <a:cubicBezTo>
                      <a:pt x="1" y="0"/>
                      <a:pt x="2" y="0"/>
                      <a:pt x="4" y="0"/>
                    </a:cubicBezTo>
                    <a:cubicBezTo>
                      <a:pt x="5" y="0"/>
                      <a:pt x="6" y="1"/>
                      <a:pt x="7" y="1"/>
                    </a:cubicBezTo>
                    <a:cubicBezTo>
                      <a:pt x="7" y="1"/>
                      <a:pt x="8" y="0"/>
                      <a:pt x="9" y="0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931" name="Freeform 130">
                <a:extLst>
                  <a:ext uri="{FF2B5EF4-FFF2-40B4-BE49-F238E27FC236}">
                    <a16:creationId xmlns:a16="http://schemas.microsoft.com/office/drawing/2014/main" id="{F53598C6-A81F-45B9-BD71-EB38BC4C1D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5" y="932"/>
                <a:ext cx="54" cy="21"/>
              </a:xfrm>
              <a:custGeom>
                <a:avLst/>
                <a:gdLst>
                  <a:gd name="T0" fmla="*/ 0 w 35"/>
                  <a:gd name="T1" fmla="*/ 0 h 14"/>
                  <a:gd name="T2" fmla="*/ 26 w 35"/>
                  <a:gd name="T3" fmla="*/ 21 h 14"/>
                  <a:gd name="T4" fmla="*/ 62 w 35"/>
                  <a:gd name="T5" fmla="*/ 41 h 14"/>
                  <a:gd name="T6" fmla="*/ 128 w 35"/>
                  <a:gd name="T7" fmla="*/ 32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5" h="14">
                    <a:moveTo>
                      <a:pt x="0" y="0"/>
                    </a:moveTo>
                    <a:cubicBezTo>
                      <a:pt x="2" y="2"/>
                      <a:pt x="4" y="4"/>
                      <a:pt x="7" y="6"/>
                    </a:cubicBezTo>
                    <a:cubicBezTo>
                      <a:pt x="10" y="9"/>
                      <a:pt x="14" y="11"/>
                      <a:pt x="17" y="12"/>
                    </a:cubicBezTo>
                    <a:cubicBezTo>
                      <a:pt x="23" y="14"/>
                      <a:pt x="30" y="12"/>
                      <a:pt x="35" y="9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932" name="Freeform 131">
                <a:extLst>
                  <a:ext uri="{FF2B5EF4-FFF2-40B4-BE49-F238E27FC236}">
                    <a16:creationId xmlns:a16="http://schemas.microsoft.com/office/drawing/2014/main" id="{17121934-E39D-4ECF-8616-677FE5B269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2" y="987"/>
                <a:ext cx="42" cy="84"/>
              </a:xfrm>
              <a:custGeom>
                <a:avLst/>
                <a:gdLst>
                  <a:gd name="T0" fmla="*/ 101 w 27"/>
                  <a:gd name="T1" fmla="*/ 0 h 55"/>
                  <a:gd name="T2" fmla="*/ 8 w 27"/>
                  <a:gd name="T3" fmla="*/ 81 h 55"/>
                  <a:gd name="T4" fmla="*/ 34 w 27"/>
                  <a:gd name="T5" fmla="*/ 195 h 55"/>
                  <a:gd name="T6" fmla="*/ 12 w 27"/>
                  <a:gd name="T7" fmla="*/ 79 h 55"/>
                  <a:gd name="T8" fmla="*/ 101 w 27"/>
                  <a:gd name="T9" fmla="*/ 0 h 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55">
                    <a:moveTo>
                      <a:pt x="27" y="0"/>
                    </a:moveTo>
                    <a:cubicBezTo>
                      <a:pt x="27" y="0"/>
                      <a:pt x="3" y="7"/>
                      <a:pt x="2" y="23"/>
                    </a:cubicBezTo>
                    <a:cubicBezTo>
                      <a:pt x="1" y="39"/>
                      <a:pt x="9" y="55"/>
                      <a:pt x="9" y="55"/>
                    </a:cubicBezTo>
                    <a:cubicBezTo>
                      <a:pt x="9" y="55"/>
                      <a:pt x="0" y="33"/>
                      <a:pt x="3" y="22"/>
                    </a:cubicBezTo>
                    <a:cubicBezTo>
                      <a:pt x="7" y="12"/>
                      <a:pt x="13" y="5"/>
                      <a:pt x="27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933" name="Freeform 132">
                <a:extLst>
                  <a:ext uri="{FF2B5EF4-FFF2-40B4-BE49-F238E27FC236}">
                    <a16:creationId xmlns:a16="http://schemas.microsoft.com/office/drawing/2014/main" id="{D17A791A-8A2D-454F-B4A1-3EEF73ED3E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5" y="987"/>
                <a:ext cx="42" cy="84"/>
              </a:xfrm>
              <a:custGeom>
                <a:avLst/>
                <a:gdLst>
                  <a:gd name="T0" fmla="*/ 0 w 27"/>
                  <a:gd name="T1" fmla="*/ 0 h 55"/>
                  <a:gd name="T2" fmla="*/ 90 w 27"/>
                  <a:gd name="T3" fmla="*/ 81 h 55"/>
                  <a:gd name="T4" fmla="*/ 68 w 27"/>
                  <a:gd name="T5" fmla="*/ 195 h 55"/>
                  <a:gd name="T6" fmla="*/ 87 w 27"/>
                  <a:gd name="T7" fmla="*/ 79 h 55"/>
                  <a:gd name="T8" fmla="*/ 0 w 27"/>
                  <a:gd name="T9" fmla="*/ 0 h 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55">
                    <a:moveTo>
                      <a:pt x="0" y="0"/>
                    </a:moveTo>
                    <a:cubicBezTo>
                      <a:pt x="0" y="0"/>
                      <a:pt x="23" y="7"/>
                      <a:pt x="24" y="23"/>
                    </a:cubicBezTo>
                    <a:cubicBezTo>
                      <a:pt x="25" y="39"/>
                      <a:pt x="18" y="55"/>
                      <a:pt x="18" y="55"/>
                    </a:cubicBezTo>
                    <a:cubicBezTo>
                      <a:pt x="18" y="55"/>
                      <a:pt x="27" y="33"/>
                      <a:pt x="23" y="22"/>
                    </a:cubicBezTo>
                    <a:cubicBezTo>
                      <a:pt x="20" y="12"/>
                      <a:pt x="13" y="5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934" name="Freeform 133">
                <a:extLst>
                  <a:ext uri="{FF2B5EF4-FFF2-40B4-BE49-F238E27FC236}">
                    <a16:creationId xmlns:a16="http://schemas.microsoft.com/office/drawing/2014/main" id="{053F0E63-649C-4D73-B3F6-14B9AE32A3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6" y="1030"/>
                <a:ext cx="16" cy="23"/>
              </a:xfrm>
              <a:custGeom>
                <a:avLst/>
                <a:gdLst>
                  <a:gd name="T0" fmla="*/ 35 w 10"/>
                  <a:gd name="T1" fmla="*/ 54 h 15"/>
                  <a:gd name="T2" fmla="*/ 34 w 10"/>
                  <a:gd name="T3" fmla="*/ 14 h 15"/>
                  <a:gd name="T4" fmla="*/ 21 w 10"/>
                  <a:gd name="T5" fmla="*/ 0 h 15"/>
                  <a:gd name="T6" fmla="*/ 21 w 10"/>
                  <a:gd name="T7" fmla="*/ 14 h 15"/>
                  <a:gd name="T8" fmla="*/ 16 w 10"/>
                  <a:gd name="T9" fmla="*/ 28 h 15"/>
                  <a:gd name="T10" fmla="*/ 0 w 10"/>
                  <a:gd name="T11" fmla="*/ 43 h 15"/>
                  <a:gd name="T12" fmla="*/ 26 w 10"/>
                  <a:gd name="T13" fmla="*/ 43 h 15"/>
                  <a:gd name="T14" fmla="*/ 42 w 10"/>
                  <a:gd name="T15" fmla="*/ 49 h 1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" h="15">
                    <a:moveTo>
                      <a:pt x="9" y="15"/>
                    </a:moveTo>
                    <a:cubicBezTo>
                      <a:pt x="9" y="11"/>
                      <a:pt x="9" y="7"/>
                      <a:pt x="8" y="4"/>
                    </a:cubicBezTo>
                    <a:cubicBezTo>
                      <a:pt x="8" y="2"/>
                      <a:pt x="6" y="1"/>
                      <a:pt x="5" y="0"/>
                    </a:cubicBezTo>
                    <a:cubicBezTo>
                      <a:pt x="5" y="2"/>
                      <a:pt x="5" y="3"/>
                      <a:pt x="5" y="4"/>
                    </a:cubicBezTo>
                    <a:cubicBezTo>
                      <a:pt x="5" y="6"/>
                      <a:pt x="4" y="7"/>
                      <a:pt x="4" y="8"/>
                    </a:cubicBezTo>
                    <a:cubicBezTo>
                      <a:pt x="3" y="10"/>
                      <a:pt x="1" y="11"/>
                      <a:pt x="0" y="12"/>
                    </a:cubicBezTo>
                    <a:cubicBezTo>
                      <a:pt x="2" y="12"/>
                      <a:pt x="4" y="12"/>
                      <a:pt x="6" y="12"/>
                    </a:cubicBezTo>
                    <a:cubicBezTo>
                      <a:pt x="7" y="13"/>
                      <a:pt x="8" y="13"/>
                      <a:pt x="10" y="14"/>
                    </a:cubicBezTo>
                  </a:path>
                </a:pathLst>
              </a:custGeom>
              <a:solidFill>
                <a:srgbClr val="6B2D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935" name="Freeform 134">
                <a:extLst>
                  <a:ext uri="{FF2B5EF4-FFF2-40B4-BE49-F238E27FC236}">
                    <a16:creationId xmlns:a16="http://schemas.microsoft.com/office/drawing/2014/main" id="{4C04FA33-540C-410D-AFD0-A66AC9465F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4" y="982"/>
                <a:ext cx="22" cy="42"/>
              </a:xfrm>
              <a:custGeom>
                <a:avLst/>
                <a:gdLst>
                  <a:gd name="T0" fmla="*/ 8 w 14"/>
                  <a:gd name="T1" fmla="*/ 0 h 27"/>
                  <a:gd name="T2" fmla="*/ 5 w 14"/>
                  <a:gd name="T3" fmla="*/ 56 h 27"/>
                  <a:gd name="T4" fmla="*/ 39 w 14"/>
                  <a:gd name="T5" fmla="*/ 96 h 27"/>
                  <a:gd name="T6" fmla="*/ 42 w 14"/>
                  <a:gd name="T7" fmla="*/ 82 h 27"/>
                  <a:gd name="T8" fmla="*/ 20 w 14"/>
                  <a:gd name="T9" fmla="*/ 53 h 27"/>
                  <a:gd name="T10" fmla="*/ 8 w 14"/>
                  <a:gd name="T11" fmla="*/ 5 h 2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" h="27">
                    <a:moveTo>
                      <a:pt x="2" y="0"/>
                    </a:moveTo>
                    <a:cubicBezTo>
                      <a:pt x="1" y="5"/>
                      <a:pt x="0" y="10"/>
                      <a:pt x="1" y="15"/>
                    </a:cubicBezTo>
                    <a:cubicBezTo>
                      <a:pt x="3" y="18"/>
                      <a:pt x="7" y="25"/>
                      <a:pt x="10" y="26"/>
                    </a:cubicBezTo>
                    <a:cubicBezTo>
                      <a:pt x="14" y="27"/>
                      <a:pt x="12" y="23"/>
                      <a:pt x="11" y="22"/>
                    </a:cubicBezTo>
                    <a:cubicBezTo>
                      <a:pt x="9" y="19"/>
                      <a:pt x="6" y="17"/>
                      <a:pt x="5" y="14"/>
                    </a:cubicBezTo>
                    <a:cubicBezTo>
                      <a:pt x="4" y="9"/>
                      <a:pt x="3" y="5"/>
                      <a:pt x="2" y="1"/>
                    </a:cubicBezTo>
                  </a:path>
                </a:pathLst>
              </a:custGeom>
              <a:solidFill>
                <a:srgbClr val="7E39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936" name="Freeform 135">
                <a:extLst>
                  <a:ext uri="{FF2B5EF4-FFF2-40B4-BE49-F238E27FC236}">
                    <a16:creationId xmlns:a16="http://schemas.microsoft.com/office/drawing/2014/main" id="{4072DADD-DC32-4270-860F-80BDE49AA9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7" y="903"/>
                <a:ext cx="30" cy="79"/>
              </a:xfrm>
              <a:custGeom>
                <a:avLst/>
                <a:gdLst>
                  <a:gd name="T0" fmla="*/ 0 w 20"/>
                  <a:gd name="T1" fmla="*/ 5 h 52"/>
                  <a:gd name="T2" fmla="*/ 35 w 20"/>
                  <a:gd name="T3" fmla="*/ 26 h 52"/>
                  <a:gd name="T4" fmla="*/ 53 w 20"/>
                  <a:gd name="T5" fmla="*/ 61 h 52"/>
                  <a:gd name="T6" fmla="*/ 48 w 20"/>
                  <a:gd name="T7" fmla="*/ 81 h 52"/>
                  <a:gd name="T8" fmla="*/ 53 w 20"/>
                  <a:gd name="T9" fmla="*/ 106 h 52"/>
                  <a:gd name="T10" fmla="*/ 54 w 20"/>
                  <a:gd name="T11" fmla="*/ 141 h 52"/>
                  <a:gd name="T12" fmla="*/ 59 w 20"/>
                  <a:gd name="T13" fmla="*/ 155 h 52"/>
                  <a:gd name="T14" fmla="*/ 54 w 20"/>
                  <a:gd name="T15" fmla="*/ 178 h 52"/>
                  <a:gd name="T16" fmla="*/ 54 w 20"/>
                  <a:gd name="T17" fmla="*/ 182 h 52"/>
                  <a:gd name="T18" fmla="*/ 66 w 20"/>
                  <a:gd name="T19" fmla="*/ 94 h 52"/>
                  <a:gd name="T20" fmla="*/ 62 w 20"/>
                  <a:gd name="T21" fmla="*/ 40 h 52"/>
                  <a:gd name="T22" fmla="*/ 35 w 20"/>
                  <a:gd name="T23" fmla="*/ 12 h 52"/>
                  <a:gd name="T24" fmla="*/ 0 w 20"/>
                  <a:gd name="T25" fmla="*/ 5 h 5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0" h="52">
                    <a:moveTo>
                      <a:pt x="0" y="1"/>
                    </a:moveTo>
                    <a:cubicBezTo>
                      <a:pt x="4" y="1"/>
                      <a:pt x="6" y="5"/>
                      <a:pt x="10" y="7"/>
                    </a:cubicBezTo>
                    <a:cubicBezTo>
                      <a:pt x="14" y="9"/>
                      <a:pt x="16" y="12"/>
                      <a:pt x="15" y="17"/>
                    </a:cubicBezTo>
                    <a:cubicBezTo>
                      <a:pt x="15" y="19"/>
                      <a:pt x="14" y="21"/>
                      <a:pt x="14" y="23"/>
                    </a:cubicBezTo>
                    <a:cubicBezTo>
                      <a:pt x="14" y="25"/>
                      <a:pt x="15" y="27"/>
                      <a:pt x="15" y="30"/>
                    </a:cubicBezTo>
                    <a:cubicBezTo>
                      <a:pt x="16" y="33"/>
                      <a:pt x="16" y="36"/>
                      <a:pt x="16" y="40"/>
                    </a:cubicBezTo>
                    <a:cubicBezTo>
                      <a:pt x="17" y="41"/>
                      <a:pt x="17" y="43"/>
                      <a:pt x="17" y="44"/>
                    </a:cubicBezTo>
                    <a:cubicBezTo>
                      <a:pt x="17" y="46"/>
                      <a:pt x="16" y="49"/>
                      <a:pt x="16" y="51"/>
                    </a:cubicBezTo>
                    <a:cubicBezTo>
                      <a:pt x="16" y="51"/>
                      <a:pt x="16" y="51"/>
                      <a:pt x="16" y="52"/>
                    </a:cubicBezTo>
                    <a:cubicBezTo>
                      <a:pt x="18" y="43"/>
                      <a:pt x="19" y="36"/>
                      <a:pt x="19" y="27"/>
                    </a:cubicBezTo>
                    <a:cubicBezTo>
                      <a:pt x="19" y="22"/>
                      <a:pt x="20" y="16"/>
                      <a:pt x="18" y="11"/>
                    </a:cubicBezTo>
                    <a:cubicBezTo>
                      <a:pt x="17" y="7"/>
                      <a:pt x="14" y="4"/>
                      <a:pt x="10" y="3"/>
                    </a:cubicBezTo>
                    <a:cubicBezTo>
                      <a:pt x="7" y="3"/>
                      <a:pt x="3" y="0"/>
                      <a:pt x="0" y="1"/>
                    </a:cubicBezTo>
                  </a:path>
                </a:pathLst>
              </a:custGeom>
              <a:solidFill>
                <a:srgbClr val="6B2D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937" name="Freeform 136">
                <a:extLst>
                  <a:ext uri="{FF2B5EF4-FFF2-40B4-BE49-F238E27FC236}">
                    <a16:creationId xmlns:a16="http://schemas.microsoft.com/office/drawing/2014/main" id="{C25EA4B6-DA7E-4150-A2FF-5C183C34F3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9" y="888"/>
                <a:ext cx="43" cy="20"/>
              </a:xfrm>
              <a:custGeom>
                <a:avLst/>
                <a:gdLst>
                  <a:gd name="T0" fmla="*/ 101 w 28"/>
                  <a:gd name="T1" fmla="*/ 14 h 13"/>
                  <a:gd name="T2" fmla="*/ 48 w 28"/>
                  <a:gd name="T3" fmla="*/ 35 h 13"/>
                  <a:gd name="T4" fmla="*/ 0 w 28"/>
                  <a:gd name="T5" fmla="*/ 48 h 13"/>
                  <a:gd name="T6" fmla="*/ 58 w 28"/>
                  <a:gd name="T7" fmla="*/ 14 h 13"/>
                  <a:gd name="T8" fmla="*/ 101 w 28"/>
                  <a:gd name="T9" fmla="*/ 14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8" h="13">
                    <a:moveTo>
                      <a:pt x="28" y="4"/>
                    </a:moveTo>
                    <a:cubicBezTo>
                      <a:pt x="23" y="0"/>
                      <a:pt x="17" y="8"/>
                      <a:pt x="13" y="10"/>
                    </a:cubicBezTo>
                    <a:cubicBezTo>
                      <a:pt x="9" y="11"/>
                      <a:pt x="4" y="13"/>
                      <a:pt x="0" y="13"/>
                    </a:cubicBezTo>
                    <a:cubicBezTo>
                      <a:pt x="6" y="12"/>
                      <a:pt x="10" y="7"/>
                      <a:pt x="16" y="4"/>
                    </a:cubicBezTo>
                    <a:cubicBezTo>
                      <a:pt x="20" y="3"/>
                      <a:pt x="24" y="2"/>
                      <a:pt x="28" y="4"/>
                    </a:cubicBezTo>
                  </a:path>
                </a:pathLst>
              </a:custGeom>
              <a:solidFill>
                <a:srgbClr val="6B2D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938" name="Freeform 137">
                <a:extLst>
                  <a:ext uri="{FF2B5EF4-FFF2-40B4-BE49-F238E27FC236}">
                    <a16:creationId xmlns:a16="http://schemas.microsoft.com/office/drawing/2014/main" id="{487FED75-A7BC-4076-8721-B9BD4589DB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5" y="892"/>
                <a:ext cx="37" cy="16"/>
              </a:xfrm>
              <a:custGeom>
                <a:avLst/>
                <a:gdLst>
                  <a:gd name="T0" fmla="*/ 88 w 24"/>
                  <a:gd name="T1" fmla="*/ 0 h 10"/>
                  <a:gd name="T2" fmla="*/ 80 w 24"/>
                  <a:gd name="T3" fmla="*/ 0 h 10"/>
                  <a:gd name="T4" fmla="*/ 69 w 24"/>
                  <a:gd name="T5" fmla="*/ 0 h 10"/>
                  <a:gd name="T6" fmla="*/ 60 w 24"/>
                  <a:gd name="T7" fmla="*/ 8 h 10"/>
                  <a:gd name="T8" fmla="*/ 45 w 24"/>
                  <a:gd name="T9" fmla="*/ 21 h 10"/>
                  <a:gd name="T10" fmla="*/ 0 w 24"/>
                  <a:gd name="T11" fmla="*/ 42 h 1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4" h="10">
                    <a:moveTo>
                      <a:pt x="24" y="0"/>
                    </a:moveTo>
                    <a:cubicBezTo>
                      <a:pt x="24" y="1"/>
                      <a:pt x="22" y="0"/>
                      <a:pt x="22" y="0"/>
                    </a:cubicBezTo>
                    <a:cubicBezTo>
                      <a:pt x="21" y="0"/>
                      <a:pt x="20" y="0"/>
                      <a:pt x="19" y="0"/>
                    </a:cubicBezTo>
                    <a:cubicBezTo>
                      <a:pt x="18" y="0"/>
                      <a:pt x="17" y="1"/>
                      <a:pt x="16" y="2"/>
                    </a:cubicBezTo>
                    <a:cubicBezTo>
                      <a:pt x="15" y="3"/>
                      <a:pt x="14" y="4"/>
                      <a:pt x="12" y="5"/>
                    </a:cubicBezTo>
                    <a:cubicBezTo>
                      <a:pt x="9" y="7"/>
                      <a:pt x="4" y="9"/>
                      <a:pt x="0" y="10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939" name="Freeform 138">
                <a:extLst>
                  <a:ext uri="{FF2B5EF4-FFF2-40B4-BE49-F238E27FC236}">
                    <a16:creationId xmlns:a16="http://schemas.microsoft.com/office/drawing/2014/main" id="{6D489D35-7468-4BF9-A0B7-879E4A806F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4" y="889"/>
                <a:ext cx="34" cy="22"/>
              </a:xfrm>
              <a:custGeom>
                <a:avLst/>
                <a:gdLst>
                  <a:gd name="T0" fmla="*/ 0 w 22"/>
                  <a:gd name="T1" fmla="*/ 5 h 14"/>
                  <a:gd name="T2" fmla="*/ 26 w 22"/>
                  <a:gd name="T3" fmla="*/ 13 h 14"/>
                  <a:gd name="T4" fmla="*/ 45 w 22"/>
                  <a:gd name="T5" fmla="*/ 27 h 14"/>
                  <a:gd name="T6" fmla="*/ 82 w 22"/>
                  <a:gd name="T7" fmla="*/ 55 h 14"/>
                  <a:gd name="T8" fmla="*/ 0 w 22"/>
                  <a:gd name="T9" fmla="*/ 0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14">
                    <a:moveTo>
                      <a:pt x="0" y="1"/>
                    </a:moveTo>
                    <a:cubicBezTo>
                      <a:pt x="2" y="2"/>
                      <a:pt x="5" y="2"/>
                      <a:pt x="7" y="3"/>
                    </a:cubicBezTo>
                    <a:cubicBezTo>
                      <a:pt x="8" y="4"/>
                      <a:pt x="10" y="6"/>
                      <a:pt x="12" y="7"/>
                    </a:cubicBezTo>
                    <a:cubicBezTo>
                      <a:pt x="16" y="9"/>
                      <a:pt x="19" y="10"/>
                      <a:pt x="22" y="14"/>
                    </a:cubicBezTo>
                    <a:cubicBezTo>
                      <a:pt x="16" y="7"/>
                      <a:pt x="10" y="0"/>
                      <a:pt x="0" y="0"/>
                    </a:cubicBezTo>
                  </a:path>
                </a:pathLst>
              </a:custGeom>
              <a:solidFill>
                <a:srgbClr val="6B2D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940" name="Freeform 139">
                <a:extLst>
                  <a:ext uri="{FF2B5EF4-FFF2-40B4-BE49-F238E27FC236}">
                    <a16:creationId xmlns:a16="http://schemas.microsoft.com/office/drawing/2014/main" id="{28EE7B30-5FA6-48B9-B065-BC40685AAF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1" y="889"/>
                <a:ext cx="36" cy="19"/>
              </a:xfrm>
              <a:custGeom>
                <a:avLst/>
                <a:gdLst>
                  <a:gd name="T0" fmla="*/ 0 w 23"/>
                  <a:gd name="T1" fmla="*/ 0 h 12"/>
                  <a:gd name="T2" fmla="*/ 22 w 23"/>
                  <a:gd name="T3" fmla="*/ 8 h 12"/>
                  <a:gd name="T4" fmla="*/ 47 w 23"/>
                  <a:gd name="T5" fmla="*/ 25 h 12"/>
                  <a:gd name="T6" fmla="*/ 88 w 23"/>
                  <a:gd name="T7" fmla="*/ 48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" h="12">
                    <a:moveTo>
                      <a:pt x="0" y="0"/>
                    </a:moveTo>
                    <a:cubicBezTo>
                      <a:pt x="2" y="1"/>
                      <a:pt x="4" y="1"/>
                      <a:pt x="6" y="2"/>
                    </a:cubicBezTo>
                    <a:cubicBezTo>
                      <a:pt x="9" y="2"/>
                      <a:pt x="10" y="4"/>
                      <a:pt x="12" y="6"/>
                    </a:cubicBezTo>
                    <a:cubicBezTo>
                      <a:pt x="15" y="8"/>
                      <a:pt x="20" y="8"/>
                      <a:pt x="23" y="12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941" name="Freeform 140">
                <a:extLst>
                  <a:ext uri="{FF2B5EF4-FFF2-40B4-BE49-F238E27FC236}">
                    <a16:creationId xmlns:a16="http://schemas.microsoft.com/office/drawing/2014/main" id="{B9573904-BC1B-43A3-9D20-C60D0E17B3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5" y="931"/>
                <a:ext cx="68" cy="32"/>
              </a:xfrm>
              <a:custGeom>
                <a:avLst/>
                <a:gdLst>
                  <a:gd name="T0" fmla="*/ 158 w 44"/>
                  <a:gd name="T1" fmla="*/ 0 h 21"/>
                  <a:gd name="T2" fmla="*/ 127 w 44"/>
                  <a:gd name="T3" fmla="*/ 27 h 21"/>
                  <a:gd name="T4" fmla="*/ 87 w 44"/>
                  <a:gd name="T5" fmla="*/ 46 h 21"/>
                  <a:gd name="T6" fmla="*/ 45 w 44"/>
                  <a:gd name="T7" fmla="*/ 61 h 21"/>
                  <a:gd name="T8" fmla="*/ 0 w 44"/>
                  <a:gd name="T9" fmla="*/ 46 h 21"/>
                  <a:gd name="T10" fmla="*/ 108 w 44"/>
                  <a:gd name="T11" fmla="*/ 61 h 21"/>
                  <a:gd name="T12" fmla="*/ 162 w 44"/>
                  <a:gd name="T13" fmla="*/ 61 h 21"/>
                  <a:gd name="T14" fmla="*/ 158 w 44"/>
                  <a:gd name="T15" fmla="*/ 12 h 2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4" h="21">
                    <a:moveTo>
                      <a:pt x="43" y="0"/>
                    </a:moveTo>
                    <a:cubicBezTo>
                      <a:pt x="42" y="3"/>
                      <a:pt x="36" y="5"/>
                      <a:pt x="34" y="8"/>
                    </a:cubicBezTo>
                    <a:cubicBezTo>
                      <a:pt x="30" y="11"/>
                      <a:pt x="27" y="12"/>
                      <a:pt x="23" y="13"/>
                    </a:cubicBezTo>
                    <a:cubicBezTo>
                      <a:pt x="19" y="14"/>
                      <a:pt x="16" y="17"/>
                      <a:pt x="12" y="17"/>
                    </a:cubicBezTo>
                    <a:cubicBezTo>
                      <a:pt x="9" y="17"/>
                      <a:pt x="3" y="16"/>
                      <a:pt x="0" y="13"/>
                    </a:cubicBezTo>
                    <a:cubicBezTo>
                      <a:pt x="7" y="21"/>
                      <a:pt x="20" y="20"/>
                      <a:pt x="29" y="17"/>
                    </a:cubicBezTo>
                    <a:cubicBezTo>
                      <a:pt x="33" y="15"/>
                      <a:pt x="42" y="8"/>
                      <a:pt x="44" y="17"/>
                    </a:cubicBezTo>
                    <a:cubicBezTo>
                      <a:pt x="44" y="13"/>
                      <a:pt x="42" y="7"/>
                      <a:pt x="43" y="3"/>
                    </a:cubicBezTo>
                  </a:path>
                </a:pathLst>
              </a:custGeom>
              <a:solidFill>
                <a:srgbClr val="6B2D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942" name="Freeform 141">
                <a:extLst>
                  <a:ext uri="{FF2B5EF4-FFF2-40B4-BE49-F238E27FC236}">
                    <a16:creationId xmlns:a16="http://schemas.microsoft.com/office/drawing/2014/main" id="{70C78920-6A74-434C-BC09-B1CC7C8F46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8" y="955"/>
                <a:ext cx="32" cy="26"/>
              </a:xfrm>
              <a:custGeom>
                <a:avLst/>
                <a:gdLst>
                  <a:gd name="T0" fmla="*/ 75 w 21"/>
                  <a:gd name="T1" fmla="*/ 8 h 17"/>
                  <a:gd name="T2" fmla="*/ 49 w 21"/>
                  <a:gd name="T3" fmla="*/ 8 h 17"/>
                  <a:gd name="T4" fmla="*/ 27 w 21"/>
                  <a:gd name="T5" fmla="*/ 18 h 17"/>
                  <a:gd name="T6" fmla="*/ 0 w 21"/>
                  <a:gd name="T7" fmla="*/ 61 h 17"/>
                  <a:gd name="T8" fmla="*/ 32 w 21"/>
                  <a:gd name="T9" fmla="*/ 5 h 17"/>
                  <a:gd name="T10" fmla="*/ 75 w 21"/>
                  <a:gd name="T11" fmla="*/ 12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1" h="17">
                    <a:moveTo>
                      <a:pt x="21" y="2"/>
                    </a:moveTo>
                    <a:cubicBezTo>
                      <a:pt x="18" y="2"/>
                      <a:pt x="16" y="1"/>
                      <a:pt x="14" y="2"/>
                    </a:cubicBezTo>
                    <a:cubicBezTo>
                      <a:pt x="12" y="3"/>
                      <a:pt x="9" y="4"/>
                      <a:pt x="8" y="5"/>
                    </a:cubicBezTo>
                    <a:cubicBezTo>
                      <a:pt x="4" y="8"/>
                      <a:pt x="3" y="13"/>
                      <a:pt x="0" y="17"/>
                    </a:cubicBezTo>
                    <a:cubicBezTo>
                      <a:pt x="1" y="12"/>
                      <a:pt x="4" y="3"/>
                      <a:pt x="9" y="1"/>
                    </a:cubicBezTo>
                    <a:cubicBezTo>
                      <a:pt x="13" y="0"/>
                      <a:pt x="17" y="0"/>
                      <a:pt x="21" y="3"/>
                    </a:cubicBezTo>
                  </a:path>
                </a:pathLst>
              </a:custGeom>
              <a:solidFill>
                <a:srgbClr val="6B2D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943" name="Freeform 142">
                <a:extLst>
                  <a:ext uri="{FF2B5EF4-FFF2-40B4-BE49-F238E27FC236}">
                    <a16:creationId xmlns:a16="http://schemas.microsoft.com/office/drawing/2014/main" id="{21407230-B92D-4817-B98F-79C9D20DED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2" y="932"/>
                <a:ext cx="29" cy="15"/>
              </a:xfrm>
              <a:custGeom>
                <a:avLst/>
                <a:gdLst>
                  <a:gd name="T0" fmla="*/ 67 w 19"/>
                  <a:gd name="T1" fmla="*/ 35 h 10"/>
                  <a:gd name="T2" fmla="*/ 49 w 19"/>
                  <a:gd name="T3" fmla="*/ 27 h 10"/>
                  <a:gd name="T4" fmla="*/ 27 w 19"/>
                  <a:gd name="T5" fmla="*/ 14 h 10"/>
                  <a:gd name="T6" fmla="*/ 0 w 19"/>
                  <a:gd name="T7" fmla="*/ 0 h 10"/>
                  <a:gd name="T8" fmla="*/ 18 w 19"/>
                  <a:gd name="T9" fmla="*/ 14 h 10"/>
                  <a:gd name="T10" fmla="*/ 26 w 19"/>
                  <a:gd name="T11" fmla="*/ 14 h 10"/>
                  <a:gd name="T12" fmla="*/ 32 w 19"/>
                  <a:gd name="T13" fmla="*/ 21 h 10"/>
                  <a:gd name="T14" fmla="*/ 53 w 19"/>
                  <a:gd name="T15" fmla="*/ 27 h 10"/>
                  <a:gd name="T16" fmla="*/ 67 w 19"/>
                  <a:gd name="T17" fmla="*/ 35 h 1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9" h="10">
                    <a:moveTo>
                      <a:pt x="19" y="10"/>
                    </a:moveTo>
                    <a:cubicBezTo>
                      <a:pt x="18" y="9"/>
                      <a:pt x="16" y="8"/>
                      <a:pt x="14" y="8"/>
                    </a:cubicBezTo>
                    <a:cubicBezTo>
                      <a:pt x="11" y="7"/>
                      <a:pt x="10" y="6"/>
                      <a:pt x="8" y="4"/>
                    </a:cubicBezTo>
                    <a:cubicBezTo>
                      <a:pt x="6" y="1"/>
                      <a:pt x="2" y="2"/>
                      <a:pt x="0" y="0"/>
                    </a:cubicBezTo>
                    <a:cubicBezTo>
                      <a:pt x="2" y="1"/>
                      <a:pt x="3" y="3"/>
                      <a:pt x="5" y="4"/>
                    </a:cubicBezTo>
                    <a:cubicBezTo>
                      <a:pt x="6" y="4"/>
                      <a:pt x="7" y="4"/>
                      <a:pt x="7" y="4"/>
                    </a:cubicBezTo>
                    <a:cubicBezTo>
                      <a:pt x="8" y="5"/>
                      <a:pt x="8" y="6"/>
                      <a:pt x="9" y="6"/>
                    </a:cubicBezTo>
                    <a:cubicBezTo>
                      <a:pt x="11" y="7"/>
                      <a:pt x="13" y="7"/>
                      <a:pt x="15" y="8"/>
                    </a:cubicBezTo>
                    <a:cubicBezTo>
                      <a:pt x="16" y="9"/>
                      <a:pt x="18" y="10"/>
                      <a:pt x="19" y="10"/>
                    </a:cubicBezTo>
                  </a:path>
                </a:pathLst>
              </a:custGeom>
              <a:solidFill>
                <a:srgbClr val="6B2D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944" name="Freeform 143">
                <a:extLst>
                  <a:ext uri="{FF2B5EF4-FFF2-40B4-BE49-F238E27FC236}">
                    <a16:creationId xmlns:a16="http://schemas.microsoft.com/office/drawing/2014/main" id="{7A3F10B4-C6AC-4226-8598-70C7033705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3" y="920"/>
                <a:ext cx="23" cy="3"/>
              </a:xfrm>
              <a:custGeom>
                <a:avLst/>
                <a:gdLst>
                  <a:gd name="T0" fmla="*/ 54 w 15"/>
                  <a:gd name="T1" fmla="*/ 0 h 2"/>
                  <a:gd name="T2" fmla="*/ 28 w 15"/>
                  <a:gd name="T3" fmla="*/ 0 h 2"/>
                  <a:gd name="T4" fmla="*/ 0 w 15"/>
                  <a:gd name="T5" fmla="*/ 8 h 2"/>
                  <a:gd name="T6" fmla="*/ 12 w 15"/>
                  <a:gd name="T7" fmla="*/ 5 h 2"/>
                  <a:gd name="T8" fmla="*/ 21 w 15"/>
                  <a:gd name="T9" fmla="*/ 8 h 2"/>
                  <a:gd name="T10" fmla="*/ 28 w 15"/>
                  <a:gd name="T11" fmla="*/ 5 h 2"/>
                  <a:gd name="T12" fmla="*/ 35 w 15"/>
                  <a:gd name="T13" fmla="*/ 5 h 2"/>
                  <a:gd name="T14" fmla="*/ 40 w 15"/>
                  <a:gd name="T15" fmla="*/ 5 h 2"/>
                  <a:gd name="T16" fmla="*/ 48 w 15"/>
                  <a:gd name="T17" fmla="*/ 5 h 2"/>
                  <a:gd name="T18" fmla="*/ 54 w 15"/>
                  <a:gd name="T19" fmla="*/ 0 h 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5" h="2">
                    <a:moveTo>
                      <a:pt x="15" y="0"/>
                    </a:moveTo>
                    <a:cubicBezTo>
                      <a:pt x="13" y="0"/>
                      <a:pt x="10" y="0"/>
                      <a:pt x="8" y="0"/>
                    </a:cubicBezTo>
                    <a:cubicBezTo>
                      <a:pt x="5" y="0"/>
                      <a:pt x="3" y="1"/>
                      <a:pt x="0" y="2"/>
                    </a:cubicBezTo>
                    <a:cubicBezTo>
                      <a:pt x="1" y="2"/>
                      <a:pt x="2" y="1"/>
                      <a:pt x="3" y="1"/>
                    </a:cubicBezTo>
                    <a:cubicBezTo>
                      <a:pt x="4" y="1"/>
                      <a:pt x="5" y="2"/>
                      <a:pt x="6" y="2"/>
                    </a:cubicBezTo>
                    <a:cubicBezTo>
                      <a:pt x="6" y="2"/>
                      <a:pt x="7" y="1"/>
                      <a:pt x="8" y="1"/>
                    </a:cubicBezTo>
                    <a:cubicBezTo>
                      <a:pt x="8" y="1"/>
                      <a:pt x="9" y="1"/>
                      <a:pt x="10" y="1"/>
                    </a:cubicBezTo>
                    <a:cubicBezTo>
                      <a:pt x="10" y="1"/>
                      <a:pt x="10" y="1"/>
                      <a:pt x="11" y="1"/>
                    </a:cubicBezTo>
                    <a:cubicBezTo>
                      <a:pt x="12" y="1"/>
                      <a:pt x="12" y="1"/>
                      <a:pt x="13" y="1"/>
                    </a:cubicBezTo>
                    <a:cubicBezTo>
                      <a:pt x="14" y="1"/>
                      <a:pt x="14" y="0"/>
                      <a:pt x="15" y="0"/>
                    </a:cubicBezTo>
                  </a:path>
                </a:pathLst>
              </a:custGeom>
              <a:solidFill>
                <a:srgbClr val="6B2D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945" name="Freeform 144">
                <a:extLst>
                  <a:ext uri="{FF2B5EF4-FFF2-40B4-BE49-F238E27FC236}">
                    <a16:creationId xmlns:a16="http://schemas.microsoft.com/office/drawing/2014/main" id="{989194D4-0D22-42CF-8882-5053B7D9A6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0" y="912"/>
                <a:ext cx="22" cy="3"/>
              </a:xfrm>
              <a:custGeom>
                <a:avLst/>
                <a:gdLst>
                  <a:gd name="T0" fmla="*/ 55 w 14"/>
                  <a:gd name="T1" fmla="*/ 8 h 2"/>
                  <a:gd name="T2" fmla="*/ 27 w 14"/>
                  <a:gd name="T3" fmla="*/ 5 h 2"/>
                  <a:gd name="T4" fmla="*/ 0 w 14"/>
                  <a:gd name="T5" fmla="*/ 8 h 2"/>
                  <a:gd name="T6" fmla="*/ 14 w 14"/>
                  <a:gd name="T7" fmla="*/ 8 h 2"/>
                  <a:gd name="T8" fmla="*/ 35 w 14"/>
                  <a:gd name="T9" fmla="*/ 8 h 2"/>
                  <a:gd name="T10" fmla="*/ 55 w 14"/>
                  <a:gd name="T11" fmla="*/ 8 h 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" h="2">
                    <a:moveTo>
                      <a:pt x="14" y="2"/>
                    </a:moveTo>
                    <a:cubicBezTo>
                      <a:pt x="11" y="2"/>
                      <a:pt x="9" y="1"/>
                      <a:pt x="7" y="1"/>
                    </a:cubicBezTo>
                    <a:cubicBezTo>
                      <a:pt x="5" y="1"/>
                      <a:pt x="2" y="0"/>
                      <a:pt x="0" y="2"/>
                    </a:cubicBezTo>
                    <a:cubicBezTo>
                      <a:pt x="1" y="2"/>
                      <a:pt x="3" y="2"/>
                      <a:pt x="4" y="2"/>
                    </a:cubicBezTo>
                    <a:cubicBezTo>
                      <a:pt x="5" y="2"/>
                      <a:pt x="7" y="2"/>
                      <a:pt x="9" y="2"/>
                    </a:cubicBezTo>
                    <a:cubicBezTo>
                      <a:pt x="10" y="2"/>
                      <a:pt x="12" y="2"/>
                      <a:pt x="14" y="2"/>
                    </a:cubicBezTo>
                  </a:path>
                </a:pathLst>
              </a:custGeom>
              <a:solidFill>
                <a:srgbClr val="6B2D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946" name="Freeform 145">
                <a:extLst>
                  <a:ext uri="{FF2B5EF4-FFF2-40B4-BE49-F238E27FC236}">
                    <a16:creationId xmlns:a16="http://schemas.microsoft.com/office/drawing/2014/main" id="{88A7913A-7924-4531-85E1-91EB19F564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8" y="990"/>
                <a:ext cx="32" cy="75"/>
              </a:xfrm>
              <a:custGeom>
                <a:avLst/>
                <a:gdLst>
                  <a:gd name="T0" fmla="*/ 75 w 21"/>
                  <a:gd name="T1" fmla="*/ 0 h 49"/>
                  <a:gd name="T2" fmla="*/ 27 w 21"/>
                  <a:gd name="T3" fmla="*/ 28 h 49"/>
                  <a:gd name="T4" fmla="*/ 5 w 21"/>
                  <a:gd name="T5" fmla="*/ 75 h 49"/>
                  <a:gd name="T6" fmla="*/ 8 w 21"/>
                  <a:gd name="T7" fmla="*/ 133 h 49"/>
                  <a:gd name="T8" fmla="*/ 18 w 21"/>
                  <a:gd name="T9" fmla="*/ 171 h 49"/>
                  <a:gd name="T10" fmla="*/ 21 w 21"/>
                  <a:gd name="T11" fmla="*/ 176 h 49"/>
                  <a:gd name="T12" fmla="*/ 18 w 21"/>
                  <a:gd name="T13" fmla="*/ 155 h 49"/>
                  <a:gd name="T14" fmla="*/ 14 w 21"/>
                  <a:gd name="T15" fmla="*/ 122 h 49"/>
                  <a:gd name="T16" fmla="*/ 14 w 21"/>
                  <a:gd name="T17" fmla="*/ 87 h 49"/>
                  <a:gd name="T18" fmla="*/ 26 w 21"/>
                  <a:gd name="T19" fmla="*/ 57 h 49"/>
                  <a:gd name="T20" fmla="*/ 53 w 21"/>
                  <a:gd name="T21" fmla="*/ 14 h 49"/>
                  <a:gd name="T22" fmla="*/ 67 w 21"/>
                  <a:gd name="T23" fmla="*/ 5 h 49"/>
                  <a:gd name="T24" fmla="*/ 75 w 21"/>
                  <a:gd name="T25" fmla="*/ 0 h 49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1" h="49">
                    <a:moveTo>
                      <a:pt x="21" y="0"/>
                    </a:moveTo>
                    <a:cubicBezTo>
                      <a:pt x="16" y="0"/>
                      <a:pt x="11" y="4"/>
                      <a:pt x="8" y="8"/>
                    </a:cubicBezTo>
                    <a:cubicBezTo>
                      <a:pt x="5" y="11"/>
                      <a:pt x="2" y="16"/>
                      <a:pt x="1" y="21"/>
                    </a:cubicBezTo>
                    <a:cubicBezTo>
                      <a:pt x="0" y="26"/>
                      <a:pt x="0" y="32"/>
                      <a:pt x="2" y="37"/>
                    </a:cubicBezTo>
                    <a:cubicBezTo>
                      <a:pt x="3" y="40"/>
                      <a:pt x="3" y="45"/>
                      <a:pt x="5" y="48"/>
                    </a:cubicBezTo>
                    <a:cubicBezTo>
                      <a:pt x="6" y="48"/>
                      <a:pt x="6" y="48"/>
                      <a:pt x="6" y="49"/>
                    </a:cubicBezTo>
                    <a:cubicBezTo>
                      <a:pt x="6" y="47"/>
                      <a:pt x="5" y="45"/>
                      <a:pt x="5" y="43"/>
                    </a:cubicBezTo>
                    <a:cubicBezTo>
                      <a:pt x="4" y="40"/>
                      <a:pt x="5" y="37"/>
                      <a:pt x="4" y="34"/>
                    </a:cubicBezTo>
                    <a:cubicBezTo>
                      <a:pt x="4" y="31"/>
                      <a:pt x="3" y="27"/>
                      <a:pt x="4" y="24"/>
                    </a:cubicBezTo>
                    <a:cubicBezTo>
                      <a:pt x="4" y="21"/>
                      <a:pt x="6" y="19"/>
                      <a:pt x="7" y="16"/>
                    </a:cubicBezTo>
                    <a:cubicBezTo>
                      <a:pt x="10" y="12"/>
                      <a:pt x="13" y="8"/>
                      <a:pt x="15" y="4"/>
                    </a:cubicBezTo>
                    <a:cubicBezTo>
                      <a:pt x="16" y="3"/>
                      <a:pt x="17" y="2"/>
                      <a:pt x="19" y="1"/>
                    </a:cubicBezTo>
                    <a:cubicBezTo>
                      <a:pt x="19" y="1"/>
                      <a:pt x="21" y="1"/>
                      <a:pt x="21" y="0"/>
                    </a:cubicBezTo>
                  </a:path>
                </a:pathLst>
              </a:custGeom>
              <a:solidFill>
                <a:srgbClr val="6B2D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947" name="Freeform 146">
                <a:extLst>
                  <a:ext uri="{FF2B5EF4-FFF2-40B4-BE49-F238E27FC236}">
                    <a16:creationId xmlns:a16="http://schemas.microsoft.com/office/drawing/2014/main" id="{F1F70AA9-7C56-4508-881C-BC76C5A985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4" y="990"/>
                <a:ext cx="37" cy="76"/>
              </a:xfrm>
              <a:custGeom>
                <a:avLst/>
                <a:gdLst>
                  <a:gd name="T0" fmla="*/ 0 w 24"/>
                  <a:gd name="T1" fmla="*/ 0 h 50"/>
                  <a:gd name="T2" fmla="*/ 34 w 24"/>
                  <a:gd name="T3" fmla="*/ 12 h 50"/>
                  <a:gd name="T4" fmla="*/ 60 w 24"/>
                  <a:gd name="T5" fmla="*/ 32 h 50"/>
                  <a:gd name="T6" fmla="*/ 74 w 24"/>
                  <a:gd name="T7" fmla="*/ 55 h 50"/>
                  <a:gd name="T8" fmla="*/ 83 w 24"/>
                  <a:gd name="T9" fmla="*/ 76 h 50"/>
                  <a:gd name="T10" fmla="*/ 74 w 24"/>
                  <a:gd name="T11" fmla="*/ 129 h 50"/>
                  <a:gd name="T12" fmla="*/ 62 w 24"/>
                  <a:gd name="T13" fmla="*/ 176 h 50"/>
                  <a:gd name="T14" fmla="*/ 74 w 24"/>
                  <a:gd name="T15" fmla="*/ 112 h 50"/>
                  <a:gd name="T16" fmla="*/ 66 w 24"/>
                  <a:gd name="T17" fmla="*/ 55 h 50"/>
                  <a:gd name="T18" fmla="*/ 52 w 24"/>
                  <a:gd name="T19" fmla="*/ 32 h 50"/>
                  <a:gd name="T20" fmla="*/ 34 w 24"/>
                  <a:gd name="T21" fmla="*/ 14 h 50"/>
                  <a:gd name="T22" fmla="*/ 5 w 24"/>
                  <a:gd name="T23" fmla="*/ 5 h 50"/>
                  <a:gd name="T24" fmla="*/ 8 w 24"/>
                  <a:gd name="T25" fmla="*/ 0 h 5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4" h="50">
                    <a:moveTo>
                      <a:pt x="0" y="0"/>
                    </a:moveTo>
                    <a:cubicBezTo>
                      <a:pt x="3" y="1"/>
                      <a:pt x="6" y="1"/>
                      <a:pt x="9" y="3"/>
                    </a:cubicBezTo>
                    <a:cubicBezTo>
                      <a:pt x="12" y="4"/>
                      <a:pt x="15" y="6"/>
                      <a:pt x="16" y="9"/>
                    </a:cubicBezTo>
                    <a:cubicBezTo>
                      <a:pt x="18" y="11"/>
                      <a:pt x="19" y="13"/>
                      <a:pt x="20" y="16"/>
                    </a:cubicBezTo>
                    <a:cubicBezTo>
                      <a:pt x="21" y="18"/>
                      <a:pt x="23" y="19"/>
                      <a:pt x="23" y="22"/>
                    </a:cubicBezTo>
                    <a:cubicBezTo>
                      <a:pt x="24" y="27"/>
                      <a:pt x="21" y="32"/>
                      <a:pt x="20" y="37"/>
                    </a:cubicBezTo>
                    <a:cubicBezTo>
                      <a:pt x="19" y="41"/>
                      <a:pt x="19" y="46"/>
                      <a:pt x="17" y="50"/>
                    </a:cubicBezTo>
                    <a:cubicBezTo>
                      <a:pt x="18" y="44"/>
                      <a:pt x="19" y="38"/>
                      <a:pt x="20" y="32"/>
                    </a:cubicBezTo>
                    <a:cubicBezTo>
                      <a:pt x="20" y="27"/>
                      <a:pt x="19" y="21"/>
                      <a:pt x="18" y="16"/>
                    </a:cubicBezTo>
                    <a:cubicBezTo>
                      <a:pt x="17" y="14"/>
                      <a:pt x="15" y="11"/>
                      <a:pt x="14" y="9"/>
                    </a:cubicBezTo>
                    <a:cubicBezTo>
                      <a:pt x="12" y="7"/>
                      <a:pt x="11" y="6"/>
                      <a:pt x="9" y="4"/>
                    </a:cubicBezTo>
                    <a:cubicBezTo>
                      <a:pt x="7" y="3"/>
                      <a:pt x="3" y="1"/>
                      <a:pt x="1" y="1"/>
                    </a:cubicBezTo>
                    <a:cubicBezTo>
                      <a:pt x="1" y="1"/>
                      <a:pt x="1" y="1"/>
                      <a:pt x="2" y="0"/>
                    </a:cubicBezTo>
                  </a:path>
                </a:pathLst>
              </a:custGeom>
              <a:solidFill>
                <a:srgbClr val="6B2D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948" name="Freeform 147">
                <a:extLst>
                  <a:ext uri="{FF2B5EF4-FFF2-40B4-BE49-F238E27FC236}">
                    <a16:creationId xmlns:a16="http://schemas.microsoft.com/office/drawing/2014/main" id="{FB5A369F-BDFF-4413-B7DC-70D7925D58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4" y="1017"/>
                <a:ext cx="35" cy="20"/>
              </a:xfrm>
              <a:custGeom>
                <a:avLst/>
                <a:gdLst>
                  <a:gd name="T0" fmla="*/ 0 w 23"/>
                  <a:gd name="T1" fmla="*/ 8 h 13"/>
                  <a:gd name="T2" fmla="*/ 56 w 23"/>
                  <a:gd name="T3" fmla="*/ 22 h 13"/>
                  <a:gd name="T4" fmla="*/ 81 w 23"/>
                  <a:gd name="T5" fmla="*/ 48 h 13"/>
                  <a:gd name="T6" fmla="*/ 67 w 23"/>
                  <a:gd name="T7" fmla="*/ 34 h 13"/>
                  <a:gd name="T8" fmla="*/ 53 w 23"/>
                  <a:gd name="T9" fmla="*/ 34 h 13"/>
                  <a:gd name="T10" fmla="*/ 40 w 23"/>
                  <a:gd name="T11" fmla="*/ 22 h 13"/>
                  <a:gd name="T12" fmla="*/ 5 w 23"/>
                  <a:gd name="T13" fmla="*/ 8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" h="13">
                    <a:moveTo>
                      <a:pt x="0" y="2"/>
                    </a:moveTo>
                    <a:cubicBezTo>
                      <a:pt x="7" y="0"/>
                      <a:pt x="10" y="6"/>
                      <a:pt x="16" y="6"/>
                    </a:cubicBezTo>
                    <a:cubicBezTo>
                      <a:pt x="20" y="7"/>
                      <a:pt x="22" y="8"/>
                      <a:pt x="23" y="13"/>
                    </a:cubicBezTo>
                    <a:cubicBezTo>
                      <a:pt x="22" y="11"/>
                      <a:pt x="21" y="9"/>
                      <a:pt x="19" y="9"/>
                    </a:cubicBezTo>
                    <a:cubicBezTo>
                      <a:pt x="17" y="9"/>
                      <a:pt x="16" y="10"/>
                      <a:pt x="15" y="9"/>
                    </a:cubicBezTo>
                    <a:cubicBezTo>
                      <a:pt x="13" y="9"/>
                      <a:pt x="12" y="7"/>
                      <a:pt x="11" y="6"/>
                    </a:cubicBezTo>
                    <a:cubicBezTo>
                      <a:pt x="8" y="4"/>
                      <a:pt x="4" y="4"/>
                      <a:pt x="1" y="2"/>
                    </a:cubicBezTo>
                  </a:path>
                </a:pathLst>
              </a:custGeom>
              <a:solidFill>
                <a:srgbClr val="6B2D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949" name="Freeform 148">
                <a:extLst>
                  <a:ext uri="{FF2B5EF4-FFF2-40B4-BE49-F238E27FC236}">
                    <a16:creationId xmlns:a16="http://schemas.microsoft.com/office/drawing/2014/main" id="{48A19A62-ADCD-4A80-96AB-BE4902A4B5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9" y="748"/>
                <a:ext cx="109" cy="196"/>
              </a:xfrm>
              <a:custGeom>
                <a:avLst/>
                <a:gdLst>
                  <a:gd name="T0" fmla="*/ 243 w 71"/>
                  <a:gd name="T1" fmla="*/ 5 h 129"/>
                  <a:gd name="T2" fmla="*/ 215 w 71"/>
                  <a:gd name="T3" fmla="*/ 14 h 129"/>
                  <a:gd name="T4" fmla="*/ 203 w 71"/>
                  <a:gd name="T5" fmla="*/ 18 h 129"/>
                  <a:gd name="T6" fmla="*/ 198 w 71"/>
                  <a:gd name="T7" fmla="*/ 26 h 129"/>
                  <a:gd name="T8" fmla="*/ 190 w 71"/>
                  <a:gd name="T9" fmla="*/ 27 h 129"/>
                  <a:gd name="T10" fmla="*/ 167 w 71"/>
                  <a:gd name="T11" fmla="*/ 40 h 129"/>
                  <a:gd name="T12" fmla="*/ 129 w 71"/>
                  <a:gd name="T13" fmla="*/ 40 h 129"/>
                  <a:gd name="T14" fmla="*/ 106 w 71"/>
                  <a:gd name="T15" fmla="*/ 49 h 129"/>
                  <a:gd name="T16" fmla="*/ 88 w 71"/>
                  <a:gd name="T17" fmla="*/ 61 h 129"/>
                  <a:gd name="T18" fmla="*/ 89 w 71"/>
                  <a:gd name="T19" fmla="*/ 67 h 129"/>
                  <a:gd name="T20" fmla="*/ 75 w 71"/>
                  <a:gd name="T21" fmla="*/ 76 h 129"/>
                  <a:gd name="T22" fmla="*/ 74 w 71"/>
                  <a:gd name="T23" fmla="*/ 94 h 129"/>
                  <a:gd name="T24" fmla="*/ 48 w 71"/>
                  <a:gd name="T25" fmla="*/ 128 h 129"/>
                  <a:gd name="T26" fmla="*/ 40 w 71"/>
                  <a:gd name="T27" fmla="*/ 143 h 129"/>
                  <a:gd name="T28" fmla="*/ 21 w 71"/>
                  <a:gd name="T29" fmla="*/ 175 h 129"/>
                  <a:gd name="T30" fmla="*/ 14 w 71"/>
                  <a:gd name="T31" fmla="*/ 210 h 129"/>
                  <a:gd name="T32" fmla="*/ 26 w 71"/>
                  <a:gd name="T33" fmla="*/ 214 h 129"/>
                  <a:gd name="T34" fmla="*/ 26 w 71"/>
                  <a:gd name="T35" fmla="*/ 228 h 129"/>
                  <a:gd name="T36" fmla="*/ 54 w 71"/>
                  <a:gd name="T37" fmla="*/ 237 h 129"/>
                  <a:gd name="T38" fmla="*/ 61 w 71"/>
                  <a:gd name="T39" fmla="*/ 266 h 129"/>
                  <a:gd name="T40" fmla="*/ 75 w 71"/>
                  <a:gd name="T41" fmla="*/ 275 h 129"/>
                  <a:gd name="T42" fmla="*/ 83 w 71"/>
                  <a:gd name="T43" fmla="*/ 289 h 129"/>
                  <a:gd name="T44" fmla="*/ 88 w 71"/>
                  <a:gd name="T45" fmla="*/ 305 h 129"/>
                  <a:gd name="T46" fmla="*/ 88 w 71"/>
                  <a:gd name="T47" fmla="*/ 325 h 129"/>
                  <a:gd name="T48" fmla="*/ 94 w 71"/>
                  <a:gd name="T49" fmla="*/ 343 h 129"/>
                  <a:gd name="T50" fmla="*/ 94 w 71"/>
                  <a:gd name="T51" fmla="*/ 352 h 129"/>
                  <a:gd name="T52" fmla="*/ 97 w 71"/>
                  <a:gd name="T53" fmla="*/ 360 h 129"/>
                  <a:gd name="T54" fmla="*/ 101 w 71"/>
                  <a:gd name="T55" fmla="*/ 386 h 129"/>
                  <a:gd name="T56" fmla="*/ 114 w 71"/>
                  <a:gd name="T57" fmla="*/ 400 h 129"/>
                  <a:gd name="T58" fmla="*/ 114 w 71"/>
                  <a:gd name="T59" fmla="*/ 421 h 129"/>
                  <a:gd name="T60" fmla="*/ 109 w 71"/>
                  <a:gd name="T61" fmla="*/ 441 h 129"/>
                  <a:gd name="T62" fmla="*/ 129 w 71"/>
                  <a:gd name="T63" fmla="*/ 453 h 129"/>
                  <a:gd name="T64" fmla="*/ 129 w 71"/>
                  <a:gd name="T65" fmla="*/ 421 h 129"/>
                  <a:gd name="T66" fmla="*/ 141 w 71"/>
                  <a:gd name="T67" fmla="*/ 392 h 129"/>
                  <a:gd name="T68" fmla="*/ 137 w 71"/>
                  <a:gd name="T69" fmla="*/ 352 h 129"/>
                  <a:gd name="T70" fmla="*/ 144 w 71"/>
                  <a:gd name="T71" fmla="*/ 330 h 129"/>
                  <a:gd name="T72" fmla="*/ 137 w 71"/>
                  <a:gd name="T73" fmla="*/ 316 h 129"/>
                  <a:gd name="T74" fmla="*/ 144 w 71"/>
                  <a:gd name="T75" fmla="*/ 302 h 129"/>
                  <a:gd name="T76" fmla="*/ 141 w 71"/>
                  <a:gd name="T77" fmla="*/ 275 h 129"/>
                  <a:gd name="T78" fmla="*/ 144 w 71"/>
                  <a:gd name="T79" fmla="*/ 249 h 129"/>
                  <a:gd name="T80" fmla="*/ 150 w 71"/>
                  <a:gd name="T81" fmla="*/ 223 h 129"/>
                  <a:gd name="T82" fmla="*/ 155 w 71"/>
                  <a:gd name="T83" fmla="*/ 214 h 129"/>
                  <a:gd name="T84" fmla="*/ 163 w 71"/>
                  <a:gd name="T85" fmla="*/ 196 h 129"/>
                  <a:gd name="T86" fmla="*/ 163 w 71"/>
                  <a:gd name="T87" fmla="*/ 187 h 129"/>
                  <a:gd name="T88" fmla="*/ 170 w 71"/>
                  <a:gd name="T89" fmla="*/ 170 h 129"/>
                  <a:gd name="T90" fmla="*/ 175 w 71"/>
                  <a:gd name="T91" fmla="*/ 147 h 129"/>
                  <a:gd name="T92" fmla="*/ 184 w 71"/>
                  <a:gd name="T93" fmla="*/ 120 h 129"/>
                  <a:gd name="T94" fmla="*/ 198 w 71"/>
                  <a:gd name="T95" fmla="*/ 93 h 129"/>
                  <a:gd name="T96" fmla="*/ 198 w 71"/>
                  <a:gd name="T97" fmla="*/ 76 h 129"/>
                  <a:gd name="T98" fmla="*/ 216 w 71"/>
                  <a:gd name="T99" fmla="*/ 76 h 129"/>
                  <a:gd name="T100" fmla="*/ 229 w 71"/>
                  <a:gd name="T101" fmla="*/ 53 h 129"/>
                  <a:gd name="T102" fmla="*/ 243 w 71"/>
                  <a:gd name="T103" fmla="*/ 40 h 129"/>
                  <a:gd name="T104" fmla="*/ 246 w 71"/>
                  <a:gd name="T105" fmla="*/ 32 h 129"/>
                  <a:gd name="T106" fmla="*/ 252 w 71"/>
                  <a:gd name="T107" fmla="*/ 27 h 129"/>
                  <a:gd name="T108" fmla="*/ 243 w 71"/>
                  <a:gd name="T109" fmla="*/ 0 h 129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</a:gdLst>
                <a:ahLst/>
                <a:cxnLst>
                  <a:cxn ang="T110">
                    <a:pos x="T0" y="T1"/>
                  </a:cxn>
                  <a:cxn ang="T111">
                    <a:pos x="T2" y="T3"/>
                  </a:cxn>
                  <a:cxn ang="T112">
                    <a:pos x="T4" y="T5"/>
                  </a:cxn>
                  <a:cxn ang="T113">
                    <a:pos x="T6" y="T7"/>
                  </a:cxn>
                  <a:cxn ang="T114">
                    <a:pos x="T8" y="T9"/>
                  </a:cxn>
                  <a:cxn ang="T115">
                    <a:pos x="T10" y="T11"/>
                  </a:cxn>
                  <a:cxn ang="T116">
                    <a:pos x="T12" y="T13"/>
                  </a:cxn>
                  <a:cxn ang="T117">
                    <a:pos x="T14" y="T15"/>
                  </a:cxn>
                  <a:cxn ang="T118">
                    <a:pos x="T16" y="T17"/>
                  </a:cxn>
                  <a:cxn ang="T119">
                    <a:pos x="T18" y="T19"/>
                  </a:cxn>
                  <a:cxn ang="T120">
                    <a:pos x="T20" y="T21"/>
                  </a:cxn>
                  <a:cxn ang="T121">
                    <a:pos x="T22" y="T23"/>
                  </a:cxn>
                  <a:cxn ang="T122">
                    <a:pos x="T24" y="T25"/>
                  </a:cxn>
                  <a:cxn ang="T123">
                    <a:pos x="T26" y="T27"/>
                  </a:cxn>
                  <a:cxn ang="T124">
                    <a:pos x="T28" y="T29"/>
                  </a:cxn>
                  <a:cxn ang="T125">
                    <a:pos x="T30" y="T31"/>
                  </a:cxn>
                  <a:cxn ang="T126">
                    <a:pos x="T32" y="T33"/>
                  </a:cxn>
                  <a:cxn ang="T127">
                    <a:pos x="T34" y="T35"/>
                  </a:cxn>
                  <a:cxn ang="T128">
                    <a:pos x="T36" y="T37"/>
                  </a:cxn>
                  <a:cxn ang="T129">
                    <a:pos x="T38" y="T39"/>
                  </a:cxn>
                  <a:cxn ang="T130">
                    <a:pos x="T40" y="T41"/>
                  </a:cxn>
                  <a:cxn ang="T131">
                    <a:pos x="T42" y="T43"/>
                  </a:cxn>
                  <a:cxn ang="T132">
                    <a:pos x="T44" y="T45"/>
                  </a:cxn>
                  <a:cxn ang="T133">
                    <a:pos x="T46" y="T47"/>
                  </a:cxn>
                  <a:cxn ang="T134">
                    <a:pos x="T48" y="T49"/>
                  </a:cxn>
                  <a:cxn ang="T135">
                    <a:pos x="T50" y="T51"/>
                  </a:cxn>
                  <a:cxn ang="T136">
                    <a:pos x="T52" y="T53"/>
                  </a:cxn>
                  <a:cxn ang="T137">
                    <a:pos x="T54" y="T55"/>
                  </a:cxn>
                  <a:cxn ang="T138">
                    <a:pos x="T56" y="T57"/>
                  </a:cxn>
                  <a:cxn ang="T139">
                    <a:pos x="T58" y="T59"/>
                  </a:cxn>
                  <a:cxn ang="T140">
                    <a:pos x="T60" y="T61"/>
                  </a:cxn>
                  <a:cxn ang="T141">
                    <a:pos x="T62" y="T63"/>
                  </a:cxn>
                  <a:cxn ang="T142">
                    <a:pos x="T64" y="T65"/>
                  </a:cxn>
                  <a:cxn ang="T143">
                    <a:pos x="T66" y="T67"/>
                  </a:cxn>
                  <a:cxn ang="T144">
                    <a:pos x="T68" y="T69"/>
                  </a:cxn>
                  <a:cxn ang="T145">
                    <a:pos x="T70" y="T71"/>
                  </a:cxn>
                  <a:cxn ang="T146">
                    <a:pos x="T72" y="T73"/>
                  </a:cxn>
                  <a:cxn ang="T147">
                    <a:pos x="T74" y="T75"/>
                  </a:cxn>
                  <a:cxn ang="T148">
                    <a:pos x="T76" y="T77"/>
                  </a:cxn>
                  <a:cxn ang="T149">
                    <a:pos x="T78" y="T79"/>
                  </a:cxn>
                  <a:cxn ang="T150">
                    <a:pos x="T80" y="T81"/>
                  </a:cxn>
                  <a:cxn ang="T151">
                    <a:pos x="T82" y="T83"/>
                  </a:cxn>
                  <a:cxn ang="T152">
                    <a:pos x="T84" y="T85"/>
                  </a:cxn>
                  <a:cxn ang="T153">
                    <a:pos x="T86" y="T87"/>
                  </a:cxn>
                  <a:cxn ang="T154">
                    <a:pos x="T88" y="T89"/>
                  </a:cxn>
                  <a:cxn ang="T155">
                    <a:pos x="T90" y="T91"/>
                  </a:cxn>
                  <a:cxn ang="T156">
                    <a:pos x="T92" y="T93"/>
                  </a:cxn>
                  <a:cxn ang="T157">
                    <a:pos x="T94" y="T95"/>
                  </a:cxn>
                  <a:cxn ang="T158">
                    <a:pos x="T96" y="T97"/>
                  </a:cxn>
                  <a:cxn ang="T159">
                    <a:pos x="T98" y="T99"/>
                  </a:cxn>
                  <a:cxn ang="T160">
                    <a:pos x="T100" y="T101"/>
                  </a:cxn>
                  <a:cxn ang="T161">
                    <a:pos x="T102" y="T103"/>
                  </a:cxn>
                  <a:cxn ang="T162">
                    <a:pos x="T104" y="T105"/>
                  </a:cxn>
                  <a:cxn ang="T163">
                    <a:pos x="T106" y="T107"/>
                  </a:cxn>
                  <a:cxn ang="T164">
                    <a:pos x="T108" y="T109"/>
                  </a:cxn>
                </a:cxnLst>
                <a:rect l="0" t="0" r="r" b="b"/>
                <a:pathLst>
                  <a:path w="71" h="129">
                    <a:moveTo>
                      <a:pt x="67" y="1"/>
                    </a:moveTo>
                    <a:cubicBezTo>
                      <a:pt x="65" y="2"/>
                      <a:pt x="62" y="3"/>
                      <a:pt x="59" y="4"/>
                    </a:cubicBezTo>
                    <a:cubicBezTo>
                      <a:pt x="58" y="4"/>
                      <a:pt x="57" y="4"/>
                      <a:pt x="56" y="5"/>
                    </a:cubicBezTo>
                    <a:cubicBezTo>
                      <a:pt x="55" y="6"/>
                      <a:pt x="55" y="7"/>
                      <a:pt x="55" y="7"/>
                    </a:cubicBezTo>
                    <a:cubicBezTo>
                      <a:pt x="54" y="8"/>
                      <a:pt x="53" y="7"/>
                      <a:pt x="53" y="8"/>
                    </a:cubicBezTo>
                    <a:cubicBezTo>
                      <a:pt x="51" y="9"/>
                      <a:pt x="49" y="11"/>
                      <a:pt x="46" y="11"/>
                    </a:cubicBezTo>
                    <a:cubicBezTo>
                      <a:pt x="43" y="11"/>
                      <a:pt x="37" y="7"/>
                      <a:pt x="36" y="11"/>
                    </a:cubicBezTo>
                    <a:cubicBezTo>
                      <a:pt x="33" y="9"/>
                      <a:pt x="30" y="11"/>
                      <a:pt x="29" y="14"/>
                    </a:cubicBezTo>
                    <a:cubicBezTo>
                      <a:pt x="27" y="13"/>
                      <a:pt x="25" y="15"/>
                      <a:pt x="24" y="17"/>
                    </a:cubicBezTo>
                    <a:cubicBezTo>
                      <a:pt x="24" y="17"/>
                      <a:pt x="25" y="18"/>
                      <a:pt x="25" y="19"/>
                    </a:cubicBezTo>
                    <a:cubicBezTo>
                      <a:pt x="24" y="20"/>
                      <a:pt x="22" y="21"/>
                      <a:pt x="21" y="22"/>
                    </a:cubicBezTo>
                    <a:cubicBezTo>
                      <a:pt x="19" y="24"/>
                      <a:pt x="20" y="26"/>
                      <a:pt x="20" y="27"/>
                    </a:cubicBezTo>
                    <a:cubicBezTo>
                      <a:pt x="18" y="30"/>
                      <a:pt x="10" y="30"/>
                      <a:pt x="13" y="36"/>
                    </a:cubicBezTo>
                    <a:cubicBezTo>
                      <a:pt x="11" y="37"/>
                      <a:pt x="9" y="39"/>
                      <a:pt x="11" y="41"/>
                    </a:cubicBezTo>
                    <a:cubicBezTo>
                      <a:pt x="4" y="39"/>
                      <a:pt x="0" y="51"/>
                      <a:pt x="6" y="50"/>
                    </a:cubicBezTo>
                    <a:cubicBezTo>
                      <a:pt x="8" y="55"/>
                      <a:pt x="1" y="56"/>
                      <a:pt x="4" y="60"/>
                    </a:cubicBezTo>
                    <a:cubicBezTo>
                      <a:pt x="5" y="61"/>
                      <a:pt x="6" y="60"/>
                      <a:pt x="7" y="61"/>
                    </a:cubicBezTo>
                    <a:cubicBezTo>
                      <a:pt x="7" y="62"/>
                      <a:pt x="6" y="64"/>
                      <a:pt x="7" y="65"/>
                    </a:cubicBezTo>
                    <a:cubicBezTo>
                      <a:pt x="8" y="68"/>
                      <a:pt x="12" y="69"/>
                      <a:pt x="15" y="68"/>
                    </a:cubicBezTo>
                    <a:cubicBezTo>
                      <a:pt x="14" y="71"/>
                      <a:pt x="15" y="74"/>
                      <a:pt x="17" y="76"/>
                    </a:cubicBezTo>
                    <a:cubicBezTo>
                      <a:pt x="19" y="77"/>
                      <a:pt x="19" y="76"/>
                      <a:pt x="21" y="78"/>
                    </a:cubicBezTo>
                    <a:cubicBezTo>
                      <a:pt x="22" y="80"/>
                      <a:pt x="19" y="82"/>
                      <a:pt x="23" y="82"/>
                    </a:cubicBezTo>
                    <a:cubicBezTo>
                      <a:pt x="23" y="84"/>
                      <a:pt x="22" y="86"/>
                      <a:pt x="24" y="87"/>
                    </a:cubicBezTo>
                    <a:cubicBezTo>
                      <a:pt x="25" y="90"/>
                      <a:pt x="23" y="91"/>
                      <a:pt x="24" y="93"/>
                    </a:cubicBezTo>
                    <a:cubicBezTo>
                      <a:pt x="24" y="95"/>
                      <a:pt x="26" y="96"/>
                      <a:pt x="26" y="98"/>
                    </a:cubicBezTo>
                    <a:cubicBezTo>
                      <a:pt x="26" y="99"/>
                      <a:pt x="26" y="100"/>
                      <a:pt x="26" y="101"/>
                    </a:cubicBezTo>
                    <a:cubicBezTo>
                      <a:pt x="26" y="102"/>
                      <a:pt x="27" y="103"/>
                      <a:pt x="27" y="103"/>
                    </a:cubicBezTo>
                    <a:cubicBezTo>
                      <a:pt x="28" y="105"/>
                      <a:pt x="27" y="107"/>
                      <a:pt x="28" y="110"/>
                    </a:cubicBezTo>
                    <a:cubicBezTo>
                      <a:pt x="29" y="112"/>
                      <a:pt x="30" y="112"/>
                      <a:pt x="31" y="114"/>
                    </a:cubicBezTo>
                    <a:cubicBezTo>
                      <a:pt x="31" y="115"/>
                      <a:pt x="31" y="119"/>
                      <a:pt x="31" y="120"/>
                    </a:cubicBezTo>
                    <a:cubicBezTo>
                      <a:pt x="31" y="122"/>
                      <a:pt x="29" y="125"/>
                      <a:pt x="30" y="126"/>
                    </a:cubicBezTo>
                    <a:cubicBezTo>
                      <a:pt x="32" y="128"/>
                      <a:pt x="35" y="127"/>
                      <a:pt x="36" y="129"/>
                    </a:cubicBezTo>
                    <a:cubicBezTo>
                      <a:pt x="39" y="126"/>
                      <a:pt x="37" y="123"/>
                      <a:pt x="36" y="120"/>
                    </a:cubicBezTo>
                    <a:cubicBezTo>
                      <a:pt x="36" y="116"/>
                      <a:pt x="38" y="115"/>
                      <a:pt x="39" y="112"/>
                    </a:cubicBezTo>
                    <a:cubicBezTo>
                      <a:pt x="40" y="108"/>
                      <a:pt x="39" y="105"/>
                      <a:pt x="38" y="101"/>
                    </a:cubicBezTo>
                    <a:cubicBezTo>
                      <a:pt x="38" y="99"/>
                      <a:pt x="37" y="96"/>
                      <a:pt x="40" y="94"/>
                    </a:cubicBezTo>
                    <a:cubicBezTo>
                      <a:pt x="40" y="93"/>
                      <a:pt x="38" y="91"/>
                      <a:pt x="38" y="90"/>
                    </a:cubicBezTo>
                    <a:cubicBezTo>
                      <a:pt x="38" y="87"/>
                      <a:pt x="39" y="88"/>
                      <a:pt x="40" y="86"/>
                    </a:cubicBezTo>
                    <a:cubicBezTo>
                      <a:pt x="41" y="84"/>
                      <a:pt x="43" y="79"/>
                      <a:pt x="39" y="78"/>
                    </a:cubicBezTo>
                    <a:cubicBezTo>
                      <a:pt x="41" y="77"/>
                      <a:pt x="41" y="74"/>
                      <a:pt x="40" y="71"/>
                    </a:cubicBezTo>
                    <a:cubicBezTo>
                      <a:pt x="43" y="71"/>
                      <a:pt x="42" y="67"/>
                      <a:pt x="42" y="64"/>
                    </a:cubicBezTo>
                    <a:cubicBezTo>
                      <a:pt x="42" y="62"/>
                      <a:pt x="42" y="63"/>
                      <a:pt x="43" y="61"/>
                    </a:cubicBezTo>
                    <a:cubicBezTo>
                      <a:pt x="44" y="59"/>
                      <a:pt x="45" y="58"/>
                      <a:pt x="45" y="56"/>
                    </a:cubicBezTo>
                    <a:cubicBezTo>
                      <a:pt x="46" y="55"/>
                      <a:pt x="45" y="54"/>
                      <a:pt x="45" y="53"/>
                    </a:cubicBezTo>
                    <a:cubicBezTo>
                      <a:pt x="46" y="51"/>
                      <a:pt x="47" y="51"/>
                      <a:pt x="47" y="49"/>
                    </a:cubicBezTo>
                    <a:cubicBezTo>
                      <a:pt x="47" y="45"/>
                      <a:pt x="46" y="45"/>
                      <a:pt x="48" y="42"/>
                    </a:cubicBezTo>
                    <a:cubicBezTo>
                      <a:pt x="50" y="39"/>
                      <a:pt x="50" y="37"/>
                      <a:pt x="51" y="34"/>
                    </a:cubicBezTo>
                    <a:cubicBezTo>
                      <a:pt x="52" y="32"/>
                      <a:pt x="55" y="30"/>
                      <a:pt x="55" y="26"/>
                    </a:cubicBezTo>
                    <a:cubicBezTo>
                      <a:pt x="55" y="25"/>
                      <a:pt x="54" y="23"/>
                      <a:pt x="55" y="22"/>
                    </a:cubicBezTo>
                    <a:cubicBezTo>
                      <a:pt x="56" y="21"/>
                      <a:pt x="59" y="22"/>
                      <a:pt x="60" y="22"/>
                    </a:cubicBezTo>
                    <a:cubicBezTo>
                      <a:pt x="63" y="21"/>
                      <a:pt x="63" y="19"/>
                      <a:pt x="63" y="15"/>
                    </a:cubicBezTo>
                    <a:cubicBezTo>
                      <a:pt x="66" y="15"/>
                      <a:pt x="66" y="13"/>
                      <a:pt x="67" y="11"/>
                    </a:cubicBezTo>
                    <a:cubicBezTo>
                      <a:pt x="67" y="11"/>
                      <a:pt x="68" y="9"/>
                      <a:pt x="68" y="9"/>
                    </a:cubicBezTo>
                    <a:cubicBezTo>
                      <a:pt x="68" y="9"/>
                      <a:pt x="70" y="9"/>
                      <a:pt x="70" y="8"/>
                    </a:cubicBezTo>
                    <a:cubicBezTo>
                      <a:pt x="71" y="5"/>
                      <a:pt x="68" y="2"/>
                      <a:pt x="67" y="0"/>
                    </a:cubicBezTo>
                  </a:path>
                </a:pathLst>
              </a:custGeom>
              <a:solidFill>
                <a:srgbClr val="E2E2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950" name="Freeform 149">
                <a:extLst>
                  <a:ext uri="{FF2B5EF4-FFF2-40B4-BE49-F238E27FC236}">
                    <a16:creationId xmlns:a16="http://schemas.microsoft.com/office/drawing/2014/main" id="{DF891A2D-CF87-40F6-8AF0-3D81599919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9" y="748"/>
                <a:ext cx="109" cy="196"/>
              </a:xfrm>
              <a:custGeom>
                <a:avLst/>
                <a:gdLst>
                  <a:gd name="T0" fmla="*/ 243 w 71"/>
                  <a:gd name="T1" fmla="*/ 5 h 129"/>
                  <a:gd name="T2" fmla="*/ 215 w 71"/>
                  <a:gd name="T3" fmla="*/ 14 h 129"/>
                  <a:gd name="T4" fmla="*/ 203 w 71"/>
                  <a:gd name="T5" fmla="*/ 18 h 129"/>
                  <a:gd name="T6" fmla="*/ 198 w 71"/>
                  <a:gd name="T7" fmla="*/ 26 h 129"/>
                  <a:gd name="T8" fmla="*/ 190 w 71"/>
                  <a:gd name="T9" fmla="*/ 27 h 129"/>
                  <a:gd name="T10" fmla="*/ 167 w 71"/>
                  <a:gd name="T11" fmla="*/ 40 h 129"/>
                  <a:gd name="T12" fmla="*/ 129 w 71"/>
                  <a:gd name="T13" fmla="*/ 40 h 129"/>
                  <a:gd name="T14" fmla="*/ 106 w 71"/>
                  <a:gd name="T15" fmla="*/ 49 h 129"/>
                  <a:gd name="T16" fmla="*/ 88 w 71"/>
                  <a:gd name="T17" fmla="*/ 61 h 129"/>
                  <a:gd name="T18" fmla="*/ 89 w 71"/>
                  <a:gd name="T19" fmla="*/ 67 h 129"/>
                  <a:gd name="T20" fmla="*/ 75 w 71"/>
                  <a:gd name="T21" fmla="*/ 76 h 129"/>
                  <a:gd name="T22" fmla="*/ 74 w 71"/>
                  <a:gd name="T23" fmla="*/ 94 h 129"/>
                  <a:gd name="T24" fmla="*/ 48 w 71"/>
                  <a:gd name="T25" fmla="*/ 128 h 129"/>
                  <a:gd name="T26" fmla="*/ 40 w 71"/>
                  <a:gd name="T27" fmla="*/ 143 h 129"/>
                  <a:gd name="T28" fmla="*/ 21 w 71"/>
                  <a:gd name="T29" fmla="*/ 175 h 129"/>
                  <a:gd name="T30" fmla="*/ 14 w 71"/>
                  <a:gd name="T31" fmla="*/ 210 h 129"/>
                  <a:gd name="T32" fmla="*/ 26 w 71"/>
                  <a:gd name="T33" fmla="*/ 214 h 129"/>
                  <a:gd name="T34" fmla="*/ 26 w 71"/>
                  <a:gd name="T35" fmla="*/ 228 h 129"/>
                  <a:gd name="T36" fmla="*/ 54 w 71"/>
                  <a:gd name="T37" fmla="*/ 237 h 129"/>
                  <a:gd name="T38" fmla="*/ 61 w 71"/>
                  <a:gd name="T39" fmla="*/ 266 h 129"/>
                  <a:gd name="T40" fmla="*/ 75 w 71"/>
                  <a:gd name="T41" fmla="*/ 275 h 129"/>
                  <a:gd name="T42" fmla="*/ 83 w 71"/>
                  <a:gd name="T43" fmla="*/ 289 h 129"/>
                  <a:gd name="T44" fmla="*/ 88 w 71"/>
                  <a:gd name="T45" fmla="*/ 305 h 129"/>
                  <a:gd name="T46" fmla="*/ 88 w 71"/>
                  <a:gd name="T47" fmla="*/ 325 h 129"/>
                  <a:gd name="T48" fmla="*/ 94 w 71"/>
                  <a:gd name="T49" fmla="*/ 343 h 129"/>
                  <a:gd name="T50" fmla="*/ 94 w 71"/>
                  <a:gd name="T51" fmla="*/ 352 h 129"/>
                  <a:gd name="T52" fmla="*/ 97 w 71"/>
                  <a:gd name="T53" fmla="*/ 360 h 129"/>
                  <a:gd name="T54" fmla="*/ 101 w 71"/>
                  <a:gd name="T55" fmla="*/ 386 h 129"/>
                  <a:gd name="T56" fmla="*/ 114 w 71"/>
                  <a:gd name="T57" fmla="*/ 400 h 129"/>
                  <a:gd name="T58" fmla="*/ 114 w 71"/>
                  <a:gd name="T59" fmla="*/ 421 h 129"/>
                  <a:gd name="T60" fmla="*/ 109 w 71"/>
                  <a:gd name="T61" fmla="*/ 441 h 129"/>
                  <a:gd name="T62" fmla="*/ 129 w 71"/>
                  <a:gd name="T63" fmla="*/ 453 h 129"/>
                  <a:gd name="T64" fmla="*/ 129 w 71"/>
                  <a:gd name="T65" fmla="*/ 421 h 129"/>
                  <a:gd name="T66" fmla="*/ 141 w 71"/>
                  <a:gd name="T67" fmla="*/ 392 h 129"/>
                  <a:gd name="T68" fmla="*/ 137 w 71"/>
                  <a:gd name="T69" fmla="*/ 352 h 129"/>
                  <a:gd name="T70" fmla="*/ 144 w 71"/>
                  <a:gd name="T71" fmla="*/ 330 h 129"/>
                  <a:gd name="T72" fmla="*/ 137 w 71"/>
                  <a:gd name="T73" fmla="*/ 316 h 129"/>
                  <a:gd name="T74" fmla="*/ 144 w 71"/>
                  <a:gd name="T75" fmla="*/ 302 h 129"/>
                  <a:gd name="T76" fmla="*/ 141 w 71"/>
                  <a:gd name="T77" fmla="*/ 275 h 129"/>
                  <a:gd name="T78" fmla="*/ 144 w 71"/>
                  <a:gd name="T79" fmla="*/ 249 h 129"/>
                  <a:gd name="T80" fmla="*/ 150 w 71"/>
                  <a:gd name="T81" fmla="*/ 223 h 129"/>
                  <a:gd name="T82" fmla="*/ 155 w 71"/>
                  <a:gd name="T83" fmla="*/ 214 h 129"/>
                  <a:gd name="T84" fmla="*/ 163 w 71"/>
                  <a:gd name="T85" fmla="*/ 196 h 129"/>
                  <a:gd name="T86" fmla="*/ 163 w 71"/>
                  <a:gd name="T87" fmla="*/ 187 h 129"/>
                  <a:gd name="T88" fmla="*/ 170 w 71"/>
                  <a:gd name="T89" fmla="*/ 170 h 129"/>
                  <a:gd name="T90" fmla="*/ 175 w 71"/>
                  <a:gd name="T91" fmla="*/ 147 h 129"/>
                  <a:gd name="T92" fmla="*/ 184 w 71"/>
                  <a:gd name="T93" fmla="*/ 120 h 129"/>
                  <a:gd name="T94" fmla="*/ 198 w 71"/>
                  <a:gd name="T95" fmla="*/ 93 h 129"/>
                  <a:gd name="T96" fmla="*/ 198 w 71"/>
                  <a:gd name="T97" fmla="*/ 76 h 129"/>
                  <a:gd name="T98" fmla="*/ 216 w 71"/>
                  <a:gd name="T99" fmla="*/ 76 h 129"/>
                  <a:gd name="T100" fmla="*/ 229 w 71"/>
                  <a:gd name="T101" fmla="*/ 53 h 129"/>
                  <a:gd name="T102" fmla="*/ 243 w 71"/>
                  <a:gd name="T103" fmla="*/ 40 h 129"/>
                  <a:gd name="T104" fmla="*/ 246 w 71"/>
                  <a:gd name="T105" fmla="*/ 32 h 129"/>
                  <a:gd name="T106" fmla="*/ 252 w 71"/>
                  <a:gd name="T107" fmla="*/ 27 h 129"/>
                  <a:gd name="T108" fmla="*/ 243 w 71"/>
                  <a:gd name="T109" fmla="*/ 0 h 129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</a:gdLst>
                <a:ahLst/>
                <a:cxnLst>
                  <a:cxn ang="T110">
                    <a:pos x="T0" y="T1"/>
                  </a:cxn>
                  <a:cxn ang="T111">
                    <a:pos x="T2" y="T3"/>
                  </a:cxn>
                  <a:cxn ang="T112">
                    <a:pos x="T4" y="T5"/>
                  </a:cxn>
                  <a:cxn ang="T113">
                    <a:pos x="T6" y="T7"/>
                  </a:cxn>
                  <a:cxn ang="T114">
                    <a:pos x="T8" y="T9"/>
                  </a:cxn>
                  <a:cxn ang="T115">
                    <a:pos x="T10" y="T11"/>
                  </a:cxn>
                  <a:cxn ang="T116">
                    <a:pos x="T12" y="T13"/>
                  </a:cxn>
                  <a:cxn ang="T117">
                    <a:pos x="T14" y="T15"/>
                  </a:cxn>
                  <a:cxn ang="T118">
                    <a:pos x="T16" y="T17"/>
                  </a:cxn>
                  <a:cxn ang="T119">
                    <a:pos x="T18" y="T19"/>
                  </a:cxn>
                  <a:cxn ang="T120">
                    <a:pos x="T20" y="T21"/>
                  </a:cxn>
                  <a:cxn ang="T121">
                    <a:pos x="T22" y="T23"/>
                  </a:cxn>
                  <a:cxn ang="T122">
                    <a:pos x="T24" y="T25"/>
                  </a:cxn>
                  <a:cxn ang="T123">
                    <a:pos x="T26" y="T27"/>
                  </a:cxn>
                  <a:cxn ang="T124">
                    <a:pos x="T28" y="T29"/>
                  </a:cxn>
                  <a:cxn ang="T125">
                    <a:pos x="T30" y="T31"/>
                  </a:cxn>
                  <a:cxn ang="T126">
                    <a:pos x="T32" y="T33"/>
                  </a:cxn>
                  <a:cxn ang="T127">
                    <a:pos x="T34" y="T35"/>
                  </a:cxn>
                  <a:cxn ang="T128">
                    <a:pos x="T36" y="T37"/>
                  </a:cxn>
                  <a:cxn ang="T129">
                    <a:pos x="T38" y="T39"/>
                  </a:cxn>
                  <a:cxn ang="T130">
                    <a:pos x="T40" y="T41"/>
                  </a:cxn>
                  <a:cxn ang="T131">
                    <a:pos x="T42" y="T43"/>
                  </a:cxn>
                  <a:cxn ang="T132">
                    <a:pos x="T44" y="T45"/>
                  </a:cxn>
                  <a:cxn ang="T133">
                    <a:pos x="T46" y="T47"/>
                  </a:cxn>
                  <a:cxn ang="T134">
                    <a:pos x="T48" y="T49"/>
                  </a:cxn>
                  <a:cxn ang="T135">
                    <a:pos x="T50" y="T51"/>
                  </a:cxn>
                  <a:cxn ang="T136">
                    <a:pos x="T52" y="T53"/>
                  </a:cxn>
                  <a:cxn ang="T137">
                    <a:pos x="T54" y="T55"/>
                  </a:cxn>
                  <a:cxn ang="T138">
                    <a:pos x="T56" y="T57"/>
                  </a:cxn>
                  <a:cxn ang="T139">
                    <a:pos x="T58" y="T59"/>
                  </a:cxn>
                  <a:cxn ang="T140">
                    <a:pos x="T60" y="T61"/>
                  </a:cxn>
                  <a:cxn ang="T141">
                    <a:pos x="T62" y="T63"/>
                  </a:cxn>
                  <a:cxn ang="T142">
                    <a:pos x="T64" y="T65"/>
                  </a:cxn>
                  <a:cxn ang="T143">
                    <a:pos x="T66" y="T67"/>
                  </a:cxn>
                  <a:cxn ang="T144">
                    <a:pos x="T68" y="T69"/>
                  </a:cxn>
                  <a:cxn ang="T145">
                    <a:pos x="T70" y="T71"/>
                  </a:cxn>
                  <a:cxn ang="T146">
                    <a:pos x="T72" y="T73"/>
                  </a:cxn>
                  <a:cxn ang="T147">
                    <a:pos x="T74" y="T75"/>
                  </a:cxn>
                  <a:cxn ang="T148">
                    <a:pos x="T76" y="T77"/>
                  </a:cxn>
                  <a:cxn ang="T149">
                    <a:pos x="T78" y="T79"/>
                  </a:cxn>
                  <a:cxn ang="T150">
                    <a:pos x="T80" y="T81"/>
                  </a:cxn>
                  <a:cxn ang="T151">
                    <a:pos x="T82" y="T83"/>
                  </a:cxn>
                  <a:cxn ang="T152">
                    <a:pos x="T84" y="T85"/>
                  </a:cxn>
                  <a:cxn ang="T153">
                    <a:pos x="T86" y="T87"/>
                  </a:cxn>
                  <a:cxn ang="T154">
                    <a:pos x="T88" y="T89"/>
                  </a:cxn>
                  <a:cxn ang="T155">
                    <a:pos x="T90" y="T91"/>
                  </a:cxn>
                  <a:cxn ang="T156">
                    <a:pos x="T92" y="T93"/>
                  </a:cxn>
                  <a:cxn ang="T157">
                    <a:pos x="T94" y="T95"/>
                  </a:cxn>
                  <a:cxn ang="T158">
                    <a:pos x="T96" y="T97"/>
                  </a:cxn>
                  <a:cxn ang="T159">
                    <a:pos x="T98" y="T99"/>
                  </a:cxn>
                  <a:cxn ang="T160">
                    <a:pos x="T100" y="T101"/>
                  </a:cxn>
                  <a:cxn ang="T161">
                    <a:pos x="T102" y="T103"/>
                  </a:cxn>
                  <a:cxn ang="T162">
                    <a:pos x="T104" y="T105"/>
                  </a:cxn>
                  <a:cxn ang="T163">
                    <a:pos x="T106" y="T107"/>
                  </a:cxn>
                  <a:cxn ang="T164">
                    <a:pos x="T108" y="T109"/>
                  </a:cxn>
                </a:cxnLst>
                <a:rect l="0" t="0" r="r" b="b"/>
                <a:pathLst>
                  <a:path w="71" h="129">
                    <a:moveTo>
                      <a:pt x="67" y="1"/>
                    </a:moveTo>
                    <a:cubicBezTo>
                      <a:pt x="65" y="2"/>
                      <a:pt x="62" y="3"/>
                      <a:pt x="59" y="4"/>
                    </a:cubicBezTo>
                    <a:cubicBezTo>
                      <a:pt x="58" y="4"/>
                      <a:pt x="57" y="4"/>
                      <a:pt x="56" y="5"/>
                    </a:cubicBezTo>
                    <a:cubicBezTo>
                      <a:pt x="55" y="6"/>
                      <a:pt x="55" y="7"/>
                      <a:pt x="55" y="7"/>
                    </a:cubicBezTo>
                    <a:cubicBezTo>
                      <a:pt x="54" y="8"/>
                      <a:pt x="53" y="7"/>
                      <a:pt x="53" y="8"/>
                    </a:cubicBezTo>
                    <a:cubicBezTo>
                      <a:pt x="51" y="9"/>
                      <a:pt x="49" y="11"/>
                      <a:pt x="46" y="11"/>
                    </a:cubicBezTo>
                    <a:cubicBezTo>
                      <a:pt x="43" y="11"/>
                      <a:pt x="37" y="7"/>
                      <a:pt x="36" y="11"/>
                    </a:cubicBezTo>
                    <a:cubicBezTo>
                      <a:pt x="33" y="9"/>
                      <a:pt x="30" y="11"/>
                      <a:pt x="29" y="14"/>
                    </a:cubicBezTo>
                    <a:cubicBezTo>
                      <a:pt x="27" y="13"/>
                      <a:pt x="25" y="15"/>
                      <a:pt x="24" y="17"/>
                    </a:cubicBezTo>
                    <a:cubicBezTo>
                      <a:pt x="24" y="17"/>
                      <a:pt x="25" y="18"/>
                      <a:pt x="25" y="19"/>
                    </a:cubicBezTo>
                    <a:cubicBezTo>
                      <a:pt x="24" y="20"/>
                      <a:pt x="22" y="21"/>
                      <a:pt x="21" y="22"/>
                    </a:cubicBezTo>
                    <a:cubicBezTo>
                      <a:pt x="19" y="24"/>
                      <a:pt x="20" y="26"/>
                      <a:pt x="20" y="27"/>
                    </a:cubicBezTo>
                    <a:cubicBezTo>
                      <a:pt x="18" y="30"/>
                      <a:pt x="10" y="30"/>
                      <a:pt x="13" y="36"/>
                    </a:cubicBezTo>
                    <a:cubicBezTo>
                      <a:pt x="11" y="37"/>
                      <a:pt x="9" y="39"/>
                      <a:pt x="11" y="41"/>
                    </a:cubicBezTo>
                    <a:cubicBezTo>
                      <a:pt x="4" y="39"/>
                      <a:pt x="0" y="51"/>
                      <a:pt x="6" y="50"/>
                    </a:cubicBezTo>
                    <a:cubicBezTo>
                      <a:pt x="8" y="55"/>
                      <a:pt x="1" y="56"/>
                      <a:pt x="4" y="60"/>
                    </a:cubicBezTo>
                    <a:cubicBezTo>
                      <a:pt x="5" y="61"/>
                      <a:pt x="6" y="60"/>
                      <a:pt x="7" y="61"/>
                    </a:cubicBezTo>
                    <a:cubicBezTo>
                      <a:pt x="7" y="62"/>
                      <a:pt x="6" y="64"/>
                      <a:pt x="7" y="65"/>
                    </a:cubicBezTo>
                    <a:cubicBezTo>
                      <a:pt x="8" y="68"/>
                      <a:pt x="12" y="69"/>
                      <a:pt x="15" y="68"/>
                    </a:cubicBezTo>
                    <a:cubicBezTo>
                      <a:pt x="14" y="71"/>
                      <a:pt x="15" y="74"/>
                      <a:pt x="17" y="76"/>
                    </a:cubicBezTo>
                    <a:cubicBezTo>
                      <a:pt x="19" y="77"/>
                      <a:pt x="19" y="76"/>
                      <a:pt x="21" y="78"/>
                    </a:cubicBezTo>
                    <a:cubicBezTo>
                      <a:pt x="22" y="80"/>
                      <a:pt x="19" y="82"/>
                      <a:pt x="23" y="82"/>
                    </a:cubicBezTo>
                    <a:cubicBezTo>
                      <a:pt x="23" y="84"/>
                      <a:pt x="22" y="86"/>
                      <a:pt x="24" y="87"/>
                    </a:cubicBezTo>
                    <a:cubicBezTo>
                      <a:pt x="25" y="90"/>
                      <a:pt x="23" y="91"/>
                      <a:pt x="24" y="93"/>
                    </a:cubicBezTo>
                    <a:cubicBezTo>
                      <a:pt x="24" y="95"/>
                      <a:pt x="26" y="96"/>
                      <a:pt x="26" y="98"/>
                    </a:cubicBezTo>
                    <a:cubicBezTo>
                      <a:pt x="26" y="99"/>
                      <a:pt x="26" y="100"/>
                      <a:pt x="26" y="101"/>
                    </a:cubicBezTo>
                    <a:cubicBezTo>
                      <a:pt x="26" y="102"/>
                      <a:pt x="27" y="103"/>
                      <a:pt x="27" y="103"/>
                    </a:cubicBezTo>
                    <a:cubicBezTo>
                      <a:pt x="28" y="105"/>
                      <a:pt x="27" y="107"/>
                      <a:pt x="28" y="110"/>
                    </a:cubicBezTo>
                    <a:cubicBezTo>
                      <a:pt x="29" y="112"/>
                      <a:pt x="30" y="112"/>
                      <a:pt x="31" y="114"/>
                    </a:cubicBezTo>
                    <a:cubicBezTo>
                      <a:pt x="31" y="115"/>
                      <a:pt x="31" y="119"/>
                      <a:pt x="31" y="120"/>
                    </a:cubicBezTo>
                    <a:cubicBezTo>
                      <a:pt x="31" y="122"/>
                      <a:pt x="29" y="125"/>
                      <a:pt x="30" y="126"/>
                    </a:cubicBezTo>
                    <a:cubicBezTo>
                      <a:pt x="32" y="128"/>
                      <a:pt x="35" y="127"/>
                      <a:pt x="36" y="129"/>
                    </a:cubicBezTo>
                    <a:cubicBezTo>
                      <a:pt x="39" y="126"/>
                      <a:pt x="37" y="123"/>
                      <a:pt x="36" y="120"/>
                    </a:cubicBezTo>
                    <a:cubicBezTo>
                      <a:pt x="36" y="116"/>
                      <a:pt x="38" y="115"/>
                      <a:pt x="39" y="112"/>
                    </a:cubicBezTo>
                    <a:cubicBezTo>
                      <a:pt x="40" y="108"/>
                      <a:pt x="39" y="105"/>
                      <a:pt x="38" y="101"/>
                    </a:cubicBezTo>
                    <a:cubicBezTo>
                      <a:pt x="38" y="99"/>
                      <a:pt x="37" y="96"/>
                      <a:pt x="40" y="94"/>
                    </a:cubicBezTo>
                    <a:cubicBezTo>
                      <a:pt x="40" y="93"/>
                      <a:pt x="38" y="91"/>
                      <a:pt x="38" y="90"/>
                    </a:cubicBezTo>
                    <a:cubicBezTo>
                      <a:pt x="38" y="87"/>
                      <a:pt x="39" y="88"/>
                      <a:pt x="40" y="86"/>
                    </a:cubicBezTo>
                    <a:cubicBezTo>
                      <a:pt x="41" y="84"/>
                      <a:pt x="43" y="79"/>
                      <a:pt x="39" y="78"/>
                    </a:cubicBezTo>
                    <a:cubicBezTo>
                      <a:pt x="41" y="77"/>
                      <a:pt x="41" y="74"/>
                      <a:pt x="40" y="71"/>
                    </a:cubicBezTo>
                    <a:cubicBezTo>
                      <a:pt x="43" y="71"/>
                      <a:pt x="42" y="67"/>
                      <a:pt x="42" y="64"/>
                    </a:cubicBezTo>
                    <a:cubicBezTo>
                      <a:pt x="42" y="62"/>
                      <a:pt x="42" y="63"/>
                      <a:pt x="43" y="61"/>
                    </a:cubicBezTo>
                    <a:cubicBezTo>
                      <a:pt x="44" y="59"/>
                      <a:pt x="45" y="58"/>
                      <a:pt x="45" y="56"/>
                    </a:cubicBezTo>
                    <a:cubicBezTo>
                      <a:pt x="46" y="55"/>
                      <a:pt x="45" y="54"/>
                      <a:pt x="45" y="53"/>
                    </a:cubicBezTo>
                    <a:cubicBezTo>
                      <a:pt x="46" y="51"/>
                      <a:pt x="47" y="51"/>
                      <a:pt x="47" y="49"/>
                    </a:cubicBezTo>
                    <a:cubicBezTo>
                      <a:pt x="47" y="45"/>
                      <a:pt x="46" y="45"/>
                      <a:pt x="48" y="42"/>
                    </a:cubicBezTo>
                    <a:cubicBezTo>
                      <a:pt x="50" y="39"/>
                      <a:pt x="50" y="37"/>
                      <a:pt x="51" y="34"/>
                    </a:cubicBezTo>
                    <a:cubicBezTo>
                      <a:pt x="52" y="32"/>
                      <a:pt x="55" y="30"/>
                      <a:pt x="55" y="26"/>
                    </a:cubicBezTo>
                    <a:cubicBezTo>
                      <a:pt x="55" y="25"/>
                      <a:pt x="54" y="23"/>
                      <a:pt x="55" y="22"/>
                    </a:cubicBezTo>
                    <a:cubicBezTo>
                      <a:pt x="56" y="21"/>
                      <a:pt x="59" y="22"/>
                      <a:pt x="60" y="22"/>
                    </a:cubicBezTo>
                    <a:cubicBezTo>
                      <a:pt x="63" y="21"/>
                      <a:pt x="63" y="19"/>
                      <a:pt x="63" y="15"/>
                    </a:cubicBezTo>
                    <a:cubicBezTo>
                      <a:pt x="66" y="15"/>
                      <a:pt x="66" y="13"/>
                      <a:pt x="67" y="11"/>
                    </a:cubicBezTo>
                    <a:cubicBezTo>
                      <a:pt x="67" y="11"/>
                      <a:pt x="68" y="9"/>
                      <a:pt x="68" y="9"/>
                    </a:cubicBezTo>
                    <a:cubicBezTo>
                      <a:pt x="68" y="9"/>
                      <a:pt x="70" y="9"/>
                      <a:pt x="70" y="8"/>
                    </a:cubicBezTo>
                    <a:cubicBezTo>
                      <a:pt x="71" y="5"/>
                      <a:pt x="68" y="2"/>
                      <a:pt x="67" y="0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951" name="Freeform 150">
                <a:extLst>
                  <a:ext uri="{FF2B5EF4-FFF2-40B4-BE49-F238E27FC236}">
                    <a16:creationId xmlns:a16="http://schemas.microsoft.com/office/drawing/2014/main" id="{194D74EF-C7D5-42AF-AEAF-EAD543BD0F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1" y="754"/>
                <a:ext cx="109" cy="202"/>
              </a:xfrm>
              <a:custGeom>
                <a:avLst/>
                <a:gdLst>
                  <a:gd name="T0" fmla="*/ 26 w 71"/>
                  <a:gd name="T1" fmla="*/ 5 h 133"/>
                  <a:gd name="T2" fmla="*/ 43 w 71"/>
                  <a:gd name="T3" fmla="*/ 5 h 133"/>
                  <a:gd name="T4" fmla="*/ 49 w 71"/>
                  <a:gd name="T5" fmla="*/ 14 h 133"/>
                  <a:gd name="T6" fmla="*/ 66 w 71"/>
                  <a:gd name="T7" fmla="*/ 21 h 133"/>
                  <a:gd name="T8" fmla="*/ 75 w 71"/>
                  <a:gd name="T9" fmla="*/ 21 h 133"/>
                  <a:gd name="T10" fmla="*/ 83 w 71"/>
                  <a:gd name="T11" fmla="*/ 32 h 133"/>
                  <a:gd name="T12" fmla="*/ 97 w 71"/>
                  <a:gd name="T13" fmla="*/ 35 h 133"/>
                  <a:gd name="T14" fmla="*/ 135 w 71"/>
                  <a:gd name="T15" fmla="*/ 41 h 133"/>
                  <a:gd name="T16" fmla="*/ 175 w 71"/>
                  <a:gd name="T17" fmla="*/ 46 h 133"/>
                  <a:gd name="T18" fmla="*/ 216 w 71"/>
                  <a:gd name="T19" fmla="*/ 67 h 133"/>
                  <a:gd name="T20" fmla="*/ 236 w 71"/>
                  <a:gd name="T21" fmla="*/ 76 h 133"/>
                  <a:gd name="T22" fmla="*/ 238 w 71"/>
                  <a:gd name="T23" fmla="*/ 90 h 133"/>
                  <a:gd name="T24" fmla="*/ 243 w 71"/>
                  <a:gd name="T25" fmla="*/ 102 h 133"/>
                  <a:gd name="T26" fmla="*/ 250 w 71"/>
                  <a:gd name="T27" fmla="*/ 129 h 133"/>
                  <a:gd name="T28" fmla="*/ 250 w 71"/>
                  <a:gd name="T29" fmla="*/ 147 h 133"/>
                  <a:gd name="T30" fmla="*/ 236 w 71"/>
                  <a:gd name="T31" fmla="*/ 150 h 133"/>
                  <a:gd name="T32" fmla="*/ 238 w 71"/>
                  <a:gd name="T33" fmla="*/ 169 h 133"/>
                  <a:gd name="T34" fmla="*/ 224 w 71"/>
                  <a:gd name="T35" fmla="*/ 178 h 133"/>
                  <a:gd name="T36" fmla="*/ 224 w 71"/>
                  <a:gd name="T37" fmla="*/ 196 h 133"/>
                  <a:gd name="T38" fmla="*/ 203 w 71"/>
                  <a:gd name="T39" fmla="*/ 204 h 133"/>
                  <a:gd name="T40" fmla="*/ 210 w 71"/>
                  <a:gd name="T41" fmla="*/ 222 h 133"/>
                  <a:gd name="T42" fmla="*/ 189 w 71"/>
                  <a:gd name="T43" fmla="*/ 231 h 133"/>
                  <a:gd name="T44" fmla="*/ 190 w 71"/>
                  <a:gd name="T45" fmla="*/ 252 h 133"/>
                  <a:gd name="T46" fmla="*/ 184 w 71"/>
                  <a:gd name="T47" fmla="*/ 298 h 133"/>
                  <a:gd name="T48" fmla="*/ 184 w 71"/>
                  <a:gd name="T49" fmla="*/ 325 h 133"/>
                  <a:gd name="T50" fmla="*/ 175 w 71"/>
                  <a:gd name="T51" fmla="*/ 351 h 133"/>
                  <a:gd name="T52" fmla="*/ 170 w 71"/>
                  <a:gd name="T53" fmla="*/ 378 h 133"/>
                  <a:gd name="T54" fmla="*/ 163 w 71"/>
                  <a:gd name="T55" fmla="*/ 404 h 133"/>
                  <a:gd name="T56" fmla="*/ 149 w 71"/>
                  <a:gd name="T57" fmla="*/ 418 h 133"/>
                  <a:gd name="T58" fmla="*/ 150 w 71"/>
                  <a:gd name="T59" fmla="*/ 427 h 133"/>
                  <a:gd name="T60" fmla="*/ 141 w 71"/>
                  <a:gd name="T61" fmla="*/ 434 h 133"/>
                  <a:gd name="T62" fmla="*/ 141 w 71"/>
                  <a:gd name="T63" fmla="*/ 440 h 133"/>
                  <a:gd name="T64" fmla="*/ 129 w 71"/>
                  <a:gd name="T65" fmla="*/ 445 h 133"/>
                  <a:gd name="T66" fmla="*/ 127 w 71"/>
                  <a:gd name="T67" fmla="*/ 462 h 133"/>
                  <a:gd name="T68" fmla="*/ 120 w 71"/>
                  <a:gd name="T69" fmla="*/ 448 h 133"/>
                  <a:gd name="T70" fmla="*/ 123 w 71"/>
                  <a:gd name="T71" fmla="*/ 434 h 133"/>
                  <a:gd name="T72" fmla="*/ 120 w 71"/>
                  <a:gd name="T73" fmla="*/ 424 h 133"/>
                  <a:gd name="T74" fmla="*/ 123 w 71"/>
                  <a:gd name="T75" fmla="*/ 392 h 133"/>
                  <a:gd name="T76" fmla="*/ 123 w 71"/>
                  <a:gd name="T77" fmla="*/ 372 h 133"/>
                  <a:gd name="T78" fmla="*/ 127 w 71"/>
                  <a:gd name="T79" fmla="*/ 351 h 133"/>
                  <a:gd name="T80" fmla="*/ 120 w 71"/>
                  <a:gd name="T81" fmla="*/ 330 h 133"/>
                  <a:gd name="T82" fmla="*/ 115 w 71"/>
                  <a:gd name="T83" fmla="*/ 316 h 133"/>
                  <a:gd name="T84" fmla="*/ 123 w 71"/>
                  <a:gd name="T85" fmla="*/ 289 h 133"/>
                  <a:gd name="T86" fmla="*/ 120 w 71"/>
                  <a:gd name="T87" fmla="*/ 270 h 133"/>
                  <a:gd name="T88" fmla="*/ 115 w 71"/>
                  <a:gd name="T89" fmla="*/ 245 h 133"/>
                  <a:gd name="T90" fmla="*/ 97 w 71"/>
                  <a:gd name="T91" fmla="*/ 223 h 133"/>
                  <a:gd name="T92" fmla="*/ 94 w 71"/>
                  <a:gd name="T93" fmla="*/ 170 h 133"/>
                  <a:gd name="T94" fmla="*/ 83 w 71"/>
                  <a:gd name="T95" fmla="*/ 169 h 133"/>
                  <a:gd name="T96" fmla="*/ 75 w 71"/>
                  <a:gd name="T97" fmla="*/ 147 h 133"/>
                  <a:gd name="T98" fmla="*/ 69 w 71"/>
                  <a:gd name="T99" fmla="*/ 112 h 133"/>
                  <a:gd name="T100" fmla="*/ 48 w 71"/>
                  <a:gd name="T101" fmla="*/ 84 h 133"/>
                  <a:gd name="T102" fmla="*/ 14 w 71"/>
                  <a:gd name="T103" fmla="*/ 41 h 133"/>
                  <a:gd name="T104" fmla="*/ 14 w 71"/>
                  <a:gd name="T105" fmla="*/ 26 h 133"/>
                  <a:gd name="T106" fmla="*/ 5 w 71"/>
                  <a:gd name="T107" fmla="*/ 18 h 133"/>
                  <a:gd name="T108" fmla="*/ 26 w 71"/>
                  <a:gd name="T109" fmla="*/ 5 h 133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</a:gdLst>
                <a:ahLst/>
                <a:cxnLst>
                  <a:cxn ang="T110">
                    <a:pos x="T0" y="T1"/>
                  </a:cxn>
                  <a:cxn ang="T111">
                    <a:pos x="T2" y="T3"/>
                  </a:cxn>
                  <a:cxn ang="T112">
                    <a:pos x="T4" y="T5"/>
                  </a:cxn>
                  <a:cxn ang="T113">
                    <a:pos x="T6" y="T7"/>
                  </a:cxn>
                  <a:cxn ang="T114">
                    <a:pos x="T8" y="T9"/>
                  </a:cxn>
                  <a:cxn ang="T115">
                    <a:pos x="T10" y="T11"/>
                  </a:cxn>
                  <a:cxn ang="T116">
                    <a:pos x="T12" y="T13"/>
                  </a:cxn>
                  <a:cxn ang="T117">
                    <a:pos x="T14" y="T15"/>
                  </a:cxn>
                  <a:cxn ang="T118">
                    <a:pos x="T16" y="T17"/>
                  </a:cxn>
                  <a:cxn ang="T119">
                    <a:pos x="T18" y="T19"/>
                  </a:cxn>
                  <a:cxn ang="T120">
                    <a:pos x="T20" y="T21"/>
                  </a:cxn>
                  <a:cxn ang="T121">
                    <a:pos x="T22" y="T23"/>
                  </a:cxn>
                  <a:cxn ang="T122">
                    <a:pos x="T24" y="T25"/>
                  </a:cxn>
                  <a:cxn ang="T123">
                    <a:pos x="T26" y="T27"/>
                  </a:cxn>
                  <a:cxn ang="T124">
                    <a:pos x="T28" y="T29"/>
                  </a:cxn>
                  <a:cxn ang="T125">
                    <a:pos x="T30" y="T31"/>
                  </a:cxn>
                  <a:cxn ang="T126">
                    <a:pos x="T32" y="T33"/>
                  </a:cxn>
                  <a:cxn ang="T127">
                    <a:pos x="T34" y="T35"/>
                  </a:cxn>
                  <a:cxn ang="T128">
                    <a:pos x="T36" y="T37"/>
                  </a:cxn>
                  <a:cxn ang="T129">
                    <a:pos x="T38" y="T39"/>
                  </a:cxn>
                  <a:cxn ang="T130">
                    <a:pos x="T40" y="T41"/>
                  </a:cxn>
                  <a:cxn ang="T131">
                    <a:pos x="T42" y="T43"/>
                  </a:cxn>
                  <a:cxn ang="T132">
                    <a:pos x="T44" y="T45"/>
                  </a:cxn>
                  <a:cxn ang="T133">
                    <a:pos x="T46" y="T47"/>
                  </a:cxn>
                  <a:cxn ang="T134">
                    <a:pos x="T48" y="T49"/>
                  </a:cxn>
                  <a:cxn ang="T135">
                    <a:pos x="T50" y="T51"/>
                  </a:cxn>
                  <a:cxn ang="T136">
                    <a:pos x="T52" y="T53"/>
                  </a:cxn>
                  <a:cxn ang="T137">
                    <a:pos x="T54" y="T55"/>
                  </a:cxn>
                  <a:cxn ang="T138">
                    <a:pos x="T56" y="T57"/>
                  </a:cxn>
                  <a:cxn ang="T139">
                    <a:pos x="T58" y="T59"/>
                  </a:cxn>
                  <a:cxn ang="T140">
                    <a:pos x="T60" y="T61"/>
                  </a:cxn>
                  <a:cxn ang="T141">
                    <a:pos x="T62" y="T63"/>
                  </a:cxn>
                  <a:cxn ang="T142">
                    <a:pos x="T64" y="T65"/>
                  </a:cxn>
                  <a:cxn ang="T143">
                    <a:pos x="T66" y="T67"/>
                  </a:cxn>
                  <a:cxn ang="T144">
                    <a:pos x="T68" y="T69"/>
                  </a:cxn>
                  <a:cxn ang="T145">
                    <a:pos x="T70" y="T71"/>
                  </a:cxn>
                  <a:cxn ang="T146">
                    <a:pos x="T72" y="T73"/>
                  </a:cxn>
                  <a:cxn ang="T147">
                    <a:pos x="T74" y="T75"/>
                  </a:cxn>
                  <a:cxn ang="T148">
                    <a:pos x="T76" y="T77"/>
                  </a:cxn>
                  <a:cxn ang="T149">
                    <a:pos x="T78" y="T79"/>
                  </a:cxn>
                  <a:cxn ang="T150">
                    <a:pos x="T80" y="T81"/>
                  </a:cxn>
                  <a:cxn ang="T151">
                    <a:pos x="T82" y="T83"/>
                  </a:cxn>
                  <a:cxn ang="T152">
                    <a:pos x="T84" y="T85"/>
                  </a:cxn>
                  <a:cxn ang="T153">
                    <a:pos x="T86" y="T87"/>
                  </a:cxn>
                  <a:cxn ang="T154">
                    <a:pos x="T88" y="T89"/>
                  </a:cxn>
                  <a:cxn ang="T155">
                    <a:pos x="T90" y="T91"/>
                  </a:cxn>
                  <a:cxn ang="T156">
                    <a:pos x="T92" y="T93"/>
                  </a:cxn>
                  <a:cxn ang="T157">
                    <a:pos x="T94" y="T95"/>
                  </a:cxn>
                  <a:cxn ang="T158">
                    <a:pos x="T96" y="T97"/>
                  </a:cxn>
                  <a:cxn ang="T159">
                    <a:pos x="T98" y="T99"/>
                  </a:cxn>
                  <a:cxn ang="T160">
                    <a:pos x="T100" y="T101"/>
                  </a:cxn>
                  <a:cxn ang="T161">
                    <a:pos x="T102" y="T103"/>
                  </a:cxn>
                  <a:cxn ang="T162">
                    <a:pos x="T104" y="T105"/>
                  </a:cxn>
                  <a:cxn ang="T163">
                    <a:pos x="T106" y="T107"/>
                  </a:cxn>
                  <a:cxn ang="T164">
                    <a:pos x="T108" y="T109"/>
                  </a:cxn>
                </a:cxnLst>
                <a:rect l="0" t="0" r="r" b="b"/>
                <a:pathLst>
                  <a:path w="71" h="133">
                    <a:moveTo>
                      <a:pt x="7" y="1"/>
                    </a:moveTo>
                    <a:cubicBezTo>
                      <a:pt x="9" y="2"/>
                      <a:pt x="10" y="0"/>
                      <a:pt x="12" y="1"/>
                    </a:cubicBezTo>
                    <a:cubicBezTo>
                      <a:pt x="13" y="2"/>
                      <a:pt x="13" y="4"/>
                      <a:pt x="14" y="4"/>
                    </a:cubicBezTo>
                    <a:cubicBezTo>
                      <a:pt x="16" y="6"/>
                      <a:pt x="17" y="5"/>
                      <a:pt x="18" y="6"/>
                    </a:cubicBezTo>
                    <a:cubicBezTo>
                      <a:pt x="19" y="6"/>
                      <a:pt x="20" y="5"/>
                      <a:pt x="21" y="6"/>
                    </a:cubicBezTo>
                    <a:cubicBezTo>
                      <a:pt x="22" y="6"/>
                      <a:pt x="22" y="8"/>
                      <a:pt x="23" y="9"/>
                    </a:cubicBezTo>
                    <a:cubicBezTo>
                      <a:pt x="23" y="9"/>
                      <a:pt x="27" y="10"/>
                      <a:pt x="27" y="10"/>
                    </a:cubicBezTo>
                    <a:cubicBezTo>
                      <a:pt x="30" y="11"/>
                      <a:pt x="33" y="12"/>
                      <a:pt x="37" y="12"/>
                    </a:cubicBezTo>
                    <a:cubicBezTo>
                      <a:pt x="40" y="11"/>
                      <a:pt x="46" y="6"/>
                      <a:pt x="48" y="13"/>
                    </a:cubicBezTo>
                    <a:cubicBezTo>
                      <a:pt x="53" y="10"/>
                      <a:pt x="56" y="17"/>
                      <a:pt x="60" y="19"/>
                    </a:cubicBezTo>
                    <a:cubicBezTo>
                      <a:pt x="63" y="20"/>
                      <a:pt x="64" y="18"/>
                      <a:pt x="65" y="22"/>
                    </a:cubicBezTo>
                    <a:cubicBezTo>
                      <a:pt x="66" y="24"/>
                      <a:pt x="65" y="25"/>
                      <a:pt x="66" y="26"/>
                    </a:cubicBezTo>
                    <a:cubicBezTo>
                      <a:pt x="66" y="27"/>
                      <a:pt x="67" y="28"/>
                      <a:pt x="67" y="29"/>
                    </a:cubicBezTo>
                    <a:cubicBezTo>
                      <a:pt x="69" y="30"/>
                      <a:pt x="68" y="35"/>
                      <a:pt x="69" y="37"/>
                    </a:cubicBezTo>
                    <a:cubicBezTo>
                      <a:pt x="69" y="39"/>
                      <a:pt x="71" y="40"/>
                      <a:pt x="69" y="42"/>
                    </a:cubicBezTo>
                    <a:cubicBezTo>
                      <a:pt x="68" y="43"/>
                      <a:pt x="66" y="44"/>
                      <a:pt x="65" y="43"/>
                    </a:cubicBezTo>
                    <a:cubicBezTo>
                      <a:pt x="64" y="44"/>
                      <a:pt x="64" y="46"/>
                      <a:pt x="66" y="48"/>
                    </a:cubicBezTo>
                    <a:cubicBezTo>
                      <a:pt x="65" y="49"/>
                      <a:pt x="63" y="49"/>
                      <a:pt x="62" y="51"/>
                    </a:cubicBezTo>
                    <a:cubicBezTo>
                      <a:pt x="62" y="52"/>
                      <a:pt x="63" y="55"/>
                      <a:pt x="62" y="56"/>
                    </a:cubicBezTo>
                    <a:cubicBezTo>
                      <a:pt x="60" y="58"/>
                      <a:pt x="58" y="54"/>
                      <a:pt x="56" y="58"/>
                    </a:cubicBezTo>
                    <a:cubicBezTo>
                      <a:pt x="56" y="59"/>
                      <a:pt x="57" y="62"/>
                      <a:pt x="58" y="63"/>
                    </a:cubicBezTo>
                    <a:cubicBezTo>
                      <a:pt x="56" y="65"/>
                      <a:pt x="54" y="65"/>
                      <a:pt x="52" y="66"/>
                    </a:cubicBezTo>
                    <a:cubicBezTo>
                      <a:pt x="51" y="69"/>
                      <a:pt x="51" y="70"/>
                      <a:pt x="53" y="72"/>
                    </a:cubicBezTo>
                    <a:cubicBezTo>
                      <a:pt x="49" y="75"/>
                      <a:pt x="57" y="83"/>
                      <a:pt x="51" y="85"/>
                    </a:cubicBezTo>
                    <a:cubicBezTo>
                      <a:pt x="52" y="87"/>
                      <a:pt x="51" y="91"/>
                      <a:pt x="51" y="93"/>
                    </a:cubicBezTo>
                    <a:cubicBezTo>
                      <a:pt x="50" y="96"/>
                      <a:pt x="48" y="96"/>
                      <a:pt x="48" y="100"/>
                    </a:cubicBezTo>
                    <a:cubicBezTo>
                      <a:pt x="48" y="102"/>
                      <a:pt x="49" y="105"/>
                      <a:pt x="47" y="108"/>
                    </a:cubicBezTo>
                    <a:cubicBezTo>
                      <a:pt x="46" y="110"/>
                      <a:pt x="43" y="111"/>
                      <a:pt x="45" y="115"/>
                    </a:cubicBezTo>
                    <a:cubicBezTo>
                      <a:pt x="42" y="115"/>
                      <a:pt x="42" y="117"/>
                      <a:pt x="41" y="119"/>
                    </a:cubicBezTo>
                    <a:cubicBezTo>
                      <a:pt x="41" y="120"/>
                      <a:pt x="42" y="121"/>
                      <a:pt x="42" y="122"/>
                    </a:cubicBezTo>
                    <a:cubicBezTo>
                      <a:pt x="41" y="123"/>
                      <a:pt x="40" y="123"/>
                      <a:pt x="39" y="124"/>
                    </a:cubicBezTo>
                    <a:cubicBezTo>
                      <a:pt x="39" y="125"/>
                      <a:pt x="39" y="126"/>
                      <a:pt x="39" y="126"/>
                    </a:cubicBezTo>
                    <a:cubicBezTo>
                      <a:pt x="38" y="127"/>
                      <a:pt x="37" y="126"/>
                      <a:pt x="36" y="127"/>
                    </a:cubicBezTo>
                    <a:cubicBezTo>
                      <a:pt x="35" y="129"/>
                      <a:pt x="35" y="130"/>
                      <a:pt x="35" y="132"/>
                    </a:cubicBezTo>
                    <a:cubicBezTo>
                      <a:pt x="32" y="133"/>
                      <a:pt x="32" y="130"/>
                      <a:pt x="33" y="128"/>
                    </a:cubicBezTo>
                    <a:cubicBezTo>
                      <a:pt x="33" y="127"/>
                      <a:pt x="34" y="126"/>
                      <a:pt x="34" y="124"/>
                    </a:cubicBezTo>
                    <a:cubicBezTo>
                      <a:pt x="34" y="123"/>
                      <a:pt x="33" y="122"/>
                      <a:pt x="33" y="121"/>
                    </a:cubicBezTo>
                    <a:cubicBezTo>
                      <a:pt x="32" y="118"/>
                      <a:pt x="35" y="115"/>
                      <a:pt x="34" y="112"/>
                    </a:cubicBezTo>
                    <a:cubicBezTo>
                      <a:pt x="33" y="111"/>
                      <a:pt x="29" y="106"/>
                      <a:pt x="34" y="106"/>
                    </a:cubicBezTo>
                    <a:cubicBezTo>
                      <a:pt x="33" y="104"/>
                      <a:pt x="32" y="102"/>
                      <a:pt x="35" y="100"/>
                    </a:cubicBezTo>
                    <a:cubicBezTo>
                      <a:pt x="34" y="98"/>
                      <a:pt x="33" y="96"/>
                      <a:pt x="33" y="94"/>
                    </a:cubicBezTo>
                    <a:cubicBezTo>
                      <a:pt x="33" y="92"/>
                      <a:pt x="35" y="90"/>
                      <a:pt x="32" y="90"/>
                    </a:cubicBezTo>
                    <a:cubicBezTo>
                      <a:pt x="32" y="87"/>
                      <a:pt x="33" y="85"/>
                      <a:pt x="34" y="82"/>
                    </a:cubicBezTo>
                    <a:cubicBezTo>
                      <a:pt x="34" y="80"/>
                      <a:pt x="33" y="78"/>
                      <a:pt x="33" y="77"/>
                    </a:cubicBezTo>
                    <a:cubicBezTo>
                      <a:pt x="33" y="74"/>
                      <a:pt x="33" y="72"/>
                      <a:pt x="32" y="70"/>
                    </a:cubicBezTo>
                    <a:cubicBezTo>
                      <a:pt x="31" y="68"/>
                      <a:pt x="28" y="66"/>
                      <a:pt x="27" y="64"/>
                    </a:cubicBezTo>
                    <a:cubicBezTo>
                      <a:pt x="24" y="60"/>
                      <a:pt x="28" y="55"/>
                      <a:pt x="26" y="49"/>
                    </a:cubicBezTo>
                    <a:cubicBezTo>
                      <a:pt x="25" y="48"/>
                      <a:pt x="24" y="49"/>
                      <a:pt x="23" y="48"/>
                    </a:cubicBezTo>
                    <a:cubicBezTo>
                      <a:pt x="22" y="46"/>
                      <a:pt x="21" y="44"/>
                      <a:pt x="21" y="42"/>
                    </a:cubicBezTo>
                    <a:cubicBezTo>
                      <a:pt x="21" y="38"/>
                      <a:pt x="20" y="36"/>
                      <a:pt x="19" y="32"/>
                    </a:cubicBezTo>
                    <a:cubicBezTo>
                      <a:pt x="13" y="34"/>
                      <a:pt x="14" y="28"/>
                      <a:pt x="13" y="24"/>
                    </a:cubicBezTo>
                    <a:cubicBezTo>
                      <a:pt x="7" y="25"/>
                      <a:pt x="9" y="14"/>
                      <a:pt x="4" y="12"/>
                    </a:cubicBezTo>
                    <a:cubicBezTo>
                      <a:pt x="4" y="10"/>
                      <a:pt x="5" y="8"/>
                      <a:pt x="4" y="7"/>
                    </a:cubicBezTo>
                    <a:cubicBezTo>
                      <a:pt x="4" y="6"/>
                      <a:pt x="2" y="6"/>
                      <a:pt x="1" y="5"/>
                    </a:cubicBezTo>
                    <a:cubicBezTo>
                      <a:pt x="0" y="1"/>
                      <a:pt x="5" y="1"/>
                      <a:pt x="7" y="1"/>
                    </a:cubicBezTo>
                  </a:path>
                </a:pathLst>
              </a:custGeom>
              <a:solidFill>
                <a:srgbClr val="E2E2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952" name="Freeform 151">
                <a:extLst>
                  <a:ext uri="{FF2B5EF4-FFF2-40B4-BE49-F238E27FC236}">
                    <a16:creationId xmlns:a16="http://schemas.microsoft.com/office/drawing/2014/main" id="{FC9C1DA7-773E-46AB-A2D7-02D9AC2269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1" y="754"/>
                <a:ext cx="109" cy="202"/>
              </a:xfrm>
              <a:custGeom>
                <a:avLst/>
                <a:gdLst>
                  <a:gd name="T0" fmla="*/ 26 w 71"/>
                  <a:gd name="T1" fmla="*/ 5 h 133"/>
                  <a:gd name="T2" fmla="*/ 43 w 71"/>
                  <a:gd name="T3" fmla="*/ 5 h 133"/>
                  <a:gd name="T4" fmla="*/ 49 w 71"/>
                  <a:gd name="T5" fmla="*/ 14 h 133"/>
                  <a:gd name="T6" fmla="*/ 66 w 71"/>
                  <a:gd name="T7" fmla="*/ 21 h 133"/>
                  <a:gd name="T8" fmla="*/ 75 w 71"/>
                  <a:gd name="T9" fmla="*/ 21 h 133"/>
                  <a:gd name="T10" fmla="*/ 83 w 71"/>
                  <a:gd name="T11" fmla="*/ 32 h 133"/>
                  <a:gd name="T12" fmla="*/ 97 w 71"/>
                  <a:gd name="T13" fmla="*/ 35 h 133"/>
                  <a:gd name="T14" fmla="*/ 135 w 71"/>
                  <a:gd name="T15" fmla="*/ 41 h 133"/>
                  <a:gd name="T16" fmla="*/ 175 w 71"/>
                  <a:gd name="T17" fmla="*/ 46 h 133"/>
                  <a:gd name="T18" fmla="*/ 216 w 71"/>
                  <a:gd name="T19" fmla="*/ 67 h 133"/>
                  <a:gd name="T20" fmla="*/ 236 w 71"/>
                  <a:gd name="T21" fmla="*/ 76 h 133"/>
                  <a:gd name="T22" fmla="*/ 238 w 71"/>
                  <a:gd name="T23" fmla="*/ 90 h 133"/>
                  <a:gd name="T24" fmla="*/ 243 w 71"/>
                  <a:gd name="T25" fmla="*/ 102 h 133"/>
                  <a:gd name="T26" fmla="*/ 250 w 71"/>
                  <a:gd name="T27" fmla="*/ 129 h 133"/>
                  <a:gd name="T28" fmla="*/ 250 w 71"/>
                  <a:gd name="T29" fmla="*/ 147 h 133"/>
                  <a:gd name="T30" fmla="*/ 236 w 71"/>
                  <a:gd name="T31" fmla="*/ 150 h 133"/>
                  <a:gd name="T32" fmla="*/ 238 w 71"/>
                  <a:gd name="T33" fmla="*/ 169 h 133"/>
                  <a:gd name="T34" fmla="*/ 224 w 71"/>
                  <a:gd name="T35" fmla="*/ 178 h 133"/>
                  <a:gd name="T36" fmla="*/ 224 w 71"/>
                  <a:gd name="T37" fmla="*/ 196 h 133"/>
                  <a:gd name="T38" fmla="*/ 203 w 71"/>
                  <a:gd name="T39" fmla="*/ 204 h 133"/>
                  <a:gd name="T40" fmla="*/ 210 w 71"/>
                  <a:gd name="T41" fmla="*/ 222 h 133"/>
                  <a:gd name="T42" fmla="*/ 189 w 71"/>
                  <a:gd name="T43" fmla="*/ 231 h 133"/>
                  <a:gd name="T44" fmla="*/ 190 w 71"/>
                  <a:gd name="T45" fmla="*/ 252 h 133"/>
                  <a:gd name="T46" fmla="*/ 184 w 71"/>
                  <a:gd name="T47" fmla="*/ 298 h 133"/>
                  <a:gd name="T48" fmla="*/ 184 w 71"/>
                  <a:gd name="T49" fmla="*/ 325 h 133"/>
                  <a:gd name="T50" fmla="*/ 175 w 71"/>
                  <a:gd name="T51" fmla="*/ 351 h 133"/>
                  <a:gd name="T52" fmla="*/ 170 w 71"/>
                  <a:gd name="T53" fmla="*/ 378 h 133"/>
                  <a:gd name="T54" fmla="*/ 163 w 71"/>
                  <a:gd name="T55" fmla="*/ 404 h 133"/>
                  <a:gd name="T56" fmla="*/ 149 w 71"/>
                  <a:gd name="T57" fmla="*/ 418 h 133"/>
                  <a:gd name="T58" fmla="*/ 150 w 71"/>
                  <a:gd name="T59" fmla="*/ 427 h 133"/>
                  <a:gd name="T60" fmla="*/ 141 w 71"/>
                  <a:gd name="T61" fmla="*/ 434 h 133"/>
                  <a:gd name="T62" fmla="*/ 141 w 71"/>
                  <a:gd name="T63" fmla="*/ 440 h 133"/>
                  <a:gd name="T64" fmla="*/ 129 w 71"/>
                  <a:gd name="T65" fmla="*/ 445 h 133"/>
                  <a:gd name="T66" fmla="*/ 127 w 71"/>
                  <a:gd name="T67" fmla="*/ 462 h 133"/>
                  <a:gd name="T68" fmla="*/ 120 w 71"/>
                  <a:gd name="T69" fmla="*/ 448 h 133"/>
                  <a:gd name="T70" fmla="*/ 123 w 71"/>
                  <a:gd name="T71" fmla="*/ 434 h 133"/>
                  <a:gd name="T72" fmla="*/ 120 w 71"/>
                  <a:gd name="T73" fmla="*/ 424 h 133"/>
                  <a:gd name="T74" fmla="*/ 123 w 71"/>
                  <a:gd name="T75" fmla="*/ 392 h 133"/>
                  <a:gd name="T76" fmla="*/ 123 w 71"/>
                  <a:gd name="T77" fmla="*/ 372 h 133"/>
                  <a:gd name="T78" fmla="*/ 127 w 71"/>
                  <a:gd name="T79" fmla="*/ 351 h 133"/>
                  <a:gd name="T80" fmla="*/ 120 w 71"/>
                  <a:gd name="T81" fmla="*/ 330 h 133"/>
                  <a:gd name="T82" fmla="*/ 115 w 71"/>
                  <a:gd name="T83" fmla="*/ 316 h 133"/>
                  <a:gd name="T84" fmla="*/ 123 w 71"/>
                  <a:gd name="T85" fmla="*/ 289 h 133"/>
                  <a:gd name="T86" fmla="*/ 120 w 71"/>
                  <a:gd name="T87" fmla="*/ 270 h 133"/>
                  <a:gd name="T88" fmla="*/ 115 w 71"/>
                  <a:gd name="T89" fmla="*/ 245 h 133"/>
                  <a:gd name="T90" fmla="*/ 97 w 71"/>
                  <a:gd name="T91" fmla="*/ 223 h 133"/>
                  <a:gd name="T92" fmla="*/ 94 w 71"/>
                  <a:gd name="T93" fmla="*/ 170 h 133"/>
                  <a:gd name="T94" fmla="*/ 83 w 71"/>
                  <a:gd name="T95" fmla="*/ 169 h 133"/>
                  <a:gd name="T96" fmla="*/ 75 w 71"/>
                  <a:gd name="T97" fmla="*/ 147 h 133"/>
                  <a:gd name="T98" fmla="*/ 69 w 71"/>
                  <a:gd name="T99" fmla="*/ 112 h 133"/>
                  <a:gd name="T100" fmla="*/ 48 w 71"/>
                  <a:gd name="T101" fmla="*/ 84 h 133"/>
                  <a:gd name="T102" fmla="*/ 14 w 71"/>
                  <a:gd name="T103" fmla="*/ 41 h 133"/>
                  <a:gd name="T104" fmla="*/ 14 w 71"/>
                  <a:gd name="T105" fmla="*/ 26 h 133"/>
                  <a:gd name="T106" fmla="*/ 5 w 71"/>
                  <a:gd name="T107" fmla="*/ 18 h 133"/>
                  <a:gd name="T108" fmla="*/ 26 w 71"/>
                  <a:gd name="T109" fmla="*/ 5 h 133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</a:gdLst>
                <a:ahLst/>
                <a:cxnLst>
                  <a:cxn ang="T110">
                    <a:pos x="T0" y="T1"/>
                  </a:cxn>
                  <a:cxn ang="T111">
                    <a:pos x="T2" y="T3"/>
                  </a:cxn>
                  <a:cxn ang="T112">
                    <a:pos x="T4" y="T5"/>
                  </a:cxn>
                  <a:cxn ang="T113">
                    <a:pos x="T6" y="T7"/>
                  </a:cxn>
                  <a:cxn ang="T114">
                    <a:pos x="T8" y="T9"/>
                  </a:cxn>
                  <a:cxn ang="T115">
                    <a:pos x="T10" y="T11"/>
                  </a:cxn>
                  <a:cxn ang="T116">
                    <a:pos x="T12" y="T13"/>
                  </a:cxn>
                  <a:cxn ang="T117">
                    <a:pos x="T14" y="T15"/>
                  </a:cxn>
                  <a:cxn ang="T118">
                    <a:pos x="T16" y="T17"/>
                  </a:cxn>
                  <a:cxn ang="T119">
                    <a:pos x="T18" y="T19"/>
                  </a:cxn>
                  <a:cxn ang="T120">
                    <a:pos x="T20" y="T21"/>
                  </a:cxn>
                  <a:cxn ang="T121">
                    <a:pos x="T22" y="T23"/>
                  </a:cxn>
                  <a:cxn ang="T122">
                    <a:pos x="T24" y="T25"/>
                  </a:cxn>
                  <a:cxn ang="T123">
                    <a:pos x="T26" y="T27"/>
                  </a:cxn>
                  <a:cxn ang="T124">
                    <a:pos x="T28" y="T29"/>
                  </a:cxn>
                  <a:cxn ang="T125">
                    <a:pos x="T30" y="T31"/>
                  </a:cxn>
                  <a:cxn ang="T126">
                    <a:pos x="T32" y="T33"/>
                  </a:cxn>
                  <a:cxn ang="T127">
                    <a:pos x="T34" y="T35"/>
                  </a:cxn>
                  <a:cxn ang="T128">
                    <a:pos x="T36" y="T37"/>
                  </a:cxn>
                  <a:cxn ang="T129">
                    <a:pos x="T38" y="T39"/>
                  </a:cxn>
                  <a:cxn ang="T130">
                    <a:pos x="T40" y="T41"/>
                  </a:cxn>
                  <a:cxn ang="T131">
                    <a:pos x="T42" y="T43"/>
                  </a:cxn>
                  <a:cxn ang="T132">
                    <a:pos x="T44" y="T45"/>
                  </a:cxn>
                  <a:cxn ang="T133">
                    <a:pos x="T46" y="T47"/>
                  </a:cxn>
                  <a:cxn ang="T134">
                    <a:pos x="T48" y="T49"/>
                  </a:cxn>
                  <a:cxn ang="T135">
                    <a:pos x="T50" y="T51"/>
                  </a:cxn>
                  <a:cxn ang="T136">
                    <a:pos x="T52" y="T53"/>
                  </a:cxn>
                  <a:cxn ang="T137">
                    <a:pos x="T54" y="T55"/>
                  </a:cxn>
                  <a:cxn ang="T138">
                    <a:pos x="T56" y="T57"/>
                  </a:cxn>
                  <a:cxn ang="T139">
                    <a:pos x="T58" y="T59"/>
                  </a:cxn>
                  <a:cxn ang="T140">
                    <a:pos x="T60" y="T61"/>
                  </a:cxn>
                  <a:cxn ang="T141">
                    <a:pos x="T62" y="T63"/>
                  </a:cxn>
                  <a:cxn ang="T142">
                    <a:pos x="T64" y="T65"/>
                  </a:cxn>
                  <a:cxn ang="T143">
                    <a:pos x="T66" y="T67"/>
                  </a:cxn>
                  <a:cxn ang="T144">
                    <a:pos x="T68" y="T69"/>
                  </a:cxn>
                  <a:cxn ang="T145">
                    <a:pos x="T70" y="T71"/>
                  </a:cxn>
                  <a:cxn ang="T146">
                    <a:pos x="T72" y="T73"/>
                  </a:cxn>
                  <a:cxn ang="T147">
                    <a:pos x="T74" y="T75"/>
                  </a:cxn>
                  <a:cxn ang="T148">
                    <a:pos x="T76" y="T77"/>
                  </a:cxn>
                  <a:cxn ang="T149">
                    <a:pos x="T78" y="T79"/>
                  </a:cxn>
                  <a:cxn ang="T150">
                    <a:pos x="T80" y="T81"/>
                  </a:cxn>
                  <a:cxn ang="T151">
                    <a:pos x="T82" y="T83"/>
                  </a:cxn>
                  <a:cxn ang="T152">
                    <a:pos x="T84" y="T85"/>
                  </a:cxn>
                  <a:cxn ang="T153">
                    <a:pos x="T86" y="T87"/>
                  </a:cxn>
                  <a:cxn ang="T154">
                    <a:pos x="T88" y="T89"/>
                  </a:cxn>
                  <a:cxn ang="T155">
                    <a:pos x="T90" y="T91"/>
                  </a:cxn>
                  <a:cxn ang="T156">
                    <a:pos x="T92" y="T93"/>
                  </a:cxn>
                  <a:cxn ang="T157">
                    <a:pos x="T94" y="T95"/>
                  </a:cxn>
                  <a:cxn ang="T158">
                    <a:pos x="T96" y="T97"/>
                  </a:cxn>
                  <a:cxn ang="T159">
                    <a:pos x="T98" y="T99"/>
                  </a:cxn>
                  <a:cxn ang="T160">
                    <a:pos x="T100" y="T101"/>
                  </a:cxn>
                  <a:cxn ang="T161">
                    <a:pos x="T102" y="T103"/>
                  </a:cxn>
                  <a:cxn ang="T162">
                    <a:pos x="T104" y="T105"/>
                  </a:cxn>
                  <a:cxn ang="T163">
                    <a:pos x="T106" y="T107"/>
                  </a:cxn>
                  <a:cxn ang="T164">
                    <a:pos x="T108" y="T109"/>
                  </a:cxn>
                </a:cxnLst>
                <a:rect l="0" t="0" r="r" b="b"/>
                <a:pathLst>
                  <a:path w="71" h="133">
                    <a:moveTo>
                      <a:pt x="7" y="1"/>
                    </a:moveTo>
                    <a:cubicBezTo>
                      <a:pt x="9" y="2"/>
                      <a:pt x="10" y="0"/>
                      <a:pt x="12" y="1"/>
                    </a:cubicBezTo>
                    <a:cubicBezTo>
                      <a:pt x="13" y="2"/>
                      <a:pt x="13" y="4"/>
                      <a:pt x="14" y="4"/>
                    </a:cubicBezTo>
                    <a:cubicBezTo>
                      <a:pt x="16" y="6"/>
                      <a:pt x="17" y="5"/>
                      <a:pt x="18" y="6"/>
                    </a:cubicBezTo>
                    <a:cubicBezTo>
                      <a:pt x="19" y="6"/>
                      <a:pt x="20" y="5"/>
                      <a:pt x="21" y="6"/>
                    </a:cubicBezTo>
                    <a:cubicBezTo>
                      <a:pt x="22" y="6"/>
                      <a:pt x="22" y="8"/>
                      <a:pt x="23" y="9"/>
                    </a:cubicBezTo>
                    <a:cubicBezTo>
                      <a:pt x="23" y="9"/>
                      <a:pt x="27" y="10"/>
                      <a:pt x="27" y="10"/>
                    </a:cubicBezTo>
                    <a:cubicBezTo>
                      <a:pt x="30" y="11"/>
                      <a:pt x="33" y="12"/>
                      <a:pt x="37" y="12"/>
                    </a:cubicBezTo>
                    <a:cubicBezTo>
                      <a:pt x="40" y="11"/>
                      <a:pt x="46" y="6"/>
                      <a:pt x="48" y="13"/>
                    </a:cubicBezTo>
                    <a:cubicBezTo>
                      <a:pt x="53" y="10"/>
                      <a:pt x="56" y="17"/>
                      <a:pt x="60" y="19"/>
                    </a:cubicBezTo>
                    <a:cubicBezTo>
                      <a:pt x="63" y="20"/>
                      <a:pt x="64" y="18"/>
                      <a:pt x="65" y="22"/>
                    </a:cubicBezTo>
                    <a:cubicBezTo>
                      <a:pt x="66" y="24"/>
                      <a:pt x="65" y="25"/>
                      <a:pt x="66" y="26"/>
                    </a:cubicBezTo>
                    <a:cubicBezTo>
                      <a:pt x="66" y="27"/>
                      <a:pt x="67" y="28"/>
                      <a:pt x="67" y="29"/>
                    </a:cubicBezTo>
                    <a:cubicBezTo>
                      <a:pt x="69" y="30"/>
                      <a:pt x="68" y="35"/>
                      <a:pt x="69" y="37"/>
                    </a:cubicBezTo>
                    <a:cubicBezTo>
                      <a:pt x="69" y="39"/>
                      <a:pt x="71" y="40"/>
                      <a:pt x="69" y="42"/>
                    </a:cubicBezTo>
                    <a:cubicBezTo>
                      <a:pt x="68" y="43"/>
                      <a:pt x="66" y="44"/>
                      <a:pt x="65" y="43"/>
                    </a:cubicBezTo>
                    <a:cubicBezTo>
                      <a:pt x="64" y="44"/>
                      <a:pt x="64" y="46"/>
                      <a:pt x="66" y="48"/>
                    </a:cubicBezTo>
                    <a:cubicBezTo>
                      <a:pt x="65" y="49"/>
                      <a:pt x="63" y="49"/>
                      <a:pt x="62" y="51"/>
                    </a:cubicBezTo>
                    <a:cubicBezTo>
                      <a:pt x="62" y="52"/>
                      <a:pt x="63" y="55"/>
                      <a:pt x="62" y="56"/>
                    </a:cubicBezTo>
                    <a:cubicBezTo>
                      <a:pt x="60" y="58"/>
                      <a:pt x="58" y="54"/>
                      <a:pt x="56" y="58"/>
                    </a:cubicBezTo>
                    <a:cubicBezTo>
                      <a:pt x="56" y="59"/>
                      <a:pt x="57" y="62"/>
                      <a:pt x="58" y="63"/>
                    </a:cubicBezTo>
                    <a:cubicBezTo>
                      <a:pt x="56" y="65"/>
                      <a:pt x="54" y="65"/>
                      <a:pt x="52" y="66"/>
                    </a:cubicBezTo>
                    <a:cubicBezTo>
                      <a:pt x="51" y="69"/>
                      <a:pt x="51" y="70"/>
                      <a:pt x="53" y="72"/>
                    </a:cubicBezTo>
                    <a:cubicBezTo>
                      <a:pt x="49" y="75"/>
                      <a:pt x="57" y="83"/>
                      <a:pt x="51" y="85"/>
                    </a:cubicBezTo>
                    <a:cubicBezTo>
                      <a:pt x="52" y="87"/>
                      <a:pt x="51" y="91"/>
                      <a:pt x="51" y="93"/>
                    </a:cubicBezTo>
                    <a:cubicBezTo>
                      <a:pt x="50" y="96"/>
                      <a:pt x="48" y="96"/>
                      <a:pt x="48" y="100"/>
                    </a:cubicBezTo>
                    <a:cubicBezTo>
                      <a:pt x="48" y="102"/>
                      <a:pt x="49" y="105"/>
                      <a:pt x="47" y="108"/>
                    </a:cubicBezTo>
                    <a:cubicBezTo>
                      <a:pt x="46" y="110"/>
                      <a:pt x="43" y="111"/>
                      <a:pt x="45" y="115"/>
                    </a:cubicBezTo>
                    <a:cubicBezTo>
                      <a:pt x="42" y="115"/>
                      <a:pt x="42" y="117"/>
                      <a:pt x="41" y="119"/>
                    </a:cubicBezTo>
                    <a:cubicBezTo>
                      <a:pt x="41" y="120"/>
                      <a:pt x="42" y="121"/>
                      <a:pt x="42" y="122"/>
                    </a:cubicBezTo>
                    <a:cubicBezTo>
                      <a:pt x="41" y="123"/>
                      <a:pt x="40" y="123"/>
                      <a:pt x="39" y="124"/>
                    </a:cubicBezTo>
                    <a:cubicBezTo>
                      <a:pt x="39" y="125"/>
                      <a:pt x="39" y="126"/>
                      <a:pt x="39" y="126"/>
                    </a:cubicBezTo>
                    <a:cubicBezTo>
                      <a:pt x="38" y="127"/>
                      <a:pt x="37" y="126"/>
                      <a:pt x="36" y="127"/>
                    </a:cubicBezTo>
                    <a:cubicBezTo>
                      <a:pt x="35" y="129"/>
                      <a:pt x="35" y="130"/>
                      <a:pt x="35" y="132"/>
                    </a:cubicBezTo>
                    <a:cubicBezTo>
                      <a:pt x="32" y="133"/>
                      <a:pt x="32" y="130"/>
                      <a:pt x="33" y="128"/>
                    </a:cubicBezTo>
                    <a:cubicBezTo>
                      <a:pt x="33" y="127"/>
                      <a:pt x="34" y="126"/>
                      <a:pt x="34" y="124"/>
                    </a:cubicBezTo>
                    <a:cubicBezTo>
                      <a:pt x="34" y="123"/>
                      <a:pt x="33" y="122"/>
                      <a:pt x="33" y="121"/>
                    </a:cubicBezTo>
                    <a:cubicBezTo>
                      <a:pt x="32" y="118"/>
                      <a:pt x="35" y="115"/>
                      <a:pt x="34" y="112"/>
                    </a:cubicBezTo>
                    <a:cubicBezTo>
                      <a:pt x="33" y="111"/>
                      <a:pt x="29" y="106"/>
                      <a:pt x="34" y="106"/>
                    </a:cubicBezTo>
                    <a:cubicBezTo>
                      <a:pt x="33" y="104"/>
                      <a:pt x="32" y="102"/>
                      <a:pt x="35" y="100"/>
                    </a:cubicBezTo>
                    <a:cubicBezTo>
                      <a:pt x="34" y="98"/>
                      <a:pt x="33" y="96"/>
                      <a:pt x="33" y="94"/>
                    </a:cubicBezTo>
                    <a:cubicBezTo>
                      <a:pt x="33" y="92"/>
                      <a:pt x="35" y="90"/>
                      <a:pt x="32" y="90"/>
                    </a:cubicBezTo>
                    <a:cubicBezTo>
                      <a:pt x="32" y="87"/>
                      <a:pt x="33" y="85"/>
                      <a:pt x="34" y="82"/>
                    </a:cubicBezTo>
                    <a:cubicBezTo>
                      <a:pt x="34" y="80"/>
                      <a:pt x="33" y="78"/>
                      <a:pt x="33" y="77"/>
                    </a:cubicBezTo>
                    <a:cubicBezTo>
                      <a:pt x="33" y="74"/>
                      <a:pt x="33" y="72"/>
                      <a:pt x="32" y="70"/>
                    </a:cubicBezTo>
                    <a:cubicBezTo>
                      <a:pt x="31" y="68"/>
                      <a:pt x="28" y="66"/>
                      <a:pt x="27" y="64"/>
                    </a:cubicBezTo>
                    <a:cubicBezTo>
                      <a:pt x="24" y="60"/>
                      <a:pt x="28" y="55"/>
                      <a:pt x="26" y="49"/>
                    </a:cubicBezTo>
                    <a:cubicBezTo>
                      <a:pt x="25" y="48"/>
                      <a:pt x="24" y="49"/>
                      <a:pt x="23" y="48"/>
                    </a:cubicBezTo>
                    <a:cubicBezTo>
                      <a:pt x="22" y="46"/>
                      <a:pt x="21" y="44"/>
                      <a:pt x="21" y="42"/>
                    </a:cubicBezTo>
                    <a:cubicBezTo>
                      <a:pt x="21" y="38"/>
                      <a:pt x="20" y="36"/>
                      <a:pt x="19" y="32"/>
                    </a:cubicBezTo>
                    <a:cubicBezTo>
                      <a:pt x="13" y="34"/>
                      <a:pt x="14" y="28"/>
                      <a:pt x="13" y="24"/>
                    </a:cubicBezTo>
                    <a:cubicBezTo>
                      <a:pt x="7" y="25"/>
                      <a:pt x="9" y="14"/>
                      <a:pt x="4" y="12"/>
                    </a:cubicBezTo>
                    <a:cubicBezTo>
                      <a:pt x="4" y="10"/>
                      <a:pt x="5" y="8"/>
                      <a:pt x="4" y="7"/>
                    </a:cubicBezTo>
                    <a:cubicBezTo>
                      <a:pt x="4" y="6"/>
                      <a:pt x="2" y="6"/>
                      <a:pt x="1" y="5"/>
                    </a:cubicBezTo>
                    <a:cubicBezTo>
                      <a:pt x="0" y="1"/>
                      <a:pt x="5" y="1"/>
                      <a:pt x="7" y="1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953" name="Freeform 152">
                <a:extLst>
                  <a:ext uri="{FF2B5EF4-FFF2-40B4-BE49-F238E27FC236}">
                    <a16:creationId xmlns:a16="http://schemas.microsoft.com/office/drawing/2014/main" id="{271501FC-6F8A-4AFF-9B42-1F67995222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7" y="770"/>
                <a:ext cx="47" cy="40"/>
              </a:xfrm>
              <a:custGeom>
                <a:avLst/>
                <a:gdLst>
                  <a:gd name="T0" fmla="*/ 102 w 31"/>
                  <a:gd name="T1" fmla="*/ 8 h 26"/>
                  <a:gd name="T2" fmla="*/ 88 w 31"/>
                  <a:gd name="T3" fmla="*/ 0 h 26"/>
                  <a:gd name="T4" fmla="*/ 80 w 31"/>
                  <a:gd name="T5" fmla="*/ 12 h 26"/>
                  <a:gd name="T6" fmla="*/ 67 w 31"/>
                  <a:gd name="T7" fmla="*/ 5 h 26"/>
                  <a:gd name="T8" fmla="*/ 55 w 31"/>
                  <a:gd name="T9" fmla="*/ 12 h 26"/>
                  <a:gd name="T10" fmla="*/ 39 w 31"/>
                  <a:gd name="T11" fmla="*/ 22 h 26"/>
                  <a:gd name="T12" fmla="*/ 45 w 31"/>
                  <a:gd name="T13" fmla="*/ 34 h 26"/>
                  <a:gd name="T14" fmla="*/ 32 w 31"/>
                  <a:gd name="T15" fmla="*/ 35 h 26"/>
                  <a:gd name="T16" fmla="*/ 27 w 31"/>
                  <a:gd name="T17" fmla="*/ 48 h 26"/>
                  <a:gd name="T18" fmla="*/ 18 w 31"/>
                  <a:gd name="T19" fmla="*/ 66 h 26"/>
                  <a:gd name="T20" fmla="*/ 14 w 31"/>
                  <a:gd name="T21" fmla="*/ 80 h 26"/>
                  <a:gd name="T22" fmla="*/ 26 w 31"/>
                  <a:gd name="T23" fmla="*/ 80 h 26"/>
                  <a:gd name="T24" fmla="*/ 26 w 31"/>
                  <a:gd name="T25" fmla="*/ 89 h 26"/>
                  <a:gd name="T26" fmla="*/ 39 w 31"/>
                  <a:gd name="T27" fmla="*/ 80 h 26"/>
                  <a:gd name="T28" fmla="*/ 41 w 31"/>
                  <a:gd name="T29" fmla="*/ 58 h 26"/>
                  <a:gd name="T30" fmla="*/ 53 w 31"/>
                  <a:gd name="T31" fmla="*/ 58 h 26"/>
                  <a:gd name="T32" fmla="*/ 49 w 31"/>
                  <a:gd name="T33" fmla="*/ 40 h 26"/>
                  <a:gd name="T34" fmla="*/ 62 w 31"/>
                  <a:gd name="T35" fmla="*/ 34 h 26"/>
                  <a:gd name="T36" fmla="*/ 62 w 31"/>
                  <a:gd name="T37" fmla="*/ 14 h 26"/>
                  <a:gd name="T38" fmla="*/ 74 w 31"/>
                  <a:gd name="T39" fmla="*/ 35 h 26"/>
                  <a:gd name="T40" fmla="*/ 89 w 31"/>
                  <a:gd name="T41" fmla="*/ 26 h 26"/>
                  <a:gd name="T42" fmla="*/ 97 w 31"/>
                  <a:gd name="T43" fmla="*/ 35 h 26"/>
                  <a:gd name="T44" fmla="*/ 102 w 31"/>
                  <a:gd name="T45" fmla="*/ 22 h 26"/>
                  <a:gd name="T46" fmla="*/ 97 w 31"/>
                  <a:gd name="T47" fmla="*/ 12 h 26"/>
                  <a:gd name="T48" fmla="*/ 97 w 31"/>
                  <a:gd name="T49" fmla="*/ 12 h 2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31" h="26">
                    <a:moveTo>
                      <a:pt x="29" y="2"/>
                    </a:moveTo>
                    <a:cubicBezTo>
                      <a:pt x="28" y="2"/>
                      <a:pt x="27" y="0"/>
                      <a:pt x="25" y="0"/>
                    </a:cubicBezTo>
                    <a:cubicBezTo>
                      <a:pt x="24" y="0"/>
                      <a:pt x="23" y="1"/>
                      <a:pt x="23" y="3"/>
                    </a:cubicBezTo>
                    <a:cubicBezTo>
                      <a:pt x="22" y="2"/>
                      <a:pt x="21" y="0"/>
                      <a:pt x="19" y="1"/>
                    </a:cubicBezTo>
                    <a:cubicBezTo>
                      <a:pt x="18" y="1"/>
                      <a:pt x="16" y="2"/>
                      <a:pt x="16" y="3"/>
                    </a:cubicBezTo>
                    <a:cubicBezTo>
                      <a:pt x="14" y="3"/>
                      <a:pt x="12" y="3"/>
                      <a:pt x="11" y="6"/>
                    </a:cubicBezTo>
                    <a:cubicBezTo>
                      <a:pt x="11" y="7"/>
                      <a:pt x="13" y="8"/>
                      <a:pt x="13" y="9"/>
                    </a:cubicBezTo>
                    <a:cubicBezTo>
                      <a:pt x="12" y="9"/>
                      <a:pt x="10" y="9"/>
                      <a:pt x="9" y="10"/>
                    </a:cubicBezTo>
                    <a:cubicBezTo>
                      <a:pt x="6" y="11"/>
                      <a:pt x="9" y="12"/>
                      <a:pt x="8" y="13"/>
                    </a:cubicBezTo>
                    <a:cubicBezTo>
                      <a:pt x="8" y="15"/>
                      <a:pt x="4" y="16"/>
                      <a:pt x="5" y="18"/>
                    </a:cubicBezTo>
                    <a:cubicBezTo>
                      <a:pt x="2" y="18"/>
                      <a:pt x="0" y="21"/>
                      <a:pt x="4" y="22"/>
                    </a:cubicBezTo>
                    <a:cubicBezTo>
                      <a:pt x="5" y="22"/>
                      <a:pt x="6" y="20"/>
                      <a:pt x="7" y="22"/>
                    </a:cubicBezTo>
                    <a:cubicBezTo>
                      <a:pt x="8" y="23"/>
                      <a:pt x="7" y="24"/>
                      <a:pt x="7" y="25"/>
                    </a:cubicBezTo>
                    <a:cubicBezTo>
                      <a:pt x="9" y="26"/>
                      <a:pt x="11" y="24"/>
                      <a:pt x="11" y="22"/>
                    </a:cubicBezTo>
                    <a:cubicBezTo>
                      <a:pt x="11" y="20"/>
                      <a:pt x="9" y="17"/>
                      <a:pt x="12" y="16"/>
                    </a:cubicBezTo>
                    <a:cubicBezTo>
                      <a:pt x="13" y="15"/>
                      <a:pt x="14" y="17"/>
                      <a:pt x="15" y="16"/>
                    </a:cubicBezTo>
                    <a:cubicBezTo>
                      <a:pt x="16" y="14"/>
                      <a:pt x="14" y="13"/>
                      <a:pt x="14" y="11"/>
                    </a:cubicBezTo>
                    <a:cubicBezTo>
                      <a:pt x="16" y="11"/>
                      <a:pt x="18" y="12"/>
                      <a:pt x="18" y="9"/>
                    </a:cubicBezTo>
                    <a:cubicBezTo>
                      <a:pt x="18" y="8"/>
                      <a:pt x="15" y="4"/>
                      <a:pt x="18" y="4"/>
                    </a:cubicBezTo>
                    <a:cubicBezTo>
                      <a:pt x="22" y="3"/>
                      <a:pt x="20" y="8"/>
                      <a:pt x="21" y="10"/>
                    </a:cubicBezTo>
                    <a:cubicBezTo>
                      <a:pt x="23" y="12"/>
                      <a:pt x="26" y="9"/>
                      <a:pt x="26" y="7"/>
                    </a:cubicBezTo>
                    <a:cubicBezTo>
                      <a:pt x="27" y="8"/>
                      <a:pt x="26" y="9"/>
                      <a:pt x="28" y="10"/>
                    </a:cubicBezTo>
                    <a:cubicBezTo>
                      <a:pt x="29" y="9"/>
                      <a:pt x="29" y="8"/>
                      <a:pt x="29" y="6"/>
                    </a:cubicBezTo>
                    <a:cubicBezTo>
                      <a:pt x="31" y="7"/>
                      <a:pt x="30" y="3"/>
                      <a:pt x="28" y="3"/>
                    </a:cubicBezTo>
                    <a:cubicBezTo>
                      <a:pt x="28" y="3"/>
                      <a:pt x="28" y="3"/>
                      <a:pt x="28" y="3"/>
                    </a:cubicBezTo>
                  </a:path>
                </a:pathLst>
              </a:custGeom>
              <a:solidFill>
                <a:srgbClr val="FCF8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954" name="Freeform 153">
                <a:extLst>
                  <a:ext uri="{FF2B5EF4-FFF2-40B4-BE49-F238E27FC236}">
                    <a16:creationId xmlns:a16="http://schemas.microsoft.com/office/drawing/2014/main" id="{6C7FC285-DC83-41FC-B96F-6920AD8F6E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3" y="796"/>
                <a:ext cx="35" cy="42"/>
              </a:xfrm>
              <a:custGeom>
                <a:avLst/>
                <a:gdLst>
                  <a:gd name="T0" fmla="*/ 67 w 23"/>
                  <a:gd name="T1" fmla="*/ 12 h 27"/>
                  <a:gd name="T2" fmla="*/ 49 w 23"/>
                  <a:gd name="T3" fmla="*/ 14 h 27"/>
                  <a:gd name="T4" fmla="*/ 61 w 23"/>
                  <a:gd name="T5" fmla="*/ 34 h 27"/>
                  <a:gd name="T6" fmla="*/ 46 w 23"/>
                  <a:gd name="T7" fmla="*/ 40 h 27"/>
                  <a:gd name="T8" fmla="*/ 41 w 23"/>
                  <a:gd name="T9" fmla="*/ 56 h 27"/>
                  <a:gd name="T10" fmla="*/ 21 w 23"/>
                  <a:gd name="T11" fmla="*/ 61 h 27"/>
                  <a:gd name="T12" fmla="*/ 5 w 23"/>
                  <a:gd name="T13" fmla="*/ 53 h 27"/>
                  <a:gd name="T14" fmla="*/ 5 w 23"/>
                  <a:gd name="T15" fmla="*/ 68 h 27"/>
                  <a:gd name="T16" fmla="*/ 18 w 23"/>
                  <a:gd name="T17" fmla="*/ 73 h 27"/>
                  <a:gd name="T18" fmla="*/ 26 w 23"/>
                  <a:gd name="T19" fmla="*/ 75 h 27"/>
                  <a:gd name="T20" fmla="*/ 32 w 23"/>
                  <a:gd name="T21" fmla="*/ 90 h 27"/>
                  <a:gd name="T22" fmla="*/ 49 w 23"/>
                  <a:gd name="T23" fmla="*/ 87 h 27"/>
                  <a:gd name="T24" fmla="*/ 62 w 23"/>
                  <a:gd name="T25" fmla="*/ 90 h 27"/>
                  <a:gd name="T26" fmla="*/ 61 w 23"/>
                  <a:gd name="T27" fmla="*/ 62 h 27"/>
                  <a:gd name="T28" fmla="*/ 70 w 23"/>
                  <a:gd name="T29" fmla="*/ 53 h 27"/>
                  <a:gd name="T30" fmla="*/ 75 w 23"/>
                  <a:gd name="T31" fmla="*/ 47 h 27"/>
                  <a:gd name="T32" fmla="*/ 67 w 23"/>
                  <a:gd name="T33" fmla="*/ 30 h 27"/>
                  <a:gd name="T34" fmla="*/ 75 w 23"/>
                  <a:gd name="T35" fmla="*/ 22 h 27"/>
                  <a:gd name="T36" fmla="*/ 62 w 23"/>
                  <a:gd name="T37" fmla="*/ 14 h 27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23" h="27">
                    <a:moveTo>
                      <a:pt x="19" y="3"/>
                    </a:moveTo>
                    <a:cubicBezTo>
                      <a:pt x="18" y="0"/>
                      <a:pt x="14" y="1"/>
                      <a:pt x="14" y="4"/>
                    </a:cubicBezTo>
                    <a:cubicBezTo>
                      <a:pt x="14" y="7"/>
                      <a:pt x="18" y="7"/>
                      <a:pt x="17" y="9"/>
                    </a:cubicBezTo>
                    <a:cubicBezTo>
                      <a:pt x="16" y="10"/>
                      <a:pt x="14" y="10"/>
                      <a:pt x="13" y="11"/>
                    </a:cubicBezTo>
                    <a:cubicBezTo>
                      <a:pt x="11" y="13"/>
                      <a:pt x="13" y="14"/>
                      <a:pt x="12" y="15"/>
                    </a:cubicBezTo>
                    <a:cubicBezTo>
                      <a:pt x="12" y="16"/>
                      <a:pt x="7" y="16"/>
                      <a:pt x="6" y="16"/>
                    </a:cubicBezTo>
                    <a:cubicBezTo>
                      <a:pt x="4" y="15"/>
                      <a:pt x="4" y="12"/>
                      <a:pt x="1" y="14"/>
                    </a:cubicBezTo>
                    <a:cubicBezTo>
                      <a:pt x="0" y="16"/>
                      <a:pt x="0" y="17"/>
                      <a:pt x="1" y="18"/>
                    </a:cubicBezTo>
                    <a:cubicBezTo>
                      <a:pt x="2" y="20"/>
                      <a:pt x="3" y="19"/>
                      <a:pt x="5" y="19"/>
                    </a:cubicBezTo>
                    <a:cubicBezTo>
                      <a:pt x="6" y="19"/>
                      <a:pt x="5" y="18"/>
                      <a:pt x="7" y="20"/>
                    </a:cubicBezTo>
                    <a:cubicBezTo>
                      <a:pt x="8" y="21"/>
                      <a:pt x="8" y="23"/>
                      <a:pt x="9" y="24"/>
                    </a:cubicBezTo>
                    <a:cubicBezTo>
                      <a:pt x="11" y="27"/>
                      <a:pt x="12" y="24"/>
                      <a:pt x="14" y="23"/>
                    </a:cubicBezTo>
                    <a:cubicBezTo>
                      <a:pt x="16" y="22"/>
                      <a:pt x="16" y="25"/>
                      <a:pt x="18" y="24"/>
                    </a:cubicBezTo>
                    <a:cubicBezTo>
                      <a:pt x="21" y="22"/>
                      <a:pt x="17" y="19"/>
                      <a:pt x="17" y="17"/>
                    </a:cubicBezTo>
                    <a:cubicBezTo>
                      <a:pt x="16" y="16"/>
                      <a:pt x="18" y="15"/>
                      <a:pt x="20" y="14"/>
                    </a:cubicBezTo>
                    <a:cubicBezTo>
                      <a:pt x="22" y="14"/>
                      <a:pt x="23" y="14"/>
                      <a:pt x="21" y="12"/>
                    </a:cubicBezTo>
                    <a:cubicBezTo>
                      <a:pt x="21" y="10"/>
                      <a:pt x="19" y="10"/>
                      <a:pt x="19" y="8"/>
                    </a:cubicBezTo>
                    <a:cubicBezTo>
                      <a:pt x="19" y="7"/>
                      <a:pt x="21" y="7"/>
                      <a:pt x="21" y="6"/>
                    </a:cubicBezTo>
                    <a:cubicBezTo>
                      <a:pt x="21" y="4"/>
                      <a:pt x="19" y="2"/>
                      <a:pt x="18" y="4"/>
                    </a:cubicBezTo>
                  </a:path>
                </a:pathLst>
              </a:custGeom>
              <a:solidFill>
                <a:srgbClr val="FCF8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955" name="Freeform 154">
                <a:extLst>
                  <a:ext uri="{FF2B5EF4-FFF2-40B4-BE49-F238E27FC236}">
                    <a16:creationId xmlns:a16="http://schemas.microsoft.com/office/drawing/2014/main" id="{91AC037A-6AFE-4944-B31C-BD9FA01F52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7" y="834"/>
                <a:ext cx="36" cy="36"/>
              </a:xfrm>
              <a:custGeom>
                <a:avLst/>
                <a:gdLst>
                  <a:gd name="T0" fmla="*/ 42 w 23"/>
                  <a:gd name="T1" fmla="*/ 20 h 23"/>
                  <a:gd name="T2" fmla="*/ 27 w 23"/>
                  <a:gd name="T3" fmla="*/ 0 h 23"/>
                  <a:gd name="T4" fmla="*/ 5 w 23"/>
                  <a:gd name="T5" fmla="*/ 8 h 23"/>
                  <a:gd name="T6" fmla="*/ 20 w 23"/>
                  <a:gd name="T7" fmla="*/ 20 h 23"/>
                  <a:gd name="T8" fmla="*/ 27 w 23"/>
                  <a:gd name="T9" fmla="*/ 34 h 23"/>
                  <a:gd name="T10" fmla="*/ 42 w 23"/>
                  <a:gd name="T11" fmla="*/ 39 h 23"/>
                  <a:gd name="T12" fmla="*/ 42 w 23"/>
                  <a:gd name="T13" fmla="*/ 53 h 23"/>
                  <a:gd name="T14" fmla="*/ 66 w 23"/>
                  <a:gd name="T15" fmla="*/ 66 h 23"/>
                  <a:gd name="T16" fmla="*/ 69 w 23"/>
                  <a:gd name="T17" fmla="*/ 83 h 23"/>
                  <a:gd name="T18" fmla="*/ 81 w 23"/>
                  <a:gd name="T19" fmla="*/ 69 h 23"/>
                  <a:gd name="T20" fmla="*/ 77 w 23"/>
                  <a:gd name="T21" fmla="*/ 47 h 23"/>
                  <a:gd name="T22" fmla="*/ 88 w 23"/>
                  <a:gd name="T23" fmla="*/ 39 h 23"/>
                  <a:gd name="T24" fmla="*/ 77 w 23"/>
                  <a:gd name="T25" fmla="*/ 34 h 23"/>
                  <a:gd name="T26" fmla="*/ 61 w 23"/>
                  <a:gd name="T27" fmla="*/ 42 h 23"/>
                  <a:gd name="T28" fmla="*/ 56 w 23"/>
                  <a:gd name="T29" fmla="*/ 22 h 23"/>
                  <a:gd name="T30" fmla="*/ 47 w 23"/>
                  <a:gd name="T31" fmla="*/ 20 h 23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23" h="23">
                    <a:moveTo>
                      <a:pt x="11" y="5"/>
                    </a:moveTo>
                    <a:cubicBezTo>
                      <a:pt x="11" y="3"/>
                      <a:pt x="9" y="1"/>
                      <a:pt x="7" y="0"/>
                    </a:cubicBezTo>
                    <a:cubicBezTo>
                      <a:pt x="6" y="0"/>
                      <a:pt x="2" y="0"/>
                      <a:pt x="1" y="2"/>
                    </a:cubicBezTo>
                    <a:cubicBezTo>
                      <a:pt x="0" y="4"/>
                      <a:pt x="4" y="5"/>
                      <a:pt x="5" y="5"/>
                    </a:cubicBezTo>
                    <a:cubicBezTo>
                      <a:pt x="7" y="6"/>
                      <a:pt x="6" y="7"/>
                      <a:pt x="7" y="9"/>
                    </a:cubicBezTo>
                    <a:cubicBezTo>
                      <a:pt x="8" y="11"/>
                      <a:pt x="10" y="9"/>
                      <a:pt x="11" y="10"/>
                    </a:cubicBezTo>
                    <a:cubicBezTo>
                      <a:pt x="13" y="11"/>
                      <a:pt x="11" y="12"/>
                      <a:pt x="11" y="14"/>
                    </a:cubicBezTo>
                    <a:cubicBezTo>
                      <a:pt x="11" y="17"/>
                      <a:pt x="15" y="18"/>
                      <a:pt x="17" y="17"/>
                    </a:cubicBezTo>
                    <a:cubicBezTo>
                      <a:pt x="17" y="18"/>
                      <a:pt x="16" y="21"/>
                      <a:pt x="18" y="22"/>
                    </a:cubicBezTo>
                    <a:cubicBezTo>
                      <a:pt x="20" y="23"/>
                      <a:pt x="21" y="20"/>
                      <a:pt x="21" y="18"/>
                    </a:cubicBezTo>
                    <a:cubicBezTo>
                      <a:pt x="21" y="16"/>
                      <a:pt x="19" y="14"/>
                      <a:pt x="20" y="12"/>
                    </a:cubicBezTo>
                    <a:cubicBezTo>
                      <a:pt x="21" y="11"/>
                      <a:pt x="22" y="11"/>
                      <a:pt x="23" y="10"/>
                    </a:cubicBezTo>
                    <a:cubicBezTo>
                      <a:pt x="22" y="9"/>
                      <a:pt x="21" y="9"/>
                      <a:pt x="20" y="9"/>
                    </a:cubicBezTo>
                    <a:cubicBezTo>
                      <a:pt x="18" y="9"/>
                      <a:pt x="17" y="11"/>
                      <a:pt x="16" y="11"/>
                    </a:cubicBezTo>
                    <a:cubicBezTo>
                      <a:pt x="14" y="11"/>
                      <a:pt x="14" y="7"/>
                      <a:pt x="15" y="6"/>
                    </a:cubicBezTo>
                    <a:cubicBezTo>
                      <a:pt x="14" y="6"/>
                      <a:pt x="13" y="5"/>
                      <a:pt x="12" y="5"/>
                    </a:cubicBezTo>
                  </a:path>
                </a:pathLst>
              </a:custGeom>
              <a:solidFill>
                <a:srgbClr val="FCF8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956" name="Freeform 155">
                <a:extLst>
                  <a:ext uri="{FF2B5EF4-FFF2-40B4-BE49-F238E27FC236}">
                    <a16:creationId xmlns:a16="http://schemas.microsoft.com/office/drawing/2014/main" id="{660C6A42-DB7C-4B3A-B1DF-CAF91F5305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2" y="880"/>
                <a:ext cx="12" cy="40"/>
              </a:xfrm>
              <a:custGeom>
                <a:avLst/>
                <a:gdLst>
                  <a:gd name="T0" fmla="*/ 14 w 8"/>
                  <a:gd name="T1" fmla="*/ 8 h 26"/>
                  <a:gd name="T2" fmla="*/ 8 w 8"/>
                  <a:gd name="T3" fmla="*/ 0 h 26"/>
                  <a:gd name="T4" fmla="*/ 0 w 8"/>
                  <a:gd name="T5" fmla="*/ 18 h 26"/>
                  <a:gd name="T6" fmla="*/ 12 w 8"/>
                  <a:gd name="T7" fmla="*/ 28 h 26"/>
                  <a:gd name="T8" fmla="*/ 8 w 8"/>
                  <a:gd name="T9" fmla="*/ 43 h 26"/>
                  <a:gd name="T10" fmla="*/ 8 w 8"/>
                  <a:gd name="T11" fmla="*/ 52 h 26"/>
                  <a:gd name="T12" fmla="*/ 18 w 8"/>
                  <a:gd name="T13" fmla="*/ 58 h 26"/>
                  <a:gd name="T14" fmla="*/ 18 w 8"/>
                  <a:gd name="T15" fmla="*/ 80 h 26"/>
                  <a:gd name="T16" fmla="*/ 26 w 8"/>
                  <a:gd name="T17" fmla="*/ 74 h 26"/>
                  <a:gd name="T18" fmla="*/ 21 w 8"/>
                  <a:gd name="T19" fmla="*/ 43 h 26"/>
                  <a:gd name="T20" fmla="*/ 21 w 8"/>
                  <a:gd name="T21" fmla="*/ 28 h 26"/>
                  <a:gd name="T22" fmla="*/ 18 w 8"/>
                  <a:gd name="T23" fmla="*/ 18 h 26"/>
                  <a:gd name="T24" fmla="*/ 18 w 8"/>
                  <a:gd name="T25" fmla="*/ 8 h 2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8" h="26">
                    <a:moveTo>
                      <a:pt x="4" y="2"/>
                    </a:moveTo>
                    <a:cubicBezTo>
                      <a:pt x="4" y="1"/>
                      <a:pt x="3" y="0"/>
                      <a:pt x="2" y="0"/>
                    </a:cubicBezTo>
                    <a:cubicBezTo>
                      <a:pt x="0" y="0"/>
                      <a:pt x="0" y="4"/>
                      <a:pt x="0" y="5"/>
                    </a:cubicBezTo>
                    <a:cubicBezTo>
                      <a:pt x="1" y="7"/>
                      <a:pt x="2" y="7"/>
                      <a:pt x="3" y="8"/>
                    </a:cubicBezTo>
                    <a:cubicBezTo>
                      <a:pt x="4" y="10"/>
                      <a:pt x="3" y="10"/>
                      <a:pt x="2" y="12"/>
                    </a:cubicBezTo>
                    <a:cubicBezTo>
                      <a:pt x="2" y="14"/>
                      <a:pt x="2" y="13"/>
                      <a:pt x="2" y="14"/>
                    </a:cubicBezTo>
                    <a:cubicBezTo>
                      <a:pt x="3" y="15"/>
                      <a:pt x="4" y="15"/>
                      <a:pt x="5" y="16"/>
                    </a:cubicBezTo>
                    <a:cubicBezTo>
                      <a:pt x="6" y="18"/>
                      <a:pt x="4" y="20"/>
                      <a:pt x="5" y="22"/>
                    </a:cubicBezTo>
                    <a:cubicBezTo>
                      <a:pt x="6" y="26"/>
                      <a:pt x="8" y="22"/>
                      <a:pt x="7" y="20"/>
                    </a:cubicBezTo>
                    <a:cubicBezTo>
                      <a:pt x="7" y="16"/>
                      <a:pt x="4" y="15"/>
                      <a:pt x="6" y="12"/>
                    </a:cubicBezTo>
                    <a:cubicBezTo>
                      <a:pt x="6" y="11"/>
                      <a:pt x="7" y="10"/>
                      <a:pt x="6" y="8"/>
                    </a:cubicBezTo>
                    <a:cubicBezTo>
                      <a:pt x="6" y="7"/>
                      <a:pt x="5" y="7"/>
                      <a:pt x="5" y="5"/>
                    </a:cubicBezTo>
                    <a:cubicBezTo>
                      <a:pt x="5" y="3"/>
                      <a:pt x="7" y="4"/>
                      <a:pt x="5" y="2"/>
                    </a:cubicBezTo>
                  </a:path>
                </a:pathLst>
              </a:custGeom>
              <a:solidFill>
                <a:srgbClr val="FCF8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957" name="Freeform 156">
                <a:extLst>
                  <a:ext uri="{FF2B5EF4-FFF2-40B4-BE49-F238E27FC236}">
                    <a16:creationId xmlns:a16="http://schemas.microsoft.com/office/drawing/2014/main" id="{D592C614-86E7-4A6B-9FE6-98B237067B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8" y="792"/>
                <a:ext cx="26" cy="21"/>
              </a:xfrm>
              <a:custGeom>
                <a:avLst/>
                <a:gdLst>
                  <a:gd name="T0" fmla="*/ 18 w 17"/>
                  <a:gd name="T1" fmla="*/ 5 h 14"/>
                  <a:gd name="T2" fmla="*/ 12 w 17"/>
                  <a:gd name="T3" fmla="*/ 14 h 14"/>
                  <a:gd name="T4" fmla="*/ 0 w 17"/>
                  <a:gd name="T5" fmla="*/ 26 h 14"/>
                  <a:gd name="T6" fmla="*/ 21 w 17"/>
                  <a:gd name="T7" fmla="*/ 26 h 14"/>
                  <a:gd name="T8" fmla="*/ 21 w 17"/>
                  <a:gd name="T9" fmla="*/ 39 h 14"/>
                  <a:gd name="T10" fmla="*/ 32 w 17"/>
                  <a:gd name="T11" fmla="*/ 35 h 14"/>
                  <a:gd name="T12" fmla="*/ 43 w 17"/>
                  <a:gd name="T13" fmla="*/ 21 h 14"/>
                  <a:gd name="T14" fmla="*/ 49 w 17"/>
                  <a:gd name="T15" fmla="*/ 18 h 14"/>
                  <a:gd name="T16" fmla="*/ 57 w 17"/>
                  <a:gd name="T17" fmla="*/ 18 h 14"/>
                  <a:gd name="T18" fmla="*/ 61 w 17"/>
                  <a:gd name="T19" fmla="*/ 8 h 1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7" h="14">
                    <a:moveTo>
                      <a:pt x="5" y="1"/>
                    </a:moveTo>
                    <a:cubicBezTo>
                      <a:pt x="4" y="0"/>
                      <a:pt x="3" y="3"/>
                      <a:pt x="3" y="4"/>
                    </a:cubicBezTo>
                    <a:cubicBezTo>
                      <a:pt x="2" y="3"/>
                      <a:pt x="0" y="5"/>
                      <a:pt x="0" y="7"/>
                    </a:cubicBezTo>
                    <a:cubicBezTo>
                      <a:pt x="1" y="8"/>
                      <a:pt x="4" y="8"/>
                      <a:pt x="6" y="7"/>
                    </a:cubicBezTo>
                    <a:cubicBezTo>
                      <a:pt x="6" y="9"/>
                      <a:pt x="5" y="10"/>
                      <a:pt x="6" y="11"/>
                    </a:cubicBezTo>
                    <a:cubicBezTo>
                      <a:pt x="7" y="14"/>
                      <a:pt x="9" y="11"/>
                      <a:pt x="9" y="10"/>
                    </a:cubicBezTo>
                    <a:cubicBezTo>
                      <a:pt x="12" y="11"/>
                      <a:pt x="13" y="8"/>
                      <a:pt x="12" y="6"/>
                    </a:cubicBezTo>
                    <a:cubicBezTo>
                      <a:pt x="14" y="7"/>
                      <a:pt x="14" y="5"/>
                      <a:pt x="14" y="5"/>
                    </a:cubicBezTo>
                    <a:cubicBezTo>
                      <a:pt x="15" y="5"/>
                      <a:pt x="15" y="5"/>
                      <a:pt x="16" y="5"/>
                    </a:cubicBezTo>
                    <a:cubicBezTo>
                      <a:pt x="16" y="4"/>
                      <a:pt x="16" y="3"/>
                      <a:pt x="17" y="2"/>
                    </a:cubicBezTo>
                  </a:path>
                </a:pathLst>
              </a:custGeom>
              <a:noFill/>
              <a:ln w="1588" cap="rnd">
                <a:solidFill>
                  <a:srgbClr val="6C6A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958" name="Freeform 157">
                <a:extLst>
                  <a:ext uri="{FF2B5EF4-FFF2-40B4-BE49-F238E27FC236}">
                    <a16:creationId xmlns:a16="http://schemas.microsoft.com/office/drawing/2014/main" id="{86C8219E-AA98-4B17-97CA-7AD7298AF3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1" y="816"/>
                <a:ext cx="34" cy="18"/>
              </a:xfrm>
              <a:custGeom>
                <a:avLst/>
                <a:gdLst>
                  <a:gd name="T0" fmla="*/ 26 w 22"/>
                  <a:gd name="T1" fmla="*/ 12 h 12"/>
                  <a:gd name="T2" fmla="*/ 8 w 22"/>
                  <a:gd name="T3" fmla="*/ 8 h 12"/>
                  <a:gd name="T4" fmla="*/ 26 w 22"/>
                  <a:gd name="T5" fmla="*/ 26 h 12"/>
                  <a:gd name="T6" fmla="*/ 34 w 22"/>
                  <a:gd name="T7" fmla="*/ 39 h 12"/>
                  <a:gd name="T8" fmla="*/ 45 w 22"/>
                  <a:gd name="T9" fmla="*/ 35 h 12"/>
                  <a:gd name="T10" fmla="*/ 53 w 22"/>
                  <a:gd name="T11" fmla="*/ 39 h 12"/>
                  <a:gd name="T12" fmla="*/ 56 w 22"/>
                  <a:gd name="T13" fmla="*/ 35 h 12"/>
                  <a:gd name="T14" fmla="*/ 70 w 22"/>
                  <a:gd name="T15" fmla="*/ 39 h 12"/>
                  <a:gd name="T16" fmla="*/ 74 w 22"/>
                  <a:gd name="T17" fmla="*/ 27 h 12"/>
                  <a:gd name="T18" fmla="*/ 70 w 22"/>
                  <a:gd name="T19" fmla="*/ 14 h 12"/>
                  <a:gd name="T20" fmla="*/ 70 w 22"/>
                  <a:gd name="T21" fmla="*/ 8 h 12"/>
                  <a:gd name="T22" fmla="*/ 82 w 22"/>
                  <a:gd name="T23" fmla="*/ 5 h 1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2" h="12">
                    <a:moveTo>
                      <a:pt x="7" y="3"/>
                    </a:moveTo>
                    <a:cubicBezTo>
                      <a:pt x="6" y="2"/>
                      <a:pt x="3" y="0"/>
                      <a:pt x="2" y="2"/>
                    </a:cubicBezTo>
                    <a:cubicBezTo>
                      <a:pt x="0" y="6"/>
                      <a:pt x="5" y="8"/>
                      <a:pt x="7" y="7"/>
                    </a:cubicBezTo>
                    <a:cubicBezTo>
                      <a:pt x="7" y="8"/>
                      <a:pt x="8" y="11"/>
                      <a:pt x="9" y="11"/>
                    </a:cubicBezTo>
                    <a:cubicBezTo>
                      <a:pt x="10" y="12"/>
                      <a:pt x="12" y="12"/>
                      <a:pt x="12" y="10"/>
                    </a:cubicBezTo>
                    <a:cubicBezTo>
                      <a:pt x="13" y="10"/>
                      <a:pt x="13" y="11"/>
                      <a:pt x="14" y="11"/>
                    </a:cubicBezTo>
                    <a:cubicBezTo>
                      <a:pt x="15" y="11"/>
                      <a:pt x="15" y="10"/>
                      <a:pt x="15" y="10"/>
                    </a:cubicBezTo>
                    <a:cubicBezTo>
                      <a:pt x="17" y="9"/>
                      <a:pt x="18" y="10"/>
                      <a:pt x="19" y="11"/>
                    </a:cubicBezTo>
                    <a:cubicBezTo>
                      <a:pt x="19" y="11"/>
                      <a:pt x="19" y="9"/>
                      <a:pt x="20" y="8"/>
                    </a:cubicBezTo>
                    <a:cubicBezTo>
                      <a:pt x="20" y="6"/>
                      <a:pt x="20" y="6"/>
                      <a:pt x="19" y="4"/>
                    </a:cubicBezTo>
                    <a:cubicBezTo>
                      <a:pt x="19" y="3"/>
                      <a:pt x="18" y="3"/>
                      <a:pt x="19" y="2"/>
                    </a:cubicBezTo>
                    <a:cubicBezTo>
                      <a:pt x="20" y="2"/>
                      <a:pt x="21" y="2"/>
                      <a:pt x="22" y="1"/>
                    </a:cubicBezTo>
                  </a:path>
                </a:pathLst>
              </a:custGeom>
              <a:noFill/>
              <a:ln w="1588" cap="rnd">
                <a:solidFill>
                  <a:srgbClr val="6C6A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959" name="Freeform 158">
                <a:extLst>
                  <a:ext uri="{FF2B5EF4-FFF2-40B4-BE49-F238E27FC236}">
                    <a16:creationId xmlns:a16="http://schemas.microsoft.com/office/drawing/2014/main" id="{456BAE7C-0754-487C-9FFB-3FB4785191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9" y="833"/>
                <a:ext cx="32" cy="37"/>
              </a:xfrm>
              <a:custGeom>
                <a:avLst/>
                <a:gdLst>
                  <a:gd name="T0" fmla="*/ 26 w 21"/>
                  <a:gd name="T1" fmla="*/ 8 h 24"/>
                  <a:gd name="T2" fmla="*/ 0 w 21"/>
                  <a:gd name="T3" fmla="*/ 12 h 24"/>
                  <a:gd name="T4" fmla="*/ 12 w 21"/>
                  <a:gd name="T5" fmla="*/ 26 h 24"/>
                  <a:gd name="T6" fmla="*/ 26 w 21"/>
                  <a:gd name="T7" fmla="*/ 29 h 24"/>
                  <a:gd name="T8" fmla="*/ 27 w 21"/>
                  <a:gd name="T9" fmla="*/ 40 h 24"/>
                  <a:gd name="T10" fmla="*/ 41 w 21"/>
                  <a:gd name="T11" fmla="*/ 45 h 24"/>
                  <a:gd name="T12" fmla="*/ 40 w 21"/>
                  <a:gd name="T13" fmla="*/ 62 h 24"/>
                  <a:gd name="T14" fmla="*/ 53 w 21"/>
                  <a:gd name="T15" fmla="*/ 66 h 24"/>
                  <a:gd name="T16" fmla="*/ 56 w 21"/>
                  <a:gd name="T17" fmla="*/ 74 h 24"/>
                  <a:gd name="T18" fmla="*/ 61 w 21"/>
                  <a:gd name="T19" fmla="*/ 88 h 24"/>
                  <a:gd name="T20" fmla="*/ 75 w 21"/>
                  <a:gd name="T21" fmla="*/ 74 h 2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1" h="24">
                    <a:moveTo>
                      <a:pt x="7" y="2"/>
                    </a:moveTo>
                    <a:cubicBezTo>
                      <a:pt x="6" y="0"/>
                      <a:pt x="1" y="1"/>
                      <a:pt x="0" y="3"/>
                    </a:cubicBezTo>
                    <a:cubicBezTo>
                      <a:pt x="0" y="4"/>
                      <a:pt x="1" y="7"/>
                      <a:pt x="3" y="7"/>
                    </a:cubicBezTo>
                    <a:cubicBezTo>
                      <a:pt x="4" y="8"/>
                      <a:pt x="6" y="7"/>
                      <a:pt x="7" y="8"/>
                    </a:cubicBezTo>
                    <a:cubicBezTo>
                      <a:pt x="4" y="8"/>
                      <a:pt x="7" y="11"/>
                      <a:pt x="8" y="11"/>
                    </a:cubicBezTo>
                    <a:cubicBezTo>
                      <a:pt x="9" y="12"/>
                      <a:pt x="12" y="11"/>
                      <a:pt x="12" y="12"/>
                    </a:cubicBezTo>
                    <a:cubicBezTo>
                      <a:pt x="13" y="14"/>
                      <a:pt x="11" y="15"/>
                      <a:pt x="11" y="17"/>
                    </a:cubicBezTo>
                    <a:cubicBezTo>
                      <a:pt x="11" y="18"/>
                      <a:pt x="13" y="19"/>
                      <a:pt x="15" y="18"/>
                    </a:cubicBezTo>
                    <a:cubicBezTo>
                      <a:pt x="15" y="19"/>
                      <a:pt x="15" y="20"/>
                      <a:pt x="16" y="20"/>
                    </a:cubicBezTo>
                    <a:cubicBezTo>
                      <a:pt x="15" y="21"/>
                      <a:pt x="15" y="23"/>
                      <a:pt x="17" y="24"/>
                    </a:cubicBezTo>
                    <a:cubicBezTo>
                      <a:pt x="19" y="24"/>
                      <a:pt x="20" y="21"/>
                      <a:pt x="21" y="20"/>
                    </a:cubicBezTo>
                  </a:path>
                </a:pathLst>
              </a:custGeom>
              <a:noFill/>
              <a:ln w="1588" cap="rnd">
                <a:solidFill>
                  <a:srgbClr val="6C6A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960" name="Freeform 159">
                <a:extLst>
                  <a:ext uri="{FF2B5EF4-FFF2-40B4-BE49-F238E27FC236}">
                    <a16:creationId xmlns:a16="http://schemas.microsoft.com/office/drawing/2014/main" id="{F9AC39D9-8124-4325-84DF-65F02B90C9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0" y="802"/>
                <a:ext cx="20" cy="19"/>
              </a:xfrm>
              <a:custGeom>
                <a:avLst/>
                <a:gdLst>
                  <a:gd name="T0" fmla="*/ 48 w 13"/>
                  <a:gd name="T1" fmla="*/ 5 h 12"/>
                  <a:gd name="T2" fmla="*/ 40 w 13"/>
                  <a:gd name="T3" fmla="*/ 8 h 12"/>
                  <a:gd name="T4" fmla="*/ 48 w 13"/>
                  <a:gd name="T5" fmla="*/ 21 h 12"/>
                  <a:gd name="T6" fmla="*/ 35 w 13"/>
                  <a:gd name="T7" fmla="*/ 40 h 12"/>
                  <a:gd name="T8" fmla="*/ 26 w 13"/>
                  <a:gd name="T9" fmla="*/ 40 h 12"/>
                  <a:gd name="T10" fmla="*/ 14 w 13"/>
                  <a:gd name="T11" fmla="*/ 43 h 12"/>
                  <a:gd name="T12" fmla="*/ 5 w 13"/>
                  <a:gd name="T13" fmla="*/ 48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12">
                    <a:moveTo>
                      <a:pt x="13" y="1"/>
                    </a:moveTo>
                    <a:cubicBezTo>
                      <a:pt x="12" y="0"/>
                      <a:pt x="11" y="1"/>
                      <a:pt x="11" y="2"/>
                    </a:cubicBezTo>
                    <a:cubicBezTo>
                      <a:pt x="11" y="4"/>
                      <a:pt x="12" y="4"/>
                      <a:pt x="13" y="5"/>
                    </a:cubicBezTo>
                    <a:cubicBezTo>
                      <a:pt x="13" y="8"/>
                      <a:pt x="8" y="6"/>
                      <a:pt x="10" y="10"/>
                    </a:cubicBezTo>
                    <a:cubicBezTo>
                      <a:pt x="9" y="11"/>
                      <a:pt x="8" y="10"/>
                      <a:pt x="7" y="10"/>
                    </a:cubicBezTo>
                    <a:cubicBezTo>
                      <a:pt x="6" y="9"/>
                      <a:pt x="3" y="9"/>
                      <a:pt x="4" y="11"/>
                    </a:cubicBezTo>
                    <a:cubicBezTo>
                      <a:pt x="2" y="9"/>
                      <a:pt x="0" y="11"/>
                      <a:pt x="1" y="12"/>
                    </a:cubicBezTo>
                  </a:path>
                </a:pathLst>
              </a:custGeom>
              <a:noFill/>
              <a:ln w="1588" cap="rnd">
                <a:solidFill>
                  <a:srgbClr val="6C6A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961" name="Freeform 160">
                <a:extLst>
                  <a:ext uri="{FF2B5EF4-FFF2-40B4-BE49-F238E27FC236}">
                    <a16:creationId xmlns:a16="http://schemas.microsoft.com/office/drawing/2014/main" id="{813FDF3B-23D1-4154-BED7-290BB7237C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9" y="769"/>
                <a:ext cx="17" cy="18"/>
              </a:xfrm>
              <a:custGeom>
                <a:avLst/>
                <a:gdLst>
                  <a:gd name="T0" fmla="*/ 12 w 11"/>
                  <a:gd name="T1" fmla="*/ 5 h 12"/>
                  <a:gd name="T2" fmla="*/ 26 w 11"/>
                  <a:gd name="T3" fmla="*/ 8 h 12"/>
                  <a:gd name="T4" fmla="*/ 22 w 11"/>
                  <a:gd name="T5" fmla="*/ 21 h 12"/>
                  <a:gd name="T6" fmla="*/ 36 w 11"/>
                  <a:gd name="T7" fmla="*/ 21 h 12"/>
                  <a:gd name="T8" fmla="*/ 34 w 11"/>
                  <a:gd name="T9" fmla="*/ 32 h 12"/>
                  <a:gd name="T10" fmla="*/ 26 w 11"/>
                  <a:gd name="T11" fmla="*/ 39 h 12"/>
                  <a:gd name="T12" fmla="*/ 14 w 11"/>
                  <a:gd name="T13" fmla="*/ 32 h 12"/>
                  <a:gd name="T14" fmla="*/ 8 w 11"/>
                  <a:gd name="T15" fmla="*/ 39 h 12"/>
                  <a:gd name="T16" fmla="*/ 0 w 11"/>
                  <a:gd name="T17" fmla="*/ 27 h 1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1" h="12">
                    <a:moveTo>
                      <a:pt x="3" y="1"/>
                    </a:moveTo>
                    <a:cubicBezTo>
                      <a:pt x="5" y="1"/>
                      <a:pt x="6" y="0"/>
                      <a:pt x="7" y="2"/>
                    </a:cubicBezTo>
                    <a:cubicBezTo>
                      <a:pt x="8" y="3"/>
                      <a:pt x="7" y="5"/>
                      <a:pt x="6" y="6"/>
                    </a:cubicBezTo>
                    <a:cubicBezTo>
                      <a:pt x="7" y="6"/>
                      <a:pt x="9" y="6"/>
                      <a:pt x="10" y="6"/>
                    </a:cubicBezTo>
                    <a:cubicBezTo>
                      <a:pt x="11" y="7"/>
                      <a:pt x="9" y="8"/>
                      <a:pt x="9" y="9"/>
                    </a:cubicBezTo>
                    <a:cubicBezTo>
                      <a:pt x="9" y="10"/>
                      <a:pt x="10" y="11"/>
                      <a:pt x="7" y="11"/>
                    </a:cubicBezTo>
                    <a:cubicBezTo>
                      <a:pt x="6" y="12"/>
                      <a:pt x="5" y="11"/>
                      <a:pt x="4" y="9"/>
                    </a:cubicBezTo>
                    <a:cubicBezTo>
                      <a:pt x="4" y="10"/>
                      <a:pt x="3" y="11"/>
                      <a:pt x="2" y="11"/>
                    </a:cubicBezTo>
                    <a:cubicBezTo>
                      <a:pt x="1" y="11"/>
                      <a:pt x="0" y="10"/>
                      <a:pt x="0" y="8"/>
                    </a:cubicBezTo>
                  </a:path>
                </a:pathLst>
              </a:custGeom>
              <a:noFill/>
              <a:ln w="1588" cap="rnd">
                <a:solidFill>
                  <a:srgbClr val="6C6A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962" name="Freeform 161">
                <a:extLst>
                  <a:ext uri="{FF2B5EF4-FFF2-40B4-BE49-F238E27FC236}">
                    <a16:creationId xmlns:a16="http://schemas.microsoft.com/office/drawing/2014/main" id="{AE370372-6FA1-4181-BD45-A700E3E15E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2" y="801"/>
                <a:ext cx="6" cy="8"/>
              </a:xfrm>
              <a:custGeom>
                <a:avLst/>
                <a:gdLst>
                  <a:gd name="T0" fmla="*/ 0 w 4"/>
                  <a:gd name="T1" fmla="*/ 0 h 5"/>
                  <a:gd name="T2" fmla="*/ 5 w 4"/>
                  <a:gd name="T3" fmla="*/ 21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5">
                    <a:moveTo>
                      <a:pt x="0" y="0"/>
                    </a:moveTo>
                    <a:cubicBezTo>
                      <a:pt x="2" y="0"/>
                      <a:pt x="4" y="4"/>
                      <a:pt x="1" y="5"/>
                    </a:cubicBezTo>
                  </a:path>
                </a:pathLst>
              </a:custGeom>
              <a:noFill/>
              <a:ln w="1588" cap="rnd">
                <a:solidFill>
                  <a:srgbClr val="6C6A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963" name="Freeform 162">
                <a:extLst>
                  <a:ext uri="{FF2B5EF4-FFF2-40B4-BE49-F238E27FC236}">
                    <a16:creationId xmlns:a16="http://schemas.microsoft.com/office/drawing/2014/main" id="{5989F74F-9756-4AFC-B62D-05D2ED67AC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4" y="758"/>
                <a:ext cx="18" cy="20"/>
              </a:xfrm>
              <a:custGeom>
                <a:avLst/>
                <a:gdLst>
                  <a:gd name="T0" fmla="*/ 0 w 12"/>
                  <a:gd name="T1" fmla="*/ 48 h 13"/>
                  <a:gd name="T2" fmla="*/ 5 w 12"/>
                  <a:gd name="T3" fmla="*/ 34 h 13"/>
                  <a:gd name="T4" fmla="*/ 18 w 12"/>
                  <a:gd name="T5" fmla="*/ 34 h 13"/>
                  <a:gd name="T6" fmla="*/ 32 w 12"/>
                  <a:gd name="T7" fmla="*/ 22 h 13"/>
                  <a:gd name="T8" fmla="*/ 35 w 12"/>
                  <a:gd name="T9" fmla="*/ 14 h 13"/>
                  <a:gd name="T10" fmla="*/ 39 w 12"/>
                  <a:gd name="T11" fmla="*/ 14 h 13"/>
                  <a:gd name="T12" fmla="*/ 41 w 12"/>
                  <a:gd name="T13" fmla="*/ 0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3">
                    <a:moveTo>
                      <a:pt x="0" y="13"/>
                    </a:moveTo>
                    <a:cubicBezTo>
                      <a:pt x="0" y="12"/>
                      <a:pt x="1" y="10"/>
                      <a:pt x="1" y="9"/>
                    </a:cubicBezTo>
                    <a:cubicBezTo>
                      <a:pt x="3" y="8"/>
                      <a:pt x="4" y="9"/>
                      <a:pt x="5" y="9"/>
                    </a:cubicBezTo>
                    <a:cubicBezTo>
                      <a:pt x="4" y="6"/>
                      <a:pt x="8" y="5"/>
                      <a:pt x="9" y="6"/>
                    </a:cubicBezTo>
                    <a:cubicBezTo>
                      <a:pt x="10" y="5"/>
                      <a:pt x="10" y="4"/>
                      <a:pt x="10" y="4"/>
                    </a:cubicBezTo>
                    <a:cubicBezTo>
                      <a:pt x="10" y="4"/>
                      <a:pt x="11" y="4"/>
                      <a:pt x="11" y="4"/>
                    </a:cubicBezTo>
                    <a:cubicBezTo>
                      <a:pt x="11" y="2"/>
                      <a:pt x="10" y="1"/>
                      <a:pt x="12" y="0"/>
                    </a:cubicBezTo>
                  </a:path>
                </a:pathLst>
              </a:custGeom>
              <a:noFill/>
              <a:ln w="1588" cap="rnd">
                <a:solidFill>
                  <a:srgbClr val="6C6A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964" name="Freeform 163">
                <a:extLst>
                  <a:ext uri="{FF2B5EF4-FFF2-40B4-BE49-F238E27FC236}">
                    <a16:creationId xmlns:a16="http://schemas.microsoft.com/office/drawing/2014/main" id="{82551399-0CF5-426D-867C-3193D89460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9" y="877"/>
                <a:ext cx="17" cy="28"/>
              </a:xfrm>
              <a:custGeom>
                <a:avLst/>
                <a:gdLst>
                  <a:gd name="T0" fmla="*/ 12 w 11"/>
                  <a:gd name="T1" fmla="*/ 26 h 18"/>
                  <a:gd name="T2" fmla="*/ 26 w 11"/>
                  <a:gd name="T3" fmla="*/ 26 h 18"/>
                  <a:gd name="T4" fmla="*/ 34 w 11"/>
                  <a:gd name="T5" fmla="*/ 47 h 18"/>
                  <a:gd name="T6" fmla="*/ 34 w 11"/>
                  <a:gd name="T7" fmla="*/ 68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18">
                    <a:moveTo>
                      <a:pt x="3" y="7"/>
                    </a:moveTo>
                    <a:cubicBezTo>
                      <a:pt x="0" y="0"/>
                      <a:pt x="8" y="2"/>
                      <a:pt x="7" y="7"/>
                    </a:cubicBezTo>
                    <a:cubicBezTo>
                      <a:pt x="11" y="4"/>
                      <a:pt x="9" y="11"/>
                      <a:pt x="9" y="12"/>
                    </a:cubicBezTo>
                    <a:cubicBezTo>
                      <a:pt x="9" y="15"/>
                      <a:pt x="10" y="16"/>
                      <a:pt x="9" y="18"/>
                    </a:cubicBezTo>
                  </a:path>
                </a:pathLst>
              </a:custGeom>
              <a:noFill/>
              <a:ln w="1588" cap="rnd">
                <a:solidFill>
                  <a:srgbClr val="6C6A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965" name="Freeform 164">
                <a:extLst>
                  <a:ext uri="{FF2B5EF4-FFF2-40B4-BE49-F238E27FC236}">
                    <a16:creationId xmlns:a16="http://schemas.microsoft.com/office/drawing/2014/main" id="{B9847467-3FB6-48CE-AC10-616F20BA74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2" y="777"/>
                <a:ext cx="51" cy="48"/>
              </a:xfrm>
              <a:custGeom>
                <a:avLst/>
                <a:gdLst>
                  <a:gd name="T0" fmla="*/ 66 w 33"/>
                  <a:gd name="T1" fmla="*/ 12 h 32"/>
                  <a:gd name="T2" fmla="*/ 36 w 33"/>
                  <a:gd name="T3" fmla="*/ 26 h 32"/>
                  <a:gd name="T4" fmla="*/ 14 w 33"/>
                  <a:gd name="T5" fmla="*/ 8 h 32"/>
                  <a:gd name="T6" fmla="*/ 12 w 33"/>
                  <a:gd name="T7" fmla="*/ 21 h 32"/>
                  <a:gd name="T8" fmla="*/ 8 w 33"/>
                  <a:gd name="T9" fmla="*/ 32 h 32"/>
                  <a:gd name="T10" fmla="*/ 22 w 33"/>
                  <a:gd name="T11" fmla="*/ 35 h 32"/>
                  <a:gd name="T12" fmla="*/ 26 w 33"/>
                  <a:gd name="T13" fmla="*/ 54 h 32"/>
                  <a:gd name="T14" fmla="*/ 48 w 33"/>
                  <a:gd name="T15" fmla="*/ 54 h 32"/>
                  <a:gd name="T16" fmla="*/ 62 w 33"/>
                  <a:gd name="T17" fmla="*/ 75 h 32"/>
                  <a:gd name="T18" fmla="*/ 62 w 33"/>
                  <a:gd name="T19" fmla="*/ 108 h 32"/>
                  <a:gd name="T20" fmla="*/ 87 w 33"/>
                  <a:gd name="T21" fmla="*/ 75 h 32"/>
                  <a:gd name="T22" fmla="*/ 60 w 33"/>
                  <a:gd name="T23" fmla="*/ 48 h 32"/>
                  <a:gd name="T24" fmla="*/ 82 w 33"/>
                  <a:gd name="T25" fmla="*/ 39 h 32"/>
                  <a:gd name="T26" fmla="*/ 100 w 33"/>
                  <a:gd name="T27" fmla="*/ 32 h 32"/>
                  <a:gd name="T28" fmla="*/ 100 w 33"/>
                  <a:gd name="T29" fmla="*/ 26 h 32"/>
                  <a:gd name="T30" fmla="*/ 76 w 33"/>
                  <a:gd name="T31" fmla="*/ 18 h 32"/>
                  <a:gd name="T32" fmla="*/ 66 w 33"/>
                  <a:gd name="T33" fmla="*/ 14 h 32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33" h="32">
                    <a:moveTo>
                      <a:pt x="18" y="3"/>
                    </a:moveTo>
                    <a:cubicBezTo>
                      <a:pt x="15" y="0"/>
                      <a:pt x="9" y="2"/>
                      <a:pt x="10" y="7"/>
                    </a:cubicBezTo>
                    <a:cubicBezTo>
                      <a:pt x="6" y="7"/>
                      <a:pt x="6" y="4"/>
                      <a:pt x="4" y="2"/>
                    </a:cubicBezTo>
                    <a:cubicBezTo>
                      <a:pt x="1" y="0"/>
                      <a:pt x="0" y="5"/>
                      <a:pt x="3" y="6"/>
                    </a:cubicBezTo>
                    <a:cubicBezTo>
                      <a:pt x="2" y="6"/>
                      <a:pt x="2" y="7"/>
                      <a:pt x="2" y="9"/>
                    </a:cubicBezTo>
                    <a:cubicBezTo>
                      <a:pt x="2" y="12"/>
                      <a:pt x="4" y="10"/>
                      <a:pt x="6" y="10"/>
                    </a:cubicBezTo>
                    <a:cubicBezTo>
                      <a:pt x="12" y="10"/>
                      <a:pt x="7" y="13"/>
                      <a:pt x="7" y="16"/>
                    </a:cubicBezTo>
                    <a:cubicBezTo>
                      <a:pt x="6" y="22"/>
                      <a:pt x="11" y="15"/>
                      <a:pt x="13" y="16"/>
                    </a:cubicBezTo>
                    <a:cubicBezTo>
                      <a:pt x="16" y="18"/>
                      <a:pt x="13" y="22"/>
                      <a:pt x="17" y="22"/>
                    </a:cubicBezTo>
                    <a:cubicBezTo>
                      <a:pt x="18" y="24"/>
                      <a:pt x="12" y="31"/>
                      <a:pt x="17" y="32"/>
                    </a:cubicBezTo>
                    <a:cubicBezTo>
                      <a:pt x="19" y="32"/>
                      <a:pt x="23" y="24"/>
                      <a:pt x="23" y="22"/>
                    </a:cubicBezTo>
                    <a:cubicBezTo>
                      <a:pt x="22" y="19"/>
                      <a:pt x="15" y="18"/>
                      <a:pt x="16" y="14"/>
                    </a:cubicBezTo>
                    <a:cubicBezTo>
                      <a:pt x="17" y="12"/>
                      <a:pt x="22" y="16"/>
                      <a:pt x="22" y="11"/>
                    </a:cubicBezTo>
                    <a:cubicBezTo>
                      <a:pt x="24" y="14"/>
                      <a:pt x="27" y="14"/>
                      <a:pt x="27" y="9"/>
                    </a:cubicBezTo>
                    <a:cubicBezTo>
                      <a:pt x="28" y="11"/>
                      <a:pt x="33" y="5"/>
                      <a:pt x="27" y="7"/>
                    </a:cubicBezTo>
                    <a:cubicBezTo>
                      <a:pt x="25" y="8"/>
                      <a:pt x="19" y="9"/>
                      <a:pt x="21" y="5"/>
                    </a:cubicBezTo>
                    <a:cubicBezTo>
                      <a:pt x="20" y="4"/>
                      <a:pt x="19" y="4"/>
                      <a:pt x="18" y="4"/>
                    </a:cubicBezTo>
                  </a:path>
                </a:pathLst>
              </a:custGeom>
              <a:solidFill>
                <a:srgbClr val="FCF8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966" name="Freeform 165">
                <a:extLst>
                  <a:ext uri="{FF2B5EF4-FFF2-40B4-BE49-F238E27FC236}">
                    <a16:creationId xmlns:a16="http://schemas.microsoft.com/office/drawing/2014/main" id="{D547481C-2574-4C9D-9D85-F5C26C68EF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6" y="822"/>
                <a:ext cx="35" cy="63"/>
              </a:xfrm>
              <a:custGeom>
                <a:avLst/>
                <a:gdLst>
                  <a:gd name="T0" fmla="*/ 21 w 23"/>
                  <a:gd name="T1" fmla="*/ 5 h 41"/>
                  <a:gd name="T2" fmla="*/ 21 w 23"/>
                  <a:gd name="T3" fmla="*/ 0 h 41"/>
                  <a:gd name="T4" fmla="*/ 26 w 23"/>
                  <a:gd name="T5" fmla="*/ 34 h 41"/>
                  <a:gd name="T6" fmla="*/ 27 w 23"/>
                  <a:gd name="T7" fmla="*/ 66 h 41"/>
                  <a:gd name="T8" fmla="*/ 26 w 23"/>
                  <a:gd name="T9" fmla="*/ 83 h 41"/>
                  <a:gd name="T10" fmla="*/ 40 w 23"/>
                  <a:gd name="T11" fmla="*/ 94 h 41"/>
                  <a:gd name="T12" fmla="*/ 32 w 23"/>
                  <a:gd name="T13" fmla="*/ 131 h 41"/>
                  <a:gd name="T14" fmla="*/ 49 w 23"/>
                  <a:gd name="T15" fmla="*/ 94 h 41"/>
                  <a:gd name="T16" fmla="*/ 56 w 23"/>
                  <a:gd name="T17" fmla="*/ 74 h 41"/>
                  <a:gd name="T18" fmla="*/ 61 w 23"/>
                  <a:gd name="T19" fmla="*/ 58 h 41"/>
                  <a:gd name="T20" fmla="*/ 81 w 23"/>
                  <a:gd name="T21" fmla="*/ 52 h 41"/>
                  <a:gd name="T22" fmla="*/ 56 w 23"/>
                  <a:gd name="T23" fmla="*/ 58 h 41"/>
                  <a:gd name="T24" fmla="*/ 41 w 23"/>
                  <a:gd name="T25" fmla="*/ 52 h 41"/>
                  <a:gd name="T26" fmla="*/ 41 w 23"/>
                  <a:gd name="T27" fmla="*/ 35 h 41"/>
                  <a:gd name="T28" fmla="*/ 27 w 23"/>
                  <a:gd name="T29" fmla="*/ 8 h 41"/>
                  <a:gd name="T30" fmla="*/ 21 w 23"/>
                  <a:gd name="T31" fmla="*/ 5 h 41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23" h="41">
                    <a:moveTo>
                      <a:pt x="6" y="1"/>
                    </a:moveTo>
                    <a:cubicBezTo>
                      <a:pt x="6" y="1"/>
                      <a:pt x="6" y="1"/>
                      <a:pt x="6" y="0"/>
                    </a:cubicBezTo>
                    <a:cubicBezTo>
                      <a:pt x="2" y="1"/>
                      <a:pt x="1" y="10"/>
                      <a:pt x="7" y="9"/>
                    </a:cubicBezTo>
                    <a:cubicBezTo>
                      <a:pt x="7" y="11"/>
                      <a:pt x="0" y="19"/>
                      <a:pt x="8" y="18"/>
                    </a:cubicBezTo>
                    <a:cubicBezTo>
                      <a:pt x="7" y="19"/>
                      <a:pt x="7" y="21"/>
                      <a:pt x="7" y="23"/>
                    </a:cubicBezTo>
                    <a:cubicBezTo>
                      <a:pt x="8" y="25"/>
                      <a:pt x="10" y="24"/>
                      <a:pt x="11" y="26"/>
                    </a:cubicBezTo>
                    <a:cubicBezTo>
                      <a:pt x="14" y="30"/>
                      <a:pt x="6" y="31"/>
                      <a:pt x="9" y="36"/>
                    </a:cubicBezTo>
                    <a:cubicBezTo>
                      <a:pt x="14" y="41"/>
                      <a:pt x="15" y="29"/>
                      <a:pt x="14" y="26"/>
                    </a:cubicBezTo>
                    <a:cubicBezTo>
                      <a:pt x="13" y="24"/>
                      <a:pt x="12" y="20"/>
                      <a:pt x="16" y="20"/>
                    </a:cubicBezTo>
                    <a:cubicBezTo>
                      <a:pt x="16" y="19"/>
                      <a:pt x="16" y="17"/>
                      <a:pt x="17" y="16"/>
                    </a:cubicBezTo>
                    <a:cubicBezTo>
                      <a:pt x="19" y="16"/>
                      <a:pt x="23" y="19"/>
                      <a:pt x="23" y="14"/>
                    </a:cubicBezTo>
                    <a:cubicBezTo>
                      <a:pt x="23" y="8"/>
                      <a:pt x="17" y="12"/>
                      <a:pt x="16" y="16"/>
                    </a:cubicBezTo>
                    <a:cubicBezTo>
                      <a:pt x="16" y="16"/>
                      <a:pt x="12" y="14"/>
                      <a:pt x="12" y="14"/>
                    </a:cubicBezTo>
                    <a:cubicBezTo>
                      <a:pt x="11" y="12"/>
                      <a:pt x="13" y="11"/>
                      <a:pt x="12" y="10"/>
                    </a:cubicBezTo>
                    <a:cubicBezTo>
                      <a:pt x="12" y="6"/>
                      <a:pt x="8" y="6"/>
                      <a:pt x="8" y="2"/>
                    </a:cubicBezTo>
                    <a:cubicBezTo>
                      <a:pt x="7" y="2"/>
                      <a:pt x="6" y="1"/>
                      <a:pt x="6" y="1"/>
                    </a:cubicBezTo>
                  </a:path>
                </a:pathLst>
              </a:custGeom>
              <a:solidFill>
                <a:srgbClr val="FCF8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967" name="Freeform 166">
                <a:extLst>
                  <a:ext uri="{FF2B5EF4-FFF2-40B4-BE49-F238E27FC236}">
                    <a16:creationId xmlns:a16="http://schemas.microsoft.com/office/drawing/2014/main" id="{42C6D5CB-DE02-49FE-8EEB-CAD057EB0F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8" y="766"/>
                <a:ext cx="20" cy="36"/>
              </a:xfrm>
              <a:custGeom>
                <a:avLst/>
                <a:gdLst>
                  <a:gd name="T0" fmla="*/ 26 w 13"/>
                  <a:gd name="T1" fmla="*/ 12 h 24"/>
                  <a:gd name="T2" fmla="*/ 5 w 13"/>
                  <a:gd name="T3" fmla="*/ 0 h 24"/>
                  <a:gd name="T4" fmla="*/ 0 w 13"/>
                  <a:gd name="T5" fmla="*/ 12 h 24"/>
                  <a:gd name="T6" fmla="*/ 8 w 13"/>
                  <a:gd name="T7" fmla="*/ 18 h 24"/>
                  <a:gd name="T8" fmla="*/ 12 w 13"/>
                  <a:gd name="T9" fmla="*/ 27 h 24"/>
                  <a:gd name="T10" fmla="*/ 12 w 13"/>
                  <a:gd name="T11" fmla="*/ 35 h 24"/>
                  <a:gd name="T12" fmla="*/ 18 w 13"/>
                  <a:gd name="T13" fmla="*/ 35 h 24"/>
                  <a:gd name="T14" fmla="*/ 26 w 13"/>
                  <a:gd name="T15" fmla="*/ 41 h 24"/>
                  <a:gd name="T16" fmla="*/ 26 w 13"/>
                  <a:gd name="T17" fmla="*/ 59 h 24"/>
                  <a:gd name="T18" fmla="*/ 48 w 13"/>
                  <a:gd name="T19" fmla="*/ 62 h 24"/>
                  <a:gd name="T20" fmla="*/ 35 w 13"/>
                  <a:gd name="T21" fmla="*/ 53 h 24"/>
                  <a:gd name="T22" fmla="*/ 43 w 13"/>
                  <a:gd name="T23" fmla="*/ 39 h 24"/>
                  <a:gd name="T24" fmla="*/ 28 w 13"/>
                  <a:gd name="T25" fmla="*/ 14 h 2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3" h="24">
                    <a:moveTo>
                      <a:pt x="7" y="3"/>
                    </a:moveTo>
                    <a:cubicBezTo>
                      <a:pt x="5" y="1"/>
                      <a:pt x="3" y="0"/>
                      <a:pt x="1" y="0"/>
                    </a:cubicBezTo>
                    <a:cubicBezTo>
                      <a:pt x="0" y="0"/>
                      <a:pt x="0" y="2"/>
                      <a:pt x="0" y="3"/>
                    </a:cubicBezTo>
                    <a:cubicBezTo>
                      <a:pt x="1" y="4"/>
                      <a:pt x="2" y="4"/>
                      <a:pt x="2" y="5"/>
                    </a:cubicBezTo>
                    <a:cubicBezTo>
                      <a:pt x="2" y="6"/>
                      <a:pt x="2" y="7"/>
                      <a:pt x="3" y="8"/>
                    </a:cubicBezTo>
                    <a:cubicBezTo>
                      <a:pt x="3" y="8"/>
                      <a:pt x="3" y="10"/>
                      <a:pt x="3" y="10"/>
                    </a:cubicBezTo>
                    <a:cubicBezTo>
                      <a:pt x="4" y="11"/>
                      <a:pt x="5" y="9"/>
                      <a:pt x="5" y="10"/>
                    </a:cubicBezTo>
                    <a:cubicBezTo>
                      <a:pt x="6" y="11"/>
                      <a:pt x="7" y="10"/>
                      <a:pt x="7" y="12"/>
                    </a:cubicBezTo>
                    <a:cubicBezTo>
                      <a:pt x="7" y="14"/>
                      <a:pt x="7" y="15"/>
                      <a:pt x="7" y="17"/>
                    </a:cubicBezTo>
                    <a:cubicBezTo>
                      <a:pt x="8" y="21"/>
                      <a:pt x="13" y="24"/>
                      <a:pt x="13" y="18"/>
                    </a:cubicBezTo>
                    <a:cubicBezTo>
                      <a:pt x="11" y="17"/>
                      <a:pt x="10" y="16"/>
                      <a:pt x="10" y="15"/>
                    </a:cubicBezTo>
                    <a:cubicBezTo>
                      <a:pt x="10" y="13"/>
                      <a:pt x="11" y="12"/>
                      <a:pt x="12" y="11"/>
                    </a:cubicBezTo>
                    <a:cubicBezTo>
                      <a:pt x="12" y="9"/>
                      <a:pt x="10" y="6"/>
                      <a:pt x="8" y="4"/>
                    </a:cubicBezTo>
                  </a:path>
                </a:pathLst>
              </a:custGeom>
              <a:solidFill>
                <a:srgbClr val="FCF8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968" name="Freeform 167">
                <a:extLst>
                  <a:ext uri="{FF2B5EF4-FFF2-40B4-BE49-F238E27FC236}">
                    <a16:creationId xmlns:a16="http://schemas.microsoft.com/office/drawing/2014/main" id="{CB6438F4-C210-4DD4-B3F0-9D96079530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6" y="889"/>
                <a:ext cx="17" cy="37"/>
              </a:xfrm>
              <a:custGeom>
                <a:avLst/>
                <a:gdLst>
                  <a:gd name="T0" fmla="*/ 26 w 11"/>
                  <a:gd name="T1" fmla="*/ 8 h 24"/>
                  <a:gd name="T2" fmla="*/ 29 w 11"/>
                  <a:gd name="T3" fmla="*/ 8 h 24"/>
                  <a:gd name="T4" fmla="*/ 14 w 11"/>
                  <a:gd name="T5" fmla="*/ 26 h 24"/>
                  <a:gd name="T6" fmla="*/ 22 w 11"/>
                  <a:gd name="T7" fmla="*/ 34 h 24"/>
                  <a:gd name="T8" fmla="*/ 19 w 11"/>
                  <a:gd name="T9" fmla="*/ 45 h 24"/>
                  <a:gd name="T10" fmla="*/ 12 w 11"/>
                  <a:gd name="T11" fmla="*/ 52 h 24"/>
                  <a:gd name="T12" fmla="*/ 19 w 11"/>
                  <a:gd name="T13" fmla="*/ 60 h 24"/>
                  <a:gd name="T14" fmla="*/ 19 w 11"/>
                  <a:gd name="T15" fmla="*/ 62 h 24"/>
                  <a:gd name="T16" fmla="*/ 5 w 11"/>
                  <a:gd name="T17" fmla="*/ 74 h 24"/>
                  <a:gd name="T18" fmla="*/ 19 w 11"/>
                  <a:gd name="T19" fmla="*/ 76 h 24"/>
                  <a:gd name="T20" fmla="*/ 29 w 11"/>
                  <a:gd name="T21" fmla="*/ 45 h 24"/>
                  <a:gd name="T22" fmla="*/ 34 w 11"/>
                  <a:gd name="T23" fmla="*/ 12 h 2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1" h="24">
                    <a:moveTo>
                      <a:pt x="7" y="2"/>
                    </a:moveTo>
                    <a:cubicBezTo>
                      <a:pt x="7" y="2"/>
                      <a:pt x="8" y="2"/>
                      <a:pt x="8" y="2"/>
                    </a:cubicBezTo>
                    <a:cubicBezTo>
                      <a:pt x="4" y="0"/>
                      <a:pt x="3" y="5"/>
                      <a:pt x="4" y="7"/>
                    </a:cubicBezTo>
                    <a:cubicBezTo>
                      <a:pt x="5" y="8"/>
                      <a:pt x="6" y="8"/>
                      <a:pt x="6" y="9"/>
                    </a:cubicBezTo>
                    <a:cubicBezTo>
                      <a:pt x="7" y="10"/>
                      <a:pt x="5" y="11"/>
                      <a:pt x="5" y="12"/>
                    </a:cubicBezTo>
                    <a:cubicBezTo>
                      <a:pt x="5" y="13"/>
                      <a:pt x="3" y="13"/>
                      <a:pt x="3" y="14"/>
                    </a:cubicBezTo>
                    <a:cubicBezTo>
                      <a:pt x="3" y="15"/>
                      <a:pt x="5" y="15"/>
                      <a:pt x="5" y="16"/>
                    </a:cubicBezTo>
                    <a:cubicBezTo>
                      <a:pt x="5" y="16"/>
                      <a:pt x="6" y="16"/>
                      <a:pt x="5" y="17"/>
                    </a:cubicBezTo>
                    <a:cubicBezTo>
                      <a:pt x="4" y="19"/>
                      <a:pt x="1" y="18"/>
                      <a:pt x="1" y="20"/>
                    </a:cubicBezTo>
                    <a:cubicBezTo>
                      <a:pt x="0" y="24"/>
                      <a:pt x="4" y="23"/>
                      <a:pt x="5" y="21"/>
                    </a:cubicBezTo>
                    <a:cubicBezTo>
                      <a:pt x="7" y="18"/>
                      <a:pt x="7" y="15"/>
                      <a:pt x="8" y="12"/>
                    </a:cubicBezTo>
                    <a:cubicBezTo>
                      <a:pt x="9" y="9"/>
                      <a:pt x="11" y="6"/>
                      <a:pt x="9" y="3"/>
                    </a:cubicBezTo>
                  </a:path>
                </a:pathLst>
              </a:custGeom>
              <a:solidFill>
                <a:srgbClr val="FCF8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969" name="Freeform 168">
                <a:extLst>
                  <a:ext uri="{FF2B5EF4-FFF2-40B4-BE49-F238E27FC236}">
                    <a16:creationId xmlns:a16="http://schemas.microsoft.com/office/drawing/2014/main" id="{A0507D67-AA08-435F-8CE8-6B42C95815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5" y="796"/>
                <a:ext cx="17" cy="34"/>
              </a:xfrm>
              <a:custGeom>
                <a:avLst/>
                <a:gdLst>
                  <a:gd name="T0" fmla="*/ 29 w 11"/>
                  <a:gd name="T1" fmla="*/ 19 h 22"/>
                  <a:gd name="T2" fmla="*/ 5 w 11"/>
                  <a:gd name="T3" fmla="*/ 14 h 22"/>
                  <a:gd name="T4" fmla="*/ 14 w 11"/>
                  <a:gd name="T5" fmla="*/ 36 h 22"/>
                  <a:gd name="T6" fmla="*/ 0 w 11"/>
                  <a:gd name="T7" fmla="*/ 53 h 22"/>
                  <a:gd name="T8" fmla="*/ 0 w 11"/>
                  <a:gd name="T9" fmla="*/ 70 h 22"/>
                  <a:gd name="T10" fmla="*/ 29 w 11"/>
                  <a:gd name="T11" fmla="*/ 48 h 22"/>
                  <a:gd name="T12" fmla="*/ 29 w 11"/>
                  <a:gd name="T13" fmla="*/ 22 h 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22">
                    <a:moveTo>
                      <a:pt x="8" y="5"/>
                    </a:moveTo>
                    <a:cubicBezTo>
                      <a:pt x="6" y="3"/>
                      <a:pt x="3" y="0"/>
                      <a:pt x="1" y="4"/>
                    </a:cubicBezTo>
                    <a:cubicBezTo>
                      <a:pt x="0" y="7"/>
                      <a:pt x="4" y="8"/>
                      <a:pt x="4" y="10"/>
                    </a:cubicBezTo>
                    <a:cubicBezTo>
                      <a:pt x="3" y="12"/>
                      <a:pt x="1" y="11"/>
                      <a:pt x="0" y="14"/>
                    </a:cubicBezTo>
                    <a:cubicBezTo>
                      <a:pt x="0" y="17"/>
                      <a:pt x="1" y="17"/>
                      <a:pt x="0" y="19"/>
                    </a:cubicBezTo>
                    <a:cubicBezTo>
                      <a:pt x="5" y="22"/>
                      <a:pt x="3" y="8"/>
                      <a:pt x="8" y="13"/>
                    </a:cubicBezTo>
                    <a:cubicBezTo>
                      <a:pt x="9" y="11"/>
                      <a:pt x="11" y="7"/>
                      <a:pt x="8" y="6"/>
                    </a:cubicBezTo>
                  </a:path>
                </a:pathLst>
              </a:custGeom>
              <a:solidFill>
                <a:srgbClr val="FCF8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970" name="Freeform 169">
                <a:extLst>
                  <a:ext uri="{FF2B5EF4-FFF2-40B4-BE49-F238E27FC236}">
                    <a16:creationId xmlns:a16="http://schemas.microsoft.com/office/drawing/2014/main" id="{00ED09CF-78BB-43D5-A7F1-298CC56E48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4" y="777"/>
                <a:ext cx="47" cy="18"/>
              </a:xfrm>
              <a:custGeom>
                <a:avLst/>
                <a:gdLst>
                  <a:gd name="T0" fmla="*/ 0 w 31"/>
                  <a:gd name="T1" fmla="*/ 14 h 12"/>
                  <a:gd name="T2" fmla="*/ 12 w 31"/>
                  <a:gd name="T3" fmla="*/ 8 h 12"/>
                  <a:gd name="T4" fmla="*/ 21 w 31"/>
                  <a:gd name="T5" fmla="*/ 32 h 12"/>
                  <a:gd name="T6" fmla="*/ 35 w 31"/>
                  <a:gd name="T7" fmla="*/ 27 h 12"/>
                  <a:gd name="T8" fmla="*/ 49 w 31"/>
                  <a:gd name="T9" fmla="*/ 14 h 12"/>
                  <a:gd name="T10" fmla="*/ 59 w 31"/>
                  <a:gd name="T11" fmla="*/ 18 h 12"/>
                  <a:gd name="T12" fmla="*/ 62 w 31"/>
                  <a:gd name="T13" fmla="*/ 32 h 12"/>
                  <a:gd name="T14" fmla="*/ 76 w 31"/>
                  <a:gd name="T15" fmla="*/ 35 h 12"/>
                  <a:gd name="T16" fmla="*/ 94 w 31"/>
                  <a:gd name="T17" fmla="*/ 35 h 12"/>
                  <a:gd name="T18" fmla="*/ 108 w 31"/>
                  <a:gd name="T19" fmla="*/ 41 h 1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1" h="12">
                    <a:moveTo>
                      <a:pt x="0" y="4"/>
                    </a:moveTo>
                    <a:cubicBezTo>
                      <a:pt x="0" y="1"/>
                      <a:pt x="2" y="1"/>
                      <a:pt x="3" y="2"/>
                    </a:cubicBezTo>
                    <a:cubicBezTo>
                      <a:pt x="5" y="3"/>
                      <a:pt x="6" y="7"/>
                      <a:pt x="6" y="9"/>
                    </a:cubicBezTo>
                    <a:cubicBezTo>
                      <a:pt x="6" y="6"/>
                      <a:pt x="9" y="7"/>
                      <a:pt x="10" y="8"/>
                    </a:cubicBezTo>
                    <a:cubicBezTo>
                      <a:pt x="9" y="6"/>
                      <a:pt x="12" y="2"/>
                      <a:pt x="14" y="4"/>
                    </a:cubicBezTo>
                    <a:cubicBezTo>
                      <a:pt x="14" y="0"/>
                      <a:pt x="17" y="2"/>
                      <a:pt x="17" y="5"/>
                    </a:cubicBezTo>
                    <a:cubicBezTo>
                      <a:pt x="18" y="6"/>
                      <a:pt x="19" y="8"/>
                      <a:pt x="18" y="9"/>
                    </a:cubicBezTo>
                    <a:cubicBezTo>
                      <a:pt x="19" y="9"/>
                      <a:pt x="21" y="8"/>
                      <a:pt x="22" y="10"/>
                    </a:cubicBezTo>
                    <a:cubicBezTo>
                      <a:pt x="24" y="8"/>
                      <a:pt x="27" y="6"/>
                      <a:pt x="27" y="10"/>
                    </a:cubicBezTo>
                    <a:cubicBezTo>
                      <a:pt x="29" y="9"/>
                      <a:pt x="30" y="11"/>
                      <a:pt x="31" y="12"/>
                    </a:cubicBezTo>
                  </a:path>
                </a:pathLst>
              </a:custGeom>
              <a:noFill/>
              <a:ln w="1588" cap="rnd">
                <a:solidFill>
                  <a:srgbClr val="6C6A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971" name="Freeform 170">
                <a:extLst>
                  <a:ext uri="{FF2B5EF4-FFF2-40B4-BE49-F238E27FC236}">
                    <a16:creationId xmlns:a16="http://schemas.microsoft.com/office/drawing/2014/main" id="{DA860B17-3B9B-49A6-B184-CCF4C69726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4" y="801"/>
                <a:ext cx="18" cy="27"/>
              </a:xfrm>
              <a:custGeom>
                <a:avLst/>
                <a:gdLst>
                  <a:gd name="T0" fmla="*/ 5 w 12"/>
                  <a:gd name="T1" fmla="*/ 21 h 18"/>
                  <a:gd name="T2" fmla="*/ 0 w 12"/>
                  <a:gd name="T3" fmla="*/ 45 h 18"/>
                  <a:gd name="T4" fmla="*/ 21 w 12"/>
                  <a:gd name="T5" fmla="*/ 39 h 18"/>
                  <a:gd name="T6" fmla="*/ 27 w 12"/>
                  <a:gd name="T7" fmla="*/ 26 h 18"/>
                  <a:gd name="T8" fmla="*/ 18 w 12"/>
                  <a:gd name="T9" fmla="*/ 0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8">
                    <a:moveTo>
                      <a:pt x="1" y="6"/>
                    </a:moveTo>
                    <a:cubicBezTo>
                      <a:pt x="5" y="9"/>
                      <a:pt x="1" y="10"/>
                      <a:pt x="0" y="13"/>
                    </a:cubicBezTo>
                    <a:cubicBezTo>
                      <a:pt x="0" y="18"/>
                      <a:pt x="7" y="15"/>
                      <a:pt x="6" y="11"/>
                    </a:cubicBezTo>
                    <a:cubicBezTo>
                      <a:pt x="8" y="13"/>
                      <a:pt x="8" y="9"/>
                      <a:pt x="8" y="7"/>
                    </a:cubicBezTo>
                    <a:cubicBezTo>
                      <a:pt x="12" y="4"/>
                      <a:pt x="1" y="4"/>
                      <a:pt x="5" y="0"/>
                    </a:cubicBezTo>
                  </a:path>
                </a:pathLst>
              </a:custGeom>
              <a:noFill/>
              <a:ln w="1588" cap="rnd">
                <a:solidFill>
                  <a:srgbClr val="6C6A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972" name="Freeform 171">
                <a:extLst>
                  <a:ext uri="{FF2B5EF4-FFF2-40B4-BE49-F238E27FC236}">
                    <a16:creationId xmlns:a16="http://schemas.microsoft.com/office/drawing/2014/main" id="{76CCF2CB-2E2B-4304-B6EF-A489F28D58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9" y="819"/>
                <a:ext cx="16" cy="64"/>
              </a:xfrm>
              <a:custGeom>
                <a:avLst/>
                <a:gdLst>
                  <a:gd name="T0" fmla="*/ 22 w 11"/>
                  <a:gd name="T1" fmla="*/ 21 h 42"/>
                  <a:gd name="T2" fmla="*/ 1 w 11"/>
                  <a:gd name="T3" fmla="*/ 18 h 42"/>
                  <a:gd name="T4" fmla="*/ 19 w 11"/>
                  <a:gd name="T5" fmla="*/ 46 h 42"/>
                  <a:gd name="T6" fmla="*/ 15 w 11"/>
                  <a:gd name="T7" fmla="*/ 70 h 42"/>
                  <a:gd name="T8" fmla="*/ 22 w 11"/>
                  <a:gd name="T9" fmla="*/ 81 h 42"/>
                  <a:gd name="T10" fmla="*/ 19 w 11"/>
                  <a:gd name="T11" fmla="*/ 101 h 42"/>
                  <a:gd name="T12" fmla="*/ 32 w 11"/>
                  <a:gd name="T13" fmla="*/ 107 h 42"/>
                  <a:gd name="T14" fmla="*/ 28 w 11"/>
                  <a:gd name="T15" fmla="*/ 123 h 42"/>
                  <a:gd name="T16" fmla="*/ 19 w 11"/>
                  <a:gd name="T17" fmla="*/ 137 h 42"/>
                  <a:gd name="T18" fmla="*/ 32 w 11"/>
                  <a:gd name="T19" fmla="*/ 143 h 4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1" h="42">
                    <a:moveTo>
                      <a:pt x="7" y="6"/>
                    </a:moveTo>
                    <a:cubicBezTo>
                      <a:pt x="7" y="2"/>
                      <a:pt x="3" y="0"/>
                      <a:pt x="1" y="5"/>
                    </a:cubicBezTo>
                    <a:cubicBezTo>
                      <a:pt x="0" y="8"/>
                      <a:pt x="3" y="12"/>
                      <a:pt x="6" y="13"/>
                    </a:cubicBezTo>
                    <a:cubicBezTo>
                      <a:pt x="1" y="12"/>
                      <a:pt x="1" y="19"/>
                      <a:pt x="5" y="20"/>
                    </a:cubicBezTo>
                    <a:cubicBezTo>
                      <a:pt x="2" y="23"/>
                      <a:pt x="7" y="22"/>
                      <a:pt x="7" y="23"/>
                    </a:cubicBezTo>
                    <a:cubicBezTo>
                      <a:pt x="9" y="25"/>
                      <a:pt x="6" y="26"/>
                      <a:pt x="6" y="28"/>
                    </a:cubicBezTo>
                    <a:cubicBezTo>
                      <a:pt x="6" y="30"/>
                      <a:pt x="9" y="28"/>
                      <a:pt x="10" y="30"/>
                    </a:cubicBezTo>
                    <a:cubicBezTo>
                      <a:pt x="11" y="33"/>
                      <a:pt x="6" y="32"/>
                      <a:pt x="9" y="35"/>
                    </a:cubicBezTo>
                    <a:cubicBezTo>
                      <a:pt x="7" y="36"/>
                      <a:pt x="5" y="37"/>
                      <a:pt x="6" y="39"/>
                    </a:cubicBezTo>
                    <a:cubicBezTo>
                      <a:pt x="6" y="41"/>
                      <a:pt x="8" y="42"/>
                      <a:pt x="10" y="41"/>
                    </a:cubicBezTo>
                  </a:path>
                </a:pathLst>
              </a:custGeom>
              <a:noFill/>
              <a:ln w="1588" cap="rnd">
                <a:solidFill>
                  <a:srgbClr val="6C6A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973" name="Freeform 172">
                <a:extLst>
                  <a:ext uri="{FF2B5EF4-FFF2-40B4-BE49-F238E27FC236}">
                    <a16:creationId xmlns:a16="http://schemas.microsoft.com/office/drawing/2014/main" id="{CB4CD3E1-CC54-4C38-BECE-616A8662B0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9" y="770"/>
                <a:ext cx="12" cy="35"/>
              </a:xfrm>
              <a:custGeom>
                <a:avLst/>
                <a:gdLst>
                  <a:gd name="T0" fmla="*/ 5 w 8"/>
                  <a:gd name="T1" fmla="*/ 0 h 23"/>
                  <a:gd name="T2" fmla="*/ 14 w 8"/>
                  <a:gd name="T3" fmla="*/ 27 h 23"/>
                  <a:gd name="T4" fmla="*/ 12 w 8"/>
                  <a:gd name="T5" fmla="*/ 49 h 23"/>
                  <a:gd name="T6" fmla="*/ 21 w 8"/>
                  <a:gd name="T7" fmla="*/ 67 h 23"/>
                  <a:gd name="T8" fmla="*/ 0 w 8"/>
                  <a:gd name="T9" fmla="*/ 61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23">
                    <a:moveTo>
                      <a:pt x="1" y="0"/>
                    </a:moveTo>
                    <a:cubicBezTo>
                      <a:pt x="3" y="3"/>
                      <a:pt x="5" y="4"/>
                      <a:pt x="4" y="8"/>
                    </a:cubicBezTo>
                    <a:cubicBezTo>
                      <a:pt x="3" y="11"/>
                      <a:pt x="3" y="11"/>
                      <a:pt x="3" y="14"/>
                    </a:cubicBezTo>
                    <a:cubicBezTo>
                      <a:pt x="6" y="14"/>
                      <a:pt x="8" y="17"/>
                      <a:pt x="6" y="19"/>
                    </a:cubicBezTo>
                    <a:cubicBezTo>
                      <a:pt x="4" y="23"/>
                      <a:pt x="2" y="19"/>
                      <a:pt x="0" y="17"/>
                    </a:cubicBezTo>
                  </a:path>
                </a:pathLst>
              </a:custGeom>
              <a:noFill/>
              <a:ln w="1588" cap="rnd">
                <a:solidFill>
                  <a:srgbClr val="6C6A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974" name="Freeform 173">
                <a:extLst>
                  <a:ext uri="{FF2B5EF4-FFF2-40B4-BE49-F238E27FC236}">
                    <a16:creationId xmlns:a16="http://schemas.microsoft.com/office/drawing/2014/main" id="{EDFC5F81-35F8-4695-B32E-98359A816D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1" y="799"/>
                <a:ext cx="15" cy="35"/>
              </a:xfrm>
              <a:custGeom>
                <a:avLst/>
                <a:gdLst>
                  <a:gd name="T0" fmla="*/ 35 w 10"/>
                  <a:gd name="T1" fmla="*/ 14 h 23"/>
                  <a:gd name="T2" fmla="*/ 26 w 10"/>
                  <a:gd name="T3" fmla="*/ 35 h 23"/>
                  <a:gd name="T4" fmla="*/ 18 w 10"/>
                  <a:gd name="T5" fmla="*/ 61 h 23"/>
                  <a:gd name="T6" fmla="*/ 12 w 10"/>
                  <a:gd name="T7" fmla="*/ 81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23">
                    <a:moveTo>
                      <a:pt x="10" y="4"/>
                    </a:moveTo>
                    <a:cubicBezTo>
                      <a:pt x="9" y="0"/>
                      <a:pt x="3" y="5"/>
                      <a:pt x="7" y="10"/>
                    </a:cubicBezTo>
                    <a:cubicBezTo>
                      <a:pt x="6" y="11"/>
                      <a:pt x="0" y="16"/>
                      <a:pt x="5" y="17"/>
                    </a:cubicBezTo>
                    <a:cubicBezTo>
                      <a:pt x="2" y="17"/>
                      <a:pt x="1" y="22"/>
                      <a:pt x="3" y="23"/>
                    </a:cubicBezTo>
                  </a:path>
                </a:pathLst>
              </a:custGeom>
              <a:noFill/>
              <a:ln w="1588" cap="rnd">
                <a:solidFill>
                  <a:srgbClr val="6C6A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975" name="Freeform 174">
                <a:extLst>
                  <a:ext uri="{FF2B5EF4-FFF2-40B4-BE49-F238E27FC236}">
                    <a16:creationId xmlns:a16="http://schemas.microsoft.com/office/drawing/2014/main" id="{45DFA7EC-DE4F-4FBA-840D-BE619724E2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8" y="799"/>
                <a:ext cx="17" cy="13"/>
              </a:xfrm>
              <a:custGeom>
                <a:avLst/>
                <a:gdLst>
                  <a:gd name="T0" fmla="*/ 0 w 11"/>
                  <a:gd name="T1" fmla="*/ 8 h 8"/>
                  <a:gd name="T2" fmla="*/ 12 w 11"/>
                  <a:gd name="T3" fmla="*/ 5 h 8"/>
                  <a:gd name="T4" fmla="*/ 14 w 11"/>
                  <a:gd name="T5" fmla="*/ 26 h 8"/>
                  <a:gd name="T6" fmla="*/ 26 w 11"/>
                  <a:gd name="T7" fmla="*/ 21 h 8"/>
                  <a:gd name="T8" fmla="*/ 29 w 11"/>
                  <a:gd name="T9" fmla="*/ 34 h 8"/>
                  <a:gd name="T10" fmla="*/ 40 w 11"/>
                  <a:gd name="T11" fmla="*/ 34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8">
                    <a:moveTo>
                      <a:pt x="0" y="2"/>
                    </a:moveTo>
                    <a:cubicBezTo>
                      <a:pt x="0" y="0"/>
                      <a:pt x="2" y="0"/>
                      <a:pt x="3" y="1"/>
                    </a:cubicBezTo>
                    <a:cubicBezTo>
                      <a:pt x="5" y="2"/>
                      <a:pt x="4" y="4"/>
                      <a:pt x="4" y="6"/>
                    </a:cubicBezTo>
                    <a:cubicBezTo>
                      <a:pt x="5" y="7"/>
                      <a:pt x="6" y="6"/>
                      <a:pt x="7" y="5"/>
                    </a:cubicBezTo>
                    <a:cubicBezTo>
                      <a:pt x="8" y="6"/>
                      <a:pt x="8" y="7"/>
                      <a:pt x="8" y="8"/>
                    </a:cubicBezTo>
                    <a:cubicBezTo>
                      <a:pt x="9" y="7"/>
                      <a:pt x="11" y="7"/>
                      <a:pt x="11" y="8"/>
                    </a:cubicBezTo>
                  </a:path>
                </a:pathLst>
              </a:custGeom>
              <a:noFill/>
              <a:ln w="1588" cap="rnd">
                <a:solidFill>
                  <a:srgbClr val="6C6A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976" name="Freeform 175">
                <a:extLst>
                  <a:ext uri="{FF2B5EF4-FFF2-40B4-BE49-F238E27FC236}">
                    <a16:creationId xmlns:a16="http://schemas.microsoft.com/office/drawing/2014/main" id="{59CC066B-2B8A-4E38-BDE8-42D44E486F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2" y="889"/>
                <a:ext cx="8" cy="26"/>
              </a:xfrm>
              <a:custGeom>
                <a:avLst/>
                <a:gdLst>
                  <a:gd name="T0" fmla="*/ 5 w 5"/>
                  <a:gd name="T1" fmla="*/ 14 h 17"/>
                  <a:gd name="T2" fmla="*/ 0 w 5"/>
                  <a:gd name="T3" fmla="*/ 14 h 17"/>
                  <a:gd name="T4" fmla="*/ 21 w 5"/>
                  <a:gd name="T5" fmla="*/ 14 h 17"/>
                  <a:gd name="T6" fmla="*/ 16 w 5"/>
                  <a:gd name="T7" fmla="*/ 21 h 17"/>
                  <a:gd name="T8" fmla="*/ 16 w 5"/>
                  <a:gd name="T9" fmla="*/ 32 h 17"/>
                  <a:gd name="T10" fmla="*/ 13 w 5"/>
                  <a:gd name="T11" fmla="*/ 40 h 17"/>
                  <a:gd name="T12" fmla="*/ 16 w 5"/>
                  <a:gd name="T13" fmla="*/ 47 h 17"/>
                  <a:gd name="T14" fmla="*/ 5 w 5"/>
                  <a:gd name="T15" fmla="*/ 61 h 1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" h="17">
                    <a:moveTo>
                      <a:pt x="1" y="4"/>
                    </a:moveTo>
                    <a:cubicBezTo>
                      <a:pt x="1" y="5"/>
                      <a:pt x="1" y="5"/>
                      <a:pt x="0" y="4"/>
                    </a:cubicBezTo>
                    <a:cubicBezTo>
                      <a:pt x="0" y="0"/>
                      <a:pt x="4" y="0"/>
                      <a:pt x="5" y="4"/>
                    </a:cubicBezTo>
                    <a:cubicBezTo>
                      <a:pt x="5" y="5"/>
                      <a:pt x="4" y="5"/>
                      <a:pt x="4" y="6"/>
                    </a:cubicBezTo>
                    <a:cubicBezTo>
                      <a:pt x="4" y="7"/>
                      <a:pt x="4" y="8"/>
                      <a:pt x="4" y="9"/>
                    </a:cubicBezTo>
                    <a:cubicBezTo>
                      <a:pt x="4" y="9"/>
                      <a:pt x="3" y="10"/>
                      <a:pt x="3" y="11"/>
                    </a:cubicBezTo>
                    <a:cubicBezTo>
                      <a:pt x="3" y="12"/>
                      <a:pt x="4" y="12"/>
                      <a:pt x="4" y="13"/>
                    </a:cubicBezTo>
                    <a:cubicBezTo>
                      <a:pt x="3" y="15"/>
                      <a:pt x="0" y="15"/>
                      <a:pt x="1" y="17"/>
                    </a:cubicBezTo>
                  </a:path>
                </a:pathLst>
              </a:custGeom>
              <a:noFill/>
              <a:ln w="1588" cap="rnd">
                <a:solidFill>
                  <a:srgbClr val="6C6A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977" name="Freeform 176">
                <a:extLst>
                  <a:ext uri="{FF2B5EF4-FFF2-40B4-BE49-F238E27FC236}">
                    <a16:creationId xmlns:a16="http://schemas.microsoft.com/office/drawing/2014/main" id="{6194BCBB-AC0B-4440-96EB-B5ACA68F16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0" y="851"/>
                <a:ext cx="8" cy="25"/>
              </a:xfrm>
              <a:custGeom>
                <a:avLst/>
                <a:gdLst>
                  <a:gd name="T0" fmla="*/ 16 w 5"/>
                  <a:gd name="T1" fmla="*/ 0 h 16"/>
                  <a:gd name="T2" fmla="*/ 16 w 5"/>
                  <a:gd name="T3" fmla="*/ 27 h 16"/>
                  <a:gd name="T4" fmla="*/ 21 w 5"/>
                  <a:gd name="T5" fmla="*/ 61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16">
                    <a:moveTo>
                      <a:pt x="4" y="0"/>
                    </a:moveTo>
                    <a:cubicBezTo>
                      <a:pt x="2" y="1"/>
                      <a:pt x="1" y="5"/>
                      <a:pt x="4" y="7"/>
                    </a:cubicBezTo>
                    <a:cubicBezTo>
                      <a:pt x="0" y="9"/>
                      <a:pt x="1" y="14"/>
                      <a:pt x="5" y="16"/>
                    </a:cubicBezTo>
                  </a:path>
                </a:pathLst>
              </a:custGeom>
              <a:noFill/>
              <a:ln w="1588" cap="rnd">
                <a:solidFill>
                  <a:srgbClr val="6C6A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978" name="Freeform 177">
                <a:extLst>
                  <a:ext uri="{FF2B5EF4-FFF2-40B4-BE49-F238E27FC236}">
                    <a16:creationId xmlns:a16="http://schemas.microsoft.com/office/drawing/2014/main" id="{2EBD2D0A-A1D4-4BE5-BBB4-370A8A7F38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0" y="1284"/>
                <a:ext cx="57" cy="37"/>
              </a:xfrm>
              <a:custGeom>
                <a:avLst/>
                <a:gdLst>
                  <a:gd name="T0" fmla="*/ 0 w 37"/>
                  <a:gd name="T1" fmla="*/ 0 h 24"/>
                  <a:gd name="T2" fmla="*/ 136 w 37"/>
                  <a:gd name="T3" fmla="*/ 5 h 24"/>
                  <a:gd name="T4" fmla="*/ 0 w 37"/>
                  <a:gd name="T5" fmla="*/ 0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7" h="24">
                    <a:moveTo>
                      <a:pt x="0" y="0"/>
                    </a:moveTo>
                    <a:cubicBezTo>
                      <a:pt x="0" y="0"/>
                      <a:pt x="21" y="17"/>
                      <a:pt x="37" y="1"/>
                    </a:cubicBezTo>
                    <a:cubicBezTo>
                      <a:pt x="37" y="1"/>
                      <a:pt x="24" y="24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979" name="Freeform 178">
                <a:extLst>
                  <a:ext uri="{FF2B5EF4-FFF2-40B4-BE49-F238E27FC236}">
                    <a16:creationId xmlns:a16="http://schemas.microsoft.com/office/drawing/2014/main" id="{37FA9812-4283-493D-BE5C-1178533967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1" y="1264"/>
                <a:ext cx="201" cy="60"/>
              </a:xfrm>
              <a:custGeom>
                <a:avLst/>
                <a:gdLst>
                  <a:gd name="T0" fmla="*/ 0 w 131"/>
                  <a:gd name="T1" fmla="*/ 14 h 39"/>
                  <a:gd name="T2" fmla="*/ 176 w 131"/>
                  <a:gd name="T3" fmla="*/ 14 h 39"/>
                  <a:gd name="T4" fmla="*/ 270 w 131"/>
                  <a:gd name="T5" fmla="*/ 52 h 39"/>
                  <a:gd name="T6" fmla="*/ 473 w 131"/>
                  <a:gd name="T7" fmla="*/ 100 h 39"/>
                  <a:gd name="T8" fmla="*/ 353 w 131"/>
                  <a:gd name="T9" fmla="*/ 123 h 39"/>
                  <a:gd name="T10" fmla="*/ 230 w 131"/>
                  <a:gd name="T11" fmla="*/ 66 h 39"/>
                  <a:gd name="T12" fmla="*/ 120 w 131"/>
                  <a:gd name="T13" fmla="*/ 28 h 39"/>
                  <a:gd name="T14" fmla="*/ 12 w 131"/>
                  <a:gd name="T15" fmla="*/ 8 h 3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31" h="39">
                    <a:moveTo>
                      <a:pt x="0" y="4"/>
                    </a:moveTo>
                    <a:cubicBezTo>
                      <a:pt x="17" y="4"/>
                      <a:pt x="33" y="0"/>
                      <a:pt x="49" y="4"/>
                    </a:cubicBezTo>
                    <a:cubicBezTo>
                      <a:pt x="58" y="6"/>
                      <a:pt x="67" y="10"/>
                      <a:pt x="75" y="14"/>
                    </a:cubicBezTo>
                    <a:cubicBezTo>
                      <a:pt x="91" y="22"/>
                      <a:pt x="115" y="39"/>
                      <a:pt x="131" y="27"/>
                    </a:cubicBezTo>
                    <a:cubicBezTo>
                      <a:pt x="120" y="31"/>
                      <a:pt x="111" y="36"/>
                      <a:pt x="98" y="34"/>
                    </a:cubicBezTo>
                    <a:cubicBezTo>
                      <a:pt x="86" y="32"/>
                      <a:pt x="74" y="24"/>
                      <a:pt x="64" y="18"/>
                    </a:cubicBezTo>
                    <a:cubicBezTo>
                      <a:pt x="53" y="12"/>
                      <a:pt x="46" y="9"/>
                      <a:pt x="33" y="8"/>
                    </a:cubicBezTo>
                    <a:cubicBezTo>
                      <a:pt x="23" y="8"/>
                      <a:pt x="13" y="3"/>
                      <a:pt x="3" y="2"/>
                    </a:cubicBezTo>
                  </a:path>
                </a:pathLst>
              </a:custGeom>
              <a:solidFill>
                <a:srgbClr val="7E39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980" name="Freeform 179">
                <a:extLst>
                  <a:ext uri="{FF2B5EF4-FFF2-40B4-BE49-F238E27FC236}">
                    <a16:creationId xmlns:a16="http://schemas.microsoft.com/office/drawing/2014/main" id="{E7DCD3DF-F528-4E4A-9CCA-E8C1FC6C94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6" y="1255"/>
                <a:ext cx="145" cy="38"/>
              </a:xfrm>
              <a:custGeom>
                <a:avLst/>
                <a:gdLst>
                  <a:gd name="T0" fmla="*/ 0 w 95"/>
                  <a:gd name="T1" fmla="*/ 88 h 25"/>
                  <a:gd name="T2" fmla="*/ 160 w 95"/>
                  <a:gd name="T3" fmla="*/ 27 h 25"/>
                  <a:gd name="T4" fmla="*/ 270 w 95"/>
                  <a:gd name="T5" fmla="*/ 12 h 25"/>
                  <a:gd name="T6" fmla="*/ 337 w 95"/>
                  <a:gd name="T7" fmla="*/ 8 h 25"/>
                  <a:gd name="T8" fmla="*/ 140 w 95"/>
                  <a:gd name="T9" fmla="*/ 53 h 25"/>
                  <a:gd name="T10" fmla="*/ 0 w 95"/>
                  <a:gd name="T11" fmla="*/ 88 h 2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5" h="25">
                    <a:moveTo>
                      <a:pt x="0" y="25"/>
                    </a:moveTo>
                    <a:cubicBezTo>
                      <a:pt x="15" y="18"/>
                      <a:pt x="28" y="10"/>
                      <a:pt x="45" y="8"/>
                    </a:cubicBezTo>
                    <a:cubicBezTo>
                      <a:pt x="56" y="6"/>
                      <a:pt x="65" y="4"/>
                      <a:pt x="76" y="3"/>
                    </a:cubicBezTo>
                    <a:cubicBezTo>
                      <a:pt x="82" y="3"/>
                      <a:pt x="90" y="0"/>
                      <a:pt x="95" y="2"/>
                    </a:cubicBezTo>
                    <a:cubicBezTo>
                      <a:pt x="78" y="10"/>
                      <a:pt x="57" y="11"/>
                      <a:pt x="39" y="15"/>
                    </a:cubicBezTo>
                    <a:cubicBezTo>
                      <a:pt x="26" y="17"/>
                      <a:pt x="13" y="23"/>
                      <a:pt x="0" y="25"/>
                    </a:cubicBezTo>
                  </a:path>
                </a:pathLst>
              </a:custGeom>
              <a:solidFill>
                <a:srgbClr val="7E39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981" name="Freeform 180">
                <a:extLst>
                  <a:ext uri="{FF2B5EF4-FFF2-40B4-BE49-F238E27FC236}">
                    <a16:creationId xmlns:a16="http://schemas.microsoft.com/office/drawing/2014/main" id="{074B4A80-0B27-4194-8F2A-95425FF469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3" y="1255"/>
                <a:ext cx="98" cy="26"/>
              </a:xfrm>
              <a:custGeom>
                <a:avLst/>
                <a:gdLst>
                  <a:gd name="T0" fmla="*/ 0 w 64"/>
                  <a:gd name="T1" fmla="*/ 61 h 17"/>
                  <a:gd name="T2" fmla="*/ 230 w 64"/>
                  <a:gd name="T3" fmla="*/ 0 h 17"/>
                  <a:gd name="T4" fmla="*/ 0 w 64"/>
                  <a:gd name="T5" fmla="*/ 61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4" h="17">
                    <a:moveTo>
                      <a:pt x="0" y="17"/>
                    </a:moveTo>
                    <a:cubicBezTo>
                      <a:pt x="0" y="17"/>
                      <a:pt x="43" y="3"/>
                      <a:pt x="64" y="0"/>
                    </a:cubicBezTo>
                    <a:cubicBezTo>
                      <a:pt x="64" y="0"/>
                      <a:pt x="22" y="3"/>
                      <a:pt x="0" y="17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982" name="Freeform 181">
                <a:extLst>
                  <a:ext uri="{FF2B5EF4-FFF2-40B4-BE49-F238E27FC236}">
                    <a16:creationId xmlns:a16="http://schemas.microsoft.com/office/drawing/2014/main" id="{836C1DF3-CAF3-43D4-9C0C-AE9DFCB8C4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5" y="1258"/>
                <a:ext cx="101" cy="28"/>
              </a:xfrm>
              <a:custGeom>
                <a:avLst/>
                <a:gdLst>
                  <a:gd name="T0" fmla="*/ 0 w 66"/>
                  <a:gd name="T1" fmla="*/ 5 h 18"/>
                  <a:gd name="T2" fmla="*/ 237 w 66"/>
                  <a:gd name="T3" fmla="*/ 68 h 18"/>
                  <a:gd name="T4" fmla="*/ 0 w 66"/>
                  <a:gd name="T5" fmla="*/ 5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6" h="18">
                    <a:moveTo>
                      <a:pt x="0" y="1"/>
                    </a:moveTo>
                    <a:cubicBezTo>
                      <a:pt x="0" y="1"/>
                      <a:pt x="40" y="3"/>
                      <a:pt x="66" y="18"/>
                    </a:cubicBezTo>
                    <a:cubicBezTo>
                      <a:pt x="66" y="18"/>
                      <a:pt x="43" y="0"/>
                      <a:pt x="0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983" name="Freeform 182">
                <a:extLst>
                  <a:ext uri="{FF2B5EF4-FFF2-40B4-BE49-F238E27FC236}">
                    <a16:creationId xmlns:a16="http://schemas.microsoft.com/office/drawing/2014/main" id="{65E2BBEF-01ED-4AC2-A9B0-0D7E528C91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4" y="2431"/>
                <a:ext cx="64" cy="93"/>
              </a:xfrm>
              <a:custGeom>
                <a:avLst/>
                <a:gdLst>
                  <a:gd name="T0" fmla="*/ 149 w 42"/>
                  <a:gd name="T1" fmla="*/ 0 h 61"/>
                  <a:gd name="T2" fmla="*/ 128 w 42"/>
                  <a:gd name="T3" fmla="*/ 154 h 61"/>
                  <a:gd name="T4" fmla="*/ 0 w 42"/>
                  <a:gd name="T5" fmla="*/ 174 h 61"/>
                  <a:gd name="T6" fmla="*/ 70 w 42"/>
                  <a:gd name="T7" fmla="*/ 163 h 61"/>
                  <a:gd name="T8" fmla="*/ 79 w 42"/>
                  <a:gd name="T9" fmla="*/ 96 h 61"/>
                  <a:gd name="T10" fmla="*/ 134 w 42"/>
                  <a:gd name="T11" fmla="*/ 12 h 6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2" h="61">
                    <a:moveTo>
                      <a:pt x="42" y="0"/>
                    </a:moveTo>
                    <a:cubicBezTo>
                      <a:pt x="41" y="13"/>
                      <a:pt x="42" y="31"/>
                      <a:pt x="36" y="43"/>
                    </a:cubicBezTo>
                    <a:cubicBezTo>
                      <a:pt x="28" y="61"/>
                      <a:pt x="15" y="51"/>
                      <a:pt x="0" y="49"/>
                    </a:cubicBezTo>
                    <a:cubicBezTo>
                      <a:pt x="6" y="49"/>
                      <a:pt x="15" y="50"/>
                      <a:pt x="20" y="46"/>
                    </a:cubicBezTo>
                    <a:cubicBezTo>
                      <a:pt x="27" y="39"/>
                      <a:pt x="22" y="35"/>
                      <a:pt x="22" y="27"/>
                    </a:cubicBezTo>
                    <a:cubicBezTo>
                      <a:pt x="23" y="13"/>
                      <a:pt x="34" y="12"/>
                      <a:pt x="38" y="3"/>
                    </a:cubicBezTo>
                  </a:path>
                </a:pathLst>
              </a:custGeom>
              <a:solidFill>
                <a:srgbClr val="7E39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984" name="Freeform 183">
                <a:extLst>
                  <a:ext uri="{FF2B5EF4-FFF2-40B4-BE49-F238E27FC236}">
                    <a16:creationId xmlns:a16="http://schemas.microsoft.com/office/drawing/2014/main" id="{3765FC0A-74F5-4245-8F8A-E6749014E3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8" y="2426"/>
                <a:ext cx="64" cy="110"/>
              </a:xfrm>
              <a:custGeom>
                <a:avLst/>
                <a:gdLst>
                  <a:gd name="T0" fmla="*/ 101 w 42"/>
                  <a:gd name="T1" fmla="*/ 14 h 72"/>
                  <a:gd name="T2" fmla="*/ 110 w 42"/>
                  <a:gd name="T3" fmla="*/ 96 h 72"/>
                  <a:gd name="T4" fmla="*/ 107 w 42"/>
                  <a:gd name="T5" fmla="*/ 171 h 72"/>
                  <a:gd name="T6" fmla="*/ 79 w 42"/>
                  <a:gd name="T7" fmla="*/ 235 h 72"/>
                  <a:gd name="T8" fmla="*/ 0 w 42"/>
                  <a:gd name="T9" fmla="*/ 249 h 72"/>
                  <a:gd name="T10" fmla="*/ 79 w 42"/>
                  <a:gd name="T11" fmla="*/ 235 h 72"/>
                  <a:gd name="T12" fmla="*/ 142 w 42"/>
                  <a:gd name="T13" fmla="*/ 176 h 72"/>
                  <a:gd name="T14" fmla="*/ 107 w 42"/>
                  <a:gd name="T15" fmla="*/ 0 h 7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2" h="72">
                    <a:moveTo>
                      <a:pt x="28" y="4"/>
                    </a:moveTo>
                    <a:cubicBezTo>
                      <a:pt x="28" y="12"/>
                      <a:pt x="29" y="19"/>
                      <a:pt x="31" y="27"/>
                    </a:cubicBezTo>
                    <a:cubicBezTo>
                      <a:pt x="32" y="34"/>
                      <a:pt x="31" y="41"/>
                      <a:pt x="30" y="48"/>
                    </a:cubicBezTo>
                    <a:cubicBezTo>
                      <a:pt x="29" y="54"/>
                      <a:pt x="27" y="62"/>
                      <a:pt x="22" y="66"/>
                    </a:cubicBezTo>
                    <a:cubicBezTo>
                      <a:pt x="15" y="71"/>
                      <a:pt x="8" y="68"/>
                      <a:pt x="0" y="70"/>
                    </a:cubicBezTo>
                    <a:cubicBezTo>
                      <a:pt x="6" y="72"/>
                      <a:pt x="15" y="67"/>
                      <a:pt x="22" y="66"/>
                    </a:cubicBezTo>
                    <a:cubicBezTo>
                      <a:pt x="31" y="63"/>
                      <a:pt x="38" y="58"/>
                      <a:pt x="40" y="49"/>
                    </a:cubicBezTo>
                    <a:cubicBezTo>
                      <a:pt x="42" y="31"/>
                      <a:pt x="33" y="17"/>
                      <a:pt x="30" y="0"/>
                    </a:cubicBezTo>
                  </a:path>
                </a:pathLst>
              </a:custGeom>
              <a:solidFill>
                <a:srgbClr val="7E39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985" name="Freeform 184">
                <a:extLst>
                  <a:ext uri="{FF2B5EF4-FFF2-40B4-BE49-F238E27FC236}">
                    <a16:creationId xmlns:a16="http://schemas.microsoft.com/office/drawing/2014/main" id="{38F8A8E2-5227-40FC-A1D9-87DB92A85A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5" y="2416"/>
                <a:ext cx="150" cy="125"/>
              </a:xfrm>
              <a:custGeom>
                <a:avLst/>
                <a:gdLst>
                  <a:gd name="T0" fmla="*/ 47 w 98"/>
                  <a:gd name="T1" fmla="*/ 0 h 82"/>
                  <a:gd name="T2" fmla="*/ 49 w 98"/>
                  <a:gd name="T3" fmla="*/ 70 h 82"/>
                  <a:gd name="T4" fmla="*/ 168 w 98"/>
                  <a:gd name="T5" fmla="*/ 291 h 82"/>
                  <a:gd name="T6" fmla="*/ 297 w 98"/>
                  <a:gd name="T7" fmla="*/ 70 h 82"/>
                  <a:gd name="T8" fmla="*/ 297 w 98"/>
                  <a:gd name="T9" fmla="*/ 27 h 8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8" h="82">
                    <a:moveTo>
                      <a:pt x="13" y="0"/>
                    </a:moveTo>
                    <a:cubicBezTo>
                      <a:pt x="15" y="7"/>
                      <a:pt x="17" y="15"/>
                      <a:pt x="14" y="20"/>
                    </a:cubicBezTo>
                    <a:cubicBezTo>
                      <a:pt x="11" y="29"/>
                      <a:pt x="0" y="82"/>
                      <a:pt x="47" y="82"/>
                    </a:cubicBezTo>
                    <a:cubicBezTo>
                      <a:pt x="98" y="82"/>
                      <a:pt x="84" y="36"/>
                      <a:pt x="83" y="20"/>
                    </a:cubicBezTo>
                    <a:cubicBezTo>
                      <a:pt x="82" y="16"/>
                      <a:pt x="82" y="12"/>
                      <a:pt x="83" y="8"/>
                    </a:cubicBezTo>
                  </a:path>
                </a:pathLst>
              </a:custGeom>
              <a:solidFill>
                <a:srgbClr val="75332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986" name="Freeform 185">
                <a:extLst>
                  <a:ext uri="{FF2B5EF4-FFF2-40B4-BE49-F238E27FC236}">
                    <a16:creationId xmlns:a16="http://schemas.microsoft.com/office/drawing/2014/main" id="{77E286BA-0200-4F48-A262-40439F6E57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1" y="2461"/>
                <a:ext cx="31" cy="68"/>
              </a:xfrm>
              <a:custGeom>
                <a:avLst/>
                <a:gdLst>
                  <a:gd name="T0" fmla="*/ 67 w 20"/>
                  <a:gd name="T1" fmla="*/ 40 h 44"/>
                  <a:gd name="T2" fmla="*/ 53 w 20"/>
                  <a:gd name="T3" fmla="*/ 93 h 44"/>
                  <a:gd name="T4" fmla="*/ 56 w 20"/>
                  <a:gd name="T5" fmla="*/ 134 h 44"/>
                  <a:gd name="T6" fmla="*/ 74 w 20"/>
                  <a:gd name="T7" fmla="*/ 162 h 44"/>
                  <a:gd name="T8" fmla="*/ 39 w 20"/>
                  <a:gd name="T9" fmla="*/ 141 h 44"/>
                  <a:gd name="T10" fmla="*/ 5 w 20"/>
                  <a:gd name="T11" fmla="*/ 88 h 44"/>
                  <a:gd name="T12" fmla="*/ 40 w 20"/>
                  <a:gd name="T13" fmla="*/ 66 h 44"/>
                  <a:gd name="T14" fmla="*/ 60 w 20"/>
                  <a:gd name="T15" fmla="*/ 0 h 4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0" h="44">
                    <a:moveTo>
                      <a:pt x="18" y="11"/>
                    </a:moveTo>
                    <a:cubicBezTo>
                      <a:pt x="19" y="17"/>
                      <a:pt x="14" y="20"/>
                      <a:pt x="14" y="25"/>
                    </a:cubicBezTo>
                    <a:cubicBezTo>
                      <a:pt x="13" y="29"/>
                      <a:pt x="14" y="33"/>
                      <a:pt x="15" y="36"/>
                    </a:cubicBezTo>
                    <a:cubicBezTo>
                      <a:pt x="17" y="39"/>
                      <a:pt x="19" y="41"/>
                      <a:pt x="20" y="44"/>
                    </a:cubicBezTo>
                    <a:cubicBezTo>
                      <a:pt x="16" y="44"/>
                      <a:pt x="12" y="41"/>
                      <a:pt x="10" y="38"/>
                    </a:cubicBezTo>
                    <a:cubicBezTo>
                      <a:pt x="7" y="35"/>
                      <a:pt x="0" y="27"/>
                      <a:pt x="1" y="24"/>
                    </a:cubicBezTo>
                    <a:cubicBezTo>
                      <a:pt x="2" y="21"/>
                      <a:pt x="8" y="21"/>
                      <a:pt x="11" y="18"/>
                    </a:cubicBezTo>
                    <a:cubicBezTo>
                      <a:pt x="15" y="14"/>
                      <a:pt x="18" y="6"/>
                      <a:pt x="16" y="0"/>
                    </a:cubicBezTo>
                  </a:path>
                </a:pathLst>
              </a:custGeom>
              <a:solidFill>
                <a:srgbClr val="7E39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987" name="Freeform 186">
                <a:extLst>
                  <a:ext uri="{FF2B5EF4-FFF2-40B4-BE49-F238E27FC236}">
                    <a16:creationId xmlns:a16="http://schemas.microsoft.com/office/drawing/2014/main" id="{BE464441-1B29-4B66-97F4-E378C35873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4" y="2419"/>
                <a:ext cx="127" cy="123"/>
              </a:xfrm>
              <a:custGeom>
                <a:avLst/>
                <a:gdLst>
                  <a:gd name="T0" fmla="*/ 26 w 83"/>
                  <a:gd name="T1" fmla="*/ 0 h 81"/>
                  <a:gd name="T2" fmla="*/ 28 w 83"/>
                  <a:gd name="T3" fmla="*/ 62 h 81"/>
                  <a:gd name="T4" fmla="*/ 35 w 83"/>
                  <a:gd name="T5" fmla="*/ 231 h 81"/>
                  <a:gd name="T6" fmla="*/ 150 w 83"/>
                  <a:gd name="T7" fmla="*/ 284 h 81"/>
                  <a:gd name="T8" fmla="*/ 262 w 83"/>
                  <a:gd name="T9" fmla="*/ 241 h 81"/>
                  <a:gd name="T10" fmla="*/ 278 w 83"/>
                  <a:gd name="T11" fmla="*/ 90 h 81"/>
                  <a:gd name="T12" fmla="*/ 277 w 83"/>
                  <a:gd name="T13" fmla="*/ 67 h 81"/>
                  <a:gd name="T14" fmla="*/ 271 w 83"/>
                  <a:gd name="T15" fmla="*/ 46 h 81"/>
                  <a:gd name="T16" fmla="*/ 269 w 83"/>
                  <a:gd name="T17" fmla="*/ 12 h 81"/>
                  <a:gd name="T18" fmla="*/ 269 w 83"/>
                  <a:gd name="T19" fmla="*/ 46 h 81"/>
                  <a:gd name="T20" fmla="*/ 271 w 83"/>
                  <a:gd name="T21" fmla="*/ 62 h 81"/>
                  <a:gd name="T22" fmla="*/ 277 w 83"/>
                  <a:gd name="T23" fmla="*/ 88 h 81"/>
                  <a:gd name="T24" fmla="*/ 257 w 83"/>
                  <a:gd name="T25" fmla="*/ 237 h 81"/>
                  <a:gd name="T26" fmla="*/ 147 w 83"/>
                  <a:gd name="T27" fmla="*/ 276 h 81"/>
                  <a:gd name="T28" fmla="*/ 40 w 83"/>
                  <a:gd name="T29" fmla="*/ 231 h 81"/>
                  <a:gd name="T30" fmla="*/ 32 w 83"/>
                  <a:gd name="T31" fmla="*/ 67 h 81"/>
                  <a:gd name="T32" fmla="*/ 26 w 83"/>
                  <a:gd name="T33" fmla="*/ 0 h 81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3" h="81">
                    <a:moveTo>
                      <a:pt x="7" y="0"/>
                    </a:moveTo>
                    <a:cubicBezTo>
                      <a:pt x="12" y="6"/>
                      <a:pt x="10" y="13"/>
                      <a:pt x="8" y="18"/>
                    </a:cubicBezTo>
                    <a:cubicBezTo>
                      <a:pt x="6" y="25"/>
                      <a:pt x="0" y="50"/>
                      <a:pt x="10" y="66"/>
                    </a:cubicBezTo>
                    <a:cubicBezTo>
                      <a:pt x="16" y="76"/>
                      <a:pt x="27" y="81"/>
                      <a:pt x="42" y="81"/>
                    </a:cubicBezTo>
                    <a:cubicBezTo>
                      <a:pt x="57" y="81"/>
                      <a:pt x="67" y="77"/>
                      <a:pt x="73" y="69"/>
                    </a:cubicBezTo>
                    <a:cubicBezTo>
                      <a:pt x="83" y="57"/>
                      <a:pt x="80" y="38"/>
                      <a:pt x="78" y="26"/>
                    </a:cubicBezTo>
                    <a:cubicBezTo>
                      <a:pt x="77" y="19"/>
                      <a:pt x="77" y="19"/>
                      <a:pt x="77" y="19"/>
                    </a:cubicBezTo>
                    <a:cubicBezTo>
                      <a:pt x="76" y="13"/>
                      <a:pt x="76" y="13"/>
                      <a:pt x="76" y="13"/>
                    </a:cubicBezTo>
                    <a:cubicBezTo>
                      <a:pt x="75" y="10"/>
                      <a:pt x="75" y="6"/>
                      <a:pt x="75" y="3"/>
                    </a:cubicBezTo>
                    <a:cubicBezTo>
                      <a:pt x="74" y="6"/>
                      <a:pt x="74" y="10"/>
                      <a:pt x="75" y="13"/>
                    </a:cubicBezTo>
                    <a:cubicBezTo>
                      <a:pt x="76" y="18"/>
                      <a:pt x="76" y="18"/>
                      <a:pt x="76" y="18"/>
                    </a:cubicBezTo>
                    <a:cubicBezTo>
                      <a:pt x="77" y="25"/>
                      <a:pt x="77" y="25"/>
                      <a:pt x="77" y="25"/>
                    </a:cubicBezTo>
                    <a:cubicBezTo>
                      <a:pt x="78" y="38"/>
                      <a:pt x="81" y="57"/>
                      <a:pt x="72" y="68"/>
                    </a:cubicBezTo>
                    <a:cubicBezTo>
                      <a:pt x="66" y="75"/>
                      <a:pt x="55" y="79"/>
                      <a:pt x="41" y="79"/>
                    </a:cubicBezTo>
                    <a:cubicBezTo>
                      <a:pt x="28" y="79"/>
                      <a:pt x="17" y="75"/>
                      <a:pt x="11" y="66"/>
                    </a:cubicBezTo>
                    <a:cubicBezTo>
                      <a:pt x="0" y="49"/>
                      <a:pt x="8" y="23"/>
                      <a:pt x="9" y="19"/>
                    </a:cubicBezTo>
                    <a:cubicBezTo>
                      <a:pt x="11" y="14"/>
                      <a:pt x="13" y="7"/>
                      <a:pt x="7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988" name="Freeform 187">
                <a:extLst>
                  <a:ext uri="{FF2B5EF4-FFF2-40B4-BE49-F238E27FC236}">
                    <a16:creationId xmlns:a16="http://schemas.microsoft.com/office/drawing/2014/main" id="{3EEA9CB1-BC6C-4D36-AD91-88D059673C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3" y="2420"/>
                <a:ext cx="52" cy="113"/>
              </a:xfrm>
              <a:custGeom>
                <a:avLst/>
                <a:gdLst>
                  <a:gd name="T0" fmla="*/ 107 w 34"/>
                  <a:gd name="T1" fmla="*/ 0 h 74"/>
                  <a:gd name="T2" fmla="*/ 115 w 34"/>
                  <a:gd name="T3" fmla="*/ 47 h 74"/>
                  <a:gd name="T4" fmla="*/ 107 w 34"/>
                  <a:gd name="T5" fmla="*/ 170 h 74"/>
                  <a:gd name="T6" fmla="*/ 107 w 34"/>
                  <a:gd name="T7" fmla="*/ 170 h 74"/>
                  <a:gd name="T8" fmla="*/ 107 w 34"/>
                  <a:gd name="T9" fmla="*/ 170 h 74"/>
                  <a:gd name="T10" fmla="*/ 116 w 34"/>
                  <a:gd name="T11" fmla="*/ 208 h 74"/>
                  <a:gd name="T12" fmla="*/ 66 w 34"/>
                  <a:gd name="T13" fmla="*/ 257 h 74"/>
                  <a:gd name="T14" fmla="*/ 61 w 34"/>
                  <a:gd name="T15" fmla="*/ 257 h 74"/>
                  <a:gd name="T16" fmla="*/ 5 w 34"/>
                  <a:gd name="T17" fmla="*/ 208 h 74"/>
                  <a:gd name="T18" fmla="*/ 18 w 34"/>
                  <a:gd name="T19" fmla="*/ 170 h 74"/>
                  <a:gd name="T20" fmla="*/ 18 w 34"/>
                  <a:gd name="T21" fmla="*/ 168 h 74"/>
                  <a:gd name="T22" fmla="*/ 12 w 34"/>
                  <a:gd name="T23" fmla="*/ 47 h 74"/>
                  <a:gd name="T24" fmla="*/ 8 w 34"/>
                  <a:gd name="T25" fmla="*/ 18 h 74"/>
                  <a:gd name="T26" fmla="*/ 12 w 34"/>
                  <a:gd name="T27" fmla="*/ 61 h 74"/>
                  <a:gd name="T28" fmla="*/ 14 w 34"/>
                  <a:gd name="T29" fmla="*/ 170 h 74"/>
                  <a:gd name="T30" fmla="*/ 0 w 34"/>
                  <a:gd name="T31" fmla="*/ 203 h 74"/>
                  <a:gd name="T32" fmla="*/ 0 w 34"/>
                  <a:gd name="T33" fmla="*/ 209 h 74"/>
                  <a:gd name="T34" fmla="*/ 61 w 34"/>
                  <a:gd name="T35" fmla="*/ 264 h 74"/>
                  <a:gd name="T36" fmla="*/ 66 w 34"/>
                  <a:gd name="T37" fmla="*/ 264 h 74"/>
                  <a:gd name="T38" fmla="*/ 122 w 34"/>
                  <a:gd name="T39" fmla="*/ 209 h 74"/>
                  <a:gd name="T40" fmla="*/ 122 w 34"/>
                  <a:gd name="T41" fmla="*/ 203 h 74"/>
                  <a:gd name="T42" fmla="*/ 110 w 34"/>
                  <a:gd name="T43" fmla="*/ 168 h 74"/>
                  <a:gd name="T44" fmla="*/ 116 w 34"/>
                  <a:gd name="T45" fmla="*/ 53 h 74"/>
                  <a:gd name="T46" fmla="*/ 116 w 34"/>
                  <a:gd name="T47" fmla="*/ 47 h 74"/>
                  <a:gd name="T48" fmla="*/ 107 w 34"/>
                  <a:gd name="T49" fmla="*/ 0 h 74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34" h="74">
                    <a:moveTo>
                      <a:pt x="30" y="0"/>
                    </a:moveTo>
                    <a:cubicBezTo>
                      <a:pt x="32" y="2"/>
                      <a:pt x="32" y="7"/>
                      <a:pt x="32" y="13"/>
                    </a:cubicBezTo>
                    <a:cubicBezTo>
                      <a:pt x="32" y="18"/>
                      <a:pt x="30" y="44"/>
                      <a:pt x="30" y="48"/>
                    </a:cubicBezTo>
                    <a:cubicBezTo>
                      <a:pt x="30" y="48"/>
                      <a:pt x="30" y="48"/>
                      <a:pt x="30" y="48"/>
                    </a:cubicBezTo>
                    <a:cubicBezTo>
                      <a:pt x="30" y="48"/>
                      <a:pt x="30" y="48"/>
                      <a:pt x="30" y="48"/>
                    </a:cubicBezTo>
                    <a:cubicBezTo>
                      <a:pt x="32" y="52"/>
                      <a:pt x="34" y="56"/>
                      <a:pt x="33" y="58"/>
                    </a:cubicBezTo>
                    <a:cubicBezTo>
                      <a:pt x="32" y="63"/>
                      <a:pt x="27" y="72"/>
                      <a:pt x="18" y="72"/>
                    </a:cubicBezTo>
                    <a:cubicBezTo>
                      <a:pt x="17" y="72"/>
                      <a:pt x="17" y="72"/>
                      <a:pt x="17" y="72"/>
                    </a:cubicBezTo>
                    <a:cubicBezTo>
                      <a:pt x="9" y="72"/>
                      <a:pt x="3" y="63"/>
                      <a:pt x="1" y="58"/>
                    </a:cubicBezTo>
                    <a:cubicBezTo>
                      <a:pt x="1" y="56"/>
                      <a:pt x="3" y="51"/>
                      <a:pt x="5" y="48"/>
                    </a:cubicBezTo>
                    <a:cubicBezTo>
                      <a:pt x="5" y="47"/>
                      <a:pt x="5" y="47"/>
                      <a:pt x="5" y="47"/>
                    </a:cubicBezTo>
                    <a:cubicBezTo>
                      <a:pt x="5" y="44"/>
                      <a:pt x="4" y="19"/>
                      <a:pt x="3" y="13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3" y="21"/>
                      <a:pt x="3" y="43"/>
                      <a:pt x="4" y="48"/>
                    </a:cubicBezTo>
                    <a:cubicBezTo>
                      <a:pt x="2" y="51"/>
                      <a:pt x="0" y="54"/>
                      <a:pt x="0" y="57"/>
                    </a:cubicBezTo>
                    <a:cubicBezTo>
                      <a:pt x="0" y="58"/>
                      <a:pt x="0" y="58"/>
                      <a:pt x="0" y="59"/>
                    </a:cubicBezTo>
                    <a:cubicBezTo>
                      <a:pt x="2" y="64"/>
                      <a:pt x="7" y="73"/>
                      <a:pt x="17" y="74"/>
                    </a:cubicBezTo>
                    <a:cubicBezTo>
                      <a:pt x="18" y="74"/>
                      <a:pt x="18" y="74"/>
                      <a:pt x="18" y="74"/>
                    </a:cubicBezTo>
                    <a:cubicBezTo>
                      <a:pt x="28" y="73"/>
                      <a:pt x="32" y="65"/>
                      <a:pt x="34" y="59"/>
                    </a:cubicBezTo>
                    <a:cubicBezTo>
                      <a:pt x="34" y="59"/>
                      <a:pt x="34" y="58"/>
                      <a:pt x="34" y="57"/>
                    </a:cubicBezTo>
                    <a:cubicBezTo>
                      <a:pt x="34" y="54"/>
                      <a:pt x="33" y="51"/>
                      <a:pt x="31" y="47"/>
                    </a:cubicBezTo>
                    <a:cubicBezTo>
                      <a:pt x="32" y="43"/>
                      <a:pt x="33" y="20"/>
                      <a:pt x="33" y="15"/>
                    </a:cubicBezTo>
                    <a:cubicBezTo>
                      <a:pt x="33" y="15"/>
                      <a:pt x="33" y="14"/>
                      <a:pt x="33" y="13"/>
                    </a:cubicBezTo>
                    <a:cubicBezTo>
                      <a:pt x="33" y="8"/>
                      <a:pt x="32" y="2"/>
                      <a:pt x="3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989" name="Freeform 188">
                <a:extLst>
                  <a:ext uri="{FF2B5EF4-FFF2-40B4-BE49-F238E27FC236}">
                    <a16:creationId xmlns:a16="http://schemas.microsoft.com/office/drawing/2014/main" id="{C4BE9CB0-D442-4A90-BCD4-1E7DD42DF8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8" y="2487"/>
                <a:ext cx="12" cy="7"/>
              </a:xfrm>
              <a:custGeom>
                <a:avLst/>
                <a:gdLst>
                  <a:gd name="T0" fmla="*/ 0 w 8"/>
                  <a:gd name="T1" fmla="*/ 0 h 4"/>
                  <a:gd name="T2" fmla="*/ 26 w 8"/>
                  <a:gd name="T3" fmla="*/ 21 h 4"/>
                  <a:gd name="T4" fmla="*/ 27 w 8"/>
                  <a:gd name="T5" fmla="*/ 16 h 4"/>
                  <a:gd name="T6" fmla="*/ 0 w 8"/>
                  <a:gd name="T7" fmla="*/ 0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4">
                    <a:moveTo>
                      <a:pt x="0" y="0"/>
                    </a:moveTo>
                    <a:cubicBezTo>
                      <a:pt x="1" y="0"/>
                      <a:pt x="6" y="3"/>
                      <a:pt x="7" y="4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6" y="1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990" name="Freeform 189">
                <a:extLst>
                  <a:ext uri="{FF2B5EF4-FFF2-40B4-BE49-F238E27FC236}">
                    <a16:creationId xmlns:a16="http://schemas.microsoft.com/office/drawing/2014/main" id="{F753B16C-C077-41C4-B755-8E53276237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9" y="2318"/>
                <a:ext cx="325" cy="160"/>
              </a:xfrm>
              <a:custGeom>
                <a:avLst/>
                <a:gdLst>
                  <a:gd name="T0" fmla="*/ 757 w 213"/>
                  <a:gd name="T1" fmla="*/ 216 h 105"/>
                  <a:gd name="T2" fmla="*/ 0 w 213"/>
                  <a:gd name="T3" fmla="*/ 0 h 105"/>
                  <a:gd name="T4" fmla="*/ 757 w 213"/>
                  <a:gd name="T5" fmla="*/ 216 h 10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3" h="105">
                    <a:moveTo>
                      <a:pt x="213" y="61"/>
                    </a:moveTo>
                    <a:cubicBezTo>
                      <a:pt x="213" y="61"/>
                      <a:pt x="115" y="105"/>
                      <a:pt x="0" y="0"/>
                    </a:cubicBezTo>
                    <a:cubicBezTo>
                      <a:pt x="0" y="0"/>
                      <a:pt x="99" y="94"/>
                      <a:pt x="213" y="6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991" name="Freeform 190">
                <a:extLst>
                  <a:ext uri="{FF2B5EF4-FFF2-40B4-BE49-F238E27FC236}">
                    <a16:creationId xmlns:a16="http://schemas.microsoft.com/office/drawing/2014/main" id="{588A17D9-6041-4E5D-9C95-E7A01C0108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3" y="1792"/>
                <a:ext cx="289" cy="607"/>
              </a:xfrm>
              <a:custGeom>
                <a:avLst/>
                <a:gdLst>
                  <a:gd name="T0" fmla="*/ 187 w 189"/>
                  <a:gd name="T1" fmla="*/ 0 h 398"/>
                  <a:gd name="T2" fmla="*/ 187 w 189"/>
                  <a:gd name="T3" fmla="*/ 265 h 398"/>
                  <a:gd name="T4" fmla="*/ 177 w 189"/>
                  <a:gd name="T5" fmla="*/ 1129 h 398"/>
                  <a:gd name="T6" fmla="*/ 676 w 189"/>
                  <a:gd name="T7" fmla="*/ 1412 h 398"/>
                  <a:gd name="T8" fmla="*/ 182 w 189"/>
                  <a:gd name="T9" fmla="*/ 894 h 398"/>
                  <a:gd name="T10" fmla="*/ 187 w 189"/>
                  <a:gd name="T11" fmla="*/ 0 h 39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89" h="398">
                    <a:moveTo>
                      <a:pt x="52" y="0"/>
                    </a:moveTo>
                    <a:cubicBezTo>
                      <a:pt x="52" y="0"/>
                      <a:pt x="49" y="54"/>
                      <a:pt x="52" y="75"/>
                    </a:cubicBezTo>
                    <a:cubicBezTo>
                      <a:pt x="56" y="96"/>
                      <a:pt x="0" y="255"/>
                      <a:pt x="50" y="318"/>
                    </a:cubicBezTo>
                    <a:cubicBezTo>
                      <a:pt x="100" y="381"/>
                      <a:pt x="189" y="398"/>
                      <a:pt x="189" y="398"/>
                    </a:cubicBezTo>
                    <a:cubicBezTo>
                      <a:pt x="189" y="398"/>
                      <a:pt x="50" y="349"/>
                      <a:pt x="51" y="252"/>
                    </a:cubicBezTo>
                    <a:cubicBezTo>
                      <a:pt x="52" y="155"/>
                      <a:pt x="76" y="39"/>
                      <a:pt x="52" y="0"/>
                    </a:cubicBezTo>
                    <a:close/>
                  </a:path>
                </a:pathLst>
              </a:custGeom>
              <a:solidFill>
                <a:srgbClr val="7E39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992" name="Freeform 191">
                <a:extLst>
                  <a:ext uri="{FF2B5EF4-FFF2-40B4-BE49-F238E27FC236}">
                    <a16:creationId xmlns:a16="http://schemas.microsoft.com/office/drawing/2014/main" id="{43B496B3-545B-498B-A164-32E3EA6DEB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4" y="1731"/>
                <a:ext cx="102" cy="375"/>
              </a:xfrm>
              <a:custGeom>
                <a:avLst/>
                <a:gdLst>
                  <a:gd name="T0" fmla="*/ 0 w 67"/>
                  <a:gd name="T1" fmla="*/ 0 h 246"/>
                  <a:gd name="T2" fmla="*/ 163 w 67"/>
                  <a:gd name="T3" fmla="*/ 32 h 246"/>
                  <a:gd name="T4" fmla="*/ 167 w 67"/>
                  <a:gd name="T5" fmla="*/ 425 h 246"/>
                  <a:gd name="T6" fmla="*/ 216 w 67"/>
                  <a:gd name="T7" fmla="*/ 872 h 246"/>
                  <a:gd name="T8" fmla="*/ 114 w 67"/>
                  <a:gd name="T9" fmla="*/ 438 h 246"/>
                  <a:gd name="T10" fmla="*/ 0 w 67"/>
                  <a:gd name="T11" fmla="*/ 0 h 24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7" h="246">
                    <a:moveTo>
                      <a:pt x="0" y="0"/>
                    </a:moveTo>
                    <a:cubicBezTo>
                      <a:pt x="0" y="0"/>
                      <a:pt x="34" y="16"/>
                      <a:pt x="46" y="9"/>
                    </a:cubicBezTo>
                    <a:cubicBezTo>
                      <a:pt x="58" y="2"/>
                      <a:pt x="39" y="82"/>
                      <a:pt x="47" y="120"/>
                    </a:cubicBezTo>
                    <a:cubicBezTo>
                      <a:pt x="55" y="158"/>
                      <a:pt x="62" y="214"/>
                      <a:pt x="61" y="246"/>
                    </a:cubicBezTo>
                    <a:cubicBezTo>
                      <a:pt x="61" y="246"/>
                      <a:pt x="43" y="143"/>
                      <a:pt x="32" y="123"/>
                    </a:cubicBezTo>
                    <a:cubicBezTo>
                      <a:pt x="22" y="103"/>
                      <a:pt x="67" y="33"/>
                      <a:pt x="0" y="0"/>
                    </a:cubicBezTo>
                    <a:close/>
                  </a:path>
                </a:pathLst>
              </a:custGeom>
              <a:solidFill>
                <a:srgbClr val="6B2D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993" name="Freeform 192">
                <a:extLst>
                  <a:ext uri="{FF2B5EF4-FFF2-40B4-BE49-F238E27FC236}">
                    <a16:creationId xmlns:a16="http://schemas.microsoft.com/office/drawing/2014/main" id="{F78F2EE4-9B22-4B57-83E1-2ADAF79E97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6" y="2288"/>
                <a:ext cx="99" cy="626"/>
              </a:xfrm>
              <a:custGeom>
                <a:avLst/>
                <a:gdLst>
                  <a:gd name="T0" fmla="*/ 230 w 65"/>
                  <a:gd name="T1" fmla="*/ 0 h 411"/>
                  <a:gd name="T2" fmla="*/ 168 w 65"/>
                  <a:gd name="T3" fmla="*/ 244 h 411"/>
                  <a:gd name="T4" fmla="*/ 85 w 65"/>
                  <a:gd name="T5" fmla="*/ 1452 h 411"/>
                  <a:gd name="T6" fmla="*/ 93 w 65"/>
                  <a:gd name="T7" fmla="*/ 501 h 411"/>
                  <a:gd name="T8" fmla="*/ 0 w 65"/>
                  <a:gd name="T9" fmla="*/ 190 h 411"/>
                  <a:gd name="T10" fmla="*/ 230 w 65"/>
                  <a:gd name="T11" fmla="*/ 0 h 41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5" h="411">
                    <a:moveTo>
                      <a:pt x="65" y="0"/>
                    </a:moveTo>
                    <a:cubicBezTo>
                      <a:pt x="65" y="0"/>
                      <a:pt x="52" y="57"/>
                      <a:pt x="47" y="69"/>
                    </a:cubicBezTo>
                    <a:cubicBezTo>
                      <a:pt x="42" y="81"/>
                      <a:pt x="28" y="366"/>
                      <a:pt x="24" y="411"/>
                    </a:cubicBezTo>
                    <a:cubicBezTo>
                      <a:pt x="24" y="411"/>
                      <a:pt x="21" y="172"/>
                      <a:pt x="26" y="142"/>
                    </a:cubicBezTo>
                    <a:cubicBezTo>
                      <a:pt x="30" y="113"/>
                      <a:pt x="42" y="42"/>
                      <a:pt x="0" y="54"/>
                    </a:cubicBezTo>
                    <a:cubicBezTo>
                      <a:pt x="0" y="54"/>
                      <a:pt x="52" y="36"/>
                      <a:pt x="65" y="0"/>
                    </a:cubicBezTo>
                    <a:close/>
                  </a:path>
                </a:pathLst>
              </a:custGeom>
              <a:solidFill>
                <a:srgbClr val="6B2D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994" name="Freeform 193">
                <a:extLst>
                  <a:ext uri="{FF2B5EF4-FFF2-40B4-BE49-F238E27FC236}">
                    <a16:creationId xmlns:a16="http://schemas.microsoft.com/office/drawing/2014/main" id="{A7EE2CBF-C30B-4C2C-BF1F-4312443BEB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7" y="2407"/>
                <a:ext cx="40" cy="178"/>
              </a:xfrm>
              <a:custGeom>
                <a:avLst/>
                <a:gdLst>
                  <a:gd name="T0" fmla="*/ 95 w 26"/>
                  <a:gd name="T1" fmla="*/ 0 h 117"/>
                  <a:gd name="T2" fmla="*/ 14 w 26"/>
                  <a:gd name="T3" fmla="*/ 32 h 117"/>
                  <a:gd name="T4" fmla="*/ 18 w 26"/>
                  <a:gd name="T5" fmla="*/ 70 h 117"/>
                  <a:gd name="T6" fmla="*/ 40 w 26"/>
                  <a:gd name="T7" fmla="*/ 148 h 117"/>
                  <a:gd name="T8" fmla="*/ 18 w 26"/>
                  <a:gd name="T9" fmla="*/ 254 h 117"/>
                  <a:gd name="T10" fmla="*/ 22 w 26"/>
                  <a:gd name="T11" fmla="*/ 412 h 117"/>
                  <a:gd name="T12" fmla="*/ 26 w 26"/>
                  <a:gd name="T13" fmla="*/ 263 h 117"/>
                  <a:gd name="T14" fmla="*/ 62 w 26"/>
                  <a:gd name="T15" fmla="*/ 157 h 117"/>
                  <a:gd name="T16" fmla="*/ 40 w 26"/>
                  <a:gd name="T17" fmla="*/ 75 h 117"/>
                  <a:gd name="T18" fmla="*/ 88 w 26"/>
                  <a:gd name="T19" fmla="*/ 12 h 11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6" h="117">
                    <a:moveTo>
                      <a:pt x="26" y="0"/>
                    </a:moveTo>
                    <a:cubicBezTo>
                      <a:pt x="20" y="3"/>
                      <a:pt x="9" y="4"/>
                      <a:pt x="4" y="9"/>
                    </a:cubicBezTo>
                    <a:cubicBezTo>
                      <a:pt x="1" y="13"/>
                      <a:pt x="3" y="16"/>
                      <a:pt x="5" y="20"/>
                    </a:cubicBezTo>
                    <a:cubicBezTo>
                      <a:pt x="7" y="27"/>
                      <a:pt x="9" y="35"/>
                      <a:pt x="11" y="42"/>
                    </a:cubicBezTo>
                    <a:cubicBezTo>
                      <a:pt x="15" y="53"/>
                      <a:pt x="9" y="61"/>
                      <a:pt x="5" y="72"/>
                    </a:cubicBezTo>
                    <a:cubicBezTo>
                      <a:pt x="0" y="85"/>
                      <a:pt x="2" y="104"/>
                      <a:pt x="6" y="117"/>
                    </a:cubicBezTo>
                    <a:cubicBezTo>
                      <a:pt x="1" y="105"/>
                      <a:pt x="3" y="87"/>
                      <a:pt x="7" y="75"/>
                    </a:cubicBezTo>
                    <a:cubicBezTo>
                      <a:pt x="10" y="64"/>
                      <a:pt x="17" y="56"/>
                      <a:pt x="17" y="45"/>
                    </a:cubicBezTo>
                    <a:cubicBezTo>
                      <a:pt x="18" y="36"/>
                      <a:pt x="11" y="30"/>
                      <a:pt x="11" y="21"/>
                    </a:cubicBezTo>
                    <a:cubicBezTo>
                      <a:pt x="12" y="15"/>
                      <a:pt x="18" y="4"/>
                      <a:pt x="24" y="3"/>
                    </a:cubicBezTo>
                  </a:path>
                </a:pathLst>
              </a:custGeom>
              <a:solidFill>
                <a:srgbClr val="6B2D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995" name="Freeform 194">
                <a:extLst>
                  <a:ext uri="{FF2B5EF4-FFF2-40B4-BE49-F238E27FC236}">
                    <a16:creationId xmlns:a16="http://schemas.microsoft.com/office/drawing/2014/main" id="{48B8C5E6-21F9-4AC3-85D2-084B1B44A7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0" y="3082"/>
                <a:ext cx="78" cy="259"/>
              </a:xfrm>
              <a:custGeom>
                <a:avLst/>
                <a:gdLst>
                  <a:gd name="T0" fmla="*/ 21 w 51"/>
                  <a:gd name="T1" fmla="*/ 0 h 170"/>
                  <a:gd name="T2" fmla="*/ 141 w 51"/>
                  <a:gd name="T3" fmla="*/ 70 h 170"/>
                  <a:gd name="T4" fmla="*/ 176 w 51"/>
                  <a:gd name="T5" fmla="*/ 81 h 170"/>
                  <a:gd name="T6" fmla="*/ 156 w 51"/>
                  <a:gd name="T7" fmla="*/ 130 h 170"/>
                  <a:gd name="T8" fmla="*/ 122 w 51"/>
                  <a:gd name="T9" fmla="*/ 360 h 170"/>
                  <a:gd name="T10" fmla="*/ 107 w 51"/>
                  <a:gd name="T11" fmla="*/ 602 h 170"/>
                  <a:gd name="T12" fmla="*/ 93 w 51"/>
                  <a:gd name="T13" fmla="*/ 187 h 170"/>
                  <a:gd name="T14" fmla="*/ 43 w 51"/>
                  <a:gd name="T15" fmla="*/ 81 h 170"/>
                  <a:gd name="T16" fmla="*/ 14 w 51"/>
                  <a:gd name="T17" fmla="*/ 5 h 17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1" h="170">
                    <a:moveTo>
                      <a:pt x="6" y="0"/>
                    </a:moveTo>
                    <a:cubicBezTo>
                      <a:pt x="12" y="11"/>
                      <a:pt x="27" y="18"/>
                      <a:pt x="39" y="20"/>
                    </a:cubicBezTo>
                    <a:cubicBezTo>
                      <a:pt x="42" y="20"/>
                      <a:pt x="47" y="19"/>
                      <a:pt x="49" y="23"/>
                    </a:cubicBezTo>
                    <a:cubicBezTo>
                      <a:pt x="51" y="27"/>
                      <a:pt x="46" y="33"/>
                      <a:pt x="44" y="37"/>
                    </a:cubicBezTo>
                    <a:cubicBezTo>
                      <a:pt x="34" y="57"/>
                      <a:pt x="35" y="79"/>
                      <a:pt x="34" y="102"/>
                    </a:cubicBezTo>
                    <a:cubicBezTo>
                      <a:pt x="33" y="124"/>
                      <a:pt x="30" y="147"/>
                      <a:pt x="30" y="170"/>
                    </a:cubicBezTo>
                    <a:cubicBezTo>
                      <a:pt x="21" y="132"/>
                      <a:pt x="34" y="91"/>
                      <a:pt x="26" y="53"/>
                    </a:cubicBezTo>
                    <a:cubicBezTo>
                      <a:pt x="23" y="42"/>
                      <a:pt x="18" y="32"/>
                      <a:pt x="12" y="23"/>
                    </a:cubicBezTo>
                    <a:cubicBezTo>
                      <a:pt x="9" y="18"/>
                      <a:pt x="0" y="7"/>
                      <a:pt x="4" y="1"/>
                    </a:cubicBezTo>
                  </a:path>
                </a:pathLst>
              </a:custGeom>
              <a:solidFill>
                <a:srgbClr val="6B2D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996" name="Freeform 195">
                <a:extLst>
                  <a:ext uri="{FF2B5EF4-FFF2-40B4-BE49-F238E27FC236}">
                    <a16:creationId xmlns:a16="http://schemas.microsoft.com/office/drawing/2014/main" id="{E1F514E8-EF14-442B-A33C-FFD53FFE97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7" y="3114"/>
                <a:ext cx="63" cy="285"/>
              </a:xfrm>
              <a:custGeom>
                <a:avLst/>
                <a:gdLst>
                  <a:gd name="T0" fmla="*/ 0 w 41"/>
                  <a:gd name="T1" fmla="*/ 0 h 187"/>
                  <a:gd name="T2" fmla="*/ 54 w 41"/>
                  <a:gd name="T3" fmla="*/ 18 h 187"/>
                  <a:gd name="T4" fmla="*/ 97 w 41"/>
                  <a:gd name="T5" fmla="*/ 21 h 187"/>
                  <a:gd name="T6" fmla="*/ 123 w 41"/>
                  <a:gd name="T7" fmla="*/ 14 h 187"/>
                  <a:gd name="T8" fmla="*/ 141 w 41"/>
                  <a:gd name="T9" fmla="*/ 149 h 187"/>
                  <a:gd name="T10" fmla="*/ 114 w 41"/>
                  <a:gd name="T11" fmla="*/ 661 h 187"/>
                  <a:gd name="T12" fmla="*/ 97 w 41"/>
                  <a:gd name="T13" fmla="*/ 393 h 187"/>
                  <a:gd name="T14" fmla="*/ 94 w 41"/>
                  <a:gd name="T15" fmla="*/ 204 h 187"/>
                  <a:gd name="T16" fmla="*/ 54 w 41"/>
                  <a:gd name="T17" fmla="*/ 94 h 187"/>
                  <a:gd name="T18" fmla="*/ 0 w 41"/>
                  <a:gd name="T19" fmla="*/ 21 h 18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1" h="187">
                    <a:moveTo>
                      <a:pt x="0" y="0"/>
                    </a:moveTo>
                    <a:cubicBezTo>
                      <a:pt x="5" y="1"/>
                      <a:pt x="10" y="4"/>
                      <a:pt x="15" y="5"/>
                    </a:cubicBezTo>
                    <a:cubicBezTo>
                      <a:pt x="19" y="6"/>
                      <a:pt x="23" y="6"/>
                      <a:pt x="27" y="6"/>
                    </a:cubicBezTo>
                    <a:cubicBezTo>
                      <a:pt x="28" y="5"/>
                      <a:pt x="33" y="3"/>
                      <a:pt x="34" y="4"/>
                    </a:cubicBezTo>
                    <a:cubicBezTo>
                      <a:pt x="41" y="7"/>
                      <a:pt x="39" y="36"/>
                      <a:pt x="39" y="42"/>
                    </a:cubicBezTo>
                    <a:cubicBezTo>
                      <a:pt x="38" y="90"/>
                      <a:pt x="25" y="139"/>
                      <a:pt x="31" y="187"/>
                    </a:cubicBezTo>
                    <a:cubicBezTo>
                      <a:pt x="24" y="163"/>
                      <a:pt x="28" y="135"/>
                      <a:pt x="27" y="111"/>
                    </a:cubicBezTo>
                    <a:cubicBezTo>
                      <a:pt x="27" y="94"/>
                      <a:pt x="30" y="75"/>
                      <a:pt x="26" y="58"/>
                    </a:cubicBezTo>
                    <a:cubicBezTo>
                      <a:pt x="24" y="47"/>
                      <a:pt x="20" y="36"/>
                      <a:pt x="15" y="27"/>
                    </a:cubicBezTo>
                    <a:cubicBezTo>
                      <a:pt x="11" y="19"/>
                      <a:pt x="5" y="14"/>
                      <a:pt x="0" y="6"/>
                    </a:cubicBezTo>
                  </a:path>
                </a:pathLst>
              </a:custGeom>
              <a:solidFill>
                <a:srgbClr val="6B2D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997" name="Freeform 196">
                <a:extLst>
                  <a:ext uri="{FF2B5EF4-FFF2-40B4-BE49-F238E27FC236}">
                    <a16:creationId xmlns:a16="http://schemas.microsoft.com/office/drawing/2014/main" id="{91653706-16A8-478B-B0E0-83D0B73B56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2" y="906"/>
                <a:ext cx="32" cy="87"/>
              </a:xfrm>
              <a:custGeom>
                <a:avLst/>
                <a:gdLst>
                  <a:gd name="T0" fmla="*/ 18 w 21"/>
                  <a:gd name="T1" fmla="*/ 0 h 57"/>
                  <a:gd name="T2" fmla="*/ 0 w 21"/>
                  <a:gd name="T3" fmla="*/ 63 h 57"/>
                  <a:gd name="T4" fmla="*/ 5 w 21"/>
                  <a:gd name="T5" fmla="*/ 116 h 57"/>
                  <a:gd name="T6" fmla="*/ 26 w 21"/>
                  <a:gd name="T7" fmla="*/ 168 h 57"/>
                  <a:gd name="T8" fmla="*/ 75 w 21"/>
                  <a:gd name="T9" fmla="*/ 203 h 57"/>
                  <a:gd name="T10" fmla="*/ 35 w 21"/>
                  <a:gd name="T11" fmla="*/ 160 h 57"/>
                  <a:gd name="T12" fmla="*/ 21 w 21"/>
                  <a:gd name="T13" fmla="*/ 121 h 57"/>
                  <a:gd name="T14" fmla="*/ 32 w 21"/>
                  <a:gd name="T15" fmla="*/ 85 h 57"/>
                  <a:gd name="T16" fmla="*/ 62 w 21"/>
                  <a:gd name="T17" fmla="*/ 110 h 57"/>
                  <a:gd name="T18" fmla="*/ 41 w 21"/>
                  <a:gd name="T19" fmla="*/ 85 h 57"/>
                  <a:gd name="T20" fmla="*/ 21 w 21"/>
                  <a:gd name="T21" fmla="*/ 67 h 57"/>
                  <a:gd name="T22" fmla="*/ 12 w 21"/>
                  <a:gd name="T23" fmla="*/ 5 h 5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1" h="57">
                    <a:moveTo>
                      <a:pt x="5" y="0"/>
                    </a:moveTo>
                    <a:cubicBezTo>
                      <a:pt x="0" y="4"/>
                      <a:pt x="0" y="13"/>
                      <a:pt x="0" y="18"/>
                    </a:cubicBezTo>
                    <a:cubicBezTo>
                      <a:pt x="0" y="23"/>
                      <a:pt x="1" y="28"/>
                      <a:pt x="1" y="33"/>
                    </a:cubicBezTo>
                    <a:cubicBezTo>
                      <a:pt x="2" y="39"/>
                      <a:pt x="3" y="43"/>
                      <a:pt x="7" y="47"/>
                    </a:cubicBezTo>
                    <a:cubicBezTo>
                      <a:pt x="11" y="51"/>
                      <a:pt x="17" y="54"/>
                      <a:pt x="21" y="57"/>
                    </a:cubicBezTo>
                    <a:cubicBezTo>
                      <a:pt x="17" y="55"/>
                      <a:pt x="13" y="49"/>
                      <a:pt x="10" y="45"/>
                    </a:cubicBezTo>
                    <a:cubicBezTo>
                      <a:pt x="6" y="42"/>
                      <a:pt x="6" y="39"/>
                      <a:pt x="6" y="34"/>
                    </a:cubicBezTo>
                    <a:cubicBezTo>
                      <a:pt x="7" y="32"/>
                      <a:pt x="7" y="26"/>
                      <a:pt x="9" y="24"/>
                    </a:cubicBezTo>
                    <a:cubicBezTo>
                      <a:pt x="11" y="23"/>
                      <a:pt x="16" y="30"/>
                      <a:pt x="18" y="31"/>
                    </a:cubicBezTo>
                    <a:cubicBezTo>
                      <a:pt x="16" y="28"/>
                      <a:pt x="14" y="26"/>
                      <a:pt x="12" y="24"/>
                    </a:cubicBezTo>
                    <a:cubicBezTo>
                      <a:pt x="10" y="22"/>
                      <a:pt x="8" y="21"/>
                      <a:pt x="6" y="19"/>
                    </a:cubicBezTo>
                    <a:cubicBezTo>
                      <a:pt x="3" y="16"/>
                      <a:pt x="1" y="5"/>
                      <a:pt x="3" y="1"/>
                    </a:cubicBezTo>
                  </a:path>
                </a:pathLst>
              </a:custGeom>
              <a:solidFill>
                <a:srgbClr val="6B2D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998" name="Freeform 197">
                <a:extLst>
                  <a:ext uri="{FF2B5EF4-FFF2-40B4-BE49-F238E27FC236}">
                    <a16:creationId xmlns:a16="http://schemas.microsoft.com/office/drawing/2014/main" id="{4CFEECA3-6EC1-4894-BC94-D02B7CF803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7" y="934"/>
                <a:ext cx="55" cy="24"/>
              </a:xfrm>
              <a:custGeom>
                <a:avLst/>
                <a:gdLst>
                  <a:gd name="T0" fmla="*/ 0 w 36"/>
                  <a:gd name="T1" fmla="*/ 48 h 16"/>
                  <a:gd name="T2" fmla="*/ 72 w 36"/>
                  <a:gd name="T3" fmla="*/ 27 h 16"/>
                  <a:gd name="T4" fmla="*/ 101 w 36"/>
                  <a:gd name="T5" fmla="*/ 8 h 16"/>
                  <a:gd name="T6" fmla="*/ 128 w 36"/>
                  <a:gd name="T7" fmla="*/ 0 h 16"/>
                  <a:gd name="T8" fmla="*/ 89 w 36"/>
                  <a:gd name="T9" fmla="*/ 18 h 16"/>
                  <a:gd name="T10" fmla="*/ 67 w 36"/>
                  <a:gd name="T11" fmla="*/ 39 h 16"/>
                  <a:gd name="T12" fmla="*/ 35 w 36"/>
                  <a:gd name="T13" fmla="*/ 48 h 16"/>
                  <a:gd name="T14" fmla="*/ 12 w 36"/>
                  <a:gd name="T15" fmla="*/ 53 h 1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6" h="16">
                    <a:moveTo>
                      <a:pt x="0" y="14"/>
                    </a:moveTo>
                    <a:cubicBezTo>
                      <a:pt x="7" y="16"/>
                      <a:pt x="15" y="13"/>
                      <a:pt x="20" y="8"/>
                    </a:cubicBezTo>
                    <a:cubicBezTo>
                      <a:pt x="22" y="5"/>
                      <a:pt x="24" y="4"/>
                      <a:pt x="28" y="2"/>
                    </a:cubicBezTo>
                    <a:cubicBezTo>
                      <a:pt x="31" y="2"/>
                      <a:pt x="34" y="2"/>
                      <a:pt x="36" y="0"/>
                    </a:cubicBezTo>
                    <a:cubicBezTo>
                      <a:pt x="33" y="3"/>
                      <a:pt x="29" y="3"/>
                      <a:pt x="25" y="5"/>
                    </a:cubicBezTo>
                    <a:cubicBezTo>
                      <a:pt x="22" y="7"/>
                      <a:pt x="21" y="9"/>
                      <a:pt x="19" y="11"/>
                    </a:cubicBezTo>
                    <a:cubicBezTo>
                      <a:pt x="16" y="13"/>
                      <a:pt x="13" y="14"/>
                      <a:pt x="10" y="14"/>
                    </a:cubicBezTo>
                    <a:cubicBezTo>
                      <a:pt x="8" y="14"/>
                      <a:pt x="5" y="14"/>
                      <a:pt x="3" y="15"/>
                    </a:cubicBezTo>
                  </a:path>
                </a:pathLst>
              </a:custGeom>
              <a:solidFill>
                <a:srgbClr val="6B2D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999" name="Freeform 198">
                <a:extLst>
                  <a:ext uri="{FF2B5EF4-FFF2-40B4-BE49-F238E27FC236}">
                    <a16:creationId xmlns:a16="http://schemas.microsoft.com/office/drawing/2014/main" id="{D9247E23-B300-4DCE-BB54-4F5DA86B98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1" y="941"/>
                <a:ext cx="25" cy="6"/>
              </a:xfrm>
              <a:custGeom>
                <a:avLst/>
                <a:gdLst>
                  <a:gd name="T0" fmla="*/ 0 w 16"/>
                  <a:gd name="T1" fmla="*/ 14 h 4"/>
                  <a:gd name="T2" fmla="*/ 61 w 16"/>
                  <a:gd name="T3" fmla="*/ 0 h 4"/>
                  <a:gd name="T4" fmla="*/ 0 w 16"/>
                  <a:gd name="T5" fmla="*/ 14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4">
                    <a:moveTo>
                      <a:pt x="0" y="4"/>
                    </a:moveTo>
                    <a:cubicBezTo>
                      <a:pt x="3" y="0"/>
                      <a:pt x="11" y="1"/>
                      <a:pt x="16" y="0"/>
                    </a:cubicBezTo>
                    <a:cubicBezTo>
                      <a:pt x="11" y="4"/>
                      <a:pt x="5" y="2"/>
                      <a:pt x="0" y="4"/>
                    </a:cubicBezTo>
                  </a:path>
                </a:pathLst>
              </a:custGeom>
              <a:solidFill>
                <a:srgbClr val="6B2D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3000" name="Freeform 199">
                <a:extLst>
                  <a:ext uri="{FF2B5EF4-FFF2-40B4-BE49-F238E27FC236}">
                    <a16:creationId xmlns:a16="http://schemas.microsoft.com/office/drawing/2014/main" id="{384A9C3E-D7D0-448F-B386-5B37541008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7" y="850"/>
                <a:ext cx="45" cy="52"/>
              </a:xfrm>
              <a:custGeom>
                <a:avLst/>
                <a:gdLst>
                  <a:gd name="T0" fmla="*/ 0 w 30"/>
                  <a:gd name="T1" fmla="*/ 0 h 34"/>
                  <a:gd name="T2" fmla="*/ 39 w 30"/>
                  <a:gd name="T3" fmla="*/ 21 h 34"/>
                  <a:gd name="T4" fmla="*/ 66 w 30"/>
                  <a:gd name="T5" fmla="*/ 49 h 34"/>
                  <a:gd name="T6" fmla="*/ 102 w 30"/>
                  <a:gd name="T7" fmla="*/ 122 h 34"/>
                  <a:gd name="T8" fmla="*/ 75 w 30"/>
                  <a:gd name="T9" fmla="*/ 66 h 34"/>
                  <a:gd name="T10" fmla="*/ 59 w 30"/>
                  <a:gd name="T11" fmla="*/ 32 h 34"/>
                  <a:gd name="T12" fmla="*/ 12 w 30"/>
                  <a:gd name="T13" fmla="*/ 0 h 3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34">
                    <a:moveTo>
                      <a:pt x="0" y="0"/>
                    </a:moveTo>
                    <a:cubicBezTo>
                      <a:pt x="4" y="4"/>
                      <a:pt x="7" y="4"/>
                      <a:pt x="11" y="6"/>
                    </a:cubicBezTo>
                    <a:cubicBezTo>
                      <a:pt x="15" y="8"/>
                      <a:pt x="17" y="11"/>
                      <a:pt x="19" y="14"/>
                    </a:cubicBezTo>
                    <a:cubicBezTo>
                      <a:pt x="22" y="20"/>
                      <a:pt x="27" y="27"/>
                      <a:pt x="30" y="34"/>
                    </a:cubicBezTo>
                    <a:cubicBezTo>
                      <a:pt x="27" y="29"/>
                      <a:pt x="24" y="24"/>
                      <a:pt x="22" y="18"/>
                    </a:cubicBezTo>
                    <a:cubicBezTo>
                      <a:pt x="21" y="15"/>
                      <a:pt x="20" y="11"/>
                      <a:pt x="17" y="9"/>
                    </a:cubicBezTo>
                    <a:cubicBezTo>
                      <a:pt x="13" y="5"/>
                      <a:pt x="6" y="5"/>
                      <a:pt x="3" y="0"/>
                    </a:cubicBezTo>
                  </a:path>
                </a:pathLst>
              </a:custGeom>
              <a:solidFill>
                <a:srgbClr val="6B2D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3001" name="Freeform 200">
                <a:extLst>
                  <a:ext uri="{FF2B5EF4-FFF2-40B4-BE49-F238E27FC236}">
                    <a16:creationId xmlns:a16="http://schemas.microsoft.com/office/drawing/2014/main" id="{7EE8A03E-C3EB-4D11-AC22-5059CF9FB5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6" y="822"/>
                <a:ext cx="125" cy="12"/>
              </a:xfrm>
              <a:custGeom>
                <a:avLst/>
                <a:gdLst>
                  <a:gd name="T0" fmla="*/ 0 w 82"/>
                  <a:gd name="T1" fmla="*/ 21 h 8"/>
                  <a:gd name="T2" fmla="*/ 18 w 82"/>
                  <a:gd name="T3" fmla="*/ 21 h 8"/>
                  <a:gd name="T4" fmla="*/ 79 w 82"/>
                  <a:gd name="T5" fmla="*/ 8 h 8"/>
                  <a:gd name="T6" fmla="*/ 183 w 82"/>
                  <a:gd name="T7" fmla="*/ 14 h 8"/>
                  <a:gd name="T8" fmla="*/ 252 w 82"/>
                  <a:gd name="T9" fmla="*/ 18 h 8"/>
                  <a:gd name="T10" fmla="*/ 291 w 82"/>
                  <a:gd name="T11" fmla="*/ 14 h 8"/>
                  <a:gd name="T12" fmla="*/ 212 w 82"/>
                  <a:gd name="T13" fmla="*/ 14 h 8"/>
                  <a:gd name="T14" fmla="*/ 128 w 82"/>
                  <a:gd name="T15" fmla="*/ 0 h 8"/>
                  <a:gd name="T16" fmla="*/ 56 w 82"/>
                  <a:gd name="T17" fmla="*/ 12 h 8"/>
                  <a:gd name="T18" fmla="*/ 5 w 82"/>
                  <a:gd name="T19" fmla="*/ 26 h 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2" h="8">
                    <a:moveTo>
                      <a:pt x="0" y="6"/>
                    </a:moveTo>
                    <a:cubicBezTo>
                      <a:pt x="1" y="8"/>
                      <a:pt x="3" y="7"/>
                      <a:pt x="5" y="6"/>
                    </a:cubicBezTo>
                    <a:cubicBezTo>
                      <a:pt x="11" y="4"/>
                      <a:pt x="16" y="2"/>
                      <a:pt x="22" y="2"/>
                    </a:cubicBezTo>
                    <a:cubicBezTo>
                      <a:pt x="32" y="2"/>
                      <a:pt x="42" y="3"/>
                      <a:pt x="52" y="4"/>
                    </a:cubicBezTo>
                    <a:cubicBezTo>
                      <a:pt x="59" y="4"/>
                      <a:pt x="64" y="6"/>
                      <a:pt x="71" y="5"/>
                    </a:cubicBezTo>
                    <a:cubicBezTo>
                      <a:pt x="75" y="5"/>
                      <a:pt x="79" y="3"/>
                      <a:pt x="82" y="4"/>
                    </a:cubicBezTo>
                    <a:cubicBezTo>
                      <a:pt x="75" y="5"/>
                      <a:pt x="67" y="5"/>
                      <a:pt x="60" y="4"/>
                    </a:cubicBezTo>
                    <a:cubicBezTo>
                      <a:pt x="52" y="4"/>
                      <a:pt x="44" y="0"/>
                      <a:pt x="36" y="0"/>
                    </a:cubicBezTo>
                    <a:cubicBezTo>
                      <a:pt x="29" y="1"/>
                      <a:pt x="22" y="1"/>
                      <a:pt x="16" y="3"/>
                    </a:cubicBezTo>
                    <a:cubicBezTo>
                      <a:pt x="11" y="4"/>
                      <a:pt x="6" y="7"/>
                      <a:pt x="1" y="7"/>
                    </a:cubicBezTo>
                  </a:path>
                </a:pathLst>
              </a:custGeom>
              <a:solidFill>
                <a:srgbClr val="6B2D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3002" name="Freeform 201">
                <a:extLst>
                  <a:ext uri="{FF2B5EF4-FFF2-40B4-BE49-F238E27FC236}">
                    <a16:creationId xmlns:a16="http://schemas.microsoft.com/office/drawing/2014/main" id="{C20BD3BF-08B9-493A-8BCE-688C2A4D63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8" y="799"/>
                <a:ext cx="123" cy="11"/>
              </a:xfrm>
              <a:custGeom>
                <a:avLst/>
                <a:gdLst>
                  <a:gd name="T0" fmla="*/ 0 w 81"/>
                  <a:gd name="T1" fmla="*/ 20 h 7"/>
                  <a:gd name="T2" fmla="*/ 88 w 81"/>
                  <a:gd name="T3" fmla="*/ 14 h 7"/>
                  <a:gd name="T4" fmla="*/ 175 w 81"/>
                  <a:gd name="T5" fmla="*/ 20 h 7"/>
                  <a:gd name="T6" fmla="*/ 237 w 81"/>
                  <a:gd name="T7" fmla="*/ 14 h 7"/>
                  <a:gd name="T8" fmla="*/ 284 w 81"/>
                  <a:gd name="T9" fmla="*/ 20 h 7"/>
                  <a:gd name="T10" fmla="*/ 194 w 81"/>
                  <a:gd name="T11" fmla="*/ 14 h 7"/>
                  <a:gd name="T12" fmla="*/ 112 w 81"/>
                  <a:gd name="T13" fmla="*/ 14 h 7"/>
                  <a:gd name="T14" fmla="*/ 46 w 81"/>
                  <a:gd name="T15" fmla="*/ 13 h 7"/>
                  <a:gd name="T16" fmla="*/ 5 w 81"/>
                  <a:gd name="T17" fmla="*/ 22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1" h="7">
                    <a:moveTo>
                      <a:pt x="0" y="5"/>
                    </a:moveTo>
                    <a:cubicBezTo>
                      <a:pt x="7" y="0"/>
                      <a:pt x="18" y="3"/>
                      <a:pt x="25" y="4"/>
                    </a:cubicBezTo>
                    <a:cubicBezTo>
                      <a:pt x="34" y="4"/>
                      <a:pt x="42" y="4"/>
                      <a:pt x="50" y="5"/>
                    </a:cubicBezTo>
                    <a:cubicBezTo>
                      <a:pt x="56" y="6"/>
                      <a:pt x="62" y="4"/>
                      <a:pt x="68" y="4"/>
                    </a:cubicBezTo>
                    <a:cubicBezTo>
                      <a:pt x="72" y="5"/>
                      <a:pt x="77" y="5"/>
                      <a:pt x="81" y="5"/>
                    </a:cubicBezTo>
                    <a:cubicBezTo>
                      <a:pt x="72" y="4"/>
                      <a:pt x="64" y="3"/>
                      <a:pt x="55" y="4"/>
                    </a:cubicBezTo>
                    <a:cubicBezTo>
                      <a:pt x="47" y="4"/>
                      <a:pt x="39" y="5"/>
                      <a:pt x="32" y="4"/>
                    </a:cubicBezTo>
                    <a:cubicBezTo>
                      <a:pt x="25" y="3"/>
                      <a:pt x="19" y="2"/>
                      <a:pt x="13" y="3"/>
                    </a:cubicBezTo>
                    <a:cubicBezTo>
                      <a:pt x="9" y="3"/>
                      <a:pt x="5" y="7"/>
                      <a:pt x="1" y="6"/>
                    </a:cubicBezTo>
                  </a:path>
                </a:pathLst>
              </a:custGeom>
              <a:solidFill>
                <a:srgbClr val="6B2D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3003" name="Freeform 202">
                <a:extLst>
                  <a:ext uri="{FF2B5EF4-FFF2-40B4-BE49-F238E27FC236}">
                    <a16:creationId xmlns:a16="http://schemas.microsoft.com/office/drawing/2014/main" id="{6AD2AA7F-9584-41B3-83C0-F274139EEC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2" y="775"/>
                <a:ext cx="76" cy="18"/>
              </a:xfrm>
              <a:custGeom>
                <a:avLst/>
                <a:gdLst>
                  <a:gd name="T0" fmla="*/ 5 w 50"/>
                  <a:gd name="T1" fmla="*/ 39 h 12"/>
                  <a:gd name="T2" fmla="*/ 102 w 50"/>
                  <a:gd name="T3" fmla="*/ 14 h 12"/>
                  <a:gd name="T4" fmla="*/ 176 w 50"/>
                  <a:gd name="T5" fmla="*/ 21 h 12"/>
                  <a:gd name="T6" fmla="*/ 120 w 50"/>
                  <a:gd name="T7" fmla="*/ 0 h 12"/>
                  <a:gd name="T8" fmla="*/ 70 w 50"/>
                  <a:gd name="T9" fmla="*/ 8 h 12"/>
                  <a:gd name="T10" fmla="*/ 0 w 50"/>
                  <a:gd name="T11" fmla="*/ 41 h 1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0" h="12">
                    <a:moveTo>
                      <a:pt x="1" y="11"/>
                    </a:moveTo>
                    <a:cubicBezTo>
                      <a:pt x="10" y="7"/>
                      <a:pt x="19" y="4"/>
                      <a:pt x="29" y="4"/>
                    </a:cubicBezTo>
                    <a:cubicBezTo>
                      <a:pt x="36" y="4"/>
                      <a:pt x="43" y="6"/>
                      <a:pt x="50" y="6"/>
                    </a:cubicBezTo>
                    <a:cubicBezTo>
                      <a:pt x="44" y="3"/>
                      <a:pt x="40" y="0"/>
                      <a:pt x="34" y="0"/>
                    </a:cubicBezTo>
                    <a:cubicBezTo>
                      <a:pt x="29" y="0"/>
                      <a:pt x="25" y="1"/>
                      <a:pt x="20" y="2"/>
                    </a:cubicBezTo>
                    <a:cubicBezTo>
                      <a:pt x="13" y="4"/>
                      <a:pt x="5" y="6"/>
                      <a:pt x="0" y="12"/>
                    </a:cubicBezTo>
                  </a:path>
                </a:pathLst>
              </a:custGeom>
              <a:solidFill>
                <a:srgbClr val="6B2D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3004" name="Freeform 203">
                <a:extLst>
                  <a:ext uri="{FF2B5EF4-FFF2-40B4-BE49-F238E27FC236}">
                    <a16:creationId xmlns:a16="http://schemas.microsoft.com/office/drawing/2014/main" id="{890EDAC9-EEDB-444D-BDD4-C110EA8853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2" y="1123"/>
                <a:ext cx="66" cy="129"/>
              </a:xfrm>
              <a:custGeom>
                <a:avLst/>
                <a:gdLst>
                  <a:gd name="T0" fmla="*/ 0 w 43"/>
                  <a:gd name="T1" fmla="*/ 0 h 85"/>
                  <a:gd name="T2" fmla="*/ 75 w 43"/>
                  <a:gd name="T3" fmla="*/ 134 h 85"/>
                  <a:gd name="T4" fmla="*/ 149 w 43"/>
                  <a:gd name="T5" fmla="*/ 297 h 8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" h="85">
                    <a:moveTo>
                      <a:pt x="0" y="0"/>
                    </a:moveTo>
                    <a:cubicBezTo>
                      <a:pt x="11" y="13"/>
                      <a:pt x="15" y="25"/>
                      <a:pt x="21" y="38"/>
                    </a:cubicBezTo>
                    <a:cubicBezTo>
                      <a:pt x="29" y="52"/>
                      <a:pt x="43" y="67"/>
                      <a:pt x="41" y="85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</p:grpSp>
        <p:sp>
          <p:nvSpPr>
            <p:cNvPr id="42791" name="Freeform 204">
              <a:extLst>
                <a:ext uri="{FF2B5EF4-FFF2-40B4-BE49-F238E27FC236}">
                  <a16:creationId xmlns:a16="http://schemas.microsoft.com/office/drawing/2014/main" id="{D9B3FBEE-7E18-455C-85F2-6C90F378C4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1" y="1175"/>
              <a:ext cx="94" cy="28"/>
            </a:xfrm>
            <a:custGeom>
              <a:avLst/>
              <a:gdLst>
                <a:gd name="T0" fmla="*/ 0 w 61"/>
                <a:gd name="T1" fmla="*/ 0 h 19"/>
                <a:gd name="T2" fmla="*/ 117 w 61"/>
                <a:gd name="T3" fmla="*/ 60 h 19"/>
                <a:gd name="T4" fmla="*/ 180 w 61"/>
                <a:gd name="T5" fmla="*/ 47 h 19"/>
                <a:gd name="T6" fmla="*/ 223 w 61"/>
                <a:gd name="T7" fmla="*/ 27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1" h="19">
                  <a:moveTo>
                    <a:pt x="0" y="0"/>
                  </a:moveTo>
                  <a:cubicBezTo>
                    <a:pt x="8" y="11"/>
                    <a:pt x="18" y="19"/>
                    <a:pt x="32" y="19"/>
                  </a:cubicBezTo>
                  <a:cubicBezTo>
                    <a:pt x="39" y="19"/>
                    <a:pt x="43" y="18"/>
                    <a:pt x="49" y="15"/>
                  </a:cubicBezTo>
                  <a:cubicBezTo>
                    <a:pt x="52" y="13"/>
                    <a:pt x="59" y="12"/>
                    <a:pt x="61" y="8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2792" name="Freeform 205">
              <a:extLst>
                <a:ext uri="{FF2B5EF4-FFF2-40B4-BE49-F238E27FC236}">
                  <a16:creationId xmlns:a16="http://schemas.microsoft.com/office/drawing/2014/main" id="{EBBBB3AF-1EF7-4AEE-BB6A-661ADAC402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9" y="1132"/>
              <a:ext cx="135" cy="67"/>
            </a:xfrm>
            <a:custGeom>
              <a:avLst/>
              <a:gdLst>
                <a:gd name="T0" fmla="*/ 0 w 88"/>
                <a:gd name="T1" fmla="*/ 21 h 44"/>
                <a:gd name="T2" fmla="*/ 144 w 88"/>
                <a:gd name="T3" fmla="*/ 94 h 44"/>
                <a:gd name="T4" fmla="*/ 318 w 88"/>
                <a:gd name="T5" fmla="*/ 0 h 44"/>
                <a:gd name="T6" fmla="*/ 181 w 88"/>
                <a:gd name="T7" fmla="*/ 110 h 44"/>
                <a:gd name="T8" fmla="*/ 114 w 88"/>
                <a:gd name="T9" fmla="*/ 155 h 44"/>
                <a:gd name="T10" fmla="*/ 28 w 88"/>
                <a:gd name="T11" fmla="*/ 88 h 44"/>
                <a:gd name="T12" fmla="*/ 0 w 88"/>
                <a:gd name="T13" fmla="*/ 21 h 4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8" h="44">
                  <a:moveTo>
                    <a:pt x="0" y="6"/>
                  </a:moveTo>
                  <a:cubicBezTo>
                    <a:pt x="0" y="6"/>
                    <a:pt x="20" y="27"/>
                    <a:pt x="40" y="27"/>
                  </a:cubicBezTo>
                  <a:cubicBezTo>
                    <a:pt x="59" y="27"/>
                    <a:pt x="79" y="8"/>
                    <a:pt x="88" y="0"/>
                  </a:cubicBezTo>
                  <a:cubicBezTo>
                    <a:pt x="88" y="0"/>
                    <a:pt x="73" y="24"/>
                    <a:pt x="50" y="31"/>
                  </a:cubicBezTo>
                  <a:cubicBezTo>
                    <a:pt x="27" y="38"/>
                    <a:pt x="27" y="40"/>
                    <a:pt x="31" y="44"/>
                  </a:cubicBezTo>
                  <a:cubicBezTo>
                    <a:pt x="31" y="44"/>
                    <a:pt x="12" y="34"/>
                    <a:pt x="8" y="25"/>
                  </a:cubicBezTo>
                  <a:cubicBezTo>
                    <a:pt x="4" y="16"/>
                    <a:pt x="0" y="6"/>
                    <a:pt x="0" y="6"/>
                  </a:cubicBezTo>
                  <a:close/>
                </a:path>
              </a:pathLst>
            </a:custGeom>
            <a:solidFill>
              <a:srgbClr val="6B2D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2793" name="Freeform 206">
              <a:extLst>
                <a:ext uri="{FF2B5EF4-FFF2-40B4-BE49-F238E27FC236}">
                  <a16:creationId xmlns:a16="http://schemas.microsoft.com/office/drawing/2014/main" id="{E94B1E8C-AA62-420C-95B5-21AE2E1EA61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4" y="1118"/>
              <a:ext cx="35" cy="118"/>
            </a:xfrm>
            <a:custGeom>
              <a:avLst/>
              <a:gdLst>
                <a:gd name="T0" fmla="*/ 81 w 23"/>
                <a:gd name="T1" fmla="*/ 5 h 77"/>
                <a:gd name="T2" fmla="*/ 26 w 23"/>
                <a:gd name="T3" fmla="*/ 164 h 77"/>
                <a:gd name="T4" fmla="*/ 0 w 23"/>
                <a:gd name="T5" fmla="*/ 277 h 77"/>
                <a:gd name="T6" fmla="*/ 35 w 23"/>
                <a:gd name="T7" fmla="*/ 195 h 77"/>
                <a:gd name="T8" fmla="*/ 49 w 23"/>
                <a:gd name="T9" fmla="*/ 115 h 77"/>
                <a:gd name="T10" fmla="*/ 81 w 23"/>
                <a:gd name="T11" fmla="*/ 0 h 7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" h="77">
                  <a:moveTo>
                    <a:pt x="23" y="1"/>
                  </a:moveTo>
                  <a:cubicBezTo>
                    <a:pt x="16" y="16"/>
                    <a:pt x="9" y="29"/>
                    <a:pt x="7" y="46"/>
                  </a:cubicBezTo>
                  <a:cubicBezTo>
                    <a:pt x="6" y="56"/>
                    <a:pt x="4" y="67"/>
                    <a:pt x="0" y="77"/>
                  </a:cubicBezTo>
                  <a:cubicBezTo>
                    <a:pt x="4" y="69"/>
                    <a:pt x="8" y="62"/>
                    <a:pt x="10" y="54"/>
                  </a:cubicBezTo>
                  <a:cubicBezTo>
                    <a:pt x="12" y="47"/>
                    <a:pt x="13" y="40"/>
                    <a:pt x="14" y="32"/>
                  </a:cubicBezTo>
                  <a:cubicBezTo>
                    <a:pt x="16" y="21"/>
                    <a:pt x="18" y="10"/>
                    <a:pt x="23" y="0"/>
                  </a:cubicBezTo>
                </a:path>
              </a:pathLst>
            </a:custGeom>
            <a:solidFill>
              <a:srgbClr val="6B2D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2794" name="Freeform 207">
              <a:extLst>
                <a:ext uri="{FF2B5EF4-FFF2-40B4-BE49-F238E27FC236}">
                  <a16:creationId xmlns:a16="http://schemas.microsoft.com/office/drawing/2014/main" id="{B8DBA7B0-865E-4965-BB3C-4457D37377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7" y="1104"/>
              <a:ext cx="36" cy="87"/>
            </a:xfrm>
            <a:custGeom>
              <a:avLst/>
              <a:gdLst>
                <a:gd name="T0" fmla="*/ 74 w 23"/>
                <a:gd name="T1" fmla="*/ 0 h 57"/>
                <a:gd name="T2" fmla="*/ 31 w 23"/>
                <a:gd name="T3" fmla="*/ 89 h 57"/>
                <a:gd name="T4" fmla="*/ 8 w 23"/>
                <a:gd name="T5" fmla="*/ 147 h 57"/>
                <a:gd name="T6" fmla="*/ 0 w 23"/>
                <a:gd name="T7" fmla="*/ 203 h 57"/>
                <a:gd name="T8" fmla="*/ 14 w 23"/>
                <a:gd name="T9" fmla="*/ 168 h 57"/>
                <a:gd name="T10" fmla="*/ 34 w 23"/>
                <a:gd name="T11" fmla="*/ 124 h 57"/>
                <a:gd name="T12" fmla="*/ 56 w 23"/>
                <a:gd name="T13" fmla="*/ 101 h 57"/>
                <a:gd name="T14" fmla="*/ 77 w 23"/>
                <a:gd name="T15" fmla="*/ 89 h 57"/>
                <a:gd name="T16" fmla="*/ 77 w 23"/>
                <a:gd name="T17" fmla="*/ 41 h 57"/>
                <a:gd name="T18" fmla="*/ 77 w 23"/>
                <a:gd name="T19" fmla="*/ 0 h 5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3" h="57">
                  <a:moveTo>
                    <a:pt x="19" y="0"/>
                  </a:moveTo>
                  <a:cubicBezTo>
                    <a:pt x="14" y="7"/>
                    <a:pt x="11" y="17"/>
                    <a:pt x="8" y="25"/>
                  </a:cubicBezTo>
                  <a:cubicBezTo>
                    <a:pt x="6" y="30"/>
                    <a:pt x="3" y="36"/>
                    <a:pt x="2" y="41"/>
                  </a:cubicBezTo>
                  <a:cubicBezTo>
                    <a:pt x="1" y="46"/>
                    <a:pt x="1" y="52"/>
                    <a:pt x="0" y="57"/>
                  </a:cubicBezTo>
                  <a:cubicBezTo>
                    <a:pt x="0" y="54"/>
                    <a:pt x="3" y="50"/>
                    <a:pt x="4" y="47"/>
                  </a:cubicBezTo>
                  <a:cubicBezTo>
                    <a:pt x="7" y="43"/>
                    <a:pt x="7" y="39"/>
                    <a:pt x="9" y="35"/>
                  </a:cubicBezTo>
                  <a:cubicBezTo>
                    <a:pt x="11" y="32"/>
                    <a:pt x="13" y="30"/>
                    <a:pt x="15" y="28"/>
                  </a:cubicBezTo>
                  <a:cubicBezTo>
                    <a:pt x="17" y="27"/>
                    <a:pt x="19" y="26"/>
                    <a:pt x="20" y="25"/>
                  </a:cubicBezTo>
                  <a:cubicBezTo>
                    <a:pt x="23" y="21"/>
                    <a:pt x="21" y="16"/>
                    <a:pt x="20" y="12"/>
                  </a:cubicBezTo>
                  <a:cubicBezTo>
                    <a:pt x="20" y="8"/>
                    <a:pt x="20" y="4"/>
                    <a:pt x="20" y="0"/>
                  </a:cubicBezTo>
                </a:path>
              </a:pathLst>
            </a:custGeom>
            <a:solidFill>
              <a:srgbClr val="6B2D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2795" name="Freeform 208">
              <a:extLst>
                <a:ext uri="{FF2B5EF4-FFF2-40B4-BE49-F238E27FC236}">
                  <a16:creationId xmlns:a16="http://schemas.microsoft.com/office/drawing/2014/main" id="{2CAF589D-8C2B-42CB-B8FB-889E74D1D8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9" y="1101"/>
              <a:ext cx="45" cy="95"/>
            </a:xfrm>
            <a:custGeom>
              <a:avLst/>
              <a:gdLst>
                <a:gd name="T0" fmla="*/ 53 w 29"/>
                <a:gd name="T1" fmla="*/ 0 h 62"/>
                <a:gd name="T2" fmla="*/ 53 w 29"/>
                <a:gd name="T3" fmla="*/ 67 h 62"/>
                <a:gd name="T4" fmla="*/ 45 w 29"/>
                <a:gd name="T5" fmla="*/ 127 h 62"/>
                <a:gd name="T6" fmla="*/ 29 w 29"/>
                <a:gd name="T7" fmla="*/ 181 h 62"/>
                <a:gd name="T8" fmla="*/ 0 w 29"/>
                <a:gd name="T9" fmla="*/ 224 h 62"/>
                <a:gd name="T10" fmla="*/ 48 w 29"/>
                <a:gd name="T11" fmla="*/ 162 h 62"/>
                <a:gd name="T12" fmla="*/ 62 w 29"/>
                <a:gd name="T13" fmla="*/ 97 h 62"/>
                <a:gd name="T14" fmla="*/ 79 w 29"/>
                <a:gd name="T15" fmla="*/ 54 h 62"/>
                <a:gd name="T16" fmla="*/ 109 w 29"/>
                <a:gd name="T17" fmla="*/ 75 h 62"/>
                <a:gd name="T18" fmla="*/ 79 w 29"/>
                <a:gd name="T19" fmla="*/ 32 h 62"/>
                <a:gd name="T20" fmla="*/ 53 w 29"/>
                <a:gd name="T21" fmla="*/ 5 h 6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9" h="62">
                  <a:moveTo>
                    <a:pt x="14" y="0"/>
                  </a:moveTo>
                  <a:cubicBezTo>
                    <a:pt x="16" y="5"/>
                    <a:pt x="14" y="13"/>
                    <a:pt x="14" y="19"/>
                  </a:cubicBezTo>
                  <a:cubicBezTo>
                    <a:pt x="13" y="24"/>
                    <a:pt x="13" y="30"/>
                    <a:pt x="12" y="35"/>
                  </a:cubicBezTo>
                  <a:cubicBezTo>
                    <a:pt x="12" y="41"/>
                    <a:pt x="10" y="45"/>
                    <a:pt x="8" y="50"/>
                  </a:cubicBezTo>
                  <a:cubicBezTo>
                    <a:pt x="6" y="54"/>
                    <a:pt x="3" y="60"/>
                    <a:pt x="0" y="62"/>
                  </a:cubicBezTo>
                  <a:cubicBezTo>
                    <a:pt x="4" y="56"/>
                    <a:pt x="10" y="52"/>
                    <a:pt x="13" y="45"/>
                  </a:cubicBezTo>
                  <a:cubicBezTo>
                    <a:pt x="16" y="39"/>
                    <a:pt x="16" y="33"/>
                    <a:pt x="17" y="27"/>
                  </a:cubicBezTo>
                  <a:cubicBezTo>
                    <a:pt x="18" y="24"/>
                    <a:pt x="19" y="16"/>
                    <a:pt x="21" y="15"/>
                  </a:cubicBezTo>
                  <a:cubicBezTo>
                    <a:pt x="24" y="15"/>
                    <a:pt x="28" y="20"/>
                    <a:pt x="29" y="21"/>
                  </a:cubicBezTo>
                  <a:cubicBezTo>
                    <a:pt x="26" y="18"/>
                    <a:pt x="24" y="12"/>
                    <a:pt x="21" y="9"/>
                  </a:cubicBezTo>
                  <a:cubicBezTo>
                    <a:pt x="19" y="6"/>
                    <a:pt x="16" y="4"/>
                    <a:pt x="14" y="1"/>
                  </a:cubicBezTo>
                </a:path>
              </a:pathLst>
            </a:custGeom>
            <a:solidFill>
              <a:srgbClr val="7E3A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2796" name="Freeform 209">
              <a:extLst>
                <a:ext uri="{FF2B5EF4-FFF2-40B4-BE49-F238E27FC236}">
                  <a16:creationId xmlns:a16="http://schemas.microsoft.com/office/drawing/2014/main" id="{37B3102E-B26B-4570-83DA-AAB3C80BD3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0" y="946"/>
              <a:ext cx="15" cy="41"/>
            </a:xfrm>
            <a:custGeom>
              <a:avLst/>
              <a:gdLst>
                <a:gd name="T0" fmla="*/ 8 w 10"/>
                <a:gd name="T1" fmla="*/ 0 h 27"/>
                <a:gd name="T2" fmla="*/ 21 w 10"/>
                <a:gd name="T3" fmla="*/ 49 h 27"/>
                <a:gd name="T4" fmla="*/ 27 w 10"/>
                <a:gd name="T5" fmla="*/ 94 h 27"/>
                <a:gd name="T6" fmla="*/ 32 w 10"/>
                <a:gd name="T7" fmla="*/ 67 h 27"/>
                <a:gd name="T8" fmla="*/ 35 w 10"/>
                <a:gd name="T9" fmla="*/ 41 h 27"/>
                <a:gd name="T10" fmla="*/ 5 w 10"/>
                <a:gd name="T11" fmla="*/ 0 h 2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" h="27">
                  <a:moveTo>
                    <a:pt x="2" y="0"/>
                  </a:moveTo>
                  <a:cubicBezTo>
                    <a:pt x="0" y="5"/>
                    <a:pt x="4" y="10"/>
                    <a:pt x="6" y="14"/>
                  </a:cubicBezTo>
                  <a:cubicBezTo>
                    <a:pt x="8" y="17"/>
                    <a:pt x="8" y="22"/>
                    <a:pt x="8" y="27"/>
                  </a:cubicBezTo>
                  <a:cubicBezTo>
                    <a:pt x="9" y="24"/>
                    <a:pt x="8" y="21"/>
                    <a:pt x="9" y="19"/>
                  </a:cubicBezTo>
                  <a:cubicBezTo>
                    <a:pt x="9" y="16"/>
                    <a:pt x="10" y="15"/>
                    <a:pt x="10" y="12"/>
                  </a:cubicBezTo>
                  <a:cubicBezTo>
                    <a:pt x="5" y="13"/>
                    <a:pt x="3" y="3"/>
                    <a:pt x="1" y="0"/>
                  </a:cubicBezTo>
                </a:path>
              </a:pathLst>
            </a:custGeom>
            <a:solidFill>
              <a:srgbClr val="7E3A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2797" name="Freeform 210">
              <a:extLst>
                <a:ext uri="{FF2B5EF4-FFF2-40B4-BE49-F238E27FC236}">
                  <a16:creationId xmlns:a16="http://schemas.microsoft.com/office/drawing/2014/main" id="{427CE370-DBED-4E67-BE88-5DB62047A2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6" y="1001"/>
              <a:ext cx="45" cy="111"/>
            </a:xfrm>
            <a:custGeom>
              <a:avLst/>
              <a:gdLst>
                <a:gd name="T0" fmla="*/ 5 w 29"/>
                <a:gd name="T1" fmla="*/ 8 h 73"/>
                <a:gd name="T2" fmla="*/ 12 w 29"/>
                <a:gd name="T3" fmla="*/ 46 h 73"/>
                <a:gd name="T4" fmla="*/ 14 w 29"/>
                <a:gd name="T5" fmla="*/ 81 h 73"/>
                <a:gd name="T6" fmla="*/ 26 w 29"/>
                <a:gd name="T7" fmla="*/ 143 h 73"/>
                <a:gd name="T8" fmla="*/ 109 w 29"/>
                <a:gd name="T9" fmla="*/ 257 h 73"/>
                <a:gd name="T10" fmla="*/ 53 w 29"/>
                <a:gd name="T11" fmla="*/ 181 h 73"/>
                <a:gd name="T12" fmla="*/ 39 w 29"/>
                <a:gd name="T13" fmla="*/ 106 h 73"/>
                <a:gd name="T14" fmla="*/ 5 w 29"/>
                <a:gd name="T15" fmla="*/ 0 h 7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9" h="73">
                  <a:moveTo>
                    <a:pt x="1" y="2"/>
                  </a:moveTo>
                  <a:cubicBezTo>
                    <a:pt x="0" y="5"/>
                    <a:pt x="2" y="10"/>
                    <a:pt x="3" y="13"/>
                  </a:cubicBezTo>
                  <a:cubicBezTo>
                    <a:pt x="3" y="17"/>
                    <a:pt x="3" y="20"/>
                    <a:pt x="4" y="23"/>
                  </a:cubicBezTo>
                  <a:cubicBezTo>
                    <a:pt x="4" y="30"/>
                    <a:pt x="4" y="35"/>
                    <a:pt x="7" y="41"/>
                  </a:cubicBezTo>
                  <a:cubicBezTo>
                    <a:pt x="11" y="54"/>
                    <a:pt x="22" y="62"/>
                    <a:pt x="29" y="73"/>
                  </a:cubicBezTo>
                  <a:cubicBezTo>
                    <a:pt x="24" y="66"/>
                    <a:pt x="18" y="59"/>
                    <a:pt x="14" y="51"/>
                  </a:cubicBezTo>
                  <a:cubicBezTo>
                    <a:pt x="11" y="44"/>
                    <a:pt x="10" y="37"/>
                    <a:pt x="10" y="30"/>
                  </a:cubicBezTo>
                  <a:cubicBezTo>
                    <a:pt x="9" y="19"/>
                    <a:pt x="4" y="10"/>
                    <a:pt x="1" y="0"/>
                  </a:cubicBezTo>
                </a:path>
              </a:pathLst>
            </a:custGeom>
            <a:solidFill>
              <a:srgbClr val="7E3A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2798" name="Freeform 211">
              <a:extLst>
                <a:ext uri="{FF2B5EF4-FFF2-40B4-BE49-F238E27FC236}">
                  <a16:creationId xmlns:a16="http://schemas.microsoft.com/office/drawing/2014/main" id="{23AC9356-C9F5-468C-A6EC-7F73C1393B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6" y="990"/>
              <a:ext cx="28" cy="64"/>
            </a:xfrm>
            <a:custGeom>
              <a:avLst/>
              <a:gdLst>
                <a:gd name="T0" fmla="*/ 68 w 18"/>
                <a:gd name="T1" fmla="*/ 0 h 42"/>
                <a:gd name="T2" fmla="*/ 34 w 18"/>
                <a:gd name="T3" fmla="*/ 21 h 42"/>
                <a:gd name="T4" fmla="*/ 14 w 18"/>
                <a:gd name="T5" fmla="*/ 61 h 42"/>
                <a:gd name="T6" fmla="*/ 19 w 18"/>
                <a:gd name="T7" fmla="*/ 149 h 42"/>
                <a:gd name="T8" fmla="*/ 14 w 18"/>
                <a:gd name="T9" fmla="*/ 40 h 42"/>
                <a:gd name="T10" fmla="*/ 39 w 18"/>
                <a:gd name="T11" fmla="*/ 14 h 42"/>
                <a:gd name="T12" fmla="*/ 62 w 18"/>
                <a:gd name="T13" fmla="*/ 0 h 4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" h="42">
                  <a:moveTo>
                    <a:pt x="18" y="0"/>
                  </a:moveTo>
                  <a:cubicBezTo>
                    <a:pt x="16" y="3"/>
                    <a:pt x="12" y="3"/>
                    <a:pt x="9" y="6"/>
                  </a:cubicBezTo>
                  <a:cubicBezTo>
                    <a:pt x="7" y="10"/>
                    <a:pt x="5" y="13"/>
                    <a:pt x="4" y="17"/>
                  </a:cubicBezTo>
                  <a:cubicBezTo>
                    <a:pt x="2" y="25"/>
                    <a:pt x="5" y="33"/>
                    <a:pt x="5" y="42"/>
                  </a:cubicBezTo>
                  <a:cubicBezTo>
                    <a:pt x="1" y="33"/>
                    <a:pt x="0" y="20"/>
                    <a:pt x="4" y="11"/>
                  </a:cubicBezTo>
                  <a:cubicBezTo>
                    <a:pt x="6" y="8"/>
                    <a:pt x="8" y="6"/>
                    <a:pt x="10" y="4"/>
                  </a:cubicBezTo>
                  <a:cubicBezTo>
                    <a:pt x="12" y="3"/>
                    <a:pt x="15" y="2"/>
                    <a:pt x="17" y="0"/>
                  </a:cubicBezTo>
                </a:path>
              </a:pathLst>
            </a:custGeom>
            <a:solidFill>
              <a:srgbClr val="7E3A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2799" name="Freeform 212">
              <a:extLst>
                <a:ext uri="{FF2B5EF4-FFF2-40B4-BE49-F238E27FC236}">
                  <a16:creationId xmlns:a16="http://schemas.microsoft.com/office/drawing/2014/main" id="{3409A3F9-73C6-4CA3-9885-D762093632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0" y="1197"/>
              <a:ext cx="26" cy="72"/>
            </a:xfrm>
            <a:custGeom>
              <a:avLst/>
              <a:gdLst>
                <a:gd name="T0" fmla="*/ 0 w 17"/>
                <a:gd name="T1" fmla="*/ 0 h 47"/>
                <a:gd name="T2" fmla="*/ 28 w 17"/>
                <a:gd name="T3" fmla="*/ 47 h 47"/>
                <a:gd name="T4" fmla="*/ 43 w 17"/>
                <a:gd name="T5" fmla="*/ 89 h 47"/>
                <a:gd name="T6" fmla="*/ 47 w 17"/>
                <a:gd name="T7" fmla="*/ 133 h 47"/>
                <a:gd name="T8" fmla="*/ 61 w 17"/>
                <a:gd name="T9" fmla="*/ 169 h 47"/>
                <a:gd name="T10" fmla="*/ 54 w 17"/>
                <a:gd name="T11" fmla="*/ 115 h 47"/>
                <a:gd name="T12" fmla="*/ 43 w 17"/>
                <a:gd name="T13" fmla="*/ 61 h 47"/>
                <a:gd name="T14" fmla="*/ 21 w 17"/>
                <a:gd name="T15" fmla="*/ 28 h 47"/>
                <a:gd name="T16" fmla="*/ 0 w 17"/>
                <a:gd name="T17" fmla="*/ 5 h 4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7" h="47">
                  <a:moveTo>
                    <a:pt x="0" y="0"/>
                  </a:moveTo>
                  <a:cubicBezTo>
                    <a:pt x="0" y="4"/>
                    <a:pt x="6" y="9"/>
                    <a:pt x="8" y="13"/>
                  </a:cubicBezTo>
                  <a:cubicBezTo>
                    <a:pt x="10" y="17"/>
                    <a:pt x="11" y="21"/>
                    <a:pt x="12" y="25"/>
                  </a:cubicBezTo>
                  <a:cubicBezTo>
                    <a:pt x="13" y="29"/>
                    <a:pt x="13" y="33"/>
                    <a:pt x="13" y="37"/>
                  </a:cubicBezTo>
                  <a:cubicBezTo>
                    <a:pt x="14" y="41"/>
                    <a:pt x="15" y="44"/>
                    <a:pt x="17" y="47"/>
                  </a:cubicBezTo>
                  <a:cubicBezTo>
                    <a:pt x="14" y="43"/>
                    <a:pt x="15" y="37"/>
                    <a:pt x="15" y="32"/>
                  </a:cubicBezTo>
                  <a:cubicBezTo>
                    <a:pt x="15" y="27"/>
                    <a:pt x="14" y="22"/>
                    <a:pt x="12" y="17"/>
                  </a:cubicBezTo>
                  <a:cubicBezTo>
                    <a:pt x="10" y="13"/>
                    <a:pt x="9" y="11"/>
                    <a:pt x="6" y="8"/>
                  </a:cubicBezTo>
                  <a:cubicBezTo>
                    <a:pt x="4" y="6"/>
                    <a:pt x="0" y="2"/>
                    <a:pt x="0" y="1"/>
                  </a:cubicBezTo>
                </a:path>
              </a:pathLst>
            </a:custGeom>
            <a:solidFill>
              <a:srgbClr val="7E3A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2800" name="Freeform 213">
              <a:extLst>
                <a:ext uri="{FF2B5EF4-FFF2-40B4-BE49-F238E27FC236}">
                  <a16:creationId xmlns:a16="http://schemas.microsoft.com/office/drawing/2014/main" id="{5A2970EE-0096-4978-B3FB-21B1A12C92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4" y="1127"/>
              <a:ext cx="47" cy="107"/>
            </a:xfrm>
            <a:custGeom>
              <a:avLst/>
              <a:gdLst>
                <a:gd name="T0" fmla="*/ 108 w 31"/>
                <a:gd name="T1" fmla="*/ 0 h 70"/>
                <a:gd name="T2" fmla="*/ 97 w 31"/>
                <a:gd name="T3" fmla="*/ 28 h 70"/>
                <a:gd name="T4" fmla="*/ 83 w 31"/>
                <a:gd name="T5" fmla="*/ 61 h 70"/>
                <a:gd name="T6" fmla="*/ 67 w 31"/>
                <a:gd name="T7" fmla="*/ 116 h 70"/>
                <a:gd name="T8" fmla="*/ 53 w 31"/>
                <a:gd name="T9" fmla="*/ 194 h 70"/>
                <a:gd name="T10" fmla="*/ 21 w 31"/>
                <a:gd name="T11" fmla="*/ 251 h 70"/>
                <a:gd name="T12" fmla="*/ 41 w 31"/>
                <a:gd name="T13" fmla="*/ 182 h 70"/>
                <a:gd name="T14" fmla="*/ 0 w 31"/>
                <a:gd name="T15" fmla="*/ 164 h 70"/>
                <a:gd name="T16" fmla="*/ 26 w 31"/>
                <a:gd name="T17" fmla="*/ 150 h 70"/>
                <a:gd name="T18" fmla="*/ 45 w 31"/>
                <a:gd name="T19" fmla="*/ 142 h 70"/>
                <a:gd name="T20" fmla="*/ 53 w 31"/>
                <a:gd name="T21" fmla="*/ 142 h 70"/>
                <a:gd name="T22" fmla="*/ 55 w 31"/>
                <a:gd name="T23" fmla="*/ 133 h 70"/>
                <a:gd name="T24" fmla="*/ 59 w 31"/>
                <a:gd name="T25" fmla="*/ 102 h 70"/>
                <a:gd name="T26" fmla="*/ 80 w 31"/>
                <a:gd name="T27" fmla="*/ 49 h 70"/>
                <a:gd name="T28" fmla="*/ 103 w 31"/>
                <a:gd name="T29" fmla="*/ 8 h 7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31" h="70">
                  <a:moveTo>
                    <a:pt x="31" y="0"/>
                  </a:moveTo>
                  <a:cubicBezTo>
                    <a:pt x="29" y="3"/>
                    <a:pt x="29" y="6"/>
                    <a:pt x="28" y="8"/>
                  </a:cubicBezTo>
                  <a:cubicBezTo>
                    <a:pt x="27" y="11"/>
                    <a:pt x="25" y="14"/>
                    <a:pt x="24" y="17"/>
                  </a:cubicBezTo>
                  <a:cubicBezTo>
                    <a:pt x="21" y="23"/>
                    <a:pt x="20" y="28"/>
                    <a:pt x="19" y="33"/>
                  </a:cubicBezTo>
                  <a:cubicBezTo>
                    <a:pt x="18" y="40"/>
                    <a:pt x="17" y="47"/>
                    <a:pt x="15" y="54"/>
                  </a:cubicBezTo>
                  <a:cubicBezTo>
                    <a:pt x="13" y="60"/>
                    <a:pt x="8" y="65"/>
                    <a:pt x="6" y="70"/>
                  </a:cubicBezTo>
                  <a:cubicBezTo>
                    <a:pt x="9" y="64"/>
                    <a:pt x="12" y="58"/>
                    <a:pt x="12" y="51"/>
                  </a:cubicBezTo>
                  <a:cubicBezTo>
                    <a:pt x="12" y="42"/>
                    <a:pt x="6" y="45"/>
                    <a:pt x="0" y="46"/>
                  </a:cubicBezTo>
                  <a:cubicBezTo>
                    <a:pt x="2" y="45"/>
                    <a:pt x="5" y="43"/>
                    <a:pt x="7" y="42"/>
                  </a:cubicBezTo>
                  <a:cubicBezTo>
                    <a:pt x="9" y="41"/>
                    <a:pt x="11" y="41"/>
                    <a:pt x="13" y="40"/>
                  </a:cubicBezTo>
                  <a:cubicBezTo>
                    <a:pt x="14" y="40"/>
                    <a:pt x="14" y="41"/>
                    <a:pt x="15" y="40"/>
                  </a:cubicBezTo>
                  <a:cubicBezTo>
                    <a:pt x="15" y="39"/>
                    <a:pt x="16" y="37"/>
                    <a:pt x="16" y="37"/>
                  </a:cubicBezTo>
                  <a:cubicBezTo>
                    <a:pt x="16" y="34"/>
                    <a:pt x="17" y="32"/>
                    <a:pt x="17" y="29"/>
                  </a:cubicBezTo>
                  <a:cubicBezTo>
                    <a:pt x="18" y="24"/>
                    <a:pt x="20" y="19"/>
                    <a:pt x="23" y="14"/>
                  </a:cubicBezTo>
                  <a:cubicBezTo>
                    <a:pt x="25" y="10"/>
                    <a:pt x="29" y="6"/>
                    <a:pt x="30" y="2"/>
                  </a:cubicBezTo>
                </a:path>
              </a:pathLst>
            </a:custGeom>
            <a:solidFill>
              <a:srgbClr val="7E3A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2801" name="Freeform 214">
              <a:extLst>
                <a:ext uri="{FF2B5EF4-FFF2-40B4-BE49-F238E27FC236}">
                  <a16:creationId xmlns:a16="http://schemas.microsoft.com/office/drawing/2014/main" id="{E67A380B-16B2-4C13-A543-41578886B1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7" y="815"/>
              <a:ext cx="78" cy="26"/>
            </a:xfrm>
            <a:custGeom>
              <a:avLst/>
              <a:gdLst>
                <a:gd name="T0" fmla="*/ 0 w 51"/>
                <a:gd name="T1" fmla="*/ 61 h 17"/>
                <a:gd name="T2" fmla="*/ 96 w 51"/>
                <a:gd name="T3" fmla="*/ 21 h 17"/>
                <a:gd name="T4" fmla="*/ 182 w 51"/>
                <a:gd name="T5" fmla="*/ 8 h 17"/>
                <a:gd name="T6" fmla="*/ 156 w 51"/>
                <a:gd name="T7" fmla="*/ 5 h 17"/>
                <a:gd name="T8" fmla="*/ 122 w 51"/>
                <a:gd name="T9" fmla="*/ 5 h 17"/>
                <a:gd name="T10" fmla="*/ 72 w 51"/>
                <a:gd name="T11" fmla="*/ 26 h 17"/>
                <a:gd name="T12" fmla="*/ 0 w 51"/>
                <a:gd name="T13" fmla="*/ 57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1" h="17">
                  <a:moveTo>
                    <a:pt x="0" y="17"/>
                  </a:moveTo>
                  <a:cubicBezTo>
                    <a:pt x="10" y="17"/>
                    <a:pt x="18" y="10"/>
                    <a:pt x="27" y="6"/>
                  </a:cubicBezTo>
                  <a:cubicBezTo>
                    <a:pt x="34" y="3"/>
                    <a:pt x="43" y="2"/>
                    <a:pt x="51" y="2"/>
                  </a:cubicBezTo>
                  <a:cubicBezTo>
                    <a:pt x="49" y="2"/>
                    <a:pt x="46" y="1"/>
                    <a:pt x="44" y="1"/>
                  </a:cubicBezTo>
                  <a:cubicBezTo>
                    <a:pt x="40" y="1"/>
                    <a:pt x="37" y="0"/>
                    <a:pt x="34" y="1"/>
                  </a:cubicBezTo>
                  <a:cubicBezTo>
                    <a:pt x="29" y="1"/>
                    <a:pt x="24" y="5"/>
                    <a:pt x="20" y="7"/>
                  </a:cubicBezTo>
                  <a:cubicBezTo>
                    <a:pt x="14" y="11"/>
                    <a:pt x="7" y="14"/>
                    <a:pt x="0" y="16"/>
                  </a:cubicBezTo>
                </a:path>
              </a:pathLst>
            </a:custGeom>
            <a:solidFill>
              <a:srgbClr val="7E3A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2802" name="Freeform 215">
              <a:extLst>
                <a:ext uri="{FF2B5EF4-FFF2-40B4-BE49-F238E27FC236}">
                  <a16:creationId xmlns:a16="http://schemas.microsoft.com/office/drawing/2014/main" id="{B7822F1A-CD12-4295-9657-E390F6F0AD0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0" y="798"/>
              <a:ext cx="61" cy="14"/>
            </a:xfrm>
            <a:custGeom>
              <a:avLst/>
              <a:gdLst>
                <a:gd name="T0" fmla="*/ 0 w 40"/>
                <a:gd name="T1" fmla="*/ 34 h 9"/>
                <a:gd name="T2" fmla="*/ 67 w 40"/>
                <a:gd name="T3" fmla="*/ 5 h 9"/>
                <a:gd name="T4" fmla="*/ 142 w 40"/>
                <a:gd name="T5" fmla="*/ 12 h 9"/>
                <a:gd name="T6" fmla="*/ 124 w 40"/>
                <a:gd name="T7" fmla="*/ 5 h 9"/>
                <a:gd name="T8" fmla="*/ 93 w 40"/>
                <a:gd name="T9" fmla="*/ 0 h 9"/>
                <a:gd name="T10" fmla="*/ 53 w 40"/>
                <a:gd name="T11" fmla="*/ 5 h 9"/>
                <a:gd name="T12" fmla="*/ 26 w 40"/>
                <a:gd name="T13" fmla="*/ 14 h 9"/>
                <a:gd name="T14" fmla="*/ 0 w 40"/>
                <a:gd name="T15" fmla="*/ 30 h 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0" h="9">
                  <a:moveTo>
                    <a:pt x="0" y="9"/>
                  </a:moveTo>
                  <a:cubicBezTo>
                    <a:pt x="4" y="3"/>
                    <a:pt x="12" y="2"/>
                    <a:pt x="19" y="1"/>
                  </a:cubicBezTo>
                  <a:cubicBezTo>
                    <a:pt x="26" y="1"/>
                    <a:pt x="33" y="3"/>
                    <a:pt x="40" y="3"/>
                  </a:cubicBezTo>
                  <a:cubicBezTo>
                    <a:pt x="38" y="3"/>
                    <a:pt x="37" y="1"/>
                    <a:pt x="35" y="1"/>
                  </a:cubicBezTo>
                  <a:cubicBezTo>
                    <a:pt x="32" y="0"/>
                    <a:pt x="29" y="0"/>
                    <a:pt x="26" y="0"/>
                  </a:cubicBezTo>
                  <a:cubicBezTo>
                    <a:pt x="22" y="0"/>
                    <a:pt x="19" y="1"/>
                    <a:pt x="15" y="1"/>
                  </a:cubicBezTo>
                  <a:cubicBezTo>
                    <a:pt x="12" y="2"/>
                    <a:pt x="10" y="2"/>
                    <a:pt x="7" y="4"/>
                  </a:cubicBezTo>
                  <a:cubicBezTo>
                    <a:pt x="5" y="5"/>
                    <a:pt x="2" y="8"/>
                    <a:pt x="0" y="8"/>
                  </a:cubicBezTo>
                </a:path>
              </a:pathLst>
            </a:custGeom>
            <a:solidFill>
              <a:srgbClr val="7E3A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2803" name="Freeform 216">
              <a:extLst>
                <a:ext uri="{FF2B5EF4-FFF2-40B4-BE49-F238E27FC236}">
                  <a16:creationId xmlns:a16="http://schemas.microsoft.com/office/drawing/2014/main" id="{131EEAB4-2036-4F49-A278-3E8392211D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1" y="767"/>
              <a:ext cx="51" cy="14"/>
            </a:xfrm>
            <a:custGeom>
              <a:avLst/>
              <a:gdLst>
                <a:gd name="T0" fmla="*/ 0 w 33"/>
                <a:gd name="T1" fmla="*/ 34 h 9"/>
                <a:gd name="T2" fmla="*/ 34 w 33"/>
                <a:gd name="T3" fmla="*/ 19 h 9"/>
                <a:gd name="T4" fmla="*/ 70 w 33"/>
                <a:gd name="T5" fmla="*/ 8 h 9"/>
                <a:gd name="T6" fmla="*/ 122 w 33"/>
                <a:gd name="T7" fmla="*/ 5 h 9"/>
                <a:gd name="T8" fmla="*/ 82 w 33"/>
                <a:gd name="T9" fmla="*/ 0 h 9"/>
                <a:gd name="T10" fmla="*/ 45 w 33"/>
                <a:gd name="T11" fmla="*/ 8 h 9"/>
                <a:gd name="T12" fmla="*/ 8 w 33"/>
                <a:gd name="T13" fmla="*/ 30 h 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3" h="9">
                  <a:moveTo>
                    <a:pt x="0" y="9"/>
                  </a:moveTo>
                  <a:cubicBezTo>
                    <a:pt x="4" y="9"/>
                    <a:pt x="6" y="6"/>
                    <a:pt x="9" y="5"/>
                  </a:cubicBezTo>
                  <a:cubicBezTo>
                    <a:pt x="12" y="4"/>
                    <a:pt x="16" y="3"/>
                    <a:pt x="19" y="2"/>
                  </a:cubicBezTo>
                  <a:cubicBezTo>
                    <a:pt x="24" y="1"/>
                    <a:pt x="28" y="1"/>
                    <a:pt x="33" y="1"/>
                  </a:cubicBezTo>
                  <a:cubicBezTo>
                    <a:pt x="30" y="2"/>
                    <a:pt x="26" y="1"/>
                    <a:pt x="22" y="0"/>
                  </a:cubicBezTo>
                  <a:cubicBezTo>
                    <a:pt x="19" y="0"/>
                    <a:pt x="15" y="1"/>
                    <a:pt x="12" y="2"/>
                  </a:cubicBezTo>
                  <a:cubicBezTo>
                    <a:pt x="8" y="4"/>
                    <a:pt x="5" y="5"/>
                    <a:pt x="2" y="8"/>
                  </a:cubicBezTo>
                </a:path>
              </a:pathLst>
            </a:custGeom>
            <a:solidFill>
              <a:srgbClr val="7E3A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2804" name="Freeform 217">
              <a:extLst>
                <a:ext uri="{FF2B5EF4-FFF2-40B4-BE49-F238E27FC236}">
                  <a16:creationId xmlns:a16="http://schemas.microsoft.com/office/drawing/2014/main" id="{03554E11-F651-4153-AAB4-629CD09859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5" y="725"/>
              <a:ext cx="81" cy="23"/>
            </a:xfrm>
            <a:custGeom>
              <a:avLst/>
              <a:gdLst>
                <a:gd name="T0" fmla="*/ 0 w 53"/>
                <a:gd name="T1" fmla="*/ 54 h 15"/>
                <a:gd name="T2" fmla="*/ 190 w 53"/>
                <a:gd name="T3" fmla="*/ 0 h 15"/>
                <a:gd name="T4" fmla="*/ 0 w 53"/>
                <a:gd name="T5" fmla="*/ 54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3" h="15">
                  <a:moveTo>
                    <a:pt x="0" y="15"/>
                  </a:moveTo>
                  <a:cubicBezTo>
                    <a:pt x="0" y="15"/>
                    <a:pt x="14" y="0"/>
                    <a:pt x="53" y="0"/>
                  </a:cubicBezTo>
                  <a:cubicBezTo>
                    <a:pt x="53" y="0"/>
                    <a:pt x="23" y="1"/>
                    <a:pt x="0" y="15"/>
                  </a:cubicBezTo>
                  <a:close/>
                </a:path>
              </a:pathLst>
            </a:custGeom>
            <a:solidFill>
              <a:srgbClr val="7E3A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</p:grpSp>
      <p:grpSp>
        <p:nvGrpSpPr>
          <p:cNvPr id="41986" name="elderly-woman-full-body-illustration">
            <a:extLst>
              <a:ext uri="{FF2B5EF4-FFF2-40B4-BE49-F238E27FC236}">
                <a16:creationId xmlns:a16="http://schemas.microsoft.com/office/drawing/2014/main" id="{9B031E76-B5D1-4D24-8C58-5ADC06243E0F}"/>
              </a:ext>
            </a:extLst>
          </p:cNvPr>
          <p:cNvGrpSpPr>
            <a:grpSpLocks/>
          </p:cNvGrpSpPr>
          <p:nvPr/>
        </p:nvGrpSpPr>
        <p:grpSpPr bwMode="auto">
          <a:xfrm>
            <a:off x="4114800" y="1192213"/>
            <a:ext cx="1462088" cy="5260975"/>
            <a:chOff x="429" y="723"/>
            <a:chExt cx="921" cy="3314"/>
          </a:xfrm>
        </p:grpSpPr>
        <p:grpSp>
          <p:nvGrpSpPr>
            <p:cNvPr id="42560" name="Group 219">
              <a:extLst>
                <a:ext uri="{FF2B5EF4-FFF2-40B4-BE49-F238E27FC236}">
                  <a16:creationId xmlns:a16="http://schemas.microsoft.com/office/drawing/2014/main" id="{52A7AEAD-FA80-4080-83BE-663795499C4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29" y="723"/>
              <a:ext cx="921" cy="3314"/>
              <a:chOff x="429" y="723"/>
              <a:chExt cx="921" cy="3314"/>
            </a:xfrm>
          </p:grpSpPr>
          <p:sp>
            <p:nvSpPr>
              <p:cNvPr id="42590" name="Freeform 220">
                <a:extLst>
                  <a:ext uri="{FF2B5EF4-FFF2-40B4-BE49-F238E27FC236}">
                    <a16:creationId xmlns:a16="http://schemas.microsoft.com/office/drawing/2014/main" id="{3A58D923-2C0B-4F97-98F8-EB4576AD43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9" y="723"/>
                <a:ext cx="390" cy="339"/>
              </a:xfrm>
              <a:custGeom>
                <a:avLst/>
                <a:gdLst>
                  <a:gd name="T0" fmla="*/ 432 w 242"/>
                  <a:gd name="T1" fmla="*/ 5 h 211"/>
                  <a:gd name="T2" fmla="*/ 343 w 242"/>
                  <a:gd name="T3" fmla="*/ 42 h 211"/>
                  <a:gd name="T4" fmla="*/ 288 w 242"/>
                  <a:gd name="T5" fmla="*/ 56 h 211"/>
                  <a:gd name="T6" fmla="*/ 264 w 242"/>
                  <a:gd name="T7" fmla="*/ 67 h 211"/>
                  <a:gd name="T8" fmla="*/ 164 w 242"/>
                  <a:gd name="T9" fmla="*/ 162 h 211"/>
                  <a:gd name="T10" fmla="*/ 137 w 242"/>
                  <a:gd name="T11" fmla="*/ 183 h 211"/>
                  <a:gd name="T12" fmla="*/ 84 w 242"/>
                  <a:gd name="T13" fmla="*/ 252 h 211"/>
                  <a:gd name="T14" fmla="*/ 39 w 242"/>
                  <a:gd name="T15" fmla="*/ 341 h 211"/>
                  <a:gd name="T16" fmla="*/ 29 w 242"/>
                  <a:gd name="T17" fmla="*/ 397 h 211"/>
                  <a:gd name="T18" fmla="*/ 21 w 242"/>
                  <a:gd name="T19" fmla="*/ 456 h 211"/>
                  <a:gd name="T20" fmla="*/ 26 w 242"/>
                  <a:gd name="T21" fmla="*/ 553 h 211"/>
                  <a:gd name="T22" fmla="*/ 5 w 242"/>
                  <a:gd name="T23" fmla="*/ 586 h 211"/>
                  <a:gd name="T24" fmla="*/ 29 w 242"/>
                  <a:gd name="T25" fmla="*/ 668 h 211"/>
                  <a:gd name="T26" fmla="*/ 50 w 242"/>
                  <a:gd name="T27" fmla="*/ 737 h 211"/>
                  <a:gd name="T28" fmla="*/ 81 w 242"/>
                  <a:gd name="T29" fmla="*/ 766 h 211"/>
                  <a:gd name="T30" fmla="*/ 124 w 242"/>
                  <a:gd name="T31" fmla="*/ 821 h 211"/>
                  <a:gd name="T32" fmla="*/ 190 w 242"/>
                  <a:gd name="T33" fmla="*/ 847 h 211"/>
                  <a:gd name="T34" fmla="*/ 293 w 242"/>
                  <a:gd name="T35" fmla="*/ 868 h 211"/>
                  <a:gd name="T36" fmla="*/ 532 w 242"/>
                  <a:gd name="T37" fmla="*/ 863 h 211"/>
                  <a:gd name="T38" fmla="*/ 645 w 242"/>
                  <a:gd name="T39" fmla="*/ 839 h 211"/>
                  <a:gd name="T40" fmla="*/ 748 w 242"/>
                  <a:gd name="T41" fmla="*/ 842 h 211"/>
                  <a:gd name="T42" fmla="*/ 778 w 242"/>
                  <a:gd name="T43" fmla="*/ 821 h 211"/>
                  <a:gd name="T44" fmla="*/ 867 w 242"/>
                  <a:gd name="T45" fmla="*/ 821 h 211"/>
                  <a:gd name="T46" fmla="*/ 933 w 242"/>
                  <a:gd name="T47" fmla="*/ 758 h 211"/>
                  <a:gd name="T48" fmla="*/ 951 w 242"/>
                  <a:gd name="T49" fmla="*/ 684 h 211"/>
                  <a:gd name="T50" fmla="*/ 985 w 242"/>
                  <a:gd name="T51" fmla="*/ 617 h 211"/>
                  <a:gd name="T52" fmla="*/ 993 w 242"/>
                  <a:gd name="T53" fmla="*/ 586 h 211"/>
                  <a:gd name="T54" fmla="*/ 999 w 242"/>
                  <a:gd name="T55" fmla="*/ 477 h 211"/>
                  <a:gd name="T56" fmla="*/ 943 w 242"/>
                  <a:gd name="T57" fmla="*/ 333 h 211"/>
                  <a:gd name="T58" fmla="*/ 867 w 242"/>
                  <a:gd name="T59" fmla="*/ 191 h 211"/>
                  <a:gd name="T60" fmla="*/ 846 w 242"/>
                  <a:gd name="T61" fmla="*/ 141 h 211"/>
                  <a:gd name="T62" fmla="*/ 786 w 242"/>
                  <a:gd name="T63" fmla="*/ 103 h 211"/>
                  <a:gd name="T64" fmla="*/ 691 w 242"/>
                  <a:gd name="T65" fmla="*/ 47 h 211"/>
                  <a:gd name="T66" fmla="*/ 595 w 242"/>
                  <a:gd name="T67" fmla="*/ 16 h 211"/>
                  <a:gd name="T68" fmla="*/ 532 w 242"/>
                  <a:gd name="T69" fmla="*/ 0 h 211"/>
                  <a:gd name="T70" fmla="*/ 498 w 242"/>
                  <a:gd name="T71" fmla="*/ 0 h 211"/>
                  <a:gd name="T72" fmla="*/ 480 w 242"/>
                  <a:gd name="T73" fmla="*/ 5 h 211"/>
                  <a:gd name="T74" fmla="*/ 458 w 242"/>
                  <a:gd name="T75" fmla="*/ 16 h 211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0" t="0" r="r" b="b"/>
                <a:pathLst>
                  <a:path w="242" h="211">
                    <a:moveTo>
                      <a:pt x="109" y="4"/>
                    </a:moveTo>
                    <a:cubicBezTo>
                      <a:pt x="107" y="2"/>
                      <a:pt x="106" y="1"/>
                      <a:pt x="103" y="1"/>
                    </a:cubicBezTo>
                    <a:cubicBezTo>
                      <a:pt x="104" y="2"/>
                      <a:pt x="103" y="4"/>
                      <a:pt x="103" y="6"/>
                    </a:cubicBezTo>
                    <a:cubicBezTo>
                      <a:pt x="98" y="4"/>
                      <a:pt x="82" y="1"/>
                      <a:pt x="82" y="10"/>
                    </a:cubicBezTo>
                    <a:cubicBezTo>
                      <a:pt x="79" y="7"/>
                      <a:pt x="76" y="8"/>
                      <a:pt x="77" y="12"/>
                    </a:cubicBezTo>
                    <a:cubicBezTo>
                      <a:pt x="74" y="12"/>
                      <a:pt x="72" y="13"/>
                      <a:pt x="69" y="14"/>
                    </a:cubicBezTo>
                    <a:cubicBezTo>
                      <a:pt x="68" y="14"/>
                      <a:pt x="68" y="16"/>
                      <a:pt x="67" y="17"/>
                    </a:cubicBezTo>
                    <a:cubicBezTo>
                      <a:pt x="66" y="17"/>
                      <a:pt x="64" y="16"/>
                      <a:pt x="63" y="16"/>
                    </a:cubicBezTo>
                    <a:cubicBezTo>
                      <a:pt x="57" y="19"/>
                      <a:pt x="50" y="19"/>
                      <a:pt x="47" y="25"/>
                    </a:cubicBezTo>
                    <a:cubicBezTo>
                      <a:pt x="44" y="31"/>
                      <a:pt x="44" y="34"/>
                      <a:pt x="39" y="39"/>
                    </a:cubicBezTo>
                    <a:cubicBezTo>
                      <a:pt x="38" y="40"/>
                      <a:pt x="39" y="42"/>
                      <a:pt x="39" y="42"/>
                    </a:cubicBezTo>
                    <a:cubicBezTo>
                      <a:pt x="37" y="44"/>
                      <a:pt x="34" y="43"/>
                      <a:pt x="33" y="44"/>
                    </a:cubicBezTo>
                    <a:cubicBezTo>
                      <a:pt x="29" y="47"/>
                      <a:pt x="26" y="48"/>
                      <a:pt x="28" y="52"/>
                    </a:cubicBezTo>
                    <a:cubicBezTo>
                      <a:pt x="23" y="51"/>
                      <a:pt x="16" y="56"/>
                      <a:pt x="20" y="61"/>
                    </a:cubicBezTo>
                    <a:cubicBezTo>
                      <a:pt x="9" y="61"/>
                      <a:pt x="16" y="68"/>
                      <a:pt x="16" y="72"/>
                    </a:cubicBezTo>
                    <a:cubicBezTo>
                      <a:pt x="16" y="76"/>
                      <a:pt x="10" y="78"/>
                      <a:pt x="9" y="82"/>
                    </a:cubicBezTo>
                    <a:cubicBezTo>
                      <a:pt x="2" y="82"/>
                      <a:pt x="4" y="88"/>
                      <a:pt x="5" y="92"/>
                    </a:cubicBezTo>
                    <a:cubicBezTo>
                      <a:pt x="5" y="93"/>
                      <a:pt x="7" y="94"/>
                      <a:pt x="7" y="96"/>
                    </a:cubicBezTo>
                    <a:cubicBezTo>
                      <a:pt x="6" y="99"/>
                      <a:pt x="2" y="98"/>
                      <a:pt x="2" y="100"/>
                    </a:cubicBezTo>
                    <a:cubicBezTo>
                      <a:pt x="1" y="105"/>
                      <a:pt x="5" y="106"/>
                      <a:pt x="5" y="110"/>
                    </a:cubicBezTo>
                    <a:cubicBezTo>
                      <a:pt x="6" y="113"/>
                      <a:pt x="0" y="119"/>
                      <a:pt x="7" y="120"/>
                    </a:cubicBezTo>
                    <a:cubicBezTo>
                      <a:pt x="6" y="124"/>
                      <a:pt x="7" y="129"/>
                      <a:pt x="6" y="133"/>
                    </a:cubicBezTo>
                    <a:cubicBezTo>
                      <a:pt x="6" y="134"/>
                      <a:pt x="7" y="135"/>
                      <a:pt x="6" y="137"/>
                    </a:cubicBezTo>
                    <a:cubicBezTo>
                      <a:pt x="5" y="139"/>
                      <a:pt x="1" y="138"/>
                      <a:pt x="1" y="141"/>
                    </a:cubicBezTo>
                    <a:cubicBezTo>
                      <a:pt x="0" y="144"/>
                      <a:pt x="5" y="148"/>
                      <a:pt x="6" y="151"/>
                    </a:cubicBezTo>
                    <a:cubicBezTo>
                      <a:pt x="6" y="155"/>
                      <a:pt x="4" y="157"/>
                      <a:pt x="7" y="161"/>
                    </a:cubicBezTo>
                    <a:cubicBezTo>
                      <a:pt x="5" y="165"/>
                      <a:pt x="9" y="165"/>
                      <a:pt x="10" y="169"/>
                    </a:cubicBezTo>
                    <a:cubicBezTo>
                      <a:pt x="11" y="172"/>
                      <a:pt x="7" y="176"/>
                      <a:pt x="12" y="178"/>
                    </a:cubicBezTo>
                    <a:cubicBezTo>
                      <a:pt x="11" y="181"/>
                      <a:pt x="12" y="182"/>
                      <a:pt x="14" y="184"/>
                    </a:cubicBezTo>
                    <a:cubicBezTo>
                      <a:pt x="15" y="185"/>
                      <a:pt x="18" y="184"/>
                      <a:pt x="19" y="185"/>
                    </a:cubicBezTo>
                    <a:cubicBezTo>
                      <a:pt x="20" y="185"/>
                      <a:pt x="20" y="187"/>
                      <a:pt x="21" y="188"/>
                    </a:cubicBezTo>
                    <a:cubicBezTo>
                      <a:pt x="26" y="191"/>
                      <a:pt x="26" y="194"/>
                      <a:pt x="30" y="198"/>
                    </a:cubicBezTo>
                    <a:cubicBezTo>
                      <a:pt x="31" y="198"/>
                      <a:pt x="36" y="200"/>
                      <a:pt x="37" y="201"/>
                    </a:cubicBezTo>
                    <a:cubicBezTo>
                      <a:pt x="41" y="203"/>
                      <a:pt x="39" y="204"/>
                      <a:pt x="45" y="204"/>
                    </a:cubicBezTo>
                    <a:cubicBezTo>
                      <a:pt x="47" y="205"/>
                      <a:pt x="49" y="205"/>
                      <a:pt x="52" y="205"/>
                    </a:cubicBezTo>
                    <a:cubicBezTo>
                      <a:pt x="58" y="207"/>
                      <a:pt x="64" y="208"/>
                      <a:pt x="70" y="209"/>
                    </a:cubicBezTo>
                    <a:cubicBezTo>
                      <a:pt x="80" y="211"/>
                      <a:pt x="92" y="206"/>
                      <a:pt x="103" y="207"/>
                    </a:cubicBezTo>
                    <a:cubicBezTo>
                      <a:pt x="111" y="207"/>
                      <a:pt x="119" y="207"/>
                      <a:pt x="127" y="208"/>
                    </a:cubicBezTo>
                    <a:cubicBezTo>
                      <a:pt x="132" y="208"/>
                      <a:pt x="139" y="211"/>
                      <a:pt x="144" y="209"/>
                    </a:cubicBezTo>
                    <a:cubicBezTo>
                      <a:pt x="148" y="207"/>
                      <a:pt x="148" y="203"/>
                      <a:pt x="154" y="202"/>
                    </a:cubicBezTo>
                    <a:cubicBezTo>
                      <a:pt x="156" y="202"/>
                      <a:pt x="160" y="202"/>
                      <a:pt x="162" y="203"/>
                    </a:cubicBezTo>
                    <a:cubicBezTo>
                      <a:pt x="168" y="204"/>
                      <a:pt x="174" y="206"/>
                      <a:pt x="179" y="203"/>
                    </a:cubicBezTo>
                    <a:cubicBezTo>
                      <a:pt x="177" y="202"/>
                      <a:pt x="174" y="200"/>
                      <a:pt x="173" y="199"/>
                    </a:cubicBezTo>
                    <a:cubicBezTo>
                      <a:pt x="177" y="200"/>
                      <a:pt x="182" y="197"/>
                      <a:pt x="186" y="198"/>
                    </a:cubicBezTo>
                    <a:cubicBezTo>
                      <a:pt x="189" y="198"/>
                      <a:pt x="191" y="201"/>
                      <a:pt x="195" y="200"/>
                    </a:cubicBezTo>
                    <a:cubicBezTo>
                      <a:pt x="197" y="196"/>
                      <a:pt x="204" y="195"/>
                      <a:pt x="207" y="198"/>
                    </a:cubicBezTo>
                    <a:cubicBezTo>
                      <a:pt x="211" y="195"/>
                      <a:pt x="216" y="192"/>
                      <a:pt x="216" y="186"/>
                    </a:cubicBezTo>
                    <a:cubicBezTo>
                      <a:pt x="217" y="184"/>
                      <a:pt x="220" y="183"/>
                      <a:pt x="223" y="183"/>
                    </a:cubicBezTo>
                    <a:cubicBezTo>
                      <a:pt x="224" y="180"/>
                      <a:pt x="223" y="176"/>
                      <a:pt x="222" y="173"/>
                    </a:cubicBezTo>
                    <a:cubicBezTo>
                      <a:pt x="226" y="173"/>
                      <a:pt x="227" y="169"/>
                      <a:pt x="227" y="165"/>
                    </a:cubicBezTo>
                    <a:cubicBezTo>
                      <a:pt x="230" y="164"/>
                      <a:pt x="231" y="161"/>
                      <a:pt x="230" y="158"/>
                    </a:cubicBezTo>
                    <a:cubicBezTo>
                      <a:pt x="234" y="156"/>
                      <a:pt x="234" y="153"/>
                      <a:pt x="235" y="149"/>
                    </a:cubicBezTo>
                    <a:cubicBezTo>
                      <a:pt x="235" y="148"/>
                      <a:pt x="234" y="146"/>
                      <a:pt x="235" y="144"/>
                    </a:cubicBezTo>
                    <a:cubicBezTo>
                      <a:pt x="235" y="143"/>
                      <a:pt x="237" y="141"/>
                      <a:pt x="237" y="141"/>
                    </a:cubicBezTo>
                    <a:cubicBezTo>
                      <a:pt x="238" y="138"/>
                      <a:pt x="242" y="124"/>
                      <a:pt x="234" y="128"/>
                    </a:cubicBezTo>
                    <a:cubicBezTo>
                      <a:pt x="233" y="122"/>
                      <a:pt x="240" y="119"/>
                      <a:pt x="239" y="115"/>
                    </a:cubicBezTo>
                    <a:cubicBezTo>
                      <a:pt x="239" y="110"/>
                      <a:pt x="233" y="110"/>
                      <a:pt x="233" y="104"/>
                    </a:cubicBezTo>
                    <a:cubicBezTo>
                      <a:pt x="232" y="97"/>
                      <a:pt x="235" y="82"/>
                      <a:pt x="225" y="80"/>
                    </a:cubicBezTo>
                    <a:cubicBezTo>
                      <a:pt x="225" y="76"/>
                      <a:pt x="227" y="58"/>
                      <a:pt x="218" y="62"/>
                    </a:cubicBezTo>
                    <a:cubicBezTo>
                      <a:pt x="222" y="52"/>
                      <a:pt x="216" y="48"/>
                      <a:pt x="207" y="46"/>
                    </a:cubicBezTo>
                    <a:cubicBezTo>
                      <a:pt x="206" y="44"/>
                      <a:pt x="204" y="43"/>
                      <a:pt x="203" y="41"/>
                    </a:cubicBezTo>
                    <a:cubicBezTo>
                      <a:pt x="202" y="39"/>
                      <a:pt x="203" y="36"/>
                      <a:pt x="202" y="34"/>
                    </a:cubicBezTo>
                    <a:cubicBezTo>
                      <a:pt x="200" y="30"/>
                      <a:pt x="199" y="29"/>
                      <a:pt x="194" y="31"/>
                    </a:cubicBezTo>
                    <a:cubicBezTo>
                      <a:pt x="192" y="28"/>
                      <a:pt x="193" y="23"/>
                      <a:pt x="188" y="25"/>
                    </a:cubicBezTo>
                    <a:cubicBezTo>
                      <a:pt x="188" y="22"/>
                      <a:pt x="187" y="18"/>
                      <a:pt x="183" y="18"/>
                    </a:cubicBezTo>
                    <a:cubicBezTo>
                      <a:pt x="182" y="13"/>
                      <a:pt x="169" y="9"/>
                      <a:pt x="165" y="11"/>
                    </a:cubicBezTo>
                    <a:cubicBezTo>
                      <a:pt x="165" y="5"/>
                      <a:pt x="150" y="8"/>
                      <a:pt x="146" y="6"/>
                    </a:cubicBezTo>
                    <a:cubicBezTo>
                      <a:pt x="145" y="6"/>
                      <a:pt x="143" y="4"/>
                      <a:pt x="142" y="4"/>
                    </a:cubicBezTo>
                    <a:cubicBezTo>
                      <a:pt x="141" y="3"/>
                      <a:pt x="137" y="5"/>
                      <a:pt x="136" y="4"/>
                    </a:cubicBezTo>
                    <a:cubicBezTo>
                      <a:pt x="135" y="4"/>
                      <a:pt x="128" y="1"/>
                      <a:pt x="127" y="0"/>
                    </a:cubicBezTo>
                    <a:cubicBezTo>
                      <a:pt x="126" y="2"/>
                      <a:pt x="123" y="2"/>
                      <a:pt x="120" y="2"/>
                    </a:cubicBezTo>
                    <a:cubicBezTo>
                      <a:pt x="120" y="2"/>
                      <a:pt x="119" y="0"/>
                      <a:pt x="119" y="0"/>
                    </a:cubicBezTo>
                    <a:cubicBezTo>
                      <a:pt x="119" y="1"/>
                      <a:pt x="117" y="3"/>
                      <a:pt x="116" y="4"/>
                    </a:cubicBezTo>
                    <a:cubicBezTo>
                      <a:pt x="116" y="3"/>
                      <a:pt x="115" y="2"/>
                      <a:pt x="115" y="1"/>
                    </a:cubicBezTo>
                    <a:cubicBezTo>
                      <a:pt x="115" y="0"/>
                      <a:pt x="114" y="1"/>
                      <a:pt x="114" y="0"/>
                    </a:cubicBezTo>
                    <a:cubicBezTo>
                      <a:pt x="111" y="0"/>
                      <a:pt x="109" y="2"/>
                      <a:pt x="109" y="4"/>
                    </a:cubicBezTo>
                    <a:close/>
                  </a:path>
                </a:pathLst>
              </a:custGeom>
              <a:solidFill>
                <a:srgbClr val="DFDF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591" name="Freeform 221">
                <a:extLst>
                  <a:ext uri="{FF2B5EF4-FFF2-40B4-BE49-F238E27FC236}">
                    <a16:creationId xmlns:a16="http://schemas.microsoft.com/office/drawing/2014/main" id="{66A152D3-7D83-4D8F-952E-EF06529FF1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9" y="723"/>
                <a:ext cx="390" cy="339"/>
              </a:xfrm>
              <a:custGeom>
                <a:avLst/>
                <a:gdLst>
                  <a:gd name="T0" fmla="*/ 432 w 242"/>
                  <a:gd name="T1" fmla="*/ 5 h 211"/>
                  <a:gd name="T2" fmla="*/ 343 w 242"/>
                  <a:gd name="T3" fmla="*/ 42 h 211"/>
                  <a:gd name="T4" fmla="*/ 288 w 242"/>
                  <a:gd name="T5" fmla="*/ 56 h 211"/>
                  <a:gd name="T6" fmla="*/ 264 w 242"/>
                  <a:gd name="T7" fmla="*/ 67 h 211"/>
                  <a:gd name="T8" fmla="*/ 164 w 242"/>
                  <a:gd name="T9" fmla="*/ 162 h 211"/>
                  <a:gd name="T10" fmla="*/ 137 w 242"/>
                  <a:gd name="T11" fmla="*/ 183 h 211"/>
                  <a:gd name="T12" fmla="*/ 84 w 242"/>
                  <a:gd name="T13" fmla="*/ 252 h 211"/>
                  <a:gd name="T14" fmla="*/ 39 w 242"/>
                  <a:gd name="T15" fmla="*/ 341 h 211"/>
                  <a:gd name="T16" fmla="*/ 29 w 242"/>
                  <a:gd name="T17" fmla="*/ 397 h 211"/>
                  <a:gd name="T18" fmla="*/ 21 w 242"/>
                  <a:gd name="T19" fmla="*/ 456 h 211"/>
                  <a:gd name="T20" fmla="*/ 26 w 242"/>
                  <a:gd name="T21" fmla="*/ 553 h 211"/>
                  <a:gd name="T22" fmla="*/ 5 w 242"/>
                  <a:gd name="T23" fmla="*/ 586 h 211"/>
                  <a:gd name="T24" fmla="*/ 29 w 242"/>
                  <a:gd name="T25" fmla="*/ 668 h 211"/>
                  <a:gd name="T26" fmla="*/ 50 w 242"/>
                  <a:gd name="T27" fmla="*/ 737 h 211"/>
                  <a:gd name="T28" fmla="*/ 81 w 242"/>
                  <a:gd name="T29" fmla="*/ 766 h 211"/>
                  <a:gd name="T30" fmla="*/ 124 w 242"/>
                  <a:gd name="T31" fmla="*/ 821 h 211"/>
                  <a:gd name="T32" fmla="*/ 190 w 242"/>
                  <a:gd name="T33" fmla="*/ 847 h 211"/>
                  <a:gd name="T34" fmla="*/ 293 w 242"/>
                  <a:gd name="T35" fmla="*/ 868 h 211"/>
                  <a:gd name="T36" fmla="*/ 532 w 242"/>
                  <a:gd name="T37" fmla="*/ 863 h 211"/>
                  <a:gd name="T38" fmla="*/ 645 w 242"/>
                  <a:gd name="T39" fmla="*/ 839 h 211"/>
                  <a:gd name="T40" fmla="*/ 748 w 242"/>
                  <a:gd name="T41" fmla="*/ 842 h 211"/>
                  <a:gd name="T42" fmla="*/ 778 w 242"/>
                  <a:gd name="T43" fmla="*/ 821 h 211"/>
                  <a:gd name="T44" fmla="*/ 867 w 242"/>
                  <a:gd name="T45" fmla="*/ 821 h 211"/>
                  <a:gd name="T46" fmla="*/ 933 w 242"/>
                  <a:gd name="T47" fmla="*/ 758 h 211"/>
                  <a:gd name="T48" fmla="*/ 951 w 242"/>
                  <a:gd name="T49" fmla="*/ 684 h 211"/>
                  <a:gd name="T50" fmla="*/ 985 w 242"/>
                  <a:gd name="T51" fmla="*/ 617 h 211"/>
                  <a:gd name="T52" fmla="*/ 993 w 242"/>
                  <a:gd name="T53" fmla="*/ 586 h 211"/>
                  <a:gd name="T54" fmla="*/ 999 w 242"/>
                  <a:gd name="T55" fmla="*/ 477 h 211"/>
                  <a:gd name="T56" fmla="*/ 943 w 242"/>
                  <a:gd name="T57" fmla="*/ 333 h 211"/>
                  <a:gd name="T58" fmla="*/ 867 w 242"/>
                  <a:gd name="T59" fmla="*/ 191 h 211"/>
                  <a:gd name="T60" fmla="*/ 846 w 242"/>
                  <a:gd name="T61" fmla="*/ 141 h 211"/>
                  <a:gd name="T62" fmla="*/ 786 w 242"/>
                  <a:gd name="T63" fmla="*/ 103 h 211"/>
                  <a:gd name="T64" fmla="*/ 691 w 242"/>
                  <a:gd name="T65" fmla="*/ 47 h 211"/>
                  <a:gd name="T66" fmla="*/ 595 w 242"/>
                  <a:gd name="T67" fmla="*/ 16 h 211"/>
                  <a:gd name="T68" fmla="*/ 532 w 242"/>
                  <a:gd name="T69" fmla="*/ 0 h 211"/>
                  <a:gd name="T70" fmla="*/ 498 w 242"/>
                  <a:gd name="T71" fmla="*/ 0 h 211"/>
                  <a:gd name="T72" fmla="*/ 480 w 242"/>
                  <a:gd name="T73" fmla="*/ 5 h 211"/>
                  <a:gd name="T74" fmla="*/ 458 w 242"/>
                  <a:gd name="T75" fmla="*/ 16 h 211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0" t="0" r="r" b="b"/>
                <a:pathLst>
                  <a:path w="242" h="211">
                    <a:moveTo>
                      <a:pt x="109" y="4"/>
                    </a:moveTo>
                    <a:cubicBezTo>
                      <a:pt x="107" y="2"/>
                      <a:pt x="106" y="1"/>
                      <a:pt x="103" y="1"/>
                    </a:cubicBezTo>
                    <a:cubicBezTo>
                      <a:pt x="104" y="2"/>
                      <a:pt x="103" y="4"/>
                      <a:pt x="103" y="6"/>
                    </a:cubicBezTo>
                    <a:cubicBezTo>
                      <a:pt x="98" y="4"/>
                      <a:pt x="82" y="1"/>
                      <a:pt x="82" y="10"/>
                    </a:cubicBezTo>
                    <a:cubicBezTo>
                      <a:pt x="79" y="7"/>
                      <a:pt x="76" y="8"/>
                      <a:pt x="77" y="12"/>
                    </a:cubicBezTo>
                    <a:cubicBezTo>
                      <a:pt x="74" y="12"/>
                      <a:pt x="72" y="13"/>
                      <a:pt x="69" y="14"/>
                    </a:cubicBezTo>
                    <a:cubicBezTo>
                      <a:pt x="68" y="14"/>
                      <a:pt x="68" y="16"/>
                      <a:pt x="67" y="17"/>
                    </a:cubicBezTo>
                    <a:cubicBezTo>
                      <a:pt x="66" y="17"/>
                      <a:pt x="64" y="16"/>
                      <a:pt x="63" y="16"/>
                    </a:cubicBezTo>
                    <a:cubicBezTo>
                      <a:pt x="57" y="19"/>
                      <a:pt x="50" y="19"/>
                      <a:pt x="47" y="25"/>
                    </a:cubicBezTo>
                    <a:cubicBezTo>
                      <a:pt x="44" y="31"/>
                      <a:pt x="44" y="34"/>
                      <a:pt x="39" y="39"/>
                    </a:cubicBezTo>
                    <a:cubicBezTo>
                      <a:pt x="38" y="40"/>
                      <a:pt x="39" y="42"/>
                      <a:pt x="39" y="42"/>
                    </a:cubicBezTo>
                    <a:cubicBezTo>
                      <a:pt x="37" y="44"/>
                      <a:pt x="34" y="43"/>
                      <a:pt x="33" y="44"/>
                    </a:cubicBezTo>
                    <a:cubicBezTo>
                      <a:pt x="29" y="47"/>
                      <a:pt x="26" y="48"/>
                      <a:pt x="28" y="52"/>
                    </a:cubicBezTo>
                    <a:cubicBezTo>
                      <a:pt x="23" y="51"/>
                      <a:pt x="16" y="56"/>
                      <a:pt x="20" y="61"/>
                    </a:cubicBezTo>
                    <a:cubicBezTo>
                      <a:pt x="9" y="61"/>
                      <a:pt x="16" y="68"/>
                      <a:pt x="16" y="72"/>
                    </a:cubicBezTo>
                    <a:cubicBezTo>
                      <a:pt x="16" y="76"/>
                      <a:pt x="10" y="78"/>
                      <a:pt x="9" y="82"/>
                    </a:cubicBezTo>
                    <a:cubicBezTo>
                      <a:pt x="2" y="82"/>
                      <a:pt x="4" y="88"/>
                      <a:pt x="5" y="92"/>
                    </a:cubicBezTo>
                    <a:cubicBezTo>
                      <a:pt x="5" y="93"/>
                      <a:pt x="7" y="94"/>
                      <a:pt x="7" y="96"/>
                    </a:cubicBezTo>
                    <a:cubicBezTo>
                      <a:pt x="6" y="99"/>
                      <a:pt x="2" y="98"/>
                      <a:pt x="2" y="100"/>
                    </a:cubicBezTo>
                    <a:cubicBezTo>
                      <a:pt x="1" y="105"/>
                      <a:pt x="5" y="106"/>
                      <a:pt x="5" y="110"/>
                    </a:cubicBezTo>
                    <a:cubicBezTo>
                      <a:pt x="6" y="113"/>
                      <a:pt x="0" y="119"/>
                      <a:pt x="7" y="120"/>
                    </a:cubicBezTo>
                    <a:cubicBezTo>
                      <a:pt x="6" y="124"/>
                      <a:pt x="7" y="129"/>
                      <a:pt x="6" y="133"/>
                    </a:cubicBezTo>
                    <a:cubicBezTo>
                      <a:pt x="6" y="134"/>
                      <a:pt x="7" y="135"/>
                      <a:pt x="6" y="137"/>
                    </a:cubicBezTo>
                    <a:cubicBezTo>
                      <a:pt x="5" y="139"/>
                      <a:pt x="1" y="138"/>
                      <a:pt x="1" y="141"/>
                    </a:cubicBezTo>
                    <a:cubicBezTo>
                      <a:pt x="0" y="144"/>
                      <a:pt x="5" y="148"/>
                      <a:pt x="6" y="151"/>
                    </a:cubicBezTo>
                    <a:cubicBezTo>
                      <a:pt x="6" y="155"/>
                      <a:pt x="4" y="157"/>
                      <a:pt x="7" y="161"/>
                    </a:cubicBezTo>
                    <a:cubicBezTo>
                      <a:pt x="5" y="165"/>
                      <a:pt x="9" y="165"/>
                      <a:pt x="10" y="169"/>
                    </a:cubicBezTo>
                    <a:cubicBezTo>
                      <a:pt x="11" y="172"/>
                      <a:pt x="7" y="176"/>
                      <a:pt x="12" y="178"/>
                    </a:cubicBezTo>
                    <a:cubicBezTo>
                      <a:pt x="11" y="181"/>
                      <a:pt x="12" y="182"/>
                      <a:pt x="14" y="184"/>
                    </a:cubicBezTo>
                    <a:cubicBezTo>
                      <a:pt x="15" y="185"/>
                      <a:pt x="18" y="184"/>
                      <a:pt x="19" y="185"/>
                    </a:cubicBezTo>
                    <a:cubicBezTo>
                      <a:pt x="20" y="185"/>
                      <a:pt x="20" y="187"/>
                      <a:pt x="21" y="188"/>
                    </a:cubicBezTo>
                    <a:cubicBezTo>
                      <a:pt x="26" y="191"/>
                      <a:pt x="26" y="194"/>
                      <a:pt x="30" y="198"/>
                    </a:cubicBezTo>
                    <a:cubicBezTo>
                      <a:pt x="31" y="198"/>
                      <a:pt x="36" y="200"/>
                      <a:pt x="37" y="201"/>
                    </a:cubicBezTo>
                    <a:cubicBezTo>
                      <a:pt x="41" y="203"/>
                      <a:pt x="39" y="204"/>
                      <a:pt x="45" y="204"/>
                    </a:cubicBezTo>
                    <a:cubicBezTo>
                      <a:pt x="47" y="205"/>
                      <a:pt x="49" y="205"/>
                      <a:pt x="52" y="205"/>
                    </a:cubicBezTo>
                    <a:cubicBezTo>
                      <a:pt x="58" y="207"/>
                      <a:pt x="64" y="208"/>
                      <a:pt x="70" y="209"/>
                    </a:cubicBezTo>
                    <a:cubicBezTo>
                      <a:pt x="80" y="211"/>
                      <a:pt x="92" y="206"/>
                      <a:pt x="103" y="207"/>
                    </a:cubicBezTo>
                    <a:cubicBezTo>
                      <a:pt x="111" y="207"/>
                      <a:pt x="119" y="207"/>
                      <a:pt x="127" y="208"/>
                    </a:cubicBezTo>
                    <a:cubicBezTo>
                      <a:pt x="132" y="208"/>
                      <a:pt x="139" y="211"/>
                      <a:pt x="144" y="209"/>
                    </a:cubicBezTo>
                    <a:cubicBezTo>
                      <a:pt x="148" y="207"/>
                      <a:pt x="148" y="203"/>
                      <a:pt x="154" y="202"/>
                    </a:cubicBezTo>
                    <a:cubicBezTo>
                      <a:pt x="156" y="202"/>
                      <a:pt x="160" y="202"/>
                      <a:pt x="162" y="203"/>
                    </a:cubicBezTo>
                    <a:cubicBezTo>
                      <a:pt x="168" y="204"/>
                      <a:pt x="174" y="206"/>
                      <a:pt x="179" y="203"/>
                    </a:cubicBezTo>
                    <a:cubicBezTo>
                      <a:pt x="177" y="202"/>
                      <a:pt x="174" y="200"/>
                      <a:pt x="173" y="199"/>
                    </a:cubicBezTo>
                    <a:cubicBezTo>
                      <a:pt x="177" y="200"/>
                      <a:pt x="182" y="197"/>
                      <a:pt x="186" y="198"/>
                    </a:cubicBezTo>
                    <a:cubicBezTo>
                      <a:pt x="189" y="198"/>
                      <a:pt x="191" y="201"/>
                      <a:pt x="195" y="200"/>
                    </a:cubicBezTo>
                    <a:cubicBezTo>
                      <a:pt x="197" y="196"/>
                      <a:pt x="204" y="195"/>
                      <a:pt x="207" y="198"/>
                    </a:cubicBezTo>
                    <a:cubicBezTo>
                      <a:pt x="211" y="195"/>
                      <a:pt x="216" y="192"/>
                      <a:pt x="216" y="186"/>
                    </a:cubicBezTo>
                    <a:cubicBezTo>
                      <a:pt x="217" y="184"/>
                      <a:pt x="220" y="183"/>
                      <a:pt x="223" y="183"/>
                    </a:cubicBezTo>
                    <a:cubicBezTo>
                      <a:pt x="224" y="180"/>
                      <a:pt x="223" y="176"/>
                      <a:pt x="222" y="173"/>
                    </a:cubicBezTo>
                    <a:cubicBezTo>
                      <a:pt x="226" y="173"/>
                      <a:pt x="227" y="169"/>
                      <a:pt x="227" y="165"/>
                    </a:cubicBezTo>
                    <a:cubicBezTo>
                      <a:pt x="230" y="164"/>
                      <a:pt x="231" y="161"/>
                      <a:pt x="230" y="158"/>
                    </a:cubicBezTo>
                    <a:cubicBezTo>
                      <a:pt x="234" y="156"/>
                      <a:pt x="234" y="153"/>
                      <a:pt x="235" y="149"/>
                    </a:cubicBezTo>
                    <a:cubicBezTo>
                      <a:pt x="235" y="148"/>
                      <a:pt x="234" y="146"/>
                      <a:pt x="235" y="144"/>
                    </a:cubicBezTo>
                    <a:cubicBezTo>
                      <a:pt x="235" y="143"/>
                      <a:pt x="237" y="141"/>
                      <a:pt x="237" y="141"/>
                    </a:cubicBezTo>
                    <a:cubicBezTo>
                      <a:pt x="238" y="138"/>
                      <a:pt x="242" y="124"/>
                      <a:pt x="234" y="128"/>
                    </a:cubicBezTo>
                    <a:cubicBezTo>
                      <a:pt x="233" y="122"/>
                      <a:pt x="240" y="119"/>
                      <a:pt x="239" y="115"/>
                    </a:cubicBezTo>
                    <a:cubicBezTo>
                      <a:pt x="239" y="110"/>
                      <a:pt x="233" y="110"/>
                      <a:pt x="233" y="104"/>
                    </a:cubicBezTo>
                    <a:cubicBezTo>
                      <a:pt x="232" y="97"/>
                      <a:pt x="235" y="82"/>
                      <a:pt x="225" y="80"/>
                    </a:cubicBezTo>
                    <a:cubicBezTo>
                      <a:pt x="225" y="76"/>
                      <a:pt x="227" y="58"/>
                      <a:pt x="218" y="62"/>
                    </a:cubicBezTo>
                    <a:cubicBezTo>
                      <a:pt x="222" y="52"/>
                      <a:pt x="216" y="48"/>
                      <a:pt x="207" y="46"/>
                    </a:cubicBezTo>
                    <a:cubicBezTo>
                      <a:pt x="206" y="44"/>
                      <a:pt x="204" y="43"/>
                      <a:pt x="203" y="41"/>
                    </a:cubicBezTo>
                    <a:cubicBezTo>
                      <a:pt x="202" y="39"/>
                      <a:pt x="203" y="36"/>
                      <a:pt x="202" y="34"/>
                    </a:cubicBezTo>
                    <a:cubicBezTo>
                      <a:pt x="200" y="30"/>
                      <a:pt x="199" y="29"/>
                      <a:pt x="194" y="31"/>
                    </a:cubicBezTo>
                    <a:cubicBezTo>
                      <a:pt x="192" y="28"/>
                      <a:pt x="193" y="23"/>
                      <a:pt x="188" y="25"/>
                    </a:cubicBezTo>
                    <a:cubicBezTo>
                      <a:pt x="188" y="22"/>
                      <a:pt x="187" y="18"/>
                      <a:pt x="183" y="18"/>
                    </a:cubicBezTo>
                    <a:cubicBezTo>
                      <a:pt x="182" y="13"/>
                      <a:pt x="169" y="9"/>
                      <a:pt x="165" y="11"/>
                    </a:cubicBezTo>
                    <a:cubicBezTo>
                      <a:pt x="165" y="5"/>
                      <a:pt x="150" y="8"/>
                      <a:pt x="146" y="6"/>
                    </a:cubicBezTo>
                    <a:cubicBezTo>
                      <a:pt x="145" y="6"/>
                      <a:pt x="143" y="4"/>
                      <a:pt x="142" y="4"/>
                    </a:cubicBezTo>
                    <a:cubicBezTo>
                      <a:pt x="141" y="3"/>
                      <a:pt x="137" y="5"/>
                      <a:pt x="136" y="4"/>
                    </a:cubicBezTo>
                    <a:cubicBezTo>
                      <a:pt x="135" y="4"/>
                      <a:pt x="128" y="1"/>
                      <a:pt x="127" y="0"/>
                    </a:cubicBezTo>
                    <a:cubicBezTo>
                      <a:pt x="126" y="2"/>
                      <a:pt x="123" y="2"/>
                      <a:pt x="120" y="2"/>
                    </a:cubicBezTo>
                    <a:cubicBezTo>
                      <a:pt x="120" y="2"/>
                      <a:pt x="119" y="0"/>
                      <a:pt x="119" y="0"/>
                    </a:cubicBezTo>
                    <a:cubicBezTo>
                      <a:pt x="119" y="1"/>
                      <a:pt x="117" y="3"/>
                      <a:pt x="116" y="4"/>
                    </a:cubicBezTo>
                    <a:cubicBezTo>
                      <a:pt x="116" y="3"/>
                      <a:pt x="115" y="2"/>
                      <a:pt x="115" y="1"/>
                    </a:cubicBezTo>
                    <a:cubicBezTo>
                      <a:pt x="115" y="0"/>
                      <a:pt x="114" y="1"/>
                      <a:pt x="114" y="0"/>
                    </a:cubicBezTo>
                    <a:cubicBezTo>
                      <a:pt x="111" y="0"/>
                      <a:pt x="109" y="2"/>
                      <a:pt x="109" y="4"/>
                    </a:cubicBezTo>
                    <a:close/>
                  </a:path>
                </a:pathLst>
              </a:custGeom>
              <a:noFill/>
              <a:ln w="3175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592" name="Freeform 222">
                <a:extLst>
                  <a:ext uri="{FF2B5EF4-FFF2-40B4-BE49-F238E27FC236}">
                    <a16:creationId xmlns:a16="http://schemas.microsoft.com/office/drawing/2014/main" id="{44826585-332A-4EA6-85AF-353906CB44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" y="1116"/>
                <a:ext cx="921" cy="2921"/>
              </a:xfrm>
              <a:custGeom>
                <a:avLst/>
                <a:gdLst>
                  <a:gd name="T0" fmla="*/ 2333 w 572"/>
                  <a:gd name="T1" fmla="*/ 3374 h 1820"/>
                  <a:gd name="T2" fmla="*/ 2278 w 572"/>
                  <a:gd name="T3" fmla="*/ 2605 h 1820"/>
                  <a:gd name="T4" fmla="*/ 2209 w 572"/>
                  <a:gd name="T5" fmla="*/ 1666 h 1820"/>
                  <a:gd name="T6" fmla="*/ 2104 w 572"/>
                  <a:gd name="T7" fmla="*/ 881 h 1820"/>
                  <a:gd name="T8" fmla="*/ 1815 w 572"/>
                  <a:gd name="T9" fmla="*/ 409 h 1820"/>
                  <a:gd name="T10" fmla="*/ 1615 w 572"/>
                  <a:gd name="T11" fmla="*/ 361 h 1820"/>
                  <a:gd name="T12" fmla="*/ 1402 w 572"/>
                  <a:gd name="T13" fmla="*/ 13 h 1820"/>
                  <a:gd name="T14" fmla="*/ 1198 w 572"/>
                  <a:gd name="T15" fmla="*/ 116 h 1820"/>
                  <a:gd name="T16" fmla="*/ 1185 w 572"/>
                  <a:gd name="T17" fmla="*/ 116 h 1820"/>
                  <a:gd name="T18" fmla="*/ 1169 w 572"/>
                  <a:gd name="T19" fmla="*/ 108 h 1820"/>
                  <a:gd name="T20" fmla="*/ 948 w 572"/>
                  <a:gd name="T21" fmla="*/ 5 h 1820"/>
                  <a:gd name="T22" fmla="*/ 638 w 572"/>
                  <a:gd name="T23" fmla="*/ 388 h 1820"/>
                  <a:gd name="T24" fmla="*/ 518 w 572"/>
                  <a:gd name="T25" fmla="*/ 435 h 1820"/>
                  <a:gd name="T26" fmla="*/ 230 w 572"/>
                  <a:gd name="T27" fmla="*/ 1183 h 1820"/>
                  <a:gd name="T28" fmla="*/ 145 w 572"/>
                  <a:gd name="T29" fmla="*/ 1976 h 1820"/>
                  <a:gd name="T30" fmla="*/ 111 w 572"/>
                  <a:gd name="T31" fmla="*/ 2939 h 1820"/>
                  <a:gd name="T32" fmla="*/ 8 w 572"/>
                  <a:gd name="T33" fmla="*/ 3601 h 1820"/>
                  <a:gd name="T34" fmla="*/ 50 w 572"/>
                  <a:gd name="T35" fmla="*/ 3730 h 1820"/>
                  <a:gd name="T36" fmla="*/ 230 w 572"/>
                  <a:gd name="T37" fmla="*/ 3889 h 1820"/>
                  <a:gd name="T38" fmla="*/ 293 w 572"/>
                  <a:gd name="T39" fmla="*/ 3853 h 1820"/>
                  <a:gd name="T40" fmla="*/ 327 w 572"/>
                  <a:gd name="T41" fmla="*/ 3815 h 1820"/>
                  <a:gd name="T42" fmla="*/ 314 w 572"/>
                  <a:gd name="T43" fmla="*/ 3635 h 1820"/>
                  <a:gd name="T44" fmla="*/ 267 w 572"/>
                  <a:gd name="T45" fmla="*/ 3295 h 1820"/>
                  <a:gd name="T46" fmla="*/ 446 w 572"/>
                  <a:gd name="T47" fmla="*/ 2017 h 1820"/>
                  <a:gd name="T48" fmla="*/ 535 w 572"/>
                  <a:gd name="T49" fmla="*/ 1579 h 1820"/>
                  <a:gd name="T50" fmla="*/ 403 w 572"/>
                  <a:gd name="T51" fmla="*/ 2351 h 1820"/>
                  <a:gd name="T52" fmla="*/ 383 w 572"/>
                  <a:gd name="T53" fmla="*/ 3521 h 1820"/>
                  <a:gd name="T54" fmla="*/ 659 w 572"/>
                  <a:gd name="T55" fmla="*/ 4861 h 1820"/>
                  <a:gd name="T56" fmla="*/ 755 w 572"/>
                  <a:gd name="T57" fmla="*/ 6149 h 1820"/>
                  <a:gd name="T58" fmla="*/ 855 w 572"/>
                  <a:gd name="T59" fmla="*/ 7004 h 1820"/>
                  <a:gd name="T60" fmla="*/ 710 w 572"/>
                  <a:gd name="T61" fmla="*/ 7341 h 1820"/>
                  <a:gd name="T62" fmla="*/ 755 w 572"/>
                  <a:gd name="T63" fmla="*/ 7468 h 1820"/>
                  <a:gd name="T64" fmla="*/ 964 w 572"/>
                  <a:gd name="T65" fmla="*/ 7482 h 1820"/>
                  <a:gd name="T66" fmla="*/ 1164 w 572"/>
                  <a:gd name="T67" fmla="*/ 7338 h 1820"/>
                  <a:gd name="T68" fmla="*/ 1177 w 572"/>
                  <a:gd name="T69" fmla="*/ 7086 h 1820"/>
                  <a:gd name="T70" fmla="*/ 1143 w 572"/>
                  <a:gd name="T71" fmla="*/ 6842 h 1820"/>
                  <a:gd name="T72" fmla="*/ 1156 w 572"/>
                  <a:gd name="T73" fmla="*/ 5454 h 1820"/>
                  <a:gd name="T74" fmla="*/ 1151 w 572"/>
                  <a:gd name="T75" fmla="*/ 4675 h 1820"/>
                  <a:gd name="T76" fmla="*/ 1151 w 572"/>
                  <a:gd name="T77" fmla="*/ 3547 h 1820"/>
                  <a:gd name="T78" fmla="*/ 1190 w 572"/>
                  <a:gd name="T79" fmla="*/ 3552 h 1820"/>
                  <a:gd name="T80" fmla="*/ 1245 w 572"/>
                  <a:gd name="T81" fmla="*/ 3539 h 1820"/>
                  <a:gd name="T82" fmla="*/ 1245 w 572"/>
                  <a:gd name="T83" fmla="*/ 4032 h 1820"/>
                  <a:gd name="T84" fmla="*/ 1253 w 572"/>
                  <a:gd name="T85" fmla="*/ 5072 h 1820"/>
                  <a:gd name="T86" fmla="*/ 1293 w 572"/>
                  <a:gd name="T87" fmla="*/ 6548 h 1820"/>
                  <a:gd name="T88" fmla="*/ 1237 w 572"/>
                  <a:gd name="T89" fmla="*/ 6991 h 1820"/>
                  <a:gd name="T90" fmla="*/ 1211 w 572"/>
                  <a:gd name="T91" fmla="*/ 7225 h 1820"/>
                  <a:gd name="T92" fmla="*/ 1293 w 572"/>
                  <a:gd name="T93" fmla="*/ 7457 h 1820"/>
                  <a:gd name="T94" fmla="*/ 1538 w 572"/>
                  <a:gd name="T95" fmla="*/ 7489 h 1820"/>
                  <a:gd name="T96" fmla="*/ 1678 w 572"/>
                  <a:gd name="T97" fmla="*/ 7408 h 1820"/>
                  <a:gd name="T98" fmla="*/ 1560 w 572"/>
                  <a:gd name="T99" fmla="*/ 7156 h 1820"/>
                  <a:gd name="T100" fmla="*/ 1552 w 572"/>
                  <a:gd name="T101" fmla="*/ 6744 h 1820"/>
                  <a:gd name="T102" fmla="*/ 1704 w 572"/>
                  <a:gd name="T103" fmla="*/ 5229 h 1820"/>
                  <a:gd name="T104" fmla="*/ 1853 w 572"/>
                  <a:gd name="T105" fmla="*/ 4097 h 1820"/>
                  <a:gd name="T106" fmla="*/ 2104 w 572"/>
                  <a:gd name="T107" fmla="*/ 2836 h 1820"/>
                  <a:gd name="T108" fmla="*/ 1866 w 572"/>
                  <a:gd name="T109" fmla="*/ 2017 h 1820"/>
                  <a:gd name="T110" fmla="*/ 1858 w 572"/>
                  <a:gd name="T111" fmla="*/ 1574 h 1820"/>
                  <a:gd name="T112" fmla="*/ 2011 w 572"/>
                  <a:gd name="T113" fmla="*/ 2605 h 1820"/>
                  <a:gd name="T114" fmla="*/ 2100 w 572"/>
                  <a:gd name="T115" fmla="*/ 3419 h 1820"/>
                  <a:gd name="T116" fmla="*/ 2074 w 572"/>
                  <a:gd name="T117" fmla="*/ 3784 h 1820"/>
                  <a:gd name="T118" fmla="*/ 2058 w 572"/>
                  <a:gd name="T119" fmla="*/ 3845 h 1820"/>
                  <a:gd name="T120" fmla="*/ 2061 w 572"/>
                  <a:gd name="T121" fmla="*/ 3922 h 1820"/>
                  <a:gd name="T122" fmla="*/ 2285 w 572"/>
                  <a:gd name="T123" fmla="*/ 3820 h 1820"/>
                  <a:gd name="T124" fmla="*/ 2362 w 572"/>
                  <a:gd name="T125" fmla="*/ 3662 h 1820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0" t="0" r="r" b="b"/>
                <a:pathLst>
                  <a:path w="572" h="1820">
                    <a:moveTo>
                      <a:pt x="570" y="871"/>
                    </a:moveTo>
                    <a:cubicBezTo>
                      <a:pt x="568" y="867"/>
                      <a:pt x="564" y="835"/>
                      <a:pt x="559" y="816"/>
                    </a:cubicBezTo>
                    <a:cubicBezTo>
                      <a:pt x="555" y="801"/>
                      <a:pt x="544" y="735"/>
                      <a:pt x="547" y="705"/>
                    </a:cubicBezTo>
                    <a:cubicBezTo>
                      <a:pt x="549" y="682"/>
                      <a:pt x="545" y="645"/>
                      <a:pt x="546" y="630"/>
                    </a:cubicBezTo>
                    <a:cubicBezTo>
                      <a:pt x="546" y="541"/>
                      <a:pt x="541" y="495"/>
                      <a:pt x="538" y="478"/>
                    </a:cubicBezTo>
                    <a:cubicBezTo>
                      <a:pt x="534" y="462"/>
                      <a:pt x="529" y="438"/>
                      <a:pt x="529" y="403"/>
                    </a:cubicBezTo>
                    <a:cubicBezTo>
                      <a:pt x="529" y="367"/>
                      <a:pt x="520" y="320"/>
                      <a:pt x="517" y="285"/>
                    </a:cubicBezTo>
                    <a:cubicBezTo>
                      <a:pt x="516" y="266"/>
                      <a:pt x="508" y="240"/>
                      <a:pt x="504" y="213"/>
                    </a:cubicBezTo>
                    <a:cubicBezTo>
                      <a:pt x="500" y="187"/>
                      <a:pt x="465" y="111"/>
                      <a:pt x="449" y="105"/>
                    </a:cubicBezTo>
                    <a:cubicBezTo>
                      <a:pt x="445" y="104"/>
                      <a:pt x="439" y="99"/>
                      <a:pt x="435" y="99"/>
                    </a:cubicBezTo>
                    <a:cubicBezTo>
                      <a:pt x="428" y="98"/>
                      <a:pt x="425" y="95"/>
                      <a:pt x="419" y="94"/>
                    </a:cubicBezTo>
                    <a:cubicBezTo>
                      <a:pt x="407" y="92"/>
                      <a:pt x="397" y="90"/>
                      <a:pt x="387" y="87"/>
                    </a:cubicBezTo>
                    <a:cubicBezTo>
                      <a:pt x="366" y="80"/>
                      <a:pt x="327" y="41"/>
                      <a:pt x="345" y="1"/>
                    </a:cubicBezTo>
                    <a:cubicBezTo>
                      <a:pt x="343" y="4"/>
                      <a:pt x="339" y="0"/>
                      <a:pt x="336" y="3"/>
                    </a:cubicBezTo>
                    <a:cubicBezTo>
                      <a:pt x="328" y="16"/>
                      <a:pt x="310" y="23"/>
                      <a:pt x="297" y="25"/>
                    </a:cubicBezTo>
                    <a:cubicBezTo>
                      <a:pt x="293" y="25"/>
                      <a:pt x="290" y="28"/>
                      <a:pt x="287" y="28"/>
                    </a:cubicBezTo>
                    <a:cubicBezTo>
                      <a:pt x="285" y="27"/>
                      <a:pt x="285" y="27"/>
                      <a:pt x="285" y="27"/>
                    </a:cubicBezTo>
                    <a:cubicBezTo>
                      <a:pt x="284" y="28"/>
                      <a:pt x="284" y="28"/>
                      <a:pt x="284" y="28"/>
                    </a:cubicBezTo>
                    <a:cubicBezTo>
                      <a:pt x="284" y="28"/>
                      <a:pt x="284" y="28"/>
                      <a:pt x="284" y="28"/>
                    </a:cubicBezTo>
                    <a:cubicBezTo>
                      <a:pt x="280" y="28"/>
                      <a:pt x="284" y="27"/>
                      <a:pt x="280" y="26"/>
                    </a:cubicBezTo>
                    <a:cubicBezTo>
                      <a:pt x="267" y="24"/>
                      <a:pt x="247" y="20"/>
                      <a:pt x="235" y="9"/>
                    </a:cubicBezTo>
                    <a:cubicBezTo>
                      <a:pt x="232" y="6"/>
                      <a:pt x="229" y="4"/>
                      <a:pt x="227" y="1"/>
                    </a:cubicBezTo>
                    <a:cubicBezTo>
                      <a:pt x="255" y="35"/>
                      <a:pt x="207" y="80"/>
                      <a:pt x="185" y="87"/>
                    </a:cubicBezTo>
                    <a:cubicBezTo>
                      <a:pt x="176" y="90"/>
                      <a:pt x="165" y="92"/>
                      <a:pt x="153" y="94"/>
                    </a:cubicBezTo>
                    <a:cubicBezTo>
                      <a:pt x="148" y="95"/>
                      <a:pt x="144" y="97"/>
                      <a:pt x="138" y="98"/>
                    </a:cubicBezTo>
                    <a:cubicBezTo>
                      <a:pt x="134" y="99"/>
                      <a:pt x="128" y="103"/>
                      <a:pt x="124" y="105"/>
                    </a:cubicBezTo>
                    <a:cubicBezTo>
                      <a:pt x="105" y="112"/>
                      <a:pt x="72" y="183"/>
                      <a:pt x="68" y="209"/>
                    </a:cubicBezTo>
                    <a:cubicBezTo>
                      <a:pt x="64" y="235"/>
                      <a:pt x="57" y="266"/>
                      <a:pt x="55" y="286"/>
                    </a:cubicBezTo>
                    <a:cubicBezTo>
                      <a:pt x="52" y="321"/>
                      <a:pt x="43" y="367"/>
                      <a:pt x="43" y="403"/>
                    </a:cubicBezTo>
                    <a:cubicBezTo>
                      <a:pt x="43" y="438"/>
                      <a:pt x="39" y="462"/>
                      <a:pt x="35" y="478"/>
                    </a:cubicBezTo>
                    <a:cubicBezTo>
                      <a:pt x="32" y="495"/>
                      <a:pt x="24" y="539"/>
                      <a:pt x="25" y="629"/>
                    </a:cubicBezTo>
                    <a:cubicBezTo>
                      <a:pt x="26" y="644"/>
                      <a:pt x="25" y="687"/>
                      <a:pt x="27" y="711"/>
                    </a:cubicBezTo>
                    <a:cubicBezTo>
                      <a:pt x="29" y="740"/>
                      <a:pt x="18" y="801"/>
                      <a:pt x="14" y="816"/>
                    </a:cubicBezTo>
                    <a:cubicBezTo>
                      <a:pt x="9" y="835"/>
                      <a:pt x="5" y="867"/>
                      <a:pt x="2" y="871"/>
                    </a:cubicBezTo>
                    <a:cubicBezTo>
                      <a:pt x="0" y="876"/>
                      <a:pt x="5" y="882"/>
                      <a:pt x="7" y="886"/>
                    </a:cubicBezTo>
                    <a:cubicBezTo>
                      <a:pt x="9" y="891"/>
                      <a:pt x="9" y="895"/>
                      <a:pt x="12" y="902"/>
                    </a:cubicBezTo>
                    <a:cubicBezTo>
                      <a:pt x="14" y="907"/>
                      <a:pt x="21" y="918"/>
                      <a:pt x="25" y="924"/>
                    </a:cubicBezTo>
                    <a:cubicBezTo>
                      <a:pt x="29" y="930"/>
                      <a:pt x="43" y="937"/>
                      <a:pt x="55" y="941"/>
                    </a:cubicBezTo>
                    <a:cubicBezTo>
                      <a:pt x="62" y="944"/>
                      <a:pt x="77" y="952"/>
                      <a:pt x="78" y="949"/>
                    </a:cubicBezTo>
                    <a:cubicBezTo>
                      <a:pt x="81" y="941"/>
                      <a:pt x="76" y="936"/>
                      <a:pt x="70" y="932"/>
                    </a:cubicBezTo>
                    <a:cubicBezTo>
                      <a:pt x="66" y="930"/>
                      <a:pt x="77" y="937"/>
                      <a:pt x="79" y="930"/>
                    </a:cubicBezTo>
                    <a:cubicBezTo>
                      <a:pt x="80" y="928"/>
                      <a:pt x="80" y="927"/>
                      <a:pt x="78" y="923"/>
                    </a:cubicBezTo>
                    <a:cubicBezTo>
                      <a:pt x="79" y="919"/>
                      <a:pt x="78" y="919"/>
                      <a:pt x="76" y="915"/>
                    </a:cubicBezTo>
                    <a:cubicBezTo>
                      <a:pt x="81" y="913"/>
                      <a:pt x="80" y="892"/>
                      <a:pt x="75" y="879"/>
                    </a:cubicBezTo>
                    <a:cubicBezTo>
                      <a:pt x="76" y="871"/>
                      <a:pt x="81" y="848"/>
                      <a:pt x="70" y="827"/>
                    </a:cubicBezTo>
                    <a:cubicBezTo>
                      <a:pt x="64" y="816"/>
                      <a:pt x="64" y="804"/>
                      <a:pt x="64" y="797"/>
                    </a:cubicBezTo>
                    <a:cubicBezTo>
                      <a:pt x="61" y="781"/>
                      <a:pt x="80" y="663"/>
                      <a:pt x="90" y="630"/>
                    </a:cubicBezTo>
                    <a:cubicBezTo>
                      <a:pt x="111" y="561"/>
                      <a:pt x="105" y="500"/>
                      <a:pt x="107" y="488"/>
                    </a:cubicBezTo>
                    <a:cubicBezTo>
                      <a:pt x="109" y="476"/>
                      <a:pt x="123" y="411"/>
                      <a:pt x="127" y="382"/>
                    </a:cubicBezTo>
                    <a:cubicBezTo>
                      <a:pt x="128" y="382"/>
                      <a:pt x="128" y="382"/>
                      <a:pt x="128" y="382"/>
                    </a:cubicBezTo>
                    <a:cubicBezTo>
                      <a:pt x="124" y="423"/>
                      <a:pt x="127" y="471"/>
                      <a:pt x="127" y="489"/>
                    </a:cubicBezTo>
                    <a:cubicBezTo>
                      <a:pt x="129" y="515"/>
                      <a:pt x="107" y="549"/>
                      <a:pt x="96" y="569"/>
                    </a:cubicBezTo>
                    <a:cubicBezTo>
                      <a:pt x="85" y="589"/>
                      <a:pt x="83" y="635"/>
                      <a:pt x="74" y="691"/>
                    </a:cubicBezTo>
                    <a:cubicBezTo>
                      <a:pt x="65" y="735"/>
                      <a:pt x="84" y="772"/>
                      <a:pt x="92" y="852"/>
                    </a:cubicBezTo>
                    <a:cubicBezTo>
                      <a:pt x="98" y="908"/>
                      <a:pt x="117" y="947"/>
                      <a:pt x="131" y="1010"/>
                    </a:cubicBezTo>
                    <a:cubicBezTo>
                      <a:pt x="144" y="1066"/>
                      <a:pt x="161" y="1131"/>
                      <a:pt x="158" y="1176"/>
                    </a:cubicBezTo>
                    <a:cubicBezTo>
                      <a:pt x="156" y="1217"/>
                      <a:pt x="158" y="1236"/>
                      <a:pt x="165" y="1265"/>
                    </a:cubicBezTo>
                    <a:cubicBezTo>
                      <a:pt x="171" y="1291"/>
                      <a:pt x="168" y="1412"/>
                      <a:pt x="181" y="1487"/>
                    </a:cubicBezTo>
                    <a:cubicBezTo>
                      <a:pt x="194" y="1562"/>
                      <a:pt x="197" y="1613"/>
                      <a:pt x="201" y="1631"/>
                    </a:cubicBezTo>
                    <a:cubicBezTo>
                      <a:pt x="209" y="1670"/>
                      <a:pt x="202" y="1674"/>
                      <a:pt x="205" y="1694"/>
                    </a:cubicBezTo>
                    <a:cubicBezTo>
                      <a:pt x="209" y="1714"/>
                      <a:pt x="209" y="1711"/>
                      <a:pt x="199" y="1731"/>
                    </a:cubicBezTo>
                    <a:cubicBezTo>
                      <a:pt x="190" y="1743"/>
                      <a:pt x="175" y="1770"/>
                      <a:pt x="170" y="1776"/>
                    </a:cubicBezTo>
                    <a:cubicBezTo>
                      <a:pt x="166" y="1782"/>
                      <a:pt x="168" y="1788"/>
                      <a:pt x="170" y="1792"/>
                    </a:cubicBezTo>
                    <a:cubicBezTo>
                      <a:pt x="167" y="1801"/>
                      <a:pt x="177" y="1806"/>
                      <a:pt x="181" y="1806"/>
                    </a:cubicBezTo>
                    <a:cubicBezTo>
                      <a:pt x="180" y="1817"/>
                      <a:pt x="200" y="1816"/>
                      <a:pt x="204" y="1811"/>
                    </a:cubicBezTo>
                    <a:cubicBezTo>
                      <a:pt x="210" y="1817"/>
                      <a:pt x="225" y="1817"/>
                      <a:pt x="231" y="1810"/>
                    </a:cubicBezTo>
                    <a:cubicBezTo>
                      <a:pt x="241" y="1818"/>
                      <a:pt x="256" y="1820"/>
                      <a:pt x="261" y="1811"/>
                    </a:cubicBezTo>
                    <a:cubicBezTo>
                      <a:pt x="271" y="1796"/>
                      <a:pt x="280" y="1786"/>
                      <a:pt x="279" y="1775"/>
                    </a:cubicBezTo>
                    <a:cubicBezTo>
                      <a:pt x="278" y="1764"/>
                      <a:pt x="280" y="1761"/>
                      <a:pt x="283" y="1748"/>
                    </a:cubicBezTo>
                    <a:cubicBezTo>
                      <a:pt x="285" y="1734"/>
                      <a:pt x="287" y="1724"/>
                      <a:pt x="282" y="1714"/>
                    </a:cubicBezTo>
                    <a:cubicBezTo>
                      <a:pt x="277" y="1705"/>
                      <a:pt x="277" y="1701"/>
                      <a:pt x="277" y="1691"/>
                    </a:cubicBezTo>
                    <a:cubicBezTo>
                      <a:pt x="277" y="1682"/>
                      <a:pt x="280" y="1667"/>
                      <a:pt x="274" y="1655"/>
                    </a:cubicBezTo>
                    <a:cubicBezTo>
                      <a:pt x="268" y="1643"/>
                      <a:pt x="261" y="1615"/>
                      <a:pt x="262" y="1584"/>
                    </a:cubicBezTo>
                    <a:cubicBezTo>
                      <a:pt x="263" y="1553"/>
                      <a:pt x="286" y="1379"/>
                      <a:pt x="277" y="1319"/>
                    </a:cubicBezTo>
                    <a:cubicBezTo>
                      <a:pt x="267" y="1259"/>
                      <a:pt x="271" y="1247"/>
                      <a:pt x="273" y="1227"/>
                    </a:cubicBezTo>
                    <a:cubicBezTo>
                      <a:pt x="275" y="1207"/>
                      <a:pt x="281" y="1174"/>
                      <a:pt x="276" y="1131"/>
                    </a:cubicBezTo>
                    <a:cubicBezTo>
                      <a:pt x="274" y="1114"/>
                      <a:pt x="274" y="1045"/>
                      <a:pt x="275" y="975"/>
                    </a:cubicBezTo>
                    <a:cubicBezTo>
                      <a:pt x="275" y="929"/>
                      <a:pt x="288" y="870"/>
                      <a:pt x="276" y="858"/>
                    </a:cubicBezTo>
                    <a:cubicBezTo>
                      <a:pt x="276" y="857"/>
                      <a:pt x="276" y="857"/>
                      <a:pt x="276" y="857"/>
                    </a:cubicBezTo>
                    <a:cubicBezTo>
                      <a:pt x="279" y="858"/>
                      <a:pt x="282" y="859"/>
                      <a:pt x="285" y="859"/>
                    </a:cubicBezTo>
                    <a:cubicBezTo>
                      <a:pt x="286" y="859"/>
                      <a:pt x="286" y="859"/>
                      <a:pt x="286" y="859"/>
                    </a:cubicBezTo>
                    <a:cubicBezTo>
                      <a:pt x="290" y="859"/>
                      <a:pt x="294" y="858"/>
                      <a:pt x="298" y="856"/>
                    </a:cubicBezTo>
                    <a:cubicBezTo>
                      <a:pt x="297" y="858"/>
                      <a:pt x="297" y="858"/>
                      <a:pt x="297" y="858"/>
                    </a:cubicBezTo>
                    <a:cubicBezTo>
                      <a:pt x="285" y="870"/>
                      <a:pt x="297" y="929"/>
                      <a:pt x="298" y="975"/>
                    </a:cubicBezTo>
                    <a:cubicBezTo>
                      <a:pt x="298" y="1045"/>
                      <a:pt x="299" y="1114"/>
                      <a:pt x="297" y="1131"/>
                    </a:cubicBezTo>
                    <a:cubicBezTo>
                      <a:pt x="291" y="1174"/>
                      <a:pt x="297" y="1207"/>
                      <a:pt x="300" y="1227"/>
                    </a:cubicBezTo>
                    <a:cubicBezTo>
                      <a:pt x="302" y="1247"/>
                      <a:pt x="306" y="1259"/>
                      <a:pt x="296" y="1319"/>
                    </a:cubicBezTo>
                    <a:cubicBezTo>
                      <a:pt x="286" y="1379"/>
                      <a:pt x="309" y="1553"/>
                      <a:pt x="310" y="1584"/>
                    </a:cubicBezTo>
                    <a:cubicBezTo>
                      <a:pt x="312" y="1615"/>
                      <a:pt x="304" y="1643"/>
                      <a:pt x="298" y="1655"/>
                    </a:cubicBezTo>
                    <a:cubicBezTo>
                      <a:pt x="292" y="1667"/>
                      <a:pt x="296" y="1682"/>
                      <a:pt x="296" y="1691"/>
                    </a:cubicBezTo>
                    <a:cubicBezTo>
                      <a:pt x="296" y="1701"/>
                      <a:pt x="296" y="1705"/>
                      <a:pt x="291" y="1714"/>
                    </a:cubicBezTo>
                    <a:cubicBezTo>
                      <a:pt x="286" y="1724"/>
                      <a:pt x="288" y="1734"/>
                      <a:pt x="290" y="1748"/>
                    </a:cubicBezTo>
                    <a:cubicBezTo>
                      <a:pt x="292" y="1761"/>
                      <a:pt x="295" y="1764"/>
                      <a:pt x="294" y="1775"/>
                    </a:cubicBezTo>
                    <a:cubicBezTo>
                      <a:pt x="292" y="1786"/>
                      <a:pt x="301" y="1792"/>
                      <a:pt x="310" y="1804"/>
                    </a:cubicBezTo>
                    <a:cubicBezTo>
                      <a:pt x="321" y="1819"/>
                      <a:pt x="332" y="1818"/>
                      <a:pt x="341" y="1810"/>
                    </a:cubicBezTo>
                    <a:cubicBezTo>
                      <a:pt x="347" y="1817"/>
                      <a:pt x="362" y="1817"/>
                      <a:pt x="368" y="1811"/>
                    </a:cubicBezTo>
                    <a:cubicBezTo>
                      <a:pt x="373" y="1816"/>
                      <a:pt x="393" y="1817"/>
                      <a:pt x="392" y="1806"/>
                    </a:cubicBezTo>
                    <a:cubicBezTo>
                      <a:pt x="395" y="1806"/>
                      <a:pt x="406" y="1801"/>
                      <a:pt x="402" y="1792"/>
                    </a:cubicBezTo>
                    <a:cubicBezTo>
                      <a:pt x="405" y="1788"/>
                      <a:pt x="407" y="1782"/>
                      <a:pt x="402" y="1776"/>
                    </a:cubicBezTo>
                    <a:cubicBezTo>
                      <a:pt x="397" y="1770"/>
                      <a:pt x="382" y="1743"/>
                      <a:pt x="374" y="1731"/>
                    </a:cubicBezTo>
                    <a:cubicBezTo>
                      <a:pt x="363" y="1711"/>
                      <a:pt x="364" y="1714"/>
                      <a:pt x="367" y="1694"/>
                    </a:cubicBezTo>
                    <a:cubicBezTo>
                      <a:pt x="371" y="1674"/>
                      <a:pt x="363" y="1670"/>
                      <a:pt x="372" y="1631"/>
                    </a:cubicBezTo>
                    <a:cubicBezTo>
                      <a:pt x="376" y="1613"/>
                      <a:pt x="380" y="1568"/>
                      <a:pt x="392" y="1491"/>
                    </a:cubicBezTo>
                    <a:cubicBezTo>
                      <a:pt x="404" y="1414"/>
                      <a:pt x="406" y="1292"/>
                      <a:pt x="408" y="1265"/>
                    </a:cubicBezTo>
                    <a:cubicBezTo>
                      <a:pt x="410" y="1238"/>
                      <a:pt x="418" y="1212"/>
                      <a:pt x="417" y="1165"/>
                    </a:cubicBezTo>
                    <a:cubicBezTo>
                      <a:pt x="415" y="1123"/>
                      <a:pt x="432" y="1047"/>
                      <a:pt x="444" y="991"/>
                    </a:cubicBezTo>
                    <a:cubicBezTo>
                      <a:pt x="458" y="928"/>
                      <a:pt x="480" y="909"/>
                      <a:pt x="486" y="853"/>
                    </a:cubicBezTo>
                    <a:cubicBezTo>
                      <a:pt x="494" y="773"/>
                      <a:pt x="513" y="730"/>
                      <a:pt x="504" y="686"/>
                    </a:cubicBezTo>
                    <a:cubicBezTo>
                      <a:pt x="495" y="630"/>
                      <a:pt x="483" y="583"/>
                      <a:pt x="472" y="563"/>
                    </a:cubicBezTo>
                    <a:cubicBezTo>
                      <a:pt x="462" y="542"/>
                      <a:pt x="446" y="513"/>
                      <a:pt x="447" y="488"/>
                    </a:cubicBezTo>
                    <a:cubicBezTo>
                      <a:pt x="448" y="471"/>
                      <a:pt x="447" y="448"/>
                      <a:pt x="450" y="412"/>
                    </a:cubicBezTo>
                    <a:cubicBezTo>
                      <a:pt x="445" y="381"/>
                      <a:pt x="445" y="381"/>
                      <a:pt x="445" y="381"/>
                    </a:cubicBezTo>
                    <a:cubicBezTo>
                      <a:pt x="449" y="410"/>
                      <a:pt x="463" y="476"/>
                      <a:pt x="466" y="488"/>
                    </a:cubicBezTo>
                    <a:cubicBezTo>
                      <a:pt x="468" y="500"/>
                      <a:pt x="462" y="561"/>
                      <a:pt x="482" y="630"/>
                    </a:cubicBezTo>
                    <a:cubicBezTo>
                      <a:pt x="493" y="663"/>
                      <a:pt x="511" y="781"/>
                      <a:pt x="508" y="797"/>
                    </a:cubicBezTo>
                    <a:cubicBezTo>
                      <a:pt x="508" y="804"/>
                      <a:pt x="506" y="815"/>
                      <a:pt x="503" y="827"/>
                    </a:cubicBezTo>
                    <a:cubicBezTo>
                      <a:pt x="496" y="845"/>
                      <a:pt x="497" y="871"/>
                      <a:pt x="498" y="879"/>
                    </a:cubicBezTo>
                    <a:cubicBezTo>
                      <a:pt x="496" y="890"/>
                      <a:pt x="492" y="913"/>
                      <a:pt x="497" y="915"/>
                    </a:cubicBezTo>
                    <a:cubicBezTo>
                      <a:pt x="494" y="919"/>
                      <a:pt x="493" y="919"/>
                      <a:pt x="494" y="923"/>
                    </a:cubicBezTo>
                    <a:cubicBezTo>
                      <a:pt x="493" y="927"/>
                      <a:pt x="493" y="928"/>
                      <a:pt x="493" y="930"/>
                    </a:cubicBezTo>
                    <a:cubicBezTo>
                      <a:pt x="496" y="937"/>
                      <a:pt x="506" y="930"/>
                      <a:pt x="503" y="932"/>
                    </a:cubicBezTo>
                    <a:cubicBezTo>
                      <a:pt x="497" y="936"/>
                      <a:pt x="491" y="941"/>
                      <a:pt x="494" y="949"/>
                    </a:cubicBezTo>
                    <a:cubicBezTo>
                      <a:pt x="496" y="952"/>
                      <a:pt x="510" y="944"/>
                      <a:pt x="518" y="941"/>
                    </a:cubicBezTo>
                    <a:cubicBezTo>
                      <a:pt x="530" y="937"/>
                      <a:pt x="544" y="930"/>
                      <a:pt x="547" y="924"/>
                    </a:cubicBezTo>
                    <a:cubicBezTo>
                      <a:pt x="551" y="918"/>
                      <a:pt x="558" y="907"/>
                      <a:pt x="561" y="902"/>
                    </a:cubicBezTo>
                    <a:cubicBezTo>
                      <a:pt x="564" y="895"/>
                      <a:pt x="563" y="891"/>
                      <a:pt x="566" y="886"/>
                    </a:cubicBezTo>
                    <a:cubicBezTo>
                      <a:pt x="568" y="882"/>
                      <a:pt x="572" y="876"/>
                      <a:pt x="570" y="871"/>
                    </a:cubicBezTo>
                  </a:path>
                </a:pathLst>
              </a:custGeom>
              <a:solidFill>
                <a:srgbClr val="8A51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593" name="Freeform 223">
                <a:extLst>
                  <a:ext uri="{FF2B5EF4-FFF2-40B4-BE49-F238E27FC236}">
                    <a16:creationId xmlns:a16="http://schemas.microsoft.com/office/drawing/2014/main" id="{6DEC87D5-0F07-4CA4-AC7B-5FED30F357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4" y="805"/>
                <a:ext cx="282" cy="379"/>
              </a:xfrm>
              <a:custGeom>
                <a:avLst/>
                <a:gdLst>
                  <a:gd name="T0" fmla="*/ 732 w 175"/>
                  <a:gd name="T1" fmla="*/ 451 h 236"/>
                  <a:gd name="T2" fmla="*/ 732 w 175"/>
                  <a:gd name="T3" fmla="*/ 456 h 236"/>
                  <a:gd name="T4" fmla="*/ 706 w 175"/>
                  <a:gd name="T5" fmla="*/ 567 h 236"/>
                  <a:gd name="T6" fmla="*/ 666 w 175"/>
                  <a:gd name="T7" fmla="*/ 724 h 236"/>
                  <a:gd name="T8" fmla="*/ 590 w 175"/>
                  <a:gd name="T9" fmla="*/ 867 h 236"/>
                  <a:gd name="T10" fmla="*/ 430 w 175"/>
                  <a:gd name="T11" fmla="*/ 972 h 236"/>
                  <a:gd name="T12" fmla="*/ 377 w 175"/>
                  <a:gd name="T13" fmla="*/ 978 h 236"/>
                  <a:gd name="T14" fmla="*/ 327 w 175"/>
                  <a:gd name="T15" fmla="*/ 972 h 236"/>
                  <a:gd name="T16" fmla="*/ 166 w 175"/>
                  <a:gd name="T17" fmla="*/ 854 h 236"/>
                  <a:gd name="T18" fmla="*/ 89 w 175"/>
                  <a:gd name="T19" fmla="*/ 724 h 236"/>
                  <a:gd name="T20" fmla="*/ 50 w 175"/>
                  <a:gd name="T21" fmla="*/ 567 h 236"/>
                  <a:gd name="T22" fmla="*/ 21 w 175"/>
                  <a:gd name="T23" fmla="*/ 430 h 236"/>
                  <a:gd name="T24" fmla="*/ 369 w 175"/>
                  <a:gd name="T25" fmla="*/ 8 h 236"/>
                  <a:gd name="T26" fmla="*/ 732 w 175"/>
                  <a:gd name="T27" fmla="*/ 451 h 2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75" h="236">
                    <a:moveTo>
                      <a:pt x="175" y="109"/>
                    </a:moveTo>
                    <a:cubicBezTo>
                      <a:pt x="175" y="110"/>
                      <a:pt x="175" y="110"/>
                      <a:pt x="175" y="110"/>
                    </a:cubicBezTo>
                    <a:cubicBezTo>
                      <a:pt x="173" y="120"/>
                      <a:pt x="170" y="130"/>
                      <a:pt x="169" y="137"/>
                    </a:cubicBezTo>
                    <a:cubicBezTo>
                      <a:pt x="166" y="147"/>
                      <a:pt x="162" y="167"/>
                      <a:pt x="159" y="175"/>
                    </a:cubicBezTo>
                    <a:cubicBezTo>
                      <a:pt x="157" y="183"/>
                      <a:pt x="159" y="203"/>
                      <a:pt x="141" y="209"/>
                    </a:cubicBezTo>
                    <a:cubicBezTo>
                      <a:pt x="126" y="213"/>
                      <a:pt x="116" y="232"/>
                      <a:pt x="103" y="235"/>
                    </a:cubicBezTo>
                    <a:cubicBezTo>
                      <a:pt x="99" y="235"/>
                      <a:pt x="94" y="236"/>
                      <a:pt x="90" y="236"/>
                    </a:cubicBezTo>
                    <a:cubicBezTo>
                      <a:pt x="87" y="236"/>
                      <a:pt x="82" y="235"/>
                      <a:pt x="78" y="235"/>
                    </a:cubicBezTo>
                    <a:cubicBezTo>
                      <a:pt x="65" y="232"/>
                      <a:pt x="55" y="211"/>
                      <a:pt x="40" y="206"/>
                    </a:cubicBezTo>
                    <a:cubicBezTo>
                      <a:pt x="27" y="202"/>
                      <a:pt x="24" y="183"/>
                      <a:pt x="21" y="175"/>
                    </a:cubicBezTo>
                    <a:cubicBezTo>
                      <a:pt x="18" y="167"/>
                      <a:pt x="14" y="147"/>
                      <a:pt x="12" y="137"/>
                    </a:cubicBezTo>
                    <a:cubicBezTo>
                      <a:pt x="10" y="127"/>
                      <a:pt x="9" y="115"/>
                      <a:pt x="5" y="104"/>
                    </a:cubicBezTo>
                    <a:cubicBezTo>
                      <a:pt x="5" y="100"/>
                      <a:pt x="0" y="2"/>
                      <a:pt x="88" y="2"/>
                    </a:cubicBezTo>
                    <a:cubicBezTo>
                      <a:pt x="175" y="0"/>
                      <a:pt x="174" y="102"/>
                      <a:pt x="175" y="109"/>
                    </a:cubicBezTo>
                    <a:close/>
                  </a:path>
                </a:pathLst>
              </a:custGeom>
              <a:solidFill>
                <a:srgbClr val="8A51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594" name="Freeform 224">
                <a:extLst>
                  <a:ext uri="{FF2B5EF4-FFF2-40B4-BE49-F238E27FC236}">
                    <a16:creationId xmlns:a16="http://schemas.microsoft.com/office/drawing/2014/main" id="{59497861-78A5-424C-9448-D739BCF8CC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2" y="972"/>
                <a:ext cx="274" cy="212"/>
              </a:xfrm>
              <a:custGeom>
                <a:avLst/>
                <a:gdLst>
                  <a:gd name="T0" fmla="*/ 712 w 170"/>
                  <a:gd name="T1" fmla="*/ 21 h 132"/>
                  <a:gd name="T2" fmla="*/ 712 w 170"/>
                  <a:gd name="T3" fmla="*/ 26 h 132"/>
                  <a:gd name="T4" fmla="*/ 687 w 170"/>
                  <a:gd name="T5" fmla="*/ 137 h 132"/>
                  <a:gd name="T6" fmla="*/ 645 w 170"/>
                  <a:gd name="T7" fmla="*/ 294 h 132"/>
                  <a:gd name="T8" fmla="*/ 569 w 170"/>
                  <a:gd name="T9" fmla="*/ 435 h 132"/>
                  <a:gd name="T10" fmla="*/ 411 w 170"/>
                  <a:gd name="T11" fmla="*/ 541 h 132"/>
                  <a:gd name="T12" fmla="*/ 356 w 170"/>
                  <a:gd name="T13" fmla="*/ 546 h 132"/>
                  <a:gd name="T14" fmla="*/ 306 w 170"/>
                  <a:gd name="T15" fmla="*/ 541 h 132"/>
                  <a:gd name="T16" fmla="*/ 145 w 170"/>
                  <a:gd name="T17" fmla="*/ 422 h 132"/>
                  <a:gd name="T18" fmla="*/ 68 w 170"/>
                  <a:gd name="T19" fmla="*/ 294 h 132"/>
                  <a:gd name="T20" fmla="*/ 29 w 170"/>
                  <a:gd name="T21" fmla="*/ 137 h 132"/>
                  <a:gd name="T22" fmla="*/ 0 w 170"/>
                  <a:gd name="T23" fmla="*/ 0 h 13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70" h="132">
                    <a:moveTo>
                      <a:pt x="170" y="5"/>
                    </a:moveTo>
                    <a:cubicBezTo>
                      <a:pt x="170" y="6"/>
                      <a:pt x="170" y="6"/>
                      <a:pt x="170" y="6"/>
                    </a:cubicBezTo>
                    <a:cubicBezTo>
                      <a:pt x="168" y="16"/>
                      <a:pt x="165" y="26"/>
                      <a:pt x="164" y="33"/>
                    </a:cubicBezTo>
                    <a:cubicBezTo>
                      <a:pt x="161" y="43"/>
                      <a:pt x="157" y="63"/>
                      <a:pt x="154" y="71"/>
                    </a:cubicBezTo>
                    <a:cubicBezTo>
                      <a:pt x="152" y="79"/>
                      <a:pt x="154" y="99"/>
                      <a:pt x="136" y="105"/>
                    </a:cubicBezTo>
                    <a:cubicBezTo>
                      <a:pt x="121" y="109"/>
                      <a:pt x="111" y="128"/>
                      <a:pt x="98" y="131"/>
                    </a:cubicBezTo>
                    <a:cubicBezTo>
                      <a:pt x="94" y="131"/>
                      <a:pt x="89" y="132"/>
                      <a:pt x="85" y="132"/>
                    </a:cubicBezTo>
                    <a:cubicBezTo>
                      <a:pt x="82" y="132"/>
                      <a:pt x="77" y="131"/>
                      <a:pt x="73" y="131"/>
                    </a:cubicBezTo>
                    <a:cubicBezTo>
                      <a:pt x="60" y="128"/>
                      <a:pt x="50" y="107"/>
                      <a:pt x="35" y="102"/>
                    </a:cubicBezTo>
                    <a:cubicBezTo>
                      <a:pt x="22" y="98"/>
                      <a:pt x="19" y="79"/>
                      <a:pt x="16" y="71"/>
                    </a:cubicBezTo>
                    <a:cubicBezTo>
                      <a:pt x="13" y="63"/>
                      <a:pt x="9" y="43"/>
                      <a:pt x="7" y="33"/>
                    </a:cubicBezTo>
                    <a:cubicBezTo>
                      <a:pt x="5" y="23"/>
                      <a:pt x="4" y="11"/>
                      <a:pt x="0" y="0"/>
                    </a:cubicBezTo>
                  </a:path>
                </a:pathLst>
              </a:custGeom>
              <a:noFill/>
              <a:ln w="4763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595" name="Freeform 225">
                <a:extLst>
                  <a:ext uri="{FF2B5EF4-FFF2-40B4-BE49-F238E27FC236}">
                    <a16:creationId xmlns:a16="http://schemas.microsoft.com/office/drawing/2014/main" id="{71EBA803-510E-4E47-9D3F-BC25884800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0" y="2309"/>
                <a:ext cx="130" cy="335"/>
              </a:xfrm>
              <a:custGeom>
                <a:avLst/>
                <a:gdLst>
                  <a:gd name="T0" fmla="*/ 55 w 81"/>
                  <a:gd name="T1" fmla="*/ 0 h 209"/>
                  <a:gd name="T2" fmla="*/ 69 w 81"/>
                  <a:gd name="T3" fmla="*/ 223 h 209"/>
                  <a:gd name="T4" fmla="*/ 48 w 81"/>
                  <a:gd name="T5" fmla="*/ 346 h 209"/>
                  <a:gd name="T6" fmla="*/ 29 w 81"/>
                  <a:gd name="T7" fmla="*/ 559 h 209"/>
                  <a:gd name="T8" fmla="*/ 26 w 81"/>
                  <a:gd name="T9" fmla="*/ 708 h 209"/>
                  <a:gd name="T10" fmla="*/ 13 w 81"/>
                  <a:gd name="T11" fmla="*/ 742 h 209"/>
                  <a:gd name="T12" fmla="*/ 8 w 81"/>
                  <a:gd name="T13" fmla="*/ 771 h 209"/>
                  <a:gd name="T14" fmla="*/ 48 w 81"/>
                  <a:gd name="T15" fmla="*/ 779 h 209"/>
                  <a:gd name="T16" fmla="*/ 13 w 81"/>
                  <a:gd name="T17" fmla="*/ 848 h 209"/>
                  <a:gd name="T18" fmla="*/ 111 w 81"/>
                  <a:gd name="T19" fmla="*/ 814 h 209"/>
                  <a:gd name="T20" fmla="*/ 231 w 81"/>
                  <a:gd name="T21" fmla="*/ 745 h 209"/>
                  <a:gd name="T22" fmla="*/ 289 w 81"/>
                  <a:gd name="T23" fmla="*/ 656 h 209"/>
                  <a:gd name="T24" fmla="*/ 310 w 81"/>
                  <a:gd name="T25" fmla="*/ 588 h 209"/>
                  <a:gd name="T26" fmla="*/ 327 w 81"/>
                  <a:gd name="T27" fmla="*/ 527 h 20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81" h="209">
                    <a:moveTo>
                      <a:pt x="13" y="0"/>
                    </a:moveTo>
                    <a:cubicBezTo>
                      <a:pt x="16" y="26"/>
                      <a:pt x="18" y="48"/>
                      <a:pt x="17" y="54"/>
                    </a:cubicBezTo>
                    <a:cubicBezTo>
                      <a:pt x="17" y="61"/>
                      <a:pt x="15" y="72"/>
                      <a:pt x="12" y="84"/>
                    </a:cubicBezTo>
                    <a:cubicBezTo>
                      <a:pt x="5" y="102"/>
                      <a:pt x="6" y="128"/>
                      <a:pt x="7" y="136"/>
                    </a:cubicBezTo>
                    <a:cubicBezTo>
                      <a:pt x="5" y="147"/>
                      <a:pt x="1" y="170"/>
                      <a:pt x="6" y="172"/>
                    </a:cubicBezTo>
                    <a:cubicBezTo>
                      <a:pt x="3" y="176"/>
                      <a:pt x="2" y="176"/>
                      <a:pt x="3" y="180"/>
                    </a:cubicBezTo>
                    <a:cubicBezTo>
                      <a:pt x="2" y="184"/>
                      <a:pt x="2" y="185"/>
                      <a:pt x="2" y="187"/>
                    </a:cubicBezTo>
                    <a:cubicBezTo>
                      <a:pt x="5" y="194"/>
                      <a:pt x="15" y="187"/>
                      <a:pt x="12" y="189"/>
                    </a:cubicBezTo>
                    <a:cubicBezTo>
                      <a:pt x="6" y="193"/>
                      <a:pt x="0" y="198"/>
                      <a:pt x="3" y="206"/>
                    </a:cubicBezTo>
                    <a:cubicBezTo>
                      <a:pt x="5" y="209"/>
                      <a:pt x="19" y="201"/>
                      <a:pt x="27" y="198"/>
                    </a:cubicBezTo>
                    <a:cubicBezTo>
                      <a:pt x="39" y="194"/>
                      <a:pt x="53" y="187"/>
                      <a:pt x="56" y="181"/>
                    </a:cubicBezTo>
                    <a:cubicBezTo>
                      <a:pt x="60" y="175"/>
                      <a:pt x="67" y="164"/>
                      <a:pt x="70" y="159"/>
                    </a:cubicBezTo>
                    <a:cubicBezTo>
                      <a:pt x="73" y="152"/>
                      <a:pt x="72" y="148"/>
                      <a:pt x="75" y="143"/>
                    </a:cubicBezTo>
                    <a:cubicBezTo>
                      <a:pt x="77" y="139"/>
                      <a:pt x="81" y="133"/>
                      <a:pt x="79" y="128"/>
                    </a:cubicBezTo>
                  </a:path>
                </a:pathLst>
              </a:custGeom>
              <a:noFill/>
              <a:ln w="4763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596" name="Freeform 226">
                <a:extLst>
                  <a:ext uri="{FF2B5EF4-FFF2-40B4-BE49-F238E27FC236}">
                    <a16:creationId xmlns:a16="http://schemas.microsoft.com/office/drawing/2014/main" id="{F5553849-3EA8-4AD1-8A99-1C03223455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5" y="1728"/>
                <a:ext cx="37" cy="277"/>
              </a:xfrm>
              <a:custGeom>
                <a:avLst/>
                <a:gdLst>
                  <a:gd name="T0" fmla="*/ 97 w 23"/>
                  <a:gd name="T1" fmla="*/ 711 h 173"/>
                  <a:gd name="T2" fmla="*/ 8 w 23"/>
                  <a:gd name="T3" fmla="*/ 439 h 173"/>
                  <a:gd name="T4" fmla="*/ 21 w 23"/>
                  <a:gd name="T5" fmla="*/ 128 h 173"/>
                  <a:gd name="T6" fmla="*/ 0 w 23"/>
                  <a:gd name="T7" fmla="*/ 0 h 173"/>
                  <a:gd name="T8" fmla="*/ 88 w 23"/>
                  <a:gd name="T9" fmla="*/ 439 h 173"/>
                  <a:gd name="T10" fmla="*/ 97 w 23"/>
                  <a:gd name="T11" fmla="*/ 711 h 17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3" h="173">
                    <a:moveTo>
                      <a:pt x="23" y="173"/>
                    </a:moveTo>
                    <a:cubicBezTo>
                      <a:pt x="13" y="154"/>
                      <a:pt x="1" y="129"/>
                      <a:pt x="2" y="107"/>
                    </a:cubicBezTo>
                    <a:cubicBezTo>
                      <a:pt x="3" y="90"/>
                      <a:pt x="2" y="67"/>
                      <a:pt x="5" y="3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4" y="29"/>
                      <a:pt x="18" y="95"/>
                      <a:pt x="21" y="107"/>
                    </a:cubicBezTo>
                    <a:cubicBezTo>
                      <a:pt x="22" y="115"/>
                      <a:pt x="20" y="140"/>
                      <a:pt x="23" y="173"/>
                    </a:cubicBezTo>
                  </a:path>
                </a:pathLst>
              </a:custGeom>
              <a:noFill/>
              <a:ln w="4763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597" name="Freeform 227">
                <a:extLst>
                  <a:ext uri="{FF2B5EF4-FFF2-40B4-BE49-F238E27FC236}">
                    <a16:creationId xmlns:a16="http://schemas.microsoft.com/office/drawing/2014/main" id="{77759E5A-31D2-4691-A2CE-118FE32A17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5" y="2005"/>
                <a:ext cx="710" cy="2032"/>
              </a:xfrm>
              <a:custGeom>
                <a:avLst/>
                <a:gdLst>
                  <a:gd name="T0" fmla="*/ 0 w 441"/>
                  <a:gd name="T1" fmla="*/ 698 h 1266"/>
                  <a:gd name="T2" fmla="*/ 84 w 441"/>
                  <a:gd name="T3" fmla="*/ 1231 h 1266"/>
                  <a:gd name="T4" fmla="*/ 246 w 441"/>
                  <a:gd name="T5" fmla="*/ 1886 h 1266"/>
                  <a:gd name="T6" fmla="*/ 357 w 441"/>
                  <a:gd name="T7" fmla="*/ 2571 h 1266"/>
                  <a:gd name="T8" fmla="*/ 388 w 441"/>
                  <a:gd name="T9" fmla="*/ 2939 h 1266"/>
                  <a:gd name="T10" fmla="*/ 454 w 441"/>
                  <a:gd name="T11" fmla="*/ 3859 h 1266"/>
                  <a:gd name="T12" fmla="*/ 539 w 441"/>
                  <a:gd name="T13" fmla="*/ 4454 h 1266"/>
                  <a:gd name="T14" fmla="*/ 555 w 441"/>
                  <a:gd name="T15" fmla="*/ 4714 h 1266"/>
                  <a:gd name="T16" fmla="*/ 528 w 441"/>
                  <a:gd name="T17" fmla="*/ 4867 h 1266"/>
                  <a:gd name="T18" fmla="*/ 409 w 441"/>
                  <a:gd name="T19" fmla="*/ 5053 h 1266"/>
                  <a:gd name="T20" fmla="*/ 409 w 441"/>
                  <a:gd name="T21" fmla="*/ 5119 h 1266"/>
                  <a:gd name="T22" fmla="*/ 454 w 441"/>
                  <a:gd name="T23" fmla="*/ 5178 h 1266"/>
                  <a:gd name="T24" fmla="*/ 552 w 441"/>
                  <a:gd name="T25" fmla="*/ 5199 h 1266"/>
                  <a:gd name="T26" fmla="*/ 663 w 441"/>
                  <a:gd name="T27" fmla="*/ 5194 h 1266"/>
                  <a:gd name="T28" fmla="*/ 787 w 441"/>
                  <a:gd name="T29" fmla="*/ 5199 h 1266"/>
                  <a:gd name="T30" fmla="*/ 863 w 441"/>
                  <a:gd name="T31" fmla="*/ 5050 h 1266"/>
                  <a:gd name="T32" fmla="*/ 881 w 441"/>
                  <a:gd name="T33" fmla="*/ 4936 h 1266"/>
                  <a:gd name="T34" fmla="*/ 876 w 441"/>
                  <a:gd name="T35" fmla="*/ 4798 h 1266"/>
                  <a:gd name="T36" fmla="*/ 855 w 441"/>
                  <a:gd name="T37" fmla="*/ 4701 h 1266"/>
                  <a:gd name="T38" fmla="*/ 842 w 441"/>
                  <a:gd name="T39" fmla="*/ 4552 h 1266"/>
                  <a:gd name="T40" fmla="*/ 794 w 441"/>
                  <a:gd name="T41" fmla="*/ 4258 h 1266"/>
                  <a:gd name="T42" fmla="*/ 855 w 441"/>
                  <a:gd name="T43" fmla="*/ 3164 h 1266"/>
                  <a:gd name="T44" fmla="*/ 840 w 441"/>
                  <a:gd name="T45" fmla="*/ 2782 h 1266"/>
                  <a:gd name="T46" fmla="*/ 850 w 441"/>
                  <a:gd name="T47" fmla="*/ 2385 h 1266"/>
                  <a:gd name="T48" fmla="*/ 847 w 441"/>
                  <a:gd name="T49" fmla="*/ 1741 h 1266"/>
                  <a:gd name="T50" fmla="*/ 850 w 441"/>
                  <a:gd name="T51" fmla="*/ 1257 h 1266"/>
                  <a:gd name="T52" fmla="*/ 850 w 441"/>
                  <a:gd name="T53" fmla="*/ 1252 h 1266"/>
                  <a:gd name="T54" fmla="*/ 889 w 441"/>
                  <a:gd name="T55" fmla="*/ 1262 h 1266"/>
                  <a:gd name="T56" fmla="*/ 894 w 441"/>
                  <a:gd name="T57" fmla="*/ 1262 h 1266"/>
                  <a:gd name="T58" fmla="*/ 943 w 441"/>
                  <a:gd name="T59" fmla="*/ 1249 h 1266"/>
                  <a:gd name="T60" fmla="*/ 939 w 441"/>
                  <a:gd name="T61" fmla="*/ 1257 h 1266"/>
                  <a:gd name="T62" fmla="*/ 943 w 441"/>
                  <a:gd name="T63" fmla="*/ 1741 h 1266"/>
                  <a:gd name="T64" fmla="*/ 939 w 441"/>
                  <a:gd name="T65" fmla="*/ 2385 h 1266"/>
                  <a:gd name="T66" fmla="*/ 951 w 441"/>
                  <a:gd name="T67" fmla="*/ 2782 h 1266"/>
                  <a:gd name="T68" fmla="*/ 935 w 441"/>
                  <a:gd name="T69" fmla="*/ 3164 h 1266"/>
                  <a:gd name="T70" fmla="*/ 993 w 441"/>
                  <a:gd name="T71" fmla="*/ 4258 h 1266"/>
                  <a:gd name="T72" fmla="*/ 943 w 441"/>
                  <a:gd name="T73" fmla="*/ 4552 h 1266"/>
                  <a:gd name="T74" fmla="*/ 935 w 441"/>
                  <a:gd name="T75" fmla="*/ 4701 h 1266"/>
                  <a:gd name="T76" fmla="*/ 914 w 441"/>
                  <a:gd name="T77" fmla="*/ 4798 h 1266"/>
                  <a:gd name="T78" fmla="*/ 910 w 441"/>
                  <a:gd name="T79" fmla="*/ 4936 h 1266"/>
                  <a:gd name="T80" fmla="*/ 926 w 441"/>
                  <a:gd name="T81" fmla="*/ 5050 h 1266"/>
                  <a:gd name="T82" fmla="*/ 993 w 441"/>
                  <a:gd name="T83" fmla="*/ 5168 h 1266"/>
                  <a:gd name="T84" fmla="*/ 1122 w 441"/>
                  <a:gd name="T85" fmla="*/ 5194 h 1266"/>
                  <a:gd name="T86" fmla="*/ 1236 w 441"/>
                  <a:gd name="T87" fmla="*/ 5199 h 1266"/>
                  <a:gd name="T88" fmla="*/ 1335 w 441"/>
                  <a:gd name="T89" fmla="*/ 5178 h 1266"/>
                  <a:gd name="T90" fmla="*/ 1377 w 441"/>
                  <a:gd name="T91" fmla="*/ 5119 h 1266"/>
                  <a:gd name="T92" fmla="*/ 1377 w 441"/>
                  <a:gd name="T93" fmla="*/ 5053 h 1266"/>
                  <a:gd name="T94" fmla="*/ 1259 w 441"/>
                  <a:gd name="T95" fmla="*/ 4867 h 1266"/>
                  <a:gd name="T96" fmla="*/ 1232 w 441"/>
                  <a:gd name="T97" fmla="*/ 4714 h 1266"/>
                  <a:gd name="T98" fmla="*/ 1253 w 441"/>
                  <a:gd name="T99" fmla="*/ 4454 h 1266"/>
                  <a:gd name="T100" fmla="*/ 1335 w 441"/>
                  <a:gd name="T101" fmla="*/ 3875 h 1266"/>
                  <a:gd name="T102" fmla="*/ 1402 w 441"/>
                  <a:gd name="T103" fmla="*/ 2939 h 1266"/>
                  <a:gd name="T104" fmla="*/ 1439 w 441"/>
                  <a:gd name="T105" fmla="*/ 2528 h 1266"/>
                  <a:gd name="T106" fmla="*/ 1552 w 441"/>
                  <a:gd name="T107" fmla="*/ 1806 h 1266"/>
                  <a:gd name="T108" fmla="*/ 1729 w 441"/>
                  <a:gd name="T109" fmla="*/ 1236 h 1266"/>
                  <a:gd name="T110" fmla="*/ 1805 w 441"/>
                  <a:gd name="T111" fmla="*/ 546 h 1266"/>
                  <a:gd name="T112" fmla="*/ 1670 w 441"/>
                  <a:gd name="T113" fmla="*/ 35 h 1266"/>
                  <a:gd name="T114" fmla="*/ 1653 w 441"/>
                  <a:gd name="T115" fmla="*/ 0 h 126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</a:gdLst>
                <a:ahLst/>
                <a:cxnLst>
                  <a:cxn ang="T116">
                    <a:pos x="T0" y="T1"/>
                  </a:cxn>
                  <a:cxn ang="T117">
                    <a:pos x="T2" y="T3"/>
                  </a:cxn>
                  <a:cxn ang="T118">
                    <a:pos x="T4" y="T5"/>
                  </a:cxn>
                  <a:cxn ang="T119">
                    <a:pos x="T6" y="T7"/>
                  </a:cxn>
                  <a:cxn ang="T120">
                    <a:pos x="T8" y="T9"/>
                  </a:cxn>
                  <a:cxn ang="T121">
                    <a:pos x="T10" y="T11"/>
                  </a:cxn>
                  <a:cxn ang="T122">
                    <a:pos x="T12" y="T13"/>
                  </a:cxn>
                  <a:cxn ang="T123">
                    <a:pos x="T14" y="T15"/>
                  </a:cxn>
                  <a:cxn ang="T124">
                    <a:pos x="T16" y="T17"/>
                  </a:cxn>
                  <a:cxn ang="T125">
                    <a:pos x="T18" y="T19"/>
                  </a:cxn>
                  <a:cxn ang="T126">
                    <a:pos x="T20" y="T21"/>
                  </a:cxn>
                  <a:cxn ang="T127">
                    <a:pos x="T22" y="T23"/>
                  </a:cxn>
                  <a:cxn ang="T128">
                    <a:pos x="T24" y="T25"/>
                  </a:cxn>
                  <a:cxn ang="T129">
                    <a:pos x="T26" y="T27"/>
                  </a:cxn>
                  <a:cxn ang="T130">
                    <a:pos x="T28" y="T29"/>
                  </a:cxn>
                  <a:cxn ang="T131">
                    <a:pos x="T30" y="T31"/>
                  </a:cxn>
                  <a:cxn ang="T132">
                    <a:pos x="T32" y="T33"/>
                  </a:cxn>
                  <a:cxn ang="T133">
                    <a:pos x="T34" y="T35"/>
                  </a:cxn>
                  <a:cxn ang="T134">
                    <a:pos x="T36" y="T37"/>
                  </a:cxn>
                  <a:cxn ang="T135">
                    <a:pos x="T38" y="T39"/>
                  </a:cxn>
                  <a:cxn ang="T136">
                    <a:pos x="T40" y="T41"/>
                  </a:cxn>
                  <a:cxn ang="T137">
                    <a:pos x="T42" y="T43"/>
                  </a:cxn>
                  <a:cxn ang="T138">
                    <a:pos x="T44" y="T45"/>
                  </a:cxn>
                  <a:cxn ang="T139">
                    <a:pos x="T46" y="T47"/>
                  </a:cxn>
                  <a:cxn ang="T140">
                    <a:pos x="T48" y="T49"/>
                  </a:cxn>
                  <a:cxn ang="T141">
                    <a:pos x="T50" y="T51"/>
                  </a:cxn>
                  <a:cxn ang="T142">
                    <a:pos x="T52" y="T53"/>
                  </a:cxn>
                  <a:cxn ang="T143">
                    <a:pos x="T54" y="T55"/>
                  </a:cxn>
                  <a:cxn ang="T144">
                    <a:pos x="T56" y="T57"/>
                  </a:cxn>
                  <a:cxn ang="T145">
                    <a:pos x="T58" y="T59"/>
                  </a:cxn>
                  <a:cxn ang="T146">
                    <a:pos x="T60" y="T61"/>
                  </a:cxn>
                  <a:cxn ang="T147">
                    <a:pos x="T62" y="T63"/>
                  </a:cxn>
                  <a:cxn ang="T148">
                    <a:pos x="T64" y="T65"/>
                  </a:cxn>
                  <a:cxn ang="T149">
                    <a:pos x="T66" y="T67"/>
                  </a:cxn>
                  <a:cxn ang="T150">
                    <a:pos x="T68" y="T69"/>
                  </a:cxn>
                  <a:cxn ang="T151">
                    <a:pos x="T70" y="T71"/>
                  </a:cxn>
                  <a:cxn ang="T152">
                    <a:pos x="T72" y="T73"/>
                  </a:cxn>
                  <a:cxn ang="T153">
                    <a:pos x="T74" y="T75"/>
                  </a:cxn>
                  <a:cxn ang="T154">
                    <a:pos x="T76" y="T77"/>
                  </a:cxn>
                  <a:cxn ang="T155">
                    <a:pos x="T78" y="T79"/>
                  </a:cxn>
                  <a:cxn ang="T156">
                    <a:pos x="T80" y="T81"/>
                  </a:cxn>
                  <a:cxn ang="T157">
                    <a:pos x="T82" y="T83"/>
                  </a:cxn>
                  <a:cxn ang="T158">
                    <a:pos x="T84" y="T85"/>
                  </a:cxn>
                  <a:cxn ang="T159">
                    <a:pos x="T86" y="T87"/>
                  </a:cxn>
                  <a:cxn ang="T160">
                    <a:pos x="T88" y="T89"/>
                  </a:cxn>
                  <a:cxn ang="T161">
                    <a:pos x="T90" y="T91"/>
                  </a:cxn>
                  <a:cxn ang="T162">
                    <a:pos x="T92" y="T93"/>
                  </a:cxn>
                  <a:cxn ang="T163">
                    <a:pos x="T94" y="T95"/>
                  </a:cxn>
                  <a:cxn ang="T164">
                    <a:pos x="T96" y="T97"/>
                  </a:cxn>
                  <a:cxn ang="T165">
                    <a:pos x="T98" y="T99"/>
                  </a:cxn>
                  <a:cxn ang="T166">
                    <a:pos x="T100" y="T101"/>
                  </a:cxn>
                  <a:cxn ang="T167">
                    <a:pos x="T102" y="T103"/>
                  </a:cxn>
                  <a:cxn ang="T168">
                    <a:pos x="T104" y="T105"/>
                  </a:cxn>
                  <a:cxn ang="T169">
                    <a:pos x="T106" y="T107"/>
                  </a:cxn>
                  <a:cxn ang="T170">
                    <a:pos x="T108" y="T109"/>
                  </a:cxn>
                  <a:cxn ang="T171">
                    <a:pos x="T110" y="T111"/>
                  </a:cxn>
                  <a:cxn ang="T172">
                    <a:pos x="T112" y="T113"/>
                  </a:cxn>
                  <a:cxn ang="T173">
                    <a:pos x="T114" y="T115"/>
                  </a:cxn>
                </a:cxnLst>
                <a:rect l="0" t="0" r="r" b="b"/>
                <a:pathLst>
                  <a:path w="441" h="1266">
                    <a:moveTo>
                      <a:pt x="0" y="169"/>
                    </a:moveTo>
                    <a:cubicBezTo>
                      <a:pt x="2" y="202"/>
                      <a:pt x="14" y="238"/>
                      <a:pt x="20" y="298"/>
                    </a:cubicBezTo>
                    <a:cubicBezTo>
                      <a:pt x="26" y="354"/>
                      <a:pt x="45" y="393"/>
                      <a:pt x="59" y="456"/>
                    </a:cubicBezTo>
                    <a:cubicBezTo>
                      <a:pt x="72" y="512"/>
                      <a:pt x="89" y="577"/>
                      <a:pt x="86" y="622"/>
                    </a:cubicBezTo>
                    <a:cubicBezTo>
                      <a:pt x="84" y="663"/>
                      <a:pt x="86" y="682"/>
                      <a:pt x="93" y="711"/>
                    </a:cubicBezTo>
                    <a:cubicBezTo>
                      <a:pt x="99" y="737"/>
                      <a:pt x="96" y="858"/>
                      <a:pt x="109" y="933"/>
                    </a:cubicBezTo>
                    <a:cubicBezTo>
                      <a:pt x="122" y="1008"/>
                      <a:pt x="125" y="1059"/>
                      <a:pt x="129" y="1077"/>
                    </a:cubicBezTo>
                    <a:cubicBezTo>
                      <a:pt x="137" y="1116"/>
                      <a:pt x="130" y="1120"/>
                      <a:pt x="133" y="1140"/>
                    </a:cubicBezTo>
                    <a:cubicBezTo>
                      <a:pt x="137" y="1160"/>
                      <a:pt x="137" y="1157"/>
                      <a:pt x="127" y="1177"/>
                    </a:cubicBezTo>
                    <a:cubicBezTo>
                      <a:pt x="118" y="1189"/>
                      <a:pt x="103" y="1216"/>
                      <a:pt x="98" y="1222"/>
                    </a:cubicBezTo>
                    <a:cubicBezTo>
                      <a:pt x="94" y="1228"/>
                      <a:pt x="96" y="1234"/>
                      <a:pt x="98" y="1238"/>
                    </a:cubicBezTo>
                    <a:cubicBezTo>
                      <a:pt x="95" y="1247"/>
                      <a:pt x="105" y="1252"/>
                      <a:pt x="109" y="1252"/>
                    </a:cubicBezTo>
                    <a:cubicBezTo>
                      <a:pt x="108" y="1263"/>
                      <a:pt x="128" y="1262"/>
                      <a:pt x="132" y="1257"/>
                    </a:cubicBezTo>
                    <a:cubicBezTo>
                      <a:pt x="138" y="1263"/>
                      <a:pt x="153" y="1263"/>
                      <a:pt x="159" y="1256"/>
                    </a:cubicBezTo>
                    <a:cubicBezTo>
                      <a:pt x="169" y="1264"/>
                      <a:pt x="184" y="1266"/>
                      <a:pt x="189" y="1257"/>
                    </a:cubicBezTo>
                    <a:cubicBezTo>
                      <a:pt x="199" y="1242"/>
                      <a:pt x="208" y="1232"/>
                      <a:pt x="207" y="1221"/>
                    </a:cubicBezTo>
                    <a:cubicBezTo>
                      <a:pt x="206" y="1210"/>
                      <a:pt x="208" y="1207"/>
                      <a:pt x="211" y="1194"/>
                    </a:cubicBezTo>
                    <a:cubicBezTo>
                      <a:pt x="213" y="1180"/>
                      <a:pt x="215" y="1170"/>
                      <a:pt x="210" y="1160"/>
                    </a:cubicBezTo>
                    <a:cubicBezTo>
                      <a:pt x="205" y="1151"/>
                      <a:pt x="205" y="1147"/>
                      <a:pt x="205" y="1137"/>
                    </a:cubicBezTo>
                    <a:cubicBezTo>
                      <a:pt x="205" y="1128"/>
                      <a:pt x="208" y="1113"/>
                      <a:pt x="202" y="1101"/>
                    </a:cubicBezTo>
                    <a:cubicBezTo>
                      <a:pt x="196" y="1089"/>
                      <a:pt x="189" y="1061"/>
                      <a:pt x="190" y="1030"/>
                    </a:cubicBezTo>
                    <a:cubicBezTo>
                      <a:pt x="191" y="999"/>
                      <a:pt x="214" y="825"/>
                      <a:pt x="205" y="765"/>
                    </a:cubicBezTo>
                    <a:cubicBezTo>
                      <a:pt x="195" y="705"/>
                      <a:pt x="199" y="693"/>
                      <a:pt x="201" y="673"/>
                    </a:cubicBezTo>
                    <a:cubicBezTo>
                      <a:pt x="203" y="653"/>
                      <a:pt x="209" y="620"/>
                      <a:pt x="204" y="577"/>
                    </a:cubicBezTo>
                    <a:cubicBezTo>
                      <a:pt x="202" y="560"/>
                      <a:pt x="202" y="491"/>
                      <a:pt x="203" y="421"/>
                    </a:cubicBezTo>
                    <a:cubicBezTo>
                      <a:pt x="203" y="375"/>
                      <a:pt x="216" y="316"/>
                      <a:pt x="204" y="304"/>
                    </a:cubicBezTo>
                    <a:cubicBezTo>
                      <a:pt x="204" y="303"/>
                      <a:pt x="204" y="303"/>
                      <a:pt x="204" y="303"/>
                    </a:cubicBezTo>
                    <a:cubicBezTo>
                      <a:pt x="207" y="304"/>
                      <a:pt x="210" y="305"/>
                      <a:pt x="213" y="305"/>
                    </a:cubicBezTo>
                    <a:cubicBezTo>
                      <a:pt x="214" y="305"/>
                      <a:pt x="214" y="305"/>
                      <a:pt x="214" y="305"/>
                    </a:cubicBezTo>
                    <a:cubicBezTo>
                      <a:pt x="218" y="305"/>
                      <a:pt x="222" y="304"/>
                      <a:pt x="226" y="302"/>
                    </a:cubicBezTo>
                    <a:cubicBezTo>
                      <a:pt x="225" y="304"/>
                      <a:pt x="225" y="304"/>
                      <a:pt x="225" y="304"/>
                    </a:cubicBezTo>
                    <a:cubicBezTo>
                      <a:pt x="213" y="316"/>
                      <a:pt x="225" y="375"/>
                      <a:pt x="226" y="421"/>
                    </a:cubicBezTo>
                    <a:cubicBezTo>
                      <a:pt x="226" y="491"/>
                      <a:pt x="227" y="560"/>
                      <a:pt x="225" y="577"/>
                    </a:cubicBezTo>
                    <a:cubicBezTo>
                      <a:pt x="219" y="620"/>
                      <a:pt x="225" y="653"/>
                      <a:pt x="228" y="673"/>
                    </a:cubicBezTo>
                    <a:cubicBezTo>
                      <a:pt x="230" y="693"/>
                      <a:pt x="234" y="705"/>
                      <a:pt x="224" y="765"/>
                    </a:cubicBezTo>
                    <a:cubicBezTo>
                      <a:pt x="214" y="825"/>
                      <a:pt x="237" y="999"/>
                      <a:pt x="238" y="1030"/>
                    </a:cubicBezTo>
                    <a:cubicBezTo>
                      <a:pt x="240" y="1061"/>
                      <a:pt x="232" y="1089"/>
                      <a:pt x="226" y="1101"/>
                    </a:cubicBezTo>
                    <a:cubicBezTo>
                      <a:pt x="220" y="1113"/>
                      <a:pt x="224" y="1128"/>
                      <a:pt x="224" y="1137"/>
                    </a:cubicBezTo>
                    <a:cubicBezTo>
                      <a:pt x="224" y="1147"/>
                      <a:pt x="224" y="1151"/>
                      <a:pt x="219" y="1160"/>
                    </a:cubicBezTo>
                    <a:cubicBezTo>
                      <a:pt x="214" y="1170"/>
                      <a:pt x="216" y="1180"/>
                      <a:pt x="218" y="1194"/>
                    </a:cubicBezTo>
                    <a:cubicBezTo>
                      <a:pt x="220" y="1207"/>
                      <a:pt x="223" y="1210"/>
                      <a:pt x="222" y="1221"/>
                    </a:cubicBezTo>
                    <a:cubicBezTo>
                      <a:pt x="220" y="1232"/>
                      <a:pt x="229" y="1238"/>
                      <a:pt x="238" y="1250"/>
                    </a:cubicBezTo>
                    <a:cubicBezTo>
                      <a:pt x="249" y="1265"/>
                      <a:pt x="260" y="1264"/>
                      <a:pt x="269" y="1256"/>
                    </a:cubicBezTo>
                    <a:cubicBezTo>
                      <a:pt x="275" y="1263"/>
                      <a:pt x="290" y="1263"/>
                      <a:pt x="296" y="1257"/>
                    </a:cubicBezTo>
                    <a:cubicBezTo>
                      <a:pt x="301" y="1262"/>
                      <a:pt x="321" y="1263"/>
                      <a:pt x="320" y="1252"/>
                    </a:cubicBezTo>
                    <a:cubicBezTo>
                      <a:pt x="323" y="1252"/>
                      <a:pt x="334" y="1247"/>
                      <a:pt x="330" y="1238"/>
                    </a:cubicBezTo>
                    <a:cubicBezTo>
                      <a:pt x="333" y="1234"/>
                      <a:pt x="335" y="1228"/>
                      <a:pt x="330" y="1222"/>
                    </a:cubicBezTo>
                    <a:cubicBezTo>
                      <a:pt x="325" y="1216"/>
                      <a:pt x="310" y="1189"/>
                      <a:pt x="302" y="1177"/>
                    </a:cubicBezTo>
                    <a:cubicBezTo>
                      <a:pt x="291" y="1157"/>
                      <a:pt x="292" y="1160"/>
                      <a:pt x="295" y="1140"/>
                    </a:cubicBezTo>
                    <a:cubicBezTo>
                      <a:pt x="299" y="1120"/>
                      <a:pt x="291" y="1116"/>
                      <a:pt x="300" y="1077"/>
                    </a:cubicBezTo>
                    <a:cubicBezTo>
                      <a:pt x="304" y="1059"/>
                      <a:pt x="308" y="1014"/>
                      <a:pt x="320" y="937"/>
                    </a:cubicBezTo>
                    <a:cubicBezTo>
                      <a:pt x="332" y="860"/>
                      <a:pt x="334" y="738"/>
                      <a:pt x="336" y="711"/>
                    </a:cubicBezTo>
                    <a:cubicBezTo>
                      <a:pt x="338" y="684"/>
                      <a:pt x="346" y="658"/>
                      <a:pt x="345" y="611"/>
                    </a:cubicBezTo>
                    <a:cubicBezTo>
                      <a:pt x="343" y="569"/>
                      <a:pt x="360" y="493"/>
                      <a:pt x="372" y="437"/>
                    </a:cubicBezTo>
                    <a:cubicBezTo>
                      <a:pt x="386" y="374"/>
                      <a:pt x="408" y="355"/>
                      <a:pt x="414" y="299"/>
                    </a:cubicBezTo>
                    <a:cubicBezTo>
                      <a:pt x="422" y="219"/>
                      <a:pt x="441" y="176"/>
                      <a:pt x="432" y="132"/>
                    </a:cubicBezTo>
                    <a:cubicBezTo>
                      <a:pt x="423" y="76"/>
                      <a:pt x="411" y="29"/>
                      <a:pt x="400" y="9"/>
                    </a:cubicBezTo>
                    <a:cubicBezTo>
                      <a:pt x="399" y="6"/>
                      <a:pt x="398" y="3"/>
                      <a:pt x="396" y="0"/>
                    </a:cubicBezTo>
                  </a:path>
                </a:pathLst>
              </a:custGeom>
              <a:noFill/>
              <a:ln w="4763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598" name="Freeform 228">
                <a:extLst>
                  <a:ext uri="{FF2B5EF4-FFF2-40B4-BE49-F238E27FC236}">
                    <a16:creationId xmlns:a16="http://schemas.microsoft.com/office/drawing/2014/main" id="{7A6F06B7-E201-4754-872C-563CE3906D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6" y="1729"/>
                <a:ext cx="39" cy="276"/>
              </a:xfrm>
              <a:custGeom>
                <a:avLst/>
                <a:gdLst>
                  <a:gd name="T0" fmla="*/ 0 w 24"/>
                  <a:gd name="T1" fmla="*/ 711 h 172"/>
                  <a:gd name="T2" fmla="*/ 13 w 24"/>
                  <a:gd name="T3" fmla="*/ 438 h 172"/>
                  <a:gd name="T4" fmla="*/ 98 w 24"/>
                  <a:gd name="T5" fmla="*/ 0 h 172"/>
                  <a:gd name="T6" fmla="*/ 102 w 24"/>
                  <a:gd name="T7" fmla="*/ 0 h 172"/>
                  <a:gd name="T8" fmla="*/ 98 w 24"/>
                  <a:gd name="T9" fmla="*/ 443 h 172"/>
                  <a:gd name="T10" fmla="*/ 0 w 24"/>
                  <a:gd name="T11" fmla="*/ 711 h 17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4" h="172">
                    <a:moveTo>
                      <a:pt x="0" y="172"/>
                    </a:moveTo>
                    <a:cubicBezTo>
                      <a:pt x="3" y="138"/>
                      <a:pt x="1" y="113"/>
                      <a:pt x="3" y="106"/>
                    </a:cubicBezTo>
                    <a:cubicBezTo>
                      <a:pt x="5" y="94"/>
                      <a:pt x="19" y="29"/>
                      <a:pt x="23" y="0"/>
                    </a:cubicBezTo>
                    <a:cubicBezTo>
                      <a:pt x="24" y="0"/>
                      <a:pt x="24" y="0"/>
                      <a:pt x="24" y="0"/>
                    </a:cubicBezTo>
                    <a:cubicBezTo>
                      <a:pt x="20" y="41"/>
                      <a:pt x="23" y="89"/>
                      <a:pt x="23" y="107"/>
                    </a:cubicBezTo>
                    <a:cubicBezTo>
                      <a:pt x="24" y="127"/>
                      <a:pt x="11" y="152"/>
                      <a:pt x="0" y="172"/>
                    </a:cubicBezTo>
                  </a:path>
                </a:pathLst>
              </a:custGeom>
              <a:noFill/>
              <a:ln w="4763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599" name="Freeform 229">
                <a:extLst>
                  <a:ext uri="{FF2B5EF4-FFF2-40B4-BE49-F238E27FC236}">
                    <a16:creationId xmlns:a16="http://schemas.microsoft.com/office/drawing/2014/main" id="{82807DE5-110A-4564-B4CE-1D7A2050B9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" y="1132"/>
                <a:ext cx="396" cy="1512"/>
              </a:xfrm>
              <a:custGeom>
                <a:avLst/>
                <a:gdLst>
                  <a:gd name="T0" fmla="*/ 972 w 246"/>
                  <a:gd name="T1" fmla="*/ 0 h 942"/>
                  <a:gd name="T2" fmla="*/ 773 w 246"/>
                  <a:gd name="T3" fmla="*/ 319 h 942"/>
                  <a:gd name="T4" fmla="*/ 637 w 246"/>
                  <a:gd name="T5" fmla="*/ 348 h 942"/>
                  <a:gd name="T6" fmla="*/ 575 w 246"/>
                  <a:gd name="T7" fmla="*/ 363 h 942"/>
                  <a:gd name="T8" fmla="*/ 518 w 246"/>
                  <a:gd name="T9" fmla="*/ 392 h 942"/>
                  <a:gd name="T10" fmla="*/ 282 w 246"/>
                  <a:gd name="T11" fmla="*/ 822 h 942"/>
                  <a:gd name="T12" fmla="*/ 230 w 246"/>
                  <a:gd name="T13" fmla="*/ 1141 h 942"/>
                  <a:gd name="T14" fmla="*/ 179 w 246"/>
                  <a:gd name="T15" fmla="*/ 1626 h 942"/>
                  <a:gd name="T16" fmla="*/ 145 w 246"/>
                  <a:gd name="T17" fmla="*/ 1934 h 942"/>
                  <a:gd name="T18" fmla="*/ 103 w 246"/>
                  <a:gd name="T19" fmla="*/ 2560 h 942"/>
                  <a:gd name="T20" fmla="*/ 111 w 246"/>
                  <a:gd name="T21" fmla="*/ 2899 h 942"/>
                  <a:gd name="T22" fmla="*/ 60 w 246"/>
                  <a:gd name="T23" fmla="*/ 3334 h 942"/>
                  <a:gd name="T24" fmla="*/ 8 w 246"/>
                  <a:gd name="T25" fmla="*/ 3560 h 942"/>
                  <a:gd name="T26" fmla="*/ 29 w 246"/>
                  <a:gd name="T27" fmla="*/ 3623 h 942"/>
                  <a:gd name="T28" fmla="*/ 50 w 246"/>
                  <a:gd name="T29" fmla="*/ 3689 h 942"/>
                  <a:gd name="T30" fmla="*/ 103 w 246"/>
                  <a:gd name="T31" fmla="*/ 3780 h 942"/>
                  <a:gd name="T32" fmla="*/ 230 w 246"/>
                  <a:gd name="T33" fmla="*/ 3849 h 942"/>
                  <a:gd name="T34" fmla="*/ 327 w 246"/>
                  <a:gd name="T35" fmla="*/ 3883 h 942"/>
                  <a:gd name="T36" fmla="*/ 293 w 246"/>
                  <a:gd name="T37" fmla="*/ 3814 h 942"/>
                  <a:gd name="T38" fmla="*/ 328 w 246"/>
                  <a:gd name="T39" fmla="*/ 3806 h 942"/>
                  <a:gd name="T40" fmla="*/ 327 w 246"/>
                  <a:gd name="T41" fmla="*/ 3774 h 942"/>
                  <a:gd name="T42" fmla="*/ 316 w 246"/>
                  <a:gd name="T43" fmla="*/ 3743 h 942"/>
                  <a:gd name="T44" fmla="*/ 314 w 246"/>
                  <a:gd name="T45" fmla="*/ 3594 h 942"/>
                  <a:gd name="T46" fmla="*/ 293 w 246"/>
                  <a:gd name="T47" fmla="*/ 3377 h 942"/>
                  <a:gd name="T48" fmla="*/ 267 w 246"/>
                  <a:gd name="T49" fmla="*/ 3254 h 942"/>
                  <a:gd name="T50" fmla="*/ 375 w 246"/>
                  <a:gd name="T51" fmla="*/ 2563 h 942"/>
                  <a:gd name="T52" fmla="*/ 433 w 246"/>
                  <a:gd name="T53" fmla="*/ 2249 h 942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246" h="942">
                    <a:moveTo>
                      <a:pt x="233" y="0"/>
                    </a:moveTo>
                    <a:cubicBezTo>
                      <a:pt x="246" y="33"/>
                      <a:pt x="205" y="71"/>
                      <a:pt x="185" y="77"/>
                    </a:cubicBezTo>
                    <a:cubicBezTo>
                      <a:pt x="176" y="80"/>
                      <a:pt x="165" y="82"/>
                      <a:pt x="153" y="84"/>
                    </a:cubicBezTo>
                    <a:cubicBezTo>
                      <a:pt x="148" y="85"/>
                      <a:pt x="144" y="87"/>
                      <a:pt x="138" y="88"/>
                    </a:cubicBezTo>
                    <a:cubicBezTo>
                      <a:pt x="134" y="89"/>
                      <a:pt x="128" y="93"/>
                      <a:pt x="124" y="95"/>
                    </a:cubicBezTo>
                    <a:cubicBezTo>
                      <a:pt x="105" y="102"/>
                      <a:pt x="72" y="173"/>
                      <a:pt x="68" y="199"/>
                    </a:cubicBezTo>
                    <a:cubicBezTo>
                      <a:pt x="64" y="225"/>
                      <a:pt x="57" y="256"/>
                      <a:pt x="55" y="276"/>
                    </a:cubicBezTo>
                    <a:cubicBezTo>
                      <a:pt x="52" y="311"/>
                      <a:pt x="43" y="357"/>
                      <a:pt x="43" y="393"/>
                    </a:cubicBezTo>
                    <a:cubicBezTo>
                      <a:pt x="43" y="428"/>
                      <a:pt x="39" y="452"/>
                      <a:pt x="35" y="468"/>
                    </a:cubicBezTo>
                    <a:cubicBezTo>
                      <a:pt x="32" y="485"/>
                      <a:pt x="24" y="529"/>
                      <a:pt x="25" y="619"/>
                    </a:cubicBezTo>
                    <a:cubicBezTo>
                      <a:pt x="26" y="634"/>
                      <a:pt x="25" y="677"/>
                      <a:pt x="27" y="701"/>
                    </a:cubicBezTo>
                    <a:cubicBezTo>
                      <a:pt x="29" y="730"/>
                      <a:pt x="18" y="791"/>
                      <a:pt x="14" y="806"/>
                    </a:cubicBezTo>
                    <a:cubicBezTo>
                      <a:pt x="9" y="825"/>
                      <a:pt x="5" y="857"/>
                      <a:pt x="2" y="861"/>
                    </a:cubicBezTo>
                    <a:cubicBezTo>
                      <a:pt x="0" y="866"/>
                      <a:pt x="5" y="872"/>
                      <a:pt x="7" y="876"/>
                    </a:cubicBezTo>
                    <a:cubicBezTo>
                      <a:pt x="9" y="881"/>
                      <a:pt x="9" y="885"/>
                      <a:pt x="12" y="892"/>
                    </a:cubicBezTo>
                    <a:cubicBezTo>
                      <a:pt x="14" y="897"/>
                      <a:pt x="21" y="908"/>
                      <a:pt x="25" y="914"/>
                    </a:cubicBezTo>
                    <a:cubicBezTo>
                      <a:pt x="29" y="920"/>
                      <a:pt x="43" y="927"/>
                      <a:pt x="55" y="931"/>
                    </a:cubicBezTo>
                    <a:cubicBezTo>
                      <a:pt x="62" y="934"/>
                      <a:pt x="77" y="942"/>
                      <a:pt x="78" y="939"/>
                    </a:cubicBezTo>
                    <a:cubicBezTo>
                      <a:pt x="81" y="931"/>
                      <a:pt x="76" y="926"/>
                      <a:pt x="70" y="922"/>
                    </a:cubicBezTo>
                    <a:cubicBezTo>
                      <a:pt x="66" y="920"/>
                      <a:pt x="77" y="927"/>
                      <a:pt x="79" y="920"/>
                    </a:cubicBezTo>
                    <a:cubicBezTo>
                      <a:pt x="80" y="918"/>
                      <a:pt x="80" y="917"/>
                      <a:pt x="78" y="913"/>
                    </a:cubicBezTo>
                    <a:cubicBezTo>
                      <a:pt x="79" y="909"/>
                      <a:pt x="78" y="909"/>
                      <a:pt x="76" y="905"/>
                    </a:cubicBezTo>
                    <a:cubicBezTo>
                      <a:pt x="81" y="903"/>
                      <a:pt x="80" y="882"/>
                      <a:pt x="75" y="869"/>
                    </a:cubicBezTo>
                    <a:cubicBezTo>
                      <a:pt x="76" y="861"/>
                      <a:pt x="81" y="838"/>
                      <a:pt x="70" y="817"/>
                    </a:cubicBezTo>
                    <a:cubicBezTo>
                      <a:pt x="64" y="806"/>
                      <a:pt x="64" y="794"/>
                      <a:pt x="64" y="787"/>
                    </a:cubicBezTo>
                    <a:cubicBezTo>
                      <a:pt x="61" y="771"/>
                      <a:pt x="80" y="653"/>
                      <a:pt x="90" y="620"/>
                    </a:cubicBezTo>
                    <a:cubicBezTo>
                      <a:pt x="99" y="592"/>
                      <a:pt x="103" y="566"/>
                      <a:pt x="104" y="544"/>
                    </a:cubicBezTo>
                  </a:path>
                </a:pathLst>
              </a:custGeom>
              <a:noFill/>
              <a:ln w="4763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600" name="Freeform 230">
                <a:extLst>
                  <a:ext uri="{FF2B5EF4-FFF2-40B4-BE49-F238E27FC236}">
                    <a16:creationId xmlns:a16="http://schemas.microsoft.com/office/drawing/2014/main" id="{0133FB21-2111-460D-A9BC-47D61BF330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8" y="1137"/>
                <a:ext cx="379" cy="1377"/>
              </a:xfrm>
              <a:custGeom>
                <a:avLst/>
                <a:gdLst>
                  <a:gd name="T0" fmla="*/ 985 w 235"/>
                  <a:gd name="T1" fmla="*/ 3547 h 858"/>
                  <a:gd name="T2" fmla="*/ 939 w 235"/>
                  <a:gd name="T3" fmla="*/ 3321 h 858"/>
                  <a:gd name="T4" fmla="*/ 890 w 235"/>
                  <a:gd name="T5" fmla="*/ 2862 h 858"/>
                  <a:gd name="T6" fmla="*/ 884 w 235"/>
                  <a:gd name="T7" fmla="*/ 2550 h 858"/>
                  <a:gd name="T8" fmla="*/ 850 w 235"/>
                  <a:gd name="T9" fmla="*/ 1921 h 858"/>
                  <a:gd name="T10" fmla="*/ 814 w 235"/>
                  <a:gd name="T11" fmla="*/ 1613 h 858"/>
                  <a:gd name="T12" fmla="*/ 764 w 235"/>
                  <a:gd name="T13" fmla="*/ 1125 h 858"/>
                  <a:gd name="T14" fmla="*/ 710 w 235"/>
                  <a:gd name="T15" fmla="*/ 827 h 858"/>
                  <a:gd name="T16" fmla="*/ 479 w 235"/>
                  <a:gd name="T17" fmla="*/ 382 h 858"/>
                  <a:gd name="T18" fmla="*/ 419 w 235"/>
                  <a:gd name="T19" fmla="*/ 355 h 858"/>
                  <a:gd name="T20" fmla="*/ 352 w 235"/>
                  <a:gd name="T21" fmla="*/ 335 h 858"/>
                  <a:gd name="T22" fmla="*/ 218 w 235"/>
                  <a:gd name="T23" fmla="*/ 307 h 858"/>
                  <a:gd name="T24" fmla="*/ 26 w 235"/>
                  <a:gd name="T25" fmla="*/ 0 h 85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35" h="858">
                    <a:moveTo>
                      <a:pt x="235" y="858"/>
                    </a:moveTo>
                    <a:cubicBezTo>
                      <a:pt x="233" y="854"/>
                      <a:pt x="229" y="822"/>
                      <a:pt x="224" y="803"/>
                    </a:cubicBezTo>
                    <a:cubicBezTo>
                      <a:pt x="220" y="788"/>
                      <a:pt x="209" y="722"/>
                      <a:pt x="212" y="692"/>
                    </a:cubicBezTo>
                    <a:cubicBezTo>
                      <a:pt x="214" y="669"/>
                      <a:pt x="210" y="632"/>
                      <a:pt x="211" y="617"/>
                    </a:cubicBezTo>
                    <a:cubicBezTo>
                      <a:pt x="211" y="528"/>
                      <a:pt x="206" y="482"/>
                      <a:pt x="203" y="465"/>
                    </a:cubicBezTo>
                    <a:cubicBezTo>
                      <a:pt x="199" y="449"/>
                      <a:pt x="194" y="425"/>
                      <a:pt x="194" y="390"/>
                    </a:cubicBezTo>
                    <a:cubicBezTo>
                      <a:pt x="194" y="354"/>
                      <a:pt x="185" y="307"/>
                      <a:pt x="182" y="272"/>
                    </a:cubicBezTo>
                    <a:cubicBezTo>
                      <a:pt x="181" y="253"/>
                      <a:pt x="173" y="227"/>
                      <a:pt x="169" y="200"/>
                    </a:cubicBezTo>
                    <a:cubicBezTo>
                      <a:pt x="165" y="174"/>
                      <a:pt x="130" y="98"/>
                      <a:pt x="114" y="92"/>
                    </a:cubicBezTo>
                    <a:cubicBezTo>
                      <a:pt x="110" y="91"/>
                      <a:pt x="104" y="86"/>
                      <a:pt x="100" y="86"/>
                    </a:cubicBezTo>
                    <a:cubicBezTo>
                      <a:pt x="93" y="85"/>
                      <a:pt x="90" y="82"/>
                      <a:pt x="84" y="81"/>
                    </a:cubicBezTo>
                    <a:cubicBezTo>
                      <a:pt x="72" y="79"/>
                      <a:pt x="62" y="77"/>
                      <a:pt x="52" y="74"/>
                    </a:cubicBezTo>
                    <a:cubicBezTo>
                      <a:pt x="33" y="68"/>
                      <a:pt x="0" y="36"/>
                      <a:pt x="6" y="0"/>
                    </a:cubicBezTo>
                  </a:path>
                </a:pathLst>
              </a:custGeom>
              <a:noFill/>
              <a:ln w="4763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601" name="Freeform 231">
                <a:extLst>
                  <a:ext uri="{FF2B5EF4-FFF2-40B4-BE49-F238E27FC236}">
                    <a16:creationId xmlns:a16="http://schemas.microsoft.com/office/drawing/2014/main" id="{AD8042D7-AC4F-4E94-8656-02D251C226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3" y="1280"/>
                <a:ext cx="159" cy="18"/>
              </a:xfrm>
              <a:custGeom>
                <a:avLst/>
                <a:gdLst>
                  <a:gd name="T0" fmla="*/ 5 w 99"/>
                  <a:gd name="T1" fmla="*/ 34 h 11"/>
                  <a:gd name="T2" fmla="*/ 199 w 99"/>
                  <a:gd name="T3" fmla="*/ 29 h 11"/>
                  <a:gd name="T4" fmla="*/ 410 w 99"/>
                  <a:gd name="T5" fmla="*/ 18 h 11"/>
                  <a:gd name="T6" fmla="*/ 363 w 99"/>
                  <a:gd name="T7" fmla="*/ 8 h 11"/>
                  <a:gd name="T8" fmla="*/ 252 w 99"/>
                  <a:gd name="T9" fmla="*/ 8 h 11"/>
                  <a:gd name="T10" fmla="*/ 108 w 99"/>
                  <a:gd name="T11" fmla="*/ 0 h 11"/>
                  <a:gd name="T12" fmla="*/ 0 w 99"/>
                  <a:gd name="T13" fmla="*/ 47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9" h="11">
                    <a:moveTo>
                      <a:pt x="1" y="8"/>
                    </a:moveTo>
                    <a:cubicBezTo>
                      <a:pt x="16" y="3"/>
                      <a:pt x="33" y="5"/>
                      <a:pt x="48" y="7"/>
                    </a:cubicBezTo>
                    <a:cubicBezTo>
                      <a:pt x="65" y="9"/>
                      <a:pt x="82" y="5"/>
                      <a:pt x="99" y="4"/>
                    </a:cubicBezTo>
                    <a:cubicBezTo>
                      <a:pt x="96" y="1"/>
                      <a:pt x="92" y="2"/>
                      <a:pt x="88" y="2"/>
                    </a:cubicBezTo>
                    <a:cubicBezTo>
                      <a:pt x="79" y="2"/>
                      <a:pt x="70" y="2"/>
                      <a:pt x="61" y="2"/>
                    </a:cubicBezTo>
                    <a:cubicBezTo>
                      <a:pt x="49" y="3"/>
                      <a:pt x="39" y="0"/>
                      <a:pt x="26" y="0"/>
                    </a:cubicBezTo>
                    <a:cubicBezTo>
                      <a:pt x="19" y="1"/>
                      <a:pt x="2" y="2"/>
                      <a:pt x="0" y="11"/>
                    </a:cubicBezTo>
                  </a:path>
                </a:pathLst>
              </a:custGeom>
              <a:solidFill>
                <a:srgbClr val="8249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602" name="Freeform 232">
                <a:extLst>
                  <a:ext uri="{FF2B5EF4-FFF2-40B4-BE49-F238E27FC236}">
                    <a16:creationId xmlns:a16="http://schemas.microsoft.com/office/drawing/2014/main" id="{21A79788-FDA2-46DC-BC8C-FAF64EBA26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2" y="1304"/>
                <a:ext cx="32" cy="40"/>
              </a:xfrm>
              <a:custGeom>
                <a:avLst/>
                <a:gdLst>
                  <a:gd name="T0" fmla="*/ 0 w 20"/>
                  <a:gd name="T1" fmla="*/ 0 h 25"/>
                  <a:gd name="T2" fmla="*/ 34 w 20"/>
                  <a:gd name="T3" fmla="*/ 86 h 25"/>
                  <a:gd name="T4" fmla="*/ 82 w 20"/>
                  <a:gd name="T5" fmla="*/ 42 h 25"/>
                  <a:gd name="T6" fmla="*/ 61 w 20"/>
                  <a:gd name="T7" fmla="*/ 54 h 25"/>
                  <a:gd name="T8" fmla="*/ 13 w 20"/>
                  <a:gd name="T9" fmla="*/ 5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25">
                    <a:moveTo>
                      <a:pt x="0" y="0"/>
                    </a:moveTo>
                    <a:cubicBezTo>
                      <a:pt x="1" y="6"/>
                      <a:pt x="4" y="17"/>
                      <a:pt x="8" y="21"/>
                    </a:cubicBezTo>
                    <a:cubicBezTo>
                      <a:pt x="13" y="25"/>
                      <a:pt x="20" y="17"/>
                      <a:pt x="20" y="10"/>
                    </a:cubicBezTo>
                    <a:cubicBezTo>
                      <a:pt x="19" y="12"/>
                      <a:pt x="17" y="13"/>
                      <a:pt x="15" y="13"/>
                    </a:cubicBezTo>
                    <a:cubicBezTo>
                      <a:pt x="10" y="13"/>
                      <a:pt x="2" y="5"/>
                      <a:pt x="3" y="1"/>
                    </a:cubicBezTo>
                  </a:path>
                </a:pathLst>
              </a:custGeom>
              <a:solidFill>
                <a:srgbClr val="8249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603" name="Freeform 233">
                <a:extLst>
                  <a:ext uri="{FF2B5EF4-FFF2-40B4-BE49-F238E27FC236}">
                    <a16:creationId xmlns:a16="http://schemas.microsoft.com/office/drawing/2014/main" id="{571D0FE1-EE0B-4E5B-896D-24FFEE741D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8" y="2055"/>
                <a:ext cx="18" cy="19"/>
              </a:xfrm>
              <a:custGeom>
                <a:avLst/>
                <a:gdLst>
                  <a:gd name="T0" fmla="*/ 0 w 11"/>
                  <a:gd name="T1" fmla="*/ 27 h 12"/>
                  <a:gd name="T2" fmla="*/ 47 w 11"/>
                  <a:gd name="T3" fmla="*/ 33 h 12"/>
                  <a:gd name="T4" fmla="*/ 41 w 11"/>
                  <a:gd name="T5" fmla="*/ 5 h 12"/>
                  <a:gd name="T6" fmla="*/ 8 w 11"/>
                  <a:gd name="T7" fmla="*/ 8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12">
                    <a:moveTo>
                      <a:pt x="0" y="7"/>
                    </a:moveTo>
                    <a:cubicBezTo>
                      <a:pt x="2" y="11"/>
                      <a:pt x="9" y="12"/>
                      <a:pt x="11" y="8"/>
                    </a:cubicBezTo>
                    <a:cubicBezTo>
                      <a:pt x="11" y="7"/>
                      <a:pt x="10" y="2"/>
                      <a:pt x="9" y="1"/>
                    </a:cubicBezTo>
                    <a:cubicBezTo>
                      <a:pt x="7" y="0"/>
                      <a:pt x="4" y="1"/>
                      <a:pt x="2" y="2"/>
                    </a:cubicBezTo>
                  </a:path>
                </a:pathLst>
              </a:custGeom>
              <a:solidFill>
                <a:srgbClr val="8249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604" name="Freeform 234">
                <a:extLst>
                  <a:ext uri="{FF2B5EF4-FFF2-40B4-BE49-F238E27FC236}">
                    <a16:creationId xmlns:a16="http://schemas.microsoft.com/office/drawing/2014/main" id="{D5F7D806-5D8C-476C-87AF-61DB5B363E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8" y="2424"/>
                <a:ext cx="132" cy="63"/>
              </a:xfrm>
              <a:custGeom>
                <a:avLst/>
                <a:gdLst>
                  <a:gd name="T0" fmla="*/ 5 w 82"/>
                  <a:gd name="T1" fmla="*/ 76 h 39"/>
                  <a:gd name="T2" fmla="*/ 175 w 82"/>
                  <a:gd name="T3" fmla="*/ 160 h 39"/>
                  <a:gd name="T4" fmla="*/ 262 w 82"/>
                  <a:gd name="T5" fmla="*/ 126 h 39"/>
                  <a:gd name="T6" fmla="*/ 341 w 82"/>
                  <a:gd name="T7" fmla="*/ 0 h 39"/>
                  <a:gd name="T8" fmla="*/ 293 w 82"/>
                  <a:gd name="T9" fmla="*/ 50 h 39"/>
                  <a:gd name="T10" fmla="*/ 184 w 82"/>
                  <a:gd name="T11" fmla="*/ 94 h 39"/>
                  <a:gd name="T12" fmla="*/ 80 w 82"/>
                  <a:gd name="T13" fmla="*/ 63 h 39"/>
                  <a:gd name="T14" fmla="*/ 0 w 82"/>
                  <a:gd name="T15" fmla="*/ 39 h 3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2" h="39">
                    <a:moveTo>
                      <a:pt x="1" y="18"/>
                    </a:moveTo>
                    <a:cubicBezTo>
                      <a:pt x="14" y="29"/>
                      <a:pt x="25" y="39"/>
                      <a:pt x="42" y="38"/>
                    </a:cubicBezTo>
                    <a:cubicBezTo>
                      <a:pt x="50" y="38"/>
                      <a:pt x="58" y="36"/>
                      <a:pt x="63" y="30"/>
                    </a:cubicBezTo>
                    <a:cubicBezTo>
                      <a:pt x="70" y="24"/>
                      <a:pt x="81" y="10"/>
                      <a:pt x="82" y="0"/>
                    </a:cubicBezTo>
                    <a:cubicBezTo>
                      <a:pt x="78" y="1"/>
                      <a:pt x="74" y="8"/>
                      <a:pt x="70" y="12"/>
                    </a:cubicBezTo>
                    <a:cubicBezTo>
                      <a:pt x="63" y="19"/>
                      <a:pt x="54" y="22"/>
                      <a:pt x="44" y="22"/>
                    </a:cubicBezTo>
                    <a:cubicBezTo>
                      <a:pt x="35" y="22"/>
                      <a:pt x="28" y="18"/>
                      <a:pt x="19" y="15"/>
                    </a:cubicBezTo>
                    <a:cubicBezTo>
                      <a:pt x="14" y="14"/>
                      <a:pt x="2" y="16"/>
                      <a:pt x="0" y="9"/>
                    </a:cubicBezTo>
                  </a:path>
                </a:pathLst>
              </a:custGeom>
              <a:solidFill>
                <a:srgbClr val="8249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605" name="Freeform 235">
                <a:extLst>
                  <a:ext uri="{FF2B5EF4-FFF2-40B4-BE49-F238E27FC236}">
                    <a16:creationId xmlns:a16="http://schemas.microsoft.com/office/drawing/2014/main" id="{A232443D-A1AD-4AC4-BA59-5B3B393ABA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5" y="2476"/>
                <a:ext cx="50" cy="608"/>
              </a:xfrm>
              <a:custGeom>
                <a:avLst/>
                <a:gdLst>
                  <a:gd name="T0" fmla="*/ 0 w 31"/>
                  <a:gd name="T1" fmla="*/ 0 h 379"/>
                  <a:gd name="T2" fmla="*/ 123 w 31"/>
                  <a:gd name="T3" fmla="*/ 144 h 379"/>
                  <a:gd name="T4" fmla="*/ 90 w 31"/>
                  <a:gd name="T5" fmla="*/ 661 h 379"/>
                  <a:gd name="T6" fmla="*/ 97 w 31"/>
                  <a:gd name="T7" fmla="*/ 1168 h 379"/>
                  <a:gd name="T8" fmla="*/ 76 w 31"/>
                  <a:gd name="T9" fmla="*/ 1564 h 379"/>
                  <a:gd name="T10" fmla="*/ 55 w 31"/>
                  <a:gd name="T11" fmla="*/ 1155 h 379"/>
                  <a:gd name="T12" fmla="*/ 21 w 31"/>
                  <a:gd name="T13" fmla="*/ 391 h 379"/>
                  <a:gd name="T14" fmla="*/ 0 w 31"/>
                  <a:gd name="T15" fmla="*/ 0 h 37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1" h="379">
                    <a:moveTo>
                      <a:pt x="0" y="0"/>
                    </a:moveTo>
                    <a:cubicBezTo>
                      <a:pt x="13" y="11"/>
                      <a:pt x="29" y="10"/>
                      <a:pt x="29" y="35"/>
                    </a:cubicBezTo>
                    <a:cubicBezTo>
                      <a:pt x="29" y="60"/>
                      <a:pt x="21" y="109"/>
                      <a:pt x="22" y="160"/>
                    </a:cubicBezTo>
                    <a:cubicBezTo>
                      <a:pt x="23" y="211"/>
                      <a:pt x="22" y="260"/>
                      <a:pt x="23" y="283"/>
                    </a:cubicBezTo>
                    <a:cubicBezTo>
                      <a:pt x="24" y="306"/>
                      <a:pt x="31" y="332"/>
                      <a:pt x="18" y="379"/>
                    </a:cubicBezTo>
                    <a:cubicBezTo>
                      <a:pt x="22" y="361"/>
                      <a:pt x="22" y="313"/>
                      <a:pt x="13" y="280"/>
                    </a:cubicBezTo>
                    <a:cubicBezTo>
                      <a:pt x="4" y="247"/>
                      <a:pt x="2" y="129"/>
                      <a:pt x="5" y="95"/>
                    </a:cubicBezTo>
                    <a:cubicBezTo>
                      <a:pt x="8" y="61"/>
                      <a:pt x="11" y="14"/>
                      <a:pt x="0" y="0"/>
                    </a:cubicBezTo>
                  </a:path>
                </a:pathLst>
              </a:custGeom>
              <a:solidFill>
                <a:srgbClr val="8249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606" name="Freeform 236">
                <a:extLst>
                  <a:ext uri="{FF2B5EF4-FFF2-40B4-BE49-F238E27FC236}">
                    <a16:creationId xmlns:a16="http://schemas.microsoft.com/office/drawing/2014/main" id="{FE05333F-0A56-4E88-BB83-02A31838FD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6" y="3215"/>
                <a:ext cx="39" cy="474"/>
              </a:xfrm>
              <a:custGeom>
                <a:avLst/>
                <a:gdLst>
                  <a:gd name="T0" fmla="*/ 75 w 24"/>
                  <a:gd name="T1" fmla="*/ 0 h 295"/>
                  <a:gd name="T2" fmla="*/ 63 w 24"/>
                  <a:gd name="T3" fmla="*/ 627 h 295"/>
                  <a:gd name="T4" fmla="*/ 18 w 24"/>
                  <a:gd name="T5" fmla="*/ 1224 h 295"/>
                  <a:gd name="T6" fmla="*/ 75 w 24"/>
                  <a:gd name="T7" fmla="*/ 0 h 29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" h="295">
                    <a:moveTo>
                      <a:pt x="17" y="0"/>
                    </a:moveTo>
                    <a:cubicBezTo>
                      <a:pt x="21" y="28"/>
                      <a:pt x="24" y="84"/>
                      <a:pt x="15" y="151"/>
                    </a:cubicBezTo>
                    <a:cubicBezTo>
                      <a:pt x="6" y="218"/>
                      <a:pt x="3" y="270"/>
                      <a:pt x="4" y="295"/>
                    </a:cubicBezTo>
                    <a:cubicBezTo>
                      <a:pt x="0" y="252"/>
                      <a:pt x="14" y="71"/>
                      <a:pt x="17" y="0"/>
                    </a:cubicBezTo>
                  </a:path>
                </a:pathLst>
              </a:custGeom>
              <a:solidFill>
                <a:srgbClr val="8249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607" name="Freeform 237">
                <a:extLst>
                  <a:ext uri="{FF2B5EF4-FFF2-40B4-BE49-F238E27FC236}">
                    <a16:creationId xmlns:a16="http://schemas.microsoft.com/office/drawing/2014/main" id="{CA45F8CA-1844-4E64-9279-A2549627FC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9" y="1295"/>
                <a:ext cx="119" cy="12"/>
              </a:xfrm>
              <a:custGeom>
                <a:avLst/>
                <a:gdLst>
                  <a:gd name="T0" fmla="*/ 137 w 74"/>
                  <a:gd name="T1" fmla="*/ 26 h 8"/>
                  <a:gd name="T2" fmla="*/ 307 w 74"/>
                  <a:gd name="T3" fmla="*/ 14 h 8"/>
                  <a:gd name="T4" fmla="*/ 191 w 74"/>
                  <a:gd name="T5" fmla="*/ 8 h 8"/>
                  <a:gd name="T6" fmla="*/ 0 w 74"/>
                  <a:gd name="T7" fmla="*/ 8 h 8"/>
                  <a:gd name="T8" fmla="*/ 137 w 74"/>
                  <a:gd name="T9" fmla="*/ 26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4" h="8">
                    <a:moveTo>
                      <a:pt x="33" y="7"/>
                    </a:moveTo>
                    <a:cubicBezTo>
                      <a:pt x="44" y="6"/>
                      <a:pt x="63" y="2"/>
                      <a:pt x="74" y="4"/>
                    </a:cubicBezTo>
                    <a:cubicBezTo>
                      <a:pt x="68" y="0"/>
                      <a:pt x="59" y="2"/>
                      <a:pt x="46" y="2"/>
                    </a:cubicBezTo>
                    <a:cubicBezTo>
                      <a:pt x="34" y="3"/>
                      <a:pt x="10" y="6"/>
                      <a:pt x="0" y="2"/>
                    </a:cubicBezTo>
                    <a:cubicBezTo>
                      <a:pt x="17" y="8"/>
                      <a:pt x="24" y="6"/>
                      <a:pt x="33" y="7"/>
                    </a:cubicBezTo>
                  </a:path>
                </a:pathLst>
              </a:custGeom>
              <a:solidFill>
                <a:srgbClr val="93574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608" name="Freeform 238">
                <a:extLst>
                  <a:ext uri="{FF2B5EF4-FFF2-40B4-BE49-F238E27FC236}">
                    <a16:creationId xmlns:a16="http://schemas.microsoft.com/office/drawing/2014/main" id="{628762DF-EC1F-46F7-BF3B-E4B47C7C20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9" y="1295"/>
                <a:ext cx="119" cy="12"/>
              </a:xfrm>
              <a:custGeom>
                <a:avLst/>
                <a:gdLst>
                  <a:gd name="T0" fmla="*/ 170 w 74"/>
                  <a:gd name="T1" fmla="*/ 26 h 8"/>
                  <a:gd name="T2" fmla="*/ 0 w 74"/>
                  <a:gd name="T3" fmla="*/ 14 h 8"/>
                  <a:gd name="T4" fmla="*/ 116 w 74"/>
                  <a:gd name="T5" fmla="*/ 8 h 8"/>
                  <a:gd name="T6" fmla="*/ 307 w 74"/>
                  <a:gd name="T7" fmla="*/ 8 h 8"/>
                  <a:gd name="T8" fmla="*/ 170 w 74"/>
                  <a:gd name="T9" fmla="*/ 26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4" h="8">
                    <a:moveTo>
                      <a:pt x="41" y="7"/>
                    </a:moveTo>
                    <a:cubicBezTo>
                      <a:pt x="30" y="6"/>
                      <a:pt x="11" y="2"/>
                      <a:pt x="0" y="4"/>
                    </a:cubicBezTo>
                    <a:cubicBezTo>
                      <a:pt x="6" y="0"/>
                      <a:pt x="15" y="2"/>
                      <a:pt x="28" y="2"/>
                    </a:cubicBezTo>
                    <a:cubicBezTo>
                      <a:pt x="40" y="3"/>
                      <a:pt x="64" y="6"/>
                      <a:pt x="74" y="2"/>
                    </a:cubicBezTo>
                    <a:cubicBezTo>
                      <a:pt x="57" y="8"/>
                      <a:pt x="50" y="6"/>
                      <a:pt x="41" y="7"/>
                    </a:cubicBezTo>
                  </a:path>
                </a:pathLst>
              </a:custGeom>
              <a:solidFill>
                <a:srgbClr val="93574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609" name="Freeform 239">
                <a:extLst>
                  <a:ext uri="{FF2B5EF4-FFF2-40B4-BE49-F238E27FC236}">
                    <a16:creationId xmlns:a16="http://schemas.microsoft.com/office/drawing/2014/main" id="{C21D424E-B09E-4C1A-A14C-6085F869B4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" y="1888"/>
                <a:ext cx="26" cy="355"/>
              </a:xfrm>
              <a:custGeom>
                <a:avLst/>
                <a:gdLst>
                  <a:gd name="T0" fmla="*/ 39 w 16"/>
                  <a:gd name="T1" fmla="*/ 361 h 221"/>
                  <a:gd name="T2" fmla="*/ 8 w 16"/>
                  <a:gd name="T3" fmla="*/ 916 h 221"/>
                  <a:gd name="T4" fmla="*/ 5 w 16"/>
                  <a:gd name="T5" fmla="*/ 588 h 221"/>
                  <a:gd name="T6" fmla="*/ 68 w 16"/>
                  <a:gd name="T7" fmla="*/ 0 h 221"/>
                  <a:gd name="T8" fmla="*/ 39 w 16"/>
                  <a:gd name="T9" fmla="*/ 361 h 2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221">
                    <a:moveTo>
                      <a:pt x="9" y="87"/>
                    </a:moveTo>
                    <a:cubicBezTo>
                      <a:pt x="8" y="103"/>
                      <a:pt x="4" y="192"/>
                      <a:pt x="2" y="221"/>
                    </a:cubicBezTo>
                    <a:cubicBezTo>
                      <a:pt x="2" y="221"/>
                      <a:pt x="0" y="199"/>
                      <a:pt x="1" y="142"/>
                    </a:cubicBezTo>
                    <a:cubicBezTo>
                      <a:pt x="2" y="85"/>
                      <a:pt x="5" y="27"/>
                      <a:pt x="16" y="0"/>
                    </a:cubicBezTo>
                    <a:cubicBezTo>
                      <a:pt x="12" y="11"/>
                      <a:pt x="11" y="63"/>
                      <a:pt x="9" y="87"/>
                    </a:cubicBezTo>
                  </a:path>
                </a:pathLst>
              </a:custGeom>
              <a:solidFill>
                <a:srgbClr val="93574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610" name="Freeform 240">
                <a:extLst>
                  <a:ext uri="{FF2B5EF4-FFF2-40B4-BE49-F238E27FC236}">
                    <a16:creationId xmlns:a16="http://schemas.microsoft.com/office/drawing/2014/main" id="{EFFE72AC-E7D9-4DDE-B6C8-3E562EDE4D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7" y="1922"/>
                <a:ext cx="26" cy="355"/>
              </a:xfrm>
              <a:custGeom>
                <a:avLst/>
                <a:gdLst>
                  <a:gd name="T0" fmla="*/ 29 w 16"/>
                  <a:gd name="T1" fmla="*/ 361 h 221"/>
                  <a:gd name="T2" fmla="*/ 60 w 16"/>
                  <a:gd name="T3" fmla="*/ 916 h 221"/>
                  <a:gd name="T4" fmla="*/ 63 w 16"/>
                  <a:gd name="T5" fmla="*/ 588 h 221"/>
                  <a:gd name="T6" fmla="*/ 0 w 16"/>
                  <a:gd name="T7" fmla="*/ 0 h 221"/>
                  <a:gd name="T8" fmla="*/ 29 w 16"/>
                  <a:gd name="T9" fmla="*/ 361 h 2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221">
                    <a:moveTo>
                      <a:pt x="7" y="87"/>
                    </a:moveTo>
                    <a:cubicBezTo>
                      <a:pt x="8" y="103"/>
                      <a:pt x="12" y="192"/>
                      <a:pt x="14" y="221"/>
                    </a:cubicBezTo>
                    <a:cubicBezTo>
                      <a:pt x="14" y="221"/>
                      <a:pt x="16" y="199"/>
                      <a:pt x="15" y="142"/>
                    </a:cubicBezTo>
                    <a:cubicBezTo>
                      <a:pt x="14" y="85"/>
                      <a:pt x="11" y="27"/>
                      <a:pt x="0" y="0"/>
                    </a:cubicBezTo>
                    <a:cubicBezTo>
                      <a:pt x="4" y="11"/>
                      <a:pt x="5" y="63"/>
                      <a:pt x="7" y="87"/>
                    </a:cubicBezTo>
                  </a:path>
                </a:pathLst>
              </a:custGeom>
              <a:solidFill>
                <a:srgbClr val="8249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611" name="Freeform 241">
                <a:extLst>
                  <a:ext uri="{FF2B5EF4-FFF2-40B4-BE49-F238E27FC236}">
                    <a16:creationId xmlns:a16="http://schemas.microsoft.com/office/drawing/2014/main" id="{7A55EBC2-C660-4FA4-8175-2638DC0098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6" y="1933"/>
                <a:ext cx="74" cy="376"/>
              </a:xfrm>
              <a:custGeom>
                <a:avLst/>
                <a:gdLst>
                  <a:gd name="T0" fmla="*/ 8 w 46"/>
                  <a:gd name="T1" fmla="*/ 0 h 234"/>
                  <a:gd name="T2" fmla="*/ 101 w 46"/>
                  <a:gd name="T3" fmla="*/ 439 h 234"/>
                  <a:gd name="T4" fmla="*/ 166 w 46"/>
                  <a:gd name="T5" fmla="*/ 971 h 234"/>
                  <a:gd name="T6" fmla="*/ 142 w 46"/>
                  <a:gd name="T7" fmla="*/ 477 h 234"/>
                  <a:gd name="T8" fmla="*/ 8 w 46"/>
                  <a:gd name="T9" fmla="*/ 0 h 2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6" h="234">
                    <a:moveTo>
                      <a:pt x="2" y="0"/>
                    </a:moveTo>
                    <a:cubicBezTo>
                      <a:pt x="0" y="18"/>
                      <a:pt x="13" y="67"/>
                      <a:pt x="24" y="106"/>
                    </a:cubicBezTo>
                    <a:cubicBezTo>
                      <a:pt x="36" y="146"/>
                      <a:pt x="41" y="191"/>
                      <a:pt x="40" y="234"/>
                    </a:cubicBezTo>
                    <a:cubicBezTo>
                      <a:pt x="46" y="195"/>
                      <a:pt x="41" y="145"/>
                      <a:pt x="34" y="115"/>
                    </a:cubicBezTo>
                    <a:cubicBezTo>
                      <a:pt x="28" y="85"/>
                      <a:pt x="0" y="10"/>
                      <a:pt x="2" y="0"/>
                    </a:cubicBezTo>
                  </a:path>
                </a:pathLst>
              </a:custGeom>
              <a:solidFill>
                <a:srgbClr val="93574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612" name="Freeform 242">
                <a:extLst>
                  <a:ext uri="{FF2B5EF4-FFF2-40B4-BE49-F238E27FC236}">
                    <a16:creationId xmlns:a16="http://schemas.microsoft.com/office/drawing/2014/main" id="{1E8959EE-68A0-43D1-BAE8-4CFF99F9B7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" y="2501"/>
                <a:ext cx="69" cy="106"/>
              </a:xfrm>
              <a:custGeom>
                <a:avLst/>
                <a:gdLst>
                  <a:gd name="T0" fmla="*/ 90 w 43"/>
                  <a:gd name="T1" fmla="*/ 0 h 66"/>
                  <a:gd name="T2" fmla="*/ 136 w 43"/>
                  <a:gd name="T3" fmla="*/ 259 h 66"/>
                  <a:gd name="T4" fmla="*/ 170 w 43"/>
                  <a:gd name="T5" fmla="*/ 239 h 66"/>
                  <a:gd name="T6" fmla="*/ 136 w 43"/>
                  <a:gd name="T7" fmla="*/ 170 h 66"/>
                  <a:gd name="T8" fmla="*/ 124 w 43"/>
                  <a:gd name="T9" fmla="*/ 82 h 66"/>
                  <a:gd name="T10" fmla="*/ 103 w 43"/>
                  <a:gd name="T11" fmla="*/ 0 h 6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3" h="66">
                    <a:moveTo>
                      <a:pt x="22" y="0"/>
                    </a:moveTo>
                    <a:cubicBezTo>
                      <a:pt x="0" y="15"/>
                      <a:pt x="13" y="53"/>
                      <a:pt x="33" y="62"/>
                    </a:cubicBezTo>
                    <a:cubicBezTo>
                      <a:pt x="38" y="64"/>
                      <a:pt x="43" y="66"/>
                      <a:pt x="41" y="58"/>
                    </a:cubicBezTo>
                    <a:cubicBezTo>
                      <a:pt x="40" y="52"/>
                      <a:pt x="34" y="48"/>
                      <a:pt x="33" y="41"/>
                    </a:cubicBezTo>
                    <a:cubicBezTo>
                      <a:pt x="32" y="34"/>
                      <a:pt x="30" y="27"/>
                      <a:pt x="30" y="20"/>
                    </a:cubicBezTo>
                    <a:cubicBezTo>
                      <a:pt x="29" y="13"/>
                      <a:pt x="30" y="5"/>
                      <a:pt x="25" y="0"/>
                    </a:cubicBezTo>
                  </a:path>
                </a:pathLst>
              </a:custGeom>
              <a:solidFill>
                <a:srgbClr val="8249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613" name="Freeform 243">
                <a:extLst>
                  <a:ext uri="{FF2B5EF4-FFF2-40B4-BE49-F238E27FC236}">
                    <a16:creationId xmlns:a16="http://schemas.microsoft.com/office/drawing/2014/main" id="{EFC0FBF4-9B0A-4FE4-9D0E-655B91E828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0" y="2501"/>
                <a:ext cx="55" cy="105"/>
              </a:xfrm>
              <a:custGeom>
                <a:avLst/>
                <a:gdLst>
                  <a:gd name="T0" fmla="*/ 68 w 34"/>
                  <a:gd name="T1" fmla="*/ 16 h 65"/>
                  <a:gd name="T2" fmla="*/ 42 w 34"/>
                  <a:gd name="T3" fmla="*/ 126 h 65"/>
                  <a:gd name="T4" fmla="*/ 0 w 34"/>
                  <a:gd name="T5" fmla="*/ 220 h 65"/>
                  <a:gd name="T6" fmla="*/ 47 w 34"/>
                  <a:gd name="T7" fmla="*/ 247 h 65"/>
                  <a:gd name="T8" fmla="*/ 128 w 34"/>
                  <a:gd name="T9" fmla="*/ 152 h 65"/>
                  <a:gd name="T10" fmla="*/ 84 w 34"/>
                  <a:gd name="T11" fmla="*/ 0 h 6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4" h="65">
                    <a:moveTo>
                      <a:pt x="16" y="4"/>
                    </a:moveTo>
                    <a:cubicBezTo>
                      <a:pt x="14" y="13"/>
                      <a:pt x="12" y="22"/>
                      <a:pt x="10" y="30"/>
                    </a:cubicBezTo>
                    <a:cubicBezTo>
                      <a:pt x="8" y="38"/>
                      <a:pt x="7" y="48"/>
                      <a:pt x="0" y="52"/>
                    </a:cubicBezTo>
                    <a:cubicBezTo>
                      <a:pt x="5" y="59"/>
                      <a:pt x="2" y="65"/>
                      <a:pt x="11" y="59"/>
                    </a:cubicBezTo>
                    <a:cubicBezTo>
                      <a:pt x="19" y="54"/>
                      <a:pt x="27" y="44"/>
                      <a:pt x="30" y="36"/>
                    </a:cubicBezTo>
                    <a:cubicBezTo>
                      <a:pt x="34" y="21"/>
                      <a:pt x="32" y="10"/>
                      <a:pt x="20" y="0"/>
                    </a:cubicBezTo>
                  </a:path>
                </a:pathLst>
              </a:custGeom>
              <a:solidFill>
                <a:srgbClr val="8249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614" name="Freeform 244">
                <a:extLst>
                  <a:ext uri="{FF2B5EF4-FFF2-40B4-BE49-F238E27FC236}">
                    <a16:creationId xmlns:a16="http://schemas.microsoft.com/office/drawing/2014/main" id="{935C56E6-5C4E-4330-9795-AC95FED967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4" y="3199"/>
                <a:ext cx="37" cy="517"/>
              </a:xfrm>
              <a:custGeom>
                <a:avLst/>
                <a:gdLst>
                  <a:gd name="T0" fmla="*/ 68 w 23"/>
                  <a:gd name="T1" fmla="*/ 1333 h 322"/>
                  <a:gd name="T2" fmla="*/ 26 w 23"/>
                  <a:gd name="T3" fmla="*/ 554 h 322"/>
                  <a:gd name="T4" fmla="*/ 47 w 23"/>
                  <a:gd name="T5" fmla="*/ 0 h 322"/>
                  <a:gd name="T6" fmla="*/ 76 w 23"/>
                  <a:gd name="T7" fmla="*/ 575 h 322"/>
                  <a:gd name="T8" fmla="*/ 68 w 23"/>
                  <a:gd name="T9" fmla="*/ 1333 h 3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322">
                    <a:moveTo>
                      <a:pt x="16" y="322"/>
                    </a:moveTo>
                    <a:cubicBezTo>
                      <a:pt x="20" y="301"/>
                      <a:pt x="12" y="190"/>
                      <a:pt x="6" y="134"/>
                    </a:cubicBezTo>
                    <a:cubicBezTo>
                      <a:pt x="0" y="77"/>
                      <a:pt x="2" y="25"/>
                      <a:pt x="11" y="0"/>
                    </a:cubicBezTo>
                    <a:cubicBezTo>
                      <a:pt x="7" y="20"/>
                      <a:pt x="14" y="87"/>
                      <a:pt x="18" y="139"/>
                    </a:cubicBezTo>
                    <a:cubicBezTo>
                      <a:pt x="23" y="191"/>
                      <a:pt x="22" y="299"/>
                      <a:pt x="16" y="322"/>
                    </a:cubicBezTo>
                  </a:path>
                </a:pathLst>
              </a:custGeom>
              <a:solidFill>
                <a:srgbClr val="93574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615" name="Freeform 245">
                <a:extLst>
                  <a:ext uri="{FF2B5EF4-FFF2-40B4-BE49-F238E27FC236}">
                    <a16:creationId xmlns:a16="http://schemas.microsoft.com/office/drawing/2014/main" id="{5FDF0F6D-2A30-4F8A-A194-1C70FF7274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6" y="3769"/>
                <a:ext cx="29" cy="125"/>
              </a:xfrm>
              <a:custGeom>
                <a:avLst/>
                <a:gdLst>
                  <a:gd name="T0" fmla="*/ 71 w 18"/>
                  <a:gd name="T1" fmla="*/ 0 h 78"/>
                  <a:gd name="T2" fmla="*/ 50 w 18"/>
                  <a:gd name="T3" fmla="*/ 184 h 78"/>
                  <a:gd name="T4" fmla="*/ 60 w 18"/>
                  <a:gd name="T5" fmla="*/ 321 h 78"/>
                  <a:gd name="T6" fmla="*/ 5 w 18"/>
                  <a:gd name="T7" fmla="*/ 213 h 78"/>
                  <a:gd name="T8" fmla="*/ 47 w 18"/>
                  <a:gd name="T9" fmla="*/ 152 h 78"/>
                  <a:gd name="T10" fmla="*/ 76 w 18"/>
                  <a:gd name="T11" fmla="*/ 42 h 7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8" h="78">
                    <a:moveTo>
                      <a:pt x="17" y="0"/>
                    </a:moveTo>
                    <a:cubicBezTo>
                      <a:pt x="16" y="16"/>
                      <a:pt x="15" y="29"/>
                      <a:pt x="12" y="45"/>
                    </a:cubicBezTo>
                    <a:cubicBezTo>
                      <a:pt x="9" y="57"/>
                      <a:pt x="14" y="66"/>
                      <a:pt x="14" y="78"/>
                    </a:cubicBezTo>
                    <a:cubicBezTo>
                      <a:pt x="11" y="70"/>
                      <a:pt x="0" y="59"/>
                      <a:pt x="1" y="52"/>
                    </a:cubicBezTo>
                    <a:cubicBezTo>
                      <a:pt x="2" y="47"/>
                      <a:pt x="9" y="42"/>
                      <a:pt x="11" y="37"/>
                    </a:cubicBezTo>
                    <a:cubicBezTo>
                      <a:pt x="15" y="28"/>
                      <a:pt x="12" y="18"/>
                      <a:pt x="18" y="10"/>
                    </a:cubicBezTo>
                  </a:path>
                </a:pathLst>
              </a:custGeom>
              <a:solidFill>
                <a:srgbClr val="8249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616" name="Freeform 246">
                <a:extLst>
                  <a:ext uri="{FF2B5EF4-FFF2-40B4-BE49-F238E27FC236}">
                    <a16:creationId xmlns:a16="http://schemas.microsoft.com/office/drawing/2014/main" id="{86DA7134-1100-4B7F-981B-E8C7594F4C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9" y="3708"/>
                <a:ext cx="28" cy="138"/>
              </a:xfrm>
              <a:custGeom>
                <a:avLst/>
                <a:gdLst>
                  <a:gd name="T0" fmla="*/ 54 w 17"/>
                  <a:gd name="T1" fmla="*/ 149 h 86"/>
                  <a:gd name="T2" fmla="*/ 49 w 17"/>
                  <a:gd name="T3" fmla="*/ 355 h 86"/>
                  <a:gd name="T4" fmla="*/ 21 w 17"/>
                  <a:gd name="T5" fmla="*/ 170 h 86"/>
                  <a:gd name="T6" fmla="*/ 5 w 17"/>
                  <a:gd name="T7" fmla="*/ 75 h 86"/>
                  <a:gd name="T8" fmla="*/ 8 w 17"/>
                  <a:gd name="T9" fmla="*/ 0 h 86"/>
                  <a:gd name="T10" fmla="*/ 58 w 17"/>
                  <a:gd name="T11" fmla="*/ 144 h 8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7" h="86">
                    <a:moveTo>
                      <a:pt x="12" y="36"/>
                    </a:moveTo>
                    <a:cubicBezTo>
                      <a:pt x="17" y="54"/>
                      <a:pt x="17" y="68"/>
                      <a:pt x="11" y="86"/>
                    </a:cubicBezTo>
                    <a:cubicBezTo>
                      <a:pt x="13" y="72"/>
                      <a:pt x="10" y="54"/>
                      <a:pt x="5" y="41"/>
                    </a:cubicBezTo>
                    <a:cubicBezTo>
                      <a:pt x="1" y="32"/>
                      <a:pt x="0" y="28"/>
                      <a:pt x="1" y="18"/>
                    </a:cubicBezTo>
                    <a:cubicBezTo>
                      <a:pt x="2" y="12"/>
                      <a:pt x="4" y="5"/>
                      <a:pt x="2" y="0"/>
                    </a:cubicBezTo>
                    <a:cubicBezTo>
                      <a:pt x="4" y="12"/>
                      <a:pt x="9" y="24"/>
                      <a:pt x="13" y="35"/>
                    </a:cubicBezTo>
                  </a:path>
                </a:pathLst>
              </a:custGeom>
              <a:solidFill>
                <a:srgbClr val="8249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617" name="Freeform 247">
                <a:extLst>
                  <a:ext uri="{FF2B5EF4-FFF2-40B4-BE49-F238E27FC236}">
                    <a16:creationId xmlns:a16="http://schemas.microsoft.com/office/drawing/2014/main" id="{37BE2F0F-9AFE-44C3-9868-D1D25F060B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6" y="2472"/>
                <a:ext cx="76" cy="217"/>
              </a:xfrm>
              <a:custGeom>
                <a:avLst/>
                <a:gdLst>
                  <a:gd name="T0" fmla="*/ 115 w 47"/>
                  <a:gd name="T1" fmla="*/ 55 h 135"/>
                  <a:gd name="T2" fmla="*/ 84 w 47"/>
                  <a:gd name="T3" fmla="*/ 561 h 135"/>
                  <a:gd name="T4" fmla="*/ 105 w 47"/>
                  <a:gd name="T5" fmla="*/ 375 h 135"/>
                  <a:gd name="T6" fmla="*/ 110 w 47"/>
                  <a:gd name="T7" fmla="*/ 183 h 135"/>
                  <a:gd name="T8" fmla="*/ 131 w 47"/>
                  <a:gd name="T9" fmla="*/ 90 h 135"/>
                  <a:gd name="T10" fmla="*/ 199 w 47"/>
                  <a:gd name="T11" fmla="*/ 0 h 135"/>
                  <a:gd name="T12" fmla="*/ 102 w 47"/>
                  <a:gd name="T13" fmla="*/ 63 h 13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7" h="135">
                    <a:moveTo>
                      <a:pt x="27" y="13"/>
                    </a:moveTo>
                    <a:cubicBezTo>
                      <a:pt x="0" y="25"/>
                      <a:pt x="30" y="103"/>
                      <a:pt x="20" y="135"/>
                    </a:cubicBezTo>
                    <a:cubicBezTo>
                      <a:pt x="19" y="119"/>
                      <a:pt x="23" y="105"/>
                      <a:pt x="25" y="90"/>
                    </a:cubicBezTo>
                    <a:cubicBezTo>
                      <a:pt x="26" y="75"/>
                      <a:pt x="24" y="59"/>
                      <a:pt x="26" y="44"/>
                    </a:cubicBezTo>
                    <a:cubicBezTo>
                      <a:pt x="26" y="36"/>
                      <a:pt x="27" y="29"/>
                      <a:pt x="31" y="22"/>
                    </a:cubicBezTo>
                    <a:cubicBezTo>
                      <a:pt x="35" y="16"/>
                      <a:pt x="41" y="2"/>
                      <a:pt x="47" y="0"/>
                    </a:cubicBezTo>
                    <a:cubicBezTo>
                      <a:pt x="39" y="3"/>
                      <a:pt x="32" y="11"/>
                      <a:pt x="24" y="15"/>
                    </a:cubicBezTo>
                  </a:path>
                </a:pathLst>
              </a:custGeom>
              <a:solidFill>
                <a:srgbClr val="93574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618" name="Freeform 248">
                <a:extLst>
                  <a:ext uri="{FF2B5EF4-FFF2-40B4-BE49-F238E27FC236}">
                    <a16:creationId xmlns:a16="http://schemas.microsoft.com/office/drawing/2014/main" id="{550AA32A-1B67-4197-92C4-D3E810E2E6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2" y="2914"/>
                <a:ext cx="32" cy="250"/>
              </a:xfrm>
              <a:custGeom>
                <a:avLst/>
                <a:gdLst>
                  <a:gd name="T0" fmla="*/ 42 w 20"/>
                  <a:gd name="T1" fmla="*/ 0 h 156"/>
                  <a:gd name="T2" fmla="*/ 34 w 20"/>
                  <a:gd name="T3" fmla="*/ 321 h 156"/>
                  <a:gd name="T4" fmla="*/ 56 w 20"/>
                  <a:gd name="T5" fmla="*/ 643 h 156"/>
                  <a:gd name="T6" fmla="*/ 67 w 20"/>
                  <a:gd name="T7" fmla="*/ 349 h 156"/>
                  <a:gd name="T8" fmla="*/ 48 w 20"/>
                  <a:gd name="T9" fmla="*/ 87 h 156"/>
                  <a:gd name="T10" fmla="*/ 42 w 20"/>
                  <a:gd name="T11" fmla="*/ 0 h 15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0" h="156">
                    <a:moveTo>
                      <a:pt x="10" y="0"/>
                    </a:moveTo>
                    <a:cubicBezTo>
                      <a:pt x="8" y="23"/>
                      <a:pt x="0" y="49"/>
                      <a:pt x="8" y="78"/>
                    </a:cubicBezTo>
                    <a:cubicBezTo>
                      <a:pt x="15" y="107"/>
                      <a:pt x="19" y="130"/>
                      <a:pt x="14" y="156"/>
                    </a:cubicBezTo>
                    <a:cubicBezTo>
                      <a:pt x="20" y="135"/>
                      <a:pt x="19" y="103"/>
                      <a:pt x="16" y="85"/>
                    </a:cubicBezTo>
                    <a:cubicBezTo>
                      <a:pt x="13" y="68"/>
                      <a:pt x="10" y="35"/>
                      <a:pt x="12" y="21"/>
                    </a:cubicBezTo>
                    <a:cubicBezTo>
                      <a:pt x="13" y="6"/>
                      <a:pt x="10" y="0"/>
                      <a:pt x="10" y="0"/>
                    </a:cubicBezTo>
                  </a:path>
                </a:pathLst>
              </a:custGeom>
              <a:solidFill>
                <a:srgbClr val="93574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619" name="Freeform 249">
                <a:extLst>
                  <a:ext uri="{FF2B5EF4-FFF2-40B4-BE49-F238E27FC236}">
                    <a16:creationId xmlns:a16="http://schemas.microsoft.com/office/drawing/2014/main" id="{D14ADE13-82BC-4FE4-B2F3-D60A73D3B5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5" y="3953"/>
                <a:ext cx="114" cy="73"/>
              </a:xfrm>
              <a:custGeom>
                <a:avLst/>
                <a:gdLst>
                  <a:gd name="T0" fmla="*/ 47 w 71"/>
                  <a:gd name="T1" fmla="*/ 149 h 45"/>
                  <a:gd name="T2" fmla="*/ 218 w 71"/>
                  <a:gd name="T3" fmla="*/ 152 h 45"/>
                  <a:gd name="T4" fmla="*/ 252 w 71"/>
                  <a:gd name="T5" fmla="*/ 0 h 45"/>
                  <a:gd name="T6" fmla="*/ 239 w 71"/>
                  <a:gd name="T7" fmla="*/ 50 h 45"/>
                  <a:gd name="T8" fmla="*/ 162 w 71"/>
                  <a:gd name="T9" fmla="*/ 89 h 45"/>
                  <a:gd name="T10" fmla="*/ 16 w 71"/>
                  <a:gd name="T11" fmla="*/ 76 h 45"/>
                  <a:gd name="T12" fmla="*/ 26 w 71"/>
                  <a:gd name="T13" fmla="*/ 152 h 4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1" h="45">
                    <a:moveTo>
                      <a:pt x="11" y="35"/>
                    </a:moveTo>
                    <a:cubicBezTo>
                      <a:pt x="21" y="45"/>
                      <a:pt x="41" y="42"/>
                      <a:pt x="53" y="36"/>
                    </a:cubicBezTo>
                    <a:cubicBezTo>
                      <a:pt x="71" y="27"/>
                      <a:pt x="67" y="16"/>
                      <a:pt x="61" y="0"/>
                    </a:cubicBezTo>
                    <a:cubicBezTo>
                      <a:pt x="61" y="5"/>
                      <a:pt x="62" y="8"/>
                      <a:pt x="58" y="12"/>
                    </a:cubicBezTo>
                    <a:cubicBezTo>
                      <a:pt x="54" y="17"/>
                      <a:pt x="45" y="20"/>
                      <a:pt x="39" y="21"/>
                    </a:cubicBezTo>
                    <a:cubicBezTo>
                      <a:pt x="27" y="24"/>
                      <a:pt x="15" y="21"/>
                      <a:pt x="4" y="18"/>
                    </a:cubicBezTo>
                    <a:cubicBezTo>
                      <a:pt x="0" y="22"/>
                      <a:pt x="6" y="31"/>
                      <a:pt x="6" y="36"/>
                    </a:cubicBezTo>
                  </a:path>
                </a:pathLst>
              </a:custGeom>
              <a:solidFill>
                <a:srgbClr val="8249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620" name="Freeform 250">
                <a:extLst>
                  <a:ext uri="{FF2B5EF4-FFF2-40B4-BE49-F238E27FC236}">
                    <a16:creationId xmlns:a16="http://schemas.microsoft.com/office/drawing/2014/main" id="{44939694-DA0A-432E-B448-0EA0C95874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7" y="3856"/>
                <a:ext cx="121" cy="160"/>
              </a:xfrm>
              <a:custGeom>
                <a:avLst/>
                <a:gdLst>
                  <a:gd name="T0" fmla="*/ 0 w 75"/>
                  <a:gd name="T1" fmla="*/ 410 h 100"/>
                  <a:gd name="T2" fmla="*/ 89 w 75"/>
                  <a:gd name="T3" fmla="*/ 394 h 100"/>
                  <a:gd name="T4" fmla="*/ 158 w 75"/>
                  <a:gd name="T5" fmla="*/ 402 h 100"/>
                  <a:gd name="T6" fmla="*/ 224 w 75"/>
                  <a:gd name="T7" fmla="*/ 381 h 100"/>
                  <a:gd name="T8" fmla="*/ 266 w 75"/>
                  <a:gd name="T9" fmla="*/ 312 h 100"/>
                  <a:gd name="T10" fmla="*/ 286 w 75"/>
                  <a:gd name="T11" fmla="*/ 149 h 100"/>
                  <a:gd name="T12" fmla="*/ 268 w 75"/>
                  <a:gd name="T13" fmla="*/ 0 h 100"/>
                  <a:gd name="T14" fmla="*/ 224 w 75"/>
                  <a:gd name="T15" fmla="*/ 82 h 100"/>
                  <a:gd name="T16" fmla="*/ 226 w 75"/>
                  <a:gd name="T17" fmla="*/ 189 h 100"/>
                  <a:gd name="T18" fmla="*/ 179 w 75"/>
                  <a:gd name="T19" fmla="*/ 282 h 100"/>
                  <a:gd name="T20" fmla="*/ 110 w 75"/>
                  <a:gd name="T21" fmla="*/ 368 h 10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75" h="100">
                    <a:moveTo>
                      <a:pt x="0" y="100"/>
                    </a:moveTo>
                    <a:cubicBezTo>
                      <a:pt x="7" y="97"/>
                      <a:pt x="13" y="96"/>
                      <a:pt x="21" y="96"/>
                    </a:cubicBezTo>
                    <a:cubicBezTo>
                      <a:pt x="27" y="97"/>
                      <a:pt x="32" y="99"/>
                      <a:pt x="38" y="98"/>
                    </a:cubicBezTo>
                    <a:cubicBezTo>
                      <a:pt x="43" y="98"/>
                      <a:pt x="49" y="95"/>
                      <a:pt x="53" y="93"/>
                    </a:cubicBezTo>
                    <a:cubicBezTo>
                      <a:pt x="60" y="89"/>
                      <a:pt x="61" y="84"/>
                      <a:pt x="63" y="76"/>
                    </a:cubicBezTo>
                    <a:cubicBezTo>
                      <a:pt x="66" y="63"/>
                      <a:pt x="67" y="50"/>
                      <a:pt x="68" y="36"/>
                    </a:cubicBezTo>
                    <a:cubicBezTo>
                      <a:pt x="68" y="25"/>
                      <a:pt x="75" y="8"/>
                      <a:pt x="64" y="0"/>
                    </a:cubicBezTo>
                    <a:cubicBezTo>
                      <a:pt x="60" y="4"/>
                      <a:pt x="54" y="14"/>
                      <a:pt x="53" y="20"/>
                    </a:cubicBezTo>
                    <a:cubicBezTo>
                      <a:pt x="51" y="28"/>
                      <a:pt x="55" y="38"/>
                      <a:pt x="54" y="46"/>
                    </a:cubicBezTo>
                    <a:cubicBezTo>
                      <a:pt x="53" y="55"/>
                      <a:pt x="49" y="62"/>
                      <a:pt x="43" y="69"/>
                    </a:cubicBezTo>
                    <a:cubicBezTo>
                      <a:pt x="38" y="75"/>
                      <a:pt x="36" y="89"/>
                      <a:pt x="26" y="90"/>
                    </a:cubicBezTo>
                  </a:path>
                </a:pathLst>
              </a:custGeom>
              <a:solidFill>
                <a:srgbClr val="8249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621" name="Freeform 251">
                <a:extLst>
                  <a:ext uri="{FF2B5EF4-FFF2-40B4-BE49-F238E27FC236}">
                    <a16:creationId xmlns:a16="http://schemas.microsoft.com/office/drawing/2014/main" id="{6956667A-86E7-458E-8824-2CC5BC4573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2" y="2057"/>
                <a:ext cx="33" cy="11"/>
              </a:xfrm>
              <a:custGeom>
                <a:avLst/>
                <a:gdLst>
                  <a:gd name="T0" fmla="*/ 0 w 21"/>
                  <a:gd name="T1" fmla="*/ 27 h 7"/>
                  <a:gd name="T2" fmla="*/ 39 w 21"/>
                  <a:gd name="T3" fmla="*/ 0 h 7"/>
                  <a:gd name="T4" fmla="*/ 82 w 21"/>
                  <a:gd name="T5" fmla="*/ 27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7">
                    <a:moveTo>
                      <a:pt x="0" y="7"/>
                    </a:moveTo>
                    <a:cubicBezTo>
                      <a:pt x="5" y="1"/>
                      <a:pt x="6" y="0"/>
                      <a:pt x="10" y="0"/>
                    </a:cubicBezTo>
                    <a:cubicBezTo>
                      <a:pt x="15" y="0"/>
                      <a:pt x="16" y="1"/>
                      <a:pt x="21" y="7"/>
                    </a:cubicBezTo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622" name="Freeform 252">
                <a:extLst>
                  <a:ext uri="{FF2B5EF4-FFF2-40B4-BE49-F238E27FC236}">
                    <a16:creationId xmlns:a16="http://schemas.microsoft.com/office/drawing/2014/main" id="{90448FBB-59E6-4E9F-A7E2-7F90F781E4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8" y="2063"/>
                <a:ext cx="21" cy="10"/>
              </a:xfrm>
              <a:custGeom>
                <a:avLst/>
                <a:gdLst>
                  <a:gd name="T0" fmla="*/ 0 w 13"/>
                  <a:gd name="T1" fmla="*/ 0 h 6"/>
                  <a:gd name="T2" fmla="*/ 55 w 13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6">
                    <a:moveTo>
                      <a:pt x="0" y="0"/>
                    </a:moveTo>
                    <a:cubicBezTo>
                      <a:pt x="2" y="6"/>
                      <a:pt x="11" y="6"/>
                      <a:pt x="13" y="0"/>
                    </a:cubicBezTo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623" name="Freeform 253">
                <a:extLst>
                  <a:ext uri="{FF2B5EF4-FFF2-40B4-BE49-F238E27FC236}">
                    <a16:creationId xmlns:a16="http://schemas.microsoft.com/office/drawing/2014/main" id="{7CA67BDD-56F1-4F0E-8617-9DB173094A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8" y="1285"/>
                <a:ext cx="163" cy="18"/>
              </a:xfrm>
              <a:custGeom>
                <a:avLst/>
                <a:gdLst>
                  <a:gd name="T0" fmla="*/ 0 w 101"/>
                  <a:gd name="T1" fmla="*/ 0 h 11"/>
                  <a:gd name="T2" fmla="*/ 115 w 101"/>
                  <a:gd name="T3" fmla="*/ 21 h 11"/>
                  <a:gd name="T4" fmla="*/ 245 w 101"/>
                  <a:gd name="T5" fmla="*/ 26 h 11"/>
                  <a:gd name="T6" fmla="*/ 412 w 101"/>
                  <a:gd name="T7" fmla="*/ 34 h 11"/>
                  <a:gd name="T8" fmla="*/ 424 w 101"/>
                  <a:gd name="T9" fmla="*/ 47 h 11"/>
                  <a:gd name="T10" fmla="*/ 420 w 101"/>
                  <a:gd name="T11" fmla="*/ 26 h 11"/>
                  <a:gd name="T12" fmla="*/ 245 w 101"/>
                  <a:gd name="T13" fmla="*/ 18 h 11"/>
                  <a:gd name="T14" fmla="*/ 118 w 101"/>
                  <a:gd name="T15" fmla="*/ 18 h 11"/>
                  <a:gd name="T16" fmla="*/ 0 w 101"/>
                  <a:gd name="T17" fmla="*/ 0 h 1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1" h="11">
                    <a:moveTo>
                      <a:pt x="0" y="0"/>
                    </a:moveTo>
                    <a:cubicBezTo>
                      <a:pt x="5" y="1"/>
                      <a:pt x="22" y="3"/>
                      <a:pt x="27" y="5"/>
                    </a:cubicBezTo>
                    <a:cubicBezTo>
                      <a:pt x="32" y="8"/>
                      <a:pt x="45" y="7"/>
                      <a:pt x="58" y="6"/>
                    </a:cubicBezTo>
                    <a:cubicBezTo>
                      <a:pt x="75" y="4"/>
                      <a:pt x="93" y="3"/>
                      <a:pt x="98" y="8"/>
                    </a:cubicBezTo>
                    <a:cubicBezTo>
                      <a:pt x="99" y="9"/>
                      <a:pt x="101" y="10"/>
                      <a:pt x="101" y="11"/>
                    </a:cubicBezTo>
                    <a:cubicBezTo>
                      <a:pt x="101" y="9"/>
                      <a:pt x="101" y="8"/>
                      <a:pt x="100" y="6"/>
                    </a:cubicBezTo>
                    <a:cubicBezTo>
                      <a:pt x="94" y="1"/>
                      <a:pt x="76" y="2"/>
                      <a:pt x="58" y="4"/>
                    </a:cubicBezTo>
                    <a:cubicBezTo>
                      <a:pt x="45" y="5"/>
                      <a:pt x="33" y="6"/>
                      <a:pt x="28" y="4"/>
                    </a:cubicBezTo>
                    <a:cubicBezTo>
                      <a:pt x="22" y="1"/>
                      <a:pt x="6" y="1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624" name="Freeform 254">
                <a:extLst>
                  <a:ext uri="{FF2B5EF4-FFF2-40B4-BE49-F238E27FC236}">
                    <a16:creationId xmlns:a16="http://schemas.microsoft.com/office/drawing/2014/main" id="{46ADE3AE-BF42-470F-BF61-39349EBAF6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5" y="1323"/>
                <a:ext cx="30" cy="16"/>
              </a:xfrm>
              <a:custGeom>
                <a:avLst/>
                <a:gdLst>
                  <a:gd name="T0" fmla="*/ 0 w 19"/>
                  <a:gd name="T1" fmla="*/ 0 h 10"/>
                  <a:gd name="T2" fmla="*/ 35 w 19"/>
                  <a:gd name="T3" fmla="*/ 42 h 10"/>
                  <a:gd name="T4" fmla="*/ 74 w 19"/>
                  <a:gd name="T5" fmla="*/ 0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10">
                    <a:moveTo>
                      <a:pt x="0" y="0"/>
                    </a:moveTo>
                    <a:cubicBezTo>
                      <a:pt x="3" y="6"/>
                      <a:pt x="6" y="10"/>
                      <a:pt x="9" y="10"/>
                    </a:cubicBezTo>
                    <a:cubicBezTo>
                      <a:pt x="11" y="10"/>
                      <a:pt x="15" y="6"/>
                      <a:pt x="19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625" name="Freeform 255">
                <a:extLst>
                  <a:ext uri="{FF2B5EF4-FFF2-40B4-BE49-F238E27FC236}">
                    <a16:creationId xmlns:a16="http://schemas.microsoft.com/office/drawing/2014/main" id="{D24E96B9-1C05-4FD9-B4D0-EFCE8A6D20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9" y="3957"/>
                <a:ext cx="21" cy="64"/>
              </a:xfrm>
              <a:custGeom>
                <a:avLst/>
                <a:gdLst>
                  <a:gd name="T0" fmla="*/ 50 w 13"/>
                  <a:gd name="T1" fmla="*/ 0 h 40"/>
                  <a:gd name="T2" fmla="*/ 34 w 13"/>
                  <a:gd name="T3" fmla="*/ 54 h 40"/>
                  <a:gd name="T4" fmla="*/ 13 w 13"/>
                  <a:gd name="T5" fmla="*/ 163 h 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40">
                    <a:moveTo>
                      <a:pt x="12" y="0"/>
                    </a:moveTo>
                    <a:cubicBezTo>
                      <a:pt x="13" y="4"/>
                      <a:pt x="11" y="9"/>
                      <a:pt x="8" y="13"/>
                    </a:cubicBezTo>
                    <a:cubicBezTo>
                      <a:pt x="4" y="17"/>
                      <a:pt x="0" y="38"/>
                      <a:pt x="3" y="40"/>
                    </a:cubicBezTo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626" name="Freeform 256">
                <a:extLst>
                  <a:ext uri="{FF2B5EF4-FFF2-40B4-BE49-F238E27FC236}">
                    <a16:creationId xmlns:a16="http://schemas.microsoft.com/office/drawing/2014/main" id="{2935B093-7D87-4234-BED5-466B83F20F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6" y="3960"/>
                <a:ext cx="34" cy="61"/>
              </a:xfrm>
              <a:custGeom>
                <a:avLst/>
                <a:gdLst>
                  <a:gd name="T0" fmla="*/ 89 w 21"/>
                  <a:gd name="T1" fmla="*/ 0 h 38"/>
                  <a:gd name="T2" fmla="*/ 34 w 21"/>
                  <a:gd name="T3" fmla="*/ 56 h 38"/>
                  <a:gd name="T4" fmla="*/ 8 w 21"/>
                  <a:gd name="T5" fmla="*/ 157 h 3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38">
                    <a:moveTo>
                      <a:pt x="21" y="0"/>
                    </a:moveTo>
                    <a:cubicBezTo>
                      <a:pt x="18" y="7"/>
                      <a:pt x="10" y="12"/>
                      <a:pt x="8" y="14"/>
                    </a:cubicBezTo>
                    <a:cubicBezTo>
                      <a:pt x="0" y="22"/>
                      <a:pt x="6" y="23"/>
                      <a:pt x="2" y="38"/>
                    </a:cubicBezTo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627" name="Freeform 257">
                <a:extLst>
                  <a:ext uri="{FF2B5EF4-FFF2-40B4-BE49-F238E27FC236}">
                    <a16:creationId xmlns:a16="http://schemas.microsoft.com/office/drawing/2014/main" id="{78A96575-3C9D-4D09-8F09-ACDF03CB57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0" y="3957"/>
                <a:ext cx="41" cy="61"/>
              </a:xfrm>
              <a:custGeom>
                <a:avLst/>
                <a:gdLst>
                  <a:gd name="T0" fmla="*/ 110 w 25"/>
                  <a:gd name="T1" fmla="*/ 0 h 38"/>
                  <a:gd name="T2" fmla="*/ 43 w 25"/>
                  <a:gd name="T3" fmla="*/ 67 h 38"/>
                  <a:gd name="T4" fmla="*/ 0 w 25"/>
                  <a:gd name="T5" fmla="*/ 157 h 3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38">
                    <a:moveTo>
                      <a:pt x="25" y="0"/>
                    </a:moveTo>
                    <a:cubicBezTo>
                      <a:pt x="20" y="5"/>
                      <a:pt x="15" y="11"/>
                      <a:pt x="10" y="16"/>
                    </a:cubicBezTo>
                    <a:cubicBezTo>
                      <a:pt x="5" y="20"/>
                      <a:pt x="7" y="27"/>
                      <a:pt x="0" y="38"/>
                    </a:cubicBezTo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628" name="Freeform 258">
                <a:extLst>
                  <a:ext uri="{FF2B5EF4-FFF2-40B4-BE49-F238E27FC236}">
                    <a16:creationId xmlns:a16="http://schemas.microsoft.com/office/drawing/2014/main" id="{9B8B159B-03B0-4777-B00A-0D77242C7F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3" y="3949"/>
                <a:ext cx="29" cy="45"/>
              </a:xfrm>
              <a:custGeom>
                <a:avLst/>
                <a:gdLst>
                  <a:gd name="T0" fmla="*/ 76 w 18"/>
                  <a:gd name="T1" fmla="*/ 0 h 28"/>
                  <a:gd name="T2" fmla="*/ 34 w 18"/>
                  <a:gd name="T3" fmla="*/ 47 h 28"/>
                  <a:gd name="T4" fmla="*/ 0 w 18"/>
                  <a:gd name="T5" fmla="*/ 116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28">
                    <a:moveTo>
                      <a:pt x="18" y="0"/>
                    </a:moveTo>
                    <a:cubicBezTo>
                      <a:pt x="16" y="4"/>
                      <a:pt x="11" y="8"/>
                      <a:pt x="8" y="11"/>
                    </a:cubicBezTo>
                    <a:cubicBezTo>
                      <a:pt x="4" y="15"/>
                      <a:pt x="6" y="20"/>
                      <a:pt x="0" y="28"/>
                    </a:cubicBezTo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629" name="Freeform 259">
                <a:extLst>
                  <a:ext uri="{FF2B5EF4-FFF2-40B4-BE49-F238E27FC236}">
                    <a16:creationId xmlns:a16="http://schemas.microsoft.com/office/drawing/2014/main" id="{E59F249C-83C9-4BD7-AE21-9521A799C6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0" y="3989"/>
                <a:ext cx="44" cy="25"/>
              </a:xfrm>
              <a:custGeom>
                <a:avLst/>
                <a:gdLst>
                  <a:gd name="T0" fmla="*/ 0 w 27"/>
                  <a:gd name="T1" fmla="*/ 39 h 16"/>
                  <a:gd name="T2" fmla="*/ 88 w 27"/>
                  <a:gd name="T3" fmla="*/ 61 h 16"/>
                  <a:gd name="T4" fmla="*/ 55 w 27"/>
                  <a:gd name="T5" fmla="*/ 5 h 16"/>
                  <a:gd name="T6" fmla="*/ 0 w 27"/>
                  <a:gd name="T7" fmla="*/ 39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7" h="16">
                    <a:moveTo>
                      <a:pt x="0" y="10"/>
                    </a:moveTo>
                    <a:cubicBezTo>
                      <a:pt x="8" y="8"/>
                      <a:pt x="18" y="14"/>
                      <a:pt x="20" y="16"/>
                    </a:cubicBezTo>
                    <a:cubicBezTo>
                      <a:pt x="27" y="7"/>
                      <a:pt x="18" y="0"/>
                      <a:pt x="13" y="1"/>
                    </a:cubicBezTo>
                    <a:cubicBezTo>
                      <a:pt x="2" y="1"/>
                      <a:pt x="0" y="7"/>
                      <a:pt x="0" y="10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630" name="Freeform 260">
                <a:extLst>
                  <a:ext uri="{FF2B5EF4-FFF2-40B4-BE49-F238E27FC236}">
                    <a16:creationId xmlns:a16="http://schemas.microsoft.com/office/drawing/2014/main" id="{CEB27111-E714-4B1B-A8E8-F156DEA532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7" y="3998"/>
                <a:ext cx="21" cy="18"/>
              </a:xfrm>
              <a:custGeom>
                <a:avLst/>
                <a:gdLst>
                  <a:gd name="T0" fmla="*/ 0 w 13"/>
                  <a:gd name="T1" fmla="*/ 47 h 11"/>
                  <a:gd name="T2" fmla="*/ 55 w 13"/>
                  <a:gd name="T3" fmla="*/ 43 h 11"/>
                  <a:gd name="T4" fmla="*/ 0 w 13"/>
                  <a:gd name="T5" fmla="*/ 47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1">
                    <a:moveTo>
                      <a:pt x="0" y="11"/>
                    </a:moveTo>
                    <a:cubicBezTo>
                      <a:pt x="2" y="11"/>
                      <a:pt x="11" y="9"/>
                      <a:pt x="13" y="10"/>
                    </a:cubicBezTo>
                    <a:cubicBezTo>
                      <a:pt x="12" y="2"/>
                      <a:pt x="1" y="0"/>
                      <a:pt x="0" y="11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631" name="Freeform 261">
                <a:extLst>
                  <a:ext uri="{FF2B5EF4-FFF2-40B4-BE49-F238E27FC236}">
                    <a16:creationId xmlns:a16="http://schemas.microsoft.com/office/drawing/2014/main" id="{E237B6B3-70F9-4974-ACD3-0985678735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0" y="4003"/>
                <a:ext cx="18" cy="15"/>
              </a:xfrm>
              <a:custGeom>
                <a:avLst/>
                <a:gdLst>
                  <a:gd name="T0" fmla="*/ 0 w 11"/>
                  <a:gd name="T1" fmla="*/ 33 h 9"/>
                  <a:gd name="T2" fmla="*/ 47 w 11"/>
                  <a:gd name="T3" fmla="*/ 33 h 9"/>
                  <a:gd name="T4" fmla="*/ 0 w 11"/>
                  <a:gd name="T5" fmla="*/ 33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9">
                    <a:moveTo>
                      <a:pt x="0" y="7"/>
                    </a:moveTo>
                    <a:cubicBezTo>
                      <a:pt x="2" y="9"/>
                      <a:pt x="8" y="9"/>
                      <a:pt x="11" y="7"/>
                    </a:cubicBezTo>
                    <a:cubicBezTo>
                      <a:pt x="9" y="0"/>
                      <a:pt x="0" y="3"/>
                      <a:pt x="0" y="7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632" name="Freeform 262">
                <a:extLst>
                  <a:ext uri="{FF2B5EF4-FFF2-40B4-BE49-F238E27FC236}">
                    <a16:creationId xmlns:a16="http://schemas.microsoft.com/office/drawing/2014/main" id="{BE90E230-DF58-4907-8689-9F4521AE18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6" y="3989"/>
                <a:ext cx="14" cy="13"/>
              </a:xfrm>
              <a:custGeom>
                <a:avLst/>
                <a:gdLst>
                  <a:gd name="T0" fmla="*/ 0 w 9"/>
                  <a:gd name="T1" fmla="*/ 21 h 8"/>
                  <a:gd name="T2" fmla="*/ 30 w 9"/>
                  <a:gd name="T3" fmla="*/ 29 h 8"/>
                  <a:gd name="T4" fmla="*/ 0 w 9"/>
                  <a:gd name="T5" fmla="*/ 21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8">
                    <a:moveTo>
                      <a:pt x="0" y="5"/>
                    </a:moveTo>
                    <a:cubicBezTo>
                      <a:pt x="2" y="7"/>
                      <a:pt x="5" y="8"/>
                      <a:pt x="8" y="7"/>
                    </a:cubicBezTo>
                    <a:cubicBezTo>
                      <a:pt x="9" y="0"/>
                      <a:pt x="2" y="1"/>
                      <a:pt x="0" y="5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633" name="Freeform 263">
                <a:extLst>
                  <a:ext uri="{FF2B5EF4-FFF2-40B4-BE49-F238E27FC236}">
                    <a16:creationId xmlns:a16="http://schemas.microsoft.com/office/drawing/2014/main" id="{12092265-B2CA-450B-B101-0D5CBC410D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6" y="1668"/>
                <a:ext cx="70" cy="69"/>
              </a:xfrm>
              <a:custGeom>
                <a:avLst/>
                <a:gdLst>
                  <a:gd name="T0" fmla="*/ 5 w 43"/>
                  <a:gd name="T1" fmla="*/ 95 h 43"/>
                  <a:gd name="T2" fmla="*/ 88 w 43"/>
                  <a:gd name="T3" fmla="*/ 5 h 43"/>
                  <a:gd name="T4" fmla="*/ 181 w 43"/>
                  <a:gd name="T5" fmla="*/ 82 h 43"/>
                  <a:gd name="T6" fmla="*/ 98 w 43"/>
                  <a:gd name="T7" fmla="*/ 173 h 43"/>
                  <a:gd name="T8" fmla="*/ 5 w 43"/>
                  <a:gd name="T9" fmla="*/ 95 h 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3" h="43">
                    <a:moveTo>
                      <a:pt x="1" y="23"/>
                    </a:moveTo>
                    <a:cubicBezTo>
                      <a:pt x="0" y="12"/>
                      <a:pt x="9" y="2"/>
                      <a:pt x="20" y="1"/>
                    </a:cubicBezTo>
                    <a:cubicBezTo>
                      <a:pt x="32" y="0"/>
                      <a:pt x="42" y="9"/>
                      <a:pt x="42" y="20"/>
                    </a:cubicBezTo>
                    <a:cubicBezTo>
                      <a:pt x="43" y="32"/>
                      <a:pt x="35" y="42"/>
                      <a:pt x="23" y="42"/>
                    </a:cubicBezTo>
                    <a:cubicBezTo>
                      <a:pt x="12" y="43"/>
                      <a:pt x="2" y="35"/>
                      <a:pt x="1" y="23"/>
                    </a:cubicBezTo>
                  </a:path>
                </a:pathLst>
              </a:custGeom>
              <a:solidFill>
                <a:srgbClr val="773A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634" name="Freeform 264">
                <a:extLst>
                  <a:ext uri="{FF2B5EF4-FFF2-40B4-BE49-F238E27FC236}">
                    <a16:creationId xmlns:a16="http://schemas.microsoft.com/office/drawing/2014/main" id="{B62EDF8F-2641-409A-9344-8A7DA55AB8C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707" y="1689"/>
                <a:ext cx="29" cy="29"/>
              </a:xfrm>
              <a:custGeom>
                <a:avLst/>
                <a:gdLst>
                  <a:gd name="T0" fmla="*/ 71 w 18"/>
                  <a:gd name="T1" fmla="*/ 29 h 18"/>
                  <a:gd name="T2" fmla="*/ 63 w 18"/>
                  <a:gd name="T3" fmla="*/ 47 h 18"/>
                  <a:gd name="T4" fmla="*/ 55 w 18"/>
                  <a:gd name="T5" fmla="*/ 55 h 18"/>
                  <a:gd name="T6" fmla="*/ 39 w 18"/>
                  <a:gd name="T7" fmla="*/ 63 h 18"/>
                  <a:gd name="T8" fmla="*/ 21 w 18"/>
                  <a:gd name="T9" fmla="*/ 55 h 18"/>
                  <a:gd name="T10" fmla="*/ 13 w 18"/>
                  <a:gd name="T11" fmla="*/ 39 h 18"/>
                  <a:gd name="T12" fmla="*/ 13 w 18"/>
                  <a:gd name="T13" fmla="*/ 39 h 18"/>
                  <a:gd name="T14" fmla="*/ 13 w 18"/>
                  <a:gd name="T15" fmla="*/ 39 h 18"/>
                  <a:gd name="T16" fmla="*/ 13 w 18"/>
                  <a:gd name="T17" fmla="*/ 26 h 18"/>
                  <a:gd name="T18" fmla="*/ 8 w 18"/>
                  <a:gd name="T19" fmla="*/ 26 h 18"/>
                  <a:gd name="T20" fmla="*/ 5 w 18"/>
                  <a:gd name="T21" fmla="*/ 16 h 18"/>
                  <a:gd name="T22" fmla="*/ 0 w 18"/>
                  <a:gd name="T23" fmla="*/ 39 h 18"/>
                  <a:gd name="T24" fmla="*/ 13 w 18"/>
                  <a:gd name="T25" fmla="*/ 68 h 18"/>
                  <a:gd name="T26" fmla="*/ 39 w 18"/>
                  <a:gd name="T27" fmla="*/ 76 h 18"/>
                  <a:gd name="T28" fmla="*/ 68 w 18"/>
                  <a:gd name="T29" fmla="*/ 63 h 18"/>
                  <a:gd name="T30" fmla="*/ 76 w 18"/>
                  <a:gd name="T31" fmla="*/ 34 h 18"/>
                  <a:gd name="T32" fmla="*/ 71 w 18"/>
                  <a:gd name="T33" fmla="*/ 29 h 18"/>
                  <a:gd name="T34" fmla="*/ 34 w 18"/>
                  <a:gd name="T35" fmla="*/ 13 h 18"/>
                  <a:gd name="T36" fmla="*/ 34 w 18"/>
                  <a:gd name="T37" fmla="*/ 13 h 18"/>
                  <a:gd name="T38" fmla="*/ 39 w 18"/>
                  <a:gd name="T39" fmla="*/ 13 h 18"/>
                  <a:gd name="T40" fmla="*/ 39 w 18"/>
                  <a:gd name="T41" fmla="*/ 5 h 18"/>
                  <a:gd name="T42" fmla="*/ 39 w 18"/>
                  <a:gd name="T43" fmla="*/ 0 h 18"/>
                  <a:gd name="T44" fmla="*/ 34 w 18"/>
                  <a:gd name="T45" fmla="*/ 0 h 18"/>
                  <a:gd name="T46" fmla="*/ 29 w 18"/>
                  <a:gd name="T47" fmla="*/ 0 h 18"/>
                  <a:gd name="T48" fmla="*/ 29 w 18"/>
                  <a:gd name="T49" fmla="*/ 8 h 18"/>
                  <a:gd name="T50" fmla="*/ 34 w 18"/>
                  <a:gd name="T51" fmla="*/ 13 h 18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18" h="18">
                    <a:moveTo>
                      <a:pt x="17" y="7"/>
                    </a:moveTo>
                    <a:cubicBezTo>
                      <a:pt x="16" y="8"/>
                      <a:pt x="16" y="9"/>
                      <a:pt x="15" y="11"/>
                    </a:cubicBezTo>
                    <a:cubicBezTo>
                      <a:pt x="15" y="12"/>
                      <a:pt x="14" y="13"/>
                      <a:pt x="13" y="13"/>
                    </a:cubicBezTo>
                    <a:cubicBezTo>
                      <a:pt x="9" y="15"/>
                      <a:pt x="9" y="15"/>
                      <a:pt x="9" y="15"/>
                    </a:cubicBezTo>
                    <a:cubicBezTo>
                      <a:pt x="9" y="15"/>
                      <a:pt x="5" y="13"/>
                      <a:pt x="5" y="13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8"/>
                      <a:pt x="3" y="7"/>
                      <a:pt x="3" y="6"/>
                    </a:cubicBezTo>
                    <a:cubicBezTo>
                      <a:pt x="3" y="6"/>
                      <a:pt x="3" y="6"/>
                      <a:pt x="2" y="6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3" y="16"/>
                      <a:pt x="3" y="16"/>
                      <a:pt x="3" y="16"/>
                    </a:cubicBezTo>
                    <a:cubicBezTo>
                      <a:pt x="9" y="18"/>
                      <a:pt x="9" y="18"/>
                      <a:pt x="9" y="18"/>
                    </a:cubicBezTo>
                    <a:cubicBezTo>
                      <a:pt x="16" y="15"/>
                      <a:pt x="16" y="15"/>
                      <a:pt x="16" y="15"/>
                    </a:cubicBezTo>
                    <a:cubicBezTo>
                      <a:pt x="18" y="8"/>
                      <a:pt x="18" y="8"/>
                      <a:pt x="18" y="8"/>
                    </a:cubicBezTo>
                    <a:lnTo>
                      <a:pt x="17" y="7"/>
                    </a:lnTo>
                    <a:close/>
                    <a:moveTo>
                      <a:pt x="8" y="3"/>
                    </a:moveTo>
                    <a:cubicBezTo>
                      <a:pt x="8" y="3"/>
                      <a:pt x="8" y="3"/>
                      <a:pt x="8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2"/>
                      <a:pt x="9" y="2"/>
                      <a:pt x="9" y="1"/>
                    </a:cubicBezTo>
                    <a:cubicBezTo>
                      <a:pt x="9" y="1"/>
                      <a:pt x="9" y="0"/>
                      <a:pt x="9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7" y="1"/>
                      <a:pt x="7" y="2"/>
                      <a:pt x="7" y="2"/>
                    </a:cubicBezTo>
                    <a:cubicBezTo>
                      <a:pt x="8" y="2"/>
                      <a:pt x="8" y="3"/>
                      <a:pt x="8" y="3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635" name="Freeform 265">
                <a:extLst>
                  <a:ext uri="{FF2B5EF4-FFF2-40B4-BE49-F238E27FC236}">
                    <a16:creationId xmlns:a16="http://schemas.microsoft.com/office/drawing/2014/main" id="{B244CB4E-B5FF-46CA-B1AD-49B30D73567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686" y="1668"/>
                <a:ext cx="71" cy="73"/>
              </a:xfrm>
              <a:custGeom>
                <a:avLst/>
                <a:gdLst>
                  <a:gd name="T0" fmla="*/ 0 w 44"/>
                  <a:gd name="T1" fmla="*/ 109 h 45"/>
                  <a:gd name="T2" fmla="*/ 5 w 44"/>
                  <a:gd name="T3" fmla="*/ 128 h 45"/>
                  <a:gd name="T4" fmla="*/ 16 w 44"/>
                  <a:gd name="T5" fmla="*/ 123 h 45"/>
                  <a:gd name="T6" fmla="*/ 13 w 44"/>
                  <a:gd name="T7" fmla="*/ 102 h 45"/>
                  <a:gd name="T8" fmla="*/ 0 w 44"/>
                  <a:gd name="T9" fmla="*/ 109 h 45"/>
                  <a:gd name="T10" fmla="*/ 89 w 44"/>
                  <a:gd name="T11" fmla="*/ 13 h 45"/>
                  <a:gd name="T12" fmla="*/ 84 w 44"/>
                  <a:gd name="T13" fmla="*/ 5 h 45"/>
                  <a:gd name="T14" fmla="*/ 84 w 44"/>
                  <a:gd name="T15" fmla="*/ 5 h 45"/>
                  <a:gd name="T16" fmla="*/ 81 w 44"/>
                  <a:gd name="T17" fmla="*/ 13 h 45"/>
                  <a:gd name="T18" fmla="*/ 84 w 44"/>
                  <a:gd name="T19" fmla="*/ 13 h 45"/>
                  <a:gd name="T20" fmla="*/ 89 w 44"/>
                  <a:gd name="T21" fmla="*/ 13 h 45"/>
                  <a:gd name="T22" fmla="*/ 173 w 44"/>
                  <a:gd name="T23" fmla="*/ 89 h 45"/>
                  <a:gd name="T24" fmla="*/ 186 w 44"/>
                  <a:gd name="T25" fmla="*/ 81 h 45"/>
                  <a:gd name="T26" fmla="*/ 173 w 44"/>
                  <a:gd name="T27" fmla="*/ 42 h 45"/>
                  <a:gd name="T28" fmla="*/ 169 w 44"/>
                  <a:gd name="T29" fmla="*/ 42 h 45"/>
                  <a:gd name="T30" fmla="*/ 158 w 44"/>
                  <a:gd name="T31" fmla="*/ 47 h 45"/>
                  <a:gd name="T32" fmla="*/ 173 w 44"/>
                  <a:gd name="T33" fmla="*/ 84 h 45"/>
                  <a:gd name="T34" fmla="*/ 173 w 44"/>
                  <a:gd name="T35" fmla="*/ 89 h 45"/>
                  <a:gd name="T36" fmla="*/ 152 w 44"/>
                  <a:gd name="T37" fmla="*/ 144 h 45"/>
                  <a:gd name="T38" fmla="*/ 97 w 44"/>
                  <a:gd name="T39" fmla="*/ 177 h 45"/>
                  <a:gd name="T40" fmla="*/ 29 w 44"/>
                  <a:gd name="T41" fmla="*/ 144 h 45"/>
                  <a:gd name="T42" fmla="*/ 16 w 44"/>
                  <a:gd name="T43" fmla="*/ 149 h 45"/>
                  <a:gd name="T44" fmla="*/ 97 w 44"/>
                  <a:gd name="T45" fmla="*/ 187 h 45"/>
                  <a:gd name="T46" fmla="*/ 165 w 44"/>
                  <a:gd name="T47" fmla="*/ 152 h 45"/>
                  <a:gd name="T48" fmla="*/ 179 w 44"/>
                  <a:gd name="T49" fmla="*/ 115 h 45"/>
                  <a:gd name="T50" fmla="*/ 169 w 44"/>
                  <a:gd name="T51" fmla="*/ 123 h 45"/>
                  <a:gd name="T52" fmla="*/ 152 w 44"/>
                  <a:gd name="T53" fmla="*/ 144 h 45"/>
                  <a:gd name="T54" fmla="*/ 29 w 44"/>
                  <a:gd name="T55" fmla="*/ 39 h 45"/>
                  <a:gd name="T56" fmla="*/ 21 w 44"/>
                  <a:gd name="T57" fmla="*/ 29 h 45"/>
                  <a:gd name="T58" fmla="*/ 8 w 44"/>
                  <a:gd name="T59" fmla="*/ 50 h 45"/>
                  <a:gd name="T60" fmla="*/ 16 w 44"/>
                  <a:gd name="T61" fmla="*/ 60 h 45"/>
                  <a:gd name="T62" fmla="*/ 29 w 44"/>
                  <a:gd name="T63" fmla="*/ 39 h 45"/>
                  <a:gd name="T64" fmla="*/ 0 w 44"/>
                  <a:gd name="T65" fmla="*/ 76 h 45"/>
                  <a:gd name="T66" fmla="*/ 0 w 44"/>
                  <a:gd name="T67" fmla="*/ 76 h 45"/>
                  <a:gd name="T68" fmla="*/ 0 w 44"/>
                  <a:gd name="T69" fmla="*/ 76 h 45"/>
                  <a:gd name="T70" fmla="*/ 0 w 44"/>
                  <a:gd name="T71" fmla="*/ 76 h 45"/>
                  <a:gd name="T72" fmla="*/ 139 w 44"/>
                  <a:gd name="T73" fmla="*/ 26 h 45"/>
                  <a:gd name="T74" fmla="*/ 152 w 44"/>
                  <a:gd name="T75" fmla="*/ 21 h 45"/>
                  <a:gd name="T76" fmla="*/ 115 w 44"/>
                  <a:gd name="T77" fmla="*/ 0 h 45"/>
                  <a:gd name="T78" fmla="*/ 118 w 44"/>
                  <a:gd name="T79" fmla="*/ 13 h 45"/>
                  <a:gd name="T80" fmla="*/ 139 w 44"/>
                  <a:gd name="T81" fmla="*/ 26 h 45"/>
                  <a:gd name="T82" fmla="*/ 55 w 44"/>
                  <a:gd name="T83" fmla="*/ 21 h 45"/>
                  <a:gd name="T84" fmla="*/ 55 w 44"/>
                  <a:gd name="T85" fmla="*/ 5 h 45"/>
                  <a:gd name="T86" fmla="*/ 42 w 44"/>
                  <a:gd name="T87" fmla="*/ 13 h 45"/>
                  <a:gd name="T88" fmla="*/ 50 w 44"/>
                  <a:gd name="T89" fmla="*/ 21 h 45"/>
                  <a:gd name="T90" fmla="*/ 55 w 44"/>
                  <a:gd name="T91" fmla="*/ 21 h 45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44" h="45">
                    <a:moveTo>
                      <a:pt x="0" y="25"/>
                    </a:moveTo>
                    <a:cubicBezTo>
                      <a:pt x="0" y="27"/>
                      <a:pt x="0" y="28"/>
                      <a:pt x="1" y="30"/>
                    </a:cubicBezTo>
                    <a:cubicBezTo>
                      <a:pt x="2" y="29"/>
                      <a:pt x="3" y="29"/>
                      <a:pt x="4" y="29"/>
                    </a:cubicBezTo>
                    <a:cubicBezTo>
                      <a:pt x="3" y="27"/>
                      <a:pt x="3" y="26"/>
                      <a:pt x="3" y="24"/>
                    </a:cubicBezTo>
                    <a:cubicBezTo>
                      <a:pt x="2" y="24"/>
                      <a:pt x="1" y="25"/>
                      <a:pt x="0" y="25"/>
                    </a:cubicBezTo>
                    <a:moveTo>
                      <a:pt x="21" y="3"/>
                    </a:moveTo>
                    <a:cubicBezTo>
                      <a:pt x="20" y="2"/>
                      <a:pt x="20" y="1"/>
                      <a:pt x="20" y="1"/>
                    </a:cubicBezTo>
                    <a:cubicBezTo>
                      <a:pt x="20" y="1"/>
                      <a:pt x="20" y="1"/>
                      <a:pt x="20" y="1"/>
                    </a:cubicBezTo>
                    <a:cubicBezTo>
                      <a:pt x="19" y="2"/>
                      <a:pt x="19" y="2"/>
                      <a:pt x="19" y="3"/>
                    </a:cubicBezTo>
                    <a:cubicBezTo>
                      <a:pt x="20" y="3"/>
                      <a:pt x="20" y="3"/>
                      <a:pt x="20" y="3"/>
                    </a:cubicBezTo>
                    <a:cubicBezTo>
                      <a:pt x="20" y="3"/>
                      <a:pt x="20" y="3"/>
                      <a:pt x="21" y="3"/>
                    </a:cubicBezTo>
                    <a:moveTo>
                      <a:pt x="41" y="21"/>
                    </a:moveTo>
                    <a:cubicBezTo>
                      <a:pt x="42" y="21"/>
                      <a:pt x="43" y="20"/>
                      <a:pt x="44" y="19"/>
                    </a:cubicBezTo>
                    <a:cubicBezTo>
                      <a:pt x="43" y="16"/>
                      <a:pt x="42" y="13"/>
                      <a:pt x="41" y="10"/>
                    </a:cubicBezTo>
                    <a:cubicBezTo>
                      <a:pt x="40" y="10"/>
                      <a:pt x="40" y="10"/>
                      <a:pt x="40" y="10"/>
                    </a:cubicBezTo>
                    <a:cubicBezTo>
                      <a:pt x="39" y="10"/>
                      <a:pt x="38" y="11"/>
                      <a:pt x="38" y="11"/>
                    </a:cubicBezTo>
                    <a:cubicBezTo>
                      <a:pt x="39" y="14"/>
                      <a:pt x="41" y="17"/>
                      <a:pt x="41" y="20"/>
                    </a:cubicBezTo>
                    <a:cubicBezTo>
                      <a:pt x="41" y="21"/>
                      <a:pt x="41" y="21"/>
                      <a:pt x="41" y="21"/>
                    </a:cubicBezTo>
                    <a:moveTo>
                      <a:pt x="36" y="34"/>
                    </a:moveTo>
                    <a:cubicBezTo>
                      <a:pt x="33" y="38"/>
                      <a:pt x="28" y="41"/>
                      <a:pt x="23" y="41"/>
                    </a:cubicBezTo>
                    <a:cubicBezTo>
                      <a:pt x="17" y="41"/>
                      <a:pt x="11" y="39"/>
                      <a:pt x="7" y="34"/>
                    </a:cubicBezTo>
                    <a:cubicBezTo>
                      <a:pt x="6" y="35"/>
                      <a:pt x="5" y="35"/>
                      <a:pt x="4" y="35"/>
                    </a:cubicBezTo>
                    <a:cubicBezTo>
                      <a:pt x="8" y="41"/>
                      <a:pt x="16" y="45"/>
                      <a:pt x="23" y="44"/>
                    </a:cubicBezTo>
                    <a:cubicBezTo>
                      <a:pt x="29" y="44"/>
                      <a:pt x="35" y="41"/>
                      <a:pt x="39" y="36"/>
                    </a:cubicBezTo>
                    <a:cubicBezTo>
                      <a:pt x="41" y="34"/>
                      <a:pt x="42" y="31"/>
                      <a:pt x="43" y="27"/>
                    </a:cubicBezTo>
                    <a:cubicBezTo>
                      <a:pt x="42" y="28"/>
                      <a:pt x="41" y="28"/>
                      <a:pt x="40" y="29"/>
                    </a:cubicBezTo>
                    <a:cubicBezTo>
                      <a:pt x="39" y="31"/>
                      <a:pt x="38" y="33"/>
                      <a:pt x="36" y="34"/>
                    </a:cubicBezTo>
                    <a:moveTo>
                      <a:pt x="7" y="9"/>
                    </a:moveTo>
                    <a:cubicBezTo>
                      <a:pt x="7" y="8"/>
                      <a:pt x="6" y="7"/>
                      <a:pt x="5" y="7"/>
                    </a:cubicBezTo>
                    <a:cubicBezTo>
                      <a:pt x="4" y="8"/>
                      <a:pt x="3" y="10"/>
                      <a:pt x="2" y="12"/>
                    </a:cubicBezTo>
                    <a:cubicBezTo>
                      <a:pt x="3" y="12"/>
                      <a:pt x="3" y="13"/>
                      <a:pt x="4" y="14"/>
                    </a:cubicBezTo>
                    <a:cubicBezTo>
                      <a:pt x="5" y="12"/>
                      <a:pt x="6" y="10"/>
                      <a:pt x="7" y="9"/>
                    </a:cubicBezTo>
                    <a:moveTo>
                      <a:pt x="0" y="18"/>
                    </a:moveTo>
                    <a:cubicBezTo>
                      <a:pt x="0" y="18"/>
                      <a:pt x="0" y="18"/>
                      <a:pt x="0" y="18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0" y="18"/>
                      <a:pt x="0" y="18"/>
                      <a:pt x="0" y="18"/>
                    </a:cubicBezTo>
                    <a:moveTo>
                      <a:pt x="33" y="6"/>
                    </a:moveTo>
                    <a:cubicBezTo>
                      <a:pt x="34" y="6"/>
                      <a:pt x="35" y="5"/>
                      <a:pt x="36" y="5"/>
                    </a:cubicBezTo>
                    <a:cubicBezTo>
                      <a:pt x="34" y="2"/>
                      <a:pt x="30" y="1"/>
                      <a:pt x="27" y="0"/>
                    </a:cubicBezTo>
                    <a:cubicBezTo>
                      <a:pt x="27" y="1"/>
                      <a:pt x="27" y="2"/>
                      <a:pt x="28" y="3"/>
                    </a:cubicBezTo>
                    <a:cubicBezTo>
                      <a:pt x="30" y="4"/>
                      <a:pt x="32" y="5"/>
                      <a:pt x="33" y="6"/>
                    </a:cubicBezTo>
                    <a:moveTo>
                      <a:pt x="13" y="5"/>
                    </a:moveTo>
                    <a:cubicBezTo>
                      <a:pt x="13" y="4"/>
                      <a:pt x="13" y="2"/>
                      <a:pt x="13" y="1"/>
                    </a:cubicBezTo>
                    <a:cubicBezTo>
                      <a:pt x="12" y="2"/>
                      <a:pt x="11" y="2"/>
                      <a:pt x="10" y="3"/>
                    </a:cubicBezTo>
                    <a:cubicBezTo>
                      <a:pt x="11" y="4"/>
                      <a:pt x="11" y="4"/>
                      <a:pt x="12" y="5"/>
                    </a:cubicBezTo>
                    <a:cubicBezTo>
                      <a:pt x="12" y="5"/>
                      <a:pt x="12" y="5"/>
                      <a:pt x="13" y="5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636" name="Freeform 266">
                <a:extLst>
                  <a:ext uri="{FF2B5EF4-FFF2-40B4-BE49-F238E27FC236}">
                    <a16:creationId xmlns:a16="http://schemas.microsoft.com/office/drawing/2014/main" id="{319B3571-D726-4299-9611-7F5184A225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" y="2554"/>
                <a:ext cx="66" cy="45"/>
              </a:xfrm>
              <a:custGeom>
                <a:avLst/>
                <a:gdLst>
                  <a:gd name="T0" fmla="*/ 0 w 41"/>
                  <a:gd name="T1" fmla="*/ 0 h 28"/>
                  <a:gd name="T2" fmla="*/ 63 w 41"/>
                  <a:gd name="T3" fmla="*/ 63 h 28"/>
                  <a:gd name="T4" fmla="*/ 137 w 41"/>
                  <a:gd name="T5" fmla="*/ 101 h 28"/>
                  <a:gd name="T6" fmla="*/ 171 w 41"/>
                  <a:gd name="T7" fmla="*/ 116 h 2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1" h="28">
                    <a:moveTo>
                      <a:pt x="0" y="0"/>
                    </a:moveTo>
                    <a:cubicBezTo>
                      <a:pt x="4" y="2"/>
                      <a:pt x="10" y="12"/>
                      <a:pt x="15" y="15"/>
                    </a:cubicBezTo>
                    <a:cubicBezTo>
                      <a:pt x="21" y="19"/>
                      <a:pt x="28" y="21"/>
                      <a:pt x="33" y="24"/>
                    </a:cubicBezTo>
                    <a:cubicBezTo>
                      <a:pt x="36" y="25"/>
                      <a:pt x="39" y="26"/>
                      <a:pt x="41" y="28"/>
                    </a:cubicBezTo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637" name="Freeform 267">
                <a:extLst>
                  <a:ext uri="{FF2B5EF4-FFF2-40B4-BE49-F238E27FC236}">
                    <a16:creationId xmlns:a16="http://schemas.microsoft.com/office/drawing/2014/main" id="{E3554EA8-560F-4B0B-8945-2D8DA73044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" y="2565"/>
                <a:ext cx="52" cy="47"/>
              </a:xfrm>
              <a:custGeom>
                <a:avLst/>
                <a:gdLst>
                  <a:gd name="T0" fmla="*/ 138 w 32"/>
                  <a:gd name="T1" fmla="*/ 123 h 29"/>
                  <a:gd name="T2" fmla="*/ 54 w 32"/>
                  <a:gd name="T3" fmla="*/ 73 h 29"/>
                  <a:gd name="T4" fmla="*/ 0 w 32"/>
                  <a:gd name="T5" fmla="*/ 0 h 2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2" h="29">
                    <a:moveTo>
                      <a:pt x="32" y="29"/>
                    </a:moveTo>
                    <a:cubicBezTo>
                      <a:pt x="23" y="20"/>
                      <a:pt x="18" y="20"/>
                      <a:pt x="12" y="17"/>
                    </a:cubicBezTo>
                    <a:cubicBezTo>
                      <a:pt x="12" y="15"/>
                      <a:pt x="5" y="5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638" name="Freeform 268">
                <a:extLst>
                  <a:ext uri="{FF2B5EF4-FFF2-40B4-BE49-F238E27FC236}">
                    <a16:creationId xmlns:a16="http://schemas.microsoft.com/office/drawing/2014/main" id="{000E30BA-0204-4EFF-A010-4936027F8F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" y="2501"/>
                <a:ext cx="71" cy="85"/>
              </a:xfrm>
              <a:custGeom>
                <a:avLst/>
                <a:gdLst>
                  <a:gd name="T0" fmla="*/ 186 w 44"/>
                  <a:gd name="T1" fmla="*/ 213 h 53"/>
                  <a:gd name="T2" fmla="*/ 110 w 44"/>
                  <a:gd name="T3" fmla="*/ 157 h 53"/>
                  <a:gd name="T4" fmla="*/ 94 w 44"/>
                  <a:gd name="T5" fmla="*/ 47 h 53"/>
                  <a:gd name="T6" fmla="*/ 63 w 44"/>
                  <a:gd name="T7" fmla="*/ 0 h 53"/>
                  <a:gd name="T8" fmla="*/ 5 w 44"/>
                  <a:gd name="T9" fmla="*/ 88 h 53"/>
                  <a:gd name="T10" fmla="*/ 21 w 44"/>
                  <a:gd name="T11" fmla="*/ 170 h 5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4" h="53">
                    <a:moveTo>
                      <a:pt x="44" y="52"/>
                    </a:moveTo>
                    <a:cubicBezTo>
                      <a:pt x="34" y="53"/>
                      <a:pt x="27" y="44"/>
                      <a:pt x="26" y="38"/>
                    </a:cubicBezTo>
                    <a:cubicBezTo>
                      <a:pt x="24" y="32"/>
                      <a:pt x="22" y="15"/>
                      <a:pt x="22" y="11"/>
                    </a:cubicBezTo>
                    <a:cubicBezTo>
                      <a:pt x="21" y="6"/>
                      <a:pt x="21" y="0"/>
                      <a:pt x="15" y="0"/>
                    </a:cubicBezTo>
                    <a:cubicBezTo>
                      <a:pt x="7" y="5"/>
                      <a:pt x="0" y="14"/>
                      <a:pt x="1" y="21"/>
                    </a:cubicBezTo>
                    <a:cubicBezTo>
                      <a:pt x="1" y="28"/>
                      <a:pt x="6" y="34"/>
                      <a:pt x="5" y="41"/>
                    </a:cubicBezTo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639" name="Freeform 269">
                <a:extLst>
                  <a:ext uri="{FF2B5EF4-FFF2-40B4-BE49-F238E27FC236}">
                    <a16:creationId xmlns:a16="http://schemas.microsoft.com/office/drawing/2014/main" id="{CCDF7FFE-5B1B-4F69-A0E2-F7A591A9C4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3" y="2628"/>
                <a:ext cx="21" cy="10"/>
              </a:xfrm>
              <a:custGeom>
                <a:avLst/>
                <a:gdLst>
                  <a:gd name="T0" fmla="*/ 55 w 13"/>
                  <a:gd name="T1" fmla="*/ 28 h 6"/>
                  <a:gd name="T2" fmla="*/ 0 w 13"/>
                  <a:gd name="T3" fmla="*/ 13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6">
                    <a:moveTo>
                      <a:pt x="13" y="6"/>
                    </a:moveTo>
                    <a:cubicBezTo>
                      <a:pt x="8" y="1"/>
                      <a:pt x="1" y="0"/>
                      <a:pt x="0" y="3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640" name="Freeform 270">
                <a:extLst>
                  <a:ext uri="{FF2B5EF4-FFF2-40B4-BE49-F238E27FC236}">
                    <a16:creationId xmlns:a16="http://schemas.microsoft.com/office/drawing/2014/main" id="{C0F72D6B-C794-48EE-9776-F576FBD0FA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0" y="2589"/>
                <a:ext cx="11" cy="12"/>
              </a:xfrm>
              <a:custGeom>
                <a:avLst/>
                <a:gdLst>
                  <a:gd name="T0" fmla="*/ 27 w 7"/>
                  <a:gd name="T1" fmla="*/ 9 h 7"/>
                  <a:gd name="T2" fmla="*/ 0 w 7"/>
                  <a:gd name="T3" fmla="*/ 36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7">
                    <a:moveTo>
                      <a:pt x="7" y="2"/>
                    </a:moveTo>
                    <a:cubicBezTo>
                      <a:pt x="4" y="0"/>
                      <a:pt x="3" y="4"/>
                      <a:pt x="0" y="7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641" name="Freeform 271">
                <a:extLst>
                  <a:ext uri="{FF2B5EF4-FFF2-40B4-BE49-F238E27FC236}">
                    <a16:creationId xmlns:a16="http://schemas.microsoft.com/office/drawing/2014/main" id="{6BF31545-F4CB-4670-9FB4-F5C60D515B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" y="2562"/>
                <a:ext cx="8" cy="3"/>
              </a:xfrm>
              <a:custGeom>
                <a:avLst/>
                <a:gdLst>
                  <a:gd name="T0" fmla="*/ 21 w 5"/>
                  <a:gd name="T1" fmla="*/ 8 h 2"/>
                  <a:gd name="T2" fmla="*/ 0 w 5"/>
                  <a:gd name="T3" fmla="*/ 5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2">
                    <a:moveTo>
                      <a:pt x="5" y="2"/>
                    </a:moveTo>
                    <a:cubicBezTo>
                      <a:pt x="2" y="0"/>
                      <a:pt x="1" y="0"/>
                      <a:pt x="0" y="1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642" name="Freeform 272">
                <a:extLst>
                  <a:ext uri="{FF2B5EF4-FFF2-40B4-BE49-F238E27FC236}">
                    <a16:creationId xmlns:a16="http://schemas.microsoft.com/office/drawing/2014/main" id="{CD247205-174A-4106-AF59-F756048C69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9" y="2492"/>
                <a:ext cx="5" cy="16"/>
              </a:xfrm>
              <a:custGeom>
                <a:avLst/>
                <a:gdLst>
                  <a:gd name="T0" fmla="*/ 13 w 3"/>
                  <a:gd name="T1" fmla="*/ 42 h 10"/>
                  <a:gd name="T2" fmla="*/ 0 w 3"/>
                  <a:gd name="T3" fmla="*/ 0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0">
                    <a:moveTo>
                      <a:pt x="3" y="10"/>
                    </a:moveTo>
                    <a:cubicBezTo>
                      <a:pt x="3" y="5"/>
                      <a:pt x="1" y="3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643" name="Freeform 273">
                <a:extLst>
                  <a:ext uri="{FF2B5EF4-FFF2-40B4-BE49-F238E27FC236}">
                    <a16:creationId xmlns:a16="http://schemas.microsoft.com/office/drawing/2014/main" id="{860B4F53-1704-4504-AB02-FD34A7005C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" y="2498"/>
                <a:ext cx="13" cy="3"/>
              </a:xfrm>
              <a:custGeom>
                <a:avLst/>
                <a:gdLst>
                  <a:gd name="T0" fmla="*/ 34 w 8"/>
                  <a:gd name="T1" fmla="*/ 8 h 2"/>
                  <a:gd name="T2" fmla="*/ 0 w 8"/>
                  <a:gd name="T3" fmla="*/ 8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2">
                    <a:moveTo>
                      <a:pt x="8" y="2"/>
                    </a:moveTo>
                    <a:cubicBezTo>
                      <a:pt x="4" y="0"/>
                      <a:pt x="2" y="1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644" name="Freeform 274">
                <a:extLst>
                  <a:ext uri="{FF2B5EF4-FFF2-40B4-BE49-F238E27FC236}">
                    <a16:creationId xmlns:a16="http://schemas.microsoft.com/office/drawing/2014/main" id="{A2260495-13AB-4B96-9347-DC095B7528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" y="2522"/>
                <a:ext cx="35" cy="45"/>
              </a:xfrm>
              <a:custGeom>
                <a:avLst/>
                <a:gdLst>
                  <a:gd name="T0" fmla="*/ 89 w 22"/>
                  <a:gd name="T1" fmla="*/ 116 h 28"/>
                  <a:gd name="T2" fmla="*/ 35 w 22"/>
                  <a:gd name="T3" fmla="*/ 88 h 28"/>
                  <a:gd name="T4" fmla="*/ 0 w 22"/>
                  <a:gd name="T5" fmla="*/ 0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28">
                    <a:moveTo>
                      <a:pt x="22" y="28"/>
                    </a:moveTo>
                    <a:cubicBezTo>
                      <a:pt x="19" y="24"/>
                      <a:pt x="12" y="27"/>
                      <a:pt x="9" y="21"/>
                    </a:cubicBezTo>
                    <a:cubicBezTo>
                      <a:pt x="6" y="14"/>
                      <a:pt x="1" y="10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645" name="Freeform 275">
                <a:extLst>
                  <a:ext uri="{FF2B5EF4-FFF2-40B4-BE49-F238E27FC236}">
                    <a16:creationId xmlns:a16="http://schemas.microsoft.com/office/drawing/2014/main" id="{6F991098-BFBA-4747-87E5-022C60D132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" y="2511"/>
                <a:ext cx="25" cy="40"/>
              </a:xfrm>
              <a:custGeom>
                <a:avLst/>
                <a:gdLst>
                  <a:gd name="T0" fmla="*/ 70 w 15"/>
                  <a:gd name="T1" fmla="*/ 102 h 25"/>
                  <a:gd name="T2" fmla="*/ 42 w 15"/>
                  <a:gd name="T3" fmla="*/ 90 h 25"/>
                  <a:gd name="T4" fmla="*/ 0 w 15"/>
                  <a:gd name="T5" fmla="*/ 0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25">
                    <a:moveTo>
                      <a:pt x="15" y="25"/>
                    </a:moveTo>
                    <a:cubicBezTo>
                      <a:pt x="14" y="21"/>
                      <a:pt x="12" y="23"/>
                      <a:pt x="9" y="22"/>
                    </a:cubicBezTo>
                    <a:cubicBezTo>
                      <a:pt x="6" y="21"/>
                      <a:pt x="1" y="6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646" name="Freeform 276">
                <a:extLst>
                  <a:ext uri="{FF2B5EF4-FFF2-40B4-BE49-F238E27FC236}">
                    <a16:creationId xmlns:a16="http://schemas.microsoft.com/office/drawing/2014/main" id="{D7BA7492-71E6-4E79-8CB0-1180479273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7" y="2557"/>
                <a:ext cx="19" cy="20"/>
              </a:xfrm>
              <a:custGeom>
                <a:avLst/>
                <a:gdLst>
                  <a:gd name="T0" fmla="*/ 48 w 12"/>
                  <a:gd name="T1" fmla="*/ 8 h 12"/>
                  <a:gd name="T2" fmla="*/ 21 w 12"/>
                  <a:gd name="T3" fmla="*/ 55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12">
                    <a:moveTo>
                      <a:pt x="12" y="2"/>
                    </a:moveTo>
                    <a:cubicBezTo>
                      <a:pt x="0" y="0"/>
                      <a:pt x="5" y="10"/>
                      <a:pt x="5" y="12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647" name="Freeform 277">
                <a:extLst>
                  <a:ext uri="{FF2B5EF4-FFF2-40B4-BE49-F238E27FC236}">
                    <a16:creationId xmlns:a16="http://schemas.microsoft.com/office/drawing/2014/main" id="{EB96989E-F993-47CF-80F5-CA85C55BAD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4" y="961"/>
                <a:ext cx="11" cy="51"/>
              </a:xfrm>
              <a:custGeom>
                <a:avLst/>
                <a:gdLst>
                  <a:gd name="T0" fmla="*/ 22 w 7"/>
                  <a:gd name="T1" fmla="*/ 8 h 32"/>
                  <a:gd name="T2" fmla="*/ 13 w 7"/>
                  <a:gd name="T3" fmla="*/ 129 h 32"/>
                  <a:gd name="T4" fmla="*/ 20 w 7"/>
                  <a:gd name="T5" fmla="*/ 8 h 32"/>
                  <a:gd name="T6" fmla="*/ 22 w 7"/>
                  <a:gd name="T7" fmla="*/ 8 h 3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32">
                    <a:moveTo>
                      <a:pt x="6" y="2"/>
                    </a:moveTo>
                    <a:cubicBezTo>
                      <a:pt x="2" y="9"/>
                      <a:pt x="1" y="16"/>
                      <a:pt x="3" y="32"/>
                    </a:cubicBezTo>
                    <a:cubicBezTo>
                      <a:pt x="0" y="17"/>
                      <a:pt x="2" y="8"/>
                      <a:pt x="5" y="2"/>
                    </a:cubicBezTo>
                    <a:cubicBezTo>
                      <a:pt x="5" y="0"/>
                      <a:pt x="7" y="1"/>
                      <a:pt x="6" y="2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648" name="Rectangle 278">
                <a:extLst>
                  <a:ext uri="{FF2B5EF4-FFF2-40B4-BE49-F238E27FC236}">
                    <a16:creationId xmlns:a16="http://schemas.microsoft.com/office/drawing/2014/main" id="{37761A5F-24A7-4B3A-BD1D-89F647DBBE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89" y="1184"/>
                <a:ext cx="1" cy="1"/>
              </a:xfrm>
              <a:prstGeom prst="rect">
                <a:avLst/>
              </a:prstGeom>
              <a:noFill/>
              <a:ln w="3175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649" name="Freeform 279">
                <a:extLst>
                  <a:ext uri="{FF2B5EF4-FFF2-40B4-BE49-F238E27FC236}">
                    <a16:creationId xmlns:a16="http://schemas.microsoft.com/office/drawing/2014/main" id="{8C669ABD-3592-42B5-8E05-7CEB585B77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6" y="2427"/>
                <a:ext cx="166" cy="69"/>
              </a:xfrm>
              <a:custGeom>
                <a:avLst/>
                <a:gdLst>
                  <a:gd name="T0" fmla="*/ 218 w 103"/>
                  <a:gd name="T1" fmla="*/ 170 h 43"/>
                  <a:gd name="T2" fmla="*/ 213 w 103"/>
                  <a:gd name="T3" fmla="*/ 170 h 43"/>
                  <a:gd name="T4" fmla="*/ 0 w 103"/>
                  <a:gd name="T5" fmla="*/ 0 h 43"/>
                  <a:gd name="T6" fmla="*/ 213 w 103"/>
                  <a:gd name="T7" fmla="*/ 178 h 43"/>
                  <a:gd name="T8" fmla="*/ 218 w 103"/>
                  <a:gd name="T9" fmla="*/ 178 h 43"/>
                  <a:gd name="T10" fmla="*/ 432 w 103"/>
                  <a:gd name="T11" fmla="*/ 0 h 43"/>
                  <a:gd name="T12" fmla="*/ 218 w 103"/>
                  <a:gd name="T13" fmla="*/ 170 h 4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3" h="43">
                    <a:moveTo>
                      <a:pt x="52" y="41"/>
                    </a:moveTo>
                    <a:cubicBezTo>
                      <a:pt x="51" y="41"/>
                      <a:pt x="51" y="41"/>
                      <a:pt x="51" y="41"/>
                    </a:cubicBezTo>
                    <a:cubicBezTo>
                      <a:pt x="34" y="41"/>
                      <a:pt x="8" y="18"/>
                      <a:pt x="0" y="0"/>
                    </a:cubicBezTo>
                    <a:cubicBezTo>
                      <a:pt x="8" y="19"/>
                      <a:pt x="33" y="43"/>
                      <a:pt x="51" y="43"/>
                    </a:cubicBezTo>
                    <a:cubicBezTo>
                      <a:pt x="52" y="43"/>
                      <a:pt x="52" y="43"/>
                      <a:pt x="52" y="43"/>
                    </a:cubicBezTo>
                    <a:cubicBezTo>
                      <a:pt x="70" y="43"/>
                      <a:pt x="95" y="19"/>
                      <a:pt x="103" y="0"/>
                    </a:cubicBezTo>
                    <a:cubicBezTo>
                      <a:pt x="95" y="18"/>
                      <a:pt x="70" y="41"/>
                      <a:pt x="52" y="41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650" name="Freeform 280">
                <a:extLst>
                  <a:ext uri="{FF2B5EF4-FFF2-40B4-BE49-F238E27FC236}">
                    <a16:creationId xmlns:a16="http://schemas.microsoft.com/office/drawing/2014/main" id="{AB5300BD-5606-480C-9006-348599EA38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8" y="3825"/>
                <a:ext cx="7" cy="34"/>
              </a:xfrm>
              <a:custGeom>
                <a:avLst/>
                <a:gdLst>
                  <a:gd name="T0" fmla="*/ 21 w 4"/>
                  <a:gd name="T1" fmla="*/ 0 h 21"/>
                  <a:gd name="T2" fmla="*/ 0 w 4"/>
                  <a:gd name="T3" fmla="*/ 89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1">
                    <a:moveTo>
                      <a:pt x="4" y="0"/>
                    </a:moveTo>
                    <a:cubicBezTo>
                      <a:pt x="4" y="8"/>
                      <a:pt x="0" y="21"/>
                      <a:pt x="0" y="21"/>
                    </a:cubicBezTo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651" name="Freeform 281">
                <a:extLst>
                  <a:ext uri="{FF2B5EF4-FFF2-40B4-BE49-F238E27FC236}">
                    <a16:creationId xmlns:a16="http://schemas.microsoft.com/office/drawing/2014/main" id="{7D2F5BE1-1242-4B7F-BE21-D93B4706B5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8" y="1285"/>
                <a:ext cx="164" cy="18"/>
              </a:xfrm>
              <a:custGeom>
                <a:avLst/>
                <a:gdLst>
                  <a:gd name="T0" fmla="*/ 307 w 102"/>
                  <a:gd name="T1" fmla="*/ 18 h 11"/>
                  <a:gd name="T2" fmla="*/ 183 w 102"/>
                  <a:gd name="T3" fmla="*/ 18 h 11"/>
                  <a:gd name="T4" fmla="*/ 8 w 102"/>
                  <a:gd name="T5" fmla="*/ 26 h 11"/>
                  <a:gd name="T6" fmla="*/ 5 w 102"/>
                  <a:gd name="T7" fmla="*/ 47 h 11"/>
                  <a:gd name="T8" fmla="*/ 13 w 102"/>
                  <a:gd name="T9" fmla="*/ 34 h 11"/>
                  <a:gd name="T10" fmla="*/ 183 w 102"/>
                  <a:gd name="T11" fmla="*/ 26 h 11"/>
                  <a:gd name="T12" fmla="*/ 314 w 102"/>
                  <a:gd name="T13" fmla="*/ 21 h 11"/>
                  <a:gd name="T14" fmla="*/ 424 w 102"/>
                  <a:gd name="T15" fmla="*/ 0 h 11"/>
                  <a:gd name="T16" fmla="*/ 307 w 102"/>
                  <a:gd name="T17" fmla="*/ 18 h 1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2" h="11">
                    <a:moveTo>
                      <a:pt x="74" y="4"/>
                    </a:moveTo>
                    <a:cubicBezTo>
                      <a:pt x="69" y="6"/>
                      <a:pt x="57" y="5"/>
                      <a:pt x="44" y="4"/>
                    </a:cubicBezTo>
                    <a:cubicBezTo>
                      <a:pt x="26" y="2"/>
                      <a:pt x="8" y="1"/>
                      <a:pt x="2" y="6"/>
                    </a:cubicBezTo>
                    <a:cubicBezTo>
                      <a:pt x="0" y="8"/>
                      <a:pt x="1" y="9"/>
                      <a:pt x="1" y="11"/>
                    </a:cubicBezTo>
                    <a:cubicBezTo>
                      <a:pt x="1" y="10"/>
                      <a:pt x="2" y="9"/>
                      <a:pt x="3" y="8"/>
                    </a:cubicBezTo>
                    <a:cubicBezTo>
                      <a:pt x="8" y="3"/>
                      <a:pt x="27" y="4"/>
                      <a:pt x="44" y="6"/>
                    </a:cubicBezTo>
                    <a:cubicBezTo>
                      <a:pt x="57" y="7"/>
                      <a:pt x="69" y="8"/>
                      <a:pt x="75" y="5"/>
                    </a:cubicBezTo>
                    <a:cubicBezTo>
                      <a:pt x="80" y="3"/>
                      <a:pt x="97" y="1"/>
                      <a:pt x="102" y="0"/>
                    </a:cubicBezTo>
                    <a:cubicBezTo>
                      <a:pt x="95" y="1"/>
                      <a:pt x="79" y="1"/>
                      <a:pt x="74" y="4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652" name="Freeform 282">
                <a:extLst>
                  <a:ext uri="{FF2B5EF4-FFF2-40B4-BE49-F238E27FC236}">
                    <a16:creationId xmlns:a16="http://schemas.microsoft.com/office/drawing/2014/main" id="{0DF8DE2D-D81E-4F54-A379-3330EE937F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9" y="3957"/>
                <a:ext cx="19" cy="64"/>
              </a:xfrm>
              <a:custGeom>
                <a:avLst/>
                <a:gdLst>
                  <a:gd name="T0" fmla="*/ 8 w 12"/>
                  <a:gd name="T1" fmla="*/ 0 h 40"/>
                  <a:gd name="T2" fmla="*/ 25 w 12"/>
                  <a:gd name="T3" fmla="*/ 54 h 40"/>
                  <a:gd name="T4" fmla="*/ 48 w 12"/>
                  <a:gd name="T5" fmla="*/ 163 h 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40">
                    <a:moveTo>
                      <a:pt x="2" y="0"/>
                    </a:moveTo>
                    <a:cubicBezTo>
                      <a:pt x="0" y="4"/>
                      <a:pt x="2" y="9"/>
                      <a:pt x="6" y="13"/>
                    </a:cubicBezTo>
                    <a:cubicBezTo>
                      <a:pt x="10" y="17"/>
                      <a:pt x="12" y="38"/>
                      <a:pt x="12" y="40"/>
                    </a:cubicBezTo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653" name="Freeform 283">
                <a:extLst>
                  <a:ext uri="{FF2B5EF4-FFF2-40B4-BE49-F238E27FC236}">
                    <a16:creationId xmlns:a16="http://schemas.microsoft.com/office/drawing/2014/main" id="{838F1C9C-5E0A-430E-8020-12398862C4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9" y="3960"/>
                <a:ext cx="42" cy="61"/>
              </a:xfrm>
              <a:custGeom>
                <a:avLst/>
                <a:gdLst>
                  <a:gd name="T0" fmla="*/ 0 w 26"/>
                  <a:gd name="T1" fmla="*/ 0 h 38"/>
                  <a:gd name="T2" fmla="*/ 60 w 26"/>
                  <a:gd name="T3" fmla="*/ 56 h 38"/>
                  <a:gd name="T4" fmla="*/ 84 w 26"/>
                  <a:gd name="T5" fmla="*/ 157 h 3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38">
                    <a:moveTo>
                      <a:pt x="0" y="0"/>
                    </a:moveTo>
                    <a:cubicBezTo>
                      <a:pt x="4" y="7"/>
                      <a:pt x="12" y="12"/>
                      <a:pt x="14" y="14"/>
                    </a:cubicBezTo>
                    <a:cubicBezTo>
                      <a:pt x="26" y="26"/>
                      <a:pt x="16" y="24"/>
                      <a:pt x="20" y="38"/>
                    </a:cubicBezTo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654" name="Freeform 284">
                <a:extLst>
                  <a:ext uri="{FF2B5EF4-FFF2-40B4-BE49-F238E27FC236}">
                    <a16:creationId xmlns:a16="http://schemas.microsoft.com/office/drawing/2014/main" id="{AA5E0501-4674-45C1-B7E3-AB4ADE0DE5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0" y="3957"/>
                <a:ext cx="42" cy="61"/>
              </a:xfrm>
              <a:custGeom>
                <a:avLst/>
                <a:gdLst>
                  <a:gd name="T0" fmla="*/ 0 w 26"/>
                  <a:gd name="T1" fmla="*/ 0 h 38"/>
                  <a:gd name="T2" fmla="*/ 60 w 26"/>
                  <a:gd name="T3" fmla="*/ 55 h 38"/>
                  <a:gd name="T4" fmla="*/ 105 w 26"/>
                  <a:gd name="T5" fmla="*/ 157 h 3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38">
                    <a:moveTo>
                      <a:pt x="0" y="0"/>
                    </a:moveTo>
                    <a:cubicBezTo>
                      <a:pt x="4" y="5"/>
                      <a:pt x="8" y="8"/>
                      <a:pt x="14" y="13"/>
                    </a:cubicBezTo>
                    <a:cubicBezTo>
                      <a:pt x="26" y="25"/>
                      <a:pt x="18" y="24"/>
                      <a:pt x="25" y="38"/>
                    </a:cubicBezTo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655" name="Freeform 285">
                <a:extLst>
                  <a:ext uri="{FF2B5EF4-FFF2-40B4-BE49-F238E27FC236}">
                    <a16:creationId xmlns:a16="http://schemas.microsoft.com/office/drawing/2014/main" id="{0580DC12-E774-44E1-8BD9-1FAF9DB662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7" y="3949"/>
                <a:ext cx="29" cy="45"/>
              </a:xfrm>
              <a:custGeom>
                <a:avLst/>
                <a:gdLst>
                  <a:gd name="T0" fmla="*/ 0 w 18"/>
                  <a:gd name="T1" fmla="*/ 0 h 28"/>
                  <a:gd name="T2" fmla="*/ 47 w 18"/>
                  <a:gd name="T3" fmla="*/ 47 h 28"/>
                  <a:gd name="T4" fmla="*/ 76 w 18"/>
                  <a:gd name="T5" fmla="*/ 116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28">
                    <a:moveTo>
                      <a:pt x="0" y="0"/>
                    </a:moveTo>
                    <a:cubicBezTo>
                      <a:pt x="3" y="4"/>
                      <a:pt x="8" y="8"/>
                      <a:pt x="11" y="11"/>
                    </a:cubicBezTo>
                    <a:cubicBezTo>
                      <a:pt x="15" y="15"/>
                      <a:pt x="12" y="19"/>
                      <a:pt x="18" y="28"/>
                    </a:cubicBezTo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656" name="Freeform 286">
                <a:extLst>
                  <a:ext uri="{FF2B5EF4-FFF2-40B4-BE49-F238E27FC236}">
                    <a16:creationId xmlns:a16="http://schemas.microsoft.com/office/drawing/2014/main" id="{00224437-3835-4FFB-8098-4B99ACB8CB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1" y="3990"/>
                <a:ext cx="37" cy="21"/>
              </a:xfrm>
              <a:custGeom>
                <a:avLst/>
                <a:gdLst>
                  <a:gd name="T0" fmla="*/ 97 w 23"/>
                  <a:gd name="T1" fmla="*/ 39 h 13"/>
                  <a:gd name="T2" fmla="*/ 26 w 23"/>
                  <a:gd name="T3" fmla="*/ 55 h 13"/>
                  <a:gd name="T4" fmla="*/ 47 w 23"/>
                  <a:gd name="T5" fmla="*/ 0 h 13"/>
                  <a:gd name="T6" fmla="*/ 97 w 23"/>
                  <a:gd name="T7" fmla="*/ 39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" h="13">
                    <a:moveTo>
                      <a:pt x="23" y="9"/>
                    </a:moveTo>
                    <a:cubicBezTo>
                      <a:pt x="15" y="7"/>
                      <a:pt x="8" y="11"/>
                      <a:pt x="6" y="13"/>
                    </a:cubicBezTo>
                    <a:cubicBezTo>
                      <a:pt x="0" y="3"/>
                      <a:pt x="6" y="0"/>
                      <a:pt x="11" y="0"/>
                    </a:cubicBezTo>
                    <a:cubicBezTo>
                      <a:pt x="22" y="1"/>
                      <a:pt x="23" y="6"/>
                      <a:pt x="23" y="9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657" name="Freeform 287">
                <a:extLst>
                  <a:ext uri="{FF2B5EF4-FFF2-40B4-BE49-F238E27FC236}">
                    <a16:creationId xmlns:a16="http://schemas.microsoft.com/office/drawing/2014/main" id="{BD73E09F-89B6-4245-819A-12AB50D1B6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2" y="3998"/>
                <a:ext cx="20" cy="18"/>
              </a:xfrm>
              <a:custGeom>
                <a:avLst/>
                <a:gdLst>
                  <a:gd name="T0" fmla="*/ 55 w 12"/>
                  <a:gd name="T1" fmla="*/ 47 h 11"/>
                  <a:gd name="T2" fmla="*/ 0 w 12"/>
                  <a:gd name="T3" fmla="*/ 43 h 11"/>
                  <a:gd name="T4" fmla="*/ 55 w 12"/>
                  <a:gd name="T5" fmla="*/ 47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1">
                    <a:moveTo>
                      <a:pt x="12" y="11"/>
                    </a:moveTo>
                    <a:cubicBezTo>
                      <a:pt x="10" y="11"/>
                      <a:pt x="2" y="9"/>
                      <a:pt x="0" y="10"/>
                    </a:cubicBezTo>
                    <a:cubicBezTo>
                      <a:pt x="1" y="2"/>
                      <a:pt x="12" y="0"/>
                      <a:pt x="12" y="11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658" name="Freeform 288">
                <a:extLst>
                  <a:ext uri="{FF2B5EF4-FFF2-40B4-BE49-F238E27FC236}">
                    <a16:creationId xmlns:a16="http://schemas.microsoft.com/office/drawing/2014/main" id="{3626E623-1127-4EE2-B9CB-0E2364742E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3" y="4003"/>
                <a:ext cx="17" cy="15"/>
              </a:xfrm>
              <a:custGeom>
                <a:avLst/>
                <a:gdLst>
                  <a:gd name="T0" fmla="*/ 40 w 11"/>
                  <a:gd name="T1" fmla="*/ 33 h 9"/>
                  <a:gd name="T2" fmla="*/ 0 w 11"/>
                  <a:gd name="T3" fmla="*/ 33 h 9"/>
                  <a:gd name="T4" fmla="*/ 40 w 11"/>
                  <a:gd name="T5" fmla="*/ 33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9">
                    <a:moveTo>
                      <a:pt x="11" y="7"/>
                    </a:moveTo>
                    <a:cubicBezTo>
                      <a:pt x="9" y="9"/>
                      <a:pt x="3" y="9"/>
                      <a:pt x="0" y="7"/>
                    </a:cubicBezTo>
                    <a:cubicBezTo>
                      <a:pt x="1" y="0"/>
                      <a:pt x="11" y="3"/>
                      <a:pt x="11" y="7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659" name="Freeform 289">
                <a:extLst>
                  <a:ext uri="{FF2B5EF4-FFF2-40B4-BE49-F238E27FC236}">
                    <a16:creationId xmlns:a16="http://schemas.microsoft.com/office/drawing/2014/main" id="{DF9C1004-29EC-41A8-8AA8-36151706D0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0" y="3989"/>
                <a:ext cx="13" cy="13"/>
              </a:xfrm>
              <a:custGeom>
                <a:avLst/>
                <a:gdLst>
                  <a:gd name="T0" fmla="*/ 34 w 8"/>
                  <a:gd name="T1" fmla="*/ 21 h 8"/>
                  <a:gd name="T2" fmla="*/ 5 w 8"/>
                  <a:gd name="T3" fmla="*/ 29 h 8"/>
                  <a:gd name="T4" fmla="*/ 34 w 8"/>
                  <a:gd name="T5" fmla="*/ 21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8">
                    <a:moveTo>
                      <a:pt x="8" y="5"/>
                    </a:moveTo>
                    <a:cubicBezTo>
                      <a:pt x="7" y="7"/>
                      <a:pt x="4" y="8"/>
                      <a:pt x="1" y="7"/>
                    </a:cubicBezTo>
                    <a:cubicBezTo>
                      <a:pt x="0" y="0"/>
                      <a:pt x="7" y="1"/>
                      <a:pt x="8" y="5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660" name="Freeform 290">
                <a:extLst>
                  <a:ext uri="{FF2B5EF4-FFF2-40B4-BE49-F238E27FC236}">
                    <a16:creationId xmlns:a16="http://schemas.microsoft.com/office/drawing/2014/main" id="{B84F957A-A326-422F-B489-E39CE1693A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1" y="1660"/>
                <a:ext cx="66" cy="66"/>
              </a:xfrm>
              <a:custGeom>
                <a:avLst/>
                <a:gdLst>
                  <a:gd name="T0" fmla="*/ 171 w 41"/>
                  <a:gd name="T1" fmla="*/ 90 h 41"/>
                  <a:gd name="T2" fmla="*/ 90 w 41"/>
                  <a:gd name="T3" fmla="*/ 5 h 41"/>
                  <a:gd name="T4" fmla="*/ 5 w 41"/>
                  <a:gd name="T5" fmla="*/ 84 h 41"/>
                  <a:gd name="T6" fmla="*/ 80 w 41"/>
                  <a:gd name="T7" fmla="*/ 171 h 41"/>
                  <a:gd name="T8" fmla="*/ 171 w 41"/>
                  <a:gd name="T9" fmla="*/ 90 h 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1" h="41">
                    <a:moveTo>
                      <a:pt x="41" y="22"/>
                    </a:moveTo>
                    <a:cubicBezTo>
                      <a:pt x="41" y="12"/>
                      <a:pt x="33" y="2"/>
                      <a:pt x="22" y="1"/>
                    </a:cubicBezTo>
                    <a:cubicBezTo>
                      <a:pt x="11" y="0"/>
                      <a:pt x="2" y="9"/>
                      <a:pt x="1" y="20"/>
                    </a:cubicBezTo>
                    <a:cubicBezTo>
                      <a:pt x="0" y="30"/>
                      <a:pt x="9" y="40"/>
                      <a:pt x="19" y="41"/>
                    </a:cubicBezTo>
                    <a:cubicBezTo>
                      <a:pt x="30" y="41"/>
                      <a:pt x="40" y="33"/>
                      <a:pt x="41" y="22"/>
                    </a:cubicBezTo>
                  </a:path>
                </a:pathLst>
              </a:custGeom>
              <a:solidFill>
                <a:srgbClr val="773A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661" name="Freeform 291">
                <a:extLst>
                  <a:ext uri="{FF2B5EF4-FFF2-40B4-BE49-F238E27FC236}">
                    <a16:creationId xmlns:a16="http://schemas.microsoft.com/office/drawing/2014/main" id="{52D096C8-7920-421C-99E2-014051AB1AC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050" y="1680"/>
                <a:ext cx="29" cy="29"/>
              </a:xfrm>
              <a:custGeom>
                <a:avLst/>
                <a:gdLst>
                  <a:gd name="T0" fmla="*/ 0 w 18"/>
                  <a:gd name="T1" fmla="*/ 34 h 18"/>
                  <a:gd name="T2" fmla="*/ 8 w 18"/>
                  <a:gd name="T3" fmla="*/ 63 h 18"/>
                  <a:gd name="T4" fmla="*/ 34 w 18"/>
                  <a:gd name="T5" fmla="*/ 76 h 18"/>
                  <a:gd name="T6" fmla="*/ 63 w 18"/>
                  <a:gd name="T7" fmla="*/ 63 h 18"/>
                  <a:gd name="T8" fmla="*/ 76 w 18"/>
                  <a:gd name="T9" fmla="*/ 42 h 18"/>
                  <a:gd name="T10" fmla="*/ 68 w 18"/>
                  <a:gd name="T11" fmla="*/ 21 h 18"/>
                  <a:gd name="T12" fmla="*/ 63 w 18"/>
                  <a:gd name="T13" fmla="*/ 26 h 18"/>
                  <a:gd name="T14" fmla="*/ 60 w 18"/>
                  <a:gd name="T15" fmla="*/ 29 h 18"/>
                  <a:gd name="T16" fmla="*/ 63 w 18"/>
                  <a:gd name="T17" fmla="*/ 39 h 18"/>
                  <a:gd name="T18" fmla="*/ 63 w 18"/>
                  <a:gd name="T19" fmla="*/ 39 h 18"/>
                  <a:gd name="T20" fmla="*/ 63 w 18"/>
                  <a:gd name="T21" fmla="*/ 39 h 18"/>
                  <a:gd name="T22" fmla="*/ 55 w 18"/>
                  <a:gd name="T23" fmla="*/ 55 h 18"/>
                  <a:gd name="T24" fmla="*/ 39 w 18"/>
                  <a:gd name="T25" fmla="*/ 63 h 18"/>
                  <a:gd name="T26" fmla="*/ 21 w 18"/>
                  <a:gd name="T27" fmla="*/ 55 h 18"/>
                  <a:gd name="T28" fmla="*/ 13 w 18"/>
                  <a:gd name="T29" fmla="*/ 47 h 18"/>
                  <a:gd name="T30" fmla="*/ 5 w 18"/>
                  <a:gd name="T31" fmla="*/ 29 h 18"/>
                  <a:gd name="T32" fmla="*/ 0 w 18"/>
                  <a:gd name="T33" fmla="*/ 34 h 18"/>
                  <a:gd name="T34" fmla="*/ 42 w 18"/>
                  <a:gd name="T35" fmla="*/ 13 h 18"/>
                  <a:gd name="T36" fmla="*/ 47 w 18"/>
                  <a:gd name="T37" fmla="*/ 5 h 18"/>
                  <a:gd name="T38" fmla="*/ 42 w 18"/>
                  <a:gd name="T39" fmla="*/ 0 h 18"/>
                  <a:gd name="T40" fmla="*/ 34 w 18"/>
                  <a:gd name="T41" fmla="*/ 5 h 18"/>
                  <a:gd name="T42" fmla="*/ 34 w 18"/>
                  <a:gd name="T43" fmla="*/ 8 h 18"/>
                  <a:gd name="T44" fmla="*/ 34 w 18"/>
                  <a:gd name="T45" fmla="*/ 16 h 18"/>
                  <a:gd name="T46" fmla="*/ 39 w 18"/>
                  <a:gd name="T47" fmla="*/ 13 h 18"/>
                  <a:gd name="T48" fmla="*/ 42 w 18"/>
                  <a:gd name="T49" fmla="*/ 16 h 18"/>
                  <a:gd name="T50" fmla="*/ 42 w 18"/>
                  <a:gd name="T51" fmla="*/ 13 h 18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18" h="18">
                    <a:moveTo>
                      <a:pt x="0" y="8"/>
                    </a:moveTo>
                    <a:cubicBezTo>
                      <a:pt x="2" y="15"/>
                      <a:pt x="2" y="15"/>
                      <a:pt x="2" y="15"/>
                    </a:cubicBezTo>
                    <a:cubicBezTo>
                      <a:pt x="8" y="18"/>
                      <a:pt x="8" y="18"/>
                      <a:pt x="8" y="18"/>
                    </a:cubicBezTo>
                    <a:cubicBezTo>
                      <a:pt x="15" y="15"/>
                      <a:pt x="15" y="15"/>
                      <a:pt x="15" y="15"/>
                    </a:cubicBezTo>
                    <a:cubicBezTo>
                      <a:pt x="18" y="10"/>
                      <a:pt x="18" y="10"/>
                      <a:pt x="18" y="10"/>
                    </a:cubicBezTo>
                    <a:cubicBezTo>
                      <a:pt x="16" y="5"/>
                      <a:pt x="16" y="5"/>
                      <a:pt x="16" y="5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5" y="6"/>
                      <a:pt x="14" y="6"/>
                      <a:pt x="14" y="7"/>
                    </a:cubicBezTo>
                    <a:cubicBezTo>
                      <a:pt x="14" y="7"/>
                      <a:pt x="15" y="8"/>
                      <a:pt x="15" y="9"/>
                    </a:cubicBezTo>
                    <a:cubicBezTo>
                      <a:pt x="15" y="9"/>
                      <a:pt x="15" y="9"/>
                      <a:pt x="15" y="9"/>
                    </a:cubicBezTo>
                    <a:cubicBezTo>
                      <a:pt x="15" y="9"/>
                      <a:pt x="14" y="10"/>
                      <a:pt x="15" y="9"/>
                    </a:cubicBezTo>
                    <a:cubicBezTo>
                      <a:pt x="13" y="13"/>
                      <a:pt x="13" y="13"/>
                      <a:pt x="13" y="13"/>
                    </a:cubicBezTo>
                    <a:cubicBezTo>
                      <a:pt x="13" y="13"/>
                      <a:pt x="9" y="15"/>
                      <a:pt x="9" y="15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4" y="13"/>
                      <a:pt x="3" y="12"/>
                      <a:pt x="3" y="11"/>
                    </a:cubicBezTo>
                    <a:cubicBezTo>
                      <a:pt x="2" y="10"/>
                      <a:pt x="2" y="8"/>
                      <a:pt x="1" y="7"/>
                    </a:cubicBezTo>
                    <a:lnTo>
                      <a:pt x="0" y="8"/>
                    </a:lnTo>
                    <a:close/>
                    <a:moveTo>
                      <a:pt x="10" y="3"/>
                    </a:moveTo>
                    <a:cubicBezTo>
                      <a:pt x="10" y="2"/>
                      <a:pt x="10" y="2"/>
                      <a:pt x="11" y="1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8" y="1"/>
                      <a:pt x="8" y="1"/>
                      <a:pt x="8" y="2"/>
                    </a:cubicBezTo>
                    <a:cubicBezTo>
                      <a:pt x="8" y="2"/>
                      <a:pt x="8" y="3"/>
                      <a:pt x="8" y="4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10" y="3"/>
                      <a:pt x="10" y="3"/>
                      <a:pt x="10" y="4"/>
                    </a:cubicBezTo>
                    <a:cubicBezTo>
                      <a:pt x="10" y="3"/>
                      <a:pt x="10" y="3"/>
                      <a:pt x="10" y="3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662" name="Freeform 292">
                <a:extLst>
                  <a:ext uri="{FF2B5EF4-FFF2-40B4-BE49-F238E27FC236}">
                    <a16:creationId xmlns:a16="http://schemas.microsoft.com/office/drawing/2014/main" id="{4B54C1C5-37A6-4224-8390-372ACDF1040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031" y="1660"/>
                <a:ext cx="68" cy="69"/>
              </a:xfrm>
              <a:custGeom>
                <a:avLst/>
                <a:gdLst>
                  <a:gd name="T0" fmla="*/ 165 w 42"/>
                  <a:gd name="T1" fmla="*/ 95 h 43"/>
                  <a:gd name="T2" fmla="*/ 162 w 42"/>
                  <a:gd name="T3" fmla="*/ 116 h 43"/>
                  <a:gd name="T4" fmla="*/ 173 w 42"/>
                  <a:gd name="T5" fmla="*/ 120 h 43"/>
                  <a:gd name="T6" fmla="*/ 178 w 42"/>
                  <a:gd name="T7" fmla="*/ 101 h 43"/>
                  <a:gd name="T8" fmla="*/ 165 w 42"/>
                  <a:gd name="T9" fmla="*/ 95 h 43"/>
                  <a:gd name="T10" fmla="*/ 94 w 42"/>
                  <a:gd name="T11" fmla="*/ 13 h 43"/>
                  <a:gd name="T12" fmla="*/ 97 w 42"/>
                  <a:gd name="T13" fmla="*/ 13 h 43"/>
                  <a:gd name="T14" fmla="*/ 97 w 42"/>
                  <a:gd name="T15" fmla="*/ 5 h 43"/>
                  <a:gd name="T16" fmla="*/ 94 w 42"/>
                  <a:gd name="T17" fmla="*/ 5 h 43"/>
                  <a:gd name="T18" fmla="*/ 94 w 42"/>
                  <a:gd name="T19" fmla="*/ 13 h 43"/>
                  <a:gd name="T20" fmla="*/ 94 w 42"/>
                  <a:gd name="T21" fmla="*/ 13 h 43"/>
                  <a:gd name="T22" fmla="*/ 13 w 42"/>
                  <a:gd name="T23" fmla="*/ 82 h 43"/>
                  <a:gd name="T24" fmla="*/ 26 w 42"/>
                  <a:gd name="T25" fmla="*/ 47 h 43"/>
                  <a:gd name="T26" fmla="*/ 16 w 42"/>
                  <a:gd name="T27" fmla="*/ 42 h 43"/>
                  <a:gd name="T28" fmla="*/ 13 w 42"/>
                  <a:gd name="T29" fmla="*/ 42 h 43"/>
                  <a:gd name="T30" fmla="*/ 0 w 42"/>
                  <a:gd name="T31" fmla="*/ 75 h 43"/>
                  <a:gd name="T32" fmla="*/ 13 w 42"/>
                  <a:gd name="T33" fmla="*/ 88 h 43"/>
                  <a:gd name="T34" fmla="*/ 13 w 42"/>
                  <a:gd name="T35" fmla="*/ 82 h 43"/>
                  <a:gd name="T36" fmla="*/ 16 w 42"/>
                  <a:gd name="T37" fmla="*/ 111 h 43"/>
                  <a:gd name="T38" fmla="*/ 0 w 42"/>
                  <a:gd name="T39" fmla="*/ 108 h 43"/>
                  <a:gd name="T40" fmla="*/ 21 w 42"/>
                  <a:gd name="T41" fmla="*/ 144 h 43"/>
                  <a:gd name="T42" fmla="*/ 81 w 42"/>
                  <a:gd name="T43" fmla="*/ 173 h 43"/>
                  <a:gd name="T44" fmla="*/ 162 w 42"/>
                  <a:gd name="T45" fmla="*/ 141 h 43"/>
                  <a:gd name="T46" fmla="*/ 149 w 42"/>
                  <a:gd name="T47" fmla="*/ 136 h 43"/>
                  <a:gd name="T48" fmla="*/ 84 w 42"/>
                  <a:gd name="T49" fmla="*/ 162 h 43"/>
                  <a:gd name="T50" fmla="*/ 29 w 42"/>
                  <a:gd name="T51" fmla="*/ 136 h 43"/>
                  <a:gd name="T52" fmla="*/ 16 w 42"/>
                  <a:gd name="T53" fmla="*/ 111 h 43"/>
                  <a:gd name="T54" fmla="*/ 157 w 42"/>
                  <a:gd name="T55" fmla="*/ 55 h 43"/>
                  <a:gd name="T56" fmla="*/ 170 w 42"/>
                  <a:gd name="T57" fmla="*/ 47 h 43"/>
                  <a:gd name="T58" fmla="*/ 157 w 42"/>
                  <a:gd name="T59" fmla="*/ 29 h 43"/>
                  <a:gd name="T60" fmla="*/ 149 w 42"/>
                  <a:gd name="T61" fmla="*/ 35 h 43"/>
                  <a:gd name="T62" fmla="*/ 157 w 42"/>
                  <a:gd name="T63" fmla="*/ 55 h 43"/>
                  <a:gd name="T64" fmla="*/ 178 w 42"/>
                  <a:gd name="T65" fmla="*/ 75 h 43"/>
                  <a:gd name="T66" fmla="*/ 178 w 42"/>
                  <a:gd name="T67" fmla="*/ 75 h 43"/>
                  <a:gd name="T68" fmla="*/ 178 w 42"/>
                  <a:gd name="T69" fmla="*/ 69 h 43"/>
                  <a:gd name="T70" fmla="*/ 178 w 42"/>
                  <a:gd name="T71" fmla="*/ 75 h 43"/>
                  <a:gd name="T72" fmla="*/ 63 w 42"/>
                  <a:gd name="T73" fmla="*/ 16 h 43"/>
                  <a:gd name="T74" fmla="*/ 68 w 42"/>
                  <a:gd name="T75" fmla="*/ 0 h 43"/>
                  <a:gd name="T76" fmla="*/ 29 w 42"/>
                  <a:gd name="T77" fmla="*/ 21 h 43"/>
                  <a:gd name="T78" fmla="*/ 42 w 42"/>
                  <a:gd name="T79" fmla="*/ 26 h 43"/>
                  <a:gd name="T80" fmla="*/ 63 w 42"/>
                  <a:gd name="T81" fmla="*/ 16 h 43"/>
                  <a:gd name="T82" fmla="*/ 128 w 42"/>
                  <a:gd name="T83" fmla="*/ 21 h 43"/>
                  <a:gd name="T84" fmla="*/ 136 w 42"/>
                  <a:gd name="T85" fmla="*/ 13 h 43"/>
                  <a:gd name="T86" fmla="*/ 123 w 42"/>
                  <a:gd name="T87" fmla="*/ 5 h 43"/>
                  <a:gd name="T88" fmla="*/ 128 w 42"/>
                  <a:gd name="T89" fmla="*/ 21 h 43"/>
                  <a:gd name="T90" fmla="*/ 128 w 42"/>
                  <a:gd name="T91" fmla="*/ 21 h 43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42" h="43">
                    <a:moveTo>
                      <a:pt x="39" y="23"/>
                    </a:moveTo>
                    <a:cubicBezTo>
                      <a:pt x="39" y="25"/>
                      <a:pt x="38" y="26"/>
                      <a:pt x="38" y="28"/>
                    </a:cubicBezTo>
                    <a:cubicBezTo>
                      <a:pt x="39" y="28"/>
                      <a:pt x="40" y="28"/>
                      <a:pt x="41" y="29"/>
                    </a:cubicBezTo>
                    <a:cubicBezTo>
                      <a:pt x="41" y="27"/>
                      <a:pt x="42" y="26"/>
                      <a:pt x="42" y="24"/>
                    </a:cubicBezTo>
                    <a:cubicBezTo>
                      <a:pt x="41" y="24"/>
                      <a:pt x="40" y="23"/>
                      <a:pt x="39" y="23"/>
                    </a:cubicBezTo>
                    <a:moveTo>
                      <a:pt x="22" y="3"/>
                    </a:moveTo>
                    <a:cubicBezTo>
                      <a:pt x="23" y="3"/>
                      <a:pt x="23" y="3"/>
                      <a:pt x="23" y="3"/>
                    </a:cubicBezTo>
                    <a:cubicBezTo>
                      <a:pt x="23" y="2"/>
                      <a:pt x="23" y="2"/>
                      <a:pt x="23" y="1"/>
                    </a:cubicBezTo>
                    <a:cubicBezTo>
                      <a:pt x="23" y="1"/>
                      <a:pt x="23" y="1"/>
                      <a:pt x="22" y="1"/>
                    </a:cubicBezTo>
                    <a:cubicBezTo>
                      <a:pt x="22" y="2"/>
                      <a:pt x="22" y="2"/>
                      <a:pt x="22" y="3"/>
                    </a:cubicBezTo>
                    <a:cubicBezTo>
                      <a:pt x="22" y="3"/>
                      <a:pt x="22" y="3"/>
                      <a:pt x="22" y="3"/>
                    </a:cubicBezTo>
                    <a:moveTo>
                      <a:pt x="3" y="20"/>
                    </a:moveTo>
                    <a:cubicBezTo>
                      <a:pt x="3" y="16"/>
                      <a:pt x="4" y="14"/>
                      <a:pt x="6" y="11"/>
                    </a:cubicBezTo>
                    <a:cubicBezTo>
                      <a:pt x="5" y="11"/>
                      <a:pt x="4" y="10"/>
                      <a:pt x="4" y="10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1" y="12"/>
                      <a:pt x="0" y="15"/>
                      <a:pt x="0" y="18"/>
                    </a:cubicBezTo>
                    <a:cubicBezTo>
                      <a:pt x="1" y="19"/>
                      <a:pt x="2" y="20"/>
                      <a:pt x="3" y="21"/>
                    </a:cubicBezTo>
                    <a:cubicBezTo>
                      <a:pt x="3" y="20"/>
                      <a:pt x="3" y="20"/>
                      <a:pt x="3" y="20"/>
                    </a:cubicBezTo>
                    <a:moveTo>
                      <a:pt x="4" y="27"/>
                    </a:moveTo>
                    <a:cubicBezTo>
                      <a:pt x="3" y="27"/>
                      <a:pt x="2" y="27"/>
                      <a:pt x="0" y="26"/>
                    </a:cubicBezTo>
                    <a:cubicBezTo>
                      <a:pt x="1" y="29"/>
                      <a:pt x="3" y="32"/>
                      <a:pt x="5" y="35"/>
                    </a:cubicBezTo>
                    <a:cubicBezTo>
                      <a:pt x="9" y="39"/>
                      <a:pt x="14" y="42"/>
                      <a:pt x="19" y="42"/>
                    </a:cubicBezTo>
                    <a:cubicBezTo>
                      <a:pt x="27" y="43"/>
                      <a:pt x="33" y="39"/>
                      <a:pt x="38" y="34"/>
                    </a:cubicBezTo>
                    <a:cubicBezTo>
                      <a:pt x="37" y="34"/>
                      <a:pt x="36" y="33"/>
                      <a:pt x="35" y="33"/>
                    </a:cubicBezTo>
                    <a:cubicBezTo>
                      <a:pt x="31" y="37"/>
                      <a:pt x="26" y="40"/>
                      <a:pt x="20" y="39"/>
                    </a:cubicBezTo>
                    <a:cubicBezTo>
                      <a:pt x="15" y="39"/>
                      <a:pt x="10" y="37"/>
                      <a:pt x="7" y="33"/>
                    </a:cubicBezTo>
                    <a:cubicBezTo>
                      <a:pt x="6" y="31"/>
                      <a:pt x="5" y="29"/>
                      <a:pt x="4" y="27"/>
                    </a:cubicBezTo>
                    <a:moveTo>
                      <a:pt x="37" y="13"/>
                    </a:moveTo>
                    <a:cubicBezTo>
                      <a:pt x="38" y="13"/>
                      <a:pt x="39" y="12"/>
                      <a:pt x="40" y="11"/>
                    </a:cubicBezTo>
                    <a:cubicBezTo>
                      <a:pt x="39" y="10"/>
                      <a:pt x="38" y="8"/>
                      <a:pt x="37" y="7"/>
                    </a:cubicBezTo>
                    <a:cubicBezTo>
                      <a:pt x="36" y="7"/>
                      <a:pt x="35" y="8"/>
                      <a:pt x="35" y="9"/>
                    </a:cubicBezTo>
                    <a:cubicBezTo>
                      <a:pt x="36" y="10"/>
                      <a:pt x="37" y="12"/>
                      <a:pt x="37" y="13"/>
                    </a:cubicBezTo>
                    <a:moveTo>
                      <a:pt x="42" y="18"/>
                    </a:moveTo>
                    <a:cubicBezTo>
                      <a:pt x="42" y="18"/>
                      <a:pt x="42" y="18"/>
                      <a:pt x="42" y="18"/>
                    </a:cubicBezTo>
                    <a:cubicBezTo>
                      <a:pt x="42" y="18"/>
                      <a:pt x="42" y="18"/>
                      <a:pt x="42" y="17"/>
                    </a:cubicBezTo>
                    <a:cubicBezTo>
                      <a:pt x="42" y="17"/>
                      <a:pt x="42" y="18"/>
                      <a:pt x="42" y="18"/>
                    </a:cubicBezTo>
                    <a:moveTo>
                      <a:pt x="15" y="4"/>
                    </a:moveTo>
                    <a:cubicBezTo>
                      <a:pt x="15" y="2"/>
                      <a:pt x="16" y="1"/>
                      <a:pt x="16" y="0"/>
                    </a:cubicBezTo>
                    <a:cubicBezTo>
                      <a:pt x="13" y="1"/>
                      <a:pt x="10" y="3"/>
                      <a:pt x="7" y="5"/>
                    </a:cubicBezTo>
                    <a:cubicBezTo>
                      <a:pt x="8" y="5"/>
                      <a:pt x="9" y="6"/>
                      <a:pt x="10" y="6"/>
                    </a:cubicBezTo>
                    <a:cubicBezTo>
                      <a:pt x="12" y="5"/>
                      <a:pt x="13" y="4"/>
                      <a:pt x="15" y="4"/>
                    </a:cubicBezTo>
                    <a:moveTo>
                      <a:pt x="30" y="5"/>
                    </a:moveTo>
                    <a:cubicBezTo>
                      <a:pt x="31" y="4"/>
                      <a:pt x="31" y="4"/>
                      <a:pt x="32" y="3"/>
                    </a:cubicBezTo>
                    <a:cubicBezTo>
                      <a:pt x="31" y="2"/>
                      <a:pt x="30" y="2"/>
                      <a:pt x="29" y="1"/>
                    </a:cubicBezTo>
                    <a:cubicBezTo>
                      <a:pt x="29" y="3"/>
                      <a:pt x="30" y="4"/>
                      <a:pt x="30" y="5"/>
                    </a:cubicBezTo>
                    <a:cubicBezTo>
                      <a:pt x="30" y="5"/>
                      <a:pt x="30" y="5"/>
                      <a:pt x="30" y="5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663" name="Freeform 293">
                <a:extLst>
                  <a:ext uri="{FF2B5EF4-FFF2-40B4-BE49-F238E27FC236}">
                    <a16:creationId xmlns:a16="http://schemas.microsoft.com/office/drawing/2014/main" id="{34C4DBBF-4FB0-4E58-B03B-DA5473D052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4" y="2554"/>
                <a:ext cx="68" cy="45"/>
              </a:xfrm>
              <a:custGeom>
                <a:avLst/>
                <a:gdLst>
                  <a:gd name="T0" fmla="*/ 0 w 42"/>
                  <a:gd name="T1" fmla="*/ 116 h 28"/>
                  <a:gd name="T2" fmla="*/ 39 w 42"/>
                  <a:gd name="T3" fmla="*/ 101 h 28"/>
                  <a:gd name="T4" fmla="*/ 115 w 42"/>
                  <a:gd name="T5" fmla="*/ 63 h 28"/>
                  <a:gd name="T6" fmla="*/ 178 w 42"/>
                  <a:gd name="T7" fmla="*/ 0 h 2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2" h="28">
                    <a:moveTo>
                      <a:pt x="0" y="28"/>
                    </a:moveTo>
                    <a:cubicBezTo>
                      <a:pt x="2" y="26"/>
                      <a:pt x="6" y="25"/>
                      <a:pt x="9" y="24"/>
                    </a:cubicBezTo>
                    <a:cubicBezTo>
                      <a:pt x="14" y="21"/>
                      <a:pt x="21" y="19"/>
                      <a:pt x="27" y="15"/>
                    </a:cubicBezTo>
                    <a:cubicBezTo>
                      <a:pt x="31" y="12"/>
                      <a:pt x="38" y="2"/>
                      <a:pt x="42" y="0"/>
                    </a:cubicBezTo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664" name="Freeform 294">
                <a:extLst>
                  <a:ext uri="{FF2B5EF4-FFF2-40B4-BE49-F238E27FC236}">
                    <a16:creationId xmlns:a16="http://schemas.microsoft.com/office/drawing/2014/main" id="{DECD02D4-8C7A-4927-96D6-D2FA8AC865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7" y="2565"/>
                <a:ext cx="52" cy="47"/>
              </a:xfrm>
              <a:custGeom>
                <a:avLst/>
                <a:gdLst>
                  <a:gd name="T0" fmla="*/ 138 w 32"/>
                  <a:gd name="T1" fmla="*/ 0 h 29"/>
                  <a:gd name="T2" fmla="*/ 89 w 32"/>
                  <a:gd name="T3" fmla="*/ 73 h 29"/>
                  <a:gd name="T4" fmla="*/ 0 w 32"/>
                  <a:gd name="T5" fmla="*/ 123 h 2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2" h="29">
                    <a:moveTo>
                      <a:pt x="32" y="0"/>
                    </a:moveTo>
                    <a:cubicBezTo>
                      <a:pt x="28" y="5"/>
                      <a:pt x="21" y="15"/>
                      <a:pt x="21" y="17"/>
                    </a:cubicBezTo>
                    <a:cubicBezTo>
                      <a:pt x="15" y="20"/>
                      <a:pt x="10" y="20"/>
                      <a:pt x="0" y="29"/>
                    </a:cubicBezTo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665" name="Freeform 295">
                <a:extLst>
                  <a:ext uri="{FF2B5EF4-FFF2-40B4-BE49-F238E27FC236}">
                    <a16:creationId xmlns:a16="http://schemas.microsoft.com/office/drawing/2014/main" id="{A033F210-6176-4962-843A-61685FD8DC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8" y="2501"/>
                <a:ext cx="69" cy="85"/>
              </a:xfrm>
              <a:custGeom>
                <a:avLst/>
                <a:gdLst>
                  <a:gd name="T0" fmla="*/ 157 w 43"/>
                  <a:gd name="T1" fmla="*/ 170 h 53"/>
                  <a:gd name="T2" fmla="*/ 178 w 43"/>
                  <a:gd name="T3" fmla="*/ 88 h 53"/>
                  <a:gd name="T4" fmla="*/ 120 w 43"/>
                  <a:gd name="T5" fmla="*/ 0 h 53"/>
                  <a:gd name="T6" fmla="*/ 90 w 43"/>
                  <a:gd name="T7" fmla="*/ 47 h 53"/>
                  <a:gd name="T8" fmla="*/ 75 w 43"/>
                  <a:gd name="T9" fmla="*/ 157 h 53"/>
                  <a:gd name="T10" fmla="*/ 0 w 43"/>
                  <a:gd name="T11" fmla="*/ 213 h 5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3" h="53">
                    <a:moveTo>
                      <a:pt x="38" y="41"/>
                    </a:moveTo>
                    <a:cubicBezTo>
                      <a:pt x="38" y="34"/>
                      <a:pt x="42" y="28"/>
                      <a:pt x="43" y="21"/>
                    </a:cubicBezTo>
                    <a:cubicBezTo>
                      <a:pt x="43" y="14"/>
                      <a:pt x="36" y="5"/>
                      <a:pt x="29" y="0"/>
                    </a:cubicBezTo>
                    <a:cubicBezTo>
                      <a:pt x="23" y="0"/>
                      <a:pt x="22" y="6"/>
                      <a:pt x="22" y="11"/>
                    </a:cubicBezTo>
                    <a:cubicBezTo>
                      <a:pt x="21" y="15"/>
                      <a:pt x="20" y="32"/>
                      <a:pt x="18" y="38"/>
                    </a:cubicBezTo>
                    <a:cubicBezTo>
                      <a:pt x="17" y="44"/>
                      <a:pt x="10" y="53"/>
                      <a:pt x="0" y="52"/>
                    </a:cubicBezTo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666" name="Freeform 296">
                <a:extLst>
                  <a:ext uri="{FF2B5EF4-FFF2-40B4-BE49-F238E27FC236}">
                    <a16:creationId xmlns:a16="http://schemas.microsoft.com/office/drawing/2014/main" id="{71DB4D2B-CDC9-4511-9804-3F3EF00DEE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4" y="2628"/>
                <a:ext cx="23" cy="10"/>
              </a:xfrm>
              <a:custGeom>
                <a:avLst/>
                <a:gdLst>
                  <a:gd name="T0" fmla="*/ 62 w 14"/>
                  <a:gd name="T1" fmla="*/ 13 h 6"/>
                  <a:gd name="T2" fmla="*/ 0 w 14"/>
                  <a:gd name="T3" fmla="*/ 28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6">
                    <a:moveTo>
                      <a:pt x="14" y="3"/>
                    </a:moveTo>
                    <a:cubicBezTo>
                      <a:pt x="12" y="0"/>
                      <a:pt x="5" y="1"/>
                      <a:pt x="0" y="6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667" name="Freeform 297">
                <a:extLst>
                  <a:ext uri="{FF2B5EF4-FFF2-40B4-BE49-F238E27FC236}">
                    <a16:creationId xmlns:a16="http://schemas.microsoft.com/office/drawing/2014/main" id="{C638D32A-E534-4190-B024-922BB134BE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9" y="2589"/>
                <a:ext cx="10" cy="12"/>
              </a:xfrm>
              <a:custGeom>
                <a:avLst/>
                <a:gdLst>
                  <a:gd name="T0" fmla="*/ 28 w 6"/>
                  <a:gd name="T1" fmla="*/ 36 h 7"/>
                  <a:gd name="T2" fmla="*/ 0 w 6"/>
                  <a:gd name="T3" fmla="*/ 9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7">
                    <a:moveTo>
                      <a:pt x="6" y="7"/>
                    </a:moveTo>
                    <a:cubicBezTo>
                      <a:pt x="3" y="4"/>
                      <a:pt x="2" y="0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668" name="Freeform 298">
                <a:extLst>
                  <a:ext uri="{FF2B5EF4-FFF2-40B4-BE49-F238E27FC236}">
                    <a16:creationId xmlns:a16="http://schemas.microsoft.com/office/drawing/2014/main" id="{1521F06B-8B4F-4D74-B65E-1645B02CB2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0" y="2562"/>
                <a:ext cx="8" cy="3"/>
              </a:xfrm>
              <a:custGeom>
                <a:avLst/>
                <a:gdLst>
                  <a:gd name="T0" fmla="*/ 21 w 5"/>
                  <a:gd name="T1" fmla="*/ 5 h 2"/>
                  <a:gd name="T2" fmla="*/ 0 w 5"/>
                  <a:gd name="T3" fmla="*/ 8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2">
                    <a:moveTo>
                      <a:pt x="5" y="1"/>
                    </a:moveTo>
                    <a:cubicBezTo>
                      <a:pt x="3" y="0"/>
                      <a:pt x="2" y="0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669" name="Freeform 299">
                <a:extLst>
                  <a:ext uri="{FF2B5EF4-FFF2-40B4-BE49-F238E27FC236}">
                    <a16:creationId xmlns:a16="http://schemas.microsoft.com/office/drawing/2014/main" id="{38EBA24F-55B4-444E-9C34-6A2AE9E9EE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5" y="2492"/>
                <a:ext cx="6" cy="16"/>
              </a:xfrm>
              <a:custGeom>
                <a:avLst/>
                <a:gdLst>
                  <a:gd name="T0" fmla="*/ 14 w 4"/>
                  <a:gd name="T1" fmla="*/ 0 h 10"/>
                  <a:gd name="T2" fmla="*/ 0 w 4"/>
                  <a:gd name="T3" fmla="*/ 42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0">
                    <a:moveTo>
                      <a:pt x="4" y="0"/>
                    </a:moveTo>
                    <a:cubicBezTo>
                      <a:pt x="3" y="3"/>
                      <a:pt x="0" y="5"/>
                      <a:pt x="0" y="10"/>
                    </a:cubicBezTo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670" name="Freeform 300">
                <a:extLst>
                  <a:ext uri="{FF2B5EF4-FFF2-40B4-BE49-F238E27FC236}">
                    <a16:creationId xmlns:a16="http://schemas.microsoft.com/office/drawing/2014/main" id="{583CC36F-FFBA-49E2-B37D-2B9E1CC0FD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4" y="2498"/>
                <a:ext cx="12" cy="3"/>
              </a:xfrm>
              <a:custGeom>
                <a:avLst/>
                <a:gdLst>
                  <a:gd name="T0" fmla="*/ 36 w 7"/>
                  <a:gd name="T1" fmla="*/ 8 h 2"/>
                  <a:gd name="T2" fmla="*/ 0 w 7"/>
                  <a:gd name="T3" fmla="*/ 8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2">
                    <a:moveTo>
                      <a:pt x="7" y="2"/>
                    </a:moveTo>
                    <a:cubicBezTo>
                      <a:pt x="5" y="1"/>
                      <a:pt x="3" y="0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671" name="Freeform 301">
                <a:extLst>
                  <a:ext uri="{FF2B5EF4-FFF2-40B4-BE49-F238E27FC236}">
                    <a16:creationId xmlns:a16="http://schemas.microsoft.com/office/drawing/2014/main" id="{4129D561-55B4-4B69-97A0-D19423A109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1" y="2525"/>
                <a:ext cx="8" cy="5"/>
              </a:xfrm>
              <a:custGeom>
                <a:avLst/>
                <a:gdLst>
                  <a:gd name="T0" fmla="*/ 21 w 5"/>
                  <a:gd name="T1" fmla="*/ 5 h 3"/>
                  <a:gd name="T2" fmla="*/ 0 w 5"/>
                  <a:gd name="T3" fmla="*/ 13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3">
                    <a:moveTo>
                      <a:pt x="5" y="1"/>
                    </a:moveTo>
                    <a:cubicBezTo>
                      <a:pt x="3" y="0"/>
                      <a:pt x="1" y="2"/>
                      <a:pt x="0" y="3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672" name="Freeform 302">
                <a:extLst>
                  <a:ext uri="{FF2B5EF4-FFF2-40B4-BE49-F238E27FC236}">
                    <a16:creationId xmlns:a16="http://schemas.microsoft.com/office/drawing/2014/main" id="{1367F845-E26D-4CC0-92BF-1FEF52E3B5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5" y="2522"/>
                <a:ext cx="35" cy="45"/>
              </a:xfrm>
              <a:custGeom>
                <a:avLst/>
                <a:gdLst>
                  <a:gd name="T0" fmla="*/ 89 w 22"/>
                  <a:gd name="T1" fmla="*/ 0 h 28"/>
                  <a:gd name="T2" fmla="*/ 48 w 22"/>
                  <a:gd name="T3" fmla="*/ 88 h 28"/>
                  <a:gd name="T4" fmla="*/ 0 w 22"/>
                  <a:gd name="T5" fmla="*/ 116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28">
                    <a:moveTo>
                      <a:pt x="22" y="0"/>
                    </a:moveTo>
                    <a:cubicBezTo>
                      <a:pt x="21" y="10"/>
                      <a:pt x="15" y="14"/>
                      <a:pt x="12" y="21"/>
                    </a:cubicBezTo>
                    <a:cubicBezTo>
                      <a:pt x="10" y="27"/>
                      <a:pt x="3" y="24"/>
                      <a:pt x="0" y="28"/>
                    </a:cubicBezTo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673" name="Freeform 303">
                <a:extLst>
                  <a:ext uri="{FF2B5EF4-FFF2-40B4-BE49-F238E27FC236}">
                    <a16:creationId xmlns:a16="http://schemas.microsoft.com/office/drawing/2014/main" id="{7A5AC7B6-0B27-4678-BBA0-302511B932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8" y="2511"/>
                <a:ext cx="26" cy="40"/>
              </a:xfrm>
              <a:custGeom>
                <a:avLst/>
                <a:gdLst>
                  <a:gd name="T0" fmla="*/ 68 w 16"/>
                  <a:gd name="T1" fmla="*/ 0 h 25"/>
                  <a:gd name="T2" fmla="*/ 29 w 16"/>
                  <a:gd name="T3" fmla="*/ 90 h 25"/>
                  <a:gd name="T4" fmla="*/ 0 w 16"/>
                  <a:gd name="T5" fmla="*/ 102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25">
                    <a:moveTo>
                      <a:pt x="16" y="0"/>
                    </a:moveTo>
                    <a:cubicBezTo>
                      <a:pt x="14" y="6"/>
                      <a:pt x="10" y="21"/>
                      <a:pt x="7" y="22"/>
                    </a:cubicBezTo>
                    <a:cubicBezTo>
                      <a:pt x="4" y="23"/>
                      <a:pt x="2" y="21"/>
                      <a:pt x="0" y="25"/>
                    </a:cubicBezTo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674" name="Freeform 304">
                <a:extLst>
                  <a:ext uri="{FF2B5EF4-FFF2-40B4-BE49-F238E27FC236}">
                    <a16:creationId xmlns:a16="http://schemas.microsoft.com/office/drawing/2014/main" id="{7FE13A32-231A-4AB6-87F1-B3539E16F5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4" y="2561"/>
                <a:ext cx="3" cy="16"/>
              </a:xfrm>
              <a:custGeom>
                <a:avLst/>
                <a:gdLst>
                  <a:gd name="T0" fmla="*/ 0 w 2"/>
                  <a:gd name="T1" fmla="*/ 0 h 10"/>
                  <a:gd name="T2" fmla="*/ 0 w 2"/>
                  <a:gd name="T3" fmla="*/ 42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0">
                    <a:moveTo>
                      <a:pt x="0" y="0"/>
                    </a:moveTo>
                    <a:cubicBezTo>
                      <a:pt x="2" y="1"/>
                      <a:pt x="1" y="8"/>
                      <a:pt x="0" y="1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675" name="Freeform 305">
                <a:extLst>
                  <a:ext uri="{FF2B5EF4-FFF2-40B4-BE49-F238E27FC236}">
                    <a16:creationId xmlns:a16="http://schemas.microsoft.com/office/drawing/2014/main" id="{1B770852-DD40-4F82-8F56-3445D79E50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5" y="3825"/>
                <a:ext cx="7" cy="34"/>
              </a:xfrm>
              <a:custGeom>
                <a:avLst/>
                <a:gdLst>
                  <a:gd name="T0" fmla="*/ 0 w 4"/>
                  <a:gd name="T1" fmla="*/ 0 h 21"/>
                  <a:gd name="T2" fmla="*/ 21 w 4"/>
                  <a:gd name="T3" fmla="*/ 89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1">
                    <a:moveTo>
                      <a:pt x="0" y="0"/>
                    </a:moveTo>
                    <a:cubicBezTo>
                      <a:pt x="0" y="8"/>
                      <a:pt x="4" y="21"/>
                      <a:pt x="4" y="21"/>
                    </a:cubicBezTo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676" name="Freeform 306">
                <a:extLst>
                  <a:ext uri="{FF2B5EF4-FFF2-40B4-BE49-F238E27FC236}">
                    <a16:creationId xmlns:a16="http://schemas.microsoft.com/office/drawing/2014/main" id="{22103150-5974-49CD-AC79-2AB636DE38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5" y="2034"/>
                <a:ext cx="45" cy="34"/>
              </a:xfrm>
              <a:custGeom>
                <a:avLst/>
                <a:gdLst>
                  <a:gd name="T0" fmla="*/ 0 w 28"/>
                  <a:gd name="T1" fmla="*/ 60 h 21"/>
                  <a:gd name="T2" fmla="*/ 90 w 28"/>
                  <a:gd name="T3" fmla="*/ 89 h 21"/>
                  <a:gd name="T4" fmla="*/ 0 w 28"/>
                  <a:gd name="T5" fmla="*/ 55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21">
                    <a:moveTo>
                      <a:pt x="0" y="14"/>
                    </a:moveTo>
                    <a:cubicBezTo>
                      <a:pt x="6" y="8"/>
                      <a:pt x="18" y="11"/>
                      <a:pt x="22" y="21"/>
                    </a:cubicBezTo>
                    <a:cubicBezTo>
                      <a:pt x="28" y="14"/>
                      <a:pt x="5" y="0"/>
                      <a:pt x="0" y="13"/>
                    </a:cubicBezTo>
                  </a:path>
                </a:pathLst>
              </a:custGeom>
              <a:solidFill>
                <a:srgbClr val="93574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677" name="Freeform 307">
                <a:extLst>
                  <a:ext uri="{FF2B5EF4-FFF2-40B4-BE49-F238E27FC236}">
                    <a16:creationId xmlns:a16="http://schemas.microsoft.com/office/drawing/2014/main" id="{5A986493-8FD3-4482-858D-442B758A41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4" y="3958"/>
                <a:ext cx="24" cy="16"/>
              </a:xfrm>
              <a:custGeom>
                <a:avLst/>
                <a:gdLst>
                  <a:gd name="T0" fmla="*/ 21 w 15"/>
                  <a:gd name="T1" fmla="*/ 5 h 10"/>
                  <a:gd name="T2" fmla="*/ 54 w 15"/>
                  <a:gd name="T3" fmla="*/ 13 h 10"/>
                  <a:gd name="T4" fmla="*/ 21 w 15"/>
                  <a:gd name="T5" fmla="*/ 16 h 10"/>
                  <a:gd name="T6" fmla="*/ 0 w 15"/>
                  <a:gd name="T7" fmla="*/ 29 h 10"/>
                  <a:gd name="T8" fmla="*/ 46 w 15"/>
                  <a:gd name="T9" fmla="*/ 42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0">
                    <a:moveTo>
                      <a:pt x="5" y="1"/>
                    </a:moveTo>
                    <a:cubicBezTo>
                      <a:pt x="8" y="2"/>
                      <a:pt x="12" y="0"/>
                      <a:pt x="13" y="3"/>
                    </a:cubicBezTo>
                    <a:cubicBezTo>
                      <a:pt x="15" y="9"/>
                      <a:pt x="6" y="5"/>
                      <a:pt x="5" y="4"/>
                    </a:cubicBezTo>
                    <a:cubicBezTo>
                      <a:pt x="3" y="4"/>
                      <a:pt x="0" y="4"/>
                      <a:pt x="0" y="7"/>
                    </a:cubicBezTo>
                    <a:cubicBezTo>
                      <a:pt x="1" y="10"/>
                      <a:pt x="9" y="9"/>
                      <a:pt x="11" y="10"/>
                    </a:cubicBezTo>
                  </a:path>
                </a:pathLst>
              </a:custGeom>
              <a:noFill/>
              <a:ln w="7938" cap="flat">
                <a:solidFill>
                  <a:srgbClr val="8A513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678" name="Freeform 308">
                <a:extLst>
                  <a:ext uri="{FF2B5EF4-FFF2-40B4-BE49-F238E27FC236}">
                    <a16:creationId xmlns:a16="http://schemas.microsoft.com/office/drawing/2014/main" id="{5022BD99-0DF0-43ED-9610-7EAABEE442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0" y="3960"/>
                <a:ext cx="14" cy="13"/>
              </a:xfrm>
              <a:custGeom>
                <a:avLst/>
                <a:gdLst>
                  <a:gd name="T0" fmla="*/ 34 w 9"/>
                  <a:gd name="T1" fmla="*/ 21 h 8"/>
                  <a:gd name="T2" fmla="*/ 0 w 9"/>
                  <a:gd name="T3" fmla="*/ 5 h 8"/>
                  <a:gd name="T4" fmla="*/ 22 w 9"/>
                  <a:gd name="T5" fmla="*/ 34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8">
                    <a:moveTo>
                      <a:pt x="9" y="5"/>
                    </a:moveTo>
                    <a:cubicBezTo>
                      <a:pt x="8" y="2"/>
                      <a:pt x="3" y="0"/>
                      <a:pt x="0" y="1"/>
                    </a:cubicBezTo>
                    <a:cubicBezTo>
                      <a:pt x="1" y="4"/>
                      <a:pt x="3" y="7"/>
                      <a:pt x="6" y="8"/>
                    </a:cubicBezTo>
                  </a:path>
                </a:pathLst>
              </a:custGeom>
              <a:noFill/>
              <a:ln w="7938" cap="flat">
                <a:solidFill>
                  <a:srgbClr val="8A513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679" name="Freeform 309">
                <a:extLst>
                  <a:ext uri="{FF2B5EF4-FFF2-40B4-BE49-F238E27FC236}">
                    <a16:creationId xmlns:a16="http://schemas.microsoft.com/office/drawing/2014/main" id="{29C6379A-B964-4DEE-90EF-2DCB7535E4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1" y="3953"/>
                <a:ext cx="23" cy="16"/>
              </a:xfrm>
              <a:custGeom>
                <a:avLst/>
                <a:gdLst>
                  <a:gd name="T0" fmla="*/ 62 w 14"/>
                  <a:gd name="T1" fmla="*/ 26 h 10"/>
                  <a:gd name="T2" fmla="*/ 21 w 14"/>
                  <a:gd name="T3" fmla="*/ 8 h 10"/>
                  <a:gd name="T4" fmla="*/ 58 w 14"/>
                  <a:gd name="T5" fmla="*/ 42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0">
                    <a:moveTo>
                      <a:pt x="14" y="6"/>
                    </a:moveTo>
                    <a:cubicBezTo>
                      <a:pt x="13" y="5"/>
                      <a:pt x="7" y="0"/>
                      <a:pt x="5" y="2"/>
                    </a:cubicBezTo>
                    <a:cubicBezTo>
                      <a:pt x="0" y="6"/>
                      <a:pt x="11" y="10"/>
                      <a:pt x="13" y="10"/>
                    </a:cubicBezTo>
                  </a:path>
                </a:pathLst>
              </a:custGeom>
              <a:noFill/>
              <a:ln w="7938" cap="flat">
                <a:solidFill>
                  <a:srgbClr val="8A513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680" name="Freeform 310">
                <a:extLst>
                  <a:ext uri="{FF2B5EF4-FFF2-40B4-BE49-F238E27FC236}">
                    <a16:creationId xmlns:a16="http://schemas.microsoft.com/office/drawing/2014/main" id="{9B895381-428A-4A3C-AD1C-8F46D463FB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5" y="3949"/>
                <a:ext cx="10" cy="8"/>
              </a:xfrm>
              <a:custGeom>
                <a:avLst/>
                <a:gdLst>
                  <a:gd name="T0" fmla="*/ 28 w 6"/>
                  <a:gd name="T1" fmla="*/ 21 h 5"/>
                  <a:gd name="T2" fmla="*/ 0 w 6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5">
                    <a:moveTo>
                      <a:pt x="6" y="5"/>
                    </a:moveTo>
                    <a:cubicBezTo>
                      <a:pt x="4" y="2"/>
                      <a:pt x="2" y="1"/>
                      <a:pt x="0" y="0"/>
                    </a:cubicBezTo>
                  </a:path>
                </a:pathLst>
              </a:custGeom>
              <a:noFill/>
              <a:ln w="7938" cap="flat">
                <a:solidFill>
                  <a:srgbClr val="8A513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681" name="Freeform 311">
                <a:extLst>
                  <a:ext uri="{FF2B5EF4-FFF2-40B4-BE49-F238E27FC236}">
                    <a16:creationId xmlns:a16="http://schemas.microsoft.com/office/drawing/2014/main" id="{E77E2307-F4C9-4286-B9F5-8E69305DDF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2" y="3957"/>
                <a:ext cx="18" cy="12"/>
              </a:xfrm>
              <a:custGeom>
                <a:avLst/>
                <a:gdLst>
                  <a:gd name="T0" fmla="*/ 5 w 11"/>
                  <a:gd name="T1" fmla="*/ 12 h 8"/>
                  <a:gd name="T2" fmla="*/ 43 w 11"/>
                  <a:gd name="T3" fmla="*/ 14 h 8"/>
                  <a:gd name="T4" fmla="*/ 0 w 11"/>
                  <a:gd name="T5" fmla="*/ 26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8">
                    <a:moveTo>
                      <a:pt x="1" y="3"/>
                    </a:moveTo>
                    <a:cubicBezTo>
                      <a:pt x="3" y="2"/>
                      <a:pt x="11" y="0"/>
                      <a:pt x="10" y="4"/>
                    </a:cubicBezTo>
                    <a:cubicBezTo>
                      <a:pt x="9" y="8"/>
                      <a:pt x="3" y="7"/>
                      <a:pt x="0" y="7"/>
                    </a:cubicBezTo>
                  </a:path>
                </a:pathLst>
              </a:custGeom>
              <a:noFill/>
              <a:ln w="7938" cap="flat">
                <a:solidFill>
                  <a:srgbClr val="8A513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682" name="Freeform 312">
                <a:extLst>
                  <a:ext uri="{FF2B5EF4-FFF2-40B4-BE49-F238E27FC236}">
                    <a16:creationId xmlns:a16="http://schemas.microsoft.com/office/drawing/2014/main" id="{3C2F24AB-B6F1-46FC-AFE5-89E30844DF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4" y="3960"/>
                <a:ext cx="21" cy="16"/>
              </a:xfrm>
              <a:custGeom>
                <a:avLst/>
                <a:gdLst>
                  <a:gd name="T0" fmla="*/ 0 w 13"/>
                  <a:gd name="T1" fmla="*/ 21 h 10"/>
                  <a:gd name="T2" fmla="*/ 39 w 13"/>
                  <a:gd name="T3" fmla="*/ 13 h 10"/>
                  <a:gd name="T4" fmla="*/ 5 w 13"/>
                  <a:gd name="T5" fmla="*/ 42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0">
                    <a:moveTo>
                      <a:pt x="0" y="5"/>
                    </a:moveTo>
                    <a:cubicBezTo>
                      <a:pt x="3" y="3"/>
                      <a:pt x="6" y="0"/>
                      <a:pt x="9" y="3"/>
                    </a:cubicBezTo>
                    <a:cubicBezTo>
                      <a:pt x="13" y="7"/>
                      <a:pt x="4" y="9"/>
                      <a:pt x="1" y="10"/>
                    </a:cubicBezTo>
                  </a:path>
                </a:pathLst>
              </a:custGeom>
              <a:noFill/>
              <a:ln w="7938" cap="flat">
                <a:solidFill>
                  <a:srgbClr val="8A513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683" name="Freeform 313">
                <a:extLst>
                  <a:ext uri="{FF2B5EF4-FFF2-40B4-BE49-F238E27FC236}">
                    <a16:creationId xmlns:a16="http://schemas.microsoft.com/office/drawing/2014/main" id="{7F1CC4A9-9AF5-401F-8999-D15A116ABA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5" y="3957"/>
                <a:ext cx="14" cy="6"/>
              </a:xfrm>
              <a:custGeom>
                <a:avLst/>
                <a:gdLst>
                  <a:gd name="T0" fmla="*/ 34 w 9"/>
                  <a:gd name="T1" fmla="*/ 0 h 4"/>
                  <a:gd name="T2" fmla="*/ 0 w 9"/>
                  <a:gd name="T3" fmla="*/ 14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4">
                    <a:moveTo>
                      <a:pt x="9" y="0"/>
                    </a:moveTo>
                    <a:cubicBezTo>
                      <a:pt x="6" y="1"/>
                      <a:pt x="3" y="2"/>
                      <a:pt x="0" y="4"/>
                    </a:cubicBezTo>
                  </a:path>
                </a:pathLst>
              </a:custGeom>
              <a:noFill/>
              <a:ln w="7938" cap="flat">
                <a:solidFill>
                  <a:srgbClr val="8A513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684" name="Freeform 314">
                <a:extLst>
                  <a:ext uri="{FF2B5EF4-FFF2-40B4-BE49-F238E27FC236}">
                    <a16:creationId xmlns:a16="http://schemas.microsoft.com/office/drawing/2014/main" id="{3D25DC48-8640-446E-B819-8D1E64353F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2" y="3950"/>
                <a:ext cx="13" cy="5"/>
              </a:xfrm>
              <a:custGeom>
                <a:avLst/>
                <a:gdLst>
                  <a:gd name="T0" fmla="*/ 34 w 8"/>
                  <a:gd name="T1" fmla="*/ 0 h 3"/>
                  <a:gd name="T2" fmla="*/ 0 w 8"/>
                  <a:gd name="T3" fmla="*/ 13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3">
                    <a:moveTo>
                      <a:pt x="8" y="0"/>
                    </a:moveTo>
                    <a:cubicBezTo>
                      <a:pt x="6" y="0"/>
                      <a:pt x="2" y="1"/>
                      <a:pt x="0" y="3"/>
                    </a:cubicBezTo>
                  </a:path>
                </a:pathLst>
              </a:custGeom>
              <a:noFill/>
              <a:ln w="7938" cap="flat">
                <a:solidFill>
                  <a:srgbClr val="8A513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685" name="Freeform 315">
                <a:extLst>
                  <a:ext uri="{FF2B5EF4-FFF2-40B4-BE49-F238E27FC236}">
                    <a16:creationId xmlns:a16="http://schemas.microsoft.com/office/drawing/2014/main" id="{15BA25CF-BE41-4928-A1CC-162FF051D8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1" y="1638"/>
                <a:ext cx="157" cy="180"/>
              </a:xfrm>
              <a:custGeom>
                <a:avLst/>
                <a:gdLst>
                  <a:gd name="T0" fmla="*/ 335 w 97"/>
                  <a:gd name="T1" fmla="*/ 0 h 112"/>
                  <a:gd name="T2" fmla="*/ 0 w 97"/>
                  <a:gd name="T3" fmla="*/ 323 h 112"/>
                  <a:gd name="T4" fmla="*/ 335 w 97"/>
                  <a:gd name="T5" fmla="*/ 0 h 1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7" h="112">
                    <a:moveTo>
                      <a:pt x="79" y="0"/>
                    </a:moveTo>
                    <a:cubicBezTo>
                      <a:pt x="79" y="0"/>
                      <a:pt x="97" y="112"/>
                      <a:pt x="0" y="78"/>
                    </a:cubicBezTo>
                    <a:cubicBezTo>
                      <a:pt x="0" y="78"/>
                      <a:pt x="88" y="108"/>
                      <a:pt x="79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686" name="Freeform 316">
                <a:extLst>
                  <a:ext uri="{FF2B5EF4-FFF2-40B4-BE49-F238E27FC236}">
                    <a16:creationId xmlns:a16="http://schemas.microsoft.com/office/drawing/2014/main" id="{68B8B6FB-70E2-41F1-B2EF-8AA0A2FEF0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9" y="1651"/>
                <a:ext cx="150" cy="171"/>
              </a:xfrm>
              <a:custGeom>
                <a:avLst/>
                <a:gdLst>
                  <a:gd name="T0" fmla="*/ 47 w 93"/>
                  <a:gd name="T1" fmla="*/ 0 h 107"/>
                  <a:gd name="T2" fmla="*/ 390 w 93"/>
                  <a:gd name="T3" fmla="*/ 273 h 107"/>
                  <a:gd name="T4" fmla="*/ 47 w 93"/>
                  <a:gd name="T5" fmla="*/ 0 h 10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3" h="107">
                    <a:moveTo>
                      <a:pt x="11" y="0"/>
                    </a:moveTo>
                    <a:cubicBezTo>
                      <a:pt x="11" y="0"/>
                      <a:pt x="0" y="107"/>
                      <a:pt x="93" y="67"/>
                    </a:cubicBezTo>
                    <a:cubicBezTo>
                      <a:pt x="93" y="67"/>
                      <a:pt x="13" y="104"/>
                      <a:pt x="11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687" name="Freeform 317">
                <a:extLst>
                  <a:ext uri="{FF2B5EF4-FFF2-40B4-BE49-F238E27FC236}">
                    <a16:creationId xmlns:a16="http://schemas.microsoft.com/office/drawing/2014/main" id="{14AB4089-03CA-4450-AF0C-40C9E4A494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1" y="2028"/>
                <a:ext cx="98" cy="29"/>
              </a:xfrm>
              <a:custGeom>
                <a:avLst/>
                <a:gdLst>
                  <a:gd name="T0" fmla="*/ 0 w 61"/>
                  <a:gd name="T1" fmla="*/ 76 h 18"/>
                  <a:gd name="T2" fmla="*/ 55 w 61"/>
                  <a:gd name="T3" fmla="*/ 71 h 18"/>
                  <a:gd name="T4" fmla="*/ 157 w 61"/>
                  <a:gd name="T5" fmla="*/ 34 h 18"/>
                  <a:gd name="T6" fmla="*/ 252 w 61"/>
                  <a:gd name="T7" fmla="*/ 8 h 18"/>
                  <a:gd name="T8" fmla="*/ 129 w 61"/>
                  <a:gd name="T9" fmla="*/ 55 h 18"/>
                  <a:gd name="T10" fmla="*/ 5 w 61"/>
                  <a:gd name="T11" fmla="*/ 68 h 1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1" h="18">
                    <a:moveTo>
                      <a:pt x="0" y="18"/>
                    </a:moveTo>
                    <a:cubicBezTo>
                      <a:pt x="4" y="16"/>
                      <a:pt x="9" y="18"/>
                      <a:pt x="13" y="17"/>
                    </a:cubicBezTo>
                    <a:cubicBezTo>
                      <a:pt x="22" y="16"/>
                      <a:pt x="29" y="12"/>
                      <a:pt x="38" y="8"/>
                    </a:cubicBezTo>
                    <a:cubicBezTo>
                      <a:pt x="46" y="4"/>
                      <a:pt x="54" y="4"/>
                      <a:pt x="61" y="2"/>
                    </a:cubicBezTo>
                    <a:cubicBezTo>
                      <a:pt x="52" y="0"/>
                      <a:pt x="40" y="10"/>
                      <a:pt x="31" y="13"/>
                    </a:cubicBezTo>
                    <a:cubicBezTo>
                      <a:pt x="22" y="16"/>
                      <a:pt x="11" y="17"/>
                      <a:pt x="1" y="16"/>
                    </a:cubicBezTo>
                  </a:path>
                </a:pathLst>
              </a:custGeom>
              <a:solidFill>
                <a:srgbClr val="8249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688" name="Freeform 318">
                <a:extLst>
                  <a:ext uri="{FF2B5EF4-FFF2-40B4-BE49-F238E27FC236}">
                    <a16:creationId xmlns:a16="http://schemas.microsoft.com/office/drawing/2014/main" id="{4A567387-9BE6-4E34-A827-9BCDAC4425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6" y="2028"/>
                <a:ext cx="97" cy="30"/>
              </a:xfrm>
              <a:custGeom>
                <a:avLst/>
                <a:gdLst>
                  <a:gd name="T0" fmla="*/ 254 w 60"/>
                  <a:gd name="T1" fmla="*/ 68 h 19"/>
                  <a:gd name="T2" fmla="*/ 97 w 60"/>
                  <a:gd name="T3" fmla="*/ 35 h 19"/>
                  <a:gd name="T4" fmla="*/ 0 w 60"/>
                  <a:gd name="T5" fmla="*/ 0 h 19"/>
                  <a:gd name="T6" fmla="*/ 238 w 60"/>
                  <a:gd name="T7" fmla="*/ 69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0" h="19">
                    <a:moveTo>
                      <a:pt x="60" y="17"/>
                    </a:moveTo>
                    <a:cubicBezTo>
                      <a:pt x="46" y="17"/>
                      <a:pt x="36" y="14"/>
                      <a:pt x="23" y="9"/>
                    </a:cubicBezTo>
                    <a:cubicBezTo>
                      <a:pt x="16" y="6"/>
                      <a:pt x="7" y="4"/>
                      <a:pt x="0" y="0"/>
                    </a:cubicBezTo>
                    <a:cubicBezTo>
                      <a:pt x="17" y="14"/>
                      <a:pt x="34" y="19"/>
                      <a:pt x="56" y="18"/>
                    </a:cubicBezTo>
                  </a:path>
                </a:pathLst>
              </a:custGeom>
              <a:solidFill>
                <a:srgbClr val="8249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689" name="Freeform 319">
                <a:extLst>
                  <a:ext uri="{FF2B5EF4-FFF2-40B4-BE49-F238E27FC236}">
                    <a16:creationId xmlns:a16="http://schemas.microsoft.com/office/drawing/2014/main" id="{01807609-7C7A-4810-AE47-DE1FCF67E0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4" y="2352"/>
                <a:ext cx="155" cy="87"/>
              </a:xfrm>
              <a:custGeom>
                <a:avLst/>
                <a:gdLst>
                  <a:gd name="T0" fmla="*/ 404 w 96"/>
                  <a:gd name="T1" fmla="*/ 226 h 54"/>
                  <a:gd name="T2" fmla="*/ 0 w 96"/>
                  <a:gd name="T3" fmla="*/ 21 h 54"/>
                  <a:gd name="T4" fmla="*/ 192 w 96"/>
                  <a:gd name="T5" fmla="*/ 90 h 54"/>
                  <a:gd name="T6" fmla="*/ 389 w 96"/>
                  <a:gd name="T7" fmla="*/ 211 h 5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6" h="54">
                    <a:moveTo>
                      <a:pt x="96" y="54"/>
                    </a:moveTo>
                    <a:cubicBezTo>
                      <a:pt x="72" y="33"/>
                      <a:pt x="37" y="0"/>
                      <a:pt x="0" y="5"/>
                    </a:cubicBezTo>
                    <a:cubicBezTo>
                      <a:pt x="15" y="13"/>
                      <a:pt x="31" y="15"/>
                      <a:pt x="46" y="22"/>
                    </a:cubicBezTo>
                    <a:cubicBezTo>
                      <a:pt x="59" y="27"/>
                      <a:pt x="84" y="39"/>
                      <a:pt x="92" y="50"/>
                    </a:cubicBezTo>
                  </a:path>
                </a:pathLst>
              </a:custGeom>
              <a:solidFill>
                <a:srgbClr val="8249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690" name="Freeform 320">
                <a:extLst>
                  <a:ext uri="{FF2B5EF4-FFF2-40B4-BE49-F238E27FC236}">
                    <a16:creationId xmlns:a16="http://schemas.microsoft.com/office/drawing/2014/main" id="{BB6F8D97-FC40-4726-B439-C20C78254E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2" y="2355"/>
                <a:ext cx="164" cy="93"/>
              </a:xfrm>
              <a:custGeom>
                <a:avLst/>
                <a:gdLst>
                  <a:gd name="T0" fmla="*/ 47 w 102"/>
                  <a:gd name="T1" fmla="*/ 210 h 58"/>
                  <a:gd name="T2" fmla="*/ 424 w 102"/>
                  <a:gd name="T3" fmla="*/ 35 h 58"/>
                  <a:gd name="T4" fmla="*/ 220 w 102"/>
                  <a:gd name="T5" fmla="*/ 123 h 58"/>
                  <a:gd name="T6" fmla="*/ 0 w 102"/>
                  <a:gd name="T7" fmla="*/ 239 h 5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2" h="58">
                    <a:moveTo>
                      <a:pt x="11" y="51"/>
                    </a:moveTo>
                    <a:cubicBezTo>
                      <a:pt x="25" y="33"/>
                      <a:pt x="74" y="0"/>
                      <a:pt x="102" y="9"/>
                    </a:cubicBezTo>
                    <a:cubicBezTo>
                      <a:pt x="88" y="10"/>
                      <a:pt x="66" y="24"/>
                      <a:pt x="53" y="30"/>
                    </a:cubicBezTo>
                    <a:cubicBezTo>
                      <a:pt x="35" y="38"/>
                      <a:pt x="17" y="48"/>
                      <a:pt x="0" y="58"/>
                    </a:cubicBezTo>
                  </a:path>
                </a:pathLst>
              </a:custGeom>
              <a:solidFill>
                <a:srgbClr val="8249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691" name="Freeform 321">
                <a:extLst>
                  <a:ext uri="{FF2B5EF4-FFF2-40B4-BE49-F238E27FC236}">
                    <a16:creationId xmlns:a16="http://schemas.microsoft.com/office/drawing/2014/main" id="{CCBF772E-03FB-48C8-8D91-36B09D7419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7" y="2386"/>
                <a:ext cx="101" cy="57"/>
              </a:xfrm>
              <a:custGeom>
                <a:avLst/>
                <a:gdLst>
                  <a:gd name="T0" fmla="*/ 0 w 63"/>
                  <a:gd name="T1" fmla="*/ 143 h 36"/>
                  <a:gd name="T2" fmla="*/ 107 w 63"/>
                  <a:gd name="T3" fmla="*/ 76 h 36"/>
                  <a:gd name="T4" fmla="*/ 260 w 63"/>
                  <a:gd name="T5" fmla="*/ 0 h 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3" h="36">
                    <a:moveTo>
                      <a:pt x="0" y="36"/>
                    </a:moveTo>
                    <a:cubicBezTo>
                      <a:pt x="9" y="32"/>
                      <a:pt x="17" y="24"/>
                      <a:pt x="26" y="19"/>
                    </a:cubicBezTo>
                    <a:cubicBezTo>
                      <a:pt x="37" y="12"/>
                      <a:pt x="50" y="3"/>
                      <a:pt x="63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692" name="Freeform 322">
                <a:extLst>
                  <a:ext uri="{FF2B5EF4-FFF2-40B4-BE49-F238E27FC236}">
                    <a16:creationId xmlns:a16="http://schemas.microsoft.com/office/drawing/2014/main" id="{F28FBE7E-247C-46F0-B737-7587F9BA86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8" y="2371"/>
                <a:ext cx="122" cy="74"/>
              </a:xfrm>
              <a:custGeom>
                <a:avLst/>
                <a:gdLst>
                  <a:gd name="T0" fmla="*/ 315 w 76"/>
                  <a:gd name="T1" fmla="*/ 191 h 46"/>
                  <a:gd name="T2" fmla="*/ 260 w 76"/>
                  <a:gd name="T3" fmla="*/ 142 h 46"/>
                  <a:gd name="T4" fmla="*/ 178 w 76"/>
                  <a:gd name="T5" fmla="*/ 80 h 46"/>
                  <a:gd name="T6" fmla="*/ 90 w 76"/>
                  <a:gd name="T7" fmla="*/ 29 h 46"/>
                  <a:gd name="T8" fmla="*/ 0 w 76"/>
                  <a:gd name="T9" fmla="*/ 0 h 4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6" h="46">
                    <a:moveTo>
                      <a:pt x="76" y="46"/>
                    </a:moveTo>
                    <a:cubicBezTo>
                      <a:pt x="74" y="42"/>
                      <a:pt x="67" y="37"/>
                      <a:pt x="63" y="34"/>
                    </a:cubicBezTo>
                    <a:cubicBezTo>
                      <a:pt x="57" y="28"/>
                      <a:pt x="50" y="24"/>
                      <a:pt x="43" y="19"/>
                    </a:cubicBezTo>
                    <a:cubicBezTo>
                      <a:pt x="37" y="15"/>
                      <a:pt x="29" y="10"/>
                      <a:pt x="22" y="7"/>
                    </a:cubicBezTo>
                    <a:cubicBezTo>
                      <a:pt x="15" y="4"/>
                      <a:pt x="7" y="3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693" name="Freeform 323">
                <a:extLst>
                  <a:ext uri="{FF2B5EF4-FFF2-40B4-BE49-F238E27FC236}">
                    <a16:creationId xmlns:a16="http://schemas.microsoft.com/office/drawing/2014/main" id="{6D56F14F-6FFB-4D49-98A0-81BB5692B1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2" y="940"/>
                <a:ext cx="46" cy="141"/>
              </a:xfrm>
              <a:custGeom>
                <a:avLst/>
                <a:gdLst>
                  <a:gd name="T0" fmla="*/ 63 w 29"/>
                  <a:gd name="T1" fmla="*/ 34 h 88"/>
                  <a:gd name="T2" fmla="*/ 0 w 29"/>
                  <a:gd name="T3" fmla="*/ 48 h 88"/>
                  <a:gd name="T4" fmla="*/ 21 w 29"/>
                  <a:gd name="T5" fmla="*/ 183 h 88"/>
                  <a:gd name="T6" fmla="*/ 40 w 29"/>
                  <a:gd name="T7" fmla="*/ 244 h 88"/>
                  <a:gd name="T8" fmla="*/ 63 w 29"/>
                  <a:gd name="T9" fmla="*/ 328 h 88"/>
                  <a:gd name="T10" fmla="*/ 89 w 29"/>
                  <a:gd name="T11" fmla="*/ 354 h 88"/>
                  <a:gd name="T12" fmla="*/ 116 w 29"/>
                  <a:gd name="T13" fmla="*/ 362 h 8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9" h="88">
                    <a:moveTo>
                      <a:pt x="16" y="8"/>
                    </a:moveTo>
                    <a:cubicBezTo>
                      <a:pt x="10" y="0"/>
                      <a:pt x="0" y="2"/>
                      <a:pt x="0" y="12"/>
                    </a:cubicBezTo>
                    <a:cubicBezTo>
                      <a:pt x="1" y="22"/>
                      <a:pt x="3" y="38"/>
                      <a:pt x="5" y="44"/>
                    </a:cubicBezTo>
                    <a:cubicBezTo>
                      <a:pt x="6" y="50"/>
                      <a:pt x="9" y="54"/>
                      <a:pt x="10" y="59"/>
                    </a:cubicBezTo>
                    <a:cubicBezTo>
                      <a:pt x="11" y="65"/>
                      <a:pt x="14" y="77"/>
                      <a:pt x="16" y="80"/>
                    </a:cubicBezTo>
                    <a:cubicBezTo>
                      <a:pt x="18" y="84"/>
                      <a:pt x="22" y="86"/>
                      <a:pt x="22" y="86"/>
                    </a:cubicBezTo>
                    <a:cubicBezTo>
                      <a:pt x="29" y="88"/>
                      <a:pt x="29" y="88"/>
                      <a:pt x="29" y="88"/>
                    </a:cubicBezTo>
                  </a:path>
                </a:pathLst>
              </a:custGeom>
              <a:solidFill>
                <a:srgbClr val="8A51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694" name="Freeform 324">
                <a:extLst>
                  <a:ext uri="{FF2B5EF4-FFF2-40B4-BE49-F238E27FC236}">
                    <a16:creationId xmlns:a16="http://schemas.microsoft.com/office/drawing/2014/main" id="{A4032527-288B-4733-8695-01AA6C7828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4" y="967"/>
                <a:ext cx="23" cy="85"/>
              </a:xfrm>
              <a:custGeom>
                <a:avLst/>
                <a:gdLst>
                  <a:gd name="T0" fmla="*/ 33 w 14"/>
                  <a:gd name="T1" fmla="*/ 34 h 53"/>
                  <a:gd name="T2" fmla="*/ 8 w 14"/>
                  <a:gd name="T3" fmla="*/ 13 h 53"/>
                  <a:gd name="T4" fmla="*/ 8 w 14"/>
                  <a:gd name="T5" fmla="*/ 61 h 53"/>
                  <a:gd name="T6" fmla="*/ 62 w 14"/>
                  <a:gd name="T7" fmla="*/ 191 h 5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53">
                    <a:moveTo>
                      <a:pt x="7" y="8"/>
                    </a:moveTo>
                    <a:cubicBezTo>
                      <a:pt x="7" y="5"/>
                      <a:pt x="5" y="0"/>
                      <a:pt x="2" y="3"/>
                    </a:cubicBezTo>
                    <a:cubicBezTo>
                      <a:pt x="0" y="5"/>
                      <a:pt x="2" y="13"/>
                      <a:pt x="2" y="15"/>
                    </a:cubicBezTo>
                    <a:cubicBezTo>
                      <a:pt x="3" y="19"/>
                      <a:pt x="6" y="53"/>
                      <a:pt x="14" y="46"/>
                    </a:cubicBezTo>
                  </a:path>
                </a:pathLst>
              </a:custGeom>
              <a:solidFill>
                <a:srgbClr val="8249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695" name="Freeform 325">
                <a:extLst>
                  <a:ext uri="{FF2B5EF4-FFF2-40B4-BE49-F238E27FC236}">
                    <a16:creationId xmlns:a16="http://schemas.microsoft.com/office/drawing/2014/main" id="{591C8FB2-A41B-4BA0-83D4-3F784C6DE9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2" y="940"/>
                <a:ext cx="41" cy="141"/>
              </a:xfrm>
              <a:custGeom>
                <a:avLst/>
                <a:gdLst>
                  <a:gd name="T0" fmla="*/ 62 w 26"/>
                  <a:gd name="T1" fmla="*/ 34 h 88"/>
                  <a:gd name="T2" fmla="*/ 0 w 26"/>
                  <a:gd name="T3" fmla="*/ 48 h 88"/>
                  <a:gd name="T4" fmla="*/ 21 w 26"/>
                  <a:gd name="T5" fmla="*/ 183 h 88"/>
                  <a:gd name="T6" fmla="*/ 39 w 26"/>
                  <a:gd name="T7" fmla="*/ 244 h 88"/>
                  <a:gd name="T8" fmla="*/ 60 w 26"/>
                  <a:gd name="T9" fmla="*/ 325 h 88"/>
                  <a:gd name="T10" fmla="*/ 103 w 26"/>
                  <a:gd name="T11" fmla="*/ 362 h 8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6" h="88">
                    <a:moveTo>
                      <a:pt x="16" y="8"/>
                    </a:moveTo>
                    <a:cubicBezTo>
                      <a:pt x="10" y="0"/>
                      <a:pt x="0" y="2"/>
                      <a:pt x="0" y="12"/>
                    </a:cubicBezTo>
                    <a:cubicBezTo>
                      <a:pt x="1" y="22"/>
                      <a:pt x="3" y="38"/>
                      <a:pt x="5" y="44"/>
                    </a:cubicBezTo>
                    <a:cubicBezTo>
                      <a:pt x="6" y="50"/>
                      <a:pt x="9" y="54"/>
                      <a:pt x="10" y="59"/>
                    </a:cubicBezTo>
                    <a:cubicBezTo>
                      <a:pt x="11" y="65"/>
                      <a:pt x="14" y="76"/>
                      <a:pt x="15" y="79"/>
                    </a:cubicBezTo>
                    <a:cubicBezTo>
                      <a:pt x="19" y="88"/>
                      <a:pt x="26" y="88"/>
                      <a:pt x="26" y="88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696" name="Freeform 326">
                <a:extLst>
                  <a:ext uri="{FF2B5EF4-FFF2-40B4-BE49-F238E27FC236}">
                    <a16:creationId xmlns:a16="http://schemas.microsoft.com/office/drawing/2014/main" id="{CC543287-2E52-4BDB-B272-46BB27572C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5" y="956"/>
                <a:ext cx="21" cy="24"/>
              </a:xfrm>
              <a:custGeom>
                <a:avLst/>
                <a:gdLst>
                  <a:gd name="T0" fmla="*/ 55 w 13"/>
                  <a:gd name="T1" fmla="*/ 54 h 15"/>
                  <a:gd name="T2" fmla="*/ 8 w 13"/>
                  <a:gd name="T3" fmla="*/ 5 h 15"/>
                  <a:gd name="T4" fmla="*/ 16 w 13"/>
                  <a:gd name="T5" fmla="*/ 61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5">
                    <a:moveTo>
                      <a:pt x="13" y="13"/>
                    </a:moveTo>
                    <a:cubicBezTo>
                      <a:pt x="9" y="6"/>
                      <a:pt x="5" y="0"/>
                      <a:pt x="2" y="1"/>
                    </a:cubicBezTo>
                    <a:cubicBezTo>
                      <a:pt x="0" y="2"/>
                      <a:pt x="3" y="11"/>
                      <a:pt x="4" y="15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697" name="Freeform 327">
                <a:extLst>
                  <a:ext uri="{FF2B5EF4-FFF2-40B4-BE49-F238E27FC236}">
                    <a16:creationId xmlns:a16="http://schemas.microsoft.com/office/drawing/2014/main" id="{C953A61D-67D7-497F-A1F1-4730256015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0" y="964"/>
                <a:ext cx="12" cy="64"/>
              </a:xfrm>
              <a:custGeom>
                <a:avLst/>
                <a:gdLst>
                  <a:gd name="T0" fmla="*/ 14 w 8"/>
                  <a:gd name="T1" fmla="*/ 0 h 40"/>
                  <a:gd name="T2" fmla="*/ 5 w 8"/>
                  <a:gd name="T3" fmla="*/ 67 h 40"/>
                  <a:gd name="T4" fmla="*/ 12 w 8"/>
                  <a:gd name="T5" fmla="*/ 136 h 40"/>
                  <a:gd name="T6" fmla="*/ 27 w 8"/>
                  <a:gd name="T7" fmla="*/ 163 h 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40">
                    <a:moveTo>
                      <a:pt x="4" y="0"/>
                    </a:moveTo>
                    <a:cubicBezTo>
                      <a:pt x="4" y="5"/>
                      <a:pt x="0" y="6"/>
                      <a:pt x="1" y="16"/>
                    </a:cubicBezTo>
                    <a:cubicBezTo>
                      <a:pt x="1" y="26"/>
                      <a:pt x="2" y="30"/>
                      <a:pt x="3" y="33"/>
                    </a:cubicBezTo>
                    <a:cubicBezTo>
                      <a:pt x="3" y="37"/>
                      <a:pt x="6" y="37"/>
                      <a:pt x="8" y="4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698" name="Freeform 328">
                <a:extLst>
                  <a:ext uri="{FF2B5EF4-FFF2-40B4-BE49-F238E27FC236}">
                    <a16:creationId xmlns:a16="http://schemas.microsoft.com/office/drawing/2014/main" id="{D06D6B28-B200-4759-82C5-6AEC81DC6E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2" y="993"/>
                <a:ext cx="17" cy="50"/>
              </a:xfrm>
              <a:custGeom>
                <a:avLst/>
                <a:gdLst>
                  <a:gd name="T0" fmla="*/ 49 w 10"/>
                  <a:gd name="T1" fmla="*/ 131 h 31"/>
                  <a:gd name="T2" fmla="*/ 5 w 10"/>
                  <a:gd name="T3" fmla="*/ 50 h 31"/>
                  <a:gd name="T4" fmla="*/ 5 w 10"/>
                  <a:gd name="T5" fmla="*/ 0 h 3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31">
                    <a:moveTo>
                      <a:pt x="10" y="31"/>
                    </a:moveTo>
                    <a:cubicBezTo>
                      <a:pt x="7" y="28"/>
                      <a:pt x="1" y="17"/>
                      <a:pt x="1" y="12"/>
                    </a:cubicBezTo>
                    <a:cubicBezTo>
                      <a:pt x="1" y="7"/>
                      <a:pt x="0" y="1"/>
                      <a:pt x="1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699" name="Freeform 329">
                <a:extLst>
                  <a:ext uri="{FF2B5EF4-FFF2-40B4-BE49-F238E27FC236}">
                    <a16:creationId xmlns:a16="http://schemas.microsoft.com/office/drawing/2014/main" id="{9D86D6C4-A8C4-44A0-B811-5230E74E99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0" y="940"/>
                <a:ext cx="47" cy="141"/>
              </a:xfrm>
              <a:custGeom>
                <a:avLst/>
                <a:gdLst>
                  <a:gd name="T0" fmla="*/ 55 w 29"/>
                  <a:gd name="T1" fmla="*/ 34 h 88"/>
                  <a:gd name="T2" fmla="*/ 118 w 29"/>
                  <a:gd name="T3" fmla="*/ 54 h 88"/>
                  <a:gd name="T4" fmla="*/ 102 w 29"/>
                  <a:gd name="T5" fmla="*/ 183 h 88"/>
                  <a:gd name="T6" fmla="*/ 81 w 29"/>
                  <a:gd name="T7" fmla="*/ 247 h 88"/>
                  <a:gd name="T8" fmla="*/ 55 w 29"/>
                  <a:gd name="T9" fmla="*/ 328 h 88"/>
                  <a:gd name="T10" fmla="*/ 29 w 29"/>
                  <a:gd name="T11" fmla="*/ 354 h 88"/>
                  <a:gd name="T12" fmla="*/ 0 w 29"/>
                  <a:gd name="T13" fmla="*/ 362 h 8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9" h="88">
                    <a:moveTo>
                      <a:pt x="13" y="8"/>
                    </a:moveTo>
                    <a:cubicBezTo>
                      <a:pt x="18" y="0"/>
                      <a:pt x="29" y="3"/>
                      <a:pt x="28" y="13"/>
                    </a:cubicBezTo>
                    <a:cubicBezTo>
                      <a:pt x="28" y="23"/>
                      <a:pt x="25" y="39"/>
                      <a:pt x="24" y="44"/>
                    </a:cubicBezTo>
                    <a:cubicBezTo>
                      <a:pt x="22" y="50"/>
                      <a:pt x="20" y="54"/>
                      <a:pt x="19" y="60"/>
                    </a:cubicBezTo>
                    <a:cubicBezTo>
                      <a:pt x="17" y="65"/>
                      <a:pt x="14" y="77"/>
                      <a:pt x="13" y="80"/>
                    </a:cubicBezTo>
                    <a:cubicBezTo>
                      <a:pt x="11" y="84"/>
                      <a:pt x="7" y="86"/>
                      <a:pt x="7" y="86"/>
                    </a:cubicBezTo>
                    <a:cubicBezTo>
                      <a:pt x="0" y="88"/>
                      <a:pt x="0" y="88"/>
                      <a:pt x="0" y="88"/>
                    </a:cubicBezTo>
                  </a:path>
                </a:pathLst>
              </a:custGeom>
              <a:solidFill>
                <a:srgbClr val="8A51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700" name="Freeform 330">
                <a:extLst>
                  <a:ext uri="{FF2B5EF4-FFF2-40B4-BE49-F238E27FC236}">
                    <a16:creationId xmlns:a16="http://schemas.microsoft.com/office/drawing/2014/main" id="{C9E10146-4C9D-4169-85D3-2A3ED7C5E5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2" y="967"/>
                <a:ext cx="22" cy="85"/>
              </a:xfrm>
              <a:custGeom>
                <a:avLst/>
                <a:gdLst>
                  <a:gd name="T0" fmla="*/ 27 w 14"/>
                  <a:gd name="T1" fmla="*/ 34 h 53"/>
                  <a:gd name="T2" fmla="*/ 47 w 14"/>
                  <a:gd name="T3" fmla="*/ 13 h 53"/>
                  <a:gd name="T4" fmla="*/ 42 w 14"/>
                  <a:gd name="T5" fmla="*/ 67 h 53"/>
                  <a:gd name="T6" fmla="*/ 0 w 14"/>
                  <a:gd name="T7" fmla="*/ 191 h 5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53">
                    <a:moveTo>
                      <a:pt x="7" y="8"/>
                    </a:moveTo>
                    <a:cubicBezTo>
                      <a:pt x="6" y="5"/>
                      <a:pt x="8" y="0"/>
                      <a:pt x="12" y="3"/>
                    </a:cubicBezTo>
                    <a:cubicBezTo>
                      <a:pt x="14" y="5"/>
                      <a:pt x="11" y="13"/>
                      <a:pt x="11" y="16"/>
                    </a:cubicBezTo>
                    <a:cubicBezTo>
                      <a:pt x="11" y="19"/>
                      <a:pt x="7" y="53"/>
                      <a:pt x="0" y="46"/>
                    </a:cubicBezTo>
                  </a:path>
                </a:pathLst>
              </a:custGeom>
              <a:solidFill>
                <a:srgbClr val="8249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701" name="Freeform 331">
                <a:extLst>
                  <a:ext uri="{FF2B5EF4-FFF2-40B4-BE49-F238E27FC236}">
                    <a16:creationId xmlns:a16="http://schemas.microsoft.com/office/drawing/2014/main" id="{B5B996FB-6312-4CA9-A7CB-FE847EAC10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4" y="940"/>
                <a:ext cx="43" cy="141"/>
              </a:xfrm>
              <a:custGeom>
                <a:avLst/>
                <a:gdLst>
                  <a:gd name="T0" fmla="*/ 46 w 27"/>
                  <a:gd name="T1" fmla="*/ 34 h 88"/>
                  <a:gd name="T2" fmla="*/ 104 w 27"/>
                  <a:gd name="T3" fmla="*/ 54 h 88"/>
                  <a:gd name="T4" fmla="*/ 89 w 27"/>
                  <a:gd name="T5" fmla="*/ 183 h 88"/>
                  <a:gd name="T6" fmla="*/ 68 w 27"/>
                  <a:gd name="T7" fmla="*/ 247 h 88"/>
                  <a:gd name="T8" fmla="*/ 46 w 27"/>
                  <a:gd name="T9" fmla="*/ 325 h 88"/>
                  <a:gd name="T10" fmla="*/ 0 w 27"/>
                  <a:gd name="T11" fmla="*/ 362 h 8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7" h="88">
                    <a:moveTo>
                      <a:pt x="11" y="8"/>
                    </a:moveTo>
                    <a:cubicBezTo>
                      <a:pt x="16" y="0"/>
                      <a:pt x="27" y="3"/>
                      <a:pt x="26" y="13"/>
                    </a:cubicBezTo>
                    <a:cubicBezTo>
                      <a:pt x="26" y="23"/>
                      <a:pt x="23" y="39"/>
                      <a:pt x="22" y="44"/>
                    </a:cubicBezTo>
                    <a:cubicBezTo>
                      <a:pt x="20" y="50"/>
                      <a:pt x="18" y="54"/>
                      <a:pt x="17" y="60"/>
                    </a:cubicBezTo>
                    <a:cubicBezTo>
                      <a:pt x="15" y="65"/>
                      <a:pt x="12" y="76"/>
                      <a:pt x="11" y="79"/>
                    </a:cubicBezTo>
                    <a:cubicBezTo>
                      <a:pt x="8" y="88"/>
                      <a:pt x="0" y="88"/>
                      <a:pt x="0" y="88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702" name="Freeform 332">
                <a:extLst>
                  <a:ext uri="{FF2B5EF4-FFF2-40B4-BE49-F238E27FC236}">
                    <a16:creationId xmlns:a16="http://schemas.microsoft.com/office/drawing/2014/main" id="{BC45E280-64E5-4FA2-8C67-BB3D98E102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1" y="956"/>
                <a:ext cx="21" cy="24"/>
              </a:xfrm>
              <a:custGeom>
                <a:avLst/>
                <a:gdLst>
                  <a:gd name="T0" fmla="*/ 0 w 13"/>
                  <a:gd name="T1" fmla="*/ 56 h 15"/>
                  <a:gd name="T2" fmla="*/ 47 w 13"/>
                  <a:gd name="T3" fmla="*/ 5 h 15"/>
                  <a:gd name="T4" fmla="*/ 42 w 13"/>
                  <a:gd name="T5" fmla="*/ 61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5">
                    <a:moveTo>
                      <a:pt x="0" y="14"/>
                    </a:moveTo>
                    <a:cubicBezTo>
                      <a:pt x="4" y="6"/>
                      <a:pt x="9" y="0"/>
                      <a:pt x="11" y="1"/>
                    </a:cubicBezTo>
                    <a:cubicBezTo>
                      <a:pt x="13" y="3"/>
                      <a:pt x="11" y="11"/>
                      <a:pt x="10" y="15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703" name="Freeform 333">
                <a:extLst>
                  <a:ext uri="{FF2B5EF4-FFF2-40B4-BE49-F238E27FC236}">
                    <a16:creationId xmlns:a16="http://schemas.microsoft.com/office/drawing/2014/main" id="{1EAD05A2-1184-4EC2-9834-EA948A8F46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6" y="964"/>
                <a:ext cx="12" cy="66"/>
              </a:xfrm>
              <a:custGeom>
                <a:avLst/>
                <a:gdLst>
                  <a:gd name="T0" fmla="*/ 21 w 7"/>
                  <a:gd name="T1" fmla="*/ 0 h 41"/>
                  <a:gd name="T2" fmla="*/ 36 w 7"/>
                  <a:gd name="T3" fmla="*/ 68 h 41"/>
                  <a:gd name="T4" fmla="*/ 26 w 7"/>
                  <a:gd name="T5" fmla="*/ 137 h 41"/>
                  <a:gd name="T6" fmla="*/ 0 w 7"/>
                  <a:gd name="T7" fmla="*/ 171 h 4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41">
                    <a:moveTo>
                      <a:pt x="4" y="0"/>
                    </a:moveTo>
                    <a:cubicBezTo>
                      <a:pt x="3" y="6"/>
                      <a:pt x="7" y="6"/>
                      <a:pt x="7" y="16"/>
                    </a:cubicBezTo>
                    <a:cubicBezTo>
                      <a:pt x="6" y="26"/>
                      <a:pt x="5" y="30"/>
                      <a:pt x="5" y="33"/>
                    </a:cubicBezTo>
                    <a:cubicBezTo>
                      <a:pt x="4" y="37"/>
                      <a:pt x="2" y="37"/>
                      <a:pt x="0" y="41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704" name="Freeform 334">
                <a:extLst>
                  <a:ext uri="{FF2B5EF4-FFF2-40B4-BE49-F238E27FC236}">
                    <a16:creationId xmlns:a16="http://schemas.microsoft.com/office/drawing/2014/main" id="{7E67C997-9921-4A9F-94E3-5A4B2D4405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0" y="994"/>
                <a:ext cx="15" cy="49"/>
              </a:xfrm>
              <a:custGeom>
                <a:avLst/>
                <a:gdLst>
                  <a:gd name="T0" fmla="*/ 0 w 9"/>
                  <a:gd name="T1" fmla="*/ 131 h 30"/>
                  <a:gd name="T2" fmla="*/ 37 w 9"/>
                  <a:gd name="T3" fmla="*/ 47 h 30"/>
                  <a:gd name="T4" fmla="*/ 42 w 9"/>
                  <a:gd name="T5" fmla="*/ 0 h 3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30">
                    <a:moveTo>
                      <a:pt x="0" y="30"/>
                    </a:moveTo>
                    <a:cubicBezTo>
                      <a:pt x="3" y="27"/>
                      <a:pt x="8" y="16"/>
                      <a:pt x="8" y="11"/>
                    </a:cubicBezTo>
                    <a:cubicBezTo>
                      <a:pt x="8" y="6"/>
                      <a:pt x="9" y="0"/>
                      <a:pt x="9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705" name="Freeform 335">
                <a:extLst>
                  <a:ext uri="{FF2B5EF4-FFF2-40B4-BE49-F238E27FC236}">
                    <a16:creationId xmlns:a16="http://schemas.microsoft.com/office/drawing/2014/main" id="{2A6EA4C7-038E-45BF-97D7-C5B7D416C8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9" y="3122"/>
                <a:ext cx="84" cy="40"/>
              </a:xfrm>
              <a:custGeom>
                <a:avLst/>
                <a:gdLst>
                  <a:gd name="T0" fmla="*/ 16 w 52"/>
                  <a:gd name="T1" fmla="*/ 0 h 25"/>
                  <a:gd name="T2" fmla="*/ 220 w 52"/>
                  <a:gd name="T3" fmla="*/ 5 h 25"/>
                  <a:gd name="T4" fmla="*/ 0 w 52"/>
                  <a:gd name="T5" fmla="*/ 13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2" h="25">
                    <a:moveTo>
                      <a:pt x="4" y="0"/>
                    </a:moveTo>
                    <a:cubicBezTo>
                      <a:pt x="19" y="6"/>
                      <a:pt x="38" y="17"/>
                      <a:pt x="52" y="1"/>
                    </a:cubicBezTo>
                    <a:cubicBezTo>
                      <a:pt x="45" y="25"/>
                      <a:pt x="12" y="17"/>
                      <a:pt x="0" y="3"/>
                    </a:cubicBezTo>
                  </a:path>
                </a:pathLst>
              </a:custGeom>
              <a:solidFill>
                <a:srgbClr val="8249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706" name="Freeform 336">
                <a:extLst>
                  <a:ext uri="{FF2B5EF4-FFF2-40B4-BE49-F238E27FC236}">
                    <a16:creationId xmlns:a16="http://schemas.microsoft.com/office/drawing/2014/main" id="{BC48EB30-A369-43E6-B981-722E4A0954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9" y="3117"/>
                <a:ext cx="78" cy="34"/>
              </a:xfrm>
              <a:custGeom>
                <a:avLst/>
                <a:gdLst>
                  <a:gd name="T0" fmla="*/ 0 w 48"/>
                  <a:gd name="T1" fmla="*/ 0 h 21"/>
                  <a:gd name="T2" fmla="*/ 206 w 48"/>
                  <a:gd name="T3" fmla="*/ 29 h 21"/>
                  <a:gd name="T4" fmla="*/ 21 w 48"/>
                  <a:gd name="T5" fmla="*/ 13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8" h="21">
                    <a:moveTo>
                      <a:pt x="0" y="0"/>
                    </a:moveTo>
                    <a:cubicBezTo>
                      <a:pt x="13" y="4"/>
                      <a:pt x="35" y="18"/>
                      <a:pt x="48" y="7"/>
                    </a:cubicBezTo>
                    <a:cubicBezTo>
                      <a:pt x="35" y="13"/>
                      <a:pt x="13" y="21"/>
                      <a:pt x="5" y="3"/>
                    </a:cubicBezTo>
                  </a:path>
                </a:pathLst>
              </a:custGeom>
              <a:solidFill>
                <a:srgbClr val="8249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707" name="Freeform 337">
                <a:extLst>
                  <a:ext uri="{FF2B5EF4-FFF2-40B4-BE49-F238E27FC236}">
                    <a16:creationId xmlns:a16="http://schemas.microsoft.com/office/drawing/2014/main" id="{030DD27E-9ABF-460A-ACB6-A7AE1E62E7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0" y="3015"/>
                <a:ext cx="45" cy="25"/>
              </a:xfrm>
              <a:custGeom>
                <a:avLst/>
                <a:gdLst>
                  <a:gd name="T0" fmla="*/ 0 w 28"/>
                  <a:gd name="T1" fmla="*/ 53 h 16"/>
                  <a:gd name="T2" fmla="*/ 116 w 28"/>
                  <a:gd name="T3" fmla="*/ 61 h 16"/>
                  <a:gd name="T4" fmla="*/ 5 w 28"/>
                  <a:gd name="T5" fmla="*/ 34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16">
                    <a:moveTo>
                      <a:pt x="0" y="14"/>
                    </a:moveTo>
                    <a:cubicBezTo>
                      <a:pt x="12" y="8"/>
                      <a:pt x="18" y="7"/>
                      <a:pt x="28" y="16"/>
                    </a:cubicBezTo>
                    <a:cubicBezTo>
                      <a:pt x="22" y="8"/>
                      <a:pt x="10" y="0"/>
                      <a:pt x="1" y="9"/>
                    </a:cubicBezTo>
                  </a:path>
                </a:pathLst>
              </a:custGeom>
              <a:solidFill>
                <a:srgbClr val="8249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708" name="Freeform 338">
                <a:extLst>
                  <a:ext uri="{FF2B5EF4-FFF2-40B4-BE49-F238E27FC236}">
                    <a16:creationId xmlns:a16="http://schemas.microsoft.com/office/drawing/2014/main" id="{A56787ED-D095-4F9D-B8BB-D142BDB031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8" y="3013"/>
                <a:ext cx="51" cy="23"/>
              </a:xfrm>
              <a:custGeom>
                <a:avLst/>
                <a:gdLst>
                  <a:gd name="T0" fmla="*/ 5 w 32"/>
                  <a:gd name="T1" fmla="*/ 43 h 14"/>
                  <a:gd name="T2" fmla="*/ 129 w 32"/>
                  <a:gd name="T3" fmla="*/ 62 h 14"/>
                  <a:gd name="T4" fmla="*/ 0 w 32"/>
                  <a:gd name="T5" fmla="*/ 35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2" h="14">
                    <a:moveTo>
                      <a:pt x="1" y="10"/>
                    </a:moveTo>
                    <a:cubicBezTo>
                      <a:pt x="12" y="5"/>
                      <a:pt x="24" y="6"/>
                      <a:pt x="32" y="14"/>
                    </a:cubicBezTo>
                    <a:cubicBezTo>
                      <a:pt x="25" y="0"/>
                      <a:pt x="11" y="1"/>
                      <a:pt x="0" y="8"/>
                    </a:cubicBezTo>
                  </a:path>
                </a:pathLst>
              </a:custGeom>
              <a:solidFill>
                <a:srgbClr val="8249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709" name="Freeform 339">
                <a:extLst>
                  <a:ext uri="{FF2B5EF4-FFF2-40B4-BE49-F238E27FC236}">
                    <a16:creationId xmlns:a16="http://schemas.microsoft.com/office/drawing/2014/main" id="{664341B6-71E5-4881-855E-C8DF18C832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4" y="951"/>
                <a:ext cx="26" cy="80"/>
              </a:xfrm>
              <a:custGeom>
                <a:avLst/>
                <a:gdLst>
                  <a:gd name="T0" fmla="*/ 0 w 16"/>
                  <a:gd name="T1" fmla="*/ 0 h 50"/>
                  <a:gd name="T2" fmla="*/ 63 w 16"/>
                  <a:gd name="T3" fmla="*/ 107 h 50"/>
                  <a:gd name="T4" fmla="*/ 63 w 16"/>
                  <a:gd name="T5" fmla="*/ 163 h 50"/>
                  <a:gd name="T6" fmla="*/ 55 w 16"/>
                  <a:gd name="T7" fmla="*/ 205 h 50"/>
                  <a:gd name="T8" fmla="*/ 54 w 16"/>
                  <a:gd name="T9" fmla="*/ 118 h 50"/>
                  <a:gd name="T10" fmla="*/ 39 w 16"/>
                  <a:gd name="T11" fmla="*/ 90 h 50"/>
                  <a:gd name="T12" fmla="*/ 5 w 16"/>
                  <a:gd name="T13" fmla="*/ 90 h 50"/>
                  <a:gd name="T14" fmla="*/ 13 w 16"/>
                  <a:gd name="T15" fmla="*/ 46 h 50"/>
                  <a:gd name="T16" fmla="*/ 0 w 16"/>
                  <a:gd name="T17" fmla="*/ 5 h 5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6" h="50">
                    <a:moveTo>
                      <a:pt x="0" y="0"/>
                    </a:moveTo>
                    <a:cubicBezTo>
                      <a:pt x="10" y="6"/>
                      <a:pt x="14" y="15"/>
                      <a:pt x="15" y="26"/>
                    </a:cubicBezTo>
                    <a:cubicBezTo>
                      <a:pt x="16" y="31"/>
                      <a:pt x="16" y="36"/>
                      <a:pt x="15" y="40"/>
                    </a:cubicBezTo>
                    <a:cubicBezTo>
                      <a:pt x="15" y="44"/>
                      <a:pt x="13" y="47"/>
                      <a:pt x="13" y="50"/>
                    </a:cubicBezTo>
                    <a:cubicBezTo>
                      <a:pt x="11" y="43"/>
                      <a:pt x="14" y="36"/>
                      <a:pt x="12" y="29"/>
                    </a:cubicBezTo>
                    <a:cubicBezTo>
                      <a:pt x="12" y="26"/>
                      <a:pt x="11" y="24"/>
                      <a:pt x="9" y="22"/>
                    </a:cubicBezTo>
                    <a:cubicBezTo>
                      <a:pt x="6" y="21"/>
                      <a:pt x="4" y="24"/>
                      <a:pt x="1" y="22"/>
                    </a:cubicBezTo>
                    <a:cubicBezTo>
                      <a:pt x="3" y="18"/>
                      <a:pt x="5" y="16"/>
                      <a:pt x="3" y="11"/>
                    </a:cubicBezTo>
                    <a:cubicBezTo>
                      <a:pt x="1" y="8"/>
                      <a:pt x="1" y="4"/>
                      <a:pt x="0" y="1"/>
                    </a:cubicBezTo>
                  </a:path>
                </a:pathLst>
              </a:custGeom>
              <a:solidFill>
                <a:srgbClr val="8249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710" name="Freeform 340">
                <a:extLst>
                  <a:ext uri="{FF2B5EF4-FFF2-40B4-BE49-F238E27FC236}">
                    <a16:creationId xmlns:a16="http://schemas.microsoft.com/office/drawing/2014/main" id="{CCFE6A44-0FBB-47C9-8462-320A431270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9" y="950"/>
                <a:ext cx="34" cy="30"/>
              </a:xfrm>
              <a:custGeom>
                <a:avLst/>
                <a:gdLst>
                  <a:gd name="T0" fmla="*/ 84 w 21"/>
                  <a:gd name="T1" fmla="*/ 5 h 19"/>
                  <a:gd name="T2" fmla="*/ 29 w 21"/>
                  <a:gd name="T3" fmla="*/ 74 h 19"/>
                  <a:gd name="T4" fmla="*/ 60 w 21"/>
                  <a:gd name="T5" fmla="*/ 43 h 19"/>
                  <a:gd name="T6" fmla="*/ 84 w 21"/>
                  <a:gd name="T7" fmla="*/ 5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19">
                    <a:moveTo>
                      <a:pt x="20" y="1"/>
                    </a:moveTo>
                    <a:cubicBezTo>
                      <a:pt x="14" y="0"/>
                      <a:pt x="0" y="16"/>
                      <a:pt x="7" y="19"/>
                    </a:cubicBezTo>
                    <a:cubicBezTo>
                      <a:pt x="8" y="14"/>
                      <a:pt x="10" y="13"/>
                      <a:pt x="14" y="11"/>
                    </a:cubicBezTo>
                    <a:cubicBezTo>
                      <a:pt x="17" y="9"/>
                      <a:pt x="21" y="5"/>
                      <a:pt x="20" y="1"/>
                    </a:cubicBezTo>
                  </a:path>
                </a:pathLst>
              </a:custGeom>
              <a:solidFill>
                <a:srgbClr val="8249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711" name="Freeform 341">
                <a:extLst>
                  <a:ext uri="{FF2B5EF4-FFF2-40B4-BE49-F238E27FC236}">
                    <a16:creationId xmlns:a16="http://schemas.microsoft.com/office/drawing/2014/main" id="{C5445AEB-CCF2-417F-BB63-5C45CBC5CF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6" y="956"/>
                <a:ext cx="28" cy="22"/>
              </a:xfrm>
              <a:custGeom>
                <a:avLst/>
                <a:gdLst>
                  <a:gd name="T0" fmla="*/ 68 w 17"/>
                  <a:gd name="T1" fmla="*/ 27 h 14"/>
                  <a:gd name="T2" fmla="*/ 0 w 17"/>
                  <a:gd name="T3" fmla="*/ 0 h 14"/>
                  <a:gd name="T4" fmla="*/ 26 w 17"/>
                  <a:gd name="T5" fmla="*/ 13 h 14"/>
                  <a:gd name="T6" fmla="*/ 49 w 17"/>
                  <a:gd name="T7" fmla="*/ 27 h 14"/>
                  <a:gd name="T8" fmla="*/ 76 w 17"/>
                  <a:gd name="T9" fmla="*/ 55 h 14"/>
                  <a:gd name="T10" fmla="*/ 76 w 17"/>
                  <a:gd name="T11" fmla="*/ 39 h 1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7" h="14">
                    <a:moveTo>
                      <a:pt x="15" y="7"/>
                    </a:moveTo>
                    <a:cubicBezTo>
                      <a:pt x="12" y="2"/>
                      <a:pt x="6" y="0"/>
                      <a:pt x="0" y="0"/>
                    </a:cubicBezTo>
                    <a:cubicBezTo>
                      <a:pt x="1" y="2"/>
                      <a:pt x="4" y="2"/>
                      <a:pt x="6" y="3"/>
                    </a:cubicBezTo>
                    <a:cubicBezTo>
                      <a:pt x="7" y="4"/>
                      <a:pt x="9" y="6"/>
                      <a:pt x="11" y="7"/>
                    </a:cubicBezTo>
                    <a:cubicBezTo>
                      <a:pt x="12" y="9"/>
                      <a:pt x="15" y="13"/>
                      <a:pt x="17" y="14"/>
                    </a:cubicBezTo>
                    <a:cubicBezTo>
                      <a:pt x="17" y="13"/>
                      <a:pt x="17" y="11"/>
                      <a:pt x="17" y="10"/>
                    </a:cubicBezTo>
                  </a:path>
                </a:pathLst>
              </a:custGeom>
              <a:solidFill>
                <a:srgbClr val="8249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712" name="Freeform 342">
                <a:extLst>
                  <a:ext uri="{FF2B5EF4-FFF2-40B4-BE49-F238E27FC236}">
                    <a16:creationId xmlns:a16="http://schemas.microsoft.com/office/drawing/2014/main" id="{A06C354E-23B5-464F-BABB-EC47DB4575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0" y="1426"/>
                <a:ext cx="29" cy="202"/>
              </a:xfrm>
              <a:custGeom>
                <a:avLst/>
                <a:gdLst>
                  <a:gd name="T0" fmla="*/ 0 w 18"/>
                  <a:gd name="T1" fmla="*/ 519 h 126"/>
                  <a:gd name="T2" fmla="*/ 68 w 18"/>
                  <a:gd name="T3" fmla="*/ 210 h 126"/>
                  <a:gd name="T4" fmla="*/ 0 w 18"/>
                  <a:gd name="T5" fmla="*/ 0 h 1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126">
                    <a:moveTo>
                      <a:pt x="0" y="126"/>
                    </a:moveTo>
                    <a:cubicBezTo>
                      <a:pt x="4" y="110"/>
                      <a:pt x="13" y="68"/>
                      <a:pt x="16" y="51"/>
                    </a:cubicBezTo>
                    <a:cubicBezTo>
                      <a:pt x="18" y="35"/>
                      <a:pt x="3" y="24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713" name="Freeform 343">
                <a:extLst>
                  <a:ext uri="{FF2B5EF4-FFF2-40B4-BE49-F238E27FC236}">
                    <a16:creationId xmlns:a16="http://schemas.microsoft.com/office/drawing/2014/main" id="{111D8928-672D-44F9-AACB-E0889C6443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8" y="1436"/>
                <a:ext cx="41" cy="186"/>
              </a:xfrm>
              <a:custGeom>
                <a:avLst/>
                <a:gdLst>
                  <a:gd name="T0" fmla="*/ 41 w 25"/>
                  <a:gd name="T1" fmla="*/ 0 h 116"/>
                  <a:gd name="T2" fmla="*/ 8 w 25"/>
                  <a:gd name="T3" fmla="*/ 172 h 116"/>
                  <a:gd name="T4" fmla="*/ 110 w 25"/>
                  <a:gd name="T5" fmla="*/ 478 h 1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116">
                    <a:moveTo>
                      <a:pt x="9" y="0"/>
                    </a:moveTo>
                    <a:cubicBezTo>
                      <a:pt x="9" y="11"/>
                      <a:pt x="0" y="29"/>
                      <a:pt x="2" y="42"/>
                    </a:cubicBezTo>
                    <a:cubicBezTo>
                      <a:pt x="6" y="67"/>
                      <a:pt x="22" y="92"/>
                      <a:pt x="25" y="116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714" name="Freeform 344">
                <a:extLst>
                  <a:ext uri="{FF2B5EF4-FFF2-40B4-BE49-F238E27FC236}">
                    <a16:creationId xmlns:a16="http://schemas.microsoft.com/office/drawing/2014/main" id="{D6EDF2D0-3A23-4813-B665-9C7AD91125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3" y="1471"/>
                <a:ext cx="8" cy="34"/>
              </a:xfrm>
              <a:custGeom>
                <a:avLst/>
                <a:gdLst>
                  <a:gd name="T0" fmla="*/ 0 w 5"/>
                  <a:gd name="T1" fmla="*/ 89 h 21"/>
                  <a:gd name="T2" fmla="*/ 21 w 5"/>
                  <a:gd name="T3" fmla="*/ 0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21">
                    <a:moveTo>
                      <a:pt x="0" y="21"/>
                    </a:moveTo>
                    <a:cubicBezTo>
                      <a:pt x="1" y="13"/>
                      <a:pt x="0" y="6"/>
                      <a:pt x="5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715" name="Freeform 345">
                <a:extLst>
                  <a:ext uri="{FF2B5EF4-FFF2-40B4-BE49-F238E27FC236}">
                    <a16:creationId xmlns:a16="http://schemas.microsoft.com/office/drawing/2014/main" id="{83745D31-AE49-45B0-ACF7-12A20B8716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3" y="1460"/>
                <a:ext cx="18" cy="25"/>
              </a:xfrm>
              <a:custGeom>
                <a:avLst/>
                <a:gdLst>
                  <a:gd name="T0" fmla="*/ 47 w 11"/>
                  <a:gd name="T1" fmla="*/ 61 h 16"/>
                  <a:gd name="T2" fmla="*/ 0 w 11"/>
                  <a:gd name="T3" fmla="*/ 0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16">
                    <a:moveTo>
                      <a:pt x="11" y="16"/>
                    </a:moveTo>
                    <a:cubicBezTo>
                      <a:pt x="10" y="9"/>
                      <a:pt x="5" y="4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716" name="Freeform 346">
                <a:extLst>
                  <a:ext uri="{FF2B5EF4-FFF2-40B4-BE49-F238E27FC236}">
                    <a16:creationId xmlns:a16="http://schemas.microsoft.com/office/drawing/2014/main" id="{2A8F6603-16EE-497F-B479-2B5BFE8F30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2" y="1144"/>
                <a:ext cx="96" cy="69"/>
              </a:xfrm>
              <a:custGeom>
                <a:avLst/>
                <a:gdLst>
                  <a:gd name="T0" fmla="*/ 0 w 60"/>
                  <a:gd name="T1" fmla="*/ 0 h 43"/>
                  <a:gd name="T2" fmla="*/ 56 w 60"/>
                  <a:gd name="T3" fmla="*/ 55 h 43"/>
                  <a:gd name="T4" fmla="*/ 107 w 60"/>
                  <a:gd name="T5" fmla="*/ 124 h 43"/>
                  <a:gd name="T6" fmla="*/ 246 w 60"/>
                  <a:gd name="T7" fmla="*/ 149 h 4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0" h="43">
                    <a:moveTo>
                      <a:pt x="0" y="0"/>
                    </a:moveTo>
                    <a:cubicBezTo>
                      <a:pt x="5" y="5"/>
                      <a:pt x="10" y="7"/>
                      <a:pt x="14" y="13"/>
                    </a:cubicBezTo>
                    <a:cubicBezTo>
                      <a:pt x="18" y="18"/>
                      <a:pt x="22" y="24"/>
                      <a:pt x="26" y="30"/>
                    </a:cubicBezTo>
                    <a:cubicBezTo>
                      <a:pt x="35" y="42"/>
                      <a:pt x="47" y="43"/>
                      <a:pt x="60" y="36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717" name="Freeform 347">
                <a:extLst>
                  <a:ext uri="{FF2B5EF4-FFF2-40B4-BE49-F238E27FC236}">
                    <a16:creationId xmlns:a16="http://schemas.microsoft.com/office/drawing/2014/main" id="{F82C60AC-2FE4-487C-8F7B-B83EE3EAC0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5" y="1139"/>
                <a:ext cx="50" cy="123"/>
              </a:xfrm>
              <a:custGeom>
                <a:avLst/>
                <a:gdLst>
                  <a:gd name="T0" fmla="*/ 0 w 31"/>
                  <a:gd name="T1" fmla="*/ 0 h 77"/>
                  <a:gd name="T2" fmla="*/ 81 w 31"/>
                  <a:gd name="T3" fmla="*/ 150 h 77"/>
                  <a:gd name="T4" fmla="*/ 131 w 31"/>
                  <a:gd name="T5" fmla="*/ 313 h 7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1" h="77">
                    <a:moveTo>
                      <a:pt x="0" y="0"/>
                    </a:moveTo>
                    <a:cubicBezTo>
                      <a:pt x="10" y="10"/>
                      <a:pt x="15" y="23"/>
                      <a:pt x="19" y="37"/>
                    </a:cubicBezTo>
                    <a:cubicBezTo>
                      <a:pt x="23" y="50"/>
                      <a:pt x="30" y="63"/>
                      <a:pt x="31" y="77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718" name="Freeform 348">
                <a:extLst>
                  <a:ext uri="{FF2B5EF4-FFF2-40B4-BE49-F238E27FC236}">
                    <a16:creationId xmlns:a16="http://schemas.microsoft.com/office/drawing/2014/main" id="{33196E68-8FEF-40F1-9579-A62241F130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2" y="1140"/>
                <a:ext cx="60" cy="127"/>
              </a:xfrm>
              <a:custGeom>
                <a:avLst/>
                <a:gdLst>
                  <a:gd name="T0" fmla="*/ 157 w 37"/>
                  <a:gd name="T1" fmla="*/ 0 h 79"/>
                  <a:gd name="T2" fmla="*/ 63 w 37"/>
                  <a:gd name="T3" fmla="*/ 158 h 79"/>
                  <a:gd name="T4" fmla="*/ 0 w 37"/>
                  <a:gd name="T5" fmla="*/ 328 h 7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7" h="79">
                    <a:moveTo>
                      <a:pt x="37" y="0"/>
                    </a:moveTo>
                    <a:cubicBezTo>
                      <a:pt x="27" y="11"/>
                      <a:pt x="21" y="24"/>
                      <a:pt x="15" y="38"/>
                    </a:cubicBezTo>
                    <a:cubicBezTo>
                      <a:pt x="9" y="51"/>
                      <a:pt x="3" y="65"/>
                      <a:pt x="0" y="79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719" name="Freeform 349">
                <a:extLst>
                  <a:ext uri="{FF2B5EF4-FFF2-40B4-BE49-F238E27FC236}">
                    <a16:creationId xmlns:a16="http://schemas.microsoft.com/office/drawing/2014/main" id="{6F2B5D6B-4590-451F-B286-4C1CD8BDC8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8" y="1065"/>
                <a:ext cx="34" cy="50"/>
              </a:xfrm>
              <a:custGeom>
                <a:avLst/>
                <a:gdLst>
                  <a:gd name="T0" fmla="*/ 89 w 21"/>
                  <a:gd name="T1" fmla="*/ 0 h 31"/>
                  <a:gd name="T2" fmla="*/ 73 w 21"/>
                  <a:gd name="T3" fmla="*/ 39 h 31"/>
                  <a:gd name="T4" fmla="*/ 39 w 21"/>
                  <a:gd name="T5" fmla="*/ 68 h 31"/>
                  <a:gd name="T6" fmla="*/ 16 w 21"/>
                  <a:gd name="T7" fmla="*/ 105 h 31"/>
                  <a:gd name="T8" fmla="*/ 0 w 21"/>
                  <a:gd name="T9" fmla="*/ 131 h 31"/>
                  <a:gd name="T10" fmla="*/ 13 w 21"/>
                  <a:gd name="T11" fmla="*/ 90 h 31"/>
                  <a:gd name="T12" fmla="*/ 39 w 21"/>
                  <a:gd name="T13" fmla="*/ 60 h 31"/>
                  <a:gd name="T14" fmla="*/ 68 w 21"/>
                  <a:gd name="T15" fmla="*/ 34 h 31"/>
                  <a:gd name="T16" fmla="*/ 89 w 21"/>
                  <a:gd name="T17" fmla="*/ 0 h 3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1" h="31">
                    <a:moveTo>
                      <a:pt x="21" y="0"/>
                    </a:moveTo>
                    <a:cubicBezTo>
                      <a:pt x="20" y="3"/>
                      <a:pt x="19" y="7"/>
                      <a:pt x="17" y="9"/>
                    </a:cubicBezTo>
                    <a:cubicBezTo>
                      <a:pt x="15" y="12"/>
                      <a:pt x="12" y="13"/>
                      <a:pt x="9" y="16"/>
                    </a:cubicBezTo>
                    <a:cubicBezTo>
                      <a:pt x="7" y="18"/>
                      <a:pt x="6" y="22"/>
                      <a:pt x="4" y="25"/>
                    </a:cubicBezTo>
                    <a:cubicBezTo>
                      <a:pt x="2" y="27"/>
                      <a:pt x="1" y="29"/>
                      <a:pt x="0" y="31"/>
                    </a:cubicBezTo>
                    <a:cubicBezTo>
                      <a:pt x="1" y="29"/>
                      <a:pt x="2" y="25"/>
                      <a:pt x="3" y="22"/>
                    </a:cubicBezTo>
                    <a:cubicBezTo>
                      <a:pt x="5" y="19"/>
                      <a:pt x="7" y="17"/>
                      <a:pt x="9" y="14"/>
                    </a:cubicBezTo>
                    <a:cubicBezTo>
                      <a:pt x="12" y="12"/>
                      <a:pt x="14" y="10"/>
                      <a:pt x="16" y="8"/>
                    </a:cubicBezTo>
                    <a:cubicBezTo>
                      <a:pt x="18" y="5"/>
                      <a:pt x="19" y="2"/>
                      <a:pt x="21" y="0"/>
                    </a:cubicBezTo>
                  </a:path>
                </a:pathLst>
              </a:custGeom>
              <a:solidFill>
                <a:srgbClr val="8249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720" name="Freeform 350">
                <a:extLst>
                  <a:ext uri="{FF2B5EF4-FFF2-40B4-BE49-F238E27FC236}">
                    <a16:creationId xmlns:a16="http://schemas.microsoft.com/office/drawing/2014/main" id="{11DC825A-63A9-4DB9-A6A2-9623C007C5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2" y="964"/>
                <a:ext cx="59" cy="26"/>
              </a:xfrm>
              <a:custGeom>
                <a:avLst/>
                <a:gdLst>
                  <a:gd name="T0" fmla="*/ 0 w 37"/>
                  <a:gd name="T1" fmla="*/ 34 h 16"/>
                  <a:gd name="T2" fmla="*/ 16 w 37"/>
                  <a:gd name="T3" fmla="*/ 42 h 16"/>
                  <a:gd name="T4" fmla="*/ 85 w 37"/>
                  <a:gd name="T5" fmla="*/ 68 h 16"/>
                  <a:gd name="T6" fmla="*/ 150 w 37"/>
                  <a:gd name="T7" fmla="*/ 34 h 16"/>
                  <a:gd name="T8" fmla="*/ 77 w 37"/>
                  <a:gd name="T9" fmla="*/ 0 h 16"/>
                  <a:gd name="T10" fmla="*/ 8 w 37"/>
                  <a:gd name="T11" fmla="*/ 26 h 16"/>
                  <a:gd name="T12" fmla="*/ 0 w 37"/>
                  <a:gd name="T13" fmla="*/ 34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7" h="16">
                    <a:moveTo>
                      <a:pt x="0" y="8"/>
                    </a:moveTo>
                    <a:cubicBezTo>
                      <a:pt x="0" y="10"/>
                      <a:pt x="2" y="10"/>
                      <a:pt x="4" y="10"/>
                    </a:cubicBezTo>
                    <a:cubicBezTo>
                      <a:pt x="6" y="10"/>
                      <a:pt x="12" y="16"/>
                      <a:pt x="21" y="16"/>
                    </a:cubicBezTo>
                    <a:cubicBezTo>
                      <a:pt x="30" y="16"/>
                      <a:pt x="37" y="9"/>
                      <a:pt x="37" y="8"/>
                    </a:cubicBezTo>
                    <a:cubicBezTo>
                      <a:pt x="36" y="6"/>
                      <a:pt x="29" y="0"/>
                      <a:pt x="19" y="0"/>
                    </a:cubicBezTo>
                    <a:cubicBezTo>
                      <a:pt x="10" y="0"/>
                      <a:pt x="6" y="3"/>
                      <a:pt x="2" y="6"/>
                    </a:cubicBezTo>
                    <a:cubicBezTo>
                      <a:pt x="1" y="6"/>
                      <a:pt x="0" y="7"/>
                      <a:pt x="0" y="8"/>
                    </a:cubicBezTo>
                  </a:path>
                </a:pathLst>
              </a:custGeom>
              <a:solidFill>
                <a:srgbClr val="F7E8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721" name="Freeform 351">
                <a:extLst>
                  <a:ext uri="{FF2B5EF4-FFF2-40B4-BE49-F238E27FC236}">
                    <a16:creationId xmlns:a16="http://schemas.microsoft.com/office/drawing/2014/main" id="{F753A07A-52D8-4297-AA5A-5347E03970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9" y="966"/>
                <a:ext cx="24" cy="19"/>
              </a:xfrm>
              <a:custGeom>
                <a:avLst/>
                <a:gdLst>
                  <a:gd name="T0" fmla="*/ 56 w 15"/>
                  <a:gd name="T1" fmla="*/ 0 h 12"/>
                  <a:gd name="T2" fmla="*/ 61 w 15"/>
                  <a:gd name="T3" fmla="*/ 16 h 12"/>
                  <a:gd name="T4" fmla="*/ 34 w 15"/>
                  <a:gd name="T5" fmla="*/ 48 h 12"/>
                  <a:gd name="T6" fmla="*/ 0 w 15"/>
                  <a:gd name="T7" fmla="*/ 16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12">
                    <a:moveTo>
                      <a:pt x="14" y="0"/>
                    </a:moveTo>
                    <a:cubicBezTo>
                      <a:pt x="15" y="1"/>
                      <a:pt x="15" y="3"/>
                      <a:pt x="15" y="4"/>
                    </a:cubicBezTo>
                    <a:cubicBezTo>
                      <a:pt x="15" y="9"/>
                      <a:pt x="12" y="12"/>
                      <a:pt x="8" y="12"/>
                    </a:cubicBezTo>
                    <a:cubicBezTo>
                      <a:pt x="4" y="12"/>
                      <a:pt x="0" y="9"/>
                      <a:pt x="0" y="4"/>
                    </a:cubicBezTo>
                  </a:path>
                </a:pathLst>
              </a:custGeom>
              <a:solidFill>
                <a:srgbClr val="4721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722" name="Freeform 352">
                <a:extLst>
                  <a:ext uri="{FF2B5EF4-FFF2-40B4-BE49-F238E27FC236}">
                    <a16:creationId xmlns:a16="http://schemas.microsoft.com/office/drawing/2014/main" id="{503FF8ED-0822-4002-A3AB-8C30ACE32A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9" y="961"/>
                <a:ext cx="23" cy="11"/>
              </a:xfrm>
              <a:custGeom>
                <a:avLst/>
                <a:gdLst>
                  <a:gd name="T0" fmla="*/ 5 w 14"/>
                  <a:gd name="T1" fmla="*/ 13 h 7"/>
                  <a:gd name="T2" fmla="*/ 0 w 14"/>
                  <a:gd name="T3" fmla="*/ 27 h 7"/>
                  <a:gd name="T4" fmla="*/ 62 w 14"/>
                  <a:gd name="T5" fmla="*/ 14 h 7"/>
                  <a:gd name="T6" fmla="*/ 5 w 14"/>
                  <a:gd name="T7" fmla="*/ 13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7">
                    <a:moveTo>
                      <a:pt x="1" y="3"/>
                    </a:moveTo>
                    <a:cubicBezTo>
                      <a:pt x="1" y="4"/>
                      <a:pt x="0" y="6"/>
                      <a:pt x="0" y="7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4" y="4"/>
                      <a:pt x="11" y="0"/>
                      <a:pt x="1" y="3"/>
                    </a:cubicBezTo>
                  </a:path>
                </a:pathLst>
              </a:custGeom>
              <a:solidFill>
                <a:srgbClr val="3418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723" name="Freeform 353">
                <a:extLst>
                  <a:ext uri="{FF2B5EF4-FFF2-40B4-BE49-F238E27FC236}">
                    <a16:creationId xmlns:a16="http://schemas.microsoft.com/office/drawing/2014/main" id="{C704DEC0-C621-497E-A375-2B9754E288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9" y="966"/>
                <a:ext cx="24" cy="19"/>
              </a:xfrm>
              <a:custGeom>
                <a:avLst/>
                <a:gdLst>
                  <a:gd name="T0" fmla="*/ 56 w 15"/>
                  <a:gd name="T1" fmla="*/ 0 h 12"/>
                  <a:gd name="T2" fmla="*/ 61 w 15"/>
                  <a:gd name="T3" fmla="*/ 16 h 12"/>
                  <a:gd name="T4" fmla="*/ 34 w 15"/>
                  <a:gd name="T5" fmla="*/ 48 h 12"/>
                  <a:gd name="T6" fmla="*/ 0 w 15"/>
                  <a:gd name="T7" fmla="*/ 16 h 12"/>
                  <a:gd name="T8" fmla="*/ 5 w 15"/>
                  <a:gd name="T9" fmla="*/ 0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2">
                    <a:moveTo>
                      <a:pt x="14" y="0"/>
                    </a:moveTo>
                    <a:cubicBezTo>
                      <a:pt x="15" y="1"/>
                      <a:pt x="15" y="3"/>
                      <a:pt x="15" y="4"/>
                    </a:cubicBezTo>
                    <a:cubicBezTo>
                      <a:pt x="15" y="9"/>
                      <a:pt x="12" y="12"/>
                      <a:pt x="8" y="12"/>
                    </a:cubicBezTo>
                    <a:cubicBezTo>
                      <a:pt x="3" y="12"/>
                      <a:pt x="0" y="9"/>
                      <a:pt x="0" y="4"/>
                    </a:cubicBezTo>
                    <a:cubicBezTo>
                      <a:pt x="0" y="3"/>
                      <a:pt x="1" y="1"/>
                      <a:pt x="1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724" name="Oval 354">
                <a:extLst>
                  <a:ext uri="{FF2B5EF4-FFF2-40B4-BE49-F238E27FC236}">
                    <a16:creationId xmlns:a16="http://schemas.microsoft.com/office/drawing/2014/main" id="{A5340E9A-C576-4AA6-B896-067496B55D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47" y="969"/>
                <a:ext cx="8" cy="8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725" name="Freeform 355">
                <a:extLst>
                  <a:ext uri="{FF2B5EF4-FFF2-40B4-BE49-F238E27FC236}">
                    <a16:creationId xmlns:a16="http://schemas.microsoft.com/office/drawing/2014/main" id="{A4112CE8-EBC9-447C-8E8D-A402761C0F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2" y="961"/>
                <a:ext cx="59" cy="29"/>
              </a:xfrm>
              <a:custGeom>
                <a:avLst/>
                <a:gdLst>
                  <a:gd name="T0" fmla="*/ 0 w 37"/>
                  <a:gd name="T1" fmla="*/ 42 h 18"/>
                  <a:gd name="T2" fmla="*/ 16 w 37"/>
                  <a:gd name="T3" fmla="*/ 50 h 18"/>
                  <a:gd name="T4" fmla="*/ 81 w 37"/>
                  <a:gd name="T5" fmla="*/ 76 h 18"/>
                  <a:gd name="T6" fmla="*/ 150 w 37"/>
                  <a:gd name="T7" fmla="*/ 42 h 18"/>
                  <a:gd name="T8" fmla="*/ 104 w 37"/>
                  <a:gd name="T9" fmla="*/ 13 h 18"/>
                  <a:gd name="T10" fmla="*/ 8 w 37"/>
                  <a:gd name="T11" fmla="*/ 34 h 18"/>
                  <a:gd name="T12" fmla="*/ 0 w 37"/>
                  <a:gd name="T13" fmla="*/ 42 h 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7" h="18">
                    <a:moveTo>
                      <a:pt x="0" y="10"/>
                    </a:moveTo>
                    <a:cubicBezTo>
                      <a:pt x="0" y="12"/>
                      <a:pt x="2" y="12"/>
                      <a:pt x="4" y="12"/>
                    </a:cubicBezTo>
                    <a:cubicBezTo>
                      <a:pt x="6" y="12"/>
                      <a:pt x="12" y="18"/>
                      <a:pt x="20" y="18"/>
                    </a:cubicBezTo>
                    <a:cubicBezTo>
                      <a:pt x="29" y="18"/>
                      <a:pt x="37" y="11"/>
                      <a:pt x="37" y="10"/>
                    </a:cubicBezTo>
                    <a:cubicBezTo>
                      <a:pt x="36" y="8"/>
                      <a:pt x="30" y="5"/>
                      <a:pt x="26" y="3"/>
                    </a:cubicBezTo>
                    <a:cubicBezTo>
                      <a:pt x="18" y="0"/>
                      <a:pt x="6" y="5"/>
                      <a:pt x="2" y="8"/>
                    </a:cubicBezTo>
                    <a:cubicBezTo>
                      <a:pt x="1" y="8"/>
                      <a:pt x="0" y="9"/>
                      <a:pt x="0" y="10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726" name="Freeform 356">
                <a:extLst>
                  <a:ext uri="{FF2B5EF4-FFF2-40B4-BE49-F238E27FC236}">
                    <a16:creationId xmlns:a16="http://schemas.microsoft.com/office/drawing/2014/main" id="{0E88EEDE-28D5-41FC-9649-2B49D1B175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2" y="930"/>
                <a:ext cx="53" cy="15"/>
              </a:xfrm>
              <a:custGeom>
                <a:avLst/>
                <a:gdLst>
                  <a:gd name="T0" fmla="*/ 0 w 33"/>
                  <a:gd name="T1" fmla="*/ 42 h 9"/>
                  <a:gd name="T2" fmla="*/ 137 w 33"/>
                  <a:gd name="T3" fmla="*/ 42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3" h="9">
                    <a:moveTo>
                      <a:pt x="0" y="9"/>
                    </a:moveTo>
                    <a:cubicBezTo>
                      <a:pt x="12" y="8"/>
                      <a:pt x="17" y="0"/>
                      <a:pt x="33" y="9"/>
                    </a:cubicBezTo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727" name="Oval 357">
                <a:extLst>
                  <a:ext uri="{FF2B5EF4-FFF2-40B4-BE49-F238E27FC236}">
                    <a16:creationId xmlns:a16="http://schemas.microsoft.com/office/drawing/2014/main" id="{9B7E1E7C-3CB3-4D7D-904D-7BED0821A2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46" y="967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728" name="Oval 358">
                <a:extLst>
                  <a:ext uri="{FF2B5EF4-FFF2-40B4-BE49-F238E27FC236}">
                    <a16:creationId xmlns:a16="http://schemas.microsoft.com/office/drawing/2014/main" id="{DE805BC5-1E38-44DB-9447-4AE92AF854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47" y="974"/>
                <a:ext cx="4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729" name="Freeform 359">
                <a:extLst>
                  <a:ext uri="{FF2B5EF4-FFF2-40B4-BE49-F238E27FC236}">
                    <a16:creationId xmlns:a16="http://schemas.microsoft.com/office/drawing/2014/main" id="{F8637CB6-A027-488C-8F69-7771D0A20D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8" y="985"/>
                <a:ext cx="42" cy="14"/>
              </a:xfrm>
              <a:custGeom>
                <a:avLst/>
                <a:gdLst>
                  <a:gd name="T0" fmla="*/ 0 w 26"/>
                  <a:gd name="T1" fmla="*/ 12 h 9"/>
                  <a:gd name="T2" fmla="*/ 110 w 26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9">
                    <a:moveTo>
                      <a:pt x="0" y="3"/>
                    </a:moveTo>
                    <a:cubicBezTo>
                      <a:pt x="0" y="3"/>
                      <a:pt x="14" y="9"/>
                      <a:pt x="26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730" name="Freeform 360">
                <a:extLst>
                  <a:ext uri="{FF2B5EF4-FFF2-40B4-BE49-F238E27FC236}">
                    <a16:creationId xmlns:a16="http://schemas.microsoft.com/office/drawing/2014/main" id="{D4749575-04DE-4B7F-8ABE-F60B4BD1E1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8" y="980"/>
                <a:ext cx="5" cy="1"/>
              </a:xfrm>
              <a:custGeom>
                <a:avLst/>
                <a:gdLst>
                  <a:gd name="T0" fmla="*/ 0 w 3"/>
                  <a:gd name="T1" fmla="*/ 0 h 1"/>
                  <a:gd name="T2" fmla="*/ 13 w 3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cubicBezTo>
                      <a:pt x="1" y="0"/>
                      <a:pt x="2" y="0"/>
                      <a:pt x="3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731" name="Freeform 361">
                <a:extLst>
                  <a:ext uri="{FF2B5EF4-FFF2-40B4-BE49-F238E27FC236}">
                    <a16:creationId xmlns:a16="http://schemas.microsoft.com/office/drawing/2014/main" id="{D2695E12-4DCC-4379-BCC2-5AD2117876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3" y="983"/>
                <a:ext cx="3" cy="2"/>
              </a:xfrm>
              <a:custGeom>
                <a:avLst/>
                <a:gdLst>
                  <a:gd name="T0" fmla="*/ 0 w 2"/>
                  <a:gd name="T1" fmla="*/ 0 h 1"/>
                  <a:gd name="T2" fmla="*/ 8 w 2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2" y="0"/>
                      <a:pt x="2" y="1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732" name="Freeform 362">
                <a:extLst>
                  <a:ext uri="{FF2B5EF4-FFF2-40B4-BE49-F238E27FC236}">
                    <a16:creationId xmlns:a16="http://schemas.microsoft.com/office/drawing/2014/main" id="{90AA798F-0248-4B3E-8FD1-0EA0D2E406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6" y="975"/>
                <a:ext cx="2" cy="5"/>
              </a:xfrm>
              <a:custGeom>
                <a:avLst/>
                <a:gdLst>
                  <a:gd name="T0" fmla="*/ 0 w 1"/>
                  <a:gd name="T1" fmla="*/ 0 h 3"/>
                  <a:gd name="T2" fmla="*/ 8 w 1"/>
                  <a:gd name="T3" fmla="*/ 13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1" y="1"/>
                      <a:pt x="1" y="2"/>
                      <a:pt x="1" y="3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733" name="Freeform 363">
                <a:extLst>
                  <a:ext uri="{FF2B5EF4-FFF2-40B4-BE49-F238E27FC236}">
                    <a16:creationId xmlns:a16="http://schemas.microsoft.com/office/drawing/2014/main" id="{EF84F579-796C-4E02-8CF3-DE2B80ACC3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0" y="988"/>
                <a:ext cx="21" cy="5"/>
              </a:xfrm>
              <a:custGeom>
                <a:avLst/>
                <a:gdLst>
                  <a:gd name="T0" fmla="*/ 0 w 13"/>
                  <a:gd name="T1" fmla="*/ 13 h 3"/>
                  <a:gd name="T2" fmla="*/ 26 w 13"/>
                  <a:gd name="T3" fmla="*/ 5 h 3"/>
                  <a:gd name="T4" fmla="*/ 55 w 13"/>
                  <a:gd name="T5" fmla="*/ 5 h 3"/>
                  <a:gd name="T6" fmla="*/ 5 w 13"/>
                  <a:gd name="T7" fmla="*/ 13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3">
                    <a:moveTo>
                      <a:pt x="0" y="3"/>
                    </a:moveTo>
                    <a:cubicBezTo>
                      <a:pt x="3" y="3"/>
                      <a:pt x="4" y="1"/>
                      <a:pt x="6" y="1"/>
                    </a:cubicBezTo>
                    <a:cubicBezTo>
                      <a:pt x="8" y="0"/>
                      <a:pt x="11" y="0"/>
                      <a:pt x="13" y="1"/>
                    </a:cubicBezTo>
                    <a:cubicBezTo>
                      <a:pt x="10" y="2"/>
                      <a:pt x="4" y="2"/>
                      <a:pt x="1" y="3"/>
                    </a:cubicBezTo>
                  </a:path>
                </a:pathLst>
              </a:custGeom>
              <a:solidFill>
                <a:srgbClr val="8249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734" name="Freeform 364">
                <a:extLst>
                  <a:ext uri="{FF2B5EF4-FFF2-40B4-BE49-F238E27FC236}">
                    <a16:creationId xmlns:a16="http://schemas.microsoft.com/office/drawing/2014/main" id="{DE43FD80-EA1B-465D-848C-45EE569E0E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1" y="982"/>
                <a:ext cx="7" cy="1"/>
              </a:xfrm>
              <a:custGeom>
                <a:avLst/>
                <a:gdLst>
                  <a:gd name="T0" fmla="*/ 0 w 4"/>
                  <a:gd name="T1" fmla="*/ 1 h 1"/>
                  <a:gd name="T2" fmla="*/ 21 w 4"/>
                  <a:gd name="T3" fmla="*/ 0 h 1"/>
                  <a:gd name="T4" fmla="*/ 7 w 4"/>
                  <a:gd name="T5" fmla="*/ 1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1">
                    <a:moveTo>
                      <a:pt x="0" y="1"/>
                    </a:moveTo>
                    <a:cubicBezTo>
                      <a:pt x="2" y="1"/>
                      <a:pt x="3" y="1"/>
                      <a:pt x="4" y="0"/>
                    </a:cubicBezTo>
                    <a:cubicBezTo>
                      <a:pt x="3" y="0"/>
                      <a:pt x="2" y="1"/>
                      <a:pt x="1" y="1"/>
                    </a:cubicBezTo>
                  </a:path>
                </a:pathLst>
              </a:custGeom>
              <a:solidFill>
                <a:srgbClr val="8249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735" name="Freeform 365">
                <a:extLst>
                  <a:ext uri="{FF2B5EF4-FFF2-40B4-BE49-F238E27FC236}">
                    <a16:creationId xmlns:a16="http://schemas.microsoft.com/office/drawing/2014/main" id="{08846BE6-42E5-4EA2-89BE-7A5D4E87F0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9" y="966"/>
                <a:ext cx="61" cy="25"/>
              </a:xfrm>
              <a:custGeom>
                <a:avLst/>
                <a:gdLst>
                  <a:gd name="T0" fmla="*/ 157 w 38"/>
                  <a:gd name="T1" fmla="*/ 31 h 16"/>
                  <a:gd name="T2" fmla="*/ 141 w 38"/>
                  <a:gd name="T3" fmla="*/ 39 h 16"/>
                  <a:gd name="T4" fmla="*/ 67 w 38"/>
                  <a:gd name="T5" fmla="*/ 61 h 16"/>
                  <a:gd name="T6" fmla="*/ 0 w 38"/>
                  <a:gd name="T7" fmla="*/ 31 h 16"/>
                  <a:gd name="T8" fmla="*/ 80 w 38"/>
                  <a:gd name="T9" fmla="*/ 0 h 16"/>
                  <a:gd name="T10" fmla="*/ 144 w 38"/>
                  <a:gd name="T11" fmla="*/ 20 h 16"/>
                  <a:gd name="T12" fmla="*/ 157 w 38"/>
                  <a:gd name="T13" fmla="*/ 31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8" h="16">
                    <a:moveTo>
                      <a:pt x="38" y="8"/>
                    </a:moveTo>
                    <a:cubicBezTo>
                      <a:pt x="37" y="10"/>
                      <a:pt x="35" y="9"/>
                      <a:pt x="34" y="10"/>
                    </a:cubicBezTo>
                    <a:cubicBezTo>
                      <a:pt x="32" y="10"/>
                      <a:pt x="25" y="16"/>
                      <a:pt x="16" y="16"/>
                    </a:cubicBezTo>
                    <a:cubicBezTo>
                      <a:pt x="8" y="16"/>
                      <a:pt x="1" y="8"/>
                      <a:pt x="0" y="8"/>
                    </a:cubicBezTo>
                    <a:cubicBezTo>
                      <a:pt x="1" y="6"/>
                      <a:pt x="8" y="0"/>
                      <a:pt x="19" y="0"/>
                    </a:cubicBezTo>
                    <a:cubicBezTo>
                      <a:pt x="28" y="0"/>
                      <a:pt x="31" y="2"/>
                      <a:pt x="35" y="5"/>
                    </a:cubicBezTo>
                    <a:cubicBezTo>
                      <a:pt x="36" y="6"/>
                      <a:pt x="38" y="7"/>
                      <a:pt x="38" y="8"/>
                    </a:cubicBezTo>
                  </a:path>
                </a:pathLst>
              </a:custGeom>
              <a:solidFill>
                <a:srgbClr val="F7E8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736" name="Freeform 366">
                <a:extLst>
                  <a:ext uri="{FF2B5EF4-FFF2-40B4-BE49-F238E27FC236}">
                    <a16:creationId xmlns:a16="http://schemas.microsoft.com/office/drawing/2014/main" id="{CE176DAD-1241-4D51-A219-CC6C65C09A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7" y="966"/>
                <a:ext cx="24" cy="20"/>
              </a:xfrm>
              <a:custGeom>
                <a:avLst/>
                <a:gdLst>
                  <a:gd name="T0" fmla="*/ 5 w 15"/>
                  <a:gd name="T1" fmla="*/ 0 h 13"/>
                  <a:gd name="T2" fmla="*/ 0 w 15"/>
                  <a:gd name="T3" fmla="*/ 18 h 13"/>
                  <a:gd name="T4" fmla="*/ 34 w 15"/>
                  <a:gd name="T5" fmla="*/ 48 h 13"/>
                  <a:gd name="T6" fmla="*/ 61 w 15"/>
                  <a:gd name="T7" fmla="*/ 18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13">
                    <a:moveTo>
                      <a:pt x="1" y="0"/>
                    </a:moveTo>
                    <a:cubicBezTo>
                      <a:pt x="1" y="2"/>
                      <a:pt x="0" y="3"/>
                      <a:pt x="0" y="5"/>
                    </a:cubicBezTo>
                    <a:cubicBezTo>
                      <a:pt x="0" y="9"/>
                      <a:pt x="3" y="13"/>
                      <a:pt x="8" y="13"/>
                    </a:cubicBezTo>
                    <a:cubicBezTo>
                      <a:pt x="12" y="13"/>
                      <a:pt x="15" y="9"/>
                      <a:pt x="15" y="5"/>
                    </a:cubicBezTo>
                  </a:path>
                </a:pathLst>
              </a:custGeom>
              <a:solidFill>
                <a:srgbClr val="4721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737" name="Freeform 367">
                <a:extLst>
                  <a:ext uri="{FF2B5EF4-FFF2-40B4-BE49-F238E27FC236}">
                    <a16:creationId xmlns:a16="http://schemas.microsoft.com/office/drawing/2014/main" id="{90E319BD-FC06-452A-82D9-2A2ADE647E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9" y="961"/>
                <a:ext cx="22" cy="13"/>
              </a:xfrm>
              <a:custGeom>
                <a:avLst/>
                <a:gdLst>
                  <a:gd name="T0" fmla="*/ 49 w 14"/>
                  <a:gd name="T1" fmla="*/ 18 h 8"/>
                  <a:gd name="T2" fmla="*/ 55 w 14"/>
                  <a:gd name="T3" fmla="*/ 34 h 8"/>
                  <a:gd name="T4" fmla="*/ 0 w 14"/>
                  <a:gd name="T5" fmla="*/ 18 h 8"/>
                  <a:gd name="T6" fmla="*/ 49 w 14"/>
                  <a:gd name="T7" fmla="*/ 18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8">
                    <a:moveTo>
                      <a:pt x="13" y="4"/>
                    </a:moveTo>
                    <a:cubicBezTo>
                      <a:pt x="14" y="5"/>
                      <a:pt x="14" y="6"/>
                      <a:pt x="14" y="8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4" y="0"/>
                      <a:pt x="13" y="4"/>
                    </a:cubicBezTo>
                  </a:path>
                </a:pathLst>
              </a:custGeom>
              <a:solidFill>
                <a:srgbClr val="3418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738" name="Freeform 368">
                <a:extLst>
                  <a:ext uri="{FF2B5EF4-FFF2-40B4-BE49-F238E27FC236}">
                    <a16:creationId xmlns:a16="http://schemas.microsoft.com/office/drawing/2014/main" id="{D3A42970-F27C-47E7-8428-19ED54E9FF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7" y="966"/>
                <a:ext cx="24" cy="20"/>
              </a:xfrm>
              <a:custGeom>
                <a:avLst/>
                <a:gdLst>
                  <a:gd name="T0" fmla="*/ 8 w 15"/>
                  <a:gd name="T1" fmla="*/ 0 h 13"/>
                  <a:gd name="T2" fmla="*/ 0 w 15"/>
                  <a:gd name="T3" fmla="*/ 18 h 13"/>
                  <a:gd name="T4" fmla="*/ 34 w 15"/>
                  <a:gd name="T5" fmla="*/ 48 h 13"/>
                  <a:gd name="T6" fmla="*/ 61 w 15"/>
                  <a:gd name="T7" fmla="*/ 18 h 13"/>
                  <a:gd name="T8" fmla="*/ 56 w 15"/>
                  <a:gd name="T9" fmla="*/ 5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3">
                    <a:moveTo>
                      <a:pt x="2" y="0"/>
                    </a:moveTo>
                    <a:cubicBezTo>
                      <a:pt x="1" y="2"/>
                      <a:pt x="0" y="3"/>
                      <a:pt x="0" y="5"/>
                    </a:cubicBezTo>
                    <a:cubicBezTo>
                      <a:pt x="0" y="9"/>
                      <a:pt x="3" y="13"/>
                      <a:pt x="8" y="13"/>
                    </a:cubicBezTo>
                    <a:cubicBezTo>
                      <a:pt x="12" y="13"/>
                      <a:pt x="15" y="9"/>
                      <a:pt x="15" y="5"/>
                    </a:cubicBezTo>
                    <a:cubicBezTo>
                      <a:pt x="15" y="3"/>
                      <a:pt x="15" y="2"/>
                      <a:pt x="14" y="1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739" name="Oval 369">
                <a:extLst>
                  <a:ext uri="{FF2B5EF4-FFF2-40B4-BE49-F238E27FC236}">
                    <a16:creationId xmlns:a16="http://schemas.microsoft.com/office/drawing/2014/main" id="{9B663B4E-0CDB-42D4-9B00-2C605CE7AF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5" y="970"/>
                <a:ext cx="8" cy="7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740" name="Freeform 370">
                <a:extLst>
                  <a:ext uri="{FF2B5EF4-FFF2-40B4-BE49-F238E27FC236}">
                    <a16:creationId xmlns:a16="http://schemas.microsoft.com/office/drawing/2014/main" id="{D4FBAE98-4D39-450C-915C-997DC98B1F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9" y="961"/>
                <a:ext cx="61" cy="29"/>
              </a:xfrm>
              <a:custGeom>
                <a:avLst/>
                <a:gdLst>
                  <a:gd name="T0" fmla="*/ 157 w 38"/>
                  <a:gd name="T1" fmla="*/ 47 h 18"/>
                  <a:gd name="T2" fmla="*/ 141 w 38"/>
                  <a:gd name="T3" fmla="*/ 55 h 18"/>
                  <a:gd name="T4" fmla="*/ 69 w 38"/>
                  <a:gd name="T5" fmla="*/ 76 h 18"/>
                  <a:gd name="T6" fmla="*/ 0 w 38"/>
                  <a:gd name="T7" fmla="*/ 47 h 18"/>
                  <a:gd name="T8" fmla="*/ 47 w 38"/>
                  <a:gd name="T9" fmla="*/ 16 h 18"/>
                  <a:gd name="T10" fmla="*/ 144 w 38"/>
                  <a:gd name="T11" fmla="*/ 34 h 18"/>
                  <a:gd name="T12" fmla="*/ 157 w 38"/>
                  <a:gd name="T13" fmla="*/ 47 h 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8" h="18">
                    <a:moveTo>
                      <a:pt x="38" y="11"/>
                    </a:moveTo>
                    <a:cubicBezTo>
                      <a:pt x="37" y="13"/>
                      <a:pt x="35" y="12"/>
                      <a:pt x="34" y="13"/>
                    </a:cubicBezTo>
                    <a:cubicBezTo>
                      <a:pt x="32" y="13"/>
                      <a:pt x="26" y="18"/>
                      <a:pt x="17" y="18"/>
                    </a:cubicBezTo>
                    <a:cubicBezTo>
                      <a:pt x="8" y="18"/>
                      <a:pt x="1" y="11"/>
                      <a:pt x="0" y="11"/>
                    </a:cubicBezTo>
                    <a:cubicBezTo>
                      <a:pt x="1" y="9"/>
                      <a:pt x="7" y="6"/>
                      <a:pt x="11" y="4"/>
                    </a:cubicBezTo>
                    <a:cubicBezTo>
                      <a:pt x="19" y="0"/>
                      <a:pt x="31" y="5"/>
                      <a:pt x="35" y="8"/>
                    </a:cubicBezTo>
                    <a:cubicBezTo>
                      <a:pt x="36" y="9"/>
                      <a:pt x="38" y="10"/>
                      <a:pt x="38" y="11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741" name="Freeform 371">
                <a:extLst>
                  <a:ext uri="{FF2B5EF4-FFF2-40B4-BE49-F238E27FC236}">
                    <a16:creationId xmlns:a16="http://schemas.microsoft.com/office/drawing/2014/main" id="{EDC1197C-EF74-4819-9E49-CE83E5721E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6" y="937"/>
                <a:ext cx="53" cy="11"/>
              </a:xfrm>
              <a:custGeom>
                <a:avLst/>
                <a:gdLst>
                  <a:gd name="T0" fmla="*/ 137 w 33"/>
                  <a:gd name="T1" fmla="*/ 22 h 7"/>
                  <a:gd name="T2" fmla="*/ 0 w 33"/>
                  <a:gd name="T3" fmla="*/ 27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3" h="7">
                    <a:moveTo>
                      <a:pt x="33" y="6"/>
                    </a:moveTo>
                    <a:cubicBezTo>
                      <a:pt x="22" y="4"/>
                      <a:pt x="16" y="0"/>
                      <a:pt x="0" y="7"/>
                    </a:cubicBezTo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742" name="Oval 372">
                <a:extLst>
                  <a:ext uri="{FF2B5EF4-FFF2-40B4-BE49-F238E27FC236}">
                    <a16:creationId xmlns:a16="http://schemas.microsoft.com/office/drawing/2014/main" id="{A2656F43-98EF-499C-8C8B-0075A9231C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30" y="967"/>
                <a:ext cx="6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743" name="Oval 373">
                <a:extLst>
                  <a:ext uri="{FF2B5EF4-FFF2-40B4-BE49-F238E27FC236}">
                    <a16:creationId xmlns:a16="http://schemas.microsoft.com/office/drawing/2014/main" id="{F0FE63A2-379E-476E-A094-19D6E9FF81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30" y="975"/>
                <a:ext cx="3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744" name="Freeform 374">
                <a:extLst>
                  <a:ext uri="{FF2B5EF4-FFF2-40B4-BE49-F238E27FC236}">
                    <a16:creationId xmlns:a16="http://schemas.microsoft.com/office/drawing/2014/main" id="{5144584B-7530-47F8-ABA5-9F05E36F9F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2" y="986"/>
                <a:ext cx="41" cy="15"/>
              </a:xfrm>
              <a:custGeom>
                <a:avLst/>
                <a:gdLst>
                  <a:gd name="T0" fmla="*/ 110 w 25"/>
                  <a:gd name="T1" fmla="*/ 13 h 9"/>
                  <a:gd name="T2" fmla="*/ 0 w 25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" h="9">
                    <a:moveTo>
                      <a:pt x="25" y="3"/>
                    </a:moveTo>
                    <a:cubicBezTo>
                      <a:pt x="25" y="3"/>
                      <a:pt x="11" y="9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745" name="Freeform 375">
                <a:extLst>
                  <a:ext uri="{FF2B5EF4-FFF2-40B4-BE49-F238E27FC236}">
                    <a16:creationId xmlns:a16="http://schemas.microsoft.com/office/drawing/2014/main" id="{370B72DD-BA86-422E-B584-D9DD029F96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8" y="980"/>
                <a:ext cx="4" cy="2"/>
              </a:xfrm>
              <a:custGeom>
                <a:avLst/>
                <a:gdLst>
                  <a:gd name="T0" fmla="*/ 7 w 3"/>
                  <a:gd name="T1" fmla="*/ 8 h 1"/>
                  <a:gd name="T2" fmla="*/ 0 w 3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">
                    <a:moveTo>
                      <a:pt x="3" y="1"/>
                    </a:moveTo>
                    <a:cubicBezTo>
                      <a:pt x="2" y="1"/>
                      <a:pt x="1" y="0"/>
                      <a:pt x="0" y="1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746" name="Freeform 376">
                <a:extLst>
                  <a:ext uri="{FF2B5EF4-FFF2-40B4-BE49-F238E27FC236}">
                    <a16:creationId xmlns:a16="http://schemas.microsoft.com/office/drawing/2014/main" id="{3EEF2A1E-6D2E-446D-87DA-493F932A37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4" y="983"/>
                <a:ext cx="3" cy="2"/>
              </a:xfrm>
              <a:custGeom>
                <a:avLst/>
                <a:gdLst>
                  <a:gd name="T0" fmla="*/ 8 w 2"/>
                  <a:gd name="T1" fmla="*/ 8 h 1"/>
                  <a:gd name="T2" fmla="*/ 0 w 2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2" y="0"/>
                      <a:pt x="1" y="1"/>
                      <a:pt x="0" y="1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747" name="Freeform 377">
                <a:extLst>
                  <a:ext uri="{FF2B5EF4-FFF2-40B4-BE49-F238E27FC236}">
                    <a16:creationId xmlns:a16="http://schemas.microsoft.com/office/drawing/2014/main" id="{D879E816-809B-404D-AF8B-6351F2534A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4" y="977"/>
                <a:ext cx="1" cy="3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8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0" y="1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748" name="Freeform 378">
                <a:extLst>
                  <a:ext uri="{FF2B5EF4-FFF2-40B4-BE49-F238E27FC236}">
                    <a16:creationId xmlns:a16="http://schemas.microsoft.com/office/drawing/2014/main" id="{E749744B-4B03-4E0E-864D-0B3B6DF285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0" y="990"/>
                <a:ext cx="20" cy="4"/>
              </a:xfrm>
              <a:custGeom>
                <a:avLst/>
                <a:gdLst>
                  <a:gd name="T0" fmla="*/ 48 w 13"/>
                  <a:gd name="T1" fmla="*/ 7 h 3"/>
                  <a:gd name="T2" fmla="*/ 26 w 13"/>
                  <a:gd name="T3" fmla="*/ 0 h 3"/>
                  <a:gd name="T4" fmla="*/ 0 w 13"/>
                  <a:gd name="T5" fmla="*/ 0 h 3"/>
                  <a:gd name="T6" fmla="*/ 48 w 13"/>
                  <a:gd name="T7" fmla="*/ 5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3">
                    <a:moveTo>
                      <a:pt x="13" y="3"/>
                    </a:moveTo>
                    <a:cubicBezTo>
                      <a:pt x="11" y="3"/>
                      <a:pt x="9" y="1"/>
                      <a:pt x="7" y="0"/>
                    </a:cubicBezTo>
                    <a:cubicBezTo>
                      <a:pt x="5" y="0"/>
                      <a:pt x="2" y="0"/>
                      <a:pt x="0" y="0"/>
                    </a:cubicBezTo>
                    <a:cubicBezTo>
                      <a:pt x="3" y="2"/>
                      <a:pt x="9" y="2"/>
                      <a:pt x="13" y="2"/>
                    </a:cubicBezTo>
                  </a:path>
                </a:pathLst>
              </a:custGeom>
              <a:solidFill>
                <a:srgbClr val="8249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749" name="Freeform 379">
                <a:extLst>
                  <a:ext uri="{FF2B5EF4-FFF2-40B4-BE49-F238E27FC236}">
                    <a16:creationId xmlns:a16="http://schemas.microsoft.com/office/drawing/2014/main" id="{78DD658F-0D78-4327-B78B-2119235F35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3" y="983"/>
                <a:ext cx="6" cy="2"/>
              </a:xfrm>
              <a:custGeom>
                <a:avLst/>
                <a:gdLst>
                  <a:gd name="T0" fmla="*/ 14 w 4"/>
                  <a:gd name="T1" fmla="*/ 8 h 1"/>
                  <a:gd name="T2" fmla="*/ 0 w 4"/>
                  <a:gd name="T3" fmla="*/ 0 h 1"/>
                  <a:gd name="T4" fmla="*/ 14 w 4"/>
                  <a:gd name="T5" fmla="*/ 8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1">
                    <a:moveTo>
                      <a:pt x="4" y="1"/>
                    </a:moveTo>
                    <a:cubicBezTo>
                      <a:pt x="3" y="1"/>
                      <a:pt x="2" y="1"/>
                      <a:pt x="0" y="0"/>
                    </a:cubicBezTo>
                    <a:cubicBezTo>
                      <a:pt x="2" y="0"/>
                      <a:pt x="3" y="0"/>
                      <a:pt x="4" y="1"/>
                    </a:cubicBezTo>
                  </a:path>
                </a:pathLst>
              </a:custGeom>
              <a:solidFill>
                <a:srgbClr val="8249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750" name="Freeform 380">
                <a:extLst>
                  <a:ext uri="{FF2B5EF4-FFF2-40B4-BE49-F238E27FC236}">
                    <a16:creationId xmlns:a16="http://schemas.microsoft.com/office/drawing/2014/main" id="{F35D8B6B-7820-407C-9191-EA80891E66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2" y="988"/>
                <a:ext cx="45" cy="27"/>
              </a:xfrm>
              <a:custGeom>
                <a:avLst/>
                <a:gdLst>
                  <a:gd name="T0" fmla="*/ 116 w 28"/>
                  <a:gd name="T1" fmla="*/ 5 h 17"/>
                  <a:gd name="T2" fmla="*/ 69 w 28"/>
                  <a:gd name="T3" fmla="*/ 33 h 17"/>
                  <a:gd name="T4" fmla="*/ 0 w 28"/>
                  <a:gd name="T5" fmla="*/ 64 h 17"/>
                  <a:gd name="T6" fmla="*/ 68 w 28"/>
                  <a:gd name="T7" fmla="*/ 48 h 17"/>
                  <a:gd name="T8" fmla="*/ 90 w 28"/>
                  <a:gd name="T9" fmla="*/ 25 h 17"/>
                  <a:gd name="T10" fmla="*/ 116 w 28"/>
                  <a:gd name="T11" fmla="*/ 8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8" h="17">
                    <a:moveTo>
                      <a:pt x="28" y="1"/>
                    </a:moveTo>
                    <a:cubicBezTo>
                      <a:pt x="24" y="0"/>
                      <a:pt x="19" y="6"/>
                      <a:pt x="17" y="8"/>
                    </a:cubicBezTo>
                    <a:cubicBezTo>
                      <a:pt x="12" y="13"/>
                      <a:pt x="7" y="16"/>
                      <a:pt x="0" y="16"/>
                    </a:cubicBezTo>
                    <a:cubicBezTo>
                      <a:pt x="6" y="17"/>
                      <a:pt x="11" y="17"/>
                      <a:pt x="16" y="12"/>
                    </a:cubicBezTo>
                    <a:cubicBezTo>
                      <a:pt x="18" y="10"/>
                      <a:pt x="20" y="9"/>
                      <a:pt x="22" y="6"/>
                    </a:cubicBezTo>
                    <a:cubicBezTo>
                      <a:pt x="23" y="4"/>
                      <a:pt x="26" y="1"/>
                      <a:pt x="28" y="2"/>
                    </a:cubicBezTo>
                  </a:path>
                </a:pathLst>
              </a:custGeom>
              <a:solidFill>
                <a:srgbClr val="8249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751" name="Freeform 381">
                <a:extLst>
                  <a:ext uri="{FF2B5EF4-FFF2-40B4-BE49-F238E27FC236}">
                    <a16:creationId xmlns:a16="http://schemas.microsoft.com/office/drawing/2014/main" id="{2D19565E-670D-4358-A99C-B9E387C1D1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0" y="983"/>
                <a:ext cx="39" cy="36"/>
              </a:xfrm>
              <a:custGeom>
                <a:avLst/>
                <a:gdLst>
                  <a:gd name="T0" fmla="*/ 0 w 24"/>
                  <a:gd name="T1" fmla="*/ 0 h 22"/>
                  <a:gd name="T2" fmla="*/ 47 w 24"/>
                  <a:gd name="T3" fmla="*/ 54 h 22"/>
                  <a:gd name="T4" fmla="*/ 102 w 24"/>
                  <a:gd name="T5" fmla="*/ 97 h 22"/>
                  <a:gd name="T6" fmla="*/ 47 w 24"/>
                  <a:gd name="T7" fmla="*/ 34 h 22"/>
                  <a:gd name="T8" fmla="*/ 5 w 24"/>
                  <a:gd name="T9" fmla="*/ 0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22">
                    <a:moveTo>
                      <a:pt x="0" y="0"/>
                    </a:moveTo>
                    <a:cubicBezTo>
                      <a:pt x="6" y="3"/>
                      <a:pt x="8" y="7"/>
                      <a:pt x="11" y="12"/>
                    </a:cubicBezTo>
                    <a:cubicBezTo>
                      <a:pt x="14" y="17"/>
                      <a:pt x="19" y="19"/>
                      <a:pt x="24" y="22"/>
                    </a:cubicBezTo>
                    <a:cubicBezTo>
                      <a:pt x="20" y="18"/>
                      <a:pt x="15" y="14"/>
                      <a:pt x="11" y="8"/>
                    </a:cubicBezTo>
                    <a:cubicBezTo>
                      <a:pt x="8" y="4"/>
                      <a:pt x="6" y="3"/>
                      <a:pt x="1" y="0"/>
                    </a:cubicBezTo>
                  </a:path>
                </a:pathLst>
              </a:custGeom>
              <a:solidFill>
                <a:srgbClr val="8249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752" name="Freeform 382">
                <a:extLst>
                  <a:ext uri="{FF2B5EF4-FFF2-40B4-BE49-F238E27FC236}">
                    <a16:creationId xmlns:a16="http://schemas.microsoft.com/office/drawing/2014/main" id="{832E8AB0-08C4-4E00-8B5C-5BDB6299B0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2" y="2066"/>
                <a:ext cx="73" cy="222"/>
              </a:xfrm>
              <a:custGeom>
                <a:avLst/>
                <a:gdLst>
                  <a:gd name="T0" fmla="*/ 5 w 45"/>
                  <a:gd name="T1" fmla="*/ 0 h 138"/>
                  <a:gd name="T2" fmla="*/ 136 w 45"/>
                  <a:gd name="T3" fmla="*/ 162 h 138"/>
                  <a:gd name="T4" fmla="*/ 136 w 45"/>
                  <a:gd name="T5" fmla="*/ 302 h 138"/>
                  <a:gd name="T6" fmla="*/ 178 w 45"/>
                  <a:gd name="T7" fmla="*/ 425 h 138"/>
                  <a:gd name="T8" fmla="*/ 177 w 45"/>
                  <a:gd name="T9" fmla="*/ 574 h 138"/>
                  <a:gd name="T10" fmla="*/ 157 w 45"/>
                  <a:gd name="T11" fmla="*/ 425 h 138"/>
                  <a:gd name="T12" fmla="*/ 123 w 45"/>
                  <a:gd name="T13" fmla="*/ 280 h 138"/>
                  <a:gd name="T14" fmla="*/ 109 w 45"/>
                  <a:gd name="T15" fmla="*/ 132 h 138"/>
                  <a:gd name="T16" fmla="*/ 0 w 45"/>
                  <a:gd name="T17" fmla="*/ 8 h 13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5" h="138">
                    <a:moveTo>
                      <a:pt x="1" y="0"/>
                    </a:moveTo>
                    <a:cubicBezTo>
                      <a:pt x="11" y="12"/>
                      <a:pt x="27" y="23"/>
                      <a:pt x="32" y="39"/>
                    </a:cubicBezTo>
                    <a:cubicBezTo>
                      <a:pt x="37" y="51"/>
                      <a:pt x="32" y="60"/>
                      <a:pt x="32" y="73"/>
                    </a:cubicBezTo>
                    <a:cubicBezTo>
                      <a:pt x="32" y="84"/>
                      <a:pt x="40" y="91"/>
                      <a:pt x="42" y="102"/>
                    </a:cubicBezTo>
                    <a:cubicBezTo>
                      <a:pt x="44" y="113"/>
                      <a:pt x="45" y="127"/>
                      <a:pt x="41" y="138"/>
                    </a:cubicBezTo>
                    <a:cubicBezTo>
                      <a:pt x="41" y="126"/>
                      <a:pt x="41" y="114"/>
                      <a:pt x="37" y="102"/>
                    </a:cubicBezTo>
                    <a:cubicBezTo>
                      <a:pt x="32" y="90"/>
                      <a:pt x="27" y="82"/>
                      <a:pt x="29" y="67"/>
                    </a:cubicBezTo>
                    <a:cubicBezTo>
                      <a:pt x="31" y="53"/>
                      <a:pt x="32" y="45"/>
                      <a:pt x="25" y="32"/>
                    </a:cubicBezTo>
                    <a:cubicBezTo>
                      <a:pt x="19" y="21"/>
                      <a:pt x="9" y="11"/>
                      <a:pt x="0" y="2"/>
                    </a:cubicBezTo>
                  </a:path>
                </a:pathLst>
              </a:custGeom>
              <a:solidFill>
                <a:srgbClr val="8249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753" name="Freeform 383">
                <a:extLst>
                  <a:ext uri="{FF2B5EF4-FFF2-40B4-BE49-F238E27FC236}">
                    <a16:creationId xmlns:a16="http://schemas.microsoft.com/office/drawing/2014/main" id="{9C90FF37-6D9F-4402-B9D9-7E17516ABC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6" y="2052"/>
                <a:ext cx="106" cy="186"/>
              </a:xfrm>
              <a:custGeom>
                <a:avLst/>
                <a:gdLst>
                  <a:gd name="T0" fmla="*/ 273 w 66"/>
                  <a:gd name="T1" fmla="*/ 0 h 116"/>
                  <a:gd name="T2" fmla="*/ 165 w 66"/>
                  <a:gd name="T3" fmla="*/ 115 h 116"/>
                  <a:gd name="T4" fmla="*/ 132 w 66"/>
                  <a:gd name="T5" fmla="*/ 255 h 116"/>
                  <a:gd name="T6" fmla="*/ 42 w 66"/>
                  <a:gd name="T7" fmla="*/ 359 h 116"/>
                  <a:gd name="T8" fmla="*/ 5 w 66"/>
                  <a:gd name="T9" fmla="*/ 478 h 116"/>
                  <a:gd name="T10" fmla="*/ 35 w 66"/>
                  <a:gd name="T11" fmla="*/ 329 h 116"/>
                  <a:gd name="T12" fmla="*/ 124 w 66"/>
                  <a:gd name="T13" fmla="*/ 239 h 116"/>
                  <a:gd name="T14" fmla="*/ 124 w 66"/>
                  <a:gd name="T15" fmla="*/ 165 h 116"/>
                  <a:gd name="T16" fmla="*/ 153 w 66"/>
                  <a:gd name="T17" fmla="*/ 98 h 116"/>
                  <a:gd name="T18" fmla="*/ 260 w 66"/>
                  <a:gd name="T19" fmla="*/ 16 h 11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66" h="116">
                    <a:moveTo>
                      <a:pt x="66" y="0"/>
                    </a:moveTo>
                    <a:cubicBezTo>
                      <a:pt x="56" y="7"/>
                      <a:pt x="46" y="18"/>
                      <a:pt x="40" y="28"/>
                    </a:cubicBezTo>
                    <a:cubicBezTo>
                      <a:pt x="33" y="40"/>
                      <a:pt x="37" y="52"/>
                      <a:pt x="32" y="62"/>
                    </a:cubicBezTo>
                    <a:cubicBezTo>
                      <a:pt x="27" y="72"/>
                      <a:pt x="15" y="77"/>
                      <a:pt x="10" y="87"/>
                    </a:cubicBezTo>
                    <a:cubicBezTo>
                      <a:pt x="5" y="97"/>
                      <a:pt x="4" y="106"/>
                      <a:pt x="1" y="116"/>
                    </a:cubicBezTo>
                    <a:cubicBezTo>
                      <a:pt x="0" y="104"/>
                      <a:pt x="2" y="90"/>
                      <a:pt x="9" y="80"/>
                    </a:cubicBezTo>
                    <a:cubicBezTo>
                      <a:pt x="14" y="72"/>
                      <a:pt x="28" y="67"/>
                      <a:pt x="30" y="58"/>
                    </a:cubicBezTo>
                    <a:cubicBezTo>
                      <a:pt x="31" y="53"/>
                      <a:pt x="29" y="46"/>
                      <a:pt x="30" y="40"/>
                    </a:cubicBezTo>
                    <a:cubicBezTo>
                      <a:pt x="31" y="34"/>
                      <a:pt x="34" y="29"/>
                      <a:pt x="37" y="24"/>
                    </a:cubicBezTo>
                    <a:cubicBezTo>
                      <a:pt x="45" y="13"/>
                      <a:pt x="53" y="11"/>
                      <a:pt x="63" y="4"/>
                    </a:cubicBezTo>
                  </a:path>
                </a:pathLst>
              </a:custGeom>
              <a:solidFill>
                <a:srgbClr val="8249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754" name="Freeform 384">
                <a:extLst>
                  <a:ext uri="{FF2B5EF4-FFF2-40B4-BE49-F238E27FC236}">
                    <a16:creationId xmlns:a16="http://schemas.microsoft.com/office/drawing/2014/main" id="{541F0C8D-78DE-40E3-BB51-80A94FBA8E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9" y="1875"/>
                <a:ext cx="37" cy="105"/>
              </a:xfrm>
              <a:custGeom>
                <a:avLst/>
                <a:gdLst>
                  <a:gd name="T0" fmla="*/ 97 w 23"/>
                  <a:gd name="T1" fmla="*/ 275 h 65"/>
                  <a:gd name="T2" fmla="*/ 69 w 23"/>
                  <a:gd name="T3" fmla="*/ 136 h 65"/>
                  <a:gd name="T4" fmla="*/ 21 w 23"/>
                  <a:gd name="T5" fmla="*/ 0 h 65"/>
                  <a:gd name="T6" fmla="*/ 34 w 23"/>
                  <a:gd name="T7" fmla="*/ 68 h 65"/>
                  <a:gd name="T8" fmla="*/ 80 w 23"/>
                  <a:gd name="T9" fmla="*/ 160 h 65"/>
                  <a:gd name="T10" fmla="*/ 82 w 23"/>
                  <a:gd name="T11" fmla="*/ 268 h 6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3" h="65">
                    <a:moveTo>
                      <a:pt x="23" y="65"/>
                    </a:moveTo>
                    <a:cubicBezTo>
                      <a:pt x="5" y="63"/>
                      <a:pt x="17" y="42"/>
                      <a:pt x="17" y="32"/>
                    </a:cubicBezTo>
                    <a:cubicBezTo>
                      <a:pt x="16" y="20"/>
                      <a:pt x="0" y="14"/>
                      <a:pt x="5" y="0"/>
                    </a:cubicBezTo>
                    <a:cubicBezTo>
                      <a:pt x="5" y="6"/>
                      <a:pt x="7" y="10"/>
                      <a:pt x="8" y="16"/>
                    </a:cubicBezTo>
                    <a:cubicBezTo>
                      <a:pt x="15" y="21"/>
                      <a:pt x="20" y="29"/>
                      <a:pt x="19" y="38"/>
                    </a:cubicBezTo>
                    <a:cubicBezTo>
                      <a:pt x="18" y="46"/>
                      <a:pt x="9" y="59"/>
                      <a:pt x="20" y="64"/>
                    </a:cubicBezTo>
                  </a:path>
                </a:pathLst>
              </a:custGeom>
              <a:solidFill>
                <a:srgbClr val="8249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755" name="Freeform 385">
                <a:extLst>
                  <a:ext uri="{FF2B5EF4-FFF2-40B4-BE49-F238E27FC236}">
                    <a16:creationId xmlns:a16="http://schemas.microsoft.com/office/drawing/2014/main" id="{D56CB07C-6D95-41F2-B1AC-A55B8939C4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8" y="1891"/>
                <a:ext cx="35" cy="98"/>
              </a:xfrm>
              <a:custGeom>
                <a:avLst/>
                <a:gdLst>
                  <a:gd name="T0" fmla="*/ 0 w 22"/>
                  <a:gd name="T1" fmla="*/ 252 h 61"/>
                  <a:gd name="T2" fmla="*/ 29 w 22"/>
                  <a:gd name="T3" fmla="*/ 122 h 61"/>
                  <a:gd name="T4" fmla="*/ 64 w 22"/>
                  <a:gd name="T5" fmla="*/ 56 h 61"/>
                  <a:gd name="T6" fmla="*/ 56 w 22"/>
                  <a:gd name="T7" fmla="*/ 0 h 61"/>
                  <a:gd name="T8" fmla="*/ 46 w 22"/>
                  <a:gd name="T9" fmla="*/ 129 h 61"/>
                  <a:gd name="T10" fmla="*/ 0 w 22"/>
                  <a:gd name="T11" fmla="*/ 252 h 6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2" h="61">
                    <a:moveTo>
                      <a:pt x="0" y="61"/>
                    </a:moveTo>
                    <a:cubicBezTo>
                      <a:pt x="16" y="53"/>
                      <a:pt x="4" y="40"/>
                      <a:pt x="7" y="29"/>
                    </a:cubicBezTo>
                    <a:cubicBezTo>
                      <a:pt x="9" y="24"/>
                      <a:pt x="15" y="21"/>
                      <a:pt x="16" y="14"/>
                    </a:cubicBezTo>
                    <a:cubicBezTo>
                      <a:pt x="17" y="9"/>
                      <a:pt x="15" y="5"/>
                      <a:pt x="14" y="0"/>
                    </a:cubicBezTo>
                    <a:cubicBezTo>
                      <a:pt x="22" y="10"/>
                      <a:pt x="14" y="22"/>
                      <a:pt x="11" y="31"/>
                    </a:cubicBezTo>
                    <a:cubicBezTo>
                      <a:pt x="7" y="45"/>
                      <a:pt x="14" y="52"/>
                      <a:pt x="0" y="61"/>
                    </a:cubicBezTo>
                  </a:path>
                </a:pathLst>
              </a:custGeom>
              <a:solidFill>
                <a:srgbClr val="8249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756" name="Freeform 386">
                <a:extLst>
                  <a:ext uri="{FF2B5EF4-FFF2-40B4-BE49-F238E27FC236}">
                    <a16:creationId xmlns:a16="http://schemas.microsoft.com/office/drawing/2014/main" id="{A8168845-83C5-42DA-ABF4-7292E379BD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6" y="1502"/>
                <a:ext cx="55" cy="99"/>
              </a:xfrm>
              <a:custGeom>
                <a:avLst/>
                <a:gdLst>
                  <a:gd name="T0" fmla="*/ 131 w 34"/>
                  <a:gd name="T1" fmla="*/ 0 h 62"/>
                  <a:gd name="T2" fmla="*/ 0 w 34"/>
                  <a:gd name="T3" fmla="*/ 252 h 6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4" h="62">
                    <a:moveTo>
                      <a:pt x="31" y="0"/>
                    </a:moveTo>
                    <a:cubicBezTo>
                      <a:pt x="34" y="19"/>
                      <a:pt x="13" y="49"/>
                      <a:pt x="0" y="62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757" name="Freeform 387">
                <a:extLst>
                  <a:ext uri="{FF2B5EF4-FFF2-40B4-BE49-F238E27FC236}">
                    <a16:creationId xmlns:a16="http://schemas.microsoft.com/office/drawing/2014/main" id="{4BF8AF31-B063-423D-9302-EB81DDD24D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3" y="1505"/>
                <a:ext cx="76" cy="118"/>
              </a:xfrm>
              <a:custGeom>
                <a:avLst/>
                <a:gdLst>
                  <a:gd name="T0" fmla="*/ 8 w 47"/>
                  <a:gd name="T1" fmla="*/ 0 h 74"/>
                  <a:gd name="T2" fmla="*/ 81 w 47"/>
                  <a:gd name="T3" fmla="*/ 150 h 74"/>
                  <a:gd name="T4" fmla="*/ 199 w 47"/>
                  <a:gd name="T5" fmla="*/ 300 h 7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7" h="74">
                    <a:moveTo>
                      <a:pt x="2" y="0"/>
                    </a:moveTo>
                    <a:cubicBezTo>
                      <a:pt x="0" y="13"/>
                      <a:pt x="11" y="27"/>
                      <a:pt x="19" y="37"/>
                    </a:cubicBezTo>
                    <a:cubicBezTo>
                      <a:pt x="28" y="48"/>
                      <a:pt x="37" y="64"/>
                      <a:pt x="47" y="74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758" name="Freeform 388">
                <a:extLst>
                  <a:ext uri="{FF2B5EF4-FFF2-40B4-BE49-F238E27FC236}">
                    <a16:creationId xmlns:a16="http://schemas.microsoft.com/office/drawing/2014/main" id="{221C5232-FBD5-40DE-91F4-6D085B19F2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6" y="1551"/>
                <a:ext cx="36" cy="129"/>
              </a:xfrm>
              <a:custGeom>
                <a:avLst/>
                <a:gdLst>
                  <a:gd name="T0" fmla="*/ 97 w 22"/>
                  <a:gd name="T1" fmla="*/ 0 h 80"/>
                  <a:gd name="T2" fmla="*/ 54 w 22"/>
                  <a:gd name="T3" fmla="*/ 152 h 80"/>
                  <a:gd name="T4" fmla="*/ 0 w 22"/>
                  <a:gd name="T5" fmla="*/ 335 h 8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80">
                    <a:moveTo>
                      <a:pt x="22" y="0"/>
                    </a:moveTo>
                    <a:cubicBezTo>
                      <a:pt x="16" y="10"/>
                      <a:pt x="14" y="25"/>
                      <a:pt x="12" y="36"/>
                    </a:cubicBezTo>
                    <a:cubicBezTo>
                      <a:pt x="10" y="48"/>
                      <a:pt x="10" y="72"/>
                      <a:pt x="0" y="8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759" name="Freeform 389">
                <a:extLst>
                  <a:ext uri="{FF2B5EF4-FFF2-40B4-BE49-F238E27FC236}">
                    <a16:creationId xmlns:a16="http://schemas.microsoft.com/office/drawing/2014/main" id="{68CC2476-F3D2-4A31-B296-0BC483C52E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1" y="1558"/>
                <a:ext cx="37" cy="114"/>
              </a:xfrm>
              <a:custGeom>
                <a:avLst/>
                <a:gdLst>
                  <a:gd name="T0" fmla="*/ 0 w 23"/>
                  <a:gd name="T1" fmla="*/ 0 h 71"/>
                  <a:gd name="T2" fmla="*/ 97 w 23"/>
                  <a:gd name="T3" fmla="*/ 294 h 7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71">
                    <a:moveTo>
                      <a:pt x="0" y="0"/>
                    </a:moveTo>
                    <a:cubicBezTo>
                      <a:pt x="12" y="21"/>
                      <a:pt x="14" y="48"/>
                      <a:pt x="23" y="71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760" name="Freeform 390">
                <a:extLst>
                  <a:ext uri="{FF2B5EF4-FFF2-40B4-BE49-F238E27FC236}">
                    <a16:creationId xmlns:a16="http://schemas.microsoft.com/office/drawing/2014/main" id="{3998697B-4EE1-4469-B1F4-B6865912E3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5" y="2389"/>
                <a:ext cx="77" cy="21"/>
              </a:xfrm>
              <a:custGeom>
                <a:avLst/>
                <a:gdLst>
                  <a:gd name="T0" fmla="*/ 0 w 48"/>
                  <a:gd name="T1" fmla="*/ 47 h 13"/>
                  <a:gd name="T2" fmla="*/ 199 w 48"/>
                  <a:gd name="T3" fmla="*/ 50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8" h="13">
                    <a:moveTo>
                      <a:pt x="0" y="11"/>
                    </a:moveTo>
                    <a:cubicBezTo>
                      <a:pt x="8" y="0"/>
                      <a:pt x="37" y="13"/>
                      <a:pt x="48" y="12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761" name="Freeform 391">
                <a:extLst>
                  <a:ext uri="{FF2B5EF4-FFF2-40B4-BE49-F238E27FC236}">
                    <a16:creationId xmlns:a16="http://schemas.microsoft.com/office/drawing/2014/main" id="{DC08ACD7-1E39-4530-83D6-8F77C96AD4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2" y="2390"/>
                <a:ext cx="76" cy="10"/>
              </a:xfrm>
              <a:custGeom>
                <a:avLst/>
                <a:gdLst>
                  <a:gd name="T0" fmla="*/ 199 w 47"/>
                  <a:gd name="T1" fmla="*/ 5 h 6"/>
                  <a:gd name="T2" fmla="*/ 102 w 47"/>
                  <a:gd name="T3" fmla="*/ 5 h 6"/>
                  <a:gd name="T4" fmla="*/ 0 w 47"/>
                  <a:gd name="T5" fmla="*/ 13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7" h="6">
                    <a:moveTo>
                      <a:pt x="47" y="1"/>
                    </a:moveTo>
                    <a:cubicBezTo>
                      <a:pt x="38" y="0"/>
                      <a:pt x="33" y="0"/>
                      <a:pt x="24" y="1"/>
                    </a:cubicBezTo>
                    <a:cubicBezTo>
                      <a:pt x="18" y="3"/>
                      <a:pt x="6" y="6"/>
                      <a:pt x="0" y="3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762" name="Freeform 392">
                <a:extLst>
                  <a:ext uri="{FF2B5EF4-FFF2-40B4-BE49-F238E27FC236}">
                    <a16:creationId xmlns:a16="http://schemas.microsoft.com/office/drawing/2014/main" id="{BD53C5BD-E367-4164-A9F7-CE90A59F9A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2" y="1766"/>
                <a:ext cx="108" cy="28"/>
              </a:xfrm>
              <a:custGeom>
                <a:avLst/>
                <a:gdLst>
                  <a:gd name="T0" fmla="*/ 0 w 67"/>
                  <a:gd name="T1" fmla="*/ 21 h 17"/>
                  <a:gd name="T2" fmla="*/ 280 w 67"/>
                  <a:gd name="T3" fmla="*/ 0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7" h="17">
                    <a:moveTo>
                      <a:pt x="0" y="5"/>
                    </a:moveTo>
                    <a:cubicBezTo>
                      <a:pt x="19" y="17"/>
                      <a:pt x="50" y="13"/>
                      <a:pt x="67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763" name="Freeform 393">
                <a:extLst>
                  <a:ext uri="{FF2B5EF4-FFF2-40B4-BE49-F238E27FC236}">
                    <a16:creationId xmlns:a16="http://schemas.microsoft.com/office/drawing/2014/main" id="{0B731B7F-23F8-41C7-AA92-52426159F5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2" y="1778"/>
                <a:ext cx="50" cy="20"/>
              </a:xfrm>
              <a:custGeom>
                <a:avLst/>
                <a:gdLst>
                  <a:gd name="T0" fmla="*/ 131 w 31"/>
                  <a:gd name="T1" fmla="*/ 0 h 13"/>
                  <a:gd name="T2" fmla="*/ 0 w 31"/>
                  <a:gd name="T3" fmla="*/ 48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1" h="13">
                    <a:moveTo>
                      <a:pt x="31" y="0"/>
                    </a:moveTo>
                    <a:cubicBezTo>
                      <a:pt x="21" y="5"/>
                      <a:pt x="12" y="10"/>
                      <a:pt x="0" y="13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764" name="Freeform 394">
                <a:extLst>
                  <a:ext uri="{FF2B5EF4-FFF2-40B4-BE49-F238E27FC236}">
                    <a16:creationId xmlns:a16="http://schemas.microsoft.com/office/drawing/2014/main" id="{B553E62E-8435-48F0-9AA8-502244F559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8" y="1766"/>
                <a:ext cx="67" cy="24"/>
              </a:xfrm>
              <a:custGeom>
                <a:avLst/>
                <a:gdLst>
                  <a:gd name="T0" fmla="*/ 0 w 42"/>
                  <a:gd name="T1" fmla="*/ 0 h 15"/>
                  <a:gd name="T2" fmla="*/ 171 w 42"/>
                  <a:gd name="T3" fmla="*/ 54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2" h="15">
                    <a:moveTo>
                      <a:pt x="0" y="0"/>
                    </a:moveTo>
                    <a:cubicBezTo>
                      <a:pt x="12" y="15"/>
                      <a:pt x="28" y="7"/>
                      <a:pt x="42" y="13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765" name="Freeform 395">
                <a:extLst>
                  <a:ext uri="{FF2B5EF4-FFF2-40B4-BE49-F238E27FC236}">
                    <a16:creationId xmlns:a16="http://schemas.microsoft.com/office/drawing/2014/main" id="{1BAF24F4-73BC-43ED-A671-26363D18AA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7" y="1774"/>
                <a:ext cx="28" cy="20"/>
              </a:xfrm>
              <a:custGeom>
                <a:avLst/>
                <a:gdLst>
                  <a:gd name="T0" fmla="*/ 0 w 17"/>
                  <a:gd name="T1" fmla="*/ 0 h 12"/>
                  <a:gd name="T2" fmla="*/ 76 w 17"/>
                  <a:gd name="T3" fmla="*/ 55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12">
                    <a:moveTo>
                      <a:pt x="0" y="0"/>
                    </a:moveTo>
                    <a:cubicBezTo>
                      <a:pt x="5" y="4"/>
                      <a:pt x="11" y="9"/>
                      <a:pt x="17" y="12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766" name="Freeform 396">
                <a:extLst>
                  <a:ext uri="{FF2B5EF4-FFF2-40B4-BE49-F238E27FC236}">
                    <a16:creationId xmlns:a16="http://schemas.microsoft.com/office/drawing/2014/main" id="{258501BF-F83C-4AF2-B1C7-53D19FF4B3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0" y="1489"/>
                <a:ext cx="118" cy="90"/>
              </a:xfrm>
              <a:custGeom>
                <a:avLst/>
                <a:gdLst>
                  <a:gd name="T0" fmla="*/ 309 w 73"/>
                  <a:gd name="T1" fmla="*/ 0 h 56"/>
                  <a:gd name="T2" fmla="*/ 160 w 73"/>
                  <a:gd name="T3" fmla="*/ 191 h 56"/>
                  <a:gd name="T4" fmla="*/ 0 w 73"/>
                  <a:gd name="T5" fmla="*/ 178 h 5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3" h="56">
                    <a:moveTo>
                      <a:pt x="73" y="0"/>
                    </a:moveTo>
                    <a:cubicBezTo>
                      <a:pt x="57" y="4"/>
                      <a:pt x="52" y="37"/>
                      <a:pt x="38" y="46"/>
                    </a:cubicBezTo>
                    <a:cubicBezTo>
                      <a:pt x="23" y="56"/>
                      <a:pt x="14" y="48"/>
                      <a:pt x="0" y="43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767" name="Freeform 397">
                <a:extLst>
                  <a:ext uri="{FF2B5EF4-FFF2-40B4-BE49-F238E27FC236}">
                    <a16:creationId xmlns:a16="http://schemas.microsoft.com/office/drawing/2014/main" id="{3726B561-567F-4DEF-8695-D10E1C1EE7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0" y="1201"/>
                <a:ext cx="45" cy="71"/>
              </a:xfrm>
              <a:custGeom>
                <a:avLst/>
                <a:gdLst>
                  <a:gd name="T0" fmla="*/ 16 w 28"/>
                  <a:gd name="T1" fmla="*/ 0 h 44"/>
                  <a:gd name="T2" fmla="*/ 26 w 28"/>
                  <a:gd name="T3" fmla="*/ 110 h 44"/>
                  <a:gd name="T4" fmla="*/ 116 w 28"/>
                  <a:gd name="T5" fmla="*/ 186 h 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44">
                    <a:moveTo>
                      <a:pt x="4" y="0"/>
                    </a:moveTo>
                    <a:cubicBezTo>
                      <a:pt x="0" y="8"/>
                      <a:pt x="1" y="19"/>
                      <a:pt x="6" y="26"/>
                    </a:cubicBezTo>
                    <a:cubicBezTo>
                      <a:pt x="11" y="34"/>
                      <a:pt x="19" y="43"/>
                      <a:pt x="28" y="44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768" name="Freeform 398">
                <a:extLst>
                  <a:ext uri="{FF2B5EF4-FFF2-40B4-BE49-F238E27FC236}">
                    <a16:creationId xmlns:a16="http://schemas.microsoft.com/office/drawing/2014/main" id="{D2EB0D65-0C9D-4B61-80E2-8667696D27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3" y="1184"/>
                <a:ext cx="21" cy="83"/>
              </a:xfrm>
              <a:custGeom>
                <a:avLst/>
                <a:gdLst>
                  <a:gd name="T0" fmla="*/ 47 w 13"/>
                  <a:gd name="T1" fmla="*/ 0 h 52"/>
                  <a:gd name="T2" fmla="*/ 50 w 13"/>
                  <a:gd name="T3" fmla="*/ 69 h 52"/>
                  <a:gd name="T4" fmla="*/ 50 w 13"/>
                  <a:gd name="T5" fmla="*/ 142 h 52"/>
                  <a:gd name="T6" fmla="*/ 0 w 13"/>
                  <a:gd name="T7" fmla="*/ 211 h 5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52">
                    <a:moveTo>
                      <a:pt x="11" y="0"/>
                    </a:moveTo>
                    <a:cubicBezTo>
                      <a:pt x="10" y="6"/>
                      <a:pt x="13" y="11"/>
                      <a:pt x="12" y="17"/>
                    </a:cubicBezTo>
                    <a:cubicBezTo>
                      <a:pt x="11" y="24"/>
                      <a:pt x="10" y="29"/>
                      <a:pt x="12" y="35"/>
                    </a:cubicBezTo>
                    <a:cubicBezTo>
                      <a:pt x="13" y="45"/>
                      <a:pt x="11" y="52"/>
                      <a:pt x="0" y="52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769" name="Freeform 399">
                <a:extLst>
                  <a:ext uri="{FF2B5EF4-FFF2-40B4-BE49-F238E27FC236}">
                    <a16:creationId xmlns:a16="http://schemas.microsoft.com/office/drawing/2014/main" id="{ECEBC9A0-CF29-4474-8C61-A9AF3FD1FB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1" y="3257"/>
                <a:ext cx="40" cy="419"/>
              </a:xfrm>
              <a:custGeom>
                <a:avLst/>
                <a:gdLst>
                  <a:gd name="T0" fmla="*/ 0 w 25"/>
                  <a:gd name="T1" fmla="*/ 0 h 261"/>
                  <a:gd name="T2" fmla="*/ 102 w 25"/>
                  <a:gd name="T3" fmla="*/ 1080 h 261"/>
                  <a:gd name="T4" fmla="*/ 0 w 25"/>
                  <a:gd name="T5" fmla="*/ 0 h 26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261">
                    <a:moveTo>
                      <a:pt x="0" y="0"/>
                    </a:moveTo>
                    <a:cubicBezTo>
                      <a:pt x="0" y="0"/>
                      <a:pt x="13" y="212"/>
                      <a:pt x="25" y="261"/>
                    </a:cubicBezTo>
                    <a:cubicBezTo>
                      <a:pt x="25" y="261"/>
                      <a:pt x="7" y="41"/>
                      <a:pt x="0" y="0"/>
                    </a:cubicBezTo>
                    <a:close/>
                  </a:path>
                </a:pathLst>
              </a:custGeom>
              <a:solidFill>
                <a:srgbClr val="93574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770" name="Freeform 400">
                <a:extLst>
                  <a:ext uri="{FF2B5EF4-FFF2-40B4-BE49-F238E27FC236}">
                    <a16:creationId xmlns:a16="http://schemas.microsoft.com/office/drawing/2014/main" id="{226D4CCF-6117-477A-A128-72556604D4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5" y="3239"/>
                <a:ext cx="45" cy="440"/>
              </a:xfrm>
              <a:custGeom>
                <a:avLst/>
                <a:gdLst>
                  <a:gd name="T0" fmla="*/ 116 w 28"/>
                  <a:gd name="T1" fmla="*/ 0 h 274"/>
                  <a:gd name="T2" fmla="*/ 0 w 28"/>
                  <a:gd name="T3" fmla="*/ 1135 h 274"/>
                  <a:gd name="T4" fmla="*/ 116 w 28"/>
                  <a:gd name="T5" fmla="*/ 0 h 27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274">
                    <a:moveTo>
                      <a:pt x="28" y="0"/>
                    </a:moveTo>
                    <a:cubicBezTo>
                      <a:pt x="28" y="0"/>
                      <a:pt x="27" y="132"/>
                      <a:pt x="0" y="274"/>
                    </a:cubicBezTo>
                    <a:cubicBezTo>
                      <a:pt x="0" y="274"/>
                      <a:pt x="28" y="8"/>
                      <a:pt x="28" y="0"/>
                    </a:cubicBezTo>
                    <a:close/>
                  </a:path>
                </a:pathLst>
              </a:custGeom>
              <a:solidFill>
                <a:srgbClr val="8249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771" name="Freeform 401">
                <a:extLst>
                  <a:ext uri="{FF2B5EF4-FFF2-40B4-BE49-F238E27FC236}">
                    <a16:creationId xmlns:a16="http://schemas.microsoft.com/office/drawing/2014/main" id="{513925CA-27CA-47CA-B983-561098E828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4" y="1165"/>
                <a:ext cx="32" cy="101"/>
              </a:xfrm>
              <a:custGeom>
                <a:avLst/>
                <a:gdLst>
                  <a:gd name="T0" fmla="*/ 61 w 20"/>
                  <a:gd name="T1" fmla="*/ 5 h 63"/>
                  <a:gd name="T2" fmla="*/ 82 w 20"/>
                  <a:gd name="T3" fmla="*/ 95 h 63"/>
                  <a:gd name="T4" fmla="*/ 69 w 20"/>
                  <a:gd name="T5" fmla="*/ 183 h 63"/>
                  <a:gd name="T6" fmla="*/ 56 w 20"/>
                  <a:gd name="T7" fmla="*/ 247 h 63"/>
                  <a:gd name="T8" fmla="*/ 0 w 20"/>
                  <a:gd name="T9" fmla="*/ 260 h 63"/>
                  <a:gd name="T10" fmla="*/ 46 w 20"/>
                  <a:gd name="T11" fmla="*/ 218 h 63"/>
                  <a:gd name="T12" fmla="*/ 69 w 20"/>
                  <a:gd name="T13" fmla="*/ 131 h 63"/>
                  <a:gd name="T14" fmla="*/ 69 w 20"/>
                  <a:gd name="T15" fmla="*/ 61 h 63"/>
                  <a:gd name="T16" fmla="*/ 56 w 20"/>
                  <a:gd name="T17" fmla="*/ 0 h 6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0" h="63">
                    <a:moveTo>
                      <a:pt x="15" y="1"/>
                    </a:moveTo>
                    <a:cubicBezTo>
                      <a:pt x="18" y="9"/>
                      <a:pt x="20" y="15"/>
                      <a:pt x="20" y="23"/>
                    </a:cubicBezTo>
                    <a:cubicBezTo>
                      <a:pt x="19" y="30"/>
                      <a:pt x="18" y="37"/>
                      <a:pt x="17" y="44"/>
                    </a:cubicBezTo>
                    <a:cubicBezTo>
                      <a:pt x="17" y="49"/>
                      <a:pt x="19" y="57"/>
                      <a:pt x="14" y="60"/>
                    </a:cubicBezTo>
                    <a:cubicBezTo>
                      <a:pt x="11" y="62"/>
                      <a:pt x="4" y="63"/>
                      <a:pt x="0" y="63"/>
                    </a:cubicBezTo>
                    <a:cubicBezTo>
                      <a:pt x="5" y="60"/>
                      <a:pt x="9" y="58"/>
                      <a:pt x="11" y="53"/>
                    </a:cubicBezTo>
                    <a:cubicBezTo>
                      <a:pt x="15" y="47"/>
                      <a:pt x="16" y="39"/>
                      <a:pt x="17" y="32"/>
                    </a:cubicBezTo>
                    <a:cubicBezTo>
                      <a:pt x="18" y="27"/>
                      <a:pt x="17" y="21"/>
                      <a:pt x="17" y="15"/>
                    </a:cubicBezTo>
                    <a:cubicBezTo>
                      <a:pt x="17" y="10"/>
                      <a:pt x="15" y="5"/>
                      <a:pt x="14" y="0"/>
                    </a:cubicBezTo>
                  </a:path>
                </a:pathLst>
              </a:custGeom>
              <a:solidFill>
                <a:srgbClr val="8249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772" name="Freeform 402">
                <a:extLst>
                  <a:ext uri="{FF2B5EF4-FFF2-40B4-BE49-F238E27FC236}">
                    <a16:creationId xmlns:a16="http://schemas.microsoft.com/office/drawing/2014/main" id="{225AF14F-0D26-4850-B833-52DBB95ED5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6" y="1179"/>
                <a:ext cx="80" cy="26"/>
              </a:xfrm>
              <a:custGeom>
                <a:avLst/>
                <a:gdLst>
                  <a:gd name="T0" fmla="*/ 5 w 50"/>
                  <a:gd name="T1" fmla="*/ 5 h 16"/>
                  <a:gd name="T2" fmla="*/ 86 w 50"/>
                  <a:gd name="T3" fmla="*/ 60 h 16"/>
                  <a:gd name="T4" fmla="*/ 150 w 50"/>
                  <a:gd name="T5" fmla="*/ 55 h 16"/>
                  <a:gd name="T6" fmla="*/ 184 w 50"/>
                  <a:gd name="T7" fmla="*/ 34 h 16"/>
                  <a:gd name="T8" fmla="*/ 205 w 50"/>
                  <a:gd name="T9" fmla="*/ 0 h 16"/>
                  <a:gd name="T10" fmla="*/ 102 w 50"/>
                  <a:gd name="T11" fmla="*/ 47 h 16"/>
                  <a:gd name="T12" fmla="*/ 0 w 50"/>
                  <a:gd name="T13" fmla="*/ 0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0" h="16">
                    <a:moveTo>
                      <a:pt x="1" y="1"/>
                    </a:moveTo>
                    <a:cubicBezTo>
                      <a:pt x="7" y="7"/>
                      <a:pt x="12" y="12"/>
                      <a:pt x="21" y="14"/>
                    </a:cubicBezTo>
                    <a:cubicBezTo>
                      <a:pt x="27" y="16"/>
                      <a:pt x="32" y="15"/>
                      <a:pt x="37" y="13"/>
                    </a:cubicBezTo>
                    <a:cubicBezTo>
                      <a:pt x="40" y="12"/>
                      <a:pt x="43" y="10"/>
                      <a:pt x="45" y="8"/>
                    </a:cubicBezTo>
                    <a:cubicBezTo>
                      <a:pt x="48" y="6"/>
                      <a:pt x="49" y="3"/>
                      <a:pt x="50" y="0"/>
                    </a:cubicBezTo>
                    <a:cubicBezTo>
                      <a:pt x="42" y="4"/>
                      <a:pt x="35" y="11"/>
                      <a:pt x="25" y="11"/>
                    </a:cubicBezTo>
                    <a:cubicBezTo>
                      <a:pt x="15" y="10"/>
                      <a:pt x="8" y="5"/>
                      <a:pt x="0" y="0"/>
                    </a:cubicBezTo>
                  </a:path>
                </a:pathLst>
              </a:custGeom>
              <a:solidFill>
                <a:srgbClr val="8249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773" name="Freeform 403">
                <a:extLst>
                  <a:ext uri="{FF2B5EF4-FFF2-40B4-BE49-F238E27FC236}">
                    <a16:creationId xmlns:a16="http://schemas.microsoft.com/office/drawing/2014/main" id="{CBC38B20-ED13-4D5B-BF39-A89E6D9B0F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6" y="1176"/>
                <a:ext cx="74" cy="51"/>
              </a:xfrm>
              <a:custGeom>
                <a:avLst/>
                <a:gdLst>
                  <a:gd name="T0" fmla="*/ 0 w 46"/>
                  <a:gd name="T1" fmla="*/ 0 h 32"/>
                  <a:gd name="T2" fmla="*/ 103 w 46"/>
                  <a:gd name="T3" fmla="*/ 89 h 32"/>
                  <a:gd name="T4" fmla="*/ 191 w 46"/>
                  <a:gd name="T5" fmla="*/ 77 h 32"/>
                  <a:gd name="T6" fmla="*/ 68 w 46"/>
                  <a:gd name="T7" fmla="*/ 104 h 32"/>
                  <a:gd name="T8" fmla="*/ 0 w 46"/>
                  <a:gd name="T9" fmla="*/ 0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6" h="32">
                    <a:moveTo>
                      <a:pt x="0" y="0"/>
                    </a:moveTo>
                    <a:cubicBezTo>
                      <a:pt x="4" y="9"/>
                      <a:pt x="15" y="20"/>
                      <a:pt x="25" y="22"/>
                    </a:cubicBezTo>
                    <a:cubicBezTo>
                      <a:pt x="31" y="24"/>
                      <a:pt x="42" y="24"/>
                      <a:pt x="46" y="19"/>
                    </a:cubicBezTo>
                    <a:cubicBezTo>
                      <a:pt x="39" y="28"/>
                      <a:pt x="25" y="32"/>
                      <a:pt x="16" y="26"/>
                    </a:cubicBezTo>
                    <a:cubicBezTo>
                      <a:pt x="7" y="20"/>
                      <a:pt x="4" y="9"/>
                      <a:pt x="0" y="0"/>
                    </a:cubicBezTo>
                  </a:path>
                </a:pathLst>
              </a:custGeom>
              <a:solidFill>
                <a:srgbClr val="8249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774" name="Freeform 404">
                <a:extLst>
                  <a:ext uri="{FF2B5EF4-FFF2-40B4-BE49-F238E27FC236}">
                    <a16:creationId xmlns:a16="http://schemas.microsoft.com/office/drawing/2014/main" id="{1D5CF41F-85AC-4A6E-8BD6-E1B237D033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3" y="1160"/>
                <a:ext cx="27" cy="102"/>
              </a:xfrm>
              <a:custGeom>
                <a:avLst/>
                <a:gdLst>
                  <a:gd name="T0" fmla="*/ 68 w 17"/>
                  <a:gd name="T1" fmla="*/ 0 h 64"/>
                  <a:gd name="T2" fmla="*/ 27 w 17"/>
                  <a:gd name="T3" fmla="*/ 69 h 64"/>
                  <a:gd name="T4" fmla="*/ 8 w 17"/>
                  <a:gd name="T5" fmla="*/ 129 h 64"/>
                  <a:gd name="T6" fmla="*/ 68 w 17"/>
                  <a:gd name="T7" fmla="*/ 260 h 64"/>
                  <a:gd name="T8" fmla="*/ 25 w 17"/>
                  <a:gd name="T9" fmla="*/ 115 h 64"/>
                  <a:gd name="T10" fmla="*/ 48 w 17"/>
                  <a:gd name="T11" fmla="*/ 48 h 64"/>
                  <a:gd name="T12" fmla="*/ 64 w 17"/>
                  <a:gd name="T13" fmla="*/ 5 h 6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64">
                    <a:moveTo>
                      <a:pt x="17" y="0"/>
                    </a:moveTo>
                    <a:cubicBezTo>
                      <a:pt x="12" y="5"/>
                      <a:pt x="10" y="12"/>
                      <a:pt x="7" y="17"/>
                    </a:cubicBezTo>
                    <a:cubicBezTo>
                      <a:pt x="5" y="22"/>
                      <a:pt x="2" y="27"/>
                      <a:pt x="2" y="32"/>
                    </a:cubicBezTo>
                    <a:cubicBezTo>
                      <a:pt x="0" y="46"/>
                      <a:pt x="7" y="56"/>
                      <a:pt x="17" y="64"/>
                    </a:cubicBezTo>
                    <a:cubicBezTo>
                      <a:pt x="7" y="54"/>
                      <a:pt x="3" y="42"/>
                      <a:pt x="6" y="28"/>
                    </a:cubicBezTo>
                    <a:cubicBezTo>
                      <a:pt x="7" y="22"/>
                      <a:pt x="10" y="17"/>
                      <a:pt x="12" y="12"/>
                    </a:cubicBezTo>
                    <a:cubicBezTo>
                      <a:pt x="14" y="9"/>
                      <a:pt x="14" y="4"/>
                      <a:pt x="16" y="1"/>
                    </a:cubicBezTo>
                  </a:path>
                </a:pathLst>
              </a:custGeom>
              <a:solidFill>
                <a:srgbClr val="8249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775" name="Freeform 405">
                <a:extLst>
                  <a:ext uri="{FF2B5EF4-FFF2-40B4-BE49-F238E27FC236}">
                    <a16:creationId xmlns:a16="http://schemas.microsoft.com/office/drawing/2014/main" id="{DAF5B2E1-A7CE-4BD3-B19A-08E7C0C070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0" y="1242"/>
                <a:ext cx="16" cy="54"/>
              </a:xfrm>
              <a:custGeom>
                <a:avLst/>
                <a:gdLst>
                  <a:gd name="T0" fmla="*/ 34 w 10"/>
                  <a:gd name="T1" fmla="*/ 0 h 34"/>
                  <a:gd name="T2" fmla="*/ 5 w 10"/>
                  <a:gd name="T3" fmla="*/ 81 h 34"/>
                  <a:gd name="T4" fmla="*/ 8 w 10"/>
                  <a:gd name="T5" fmla="*/ 121 h 34"/>
                  <a:gd name="T6" fmla="*/ 42 w 10"/>
                  <a:gd name="T7" fmla="*/ 124 h 34"/>
                  <a:gd name="T8" fmla="*/ 16 w 10"/>
                  <a:gd name="T9" fmla="*/ 76 h 34"/>
                  <a:gd name="T10" fmla="*/ 29 w 10"/>
                  <a:gd name="T11" fmla="*/ 8 h 3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" h="34">
                    <a:moveTo>
                      <a:pt x="8" y="0"/>
                    </a:moveTo>
                    <a:cubicBezTo>
                      <a:pt x="6" y="7"/>
                      <a:pt x="3" y="13"/>
                      <a:pt x="1" y="20"/>
                    </a:cubicBezTo>
                    <a:cubicBezTo>
                      <a:pt x="1" y="23"/>
                      <a:pt x="0" y="27"/>
                      <a:pt x="2" y="30"/>
                    </a:cubicBezTo>
                    <a:cubicBezTo>
                      <a:pt x="4" y="33"/>
                      <a:pt x="9" y="34"/>
                      <a:pt x="10" y="31"/>
                    </a:cubicBezTo>
                    <a:cubicBezTo>
                      <a:pt x="3" y="30"/>
                      <a:pt x="3" y="26"/>
                      <a:pt x="4" y="19"/>
                    </a:cubicBezTo>
                    <a:cubicBezTo>
                      <a:pt x="5" y="14"/>
                      <a:pt x="5" y="7"/>
                      <a:pt x="7" y="2"/>
                    </a:cubicBezTo>
                  </a:path>
                </a:pathLst>
              </a:custGeom>
              <a:solidFill>
                <a:srgbClr val="8249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776" name="Freeform 406">
                <a:extLst>
                  <a:ext uri="{FF2B5EF4-FFF2-40B4-BE49-F238E27FC236}">
                    <a16:creationId xmlns:a16="http://schemas.microsoft.com/office/drawing/2014/main" id="{A4C75860-327D-440A-85CC-851FEB1321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6" y="1246"/>
                <a:ext cx="22" cy="50"/>
              </a:xfrm>
              <a:custGeom>
                <a:avLst/>
                <a:gdLst>
                  <a:gd name="T0" fmla="*/ 35 w 14"/>
                  <a:gd name="T1" fmla="*/ 0 h 31"/>
                  <a:gd name="T2" fmla="*/ 47 w 14"/>
                  <a:gd name="T3" fmla="*/ 97 h 31"/>
                  <a:gd name="T4" fmla="*/ 0 w 14"/>
                  <a:gd name="T5" fmla="*/ 97 h 31"/>
                  <a:gd name="T6" fmla="*/ 27 w 14"/>
                  <a:gd name="T7" fmla="*/ 97 h 31"/>
                  <a:gd name="T8" fmla="*/ 35 w 14"/>
                  <a:gd name="T9" fmla="*/ 63 h 31"/>
                  <a:gd name="T10" fmla="*/ 27 w 14"/>
                  <a:gd name="T11" fmla="*/ 5 h 3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" h="31">
                    <a:moveTo>
                      <a:pt x="9" y="0"/>
                    </a:moveTo>
                    <a:cubicBezTo>
                      <a:pt x="10" y="7"/>
                      <a:pt x="14" y="16"/>
                      <a:pt x="12" y="23"/>
                    </a:cubicBezTo>
                    <a:cubicBezTo>
                      <a:pt x="10" y="31"/>
                      <a:pt x="4" y="26"/>
                      <a:pt x="0" y="23"/>
                    </a:cubicBezTo>
                    <a:cubicBezTo>
                      <a:pt x="2" y="22"/>
                      <a:pt x="6" y="24"/>
                      <a:pt x="7" y="23"/>
                    </a:cubicBezTo>
                    <a:cubicBezTo>
                      <a:pt x="9" y="21"/>
                      <a:pt x="9" y="17"/>
                      <a:pt x="9" y="15"/>
                    </a:cubicBezTo>
                    <a:cubicBezTo>
                      <a:pt x="9" y="11"/>
                      <a:pt x="8" y="6"/>
                      <a:pt x="7" y="1"/>
                    </a:cubicBezTo>
                  </a:path>
                </a:pathLst>
              </a:custGeom>
              <a:solidFill>
                <a:srgbClr val="8249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777" name="Freeform 407">
                <a:extLst>
                  <a:ext uri="{FF2B5EF4-FFF2-40B4-BE49-F238E27FC236}">
                    <a16:creationId xmlns:a16="http://schemas.microsoft.com/office/drawing/2014/main" id="{4CCA0DB6-7C73-45D2-AE31-287032480B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8" y="1060"/>
                <a:ext cx="39" cy="53"/>
              </a:xfrm>
              <a:custGeom>
                <a:avLst/>
                <a:gdLst>
                  <a:gd name="T0" fmla="*/ 5 w 24"/>
                  <a:gd name="T1" fmla="*/ 0 h 33"/>
                  <a:gd name="T2" fmla="*/ 39 w 24"/>
                  <a:gd name="T3" fmla="*/ 50 h 33"/>
                  <a:gd name="T4" fmla="*/ 60 w 24"/>
                  <a:gd name="T5" fmla="*/ 63 h 33"/>
                  <a:gd name="T6" fmla="*/ 76 w 24"/>
                  <a:gd name="T7" fmla="*/ 67 h 33"/>
                  <a:gd name="T8" fmla="*/ 102 w 24"/>
                  <a:gd name="T9" fmla="*/ 137 h 33"/>
                  <a:gd name="T10" fmla="*/ 88 w 24"/>
                  <a:gd name="T11" fmla="*/ 90 h 33"/>
                  <a:gd name="T12" fmla="*/ 55 w 24"/>
                  <a:gd name="T13" fmla="*/ 67 h 33"/>
                  <a:gd name="T14" fmla="*/ 26 w 24"/>
                  <a:gd name="T15" fmla="*/ 47 h 33"/>
                  <a:gd name="T16" fmla="*/ 0 w 24"/>
                  <a:gd name="T17" fmla="*/ 5 h 3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4" h="33">
                    <a:moveTo>
                      <a:pt x="1" y="0"/>
                    </a:moveTo>
                    <a:cubicBezTo>
                      <a:pt x="3" y="4"/>
                      <a:pt x="5" y="9"/>
                      <a:pt x="9" y="12"/>
                    </a:cubicBezTo>
                    <a:cubicBezTo>
                      <a:pt x="11" y="14"/>
                      <a:pt x="12" y="15"/>
                      <a:pt x="14" y="15"/>
                    </a:cubicBezTo>
                    <a:cubicBezTo>
                      <a:pt x="16" y="15"/>
                      <a:pt x="17" y="15"/>
                      <a:pt x="18" y="16"/>
                    </a:cubicBezTo>
                    <a:cubicBezTo>
                      <a:pt x="23" y="18"/>
                      <a:pt x="23" y="29"/>
                      <a:pt x="24" y="33"/>
                    </a:cubicBezTo>
                    <a:cubicBezTo>
                      <a:pt x="23" y="30"/>
                      <a:pt x="22" y="26"/>
                      <a:pt x="20" y="22"/>
                    </a:cubicBezTo>
                    <a:cubicBezTo>
                      <a:pt x="19" y="18"/>
                      <a:pt x="17" y="17"/>
                      <a:pt x="13" y="16"/>
                    </a:cubicBezTo>
                    <a:cubicBezTo>
                      <a:pt x="10" y="15"/>
                      <a:pt x="8" y="14"/>
                      <a:pt x="6" y="11"/>
                    </a:cubicBezTo>
                    <a:cubicBezTo>
                      <a:pt x="4" y="8"/>
                      <a:pt x="2" y="3"/>
                      <a:pt x="0" y="1"/>
                    </a:cubicBezTo>
                  </a:path>
                </a:pathLst>
              </a:custGeom>
              <a:solidFill>
                <a:srgbClr val="8249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778" name="Freeform 408">
                <a:extLst>
                  <a:ext uri="{FF2B5EF4-FFF2-40B4-BE49-F238E27FC236}">
                    <a16:creationId xmlns:a16="http://schemas.microsoft.com/office/drawing/2014/main" id="{CADAAA19-E02D-4CD4-8373-89DE50734A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4" y="1113"/>
                <a:ext cx="48" cy="40"/>
              </a:xfrm>
              <a:custGeom>
                <a:avLst/>
                <a:gdLst>
                  <a:gd name="T0" fmla="*/ 123 w 30"/>
                  <a:gd name="T1" fmla="*/ 0 h 25"/>
                  <a:gd name="T2" fmla="*/ 86 w 30"/>
                  <a:gd name="T3" fmla="*/ 48 h 25"/>
                  <a:gd name="T4" fmla="*/ 46 w 30"/>
                  <a:gd name="T5" fmla="*/ 61 h 25"/>
                  <a:gd name="T6" fmla="*/ 0 w 30"/>
                  <a:gd name="T7" fmla="*/ 102 h 25"/>
                  <a:gd name="T8" fmla="*/ 34 w 30"/>
                  <a:gd name="T9" fmla="*/ 61 h 25"/>
                  <a:gd name="T10" fmla="*/ 54 w 30"/>
                  <a:gd name="T11" fmla="*/ 48 h 25"/>
                  <a:gd name="T12" fmla="*/ 69 w 30"/>
                  <a:gd name="T13" fmla="*/ 42 h 25"/>
                  <a:gd name="T14" fmla="*/ 107 w 30"/>
                  <a:gd name="T15" fmla="*/ 26 h 25"/>
                  <a:gd name="T16" fmla="*/ 123 w 30"/>
                  <a:gd name="T17" fmla="*/ 0 h 2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0" h="25">
                    <a:moveTo>
                      <a:pt x="30" y="0"/>
                    </a:moveTo>
                    <a:cubicBezTo>
                      <a:pt x="30" y="4"/>
                      <a:pt x="25" y="11"/>
                      <a:pt x="21" y="12"/>
                    </a:cubicBezTo>
                    <a:cubicBezTo>
                      <a:pt x="18" y="13"/>
                      <a:pt x="15" y="13"/>
                      <a:pt x="11" y="15"/>
                    </a:cubicBezTo>
                    <a:cubicBezTo>
                      <a:pt x="7" y="18"/>
                      <a:pt x="3" y="22"/>
                      <a:pt x="0" y="25"/>
                    </a:cubicBezTo>
                    <a:cubicBezTo>
                      <a:pt x="2" y="22"/>
                      <a:pt x="4" y="17"/>
                      <a:pt x="8" y="15"/>
                    </a:cubicBezTo>
                    <a:cubicBezTo>
                      <a:pt x="10" y="14"/>
                      <a:pt x="11" y="13"/>
                      <a:pt x="13" y="12"/>
                    </a:cubicBezTo>
                    <a:cubicBezTo>
                      <a:pt x="15" y="12"/>
                      <a:pt x="16" y="11"/>
                      <a:pt x="17" y="10"/>
                    </a:cubicBezTo>
                    <a:cubicBezTo>
                      <a:pt x="20" y="8"/>
                      <a:pt x="23" y="8"/>
                      <a:pt x="26" y="6"/>
                    </a:cubicBezTo>
                    <a:cubicBezTo>
                      <a:pt x="27" y="4"/>
                      <a:pt x="30" y="2"/>
                      <a:pt x="30" y="0"/>
                    </a:cubicBezTo>
                  </a:path>
                </a:pathLst>
              </a:custGeom>
              <a:solidFill>
                <a:srgbClr val="8249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779" name="Freeform 409">
                <a:extLst>
                  <a:ext uri="{FF2B5EF4-FFF2-40B4-BE49-F238E27FC236}">
                    <a16:creationId xmlns:a16="http://schemas.microsoft.com/office/drawing/2014/main" id="{C949F049-350D-428D-98F4-C0C1250826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6" y="1100"/>
                <a:ext cx="53" cy="50"/>
              </a:xfrm>
              <a:custGeom>
                <a:avLst/>
                <a:gdLst>
                  <a:gd name="T0" fmla="*/ 0 w 33"/>
                  <a:gd name="T1" fmla="*/ 0 h 31"/>
                  <a:gd name="T2" fmla="*/ 47 w 33"/>
                  <a:gd name="T3" fmla="*/ 71 h 31"/>
                  <a:gd name="T4" fmla="*/ 88 w 33"/>
                  <a:gd name="T5" fmla="*/ 89 h 31"/>
                  <a:gd name="T6" fmla="*/ 111 w 33"/>
                  <a:gd name="T7" fmla="*/ 105 h 31"/>
                  <a:gd name="T8" fmla="*/ 137 w 33"/>
                  <a:gd name="T9" fmla="*/ 131 h 31"/>
                  <a:gd name="T10" fmla="*/ 90 w 33"/>
                  <a:gd name="T11" fmla="*/ 84 h 31"/>
                  <a:gd name="T12" fmla="*/ 50 w 33"/>
                  <a:gd name="T13" fmla="*/ 63 h 31"/>
                  <a:gd name="T14" fmla="*/ 0 w 33"/>
                  <a:gd name="T15" fmla="*/ 5 h 3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3" h="31">
                    <a:moveTo>
                      <a:pt x="0" y="0"/>
                    </a:moveTo>
                    <a:cubicBezTo>
                      <a:pt x="2" y="6"/>
                      <a:pt x="5" y="15"/>
                      <a:pt x="11" y="17"/>
                    </a:cubicBezTo>
                    <a:cubicBezTo>
                      <a:pt x="14" y="18"/>
                      <a:pt x="18" y="20"/>
                      <a:pt x="21" y="21"/>
                    </a:cubicBezTo>
                    <a:cubicBezTo>
                      <a:pt x="23" y="22"/>
                      <a:pt x="25" y="23"/>
                      <a:pt x="27" y="25"/>
                    </a:cubicBezTo>
                    <a:cubicBezTo>
                      <a:pt x="29" y="27"/>
                      <a:pt x="31" y="30"/>
                      <a:pt x="33" y="31"/>
                    </a:cubicBezTo>
                    <a:cubicBezTo>
                      <a:pt x="29" y="28"/>
                      <a:pt x="26" y="23"/>
                      <a:pt x="22" y="20"/>
                    </a:cubicBezTo>
                    <a:cubicBezTo>
                      <a:pt x="19" y="17"/>
                      <a:pt x="16" y="16"/>
                      <a:pt x="12" y="15"/>
                    </a:cubicBezTo>
                    <a:cubicBezTo>
                      <a:pt x="7" y="12"/>
                      <a:pt x="1" y="6"/>
                      <a:pt x="0" y="1"/>
                    </a:cubicBezTo>
                  </a:path>
                </a:pathLst>
              </a:custGeom>
              <a:solidFill>
                <a:srgbClr val="8249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780" name="Freeform 410">
                <a:extLst>
                  <a:ext uri="{FF2B5EF4-FFF2-40B4-BE49-F238E27FC236}">
                    <a16:creationId xmlns:a16="http://schemas.microsoft.com/office/drawing/2014/main" id="{8A2A2BE0-643B-49CB-A621-9864EDAAF5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1" y="970"/>
                <a:ext cx="5" cy="4"/>
              </a:xfrm>
              <a:custGeom>
                <a:avLst/>
                <a:gdLst>
                  <a:gd name="T0" fmla="*/ 0 w 3"/>
                  <a:gd name="T1" fmla="*/ 0 h 2"/>
                  <a:gd name="T2" fmla="*/ 13 w 3"/>
                  <a:gd name="T3" fmla="*/ 16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cubicBezTo>
                      <a:pt x="1" y="1"/>
                      <a:pt x="2" y="1"/>
                      <a:pt x="3" y="2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781" name="Freeform 411">
                <a:extLst>
                  <a:ext uri="{FF2B5EF4-FFF2-40B4-BE49-F238E27FC236}">
                    <a16:creationId xmlns:a16="http://schemas.microsoft.com/office/drawing/2014/main" id="{F3203EBD-D114-4EF7-AC46-108D251E4A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8" y="977"/>
                <a:ext cx="4" cy="1"/>
              </a:xfrm>
              <a:custGeom>
                <a:avLst/>
                <a:gdLst>
                  <a:gd name="T0" fmla="*/ 0 w 3"/>
                  <a:gd name="T1" fmla="*/ 0 h 1"/>
                  <a:gd name="T2" fmla="*/ 7 w 3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cubicBezTo>
                      <a:pt x="1" y="0"/>
                      <a:pt x="2" y="0"/>
                      <a:pt x="3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782" name="Freeform 412">
                <a:extLst>
                  <a:ext uri="{FF2B5EF4-FFF2-40B4-BE49-F238E27FC236}">
                    <a16:creationId xmlns:a16="http://schemas.microsoft.com/office/drawing/2014/main" id="{CBBB9940-0160-4D76-AC48-10407B923A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8" y="977"/>
                <a:ext cx="6" cy="1"/>
              </a:xfrm>
              <a:custGeom>
                <a:avLst/>
                <a:gdLst>
                  <a:gd name="T0" fmla="*/ 14 w 4"/>
                  <a:gd name="T1" fmla="*/ 0 h 1"/>
                  <a:gd name="T2" fmla="*/ 0 w 4"/>
                  <a:gd name="T3" fmla="*/ 1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">
                    <a:moveTo>
                      <a:pt x="4" y="0"/>
                    </a:moveTo>
                    <a:cubicBezTo>
                      <a:pt x="2" y="0"/>
                      <a:pt x="1" y="0"/>
                      <a:pt x="0" y="1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783" name="Freeform 413">
                <a:extLst>
                  <a:ext uri="{FF2B5EF4-FFF2-40B4-BE49-F238E27FC236}">
                    <a16:creationId xmlns:a16="http://schemas.microsoft.com/office/drawing/2014/main" id="{AA6BB08F-514C-4E17-94C1-F69D0C6240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3" y="974"/>
                <a:ext cx="5" cy="1"/>
              </a:xfrm>
              <a:custGeom>
                <a:avLst/>
                <a:gdLst>
                  <a:gd name="T0" fmla="*/ 13 w 3"/>
                  <a:gd name="T1" fmla="*/ 0 h 1"/>
                  <a:gd name="T2" fmla="*/ 0 w 3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">
                    <a:moveTo>
                      <a:pt x="3" y="0"/>
                    </a:moveTo>
                    <a:cubicBezTo>
                      <a:pt x="2" y="0"/>
                      <a:pt x="1" y="0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784" name="Freeform 414">
                <a:extLst>
                  <a:ext uri="{FF2B5EF4-FFF2-40B4-BE49-F238E27FC236}">
                    <a16:creationId xmlns:a16="http://schemas.microsoft.com/office/drawing/2014/main" id="{525F19BE-31CD-4CE9-B68A-7D2863BF99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2" y="983"/>
                <a:ext cx="38" cy="37"/>
              </a:xfrm>
              <a:custGeom>
                <a:avLst/>
                <a:gdLst>
                  <a:gd name="T0" fmla="*/ 0 w 24"/>
                  <a:gd name="T1" fmla="*/ 0 h 23"/>
                  <a:gd name="T2" fmla="*/ 35 w 24"/>
                  <a:gd name="T3" fmla="*/ 47 h 23"/>
                  <a:gd name="T4" fmla="*/ 95 w 24"/>
                  <a:gd name="T5" fmla="*/ 97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23">
                    <a:moveTo>
                      <a:pt x="0" y="0"/>
                    </a:moveTo>
                    <a:cubicBezTo>
                      <a:pt x="4" y="2"/>
                      <a:pt x="7" y="7"/>
                      <a:pt x="9" y="11"/>
                    </a:cubicBezTo>
                    <a:cubicBezTo>
                      <a:pt x="13" y="17"/>
                      <a:pt x="19" y="20"/>
                      <a:pt x="24" y="23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785" name="Freeform 415">
                <a:extLst>
                  <a:ext uri="{FF2B5EF4-FFF2-40B4-BE49-F238E27FC236}">
                    <a16:creationId xmlns:a16="http://schemas.microsoft.com/office/drawing/2014/main" id="{7D5432B5-1C4F-4FC4-AB85-480E481B65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5" y="986"/>
                <a:ext cx="44" cy="34"/>
              </a:xfrm>
              <a:custGeom>
                <a:avLst/>
                <a:gdLst>
                  <a:gd name="T0" fmla="*/ 117 w 27"/>
                  <a:gd name="T1" fmla="*/ 0 h 21"/>
                  <a:gd name="T2" fmla="*/ 90 w 27"/>
                  <a:gd name="T3" fmla="*/ 13 h 21"/>
                  <a:gd name="T4" fmla="*/ 68 w 27"/>
                  <a:gd name="T5" fmla="*/ 42 h 21"/>
                  <a:gd name="T6" fmla="*/ 0 w 27"/>
                  <a:gd name="T7" fmla="*/ 89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7" h="21">
                    <a:moveTo>
                      <a:pt x="27" y="0"/>
                    </a:moveTo>
                    <a:cubicBezTo>
                      <a:pt x="26" y="1"/>
                      <a:pt x="23" y="2"/>
                      <a:pt x="21" y="3"/>
                    </a:cubicBezTo>
                    <a:cubicBezTo>
                      <a:pt x="19" y="5"/>
                      <a:pt x="17" y="8"/>
                      <a:pt x="16" y="10"/>
                    </a:cubicBezTo>
                    <a:cubicBezTo>
                      <a:pt x="11" y="15"/>
                      <a:pt x="7" y="19"/>
                      <a:pt x="0" y="21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786" name="Freeform 416">
                <a:extLst>
                  <a:ext uri="{FF2B5EF4-FFF2-40B4-BE49-F238E27FC236}">
                    <a16:creationId xmlns:a16="http://schemas.microsoft.com/office/drawing/2014/main" id="{76B47F9B-D66D-4F83-BFCD-4F995F66C4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6" y="983"/>
                <a:ext cx="21" cy="7"/>
              </a:xfrm>
              <a:custGeom>
                <a:avLst/>
                <a:gdLst>
                  <a:gd name="T0" fmla="*/ 0 w 13"/>
                  <a:gd name="T1" fmla="*/ 12 h 4"/>
                  <a:gd name="T2" fmla="*/ 55 w 13"/>
                  <a:gd name="T3" fmla="*/ 21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4">
                    <a:moveTo>
                      <a:pt x="0" y="2"/>
                    </a:moveTo>
                    <a:cubicBezTo>
                      <a:pt x="4" y="0"/>
                      <a:pt x="9" y="2"/>
                      <a:pt x="13" y="4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787" name="Freeform 417">
                <a:extLst>
                  <a:ext uri="{FF2B5EF4-FFF2-40B4-BE49-F238E27FC236}">
                    <a16:creationId xmlns:a16="http://schemas.microsoft.com/office/drawing/2014/main" id="{B6AA4BF8-58E5-43D1-B002-4969CEDCE0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2" y="982"/>
                <a:ext cx="15" cy="1"/>
              </a:xfrm>
              <a:custGeom>
                <a:avLst/>
                <a:gdLst>
                  <a:gd name="T0" fmla="*/ 0 w 9"/>
                  <a:gd name="T1" fmla="*/ 0 h 1"/>
                  <a:gd name="T2" fmla="*/ 20 w 9"/>
                  <a:gd name="T3" fmla="*/ 0 h 1"/>
                  <a:gd name="T4" fmla="*/ 42 w 9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">
                    <a:moveTo>
                      <a:pt x="0" y="0"/>
                    </a:moveTo>
                    <a:cubicBezTo>
                      <a:pt x="1" y="0"/>
                      <a:pt x="3" y="0"/>
                      <a:pt x="4" y="0"/>
                    </a:cubicBezTo>
                    <a:cubicBezTo>
                      <a:pt x="6" y="0"/>
                      <a:pt x="7" y="0"/>
                      <a:pt x="9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788" name="Freeform 418">
                <a:extLst>
                  <a:ext uri="{FF2B5EF4-FFF2-40B4-BE49-F238E27FC236}">
                    <a16:creationId xmlns:a16="http://schemas.microsoft.com/office/drawing/2014/main" id="{F099FD57-C2BA-4ADA-8751-CE1AB06D2B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0" y="985"/>
                <a:ext cx="26" cy="5"/>
              </a:xfrm>
              <a:custGeom>
                <a:avLst/>
                <a:gdLst>
                  <a:gd name="T0" fmla="*/ 68 w 16"/>
                  <a:gd name="T1" fmla="*/ 13 h 3"/>
                  <a:gd name="T2" fmla="*/ 0 w 16"/>
                  <a:gd name="T3" fmla="*/ 13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3">
                    <a:moveTo>
                      <a:pt x="16" y="3"/>
                    </a:moveTo>
                    <a:cubicBezTo>
                      <a:pt x="12" y="0"/>
                      <a:pt x="5" y="1"/>
                      <a:pt x="0" y="3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789" name="Freeform 419">
                <a:extLst>
                  <a:ext uri="{FF2B5EF4-FFF2-40B4-BE49-F238E27FC236}">
                    <a16:creationId xmlns:a16="http://schemas.microsoft.com/office/drawing/2014/main" id="{90FF80A7-301B-4DCA-BA8D-628F92D106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3" y="980"/>
                <a:ext cx="15" cy="3"/>
              </a:xfrm>
              <a:custGeom>
                <a:avLst/>
                <a:gdLst>
                  <a:gd name="T0" fmla="*/ 42 w 9"/>
                  <a:gd name="T1" fmla="*/ 5 h 2"/>
                  <a:gd name="T2" fmla="*/ 0 w 9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2">
                    <a:moveTo>
                      <a:pt x="9" y="1"/>
                    </a:moveTo>
                    <a:cubicBezTo>
                      <a:pt x="6" y="2"/>
                      <a:pt x="3" y="1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</p:grpSp>
        <p:sp>
          <p:nvSpPr>
            <p:cNvPr id="42561" name="Freeform 420">
              <a:extLst>
                <a:ext uri="{FF2B5EF4-FFF2-40B4-BE49-F238E27FC236}">
                  <a16:creationId xmlns:a16="http://schemas.microsoft.com/office/drawing/2014/main" id="{77004A18-60E3-4070-9EAE-0232FB3D29B2}"/>
                </a:ext>
              </a:extLst>
            </p:cNvPr>
            <p:cNvSpPr>
              <a:spLocks/>
            </p:cNvSpPr>
            <p:nvPr/>
          </p:nvSpPr>
          <p:spPr bwMode="auto">
            <a:xfrm>
              <a:off x="835" y="908"/>
              <a:ext cx="93" cy="14"/>
            </a:xfrm>
            <a:custGeom>
              <a:avLst/>
              <a:gdLst>
                <a:gd name="T0" fmla="*/ 0 w 58"/>
                <a:gd name="T1" fmla="*/ 30 h 9"/>
                <a:gd name="T2" fmla="*/ 47 w 58"/>
                <a:gd name="T3" fmla="*/ 34 h 9"/>
                <a:gd name="T4" fmla="*/ 120 w 58"/>
                <a:gd name="T5" fmla="*/ 14 h 9"/>
                <a:gd name="T6" fmla="*/ 239 w 58"/>
                <a:gd name="T7" fmla="*/ 19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8" h="9">
                  <a:moveTo>
                    <a:pt x="0" y="8"/>
                  </a:moveTo>
                  <a:cubicBezTo>
                    <a:pt x="4" y="8"/>
                    <a:pt x="7" y="9"/>
                    <a:pt x="11" y="9"/>
                  </a:cubicBezTo>
                  <a:cubicBezTo>
                    <a:pt x="17" y="8"/>
                    <a:pt x="23" y="5"/>
                    <a:pt x="29" y="4"/>
                  </a:cubicBezTo>
                  <a:cubicBezTo>
                    <a:pt x="36" y="2"/>
                    <a:pt x="51" y="0"/>
                    <a:pt x="58" y="5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2562" name="Freeform 421">
              <a:extLst>
                <a:ext uri="{FF2B5EF4-FFF2-40B4-BE49-F238E27FC236}">
                  <a16:creationId xmlns:a16="http://schemas.microsoft.com/office/drawing/2014/main" id="{BA3561C5-23B8-4F80-AF58-F12567214599}"/>
                </a:ext>
              </a:extLst>
            </p:cNvPr>
            <p:cNvSpPr>
              <a:spLocks/>
            </p:cNvSpPr>
            <p:nvPr/>
          </p:nvSpPr>
          <p:spPr bwMode="auto">
            <a:xfrm>
              <a:off x="889" y="903"/>
              <a:ext cx="52" cy="5"/>
            </a:xfrm>
            <a:custGeom>
              <a:avLst/>
              <a:gdLst>
                <a:gd name="T0" fmla="*/ 0 w 32"/>
                <a:gd name="T1" fmla="*/ 8 h 3"/>
                <a:gd name="T2" fmla="*/ 68 w 32"/>
                <a:gd name="T3" fmla="*/ 5 h 3"/>
                <a:gd name="T4" fmla="*/ 138 w 32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3">
                  <a:moveTo>
                    <a:pt x="0" y="2"/>
                  </a:moveTo>
                  <a:cubicBezTo>
                    <a:pt x="4" y="3"/>
                    <a:pt x="11" y="1"/>
                    <a:pt x="16" y="1"/>
                  </a:cubicBezTo>
                  <a:cubicBezTo>
                    <a:pt x="21" y="1"/>
                    <a:pt x="27" y="0"/>
                    <a:pt x="32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2563" name="Freeform 422">
              <a:extLst>
                <a:ext uri="{FF2B5EF4-FFF2-40B4-BE49-F238E27FC236}">
                  <a16:creationId xmlns:a16="http://schemas.microsoft.com/office/drawing/2014/main" id="{E537BE3D-9EE4-4203-AE2F-C0955C912E2A}"/>
                </a:ext>
              </a:extLst>
            </p:cNvPr>
            <p:cNvSpPr>
              <a:spLocks/>
            </p:cNvSpPr>
            <p:nvPr/>
          </p:nvSpPr>
          <p:spPr bwMode="auto">
            <a:xfrm>
              <a:off x="875" y="913"/>
              <a:ext cx="77" cy="11"/>
            </a:xfrm>
            <a:custGeom>
              <a:avLst/>
              <a:gdLst>
                <a:gd name="T0" fmla="*/ 0 w 48"/>
                <a:gd name="T1" fmla="*/ 14 h 7"/>
                <a:gd name="T2" fmla="*/ 42 w 48"/>
                <a:gd name="T3" fmla="*/ 5 h 7"/>
                <a:gd name="T4" fmla="*/ 82 w 48"/>
                <a:gd name="T5" fmla="*/ 0 h 7"/>
                <a:gd name="T6" fmla="*/ 199 w 48"/>
                <a:gd name="T7" fmla="*/ 22 h 7"/>
                <a:gd name="T8" fmla="*/ 178 w 48"/>
                <a:gd name="T9" fmla="*/ 22 h 7"/>
                <a:gd name="T10" fmla="*/ 149 w 48"/>
                <a:gd name="T11" fmla="*/ 22 h 7"/>
                <a:gd name="T12" fmla="*/ 95 w 48"/>
                <a:gd name="T13" fmla="*/ 13 h 7"/>
                <a:gd name="T14" fmla="*/ 42 w 48"/>
                <a:gd name="T15" fmla="*/ 13 h 7"/>
                <a:gd name="T16" fmla="*/ 0 w 48"/>
                <a:gd name="T17" fmla="*/ 14 h 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8" h="7">
                  <a:moveTo>
                    <a:pt x="0" y="4"/>
                  </a:moveTo>
                  <a:cubicBezTo>
                    <a:pt x="2" y="2"/>
                    <a:pt x="7" y="1"/>
                    <a:pt x="10" y="1"/>
                  </a:cubicBezTo>
                  <a:cubicBezTo>
                    <a:pt x="13" y="0"/>
                    <a:pt x="17" y="0"/>
                    <a:pt x="20" y="0"/>
                  </a:cubicBezTo>
                  <a:cubicBezTo>
                    <a:pt x="30" y="1"/>
                    <a:pt x="39" y="5"/>
                    <a:pt x="48" y="6"/>
                  </a:cubicBezTo>
                  <a:cubicBezTo>
                    <a:pt x="47" y="7"/>
                    <a:pt x="45" y="6"/>
                    <a:pt x="43" y="6"/>
                  </a:cubicBezTo>
                  <a:cubicBezTo>
                    <a:pt x="41" y="6"/>
                    <a:pt x="39" y="6"/>
                    <a:pt x="36" y="6"/>
                  </a:cubicBezTo>
                  <a:cubicBezTo>
                    <a:pt x="32" y="5"/>
                    <a:pt x="28" y="4"/>
                    <a:pt x="23" y="3"/>
                  </a:cubicBezTo>
                  <a:cubicBezTo>
                    <a:pt x="19" y="3"/>
                    <a:pt x="15" y="3"/>
                    <a:pt x="10" y="3"/>
                  </a:cubicBezTo>
                  <a:cubicBezTo>
                    <a:pt x="7" y="3"/>
                    <a:pt x="3" y="3"/>
                    <a:pt x="0" y="4"/>
                  </a:cubicBezTo>
                </a:path>
              </a:pathLst>
            </a:custGeom>
            <a:solidFill>
              <a:srgbClr val="8249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2564" name="Freeform 423">
              <a:extLst>
                <a:ext uri="{FF2B5EF4-FFF2-40B4-BE49-F238E27FC236}">
                  <a16:creationId xmlns:a16="http://schemas.microsoft.com/office/drawing/2014/main" id="{2A3EEFAD-BAD5-49B0-81FD-551BF7AE1B85}"/>
                </a:ext>
              </a:extLst>
            </p:cNvPr>
            <p:cNvSpPr>
              <a:spLocks/>
            </p:cNvSpPr>
            <p:nvPr/>
          </p:nvSpPr>
          <p:spPr bwMode="auto">
            <a:xfrm>
              <a:off x="851" y="901"/>
              <a:ext cx="54" cy="12"/>
            </a:xfrm>
            <a:custGeom>
              <a:avLst/>
              <a:gdLst>
                <a:gd name="T0" fmla="*/ 137 w 34"/>
                <a:gd name="T1" fmla="*/ 0 h 7"/>
                <a:gd name="T2" fmla="*/ 81 w 34"/>
                <a:gd name="T3" fmla="*/ 15 h 7"/>
                <a:gd name="T4" fmla="*/ 40 w 34"/>
                <a:gd name="T5" fmla="*/ 29 h 7"/>
                <a:gd name="T6" fmla="*/ 21 w 34"/>
                <a:gd name="T7" fmla="*/ 36 h 7"/>
                <a:gd name="T8" fmla="*/ 0 w 34"/>
                <a:gd name="T9" fmla="*/ 36 h 7"/>
                <a:gd name="T10" fmla="*/ 35 w 34"/>
                <a:gd name="T11" fmla="*/ 21 h 7"/>
                <a:gd name="T12" fmla="*/ 81 w 34"/>
                <a:gd name="T13" fmla="*/ 5 h 7"/>
                <a:gd name="T14" fmla="*/ 137 w 34"/>
                <a:gd name="T15" fmla="*/ 0 h 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4" h="7">
                  <a:moveTo>
                    <a:pt x="34" y="0"/>
                  </a:moveTo>
                  <a:cubicBezTo>
                    <a:pt x="29" y="1"/>
                    <a:pt x="24" y="2"/>
                    <a:pt x="20" y="3"/>
                  </a:cubicBezTo>
                  <a:cubicBezTo>
                    <a:pt x="16" y="4"/>
                    <a:pt x="13" y="5"/>
                    <a:pt x="10" y="6"/>
                  </a:cubicBezTo>
                  <a:cubicBezTo>
                    <a:pt x="8" y="6"/>
                    <a:pt x="6" y="7"/>
                    <a:pt x="5" y="7"/>
                  </a:cubicBezTo>
                  <a:cubicBezTo>
                    <a:pt x="3" y="7"/>
                    <a:pt x="2" y="7"/>
                    <a:pt x="0" y="7"/>
                  </a:cubicBezTo>
                  <a:cubicBezTo>
                    <a:pt x="3" y="7"/>
                    <a:pt x="7" y="5"/>
                    <a:pt x="9" y="4"/>
                  </a:cubicBezTo>
                  <a:cubicBezTo>
                    <a:pt x="13" y="2"/>
                    <a:pt x="16" y="2"/>
                    <a:pt x="20" y="1"/>
                  </a:cubicBezTo>
                  <a:cubicBezTo>
                    <a:pt x="24" y="0"/>
                    <a:pt x="29" y="0"/>
                    <a:pt x="34" y="0"/>
                  </a:cubicBezTo>
                </a:path>
              </a:pathLst>
            </a:custGeom>
            <a:solidFill>
              <a:srgbClr val="8249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2565" name="Freeform 424">
              <a:extLst>
                <a:ext uri="{FF2B5EF4-FFF2-40B4-BE49-F238E27FC236}">
                  <a16:creationId xmlns:a16="http://schemas.microsoft.com/office/drawing/2014/main" id="{3EA0A59D-CC02-472C-A628-103A7F43B472}"/>
                </a:ext>
              </a:extLst>
            </p:cNvPr>
            <p:cNvSpPr>
              <a:spLocks/>
            </p:cNvSpPr>
            <p:nvPr/>
          </p:nvSpPr>
          <p:spPr bwMode="auto">
            <a:xfrm>
              <a:off x="943" y="1012"/>
              <a:ext cx="33" cy="26"/>
            </a:xfrm>
            <a:custGeom>
              <a:avLst/>
              <a:gdLst>
                <a:gd name="T0" fmla="*/ 0 w 21"/>
                <a:gd name="T1" fmla="*/ 0 h 16"/>
                <a:gd name="T2" fmla="*/ 35 w 21"/>
                <a:gd name="T3" fmla="*/ 34 h 16"/>
                <a:gd name="T4" fmla="*/ 82 w 21"/>
                <a:gd name="T5" fmla="*/ 68 h 16"/>
                <a:gd name="T6" fmla="*/ 8 w 21"/>
                <a:gd name="T7" fmla="*/ 5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16">
                  <a:moveTo>
                    <a:pt x="0" y="0"/>
                  </a:moveTo>
                  <a:cubicBezTo>
                    <a:pt x="3" y="2"/>
                    <a:pt x="6" y="5"/>
                    <a:pt x="9" y="8"/>
                  </a:cubicBezTo>
                  <a:cubicBezTo>
                    <a:pt x="13" y="12"/>
                    <a:pt x="17" y="14"/>
                    <a:pt x="21" y="16"/>
                  </a:cubicBezTo>
                  <a:cubicBezTo>
                    <a:pt x="14" y="13"/>
                    <a:pt x="8" y="6"/>
                    <a:pt x="2" y="1"/>
                  </a:cubicBezTo>
                </a:path>
              </a:pathLst>
            </a:custGeom>
            <a:solidFill>
              <a:srgbClr val="8249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2566" name="Freeform 425">
              <a:extLst>
                <a:ext uri="{FF2B5EF4-FFF2-40B4-BE49-F238E27FC236}">
                  <a16:creationId xmlns:a16="http://schemas.microsoft.com/office/drawing/2014/main" id="{50206D82-6274-471B-8CF9-2EF9773D0AE5}"/>
                </a:ext>
              </a:extLst>
            </p:cNvPr>
            <p:cNvSpPr>
              <a:spLocks/>
            </p:cNvSpPr>
            <p:nvPr/>
          </p:nvSpPr>
          <p:spPr bwMode="auto">
            <a:xfrm>
              <a:off x="796" y="1014"/>
              <a:ext cx="39" cy="24"/>
            </a:xfrm>
            <a:custGeom>
              <a:avLst/>
              <a:gdLst>
                <a:gd name="T0" fmla="*/ 102 w 24"/>
                <a:gd name="T1" fmla="*/ 0 h 15"/>
                <a:gd name="T2" fmla="*/ 54 w 24"/>
                <a:gd name="T3" fmla="*/ 29 h 15"/>
                <a:gd name="T4" fmla="*/ 0 w 24"/>
                <a:gd name="T5" fmla="*/ 61 h 15"/>
                <a:gd name="T6" fmla="*/ 63 w 24"/>
                <a:gd name="T7" fmla="*/ 29 h 15"/>
                <a:gd name="T8" fmla="*/ 102 w 24"/>
                <a:gd name="T9" fmla="*/ 0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5">
                  <a:moveTo>
                    <a:pt x="24" y="0"/>
                  </a:moveTo>
                  <a:cubicBezTo>
                    <a:pt x="21" y="0"/>
                    <a:pt x="15" y="5"/>
                    <a:pt x="12" y="7"/>
                  </a:cubicBezTo>
                  <a:cubicBezTo>
                    <a:pt x="8" y="10"/>
                    <a:pt x="4" y="12"/>
                    <a:pt x="0" y="15"/>
                  </a:cubicBezTo>
                  <a:cubicBezTo>
                    <a:pt x="4" y="15"/>
                    <a:pt x="11" y="9"/>
                    <a:pt x="15" y="7"/>
                  </a:cubicBezTo>
                  <a:cubicBezTo>
                    <a:pt x="18" y="5"/>
                    <a:pt x="21" y="2"/>
                    <a:pt x="24" y="0"/>
                  </a:cubicBezTo>
                </a:path>
              </a:pathLst>
            </a:custGeom>
            <a:solidFill>
              <a:srgbClr val="8249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2567" name="Freeform 426">
              <a:extLst>
                <a:ext uri="{FF2B5EF4-FFF2-40B4-BE49-F238E27FC236}">
                  <a16:creationId xmlns:a16="http://schemas.microsoft.com/office/drawing/2014/main" id="{D5A18B3B-949D-497D-9849-D5131B2E44D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" y="954"/>
              <a:ext cx="8" cy="61"/>
            </a:xfrm>
            <a:custGeom>
              <a:avLst/>
              <a:gdLst>
                <a:gd name="T0" fmla="*/ 5 w 5"/>
                <a:gd name="T1" fmla="*/ 0 h 38"/>
                <a:gd name="T2" fmla="*/ 13 w 5"/>
                <a:gd name="T3" fmla="*/ 80 h 38"/>
                <a:gd name="T4" fmla="*/ 8 w 5"/>
                <a:gd name="T5" fmla="*/ 157 h 38"/>
                <a:gd name="T6" fmla="*/ 16 w 5"/>
                <a:gd name="T7" fmla="*/ 67 h 38"/>
                <a:gd name="T8" fmla="*/ 8 w 5"/>
                <a:gd name="T9" fmla="*/ 0 h 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38">
                  <a:moveTo>
                    <a:pt x="1" y="0"/>
                  </a:moveTo>
                  <a:cubicBezTo>
                    <a:pt x="2" y="6"/>
                    <a:pt x="3" y="12"/>
                    <a:pt x="3" y="19"/>
                  </a:cubicBezTo>
                  <a:cubicBezTo>
                    <a:pt x="3" y="25"/>
                    <a:pt x="0" y="33"/>
                    <a:pt x="2" y="38"/>
                  </a:cubicBezTo>
                  <a:cubicBezTo>
                    <a:pt x="2" y="31"/>
                    <a:pt x="4" y="23"/>
                    <a:pt x="4" y="16"/>
                  </a:cubicBezTo>
                  <a:cubicBezTo>
                    <a:pt x="4" y="12"/>
                    <a:pt x="5" y="2"/>
                    <a:pt x="2" y="0"/>
                  </a:cubicBezTo>
                </a:path>
              </a:pathLst>
            </a:custGeom>
            <a:solidFill>
              <a:srgbClr val="8249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2568" name="Freeform 427">
              <a:extLst>
                <a:ext uri="{FF2B5EF4-FFF2-40B4-BE49-F238E27FC236}">
                  <a16:creationId xmlns:a16="http://schemas.microsoft.com/office/drawing/2014/main" id="{A5A8D6CB-09D4-4B53-BAF5-81796D7CED86}"/>
                </a:ext>
              </a:extLst>
            </p:cNvPr>
            <p:cNvSpPr>
              <a:spLocks/>
            </p:cNvSpPr>
            <p:nvPr/>
          </p:nvSpPr>
          <p:spPr bwMode="auto">
            <a:xfrm>
              <a:off x="970" y="1025"/>
              <a:ext cx="40" cy="77"/>
            </a:xfrm>
            <a:custGeom>
              <a:avLst/>
              <a:gdLst>
                <a:gd name="T0" fmla="*/ 102 w 25"/>
                <a:gd name="T1" fmla="*/ 0 h 48"/>
                <a:gd name="T2" fmla="*/ 56 w 25"/>
                <a:gd name="T3" fmla="*/ 101 h 48"/>
                <a:gd name="T4" fmla="*/ 13 w 25"/>
                <a:gd name="T5" fmla="*/ 144 h 48"/>
                <a:gd name="T6" fmla="*/ 5 w 25"/>
                <a:gd name="T7" fmla="*/ 199 h 48"/>
                <a:gd name="T8" fmla="*/ 35 w 25"/>
                <a:gd name="T9" fmla="*/ 152 h 48"/>
                <a:gd name="T10" fmla="*/ 77 w 25"/>
                <a:gd name="T11" fmla="*/ 101 h 48"/>
                <a:gd name="T12" fmla="*/ 98 w 25"/>
                <a:gd name="T13" fmla="*/ 47 h 48"/>
                <a:gd name="T14" fmla="*/ 102 w 25"/>
                <a:gd name="T15" fmla="*/ 8 h 4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5" h="48">
                  <a:moveTo>
                    <a:pt x="25" y="0"/>
                  </a:moveTo>
                  <a:cubicBezTo>
                    <a:pt x="25" y="10"/>
                    <a:pt x="21" y="17"/>
                    <a:pt x="14" y="24"/>
                  </a:cubicBezTo>
                  <a:cubicBezTo>
                    <a:pt x="10" y="27"/>
                    <a:pt x="6" y="30"/>
                    <a:pt x="3" y="35"/>
                  </a:cubicBezTo>
                  <a:cubicBezTo>
                    <a:pt x="1" y="39"/>
                    <a:pt x="1" y="43"/>
                    <a:pt x="1" y="48"/>
                  </a:cubicBezTo>
                  <a:cubicBezTo>
                    <a:pt x="0" y="43"/>
                    <a:pt x="5" y="39"/>
                    <a:pt x="9" y="37"/>
                  </a:cubicBezTo>
                  <a:cubicBezTo>
                    <a:pt x="14" y="34"/>
                    <a:pt x="17" y="30"/>
                    <a:pt x="19" y="24"/>
                  </a:cubicBezTo>
                  <a:cubicBezTo>
                    <a:pt x="21" y="20"/>
                    <a:pt x="22" y="15"/>
                    <a:pt x="24" y="11"/>
                  </a:cubicBezTo>
                  <a:cubicBezTo>
                    <a:pt x="24" y="8"/>
                    <a:pt x="24" y="4"/>
                    <a:pt x="25" y="2"/>
                  </a:cubicBezTo>
                </a:path>
              </a:pathLst>
            </a:custGeom>
            <a:solidFill>
              <a:srgbClr val="8249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2569" name="Freeform 428">
              <a:extLst>
                <a:ext uri="{FF2B5EF4-FFF2-40B4-BE49-F238E27FC236}">
                  <a16:creationId xmlns:a16="http://schemas.microsoft.com/office/drawing/2014/main" id="{7B66D01E-E356-4E91-BFA6-6D21DD8AA4F8}"/>
                </a:ext>
              </a:extLst>
            </p:cNvPr>
            <p:cNvSpPr>
              <a:spLocks/>
            </p:cNvSpPr>
            <p:nvPr/>
          </p:nvSpPr>
          <p:spPr bwMode="auto">
            <a:xfrm>
              <a:off x="770" y="1028"/>
              <a:ext cx="40" cy="53"/>
            </a:xfrm>
            <a:custGeom>
              <a:avLst/>
              <a:gdLst>
                <a:gd name="T0" fmla="*/ 0 w 25"/>
                <a:gd name="T1" fmla="*/ 0 h 33"/>
                <a:gd name="T2" fmla="*/ 26 w 25"/>
                <a:gd name="T3" fmla="*/ 55 h 33"/>
                <a:gd name="T4" fmla="*/ 42 w 25"/>
                <a:gd name="T5" fmla="*/ 101 h 33"/>
                <a:gd name="T6" fmla="*/ 102 w 25"/>
                <a:gd name="T7" fmla="*/ 137 h 33"/>
                <a:gd name="T8" fmla="*/ 61 w 25"/>
                <a:gd name="T9" fmla="*/ 116 h 33"/>
                <a:gd name="T10" fmla="*/ 46 w 25"/>
                <a:gd name="T11" fmla="*/ 80 h 33"/>
                <a:gd name="T12" fmla="*/ 0 w 25"/>
                <a:gd name="T13" fmla="*/ 5 h 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" h="33">
                  <a:moveTo>
                    <a:pt x="0" y="0"/>
                  </a:moveTo>
                  <a:cubicBezTo>
                    <a:pt x="1" y="5"/>
                    <a:pt x="4" y="9"/>
                    <a:pt x="6" y="13"/>
                  </a:cubicBezTo>
                  <a:cubicBezTo>
                    <a:pt x="8" y="17"/>
                    <a:pt x="9" y="21"/>
                    <a:pt x="10" y="24"/>
                  </a:cubicBezTo>
                  <a:cubicBezTo>
                    <a:pt x="13" y="31"/>
                    <a:pt x="17" y="33"/>
                    <a:pt x="25" y="33"/>
                  </a:cubicBezTo>
                  <a:cubicBezTo>
                    <a:pt x="21" y="31"/>
                    <a:pt x="18" y="32"/>
                    <a:pt x="15" y="28"/>
                  </a:cubicBezTo>
                  <a:cubicBezTo>
                    <a:pt x="13" y="26"/>
                    <a:pt x="12" y="22"/>
                    <a:pt x="11" y="19"/>
                  </a:cubicBezTo>
                  <a:cubicBezTo>
                    <a:pt x="8" y="13"/>
                    <a:pt x="2" y="6"/>
                    <a:pt x="0" y="1"/>
                  </a:cubicBezTo>
                </a:path>
              </a:pathLst>
            </a:custGeom>
            <a:solidFill>
              <a:srgbClr val="8249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2570" name="Freeform 429">
              <a:extLst>
                <a:ext uri="{FF2B5EF4-FFF2-40B4-BE49-F238E27FC236}">
                  <a16:creationId xmlns:a16="http://schemas.microsoft.com/office/drawing/2014/main" id="{A0A563BD-F17A-44AB-9D1C-F0E6F7700F05}"/>
                </a:ext>
              </a:extLst>
            </p:cNvPr>
            <p:cNvSpPr>
              <a:spLocks/>
            </p:cNvSpPr>
            <p:nvPr/>
          </p:nvSpPr>
          <p:spPr bwMode="auto">
            <a:xfrm>
              <a:off x="846" y="1535"/>
              <a:ext cx="74" cy="44"/>
            </a:xfrm>
            <a:custGeom>
              <a:avLst/>
              <a:gdLst>
                <a:gd name="T0" fmla="*/ 0 w 46"/>
                <a:gd name="T1" fmla="*/ 5 h 27"/>
                <a:gd name="T2" fmla="*/ 191 w 46"/>
                <a:gd name="T3" fmla="*/ 68 h 27"/>
                <a:gd name="T4" fmla="*/ 82 w 46"/>
                <a:gd name="T5" fmla="*/ 29 h 27"/>
                <a:gd name="T6" fmla="*/ 0 w 46"/>
                <a:gd name="T7" fmla="*/ 0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6" h="27">
                  <a:moveTo>
                    <a:pt x="0" y="1"/>
                  </a:moveTo>
                  <a:cubicBezTo>
                    <a:pt x="6" y="0"/>
                    <a:pt x="42" y="27"/>
                    <a:pt x="46" y="16"/>
                  </a:cubicBezTo>
                  <a:cubicBezTo>
                    <a:pt x="37" y="16"/>
                    <a:pt x="28" y="10"/>
                    <a:pt x="20" y="7"/>
                  </a:cubicBezTo>
                  <a:cubicBezTo>
                    <a:pt x="13" y="4"/>
                    <a:pt x="6" y="3"/>
                    <a:pt x="0" y="0"/>
                  </a:cubicBezTo>
                </a:path>
              </a:pathLst>
            </a:custGeom>
            <a:solidFill>
              <a:srgbClr val="8249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2571" name="Freeform 430">
              <a:extLst>
                <a:ext uri="{FF2B5EF4-FFF2-40B4-BE49-F238E27FC236}">
                  <a16:creationId xmlns:a16="http://schemas.microsoft.com/office/drawing/2014/main" id="{E3A9DC66-AF1A-487C-AE9F-64B481F13313}"/>
                </a:ext>
              </a:extLst>
            </p:cNvPr>
            <p:cNvSpPr>
              <a:spLocks/>
            </p:cNvSpPr>
            <p:nvPr/>
          </p:nvSpPr>
          <p:spPr bwMode="auto">
            <a:xfrm>
              <a:off x="849" y="1097"/>
              <a:ext cx="90" cy="47"/>
            </a:xfrm>
            <a:custGeom>
              <a:avLst/>
              <a:gdLst>
                <a:gd name="T0" fmla="*/ 0 w 56"/>
                <a:gd name="T1" fmla="*/ 50 h 29"/>
                <a:gd name="T2" fmla="*/ 50 w 56"/>
                <a:gd name="T3" fmla="*/ 26 h 29"/>
                <a:gd name="T4" fmla="*/ 103 w 56"/>
                <a:gd name="T5" fmla="*/ 8 h 29"/>
                <a:gd name="T6" fmla="*/ 116 w 56"/>
                <a:gd name="T7" fmla="*/ 16 h 29"/>
                <a:gd name="T8" fmla="*/ 129 w 56"/>
                <a:gd name="T9" fmla="*/ 8 h 29"/>
                <a:gd name="T10" fmla="*/ 162 w 56"/>
                <a:gd name="T11" fmla="*/ 13 h 29"/>
                <a:gd name="T12" fmla="*/ 233 w 56"/>
                <a:gd name="T13" fmla="*/ 50 h 29"/>
                <a:gd name="T14" fmla="*/ 196 w 56"/>
                <a:gd name="T15" fmla="*/ 84 h 29"/>
                <a:gd name="T16" fmla="*/ 122 w 56"/>
                <a:gd name="T17" fmla="*/ 118 h 29"/>
                <a:gd name="T18" fmla="*/ 59 w 56"/>
                <a:gd name="T19" fmla="*/ 102 h 29"/>
                <a:gd name="T20" fmla="*/ 0 w 56"/>
                <a:gd name="T21" fmla="*/ 50 h 2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6" h="29">
                  <a:moveTo>
                    <a:pt x="0" y="12"/>
                  </a:moveTo>
                  <a:cubicBezTo>
                    <a:pt x="0" y="12"/>
                    <a:pt x="8" y="9"/>
                    <a:pt x="12" y="6"/>
                  </a:cubicBezTo>
                  <a:cubicBezTo>
                    <a:pt x="16" y="3"/>
                    <a:pt x="21" y="0"/>
                    <a:pt x="25" y="2"/>
                  </a:cubicBezTo>
                  <a:cubicBezTo>
                    <a:pt x="29" y="5"/>
                    <a:pt x="28" y="4"/>
                    <a:pt x="28" y="4"/>
                  </a:cubicBezTo>
                  <a:cubicBezTo>
                    <a:pt x="28" y="4"/>
                    <a:pt x="29" y="3"/>
                    <a:pt x="31" y="2"/>
                  </a:cubicBezTo>
                  <a:cubicBezTo>
                    <a:pt x="34" y="1"/>
                    <a:pt x="36" y="2"/>
                    <a:pt x="39" y="3"/>
                  </a:cubicBezTo>
                  <a:cubicBezTo>
                    <a:pt x="41" y="4"/>
                    <a:pt x="47" y="11"/>
                    <a:pt x="56" y="12"/>
                  </a:cubicBezTo>
                  <a:cubicBezTo>
                    <a:pt x="56" y="12"/>
                    <a:pt x="51" y="14"/>
                    <a:pt x="47" y="20"/>
                  </a:cubicBezTo>
                  <a:cubicBezTo>
                    <a:pt x="42" y="26"/>
                    <a:pt x="34" y="27"/>
                    <a:pt x="29" y="28"/>
                  </a:cubicBezTo>
                  <a:cubicBezTo>
                    <a:pt x="24" y="29"/>
                    <a:pt x="17" y="26"/>
                    <a:pt x="14" y="24"/>
                  </a:cubicBezTo>
                  <a:cubicBezTo>
                    <a:pt x="7" y="20"/>
                    <a:pt x="2" y="12"/>
                    <a:pt x="0" y="12"/>
                  </a:cubicBezTo>
                  <a:close/>
                </a:path>
              </a:pathLst>
            </a:custGeom>
            <a:solidFill>
              <a:srgbClr val="B056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2572" name="Freeform 431">
              <a:extLst>
                <a:ext uri="{FF2B5EF4-FFF2-40B4-BE49-F238E27FC236}">
                  <a16:creationId xmlns:a16="http://schemas.microsoft.com/office/drawing/2014/main" id="{22CD52E6-C5B5-496A-88B5-3981C96A32E0}"/>
                </a:ext>
              </a:extLst>
            </p:cNvPr>
            <p:cNvSpPr>
              <a:spLocks/>
            </p:cNvSpPr>
            <p:nvPr/>
          </p:nvSpPr>
          <p:spPr bwMode="auto">
            <a:xfrm>
              <a:off x="849" y="1091"/>
              <a:ext cx="90" cy="30"/>
            </a:xfrm>
            <a:custGeom>
              <a:avLst/>
              <a:gdLst>
                <a:gd name="T0" fmla="*/ 116 w 56"/>
                <a:gd name="T1" fmla="*/ 35 h 19"/>
                <a:gd name="T2" fmla="*/ 233 w 56"/>
                <a:gd name="T3" fmla="*/ 60 h 19"/>
                <a:gd name="T4" fmla="*/ 199 w 56"/>
                <a:gd name="T5" fmla="*/ 47 h 19"/>
                <a:gd name="T6" fmla="*/ 170 w 56"/>
                <a:gd name="T7" fmla="*/ 27 h 19"/>
                <a:gd name="T8" fmla="*/ 116 w 56"/>
                <a:gd name="T9" fmla="*/ 22 h 19"/>
                <a:gd name="T10" fmla="*/ 116 w 56"/>
                <a:gd name="T11" fmla="*/ 22 h 19"/>
                <a:gd name="T12" fmla="*/ 59 w 56"/>
                <a:gd name="T13" fmla="*/ 27 h 19"/>
                <a:gd name="T14" fmla="*/ 29 w 56"/>
                <a:gd name="T15" fmla="*/ 47 h 19"/>
                <a:gd name="T16" fmla="*/ 0 w 56"/>
                <a:gd name="T17" fmla="*/ 60 h 19"/>
                <a:gd name="T18" fmla="*/ 116 w 56"/>
                <a:gd name="T19" fmla="*/ 35 h 1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6" h="19">
                  <a:moveTo>
                    <a:pt x="28" y="9"/>
                  </a:moveTo>
                  <a:cubicBezTo>
                    <a:pt x="37" y="0"/>
                    <a:pt x="48" y="19"/>
                    <a:pt x="56" y="15"/>
                  </a:cubicBezTo>
                  <a:cubicBezTo>
                    <a:pt x="52" y="16"/>
                    <a:pt x="50" y="14"/>
                    <a:pt x="48" y="12"/>
                  </a:cubicBezTo>
                  <a:cubicBezTo>
                    <a:pt x="46" y="11"/>
                    <a:pt x="43" y="8"/>
                    <a:pt x="41" y="7"/>
                  </a:cubicBezTo>
                  <a:cubicBezTo>
                    <a:pt x="35" y="4"/>
                    <a:pt x="33" y="4"/>
                    <a:pt x="28" y="6"/>
                  </a:cubicBezTo>
                  <a:cubicBezTo>
                    <a:pt x="28" y="6"/>
                    <a:pt x="28" y="6"/>
                    <a:pt x="28" y="6"/>
                  </a:cubicBezTo>
                  <a:cubicBezTo>
                    <a:pt x="23" y="4"/>
                    <a:pt x="20" y="4"/>
                    <a:pt x="14" y="7"/>
                  </a:cubicBezTo>
                  <a:cubicBezTo>
                    <a:pt x="12" y="9"/>
                    <a:pt x="9" y="11"/>
                    <a:pt x="7" y="12"/>
                  </a:cubicBezTo>
                  <a:cubicBezTo>
                    <a:pt x="5" y="13"/>
                    <a:pt x="4" y="14"/>
                    <a:pt x="0" y="15"/>
                  </a:cubicBezTo>
                  <a:cubicBezTo>
                    <a:pt x="11" y="16"/>
                    <a:pt x="18" y="0"/>
                    <a:pt x="28" y="9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2573" name="Freeform 432">
              <a:extLst>
                <a:ext uri="{FF2B5EF4-FFF2-40B4-BE49-F238E27FC236}">
                  <a16:creationId xmlns:a16="http://schemas.microsoft.com/office/drawing/2014/main" id="{6637DFA5-BA86-4B0D-BAE0-577E6EFEEC9A}"/>
                </a:ext>
              </a:extLst>
            </p:cNvPr>
            <p:cNvSpPr>
              <a:spLocks/>
            </p:cNvSpPr>
            <p:nvPr/>
          </p:nvSpPr>
          <p:spPr bwMode="auto">
            <a:xfrm>
              <a:off x="856" y="1123"/>
              <a:ext cx="74" cy="48"/>
            </a:xfrm>
            <a:custGeom>
              <a:avLst/>
              <a:gdLst>
                <a:gd name="T0" fmla="*/ 0 w 46"/>
                <a:gd name="T1" fmla="*/ 0 h 30"/>
                <a:gd name="T2" fmla="*/ 191 w 46"/>
                <a:gd name="T3" fmla="*/ 0 h 30"/>
                <a:gd name="T4" fmla="*/ 0 w 46"/>
                <a:gd name="T5" fmla="*/ 0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6" h="30">
                  <a:moveTo>
                    <a:pt x="0" y="0"/>
                  </a:moveTo>
                  <a:cubicBezTo>
                    <a:pt x="0" y="0"/>
                    <a:pt x="24" y="25"/>
                    <a:pt x="46" y="0"/>
                  </a:cubicBezTo>
                  <a:cubicBezTo>
                    <a:pt x="46" y="0"/>
                    <a:pt x="28" y="3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2574" name="Freeform 433">
              <a:extLst>
                <a:ext uri="{FF2B5EF4-FFF2-40B4-BE49-F238E27FC236}">
                  <a16:creationId xmlns:a16="http://schemas.microsoft.com/office/drawing/2014/main" id="{2E4EF73E-C74D-4AE1-A107-3610ACF8F3A5}"/>
                </a:ext>
              </a:extLst>
            </p:cNvPr>
            <p:cNvSpPr>
              <a:spLocks/>
            </p:cNvSpPr>
            <p:nvPr/>
          </p:nvSpPr>
          <p:spPr bwMode="auto">
            <a:xfrm>
              <a:off x="857" y="1116"/>
              <a:ext cx="73" cy="12"/>
            </a:xfrm>
            <a:custGeom>
              <a:avLst/>
              <a:gdLst>
                <a:gd name="T0" fmla="*/ 0 w 45"/>
                <a:gd name="T1" fmla="*/ 0 h 7"/>
                <a:gd name="T2" fmla="*/ 191 w 45"/>
                <a:gd name="T3" fmla="*/ 0 h 7"/>
                <a:gd name="T4" fmla="*/ 0 w 45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5" h="7">
                  <a:moveTo>
                    <a:pt x="0" y="0"/>
                  </a:moveTo>
                  <a:cubicBezTo>
                    <a:pt x="0" y="0"/>
                    <a:pt x="26" y="5"/>
                    <a:pt x="45" y="0"/>
                  </a:cubicBezTo>
                  <a:cubicBezTo>
                    <a:pt x="45" y="0"/>
                    <a:pt x="29" y="7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2575" name="Freeform 434">
              <a:extLst>
                <a:ext uri="{FF2B5EF4-FFF2-40B4-BE49-F238E27FC236}">
                  <a16:creationId xmlns:a16="http://schemas.microsoft.com/office/drawing/2014/main" id="{ED1CA8BC-F95D-4B7D-BB04-1A20954C937A}"/>
                </a:ext>
              </a:extLst>
            </p:cNvPr>
            <p:cNvSpPr>
              <a:spLocks/>
            </p:cNvSpPr>
            <p:nvPr/>
          </p:nvSpPr>
          <p:spPr bwMode="auto">
            <a:xfrm>
              <a:off x="851" y="1031"/>
              <a:ext cx="88" cy="47"/>
            </a:xfrm>
            <a:custGeom>
              <a:avLst/>
              <a:gdLst>
                <a:gd name="T0" fmla="*/ 179 w 55"/>
                <a:gd name="T1" fmla="*/ 5 h 29"/>
                <a:gd name="T2" fmla="*/ 205 w 55"/>
                <a:gd name="T3" fmla="*/ 84 h 29"/>
                <a:gd name="T4" fmla="*/ 171 w 55"/>
                <a:gd name="T5" fmla="*/ 89 h 29"/>
                <a:gd name="T6" fmla="*/ 118 w 55"/>
                <a:gd name="T7" fmla="*/ 118 h 29"/>
                <a:gd name="T8" fmla="*/ 102 w 55"/>
                <a:gd name="T9" fmla="*/ 118 h 29"/>
                <a:gd name="T10" fmla="*/ 56 w 55"/>
                <a:gd name="T11" fmla="*/ 84 h 29"/>
                <a:gd name="T12" fmla="*/ 16 w 55"/>
                <a:gd name="T13" fmla="*/ 81 h 29"/>
                <a:gd name="T14" fmla="*/ 46 w 55"/>
                <a:gd name="T15" fmla="*/ 0 h 29"/>
                <a:gd name="T16" fmla="*/ 26 w 55"/>
                <a:gd name="T17" fmla="*/ 47 h 29"/>
                <a:gd name="T18" fmla="*/ 42 w 55"/>
                <a:gd name="T19" fmla="*/ 84 h 29"/>
                <a:gd name="T20" fmla="*/ 77 w 55"/>
                <a:gd name="T21" fmla="*/ 97 h 29"/>
                <a:gd name="T22" fmla="*/ 163 w 55"/>
                <a:gd name="T23" fmla="*/ 89 h 29"/>
                <a:gd name="T24" fmla="*/ 184 w 55"/>
                <a:gd name="T25" fmla="*/ 84 h 29"/>
                <a:gd name="T26" fmla="*/ 210 w 55"/>
                <a:gd name="T27" fmla="*/ 63 h 29"/>
                <a:gd name="T28" fmla="*/ 179 w 55"/>
                <a:gd name="T29" fmla="*/ 5 h 29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55" h="29">
                  <a:moveTo>
                    <a:pt x="44" y="1"/>
                  </a:moveTo>
                  <a:cubicBezTo>
                    <a:pt x="47" y="5"/>
                    <a:pt x="55" y="12"/>
                    <a:pt x="50" y="20"/>
                  </a:cubicBezTo>
                  <a:cubicBezTo>
                    <a:pt x="47" y="25"/>
                    <a:pt x="45" y="20"/>
                    <a:pt x="42" y="21"/>
                  </a:cubicBezTo>
                  <a:cubicBezTo>
                    <a:pt x="39" y="22"/>
                    <a:pt x="36" y="26"/>
                    <a:pt x="29" y="28"/>
                  </a:cubicBezTo>
                  <a:cubicBezTo>
                    <a:pt x="27" y="28"/>
                    <a:pt x="27" y="28"/>
                    <a:pt x="25" y="28"/>
                  </a:cubicBezTo>
                  <a:cubicBezTo>
                    <a:pt x="19" y="26"/>
                    <a:pt x="16" y="21"/>
                    <a:pt x="14" y="20"/>
                  </a:cubicBezTo>
                  <a:cubicBezTo>
                    <a:pt x="11" y="19"/>
                    <a:pt x="8" y="24"/>
                    <a:pt x="4" y="19"/>
                  </a:cubicBezTo>
                  <a:cubicBezTo>
                    <a:pt x="0" y="11"/>
                    <a:pt x="10" y="5"/>
                    <a:pt x="11" y="0"/>
                  </a:cubicBezTo>
                  <a:cubicBezTo>
                    <a:pt x="11" y="0"/>
                    <a:pt x="10" y="4"/>
                    <a:pt x="6" y="11"/>
                  </a:cubicBezTo>
                  <a:cubicBezTo>
                    <a:pt x="1" y="19"/>
                    <a:pt x="7" y="21"/>
                    <a:pt x="10" y="20"/>
                  </a:cubicBezTo>
                  <a:cubicBezTo>
                    <a:pt x="14" y="19"/>
                    <a:pt x="14" y="18"/>
                    <a:pt x="19" y="23"/>
                  </a:cubicBezTo>
                  <a:cubicBezTo>
                    <a:pt x="23" y="28"/>
                    <a:pt x="30" y="29"/>
                    <a:pt x="40" y="21"/>
                  </a:cubicBezTo>
                  <a:cubicBezTo>
                    <a:pt x="42" y="19"/>
                    <a:pt x="43" y="20"/>
                    <a:pt x="45" y="20"/>
                  </a:cubicBezTo>
                  <a:cubicBezTo>
                    <a:pt x="46" y="21"/>
                    <a:pt x="50" y="22"/>
                    <a:pt x="51" y="15"/>
                  </a:cubicBezTo>
                  <a:cubicBezTo>
                    <a:pt x="52" y="8"/>
                    <a:pt x="45" y="8"/>
                    <a:pt x="44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2576" name="Freeform 435">
              <a:extLst>
                <a:ext uri="{FF2B5EF4-FFF2-40B4-BE49-F238E27FC236}">
                  <a16:creationId xmlns:a16="http://schemas.microsoft.com/office/drawing/2014/main" id="{3A5FA057-5BE5-4074-8499-CC0BC87B2A61}"/>
                </a:ext>
              </a:extLst>
            </p:cNvPr>
            <p:cNvSpPr>
              <a:spLocks/>
            </p:cNvSpPr>
            <p:nvPr/>
          </p:nvSpPr>
          <p:spPr bwMode="auto">
            <a:xfrm>
              <a:off x="806" y="1049"/>
              <a:ext cx="50" cy="66"/>
            </a:xfrm>
            <a:custGeom>
              <a:avLst/>
              <a:gdLst>
                <a:gd name="T0" fmla="*/ 131 w 31"/>
                <a:gd name="T1" fmla="*/ 0 h 41"/>
                <a:gd name="T2" fmla="*/ 55 w 31"/>
                <a:gd name="T3" fmla="*/ 55 h 41"/>
                <a:gd name="T4" fmla="*/ 102 w 31"/>
                <a:gd name="T5" fmla="*/ 171 h 41"/>
                <a:gd name="T6" fmla="*/ 47 w 31"/>
                <a:gd name="T7" fmla="*/ 50 h 41"/>
                <a:gd name="T8" fmla="*/ 131 w 31"/>
                <a:gd name="T9" fmla="*/ 0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41">
                  <a:moveTo>
                    <a:pt x="31" y="0"/>
                  </a:moveTo>
                  <a:cubicBezTo>
                    <a:pt x="31" y="0"/>
                    <a:pt x="24" y="12"/>
                    <a:pt x="13" y="13"/>
                  </a:cubicBezTo>
                  <a:cubicBezTo>
                    <a:pt x="2" y="14"/>
                    <a:pt x="21" y="39"/>
                    <a:pt x="24" y="41"/>
                  </a:cubicBezTo>
                  <a:cubicBezTo>
                    <a:pt x="24" y="41"/>
                    <a:pt x="0" y="16"/>
                    <a:pt x="11" y="12"/>
                  </a:cubicBezTo>
                  <a:cubicBezTo>
                    <a:pt x="21" y="8"/>
                    <a:pt x="22" y="11"/>
                    <a:pt x="31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2577" name="Freeform 436">
              <a:extLst>
                <a:ext uri="{FF2B5EF4-FFF2-40B4-BE49-F238E27FC236}">
                  <a16:creationId xmlns:a16="http://schemas.microsoft.com/office/drawing/2014/main" id="{5ED60F3A-0DDA-47A6-B7DD-2744AB4B1511}"/>
                </a:ext>
              </a:extLst>
            </p:cNvPr>
            <p:cNvSpPr>
              <a:spLocks/>
            </p:cNvSpPr>
            <p:nvPr/>
          </p:nvSpPr>
          <p:spPr bwMode="auto">
            <a:xfrm>
              <a:off x="934" y="1049"/>
              <a:ext cx="50" cy="66"/>
            </a:xfrm>
            <a:custGeom>
              <a:avLst/>
              <a:gdLst>
                <a:gd name="T0" fmla="*/ 0 w 31"/>
                <a:gd name="T1" fmla="*/ 0 h 41"/>
                <a:gd name="T2" fmla="*/ 76 w 31"/>
                <a:gd name="T3" fmla="*/ 55 h 41"/>
                <a:gd name="T4" fmla="*/ 29 w 31"/>
                <a:gd name="T5" fmla="*/ 171 h 41"/>
                <a:gd name="T6" fmla="*/ 84 w 31"/>
                <a:gd name="T7" fmla="*/ 50 h 41"/>
                <a:gd name="T8" fmla="*/ 0 w 31"/>
                <a:gd name="T9" fmla="*/ 0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41">
                  <a:moveTo>
                    <a:pt x="0" y="0"/>
                  </a:moveTo>
                  <a:cubicBezTo>
                    <a:pt x="0" y="0"/>
                    <a:pt x="7" y="12"/>
                    <a:pt x="18" y="13"/>
                  </a:cubicBezTo>
                  <a:cubicBezTo>
                    <a:pt x="29" y="14"/>
                    <a:pt x="10" y="39"/>
                    <a:pt x="7" y="41"/>
                  </a:cubicBezTo>
                  <a:cubicBezTo>
                    <a:pt x="7" y="41"/>
                    <a:pt x="31" y="16"/>
                    <a:pt x="20" y="12"/>
                  </a:cubicBezTo>
                  <a:cubicBezTo>
                    <a:pt x="10" y="8"/>
                    <a:pt x="9" y="1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2578" name="Freeform 437">
              <a:extLst>
                <a:ext uri="{FF2B5EF4-FFF2-40B4-BE49-F238E27FC236}">
                  <a16:creationId xmlns:a16="http://schemas.microsoft.com/office/drawing/2014/main" id="{69F1333C-950C-4679-961F-DF27F5260180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" y="964"/>
              <a:ext cx="35" cy="98"/>
            </a:xfrm>
            <a:custGeom>
              <a:avLst/>
              <a:gdLst>
                <a:gd name="T0" fmla="*/ 8 w 22"/>
                <a:gd name="T1" fmla="*/ 0 h 61"/>
                <a:gd name="T2" fmla="*/ 13 w 22"/>
                <a:gd name="T3" fmla="*/ 82 h 61"/>
                <a:gd name="T4" fmla="*/ 29 w 22"/>
                <a:gd name="T5" fmla="*/ 137 h 61"/>
                <a:gd name="T6" fmla="*/ 56 w 22"/>
                <a:gd name="T7" fmla="*/ 199 h 61"/>
                <a:gd name="T8" fmla="*/ 89 w 22"/>
                <a:gd name="T9" fmla="*/ 252 h 61"/>
                <a:gd name="T10" fmla="*/ 68 w 22"/>
                <a:gd name="T11" fmla="*/ 178 h 61"/>
                <a:gd name="T12" fmla="*/ 60 w 22"/>
                <a:gd name="T13" fmla="*/ 153 h 61"/>
                <a:gd name="T14" fmla="*/ 40 w 22"/>
                <a:gd name="T15" fmla="*/ 124 h 61"/>
                <a:gd name="T16" fmla="*/ 33 w 22"/>
                <a:gd name="T17" fmla="*/ 103 h 61"/>
                <a:gd name="T18" fmla="*/ 25 w 22"/>
                <a:gd name="T19" fmla="*/ 80 h 61"/>
                <a:gd name="T20" fmla="*/ 40 w 22"/>
                <a:gd name="T21" fmla="*/ 55 h 61"/>
                <a:gd name="T22" fmla="*/ 25 w 22"/>
                <a:gd name="T23" fmla="*/ 35 h 61"/>
                <a:gd name="T24" fmla="*/ 46 w 22"/>
                <a:gd name="T25" fmla="*/ 34 h 61"/>
                <a:gd name="T26" fmla="*/ 8 w 22"/>
                <a:gd name="T27" fmla="*/ 5 h 6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2" h="61">
                  <a:moveTo>
                    <a:pt x="2" y="0"/>
                  </a:moveTo>
                  <a:cubicBezTo>
                    <a:pt x="0" y="7"/>
                    <a:pt x="3" y="14"/>
                    <a:pt x="3" y="20"/>
                  </a:cubicBezTo>
                  <a:cubicBezTo>
                    <a:pt x="4" y="25"/>
                    <a:pt x="4" y="29"/>
                    <a:pt x="7" y="33"/>
                  </a:cubicBezTo>
                  <a:cubicBezTo>
                    <a:pt x="9" y="38"/>
                    <a:pt x="12" y="43"/>
                    <a:pt x="14" y="48"/>
                  </a:cubicBezTo>
                  <a:cubicBezTo>
                    <a:pt x="17" y="52"/>
                    <a:pt x="18" y="58"/>
                    <a:pt x="22" y="61"/>
                  </a:cubicBezTo>
                  <a:cubicBezTo>
                    <a:pt x="18" y="58"/>
                    <a:pt x="17" y="48"/>
                    <a:pt x="17" y="43"/>
                  </a:cubicBezTo>
                  <a:cubicBezTo>
                    <a:pt x="17" y="39"/>
                    <a:pt x="17" y="40"/>
                    <a:pt x="15" y="37"/>
                  </a:cubicBezTo>
                  <a:cubicBezTo>
                    <a:pt x="13" y="35"/>
                    <a:pt x="11" y="33"/>
                    <a:pt x="10" y="30"/>
                  </a:cubicBezTo>
                  <a:cubicBezTo>
                    <a:pt x="9" y="29"/>
                    <a:pt x="8" y="27"/>
                    <a:pt x="8" y="25"/>
                  </a:cubicBezTo>
                  <a:cubicBezTo>
                    <a:pt x="7" y="23"/>
                    <a:pt x="6" y="21"/>
                    <a:pt x="6" y="19"/>
                  </a:cubicBezTo>
                  <a:cubicBezTo>
                    <a:pt x="5" y="16"/>
                    <a:pt x="5" y="12"/>
                    <a:pt x="10" y="13"/>
                  </a:cubicBezTo>
                  <a:cubicBezTo>
                    <a:pt x="8" y="12"/>
                    <a:pt x="5" y="11"/>
                    <a:pt x="6" y="9"/>
                  </a:cubicBezTo>
                  <a:cubicBezTo>
                    <a:pt x="6" y="7"/>
                    <a:pt x="10" y="8"/>
                    <a:pt x="11" y="8"/>
                  </a:cubicBezTo>
                  <a:cubicBezTo>
                    <a:pt x="8" y="6"/>
                    <a:pt x="5" y="4"/>
                    <a:pt x="2" y="1"/>
                  </a:cubicBezTo>
                </a:path>
              </a:pathLst>
            </a:custGeom>
            <a:solidFill>
              <a:srgbClr val="9357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2579" name="Freeform 438">
              <a:extLst>
                <a:ext uri="{FF2B5EF4-FFF2-40B4-BE49-F238E27FC236}">
                  <a16:creationId xmlns:a16="http://schemas.microsoft.com/office/drawing/2014/main" id="{FD51B343-6DB9-470C-87B1-DED51490F90F}"/>
                </a:ext>
              </a:extLst>
            </p:cNvPr>
            <p:cNvSpPr>
              <a:spLocks/>
            </p:cNvSpPr>
            <p:nvPr/>
          </p:nvSpPr>
          <p:spPr bwMode="auto">
            <a:xfrm>
              <a:off x="807" y="1062"/>
              <a:ext cx="24" cy="26"/>
            </a:xfrm>
            <a:custGeom>
              <a:avLst/>
              <a:gdLst>
                <a:gd name="T0" fmla="*/ 61 w 15"/>
                <a:gd name="T1" fmla="*/ 0 h 16"/>
                <a:gd name="T2" fmla="*/ 29 w 15"/>
                <a:gd name="T3" fmla="*/ 18 h 16"/>
                <a:gd name="T4" fmla="*/ 34 w 15"/>
                <a:gd name="T5" fmla="*/ 68 h 16"/>
                <a:gd name="T6" fmla="*/ 21 w 15"/>
                <a:gd name="T7" fmla="*/ 5 h 16"/>
                <a:gd name="T8" fmla="*/ 42 w 15"/>
                <a:gd name="T9" fmla="*/ 5 h 16"/>
                <a:gd name="T10" fmla="*/ 61 w 15"/>
                <a:gd name="T11" fmla="*/ 0 h 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" h="16">
                  <a:moveTo>
                    <a:pt x="15" y="0"/>
                  </a:moveTo>
                  <a:cubicBezTo>
                    <a:pt x="12" y="2"/>
                    <a:pt x="8" y="1"/>
                    <a:pt x="7" y="4"/>
                  </a:cubicBezTo>
                  <a:cubicBezTo>
                    <a:pt x="5" y="8"/>
                    <a:pt x="7" y="12"/>
                    <a:pt x="8" y="16"/>
                  </a:cubicBezTo>
                  <a:cubicBezTo>
                    <a:pt x="6" y="13"/>
                    <a:pt x="0" y="4"/>
                    <a:pt x="5" y="1"/>
                  </a:cubicBezTo>
                  <a:cubicBezTo>
                    <a:pt x="6" y="0"/>
                    <a:pt x="9" y="1"/>
                    <a:pt x="10" y="1"/>
                  </a:cubicBezTo>
                  <a:cubicBezTo>
                    <a:pt x="12" y="1"/>
                    <a:pt x="13" y="0"/>
                    <a:pt x="15" y="0"/>
                  </a:cubicBezTo>
                </a:path>
              </a:pathLst>
            </a:custGeom>
            <a:solidFill>
              <a:srgbClr val="9357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2580" name="Freeform 439">
              <a:extLst>
                <a:ext uri="{FF2B5EF4-FFF2-40B4-BE49-F238E27FC236}">
                  <a16:creationId xmlns:a16="http://schemas.microsoft.com/office/drawing/2014/main" id="{D97C0AED-5C89-4A8D-BFAD-D636E7357811}"/>
                </a:ext>
              </a:extLst>
            </p:cNvPr>
            <p:cNvSpPr>
              <a:spLocks/>
            </p:cNvSpPr>
            <p:nvPr/>
          </p:nvSpPr>
          <p:spPr bwMode="auto">
            <a:xfrm>
              <a:off x="873" y="1031"/>
              <a:ext cx="16" cy="40"/>
            </a:xfrm>
            <a:custGeom>
              <a:avLst/>
              <a:gdLst>
                <a:gd name="T0" fmla="*/ 8 w 10"/>
                <a:gd name="T1" fmla="*/ 0 h 25"/>
                <a:gd name="T2" fmla="*/ 8 w 10"/>
                <a:gd name="T3" fmla="*/ 56 h 25"/>
                <a:gd name="T4" fmla="*/ 21 w 10"/>
                <a:gd name="T5" fmla="*/ 82 h 25"/>
                <a:gd name="T6" fmla="*/ 42 w 10"/>
                <a:gd name="T7" fmla="*/ 102 h 25"/>
                <a:gd name="T8" fmla="*/ 26 w 10"/>
                <a:gd name="T9" fmla="*/ 74 h 25"/>
                <a:gd name="T10" fmla="*/ 16 w 10"/>
                <a:gd name="T11" fmla="*/ 42 h 25"/>
                <a:gd name="T12" fmla="*/ 16 w 10"/>
                <a:gd name="T13" fmla="*/ 16 h 25"/>
                <a:gd name="T14" fmla="*/ 13 w 10"/>
                <a:gd name="T15" fmla="*/ 0 h 2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" h="25">
                  <a:moveTo>
                    <a:pt x="2" y="0"/>
                  </a:moveTo>
                  <a:cubicBezTo>
                    <a:pt x="2" y="5"/>
                    <a:pt x="0" y="9"/>
                    <a:pt x="2" y="14"/>
                  </a:cubicBezTo>
                  <a:cubicBezTo>
                    <a:pt x="3" y="16"/>
                    <a:pt x="4" y="18"/>
                    <a:pt x="5" y="20"/>
                  </a:cubicBezTo>
                  <a:cubicBezTo>
                    <a:pt x="6" y="22"/>
                    <a:pt x="8" y="24"/>
                    <a:pt x="10" y="25"/>
                  </a:cubicBezTo>
                  <a:cubicBezTo>
                    <a:pt x="8" y="23"/>
                    <a:pt x="7" y="21"/>
                    <a:pt x="6" y="18"/>
                  </a:cubicBezTo>
                  <a:cubicBezTo>
                    <a:pt x="5" y="15"/>
                    <a:pt x="5" y="13"/>
                    <a:pt x="4" y="10"/>
                  </a:cubicBezTo>
                  <a:cubicBezTo>
                    <a:pt x="4" y="8"/>
                    <a:pt x="4" y="6"/>
                    <a:pt x="4" y="4"/>
                  </a:cubicBezTo>
                  <a:cubicBezTo>
                    <a:pt x="3" y="3"/>
                    <a:pt x="3" y="2"/>
                    <a:pt x="3" y="0"/>
                  </a:cubicBezTo>
                </a:path>
              </a:pathLst>
            </a:custGeom>
            <a:solidFill>
              <a:srgbClr val="9357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2581" name="Freeform 440">
              <a:extLst>
                <a:ext uri="{FF2B5EF4-FFF2-40B4-BE49-F238E27FC236}">
                  <a16:creationId xmlns:a16="http://schemas.microsoft.com/office/drawing/2014/main" id="{68E5E01F-F19A-472F-B09E-44396D30D81F}"/>
                </a:ext>
              </a:extLst>
            </p:cNvPr>
            <p:cNvSpPr>
              <a:spLocks/>
            </p:cNvSpPr>
            <p:nvPr/>
          </p:nvSpPr>
          <p:spPr bwMode="auto">
            <a:xfrm>
              <a:off x="856" y="1041"/>
              <a:ext cx="11" cy="21"/>
            </a:xfrm>
            <a:custGeom>
              <a:avLst/>
              <a:gdLst>
                <a:gd name="T0" fmla="*/ 27 w 7"/>
                <a:gd name="T1" fmla="*/ 0 h 13"/>
                <a:gd name="T2" fmla="*/ 27 w 7"/>
                <a:gd name="T3" fmla="*/ 50 h 13"/>
                <a:gd name="T4" fmla="*/ 20 w 7"/>
                <a:gd name="T5" fmla="*/ 29 h 13"/>
                <a:gd name="T6" fmla="*/ 27 w 7"/>
                <a:gd name="T7" fmla="*/ 5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13">
                  <a:moveTo>
                    <a:pt x="7" y="0"/>
                  </a:moveTo>
                  <a:cubicBezTo>
                    <a:pt x="4" y="3"/>
                    <a:pt x="0" y="13"/>
                    <a:pt x="7" y="12"/>
                  </a:cubicBezTo>
                  <a:cubicBezTo>
                    <a:pt x="6" y="10"/>
                    <a:pt x="4" y="10"/>
                    <a:pt x="5" y="7"/>
                  </a:cubicBezTo>
                  <a:cubicBezTo>
                    <a:pt x="5" y="5"/>
                    <a:pt x="6" y="3"/>
                    <a:pt x="7" y="1"/>
                  </a:cubicBezTo>
                </a:path>
              </a:pathLst>
            </a:custGeom>
            <a:solidFill>
              <a:srgbClr val="9357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2582" name="Freeform 441">
              <a:extLst>
                <a:ext uri="{FF2B5EF4-FFF2-40B4-BE49-F238E27FC236}">
                  <a16:creationId xmlns:a16="http://schemas.microsoft.com/office/drawing/2014/main" id="{2BADB951-5CB1-4660-9119-76E06E7B433F}"/>
                </a:ext>
              </a:extLst>
            </p:cNvPr>
            <p:cNvSpPr>
              <a:spLocks/>
            </p:cNvSpPr>
            <p:nvPr/>
          </p:nvSpPr>
          <p:spPr bwMode="auto">
            <a:xfrm>
              <a:off x="955" y="1059"/>
              <a:ext cx="26" cy="29"/>
            </a:xfrm>
            <a:custGeom>
              <a:avLst/>
              <a:gdLst>
                <a:gd name="T0" fmla="*/ 0 w 16"/>
                <a:gd name="T1" fmla="*/ 5 h 18"/>
                <a:gd name="T2" fmla="*/ 42 w 16"/>
                <a:gd name="T3" fmla="*/ 29 h 18"/>
                <a:gd name="T4" fmla="*/ 34 w 16"/>
                <a:gd name="T5" fmla="*/ 76 h 18"/>
                <a:gd name="T6" fmla="*/ 54 w 16"/>
                <a:gd name="T7" fmla="*/ 21 h 18"/>
                <a:gd name="T8" fmla="*/ 21 w 16"/>
                <a:gd name="T9" fmla="*/ 13 h 18"/>
                <a:gd name="T10" fmla="*/ 5 w 16"/>
                <a:gd name="T11" fmla="*/ 0 h 1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" h="18">
                  <a:moveTo>
                    <a:pt x="0" y="1"/>
                  </a:moveTo>
                  <a:cubicBezTo>
                    <a:pt x="0" y="4"/>
                    <a:pt x="8" y="5"/>
                    <a:pt x="10" y="7"/>
                  </a:cubicBezTo>
                  <a:cubicBezTo>
                    <a:pt x="13" y="10"/>
                    <a:pt x="9" y="15"/>
                    <a:pt x="8" y="18"/>
                  </a:cubicBezTo>
                  <a:cubicBezTo>
                    <a:pt x="10" y="16"/>
                    <a:pt x="16" y="7"/>
                    <a:pt x="12" y="5"/>
                  </a:cubicBezTo>
                  <a:cubicBezTo>
                    <a:pt x="10" y="4"/>
                    <a:pt x="7" y="3"/>
                    <a:pt x="5" y="3"/>
                  </a:cubicBezTo>
                  <a:cubicBezTo>
                    <a:pt x="4" y="2"/>
                    <a:pt x="1" y="2"/>
                    <a:pt x="1" y="0"/>
                  </a:cubicBezTo>
                </a:path>
              </a:pathLst>
            </a:custGeom>
            <a:solidFill>
              <a:srgbClr val="9357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2583" name="Freeform 442">
              <a:extLst>
                <a:ext uri="{FF2B5EF4-FFF2-40B4-BE49-F238E27FC236}">
                  <a16:creationId xmlns:a16="http://schemas.microsoft.com/office/drawing/2014/main" id="{B7363D23-0E98-40E5-B3BD-34E1420F6882}"/>
                </a:ext>
              </a:extLst>
            </p:cNvPr>
            <p:cNvSpPr>
              <a:spLocks/>
            </p:cNvSpPr>
            <p:nvPr/>
          </p:nvSpPr>
          <p:spPr bwMode="auto">
            <a:xfrm>
              <a:off x="744" y="797"/>
              <a:ext cx="157" cy="154"/>
            </a:xfrm>
            <a:custGeom>
              <a:avLst/>
              <a:gdLst>
                <a:gd name="T0" fmla="*/ 411 w 97"/>
                <a:gd name="T1" fmla="*/ 26 h 96"/>
                <a:gd name="T2" fmla="*/ 377 w 97"/>
                <a:gd name="T3" fmla="*/ 35 h 96"/>
                <a:gd name="T4" fmla="*/ 327 w 97"/>
                <a:gd name="T5" fmla="*/ 35 h 96"/>
                <a:gd name="T6" fmla="*/ 317 w 97"/>
                <a:gd name="T7" fmla="*/ 42 h 96"/>
                <a:gd name="T8" fmla="*/ 296 w 97"/>
                <a:gd name="T9" fmla="*/ 47 h 96"/>
                <a:gd name="T10" fmla="*/ 272 w 97"/>
                <a:gd name="T11" fmla="*/ 56 h 96"/>
                <a:gd name="T12" fmla="*/ 228 w 97"/>
                <a:gd name="T13" fmla="*/ 75 h 96"/>
                <a:gd name="T14" fmla="*/ 199 w 97"/>
                <a:gd name="T15" fmla="*/ 90 h 96"/>
                <a:gd name="T16" fmla="*/ 152 w 97"/>
                <a:gd name="T17" fmla="*/ 128 h 96"/>
                <a:gd name="T18" fmla="*/ 123 w 97"/>
                <a:gd name="T19" fmla="*/ 152 h 96"/>
                <a:gd name="T20" fmla="*/ 115 w 97"/>
                <a:gd name="T21" fmla="*/ 183 h 96"/>
                <a:gd name="T22" fmla="*/ 89 w 97"/>
                <a:gd name="T23" fmla="*/ 204 h 96"/>
                <a:gd name="T24" fmla="*/ 84 w 97"/>
                <a:gd name="T25" fmla="*/ 225 h 96"/>
                <a:gd name="T26" fmla="*/ 42 w 97"/>
                <a:gd name="T27" fmla="*/ 310 h 96"/>
                <a:gd name="T28" fmla="*/ 34 w 97"/>
                <a:gd name="T29" fmla="*/ 396 h 96"/>
                <a:gd name="T30" fmla="*/ 5 w 97"/>
                <a:gd name="T31" fmla="*/ 361 h 96"/>
                <a:gd name="T32" fmla="*/ 13 w 97"/>
                <a:gd name="T33" fmla="*/ 273 h 96"/>
                <a:gd name="T34" fmla="*/ 29 w 97"/>
                <a:gd name="T35" fmla="*/ 204 h 96"/>
                <a:gd name="T36" fmla="*/ 63 w 97"/>
                <a:gd name="T37" fmla="*/ 136 h 96"/>
                <a:gd name="T38" fmla="*/ 149 w 97"/>
                <a:gd name="T39" fmla="*/ 42 h 96"/>
                <a:gd name="T40" fmla="*/ 207 w 97"/>
                <a:gd name="T41" fmla="*/ 26 h 96"/>
                <a:gd name="T42" fmla="*/ 288 w 97"/>
                <a:gd name="T43" fmla="*/ 5 h 96"/>
                <a:gd name="T44" fmla="*/ 361 w 97"/>
                <a:gd name="T45" fmla="*/ 8 h 96"/>
                <a:gd name="T46" fmla="*/ 403 w 97"/>
                <a:gd name="T47" fmla="*/ 21 h 9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97" h="96">
                  <a:moveTo>
                    <a:pt x="97" y="6"/>
                  </a:moveTo>
                  <a:cubicBezTo>
                    <a:pt x="93" y="7"/>
                    <a:pt x="93" y="9"/>
                    <a:pt x="89" y="9"/>
                  </a:cubicBezTo>
                  <a:cubicBezTo>
                    <a:pt x="85" y="9"/>
                    <a:pt x="81" y="7"/>
                    <a:pt x="77" y="9"/>
                  </a:cubicBezTo>
                  <a:cubicBezTo>
                    <a:pt x="76" y="9"/>
                    <a:pt x="76" y="10"/>
                    <a:pt x="75" y="10"/>
                  </a:cubicBezTo>
                  <a:cubicBezTo>
                    <a:pt x="74" y="11"/>
                    <a:pt x="72" y="10"/>
                    <a:pt x="70" y="11"/>
                  </a:cubicBezTo>
                  <a:cubicBezTo>
                    <a:pt x="68" y="11"/>
                    <a:pt x="66" y="13"/>
                    <a:pt x="64" y="14"/>
                  </a:cubicBezTo>
                  <a:cubicBezTo>
                    <a:pt x="59" y="15"/>
                    <a:pt x="57" y="15"/>
                    <a:pt x="54" y="18"/>
                  </a:cubicBezTo>
                  <a:cubicBezTo>
                    <a:pt x="51" y="21"/>
                    <a:pt x="51" y="21"/>
                    <a:pt x="47" y="22"/>
                  </a:cubicBezTo>
                  <a:cubicBezTo>
                    <a:pt x="42" y="24"/>
                    <a:pt x="39" y="28"/>
                    <a:pt x="36" y="31"/>
                  </a:cubicBezTo>
                  <a:cubicBezTo>
                    <a:pt x="33" y="33"/>
                    <a:pt x="30" y="34"/>
                    <a:pt x="29" y="37"/>
                  </a:cubicBezTo>
                  <a:cubicBezTo>
                    <a:pt x="28" y="39"/>
                    <a:pt x="28" y="42"/>
                    <a:pt x="27" y="44"/>
                  </a:cubicBezTo>
                  <a:cubicBezTo>
                    <a:pt x="25" y="46"/>
                    <a:pt x="22" y="47"/>
                    <a:pt x="21" y="49"/>
                  </a:cubicBezTo>
                  <a:cubicBezTo>
                    <a:pt x="21" y="51"/>
                    <a:pt x="21" y="52"/>
                    <a:pt x="20" y="54"/>
                  </a:cubicBezTo>
                  <a:cubicBezTo>
                    <a:pt x="16" y="61"/>
                    <a:pt x="13" y="68"/>
                    <a:pt x="10" y="75"/>
                  </a:cubicBezTo>
                  <a:cubicBezTo>
                    <a:pt x="8" y="82"/>
                    <a:pt x="11" y="89"/>
                    <a:pt x="8" y="96"/>
                  </a:cubicBezTo>
                  <a:cubicBezTo>
                    <a:pt x="6" y="93"/>
                    <a:pt x="2" y="92"/>
                    <a:pt x="1" y="87"/>
                  </a:cubicBezTo>
                  <a:cubicBezTo>
                    <a:pt x="0" y="79"/>
                    <a:pt x="1" y="73"/>
                    <a:pt x="3" y="66"/>
                  </a:cubicBezTo>
                  <a:cubicBezTo>
                    <a:pt x="4" y="60"/>
                    <a:pt x="5" y="54"/>
                    <a:pt x="7" y="49"/>
                  </a:cubicBezTo>
                  <a:cubicBezTo>
                    <a:pt x="9" y="43"/>
                    <a:pt x="13" y="38"/>
                    <a:pt x="15" y="33"/>
                  </a:cubicBezTo>
                  <a:cubicBezTo>
                    <a:pt x="19" y="24"/>
                    <a:pt x="25" y="14"/>
                    <a:pt x="35" y="10"/>
                  </a:cubicBezTo>
                  <a:cubicBezTo>
                    <a:pt x="39" y="8"/>
                    <a:pt x="44" y="8"/>
                    <a:pt x="49" y="6"/>
                  </a:cubicBezTo>
                  <a:cubicBezTo>
                    <a:pt x="55" y="4"/>
                    <a:pt x="61" y="2"/>
                    <a:pt x="68" y="1"/>
                  </a:cubicBezTo>
                  <a:cubicBezTo>
                    <a:pt x="74" y="0"/>
                    <a:pt x="79" y="2"/>
                    <a:pt x="85" y="2"/>
                  </a:cubicBezTo>
                  <a:cubicBezTo>
                    <a:pt x="88" y="3"/>
                    <a:pt x="93" y="3"/>
                    <a:pt x="95" y="5"/>
                  </a:cubicBezTo>
                </a:path>
              </a:pathLst>
            </a:custGeom>
            <a:solidFill>
              <a:srgbClr val="DFDF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2584" name="Freeform 443">
              <a:extLst>
                <a:ext uri="{FF2B5EF4-FFF2-40B4-BE49-F238E27FC236}">
                  <a16:creationId xmlns:a16="http://schemas.microsoft.com/office/drawing/2014/main" id="{633BD5E5-07D6-4AD1-A7B4-98C8E84DF302}"/>
                </a:ext>
              </a:extLst>
            </p:cNvPr>
            <p:cNvSpPr>
              <a:spLocks/>
            </p:cNvSpPr>
            <p:nvPr/>
          </p:nvSpPr>
          <p:spPr bwMode="auto">
            <a:xfrm>
              <a:off x="897" y="792"/>
              <a:ext cx="136" cy="156"/>
            </a:xfrm>
            <a:custGeom>
              <a:avLst/>
              <a:gdLst>
                <a:gd name="T0" fmla="*/ 0 w 84"/>
                <a:gd name="T1" fmla="*/ 34 h 97"/>
                <a:gd name="T2" fmla="*/ 39 w 84"/>
                <a:gd name="T3" fmla="*/ 55 h 97"/>
                <a:gd name="T4" fmla="*/ 89 w 84"/>
                <a:gd name="T5" fmla="*/ 63 h 97"/>
                <a:gd name="T6" fmla="*/ 110 w 84"/>
                <a:gd name="T7" fmla="*/ 76 h 97"/>
                <a:gd name="T8" fmla="*/ 128 w 84"/>
                <a:gd name="T9" fmla="*/ 80 h 97"/>
                <a:gd name="T10" fmla="*/ 152 w 84"/>
                <a:gd name="T11" fmla="*/ 103 h 97"/>
                <a:gd name="T12" fmla="*/ 204 w 84"/>
                <a:gd name="T13" fmla="*/ 132 h 97"/>
                <a:gd name="T14" fmla="*/ 217 w 84"/>
                <a:gd name="T15" fmla="*/ 154 h 97"/>
                <a:gd name="T16" fmla="*/ 246 w 84"/>
                <a:gd name="T17" fmla="*/ 183 h 97"/>
                <a:gd name="T18" fmla="*/ 272 w 84"/>
                <a:gd name="T19" fmla="*/ 238 h 97"/>
                <a:gd name="T20" fmla="*/ 272 w 84"/>
                <a:gd name="T21" fmla="*/ 259 h 97"/>
                <a:gd name="T22" fmla="*/ 283 w 84"/>
                <a:gd name="T23" fmla="*/ 272 h 97"/>
                <a:gd name="T24" fmla="*/ 301 w 84"/>
                <a:gd name="T25" fmla="*/ 315 h 97"/>
                <a:gd name="T26" fmla="*/ 317 w 84"/>
                <a:gd name="T27" fmla="*/ 362 h 97"/>
                <a:gd name="T28" fmla="*/ 322 w 84"/>
                <a:gd name="T29" fmla="*/ 388 h 97"/>
                <a:gd name="T30" fmla="*/ 330 w 84"/>
                <a:gd name="T31" fmla="*/ 404 h 97"/>
                <a:gd name="T32" fmla="*/ 340 w 84"/>
                <a:gd name="T33" fmla="*/ 272 h 97"/>
                <a:gd name="T34" fmla="*/ 228 w 84"/>
                <a:gd name="T35" fmla="*/ 82 h 97"/>
                <a:gd name="T36" fmla="*/ 131 w 84"/>
                <a:gd name="T37" fmla="*/ 5 h 97"/>
                <a:gd name="T38" fmla="*/ 50 w 84"/>
                <a:gd name="T39" fmla="*/ 8 h 97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84" h="97">
                  <a:moveTo>
                    <a:pt x="0" y="8"/>
                  </a:moveTo>
                  <a:cubicBezTo>
                    <a:pt x="3" y="8"/>
                    <a:pt x="6" y="12"/>
                    <a:pt x="9" y="13"/>
                  </a:cubicBezTo>
                  <a:cubicBezTo>
                    <a:pt x="13" y="15"/>
                    <a:pt x="17" y="13"/>
                    <a:pt x="21" y="15"/>
                  </a:cubicBezTo>
                  <a:cubicBezTo>
                    <a:pt x="23" y="16"/>
                    <a:pt x="24" y="18"/>
                    <a:pt x="26" y="18"/>
                  </a:cubicBezTo>
                  <a:cubicBezTo>
                    <a:pt x="27" y="19"/>
                    <a:pt x="29" y="18"/>
                    <a:pt x="30" y="19"/>
                  </a:cubicBezTo>
                  <a:cubicBezTo>
                    <a:pt x="32" y="20"/>
                    <a:pt x="34" y="23"/>
                    <a:pt x="36" y="25"/>
                  </a:cubicBezTo>
                  <a:cubicBezTo>
                    <a:pt x="40" y="27"/>
                    <a:pt x="45" y="29"/>
                    <a:pt x="48" y="32"/>
                  </a:cubicBezTo>
                  <a:cubicBezTo>
                    <a:pt x="49" y="34"/>
                    <a:pt x="50" y="36"/>
                    <a:pt x="51" y="37"/>
                  </a:cubicBezTo>
                  <a:cubicBezTo>
                    <a:pt x="53" y="40"/>
                    <a:pt x="56" y="41"/>
                    <a:pt x="58" y="44"/>
                  </a:cubicBezTo>
                  <a:cubicBezTo>
                    <a:pt x="60" y="47"/>
                    <a:pt x="63" y="53"/>
                    <a:pt x="64" y="57"/>
                  </a:cubicBezTo>
                  <a:cubicBezTo>
                    <a:pt x="64" y="58"/>
                    <a:pt x="63" y="60"/>
                    <a:pt x="64" y="62"/>
                  </a:cubicBezTo>
                  <a:cubicBezTo>
                    <a:pt x="65" y="64"/>
                    <a:pt x="65" y="63"/>
                    <a:pt x="67" y="65"/>
                  </a:cubicBezTo>
                  <a:cubicBezTo>
                    <a:pt x="70" y="69"/>
                    <a:pt x="71" y="72"/>
                    <a:pt x="71" y="76"/>
                  </a:cubicBezTo>
                  <a:cubicBezTo>
                    <a:pt x="72" y="80"/>
                    <a:pt x="74" y="83"/>
                    <a:pt x="75" y="87"/>
                  </a:cubicBezTo>
                  <a:cubicBezTo>
                    <a:pt x="75" y="89"/>
                    <a:pt x="75" y="91"/>
                    <a:pt x="76" y="93"/>
                  </a:cubicBezTo>
                  <a:cubicBezTo>
                    <a:pt x="76" y="95"/>
                    <a:pt x="78" y="96"/>
                    <a:pt x="78" y="97"/>
                  </a:cubicBezTo>
                  <a:cubicBezTo>
                    <a:pt x="81" y="85"/>
                    <a:pt x="84" y="78"/>
                    <a:pt x="80" y="65"/>
                  </a:cubicBezTo>
                  <a:cubicBezTo>
                    <a:pt x="75" y="48"/>
                    <a:pt x="63" y="36"/>
                    <a:pt x="54" y="20"/>
                  </a:cubicBezTo>
                  <a:cubicBezTo>
                    <a:pt x="49" y="12"/>
                    <a:pt x="41" y="4"/>
                    <a:pt x="31" y="1"/>
                  </a:cubicBezTo>
                  <a:cubicBezTo>
                    <a:pt x="24" y="0"/>
                    <a:pt x="19" y="1"/>
                    <a:pt x="12" y="2"/>
                  </a:cubicBezTo>
                </a:path>
              </a:pathLst>
            </a:custGeom>
            <a:solidFill>
              <a:srgbClr val="DFDF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2585" name="Freeform 444">
              <a:extLst>
                <a:ext uri="{FF2B5EF4-FFF2-40B4-BE49-F238E27FC236}">
                  <a16:creationId xmlns:a16="http://schemas.microsoft.com/office/drawing/2014/main" id="{4602552C-3E4B-4999-8C2A-B11C861E1E08}"/>
                </a:ext>
              </a:extLst>
            </p:cNvPr>
            <p:cNvSpPr>
              <a:spLocks/>
            </p:cNvSpPr>
            <p:nvPr/>
          </p:nvSpPr>
          <p:spPr bwMode="auto">
            <a:xfrm>
              <a:off x="810" y="860"/>
              <a:ext cx="60" cy="6"/>
            </a:xfrm>
            <a:custGeom>
              <a:avLst/>
              <a:gdLst>
                <a:gd name="T0" fmla="*/ 0 w 37"/>
                <a:gd name="T1" fmla="*/ 12 h 4"/>
                <a:gd name="T2" fmla="*/ 73 w 37"/>
                <a:gd name="T3" fmla="*/ 5 h 4"/>
                <a:gd name="T4" fmla="*/ 128 w 37"/>
                <a:gd name="T5" fmla="*/ 5 h 4"/>
                <a:gd name="T6" fmla="*/ 157 w 37"/>
                <a:gd name="T7" fmla="*/ 5 h 4"/>
                <a:gd name="T8" fmla="*/ 47 w 37"/>
                <a:gd name="T9" fmla="*/ 8 h 4"/>
                <a:gd name="T10" fmla="*/ 0 w 37"/>
                <a:gd name="T11" fmla="*/ 12 h 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7" h="4">
                  <a:moveTo>
                    <a:pt x="0" y="3"/>
                  </a:moveTo>
                  <a:cubicBezTo>
                    <a:pt x="6" y="3"/>
                    <a:pt x="12" y="2"/>
                    <a:pt x="17" y="1"/>
                  </a:cubicBezTo>
                  <a:cubicBezTo>
                    <a:pt x="22" y="1"/>
                    <a:pt x="26" y="1"/>
                    <a:pt x="30" y="1"/>
                  </a:cubicBezTo>
                  <a:cubicBezTo>
                    <a:pt x="32" y="1"/>
                    <a:pt x="35" y="0"/>
                    <a:pt x="37" y="1"/>
                  </a:cubicBezTo>
                  <a:cubicBezTo>
                    <a:pt x="28" y="1"/>
                    <a:pt x="20" y="4"/>
                    <a:pt x="11" y="2"/>
                  </a:cubicBezTo>
                  <a:cubicBezTo>
                    <a:pt x="7" y="2"/>
                    <a:pt x="3" y="2"/>
                    <a:pt x="0" y="3"/>
                  </a:cubicBezTo>
                </a:path>
              </a:pathLst>
            </a:custGeom>
            <a:solidFill>
              <a:srgbClr val="8249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2586" name="Freeform 445">
              <a:extLst>
                <a:ext uri="{FF2B5EF4-FFF2-40B4-BE49-F238E27FC236}">
                  <a16:creationId xmlns:a16="http://schemas.microsoft.com/office/drawing/2014/main" id="{A99F72EB-2D31-4B16-AB20-3FC512140DEC}"/>
                </a:ext>
              </a:extLst>
            </p:cNvPr>
            <p:cNvSpPr>
              <a:spLocks/>
            </p:cNvSpPr>
            <p:nvPr/>
          </p:nvSpPr>
          <p:spPr bwMode="auto">
            <a:xfrm>
              <a:off x="788" y="897"/>
              <a:ext cx="35" cy="11"/>
            </a:xfrm>
            <a:custGeom>
              <a:avLst/>
              <a:gdLst>
                <a:gd name="T0" fmla="*/ 0 w 22"/>
                <a:gd name="T1" fmla="*/ 27 h 7"/>
                <a:gd name="T2" fmla="*/ 16 w 22"/>
                <a:gd name="T3" fmla="*/ 22 h 7"/>
                <a:gd name="T4" fmla="*/ 48 w 22"/>
                <a:gd name="T5" fmla="*/ 20 h 7"/>
                <a:gd name="T6" fmla="*/ 89 w 22"/>
                <a:gd name="T7" fmla="*/ 0 h 7"/>
                <a:gd name="T8" fmla="*/ 35 w 22"/>
                <a:gd name="T9" fmla="*/ 14 h 7"/>
                <a:gd name="T10" fmla="*/ 5 w 22"/>
                <a:gd name="T11" fmla="*/ 27 h 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7">
                  <a:moveTo>
                    <a:pt x="0" y="7"/>
                  </a:moveTo>
                  <a:cubicBezTo>
                    <a:pt x="1" y="7"/>
                    <a:pt x="3" y="7"/>
                    <a:pt x="4" y="6"/>
                  </a:cubicBezTo>
                  <a:cubicBezTo>
                    <a:pt x="6" y="6"/>
                    <a:pt x="9" y="6"/>
                    <a:pt x="12" y="5"/>
                  </a:cubicBezTo>
                  <a:cubicBezTo>
                    <a:pt x="15" y="4"/>
                    <a:pt x="18" y="1"/>
                    <a:pt x="22" y="0"/>
                  </a:cubicBezTo>
                  <a:cubicBezTo>
                    <a:pt x="18" y="0"/>
                    <a:pt x="12" y="2"/>
                    <a:pt x="9" y="4"/>
                  </a:cubicBezTo>
                  <a:cubicBezTo>
                    <a:pt x="7" y="5"/>
                    <a:pt x="4" y="7"/>
                    <a:pt x="1" y="7"/>
                  </a:cubicBezTo>
                </a:path>
              </a:pathLst>
            </a:custGeom>
            <a:solidFill>
              <a:srgbClr val="8249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2587" name="Freeform 446">
              <a:extLst>
                <a:ext uri="{FF2B5EF4-FFF2-40B4-BE49-F238E27FC236}">
                  <a16:creationId xmlns:a16="http://schemas.microsoft.com/office/drawing/2014/main" id="{BEF10378-F283-43CF-A22A-FB2E07CF77A9}"/>
                </a:ext>
              </a:extLst>
            </p:cNvPr>
            <p:cNvSpPr>
              <a:spLocks/>
            </p:cNvSpPr>
            <p:nvPr/>
          </p:nvSpPr>
          <p:spPr bwMode="auto">
            <a:xfrm>
              <a:off x="761" y="820"/>
              <a:ext cx="95" cy="139"/>
            </a:xfrm>
            <a:custGeom>
              <a:avLst/>
              <a:gdLst>
                <a:gd name="T0" fmla="*/ 246 w 59"/>
                <a:gd name="T1" fmla="*/ 5 h 87"/>
                <a:gd name="T2" fmla="*/ 204 w 59"/>
                <a:gd name="T3" fmla="*/ 16 h 87"/>
                <a:gd name="T4" fmla="*/ 176 w 59"/>
                <a:gd name="T5" fmla="*/ 34 h 87"/>
                <a:gd name="T6" fmla="*/ 137 w 59"/>
                <a:gd name="T7" fmla="*/ 54 h 87"/>
                <a:gd name="T8" fmla="*/ 103 w 59"/>
                <a:gd name="T9" fmla="*/ 77 h 87"/>
                <a:gd name="T10" fmla="*/ 84 w 59"/>
                <a:gd name="T11" fmla="*/ 110 h 87"/>
                <a:gd name="T12" fmla="*/ 60 w 59"/>
                <a:gd name="T13" fmla="*/ 137 h 87"/>
                <a:gd name="T14" fmla="*/ 47 w 59"/>
                <a:gd name="T15" fmla="*/ 179 h 87"/>
                <a:gd name="T16" fmla="*/ 16 w 59"/>
                <a:gd name="T17" fmla="*/ 232 h 87"/>
                <a:gd name="T18" fmla="*/ 8 w 59"/>
                <a:gd name="T19" fmla="*/ 307 h 87"/>
                <a:gd name="T20" fmla="*/ 5 w 59"/>
                <a:gd name="T21" fmla="*/ 334 h 87"/>
                <a:gd name="T22" fmla="*/ 0 w 59"/>
                <a:gd name="T23" fmla="*/ 355 h 87"/>
                <a:gd name="T24" fmla="*/ 26 w 59"/>
                <a:gd name="T25" fmla="*/ 289 h 87"/>
                <a:gd name="T26" fmla="*/ 37 w 59"/>
                <a:gd name="T27" fmla="*/ 217 h 87"/>
                <a:gd name="T28" fmla="*/ 63 w 59"/>
                <a:gd name="T29" fmla="*/ 158 h 87"/>
                <a:gd name="T30" fmla="*/ 97 w 59"/>
                <a:gd name="T31" fmla="*/ 115 h 87"/>
                <a:gd name="T32" fmla="*/ 116 w 59"/>
                <a:gd name="T33" fmla="*/ 107 h 87"/>
                <a:gd name="T34" fmla="*/ 130 w 59"/>
                <a:gd name="T35" fmla="*/ 86 h 87"/>
                <a:gd name="T36" fmla="*/ 171 w 59"/>
                <a:gd name="T37" fmla="*/ 54 h 87"/>
                <a:gd name="T38" fmla="*/ 238 w 59"/>
                <a:gd name="T39" fmla="*/ 5 h 87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59" h="87">
                  <a:moveTo>
                    <a:pt x="59" y="1"/>
                  </a:moveTo>
                  <a:cubicBezTo>
                    <a:pt x="56" y="0"/>
                    <a:pt x="52" y="2"/>
                    <a:pt x="49" y="4"/>
                  </a:cubicBezTo>
                  <a:cubicBezTo>
                    <a:pt x="46" y="5"/>
                    <a:pt x="45" y="7"/>
                    <a:pt x="42" y="8"/>
                  </a:cubicBezTo>
                  <a:cubicBezTo>
                    <a:pt x="38" y="10"/>
                    <a:pt x="36" y="10"/>
                    <a:pt x="33" y="13"/>
                  </a:cubicBezTo>
                  <a:cubicBezTo>
                    <a:pt x="30" y="15"/>
                    <a:pt x="28" y="17"/>
                    <a:pt x="25" y="19"/>
                  </a:cubicBezTo>
                  <a:cubicBezTo>
                    <a:pt x="23" y="22"/>
                    <a:pt x="22" y="24"/>
                    <a:pt x="20" y="27"/>
                  </a:cubicBezTo>
                  <a:cubicBezTo>
                    <a:pt x="18" y="31"/>
                    <a:pt x="16" y="32"/>
                    <a:pt x="14" y="34"/>
                  </a:cubicBezTo>
                  <a:cubicBezTo>
                    <a:pt x="11" y="37"/>
                    <a:pt x="12" y="41"/>
                    <a:pt x="11" y="44"/>
                  </a:cubicBezTo>
                  <a:cubicBezTo>
                    <a:pt x="9" y="49"/>
                    <a:pt x="6" y="53"/>
                    <a:pt x="4" y="57"/>
                  </a:cubicBezTo>
                  <a:cubicBezTo>
                    <a:pt x="2" y="63"/>
                    <a:pt x="3" y="69"/>
                    <a:pt x="2" y="75"/>
                  </a:cubicBezTo>
                  <a:cubicBezTo>
                    <a:pt x="2" y="78"/>
                    <a:pt x="1" y="80"/>
                    <a:pt x="1" y="82"/>
                  </a:cubicBezTo>
                  <a:cubicBezTo>
                    <a:pt x="0" y="84"/>
                    <a:pt x="0" y="84"/>
                    <a:pt x="0" y="87"/>
                  </a:cubicBezTo>
                  <a:cubicBezTo>
                    <a:pt x="0" y="82"/>
                    <a:pt x="4" y="76"/>
                    <a:pt x="6" y="71"/>
                  </a:cubicBezTo>
                  <a:cubicBezTo>
                    <a:pt x="7" y="65"/>
                    <a:pt x="8" y="59"/>
                    <a:pt x="9" y="53"/>
                  </a:cubicBezTo>
                  <a:cubicBezTo>
                    <a:pt x="11" y="48"/>
                    <a:pt x="12" y="44"/>
                    <a:pt x="15" y="39"/>
                  </a:cubicBezTo>
                  <a:cubicBezTo>
                    <a:pt x="17" y="36"/>
                    <a:pt x="20" y="31"/>
                    <a:pt x="23" y="28"/>
                  </a:cubicBezTo>
                  <a:cubicBezTo>
                    <a:pt x="24" y="27"/>
                    <a:pt x="27" y="27"/>
                    <a:pt x="28" y="26"/>
                  </a:cubicBezTo>
                  <a:cubicBezTo>
                    <a:pt x="29" y="24"/>
                    <a:pt x="30" y="23"/>
                    <a:pt x="31" y="21"/>
                  </a:cubicBezTo>
                  <a:cubicBezTo>
                    <a:pt x="33" y="17"/>
                    <a:pt x="38" y="16"/>
                    <a:pt x="41" y="13"/>
                  </a:cubicBezTo>
                  <a:cubicBezTo>
                    <a:pt x="46" y="8"/>
                    <a:pt x="52" y="4"/>
                    <a:pt x="57" y="1"/>
                  </a:cubicBezTo>
                </a:path>
              </a:pathLst>
            </a:custGeom>
            <a:solidFill>
              <a:srgbClr val="8249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2588" name="Freeform 447">
              <a:extLst>
                <a:ext uri="{FF2B5EF4-FFF2-40B4-BE49-F238E27FC236}">
                  <a16:creationId xmlns:a16="http://schemas.microsoft.com/office/drawing/2014/main" id="{D93C1DF2-AFFA-430A-92ED-AF5633B919C1}"/>
                </a:ext>
              </a:extLst>
            </p:cNvPr>
            <p:cNvSpPr>
              <a:spLocks/>
            </p:cNvSpPr>
            <p:nvPr/>
          </p:nvSpPr>
          <p:spPr bwMode="auto">
            <a:xfrm>
              <a:off x="635" y="1749"/>
              <a:ext cx="79" cy="155"/>
            </a:xfrm>
            <a:custGeom>
              <a:avLst/>
              <a:gdLst>
                <a:gd name="T0" fmla="*/ 205 w 49"/>
                <a:gd name="T1" fmla="*/ 107 h 97"/>
                <a:gd name="T2" fmla="*/ 90 w 49"/>
                <a:gd name="T3" fmla="*/ 89 h 97"/>
                <a:gd name="T4" fmla="*/ 13 w 49"/>
                <a:gd name="T5" fmla="*/ 0 h 97"/>
                <a:gd name="T6" fmla="*/ 0 w 49"/>
                <a:gd name="T7" fmla="*/ 213 h 97"/>
                <a:gd name="T8" fmla="*/ 13 w 49"/>
                <a:gd name="T9" fmla="*/ 396 h 97"/>
                <a:gd name="T10" fmla="*/ 13 w 49"/>
                <a:gd name="T11" fmla="*/ 289 h 97"/>
                <a:gd name="T12" fmla="*/ 16 w 49"/>
                <a:gd name="T13" fmla="*/ 176 h 97"/>
                <a:gd name="T14" fmla="*/ 71 w 49"/>
                <a:gd name="T15" fmla="*/ 115 h 97"/>
                <a:gd name="T16" fmla="*/ 198 w 49"/>
                <a:gd name="T17" fmla="*/ 102 h 9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9" h="97">
                  <a:moveTo>
                    <a:pt x="49" y="26"/>
                  </a:moveTo>
                  <a:cubicBezTo>
                    <a:pt x="41" y="25"/>
                    <a:pt x="30" y="24"/>
                    <a:pt x="22" y="22"/>
                  </a:cubicBezTo>
                  <a:cubicBezTo>
                    <a:pt x="11" y="19"/>
                    <a:pt x="7" y="9"/>
                    <a:pt x="3" y="0"/>
                  </a:cubicBezTo>
                  <a:cubicBezTo>
                    <a:pt x="3" y="17"/>
                    <a:pt x="0" y="34"/>
                    <a:pt x="0" y="52"/>
                  </a:cubicBezTo>
                  <a:cubicBezTo>
                    <a:pt x="0" y="67"/>
                    <a:pt x="3" y="82"/>
                    <a:pt x="3" y="97"/>
                  </a:cubicBezTo>
                  <a:cubicBezTo>
                    <a:pt x="0" y="89"/>
                    <a:pt x="2" y="79"/>
                    <a:pt x="3" y="71"/>
                  </a:cubicBezTo>
                  <a:cubicBezTo>
                    <a:pt x="4" y="62"/>
                    <a:pt x="4" y="53"/>
                    <a:pt x="4" y="43"/>
                  </a:cubicBezTo>
                  <a:cubicBezTo>
                    <a:pt x="5" y="35"/>
                    <a:pt x="8" y="26"/>
                    <a:pt x="17" y="28"/>
                  </a:cubicBezTo>
                  <a:cubicBezTo>
                    <a:pt x="28" y="30"/>
                    <a:pt x="37" y="30"/>
                    <a:pt x="47" y="25"/>
                  </a:cubicBezTo>
                </a:path>
              </a:pathLst>
            </a:custGeom>
            <a:solidFill>
              <a:srgbClr val="9357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2589" name="Freeform 448">
              <a:extLst>
                <a:ext uri="{FF2B5EF4-FFF2-40B4-BE49-F238E27FC236}">
                  <a16:creationId xmlns:a16="http://schemas.microsoft.com/office/drawing/2014/main" id="{1A2833A9-1366-45B5-97CC-27DAED6429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1" y="1763"/>
              <a:ext cx="103" cy="140"/>
            </a:xfrm>
            <a:custGeom>
              <a:avLst/>
              <a:gdLst>
                <a:gd name="T0" fmla="*/ 0 w 64"/>
                <a:gd name="T1" fmla="*/ 68 h 87"/>
                <a:gd name="T2" fmla="*/ 60 w 64"/>
                <a:gd name="T3" fmla="*/ 82 h 87"/>
                <a:gd name="T4" fmla="*/ 166 w 64"/>
                <a:gd name="T5" fmla="*/ 68 h 87"/>
                <a:gd name="T6" fmla="*/ 262 w 64"/>
                <a:gd name="T7" fmla="*/ 0 h 87"/>
                <a:gd name="T8" fmla="*/ 254 w 64"/>
                <a:gd name="T9" fmla="*/ 191 h 87"/>
                <a:gd name="T10" fmla="*/ 246 w 64"/>
                <a:gd name="T11" fmla="*/ 362 h 87"/>
                <a:gd name="T12" fmla="*/ 241 w 64"/>
                <a:gd name="T13" fmla="*/ 262 h 87"/>
                <a:gd name="T14" fmla="*/ 233 w 64"/>
                <a:gd name="T15" fmla="*/ 166 h 87"/>
                <a:gd name="T16" fmla="*/ 230 w 64"/>
                <a:gd name="T17" fmla="*/ 101 h 87"/>
                <a:gd name="T18" fmla="*/ 212 w 64"/>
                <a:gd name="T19" fmla="*/ 82 h 87"/>
                <a:gd name="T20" fmla="*/ 166 w 64"/>
                <a:gd name="T21" fmla="*/ 103 h 87"/>
                <a:gd name="T22" fmla="*/ 97 w 64"/>
                <a:gd name="T23" fmla="*/ 101 h 87"/>
                <a:gd name="T24" fmla="*/ 5 w 64"/>
                <a:gd name="T25" fmla="*/ 82 h 8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4" h="87">
                  <a:moveTo>
                    <a:pt x="0" y="16"/>
                  </a:moveTo>
                  <a:cubicBezTo>
                    <a:pt x="5" y="15"/>
                    <a:pt x="9" y="19"/>
                    <a:pt x="14" y="20"/>
                  </a:cubicBezTo>
                  <a:cubicBezTo>
                    <a:pt x="23" y="22"/>
                    <a:pt x="32" y="19"/>
                    <a:pt x="40" y="16"/>
                  </a:cubicBezTo>
                  <a:cubicBezTo>
                    <a:pt x="49" y="12"/>
                    <a:pt x="55" y="5"/>
                    <a:pt x="63" y="0"/>
                  </a:cubicBezTo>
                  <a:cubicBezTo>
                    <a:pt x="64" y="15"/>
                    <a:pt x="62" y="31"/>
                    <a:pt x="61" y="46"/>
                  </a:cubicBezTo>
                  <a:cubicBezTo>
                    <a:pt x="61" y="60"/>
                    <a:pt x="60" y="73"/>
                    <a:pt x="59" y="87"/>
                  </a:cubicBezTo>
                  <a:cubicBezTo>
                    <a:pt x="56" y="81"/>
                    <a:pt x="59" y="70"/>
                    <a:pt x="58" y="63"/>
                  </a:cubicBezTo>
                  <a:cubicBezTo>
                    <a:pt x="58" y="56"/>
                    <a:pt x="56" y="48"/>
                    <a:pt x="56" y="40"/>
                  </a:cubicBezTo>
                  <a:cubicBezTo>
                    <a:pt x="55" y="34"/>
                    <a:pt x="57" y="29"/>
                    <a:pt x="55" y="24"/>
                  </a:cubicBezTo>
                  <a:cubicBezTo>
                    <a:pt x="54" y="19"/>
                    <a:pt x="55" y="19"/>
                    <a:pt x="51" y="20"/>
                  </a:cubicBezTo>
                  <a:cubicBezTo>
                    <a:pt x="48" y="20"/>
                    <a:pt x="44" y="24"/>
                    <a:pt x="40" y="25"/>
                  </a:cubicBezTo>
                  <a:cubicBezTo>
                    <a:pt x="35" y="26"/>
                    <a:pt x="29" y="24"/>
                    <a:pt x="23" y="24"/>
                  </a:cubicBezTo>
                  <a:cubicBezTo>
                    <a:pt x="16" y="24"/>
                    <a:pt x="8" y="22"/>
                    <a:pt x="1" y="20"/>
                  </a:cubicBezTo>
                </a:path>
              </a:pathLst>
            </a:custGeom>
            <a:solidFill>
              <a:srgbClr val="8249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</p:grpSp>
      <p:sp>
        <p:nvSpPr>
          <p:cNvPr id="26628" name="Rectangle 449">
            <a:extLst>
              <a:ext uri="{FF2B5EF4-FFF2-40B4-BE49-F238E27FC236}">
                <a16:creationId xmlns:a16="http://schemas.microsoft.com/office/drawing/2014/main" id="{A23B87EC-1549-46B7-AD2E-41B24472A474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Elderly person (3)</a:t>
            </a:r>
          </a:p>
        </p:txBody>
      </p:sp>
      <p:sp>
        <p:nvSpPr>
          <p:cNvPr id="41988" name="Freeform 450">
            <a:extLst>
              <a:ext uri="{FF2B5EF4-FFF2-40B4-BE49-F238E27FC236}">
                <a16:creationId xmlns:a16="http://schemas.microsoft.com/office/drawing/2014/main" id="{68EAF914-94F7-4F2E-A51A-776F2850B927}"/>
              </a:ext>
            </a:extLst>
          </p:cNvPr>
          <p:cNvSpPr>
            <a:spLocks/>
          </p:cNvSpPr>
          <p:nvPr/>
        </p:nvSpPr>
        <p:spPr bwMode="auto">
          <a:xfrm>
            <a:off x="9166225" y="1493838"/>
            <a:ext cx="9525" cy="4762"/>
          </a:xfrm>
          <a:custGeom>
            <a:avLst/>
            <a:gdLst>
              <a:gd name="T0" fmla="*/ 2147483646 w 6"/>
              <a:gd name="T1" fmla="*/ 2147483646 h 3"/>
              <a:gd name="T2" fmla="*/ 0 w 6"/>
              <a:gd name="T3" fmla="*/ 0 h 3"/>
              <a:gd name="T4" fmla="*/ 0 w 6"/>
              <a:gd name="T5" fmla="*/ 2147483646 h 3"/>
              <a:gd name="T6" fmla="*/ 2147483646 w 6"/>
              <a:gd name="T7" fmla="*/ 2147483646 h 3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6" h="3">
                <a:moveTo>
                  <a:pt x="6" y="3"/>
                </a:moveTo>
                <a:lnTo>
                  <a:pt x="0" y="0"/>
                </a:lnTo>
                <a:lnTo>
                  <a:pt x="0" y="3"/>
                </a:lnTo>
                <a:lnTo>
                  <a:pt x="6" y="3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fr-FR"/>
          </a:p>
        </p:txBody>
      </p:sp>
      <p:sp>
        <p:nvSpPr>
          <p:cNvPr id="41989" name="Freeform 451">
            <a:extLst>
              <a:ext uri="{FF2B5EF4-FFF2-40B4-BE49-F238E27FC236}">
                <a16:creationId xmlns:a16="http://schemas.microsoft.com/office/drawing/2014/main" id="{03D33F0A-48A6-44B9-914E-BA2397D02C73}"/>
              </a:ext>
            </a:extLst>
          </p:cNvPr>
          <p:cNvSpPr>
            <a:spLocks/>
          </p:cNvSpPr>
          <p:nvPr/>
        </p:nvSpPr>
        <p:spPr bwMode="auto">
          <a:xfrm>
            <a:off x="7397750" y="1484313"/>
            <a:ext cx="12700" cy="4762"/>
          </a:xfrm>
          <a:custGeom>
            <a:avLst/>
            <a:gdLst>
              <a:gd name="T0" fmla="*/ 2147483646 w 8"/>
              <a:gd name="T1" fmla="*/ 0 h 3"/>
              <a:gd name="T2" fmla="*/ 0 w 8"/>
              <a:gd name="T3" fmla="*/ 2147483646 h 3"/>
              <a:gd name="T4" fmla="*/ 0 w 8"/>
              <a:gd name="T5" fmla="*/ 2147483646 h 3"/>
              <a:gd name="T6" fmla="*/ 2147483646 w 8"/>
              <a:gd name="T7" fmla="*/ 0 h 3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8" h="3">
                <a:moveTo>
                  <a:pt x="8" y="0"/>
                </a:moveTo>
                <a:lnTo>
                  <a:pt x="0" y="2"/>
                </a:lnTo>
                <a:lnTo>
                  <a:pt x="0" y="3"/>
                </a:lnTo>
                <a:lnTo>
                  <a:pt x="8" y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fr-FR"/>
          </a:p>
        </p:txBody>
      </p:sp>
      <p:grpSp>
        <p:nvGrpSpPr>
          <p:cNvPr id="41990" name="elderly-female-full-body-illustration">
            <a:extLst>
              <a:ext uri="{FF2B5EF4-FFF2-40B4-BE49-F238E27FC236}">
                <a16:creationId xmlns:a16="http://schemas.microsoft.com/office/drawing/2014/main" id="{E1FC7B7B-D366-4870-9538-5A613B7E39E0}"/>
              </a:ext>
            </a:extLst>
          </p:cNvPr>
          <p:cNvGrpSpPr>
            <a:grpSpLocks/>
          </p:cNvGrpSpPr>
          <p:nvPr/>
        </p:nvGrpSpPr>
        <p:grpSpPr bwMode="auto">
          <a:xfrm>
            <a:off x="2205038" y="1196975"/>
            <a:ext cx="1462087" cy="5260975"/>
            <a:chOff x="429" y="723"/>
            <a:chExt cx="921" cy="3314"/>
          </a:xfrm>
        </p:grpSpPr>
        <p:grpSp>
          <p:nvGrpSpPr>
            <p:cNvPr id="42330" name="Group 453">
              <a:extLst>
                <a:ext uri="{FF2B5EF4-FFF2-40B4-BE49-F238E27FC236}">
                  <a16:creationId xmlns:a16="http://schemas.microsoft.com/office/drawing/2014/main" id="{4C8E5940-B8E0-4CF3-A6B0-BE683FBBEB2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29" y="723"/>
              <a:ext cx="921" cy="3314"/>
              <a:chOff x="429" y="723"/>
              <a:chExt cx="921" cy="3314"/>
            </a:xfrm>
          </p:grpSpPr>
          <p:sp>
            <p:nvSpPr>
              <p:cNvPr id="42360" name="Freeform 454">
                <a:extLst>
                  <a:ext uri="{FF2B5EF4-FFF2-40B4-BE49-F238E27FC236}">
                    <a16:creationId xmlns:a16="http://schemas.microsoft.com/office/drawing/2014/main" id="{72B80639-7B36-4D28-86D2-63DE7CE69B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9" y="723"/>
                <a:ext cx="390" cy="339"/>
              </a:xfrm>
              <a:custGeom>
                <a:avLst/>
                <a:gdLst>
                  <a:gd name="T0" fmla="*/ 432 w 242"/>
                  <a:gd name="T1" fmla="*/ 5 h 211"/>
                  <a:gd name="T2" fmla="*/ 343 w 242"/>
                  <a:gd name="T3" fmla="*/ 42 h 211"/>
                  <a:gd name="T4" fmla="*/ 288 w 242"/>
                  <a:gd name="T5" fmla="*/ 56 h 211"/>
                  <a:gd name="T6" fmla="*/ 264 w 242"/>
                  <a:gd name="T7" fmla="*/ 67 h 211"/>
                  <a:gd name="T8" fmla="*/ 164 w 242"/>
                  <a:gd name="T9" fmla="*/ 162 h 211"/>
                  <a:gd name="T10" fmla="*/ 137 w 242"/>
                  <a:gd name="T11" fmla="*/ 183 h 211"/>
                  <a:gd name="T12" fmla="*/ 84 w 242"/>
                  <a:gd name="T13" fmla="*/ 252 h 211"/>
                  <a:gd name="T14" fmla="*/ 39 w 242"/>
                  <a:gd name="T15" fmla="*/ 341 h 211"/>
                  <a:gd name="T16" fmla="*/ 29 w 242"/>
                  <a:gd name="T17" fmla="*/ 397 h 211"/>
                  <a:gd name="T18" fmla="*/ 21 w 242"/>
                  <a:gd name="T19" fmla="*/ 456 h 211"/>
                  <a:gd name="T20" fmla="*/ 26 w 242"/>
                  <a:gd name="T21" fmla="*/ 553 h 211"/>
                  <a:gd name="T22" fmla="*/ 5 w 242"/>
                  <a:gd name="T23" fmla="*/ 586 h 211"/>
                  <a:gd name="T24" fmla="*/ 29 w 242"/>
                  <a:gd name="T25" fmla="*/ 668 h 211"/>
                  <a:gd name="T26" fmla="*/ 50 w 242"/>
                  <a:gd name="T27" fmla="*/ 737 h 211"/>
                  <a:gd name="T28" fmla="*/ 81 w 242"/>
                  <a:gd name="T29" fmla="*/ 766 h 211"/>
                  <a:gd name="T30" fmla="*/ 124 w 242"/>
                  <a:gd name="T31" fmla="*/ 821 h 211"/>
                  <a:gd name="T32" fmla="*/ 190 w 242"/>
                  <a:gd name="T33" fmla="*/ 847 h 211"/>
                  <a:gd name="T34" fmla="*/ 293 w 242"/>
                  <a:gd name="T35" fmla="*/ 868 h 211"/>
                  <a:gd name="T36" fmla="*/ 532 w 242"/>
                  <a:gd name="T37" fmla="*/ 863 h 211"/>
                  <a:gd name="T38" fmla="*/ 645 w 242"/>
                  <a:gd name="T39" fmla="*/ 839 h 211"/>
                  <a:gd name="T40" fmla="*/ 748 w 242"/>
                  <a:gd name="T41" fmla="*/ 842 h 211"/>
                  <a:gd name="T42" fmla="*/ 778 w 242"/>
                  <a:gd name="T43" fmla="*/ 821 h 211"/>
                  <a:gd name="T44" fmla="*/ 867 w 242"/>
                  <a:gd name="T45" fmla="*/ 821 h 211"/>
                  <a:gd name="T46" fmla="*/ 933 w 242"/>
                  <a:gd name="T47" fmla="*/ 758 h 211"/>
                  <a:gd name="T48" fmla="*/ 951 w 242"/>
                  <a:gd name="T49" fmla="*/ 684 h 211"/>
                  <a:gd name="T50" fmla="*/ 985 w 242"/>
                  <a:gd name="T51" fmla="*/ 617 h 211"/>
                  <a:gd name="T52" fmla="*/ 993 w 242"/>
                  <a:gd name="T53" fmla="*/ 586 h 211"/>
                  <a:gd name="T54" fmla="*/ 999 w 242"/>
                  <a:gd name="T55" fmla="*/ 477 h 211"/>
                  <a:gd name="T56" fmla="*/ 943 w 242"/>
                  <a:gd name="T57" fmla="*/ 333 h 211"/>
                  <a:gd name="T58" fmla="*/ 867 w 242"/>
                  <a:gd name="T59" fmla="*/ 191 h 211"/>
                  <a:gd name="T60" fmla="*/ 846 w 242"/>
                  <a:gd name="T61" fmla="*/ 141 h 211"/>
                  <a:gd name="T62" fmla="*/ 786 w 242"/>
                  <a:gd name="T63" fmla="*/ 103 h 211"/>
                  <a:gd name="T64" fmla="*/ 691 w 242"/>
                  <a:gd name="T65" fmla="*/ 47 h 211"/>
                  <a:gd name="T66" fmla="*/ 595 w 242"/>
                  <a:gd name="T67" fmla="*/ 16 h 211"/>
                  <a:gd name="T68" fmla="*/ 532 w 242"/>
                  <a:gd name="T69" fmla="*/ 0 h 211"/>
                  <a:gd name="T70" fmla="*/ 498 w 242"/>
                  <a:gd name="T71" fmla="*/ 0 h 211"/>
                  <a:gd name="T72" fmla="*/ 480 w 242"/>
                  <a:gd name="T73" fmla="*/ 5 h 211"/>
                  <a:gd name="T74" fmla="*/ 458 w 242"/>
                  <a:gd name="T75" fmla="*/ 16 h 211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0" t="0" r="r" b="b"/>
                <a:pathLst>
                  <a:path w="242" h="211">
                    <a:moveTo>
                      <a:pt x="109" y="4"/>
                    </a:moveTo>
                    <a:cubicBezTo>
                      <a:pt x="107" y="2"/>
                      <a:pt x="106" y="1"/>
                      <a:pt x="103" y="1"/>
                    </a:cubicBezTo>
                    <a:cubicBezTo>
                      <a:pt x="104" y="2"/>
                      <a:pt x="103" y="4"/>
                      <a:pt x="103" y="6"/>
                    </a:cubicBezTo>
                    <a:cubicBezTo>
                      <a:pt x="98" y="4"/>
                      <a:pt x="82" y="1"/>
                      <a:pt x="82" y="10"/>
                    </a:cubicBezTo>
                    <a:cubicBezTo>
                      <a:pt x="79" y="7"/>
                      <a:pt x="76" y="8"/>
                      <a:pt x="77" y="12"/>
                    </a:cubicBezTo>
                    <a:cubicBezTo>
                      <a:pt x="74" y="12"/>
                      <a:pt x="72" y="13"/>
                      <a:pt x="69" y="14"/>
                    </a:cubicBezTo>
                    <a:cubicBezTo>
                      <a:pt x="68" y="14"/>
                      <a:pt x="68" y="16"/>
                      <a:pt x="67" y="17"/>
                    </a:cubicBezTo>
                    <a:cubicBezTo>
                      <a:pt x="66" y="17"/>
                      <a:pt x="64" y="16"/>
                      <a:pt x="63" y="16"/>
                    </a:cubicBezTo>
                    <a:cubicBezTo>
                      <a:pt x="57" y="19"/>
                      <a:pt x="50" y="19"/>
                      <a:pt x="47" y="25"/>
                    </a:cubicBezTo>
                    <a:cubicBezTo>
                      <a:pt x="44" y="31"/>
                      <a:pt x="44" y="34"/>
                      <a:pt x="39" y="39"/>
                    </a:cubicBezTo>
                    <a:cubicBezTo>
                      <a:pt x="38" y="40"/>
                      <a:pt x="39" y="42"/>
                      <a:pt x="39" y="42"/>
                    </a:cubicBezTo>
                    <a:cubicBezTo>
                      <a:pt x="37" y="44"/>
                      <a:pt x="34" y="43"/>
                      <a:pt x="33" y="44"/>
                    </a:cubicBezTo>
                    <a:cubicBezTo>
                      <a:pt x="29" y="47"/>
                      <a:pt x="26" y="48"/>
                      <a:pt x="28" y="52"/>
                    </a:cubicBezTo>
                    <a:cubicBezTo>
                      <a:pt x="23" y="51"/>
                      <a:pt x="16" y="56"/>
                      <a:pt x="20" y="61"/>
                    </a:cubicBezTo>
                    <a:cubicBezTo>
                      <a:pt x="9" y="61"/>
                      <a:pt x="16" y="68"/>
                      <a:pt x="16" y="72"/>
                    </a:cubicBezTo>
                    <a:cubicBezTo>
                      <a:pt x="16" y="76"/>
                      <a:pt x="10" y="78"/>
                      <a:pt x="9" y="82"/>
                    </a:cubicBezTo>
                    <a:cubicBezTo>
                      <a:pt x="2" y="82"/>
                      <a:pt x="4" y="88"/>
                      <a:pt x="5" y="92"/>
                    </a:cubicBezTo>
                    <a:cubicBezTo>
                      <a:pt x="5" y="93"/>
                      <a:pt x="7" y="94"/>
                      <a:pt x="7" y="96"/>
                    </a:cubicBezTo>
                    <a:cubicBezTo>
                      <a:pt x="6" y="99"/>
                      <a:pt x="2" y="98"/>
                      <a:pt x="2" y="100"/>
                    </a:cubicBezTo>
                    <a:cubicBezTo>
                      <a:pt x="1" y="105"/>
                      <a:pt x="5" y="106"/>
                      <a:pt x="5" y="110"/>
                    </a:cubicBezTo>
                    <a:cubicBezTo>
                      <a:pt x="6" y="113"/>
                      <a:pt x="0" y="119"/>
                      <a:pt x="7" y="120"/>
                    </a:cubicBezTo>
                    <a:cubicBezTo>
                      <a:pt x="6" y="124"/>
                      <a:pt x="7" y="129"/>
                      <a:pt x="6" y="133"/>
                    </a:cubicBezTo>
                    <a:cubicBezTo>
                      <a:pt x="6" y="134"/>
                      <a:pt x="7" y="135"/>
                      <a:pt x="6" y="137"/>
                    </a:cubicBezTo>
                    <a:cubicBezTo>
                      <a:pt x="5" y="139"/>
                      <a:pt x="1" y="138"/>
                      <a:pt x="1" y="141"/>
                    </a:cubicBezTo>
                    <a:cubicBezTo>
                      <a:pt x="0" y="144"/>
                      <a:pt x="5" y="148"/>
                      <a:pt x="6" y="151"/>
                    </a:cubicBezTo>
                    <a:cubicBezTo>
                      <a:pt x="6" y="155"/>
                      <a:pt x="4" y="157"/>
                      <a:pt x="7" y="161"/>
                    </a:cubicBezTo>
                    <a:cubicBezTo>
                      <a:pt x="5" y="165"/>
                      <a:pt x="9" y="165"/>
                      <a:pt x="10" y="169"/>
                    </a:cubicBezTo>
                    <a:cubicBezTo>
                      <a:pt x="11" y="172"/>
                      <a:pt x="7" y="176"/>
                      <a:pt x="12" y="178"/>
                    </a:cubicBezTo>
                    <a:cubicBezTo>
                      <a:pt x="11" y="181"/>
                      <a:pt x="12" y="182"/>
                      <a:pt x="14" y="184"/>
                    </a:cubicBezTo>
                    <a:cubicBezTo>
                      <a:pt x="15" y="185"/>
                      <a:pt x="18" y="184"/>
                      <a:pt x="19" y="185"/>
                    </a:cubicBezTo>
                    <a:cubicBezTo>
                      <a:pt x="20" y="185"/>
                      <a:pt x="20" y="187"/>
                      <a:pt x="21" y="188"/>
                    </a:cubicBezTo>
                    <a:cubicBezTo>
                      <a:pt x="26" y="191"/>
                      <a:pt x="26" y="194"/>
                      <a:pt x="30" y="198"/>
                    </a:cubicBezTo>
                    <a:cubicBezTo>
                      <a:pt x="31" y="198"/>
                      <a:pt x="36" y="200"/>
                      <a:pt x="37" y="201"/>
                    </a:cubicBezTo>
                    <a:cubicBezTo>
                      <a:pt x="41" y="203"/>
                      <a:pt x="39" y="204"/>
                      <a:pt x="45" y="204"/>
                    </a:cubicBezTo>
                    <a:cubicBezTo>
                      <a:pt x="47" y="205"/>
                      <a:pt x="49" y="205"/>
                      <a:pt x="52" y="205"/>
                    </a:cubicBezTo>
                    <a:cubicBezTo>
                      <a:pt x="58" y="207"/>
                      <a:pt x="64" y="208"/>
                      <a:pt x="70" y="209"/>
                    </a:cubicBezTo>
                    <a:cubicBezTo>
                      <a:pt x="80" y="211"/>
                      <a:pt x="92" y="206"/>
                      <a:pt x="103" y="207"/>
                    </a:cubicBezTo>
                    <a:cubicBezTo>
                      <a:pt x="111" y="207"/>
                      <a:pt x="119" y="207"/>
                      <a:pt x="127" y="208"/>
                    </a:cubicBezTo>
                    <a:cubicBezTo>
                      <a:pt x="132" y="208"/>
                      <a:pt x="139" y="211"/>
                      <a:pt x="144" y="209"/>
                    </a:cubicBezTo>
                    <a:cubicBezTo>
                      <a:pt x="148" y="207"/>
                      <a:pt x="148" y="203"/>
                      <a:pt x="154" y="202"/>
                    </a:cubicBezTo>
                    <a:cubicBezTo>
                      <a:pt x="156" y="202"/>
                      <a:pt x="160" y="202"/>
                      <a:pt x="162" y="203"/>
                    </a:cubicBezTo>
                    <a:cubicBezTo>
                      <a:pt x="168" y="204"/>
                      <a:pt x="174" y="206"/>
                      <a:pt x="179" y="203"/>
                    </a:cubicBezTo>
                    <a:cubicBezTo>
                      <a:pt x="177" y="202"/>
                      <a:pt x="174" y="200"/>
                      <a:pt x="173" y="199"/>
                    </a:cubicBezTo>
                    <a:cubicBezTo>
                      <a:pt x="177" y="200"/>
                      <a:pt x="182" y="197"/>
                      <a:pt x="186" y="198"/>
                    </a:cubicBezTo>
                    <a:cubicBezTo>
                      <a:pt x="189" y="198"/>
                      <a:pt x="191" y="201"/>
                      <a:pt x="195" y="200"/>
                    </a:cubicBezTo>
                    <a:cubicBezTo>
                      <a:pt x="197" y="196"/>
                      <a:pt x="204" y="195"/>
                      <a:pt x="207" y="198"/>
                    </a:cubicBezTo>
                    <a:cubicBezTo>
                      <a:pt x="211" y="195"/>
                      <a:pt x="216" y="192"/>
                      <a:pt x="216" y="186"/>
                    </a:cubicBezTo>
                    <a:cubicBezTo>
                      <a:pt x="217" y="184"/>
                      <a:pt x="220" y="183"/>
                      <a:pt x="223" y="183"/>
                    </a:cubicBezTo>
                    <a:cubicBezTo>
                      <a:pt x="224" y="180"/>
                      <a:pt x="223" y="176"/>
                      <a:pt x="222" y="173"/>
                    </a:cubicBezTo>
                    <a:cubicBezTo>
                      <a:pt x="226" y="173"/>
                      <a:pt x="227" y="169"/>
                      <a:pt x="227" y="165"/>
                    </a:cubicBezTo>
                    <a:cubicBezTo>
                      <a:pt x="230" y="164"/>
                      <a:pt x="231" y="161"/>
                      <a:pt x="230" y="158"/>
                    </a:cubicBezTo>
                    <a:cubicBezTo>
                      <a:pt x="234" y="156"/>
                      <a:pt x="234" y="153"/>
                      <a:pt x="235" y="149"/>
                    </a:cubicBezTo>
                    <a:cubicBezTo>
                      <a:pt x="235" y="148"/>
                      <a:pt x="234" y="146"/>
                      <a:pt x="235" y="144"/>
                    </a:cubicBezTo>
                    <a:cubicBezTo>
                      <a:pt x="235" y="143"/>
                      <a:pt x="237" y="141"/>
                      <a:pt x="237" y="141"/>
                    </a:cubicBezTo>
                    <a:cubicBezTo>
                      <a:pt x="238" y="138"/>
                      <a:pt x="242" y="124"/>
                      <a:pt x="234" y="128"/>
                    </a:cubicBezTo>
                    <a:cubicBezTo>
                      <a:pt x="233" y="122"/>
                      <a:pt x="240" y="119"/>
                      <a:pt x="239" y="115"/>
                    </a:cubicBezTo>
                    <a:cubicBezTo>
                      <a:pt x="239" y="110"/>
                      <a:pt x="233" y="110"/>
                      <a:pt x="233" y="104"/>
                    </a:cubicBezTo>
                    <a:cubicBezTo>
                      <a:pt x="232" y="97"/>
                      <a:pt x="235" y="82"/>
                      <a:pt x="225" y="80"/>
                    </a:cubicBezTo>
                    <a:cubicBezTo>
                      <a:pt x="225" y="76"/>
                      <a:pt x="227" y="58"/>
                      <a:pt x="218" y="62"/>
                    </a:cubicBezTo>
                    <a:cubicBezTo>
                      <a:pt x="222" y="52"/>
                      <a:pt x="216" y="48"/>
                      <a:pt x="207" y="46"/>
                    </a:cubicBezTo>
                    <a:cubicBezTo>
                      <a:pt x="206" y="44"/>
                      <a:pt x="204" y="43"/>
                      <a:pt x="203" y="41"/>
                    </a:cubicBezTo>
                    <a:cubicBezTo>
                      <a:pt x="202" y="39"/>
                      <a:pt x="203" y="36"/>
                      <a:pt x="202" y="34"/>
                    </a:cubicBezTo>
                    <a:cubicBezTo>
                      <a:pt x="200" y="30"/>
                      <a:pt x="199" y="29"/>
                      <a:pt x="194" y="31"/>
                    </a:cubicBezTo>
                    <a:cubicBezTo>
                      <a:pt x="192" y="28"/>
                      <a:pt x="193" y="23"/>
                      <a:pt x="188" y="25"/>
                    </a:cubicBezTo>
                    <a:cubicBezTo>
                      <a:pt x="188" y="22"/>
                      <a:pt x="187" y="18"/>
                      <a:pt x="183" y="18"/>
                    </a:cubicBezTo>
                    <a:cubicBezTo>
                      <a:pt x="182" y="13"/>
                      <a:pt x="169" y="9"/>
                      <a:pt x="165" y="11"/>
                    </a:cubicBezTo>
                    <a:cubicBezTo>
                      <a:pt x="165" y="5"/>
                      <a:pt x="150" y="8"/>
                      <a:pt x="146" y="6"/>
                    </a:cubicBezTo>
                    <a:cubicBezTo>
                      <a:pt x="145" y="6"/>
                      <a:pt x="143" y="4"/>
                      <a:pt x="142" y="4"/>
                    </a:cubicBezTo>
                    <a:cubicBezTo>
                      <a:pt x="141" y="3"/>
                      <a:pt x="137" y="5"/>
                      <a:pt x="136" y="4"/>
                    </a:cubicBezTo>
                    <a:cubicBezTo>
                      <a:pt x="135" y="4"/>
                      <a:pt x="128" y="1"/>
                      <a:pt x="127" y="0"/>
                    </a:cubicBezTo>
                    <a:cubicBezTo>
                      <a:pt x="126" y="2"/>
                      <a:pt x="123" y="2"/>
                      <a:pt x="120" y="2"/>
                    </a:cubicBezTo>
                    <a:cubicBezTo>
                      <a:pt x="120" y="2"/>
                      <a:pt x="119" y="0"/>
                      <a:pt x="119" y="0"/>
                    </a:cubicBezTo>
                    <a:cubicBezTo>
                      <a:pt x="119" y="1"/>
                      <a:pt x="117" y="3"/>
                      <a:pt x="116" y="4"/>
                    </a:cubicBezTo>
                    <a:cubicBezTo>
                      <a:pt x="116" y="3"/>
                      <a:pt x="115" y="2"/>
                      <a:pt x="115" y="1"/>
                    </a:cubicBezTo>
                    <a:cubicBezTo>
                      <a:pt x="115" y="0"/>
                      <a:pt x="114" y="1"/>
                      <a:pt x="114" y="0"/>
                    </a:cubicBezTo>
                    <a:cubicBezTo>
                      <a:pt x="111" y="0"/>
                      <a:pt x="109" y="2"/>
                      <a:pt x="109" y="4"/>
                    </a:cubicBezTo>
                    <a:close/>
                  </a:path>
                </a:pathLst>
              </a:custGeom>
              <a:solidFill>
                <a:srgbClr val="DFDF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361" name="Freeform 455">
                <a:extLst>
                  <a:ext uri="{FF2B5EF4-FFF2-40B4-BE49-F238E27FC236}">
                    <a16:creationId xmlns:a16="http://schemas.microsoft.com/office/drawing/2014/main" id="{4E52635C-80D8-45C6-A5E3-7F6C6C9079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9" y="723"/>
                <a:ext cx="390" cy="339"/>
              </a:xfrm>
              <a:custGeom>
                <a:avLst/>
                <a:gdLst>
                  <a:gd name="T0" fmla="*/ 432 w 242"/>
                  <a:gd name="T1" fmla="*/ 5 h 211"/>
                  <a:gd name="T2" fmla="*/ 343 w 242"/>
                  <a:gd name="T3" fmla="*/ 42 h 211"/>
                  <a:gd name="T4" fmla="*/ 288 w 242"/>
                  <a:gd name="T5" fmla="*/ 56 h 211"/>
                  <a:gd name="T6" fmla="*/ 264 w 242"/>
                  <a:gd name="T7" fmla="*/ 67 h 211"/>
                  <a:gd name="T8" fmla="*/ 164 w 242"/>
                  <a:gd name="T9" fmla="*/ 162 h 211"/>
                  <a:gd name="T10" fmla="*/ 137 w 242"/>
                  <a:gd name="T11" fmla="*/ 183 h 211"/>
                  <a:gd name="T12" fmla="*/ 84 w 242"/>
                  <a:gd name="T13" fmla="*/ 252 h 211"/>
                  <a:gd name="T14" fmla="*/ 39 w 242"/>
                  <a:gd name="T15" fmla="*/ 341 h 211"/>
                  <a:gd name="T16" fmla="*/ 29 w 242"/>
                  <a:gd name="T17" fmla="*/ 397 h 211"/>
                  <a:gd name="T18" fmla="*/ 21 w 242"/>
                  <a:gd name="T19" fmla="*/ 456 h 211"/>
                  <a:gd name="T20" fmla="*/ 26 w 242"/>
                  <a:gd name="T21" fmla="*/ 553 h 211"/>
                  <a:gd name="T22" fmla="*/ 5 w 242"/>
                  <a:gd name="T23" fmla="*/ 586 h 211"/>
                  <a:gd name="T24" fmla="*/ 29 w 242"/>
                  <a:gd name="T25" fmla="*/ 668 h 211"/>
                  <a:gd name="T26" fmla="*/ 50 w 242"/>
                  <a:gd name="T27" fmla="*/ 737 h 211"/>
                  <a:gd name="T28" fmla="*/ 81 w 242"/>
                  <a:gd name="T29" fmla="*/ 766 h 211"/>
                  <a:gd name="T30" fmla="*/ 124 w 242"/>
                  <a:gd name="T31" fmla="*/ 821 h 211"/>
                  <a:gd name="T32" fmla="*/ 190 w 242"/>
                  <a:gd name="T33" fmla="*/ 847 h 211"/>
                  <a:gd name="T34" fmla="*/ 293 w 242"/>
                  <a:gd name="T35" fmla="*/ 868 h 211"/>
                  <a:gd name="T36" fmla="*/ 532 w 242"/>
                  <a:gd name="T37" fmla="*/ 863 h 211"/>
                  <a:gd name="T38" fmla="*/ 645 w 242"/>
                  <a:gd name="T39" fmla="*/ 839 h 211"/>
                  <a:gd name="T40" fmla="*/ 748 w 242"/>
                  <a:gd name="T41" fmla="*/ 842 h 211"/>
                  <a:gd name="T42" fmla="*/ 778 w 242"/>
                  <a:gd name="T43" fmla="*/ 821 h 211"/>
                  <a:gd name="T44" fmla="*/ 867 w 242"/>
                  <a:gd name="T45" fmla="*/ 821 h 211"/>
                  <a:gd name="T46" fmla="*/ 933 w 242"/>
                  <a:gd name="T47" fmla="*/ 758 h 211"/>
                  <a:gd name="T48" fmla="*/ 951 w 242"/>
                  <a:gd name="T49" fmla="*/ 684 h 211"/>
                  <a:gd name="T50" fmla="*/ 985 w 242"/>
                  <a:gd name="T51" fmla="*/ 617 h 211"/>
                  <a:gd name="T52" fmla="*/ 993 w 242"/>
                  <a:gd name="T53" fmla="*/ 586 h 211"/>
                  <a:gd name="T54" fmla="*/ 999 w 242"/>
                  <a:gd name="T55" fmla="*/ 477 h 211"/>
                  <a:gd name="T56" fmla="*/ 943 w 242"/>
                  <a:gd name="T57" fmla="*/ 333 h 211"/>
                  <a:gd name="T58" fmla="*/ 867 w 242"/>
                  <a:gd name="T59" fmla="*/ 191 h 211"/>
                  <a:gd name="T60" fmla="*/ 846 w 242"/>
                  <a:gd name="T61" fmla="*/ 141 h 211"/>
                  <a:gd name="T62" fmla="*/ 786 w 242"/>
                  <a:gd name="T63" fmla="*/ 103 h 211"/>
                  <a:gd name="T64" fmla="*/ 691 w 242"/>
                  <a:gd name="T65" fmla="*/ 47 h 211"/>
                  <a:gd name="T66" fmla="*/ 595 w 242"/>
                  <a:gd name="T67" fmla="*/ 16 h 211"/>
                  <a:gd name="T68" fmla="*/ 532 w 242"/>
                  <a:gd name="T69" fmla="*/ 0 h 211"/>
                  <a:gd name="T70" fmla="*/ 498 w 242"/>
                  <a:gd name="T71" fmla="*/ 0 h 211"/>
                  <a:gd name="T72" fmla="*/ 480 w 242"/>
                  <a:gd name="T73" fmla="*/ 5 h 211"/>
                  <a:gd name="T74" fmla="*/ 458 w 242"/>
                  <a:gd name="T75" fmla="*/ 16 h 211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0" t="0" r="r" b="b"/>
                <a:pathLst>
                  <a:path w="242" h="211">
                    <a:moveTo>
                      <a:pt x="109" y="4"/>
                    </a:moveTo>
                    <a:cubicBezTo>
                      <a:pt x="107" y="2"/>
                      <a:pt x="106" y="1"/>
                      <a:pt x="103" y="1"/>
                    </a:cubicBezTo>
                    <a:cubicBezTo>
                      <a:pt x="104" y="2"/>
                      <a:pt x="103" y="4"/>
                      <a:pt x="103" y="6"/>
                    </a:cubicBezTo>
                    <a:cubicBezTo>
                      <a:pt x="98" y="4"/>
                      <a:pt x="82" y="1"/>
                      <a:pt x="82" y="10"/>
                    </a:cubicBezTo>
                    <a:cubicBezTo>
                      <a:pt x="79" y="7"/>
                      <a:pt x="76" y="8"/>
                      <a:pt x="77" y="12"/>
                    </a:cubicBezTo>
                    <a:cubicBezTo>
                      <a:pt x="74" y="12"/>
                      <a:pt x="72" y="13"/>
                      <a:pt x="69" y="14"/>
                    </a:cubicBezTo>
                    <a:cubicBezTo>
                      <a:pt x="68" y="14"/>
                      <a:pt x="68" y="16"/>
                      <a:pt x="67" y="17"/>
                    </a:cubicBezTo>
                    <a:cubicBezTo>
                      <a:pt x="66" y="17"/>
                      <a:pt x="64" y="16"/>
                      <a:pt x="63" y="16"/>
                    </a:cubicBezTo>
                    <a:cubicBezTo>
                      <a:pt x="57" y="19"/>
                      <a:pt x="50" y="19"/>
                      <a:pt x="47" y="25"/>
                    </a:cubicBezTo>
                    <a:cubicBezTo>
                      <a:pt x="44" y="31"/>
                      <a:pt x="44" y="34"/>
                      <a:pt x="39" y="39"/>
                    </a:cubicBezTo>
                    <a:cubicBezTo>
                      <a:pt x="38" y="40"/>
                      <a:pt x="39" y="42"/>
                      <a:pt x="39" y="42"/>
                    </a:cubicBezTo>
                    <a:cubicBezTo>
                      <a:pt x="37" y="44"/>
                      <a:pt x="34" y="43"/>
                      <a:pt x="33" y="44"/>
                    </a:cubicBezTo>
                    <a:cubicBezTo>
                      <a:pt x="29" y="47"/>
                      <a:pt x="26" y="48"/>
                      <a:pt x="28" y="52"/>
                    </a:cubicBezTo>
                    <a:cubicBezTo>
                      <a:pt x="23" y="51"/>
                      <a:pt x="16" y="56"/>
                      <a:pt x="20" y="61"/>
                    </a:cubicBezTo>
                    <a:cubicBezTo>
                      <a:pt x="9" y="61"/>
                      <a:pt x="16" y="68"/>
                      <a:pt x="16" y="72"/>
                    </a:cubicBezTo>
                    <a:cubicBezTo>
                      <a:pt x="16" y="76"/>
                      <a:pt x="10" y="78"/>
                      <a:pt x="9" y="82"/>
                    </a:cubicBezTo>
                    <a:cubicBezTo>
                      <a:pt x="2" y="82"/>
                      <a:pt x="4" y="88"/>
                      <a:pt x="5" y="92"/>
                    </a:cubicBezTo>
                    <a:cubicBezTo>
                      <a:pt x="5" y="93"/>
                      <a:pt x="7" y="94"/>
                      <a:pt x="7" y="96"/>
                    </a:cubicBezTo>
                    <a:cubicBezTo>
                      <a:pt x="6" y="99"/>
                      <a:pt x="2" y="98"/>
                      <a:pt x="2" y="100"/>
                    </a:cubicBezTo>
                    <a:cubicBezTo>
                      <a:pt x="1" y="105"/>
                      <a:pt x="5" y="106"/>
                      <a:pt x="5" y="110"/>
                    </a:cubicBezTo>
                    <a:cubicBezTo>
                      <a:pt x="6" y="113"/>
                      <a:pt x="0" y="119"/>
                      <a:pt x="7" y="120"/>
                    </a:cubicBezTo>
                    <a:cubicBezTo>
                      <a:pt x="6" y="124"/>
                      <a:pt x="7" y="129"/>
                      <a:pt x="6" y="133"/>
                    </a:cubicBezTo>
                    <a:cubicBezTo>
                      <a:pt x="6" y="134"/>
                      <a:pt x="7" y="135"/>
                      <a:pt x="6" y="137"/>
                    </a:cubicBezTo>
                    <a:cubicBezTo>
                      <a:pt x="5" y="139"/>
                      <a:pt x="1" y="138"/>
                      <a:pt x="1" y="141"/>
                    </a:cubicBezTo>
                    <a:cubicBezTo>
                      <a:pt x="0" y="144"/>
                      <a:pt x="5" y="148"/>
                      <a:pt x="6" y="151"/>
                    </a:cubicBezTo>
                    <a:cubicBezTo>
                      <a:pt x="6" y="155"/>
                      <a:pt x="4" y="157"/>
                      <a:pt x="7" y="161"/>
                    </a:cubicBezTo>
                    <a:cubicBezTo>
                      <a:pt x="5" y="165"/>
                      <a:pt x="9" y="165"/>
                      <a:pt x="10" y="169"/>
                    </a:cubicBezTo>
                    <a:cubicBezTo>
                      <a:pt x="11" y="172"/>
                      <a:pt x="7" y="176"/>
                      <a:pt x="12" y="178"/>
                    </a:cubicBezTo>
                    <a:cubicBezTo>
                      <a:pt x="11" y="181"/>
                      <a:pt x="12" y="182"/>
                      <a:pt x="14" y="184"/>
                    </a:cubicBezTo>
                    <a:cubicBezTo>
                      <a:pt x="15" y="185"/>
                      <a:pt x="18" y="184"/>
                      <a:pt x="19" y="185"/>
                    </a:cubicBezTo>
                    <a:cubicBezTo>
                      <a:pt x="20" y="185"/>
                      <a:pt x="20" y="187"/>
                      <a:pt x="21" y="188"/>
                    </a:cubicBezTo>
                    <a:cubicBezTo>
                      <a:pt x="26" y="191"/>
                      <a:pt x="26" y="194"/>
                      <a:pt x="30" y="198"/>
                    </a:cubicBezTo>
                    <a:cubicBezTo>
                      <a:pt x="31" y="198"/>
                      <a:pt x="36" y="200"/>
                      <a:pt x="37" y="201"/>
                    </a:cubicBezTo>
                    <a:cubicBezTo>
                      <a:pt x="41" y="203"/>
                      <a:pt x="39" y="204"/>
                      <a:pt x="45" y="204"/>
                    </a:cubicBezTo>
                    <a:cubicBezTo>
                      <a:pt x="47" y="205"/>
                      <a:pt x="49" y="205"/>
                      <a:pt x="52" y="205"/>
                    </a:cubicBezTo>
                    <a:cubicBezTo>
                      <a:pt x="58" y="207"/>
                      <a:pt x="64" y="208"/>
                      <a:pt x="70" y="209"/>
                    </a:cubicBezTo>
                    <a:cubicBezTo>
                      <a:pt x="80" y="211"/>
                      <a:pt x="92" y="206"/>
                      <a:pt x="103" y="207"/>
                    </a:cubicBezTo>
                    <a:cubicBezTo>
                      <a:pt x="111" y="207"/>
                      <a:pt x="119" y="207"/>
                      <a:pt x="127" y="208"/>
                    </a:cubicBezTo>
                    <a:cubicBezTo>
                      <a:pt x="132" y="208"/>
                      <a:pt x="139" y="211"/>
                      <a:pt x="144" y="209"/>
                    </a:cubicBezTo>
                    <a:cubicBezTo>
                      <a:pt x="148" y="207"/>
                      <a:pt x="148" y="203"/>
                      <a:pt x="154" y="202"/>
                    </a:cubicBezTo>
                    <a:cubicBezTo>
                      <a:pt x="156" y="202"/>
                      <a:pt x="160" y="202"/>
                      <a:pt x="162" y="203"/>
                    </a:cubicBezTo>
                    <a:cubicBezTo>
                      <a:pt x="168" y="204"/>
                      <a:pt x="174" y="206"/>
                      <a:pt x="179" y="203"/>
                    </a:cubicBezTo>
                    <a:cubicBezTo>
                      <a:pt x="177" y="202"/>
                      <a:pt x="174" y="200"/>
                      <a:pt x="173" y="199"/>
                    </a:cubicBezTo>
                    <a:cubicBezTo>
                      <a:pt x="177" y="200"/>
                      <a:pt x="182" y="197"/>
                      <a:pt x="186" y="198"/>
                    </a:cubicBezTo>
                    <a:cubicBezTo>
                      <a:pt x="189" y="198"/>
                      <a:pt x="191" y="201"/>
                      <a:pt x="195" y="200"/>
                    </a:cubicBezTo>
                    <a:cubicBezTo>
                      <a:pt x="197" y="196"/>
                      <a:pt x="204" y="195"/>
                      <a:pt x="207" y="198"/>
                    </a:cubicBezTo>
                    <a:cubicBezTo>
                      <a:pt x="211" y="195"/>
                      <a:pt x="216" y="192"/>
                      <a:pt x="216" y="186"/>
                    </a:cubicBezTo>
                    <a:cubicBezTo>
                      <a:pt x="217" y="184"/>
                      <a:pt x="220" y="183"/>
                      <a:pt x="223" y="183"/>
                    </a:cubicBezTo>
                    <a:cubicBezTo>
                      <a:pt x="224" y="180"/>
                      <a:pt x="223" y="176"/>
                      <a:pt x="222" y="173"/>
                    </a:cubicBezTo>
                    <a:cubicBezTo>
                      <a:pt x="226" y="173"/>
                      <a:pt x="227" y="169"/>
                      <a:pt x="227" y="165"/>
                    </a:cubicBezTo>
                    <a:cubicBezTo>
                      <a:pt x="230" y="164"/>
                      <a:pt x="231" y="161"/>
                      <a:pt x="230" y="158"/>
                    </a:cubicBezTo>
                    <a:cubicBezTo>
                      <a:pt x="234" y="156"/>
                      <a:pt x="234" y="153"/>
                      <a:pt x="235" y="149"/>
                    </a:cubicBezTo>
                    <a:cubicBezTo>
                      <a:pt x="235" y="148"/>
                      <a:pt x="234" y="146"/>
                      <a:pt x="235" y="144"/>
                    </a:cubicBezTo>
                    <a:cubicBezTo>
                      <a:pt x="235" y="143"/>
                      <a:pt x="237" y="141"/>
                      <a:pt x="237" y="141"/>
                    </a:cubicBezTo>
                    <a:cubicBezTo>
                      <a:pt x="238" y="138"/>
                      <a:pt x="242" y="124"/>
                      <a:pt x="234" y="128"/>
                    </a:cubicBezTo>
                    <a:cubicBezTo>
                      <a:pt x="233" y="122"/>
                      <a:pt x="240" y="119"/>
                      <a:pt x="239" y="115"/>
                    </a:cubicBezTo>
                    <a:cubicBezTo>
                      <a:pt x="239" y="110"/>
                      <a:pt x="233" y="110"/>
                      <a:pt x="233" y="104"/>
                    </a:cubicBezTo>
                    <a:cubicBezTo>
                      <a:pt x="232" y="97"/>
                      <a:pt x="235" y="82"/>
                      <a:pt x="225" y="80"/>
                    </a:cubicBezTo>
                    <a:cubicBezTo>
                      <a:pt x="225" y="76"/>
                      <a:pt x="227" y="58"/>
                      <a:pt x="218" y="62"/>
                    </a:cubicBezTo>
                    <a:cubicBezTo>
                      <a:pt x="222" y="52"/>
                      <a:pt x="216" y="48"/>
                      <a:pt x="207" y="46"/>
                    </a:cubicBezTo>
                    <a:cubicBezTo>
                      <a:pt x="206" y="44"/>
                      <a:pt x="204" y="43"/>
                      <a:pt x="203" y="41"/>
                    </a:cubicBezTo>
                    <a:cubicBezTo>
                      <a:pt x="202" y="39"/>
                      <a:pt x="203" y="36"/>
                      <a:pt x="202" y="34"/>
                    </a:cubicBezTo>
                    <a:cubicBezTo>
                      <a:pt x="200" y="30"/>
                      <a:pt x="199" y="29"/>
                      <a:pt x="194" y="31"/>
                    </a:cubicBezTo>
                    <a:cubicBezTo>
                      <a:pt x="192" y="28"/>
                      <a:pt x="193" y="23"/>
                      <a:pt x="188" y="25"/>
                    </a:cubicBezTo>
                    <a:cubicBezTo>
                      <a:pt x="188" y="22"/>
                      <a:pt x="187" y="18"/>
                      <a:pt x="183" y="18"/>
                    </a:cubicBezTo>
                    <a:cubicBezTo>
                      <a:pt x="182" y="13"/>
                      <a:pt x="169" y="9"/>
                      <a:pt x="165" y="11"/>
                    </a:cubicBezTo>
                    <a:cubicBezTo>
                      <a:pt x="165" y="5"/>
                      <a:pt x="150" y="8"/>
                      <a:pt x="146" y="6"/>
                    </a:cubicBezTo>
                    <a:cubicBezTo>
                      <a:pt x="145" y="6"/>
                      <a:pt x="143" y="4"/>
                      <a:pt x="142" y="4"/>
                    </a:cubicBezTo>
                    <a:cubicBezTo>
                      <a:pt x="141" y="3"/>
                      <a:pt x="137" y="5"/>
                      <a:pt x="136" y="4"/>
                    </a:cubicBezTo>
                    <a:cubicBezTo>
                      <a:pt x="135" y="4"/>
                      <a:pt x="128" y="1"/>
                      <a:pt x="127" y="0"/>
                    </a:cubicBezTo>
                    <a:cubicBezTo>
                      <a:pt x="126" y="2"/>
                      <a:pt x="123" y="2"/>
                      <a:pt x="120" y="2"/>
                    </a:cubicBezTo>
                    <a:cubicBezTo>
                      <a:pt x="120" y="2"/>
                      <a:pt x="119" y="0"/>
                      <a:pt x="119" y="0"/>
                    </a:cubicBezTo>
                    <a:cubicBezTo>
                      <a:pt x="119" y="1"/>
                      <a:pt x="117" y="3"/>
                      <a:pt x="116" y="4"/>
                    </a:cubicBezTo>
                    <a:cubicBezTo>
                      <a:pt x="116" y="3"/>
                      <a:pt x="115" y="2"/>
                      <a:pt x="115" y="1"/>
                    </a:cubicBezTo>
                    <a:cubicBezTo>
                      <a:pt x="115" y="0"/>
                      <a:pt x="114" y="1"/>
                      <a:pt x="114" y="0"/>
                    </a:cubicBezTo>
                    <a:cubicBezTo>
                      <a:pt x="111" y="0"/>
                      <a:pt x="109" y="2"/>
                      <a:pt x="109" y="4"/>
                    </a:cubicBezTo>
                    <a:close/>
                  </a:path>
                </a:pathLst>
              </a:custGeom>
              <a:noFill/>
              <a:ln w="3175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362" name="Freeform 456">
                <a:extLst>
                  <a:ext uri="{FF2B5EF4-FFF2-40B4-BE49-F238E27FC236}">
                    <a16:creationId xmlns:a16="http://schemas.microsoft.com/office/drawing/2014/main" id="{3002605B-8392-4ECF-8ED6-933EF853DD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" y="1116"/>
                <a:ext cx="921" cy="2921"/>
              </a:xfrm>
              <a:custGeom>
                <a:avLst/>
                <a:gdLst>
                  <a:gd name="T0" fmla="*/ 2333 w 572"/>
                  <a:gd name="T1" fmla="*/ 3374 h 1820"/>
                  <a:gd name="T2" fmla="*/ 2278 w 572"/>
                  <a:gd name="T3" fmla="*/ 2605 h 1820"/>
                  <a:gd name="T4" fmla="*/ 2209 w 572"/>
                  <a:gd name="T5" fmla="*/ 1666 h 1820"/>
                  <a:gd name="T6" fmla="*/ 2104 w 572"/>
                  <a:gd name="T7" fmla="*/ 881 h 1820"/>
                  <a:gd name="T8" fmla="*/ 1815 w 572"/>
                  <a:gd name="T9" fmla="*/ 409 h 1820"/>
                  <a:gd name="T10" fmla="*/ 1615 w 572"/>
                  <a:gd name="T11" fmla="*/ 361 h 1820"/>
                  <a:gd name="T12" fmla="*/ 1402 w 572"/>
                  <a:gd name="T13" fmla="*/ 13 h 1820"/>
                  <a:gd name="T14" fmla="*/ 1198 w 572"/>
                  <a:gd name="T15" fmla="*/ 116 h 1820"/>
                  <a:gd name="T16" fmla="*/ 1185 w 572"/>
                  <a:gd name="T17" fmla="*/ 116 h 1820"/>
                  <a:gd name="T18" fmla="*/ 1169 w 572"/>
                  <a:gd name="T19" fmla="*/ 108 h 1820"/>
                  <a:gd name="T20" fmla="*/ 948 w 572"/>
                  <a:gd name="T21" fmla="*/ 5 h 1820"/>
                  <a:gd name="T22" fmla="*/ 638 w 572"/>
                  <a:gd name="T23" fmla="*/ 388 h 1820"/>
                  <a:gd name="T24" fmla="*/ 518 w 572"/>
                  <a:gd name="T25" fmla="*/ 435 h 1820"/>
                  <a:gd name="T26" fmla="*/ 230 w 572"/>
                  <a:gd name="T27" fmla="*/ 1183 h 1820"/>
                  <a:gd name="T28" fmla="*/ 145 w 572"/>
                  <a:gd name="T29" fmla="*/ 1976 h 1820"/>
                  <a:gd name="T30" fmla="*/ 111 w 572"/>
                  <a:gd name="T31" fmla="*/ 2939 h 1820"/>
                  <a:gd name="T32" fmla="*/ 8 w 572"/>
                  <a:gd name="T33" fmla="*/ 3601 h 1820"/>
                  <a:gd name="T34" fmla="*/ 50 w 572"/>
                  <a:gd name="T35" fmla="*/ 3730 h 1820"/>
                  <a:gd name="T36" fmla="*/ 230 w 572"/>
                  <a:gd name="T37" fmla="*/ 3889 h 1820"/>
                  <a:gd name="T38" fmla="*/ 293 w 572"/>
                  <a:gd name="T39" fmla="*/ 3853 h 1820"/>
                  <a:gd name="T40" fmla="*/ 327 w 572"/>
                  <a:gd name="T41" fmla="*/ 3815 h 1820"/>
                  <a:gd name="T42" fmla="*/ 314 w 572"/>
                  <a:gd name="T43" fmla="*/ 3635 h 1820"/>
                  <a:gd name="T44" fmla="*/ 267 w 572"/>
                  <a:gd name="T45" fmla="*/ 3295 h 1820"/>
                  <a:gd name="T46" fmla="*/ 446 w 572"/>
                  <a:gd name="T47" fmla="*/ 2017 h 1820"/>
                  <a:gd name="T48" fmla="*/ 535 w 572"/>
                  <a:gd name="T49" fmla="*/ 1579 h 1820"/>
                  <a:gd name="T50" fmla="*/ 403 w 572"/>
                  <a:gd name="T51" fmla="*/ 2351 h 1820"/>
                  <a:gd name="T52" fmla="*/ 383 w 572"/>
                  <a:gd name="T53" fmla="*/ 3521 h 1820"/>
                  <a:gd name="T54" fmla="*/ 659 w 572"/>
                  <a:gd name="T55" fmla="*/ 4861 h 1820"/>
                  <a:gd name="T56" fmla="*/ 755 w 572"/>
                  <a:gd name="T57" fmla="*/ 6149 h 1820"/>
                  <a:gd name="T58" fmla="*/ 855 w 572"/>
                  <a:gd name="T59" fmla="*/ 7004 h 1820"/>
                  <a:gd name="T60" fmla="*/ 710 w 572"/>
                  <a:gd name="T61" fmla="*/ 7341 h 1820"/>
                  <a:gd name="T62" fmla="*/ 755 w 572"/>
                  <a:gd name="T63" fmla="*/ 7468 h 1820"/>
                  <a:gd name="T64" fmla="*/ 964 w 572"/>
                  <a:gd name="T65" fmla="*/ 7482 h 1820"/>
                  <a:gd name="T66" fmla="*/ 1164 w 572"/>
                  <a:gd name="T67" fmla="*/ 7338 h 1820"/>
                  <a:gd name="T68" fmla="*/ 1177 w 572"/>
                  <a:gd name="T69" fmla="*/ 7086 h 1820"/>
                  <a:gd name="T70" fmla="*/ 1143 w 572"/>
                  <a:gd name="T71" fmla="*/ 6842 h 1820"/>
                  <a:gd name="T72" fmla="*/ 1156 w 572"/>
                  <a:gd name="T73" fmla="*/ 5454 h 1820"/>
                  <a:gd name="T74" fmla="*/ 1151 w 572"/>
                  <a:gd name="T75" fmla="*/ 4675 h 1820"/>
                  <a:gd name="T76" fmla="*/ 1151 w 572"/>
                  <a:gd name="T77" fmla="*/ 3547 h 1820"/>
                  <a:gd name="T78" fmla="*/ 1190 w 572"/>
                  <a:gd name="T79" fmla="*/ 3552 h 1820"/>
                  <a:gd name="T80" fmla="*/ 1245 w 572"/>
                  <a:gd name="T81" fmla="*/ 3539 h 1820"/>
                  <a:gd name="T82" fmla="*/ 1245 w 572"/>
                  <a:gd name="T83" fmla="*/ 4032 h 1820"/>
                  <a:gd name="T84" fmla="*/ 1253 w 572"/>
                  <a:gd name="T85" fmla="*/ 5072 h 1820"/>
                  <a:gd name="T86" fmla="*/ 1293 w 572"/>
                  <a:gd name="T87" fmla="*/ 6548 h 1820"/>
                  <a:gd name="T88" fmla="*/ 1237 w 572"/>
                  <a:gd name="T89" fmla="*/ 6991 h 1820"/>
                  <a:gd name="T90" fmla="*/ 1211 w 572"/>
                  <a:gd name="T91" fmla="*/ 7225 h 1820"/>
                  <a:gd name="T92" fmla="*/ 1293 w 572"/>
                  <a:gd name="T93" fmla="*/ 7457 h 1820"/>
                  <a:gd name="T94" fmla="*/ 1538 w 572"/>
                  <a:gd name="T95" fmla="*/ 7489 h 1820"/>
                  <a:gd name="T96" fmla="*/ 1678 w 572"/>
                  <a:gd name="T97" fmla="*/ 7408 h 1820"/>
                  <a:gd name="T98" fmla="*/ 1560 w 572"/>
                  <a:gd name="T99" fmla="*/ 7156 h 1820"/>
                  <a:gd name="T100" fmla="*/ 1552 w 572"/>
                  <a:gd name="T101" fmla="*/ 6744 h 1820"/>
                  <a:gd name="T102" fmla="*/ 1704 w 572"/>
                  <a:gd name="T103" fmla="*/ 5229 h 1820"/>
                  <a:gd name="T104" fmla="*/ 1853 w 572"/>
                  <a:gd name="T105" fmla="*/ 4097 h 1820"/>
                  <a:gd name="T106" fmla="*/ 2104 w 572"/>
                  <a:gd name="T107" fmla="*/ 2836 h 1820"/>
                  <a:gd name="T108" fmla="*/ 1866 w 572"/>
                  <a:gd name="T109" fmla="*/ 2017 h 1820"/>
                  <a:gd name="T110" fmla="*/ 1858 w 572"/>
                  <a:gd name="T111" fmla="*/ 1574 h 1820"/>
                  <a:gd name="T112" fmla="*/ 2011 w 572"/>
                  <a:gd name="T113" fmla="*/ 2605 h 1820"/>
                  <a:gd name="T114" fmla="*/ 2100 w 572"/>
                  <a:gd name="T115" fmla="*/ 3419 h 1820"/>
                  <a:gd name="T116" fmla="*/ 2074 w 572"/>
                  <a:gd name="T117" fmla="*/ 3784 h 1820"/>
                  <a:gd name="T118" fmla="*/ 2058 w 572"/>
                  <a:gd name="T119" fmla="*/ 3845 h 1820"/>
                  <a:gd name="T120" fmla="*/ 2061 w 572"/>
                  <a:gd name="T121" fmla="*/ 3922 h 1820"/>
                  <a:gd name="T122" fmla="*/ 2285 w 572"/>
                  <a:gd name="T123" fmla="*/ 3820 h 1820"/>
                  <a:gd name="T124" fmla="*/ 2362 w 572"/>
                  <a:gd name="T125" fmla="*/ 3662 h 1820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0" t="0" r="r" b="b"/>
                <a:pathLst>
                  <a:path w="572" h="1820">
                    <a:moveTo>
                      <a:pt x="570" y="871"/>
                    </a:moveTo>
                    <a:cubicBezTo>
                      <a:pt x="568" y="867"/>
                      <a:pt x="564" y="835"/>
                      <a:pt x="559" y="816"/>
                    </a:cubicBezTo>
                    <a:cubicBezTo>
                      <a:pt x="555" y="801"/>
                      <a:pt x="544" y="735"/>
                      <a:pt x="547" y="705"/>
                    </a:cubicBezTo>
                    <a:cubicBezTo>
                      <a:pt x="549" y="682"/>
                      <a:pt x="545" y="645"/>
                      <a:pt x="546" y="630"/>
                    </a:cubicBezTo>
                    <a:cubicBezTo>
                      <a:pt x="546" y="541"/>
                      <a:pt x="541" y="495"/>
                      <a:pt x="538" y="478"/>
                    </a:cubicBezTo>
                    <a:cubicBezTo>
                      <a:pt x="534" y="462"/>
                      <a:pt x="529" y="438"/>
                      <a:pt x="529" y="403"/>
                    </a:cubicBezTo>
                    <a:cubicBezTo>
                      <a:pt x="529" y="367"/>
                      <a:pt x="520" y="320"/>
                      <a:pt x="517" y="285"/>
                    </a:cubicBezTo>
                    <a:cubicBezTo>
                      <a:pt x="516" y="266"/>
                      <a:pt x="508" y="240"/>
                      <a:pt x="504" y="213"/>
                    </a:cubicBezTo>
                    <a:cubicBezTo>
                      <a:pt x="500" y="187"/>
                      <a:pt x="465" y="111"/>
                      <a:pt x="449" y="105"/>
                    </a:cubicBezTo>
                    <a:cubicBezTo>
                      <a:pt x="445" y="104"/>
                      <a:pt x="439" y="99"/>
                      <a:pt x="435" y="99"/>
                    </a:cubicBezTo>
                    <a:cubicBezTo>
                      <a:pt x="428" y="98"/>
                      <a:pt x="425" y="95"/>
                      <a:pt x="419" y="94"/>
                    </a:cubicBezTo>
                    <a:cubicBezTo>
                      <a:pt x="407" y="92"/>
                      <a:pt x="397" y="90"/>
                      <a:pt x="387" y="87"/>
                    </a:cubicBezTo>
                    <a:cubicBezTo>
                      <a:pt x="366" y="80"/>
                      <a:pt x="327" y="41"/>
                      <a:pt x="345" y="1"/>
                    </a:cubicBezTo>
                    <a:cubicBezTo>
                      <a:pt x="343" y="4"/>
                      <a:pt x="339" y="0"/>
                      <a:pt x="336" y="3"/>
                    </a:cubicBezTo>
                    <a:cubicBezTo>
                      <a:pt x="328" y="16"/>
                      <a:pt x="310" y="23"/>
                      <a:pt x="297" y="25"/>
                    </a:cubicBezTo>
                    <a:cubicBezTo>
                      <a:pt x="293" y="25"/>
                      <a:pt x="290" y="28"/>
                      <a:pt x="287" y="28"/>
                    </a:cubicBezTo>
                    <a:cubicBezTo>
                      <a:pt x="285" y="27"/>
                      <a:pt x="285" y="27"/>
                      <a:pt x="285" y="27"/>
                    </a:cubicBezTo>
                    <a:cubicBezTo>
                      <a:pt x="284" y="28"/>
                      <a:pt x="284" y="28"/>
                      <a:pt x="284" y="28"/>
                    </a:cubicBezTo>
                    <a:cubicBezTo>
                      <a:pt x="284" y="28"/>
                      <a:pt x="284" y="28"/>
                      <a:pt x="284" y="28"/>
                    </a:cubicBezTo>
                    <a:cubicBezTo>
                      <a:pt x="280" y="28"/>
                      <a:pt x="284" y="27"/>
                      <a:pt x="280" y="26"/>
                    </a:cubicBezTo>
                    <a:cubicBezTo>
                      <a:pt x="267" y="24"/>
                      <a:pt x="247" y="20"/>
                      <a:pt x="235" y="9"/>
                    </a:cubicBezTo>
                    <a:cubicBezTo>
                      <a:pt x="232" y="6"/>
                      <a:pt x="229" y="4"/>
                      <a:pt x="227" y="1"/>
                    </a:cubicBezTo>
                    <a:cubicBezTo>
                      <a:pt x="255" y="35"/>
                      <a:pt x="207" y="80"/>
                      <a:pt x="185" y="87"/>
                    </a:cubicBezTo>
                    <a:cubicBezTo>
                      <a:pt x="176" y="90"/>
                      <a:pt x="165" y="92"/>
                      <a:pt x="153" y="94"/>
                    </a:cubicBezTo>
                    <a:cubicBezTo>
                      <a:pt x="148" y="95"/>
                      <a:pt x="144" y="97"/>
                      <a:pt x="138" y="98"/>
                    </a:cubicBezTo>
                    <a:cubicBezTo>
                      <a:pt x="134" y="99"/>
                      <a:pt x="128" y="103"/>
                      <a:pt x="124" y="105"/>
                    </a:cubicBezTo>
                    <a:cubicBezTo>
                      <a:pt x="105" y="112"/>
                      <a:pt x="72" y="183"/>
                      <a:pt x="68" y="209"/>
                    </a:cubicBezTo>
                    <a:cubicBezTo>
                      <a:pt x="64" y="235"/>
                      <a:pt x="57" y="266"/>
                      <a:pt x="55" y="286"/>
                    </a:cubicBezTo>
                    <a:cubicBezTo>
                      <a:pt x="52" y="321"/>
                      <a:pt x="43" y="367"/>
                      <a:pt x="43" y="403"/>
                    </a:cubicBezTo>
                    <a:cubicBezTo>
                      <a:pt x="43" y="438"/>
                      <a:pt x="39" y="462"/>
                      <a:pt x="35" y="478"/>
                    </a:cubicBezTo>
                    <a:cubicBezTo>
                      <a:pt x="32" y="495"/>
                      <a:pt x="24" y="539"/>
                      <a:pt x="25" y="629"/>
                    </a:cubicBezTo>
                    <a:cubicBezTo>
                      <a:pt x="26" y="644"/>
                      <a:pt x="25" y="687"/>
                      <a:pt x="27" y="711"/>
                    </a:cubicBezTo>
                    <a:cubicBezTo>
                      <a:pt x="29" y="740"/>
                      <a:pt x="18" y="801"/>
                      <a:pt x="14" y="816"/>
                    </a:cubicBezTo>
                    <a:cubicBezTo>
                      <a:pt x="9" y="835"/>
                      <a:pt x="5" y="867"/>
                      <a:pt x="2" y="871"/>
                    </a:cubicBezTo>
                    <a:cubicBezTo>
                      <a:pt x="0" y="876"/>
                      <a:pt x="5" y="882"/>
                      <a:pt x="7" y="886"/>
                    </a:cubicBezTo>
                    <a:cubicBezTo>
                      <a:pt x="9" y="891"/>
                      <a:pt x="9" y="895"/>
                      <a:pt x="12" y="902"/>
                    </a:cubicBezTo>
                    <a:cubicBezTo>
                      <a:pt x="14" y="907"/>
                      <a:pt x="21" y="918"/>
                      <a:pt x="25" y="924"/>
                    </a:cubicBezTo>
                    <a:cubicBezTo>
                      <a:pt x="29" y="930"/>
                      <a:pt x="43" y="937"/>
                      <a:pt x="55" y="941"/>
                    </a:cubicBezTo>
                    <a:cubicBezTo>
                      <a:pt x="62" y="944"/>
                      <a:pt x="77" y="952"/>
                      <a:pt x="78" y="949"/>
                    </a:cubicBezTo>
                    <a:cubicBezTo>
                      <a:pt x="81" y="941"/>
                      <a:pt x="76" y="936"/>
                      <a:pt x="70" y="932"/>
                    </a:cubicBezTo>
                    <a:cubicBezTo>
                      <a:pt x="66" y="930"/>
                      <a:pt x="77" y="937"/>
                      <a:pt x="79" y="930"/>
                    </a:cubicBezTo>
                    <a:cubicBezTo>
                      <a:pt x="80" y="928"/>
                      <a:pt x="80" y="927"/>
                      <a:pt x="78" y="923"/>
                    </a:cubicBezTo>
                    <a:cubicBezTo>
                      <a:pt x="79" y="919"/>
                      <a:pt x="78" y="919"/>
                      <a:pt x="76" y="915"/>
                    </a:cubicBezTo>
                    <a:cubicBezTo>
                      <a:pt x="81" y="913"/>
                      <a:pt x="80" y="892"/>
                      <a:pt x="75" y="879"/>
                    </a:cubicBezTo>
                    <a:cubicBezTo>
                      <a:pt x="76" y="871"/>
                      <a:pt x="81" y="848"/>
                      <a:pt x="70" y="827"/>
                    </a:cubicBezTo>
                    <a:cubicBezTo>
                      <a:pt x="64" y="816"/>
                      <a:pt x="64" y="804"/>
                      <a:pt x="64" y="797"/>
                    </a:cubicBezTo>
                    <a:cubicBezTo>
                      <a:pt x="61" y="781"/>
                      <a:pt x="80" y="663"/>
                      <a:pt x="90" y="630"/>
                    </a:cubicBezTo>
                    <a:cubicBezTo>
                      <a:pt x="111" y="561"/>
                      <a:pt x="105" y="500"/>
                      <a:pt x="107" y="488"/>
                    </a:cubicBezTo>
                    <a:cubicBezTo>
                      <a:pt x="109" y="476"/>
                      <a:pt x="123" y="411"/>
                      <a:pt x="127" y="382"/>
                    </a:cubicBezTo>
                    <a:cubicBezTo>
                      <a:pt x="128" y="382"/>
                      <a:pt x="128" y="382"/>
                      <a:pt x="128" y="382"/>
                    </a:cubicBezTo>
                    <a:cubicBezTo>
                      <a:pt x="124" y="423"/>
                      <a:pt x="127" y="471"/>
                      <a:pt x="127" y="489"/>
                    </a:cubicBezTo>
                    <a:cubicBezTo>
                      <a:pt x="129" y="515"/>
                      <a:pt x="107" y="549"/>
                      <a:pt x="96" y="569"/>
                    </a:cubicBezTo>
                    <a:cubicBezTo>
                      <a:pt x="85" y="589"/>
                      <a:pt x="83" y="635"/>
                      <a:pt x="74" y="691"/>
                    </a:cubicBezTo>
                    <a:cubicBezTo>
                      <a:pt x="65" y="735"/>
                      <a:pt x="84" y="772"/>
                      <a:pt x="92" y="852"/>
                    </a:cubicBezTo>
                    <a:cubicBezTo>
                      <a:pt x="98" y="908"/>
                      <a:pt x="117" y="947"/>
                      <a:pt x="131" y="1010"/>
                    </a:cubicBezTo>
                    <a:cubicBezTo>
                      <a:pt x="144" y="1066"/>
                      <a:pt x="161" y="1131"/>
                      <a:pt x="158" y="1176"/>
                    </a:cubicBezTo>
                    <a:cubicBezTo>
                      <a:pt x="156" y="1217"/>
                      <a:pt x="158" y="1236"/>
                      <a:pt x="165" y="1265"/>
                    </a:cubicBezTo>
                    <a:cubicBezTo>
                      <a:pt x="171" y="1291"/>
                      <a:pt x="168" y="1412"/>
                      <a:pt x="181" y="1487"/>
                    </a:cubicBezTo>
                    <a:cubicBezTo>
                      <a:pt x="194" y="1562"/>
                      <a:pt x="197" y="1613"/>
                      <a:pt x="201" y="1631"/>
                    </a:cubicBezTo>
                    <a:cubicBezTo>
                      <a:pt x="209" y="1670"/>
                      <a:pt x="202" y="1674"/>
                      <a:pt x="205" y="1694"/>
                    </a:cubicBezTo>
                    <a:cubicBezTo>
                      <a:pt x="209" y="1714"/>
                      <a:pt x="209" y="1711"/>
                      <a:pt x="199" y="1731"/>
                    </a:cubicBezTo>
                    <a:cubicBezTo>
                      <a:pt x="190" y="1743"/>
                      <a:pt x="175" y="1770"/>
                      <a:pt x="170" y="1776"/>
                    </a:cubicBezTo>
                    <a:cubicBezTo>
                      <a:pt x="166" y="1782"/>
                      <a:pt x="168" y="1788"/>
                      <a:pt x="170" y="1792"/>
                    </a:cubicBezTo>
                    <a:cubicBezTo>
                      <a:pt x="167" y="1801"/>
                      <a:pt x="177" y="1806"/>
                      <a:pt x="181" y="1806"/>
                    </a:cubicBezTo>
                    <a:cubicBezTo>
                      <a:pt x="180" y="1817"/>
                      <a:pt x="200" y="1816"/>
                      <a:pt x="204" y="1811"/>
                    </a:cubicBezTo>
                    <a:cubicBezTo>
                      <a:pt x="210" y="1817"/>
                      <a:pt x="225" y="1817"/>
                      <a:pt x="231" y="1810"/>
                    </a:cubicBezTo>
                    <a:cubicBezTo>
                      <a:pt x="241" y="1818"/>
                      <a:pt x="256" y="1820"/>
                      <a:pt x="261" y="1811"/>
                    </a:cubicBezTo>
                    <a:cubicBezTo>
                      <a:pt x="271" y="1796"/>
                      <a:pt x="280" y="1786"/>
                      <a:pt x="279" y="1775"/>
                    </a:cubicBezTo>
                    <a:cubicBezTo>
                      <a:pt x="278" y="1764"/>
                      <a:pt x="280" y="1761"/>
                      <a:pt x="283" y="1748"/>
                    </a:cubicBezTo>
                    <a:cubicBezTo>
                      <a:pt x="285" y="1734"/>
                      <a:pt x="287" y="1724"/>
                      <a:pt x="282" y="1714"/>
                    </a:cubicBezTo>
                    <a:cubicBezTo>
                      <a:pt x="277" y="1705"/>
                      <a:pt x="277" y="1701"/>
                      <a:pt x="277" y="1691"/>
                    </a:cubicBezTo>
                    <a:cubicBezTo>
                      <a:pt x="277" y="1682"/>
                      <a:pt x="280" y="1667"/>
                      <a:pt x="274" y="1655"/>
                    </a:cubicBezTo>
                    <a:cubicBezTo>
                      <a:pt x="268" y="1643"/>
                      <a:pt x="261" y="1615"/>
                      <a:pt x="262" y="1584"/>
                    </a:cubicBezTo>
                    <a:cubicBezTo>
                      <a:pt x="263" y="1553"/>
                      <a:pt x="286" y="1379"/>
                      <a:pt x="277" y="1319"/>
                    </a:cubicBezTo>
                    <a:cubicBezTo>
                      <a:pt x="267" y="1259"/>
                      <a:pt x="271" y="1247"/>
                      <a:pt x="273" y="1227"/>
                    </a:cubicBezTo>
                    <a:cubicBezTo>
                      <a:pt x="275" y="1207"/>
                      <a:pt x="281" y="1174"/>
                      <a:pt x="276" y="1131"/>
                    </a:cubicBezTo>
                    <a:cubicBezTo>
                      <a:pt x="274" y="1114"/>
                      <a:pt x="274" y="1045"/>
                      <a:pt x="275" y="975"/>
                    </a:cubicBezTo>
                    <a:cubicBezTo>
                      <a:pt x="275" y="929"/>
                      <a:pt x="288" y="870"/>
                      <a:pt x="276" y="858"/>
                    </a:cubicBezTo>
                    <a:cubicBezTo>
                      <a:pt x="276" y="857"/>
                      <a:pt x="276" y="857"/>
                      <a:pt x="276" y="857"/>
                    </a:cubicBezTo>
                    <a:cubicBezTo>
                      <a:pt x="279" y="858"/>
                      <a:pt x="282" y="859"/>
                      <a:pt x="285" y="859"/>
                    </a:cubicBezTo>
                    <a:cubicBezTo>
                      <a:pt x="286" y="859"/>
                      <a:pt x="286" y="859"/>
                      <a:pt x="286" y="859"/>
                    </a:cubicBezTo>
                    <a:cubicBezTo>
                      <a:pt x="290" y="859"/>
                      <a:pt x="294" y="858"/>
                      <a:pt x="298" y="856"/>
                    </a:cubicBezTo>
                    <a:cubicBezTo>
                      <a:pt x="297" y="858"/>
                      <a:pt x="297" y="858"/>
                      <a:pt x="297" y="858"/>
                    </a:cubicBezTo>
                    <a:cubicBezTo>
                      <a:pt x="285" y="870"/>
                      <a:pt x="297" y="929"/>
                      <a:pt x="298" y="975"/>
                    </a:cubicBezTo>
                    <a:cubicBezTo>
                      <a:pt x="298" y="1045"/>
                      <a:pt x="299" y="1114"/>
                      <a:pt x="297" y="1131"/>
                    </a:cubicBezTo>
                    <a:cubicBezTo>
                      <a:pt x="291" y="1174"/>
                      <a:pt x="297" y="1207"/>
                      <a:pt x="300" y="1227"/>
                    </a:cubicBezTo>
                    <a:cubicBezTo>
                      <a:pt x="302" y="1247"/>
                      <a:pt x="306" y="1259"/>
                      <a:pt x="296" y="1319"/>
                    </a:cubicBezTo>
                    <a:cubicBezTo>
                      <a:pt x="286" y="1379"/>
                      <a:pt x="309" y="1553"/>
                      <a:pt x="310" y="1584"/>
                    </a:cubicBezTo>
                    <a:cubicBezTo>
                      <a:pt x="312" y="1615"/>
                      <a:pt x="304" y="1643"/>
                      <a:pt x="298" y="1655"/>
                    </a:cubicBezTo>
                    <a:cubicBezTo>
                      <a:pt x="292" y="1667"/>
                      <a:pt x="296" y="1682"/>
                      <a:pt x="296" y="1691"/>
                    </a:cubicBezTo>
                    <a:cubicBezTo>
                      <a:pt x="296" y="1701"/>
                      <a:pt x="296" y="1705"/>
                      <a:pt x="291" y="1714"/>
                    </a:cubicBezTo>
                    <a:cubicBezTo>
                      <a:pt x="286" y="1724"/>
                      <a:pt x="288" y="1734"/>
                      <a:pt x="290" y="1748"/>
                    </a:cubicBezTo>
                    <a:cubicBezTo>
                      <a:pt x="292" y="1761"/>
                      <a:pt x="295" y="1764"/>
                      <a:pt x="294" y="1775"/>
                    </a:cubicBezTo>
                    <a:cubicBezTo>
                      <a:pt x="292" y="1786"/>
                      <a:pt x="301" y="1792"/>
                      <a:pt x="310" y="1804"/>
                    </a:cubicBezTo>
                    <a:cubicBezTo>
                      <a:pt x="321" y="1819"/>
                      <a:pt x="332" y="1818"/>
                      <a:pt x="341" y="1810"/>
                    </a:cubicBezTo>
                    <a:cubicBezTo>
                      <a:pt x="347" y="1817"/>
                      <a:pt x="362" y="1817"/>
                      <a:pt x="368" y="1811"/>
                    </a:cubicBezTo>
                    <a:cubicBezTo>
                      <a:pt x="373" y="1816"/>
                      <a:pt x="393" y="1817"/>
                      <a:pt x="392" y="1806"/>
                    </a:cubicBezTo>
                    <a:cubicBezTo>
                      <a:pt x="395" y="1806"/>
                      <a:pt x="406" y="1801"/>
                      <a:pt x="402" y="1792"/>
                    </a:cubicBezTo>
                    <a:cubicBezTo>
                      <a:pt x="405" y="1788"/>
                      <a:pt x="407" y="1782"/>
                      <a:pt x="402" y="1776"/>
                    </a:cubicBezTo>
                    <a:cubicBezTo>
                      <a:pt x="397" y="1770"/>
                      <a:pt x="382" y="1743"/>
                      <a:pt x="374" y="1731"/>
                    </a:cubicBezTo>
                    <a:cubicBezTo>
                      <a:pt x="363" y="1711"/>
                      <a:pt x="364" y="1714"/>
                      <a:pt x="367" y="1694"/>
                    </a:cubicBezTo>
                    <a:cubicBezTo>
                      <a:pt x="371" y="1674"/>
                      <a:pt x="363" y="1670"/>
                      <a:pt x="372" y="1631"/>
                    </a:cubicBezTo>
                    <a:cubicBezTo>
                      <a:pt x="376" y="1613"/>
                      <a:pt x="380" y="1568"/>
                      <a:pt x="392" y="1491"/>
                    </a:cubicBezTo>
                    <a:cubicBezTo>
                      <a:pt x="404" y="1414"/>
                      <a:pt x="406" y="1292"/>
                      <a:pt x="408" y="1265"/>
                    </a:cubicBezTo>
                    <a:cubicBezTo>
                      <a:pt x="410" y="1238"/>
                      <a:pt x="418" y="1212"/>
                      <a:pt x="417" y="1165"/>
                    </a:cubicBezTo>
                    <a:cubicBezTo>
                      <a:pt x="415" y="1123"/>
                      <a:pt x="432" y="1047"/>
                      <a:pt x="444" y="991"/>
                    </a:cubicBezTo>
                    <a:cubicBezTo>
                      <a:pt x="458" y="928"/>
                      <a:pt x="480" y="909"/>
                      <a:pt x="486" y="853"/>
                    </a:cubicBezTo>
                    <a:cubicBezTo>
                      <a:pt x="494" y="773"/>
                      <a:pt x="513" y="730"/>
                      <a:pt x="504" y="686"/>
                    </a:cubicBezTo>
                    <a:cubicBezTo>
                      <a:pt x="495" y="630"/>
                      <a:pt x="483" y="583"/>
                      <a:pt x="472" y="563"/>
                    </a:cubicBezTo>
                    <a:cubicBezTo>
                      <a:pt x="462" y="542"/>
                      <a:pt x="446" y="513"/>
                      <a:pt x="447" y="488"/>
                    </a:cubicBezTo>
                    <a:cubicBezTo>
                      <a:pt x="448" y="471"/>
                      <a:pt x="447" y="448"/>
                      <a:pt x="450" y="412"/>
                    </a:cubicBezTo>
                    <a:cubicBezTo>
                      <a:pt x="445" y="381"/>
                      <a:pt x="445" y="381"/>
                      <a:pt x="445" y="381"/>
                    </a:cubicBezTo>
                    <a:cubicBezTo>
                      <a:pt x="449" y="410"/>
                      <a:pt x="463" y="476"/>
                      <a:pt x="466" y="488"/>
                    </a:cubicBezTo>
                    <a:cubicBezTo>
                      <a:pt x="468" y="500"/>
                      <a:pt x="462" y="561"/>
                      <a:pt x="482" y="630"/>
                    </a:cubicBezTo>
                    <a:cubicBezTo>
                      <a:pt x="493" y="663"/>
                      <a:pt x="511" y="781"/>
                      <a:pt x="508" y="797"/>
                    </a:cubicBezTo>
                    <a:cubicBezTo>
                      <a:pt x="508" y="804"/>
                      <a:pt x="506" y="815"/>
                      <a:pt x="503" y="827"/>
                    </a:cubicBezTo>
                    <a:cubicBezTo>
                      <a:pt x="496" y="845"/>
                      <a:pt x="497" y="871"/>
                      <a:pt x="498" y="879"/>
                    </a:cubicBezTo>
                    <a:cubicBezTo>
                      <a:pt x="496" y="890"/>
                      <a:pt x="492" y="913"/>
                      <a:pt x="497" y="915"/>
                    </a:cubicBezTo>
                    <a:cubicBezTo>
                      <a:pt x="494" y="919"/>
                      <a:pt x="493" y="919"/>
                      <a:pt x="494" y="923"/>
                    </a:cubicBezTo>
                    <a:cubicBezTo>
                      <a:pt x="493" y="927"/>
                      <a:pt x="493" y="928"/>
                      <a:pt x="493" y="930"/>
                    </a:cubicBezTo>
                    <a:cubicBezTo>
                      <a:pt x="496" y="937"/>
                      <a:pt x="506" y="930"/>
                      <a:pt x="503" y="932"/>
                    </a:cubicBezTo>
                    <a:cubicBezTo>
                      <a:pt x="497" y="936"/>
                      <a:pt x="491" y="941"/>
                      <a:pt x="494" y="949"/>
                    </a:cubicBezTo>
                    <a:cubicBezTo>
                      <a:pt x="496" y="952"/>
                      <a:pt x="510" y="944"/>
                      <a:pt x="518" y="941"/>
                    </a:cubicBezTo>
                    <a:cubicBezTo>
                      <a:pt x="530" y="937"/>
                      <a:pt x="544" y="930"/>
                      <a:pt x="547" y="924"/>
                    </a:cubicBezTo>
                    <a:cubicBezTo>
                      <a:pt x="551" y="918"/>
                      <a:pt x="558" y="907"/>
                      <a:pt x="561" y="902"/>
                    </a:cubicBezTo>
                    <a:cubicBezTo>
                      <a:pt x="564" y="895"/>
                      <a:pt x="563" y="891"/>
                      <a:pt x="566" y="886"/>
                    </a:cubicBezTo>
                    <a:cubicBezTo>
                      <a:pt x="568" y="882"/>
                      <a:pt x="572" y="876"/>
                      <a:pt x="570" y="871"/>
                    </a:cubicBezTo>
                  </a:path>
                </a:pathLst>
              </a:custGeom>
              <a:solidFill>
                <a:srgbClr val="8A51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363" name="Freeform 457">
                <a:extLst>
                  <a:ext uri="{FF2B5EF4-FFF2-40B4-BE49-F238E27FC236}">
                    <a16:creationId xmlns:a16="http://schemas.microsoft.com/office/drawing/2014/main" id="{023052BA-5E3B-4A37-941E-234219D88F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4" y="805"/>
                <a:ext cx="282" cy="379"/>
              </a:xfrm>
              <a:custGeom>
                <a:avLst/>
                <a:gdLst>
                  <a:gd name="T0" fmla="*/ 732 w 175"/>
                  <a:gd name="T1" fmla="*/ 451 h 236"/>
                  <a:gd name="T2" fmla="*/ 732 w 175"/>
                  <a:gd name="T3" fmla="*/ 456 h 236"/>
                  <a:gd name="T4" fmla="*/ 706 w 175"/>
                  <a:gd name="T5" fmla="*/ 567 h 236"/>
                  <a:gd name="T6" fmla="*/ 666 w 175"/>
                  <a:gd name="T7" fmla="*/ 724 h 236"/>
                  <a:gd name="T8" fmla="*/ 590 w 175"/>
                  <a:gd name="T9" fmla="*/ 867 h 236"/>
                  <a:gd name="T10" fmla="*/ 430 w 175"/>
                  <a:gd name="T11" fmla="*/ 972 h 236"/>
                  <a:gd name="T12" fmla="*/ 377 w 175"/>
                  <a:gd name="T13" fmla="*/ 978 h 236"/>
                  <a:gd name="T14" fmla="*/ 327 w 175"/>
                  <a:gd name="T15" fmla="*/ 972 h 236"/>
                  <a:gd name="T16" fmla="*/ 166 w 175"/>
                  <a:gd name="T17" fmla="*/ 854 h 236"/>
                  <a:gd name="T18" fmla="*/ 89 w 175"/>
                  <a:gd name="T19" fmla="*/ 724 h 236"/>
                  <a:gd name="T20" fmla="*/ 50 w 175"/>
                  <a:gd name="T21" fmla="*/ 567 h 236"/>
                  <a:gd name="T22" fmla="*/ 21 w 175"/>
                  <a:gd name="T23" fmla="*/ 430 h 236"/>
                  <a:gd name="T24" fmla="*/ 369 w 175"/>
                  <a:gd name="T25" fmla="*/ 8 h 236"/>
                  <a:gd name="T26" fmla="*/ 732 w 175"/>
                  <a:gd name="T27" fmla="*/ 451 h 2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75" h="236">
                    <a:moveTo>
                      <a:pt x="175" y="109"/>
                    </a:moveTo>
                    <a:cubicBezTo>
                      <a:pt x="175" y="110"/>
                      <a:pt x="175" y="110"/>
                      <a:pt x="175" y="110"/>
                    </a:cubicBezTo>
                    <a:cubicBezTo>
                      <a:pt x="173" y="120"/>
                      <a:pt x="170" y="130"/>
                      <a:pt x="169" y="137"/>
                    </a:cubicBezTo>
                    <a:cubicBezTo>
                      <a:pt x="166" y="147"/>
                      <a:pt x="162" y="167"/>
                      <a:pt x="159" y="175"/>
                    </a:cubicBezTo>
                    <a:cubicBezTo>
                      <a:pt x="157" y="183"/>
                      <a:pt x="159" y="203"/>
                      <a:pt x="141" y="209"/>
                    </a:cubicBezTo>
                    <a:cubicBezTo>
                      <a:pt x="126" y="213"/>
                      <a:pt x="116" y="232"/>
                      <a:pt x="103" y="235"/>
                    </a:cubicBezTo>
                    <a:cubicBezTo>
                      <a:pt x="99" y="235"/>
                      <a:pt x="94" y="236"/>
                      <a:pt x="90" y="236"/>
                    </a:cubicBezTo>
                    <a:cubicBezTo>
                      <a:pt x="87" y="236"/>
                      <a:pt x="82" y="235"/>
                      <a:pt x="78" y="235"/>
                    </a:cubicBezTo>
                    <a:cubicBezTo>
                      <a:pt x="65" y="232"/>
                      <a:pt x="55" y="211"/>
                      <a:pt x="40" y="206"/>
                    </a:cubicBezTo>
                    <a:cubicBezTo>
                      <a:pt x="27" y="202"/>
                      <a:pt x="24" y="183"/>
                      <a:pt x="21" y="175"/>
                    </a:cubicBezTo>
                    <a:cubicBezTo>
                      <a:pt x="18" y="167"/>
                      <a:pt x="14" y="147"/>
                      <a:pt x="12" y="137"/>
                    </a:cubicBezTo>
                    <a:cubicBezTo>
                      <a:pt x="10" y="127"/>
                      <a:pt x="9" y="115"/>
                      <a:pt x="5" y="104"/>
                    </a:cubicBezTo>
                    <a:cubicBezTo>
                      <a:pt x="5" y="100"/>
                      <a:pt x="0" y="2"/>
                      <a:pt x="88" y="2"/>
                    </a:cubicBezTo>
                    <a:cubicBezTo>
                      <a:pt x="175" y="0"/>
                      <a:pt x="174" y="102"/>
                      <a:pt x="175" y="109"/>
                    </a:cubicBezTo>
                    <a:close/>
                  </a:path>
                </a:pathLst>
              </a:custGeom>
              <a:solidFill>
                <a:srgbClr val="8A51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364" name="Freeform 458">
                <a:extLst>
                  <a:ext uri="{FF2B5EF4-FFF2-40B4-BE49-F238E27FC236}">
                    <a16:creationId xmlns:a16="http://schemas.microsoft.com/office/drawing/2014/main" id="{0DD184AE-92A9-4727-98F1-607A5AC0B6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2" y="972"/>
                <a:ext cx="274" cy="212"/>
              </a:xfrm>
              <a:custGeom>
                <a:avLst/>
                <a:gdLst>
                  <a:gd name="T0" fmla="*/ 712 w 170"/>
                  <a:gd name="T1" fmla="*/ 21 h 132"/>
                  <a:gd name="T2" fmla="*/ 712 w 170"/>
                  <a:gd name="T3" fmla="*/ 26 h 132"/>
                  <a:gd name="T4" fmla="*/ 687 w 170"/>
                  <a:gd name="T5" fmla="*/ 137 h 132"/>
                  <a:gd name="T6" fmla="*/ 645 w 170"/>
                  <a:gd name="T7" fmla="*/ 294 h 132"/>
                  <a:gd name="T8" fmla="*/ 569 w 170"/>
                  <a:gd name="T9" fmla="*/ 435 h 132"/>
                  <a:gd name="T10" fmla="*/ 411 w 170"/>
                  <a:gd name="T11" fmla="*/ 541 h 132"/>
                  <a:gd name="T12" fmla="*/ 356 w 170"/>
                  <a:gd name="T13" fmla="*/ 546 h 132"/>
                  <a:gd name="T14" fmla="*/ 306 w 170"/>
                  <a:gd name="T15" fmla="*/ 541 h 132"/>
                  <a:gd name="T16" fmla="*/ 145 w 170"/>
                  <a:gd name="T17" fmla="*/ 422 h 132"/>
                  <a:gd name="T18" fmla="*/ 68 w 170"/>
                  <a:gd name="T19" fmla="*/ 294 h 132"/>
                  <a:gd name="T20" fmla="*/ 29 w 170"/>
                  <a:gd name="T21" fmla="*/ 137 h 132"/>
                  <a:gd name="T22" fmla="*/ 0 w 170"/>
                  <a:gd name="T23" fmla="*/ 0 h 13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70" h="132">
                    <a:moveTo>
                      <a:pt x="170" y="5"/>
                    </a:moveTo>
                    <a:cubicBezTo>
                      <a:pt x="170" y="6"/>
                      <a:pt x="170" y="6"/>
                      <a:pt x="170" y="6"/>
                    </a:cubicBezTo>
                    <a:cubicBezTo>
                      <a:pt x="168" y="16"/>
                      <a:pt x="165" y="26"/>
                      <a:pt x="164" y="33"/>
                    </a:cubicBezTo>
                    <a:cubicBezTo>
                      <a:pt x="161" y="43"/>
                      <a:pt x="157" y="63"/>
                      <a:pt x="154" y="71"/>
                    </a:cubicBezTo>
                    <a:cubicBezTo>
                      <a:pt x="152" y="79"/>
                      <a:pt x="154" y="99"/>
                      <a:pt x="136" y="105"/>
                    </a:cubicBezTo>
                    <a:cubicBezTo>
                      <a:pt x="121" y="109"/>
                      <a:pt x="111" y="128"/>
                      <a:pt x="98" y="131"/>
                    </a:cubicBezTo>
                    <a:cubicBezTo>
                      <a:pt x="94" y="131"/>
                      <a:pt x="89" y="132"/>
                      <a:pt x="85" y="132"/>
                    </a:cubicBezTo>
                    <a:cubicBezTo>
                      <a:pt x="82" y="132"/>
                      <a:pt x="77" y="131"/>
                      <a:pt x="73" y="131"/>
                    </a:cubicBezTo>
                    <a:cubicBezTo>
                      <a:pt x="60" y="128"/>
                      <a:pt x="50" y="107"/>
                      <a:pt x="35" y="102"/>
                    </a:cubicBezTo>
                    <a:cubicBezTo>
                      <a:pt x="22" y="98"/>
                      <a:pt x="19" y="79"/>
                      <a:pt x="16" y="71"/>
                    </a:cubicBezTo>
                    <a:cubicBezTo>
                      <a:pt x="13" y="63"/>
                      <a:pt x="9" y="43"/>
                      <a:pt x="7" y="33"/>
                    </a:cubicBezTo>
                    <a:cubicBezTo>
                      <a:pt x="5" y="23"/>
                      <a:pt x="4" y="11"/>
                      <a:pt x="0" y="0"/>
                    </a:cubicBezTo>
                  </a:path>
                </a:pathLst>
              </a:custGeom>
              <a:noFill/>
              <a:ln w="4763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365" name="Freeform 459">
                <a:extLst>
                  <a:ext uri="{FF2B5EF4-FFF2-40B4-BE49-F238E27FC236}">
                    <a16:creationId xmlns:a16="http://schemas.microsoft.com/office/drawing/2014/main" id="{5423D45F-2E4E-47F1-BFDC-8714D104EA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0" y="2309"/>
                <a:ext cx="130" cy="335"/>
              </a:xfrm>
              <a:custGeom>
                <a:avLst/>
                <a:gdLst>
                  <a:gd name="T0" fmla="*/ 55 w 81"/>
                  <a:gd name="T1" fmla="*/ 0 h 209"/>
                  <a:gd name="T2" fmla="*/ 69 w 81"/>
                  <a:gd name="T3" fmla="*/ 223 h 209"/>
                  <a:gd name="T4" fmla="*/ 48 w 81"/>
                  <a:gd name="T5" fmla="*/ 346 h 209"/>
                  <a:gd name="T6" fmla="*/ 29 w 81"/>
                  <a:gd name="T7" fmla="*/ 559 h 209"/>
                  <a:gd name="T8" fmla="*/ 26 w 81"/>
                  <a:gd name="T9" fmla="*/ 708 h 209"/>
                  <a:gd name="T10" fmla="*/ 13 w 81"/>
                  <a:gd name="T11" fmla="*/ 742 h 209"/>
                  <a:gd name="T12" fmla="*/ 8 w 81"/>
                  <a:gd name="T13" fmla="*/ 771 h 209"/>
                  <a:gd name="T14" fmla="*/ 48 w 81"/>
                  <a:gd name="T15" fmla="*/ 779 h 209"/>
                  <a:gd name="T16" fmla="*/ 13 w 81"/>
                  <a:gd name="T17" fmla="*/ 848 h 209"/>
                  <a:gd name="T18" fmla="*/ 111 w 81"/>
                  <a:gd name="T19" fmla="*/ 814 h 209"/>
                  <a:gd name="T20" fmla="*/ 231 w 81"/>
                  <a:gd name="T21" fmla="*/ 745 h 209"/>
                  <a:gd name="T22" fmla="*/ 289 w 81"/>
                  <a:gd name="T23" fmla="*/ 656 h 209"/>
                  <a:gd name="T24" fmla="*/ 310 w 81"/>
                  <a:gd name="T25" fmla="*/ 588 h 209"/>
                  <a:gd name="T26" fmla="*/ 327 w 81"/>
                  <a:gd name="T27" fmla="*/ 527 h 20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81" h="209">
                    <a:moveTo>
                      <a:pt x="13" y="0"/>
                    </a:moveTo>
                    <a:cubicBezTo>
                      <a:pt x="16" y="26"/>
                      <a:pt x="18" y="48"/>
                      <a:pt x="17" y="54"/>
                    </a:cubicBezTo>
                    <a:cubicBezTo>
                      <a:pt x="17" y="61"/>
                      <a:pt x="15" y="72"/>
                      <a:pt x="12" y="84"/>
                    </a:cubicBezTo>
                    <a:cubicBezTo>
                      <a:pt x="5" y="102"/>
                      <a:pt x="6" y="128"/>
                      <a:pt x="7" y="136"/>
                    </a:cubicBezTo>
                    <a:cubicBezTo>
                      <a:pt x="5" y="147"/>
                      <a:pt x="1" y="170"/>
                      <a:pt x="6" y="172"/>
                    </a:cubicBezTo>
                    <a:cubicBezTo>
                      <a:pt x="3" y="176"/>
                      <a:pt x="2" y="176"/>
                      <a:pt x="3" y="180"/>
                    </a:cubicBezTo>
                    <a:cubicBezTo>
                      <a:pt x="2" y="184"/>
                      <a:pt x="2" y="185"/>
                      <a:pt x="2" y="187"/>
                    </a:cubicBezTo>
                    <a:cubicBezTo>
                      <a:pt x="5" y="194"/>
                      <a:pt x="15" y="187"/>
                      <a:pt x="12" y="189"/>
                    </a:cubicBezTo>
                    <a:cubicBezTo>
                      <a:pt x="6" y="193"/>
                      <a:pt x="0" y="198"/>
                      <a:pt x="3" y="206"/>
                    </a:cubicBezTo>
                    <a:cubicBezTo>
                      <a:pt x="5" y="209"/>
                      <a:pt x="19" y="201"/>
                      <a:pt x="27" y="198"/>
                    </a:cubicBezTo>
                    <a:cubicBezTo>
                      <a:pt x="39" y="194"/>
                      <a:pt x="53" y="187"/>
                      <a:pt x="56" y="181"/>
                    </a:cubicBezTo>
                    <a:cubicBezTo>
                      <a:pt x="60" y="175"/>
                      <a:pt x="67" y="164"/>
                      <a:pt x="70" y="159"/>
                    </a:cubicBezTo>
                    <a:cubicBezTo>
                      <a:pt x="73" y="152"/>
                      <a:pt x="72" y="148"/>
                      <a:pt x="75" y="143"/>
                    </a:cubicBezTo>
                    <a:cubicBezTo>
                      <a:pt x="77" y="139"/>
                      <a:pt x="81" y="133"/>
                      <a:pt x="79" y="128"/>
                    </a:cubicBezTo>
                  </a:path>
                </a:pathLst>
              </a:custGeom>
              <a:noFill/>
              <a:ln w="4763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366" name="Freeform 460">
                <a:extLst>
                  <a:ext uri="{FF2B5EF4-FFF2-40B4-BE49-F238E27FC236}">
                    <a16:creationId xmlns:a16="http://schemas.microsoft.com/office/drawing/2014/main" id="{A268E472-5890-4D8F-97D7-D83FB73C25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5" y="1728"/>
                <a:ext cx="37" cy="277"/>
              </a:xfrm>
              <a:custGeom>
                <a:avLst/>
                <a:gdLst>
                  <a:gd name="T0" fmla="*/ 97 w 23"/>
                  <a:gd name="T1" fmla="*/ 711 h 173"/>
                  <a:gd name="T2" fmla="*/ 8 w 23"/>
                  <a:gd name="T3" fmla="*/ 439 h 173"/>
                  <a:gd name="T4" fmla="*/ 21 w 23"/>
                  <a:gd name="T5" fmla="*/ 128 h 173"/>
                  <a:gd name="T6" fmla="*/ 0 w 23"/>
                  <a:gd name="T7" fmla="*/ 0 h 173"/>
                  <a:gd name="T8" fmla="*/ 88 w 23"/>
                  <a:gd name="T9" fmla="*/ 439 h 173"/>
                  <a:gd name="T10" fmla="*/ 97 w 23"/>
                  <a:gd name="T11" fmla="*/ 711 h 17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3" h="173">
                    <a:moveTo>
                      <a:pt x="23" y="173"/>
                    </a:moveTo>
                    <a:cubicBezTo>
                      <a:pt x="13" y="154"/>
                      <a:pt x="1" y="129"/>
                      <a:pt x="2" y="107"/>
                    </a:cubicBezTo>
                    <a:cubicBezTo>
                      <a:pt x="3" y="90"/>
                      <a:pt x="2" y="67"/>
                      <a:pt x="5" y="3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4" y="29"/>
                      <a:pt x="18" y="95"/>
                      <a:pt x="21" y="107"/>
                    </a:cubicBezTo>
                    <a:cubicBezTo>
                      <a:pt x="22" y="115"/>
                      <a:pt x="20" y="140"/>
                      <a:pt x="23" y="173"/>
                    </a:cubicBezTo>
                  </a:path>
                </a:pathLst>
              </a:custGeom>
              <a:noFill/>
              <a:ln w="4763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367" name="Freeform 461">
                <a:extLst>
                  <a:ext uri="{FF2B5EF4-FFF2-40B4-BE49-F238E27FC236}">
                    <a16:creationId xmlns:a16="http://schemas.microsoft.com/office/drawing/2014/main" id="{044CD9CF-EF2E-4377-A0D2-54F0FAE625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5" y="2005"/>
                <a:ext cx="710" cy="2032"/>
              </a:xfrm>
              <a:custGeom>
                <a:avLst/>
                <a:gdLst>
                  <a:gd name="T0" fmla="*/ 0 w 441"/>
                  <a:gd name="T1" fmla="*/ 698 h 1266"/>
                  <a:gd name="T2" fmla="*/ 84 w 441"/>
                  <a:gd name="T3" fmla="*/ 1231 h 1266"/>
                  <a:gd name="T4" fmla="*/ 246 w 441"/>
                  <a:gd name="T5" fmla="*/ 1886 h 1266"/>
                  <a:gd name="T6" fmla="*/ 357 w 441"/>
                  <a:gd name="T7" fmla="*/ 2571 h 1266"/>
                  <a:gd name="T8" fmla="*/ 388 w 441"/>
                  <a:gd name="T9" fmla="*/ 2939 h 1266"/>
                  <a:gd name="T10" fmla="*/ 454 w 441"/>
                  <a:gd name="T11" fmla="*/ 3859 h 1266"/>
                  <a:gd name="T12" fmla="*/ 539 w 441"/>
                  <a:gd name="T13" fmla="*/ 4454 h 1266"/>
                  <a:gd name="T14" fmla="*/ 555 w 441"/>
                  <a:gd name="T15" fmla="*/ 4714 h 1266"/>
                  <a:gd name="T16" fmla="*/ 528 w 441"/>
                  <a:gd name="T17" fmla="*/ 4867 h 1266"/>
                  <a:gd name="T18" fmla="*/ 409 w 441"/>
                  <a:gd name="T19" fmla="*/ 5053 h 1266"/>
                  <a:gd name="T20" fmla="*/ 409 w 441"/>
                  <a:gd name="T21" fmla="*/ 5119 h 1266"/>
                  <a:gd name="T22" fmla="*/ 454 w 441"/>
                  <a:gd name="T23" fmla="*/ 5178 h 1266"/>
                  <a:gd name="T24" fmla="*/ 552 w 441"/>
                  <a:gd name="T25" fmla="*/ 5199 h 1266"/>
                  <a:gd name="T26" fmla="*/ 663 w 441"/>
                  <a:gd name="T27" fmla="*/ 5194 h 1266"/>
                  <a:gd name="T28" fmla="*/ 787 w 441"/>
                  <a:gd name="T29" fmla="*/ 5199 h 1266"/>
                  <a:gd name="T30" fmla="*/ 863 w 441"/>
                  <a:gd name="T31" fmla="*/ 5050 h 1266"/>
                  <a:gd name="T32" fmla="*/ 881 w 441"/>
                  <a:gd name="T33" fmla="*/ 4936 h 1266"/>
                  <a:gd name="T34" fmla="*/ 876 w 441"/>
                  <a:gd name="T35" fmla="*/ 4798 h 1266"/>
                  <a:gd name="T36" fmla="*/ 855 w 441"/>
                  <a:gd name="T37" fmla="*/ 4701 h 1266"/>
                  <a:gd name="T38" fmla="*/ 842 w 441"/>
                  <a:gd name="T39" fmla="*/ 4552 h 1266"/>
                  <a:gd name="T40" fmla="*/ 794 w 441"/>
                  <a:gd name="T41" fmla="*/ 4258 h 1266"/>
                  <a:gd name="T42" fmla="*/ 855 w 441"/>
                  <a:gd name="T43" fmla="*/ 3164 h 1266"/>
                  <a:gd name="T44" fmla="*/ 840 w 441"/>
                  <a:gd name="T45" fmla="*/ 2782 h 1266"/>
                  <a:gd name="T46" fmla="*/ 850 w 441"/>
                  <a:gd name="T47" fmla="*/ 2385 h 1266"/>
                  <a:gd name="T48" fmla="*/ 847 w 441"/>
                  <a:gd name="T49" fmla="*/ 1741 h 1266"/>
                  <a:gd name="T50" fmla="*/ 850 w 441"/>
                  <a:gd name="T51" fmla="*/ 1257 h 1266"/>
                  <a:gd name="T52" fmla="*/ 850 w 441"/>
                  <a:gd name="T53" fmla="*/ 1252 h 1266"/>
                  <a:gd name="T54" fmla="*/ 889 w 441"/>
                  <a:gd name="T55" fmla="*/ 1262 h 1266"/>
                  <a:gd name="T56" fmla="*/ 894 w 441"/>
                  <a:gd name="T57" fmla="*/ 1262 h 1266"/>
                  <a:gd name="T58" fmla="*/ 943 w 441"/>
                  <a:gd name="T59" fmla="*/ 1249 h 1266"/>
                  <a:gd name="T60" fmla="*/ 939 w 441"/>
                  <a:gd name="T61" fmla="*/ 1257 h 1266"/>
                  <a:gd name="T62" fmla="*/ 943 w 441"/>
                  <a:gd name="T63" fmla="*/ 1741 h 1266"/>
                  <a:gd name="T64" fmla="*/ 939 w 441"/>
                  <a:gd name="T65" fmla="*/ 2385 h 1266"/>
                  <a:gd name="T66" fmla="*/ 951 w 441"/>
                  <a:gd name="T67" fmla="*/ 2782 h 1266"/>
                  <a:gd name="T68" fmla="*/ 935 w 441"/>
                  <a:gd name="T69" fmla="*/ 3164 h 1266"/>
                  <a:gd name="T70" fmla="*/ 993 w 441"/>
                  <a:gd name="T71" fmla="*/ 4258 h 1266"/>
                  <a:gd name="T72" fmla="*/ 943 w 441"/>
                  <a:gd name="T73" fmla="*/ 4552 h 1266"/>
                  <a:gd name="T74" fmla="*/ 935 w 441"/>
                  <a:gd name="T75" fmla="*/ 4701 h 1266"/>
                  <a:gd name="T76" fmla="*/ 914 w 441"/>
                  <a:gd name="T77" fmla="*/ 4798 h 1266"/>
                  <a:gd name="T78" fmla="*/ 910 w 441"/>
                  <a:gd name="T79" fmla="*/ 4936 h 1266"/>
                  <a:gd name="T80" fmla="*/ 926 w 441"/>
                  <a:gd name="T81" fmla="*/ 5050 h 1266"/>
                  <a:gd name="T82" fmla="*/ 993 w 441"/>
                  <a:gd name="T83" fmla="*/ 5168 h 1266"/>
                  <a:gd name="T84" fmla="*/ 1122 w 441"/>
                  <a:gd name="T85" fmla="*/ 5194 h 1266"/>
                  <a:gd name="T86" fmla="*/ 1236 w 441"/>
                  <a:gd name="T87" fmla="*/ 5199 h 1266"/>
                  <a:gd name="T88" fmla="*/ 1335 w 441"/>
                  <a:gd name="T89" fmla="*/ 5178 h 1266"/>
                  <a:gd name="T90" fmla="*/ 1377 w 441"/>
                  <a:gd name="T91" fmla="*/ 5119 h 1266"/>
                  <a:gd name="T92" fmla="*/ 1377 w 441"/>
                  <a:gd name="T93" fmla="*/ 5053 h 1266"/>
                  <a:gd name="T94" fmla="*/ 1259 w 441"/>
                  <a:gd name="T95" fmla="*/ 4867 h 1266"/>
                  <a:gd name="T96" fmla="*/ 1232 w 441"/>
                  <a:gd name="T97" fmla="*/ 4714 h 1266"/>
                  <a:gd name="T98" fmla="*/ 1253 w 441"/>
                  <a:gd name="T99" fmla="*/ 4454 h 1266"/>
                  <a:gd name="T100" fmla="*/ 1335 w 441"/>
                  <a:gd name="T101" fmla="*/ 3875 h 1266"/>
                  <a:gd name="T102" fmla="*/ 1402 w 441"/>
                  <a:gd name="T103" fmla="*/ 2939 h 1266"/>
                  <a:gd name="T104" fmla="*/ 1439 w 441"/>
                  <a:gd name="T105" fmla="*/ 2528 h 1266"/>
                  <a:gd name="T106" fmla="*/ 1552 w 441"/>
                  <a:gd name="T107" fmla="*/ 1806 h 1266"/>
                  <a:gd name="T108" fmla="*/ 1729 w 441"/>
                  <a:gd name="T109" fmla="*/ 1236 h 1266"/>
                  <a:gd name="T110" fmla="*/ 1805 w 441"/>
                  <a:gd name="T111" fmla="*/ 546 h 1266"/>
                  <a:gd name="T112" fmla="*/ 1670 w 441"/>
                  <a:gd name="T113" fmla="*/ 35 h 1266"/>
                  <a:gd name="T114" fmla="*/ 1653 w 441"/>
                  <a:gd name="T115" fmla="*/ 0 h 126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</a:gdLst>
                <a:ahLst/>
                <a:cxnLst>
                  <a:cxn ang="T116">
                    <a:pos x="T0" y="T1"/>
                  </a:cxn>
                  <a:cxn ang="T117">
                    <a:pos x="T2" y="T3"/>
                  </a:cxn>
                  <a:cxn ang="T118">
                    <a:pos x="T4" y="T5"/>
                  </a:cxn>
                  <a:cxn ang="T119">
                    <a:pos x="T6" y="T7"/>
                  </a:cxn>
                  <a:cxn ang="T120">
                    <a:pos x="T8" y="T9"/>
                  </a:cxn>
                  <a:cxn ang="T121">
                    <a:pos x="T10" y="T11"/>
                  </a:cxn>
                  <a:cxn ang="T122">
                    <a:pos x="T12" y="T13"/>
                  </a:cxn>
                  <a:cxn ang="T123">
                    <a:pos x="T14" y="T15"/>
                  </a:cxn>
                  <a:cxn ang="T124">
                    <a:pos x="T16" y="T17"/>
                  </a:cxn>
                  <a:cxn ang="T125">
                    <a:pos x="T18" y="T19"/>
                  </a:cxn>
                  <a:cxn ang="T126">
                    <a:pos x="T20" y="T21"/>
                  </a:cxn>
                  <a:cxn ang="T127">
                    <a:pos x="T22" y="T23"/>
                  </a:cxn>
                  <a:cxn ang="T128">
                    <a:pos x="T24" y="T25"/>
                  </a:cxn>
                  <a:cxn ang="T129">
                    <a:pos x="T26" y="T27"/>
                  </a:cxn>
                  <a:cxn ang="T130">
                    <a:pos x="T28" y="T29"/>
                  </a:cxn>
                  <a:cxn ang="T131">
                    <a:pos x="T30" y="T31"/>
                  </a:cxn>
                  <a:cxn ang="T132">
                    <a:pos x="T32" y="T33"/>
                  </a:cxn>
                  <a:cxn ang="T133">
                    <a:pos x="T34" y="T35"/>
                  </a:cxn>
                  <a:cxn ang="T134">
                    <a:pos x="T36" y="T37"/>
                  </a:cxn>
                  <a:cxn ang="T135">
                    <a:pos x="T38" y="T39"/>
                  </a:cxn>
                  <a:cxn ang="T136">
                    <a:pos x="T40" y="T41"/>
                  </a:cxn>
                  <a:cxn ang="T137">
                    <a:pos x="T42" y="T43"/>
                  </a:cxn>
                  <a:cxn ang="T138">
                    <a:pos x="T44" y="T45"/>
                  </a:cxn>
                  <a:cxn ang="T139">
                    <a:pos x="T46" y="T47"/>
                  </a:cxn>
                  <a:cxn ang="T140">
                    <a:pos x="T48" y="T49"/>
                  </a:cxn>
                  <a:cxn ang="T141">
                    <a:pos x="T50" y="T51"/>
                  </a:cxn>
                  <a:cxn ang="T142">
                    <a:pos x="T52" y="T53"/>
                  </a:cxn>
                  <a:cxn ang="T143">
                    <a:pos x="T54" y="T55"/>
                  </a:cxn>
                  <a:cxn ang="T144">
                    <a:pos x="T56" y="T57"/>
                  </a:cxn>
                  <a:cxn ang="T145">
                    <a:pos x="T58" y="T59"/>
                  </a:cxn>
                  <a:cxn ang="T146">
                    <a:pos x="T60" y="T61"/>
                  </a:cxn>
                  <a:cxn ang="T147">
                    <a:pos x="T62" y="T63"/>
                  </a:cxn>
                  <a:cxn ang="T148">
                    <a:pos x="T64" y="T65"/>
                  </a:cxn>
                  <a:cxn ang="T149">
                    <a:pos x="T66" y="T67"/>
                  </a:cxn>
                  <a:cxn ang="T150">
                    <a:pos x="T68" y="T69"/>
                  </a:cxn>
                  <a:cxn ang="T151">
                    <a:pos x="T70" y="T71"/>
                  </a:cxn>
                  <a:cxn ang="T152">
                    <a:pos x="T72" y="T73"/>
                  </a:cxn>
                  <a:cxn ang="T153">
                    <a:pos x="T74" y="T75"/>
                  </a:cxn>
                  <a:cxn ang="T154">
                    <a:pos x="T76" y="T77"/>
                  </a:cxn>
                  <a:cxn ang="T155">
                    <a:pos x="T78" y="T79"/>
                  </a:cxn>
                  <a:cxn ang="T156">
                    <a:pos x="T80" y="T81"/>
                  </a:cxn>
                  <a:cxn ang="T157">
                    <a:pos x="T82" y="T83"/>
                  </a:cxn>
                  <a:cxn ang="T158">
                    <a:pos x="T84" y="T85"/>
                  </a:cxn>
                  <a:cxn ang="T159">
                    <a:pos x="T86" y="T87"/>
                  </a:cxn>
                  <a:cxn ang="T160">
                    <a:pos x="T88" y="T89"/>
                  </a:cxn>
                  <a:cxn ang="T161">
                    <a:pos x="T90" y="T91"/>
                  </a:cxn>
                  <a:cxn ang="T162">
                    <a:pos x="T92" y="T93"/>
                  </a:cxn>
                  <a:cxn ang="T163">
                    <a:pos x="T94" y="T95"/>
                  </a:cxn>
                  <a:cxn ang="T164">
                    <a:pos x="T96" y="T97"/>
                  </a:cxn>
                  <a:cxn ang="T165">
                    <a:pos x="T98" y="T99"/>
                  </a:cxn>
                  <a:cxn ang="T166">
                    <a:pos x="T100" y="T101"/>
                  </a:cxn>
                  <a:cxn ang="T167">
                    <a:pos x="T102" y="T103"/>
                  </a:cxn>
                  <a:cxn ang="T168">
                    <a:pos x="T104" y="T105"/>
                  </a:cxn>
                  <a:cxn ang="T169">
                    <a:pos x="T106" y="T107"/>
                  </a:cxn>
                  <a:cxn ang="T170">
                    <a:pos x="T108" y="T109"/>
                  </a:cxn>
                  <a:cxn ang="T171">
                    <a:pos x="T110" y="T111"/>
                  </a:cxn>
                  <a:cxn ang="T172">
                    <a:pos x="T112" y="T113"/>
                  </a:cxn>
                  <a:cxn ang="T173">
                    <a:pos x="T114" y="T115"/>
                  </a:cxn>
                </a:cxnLst>
                <a:rect l="0" t="0" r="r" b="b"/>
                <a:pathLst>
                  <a:path w="441" h="1266">
                    <a:moveTo>
                      <a:pt x="0" y="169"/>
                    </a:moveTo>
                    <a:cubicBezTo>
                      <a:pt x="2" y="202"/>
                      <a:pt x="14" y="238"/>
                      <a:pt x="20" y="298"/>
                    </a:cubicBezTo>
                    <a:cubicBezTo>
                      <a:pt x="26" y="354"/>
                      <a:pt x="45" y="393"/>
                      <a:pt x="59" y="456"/>
                    </a:cubicBezTo>
                    <a:cubicBezTo>
                      <a:pt x="72" y="512"/>
                      <a:pt x="89" y="577"/>
                      <a:pt x="86" y="622"/>
                    </a:cubicBezTo>
                    <a:cubicBezTo>
                      <a:pt x="84" y="663"/>
                      <a:pt x="86" y="682"/>
                      <a:pt x="93" y="711"/>
                    </a:cubicBezTo>
                    <a:cubicBezTo>
                      <a:pt x="99" y="737"/>
                      <a:pt x="96" y="858"/>
                      <a:pt x="109" y="933"/>
                    </a:cubicBezTo>
                    <a:cubicBezTo>
                      <a:pt x="122" y="1008"/>
                      <a:pt x="125" y="1059"/>
                      <a:pt x="129" y="1077"/>
                    </a:cubicBezTo>
                    <a:cubicBezTo>
                      <a:pt x="137" y="1116"/>
                      <a:pt x="130" y="1120"/>
                      <a:pt x="133" y="1140"/>
                    </a:cubicBezTo>
                    <a:cubicBezTo>
                      <a:pt x="137" y="1160"/>
                      <a:pt x="137" y="1157"/>
                      <a:pt x="127" y="1177"/>
                    </a:cubicBezTo>
                    <a:cubicBezTo>
                      <a:pt x="118" y="1189"/>
                      <a:pt x="103" y="1216"/>
                      <a:pt x="98" y="1222"/>
                    </a:cubicBezTo>
                    <a:cubicBezTo>
                      <a:pt x="94" y="1228"/>
                      <a:pt x="96" y="1234"/>
                      <a:pt x="98" y="1238"/>
                    </a:cubicBezTo>
                    <a:cubicBezTo>
                      <a:pt x="95" y="1247"/>
                      <a:pt x="105" y="1252"/>
                      <a:pt x="109" y="1252"/>
                    </a:cubicBezTo>
                    <a:cubicBezTo>
                      <a:pt x="108" y="1263"/>
                      <a:pt x="128" y="1262"/>
                      <a:pt x="132" y="1257"/>
                    </a:cubicBezTo>
                    <a:cubicBezTo>
                      <a:pt x="138" y="1263"/>
                      <a:pt x="153" y="1263"/>
                      <a:pt x="159" y="1256"/>
                    </a:cubicBezTo>
                    <a:cubicBezTo>
                      <a:pt x="169" y="1264"/>
                      <a:pt x="184" y="1266"/>
                      <a:pt x="189" y="1257"/>
                    </a:cubicBezTo>
                    <a:cubicBezTo>
                      <a:pt x="199" y="1242"/>
                      <a:pt x="208" y="1232"/>
                      <a:pt x="207" y="1221"/>
                    </a:cubicBezTo>
                    <a:cubicBezTo>
                      <a:pt x="206" y="1210"/>
                      <a:pt x="208" y="1207"/>
                      <a:pt x="211" y="1194"/>
                    </a:cubicBezTo>
                    <a:cubicBezTo>
                      <a:pt x="213" y="1180"/>
                      <a:pt x="215" y="1170"/>
                      <a:pt x="210" y="1160"/>
                    </a:cubicBezTo>
                    <a:cubicBezTo>
                      <a:pt x="205" y="1151"/>
                      <a:pt x="205" y="1147"/>
                      <a:pt x="205" y="1137"/>
                    </a:cubicBezTo>
                    <a:cubicBezTo>
                      <a:pt x="205" y="1128"/>
                      <a:pt x="208" y="1113"/>
                      <a:pt x="202" y="1101"/>
                    </a:cubicBezTo>
                    <a:cubicBezTo>
                      <a:pt x="196" y="1089"/>
                      <a:pt x="189" y="1061"/>
                      <a:pt x="190" y="1030"/>
                    </a:cubicBezTo>
                    <a:cubicBezTo>
                      <a:pt x="191" y="999"/>
                      <a:pt x="214" y="825"/>
                      <a:pt x="205" y="765"/>
                    </a:cubicBezTo>
                    <a:cubicBezTo>
                      <a:pt x="195" y="705"/>
                      <a:pt x="199" y="693"/>
                      <a:pt x="201" y="673"/>
                    </a:cubicBezTo>
                    <a:cubicBezTo>
                      <a:pt x="203" y="653"/>
                      <a:pt x="209" y="620"/>
                      <a:pt x="204" y="577"/>
                    </a:cubicBezTo>
                    <a:cubicBezTo>
                      <a:pt x="202" y="560"/>
                      <a:pt x="202" y="491"/>
                      <a:pt x="203" y="421"/>
                    </a:cubicBezTo>
                    <a:cubicBezTo>
                      <a:pt x="203" y="375"/>
                      <a:pt x="216" y="316"/>
                      <a:pt x="204" y="304"/>
                    </a:cubicBezTo>
                    <a:cubicBezTo>
                      <a:pt x="204" y="303"/>
                      <a:pt x="204" y="303"/>
                      <a:pt x="204" y="303"/>
                    </a:cubicBezTo>
                    <a:cubicBezTo>
                      <a:pt x="207" y="304"/>
                      <a:pt x="210" y="305"/>
                      <a:pt x="213" y="305"/>
                    </a:cubicBezTo>
                    <a:cubicBezTo>
                      <a:pt x="214" y="305"/>
                      <a:pt x="214" y="305"/>
                      <a:pt x="214" y="305"/>
                    </a:cubicBezTo>
                    <a:cubicBezTo>
                      <a:pt x="218" y="305"/>
                      <a:pt x="222" y="304"/>
                      <a:pt x="226" y="302"/>
                    </a:cubicBezTo>
                    <a:cubicBezTo>
                      <a:pt x="225" y="304"/>
                      <a:pt x="225" y="304"/>
                      <a:pt x="225" y="304"/>
                    </a:cubicBezTo>
                    <a:cubicBezTo>
                      <a:pt x="213" y="316"/>
                      <a:pt x="225" y="375"/>
                      <a:pt x="226" y="421"/>
                    </a:cubicBezTo>
                    <a:cubicBezTo>
                      <a:pt x="226" y="491"/>
                      <a:pt x="227" y="560"/>
                      <a:pt x="225" y="577"/>
                    </a:cubicBezTo>
                    <a:cubicBezTo>
                      <a:pt x="219" y="620"/>
                      <a:pt x="225" y="653"/>
                      <a:pt x="228" y="673"/>
                    </a:cubicBezTo>
                    <a:cubicBezTo>
                      <a:pt x="230" y="693"/>
                      <a:pt x="234" y="705"/>
                      <a:pt x="224" y="765"/>
                    </a:cubicBezTo>
                    <a:cubicBezTo>
                      <a:pt x="214" y="825"/>
                      <a:pt x="237" y="999"/>
                      <a:pt x="238" y="1030"/>
                    </a:cubicBezTo>
                    <a:cubicBezTo>
                      <a:pt x="240" y="1061"/>
                      <a:pt x="232" y="1089"/>
                      <a:pt x="226" y="1101"/>
                    </a:cubicBezTo>
                    <a:cubicBezTo>
                      <a:pt x="220" y="1113"/>
                      <a:pt x="224" y="1128"/>
                      <a:pt x="224" y="1137"/>
                    </a:cubicBezTo>
                    <a:cubicBezTo>
                      <a:pt x="224" y="1147"/>
                      <a:pt x="224" y="1151"/>
                      <a:pt x="219" y="1160"/>
                    </a:cubicBezTo>
                    <a:cubicBezTo>
                      <a:pt x="214" y="1170"/>
                      <a:pt x="216" y="1180"/>
                      <a:pt x="218" y="1194"/>
                    </a:cubicBezTo>
                    <a:cubicBezTo>
                      <a:pt x="220" y="1207"/>
                      <a:pt x="223" y="1210"/>
                      <a:pt x="222" y="1221"/>
                    </a:cubicBezTo>
                    <a:cubicBezTo>
                      <a:pt x="220" y="1232"/>
                      <a:pt x="229" y="1238"/>
                      <a:pt x="238" y="1250"/>
                    </a:cubicBezTo>
                    <a:cubicBezTo>
                      <a:pt x="249" y="1265"/>
                      <a:pt x="260" y="1264"/>
                      <a:pt x="269" y="1256"/>
                    </a:cubicBezTo>
                    <a:cubicBezTo>
                      <a:pt x="275" y="1263"/>
                      <a:pt x="290" y="1263"/>
                      <a:pt x="296" y="1257"/>
                    </a:cubicBezTo>
                    <a:cubicBezTo>
                      <a:pt x="301" y="1262"/>
                      <a:pt x="321" y="1263"/>
                      <a:pt x="320" y="1252"/>
                    </a:cubicBezTo>
                    <a:cubicBezTo>
                      <a:pt x="323" y="1252"/>
                      <a:pt x="334" y="1247"/>
                      <a:pt x="330" y="1238"/>
                    </a:cubicBezTo>
                    <a:cubicBezTo>
                      <a:pt x="333" y="1234"/>
                      <a:pt x="335" y="1228"/>
                      <a:pt x="330" y="1222"/>
                    </a:cubicBezTo>
                    <a:cubicBezTo>
                      <a:pt x="325" y="1216"/>
                      <a:pt x="310" y="1189"/>
                      <a:pt x="302" y="1177"/>
                    </a:cubicBezTo>
                    <a:cubicBezTo>
                      <a:pt x="291" y="1157"/>
                      <a:pt x="292" y="1160"/>
                      <a:pt x="295" y="1140"/>
                    </a:cubicBezTo>
                    <a:cubicBezTo>
                      <a:pt x="299" y="1120"/>
                      <a:pt x="291" y="1116"/>
                      <a:pt x="300" y="1077"/>
                    </a:cubicBezTo>
                    <a:cubicBezTo>
                      <a:pt x="304" y="1059"/>
                      <a:pt x="308" y="1014"/>
                      <a:pt x="320" y="937"/>
                    </a:cubicBezTo>
                    <a:cubicBezTo>
                      <a:pt x="332" y="860"/>
                      <a:pt x="334" y="738"/>
                      <a:pt x="336" y="711"/>
                    </a:cubicBezTo>
                    <a:cubicBezTo>
                      <a:pt x="338" y="684"/>
                      <a:pt x="346" y="658"/>
                      <a:pt x="345" y="611"/>
                    </a:cubicBezTo>
                    <a:cubicBezTo>
                      <a:pt x="343" y="569"/>
                      <a:pt x="360" y="493"/>
                      <a:pt x="372" y="437"/>
                    </a:cubicBezTo>
                    <a:cubicBezTo>
                      <a:pt x="386" y="374"/>
                      <a:pt x="408" y="355"/>
                      <a:pt x="414" y="299"/>
                    </a:cubicBezTo>
                    <a:cubicBezTo>
                      <a:pt x="422" y="219"/>
                      <a:pt x="441" y="176"/>
                      <a:pt x="432" y="132"/>
                    </a:cubicBezTo>
                    <a:cubicBezTo>
                      <a:pt x="423" y="76"/>
                      <a:pt x="411" y="29"/>
                      <a:pt x="400" y="9"/>
                    </a:cubicBezTo>
                    <a:cubicBezTo>
                      <a:pt x="399" y="6"/>
                      <a:pt x="398" y="3"/>
                      <a:pt x="396" y="0"/>
                    </a:cubicBezTo>
                  </a:path>
                </a:pathLst>
              </a:custGeom>
              <a:noFill/>
              <a:ln w="4763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368" name="Freeform 462">
                <a:extLst>
                  <a:ext uri="{FF2B5EF4-FFF2-40B4-BE49-F238E27FC236}">
                    <a16:creationId xmlns:a16="http://schemas.microsoft.com/office/drawing/2014/main" id="{EE47B080-34A1-45BA-883F-9C79770FBF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6" y="1729"/>
                <a:ext cx="39" cy="276"/>
              </a:xfrm>
              <a:custGeom>
                <a:avLst/>
                <a:gdLst>
                  <a:gd name="T0" fmla="*/ 0 w 24"/>
                  <a:gd name="T1" fmla="*/ 711 h 172"/>
                  <a:gd name="T2" fmla="*/ 13 w 24"/>
                  <a:gd name="T3" fmla="*/ 438 h 172"/>
                  <a:gd name="T4" fmla="*/ 98 w 24"/>
                  <a:gd name="T5" fmla="*/ 0 h 172"/>
                  <a:gd name="T6" fmla="*/ 102 w 24"/>
                  <a:gd name="T7" fmla="*/ 0 h 172"/>
                  <a:gd name="T8" fmla="*/ 98 w 24"/>
                  <a:gd name="T9" fmla="*/ 443 h 172"/>
                  <a:gd name="T10" fmla="*/ 0 w 24"/>
                  <a:gd name="T11" fmla="*/ 711 h 17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4" h="172">
                    <a:moveTo>
                      <a:pt x="0" y="172"/>
                    </a:moveTo>
                    <a:cubicBezTo>
                      <a:pt x="3" y="138"/>
                      <a:pt x="1" y="113"/>
                      <a:pt x="3" y="106"/>
                    </a:cubicBezTo>
                    <a:cubicBezTo>
                      <a:pt x="5" y="94"/>
                      <a:pt x="19" y="29"/>
                      <a:pt x="23" y="0"/>
                    </a:cubicBezTo>
                    <a:cubicBezTo>
                      <a:pt x="24" y="0"/>
                      <a:pt x="24" y="0"/>
                      <a:pt x="24" y="0"/>
                    </a:cubicBezTo>
                    <a:cubicBezTo>
                      <a:pt x="20" y="41"/>
                      <a:pt x="23" y="89"/>
                      <a:pt x="23" y="107"/>
                    </a:cubicBezTo>
                    <a:cubicBezTo>
                      <a:pt x="24" y="127"/>
                      <a:pt x="11" y="152"/>
                      <a:pt x="0" y="172"/>
                    </a:cubicBezTo>
                  </a:path>
                </a:pathLst>
              </a:custGeom>
              <a:noFill/>
              <a:ln w="4763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369" name="Freeform 463">
                <a:extLst>
                  <a:ext uri="{FF2B5EF4-FFF2-40B4-BE49-F238E27FC236}">
                    <a16:creationId xmlns:a16="http://schemas.microsoft.com/office/drawing/2014/main" id="{0E164A36-E0D3-4C63-98E6-EE4F8BF396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" y="1132"/>
                <a:ext cx="396" cy="1512"/>
              </a:xfrm>
              <a:custGeom>
                <a:avLst/>
                <a:gdLst>
                  <a:gd name="T0" fmla="*/ 972 w 246"/>
                  <a:gd name="T1" fmla="*/ 0 h 942"/>
                  <a:gd name="T2" fmla="*/ 773 w 246"/>
                  <a:gd name="T3" fmla="*/ 319 h 942"/>
                  <a:gd name="T4" fmla="*/ 637 w 246"/>
                  <a:gd name="T5" fmla="*/ 348 h 942"/>
                  <a:gd name="T6" fmla="*/ 575 w 246"/>
                  <a:gd name="T7" fmla="*/ 363 h 942"/>
                  <a:gd name="T8" fmla="*/ 518 w 246"/>
                  <a:gd name="T9" fmla="*/ 392 h 942"/>
                  <a:gd name="T10" fmla="*/ 282 w 246"/>
                  <a:gd name="T11" fmla="*/ 822 h 942"/>
                  <a:gd name="T12" fmla="*/ 230 w 246"/>
                  <a:gd name="T13" fmla="*/ 1141 h 942"/>
                  <a:gd name="T14" fmla="*/ 179 w 246"/>
                  <a:gd name="T15" fmla="*/ 1626 h 942"/>
                  <a:gd name="T16" fmla="*/ 145 w 246"/>
                  <a:gd name="T17" fmla="*/ 1934 h 942"/>
                  <a:gd name="T18" fmla="*/ 103 w 246"/>
                  <a:gd name="T19" fmla="*/ 2560 h 942"/>
                  <a:gd name="T20" fmla="*/ 111 w 246"/>
                  <a:gd name="T21" fmla="*/ 2899 h 942"/>
                  <a:gd name="T22" fmla="*/ 60 w 246"/>
                  <a:gd name="T23" fmla="*/ 3334 h 942"/>
                  <a:gd name="T24" fmla="*/ 8 w 246"/>
                  <a:gd name="T25" fmla="*/ 3560 h 942"/>
                  <a:gd name="T26" fmla="*/ 29 w 246"/>
                  <a:gd name="T27" fmla="*/ 3623 h 942"/>
                  <a:gd name="T28" fmla="*/ 50 w 246"/>
                  <a:gd name="T29" fmla="*/ 3689 h 942"/>
                  <a:gd name="T30" fmla="*/ 103 w 246"/>
                  <a:gd name="T31" fmla="*/ 3780 h 942"/>
                  <a:gd name="T32" fmla="*/ 230 w 246"/>
                  <a:gd name="T33" fmla="*/ 3849 h 942"/>
                  <a:gd name="T34" fmla="*/ 327 w 246"/>
                  <a:gd name="T35" fmla="*/ 3883 h 942"/>
                  <a:gd name="T36" fmla="*/ 293 w 246"/>
                  <a:gd name="T37" fmla="*/ 3814 h 942"/>
                  <a:gd name="T38" fmla="*/ 328 w 246"/>
                  <a:gd name="T39" fmla="*/ 3806 h 942"/>
                  <a:gd name="T40" fmla="*/ 327 w 246"/>
                  <a:gd name="T41" fmla="*/ 3774 h 942"/>
                  <a:gd name="T42" fmla="*/ 316 w 246"/>
                  <a:gd name="T43" fmla="*/ 3743 h 942"/>
                  <a:gd name="T44" fmla="*/ 314 w 246"/>
                  <a:gd name="T45" fmla="*/ 3594 h 942"/>
                  <a:gd name="T46" fmla="*/ 293 w 246"/>
                  <a:gd name="T47" fmla="*/ 3377 h 942"/>
                  <a:gd name="T48" fmla="*/ 267 w 246"/>
                  <a:gd name="T49" fmla="*/ 3254 h 942"/>
                  <a:gd name="T50" fmla="*/ 375 w 246"/>
                  <a:gd name="T51" fmla="*/ 2563 h 942"/>
                  <a:gd name="T52" fmla="*/ 433 w 246"/>
                  <a:gd name="T53" fmla="*/ 2249 h 942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246" h="942">
                    <a:moveTo>
                      <a:pt x="233" y="0"/>
                    </a:moveTo>
                    <a:cubicBezTo>
                      <a:pt x="246" y="33"/>
                      <a:pt x="205" y="71"/>
                      <a:pt x="185" y="77"/>
                    </a:cubicBezTo>
                    <a:cubicBezTo>
                      <a:pt x="176" y="80"/>
                      <a:pt x="165" y="82"/>
                      <a:pt x="153" y="84"/>
                    </a:cubicBezTo>
                    <a:cubicBezTo>
                      <a:pt x="148" y="85"/>
                      <a:pt x="144" y="87"/>
                      <a:pt x="138" y="88"/>
                    </a:cubicBezTo>
                    <a:cubicBezTo>
                      <a:pt x="134" y="89"/>
                      <a:pt x="128" y="93"/>
                      <a:pt x="124" y="95"/>
                    </a:cubicBezTo>
                    <a:cubicBezTo>
                      <a:pt x="105" y="102"/>
                      <a:pt x="72" y="173"/>
                      <a:pt x="68" y="199"/>
                    </a:cubicBezTo>
                    <a:cubicBezTo>
                      <a:pt x="64" y="225"/>
                      <a:pt x="57" y="256"/>
                      <a:pt x="55" y="276"/>
                    </a:cubicBezTo>
                    <a:cubicBezTo>
                      <a:pt x="52" y="311"/>
                      <a:pt x="43" y="357"/>
                      <a:pt x="43" y="393"/>
                    </a:cubicBezTo>
                    <a:cubicBezTo>
                      <a:pt x="43" y="428"/>
                      <a:pt x="39" y="452"/>
                      <a:pt x="35" y="468"/>
                    </a:cubicBezTo>
                    <a:cubicBezTo>
                      <a:pt x="32" y="485"/>
                      <a:pt x="24" y="529"/>
                      <a:pt x="25" y="619"/>
                    </a:cubicBezTo>
                    <a:cubicBezTo>
                      <a:pt x="26" y="634"/>
                      <a:pt x="25" y="677"/>
                      <a:pt x="27" y="701"/>
                    </a:cubicBezTo>
                    <a:cubicBezTo>
                      <a:pt x="29" y="730"/>
                      <a:pt x="18" y="791"/>
                      <a:pt x="14" y="806"/>
                    </a:cubicBezTo>
                    <a:cubicBezTo>
                      <a:pt x="9" y="825"/>
                      <a:pt x="5" y="857"/>
                      <a:pt x="2" y="861"/>
                    </a:cubicBezTo>
                    <a:cubicBezTo>
                      <a:pt x="0" y="866"/>
                      <a:pt x="5" y="872"/>
                      <a:pt x="7" y="876"/>
                    </a:cubicBezTo>
                    <a:cubicBezTo>
                      <a:pt x="9" y="881"/>
                      <a:pt x="9" y="885"/>
                      <a:pt x="12" y="892"/>
                    </a:cubicBezTo>
                    <a:cubicBezTo>
                      <a:pt x="14" y="897"/>
                      <a:pt x="21" y="908"/>
                      <a:pt x="25" y="914"/>
                    </a:cubicBezTo>
                    <a:cubicBezTo>
                      <a:pt x="29" y="920"/>
                      <a:pt x="43" y="927"/>
                      <a:pt x="55" y="931"/>
                    </a:cubicBezTo>
                    <a:cubicBezTo>
                      <a:pt x="62" y="934"/>
                      <a:pt x="77" y="942"/>
                      <a:pt x="78" y="939"/>
                    </a:cubicBezTo>
                    <a:cubicBezTo>
                      <a:pt x="81" y="931"/>
                      <a:pt x="76" y="926"/>
                      <a:pt x="70" y="922"/>
                    </a:cubicBezTo>
                    <a:cubicBezTo>
                      <a:pt x="66" y="920"/>
                      <a:pt x="77" y="927"/>
                      <a:pt x="79" y="920"/>
                    </a:cubicBezTo>
                    <a:cubicBezTo>
                      <a:pt x="80" y="918"/>
                      <a:pt x="80" y="917"/>
                      <a:pt x="78" y="913"/>
                    </a:cubicBezTo>
                    <a:cubicBezTo>
                      <a:pt x="79" y="909"/>
                      <a:pt x="78" y="909"/>
                      <a:pt x="76" y="905"/>
                    </a:cubicBezTo>
                    <a:cubicBezTo>
                      <a:pt x="81" y="903"/>
                      <a:pt x="80" y="882"/>
                      <a:pt x="75" y="869"/>
                    </a:cubicBezTo>
                    <a:cubicBezTo>
                      <a:pt x="76" y="861"/>
                      <a:pt x="81" y="838"/>
                      <a:pt x="70" y="817"/>
                    </a:cubicBezTo>
                    <a:cubicBezTo>
                      <a:pt x="64" y="806"/>
                      <a:pt x="64" y="794"/>
                      <a:pt x="64" y="787"/>
                    </a:cubicBezTo>
                    <a:cubicBezTo>
                      <a:pt x="61" y="771"/>
                      <a:pt x="80" y="653"/>
                      <a:pt x="90" y="620"/>
                    </a:cubicBezTo>
                    <a:cubicBezTo>
                      <a:pt x="99" y="592"/>
                      <a:pt x="103" y="566"/>
                      <a:pt x="104" y="544"/>
                    </a:cubicBezTo>
                  </a:path>
                </a:pathLst>
              </a:custGeom>
              <a:noFill/>
              <a:ln w="4763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370" name="Freeform 464">
                <a:extLst>
                  <a:ext uri="{FF2B5EF4-FFF2-40B4-BE49-F238E27FC236}">
                    <a16:creationId xmlns:a16="http://schemas.microsoft.com/office/drawing/2014/main" id="{C6D5EC96-FA98-4BC8-A9BD-5AC9337D72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8" y="1137"/>
                <a:ext cx="379" cy="1377"/>
              </a:xfrm>
              <a:custGeom>
                <a:avLst/>
                <a:gdLst>
                  <a:gd name="T0" fmla="*/ 985 w 235"/>
                  <a:gd name="T1" fmla="*/ 3547 h 858"/>
                  <a:gd name="T2" fmla="*/ 939 w 235"/>
                  <a:gd name="T3" fmla="*/ 3321 h 858"/>
                  <a:gd name="T4" fmla="*/ 890 w 235"/>
                  <a:gd name="T5" fmla="*/ 2862 h 858"/>
                  <a:gd name="T6" fmla="*/ 884 w 235"/>
                  <a:gd name="T7" fmla="*/ 2550 h 858"/>
                  <a:gd name="T8" fmla="*/ 850 w 235"/>
                  <a:gd name="T9" fmla="*/ 1921 h 858"/>
                  <a:gd name="T10" fmla="*/ 814 w 235"/>
                  <a:gd name="T11" fmla="*/ 1613 h 858"/>
                  <a:gd name="T12" fmla="*/ 764 w 235"/>
                  <a:gd name="T13" fmla="*/ 1125 h 858"/>
                  <a:gd name="T14" fmla="*/ 710 w 235"/>
                  <a:gd name="T15" fmla="*/ 827 h 858"/>
                  <a:gd name="T16" fmla="*/ 479 w 235"/>
                  <a:gd name="T17" fmla="*/ 382 h 858"/>
                  <a:gd name="T18" fmla="*/ 419 w 235"/>
                  <a:gd name="T19" fmla="*/ 355 h 858"/>
                  <a:gd name="T20" fmla="*/ 352 w 235"/>
                  <a:gd name="T21" fmla="*/ 335 h 858"/>
                  <a:gd name="T22" fmla="*/ 218 w 235"/>
                  <a:gd name="T23" fmla="*/ 307 h 858"/>
                  <a:gd name="T24" fmla="*/ 26 w 235"/>
                  <a:gd name="T25" fmla="*/ 0 h 85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35" h="858">
                    <a:moveTo>
                      <a:pt x="235" y="858"/>
                    </a:moveTo>
                    <a:cubicBezTo>
                      <a:pt x="233" y="854"/>
                      <a:pt x="229" y="822"/>
                      <a:pt x="224" y="803"/>
                    </a:cubicBezTo>
                    <a:cubicBezTo>
                      <a:pt x="220" y="788"/>
                      <a:pt x="209" y="722"/>
                      <a:pt x="212" y="692"/>
                    </a:cubicBezTo>
                    <a:cubicBezTo>
                      <a:pt x="214" y="669"/>
                      <a:pt x="210" y="632"/>
                      <a:pt x="211" y="617"/>
                    </a:cubicBezTo>
                    <a:cubicBezTo>
                      <a:pt x="211" y="528"/>
                      <a:pt x="206" y="482"/>
                      <a:pt x="203" y="465"/>
                    </a:cubicBezTo>
                    <a:cubicBezTo>
                      <a:pt x="199" y="449"/>
                      <a:pt x="194" y="425"/>
                      <a:pt x="194" y="390"/>
                    </a:cubicBezTo>
                    <a:cubicBezTo>
                      <a:pt x="194" y="354"/>
                      <a:pt x="185" y="307"/>
                      <a:pt x="182" y="272"/>
                    </a:cubicBezTo>
                    <a:cubicBezTo>
                      <a:pt x="181" y="253"/>
                      <a:pt x="173" y="227"/>
                      <a:pt x="169" y="200"/>
                    </a:cubicBezTo>
                    <a:cubicBezTo>
                      <a:pt x="165" y="174"/>
                      <a:pt x="130" y="98"/>
                      <a:pt x="114" y="92"/>
                    </a:cubicBezTo>
                    <a:cubicBezTo>
                      <a:pt x="110" y="91"/>
                      <a:pt x="104" y="86"/>
                      <a:pt x="100" y="86"/>
                    </a:cubicBezTo>
                    <a:cubicBezTo>
                      <a:pt x="93" y="85"/>
                      <a:pt x="90" y="82"/>
                      <a:pt x="84" y="81"/>
                    </a:cubicBezTo>
                    <a:cubicBezTo>
                      <a:pt x="72" y="79"/>
                      <a:pt x="62" y="77"/>
                      <a:pt x="52" y="74"/>
                    </a:cubicBezTo>
                    <a:cubicBezTo>
                      <a:pt x="33" y="68"/>
                      <a:pt x="0" y="36"/>
                      <a:pt x="6" y="0"/>
                    </a:cubicBezTo>
                  </a:path>
                </a:pathLst>
              </a:custGeom>
              <a:noFill/>
              <a:ln w="4763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371" name="Freeform 465">
                <a:extLst>
                  <a:ext uri="{FF2B5EF4-FFF2-40B4-BE49-F238E27FC236}">
                    <a16:creationId xmlns:a16="http://schemas.microsoft.com/office/drawing/2014/main" id="{6D69400B-1A56-4356-9336-D8E1AA0A0B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3" y="1280"/>
                <a:ext cx="159" cy="18"/>
              </a:xfrm>
              <a:custGeom>
                <a:avLst/>
                <a:gdLst>
                  <a:gd name="T0" fmla="*/ 5 w 99"/>
                  <a:gd name="T1" fmla="*/ 34 h 11"/>
                  <a:gd name="T2" fmla="*/ 199 w 99"/>
                  <a:gd name="T3" fmla="*/ 29 h 11"/>
                  <a:gd name="T4" fmla="*/ 410 w 99"/>
                  <a:gd name="T5" fmla="*/ 18 h 11"/>
                  <a:gd name="T6" fmla="*/ 363 w 99"/>
                  <a:gd name="T7" fmla="*/ 8 h 11"/>
                  <a:gd name="T8" fmla="*/ 252 w 99"/>
                  <a:gd name="T9" fmla="*/ 8 h 11"/>
                  <a:gd name="T10" fmla="*/ 108 w 99"/>
                  <a:gd name="T11" fmla="*/ 0 h 11"/>
                  <a:gd name="T12" fmla="*/ 0 w 99"/>
                  <a:gd name="T13" fmla="*/ 47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9" h="11">
                    <a:moveTo>
                      <a:pt x="1" y="8"/>
                    </a:moveTo>
                    <a:cubicBezTo>
                      <a:pt x="16" y="3"/>
                      <a:pt x="33" y="5"/>
                      <a:pt x="48" y="7"/>
                    </a:cubicBezTo>
                    <a:cubicBezTo>
                      <a:pt x="65" y="9"/>
                      <a:pt x="82" y="5"/>
                      <a:pt x="99" y="4"/>
                    </a:cubicBezTo>
                    <a:cubicBezTo>
                      <a:pt x="96" y="1"/>
                      <a:pt x="92" y="2"/>
                      <a:pt x="88" y="2"/>
                    </a:cubicBezTo>
                    <a:cubicBezTo>
                      <a:pt x="79" y="2"/>
                      <a:pt x="70" y="2"/>
                      <a:pt x="61" y="2"/>
                    </a:cubicBezTo>
                    <a:cubicBezTo>
                      <a:pt x="49" y="3"/>
                      <a:pt x="39" y="0"/>
                      <a:pt x="26" y="0"/>
                    </a:cubicBezTo>
                    <a:cubicBezTo>
                      <a:pt x="19" y="1"/>
                      <a:pt x="2" y="2"/>
                      <a:pt x="0" y="11"/>
                    </a:cubicBezTo>
                  </a:path>
                </a:pathLst>
              </a:custGeom>
              <a:solidFill>
                <a:srgbClr val="8249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372" name="Freeform 466">
                <a:extLst>
                  <a:ext uri="{FF2B5EF4-FFF2-40B4-BE49-F238E27FC236}">
                    <a16:creationId xmlns:a16="http://schemas.microsoft.com/office/drawing/2014/main" id="{9E4AACAB-5460-4A71-B35E-7408E9E4D7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2" y="1304"/>
                <a:ext cx="32" cy="40"/>
              </a:xfrm>
              <a:custGeom>
                <a:avLst/>
                <a:gdLst>
                  <a:gd name="T0" fmla="*/ 0 w 20"/>
                  <a:gd name="T1" fmla="*/ 0 h 25"/>
                  <a:gd name="T2" fmla="*/ 34 w 20"/>
                  <a:gd name="T3" fmla="*/ 86 h 25"/>
                  <a:gd name="T4" fmla="*/ 82 w 20"/>
                  <a:gd name="T5" fmla="*/ 42 h 25"/>
                  <a:gd name="T6" fmla="*/ 61 w 20"/>
                  <a:gd name="T7" fmla="*/ 54 h 25"/>
                  <a:gd name="T8" fmla="*/ 13 w 20"/>
                  <a:gd name="T9" fmla="*/ 5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25">
                    <a:moveTo>
                      <a:pt x="0" y="0"/>
                    </a:moveTo>
                    <a:cubicBezTo>
                      <a:pt x="1" y="6"/>
                      <a:pt x="4" y="17"/>
                      <a:pt x="8" y="21"/>
                    </a:cubicBezTo>
                    <a:cubicBezTo>
                      <a:pt x="13" y="25"/>
                      <a:pt x="20" y="17"/>
                      <a:pt x="20" y="10"/>
                    </a:cubicBezTo>
                    <a:cubicBezTo>
                      <a:pt x="19" y="12"/>
                      <a:pt x="17" y="13"/>
                      <a:pt x="15" y="13"/>
                    </a:cubicBezTo>
                    <a:cubicBezTo>
                      <a:pt x="10" y="13"/>
                      <a:pt x="2" y="5"/>
                      <a:pt x="3" y="1"/>
                    </a:cubicBezTo>
                  </a:path>
                </a:pathLst>
              </a:custGeom>
              <a:solidFill>
                <a:srgbClr val="8249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373" name="Freeform 467">
                <a:extLst>
                  <a:ext uri="{FF2B5EF4-FFF2-40B4-BE49-F238E27FC236}">
                    <a16:creationId xmlns:a16="http://schemas.microsoft.com/office/drawing/2014/main" id="{C98F9E03-76AA-4CD0-A33C-B86D5CBE95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8" y="2055"/>
                <a:ext cx="18" cy="19"/>
              </a:xfrm>
              <a:custGeom>
                <a:avLst/>
                <a:gdLst>
                  <a:gd name="T0" fmla="*/ 0 w 11"/>
                  <a:gd name="T1" fmla="*/ 27 h 12"/>
                  <a:gd name="T2" fmla="*/ 47 w 11"/>
                  <a:gd name="T3" fmla="*/ 33 h 12"/>
                  <a:gd name="T4" fmla="*/ 41 w 11"/>
                  <a:gd name="T5" fmla="*/ 5 h 12"/>
                  <a:gd name="T6" fmla="*/ 8 w 11"/>
                  <a:gd name="T7" fmla="*/ 8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12">
                    <a:moveTo>
                      <a:pt x="0" y="7"/>
                    </a:moveTo>
                    <a:cubicBezTo>
                      <a:pt x="2" y="11"/>
                      <a:pt x="9" y="12"/>
                      <a:pt x="11" y="8"/>
                    </a:cubicBezTo>
                    <a:cubicBezTo>
                      <a:pt x="11" y="7"/>
                      <a:pt x="10" y="2"/>
                      <a:pt x="9" y="1"/>
                    </a:cubicBezTo>
                    <a:cubicBezTo>
                      <a:pt x="7" y="0"/>
                      <a:pt x="4" y="1"/>
                      <a:pt x="2" y="2"/>
                    </a:cubicBezTo>
                  </a:path>
                </a:pathLst>
              </a:custGeom>
              <a:solidFill>
                <a:srgbClr val="8249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374" name="Freeform 468">
                <a:extLst>
                  <a:ext uri="{FF2B5EF4-FFF2-40B4-BE49-F238E27FC236}">
                    <a16:creationId xmlns:a16="http://schemas.microsoft.com/office/drawing/2014/main" id="{0102ECD2-938B-4968-BECD-BB5E2D45EF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8" y="2424"/>
                <a:ext cx="132" cy="63"/>
              </a:xfrm>
              <a:custGeom>
                <a:avLst/>
                <a:gdLst>
                  <a:gd name="T0" fmla="*/ 5 w 82"/>
                  <a:gd name="T1" fmla="*/ 76 h 39"/>
                  <a:gd name="T2" fmla="*/ 175 w 82"/>
                  <a:gd name="T3" fmla="*/ 160 h 39"/>
                  <a:gd name="T4" fmla="*/ 262 w 82"/>
                  <a:gd name="T5" fmla="*/ 126 h 39"/>
                  <a:gd name="T6" fmla="*/ 341 w 82"/>
                  <a:gd name="T7" fmla="*/ 0 h 39"/>
                  <a:gd name="T8" fmla="*/ 293 w 82"/>
                  <a:gd name="T9" fmla="*/ 50 h 39"/>
                  <a:gd name="T10" fmla="*/ 184 w 82"/>
                  <a:gd name="T11" fmla="*/ 94 h 39"/>
                  <a:gd name="T12" fmla="*/ 80 w 82"/>
                  <a:gd name="T13" fmla="*/ 63 h 39"/>
                  <a:gd name="T14" fmla="*/ 0 w 82"/>
                  <a:gd name="T15" fmla="*/ 39 h 3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2" h="39">
                    <a:moveTo>
                      <a:pt x="1" y="18"/>
                    </a:moveTo>
                    <a:cubicBezTo>
                      <a:pt x="14" y="29"/>
                      <a:pt x="25" y="39"/>
                      <a:pt x="42" y="38"/>
                    </a:cubicBezTo>
                    <a:cubicBezTo>
                      <a:pt x="50" y="38"/>
                      <a:pt x="58" y="36"/>
                      <a:pt x="63" y="30"/>
                    </a:cubicBezTo>
                    <a:cubicBezTo>
                      <a:pt x="70" y="24"/>
                      <a:pt x="81" y="10"/>
                      <a:pt x="82" y="0"/>
                    </a:cubicBezTo>
                    <a:cubicBezTo>
                      <a:pt x="78" y="1"/>
                      <a:pt x="74" y="8"/>
                      <a:pt x="70" y="12"/>
                    </a:cubicBezTo>
                    <a:cubicBezTo>
                      <a:pt x="63" y="19"/>
                      <a:pt x="54" y="22"/>
                      <a:pt x="44" y="22"/>
                    </a:cubicBezTo>
                    <a:cubicBezTo>
                      <a:pt x="35" y="22"/>
                      <a:pt x="28" y="18"/>
                      <a:pt x="19" y="15"/>
                    </a:cubicBezTo>
                    <a:cubicBezTo>
                      <a:pt x="14" y="14"/>
                      <a:pt x="2" y="16"/>
                      <a:pt x="0" y="9"/>
                    </a:cubicBezTo>
                  </a:path>
                </a:pathLst>
              </a:custGeom>
              <a:solidFill>
                <a:srgbClr val="8249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375" name="Freeform 469">
                <a:extLst>
                  <a:ext uri="{FF2B5EF4-FFF2-40B4-BE49-F238E27FC236}">
                    <a16:creationId xmlns:a16="http://schemas.microsoft.com/office/drawing/2014/main" id="{901F44D1-99CC-4805-8516-E48220016E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5" y="2476"/>
                <a:ext cx="50" cy="608"/>
              </a:xfrm>
              <a:custGeom>
                <a:avLst/>
                <a:gdLst>
                  <a:gd name="T0" fmla="*/ 0 w 31"/>
                  <a:gd name="T1" fmla="*/ 0 h 379"/>
                  <a:gd name="T2" fmla="*/ 123 w 31"/>
                  <a:gd name="T3" fmla="*/ 144 h 379"/>
                  <a:gd name="T4" fmla="*/ 90 w 31"/>
                  <a:gd name="T5" fmla="*/ 661 h 379"/>
                  <a:gd name="T6" fmla="*/ 97 w 31"/>
                  <a:gd name="T7" fmla="*/ 1168 h 379"/>
                  <a:gd name="T8" fmla="*/ 76 w 31"/>
                  <a:gd name="T9" fmla="*/ 1564 h 379"/>
                  <a:gd name="T10" fmla="*/ 55 w 31"/>
                  <a:gd name="T11" fmla="*/ 1155 h 379"/>
                  <a:gd name="T12" fmla="*/ 21 w 31"/>
                  <a:gd name="T13" fmla="*/ 391 h 379"/>
                  <a:gd name="T14" fmla="*/ 0 w 31"/>
                  <a:gd name="T15" fmla="*/ 0 h 37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1" h="379">
                    <a:moveTo>
                      <a:pt x="0" y="0"/>
                    </a:moveTo>
                    <a:cubicBezTo>
                      <a:pt x="13" y="11"/>
                      <a:pt x="29" y="10"/>
                      <a:pt x="29" y="35"/>
                    </a:cubicBezTo>
                    <a:cubicBezTo>
                      <a:pt x="29" y="60"/>
                      <a:pt x="21" y="109"/>
                      <a:pt x="22" y="160"/>
                    </a:cubicBezTo>
                    <a:cubicBezTo>
                      <a:pt x="23" y="211"/>
                      <a:pt x="22" y="260"/>
                      <a:pt x="23" y="283"/>
                    </a:cubicBezTo>
                    <a:cubicBezTo>
                      <a:pt x="24" y="306"/>
                      <a:pt x="31" y="332"/>
                      <a:pt x="18" y="379"/>
                    </a:cubicBezTo>
                    <a:cubicBezTo>
                      <a:pt x="22" y="361"/>
                      <a:pt x="22" y="313"/>
                      <a:pt x="13" y="280"/>
                    </a:cubicBezTo>
                    <a:cubicBezTo>
                      <a:pt x="4" y="247"/>
                      <a:pt x="2" y="129"/>
                      <a:pt x="5" y="95"/>
                    </a:cubicBezTo>
                    <a:cubicBezTo>
                      <a:pt x="8" y="61"/>
                      <a:pt x="11" y="14"/>
                      <a:pt x="0" y="0"/>
                    </a:cubicBezTo>
                  </a:path>
                </a:pathLst>
              </a:custGeom>
              <a:solidFill>
                <a:srgbClr val="8249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376" name="Freeform 470">
                <a:extLst>
                  <a:ext uri="{FF2B5EF4-FFF2-40B4-BE49-F238E27FC236}">
                    <a16:creationId xmlns:a16="http://schemas.microsoft.com/office/drawing/2014/main" id="{3E1886E9-4B02-48AC-ACFF-D099B33868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6" y="3215"/>
                <a:ext cx="39" cy="474"/>
              </a:xfrm>
              <a:custGeom>
                <a:avLst/>
                <a:gdLst>
                  <a:gd name="T0" fmla="*/ 75 w 24"/>
                  <a:gd name="T1" fmla="*/ 0 h 295"/>
                  <a:gd name="T2" fmla="*/ 63 w 24"/>
                  <a:gd name="T3" fmla="*/ 627 h 295"/>
                  <a:gd name="T4" fmla="*/ 18 w 24"/>
                  <a:gd name="T5" fmla="*/ 1224 h 295"/>
                  <a:gd name="T6" fmla="*/ 75 w 24"/>
                  <a:gd name="T7" fmla="*/ 0 h 29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" h="295">
                    <a:moveTo>
                      <a:pt x="17" y="0"/>
                    </a:moveTo>
                    <a:cubicBezTo>
                      <a:pt x="21" y="28"/>
                      <a:pt x="24" y="84"/>
                      <a:pt x="15" y="151"/>
                    </a:cubicBezTo>
                    <a:cubicBezTo>
                      <a:pt x="6" y="218"/>
                      <a:pt x="3" y="270"/>
                      <a:pt x="4" y="295"/>
                    </a:cubicBezTo>
                    <a:cubicBezTo>
                      <a:pt x="0" y="252"/>
                      <a:pt x="14" y="71"/>
                      <a:pt x="17" y="0"/>
                    </a:cubicBezTo>
                  </a:path>
                </a:pathLst>
              </a:custGeom>
              <a:solidFill>
                <a:srgbClr val="8249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377" name="Freeform 471">
                <a:extLst>
                  <a:ext uri="{FF2B5EF4-FFF2-40B4-BE49-F238E27FC236}">
                    <a16:creationId xmlns:a16="http://schemas.microsoft.com/office/drawing/2014/main" id="{FE62EDA0-0D79-49F6-9C3F-2239F8AE60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9" y="1295"/>
                <a:ext cx="119" cy="12"/>
              </a:xfrm>
              <a:custGeom>
                <a:avLst/>
                <a:gdLst>
                  <a:gd name="T0" fmla="*/ 137 w 74"/>
                  <a:gd name="T1" fmla="*/ 26 h 8"/>
                  <a:gd name="T2" fmla="*/ 307 w 74"/>
                  <a:gd name="T3" fmla="*/ 14 h 8"/>
                  <a:gd name="T4" fmla="*/ 191 w 74"/>
                  <a:gd name="T5" fmla="*/ 8 h 8"/>
                  <a:gd name="T6" fmla="*/ 0 w 74"/>
                  <a:gd name="T7" fmla="*/ 8 h 8"/>
                  <a:gd name="T8" fmla="*/ 137 w 74"/>
                  <a:gd name="T9" fmla="*/ 26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4" h="8">
                    <a:moveTo>
                      <a:pt x="33" y="7"/>
                    </a:moveTo>
                    <a:cubicBezTo>
                      <a:pt x="44" y="6"/>
                      <a:pt x="63" y="2"/>
                      <a:pt x="74" y="4"/>
                    </a:cubicBezTo>
                    <a:cubicBezTo>
                      <a:pt x="68" y="0"/>
                      <a:pt x="59" y="2"/>
                      <a:pt x="46" y="2"/>
                    </a:cubicBezTo>
                    <a:cubicBezTo>
                      <a:pt x="34" y="3"/>
                      <a:pt x="10" y="6"/>
                      <a:pt x="0" y="2"/>
                    </a:cubicBezTo>
                    <a:cubicBezTo>
                      <a:pt x="17" y="8"/>
                      <a:pt x="24" y="6"/>
                      <a:pt x="33" y="7"/>
                    </a:cubicBezTo>
                  </a:path>
                </a:pathLst>
              </a:custGeom>
              <a:solidFill>
                <a:srgbClr val="93574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378" name="Freeform 472">
                <a:extLst>
                  <a:ext uri="{FF2B5EF4-FFF2-40B4-BE49-F238E27FC236}">
                    <a16:creationId xmlns:a16="http://schemas.microsoft.com/office/drawing/2014/main" id="{58F8CB5D-C7A3-4C7C-97D0-F1100FBB38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9" y="1295"/>
                <a:ext cx="119" cy="12"/>
              </a:xfrm>
              <a:custGeom>
                <a:avLst/>
                <a:gdLst>
                  <a:gd name="T0" fmla="*/ 170 w 74"/>
                  <a:gd name="T1" fmla="*/ 26 h 8"/>
                  <a:gd name="T2" fmla="*/ 0 w 74"/>
                  <a:gd name="T3" fmla="*/ 14 h 8"/>
                  <a:gd name="T4" fmla="*/ 116 w 74"/>
                  <a:gd name="T5" fmla="*/ 8 h 8"/>
                  <a:gd name="T6" fmla="*/ 307 w 74"/>
                  <a:gd name="T7" fmla="*/ 8 h 8"/>
                  <a:gd name="T8" fmla="*/ 170 w 74"/>
                  <a:gd name="T9" fmla="*/ 26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4" h="8">
                    <a:moveTo>
                      <a:pt x="41" y="7"/>
                    </a:moveTo>
                    <a:cubicBezTo>
                      <a:pt x="30" y="6"/>
                      <a:pt x="11" y="2"/>
                      <a:pt x="0" y="4"/>
                    </a:cubicBezTo>
                    <a:cubicBezTo>
                      <a:pt x="6" y="0"/>
                      <a:pt x="15" y="2"/>
                      <a:pt x="28" y="2"/>
                    </a:cubicBezTo>
                    <a:cubicBezTo>
                      <a:pt x="40" y="3"/>
                      <a:pt x="64" y="6"/>
                      <a:pt x="74" y="2"/>
                    </a:cubicBezTo>
                    <a:cubicBezTo>
                      <a:pt x="57" y="8"/>
                      <a:pt x="50" y="6"/>
                      <a:pt x="41" y="7"/>
                    </a:cubicBezTo>
                  </a:path>
                </a:pathLst>
              </a:custGeom>
              <a:solidFill>
                <a:srgbClr val="93574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379" name="Freeform 473">
                <a:extLst>
                  <a:ext uri="{FF2B5EF4-FFF2-40B4-BE49-F238E27FC236}">
                    <a16:creationId xmlns:a16="http://schemas.microsoft.com/office/drawing/2014/main" id="{DA7B136E-EDB7-4450-886D-AE0ACCB5A9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" y="1888"/>
                <a:ext cx="26" cy="355"/>
              </a:xfrm>
              <a:custGeom>
                <a:avLst/>
                <a:gdLst>
                  <a:gd name="T0" fmla="*/ 39 w 16"/>
                  <a:gd name="T1" fmla="*/ 361 h 221"/>
                  <a:gd name="T2" fmla="*/ 8 w 16"/>
                  <a:gd name="T3" fmla="*/ 916 h 221"/>
                  <a:gd name="T4" fmla="*/ 5 w 16"/>
                  <a:gd name="T5" fmla="*/ 588 h 221"/>
                  <a:gd name="T6" fmla="*/ 68 w 16"/>
                  <a:gd name="T7" fmla="*/ 0 h 221"/>
                  <a:gd name="T8" fmla="*/ 39 w 16"/>
                  <a:gd name="T9" fmla="*/ 361 h 2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221">
                    <a:moveTo>
                      <a:pt x="9" y="87"/>
                    </a:moveTo>
                    <a:cubicBezTo>
                      <a:pt x="8" y="103"/>
                      <a:pt x="4" y="192"/>
                      <a:pt x="2" y="221"/>
                    </a:cubicBezTo>
                    <a:cubicBezTo>
                      <a:pt x="2" y="221"/>
                      <a:pt x="0" y="199"/>
                      <a:pt x="1" y="142"/>
                    </a:cubicBezTo>
                    <a:cubicBezTo>
                      <a:pt x="2" y="85"/>
                      <a:pt x="5" y="27"/>
                      <a:pt x="16" y="0"/>
                    </a:cubicBezTo>
                    <a:cubicBezTo>
                      <a:pt x="12" y="11"/>
                      <a:pt x="11" y="63"/>
                      <a:pt x="9" y="87"/>
                    </a:cubicBezTo>
                  </a:path>
                </a:pathLst>
              </a:custGeom>
              <a:solidFill>
                <a:srgbClr val="93574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380" name="Freeform 474">
                <a:extLst>
                  <a:ext uri="{FF2B5EF4-FFF2-40B4-BE49-F238E27FC236}">
                    <a16:creationId xmlns:a16="http://schemas.microsoft.com/office/drawing/2014/main" id="{9BA7896B-AA4B-46CF-831D-C401D8C624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7" y="1922"/>
                <a:ext cx="26" cy="355"/>
              </a:xfrm>
              <a:custGeom>
                <a:avLst/>
                <a:gdLst>
                  <a:gd name="T0" fmla="*/ 29 w 16"/>
                  <a:gd name="T1" fmla="*/ 361 h 221"/>
                  <a:gd name="T2" fmla="*/ 60 w 16"/>
                  <a:gd name="T3" fmla="*/ 916 h 221"/>
                  <a:gd name="T4" fmla="*/ 63 w 16"/>
                  <a:gd name="T5" fmla="*/ 588 h 221"/>
                  <a:gd name="T6" fmla="*/ 0 w 16"/>
                  <a:gd name="T7" fmla="*/ 0 h 221"/>
                  <a:gd name="T8" fmla="*/ 29 w 16"/>
                  <a:gd name="T9" fmla="*/ 361 h 2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221">
                    <a:moveTo>
                      <a:pt x="7" y="87"/>
                    </a:moveTo>
                    <a:cubicBezTo>
                      <a:pt x="8" y="103"/>
                      <a:pt x="12" y="192"/>
                      <a:pt x="14" y="221"/>
                    </a:cubicBezTo>
                    <a:cubicBezTo>
                      <a:pt x="14" y="221"/>
                      <a:pt x="16" y="199"/>
                      <a:pt x="15" y="142"/>
                    </a:cubicBezTo>
                    <a:cubicBezTo>
                      <a:pt x="14" y="85"/>
                      <a:pt x="11" y="27"/>
                      <a:pt x="0" y="0"/>
                    </a:cubicBezTo>
                    <a:cubicBezTo>
                      <a:pt x="4" y="11"/>
                      <a:pt x="5" y="63"/>
                      <a:pt x="7" y="87"/>
                    </a:cubicBezTo>
                  </a:path>
                </a:pathLst>
              </a:custGeom>
              <a:solidFill>
                <a:srgbClr val="8249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381" name="Freeform 475">
                <a:extLst>
                  <a:ext uri="{FF2B5EF4-FFF2-40B4-BE49-F238E27FC236}">
                    <a16:creationId xmlns:a16="http://schemas.microsoft.com/office/drawing/2014/main" id="{0E043630-CCB8-4416-AA6D-7B4032099C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6" y="1933"/>
                <a:ext cx="74" cy="376"/>
              </a:xfrm>
              <a:custGeom>
                <a:avLst/>
                <a:gdLst>
                  <a:gd name="T0" fmla="*/ 8 w 46"/>
                  <a:gd name="T1" fmla="*/ 0 h 234"/>
                  <a:gd name="T2" fmla="*/ 101 w 46"/>
                  <a:gd name="T3" fmla="*/ 439 h 234"/>
                  <a:gd name="T4" fmla="*/ 166 w 46"/>
                  <a:gd name="T5" fmla="*/ 971 h 234"/>
                  <a:gd name="T6" fmla="*/ 142 w 46"/>
                  <a:gd name="T7" fmla="*/ 477 h 234"/>
                  <a:gd name="T8" fmla="*/ 8 w 46"/>
                  <a:gd name="T9" fmla="*/ 0 h 2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6" h="234">
                    <a:moveTo>
                      <a:pt x="2" y="0"/>
                    </a:moveTo>
                    <a:cubicBezTo>
                      <a:pt x="0" y="18"/>
                      <a:pt x="13" y="67"/>
                      <a:pt x="24" y="106"/>
                    </a:cubicBezTo>
                    <a:cubicBezTo>
                      <a:pt x="36" y="146"/>
                      <a:pt x="41" y="191"/>
                      <a:pt x="40" y="234"/>
                    </a:cubicBezTo>
                    <a:cubicBezTo>
                      <a:pt x="46" y="195"/>
                      <a:pt x="41" y="145"/>
                      <a:pt x="34" y="115"/>
                    </a:cubicBezTo>
                    <a:cubicBezTo>
                      <a:pt x="28" y="85"/>
                      <a:pt x="0" y="10"/>
                      <a:pt x="2" y="0"/>
                    </a:cubicBezTo>
                  </a:path>
                </a:pathLst>
              </a:custGeom>
              <a:solidFill>
                <a:srgbClr val="93574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382" name="Freeform 476">
                <a:extLst>
                  <a:ext uri="{FF2B5EF4-FFF2-40B4-BE49-F238E27FC236}">
                    <a16:creationId xmlns:a16="http://schemas.microsoft.com/office/drawing/2014/main" id="{7793D48C-8E61-4985-B74E-9BDB4A745B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" y="2501"/>
                <a:ext cx="69" cy="106"/>
              </a:xfrm>
              <a:custGeom>
                <a:avLst/>
                <a:gdLst>
                  <a:gd name="T0" fmla="*/ 90 w 43"/>
                  <a:gd name="T1" fmla="*/ 0 h 66"/>
                  <a:gd name="T2" fmla="*/ 136 w 43"/>
                  <a:gd name="T3" fmla="*/ 259 h 66"/>
                  <a:gd name="T4" fmla="*/ 170 w 43"/>
                  <a:gd name="T5" fmla="*/ 239 h 66"/>
                  <a:gd name="T6" fmla="*/ 136 w 43"/>
                  <a:gd name="T7" fmla="*/ 170 h 66"/>
                  <a:gd name="T8" fmla="*/ 124 w 43"/>
                  <a:gd name="T9" fmla="*/ 82 h 66"/>
                  <a:gd name="T10" fmla="*/ 103 w 43"/>
                  <a:gd name="T11" fmla="*/ 0 h 6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3" h="66">
                    <a:moveTo>
                      <a:pt x="22" y="0"/>
                    </a:moveTo>
                    <a:cubicBezTo>
                      <a:pt x="0" y="15"/>
                      <a:pt x="13" y="53"/>
                      <a:pt x="33" y="62"/>
                    </a:cubicBezTo>
                    <a:cubicBezTo>
                      <a:pt x="38" y="64"/>
                      <a:pt x="43" y="66"/>
                      <a:pt x="41" y="58"/>
                    </a:cubicBezTo>
                    <a:cubicBezTo>
                      <a:pt x="40" y="52"/>
                      <a:pt x="34" y="48"/>
                      <a:pt x="33" y="41"/>
                    </a:cubicBezTo>
                    <a:cubicBezTo>
                      <a:pt x="32" y="34"/>
                      <a:pt x="30" y="27"/>
                      <a:pt x="30" y="20"/>
                    </a:cubicBezTo>
                    <a:cubicBezTo>
                      <a:pt x="29" y="13"/>
                      <a:pt x="30" y="5"/>
                      <a:pt x="25" y="0"/>
                    </a:cubicBezTo>
                  </a:path>
                </a:pathLst>
              </a:custGeom>
              <a:solidFill>
                <a:srgbClr val="8249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383" name="Freeform 477">
                <a:extLst>
                  <a:ext uri="{FF2B5EF4-FFF2-40B4-BE49-F238E27FC236}">
                    <a16:creationId xmlns:a16="http://schemas.microsoft.com/office/drawing/2014/main" id="{177B6BC2-98DF-4627-A874-CDE33EDB6C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0" y="2501"/>
                <a:ext cx="55" cy="105"/>
              </a:xfrm>
              <a:custGeom>
                <a:avLst/>
                <a:gdLst>
                  <a:gd name="T0" fmla="*/ 68 w 34"/>
                  <a:gd name="T1" fmla="*/ 16 h 65"/>
                  <a:gd name="T2" fmla="*/ 42 w 34"/>
                  <a:gd name="T3" fmla="*/ 126 h 65"/>
                  <a:gd name="T4" fmla="*/ 0 w 34"/>
                  <a:gd name="T5" fmla="*/ 220 h 65"/>
                  <a:gd name="T6" fmla="*/ 47 w 34"/>
                  <a:gd name="T7" fmla="*/ 247 h 65"/>
                  <a:gd name="T8" fmla="*/ 128 w 34"/>
                  <a:gd name="T9" fmla="*/ 152 h 65"/>
                  <a:gd name="T10" fmla="*/ 84 w 34"/>
                  <a:gd name="T11" fmla="*/ 0 h 6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4" h="65">
                    <a:moveTo>
                      <a:pt x="16" y="4"/>
                    </a:moveTo>
                    <a:cubicBezTo>
                      <a:pt x="14" y="13"/>
                      <a:pt x="12" y="22"/>
                      <a:pt x="10" y="30"/>
                    </a:cubicBezTo>
                    <a:cubicBezTo>
                      <a:pt x="8" y="38"/>
                      <a:pt x="7" y="48"/>
                      <a:pt x="0" y="52"/>
                    </a:cubicBezTo>
                    <a:cubicBezTo>
                      <a:pt x="5" y="59"/>
                      <a:pt x="2" y="65"/>
                      <a:pt x="11" y="59"/>
                    </a:cubicBezTo>
                    <a:cubicBezTo>
                      <a:pt x="19" y="54"/>
                      <a:pt x="27" y="44"/>
                      <a:pt x="30" y="36"/>
                    </a:cubicBezTo>
                    <a:cubicBezTo>
                      <a:pt x="34" y="21"/>
                      <a:pt x="32" y="10"/>
                      <a:pt x="20" y="0"/>
                    </a:cubicBezTo>
                  </a:path>
                </a:pathLst>
              </a:custGeom>
              <a:solidFill>
                <a:srgbClr val="8249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384" name="Freeform 478">
                <a:extLst>
                  <a:ext uri="{FF2B5EF4-FFF2-40B4-BE49-F238E27FC236}">
                    <a16:creationId xmlns:a16="http://schemas.microsoft.com/office/drawing/2014/main" id="{02A43158-CA9D-4DF8-B0B8-C7DAA13F94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4" y="3199"/>
                <a:ext cx="37" cy="517"/>
              </a:xfrm>
              <a:custGeom>
                <a:avLst/>
                <a:gdLst>
                  <a:gd name="T0" fmla="*/ 68 w 23"/>
                  <a:gd name="T1" fmla="*/ 1333 h 322"/>
                  <a:gd name="T2" fmla="*/ 26 w 23"/>
                  <a:gd name="T3" fmla="*/ 554 h 322"/>
                  <a:gd name="T4" fmla="*/ 47 w 23"/>
                  <a:gd name="T5" fmla="*/ 0 h 322"/>
                  <a:gd name="T6" fmla="*/ 76 w 23"/>
                  <a:gd name="T7" fmla="*/ 575 h 322"/>
                  <a:gd name="T8" fmla="*/ 68 w 23"/>
                  <a:gd name="T9" fmla="*/ 1333 h 3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322">
                    <a:moveTo>
                      <a:pt x="16" y="322"/>
                    </a:moveTo>
                    <a:cubicBezTo>
                      <a:pt x="20" y="301"/>
                      <a:pt x="12" y="190"/>
                      <a:pt x="6" y="134"/>
                    </a:cubicBezTo>
                    <a:cubicBezTo>
                      <a:pt x="0" y="77"/>
                      <a:pt x="2" y="25"/>
                      <a:pt x="11" y="0"/>
                    </a:cubicBezTo>
                    <a:cubicBezTo>
                      <a:pt x="7" y="20"/>
                      <a:pt x="14" y="87"/>
                      <a:pt x="18" y="139"/>
                    </a:cubicBezTo>
                    <a:cubicBezTo>
                      <a:pt x="23" y="191"/>
                      <a:pt x="22" y="299"/>
                      <a:pt x="16" y="322"/>
                    </a:cubicBezTo>
                  </a:path>
                </a:pathLst>
              </a:custGeom>
              <a:solidFill>
                <a:srgbClr val="93574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385" name="Freeform 479">
                <a:extLst>
                  <a:ext uri="{FF2B5EF4-FFF2-40B4-BE49-F238E27FC236}">
                    <a16:creationId xmlns:a16="http://schemas.microsoft.com/office/drawing/2014/main" id="{34104391-D2F9-41C6-8479-87639AC518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6" y="3769"/>
                <a:ext cx="29" cy="125"/>
              </a:xfrm>
              <a:custGeom>
                <a:avLst/>
                <a:gdLst>
                  <a:gd name="T0" fmla="*/ 71 w 18"/>
                  <a:gd name="T1" fmla="*/ 0 h 78"/>
                  <a:gd name="T2" fmla="*/ 50 w 18"/>
                  <a:gd name="T3" fmla="*/ 184 h 78"/>
                  <a:gd name="T4" fmla="*/ 60 w 18"/>
                  <a:gd name="T5" fmla="*/ 321 h 78"/>
                  <a:gd name="T6" fmla="*/ 5 w 18"/>
                  <a:gd name="T7" fmla="*/ 213 h 78"/>
                  <a:gd name="T8" fmla="*/ 47 w 18"/>
                  <a:gd name="T9" fmla="*/ 152 h 78"/>
                  <a:gd name="T10" fmla="*/ 76 w 18"/>
                  <a:gd name="T11" fmla="*/ 42 h 7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8" h="78">
                    <a:moveTo>
                      <a:pt x="17" y="0"/>
                    </a:moveTo>
                    <a:cubicBezTo>
                      <a:pt x="16" y="16"/>
                      <a:pt x="15" y="29"/>
                      <a:pt x="12" y="45"/>
                    </a:cubicBezTo>
                    <a:cubicBezTo>
                      <a:pt x="9" y="57"/>
                      <a:pt x="14" y="66"/>
                      <a:pt x="14" y="78"/>
                    </a:cubicBezTo>
                    <a:cubicBezTo>
                      <a:pt x="11" y="70"/>
                      <a:pt x="0" y="59"/>
                      <a:pt x="1" y="52"/>
                    </a:cubicBezTo>
                    <a:cubicBezTo>
                      <a:pt x="2" y="47"/>
                      <a:pt x="9" y="42"/>
                      <a:pt x="11" y="37"/>
                    </a:cubicBezTo>
                    <a:cubicBezTo>
                      <a:pt x="15" y="28"/>
                      <a:pt x="12" y="18"/>
                      <a:pt x="18" y="10"/>
                    </a:cubicBezTo>
                  </a:path>
                </a:pathLst>
              </a:custGeom>
              <a:solidFill>
                <a:srgbClr val="8249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386" name="Freeform 480">
                <a:extLst>
                  <a:ext uri="{FF2B5EF4-FFF2-40B4-BE49-F238E27FC236}">
                    <a16:creationId xmlns:a16="http://schemas.microsoft.com/office/drawing/2014/main" id="{2584B6D2-F10F-47F3-A8DB-FF90F3B00E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9" y="3708"/>
                <a:ext cx="28" cy="138"/>
              </a:xfrm>
              <a:custGeom>
                <a:avLst/>
                <a:gdLst>
                  <a:gd name="T0" fmla="*/ 54 w 17"/>
                  <a:gd name="T1" fmla="*/ 149 h 86"/>
                  <a:gd name="T2" fmla="*/ 49 w 17"/>
                  <a:gd name="T3" fmla="*/ 355 h 86"/>
                  <a:gd name="T4" fmla="*/ 21 w 17"/>
                  <a:gd name="T5" fmla="*/ 170 h 86"/>
                  <a:gd name="T6" fmla="*/ 5 w 17"/>
                  <a:gd name="T7" fmla="*/ 75 h 86"/>
                  <a:gd name="T8" fmla="*/ 8 w 17"/>
                  <a:gd name="T9" fmla="*/ 0 h 86"/>
                  <a:gd name="T10" fmla="*/ 58 w 17"/>
                  <a:gd name="T11" fmla="*/ 144 h 8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7" h="86">
                    <a:moveTo>
                      <a:pt x="12" y="36"/>
                    </a:moveTo>
                    <a:cubicBezTo>
                      <a:pt x="17" y="54"/>
                      <a:pt x="17" y="68"/>
                      <a:pt x="11" y="86"/>
                    </a:cubicBezTo>
                    <a:cubicBezTo>
                      <a:pt x="13" y="72"/>
                      <a:pt x="10" y="54"/>
                      <a:pt x="5" y="41"/>
                    </a:cubicBezTo>
                    <a:cubicBezTo>
                      <a:pt x="1" y="32"/>
                      <a:pt x="0" y="28"/>
                      <a:pt x="1" y="18"/>
                    </a:cubicBezTo>
                    <a:cubicBezTo>
                      <a:pt x="2" y="12"/>
                      <a:pt x="4" y="5"/>
                      <a:pt x="2" y="0"/>
                    </a:cubicBezTo>
                    <a:cubicBezTo>
                      <a:pt x="4" y="12"/>
                      <a:pt x="9" y="24"/>
                      <a:pt x="13" y="35"/>
                    </a:cubicBezTo>
                  </a:path>
                </a:pathLst>
              </a:custGeom>
              <a:solidFill>
                <a:srgbClr val="8249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387" name="Freeform 481">
                <a:extLst>
                  <a:ext uri="{FF2B5EF4-FFF2-40B4-BE49-F238E27FC236}">
                    <a16:creationId xmlns:a16="http://schemas.microsoft.com/office/drawing/2014/main" id="{41C9BB54-4C16-4BF0-A3EE-65F27BE6A7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6" y="2472"/>
                <a:ext cx="76" cy="217"/>
              </a:xfrm>
              <a:custGeom>
                <a:avLst/>
                <a:gdLst>
                  <a:gd name="T0" fmla="*/ 115 w 47"/>
                  <a:gd name="T1" fmla="*/ 55 h 135"/>
                  <a:gd name="T2" fmla="*/ 84 w 47"/>
                  <a:gd name="T3" fmla="*/ 561 h 135"/>
                  <a:gd name="T4" fmla="*/ 105 w 47"/>
                  <a:gd name="T5" fmla="*/ 375 h 135"/>
                  <a:gd name="T6" fmla="*/ 110 w 47"/>
                  <a:gd name="T7" fmla="*/ 183 h 135"/>
                  <a:gd name="T8" fmla="*/ 131 w 47"/>
                  <a:gd name="T9" fmla="*/ 90 h 135"/>
                  <a:gd name="T10" fmla="*/ 199 w 47"/>
                  <a:gd name="T11" fmla="*/ 0 h 135"/>
                  <a:gd name="T12" fmla="*/ 102 w 47"/>
                  <a:gd name="T13" fmla="*/ 63 h 13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7" h="135">
                    <a:moveTo>
                      <a:pt x="27" y="13"/>
                    </a:moveTo>
                    <a:cubicBezTo>
                      <a:pt x="0" y="25"/>
                      <a:pt x="30" y="103"/>
                      <a:pt x="20" y="135"/>
                    </a:cubicBezTo>
                    <a:cubicBezTo>
                      <a:pt x="19" y="119"/>
                      <a:pt x="23" y="105"/>
                      <a:pt x="25" y="90"/>
                    </a:cubicBezTo>
                    <a:cubicBezTo>
                      <a:pt x="26" y="75"/>
                      <a:pt x="24" y="59"/>
                      <a:pt x="26" y="44"/>
                    </a:cubicBezTo>
                    <a:cubicBezTo>
                      <a:pt x="26" y="36"/>
                      <a:pt x="27" y="29"/>
                      <a:pt x="31" y="22"/>
                    </a:cubicBezTo>
                    <a:cubicBezTo>
                      <a:pt x="35" y="16"/>
                      <a:pt x="41" y="2"/>
                      <a:pt x="47" y="0"/>
                    </a:cubicBezTo>
                    <a:cubicBezTo>
                      <a:pt x="39" y="3"/>
                      <a:pt x="32" y="11"/>
                      <a:pt x="24" y="15"/>
                    </a:cubicBezTo>
                  </a:path>
                </a:pathLst>
              </a:custGeom>
              <a:solidFill>
                <a:srgbClr val="93574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388" name="Freeform 482">
                <a:extLst>
                  <a:ext uri="{FF2B5EF4-FFF2-40B4-BE49-F238E27FC236}">
                    <a16:creationId xmlns:a16="http://schemas.microsoft.com/office/drawing/2014/main" id="{E719397F-1516-45F1-9FBD-31BDCADE12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2" y="2914"/>
                <a:ext cx="32" cy="250"/>
              </a:xfrm>
              <a:custGeom>
                <a:avLst/>
                <a:gdLst>
                  <a:gd name="T0" fmla="*/ 42 w 20"/>
                  <a:gd name="T1" fmla="*/ 0 h 156"/>
                  <a:gd name="T2" fmla="*/ 34 w 20"/>
                  <a:gd name="T3" fmla="*/ 321 h 156"/>
                  <a:gd name="T4" fmla="*/ 56 w 20"/>
                  <a:gd name="T5" fmla="*/ 643 h 156"/>
                  <a:gd name="T6" fmla="*/ 67 w 20"/>
                  <a:gd name="T7" fmla="*/ 349 h 156"/>
                  <a:gd name="T8" fmla="*/ 48 w 20"/>
                  <a:gd name="T9" fmla="*/ 87 h 156"/>
                  <a:gd name="T10" fmla="*/ 42 w 20"/>
                  <a:gd name="T11" fmla="*/ 0 h 15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0" h="156">
                    <a:moveTo>
                      <a:pt x="10" y="0"/>
                    </a:moveTo>
                    <a:cubicBezTo>
                      <a:pt x="8" y="23"/>
                      <a:pt x="0" y="49"/>
                      <a:pt x="8" y="78"/>
                    </a:cubicBezTo>
                    <a:cubicBezTo>
                      <a:pt x="15" y="107"/>
                      <a:pt x="19" y="130"/>
                      <a:pt x="14" y="156"/>
                    </a:cubicBezTo>
                    <a:cubicBezTo>
                      <a:pt x="20" y="135"/>
                      <a:pt x="19" y="103"/>
                      <a:pt x="16" y="85"/>
                    </a:cubicBezTo>
                    <a:cubicBezTo>
                      <a:pt x="13" y="68"/>
                      <a:pt x="10" y="35"/>
                      <a:pt x="12" y="21"/>
                    </a:cubicBezTo>
                    <a:cubicBezTo>
                      <a:pt x="13" y="6"/>
                      <a:pt x="10" y="0"/>
                      <a:pt x="10" y="0"/>
                    </a:cubicBezTo>
                  </a:path>
                </a:pathLst>
              </a:custGeom>
              <a:solidFill>
                <a:srgbClr val="93574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389" name="Freeform 483">
                <a:extLst>
                  <a:ext uri="{FF2B5EF4-FFF2-40B4-BE49-F238E27FC236}">
                    <a16:creationId xmlns:a16="http://schemas.microsoft.com/office/drawing/2014/main" id="{7D4780F5-8EB2-43F7-A463-1469212AAF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5" y="3953"/>
                <a:ext cx="114" cy="73"/>
              </a:xfrm>
              <a:custGeom>
                <a:avLst/>
                <a:gdLst>
                  <a:gd name="T0" fmla="*/ 47 w 71"/>
                  <a:gd name="T1" fmla="*/ 149 h 45"/>
                  <a:gd name="T2" fmla="*/ 218 w 71"/>
                  <a:gd name="T3" fmla="*/ 152 h 45"/>
                  <a:gd name="T4" fmla="*/ 252 w 71"/>
                  <a:gd name="T5" fmla="*/ 0 h 45"/>
                  <a:gd name="T6" fmla="*/ 239 w 71"/>
                  <a:gd name="T7" fmla="*/ 50 h 45"/>
                  <a:gd name="T8" fmla="*/ 162 w 71"/>
                  <a:gd name="T9" fmla="*/ 89 h 45"/>
                  <a:gd name="T10" fmla="*/ 16 w 71"/>
                  <a:gd name="T11" fmla="*/ 76 h 45"/>
                  <a:gd name="T12" fmla="*/ 26 w 71"/>
                  <a:gd name="T13" fmla="*/ 152 h 4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1" h="45">
                    <a:moveTo>
                      <a:pt x="11" y="35"/>
                    </a:moveTo>
                    <a:cubicBezTo>
                      <a:pt x="21" y="45"/>
                      <a:pt x="41" y="42"/>
                      <a:pt x="53" y="36"/>
                    </a:cubicBezTo>
                    <a:cubicBezTo>
                      <a:pt x="71" y="27"/>
                      <a:pt x="67" y="16"/>
                      <a:pt x="61" y="0"/>
                    </a:cubicBezTo>
                    <a:cubicBezTo>
                      <a:pt x="61" y="5"/>
                      <a:pt x="62" y="8"/>
                      <a:pt x="58" y="12"/>
                    </a:cubicBezTo>
                    <a:cubicBezTo>
                      <a:pt x="54" y="17"/>
                      <a:pt x="45" y="20"/>
                      <a:pt x="39" y="21"/>
                    </a:cubicBezTo>
                    <a:cubicBezTo>
                      <a:pt x="27" y="24"/>
                      <a:pt x="15" y="21"/>
                      <a:pt x="4" y="18"/>
                    </a:cubicBezTo>
                    <a:cubicBezTo>
                      <a:pt x="0" y="22"/>
                      <a:pt x="6" y="31"/>
                      <a:pt x="6" y="36"/>
                    </a:cubicBezTo>
                  </a:path>
                </a:pathLst>
              </a:custGeom>
              <a:solidFill>
                <a:srgbClr val="8249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390" name="Freeform 484">
                <a:extLst>
                  <a:ext uri="{FF2B5EF4-FFF2-40B4-BE49-F238E27FC236}">
                    <a16:creationId xmlns:a16="http://schemas.microsoft.com/office/drawing/2014/main" id="{6D6910B3-9EEF-4C97-B32B-5666AC303D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7" y="3856"/>
                <a:ext cx="121" cy="160"/>
              </a:xfrm>
              <a:custGeom>
                <a:avLst/>
                <a:gdLst>
                  <a:gd name="T0" fmla="*/ 0 w 75"/>
                  <a:gd name="T1" fmla="*/ 410 h 100"/>
                  <a:gd name="T2" fmla="*/ 89 w 75"/>
                  <a:gd name="T3" fmla="*/ 394 h 100"/>
                  <a:gd name="T4" fmla="*/ 158 w 75"/>
                  <a:gd name="T5" fmla="*/ 402 h 100"/>
                  <a:gd name="T6" fmla="*/ 224 w 75"/>
                  <a:gd name="T7" fmla="*/ 381 h 100"/>
                  <a:gd name="T8" fmla="*/ 266 w 75"/>
                  <a:gd name="T9" fmla="*/ 312 h 100"/>
                  <a:gd name="T10" fmla="*/ 286 w 75"/>
                  <a:gd name="T11" fmla="*/ 149 h 100"/>
                  <a:gd name="T12" fmla="*/ 268 w 75"/>
                  <a:gd name="T13" fmla="*/ 0 h 100"/>
                  <a:gd name="T14" fmla="*/ 224 w 75"/>
                  <a:gd name="T15" fmla="*/ 82 h 100"/>
                  <a:gd name="T16" fmla="*/ 226 w 75"/>
                  <a:gd name="T17" fmla="*/ 189 h 100"/>
                  <a:gd name="T18" fmla="*/ 179 w 75"/>
                  <a:gd name="T19" fmla="*/ 282 h 100"/>
                  <a:gd name="T20" fmla="*/ 110 w 75"/>
                  <a:gd name="T21" fmla="*/ 368 h 10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75" h="100">
                    <a:moveTo>
                      <a:pt x="0" y="100"/>
                    </a:moveTo>
                    <a:cubicBezTo>
                      <a:pt x="7" y="97"/>
                      <a:pt x="13" y="96"/>
                      <a:pt x="21" y="96"/>
                    </a:cubicBezTo>
                    <a:cubicBezTo>
                      <a:pt x="27" y="97"/>
                      <a:pt x="32" y="99"/>
                      <a:pt x="38" y="98"/>
                    </a:cubicBezTo>
                    <a:cubicBezTo>
                      <a:pt x="43" y="98"/>
                      <a:pt x="49" y="95"/>
                      <a:pt x="53" y="93"/>
                    </a:cubicBezTo>
                    <a:cubicBezTo>
                      <a:pt x="60" y="89"/>
                      <a:pt x="61" y="84"/>
                      <a:pt x="63" y="76"/>
                    </a:cubicBezTo>
                    <a:cubicBezTo>
                      <a:pt x="66" y="63"/>
                      <a:pt x="67" y="50"/>
                      <a:pt x="68" y="36"/>
                    </a:cubicBezTo>
                    <a:cubicBezTo>
                      <a:pt x="68" y="25"/>
                      <a:pt x="75" y="8"/>
                      <a:pt x="64" y="0"/>
                    </a:cubicBezTo>
                    <a:cubicBezTo>
                      <a:pt x="60" y="4"/>
                      <a:pt x="54" y="14"/>
                      <a:pt x="53" y="20"/>
                    </a:cubicBezTo>
                    <a:cubicBezTo>
                      <a:pt x="51" y="28"/>
                      <a:pt x="55" y="38"/>
                      <a:pt x="54" y="46"/>
                    </a:cubicBezTo>
                    <a:cubicBezTo>
                      <a:pt x="53" y="55"/>
                      <a:pt x="49" y="62"/>
                      <a:pt x="43" y="69"/>
                    </a:cubicBezTo>
                    <a:cubicBezTo>
                      <a:pt x="38" y="75"/>
                      <a:pt x="36" y="89"/>
                      <a:pt x="26" y="90"/>
                    </a:cubicBezTo>
                  </a:path>
                </a:pathLst>
              </a:custGeom>
              <a:solidFill>
                <a:srgbClr val="8249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391" name="Freeform 485">
                <a:extLst>
                  <a:ext uri="{FF2B5EF4-FFF2-40B4-BE49-F238E27FC236}">
                    <a16:creationId xmlns:a16="http://schemas.microsoft.com/office/drawing/2014/main" id="{93B1AEC9-26B7-4F85-B322-986A766799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2" y="2057"/>
                <a:ext cx="33" cy="11"/>
              </a:xfrm>
              <a:custGeom>
                <a:avLst/>
                <a:gdLst>
                  <a:gd name="T0" fmla="*/ 0 w 21"/>
                  <a:gd name="T1" fmla="*/ 27 h 7"/>
                  <a:gd name="T2" fmla="*/ 39 w 21"/>
                  <a:gd name="T3" fmla="*/ 0 h 7"/>
                  <a:gd name="T4" fmla="*/ 82 w 21"/>
                  <a:gd name="T5" fmla="*/ 27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7">
                    <a:moveTo>
                      <a:pt x="0" y="7"/>
                    </a:moveTo>
                    <a:cubicBezTo>
                      <a:pt x="5" y="1"/>
                      <a:pt x="6" y="0"/>
                      <a:pt x="10" y="0"/>
                    </a:cubicBezTo>
                    <a:cubicBezTo>
                      <a:pt x="15" y="0"/>
                      <a:pt x="16" y="1"/>
                      <a:pt x="21" y="7"/>
                    </a:cubicBezTo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392" name="Freeform 486">
                <a:extLst>
                  <a:ext uri="{FF2B5EF4-FFF2-40B4-BE49-F238E27FC236}">
                    <a16:creationId xmlns:a16="http://schemas.microsoft.com/office/drawing/2014/main" id="{F98A81B2-96B5-4912-8DA1-FBF12B17B3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8" y="2063"/>
                <a:ext cx="21" cy="10"/>
              </a:xfrm>
              <a:custGeom>
                <a:avLst/>
                <a:gdLst>
                  <a:gd name="T0" fmla="*/ 0 w 13"/>
                  <a:gd name="T1" fmla="*/ 0 h 6"/>
                  <a:gd name="T2" fmla="*/ 55 w 13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6">
                    <a:moveTo>
                      <a:pt x="0" y="0"/>
                    </a:moveTo>
                    <a:cubicBezTo>
                      <a:pt x="2" y="6"/>
                      <a:pt x="11" y="6"/>
                      <a:pt x="13" y="0"/>
                    </a:cubicBezTo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393" name="Freeform 487">
                <a:extLst>
                  <a:ext uri="{FF2B5EF4-FFF2-40B4-BE49-F238E27FC236}">
                    <a16:creationId xmlns:a16="http://schemas.microsoft.com/office/drawing/2014/main" id="{F700387F-29B5-489B-8147-CA4541AB20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8" y="1285"/>
                <a:ext cx="163" cy="18"/>
              </a:xfrm>
              <a:custGeom>
                <a:avLst/>
                <a:gdLst>
                  <a:gd name="T0" fmla="*/ 0 w 101"/>
                  <a:gd name="T1" fmla="*/ 0 h 11"/>
                  <a:gd name="T2" fmla="*/ 115 w 101"/>
                  <a:gd name="T3" fmla="*/ 21 h 11"/>
                  <a:gd name="T4" fmla="*/ 245 w 101"/>
                  <a:gd name="T5" fmla="*/ 26 h 11"/>
                  <a:gd name="T6" fmla="*/ 412 w 101"/>
                  <a:gd name="T7" fmla="*/ 34 h 11"/>
                  <a:gd name="T8" fmla="*/ 424 w 101"/>
                  <a:gd name="T9" fmla="*/ 47 h 11"/>
                  <a:gd name="T10" fmla="*/ 420 w 101"/>
                  <a:gd name="T11" fmla="*/ 26 h 11"/>
                  <a:gd name="T12" fmla="*/ 245 w 101"/>
                  <a:gd name="T13" fmla="*/ 18 h 11"/>
                  <a:gd name="T14" fmla="*/ 118 w 101"/>
                  <a:gd name="T15" fmla="*/ 18 h 11"/>
                  <a:gd name="T16" fmla="*/ 0 w 101"/>
                  <a:gd name="T17" fmla="*/ 0 h 1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1" h="11">
                    <a:moveTo>
                      <a:pt x="0" y="0"/>
                    </a:moveTo>
                    <a:cubicBezTo>
                      <a:pt x="5" y="1"/>
                      <a:pt x="22" y="3"/>
                      <a:pt x="27" y="5"/>
                    </a:cubicBezTo>
                    <a:cubicBezTo>
                      <a:pt x="32" y="8"/>
                      <a:pt x="45" y="7"/>
                      <a:pt x="58" y="6"/>
                    </a:cubicBezTo>
                    <a:cubicBezTo>
                      <a:pt x="75" y="4"/>
                      <a:pt x="93" y="3"/>
                      <a:pt x="98" y="8"/>
                    </a:cubicBezTo>
                    <a:cubicBezTo>
                      <a:pt x="99" y="9"/>
                      <a:pt x="101" y="10"/>
                      <a:pt x="101" y="11"/>
                    </a:cubicBezTo>
                    <a:cubicBezTo>
                      <a:pt x="101" y="9"/>
                      <a:pt x="101" y="8"/>
                      <a:pt x="100" y="6"/>
                    </a:cubicBezTo>
                    <a:cubicBezTo>
                      <a:pt x="94" y="1"/>
                      <a:pt x="76" y="2"/>
                      <a:pt x="58" y="4"/>
                    </a:cubicBezTo>
                    <a:cubicBezTo>
                      <a:pt x="45" y="5"/>
                      <a:pt x="33" y="6"/>
                      <a:pt x="28" y="4"/>
                    </a:cubicBezTo>
                    <a:cubicBezTo>
                      <a:pt x="22" y="1"/>
                      <a:pt x="6" y="1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394" name="Freeform 488">
                <a:extLst>
                  <a:ext uri="{FF2B5EF4-FFF2-40B4-BE49-F238E27FC236}">
                    <a16:creationId xmlns:a16="http://schemas.microsoft.com/office/drawing/2014/main" id="{D54FC57E-D722-4E4C-96AA-DCE18938E5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5" y="1323"/>
                <a:ext cx="30" cy="16"/>
              </a:xfrm>
              <a:custGeom>
                <a:avLst/>
                <a:gdLst>
                  <a:gd name="T0" fmla="*/ 0 w 19"/>
                  <a:gd name="T1" fmla="*/ 0 h 10"/>
                  <a:gd name="T2" fmla="*/ 35 w 19"/>
                  <a:gd name="T3" fmla="*/ 42 h 10"/>
                  <a:gd name="T4" fmla="*/ 74 w 19"/>
                  <a:gd name="T5" fmla="*/ 0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10">
                    <a:moveTo>
                      <a:pt x="0" y="0"/>
                    </a:moveTo>
                    <a:cubicBezTo>
                      <a:pt x="3" y="6"/>
                      <a:pt x="6" y="10"/>
                      <a:pt x="9" y="10"/>
                    </a:cubicBezTo>
                    <a:cubicBezTo>
                      <a:pt x="11" y="10"/>
                      <a:pt x="15" y="6"/>
                      <a:pt x="19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395" name="Freeform 489">
                <a:extLst>
                  <a:ext uri="{FF2B5EF4-FFF2-40B4-BE49-F238E27FC236}">
                    <a16:creationId xmlns:a16="http://schemas.microsoft.com/office/drawing/2014/main" id="{BBAC0F2E-4112-4BBA-8D3F-FCF77994B5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9" y="3957"/>
                <a:ext cx="21" cy="64"/>
              </a:xfrm>
              <a:custGeom>
                <a:avLst/>
                <a:gdLst>
                  <a:gd name="T0" fmla="*/ 50 w 13"/>
                  <a:gd name="T1" fmla="*/ 0 h 40"/>
                  <a:gd name="T2" fmla="*/ 34 w 13"/>
                  <a:gd name="T3" fmla="*/ 54 h 40"/>
                  <a:gd name="T4" fmla="*/ 13 w 13"/>
                  <a:gd name="T5" fmla="*/ 163 h 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40">
                    <a:moveTo>
                      <a:pt x="12" y="0"/>
                    </a:moveTo>
                    <a:cubicBezTo>
                      <a:pt x="13" y="4"/>
                      <a:pt x="11" y="9"/>
                      <a:pt x="8" y="13"/>
                    </a:cubicBezTo>
                    <a:cubicBezTo>
                      <a:pt x="4" y="17"/>
                      <a:pt x="0" y="38"/>
                      <a:pt x="3" y="40"/>
                    </a:cubicBezTo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396" name="Freeform 490">
                <a:extLst>
                  <a:ext uri="{FF2B5EF4-FFF2-40B4-BE49-F238E27FC236}">
                    <a16:creationId xmlns:a16="http://schemas.microsoft.com/office/drawing/2014/main" id="{0D1E0842-BD5D-419E-A698-6B7BB63627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6" y="3960"/>
                <a:ext cx="34" cy="61"/>
              </a:xfrm>
              <a:custGeom>
                <a:avLst/>
                <a:gdLst>
                  <a:gd name="T0" fmla="*/ 89 w 21"/>
                  <a:gd name="T1" fmla="*/ 0 h 38"/>
                  <a:gd name="T2" fmla="*/ 34 w 21"/>
                  <a:gd name="T3" fmla="*/ 56 h 38"/>
                  <a:gd name="T4" fmla="*/ 8 w 21"/>
                  <a:gd name="T5" fmla="*/ 157 h 3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38">
                    <a:moveTo>
                      <a:pt x="21" y="0"/>
                    </a:moveTo>
                    <a:cubicBezTo>
                      <a:pt x="18" y="7"/>
                      <a:pt x="10" y="12"/>
                      <a:pt x="8" y="14"/>
                    </a:cubicBezTo>
                    <a:cubicBezTo>
                      <a:pt x="0" y="22"/>
                      <a:pt x="6" y="23"/>
                      <a:pt x="2" y="38"/>
                    </a:cubicBezTo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397" name="Freeform 491">
                <a:extLst>
                  <a:ext uri="{FF2B5EF4-FFF2-40B4-BE49-F238E27FC236}">
                    <a16:creationId xmlns:a16="http://schemas.microsoft.com/office/drawing/2014/main" id="{1135D4E7-A87A-43A8-868A-BF7F83D040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0" y="3957"/>
                <a:ext cx="41" cy="61"/>
              </a:xfrm>
              <a:custGeom>
                <a:avLst/>
                <a:gdLst>
                  <a:gd name="T0" fmla="*/ 110 w 25"/>
                  <a:gd name="T1" fmla="*/ 0 h 38"/>
                  <a:gd name="T2" fmla="*/ 43 w 25"/>
                  <a:gd name="T3" fmla="*/ 67 h 38"/>
                  <a:gd name="T4" fmla="*/ 0 w 25"/>
                  <a:gd name="T5" fmla="*/ 157 h 3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38">
                    <a:moveTo>
                      <a:pt x="25" y="0"/>
                    </a:moveTo>
                    <a:cubicBezTo>
                      <a:pt x="20" y="5"/>
                      <a:pt x="15" y="11"/>
                      <a:pt x="10" y="16"/>
                    </a:cubicBezTo>
                    <a:cubicBezTo>
                      <a:pt x="5" y="20"/>
                      <a:pt x="7" y="27"/>
                      <a:pt x="0" y="38"/>
                    </a:cubicBezTo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398" name="Freeform 492">
                <a:extLst>
                  <a:ext uri="{FF2B5EF4-FFF2-40B4-BE49-F238E27FC236}">
                    <a16:creationId xmlns:a16="http://schemas.microsoft.com/office/drawing/2014/main" id="{C9106C33-281D-43C0-9BAE-6AFBA48E7F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3" y="3949"/>
                <a:ext cx="29" cy="45"/>
              </a:xfrm>
              <a:custGeom>
                <a:avLst/>
                <a:gdLst>
                  <a:gd name="T0" fmla="*/ 76 w 18"/>
                  <a:gd name="T1" fmla="*/ 0 h 28"/>
                  <a:gd name="T2" fmla="*/ 34 w 18"/>
                  <a:gd name="T3" fmla="*/ 47 h 28"/>
                  <a:gd name="T4" fmla="*/ 0 w 18"/>
                  <a:gd name="T5" fmla="*/ 116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28">
                    <a:moveTo>
                      <a:pt x="18" y="0"/>
                    </a:moveTo>
                    <a:cubicBezTo>
                      <a:pt x="16" y="4"/>
                      <a:pt x="11" y="8"/>
                      <a:pt x="8" y="11"/>
                    </a:cubicBezTo>
                    <a:cubicBezTo>
                      <a:pt x="4" y="15"/>
                      <a:pt x="6" y="20"/>
                      <a:pt x="0" y="28"/>
                    </a:cubicBezTo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399" name="Freeform 493">
                <a:extLst>
                  <a:ext uri="{FF2B5EF4-FFF2-40B4-BE49-F238E27FC236}">
                    <a16:creationId xmlns:a16="http://schemas.microsoft.com/office/drawing/2014/main" id="{04AB2BD8-E08E-4D0C-8F37-3C4565CE0F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0" y="3989"/>
                <a:ext cx="44" cy="25"/>
              </a:xfrm>
              <a:custGeom>
                <a:avLst/>
                <a:gdLst>
                  <a:gd name="T0" fmla="*/ 0 w 27"/>
                  <a:gd name="T1" fmla="*/ 39 h 16"/>
                  <a:gd name="T2" fmla="*/ 88 w 27"/>
                  <a:gd name="T3" fmla="*/ 61 h 16"/>
                  <a:gd name="T4" fmla="*/ 55 w 27"/>
                  <a:gd name="T5" fmla="*/ 5 h 16"/>
                  <a:gd name="T6" fmla="*/ 0 w 27"/>
                  <a:gd name="T7" fmla="*/ 39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7" h="16">
                    <a:moveTo>
                      <a:pt x="0" y="10"/>
                    </a:moveTo>
                    <a:cubicBezTo>
                      <a:pt x="8" y="8"/>
                      <a:pt x="18" y="14"/>
                      <a:pt x="20" y="16"/>
                    </a:cubicBezTo>
                    <a:cubicBezTo>
                      <a:pt x="27" y="7"/>
                      <a:pt x="18" y="0"/>
                      <a:pt x="13" y="1"/>
                    </a:cubicBezTo>
                    <a:cubicBezTo>
                      <a:pt x="2" y="1"/>
                      <a:pt x="0" y="7"/>
                      <a:pt x="0" y="10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400" name="Freeform 494">
                <a:extLst>
                  <a:ext uri="{FF2B5EF4-FFF2-40B4-BE49-F238E27FC236}">
                    <a16:creationId xmlns:a16="http://schemas.microsoft.com/office/drawing/2014/main" id="{5882877C-BDEF-4499-A084-A7F7A85B17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7" y="3998"/>
                <a:ext cx="21" cy="18"/>
              </a:xfrm>
              <a:custGeom>
                <a:avLst/>
                <a:gdLst>
                  <a:gd name="T0" fmla="*/ 0 w 13"/>
                  <a:gd name="T1" fmla="*/ 47 h 11"/>
                  <a:gd name="T2" fmla="*/ 55 w 13"/>
                  <a:gd name="T3" fmla="*/ 43 h 11"/>
                  <a:gd name="T4" fmla="*/ 0 w 13"/>
                  <a:gd name="T5" fmla="*/ 47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1">
                    <a:moveTo>
                      <a:pt x="0" y="11"/>
                    </a:moveTo>
                    <a:cubicBezTo>
                      <a:pt x="2" y="11"/>
                      <a:pt x="11" y="9"/>
                      <a:pt x="13" y="10"/>
                    </a:cubicBezTo>
                    <a:cubicBezTo>
                      <a:pt x="12" y="2"/>
                      <a:pt x="1" y="0"/>
                      <a:pt x="0" y="11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401" name="Freeform 495">
                <a:extLst>
                  <a:ext uri="{FF2B5EF4-FFF2-40B4-BE49-F238E27FC236}">
                    <a16:creationId xmlns:a16="http://schemas.microsoft.com/office/drawing/2014/main" id="{65201E5D-207F-45DE-AFAC-8DDB6D1E51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0" y="4003"/>
                <a:ext cx="18" cy="15"/>
              </a:xfrm>
              <a:custGeom>
                <a:avLst/>
                <a:gdLst>
                  <a:gd name="T0" fmla="*/ 0 w 11"/>
                  <a:gd name="T1" fmla="*/ 33 h 9"/>
                  <a:gd name="T2" fmla="*/ 47 w 11"/>
                  <a:gd name="T3" fmla="*/ 33 h 9"/>
                  <a:gd name="T4" fmla="*/ 0 w 11"/>
                  <a:gd name="T5" fmla="*/ 33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9">
                    <a:moveTo>
                      <a:pt x="0" y="7"/>
                    </a:moveTo>
                    <a:cubicBezTo>
                      <a:pt x="2" y="9"/>
                      <a:pt x="8" y="9"/>
                      <a:pt x="11" y="7"/>
                    </a:cubicBezTo>
                    <a:cubicBezTo>
                      <a:pt x="9" y="0"/>
                      <a:pt x="0" y="3"/>
                      <a:pt x="0" y="7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402" name="Freeform 496">
                <a:extLst>
                  <a:ext uri="{FF2B5EF4-FFF2-40B4-BE49-F238E27FC236}">
                    <a16:creationId xmlns:a16="http://schemas.microsoft.com/office/drawing/2014/main" id="{BCEE62B5-F7D4-422F-8335-536142D1A3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6" y="3989"/>
                <a:ext cx="14" cy="13"/>
              </a:xfrm>
              <a:custGeom>
                <a:avLst/>
                <a:gdLst>
                  <a:gd name="T0" fmla="*/ 0 w 9"/>
                  <a:gd name="T1" fmla="*/ 21 h 8"/>
                  <a:gd name="T2" fmla="*/ 30 w 9"/>
                  <a:gd name="T3" fmla="*/ 29 h 8"/>
                  <a:gd name="T4" fmla="*/ 0 w 9"/>
                  <a:gd name="T5" fmla="*/ 21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8">
                    <a:moveTo>
                      <a:pt x="0" y="5"/>
                    </a:moveTo>
                    <a:cubicBezTo>
                      <a:pt x="2" y="7"/>
                      <a:pt x="5" y="8"/>
                      <a:pt x="8" y="7"/>
                    </a:cubicBezTo>
                    <a:cubicBezTo>
                      <a:pt x="9" y="0"/>
                      <a:pt x="2" y="1"/>
                      <a:pt x="0" y="5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403" name="Freeform 497">
                <a:extLst>
                  <a:ext uri="{FF2B5EF4-FFF2-40B4-BE49-F238E27FC236}">
                    <a16:creationId xmlns:a16="http://schemas.microsoft.com/office/drawing/2014/main" id="{56A9D8EE-DD99-4609-AF01-BE4AE53AB9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6" y="1668"/>
                <a:ext cx="70" cy="69"/>
              </a:xfrm>
              <a:custGeom>
                <a:avLst/>
                <a:gdLst>
                  <a:gd name="T0" fmla="*/ 5 w 43"/>
                  <a:gd name="T1" fmla="*/ 95 h 43"/>
                  <a:gd name="T2" fmla="*/ 88 w 43"/>
                  <a:gd name="T3" fmla="*/ 5 h 43"/>
                  <a:gd name="T4" fmla="*/ 181 w 43"/>
                  <a:gd name="T5" fmla="*/ 82 h 43"/>
                  <a:gd name="T6" fmla="*/ 98 w 43"/>
                  <a:gd name="T7" fmla="*/ 173 h 43"/>
                  <a:gd name="T8" fmla="*/ 5 w 43"/>
                  <a:gd name="T9" fmla="*/ 95 h 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3" h="43">
                    <a:moveTo>
                      <a:pt x="1" y="23"/>
                    </a:moveTo>
                    <a:cubicBezTo>
                      <a:pt x="0" y="12"/>
                      <a:pt x="9" y="2"/>
                      <a:pt x="20" y="1"/>
                    </a:cubicBezTo>
                    <a:cubicBezTo>
                      <a:pt x="32" y="0"/>
                      <a:pt x="42" y="9"/>
                      <a:pt x="42" y="20"/>
                    </a:cubicBezTo>
                    <a:cubicBezTo>
                      <a:pt x="43" y="32"/>
                      <a:pt x="35" y="42"/>
                      <a:pt x="23" y="42"/>
                    </a:cubicBezTo>
                    <a:cubicBezTo>
                      <a:pt x="12" y="43"/>
                      <a:pt x="2" y="35"/>
                      <a:pt x="1" y="23"/>
                    </a:cubicBezTo>
                  </a:path>
                </a:pathLst>
              </a:custGeom>
              <a:solidFill>
                <a:srgbClr val="773A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404" name="Freeform 498">
                <a:extLst>
                  <a:ext uri="{FF2B5EF4-FFF2-40B4-BE49-F238E27FC236}">
                    <a16:creationId xmlns:a16="http://schemas.microsoft.com/office/drawing/2014/main" id="{72B2D2E7-490E-4E42-9F00-A3702AB9070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707" y="1689"/>
                <a:ext cx="29" cy="29"/>
              </a:xfrm>
              <a:custGeom>
                <a:avLst/>
                <a:gdLst>
                  <a:gd name="T0" fmla="*/ 71 w 18"/>
                  <a:gd name="T1" fmla="*/ 29 h 18"/>
                  <a:gd name="T2" fmla="*/ 63 w 18"/>
                  <a:gd name="T3" fmla="*/ 47 h 18"/>
                  <a:gd name="T4" fmla="*/ 55 w 18"/>
                  <a:gd name="T5" fmla="*/ 55 h 18"/>
                  <a:gd name="T6" fmla="*/ 39 w 18"/>
                  <a:gd name="T7" fmla="*/ 63 h 18"/>
                  <a:gd name="T8" fmla="*/ 21 w 18"/>
                  <a:gd name="T9" fmla="*/ 55 h 18"/>
                  <a:gd name="T10" fmla="*/ 13 w 18"/>
                  <a:gd name="T11" fmla="*/ 39 h 18"/>
                  <a:gd name="T12" fmla="*/ 13 w 18"/>
                  <a:gd name="T13" fmla="*/ 39 h 18"/>
                  <a:gd name="T14" fmla="*/ 13 w 18"/>
                  <a:gd name="T15" fmla="*/ 39 h 18"/>
                  <a:gd name="T16" fmla="*/ 13 w 18"/>
                  <a:gd name="T17" fmla="*/ 26 h 18"/>
                  <a:gd name="T18" fmla="*/ 8 w 18"/>
                  <a:gd name="T19" fmla="*/ 26 h 18"/>
                  <a:gd name="T20" fmla="*/ 5 w 18"/>
                  <a:gd name="T21" fmla="*/ 16 h 18"/>
                  <a:gd name="T22" fmla="*/ 0 w 18"/>
                  <a:gd name="T23" fmla="*/ 39 h 18"/>
                  <a:gd name="T24" fmla="*/ 13 w 18"/>
                  <a:gd name="T25" fmla="*/ 68 h 18"/>
                  <a:gd name="T26" fmla="*/ 39 w 18"/>
                  <a:gd name="T27" fmla="*/ 76 h 18"/>
                  <a:gd name="T28" fmla="*/ 68 w 18"/>
                  <a:gd name="T29" fmla="*/ 63 h 18"/>
                  <a:gd name="T30" fmla="*/ 76 w 18"/>
                  <a:gd name="T31" fmla="*/ 34 h 18"/>
                  <a:gd name="T32" fmla="*/ 71 w 18"/>
                  <a:gd name="T33" fmla="*/ 29 h 18"/>
                  <a:gd name="T34" fmla="*/ 34 w 18"/>
                  <a:gd name="T35" fmla="*/ 13 h 18"/>
                  <a:gd name="T36" fmla="*/ 34 w 18"/>
                  <a:gd name="T37" fmla="*/ 13 h 18"/>
                  <a:gd name="T38" fmla="*/ 39 w 18"/>
                  <a:gd name="T39" fmla="*/ 13 h 18"/>
                  <a:gd name="T40" fmla="*/ 39 w 18"/>
                  <a:gd name="T41" fmla="*/ 5 h 18"/>
                  <a:gd name="T42" fmla="*/ 39 w 18"/>
                  <a:gd name="T43" fmla="*/ 0 h 18"/>
                  <a:gd name="T44" fmla="*/ 34 w 18"/>
                  <a:gd name="T45" fmla="*/ 0 h 18"/>
                  <a:gd name="T46" fmla="*/ 29 w 18"/>
                  <a:gd name="T47" fmla="*/ 0 h 18"/>
                  <a:gd name="T48" fmla="*/ 29 w 18"/>
                  <a:gd name="T49" fmla="*/ 8 h 18"/>
                  <a:gd name="T50" fmla="*/ 34 w 18"/>
                  <a:gd name="T51" fmla="*/ 13 h 18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18" h="18">
                    <a:moveTo>
                      <a:pt x="17" y="7"/>
                    </a:moveTo>
                    <a:cubicBezTo>
                      <a:pt x="16" y="8"/>
                      <a:pt x="16" y="9"/>
                      <a:pt x="15" y="11"/>
                    </a:cubicBezTo>
                    <a:cubicBezTo>
                      <a:pt x="15" y="12"/>
                      <a:pt x="14" y="13"/>
                      <a:pt x="13" y="13"/>
                    </a:cubicBezTo>
                    <a:cubicBezTo>
                      <a:pt x="9" y="15"/>
                      <a:pt x="9" y="15"/>
                      <a:pt x="9" y="15"/>
                    </a:cubicBezTo>
                    <a:cubicBezTo>
                      <a:pt x="9" y="15"/>
                      <a:pt x="5" y="13"/>
                      <a:pt x="5" y="13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8"/>
                      <a:pt x="3" y="7"/>
                      <a:pt x="3" y="6"/>
                    </a:cubicBezTo>
                    <a:cubicBezTo>
                      <a:pt x="3" y="6"/>
                      <a:pt x="3" y="6"/>
                      <a:pt x="2" y="6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3" y="16"/>
                      <a:pt x="3" y="16"/>
                      <a:pt x="3" y="16"/>
                    </a:cubicBezTo>
                    <a:cubicBezTo>
                      <a:pt x="9" y="18"/>
                      <a:pt x="9" y="18"/>
                      <a:pt x="9" y="18"/>
                    </a:cubicBezTo>
                    <a:cubicBezTo>
                      <a:pt x="16" y="15"/>
                      <a:pt x="16" y="15"/>
                      <a:pt x="16" y="15"/>
                    </a:cubicBezTo>
                    <a:cubicBezTo>
                      <a:pt x="18" y="8"/>
                      <a:pt x="18" y="8"/>
                      <a:pt x="18" y="8"/>
                    </a:cubicBezTo>
                    <a:lnTo>
                      <a:pt x="17" y="7"/>
                    </a:lnTo>
                    <a:close/>
                    <a:moveTo>
                      <a:pt x="8" y="3"/>
                    </a:moveTo>
                    <a:cubicBezTo>
                      <a:pt x="8" y="3"/>
                      <a:pt x="8" y="3"/>
                      <a:pt x="8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2"/>
                      <a:pt x="9" y="2"/>
                      <a:pt x="9" y="1"/>
                    </a:cubicBezTo>
                    <a:cubicBezTo>
                      <a:pt x="9" y="1"/>
                      <a:pt x="9" y="0"/>
                      <a:pt x="9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7" y="1"/>
                      <a:pt x="7" y="2"/>
                      <a:pt x="7" y="2"/>
                    </a:cubicBezTo>
                    <a:cubicBezTo>
                      <a:pt x="8" y="2"/>
                      <a:pt x="8" y="3"/>
                      <a:pt x="8" y="3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405" name="Freeform 499">
                <a:extLst>
                  <a:ext uri="{FF2B5EF4-FFF2-40B4-BE49-F238E27FC236}">
                    <a16:creationId xmlns:a16="http://schemas.microsoft.com/office/drawing/2014/main" id="{4D90CCCA-2231-461E-A16D-7A9D9EDBAB7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686" y="1668"/>
                <a:ext cx="71" cy="73"/>
              </a:xfrm>
              <a:custGeom>
                <a:avLst/>
                <a:gdLst>
                  <a:gd name="T0" fmla="*/ 0 w 44"/>
                  <a:gd name="T1" fmla="*/ 109 h 45"/>
                  <a:gd name="T2" fmla="*/ 5 w 44"/>
                  <a:gd name="T3" fmla="*/ 128 h 45"/>
                  <a:gd name="T4" fmla="*/ 16 w 44"/>
                  <a:gd name="T5" fmla="*/ 123 h 45"/>
                  <a:gd name="T6" fmla="*/ 13 w 44"/>
                  <a:gd name="T7" fmla="*/ 102 h 45"/>
                  <a:gd name="T8" fmla="*/ 0 w 44"/>
                  <a:gd name="T9" fmla="*/ 109 h 45"/>
                  <a:gd name="T10" fmla="*/ 89 w 44"/>
                  <a:gd name="T11" fmla="*/ 13 h 45"/>
                  <a:gd name="T12" fmla="*/ 84 w 44"/>
                  <a:gd name="T13" fmla="*/ 5 h 45"/>
                  <a:gd name="T14" fmla="*/ 84 w 44"/>
                  <a:gd name="T15" fmla="*/ 5 h 45"/>
                  <a:gd name="T16" fmla="*/ 81 w 44"/>
                  <a:gd name="T17" fmla="*/ 13 h 45"/>
                  <a:gd name="T18" fmla="*/ 84 w 44"/>
                  <a:gd name="T19" fmla="*/ 13 h 45"/>
                  <a:gd name="T20" fmla="*/ 89 w 44"/>
                  <a:gd name="T21" fmla="*/ 13 h 45"/>
                  <a:gd name="T22" fmla="*/ 173 w 44"/>
                  <a:gd name="T23" fmla="*/ 89 h 45"/>
                  <a:gd name="T24" fmla="*/ 186 w 44"/>
                  <a:gd name="T25" fmla="*/ 81 h 45"/>
                  <a:gd name="T26" fmla="*/ 173 w 44"/>
                  <a:gd name="T27" fmla="*/ 42 h 45"/>
                  <a:gd name="T28" fmla="*/ 169 w 44"/>
                  <a:gd name="T29" fmla="*/ 42 h 45"/>
                  <a:gd name="T30" fmla="*/ 158 w 44"/>
                  <a:gd name="T31" fmla="*/ 47 h 45"/>
                  <a:gd name="T32" fmla="*/ 173 w 44"/>
                  <a:gd name="T33" fmla="*/ 84 h 45"/>
                  <a:gd name="T34" fmla="*/ 173 w 44"/>
                  <a:gd name="T35" fmla="*/ 89 h 45"/>
                  <a:gd name="T36" fmla="*/ 152 w 44"/>
                  <a:gd name="T37" fmla="*/ 144 h 45"/>
                  <a:gd name="T38" fmla="*/ 97 w 44"/>
                  <a:gd name="T39" fmla="*/ 177 h 45"/>
                  <a:gd name="T40" fmla="*/ 29 w 44"/>
                  <a:gd name="T41" fmla="*/ 144 h 45"/>
                  <a:gd name="T42" fmla="*/ 16 w 44"/>
                  <a:gd name="T43" fmla="*/ 149 h 45"/>
                  <a:gd name="T44" fmla="*/ 97 w 44"/>
                  <a:gd name="T45" fmla="*/ 187 h 45"/>
                  <a:gd name="T46" fmla="*/ 165 w 44"/>
                  <a:gd name="T47" fmla="*/ 152 h 45"/>
                  <a:gd name="T48" fmla="*/ 179 w 44"/>
                  <a:gd name="T49" fmla="*/ 115 h 45"/>
                  <a:gd name="T50" fmla="*/ 169 w 44"/>
                  <a:gd name="T51" fmla="*/ 123 h 45"/>
                  <a:gd name="T52" fmla="*/ 152 w 44"/>
                  <a:gd name="T53" fmla="*/ 144 h 45"/>
                  <a:gd name="T54" fmla="*/ 29 w 44"/>
                  <a:gd name="T55" fmla="*/ 39 h 45"/>
                  <a:gd name="T56" fmla="*/ 21 w 44"/>
                  <a:gd name="T57" fmla="*/ 29 h 45"/>
                  <a:gd name="T58" fmla="*/ 8 w 44"/>
                  <a:gd name="T59" fmla="*/ 50 h 45"/>
                  <a:gd name="T60" fmla="*/ 16 w 44"/>
                  <a:gd name="T61" fmla="*/ 60 h 45"/>
                  <a:gd name="T62" fmla="*/ 29 w 44"/>
                  <a:gd name="T63" fmla="*/ 39 h 45"/>
                  <a:gd name="T64" fmla="*/ 0 w 44"/>
                  <a:gd name="T65" fmla="*/ 76 h 45"/>
                  <a:gd name="T66" fmla="*/ 0 w 44"/>
                  <a:gd name="T67" fmla="*/ 76 h 45"/>
                  <a:gd name="T68" fmla="*/ 0 w 44"/>
                  <a:gd name="T69" fmla="*/ 76 h 45"/>
                  <a:gd name="T70" fmla="*/ 0 w 44"/>
                  <a:gd name="T71" fmla="*/ 76 h 45"/>
                  <a:gd name="T72" fmla="*/ 139 w 44"/>
                  <a:gd name="T73" fmla="*/ 26 h 45"/>
                  <a:gd name="T74" fmla="*/ 152 w 44"/>
                  <a:gd name="T75" fmla="*/ 21 h 45"/>
                  <a:gd name="T76" fmla="*/ 115 w 44"/>
                  <a:gd name="T77" fmla="*/ 0 h 45"/>
                  <a:gd name="T78" fmla="*/ 118 w 44"/>
                  <a:gd name="T79" fmla="*/ 13 h 45"/>
                  <a:gd name="T80" fmla="*/ 139 w 44"/>
                  <a:gd name="T81" fmla="*/ 26 h 45"/>
                  <a:gd name="T82" fmla="*/ 55 w 44"/>
                  <a:gd name="T83" fmla="*/ 21 h 45"/>
                  <a:gd name="T84" fmla="*/ 55 w 44"/>
                  <a:gd name="T85" fmla="*/ 5 h 45"/>
                  <a:gd name="T86" fmla="*/ 42 w 44"/>
                  <a:gd name="T87" fmla="*/ 13 h 45"/>
                  <a:gd name="T88" fmla="*/ 50 w 44"/>
                  <a:gd name="T89" fmla="*/ 21 h 45"/>
                  <a:gd name="T90" fmla="*/ 55 w 44"/>
                  <a:gd name="T91" fmla="*/ 21 h 45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44" h="45">
                    <a:moveTo>
                      <a:pt x="0" y="25"/>
                    </a:moveTo>
                    <a:cubicBezTo>
                      <a:pt x="0" y="27"/>
                      <a:pt x="0" y="28"/>
                      <a:pt x="1" y="30"/>
                    </a:cubicBezTo>
                    <a:cubicBezTo>
                      <a:pt x="2" y="29"/>
                      <a:pt x="3" y="29"/>
                      <a:pt x="4" y="29"/>
                    </a:cubicBezTo>
                    <a:cubicBezTo>
                      <a:pt x="3" y="27"/>
                      <a:pt x="3" y="26"/>
                      <a:pt x="3" y="24"/>
                    </a:cubicBezTo>
                    <a:cubicBezTo>
                      <a:pt x="2" y="24"/>
                      <a:pt x="1" y="25"/>
                      <a:pt x="0" y="25"/>
                    </a:cubicBezTo>
                    <a:moveTo>
                      <a:pt x="21" y="3"/>
                    </a:moveTo>
                    <a:cubicBezTo>
                      <a:pt x="20" y="2"/>
                      <a:pt x="20" y="1"/>
                      <a:pt x="20" y="1"/>
                    </a:cubicBezTo>
                    <a:cubicBezTo>
                      <a:pt x="20" y="1"/>
                      <a:pt x="20" y="1"/>
                      <a:pt x="20" y="1"/>
                    </a:cubicBezTo>
                    <a:cubicBezTo>
                      <a:pt x="19" y="2"/>
                      <a:pt x="19" y="2"/>
                      <a:pt x="19" y="3"/>
                    </a:cubicBezTo>
                    <a:cubicBezTo>
                      <a:pt x="20" y="3"/>
                      <a:pt x="20" y="3"/>
                      <a:pt x="20" y="3"/>
                    </a:cubicBezTo>
                    <a:cubicBezTo>
                      <a:pt x="20" y="3"/>
                      <a:pt x="20" y="3"/>
                      <a:pt x="21" y="3"/>
                    </a:cubicBezTo>
                    <a:moveTo>
                      <a:pt x="41" y="21"/>
                    </a:moveTo>
                    <a:cubicBezTo>
                      <a:pt x="42" y="21"/>
                      <a:pt x="43" y="20"/>
                      <a:pt x="44" y="19"/>
                    </a:cubicBezTo>
                    <a:cubicBezTo>
                      <a:pt x="43" y="16"/>
                      <a:pt x="42" y="13"/>
                      <a:pt x="41" y="10"/>
                    </a:cubicBezTo>
                    <a:cubicBezTo>
                      <a:pt x="40" y="10"/>
                      <a:pt x="40" y="10"/>
                      <a:pt x="40" y="10"/>
                    </a:cubicBezTo>
                    <a:cubicBezTo>
                      <a:pt x="39" y="10"/>
                      <a:pt x="38" y="11"/>
                      <a:pt x="38" y="11"/>
                    </a:cubicBezTo>
                    <a:cubicBezTo>
                      <a:pt x="39" y="14"/>
                      <a:pt x="41" y="17"/>
                      <a:pt x="41" y="20"/>
                    </a:cubicBezTo>
                    <a:cubicBezTo>
                      <a:pt x="41" y="21"/>
                      <a:pt x="41" y="21"/>
                      <a:pt x="41" y="21"/>
                    </a:cubicBezTo>
                    <a:moveTo>
                      <a:pt x="36" y="34"/>
                    </a:moveTo>
                    <a:cubicBezTo>
                      <a:pt x="33" y="38"/>
                      <a:pt x="28" y="41"/>
                      <a:pt x="23" y="41"/>
                    </a:cubicBezTo>
                    <a:cubicBezTo>
                      <a:pt x="17" y="41"/>
                      <a:pt x="11" y="39"/>
                      <a:pt x="7" y="34"/>
                    </a:cubicBezTo>
                    <a:cubicBezTo>
                      <a:pt x="6" y="35"/>
                      <a:pt x="5" y="35"/>
                      <a:pt x="4" y="35"/>
                    </a:cubicBezTo>
                    <a:cubicBezTo>
                      <a:pt x="8" y="41"/>
                      <a:pt x="16" y="45"/>
                      <a:pt x="23" y="44"/>
                    </a:cubicBezTo>
                    <a:cubicBezTo>
                      <a:pt x="29" y="44"/>
                      <a:pt x="35" y="41"/>
                      <a:pt x="39" y="36"/>
                    </a:cubicBezTo>
                    <a:cubicBezTo>
                      <a:pt x="41" y="34"/>
                      <a:pt x="42" y="31"/>
                      <a:pt x="43" y="27"/>
                    </a:cubicBezTo>
                    <a:cubicBezTo>
                      <a:pt x="42" y="28"/>
                      <a:pt x="41" y="28"/>
                      <a:pt x="40" y="29"/>
                    </a:cubicBezTo>
                    <a:cubicBezTo>
                      <a:pt x="39" y="31"/>
                      <a:pt x="38" y="33"/>
                      <a:pt x="36" y="34"/>
                    </a:cubicBezTo>
                    <a:moveTo>
                      <a:pt x="7" y="9"/>
                    </a:moveTo>
                    <a:cubicBezTo>
                      <a:pt x="7" y="8"/>
                      <a:pt x="6" y="7"/>
                      <a:pt x="5" y="7"/>
                    </a:cubicBezTo>
                    <a:cubicBezTo>
                      <a:pt x="4" y="8"/>
                      <a:pt x="3" y="10"/>
                      <a:pt x="2" y="12"/>
                    </a:cubicBezTo>
                    <a:cubicBezTo>
                      <a:pt x="3" y="12"/>
                      <a:pt x="3" y="13"/>
                      <a:pt x="4" y="14"/>
                    </a:cubicBezTo>
                    <a:cubicBezTo>
                      <a:pt x="5" y="12"/>
                      <a:pt x="6" y="10"/>
                      <a:pt x="7" y="9"/>
                    </a:cubicBezTo>
                    <a:moveTo>
                      <a:pt x="0" y="18"/>
                    </a:moveTo>
                    <a:cubicBezTo>
                      <a:pt x="0" y="18"/>
                      <a:pt x="0" y="18"/>
                      <a:pt x="0" y="18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0" y="18"/>
                      <a:pt x="0" y="18"/>
                      <a:pt x="0" y="18"/>
                    </a:cubicBezTo>
                    <a:moveTo>
                      <a:pt x="33" y="6"/>
                    </a:moveTo>
                    <a:cubicBezTo>
                      <a:pt x="34" y="6"/>
                      <a:pt x="35" y="5"/>
                      <a:pt x="36" y="5"/>
                    </a:cubicBezTo>
                    <a:cubicBezTo>
                      <a:pt x="34" y="2"/>
                      <a:pt x="30" y="1"/>
                      <a:pt x="27" y="0"/>
                    </a:cubicBezTo>
                    <a:cubicBezTo>
                      <a:pt x="27" y="1"/>
                      <a:pt x="27" y="2"/>
                      <a:pt x="28" y="3"/>
                    </a:cubicBezTo>
                    <a:cubicBezTo>
                      <a:pt x="30" y="4"/>
                      <a:pt x="32" y="5"/>
                      <a:pt x="33" y="6"/>
                    </a:cubicBezTo>
                    <a:moveTo>
                      <a:pt x="13" y="5"/>
                    </a:moveTo>
                    <a:cubicBezTo>
                      <a:pt x="13" y="4"/>
                      <a:pt x="13" y="2"/>
                      <a:pt x="13" y="1"/>
                    </a:cubicBezTo>
                    <a:cubicBezTo>
                      <a:pt x="12" y="2"/>
                      <a:pt x="11" y="2"/>
                      <a:pt x="10" y="3"/>
                    </a:cubicBezTo>
                    <a:cubicBezTo>
                      <a:pt x="11" y="4"/>
                      <a:pt x="11" y="4"/>
                      <a:pt x="12" y="5"/>
                    </a:cubicBezTo>
                    <a:cubicBezTo>
                      <a:pt x="12" y="5"/>
                      <a:pt x="12" y="5"/>
                      <a:pt x="13" y="5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406" name="Freeform 500">
                <a:extLst>
                  <a:ext uri="{FF2B5EF4-FFF2-40B4-BE49-F238E27FC236}">
                    <a16:creationId xmlns:a16="http://schemas.microsoft.com/office/drawing/2014/main" id="{5D75BC64-BD83-498C-9CED-9335CAC83E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" y="2554"/>
                <a:ext cx="66" cy="45"/>
              </a:xfrm>
              <a:custGeom>
                <a:avLst/>
                <a:gdLst>
                  <a:gd name="T0" fmla="*/ 0 w 41"/>
                  <a:gd name="T1" fmla="*/ 0 h 28"/>
                  <a:gd name="T2" fmla="*/ 63 w 41"/>
                  <a:gd name="T3" fmla="*/ 63 h 28"/>
                  <a:gd name="T4" fmla="*/ 137 w 41"/>
                  <a:gd name="T5" fmla="*/ 101 h 28"/>
                  <a:gd name="T6" fmla="*/ 171 w 41"/>
                  <a:gd name="T7" fmla="*/ 116 h 2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1" h="28">
                    <a:moveTo>
                      <a:pt x="0" y="0"/>
                    </a:moveTo>
                    <a:cubicBezTo>
                      <a:pt x="4" y="2"/>
                      <a:pt x="10" y="12"/>
                      <a:pt x="15" y="15"/>
                    </a:cubicBezTo>
                    <a:cubicBezTo>
                      <a:pt x="21" y="19"/>
                      <a:pt x="28" y="21"/>
                      <a:pt x="33" y="24"/>
                    </a:cubicBezTo>
                    <a:cubicBezTo>
                      <a:pt x="36" y="25"/>
                      <a:pt x="39" y="26"/>
                      <a:pt x="41" y="28"/>
                    </a:cubicBezTo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407" name="Freeform 501">
                <a:extLst>
                  <a:ext uri="{FF2B5EF4-FFF2-40B4-BE49-F238E27FC236}">
                    <a16:creationId xmlns:a16="http://schemas.microsoft.com/office/drawing/2014/main" id="{B5023866-B965-463E-9D85-145F2E1FC7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" y="2565"/>
                <a:ext cx="52" cy="47"/>
              </a:xfrm>
              <a:custGeom>
                <a:avLst/>
                <a:gdLst>
                  <a:gd name="T0" fmla="*/ 138 w 32"/>
                  <a:gd name="T1" fmla="*/ 123 h 29"/>
                  <a:gd name="T2" fmla="*/ 54 w 32"/>
                  <a:gd name="T3" fmla="*/ 73 h 29"/>
                  <a:gd name="T4" fmla="*/ 0 w 32"/>
                  <a:gd name="T5" fmla="*/ 0 h 2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2" h="29">
                    <a:moveTo>
                      <a:pt x="32" y="29"/>
                    </a:moveTo>
                    <a:cubicBezTo>
                      <a:pt x="23" y="20"/>
                      <a:pt x="18" y="20"/>
                      <a:pt x="12" y="17"/>
                    </a:cubicBezTo>
                    <a:cubicBezTo>
                      <a:pt x="12" y="15"/>
                      <a:pt x="5" y="5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408" name="Freeform 502">
                <a:extLst>
                  <a:ext uri="{FF2B5EF4-FFF2-40B4-BE49-F238E27FC236}">
                    <a16:creationId xmlns:a16="http://schemas.microsoft.com/office/drawing/2014/main" id="{853C178E-A74C-49B4-B670-8CE205ADD4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" y="2501"/>
                <a:ext cx="71" cy="85"/>
              </a:xfrm>
              <a:custGeom>
                <a:avLst/>
                <a:gdLst>
                  <a:gd name="T0" fmla="*/ 186 w 44"/>
                  <a:gd name="T1" fmla="*/ 213 h 53"/>
                  <a:gd name="T2" fmla="*/ 110 w 44"/>
                  <a:gd name="T3" fmla="*/ 157 h 53"/>
                  <a:gd name="T4" fmla="*/ 94 w 44"/>
                  <a:gd name="T5" fmla="*/ 47 h 53"/>
                  <a:gd name="T6" fmla="*/ 63 w 44"/>
                  <a:gd name="T7" fmla="*/ 0 h 53"/>
                  <a:gd name="T8" fmla="*/ 5 w 44"/>
                  <a:gd name="T9" fmla="*/ 88 h 53"/>
                  <a:gd name="T10" fmla="*/ 21 w 44"/>
                  <a:gd name="T11" fmla="*/ 170 h 5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4" h="53">
                    <a:moveTo>
                      <a:pt x="44" y="52"/>
                    </a:moveTo>
                    <a:cubicBezTo>
                      <a:pt x="34" y="53"/>
                      <a:pt x="27" y="44"/>
                      <a:pt x="26" y="38"/>
                    </a:cubicBezTo>
                    <a:cubicBezTo>
                      <a:pt x="24" y="32"/>
                      <a:pt x="22" y="15"/>
                      <a:pt x="22" y="11"/>
                    </a:cubicBezTo>
                    <a:cubicBezTo>
                      <a:pt x="21" y="6"/>
                      <a:pt x="21" y="0"/>
                      <a:pt x="15" y="0"/>
                    </a:cubicBezTo>
                    <a:cubicBezTo>
                      <a:pt x="7" y="5"/>
                      <a:pt x="0" y="14"/>
                      <a:pt x="1" y="21"/>
                    </a:cubicBezTo>
                    <a:cubicBezTo>
                      <a:pt x="1" y="28"/>
                      <a:pt x="6" y="34"/>
                      <a:pt x="5" y="41"/>
                    </a:cubicBezTo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409" name="Freeform 503">
                <a:extLst>
                  <a:ext uri="{FF2B5EF4-FFF2-40B4-BE49-F238E27FC236}">
                    <a16:creationId xmlns:a16="http://schemas.microsoft.com/office/drawing/2014/main" id="{CD385F2F-0498-4F8C-A301-FB04FE18B5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3" y="2628"/>
                <a:ext cx="21" cy="10"/>
              </a:xfrm>
              <a:custGeom>
                <a:avLst/>
                <a:gdLst>
                  <a:gd name="T0" fmla="*/ 55 w 13"/>
                  <a:gd name="T1" fmla="*/ 28 h 6"/>
                  <a:gd name="T2" fmla="*/ 0 w 13"/>
                  <a:gd name="T3" fmla="*/ 13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6">
                    <a:moveTo>
                      <a:pt x="13" y="6"/>
                    </a:moveTo>
                    <a:cubicBezTo>
                      <a:pt x="8" y="1"/>
                      <a:pt x="1" y="0"/>
                      <a:pt x="0" y="3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410" name="Freeform 504">
                <a:extLst>
                  <a:ext uri="{FF2B5EF4-FFF2-40B4-BE49-F238E27FC236}">
                    <a16:creationId xmlns:a16="http://schemas.microsoft.com/office/drawing/2014/main" id="{72BE10E7-DCD2-48CC-A98C-D81616FE86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0" y="2589"/>
                <a:ext cx="11" cy="12"/>
              </a:xfrm>
              <a:custGeom>
                <a:avLst/>
                <a:gdLst>
                  <a:gd name="T0" fmla="*/ 27 w 7"/>
                  <a:gd name="T1" fmla="*/ 9 h 7"/>
                  <a:gd name="T2" fmla="*/ 0 w 7"/>
                  <a:gd name="T3" fmla="*/ 36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7">
                    <a:moveTo>
                      <a:pt x="7" y="2"/>
                    </a:moveTo>
                    <a:cubicBezTo>
                      <a:pt x="4" y="0"/>
                      <a:pt x="3" y="4"/>
                      <a:pt x="0" y="7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411" name="Freeform 505">
                <a:extLst>
                  <a:ext uri="{FF2B5EF4-FFF2-40B4-BE49-F238E27FC236}">
                    <a16:creationId xmlns:a16="http://schemas.microsoft.com/office/drawing/2014/main" id="{EBE041A1-FD6C-43EF-AE4D-F3450F0072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" y="2562"/>
                <a:ext cx="8" cy="3"/>
              </a:xfrm>
              <a:custGeom>
                <a:avLst/>
                <a:gdLst>
                  <a:gd name="T0" fmla="*/ 21 w 5"/>
                  <a:gd name="T1" fmla="*/ 8 h 2"/>
                  <a:gd name="T2" fmla="*/ 0 w 5"/>
                  <a:gd name="T3" fmla="*/ 5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2">
                    <a:moveTo>
                      <a:pt x="5" y="2"/>
                    </a:moveTo>
                    <a:cubicBezTo>
                      <a:pt x="2" y="0"/>
                      <a:pt x="1" y="0"/>
                      <a:pt x="0" y="1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412" name="Freeform 506">
                <a:extLst>
                  <a:ext uri="{FF2B5EF4-FFF2-40B4-BE49-F238E27FC236}">
                    <a16:creationId xmlns:a16="http://schemas.microsoft.com/office/drawing/2014/main" id="{2DF2D441-CE09-42B0-8EFB-F44BF8DC97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9" y="2492"/>
                <a:ext cx="5" cy="16"/>
              </a:xfrm>
              <a:custGeom>
                <a:avLst/>
                <a:gdLst>
                  <a:gd name="T0" fmla="*/ 13 w 3"/>
                  <a:gd name="T1" fmla="*/ 42 h 10"/>
                  <a:gd name="T2" fmla="*/ 0 w 3"/>
                  <a:gd name="T3" fmla="*/ 0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0">
                    <a:moveTo>
                      <a:pt x="3" y="10"/>
                    </a:moveTo>
                    <a:cubicBezTo>
                      <a:pt x="3" y="5"/>
                      <a:pt x="1" y="3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413" name="Freeform 507">
                <a:extLst>
                  <a:ext uri="{FF2B5EF4-FFF2-40B4-BE49-F238E27FC236}">
                    <a16:creationId xmlns:a16="http://schemas.microsoft.com/office/drawing/2014/main" id="{C5D579EA-59CF-4BE4-BFBA-0DAD8A04D4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" y="2498"/>
                <a:ext cx="13" cy="3"/>
              </a:xfrm>
              <a:custGeom>
                <a:avLst/>
                <a:gdLst>
                  <a:gd name="T0" fmla="*/ 34 w 8"/>
                  <a:gd name="T1" fmla="*/ 8 h 2"/>
                  <a:gd name="T2" fmla="*/ 0 w 8"/>
                  <a:gd name="T3" fmla="*/ 8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2">
                    <a:moveTo>
                      <a:pt x="8" y="2"/>
                    </a:moveTo>
                    <a:cubicBezTo>
                      <a:pt x="4" y="0"/>
                      <a:pt x="2" y="1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414" name="Freeform 508">
                <a:extLst>
                  <a:ext uri="{FF2B5EF4-FFF2-40B4-BE49-F238E27FC236}">
                    <a16:creationId xmlns:a16="http://schemas.microsoft.com/office/drawing/2014/main" id="{E325FC94-D8D3-44D9-BAFD-3A01EE2662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" y="2522"/>
                <a:ext cx="35" cy="45"/>
              </a:xfrm>
              <a:custGeom>
                <a:avLst/>
                <a:gdLst>
                  <a:gd name="T0" fmla="*/ 89 w 22"/>
                  <a:gd name="T1" fmla="*/ 116 h 28"/>
                  <a:gd name="T2" fmla="*/ 35 w 22"/>
                  <a:gd name="T3" fmla="*/ 88 h 28"/>
                  <a:gd name="T4" fmla="*/ 0 w 22"/>
                  <a:gd name="T5" fmla="*/ 0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28">
                    <a:moveTo>
                      <a:pt x="22" y="28"/>
                    </a:moveTo>
                    <a:cubicBezTo>
                      <a:pt x="19" y="24"/>
                      <a:pt x="12" y="27"/>
                      <a:pt x="9" y="21"/>
                    </a:cubicBezTo>
                    <a:cubicBezTo>
                      <a:pt x="6" y="14"/>
                      <a:pt x="1" y="10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415" name="Freeform 509">
                <a:extLst>
                  <a:ext uri="{FF2B5EF4-FFF2-40B4-BE49-F238E27FC236}">
                    <a16:creationId xmlns:a16="http://schemas.microsoft.com/office/drawing/2014/main" id="{15DE3A59-8AC6-4E18-A57D-E3A8E21368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" y="2511"/>
                <a:ext cx="25" cy="40"/>
              </a:xfrm>
              <a:custGeom>
                <a:avLst/>
                <a:gdLst>
                  <a:gd name="T0" fmla="*/ 70 w 15"/>
                  <a:gd name="T1" fmla="*/ 102 h 25"/>
                  <a:gd name="T2" fmla="*/ 42 w 15"/>
                  <a:gd name="T3" fmla="*/ 90 h 25"/>
                  <a:gd name="T4" fmla="*/ 0 w 15"/>
                  <a:gd name="T5" fmla="*/ 0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25">
                    <a:moveTo>
                      <a:pt x="15" y="25"/>
                    </a:moveTo>
                    <a:cubicBezTo>
                      <a:pt x="14" y="21"/>
                      <a:pt x="12" y="23"/>
                      <a:pt x="9" y="22"/>
                    </a:cubicBezTo>
                    <a:cubicBezTo>
                      <a:pt x="6" y="21"/>
                      <a:pt x="1" y="6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416" name="Freeform 510">
                <a:extLst>
                  <a:ext uri="{FF2B5EF4-FFF2-40B4-BE49-F238E27FC236}">
                    <a16:creationId xmlns:a16="http://schemas.microsoft.com/office/drawing/2014/main" id="{629BF850-DB78-41A2-968A-DB0D6D81C8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7" y="2557"/>
                <a:ext cx="19" cy="20"/>
              </a:xfrm>
              <a:custGeom>
                <a:avLst/>
                <a:gdLst>
                  <a:gd name="T0" fmla="*/ 48 w 12"/>
                  <a:gd name="T1" fmla="*/ 8 h 12"/>
                  <a:gd name="T2" fmla="*/ 21 w 12"/>
                  <a:gd name="T3" fmla="*/ 55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12">
                    <a:moveTo>
                      <a:pt x="12" y="2"/>
                    </a:moveTo>
                    <a:cubicBezTo>
                      <a:pt x="0" y="0"/>
                      <a:pt x="5" y="10"/>
                      <a:pt x="5" y="12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417" name="Freeform 511">
                <a:extLst>
                  <a:ext uri="{FF2B5EF4-FFF2-40B4-BE49-F238E27FC236}">
                    <a16:creationId xmlns:a16="http://schemas.microsoft.com/office/drawing/2014/main" id="{3BCA4277-E11E-439E-9DBC-7E3847DD5B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4" y="961"/>
                <a:ext cx="11" cy="51"/>
              </a:xfrm>
              <a:custGeom>
                <a:avLst/>
                <a:gdLst>
                  <a:gd name="T0" fmla="*/ 22 w 7"/>
                  <a:gd name="T1" fmla="*/ 8 h 32"/>
                  <a:gd name="T2" fmla="*/ 13 w 7"/>
                  <a:gd name="T3" fmla="*/ 129 h 32"/>
                  <a:gd name="T4" fmla="*/ 20 w 7"/>
                  <a:gd name="T5" fmla="*/ 8 h 32"/>
                  <a:gd name="T6" fmla="*/ 22 w 7"/>
                  <a:gd name="T7" fmla="*/ 8 h 3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32">
                    <a:moveTo>
                      <a:pt x="6" y="2"/>
                    </a:moveTo>
                    <a:cubicBezTo>
                      <a:pt x="2" y="9"/>
                      <a:pt x="1" y="16"/>
                      <a:pt x="3" y="32"/>
                    </a:cubicBezTo>
                    <a:cubicBezTo>
                      <a:pt x="0" y="17"/>
                      <a:pt x="2" y="8"/>
                      <a:pt x="5" y="2"/>
                    </a:cubicBezTo>
                    <a:cubicBezTo>
                      <a:pt x="5" y="0"/>
                      <a:pt x="7" y="1"/>
                      <a:pt x="6" y="2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418" name="Rectangle 512">
                <a:extLst>
                  <a:ext uri="{FF2B5EF4-FFF2-40B4-BE49-F238E27FC236}">
                    <a16:creationId xmlns:a16="http://schemas.microsoft.com/office/drawing/2014/main" id="{E48AADBE-B778-4E71-A965-24D0C064CA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89" y="1184"/>
                <a:ext cx="1" cy="1"/>
              </a:xfrm>
              <a:prstGeom prst="rect">
                <a:avLst/>
              </a:prstGeom>
              <a:noFill/>
              <a:ln w="3175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419" name="Freeform 513">
                <a:extLst>
                  <a:ext uri="{FF2B5EF4-FFF2-40B4-BE49-F238E27FC236}">
                    <a16:creationId xmlns:a16="http://schemas.microsoft.com/office/drawing/2014/main" id="{C900AD18-4046-4623-B1D5-F8ED13D371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6" y="2427"/>
                <a:ext cx="166" cy="69"/>
              </a:xfrm>
              <a:custGeom>
                <a:avLst/>
                <a:gdLst>
                  <a:gd name="T0" fmla="*/ 218 w 103"/>
                  <a:gd name="T1" fmla="*/ 170 h 43"/>
                  <a:gd name="T2" fmla="*/ 213 w 103"/>
                  <a:gd name="T3" fmla="*/ 170 h 43"/>
                  <a:gd name="T4" fmla="*/ 0 w 103"/>
                  <a:gd name="T5" fmla="*/ 0 h 43"/>
                  <a:gd name="T6" fmla="*/ 213 w 103"/>
                  <a:gd name="T7" fmla="*/ 178 h 43"/>
                  <a:gd name="T8" fmla="*/ 218 w 103"/>
                  <a:gd name="T9" fmla="*/ 178 h 43"/>
                  <a:gd name="T10" fmla="*/ 432 w 103"/>
                  <a:gd name="T11" fmla="*/ 0 h 43"/>
                  <a:gd name="T12" fmla="*/ 218 w 103"/>
                  <a:gd name="T13" fmla="*/ 170 h 4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3" h="43">
                    <a:moveTo>
                      <a:pt x="52" y="41"/>
                    </a:moveTo>
                    <a:cubicBezTo>
                      <a:pt x="51" y="41"/>
                      <a:pt x="51" y="41"/>
                      <a:pt x="51" y="41"/>
                    </a:cubicBezTo>
                    <a:cubicBezTo>
                      <a:pt x="34" y="41"/>
                      <a:pt x="8" y="18"/>
                      <a:pt x="0" y="0"/>
                    </a:cubicBezTo>
                    <a:cubicBezTo>
                      <a:pt x="8" y="19"/>
                      <a:pt x="33" y="43"/>
                      <a:pt x="51" y="43"/>
                    </a:cubicBezTo>
                    <a:cubicBezTo>
                      <a:pt x="52" y="43"/>
                      <a:pt x="52" y="43"/>
                      <a:pt x="52" y="43"/>
                    </a:cubicBezTo>
                    <a:cubicBezTo>
                      <a:pt x="70" y="43"/>
                      <a:pt x="95" y="19"/>
                      <a:pt x="103" y="0"/>
                    </a:cubicBezTo>
                    <a:cubicBezTo>
                      <a:pt x="95" y="18"/>
                      <a:pt x="70" y="41"/>
                      <a:pt x="52" y="41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420" name="Freeform 514">
                <a:extLst>
                  <a:ext uri="{FF2B5EF4-FFF2-40B4-BE49-F238E27FC236}">
                    <a16:creationId xmlns:a16="http://schemas.microsoft.com/office/drawing/2014/main" id="{54F30813-2588-461F-8277-FF5FCB7E6D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8" y="3825"/>
                <a:ext cx="7" cy="34"/>
              </a:xfrm>
              <a:custGeom>
                <a:avLst/>
                <a:gdLst>
                  <a:gd name="T0" fmla="*/ 21 w 4"/>
                  <a:gd name="T1" fmla="*/ 0 h 21"/>
                  <a:gd name="T2" fmla="*/ 0 w 4"/>
                  <a:gd name="T3" fmla="*/ 89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1">
                    <a:moveTo>
                      <a:pt x="4" y="0"/>
                    </a:moveTo>
                    <a:cubicBezTo>
                      <a:pt x="4" y="8"/>
                      <a:pt x="0" y="21"/>
                      <a:pt x="0" y="21"/>
                    </a:cubicBezTo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421" name="Freeform 515">
                <a:extLst>
                  <a:ext uri="{FF2B5EF4-FFF2-40B4-BE49-F238E27FC236}">
                    <a16:creationId xmlns:a16="http://schemas.microsoft.com/office/drawing/2014/main" id="{3F65ED64-2B8A-43BB-84BC-CD47D19BE2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8" y="1285"/>
                <a:ext cx="164" cy="18"/>
              </a:xfrm>
              <a:custGeom>
                <a:avLst/>
                <a:gdLst>
                  <a:gd name="T0" fmla="*/ 307 w 102"/>
                  <a:gd name="T1" fmla="*/ 18 h 11"/>
                  <a:gd name="T2" fmla="*/ 183 w 102"/>
                  <a:gd name="T3" fmla="*/ 18 h 11"/>
                  <a:gd name="T4" fmla="*/ 8 w 102"/>
                  <a:gd name="T5" fmla="*/ 26 h 11"/>
                  <a:gd name="T6" fmla="*/ 5 w 102"/>
                  <a:gd name="T7" fmla="*/ 47 h 11"/>
                  <a:gd name="T8" fmla="*/ 13 w 102"/>
                  <a:gd name="T9" fmla="*/ 34 h 11"/>
                  <a:gd name="T10" fmla="*/ 183 w 102"/>
                  <a:gd name="T11" fmla="*/ 26 h 11"/>
                  <a:gd name="T12" fmla="*/ 314 w 102"/>
                  <a:gd name="T13" fmla="*/ 21 h 11"/>
                  <a:gd name="T14" fmla="*/ 424 w 102"/>
                  <a:gd name="T15" fmla="*/ 0 h 11"/>
                  <a:gd name="T16" fmla="*/ 307 w 102"/>
                  <a:gd name="T17" fmla="*/ 18 h 1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2" h="11">
                    <a:moveTo>
                      <a:pt x="74" y="4"/>
                    </a:moveTo>
                    <a:cubicBezTo>
                      <a:pt x="69" y="6"/>
                      <a:pt x="57" y="5"/>
                      <a:pt x="44" y="4"/>
                    </a:cubicBezTo>
                    <a:cubicBezTo>
                      <a:pt x="26" y="2"/>
                      <a:pt x="8" y="1"/>
                      <a:pt x="2" y="6"/>
                    </a:cubicBezTo>
                    <a:cubicBezTo>
                      <a:pt x="0" y="8"/>
                      <a:pt x="1" y="9"/>
                      <a:pt x="1" y="11"/>
                    </a:cubicBezTo>
                    <a:cubicBezTo>
                      <a:pt x="1" y="10"/>
                      <a:pt x="2" y="9"/>
                      <a:pt x="3" y="8"/>
                    </a:cubicBezTo>
                    <a:cubicBezTo>
                      <a:pt x="8" y="3"/>
                      <a:pt x="27" y="4"/>
                      <a:pt x="44" y="6"/>
                    </a:cubicBezTo>
                    <a:cubicBezTo>
                      <a:pt x="57" y="7"/>
                      <a:pt x="69" y="8"/>
                      <a:pt x="75" y="5"/>
                    </a:cubicBezTo>
                    <a:cubicBezTo>
                      <a:pt x="80" y="3"/>
                      <a:pt x="97" y="1"/>
                      <a:pt x="102" y="0"/>
                    </a:cubicBezTo>
                    <a:cubicBezTo>
                      <a:pt x="95" y="1"/>
                      <a:pt x="79" y="1"/>
                      <a:pt x="74" y="4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422" name="Freeform 516">
                <a:extLst>
                  <a:ext uri="{FF2B5EF4-FFF2-40B4-BE49-F238E27FC236}">
                    <a16:creationId xmlns:a16="http://schemas.microsoft.com/office/drawing/2014/main" id="{1F89FF68-2DD9-4F41-9B14-7E12B0EBAA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9" y="3957"/>
                <a:ext cx="19" cy="64"/>
              </a:xfrm>
              <a:custGeom>
                <a:avLst/>
                <a:gdLst>
                  <a:gd name="T0" fmla="*/ 8 w 12"/>
                  <a:gd name="T1" fmla="*/ 0 h 40"/>
                  <a:gd name="T2" fmla="*/ 25 w 12"/>
                  <a:gd name="T3" fmla="*/ 54 h 40"/>
                  <a:gd name="T4" fmla="*/ 48 w 12"/>
                  <a:gd name="T5" fmla="*/ 163 h 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40">
                    <a:moveTo>
                      <a:pt x="2" y="0"/>
                    </a:moveTo>
                    <a:cubicBezTo>
                      <a:pt x="0" y="4"/>
                      <a:pt x="2" y="9"/>
                      <a:pt x="6" y="13"/>
                    </a:cubicBezTo>
                    <a:cubicBezTo>
                      <a:pt x="10" y="17"/>
                      <a:pt x="12" y="38"/>
                      <a:pt x="12" y="40"/>
                    </a:cubicBezTo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423" name="Freeform 517">
                <a:extLst>
                  <a:ext uri="{FF2B5EF4-FFF2-40B4-BE49-F238E27FC236}">
                    <a16:creationId xmlns:a16="http://schemas.microsoft.com/office/drawing/2014/main" id="{944B1CB2-4528-4A0D-AD11-E277092C5E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9" y="3960"/>
                <a:ext cx="42" cy="61"/>
              </a:xfrm>
              <a:custGeom>
                <a:avLst/>
                <a:gdLst>
                  <a:gd name="T0" fmla="*/ 0 w 26"/>
                  <a:gd name="T1" fmla="*/ 0 h 38"/>
                  <a:gd name="T2" fmla="*/ 60 w 26"/>
                  <a:gd name="T3" fmla="*/ 56 h 38"/>
                  <a:gd name="T4" fmla="*/ 84 w 26"/>
                  <a:gd name="T5" fmla="*/ 157 h 3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38">
                    <a:moveTo>
                      <a:pt x="0" y="0"/>
                    </a:moveTo>
                    <a:cubicBezTo>
                      <a:pt x="4" y="7"/>
                      <a:pt x="12" y="12"/>
                      <a:pt x="14" y="14"/>
                    </a:cubicBezTo>
                    <a:cubicBezTo>
                      <a:pt x="26" y="26"/>
                      <a:pt x="16" y="24"/>
                      <a:pt x="20" y="38"/>
                    </a:cubicBezTo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424" name="Freeform 518">
                <a:extLst>
                  <a:ext uri="{FF2B5EF4-FFF2-40B4-BE49-F238E27FC236}">
                    <a16:creationId xmlns:a16="http://schemas.microsoft.com/office/drawing/2014/main" id="{1082C834-15AB-4ED7-AD7C-CD0DC9A669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0" y="3957"/>
                <a:ext cx="42" cy="61"/>
              </a:xfrm>
              <a:custGeom>
                <a:avLst/>
                <a:gdLst>
                  <a:gd name="T0" fmla="*/ 0 w 26"/>
                  <a:gd name="T1" fmla="*/ 0 h 38"/>
                  <a:gd name="T2" fmla="*/ 60 w 26"/>
                  <a:gd name="T3" fmla="*/ 55 h 38"/>
                  <a:gd name="T4" fmla="*/ 105 w 26"/>
                  <a:gd name="T5" fmla="*/ 157 h 3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38">
                    <a:moveTo>
                      <a:pt x="0" y="0"/>
                    </a:moveTo>
                    <a:cubicBezTo>
                      <a:pt x="4" y="5"/>
                      <a:pt x="8" y="8"/>
                      <a:pt x="14" y="13"/>
                    </a:cubicBezTo>
                    <a:cubicBezTo>
                      <a:pt x="26" y="25"/>
                      <a:pt x="18" y="24"/>
                      <a:pt x="25" y="38"/>
                    </a:cubicBezTo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425" name="Freeform 519">
                <a:extLst>
                  <a:ext uri="{FF2B5EF4-FFF2-40B4-BE49-F238E27FC236}">
                    <a16:creationId xmlns:a16="http://schemas.microsoft.com/office/drawing/2014/main" id="{14530961-812C-4CBA-A0B8-154A6A6BED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7" y="3949"/>
                <a:ext cx="29" cy="45"/>
              </a:xfrm>
              <a:custGeom>
                <a:avLst/>
                <a:gdLst>
                  <a:gd name="T0" fmla="*/ 0 w 18"/>
                  <a:gd name="T1" fmla="*/ 0 h 28"/>
                  <a:gd name="T2" fmla="*/ 47 w 18"/>
                  <a:gd name="T3" fmla="*/ 47 h 28"/>
                  <a:gd name="T4" fmla="*/ 76 w 18"/>
                  <a:gd name="T5" fmla="*/ 116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28">
                    <a:moveTo>
                      <a:pt x="0" y="0"/>
                    </a:moveTo>
                    <a:cubicBezTo>
                      <a:pt x="3" y="4"/>
                      <a:pt x="8" y="8"/>
                      <a:pt x="11" y="11"/>
                    </a:cubicBezTo>
                    <a:cubicBezTo>
                      <a:pt x="15" y="15"/>
                      <a:pt x="12" y="19"/>
                      <a:pt x="18" y="28"/>
                    </a:cubicBezTo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426" name="Freeform 520">
                <a:extLst>
                  <a:ext uri="{FF2B5EF4-FFF2-40B4-BE49-F238E27FC236}">
                    <a16:creationId xmlns:a16="http://schemas.microsoft.com/office/drawing/2014/main" id="{4D995013-E561-4CF9-9A4D-463798CD97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1" y="3990"/>
                <a:ext cx="37" cy="21"/>
              </a:xfrm>
              <a:custGeom>
                <a:avLst/>
                <a:gdLst>
                  <a:gd name="T0" fmla="*/ 97 w 23"/>
                  <a:gd name="T1" fmla="*/ 39 h 13"/>
                  <a:gd name="T2" fmla="*/ 26 w 23"/>
                  <a:gd name="T3" fmla="*/ 55 h 13"/>
                  <a:gd name="T4" fmla="*/ 47 w 23"/>
                  <a:gd name="T5" fmla="*/ 0 h 13"/>
                  <a:gd name="T6" fmla="*/ 97 w 23"/>
                  <a:gd name="T7" fmla="*/ 39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" h="13">
                    <a:moveTo>
                      <a:pt x="23" y="9"/>
                    </a:moveTo>
                    <a:cubicBezTo>
                      <a:pt x="15" y="7"/>
                      <a:pt x="8" y="11"/>
                      <a:pt x="6" y="13"/>
                    </a:cubicBezTo>
                    <a:cubicBezTo>
                      <a:pt x="0" y="3"/>
                      <a:pt x="6" y="0"/>
                      <a:pt x="11" y="0"/>
                    </a:cubicBezTo>
                    <a:cubicBezTo>
                      <a:pt x="22" y="1"/>
                      <a:pt x="23" y="6"/>
                      <a:pt x="23" y="9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427" name="Freeform 521">
                <a:extLst>
                  <a:ext uri="{FF2B5EF4-FFF2-40B4-BE49-F238E27FC236}">
                    <a16:creationId xmlns:a16="http://schemas.microsoft.com/office/drawing/2014/main" id="{428B55EE-C713-4C26-A168-BA494CCF56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2" y="3998"/>
                <a:ext cx="20" cy="18"/>
              </a:xfrm>
              <a:custGeom>
                <a:avLst/>
                <a:gdLst>
                  <a:gd name="T0" fmla="*/ 55 w 12"/>
                  <a:gd name="T1" fmla="*/ 47 h 11"/>
                  <a:gd name="T2" fmla="*/ 0 w 12"/>
                  <a:gd name="T3" fmla="*/ 43 h 11"/>
                  <a:gd name="T4" fmla="*/ 55 w 12"/>
                  <a:gd name="T5" fmla="*/ 47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1">
                    <a:moveTo>
                      <a:pt x="12" y="11"/>
                    </a:moveTo>
                    <a:cubicBezTo>
                      <a:pt x="10" y="11"/>
                      <a:pt x="2" y="9"/>
                      <a:pt x="0" y="10"/>
                    </a:cubicBezTo>
                    <a:cubicBezTo>
                      <a:pt x="1" y="2"/>
                      <a:pt x="12" y="0"/>
                      <a:pt x="12" y="11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428" name="Freeform 522">
                <a:extLst>
                  <a:ext uri="{FF2B5EF4-FFF2-40B4-BE49-F238E27FC236}">
                    <a16:creationId xmlns:a16="http://schemas.microsoft.com/office/drawing/2014/main" id="{88A0AA35-A6A7-4185-A0BB-77E06E4011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3" y="4003"/>
                <a:ext cx="17" cy="15"/>
              </a:xfrm>
              <a:custGeom>
                <a:avLst/>
                <a:gdLst>
                  <a:gd name="T0" fmla="*/ 40 w 11"/>
                  <a:gd name="T1" fmla="*/ 33 h 9"/>
                  <a:gd name="T2" fmla="*/ 0 w 11"/>
                  <a:gd name="T3" fmla="*/ 33 h 9"/>
                  <a:gd name="T4" fmla="*/ 40 w 11"/>
                  <a:gd name="T5" fmla="*/ 33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9">
                    <a:moveTo>
                      <a:pt x="11" y="7"/>
                    </a:moveTo>
                    <a:cubicBezTo>
                      <a:pt x="9" y="9"/>
                      <a:pt x="3" y="9"/>
                      <a:pt x="0" y="7"/>
                    </a:cubicBezTo>
                    <a:cubicBezTo>
                      <a:pt x="1" y="0"/>
                      <a:pt x="11" y="3"/>
                      <a:pt x="11" y="7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429" name="Freeform 523">
                <a:extLst>
                  <a:ext uri="{FF2B5EF4-FFF2-40B4-BE49-F238E27FC236}">
                    <a16:creationId xmlns:a16="http://schemas.microsoft.com/office/drawing/2014/main" id="{00483268-91BF-422F-95D5-50AE92BAC3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0" y="3989"/>
                <a:ext cx="13" cy="13"/>
              </a:xfrm>
              <a:custGeom>
                <a:avLst/>
                <a:gdLst>
                  <a:gd name="T0" fmla="*/ 34 w 8"/>
                  <a:gd name="T1" fmla="*/ 21 h 8"/>
                  <a:gd name="T2" fmla="*/ 5 w 8"/>
                  <a:gd name="T3" fmla="*/ 29 h 8"/>
                  <a:gd name="T4" fmla="*/ 34 w 8"/>
                  <a:gd name="T5" fmla="*/ 21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8">
                    <a:moveTo>
                      <a:pt x="8" y="5"/>
                    </a:moveTo>
                    <a:cubicBezTo>
                      <a:pt x="7" y="7"/>
                      <a:pt x="4" y="8"/>
                      <a:pt x="1" y="7"/>
                    </a:cubicBezTo>
                    <a:cubicBezTo>
                      <a:pt x="0" y="0"/>
                      <a:pt x="7" y="1"/>
                      <a:pt x="8" y="5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430" name="Freeform 524">
                <a:extLst>
                  <a:ext uri="{FF2B5EF4-FFF2-40B4-BE49-F238E27FC236}">
                    <a16:creationId xmlns:a16="http://schemas.microsoft.com/office/drawing/2014/main" id="{4D580B12-B20F-4BD6-BBFA-6851137319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1" y="1660"/>
                <a:ext cx="66" cy="66"/>
              </a:xfrm>
              <a:custGeom>
                <a:avLst/>
                <a:gdLst>
                  <a:gd name="T0" fmla="*/ 171 w 41"/>
                  <a:gd name="T1" fmla="*/ 90 h 41"/>
                  <a:gd name="T2" fmla="*/ 90 w 41"/>
                  <a:gd name="T3" fmla="*/ 5 h 41"/>
                  <a:gd name="T4" fmla="*/ 5 w 41"/>
                  <a:gd name="T5" fmla="*/ 84 h 41"/>
                  <a:gd name="T6" fmla="*/ 80 w 41"/>
                  <a:gd name="T7" fmla="*/ 171 h 41"/>
                  <a:gd name="T8" fmla="*/ 171 w 41"/>
                  <a:gd name="T9" fmla="*/ 90 h 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1" h="41">
                    <a:moveTo>
                      <a:pt x="41" y="22"/>
                    </a:moveTo>
                    <a:cubicBezTo>
                      <a:pt x="41" y="12"/>
                      <a:pt x="33" y="2"/>
                      <a:pt x="22" y="1"/>
                    </a:cubicBezTo>
                    <a:cubicBezTo>
                      <a:pt x="11" y="0"/>
                      <a:pt x="2" y="9"/>
                      <a:pt x="1" y="20"/>
                    </a:cubicBezTo>
                    <a:cubicBezTo>
                      <a:pt x="0" y="30"/>
                      <a:pt x="9" y="40"/>
                      <a:pt x="19" y="41"/>
                    </a:cubicBezTo>
                    <a:cubicBezTo>
                      <a:pt x="30" y="41"/>
                      <a:pt x="40" y="33"/>
                      <a:pt x="41" y="22"/>
                    </a:cubicBezTo>
                  </a:path>
                </a:pathLst>
              </a:custGeom>
              <a:solidFill>
                <a:srgbClr val="773A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431" name="Freeform 525">
                <a:extLst>
                  <a:ext uri="{FF2B5EF4-FFF2-40B4-BE49-F238E27FC236}">
                    <a16:creationId xmlns:a16="http://schemas.microsoft.com/office/drawing/2014/main" id="{2D1B1C5A-8C08-4BD6-B9A1-A080D30C90B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050" y="1680"/>
                <a:ext cx="29" cy="29"/>
              </a:xfrm>
              <a:custGeom>
                <a:avLst/>
                <a:gdLst>
                  <a:gd name="T0" fmla="*/ 0 w 18"/>
                  <a:gd name="T1" fmla="*/ 34 h 18"/>
                  <a:gd name="T2" fmla="*/ 8 w 18"/>
                  <a:gd name="T3" fmla="*/ 63 h 18"/>
                  <a:gd name="T4" fmla="*/ 34 w 18"/>
                  <a:gd name="T5" fmla="*/ 76 h 18"/>
                  <a:gd name="T6" fmla="*/ 63 w 18"/>
                  <a:gd name="T7" fmla="*/ 63 h 18"/>
                  <a:gd name="T8" fmla="*/ 76 w 18"/>
                  <a:gd name="T9" fmla="*/ 42 h 18"/>
                  <a:gd name="T10" fmla="*/ 68 w 18"/>
                  <a:gd name="T11" fmla="*/ 21 h 18"/>
                  <a:gd name="T12" fmla="*/ 63 w 18"/>
                  <a:gd name="T13" fmla="*/ 26 h 18"/>
                  <a:gd name="T14" fmla="*/ 60 w 18"/>
                  <a:gd name="T15" fmla="*/ 29 h 18"/>
                  <a:gd name="T16" fmla="*/ 63 w 18"/>
                  <a:gd name="T17" fmla="*/ 39 h 18"/>
                  <a:gd name="T18" fmla="*/ 63 w 18"/>
                  <a:gd name="T19" fmla="*/ 39 h 18"/>
                  <a:gd name="T20" fmla="*/ 63 w 18"/>
                  <a:gd name="T21" fmla="*/ 39 h 18"/>
                  <a:gd name="T22" fmla="*/ 55 w 18"/>
                  <a:gd name="T23" fmla="*/ 55 h 18"/>
                  <a:gd name="T24" fmla="*/ 39 w 18"/>
                  <a:gd name="T25" fmla="*/ 63 h 18"/>
                  <a:gd name="T26" fmla="*/ 21 w 18"/>
                  <a:gd name="T27" fmla="*/ 55 h 18"/>
                  <a:gd name="T28" fmla="*/ 13 w 18"/>
                  <a:gd name="T29" fmla="*/ 47 h 18"/>
                  <a:gd name="T30" fmla="*/ 5 w 18"/>
                  <a:gd name="T31" fmla="*/ 29 h 18"/>
                  <a:gd name="T32" fmla="*/ 0 w 18"/>
                  <a:gd name="T33" fmla="*/ 34 h 18"/>
                  <a:gd name="T34" fmla="*/ 42 w 18"/>
                  <a:gd name="T35" fmla="*/ 13 h 18"/>
                  <a:gd name="T36" fmla="*/ 47 w 18"/>
                  <a:gd name="T37" fmla="*/ 5 h 18"/>
                  <a:gd name="T38" fmla="*/ 42 w 18"/>
                  <a:gd name="T39" fmla="*/ 0 h 18"/>
                  <a:gd name="T40" fmla="*/ 34 w 18"/>
                  <a:gd name="T41" fmla="*/ 5 h 18"/>
                  <a:gd name="T42" fmla="*/ 34 w 18"/>
                  <a:gd name="T43" fmla="*/ 8 h 18"/>
                  <a:gd name="T44" fmla="*/ 34 w 18"/>
                  <a:gd name="T45" fmla="*/ 16 h 18"/>
                  <a:gd name="T46" fmla="*/ 39 w 18"/>
                  <a:gd name="T47" fmla="*/ 13 h 18"/>
                  <a:gd name="T48" fmla="*/ 42 w 18"/>
                  <a:gd name="T49" fmla="*/ 16 h 18"/>
                  <a:gd name="T50" fmla="*/ 42 w 18"/>
                  <a:gd name="T51" fmla="*/ 13 h 18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18" h="18">
                    <a:moveTo>
                      <a:pt x="0" y="8"/>
                    </a:moveTo>
                    <a:cubicBezTo>
                      <a:pt x="2" y="15"/>
                      <a:pt x="2" y="15"/>
                      <a:pt x="2" y="15"/>
                    </a:cubicBezTo>
                    <a:cubicBezTo>
                      <a:pt x="8" y="18"/>
                      <a:pt x="8" y="18"/>
                      <a:pt x="8" y="18"/>
                    </a:cubicBezTo>
                    <a:cubicBezTo>
                      <a:pt x="15" y="15"/>
                      <a:pt x="15" y="15"/>
                      <a:pt x="15" y="15"/>
                    </a:cubicBezTo>
                    <a:cubicBezTo>
                      <a:pt x="18" y="10"/>
                      <a:pt x="18" y="10"/>
                      <a:pt x="18" y="10"/>
                    </a:cubicBezTo>
                    <a:cubicBezTo>
                      <a:pt x="16" y="5"/>
                      <a:pt x="16" y="5"/>
                      <a:pt x="16" y="5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5" y="6"/>
                      <a:pt x="14" y="6"/>
                      <a:pt x="14" y="7"/>
                    </a:cubicBezTo>
                    <a:cubicBezTo>
                      <a:pt x="14" y="7"/>
                      <a:pt x="15" y="8"/>
                      <a:pt x="15" y="9"/>
                    </a:cubicBezTo>
                    <a:cubicBezTo>
                      <a:pt x="15" y="9"/>
                      <a:pt x="15" y="9"/>
                      <a:pt x="15" y="9"/>
                    </a:cubicBezTo>
                    <a:cubicBezTo>
                      <a:pt x="15" y="9"/>
                      <a:pt x="14" y="10"/>
                      <a:pt x="15" y="9"/>
                    </a:cubicBezTo>
                    <a:cubicBezTo>
                      <a:pt x="13" y="13"/>
                      <a:pt x="13" y="13"/>
                      <a:pt x="13" y="13"/>
                    </a:cubicBezTo>
                    <a:cubicBezTo>
                      <a:pt x="13" y="13"/>
                      <a:pt x="9" y="15"/>
                      <a:pt x="9" y="15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4" y="13"/>
                      <a:pt x="3" y="12"/>
                      <a:pt x="3" y="11"/>
                    </a:cubicBezTo>
                    <a:cubicBezTo>
                      <a:pt x="2" y="10"/>
                      <a:pt x="2" y="8"/>
                      <a:pt x="1" y="7"/>
                    </a:cubicBezTo>
                    <a:lnTo>
                      <a:pt x="0" y="8"/>
                    </a:lnTo>
                    <a:close/>
                    <a:moveTo>
                      <a:pt x="10" y="3"/>
                    </a:moveTo>
                    <a:cubicBezTo>
                      <a:pt x="10" y="2"/>
                      <a:pt x="10" y="2"/>
                      <a:pt x="11" y="1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8" y="1"/>
                      <a:pt x="8" y="1"/>
                      <a:pt x="8" y="2"/>
                    </a:cubicBezTo>
                    <a:cubicBezTo>
                      <a:pt x="8" y="2"/>
                      <a:pt x="8" y="3"/>
                      <a:pt x="8" y="4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10" y="3"/>
                      <a:pt x="10" y="3"/>
                      <a:pt x="10" y="4"/>
                    </a:cubicBezTo>
                    <a:cubicBezTo>
                      <a:pt x="10" y="3"/>
                      <a:pt x="10" y="3"/>
                      <a:pt x="10" y="3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432" name="Freeform 526">
                <a:extLst>
                  <a:ext uri="{FF2B5EF4-FFF2-40B4-BE49-F238E27FC236}">
                    <a16:creationId xmlns:a16="http://schemas.microsoft.com/office/drawing/2014/main" id="{F80669E8-5EFE-4543-AD7C-D876743889E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031" y="1660"/>
                <a:ext cx="68" cy="69"/>
              </a:xfrm>
              <a:custGeom>
                <a:avLst/>
                <a:gdLst>
                  <a:gd name="T0" fmla="*/ 165 w 42"/>
                  <a:gd name="T1" fmla="*/ 95 h 43"/>
                  <a:gd name="T2" fmla="*/ 162 w 42"/>
                  <a:gd name="T3" fmla="*/ 116 h 43"/>
                  <a:gd name="T4" fmla="*/ 173 w 42"/>
                  <a:gd name="T5" fmla="*/ 120 h 43"/>
                  <a:gd name="T6" fmla="*/ 178 w 42"/>
                  <a:gd name="T7" fmla="*/ 101 h 43"/>
                  <a:gd name="T8" fmla="*/ 165 w 42"/>
                  <a:gd name="T9" fmla="*/ 95 h 43"/>
                  <a:gd name="T10" fmla="*/ 94 w 42"/>
                  <a:gd name="T11" fmla="*/ 13 h 43"/>
                  <a:gd name="T12" fmla="*/ 97 w 42"/>
                  <a:gd name="T13" fmla="*/ 13 h 43"/>
                  <a:gd name="T14" fmla="*/ 97 w 42"/>
                  <a:gd name="T15" fmla="*/ 5 h 43"/>
                  <a:gd name="T16" fmla="*/ 94 w 42"/>
                  <a:gd name="T17" fmla="*/ 5 h 43"/>
                  <a:gd name="T18" fmla="*/ 94 w 42"/>
                  <a:gd name="T19" fmla="*/ 13 h 43"/>
                  <a:gd name="T20" fmla="*/ 94 w 42"/>
                  <a:gd name="T21" fmla="*/ 13 h 43"/>
                  <a:gd name="T22" fmla="*/ 13 w 42"/>
                  <a:gd name="T23" fmla="*/ 82 h 43"/>
                  <a:gd name="T24" fmla="*/ 26 w 42"/>
                  <a:gd name="T25" fmla="*/ 47 h 43"/>
                  <a:gd name="T26" fmla="*/ 16 w 42"/>
                  <a:gd name="T27" fmla="*/ 42 h 43"/>
                  <a:gd name="T28" fmla="*/ 13 w 42"/>
                  <a:gd name="T29" fmla="*/ 42 h 43"/>
                  <a:gd name="T30" fmla="*/ 0 w 42"/>
                  <a:gd name="T31" fmla="*/ 75 h 43"/>
                  <a:gd name="T32" fmla="*/ 13 w 42"/>
                  <a:gd name="T33" fmla="*/ 88 h 43"/>
                  <a:gd name="T34" fmla="*/ 13 w 42"/>
                  <a:gd name="T35" fmla="*/ 82 h 43"/>
                  <a:gd name="T36" fmla="*/ 16 w 42"/>
                  <a:gd name="T37" fmla="*/ 111 h 43"/>
                  <a:gd name="T38" fmla="*/ 0 w 42"/>
                  <a:gd name="T39" fmla="*/ 108 h 43"/>
                  <a:gd name="T40" fmla="*/ 21 w 42"/>
                  <a:gd name="T41" fmla="*/ 144 h 43"/>
                  <a:gd name="T42" fmla="*/ 81 w 42"/>
                  <a:gd name="T43" fmla="*/ 173 h 43"/>
                  <a:gd name="T44" fmla="*/ 162 w 42"/>
                  <a:gd name="T45" fmla="*/ 141 h 43"/>
                  <a:gd name="T46" fmla="*/ 149 w 42"/>
                  <a:gd name="T47" fmla="*/ 136 h 43"/>
                  <a:gd name="T48" fmla="*/ 84 w 42"/>
                  <a:gd name="T49" fmla="*/ 162 h 43"/>
                  <a:gd name="T50" fmla="*/ 29 w 42"/>
                  <a:gd name="T51" fmla="*/ 136 h 43"/>
                  <a:gd name="T52" fmla="*/ 16 w 42"/>
                  <a:gd name="T53" fmla="*/ 111 h 43"/>
                  <a:gd name="T54" fmla="*/ 157 w 42"/>
                  <a:gd name="T55" fmla="*/ 55 h 43"/>
                  <a:gd name="T56" fmla="*/ 170 w 42"/>
                  <a:gd name="T57" fmla="*/ 47 h 43"/>
                  <a:gd name="T58" fmla="*/ 157 w 42"/>
                  <a:gd name="T59" fmla="*/ 29 h 43"/>
                  <a:gd name="T60" fmla="*/ 149 w 42"/>
                  <a:gd name="T61" fmla="*/ 35 h 43"/>
                  <a:gd name="T62" fmla="*/ 157 w 42"/>
                  <a:gd name="T63" fmla="*/ 55 h 43"/>
                  <a:gd name="T64" fmla="*/ 178 w 42"/>
                  <a:gd name="T65" fmla="*/ 75 h 43"/>
                  <a:gd name="T66" fmla="*/ 178 w 42"/>
                  <a:gd name="T67" fmla="*/ 75 h 43"/>
                  <a:gd name="T68" fmla="*/ 178 w 42"/>
                  <a:gd name="T69" fmla="*/ 69 h 43"/>
                  <a:gd name="T70" fmla="*/ 178 w 42"/>
                  <a:gd name="T71" fmla="*/ 75 h 43"/>
                  <a:gd name="T72" fmla="*/ 63 w 42"/>
                  <a:gd name="T73" fmla="*/ 16 h 43"/>
                  <a:gd name="T74" fmla="*/ 68 w 42"/>
                  <a:gd name="T75" fmla="*/ 0 h 43"/>
                  <a:gd name="T76" fmla="*/ 29 w 42"/>
                  <a:gd name="T77" fmla="*/ 21 h 43"/>
                  <a:gd name="T78" fmla="*/ 42 w 42"/>
                  <a:gd name="T79" fmla="*/ 26 h 43"/>
                  <a:gd name="T80" fmla="*/ 63 w 42"/>
                  <a:gd name="T81" fmla="*/ 16 h 43"/>
                  <a:gd name="T82" fmla="*/ 128 w 42"/>
                  <a:gd name="T83" fmla="*/ 21 h 43"/>
                  <a:gd name="T84" fmla="*/ 136 w 42"/>
                  <a:gd name="T85" fmla="*/ 13 h 43"/>
                  <a:gd name="T86" fmla="*/ 123 w 42"/>
                  <a:gd name="T87" fmla="*/ 5 h 43"/>
                  <a:gd name="T88" fmla="*/ 128 w 42"/>
                  <a:gd name="T89" fmla="*/ 21 h 43"/>
                  <a:gd name="T90" fmla="*/ 128 w 42"/>
                  <a:gd name="T91" fmla="*/ 21 h 43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42" h="43">
                    <a:moveTo>
                      <a:pt x="39" y="23"/>
                    </a:moveTo>
                    <a:cubicBezTo>
                      <a:pt x="39" y="25"/>
                      <a:pt x="38" y="26"/>
                      <a:pt x="38" y="28"/>
                    </a:cubicBezTo>
                    <a:cubicBezTo>
                      <a:pt x="39" y="28"/>
                      <a:pt x="40" y="28"/>
                      <a:pt x="41" y="29"/>
                    </a:cubicBezTo>
                    <a:cubicBezTo>
                      <a:pt x="41" y="27"/>
                      <a:pt x="42" y="26"/>
                      <a:pt x="42" y="24"/>
                    </a:cubicBezTo>
                    <a:cubicBezTo>
                      <a:pt x="41" y="24"/>
                      <a:pt x="40" y="23"/>
                      <a:pt x="39" y="23"/>
                    </a:cubicBezTo>
                    <a:moveTo>
                      <a:pt x="22" y="3"/>
                    </a:moveTo>
                    <a:cubicBezTo>
                      <a:pt x="23" y="3"/>
                      <a:pt x="23" y="3"/>
                      <a:pt x="23" y="3"/>
                    </a:cubicBezTo>
                    <a:cubicBezTo>
                      <a:pt x="23" y="2"/>
                      <a:pt x="23" y="2"/>
                      <a:pt x="23" y="1"/>
                    </a:cubicBezTo>
                    <a:cubicBezTo>
                      <a:pt x="23" y="1"/>
                      <a:pt x="23" y="1"/>
                      <a:pt x="22" y="1"/>
                    </a:cubicBezTo>
                    <a:cubicBezTo>
                      <a:pt x="22" y="2"/>
                      <a:pt x="22" y="2"/>
                      <a:pt x="22" y="3"/>
                    </a:cubicBezTo>
                    <a:cubicBezTo>
                      <a:pt x="22" y="3"/>
                      <a:pt x="22" y="3"/>
                      <a:pt x="22" y="3"/>
                    </a:cubicBezTo>
                    <a:moveTo>
                      <a:pt x="3" y="20"/>
                    </a:moveTo>
                    <a:cubicBezTo>
                      <a:pt x="3" y="16"/>
                      <a:pt x="4" y="14"/>
                      <a:pt x="6" y="11"/>
                    </a:cubicBezTo>
                    <a:cubicBezTo>
                      <a:pt x="5" y="11"/>
                      <a:pt x="4" y="10"/>
                      <a:pt x="4" y="10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1" y="12"/>
                      <a:pt x="0" y="15"/>
                      <a:pt x="0" y="18"/>
                    </a:cubicBezTo>
                    <a:cubicBezTo>
                      <a:pt x="1" y="19"/>
                      <a:pt x="2" y="20"/>
                      <a:pt x="3" y="21"/>
                    </a:cubicBezTo>
                    <a:cubicBezTo>
                      <a:pt x="3" y="20"/>
                      <a:pt x="3" y="20"/>
                      <a:pt x="3" y="20"/>
                    </a:cubicBezTo>
                    <a:moveTo>
                      <a:pt x="4" y="27"/>
                    </a:moveTo>
                    <a:cubicBezTo>
                      <a:pt x="3" y="27"/>
                      <a:pt x="2" y="27"/>
                      <a:pt x="0" y="26"/>
                    </a:cubicBezTo>
                    <a:cubicBezTo>
                      <a:pt x="1" y="29"/>
                      <a:pt x="3" y="32"/>
                      <a:pt x="5" y="35"/>
                    </a:cubicBezTo>
                    <a:cubicBezTo>
                      <a:pt x="9" y="39"/>
                      <a:pt x="14" y="42"/>
                      <a:pt x="19" y="42"/>
                    </a:cubicBezTo>
                    <a:cubicBezTo>
                      <a:pt x="27" y="43"/>
                      <a:pt x="33" y="39"/>
                      <a:pt x="38" y="34"/>
                    </a:cubicBezTo>
                    <a:cubicBezTo>
                      <a:pt x="37" y="34"/>
                      <a:pt x="36" y="33"/>
                      <a:pt x="35" y="33"/>
                    </a:cubicBezTo>
                    <a:cubicBezTo>
                      <a:pt x="31" y="37"/>
                      <a:pt x="26" y="40"/>
                      <a:pt x="20" y="39"/>
                    </a:cubicBezTo>
                    <a:cubicBezTo>
                      <a:pt x="15" y="39"/>
                      <a:pt x="10" y="37"/>
                      <a:pt x="7" y="33"/>
                    </a:cubicBezTo>
                    <a:cubicBezTo>
                      <a:pt x="6" y="31"/>
                      <a:pt x="5" y="29"/>
                      <a:pt x="4" y="27"/>
                    </a:cubicBezTo>
                    <a:moveTo>
                      <a:pt x="37" y="13"/>
                    </a:moveTo>
                    <a:cubicBezTo>
                      <a:pt x="38" y="13"/>
                      <a:pt x="39" y="12"/>
                      <a:pt x="40" y="11"/>
                    </a:cubicBezTo>
                    <a:cubicBezTo>
                      <a:pt x="39" y="10"/>
                      <a:pt x="38" y="8"/>
                      <a:pt x="37" y="7"/>
                    </a:cubicBezTo>
                    <a:cubicBezTo>
                      <a:pt x="36" y="7"/>
                      <a:pt x="35" y="8"/>
                      <a:pt x="35" y="9"/>
                    </a:cubicBezTo>
                    <a:cubicBezTo>
                      <a:pt x="36" y="10"/>
                      <a:pt x="37" y="12"/>
                      <a:pt x="37" y="13"/>
                    </a:cubicBezTo>
                    <a:moveTo>
                      <a:pt x="42" y="18"/>
                    </a:moveTo>
                    <a:cubicBezTo>
                      <a:pt x="42" y="18"/>
                      <a:pt x="42" y="18"/>
                      <a:pt x="42" y="18"/>
                    </a:cubicBezTo>
                    <a:cubicBezTo>
                      <a:pt x="42" y="18"/>
                      <a:pt x="42" y="18"/>
                      <a:pt x="42" y="17"/>
                    </a:cubicBezTo>
                    <a:cubicBezTo>
                      <a:pt x="42" y="17"/>
                      <a:pt x="42" y="18"/>
                      <a:pt x="42" y="18"/>
                    </a:cubicBezTo>
                    <a:moveTo>
                      <a:pt x="15" y="4"/>
                    </a:moveTo>
                    <a:cubicBezTo>
                      <a:pt x="15" y="2"/>
                      <a:pt x="16" y="1"/>
                      <a:pt x="16" y="0"/>
                    </a:cubicBezTo>
                    <a:cubicBezTo>
                      <a:pt x="13" y="1"/>
                      <a:pt x="10" y="3"/>
                      <a:pt x="7" y="5"/>
                    </a:cubicBezTo>
                    <a:cubicBezTo>
                      <a:pt x="8" y="5"/>
                      <a:pt x="9" y="6"/>
                      <a:pt x="10" y="6"/>
                    </a:cubicBezTo>
                    <a:cubicBezTo>
                      <a:pt x="12" y="5"/>
                      <a:pt x="13" y="4"/>
                      <a:pt x="15" y="4"/>
                    </a:cubicBezTo>
                    <a:moveTo>
                      <a:pt x="30" y="5"/>
                    </a:moveTo>
                    <a:cubicBezTo>
                      <a:pt x="31" y="4"/>
                      <a:pt x="31" y="4"/>
                      <a:pt x="32" y="3"/>
                    </a:cubicBezTo>
                    <a:cubicBezTo>
                      <a:pt x="31" y="2"/>
                      <a:pt x="30" y="2"/>
                      <a:pt x="29" y="1"/>
                    </a:cubicBezTo>
                    <a:cubicBezTo>
                      <a:pt x="29" y="3"/>
                      <a:pt x="30" y="4"/>
                      <a:pt x="30" y="5"/>
                    </a:cubicBezTo>
                    <a:cubicBezTo>
                      <a:pt x="30" y="5"/>
                      <a:pt x="30" y="5"/>
                      <a:pt x="30" y="5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433" name="Freeform 527">
                <a:extLst>
                  <a:ext uri="{FF2B5EF4-FFF2-40B4-BE49-F238E27FC236}">
                    <a16:creationId xmlns:a16="http://schemas.microsoft.com/office/drawing/2014/main" id="{82523B70-07F0-495D-A8A1-B188F01680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4" y="2554"/>
                <a:ext cx="68" cy="45"/>
              </a:xfrm>
              <a:custGeom>
                <a:avLst/>
                <a:gdLst>
                  <a:gd name="T0" fmla="*/ 0 w 42"/>
                  <a:gd name="T1" fmla="*/ 116 h 28"/>
                  <a:gd name="T2" fmla="*/ 39 w 42"/>
                  <a:gd name="T3" fmla="*/ 101 h 28"/>
                  <a:gd name="T4" fmla="*/ 115 w 42"/>
                  <a:gd name="T5" fmla="*/ 63 h 28"/>
                  <a:gd name="T6" fmla="*/ 178 w 42"/>
                  <a:gd name="T7" fmla="*/ 0 h 2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2" h="28">
                    <a:moveTo>
                      <a:pt x="0" y="28"/>
                    </a:moveTo>
                    <a:cubicBezTo>
                      <a:pt x="2" y="26"/>
                      <a:pt x="6" y="25"/>
                      <a:pt x="9" y="24"/>
                    </a:cubicBezTo>
                    <a:cubicBezTo>
                      <a:pt x="14" y="21"/>
                      <a:pt x="21" y="19"/>
                      <a:pt x="27" y="15"/>
                    </a:cubicBezTo>
                    <a:cubicBezTo>
                      <a:pt x="31" y="12"/>
                      <a:pt x="38" y="2"/>
                      <a:pt x="42" y="0"/>
                    </a:cubicBezTo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434" name="Freeform 528">
                <a:extLst>
                  <a:ext uri="{FF2B5EF4-FFF2-40B4-BE49-F238E27FC236}">
                    <a16:creationId xmlns:a16="http://schemas.microsoft.com/office/drawing/2014/main" id="{ADB190C2-24A4-451D-B625-F82A078525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7" y="2565"/>
                <a:ext cx="52" cy="47"/>
              </a:xfrm>
              <a:custGeom>
                <a:avLst/>
                <a:gdLst>
                  <a:gd name="T0" fmla="*/ 138 w 32"/>
                  <a:gd name="T1" fmla="*/ 0 h 29"/>
                  <a:gd name="T2" fmla="*/ 89 w 32"/>
                  <a:gd name="T3" fmla="*/ 73 h 29"/>
                  <a:gd name="T4" fmla="*/ 0 w 32"/>
                  <a:gd name="T5" fmla="*/ 123 h 2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2" h="29">
                    <a:moveTo>
                      <a:pt x="32" y="0"/>
                    </a:moveTo>
                    <a:cubicBezTo>
                      <a:pt x="28" y="5"/>
                      <a:pt x="21" y="15"/>
                      <a:pt x="21" y="17"/>
                    </a:cubicBezTo>
                    <a:cubicBezTo>
                      <a:pt x="15" y="20"/>
                      <a:pt x="10" y="20"/>
                      <a:pt x="0" y="29"/>
                    </a:cubicBezTo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435" name="Freeform 529">
                <a:extLst>
                  <a:ext uri="{FF2B5EF4-FFF2-40B4-BE49-F238E27FC236}">
                    <a16:creationId xmlns:a16="http://schemas.microsoft.com/office/drawing/2014/main" id="{2D544DC3-D9A8-4008-9C37-12E3474D54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8" y="2501"/>
                <a:ext cx="69" cy="85"/>
              </a:xfrm>
              <a:custGeom>
                <a:avLst/>
                <a:gdLst>
                  <a:gd name="T0" fmla="*/ 157 w 43"/>
                  <a:gd name="T1" fmla="*/ 170 h 53"/>
                  <a:gd name="T2" fmla="*/ 178 w 43"/>
                  <a:gd name="T3" fmla="*/ 88 h 53"/>
                  <a:gd name="T4" fmla="*/ 120 w 43"/>
                  <a:gd name="T5" fmla="*/ 0 h 53"/>
                  <a:gd name="T6" fmla="*/ 90 w 43"/>
                  <a:gd name="T7" fmla="*/ 47 h 53"/>
                  <a:gd name="T8" fmla="*/ 75 w 43"/>
                  <a:gd name="T9" fmla="*/ 157 h 53"/>
                  <a:gd name="T10" fmla="*/ 0 w 43"/>
                  <a:gd name="T11" fmla="*/ 213 h 5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3" h="53">
                    <a:moveTo>
                      <a:pt x="38" y="41"/>
                    </a:moveTo>
                    <a:cubicBezTo>
                      <a:pt x="38" y="34"/>
                      <a:pt x="42" y="28"/>
                      <a:pt x="43" y="21"/>
                    </a:cubicBezTo>
                    <a:cubicBezTo>
                      <a:pt x="43" y="14"/>
                      <a:pt x="36" y="5"/>
                      <a:pt x="29" y="0"/>
                    </a:cubicBezTo>
                    <a:cubicBezTo>
                      <a:pt x="23" y="0"/>
                      <a:pt x="22" y="6"/>
                      <a:pt x="22" y="11"/>
                    </a:cubicBezTo>
                    <a:cubicBezTo>
                      <a:pt x="21" y="15"/>
                      <a:pt x="20" y="32"/>
                      <a:pt x="18" y="38"/>
                    </a:cubicBezTo>
                    <a:cubicBezTo>
                      <a:pt x="17" y="44"/>
                      <a:pt x="10" y="53"/>
                      <a:pt x="0" y="52"/>
                    </a:cubicBezTo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436" name="Freeform 530">
                <a:extLst>
                  <a:ext uri="{FF2B5EF4-FFF2-40B4-BE49-F238E27FC236}">
                    <a16:creationId xmlns:a16="http://schemas.microsoft.com/office/drawing/2014/main" id="{58AE1A89-1BED-4A9F-B244-A43D752203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4" y="2628"/>
                <a:ext cx="23" cy="10"/>
              </a:xfrm>
              <a:custGeom>
                <a:avLst/>
                <a:gdLst>
                  <a:gd name="T0" fmla="*/ 62 w 14"/>
                  <a:gd name="T1" fmla="*/ 13 h 6"/>
                  <a:gd name="T2" fmla="*/ 0 w 14"/>
                  <a:gd name="T3" fmla="*/ 28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6">
                    <a:moveTo>
                      <a:pt x="14" y="3"/>
                    </a:moveTo>
                    <a:cubicBezTo>
                      <a:pt x="12" y="0"/>
                      <a:pt x="5" y="1"/>
                      <a:pt x="0" y="6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437" name="Freeform 531">
                <a:extLst>
                  <a:ext uri="{FF2B5EF4-FFF2-40B4-BE49-F238E27FC236}">
                    <a16:creationId xmlns:a16="http://schemas.microsoft.com/office/drawing/2014/main" id="{56476C66-C647-4FF4-9EFA-F5F382B003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9" y="2589"/>
                <a:ext cx="10" cy="12"/>
              </a:xfrm>
              <a:custGeom>
                <a:avLst/>
                <a:gdLst>
                  <a:gd name="T0" fmla="*/ 28 w 6"/>
                  <a:gd name="T1" fmla="*/ 36 h 7"/>
                  <a:gd name="T2" fmla="*/ 0 w 6"/>
                  <a:gd name="T3" fmla="*/ 9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7">
                    <a:moveTo>
                      <a:pt x="6" y="7"/>
                    </a:moveTo>
                    <a:cubicBezTo>
                      <a:pt x="3" y="4"/>
                      <a:pt x="2" y="0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438" name="Freeform 532">
                <a:extLst>
                  <a:ext uri="{FF2B5EF4-FFF2-40B4-BE49-F238E27FC236}">
                    <a16:creationId xmlns:a16="http://schemas.microsoft.com/office/drawing/2014/main" id="{FB5A4EB0-F12E-4F58-AF13-EC6F358063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0" y="2562"/>
                <a:ext cx="8" cy="3"/>
              </a:xfrm>
              <a:custGeom>
                <a:avLst/>
                <a:gdLst>
                  <a:gd name="T0" fmla="*/ 21 w 5"/>
                  <a:gd name="T1" fmla="*/ 5 h 2"/>
                  <a:gd name="T2" fmla="*/ 0 w 5"/>
                  <a:gd name="T3" fmla="*/ 8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2">
                    <a:moveTo>
                      <a:pt x="5" y="1"/>
                    </a:moveTo>
                    <a:cubicBezTo>
                      <a:pt x="3" y="0"/>
                      <a:pt x="2" y="0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439" name="Freeform 533">
                <a:extLst>
                  <a:ext uri="{FF2B5EF4-FFF2-40B4-BE49-F238E27FC236}">
                    <a16:creationId xmlns:a16="http://schemas.microsoft.com/office/drawing/2014/main" id="{E7F8D72C-7F95-4E0A-98B0-E33855323B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5" y="2492"/>
                <a:ext cx="6" cy="16"/>
              </a:xfrm>
              <a:custGeom>
                <a:avLst/>
                <a:gdLst>
                  <a:gd name="T0" fmla="*/ 14 w 4"/>
                  <a:gd name="T1" fmla="*/ 0 h 10"/>
                  <a:gd name="T2" fmla="*/ 0 w 4"/>
                  <a:gd name="T3" fmla="*/ 42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0">
                    <a:moveTo>
                      <a:pt x="4" y="0"/>
                    </a:moveTo>
                    <a:cubicBezTo>
                      <a:pt x="3" y="3"/>
                      <a:pt x="0" y="5"/>
                      <a:pt x="0" y="10"/>
                    </a:cubicBezTo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440" name="Freeform 534">
                <a:extLst>
                  <a:ext uri="{FF2B5EF4-FFF2-40B4-BE49-F238E27FC236}">
                    <a16:creationId xmlns:a16="http://schemas.microsoft.com/office/drawing/2014/main" id="{1340151B-E1FA-46EF-BFD6-51D4E40732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4" y="2498"/>
                <a:ext cx="12" cy="3"/>
              </a:xfrm>
              <a:custGeom>
                <a:avLst/>
                <a:gdLst>
                  <a:gd name="T0" fmla="*/ 36 w 7"/>
                  <a:gd name="T1" fmla="*/ 8 h 2"/>
                  <a:gd name="T2" fmla="*/ 0 w 7"/>
                  <a:gd name="T3" fmla="*/ 8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2">
                    <a:moveTo>
                      <a:pt x="7" y="2"/>
                    </a:moveTo>
                    <a:cubicBezTo>
                      <a:pt x="5" y="1"/>
                      <a:pt x="3" y="0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441" name="Freeform 535">
                <a:extLst>
                  <a:ext uri="{FF2B5EF4-FFF2-40B4-BE49-F238E27FC236}">
                    <a16:creationId xmlns:a16="http://schemas.microsoft.com/office/drawing/2014/main" id="{E1AB2057-F43C-4CD8-A69B-5D2F42D4B7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1" y="2525"/>
                <a:ext cx="8" cy="5"/>
              </a:xfrm>
              <a:custGeom>
                <a:avLst/>
                <a:gdLst>
                  <a:gd name="T0" fmla="*/ 21 w 5"/>
                  <a:gd name="T1" fmla="*/ 5 h 3"/>
                  <a:gd name="T2" fmla="*/ 0 w 5"/>
                  <a:gd name="T3" fmla="*/ 13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3">
                    <a:moveTo>
                      <a:pt x="5" y="1"/>
                    </a:moveTo>
                    <a:cubicBezTo>
                      <a:pt x="3" y="0"/>
                      <a:pt x="1" y="2"/>
                      <a:pt x="0" y="3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442" name="Freeform 536">
                <a:extLst>
                  <a:ext uri="{FF2B5EF4-FFF2-40B4-BE49-F238E27FC236}">
                    <a16:creationId xmlns:a16="http://schemas.microsoft.com/office/drawing/2014/main" id="{6DFDF382-E6B9-4B31-864E-533E60EF89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5" y="2522"/>
                <a:ext cx="35" cy="45"/>
              </a:xfrm>
              <a:custGeom>
                <a:avLst/>
                <a:gdLst>
                  <a:gd name="T0" fmla="*/ 89 w 22"/>
                  <a:gd name="T1" fmla="*/ 0 h 28"/>
                  <a:gd name="T2" fmla="*/ 48 w 22"/>
                  <a:gd name="T3" fmla="*/ 88 h 28"/>
                  <a:gd name="T4" fmla="*/ 0 w 22"/>
                  <a:gd name="T5" fmla="*/ 116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28">
                    <a:moveTo>
                      <a:pt x="22" y="0"/>
                    </a:moveTo>
                    <a:cubicBezTo>
                      <a:pt x="21" y="10"/>
                      <a:pt x="15" y="14"/>
                      <a:pt x="12" y="21"/>
                    </a:cubicBezTo>
                    <a:cubicBezTo>
                      <a:pt x="10" y="27"/>
                      <a:pt x="3" y="24"/>
                      <a:pt x="0" y="28"/>
                    </a:cubicBezTo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443" name="Freeform 537">
                <a:extLst>
                  <a:ext uri="{FF2B5EF4-FFF2-40B4-BE49-F238E27FC236}">
                    <a16:creationId xmlns:a16="http://schemas.microsoft.com/office/drawing/2014/main" id="{100D67D7-428B-4C03-97AA-751D975B36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8" y="2511"/>
                <a:ext cx="26" cy="40"/>
              </a:xfrm>
              <a:custGeom>
                <a:avLst/>
                <a:gdLst>
                  <a:gd name="T0" fmla="*/ 68 w 16"/>
                  <a:gd name="T1" fmla="*/ 0 h 25"/>
                  <a:gd name="T2" fmla="*/ 29 w 16"/>
                  <a:gd name="T3" fmla="*/ 90 h 25"/>
                  <a:gd name="T4" fmla="*/ 0 w 16"/>
                  <a:gd name="T5" fmla="*/ 102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25">
                    <a:moveTo>
                      <a:pt x="16" y="0"/>
                    </a:moveTo>
                    <a:cubicBezTo>
                      <a:pt x="14" y="6"/>
                      <a:pt x="10" y="21"/>
                      <a:pt x="7" y="22"/>
                    </a:cubicBezTo>
                    <a:cubicBezTo>
                      <a:pt x="4" y="23"/>
                      <a:pt x="2" y="21"/>
                      <a:pt x="0" y="25"/>
                    </a:cubicBezTo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444" name="Freeform 538">
                <a:extLst>
                  <a:ext uri="{FF2B5EF4-FFF2-40B4-BE49-F238E27FC236}">
                    <a16:creationId xmlns:a16="http://schemas.microsoft.com/office/drawing/2014/main" id="{5A94CB9C-837F-4072-8EB0-0FC6A4EFA9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4" y="2561"/>
                <a:ext cx="3" cy="16"/>
              </a:xfrm>
              <a:custGeom>
                <a:avLst/>
                <a:gdLst>
                  <a:gd name="T0" fmla="*/ 0 w 2"/>
                  <a:gd name="T1" fmla="*/ 0 h 10"/>
                  <a:gd name="T2" fmla="*/ 0 w 2"/>
                  <a:gd name="T3" fmla="*/ 42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0">
                    <a:moveTo>
                      <a:pt x="0" y="0"/>
                    </a:moveTo>
                    <a:cubicBezTo>
                      <a:pt x="2" y="1"/>
                      <a:pt x="1" y="8"/>
                      <a:pt x="0" y="1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445" name="Freeform 539">
                <a:extLst>
                  <a:ext uri="{FF2B5EF4-FFF2-40B4-BE49-F238E27FC236}">
                    <a16:creationId xmlns:a16="http://schemas.microsoft.com/office/drawing/2014/main" id="{1B5240AA-9CEA-4D38-81A0-0D40A4840A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5" y="3825"/>
                <a:ext cx="7" cy="34"/>
              </a:xfrm>
              <a:custGeom>
                <a:avLst/>
                <a:gdLst>
                  <a:gd name="T0" fmla="*/ 0 w 4"/>
                  <a:gd name="T1" fmla="*/ 0 h 21"/>
                  <a:gd name="T2" fmla="*/ 21 w 4"/>
                  <a:gd name="T3" fmla="*/ 89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1">
                    <a:moveTo>
                      <a:pt x="0" y="0"/>
                    </a:moveTo>
                    <a:cubicBezTo>
                      <a:pt x="0" y="8"/>
                      <a:pt x="4" y="21"/>
                      <a:pt x="4" y="21"/>
                    </a:cubicBezTo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446" name="Freeform 540">
                <a:extLst>
                  <a:ext uri="{FF2B5EF4-FFF2-40B4-BE49-F238E27FC236}">
                    <a16:creationId xmlns:a16="http://schemas.microsoft.com/office/drawing/2014/main" id="{087B660A-D54E-4790-ACCC-1FB1B95BD7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5" y="2034"/>
                <a:ext cx="45" cy="34"/>
              </a:xfrm>
              <a:custGeom>
                <a:avLst/>
                <a:gdLst>
                  <a:gd name="T0" fmla="*/ 0 w 28"/>
                  <a:gd name="T1" fmla="*/ 60 h 21"/>
                  <a:gd name="T2" fmla="*/ 90 w 28"/>
                  <a:gd name="T3" fmla="*/ 89 h 21"/>
                  <a:gd name="T4" fmla="*/ 0 w 28"/>
                  <a:gd name="T5" fmla="*/ 55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21">
                    <a:moveTo>
                      <a:pt x="0" y="14"/>
                    </a:moveTo>
                    <a:cubicBezTo>
                      <a:pt x="6" y="8"/>
                      <a:pt x="18" y="11"/>
                      <a:pt x="22" y="21"/>
                    </a:cubicBezTo>
                    <a:cubicBezTo>
                      <a:pt x="28" y="14"/>
                      <a:pt x="5" y="0"/>
                      <a:pt x="0" y="13"/>
                    </a:cubicBezTo>
                  </a:path>
                </a:pathLst>
              </a:custGeom>
              <a:solidFill>
                <a:srgbClr val="93574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447" name="Freeform 541">
                <a:extLst>
                  <a:ext uri="{FF2B5EF4-FFF2-40B4-BE49-F238E27FC236}">
                    <a16:creationId xmlns:a16="http://schemas.microsoft.com/office/drawing/2014/main" id="{F2AF9CA3-18F2-4EE1-8D4D-50DA376236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4" y="3958"/>
                <a:ext cx="24" cy="16"/>
              </a:xfrm>
              <a:custGeom>
                <a:avLst/>
                <a:gdLst>
                  <a:gd name="T0" fmla="*/ 21 w 15"/>
                  <a:gd name="T1" fmla="*/ 5 h 10"/>
                  <a:gd name="T2" fmla="*/ 54 w 15"/>
                  <a:gd name="T3" fmla="*/ 13 h 10"/>
                  <a:gd name="T4" fmla="*/ 21 w 15"/>
                  <a:gd name="T5" fmla="*/ 16 h 10"/>
                  <a:gd name="T6" fmla="*/ 0 w 15"/>
                  <a:gd name="T7" fmla="*/ 29 h 10"/>
                  <a:gd name="T8" fmla="*/ 46 w 15"/>
                  <a:gd name="T9" fmla="*/ 42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0">
                    <a:moveTo>
                      <a:pt x="5" y="1"/>
                    </a:moveTo>
                    <a:cubicBezTo>
                      <a:pt x="8" y="2"/>
                      <a:pt x="12" y="0"/>
                      <a:pt x="13" y="3"/>
                    </a:cubicBezTo>
                    <a:cubicBezTo>
                      <a:pt x="15" y="9"/>
                      <a:pt x="6" y="5"/>
                      <a:pt x="5" y="4"/>
                    </a:cubicBezTo>
                    <a:cubicBezTo>
                      <a:pt x="3" y="4"/>
                      <a:pt x="0" y="4"/>
                      <a:pt x="0" y="7"/>
                    </a:cubicBezTo>
                    <a:cubicBezTo>
                      <a:pt x="1" y="10"/>
                      <a:pt x="9" y="9"/>
                      <a:pt x="11" y="10"/>
                    </a:cubicBezTo>
                  </a:path>
                </a:pathLst>
              </a:custGeom>
              <a:noFill/>
              <a:ln w="7938" cap="flat">
                <a:solidFill>
                  <a:srgbClr val="8A513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448" name="Freeform 542">
                <a:extLst>
                  <a:ext uri="{FF2B5EF4-FFF2-40B4-BE49-F238E27FC236}">
                    <a16:creationId xmlns:a16="http://schemas.microsoft.com/office/drawing/2014/main" id="{3FE2C07E-B8F2-474B-9F28-A4EF89F042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0" y="3960"/>
                <a:ext cx="14" cy="13"/>
              </a:xfrm>
              <a:custGeom>
                <a:avLst/>
                <a:gdLst>
                  <a:gd name="T0" fmla="*/ 34 w 9"/>
                  <a:gd name="T1" fmla="*/ 21 h 8"/>
                  <a:gd name="T2" fmla="*/ 0 w 9"/>
                  <a:gd name="T3" fmla="*/ 5 h 8"/>
                  <a:gd name="T4" fmla="*/ 22 w 9"/>
                  <a:gd name="T5" fmla="*/ 34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8">
                    <a:moveTo>
                      <a:pt x="9" y="5"/>
                    </a:moveTo>
                    <a:cubicBezTo>
                      <a:pt x="8" y="2"/>
                      <a:pt x="3" y="0"/>
                      <a:pt x="0" y="1"/>
                    </a:cubicBezTo>
                    <a:cubicBezTo>
                      <a:pt x="1" y="4"/>
                      <a:pt x="3" y="7"/>
                      <a:pt x="6" y="8"/>
                    </a:cubicBezTo>
                  </a:path>
                </a:pathLst>
              </a:custGeom>
              <a:noFill/>
              <a:ln w="7938" cap="flat">
                <a:solidFill>
                  <a:srgbClr val="8A513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449" name="Freeform 543">
                <a:extLst>
                  <a:ext uri="{FF2B5EF4-FFF2-40B4-BE49-F238E27FC236}">
                    <a16:creationId xmlns:a16="http://schemas.microsoft.com/office/drawing/2014/main" id="{C694A57D-341A-4035-AC01-AA2EBBF10B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1" y="3953"/>
                <a:ext cx="23" cy="16"/>
              </a:xfrm>
              <a:custGeom>
                <a:avLst/>
                <a:gdLst>
                  <a:gd name="T0" fmla="*/ 62 w 14"/>
                  <a:gd name="T1" fmla="*/ 26 h 10"/>
                  <a:gd name="T2" fmla="*/ 21 w 14"/>
                  <a:gd name="T3" fmla="*/ 8 h 10"/>
                  <a:gd name="T4" fmla="*/ 58 w 14"/>
                  <a:gd name="T5" fmla="*/ 42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0">
                    <a:moveTo>
                      <a:pt x="14" y="6"/>
                    </a:moveTo>
                    <a:cubicBezTo>
                      <a:pt x="13" y="5"/>
                      <a:pt x="7" y="0"/>
                      <a:pt x="5" y="2"/>
                    </a:cubicBezTo>
                    <a:cubicBezTo>
                      <a:pt x="0" y="6"/>
                      <a:pt x="11" y="10"/>
                      <a:pt x="13" y="10"/>
                    </a:cubicBezTo>
                  </a:path>
                </a:pathLst>
              </a:custGeom>
              <a:noFill/>
              <a:ln w="7938" cap="flat">
                <a:solidFill>
                  <a:srgbClr val="8A513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450" name="Freeform 544">
                <a:extLst>
                  <a:ext uri="{FF2B5EF4-FFF2-40B4-BE49-F238E27FC236}">
                    <a16:creationId xmlns:a16="http://schemas.microsoft.com/office/drawing/2014/main" id="{708EF38B-79FE-4485-B411-C70AA67D66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5" y="3949"/>
                <a:ext cx="10" cy="8"/>
              </a:xfrm>
              <a:custGeom>
                <a:avLst/>
                <a:gdLst>
                  <a:gd name="T0" fmla="*/ 28 w 6"/>
                  <a:gd name="T1" fmla="*/ 21 h 5"/>
                  <a:gd name="T2" fmla="*/ 0 w 6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5">
                    <a:moveTo>
                      <a:pt x="6" y="5"/>
                    </a:moveTo>
                    <a:cubicBezTo>
                      <a:pt x="4" y="2"/>
                      <a:pt x="2" y="1"/>
                      <a:pt x="0" y="0"/>
                    </a:cubicBezTo>
                  </a:path>
                </a:pathLst>
              </a:custGeom>
              <a:noFill/>
              <a:ln w="7938" cap="flat">
                <a:solidFill>
                  <a:srgbClr val="8A513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451" name="Freeform 545">
                <a:extLst>
                  <a:ext uri="{FF2B5EF4-FFF2-40B4-BE49-F238E27FC236}">
                    <a16:creationId xmlns:a16="http://schemas.microsoft.com/office/drawing/2014/main" id="{1D09E807-8060-4EFE-BF56-EF3F196A4D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2" y="3957"/>
                <a:ext cx="18" cy="12"/>
              </a:xfrm>
              <a:custGeom>
                <a:avLst/>
                <a:gdLst>
                  <a:gd name="T0" fmla="*/ 5 w 11"/>
                  <a:gd name="T1" fmla="*/ 12 h 8"/>
                  <a:gd name="T2" fmla="*/ 43 w 11"/>
                  <a:gd name="T3" fmla="*/ 14 h 8"/>
                  <a:gd name="T4" fmla="*/ 0 w 11"/>
                  <a:gd name="T5" fmla="*/ 26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8">
                    <a:moveTo>
                      <a:pt x="1" y="3"/>
                    </a:moveTo>
                    <a:cubicBezTo>
                      <a:pt x="3" y="2"/>
                      <a:pt x="11" y="0"/>
                      <a:pt x="10" y="4"/>
                    </a:cubicBezTo>
                    <a:cubicBezTo>
                      <a:pt x="9" y="8"/>
                      <a:pt x="3" y="7"/>
                      <a:pt x="0" y="7"/>
                    </a:cubicBezTo>
                  </a:path>
                </a:pathLst>
              </a:custGeom>
              <a:noFill/>
              <a:ln w="7938" cap="flat">
                <a:solidFill>
                  <a:srgbClr val="8A513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452" name="Freeform 546">
                <a:extLst>
                  <a:ext uri="{FF2B5EF4-FFF2-40B4-BE49-F238E27FC236}">
                    <a16:creationId xmlns:a16="http://schemas.microsoft.com/office/drawing/2014/main" id="{66CFBD25-2FD7-412D-984E-DFD46A115F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4" y="3960"/>
                <a:ext cx="21" cy="16"/>
              </a:xfrm>
              <a:custGeom>
                <a:avLst/>
                <a:gdLst>
                  <a:gd name="T0" fmla="*/ 0 w 13"/>
                  <a:gd name="T1" fmla="*/ 21 h 10"/>
                  <a:gd name="T2" fmla="*/ 39 w 13"/>
                  <a:gd name="T3" fmla="*/ 13 h 10"/>
                  <a:gd name="T4" fmla="*/ 5 w 13"/>
                  <a:gd name="T5" fmla="*/ 42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0">
                    <a:moveTo>
                      <a:pt x="0" y="5"/>
                    </a:moveTo>
                    <a:cubicBezTo>
                      <a:pt x="3" y="3"/>
                      <a:pt x="6" y="0"/>
                      <a:pt x="9" y="3"/>
                    </a:cubicBezTo>
                    <a:cubicBezTo>
                      <a:pt x="13" y="7"/>
                      <a:pt x="4" y="9"/>
                      <a:pt x="1" y="10"/>
                    </a:cubicBezTo>
                  </a:path>
                </a:pathLst>
              </a:custGeom>
              <a:noFill/>
              <a:ln w="7938" cap="flat">
                <a:solidFill>
                  <a:srgbClr val="8A513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453" name="Freeform 547">
                <a:extLst>
                  <a:ext uri="{FF2B5EF4-FFF2-40B4-BE49-F238E27FC236}">
                    <a16:creationId xmlns:a16="http://schemas.microsoft.com/office/drawing/2014/main" id="{1A562C65-D3EF-495F-B5A2-B3BDF66C2C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5" y="3957"/>
                <a:ext cx="14" cy="6"/>
              </a:xfrm>
              <a:custGeom>
                <a:avLst/>
                <a:gdLst>
                  <a:gd name="T0" fmla="*/ 34 w 9"/>
                  <a:gd name="T1" fmla="*/ 0 h 4"/>
                  <a:gd name="T2" fmla="*/ 0 w 9"/>
                  <a:gd name="T3" fmla="*/ 14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4">
                    <a:moveTo>
                      <a:pt x="9" y="0"/>
                    </a:moveTo>
                    <a:cubicBezTo>
                      <a:pt x="6" y="1"/>
                      <a:pt x="3" y="2"/>
                      <a:pt x="0" y="4"/>
                    </a:cubicBezTo>
                  </a:path>
                </a:pathLst>
              </a:custGeom>
              <a:noFill/>
              <a:ln w="7938" cap="flat">
                <a:solidFill>
                  <a:srgbClr val="8A513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454" name="Freeform 548">
                <a:extLst>
                  <a:ext uri="{FF2B5EF4-FFF2-40B4-BE49-F238E27FC236}">
                    <a16:creationId xmlns:a16="http://schemas.microsoft.com/office/drawing/2014/main" id="{7D1AA65F-A544-48EF-A0CF-B7BEBA0507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2" y="3950"/>
                <a:ext cx="13" cy="5"/>
              </a:xfrm>
              <a:custGeom>
                <a:avLst/>
                <a:gdLst>
                  <a:gd name="T0" fmla="*/ 34 w 8"/>
                  <a:gd name="T1" fmla="*/ 0 h 3"/>
                  <a:gd name="T2" fmla="*/ 0 w 8"/>
                  <a:gd name="T3" fmla="*/ 13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3">
                    <a:moveTo>
                      <a:pt x="8" y="0"/>
                    </a:moveTo>
                    <a:cubicBezTo>
                      <a:pt x="6" y="0"/>
                      <a:pt x="2" y="1"/>
                      <a:pt x="0" y="3"/>
                    </a:cubicBezTo>
                  </a:path>
                </a:pathLst>
              </a:custGeom>
              <a:noFill/>
              <a:ln w="7938" cap="flat">
                <a:solidFill>
                  <a:srgbClr val="8A513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455" name="Freeform 549">
                <a:extLst>
                  <a:ext uri="{FF2B5EF4-FFF2-40B4-BE49-F238E27FC236}">
                    <a16:creationId xmlns:a16="http://schemas.microsoft.com/office/drawing/2014/main" id="{A474D4B0-BE21-45BE-A241-778F0259E8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1" y="1638"/>
                <a:ext cx="157" cy="180"/>
              </a:xfrm>
              <a:custGeom>
                <a:avLst/>
                <a:gdLst>
                  <a:gd name="T0" fmla="*/ 335 w 97"/>
                  <a:gd name="T1" fmla="*/ 0 h 112"/>
                  <a:gd name="T2" fmla="*/ 0 w 97"/>
                  <a:gd name="T3" fmla="*/ 323 h 112"/>
                  <a:gd name="T4" fmla="*/ 335 w 97"/>
                  <a:gd name="T5" fmla="*/ 0 h 1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7" h="112">
                    <a:moveTo>
                      <a:pt x="79" y="0"/>
                    </a:moveTo>
                    <a:cubicBezTo>
                      <a:pt x="79" y="0"/>
                      <a:pt x="97" y="112"/>
                      <a:pt x="0" y="78"/>
                    </a:cubicBezTo>
                    <a:cubicBezTo>
                      <a:pt x="0" y="78"/>
                      <a:pt x="88" y="108"/>
                      <a:pt x="79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456" name="Freeform 550">
                <a:extLst>
                  <a:ext uri="{FF2B5EF4-FFF2-40B4-BE49-F238E27FC236}">
                    <a16:creationId xmlns:a16="http://schemas.microsoft.com/office/drawing/2014/main" id="{58EB49F6-AE5F-49EA-8DF3-1893630F7D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9" y="1651"/>
                <a:ext cx="150" cy="171"/>
              </a:xfrm>
              <a:custGeom>
                <a:avLst/>
                <a:gdLst>
                  <a:gd name="T0" fmla="*/ 47 w 93"/>
                  <a:gd name="T1" fmla="*/ 0 h 107"/>
                  <a:gd name="T2" fmla="*/ 390 w 93"/>
                  <a:gd name="T3" fmla="*/ 273 h 107"/>
                  <a:gd name="T4" fmla="*/ 47 w 93"/>
                  <a:gd name="T5" fmla="*/ 0 h 10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3" h="107">
                    <a:moveTo>
                      <a:pt x="11" y="0"/>
                    </a:moveTo>
                    <a:cubicBezTo>
                      <a:pt x="11" y="0"/>
                      <a:pt x="0" y="107"/>
                      <a:pt x="93" y="67"/>
                    </a:cubicBezTo>
                    <a:cubicBezTo>
                      <a:pt x="93" y="67"/>
                      <a:pt x="13" y="104"/>
                      <a:pt x="11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457" name="Freeform 551">
                <a:extLst>
                  <a:ext uri="{FF2B5EF4-FFF2-40B4-BE49-F238E27FC236}">
                    <a16:creationId xmlns:a16="http://schemas.microsoft.com/office/drawing/2014/main" id="{4B4795F6-0755-4F69-84B3-9A71D1AD16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1" y="2028"/>
                <a:ext cx="98" cy="29"/>
              </a:xfrm>
              <a:custGeom>
                <a:avLst/>
                <a:gdLst>
                  <a:gd name="T0" fmla="*/ 0 w 61"/>
                  <a:gd name="T1" fmla="*/ 76 h 18"/>
                  <a:gd name="T2" fmla="*/ 55 w 61"/>
                  <a:gd name="T3" fmla="*/ 71 h 18"/>
                  <a:gd name="T4" fmla="*/ 157 w 61"/>
                  <a:gd name="T5" fmla="*/ 34 h 18"/>
                  <a:gd name="T6" fmla="*/ 252 w 61"/>
                  <a:gd name="T7" fmla="*/ 8 h 18"/>
                  <a:gd name="T8" fmla="*/ 129 w 61"/>
                  <a:gd name="T9" fmla="*/ 55 h 18"/>
                  <a:gd name="T10" fmla="*/ 5 w 61"/>
                  <a:gd name="T11" fmla="*/ 68 h 1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1" h="18">
                    <a:moveTo>
                      <a:pt x="0" y="18"/>
                    </a:moveTo>
                    <a:cubicBezTo>
                      <a:pt x="4" y="16"/>
                      <a:pt x="9" y="18"/>
                      <a:pt x="13" y="17"/>
                    </a:cubicBezTo>
                    <a:cubicBezTo>
                      <a:pt x="22" y="16"/>
                      <a:pt x="29" y="12"/>
                      <a:pt x="38" y="8"/>
                    </a:cubicBezTo>
                    <a:cubicBezTo>
                      <a:pt x="46" y="4"/>
                      <a:pt x="54" y="4"/>
                      <a:pt x="61" y="2"/>
                    </a:cubicBezTo>
                    <a:cubicBezTo>
                      <a:pt x="52" y="0"/>
                      <a:pt x="40" y="10"/>
                      <a:pt x="31" y="13"/>
                    </a:cubicBezTo>
                    <a:cubicBezTo>
                      <a:pt x="22" y="16"/>
                      <a:pt x="11" y="17"/>
                      <a:pt x="1" y="16"/>
                    </a:cubicBezTo>
                  </a:path>
                </a:pathLst>
              </a:custGeom>
              <a:solidFill>
                <a:srgbClr val="8249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458" name="Freeform 552">
                <a:extLst>
                  <a:ext uri="{FF2B5EF4-FFF2-40B4-BE49-F238E27FC236}">
                    <a16:creationId xmlns:a16="http://schemas.microsoft.com/office/drawing/2014/main" id="{CE8C5EAA-05E4-4FE4-8F3A-93DE4A7FB9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6" y="2028"/>
                <a:ext cx="97" cy="30"/>
              </a:xfrm>
              <a:custGeom>
                <a:avLst/>
                <a:gdLst>
                  <a:gd name="T0" fmla="*/ 254 w 60"/>
                  <a:gd name="T1" fmla="*/ 68 h 19"/>
                  <a:gd name="T2" fmla="*/ 97 w 60"/>
                  <a:gd name="T3" fmla="*/ 35 h 19"/>
                  <a:gd name="T4" fmla="*/ 0 w 60"/>
                  <a:gd name="T5" fmla="*/ 0 h 19"/>
                  <a:gd name="T6" fmla="*/ 238 w 60"/>
                  <a:gd name="T7" fmla="*/ 69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0" h="19">
                    <a:moveTo>
                      <a:pt x="60" y="17"/>
                    </a:moveTo>
                    <a:cubicBezTo>
                      <a:pt x="46" y="17"/>
                      <a:pt x="36" y="14"/>
                      <a:pt x="23" y="9"/>
                    </a:cubicBezTo>
                    <a:cubicBezTo>
                      <a:pt x="16" y="6"/>
                      <a:pt x="7" y="4"/>
                      <a:pt x="0" y="0"/>
                    </a:cubicBezTo>
                    <a:cubicBezTo>
                      <a:pt x="17" y="14"/>
                      <a:pt x="34" y="19"/>
                      <a:pt x="56" y="18"/>
                    </a:cubicBezTo>
                  </a:path>
                </a:pathLst>
              </a:custGeom>
              <a:solidFill>
                <a:srgbClr val="8249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459" name="Freeform 553">
                <a:extLst>
                  <a:ext uri="{FF2B5EF4-FFF2-40B4-BE49-F238E27FC236}">
                    <a16:creationId xmlns:a16="http://schemas.microsoft.com/office/drawing/2014/main" id="{6643248E-2779-4FCA-8CC0-48E7DDEEA6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4" y="2352"/>
                <a:ext cx="155" cy="87"/>
              </a:xfrm>
              <a:custGeom>
                <a:avLst/>
                <a:gdLst>
                  <a:gd name="T0" fmla="*/ 404 w 96"/>
                  <a:gd name="T1" fmla="*/ 226 h 54"/>
                  <a:gd name="T2" fmla="*/ 0 w 96"/>
                  <a:gd name="T3" fmla="*/ 21 h 54"/>
                  <a:gd name="T4" fmla="*/ 192 w 96"/>
                  <a:gd name="T5" fmla="*/ 90 h 54"/>
                  <a:gd name="T6" fmla="*/ 389 w 96"/>
                  <a:gd name="T7" fmla="*/ 211 h 5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6" h="54">
                    <a:moveTo>
                      <a:pt x="96" y="54"/>
                    </a:moveTo>
                    <a:cubicBezTo>
                      <a:pt x="72" y="33"/>
                      <a:pt x="37" y="0"/>
                      <a:pt x="0" y="5"/>
                    </a:cubicBezTo>
                    <a:cubicBezTo>
                      <a:pt x="15" y="13"/>
                      <a:pt x="31" y="15"/>
                      <a:pt x="46" y="22"/>
                    </a:cubicBezTo>
                    <a:cubicBezTo>
                      <a:pt x="59" y="27"/>
                      <a:pt x="84" y="39"/>
                      <a:pt x="92" y="50"/>
                    </a:cubicBezTo>
                  </a:path>
                </a:pathLst>
              </a:custGeom>
              <a:solidFill>
                <a:srgbClr val="8249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460" name="Freeform 554">
                <a:extLst>
                  <a:ext uri="{FF2B5EF4-FFF2-40B4-BE49-F238E27FC236}">
                    <a16:creationId xmlns:a16="http://schemas.microsoft.com/office/drawing/2014/main" id="{7D4D5901-4BF9-43AE-A1C0-B053DA8DD4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2" y="2355"/>
                <a:ext cx="164" cy="93"/>
              </a:xfrm>
              <a:custGeom>
                <a:avLst/>
                <a:gdLst>
                  <a:gd name="T0" fmla="*/ 47 w 102"/>
                  <a:gd name="T1" fmla="*/ 210 h 58"/>
                  <a:gd name="T2" fmla="*/ 424 w 102"/>
                  <a:gd name="T3" fmla="*/ 35 h 58"/>
                  <a:gd name="T4" fmla="*/ 220 w 102"/>
                  <a:gd name="T5" fmla="*/ 123 h 58"/>
                  <a:gd name="T6" fmla="*/ 0 w 102"/>
                  <a:gd name="T7" fmla="*/ 239 h 5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2" h="58">
                    <a:moveTo>
                      <a:pt x="11" y="51"/>
                    </a:moveTo>
                    <a:cubicBezTo>
                      <a:pt x="25" y="33"/>
                      <a:pt x="74" y="0"/>
                      <a:pt x="102" y="9"/>
                    </a:cubicBezTo>
                    <a:cubicBezTo>
                      <a:pt x="88" y="10"/>
                      <a:pt x="66" y="24"/>
                      <a:pt x="53" y="30"/>
                    </a:cubicBezTo>
                    <a:cubicBezTo>
                      <a:pt x="35" y="38"/>
                      <a:pt x="17" y="48"/>
                      <a:pt x="0" y="58"/>
                    </a:cubicBezTo>
                  </a:path>
                </a:pathLst>
              </a:custGeom>
              <a:solidFill>
                <a:srgbClr val="8249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461" name="Freeform 555">
                <a:extLst>
                  <a:ext uri="{FF2B5EF4-FFF2-40B4-BE49-F238E27FC236}">
                    <a16:creationId xmlns:a16="http://schemas.microsoft.com/office/drawing/2014/main" id="{F681423C-A9E0-4941-B930-7BB8815FEB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7" y="2386"/>
                <a:ext cx="101" cy="57"/>
              </a:xfrm>
              <a:custGeom>
                <a:avLst/>
                <a:gdLst>
                  <a:gd name="T0" fmla="*/ 0 w 63"/>
                  <a:gd name="T1" fmla="*/ 143 h 36"/>
                  <a:gd name="T2" fmla="*/ 107 w 63"/>
                  <a:gd name="T3" fmla="*/ 76 h 36"/>
                  <a:gd name="T4" fmla="*/ 260 w 63"/>
                  <a:gd name="T5" fmla="*/ 0 h 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3" h="36">
                    <a:moveTo>
                      <a:pt x="0" y="36"/>
                    </a:moveTo>
                    <a:cubicBezTo>
                      <a:pt x="9" y="32"/>
                      <a:pt x="17" y="24"/>
                      <a:pt x="26" y="19"/>
                    </a:cubicBezTo>
                    <a:cubicBezTo>
                      <a:pt x="37" y="12"/>
                      <a:pt x="50" y="3"/>
                      <a:pt x="63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462" name="Freeform 556">
                <a:extLst>
                  <a:ext uri="{FF2B5EF4-FFF2-40B4-BE49-F238E27FC236}">
                    <a16:creationId xmlns:a16="http://schemas.microsoft.com/office/drawing/2014/main" id="{50FE925C-D3A5-4772-BB67-C1B428E3C6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8" y="2371"/>
                <a:ext cx="122" cy="74"/>
              </a:xfrm>
              <a:custGeom>
                <a:avLst/>
                <a:gdLst>
                  <a:gd name="T0" fmla="*/ 315 w 76"/>
                  <a:gd name="T1" fmla="*/ 191 h 46"/>
                  <a:gd name="T2" fmla="*/ 260 w 76"/>
                  <a:gd name="T3" fmla="*/ 142 h 46"/>
                  <a:gd name="T4" fmla="*/ 178 w 76"/>
                  <a:gd name="T5" fmla="*/ 80 h 46"/>
                  <a:gd name="T6" fmla="*/ 90 w 76"/>
                  <a:gd name="T7" fmla="*/ 29 h 46"/>
                  <a:gd name="T8" fmla="*/ 0 w 76"/>
                  <a:gd name="T9" fmla="*/ 0 h 4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6" h="46">
                    <a:moveTo>
                      <a:pt x="76" y="46"/>
                    </a:moveTo>
                    <a:cubicBezTo>
                      <a:pt x="74" y="42"/>
                      <a:pt x="67" y="37"/>
                      <a:pt x="63" y="34"/>
                    </a:cubicBezTo>
                    <a:cubicBezTo>
                      <a:pt x="57" y="28"/>
                      <a:pt x="50" y="24"/>
                      <a:pt x="43" y="19"/>
                    </a:cubicBezTo>
                    <a:cubicBezTo>
                      <a:pt x="37" y="15"/>
                      <a:pt x="29" y="10"/>
                      <a:pt x="22" y="7"/>
                    </a:cubicBezTo>
                    <a:cubicBezTo>
                      <a:pt x="15" y="4"/>
                      <a:pt x="7" y="3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463" name="Freeform 557">
                <a:extLst>
                  <a:ext uri="{FF2B5EF4-FFF2-40B4-BE49-F238E27FC236}">
                    <a16:creationId xmlns:a16="http://schemas.microsoft.com/office/drawing/2014/main" id="{396BC094-7101-42C5-A442-29923D46C3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2" y="940"/>
                <a:ext cx="46" cy="141"/>
              </a:xfrm>
              <a:custGeom>
                <a:avLst/>
                <a:gdLst>
                  <a:gd name="T0" fmla="*/ 63 w 29"/>
                  <a:gd name="T1" fmla="*/ 34 h 88"/>
                  <a:gd name="T2" fmla="*/ 0 w 29"/>
                  <a:gd name="T3" fmla="*/ 48 h 88"/>
                  <a:gd name="T4" fmla="*/ 21 w 29"/>
                  <a:gd name="T5" fmla="*/ 183 h 88"/>
                  <a:gd name="T6" fmla="*/ 40 w 29"/>
                  <a:gd name="T7" fmla="*/ 244 h 88"/>
                  <a:gd name="T8" fmla="*/ 63 w 29"/>
                  <a:gd name="T9" fmla="*/ 328 h 88"/>
                  <a:gd name="T10" fmla="*/ 89 w 29"/>
                  <a:gd name="T11" fmla="*/ 354 h 88"/>
                  <a:gd name="T12" fmla="*/ 116 w 29"/>
                  <a:gd name="T13" fmla="*/ 362 h 8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9" h="88">
                    <a:moveTo>
                      <a:pt x="16" y="8"/>
                    </a:moveTo>
                    <a:cubicBezTo>
                      <a:pt x="10" y="0"/>
                      <a:pt x="0" y="2"/>
                      <a:pt x="0" y="12"/>
                    </a:cubicBezTo>
                    <a:cubicBezTo>
                      <a:pt x="1" y="22"/>
                      <a:pt x="3" y="38"/>
                      <a:pt x="5" y="44"/>
                    </a:cubicBezTo>
                    <a:cubicBezTo>
                      <a:pt x="6" y="50"/>
                      <a:pt x="9" y="54"/>
                      <a:pt x="10" y="59"/>
                    </a:cubicBezTo>
                    <a:cubicBezTo>
                      <a:pt x="11" y="65"/>
                      <a:pt x="14" y="77"/>
                      <a:pt x="16" y="80"/>
                    </a:cubicBezTo>
                    <a:cubicBezTo>
                      <a:pt x="18" y="84"/>
                      <a:pt x="22" y="86"/>
                      <a:pt x="22" y="86"/>
                    </a:cubicBezTo>
                    <a:cubicBezTo>
                      <a:pt x="29" y="88"/>
                      <a:pt x="29" y="88"/>
                      <a:pt x="29" y="88"/>
                    </a:cubicBezTo>
                  </a:path>
                </a:pathLst>
              </a:custGeom>
              <a:solidFill>
                <a:srgbClr val="8A51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464" name="Freeform 558">
                <a:extLst>
                  <a:ext uri="{FF2B5EF4-FFF2-40B4-BE49-F238E27FC236}">
                    <a16:creationId xmlns:a16="http://schemas.microsoft.com/office/drawing/2014/main" id="{DF3B9A81-E33E-4B5A-81FE-3DC5107C8E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4" y="967"/>
                <a:ext cx="23" cy="85"/>
              </a:xfrm>
              <a:custGeom>
                <a:avLst/>
                <a:gdLst>
                  <a:gd name="T0" fmla="*/ 33 w 14"/>
                  <a:gd name="T1" fmla="*/ 34 h 53"/>
                  <a:gd name="T2" fmla="*/ 8 w 14"/>
                  <a:gd name="T3" fmla="*/ 13 h 53"/>
                  <a:gd name="T4" fmla="*/ 8 w 14"/>
                  <a:gd name="T5" fmla="*/ 61 h 53"/>
                  <a:gd name="T6" fmla="*/ 62 w 14"/>
                  <a:gd name="T7" fmla="*/ 191 h 5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53">
                    <a:moveTo>
                      <a:pt x="7" y="8"/>
                    </a:moveTo>
                    <a:cubicBezTo>
                      <a:pt x="7" y="5"/>
                      <a:pt x="5" y="0"/>
                      <a:pt x="2" y="3"/>
                    </a:cubicBezTo>
                    <a:cubicBezTo>
                      <a:pt x="0" y="5"/>
                      <a:pt x="2" y="13"/>
                      <a:pt x="2" y="15"/>
                    </a:cubicBezTo>
                    <a:cubicBezTo>
                      <a:pt x="3" y="19"/>
                      <a:pt x="6" y="53"/>
                      <a:pt x="14" y="46"/>
                    </a:cubicBezTo>
                  </a:path>
                </a:pathLst>
              </a:custGeom>
              <a:solidFill>
                <a:srgbClr val="8249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465" name="Freeform 559">
                <a:extLst>
                  <a:ext uri="{FF2B5EF4-FFF2-40B4-BE49-F238E27FC236}">
                    <a16:creationId xmlns:a16="http://schemas.microsoft.com/office/drawing/2014/main" id="{1F28D8B1-D625-47EC-B9D5-D7BD5ED5E3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2" y="940"/>
                <a:ext cx="41" cy="141"/>
              </a:xfrm>
              <a:custGeom>
                <a:avLst/>
                <a:gdLst>
                  <a:gd name="T0" fmla="*/ 62 w 26"/>
                  <a:gd name="T1" fmla="*/ 34 h 88"/>
                  <a:gd name="T2" fmla="*/ 0 w 26"/>
                  <a:gd name="T3" fmla="*/ 48 h 88"/>
                  <a:gd name="T4" fmla="*/ 21 w 26"/>
                  <a:gd name="T5" fmla="*/ 183 h 88"/>
                  <a:gd name="T6" fmla="*/ 39 w 26"/>
                  <a:gd name="T7" fmla="*/ 244 h 88"/>
                  <a:gd name="T8" fmla="*/ 60 w 26"/>
                  <a:gd name="T9" fmla="*/ 325 h 88"/>
                  <a:gd name="T10" fmla="*/ 103 w 26"/>
                  <a:gd name="T11" fmla="*/ 362 h 8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6" h="88">
                    <a:moveTo>
                      <a:pt x="16" y="8"/>
                    </a:moveTo>
                    <a:cubicBezTo>
                      <a:pt x="10" y="0"/>
                      <a:pt x="0" y="2"/>
                      <a:pt x="0" y="12"/>
                    </a:cubicBezTo>
                    <a:cubicBezTo>
                      <a:pt x="1" y="22"/>
                      <a:pt x="3" y="38"/>
                      <a:pt x="5" y="44"/>
                    </a:cubicBezTo>
                    <a:cubicBezTo>
                      <a:pt x="6" y="50"/>
                      <a:pt x="9" y="54"/>
                      <a:pt x="10" y="59"/>
                    </a:cubicBezTo>
                    <a:cubicBezTo>
                      <a:pt x="11" y="65"/>
                      <a:pt x="14" y="76"/>
                      <a:pt x="15" y="79"/>
                    </a:cubicBezTo>
                    <a:cubicBezTo>
                      <a:pt x="19" y="88"/>
                      <a:pt x="26" y="88"/>
                      <a:pt x="26" y="88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466" name="Freeform 560">
                <a:extLst>
                  <a:ext uri="{FF2B5EF4-FFF2-40B4-BE49-F238E27FC236}">
                    <a16:creationId xmlns:a16="http://schemas.microsoft.com/office/drawing/2014/main" id="{ADE98D12-DCE7-48D2-B2E9-C8722C7F29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5" y="956"/>
                <a:ext cx="21" cy="24"/>
              </a:xfrm>
              <a:custGeom>
                <a:avLst/>
                <a:gdLst>
                  <a:gd name="T0" fmla="*/ 55 w 13"/>
                  <a:gd name="T1" fmla="*/ 54 h 15"/>
                  <a:gd name="T2" fmla="*/ 8 w 13"/>
                  <a:gd name="T3" fmla="*/ 5 h 15"/>
                  <a:gd name="T4" fmla="*/ 16 w 13"/>
                  <a:gd name="T5" fmla="*/ 61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5">
                    <a:moveTo>
                      <a:pt x="13" y="13"/>
                    </a:moveTo>
                    <a:cubicBezTo>
                      <a:pt x="9" y="6"/>
                      <a:pt x="5" y="0"/>
                      <a:pt x="2" y="1"/>
                    </a:cubicBezTo>
                    <a:cubicBezTo>
                      <a:pt x="0" y="2"/>
                      <a:pt x="3" y="11"/>
                      <a:pt x="4" y="15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467" name="Freeform 561">
                <a:extLst>
                  <a:ext uri="{FF2B5EF4-FFF2-40B4-BE49-F238E27FC236}">
                    <a16:creationId xmlns:a16="http://schemas.microsoft.com/office/drawing/2014/main" id="{B1A63987-82EC-4EC6-9679-1184513F52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0" y="964"/>
                <a:ext cx="12" cy="64"/>
              </a:xfrm>
              <a:custGeom>
                <a:avLst/>
                <a:gdLst>
                  <a:gd name="T0" fmla="*/ 14 w 8"/>
                  <a:gd name="T1" fmla="*/ 0 h 40"/>
                  <a:gd name="T2" fmla="*/ 5 w 8"/>
                  <a:gd name="T3" fmla="*/ 67 h 40"/>
                  <a:gd name="T4" fmla="*/ 12 w 8"/>
                  <a:gd name="T5" fmla="*/ 136 h 40"/>
                  <a:gd name="T6" fmla="*/ 27 w 8"/>
                  <a:gd name="T7" fmla="*/ 163 h 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40">
                    <a:moveTo>
                      <a:pt x="4" y="0"/>
                    </a:moveTo>
                    <a:cubicBezTo>
                      <a:pt x="4" y="5"/>
                      <a:pt x="0" y="6"/>
                      <a:pt x="1" y="16"/>
                    </a:cubicBezTo>
                    <a:cubicBezTo>
                      <a:pt x="1" y="26"/>
                      <a:pt x="2" y="30"/>
                      <a:pt x="3" y="33"/>
                    </a:cubicBezTo>
                    <a:cubicBezTo>
                      <a:pt x="3" y="37"/>
                      <a:pt x="6" y="37"/>
                      <a:pt x="8" y="4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468" name="Freeform 562">
                <a:extLst>
                  <a:ext uri="{FF2B5EF4-FFF2-40B4-BE49-F238E27FC236}">
                    <a16:creationId xmlns:a16="http://schemas.microsoft.com/office/drawing/2014/main" id="{DD0A0F44-907E-449A-9E0C-EF8FC9A2E7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2" y="993"/>
                <a:ext cx="17" cy="50"/>
              </a:xfrm>
              <a:custGeom>
                <a:avLst/>
                <a:gdLst>
                  <a:gd name="T0" fmla="*/ 49 w 10"/>
                  <a:gd name="T1" fmla="*/ 131 h 31"/>
                  <a:gd name="T2" fmla="*/ 5 w 10"/>
                  <a:gd name="T3" fmla="*/ 50 h 31"/>
                  <a:gd name="T4" fmla="*/ 5 w 10"/>
                  <a:gd name="T5" fmla="*/ 0 h 3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31">
                    <a:moveTo>
                      <a:pt x="10" y="31"/>
                    </a:moveTo>
                    <a:cubicBezTo>
                      <a:pt x="7" y="28"/>
                      <a:pt x="1" y="17"/>
                      <a:pt x="1" y="12"/>
                    </a:cubicBezTo>
                    <a:cubicBezTo>
                      <a:pt x="1" y="7"/>
                      <a:pt x="0" y="1"/>
                      <a:pt x="1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469" name="Freeform 563">
                <a:extLst>
                  <a:ext uri="{FF2B5EF4-FFF2-40B4-BE49-F238E27FC236}">
                    <a16:creationId xmlns:a16="http://schemas.microsoft.com/office/drawing/2014/main" id="{4DB2EF0F-DDC1-4F3E-BA1B-F349F42288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0" y="940"/>
                <a:ext cx="47" cy="141"/>
              </a:xfrm>
              <a:custGeom>
                <a:avLst/>
                <a:gdLst>
                  <a:gd name="T0" fmla="*/ 55 w 29"/>
                  <a:gd name="T1" fmla="*/ 34 h 88"/>
                  <a:gd name="T2" fmla="*/ 118 w 29"/>
                  <a:gd name="T3" fmla="*/ 54 h 88"/>
                  <a:gd name="T4" fmla="*/ 102 w 29"/>
                  <a:gd name="T5" fmla="*/ 183 h 88"/>
                  <a:gd name="T6" fmla="*/ 81 w 29"/>
                  <a:gd name="T7" fmla="*/ 247 h 88"/>
                  <a:gd name="T8" fmla="*/ 55 w 29"/>
                  <a:gd name="T9" fmla="*/ 328 h 88"/>
                  <a:gd name="T10" fmla="*/ 29 w 29"/>
                  <a:gd name="T11" fmla="*/ 354 h 88"/>
                  <a:gd name="T12" fmla="*/ 0 w 29"/>
                  <a:gd name="T13" fmla="*/ 362 h 8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9" h="88">
                    <a:moveTo>
                      <a:pt x="13" y="8"/>
                    </a:moveTo>
                    <a:cubicBezTo>
                      <a:pt x="18" y="0"/>
                      <a:pt x="29" y="3"/>
                      <a:pt x="28" y="13"/>
                    </a:cubicBezTo>
                    <a:cubicBezTo>
                      <a:pt x="28" y="23"/>
                      <a:pt x="25" y="39"/>
                      <a:pt x="24" y="44"/>
                    </a:cubicBezTo>
                    <a:cubicBezTo>
                      <a:pt x="22" y="50"/>
                      <a:pt x="20" y="54"/>
                      <a:pt x="19" y="60"/>
                    </a:cubicBezTo>
                    <a:cubicBezTo>
                      <a:pt x="17" y="65"/>
                      <a:pt x="14" y="77"/>
                      <a:pt x="13" y="80"/>
                    </a:cubicBezTo>
                    <a:cubicBezTo>
                      <a:pt x="11" y="84"/>
                      <a:pt x="7" y="86"/>
                      <a:pt x="7" y="86"/>
                    </a:cubicBezTo>
                    <a:cubicBezTo>
                      <a:pt x="0" y="88"/>
                      <a:pt x="0" y="88"/>
                      <a:pt x="0" y="88"/>
                    </a:cubicBezTo>
                  </a:path>
                </a:pathLst>
              </a:custGeom>
              <a:solidFill>
                <a:srgbClr val="8A51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470" name="Freeform 564">
                <a:extLst>
                  <a:ext uri="{FF2B5EF4-FFF2-40B4-BE49-F238E27FC236}">
                    <a16:creationId xmlns:a16="http://schemas.microsoft.com/office/drawing/2014/main" id="{F42A11DC-1858-4B63-9987-C04E4A62F9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2" y="967"/>
                <a:ext cx="22" cy="85"/>
              </a:xfrm>
              <a:custGeom>
                <a:avLst/>
                <a:gdLst>
                  <a:gd name="T0" fmla="*/ 27 w 14"/>
                  <a:gd name="T1" fmla="*/ 34 h 53"/>
                  <a:gd name="T2" fmla="*/ 47 w 14"/>
                  <a:gd name="T3" fmla="*/ 13 h 53"/>
                  <a:gd name="T4" fmla="*/ 42 w 14"/>
                  <a:gd name="T5" fmla="*/ 67 h 53"/>
                  <a:gd name="T6" fmla="*/ 0 w 14"/>
                  <a:gd name="T7" fmla="*/ 191 h 5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53">
                    <a:moveTo>
                      <a:pt x="7" y="8"/>
                    </a:moveTo>
                    <a:cubicBezTo>
                      <a:pt x="6" y="5"/>
                      <a:pt x="8" y="0"/>
                      <a:pt x="12" y="3"/>
                    </a:cubicBezTo>
                    <a:cubicBezTo>
                      <a:pt x="14" y="5"/>
                      <a:pt x="11" y="13"/>
                      <a:pt x="11" y="16"/>
                    </a:cubicBezTo>
                    <a:cubicBezTo>
                      <a:pt x="11" y="19"/>
                      <a:pt x="7" y="53"/>
                      <a:pt x="0" y="46"/>
                    </a:cubicBezTo>
                  </a:path>
                </a:pathLst>
              </a:custGeom>
              <a:solidFill>
                <a:srgbClr val="8249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471" name="Freeform 565">
                <a:extLst>
                  <a:ext uri="{FF2B5EF4-FFF2-40B4-BE49-F238E27FC236}">
                    <a16:creationId xmlns:a16="http://schemas.microsoft.com/office/drawing/2014/main" id="{499CDD53-91EF-4D7B-A99B-8B3E6E3B59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4" y="940"/>
                <a:ext cx="43" cy="141"/>
              </a:xfrm>
              <a:custGeom>
                <a:avLst/>
                <a:gdLst>
                  <a:gd name="T0" fmla="*/ 46 w 27"/>
                  <a:gd name="T1" fmla="*/ 34 h 88"/>
                  <a:gd name="T2" fmla="*/ 104 w 27"/>
                  <a:gd name="T3" fmla="*/ 54 h 88"/>
                  <a:gd name="T4" fmla="*/ 89 w 27"/>
                  <a:gd name="T5" fmla="*/ 183 h 88"/>
                  <a:gd name="T6" fmla="*/ 68 w 27"/>
                  <a:gd name="T7" fmla="*/ 247 h 88"/>
                  <a:gd name="T8" fmla="*/ 46 w 27"/>
                  <a:gd name="T9" fmla="*/ 325 h 88"/>
                  <a:gd name="T10" fmla="*/ 0 w 27"/>
                  <a:gd name="T11" fmla="*/ 362 h 8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7" h="88">
                    <a:moveTo>
                      <a:pt x="11" y="8"/>
                    </a:moveTo>
                    <a:cubicBezTo>
                      <a:pt x="16" y="0"/>
                      <a:pt x="27" y="3"/>
                      <a:pt x="26" y="13"/>
                    </a:cubicBezTo>
                    <a:cubicBezTo>
                      <a:pt x="26" y="23"/>
                      <a:pt x="23" y="39"/>
                      <a:pt x="22" y="44"/>
                    </a:cubicBezTo>
                    <a:cubicBezTo>
                      <a:pt x="20" y="50"/>
                      <a:pt x="18" y="54"/>
                      <a:pt x="17" y="60"/>
                    </a:cubicBezTo>
                    <a:cubicBezTo>
                      <a:pt x="15" y="65"/>
                      <a:pt x="12" y="76"/>
                      <a:pt x="11" y="79"/>
                    </a:cubicBezTo>
                    <a:cubicBezTo>
                      <a:pt x="8" y="88"/>
                      <a:pt x="0" y="88"/>
                      <a:pt x="0" y="88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472" name="Freeform 566">
                <a:extLst>
                  <a:ext uri="{FF2B5EF4-FFF2-40B4-BE49-F238E27FC236}">
                    <a16:creationId xmlns:a16="http://schemas.microsoft.com/office/drawing/2014/main" id="{54BCC200-5FAE-4914-843A-96739D5865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1" y="956"/>
                <a:ext cx="21" cy="24"/>
              </a:xfrm>
              <a:custGeom>
                <a:avLst/>
                <a:gdLst>
                  <a:gd name="T0" fmla="*/ 0 w 13"/>
                  <a:gd name="T1" fmla="*/ 56 h 15"/>
                  <a:gd name="T2" fmla="*/ 47 w 13"/>
                  <a:gd name="T3" fmla="*/ 5 h 15"/>
                  <a:gd name="T4" fmla="*/ 42 w 13"/>
                  <a:gd name="T5" fmla="*/ 61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5">
                    <a:moveTo>
                      <a:pt x="0" y="14"/>
                    </a:moveTo>
                    <a:cubicBezTo>
                      <a:pt x="4" y="6"/>
                      <a:pt x="9" y="0"/>
                      <a:pt x="11" y="1"/>
                    </a:cubicBezTo>
                    <a:cubicBezTo>
                      <a:pt x="13" y="3"/>
                      <a:pt x="11" y="11"/>
                      <a:pt x="10" y="15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473" name="Freeform 567">
                <a:extLst>
                  <a:ext uri="{FF2B5EF4-FFF2-40B4-BE49-F238E27FC236}">
                    <a16:creationId xmlns:a16="http://schemas.microsoft.com/office/drawing/2014/main" id="{10CEF4C8-19B6-4D98-B9EF-99739CCF70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6" y="964"/>
                <a:ext cx="12" cy="66"/>
              </a:xfrm>
              <a:custGeom>
                <a:avLst/>
                <a:gdLst>
                  <a:gd name="T0" fmla="*/ 21 w 7"/>
                  <a:gd name="T1" fmla="*/ 0 h 41"/>
                  <a:gd name="T2" fmla="*/ 36 w 7"/>
                  <a:gd name="T3" fmla="*/ 68 h 41"/>
                  <a:gd name="T4" fmla="*/ 26 w 7"/>
                  <a:gd name="T5" fmla="*/ 137 h 41"/>
                  <a:gd name="T6" fmla="*/ 0 w 7"/>
                  <a:gd name="T7" fmla="*/ 171 h 4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41">
                    <a:moveTo>
                      <a:pt x="4" y="0"/>
                    </a:moveTo>
                    <a:cubicBezTo>
                      <a:pt x="3" y="6"/>
                      <a:pt x="7" y="6"/>
                      <a:pt x="7" y="16"/>
                    </a:cubicBezTo>
                    <a:cubicBezTo>
                      <a:pt x="6" y="26"/>
                      <a:pt x="5" y="30"/>
                      <a:pt x="5" y="33"/>
                    </a:cubicBezTo>
                    <a:cubicBezTo>
                      <a:pt x="4" y="37"/>
                      <a:pt x="2" y="37"/>
                      <a:pt x="0" y="41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474" name="Freeform 568">
                <a:extLst>
                  <a:ext uri="{FF2B5EF4-FFF2-40B4-BE49-F238E27FC236}">
                    <a16:creationId xmlns:a16="http://schemas.microsoft.com/office/drawing/2014/main" id="{D0BA898E-CFCA-408F-BBDB-EBA67A1B10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0" y="994"/>
                <a:ext cx="15" cy="49"/>
              </a:xfrm>
              <a:custGeom>
                <a:avLst/>
                <a:gdLst>
                  <a:gd name="T0" fmla="*/ 0 w 9"/>
                  <a:gd name="T1" fmla="*/ 131 h 30"/>
                  <a:gd name="T2" fmla="*/ 37 w 9"/>
                  <a:gd name="T3" fmla="*/ 47 h 30"/>
                  <a:gd name="T4" fmla="*/ 42 w 9"/>
                  <a:gd name="T5" fmla="*/ 0 h 3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30">
                    <a:moveTo>
                      <a:pt x="0" y="30"/>
                    </a:moveTo>
                    <a:cubicBezTo>
                      <a:pt x="3" y="27"/>
                      <a:pt x="8" y="16"/>
                      <a:pt x="8" y="11"/>
                    </a:cubicBezTo>
                    <a:cubicBezTo>
                      <a:pt x="8" y="6"/>
                      <a:pt x="9" y="0"/>
                      <a:pt x="9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475" name="Freeform 569">
                <a:extLst>
                  <a:ext uri="{FF2B5EF4-FFF2-40B4-BE49-F238E27FC236}">
                    <a16:creationId xmlns:a16="http://schemas.microsoft.com/office/drawing/2014/main" id="{8D24B7B4-CA3A-4D4A-ACD8-5C000548A5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9" y="3122"/>
                <a:ext cx="84" cy="40"/>
              </a:xfrm>
              <a:custGeom>
                <a:avLst/>
                <a:gdLst>
                  <a:gd name="T0" fmla="*/ 16 w 52"/>
                  <a:gd name="T1" fmla="*/ 0 h 25"/>
                  <a:gd name="T2" fmla="*/ 220 w 52"/>
                  <a:gd name="T3" fmla="*/ 5 h 25"/>
                  <a:gd name="T4" fmla="*/ 0 w 52"/>
                  <a:gd name="T5" fmla="*/ 13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2" h="25">
                    <a:moveTo>
                      <a:pt x="4" y="0"/>
                    </a:moveTo>
                    <a:cubicBezTo>
                      <a:pt x="19" y="6"/>
                      <a:pt x="38" y="17"/>
                      <a:pt x="52" y="1"/>
                    </a:cubicBezTo>
                    <a:cubicBezTo>
                      <a:pt x="45" y="25"/>
                      <a:pt x="12" y="17"/>
                      <a:pt x="0" y="3"/>
                    </a:cubicBezTo>
                  </a:path>
                </a:pathLst>
              </a:custGeom>
              <a:solidFill>
                <a:srgbClr val="8249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476" name="Freeform 570">
                <a:extLst>
                  <a:ext uri="{FF2B5EF4-FFF2-40B4-BE49-F238E27FC236}">
                    <a16:creationId xmlns:a16="http://schemas.microsoft.com/office/drawing/2014/main" id="{B081A3E9-2E4C-4721-A8B8-C0EB89FA8D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9" y="3117"/>
                <a:ext cx="78" cy="34"/>
              </a:xfrm>
              <a:custGeom>
                <a:avLst/>
                <a:gdLst>
                  <a:gd name="T0" fmla="*/ 0 w 48"/>
                  <a:gd name="T1" fmla="*/ 0 h 21"/>
                  <a:gd name="T2" fmla="*/ 206 w 48"/>
                  <a:gd name="T3" fmla="*/ 29 h 21"/>
                  <a:gd name="T4" fmla="*/ 21 w 48"/>
                  <a:gd name="T5" fmla="*/ 13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8" h="21">
                    <a:moveTo>
                      <a:pt x="0" y="0"/>
                    </a:moveTo>
                    <a:cubicBezTo>
                      <a:pt x="13" y="4"/>
                      <a:pt x="35" y="18"/>
                      <a:pt x="48" y="7"/>
                    </a:cubicBezTo>
                    <a:cubicBezTo>
                      <a:pt x="35" y="13"/>
                      <a:pt x="13" y="21"/>
                      <a:pt x="5" y="3"/>
                    </a:cubicBezTo>
                  </a:path>
                </a:pathLst>
              </a:custGeom>
              <a:solidFill>
                <a:srgbClr val="8249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477" name="Freeform 571">
                <a:extLst>
                  <a:ext uri="{FF2B5EF4-FFF2-40B4-BE49-F238E27FC236}">
                    <a16:creationId xmlns:a16="http://schemas.microsoft.com/office/drawing/2014/main" id="{BDECF9BF-9EE3-48A0-B23E-363386AF71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0" y="3015"/>
                <a:ext cx="45" cy="25"/>
              </a:xfrm>
              <a:custGeom>
                <a:avLst/>
                <a:gdLst>
                  <a:gd name="T0" fmla="*/ 0 w 28"/>
                  <a:gd name="T1" fmla="*/ 53 h 16"/>
                  <a:gd name="T2" fmla="*/ 116 w 28"/>
                  <a:gd name="T3" fmla="*/ 61 h 16"/>
                  <a:gd name="T4" fmla="*/ 5 w 28"/>
                  <a:gd name="T5" fmla="*/ 34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16">
                    <a:moveTo>
                      <a:pt x="0" y="14"/>
                    </a:moveTo>
                    <a:cubicBezTo>
                      <a:pt x="12" y="8"/>
                      <a:pt x="18" y="7"/>
                      <a:pt x="28" y="16"/>
                    </a:cubicBezTo>
                    <a:cubicBezTo>
                      <a:pt x="22" y="8"/>
                      <a:pt x="10" y="0"/>
                      <a:pt x="1" y="9"/>
                    </a:cubicBezTo>
                  </a:path>
                </a:pathLst>
              </a:custGeom>
              <a:solidFill>
                <a:srgbClr val="8249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478" name="Freeform 572">
                <a:extLst>
                  <a:ext uri="{FF2B5EF4-FFF2-40B4-BE49-F238E27FC236}">
                    <a16:creationId xmlns:a16="http://schemas.microsoft.com/office/drawing/2014/main" id="{F00F5AAE-0341-4940-B6B4-7CB8BBAA6B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8" y="3013"/>
                <a:ext cx="51" cy="23"/>
              </a:xfrm>
              <a:custGeom>
                <a:avLst/>
                <a:gdLst>
                  <a:gd name="T0" fmla="*/ 5 w 32"/>
                  <a:gd name="T1" fmla="*/ 43 h 14"/>
                  <a:gd name="T2" fmla="*/ 129 w 32"/>
                  <a:gd name="T3" fmla="*/ 62 h 14"/>
                  <a:gd name="T4" fmla="*/ 0 w 32"/>
                  <a:gd name="T5" fmla="*/ 35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2" h="14">
                    <a:moveTo>
                      <a:pt x="1" y="10"/>
                    </a:moveTo>
                    <a:cubicBezTo>
                      <a:pt x="12" y="5"/>
                      <a:pt x="24" y="6"/>
                      <a:pt x="32" y="14"/>
                    </a:cubicBezTo>
                    <a:cubicBezTo>
                      <a:pt x="25" y="0"/>
                      <a:pt x="11" y="1"/>
                      <a:pt x="0" y="8"/>
                    </a:cubicBezTo>
                  </a:path>
                </a:pathLst>
              </a:custGeom>
              <a:solidFill>
                <a:srgbClr val="8249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479" name="Freeform 573">
                <a:extLst>
                  <a:ext uri="{FF2B5EF4-FFF2-40B4-BE49-F238E27FC236}">
                    <a16:creationId xmlns:a16="http://schemas.microsoft.com/office/drawing/2014/main" id="{8D077C72-2695-4D27-8A7B-98C8F79954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4" y="951"/>
                <a:ext cx="26" cy="80"/>
              </a:xfrm>
              <a:custGeom>
                <a:avLst/>
                <a:gdLst>
                  <a:gd name="T0" fmla="*/ 0 w 16"/>
                  <a:gd name="T1" fmla="*/ 0 h 50"/>
                  <a:gd name="T2" fmla="*/ 63 w 16"/>
                  <a:gd name="T3" fmla="*/ 107 h 50"/>
                  <a:gd name="T4" fmla="*/ 63 w 16"/>
                  <a:gd name="T5" fmla="*/ 163 h 50"/>
                  <a:gd name="T6" fmla="*/ 55 w 16"/>
                  <a:gd name="T7" fmla="*/ 205 h 50"/>
                  <a:gd name="T8" fmla="*/ 54 w 16"/>
                  <a:gd name="T9" fmla="*/ 118 h 50"/>
                  <a:gd name="T10" fmla="*/ 39 w 16"/>
                  <a:gd name="T11" fmla="*/ 90 h 50"/>
                  <a:gd name="T12" fmla="*/ 5 w 16"/>
                  <a:gd name="T13" fmla="*/ 90 h 50"/>
                  <a:gd name="T14" fmla="*/ 13 w 16"/>
                  <a:gd name="T15" fmla="*/ 46 h 50"/>
                  <a:gd name="T16" fmla="*/ 0 w 16"/>
                  <a:gd name="T17" fmla="*/ 5 h 5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6" h="50">
                    <a:moveTo>
                      <a:pt x="0" y="0"/>
                    </a:moveTo>
                    <a:cubicBezTo>
                      <a:pt x="10" y="6"/>
                      <a:pt x="14" y="15"/>
                      <a:pt x="15" y="26"/>
                    </a:cubicBezTo>
                    <a:cubicBezTo>
                      <a:pt x="16" y="31"/>
                      <a:pt x="16" y="36"/>
                      <a:pt x="15" y="40"/>
                    </a:cubicBezTo>
                    <a:cubicBezTo>
                      <a:pt x="15" y="44"/>
                      <a:pt x="13" y="47"/>
                      <a:pt x="13" y="50"/>
                    </a:cubicBezTo>
                    <a:cubicBezTo>
                      <a:pt x="11" y="43"/>
                      <a:pt x="14" y="36"/>
                      <a:pt x="12" y="29"/>
                    </a:cubicBezTo>
                    <a:cubicBezTo>
                      <a:pt x="12" y="26"/>
                      <a:pt x="11" y="24"/>
                      <a:pt x="9" y="22"/>
                    </a:cubicBezTo>
                    <a:cubicBezTo>
                      <a:pt x="6" y="21"/>
                      <a:pt x="4" y="24"/>
                      <a:pt x="1" y="22"/>
                    </a:cubicBezTo>
                    <a:cubicBezTo>
                      <a:pt x="3" y="18"/>
                      <a:pt x="5" y="16"/>
                      <a:pt x="3" y="11"/>
                    </a:cubicBezTo>
                    <a:cubicBezTo>
                      <a:pt x="1" y="8"/>
                      <a:pt x="1" y="4"/>
                      <a:pt x="0" y="1"/>
                    </a:cubicBezTo>
                  </a:path>
                </a:pathLst>
              </a:custGeom>
              <a:solidFill>
                <a:srgbClr val="8249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480" name="Freeform 574">
                <a:extLst>
                  <a:ext uri="{FF2B5EF4-FFF2-40B4-BE49-F238E27FC236}">
                    <a16:creationId xmlns:a16="http://schemas.microsoft.com/office/drawing/2014/main" id="{F50EBC2B-DB44-4AF9-8FC6-CC773BC1CE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9" y="950"/>
                <a:ext cx="34" cy="30"/>
              </a:xfrm>
              <a:custGeom>
                <a:avLst/>
                <a:gdLst>
                  <a:gd name="T0" fmla="*/ 84 w 21"/>
                  <a:gd name="T1" fmla="*/ 5 h 19"/>
                  <a:gd name="T2" fmla="*/ 29 w 21"/>
                  <a:gd name="T3" fmla="*/ 74 h 19"/>
                  <a:gd name="T4" fmla="*/ 60 w 21"/>
                  <a:gd name="T5" fmla="*/ 43 h 19"/>
                  <a:gd name="T6" fmla="*/ 84 w 21"/>
                  <a:gd name="T7" fmla="*/ 5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19">
                    <a:moveTo>
                      <a:pt x="20" y="1"/>
                    </a:moveTo>
                    <a:cubicBezTo>
                      <a:pt x="14" y="0"/>
                      <a:pt x="0" y="16"/>
                      <a:pt x="7" y="19"/>
                    </a:cubicBezTo>
                    <a:cubicBezTo>
                      <a:pt x="8" y="14"/>
                      <a:pt x="10" y="13"/>
                      <a:pt x="14" y="11"/>
                    </a:cubicBezTo>
                    <a:cubicBezTo>
                      <a:pt x="17" y="9"/>
                      <a:pt x="21" y="5"/>
                      <a:pt x="20" y="1"/>
                    </a:cubicBezTo>
                  </a:path>
                </a:pathLst>
              </a:custGeom>
              <a:solidFill>
                <a:srgbClr val="8249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481" name="Freeform 575">
                <a:extLst>
                  <a:ext uri="{FF2B5EF4-FFF2-40B4-BE49-F238E27FC236}">
                    <a16:creationId xmlns:a16="http://schemas.microsoft.com/office/drawing/2014/main" id="{ECCE3029-4E75-4056-99D7-82889686CF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6" y="956"/>
                <a:ext cx="28" cy="22"/>
              </a:xfrm>
              <a:custGeom>
                <a:avLst/>
                <a:gdLst>
                  <a:gd name="T0" fmla="*/ 68 w 17"/>
                  <a:gd name="T1" fmla="*/ 27 h 14"/>
                  <a:gd name="T2" fmla="*/ 0 w 17"/>
                  <a:gd name="T3" fmla="*/ 0 h 14"/>
                  <a:gd name="T4" fmla="*/ 26 w 17"/>
                  <a:gd name="T5" fmla="*/ 13 h 14"/>
                  <a:gd name="T6" fmla="*/ 49 w 17"/>
                  <a:gd name="T7" fmla="*/ 27 h 14"/>
                  <a:gd name="T8" fmla="*/ 76 w 17"/>
                  <a:gd name="T9" fmla="*/ 55 h 14"/>
                  <a:gd name="T10" fmla="*/ 76 w 17"/>
                  <a:gd name="T11" fmla="*/ 39 h 1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7" h="14">
                    <a:moveTo>
                      <a:pt x="15" y="7"/>
                    </a:moveTo>
                    <a:cubicBezTo>
                      <a:pt x="12" y="2"/>
                      <a:pt x="6" y="0"/>
                      <a:pt x="0" y="0"/>
                    </a:cubicBezTo>
                    <a:cubicBezTo>
                      <a:pt x="1" y="2"/>
                      <a:pt x="4" y="2"/>
                      <a:pt x="6" y="3"/>
                    </a:cubicBezTo>
                    <a:cubicBezTo>
                      <a:pt x="7" y="4"/>
                      <a:pt x="9" y="6"/>
                      <a:pt x="11" y="7"/>
                    </a:cubicBezTo>
                    <a:cubicBezTo>
                      <a:pt x="12" y="9"/>
                      <a:pt x="15" y="13"/>
                      <a:pt x="17" y="14"/>
                    </a:cubicBezTo>
                    <a:cubicBezTo>
                      <a:pt x="17" y="13"/>
                      <a:pt x="17" y="11"/>
                      <a:pt x="17" y="10"/>
                    </a:cubicBezTo>
                  </a:path>
                </a:pathLst>
              </a:custGeom>
              <a:solidFill>
                <a:srgbClr val="8249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482" name="Freeform 576">
                <a:extLst>
                  <a:ext uri="{FF2B5EF4-FFF2-40B4-BE49-F238E27FC236}">
                    <a16:creationId xmlns:a16="http://schemas.microsoft.com/office/drawing/2014/main" id="{33F2EA86-2690-4FFC-B9FB-241E34F9C2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0" y="1426"/>
                <a:ext cx="29" cy="202"/>
              </a:xfrm>
              <a:custGeom>
                <a:avLst/>
                <a:gdLst>
                  <a:gd name="T0" fmla="*/ 0 w 18"/>
                  <a:gd name="T1" fmla="*/ 519 h 126"/>
                  <a:gd name="T2" fmla="*/ 68 w 18"/>
                  <a:gd name="T3" fmla="*/ 210 h 126"/>
                  <a:gd name="T4" fmla="*/ 0 w 18"/>
                  <a:gd name="T5" fmla="*/ 0 h 1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126">
                    <a:moveTo>
                      <a:pt x="0" y="126"/>
                    </a:moveTo>
                    <a:cubicBezTo>
                      <a:pt x="4" y="110"/>
                      <a:pt x="13" y="68"/>
                      <a:pt x="16" y="51"/>
                    </a:cubicBezTo>
                    <a:cubicBezTo>
                      <a:pt x="18" y="35"/>
                      <a:pt x="3" y="24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483" name="Freeform 577">
                <a:extLst>
                  <a:ext uri="{FF2B5EF4-FFF2-40B4-BE49-F238E27FC236}">
                    <a16:creationId xmlns:a16="http://schemas.microsoft.com/office/drawing/2014/main" id="{8CC23B2F-6A59-4975-8FAF-B9787B2672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8" y="1436"/>
                <a:ext cx="41" cy="186"/>
              </a:xfrm>
              <a:custGeom>
                <a:avLst/>
                <a:gdLst>
                  <a:gd name="T0" fmla="*/ 41 w 25"/>
                  <a:gd name="T1" fmla="*/ 0 h 116"/>
                  <a:gd name="T2" fmla="*/ 8 w 25"/>
                  <a:gd name="T3" fmla="*/ 172 h 116"/>
                  <a:gd name="T4" fmla="*/ 110 w 25"/>
                  <a:gd name="T5" fmla="*/ 478 h 1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116">
                    <a:moveTo>
                      <a:pt x="9" y="0"/>
                    </a:moveTo>
                    <a:cubicBezTo>
                      <a:pt x="9" y="11"/>
                      <a:pt x="0" y="29"/>
                      <a:pt x="2" y="42"/>
                    </a:cubicBezTo>
                    <a:cubicBezTo>
                      <a:pt x="6" y="67"/>
                      <a:pt x="22" y="92"/>
                      <a:pt x="25" y="116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484" name="Freeform 578">
                <a:extLst>
                  <a:ext uri="{FF2B5EF4-FFF2-40B4-BE49-F238E27FC236}">
                    <a16:creationId xmlns:a16="http://schemas.microsoft.com/office/drawing/2014/main" id="{7CB355A3-EC06-46AA-B2AA-09FC610963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3" y="1471"/>
                <a:ext cx="8" cy="34"/>
              </a:xfrm>
              <a:custGeom>
                <a:avLst/>
                <a:gdLst>
                  <a:gd name="T0" fmla="*/ 0 w 5"/>
                  <a:gd name="T1" fmla="*/ 89 h 21"/>
                  <a:gd name="T2" fmla="*/ 21 w 5"/>
                  <a:gd name="T3" fmla="*/ 0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21">
                    <a:moveTo>
                      <a:pt x="0" y="21"/>
                    </a:moveTo>
                    <a:cubicBezTo>
                      <a:pt x="1" y="13"/>
                      <a:pt x="0" y="6"/>
                      <a:pt x="5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485" name="Freeform 579">
                <a:extLst>
                  <a:ext uri="{FF2B5EF4-FFF2-40B4-BE49-F238E27FC236}">
                    <a16:creationId xmlns:a16="http://schemas.microsoft.com/office/drawing/2014/main" id="{A75D8455-358A-40F2-AE22-83EC7DCF38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3" y="1460"/>
                <a:ext cx="18" cy="25"/>
              </a:xfrm>
              <a:custGeom>
                <a:avLst/>
                <a:gdLst>
                  <a:gd name="T0" fmla="*/ 47 w 11"/>
                  <a:gd name="T1" fmla="*/ 61 h 16"/>
                  <a:gd name="T2" fmla="*/ 0 w 11"/>
                  <a:gd name="T3" fmla="*/ 0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16">
                    <a:moveTo>
                      <a:pt x="11" y="16"/>
                    </a:moveTo>
                    <a:cubicBezTo>
                      <a:pt x="10" y="9"/>
                      <a:pt x="5" y="4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486" name="Freeform 580">
                <a:extLst>
                  <a:ext uri="{FF2B5EF4-FFF2-40B4-BE49-F238E27FC236}">
                    <a16:creationId xmlns:a16="http://schemas.microsoft.com/office/drawing/2014/main" id="{42CCBBAC-46BC-4D4A-BB21-0B2A50AF95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2" y="1144"/>
                <a:ext cx="96" cy="69"/>
              </a:xfrm>
              <a:custGeom>
                <a:avLst/>
                <a:gdLst>
                  <a:gd name="T0" fmla="*/ 0 w 60"/>
                  <a:gd name="T1" fmla="*/ 0 h 43"/>
                  <a:gd name="T2" fmla="*/ 56 w 60"/>
                  <a:gd name="T3" fmla="*/ 55 h 43"/>
                  <a:gd name="T4" fmla="*/ 107 w 60"/>
                  <a:gd name="T5" fmla="*/ 124 h 43"/>
                  <a:gd name="T6" fmla="*/ 246 w 60"/>
                  <a:gd name="T7" fmla="*/ 149 h 4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0" h="43">
                    <a:moveTo>
                      <a:pt x="0" y="0"/>
                    </a:moveTo>
                    <a:cubicBezTo>
                      <a:pt x="5" y="5"/>
                      <a:pt x="10" y="7"/>
                      <a:pt x="14" y="13"/>
                    </a:cubicBezTo>
                    <a:cubicBezTo>
                      <a:pt x="18" y="18"/>
                      <a:pt x="22" y="24"/>
                      <a:pt x="26" y="30"/>
                    </a:cubicBezTo>
                    <a:cubicBezTo>
                      <a:pt x="35" y="42"/>
                      <a:pt x="47" y="43"/>
                      <a:pt x="60" y="36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487" name="Freeform 581">
                <a:extLst>
                  <a:ext uri="{FF2B5EF4-FFF2-40B4-BE49-F238E27FC236}">
                    <a16:creationId xmlns:a16="http://schemas.microsoft.com/office/drawing/2014/main" id="{EA7474C5-28D0-4D87-BC28-842C6607E3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5" y="1139"/>
                <a:ext cx="50" cy="123"/>
              </a:xfrm>
              <a:custGeom>
                <a:avLst/>
                <a:gdLst>
                  <a:gd name="T0" fmla="*/ 0 w 31"/>
                  <a:gd name="T1" fmla="*/ 0 h 77"/>
                  <a:gd name="T2" fmla="*/ 81 w 31"/>
                  <a:gd name="T3" fmla="*/ 150 h 77"/>
                  <a:gd name="T4" fmla="*/ 131 w 31"/>
                  <a:gd name="T5" fmla="*/ 313 h 7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1" h="77">
                    <a:moveTo>
                      <a:pt x="0" y="0"/>
                    </a:moveTo>
                    <a:cubicBezTo>
                      <a:pt x="10" y="10"/>
                      <a:pt x="15" y="23"/>
                      <a:pt x="19" y="37"/>
                    </a:cubicBezTo>
                    <a:cubicBezTo>
                      <a:pt x="23" y="50"/>
                      <a:pt x="30" y="63"/>
                      <a:pt x="31" y="77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488" name="Freeform 582">
                <a:extLst>
                  <a:ext uri="{FF2B5EF4-FFF2-40B4-BE49-F238E27FC236}">
                    <a16:creationId xmlns:a16="http://schemas.microsoft.com/office/drawing/2014/main" id="{C31D7C37-88F3-4174-8903-AE1B504F88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2" y="1140"/>
                <a:ext cx="60" cy="127"/>
              </a:xfrm>
              <a:custGeom>
                <a:avLst/>
                <a:gdLst>
                  <a:gd name="T0" fmla="*/ 157 w 37"/>
                  <a:gd name="T1" fmla="*/ 0 h 79"/>
                  <a:gd name="T2" fmla="*/ 63 w 37"/>
                  <a:gd name="T3" fmla="*/ 158 h 79"/>
                  <a:gd name="T4" fmla="*/ 0 w 37"/>
                  <a:gd name="T5" fmla="*/ 328 h 7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7" h="79">
                    <a:moveTo>
                      <a:pt x="37" y="0"/>
                    </a:moveTo>
                    <a:cubicBezTo>
                      <a:pt x="27" y="11"/>
                      <a:pt x="21" y="24"/>
                      <a:pt x="15" y="38"/>
                    </a:cubicBezTo>
                    <a:cubicBezTo>
                      <a:pt x="9" y="51"/>
                      <a:pt x="3" y="65"/>
                      <a:pt x="0" y="79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489" name="Freeform 583">
                <a:extLst>
                  <a:ext uri="{FF2B5EF4-FFF2-40B4-BE49-F238E27FC236}">
                    <a16:creationId xmlns:a16="http://schemas.microsoft.com/office/drawing/2014/main" id="{B4AAD2AB-748A-4F1C-B6FE-28CC30D1DB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8" y="1065"/>
                <a:ext cx="34" cy="50"/>
              </a:xfrm>
              <a:custGeom>
                <a:avLst/>
                <a:gdLst>
                  <a:gd name="T0" fmla="*/ 89 w 21"/>
                  <a:gd name="T1" fmla="*/ 0 h 31"/>
                  <a:gd name="T2" fmla="*/ 73 w 21"/>
                  <a:gd name="T3" fmla="*/ 39 h 31"/>
                  <a:gd name="T4" fmla="*/ 39 w 21"/>
                  <a:gd name="T5" fmla="*/ 68 h 31"/>
                  <a:gd name="T6" fmla="*/ 16 w 21"/>
                  <a:gd name="T7" fmla="*/ 105 h 31"/>
                  <a:gd name="T8" fmla="*/ 0 w 21"/>
                  <a:gd name="T9" fmla="*/ 131 h 31"/>
                  <a:gd name="T10" fmla="*/ 13 w 21"/>
                  <a:gd name="T11" fmla="*/ 90 h 31"/>
                  <a:gd name="T12" fmla="*/ 39 w 21"/>
                  <a:gd name="T13" fmla="*/ 60 h 31"/>
                  <a:gd name="T14" fmla="*/ 68 w 21"/>
                  <a:gd name="T15" fmla="*/ 34 h 31"/>
                  <a:gd name="T16" fmla="*/ 89 w 21"/>
                  <a:gd name="T17" fmla="*/ 0 h 3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1" h="31">
                    <a:moveTo>
                      <a:pt x="21" y="0"/>
                    </a:moveTo>
                    <a:cubicBezTo>
                      <a:pt x="20" y="3"/>
                      <a:pt x="19" y="7"/>
                      <a:pt x="17" y="9"/>
                    </a:cubicBezTo>
                    <a:cubicBezTo>
                      <a:pt x="15" y="12"/>
                      <a:pt x="12" y="13"/>
                      <a:pt x="9" y="16"/>
                    </a:cubicBezTo>
                    <a:cubicBezTo>
                      <a:pt x="7" y="18"/>
                      <a:pt x="6" y="22"/>
                      <a:pt x="4" y="25"/>
                    </a:cubicBezTo>
                    <a:cubicBezTo>
                      <a:pt x="2" y="27"/>
                      <a:pt x="1" y="29"/>
                      <a:pt x="0" y="31"/>
                    </a:cubicBezTo>
                    <a:cubicBezTo>
                      <a:pt x="1" y="29"/>
                      <a:pt x="2" y="25"/>
                      <a:pt x="3" y="22"/>
                    </a:cubicBezTo>
                    <a:cubicBezTo>
                      <a:pt x="5" y="19"/>
                      <a:pt x="7" y="17"/>
                      <a:pt x="9" y="14"/>
                    </a:cubicBezTo>
                    <a:cubicBezTo>
                      <a:pt x="12" y="12"/>
                      <a:pt x="14" y="10"/>
                      <a:pt x="16" y="8"/>
                    </a:cubicBezTo>
                    <a:cubicBezTo>
                      <a:pt x="18" y="5"/>
                      <a:pt x="19" y="2"/>
                      <a:pt x="21" y="0"/>
                    </a:cubicBezTo>
                  </a:path>
                </a:pathLst>
              </a:custGeom>
              <a:solidFill>
                <a:srgbClr val="8249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490" name="Freeform 584">
                <a:extLst>
                  <a:ext uri="{FF2B5EF4-FFF2-40B4-BE49-F238E27FC236}">
                    <a16:creationId xmlns:a16="http://schemas.microsoft.com/office/drawing/2014/main" id="{F293FD28-CAF9-4BA8-8AF7-C44E65145C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2" y="964"/>
                <a:ext cx="59" cy="26"/>
              </a:xfrm>
              <a:custGeom>
                <a:avLst/>
                <a:gdLst>
                  <a:gd name="T0" fmla="*/ 0 w 37"/>
                  <a:gd name="T1" fmla="*/ 34 h 16"/>
                  <a:gd name="T2" fmla="*/ 16 w 37"/>
                  <a:gd name="T3" fmla="*/ 42 h 16"/>
                  <a:gd name="T4" fmla="*/ 85 w 37"/>
                  <a:gd name="T5" fmla="*/ 68 h 16"/>
                  <a:gd name="T6" fmla="*/ 150 w 37"/>
                  <a:gd name="T7" fmla="*/ 34 h 16"/>
                  <a:gd name="T8" fmla="*/ 77 w 37"/>
                  <a:gd name="T9" fmla="*/ 0 h 16"/>
                  <a:gd name="T10" fmla="*/ 8 w 37"/>
                  <a:gd name="T11" fmla="*/ 26 h 16"/>
                  <a:gd name="T12" fmla="*/ 0 w 37"/>
                  <a:gd name="T13" fmla="*/ 34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7" h="16">
                    <a:moveTo>
                      <a:pt x="0" y="8"/>
                    </a:moveTo>
                    <a:cubicBezTo>
                      <a:pt x="0" y="10"/>
                      <a:pt x="2" y="10"/>
                      <a:pt x="4" y="10"/>
                    </a:cubicBezTo>
                    <a:cubicBezTo>
                      <a:pt x="6" y="10"/>
                      <a:pt x="12" y="16"/>
                      <a:pt x="21" y="16"/>
                    </a:cubicBezTo>
                    <a:cubicBezTo>
                      <a:pt x="30" y="16"/>
                      <a:pt x="37" y="9"/>
                      <a:pt x="37" y="8"/>
                    </a:cubicBezTo>
                    <a:cubicBezTo>
                      <a:pt x="36" y="6"/>
                      <a:pt x="29" y="0"/>
                      <a:pt x="19" y="0"/>
                    </a:cubicBezTo>
                    <a:cubicBezTo>
                      <a:pt x="10" y="0"/>
                      <a:pt x="6" y="3"/>
                      <a:pt x="2" y="6"/>
                    </a:cubicBezTo>
                    <a:cubicBezTo>
                      <a:pt x="1" y="6"/>
                      <a:pt x="0" y="7"/>
                      <a:pt x="0" y="8"/>
                    </a:cubicBezTo>
                  </a:path>
                </a:pathLst>
              </a:custGeom>
              <a:solidFill>
                <a:srgbClr val="F7E8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491" name="Freeform 585">
                <a:extLst>
                  <a:ext uri="{FF2B5EF4-FFF2-40B4-BE49-F238E27FC236}">
                    <a16:creationId xmlns:a16="http://schemas.microsoft.com/office/drawing/2014/main" id="{DE131B28-3136-462F-8B7C-6B6782DF06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9" y="966"/>
                <a:ext cx="24" cy="19"/>
              </a:xfrm>
              <a:custGeom>
                <a:avLst/>
                <a:gdLst>
                  <a:gd name="T0" fmla="*/ 56 w 15"/>
                  <a:gd name="T1" fmla="*/ 0 h 12"/>
                  <a:gd name="T2" fmla="*/ 61 w 15"/>
                  <a:gd name="T3" fmla="*/ 16 h 12"/>
                  <a:gd name="T4" fmla="*/ 34 w 15"/>
                  <a:gd name="T5" fmla="*/ 48 h 12"/>
                  <a:gd name="T6" fmla="*/ 0 w 15"/>
                  <a:gd name="T7" fmla="*/ 16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12">
                    <a:moveTo>
                      <a:pt x="14" y="0"/>
                    </a:moveTo>
                    <a:cubicBezTo>
                      <a:pt x="15" y="1"/>
                      <a:pt x="15" y="3"/>
                      <a:pt x="15" y="4"/>
                    </a:cubicBezTo>
                    <a:cubicBezTo>
                      <a:pt x="15" y="9"/>
                      <a:pt x="12" y="12"/>
                      <a:pt x="8" y="12"/>
                    </a:cubicBezTo>
                    <a:cubicBezTo>
                      <a:pt x="4" y="12"/>
                      <a:pt x="0" y="9"/>
                      <a:pt x="0" y="4"/>
                    </a:cubicBezTo>
                  </a:path>
                </a:pathLst>
              </a:custGeom>
              <a:solidFill>
                <a:srgbClr val="4721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492" name="Freeform 586">
                <a:extLst>
                  <a:ext uri="{FF2B5EF4-FFF2-40B4-BE49-F238E27FC236}">
                    <a16:creationId xmlns:a16="http://schemas.microsoft.com/office/drawing/2014/main" id="{E5718EA4-583D-4FE7-AB6B-39F901AAB6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9" y="961"/>
                <a:ext cx="23" cy="11"/>
              </a:xfrm>
              <a:custGeom>
                <a:avLst/>
                <a:gdLst>
                  <a:gd name="T0" fmla="*/ 5 w 14"/>
                  <a:gd name="T1" fmla="*/ 13 h 7"/>
                  <a:gd name="T2" fmla="*/ 0 w 14"/>
                  <a:gd name="T3" fmla="*/ 27 h 7"/>
                  <a:gd name="T4" fmla="*/ 62 w 14"/>
                  <a:gd name="T5" fmla="*/ 14 h 7"/>
                  <a:gd name="T6" fmla="*/ 5 w 14"/>
                  <a:gd name="T7" fmla="*/ 13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7">
                    <a:moveTo>
                      <a:pt x="1" y="3"/>
                    </a:moveTo>
                    <a:cubicBezTo>
                      <a:pt x="1" y="4"/>
                      <a:pt x="0" y="6"/>
                      <a:pt x="0" y="7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4" y="4"/>
                      <a:pt x="11" y="0"/>
                      <a:pt x="1" y="3"/>
                    </a:cubicBezTo>
                  </a:path>
                </a:pathLst>
              </a:custGeom>
              <a:solidFill>
                <a:srgbClr val="3418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493" name="Freeform 587">
                <a:extLst>
                  <a:ext uri="{FF2B5EF4-FFF2-40B4-BE49-F238E27FC236}">
                    <a16:creationId xmlns:a16="http://schemas.microsoft.com/office/drawing/2014/main" id="{F7D3C87C-5E9E-4F70-910A-6BC025FF9A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9" y="966"/>
                <a:ext cx="24" cy="19"/>
              </a:xfrm>
              <a:custGeom>
                <a:avLst/>
                <a:gdLst>
                  <a:gd name="T0" fmla="*/ 56 w 15"/>
                  <a:gd name="T1" fmla="*/ 0 h 12"/>
                  <a:gd name="T2" fmla="*/ 61 w 15"/>
                  <a:gd name="T3" fmla="*/ 16 h 12"/>
                  <a:gd name="T4" fmla="*/ 34 w 15"/>
                  <a:gd name="T5" fmla="*/ 48 h 12"/>
                  <a:gd name="T6" fmla="*/ 0 w 15"/>
                  <a:gd name="T7" fmla="*/ 16 h 12"/>
                  <a:gd name="T8" fmla="*/ 5 w 15"/>
                  <a:gd name="T9" fmla="*/ 0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2">
                    <a:moveTo>
                      <a:pt x="14" y="0"/>
                    </a:moveTo>
                    <a:cubicBezTo>
                      <a:pt x="15" y="1"/>
                      <a:pt x="15" y="3"/>
                      <a:pt x="15" y="4"/>
                    </a:cubicBezTo>
                    <a:cubicBezTo>
                      <a:pt x="15" y="9"/>
                      <a:pt x="12" y="12"/>
                      <a:pt x="8" y="12"/>
                    </a:cubicBezTo>
                    <a:cubicBezTo>
                      <a:pt x="3" y="12"/>
                      <a:pt x="0" y="9"/>
                      <a:pt x="0" y="4"/>
                    </a:cubicBezTo>
                    <a:cubicBezTo>
                      <a:pt x="0" y="3"/>
                      <a:pt x="1" y="1"/>
                      <a:pt x="1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494" name="Oval 588">
                <a:extLst>
                  <a:ext uri="{FF2B5EF4-FFF2-40B4-BE49-F238E27FC236}">
                    <a16:creationId xmlns:a16="http://schemas.microsoft.com/office/drawing/2014/main" id="{9CAED5BC-45B4-4647-9E89-8945A881A3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47" y="969"/>
                <a:ext cx="8" cy="8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495" name="Freeform 589">
                <a:extLst>
                  <a:ext uri="{FF2B5EF4-FFF2-40B4-BE49-F238E27FC236}">
                    <a16:creationId xmlns:a16="http://schemas.microsoft.com/office/drawing/2014/main" id="{B6951D9D-BF47-4DF7-877D-6760D9B401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2" y="961"/>
                <a:ext cx="59" cy="29"/>
              </a:xfrm>
              <a:custGeom>
                <a:avLst/>
                <a:gdLst>
                  <a:gd name="T0" fmla="*/ 0 w 37"/>
                  <a:gd name="T1" fmla="*/ 42 h 18"/>
                  <a:gd name="T2" fmla="*/ 16 w 37"/>
                  <a:gd name="T3" fmla="*/ 50 h 18"/>
                  <a:gd name="T4" fmla="*/ 81 w 37"/>
                  <a:gd name="T5" fmla="*/ 76 h 18"/>
                  <a:gd name="T6" fmla="*/ 150 w 37"/>
                  <a:gd name="T7" fmla="*/ 42 h 18"/>
                  <a:gd name="T8" fmla="*/ 104 w 37"/>
                  <a:gd name="T9" fmla="*/ 13 h 18"/>
                  <a:gd name="T10" fmla="*/ 8 w 37"/>
                  <a:gd name="T11" fmla="*/ 34 h 18"/>
                  <a:gd name="T12" fmla="*/ 0 w 37"/>
                  <a:gd name="T13" fmla="*/ 42 h 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7" h="18">
                    <a:moveTo>
                      <a:pt x="0" y="10"/>
                    </a:moveTo>
                    <a:cubicBezTo>
                      <a:pt x="0" y="12"/>
                      <a:pt x="2" y="12"/>
                      <a:pt x="4" y="12"/>
                    </a:cubicBezTo>
                    <a:cubicBezTo>
                      <a:pt x="6" y="12"/>
                      <a:pt x="12" y="18"/>
                      <a:pt x="20" y="18"/>
                    </a:cubicBezTo>
                    <a:cubicBezTo>
                      <a:pt x="29" y="18"/>
                      <a:pt x="37" y="11"/>
                      <a:pt x="37" y="10"/>
                    </a:cubicBezTo>
                    <a:cubicBezTo>
                      <a:pt x="36" y="8"/>
                      <a:pt x="30" y="5"/>
                      <a:pt x="26" y="3"/>
                    </a:cubicBezTo>
                    <a:cubicBezTo>
                      <a:pt x="18" y="0"/>
                      <a:pt x="6" y="5"/>
                      <a:pt x="2" y="8"/>
                    </a:cubicBezTo>
                    <a:cubicBezTo>
                      <a:pt x="1" y="8"/>
                      <a:pt x="0" y="9"/>
                      <a:pt x="0" y="10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496" name="Freeform 590">
                <a:extLst>
                  <a:ext uri="{FF2B5EF4-FFF2-40B4-BE49-F238E27FC236}">
                    <a16:creationId xmlns:a16="http://schemas.microsoft.com/office/drawing/2014/main" id="{B683E62A-E686-4EE9-9852-00C3922DF3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2" y="930"/>
                <a:ext cx="53" cy="15"/>
              </a:xfrm>
              <a:custGeom>
                <a:avLst/>
                <a:gdLst>
                  <a:gd name="T0" fmla="*/ 0 w 33"/>
                  <a:gd name="T1" fmla="*/ 42 h 9"/>
                  <a:gd name="T2" fmla="*/ 137 w 33"/>
                  <a:gd name="T3" fmla="*/ 42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3" h="9">
                    <a:moveTo>
                      <a:pt x="0" y="9"/>
                    </a:moveTo>
                    <a:cubicBezTo>
                      <a:pt x="12" y="8"/>
                      <a:pt x="17" y="0"/>
                      <a:pt x="33" y="9"/>
                    </a:cubicBezTo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497" name="Oval 591">
                <a:extLst>
                  <a:ext uri="{FF2B5EF4-FFF2-40B4-BE49-F238E27FC236}">
                    <a16:creationId xmlns:a16="http://schemas.microsoft.com/office/drawing/2014/main" id="{F8BA8BFC-2CF1-41A8-B013-97A71F30A3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46" y="967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498" name="Oval 592">
                <a:extLst>
                  <a:ext uri="{FF2B5EF4-FFF2-40B4-BE49-F238E27FC236}">
                    <a16:creationId xmlns:a16="http://schemas.microsoft.com/office/drawing/2014/main" id="{91EBC058-EAC3-4F44-94F9-6934F265ED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47" y="974"/>
                <a:ext cx="4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499" name="Freeform 593">
                <a:extLst>
                  <a:ext uri="{FF2B5EF4-FFF2-40B4-BE49-F238E27FC236}">
                    <a16:creationId xmlns:a16="http://schemas.microsoft.com/office/drawing/2014/main" id="{FEF630B2-81AE-4F1B-941E-B71431DC8B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8" y="985"/>
                <a:ext cx="42" cy="14"/>
              </a:xfrm>
              <a:custGeom>
                <a:avLst/>
                <a:gdLst>
                  <a:gd name="T0" fmla="*/ 0 w 26"/>
                  <a:gd name="T1" fmla="*/ 12 h 9"/>
                  <a:gd name="T2" fmla="*/ 110 w 26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9">
                    <a:moveTo>
                      <a:pt x="0" y="3"/>
                    </a:moveTo>
                    <a:cubicBezTo>
                      <a:pt x="0" y="3"/>
                      <a:pt x="14" y="9"/>
                      <a:pt x="26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500" name="Freeform 594">
                <a:extLst>
                  <a:ext uri="{FF2B5EF4-FFF2-40B4-BE49-F238E27FC236}">
                    <a16:creationId xmlns:a16="http://schemas.microsoft.com/office/drawing/2014/main" id="{3D720623-8999-42B6-B46C-0412615717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8" y="980"/>
                <a:ext cx="5" cy="1"/>
              </a:xfrm>
              <a:custGeom>
                <a:avLst/>
                <a:gdLst>
                  <a:gd name="T0" fmla="*/ 0 w 3"/>
                  <a:gd name="T1" fmla="*/ 0 h 1"/>
                  <a:gd name="T2" fmla="*/ 13 w 3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cubicBezTo>
                      <a:pt x="1" y="0"/>
                      <a:pt x="2" y="0"/>
                      <a:pt x="3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501" name="Freeform 595">
                <a:extLst>
                  <a:ext uri="{FF2B5EF4-FFF2-40B4-BE49-F238E27FC236}">
                    <a16:creationId xmlns:a16="http://schemas.microsoft.com/office/drawing/2014/main" id="{5E2AF371-36DE-4C55-B096-330505C815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3" y="983"/>
                <a:ext cx="3" cy="2"/>
              </a:xfrm>
              <a:custGeom>
                <a:avLst/>
                <a:gdLst>
                  <a:gd name="T0" fmla="*/ 0 w 2"/>
                  <a:gd name="T1" fmla="*/ 0 h 1"/>
                  <a:gd name="T2" fmla="*/ 8 w 2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2" y="0"/>
                      <a:pt x="2" y="1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502" name="Freeform 596">
                <a:extLst>
                  <a:ext uri="{FF2B5EF4-FFF2-40B4-BE49-F238E27FC236}">
                    <a16:creationId xmlns:a16="http://schemas.microsoft.com/office/drawing/2014/main" id="{D6CDB4C6-2AFA-47EA-BDB0-620967F9C5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6" y="975"/>
                <a:ext cx="2" cy="5"/>
              </a:xfrm>
              <a:custGeom>
                <a:avLst/>
                <a:gdLst>
                  <a:gd name="T0" fmla="*/ 0 w 1"/>
                  <a:gd name="T1" fmla="*/ 0 h 3"/>
                  <a:gd name="T2" fmla="*/ 8 w 1"/>
                  <a:gd name="T3" fmla="*/ 13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1" y="1"/>
                      <a:pt x="1" y="2"/>
                      <a:pt x="1" y="3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503" name="Freeform 597">
                <a:extLst>
                  <a:ext uri="{FF2B5EF4-FFF2-40B4-BE49-F238E27FC236}">
                    <a16:creationId xmlns:a16="http://schemas.microsoft.com/office/drawing/2014/main" id="{A5A6DEB8-3132-4FFF-B506-DE11B441B5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0" y="988"/>
                <a:ext cx="21" cy="5"/>
              </a:xfrm>
              <a:custGeom>
                <a:avLst/>
                <a:gdLst>
                  <a:gd name="T0" fmla="*/ 0 w 13"/>
                  <a:gd name="T1" fmla="*/ 13 h 3"/>
                  <a:gd name="T2" fmla="*/ 26 w 13"/>
                  <a:gd name="T3" fmla="*/ 5 h 3"/>
                  <a:gd name="T4" fmla="*/ 55 w 13"/>
                  <a:gd name="T5" fmla="*/ 5 h 3"/>
                  <a:gd name="T6" fmla="*/ 5 w 13"/>
                  <a:gd name="T7" fmla="*/ 13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3">
                    <a:moveTo>
                      <a:pt x="0" y="3"/>
                    </a:moveTo>
                    <a:cubicBezTo>
                      <a:pt x="3" y="3"/>
                      <a:pt x="4" y="1"/>
                      <a:pt x="6" y="1"/>
                    </a:cubicBezTo>
                    <a:cubicBezTo>
                      <a:pt x="8" y="0"/>
                      <a:pt x="11" y="0"/>
                      <a:pt x="13" y="1"/>
                    </a:cubicBezTo>
                    <a:cubicBezTo>
                      <a:pt x="10" y="2"/>
                      <a:pt x="4" y="2"/>
                      <a:pt x="1" y="3"/>
                    </a:cubicBezTo>
                  </a:path>
                </a:pathLst>
              </a:custGeom>
              <a:solidFill>
                <a:srgbClr val="8249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504" name="Freeform 598">
                <a:extLst>
                  <a:ext uri="{FF2B5EF4-FFF2-40B4-BE49-F238E27FC236}">
                    <a16:creationId xmlns:a16="http://schemas.microsoft.com/office/drawing/2014/main" id="{F62F0479-A18C-4ABA-88D3-0F6442408A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1" y="982"/>
                <a:ext cx="7" cy="1"/>
              </a:xfrm>
              <a:custGeom>
                <a:avLst/>
                <a:gdLst>
                  <a:gd name="T0" fmla="*/ 0 w 4"/>
                  <a:gd name="T1" fmla="*/ 1 h 1"/>
                  <a:gd name="T2" fmla="*/ 21 w 4"/>
                  <a:gd name="T3" fmla="*/ 0 h 1"/>
                  <a:gd name="T4" fmla="*/ 7 w 4"/>
                  <a:gd name="T5" fmla="*/ 1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1">
                    <a:moveTo>
                      <a:pt x="0" y="1"/>
                    </a:moveTo>
                    <a:cubicBezTo>
                      <a:pt x="2" y="1"/>
                      <a:pt x="3" y="1"/>
                      <a:pt x="4" y="0"/>
                    </a:cubicBezTo>
                    <a:cubicBezTo>
                      <a:pt x="3" y="0"/>
                      <a:pt x="2" y="1"/>
                      <a:pt x="1" y="1"/>
                    </a:cubicBezTo>
                  </a:path>
                </a:pathLst>
              </a:custGeom>
              <a:solidFill>
                <a:srgbClr val="8249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505" name="Freeform 599">
                <a:extLst>
                  <a:ext uri="{FF2B5EF4-FFF2-40B4-BE49-F238E27FC236}">
                    <a16:creationId xmlns:a16="http://schemas.microsoft.com/office/drawing/2014/main" id="{9B584594-7EC4-4158-9A4D-5F437D57F9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9" y="966"/>
                <a:ext cx="61" cy="25"/>
              </a:xfrm>
              <a:custGeom>
                <a:avLst/>
                <a:gdLst>
                  <a:gd name="T0" fmla="*/ 157 w 38"/>
                  <a:gd name="T1" fmla="*/ 31 h 16"/>
                  <a:gd name="T2" fmla="*/ 141 w 38"/>
                  <a:gd name="T3" fmla="*/ 39 h 16"/>
                  <a:gd name="T4" fmla="*/ 67 w 38"/>
                  <a:gd name="T5" fmla="*/ 61 h 16"/>
                  <a:gd name="T6" fmla="*/ 0 w 38"/>
                  <a:gd name="T7" fmla="*/ 31 h 16"/>
                  <a:gd name="T8" fmla="*/ 80 w 38"/>
                  <a:gd name="T9" fmla="*/ 0 h 16"/>
                  <a:gd name="T10" fmla="*/ 144 w 38"/>
                  <a:gd name="T11" fmla="*/ 20 h 16"/>
                  <a:gd name="T12" fmla="*/ 157 w 38"/>
                  <a:gd name="T13" fmla="*/ 31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8" h="16">
                    <a:moveTo>
                      <a:pt x="38" y="8"/>
                    </a:moveTo>
                    <a:cubicBezTo>
                      <a:pt x="37" y="10"/>
                      <a:pt x="35" y="9"/>
                      <a:pt x="34" y="10"/>
                    </a:cubicBezTo>
                    <a:cubicBezTo>
                      <a:pt x="32" y="10"/>
                      <a:pt x="25" y="16"/>
                      <a:pt x="16" y="16"/>
                    </a:cubicBezTo>
                    <a:cubicBezTo>
                      <a:pt x="8" y="16"/>
                      <a:pt x="1" y="8"/>
                      <a:pt x="0" y="8"/>
                    </a:cubicBezTo>
                    <a:cubicBezTo>
                      <a:pt x="1" y="6"/>
                      <a:pt x="8" y="0"/>
                      <a:pt x="19" y="0"/>
                    </a:cubicBezTo>
                    <a:cubicBezTo>
                      <a:pt x="28" y="0"/>
                      <a:pt x="31" y="2"/>
                      <a:pt x="35" y="5"/>
                    </a:cubicBezTo>
                    <a:cubicBezTo>
                      <a:pt x="36" y="6"/>
                      <a:pt x="38" y="7"/>
                      <a:pt x="38" y="8"/>
                    </a:cubicBezTo>
                  </a:path>
                </a:pathLst>
              </a:custGeom>
              <a:solidFill>
                <a:srgbClr val="F7E8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506" name="Freeform 600">
                <a:extLst>
                  <a:ext uri="{FF2B5EF4-FFF2-40B4-BE49-F238E27FC236}">
                    <a16:creationId xmlns:a16="http://schemas.microsoft.com/office/drawing/2014/main" id="{2E7CC5BE-9E12-4475-AE2A-443086EE32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7" y="966"/>
                <a:ext cx="24" cy="20"/>
              </a:xfrm>
              <a:custGeom>
                <a:avLst/>
                <a:gdLst>
                  <a:gd name="T0" fmla="*/ 5 w 15"/>
                  <a:gd name="T1" fmla="*/ 0 h 13"/>
                  <a:gd name="T2" fmla="*/ 0 w 15"/>
                  <a:gd name="T3" fmla="*/ 18 h 13"/>
                  <a:gd name="T4" fmla="*/ 34 w 15"/>
                  <a:gd name="T5" fmla="*/ 48 h 13"/>
                  <a:gd name="T6" fmla="*/ 61 w 15"/>
                  <a:gd name="T7" fmla="*/ 18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13">
                    <a:moveTo>
                      <a:pt x="1" y="0"/>
                    </a:moveTo>
                    <a:cubicBezTo>
                      <a:pt x="1" y="2"/>
                      <a:pt x="0" y="3"/>
                      <a:pt x="0" y="5"/>
                    </a:cubicBezTo>
                    <a:cubicBezTo>
                      <a:pt x="0" y="9"/>
                      <a:pt x="3" y="13"/>
                      <a:pt x="8" y="13"/>
                    </a:cubicBezTo>
                    <a:cubicBezTo>
                      <a:pt x="12" y="13"/>
                      <a:pt x="15" y="9"/>
                      <a:pt x="15" y="5"/>
                    </a:cubicBezTo>
                  </a:path>
                </a:pathLst>
              </a:custGeom>
              <a:solidFill>
                <a:srgbClr val="4721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507" name="Freeform 601">
                <a:extLst>
                  <a:ext uri="{FF2B5EF4-FFF2-40B4-BE49-F238E27FC236}">
                    <a16:creationId xmlns:a16="http://schemas.microsoft.com/office/drawing/2014/main" id="{76399A45-E2CD-450C-B6F1-32CD9C150B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9" y="961"/>
                <a:ext cx="22" cy="13"/>
              </a:xfrm>
              <a:custGeom>
                <a:avLst/>
                <a:gdLst>
                  <a:gd name="T0" fmla="*/ 49 w 14"/>
                  <a:gd name="T1" fmla="*/ 18 h 8"/>
                  <a:gd name="T2" fmla="*/ 55 w 14"/>
                  <a:gd name="T3" fmla="*/ 34 h 8"/>
                  <a:gd name="T4" fmla="*/ 0 w 14"/>
                  <a:gd name="T5" fmla="*/ 18 h 8"/>
                  <a:gd name="T6" fmla="*/ 49 w 14"/>
                  <a:gd name="T7" fmla="*/ 18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8">
                    <a:moveTo>
                      <a:pt x="13" y="4"/>
                    </a:moveTo>
                    <a:cubicBezTo>
                      <a:pt x="14" y="5"/>
                      <a:pt x="14" y="6"/>
                      <a:pt x="14" y="8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4" y="0"/>
                      <a:pt x="13" y="4"/>
                    </a:cubicBezTo>
                  </a:path>
                </a:pathLst>
              </a:custGeom>
              <a:solidFill>
                <a:srgbClr val="3418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508" name="Freeform 602">
                <a:extLst>
                  <a:ext uri="{FF2B5EF4-FFF2-40B4-BE49-F238E27FC236}">
                    <a16:creationId xmlns:a16="http://schemas.microsoft.com/office/drawing/2014/main" id="{E53F35CA-F4B8-4C1C-A9D8-B2302CBEC5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7" y="966"/>
                <a:ext cx="24" cy="20"/>
              </a:xfrm>
              <a:custGeom>
                <a:avLst/>
                <a:gdLst>
                  <a:gd name="T0" fmla="*/ 8 w 15"/>
                  <a:gd name="T1" fmla="*/ 0 h 13"/>
                  <a:gd name="T2" fmla="*/ 0 w 15"/>
                  <a:gd name="T3" fmla="*/ 18 h 13"/>
                  <a:gd name="T4" fmla="*/ 34 w 15"/>
                  <a:gd name="T5" fmla="*/ 48 h 13"/>
                  <a:gd name="T6" fmla="*/ 61 w 15"/>
                  <a:gd name="T7" fmla="*/ 18 h 13"/>
                  <a:gd name="T8" fmla="*/ 56 w 15"/>
                  <a:gd name="T9" fmla="*/ 5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3">
                    <a:moveTo>
                      <a:pt x="2" y="0"/>
                    </a:moveTo>
                    <a:cubicBezTo>
                      <a:pt x="1" y="2"/>
                      <a:pt x="0" y="3"/>
                      <a:pt x="0" y="5"/>
                    </a:cubicBezTo>
                    <a:cubicBezTo>
                      <a:pt x="0" y="9"/>
                      <a:pt x="3" y="13"/>
                      <a:pt x="8" y="13"/>
                    </a:cubicBezTo>
                    <a:cubicBezTo>
                      <a:pt x="12" y="13"/>
                      <a:pt x="15" y="9"/>
                      <a:pt x="15" y="5"/>
                    </a:cubicBezTo>
                    <a:cubicBezTo>
                      <a:pt x="15" y="3"/>
                      <a:pt x="15" y="2"/>
                      <a:pt x="14" y="1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509" name="Oval 603">
                <a:extLst>
                  <a:ext uri="{FF2B5EF4-FFF2-40B4-BE49-F238E27FC236}">
                    <a16:creationId xmlns:a16="http://schemas.microsoft.com/office/drawing/2014/main" id="{0D46494C-B4CB-4CF8-A0BA-689F513774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5" y="970"/>
                <a:ext cx="8" cy="7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510" name="Freeform 604">
                <a:extLst>
                  <a:ext uri="{FF2B5EF4-FFF2-40B4-BE49-F238E27FC236}">
                    <a16:creationId xmlns:a16="http://schemas.microsoft.com/office/drawing/2014/main" id="{B2094739-2679-47F3-87F7-1739C5D594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9" y="961"/>
                <a:ext cx="61" cy="29"/>
              </a:xfrm>
              <a:custGeom>
                <a:avLst/>
                <a:gdLst>
                  <a:gd name="T0" fmla="*/ 157 w 38"/>
                  <a:gd name="T1" fmla="*/ 47 h 18"/>
                  <a:gd name="T2" fmla="*/ 141 w 38"/>
                  <a:gd name="T3" fmla="*/ 55 h 18"/>
                  <a:gd name="T4" fmla="*/ 69 w 38"/>
                  <a:gd name="T5" fmla="*/ 76 h 18"/>
                  <a:gd name="T6" fmla="*/ 0 w 38"/>
                  <a:gd name="T7" fmla="*/ 47 h 18"/>
                  <a:gd name="T8" fmla="*/ 47 w 38"/>
                  <a:gd name="T9" fmla="*/ 16 h 18"/>
                  <a:gd name="T10" fmla="*/ 144 w 38"/>
                  <a:gd name="T11" fmla="*/ 34 h 18"/>
                  <a:gd name="T12" fmla="*/ 157 w 38"/>
                  <a:gd name="T13" fmla="*/ 47 h 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8" h="18">
                    <a:moveTo>
                      <a:pt x="38" y="11"/>
                    </a:moveTo>
                    <a:cubicBezTo>
                      <a:pt x="37" y="13"/>
                      <a:pt x="35" y="12"/>
                      <a:pt x="34" y="13"/>
                    </a:cubicBezTo>
                    <a:cubicBezTo>
                      <a:pt x="32" y="13"/>
                      <a:pt x="26" y="18"/>
                      <a:pt x="17" y="18"/>
                    </a:cubicBezTo>
                    <a:cubicBezTo>
                      <a:pt x="8" y="18"/>
                      <a:pt x="1" y="11"/>
                      <a:pt x="0" y="11"/>
                    </a:cubicBezTo>
                    <a:cubicBezTo>
                      <a:pt x="1" y="9"/>
                      <a:pt x="7" y="6"/>
                      <a:pt x="11" y="4"/>
                    </a:cubicBezTo>
                    <a:cubicBezTo>
                      <a:pt x="19" y="0"/>
                      <a:pt x="31" y="5"/>
                      <a:pt x="35" y="8"/>
                    </a:cubicBezTo>
                    <a:cubicBezTo>
                      <a:pt x="36" y="9"/>
                      <a:pt x="38" y="10"/>
                      <a:pt x="38" y="11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511" name="Freeform 605">
                <a:extLst>
                  <a:ext uri="{FF2B5EF4-FFF2-40B4-BE49-F238E27FC236}">
                    <a16:creationId xmlns:a16="http://schemas.microsoft.com/office/drawing/2014/main" id="{B9B543E2-CB3C-4309-A5E2-4F27B786CD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6" y="937"/>
                <a:ext cx="53" cy="11"/>
              </a:xfrm>
              <a:custGeom>
                <a:avLst/>
                <a:gdLst>
                  <a:gd name="T0" fmla="*/ 137 w 33"/>
                  <a:gd name="T1" fmla="*/ 22 h 7"/>
                  <a:gd name="T2" fmla="*/ 0 w 33"/>
                  <a:gd name="T3" fmla="*/ 27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3" h="7">
                    <a:moveTo>
                      <a:pt x="33" y="6"/>
                    </a:moveTo>
                    <a:cubicBezTo>
                      <a:pt x="22" y="4"/>
                      <a:pt x="16" y="0"/>
                      <a:pt x="0" y="7"/>
                    </a:cubicBezTo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512" name="Oval 606">
                <a:extLst>
                  <a:ext uri="{FF2B5EF4-FFF2-40B4-BE49-F238E27FC236}">
                    <a16:creationId xmlns:a16="http://schemas.microsoft.com/office/drawing/2014/main" id="{86923963-E35F-4EAB-A18F-C5F7116308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30" y="967"/>
                <a:ext cx="6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513" name="Oval 607">
                <a:extLst>
                  <a:ext uri="{FF2B5EF4-FFF2-40B4-BE49-F238E27FC236}">
                    <a16:creationId xmlns:a16="http://schemas.microsoft.com/office/drawing/2014/main" id="{FC24959D-75F4-46C4-8EC9-CCE70419A8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30" y="975"/>
                <a:ext cx="3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514" name="Freeform 608">
                <a:extLst>
                  <a:ext uri="{FF2B5EF4-FFF2-40B4-BE49-F238E27FC236}">
                    <a16:creationId xmlns:a16="http://schemas.microsoft.com/office/drawing/2014/main" id="{9F8F9E29-1729-4A16-B7BE-040C5F60C7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2" y="986"/>
                <a:ext cx="41" cy="15"/>
              </a:xfrm>
              <a:custGeom>
                <a:avLst/>
                <a:gdLst>
                  <a:gd name="T0" fmla="*/ 110 w 25"/>
                  <a:gd name="T1" fmla="*/ 13 h 9"/>
                  <a:gd name="T2" fmla="*/ 0 w 25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" h="9">
                    <a:moveTo>
                      <a:pt x="25" y="3"/>
                    </a:moveTo>
                    <a:cubicBezTo>
                      <a:pt x="25" y="3"/>
                      <a:pt x="11" y="9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515" name="Freeform 609">
                <a:extLst>
                  <a:ext uri="{FF2B5EF4-FFF2-40B4-BE49-F238E27FC236}">
                    <a16:creationId xmlns:a16="http://schemas.microsoft.com/office/drawing/2014/main" id="{A815FD35-00FE-4C5E-BFE0-B0E98E13B0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8" y="980"/>
                <a:ext cx="4" cy="2"/>
              </a:xfrm>
              <a:custGeom>
                <a:avLst/>
                <a:gdLst>
                  <a:gd name="T0" fmla="*/ 7 w 3"/>
                  <a:gd name="T1" fmla="*/ 8 h 1"/>
                  <a:gd name="T2" fmla="*/ 0 w 3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">
                    <a:moveTo>
                      <a:pt x="3" y="1"/>
                    </a:moveTo>
                    <a:cubicBezTo>
                      <a:pt x="2" y="1"/>
                      <a:pt x="1" y="0"/>
                      <a:pt x="0" y="1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516" name="Freeform 610">
                <a:extLst>
                  <a:ext uri="{FF2B5EF4-FFF2-40B4-BE49-F238E27FC236}">
                    <a16:creationId xmlns:a16="http://schemas.microsoft.com/office/drawing/2014/main" id="{F82B3B7E-EE9A-4566-9E05-9ECE01DCD2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4" y="983"/>
                <a:ext cx="3" cy="2"/>
              </a:xfrm>
              <a:custGeom>
                <a:avLst/>
                <a:gdLst>
                  <a:gd name="T0" fmla="*/ 8 w 2"/>
                  <a:gd name="T1" fmla="*/ 8 h 1"/>
                  <a:gd name="T2" fmla="*/ 0 w 2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2" y="0"/>
                      <a:pt x="1" y="1"/>
                      <a:pt x="0" y="1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517" name="Freeform 611">
                <a:extLst>
                  <a:ext uri="{FF2B5EF4-FFF2-40B4-BE49-F238E27FC236}">
                    <a16:creationId xmlns:a16="http://schemas.microsoft.com/office/drawing/2014/main" id="{FEF9973B-F3FF-46BB-8B0B-33D131B4CC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4" y="977"/>
                <a:ext cx="1" cy="3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8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0" y="1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518" name="Freeform 612">
                <a:extLst>
                  <a:ext uri="{FF2B5EF4-FFF2-40B4-BE49-F238E27FC236}">
                    <a16:creationId xmlns:a16="http://schemas.microsoft.com/office/drawing/2014/main" id="{832443C1-151F-4634-90FC-0F05703138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0" y="990"/>
                <a:ext cx="20" cy="4"/>
              </a:xfrm>
              <a:custGeom>
                <a:avLst/>
                <a:gdLst>
                  <a:gd name="T0" fmla="*/ 48 w 13"/>
                  <a:gd name="T1" fmla="*/ 7 h 3"/>
                  <a:gd name="T2" fmla="*/ 26 w 13"/>
                  <a:gd name="T3" fmla="*/ 0 h 3"/>
                  <a:gd name="T4" fmla="*/ 0 w 13"/>
                  <a:gd name="T5" fmla="*/ 0 h 3"/>
                  <a:gd name="T6" fmla="*/ 48 w 13"/>
                  <a:gd name="T7" fmla="*/ 5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3">
                    <a:moveTo>
                      <a:pt x="13" y="3"/>
                    </a:moveTo>
                    <a:cubicBezTo>
                      <a:pt x="11" y="3"/>
                      <a:pt x="9" y="1"/>
                      <a:pt x="7" y="0"/>
                    </a:cubicBezTo>
                    <a:cubicBezTo>
                      <a:pt x="5" y="0"/>
                      <a:pt x="2" y="0"/>
                      <a:pt x="0" y="0"/>
                    </a:cubicBezTo>
                    <a:cubicBezTo>
                      <a:pt x="3" y="2"/>
                      <a:pt x="9" y="2"/>
                      <a:pt x="13" y="2"/>
                    </a:cubicBezTo>
                  </a:path>
                </a:pathLst>
              </a:custGeom>
              <a:solidFill>
                <a:srgbClr val="8249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519" name="Freeform 613">
                <a:extLst>
                  <a:ext uri="{FF2B5EF4-FFF2-40B4-BE49-F238E27FC236}">
                    <a16:creationId xmlns:a16="http://schemas.microsoft.com/office/drawing/2014/main" id="{1C5ABB36-ACF7-4F98-BB70-BB91DB46F8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3" y="983"/>
                <a:ext cx="6" cy="2"/>
              </a:xfrm>
              <a:custGeom>
                <a:avLst/>
                <a:gdLst>
                  <a:gd name="T0" fmla="*/ 14 w 4"/>
                  <a:gd name="T1" fmla="*/ 8 h 1"/>
                  <a:gd name="T2" fmla="*/ 0 w 4"/>
                  <a:gd name="T3" fmla="*/ 0 h 1"/>
                  <a:gd name="T4" fmla="*/ 14 w 4"/>
                  <a:gd name="T5" fmla="*/ 8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1">
                    <a:moveTo>
                      <a:pt x="4" y="1"/>
                    </a:moveTo>
                    <a:cubicBezTo>
                      <a:pt x="3" y="1"/>
                      <a:pt x="2" y="1"/>
                      <a:pt x="0" y="0"/>
                    </a:cubicBezTo>
                    <a:cubicBezTo>
                      <a:pt x="2" y="0"/>
                      <a:pt x="3" y="0"/>
                      <a:pt x="4" y="1"/>
                    </a:cubicBezTo>
                  </a:path>
                </a:pathLst>
              </a:custGeom>
              <a:solidFill>
                <a:srgbClr val="8249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520" name="Freeform 614">
                <a:extLst>
                  <a:ext uri="{FF2B5EF4-FFF2-40B4-BE49-F238E27FC236}">
                    <a16:creationId xmlns:a16="http://schemas.microsoft.com/office/drawing/2014/main" id="{30712FBE-F4F7-4F38-88F2-038CFB5659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2" y="988"/>
                <a:ext cx="45" cy="27"/>
              </a:xfrm>
              <a:custGeom>
                <a:avLst/>
                <a:gdLst>
                  <a:gd name="T0" fmla="*/ 116 w 28"/>
                  <a:gd name="T1" fmla="*/ 5 h 17"/>
                  <a:gd name="T2" fmla="*/ 69 w 28"/>
                  <a:gd name="T3" fmla="*/ 33 h 17"/>
                  <a:gd name="T4" fmla="*/ 0 w 28"/>
                  <a:gd name="T5" fmla="*/ 64 h 17"/>
                  <a:gd name="T6" fmla="*/ 68 w 28"/>
                  <a:gd name="T7" fmla="*/ 48 h 17"/>
                  <a:gd name="T8" fmla="*/ 90 w 28"/>
                  <a:gd name="T9" fmla="*/ 25 h 17"/>
                  <a:gd name="T10" fmla="*/ 116 w 28"/>
                  <a:gd name="T11" fmla="*/ 8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8" h="17">
                    <a:moveTo>
                      <a:pt x="28" y="1"/>
                    </a:moveTo>
                    <a:cubicBezTo>
                      <a:pt x="24" y="0"/>
                      <a:pt x="19" y="6"/>
                      <a:pt x="17" y="8"/>
                    </a:cubicBezTo>
                    <a:cubicBezTo>
                      <a:pt x="12" y="13"/>
                      <a:pt x="7" y="16"/>
                      <a:pt x="0" y="16"/>
                    </a:cubicBezTo>
                    <a:cubicBezTo>
                      <a:pt x="6" y="17"/>
                      <a:pt x="11" y="17"/>
                      <a:pt x="16" y="12"/>
                    </a:cubicBezTo>
                    <a:cubicBezTo>
                      <a:pt x="18" y="10"/>
                      <a:pt x="20" y="9"/>
                      <a:pt x="22" y="6"/>
                    </a:cubicBezTo>
                    <a:cubicBezTo>
                      <a:pt x="23" y="4"/>
                      <a:pt x="26" y="1"/>
                      <a:pt x="28" y="2"/>
                    </a:cubicBezTo>
                  </a:path>
                </a:pathLst>
              </a:custGeom>
              <a:solidFill>
                <a:srgbClr val="8249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521" name="Freeform 615">
                <a:extLst>
                  <a:ext uri="{FF2B5EF4-FFF2-40B4-BE49-F238E27FC236}">
                    <a16:creationId xmlns:a16="http://schemas.microsoft.com/office/drawing/2014/main" id="{F062F858-28BC-4B80-8A8F-4F3DA908CE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0" y="983"/>
                <a:ext cx="39" cy="36"/>
              </a:xfrm>
              <a:custGeom>
                <a:avLst/>
                <a:gdLst>
                  <a:gd name="T0" fmla="*/ 0 w 24"/>
                  <a:gd name="T1" fmla="*/ 0 h 22"/>
                  <a:gd name="T2" fmla="*/ 47 w 24"/>
                  <a:gd name="T3" fmla="*/ 54 h 22"/>
                  <a:gd name="T4" fmla="*/ 102 w 24"/>
                  <a:gd name="T5" fmla="*/ 97 h 22"/>
                  <a:gd name="T6" fmla="*/ 47 w 24"/>
                  <a:gd name="T7" fmla="*/ 34 h 22"/>
                  <a:gd name="T8" fmla="*/ 5 w 24"/>
                  <a:gd name="T9" fmla="*/ 0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22">
                    <a:moveTo>
                      <a:pt x="0" y="0"/>
                    </a:moveTo>
                    <a:cubicBezTo>
                      <a:pt x="6" y="3"/>
                      <a:pt x="8" y="7"/>
                      <a:pt x="11" y="12"/>
                    </a:cubicBezTo>
                    <a:cubicBezTo>
                      <a:pt x="14" y="17"/>
                      <a:pt x="19" y="19"/>
                      <a:pt x="24" y="22"/>
                    </a:cubicBezTo>
                    <a:cubicBezTo>
                      <a:pt x="20" y="18"/>
                      <a:pt x="15" y="14"/>
                      <a:pt x="11" y="8"/>
                    </a:cubicBezTo>
                    <a:cubicBezTo>
                      <a:pt x="8" y="4"/>
                      <a:pt x="6" y="3"/>
                      <a:pt x="1" y="0"/>
                    </a:cubicBezTo>
                  </a:path>
                </a:pathLst>
              </a:custGeom>
              <a:solidFill>
                <a:srgbClr val="8249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522" name="Freeform 616">
                <a:extLst>
                  <a:ext uri="{FF2B5EF4-FFF2-40B4-BE49-F238E27FC236}">
                    <a16:creationId xmlns:a16="http://schemas.microsoft.com/office/drawing/2014/main" id="{0146A721-5A64-4CBB-8CD9-1214C2BA8E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2" y="2066"/>
                <a:ext cx="73" cy="222"/>
              </a:xfrm>
              <a:custGeom>
                <a:avLst/>
                <a:gdLst>
                  <a:gd name="T0" fmla="*/ 5 w 45"/>
                  <a:gd name="T1" fmla="*/ 0 h 138"/>
                  <a:gd name="T2" fmla="*/ 136 w 45"/>
                  <a:gd name="T3" fmla="*/ 162 h 138"/>
                  <a:gd name="T4" fmla="*/ 136 w 45"/>
                  <a:gd name="T5" fmla="*/ 302 h 138"/>
                  <a:gd name="T6" fmla="*/ 178 w 45"/>
                  <a:gd name="T7" fmla="*/ 425 h 138"/>
                  <a:gd name="T8" fmla="*/ 177 w 45"/>
                  <a:gd name="T9" fmla="*/ 574 h 138"/>
                  <a:gd name="T10" fmla="*/ 157 w 45"/>
                  <a:gd name="T11" fmla="*/ 425 h 138"/>
                  <a:gd name="T12" fmla="*/ 123 w 45"/>
                  <a:gd name="T13" fmla="*/ 280 h 138"/>
                  <a:gd name="T14" fmla="*/ 109 w 45"/>
                  <a:gd name="T15" fmla="*/ 132 h 138"/>
                  <a:gd name="T16" fmla="*/ 0 w 45"/>
                  <a:gd name="T17" fmla="*/ 8 h 13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5" h="138">
                    <a:moveTo>
                      <a:pt x="1" y="0"/>
                    </a:moveTo>
                    <a:cubicBezTo>
                      <a:pt x="11" y="12"/>
                      <a:pt x="27" y="23"/>
                      <a:pt x="32" y="39"/>
                    </a:cubicBezTo>
                    <a:cubicBezTo>
                      <a:pt x="37" y="51"/>
                      <a:pt x="32" y="60"/>
                      <a:pt x="32" y="73"/>
                    </a:cubicBezTo>
                    <a:cubicBezTo>
                      <a:pt x="32" y="84"/>
                      <a:pt x="40" y="91"/>
                      <a:pt x="42" y="102"/>
                    </a:cubicBezTo>
                    <a:cubicBezTo>
                      <a:pt x="44" y="113"/>
                      <a:pt x="45" y="127"/>
                      <a:pt x="41" y="138"/>
                    </a:cubicBezTo>
                    <a:cubicBezTo>
                      <a:pt x="41" y="126"/>
                      <a:pt x="41" y="114"/>
                      <a:pt x="37" y="102"/>
                    </a:cubicBezTo>
                    <a:cubicBezTo>
                      <a:pt x="32" y="90"/>
                      <a:pt x="27" y="82"/>
                      <a:pt x="29" y="67"/>
                    </a:cubicBezTo>
                    <a:cubicBezTo>
                      <a:pt x="31" y="53"/>
                      <a:pt x="32" y="45"/>
                      <a:pt x="25" y="32"/>
                    </a:cubicBezTo>
                    <a:cubicBezTo>
                      <a:pt x="19" y="21"/>
                      <a:pt x="9" y="11"/>
                      <a:pt x="0" y="2"/>
                    </a:cubicBezTo>
                  </a:path>
                </a:pathLst>
              </a:custGeom>
              <a:solidFill>
                <a:srgbClr val="8249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523" name="Freeform 617">
                <a:extLst>
                  <a:ext uri="{FF2B5EF4-FFF2-40B4-BE49-F238E27FC236}">
                    <a16:creationId xmlns:a16="http://schemas.microsoft.com/office/drawing/2014/main" id="{1922381A-DA92-493C-AD86-B6F5317394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6" y="2052"/>
                <a:ext cx="106" cy="186"/>
              </a:xfrm>
              <a:custGeom>
                <a:avLst/>
                <a:gdLst>
                  <a:gd name="T0" fmla="*/ 273 w 66"/>
                  <a:gd name="T1" fmla="*/ 0 h 116"/>
                  <a:gd name="T2" fmla="*/ 165 w 66"/>
                  <a:gd name="T3" fmla="*/ 115 h 116"/>
                  <a:gd name="T4" fmla="*/ 132 w 66"/>
                  <a:gd name="T5" fmla="*/ 255 h 116"/>
                  <a:gd name="T6" fmla="*/ 42 w 66"/>
                  <a:gd name="T7" fmla="*/ 359 h 116"/>
                  <a:gd name="T8" fmla="*/ 5 w 66"/>
                  <a:gd name="T9" fmla="*/ 478 h 116"/>
                  <a:gd name="T10" fmla="*/ 35 w 66"/>
                  <a:gd name="T11" fmla="*/ 329 h 116"/>
                  <a:gd name="T12" fmla="*/ 124 w 66"/>
                  <a:gd name="T13" fmla="*/ 239 h 116"/>
                  <a:gd name="T14" fmla="*/ 124 w 66"/>
                  <a:gd name="T15" fmla="*/ 165 h 116"/>
                  <a:gd name="T16" fmla="*/ 153 w 66"/>
                  <a:gd name="T17" fmla="*/ 98 h 116"/>
                  <a:gd name="T18" fmla="*/ 260 w 66"/>
                  <a:gd name="T19" fmla="*/ 16 h 11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66" h="116">
                    <a:moveTo>
                      <a:pt x="66" y="0"/>
                    </a:moveTo>
                    <a:cubicBezTo>
                      <a:pt x="56" y="7"/>
                      <a:pt x="46" y="18"/>
                      <a:pt x="40" y="28"/>
                    </a:cubicBezTo>
                    <a:cubicBezTo>
                      <a:pt x="33" y="40"/>
                      <a:pt x="37" y="52"/>
                      <a:pt x="32" y="62"/>
                    </a:cubicBezTo>
                    <a:cubicBezTo>
                      <a:pt x="27" y="72"/>
                      <a:pt x="15" y="77"/>
                      <a:pt x="10" y="87"/>
                    </a:cubicBezTo>
                    <a:cubicBezTo>
                      <a:pt x="5" y="97"/>
                      <a:pt x="4" y="106"/>
                      <a:pt x="1" y="116"/>
                    </a:cubicBezTo>
                    <a:cubicBezTo>
                      <a:pt x="0" y="104"/>
                      <a:pt x="2" y="90"/>
                      <a:pt x="9" y="80"/>
                    </a:cubicBezTo>
                    <a:cubicBezTo>
                      <a:pt x="14" y="72"/>
                      <a:pt x="28" y="67"/>
                      <a:pt x="30" y="58"/>
                    </a:cubicBezTo>
                    <a:cubicBezTo>
                      <a:pt x="31" y="53"/>
                      <a:pt x="29" y="46"/>
                      <a:pt x="30" y="40"/>
                    </a:cubicBezTo>
                    <a:cubicBezTo>
                      <a:pt x="31" y="34"/>
                      <a:pt x="34" y="29"/>
                      <a:pt x="37" y="24"/>
                    </a:cubicBezTo>
                    <a:cubicBezTo>
                      <a:pt x="45" y="13"/>
                      <a:pt x="53" y="11"/>
                      <a:pt x="63" y="4"/>
                    </a:cubicBezTo>
                  </a:path>
                </a:pathLst>
              </a:custGeom>
              <a:solidFill>
                <a:srgbClr val="8249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524" name="Freeform 618">
                <a:extLst>
                  <a:ext uri="{FF2B5EF4-FFF2-40B4-BE49-F238E27FC236}">
                    <a16:creationId xmlns:a16="http://schemas.microsoft.com/office/drawing/2014/main" id="{1E46F1E4-9531-4BBB-B556-F1F688C156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9" y="1875"/>
                <a:ext cx="37" cy="105"/>
              </a:xfrm>
              <a:custGeom>
                <a:avLst/>
                <a:gdLst>
                  <a:gd name="T0" fmla="*/ 97 w 23"/>
                  <a:gd name="T1" fmla="*/ 275 h 65"/>
                  <a:gd name="T2" fmla="*/ 69 w 23"/>
                  <a:gd name="T3" fmla="*/ 136 h 65"/>
                  <a:gd name="T4" fmla="*/ 21 w 23"/>
                  <a:gd name="T5" fmla="*/ 0 h 65"/>
                  <a:gd name="T6" fmla="*/ 34 w 23"/>
                  <a:gd name="T7" fmla="*/ 68 h 65"/>
                  <a:gd name="T8" fmla="*/ 80 w 23"/>
                  <a:gd name="T9" fmla="*/ 160 h 65"/>
                  <a:gd name="T10" fmla="*/ 82 w 23"/>
                  <a:gd name="T11" fmla="*/ 268 h 6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3" h="65">
                    <a:moveTo>
                      <a:pt x="23" y="65"/>
                    </a:moveTo>
                    <a:cubicBezTo>
                      <a:pt x="5" y="63"/>
                      <a:pt x="17" y="42"/>
                      <a:pt x="17" y="32"/>
                    </a:cubicBezTo>
                    <a:cubicBezTo>
                      <a:pt x="16" y="20"/>
                      <a:pt x="0" y="14"/>
                      <a:pt x="5" y="0"/>
                    </a:cubicBezTo>
                    <a:cubicBezTo>
                      <a:pt x="5" y="6"/>
                      <a:pt x="7" y="10"/>
                      <a:pt x="8" y="16"/>
                    </a:cubicBezTo>
                    <a:cubicBezTo>
                      <a:pt x="15" y="21"/>
                      <a:pt x="20" y="29"/>
                      <a:pt x="19" y="38"/>
                    </a:cubicBezTo>
                    <a:cubicBezTo>
                      <a:pt x="18" y="46"/>
                      <a:pt x="9" y="59"/>
                      <a:pt x="20" y="64"/>
                    </a:cubicBezTo>
                  </a:path>
                </a:pathLst>
              </a:custGeom>
              <a:solidFill>
                <a:srgbClr val="8249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525" name="Freeform 619">
                <a:extLst>
                  <a:ext uri="{FF2B5EF4-FFF2-40B4-BE49-F238E27FC236}">
                    <a16:creationId xmlns:a16="http://schemas.microsoft.com/office/drawing/2014/main" id="{21B1ACC5-1318-47B4-987C-3C9F57EDD7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8" y="1891"/>
                <a:ext cx="35" cy="98"/>
              </a:xfrm>
              <a:custGeom>
                <a:avLst/>
                <a:gdLst>
                  <a:gd name="T0" fmla="*/ 0 w 22"/>
                  <a:gd name="T1" fmla="*/ 252 h 61"/>
                  <a:gd name="T2" fmla="*/ 29 w 22"/>
                  <a:gd name="T3" fmla="*/ 122 h 61"/>
                  <a:gd name="T4" fmla="*/ 64 w 22"/>
                  <a:gd name="T5" fmla="*/ 56 h 61"/>
                  <a:gd name="T6" fmla="*/ 56 w 22"/>
                  <a:gd name="T7" fmla="*/ 0 h 61"/>
                  <a:gd name="T8" fmla="*/ 46 w 22"/>
                  <a:gd name="T9" fmla="*/ 129 h 61"/>
                  <a:gd name="T10" fmla="*/ 0 w 22"/>
                  <a:gd name="T11" fmla="*/ 252 h 6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2" h="61">
                    <a:moveTo>
                      <a:pt x="0" y="61"/>
                    </a:moveTo>
                    <a:cubicBezTo>
                      <a:pt x="16" y="53"/>
                      <a:pt x="4" y="40"/>
                      <a:pt x="7" y="29"/>
                    </a:cubicBezTo>
                    <a:cubicBezTo>
                      <a:pt x="9" y="24"/>
                      <a:pt x="15" y="21"/>
                      <a:pt x="16" y="14"/>
                    </a:cubicBezTo>
                    <a:cubicBezTo>
                      <a:pt x="17" y="9"/>
                      <a:pt x="15" y="5"/>
                      <a:pt x="14" y="0"/>
                    </a:cubicBezTo>
                    <a:cubicBezTo>
                      <a:pt x="22" y="10"/>
                      <a:pt x="14" y="22"/>
                      <a:pt x="11" y="31"/>
                    </a:cubicBezTo>
                    <a:cubicBezTo>
                      <a:pt x="7" y="45"/>
                      <a:pt x="14" y="52"/>
                      <a:pt x="0" y="61"/>
                    </a:cubicBezTo>
                  </a:path>
                </a:pathLst>
              </a:custGeom>
              <a:solidFill>
                <a:srgbClr val="8249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526" name="Freeform 620">
                <a:extLst>
                  <a:ext uri="{FF2B5EF4-FFF2-40B4-BE49-F238E27FC236}">
                    <a16:creationId xmlns:a16="http://schemas.microsoft.com/office/drawing/2014/main" id="{B516FDA2-CA0B-486C-838C-FC54CB3140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6" y="1502"/>
                <a:ext cx="55" cy="99"/>
              </a:xfrm>
              <a:custGeom>
                <a:avLst/>
                <a:gdLst>
                  <a:gd name="T0" fmla="*/ 131 w 34"/>
                  <a:gd name="T1" fmla="*/ 0 h 62"/>
                  <a:gd name="T2" fmla="*/ 0 w 34"/>
                  <a:gd name="T3" fmla="*/ 252 h 6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4" h="62">
                    <a:moveTo>
                      <a:pt x="31" y="0"/>
                    </a:moveTo>
                    <a:cubicBezTo>
                      <a:pt x="34" y="19"/>
                      <a:pt x="13" y="49"/>
                      <a:pt x="0" y="62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527" name="Freeform 621">
                <a:extLst>
                  <a:ext uri="{FF2B5EF4-FFF2-40B4-BE49-F238E27FC236}">
                    <a16:creationId xmlns:a16="http://schemas.microsoft.com/office/drawing/2014/main" id="{F2682A41-6512-4576-B6DE-2D91CA6EE2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3" y="1505"/>
                <a:ext cx="76" cy="118"/>
              </a:xfrm>
              <a:custGeom>
                <a:avLst/>
                <a:gdLst>
                  <a:gd name="T0" fmla="*/ 8 w 47"/>
                  <a:gd name="T1" fmla="*/ 0 h 74"/>
                  <a:gd name="T2" fmla="*/ 81 w 47"/>
                  <a:gd name="T3" fmla="*/ 150 h 74"/>
                  <a:gd name="T4" fmla="*/ 199 w 47"/>
                  <a:gd name="T5" fmla="*/ 300 h 7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7" h="74">
                    <a:moveTo>
                      <a:pt x="2" y="0"/>
                    </a:moveTo>
                    <a:cubicBezTo>
                      <a:pt x="0" y="13"/>
                      <a:pt x="11" y="27"/>
                      <a:pt x="19" y="37"/>
                    </a:cubicBezTo>
                    <a:cubicBezTo>
                      <a:pt x="28" y="48"/>
                      <a:pt x="37" y="64"/>
                      <a:pt x="47" y="74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528" name="Freeform 622">
                <a:extLst>
                  <a:ext uri="{FF2B5EF4-FFF2-40B4-BE49-F238E27FC236}">
                    <a16:creationId xmlns:a16="http://schemas.microsoft.com/office/drawing/2014/main" id="{F5A79376-0592-40A2-9F64-640F10282F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6" y="1551"/>
                <a:ext cx="36" cy="129"/>
              </a:xfrm>
              <a:custGeom>
                <a:avLst/>
                <a:gdLst>
                  <a:gd name="T0" fmla="*/ 97 w 22"/>
                  <a:gd name="T1" fmla="*/ 0 h 80"/>
                  <a:gd name="T2" fmla="*/ 54 w 22"/>
                  <a:gd name="T3" fmla="*/ 152 h 80"/>
                  <a:gd name="T4" fmla="*/ 0 w 22"/>
                  <a:gd name="T5" fmla="*/ 335 h 8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80">
                    <a:moveTo>
                      <a:pt x="22" y="0"/>
                    </a:moveTo>
                    <a:cubicBezTo>
                      <a:pt x="16" y="10"/>
                      <a:pt x="14" y="25"/>
                      <a:pt x="12" y="36"/>
                    </a:cubicBezTo>
                    <a:cubicBezTo>
                      <a:pt x="10" y="48"/>
                      <a:pt x="10" y="72"/>
                      <a:pt x="0" y="8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529" name="Freeform 623">
                <a:extLst>
                  <a:ext uri="{FF2B5EF4-FFF2-40B4-BE49-F238E27FC236}">
                    <a16:creationId xmlns:a16="http://schemas.microsoft.com/office/drawing/2014/main" id="{7E8E1514-FBE4-4700-8138-D2411D70D3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1" y="1558"/>
                <a:ext cx="37" cy="114"/>
              </a:xfrm>
              <a:custGeom>
                <a:avLst/>
                <a:gdLst>
                  <a:gd name="T0" fmla="*/ 0 w 23"/>
                  <a:gd name="T1" fmla="*/ 0 h 71"/>
                  <a:gd name="T2" fmla="*/ 97 w 23"/>
                  <a:gd name="T3" fmla="*/ 294 h 7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71">
                    <a:moveTo>
                      <a:pt x="0" y="0"/>
                    </a:moveTo>
                    <a:cubicBezTo>
                      <a:pt x="12" y="21"/>
                      <a:pt x="14" y="48"/>
                      <a:pt x="23" y="71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530" name="Freeform 624">
                <a:extLst>
                  <a:ext uri="{FF2B5EF4-FFF2-40B4-BE49-F238E27FC236}">
                    <a16:creationId xmlns:a16="http://schemas.microsoft.com/office/drawing/2014/main" id="{51B9045E-A7DD-4C99-832F-87CA28631A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5" y="2389"/>
                <a:ext cx="77" cy="21"/>
              </a:xfrm>
              <a:custGeom>
                <a:avLst/>
                <a:gdLst>
                  <a:gd name="T0" fmla="*/ 0 w 48"/>
                  <a:gd name="T1" fmla="*/ 47 h 13"/>
                  <a:gd name="T2" fmla="*/ 199 w 48"/>
                  <a:gd name="T3" fmla="*/ 50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8" h="13">
                    <a:moveTo>
                      <a:pt x="0" y="11"/>
                    </a:moveTo>
                    <a:cubicBezTo>
                      <a:pt x="8" y="0"/>
                      <a:pt x="37" y="13"/>
                      <a:pt x="48" y="12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531" name="Freeform 625">
                <a:extLst>
                  <a:ext uri="{FF2B5EF4-FFF2-40B4-BE49-F238E27FC236}">
                    <a16:creationId xmlns:a16="http://schemas.microsoft.com/office/drawing/2014/main" id="{0AF63891-CDCE-4E8B-9344-0D8665FFAA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2" y="2390"/>
                <a:ext cx="76" cy="10"/>
              </a:xfrm>
              <a:custGeom>
                <a:avLst/>
                <a:gdLst>
                  <a:gd name="T0" fmla="*/ 199 w 47"/>
                  <a:gd name="T1" fmla="*/ 5 h 6"/>
                  <a:gd name="T2" fmla="*/ 102 w 47"/>
                  <a:gd name="T3" fmla="*/ 5 h 6"/>
                  <a:gd name="T4" fmla="*/ 0 w 47"/>
                  <a:gd name="T5" fmla="*/ 13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7" h="6">
                    <a:moveTo>
                      <a:pt x="47" y="1"/>
                    </a:moveTo>
                    <a:cubicBezTo>
                      <a:pt x="38" y="0"/>
                      <a:pt x="33" y="0"/>
                      <a:pt x="24" y="1"/>
                    </a:cubicBezTo>
                    <a:cubicBezTo>
                      <a:pt x="18" y="3"/>
                      <a:pt x="6" y="6"/>
                      <a:pt x="0" y="3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532" name="Freeform 626">
                <a:extLst>
                  <a:ext uri="{FF2B5EF4-FFF2-40B4-BE49-F238E27FC236}">
                    <a16:creationId xmlns:a16="http://schemas.microsoft.com/office/drawing/2014/main" id="{09177F57-1D0A-41F8-BC88-2A89DB9E47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2" y="1766"/>
                <a:ext cx="108" cy="28"/>
              </a:xfrm>
              <a:custGeom>
                <a:avLst/>
                <a:gdLst>
                  <a:gd name="T0" fmla="*/ 0 w 67"/>
                  <a:gd name="T1" fmla="*/ 21 h 17"/>
                  <a:gd name="T2" fmla="*/ 280 w 67"/>
                  <a:gd name="T3" fmla="*/ 0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7" h="17">
                    <a:moveTo>
                      <a:pt x="0" y="5"/>
                    </a:moveTo>
                    <a:cubicBezTo>
                      <a:pt x="19" y="17"/>
                      <a:pt x="50" y="13"/>
                      <a:pt x="67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533" name="Freeform 627">
                <a:extLst>
                  <a:ext uri="{FF2B5EF4-FFF2-40B4-BE49-F238E27FC236}">
                    <a16:creationId xmlns:a16="http://schemas.microsoft.com/office/drawing/2014/main" id="{C65A3D0E-AE67-414D-866B-15001713AB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2" y="1778"/>
                <a:ext cx="50" cy="20"/>
              </a:xfrm>
              <a:custGeom>
                <a:avLst/>
                <a:gdLst>
                  <a:gd name="T0" fmla="*/ 131 w 31"/>
                  <a:gd name="T1" fmla="*/ 0 h 13"/>
                  <a:gd name="T2" fmla="*/ 0 w 31"/>
                  <a:gd name="T3" fmla="*/ 48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1" h="13">
                    <a:moveTo>
                      <a:pt x="31" y="0"/>
                    </a:moveTo>
                    <a:cubicBezTo>
                      <a:pt x="21" y="5"/>
                      <a:pt x="12" y="10"/>
                      <a:pt x="0" y="13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534" name="Freeform 628">
                <a:extLst>
                  <a:ext uri="{FF2B5EF4-FFF2-40B4-BE49-F238E27FC236}">
                    <a16:creationId xmlns:a16="http://schemas.microsoft.com/office/drawing/2014/main" id="{DD2601DB-78F1-4830-891A-963D0DB19C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8" y="1766"/>
                <a:ext cx="67" cy="24"/>
              </a:xfrm>
              <a:custGeom>
                <a:avLst/>
                <a:gdLst>
                  <a:gd name="T0" fmla="*/ 0 w 42"/>
                  <a:gd name="T1" fmla="*/ 0 h 15"/>
                  <a:gd name="T2" fmla="*/ 171 w 42"/>
                  <a:gd name="T3" fmla="*/ 54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2" h="15">
                    <a:moveTo>
                      <a:pt x="0" y="0"/>
                    </a:moveTo>
                    <a:cubicBezTo>
                      <a:pt x="12" y="15"/>
                      <a:pt x="28" y="7"/>
                      <a:pt x="42" y="13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535" name="Freeform 629">
                <a:extLst>
                  <a:ext uri="{FF2B5EF4-FFF2-40B4-BE49-F238E27FC236}">
                    <a16:creationId xmlns:a16="http://schemas.microsoft.com/office/drawing/2014/main" id="{4062CC5E-D8C7-4DAE-9C8D-0B4C73F729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7" y="1774"/>
                <a:ext cx="28" cy="20"/>
              </a:xfrm>
              <a:custGeom>
                <a:avLst/>
                <a:gdLst>
                  <a:gd name="T0" fmla="*/ 0 w 17"/>
                  <a:gd name="T1" fmla="*/ 0 h 12"/>
                  <a:gd name="T2" fmla="*/ 76 w 17"/>
                  <a:gd name="T3" fmla="*/ 55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12">
                    <a:moveTo>
                      <a:pt x="0" y="0"/>
                    </a:moveTo>
                    <a:cubicBezTo>
                      <a:pt x="5" y="4"/>
                      <a:pt x="11" y="9"/>
                      <a:pt x="17" y="12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536" name="Freeform 630">
                <a:extLst>
                  <a:ext uri="{FF2B5EF4-FFF2-40B4-BE49-F238E27FC236}">
                    <a16:creationId xmlns:a16="http://schemas.microsoft.com/office/drawing/2014/main" id="{47E72FBD-8F62-43EA-8DAD-826C035438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0" y="1489"/>
                <a:ext cx="118" cy="90"/>
              </a:xfrm>
              <a:custGeom>
                <a:avLst/>
                <a:gdLst>
                  <a:gd name="T0" fmla="*/ 309 w 73"/>
                  <a:gd name="T1" fmla="*/ 0 h 56"/>
                  <a:gd name="T2" fmla="*/ 160 w 73"/>
                  <a:gd name="T3" fmla="*/ 191 h 56"/>
                  <a:gd name="T4" fmla="*/ 0 w 73"/>
                  <a:gd name="T5" fmla="*/ 178 h 5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3" h="56">
                    <a:moveTo>
                      <a:pt x="73" y="0"/>
                    </a:moveTo>
                    <a:cubicBezTo>
                      <a:pt x="57" y="4"/>
                      <a:pt x="52" y="37"/>
                      <a:pt x="38" y="46"/>
                    </a:cubicBezTo>
                    <a:cubicBezTo>
                      <a:pt x="23" y="56"/>
                      <a:pt x="14" y="48"/>
                      <a:pt x="0" y="43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537" name="Freeform 631">
                <a:extLst>
                  <a:ext uri="{FF2B5EF4-FFF2-40B4-BE49-F238E27FC236}">
                    <a16:creationId xmlns:a16="http://schemas.microsoft.com/office/drawing/2014/main" id="{62E77477-6E3E-4A08-9F40-A9162D13A2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0" y="1201"/>
                <a:ext cx="45" cy="71"/>
              </a:xfrm>
              <a:custGeom>
                <a:avLst/>
                <a:gdLst>
                  <a:gd name="T0" fmla="*/ 16 w 28"/>
                  <a:gd name="T1" fmla="*/ 0 h 44"/>
                  <a:gd name="T2" fmla="*/ 26 w 28"/>
                  <a:gd name="T3" fmla="*/ 110 h 44"/>
                  <a:gd name="T4" fmla="*/ 116 w 28"/>
                  <a:gd name="T5" fmla="*/ 186 h 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44">
                    <a:moveTo>
                      <a:pt x="4" y="0"/>
                    </a:moveTo>
                    <a:cubicBezTo>
                      <a:pt x="0" y="8"/>
                      <a:pt x="1" y="19"/>
                      <a:pt x="6" y="26"/>
                    </a:cubicBezTo>
                    <a:cubicBezTo>
                      <a:pt x="11" y="34"/>
                      <a:pt x="19" y="43"/>
                      <a:pt x="28" y="44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538" name="Freeform 632">
                <a:extLst>
                  <a:ext uri="{FF2B5EF4-FFF2-40B4-BE49-F238E27FC236}">
                    <a16:creationId xmlns:a16="http://schemas.microsoft.com/office/drawing/2014/main" id="{3EE14BFA-E682-4C30-9361-BED97522E3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3" y="1184"/>
                <a:ext cx="21" cy="83"/>
              </a:xfrm>
              <a:custGeom>
                <a:avLst/>
                <a:gdLst>
                  <a:gd name="T0" fmla="*/ 47 w 13"/>
                  <a:gd name="T1" fmla="*/ 0 h 52"/>
                  <a:gd name="T2" fmla="*/ 50 w 13"/>
                  <a:gd name="T3" fmla="*/ 69 h 52"/>
                  <a:gd name="T4" fmla="*/ 50 w 13"/>
                  <a:gd name="T5" fmla="*/ 142 h 52"/>
                  <a:gd name="T6" fmla="*/ 0 w 13"/>
                  <a:gd name="T7" fmla="*/ 211 h 5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52">
                    <a:moveTo>
                      <a:pt x="11" y="0"/>
                    </a:moveTo>
                    <a:cubicBezTo>
                      <a:pt x="10" y="6"/>
                      <a:pt x="13" y="11"/>
                      <a:pt x="12" y="17"/>
                    </a:cubicBezTo>
                    <a:cubicBezTo>
                      <a:pt x="11" y="24"/>
                      <a:pt x="10" y="29"/>
                      <a:pt x="12" y="35"/>
                    </a:cubicBezTo>
                    <a:cubicBezTo>
                      <a:pt x="13" y="45"/>
                      <a:pt x="11" y="52"/>
                      <a:pt x="0" y="52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539" name="Freeform 633">
                <a:extLst>
                  <a:ext uri="{FF2B5EF4-FFF2-40B4-BE49-F238E27FC236}">
                    <a16:creationId xmlns:a16="http://schemas.microsoft.com/office/drawing/2014/main" id="{B2779F88-589C-4BA3-8913-AF0CF73772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1" y="3257"/>
                <a:ext cx="40" cy="419"/>
              </a:xfrm>
              <a:custGeom>
                <a:avLst/>
                <a:gdLst>
                  <a:gd name="T0" fmla="*/ 0 w 25"/>
                  <a:gd name="T1" fmla="*/ 0 h 261"/>
                  <a:gd name="T2" fmla="*/ 102 w 25"/>
                  <a:gd name="T3" fmla="*/ 1080 h 261"/>
                  <a:gd name="T4" fmla="*/ 0 w 25"/>
                  <a:gd name="T5" fmla="*/ 0 h 26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261">
                    <a:moveTo>
                      <a:pt x="0" y="0"/>
                    </a:moveTo>
                    <a:cubicBezTo>
                      <a:pt x="0" y="0"/>
                      <a:pt x="13" y="212"/>
                      <a:pt x="25" y="261"/>
                    </a:cubicBezTo>
                    <a:cubicBezTo>
                      <a:pt x="25" y="261"/>
                      <a:pt x="7" y="41"/>
                      <a:pt x="0" y="0"/>
                    </a:cubicBezTo>
                    <a:close/>
                  </a:path>
                </a:pathLst>
              </a:custGeom>
              <a:solidFill>
                <a:srgbClr val="93574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540" name="Freeform 634">
                <a:extLst>
                  <a:ext uri="{FF2B5EF4-FFF2-40B4-BE49-F238E27FC236}">
                    <a16:creationId xmlns:a16="http://schemas.microsoft.com/office/drawing/2014/main" id="{39836A65-B1B1-4549-991C-53EEF02E45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5" y="3239"/>
                <a:ext cx="45" cy="440"/>
              </a:xfrm>
              <a:custGeom>
                <a:avLst/>
                <a:gdLst>
                  <a:gd name="T0" fmla="*/ 116 w 28"/>
                  <a:gd name="T1" fmla="*/ 0 h 274"/>
                  <a:gd name="T2" fmla="*/ 0 w 28"/>
                  <a:gd name="T3" fmla="*/ 1135 h 274"/>
                  <a:gd name="T4" fmla="*/ 116 w 28"/>
                  <a:gd name="T5" fmla="*/ 0 h 27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274">
                    <a:moveTo>
                      <a:pt x="28" y="0"/>
                    </a:moveTo>
                    <a:cubicBezTo>
                      <a:pt x="28" y="0"/>
                      <a:pt x="27" y="132"/>
                      <a:pt x="0" y="274"/>
                    </a:cubicBezTo>
                    <a:cubicBezTo>
                      <a:pt x="0" y="274"/>
                      <a:pt x="28" y="8"/>
                      <a:pt x="28" y="0"/>
                    </a:cubicBezTo>
                    <a:close/>
                  </a:path>
                </a:pathLst>
              </a:custGeom>
              <a:solidFill>
                <a:srgbClr val="8249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541" name="Freeform 635">
                <a:extLst>
                  <a:ext uri="{FF2B5EF4-FFF2-40B4-BE49-F238E27FC236}">
                    <a16:creationId xmlns:a16="http://schemas.microsoft.com/office/drawing/2014/main" id="{E4C4181D-E998-4AAB-9C89-8D973C77D7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4" y="1165"/>
                <a:ext cx="32" cy="101"/>
              </a:xfrm>
              <a:custGeom>
                <a:avLst/>
                <a:gdLst>
                  <a:gd name="T0" fmla="*/ 61 w 20"/>
                  <a:gd name="T1" fmla="*/ 5 h 63"/>
                  <a:gd name="T2" fmla="*/ 82 w 20"/>
                  <a:gd name="T3" fmla="*/ 95 h 63"/>
                  <a:gd name="T4" fmla="*/ 69 w 20"/>
                  <a:gd name="T5" fmla="*/ 183 h 63"/>
                  <a:gd name="T6" fmla="*/ 56 w 20"/>
                  <a:gd name="T7" fmla="*/ 247 h 63"/>
                  <a:gd name="T8" fmla="*/ 0 w 20"/>
                  <a:gd name="T9" fmla="*/ 260 h 63"/>
                  <a:gd name="T10" fmla="*/ 46 w 20"/>
                  <a:gd name="T11" fmla="*/ 218 h 63"/>
                  <a:gd name="T12" fmla="*/ 69 w 20"/>
                  <a:gd name="T13" fmla="*/ 131 h 63"/>
                  <a:gd name="T14" fmla="*/ 69 w 20"/>
                  <a:gd name="T15" fmla="*/ 61 h 63"/>
                  <a:gd name="T16" fmla="*/ 56 w 20"/>
                  <a:gd name="T17" fmla="*/ 0 h 6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0" h="63">
                    <a:moveTo>
                      <a:pt x="15" y="1"/>
                    </a:moveTo>
                    <a:cubicBezTo>
                      <a:pt x="18" y="9"/>
                      <a:pt x="20" y="15"/>
                      <a:pt x="20" y="23"/>
                    </a:cubicBezTo>
                    <a:cubicBezTo>
                      <a:pt x="19" y="30"/>
                      <a:pt x="18" y="37"/>
                      <a:pt x="17" y="44"/>
                    </a:cubicBezTo>
                    <a:cubicBezTo>
                      <a:pt x="17" y="49"/>
                      <a:pt x="19" y="57"/>
                      <a:pt x="14" y="60"/>
                    </a:cubicBezTo>
                    <a:cubicBezTo>
                      <a:pt x="11" y="62"/>
                      <a:pt x="4" y="63"/>
                      <a:pt x="0" y="63"/>
                    </a:cubicBezTo>
                    <a:cubicBezTo>
                      <a:pt x="5" y="60"/>
                      <a:pt x="9" y="58"/>
                      <a:pt x="11" y="53"/>
                    </a:cubicBezTo>
                    <a:cubicBezTo>
                      <a:pt x="15" y="47"/>
                      <a:pt x="16" y="39"/>
                      <a:pt x="17" y="32"/>
                    </a:cubicBezTo>
                    <a:cubicBezTo>
                      <a:pt x="18" y="27"/>
                      <a:pt x="17" y="21"/>
                      <a:pt x="17" y="15"/>
                    </a:cubicBezTo>
                    <a:cubicBezTo>
                      <a:pt x="17" y="10"/>
                      <a:pt x="15" y="5"/>
                      <a:pt x="14" y="0"/>
                    </a:cubicBezTo>
                  </a:path>
                </a:pathLst>
              </a:custGeom>
              <a:solidFill>
                <a:srgbClr val="8249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542" name="Freeform 636">
                <a:extLst>
                  <a:ext uri="{FF2B5EF4-FFF2-40B4-BE49-F238E27FC236}">
                    <a16:creationId xmlns:a16="http://schemas.microsoft.com/office/drawing/2014/main" id="{B01D56FF-B9A1-4A67-8C3F-0E93D96772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6" y="1179"/>
                <a:ext cx="80" cy="26"/>
              </a:xfrm>
              <a:custGeom>
                <a:avLst/>
                <a:gdLst>
                  <a:gd name="T0" fmla="*/ 5 w 50"/>
                  <a:gd name="T1" fmla="*/ 5 h 16"/>
                  <a:gd name="T2" fmla="*/ 86 w 50"/>
                  <a:gd name="T3" fmla="*/ 60 h 16"/>
                  <a:gd name="T4" fmla="*/ 150 w 50"/>
                  <a:gd name="T5" fmla="*/ 55 h 16"/>
                  <a:gd name="T6" fmla="*/ 184 w 50"/>
                  <a:gd name="T7" fmla="*/ 34 h 16"/>
                  <a:gd name="T8" fmla="*/ 205 w 50"/>
                  <a:gd name="T9" fmla="*/ 0 h 16"/>
                  <a:gd name="T10" fmla="*/ 102 w 50"/>
                  <a:gd name="T11" fmla="*/ 47 h 16"/>
                  <a:gd name="T12" fmla="*/ 0 w 50"/>
                  <a:gd name="T13" fmla="*/ 0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0" h="16">
                    <a:moveTo>
                      <a:pt x="1" y="1"/>
                    </a:moveTo>
                    <a:cubicBezTo>
                      <a:pt x="7" y="7"/>
                      <a:pt x="12" y="12"/>
                      <a:pt x="21" y="14"/>
                    </a:cubicBezTo>
                    <a:cubicBezTo>
                      <a:pt x="27" y="16"/>
                      <a:pt x="32" y="15"/>
                      <a:pt x="37" y="13"/>
                    </a:cubicBezTo>
                    <a:cubicBezTo>
                      <a:pt x="40" y="12"/>
                      <a:pt x="43" y="10"/>
                      <a:pt x="45" y="8"/>
                    </a:cubicBezTo>
                    <a:cubicBezTo>
                      <a:pt x="48" y="6"/>
                      <a:pt x="49" y="3"/>
                      <a:pt x="50" y="0"/>
                    </a:cubicBezTo>
                    <a:cubicBezTo>
                      <a:pt x="42" y="4"/>
                      <a:pt x="35" y="11"/>
                      <a:pt x="25" y="11"/>
                    </a:cubicBezTo>
                    <a:cubicBezTo>
                      <a:pt x="15" y="10"/>
                      <a:pt x="8" y="5"/>
                      <a:pt x="0" y="0"/>
                    </a:cubicBezTo>
                  </a:path>
                </a:pathLst>
              </a:custGeom>
              <a:solidFill>
                <a:srgbClr val="8249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543" name="Freeform 637">
                <a:extLst>
                  <a:ext uri="{FF2B5EF4-FFF2-40B4-BE49-F238E27FC236}">
                    <a16:creationId xmlns:a16="http://schemas.microsoft.com/office/drawing/2014/main" id="{B0763C64-C8B7-41B0-BCCA-E56E37DAA0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6" y="1176"/>
                <a:ext cx="74" cy="51"/>
              </a:xfrm>
              <a:custGeom>
                <a:avLst/>
                <a:gdLst>
                  <a:gd name="T0" fmla="*/ 0 w 46"/>
                  <a:gd name="T1" fmla="*/ 0 h 32"/>
                  <a:gd name="T2" fmla="*/ 103 w 46"/>
                  <a:gd name="T3" fmla="*/ 89 h 32"/>
                  <a:gd name="T4" fmla="*/ 191 w 46"/>
                  <a:gd name="T5" fmla="*/ 77 h 32"/>
                  <a:gd name="T6" fmla="*/ 68 w 46"/>
                  <a:gd name="T7" fmla="*/ 104 h 32"/>
                  <a:gd name="T8" fmla="*/ 0 w 46"/>
                  <a:gd name="T9" fmla="*/ 0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6" h="32">
                    <a:moveTo>
                      <a:pt x="0" y="0"/>
                    </a:moveTo>
                    <a:cubicBezTo>
                      <a:pt x="4" y="9"/>
                      <a:pt x="15" y="20"/>
                      <a:pt x="25" y="22"/>
                    </a:cubicBezTo>
                    <a:cubicBezTo>
                      <a:pt x="31" y="24"/>
                      <a:pt x="42" y="24"/>
                      <a:pt x="46" y="19"/>
                    </a:cubicBezTo>
                    <a:cubicBezTo>
                      <a:pt x="39" y="28"/>
                      <a:pt x="25" y="32"/>
                      <a:pt x="16" y="26"/>
                    </a:cubicBezTo>
                    <a:cubicBezTo>
                      <a:pt x="7" y="20"/>
                      <a:pt x="4" y="9"/>
                      <a:pt x="0" y="0"/>
                    </a:cubicBezTo>
                  </a:path>
                </a:pathLst>
              </a:custGeom>
              <a:solidFill>
                <a:srgbClr val="8249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544" name="Freeform 638">
                <a:extLst>
                  <a:ext uri="{FF2B5EF4-FFF2-40B4-BE49-F238E27FC236}">
                    <a16:creationId xmlns:a16="http://schemas.microsoft.com/office/drawing/2014/main" id="{C8FE4D11-F4ED-4A1E-A37D-ECC248D900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3" y="1160"/>
                <a:ext cx="27" cy="102"/>
              </a:xfrm>
              <a:custGeom>
                <a:avLst/>
                <a:gdLst>
                  <a:gd name="T0" fmla="*/ 68 w 17"/>
                  <a:gd name="T1" fmla="*/ 0 h 64"/>
                  <a:gd name="T2" fmla="*/ 27 w 17"/>
                  <a:gd name="T3" fmla="*/ 69 h 64"/>
                  <a:gd name="T4" fmla="*/ 8 w 17"/>
                  <a:gd name="T5" fmla="*/ 129 h 64"/>
                  <a:gd name="T6" fmla="*/ 68 w 17"/>
                  <a:gd name="T7" fmla="*/ 260 h 64"/>
                  <a:gd name="T8" fmla="*/ 25 w 17"/>
                  <a:gd name="T9" fmla="*/ 115 h 64"/>
                  <a:gd name="T10" fmla="*/ 48 w 17"/>
                  <a:gd name="T11" fmla="*/ 48 h 64"/>
                  <a:gd name="T12" fmla="*/ 64 w 17"/>
                  <a:gd name="T13" fmla="*/ 5 h 6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64">
                    <a:moveTo>
                      <a:pt x="17" y="0"/>
                    </a:moveTo>
                    <a:cubicBezTo>
                      <a:pt x="12" y="5"/>
                      <a:pt x="10" y="12"/>
                      <a:pt x="7" y="17"/>
                    </a:cubicBezTo>
                    <a:cubicBezTo>
                      <a:pt x="5" y="22"/>
                      <a:pt x="2" y="27"/>
                      <a:pt x="2" y="32"/>
                    </a:cubicBezTo>
                    <a:cubicBezTo>
                      <a:pt x="0" y="46"/>
                      <a:pt x="7" y="56"/>
                      <a:pt x="17" y="64"/>
                    </a:cubicBezTo>
                    <a:cubicBezTo>
                      <a:pt x="7" y="54"/>
                      <a:pt x="3" y="42"/>
                      <a:pt x="6" y="28"/>
                    </a:cubicBezTo>
                    <a:cubicBezTo>
                      <a:pt x="7" y="22"/>
                      <a:pt x="10" y="17"/>
                      <a:pt x="12" y="12"/>
                    </a:cubicBezTo>
                    <a:cubicBezTo>
                      <a:pt x="14" y="9"/>
                      <a:pt x="14" y="4"/>
                      <a:pt x="16" y="1"/>
                    </a:cubicBezTo>
                  </a:path>
                </a:pathLst>
              </a:custGeom>
              <a:solidFill>
                <a:srgbClr val="8249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545" name="Freeform 639">
                <a:extLst>
                  <a:ext uri="{FF2B5EF4-FFF2-40B4-BE49-F238E27FC236}">
                    <a16:creationId xmlns:a16="http://schemas.microsoft.com/office/drawing/2014/main" id="{9DFCC432-EA04-4091-9328-C935C83898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0" y="1242"/>
                <a:ext cx="16" cy="54"/>
              </a:xfrm>
              <a:custGeom>
                <a:avLst/>
                <a:gdLst>
                  <a:gd name="T0" fmla="*/ 34 w 10"/>
                  <a:gd name="T1" fmla="*/ 0 h 34"/>
                  <a:gd name="T2" fmla="*/ 5 w 10"/>
                  <a:gd name="T3" fmla="*/ 81 h 34"/>
                  <a:gd name="T4" fmla="*/ 8 w 10"/>
                  <a:gd name="T5" fmla="*/ 121 h 34"/>
                  <a:gd name="T6" fmla="*/ 42 w 10"/>
                  <a:gd name="T7" fmla="*/ 124 h 34"/>
                  <a:gd name="T8" fmla="*/ 16 w 10"/>
                  <a:gd name="T9" fmla="*/ 76 h 34"/>
                  <a:gd name="T10" fmla="*/ 29 w 10"/>
                  <a:gd name="T11" fmla="*/ 8 h 3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" h="34">
                    <a:moveTo>
                      <a:pt x="8" y="0"/>
                    </a:moveTo>
                    <a:cubicBezTo>
                      <a:pt x="6" y="7"/>
                      <a:pt x="3" y="13"/>
                      <a:pt x="1" y="20"/>
                    </a:cubicBezTo>
                    <a:cubicBezTo>
                      <a:pt x="1" y="23"/>
                      <a:pt x="0" y="27"/>
                      <a:pt x="2" y="30"/>
                    </a:cubicBezTo>
                    <a:cubicBezTo>
                      <a:pt x="4" y="33"/>
                      <a:pt x="9" y="34"/>
                      <a:pt x="10" y="31"/>
                    </a:cubicBezTo>
                    <a:cubicBezTo>
                      <a:pt x="3" y="30"/>
                      <a:pt x="3" y="26"/>
                      <a:pt x="4" y="19"/>
                    </a:cubicBezTo>
                    <a:cubicBezTo>
                      <a:pt x="5" y="14"/>
                      <a:pt x="5" y="7"/>
                      <a:pt x="7" y="2"/>
                    </a:cubicBezTo>
                  </a:path>
                </a:pathLst>
              </a:custGeom>
              <a:solidFill>
                <a:srgbClr val="8249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546" name="Freeform 640">
                <a:extLst>
                  <a:ext uri="{FF2B5EF4-FFF2-40B4-BE49-F238E27FC236}">
                    <a16:creationId xmlns:a16="http://schemas.microsoft.com/office/drawing/2014/main" id="{04D0015D-2524-4E17-8F5D-45ED4A74AE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6" y="1246"/>
                <a:ext cx="22" cy="50"/>
              </a:xfrm>
              <a:custGeom>
                <a:avLst/>
                <a:gdLst>
                  <a:gd name="T0" fmla="*/ 35 w 14"/>
                  <a:gd name="T1" fmla="*/ 0 h 31"/>
                  <a:gd name="T2" fmla="*/ 47 w 14"/>
                  <a:gd name="T3" fmla="*/ 97 h 31"/>
                  <a:gd name="T4" fmla="*/ 0 w 14"/>
                  <a:gd name="T5" fmla="*/ 97 h 31"/>
                  <a:gd name="T6" fmla="*/ 27 w 14"/>
                  <a:gd name="T7" fmla="*/ 97 h 31"/>
                  <a:gd name="T8" fmla="*/ 35 w 14"/>
                  <a:gd name="T9" fmla="*/ 63 h 31"/>
                  <a:gd name="T10" fmla="*/ 27 w 14"/>
                  <a:gd name="T11" fmla="*/ 5 h 3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" h="31">
                    <a:moveTo>
                      <a:pt x="9" y="0"/>
                    </a:moveTo>
                    <a:cubicBezTo>
                      <a:pt x="10" y="7"/>
                      <a:pt x="14" y="16"/>
                      <a:pt x="12" y="23"/>
                    </a:cubicBezTo>
                    <a:cubicBezTo>
                      <a:pt x="10" y="31"/>
                      <a:pt x="4" y="26"/>
                      <a:pt x="0" y="23"/>
                    </a:cubicBezTo>
                    <a:cubicBezTo>
                      <a:pt x="2" y="22"/>
                      <a:pt x="6" y="24"/>
                      <a:pt x="7" y="23"/>
                    </a:cubicBezTo>
                    <a:cubicBezTo>
                      <a:pt x="9" y="21"/>
                      <a:pt x="9" y="17"/>
                      <a:pt x="9" y="15"/>
                    </a:cubicBezTo>
                    <a:cubicBezTo>
                      <a:pt x="9" y="11"/>
                      <a:pt x="8" y="6"/>
                      <a:pt x="7" y="1"/>
                    </a:cubicBezTo>
                  </a:path>
                </a:pathLst>
              </a:custGeom>
              <a:solidFill>
                <a:srgbClr val="8249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547" name="Freeform 641">
                <a:extLst>
                  <a:ext uri="{FF2B5EF4-FFF2-40B4-BE49-F238E27FC236}">
                    <a16:creationId xmlns:a16="http://schemas.microsoft.com/office/drawing/2014/main" id="{39D147D4-2EA5-49FF-B9A5-02D9BFD581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8" y="1060"/>
                <a:ext cx="39" cy="53"/>
              </a:xfrm>
              <a:custGeom>
                <a:avLst/>
                <a:gdLst>
                  <a:gd name="T0" fmla="*/ 5 w 24"/>
                  <a:gd name="T1" fmla="*/ 0 h 33"/>
                  <a:gd name="T2" fmla="*/ 39 w 24"/>
                  <a:gd name="T3" fmla="*/ 50 h 33"/>
                  <a:gd name="T4" fmla="*/ 60 w 24"/>
                  <a:gd name="T5" fmla="*/ 63 h 33"/>
                  <a:gd name="T6" fmla="*/ 76 w 24"/>
                  <a:gd name="T7" fmla="*/ 67 h 33"/>
                  <a:gd name="T8" fmla="*/ 102 w 24"/>
                  <a:gd name="T9" fmla="*/ 137 h 33"/>
                  <a:gd name="T10" fmla="*/ 88 w 24"/>
                  <a:gd name="T11" fmla="*/ 90 h 33"/>
                  <a:gd name="T12" fmla="*/ 55 w 24"/>
                  <a:gd name="T13" fmla="*/ 67 h 33"/>
                  <a:gd name="T14" fmla="*/ 26 w 24"/>
                  <a:gd name="T15" fmla="*/ 47 h 33"/>
                  <a:gd name="T16" fmla="*/ 0 w 24"/>
                  <a:gd name="T17" fmla="*/ 5 h 3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4" h="33">
                    <a:moveTo>
                      <a:pt x="1" y="0"/>
                    </a:moveTo>
                    <a:cubicBezTo>
                      <a:pt x="3" y="4"/>
                      <a:pt x="5" y="9"/>
                      <a:pt x="9" y="12"/>
                    </a:cubicBezTo>
                    <a:cubicBezTo>
                      <a:pt x="11" y="14"/>
                      <a:pt x="12" y="15"/>
                      <a:pt x="14" y="15"/>
                    </a:cubicBezTo>
                    <a:cubicBezTo>
                      <a:pt x="16" y="15"/>
                      <a:pt x="17" y="15"/>
                      <a:pt x="18" y="16"/>
                    </a:cubicBezTo>
                    <a:cubicBezTo>
                      <a:pt x="23" y="18"/>
                      <a:pt x="23" y="29"/>
                      <a:pt x="24" y="33"/>
                    </a:cubicBezTo>
                    <a:cubicBezTo>
                      <a:pt x="23" y="30"/>
                      <a:pt x="22" y="26"/>
                      <a:pt x="20" y="22"/>
                    </a:cubicBezTo>
                    <a:cubicBezTo>
                      <a:pt x="19" y="18"/>
                      <a:pt x="17" y="17"/>
                      <a:pt x="13" y="16"/>
                    </a:cubicBezTo>
                    <a:cubicBezTo>
                      <a:pt x="10" y="15"/>
                      <a:pt x="8" y="14"/>
                      <a:pt x="6" y="11"/>
                    </a:cubicBezTo>
                    <a:cubicBezTo>
                      <a:pt x="4" y="8"/>
                      <a:pt x="2" y="3"/>
                      <a:pt x="0" y="1"/>
                    </a:cubicBezTo>
                  </a:path>
                </a:pathLst>
              </a:custGeom>
              <a:solidFill>
                <a:srgbClr val="8249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548" name="Freeform 642">
                <a:extLst>
                  <a:ext uri="{FF2B5EF4-FFF2-40B4-BE49-F238E27FC236}">
                    <a16:creationId xmlns:a16="http://schemas.microsoft.com/office/drawing/2014/main" id="{B40C4B16-BF9A-4231-A24C-874D33B7B3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4" y="1113"/>
                <a:ext cx="48" cy="40"/>
              </a:xfrm>
              <a:custGeom>
                <a:avLst/>
                <a:gdLst>
                  <a:gd name="T0" fmla="*/ 123 w 30"/>
                  <a:gd name="T1" fmla="*/ 0 h 25"/>
                  <a:gd name="T2" fmla="*/ 86 w 30"/>
                  <a:gd name="T3" fmla="*/ 48 h 25"/>
                  <a:gd name="T4" fmla="*/ 46 w 30"/>
                  <a:gd name="T5" fmla="*/ 61 h 25"/>
                  <a:gd name="T6" fmla="*/ 0 w 30"/>
                  <a:gd name="T7" fmla="*/ 102 h 25"/>
                  <a:gd name="T8" fmla="*/ 34 w 30"/>
                  <a:gd name="T9" fmla="*/ 61 h 25"/>
                  <a:gd name="T10" fmla="*/ 54 w 30"/>
                  <a:gd name="T11" fmla="*/ 48 h 25"/>
                  <a:gd name="T12" fmla="*/ 69 w 30"/>
                  <a:gd name="T13" fmla="*/ 42 h 25"/>
                  <a:gd name="T14" fmla="*/ 107 w 30"/>
                  <a:gd name="T15" fmla="*/ 26 h 25"/>
                  <a:gd name="T16" fmla="*/ 123 w 30"/>
                  <a:gd name="T17" fmla="*/ 0 h 2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0" h="25">
                    <a:moveTo>
                      <a:pt x="30" y="0"/>
                    </a:moveTo>
                    <a:cubicBezTo>
                      <a:pt x="30" y="4"/>
                      <a:pt x="25" y="11"/>
                      <a:pt x="21" y="12"/>
                    </a:cubicBezTo>
                    <a:cubicBezTo>
                      <a:pt x="18" y="13"/>
                      <a:pt x="15" y="13"/>
                      <a:pt x="11" y="15"/>
                    </a:cubicBezTo>
                    <a:cubicBezTo>
                      <a:pt x="7" y="18"/>
                      <a:pt x="3" y="22"/>
                      <a:pt x="0" y="25"/>
                    </a:cubicBezTo>
                    <a:cubicBezTo>
                      <a:pt x="2" y="22"/>
                      <a:pt x="4" y="17"/>
                      <a:pt x="8" y="15"/>
                    </a:cubicBezTo>
                    <a:cubicBezTo>
                      <a:pt x="10" y="14"/>
                      <a:pt x="11" y="13"/>
                      <a:pt x="13" y="12"/>
                    </a:cubicBezTo>
                    <a:cubicBezTo>
                      <a:pt x="15" y="12"/>
                      <a:pt x="16" y="11"/>
                      <a:pt x="17" y="10"/>
                    </a:cubicBezTo>
                    <a:cubicBezTo>
                      <a:pt x="20" y="8"/>
                      <a:pt x="23" y="8"/>
                      <a:pt x="26" y="6"/>
                    </a:cubicBezTo>
                    <a:cubicBezTo>
                      <a:pt x="27" y="4"/>
                      <a:pt x="30" y="2"/>
                      <a:pt x="30" y="0"/>
                    </a:cubicBezTo>
                  </a:path>
                </a:pathLst>
              </a:custGeom>
              <a:solidFill>
                <a:srgbClr val="8249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549" name="Freeform 643">
                <a:extLst>
                  <a:ext uri="{FF2B5EF4-FFF2-40B4-BE49-F238E27FC236}">
                    <a16:creationId xmlns:a16="http://schemas.microsoft.com/office/drawing/2014/main" id="{421A3BDF-7FA8-4C37-BA3D-C9298CA936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6" y="1100"/>
                <a:ext cx="53" cy="50"/>
              </a:xfrm>
              <a:custGeom>
                <a:avLst/>
                <a:gdLst>
                  <a:gd name="T0" fmla="*/ 0 w 33"/>
                  <a:gd name="T1" fmla="*/ 0 h 31"/>
                  <a:gd name="T2" fmla="*/ 47 w 33"/>
                  <a:gd name="T3" fmla="*/ 71 h 31"/>
                  <a:gd name="T4" fmla="*/ 88 w 33"/>
                  <a:gd name="T5" fmla="*/ 89 h 31"/>
                  <a:gd name="T6" fmla="*/ 111 w 33"/>
                  <a:gd name="T7" fmla="*/ 105 h 31"/>
                  <a:gd name="T8" fmla="*/ 137 w 33"/>
                  <a:gd name="T9" fmla="*/ 131 h 31"/>
                  <a:gd name="T10" fmla="*/ 90 w 33"/>
                  <a:gd name="T11" fmla="*/ 84 h 31"/>
                  <a:gd name="T12" fmla="*/ 50 w 33"/>
                  <a:gd name="T13" fmla="*/ 63 h 31"/>
                  <a:gd name="T14" fmla="*/ 0 w 33"/>
                  <a:gd name="T15" fmla="*/ 5 h 3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3" h="31">
                    <a:moveTo>
                      <a:pt x="0" y="0"/>
                    </a:moveTo>
                    <a:cubicBezTo>
                      <a:pt x="2" y="6"/>
                      <a:pt x="5" y="15"/>
                      <a:pt x="11" y="17"/>
                    </a:cubicBezTo>
                    <a:cubicBezTo>
                      <a:pt x="14" y="18"/>
                      <a:pt x="18" y="20"/>
                      <a:pt x="21" y="21"/>
                    </a:cubicBezTo>
                    <a:cubicBezTo>
                      <a:pt x="23" y="22"/>
                      <a:pt x="25" y="23"/>
                      <a:pt x="27" y="25"/>
                    </a:cubicBezTo>
                    <a:cubicBezTo>
                      <a:pt x="29" y="27"/>
                      <a:pt x="31" y="30"/>
                      <a:pt x="33" y="31"/>
                    </a:cubicBezTo>
                    <a:cubicBezTo>
                      <a:pt x="29" y="28"/>
                      <a:pt x="26" y="23"/>
                      <a:pt x="22" y="20"/>
                    </a:cubicBezTo>
                    <a:cubicBezTo>
                      <a:pt x="19" y="17"/>
                      <a:pt x="16" y="16"/>
                      <a:pt x="12" y="15"/>
                    </a:cubicBezTo>
                    <a:cubicBezTo>
                      <a:pt x="7" y="12"/>
                      <a:pt x="1" y="6"/>
                      <a:pt x="0" y="1"/>
                    </a:cubicBezTo>
                  </a:path>
                </a:pathLst>
              </a:custGeom>
              <a:solidFill>
                <a:srgbClr val="8249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550" name="Freeform 644">
                <a:extLst>
                  <a:ext uri="{FF2B5EF4-FFF2-40B4-BE49-F238E27FC236}">
                    <a16:creationId xmlns:a16="http://schemas.microsoft.com/office/drawing/2014/main" id="{F8E61F3F-8D70-4B7E-A0D5-15C245FB00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1" y="970"/>
                <a:ext cx="5" cy="4"/>
              </a:xfrm>
              <a:custGeom>
                <a:avLst/>
                <a:gdLst>
                  <a:gd name="T0" fmla="*/ 0 w 3"/>
                  <a:gd name="T1" fmla="*/ 0 h 2"/>
                  <a:gd name="T2" fmla="*/ 13 w 3"/>
                  <a:gd name="T3" fmla="*/ 16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cubicBezTo>
                      <a:pt x="1" y="1"/>
                      <a:pt x="2" y="1"/>
                      <a:pt x="3" y="2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551" name="Freeform 645">
                <a:extLst>
                  <a:ext uri="{FF2B5EF4-FFF2-40B4-BE49-F238E27FC236}">
                    <a16:creationId xmlns:a16="http://schemas.microsoft.com/office/drawing/2014/main" id="{537BECC2-724D-4D08-B1F6-1BCEE69460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8" y="977"/>
                <a:ext cx="4" cy="1"/>
              </a:xfrm>
              <a:custGeom>
                <a:avLst/>
                <a:gdLst>
                  <a:gd name="T0" fmla="*/ 0 w 3"/>
                  <a:gd name="T1" fmla="*/ 0 h 1"/>
                  <a:gd name="T2" fmla="*/ 7 w 3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cubicBezTo>
                      <a:pt x="1" y="0"/>
                      <a:pt x="2" y="0"/>
                      <a:pt x="3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552" name="Freeform 646">
                <a:extLst>
                  <a:ext uri="{FF2B5EF4-FFF2-40B4-BE49-F238E27FC236}">
                    <a16:creationId xmlns:a16="http://schemas.microsoft.com/office/drawing/2014/main" id="{67CFA16F-82A2-4638-B31B-FB36B36D70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8" y="977"/>
                <a:ext cx="6" cy="1"/>
              </a:xfrm>
              <a:custGeom>
                <a:avLst/>
                <a:gdLst>
                  <a:gd name="T0" fmla="*/ 14 w 4"/>
                  <a:gd name="T1" fmla="*/ 0 h 1"/>
                  <a:gd name="T2" fmla="*/ 0 w 4"/>
                  <a:gd name="T3" fmla="*/ 1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">
                    <a:moveTo>
                      <a:pt x="4" y="0"/>
                    </a:moveTo>
                    <a:cubicBezTo>
                      <a:pt x="2" y="0"/>
                      <a:pt x="1" y="0"/>
                      <a:pt x="0" y="1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553" name="Freeform 647">
                <a:extLst>
                  <a:ext uri="{FF2B5EF4-FFF2-40B4-BE49-F238E27FC236}">
                    <a16:creationId xmlns:a16="http://schemas.microsoft.com/office/drawing/2014/main" id="{E0A4A7D9-66AD-4E1B-A4FA-50B2BB4E80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3" y="974"/>
                <a:ext cx="5" cy="1"/>
              </a:xfrm>
              <a:custGeom>
                <a:avLst/>
                <a:gdLst>
                  <a:gd name="T0" fmla="*/ 13 w 3"/>
                  <a:gd name="T1" fmla="*/ 0 h 1"/>
                  <a:gd name="T2" fmla="*/ 0 w 3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">
                    <a:moveTo>
                      <a:pt x="3" y="0"/>
                    </a:moveTo>
                    <a:cubicBezTo>
                      <a:pt x="2" y="0"/>
                      <a:pt x="1" y="0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554" name="Freeform 648">
                <a:extLst>
                  <a:ext uri="{FF2B5EF4-FFF2-40B4-BE49-F238E27FC236}">
                    <a16:creationId xmlns:a16="http://schemas.microsoft.com/office/drawing/2014/main" id="{ED453E2B-A2D8-4A5C-A7EF-BA8298BB30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2" y="983"/>
                <a:ext cx="38" cy="37"/>
              </a:xfrm>
              <a:custGeom>
                <a:avLst/>
                <a:gdLst>
                  <a:gd name="T0" fmla="*/ 0 w 24"/>
                  <a:gd name="T1" fmla="*/ 0 h 23"/>
                  <a:gd name="T2" fmla="*/ 35 w 24"/>
                  <a:gd name="T3" fmla="*/ 47 h 23"/>
                  <a:gd name="T4" fmla="*/ 95 w 24"/>
                  <a:gd name="T5" fmla="*/ 97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23">
                    <a:moveTo>
                      <a:pt x="0" y="0"/>
                    </a:moveTo>
                    <a:cubicBezTo>
                      <a:pt x="4" y="2"/>
                      <a:pt x="7" y="7"/>
                      <a:pt x="9" y="11"/>
                    </a:cubicBezTo>
                    <a:cubicBezTo>
                      <a:pt x="13" y="17"/>
                      <a:pt x="19" y="20"/>
                      <a:pt x="24" y="23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555" name="Freeform 649">
                <a:extLst>
                  <a:ext uri="{FF2B5EF4-FFF2-40B4-BE49-F238E27FC236}">
                    <a16:creationId xmlns:a16="http://schemas.microsoft.com/office/drawing/2014/main" id="{3E9B6097-3773-40EE-AFEC-5FDF8C1CE4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5" y="986"/>
                <a:ext cx="44" cy="34"/>
              </a:xfrm>
              <a:custGeom>
                <a:avLst/>
                <a:gdLst>
                  <a:gd name="T0" fmla="*/ 117 w 27"/>
                  <a:gd name="T1" fmla="*/ 0 h 21"/>
                  <a:gd name="T2" fmla="*/ 90 w 27"/>
                  <a:gd name="T3" fmla="*/ 13 h 21"/>
                  <a:gd name="T4" fmla="*/ 68 w 27"/>
                  <a:gd name="T5" fmla="*/ 42 h 21"/>
                  <a:gd name="T6" fmla="*/ 0 w 27"/>
                  <a:gd name="T7" fmla="*/ 89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7" h="21">
                    <a:moveTo>
                      <a:pt x="27" y="0"/>
                    </a:moveTo>
                    <a:cubicBezTo>
                      <a:pt x="26" y="1"/>
                      <a:pt x="23" y="2"/>
                      <a:pt x="21" y="3"/>
                    </a:cubicBezTo>
                    <a:cubicBezTo>
                      <a:pt x="19" y="5"/>
                      <a:pt x="17" y="8"/>
                      <a:pt x="16" y="10"/>
                    </a:cubicBezTo>
                    <a:cubicBezTo>
                      <a:pt x="11" y="15"/>
                      <a:pt x="7" y="19"/>
                      <a:pt x="0" y="21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556" name="Freeform 650">
                <a:extLst>
                  <a:ext uri="{FF2B5EF4-FFF2-40B4-BE49-F238E27FC236}">
                    <a16:creationId xmlns:a16="http://schemas.microsoft.com/office/drawing/2014/main" id="{33499B00-CBA1-4DF8-A376-D601887A3B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6" y="983"/>
                <a:ext cx="21" cy="7"/>
              </a:xfrm>
              <a:custGeom>
                <a:avLst/>
                <a:gdLst>
                  <a:gd name="T0" fmla="*/ 0 w 13"/>
                  <a:gd name="T1" fmla="*/ 12 h 4"/>
                  <a:gd name="T2" fmla="*/ 55 w 13"/>
                  <a:gd name="T3" fmla="*/ 21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4">
                    <a:moveTo>
                      <a:pt x="0" y="2"/>
                    </a:moveTo>
                    <a:cubicBezTo>
                      <a:pt x="4" y="0"/>
                      <a:pt x="9" y="2"/>
                      <a:pt x="13" y="4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557" name="Freeform 651">
                <a:extLst>
                  <a:ext uri="{FF2B5EF4-FFF2-40B4-BE49-F238E27FC236}">
                    <a16:creationId xmlns:a16="http://schemas.microsoft.com/office/drawing/2014/main" id="{552706EE-48A6-4FD1-ACA4-15554939C0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2" y="982"/>
                <a:ext cx="15" cy="1"/>
              </a:xfrm>
              <a:custGeom>
                <a:avLst/>
                <a:gdLst>
                  <a:gd name="T0" fmla="*/ 0 w 9"/>
                  <a:gd name="T1" fmla="*/ 0 h 1"/>
                  <a:gd name="T2" fmla="*/ 20 w 9"/>
                  <a:gd name="T3" fmla="*/ 0 h 1"/>
                  <a:gd name="T4" fmla="*/ 42 w 9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">
                    <a:moveTo>
                      <a:pt x="0" y="0"/>
                    </a:moveTo>
                    <a:cubicBezTo>
                      <a:pt x="1" y="0"/>
                      <a:pt x="3" y="0"/>
                      <a:pt x="4" y="0"/>
                    </a:cubicBezTo>
                    <a:cubicBezTo>
                      <a:pt x="6" y="0"/>
                      <a:pt x="7" y="0"/>
                      <a:pt x="9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558" name="Freeform 652">
                <a:extLst>
                  <a:ext uri="{FF2B5EF4-FFF2-40B4-BE49-F238E27FC236}">
                    <a16:creationId xmlns:a16="http://schemas.microsoft.com/office/drawing/2014/main" id="{A3FCDBE2-760E-4593-B6FA-343510F015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0" y="985"/>
                <a:ext cx="26" cy="5"/>
              </a:xfrm>
              <a:custGeom>
                <a:avLst/>
                <a:gdLst>
                  <a:gd name="T0" fmla="*/ 68 w 16"/>
                  <a:gd name="T1" fmla="*/ 13 h 3"/>
                  <a:gd name="T2" fmla="*/ 0 w 16"/>
                  <a:gd name="T3" fmla="*/ 13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3">
                    <a:moveTo>
                      <a:pt x="16" y="3"/>
                    </a:moveTo>
                    <a:cubicBezTo>
                      <a:pt x="12" y="0"/>
                      <a:pt x="5" y="1"/>
                      <a:pt x="0" y="3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559" name="Freeform 653">
                <a:extLst>
                  <a:ext uri="{FF2B5EF4-FFF2-40B4-BE49-F238E27FC236}">
                    <a16:creationId xmlns:a16="http://schemas.microsoft.com/office/drawing/2014/main" id="{DEA35B46-B82F-40CB-8E84-D10C872B47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3" y="980"/>
                <a:ext cx="15" cy="3"/>
              </a:xfrm>
              <a:custGeom>
                <a:avLst/>
                <a:gdLst>
                  <a:gd name="T0" fmla="*/ 42 w 9"/>
                  <a:gd name="T1" fmla="*/ 5 h 2"/>
                  <a:gd name="T2" fmla="*/ 0 w 9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2">
                    <a:moveTo>
                      <a:pt x="9" y="1"/>
                    </a:moveTo>
                    <a:cubicBezTo>
                      <a:pt x="6" y="2"/>
                      <a:pt x="3" y="1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</p:grpSp>
        <p:sp>
          <p:nvSpPr>
            <p:cNvPr id="42331" name="Freeform 654">
              <a:extLst>
                <a:ext uri="{FF2B5EF4-FFF2-40B4-BE49-F238E27FC236}">
                  <a16:creationId xmlns:a16="http://schemas.microsoft.com/office/drawing/2014/main" id="{7B61B6FB-AE1D-477B-9C78-EE056135F37C}"/>
                </a:ext>
              </a:extLst>
            </p:cNvPr>
            <p:cNvSpPr>
              <a:spLocks/>
            </p:cNvSpPr>
            <p:nvPr/>
          </p:nvSpPr>
          <p:spPr bwMode="auto">
            <a:xfrm>
              <a:off x="835" y="908"/>
              <a:ext cx="93" cy="14"/>
            </a:xfrm>
            <a:custGeom>
              <a:avLst/>
              <a:gdLst>
                <a:gd name="T0" fmla="*/ 0 w 58"/>
                <a:gd name="T1" fmla="*/ 30 h 9"/>
                <a:gd name="T2" fmla="*/ 47 w 58"/>
                <a:gd name="T3" fmla="*/ 34 h 9"/>
                <a:gd name="T4" fmla="*/ 120 w 58"/>
                <a:gd name="T5" fmla="*/ 14 h 9"/>
                <a:gd name="T6" fmla="*/ 239 w 58"/>
                <a:gd name="T7" fmla="*/ 19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8" h="9">
                  <a:moveTo>
                    <a:pt x="0" y="8"/>
                  </a:moveTo>
                  <a:cubicBezTo>
                    <a:pt x="4" y="8"/>
                    <a:pt x="7" y="9"/>
                    <a:pt x="11" y="9"/>
                  </a:cubicBezTo>
                  <a:cubicBezTo>
                    <a:pt x="17" y="8"/>
                    <a:pt x="23" y="5"/>
                    <a:pt x="29" y="4"/>
                  </a:cubicBezTo>
                  <a:cubicBezTo>
                    <a:pt x="36" y="2"/>
                    <a:pt x="51" y="0"/>
                    <a:pt x="58" y="5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2332" name="Freeform 655">
              <a:extLst>
                <a:ext uri="{FF2B5EF4-FFF2-40B4-BE49-F238E27FC236}">
                  <a16:creationId xmlns:a16="http://schemas.microsoft.com/office/drawing/2014/main" id="{E7B0EBF0-3FD4-4332-8575-4C79277B852B}"/>
                </a:ext>
              </a:extLst>
            </p:cNvPr>
            <p:cNvSpPr>
              <a:spLocks/>
            </p:cNvSpPr>
            <p:nvPr/>
          </p:nvSpPr>
          <p:spPr bwMode="auto">
            <a:xfrm>
              <a:off x="889" y="903"/>
              <a:ext cx="52" cy="5"/>
            </a:xfrm>
            <a:custGeom>
              <a:avLst/>
              <a:gdLst>
                <a:gd name="T0" fmla="*/ 0 w 32"/>
                <a:gd name="T1" fmla="*/ 8 h 3"/>
                <a:gd name="T2" fmla="*/ 68 w 32"/>
                <a:gd name="T3" fmla="*/ 5 h 3"/>
                <a:gd name="T4" fmla="*/ 138 w 32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3">
                  <a:moveTo>
                    <a:pt x="0" y="2"/>
                  </a:moveTo>
                  <a:cubicBezTo>
                    <a:pt x="4" y="3"/>
                    <a:pt x="11" y="1"/>
                    <a:pt x="16" y="1"/>
                  </a:cubicBezTo>
                  <a:cubicBezTo>
                    <a:pt x="21" y="1"/>
                    <a:pt x="27" y="0"/>
                    <a:pt x="32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2333" name="Freeform 656">
              <a:extLst>
                <a:ext uri="{FF2B5EF4-FFF2-40B4-BE49-F238E27FC236}">
                  <a16:creationId xmlns:a16="http://schemas.microsoft.com/office/drawing/2014/main" id="{F1D69C14-8A24-49AB-9E20-4204DFCAF05D}"/>
                </a:ext>
              </a:extLst>
            </p:cNvPr>
            <p:cNvSpPr>
              <a:spLocks/>
            </p:cNvSpPr>
            <p:nvPr/>
          </p:nvSpPr>
          <p:spPr bwMode="auto">
            <a:xfrm>
              <a:off x="875" y="913"/>
              <a:ext cx="77" cy="11"/>
            </a:xfrm>
            <a:custGeom>
              <a:avLst/>
              <a:gdLst>
                <a:gd name="T0" fmla="*/ 0 w 48"/>
                <a:gd name="T1" fmla="*/ 14 h 7"/>
                <a:gd name="T2" fmla="*/ 42 w 48"/>
                <a:gd name="T3" fmla="*/ 5 h 7"/>
                <a:gd name="T4" fmla="*/ 82 w 48"/>
                <a:gd name="T5" fmla="*/ 0 h 7"/>
                <a:gd name="T6" fmla="*/ 199 w 48"/>
                <a:gd name="T7" fmla="*/ 22 h 7"/>
                <a:gd name="T8" fmla="*/ 178 w 48"/>
                <a:gd name="T9" fmla="*/ 22 h 7"/>
                <a:gd name="T10" fmla="*/ 149 w 48"/>
                <a:gd name="T11" fmla="*/ 22 h 7"/>
                <a:gd name="T12" fmla="*/ 95 w 48"/>
                <a:gd name="T13" fmla="*/ 13 h 7"/>
                <a:gd name="T14" fmla="*/ 42 w 48"/>
                <a:gd name="T15" fmla="*/ 13 h 7"/>
                <a:gd name="T16" fmla="*/ 0 w 48"/>
                <a:gd name="T17" fmla="*/ 14 h 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8" h="7">
                  <a:moveTo>
                    <a:pt x="0" y="4"/>
                  </a:moveTo>
                  <a:cubicBezTo>
                    <a:pt x="2" y="2"/>
                    <a:pt x="7" y="1"/>
                    <a:pt x="10" y="1"/>
                  </a:cubicBezTo>
                  <a:cubicBezTo>
                    <a:pt x="13" y="0"/>
                    <a:pt x="17" y="0"/>
                    <a:pt x="20" y="0"/>
                  </a:cubicBezTo>
                  <a:cubicBezTo>
                    <a:pt x="30" y="1"/>
                    <a:pt x="39" y="5"/>
                    <a:pt x="48" y="6"/>
                  </a:cubicBezTo>
                  <a:cubicBezTo>
                    <a:pt x="47" y="7"/>
                    <a:pt x="45" y="6"/>
                    <a:pt x="43" y="6"/>
                  </a:cubicBezTo>
                  <a:cubicBezTo>
                    <a:pt x="41" y="6"/>
                    <a:pt x="39" y="6"/>
                    <a:pt x="36" y="6"/>
                  </a:cubicBezTo>
                  <a:cubicBezTo>
                    <a:pt x="32" y="5"/>
                    <a:pt x="28" y="4"/>
                    <a:pt x="23" y="3"/>
                  </a:cubicBezTo>
                  <a:cubicBezTo>
                    <a:pt x="19" y="3"/>
                    <a:pt x="15" y="3"/>
                    <a:pt x="10" y="3"/>
                  </a:cubicBezTo>
                  <a:cubicBezTo>
                    <a:pt x="7" y="3"/>
                    <a:pt x="3" y="3"/>
                    <a:pt x="0" y="4"/>
                  </a:cubicBezTo>
                </a:path>
              </a:pathLst>
            </a:custGeom>
            <a:solidFill>
              <a:srgbClr val="8249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2334" name="Freeform 657">
              <a:extLst>
                <a:ext uri="{FF2B5EF4-FFF2-40B4-BE49-F238E27FC236}">
                  <a16:creationId xmlns:a16="http://schemas.microsoft.com/office/drawing/2014/main" id="{5168AC02-75BB-431D-AD70-6B396FEFE7AB}"/>
                </a:ext>
              </a:extLst>
            </p:cNvPr>
            <p:cNvSpPr>
              <a:spLocks/>
            </p:cNvSpPr>
            <p:nvPr/>
          </p:nvSpPr>
          <p:spPr bwMode="auto">
            <a:xfrm>
              <a:off x="851" y="901"/>
              <a:ext cx="54" cy="12"/>
            </a:xfrm>
            <a:custGeom>
              <a:avLst/>
              <a:gdLst>
                <a:gd name="T0" fmla="*/ 137 w 34"/>
                <a:gd name="T1" fmla="*/ 0 h 7"/>
                <a:gd name="T2" fmla="*/ 81 w 34"/>
                <a:gd name="T3" fmla="*/ 15 h 7"/>
                <a:gd name="T4" fmla="*/ 40 w 34"/>
                <a:gd name="T5" fmla="*/ 29 h 7"/>
                <a:gd name="T6" fmla="*/ 21 w 34"/>
                <a:gd name="T7" fmla="*/ 36 h 7"/>
                <a:gd name="T8" fmla="*/ 0 w 34"/>
                <a:gd name="T9" fmla="*/ 36 h 7"/>
                <a:gd name="T10" fmla="*/ 35 w 34"/>
                <a:gd name="T11" fmla="*/ 21 h 7"/>
                <a:gd name="T12" fmla="*/ 81 w 34"/>
                <a:gd name="T13" fmla="*/ 5 h 7"/>
                <a:gd name="T14" fmla="*/ 137 w 34"/>
                <a:gd name="T15" fmla="*/ 0 h 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4" h="7">
                  <a:moveTo>
                    <a:pt x="34" y="0"/>
                  </a:moveTo>
                  <a:cubicBezTo>
                    <a:pt x="29" y="1"/>
                    <a:pt x="24" y="2"/>
                    <a:pt x="20" y="3"/>
                  </a:cubicBezTo>
                  <a:cubicBezTo>
                    <a:pt x="16" y="4"/>
                    <a:pt x="13" y="5"/>
                    <a:pt x="10" y="6"/>
                  </a:cubicBezTo>
                  <a:cubicBezTo>
                    <a:pt x="8" y="6"/>
                    <a:pt x="6" y="7"/>
                    <a:pt x="5" y="7"/>
                  </a:cubicBezTo>
                  <a:cubicBezTo>
                    <a:pt x="3" y="7"/>
                    <a:pt x="2" y="7"/>
                    <a:pt x="0" y="7"/>
                  </a:cubicBezTo>
                  <a:cubicBezTo>
                    <a:pt x="3" y="7"/>
                    <a:pt x="7" y="5"/>
                    <a:pt x="9" y="4"/>
                  </a:cubicBezTo>
                  <a:cubicBezTo>
                    <a:pt x="13" y="2"/>
                    <a:pt x="16" y="2"/>
                    <a:pt x="20" y="1"/>
                  </a:cubicBezTo>
                  <a:cubicBezTo>
                    <a:pt x="24" y="0"/>
                    <a:pt x="29" y="0"/>
                    <a:pt x="34" y="0"/>
                  </a:cubicBezTo>
                </a:path>
              </a:pathLst>
            </a:custGeom>
            <a:solidFill>
              <a:srgbClr val="8249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2335" name="Freeform 658">
              <a:extLst>
                <a:ext uri="{FF2B5EF4-FFF2-40B4-BE49-F238E27FC236}">
                  <a16:creationId xmlns:a16="http://schemas.microsoft.com/office/drawing/2014/main" id="{72CA2C0F-17AB-48D5-B69C-C6BCBF0FBC0D}"/>
                </a:ext>
              </a:extLst>
            </p:cNvPr>
            <p:cNvSpPr>
              <a:spLocks/>
            </p:cNvSpPr>
            <p:nvPr/>
          </p:nvSpPr>
          <p:spPr bwMode="auto">
            <a:xfrm>
              <a:off x="943" y="1012"/>
              <a:ext cx="33" cy="26"/>
            </a:xfrm>
            <a:custGeom>
              <a:avLst/>
              <a:gdLst>
                <a:gd name="T0" fmla="*/ 0 w 21"/>
                <a:gd name="T1" fmla="*/ 0 h 16"/>
                <a:gd name="T2" fmla="*/ 35 w 21"/>
                <a:gd name="T3" fmla="*/ 34 h 16"/>
                <a:gd name="T4" fmla="*/ 82 w 21"/>
                <a:gd name="T5" fmla="*/ 68 h 16"/>
                <a:gd name="T6" fmla="*/ 8 w 21"/>
                <a:gd name="T7" fmla="*/ 5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16">
                  <a:moveTo>
                    <a:pt x="0" y="0"/>
                  </a:moveTo>
                  <a:cubicBezTo>
                    <a:pt x="3" y="2"/>
                    <a:pt x="6" y="5"/>
                    <a:pt x="9" y="8"/>
                  </a:cubicBezTo>
                  <a:cubicBezTo>
                    <a:pt x="13" y="12"/>
                    <a:pt x="17" y="14"/>
                    <a:pt x="21" y="16"/>
                  </a:cubicBezTo>
                  <a:cubicBezTo>
                    <a:pt x="14" y="13"/>
                    <a:pt x="8" y="6"/>
                    <a:pt x="2" y="1"/>
                  </a:cubicBezTo>
                </a:path>
              </a:pathLst>
            </a:custGeom>
            <a:solidFill>
              <a:srgbClr val="8249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2336" name="Freeform 659">
              <a:extLst>
                <a:ext uri="{FF2B5EF4-FFF2-40B4-BE49-F238E27FC236}">
                  <a16:creationId xmlns:a16="http://schemas.microsoft.com/office/drawing/2014/main" id="{33BCF3C9-1EEA-470F-97D8-5EA87879A41E}"/>
                </a:ext>
              </a:extLst>
            </p:cNvPr>
            <p:cNvSpPr>
              <a:spLocks/>
            </p:cNvSpPr>
            <p:nvPr/>
          </p:nvSpPr>
          <p:spPr bwMode="auto">
            <a:xfrm>
              <a:off x="796" y="1014"/>
              <a:ext cx="39" cy="24"/>
            </a:xfrm>
            <a:custGeom>
              <a:avLst/>
              <a:gdLst>
                <a:gd name="T0" fmla="*/ 102 w 24"/>
                <a:gd name="T1" fmla="*/ 0 h 15"/>
                <a:gd name="T2" fmla="*/ 54 w 24"/>
                <a:gd name="T3" fmla="*/ 29 h 15"/>
                <a:gd name="T4" fmla="*/ 0 w 24"/>
                <a:gd name="T5" fmla="*/ 61 h 15"/>
                <a:gd name="T6" fmla="*/ 63 w 24"/>
                <a:gd name="T7" fmla="*/ 29 h 15"/>
                <a:gd name="T8" fmla="*/ 102 w 24"/>
                <a:gd name="T9" fmla="*/ 0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5">
                  <a:moveTo>
                    <a:pt x="24" y="0"/>
                  </a:moveTo>
                  <a:cubicBezTo>
                    <a:pt x="21" y="0"/>
                    <a:pt x="15" y="5"/>
                    <a:pt x="12" y="7"/>
                  </a:cubicBezTo>
                  <a:cubicBezTo>
                    <a:pt x="8" y="10"/>
                    <a:pt x="4" y="12"/>
                    <a:pt x="0" y="15"/>
                  </a:cubicBezTo>
                  <a:cubicBezTo>
                    <a:pt x="4" y="15"/>
                    <a:pt x="11" y="9"/>
                    <a:pt x="15" y="7"/>
                  </a:cubicBezTo>
                  <a:cubicBezTo>
                    <a:pt x="18" y="5"/>
                    <a:pt x="21" y="2"/>
                    <a:pt x="24" y="0"/>
                  </a:cubicBezTo>
                </a:path>
              </a:pathLst>
            </a:custGeom>
            <a:solidFill>
              <a:srgbClr val="8249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2337" name="Freeform 660">
              <a:extLst>
                <a:ext uri="{FF2B5EF4-FFF2-40B4-BE49-F238E27FC236}">
                  <a16:creationId xmlns:a16="http://schemas.microsoft.com/office/drawing/2014/main" id="{10F802C0-B592-4DDE-92F4-AE05D73ABC7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" y="954"/>
              <a:ext cx="8" cy="61"/>
            </a:xfrm>
            <a:custGeom>
              <a:avLst/>
              <a:gdLst>
                <a:gd name="T0" fmla="*/ 5 w 5"/>
                <a:gd name="T1" fmla="*/ 0 h 38"/>
                <a:gd name="T2" fmla="*/ 13 w 5"/>
                <a:gd name="T3" fmla="*/ 80 h 38"/>
                <a:gd name="T4" fmla="*/ 8 w 5"/>
                <a:gd name="T5" fmla="*/ 157 h 38"/>
                <a:gd name="T6" fmla="*/ 16 w 5"/>
                <a:gd name="T7" fmla="*/ 67 h 38"/>
                <a:gd name="T8" fmla="*/ 8 w 5"/>
                <a:gd name="T9" fmla="*/ 0 h 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38">
                  <a:moveTo>
                    <a:pt x="1" y="0"/>
                  </a:moveTo>
                  <a:cubicBezTo>
                    <a:pt x="2" y="6"/>
                    <a:pt x="3" y="12"/>
                    <a:pt x="3" y="19"/>
                  </a:cubicBezTo>
                  <a:cubicBezTo>
                    <a:pt x="3" y="25"/>
                    <a:pt x="0" y="33"/>
                    <a:pt x="2" y="38"/>
                  </a:cubicBezTo>
                  <a:cubicBezTo>
                    <a:pt x="2" y="31"/>
                    <a:pt x="4" y="23"/>
                    <a:pt x="4" y="16"/>
                  </a:cubicBezTo>
                  <a:cubicBezTo>
                    <a:pt x="4" y="12"/>
                    <a:pt x="5" y="2"/>
                    <a:pt x="2" y="0"/>
                  </a:cubicBezTo>
                </a:path>
              </a:pathLst>
            </a:custGeom>
            <a:solidFill>
              <a:srgbClr val="8249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2338" name="Freeform 661">
              <a:extLst>
                <a:ext uri="{FF2B5EF4-FFF2-40B4-BE49-F238E27FC236}">
                  <a16:creationId xmlns:a16="http://schemas.microsoft.com/office/drawing/2014/main" id="{6C63E9D0-9ADF-4BB1-84DE-ABD523172186}"/>
                </a:ext>
              </a:extLst>
            </p:cNvPr>
            <p:cNvSpPr>
              <a:spLocks/>
            </p:cNvSpPr>
            <p:nvPr/>
          </p:nvSpPr>
          <p:spPr bwMode="auto">
            <a:xfrm>
              <a:off x="970" y="1025"/>
              <a:ext cx="40" cy="77"/>
            </a:xfrm>
            <a:custGeom>
              <a:avLst/>
              <a:gdLst>
                <a:gd name="T0" fmla="*/ 102 w 25"/>
                <a:gd name="T1" fmla="*/ 0 h 48"/>
                <a:gd name="T2" fmla="*/ 56 w 25"/>
                <a:gd name="T3" fmla="*/ 101 h 48"/>
                <a:gd name="T4" fmla="*/ 13 w 25"/>
                <a:gd name="T5" fmla="*/ 144 h 48"/>
                <a:gd name="T6" fmla="*/ 5 w 25"/>
                <a:gd name="T7" fmla="*/ 199 h 48"/>
                <a:gd name="T8" fmla="*/ 35 w 25"/>
                <a:gd name="T9" fmla="*/ 152 h 48"/>
                <a:gd name="T10" fmla="*/ 77 w 25"/>
                <a:gd name="T11" fmla="*/ 101 h 48"/>
                <a:gd name="T12" fmla="*/ 98 w 25"/>
                <a:gd name="T13" fmla="*/ 47 h 48"/>
                <a:gd name="T14" fmla="*/ 102 w 25"/>
                <a:gd name="T15" fmla="*/ 8 h 4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5" h="48">
                  <a:moveTo>
                    <a:pt x="25" y="0"/>
                  </a:moveTo>
                  <a:cubicBezTo>
                    <a:pt x="25" y="10"/>
                    <a:pt x="21" y="17"/>
                    <a:pt x="14" y="24"/>
                  </a:cubicBezTo>
                  <a:cubicBezTo>
                    <a:pt x="10" y="27"/>
                    <a:pt x="6" y="30"/>
                    <a:pt x="3" y="35"/>
                  </a:cubicBezTo>
                  <a:cubicBezTo>
                    <a:pt x="1" y="39"/>
                    <a:pt x="1" y="43"/>
                    <a:pt x="1" y="48"/>
                  </a:cubicBezTo>
                  <a:cubicBezTo>
                    <a:pt x="0" y="43"/>
                    <a:pt x="5" y="39"/>
                    <a:pt x="9" y="37"/>
                  </a:cubicBezTo>
                  <a:cubicBezTo>
                    <a:pt x="14" y="34"/>
                    <a:pt x="17" y="30"/>
                    <a:pt x="19" y="24"/>
                  </a:cubicBezTo>
                  <a:cubicBezTo>
                    <a:pt x="21" y="20"/>
                    <a:pt x="22" y="15"/>
                    <a:pt x="24" y="11"/>
                  </a:cubicBezTo>
                  <a:cubicBezTo>
                    <a:pt x="24" y="8"/>
                    <a:pt x="24" y="4"/>
                    <a:pt x="25" y="2"/>
                  </a:cubicBezTo>
                </a:path>
              </a:pathLst>
            </a:custGeom>
            <a:solidFill>
              <a:srgbClr val="8249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2339" name="Freeform 662">
              <a:extLst>
                <a:ext uri="{FF2B5EF4-FFF2-40B4-BE49-F238E27FC236}">
                  <a16:creationId xmlns:a16="http://schemas.microsoft.com/office/drawing/2014/main" id="{AB456472-F61E-4C3F-B65E-BD51E3996578}"/>
                </a:ext>
              </a:extLst>
            </p:cNvPr>
            <p:cNvSpPr>
              <a:spLocks/>
            </p:cNvSpPr>
            <p:nvPr/>
          </p:nvSpPr>
          <p:spPr bwMode="auto">
            <a:xfrm>
              <a:off x="770" y="1028"/>
              <a:ext cx="40" cy="53"/>
            </a:xfrm>
            <a:custGeom>
              <a:avLst/>
              <a:gdLst>
                <a:gd name="T0" fmla="*/ 0 w 25"/>
                <a:gd name="T1" fmla="*/ 0 h 33"/>
                <a:gd name="T2" fmla="*/ 26 w 25"/>
                <a:gd name="T3" fmla="*/ 55 h 33"/>
                <a:gd name="T4" fmla="*/ 42 w 25"/>
                <a:gd name="T5" fmla="*/ 101 h 33"/>
                <a:gd name="T6" fmla="*/ 102 w 25"/>
                <a:gd name="T7" fmla="*/ 137 h 33"/>
                <a:gd name="T8" fmla="*/ 61 w 25"/>
                <a:gd name="T9" fmla="*/ 116 h 33"/>
                <a:gd name="T10" fmla="*/ 46 w 25"/>
                <a:gd name="T11" fmla="*/ 80 h 33"/>
                <a:gd name="T12" fmla="*/ 0 w 25"/>
                <a:gd name="T13" fmla="*/ 5 h 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" h="33">
                  <a:moveTo>
                    <a:pt x="0" y="0"/>
                  </a:moveTo>
                  <a:cubicBezTo>
                    <a:pt x="1" y="5"/>
                    <a:pt x="4" y="9"/>
                    <a:pt x="6" y="13"/>
                  </a:cubicBezTo>
                  <a:cubicBezTo>
                    <a:pt x="8" y="17"/>
                    <a:pt x="9" y="21"/>
                    <a:pt x="10" y="24"/>
                  </a:cubicBezTo>
                  <a:cubicBezTo>
                    <a:pt x="13" y="31"/>
                    <a:pt x="17" y="33"/>
                    <a:pt x="25" y="33"/>
                  </a:cubicBezTo>
                  <a:cubicBezTo>
                    <a:pt x="21" y="31"/>
                    <a:pt x="18" y="32"/>
                    <a:pt x="15" y="28"/>
                  </a:cubicBezTo>
                  <a:cubicBezTo>
                    <a:pt x="13" y="26"/>
                    <a:pt x="12" y="22"/>
                    <a:pt x="11" y="19"/>
                  </a:cubicBezTo>
                  <a:cubicBezTo>
                    <a:pt x="8" y="13"/>
                    <a:pt x="2" y="6"/>
                    <a:pt x="0" y="1"/>
                  </a:cubicBezTo>
                </a:path>
              </a:pathLst>
            </a:custGeom>
            <a:solidFill>
              <a:srgbClr val="8249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2340" name="Freeform 663">
              <a:extLst>
                <a:ext uri="{FF2B5EF4-FFF2-40B4-BE49-F238E27FC236}">
                  <a16:creationId xmlns:a16="http://schemas.microsoft.com/office/drawing/2014/main" id="{95152B9B-D6AD-4A2D-A227-CA6A3D64292C}"/>
                </a:ext>
              </a:extLst>
            </p:cNvPr>
            <p:cNvSpPr>
              <a:spLocks/>
            </p:cNvSpPr>
            <p:nvPr/>
          </p:nvSpPr>
          <p:spPr bwMode="auto">
            <a:xfrm>
              <a:off x="846" y="1535"/>
              <a:ext cx="74" cy="44"/>
            </a:xfrm>
            <a:custGeom>
              <a:avLst/>
              <a:gdLst>
                <a:gd name="T0" fmla="*/ 0 w 46"/>
                <a:gd name="T1" fmla="*/ 5 h 27"/>
                <a:gd name="T2" fmla="*/ 191 w 46"/>
                <a:gd name="T3" fmla="*/ 68 h 27"/>
                <a:gd name="T4" fmla="*/ 82 w 46"/>
                <a:gd name="T5" fmla="*/ 29 h 27"/>
                <a:gd name="T6" fmla="*/ 0 w 46"/>
                <a:gd name="T7" fmla="*/ 0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6" h="27">
                  <a:moveTo>
                    <a:pt x="0" y="1"/>
                  </a:moveTo>
                  <a:cubicBezTo>
                    <a:pt x="6" y="0"/>
                    <a:pt x="42" y="27"/>
                    <a:pt x="46" y="16"/>
                  </a:cubicBezTo>
                  <a:cubicBezTo>
                    <a:pt x="37" y="16"/>
                    <a:pt x="28" y="10"/>
                    <a:pt x="20" y="7"/>
                  </a:cubicBezTo>
                  <a:cubicBezTo>
                    <a:pt x="13" y="4"/>
                    <a:pt x="6" y="3"/>
                    <a:pt x="0" y="0"/>
                  </a:cubicBezTo>
                </a:path>
              </a:pathLst>
            </a:custGeom>
            <a:solidFill>
              <a:srgbClr val="8249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2341" name="Freeform 664">
              <a:extLst>
                <a:ext uri="{FF2B5EF4-FFF2-40B4-BE49-F238E27FC236}">
                  <a16:creationId xmlns:a16="http://schemas.microsoft.com/office/drawing/2014/main" id="{1520B1C8-4B3F-4D0D-968D-5EE4A35ED55F}"/>
                </a:ext>
              </a:extLst>
            </p:cNvPr>
            <p:cNvSpPr>
              <a:spLocks/>
            </p:cNvSpPr>
            <p:nvPr/>
          </p:nvSpPr>
          <p:spPr bwMode="auto">
            <a:xfrm>
              <a:off x="849" y="1097"/>
              <a:ext cx="90" cy="47"/>
            </a:xfrm>
            <a:custGeom>
              <a:avLst/>
              <a:gdLst>
                <a:gd name="T0" fmla="*/ 0 w 56"/>
                <a:gd name="T1" fmla="*/ 50 h 29"/>
                <a:gd name="T2" fmla="*/ 50 w 56"/>
                <a:gd name="T3" fmla="*/ 26 h 29"/>
                <a:gd name="T4" fmla="*/ 103 w 56"/>
                <a:gd name="T5" fmla="*/ 8 h 29"/>
                <a:gd name="T6" fmla="*/ 116 w 56"/>
                <a:gd name="T7" fmla="*/ 16 h 29"/>
                <a:gd name="T8" fmla="*/ 129 w 56"/>
                <a:gd name="T9" fmla="*/ 8 h 29"/>
                <a:gd name="T10" fmla="*/ 162 w 56"/>
                <a:gd name="T11" fmla="*/ 13 h 29"/>
                <a:gd name="T12" fmla="*/ 233 w 56"/>
                <a:gd name="T13" fmla="*/ 50 h 29"/>
                <a:gd name="T14" fmla="*/ 196 w 56"/>
                <a:gd name="T15" fmla="*/ 84 h 29"/>
                <a:gd name="T16" fmla="*/ 122 w 56"/>
                <a:gd name="T17" fmla="*/ 118 h 29"/>
                <a:gd name="T18" fmla="*/ 59 w 56"/>
                <a:gd name="T19" fmla="*/ 102 h 29"/>
                <a:gd name="T20" fmla="*/ 0 w 56"/>
                <a:gd name="T21" fmla="*/ 50 h 2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6" h="29">
                  <a:moveTo>
                    <a:pt x="0" y="12"/>
                  </a:moveTo>
                  <a:cubicBezTo>
                    <a:pt x="0" y="12"/>
                    <a:pt x="8" y="9"/>
                    <a:pt x="12" y="6"/>
                  </a:cubicBezTo>
                  <a:cubicBezTo>
                    <a:pt x="16" y="3"/>
                    <a:pt x="21" y="0"/>
                    <a:pt x="25" y="2"/>
                  </a:cubicBezTo>
                  <a:cubicBezTo>
                    <a:pt x="29" y="5"/>
                    <a:pt x="28" y="4"/>
                    <a:pt x="28" y="4"/>
                  </a:cubicBezTo>
                  <a:cubicBezTo>
                    <a:pt x="28" y="4"/>
                    <a:pt x="29" y="3"/>
                    <a:pt x="31" y="2"/>
                  </a:cubicBezTo>
                  <a:cubicBezTo>
                    <a:pt x="34" y="1"/>
                    <a:pt x="36" y="2"/>
                    <a:pt x="39" y="3"/>
                  </a:cubicBezTo>
                  <a:cubicBezTo>
                    <a:pt x="41" y="4"/>
                    <a:pt x="47" y="11"/>
                    <a:pt x="56" y="12"/>
                  </a:cubicBezTo>
                  <a:cubicBezTo>
                    <a:pt x="56" y="12"/>
                    <a:pt x="51" y="14"/>
                    <a:pt x="47" y="20"/>
                  </a:cubicBezTo>
                  <a:cubicBezTo>
                    <a:pt x="42" y="26"/>
                    <a:pt x="34" y="27"/>
                    <a:pt x="29" y="28"/>
                  </a:cubicBezTo>
                  <a:cubicBezTo>
                    <a:pt x="24" y="29"/>
                    <a:pt x="17" y="26"/>
                    <a:pt x="14" y="24"/>
                  </a:cubicBezTo>
                  <a:cubicBezTo>
                    <a:pt x="7" y="20"/>
                    <a:pt x="2" y="12"/>
                    <a:pt x="0" y="12"/>
                  </a:cubicBezTo>
                  <a:close/>
                </a:path>
              </a:pathLst>
            </a:custGeom>
            <a:solidFill>
              <a:srgbClr val="B056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2342" name="Freeform 665">
              <a:extLst>
                <a:ext uri="{FF2B5EF4-FFF2-40B4-BE49-F238E27FC236}">
                  <a16:creationId xmlns:a16="http://schemas.microsoft.com/office/drawing/2014/main" id="{A4A20704-6CAB-4684-83F1-8378C94FEC05}"/>
                </a:ext>
              </a:extLst>
            </p:cNvPr>
            <p:cNvSpPr>
              <a:spLocks/>
            </p:cNvSpPr>
            <p:nvPr/>
          </p:nvSpPr>
          <p:spPr bwMode="auto">
            <a:xfrm>
              <a:off x="849" y="1091"/>
              <a:ext cx="90" cy="30"/>
            </a:xfrm>
            <a:custGeom>
              <a:avLst/>
              <a:gdLst>
                <a:gd name="T0" fmla="*/ 116 w 56"/>
                <a:gd name="T1" fmla="*/ 35 h 19"/>
                <a:gd name="T2" fmla="*/ 233 w 56"/>
                <a:gd name="T3" fmla="*/ 60 h 19"/>
                <a:gd name="T4" fmla="*/ 199 w 56"/>
                <a:gd name="T5" fmla="*/ 47 h 19"/>
                <a:gd name="T6" fmla="*/ 170 w 56"/>
                <a:gd name="T7" fmla="*/ 27 h 19"/>
                <a:gd name="T8" fmla="*/ 116 w 56"/>
                <a:gd name="T9" fmla="*/ 22 h 19"/>
                <a:gd name="T10" fmla="*/ 116 w 56"/>
                <a:gd name="T11" fmla="*/ 22 h 19"/>
                <a:gd name="T12" fmla="*/ 59 w 56"/>
                <a:gd name="T13" fmla="*/ 27 h 19"/>
                <a:gd name="T14" fmla="*/ 29 w 56"/>
                <a:gd name="T15" fmla="*/ 47 h 19"/>
                <a:gd name="T16" fmla="*/ 0 w 56"/>
                <a:gd name="T17" fmla="*/ 60 h 19"/>
                <a:gd name="T18" fmla="*/ 116 w 56"/>
                <a:gd name="T19" fmla="*/ 35 h 1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6" h="19">
                  <a:moveTo>
                    <a:pt x="28" y="9"/>
                  </a:moveTo>
                  <a:cubicBezTo>
                    <a:pt x="37" y="0"/>
                    <a:pt x="48" y="19"/>
                    <a:pt x="56" y="15"/>
                  </a:cubicBezTo>
                  <a:cubicBezTo>
                    <a:pt x="52" y="16"/>
                    <a:pt x="50" y="14"/>
                    <a:pt x="48" y="12"/>
                  </a:cubicBezTo>
                  <a:cubicBezTo>
                    <a:pt x="46" y="11"/>
                    <a:pt x="43" y="8"/>
                    <a:pt x="41" y="7"/>
                  </a:cubicBezTo>
                  <a:cubicBezTo>
                    <a:pt x="35" y="4"/>
                    <a:pt x="33" y="4"/>
                    <a:pt x="28" y="6"/>
                  </a:cubicBezTo>
                  <a:cubicBezTo>
                    <a:pt x="28" y="6"/>
                    <a:pt x="28" y="6"/>
                    <a:pt x="28" y="6"/>
                  </a:cubicBezTo>
                  <a:cubicBezTo>
                    <a:pt x="23" y="4"/>
                    <a:pt x="20" y="4"/>
                    <a:pt x="14" y="7"/>
                  </a:cubicBezTo>
                  <a:cubicBezTo>
                    <a:pt x="12" y="9"/>
                    <a:pt x="9" y="11"/>
                    <a:pt x="7" y="12"/>
                  </a:cubicBezTo>
                  <a:cubicBezTo>
                    <a:pt x="5" y="13"/>
                    <a:pt x="4" y="14"/>
                    <a:pt x="0" y="15"/>
                  </a:cubicBezTo>
                  <a:cubicBezTo>
                    <a:pt x="11" y="16"/>
                    <a:pt x="18" y="0"/>
                    <a:pt x="28" y="9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2343" name="Freeform 666">
              <a:extLst>
                <a:ext uri="{FF2B5EF4-FFF2-40B4-BE49-F238E27FC236}">
                  <a16:creationId xmlns:a16="http://schemas.microsoft.com/office/drawing/2014/main" id="{2D57716F-AFC5-4A36-9A1A-074ACF054367}"/>
                </a:ext>
              </a:extLst>
            </p:cNvPr>
            <p:cNvSpPr>
              <a:spLocks/>
            </p:cNvSpPr>
            <p:nvPr/>
          </p:nvSpPr>
          <p:spPr bwMode="auto">
            <a:xfrm>
              <a:off x="856" y="1123"/>
              <a:ext cx="74" cy="48"/>
            </a:xfrm>
            <a:custGeom>
              <a:avLst/>
              <a:gdLst>
                <a:gd name="T0" fmla="*/ 0 w 46"/>
                <a:gd name="T1" fmla="*/ 0 h 30"/>
                <a:gd name="T2" fmla="*/ 191 w 46"/>
                <a:gd name="T3" fmla="*/ 0 h 30"/>
                <a:gd name="T4" fmla="*/ 0 w 46"/>
                <a:gd name="T5" fmla="*/ 0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6" h="30">
                  <a:moveTo>
                    <a:pt x="0" y="0"/>
                  </a:moveTo>
                  <a:cubicBezTo>
                    <a:pt x="0" y="0"/>
                    <a:pt x="24" y="25"/>
                    <a:pt x="46" y="0"/>
                  </a:cubicBezTo>
                  <a:cubicBezTo>
                    <a:pt x="46" y="0"/>
                    <a:pt x="28" y="3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2344" name="Freeform 667">
              <a:extLst>
                <a:ext uri="{FF2B5EF4-FFF2-40B4-BE49-F238E27FC236}">
                  <a16:creationId xmlns:a16="http://schemas.microsoft.com/office/drawing/2014/main" id="{1C680BA1-69F3-4BB6-A684-5FF1AE1612B3}"/>
                </a:ext>
              </a:extLst>
            </p:cNvPr>
            <p:cNvSpPr>
              <a:spLocks/>
            </p:cNvSpPr>
            <p:nvPr/>
          </p:nvSpPr>
          <p:spPr bwMode="auto">
            <a:xfrm>
              <a:off x="857" y="1116"/>
              <a:ext cx="73" cy="12"/>
            </a:xfrm>
            <a:custGeom>
              <a:avLst/>
              <a:gdLst>
                <a:gd name="T0" fmla="*/ 0 w 45"/>
                <a:gd name="T1" fmla="*/ 0 h 7"/>
                <a:gd name="T2" fmla="*/ 191 w 45"/>
                <a:gd name="T3" fmla="*/ 0 h 7"/>
                <a:gd name="T4" fmla="*/ 0 w 45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5" h="7">
                  <a:moveTo>
                    <a:pt x="0" y="0"/>
                  </a:moveTo>
                  <a:cubicBezTo>
                    <a:pt x="0" y="0"/>
                    <a:pt x="26" y="5"/>
                    <a:pt x="45" y="0"/>
                  </a:cubicBezTo>
                  <a:cubicBezTo>
                    <a:pt x="45" y="0"/>
                    <a:pt x="29" y="7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2345" name="Freeform 668">
              <a:extLst>
                <a:ext uri="{FF2B5EF4-FFF2-40B4-BE49-F238E27FC236}">
                  <a16:creationId xmlns:a16="http://schemas.microsoft.com/office/drawing/2014/main" id="{ADABEDE1-ACEA-481C-ABAE-F4AE43DFB2D6}"/>
                </a:ext>
              </a:extLst>
            </p:cNvPr>
            <p:cNvSpPr>
              <a:spLocks/>
            </p:cNvSpPr>
            <p:nvPr/>
          </p:nvSpPr>
          <p:spPr bwMode="auto">
            <a:xfrm>
              <a:off x="851" y="1031"/>
              <a:ext cx="88" cy="47"/>
            </a:xfrm>
            <a:custGeom>
              <a:avLst/>
              <a:gdLst>
                <a:gd name="T0" fmla="*/ 179 w 55"/>
                <a:gd name="T1" fmla="*/ 5 h 29"/>
                <a:gd name="T2" fmla="*/ 205 w 55"/>
                <a:gd name="T3" fmla="*/ 84 h 29"/>
                <a:gd name="T4" fmla="*/ 171 w 55"/>
                <a:gd name="T5" fmla="*/ 89 h 29"/>
                <a:gd name="T6" fmla="*/ 118 w 55"/>
                <a:gd name="T7" fmla="*/ 118 h 29"/>
                <a:gd name="T8" fmla="*/ 102 w 55"/>
                <a:gd name="T9" fmla="*/ 118 h 29"/>
                <a:gd name="T10" fmla="*/ 56 w 55"/>
                <a:gd name="T11" fmla="*/ 84 h 29"/>
                <a:gd name="T12" fmla="*/ 16 w 55"/>
                <a:gd name="T13" fmla="*/ 81 h 29"/>
                <a:gd name="T14" fmla="*/ 46 w 55"/>
                <a:gd name="T15" fmla="*/ 0 h 29"/>
                <a:gd name="T16" fmla="*/ 26 w 55"/>
                <a:gd name="T17" fmla="*/ 47 h 29"/>
                <a:gd name="T18" fmla="*/ 42 w 55"/>
                <a:gd name="T19" fmla="*/ 84 h 29"/>
                <a:gd name="T20" fmla="*/ 77 w 55"/>
                <a:gd name="T21" fmla="*/ 97 h 29"/>
                <a:gd name="T22" fmla="*/ 163 w 55"/>
                <a:gd name="T23" fmla="*/ 89 h 29"/>
                <a:gd name="T24" fmla="*/ 184 w 55"/>
                <a:gd name="T25" fmla="*/ 84 h 29"/>
                <a:gd name="T26" fmla="*/ 210 w 55"/>
                <a:gd name="T27" fmla="*/ 63 h 29"/>
                <a:gd name="T28" fmla="*/ 179 w 55"/>
                <a:gd name="T29" fmla="*/ 5 h 29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55" h="29">
                  <a:moveTo>
                    <a:pt x="44" y="1"/>
                  </a:moveTo>
                  <a:cubicBezTo>
                    <a:pt x="47" y="5"/>
                    <a:pt x="55" y="12"/>
                    <a:pt x="50" y="20"/>
                  </a:cubicBezTo>
                  <a:cubicBezTo>
                    <a:pt x="47" y="25"/>
                    <a:pt x="45" y="20"/>
                    <a:pt x="42" y="21"/>
                  </a:cubicBezTo>
                  <a:cubicBezTo>
                    <a:pt x="39" y="22"/>
                    <a:pt x="36" y="26"/>
                    <a:pt x="29" y="28"/>
                  </a:cubicBezTo>
                  <a:cubicBezTo>
                    <a:pt x="27" y="28"/>
                    <a:pt x="27" y="28"/>
                    <a:pt x="25" y="28"/>
                  </a:cubicBezTo>
                  <a:cubicBezTo>
                    <a:pt x="19" y="26"/>
                    <a:pt x="16" y="21"/>
                    <a:pt x="14" y="20"/>
                  </a:cubicBezTo>
                  <a:cubicBezTo>
                    <a:pt x="11" y="19"/>
                    <a:pt x="8" y="24"/>
                    <a:pt x="4" y="19"/>
                  </a:cubicBezTo>
                  <a:cubicBezTo>
                    <a:pt x="0" y="11"/>
                    <a:pt x="10" y="5"/>
                    <a:pt x="11" y="0"/>
                  </a:cubicBezTo>
                  <a:cubicBezTo>
                    <a:pt x="11" y="0"/>
                    <a:pt x="10" y="4"/>
                    <a:pt x="6" y="11"/>
                  </a:cubicBezTo>
                  <a:cubicBezTo>
                    <a:pt x="1" y="19"/>
                    <a:pt x="7" y="21"/>
                    <a:pt x="10" y="20"/>
                  </a:cubicBezTo>
                  <a:cubicBezTo>
                    <a:pt x="14" y="19"/>
                    <a:pt x="14" y="18"/>
                    <a:pt x="19" y="23"/>
                  </a:cubicBezTo>
                  <a:cubicBezTo>
                    <a:pt x="23" y="28"/>
                    <a:pt x="30" y="29"/>
                    <a:pt x="40" y="21"/>
                  </a:cubicBezTo>
                  <a:cubicBezTo>
                    <a:pt x="42" y="19"/>
                    <a:pt x="43" y="20"/>
                    <a:pt x="45" y="20"/>
                  </a:cubicBezTo>
                  <a:cubicBezTo>
                    <a:pt x="46" y="21"/>
                    <a:pt x="50" y="22"/>
                    <a:pt x="51" y="15"/>
                  </a:cubicBezTo>
                  <a:cubicBezTo>
                    <a:pt x="52" y="8"/>
                    <a:pt x="45" y="8"/>
                    <a:pt x="44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2346" name="Freeform 669">
              <a:extLst>
                <a:ext uri="{FF2B5EF4-FFF2-40B4-BE49-F238E27FC236}">
                  <a16:creationId xmlns:a16="http://schemas.microsoft.com/office/drawing/2014/main" id="{AF678740-BC11-4588-BC3F-0A20DAAED57D}"/>
                </a:ext>
              </a:extLst>
            </p:cNvPr>
            <p:cNvSpPr>
              <a:spLocks/>
            </p:cNvSpPr>
            <p:nvPr/>
          </p:nvSpPr>
          <p:spPr bwMode="auto">
            <a:xfrm>
              <a:off x="806" y="1049"/>
              <a:ext cx="50" cy="66"/>
            </a:xfrm>
            <a:custGeom>
              <a:avLst/>
              <a:gdLst>
                <a:gd name="T0" fmla="*/ 131 w 31"/>
                <a:gd name="T1" fmla="*/ 0 h 41"/>
                <a:gd name="T2" fmla="*/ 55 w 31"/>
                <a:gd name="T3" fmla="*/ 55 h 41"/>
                <a:gd name="T4" fmla="*/ 102 w 31"/>
                <a:gd name="T5" fmla="*/ 171 h 41"/>
                <a:gd name="T6" fmla="*/ 47 w 31"/>
                <a:gd name="T7" fmla="*/ 50 h 41"/>
                <a:gd name="T8" fmla="*/ 131 w 31"/>
                <a:gd name="T9" fmla="*/ 0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41">
                  <a:moveTo>
                    <a:pt x="31" y="0"/>
                  </a:moveTo>
                  <a:cubicBezTo>
                    <a:pt x="31" y="0"/>
                    <a:pt x="24" y="12"/>
                    <a:pt x="13" y="13"/>
                  </a:cubicBezTo>
                  <a:cubicBezTo>
                    <a:pt x="2" y="14"/>
                    <a:pt x="21" y="39"/>
                    <a:pt x="24" y="41"/>
                  </a:cubicBezTo>
                  <a:cubicBezTo>
                    <a:pt x="24" y="41"/>
                    <a:pt x="0" y="16"/>
                    <a:pt x="11" y="12"/>
                  </a:cubicBezTo>
                  <a:cubicBezTo>
                    <a:pt x="21" y="8"/>
                    <a:pt x="22" y="11"/>
                    <a:pt x="31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2347" name="Freeform 670">
              <a:extLst>
                <a:ext uri="{FF2B5EF4-FFF2-40B4-BE49-F238E27FC236}">
                  <a16:creationId xmlns:a16="http://schemas.microsoft.com/office/drawing/2014/main" id="{F872A017-86C5-44ED-A157-2D8023A30A2A}"/>
                </a:ext>
              </a:extLst>
            </p:cNvPr>
            <p:cNvSpPr>
              <a:spLocks/>
            </p:cNvSpPr>
            <p:nvPr/>
          </p:nvSpPr>
          <p:spPr bwMode="auto">
            <a:xfrm>
              <a:off x="934" y="1049"/>
              <a:ext cx="50" cy="66"/>
            </a:xfrm>
            <a:custGeom>
              <a:avLst/>
              <a:gdLst>
                <a:gd name="T0" fmla="*/ 0 w 31"/>
                <a:gd name="T1" fmla="*/ 0 h 41"/>
                <a:gd name="T2" fmla="*/ 76 w 31"/>
                <a:gd name="T3" fmla="*/ 55 h 41"/>
                <a:gd name="T4" fmla="*/ 29 w 31"/>
                <a:gd name="T5" fmla="*/ 171 h 41"/>
                <a:gd name="T6" fmla="*/ 84 w 31"/>
                <a:gd name="T7" fmla="*/ 50 h 41"/>
                <a:gd name="T8" fmla="*/ 0 w 31"/>
                <a:gd name="T9" fmla="*/ 0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41">
                  <a:moveTo>
                    <a:pt x="0" y="0"/>
                  </a:moveTo>
                  <a:cubicBezTo>
                    <a:pt x="0" y="0"/>
                    <a:pt x="7" y="12"/>
                    <a:pt x="18" y="13"/>
                  </a:cubicBezTo>
                  <a:cubicBezTo>
                    <a:pt x="29" y="14"/>
                    <a:pt x="10" y="39"/>
                    <a:pt x="7" y="41"/>
                  </a:cubicBezTo>
                  <a:cubicBezTo>
                    <a:pt x="7" y="41"/>
                    <a:pt x="31" y="16"/>
                    <a:pt x="20" y="12"/>
                  </a:cubicBezTo>
                  <a:cubicBezTo>
                    <a:pt x="10" y="8"/>
                    <a:pt x="9" y="1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2348" name="Freeform 671">
              <a:extLst>
                <a:ext uri="{FF2B5EF4-FFF2-40B4-BE49-F238E27FC236}">
                  <a16:creationId xmlns:a16="http://schemas.microsoft.com/office/drawing/2014/main" id="{9D05FDD9-7DA8-4D14-8347-94570DF0AC8B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" y="964"/>
              <a:ext cx="35" cy="98"/>
            </a:xfrm>
            <a:custGeom>
              <a:avLst/>
              <a:gdLst>
                <a:gd name="T0" fmla="*/ 8 w 22"/>
                <a:gd name="T1" fmla="*/ 0 h 61"/>
                <a:gd name="T2" fmla="*/ 13 w 22"/>
                <a:gd name="T3" fmla="*/ 82 h 61"/>
                <a:gd name="T4" fmla="*/ 29 w 22"/>
                <a:gd name="T5" fmla="*/ 137 h 61"/>
                <a:gd name="T6" fmla="*/ 56 w 22"/>
                <a:gd name="T7" fmla="*/ 199 h 61"/>
                <a:gd name="T8" fmla="*/ 89 w 22"/>
                <a:gd name="T9" fmla="*/ 252 h 61"/>
                <a:gd name="T10" fmla="*/ 68 w 22"/>
                <a:gd name="T11" fmla="*/ 178 h 61"/>
                <a:gd name="T12" fmla="*/ 60 w 22"/>
                <a:gd name="T13" fmla="*/ 153 h 61"/>
                <a:gd name="T14" fmla="*/ 40 w 22"/>
                <a:gd name="T15" fmla="*/ 124 h 61"/>
                <a:gd name="T16" fmla="*/ 33 w 22"/>
                <a:gd name="T17" fmla="*/ 103 h 61"/>
                <a:gd name="T18" fmla="*/ 25 w 22"/>
                <a:gd name="T19" fmla="*/ 80 h 61"/>
                <a:gd name="T20" fmla="*/ 40 w 22"/>
                <a:gd name="T21" fmla="*/ 55 h 61"/>
                <a:gd name="T22" fmla="*/ 25 w 22"/>
                <a:gd name="T23" fmla="*/ 35 h 61"/>
                <a:gd name="T24" fmla="*/ 46 w 22"/>
                <a:gd name="T25" fmla="*/ 34 h 61"/>
                <a:gd name="T26" fmla="*/ 8 w 22"/>
                <a:gd name="T27" fmla="*/ 5 h 6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2" h="61">
                  <a:moveTo>
                    <a:pt x="2" y="0"/>
                  </a:moveTo>
                  <a:cubicBezTo>
                    <a:pt x="0" y="7"/>
                    <a:pt x="3" y="14"/>
                    <a:pt x="3" y="20"/>
                  </a:cubicBezTo>
                  <a:cubicBezTo>
                    <a:pt x="4" y="25"/>
                    <a:pt x="4" y="29"/>
                    <a:pt x="7" y="33"/>
                  </a:cubicBezTo>
                  <a:cubicBezTo>
                    <a:pt x="9" y="38"/>
                    <a:pt x="12" y="43"/>
                    <a:pt x="14" y="48"/>
                  </a:cubicBezTo>
                  <a:cubicBezTo>
                    <a:pt x="17" y="52"/>
                    <a:pt x="18" y="58"/>
                    <a:pt x="22" y="61"/>
                  </a:cubicBezTo>
                  <a:cubicBezTo>
                    <a:pt x="18" y="58"/>
                    <a:pt x="17" y="48"/>
                    <a:pt x="17" y="43"/>
                  </a:cubicBezTo>
                  <a:cubicBezTo>
                    <a:pt x="17" y="39"/>
                    <a:pt x="17" y="40"/>
                    <a:pt x="15" y="37"/>
                  </a:cubicBezTo>
                  <a:cubicBezTo>
                    <a:pt x="13" y="35"/>
                    <a:pt x="11" y="33"/>
                    <a:pt x="10" y="30"/>
                  </a:cubicBezTo>
                  <a:cubicBezTo>
                    <a:pt x="9" y="29"/>
                    <a:pt x="8" y="27"/>
                    <a:pt x="8" y="25"/>
                  </a:cubicBezTo>
                  <a:cubicBezTo>
                    <a:pt x="7" y="23"/>
                    <a:pt x="6" y="21"/>
                    <a:pt x="6" y="19"/>
                  </a:cubicBezTo>
                  <a:cubicBezTo>
                    <a:pt x="5" y="16"/>
                    <a:pt x="5" y="12"/>
                    <a:pt x="10" y="13"/>
                  </a:cubicBezTo>
                  <a:cubicBezTo>
                    <a:pt x="8" y="12"/>
                    <a:pt x="5" y="11"/>
                    <a:pt x="6" y="9"/>
                  </a:cubicBezTo>
                  <a:cubicBezTo>
                    <a:pt x="6" y="7"/>
                    <a:pt x="10" y="8"/>
                    <a:pt x="11" y="8"/>
                  </a:cubicBezTo>
                  <a:cubicBezTo>
                    <a:pt x="8" y="6"/>
                    <a:pt x="5" y="4"/>
                    <a:pt x="2" y="1"/>
                  </a:cubicBezTo>
                </a:path>
              </a:pathLst>
            </a:custGeom>
            <a:solidFill>
              <a:srgbClr val="9357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2349" name="Freeform 672">
              <a:extLst>
                <a:ext uri="{FF2B5EF4-FFF2-40B4-BE49-F238E27FC236}">
                  <a16:creationId xmlns:a16="http://schemas.microsoft.com/office/drawing/2014/main" id="{3BA1DA12-8A7E-42A0-95FA-DBBE5841486D}"/>
                </a:ext>
              </a:extLst>
            </p:cNvPr>
            <p:cNvSpPr>
              <a:spLocks/>
            </p:cNvSpPr>
            <p:nvPr/>
          </p:nvSpPr>
          <p:spPr bwMode="auto">
            <a:xfrm>
              <a:off x="807" y="1062"/>
              <a:ext cx="24" cy="26"/>
            </a:xfrm>
            <a:custGeom>
              <a:avLst/>
              <a:gdLst>
                <a:gd name="T0" fmla="*/ 61 w 15"/>
                <a:gd name="T1" fmla="*/ 0 h 16"/>
                <a:gd name="T2" fmla="*/ 29 w 15"/>
                <a:gd name="T3" fmla="*/ 18 h 16"/>
                <a:gd name="T4" fmla="*/ 34 w 15"/>
                <a:gd name="T5" fmla="*/ 68 h 16"/>
                <a:gd name="T6" fmla="*/ 21 w 15"/>
                <a:gd name="T7" fmla="*/ 5 h 16"/>
                <a:gd name="T8" fmla="*/ 42 w 15"/>
                <a:gd name="T9" fmla="*/ 5 h 16"/>
                <a:gd name="T10" fmla="*/ 61 w 15"/>
                <a:gd name="T11" fmla="*/ 0 h 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" h="16">
                  <a:moveTo>
                    <a:pt x="15" y="0"/>
                  </a:moveTo>
                  <a:cubicBezTo>
                    <a:pt x="12" y="2"/>
                    <a:pt x="8" y="1"/>
                    <a:pt x="7" y="4"/>
                  </a:cubicBezTo>
                  <a:cubicBezTo>
                    <a:pt x="5" y="8"/>
                    <a:pt x="7" y="12"/>
                    <a:pt x="8" y="16"/>
                  </a:cubicBezTo>
                  <a:cubicBezTo>
                    <a:pt x="6" y="13"/>
                    <a:pt x="0" y="4"/>
                    <a:pt x="5" y="1"/>
                  </a:cubicBezTo>
                  <a:cubicBezTo>
                    <a:pt x="6" y="0"/>
                    <a:pt x="9" y="1"/>
                    <a:pt x="10" y="1"/>
                  </a:cubicBezTo>
                  <a:cubicBezTo>
                    <a:pt x="12" y="1"/>
                    <a:pt x="13" y="0"/>
                    <a:pt x="15" y="0"/>
                  </a:cubicBezTo>
                </a:path>
              </a:pathLst>
            </a:custGeom>
            <a:solidFill>
              <a:srgbClr val="9357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2350" name="Freeform 673">
              <a:extLst>
                <a:ext uri="{FF2B5EF4-FFF2-40B4-BE49-F238E27FC236}">
                  <a16:creationId xmlns:a16="http://schemas.microsoft.com/office/drawing/2014/main" id="{CC10EFB2-632F-4C1E-81E5-5287E728A0FD}"/>
                </a:ext>
              </a:extLst>
            </p:cNvPr>
            <p:cNvSpPr>
              <a:spLocks/>
            </p:cNvSpPr>
            <p:nvPr/>
          </p:nvSpPr>
          <p:spPr bwMode="auto">
            <a:xfrm>
              <a:off x="873" y="1031"/>
              <a:ext cx="16" cy="40"/>
            </a:xfrm>
            <a:custGeom>
              <a:avLst/>
              <a:gdLst>
                <a:gd name="T0" fmla="*/ 8 w 10"/>
                <a:gd name="T1" fmla="*/ 0 h 25"/>
                <a:gd name="T2" fmla="*/ 8 w 10"/>
                <a:gd name="T3" fmla="*/ 56 h 25"/>
                <a:gd name="T4" fmla="*/ 21 w 10"/>
                <a:gd name="T5" fmla="*/ 82 h 25"/>
                <a:gd name="T6" fmla="*/ 42 w 10"/>
                <a:gd name="T7" fmla="*/ 102 h 25"/>
                <a:gd name="T8" fmla="*/ 26 w 10"/>
                <a:gd name="T9" fmla="*/ 74 h 25"/>
                <a:gd name="T10" fmla="*/ 16 w 10"/>
                <a:gd name="T11" fmla="*/ 42 h 25"/>
                <a:gd name="T12" fmla="*/ 16 w 10"/>
                <a:gd name="T13" fmla="*/ 16 h 25"/>
                <a:gd name="T14" fmla="*/ 13 w 10"/>
                <a:gd name="T15" fmla="*/ 0 h 2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" h="25">
                  <a:moveTo>
                    <a:pt x="2" y="0"/>
                  </a:moveTo>
                  <a:cubicBezTo>
                    <a:pt x="2" y="5"/>
                    <a:pt x="0" y="9"/>
                    <a:pt x="2" y="14"/>
                  </a:cubicBezTo>
                  <a:cubicBezTo>
                    <a:pt x="3" y="16"/>
                    <a:pt x="4" y="18"/>
                    <a:pt x="5" y="20"/>
                  </a:cubicBezTo>
                  <a:cubicBezTo>
                    <a:pt x="6" y="22"/>
                    <a:pt x="8" y="24"/>
                    <a:pt x="10" y="25"/>
                  </a:cubicBezTo>
                  <a:cubicBezTo>
                    <a:pt x="8" y="23"/>
                    <a:pt x="7" y="21"/>
                    <a:pt x="6" y="18"/>
                  </a:cubicBezTo>
                  <a:cubicBezTo>
                    <a:pt x="5" y="15"/>
                    <a:pt x="5" y="13"/>
                    <a:pt x="4" y="10"/>
                  </a:cubicBezTo>
                  <a:cubicBezTo>
                    <a:pt x="4" y="8"/>
                    <a:pt x="4" y="6"/>
                    <a:pt x="4" y="4"/>
                  </a:cubicBezTo>
                  <a:cubicBezTo>
                    <a:pt x="3" y="3"/>
                    <a:pt x="3" y="2"/>
                    <a:pt x="3" y="0"/>
                  </a:cubicBezTo>
                </a:path>
              </a:pathLst>
            </a:custGeom>
            <a:solidFill>
              <a:srgbClr val="9357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2351" name="Freeform 674">
              <a:extLst>
                <a:ext uri="{FF2B5EF4-FFF2-40B4-BE49-F238E27FC236}">
                  <a16:creationId xmlns:a16="http://schemas.microsoft.com/office/drawing/2014/main" id="{A9C33C06-5978-4CE7-BF94-A48ECDB8C1C5}"/>
                </a:ext>
              </a:extLst>
            </p:cNvPr>
            <p:cNvSpPr>
              <a:spLocks/>
            </p:cNvSpPr>
            <p:nvPr/>
          </p:nvSpPr>
          <p:spPr bwMode="auto">
            <a:xfrm>
              <a:off x="856" y="1041"/>
              <a:ext cx="11" cy="21"/>
            </a:xfrm>
            <a:custGeom>
              <a:avLst/>
              <a:gdLst>
                <a:gd name="T0" fmla="*/ 27 w 7"/>
                <a:gd name="T1" fmla="*/ 0 h 13"/>
                <a:gd name="T2" fmla="*/ 27 w 7"/>
                <a:gd name="T3" fmla="*/ 50 h 13"/>
                <a:gd name="T4" fmla="*/ 20 w 7"/>
                <a:gd name="T5" fmla="*/ 29 h 13"/>
                <a:gd name="T6" fmla="*/ 27 w 7"/>
                <a:gd name="T7" fmla="*/ 5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13">
                  <a:moveTo>
                    <a:pt x="7" y="0"/>
                  </a:moveTo>
                  <a:cubicBezTo>
                    <a:pt x="4" y="3"/>
                    <a:pt x="0" y="13"/>
                    <a:pt x="7" y="12"/>
                  </a:cubicBezTo>
                  <a:cubicBezTo>
                    <a:pt x="6" y="10"/>
                    <a:pt x="4" y="10"/>
                    <a:pt x="5" y="7"/>
                  </a:cubicBezTo>
                  <a:cubicBezTo>
                    <a:pt x="5" y="5"/>
                    <a:pt x="6" y="3"/>
                    <a:pt x="7" y="1"/>
                  </a:cubicBezTo>
                </a:path>
              </a:pathLst>
            </a:custGeom>
            <a:solidFill>
              <a:srgbClr val="9357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2352" name="Freeform 675">
              <a:extLst>
                <a:ext uri="{FF2B5EF4-FFF2-40B4-BE49-F238E27FC236}">
                  <a16:creationId xmlns:a16="http://schemas.microsoft.com/office/drawing/2014/main" id="{438BCD1A-1951-4132-BDFC-5E9B35125743}"/>
                </a:ext>
              </a:extLst>
            </p:cNvPr>
            <p:cNvSpPr>
              <a:spLocks/>
            </p:cNvSpPr>
            <p:nvPr/>
          </p:nvSpPr>
          <p:spPr bwMode="auto">
            <a:xfrm>
              <a:off x="955" y="1059"/>
              <a:ext cx="26" cy="29"/>
            </a:xfrm>
            <a:custGeom>
              <a:avLst/>
              <a:gdLst>
                <a:gd name="T0" fmla="*/ 0 w 16"/>
                <a:gd name="T1" fmla="*/ 5 h 18"/>
                <a:gd name="T2" fmla="*/ 42 w 16"/>
                <a:gd name="T3" fmla="*/ 29 h 18"/>
                <a:gd name="T4" fmla="*/ 34 w 16"/>
                <a:gd name="T5" fmla="*/ 76 h 18"/>
                <a:gd name="T6" fmla="*/ 54 w 16"/>
                <a:gd name="T7" fmla="*/ 21 h 18"/>
                <a:gd name="T8" fmla="*/ 21 w 16"/>
                <a:gd name="T9" fmla="*/ 13 h 18"/>
                <a:gd name="T10" fmla="*/ 5 w 16"/>
                <a:gd name="T11" fmla="*/ 0 h 1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" h="18">
                  <a:moveTo>
                    <a:pt x="0" y="1"/>
                  </a:moveTo>
                  <a:cubicBezTo>
                    <a:pt x="0" y="4"/>
                    <a:pt x="8" y="5"/>
                    <a:pt x="10" y="7"/>
                  </a:cubicBezTo>
                  <a:cubicBezTo>
                    <a:pt x="13" y="10"/>
                    <a:pt x="9" y="15"/>
                    <a:pt x="8" y="18"/>
                  </a:cubicBezTo>
                  <a:cubicBezTo>
                    <a:pt x="10" y="16"/>
                    <a:pt x="16" y="7"/>
                    <a:pt x="12" y="5"/>
                  </a:cubicBezTo>
                  <a:cubicBezTo>
                    <a:pt x="10" y="4"/>
                    <a:pt x="7" y="3"/>
                    <a:pt x="5" y="3"/>
                  </a:cubicBezTo>
                  <a:cubicBezTo>
                    <a:pt x="4" y="2"/>
                    <a:pt x="1" y="2"/>
                    <a:pt x="1" y="0"/>
                  </a:cubicBezTo>
                </a:path>
              </a:pathLst>
            </a:custGeom>
            <a:solidFill>
              <a:srgbClr val="9357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2353" name="Freeform 676">
              <a:extLst>
                <a:ext uri="{FF2B5EF4-FFF2-40B4-BE49-F238E27FC236}">
                  <a16:creationId xmlns:a16="http://schemas.microsoft.com/office/drawing/2014/main" id="{A83DC817-75A4-44EE-9FF1-B40D6AC6E64B}"/>
                </a:ext>
              </a:extLst>
            </p:cNvPr>
            <p:cNvSpPr>
              <a:spLocks/>
            </p:cNvSpPr>
            <p:nvPr/>
          </p:nvSpPr>
          <p:spPr bwMode="auto">
            <a:xfrm>
              <a:off x="744" y="797"/>
              <a:ext cx="157" cy="154"/>
            </a:xfrm>
            <a:custGeom>
              <a:avLst/>
              <a:gdLst>
                <a:gd name="T0" fmla="*/ 411 w 97"/>
                <a:gd name="T1" fmla="*/ 26 h 96"/>
                <a:gd name="T2" fmla="*/ 377 w 97"/>
                <a:gd name="T3" fmla="*/ 35 h 96"/>
                <a:gd name="T4" fmla="*/ 327 w 97"/>
                <a:gd name="T5" fmla="*/ 35 h 96"/>
                <a:gd name="T6" fmla="*/ 317 w 97"/>
                <a:gd name="T7" fmla="*/ 42 h 96"/>
                <a:gd name="T8" fmla="*/ 296 w 97"/>
                <a:gd name="T9" fmla="*/ 47 h 96"/>
                <a:gd name="T10" fmla="*/ 272 w 97"/>
                <a:gd name="T11" fmla="*/ 56 h 96"/>
                <a:gd name="T12" fmla="*/ 228 w 97"/>
                <a:gd name="T13" fmla="*/ 75 h 96"/>
                <a:gd name="T14" fmla="*/ 199 w 97"/>
                <a:gd name="T15" fmla="*/ 90 h 96"/>
                <a:gd name="T16" fmla="*/ 152 w 97"/>
                <a:gd name="T17" fmla="*/ 128 h 96"/>
                <a:gd name="T18" fmla="*/ 123 w 97"/>
                <a:gd name="T19" fmla="*/ 152 h 96"/>
                <a:gd name="T20" fmla="*/ 115 w 97"/>
                <a:gd name="T21" fmla="*/ 183 h 96"/>
                <a:gd name="T22" fmla="*/ 89 w 97"/>
                <a:gd name="T23" fmla="*/ 204 h 96"/>
                <a:gd name="T24" fmla="*/ 84 w 97"/>
                <a:gd name="T25" fmla="*/ 225 h 96"/>
                <a:gd name="T26" fmla="*/ 42 w 97"/>
                <a:gd name="T27" fmla="*/ 310 h 96"/>
                <a:gd name="T28" fmla="*/ 34 w 97"/>
                <a:gd name="T29" fmla="*/ 396 h 96"/>
                <a:gd name="T30" fmla="*/ 5 w 97"/>
                <a:gd name="T31" fmla="*/ 361 h 96"/>
                <a:gd name="T32" fmla="*/ 13 w 97"/>
                <a:gd name="T33" fmla="*/ 273 h 96"/>
                <a:gd name="T34" fmla="*/ 29 w 97"/>
                <a:gd name="T35" fmla="*/ 204 h 96"/>
                <a:gd name="T36" fmla="*/ 63 w 97"/>
                <a:gd name="T37" fmla="*/ 136 h 96"/>
                <a:gd name="T38" fmla="*/ 149 w 97"/>
                <a:gd name="T39" fmla="*/ 42 h 96"/>
                <a:gd name="T40" fmla="*/ 207 w 97"/>
                <a:gd name="T41" fmla="*/ 26 h 96"/>
                <a:gd name="T42" fmla="*/ 288 w 97"/>
                <a:gd name="T43" fmla="*/ 5 h 96"/>
                <a:gd name="T44" fmla="*/ 361 w 97"/>
                <a:gd name="T45" fmla="*/ 8 h 96"/>
                <a:gd name="T46" fmla="*/ 403 w 97"/>
                <a:gd name="T47" fmla="*/ 21 h 9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97" h="96">
                  <a:moveTo>
                    <a:pt x="97" y="6"/>
                  </a:moveTo>
                  <a:cubicBezTo>
                    <a:pt x="93" y="7"/>
                    <a:pt x="93" y="9"/>
                    <a:pt x="89" y="9"/>
                  </a:cubicBezTo>
                  <a:cubicBezTo>
                    <a:pt x="85" y="9"/>
                    <a:pt x="81" y="7"/>
                    <a:pt x="77" y="9"/>
                  </a:cubicBezTo>
                  <a:cubicBezTo>
                    <a:pt x="76" y="9"/>
                    <a:pt x="76" y="10"/>
                    <a:pt x="75" y="10"/>
                  </a:cubicBezTo>
                  <a:cubicBezTo>
                    <a:pt x="74" y="11"/>
                    <a:pt x="72" y="10"/>
                    <a:pt x="70" y="11"/>
                  </a:cubicBezTo>
                  <a:cubicBezTo>
                    <a:pt x="68" y="11"/>
                    <a:pt x="66" y="13"/>
                    <a:pt x="64" y="14"/>
                  </a:cubicBezTo>
                  <a:cubicBezTo>
                    <a:pt x="59" y="15"/>
                    <a:pt x="57" y="15"/>
                    <a:pt x="54" y="18"/>
                  </a:cubicBezTo>
                  <a:cubicBezTo>
                    <a:pt x="51" y="21"/>
                    <a:pt x="51" y="21"/>
                    <a:pt x="47" y="22"/>
                  </a:cubicBezTo>
                  <a:cubicBezTo>
                    <a:pt x="42" y="24"/>
                    <a:pt x="39" y="28"/>
                    <a:pt x="36" y="31"/>
                  </a:cubicBezTo>
                  <a:cubicBezTo>
                    <a:pt x="33" y="33"/>
                    <a:pt x="30" y="34"/>
                    <a:pt x="29" y="37"/>
                  </a:cubicBezTo>
                  <a:cubicBezTo>
                    <a:pt x="28" y="39"/>
                    <a:pt x="28" y="42"/>
                    <a:pt x="27" y="44"/>
                  </a:cubicBezTo>
                  <a:cubicBezTo>
                    <a:pt x="25" y="46"/>
                    <a:pt x="22" y="47"/>
                    <a:pt x="21" y="49"/>
                  </a:cubicBezTo>
                  <a:cubicBezTo>
                    <a:pt x="21" y="51"/>
                    <a:pt x="21" y="52"/>
                    <a:pt x="20" y="54"/>
                  </a:cubicBezTo>
                  <a:cubicBezTo>
                    <a:pt x="16" y="61"/>
                    <a:pt x="13" y="68"/>
                    <a:pt x="10" y="75"/>
                  </a:cubicBezTo>
                  <a:cubicBezTo>
                    <a:pt x="8" y="82"/>
                    <a:pt x="11" y="89"/>
                    <a:pt x="8" y="96"/>
                  </a:cubicBezTo>
                  <a:cubicBezTo>
                    <a:pt x="6" y="93"/>
                    <a:pt x="2" y="92"/>
                    <a:pt x="1" y="87"/>
                  </a:cubicBezTo>
                  <a:cubicBezTo>
                    <a:pt x="0" y="79"/>
                    <a:pt x="1" y="73"/>
                    <a:pt x="3" y="66"/>
                  </a:cubicBezTo>
                  <a:cubicBezTo>
                    <a:pt x="4" y="60"/>
                    <a:pt x="5" y="54"/>
                    <a:pt x="7" y="49"/>
                  </a:cubicBezTo>
                  <a:cubicBezTo>
                    <a:pt x="9" y="43"/>
                    <a:pt x="13" y="38"/>
                    <a:pt x="15" y="33"/>
                  </a:cubicBezTo>
                  <a:cubicBezTo>
                    <a:pt x="19" y="24"/>
                    <a:pt x="25" y="14"/>
                    <a:pt x="35" y="10"/>
                  </a:cubicBezTo>
                  <a:cubicBezTo>
                    <a:pt x="39" y="8"/>
                    <a:pt x="44" y="8"/>
                    <a:pt x="49" y="6"/>
                  </a:cubicBezTo>
                  <a:cubicBezTo>
                    <a:pt x="55" y="4"/>
                    <a:pt x="61" y="2"/>
                    <a:pt x="68" y="1"/>
                  </a:cubicBezTo>
                  <a:cubicBezTo>
                    <a:pt x="74" y="0"/>
                    <a:pt x="79" y="2"/>
                    <a:pt x="85" y="2"/>
                  </a:cubicBezTo>
                  <a:cubicBezTo>
                    <a:pt x="88" y="3"/>
                    <a:pt x="93" y="3"/>
                    <a:pt x="95" y="5"/>
                  </a:cubicBezTo>
                </a:path>
              </a:pathLst>
            </a:custGeom>
            <a:solidFill>
              <a:srgbClr val="DFDF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2354" name="Freeform 677">
              <a:extLst>
                <a:ext uri="{FF2B5EF4-FFF2-40B4-BE49-F238E27FC236}">
                  <a16:creationId xmlns:a16="http://schemas.microsoft.com/office/drawing/2014/main" id="{C8A9D795-78AF-4899-96C9-45F30BA1532C}"/>
                </a:ext>
              </a:extLst>
            </p:cNvPr>
            <p:cNvSpPr>
              <a:spLocks/>
            </p:cNvSpPr>
            <p:nvPr/>
          </p:nvSpPr>
          <p:spPr bwMode="auto">
            <a:xfrm>
              <a:off x="897" y="792"/>
              <a:ext cx="136" cy="156"/>
            </a:xfrm>
            <a:custGeom>
              <a:avLst/>
              <a:gdLst>
                <a:gd name="T0" fmla="*/ 0 w 84"/>
                <a:gd name="T1" fmla="*/ 34 h 97"/>
                <a:gd name="T2" fmla="*/ 39 w 84"/>
                <a:gd name="T3" fmla="*/ 55 h 97"/>
                <a:gd name="T4" fmla="*/ 89 w 84"/>
                <a:gd name="T5" fmla="*/ 63 h 97"/>
                <a:gd name="T6" fmla="*/ 110 w 84"/>
                <a:gd name="T7" fmla="*/ 76 h 97"/>
                <a:gd name="T8" fmla="*/ 128 w 84"/>
                <a:gd name="T9" fmla="*/ 80 h 97"/>
                <a:gd name="T10" fmla="*/ 152 w 84"/>
                <a:gd name="T11" fmla="*/ 103 h 97"/>
                <a:gd name="T12" fmla="*/ 204 w 84"/>
                <a:gd name="T13" fmla="*/ 132 h 97"/>
                <a:gd name="T14" fmla="*/ 217 w 84"/>
                <a:gd name="T15" fmla="*/ 154 h 97"/>
                <a:gd name="T16" fmla="*/ 246 w 84"/>
                <a:gd name="T17" fmla="*/ 183 h 97"/>
                <a:gd name="T18" fmla="*/ 272 w 84"/>
                <a:gd name="T19" fmla="*/ 238 h 97"/>
                <a:gd name="T20" fmla="*/ 272 w 84"/>
                <a:gd name="T21" fmla="*/ 259 h 97"/>
                <a:gd name="T22" fmla="*/ 283 w 84"/>
                <a:gd name="T23" fmla="*/ 272 h 97"/>
                <a:gd name="T24" fmla="*/ 301 w 84"/>
                <a:gd name="T25" fmla="*/ 315 h 97"/>
                <a:gd name="T26" fmla="*/ 317 w 84"/>
                <a:gd name="T27" fmla="*/ 362 h 97"/>
                <a:gd name="T28" fmla="*/ 322 w 84"/>
                <a:gd name="T29" fmla="*/ 388 h 97"/>
                <a:gd name="T30" fmla="*/ 330 w 84"/>
                <a:gd name="T31" fmla="*/ 404 h 97"/>
                <a:gd name="T32" fmla="*/ 340 w 84"/>
                <a:gd name="T33" fmla="*/ 272 h 97"/>
                <a:gd name="T34" fmla="*/ 228 w 84"/>
                <a:gd name="T35" fmla="*/ 82 h 97"/>
                <a:gd name="T36" fmla="*/ 131 w 84"/>
                <a:gd name="T37" fmla="*/ 5 h 97"/>
                <a:gd name="T38" fmla="*/ 50 w 84"/>
                <a:gd name="T39" fmla="*/ 8 h 97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84" h="97">
                  <a:moveTo>
                    <a:pt x="0" y="8"/>
                  </a:moveTo>
                  <a:cubicBezTo>
                    <a:pt x="3" y="8"/>
                    <a:pt x="6" y="12"/>
                    <a:pt x="9" y="13"/>
                  </a:cubicBezTo>
                  <a:cubicBezTo>
                    <a:pt x="13" y="15"/>
                    <a:pt x="17" y="13"/>
                    <a:pt x="21" y="15"/>
                  </a:cubicBezTo>
                  <a:cubicBezTo>
                    <a:pt x="23" y="16"/>
                    <a:pt x="24" y="18"/>
                    <a:pt x="26" y="18"/>
                  </a:cubicBezTo>
                  <a:cubicBezTo>
                    <a:pt x="27" y="19"/>
                    <a:pt x="29" y="18"/>
                    <a:pt x="30" y="19"/>
                  </a:cubicBezTo>
                  <a:cubicBezTo>
                    <a:pt x="32" y="20"/>
                    <a:pt x="34" y="23"/>
                    <a:pt x="36" y="25"/>
                  </a:cubicBezTo>
                  <a:cubicBezTo>
                    <a:pt x="40" y="27"/>
                    <a:pt x="45" y="29"/>
                    <a:pt x="48" y="32"/>
                  </a:cubicBezTo>
                  <a:cubicBezTo>
                    <a:pt x="49" y="34"/>
                    <a:pt x="50" y="36"/>
                    <a:pt x="51" y="37"/>
                  </a:cubicBezTo>
                  <a:cubicBezTo>
                    <a:pt x="53" y="40"/>
                    <a:pt x="56" y="41"/>
                    <a:pt x="58" y="44"/>
                  </a:cubicBezTo>
                  <a:cubicBezTo>
                    <a:pt x="60" y="47"/>
                    <a:pt x="63" y="53"/>
                    <a:pt x="64" y="57"/>
                  </a:cubicBezTo>
                  <a:cubicBezTo>
                    <a:pt x="64" y="58"/>
                    <a:pt x="63" y="60"/>
                    <a:pt x="64" y="62"/>
                  </a:cubicBezTo>
                  <a:cubicBezTo>
                    <a:pt x="65" y="64"/>
                    <a:pt x="65" y="63"/>
                    <a:pt x="67" y="65"/>
                  </a:cubicBezTo>
                  <a:cubicBezTo>
                    <a:pt x="70" y="69"/>
                    <a:pt x="71" y="72"/>
                    <a:pt x="71" y="76"/>
                  </a:cubicBezTo>
                  <a:cubicBezTo>
                    <a:pt x="72" y="80"/>
                    <a:pt x="74" y="83"/>
                    <a:pt x="75" y="87"/>
                  </a:cubicBezTo>
                  <a:cubicBezTo>
                    <a:pt x="75" y="89"/>
                    <a:pt x="75" y="91"/>
                    <a:pt x="76" y="93"/>
                  </a:cubicBezTo>
                  <a:cubicBezTo>
                    <a:pt x="76" y="95"/>
                    <a:pt x="78" y="96"/>
                    <a:pt x="78" y="97"/>
                  </a:cubicBezTo>
                  <a:cubicBezTo>
                    <a:pt x="81" y="85"/>
                    <a:pt x="84" y="78"/>
                    <a:pt x="80" y="65"/>
                  </a:cubicBezTo>
                  <a:cubicBezTo>
                    <a:pt x="75" y="48"/>
                    <a:pt x="63" y="36"/>
                    <a:pt x="54" y="20"/>
                  </a:cubicBezTo>
                  <a:cubicBezTo>
                    <a:pt x="49" y="12"/>
                    <a:pt x="41" y="4"/>
                    <a:pt x="31" y="1"/>
                  </a:cubicBezTo>
                  <a:cubicBezTo>
                    <a:pt x="24" y="0"/>
                    <a:pt x="19" y="1"/>
                    <a:pt x="12" y="2"/>
                  </a:cubicBezTo>
                </a:path>
              </a:pathLst>
            </a:custGeom>
            <a:solidFill>
              <a:srgbClr val="DFDF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2355" name="Freeform 678">
              <a:extLst>
                <a:ext uri="{FF2B5EF4-FFF2-40B4-BE49-F238E27FC236}">
                  <a16:creationId xmlns:a16="http://schemas.microsoft.com/office/drawing/2014/main" id="{CA90046A-9099-44AD-93D2-7F5ABD67675B}"/>
                </a:ext>
              </a:extLst>
            </p:cNvPr>
            <p:cNvSpPr>
              <a:spLocks/>
            </p:cNvSpPr>
            <p:nvPr/>
          </p:nvSpPr>
          <p:spPr bwMode="auto">
            <a:xfrm>
              <a:off x="810" y="860"/>
              <a:ext cx="60" cy="6"/>
            </a:xfrm>
            <a:custGeom>
              <a:avLst/>
              <a:gdLst>
                <a:gd name="T0" fmla="*/ 0 w 37"/>
                <a:gd name="T1" fmla="*/ 12 h 4"/>
                <a:gd name="T2" fmla="*/ 73 w 37"/>
                <a:gd name="T3" fmla="*/ 5 h 4"/>
                <a:gd name="T4" fmla="*/ 128 w 37"/>
                <a:gd name="T5" fmla="*/ 5 h 4"/>
                <a:gd name="T6" fmla="*/ 157 w 37"/>
                <a:gd name="T7" fmla="*/ 5 h 4"/>
                <a:gd name="T8" fmla="*/ 47 w 37"/>
                <a:gd name="T9" fmla="*/ 8 h 4"/>
                <a:gd name="T10" fmla="*/ 0 w 37"/>
                <a:gd name="T11" fmla="*/ 12 h 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7" h="4">
                  <a:moveTo>
                    <a:pt x="0" y="3"/>
                  </a:moveTo>
                  <a:cubicBezTo>
                    <a:pt x="6" y="3"/>
                    <a:pt x="12" y="2"/>
                    <a:pt x="17" y="1"/>
                  </a:cubicBezTo>
                  <a:cubicBezTo>
                    <a:pt x="22" y="1"/>
                    <a:pt x="26" y="1"/>
                    <a:pt x="30" y="1"/>
                  </a:cubicBezTo>
                  <a:cubicBezTo>
                    <a:pt x="32" y="1"/>
                    <a:pt x="35" y="0"/>
                    <a:pt x="37" y="1"/>
                  </a:cubicBezTo>
                  <a:cubicBezTo>
                    <a:pt x="28" y="1"/>
                    <a:pt x="20" y="4"/>
                    <a:pt x="11" y="2"/>
                  </a:cubicBezTo>
                  <a:cubicBezTo>
                    <a:pt x="7" y="2"/>
                    <a:pt x="3" y="2"/>
                    <a:pt x="0" y="3"/>
                  </a:cubicBezTo>
                </a:path>
              </a:pathLst>
            </a:custGeom>
            <a:solidFill>
              <a:srgbClr val="8249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2356" name="Freeform 679">
              <a:extLst>
                <a:ext uri="{FF2B5EF4-FFF2-40B4-BE49-F238E27FC236}">
                  <a16:creationId xmlns:a16="http://schemas.microsoft.com/office/drawing/2014/main" id="{425C8F2A-DE65-4BAD-A18B-D6B99CD5BC81}"/>
                </a:ext>
              </a:extLst>
            </p:cNvPr>
            <p:cNvSpPr>
              <a:spLocks/>
            </p:cNvSpPr>
            <p:nvPr/>
          </p:nvSpPr>
          <p:spPr bwMode="auto">
            <a:xfrm>
              <a:off x="788" y="897"/>
              <a:ext cx="35" cy="11"/>
            </a:xfrm>
            <a:custGeom>
              <a:avLst/>
              <a:gdLst>
                <a:gd name="T0" fmla="*/ 0 w 22"/>
                <a:gd name="T1" fmla="*/ 27 h 7"/>
                <a:gd name="T2" fmla="*/ 16 w 22"/>
                <a:gd name="T3" fmla="*/ 22 h 7"/>
                <a:gd name="T4" fmla="*/ 48 w 22"/>
                <a:gd name="T5" fmla="*/ 20 h 7"/>
                <a:gd name="T6" fmla="*/ 89 w 22"/>
                <a:gd name="T7" fmla="*/ 0 h 7"/>
                <a:gd name="T8" fmla="*/ 35 w 22"/>
                <a:gd name="T9" fmla="*/ 14 h 7"/>
                <a:gd name="T10" fmla="*/ 5 w 22"/>
                <a:gd name="T11" fmla="*/ 27 h 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7">
                  <a:moveTo>
                    <a:pt x="0" y="7"/>
                  </a:moveTo>
                  <a:cubicBezTo>
                    <a:pt x="1" y="7"/>
                    <a:pt x="3" y="7"/>
                    <a:pt x="4" y="6"/>
                  </a:cubicBezTo>
                  <a:cubicBezTo>
                    <a:pt x="6" y="6"/>
                    <a:pt x="9" y="6"/>
                    <a:pt x="12" y="5"/>
                  </a:cubicBezTo>
                  <a:cubicBezTo>
                    <a:pt x="15" y="4"/>
                    <a:pt x="18" y="1"/>
                    <a:pt x="22" y="0"/>
                  </a:cubicBezTo>
                  <a:cubicBezTo>
                    <a:pt x="18" y="0"/>
                    <a:pt x="12" y="2"/>
                    <a:pt x="9" y="4"/>
                  </a:cubicBezTo>
                  <a:cubicBezTo>
                    <a:pt x="7" y="5"/>
                    <a:pt x="4" y="7"/>
                    <a:pt x="1" y="7"/>
                  </a:cubicBezTo>
                </a:path>
              </a:pathLst>
            </a:custGeom>
            <a:solidFill>
              <a:srgbClr val="8249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2357" name="Freeform 680">
              <a:extLst>
                <a:ext uri="{FF2B5EF4-FFF2-40B4-BE49-F238E27FC236}">
                  <a16:creationId xmlns:a16="http://schemas.microsoft.com/office/drawing/2014/main" id="{122CBEA1-39B9-4DBE-9E8C-89512BBBBECA}"/>
                </a:ext>
              </a:extLst>
            </p:cNvPr>
            <p:cNvSpPr>
              <a:spLocks/>
            </p:cNvSpPr>
            <p:nvPr/>
          </p:nvSpPr>
          <p:spPr bwMode="auto">
            <a:xfrm>
              <a:off x="761" y="820"/>
              <a:ext cx="95" cy="139"/>
            </a:xfrm>
            <a:custGeom>
              <a:avLst/>
              <a:gdLst>
                <a:gd name="T0" fmla="*/ 246 w 59"/>
                <a:gd name="T1" fmla="*/ 5 h 87"/>
                <a:gd name="T2" fmla="*/ 204 w 59"/>
                <a:gd name="T3" fmla="*/ 16 h 87"/>
                <a:gd name="T4" fmla="*/ 176 w 59"/>
                <a:gd name="T5" fmla="*/ 34 h 87"/>
                <a:gd name="T6" fmla="*/ 137 w 59"/>
                <a:gd name="T7" fmla="*/ 54 h 87"/>
                <a:gd name="T8" fmla="*/ 103 w 59"/>
                <a:gd name="T9" fmla="*/ 77 h 87"/>
                <a:gd name="T10" fmla="*/ 84 w 59"/>
                <a:gd name="T11" fmla="*/ 110 h 87"/>
                <a:gd name="T12" fmla="*/ 60 w 59"/>
                <a:gd name="T13" fmla="*/ 137 h 87"/>
                <a:gd name="T14" fmla="*/ 47 w 59"/>
                <a:gd name="T15" fmla="*/ 179 h 87"/>
                <a:gd name="T16" fmla="*/ 16 w 59"/>
                <a:gd name="T17" fmla="*/ 232 h 87"/>
                <a:gd name="T18" fmla="*/ 8 w 59"/>
                <a:gd name="T19" fmla="*/ 307 h 87"/>
                <a:gd name="T20" fmla="*/ 5 w 59"/>
                <a:gd name="T21" fmla="*/ 334 h 87"/>
                <a:gd name="T22" fmla="*/ 0 w 59"/>
                <a:gd name="T23" fmla="*/ 355 h 87"/>
                <a:gd name="T24" fmla="*/ 26 w 59"/>
                <a:gd name="T25" fmla="*/ 289 h 87"/>
                <a:gd name="T26" fmla="*/ 37 w 59"/>
                <a:gd name="T27" fmla="*/ 217 h 87"/>
                <a:gd name="T28" fmla="*/ 63 w 59"/>
                <a:gd name="T29" fmla="*/ 158 h 87"/>
                <a:gd name="T30" fmla="*/ 97 w 59"/>
                <a:gd name="T31" fmla="*/ 115 h 87"/>
                <a:gd name="T32" fmla="*/ 116 w 59"/>
                <a:gd name="T33" fmla="*/ 107 h 87"/>
                <a:gd name="T34" fmla="*/ 130 w 59"/>
                <a:gd name="T35" fmla="*/ 86 h 87"/>
                <a:gd name="T36" fmla="*/ 171 w 59"/>
                <a:gd name="T37" fmla="*/ 54 h 87"/>
                <a:gd name="T38" fmla="*/ 238 w 59"/>
                <a:gd name="T39" fmla="*/ 5 h 87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59" h="87">
                  <a:moveTo>
                    <a:pt x="59" y="1"/>
                  </a:moveTo>
                  <a:cubicBezTo>
                    <a:pt x="56" y="0"/>
                    <a:pt x="52" y="2"/>
                    <a:pt x="49" y="4"/>
                  </a:cubicBezTo>
                  <a:cubicBezTo>
                    <a:pt x="46" y="5"/>
                    <a:pt x="45" y="7"/>
                    <a:pt x="42" y="8"/>
                  </a:cubicBezTo>
                  <a:cubicBezTo>
                    <a:pt x="38" y="10"/>
                    <a:pt x="36" y="10"/>
                    <a:pt x="33" y="13"/>
                  </a:cubicBezTo>
                  <a:cubicBezTo>
                    <a:pt x="30" y="15"/>
                    <a:pt x="28" y="17"/>
                    <a:pt x="25" y="19"/>
                  </a:cubicBezTo>
                  <a:cubicBezTo>
                    <a:pt x="23" y="22"/>
                    <a:pt x="22" y="24"/>
                    <a:pt x="20" y="27"/>
                  </a:cubicBezTo>
                  <a:cubicBezTo>
                    <a:pt x="18" y="31"/>
                    <a:pt x="16" y="32"/>
                    <a:pt x="14" y="34"/>
                  </a:cubicBezTo>
                  <a:cubicBezTo>
                    <a:pt x="11" y="37"/>
                    <a:pt x="12" y="41"/>
                    <a:pt x="11" y="44"/>
                  </a:cubicBezTo>
                  <a:cubicBezTo>
                    <a:pt x="9" y="49"/>
                    <a:pt x="6" y="53"/>
                    <a:pt x="4" y="57"/>
                  </a:cubicBezTo>
                  <a:cubicBezTo>
                    <a:pt x="2" y="63"/>
                    <a:pt x="3" y="69"/>
                    <a:pt x="2" y="75"/>
                  </a:cubicBezTo>
                  <a:cubicBezTo>
                    <a:pt x="2" y="78"/>
                    <a:pt x="1" y="80"/>
                    <a:pt x="1" y="82"/>
                  </a:cubicBezTo>
                  <a:cubicBezTo>
                    <a:pt x="0" y="84"/>
                    <a:pt x="0" y="84"/>
                    <a:pt x="0" y="87"/>
                  </a:cubicBezTo>
                  <a:cubicBezTo>
                    <a:pt x="0" y="82"/>
                    <a:pt x="4" y="76"/>
                    <a:pt x="6" y="71"/>
                  </a:cubicBezTo>
                  <a:cubicBezTo>
                    <a:pt x="7" y="65"/>
                    <a:pt x="8" y="59"/>
                    <a:pt x="9" y="53"/>
                  </a:cubicBezTo>
                  <a:cubicBezTo>
                    <a:pt x="11" y="48"/>
                    <a:pt x="12" y="44"/>
                    <a:pt x="15" y="39"/>
                  </a:cubicBezTo>
                  <a:cubicBezTo>
                    <a:pt x="17" y="36"/>
                    <a:pt x="20" y="31"/>
                    <a:pt x="23" y="28"/>
                  </a:cubicBezTo>
                  <a:cubicBezTo>
                    <a:pt x="24" y="27"/>
                    <a:pt x="27" y="27"/>
                    <a:pt x="28" y="26"/>
                  </a:cubicBezTo>
                  <a:cubicBezTo>
                    <a:pt x="29" y="24"/>
                    <a:pt x="30" y="23"/>
                    <a:pt x="31" y="21"/>
                  </a:cubicBezTo>
                  <a:cubicBezTo>
                    <a:pt x="33" y="17"/>
                    <a:pt x="38" y="16"/>
                    <a:pt x="41" y="13"/>
                  </a:cubicBezTo>
                  <a:cubicBezTo>
                    <a:pt x="46" y="8"/>
                    <a:pt x="52" y="4"/>
                    <a:pt x="57" y="1"/>
                  </a:cubicBezTo>
                </a:path>
              </a:pathLst>
            </a:custGeom>
            <a:solidFill>
              <a:srgbClr val="8249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2358" name="Freeform 681">
              <a:extLst>
                <a:ext uri="{FF2B5EF4-FFF2-40B4-BE49-F238E27FC236}">
                  <a16:creationId xmlns:a16="http://schemas.microsoft.com/office/drawing/2014/main" id="{9266EFCA-4A12-4E52-BE04-7C7DFF231C27}"/>
                </a:ext>
              </a:extLst>
            </p:cNvPr>
            <p:cNvSpPr>
              <a:spLocks/>
            </p:cNvSpPr>
            <p:nvPr/>
          </p:nvSpPr>
          <p:spPr bwMode="auto">
            <a:xfrm>
              <a:off x="635" y="1749"/>
              <a:ext cx="79" cy="155"/>
            </a:xfrm>
            <a:custGeom>
              <a:avLst/>
              <a:gdLst>
                <a:gd name="T0" fmla="*/ 205 w 49"/>
                <a:gd name="T1" fmla="*/ 107 h 97"/>
                <a:gd name="T2" fmla="*/ 90 w 49"/>
                <a:gd name="T3" fmla="*/ 89 h 97"/>
                <a:gd name="T4" fmla="*/ 13 w 49"/>
                <a:gd name="T5" fmla="*/ 0 h 97"/>
                <a:gd name="T6" fmla="*/ 0 w 49"/>
                <a:gd name="T7" fmla="*/ 213 h 97"/>
                <a:gd name="T8" fmla="*/ 13 w 49"/>
                <a:gd name="T9" fmla="*/ 396 h 97"/>
                <a:gd name="T10" fmla="*/ 13 w 49"/>
                <a:gd name="T11" fmla="*/ 289 h 97"/>
                <a:gd name="T12" fmla="*/ 16 w 49"/>
                <a:gd name="T13" fmla="*/ 176 h 97"/>
                <a:gd name="T14" fmla="*/ 71 w 49"/>
                <a:gd name="T15" fmla="*/ 115 h 97"/>
                <a:gd name="T16" fmla="*/ 198 w 49"/>
                <a:gd name="T17" fmla="*/ 102 h 9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9" h="97">
                  <a:moveTo>
                    <a:pt x="49" y="26"/>
                  </a:moveTo>
                  <a:cubicBezTo>
                    <a:pt x="41" y="25"/>
                    <a:pt x="30" y="24"/>
                    <a:pt x="22" y="22"/>
                  </a:cubicBezTo>
                  <a:cubicBezTo>
                    <a:pt x="11" y="19"/>
                    <a:pt x="7" y="9"/>
                    <a:pt x="3" y="0"/>
                  </a:cubicBezTo>
                  <a:cubicBezTo>
                    <a:pt x="3" y="17"/>
                    <a:pt x="0" y="34"/>
                    <a:pt x="0" y="52"/>
                  </a:cubicBezTo>
                  <a:cubicBezTo>
                    <a:pt x="0" y="67"/>
                    <a:pt x="3" y="82"/>
                    <a:pt x="3" y="97"/>
                  </a:cubicBezTo>
                  <a:cubicBezTo>
                    <a:pt x="0" y="89"/>
                    <a:pt x="2" y="79"/>
                    <a:pt x="3" y="71"/>
                  </a:cubicBezTo>
                  <a:cubicBezTo>
                    <a:pt x="4" y="62"/>
                    <a:pt x="4" y="53"/>
                    <a:pt x="4" y="43"/>
                  </a:cubicBezTo>
                  <a:cubicBezTo>
                    <a:pt x="5" y="35"/>
                    <a:pt x="8" y="26"/>
                    <a:pt x="17" y="28"/>
                  </a:cubicBezTo>
                  <a:cubicBezTo>
                    <a:pt x="28" y="30"/>
                    <a:pt x="37" y="30"/>
                    <a:pt x="47" y="25"/>
                  </a:cubicBezTo>
                </a:path>
              </a:pathLst>
            </a:custGeom>
            <a:solidFill>
              <a:srgbClr val="9357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2359" name="Freeform 682">
              <a:extLst>
                <a:ext uri="{FF2B5EF4-FFF2-40B4-BE49-F238E27FC236}">
                  <a16:creationId xmlns:a16="http://schemas.microsoft.com/office/drawing/2014/main" id="{4BFDD322-6DAF-4958-AF16-08399291A3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1" y="1763"/>
              <a:ext cx="103" cy="140"/>
            </a:xfrm>
            <a:custGeom>
              <a:avLst/>
              <a:gdLst>
                <a:gd name="T0" fmla="*/ 0 w 64"/>
                <a:gd name="T1" fmla="*/ 68 h 87"/>
                <a:gd name="T2" fmla="*/ 60 w 64"/>
                <a:gd name="T3" fmla="*/ 82 h 87"/>
                <a:gd name="T4" fmla="*/ 166 w 64"/>
                <a:gd name="T5" fmla="*/ 68 h 87"/>
                <a:gd name="T6" fmla="*/ 262 w 64"/>
                <a:gd name="T7" fmla="*/ 0 h 87"/>
                <a:gd name="T8" fmla="*/ 254 w 64"/>
                <a:gd name="T9" fmla="*/ 191 h 87"/>
                <a:gd name="T10" fmla="*/ 246 w 64"/>
                <a:gd name="T11" fmla="*/ 362 h 87"/>
                <a:gd name="T12" fmla="*/ 241 w 64"/>
                <a:gd name="T13" fmla="*/ 262 h 87"/>
                <a:gd name="T14" fmla="*/ 233 w 64"/>
                <a:gd name="T15" fmla="*/ 166 h 87"/>
                <a:gd name="T16" fmla="*/ 230 w 64"/>
                <a:gd name="T17" fmla="*/ 101 h 87"/>
                <a:gd name="T18" fmla="*/ 212 w 64"/>
                <a:gd name="T19" fmla="*/ 82 h 87"/>
                <a:gd name="T20" fmla="*/ 166 w 64"/>
                <a:gd name="T21" fmla="*/ 103 h 87"/>
                <a:gd name="T22" fmla="*/ 97 w 64"/>
                <a:gd name="T23" fmla="*/ 101 h 87"/>
                <a:gd name="T24" fmla="*/ 5 w 64"/>
                <a:gd name="T25" fmla="*/ 82 h 8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4" h="87">
                  <a:moveTo>
                    <a:pt x="0" y="16"/>
                  </a:moveTo>
                  <a:cubicBezTo>
                    <a:pt x="5" y="15"/>
                    <a:pt x="9" y="19"/>
                    <a:pt x="14" y="20"/>
                  </a:cubicBezTo>
                  <a:cubicBezTo>
                    <a:pt x="23" y="22"/>
                    <a:pt x="32" y="19"/>
                    <a:pt x="40" y="16"/>
                  </a:cubicBezTo>
                  <a:cubicBezTo>
                    <a:pt x="49" y="12"/>
                    <a:pt x="55" y="5"/>
                    <a:pt x="63" y="0"/>
                  </a:cubicBezTo>
                  <a:cubicBezTo>
                    <a:pt x="64" y="15"/>
                    <a:pt x="62" y="31"/>
                    <a:pt x="61" y="46"/>
                  </a:cubicBezTo>
                  <a:cubicBezTo>
                    <a:pt x="61" y="60"/>
                    <a:pt x="60" y="73"/>
                    <a:pt x="59" y="87"/>
                  </a:cubicBezTo>
                  <a:cubicBezTo>
                    <a:pt x="56" y="81"/>
                    <a:pt x="59" y="70"/>
                    <a:pt x="58" y="63"/>
                  </a:cubicBezTo>
                  <a:cubicBezTo>
                    <a:pt x="58" y="56"/>
                    <a:pt x="56" y="48"/>
                    <a:pt x="56" y="40"/>
                  </a:cubicBezTo>
                  <a:cubicBezTo>
                    <a:pt x="55" y="34"/>
                    <a:pt x="57" y="29"/>
                    <a:pt x="55" y="24"/>
                  </a:cubicBezTo>
                  <a:cubicBezTo>
                    <a:pt x="54" y="19"/>
                    <a:pt x="55" y="19"/>
                    <a:pt x="51" y="20"/>
                  </a:cubicBezTo>
                  <a:cubicBezTo>
                    <a:pt x="48" y="20"/>
                    <a:pt x="44" y="24"/>
                    <a:pt x="40" y="25"/>
                  </a:cubicBezTo>
                  <a:cubicBezTo>
                    <a:pt x="35" y="26"/>
                    <a:pt x="29" y="24"/>
                    <a:pt x="23" y="24"/>
                  </a:cubicBezTo>
                  <a:cubicBezTo>
                    <a:pt x="16" y="24"/>
                    <a:pt x="8" y="22"/>
                    <a:pt x="1" y="20"/>
                  </a:cubicBezTo>
                </a:path>
              </a:pathLst>
            </a:custGeom>
            <a:solidFill>
              <a:srgbClr val="8249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</p:grpSp>
      <p:grpSp>
        <p:nvGrpSpPr>
          <p:cNvPr id="41991" name="Elderly-Dark-Skinned-Male-Illustration">
            <a:extLst>
              <a:ext uri="{FF2B5EF4-FFF2-40B4-BE49-F238E27FC236}">
                <a16:creationId xmlns:a16="http://schemas.microsoft.com/office/drawing/2014/main" id="{DD528C18-681A-4984-828B-88C0D7112462}"/>
              </a:ext>
            </a:extLst>
          </p:cNvPr>
          <p:cNvGrpSpPr>
            <a:grpSpLocks/>
          </p:cNvGrpSpPr>
          <p:nvPr/>
        </p:nvGrpSpPr>
        <p:grpSpPr bwMode="auto">
          <a:xfrm>
            <a:off x="6400800" y="1192213"/>
            <a:ext cx="1584325" cy="5262562"/>
            <a:chOff x="3168" y="720"/>
            <a:chExt cx="998" cy="3315"/>
          </a:xfrm>
        </p:grpSpPr>
        <p:grpSp>
          <p:nvGrpSpPr>
            <p:cNvPr id="42115" name="Group 684">
              <a:extLst>
                <a:ext uri="{FF2B5EF4-FFF2-40B4-BE49-F238E27FC236}">
                  <a16:creationId xmlns:a16="http://schemas.microsoft.com/office/drawing/2014/main" id="{03830884-949B-4BEC-9163-5848A9F2740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168" y="720"/>
              <a:ext cx="998" cy="3315"/>
              <a:chOff x="3168" y="720"/>
              <a:chExt cx="998" cy="3315"/>
            </a:xfrm>
          </p:grpSpPr>
          <p:sp>
            <p:nvSpPr>
              <p:cNvPr id="42130" name="Freeform 685">
                <a:extLst>
                  <a:ext uri="{FF2B5EF4-FFF2-40B4-BE49-F238E27FC236}">
                    <a16:creationId xmlns:a16="http://schemas.microsoft.com/office/drawing/2014/main" id="{580E0023-D38B-4D17-969E-35CCE83A22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8" y="1033"/>
                <a:ext cx="998" cy="3002"/>
              </a:xfrm>
              <a:custGeom>
                <a:avLst/>
                <a:gdLst>
                  <a:gd name="T0" fmla="*/ 2285 w 653"/>
                  <a:gd name="T1" fmla="*/ 2613 h 1969"/>
                  <a:gd name="T2" fmla="*/ 2109 w 653"/>
                  <a:gd name="T3" fmla="*/ 1201 h 1969"/>
                  <a:gd name="T4" fmla="*/ 1460 w 653"/>
                  <a:gd name="T5" fmla="*/ 377 h 1969"/>
                  <a:gd name="T6" fmla="*/ 845 w 653"/>
                  <a:gd name="T7" fmla="*/ 390 h 1969"/>
                  <a:gd name="T8" fmla="*/ 194 w 653"/>
                  <a:gd name="T9" fmla="*/ 1268 h 1969"/>
                  <a:gd name="T10" fmla="*/ 40 w 653"/>
                  <a:gd name="T11" fmla="*/ 2613 h 1969"/>
                  <a:gd name="T12" fmla="*/ 0 w 653"/>
                  <a:gd name="T13" fmla="*/ 3034 h 1969"/>
                  <a:gd name="T14" fmla="*/ 66 w 653"/>
                  <a:gd name="T15" fmla="*/ 3514 h 1969"/>
                  <a:gd name="T16" fmla="*/ 257 w 653"/>
                  <a:gd name="T17" fmla="*/ 3722 h 1969"/>
                  <a:gd name="T18" fmla="*/ 283 w 653"/>
                  <a:gd name="T19" fmla="*/ 3694 h 1969"/>
                  <a:gd name="T20" fmla="*/ 359 w 653"/>
                  <a:gd name="T21" fmla="*/ 3690 h 1969"/>
                  <a:gd name="T22" fmla="*/ 374 w 653"/>
                  <a:gd name="T23" fmla="*/ 3636 h 1969"/>
                  <a:gd name="T24" fmla="*/ 284 w 653"/>
                  <a:gd name="T25" fmla="*/ 3519 h 1969"/>
                  <a:gd name="T26" fmla="*/ 235 w 653"/>
                  <a:gd name="T27" fmla="*/ 3484 h 1969"/>
                  <a:gd name="T28" fmla="*/ 225 w 653"/>
                  <a:gd name="T29" fmla="*/ 3264 h 1969"/>
                  <a:gd name="T30" fmla="*/ 390 w 653"/>
                  <a:gd name="T31" fmla="*/ 3385 h 1969"/>
                  <a:gd name="T32" fmla="*/ 203 w 653"/>
                  <a:gd name="T33" fmla="*/ 2987 h 1969"/>
                  <a:gd name="T34" fmla="*/ 194 w 653"/>
                  <a:gd name="T35" fmla="*/ 2964 h 1969"/>
                  <a:gd name="T36" fmla="*/ 403 w 653"/>
                  <a:gd name="T37" fmla="*/ 2006 h 1969"/>
                  <a:gd name="T38" fmla="*/ 458 w 653"/>
                  <a:gd name="T39" fmla="*/ 1499 h 1969"/>
                  <a:gd name="T40" fmla="*/ 500 w 653"/>
                  <a:gd name="T41" fmla="*/ 2052 h 1969"/>
                  <a:gd name="T42" fmla="*/ 588 w 653"/>
                  <a:gd name="T43" fmla="*/ 4493 h 1969"/>
                  <a:gd name="T44" fmla="*/ 601 w 653"/>
                  <a:gd name="T45" fmla="*/ 5560 h 1969"/>
                  <a:gd name="T46" fmla="*/ 676 w 653"/>
                  <a:gd name="T47" fmla="*/ 6510 h 1969"/>
                  <a:gd name="T48" fmla="*/ 521 w 653"/>
                  <a:gd name="T49" fmla="*/ 6797 h 1969"/>
                  <a:gd name="T50" fmla="*/ 518 w 653"/>
                  <a:gd name="T51" fmla="*/ 6872 h 1969"/>
                  <a:gd name="T52" fmla="*/ 561 w 653"/>
                  <a:gd name="T53" fmla="*/ 6911 h 1969"/>
                  <a:gd name="T54" fmla="*/ 703 w 653"/>
                  <a:gd name="T55" fmla="*/ 6937 h 1969"/>
                  <a:gd name="T56" fmla="*/ 859 w 653"/>
                  <a:gd name="T57" fmla="*/ 6849 h 1969"/>
                  <a:gd name="T58" fmla="*/ 867 w 653"/>
                  <a:gd name="T59" fmla="*/ 6452 h 1969"/>
                  <a:gd name="T60" fmla="*/ 928 w 653"/>
                  <a:gd name="T61" fmla="*/ 5836 h 1969"/>
                  <a:gd name="T62" fmla="*/ 1026 w 653"/>
                  <a:gd name="T63" fmla="*/ 4745 h 1969"/>
                  <a:gd name="T64" fmla="*/ 1243 w 653"/>
                  <a:gd name="T65" fmla="*/ 3464 h 1969"/>
                  <a:gd name="T66" fmla="*/ 1285 w 653"/>
                  <a:gd name="T67" fmla="*/ 4857 h 1969"/>
                  <a:gd name="T68" fmla="*/ 1359 w 653"/>
                  <a:gd name="T69" fmla="*/ 5884 h 1969"/>
                  <a:gd name="T70" fmla="*/ 1406 w 653"/>
                  <a:gd name="T71" fmla="*/ 6673 h 1969"/>
                  <a:gd name="T72" fmla="*/ 1453 w 653"/>
                  <a:gd name="T73" fmla="*/ 6917 h 1969"/>
                  <a:gd name="T74" fmla="*/ 1663 w 653"/>
                  <a:gd name="T75" fmla="*/ 6943 h 1969"/>
                  <a:gd name="T76" fmla="*/ 1736 w 653"/>
                  <a:gd name="T77" fmla="*/ 6916 h 1969"/>
                  <a:gd name="T78" fmla="*/ 1776 w 653"/>
                  <a:gd name="T79" fmla="*/ 6872 h 1969"/>
                  <a:gd name="T80" fmla="*/ 1736 w 653"/>
                  <a:gd name="T81" fmla="*/ 6740 h 1969"/>
                  <a:gd name="T82" fmla="*/ 1623 w 653"/>
                  <a:gd name="T83" fmla="*/ 6399 h 1969"/>
                  <a:gd name="T84" fmla="*/ 1681 w 653"/>
                  <a:gd name="T85" fmla="*/ 4972 h 1969"/>
                  <a:gd name="T86" fmla="*/ 1803 w 653"/>
                  <a:gd name="T87" fmla="*/ 3147 h 1969"/>
                  <a:gd name="T88" fmla="*/ 1810 w 653"/>
                  <a:gd name="T89" fmla="*/ 1729 h 1969"/>
                  <a:gd name="T90" fmla="*/ 1860 w 653"/>
                  <a:gd name="T91" fmla="*/ 1576 h 1969"/>
                  <a:gd name="T92" fmla="*/ 1981 w 653"/>
                  <a:gd name="T93" fmla="*/ 2339 h 1969"/>
                  <a:gd name="T94" fmla="*/ 2117 w 653"/>
                  <a:gd name="T95" fmla="*/ 2965 h 1969"/>
                  <a:gd name="T96" fmla="*/ 1927 w 653"/>
                  <a:gd name="T97" fmla="*/ 3359 h 1969"/>
                  <a:gd name="T98" fmla="*/ 2101 w 653"/>
                  <a:gd name="T99" fmla="*/ 3331 h 1969"/>
                  <a:gd name="T100" fmla="*/ 2034 w 653"/>
                  <a:gd name="T101" fmla="*/ 3494 h 1969"/>
                  <a:gd name="T102" fmla="*/ 1972 w 653"/>
                  <a:gd name="T103" fmla="*/ 3615 h 1969"/>
                  <a:gd name="T104" fmla="*/ 2039 w 653"/>
                  <a:gd name="T105" fmla="*/ 3668 h 1969"/>
                  <a:gd name="T106" fmla="*/ 2192 w 653"/>
                  <a:gd name="T107" fmla="*/ 3612 h 1969"/>
                  <a:gd name="T108" fmla="*/ 2303 w 653"/>
                  <a:gd name="T109" fmla="*/ 3240 h 1969"/>
                  <a:gd name="T110" fmla="*/ 2312 w 653"/>
                  <a:gd name="T111" fmla="*/ 2906 h 1969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0" t="0" r="r" b="b"/>
                <a:pathLst>
                  <a:path w="653" h="1969">
                    <a:moveTo>
                      <a:pt x="648" y="820"/>
                    </a:moveTo>
                    <a:cubicBezTo>
                      <a:pt x="646" y="811"/>
                      <a:pt x="646" y="802"/>
                      <a:pt x="644" y="791"/>
                    </a:cubicBezTo>
                    <a:cubicBezTo>
                      <a:pt x="641" y="779"/>
                      <a:pt x="641" y="754"/>
                      <a:pt x="640" y="737"/>
                    </a:cubicBezTo>
                    <a:cubicBezTo>
                      <a:pt x="639" y="708"/>
                      <a:pt x="639" y="595"/>
                      <a:pt x="623" y="554"/>
                    </a:cubicBezTo>
                    <a:cubicBezTo>
                      <a:pt x="619" y="541"/>
                      <a:pt x="616" y="521"/>
                      <a:pt x="616" y="491"/>
                    </a:cubicBezTo>
                    <a:cubicBezTo>
                      <a:pt x="607" y="410"/>
                      <a:pt x="590" y="364"/>
                      <a:pt x="591" y="339"/>
                    </a:cubicBezTo>
                    <a:cubicBezTo>
                      <a:pt x="590" y="299"/>
                      <a:pt x="568" y="252"/>
                      <a:pt x="558" y="230"/>
                    </a:cubicBezTo>
                    <a:cubicBezTo>
                      <a:pt x="545" y="202"/>
                      <a:pt x="494" y="162"/>
                      <a:pt x="480" y="156"/>
                    </a:cubicBezTo>
                    <a:cubicBezTo>
                      <a:pt x="474" y="153"/>
                      <a:pt x="439" y="125"/>
                      <a:pt x="409" y="106"/>
                    </a:cubicBezTo>
                    <a:cubicBezTo>
                      <a:pt x="378" y="79"/>
                      <a:pt x="389" y="14"/>
                      <a:pt x="389" y="1"/>
                    </a:cubicBezTo>
                    <a:cubicBezTo>
                      <a:pt x="251" y="0"/>
                      <a:pt x="251" y="0"/>
                      <a:pt x="251" y="0"/>
                    </a:cubicBezTo>
                    <a:cubicBezTo>
                      <a:pt x="252" y="16"/>
                      <a:pt x="265" y="79"/>
                      <a:pt x="237" y="110"/>
                    </a:cubicBezTo>
                    <a:cubicBezTo>
                      <a:pt x="226" y="116"/>
                      <a:pt x="162" y="168"/>
                      <a:pt x="145" y="175"/>
                    </a:cubicBezTo>
                    <a:cubicBezTo>
                      <a:pt x="115" y="188"/>
                      <a:pt x="80" y="245"/>
                      <a:pt x="71" y="287"/>
                    </a:cubicBezTo>
                    <a:cubicBezTo>
                      <a:pt x="67" y="306"/>
                      <a:pt x="54" y="346"/>
                      <a:pt x="54" y="358"/>
                    </a:cubicBezTo>
                    <a:cubicBezTo>
                      <a:pt x="55" y="383"/>
                      <a:pt x="42" y="399"/>
                      <a:pt x="35" y="491"/>
                    </a:cubicBezTo>
                    <a:cubicBezTo>
                      <a:pt x="35" y="521"/>
                      <a:pt x="32" y="541"/>
                      <a:pt x="29" y="554"/>
                    </a:cubicBezTo>
                    <a:cubicBezTo>
                      <a:pt x="12" y="595"/>
                      <a:pt x="13" y="708"/>
                      <a:pt x="11" y="737"/>
                    </a:cubicBezTo>
                    <a:cubicBezTo>
                      <a:pt x="11" y="754"/>
                      <a:pt x="11" y="779"/>
                      <a:pt x="8" y="791"/>
                    </a:cubicBezTo>
                    <a:cubicBezTo>
                      <a:pt x="5" y="803"/>
                      <a:pt x="7" y="814"/>
                      <a:pt x="4" y="825"/>
                    </a:cubicBezTo>
                    <a:cubicBezTo>
                      <a:pt x="1" y="835"/>
                      <a:pt x="0" y="849"/>
                      <a:pt x="0" y="856"/>
                    </a:cubicBezTo>
                    <a:cubicBezTo>
                      <a:pt x="0" y="856"/>
                      <a:pt x="7" y="906"/>
                      <a:pt x="5" y="921"/>
                    </a:cubicBezTo>
                    <a:cubicBezTo>
                      <a:pt x="2" y="937"/>
                      <a:pt x="4" y="946"/>
                      <a:pt x="5" y="956"/>
                    </a:cubicBezTo>
                    <a:cubicBezTo>
                      <a:pt x="6" y="965"/>
                      <a:pt x="15" y="980"/>
                      <a:pt x="18" y="992"/>
                    </a:cubicBezTo>
                    <a:cubicBezTo>
                      <a:pt x="23" y="1017"/>
                      <a:pt x="31" y="1018"/>
                      <a:pt x="36" y="1026"/>
                    </a:cubicBezTo>
                    <a:cubicBezTo>
                      <a:pt x="41" y="1034"/>
                      <a:pt x="55" y="1040"/>
                      <a:pt x="57" y="1043"/>
                    </a:cubicBezTo>
                    <a:cubicBezTo>
                      <a:pt x="59" y="1046"/>
                      <a:pt x="66" y="1051"/>
                      <a:pt x="72" y="1050"/>
                    </a:cubicBezTo>
                    <a:cubicBezTo>
                      <a:pt x="73" y="1050"/>
                      <a:pt x="73" y="1050"/>
                      <a:pt x="73" y="1050"/>
                    </a:cubicBezTo>
                    <a:cubicBezTo>
                      <a:pt x="73" y="1050"/>
                      <a:pt x="73" y="1050"/>
                      <a:pt x="73" y="1050"/>
                    </a:cubicBezTo>
                    <a:cubicBezTo>
                      <a:pt x="79" y="1050"/>
                      <a:pt x="79" y="1043"/>
                      <a:pt x="79" y="1042"/>
                    </a:cubicBezTo>
                    <a:cubicBezTo>
                      <a:pt x="79" y="1042"/>
                      <a:pt x="81" y="1042"/>
                      <a:pt x="84" y="1042"/>
                    </a:cubicBezTo>
                    <a:cubicBezTo>
                      <a:pt x="86" y="1042"/>
                      <a:pt x="95" y="1043"/>
                      <a:pt x="99" y="1042"/>
                    </a:cubicBezTo>
                    <a:cubicBezTo>
                      <a:pt x="100" y="1041"/>
                      <a:pt x="101" y="1041"/>
                      <a:pt x="101" y="1041"/>
                    </a:cubicBezTo>
                    <a:cubicBezTo>
                      <a:pt x="108" y="1034"/>
                      <a:pt x="99" y="1027"/>
                      <a:pt x="98" y="1027"/>
                    </a:cubicBezTo>
                    <a:cubicBezTo>
                      <a:pt x="105" y="1026"/>
                      <a:pt x="105" y="1026"/>
                      <a:pt x="105" y="1026"/>
                    </a:cubicBezTo>
                    <a:cubicBezTo>
                      <a:pt x="105" y="1026"/>
                      <a:pt x="105" y="1026"/>
                      <a:pt x="105" y="1026"/>
                    </a:cubicBezTo>
                    <a:cubicBezTo>
                      <a:pt x="105" y="1026"/>
                      <a:pt x="105" y="1026"/>
                      <a:pt x="105" y="1026"/>
                    </a:cubicBezTo>
                    <a:cubicBezTo>
                      <a:pt x="114" y="1020"/>
                      <a:pt x="103" y="1011"/>
                      <a:pt x="103" y="1011"/>
                    </a:cubicBezTo>
                    <a:cubicBezTo>
                      <a:pt x="104" y="993"/>
                      <a:pt x="82" y="997"/>
                      <a:pt x="80" y="993"/>
                    </a:cubicBezTo>
                    <a:cubicBezTo>
                      <a:pt x="78" y="991"/>
                      <a:pt x="77" y="990"/>
                      <a:pt x="76" y="990"/>
                    </a:cubicBezTo>
                    <a:cubicBezTo>
                      <a:pt x="71" y="984"/>
                      <a:pt x="67" y="983"/>
                      <a:pt x="66" y="983"/>
                    </a:cubicBezTo>
                    <a:cubicBezTo>
                      <a:pt x="66" y="983"/>
                      <a:pt x="66" y="983"/>
                      <a:pt x="66" y="983"/>
                    </a:cubicBezTo>
                    <a:cubicBezTo>
                      <a:pt x="64" y="973"/>
                      <a:pt x="60" y="971"/>
                      <a:pt x="61" y="969"/>
                    </a:cubicBezTo>
                    <a:cubicBezTo>
                      <a:pt x="66" y="961"/>
                      <a:pt x="58" y="952"/>
                      <a:pt x="61" y="947"/>
                    </a:cubicBezTo>
                    <a:cubicBezTo>
                      <a:pt x="64" y="942"/>
                      <a:pt x="63" y="924"/>
                      <a:pt x="63" y="921"/>
                    </a:cubicBezTo>
                    <a:cubicBezTo>
                      <a:pt x="65" y="922"/>
                      <a:pt x="71" y="925"/>
                      <a:pt x="75" y="934"/>
                    </a:cubicBezTo>
                    <a:cubicBezTo>
                      <a:pt x="78" y="944"/>
                      <a:pt x="94" y="962"/>
                      <a:pt x="107" y="957"/>
                    </a:cubicBezTo>
                    <a:cubicBezTo>
                      <a:pt x="108" y="956"/>
                      <a:pt x="109" y="956"/>
                      <a:pt x="109" y="955"/>
                    </a:cubicBezTo>
                    <a:cubicBezTo>
                      <a:pt x="123" y="946"/>
                      <a:pt x="104" y="921"/>
                      <a:pt x="93" y="911"/>
                    </a:cubicBezTo>
                    <a:cubicBezTo>
                      <a:pt x="82" y="900"/>
                      <a:pt x="74" y="877"/>
                      <a:pt x="66" y="869"/>
                    </a:cubicBezTo>
                    <a:cubicBezTo>
                      <a:pt x="58" y="861"/>
                      <a:pt x="57" y="843"/>
                      <a:pt x="57" y="843"/>
                    </a:cubicBezTo>
                    <a:cubicBezTo>
                      <a:pt x="56" y="842"/>
                      <a:pt x="56" y="842"/>
                      <a:pt x="56" y="842"/>
                    </a:cubicBezTo>
                    <a:cubicBezTo>
                      <a:pt x="56" y="842"/>
                      <a:pt x="55" y="842"/>
                      <a:pt x="55" y="842"/>
                    </a:cubicBezTo>
                    <a:cubicBezTo>
                      <a:pt x="54" y="840"/>
                      <a:pt x="53" y="838"/>
                      <a:pt x="54" y="836"/>
                    </a:cubicBezTo>
                    <a:cubicBezTo>
                      <a:pt x="55" y="833"/>
                      <a:pt x="58" y="821"/>
                      <a:pt x="60" y="808"/>
                    </a:cubicBezTo>
                    <a:cubicBezTo>
                      <a:pt x="62" y="796"/>
                      <a:pt x="90" y="686"/>
                      <a:pt x="94" y="662"/>
                    </a:cubicBezTo>
                    <a:cubicBezTo>
                      <a:pt x="102" y="616"/>
                      <a:pt x="117" y="598"/>
                      <a:pt x="113" y="566"/>
                    </a:cubicBezTo>
                    <a:cubicBezTo>
                      <a:pt x="113" y="542"/>
                      <a:pt x="122" y="479"/>
                      <a:pt x="124" y="467"/>
                    </a:cubicBezTo>
                    <a:cubicBezTo>
                      <a:pt x="125" y="465"/>
                      <a:pt x="125" y="453"/>
                      <a:pt x="126" y="445"/>
                    </a:cubicBezTo>
                    <a:cubicBezTo>
                      <a:pt x="127" y="441"/>
                      <a:pt x="128" y="433"/>
                      <a:pt x="128" y="423"/>
                    </a:cubicBezTo>
                    <a:cubicBezTo>
                      <a:pt x="128" y="424"/>
                      <a:pt x="128" y="424"/>
                      <a:pt x="128" y="424"/>
                    </a:cubicBezTo>
                    <a:cubicBezTo>
                      <a:pt x="129" y="435"/>
                      <a:pt x="139" y="458"/>
                      <a:pt x="141" y="487"/>
                    </a:cubicBezTo>
                    <a:cubicBezTo>
                      <a:pt x="139" y="522"/>
                      <a:pt x="139" y="561"/>
                      <a:pt x="140" y="579"/>
                    </a:cubicBezTo>
                    <a:cubicBezTo>
                      <a:pt x="111" y="721"/>
                      <a:pt x="129" y="796"/>
                      <a:pt x="128" y="824"/>
                    </a:cubicBezTo>
                    <a:cubicBezTo>
                      <a:pt x="127" y="858"/>
                      <a:pt x="143" y="866"/>
                      <a:pt x="142" y="897"/>
                    </a:cubicBezTo>
                    <a:cubicBezTo>
                      <a:pt x="165" y="1268"/>
                      <a:pt x="165" y="1268"/>
                      <a:pt x="165" y="1268"/>
                    </a:cubicBezTo>
                    <a:cubicBezTo>
                      <a:pt x="165" y="1280"/>
                      <a:pt x="163" y="1320"/>
                      <a:pt x="167" y="1341"/>
                    </a:cubicBezTo>
                    <a:cubicBezTo>
                      <a:pt x="168" y="1346"/>
                      <a:pt x="175" y="1370"/>
                      <a:pt x="176" y="1403"/>
                    </a:cubicBezTo>
                    <a:cubicBezTo>
                      <a:pt x="177" y="1456"/>
                      <a:pt x="166" y="1531"/>
                      <a:pt x="168" y="1569"/>
                    </a:cubicBezTo>
                    <a:cubicBezTo>
                      <a:pt x="170" y="1631"/>
                      <a:pt x="169" y="1686"/>
                      <a:pt x="179" y="1726"/>
                    </a:cubicBezTo>
                    <a:cubicBezTo>
                      <a:pt x="186" y="1766"/>
                      <a:pt x="189" y="1798"/>
                      <a:pt x="187" y="1806"/>
                    </a:cubicBezTo>
                    <a:cubicBezTo>
                      <a:pt x="186" y="1812"/>
                      <a:pt x="185" y="1826"/>
                      <a:pt x="189" y="1837"/>
                    </a:cubicBezTo>
                    <a:cubicBezTo>
                      <a:pt x="189" y="1838"/>
                      <a:pt x="176" y="1878"/>
                      <a:pt x="169" y="1885"/>
                    </a:cubicBezTo>
                    <a:cubicBezTo>
                      <a:pt x="163" y="1892"/>
                      <a:pt x="161" y="1898"/>
                      <a:pt x="156" y="1902"/>
                    </a:cubicBezTo>
                    <a:cubicBezTo>
                      <a:pt x="151" y="1906"/>
                      <a:pt x="148" y="1910"/>
                      <a:pt x="146" y="1918"/>
                    </a:cubicBezTo>
                    <a:cubicBezTo>
                      <a:pt x="145" y="1924"/>
                      <a:pt x="139" y="1933"/>
                      <a:pt x="143" y="1938"/>
                    </a:cubicBezTo>
                    <a:cubicBezTo>
                      <a:pt x="144" y="1938"/>
                      <a:pt x="144" y="1939"/>
                      <a:pt x="145" y="1939"/>
                    </a:cubicBezTo>
                    <a:cubicBezTo>
                      <a:pt x="145" y="1939"/>
                      <a:pt x="145" y="1939"/>
                      <a:pt x="145" y="1939"/>
                    </a:cubicBezTo>
                    <a:cubicBezTo>
                      <a:pt x="145" y="1941"/>
                      <a:pt x="145" y="1943"/>
                      <a:pt x="146" y="1945"/>
                    </a:cubicBezTo>
                    <a:cubicBezTo>
                      <a:pt x="148" y="1950"/>
                      <a:pt x="152" y="1951"/>
                      <a:pt x="156" y="1951"/>
                    </a:cubicBezTo>
                    <a:cubicBezTo>
                      <a:pt x="157" y="1950"/>
                      <a:pt x="157" y="1950"/>
                      <a:pt x="157" y="1950"/>
                    </a:cubicBezTo>
                    <a:cubicBezTo>
                      <a:pt x="157" y="1952"/>
                      <a:pt x="157" y="1953"/>
                      <a:pt x="158" y="1955"/>
                    </a:cubicBezTo>
                    <a:cubicBezTo>
                      <a:pt x="162" y="1962"/>
                      <a:pt x="172" y="1965"/>
                      <a:pt x="176" y="1959"/>
                    </a:cubicBezTo>
                    <a:cubicBezTo>
                      <a:pt x="182" y="1964"/>
                      <a:pt x="193" y="1964"/>
                      <a:pt x="197" y="1957"/>
                    </a:cubicBezTo>
                    <a:cubicBezTo>
                      <a:pt x="200" y="1969"/>
                      <a:pt x="212" y="1967"/>
                      <a:pt x="220" y="1965"/>
                    </a:cubicBezTo>
                    <a:cubicBezTo>
                      <a:pt x="227" y="1963"/>
                      <a:pt x="230" y="1956"/>
                      <a:pt x="235" y="1952"/>
                    </a:cubicBezTo>
                    <a:cubicBezTo>
                      <a:pt x="239" y="1947"/>
                      <a:pt x="242" y="1943"/>
                      <a:pt x="241" y="1932"/>
                    </a:cubicBezTo>
                    <a:cubicBezTo>
                      <a:pt x="240" y="1920"/>
                      <a:pt x="241" y="1920"/>
                      <a:pt x="242" y="1906"/>
                    </a:cubicBezTo>
                    <a:cubicBezTo>
                      <a:pt x="242" y="1898"/>
                      <a:pt x="247" y="1896"/>
                      <a:pt x="248" y="1883"/>
                    </a:cubicBezTo>
                    <a:cubicBezTo>
                      <a:pt x="248" y="1872"/>
                      <a:pt x="242" y="1827"/>
                      <a:pt x="243" y="1821"/>
                    </a:cubicBezTo>
                    <a:cubicBezTo>
                      <a:pt x="244" y="1807"/>
                      <a:pt x="246" y="1796"/>
                      <a:pt x="244" y="1772"/>
                    </a:cubicBezTo>
                    <a:cubicBezTo>
                      <a:pt x="241" y="1749"/>
                      <a:pt x="257" y="1662"/>
                      <a:pt x="261" y="1646"/>
                    </a:cubicBezTo>
                    <a:cubicBezTo>
                      <a:pt x="260" y="1647"/>
                      <a:pt x="260" y="1647"/>
                      <a:pt x="260" y="1647"/>
                    </a:cubicBezTo>
                    <a:cubicBezTo>
                      <a:pt x="265" y="1625"/>
                      <a:pt x="282" y="1552"/>
                      <a:pt x="281" y="1503"/>
                    </a:cubicBezTo>
                    <a:cubicBezTo>
                      <a:pt x="280" y="1471"/>
                      <a:pt x="287" y="1394"/>
                      <a:pt x="287" y="1371"/>
                    </a:cubicBezTo>
                    <a:cubicBezTo>
                      <a:pt x="287" y="1367"/>
                      <a:pt x="288" y="1343"/>
                      <a:pt x="287" y="1339"/>
                    </a:cubicBezTo>
                    <a:cubicBezTo>
                      <a:pt x="281" y="1305"/>
                      <a:pt x="298" y="1142"/>
                      <a:pt x="298" y="1140"/>
                    </a:cubicBezTo>
                    <a:cubicBezTo>
                      <a:pt x="300" y="1119"/>
                      <a:pt x="302" y="978"/>
                      <a:pt x="302" y="978"/>
                    </a:cubicBezTo>
                    <a:cubicBezTo>
                      <a:pt x="348" y="977"/>
                      <a:pt x="348" y="977"/>
                      <a:pt x="348" y="977"/>
                    </a:cubicBezTo>
                    <a:cubicBezTo>
                      <a:pt x="348" y="977"/>
                      <a:pt x="354" y="1120"/>
                      <a:pt x="356" y="1142"/>
                    </a:cubicBezTo>
                    <a:cubicBezTo>
                      <a:pt x="356" y="1144"/>
                      <a:pt x="366" y="1307"/>
                      <a:pt x="360" y="1339"/>
                    </a:cubicBezTo>
                    <a:cubicBezTo>
                      <a:pt x="359" y="1343"/>
                      <a:pt x="360" y="1367"/>
                      <a:pt x="360" y="1371"/>
                    </a:cubicBezTo>
                    <a:cubicBezTo>
                      <a:pt x="360" y="1394"/>
                      <a:pt x="368" y="1468"/>
                      <a:pt x="365" y="1500"/>
                    </a:cubicBezTo>
                    <a:cubicBezTo>
                      <a:pt x="362" y="1556"/>
                      <a:pt x="376" y="1630"/>
                      <a:pt x="381" y="1660"/>
                    </a:cubicBezTo>
                    <a:cubicBezTo>
                      <a:pt x="381" y="1660"/>
                      <a:pt x="381" y="1660"/>
                      <a:pt x="381" y="1660"/>
                    </a:cubicBezTo>
                    <a:cubicBezTo>
                      <a:pt x="384" y="1683"/>
                      <a:pt x="401" y="1750"/>
                      <a:pt x="398" y="1771"/>
                    </a:cubicBezTo>
                    <a:cubicBezTo>
                      <a:pt x="396" y="1794"/>
                      <a:pt x="397" y="1807"/>
                      <a:pt x="399" y="1821"/>
                    </a:cubicBezTo>
                    <a:cubicBezTo>
                      <a:pt x="399" y="1827"/>
                      <a:pt x="394" y="1872"/>
                      <a:pt x="394" y="1883"/>
                    </a:cubicBezTo>
                    <a:cubicBezTo>
                      <a:pt x="395" y="1896"/>
                      <a:pt x="400" y="1898"/>
                      <a:pt x="400" y="1906"/>
                    </a:cubicBezTo>
                    <a:cubicBezTo>
                      <a:pt x="401" y="1920"/>
                      <a:pt x="402" y="1920"/>
                      <a:pt x="401" y="1932"/>
                    </a:cubicBezTo>
                    <a:cubicBezTo>
                      <a:pt x="400" y="1943"/>
                      <a:pt x="403" y="1947"/>
                      <a:pt x="407" y="1952"/>
                    </a:cubicBezTo>
                    <a:cubicBezTo>
                      <a:pt x="411" y="1956"/>
                      <a:pt x="415" y="1963"/>
                      <a:pt x="422" y="1965"/>
                    </a:cubicBezTo>
                    <a:cubicBezTo>
                      <a:pt x="430" y="1967"/>
                      <a:pt x="442" y="1969"/>
                      <a:pt x="445" y="1957"/>
                    </a:cubicBezTo>
                    <a:cubicBezTo>
                      <a:pt x="449" y="1964"/>
                      <a:pt x="460" y="1964"/>
                      <a:pt x="466" y="1959"/>
                    </a:cubicBezTo>
                    <a:cubicBezTo>
                      <a:pt x="470" y="1965"/>
                      <a:pt x="480" y="1962"/>
                      <a:pt x="484" y="1955"/>
                    </a:cubicBezTo>
                    <a:cubicBezTo>
                      <a:pt x="485" y="1953"/>
                      <a:pt x="485" y="1952"/>
                      <a:pt x="485" y="1950"/>
                    </a:cubicBezTo>
                    <a:cubicBezTo>
                      <a:pt x="486" y="1951"/>
                      <a:pt x="486" y="1951"/>
                      <a:pt x="486" y="1951"/>
                    </a:cubicBezTo>
                    <a:cubicBezTo>
                      <a:pt x="490" y="1951"/>
                      <a:pt x="496" y="1949"/>
                      <a:pt x="496" y="1945"/>
                    </a:cubicBezTo>
                    <a:cubicBezTo>
                      <a:pt x="497" y="1943"/>
                      <a:pt x="497" y="1941"/>
                      <a:pt x="497" y="1939"/>
                    </a:cubicBezTo>
                    <a:cubicBezTo>
                      <a:pt x="497" y="1939"/>
                      <a:pt x="497" y="1939"/>
                      <a:pt x="497" y="1939"/>
                    </a:cubicBezTo>
                    <a:cubicBezTo>
                      <a:pt x="498" y="1939"/>
                      <a:pt x="498" y="1938"/>
                      <a:pt x="499" y="1938"/>
                    </a:cubicBezTo>
                    <a:cubicBezTo>
                      <a:pt x="503" y="1933"/>
                      <a:pt x="497" y="1924"/>
                      <a:pt x="496" y="1918"/>
                    </a:cubicBezTo>
                    <a:cubicBezTo>
                      <a:pt x="494" y="1910"/>
                      <a:pt x="491" y="1906"/>
                      <a:pt x="486" y="1902"/>
                    </a:cubicBezTo>
                    <a:cubicBezTo>
                      <a:pt x="481" y="1898"/>
                      <a:pt x="479" y="1892"/>
                      <a:pt x="473" y="1885"/>
                    </a:cubicBezTo>
                    <a:cubicBezTo>
                      <a:pt x="465" y="1878"/>
                      <a:pt x="453" y="1838"/>
                      <a:pt x="453" y="1837"/>
                    </a:cubicBezTo>
                    <a:cubicBezTo>
                      <a:pt x="457" y="1826"/>
                      <a:pt x="456" y="1812"/>
                      <a:pt x="455" y="1806"/>
                    </a:cubicBezTo>
                    <a:cubicBezTo>
                      <a:pt x="453" y="1798"/>
                      <a:pt x="456" y="1766"/>
                      <a:pt x="463" y="1726"/>
                    </a:cubicBezTo>
                    <a:cubicBezTo>
                      <a:pt x="467" y="1677"/>
                      <a:pt x="473" y="1633"/>
                      <a:pt x="476" y="1571"/>
                    </a:cubicBezTo>
                    <a:cubicBezTo>
                      <a:pt x="477" y="1539"/>
                      <a:pt x="470" y="1471"/>
                      <a:pt x="471" y="1403"/>
                    </a:cubicBezTo>
                    <a:cubicBezTo>
                      <a:pt x="472" y="1370"/>
                      <a:pt x="478" y="1346"/>
                      <a:pt x="479" y="1341"/>
                    </a:cubicBezTo>
                    <a:cubicBezTo>
                      <a:pt x="483" y="1320"/>
                      <a:pt x="478" y="1280"/>
                      <a:pt x="479" y="1268"/>
                    </a:cubicBezTo>
                    <a:cubicBezTo>
                      <a:pt x="484" y="1084"/>
                      <a:pt x="507" y="925"/>
                      <a:pt x="505" y="888"/>
                    </a:cubicBezTo>
                    <a:cubicBezTo>
                      <a:pt x="505" y="888"/>
                      <a:pt x="522" y="837"/>
                      <a:pt x="519" y="824"/>
                    </a:cubicBezTo>
                    <a:cubicBezTo>
                      <a:pt x="518" y="796"/>
                      <a:pt x="532" y="719"/>
                      <a:pt x="507" y="576"/>
                    </a:cubicBezTo>
                    <a:cubicBezTo>
                      <a:pt x="508" y="553"/>
                      <a:pt x="509" y="512"/>
                      <a:pt x="507" y="488"/>
                    </a:cubicBezTo>
                    <a:cubicBezTo>
                      <a:pt x="509" y="459"/>
                      <a:pt x="519" y="435"/>
                      <a:pt x="519" y="424"/>
                    </a:cubicBezTo>
                    <a:cubicBezTo>
                      <a:pt x="519" y="423"/>
                      <a:pt x="519" y="423"/>
                      <a:pt x="519" y="423"/>
                    </a:cubicBezTo>
                    <a:cubicBezTo>
                      <a:pt x="520" y="433"/>
                      <a:pt x="521" y="441"/>
                      <a:pt x="521" y="445"/>
                    </a:cubicBezTo>
                    <a:cubicBezTo>
                      <a:pt x="522" y="453"/>
                      <a:pt x="522" y="465"/>
                      <a:pt x="523" y="467"/>
                    </a:cubicBezTo>
                    <a:cubicBezTo>
                      <a:pt x="525" y="479"/>
                      <a:pt x="534" y="542"/>
                      <a:pt x="535" y="566"/>
                    </a:cubicBezTo>
                    <a:cubicBezTo>
                      <a:pt x="530" y="598"/>
                      <a:pt x="546" y="614"/>
                      <a:pt x="555" y="660"/>
                    </a:cubicBezTo>
                    <a:cubicBezTo>
                      <a:pt x="559" y="685"/>
                      <a:pt x="585" y="796"/>
                      <a:pt x="587" y="808"/>
                    </a:cubicBezTo>
                    <a:cubicBezTo>
                      <a:pt x="589" y="820"/>
                      <a:pt x="592" y="832"/>
                      <a:pt x="593" y="836"/>
                    </a:cubicBezTo>
                    <a:cubicBezTo>
                      <a:pt x="593" y="837"/>
                      <a:pt x="593" y="837"/>
                      <a:pt x="593" y="837"/>
                    </a:cubicBezTo>
                    <a:cubicBezTo>
                      <a:pt x="593" y="837"/>
                      <a:pt x="592" y="854"/>
                      <a:pt x="584" y="862"/>
                    </a:cubicBezTo>
                    <a:cubicBezTo>
                      <a:pt x="576" y="871"/>
                      <a:pt x="568" y="893"/>
                      <a:pt x="557" y="904"/>
                    </a:cubicBezTo>
                    <a:cubicBezTo>
                      <a:pt x="546" y="914"/>
                      <a:pt x="527" y="940"/>
                      <a:pt x="540" y="948"/>
                    </a:cubicBezTo>
                    <a:cubicBezTo>
                      <a:pt x="554" y="957"/>
                      <a:pt x="571" y="938"/>
                      <a:pt x="575" y="927"/>
                    </a:cubicBezTo>
                    <a:cubicBezTo>
                      <a:pt x="579" y="917"/>
                      <a:pt x="587" y="914"/>
                      <a:pt x="587" y="914"/>
                    </a:cubicBezTo>
                    <a:cubicBezTo>
                      <a:pt x="587" y="914"/>
                      <a:pt x="586" y="935"/>
                      <a:pt x="589" y="940"/>
                    </a:cubicBezTo>
                    <a:cubicBezTo>
                      <a:pt x="592" y="946"/>
                      <a:pt x="584" y="955"/>
                      <a:pt x="589" y="962"/>
                    </a:cubicBezTo>
                    <a:cubicBezTo>
                      <a:pt x="590" y="965"/>
                      <a:pt x="585" y="966"/>
                      <a:pt x="584" y="976"/>
                    </a:cubicBezTo>
                    <a:cubicBezTo>
                      <a:pt x="583" y="986"/>
                      <a:pt x="577" y="977"/>
                      <a:pt x="570" y="986"/>
                    </a:cubicBezTo>
                    <a:cubicBezTo>
                      <a:pt x="568" y="990"/>
                      <a:pt x="546" y="987"/>
                      <a:pt x="547" y="1004"/>
                    </a:cubicBezTo>
                    <a:cubicBezTo>
                      <a:pt x="547" y="1004"/>
                      <a:pt x="536" y="1014"/>
                      <a:pt x="544" y="1019"/>
                    </a:cubicBezTo>
                    <a:cubicBezTo>
                      <a:pt x="552" y="1020"/>
                      <a:pt x="552" y="1020"/>
                      <a:pt x="552" y="1020"/>
                    </a:cubicBezTo>
                    <a:cubicBezTo>
                      <a:pt x="552" y="1020"/>
                      <a:pt x="542" y="1027"/>
                      <a:pt x="549" y="1034"/>
                    </a:cubicBezTo>
                    <a:cubicBezTo>
                      <a:pt x="552" y="1037"/>
                      <a:pt x="563" y="1035"/>
                      <a:pt x="566" y="1035"/>
                    </a:cubicBezTo>
                    <a:cubicBezTo>
                      <a:pt x="569" y="1035"/>
                      <a:pt x="571" y="1035"/>
                      <a:pt x="571" y="1035"/>
                    </a:cubicBezTo>
                    <a:cubicBezTo>
                      <a:pt x="571" y="1035"/>
                      <a:pt x="570" y="1043"/>
                      <a:pt x="577" y="1044"/>
                    </a:cubicBezTo>
                    <a:cubicBezTo>
                      <a:pt x="584" y="1045"/>
                      <a:pt x="590" y="1039"/>
                      <a:pt x="593" y="1036"/>
                    </a:cubicBezTo>
                    <a:cubicBezTo>
                      <a:pt x="595" y="1034"/>
                      <a:pt x="608" y="1028"/>
                      <a:pt x="614" y="1019"/>
                    </a:cubicBezTo>
                    <a:cubicBezTo>
                      <a:pt x="619" y="1011"/>
                      <a:pt x="626" y="1010"/>
                      <a:pt x="632" y="985"/>
                    </a:cubicBezTo>
                    <a:cubicBezTo>
                      <a:pt x="634" y="973"/>
                      <a:pt x="644" y="959"/>
                      <a:pt x="645" y="949"/>
                    </a:cubicBezTo>
                    <a:cubicBezTo>
                      <a:pt x="646" y="939"/>
                      <a:pt x="647" y="930"/>
                      <a:pt x="645" y="914"/>
                    </a:cubicBezTo>
                    <a:cubicBezTo>
                      <a:pt x="643" y="901"/>
                      <a:pt x="648" y="864"/>
                      <a:pt x="649" y="852"/>
                    </a:cubicBezTo>
                    <a:cubicBezTo>
                      <a:pt x="649" y="852"/>
                      <a:pt x="649" y="852"/>
                      <a:pt x="649" y="852"/>
                    </a:cubicBezTo>
                    <a:cubicBezTo>
                      <a:pt x="653" y="836"/>
                      <a:pt x="649" y="824"/>
                      <a:pt x="648" y="820"/>
                    </a:cubicBezTo>
                    <a:close/>
                  </a:path>
                </a:pathLst>
              </a:custGeom>
              <a:solidFill>
                <a:srgbClr val="75332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131" name="Freeform 686">
                <a:extLst>
                  <a:ext uri="{FF2B5EF4-FFF2-40B4-BE49-F238E27FC236}">
                    <a16:creationId xmlns:a16="http://schemas.microsoft.com/office/drawing/2014/main" id="{F61304B5-D1C4-40D0-9BE7-C64A6A7417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4" y="2428"/>
                <a:ext cx="44" cy="94"/>
              </a:xfrm>
              <a:custGeom>
                <a:avLst/>
                <a:gdLst>
                  <a:gd name="T0" fmla="*/ 8 w 29"/>
                  <a:gd name="T1" fmla="*/ 0 h 62"/>
                  <a:gd name="T2" fmla="*/ 67 w 29"/>
                  <a:gd name="T3" fmla="*/ 53 h 62"/>
                  <a:gd name="T4" fmla="*/ 70 w 29"/>
                  <a:gd name="T5" fmla="*/ 129 h 62"/>
                  <a:gd name="T6" fmla="*/ 59 w 29"/>
                  <a:gd name="T7" fmla="*/ 205 h 62"/>
                  <a:gd name="T8" fmla="*/ 32 w 29"/>
                  <a:gd name="T9" fmla="*/ 182 h 62"/>
                  <a:gd name="T10" fmla="*/ 12 w 29"/>
                  <a:gd name="T11" fmla="*/ 129 h 62"/>
                  <a:gd name="T12" fmla="*/ 8 w 29"/>
                  <a:gd name="T13" fmla="*/ 67 h 62"/>
                  <a:gd name="T14" fmla="*/ 8 w 29"/>
                  <a:gd name="T15" fmla="*/ 0 h 6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9" h="62">
                    <a:moveTo>
                      <a:pt x="2" y="0"/>
                    </a:moveTo>
                    <a:cubicBezTo>
                      <a:pt x="2" y="0"/>
                      <a:pt x="1" y="8"/>
                      <a:pt x="19" y="15"/>
                    </a:cubicBezTo>
                    <a:cubicBezTo>
                      <a:pt x="29" y="19"/>
                      <a:pt x="21" y="36"/>
                      <a:pt x="20" y="37"/>
                    </a:cubicBezTo>
                    <a:cubicBezTo>
                      <a:pt x="19" y="39"/>
                      <a:pt x="17" y="59"/>
                      <a:pt x="17" y="59"/>
                    </a:cubicBezTo>
                    <a:cubicBezTo>
                      <a:pt x="17" y="59"/>
                      <a:pt x="14" y="62"/>
                      <a:pt x="9" y="52"/>
                    </a:cubicBezTo>
                    <a:cubicBezTo>
                      <a:pt x="5" y="42"/>
                      <a:pt x="0" y="52"/>
                      <a:pt x="3" y="37"/>
                    </a:cubicBezTo>
                    <a:cubicBezTo>
                      <a:pt x="6" y="23"/>
                      <a:pt x="2" y="23"/>
                      <a:pt x="2" y="19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6022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132" name="Freeform 687">
                <a:extLst>
                  <a:ext uri="{FF2B5EF4-FFF2-40B4-BE49-F238E27FC236}">
                    <a16:creationId xmlns:a16="http://schemas.microsoft.com/office/drawing/2014/main" id="{67D7246A-361A-40AD-A24F-FA89DC3ACA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2" y="2426"/>
                <a:ext cx="60" cy="183"/>
              </a:xfrm>
              <a:custGeom>
                <a:avLst/>
                <a:gdLst>
                  <a:gd name="T0" fmla="*/ 54 w 39"/>
                  <a:gd name="T1" fmla="*/ 0 h 120"/>
                  <a:gd name="T2" fmla="*/ 137 w 39"/>
                  <a:gd name="T3" fmla="*/ 79 h 120"/>
                  <a:gd name="T4" fmla="*/ 131 w 39"/>
                  <a:gd name="T5" fmla="*/ 130 h 120"/>
                  <a:gd name="T6" fmla="*/ 114 w 39"/>
                  <a:gd name="T7" fmla="*/ 204 h 120"/>
                  <a:gd name="T8" fmla="*/ 114 w 39"/>
                  <a:gd name="T9" fmla="*/ 238 h 120"/>
                  <a:gd name="T10" fmla="*/ 100 w 39"/>
                  <a:gd name="T11" fmla="*/ 258 h 120"/>
                  <a:gd name="T12" fmla="*/ 74 w 39"/>
                  <a:gd name="T13" fmla="*/ 332 h 120"/>
                  <a:gd name="T14" fmla="*/ 28 w 39"/>
                  <a:gd name="T15" fmla="*/ 372 h 120"/>
                  <a:gd name="T16" fmla="*/ 0 w 39"/>
                  <a:gd name="T17" fmla="*/ 425 h 12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9" h="120">
                    <a:moveTo>
                      <a:pt x="15" y="0"/>
                    </a:moveTo>
                    <a:cubicBezTo>
                      <a:pt x="16" y="13"/>
                      <a:pt x="36" y="11"/>
                      <a:pt x="38" y="22"/>
                    </a:cubicBezTo>
                    <a:cubicBezTo>
                      <a:pt x="39" y="26"/>
                      <a:pt x="37" y="33"/>
                      <a:pt x="36" y="37"/>
                    </a:cubicBezTo>
                    <a:cubicBezTo>
                      <a:pt x="33" y="44"/>
                      <a:pt x="31" y="50"/>
                      <a:pt x="31" y="58"/>
                    </a:cubicBezTo>
                    <a:cubicBezTo>
                      <a:pt x="31" y="61"/>
                      <a:pt x="32" y="64"/>
                      <a:pt x="31" y="67"/>
                    </a:cubicBezTo>
                    <a:cubicBezTo>
                      <a:pt x="30" y="70"/>
                      <a:pt x="29" y="70"/>
                      <a:pt x="27" y="73"/>
                    </a:cubicBezTo>
                    <a:cubicBezTo>
                      <a:pt x="23" y="79"/>
                      <a:pt x="22" y="87"/>
                      <a:pt x="20" y="94"/>
                    </a:cubicBezTo>
                    <a:cubicBezTo>
                      <a:pt x="17" y="102"/>
                      <a:pt x="13" y="100"/>
                      <a:pt x="8" y="105"/>
                    </a:cubicBezTo>
                    <a:cubicBezTo>
                      <a:pt x="4" y="109"/>
                      <a:pt x="0" y="115"/>
                      <a:pt x="0" y="120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133" name="Freeform 688">
                <a:extLst>
                  <a:ext uri="{FF2B5EF4-FFF2-40B4-BE49-F238E27FC236}">
                    <a16:creationId xmlns:a16="http://schemas.microsoft.com/office/drawing/2014/main" id="{F7F9F5BE-D556-4FE8-A9BD-0F311BCB7B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5" y="2420"/>
                <a:ext cx="22" cy="6"/>
              </a:xfrm>
              <a:custGeom>
                <a:avLst/>
                <a:gdLst>
                  <a:gd name="T0" fmla="*/ 0 w 14"/>
                  <a:gd name="T1" fmla="*/ 14 h 4"/>
                  <a:gd name="T2" fmla="*/ 55 w 14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4">
                    <a:moveTo>
                      <a:pt x="0" y="4"/>
                    </a:moveTo>
                    <a:cubicBezTo>
                      <a:pt x="4" y="2"/>
                      <a:pt x="8" y="0"/>
                      <a:pt x="14" y="0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134" name="Freeform 689">
                <a:extLst>
                  <a:ext uri="{FF2B5EF4-FFF2-40B4-BE49-F238E27FC236}">
                    <a16:creationId xmlns:a16="http://schemas.microsoft.com/office/drawing/2014/main" id="{6AE0FCFD-3F30-48EC-9B91-D9793B30F8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0" y="2500"/>
                <a:ext cx="20" cy="19"/>
              </a:xfrm>
              <a:custGeom>
                <a:avLst/>
                <a:gdLst>
                  <a:gd name="T0" fmla="*/ 0 w 13"/>
                  <a:gd name="T1" fmla="*/ 0 h 13"/>
                  <a:gd name="T2" fmla="*/ 48 w 13"/>
                  <a:gd name="T3" fmla="*/ 41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13">
                    <a:moveTo>
                      <a:pt x="0" y="0"/>
                    </a:moveTo>
                    <a:cubicBezTo>
                      <a:pt x="7" y="2"/>
                      <a:pt x="6" y="13"/>
                      <a:pt x="13" y="13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135" name="Freeform 690">
                <a:extLst>
                  <a:ext uri="{FF2B5EF4-FFF2-40B4-BE49-F238E27FC236}">
                    <a16:creationId xmlns:a16="http://schemas.microsoft.com/office/drawing/2014/main" id="{E4119F11-DF5D-48D3-974C-C5A23C60BE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0" y="2559"/>
                <a:ext cx="64" cy="29"/>
              </a:xfrm>
              <a:custGeom>
                <a:avLst/>
                <a:gdLst>
                  <a:gd name="T0" fmla="*/ 149 w 42"/>
                  <a:gd name="T1" fmla="*/ 0 h 19"/>
                  <a:gd name="T2" fmla="*/ 75 w 42"/>
                  <a:gd name="T3" fmla="*/ 49 h 19"/>
                  <a:gd name="T4" fmla="*/ 0 w 42"/>
                  <a:gd name="T5" fmla="*/ 67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2" h="19">
                    <a:moveTo>
                      <a:pt x="42" y="0"/>
                    </a:moveTo>
                    <a:cubicBezTo>
                      <a:pt x="33" y="2"/>
                      <a:pt x="30" y="12"/>
                      <a:pt x="21" y="14"/>
                    </a:cubicBezTo>
                    <a:cubicBezTo>
                      <a:pt x="15" y="16"/>
                      <a:pt x="6" y="15"/>
                      <a:pt x="0" y="19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136" name="Freeform 691">
                <a:extLst>
                  <a:ext uri="{FF2B5EF4-FFF2-40B4-BE49-F238E27FC236}">
                    <a16:creationId xmlns:a16="http://schemas.microsoft.com/office/drawing/2014/main" id="{1D7CEDB4-FFE1-40E2-A050-642FBE559F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4" y="2516"/>
                <a:ext cx="80" cy="48"/>
              </a:xfrm>
              <a:custGeom>
                <a:avLst/>
                <a:gdLst>
                  <a:gd name="T0" fmla="*/ 0 w 52"/>
                  <a:gd name="T1" fmla="*/ 115 h 31"/>
                  <a:gd name="T2" fmla="*/ 58 w 52"/>
                  <a:gd name="T3" fmla="*/ 108 h 31"/>
                  <a:gd name="T4" fmla="*/ 120 w 52"/>
                  <a:gd name="T5" fmla="*/ 82 h 31"/>
                  <a:gd name="T6" fmla="*/ 168 w 52"/>
                  <a:gd name="T7" fmla="*/ 53 h 31"/>
                  <a:gd name="T8" fmla="*/ 189 w 52"/>
                  <a:gd name="T9" fmla="*/ 0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2" h="31">
                    <a:moveTo>
                      <a:pt x="0" y="31"/>
                    </a:moveTo>
                    <a:cubicBezTo>
                      <a:pt x="6" y="29"/>
                      <a:pt x="9" y="29"/>
                      <a:pt x="16" y="29"/>
                    </a:cubicBezTo>
                    <a:cubicBezTo>
                      <a:pt x="23" y="29"/>
                      <a:pt x="26" y="23"/>
                      <a:pt x="33" y="22"/>
                    </a:cubicBezTo>
                    <a:cubicBezTo>
                      <a:pt x="40" y="21"/>
                      <a:pt x="43" y="21"/>
                      <a:pt x="46" y="14"/>
                    </a:cubicBezTo>
                    <a:cubicBezTo>
                      <a:pt x="48" y="9"/>
                      <a:pt x="48" y="4"/>
                      <a:pt x="52" y="0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137" name="Freeform 692">
                <a:extLst>
                  <a:ext uri="{FF2B5EF4-FFF2-40B4-BE49-F238E27FC236}">
                    <a16:creationId xmlns:a16="http://schemas.microsoft.com/office/drawing/2014/main" id="{B3869730-1655-41F2-A5C5-1095C9386F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0" y="2452"/>
                <a:ext cx="26" cy="26"/>
              </a:xfrm>
              <a:custGeom>
                <a:avLst/>
                <a:gdLst>
                  <a:gd name="T0" fmla="*/ 61 w 17"/>
                  <a:gd name="T1" fmla="*/ 26 h 17"/>
                  <a:gd name="T2" fmla="*/ 43 w 17"/>
                  <a:gd name="T3" fmla="*/ 61 h 17"/>
                  <a:gd name="T4" fmla="*/ 0 w 17"/>
                  <a:gd name="T5" fmla="*/ 35 h 17"/>
                  <a:gd name="T6" fmla="*/ 21 w 17"/>
                  <a:gd name="T7" fmla="*/ 0 h 17"/>
                  <a:gd name="T8" fmla="*/ 61 w 17"/>
                  <a:gd name="T9" fmla="*/ 26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17">
                    <a:moveTo>
                      <a:pt x="17" y="7"/>
                    </a:moveTo>
                    <a:cubicBezTo>
                      <a:pt x="12" y="17"/>
                      <a:pt x="12" y="17"/>
                      <a:pt x="12" y="17"/>
                    </a:cubicBezTo>
                    <a:cubicBezTo>
                      <a:pt x="12" y="17"/>
                      <a:pt x="4" y="10"/>
                      <a:pt x="0" y="10"/>
                    </a:cubicBezTo>
                    <a:cubicBezTo>
                      <a:pt x="0" y="10"/>
                      <a:pt x="3" y="2"/>
                      <a:pt x="6" y="0"/>
                    </a:cubicBezTo>
                    <a:cubicBezTo>
                      <a:pt x="6" y="0"/>
                      <a:pt x="14" y="0"/>
                      <a:pt x="17" y="7"/>
                    </a:cubicBezTo>
                    <a:close/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138" name="Freeform 693">
                <a:extLst>
                  <a:ext uri="{FF2B5EF4-FFF2-40B4-BE49-F238E27FC236}">
                    <a16:creationId xmlns:a16="http://schemas.microsoft.com/office/drawing/2014/main" id="{50202583-FA1B-4CFF-9B94-2ECF208328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8" y="2608"/>
                <a:ext cx="28" cy="18"/>
              </a:xfrm>
              <a:custGeom>
                <a:avLst/>
                <a:gdLst>
                  <a:gd name="T0" fmla="*/ 68 w 18"/>
                  <a:gd name="T1" fmla="*/ 12 h 12"/>
                  <a:gd name="T2" fmla="*/ 19 w 18"/>
                  <a:gd name="T3" fmla="*/ 21 h 12"/>
                  <a:gd name="T4" fmla="*/ 14 w 18"/>
                  <a:gd name="T5" fmla="*/ 39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12">
                    <a:moveTo>
                      <a:pt x="18" y="3"/>
                    </a:moveTo>
                    <a:cubicBezTo>
                      <a:pt x="18" y="3"/>
                      <a:pt x="14" y="0"/>
                      <a:pt x="5" y="6"/>
                    </a:cubicBezTo>
                    <a:cubicBezTo>
                      <a:pt x="0" y="9"/>
                      <a:pt x="0" y="12"/>
                      <a:pt x="4" y="11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139" name="Freeform 694">
                <a:extLst>
                  <a:ext uri="{FF2B5EF4-FFF2-40B4-BE49-F238E27FC236}">
                    <a16:creationId xmlns:a16="http://schemas.microsoft.com/office/drawing/2014/main" id="{A1183A9E-CC43-494C-BED7-E1220AB693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7" y="2506"/>
                <a:ext cx="67" cy="55"/>
              </a:xfrm>
              <a:custGeom>
                <a:avLst/>
                <a:gdLst>
                  <a:gd name="T0" fmla="*/ 143 w 44"/>
                  <a:gd name="T1" fmla="*/ 0 h 36"/>
                  <a:gd name="T2" fmla="*/ 128 w 44"/>
                  <a:gd name="T3" fmla="*/ 32 h 36"/>
                  <a:gd name="T4" fmla="*/ 120 w 44"/>
                  <a:gd name="T5" fmla="*/ 53 h 36"/>
                  <a:gd name="T6" fmla="*/ 102 w 44"/>
                  <a:gd name="T7" fmla="*/ 66 h 36"/>
                  <a:gd name="T8" fmla="*/ 85 w 44"/>
                  <a:gd name="T9" fmla="*/ 72 h 36"/>
                  <a:gd name="T10" fmla="*/ 75 w 44"/>
                  <a:gd name="T11" fmla="*/ 79 h 36"/>
                  <a:gd name="T12" fmla="*/ 61 w 44"/>
                  <a:gd name="T13" fmla="*/ 81 h 36"/>
                  <a:gd name="T14" fmla="*/ 27 w 44"/>
                  <a:gd name="T15" fmla="*/ 93 h 36"/>
                  <a:gd name="T16" fmla="*/ 0 w 44"/>
                  <a:gd name="T17" fmla="*/ 124 h 36"/>
                  <a:gd name="T18" fmla="*/ 32 w 44"/>
                  <a:gd name="T19" fmla="*/ 121 h 36"/>
                  <a:gd name="T20" fmla="*/ 49 w 44"/>
                  <a:gd name="T21" fmla="*/ 121 h 36"/>
                  <a:gd name="T22" fmla="*/ 62 w 44"/>
                  <a:gd name="T23" fmla="*/ 116 h 36"/>
                  <a:gd name="T24" fmla="*/ 94 w 44"/>
                  <a:gd name="T25" fmla="*/ 101 h 36"/>
                  <a:gd name="T26" fmla="*/ 129 w 44"/>
                  <a:gd name="T27" fmla="*/ 87 h 36"/>
                  <a:gd name="T28" fmla="*/ 142 w 44"/>
                  <a:gd name="T29" fmla="*/ 75 h 36"/>
                  <a:gd name="T30" fmla="*/ 143 w 44"/>
                  <a:gd name="T31" fmla="*/ 57 h 36"/>
                  <a:gd name="T32" fmla="*/ 155 w 44"/>
                  <a:gd name="T33" fmla="*/ 21 h 36"/>
                  <a:gd name="T34" fmla="*/ 143 w 44"/>
                  <a:gd name="T35" fmla="*/ 0 h 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44" h="36">
                    <a:moveTo>
                      <a:pt x="41" y="0"/>
                    </a:moveTo>
                    <a:cubicBezTo>
                      <a:pt x="38" y="2"/>
                      <a:pt x="37" y="6"/>
                      <a:pt x="36" y="9"/>
                    </a:cubicBezTo>
                    <a:cubicBezTo>
                      <a:pt x="36" y="11"/>
                      <a:pt x="36" y="14"/>
                      <a:pt x="34" y="15"/>
                    </a:cubicBezTo>
                    <a:cubicBezTo>
                      <a:pt x="33" y="17"/>
                      <a:pt x="31" y="17"/>
                      <a:pt x="29" y="18"/>
                    </a:cubicBezTo>
                    <a:cubicBezTo>
                      <a:pt x="27" y="18"/>
                      <a:pt x="25" y="19"/>
                      <a:pt x="24" y="20"/>
                    </a:cubicBezTo>
                    <a:cubicBezTo>
                      <a:pt x="23" y="21"/>
                      <a:pt x="22" y="22"/>
                      <a:pt x="21" y="22"/>
                    </a:cubicBezTo>
                    <a:cubicBezTo>
                      <a:pt x="20" y="23"/>
                      <a:pt x="18" y="23"/>
                      <a:pt x="17" y="23"/>
                    </a:cubicBezTo>
                    <a:cubicBezTo>
                      <a:pt x="14" y="24"/>
                      <a:pt x="11" y="25"/>
                      <a:pt x="8" y="26"/>
                    </a:cubicBezTo>
                    <a:cubicBezTo>
                      <a:pt x="4" y="28"/>
                      <a:pt x="0" y="30"/>
                      <a:pt x="0" y="35"/>
                    </a:cubicBezTo>
                    <a:cubicBezTo>
                      <a:pt x="3" y="36"/>
                      <a:pt x="7" y="35"/>
                      <a:pt x="9" y="34"/>
                    </a:cubicBezTo>
                    <a:cubicBezTo>
                      <a:pt x="11" y="33"/>
                      <a:pt x="12" y="34"/>
                      <a:pt x="14" y="34"/>
                    </a:cubicBezTo>
                    <a:cubicBezTo>
                      <a:pt x="15" y="33"/>
                      <a:pt x="17" y="33"/>
                      <a:pt x="18" y="33"/>
                    </a:cubicBezTo>
                    <a:cubicBezTo>
                      <a:pt x="21" y="32"/>
                      <a:pt x="24" y="29"/>
                      <a:pt x="27" y="28"/>
                    </a:cubicBezTo>
                    <a:cubicBezTo>
                      <a:pt x="30" y="26"/>
                      <a:pt x="34" y="25"/>
                      <a:pt x="37" y="24"/>
                    </a:cubicBezTo>
                    <a:cubicBezTo>
                      <a:pt x="38" y="23"/>
                      <a:pt x="39" y="22"/>
                      <a:pt x="40" y="21"/>
                    </a:cubicBezTo>
                    <a:cubicBezTo>
                      <a:pt x="41" y="19"/>
                      <a:pt x="41" y="17"/>
                      <a:pt x="41" y="16"/>
                    </a:cubicBezTo>
                    <a:cubicBezTo>
                      <a:pt x="42" y="12"/>
                      <a:pt x="44" y="9"/>
                      <a:pt x="44" y="6"/>
                    </a:cubicBezTo>
                    <a:cubicBezTo>
                      <a:pt x="44" y="3"/>
                      <a:pt x="44" y="1"/>
                      <a:pt x="41" y="0"/>
                    </a:cubicBezTo>
                  </a:path>
                </a:pathLst>
              </a:custGeom>
              <a:solidFill>
                <a:srgbClr val="6022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140" name="Freeform 695">
                <a:extLst>
                  <a:ext uri="{FF2B5EF4-FFF2-40B4-BE49-F238E27FC236}">
                    <a16:creationId xmlns:a16="http://schemas.microsoft.com/office/drawing/2014/main" id="{1FF84E13-7D0D-4341-A789-490704BEFB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4" y="2518"/>
                <a:ext cx="84" cy="65"/>
              </a:xfrm>
              <a:custGeom>
                <a:avLst/>
                <a:gdLst>
                  <a:gd name="T0" fmla="*/ 195 w 55"/>
                  <a:gd name="T1" fmla="*/ 12 h 43"/>
                  <a:gd name="T2" fmla="*/ 182 w 55"/>
                  <a:gd name="T3" fmla="*/ 12 h 43"/>
                  <a:gd name="T4" fmla="*/ 163 w 55"/>
                  <a:gd name="T5" fmla="*/ 53 h 43"/>
                  <a:gd name="T6" fmla="*/ 133 w 55"/>
                  <a:gd name="T7" fmla="*/ 76 h 43"/>
                  <a:gd name="T8" fmla="*/ 96 w 55"/>
                  <a:gd name="T9" fmla="*/ 89 h 43"/>
                  <a:gd name="T10" fmla="*/ 81 w 55"/>
                  <a:gd name="T11" fmla="*/ 101 h 43"/>
                  <a:gd name="T12" fmla="*/ 63 w 55"/>
                  <a:gd name="T13" fmla="*/ 103 h 43"/>
                  <a:gd name="T14" fmla="*/ 26 w 55"/>
                  <a:gd name="T15" fmla="*/ 103 h 43"/>
                  <a:gd name="T16" fmla="*/ 0 w 55"/>
                  <a:gd name="T17" fmla="*/ 116 h 43"/>
                  <a:gd name="T18" fmla="*/ 14 w 55"/>
                  <a:gd name="T19" fmla="*/ 142 h 43"/>
                  <a:gd name="T20" fmla="*/ 49 w 55"/>
                  <a:gd name="T21" fmla="*/ 138 h 43"/>
                  <a:gd name="T22" fmla="*/ 81 w 55"/>
                  <a:gd name="T23" fmla="*/ 130 h 43"/>
                  <a:gd name="T24" fmla="*/ 115 w 55"/>
                  <a:gd name="T25" fmla="*/ 115 h 43"/>
                  <a:gd name="T26" fmla="*/ 150 w 55"/>
                  <a:gd name="T27" fmla="*/ 89 h 43"/>
                  <a:gd name="T28" fmla="*/ 160 w 55"/>
                  <a:gd name="T29" fmla="*/ 86 h 43"/>
                  <a:gd name="T30" fmla="*/ 168 w 55"/>
                  <a:gd name="T31" fmla="*/ 68 h 43"/>
                  <a:gd name="T32" fmla="*/ 182 w 55"/>
                  <a:gd name="T33" fmla="*/ 41 h 43"/>
                  <a:gd name="T34" fmla="*/ 191 w 55"/>
                  <a:gd name="T35" fmla="*/ 26 h 43"/>
                  <a:gd name="T36" fmla="*/ 195 w 55"/>
                  <a:gd name="T37" fmla="*/ 12 h 43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55" h="43">
                    <a:moveTo>
                      <a:pt x="55" y="3"/>
                    </a:moveTo>
                    <a:cubicBezTo>
                      <a:pt x="53" y="1"/>
                      <a:pt x="52" y="0"/>
                      <a:pt x="51" y="3"/>
                    </a:cubicBezTo>
                    <a:cubicBezTo>
                      <a:pt x="50" y="7"/>
                      <a:pt x="48" y="11"/>
                      <a:pt x="46" y="15"/>
                    </a:cubicBezTo>
                    <a:cubicBezTo>
                      <a:pt x="44" y="19"/>
                      <a:pt x="41" y="21"/>
                      <a:pt x="37" y="22"/>
                    </a:cubicBezTo>
                    <a:cubicBezTo>
                      <a:pt x="33" y="24"/>
                      <a:pt x="30" y="24"/>
                      <a:pt x="27" y="26"/>
                    </a:cubicBezTo>
                    <a:cubicBezTo>
                      <a:pt x="25" y="27"/>
                      <a:pt x="24" y="28"/>
                      <a:pt x="23" y="29"/>
                    </a:cubicBezTo>
                    <a:cubicBezTo>
                      <a:pt x="21" y="29"/>
                      <a:pt x="20" y="29"/>
                      <a:pt x="18" y="30"/>
                    </a:cubicBezTo>
                    <a:cubicBezTo>
                      <a:pt x="14" y="30"/>
                      <a:pt x="11" y="30"/>
                      <a:pt x="7" y="30"/>
                    </a:cubicBezTo>
                    <a:cubicBezTo>
                      <a:pt x="4" y="30"/>
                      <a:pt x="0" y="31"/>
                      <a:pt x="0" y="34"/>
                    </a:cubicBezTo>
                    <a:cubicBezTo>
                      <a:pt x="0" y="36"/>
                      <a:pt x="3" y="40"/>
                      <a:pt x="4" y="41"/>
                    </a:cubicBezTo>
                    <a:cubicBezTo>
                      <a:pt x="7" y="43"/>
                      <a:pt x="11" y="41"/>
                      <a:pt x="14" y="40"/>
                    </a:cubicBezTo>
                    <a:cubicBezTo>
                      <a:pt x="17" y="39"/>
                      <a:pt x="20" y="38"/>
                      <a:pt x="23" y="38"/>
                    </a:cubicBezTo>
                    <a:cubicBezTo>
                      <a:pt x="26" y="37"/>
                      <a:pt x="29" y="36"/>
                      <a:pt x="32" y="33"/>
                    </a:cubicBezTo>
                    <a:cubicBezTo>
                      <a:pt x="35" y="30"/>
                      <a:pt x="38" y="28"/>
                      <a:pt x="42" y="26"/>
                    </a:cubicBezTo>
                    <a:cubicBezTo>
                      <a:pt x="43" y="26"/>
                      <a:pt x="44" y="25"/>
                      <a:pt x="45" y="25"/>
                    </a:cubicBezTo>
                    <a:cubicBezTo>
                      <a:pt x="46" y="24"/>
                      <a:pt x="47" y="21"/>
                      <a:pt x="47" y="20"/>
                    </a:cubicBezTo>
                    <a:cubicBezTo>
                      <a:pt x="48" y="17"/>
                      <a:pt x="50" y="15"/>
                      <a:pt x="51" y="12"/>
                    </a:cubicBezTo>
                    <a:cubicBezTo>
                      <a:pt x="53" y="10"/>
                      <a:pt x="53" y="9"/>
                      <a:pt x="54" y="7"/>
                    </a:cubicBezTo>
                    <a:cubicBezTo>
                      <a:pt x="55" y="5"/>
                      <a:pt x="55" y="4"/>
                      <a:pt x="55" y="3"/>
                    </a:cubicBezTo>
                  </a:path>
                </a:pathLst>
              </a:custGeom>
              <a:solidFill>
                <a:srgbClr val="6022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141" name="Freeform 696">
                <a:extLst>
                  <a:ext uri="{FF2B5EF4-FFF2-40B4-BE49-F238E27FC236}">
                    <a16:creationId xmlns:a16="http://schemas.microsoft.com/office/drawing/2014/main" id="{75E081FB-C08A-4FF7-8118-83F2F4A1DE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2" y="2562"/>
                <a:ext cx="52" cy="37"/>
              </a:xfrm>
              <a:custGeom>
                <a:avLst/>
                <a:gdLst>
                  <a:gd name="T0" fmla="*/ 122 w 34"/>
                  <a:gd name="T1" fmla="*/ 0 h 24"/>
                  <a:gd name="T2" fmla="*/ 107 w 34"/>
                  <a:gd name="T3" fmla="*/ 34 h 24"/>
                  <a:gd name="T4" fmla="*/ 87 w 34"/>
                  <a:gd name="T5" fmla="*/ 45 h 24"/>
                  <a:gd name="T6" fmla="*/ 72 w 34"/>
                  <a:gd name="T7" fmla="*/ 54 h 24"/>
                  <a:gd name="T8" fmla="*/ 26 w 34"/>
                  <a:gd name="T9" fmla="*/ 88 h 24"/>
                  <a:gd name="T10" fmla="*/ 0 w 34"/>
                  <a:gd name="T11" fmla="*/ 62 h 24"/>
                  <a:gd name="T12" fmla="*/ 21 w 34"/>
                  <a:gd name="T13" fmla="*/ 52 h 24"/>
                  <a:gd name="T14" fmla="*/ 54 w 34"/>
                  <a:gd name="T15" fmla="*/ 48 h 24"/>
                  <a:gd name="T16" fmla="*/ 83 w 34"/>
                  <a:gd name="T17" fmla="*/ 26 h 24"/>
                  <a:gd name="T18" fmla="*/ 107 w 34"/>
                  <a:gd name="T19" fmla="*/ 12 h 24"/>
                  <a:gd name="T20" fmla="*/ 116 w 34"/>
                  <a:gd name="T21" fmla="*/ 0 h 2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4" h="24">
                    <a:moveTo>
                      <a:pt x="34" y="0"/>
                    </a:moveTo>
                    <a:cubicBezTo>
                      <a:pt x="31" y="2"/>
                      <a:pt x="32" y="7"/>
                      <a:pt x="30" y="9"/>
                    </a:cubicBezTo>
                    <a:cubicBezTo>
                      <a:pt x="28" y="11"/>
                      <a:pt x="26" y="11"/>
                      <a:pt x="24" y="12"/>
                    </a:cubicBezTo>
                    <a:cubicBezTo>
                      <a:pt x="23" y="12"/>
                      <a:pt x="21" y="13"/>
                      <a:pt x="20" y="15"/>
                    </a:cubicBezTo>
                    <a:cubicBezTo>
                      <a:pt x="17" y="18"/>
                      <a:pt x="12" y="24"/>
                      <a:pt x="7" y="24"/>
                    </a:cubicBezTo>
                    <a:cubicBezTo>
                      <a:pt x="5" y="24"/>
                      <a:pt x="0" y="20"/>
                      <a:pt x="0" y="17"/>
                    </a:cubicBezTo>
                    <a:cubicBezTo>
                      <a:pt x="1" y="15"/>
                      <a:pt x="4" y="14"/>
                      <a:pt x="6" y="14"/>
                    </a:cubicBezTo>
                    <a:cubicBezTo>
                      <a:pt x="9" y="13"/>
                      <a:pt x="12" y="14"/>
                      <a:pt x="15" y="13"/>
                    </a:cubicBezTo>
                    <a:cubicBezTo>
                      <a:pt x="19" y="12"/>
                      <a:pt x="21" y="10"/>
                      <a:pt x="23" y="7"/>
                    </a:cubicBezTo>
                    <a:cubicBezTo>
                      <a:pt x="25" y="5"/>
                      <a:pt x="28" y="4"/>
                      <a:pt x="30" y="3"/>
                    </a:cubicBezTo>
                    <a:cubicBezTo>
                      <a:pt x="31" y="2"/>
                      <a:pt x="32" y="1"/>
                      <a:pt x="33" y="0"/>
                    </a:cubicBezTo>
                  </a:path>
                </a:pathLst>
              </a:custGeom>
              <a:solidFill>
                <a:srgbClr val="6022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142" name="Freeform 697">
                <a:extLst>
                  <a:ext uri="{FF2B5EF4-FFF2-40B4-BE49-F238E27FC236}">
                    <a16:creationId xmlns:a16="http://schemas.microsoft.com/office/drawing/2014/main" id="{E91CF88D-3C86-4E66-B32E-B54A812C09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4" y="2445"/>
                <a:ext cx="17" cy="62"/>
              </a:xfrm>
              <a:custGeom>
                <a:avLst/>
                <a:gdLst>
                  <a:gd name="T0" fmla="*/ 0 w 11"/>
                  <a:gd name="T1" fmla="*/ 0 h 41"/>
                  <a:gd name="T2" fmla="*/ 22 w 11"/>
                  <a:gd name="T3" fmla="*/ 67 h 41"/>
                  <a:gd name="T4" fmla="*/ 12 w 11"/>
                  <a:gd name="T5" fmla="*/ 101 h 41"/>
                  <a:gd name="T6" fmla="*/ 5 w 11"/>
                  <a:gd name="T7" fmla="*/ 142 h 41"/>
                  <a:gd name="T8" fmla="*/ 26 w 11"/>
                  <a:gd name="T9" fmla="*/ 103 h 41"/>
                  <a:gd name="T10" fmla="*/ 40 w 11"/>
                  <a:gd name="T11" fmla="*/ 48 h 41"/>
                  <a:gd name="T12" fmla="*/ 5 w 11"/>
                  <a:gd name="T13" fmla="*/ 0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41">
                    <a:moveTo>
                      <a:pt x="0" y="0"/>
                    </a:moveTo>
                    <a:cubicBezTo>
                      <a:pt x="5" y="1"/>
                      <a:pt x="7" y="14"/>
                      <a:pt x="6" y="19"/>
                    </a:cubicBezTo>
                    <a:cubicBezTo>
                      <a:pt x="6" y="22"/>
                      <a:pt x="4" y="25"/>
                      <a:pt x="3" y="29"/>
                    </a:cubicBezTo>
                    <a:cubicBezTo>
                      <a:pt x="2" y="33"/>
                      <a:pt x="2" y="37"/>
                      <a:pt x="1" y="41"/>
                    </a:cubicBezTo>
                    <a:cubicBezTo>
                      <a:pt x="4" y="39"/>
                      <a:pt x="6" y="33"/>
                      <a:pt x="7" y="30"/>
                    </a:cubicBezTo>
                    <a:cubicBezTo>
                      <a:pt x="9" y="25"/>
                      <a:pt x="11" y="20"/>
                      <a:pt x="11" y="14"/>
                    </a:cubicBezTo>
                    <a:cubicBezTo>
                      <a:pt x="10" y="9"/>
                      <a:pt x="8" y="0"/>
                      <a:pt x="1" y="0"/>
                    </a:cubicBezTo>
                  </a:path>
                </a:pathLst>
              </a:custGeom>
              <a:solidFill>
                <a:srgbClr val="7E39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143" name="Freeform 698">
                <a:extLst>
                  <a:ext uri="{FF2B5EF4-FFF2-40B4-BE49-F238E27FC236}">
                    <a16:creationId xmlns:a16="http://schemas.microsoft.com/office/drawing/2014/main" id="{299A3C72-DA08-4676-A605-BA683A1346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8" y="2454"/>
                <a:ext cx="17" cy="14"/>
              </a:xfrm>
              <a:custGeom>
                <a:avLst/>
                <a:gdLst>
                  <a:gd name="T0" fmla="*/ 40 w 11"/>
                  <a:gd name="T1" fmla="*/ 22 h 9"/>
                  <a:gd name="T2" fmla="*/ 26 w 11"/>
                  <a:gd name="T3" fmla="*/ 8 h 9"/>
                  <a:gd name="T4" fmla="*/ 8 w 11"/>
                  <a:gd name="T5" fmla="*/ 0 h 9"/>
                  <a:gd name="T6" fmla="*/ 26 w 11"/>
                  <a:gd name="T7" fmla="*/ 19 h 9"/>
                  <a:gd name="T8" fmla="*/ 40 w 11"/>
                  <a:gd name="T9" fmla="*/ 22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9">
                    <a:moveTo>
                      <a:pt x="11" y="6"/>
                    </a:moveTo>
                    <a:cubicBezTo>
                      <a:pt x="11" y="4"/>
                      <a:pt x="9" y="3"/>
                      <a:pt x="7" y="2"/>
                    </a:cubicBezTo>
                    <a:cubicBezTo>
                      <a:pt x="6" y="1"/>
                      <a:pt x="2" y="0"/>
                      <a:pt x="2" y="0"/>
                    </a:cubicBezTo>
                    <a:cubicBezTo>
                      <a:pt x="0" y="2"/>
                      <a:pt x="6" y="4"/>
                      <a:pt x="7" y="5"/>
                    </a:cubicBezTo>
                    <a:cubicBezTo>
                      <a:pt x="8" y="6"/>
                      <a:pt x="11" y="9"/>
                      <a:pt x="11" y="6"/>
                    </a:cubicBezTo>
                  </a:path>
                </a:pathLst>
              </a:custGeom>
              <a:solidFill>
                <a:srgbClr val="7E39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144" name="Freeform 699">
                <a:extLst>
                  <a:ext uri="{FF2B5EF4-FFF2-40B4-BE49-F238E27FC236}">
                    <a16:creationId xmlns:a16="http://schemas.microsoft.com/office/drawing/2014/main" id="{D4589CAB-9B59-404E-9619-AD9FE68506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5" y="2611"/>
                <a:ext cx="8" cy="6"/>
              </a:xfrm>
              <a:custGeom>
                <a:avLst/>
                <a:gdLst>
                  <a:gd name="T0" fmla="*/ 21 w 5"/>
                  <a:gd name="T1" fmla="*/ 8 h 4"/>
                  <a:gd name="T2" fmla="*/ 13 w 5"/>
                  <a:gd name="T3" fmla="*/ 14 h 4"/>
                  <a:gd name="T4" fmla="*/ 21 w 5"/>
                  <a:gd name="T5" fmla="*/ 5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4">
                    <a:moveTo>
                      <a:pt x="5" y="2"/>
                    </a:moveTo>
                    <a:cubicBezTo>
                      <a:pt x="4" y="2"/>
                      <a:pt x="3" y="3"/>
                      <a:pt x="3" y="4"/>
                    </a:cubicBezTo>
                    <a:cubicBezTo>
                      <a:pt x="0" y="2"/>
                      <a:pt x="3" y="0"/>
                      <a:pt x="5" y="1"/>
                    </a:cubicBezTo>
                  </a:path>
                </a:pathLst>
              </a:custGeom>
              <a:solidFill>
                <a:srgbClr val="7E39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145" name="Freeform 700">
                <a:extLst>
                  <a:ext uri="{FF2B5EF4-FFF2-40B4-BE49-F238E27FC236}">
                    <a16:creationId xmlns:a16="http://schemas.microsoft.com/office/drawing/2014/main" id="{BCFA87FC-D6DA-48CE-838A-4270231B69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7" y="3770"/>
                <a:ext cx="27" cy="184"/>
              </a:xfrm>
              <a:custGeom>
                <a:avLst/>
                <a:gdLst>
                  <a:gd name="T0" fmla="*/ 32 w 18"/>
                  <a:gd name="T1" fmla="*/ 40 h 121"/>
                  <a:gd name="T2" fmla="*/ 32 w 18"/>
                  <a:gd name="T3" fmla="*/ 137 h 121"/>
                  <a:gd name="T4" fmla="*/ 48 w 18"/>
                  <a:gd name="T5" fmla="*/ 214 h 121"/>
                  <a:gd name="T6" fmla="*/ 21 w 18"/>
                  <a:gd name="T7" fmla="*/ 426 h 121"/>
                  <a:gd name="T8" fmla="*/ 35 w 18"/>
                  <a:gd name="T9" fmla="*/ 303 h 121"/>
                  <a:gd name="T10" fmla="*/ 35 w 18"/>
                  <a:gd name="T11" fmla="*/ 263 h 121"/>
                  <a:gd name="T12" fmla="*/ 12 w 18"/>
                  <a:gd name="T13" fmla="*/ 243 h 121"/>
                  <a:gd name="T14" fmla="*/ 14 w 18"/>
                  <a:gd name="T15" fmla="*/ 157 h 121"/>
                  <a:gd name="T16" fmla="*/ 27 w 18"/>
                  <a:gd name="T17" fmla="*/ 0 h 12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8" h="121">
                    <a:moveTo>
                      <a:pt x="9" y="11"/>
                    </a:moveTo>
                    <a:cubicBezTo>
                      <a:pt x="11" y="21"/>
                      <a:pt x="8" y="30"/>
                      <a:pt x="9" y="39"/>
                    </a:cubicBezTo>
                    <a:cubicBezTo>
                      <a:pt x="10" y="46"/>
                      <a:pt x="13" y="53"/>
                      <a:pt x="14" y="61"/>
                    </a:cubicBezTo>
                    <a:cubicBezTo>
                      <a:pt x="18" y="84"/>
                      <a:pt x="12" y="99"/>
                      <a:pt x="6" y="121"/>
                    </a:cubicBezTo>
                    <a:cubicBezTo>
                      <a:pt x="5" y="110"/>
                      <a:pt x="9" y="97"/>
                      <a:pt x="10" y="86"/>
                    </a:cubicBezTo>
                    <a:cubicBezTo>
                      <a:pt x="10" y="83"/>
                      <a:pt x="11" y="79"/>
                      <a:pt x="10" y="75"/>
                    </a:cubicBezTo>
                    <a:cubicBezTo>
                      <a:pt x="8" y="69"/>
                      <a:pt x="4" y="72"/>
                      <a:pt x="3" y="69"/>
                    </a:cubicBezTo>
                    <a:cubicBezTo>
                      <a:pt x="0" y="63"/>
                      <a:pt x="4" y="51"/>
                      <a:pt x="4" y="45"/>
                    </a:cubicBezTo>
                    <a:cubicBezTo>
                      <a:pt x="6" y="30"/>
                      <a:pt x="7" y="14"/>
                      <a:pt x="8" y="0"/>
                    </a:cubicBezTo>
                  </a:path>
                </a:pathLst>
              </a:custGeom>
              <a:solidFill>
                <a:srgbClr val="7E39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146" name="Freeform 701">
                <a:extLst>
                  <a:ext uri="{FF2B5EF4-FFF2-40B4-BE49-F238E27FC236}">
                    <a16:creationId xmlns:a16="http://schemas.microsoft.com/office/drawing/2014/main" id="{5745947D-033F-4E34-85DC-2DA3F12564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0" y="3938"/>
                <a:ext cx="53" cy="86"/>
              </a:xfrm>
              <a:custGeom>
                <a:avLst/>
                <a:gdLst>
                  <a:gd name="T0" fmla="*/ 26 w 35"/>
                  <a:gd name="T1" fmla="*/ 196 h 57"/>
                  <a:gd name="T2" fmla="*/ 97 w 35"/>
                  <a:gd name="T3" fmla="*/ 142 h 57"/>
                  <a:gd name="T4" fmla="*/ 115 w 35"/>
                  <a:gd name="T5" fmla="*/ 0 h 57"/>
                  <a:gd name="T6" fmla="*/ 67 w 35"/>
                  <a:gd name="T7" fmla="*/ 100 h 57"/>
                  <a:gd name="T8" fmla="*/ 0 w 35"/>
                  <a:gd name="T9" fmla="*/ 178 h 5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" h="57">
                    <a:moveTo>
                      <a:pt x="7" y="57"/>
                    </a:moveTo>
                    <a:cubicBezTo>
                      <a:pt x="16" y="56"/>
                      <a:pt x="22" y="51"/>
                      <a:pt x="28" y="41"/>
                    </a:cubicBezTo>
                    <a:cubicBezTo>
                      <a:pt x="35" y="28"/>
                      <a:pt x="33" y="17"/>
                      <a:pt x="33" y="0"/>
                    </a:cubicBezTo>
                    <a:cubicBezTo>
                      <a:pt x="28" y="10"/>
                      <a:pt x="31" y="30"/>
                      <a:pt x="19" y="29"/>
                    </a:cubicBezTo>
                    <a:cubicBezTo>
                      <a:pt x="20" y="46"/>
                      <a:pt x="10" y="50"/>
                      <a:pt x="0" y="52"/>
                    </a:cubicBezTo>
                  </a:path>
                </a:pathLst>
              </a:custGeom>
              <a:solidFill>
                <a:srgbClr val="7E39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147" name="Freeform 702">
                <a:extLst>
                  <a:ext uri="{FF2B5EF4-FFF2-40B4-BE49-F238E27FC236}">
                    <a16:creationId xmlns:a16="http://schemas.microsoft.com/office/drawing/2014/main" id="{EF0BEAFC-93AE-439A-9F90-B78E8B30A3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6" y="3912"/>
                <a:ext cx="47" cy="108"/>
              </a:xfrm>
              <a:custGeom>
                <a:avLst/>
                <a:gdLst>
                  <a:gd name="T0" fmla="*/ 0 w 31"/>
                  <a:gd name="T1" fmla="*/ 8 h 71"/>
                  <a:gd name="T2" fmla="*/ 18 w 31"/>
                  <a:gd name="T3" fmla="*/ 108 h 71"/>
                  <a:gd name="T4" fmla="*/ 32 w 31"/>
                  <a:gd name="T5" fmla="*/ 187 h 71"/>
                  <a:gd name="T6" fmla="*/ 62 w 31"/>
                  <a:gd name="T7" fmla="*/ 239 h 71"/>
                  <a:gd name="T8" fmla="*/ 108 w 31"/>
                  <a:gd name="T9" fmla="*/ 230 h 71"/>
                  <a:gd name="T10" fmla="*/ 53 w 31"/>
                  <a:gd name="T11" fmla="*/ 129 h 71"/>
                  <a:gd name="T12" fmla="*/ 32 w 31"/>
                  <a:gd name="T13" fmla="*/ 75 h 71"/>
                  <a:gd name="T14" fmla="*/ 8 w 31"/>
                  <a:gd name="T15" fmla="*/ 0 h 7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1" h="71">
                    <a:moveTo>
                      <a:pt x="0" y="2"/>
                    </a:moveTo>
                    <a:cubicBezTo>
                      <a:pt x="5" y="9"/>
                      <a:pt x="5" y="22"/>
                      <a:pt x="5" y="31"/>
                    </a:cubicBezTo>
                    <a:cubicBezTo>
                      <a:pt x="4" y="42"/>
                      <a:pt x="7" y="43"/>
                      <a:pt x="9" y="53"/>
                    </a:cubicBezTo>
                    <a:cubicBezTo>
                      <a:pt x="11" y="61"/>
                      <a:pt x="10" y="65"/>
                      <a:pt x="18" y="68"/>
                    </a:cubicBezTo>
                    <a:cubicBezTo>
                      <a:pt x="21" y="70"/>
                      <a:pt x="29" y="71"/>
                      <a:pt x="31" y="65"/>
                    </a:cubicBezTo>
                    <a:cubicBezTo>
                      <a:pt x="15" y="68"/>
                      <a:pt x="14" y="54"/>
                      <a:pt x="15" y="37"/>
                    </a:cubicBezTo>
                    <a:cubicBezTo>
                      <a:pt x="11" y="35"/>
                      <a:pt x="11" y="26"/>
                      <a:pt x="9" y="21"/>
                    </a:cubicBezTo>
                    <a:cubicBezTo>
                      <a:pt x="7" y="14"/>
                      <a:pt x="1" y="7"/>
                      <a:pt x="2" y="0"/>
                    </a:cubicBezTo>
                  </a:path>
                </a:pathLst>
              </a:custGeom>
              <a:solidFill>
                <a:srgbClr val="7E39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148" name="Freeform 703">
                <a:extLst>
                  <a:ext uri="{FF2B5EF4-FFF2-40B4-BE49-F238E27FC236}">
                    <a16:creationId xmlns:a16="http://schemas.microsoft.com/office/drawing/2014/main" id="{D4243C20-ADCD-43FA-BD23-F396E1D376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4" y="3938"/>
                <a:ext cx="74" cy="82"/>
              </a:xfrm>
              <a:custGeom>
                <a:avLst/>
                <a:gdLst>
                  <a:gd name="T0" fmla="*/ 76 w 48"/>
                  <a:gd name="T1" fmla="*/ 175 h 54"/>
                  <a:gd name="T2" fmla="*/ 114 w 48"/>
                  <a:gd name="T3" fmla="*/ 143 h 54"/>
                  <a:gd name="T4" fmla="*/ 162 w 48"/>
                  <a:gd name="T5" fmla="*/ 115 h 54"/>
                  <a:gd name="T6" fmla="*/ 143 w 48"/>
                  <a:gd name="T7" fmla="*/ 0 h 54"/>
                  <a:gd name="T8" fmla="*/ 114 w 48"/>
                  <a:gd name="T9" fmla="*/ 80 h 54"/>
                  <a:gd name="T10" fmla="*/ 80 w 48"/>
                  <a:gd name="T11" fmla="*/ 80 h 54"/>
                  <a:gd name="T12" fmla="*/ 76 w 48"/>
                  <a:gd name="T13" fmla="*/ 120 h 54"/>
                  <a:gd name="T14" fmla="*/ 26 w 48"/>
                  <a:gd name="T15" fmla="*/ 128 h 54"/>
                  <a:gd name="T16" fmla="*/ 12 w 48"/>
                  <a:gd name="T17" fmla="*/ 164 h 5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8" h="54">
                    <a:moveTo>
                      <a:pt x="21" y="50"/>
                    </a:moveTo>
                    <a:cubicBezTo>
                      <a:pt x="27" y="54"/>
                      <a:pt x="27" y="44"/>
                      <a:pt x="31" y="41"/>
                    </a:cubicBezTo>
                    <a:cubicBezTo>
                      <a:pt x="35" y="38"/>
                      <a:pt x="41" y="42"/>
                      <a:pt x="44" y="33"/>
                    </a:cubicBezTo>
                    <a:cubicBezTo>
                      <a:pt x="48" y="22"/>
                      <a:pt x="44" y="9"/>
                      <a:pt x="39" y="0"/>
                    </a:cubicBezTo>
                    <a:cubicBezTo>
                      <a:pt x="39" y="15"/>
                      <a:pt x="43" y="22"/>
                      <a:pt x="31" y="23"/>
                    </a:cubicBezTo>
                    <a:cubicBezTo>
                      <a:pt x="29" y="23"/>
                      <a:pt x="24" y="22"/>
                      <a:pt x="22" y="23"/>
                    </a:cubicBezTo>
                    <a:cubicBezTo>
                      <a:pt x="19" y="26"/>
                      <a:pt x="22" y="32"/>
                      <a:pt x="21" y="34"/>
                    </a:cubicBezTo>
                    <a:cubicBezTo>
                      <a:pt x="17" y="40"/>
                      <a:pt x="12" y="34"/>
                      <a:pt x="7" y="36"/>
                    </a:cubicBezTo>
                    <a:cubicBezTo>
                      <a:pt x="0" y="38"/>
                      <a:pt x="3" y="49"/>
                      <a:pt x="3" y="47"/>
                    </a:cubicBezTo>
                  </a:path>
                </a:pathLst>
              </a:custGeom>
              <a:solidFill>
                <a:srgbClr val="7E39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149" name="Freeform 704">
                <a:extLst>
                  <a:ext uri="{FF2B5EF4-FFF2-40B4-BE49-F238E27FC236}">
                    <a16:creationId xmlns:a16="http://schemas.microsoft.com/office/drawing/2014/main" id="{2D363DF4-61D8-4AE4-AAB3-865A4287F8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8" y="3982"/>
                <a:ext cx="28" cy="21"/>
              </a:xfrm>
              <a:custGeom>
                <a:avLst/>
                <a:gdLst>
                  <a:gd name="T0" fmla="*/ 0 w 18"/>
                  <a:gd name="T1" fmla="*/ 32 h 14"/>
                  <a:gd name="T2" fmla="*/ 56 w 18"/>
                  <a:gd name="T3" fmla="*/ 39 h 14"/>
                  <a:gd name="T4" fmla="*/ 62 w 18"/>
                  <a:gd name="T5" fmla="*/ 14 h 14"/>
                  <a:gd name="T6" fmla="*/ 14 w 18"/>
                  <a:gd name="T7" fmla="*/ 5 h 14"/>
                  <a:gd name="T8" fmla="*/ 0 w 18"/>
                  <a:gd name="T9" fmla="*/ 32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14">
                    <a:moveTo>
                      <a:pt x="0" y="9"/>
                    </a:moveTo>
                    <a:cubicBezTo>
                      <a:pt x="2" y="6"/>
                      <a:pt x="13" y="8"/>
                      <a:pt x="15" y="11"/>
                    </a:cubicBezTo>
                    <a:cubicBezTo>
                      <a:pt x="17" y="14"/>
                      <a:pt x="18" y="6"/>
                      <a:pt x="17" y="4"/>
                    </a:cubicBezTo>
                    <a:cubicBezTo>
                      <a:pt x="14" y="0"/>
                      <a:pt x="7" y="0"/>
                      <a:pt x="4" y="1"/>
                    </a:cubicBezTo>
                    <a:cubicBezTo>
                      <a:pt x="1" y="3"/>
                      <a:pt x="0" y="9"/>
                      <a:pt x="0" y="9"/>
                    </a:cubicBezTo>
                    <a:close/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150" name="Freeform 705">
                <a:extLst>
                  <a:ext uri="{FF2B5EF4-FFF2-40B4-BE49-F238E27FC236}">
                    <a16:creationId xmlns:a16="http://schemas.microsoft.com/office/drawing/2014/main" id="{2BB40B42-3478-4CC6-9915-7306D9A2DF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6" y="3960"/>
                <a:ext cx="21" cy="58"/>
              </a:xfrm>
              <a:custGeom>
                <a:avLst/>
                <a:gdLst>
                  <a:gd name="T0" fmla="*/ 48 w 14"/>
                  <a:gd name="T1" fmla="*/ 0 h 38"/>
                  <a:gd name="T2" fmla="*/ 12 w 14"/>
                  <a:gd name="T3" fmla="*/ 72 h 38"/>
                  <a:gd name="T4" fmla="*/ 8 w 14"/>
                  <a:gd name="T5" fmla="*/ 136 h 3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38">
                    <a:moveTo>
                      <a:pt x="14" y="0"/>
                    </a:moveTo>
                    <a:cubicBezTo>
                      <a:pt x="12" y="7"/>
                      <a:pt x="6" y="12"/>
                      <a:pt x="3" y="20"/>
                    </a:cubicBezTo>
                    <a:cubicBezTo>
                      <a:pt x="2" y="26"/>
                      <a:pt x="0" y="34"/>
                      <a:pt x="2" y="38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151" name="Freeform 706">
                <a:extLst>
                  <a:ext uri="{FF2B5EF4-FFF2-40B4-BE49-F238E27FC236}">
                    <a16:creationId xmlns:a16="http://schemas.microsoft.com/office/drawing/2014/main" id="{1CF67BAA-D613-40E3-9B8F-1021C251FF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9" y="3948"/>
                <a:ext cx="26" cy="72"/>
              </a:xfrm>
              <a:custGeom>
                <a:avLst/>
                <a:gdLst>
                  <a:gd name="T0" fmla="*/ 61 w 17"/>
                  <a:gd name="T1" fmla="*/ 0 h 47"/>
                  <a:gd name="T2" fmla="*/ 40 w 17"/>
                  <a:gd name="T3" fmla="*/ 43 h 47"/>
                  <a:gd name="T4" fmla="*/ 18 w 17"/>
                  <a:gd name="T5" fmla="*/ 101 h 47"/>
                  <a:gd name="T6" fmla="*/ 18 w 17"/>
                  <a:gd name="T7" fmla="*/ 169 h 4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47">
                    <a:moveTo>
                      <a:pt x="17" y="0"/>
                    </a:moveTo>
                    <a:cubicBezTo>
                      <a:pt x="12" y="4"/>
                      <a:pt x="12" y="5"/>
                      <a:pt x="11" y="12"/>
                    </a:cubicBezTo>
                    <a:cubicBezTo>
                      <a:pt x="9" y="20"/>
                      <a:pt x="7" y="24"/>
                      <a:pt x="5" y="28"/>
                    </a:cubicBezTo>
                    <a:cubicBezTo>
                      <a:pt x="3" y="32"/>
                      <a:pt x="0" y="41"/>
                      <a:pt x="5" y="47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152" name="Freeform 707">
                <a:extLst>
                  <a:ext uri="{FF2B5EF4-FFF2-40B4-BE49-F238E27FC236}">
                    <a16:creationId xmlns:a16="http://schemas.microsoft.com/office/drawing/2014/main" id="{C34A4629-B0C0-411D-8BB8-9FD51F9DC3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6" y="3942"/>
                <a:ext cx="31" cy="64"/>
              </a:xfrm>
              <a:custGeom>
                <a:avLst/>
                <a:gdLst>
                  <a:gd name="T0" fmla="*/ 74 w 20"/>
                  <a:gd name="T1" fmla="*/ 0 h 42"/>
                  <a:gd name="T2" fmla="*/ 29 w 20"/>
                  <a:gd name="T3" fmla="*/ 56 h 42"/>
                  <a:gd name="T4" fmla="*/ 12 w 20"/>
                  <a:gd name="T5" fmla="*/ 114 h 42"/>
                  <a:gd name="T6" fmla="*/ 5 w 20"/>
                  <a:gd name="T7" fmla="*/ 149 h 4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42">
                    <a:moveTo>
                      <a:pt x="20" y="0"/>
                    </a:moveTo>
                    <a:cubicBezTo>
                      <a:pt x="16" y="3"/>
                      <a:pt x="10" y="10"/>
                      <a:pt x="8" y="16"/>
                    </a:cubicBezTo>
                    <a:cubicBezTo>
                      <a:pt x="6" y="22"/>
                      <a:pt x="5" y="26"/>
                      <a:pt x="3" y="32"/>
                    </a:cubicBezTo>
                    <a:cubicBezTo>
                      <a:pt x="1" y="35"/>
                      <a:pt x="0" y="38"/>
                      <a:pt x="1" y="42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153" name="Freeform 708">
                <a:extLst>
                  <a:ext uri="{FF2B5EF4-FFF2-40B4-BE49-F238E27FC236}">
                    <a16:creationId xmlns:a16="http://schemas.microsoft.com/office/drawing/2014/main" id="{A33BB221-9E1F-48DC-A7FB-545023BB90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0" y="3933"/>
                <a:ext cx="35" cy="56"/>
              </a:xfrm>
              <a:custGeom>
                <a:avLst/>
                <a:gdLst>
                  <a:gd name="T0" fmla="*/ 81 w 23"/>
                  <a:gd name="T1" fmla="*/ 0 h 37"/>
                  <a:gd name="T2" fmla="*/ 40 w 23"/>
                  <a:gd name="T3" fmla="*/ 41 h 37"/>
                  <a:gd name="T4" fmla="*/ 5 w 23"/>
                  <a:gd name="T5" fmla="*/ 103 h 37"/>
                  <a:gd name="T6" fmla="*/ 0 w 23"/>
                  <a:gd name="T7" fmla="*/ 129 h 3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" h="37">
                    <a:moveTo>
                      <a:pt x="23" y="0"/>
                    </a:moveTo>
                    <a:cubicBezTo>
                      <a:pt x="18" y="3"/>
                      <a:pt x="14" y="8"/>
                      <a:pt x="11" y="12"/>
                    </a:cubicBezTo>
                    <a:cubicBezTo>
                      <a:pt x="9" y="17"/>
                      <a:pt x="3" y="21"/>
                      <a:pt x="1" y="30"/>
                    </a:cubicBezTo>
                    <a:cubicBezTo>
                      <a:pt x="1" y="33"/>
                      <a:pt x="0" y="35"/>
                      <a:pt x="0" y="37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154" name="Freeform 709">
                <a:extLst>
                  <a:ext uri="{FF2B5EF4-FFF2-40B4-BE49-F238E27FC236}">
                    <a16:creationId xmlns:a16="http://schemas.microsoft.com/office/drawing/2014/main" id="{0CA0E31B-8E48-4106-A107-F55EFF41DA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2" y="3997"/>
                <a:ext cx="20" cy="17"/>
              </a:xfrm>
              <a:custGeom>
                <a:avLst/>
                <a:gdLst>
                  <a:gd name="T0" fmla="*/ 5 w 13"/>
                  <a:gd name="T1" fmla="*/ 36 h 11"/>
                  <a:gd name="T2" fmla="*/ 40 w 13"/>
                  <a:gd name="T3" fmla="*/ 34 h 11"/>
                  <a:gd name="T4" fmla="*/ 26 w 13"/>
                  <a:gd name="T5" fmla="*/ 5 h 11"/>
                  <a:gd name="T6" fmla="*/ 5 w 13"/>
                  <a:gd name="T7" fmla="*/ 36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11">
                    <a:moveTo>
                      <a:pt x="1" y="10"/>
                    </a:moveTo>
                    <a:cubicBezTo>
                      <a:pt x="5" y="11"/>
                      <a:pt x="10" y="10"/>
                      <a:pt x="11" y="9"/>
                    </a:cubicBezTo>
                    <a:cubicBezTo>
                      <a:pt x="13" y="8"/>
                      <a:pt x="12" y="1"/>
                      <a:pt x="7" y="1"/>
                    </a:cubicBezTo>
                    <a:cubicBezTo>
                      <a:pt x="1" y="0"/>
                      <a:pt x="0" y="9"/>
                      <a:pt x="1" y="10"/>
                    </a:cubicBezTo>
                    <a:close/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155" name="Freeform 710">
                <a:extLst>
                  <a:ext uri="{FF2B5EF4-FFF2-40B4-BE49-F238E27FC236}">
                    <a16:creationId xmlns:a16="http://schemas.microsoft.com/office/drawing/2014/main" id="{BFFC3386-D7EC-42B9-992D-C300522394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1" y="3989"/>
                <a:ext cx="17" cy="14"/>
              </a:xfrm>
              <a:custGeom>
                <a:avLst/>
                <a:gdLst>
                  <a:gd name="T0" fmla="*/ 0 w 11"/>
                  <a:gd name="T1" fmla="*/ 26 h 9"/>
                  <a:gd name="T2" fmla="*/ 36 w 11"/>
                  <a:gd name="T3" fmla="*/ 30 h 9"/>
                  <a:gd name="T4" fmla="*/ 19 w 11"/>
                  <a:gd name="T5" fmla="*/ 0 h 9"/>
                  <a:gd name="T6" fmla="*/ 0 w 11"/>
                  <a:gd name="T7" fmla="*/ 26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9">
                    <a:moveTo>
                      <a:pt x="0" y="7"/>
                    </a:moveTo>
                    <a:cubicBezTo>
                      <a:pt x="4" y="8"/>
                      <a:pt x="9" y="9"/>
                      <a:pt x="10" y="8"/>
                    </a:cubicBezTo>
                    <a:cubicBezTo>
                      <a:pt x="11" y="7"/>
                      <a:pt x="10" y="0"/>
                      <a:pt x="5" y="0"/>
                    </a:cubicBezTo>
                    <a:cubicBezTo>
                      <a:pt x="1" y="0"/>
                      <a:pt x="0" y="6"/>
                      <a:pt x="0" y="7"/>
                    </a:cubicBezTo>
                    <a:close/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156" name="Freeform 711">
                <a:extLst>
                  <a:ext uri="{FF2B5EF4-FFF2-40B4-BE49-F238E27FC236}">
                    <a16:creationId xmlns:a16="http://schemas.microsoft.com/office/drawing/2014/main" id="{98B582DC-1C7D-4611-BC02-FEBF37BE12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3" y="3983"/>
                <a:ext cx="17" cy="13"/>
              </a:xfrm>
              <a:custGeom>
                <a:avLst/>
                <a:gdLst>
                  <a:gd name="T0" fmla="*/ 0 w 11"/>
                  <a:gd name="T1" fmla="*/ 29 h 8"/>
                  <a:gd name="T2" fmla="*/ 36 w 11"/>
                  <a:gd name="T3" fmla="*/ 29 h 8"/>
                  <a:gd name="T4" fmla="*/ 14 w 11"/>
                  <a:gd name="T5" fmla="*/ 0 h 8"/>
                  <a:gd name="T6" fmla="*/ 0 w 11"/>
                  <a:gd name="T7" fmla="*/ 29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8">
                    <a:moveTo>
                      <a:pt x="0" y="7"/>
                    </a:moveTo>
                    <a:cubicBezTo>
                      <a:pt x="4" y="6"/>
                      <a:pt x="9" y="8"/>
                      <a:pt x="10" y="7"/>
                    </a:cubicBezTo>
                    <a:cubicBezTo>
                      <a:pt x="11" y="6"/>
                      <a:pt x="10" y="0"/>
                      <a:pt x="4" y="0"/>
                    </a:cubicBezTo>
                    <a:cubicBezTo>
                      <a:pt x="1" y="0"/>
                      <a:pt x="0" y="6"/>
                      <a:pt x="0" y="7"/>
                    </a:cubicBezTo>
                    <a:close/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157" name="Freeform 712">
                <a:extLst>
                  <a:ext uri="{FF2B5EF4-FFF2-40B4-BE49-F238E27FC236}">
                    <a16:creationId xmlns:a16="http://schemas.microsoft.com/office/drawing/2014/main" id="{16410371-5375-4840-93F0-08A502BD2D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4" y="3991"/>
                <a:ext cx="6" cy="21"/>
              </a:xfrm>
              <a:custGeom>
                <a:avLst/>
                <a:gdLst>
                  <a:gd name="T0" fmla="*/ 0 w 4"/>
                  <a:gd name="T1" fmla="*/ 0 h 14"/>
                  <a:gd name="T2" fmla="*/ 0 w 4"/>
                  <a:gd name="T3" fmla="*/ 48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4">
                    <a:moveTo>
                      <a:pt x="0" y="0"/>
                    </a:moveTo>
                    <a:cubicBezTo>
                      <a:pt x="2" y="5"/>
                      <a:pt x="4" y="7"/>
                      <a:pt x="0" y="14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158" name="Freeform 713">
                <a:extLst>
                  <a:ext uri="{FF2B5EF4-FFF2-40B4-BE49-F238E27FC236}">
                    <a16:creationId xmlns:a16="http://schemas.microsoft.com/office/drawing/2014/main" id="{243D5F63-A49D-42C8-A811-C0EFE49187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6" y="3811"/>
                <a:ext cx="3" cy="23"/>
              </a:xfrm>
              <a:custGeom>
                <a:avLst/>
                <a:gdLst>
                  <a:gd name="T0" fmla="*/ 8 w 2"/>
                  <a:gd name="T1" fmla="*/ 0 h 15"/>
                  <a:gd name="T2" fmla="*/ 0 w 2"/>
                  <a:gd name="T3" fmla="*/ 54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5">
                    <a:moveTo>
                      <a:pt x="2" y="0"/>
                    </a:moveTo>
                    <a:cubicBezTo>
                      <a:pt x="2" y="4"/>
                      <a:pt x="0" y="15"/>
                      <a:pt x="0" y="15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159" name="Freeform 714">
                <a:extLst>
                  <a:ext uri="{FF2B5EF4-FFF2-40B4-BE49-F238E27FC236}">
                    <a16:creationId xmlns:a16="http://schemas.microsoft.com/office/drawing/2014/main" id="{3D348C95-8BD1-463C-B4C2-B0EA0BE310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2" y="3982"/>
                <a:ext cx="27" cy="21"/>
              </a:xfrm>
              <a:custGeom>
                <a:avLst/>
                <a:gdLst>
                  <a:gd name="T0" fmla="*/ 62 w 18"/>
                  <a:gd name="T1" fmla="*/ 32 h 14"/>
                  <a:gd name="T2" fmla="*/ 12 w 18"/>
                  <a:gd name="T3" fmla="*/ 39 h 14"/>
                  <a:gd name="T4" fmla="*/ 5 w 18"/>
                  <a:gd name="T5" fmla="*/ 14 h 14"/>
                  <a:gd name="T6" fmla="*/ 48 w 18"/>
                  <a:gd name="T7" fmla="*/ 5 h 14"/>
                  <a:gd name="T8" fmla="*/ 62 w 18"/>
                  <a:gd name="T9" fmla="*/ 32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14">
                    <a:moveTo>
                      <a:pt x="18" y="9"/>
                    </a:moveTo>
                    <a:cubicBezTo>
                      <a:pt x="16" y="6"/>
                      <a:pt x="5" y="8"/>
                      <a:pt x="3" y="11"/>
                    </a:cubicBezTo>
                    <a:cubicBezTo>
                      <a:pt x="1" y="14"/>
                      <a:pt x="0" y="6"/>
                      <a:pt x="1" y="4"/>
                    </a:cubicBezTo>
                    <a:cubicBezTo>
                      <a:pt x="4" y="0"/>
                      <a:pt x="11" y="0"/>
                      <a:pt x="14" y="1"/>
                    </a:cubicBezTo>
                    <a:cubicBezTo>
                      <a:pt x="17" y="3"/>
                      <a:pt x="18" y="9"/>
                      <a:pt x="18" y="9"/>
                    </a:cubicBezTo>
                    <a:close/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160" name="Freeform 715">
                <a:extLst>
                  <a:ext uri="{FF2B5EF4-FFF2-40B4-BE49-F238E27FC236}">
                    <a16:creationId xmlns:a16="http://schemas.microsoft.com/office/drawing/2014/main" id="{28F43A9A-0DF4-45E9-B43C-F84628AD1D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0" y="3960"/>
                <a:ext cx="21" cy="58"/>
              </a:xfrm>
              <a:custGeom>
                <a:avLst/>
                <a:gdLst>
                  <a:gd name="T0" fmla="*/ 0 w 14"/>
                  <a:gd name="T1" fmla="*/ 0 h 38"/>
                  <a:gd name="T2" fmla="*/ 39 w 14"/>
                  <a:gd name="T3" fmla="*/ 72 h 38"/>
                  <a:gd name="T4" fmla="*/ 41 w 14"/>
                  <a:gd name="T5" fmla="*/ 136 h 3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38">
                    <a:moveTo>
                      <a:pt x="0" y="0"/>
                    </a:moveTo>
                    <a:cubicBezTo>
                      <a:pt x="2" y="7"/>
                      <a:pt x="8" y="12"/>
                      <a:pt x="11" y="20"/>
                    </a:cubicBezTo>
                    <a:cubicBezTo>
                      <a:pt x="12" y="26"/>
                      <a:pt x="14" y="34"/>
                      <a:pt x="12" y="38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161" name="Freeform 716">
                <a:extLst>
                  <a:ext uri="{FF2B5EF4-FFF2-40B4-BE49-F238E27FC236}">
                    <a16:creationId xmlns:a16="http://schemas.microsoft.com/office/drawing/2014/main" id="{0E6A8A5C-5E06-43AF-AA94-9215E9B43B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2" y="3948"/>
                <a:ext cx="26" cy="72"/>
              </a:xfrm>
              <a:custGeom>
                <a:avLst/>
                <a:gdLst>
                  <a:gd name="T0" fmla="*/ 0 w 17"/>
                  <a:gd name="T1" fmla="*/ 0 h 47"/>
                  <a:gd name="T2" fmla="*/ 21 w 17"/>
                  <a:gd name="T3" fmla="*/ 43 h 47"/>
                  <a:gd name="T4" fmla="*/ 43 w 17"/>
                  <a:gd name="T5" fmla="*/ 101 h 47"/>
                  <a:gd name="T6" fmla="*/ 43 w 17"/>
                  <a:gd name="T7" fmla="*/ 169 h 4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47">
                    <a:moveTo>
                      <a:pt x="0" y="0"/>
                    </a:moveTo>
                    <a:cubicBezTo>
                      <a:pt x="5" y="4"/>
                      <a:pt x="5" y="5"/>
                      <a:pt x="6" y="12"/>
                    </a:cubicBezTo>
                    <a:cubicBezTo>
                      <a:pt x="8" y="20"/>
                      <a:pt x="10" y="24"/>
                      <a:pt x="12" y="28"/>
                    </a:cubicBezTo>
                    <a:cubicBezTo>
                      <a:pt x="14" y="32"/>
                      <a:pt x="17" y="41"/>
                      <a:pt x="12" y="47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162" name="Freeform 717">
                <a:extLst>
                  <a:ext uri="{FF2B5EF4-FFF2-40B4-BE49-F238E27FC236}">
                    <a16:creationId xmlns:a16="http://schemas.microsoft.com/office/drawing/2014/main" id="{D47A727D-9BFF-466E-B712-2FD0FEE81A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0" y="3942"/>
                <a:ext cx="31" cy="64"/>
              </a:xfrm>
              <a:custGeom>
                <a:avLst/>
                <a:gdLst>
                  <a:gd name="T0" fmla="*/ 0 w 20"/>
                  <a:gd name="T1" fmla="*/ 0 h 42"/>
                  <a:gd name="T2" fmla="*/ 45 w 20"/>
                  <a:gd name="T3" fmla="*/ 56 h 42"/>
                  <a:gd name="T4" fmla="*/ 62 w 20"/>
                  <a:gd name="T5" fmla="*/ 114 h 42"/>
                  <a:gd name="T6" fmla="*/ 70 w 20"/>
                  <a:gd name="T7" fmla="*/ 149 h 4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42">
                    <a:moveTo>
                      <a:pt x="0" y="0"/>
                    </a:moveTo>
                    <a:cubicBezTo>
                      <a:pt x="4" y="3"/>
                      <a:pt x="10" y="10"/>
                      <a:pt x="12" y="16"/>
                    </a:cubicBezTo>
                    <a:cubicBezTo>
                      <a:pt x="14" y="22"/>
                      <a:pt x="15" y="26"/>
                      <a:pt x="17" y="32"/>
                    </a:cubicBezTo>
                    <a:cubicBezTo>
                      <a:pt x="19" y="35"/>
                      <a:pt x="20" y="38"/>
                      <a:pt x="19" y="42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163" name="Freeform 718">
                <a:extLst>
                  <a:ext uri="{FF2B5EF4-FFF2-40B4-BE49-F238E27FC236}">
                    <a16:creationId xmlns:a16="http://schemas.microsoft.com/office/drawing/2014/main" id="{0A37CD46-D80E-46BA-878A-DE7033E6C7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3" y="3933"/>
                <a:ext cx="35" cy="56"/>
              </a:xfrm>
              <a:custGeom>
                <a:avLst/>
                <a:gdLst>
                  <a:gd name="T0" fmla="*/ 0 w 23"/>
                  <a:gd name="T1" fmla="*/ 0 h 37"/>
                  <a:gd name="T2" fmla="*/ 40 w 23"/>
                  <a:gd name="T3" fmla="*/ 41 h 37"/>
                  <a:gd name="T4" fmla="*/ 76 w 23"/>
                  <a:gd name="T5" fmla="*/ 103 h 37"/>
                  <a:gd name="T6" fmla="*/ 81 w 23"/>
                  <a:gd name="T7" fmla="*/ 129 h 3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" h="37">
                    <a:moveTo>
                      <a:pt x="0" y="0"/>
                    </a:moveTo>
                    <a:cubicBezTo>
                      <a:pt x="5" y="3"/>
                      <a:pt x="9" y="8"/>
                      <a:pt x="11" y="12"/>
                    </a:cubicBezTo>
                    <a:cubicBezTo>
                      <a:pt x="14" y="17"/>
                      <a:pt x="20" y="21"/>
                      <a:pt x="22" y="30"/>
                    </a:cubicBezTo>
                    <a:cubicBezTo>
                      <a:pt x="22" y="33"/>
                      <a:pt x="23" y="35"/>
                      <a:pt x="23" y="37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164" name="Freeform 719">
                <a:extLst>
                  <a:ext uri="{FF2B5EF4-FFF2-40B4-BE49-F238E27FC236}">
                    <a16:creationId xmlns:a16="http://schemas.microsoft.com/office/drawing/2014/main" id="{13EB9067-DE58-48C4-A4B3-92E846C2E4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6" y="3997"/>
                <a:ext cx="20" cy="17"/>
              </a:xfrm>
              <a:custGeom>
                <a:avLst/>
                <a:gdLst>
                  <a:gd name="T0" fmla="*/ 43 w 13"/>
                  <a:gd name="T1" fmla="*/ 36 h 11"/>
                  <a:gd name="T2" fmla="*/ 8 w 13"/>
                  <a:gd name="T3" fmla="*/ 34 h 11"/>
                  <a:gd name="T4" fmla="*/ 22 w 13"/>
                  <a:gd name="T5" fmla="*/ 5 h 11"/>
                  <a:gd name="T6" fmla="*/ 43 w 13"/>
                  <a:gd name="T7" fmla="*/ 36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11">
                    <a:moveTo>
                      <a:pt x="12" y="10"/>
                    </a:moveTo>
                    <a:cubicBezTo>
                      <a:pt x="8" y="11"/>
                      <a:pt x="3" y="10"/>
                      <a:pt x="2" y="9"/>
                    </a:cubicBezTo>
                    <a:cubicBezTo>
                      <a:pt x="0" y="8"/>
                      <a:pt x="1" y="1"/>
                      <a:pt x="6" y="1"/>
                    </a:cubicBezTo>
                    <a:cubicBezTo>
                      <a:pt x="12" y="0"/>
                      <a:pt x="13" y="9"/>
                      <a:pt x="12" y="10"/>
                    </a:cubicBezTo>
                    <a:close/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165" name="Freeform 720">
                <a:extLst>
                  <a:ext uri="{FF2B5EF4-FFF2-40B4-BE49-F238E27FC236}">
                    <a16:creationId xmlns:a16="http://schemas.microsoft.com/office/drawing/2014/main" id="{75F1589C-A7F9-4809-AFBC-F25E0015CD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9" y="3989"/>
                <a:ext cx="17" cy="14"/>
              </a:xfrm>
              <a:custGeom>
                <a:avLst/>
                <a:gdLst>
                  <a:gd name="T0" fmla="*/ 40 w 11"/>
                  <a:gd name="T1" fmla="*/ 26 h 9"/>
                  <a:gd name="T2" fmla="*/ 5 w 11"/>
                  <a:gd name="T3" fmla="*/ 30 h 9"/>
                  <a:gd name="T4" fmla="*/ 22 w 11"/>
                  <a:gd name="T5" fmla="*/ 0 h 9"/>
                  <a:gd name="T6" fmla="*/ 40 w 11"/>
                  <a:gd name="T7" fmla="*/ 26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9">
                    <a:moveTo>
                      <a:pt x="11" y="7"/>
                    </a:moveTo>
                    <a:cubicBezTo>
                      <a:pt x="7" y="8"/>
                      <a:pt x="2" y="9"/>
                      <a:pt x="1" y="8"/>
                    </a:cubicBezTo>
                    <a:cubicBezTo>
                      <a:pt x="0" y="7"/>
                      <a:pt x="1" y="0"/>
                      <a:pt x="6" y="0"/>
                    </a:cubicBezTo>
                    <a:cubicBezTo>
                      <a:pt x="10" y="0"/>
                      <a:pt x="11" y="6"/>
                      <a:pt x="11" y="7"/>
                    </a:cubicBezTo>
                    <a:close/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166" name="Freeform 721">
                <a:extLst>
                  <a:ext uri="{FF2B5EF4-FFF2-40B4-BE49-F238E27FC236}">
                    <a16:creationId xmlns:a16="http://schemas.microsoft.com/office/drawing/2014/main" id="{4F245E51-5B0D-4FC7-8720-A02501DF39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8" y="3983"/>
                <a:ext cx="17" cy="13"/>
              </a:xfrm>
              <a:custGeom>
                <a:avLst/>
                <a:gdLst>
                  <a:gd name="T0" fmla="*/ 40 w 11"/>
                  <a:gd name="T1" fmla="*/ 29 h 8"/>
                  <a:gd name="T2" fmla="*/ 5 w 11"/>
                  <a:gd name="T3" fmla="*/ 29 h 8"/>
                  <a:gd name="T4" fmla="*/ 26 w 11"/>
                  <a:gd name="T5" fmla="*/ 0 h 8"/>
                  <a:gd name="T6" fmla="*/ 40 w 11"/>
                  <a:gd name="T7" fmla="*/ 29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8">
                    <a:moveTo>
                      <a:pt x="11" y="7"/>
                    </a:moveTo>
                    <a:cubicBezTo>
                      <a:pt x="7" y="6"/>
                      <a:pt x="2" y="8"/>
                      <a:pt x="1" y="7"/>
                    </a:cubicBezTo>
                    <a:cubicBezTo>
                      <a:pt x="0" y="6"/>
                      <a:pt x="1" y="0"/>
                      <a:pt x="7" y="0"/>
                    </a:cubicBezTo>
                    <a:cubicBezTo>
                      <a:pt x="10" y="0"/>
                      <a:pt x="11" y="6"/>
                      <a:pt x="11" y="7"/>
                    </a:cubicBezTo>
                    <a:close/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167" name="Freeform 722">
                <a:extLst>
                  <a:ext uri="{FF2B5EF4-FFF2-40B4-BE49-F238E27FC236}">
                    <a16:creationId xmlns:a16="http://schemas.microsoft.com/office/drawing/2014/main" id="{3CCB9B9C-F8FE-420B-B769-7D5A088B83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7" y="3991"/>
                <a:ext cx="6" cy="21"/>
              </a:xfrm>
              <a:custGeom>
                <a:avLst/>
                <a:gdLst>
                  <a:gd name="T0" fmla="*/ 14 w 4"/>
                  <a:gd name="T1" fmla="*/ 0 h 14"/>
                  <a:gd name="T2" fmla="*/ 14 w 4"/>
                  <a:gd name="T3" fmla="*/ 48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4">
                    <a:moveTo>
                      <a:pt x="4" y="0"/>
                    </a:moveTo>
                    <a:cubicBezTo>
                      <a:pt x="2" y="5"/>
                      <a:pt x="0" y="7"/>
                      <a:pt x="4" y="14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168" name="Freeform 723">
                <a:extLst>
                  <a:ext uri="{FF2B5EF4-FFF2-40B4-BE49-F238E27FC236}">
                    <a16:creationId xmlns:a16="http://schemas.microsoft.com/office/drawing/2014/main" id="{9F437AD8-5023-4BB7-8725-770CFE445C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8" y="3811"/>
                <a:ext cx="3" cy="23"/>
              </a:xfrm>
              <a:custGeom>
                <a:avLst/>
                <a:gdLst>
                  <a:gd name="T0" fmla="*/ 0 w 2"/>
                  <a:gd name="T1" fmla="*/ 0 h 15"/>
                  <a:gd name="T2" fmla="*/ 8 w 2"/>
                  <a:gd name="T3" fmla="*/ 54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5">
                    <a:moveTo>
                      <a:pt x="0" y="0"/>
                    </a:moveTo>
                    <a:cubicBezTo>
                      <a:pt x="0" y="4"/>
                      <a:pt x="2" y="15"/>
                      <a:pt x="2" y="15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169" name="Freeform 724">
                <a:extLst>
                  <a:ext uri="{FF2B5EF4-FFF2-40B4-BE49-F238E27FC236}">
                    <a16:creationId xmlns:a16="http://schemas.microsoft.com/office/drawing/2014/main" id="{D93620F5-30E5-47A2-9A5D-1DAF1B4E23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2" y="2439"/>
                <a:ext cx="42" cy="93"/>
              </a:xfrm>
              <a:custGeom>
                <a:avLst/>
                <a:gdLst>
                  <a:gd name="T0" fmla="*/ 93 w 28"/>
                  <a:gd name="T1" fmla="*/ 0 h 61"/>
                  <a:gd name="T2" fmla="*/ 35 w 28"/>
                  <a:gd name="T3" fmla="*/ 53 h 61"/>
                  <a:gd name="T4" fmla="*/ 32 w 28"/>
                  <a:gd name="T5" fmla="*/ 130 h 61"/>
                  <a:gd name="T6" fmla="*/ 41 w 28"/>
                  <a:gd name="T7" fmla="*/ 204 h 61"/>
                  <a:gd name="T8" fmla="*/ 66 w 28"/>
                  <a:gd name="T9" fmla="*/ 183 h 61"/>
                  <a:gd name="T10" fmla="*/ 86 w 28"/>
                  <a:gd name="T11" fmla="*/ 130 h 61"/>
                  <a:gd name="T12" fmla="*/ 89 w 28"/>
                  <a:gd name="T13" fmla="*/ 67 h 61"/>
                  <a:gd name="T14" fmla="*/ 93 w 28"/>
                  <a:gd name="T15" fmla="*/ 0 h 6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8" h="61">
                    <a:moveTo>
                      <a:pt x="27" y="0"/>
                    </a:moveTo>
                    <a:cubicBezTo>
                      <a:pt x="27" y="0"/>
                      <a:pt x="28" y="8"/>
                      <a:pt x="10" y="15"/>
                    </a:cubicBezTo>
                    <a:cubicBezTo>
                      <a:pt x="0" y="19"/>
                      <a:pt x="8" y="35"/>
                      <a:pt x="9" y="37"/>
                    </a:cubicBezTo>
                    <a:cubicBezTo>
                      <a:pt x="10" y="39"/>
                      <a:pt x="12" y="58"/>
                      <a:pt x="12" y="58"/>
                    </a:cubicBezTo>
                    <a:cubicBezTo>
                      <a:pt x="12" y="58"/>
                      <a:pt x="15" y="61"/>
                      <a:pt x="19" y="52"/>
                    </a:cubicBezTo>
                    <a:cubicBezTo>
                      <a:pt x="23" y="42"/>
                      <a:pt x="28" y="51"/>
                      <a:pt x="25" y="37"/>
                    </a:cubicBezTo>
                    <a:cubicBezTo>
                      <a:pt x="22" y="23"/>
                      <a:pt x="26" y="23"/>
                      <a:pt x="26" y="19"/>
                    </a:cubicBezTo>
                    <a:lnTo>
                      <a:pt x="27" y="0"/>
                    </a:lnTo>
                    <a:close/>
                  </a:path>
                </a:pathLst>
              </a:custGeom>
              <a:solidFill>
                <a:srgbClr val="6022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170" name="Freeform 725">
                <a:extLst>
                  <a:ext uri="{FF2B5EF4-FFF2-40B4-BE49-F238E27FC236}">
                    <a16:creationId xmlns:a16="http://schemas.microsoft.com/office/drawing/2014/main" id="{9BF2EBB6-E0A8-4AE2-B151-F9EAF2A14D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8" y="2437"/>
                <a:ext cx="59" cy="183"/>
              </a:xfrm>
              <a:custGeom>
                <a:avLst/>
                <a:gdLst>
                  <a:gd name="T0" fmla="*/ 80 w 39"/>
                  <a:gd name="T1" fmla="*/ 0 h 120"/>
                  <a:gd name="T2" fmla="*/ 5 w 39"/>
                  <a:gd name="T3" fmla="*/ 75 h 120"/>
                  <a:gd name="T4" fmla="*/ 12 w 39"/>
                  <a:gd name="T5" fmla="*/ 130 h 120"/>
                  <a:gd name="T6" fmla="*/ 27 w 39"/>
                  <a:gd name="T7" fmla="*/ 204 h 120"/>
                  <a:gd name="T8" fmla="*/ 27 w 39"/>
                  <a:gd name="T9" fmla="*/ 238 h 120"/>
                  <a:gd name="T10" fmla="*/ 41 w 39"/>
                  <a:gd name="T11" fmla="*/ 258 h 120"/>
                  <a:gd name="T12" fmla="*/ 67 w 39"/>
                  <a:gd name="T13" fmla="*/ 332 h 120"/>
                  <a:gd name="T14" fmla="*/ 107 w 39"/>
                  <a:gd name="T15" fmla="*/ 372 h 120"/>
                  <a:gd name="T16" fmla="*/ 135 w 39"/>
                  <a:gd name="T17" fmla="*/ 425 h 12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9" h="120">
                    <a:moveTo>
                      <a:pt x="23" y="0"/>
                    </a:moveTo>
                    <a:cubicBezTo>
                      <a:pt x="23" y="12"/>
                      <a:pt x="3" y="11"/>
                      <a:pt x="1" y="21"/>
                    </a:cubicBezTo>
                    <a:cubicBezTo>
                      <a:pt x="0" y="26"/>
                      <a:pt x="2" y="32"/>
                      <a:pt x="3" y="37"/>
                    </a:cubicBezTo>
                    <a:cubicBezTo>
                      <a:pt x="6" y="43"/>
                      <a:pt x="7" y="50"/>
                      <a:pt x="8" y="58"/>
                    </a:cubicBezTo>
                    <a:cubicBezTo>
                      <a:pt x="8" y="60"/>
                      <a:pt x="7" y="64"/>
                      <a:pt x="8" y="67"/>
                    </a:cubicBezTo>
                    <a:cubicBezTo>
                      <a:pt x="8" y="70"/>
                      <a:pt x="9" y="70"/>
                      <a:pt x="12" y="73"/>
                    </a:cubicBezTo>
                    <a:cubicBezTo>
                      <a:pt x="16" y="79"/>
                      <a:pt x="17" y="87"/>
                      <a:pt x="19" y="94"/>
                    </a:cubicBezTo>
                    <a:cubicBezTo>
                      <a:pt x="22" y="101"/>
                      <a:pt x="26" y="100"/>
                      <a:pt x="31" y="105"/>
                    </a:cubicBezTo>
                    <a:cubicBezTo>
                      <a:pt x="34" y="108"/>
                      <a:pt x="39" y="115"/>
                      <a:pt x="39" y="120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171" name="Freeform 726">
                <a:extLst>
                  <a:ext uri="{FF2B5EF4-FFF2-40B4-BE49-F238E27FC236}">
                    <a16:creationId xmlns:a16="http://schemas.microsoft.com/office/drawing/2014/main" id="{60FE7482-6301-4D7A-8ED2-356BE9C59E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3" y="2431"/>
                <a:ext cx="20" cy="6"/>
              </a:xfrm>
              <a:custGeom>
                <a:avLst/>
                <a:gdLst>
                  <a:gd name="T0" fmla="*/ 48 w 13"/>
                  <a:gd name="T1" fmla="*/ 14 h 4"/>
                  <a:gd name="T2" fmla="*/ 0 w 13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4">
                    <a:moveTo>
                      <a:pt x="13" y="4"/>
                    </a:moveTo>
                    <a:cubicBezTo>
                      <a:pt x="10" y="1"/>
                      <a:pt x="6" y="0"/>
                      <a:pt x="0" y="0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172" name="Freeform 727">
                <a:extLst>
                  <a:ext uri="{FF2B5EF4-FFF2-40B4-BE49-F238E27FC236}">
                    <a16:creationId xmlns:a16="http://schemas.microsoft.com/office/drawing/2014/main" id="{2C7D7C33-B9AC-4AA5-9E84-6F87761B8C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0" y="2510"/>
                <a:ext cx="20" cy="20"/>
              </a:xfrm>
              <a:custGeom>
                <a:avLst/>
                <a:gdLst>
                  <a:gd name="T0" fmla="*/ 48 w 13"/>
                  <a:gd name="T1" fmla="*/ 0 h 13"/>
                  <a:gd name="T2" fmla="*/ 0 w 13"/>
                  <a:gd name="T3" fmla="*/ 48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13">
                    <a:moveTo>
                      <a:pt x="13" y="0"/>
                    </a:moveTo>
                    <a:cubicBezTo>
                      <a:pt x="6" y="2"/>
                      <a:pt x="7" y="12"/>
                      <a:pt x="0" y="13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173" name="Freeform 728">
                <a:extLst>
                  <a:ext uri="{FF2B5EF4-FFF2-40B4-BE49-F238E27FC236}">
                    <a16:creationId xmlns:a16="http://schemas.microsoft.com/office/drawing/2014/main" id="{C3F9C508-BD93-40D1-A235-368EFFE08A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5" y="2570"/>
                <a:ext cx="63" cy="29"/>
              </a:xfrm>
              <a:custGeom>
                <a:avLst/>
                <a:gdLst>
                  <a:gd name="T0" fmla="*/ 0 w 41"/>
                  <a:gd name="T1" fmla="*/ 0 h 19"/>
                  <a:gd name="T2" fmla="*/ 74 w 41"/>
                  <a:gd name="T3" fmla="*/ 49 h 19"/>
                  <a:gd name="T4" fmla="*/ 149 w 41"/>
                  <a:gd name="T5" fmla="*/ 67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1" h="19">
                    <a:moveTo>
                      <a:pt x="0" y="0"/>
                    </a:moveTo>
                    <a:cubicBezTo>
                      <a:pt x="9" y="2"/>
                      <a:pt x="12" y="12"/>
                      <a:pt x="20" y="14"/>
                    </a:cubicBezTo>
                    <a:cubicBezTo>
                      <a:pt x="27" y="15"/>
                      <a:pt x="36" y="14"/>
                      <a:pt x="41" y="19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174" name="Freeform 729">
                <a:extLst>
                  <a:ext uri="{FF2B5EF4-FFF2-40B4-BE49-F238E27FC236}">
                    <a16:creationId xmlns:a16="http://schemas.microsoft.com/office/drawing/2014/main" id="{725AD0BA-9943-4533-821B-3CCD785515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6" y="2527"/>
                <a:ext cx="79" cy="47"/>
              </a:xfrm>
              <a:custGeom>
                <a:avLst/>
                <a:gdLst>
                  <a:gd name="T0" fmla="*/ 182 w 52"/>
                  <a:gd name="T1" fmla="*/ 108 h 31"/>
                  <a:gd name="T2" fmla="*/ 128 w 52"/>
                  <a:gd name="T3" fmla="*/ 102 h 31"/>
                  <a:gd name="T4" fmla="*/ 67 w 52"/>
                  <a:gd name="T5" fmla="*/ 76 h 31"/>
                  <a:gd name="T6" fmla="*/ 21 w 52"/>
                  <a:gd name="T7" fmla="*/ 49 h 31"/>
                  <a:gd name="T8" fmla="*/ 0 w 52"/>
                  <a:gd name="T9" fmla="*/ 0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2" h="31">
                    <a:moveTo>
                      <a:pt x="52" y="31"/>
                    </a:moveTo>
                    <a:cubicBezTo>
                      <a:pt x="46" y="28"/>
                      <a:pt x="42" y="29"/>
                      <a:pt x="36" y="29"/>
                    </a:cubicBezTo>
                    <a:cubicBezTo>
                      <a:pt x="29" y="28"/>
                      <a:pt x="26" y="23"/>
                      <a:pt x="19" y="22"/>
                    </a:cubicBezTo>
                    <a:cubicBezTo>
                      <a:pt x="12" y="20"/>
                      <a:pt x="9" y="21"/>
                      <a:pt x="6" y="14"/>
                    </a:cubicBezTo>
                    <a:cubicBezTo>
                      <a:pt x="4" y="8"/>
                      <a:pt x="4" y="4"/>
                      <a:pt x="0" y="0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175" name="Freeform 730">
                <a:extLst>
                  <a:ext uri="{FF2B5EF4-FFF2-40B4-BE49-F238E27FC236}">
                    <a16:creationId xmlns:a16="http://schemas.microsoft.com/office/drawing/2014/main" id="{AC356E0F-8F96-4F53-8F84-5C62845159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2" y="2461"/>
                <a:ext cx="27" cy="28"/>
              </a:xfrm>
              <a:custGeom>
                <a:avLst/>
                <a:gdLst>
                  <a:gd name="T0" fmla="*/ 0 w 18"/>
                  <a:gd name="T1" fmla="*/ 30 h 18"/>
                  <a:gd name="T2" fmla="*/ 21 w 18"/>
                  <a:gd name="T3" fmla="*/ 68 h 18"/>
                  <a:gd name="T4" fmla="*/ 62 w 18"/>
                  <a:gd name="T5" fmla="*/ 39 h 18"/>
                  <a:gd name="T6" fmla="*/ 39 w 18"/>
                  <a:gd name="T7" fmla="*/ 5 h 18"/>
                  <a:gd name="T8" fmla="*/ 0 w 18"/>
                  <a:gd name="T9" fmla="*/ 30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18">
                    <a:moveTo>
                      <a:pt x="0" y="8"/>
                    </a:moveTo>
                    <a:cubicBezTo>
                      <a:pt x="6" y="18"/>
                      <a:pt x="6" y="18"/>
                      <a:pt x="6" y="18"/>
                    </a:cubicBezTo>
                    <a:cubicBezTo>
                      <a:pt x="6" y="18"/>
                      <a:pt x="14" y="11"/>
                      <a:pt x="18" y="10"/>
                    </a:cubicBezTo>
                    <a:cubicBezTo>
                      <a:pt x="18" y="10"/>
                      <a:pt x="15" y="3"/>
                      <a:pt x="11" y="1"/>
                    </a:cubicBezTo>
                    <a:cubicBezTo>
                      <a:pt x="11" y="1"/>
                      <a:pt x="4" y="0"/>
                      <a:pt x="0" y="8"/>
                    </a:cubicBezTo>
                    <a:close/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176" name="Freeform 731">
                <a:extLst>
                  <a:ext uri="{FF2B5EF4-FFF2-40B4-BE49-F238E27FC236}">
                    <a16:creationId xmlns:a16="http://schemas.microsoft.com/office/drawing/2014/main" id="{72034156-161E-4612-94F5-AFB40D9785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4" y="2619"/>
                <a:ext cx="27" cy="16"/>
              </a:xfrm>
              <a:custGeom>
                <a:avLst/>
                <a:gdLst>
                  <a:gd name="T0" fmla="*/ 0 w 18"/>
                  <a:gd name="T1" fmla="*/ 6 h 11"/>
                  <a:gd name="T2" fmla="*/ 45 w 18"/>
                  <a:gd name="T3" fmla="*/ 19 h 11"/>
                  <a:gd name="T4" fmla="*/ 45 w 18"/>
                  <a:gd name="T5" fmla="*/ 32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11">
                    <a:moveTo>
                      <a:pt x="0" y="2"/>
                    </a:moveTo>
                    <a:cubicBezTo>
                      <a:pt x="0" y="2"/>
                      <a:pt x="4" y="0"/>
                      <a:pt x="13" y="6"/>
                    </a:cubicBezTo>
                    <a:cubicBezTo>
                      <a:pt x="17" y="9"/>
                      <a:pt x="18" y="11"/>
                      <a:pt x="13" y="10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177" name="Freeform 732">
                <a:extLst>
                  <a:ext uri="{FF2B5EF4-FFF2-40B4-BE49-F238E27FC236}">
                    <a16:creationId xmlns:a16="http://schemas.microsoft.com/office/drawing/2014/main" id="{FD075EFA-67AA-466D-9A78-20C0F44955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4" y="2515"/>
                <a:ext cx="68" cy="56"/>
              </a:xfrm>
              <a:custGeom>
                <a:avLst/>
                <a:gdLst>
                  <a:gd name="T0" fmla="*/ 14 w 45"/>
                  <a:gd name="T1" fmla="*/ 0 h 37"/>
                  <a:gd name="T2" fmla="*/ 27 w 45"/>
                  <a:gd name="T3" fmla="*/ 35 h 37"/>
                  <a:gd name="T4" fmla="*/ 35 w 45"/>
                  <a:gd name="T5" fmla="*/ 54 h 37"/>
                  <a:gd name="T6" fmla="*/ 54 w 45"/>
                  <a:gd name="T7" fmla="*/ 62 h 37"/>
                  <a:gd name="T8" fmla="*/ 73 w 45"/>
                  <a:gd name="T9" fmla="*/ 73 h 37"/>
                  <a:gd name="T10" fmla="*/ 82 w 45"/>
                  <a:gd name="T11" fmla="*/ 80 h 37"/>
                  <a:gd name="T12" fmla="*/ 95 w 45"/>
                  <a:gd name="T13" fmla="*/ 82 h 37"/>
                  <a:gd name="T14" fmla="*/ 128 w 45"/>
                  <a:gd name="T15" fmla="*/ 94 h 37"/>
                  <a:gd name="T16" fmla="*/ 156 w 45"/>
                  <a:gd name="T17" fmla="*/ 124 h 37"/>
                  <a:gd name="T18" fmla="*/ 124 w 45"/>
                  <a:gd name="T19" fmla="*/ 121 h 37"/>
                  <a:gd name="T20" fmla="*/ 107 w 45"/>
                  <a:gd name="T21" fmla="*/ 117 h 37"/>
                  <a:gd name="T22" fmla="*/ 94 w 45"/>
                  <a:gd name="T23" fmla="*/ 117 h 37"/>
                  <a:gd name="T24" fmla="*/ 62 w 45"/>
                  <a:gd name="T25" fmla="*/ 101 h 37"/>
                  <a:gd name="T26" fmla="*/ 27 w 45"/>
                  <a:gd name="T27" fmla="*/ 82 h 37"/>
                  <a:gd name="T28" fmla="*/ 18 w 45"/>
                  <a:gd name="T29" fmla="*/ 76 h 37"/>
                  <a:gd name="T30" fmla="*/ 12 w 45"/>
                  <a:gd name="T31" fmla="*/ 54 h 37"/>
                  <a:gd name="T32" fmla="*/ 5 w 45"/>
                  <a:gd name="T33" fmla="*/ 26 h 37"/>
                  <a:gd name="T34" fmla="*/ 12 w 45"/>
                  <a:gd name="T35" fmla="*/ 0 h 37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45" h="37">
                    <a:moveTo>
                      <a:pt x="4" y="0"/>
                    </a:moveTo>
                    <a:cubicBezTo>
                      <a:pt x="7" y="2"/>
                      <a:pt x="8" y="6"/>
                      <a:pt x="8" y="10"/>
                    </a:cubicBezTo>
                    <a:cubicBezTo>
                      <a:pt x="9" y="12"/>
                      <a:pt x="9" y="14"/>
                      <a:pt x="10" y="16"/>
                    </a:cubicBezTo>
                    <a:cubicBezTo>
                      <a:pt x="12" y="17"/>
                      <a:pt x="14" y="18"/>
                      <a:pt x="16" y="18"/>
                    </a:cubicBezTo>
                    <a:cubicBezTo>
                      <a:pt x="18" y="19"/>
                      <a:pt x="19" y="20"/>
                      <a:pt x="21" y="21"/>
                    </a:cubicBezTo>
                    <a:cubicBezTo>
                      <a:pt x="22" y="22"/>
                      <a:pt x="23" y="22"/>
                      <a:pt x="24" y="23"/>
                    </a:cubicBezTo>
                    <a:cubicBezTo>
                      <a:pt x="25" y="24"/>
                      <a:pt x="26" y="24"/>
                      <a:pt x="28" y="24"/>
                    </a:cubicBezTo>
                    <a:cubicBezTo>
                      <a:pt x="31" y="24"/>
                      <a:pt x="34" y="25"/>
                      <a:pt x="37" y="27"/>
                    </a:cubicBezTo>
                    <a:cubicBezTo>
                      <a:pt x="41" y="29"/>
                      <a:pt x="45" y="31"/>
                      <a:pt x="45" y="36"/>
                    </a:cubicBezTo>
                    <a:cubicBezTo>
                      <a:pt x="42" y="37"/>
                      <a:pt x="38" y="36"/>
                      <a:pt x="36" y="35"/>
                    </a:cubicBezTo>
                    <a:cubicBezTo>
                      <a:pt x="34" y="34"/>
                      <a:pt x="32" y="35"/>
                      <a:pt x="31" y="34"/>
                    </a:cubicBezTo>
                    <a:cubicBezTo>
                      <a:pt x="29" y="34"/>
                      <a:pt x="28" y="34"/>
                      <a:pt x="27" y="34"/>
                    </a:cubicBezTo>
                    <a:cubicBezTo>
                      <a:pt x="23" y="33"/>
                      <a:pt x="21" y="30"/>
                      <a:pt x="18" y="29"/>
                    </a:cubicBezTo>
                    <a:cubicBezTo>
                      <a:pt x="15" y="27"/>
                      <a:pt x="11" y="26"/>
                      <a:pt x="8" y="24"/>
                    </a:cubicBezTo>
                    <a:cubicBezTo>
                      <a:pt x="7" y="24"/>
                      <a:pt x="5" y="23"/>
                      <a:pt x="5" y="22"/>
                    </a:cubicBezTo>
                    <a:cubicBezTo>
                      <a:pt x="4" y="20"/>
                      <a:pt x="4" y="18"/>
                      <a:pt x="3" y="16"/>
                    </a:cubicBezTo>
                    <a:cubicBezTo>
                      <a:pt x="3" y="13"/>
                      <a:pt x="1" y="10"/>
                      <a:pt x="1" y="7"/>
                    </a:cubicBezTo>
                    <a:cubicBezTo>
                      <a:pt x="0" y="4"/>
                      <a:pt x="1" y="1"/>
                      <a:pt x="3" y="0"/>
                    </a:cubicBezTo>
                  </a:path>
                </a:pathLst>
              </a:custGeom>
              <a:solidFill>
                <a:srgbClr val="6022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178" name="Freeform 733">
                <a:extLst>
                  <a:ext uri="{FF2B5EF4-FFF2-40B4-BE49-F238E27FC236}">
                    <a16:creationId xmlns:a16="http://schemas.microsoft.com/office/drawing/2014/main" id="{6646EBEA-0FF3-4AF9-94EB-1B8A06EE66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0" y="2527"/>
                <a:ext cx="85" cy="67"/>
              </a:xfrm>
              <a:custGeom>
                <a:avLst/>
                <a:gdLst>
                  <a:gd name="T0" fmla="*/ 0 w 56"/>
                  <a:gd name="T1" fmla="*/ 12 h 44"/>
                  <a:gd name="T2" fmla="*/ 18 w 56"/>
                  <a:gd name="T3" fmla="*/ 14 h 44"/>
                  <a:gd name="T4" fmla="*/ 35 w 56"/>
                  <a:gd name="T5" fmla="*/ 53 h 44"/>
                  <a:gd name="T6" fmla="*/ 67 w 56"/>
                  <a:gd name="T7" fmla="*/ 81 h 44"/>
                  <a:gd name="T8" fmla="*/ 102 w 56"/>
                  <a:gd name="T9" fmla="*/ 94 h 44"/>
                  <a:gd name="T10" fmla="*/ 115 w 56"/>
                  <a:gd name="T11" fmla="*/ 102 h 44"/>
                  <a:gd name="T12" fmla="*/ 134 w 56"/>
                  <a:gd name="T13" fmla="*/ 107 h 44"/>
                  <a:gd name="T14" fmla="*/ 170 w 56"/>
                  <a:gd name="T15" fmla="*/ 110 h 44"/>
                  <a:gd name="T16" fmla="*/ 196 w 56"/>
                  <a:gd name="T17" fmla="*/ 123 h 44"/>
                  <a:gd name="T18" fmla="*/ 182 w 56"/>
                  <a:gd name="T19" fmla="*/ 148 h 44"/>
                  <a:gd name="T20" fmla="*/ 147 w 56"/>
                  <a:gd name="T21" fmla="*/ 143 h 44"/>
                  <a:gd name="T22" fmla="*/ 115 w 56"/>
                  <a:gd name="T23" fmla="*/ 134 h 44"/>
                  <a:gd name="T24" fmla="*/ 83 w 56"/>
                  <a:gd name="T25" fmla="*/ 120 h 44"/>
                  <a:gd name="T26" fmla="*/ 49 w 56"/>
                  <a:gd name="T27" fmla="*/ 94 h 44"/>
                  <a:gd name="T28" fmla="*/ 39 w 56"/>
                  <a:gd name="T29" fmla="*/ 88 h 44"/>
                  <a:gd name="T30" fmla="*/ 32 w 56"/>
                  <a:gd name="T31" fmla="*/ 70 h 44"/>
                  <a:gd name="T32" fmla="*/ 14 w 56"/>
                  <a:gd name="T33" fmla="*/ 46 h 44"/>
                  <a:gd name="T34" fmla="*/ 8 w 56"/>
                  <a:gd name="T35" fmla="*/ 26 h 44"/>
                  <a:gd name="T36" fmla="*/ 5 w 56"/>
                  <a:gd name="T37" fmla="*/ 12 h 44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56" h="44">
                    <a:moveTo>
                      <a:pt x="0" y="3"/>
                    </a:moveTo>
                    <a:cubicBezTo>
                      <a:pt x="2" y="2"/>
                      <a:pt x="4" y="0"/>
                      <a:pt x="5" y="4"/>
                    </a:cubicBezTo>
                    <a:cubicBezTo>
                      <a:pt x="6" y="8"/>
                      <a:pt x="7" y="12"/>
                      <a:pt x="10" y="15"/>
                    </a:cubicBezTo>
                    <a:cubicBezTo>
                      <a:pt x="12" y="20"/>
                      <a:pt x="15" y="21"/>
                      <a:pt x="19" y="23"/>
                    </a:cubicBezTo>
                    <a:cubicBezTo>
                      <a:pt x="22" y="25"/>
                      <a:pt x="26" y="25"/>
                      <a:pt x="29" y="27"/>
                    </a:cubicBezTo>
                    <a:cubicBezTo>
                      <a:pt x="30" y="28"/>
                      <a:pt x="32" y="29"/>
                      <a:pt x="33" y="29"/>
                    </a:cubicBezTo>
                    <a:cubicBezTo>
                      <a:pt x="35" y="30"/>
                      <a:pt x="36" y="30"/>
                      <a:pt x="38" y="30"/>
                    </a:cubicBezTo>
                    <a:cubicBezTo>
                      <a:pt x="41" y="31"/>
                      <a:pt x="45" y="31"/>
                      <a:pt x="49" y="31"/>
                    </a:cubicBezTo>
                    <a:cubicBezTo>
                      <a:pt x="51" y="31"/>
                      <a:pt x="56" y="32"/>
                      <a:pt x="56" y="35"/>
                    </a:cubicBezTo>
                    <a:cubicBezTo>
                      <a:pt x="56" y="37"/>
                      <a:pt x="53" y="41"/>
                      <a:pt x="52" y="42"/>
                    </a:cubicBezTo>
                    <a:cubicBezTo>
                      <a:pt x="49" y="44"/>
                      <a:pt x="45" y="42"/>
                      <a:pt x="42" y="41"/>
                    </a:cubicBezTo>
                    <a:cubicBezTo>
                      <a:pt x="39" y="40"/>
                      <a:pt x="36" y="39"/>
                      <a:pt x="33" y="38"/>
                    </a:cubicBezTo>
                    <a:cubicBezTo>
                      <a:pt x="29" y="38"/>
                      <a:pt x="27" y="37"/>
                      <a:pt x="24" y="34"/>
                    </a:cubicBezTo>
                    <a:cubicBezTo>
                      <a:pt x="21" y="31"/>
                      <a:pt x="18" y="29"/>
                      <a:pt x="14" y="27"/>
                    </a:cubicBezTo>
                    <a:cubicBezTo>
                      <a:pt x="13" y="27"/>
                      <a:pt x="12" y="26"/>
                      <a:pt x="11" y="25"/>
                    </a:cubicBezTo>
                    <a:cubicBezTo>
                      <a:pt x="10" y="24"/>
                      <a:pt x="9" y="22"/>
                      <a:pt x="9" y="20"/>
                    </a:cubicBezTo>
                    <a:cubicBezTo>
                      <a:pt x="7" y="18"/>
                      <a:pt x="6" y="15"/>
                      <a:pt x="4" y="13"/>
                    </a:cubicBezTo>
                    <a:cubicBezTo>
                      <a:pt x="3" y="11"/>
                      <a:pt x="2" y="9"/>
                      <a:pt x="2" y="7"/>
                    </a:cubicBezTo>
                    <a:cubicBezTo>
                      <a:pt x="1" y="6"/>
                      <a:pt x="1" y="4"/>
                      <a:pt x="1" y="3"/>
                    </a:cubicBezTo>
                  </a:path>
                </a:pathLst>
              </a:custGeom>
              <a:solidFill>
                <a:srgbClr val="6022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179" name="Freeform 734">
                <a:extLst>
                  <a:ext uri="{FF2B5EF4-FFF2-40B4-BE49-F238E27FC236}">
                    <a16:creationId xmlns:a16="http://schemas.microsoft.com/office/drawing/2014/main" id="{F198254A-E457-4526-BAF3-119A8EB50F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5" y="2573"/>
                <a:ext cx="52" cy="36"/>
              </a:xfrm>
              <a:custGeom>
                <a:avLst/>
                <a:gdLst>
                  <a:gd name="T0" fmla="*/ 0 w 34"/>
                  <a:gd name="T1" fmla="*/ 0 h 24"/>
                  <a:gd name="T2" fmla="*/ 14 w 34"/>
                  <a:gd name="T3" fmla="*/ 32 h 24"/>
                  <a:gd name="T4" fmla="*/ 35 w 34"/>
                  <a:gd name="T5" fmla="*/ 39 h 24"/>
                  <a:gd name="T6" fmla="*/ 49 w 34"/>
                  <a:gd name="T7" fmla="*/ 48 h 24"/>
                  <a:gd name="T8" fmla="*/ 93 w 34"/>
                  <a:gd name="T9" fmla="*/ 80 h 24"/>
                  <a:gd name="T10" fmla="*/ 116 w 34"/>
                  <a:gd name="T11" fmla="*/ 59 h 24"/>
                  <a:gd name="T12" fmla="*/ 101 w 34"/>
                  <a:gd name="T13" fmla="*/ 48 h 24"/>
                  <a:gd name="T14" fmla="*/ 67 w 34"/>
                  <a:gd name="T15" fmla="*/ 41 h 24"/>
                  <a:gd name="T16" fmla="*/ 40 w 34"/>
                  <a:gd name="T17" fmla="*/ 26 h 24"/>
                  <a:gd name="T18" fmla="*/ 14 w 34"/>
                  <a:gd name="T19" fmla="*/ 8 h 24"/>
                  <a:gd name="T20" fmla="*/ 5 w 34"/>
                  <a:gd name="T21" fmla="*/ 0 h 2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4" h="24">
                    <a:moveTo>
                      <a:pt x="0" y="0"/>
                    </a:moveTo>
                    <a:cubicBezTo>
                      <a:pt x="3" y="2"/>
                      <a:pt x="2" y="7"/>
                      <a:pt x="4" y="9"/>
                    </a:cubicBezTo>
                    <a:cubicBezTo>
                      <a:pt x="5" y="10"/>
                      <a:pt x="8" y="11"/>
                      <a:pt x="10" y="11"/>
                    </a:cubicBezTo>
                    <a:cubicBezTo>
                      <a:pt x="11" y="12"/>
                      <a:pt x="13" y="13"/>
                      <a:pt x="14" y="14"/>
                    </a:cubicBezTo>
                    <a:cubicBezTo>
                      <a:pt x="17" y="17"/>
                      <a:pt x="21" y="24"/>
                      <a:pt x="26" y="23"/>
                    </a:cubicBezTo>
                    <a:cubicBezTo>
                      <a:pt x="29" y="23"/>
                      <a:pt x="34" y="20"/>
                      <a:pt x="33" y="17"/>
                    </a:cubicBezTo>
                    <a:cubicBezTo>
                      <a:pt x="33" y="14"/>
                      <a:pt x="30" y="14"/>
                      <a:pt x="28" y="14"/>
                    </a:cubicBezTo>
                    <a:cubicBezTo>
                      <a:pt x="25" y="13"/>
                      <a:pt x="22" y="13"/>
                      <a:pt x="19" y="12"/>
                    </a:cubicBezTo>
                    <a:cubicBezTo>
                      <a:pt x="15" y="11"/>
                      <a:pt x="13" y="9"/>
                      <a:pt x="11" y="7"/>
                    </a:cubicBezTo>
                    <a:cubicBezTo>
                      <a:pt x="9" y="5"/>
                      <a:pt x="6" y="4"/>
                      <a:pt x="4" y="2"/>
                    </a:cubicBezTo>
                    <a:cubicBezTo>
                      <a:pt x="3" y="2"/>
                      <a:pt x="2" y="1"/>
                      <a:pt x="1" y="0"/>
                    </a:cubicBezTo>
                  </a:path>
                </a:pathLst>
              </a:custGeom>
              <a:solidFill>
                <a:srgbClr val="6022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180" name="Freeform 735">
                <a:extLst>
                  <a:ext uri="{FF2B5EF4-FFF2-40B4-BE49-F238E27FC236}">
                    <a16:creationId xmlns:a16="http://schemas.microsoft.com/office/drawing/2014/main" id="{920737F9-F426-473F-8642-CC211CC5E5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8" y="2454"/>
                <a:ext cx="17" cy="64"/>
              </a:xfrm>
              <a:custGeom>
                <a:avLst/>
                <a:gdLst>
                  <a:gd name="T0" fmla="*/ 40 w 11"/>
                  <a:gd name="T1" fmla="*/ 0 h 42"/>
                  <a:gd name="T2" fmla="*/ 14 w 11"/>
                  <a:gd name="T3" fmla="*/ 67 h 42"/>
                  <a:gd name="T4" fmla="*/ 29 w 11"/>
                  <a:gd name="T5" fmla="*/ 107 h 42"/>
                  <a:gd name="T6" fmla="*/ 34 w 11"/>
                  <a:gd name="T7" fmla="*/ 149 h 42"/>
                  <a:gd name="T8" fmla="*/ 14 w 11"/>
                  <a:gd name="T9" fmla="*/ 110 h 42"/>
                  <a:gd name="T10" fmla="*/ 0 w 11"/>
                  <a:gd name="T11" fmla="*/ 53 h 42"/>
                  <a:gd name="T12" fmla="*/ 36 w 11"/>
                  <a:gd name="T13" fmla="*/ 5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42">
                    <a:moveTo>
                      <a:pt x="11" y="0"/>
                    </a:moveTo>
                    <a:cubicBezTo>
                      <a:pt x="6" y="2"/>
                      <a:pt x="4" y="15"/>
                      <a:pt x="4" y="19"/>
                    </a:cubicBezTo>
                    <a:cubicBezTo>
                      <a:pt x="5" y="23"/>
                      <a:pt x="7" y="26"/>
                      <a:pt x="8" y="30"/>
                    </a:cubicBezTo>
                    <a:cubicBezTo>
                      <a:pt x="9" y="34"/>
                      <a:pt x="9" y="38"/>
                      <a:pt x="9" y="42"/>
                    </a:cubicBezTo>
                    <a:cubicBezTo>
                      <a:pt x="7" y="40"/>
                      <a:pt x="5" y="34"/>
                      <a:pt x="4" y="31"/>
                    </a:cubicBezTo>
                    <a:cubicBezTo>
                      <a:pt x="1" y="26"/>
                      <a:pt x="0" y="21"/>
                      <a:pt x="0" y="15"/>
                    </a:cubicBezTo>
                    <a:cubicBezTo>
                      <a:pt x="1" y="10"/>
                      <a:pt x="3" y="0"/>
                      <a:pt x="10" y="1"/>
                    </a:cubicBezTo>
                  </a:path>
                </a:pathLst>
              </a:custGeom>
              <a:solidFill>
                <a:srgbClr val="7E39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181" name="Freeform 736">
                <a:extLst>
                  <a:ext uri="{FF2B5EF4-FFF2-40B4-BE49-F238E27FC236}">
                    <a16:creationId xmlns:a16="http://schemas.microsoft.com/office/drawing/2014/main" id="{F7C1E3F7-064C-4F77-AFC2-7DEC052C8D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5" y="2465"/>
                <a:ext cx="17" cy="13"/>
              </a:xfrm>
              <a:custGeom>
                <a:avLst/>
                <a:gdLst>
                  <a:gd name="T0" fmla="*/ 0 w 11"/>
                  <a:gd name="T1" fmla="*/ 19 h 9"/>
                  <a:gd name="T2" fmla="*/ 14 w 11"/>
                  <a:gd name="T3" fmla="*/ 1 h 9"/>
                  <a:gd name="T4" fmla="*/ 34 w 11"/>
                  <a:gd name="T5" fmla="*/ 0 h 9"/>
                  <a:gd name="T6" fmla="*/ 14 w 11"/>
                  <a:gd name="T7" fmla="*/ 14 h 9"/>
                  <a:gd name="T8" fmla="*/ 0 w 11"/>
                  <a:gd name="T9" fmla="*/ 19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9">
                    <a:moveTo>
                      <a:pt x="0" y="6"/>
                    </a:moveTo>
                    <a:cubicBezTo>
                      <a:pt x="0" y="4"/>
                      <a:pt x="2" y="2"/>
                      <a:pt x="4" y="1"/>
                    </a:cubicBezTo>
                    <a:cubicBezTo>
                      <a:pt x="5" y="1"/>
                      <a:pt x="8" y="0"/>
                      <a:pt x="9" y="0"/>
                    </a:cubicBezTo>
                    <a:cubicBezTo>
                      <a:pt x="11" y="1"/>
                      <a:pt x="5" y="4"/>
                      <a:pt x="4" y="5"/>
                    </a:cubicBezTo>
                    <a:cubicBezTo>
                      <a:pt x="3" y="5"/>
                      <a:pt x="0" y="9"/>
                      <a:pt x="0" y="6"/>
                    </a:cubicBezTo>
                  </a:path>
                </a:pathLst>
              </a:custGeom>
              <a:solidFill>
                <a:srgbClr val="7E39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182" name="Freeform 737">
                <a:extLst>
                  <a:ext uri="{FF2B5EF4-FFF2-40B4-BE49-F238E27FC236}">
                    <a16:creationId xmlns:a16="http://schemas.microsoft.com/office/drawing/2014/main" id="{7886756D-9782-41C7-8FE1-6ECA8A829F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7" y="2622"/>
                <a:ext cx="7" cy="6"/>
              </a:xfrm>
              <a:custGeom>
                <a:avLst/>
                <a:gdLst>
                  <a:gd name="T0" fmla="*/ 0 w 5"/>
                  <a:gd name="T1" fmla="*/ 5 h 4"/>
                  <a:gd name="T2" fmla="*/ 6 w 5"/>
                  <a:gd name="T3" fmla="*/ 14 h 4"/>
                  <a:gd name="T4" fmla="*/ 0 w 5"/>
                  <a:gd name="T5" fmla="*/ 5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4">
                    <a:moveTo>
                      <a:pt x="0" y="1"/>
                    </a:moveTo>
                    <a:cubicBezTo>
                      <a:pt x="1" y="2"/>
                      <a:pt x="2" y="3"/>
                      <a:pt x="2" y="4"/>
                    </a:cubicBezTo>
                    <a:cubicBezTo>
                      <a:pt x="5" y="2"/>
                      <a:pt x="1" y="0"/>
                      <a:pt x="0" y="1"/>
                    </a:cubicBezTo>
                  </a:path>
                </a:pathLst>
              </a:custGeom>
              <a:solidFill>
                <a:srgbClr val="7E39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183" name="Freeform 738">
                <a:extLst>
                  <a:ext uri="{FF2B5EF4-FFF2-40B4-BE49-F238E27FC236}">
                    <a16:creationId xmlns:a16="http://schemas.microsoft.com/office/drawing/2014/main" id="{68DFB26D-3A2B-4EC2-8FB7-CDE10BA4AC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6" y="2465"/>
                <a:ext cx="13" cy="19"/>
              </a:xfrm>
              <a:custGeom>
                <a:avLst/>
                <a:gdLst>
                  <a:gd name="T0" fmla="*/ 34 w 8"/>
                  <a:gd name="T1" fmla="*/ 0 h 13"/>
                  <a:gd name="T2" fmla="*/ 0 w 8"/>
                  <a:gd name="T3" fmla="*/ 26 h 13"/>
                  <a:gd name="T4" fmla="*/ 34 w 8"/>
                  <a:gd name="T5" fmla="*/ 0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3">
                    <a:moveTo>
                      <a:pt x="8" y="0"/>
                    </a:moveTo>
                    <a:cubicBezTo>
                      <a:pt x="8" y="0"/>
                      <a:pt x="0" y="3"/>
                      <a:pt x="0" y="8"/>
                    </a:cubicBezTo>
                    <a:cubicBezTo>
                      <a:pt x="0" y="13"/>
                      <a:pt x="3" y="1"/>
                      <a:pt x="8" y="0"/>
                    </a:cubicBezTo>
                  </a:path>
                </a:pathLst>
              </a:custGeom>
              <a:solidFill>
                <a:srgbClr val="7E39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184" name="Freeform 739">
                <a:extLst>
                  <a:ext uri="{FF2B5EF4-FFF2-40B4-BE49-F238E27FC236}">
                    <a16:creationId xmlns:a16="http://schemas.microsoft.com/office/drawing/2014/main" id="{D5D4A14F-06AF-4227-AF78-0A8FBD0DC4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5" y="1630"/>
                <a:ext cx="139" cy="98"/>
              </a:xfrm>
              <a:custGeom>
                <a:avLst/>
                <a:gdLst>
                  <a:gd name="T0" fmla="*/ 0 w 91"/>
                  <a:gd name="T1" fmla="*/ 176 h 64"/>
                  <a:gd name="T2" fmla="*/ 238 w 91"/>
                  <a:gd name="T3" fmla="*/ 142 h 64"/>
                  <a:gd name="T4" fmla="*/ 324 w 91"/>
                  <a:gd name="T5" fmla="*/ 0 h 64"/>
                  <a:gd name="T6" fmla="*/ 208 w 91"/>
                  <a:gd name="T7" fmla="*/ 190 h 64"/>
                  <a:gd name="T8" fmla="*/ 12 w 91"/>
                  <a:gd name="T9" fmla="*/ 182 h 6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1" h="64">
                    <a:moveTo>
                      <a:pt x="0" y="49"/>
                    </a:moveTo>
                    <a:cubicBezTo>
                      <a:pt x="21" y="64"/>
                      <a:pt x="50" y="57"/>
                      <a:pt x="67" y="40"/>
                    </a:cubicBezTo>
                    <a:cubicBezTo>
                      <a:pt x="79" y="29"/>
                      <a:pt x="83" y="13"/>
                      <a:pt x="91" y="0"/>
                    </a:cubicBezTo>
                    <a:cubicBezTo>
                      <a:pt x="83" y="20"/>
                      <a:pt x="76" y="41"/>
                      <a:pt x="58" y="53"/>
                    </a:cubicBezTo>
                    <a:cubicBezTo>
                      <a:pt x="42" y="62"/>
                      <a:pt x="17" y="63"/>
                      <a:pt x="3" y="51"/>
                    </a:cubicBezTo>
                  </a:path>
                </a:pathLst>
              </a:custGeom>
              <a:solidFill>
                <a:srgbClr val="7E39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185" name="Freeform 740">
                <a:extLst>
                  <a:ext uri="{FF2B5EF4-FFF2-40B4-BE49-F238E27FC236}">
                    <a16:creationId xmlns:a16="http://schemas.microsoft.com/office/drawing/2014/main" id="{02DA8BDA-1716-4293-8E5F-F8B6D55166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3" y="1624"/>
                <a:ext cx="135" cy="109"/>
              </a:xfrm>
              <a:custGeom>
                <a:avLst/>
                <a:gdLst>
                  <a:gd name="T0" fmla="*/ 8 w 88"/>
                  <a:gd name="T1" fmla="*/ 0 h 71"/>
                  <a:gd name="T2" fmla="*/ 127 w 88"/>
                  <a:gd name="T3" fmla="*/ 198 h 71"/>
                  <a:gd name="T4" fmla="*/ 318 w 88"/>
                  <a:gd name="T5" fmla="*/ 229 h 71"/>
                  <a:gd name="T6" fmla="*/ 127 w 88"/>
                  <a:gd name="T7" fmla="*/ 184 h 71"/>
                  <a:gd name="T8" fmla="*/ 8 w 88"/>
                  <a:gd name="T9" fmla="*/ 28 h 7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8" h="71">
                    <a:moveTo>
                      <a:pt x="2" y="0"/>
                    </a:moveTo>
                    <a:cubicBezTo>
                      <a:pt x="0" y="23"/>
                      <a:pt x="17" y="44"/>
                      <a:pt x="35" y="55"/>
                    </a:cubicBezTo>
                    <a:cubicBezTo>
                      <a:pt x="48" y="62"/>
                      <a:pt x="73" y="71"/>
                      <a:pt x="88" y="63"/>
                    </a:cubicBezTo>
                    <a:cubicBezTo>
                      <a:pt x="77" y="68"/>
                      <a:pt x="47" y="58"/>
                      <a:pt x="35" y="51"/>
                    </a:cubicBezTo>
                    <a:cubicBezTo>
                      <a:pt x="23" y="44"/>
                      <a:pt x="2" y="23"/>
                      <a:pt x="2" y="8"/>
                    </a:cubicBezTo>
                  </a:path>
                </a:pathLst>
              </a:custGeom>
              <a:solidFill>
                <a:srgbClr val="7E39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186" name="Freeform 741">
                <a:extLst>
                  <a:ext uri="{FF2B5EF4-FFF2-40B4-BE49-F238E27FC236}">
                    <a16:creationId xmlns:a16="http://schemas.microsoft.com/office/drawing/2014/main" id="{4F686D06-D98D-4637-B4CB-40CE61A4EF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0" y="2317"/>
                <a:ext cx="138" cy="70"/>
              </a:xfrm>
              <a:custGeom>
                <a:avLst/>
                <a:gdLst>
                  <a:gd name="T0" fmla="*/ 325 w 90"/>
                  <a:gd name="T1" fmla="*/ 0 h 46"/>
                  <a:gd name="T2" fmla="*/ 0 w 90"/>
                  <a:gd name="T3" fmla="*/ 163 h 46"/>
                  <a:gd name="T4" fmla="*/ 325 w 90"/>
                  <a:gd name="T5" fmla="*/ 0 h 4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0" h="46">
                    <a:moveTo>
                      <a:pt x="90" y="0"/>
                    </a:moveTo>
                    <a:cubicBezTo>
                      <a:pt x="90" y="0"/>
                      <a:pt x="38" y="37"/>
                      <a:pt x="0" y="46"/>
                    </a:cubicBezTo>
                    <a:cubicBezTo>
                      <a:pt x="0" y="46"/>
                      <a:pt x="48" y="39"/>
                      <a:pt x="9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187" name="Freeform 742">
                <a:extLst>
                  <a:ext uri="{FF2B5EF4-FFF2-40B4-BE49-F238E27FC236}">
                    <a16:creationId xmlns:a16="http://schemas.microsoft.com/office/drawing/2014/main" id="{4C383423-D963-40C0-8608-9AAE18DB7A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9" y="3052"/>
                <a:ext cx="74" cy="79"/>
              </a:xfrm>
              <a:custGeom>
                <a:avLst/>
                <a:gdLst>
                  <a:gd name="T0" fmla="*/ 0 w 48"/>
                  <a:gd name="T1" fmla="*/ 129 h 52"/>
                  <a:gd name="T2" fmla="*/ 162 w 48"/>
                  <a:gd name="T3" fmla="*/ 0 h 52"/>
                  <a:gd name="T4" fmla="*/ 148 w 48"/>
                  <a:gd name="T5" fmla="*/ 106 h 52"/>
                  <a:gd name="T6" fmla="*/ 29 w 48"/>
                  <a:gd name="T7" fmla="*/ 143 h 5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8" h="52">
                    <a:moveTo>
                      <a:pt x="0" y="37"/>
                    </a:moveTo>
                    <a:cubicBezTo>
                      <a:pt x="20" y="52"/>
                      <a:pt x="39" y="13"/>
                      <a:pt x="44" y="0"/>
                    </a:cubicBezTo>
                    <a:cubicBezTo>
                      <a:pt x="45" y="11"/>
                      <a:pt x="48" y="20"/>
                      <a:pt x="40" y="30"/>
                    </a:cubicBezTo>
                    <a:cubicBezTo>
                      <a:pt x="32" y="38"/>
                      <a:pt x="18" y="41"/>
                      <a:pt x="8" y="41"/>
                    </a:cubicBezTo>
                  </a:path>
                </a:pathLst>
              </a:custGeom>
              <a:solidFill>
                <a:srgbClr val="7E39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188" name="Freeform 743">
                <a:extLst>
                  <a:ext uri="{FF2B5EF4-FFF2-40B4-BE49-F238E27FC236}">
                    <a16:creationId xmlns:a16="http://schemas.microsoft.com/office/drawing/2014/main" id="{02A67719-0A31-4295-82D5-49706FEA33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4" y="3042"/>
                <a:ext cx="53" cy="80"/>
              </a:xfrm>
              <a:custGeom>
                <a:avLst/>
                <a:gdLst>
                  <a:gd name="T0" fmla="*/ 0 w 35"/>
                  <a:gd name="T1" fmla="*/ 154 h 52"/>
                  <a:gd name="T2" fmla="*/ 94 w 35"/>
                  <a:gd name="T3" fmla="*/ 0 h 52"/>
                  <a:gd name="T4" fmla="*/ 14 w 35"/>
                  <a:gd name="T5" fmla="*/ 162 h 5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5" h="52">
                    <a:moveTo>
                      <a:pt x="0" y="42"/>
                    </a:moveTo>
                    <a:cubicBezTo>
                      <a:pt x="20" y="51"/>
                      <a:pt x="28" y="12"/>
                      <a:pt x="27" y="0"/>
                    </a:cubicBezTo>
                    <a:cubicBezTo>
                      <a:pt x="35" y="17"/>
                      <a:pt x="28" y="52"/>
                      <a:pt x="4" y="44"/>
                    </a:cubicBezTo>
                  </a:path>
                </a:pathLst>
              </a:custGeom>
              <a:solidFill>
                <a:srgbClr val="7E39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189" name="Freeform 744">
                <a:extLst>
                  <a:ext uri="{FF2B5EF4-FFF2-40B4-BE49-F238E27FC236}">
                    <a16:creationId xmlns:a16="http://schemas.microsoft.com/office/drawing/2014/main" id="{1680BA55-7741-4A84-9CC6-D76F0428C7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4" y="1902"/>
                <a:ext cx="31" cy="354"/>
              </a:xfrm>
              <a:custGeom>
                <a:avLst/>
                <a:gdLst>
                  <a:gd name="T0" fmla="*/ 12 w 20"/>
                  <a:gd name="T1" fmla="*/ 363 h 232"/>
                  <a:gd name="T2" fmla="*/ 74 w 20"/>
                  <a:gd name="T3" fmla="*/ 824 h 232"/>
                  <a:gd name="T4" fmla="*/ 45 w 20"/>
                  <a:gd name="T5" fmla="*/ 406 h 232"/>
                  <a:gd name="T6" fmla="*/ 5 w 20"/>
                  <a:gd name="T7" fmla="*/ 0 h 232"/>
                  <a:gd name="T8" fmla="*/ 12 w 20"/>
                  <a:gd name="T9" fmla="*/ 363 h 2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232">
                    <a:moveTo>
                      <a:pt x="3" y="102"/>
                    </a:moveTo>
                    <a:cubicBezTo>
                      <a:pt x="4" y="122"/>
                      <a:pt x="13" y="204"/>
                      <a:pt x="20" y="232"/>
                    </a:cubicBezTo>
                    <a:cubicBezTo>
                      <a:pt x="18" y="216"/>
                      <a:pt x="13" y="167"/>
                      <a:pt x="12" y="114"/>
                    </a:cubicBezTo>
                    <a:cubicBezTo>
                      <a:pt x="11" y="61"/>
                      <a:pt x="6" y="24"/>
                      <a:pt x="1" y="0"/>
                    </a:cubicBezTo>
                    <a:cubicBezTo>
                      <a:pt x="0" y="25"/>
                      <a:pt x="2" y="79"/>
                      <a:pt x="3" y="102"/>
                    </a:cubicBezTo>
                  </a:path>
                </a:pathLst>
              </a:custGeom>
              <a:solidFill>
                <a:srgbClr val="7E39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190" name="Freeform 745">
                <a:extLst>
                  <a:ext uri="{FF2B5EF4-FFF2-40B4-BE49-F238E27FC236}">
                    <a16:creationId xmlns:a16="http://schemas.microsoft.com/office/drawing/2014/main" id="{D95B8AC1-2F57-4F07-B2EE-0667CE83B1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1" y="1507"/>
                <a:ext cx="40" cy="387"/>
              </a:xfrm>
              <a:custGeom>
                <a:avLst/>
                <a:gdLst>
                  <a:gd name="T0" fmla="*/ 83 w 26"/>
                  <a:gd name="T1" fmla="*/ 0 h 254"/>
                  <a:gd name="T2" fmla="*/ 83 w 26"/>
                  <a:gd name="T3" fmla="*/ 382 h 254"/>
                  <a:gd name="T4" fmla="*/ 35 w 26"/>
                  <a:gd name="T5" fmla="*/ 789 h 254"/>
                  <a:gd name="T6" fmla="*/ 22 w 26"/>
                  <a:gd name="T7" fmla="*/ 899 h 254"/>
                  <a:gd name="T8" fmla="*/ 28 w 26"/>
                  <a:gd name="T9" fmla="*/ 527 h 254"/>
                  <a:gd name="T10" fmla="*/ 83 w 26"/>
                  <a:gd name="T11" fmla="*/ 0 h 25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6" h="254">
                    <a:moveTo>
                      <a:pt x="23" y="0"/>
                    </a:moveTo>
                    <a:cubicBezTo>
                      <a:pt x="25" y="19"/>
                      <a:pt x="25" y="74"/>
                      <a:pt x="23" y="108"/>
                    </a:cubicBezTo>
                    <a:cubicBezTo>
                      <a:pt x="21" y="142"/>
                      <a:pt x="14" y="204"/>
                      <a:pt x="10" y="223"/>
                    </a:cubicBezTo>
                    <a:cubicBezTo>
                      <a:pt x="6" y="241"/>
                      <a:pt x="6" y="254"/>
                      <a:pt x="6" y="254"/>
                    </a:cubicBezTo>
                    <a:cubicBezTo>
                      <a:pt x="0" y="227"/>
                      <a:pt x="7" y="166"/>
                      <a:pt x="8" y="149"/>
                    </a:cubicBezTo>
                    <a:cubicBezTo>
                      <a:pt x="9" y="131"/>
                      <a:pt x="26" y="24"/>
                      <a:pt x="23" y="0"/>
                    </a:cubicBezTo>
                  </a:path>
                </a:pathLst>
              </a:custGeom>
              <a:solidFill>
                <a:srgbClr val="7E39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191" name="Freeform 746">
                <a:extLst>
                  <a:ext uri="{FF2B5EF4-FFF2-40B4-BE49-F238E27FC236}">
                    <a16:creationId xmlns:a16="http://schemas.microsoft.com/office/drawing/2014/main" id="{20147BDC-422D-43EE-9B6A-18ABDAB299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1" y="1919"/>
                <a:ext cx="26" cy="323"/>
              </a:xfrm>
              <a:custGeom>
                <a:avLst/>
                <a:gdLst>
                  <a:gd name="T0" fmla="*/ 0 w 17"/>
                  <a:gd name="T1" fmla="*/ 750 h 212"/>
                  <a:gd name="T2" fmla="*/ 21 w 17"/>
                  <a:gd name="T3" fmla="*/ 407 h 212"/>
                  <a:gd name="T4" fmla="*/ 54 w 17"/>
                  <a:gd name="T5" fmla="*/ 0 h 212"/>
                  <a:gd name="T6" fmla="*/ 57 w 17"/>
                  <a:gd name="T7" fmla="*/ 305 h 212"/>
                  <a:gd name="T8" fmla="*/ 0 w 17"/>
                  <a:gd name="T9" fmla="*/ 750 h 2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212">
                    <a:moveTo>
                      <a:pt x="0" y="212"/>
                    </a:moveTo>
                    <a:cubicBezTo>
                      <a:pt x="0" y="206"/>
                      <a:pt x="6" y="154"/>
                      <a:pt x="6" y="115"/>
                    </a:cubicBezTo>
                    <a:cubicBezTo>
                      <a:pt x="6" y="72"/>
                      <a:pt x="9" y="30"/>
                      <a:pt x="15" y="0"/>
                    </a:cubicBezTo>
                    <a:cubicBezTo>
                      <a:pt x="12" y="18"/>
                      <a:pt x="15" y="58"/>
                      <a:pt x="16" y="86"/>
                    </a:cubicBezTo>
                    <a:cubicBezTo>
                      <a:pt x="17" y="114"/>
                      <a:pt x="9" y="186"/>
                      <a:pt x="0" y="212"/>
                    </a:cubicBezTo>
                  </a:path>
                </a:pathLst>
              </a:custGeom>
              <a:solidFill>
                <a:srgbClr val="7E39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192" name="Freeform 747">
                <a:extLst>
                  <a:ext uri="{FF2B5EF4-FFF2-40B4-BE49-F238E27FC236}">
                    <a16:creationId xmlns:a16="http://schemas.microsoft.com/office/drawing/2014/main" id="{0C212951-532F-431A-901B-3B0B1F8DEA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1" y="2178"/>
                <a:ext cx="40" cy="17"/>
              </a:xfrm>
              <a:custGeom>
                <a:avLst/>
                <a:gdLst>
                  <a:gd name="T0" fmla="*/ 28 w 26"/>
                  <a:gd name="T1" fmla="*/ 0 h 11"/>
                  <a:gd name="T2" fmla="*/ 28 w 26"/>
                  <a:gd name="T3" fmla="*/ 34 h 11"/>
                  <a:gd name="T4" fmla="*/ 66 w 26"/>
                  <a:gd name="T5" fmla="*/ 14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11">
                    <a:moveTo>
                      <a:pt x="8" y="0"/>
                    </a:moveTo>
                    <a:cubicBezTo>
                      <a:pt x="0" y="1"/>
                      <a:pt x="0" y="7"/>
                      <a:pt x="8" y="9"/>
                    </a:cubicBezTo>
                    <a:cubicBezTo>
                      <a:pt x="14" y="11"/>
                      <a:pt x="26" y="5"/>
                      <a:pt x="18" y="4"/>
                    </a:cubicBezTo>
                  </a:path>
                </a:pathLst>
              </a:custGeom>
              <a:solidFill>
                <a:srgbClr val="7E39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193" name="Freeform 748">
                <a:extLst>
                  <a:ext uri="{FF2B5EF4-FFF2-40B4-BE49-F238E27FC236}">
                    <a16:creationId xmlns:a16="http://schemas.microsoft.com/office/drawing/2014/main" id="{3EC06430-E586-4822-81DC-4C541156EC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7" y="1638"/>
                <a:ext cx="39" cy="40"/>
              </a:xfrm>
              <a:custGeom>
                <a:avLst/>
                <a:gdLst>
                  <a:gd name="T0" fmla="*/ 26 w 26"/>
                  <a:gd name="T1" fmla="*/ 12 h 26"/>
                  <a:gd name="T2" fmla="*/ 54 w 26"/>
                  <a:gd name="T3" fmla="*/ 83 h 26"/>
                  <a:gd name="T4" fmla="*/ 86 w 26"/>
                  <a:gd name="T5" fmla="*/ 43 h 26"/>
                  <a:gd name="T6" fmla="*/ 53 w 26"/>
                  <a:gd name="T7" fmla="*/ 0 h 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26">
                    <a:moveTo>
                      <a:pt x="7" y="3"/>
                    </a:moveTo>
                    <a:cubicBezTo>
                      <a:pt x="0" y="11"/>
                      <a:pt x="4" y="26"/>
                      <a:pt x="16" y="23"/>
                    </a:cubicBezTo>
                    <a:cubicBezTo>
                      <a:pt x="21" y="22"/>
                      <a:pt x="24" y="17"/>
                      <a:pt x="25" y="12"/>
                    </a:cubicBezTo>
                    <a:cubicBezTo>
                      <a:pt x="26" y="5"/>
                      <a:pt x="20" y="2"/>
                      <a:pt x="15" y="0"/>
                    </a:cubicBezTo>
                  </a:path>
                </a:pathLst>
              </a:custGeom>
              <a:solidFill>
                <a:srgbClr val="6B2D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194" name="Freeform 749">
                <a:extLst>
                  <a:ext uri="{FF2B5EF4-FFF2-40B4-BE49-F238E27FC236}">
                    <a16:creationId xmlns:a16="http://schemas.microsoft.com/office/drawing/2014/main" id="{873DB901-B12B-40C5-B381-274689BC16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0" y="1632"/>
                <a:ext cx="58" cy="53"/>
              </a:xfrm>
              <a:custGeom>
                <a:avLst/>
                <a:gdLst>
                  <a:gd name="T0" fmla="*/ 67 w 38"/>
                  <a:gd name="T1" fmla="*/ 0 h 35"/>
                  <a:gd name="T2" fmla="*/ 26 w 38"/>
                  <a:gd name="T3" fmla="*/ 68 h 35"/>
                  <a:gd name="T4" fmla="*/ 107 w 38"/>
                  <a:gd name="T5" fmla="*/ 12 h 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8" h="35">
                    <a:moveTo>
                      <a:pt x="19" y="0"/>
                    </a:moveTo>
                    <a:cubicBezTo>
                      <a:pt x="9" y="0"/>
                      <a:pt x="0" y="11"/>
                      <a:pt x="7" y="20"/>
                    </a:cubicBezTo>
                    <a:cubicBezTo>
                      <a:pt x="17" y="35"/>
                      <a:pt x="38" y="18"/>
                      <a:pt x="30" y="3"/>
                    </a:cubicBezTo>
                  </a:path>
                </a:pathLst>
              </a:custGeom>
              <a:solidFill>
                <a:srgbClr val="6B2D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195" name="Freeform 750">
                <a:extLst>
                  <a:ext uri="{FF2B5EF4-FFF2-40B4-BE49-F238E27FC236}">
                    <a16:creationId xmlns:a16="http://schemas.microsoft.com/office/drawing/2014/main" id="{6B7098EE-A891-497F-811A-4CA8FAC411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4" y="1507"/>
                <a:ext cx="6" cy="172"/>
              </a:xfrm>
              <a:custGeom>
                <a:avLst/>
                <a:gdLst>
                  <a:gd name="T0" fmla="*/ 0 w 4"/>
                  <a:gd name="T1" fmla="*/ 399 h 113"/>
                  <a:gd name="T2" fmla="*/ 0 w 4"/>
                  <a:gd name="T3" fmla="*/ 394 h 113"/>
                  <a:gd name="T4" fmla="*/ 0 w 4"/>
                  <a:gd name="T5" fmla="*/ 0 h 1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113">
                    <a:moveTo>
                      <a:pt x="0" y="113"/>
                    </a:moveTo>
                    <a:cubicBezTo>
                      <a:pt x="0" y="112"/>
                      <a:pt x="0" y="112"/>
                      <a:pt x="0" y="112"/>
                    </a:cubicBezTo>
                    <a:cubicBezTo>
                      <a:pt x="2" y="74"/>
                      <a:pt x="4" y="8"/>
                      <a:pt x="0" y="0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196" name="Freeform 751">
                <a:extLst>
                  <a:ext uri="{FF2B5EF4-FFF2-40B4-BE49-F238E27FC236}">
                    <a16:creationId xmlns:a16="http://schemas.microsoft.com/office/drawing/2014/main" id="{CDDBCC0E-EB5F-4080-8002-7F11B19361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9" y="1641"/>
                <a:ext cx="2" cy="5"/>
              </a:xfrm>
              <a:custGeom>
                <a:avLst/>
                <a:gdLst>
                  <a:gd name="T0" fmla="*/ 0 w 1"/>
                  <a:gd name="T1" fmla="*/ 13 h 3"/>
                  <a:gd name="T2" fmla="*/ 8 w 1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cubicBezTo>
                      <a:pt x="0" y="2"/>
                      <a:pt x="1" y="1"/>
                      <a:pt x="1" y="0"/>
                    </a:cubicBezTo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197" name="Freeform 752">
                <a:extLst>
                  <a:ext uri="{FF2B5EF4-FFF2-40B4-BE49-F238E27FC236}">
                    <a16:creationId xmlns:a16="http://schemas.microsoft.com/office/drawing/2014/main" id="{C5BFDA46-CD7C-48DB-8CC0-0ED6FF5C17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9" y="1632"/>
                <a:ext cx="37" cy="38"/>
              </a:xfrm>
              <a:custGeom>
                <a:avLst/>
                <a:gdLst>
                  <a:gd name="T0" fmla="*/ 45 w 24"/>
                  <a:gd name="T1" fmla="*/ 0 h 25"/>
                  <a:gd name="T2" fmla="*/ 88 w 24"/>
                  <a:gd name="T3" fmla="*/ 46 h 25"/>
                  <a:gd name="T4" fmla="*/ 45 w 24"/>
                  <a:gd name="T5" fmla="*/ 88 h 25"/>
                  <a:gd name="T6" fmla="*/ 0 w 24"/>
                  <a:gd name="T7" fmla="*/ 62 h 2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" h="25">
                    <a:moveTo>
                      <a:pt x="12" y="0"/>
                    </a:moveTo>
                    <a:cubicBezTo>
                      <a:pt x="18" y="0"/>
                      <a:pt x="24" y="6"/>
                      <a:pt x="24" y="13"/>
                    </a:cubicBezTo>
                    <a:cubicBezTo>
                      <a:pt x="24" y="20"/>
                      <a:pt x="18" y="25"/>
                      <a:pt x="12" y="25"/>
                    </a:cubicBezTo>
                    <a:cubicBezTo>
                      <a:pt x="7" y="25"/>
                      <a:pt x="2" y="22"/>
                      <a:pt x="0" y="18"/>
                    </a:cubicBezTo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198" name="Oval 753">
                <a:extLst>
                  <a:ext uri="{FF2B5EF4-FFF2-40B4-BE49-F238E27FC236}">
                    <a16:creationId xmlns:a16="http://schemas.microsoft.com/office/drawing/2014/main" id="{9BAF9530-FB0E-490D-8C45-5EA3AB61E3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42" y="1646"/>
                <a:ext cx="10" cy="10"/>
              </a:xfrm>
              <a:prstGeom prst="ellipse">
                <a:avLst/>
              </a:prstGeom>
              <a:noFill/>
              <a:ln w="4763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199" name="Freeform 754">
                <a:extLst>
                  <a:ext uri="{FF2B5EF4-FFF2-40B4-BE49-F238E27FC236}">
                    <a16:creationId xmlns:a16="http://schemas.microsoft.com/office/drawing/2014/main" id="{31F9B515-12D2-45CA-A2C1-4A7E0CAC60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6" y="2176"/>
                <a:ext cx="45" cy="13"/>
              </a:xfrm>
              <a:custGeom>
                <a:avLst/>
                <a:gdLst>
                  <a:gd name="T0" fmla="*/ 0 w 29"/>
                  <a:gd name="T1" fmla="*/ 29 h 8"/>
                  <a:gd name="T2" fmla="*/ 53 w 29"/>
                  <a:gd name="T3" fmla="*/ 0 h 8"/>
                  <a:gd name="T4" fmla="*/ 109 w 29"/>
                  <a:gd name="T5" fmla="*/ 34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9" h="8">
                    <a:moveTo>
                      <a:pt x="0" y="7"/>
                    </a:moveTo>
                    <a:cubicBezTo>
                      <a:pt x="6" y="1"/>
                      <a:pt x="7" y="0"/>
                      <a:pt x="14" y="0"/>
                    </a:cubicBezTo>
                    <a:cubicBezTo>
                      <a:pt x="20" y="0"/>
                      <a:pt x="22" y="1"/>
                      <a:pt x="29" y="8"/>
                    </a:cubicBezTo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200" name="Freeform 755">
                <a:extLst>
                  <a:ext uri="{FF2B5EF4-FFF2-40B4-BE49-F238E27FC236}">
                    <a16:creationId xmlns:a16="http://schemas.microsoft.com/office/drawing/2014/main" id="{BAFD2489-670B-4FE0-A4FF-FF9D257146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4" y="2182"/>
                <a:ext cx="29" cy="11"/>
              </a:xfrm>
              <a:custGeom>
                <a:avLst/>
                <a:gdLst>
                  <a:gd name="T0" fmla="*/ 0 w 19"/>
                  <a:gd name="T1" fmla="*/ 0 h 7"/>
                  <a:gd name="T2" fmla="*/ 67 w 19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7">
                    <a:moveTo>
                      <a:pt x="0" y="0"/>
                    </a:moveTo>
                    <a:cubicBezTo>
                      <a:pt x="2" y="7"/>
                      <a:pt x="16" y="7"/>
                      <a:pt x="19" y="0"/>
                    </a:cubicBezTo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201" name="Freeform 756">
                <a:extLst>
                  <a:ext uri="{FF2B5EF4-FFF2-40B4-BE49-F238E27FC236}">
                    <a16:creationId xmlns:a16="http://schemas.microsoft.com/office/drawing/2014/main" id="{26E71BE6-D7B3-4A4C-8DD3-D9F1891880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7" y="1507"/>
                <a:ext cx="6" cy="172"/>
              </a:xfrm>
              <a:custGeom>
                <a:avLst/>
                <a:gdLst>
                  <a:gd name="T0" fmla="*/ 12 w 4"/>
                  <a:gd name="T1" fmla="*/ 399 h 113"/>
                  <a:gd name="T2" fmla="*/ 12 w 4"/>
                  <a:gd name="T3" fmla="*/ 394 h 113"/>
                  <a:gd name="T4" fmla="*/ 14 w 4"/>
                  <a:gd name="T5" fmla="*/ 0 h 1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113">
                    <a:moveTo>
                      <a:pt x="3" y="113"/>
                    </a:moveTo>
                    <a:cubicBezTo>
                      <a:pt x="3" y="112"/>
                      <a:pt x="3" y="112"/>
                      <a:pt x="3" y="112"/>
                    </a:cubicBezTo>
                    <a:cubicBezTo>
                      <a:pt x="1" y="74"/>
                      <a:pt x="0" y="8"/>
                      <a:pt x="4" y="0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202" name="Freeform 757">
                <a:extLst>
                  <a:ext uri="{FF2B5EF4-FFF2-40B4-BE49-F238E27FC236}">
                    <a16:creationId xmlns:a16="http://schemas.microsoft.com/office/drawing/2014/main" id="{9B5274FE-E2CD-4BD3-B14E-053977FC13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5" y="1647"/>
                <a:ext cx="1" cy="5"/>
              </a:xfrm>
              <a:custGeom>
                <a:avLst/>
                <a:gdLst>
                  <a:gd name="T0" fmla="*/ 1 w 1"/>
                  <a:gd name="T1" fmla="*/ 13 h 3"/>
                  <a:gd name="T2" fmla="*/ 0 w 1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1" y="3"/>
                    </a:moveTo>
                    <a:cubicBezTo>
                      <a:pt x="0" y="2"/>
                      <a:pt x="0" y="1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203" name="Freeform 758">
                <a:extLst>
                  <a:ext uri="{FF2B5EF4-FFF2-40B4-BE49-F238E27FC236}">
                    <a16:creationId xmlns:a16="http://schemas.microsoft.com/office/drawing/2014/main" id="{5AF67748-4B7D-43B8-946B-178C0C8316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0" y="1638"/>
                <a:ext cx="35" cy="38"/>
              </a:xfrm>
              <a:custGeom>
                <a:avLst/>
                <a:gdLst>
                  <a:gd name="T0" fmla="*/ 41 w 23"/>
                  <a:gd name="T1" fmla="*/ 0 h 25"/>
                  <a:gd name="T2" fmla="*/ 0 w 23"/>
                  <a:gd name="T3" fmla="*/ 46 h 25"/>
                  <a:gd name="T4" fmla="*/ 41 w 23"/>
                  <a:gd name="T5" fmla="*/ 88 h 25"/>
                  <a:gd name="T6" fmla="*/ 81 w 23"/>
                  <a:gd name="T7" fmla="*/ 62 h 2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" h="25">
                    <a:moveTo>
                      <a:pt x="12" y="0"/>
                    </a:moveTo>
                    <a:cubicBezTo>
                      <a:pt x="5" y="0"/>
                      <a:pt x="0" y="6"/>
                      <a:pt x="0" y="13"/>
                    </a:cubicBezTo>
                    <a:cubicBezTo>
                      <a:pt x="0" y="20"/>
                      <a:pt x="5" y="25"/>
                      <a:pt x="12" y="25"/>
                    </a:cubicBezTo>
                    <a:cubicBezTo>
                      <a:pt x="17" y="25"/>
                      <a:pt x="21" y="22"/>
                      <a:pt x="23" y="18"/>
                    </a:cubicBezTo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204" name="Oval 759">
                <a:extLst>
                  <a:ext uri="{FF2B5EF4-FFF2-40B4-BE49-F238E27FC236}">
                    <a16:creationId xmlns:a16="http://schemas.microsoft.com/office/drawing/2014/main" id="{E6568D76-46CC-434D-B8D0-6AB0961883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83" y="1652"/>
                <a:ext cx="10" cy="10"/>
              </a:xfrm>
              <a:prstGeom prst="ellipse">
                <a:avLst/>
              </a:prstGeom>
              <a:noFill/>
              <a:ln w="4763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205" name="Freeform 760">
                <a:extLst>
                  <a:ext uri="{FF2B5EF4-FFF2-40B4-BE49-F238E27FC236}">
                    <a16:creationId xmlns:a16="http://schemas.microsoft.com/office/drawing/2014/main" id="{51D67FD7-8C96-4D2C-8FB6-4604586888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3" y="2158"/>
                <a:ext cx="42" cy="23"/>
              </a:xfrm>
              <a:custGeom>
                <a:avLst/>
                <a:gdLst>
                  <a:gd name="T0" fmla="*/ 0 w 28"/>
                  <a:gd name="T1" fmla="*/ 35 h 15"/>
                  <a:gd name="T2" fmla="*/ 75 w 28"/>
                  <a:gd name="T3" fmla="*/ 54 h 15"/>
                  <a:gd name="T4" fmla="*/ 0 w 28"/>
                  <a:gd name="T5" fmla="*/ 35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15">
                    <a:moveTo>
                      <a:pt x="0" y="10"/>
                    </a:moveTo>
                    <a:cubicBezTo>
                      <a:pt x="7" y="6"/>
                      <a:pt x="19" y="8"/>
                      <a:pt x="22" y="15"/>
                    </a:cubicBezTo>
                    <a:cubicBezTo>
                      <a:pt x="28" y="10"/>
                      <a:pt x="5" y="0"/>
                      <a:pt x="0" y="10"/>
                    </a:cubicBezTo>
                  </a:path>
                </a:pathLst>
              </a:custGeom>
              <a:solidFill>
                <a:srgbClr val="7E39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206" name="Freeform 761">
                <a:extLst>
                  <a:ext uri="{FF2B5EF4-FFF2-40B4-BE49-F238E27FC236}">
                    <a16:creationId xmlns:a16="http://schemas.microsoft.com/office/drawing/2014/main" id="{8F1B3748-BC8A-4DE1-A853-7FA70F3BF9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3" y="1487"/>
                <a:ext cx="21" cy="40"/>
              </a:xfrm>
              <a:custGeom>
                <a:avLst/>
                <a:gdLst>
                  <a:gd name="T0" fmla="*/ 0 w 14"/>
                  <a:gd name="T1" fmla="*/ 95 h 26"/>
                  <a:gd name="T2" fmla="*/ 0 w 14"/>
                  <a:gd name="T3" fmla="*/ 95 h 26"/>
                  <a:gd name="T4" fmla="*/ 48 w 14"/>
                  <a:gd name="T5" fmla="*/ 5 h 26"/>
                  <a:gd name="T6" fmla="*/ 41 w 14"/>
                  <a:gd name="T7" fmla="*/ 0 h 26"/>
                  <a:gd name="T8" fmla="*/ 0 w 14"/>
                  <a:gd name="T9" fmla="*/ 95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26">
                    <a:moveTo>
                      <a:pt x="0" y="26"/>
                    </a:moveTo>
                    <a:cubicBezTo>
                      <a:pt x="0" y="26"/>
                      <a:pt x="0" y="26"/>
                      <a:pt x="0" y="26"/>
                    </a:cubicBezTo>
                    <a:cubicBezTo>
                      <a:pt x="8" y="20"/>
                      <a:pt x="8" y="12"/>
                      <a:pt x="14" y="1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6" y="11"/>
                      <a:pt x="8" y="20"/>
                      <a:pt x="0" y="26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207" name="Freeform 762">
                <a:extLst>
                  <a:ext uri="{FF2B5EF4-FFF2-40B4-BE49-F238E27FC236}">
                    <a16:creationId xmlns:a16="http://schemas.microsoft.com/office/drawing/2014/main" id="{24C0F627-AE18-4BEC-BDA9-0A71B72500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0" y="1487"/>
                <a:ext cx="34" cy="40"/>
              </a:xfrm>
              <a:custGeom>
                <a:avLst/>
                <a:gdLst>
                  <a:gd name="T0" fmla="*/ 0 w 22"/>
                  <a:gd name="T1" fmla="*/ 5 h 26"/>
                  <a:gd name="T2" fmla="*/ 82 w 22"/>
                  <a:gd name="T3" fmla="*/ 95 h 26"/>
                  <a:gd name="T4" fmla="*/ 8 w 22"/>
                  <a:gd name="T5" fmla="*/ 0 h 26"/>
                  <a:gd name="T6" fmla="*/ 0 w 22"/>
                  <a:gd name="T7" fmla="*/ 5 h 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" h="26">
                    <a:moveTo>
                      <a:pt x="0" y="1"/>
                    </a:moveTo>
                    <a:cubicBezTo>
                      <a:pt x="6" y="12"/>
                      <a:pt x="14" y="20"/>
                      <a:pt x="22" y="26"/>
                    </a:cubicBezTo>
                    <a:cubicBezTo>
                      <a:pt x="14" y="20"/>
                      <a:pt x="8" y="11"/>
                      <a:pt x="2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208" name="Freeform 763">
                <a:extLst>
                  <a:ext uri="{FF2B5EF4-FFF2-40B4-BE49-F238E27FC236}">
                    <a16:creationId xmlns:a16="http://schemas.microsoft.com/office/drawing/2014/main" id="{695FA90A-6601-4274-8554-CB1A6D82AB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0" y="2437"/>
                <a:ext cx="28" cy="90"/>
              </a:xfrm>
              <a:custGeom>
                <a:avLst/>
                <a:gdLst>
                  <a:gd name="T0" fmla="*/ 56 w 18"/>
                  <a:gd name="T1" fmla="*/ 18 h 59"/>
                  <a:gd name="T2" fmla="*/ 56 w 18"/>
                  <a:gd name="T3" fmla="*/ 149 h 59"/>
                  <a:gd name="T4" fmla="*/ 0 w 18"/>
                  <a:gd name="T5" fmla="*/ 209 h 59"/>
                  <a:gd name="T6" fmla="*/ 30 w 18"/>
                  <a:gd name="T7" fmla="*/ 174 h 59"/>
                  <a:gd name="T8" fmla="*/ 12 w 18"/>
                  <a:gd name="T9" fmla="*/ 128 h 59"/>
                  <a:gd name="T10" fmla="*/ 30 w 18"/>
                  <a:gd name="T11" fmla="*/ 79 h 59"/>
                  <a:gd name="T12" fmla="*/ 48 w 18"/>
                  <a:gd name="T13" fmla="*/ 0 h 5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59">
                    <a:moveTo>
                      <a:pt x="15" y="5"/>
                    </a:moveTo>
                    <a:cubicBezTo>
                      <a:pt x="17" y="17"/>
                      <a:pt x="18" y="30"/>
                      <a:pt x="15" y="42"/>
                    </a:cubicBezTo>
                    <a:cubicBezTo>
                      <a:pt x="13" y="52"/>
                      <a:pt x="10" y="56"/>
                      <a:pt x="0" y="59"/>
                    </a:cubicBezTo>
                    <a:cubicBezTo>
                      <a:pt x="4" y="56"/>
                      <a:pt x="8" y="54"/>
                      <a:pt x="8" y="49"/>
                    </a:cubicBezTo>
                    <a:cubicBezTo>
                      <a:pt x="9" y="43"/>
                      <a:pt x="4" y="40"/>
                      <a:pt x="3" y="36"/>
                    </a:cubicBezTo>
                    <a:cubicBezTo>
                      <a:pt x="1" y="30"/>
                      <a:pt x="6" y="26"/>
                      <a:pt x="8" y="22"/>
                    </a:cubicBezTo>
                    <a:cubicBezTo>
                      <a:pt x="11" y="15"/>
                      <a:pt x="12" y="7"/>
                      <a:pt x="13" y="0"/>
                    </a:cubicBezTo>
                  </a:path>
                </a:pathLst>
              </a:custGeom>
              <a:solidFill>
                <a:srgbClr val="7E39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209" name="Freeform 764">
                <a:extLst>
                  <a:ext uri="{FF2B5EF4-FFF2-40B4-BE49-F238E27FC236}">
                    <a16:creationId xmlns:a16="http://schemas.microsoft.com/office/drawing/2014/main" id="{9BE331C2-B8DC-41E7-9453-74C672D863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2" y="2170"/>
                <a:ext cx="28" cy="37"/>
              </a:xfrm>
              <a:custGeom>
                <a:avLst/>
                <a:gdLst>
                  <a:gd name="T0" fmla="*/ 56 w 18"/>
                  <a:gd name="T1" fmla="*/ 0 h 24"/>
                  <a:gd name="T2" fmla="*/ 68 w 18"/>
                  <a:gd name="T3" fmla="*/ 88 h 24"/>
                  <a:gd name="T4" fmla="*/ 39 w 18"/>
                  <a:gd name="T5" fmla="*/ 14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24">
                    <a:moveTo>
                      <a:pt x="15" y="0"/>
                    </a:moveTo>
                    <a:cubicBezTo>
                      <a:pt x="3" y="8"/>
                      <a:pt x="12" y="17"/>
                      <a:pt x="18" y="24"/>
                    </a:cubicBezTo>
                    <a:cubicBezTo>
                      <a:pt x="11" y="23"/>
                      <a:pt x="0" y="8"/>
                      <a:pt x="10" y="4"/>
                    </a:cubicBezTo>
                  </a:path>
                </a:pathLst>
              </a:custGeom>
              <a:solidFill>
                <a:srgbClr val="7E39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210" name="Freeform 765">
                <a:extLst>
                  <a:ext uri="{FF2B5EF4-FFF2-40B4-BE49-F238E27FC236}">
                    <a16:creationId xmlns:a16="http://schemas.microsoft.com/office/drawing/2014/main" id="{7FEA598F-7A0A-4721-8A2D-4BC0DC3CFA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4" y="2195"/>
                <a:ext cx="286" cy="212"/>
              </a:xfrm>
              <a:custGeom>
                <a:avLst/>
                <a:gdLst>
                  <a:gd name="T0" fmla="*/ 0 w 187"/>
                  <a:gd name="T1" fmla="*/ 482 h 139"/>
                  <a:gd name="T2" fmla="*/ 187 w 187"/>
                  <a:gd name="T3" fmla="*/ 413 h 139"/>
                  <a:gd name="T4" fmla="*/ 384 w 187"/>
                  <a:gd name="T5" fmla="*/ 310 h 139"/>
                  <a:gd name="T6" fmla="*/ 668 w 187"/>
                  <a:gd name="T7" fmla="*/ 0 h 139"/>
                  <a:gd name="T8" fmla="*/ 619 w 187"/>
                  <a:gd name="T9" fmla="*/ 217 h 139"/>
                  <a:gd name="T10" fmla="*/ 430 w 187"/>
                  <a:gd name="T11" fmla="*/ 363 h 139"/>
                  <a:gd name="T12" fmla="*/ 216 w 187"/>
                  <a:gd name="T13" fmla="*/ 451 h 139"/>
                  <a:gd name="T14" fmla="*/ 107 w 187"/>
                  <a:gd name="T15" fmla="*/ 482 h 139"/>
                  <a:gd name="T16" fmla="*/ 18 w 187"/>
                  <a:gd name="T17" fmla="*/ 493 h 13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87" h="139">
                    <a:moveTo>
                      <a:pt x="0" y="136"/>
                    </a:moveTo>
                    <a:cubicBezTo>
                      <a:pt x="16" y="138"/>
                      <a:pt x="37" y="123"/>
                      <a:pt x="52" y="117"/>
                    </a:cubicBezTo>
                    <a:cubicBezTo>
                      <a:pt x="72" y="109"/>
                      <a:pt x="91" y="101"/>
                      <a:pt x="107" y="87"/>
                    </a:cubicBezTo>
                    <a:cubicBezTo>
                      <a:pt x="135" y="64"/>
                      <a:pt x="172" y="34"/>
                      <a:pt x="187" y="0"/>
                    </a:cubicBezTo>
                    <a:cubicBezTo>
                      <a:pt x="186" y="21"/>
                      <a:pt x="186" y="44"/>
                      <a:pt x="173" y="61"/>
                    </a:cubicBezTo>
                    <a:cubicBezTo>
                      <a:pt x="159" y="79"/>
                      <a:pt x="140" y="91"/>
                      <a:pt x="120" y="102"/>
                    </a:cubicBezTo>
                    <a:cubicBezTo>
                      <a:pt x="101" y="112"/>
                      <a:pt x="81" y="122"/>
                      <a:pt x="60" y="127"/>
                    </a:cubicBezTo>
                    <a:cubicBezTo>
                      <a:pt x="50" y="130"/>
                      <a:pt x="40" y="134"/>
                      <a:pt x="30" y="136"/>
                    </a:cubicBezTo>
                    <a:cubicBezTo>
                      <a:pt x="22" y="137"/>
                      <a:pt x="11" y="137"/>
                      <a:pt x="5" y="139"/>
                    </a:cubicBezTo>
                  </a:path>
                </a:pathLst>
              </a:custGeom>
              <a:solidFill>
                <a:srgbClr val="7E39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211" name="Freeform 766">
                <a:extLst>
                  <a:ext uri="{FF2B5EF4-FFF2-40B4-BE49-F238E27FC236}">
                    <a16:creationId xmlns:a16="http://schemas.microsoft.com/office/drawing/2014/main" id="{CA6D7828-BD5D-4F7C-A992-022F15CA72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2" y="1694"/>
                <a:ext cx="54" cy="23"/>
              </a:xfrm>
              <a:custGeom>
                <a:avLst/>
                <a:gdLst>
                  <a:gd name="T0" fmla="*/ 0 w 35"/>
                  <a:gd name="T1" fmla="*/ 0 h 15"/>
                  <a:gd name="T2" fmla="*/ 128 w 35"/>
                  <a:gd name="T3" fmla="*/ 54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5" h="15">
                    <a:moveTo>
                      <a:pt x="0" y="0"/>
                    </a:moveTo>
                    <a:cubicBezTo>
                      <a:pt x="0" y="0"/>
                      <a:pt x="15" y="13"/>
                      <a:pt x="35" y="15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212" name="Freeform 767">
                <a:extLst>
                  <a:ext uri="{FF2B5EF4-FFF2-40B4-BE49-F238E27FC236}">
                    <a16:creationId xmlns:a16="http://schemas.microsoft.com/office/drawing/2014/main" id="{63F75F64-F82F-4AD2-9D96-DCAF58C81E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1" y="1690"/>
                <a:ext cx="53" cy="24"/>
              </a:xfrm>
              <a:custGeom>
                <a:avLst/>
                <a:gdLst>
                  <a:gd name="T0" fmla="*/ 121 w 35"/>
                  <a:gd name="T1" fmla="*/ 0 h 16"/>
                  <a:gd name="T2" fmla="*/ 0 w 35"/>
                  <a:gd name="T3" fmla="*/ 54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5" h="16">
                    <a:moveTo>
                      <a:pt x="35" y="0"/>
                    </a:moveTo>
                    <a:cubicBezTo>
                      <a:pt x="35" y="0"/>
                      <a:pt x="23" y="14"/>
                      <a:pt x="0" y="16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213" name="Freeform 768">
                <a:extLst>
                  <a:ext uri="{FF2B5EF4-FFF2-40B4-BE49-F238E27FC236}">
                    <a16:creationId xmlns:a16="http://schemas.microsoft.com/office/drawing/2014/main" id="{A78B2784-2647-4121-98FA-95708FC4B8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1" y="2390"/>
                <a:ext cx="156" cy="300"/>
              </a:xfrm>
              <a:custGeom>
                <a:avLst/>
                <a:gdLst>
                  <a:gd name="T0" fmla="*/ 0 w 102"/>
                  <a:gd name="T1" fmla="*/ 0 h 197"/>
                  <a:gd name="T2" fmla="*/ 93 w 102"/>
                  <a:gd name="T3" fmla="*/ 46 h 197"/>
                  <a:gd name="T4" fmla="*/ 171 w 102"/>
                  <a:gd name="T5" fmla="*/ 67 h 197"/>
                  <a:gd name="T6" fmla="*/ 304 w 102"/>
                  <a:gd name="T7" fmla="*/ 93 h 197"/>
                  <a:gd name="T8" fmla="*/ 283 w 102"/>
                  <a:gd name="T9" fmla="*/ 216 h 197"/>
                  <a:gd name="T10" fmla="*/ 323 w 102"/>
                  <a:gd name="T11" fmla="*/ 343 h 197"/>
                  <a:gd name="T12" fmla="*/ 326 w 102"/>
                  <a:gd name="T13" fmla="*/ 696 h 197"/>
                  <a:gd name="T14" fmla="*/ 283 w 102"/>
                  <a:gd name="T15" fmla="*/ 405 h 197"/>
                  <a:gd name="T16" fmla="*/ 225 w 102"/>
                  <a:gd name="T17" fmla="*/ 218 h 197"/>
                  <a:gd name="T18" fmla="*/ 133 w 102"/>
                  <a:gd name="T19" fmla="*/ 75 h 197"/>
                  <a:gd name="T20" fmla="*/ 8 w 102"/>
                  <a:gd name="T21" fmla="*/ 12 h 19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02" h="197">
                    <a:moveTo>
                      <a:pt x="0" y="0"/>
                    </a:moveTo>
                    <a:cubicBezTo>
                      <a:pt x="9" y="0"/>
                      <a:pt x="18" y="10"/>
                      <a:pt x="26" y="13"/>
                    </a:cubicBezTo>
                    <a:cubicBezTo>
                      <a:pt x="33" y="16"/>
                      <a:pt x="41" y="17"/>
                      <a:pt x="48" y="19"/>
                    </a:cubicBezTo>
                    <a:cubicBezTo>
                      <a:pt x="59" y="21"/>
                      <a:pt x="74" y="21"/>
                      <a:pt x="85" y="26"/>
                    </a:cubicBezTo>
                    <a:cubicBezTo>
                      <a:pt x="86" y="37"/>
                      <a:pt x="78" y="49"/>
                      <a:pt x="79" y="61"/>
                    </a:cubicBezTo>
                    <a:cubicBezTo>
                      <a:pt x="79" y="75"/>
                      <a:pt x="85" y="84"/>
                      <a:pt x="90" y="97"/>
                    </a:cubicBezTo>
                    <a:cubicBezTo>
                      <a:pt x="102" y="127"/>
                      <a:pt x="96" y="166"/>
                      <a:pt x="91" y="197"/>
                    </a:cubicBezTo>
                    <a:cubicBezTo>
                      <a:pt x="85" y="171"/>
                      <a:pt x="85" y="142"/>
                      <a:pt x="79" y="115"/>
                    </a:cubicBezTo>
                    <a:cubicBezTo>
                      <a:pt x="75" y="97"/>
                      <a:pt x="68" y="80"/>
                      <a:pt x="63" y="62"/>
                    </a:cubicBezTo>
                    <a:cubicBezTo>
                      <a:pt x="59" y="47"/>
                      <a:pt x="50" y="31"/>
                      <a:pt x="37" y="21"/>
                    </a:cubicBezTo>
                    <a:cubicBezTo>
                      <a:pt x="26" y="13"/>
                      <a:pt x="11" y="14"/>
                      <a:pt x="2" y="3"/>
                    </a:cubicBezTo>
                  </a:path>
                </a:pathLst>
              </a:custGeom>
              <a:solidFill>
                <a:srgbClr val="7E39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214" name="Freeform 769">
                <a:extLst>
                  <a:ext uri="{FF2B5EF4-FFF2-40B4-BE49-F238E27FC236}">
                    <a16:creationId xmlns:a16="http://schemas.microsoft.com/office/drawing/2014/main" id="{21428D03-3459-4803-92D9-05DD9E4F3B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6" y="2550"/>
                <a:ext cx="20" cy="317"/>
              </a:xfrm>
              <a:custGeom>
                <a:avLst/>
                <a:gdLst>
                  <a:gd name="T0" fmla="*/ 12 w 13"/>
                  <a:gd name="T1" fmla="*/ 0 h 208"/>
                  <a:gd name="T2" fmla="*/ 18 w 13"/>
                  <a:gd name="T3" fmla="*/ 372 h 208"/>
                  <a:gd name="T4" fmla="*/ 26 w 13"/>
                  <a:gd name="T5" fmla="*/ 567 h 208"/>
                  <a:gd name="T6" fmla="*/ 40 w 13"/>
                  <a:gd name="T7" fmla="*/ 736 h 208"/>
                  <a:gd name="T8" fmla="*/ 28 w 13"/>
                  <a:gd name="T9" fmla="*/ 258 h 208"/>
                  <a:gd name="T10" fmla="*/ 8 w 13"/>
                  <a:gd name="T11" fmla="*/ 12 h 20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" h="208">
                    <a:moveTo>
                      <a:pt x="3" y="0"/>
                    </a:moveTo>
                    <a:cubicBezTo>
                      <a:pt x="6" y="34"/>
                      <a:pt x="5" y="71"/>
                      <a:pt x="5" y="105"/>
                    </a:cubicBezTo>
                    <a:cubicBezTo>
                      <a:pt x="5" y="124"/>
                      <a:pt x="6" y="141"/>
                      <a:pt x="7" y="160"/>
                    </a:cubicBezTo>
                    <a:cubicBezTo>
                      <a:pt x="8" y="176"/>
                      <a:pt x="8" y="193"/>
                      <a:pt x="11" y="208"/>
                    </a:cubicBezTo>
                    <a:cubicBezTo>
                      <a:pt x="12" y="163"/>
                      <a:pt x="13" y="117"/>
                      <a:pt x="8" y="73"/>
                    </a:cubicBezTo>
                    <a:cubicBezTo>
                      <a:pt x="6" y="51"/>
                      <a:pt x="0" y="26"/>
                      <a:pt x="2" y="3"/>
                    </a:cubicBezTo>
                  </a:path>
                </a:pathLst>
              </a:custGeom>
              <a:solidFill>
                <a:srgbClr val="7E39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215" name="Freeform 770">
                <a:extLst>
                  <a:ext uri="{FF2B5EF4-FFF2-40B4-BE49-F238E27FC236}">
                    <a16:creationId xmlns:a16="http://schemas.microsoft.com/office/drawing/2014/main" id="{ABD938B5-3D26-4D17-946E-285703A106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3" y="1518"/>
                <a:ext cx="18" cy="230"/>
              </a:xfrm>
              <a:custGeom>
                <a:avLst/>
                <a:gdLst>
                  <a:gd name="T0" fmla="*/ 0 w 12"/>
                  <a:gd name="T1" fmla="*/ 0 h 151"/>
                  <a:gd name="T2" fmla="*/ 12 w 12"/>
                  <a:gd name="T3" fmla="*/ 297 h 151"/>
                  <a:gd name="T4" fmla="*/ 32 w 12"/>
                  <a:gd name="T5" fmla="*/ 533 h 151"/>
                  <a:gd name="T6" fmla="*/ 12 w 12"/>
                  <a:gd name="T7" fmla="*/ 8 h 15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151">
                    <a:moveTo>
                      <a:pt x="0" y="0"/>
                    </a:moveTo>
                    <a:cubicBezTo>
                      <a:pt x="9" y="23"/>
                      <a:pt x="3" y="59"/>
                      <a:pt x="3" y="84"/>
                    </a:cubicBezTo>
                    <a:cubicBezTo>
                      <a:pt x="3" y="107"/>
                      <a:pt x="6" y="129"/>
                      <a:pt x="9" y="151"/>
                    </a:cubicBezTo>
                    <a:cubicBezTo>
                      <a:pt x="9" y="101"/>
                      <a:pt x="12" y="49"/>
                      <a:pt x="3" y="2"/>
                    </a:cubicBezTo>
                  </a:path>
                </a:pathLst>
              </a:custGeom>
              <a:solidFill>
                <a:srgbClr val="7E39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216" name="Freeform 771">
                <a:extLst>
                  <a:ext uri="{FF2B5EF4-FFF2-40B4-BE49-F238E27FC236}">
                    <a16:creationId xmlns:a16="http://schemas.microsoft.com/office/drawing/2014/main" id="{B87A3C04-B93F-421B-9E59-42B11BF245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8" y="1033"/>
                <a:ext cx="998" cy="3002"/>
              </a:xfrm>
              <a:custGeom>
                <a:avLst/>
                <a:gdLst>
                  <a:gd name="T0" fmla="*/ 2285 w 653"/>
                  <a:gd name="T1" fmla="*/ 2613 h 1969"/>
                  <a:gd name="T2" fmla="*/ 2109 w 653"/>
                  <a:gd name="T3" fmla="*/ 1201 h 1969"/>
                  <a:gd name="T4" fmla="*/ 1460 w 653"/>
                  <a:gd name="T5" fmla="*/ 377 h 1969"/>
                  <a:gd name="T6" fmla="*/ 845 w 653"/>
                  <a:gd name="T7" fmla="*/ 390 h 1969"/>
                  <a:gd name="T8" fmla="*/ 194 w 653"/>
                  <a:gd name="T9" fmla="*/ 1268 h 1969"/>
                  <a:gd name="T10" fmla="*/ 40 w 653"/>
                  <a:gd name="T11" fmla="*/ 2613 h 1969"/>
                  <a:gd name="T12" fmla="*/ 0 w 653"/>
                  <a:gd name="T13" fmla="*/ 3034 h 1969"/>
                  <a:gd name="T14" fmla="*/ 66 w 653"/>
                  <a:gd name="T15" fmla="*/ 3514 h 1969"/>
                  <a:gd name="T16" fmla="*/ 257 w 653"/>
                  <a:gd name="T17" fmla="*/ 3722 h 1969"/>
                  <a:gd name="T18" fmla="*/ 283 w 653"/>
                  <a:gd name="T19" fmla="*/ 3694 h 1969"/>
                  <a:gd name="T20" fmla="*/ 359 w 653"/>
                  <a:gd name="T21" fmla="*/ 3690 h 1969"/>
                  <a:gd name="T22" fmla="*/ 374 w 653"/>
                  <a:gd name="T23" fmla="*/ 3636 h 1969"/>
                  <a:gd name="T24" fmla="*/ 284 w 653"/>
                  <a:gd name="T25" fmla="*/ 3519 h 1969"/>
                  <a:gd name="T26" fmla="*/ 235 w 653"/>
                  <a:gd name="T27" fmla="*/ 3484 h 1969"/>
                  <a:gd name="T28" fmla="*/ 225 w 653"/>
                  <a:gd name="T29" fmla="*/ 3264 h 1969"/>
                  <a:gd name="T30" fmla="*/ 390 w 653"/>
                  <a:gd name="T31" fmla="*/ 3385 h 1969"/>
                  <a:gd name="T32" fmla="*/ 203 w 653"/>
                  <a:gd name="T33" fmla="*/ 2987 h 1969"/>
                  <a:gd name="T34" fmla="*/ 194 w 653"/>
                  <a:gd name="T35" fmla="*/ 2964 h 1969"/>
                  <a:gd name="T36" fmla="*/ 403 w 653"/>
                  <a:gd name="T37" fmla="*/ 2006 h 1969"/>
                  <a:gd name="T38" fmla="*/ 458 w 653"/>
                  <a:gd name="T39" fmla="*/ 1499 h 1969"/>
                  <a:gd name="T40" fmla="*/ 500 w 653"/>
                  <a:gd name="T41" fmla="*/ 2052 h 1969"/>
                  <a:gd name="T42" fmla="*/ 588 w 653"/>
                  <a:gd name="T43" fmla="*/ 4493 h 1969"/>
                  <a:gd name="T44" fmla="*/ 601 w 653"/>
                  <a:gd name="T45" fmla="*/ 5560 h 1969"/>
                  <a:gd name="T46" fmla="*/ 676 w 653"/>
                  <a:gd name="T47" fmla="*/ 6510 h 1969"/>
                  <a:gd name="T48" fmla="*/ 521 w 653"/>
                  <a:gd name="T49" fmla="*/ 6797 h 1969"/>
                  <a:gd name="T50" fmla="*/ 518 w 653"/>
                  <a:gd name="T51" fmla="*/ 6872 h 1969"/>
                  <a:gd name="T52" fmla="*/ 561 w 653"/>
                  <a:gd name="T53" fmla="*/ 6911 h 1969"/>
                  <a:gd name="T54" fmla="*/ 703 w 653"/>
                  <a:gd name="T55" fmla="*/ 6937 h 1969"/>
                  <a:gd name="T56" fmla="*/ 859 w 653"/>
                  <a:gd name="T57" fmla="*/ 6849 h 1969"/>
                  <a:gd name="T58" fmla="*/ 867 w 653"/>
                  <a:gd name="T59" fmla="*/ 6452 h 1969"/>
                  <a:gd name="T60" fmla="*/ 928 w 653"/>
                  <a:gd name="T61" fmla="*/ 5836 h 1969"/>
                  <a:gd name="T62" fmla="*/ 1026 w 653"/>
                  <a:gd name="T63" fmla="*/ 4745 h 1969"/>
                  <a:gd name="T64" fmla="*/ 1243 w 653"/>
                  <a:gd name="T65" fmla="*/ 3464 h 1969"/>
                  <a:gd name="T66" fmla="*/ 1285 w 653"/>
                  <a:gd name="T67" fmla="*/ 4857 h 1969"/>
                  <a:gd name="T68" fmla="*/ 1359 w 653"/>
                  <a:gd name="T69" fmla="*/ 5884 h 1969"/>
                  <a:gd name="T70" fmla="*/ 1406 w 653"/>
                  <a:gd name="T71" fmla="*/ 6673 h 1969"/>
                  <a:gd name="T72" fmla="*/ 1453 w 653"/>
                  <a:gd name="T73" fmla="*/ 6917 h 1969"/>
                  <a:gd name="T74" fmla="*/ 1663 w 653"/>
                  <a:gd name="T75" fmla="*/ 6943 h 1969"/>
                  <a:gd name="T76" fmla="*/ 1736 w 653"/>
                  <a:gd name="T77" fmla="*/ 6916 h 1969"/>
                  <a:gd name="T78" fmla="*/ 1776 w 653"/>
                  <a:gd name="T79" fmla="*/ 6872 h 1969"/>
                  <a:gd name="T80" fmla="*/ 1736 w 653"/>
                  <a:gd name="T81" fmla="*/ 6740 h 1969"/>
                  <a:gd name="T82" fmla="*/ 1623 w 653"/>
                  <a:gd name="T83" fmla="*/ 6399 h 1969"/>
                  <a:gd name="T84" fmla="*/ 1681 w 653"/>
                  <a:gd name="T85" fmla="*/ 4972 h 1969"/>
                  <a:gd name="T86" fmla="*/ 1803 w 653"/>
                  <a:gd name="T87" fmla="*/ 3147 h 1969"/>
                  <a:gd name="T88" fmla="*/ 1810 w 653"/>
                  <a:gd name="T89" fmla="*/ 1729 h 1969"/>
                  <a:gd name="T90" fmla="*/ 1860 w 653"/>
                  <a:gd name="T91" fmla="*/ 1576 h 1969"/>
                  <a:gd name="T92" fmla="*/ 1981 w 653"/>
                  <a:gd name="T93" fmla="*/ 2339 h 1969"/>
                  <a:gd name="T94" fmla="*/ 2117 w 653"/>
                  <a:gd name="T95" fmla="*/ 2965 h 1969"/>
                  <a:gd name="T96" fmla="*/ 1927 w 653"/>
                  <a:gd name="T97" fmla="*/ 3359 h 1969"/>
                  <a:gd name="T98" fmla="*/ 2101 w 653"/>
                  <a:gd name="T99" fmla="*/ 3331 h 1969"/>
                  <a:gd name="T100" fmla="*/ 2034 w 653"/>
                  <a:gd name="T101" fmla="*/ 3494 h 1969"/>
                  <a:gd name="T102" fmla="*/ 1972 w 653"/>
                  <a:gd name="T103" fmla="*/ 3615 h 1969"/>
                  <a:gd name="T104" fmla="*/ 2039 w 653"/>
                  <a:gd name="T105" fmla="*/ 3668 h 1969"/>
                  <a:gd name="T106" fmla="*/ 2192 w 653"/>
                  <a:gd name="T107" fmla="*/ 3612 h 1969"/>
                  <a:gd name="T108" fmla="*/ 2303 w 653"/>
                  <a:gd name="T109" fmla="*/ 3240 h 1969"/>
                  <a:gd name="T110" fmla="*/ 2312 w 653"/>
                  <a:gd name="T111" fmla="*/ 2906 h 1969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0" t="0" r="r" b="b"/>
                <a:pathLst>
                  <a:path w="653" h="1969">
                    <a:moveTo>
                      <a:pt x="648" y="820"/>
                    </a:moveTo>
                    <a:cubicBezTo>
                      <a:pt x="646" y="811"/>
                      <a:pt x="646" y="802"/>
                      <a:pt x="644" y="791"/>
                    </a:cubicBezTo>
                    <a:cubicBezTo>
                      <a:pt x="641" y="779"/>
                      <a:pt x="641" y="754"/>
                      <a:pt x="640" y="737"/>
                    </a:cubicBezTo>
                    <a:cubicBezTo>
                      <a:pt x="639" y="708"/>
                      <a:pt x="639" y="595"/>
                      <a:pt x="623" y="554"/>
                    </a:cubicBezTo>
                    <a:cubicBezTo>
                      <a:pt x="619" y="541"/>
                      <a:pt x="616" y="521"/>
                      <a:pt x="616" y="491"/>
                    </a:cubicBezTo>
                    <a:cubicBezTo>
                      <a:pt x="607" y="410"/>
                      <a:pt x="590" y="364"/>
                      <a:pt x="591" y="339"/>
                    </a:cubicBezTo>
                    <a:cubicBezTo>
                      <a:pt x="590" y="299"/>
                      <a:pt x="568" y="252"/>
                      <a:pt x="558" y="230"/>
                    </a:cubicBezTo>
                    <a:cubicBezTo>
                      <a:pt x="545" y="202"/>
                      <a:pt x="494" y="162"/>
                      <a:pt x="480" y="156"/>
                    </a:cubicBezTo>
                    <a:cubicBezTo>
                      <a:pt x="474" y="153"/>
                      <a:pt x="439" y="125"/>
                      <a:pt x="409" y="106"/>
                    </a:cubicBezTo>
                    <a:cubicBezTo>
                      <a:pt x="378" y="79"/>
                      <a:pt x="389" y="14"/>
                      <a:pt x="389" y="1"/>
                    </a:cubicBezTo>
                    <a:cubicBezTo>
                      <a:pt x="251" y="0"/>
                      <a:pt x="251" y="0"/>
                      <a:pt x="251" y="0"/>
                    </a:cubicBezTo>
                    <a:cubicBezTo>
                      <a:pt x="252" y="16"/>
                      <a:pt x="265" y="79"/>
                      <a:pt x="237" y="110"/>
                    </a:cubicBezTo>
                    <a:cubicBezTo>
                      <a:pt x="226" y="116"/>
                      <a:pt x="162" y="168"/>
                      <a:pt x="145" y="175"/>
                    </a:cubicBezTo>
                    <a:cubicBezTo>
                      <a:pt x="115" y="188"/>
                      <a:pt x="80" y="245"/>
                      <a:pt x="71" y="287"/>
                    </a:cubicBezTo>
                    <a:cubicBezTo>
                      <a:pt x="67" y="306"/>
                      <a:pt x="54" y="346"/>
                      <a:pt x="54" y="358"/>
                    </a:cubicBezTo>
                    <a:cubicBezTo>
                      <a:pt x="55" y="383"/>
                      <a:pt x="42" y="399"/>
                      <a:pt x="35" y="491"/>
                    </a:cubicBezTo>
                    <a:cubicBezTo>
                      <a:pt x="35" y="521"/>
                      <a:pt x="32" y="541"/>
                      <a:pt x="29" y="554"/>
                    </a:cubicBezTo>
                    <a:cubicBezTo>
                      <a:pt x="12" y="595"/>
                      <a:pt x="13" y="708"/>
                      <a:pt x="11" y="737"/>
                    </a:cubicBezTo>
                    <a:cubicBezTo>
                      <a:pt x="11" y="754"/>
                      <a:pt x="11" y="779"/>
                      <a:pt x="8" y="791"/>
                    </a:cubicBezTo>
                    <a:cubicBezTo>
                      <a:pt x="5" y="803"/>
                      <a:pt x="7" y="814"/>
                      <a:pt x="4" y="825"/>
                    </a:cubicBezTo>
                    <a:cubicBezTo>
                      <a:pt x="1" y="835"/>
                      <a:pt x="0" y="849"/>
                      <a:pt x="0" y="856"/>
                    </a:cubicBezTo>
                    <a:cubicBezTo>
                      <a:pt x="0" y="856"/>
                      <a:pt x="7" y="906"/>
                      <a:pt x="5" y="921"/>
                    </a:cubicBezTo>
                    <a:cubicBezTo>
                      <a:pt x="2" y="937"/>
                      <a:pt x="4" y="946"/>
                      <a:pt x="5" y="956"/>
                    </a:cubicBezTo>
                    <a:cubicBezTo>
                      <a:pt x="6" y="965"/>
                      <a:pt x="15" y="980"/>
                      <a:pt x="18" y="992"/>
                    </a:cubicBezTo>
                    <a:cubicBezTo>
                      <a:pt x="23" y="1017"/>
                      <a:pt x="31" y="1018"/>
                      <a:pt x="36" y="1026"/>
                    </a:cubicBezTo>
                    <a:cubicBezTo>
                      <a:pt x="41" y="1034"/>
                      <a:pt x="55" y="1040"/>
                      <a:pt x="57" y="1043"/>
                    </a:cubicBezTo>
                    <a:cubicBezTo>
                      <a:pt x="59" y="1046"/>
                      <a:pt x="66" y="1051"/>
                      <a:pt x="72" y="1050"/>
                    </a:cubicBezTo>
                    <a:cubicBezTo>
                      <a:pt x="73" y="1050"/>
                      <a:pt x="73" y="1050"/>
                      <a:pt x="73" y="1050"/>
                    </a:cubicBezTo>
                    <a:cubicBezTo>
                      <a:pt x="73" y="1050"/>
                      <a:pt x="73" y="1050"/>
                      <a:pt x="73" y="1050"/>
                    </a:cubicBezTo>
                    <a:cubicBezTo>
                      <a:pt x="79" y="1050"/>
                      <a:pt x="79" y="1043"/>
                      <a:pt x="79" y="1042"/>
                    </a:cubicBezTo>
                    <a:cubicBezTo>
                      <a:pt x="79" y="1042"/>
                      <a:pt x="81" y="1042"/>
                      <a:pt x="84" y="1042"/>
                    </a:cubicBezTo>
                    <a:cubicBezTo>
                      <a:pt x="86" y="1042"/>
                      <a:pt x="95" y="1043"/>
                      <a:pt x="99" y="1042"/>
                    </a:cubicBezTo>
                    <a:cubicBezTo>
                      <a:pt x="100" y="1041"/>
                      <a:pt x="101" y="1041"/>
                      <a:pt x="101" y="1041"/>
                    </a:cubicBezTo>
                    <a:cubicBezTo>
                      <a:pt x="108" y="1034"/>
                      <a:pt x="99" y="1027"/>
                      <a:pt x="98" y="1027"/>
                    </a:cubicBezTo>
                    <a:cubicBezTo>
                      <a:pt x="105" y="1026"/>
                      <a:pt x="105" y="1026"/>
                      <a:pt x="105" y="1026"/>
                    </a:cubicBezTo>
                    <a:cubicBezTo>
                      <a:pt x="105" y="1026"/>
                      <a:pt x="105" y="1026"/>
                      <a:pt x="105" y="1026"/>
                    </a:cubicBezTo>
                    <a:cubicBezTo>
                      <a:pt x="105" y="1026"/>
                      <a:pt x="105" y="1026"/>
                      <a:pt x="105" y="1026"/>
                    </a:cubicBezTo>
                    <a:cubicBezTo>
                      <a:pt x="114" y="1020"/>
                      <a:pt x="103" y="1011"/>
                      <a:pt x="103" y="1011"/>
                    </a:cubicBezTo>
                    <a:cubicBezTo>
                      <a:pt x="104" y="993"/>
                      <a:pt x="82" y="997"/>
                      <a:pt x="80" y="993"/>
                    </a:cubicBezTo>
                    <a:cubicBezTo>
                      <a:pt x="78" y="991"/>
                      <a:pt x="77" y="990"/>
                      <a:pt x="76" y="990"/>
                    </a:cubicBezTo>
                    <a:cubicBezTo>
                      <a:pt x="71" y="984"/>
                      <a:pt x="67" y="983"/>
                      <a:pt x="66" y="983"/>
                    </a:cubicBezTo>
                    <a:cubicBezTo>
                      <a:pt x="66" y="983"/>
                      <a:pt x="66" y="983"/>
                      <a:pt x="66" y="983"/>
                    </a:cubicBezTo>
                    <a:cubicBezTo>
                      <a:pt x="64" y="973"/>
                      <a:pt x="60" y="971"/>
                      <a:pt x="61" y="969"/>
                    </a:cubicBezTo>
                    <a:cubicBezTo>
                      <a:pt x="66" y="961"/>
                      <a:pt x="58" y="952"/>
                      <a:pt x="61" y="947"/>
                    </a:cubicBezTo>
                    <a:cubicBezTo>
                      <a:pt x="64" y="942"/>
                      <a:pt x="63" y="924"/>
                      <a:pt x="63" y="921"/>
                    </a:cubicBezTo>
                    <a:cubicBezTo>
                      <a:pt x="65" y="922"/>
                      <a:pt x="71" y="925"/>
                      <a:pt x="75" y="934"/>
                    </a:cubicBezTo>
                    <a:cubicBezTo>
                      <a:pt x="78" y="944"/>
                      <a:pt x="94" y="962"/>
                      <a:pt x="107" y="957"/>
                    </a:cubicBezTo>
                    <a:cubicBezTo>
                      <a:pt x="108" y="956"/>
                      <a:pt x="109" y="956"/>
                      <a:pt x="109" y="955"/>
                    </a:cubicBezTo>
                    <a:cubicBezTo>
                      <a:pt x="123" y="946"/>
                      <a:pt x="104" y="921"/>
                      <a:pt x="93" y="911"/>
                    </a:cubicBezTo>
                    <a:cubicBezTo>
                      <a:pt x="82" y="900"/>
                      <a:pt x="74" y="877"/>
                      <a:pt x="66" y="869"/>
                    </a:cubicBezTo>
                    <a:cubicBezTo>
                      <a:pt x="58" y="861"/>
                      <a:pt x="57" y="843"/>
                      <a:pt x="57" y="843"/>
                    </a:cubicBezTo>
                    <a:cubicBezTo>
                      <a:pt x="56" y="842"/>
                      <a:pt x="56" y="842"/>
                      <a:pt x="56" y="842"/>
                    </a:cubicBezTo>
                    <a:cubicBezTo>
                      <a:pt x="56" y="842"/>
                      <a:pt x="55" y="842"/>
                      <a:pt x="55" y="842"/>
                    </a:cubicBezTo>
                    <a:cubicBezTo>
                      <a:pt x="54" y="840"/>
                      <a:pt x="53" y="838"/>
                      <a:pt x="54" y="836"/>
                    </a:cubicBezTo>
                    <a:cubicBezTo>
                      <a:pt x="55" y="833"/>
                      <a:pt x="58" y="821"/>
                      <a:pt x="60" y="808"/>
                    </a:cubicBezTo>
                    <a:cubicBezTo>
                      <a:pt x="62" y="796"/>
                      <a:pt x="90" y="686"/>
                      <a:pt x="94" y="662"/>
                    </a:cubicBezTo>
                    <a:cubicBezTo>
                      <a:pt x="102" y="616"/>
                      <a:pt x="117" y="598"/>
                      <a:pt x="113" y="566"/>
                    </a:cubicBezTo>
                    <a:cubicBezTo>
                      <a:pt x="113" y="542"/>
                      <a:pt x="122" y="479"/>
                      <a:pt x="124" y="467"/>
                    </a:cubicBezTo>
                    <a:cubicBezTo>
                      <a:pt x="125" y="465"/>
                      <a:pt x="125" y="453"/>
                      <a:pt x="126" y="445"/>
                    </a:cubicBezTo>
                    <a:cubicBezTo>
                      <a:pt x="127" y="441"/>
                      <a:pt x="128" y="433"/>
                      <a:pt x="128" y="423"/>
                    </a:cubicBezTo>
                    <a:cubicBezTo>
                      <a:pt x="128" y="424"/>
                      <a:pt x="128" y="424"/>
                      <a:pt x="128" y="424"/>
                    </a:cubicBezTo>
                    <a:cubicBezTo>
                      <a:pt x="129" y="435"/>
                      <a:pt x="139" y="458"/>
                      <a:pt x="141" y="487"/>
                    </a:cubicBezTo>
                    <a:cubicBezTo>
                      <a:pt x="139" y="522"/>
                      <a:pt x="139" y="561"/>
                      <a:pt x="140" y="579"/>
                    </a:cubicBezTo>
                    <a:cubicBezTo>
                      <a:pt x="111" y="721"/>
                      <a:pt x="129" y="796"/>
                      <a:pt x="128" y="824"/>
                    </a:cubicBezTo>
                    <a:cubicBezTo>
                      <a:pt x="127" y="858"/>
                      <a:pt x="143" y="866"/>
                      <a:pt x="142" y="897"/>
                    </a:cubicBezTo>
                    <a:cubicBezTo>
                      <a:pt x="165" y="1268"/>
                      <a:pt x="165" y="1268"/>
                      <a:pt x="165" y="1268"/>
                    </a:cubicBezTo>
                    <a:cubicBezTo>
                      <a:pt x="165" y="1280"/>
                      <a:pt x="163" y="1320"/>
                      <a:pt x="167" y="1341"/>
                    </a:cubicBezTo>
                    <a:cubicBezTo>
                      <a:pt x="168" y="1346"/>
                      <a:pt x="175" y="1370"/>
                      <a:pt x="176" y="1403"/>
                    </a:cubicBezTo>
                    <a:cubicBezTo>
                      <a:pt x="177" y="1456"/>
                      <a:pt x="166" y="1531"/>
                      <a:pt x="168" y="1569"/>
                    </a:cubicBezTo>
                    <a:cubicBezTo>
                      <a:pt x="170" y="1631"/>
                      <a:pt x="169" y="1686"/>
                      <a:pt x="179" y="1726"/>
                    </a:cubicBezTo>
                    <a:cubicBezTo>
                      <a:pt x="186" y="1766"/>
                      <a:pt x="189" y="1798"/>
                      <a:pt x="187" y="1806"/>
                    </a:cubicBezTo>
                    <a:cubicBezTo>
                      <a:pt x="186" y="1812"/>
                      <a:pt x="185" y="1826"/>
                      <a:pt x="189" y="1837"/>
                    </a:cubicBezTo>
                    <a:cubicBezTo>
                      <a:pt x="189" y="1838"/>
                      <a:pt x="176" y="1878"/>
                      <a:pt x="169" y="1885"/>
                    </a:cubicBezTo>
                    <a:cubicBezTo>
                      <a:pt x="163" y="1892"/>
                      <a:pt x="161" y="1898"/>
                      <a:pt x="156" y="1902"/>
                    </a:cubicBezTo>
                    <a:cubicBezTo>
                      <a:pt x="151" y="1906"/>
                      <a:pt x="148" y="1910"/>
                      <a:pt x="146" y="1918"/>
                    </a:cubicBezTo>
                    <a:cubicBezTo>
                      <a:pt x="145" y="1924"/>
                      <a:pt x="139" y="1933"/>
                      <a:pt x="143" y="1938"/>
                    </a:cubicBezTo>
                    <a:cubicBezTo>
                      <a:pt x="144" y="1938"/>
                      <a:pt x="144" y="1939"/>
                      <a:pt x="145" y="1939"/>
                    </a:cubicBezTo>
                    <a:cubicBezTo>
                      <a:pt x="145" y="1939"/>
                      <a:pt x="145" y="1939"/>
                      <a:pt x="145" y="1939"/>
                    </a:cubicBezTo>
                    <a:cubicBezTo>
                      <a:pt x="145" y="1941"/>
                      <a:pt x="145" y="1943"/>
                      <a:pt x="146" y="1945"/>
                    </a:cubicBezTo>
                    <a:cubicBezTo>
                      <a:pt x="148" y="1950"/>
                      <a:pt x="152" y="1951"/>
                      <a:pt x="156" y="1951"/>
                    </a:cubicBezTo>
                    <a:cubicBezTo>
                      <a:pt x="157" y="1950"/>
                      <a:pt x="157" y="1950"/>
                      <a:pt x="157" y="1950"/>
                    </a:cubicBezTo>
                    <a:cubicBezTo>
                      <a:pt x="157" y="1952"/>
                      <a:pt x="157" y="1953"/>
                      <a:pt x="158" y="1955"/>
                    </a:cubicBezTo>
                    <a:cubicBezTo>
                      <a:pt x="162" y="1962"/>
                      <a:pt x="172" y="1965"/>
                      <a:pt x="176" y="1959"/>
                    </a:cubicBezTo>
                    <a:cubicBezTo>
                      <a:pt x="182" y="1964"/>
                      <a:pt x="193" y="1964"/>
                      <a:pt x="197" y="1957"/>
                    </a:cubicBezTo>
                    <a:cubicBezTo>
                      <a:pt x="200" y="1969"/>
                      <a:pt x="212" y="1967"/>
                      <a:pt x="220" y="1965"/>
                    </a:cubicBezTo>
                    <a:cubicBezTo>
                      <a:pt x="227" y="1963"/>
                      <a:pt x="230" y="1956"/>
                      <a:pt x="235" y="1952"/>
                    </a:cubicBezTo>
                    <a:cubicBezTo>
                      <a:pt x="239" y="1947"/>
                      <a:pt x="242" y="1943"/>
                      <a:pt x="241" y="1932"/>
                    </a:cubicBezTo>
                    <a:cubicBezTo>
                      <a:pt x="240" y="1920"/>
                      <a:pt x="241" y="1920"/>
                      <a:pt x="242" y="1906"/>
                    </a:cubicBezTo>
                    <a:cubicBezTo>
                      <a:pt x="242" y="1898"/>
                      <a:pt x="247" y="1896"/>
                      <a:pt x="248" y="1883"/>
                    </a:cubicBezTo>
                    <a:cubicBezTo>
                      <a:pt x="248" y="1872"/>
                      <a:pt x="242" y="1827"/>
                      <a:pt x="243" y="1821"/>
                    </a:cubicBezTo>
                    <a:cubicBezTo>
                      <a:pt x="244" y="1807"/>
                      <a:pt x="246" y="1796"/>
                      <a:pt x="244" y="1772"/>
                    </a:cubicBezTo>
                    <a:cubicBezTo>
                      <a:pt x="241" y="1749"/>
                      <a:pt x="257" y="1662"/>
                      <a:pt x="261" y="1646"/>
                    </a:cubicBezTo>
                    <a:cubicBezTo>
                      <a:pt x="260" y="1647"/>
                      <a:pt x="260" y="1647"/>
                      <a:pt x="260" y="1647"/>
                    </a:cubicBezTo>
                    <a:cubicBezTo>
                      <a:pt x="265" y="1625"/>
                      <a:pt x="282" y="1552"/>
                      <a:pt x="281" y="1503"/>
                    </a:cubicBezTo>
                    <a:cubicBezTo>
                      <a:pt x="280" y="1471"/>
                      <a:pt x="287" y="1394"/>
                      <a:pt x="287" y="1371"/>
                    </a:cubicBezTo>
                    <a:cubicBezTo>
                      <a:pt x="287" y="1367"/>
                      <a:pt x="288" y="1343"/>
                      <a:pt x="287" y="1339"/>
                    </a:cubicBezTo>
                    <a:cubicBezTo>
                      <a:pt x="281" y="1305"/>
                      <a:pt x="298" y="1142"/>
                      <a:pt x="298" y="1140"/>
                    </a:cubicBezTo>
                    <a:cubicBezTo>
                      <a:pt x="300" y="1119"/>
                      <a:pt x="302" y="978"/>
                      <a:pt x="302" y="978"/>
                    </a:cubicBezTo>
                    <a:cubicBezTo>
                      <a:pt x="348" y="977"/>
                      <a:pt x="348" y="977"/>
                      <a:pt x="348" y="977"/>
                    </a:cubicBezTo>
                    <a:cubicBezTo>
                      <a:pt x="348" y="977"/>
                      <a:pt x="354" y="1120"/>
                      <a:pt x="356" y="1142"/>
                    </a:cubicBezTo>
                    <a:cubicBezTo>
                      <a:pt x="356" y="1144"/>
                      <a:pt x="366" y="1307"/>
                      <a:pt x="360" y="1339"/>
                    </a:cubicBezTo>
                    <a:cubicBezTo>
                      <a:pt x="359" y="1343"/>
                      <a:pt x="360" y="1367"/>
                      <a:pt x="360" y="1371"/>
                    </a:cubicBezTo>
                    <a:cubicBezTo>
                      <a:pt x="360" y="1394"/>
                      <a:pt x="368" y="1468"/>
                      <a:pt x="365" y="1500"/>
                    </a:cubicBezTo>
                    <a:cubicBezTo>
                      <a:pt x="362" y="1556"/>
                      <a:pt x="376" y="1630"/>
                      <a:pt x="381" y="1660"/>
                    </a:cubicBezTo>
                    <a:cubicBezTo>
                      <a:pt x="381" y="1660"/>
                      <a:pt x="381" y="1660"/>
                      <a:pt x="381" y="1660"/>
                    </a:cubicBezTo>
                    <a:cubicBezTo>
                      <a:pt x="384" y="1683"/>
                      <a:pt x="401" y="1750"/>
                      <a:pt x="398" y="1771"/>
                    </a:cubicBezTo>
                    <a:cubicBezTo>
                      <a:pt x="396" y="1794"/>
                      <a:pt x="397" y="1807"/>
                      <a:pt x="399" y="1821"/>
                    </a:cubicBezTo>
                    <a:cubicBezTo>
                      <a:pt x="399" y="1827"/>
                      <a:pt x="394" y="1872"/>
                      <a:pt x="394" y="1883"/>
                    </a:cubicBezTo>
                    <a:cubicBezTo>
                      <a:pt x="395" y="1896"/>
                      <a:pt x="400" y="1898"/>
                      <a:pt x="400" y="1906"/>
                    </a:cubicBezTo>
                    <a:cubicBezTo>
                      <a:pt x="401" y="1920"/>
                      <a:pt x="402" y="1920"/>
                      <a:pt x="401" y="1932"/>
                    </a:cubicBezTo>
                    <a:cubicBezTo>
                      <a:pt x="400" y="1943"/>
                      <a:pt x="403" y="1947"/>
                      <a:pt x="407" y="1952"/>
                    </a:cubicBezTo>
                    <a:cubicBezTo>
                      <a:pt x="411" y="1956"/>
                      <a:pt x="415" y="1963"/>
                      <a:pt x="422" y="1965"/>
                    </a:cubicBezTo>
                    <a:cubicBezTo>
                      <a:pt x="430" y="1967"/>
                      <a:pt x="442" y="1969"/>
                      <a:pt x="445" y="1957"/>
                    </a:cubicBezTo>
                    <a:cubicBezTo>
                      <a:pt x="449" y="1964"/>
                      <a:pt x="460" y="1964"/>
                      <a:pt x="466" y="1959"/>
                    </a:cubicBezTo>
                    <a:cubicBezTo>
                      <a:pt x="470" y="1965"/>
                      <a:pt x="480" y="1962"/>
                      <a:pt x="484" y="1955"/>
                    </a:cubicBezTo>
                    <a:cubicBezTo>
                      <a:pt x="485" y="1953"/>
                      <a:pt x="485" y="1952"/>
                      <a:pt x="485" y="1950"/>
                    </a:cubicBezTo>
                    <a:cubicBezTo>
                      <a:pt x="486" y="1951"/>
                      <a:pt x="486" y="1951"/>
                      <a:pt x="486" y="1951"/>
                    </a:cubicBezTo>
                    <a:cubicBezTo>
                      <a:pt x="490" y="1951"/>
                      <a:pt x="496" y="1949"/>
                      <a:pt x="496" y="1945"/>
                    </a:cubicBezTo>
                    <a:cubicBezTo>
                      <a:pt x="497" y="1943"/>
                      <a:pt x="497" y="1941"/>
                      <a:pt x="497" y="1939"/>
                    </a:cubicBezTo>
                    <a:cubicBezTo>
                      <a:pt x="497" y="1939"/>
                      <a:pt x="497" y="1939"/>
                      <a:pt x="497" y="1939"/>
                    </a:cubicBezTo>
                    <a:cubicBezTo>
                      <a:pt x="498" y="1939"/>
                      <a:pt x="498" y="1938"/>
                      <a:pt x="499" y="1938"/>
                    </a:cubicBezTo>
                    <a:cubicBezTo>
                      <a:pt x="503" y="1933"/>
                      <a:pt x="497" y="1924"/>
                      <a:pt x="496" y="1918"/>
                    </a:cubicBezTo>
                    <a:cubicBezTo>
                      <a:pt x="494" y="1910"/>
                      <a:pt x="491" y="1906"/>
                      <a:pt x="486" y="1902"/>
                    </a:cubicBezTo>
                    <a:cubicBezTo>
                      <a:pt x="481" y="1898"/>
                      <a:pt x="479" y="1892"/>
                      <a:pt x="473" y="1885"/>
                    </a:cubicBezTo>
                    <a:cubicBezTo>
                      <a:pt x="465" y="1878"/>
                      <a:pt x="453" y="1838"/>
                      <a:pt x="453" y="1837"/>
                    </a:cubicBezTo>
                    <a:cubicBezTo>
                      <a:pt x="457" y="1826"/>
                      <a:pt x="456" y="1812"/>
                      <a:pt x="455" y="1806"/>
                    </a:cubicBezTo>
                    <a:cubicBezTo>
                      <a:pt x="453" y="1798"/>
                      <a:pt x="456" y="1766"/>
                      <a:pt x="463" y="1726"/>
                    </a:cubicBezTo>
                    <a:cubicBezTo>
                      <a:pt x="467" y="1677"/>
                      <a:pt x="473" y="1633"/>
                      <a:pt x="476" y="1571"/>
                    </a:cubicBezTo>
                    <a:cubicBezTo>
                      <a:pt x="477" y="1539"/>
                      <a:pt x="470" y="1471"/>
                      <a:pt x="471" y="1403"/>
                    </a:cubicBezTo>
                    <a:cubicBezTo>
                      <a:pt x="472" y="1370"/>
                      <a:pt x="478" y="1346"/>
                      <a:pt x="479" y="1341"/>
                    </a:cubicBezTo>
                    <a:cubicBezTo>
                      <a:pt x="483" y="1320"/>
                      <a:pt x="478" y="1280"/>
                      <a:pt x="479" y="1268"/>
                    </a:cubicBezTo>
                    <a:cubicBezTo>
                      <a:pt x="484" y="1084"/>
                      <a:pt x="507" y="925"/>
                      <a:pt x="505" y="888"/>
                    </a:cubicBezTo>
                    <a:cubicBezTo>
                      <a:pt x="505" y="888"/>
                      <a:pt x="522" y="837"/>
                      <a:pt x="519" y="824"/>
                    </a:cubicBezTo>
                    <a:cubicBezTo>
                      <a:pt x="518" y="796"/>
                      <a:pt x="532" y="719"/>
                      <a:pt x="507" y="576"/>
                    </a:cubicBezTo>
                    <a:cubicBezTo>
                      <a:pt x="508" y="553"/>
                      <a:pt x="509" y="512"/>
                      <a:pt x="507" y="488"/>
                    </a:cubicBezTo>
                    <a:cubicBezTo>
                      <a:pt x="509" y="459"/>
                      <a:pt x="519" y="435"/>
                      <a:pt x="519" y="424"/>
                    </a:cubicBezTo>
                    <a:cubicBezTo>
                      <a:pt x="519" y="423"/>
                      <a:pt x="519" y="423"/>
                      <a:pt x="519" y="423"/>
                    </a:cubicBezTo>
                    <a:cubicBezTo>
                      <a:pt x="520" y="433"/>
                      <a:pt x="521" y="441"/>
                      <a:pt x="521" y="445"/>
                    </a:cubicBezTo>
                    <a:cubicBezTo>
                      <a:pt x="522" y="453"/>
                      <a:pt x="522" y="465"/>
                      <a:pt x="523" y="467"/>
                    </a:cubicBezTo>
                    <a:cubicBezTo>
                      <a:pt x="525" y="479"/>
                      <a:pt x="534" y="542"/>
                      <a:pt x="535" y="566"/>
                    </a:cubicBezTo>
                    <a:cubicBezTo>
                      <a:pt x="530" y="598"/>
                      <a:pt x="546" y="614"/>
                      <a:pt x="555" y="660"/>
                    </a:cubicBezTo>
                    <a:cubicBezTo>
                      <a:pt x="559" y="685"/>
                      <a:pt x="585" y="796"/>
                      <a:pt x="587" y="808"/>
                    </a:cubicBezTo>
                    <a:cubicBezTo>
                      <a:pt x="589" y="820"/>
                      <a:pt x="592" y="832"/>
                      <a:pt x="593" y="836"/>
                    </a:cubicBezTo>
                    <a:cubicBezTo>
                      <a:pt x="593" y="837"/>
                      <a:pt x="593" y="837"/>
                      <a:pt x="593" y="837"/>
                    </a:cubicBezTo>
                    <a:cubicBezTo>
                      <a:pt x="593" y="837"/>
                      <a:pt x="592" y="854"/>
                      <a:pt x="584" y="862"/>
                    </a:cubicBezTo>
                    <a:cubicBezTo>
                      <a:pt x="576" y="871"/>
                      <a:pt x="568" y="893"/>
                      <a:pt x="557" y="904"/>
                    </a:cubicBezTo>
                    <a:cubicBezTo>
                      <a:pt x="546" y="914"/>
                      <a:pt x="527" y="940"/>
                      <a:pt x="540" y="948"/>
                    </a:cubicBezTo>
                    <a:cubicBezTo>
                      <a:pt x="554" y="957"/>
                      <a:pt x="571" y="938"/>
                      <a:pt x="575" y="927"/>
                    </a:cubicBezTo>
                    <a:cubicBezTo>
                      <a:pt x="579" y="917"/>
                      <a:pt x="587" y="914"/>
                      <a:pt x="587" y="914"/>
                    </a:cubicBezTo>
                    <a:cubicBezTo>
                      <a:pt x="587" y="914"/>
                      <a:pt x="586" y="935"/>
                      <a:pt x="589" y="940"/>
                    </a:cubicBezTo>
                    <a:cubicBezTo>
                      <a:pt x="592" y="946"/>
                      <a:pt x="584" y="955"/>
                      <a:pt x="589" y="962"/>
                    </a:cubicBezTo>
                    <a:cubicBezTo>
                      <a:pt x="590" y="965"/>
                      <a:pt x="585" y="966"/>
                      <a:pt x="584" y="976"/>
                    </a:cubicBezTo>
                    <a:cubicBezTo>
                      <a:pt x="583" y="986"/>
                      <a:pt x="577" y="977"/>
                      <a:pt x="570" y="986"/>
                    </a:cubicBezTo>
                    <a:cubicBezTo>
                      <a:pt x="568" y="990"/>
                      <a:pt x="546" y="987"/>
                      <a:pt x="547" y="1004"/>
                    </a:cubicBezTo>
                    <a:cubicBezTo>
                      <a:pt x="547" y="1004"/>
                      <a:pt x="536" y="1014"/>
                      <a:pt x="544" y="1019"/>
                    </a:cubicBezTo>
                    <a:cubicBezTo>
                      <a:pt x="552" y="1020"/>
                      <a:pt x="552" y="1020"/>
                      <a:pt x="552" y="1020"/>
                    </a:cubicBezTo>
                    <a:cubicBezTo>
                      <a:pt x="552" y="1020"/>
                      <a:pt x="542" y="1027"/>
                      <a:pt x="549" y="1034"/>
                    </a:cubicBezTo>
                    <a:cubicBezTo>
                      <a:pt x="552" y="1037"/>
                      <a:pt x="563" y="1035"/>
                      <a:pt x="566" y="1035"/>
                    </a:cubicBezTo>
                    <a:cubicBezTo>
                      <a:pt x="569" y="1035"/>
                      <a:pt x="571" y="1035"/>
                      <a:pt x="571" y="1035"/>
                    </a:cubicBezTo>
                    <a:cubicBezTo>
                      <a:pt x="571" y="1035"/>
                      <a:pt x="570" y="1043"/>
                      <a:pt x="577" y="1044"/>
                    </a:cubicBezTo>
                    <a:cubicBezTo>
                      <a:pt x="584" y="1045"/>
                      <a:pt x="590" y="1039"/>
                      <a:pt x="593" y="1036"/>
                    </a:cubicBezTo>
                    <a:cubicBezTo>
                      <a:pt x="595" y="1034"/>
                      <a:pt x="608" y="1028"/>
                      <a:pt x="614" y="1019"/>
                    </a:cubicBezTo>
                    <a:cubicBezTo>
                      <a:pt x="619" y="1011"/>
                      <a:pt x="626" y="1010"/>
                      <a:pt x="632" y="985"/>
                    </a:cubicBezTo>
                    <a:cubicBezTo>
                      <a:pt x="634" y="973"/>
                      <a:pt x="644" y="959"/>
                      <a:pt x="645" y="949"/>
                    </a:cubicBezTo>
                    <a:cubicBezTo>
                      <a:pt x="646" y="939"/>
                      <a:pt x="647" y="930"/>
                      <a:pt x="645" y="914"/>
                    </a:cubicBezTo>
                    <a:cubicBezTo>
                      <a:pt x="643" y="901"/>
                      <a:pt x="648" y="864"/>
                      <a:pt x="649" y="852"/>
                    </a:cubicBezTo>
                    <a:cubicBezTo>
                      <a:pt x="649" y="852"/>
                      <a:pt x="649" y="852"/>
                      <a:pt x="649" y="852"/>
                    </a:cubicBezTo>
                    <a:cubicBezTo>
                      <a:pt x="653" y="836"/>
                      <a:pt x="649" y="824"/>
                      <a:pt x="648" y="820"/>
                    </a:cubicBezTo>
                    <a:close/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217" name="Freeform 772">
                <a:extLst>
                  <a:ext uri="{FF2B5EF4-FFF2-40B4-BE49-F238E27FC236}">
                    <a16:creationId xmlns:a16="http://schemas.microsoft.com/office/drawing/2014/main" id="{4033E96E-313E-4AA5-A854-FE349253C6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6" y="720"/>
                <a:ext cx="356" cy="448"/>
              </a:xfrm>
              <a:custGeom>
                <a:avLst/>
                <a:gdLst>
                  <a:gd name="T0" fmla="*/ 796 w 233"/>
                  <a:gd name="T1" fmla="*/ 360 h 294"/>
                  <a:gd name="T2" fmla="*/ 788 w 233"/>
                  <a:gd name="T3" fmla="*/ 358 h 294"/>
                  <a:gd name="T4" fmla="*/ 782 w 233"/>
                  <a:gd name="T5" fmla="*/ 360 h 294"/>
                  <a:gd name="T6" fmla="*/ 756 w 233"/>
                  <a:gd name="T7" fmla="*/ 446 h 294"/>
                  <a:gd name="T8" fmla="*/ 749 w 233"/>
                  <a:gd name="T9" fmla="*/ 466 h 294"/>
                  <a:gd name="T10" fmla="*/ 730 w 233"/>
                  <a:gd name="T11" fmla="*/ 520 h 294"/>
                  <a:gd name="T12" fmla="*/ 730 w 233"/>
                  <a:gd name="T13" fmla="*/ 515 h 294"/>
                  <a:gd name="T14" fmla="*/ 724 w 233"/>
                  <a:gd name="T15" fmla="*/ 532 h 294"/>
                  <a:gd name="T16" fmla="*/ 380 w 233"/>
                  <a:gd name="T17" fmla="*/ 8 h 294"/>
                  <a:gd name="T18" fmla="*/ 79 w 233"/>
                  <a:gd name="T19" fmla="*/ 506 h 294"/>
                  <a:gd name="T20" fmla="*/ 61 w 233"/>
                  <a:gd name="T21" fmla="*/ 421 h 294"/>
                  <a:gd name="T22" fmla="*/ 53 w 233"/>
                  <a:gd name="T23" fmla="*/ 390 h 294"/>
                  <a:gd name="T24" fmla="*/ 49 w 233"/>
                  <a:gd name="T25" fmla="*/ 376 h 294"/>
                  <a:gd name="T26" fmla="*/ 49 w 233"/>
                  <a:gd name="T27" fmla="*/ 372 h 294"/>
                  <a:gd name="T28" fmla="*/ 40 w 233"/>
                  <a:gd name="T29" fmla="*/ 360 h 294"/>
                  <a:gd name="T30" fmla="*/ 14 w 233"/>
                  <a:gd name="T31" fmla="*/ 390 h 294"/>
                  <a:gd name="T32" fmla="*/ 32 w 233"/>
                  <a:gd name="T33" fmla="*/ 471 h 294"/>
                  <a:gd name="T34" fmla="*/ 47 w 233"/>
                  <a:gd name="T35" fmla="*/ 553 h 294"/>
                  <a:gd name="T36" fmla="*/ 61 w 233"/>
                  <a:gd name="T37" fmla="*/ 606 h 294"/>
                  <a:gd name="T38" fmla="*/ 79 w 233"/>
                  <a:gd name="T39" fmla="*/ 643 h 294"/>
                  <a:gd name="T40" fmla="*/ 115 w 233"/>
                  <a:gd name="T41" fmla="*/ 674 h 294"/>
                  <a:gd name="T42" fmla="*/ 141 w 233"/>
                  <a:gd name="T43" fmla="*/ 821 h 294"/>
                  <a:gd name="T44" fmla="*/ 269 w 233"/>
                  <a:gd name="T45" fmla="*/ 978 h 294"/>
                  <a:gd name="T46" fmla="*/ 406 w 233"/>
                  <a:gd name="T47" fmla="*/ 1041 h 294"/>
                  <a:gd name="T48" fmla="*/ 549 w 233"/>
                  <a:gd name="T49" fmla="*/ 978 h 294"/>
                  <a:gd name="T50" fmla="*/ 675 w 233"/>
                  <a:gd name="T51" fmla="*/ 821 h 294"/>
                  <a:gd name="T52" fmla="*/ 707 w 233"/>
                  <a:gd name="T53" fmla="*/ 674 h 294"/>
                  <a:gd name="T54" fmla="*/ 743 w 233"/>
                  <a:gd name="T55" fmla="*/ 643 h 294"/>
                  <a:gd name="T56" fmla="*/ 759 w 233"/>
                  <a:gd name="T57" fmla="*/ 606 h 294"/>
                  <a:gd name="T58" fmla="*/ 775 w 233"/>
                  <a:gd name="T59" fmla="*/ 553 h 294"/>
                  <a:gd name="T60" fmla="*/ 788 w 233"/>
                  <a:gd name="T61" fmla="*/ 471 h 294"/>
                  <a:gd name="T62" fmla="*/ 804 w 233"/>
                  <a:gd name="T63" fmla="*/ 390 h 294"/>
                  <a:gd name="T64" fmla="*/ 796 w 233"/>
                  <a:gd name="T65" fmla="*/ 360 h 294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233" h="294">
                    <a:moveTo>
                      <a:pt x="223" y="102"/>
                    </a:moveTo>
                    <a:cubicBezTo>
                      <a:pt x="222" y="102"/>
                      <a:pt x="222" y="102"/>
                      <a:pt x="221" y="101"/>
                    </a:cubicBezTo>
                    <a:cubicBezTo>
                      <a:pt x="220" y="101"/>
                      <a:pt x="220" y="101"/>
                      <a:pt x="219" y="102"/>
                    </a:cubicBezTo>
                    <a:cubicBezTo>
                      <a:pt x="212" y="126"/>
                      <a:pt x="212" y="126"/>
                      <a:pt x="212" y="126"/>
                    </a:cubicBezTo>
                    <a:cubicBezTo>
                      <a:pt x="210" y="132"/>
                      <a:pt x="210" y="132"/>
                      <a:pt x="210" y="132"/>
                    </a:cubicBezTo>
                    <a:cubicBezTo>
                      <a:pt x="209" y="139"/>
                      <a:pt x="205" y="147"/>
                      <a:pt x="205" y="147"/>
                    </a:cubicBezTo>
                    <a:cubicBezTo>
                      <a:pt x="205" y="146"/>
                      <a:pt x="205" y="146"/>
                      <a:pt x="205" y="146"/>
                    </a:cubicBezTo>
                    <a:cubicBezTo>
                      <a:pt x="203" y="150"/>
                      <a:pt x="203" y="150"/>
                      <a:pt x="203" y="150"/>
                    </a:cubicBezTo>
                    <a:cubicBezTo>
                      <a:pt x="200" y="152"/>
                      <a:pt x="233" y="0"/>
                      <a:pt x="107" y="2"/>
                    </a:cubicBezTo>
                    <a:cubicBezTo>
                      <a:pt x="0" y="3"/>
                      <a:pt x="24" y="149"/>
                      <a:pt x="22" y="143"/>
                    </a:cubicBezTo>
                    <a:cubicBezTo>
                      <a:pt x="20" y="135"/>
                      <a:pt x="17" y="119"/>
                      <a:pt x="17" y="119"/>
                    </a:cubicBezTo>
                    <a:cubicBezTo>
                      <a:pt x="17" y="119"/>
                      <a:pt x="16" y="115"/>
                      <a:pt x="15" y="110"/>
                    </a:cubicBezTo>
                    <a:cubicBezTo>
                      <a:pt x="15" y="108"/>
                      <a:pt x="14" y="107"/>
                      <a:pt x="14" y="106"/>
                    </a:cubicBezTo>
                    <a:cubicBezTo>
                      <a:pt x="14" y="105"/>
                      <a:pt x="14" y="105"/>
                      <a:pt x="14" y="105"/>
                    </a:cubicBezTo>
                    <a:cubicBezTo>
                      <a:pt x="13" y="104"/>
                      <a:pt x="11" y="102"/>
                      <a:pt x="11" y="102"/>
                    </a:cubicBezTo>
                    <a:cubicBezTo>
                      <a:pt x="8" y="100"/>
                      <a:pt x="4" y="104"/>
                      <a:pt x="4" y="110"/>
                    </a:cubicBezTo>
                    <a:cubicBezTo>
                      <a:pt x="4" y="116"/>
                      <a:pt x="9" y="128"/>
                      <a:pt x="9" y="133"/>
                    </a:cubicBezTo>
                    <a:cubicBezTo>
                      <a:pt x="9" y="137"/>
                      <a:pt x="11" y="149"/>
                      <a:pt x="13" y="156"/>
                    </a:cubicBezTo>
                    <a:cubicBezTo>
                      <a:pt x="15" y="163"/>
                      <a:pt x="14" y="166"/>
                      <a:pt x="17" y="171"/>
                    </a:cubicBezTo>
                    <a:cubicBezTo>
                      <a:pt x="19" y="175"/>
                      <a:pt x="20" y="179"/>
                      <a:pt x="22" y="182"/>
                    </a:cubicBezTo>
                    <a:cubicBezTo>
                      <a:pt x="25" y="185"/>
                      <a:pt x="30" y="190"/>
                      <a:pt x="32" y="190"/>
                    </a:cubicBezTo>
                    <a:cubicBezTo>
                      <a:pt x="32" y="200"/>
                      <a:pt x="35" y="223"/>
                      <a:pt x="39" y="232"/>
                    </a:cubicBezTo>
                    <a:cubicBezTo>
                      <a:pt x="44" y="241"/>
                      <a:pt x="63" y="266"/>
                      <a:pt x="75" y="276"/>
                    </a:cubicBezTo>
                    <a:cubicBezTo>
                      <a:pt x="86" y="284"/>
                      <a:pt x="93" y="294"/>
                      <a:pt x="114" y="294"/>
                    </a:cubicBezTo>
                    <a:cubicBezTo>
                      <a:pt x="135" y="294"/>
                      <a:pt x="142" y="284"/>
                      <a:pt x="154" y="276"/>
                    </a:cubicBezTo>
                    <a:cubicBezTo>
                      <a:pt x="166" y="266"/>
                      <a:pt x="185" y="243"/>
                      <a:pt x="189" y="232"/>
                    </a:cubicBezTo>
                    <a:cubicBezTo>
                      <a:pt x="193" y="221"/>
                      <a:pt x="197" y="200"/>
                      <a:pt x="198" y="190"/>
                    </a:cubicBezTo>
                    <a:cubicBezTo>
                      <a:pt x="200" y="190"/>
                      <a:pt x="205" y="185"/>
                      <a:pt x="208" y="182"/>
                    </a:cubicBezTo>
                    <a:cubicBezTo>
                      <a:pt x="210" y="179"/>
                      <a:pt x="211" y="175"/>
                      <a:pt x="213" y="171"/>
                    </a:cubicBezTo>
                    <a:cubicBezTo>
                      <a:pt x="216" y="166"/>
                      <a:pt x="215" y="163"/>
                      <a:pt x="217" y="156"/>
                    </a:cubicBezTo>
                    <a:cubicBezTo>
                      <a:pt x="219" y="149"/>
                      <a:pt x="221" y="137"/>
                      <a:pt x="221" y="133"/>
                    </a:cubicBezTo>
                    <a:cubicBezTo>
                      <a:pt x="221" y="128"/>
                      <a:pt x="225" y="116"/>
                      <a:pt x="225" y="110"/>
                    </a:cubicBezTo>
                    <a:cubicBezTo>
                      <a:pt x="225" y="106"/>
                      <a:pt x="224" y="103"/>
                      <a:pt x="223" y="102"/>
                    </a:cubicBezTo>
                  </a:path>
                </a:pathLst>
              </a:custGeom>
              <a:solidFill>
                <a:srgbClr val="75332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218" name="Freeform 773">
                <a:extLst>
                  <a:ext uri="{FF2B5EF4-FFF2-40B4-BE49-F238E27FC236}">
                    <a16:creationId xmlns:a16="http://schemas.microsoft.com/office/drawing/2014/main" id="{D5519276-28B2-4BA9-8396-ADE32A9E7E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6" y="720"/>
                <a:ext cx="356" cy="448"/>
              </a:xfrm>
              <a:custGeom>
                <a:avLst/>
                <a:gdLst>
                  <a:gd name="T0" fmla="*/ 796 w 233"/>
                  <a:gd name="T1" fmla="*/ 360 h 294"/>
                  <a:gd name="T2" fmla="*/ 788 w 233"/>
                  <a:gd name="T3" fmla="*/ 358 h 294"/>
                  <a:gd name="T4" fmla="*/ 782 w 233"/>
                  <a:gd name="T5" fmla="*/ 360 h 294"/>
                  <a:gd name="T6" fmla="*/ 756 w 233"/>
                  <a:gd name="T7" fmla="*/ 446 h 294"/>
                  <a:gd name="T8" fmla="*/ 749 w 233"/>
                  <a:gd name="T9" fmla="*/ 466 h 294"/>
                  <a:gd name="T10" fmla="*/ 730 w 233"/>
                  <a:gd name="T11" fmla="*/ 520 h 294"/>
                  <a:gd name="T12" fmla="*/ 730 w 233"/>
                  <a:gd name="T13" fmla="*/ 515 h 294"/>
                  <a:gd name="T14" fmla="*/ 724 w 233"/>
                  <a:gd name="T15" fmla="*/ 532 h 294"/>
                  <a:gd name="T16" fmla="*/ 380 w 233"/>
                  <a:gd name="T17" fmla="*/ 8 h 294"/>
                  <a:gd name="T18" fmla="*/ 79 w 233"/>
                  <a:gd name="T19" fmla="*/ 506 h 294"/>
                  <a:gd name="T20" fmla="*/ 61 w 233"/>
                  <a:gd name="T21" fmla="*/ 421 h 294"/>
                  <a:gd name="T22" fmla="*/ 53 w 233"/>
                  <a:gd name="T23" fmla="*/ 390 h 294"/>
                  <a:gd name="T24" fmla="*/ 49 w 233"/>
                  <a:gd name="T25" fmla="*/ 376 h 294"/>
                  <a:gd name="T26" fmla="*/ 49 w 233"/>
                  <a:gd name="T27" fmla="*/ 372 h 294"/>
                  <a:gd name="T28" fmla="*/ 40 w 233"/>
                  <a:gd name="T29" fmla="*/ 360 h 294"/>
                  <a:gd name="T30" fmla="*/ 14 w 233"/>
                  <a:gd name="T31" fmla="*/ 390 h 294"/>
                  <a:gd name="T32" fmla="*/ 32 w 233"/>
                  <a:gd name="T33" fmla="*/ 471 h 294"/>
                  <a:gd name="T34" fmla="*/ 47 w 233"/>
                  <a:gd name="T35" fmla="*/ 553 h 294"/>
                  <a:gd name="T36" fmla="*/ 61 w 233"/>
                  <a:gd name="T37" fmla="*/ 606 h 294"/>
                  <a:gd name="T38" fmla="*/ 79 w 233"/>
                  <a:gd name="T39" fmla="*/ 643 h 294"/>
                  <a:gd name="T40" fmla="*/ 115 w 233"/>
                  <a:gd name="T41" fmla="*/ 674 h 294"/>
                  <a:gd name="T42" fmla="*/ 141 w 233"/>
                  <a:gd name="T43" fmla="*/ 821 h 294"/>
                  <a:gd name="T44" fmla="*/ 269 w 233"/>
                  <a:gd name="T45" fmla="*/ 978 h 294"/>
                  <a:gd name="T46" fmla="*/ 406 w 233"/>
                  <a:gd name="T47" fmla="*/ 1041 h 294"/>
                  <a:gd name="T48" fmla="*/ 549 w 233"/>
                  <a:gd name="T49" fmla="*/ 978 h 294"/>
                  <a:gd name="T50" fmla="*/ 675 w 233"/>
                  <a:gd name="T51" fmla="*/ 821 h 294"/>
                  <a:gd name="T52" fmla="*/ 707 w 233"/>
                  <a:gd name="T53" fmla="*/ 674 h 294"/>
                  <a:gd name="T54" fmla="*/ 743 w 233"/>
                  <a:gd name="T55" fmla="*/ 643 h 294"/>
                  <a:gd name="T56" fmla="*/ 759 w 233"/>
                  <a:gd name="T57" fmla="*/ 606 h 294"/>
                  <a:gd name="T58" fmla="*/ 775 w 233"/>
                  <a:gd name="T59" fmla="*/ 553 h 294"/>
                  <a:gd name="T60" fmla="*/ 788 w 233"/>
                  <a:gd name="T61" fmla="*/ 471 h 294"/>
                  <a:gd name="T62" fmla="*/ 804 w 233"/>
                  <a:gd name="T63" fmla="*/ 390 h 294"/>
                  <a:gd name="T64" fmla="*/ 796 w 233"/>
                  <a:gd name="T65" fmla="*/ 360 h 294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233" h="294">
                    <a:moveTo>
                      <a:pt x="223" y="102"/>
                    </a:moveTo>
                    <a:cubicBezTo>
                      <a:pt x="222" y="102"/>
                      <a:pt x="222" y="102"/>
                      <a:pt x="221" y="101"/>
                    </a:cubicBezTo>
                    <a:cubicBezTo>
                      <a:pt x="220" y="101"/>
                      <a:pt x="220" y="101"/>
                      <a:pt x="219" y="102"/>
                    </a:cubicBezTo>
                    <a:cubicBezTo>
                      <a:pt x="212" y="126"/>
                      <a:pt x="212" y="126"/>
                      <a:pt x="212" y="126"/>
                    </a:cubicBezTo>
                    <a:cubicBezTo>
                      <a:pt x="210" y="132"/>
                      <a:pt x="210" y="132"/>
                      <a:pt x="210" y="132"/>
                    </a:cubicBezTo>
                    <a:cubicBezTo>
                      <a:pt x="209" y="139"/>
                      <a:pt x="205" y="147"/>
                      <a:pt x="205" y="147"/>
                    </a:cubicBezTo>
                    <a:cubicBezTo>
                      <a:pt x="205" y="146"/>
                      <a:pt x="205" y="146"/>
                      <a:pt x="205" y="146"/>
                    </a:cubicBezTo>
                    <a:cubicBezTo>
                      <a:pt x="203" y="150"/>
                      <a:pt x="203" y="150"/>
                      <a:pt x="203" y="150"/>
                    </a:cubicBezTo>
                    <a:cubicBezTo>
                      <a:pt x="200" y="152"/>
                      <a:pt x="233" y="0"/>
                      <a:pt x="107" y="2"/>
                    </a:cubicBezTo>
                    <a:cubicBezTo>
                      <a:pt x="0" y="3"/>
                      <a:pt x="24" y="149"/>
                      <a:pt x="22" y="143"/>
                    </a:cubicBezTo>
                    <a:cubicBezTo>
                      <a:pt x="20" y="135"/>
                      <a:pt x="17" y="119"/>
                      <a:pt x="17" y="119"/>
                    </a:cubicBezTo>
                    <a:cubicBezTo>
                      <a:pt x="17" y="119"/>
                      <a:pt x="16" y="115"/>
                      <a:pt x="15" y="110"/>
                    </a:cubicBezTo>
                    <a:cubicBezTo>
                      <a:pt x="15" y="108"/>
                      <a:pt x="14" y="107"/>
                      <a:pt x="14" y="106"/>
                    </a:cubicBezTo>
                    <a:cubicBezTo>
                      <a:pt x="14" y="105"/>
                      <a:pt x="14" y="105"/>
                      <a:pt x="14" y="105"/>
                    </a:cubicBezTo>
                    <a:cubicBezTo>
                      <a:pt x="13" y="104"/>
                      <a:pt x="11" y="102"/>
                      <a:pt x="11" y="102"/>
                    </a:cubicBezTo>
                    <a:cubicBezTo>
                      <a:pt x="8" y="100"/>
                      <a:pt x="4" y="104"/>
                      <a:pt x="4" y="110"/>
                    </a:cubicBezTo>
                    <a:cubicBezTo>
                      <a:pt x="4" y="116"/>
                      <a:pt x="9" y="128"/>
                      <a:pt x="9" y="133"/>
                    </a:cubicBezTo>
                    <a:cubicBezTo>
                      <a:pt x="9" y="137"/>
                      <a:pt x="11" y="149"/>
                      <a:pt x="13" y="156"/>
                    </a:cubicBezTo>
                    <a:cubicBezTo>
                      <a:pt x="15" y="163"/>
                      <a:pt x="14" y="166"/>
                      <a:pt x="17" y="171"/>
                    </a:cubicBezTo>
                    <a:cubicBezTo>
                      <a:pt x="19" y="175"/>
                      <a:pt x="20" y="179"/>
                      <a:pt x="22" y="182"/>
                    </a:cubicBezTo>
                    <a:cubicBezTo>
                      <a:pt x="25" y="185"/>
                      <a:pt x="30" y="190"/>
                      <a:pt x="32" y="190"/>
                    </a:cubicBezTo>
                    <a:cubicBezTo>
                      <a:pt x="32" y="200"/>
                      <a:pt x="35" y="223"/>
                      <a:pt x="39" y="232"/>
                    </a:cubicBezTo>
                    <a:cubicBezTo>
                      <a:pt x="44" y="241"/>
                      <a:pt x="63" y="266"/>
                      <a:pt x="75" y="276"/>
                    </a:cubicBezTo>
                    <a:cubicBezTo>
                      <a:pt x="86" y="284"/>
                      <a:pt x="93" y="294"/>
                      <a:pt x="114" y="294"/>
                    </a:cubicBezTo>
                    <a:cubicBezTo>
                      <a:pt x="135" y="294"/>
                      <a:pt x="142" y="284"/>
                      <a:pt x="154" y="276"/>
                    </a:cubicBezTo>
                    <a:cubicBezTo>
                      <a:pt x="166" y="266"/>
                      <a:pt x="185" y="243"/>
                      <a:pt x="189" y="232"/>
                    </a:cubicBezTo>
                    <a:cubicBezTo>
                      <a:pt x="193" y="221"/>
                      <a:pt x="197" y="200"/>
                      <a:pt x="198" y="190"/>
                    </a:cubicBezTo>
                    <a:cubicBezTo>
                      <a:pt x="200" y="190"/>
                      <a:pt x="205" y="185"/>
                      <a:pt x="208" y="182"/>
                    </a:cubicBezTo>
                    <a:cubicBezTo>
                      <a:pt x="210" y="179"/>
                      <a:pt x="211" y="175"/>
                      <a:pt x="213" y="171"/>
                    </a:cubicBezTo>
                    <a:cubicBezTo>
                      <a:pt x="216" y="166"/>
                      <a:pt x="215" y="163"/>
                      <a:pt x="217" y="156"/>
                    </a:cubicBezTo>
                    <a:cubicBezTo>
                      <a:pt x="219" y="149"/>
                      <a:pt x="221" y="137"/>
                      <a:pt x="221" y="133"/>
                    </a:cubicBezTo>
                    <a:cubicBezTo>
                      <a:pt x="221" y="128"/>
                      <a:pt x="225" y="116"/>
                      <a:pt x="225" y="110"/>
                    </a:cubicBezTo>
                    <a:cubicBezTo>
                      <a:pt x="225" y="106"/>
                      <a:pt x="224" y="103"/>
                      <a:pt x="223" y="102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219" name="Freeform 774">
                <a:extLst>
                  <a:ext uri="{FF2B5EF4-FFF2-40B4-BE49-F238E27FC236}">
                    <a16:creationId xmlns:a16="http://schemas.microsoft.com/office/drawing/2014/main" id="{5F1C6551-1414-4D65-8819-3436F57AC4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5" y="900"/>
                <a:ext cx="65" cy="31"/>
              </a:xfrm>
              <a:custGeom>
                <a:avLst/>
                <a:gdLst>
                  <a:gd name="T0" fmla="*/ 0 w 42"/>
                  <a:gd name="T1" fmla="*/ 45 h 20"/>
                  <a:gd name="T2" fmla="*/ 62 w 42"/>
                  <a:gd name="T3" fmla="*/ 19 h 20"/>
                  <a:gd name="T4" fmla="*/ 136 w 42"/>
                  <a:gd name="T5" fmla="*/ 45 h 20"/>
                  <a:gd name="T6" fmla="*/ 135 w 42"/>
                  <a:gd name="T7" fmla="*/ 62 h 20"/>
                  <a:gd name="T8" fmla="*/ 82 w 42"/>
                  <a:gd name="T9" fmla="*/ 70 h 20"/>
                  <a:gd name="T10" fmla="*/ 0 w 42"/>
                  <a:gd name="T11" fmla="*/ 45 h 2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2" h="20">
                    <a:moveTo>
                      <a:pt x="0" y="12"/>
                    </a:moveTo>
                    <a:cubicBezTo>
                      <a:pt x="9" y="6"/>
                      <a:pt x="8" y="10"/>
                      <a:pt x="17" y="5"/>
                    </a:cubicBezTo>
                    <a:cubicBezTo>
                      <a:pt x="27" y="0"/>
                      <a:pt x="34" y="11"/>
                      <a:pt x="37" y="12"/>
                    </a:cubicBezTo>
                    <a:cubicBezTo>
                      <a:pt x="42" y="13"/>
                      <a:pt x="39" y="16"/>
                      <a:pt x="36" y="17"/>
                    </a:cubicBezTo>
                    <a:cubicBezTo>
                      <a:pt x="33" y="18"/>
                      <a:pt x="25" y="17"/>
                      <a:pt x="22" y="19"/>
                    </a:cubicBezTo>
                    <a:cubicBezTo>
                      <a:pt x="18" y="20"/>
                      <a:pt x="8" y="17"/>
                      <a:pt x="0" y="12"/>
                    </a:cubicBezTo>
                  </a:path>
                </a:pathLst>
              </a:custGeom>
              <a:solidFill>
                <a:srgbClr val="FCE1D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220" name="Freeform 775">
                <a:extLst>
                  <a:ext uri="{FF2B5EF4-FFF2-40B4-BE49-F238E27FC236}">
                    <a16:creationId xmlns:a16="http://schemas.microsoft.com/office/drawing/2014/main" id="{A7A66751-48D3-49F0-AB37-69185EA612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9" y="905"/>
                <a:ext cx="26" cy="24"/>
              </a:xfrm>
              <a:custGeom>
                <a:avLst/>
                <a:gdLst>
                  <a:gd name="T0" fmla="*/ 18 w 17"/>
                  <a:gd name="T1" fmla="*/ 14 h 16"/>
                  <a:gd name="T2" fmla="*/ 5 w 17"/>
                  <a:gd name="T3" fmla="*/ 18 h 16"/>
                  <a:gd name="T4" fmla="*/ 0 w 17"/>
                  <a:gd name="T5" fmla="*/ 27 h 16"/>
                  <a:gd name="T6" fmla="*/ 18 w 17"/>
                  <a:gd name="T7" fmla="*/ 53 h 16"/>
                  <a:gd name="T8" fmla="*/ 35 w 17"/>
                  <a:gd name="T9" fmla="*/ 54 h 16"/>
                  <a:gd name="T10" fmla="*/ 61 w 17"/>
                  <a:gd name="T11" fmla="*/ 27 h 16"/>
                  <a:gd name="T12" fmla="*/ 49 w 17"/>
                  <a:gd name="T13" fmla="*/ 5 h 16"/>
                  <a:gd name="T14" fmla="*/ 32 w 17"/>
                  <a:gd name="T15" fmla="*/ 8 h 1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7" h="16">
                    <a:moveTo>
                      <a:pt x="5" y="4"/>
                    </a:moveTo>
                    <a:cubicBezTo>
                      <a:pt x="1" y="5"/>
                      <a:pt x="1" y="5"/>
                      <a:pt x="1" y="5"/>
                    </a:cubicBezTo>
                    <a:cubicBezTo>
                      <a:pt x="1" y="6"/>
                      <a:pt x="0" y="6"/>
                      <a:pt x="0" y="8"/>
                    </a:cubicBezTo>
                    <a:cubicBezTo>
                      <a:pt x="0" y="11"/>
                      <a:pt x="2" y="14"/>
                      <a:pt x="5" y="15"/>
                    </a:cubicBezTo>
                    <a:cubicBezTo>
                      <a:pt x="7" y="16"/>
                      <a:pt x="9" y="16"/>
                      <a:pt x="10" y="16"/>
                    </a:cubicBezTo>
                    <a:cubicBezTo>
                      <a:pt x="14" y="15"/>
                      <a:pt x="17" y="12"/>
                      <a:pt x="17" y="8"/>
                    </a:cubicBezTo>
                    <a:cubicBezTo>
                      <a:pt x="17" y="5"/>
                      <a:pt x="16" y="2"/>
                      <a:pt x="14" y="1"/>
                    </a:cubicBezTo>
                    <a:cubicBezTo>
                      <a:pt x="12" y="0"/>
                      <a:pt x="11" y="2"/>
                      <a:pt x="9" y="2"/>
                    </a:cubicBezTo>
                  </a:path>
                </a:pathLst>
              </a:custGeom>
              <a:solidFill>
                <a:srgbClr val="2A100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221" name="Freeform 776">
                <a:extLst>
                  <a:ext uri="{FF2B5EF4-FFF2-40B4-BE49-F238E27FC236}">
                    <a16:creationId xmlns:a16="http://schemas.microsoft.com/office/drawing/2014/main" id="{4D63E9FB-5A44-4D3C-A109-407AD813AC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8" y="918"/>
                <a:ext cx="20" cy="46"/>
              </a:xfrm>
              <a:custGeom>
                <a:avLst/>
                <a:gdLst>
                  <a:gd name="T0" fmla="*/ 48 w 13"/>
                  <a:gd name="T1" fmla="*/ 18 h 30"/>
                  <a:gd name="T2" fmla="*/ 40 w 13"/>
                  <a:gd name="T3" fmla="*/ 109 h 3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30">
                    <a:moveTo>
                      <a:pt x="13" y="5"/>
                    </a:moveTo>
                    <a:cubicBezTo>
                      <a:pt x="0" y="0"/>
                      <a:pt x="8" y="28"/>
                      <a:pt x="11" y="30"/>
                    </a:cubicBezTo>
                  </a:path>
                </a:pathLst>
              </a:custGeom>
              <a:solidFill>
                <a:srgbClr val="6B2D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222" name="Freeform 777">
                <a:extLst>
                  <a:ext uri="{FF2B5EF4-FFF2-40B4-BE49-F238E27FC236}">
                    <a16:creationId xmlns:a16="http://schemas.microsoft.com/office/drawing/2014/main" id="{488BE711-09F3-40A4-83C3-52B9E92561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7" y="931"/>
                <a:ext cx="14" cy="35"/>
              </a:xfrm>
              <a:custGeom>
                <a:avLst/>
                <a:gdLst>
                  <a:gd name="T0" fmla="*/ 8 w 9"/>
                  <a:gd name="T1" fmla="*/ 0 h 23"/>
                  <a:gd name="T2" fmla="*/ 0 w 9"/>
                  <a:gd name="T3" fmla="*/ 81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23">
                    <a:moveTo>
                      <a:pt x="2" y="0"/>
                    </a:moveTo>
                    <a:cubicBezTo>
                      <a:pt x="9" y="3"/>
                      <a:pt x="4" y="19"/>
                      <a:pt x="0" y="23"/>
                    </a:cubicBezTo>
                  </a:path>
                </a:pathLst>
              </a:custGeom>
              <a:solidFill>
                <a:srgbClr val="6B2D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223" name="Freeform 778">
                <a:extLst>
                  <a:ext uri="{FF2B5EF4-FFF2-40B4-BE49-F238E27FC236}">
                    <a16:creationId xmlns:a16="http://schemas.microsoft.com/office/drawing/2014/main" id="{FA488273-747B-48C0-932B-FAF274A28B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1" y="990"/>
                <a:ext cx="97" cy="38"/>
              </a:xfrm>
              <a:custGeom>
                <a:avLst/>
                <a:gdLst>
                  <a:gd name="T0" fmla="*/ 188 w 63"/>
                  <a:gd name="T1" fmla="*/ 5 h 25"/>
                  <a:gd name="T2" fmla="*/ 211 w 63"/>
                  <a:gd name="T3" fmla="*/ 62 h 25"/>
                  <a:gd name="T4" fmla="*/ 171 w 63"/>
                  <a:gd name="T5" fmla="*/ 62 h 25"/>
                  <a:gd name="T6" fmla="*/ 122 w 63"/>
                  <a:gd name="T7" fmla="*/ 84 h 25"/>
                  <a:gd name="T8" fmla="*/ 102 w 63"/>
                  <a:gd name="T9" fmla="*/ 84 h 25"/>
                  <a:gd name="T10" fmla="*/ 54 w 63"/>
                  <a:gd name="T11" fmla="*/ 62 h 25"/>
                  <a:gd name="T12" fmla="*/ 18 w 63"/>
                  <a:gd name="T13" fmla="*/ 61 h 25"/>
                  <a:gd name="T14" fmla="*/ 43 w 63"/>
                  <a:gd name="T15" fmla="*/ 0 h 25"/>
                  <a:gd name="T16" fmla="*/ 14 w 63"/>
                  <a:gd name="T17" fmla="*/ 32 h 25"/>
                  <a:gd name="T18" fmla="*/ 40 w 63"/>
                  <a:gd name="T19" fmla="*/ 62 h 25"/>
                  <a:gd name="T20" fmla="*/ 75 w 63"/>
                  <a:gd name="T21" fmla="*/ 70 h 25"/>
                  <a:gd name="T22" fmla="*/ 163 w 63"/>
                  <a:gd name="T23" fmla="*/ 62 h 25"/>
                  <a:gd name="T24" fmla="*/ 188 w 63"/>
                  <a:gd name="T25" fmla="*/ 62 h 25"/>
                  <a:gd name="T26" fmla="*/ 211 w 63"/>
                  <a:gd name="T27" fmla="*/ 46 h 25"/>
                  <a:gd name="T28" fmla="*/ 188 w 63"/>
                  <a:gd name="T29" fmla="*/ 5 h 2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63" h="25">
                    <a:moveTo>
                      <a:pt x="51" y="1"/>
                    </a:moveTo>
                    <a:cubicBezTo>
                      <a:pt x="55" y="1"/>
                      <a:pt x="63" y="11"/>
                      <a:pt x="58" y="18"/>
                    </a:cubicBezTo>
                    <a:cubicBezTo>
                      <a:pt x="53" y="22"/>
                      <a:pt x="51" y="18"/>
                      <a:pt x="47" y="18"/>
                    </a:cubicBezTo>
                    <a:cubicBezTo>
                      <a:pt x="45" y="19"/>
                      <a:pt x="41" y="23"/>
                      <a:pt x="33" y="24"/>
                    </a:cubicBezTo>
                    <a:cubicBezTo>
                      <a:pt x="31" y="25"/>
                      <a:pt x="30" y="24"/>
                      <a:pt x="28" y="24"/>
                    </a:cubicBezTo>
                    <a:cubicBezTo>
                      <a:pt x="20" y="23"/>
                      <a:pt x="18" y="19"/>
                      <a:pt x="15" y="18"/>
                    </a:cubicBezTo>
                    <a:cubicBezTo>
                      <a:pt x="11" y="17"/>
                      <a:pt x="9" y="21"/>
                      <a:pt x="5" y="17"/>
                    </a:cubicBezTo>
                    <a:cubicBezTo>
                      <a:pt x="0" y="10"/>
                      <a:pt x="7" y="0"/>
                      <a:pt x="12" y="0"/>
                    </a:cubicBezTo>
                    <a:cubicBezTo>
                      <a:pt x="12" y="0"/>
                      <a:pt x="6" y="2"/>
                      <a:pt x="4" y="9"/>
                    </a:cubicBezTo>
                    <a:cubicBezTo>
                      <a:pt x="3" y="17"/>
                      <a:pt x="7" y="19"/>
                      <a:pt x="11" y="18"/>
                    </a:cubicBezTo>
                    <a:cubicBezTo>
                      <a:pt x="15" y="17"/>
                      <a:pt x="15" y="16"/>
                      <a:pt x="21" y="20"/>
                    </a:cubicBezTo>
                    <a:cubicBezTo>
                      <a:pt x="26" y="24"/>
                      <a:pt x="34" y="25"/>
                      <a:pt x="45" y="18"/>
                    </a:cubicBezTo>
                    <a:cubicBezTo>
                      <a:pt x="49" y="17"/>
                      <a:pt x="50" y="17"/>
                      <a:pt x="51" y="18"/>
                    </a:cubicBezTo>
                    <a:cubicBezTo>
                      <a:pt x="53" y="18"/>
                      <a:pt x="57" y="19"/>
                      <a:pt x="58" y="13"/>
                    </a:cubicBezTo>
                    <a:cubicBezTo>
                      <a:pt x="59" y="7"/>
                      <a:pt x="54" y="2"/>
                      <a:pt x="51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224" name="Freeform 779">
                <a:extLst>
                  <a:ext uri="{FF2B5EF4-FFF2-40B4-BE49-F238E27FC236}">
                    <a16:creationId xmlns:a16="http://schemas.microsoft.com/office/drawing/2014/main" id="{B2D7D24D-FB09-4CAB-B058-3EA6A913D2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1" y="859"/>
                <a:ext cx="43" cy="12"/>
              </a:xfrm>
              <a:custGeom>
                <a:avLst/>
                <a:gdLst>
                  <a:gd name="T0" fmla="*/ 0 w 28"/>
                  <a:gd name="T1" fmla="*/ 27 h 8"/>
                  <a:gd name="T2" fmla="*/ 101 w 28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" h="8">
                    <a:moveTo>
                      <a:pt x="0" y="8"/>
                    </a:moveTo>
                    <a:cubicBezTo>
                      <a:pt x="8" y="2"/>
                      <a:pt x="19" y="0"/>
                      <a:pt x="28" y="0"/>
                    </a:cubicBezTo>
                  </a:path>
                </a:pathLst>
              </a:custGeom>
              <a:noFill/>
              <a:ln w="9525" cap="rnd">
                <a:solidFill>
                  <a:srgbClr val="E2E2E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225" name="Freeform 780">
                <a:extLst>
                  <a:ext uri="{FF2B5EF4-FFF2-40B4-BE49-F238E27FC236}">
                    <a16:creationId xmlns:a16="http://schemas.microsoft.com/office/drawing/2014/main" id="{AFB29261-FF11-4E50-AB72-0D15FE9200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5" y="900"/>
                <a:ext cx="65" cy="31"/>
              </a:xfrm>
              <a:custGeom>
                <a:avLst/>
                <a:gdLst>
                  <a:gd name="T0" fmla="*/ 0 w 42"/>
                  <a:gd name="T1" fmla="*/ 45 h 20"/>
                  <a:gd name="T2" fmla="*/ 62 w 42"/>
                  <a:gd name="T3" fmla="*/ 19 h 20"/>
                  <a:gd name="T4" fmla="*/ 136 w 42"/>
                  <a:gd name="T5" fmla="*/ 45 h 20"/>
                  <a:gd name="T6" fmla="*/ 135 w 42"/>
                  <a:gd name="T7" fmla="*/ 62 h 20"/>
                  <a:gd name="T8" fmla="*/ 82 w 42"/>
                  <a:gd name="T9" fmla="*/ 70 h 20"/>
                  <a:gd name="T10" fmla="*/ 0 w 42"/>
                  <a:gd name="T11" fmla="*/ 45 h 2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2" h="20">
                    <a:moveTo>
                      <a:pt x="0" y="12"/>
                    </a:moveTo>
                    <a:cubicBezTo>
                      <a:pt x="8" y="6"/>
                      <a:pt x="10" y="9"/>
                      <a:pt x="17" y="5"/>
                    </a:cubicBezTo>
                    <a:cubicBezTo>
                      <a:pt x="27" y="0"/>
                      <a:pt x="34" y="11"/>
                      <a:pt x="37" y="12"/>
                    </a:cubicBezTo>
                    <a:cubicBezTo>
                      <a:pt x="42" y="13"/>
                      <a:pt x="39" y="16"/>
                      <a:pt x="36" y="17"/>
                    </a:cubicBezTo>
                    <a:cubicBezTo>
                      <a:pt x="33" y="18"/>
                      <a:pt x="25" y="17"/>
                      <a:pt x="22" y="19"/>
                    </a:cubicBezTo>
                    <a:cubicBezTo>
                      <a:pt x="18" y="20"/>
                      <a:pt x="8" y="17"/>
                      <a:pt x="0" y="12"/>
                    </a:cubicBezTo>
                    <a:close/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226" name="Freeform 781">
                <a:extLst>
                  <a:ext uri="{FF2B5EF4-FFF2-40B4-BE49-F238E27FC236}">
                    <a16:creationId xmlns:a16="http://schemas.microsoft.com/office/drawing/2014/main" id="{721E1561-DDA8-45EA-84B6-797386BE71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7" y="880"/>
                <a:ext cx="15" cy="32"/>
              </a:xfrm>
              <a:custGeom>
                <a:avLst/>
                <a:gdLst>
                  <a:gd name="T0" fmla="*/ 35 w 10"/>
                  <a:gd name="T1" fmla="*/ 75 h 21"/>
                  <a:gd name="T2" fmla="*/ 0 w 10"/>
                  <a:gd name="T3" fmla="*/ 46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21">
                    <a:moveTo>
                      <a:pt x="10" y="21"/>
                    </a:moveTo>
                    <a:cubicBezTo>
                      <a:pt x="8" y="14"/>
                      <a:pt x="2" y="0"/>
                      <a:pt x="0" y="13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227" name="Freeform 782">
                <a:extLst>
                  <a:ext uri="{FF2B5EF4-FFF2-40B4-BE49-F238E27FC236}">
                    <a16:creationId xmlns:a16="http://schemas.microsoft.com/office/drawing/2014/main" id="{532AD475-31A5-429C-ABAA-DD9654C9D4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8" y="943"/>
                <a:ext cx="12" cy="35"/>
              </a:xfrm>
              <a:custGeom>
                <a:avLst/>
                <a:gdLst>
                  <a:gd name="T0" fmla="*/ 8 w 8"/>
                  <a:gd name="T1" fmla="*/ 0 h 23"/>
                  <a:gd name="T2" fmla="*/ 8 w 8"/>
                  <a:gd name="T3" fmla="*/ 41 h 23"/>
                  <a:gd name="T4" fmla="*/ 18 w 8"/>
                  <a:gd name="T5" fmla="*/ 81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23">
                    <a:moveTo>
                      <a:pt x="2" y="0"/>
                    </a:moveTo>
                    <a:cubicBezTo>
                      <a:pt x="0" y="2"/>
                      <a:pt x="0" y="6"/>
                      <a:pt x="2" y="12"/>
                    </a:cubicBezTo>
                    <a:cubicBezTo>
                      <a:pt x="3" y="19"/>
                      <a:pt x="8" y="16"/>
                      <a:pt x="5" y="23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228" name="Freeform 783">
                <a:extLst>
                  <a:ext uri="{FF2B5EF4-FFF2-40B4-BE49-F238E27FC236}">
                    <a16:creationId xmlns:a16="http://schemas.microsoft.com/office/drawing/2014/main" id="{561344DA-C3D4-4CC0-A5EF-5254A469ED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0" y="899"/>
                <a:ext cx="7" cy="22"/>
              </a:xfrm>
              <a:custGeom>
                <a:avLst/>
                <a:gdLst>
                  <a:gd name="T0" fmla="*/ 11 w 5"/>
                  <a:gd name="T1" fmla="*/ 0 h 15"/>
                  <a:gd name="T2" fmla="*/ 0 w 5"/>
                  <a:gd name="T3" fmla="*/ 47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5">
                    <a:moveTo>
                      <a:pt x="4" y="0"/>
                    </a:moveTo>
                    <a:cubicBezTo>
                      <a:pt x="5" y="3"/>
                      <a:pt x="0" y="8"/>
                      <a:pt x="0" y="15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229" name="Freeform 784">
                <a:extLst>
                  <a:ext uri="{FF2B5EF4-FFF2-40B4-BE49-F238E27FC236}">
                    <a16:creationId xmlns:a16="http://schemas.microsoft.com/office/drawing/2014/main" id="{9164D975-F8F8-4453-A1FF-E276A75245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6" y="978"/>
                <a:ext cx="9" cy="33"/>
              </a:xfrm>
              <a:custGeom>
                <a:avLst/>
                <a:gdLst>
                  <a:gd name="T0" fmla="*/ 0 w 6"/>
                  <a:gd name="T1" fmla="*/ 0 h 22"/>
                  <a:gd name="T2" fmla="*/ 21 w 6"/>
                  <a:gd name="T3" fmla="*/ 75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22">
                    <a:moveTo>
                      <a:pt x="0" y="0"/>
                    </a:moveTo>
                    <a:cubicBezTo>
                      <a:pt x="2" y="7"/>
                      <a:pt x="2" y="11"/>
                      <a:pt x="6" y="22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230" name="Oval 785">
                <a:extLst>
                  <a:ext uri="{FF2B5EF4-FFF2-40B4-BE49-F238E27FC236}">
                    <a16:creationId xmlns:a16="http://schemas.microsoft.com/office/drawing/2014/main" id="{70539AF8-6387-498F-B8AF-FC83711C01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90" y="914"/>
                <a:ext cx="6" cy="6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231" name="Oval 786">
                <a:extLst>
                  <a:ext uri="{FF2B5EF4-FFF2-40B4-BE49-F238E27FC236}">
                    <a16:creationId xmlns:a16="http://schemas.microsoft.com/office/drawing/2014/main" id="{E2AB6E9C-DA21-4CEC-85A2-DEA90DEE7D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90" y="914"/>
                <a:ext cx="6" cy="6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232" name="Freeform 787">
                <a:extLst>
                  <a:ext uri="{FF2B5EF4-FFF2-40B4-BE49-F238E27FC236}">
                    <a16:creationId xmlns:a16="http://schemas.microsoft.com/office/drawing/2014/main" id="{96B180A9-B0BD-407D-9C98-4E48A889D5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2" y="880"/>
                <a:ext cx="15" cy="32"/>
              </a:xfrm>
              <a:custGeom>
                <a:avLst/>
                <a:gdLst>
                  <a:gd name="T0" fmla="*/ 0 w 10"/>
                  <a:gd name="T1" fmla="*/ 75 h 21"/>
                  <a:gd name="T2" fmla="*/ 35 w 10"/>
                  <a:gd name="T3" fmla="*/ 46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21">
                    <a:moveTo>
                      <a:pt x="0" y="21"/>
                    </a:moveTo>
                    <a:cubicBezTo>
                      <a:pt x="2" y="14"/>
                      <a:pt x="8" y="0"/>
                      <a:pt x="10" y="13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233" name="Freeform 788">
                <a:extLst>
                  <a:ext uri="{FF2B5EF4-FFF2-40B4-BE49-F238E27FC236}">
                    <a16:creationId xmlns:a16="http://schemas.microsoft.com/office/drawing/2014/main" id="{0FFE9935-61D9-4833-BE21-F8A8BFDF03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3" y="943"/>
                <a:ext cx="12" cy="35"/>
              </a:xfrm>
              <a:custGeom>
                <a:avLst/>
                <a:gdLst>
                  <a:gd name="T0" fmla="*/ 21 w 8"/>
                  <a:gd name="T1" fmla="*/ 0 h 23"/>
                  <a:gd name="T2" fmla="*/ 21 w 8"/>
                  <a:gd name="T3" fmla="*/ 41 h 23"/>
                  <a:gd name="T4" fmla="*/ 12 w 8"/>
                  <a:gd name="T5" fmla="*/ 81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23">
                    <a:moveTo>
                      <a:pt x="6" y="0"/>
                    </a:moveTo>
                    <a:cubicBezTo>
                      <a:pt x="8" y="2"/>
                      <a:pt x="8" y="6"/>
                      <a:pt x="6" y="12"/>
                    </a:cubicBezTo>
                    <a:cubicBezTo>
                      <a:pt x="5" y="19"/>
                      <a:pt x="0" y="16"/>
                      <a:pt x="3" y="23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234" name="Freeform 789">
                <a:extLst>
                  <a:ext uri="{FF2B5EF4-FFF2-40B4-BE49-F238E27FC236}">
                    <a16:creationId xmlns:a16="http://schemas.microsoft.com/office/drawing/2014/main" id="{AF5537C3-027F-4865-B08C-FC434C05ED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6" y="899"/>
                <a:ext cx="8" cy="22"/>
              </a:xfrm>
              <a:custGeom>
                <a:avLst/>
                <a:gdLst>
                  <a:gd name="T0" fmla="*/ 5 w 5"/>
                  <a:gd name="T1" fmla="*/ 0 h 15"/>
                  <a:gd name="T2" fmla="*/ 21 w 5"/>
                  <a:gd name="T3" fmla="*/ 47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5">
                    <a:moveTo>
                      <a:pt x="1" y="0"/>
                    </a:moveTo>
                    <a:cubicBezTo>
                      <a:pt x="0" y="3"/>
                      <a:pt x="5" y="8"/>
                      <a:pt x="5" y="15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235" name="Freeform 790">
                <a:extLst>
                  <a:ext uri="{FF2B5EF4-FFF2-40B4-BE49-F238E27FC236}">
                    <a16:creationId xmlns:a16="http://schemas.microsoft.com/office/drawing/2014/main" id="{93903A70-5BB7-44AA-8486-2CA02FE51C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7" y="975"/>
                <a:ext cx="8" cy="38"/>
              </a:xfrm>
              <a:custGeom>
                <a:avLst/>
                <a:gdLst>
                  <a:gd name="T0" fmla="*/ 21 w 5"/>
                  <a:gd name="T1" fmla="*/ 0 h 25"/>
                  <a:gd name="T2" fmla="*/ 0 w 5"/>
                  <a:gd name="T3" fmla="*/ 88 h 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25">
                    <a:moveTo>
                      <a:pt x="5" y="0"/>
                    </a:moveTo>
                    <a:cubicBezTo>
                      <a:pt x="3" y="9"/>
                      <a:pt x="4" y="12"/>
                      <a:pt x="0" y="25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236" name="Oval 791">
                <a:extLst>
                  <a:ext uri="{FF2B5EF4-FFF2-40B4-BE49-F238E27FC236}">
                    <a16:creationId xmlns:a16="http://schemas.microsoft.com/office/drawing/2014/main" id="{13516404-A721-4B53-AB1C-183A8C46C3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85" y="911"/>
                <a:ext cx="8" cy="7"/>
              </a:xfrm>
              <a:prstGeom prst="ellipse">
                <a:avLst/>
              </a:prstGeom>
              <a:solidFill>
                <a:srgbClr val="7E39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237" name="Freeform 792">
                <a:extLst>
                  <a:ext uri="{FF2B5EF4-FFF2-40B4-BE49-F238E27FC236}">
                    <a16:creationId xmlns:a16="http://schemas.microsoft.com/office/drawing/2014/main" id="{8C1589CB-762C-4690-897B-A8D1DD6E9D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2" y="902"/>
                <a:ext cx="17" cy="48"/>
              </a:xfrm>
              <a:custGeom>
                <a:avLst/>
                <a:gdLst>
                  <a:gd name="T0" fmla="*/ 40 w 11"/>
                  <a:gd name="T1" fmla="*/ 0 h 32"/>
                  <a:gd name="T2" fmla="*/ 14 w 11"/>
                  <a:gd name="T3" fmla="*/ 108 h 32"/>
                  <a:gd name="T4" fmla="*/ 40 w 11"/>
                  <a:gd name="T5" fmla="*/ 0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32">
                    <a:moveTo>
                      <a:pt x="11" y="0"/>
                    </a:moveTo>
                    <a:cubicBezTo>
                      <a:pt x="11" y="0"/>
                      <a:pt x="2" y="16"/>
                      <a:pt x="4" y="32"/>
                    </a:cubicBezTo>
                    <a:cubicBezTo>
                      <a:pt x="4" y="32"/>
                      <a:pt x="0" y="14"/>
                      <a:pt x="11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238" name="Freeform 793">
                <a:extLst>
                  <a:ext uri="{FF2B5EF4-FFF2-40B4-BE49-F238E27FC236}">
                    <a16:creationId xmlns:a16="http://schemas.microsoft.com/office/drawing/2014/main" id="{5A2D917F-651F-40F3-888A-C29953949B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6" y="1053"/>
                <a:ext cx="124" cy="54"/>
              </a:xfrm>
              <a:custGeom>
                <a:avLst/>
                <a:gdLst>
                  <a:gd name="T0" fmla="*/ 0 w 81"/>
                  <a:gd name="T1" fmla="*/ 39 h 36"/>
                  <a:gd name="T2" fmla="*/ 75 w 81"/>
                  <a:gd name="T3" fmla="*/ 27 h 36"/>
                  <a:gd name="T4" fmla="*/ 141 w 81"/>
                  <a:gd name="T5" fmla="*/ 12 h 36"/>
                  <a:gd name="T6" fmla="*/ 155 w 81"/>
                  <a:gd name="T7" fmla="*/ 18 h 36"/>
                  <a:gd name="T8" fmla="*/ 168 w 81"/>
                  <a:gd name="T9" fmla="*/ 12 h 36"/>
                  <a:gd name="T10" fmla="*/ 202 w 81"/>
                  <a:gd name="T11" fmla="*/ 14 h 36"/>
                  <a:gd name="T12" fmla="*/ 291 w 81"/>
                  <a:gd name="T13" fmla="*/ 41 h 36"/>
                  <a:gd name="T14" fmla="*/ 243 w 81"/>
                  <a:gd name="T15" fmla="*/ 86 h 36"/>
                  <a:gd name="T16" fmla="*/ 158 w 81"/>
                  <a:gd name="T17" fmla="*/ 116 h 36"/>
                  <a:gd name="T18" fmla="*/ 87 w 81"/>
                  <a:gd name="T19" fmla="*/ 102 h 36"/>
                  <a:gd name="T20" fmla="*/ 0 w 81"/>
                  <a:gd name="T21" fmla="*/ 39 h 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1" h="36">
                    <a:moveTo>
                      <a:pt x="0" y="11"/>
                    </a:moveTo>
                    <a:cubicBezTo>
                      <a:pt x="0" y="11"/>
                      <a:pt x="8" y="16"/>
                      <a:pt x="21" y="8"/>
                    </a:cubicBezTo>
                    <a:cubicBezTo>
                      <a:pt x="25" y="5"/>
                      <a:pt x="34" y="0"/>
                      <a:pt x="39" y="3"/>
                    </a:cubicBezTo>
                    <a:cubicBezTo>
                      <a:pt x="44" y="6"/>
                      <a:pt x="43" y="5"/>
                      <a:pt x="43" y="5"/>
                    </a:cubicBezTo>
                    <a:cubicBezTo>
                      <a:pt x="43" y="5"/>
                      <a:pt x="44" y="4"/>
                      <a:pt x="47" y="3"/>
                    </a:cubicBezTo>
                    <a:cubicBezTo>
                      <a:pt x="50" y="2"/>
                      <a:pt x="53" y="3"/>
                      <a:pt x="56" y="4"/>
                    </a:cubicBezTo>
                    <a:cubicBezTo>
                      <a:pt x="61" y="5"/>
                      <a:pt x="73" y="15"/>
                      <a:pt x="81" y="12"/>
                    </a:cubicBezTo>
                    <a:cubicBezTo>
                      <a:pt x="81" y="12"/>
                      <a:pt x="75" y="18"/>
                      <a:pt x="68" y="25"/>
                    </a:cubicBezTo>
                    <a:cubicBezTo>
                      <a:pt x="62" y="32"/>
                      <a:pt x="51" y="33"/>
                      <a:pt x="44" y="34"/>
                    </a:cubicBezTo>
                    <a:cubicBezTo>
                      <a:pt x="38" y="36"/>
                      <a:pt x="28" y="32"/>
                      <a:pt x="24" y="30"/>
                    </a:cubicBezTo>
                    <a:cubicBezTo>
                      <a:pt x="14" y="24"/>
                      <a:pt x="3" y="12"/>
                      <a:pt x="0" y="11"/>
                    </a:cubicBezTo>
                    <a:close/>
                  </a:path>
                </a:pathLst>
              </a:custGeom>
              <a:solidFill>
                <a:srgbClr val="AF44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239" name="Freeform 794">
                <a:extLst>
                  <a:ext uri="{FF2B5EF4-FFF2-40B4-BE49-F238E27FC236}">
                    <a16:creationId xmlns:a16="http://schemas.microsoft.com/office/drawing/2014/main" id="{3D2467A5-570F-485E-8689-3B734864FB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4" y="1046"/>
                <a:ext cx="127" cy="40"/>
              </a:xfrm>
              <a:custGeom>
                <a:avLst/>
                <a:gdLst>
                  <a:gd name="T0" fmla="*/ 158 w 83"/>
                  <a:gd name="T1" fmla="*/ 40 h 26"/>
                  <a:gd name="T2" fmla="*/ 297 w 83"/>
                  <a:gd name="T3" fmla="*/ 54 h 26"/>
                  <a:gd name="T4" fmla="*/ 257 w 83"/>
                  <a:gd name="T5" fmla="*/ 52 h 26"/>
                  <a:gd name="T6" fmla="*/ 225 w 83"/>
                  <a:gd name="T7" fmla="*/ 34 h 26"/>
                  <a:gd name="T8" fmla="*/ 158 w 83"/>
                  <a:gd name="T9" fmla="*/ 26 h 26"/>
                  <a:gd name="T10" fmla="*/ 158 w 83"/>
                  <a:gd name="T11" fmla="*/ 26 h 26"/>
                  <a:gd name="T12" fmla="*/ 93 w 83"/>
                  <a:gd name="T13" fmla="*/ 28 h 26"/>
                  <a:gd name="T14" fmla="*/ 54 w 83"/>
                  <a:gd name="T15" fmla="*/ 48 h 26"/>
                  <a:gd name="T16" fmla="*/ 0 w 83"/>
                  <a:gd name="T17" fmla="*/ 48 h 26"/>
                  <a:gd name="T18" fmla="*/ 158 w 83"/>
                  <a:gd name="T19" fmla="*/ 40 h 2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3" h="26">
                    <a:moveTo>
                      <a:pt x="44" y="11"/>
                    </a:moveTo>
                    <a:cubicBezTo>
                      <a:pt x="57" y="0"/>
                      <a:pt x="74" y="24"/>
                      <a:pt x="83" y="15"/>
                    </a:cubicBezTo>
                    <a:cubicBezTo>
                      <a:pt x="78" y="17"/>
                      <a:pt x="76" y="16"/>
                      <a:pt x="72" y="14"/>
                    </a:cubicBezTo>
                    <a:cubicBezTo>
                      <a:pt x="69" y="12"/>
                      <a:pt x="66" y="10"/>
                      <a:pt x="63" y="9"/>
                    </a:cubicBezTo>
                    <a:cubicBezTo>
                      <a:pt x="55" y="5"/>
                      <a:pt x="51" y="4"/>
                      <a:pt x="44" y="7"/>
                    </a:cubicBezTo>
                    <a:cubicBezTo>
                      <a:pt x="44" y="7"/>
                      <a:pt x="44" y="7"/>
                      <a:pt x="44" y="7"/>
                    </a:cubicBezTo>
                    <a:cubicBezTo>
                      <a:pt x="36" y="4"/>
                      <a:pt x="33" y="4"/>
                      <a:pt x="26" y="8"/>
                    </a:cubicBezTo>
                    <a:cubicBezTo>
                      <a:pt x="22" y="10"/>
                      <a:pt x="19" y="12"/>
                      <a:pt x="15" y="13"/>
                    </a:cubicBezTo>
                    <a:cubicBezTo>
                      <a:pt x="12" y="15"/>
                      <a:pt x="7" y="18"/>
                      <a:pt x="0" y="13"/>
                    </a:cubicBezTo>
                    <a:cubicBezTo>
                      <a:pt x="11" y="26"/>
                      <a:pt x="31" y="0"/>
                      <a:pt x="44" y="1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240" name="Freeform 795">
                <a:extLst>
                  <a:ext uri="{FF2B5EF4-FFF2-40B4-BE49-F238E27FC236}">
                    <a16:creationId xmlns:a16="http://schemas.microsoft.com/office/drawing/2014/main" id="{A620EC16-3FA2-4077-9707-7113C766AD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1" y="1083"/>
                <a:ext cx="97" cy="55"/>
              </a:xfrm>
              <a:custGeom>
                <a:avLst/>
                <a:gdLst>
                  <a:gd name="T0" fmla="*/ 0 w 63"/>
                  <a:gd name="T1" fmla="*/ 0 h 36"/>
                  <a:gd name="T2" fmla="*/ 229 w 63"/>
                  <a:gd name="T3" fmla="*/ 0 h 36"/>
                  <a:gd name="T4" fmla="*/ 0 w 63"/>
                  <a:gd name="T5" fmla="*/ 0 h 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3" h="36">
                    <a:moveTo>
                      <a:pt x="0" y="0"/>
                    </a:moveTo>
                    <a:cubicBezTo>
                      <a:pt x="0" y="0"/>
                      <a:pt x="34" y="31"/>
                      <a:pt x="63" y="0"/>
                    </a:cubicBezTo>
                    <a:cubicBezTo>
                      <a:pt x="63" y="0"/>
                      <a:pt x="38" y="36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241" name="Freeform 796">
                <a:extLst>
                  <a:ext uri="{FF2B5EF4-FFF2-40B4-BE49-F238E27FC236}">
                    <a16:creationId xmlns:a16="http://schemas.microsoft.com/office/drawing/2014/main" id="{F11687FB-9055-4F1D-821D-DC249C8624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3" y="1075"/>
                <a:ext cx="95" cy="14"/>
              </a:xfrm>
              <a:custGeom>
                <a:avLst/>
                <a:gdLst>
                  <a:gd name="T0" fmla="*/ 0 w 62"/>
                  <a:gd name="T1" fmla="*/ 0 h 9"/>
                  <a:gd name="T2" fmla="*/ 224 w 62"/>
                  <a:gd name="T3" fmla="*/ 0 h 9"/>
                  <a:gd name="T4" fmla="*/ 0 w 62"/>
                  <a:gd name="T5" fmla="*/ 0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2" h="9">
                    <a:moveTo>
                      <a:pt x="0" y="0"/>
                    </a:moveTo>
                    <a:cubicBezTo>
                      <a:pt x="0" y="0"/>
                      <a:pt x="35" y="7"/>
                      <a:pt x="62" y="0"/>
                    </a:cubicBezTo>
                    <a:cubicBezTo>
                      <a:pt x="62" y="0"/>
                      <a:pt x="41" y="9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242" name="Freeform 797">
                <a:extLst>
                  <a:ext uri="{FF2B5EF4-FFF2-40B4-BE49-F238E27FC236}">
                    <a16:creationId xmlns:a16="http://schemas.microsoft.com/office/drawing/2014/main" id="{F88AC60C-E197-4B4B-9DEA-99C598BD7B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3" y="903"/>
                <a:ext cx="29" cy="5"/>
              </a:xfrm>
              <a:custGeom>
                <a:avLst/>
                <a:gdLst>
                  <a:gd name="T0" fmla="*/ 0 w 19"/>
                  <a:gd name="T1" fmla="*/ 13 h 3"/>
                  <a:gd name="T2" fmla="*/ 32 w 19"/>
                  <a:gd name="T3" fmla="*/ 0 h 3"/>
                  <a:gd name="T4" fmla="*/ 67 w 19"/>
                  <a:gd name="T5" fmla="*/ 8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3">
                    <a:moveTo>
                      <a:pt x="0" y="3"/>
                    </a:moveTo>
                    <a:cubicBezTo>
                      <a:pt x="3" y="2"/>
                      <a:pt x="6" y="1"/>
                      <a:pt x="9" y="0"/>
                    </a:cubicBezTo>
                    <a:cubicBezTo>
                      <a:pt x="13" y="0"/>
                      <a:pt x="16" y="2"/>
                      <a:pt x="19" y="2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243" name="Freeform 798">
                <a:extLst>
                  <a:ext uri="{FF2B5EF4-FFF2-40B4-BE49-F238E27FC236}">
                    <a16:creationId xmlns:a16="http://schemas.microsoft.com/office/drawing/2014/main" id="{C2CC749D-13D2-4033-B525-C71087AA20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7" y="912"/>
                <a:ext cx="20" cy="5"/>
              </a:xfrm>
              <a:custGeom>
                <a:avLst/>
                <a:gdLst>
                  <a:gd name="T0" fmla="*/ 48 w 13"/>
                  <a:gd name="T1" fmla="*/ 13 h 3"/>
                  <a:gd name="T2" fmla="*/ 22 w 13"/>
                  <a:gd name="T3" fmla="*/ 8 h 3"/>
                  <a:gd name="T4" fmla="*/ 0 w 13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3">
                    <a:moveTo>
                      <a:pt x="13" y="3"/>
                    </a:moveTo>
                    <a:cubicBezTo>
                      <a:pt x="11" y="3"/>
                      <a:pt x="9" y="3"/>
                      <a:pt x="6" y="2"/>
                    </a:cubicBezTo>
                    <a:cubicBezTo>
                      <a:pt x="4" y="1"/>
                      <a:pt x="2" y="1"/>
                      <a:pt x="0" y="0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244" name="Freeform 799">
                <a:extLst>
                  <a:ext uri="{FF2B5EF4-FFF2-40B4-BE49-F238E27FC236}">
                    <a16:creationId xmlns:a16="http://schemas.microsoft.com/office/drawing/2014/main" id="{72835F56-F185-47F9-BE59-8E2140F7A6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9" y="918"/>
                <a:ext cx="12" cy="2"/>
              </a:xfrm>
              <a:custGeom>
                <a:avLst/>
                <a:gdLst>
                  <a:gd name="T0" fmla="*/ 27 w 8"/>
                  <a:gd name="T1" fmla="*/ 8 h 1"/>
                  <a:gd name="T2" fmla="*/ 14 w 8"/>
                  <a:gd name="T3" fmla="*/ 0 h 1"/>
                  <a:gd name="T4" fmla="*/ 8 w 8"/>
                  <a:gd name="T5" fmla="*/ 8 h 1"/>
                  <a:gd name="T6" fmla="*/ 0 w 8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1">
                    <a:moveTo>
                      <a:pt x="8" y="1"/>
                    </a:moveTo>
                    <a:cubicBezTo>
                      <a:pt x="7" y="0"/>
                      <a:pt x="6" y="0"/>
                      <a:pt x="4" y="0"/>
                    </a:cubicBezTo>
                    <a:cubicBezTo>
                      <a:pt x="3" y="0"/>
                      <a:pt x="3" y="1"/>
                      <a:pt x="2" y="1"/>
                    </a:cubicBezTo>
                    <a:cubicBezTo>
                      <a:pt x="1" y="1"/>
                      <a:pt x="0" y="0"/>
                      <a:pt x="0" y="0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245" name="Freeform 800">
                <a:extLst>
                  <a:ext uri="{FF2B5EF4-FFF2-40B4-BE49-F238E27FC236}">
                    <a16:creationId xmlns:a16="http://schemas.microsoft.com/office/drawing/2014/main" id="{63FC9D8F-ABAD-4709-AA65-579950CFBD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0" y="932"/>
                <a:ext cx="55" cy="21"/>
              </a:xfrm>
              <a:custGeom>
                <a:avLst/>
                <a:gdLst>
                  <a:gd name="T0" fmla="*/ 128 w 36"/>
                  <a:gd name="T1" fmla="*/ 0 h 14"/>
                  <a:gd name="T2" fmla="*/ 101 w 36"/>
                  <a:gd name="T3" fmla="*/ 21 h 14"/>
                  <a:gd name="T4" fmla="*/ 66 w 36"/>
                  <a:gd name="T5" fmla="*/ 41 h 14"/>
                  <a:gd name="T6" fmla="*/ 0 w 36"/>
                  <a:gd name="T7" fmla="*/ 32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6" h="14">
                    <a:moveTo>
                      <a:pt x="36" y="0"/>
                    </a:moveTo>
                    <a:cubicBezTo>
                      <a:pt x="33" y="2"/>
                      <a:pt x="31" y="4"/>
                      <a:pt x="28" y="6"/>
                    </a:cubicBezTo>
                    <a:cubicBezTo>
                      <a:pt x="25" y="9"/>
                      <a:pt x="22" y="11"/>
                      <a:pt x="18" y="12"/>
                    </a:cubicBezTo>
                    <a:cubicBezTo>
                      <a:pt x="12" y="14"/>
                      <a:pt x="5" y="12"/>
                      <a:pt x="0" y="9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246" name="Freeform 801">
                <a:extLst>
                  <a:ext uri="{FF2B5EF4-FFF2-40B4-BE49-F238E27FC236}">
                    <a16:creationId xmlns:a16="http://schemas.microsoft.com/office/drawing/2014/main" id="{EF392CDD-3064-4DEB-A8D8-A51CF67A5E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1" y="900"/>
                <a:ext cx="62" cy="31"/>
              </a:xfrm>
              <a:custGeom>
                <a:avLst/>
                <a:gdLst>
                  <a:gd name="T0" fmla="*/ 142 w 41"/>
                  <a:gd name="T1" fmla="*/ 45 h 20"/>
                  <a:gd name="T2" fmla="*/ 86 w 41"/>
                  <a:gd name="T3" fmla="*/ 19 h 20"/>
                  <a:gd name="T4" fmla="*/ 14 w 41"/>
                  <a:gd name="T5" fmla="*/ 45 h 20"/>
                  <a:gd name="T6" fmla="*/ 18 w 41"/>
                  <a:gd name="T7" fmla="*/ 62 h 20"/>
                  <a:gd name="T8" fmla="*/ 68 w 41"/>
                  <a:gd name="T9" fmla="*/ 70 h 20"/>
                  <a:gd name="T10" fmla="*/ 142 w 41"/>
                  <a:gd name="T11" fmla="*/ 45 h 2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1" h="20">
                    <a:moveTo>
                      <a:pt x="41" y="12"/>
                    </a:moveTo>
                    <a:cubicBezTo>
                      <a:pt x="32" y="6"/>
                      <a:pt x="33" y="10"/>
                      <a:pt x="25" y="5"/>
                    </a:cubicBezTo>
                    <a:cubicBezTo>
                      <a:pt x="15" y="0"/>
                      <a:pt x="7" y="11"/>
                      <a:pt x="4" y="12"/>
                    </a:cubicBezTo>
                    <a:cubicBezTo>
                      <a:pt x="0" y="13"/>
                      <a:pt x="2" y="16"/>
                      <a:pt x="5" y="17"/>
                    </a:cubicBezTo>
                    <a:cubicBezTo>
                      <a:pt x="8" y="18"/>
                      <a:pt x="16" y="17"/>
                      <a:pt x="20" y="19"/>
                    </a:cubicBezTo>
                    <a:cubicBezTo>
                      <a:pt x="23" y="20"/>
                      <a:pt x="33" y="17"/>
                      <a:pt x="41" y="12"/>
                    </a:cubicBezTo>
                  </a:path>
                </a:pathLst>
              </a:custGeom>
              <a:solidFill>
                <a:srgbClr val="FCE1D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247" name="Freeform 802">
                <a:extLst>
                  <a:ext uri="{FF2B5EF4-FFF2-40B4-BE49-F238E27FC236}">
                    <a16:creationId xmlns:a16="http://schemas.microsoft.com/office/drawing/2014/main" id="{83A15D84-DBD4-4D84-8741-F16E62E852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4" y="905"/>
                <a:ext cx="26" cy="24"/>
              </a:xfrm>
              <a:custGeom>
                <a:avLst/>
                <a:gdLst>
                  <a:gd name="T0" fmla="*/ 43 w 17"/>
                  <a:gd name="T1" fmla="*/ 14 h 16"/>
                  <a:gd name="T2" fmla="*/ 57 w 17"/>
                  <a:gd name="T3" fmla="*/ 18 h 16"/>
                  <a:gd name="T4" fmla="*/ 61 w 17"/>
                  <a:gd name="T5" fmla="*/ 27 h 16"/>
                  <a:gd name="T6" fmla="*/ 43 w 17"/>
                  <a:gd name="T7" fmla="*/ 53 h 16"/>
                  <a:gd name="T8" fmla="*/ 26 w 17"/>
                  <a:gd name="T9" fmla="*/ 54 h 16"/>
                  <a:gd name="T10" fmla="*/ 0 w 17"/>
                  <a:gd name="T11" fmla="*/ 27 h 16"/>
                  <a:gd name="T12" fmla="*/ 14 w 17"/>
                  <a:gd name="T13" fmla="*/ 5 h 16"/>
                  <a:gd name="T14" fmla="*/ 28 w 17"/>
                  <a:gd name="T15" fmla="*/ 8 h 1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7" h="16">
                    <a:moveTo>
                      <a:pt x="12" y="4"/>
                    </a:moveTo>
                    <a:cubicBezTo>
                      <a:pt x="16" y="5"/>
                      <a:pt x="16" y="5"/>
                      <a:pt x="16" y="5"/>
                    </a:cubicBezTo>
                    <a:cubicBezTo>
                      <a:pt x="17" y="6"/>
                      <a:pt x="17" y="6"/>
                      <a:pt x="17" y="8"/>
                    </a:cubicBezTo>
                    <a:cubicBezTo>
                      <a:pt x="17" y="11"/>
                      <a:pt x="15" y="14"/>
                      <a:pt x="12" y="15"/>
                    </a:cubicBezTo>
                    <a:cubicBezTo>
                      <a:pt x="10" y="16"/>
                      <a:pt x="8" y="16"/>
                      <a:pt x="7" y="16"/>
                    </a:cubicBezTo>
                    <a:cubicBezTo>
                      <a:pt x="3" y="15"/>
                      <a:pt x="0" y="12"/>
                      <a:pt x="0" y="8"/>
                    </a:cubicBezTo>
                    <a:cubicBezTo>
                      <a:pt x="0" y="5"/>
                      <a:pt x="1" y="2"/>
                      <a:pt x="4" y="1"/>
                    </a:cubicBezTo>
                    <a:cubicBezTo>
                      <a:pt x="5" y="0"/>
                      <a:pt x="6" y="2"/>
                      <a:pt x="8" y="2"/>
                    </a:cubicBezTo>
                  </a:path>
                </a:pathLst>
              </a:custGeom>
              <a:solidFill>
                <a:srgbClr val="2A100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248" name="Freeform 803">
                <a:extLst>
                  <a:ext uri="{FF2B5EF4-FFF2-40B4-BE49-F238E27FC236}">
                    <a16:creationId xmlns:a16="http://schemas.microsoft.com/office/drawing/2014/main" id="{57D77B87-1538-476B-935A-0BBEB08BC9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7" y="854"/>
                <a:ext cx="40" cy="22"/>
              </a:xfrm>
              <a:custGeom>
                <a:avLst/>
                <a:gdLst>
                  <a:gd name="T0" fmla="*/ 95 w 26"/>
                  <a:gd name="T1" fmla="*/ 55 h 14"/>
                  <a:gd name="T2" fmla="*/ 0 w 26"/>
                  <a:gd name="T3" fmla="*/ 0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14">
                    <a:moveTo>
                      <a:pt x="26" y="14"/>
                    </a:moveTo>
                    <a:cubicBezTo>
                      <a:pt x="20" y="6"/>
                      <a:pt x="9" y="2"/>
                      <a:pt x="0" y="0"/>
                    </a:cubicBezTo>
                  </a:path>
                </a:pathLst>
              </a:custGeom>
              <a:noFill/>
              <a:ln w="9525" cap="rnd">
                <a:solidFill>
                  <a:srgbClr val="E2E2E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249" name="Freeform 804">
                <a:extLst>
                  <a:ext uri="{FF2B5EF4-FFF2-40B4-BE49-F238E27FC236}">
                    <a16:creationId xmlns:a16="http://schemas.microsoft.com/office/drawing/2014/main" id="{D62B4D52-90A7-4140-B587-740F664A56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1" y="900"/>
                <a:ext cx="62" cy="31"/>
              </a:xfrm>
              <a:custGeom>
                <a:avLst/>
                <a:gdLst>
                  <a:gd name="T0" fmla="*/ 142 w 41"/>
                  <a:gd name="T1" fmla="*/ 45 h 20"/>
                  <a:gd name="T2" fmla="*/ 82 w 41"/>
                  <a:gd name="T3" fmla="*/ 19 h 20"/>
                  <a:gd name="T4" fmla="*/ 14 w 41"/>
                  <a:gd name="T5" fmla="*/ 45 h 20"/>
                  <a:gd name="T6" fmla="*/ 18 w 41"/>
                  <a:gd name="T7" fmla="*/ 62 h 20"/>
                  <a:gd name="T8" fmla="*/ 68 w 41"/>
                  <a:gd name="T9" fmla="*/ 70 h 20"/>
                  <a:gd name="T10" fmla="*/ 142 w 41"/>
                  <a:gd name="T11" fmla="*/ 45 h 2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1" h="20">
                    <a:moveTo>
                      <a:pt x="41" y="12"/>
                    </a:moveTo>
                    <a:cubicBezTo>
                      <a:pt x="33" y="6"/>
                      <a:pt x="31" y="9"/>
                      <a:pt x="24" y="5"/>
                    </a:cubicBezTo>
                    <a:cubicBezTo>
                      <a:pt x="14" y="0"/>
                      <a:pt x="7" y="11"/>
                      <a:pt x="4" y="12"/>
                    </a:cubicBezTo>
                    <a:cubicBezTo>
                      <a:pt x="0" y="13"/>
                      <a:pt x="2" y="16"/>
                      <a:pt x="5" y="17"/>
                    </a:cubicBezTo>
                    <a:cubicBezTo>
                      <a:pt x="8" y="18"/>
                      <a:pt x="16" y="17"/>
                      <a:pt x="20" y="19"/>
                    </a:cubicBezTo>
                    <a:cubicBezTo>
                      <a:pt x="23" y="20"/>
                      <a:pt x="33" y="17"/>
                      <a:pt x="41" y="12"/>
                    </a:cubicBezTo>
                    <a:close/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250" name="Oval 805">
                <a:extLst>
                  <a:ext uri="{FF2B5EF4-FFF2-40B4-BE49-F238E27FC236}">
                    <a16:creationId xmlns:a16="http://schemas.microsoft.com/office/drawing/2014/main" id="{5C838778-3FC4-450C-B427-D337B8C00C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23" y="914"/>
                <a:ext cx="6" cy="6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251" name="Oval 806">
                <a:extLst>
                  <a:ext uri="{FF2B5EF4-FFF2-40B4-BE49-F238E27FC236}">
                    <a16:creationId xmlns:a16="http://schemas.microsoft.com/office/drawing/2014/main" id="{666E1F88-960F-4ED4-BC28-DD096F3B69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23" y="914"/>
                <a:ext cx="6" cy="6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252" name="Oval 807">
                <a:extLst>
                  <a:ext uri="{FF2B5EF4-FFF2-40B4-BE49-F238E27FC236}">
                    <a16:creationId xmlns:a16="http://schemas.microsoft.com/office/drawing/2014/main" id="{AFB1EFAE-F33C-4C12-BFED-8A3E3C69B4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27" y="911"/>
                <a:ext cx="7" cy="7"/>
              </a:xfrm>
              <a:prstGeom prst="ellipse">
                <a:avLst/>
              </a:prstGeom>
              <a:solidFill>
                <a:srgbClr val="7E39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253" name="Freeform 808">
                <a:extLst>
                  <a:ext uri="{FF2B5EF4-FFF2-40B4-BE49-F238E27FC236}">
                    <a16:creationId xmlns:a16="http://schemas.microsoft.com/office/drawing/2014/main" id="{0969FAAF-062E-4A20-83F1-C0A43FBEDD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7" y="903"/>
                <a:ext cx="29" cy="5"/>
              </a:xfrm>
              <a:custGeom>
                <a:avLst/>
                <a:gdLst>
                  <a:gd name="T0" fmla="*/ 67 w 19"/>
                  <a:gd name="T1" fmla="*/ 13 h 3"/>
                  <a:gd name="T2" fmla="*/ 35 w 19"/>
                  <a:gd name="T3" fmla="*/ 0 h 3"/>
                  <a:gd name="T4" fmla="*/ 0 w 19"/>
                  <a:gd name="T5" fmla="*/ 8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3">
                    <a:moveTo>
                      <a:pt x="19" y="3"/>
                    </a:moveTo>
                    <a:cubicBezTo>
                      <a:pt x="16" y="2"/>
                      <a:pt x="13" y="1"/>
                      <a:pt x="10" y="0"/>
                    </a:cubicBezTo>
                    <a:cubicBezTo>
                      <a:pt x="7" y="0"/>
                      <a:pt x="4" y="2"/>
                      <a:pt x="0" y="2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254" name="Freeform 809">
                <a:extLst>
                  <a:ext uri="{FF2B5EF4-FFF2-40B4-BE49-F238E27FC236}">
                    <a16:creationId xmlns:a16="http://schemas.microsoft.com/office/drawing/2014/main" id="{A305BB8A-A1E3-41EA-876C-AC0B49E4C7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2" y="912"/>
                <a:ext cx="20" cy="5"/>
              </a:xfrm>
              <a:custGeom>
                <a:avLst/>
                <a:gdLst>
                  <a:gd name="T0" fmla="*/ 0 w 13"/>
                  <a:gd name="T1" fmla="*/ 13 h 3"/>
                  <a:gd name="T2" fmla="*/ 26 w 13"/>
                  <a:gd name="T3" fmla="*/ 8 h 3"/>
                  <a:gd name="T4" fmla="*/ 48 w 13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3">
                    <a:moveTo>
                      <a:pt x="0" y="3"/>
                    </a:moveTo>
                    <a:cubicBezTo>
                      <a:pt x="3" y="3"/>
                      <a:pt x="4" y="3"/>
                      <a:pt x="7" y="2"/>
                    </a:cubicBezTo>
                    <a:cubicBezTo>
                      <a:pt x="9" y="1"/>
                      <a:pt x="11" y="1"/>
                      <a:pt x="13" y="0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255" name="Freeform 810">
                <a:extLst>
                  <a:ext uri="{FF2B5EF4-FFF2-40B4-BE49-F238E27FC236}">
                    <a16:creationId xmlns:a16="http://schemas.microsoft.com/office/drawing/2014/main" id="{8CAB9201-2A87-452E-8A83-228CA2BA3F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8" y="918"/>
                <a:ext cx="14" cy="2"/>
              </a:xfrm>
              <a:custGeom>
                <a:avLst/>
                <a:gdLst>
                  <a:gd name="T0" fmla="*/ 0 w 9"/>
                  <a:gd name="T1" fmla="*/ 8 h 1"/>
                  <a:gd name="T2" fmla="*/ 14 w 9"/>
                  <a:gd name="T3" fmla="*/ 0 h 1"/>
                  <a:gd name="T4" fmla="*/ 26 w 9"/>
                  <a:gd name="T5" fmla="*/ 8 h 1"/>
                  <a:gd name="T6" fmla="*/ 34 w 9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1">
                    <a:moveTo>
                      <a:pt x="0" y="1"/>
                    </a:moveTo>
                    <a:cubicBezTo>
                      <a:pt x="1" y="0"/>
                      <a:pt x="2" y="0"/>
                      <a:pt x="4" y="0"/>
                    </a:cubicBezTo>
                    <a:cubicBezTo>
                      <a:pt x="5" y="0"/>
                      <a:pt x="6" y="1"/>
                      <a:pt x="7" y="1"/>
                    </a:cubicBezTo>
                    <a:cubicBezTo>
                      <a:pt x="7" y="1"/>
                      <a:pt x="8" y="0"/>
                      <a:pt x="9" y="0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256" name="Freeform 811">
                <a:extLst>
                  <a:ext uri="{FF2B5EF4-FFF2-40B4-BE49-F238E27FC236}">
                    <a16:creationId xmlns:a16="http://schemas.microsoft.com/office/drawing/2014/main" id="{CC6A93BF-19D5-419F-A155-60805E40A0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5" y="932"/>
                <a:ext cx="54" cy="21"/>
              </a:xfrm>
              <a:custGeom>
                <a:avLst/>
                <a:gdLst>
                  <a:gd name="T0" fmla="*/ 0 w 35"/>
                  <a:gd name="T1" fmla="*/ 0 h 14"/>
                  <a:gd name="T2" fmla="*/ 26 w 35"/>
                  <a:gd name="T3" fmla="*/ 21 h 14"/>
                  <a:gd name="T4" fmla="*/ 62 w 35"/>
                  <a:gd name="T5" fmla="*/ 41 h 14"/>
                  <a:gd name="T6" fmla="*/ 128 w 35"/>
                  <a:gd name="T7" fmla="*/ 32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5" h="14">
                    <a:moveTo>
                      <a:pt x="0" y="0"/>
                    </a:moveTo>
                    <a:cubicBezTo>
                      <a:pt x="2" y="2"/>
                      <a:pt x="4" y="4"/>
                      <a:pt x="7" y="6"/>
                    </a:cubicBezTo>
                    <a:cubicBezTo>
                      <a:pt x="10" y="9"/>
                      <a:pt x="14" y="11"/>
                      <a:pt x="17" y="12"/>
                    </a:cubicBezTo>
                    <a:cubicBezTo>
                      <a:pt x="23" y="14"/>
                      <a:pt x="30" y="12"/>
                      <a:pt x="35" y="9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257" name="Freeform 812">
                <a:extLst>
                  <a:ext uri="{FF2B5EF4-FFF2-40B4-BE49-F238E27FC236}">
                    <a16:creationId xmlns:a16="http://schemas.microsoft.com/office/drawing/2014/main" id="{3E1F56C6-827D-4D48-AFCB-BFCBEBF18F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2" y="987"/>
                <a:ext cx="42" cy="84"/>
              </a:xfrm>
              <a:custGeom>
                <a:avLst/>
                <a:gdLst>
                  <a:gd name="T0" fmla="*/ 101 w 27"/>
                  <a:gd name="T1" fmla="*/ 0 h 55"/>
                  <a:gd name="T2" fmla="*/ 8 w 27"/>
                  <a:gd name="T3" fmla="*/ 81 h 55"/>
                  <a:gd name="T4" fmla="*/ 34 w 27"/>
                  <a:gd name="T5" fmla="*/ 195 h 55"/>
                  <a:gd name="T6" fmla="*/ 12 w 27"/>
                  <a:gd name="T7" fmla="*/ 79 h 55"/>
                  <a:gd name="T8" fmla="*/ 101 w 27"/>
                  <a:gd name="T9" fmla="*/ 0 h 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55">
                    <a:moveTo>
                      <a:pt x="27" y="0"/>
                    </a:moveTo>
                    <a:cubicBezTo>
                      <a:pt x="27" y="0"/>
                      <a:pt x="3" y="7"/>
                      <a:pt x="2" y="23"/>
                    </a:cubicBezTo>
                    <a:cubicBezTo>
                      <a:pt x="1" y="39"/>
                      <a:pt x="9" y="55"/>
                      <a:pt x="9" y="55"/>
                    </a:cubicBezTo>
                    <a:cubicBezTo>
                      <a:pt x="9" y="55"/>
                      <a:pt x="0" y="33"/>
                      <a:pt x="3" y="22"/>
                    </a:cubicBezTo>
                    <a:cubicBezTo>
                      <a:pt x="7" y="12"/>
                      <a:pt x="13" y="5"/>
                      <a:pt x="27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258" name="Freeform 813">
                <a:extLst>
                  <a:ext uri="{FF2B5EF4-FFF2-40B4-BE49-F238E27FC236}">
                    <a16:creationId xmlns:a16="http://schemas.microsoft.com/office/drawing/2014/main" id="{D0A43680-45A3-4257-B556-893113AA42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5" y="987"/>
                <a:ext cx="42" cy="84"/>
              </a:xfrm>
              <a:custGeom>
                <a:avLst/>
                <a:gdLst>
                  <a:gd name="T0" fmla="*/ 0 w 27"/>
                  <a:gd name="T1" fmla="*/ 0 h 55"/>
                  <a:gd name="T2" fmla="*/ 90 w 27"/>
                  <a:gd name="T3" fmla="*/ 81 h 55"/>
                  <a:gd name="T4" fmla="*/ 68 w 27"/>
                  <a:gd name="T5" fmla="*/ 195 h 55"/>
                  <a:gd name="T6" fmla="*/ 87 w 27"/>
                  <a:gd name="T7" fmla="*/ 79 h 55"/>
                  <a:gd name="T8" fmla="*/ 0 w 27"/>
                  <a:gd name="T9" fmla="*/ 0 h 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55">
                    <a:moveTo>
                      <a:pt x="0" y="0"/>
                    </a:moveTo>
                    <a:cubicBezTo>
                      <a:pt x="0" y="0"/>
                      <a:pt x="23" y="7"/>
                      <a:pt x="24" y="23"/>
                    </a:cubicBezTo>
                    <a:cubicBezTo>
                      <a:pt x="25" y="39"/>
                      <a:pt x="18" y="55"/>
                      <a:pt x="18" y="55"/>
                    </a:cubicBezTo>
                    <a:cubicBezTo>
                      <a:pt x="18" y="55"/>
                      <a:pt x="27" y="33"/>
                      <a:pt x="23" y="22"/>
                    </a:cubicBezTo>
                    <a:cubicBezTo>
                      <a:pt x="20" y="12"/>
                      <a:pt x="13" y="5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259" name="Freeform 814">
                <a:extLst>
                  <a:ext uri="{FF2B5EF4-FFF2-40B4-BE49-F238E27FC236}">
                    <a16:creationId xmlns:a16="http://schemas.microsoft.com/office/drawing/2014/main" id="{DF26FAAE-A6CF-4DDB-A6DF-D9040FBB97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6" y="1030"/>
                <a:ext cx="16" cy="23"/>
              </a:xfrm>
              <a:custGeom>
                <a:avLst/>
                <a:gdLst>
                  <a:gd name="T0" fmla="*/ 35 w 10"/>
                  <a:gd name="T1" fmla="*/ 54 h 15"/>
                  <a:gd name="T2" fmla="*/ 34 w 10"/>
                  <a:gd name="T3" fmla="*/ 14 h 15"/>
                  <a:gd name="T4" fmla="*/ 21 w 10"/>
                  <a:gd name="T5" fmla="*/ 0 h 15"/>
                  <a:gd name="T6" fmla="*/ 21 w 10"/>
                  <a:gd name="T7" fmla="*/ 14 h 15"/>
                  <a:gd name="T8" fmla="*/ 16 w 10"/>
                  <a:gd name="T9" fmla="*/ 28 h 15"/>
                  <a:gd name="T10" fmla="*/ 0 w 10"/>
                  <a:gd name="T11" fmla="*/ 43 h 15"/>
                  <a:gd name="T12" fmla="*/ 26 w 10"/>
                  <a:gd name="T13" fmla="*/ 43 h 15"/>
                  <a:gd name="T14" fmla="*/ 42 w 10"/>
                  <a:gd name="T15" fmla="*/ 49 h 1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" h="15">
                    <a:moveTo>
                      <a:pt x="9" y="15"/>
                    </a:moveTo>
                    <a:cubicBezTo>
                      <a:pt x="9" y="11"/>
                      <a:pt x="9" y="7"/>
                      <a:pt x="8" y="4"/>
                    </a:cubicBezTo>
                    <a:cubicBezTo>
                      <a:pt x="8" y="2"/>
                      <a:pt x="6" y="1"/>
                      <a:pt x="5" y="0"/>
                    </a:cubicBezTo>
                    <a:cubicBezTo>
                      <a:pt x="5" y="2"/>
                      <a:pt x="5" y="3"/>
                      <a:pt x="5" y="4"/>
                    </a:cubicBezTo>
                    <a:cubicBezTo>
                      <a:pt x="5" y="6"/>
                      <a:pt x="4" y="7"/>
                      <a:pt x="4" y="8"/>
                    </a:cubicBezTo>
                    <a:cubicBezTo>
                      <a:pt x="3" y="10"/>
                      <a:pt x="1" y="11"/>
                      <a:pt x="0" y="12"/>
                    </a:cubicBezTo>
                    <a:cubicBezTo>
                      <a:pt x="2" y="12"/>
                      <a:pt x="4" y="12"/>
                      <a:pt x="6" y="12"/>
                    </a:cubicBezTo>
                    <a:cubicBezTo>
                      <a:pt x="7" y="13"/>
                      <a:pt x="8" y="13"/>
                      <a:pt x="10" y="14"/>
                    </a:cubicBezTo>
                  </a:path>
                </a:pathLst>
              </a:custGeom>
              <a:solidFill>
                <a:srgbClr val="6B2D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260" name="Freeform 815">
                <a:extLst>
                  <a:ext uri="{FF2B5EF4-FFF2-40B4-BE49-F238E27FC236}">
                    <a16:creationId xmlns:a16="http://schemas.microsoft.com/office/drawing/2014/main" id="{C2F11188-0544-4721-AAD9-03B131DDD8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4" y="982"/>
                <a:ext cx="22" cy="42"/>
              </a:xfrm>
              <a:custGeom>
                <a:avLst/>
                <a:gdLst>
                  <a:gd name="T0" fmla="*/ 8 w 14"/>
                  <a:gd name="T1" fmla="*/ 0 h 27"/>
                  <a:gd name="T2" fmla="*/ 5 w 14"/>
                  <a:gd name="T3" fmla="*/ 56 h 27"/>
                  <a:gd name="T4" fmla="*/ 39 w 14"/>
                  <a:gd name="T5" fmla="*/ 96 h 27"/>
                  <a:gd name="T6" fmla="*/ 42 w 14"/>
                  <a:gd name="T7" fmla="*/ 82 h 27"/>
                  <a:gd name="T8" fmla="*/ 20 w 14"/>
                  <a:gd name="T9" fmla="*/ 53 h 27"/>
                  <a:gd name="T10" fmla="*/ 8 w 14"/>
                  <a:gd name="T11" fmla="*/ 5 h 2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" h="27">
                    <a:moveTo>
                      <a:pt x="2" y="0"/>
                    </a:moveTo>
                    <a:cubicBezTo>
                      <a:pt x="1" y="5"/>
                      <a:pt x="0" y="10"/>
                      <a:pt x="1" y="15"/>
                    </a:cubicBezTo>
                    <a:cubicBezTo>
                      <a:pt x="3" y="18"/>
                      <a:pt x="7" y="25"/>
                      <a:pt x="10" y="26"/>
                    </a:cubicBezTo>
                    <a:cubicBezTo>
                      <a:pt x="14" y="27"/>
                      <a:pt x="12" y="23"/>
                      <a:pt x="11" y="22"/>
                    </a:cubicBezTo>
                    <a:cubicBezTo>
                      <a:pt x="9" y="19"/>
                      <a:pt x="6" y="17"/>
                      <a:pt x="5" y="14"/>
                    </a:cubicBezTo>
                    <a:cubicBezTo>
                      <a:pt x="4" y="9"/>
                      <a:pt x="3" y="5"/>
                      <a:pt x="2" y="1"/>
                    </a:cubicBezTo>
                  </a:path>
                </a:pathLst>
              </a:custGeom>
              <a:solidFill>
                <a:srgbClr val="7E39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261" name="Freeform 816">
                <a:extLst>
                  <a:ext uri="{FF2B5EF4-FFF2-40B4-BE49-F238E27FC236}">
                    <a16:creationId xmlns:a16="http://schemas.microsoft.com/office/drawing/2014/main" id="{B1816891-533A-46A3-96D1-C91C9274D4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7" y="903"/>
                <a:ext cx="30" cy="79"/>
              </a:xfrm>
              <a:custGeom>
                <a:avLst/>
                <a:gdLst>
                  <a:gd name="T0" fmla="*/ 0 w 20"/>
                  <a:gd name="T1" fmla="*/ 5 h 52"/>
                  <a:gd name="T2" fmla="*/ 35 w 20"/>
                  <a:gd name="T3" fmla="*/ 26 h 52"/>
                  <a:gd name="T4" fmla="*/ 53 w 20"/>
                  <a:gd name="T5" fmla="*/ 61 h 52"/>
                  <a:gd name="T6" fmla="*/ 48 w 20"/>
                  <a:gd name="T7" fmla="*/ 81 h 52"/>
                  <a:gd name="T8" fmla="*/ 53 w 20"/>
                  <a:gd name="T9" fmla="*/ 106 h 52"/>
                  <a:gd name="T10" fmla="*/ 54 w 20"/>
                  <a:gd name="T11" fmla="*/ 141 h 52"/>
                  <a:gd name="T12" fmla="*/ 59 w 20"/>
                  <a:gd name="T13" fmla="*/ 155 h 52"/>
                  <a:gd name="T14" fmla="*/ 54 w 20"/>
                  <a:gd name="T15" fmla="*/ 178 h 52"/>
                  <a:gd name="T16" fmla="*/ 54 w 20"/>
                  <a:gd name="T17" fmla="*/ 182 h 52"/>
                  <a:gd name="T18" fmla="*/ 66 w 20"/>
                  <a:gd name="T19" fmla="*/ 94 h 52"/>
                  <a:gd name="T20" fmla="*/ 62 w 20"/>
                  <a:gd name="T21" fmla="*/ 40 h 52"/>
                  <a:gd name="T22" fmla="*/ 35 w 20"/>
                  <a:gd name="T23" fmla="*/ 12 h 52"/>
                  <a:gd name="T24" fmla="*/ 0 w 20"/>
                  <a:gd name="T25" fmla="*/ 5 h 5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0" h="52">
                    <a:moveTo>
                      <a:pt x="0" y="1"/>
                    </a:moveTo>
                    <a:cubicBezTo>
                      <a:pt x="4" y="1"/>
                      <a:pt x="6" y="5"/>
                      <a:pt x="10" y="7"/>
                    </a:cubicBezTo>
                    <a:cubicBezTo>
                      <a:pt x="14" y="9"/>
                      <a:pt x="16" y="12"/>
                      <a:pt x="15" y="17"/>
                    </a:cubicBezTo>
                    <a:cubicBezTo>
                      <a:pt x="15" y="19"/>
                      <a:pt x="14" y="21"/>
                      <a:pt x="14" y="23"/>
                    </a:cubicBezTo>
                    <a:cubicBezTo>
                      <a:pt x="14" y="25"/>
                      <a:pt x="15" y="27"/>
                      <a:pt x="15" y="30"/>
                    </a:cubicBezTo>
                    <a:cubicBezTo>
                      <a:pt x="16" y="33"/>
                      <a:pt x="16" y="36"/>
                      <a:pt x="16" y="40"/>
                    </a:cubicBezTo>
                    <a:cubicBezTo>
                      <a:pt x="17" y="41"/>
                      <a:pt x="17" y="43"/>
                      <a:pt x="17" y="44"/>
                    </a:cubicBezTo>
                    <a:cubicBezTo>
                      <a:pt x="17" y="46"/>
                      <a:pt x="16" y="49"/>
                      <a:pt x="16" y="51"/>
                    </a:cubicBezTo>
                    <a:cubicBezTo>
                      <a:pt x="16" y="51"/>
                      <a:pt x="16" y="51"/>
                      <a:pt x="16" y="52"/>
                    </a:cubicBezTo>
                    <a:cubicBezTo>
                      <a:pt x="18" y="43"/>
                      <a:pt x="19" y="36"/>
                      <a:pt x="19" y="27"/>
                    </a:cubicBezTo>
                    <a:cubicBezTo>
                      <a:pt x="19" y="22"/>
                      <a:pt x="20" y="16"/>
                      <a:pt x="18" y="11"/>
                    </a:cubicBezTo>
                    <a:cubicBezTo>
                      <a:pt x="17" y="7"/>
                      <a:pt x="14" y="4"/>
                      <a:pt x="10" y="3"/>
                    </a:cubicBezTo>
                    <a:cubicBezTo>
                      <a:pt x="7" y="3"/>
                      <a:pt x="3" y="0"/>
                      <a:pt x="0" y="1"/>
                    </a:cubicBezTo>
                  </a:path>
                </a:pathLst>
              </a:custGeom>
              <a:solidFill>
                <a:srgbClr val="6B2D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262" name="Freeform 817">
                <a:extLst>
                  <a:ext uri="{FF2B5EF4-FFF2-40B4-BE49-F238E27FC236}">
                    <a16:creationId xmlns:a16="http://schemas.microsoft.com/office/drawing/2014/main" id="{D30549D6-C88A-49D8-AA38-8E7ED4E337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9" y="888"/>
                <a:ext cx="43" cy="20"/>
              </a:xfrm>
              <a:custGeom>
                <a:avLst/>
                <a:gdLst>
                  <a:gd name="T0" fmla="*/ 101 w 28"/>
                  <a:gd name="T1" fmla="*/ 14 h 13"/>
                  <a:gd name="T2" fmla="*/ 48 w 28"/>
                  <a:gd name="T3" fmla="*/ 35 h 13"/>
                  <a:gd name="T4" fmla="*/ 0 w 28"/>
                  <a:gd name="T5" fmla="*/ 48 h 13"/>
                  <a:gd name="T6" fmla="*/ 58 w 28"/>
                  <a:gd name="T7" fmla="*/ 14 h 13"/>
                  <a:gd name="T8" fmla="*/ 101 w 28"/>
                  <a:gd name="T9" fmla="*/ 14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8" h="13">
                    <a:moveTo>
                      <a:pt x="28" y="4"/>
                    </a:moveTo>
                    <a:cubicBezTo>
                      <a:pt x="23" y="0"/>
                      <a:pt x="17" y="8"/>
                      <a:pt x="13" y="10"/>
                    </a:cubicBezTo>
                    <a:cubicBezTo>
                      <a:pt x="9" y="11"/>
                      <a:pt x="4" y="13"/>
                      <a:pt x="0" y="13"/>
                    </a:cubicBezTo>
                    <a:cubicBezTo>
                      <a:pt x="6" y="12"/>
                      <a:pt x="10" y="7"/>
                      <a:pt x="16" y="4"/>
                    </a:cubicBezTo>
                    <a:cubicBezTo>
                      <a:pt x="20" y="3"/>
                      <a:pt x="24" y="2"/>
                      <a:pt x="28" y="4"/>
                    </a:cubicBezTo>
                  </a:path>
                </a:pathLst>
              </a:custGeom>
              <a:solidFill>
                <a:srgbClr val="6B2D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263" name="Freeform 818">
                <a:extLst>
                  <a:ext uri="{FF2B5EF4-FFF2-40B4-BE49-F238E27FC236}">
                    <a16:creationId xmlns:a16="http://schemas.microsoft.com/office/drawing/2014/main" id="{8D8185F8-1454-4B9C-8D20-DE3E3C1F28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5" y="892"/>
                <a:ext cx="37" cy="16"/>
              </a:xfrm>
              <a:custGeom>
                <a:avLst/>
                <a:gdLst>
                  <a:gd name="T0" fmla="*/ 88 w 24"/>
                  <a:gd name="T1" fmla="*/ 0 h 10"/>
                  <a:gd name="T2" fmla="*/ 80 w 24"/>
                  <a:gd name="T3" fmla="*/ 0 h 10"/>
                  <a:gd name="T4" fmla="*/ 69 w 24"/>
                  <a:gd name="T5" fmla="*/ 0 h 10"/>
                  <a:gd name="T6" fmla="*/ 60 w 24"/>
                  <a:gd name="T7" fmla="*/ 8 h 10"/>
                  <a:gd name="T8" fmla="*/ 45 w 24"/>
                  <a:gd name="T9" fmla="*/ 21 h 10"/>
                  <a:gd name="T10" fmla="*/ 0 w 24"/>
                  <a:gd name="T11" fmla="*/ 42 h 1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4" h="10">
                    <a:moveTo>
                      <a:pt x="24" y="0"/>
                    </a:moveTo>
                    <a:cubicBezTo>
                      <a:pt x="24" y="1"/>
                      <a:pt x="22" y="0"/>
                      <a:pt x="22" y="0"/>
                    </a:cubicBezTo>
                    <a:cubicBezTo>
                      <a:pt x="21" y="0"/>
                      <a:pt x="20" y="0"/>
                      <a:pt x="19" y="0"/>
                    </a:cubicBezTo>
                    <a:cubicBezTo>
                      <a:pt x="18" y="0"/>
                      <a:pt x="17" y="1"/>
                      <a:pt x="16" y="2"/>
                    </a:cubicBezTo>
                    <a:cubicBezTo>
                      <a:pt x="15" y="3"/>
                      <a:pt x="14" y="4"/>
                      <a:pt x="12" y="5"/>
                    </a:cubicBezTo>
                    <a:cubicBezTo>
                      <a:pt x="9" y="7"/>
                      <a:pt x="4" y="9"/>
                      <a:pt x="0" y="10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264" name="Freeform 819">
                <a:extLst>
                  <a:ext uri="{FF2B5EF4-FFF2-40B4-BE49-F238E27FC236}">
                    <a16:creationId xmlns:a16="http://schemas.microsoft.com/office/drawing/2014/main" id="{F812CEC3-7EFE-4AD9-B9DB-AD14BB58FC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4" y="889"/>
                <a:ext cx="34" cy="22"/>
              </a:xfrm>
              <a:custGeom>
                <a:avLst/>
                <a:gdLst>
                  <a:gd name="T0" fmla="*/ 0 w 22"/>
                  <a:gd name="T1" fmla="*/ 5 h 14"/>
                  <a:gd name="T2" fmla="*/ 26 w 22"/>
                  <a:gd name="T3" fmla="*/ 13 h 14"/>
                  <a:gd name="T4" fmla="*/ 45 w 22"/>
                  <a:gd name="T5" fmla="*/ 27 h 14"/>
                  <a:gd name="T6" fmla="*/ 82 w 22"/>
                  <a:gd name="T7" fmla="*/ 55 h 14"/>
                  <a:gd name="T8" fmla="*/ 0 w 22"/>
                  <a:gd name="T9" fmla="*/ 0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14">
                    <a:moveTo>
                      <a:pt x="0" y="1"/>
                    </a:moveTo>
                    <a:cubicBezTo>
                      <a:pt x="2" y="2"/>
                      <a:pt x="5" y="2"/>
                      <a:pt x="7" y="3"/>
                    </a:cubicBezTo>
                    <a:cubicBezTo>
                      <a:pt x="8" y="4"/>
                      <a:pt x="10" y="6"/>
                      <a:pt x="12" y="7"/>
                    </a:cubicBezTo>
                    <a:cubicBezTo>
                      <a:pt x="16" y="9"/>
                      <a:pt x="19" y="10"/>
                      <a:pt x="22" y="14"/>
                    </a:cubicBezTo>
                    <a:cubicBezTo>
                      <a:pt x="16" y="7"/>
                      <a:pt x="10" y="0"/>
                      <a:pt x="0" y="0"/>
                    </a:cubicBezTo>
                  </a:path>
                </a:pathLst>
              </a:custGeom>
              <a:solidFill>
                <a:srgbClr val="6B2D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265" name="Freeform 820">
                <a:extLst>
                  <a:ext uri="{FF2B5EF4-FFF2-40B4-BE49-F238E27FC236}">
                    <a16:creationId xmlns:a16="http://schemas.microsoft.com/office/drawing/2014/main" id="{AB0600A8-BF56-4D21-9B51-2685B82E55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1" y="889"/>
                <a:ext cx="36" cy="19"/>
              </a:xfrm>
              <a:custGeom>
                <a:avLst/>
                <a:gdLst>
                  <a:gd name="T0" fmla="*/ 0 w 23"/>
                  <a:gd name="T1" fmla="*/ 0 h 12"/>
                  <a:gd name="T2" fmla="*/ 22 w 23"/>
                  <a:gd name="T3" fmla="*/ 8 h 12"/>
                  <a:gd name="T4" fmla="*/ 47 w 23"/>
                  <a:gd name="T5" fmla="*/ 25 h 12"/>
                  <a:gd name="T6" fmla="*/ 88 w 23"/>
                  <a:gd name="T7" fmla="*/ 48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" h="12">
                    <a:moveTo>
                      <a:pt x="0" y="0"/>
                    </a:moveTo>
                    <a:cubicBezTo>
                      <a:pt x="2" y="1"/>
                      <a:pt x="4" y="1"/>
                      <a:pt x="6" y="2"/>
                    </a:cubicBezTo>
                    <a:cubicBezTo>
                      <a:pt x="9" y="2"/>
                      <a:pt x="10" y="4"/>
                      <a:pt x="12" y="6"/>
                    </a:cubicBezTo>
                    <a:cubicBezTo>
                      <a:pt x="15" y="8"/>
                      <a:pt x="20" y="8"/>
                      <a:pt x="23" y="12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266" name="Freeform 821">
                <a:extLst>
                  <a:ext uri="{FF2B5EF4-FFF2-40B4-BE49-F238E27FC236}">
                    <a16:creationId xmlns:a16="http://schemas.microsoft.com/office/drawing/2014/main" id="{43A749C1-BE84-46E7-9A75-2C516B5195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5" y="931"/>
                <a:ext cx="68" cy="32"/>
              </a:xfrm>
              <a:custGeom>
                <a:avLst/>
                <a:gdLst>
                  <a:gd name="T0" fmla="*/ 158 w 44"/>
                  <a:gd name="T1" fmla="*/ 0 h 21"/>
                  <a:gd name="T2" fmla="*/ 127 w 44"/>
                  <a:gd name="T3" fmla="*/ 27 h 21"/>
                  <a:gd name="T4" fmla="*/ 87 w 44"/>
                  <a:gd name="T5" fmla="*/ 46 h 21"/>
                  <a:gd name="T6" fmla="*/ 45 w 44"/>
                  <a:gd name="T7" fmla="*/ 61 h 21"/>
                  <a:gd name="T8" fmla="*/ 0 w 44"/>
                  <a:gd name="T9" fmla="*/ 46 h 21"/>
                  <a:gd name="T10" fmla="*/ 108 w 44"/>
                  <a:gd name="T11" fmla="*/ 61 h 21"/>
                  <a:gd name="T12" fmla="*/ 162 w 44"/>
                  <a:gd name="T13" fmla="*/ 61 h 21"/>
                  <a:gd name="T14" fmla="*/ 158 w 44"/>
                  <a:gd name="T15" fmla="*/ 12 h 2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4" h="21">
                    <a:moveTo>
                      <a:pt x="43" y="0"/>
                    </a:moveTo>
                    <a:cubicBezTo>
                      <a:pt x="42" y="3"/>
                      <a:pt x="36" y="5"/>
                      <a:pt x="34" y="8"/>
                    </a:cubicBezTo>
                    <a:cubicBezTo>
                      <a:pt x="30" y="11"/>
                      <a:pt x="27" y="12"/>
                      <a:pt x="23" y="13"/>
                    </a:cubicBezTo>
                    <a:cubicBezTo>
                      <a:pt x="19" y="14"/>
                      <a:pt x="16" y="17"/>
                      <a:pt x="12" y="17"/>
                    </a:cubicBezTo>
                    <a:cubicBezTo>
                      <a:pt x="9" y="17"/>
                      <a:pt x="3" y="16"/>
                      <a:pt x="0" y="13"/>
                    </a:cubicBezTo>
                    <a:cubicBezTo>
                      <a:pt x="7" y="21"/>
                      <a:pt x="20" y="20"/>
                      <a:pt x="29" y="17"/>
                    </a:cubicBezTo>
                    <a:cubicBezTo>
                      <a:pt x="33" y="15"/>
                      <a:pt x="42" y="8"/>
                      <a:pt x="44" y="17"/>
                    </a:cubicBezTo>
                    <a:cubicBezTo>
                      <a:pt x="44" y="13"/>
                      <a:pt x="42" y="7"/>
                      <a:pt x="43" y="3"/>
                    </a:cubicBezTo>
                  </a:path>
                </a:pathLst>
              </a:custGeom>
              <a:solidFill>
                <a:srgbClr val="6B2D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267" name="Freeform 822">
                <a:extLst>
                  <a:ext uri="{FF2B5EF4-FFF2-40B4-BE49-F238E27FC236}">
                    <a16:creationId xmlns:a16="http://schemas.microsoft.com/office/drawing/2014/main" id="{510F74D3-2F34-49F8-A460-0306EB7F00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8" y="955"/>
                <a:ext cx="32" cy="26"/>
              </a:xfrm>
              <a:custGeom>
                <a:avLst/>
                <a:gdLst>
                  <a:gd name="T0" fmla="*/ 75 w 21"/>
                  <a:gd name="T1" fmla="*/ 8 h 17"/>
                  <a:gd name="T2" fmla="*/ 49 w 21"/>
                  <a:gd name="T3" fmla="*/ 8 h 17"/>
                  <a:gd name="T4" fmla="*/ 27 w 21"/>
                  <a:gd name="T5" fmla="*/ 18 h 17"/>
                  <a:gd name="T6" fmla="*/ 0 w 21"/>
                  <a:gd name="T7" fmla="*/ 61 h 17"/>
                  <a:gd name="T8" fmla="*/ 32 w 21"/>
                  <a:gd name="T9" fmla="*/ 5 h 17"/>
                  <a:gd name="T10" fmla="*/ 75 w 21"/>
                  <a:gd name="T11" fmla="*/ 12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1" h="17">
                    <a:moveTo>
                      <a:pt x="21" y="2"/>
                    </a:moveTo>
                    <a:cubicBezTo>
                      <a:pt x="18" y="2"/>
                      <a:pt x="16" y="1"/>
                      <a:pt x="14" y="2"/>
                    </a:cubicBezTo>
                    <a:cubicBezTo>
                      <a:pt x="12" y="3"/>
                      <a:pt x="9" y="4"/>
                      <a:pt x="8" y="5"/>
                    </a:cubicBezTo>
                    <a:cubicBezTo>
                      <a:pt x="4" y="8"/>
                      <a:pt x="3" y="13"/>
                      <a:pt x="0" y="17"/>
                    </a:cubicBezTo>
                    <a:cubicBezTo>
                      <a:pt x="1" y="12"/>
                      <a:pt x="4" y="3"/>
                      <a:pt x="9" y="1"/>
                    </a:cubicBezTo>
                    <a:cubicBezTo>
                      <a:pt x="13" y="0"/>
                      <a:pt x="17" y="0"/>
                      <a:pt x="21" y="3"/>
                    </a:cubicBezTo>
                  </a:path>
                </a:pathLst>
              </a:custGeom>
              <a:solidFill>
                <a:srgbClr val="6B2D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268" name="Freeform 823">
                <a:extLst>
                  <a:ext uri="{FF2B5EF4-FFF2-40B4-BE49-F238E27FC236}">
                    <a16:creationId xmlns:a16="http://schemas.microsoft.com/office/drawing/2014/main" id="{B67CDAF7-B0A4-42A9-9D02-03E2B3325F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2" y="932"/>
                <a:ext cx="29" cy="15"/>
              </a:xfrm>
              <a:custGeom>
                <a:avLst/>
                <a:gdLst>
                  <a:gd name="T0" fmla="*/ 67 w 19"/>
                  <a:gd name="T1" fmla="*/ 35 h 10"/>
                  <a:gd name="T2" fmla="*/ 49 w 19"/>
                  <a:gd name="T3" fmla="*/ 27 h 10"/>
                  <a:gd name="T4" fmla="*/ 27 w 19"/>
                  <a:gd name="T5" fmla="*/ 14 h 10"/>
                  <a:gd name="T6" fmla="*/ 0 w 19"/>
                  <a:gd name="T7" fmla="*/ 0 h 10"/>
                  <a:gd name="T8" fmla="*/ 18 w 19"/>
                  <a:gd name="T9" fmla="*/ 14 h 10"/>
                  <a:gd name="T10" fmla="*/ 26 w 19"/>
                  <a:gd name="T11" fmla="*/ 14 h 10"/>
                  <a:gd name="T12" fmla="*/ 32 w 19"/>
                  <a:gd name="T13" fmla="*/ 21 h 10"/>
                  <a:gd name="T14" fmla="*/ 53 w 19"/>
                  <a:gd name="T15" fmla="*/ 27 h 10"/>
                  <a:gd name="T16" fmla="*/ 67 w 19"/>
                  <a:gd name="T17" fmla="*/ 35 h 1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9" h="10">
                    <a:moveTo>
                      <a:pt x="19" y="10"/>
                    </a:moveTo>
                    <a:cubicBezTo>
                      <a:pt x="18" y="9"/>
                      <a:pt x="16" y="8"/>
                      <a:pt x="14" y="8"/>
                    </a:cubicBezTo>
                    <a:cubicBezTo>
                      <a:pt x="11" y="7"/>
                      <a:pt x="10" y="6"/>
                      <a:pt x="8" y="4"/>
                    </a:cubicBezTo>
                    <a:cubicBezTo>
                      <a:pt x="6" y="1"/>
                      <a:pt x="2" y="2"/>
                      <a:pt x="0" y="0"/>
                    </a:cubicBezTo>
                    <a:cubicBezTo>
                      <a:pt x="2" y="1"/>
                      <a:pt x="3" y="3"/>
                      <a:pt x="5" y="4"/>
                    </a:cubicBezTo>
                    <a:cubicBezTo>
                      <a:pt x="6" y="4"/>
                      <a:pt x="7" y="4"/>
                      <a:pt x="7" y="4"/>
                    </a:cubicBezTo>
                    <a:cubicBezTo>
                      <a:pt x="8" y="5"/>
                      <a:pt x="8" y="6"/>
                      <a:pt x="9" y="6"/>
                    </a:cubicBezTo>
                    <a:cubicBezTo>
                      <a:pt x="11" y="7"/>
                      <a:pt x="13" y="7"/>
                      <a:pt x="15" y="8"/>
                    </a:cubicBezTo>
                    <a:cubicBezTo>
                      <a:pt x="16" y="9"/>
                      <a:pt x="18" y="10"/>
                      <a:pt x="19" y="10"/>
                    </a:cubicBezTo>
                  </a:path>
                </a:pathLst>
              </a:custGeom>
              <a:solidFill>
                <a:srgbClr val="6B2D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269" name="Freeform 824">
                <a:extLst>
                  <a:ext uri="{FF2B5EF4-FFF2-40B4-BE49-F238E27FC236}">
                    <a16:creationId xmlns:a16="http://schemas.microsoft.com/office/drawing/2014/main" id="{F85BE838-DDF9-49A1-BD98-504925614E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3" y="920"/>
                <a:ext cx="23" cy="3"/>
              </a:xfrm>
              <a:custGeom>
                <a:avLst/>
                <a:gdLst>
                  <a:gd name="T0" fmla="*/ 54 w 15"/>
                  <a:gd name="T1" fmla="*/ 0 h 2"/>
                  <a:gd name="T2" fmla="*/ 28 w 15"/>
                  <a:gd name="T3" fmla="*/ 0 h 2"/>
                  <a:gd name="T4" fmla="*/ 0 w 15"/>
                  <a:gd name="T5" fmla="*/ 8 h 2"/>
                  <a:gd name="T6" fmla="*/ 12 w 15"/>
                  <a:gd name="T7" fmla="*/ 5 h 2"/>
                  <a:gd name="T8" fmla="*/ 21 w 15"/>
                  <a:gd name="T9" fmla="*/ 8 h 2"/>
                  <a:gd name="T10" fmla="*/ 28 w 15"/>
                  <a:gd name="T11" fmla="*/ 5 h 2"/>
                  <a:gd name="T12" fmla="*/ 35 w 15"/>
                  <a:gd name="T13" fmla="*/ 5 h 2"/>
                  <a:gd name="T14" fmla="*/ 40 w 15"/>
                  <a:gd name="T15" fmla="*/ 5 h 2"/>
                  <a:gd name="T16" fmla="*/ 48 w 15"/>
                  <a:gd name="T17" fmla="*/ 5 h 2"/>
                  <a:gd name="T18" fmla="*/ 54 w 15"/>
                  <a:gd name="T19" fmla="*/ 0 h 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5" h="2">
                    <a:moveTo>
                      <a:pt x="15" y="0"/>
                    </a:moveTo>
                    <a:cubicBezTo>
                      <a:pt x="13" y="0"/>
                      <a:pt x="10" y="0"/>
                      <a:pt x="8" y="0"/>
                    </a:cubicBezTo>
                    <a:cubicBezTo>
                      <a:pt x="5" y="0"/>
                      <a:pt x="3" y="1"/>
                      <a:pt x="0" y="2"/>
                    </a:cubicBezTo>
                    <a:cubicBezTo>
                      <a:pt x="1" y="2"/>
                      <a:pt x="2" y="1"/>
                      <a:pt x="3" y="1"/>
                    </a:cubicBezTo>
                    <a:cubicBezTo>
                      <a:pt x="4" y="1"/>
                      <a:pt x="5" y="2"/>
                      <a:pt x="6" y="2"/>
                    </a:cubicBezTo>
                    <a:cubicBezTo>
                      <a:pt x="6" y="2"/>
                      <a:pt x="7" y="1"/>
                      <a:pt x="8" y="1"/>
                    </a:cubicBezTo>
                    <a:cubicBezTo>
                      <a:pt x="8" y="1"/>
                      <a:pt x="9" y="1"/>
                      <a:pt x="10" y="1"/>
                    </a:cubicBezTo>
                    <a:cubicBezTo>
                      <a:pt x="10" y="1"/>
                      <a:pt x="10" y="1"/>
                      <a:pt x="11" y="1"/>
                    </a:cubicBezTo>
                    <a:cubicBezTo>
                      <a:pt x="12" y="1"/>
                      <a:pt x="12" y="1"/>
                      <a:pt x="13" y="1"/>
                    </a:cubicBezTo>
                    <a:cubicBezTo>
                      <a:pt x="14" y="1"/>
                      <a:pt x="14" y="0"/>
                      <a:pt x="15" y="0"/>
                    </a:cubicBezTo>
                  </a:path>
                </a:pathLst>
              </a:custGeom>
              <a:solidFill>
                <a:srgbClr val="6B2D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270" name="Freeform 825">
                <a:extLst>
                  <a:ext uri="{FF2B5EF4-FFF2-40B4-BE49-F238E27FC236}">
                    <a16:creationId xmlns:a16="http://schemas.microsoft.com/office/drawing/2014/main" id="{437AF53E-5399-4C19-89CC-C3EB405D95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0" y="912"/>
                <a:ext cx="22" cy="3"/>
              </a:xfrm>
              <a:custGeom>
                <a:avLst/>
                <a:gdLst>
                  <a:gd name="T0" fmla="*/ 55 w 14"/>
                  <a:gd name="T1" fmla="*/ 8 h 2"/>
                  <a:gd name="T2" fmla="*/ 27 w 14"/>
                  <a:gd name="T3" fmla="*/ 5 h 2"/>
                  <a:gd name="T4" fmla="*/ 0 w 14"/>
                  <a:gd name="T5" fmla="*/ 8 h 2"/>
                  <a:gd name="T6" fmla="*/ 14 w 14"/>
                  <a:gd name="T7" fmla="*/ 8 h 2"/>
                  <a:gd name="T8" fmla="*/ 35 w 14"/>
                  <a:gd name="T9" fmla="*/ 8 h 2"/>
                  <a:gd name="T10" fmla="*/ 55 w 14"/>
                  <a:gd name="T11" fmla="*/ 8 h 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" h="2">
                    <a:moveTo>
                      <a:pt x="14" y="2"/>
                    </a:moveTo>
                    <a:cubicBezTo>
                      <a:pt x="11" y="2"/>
                      <a:pt x="9" y="1"/>
                      <a:pt x="7" y="1"/>
                    </a:cubicBezTo>
                    <a:cubicBezTo>
                      <a:pt x="5" y="1"/>
                      <a:pt x="2" y="0"/>
                      <a:pt x="0" y="2"/>
                    </a:cubicBezTo>
                    <a:cubicBezTo>
                      <a:pt x="1" y="2"/>
                      <a:pt x="3" y="2"/>
                      <a:pt x="4" y="2"/>
                    </a:cubicBezTo>
                    <a:cubicBezTo>
                      <a:pt x="5" y="2"/>
                      <a:pt x="7" y="2"/>
                      <a:pt x="9" y="2"/>
                    </a:cubicBezTo>
                    <a:cubicBezTo>
                      <a:pt x="10" y="2"/>
                      <a:pt x="12" y="2"/>
                      <a:pt x="14" y="2"/>
                    </a:cubicBezTo>
                  </a:path>
                </a:pathLst>
              </a:custGeom>
              <a:solidFill>
                <a:srgbClr val="6B2D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271" name="Freeform 826">
                <a:extLst>
                  <a:ext uri="{FF2B5EF4-FFF2-40B4-BE49-F238E27FC236}">
                    <a16:creationId xmlns:a16="http://schemas.microsoft.com/office/drawing/2014/main" id="{AB957C5C-D6A1-4F28-B1BD-D7C60AB3CB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8" y="990"/>
                <a:ext cx="32" cy="75"/>
              </a:xfrm>
              <a:custGeom>
                <a:avLst/>
                <a:gdLst>
                  <a:gd name="T0" fmla="*/ 75 w 21"/>
                  <a:gd name="T1" fmla="*/ 0 h 49"/>
                  <a:gd name="T2" fmla="*/ 27 w 21"/>
                  <a:gd name="T3" fmla="*/ 28 h 49"/>
                  <a:gd name="T4" fmla="*/ 5 w 21"/>
                  <a:gd name="T5" fmla="*/ 75 h 49"/>
                  <a:gd name="T6" fmla="*/ 8 w 21"/>
                  <a:gd name="T7" fmla="*/ 133 h 49"/>
                  <a:gd name="T8" fmla="*/ 18 w 21"/>
                  <a:gd name="T9" fmla="*/ 171 h 49"/>
                  <a:gd name="T10" fmla="*/ 21 w 21"/>
                  <a:gd name="T11" fmla="*/ 176 h 49"/>
                  <a:gd name="T12" fmla="*/ 18 w 21"/>
                  <a:gd name="T13" fmla="*/ 155 h 49"/>
                  <a:gd name="T14" fmla="*/ 14 w 21"/>
                  <a:gd name="T15" fmla="*/ 122 h 49"/>
                  <a:gd name="T16" fmla="*/ 14 w 21"/>
                  <a:gd name="T17" fmla="*/ 87 h 49"/>
                  <a:gd name="T18" fmla="*/ 26 w 21"/>
                  <a:gd name="T19" fmla="*/ 57 h 49"/>
                  <a:gd name="T20" fmla="*/ 53 w 21"/>
                  <a:gd name="T21" fmla="*/ 14 h 49"/>
                  <a:gd name="T22" fmla="*/ 67 w 21"/>
                  <a:gd name="T23" fmla="*/ 5 h 49"/>
                  <a:gd name="T24" fmla="*/ 75 w 21"/>
                  <a:gd name="T25" fmla="*/ 0 h 49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1" h="49">
                    <a:moveTo>
                      <a:pt x="21" y="0"/>
                    </a:moveTo>
                    <a:cubicBezTo>
                      <a:pt x="16" y="0"/>
                      <a:pt x="11" y="4"/>
                      <a:pt x="8" y="8"/>
                    </a:cubicBezTo>
                    <a:cubicBezTo>
                      <a:pt x="5" y="11"/>
                      <a:pt x="2" y="16"/>
                      <a:pt x="1" y="21"/>
                    </a:cubicBezTo>
                    <a:cubicBezTo>
                      <a:pt x="0" y="26"/>
                      <a:pt x="0" y="32"/>
                      <a:pt x="2" y="37"/>
                    </a:cubicBezTo>
                    <a:cubicBezTo>
                      <a:pt x="3" y="40"/>
                      <a:pt x="3" y="45"/>
                      <a:pt x="5" y="48"/>
                    </a:cubicBezTo>
                    <a:cubicBezTo>
                      <a:pt x="6" y="48"/>
                      <a:pt x="6" y="48"/>
                      <a:pt x="6" y="49"/>
                    </a:cubicBezTo>
                    <a:cubicBezTo>
                      <a:pt x="6" y="47"/>
                      <a:pt x="5" y="45"/>
                      <a:pt x="5" y="43"/>
                    </a:cubicBezTo>
                    <a:cubicBezTo>
                      <a:pt x="4" y="40"/>
                      <a:pt x="5" y="37"/>
                      <a:pt x="4" y="34"/>
                    </a:cubicBezTo>
                    <a:cubicBezTo>
                      <a:pt x="4" y="31"/>
                      <a:pt x="3" y="27"/>
                      <a:pt x="4" y="24"/>
                    </a:cubicBezTo>
                    <a:cubicBezTo>
                      <a:pt x="4" y="21"/>
                      <a:pt x="6" y="19"/>
                      <a:pt x="7" y="16"/>
                    </a:cubicBezTo>
                    <a:cubicBezTo>
                      <a:pt x="10" y="12"/>
                      <a:pt x="13" y="8"/>
                      <a:pt x="15" y="4"/>
                    </a:cubicBezTo>
                    <a:cubicBezTo>
                      <a:pt x="16" y="3"/>
                      <a:pt x="17" y="2"/>
                      <a:pt x="19" y="1"/>
                    </a:cubicBezTo>
                    <a:cubicBezTo>
                      <a:pt x="19" y="1"/>
                      <a:pt x="21" y="1"/>
                      <a:pt x="21" y="0"/>
                    </a:cubicBezTo>
                  </a:path>
                </a:pathLst>
              </a:custGeom>
              <a:solidFill>
                <a:srgbClr val="6B2D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272" name="Freeform 827">
                <a:extLst>
                  <a:ext uri="{FF2B5EF4-FFF2-40B4-BE49-F238E27FC236}">
                    <a16:creationId xmlns:a16="http://schemas.microsoft.com/office/drawing/2014/main" id="{CC83C9FC-8C0F-4D59-91BA-1A6CC65BA0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4" y="990"/>
                <a:ext cx="37" cy="76"/>
              </a:xfrm>
              <a:custGeom>
                <a:avLst/>
                <a:gdLst>
                  <a:gd name="T0" fmla="*/ 0 w 24"/>
                  <a:gd name="T1" fmla="*/ 0 h 50"/>
                  <a:gd name="T2" fmla="*/ 34 w 24"/>
                  <a:gd name="T3" fmla="*/ 12 h 50"/>
                  <a:gd name="T4" fmla="*/ 60 w 24"/>
                  <a:gd name="T5" fmla="*/ 32 h 50"/>
                  <a:gd name="T6" fmla="*/ 74 w 24"/>
                  <a:gd name="T7" fmla="*/ 55 h 50"/>
                  <a:gd name="T8" fmla="*/ 83 w 24"/>
                  <a:gd name="T9" fmla="*/ 76 h 50"/>
                  <a:gd name="T10" fmla="*/ 74 w 24"/>
                  <a:gd name="T11" fmla="*/ 129 h 50"/>
                  <a:gd name="T12" fmla="*/ 62 w 24"/>
                  <a:gd name="T13" fmla="*/ 176 h 50"/>
                  <a:gd name="T14" fmla="*/ 74 w 24"/>
                  <a:gd name="T15" fmla="*/ 112 h 50"/>
                  <a:gd name="T16" fmla="*/ 66 w 24"/>
                  <a:gd name="T17" fmla="*/ 55 h 50"/>
                  <a:gd name="T18" fmla="*/ 52 w 24"/>
                  <a:gd name="T19" fmla="*/ 32 h 50"/>
                  <a:gd name="T20" fmla="*/ 34 w 24"/>
                  <a:gd name="T21" fmla="*/ 14 h 50"/>
                  <a:gd name="T22" fmla="*/ 5 w 24"/>
                  <a:gd name="T23" fmla="*/ 5 h 50"/>
                  <a:gd name="T24" fmla="*/ 8 w 24"/>
                  <a:gd name="T25" fmla="*/ 0 h 5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4" h="50">
                    <a:moveTo>
                      <a:pt x="0" y="0"/>
                    </a:moveTo>
                    <a:cubicBezTo>
                      <a:pt x="3" y="1"/>
                      <a:pt x="6" y="1"/>
                      <a:pt x="9" y="3"/>
                    </a:cubicBezTo>
                    <a:cubicBezTo>
                      <a:pt x="12" y="4"/>
                      <a:pt x="15" y="6"/>
                      <a:pt x="16" y="9"/>
                    </a:cubicBezTo>
                    <a:cubicBezTo>
                      <a:pt x="18" y="11"/>
                      <a:pt x="19" y="13"/>
                      <a:pt x="20" y="16"/>
                    </a:cubicBezTo>
                    <a:cubicBezTo>
                      <a:pt x="21" y="18"/>
                      <a:pt x="23" y="19"/>
                      <a:pt x="23" y="22"/>
                    </a:cubicBezTo>
                    <a:cubicBezTo>
                      <a:pt x="24" y="27"/>
                      <a:pt x="21" y="32"/>
                      <a:pt x="20" y="37"/>
                    </a:cubicBezTo>
                    <a:cubicBezTo>
                      <a:pt x="19" y="41"/>
                      <a:pt x="19" y="46"/>
                      <a:pt x="17" y="50"/>
                    </a:cubicBezTo>
                    <a:cubicBezTo>
                      <a:pt x="18" y="44"/>
                      <a:pt x="19" y="38"/>
                      <a:pt x="20" y="32"/>
                    </a:cubicBezTo>
                    <a:cubicBezTo>
                      <a:pt x="20" y="27"/>
                      <a:pt x="19" y="21"/>
                      <a:pt x="18" y="16"/>
                    </a:cubicBezTo>
                    <a:cubicBezTo>
                      <a:pt x="17" y="14"/>
                      <a:pt x="15" y="11"/>
                      <a:pt x="14" y="9"/>
                    </a:cubicBezTo>
                    <a:cubicBezTo>
                      <a:pt x="12" y="7"/>
                      <a:pt x="11" y="6"/>
                      <a:pt x="9" y="4"/>
                    </a:cubicBezTo>
                    <a:cubicBezTo>
                      <a:pt x="7" y="3"/>
                      <a:pt x="3" y="1"/>
                      <a:pt x="1" y="1"/>
                    </a:cubicBezTo>
                    <a:cubicBezTo>
                      <a:pt x="1" y="1"/>
                      <a:pt x="1" y="1"/>
                      <a:pt x="2" y="0"/>
                    </a:cubicBezTo>
                  </a:path>
                </a:pathLst>
              </a:custGeom>
              <a:solidFill>
                <a:srgbClr val="6B2D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273" name="Freeform 828">
                <a:extLst>
                  <a:ext uri="{FF2B5EF4-FFF2-40B4-BE49-F238E27FC236}">
                    <a16:creationId xmlns:a16="http://schemas.microsoft.com/office/drawing/2014/main" id="{3292831B-5EBE-4022-8A2E-AEC9CAA01A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4" y="1017"/>
                <a:ext cx="35" cy="20"/>
              </a:xfrm>
              <a:custGeom>
                <a:avLst/>
                <a:gdLst>
                  <a:gd name="T0" fmla="*/ 0 w 23"/>
                  <a:gd name="T1" fmla="*/ 8 h 13"/>
                  <a:gd name="T2" fmla="*/ 56 w 23"/>
                  <a:gd name="T3" fmla="*/ 22 h 13"/>
                  <a:gd name="T4" fmla="*/ 81 w 23"/>
                  <a:gd name="T5" fmla="*/ 48 h 13"/>
                  <a:gd name="T6" fmla="*/ 67 w 23"/>
                  <a:gd name="T7" fmla="*/ 34 h 13"/>
                  <a:gd name="T8" fmla="*/ 53 w 23"/>
                  <a:gd name="T9" fmla="*/ 34 h 13"/>
                  <a:gd name="T10" fmla="*/ 40 w 23"/>
                  <a:gd name="T11" fmla="*/ 22 h 13"/>
                  <a:gd name="T12" fmla="*/ 5 w 23"/>
                  <a:gd name="T13" fmla="*/ 8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" h="13">
                    <a:moveTo>
                      <a:pt x="0" y="2"/>
                    </a:moveTo>
                    <a:cubicBezTo>
                      <a:pt x="7" y="0"/>
                      <a:pt x="10" y="6"/>
                      <a:pt x="16" y="6"/>
                    </a:cubicBezTo>
                    <a:cubicBezTo>
                      <a:pt x="20" y="7"/>
                      <a:pt x="22" y="8"/>
                      <a:pt x="23" y="13"/>
                    </a:cubicBezTo>
                    <a:cubicBezTo>
                      <a:pt x="22" y="11"/>
                      <a:pt x="21" y="9"/>
                      <a:pt x="19" y="9"/>
                    </a:cubicBezTo>
                    <a:cubicBezTo>
                      <a:pt x="17" y="9"/>
                      <a:pt x="16" y="10"/>
                      <a:pt x="15" y="9"/>
                    </a:cubicBezTo>
                    <a:cubicBezTo>
                      <a:pt x="13" y="9"/>
                      <a:pt x="12" y="7"/>
                      <a:pt x="11" y="6"/>
                    </a:cubicBezTo>
                    <a:cubicBezTo>
                      <a:pt x="8" y="4"/>
                      <a:pt x="4" y="4"/>
                      <a:pt x="1" y="2"/>
                    </a:cubicBezTo>
                  </a:path>
                </a:pathLst>
              </a:custGeom>
              <a:solidFill>
                <a:srgbClr val="6B2D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274" name="Freeform 829">
                <a:extLst>
                  <a:ext uri="{FF2B5EF4-FFF2-40B4-BE49-F238E27FC236}">
                    <a16:creationId xmlns:a16="http://schemas.microsoft.com/office/drawing/2014/main" id="{984419E5-CA2D-4453-AA98-339A3F18EE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9" y="748"/>
                <a:ext cx="109" cy="196"/>
              </a:xfrm>
              <a:custGeom>
                <a:avLst/>
                <a:gdLst>
                  <a:gd name="T0" fmla="*/ 243 w 71"/>
                  <a:gd name="T1" fmla="*/ 5 h 129"/>
                  <a:gd name="T2" fmla="*/ 215 w 71"/>
                  <a:gd name="T3" fmla="*/ 14 h 129"/>
                  <a:gd name="T4" fmla="*/ 203 w 71"/>
                  <a:gd name="T5" fmla="*/ 18 h 129"/>
                  <a:gd name="T6" fmla="*/ 198 w 71"/>
                  <a:gd name="T7" fmla="*/ 26 h 129"/>
                  <a:gd name="T8" fmla="*/ 190 w 71"/>
                  <a:gd name="T9" fmla="*/ 27 h 129"/>
                  <a:gd name="T10" fmla="*/ 167 w 71"/>
                  <a:gd name="T11" fmla="*/ 40 h 129"/>
                  <a:gd name="T12" fmla="*/ 129 w 71"/>
                  <a:gd name="T13" fmla="*/ 40 h 129"/>
                  <a:gd name="T14" fmla="*/ 106 w 71"/>
                  <a:gd name="T15" fmla="*/ 49 h 129"/>
                  <a:gd name="T16" fmla="*/ 88 w 71"/>
                  <a:gd name="T17" fmla="*/ 61 h 129"/>
                  <a:gd name="T18" fmla="*/ 89 w 71"/>
                  <a:gd name="T19" fmla="*/ 67 h 129"/>
                  <a:gd name="T20" fmla="*/ 75 w 71"/>
                  <a:gd name="T21" fmla="*/ 76 h 129"/>
                  <a:gd name="T22" fmla="*/ 74 w 71"/>
                  <a:gd name="T23" fmla="*/ 94 h 129"/>
                  <a:gd name="T24" fmla="*/ 48 w 71"/>
                  <a:gd name="T25" fmla="*/ 128 h 129"/>
                  <a:gd name="T26" fmla="*/ 40 w 71"/>
                  <a:gd name="T27" fmla="*/ 143 h 129"/>
                  <a:gd name="T28" fmla="*/ 21 w 71"/>
                  <a:gd name="T29" fmla="*/ 175 h 129"/>
                  <a:gd name="T30" fmla="*/ 14 w 71"/>
                  <a:gd name="T31" fmla="*/ 210 h 129"/>
                  <a:gd name="T32" fmla="*/ 26 w 71"/>
                  <a:gd name="T33" fmla="*/ 214 h 129"/>
                  <a:gd name="T34" fmla="*/ 26 w 71"/>
                  <a:gd name="T35" fmla="*/ 228 h 129"/>
                  <a:gd name="T36" fmla="*/ 54 w 71"/>
                  <a:gd name="T37" fmla="*/ 237 h 129"/>
                  <a:gd name="T38" fmla="*/ 61 w 71"/>
                  <a:gd name="T39" fmla="*/ 266 h 129"/>
                  <a:gd name="T40" fmla="*/ 75 w 71"/>
                  <a:gd name="T41" fmla="*/ 275 h 129"/>
                  <a:gd name="T42" fmla="*/ 83 w 71"/>
                  <a:gd name="T43" fmla="*/ 289 h 129"/>
                  <a:gd name="T44" fmla="*/ 88 w 71"/>
                  <a:gd name="T45" fmla="*/ 305 h 129"/>
                  <a:gd name="T46" fmla="*/ 88 w 71"/>
                  <a:gd name="T47" fmla="*/ 325 h 129"/>
                  <a:gd name="T48" fmla="*/ 94 w 71"/>
                  <a:gd name="T49" fmla="*/ 343 h 129"/>
                  <a:gd name="T50" fmla="*/ 94 w 71"/>
                  <a:gd name="T51" fmla="*/ 352 h 129"/>
                  <a:gd name="T52" fmla="*/ 97 w 71"/>
                  <a:gd name="T53" fmla="*/ 360 h 129"/>
                  <a:gd name="T54" fmla="*/ 101 w 71"/>
                  <a:gd name="T55" fmla="*/ 386 h 129"/>
                  <a:gd name="T56" fmla="*/ 114 w 71"/>
                  <a:gd name="T57" fmla="*/ 400 h 129"/>
                  <a:gd name="T58" fmla="*/ 114 w 71"/>
                  <a:gd name="T59" fmla="*/ 421 h 129"/>
                  <a:gd name="T60" fmla="*/ 109 w 71"/>
                  <a:gd name="T61" fmla="*/ 441 h 129"/>
                  <a:gd name="T62" fmla="*/ 129 w 71"/>
                  <a:gd name="T63" fmla="*/ 453 h 129"/>
                  <a:gd name="T64" fmla="*/ 129 w 71"/>
                  <a:gd name="T65" fmla="*/ 421 h 129"/>
                  <a:gd name="T66" fmla="*/ 141 w 71"/>
                  <a:gd name="T67" fmla="*/ 392 h 129"/>
                  <a:gd name="T68" fmla="*/ 137 w 71"/>
                  <a:gd name="T69" fmla="*/ 352 h 129"/>
                  <a:gd name="T70" fmla="*/ 144 w 71"/>
                  <a:gd name="T71" fmla="*/ 330 h 129"/>
                  <a:gd name="T72" fmla="*/ 137 w 71"/>
                  <a:gd name="T73" fmla="*/ 316 h 129"/>
                  <a:gd name="T74" fmla="*/ 144 w 71"/>
                  <a:gd name="T75" fmla="*/ 302 h 129"/>
                  <a:gd name="T76" fmla="*/ 141 w 71"/>
                  <a:gd name="T77" fmla="*/ 275 h 129"/>
                  <a:gd name="T78" fmla="*/ 144 w 71"/>
                  <a:gd name="T79" fmla="*/ 249 h 129"/>
                  <a:gd name="T80" fmla="*/ 150 w 71"/>
                  <a:gd name="T81" fmla="*/ 223 h 129"/>
                  <a:gd name="T82" fmla="*/ 155 w 71"/>
                  <a:gd name="T83" fmla="*/ 214 h 129"/>
                  <a:gd name="T84" fmla="*/ 163 w 71"/>
                  <a:gd name="T85" fmla="*/ 196 h 129"/>
                  <a:gd name="T86" fmla="*/ 163 w 71"/>
                  <a:gd name="T87" fmla="*/ 187 h 129"/>
                  <a:gd name="T88" fmla="*/ 170 w 71"/>
                  <a:gd name="T89" fmla="*/ 170 h 129"/>
                  <a:gd name="T90" fmla="*/ 175 w 71"/>
                  <a:gd name="T91" fmla="*/ 147 h 129"/>
                  <a:gd name="T92" fmla="*/ 184 w 71"/>
                  <a:gd name="T93" fmla="*/ 120 h 129"/>
                  <a:gd name="T94" fmla="*/ 198 w 71"/>
                  <a:gd name="T95" fmla="*/ 93 h 129"/>
                  <a:gd name="T96" fmla="*/ 198 w 71"/>
                  <a:gd name="T97" fmla="*/ 76 h 129"/>
                  <a:gd name="T98" fmla="*/ 216 w 71"/>
                  <a:gd name="T99" fmla="*/ 76 h 129"/>
                  <a:gd name="T100" fmla="*/ 229 w 71"/>
                  <a:gd name="T101" fmla="*/ 53 h 129"/>
                  <a:gd name="T102" fmla="*/ 243 w 71"/>
                  <a:gd name="T103" fmla="*/ 40 h 129"/>
                  <a:gd name="T104" fmla="*/ 246 w 71"/>
                  <a:gd name="T105" fmla="*/ 32 h 129"/>
                  <a:gd name="T106" fmla="*/ 252 w 71"/>
                  <a:gd name="T107" fmla="*/ 27 h 129"/>
                  <a:gd name="T108" fmla="*/ 243 w 71"/>
                  <a:gd name="T109" fmla="*/ 0 h 129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</a:gdLst>
                <a:ahLst/>
                <a:cxnLst>
                  <a:cxn ang="T110">
                    <a:pos x="T0" y="T1"/>
                  </a:cxn>
                  <a:cxn ang="T111">
                    <a:pos x="T2" y="T3"/>
                  </a:cxn>
                  <a:cxn ang="T112">
                    <a:pos x="T4" y="T5"/>
                  </a:cxn>
                  <a:cxn ang="T113">
                    <a:pos x="T6" y="T7"/>
                  </a:cxn>
                  <a:cxn ang="T114">
                    <a:pos x="T8" y="T9"/>
                  </a:cxn>
                  <a:cxn ang="T115">
                    <a:pos x="T10" y="T11"/>
                  </a:cxn>
                  <a:cxn ang="T116">
                    <a:pos x="T12" y="T13"/>
                  </a:cxn>
                  <a:cxn ang="T117">
                    <a:pos x="T14" y="T15"/>
                  </a:cxn>
                  <a:cxn ang="T118">
                    <a:pos x="T16" y="T17"/>
                  </a:cxn>
                  <a:cxn ang="T119">
                    <a:pos x="T18" y="T19"/>
                  </a:cxn>
                  <a:cxn ang="T120">
                    <a:pos x="T20" y="T21"/>
                  </a:cxn>
                  <a:cxn ang="T121">
                    <a:pos x="T22" y="T23"/>
                  </a:cxn>
                  <a:cxn ang="T122">
                    <a:pos x="T24" y="T25"/>
                  </a:cxn>
                  <a:cxn ang="T123">
                    <a:pos x="T26" y="T27"/>
                  </a:cxn>
                  <a:cxn ang="T124">
                    <a:pos x="T28" y="T29"/>
                  </a:cxn>
                  <a:cxn ang="T125">
                    <a:pos x="T30" y="T31"/>
                  </a:cxn>
                  <a:cxn ang="T126">
                    <a:pos x="T32" y="T33"/>
                  </a:cxn>
                  <a:cxn ang="T127">
                    <a:pos x="T34" y="T35"/>
                  </a:cxn>
                  <a:cxn ang="T128">
                    <a:pos x="T36" y="T37"/>
                  </a:cxn>
                  <a:cxn ang="T129">
                    <a:pos x="T38" y="T39"/>
                  </a:cxn>
                  <a:cxn ang="T130">
                    <a:pos x="T40" y="T41"/>
                  </a:cxn>
                  <a:cxn ang="T131">
                    <a:pos x="T42" y="T43"/>
                  </a:cxn>
                  <a:cxn ang="T132">
                    <a:pos x="T44" y="T45"/>
                  </a:cxn>
                  <a:cxn ang="T133">
                    <a:pos x="T46" y="T47"/>
                  </a:cxn>
                  <a:cxn ang="T134">
                    <a:pos x="T48" y="T49"/>
                  </a:cxn>
                  <a:cxn ang="T135">
                    <a:pos x="T50" y="T51"/>
                  </a:cxn>
                  <a:cxn ang="T136">
                    <a:pos x="T52" y="T53"/>
                  </a:cxn>
                  <a:cxn ang="T137">
                    <a:pos x="T54" y="T55"/>
                  </a:cxn>
                  <a:cxn ang="T138">
                    <a:pos x="T56" y="T57"/>
                  </a:cxn>
                  <a:cxn ang="T139">
                    <a:pos x="T58" y="T59"/>
                  </a:cxn>
                  <a:cxn ang="T140">
                    <a:pos x="T60" y="T61"/>
                  </a:cxn>
                  <a:cxn ang="T141">
                    <a:pos x="T62" y="T63"/>
                  </a:cxn>
                  <a:cxn ang="T142">
                    <a:pos x="T64" y="T65"/>
                  </a:cxn>
                  <a:cxn ang="T143">
                    <a:pos x="T66" y="T67"/>
                  </a:cxn>
                  <a:cxn ang="T144">
                    <a:pos x="T68" y="T69"/>
                  </a:cxn>
                  <a:cxn ang="T145">
                    <a:pos x="T70" y="T71"/>
                  </a:cxn>
                  <a:cxn ang="T146">
                    <a:pos x="T72" y="T73"/>
                  </a:cxn>
                  <a:cxn ang="T147">
                    <a:pos x="T74" y="T75"/>
                  </a:cxn>
                  <a:cxn ang="T148">
                    <a:pos x="T76" y="T77"/>
                  </a:cxn>
                  <a:cxn ang="T149">
                    <a:pos x="T78" y="T79"/>
                  </a:cxn>
                  <a:cxn ang="T150">
                    <a:pos x="T80" y="T81"/>
                  </a:cxn>
                  <a:cxn ang="T151">
                    <a:pos x="T82" y="T83"/>
                  </a:cxn>
                  <a:cxn ang="T152">
                    <a:pos x="T84" y="T85"/>
                  </a:cxn>
                  <a:cxn ang="T153">
                    <a:pos x="T86" y="T87"/>
                  </a:cxn>
                  <a:cxn ang="T154">
                    <a:pos x="T88" y="T89"/>
                  </a:cxn>
                  <a:cxn ang="T155">
                    <a:pos x="T90" y="T91"/>
                  </a:cxn>
                  <a:cxn ang="T156">
                    <a:pos x="T92" y="T93"/>
                  </a:cxn>
                  <a:cxn ang="T157">
                    <a:pos x="T94" y="T95"/>
                  </a:cxn>
                  <a:cxn ang="T158">
                    <a:pos x="T96" y="T97"/>
                  </a:cxn>
                  <a:cxn ang="T159">
                    <a:pos x="T98" y="T99"/>
                  </a:cxn>
                  <a:cxn ang="T160">
                    <a:pos x="T100" y="T101"/>
                  </a:cxn>
                  <a:cxn ang="T161">
                    <a:pos x="T102" y="T103"/>
                  </a:cxn>
                  <a:cxn ang="T162">
                    <a:pos x="T104" y="T105"/>
                  </a:cxn>
                  <a:cxn ang="T163">
                    <a:pos x="T106" y="T107"/>
                  </a:cxn>
                  <a:cxn ang="T164">
                    <a:pos x="T108" y="T109"/>
                  </a:cxn>
                </a:cxnLst>
                <a:rect l="0" t="0" r="r" b="b"/>
                <a:pathLst>
                  <a:path w="71" h="129">
                    <a:moveTo>
                      <a:pt x="67" y="1"/>
                    </a:moveTo>
                    <a:cubicBezTo>
                      <a:pt x="65" y="2"/>
                      <a:pt x="62" y="3"/>
                      <a:pt x="59" y="4"/>
                    </a:cubicBezTo>
                    <a:cubicBezTo>
                      <a:pt x="58" y="4"/>
                      <a:pt x="57" y="4"/>
                      <a:pt x="56" y="5"/>
                    </a:cubicBezTo>
                    <a:cubicBezTo>
                      <a:pt x="55" y="6"/>
                      <a:pt x="55" y="7"/>
                      <a:pt x="55" y="7"/>
                    </a:cubicBezTo>
                    <a:cubicBezTo>
                      <a:pt x="54" y="8"/>
                      <a:pt x="53" y="7"/>
                      <a:pt x="53" y="8"/>
                    </a:cubicBezTo>
                    <a:cubicBezTo>
                      <a:pt x="51" y="9"/>
                      <a:pt x="49" y="11"/>
                      <a:pt x="46" y="11"/>
                    </a:cubicBezTo>
                    <a:cubicBezTo>
                      <a:pt x="43" y="11"/>
                      <a:pt x="37" y="7"/>
                      <a:pt x="36" y="11"/>
                    </a:cubicBezTo>
                    <a:cubicBezTo>
                      <a:pt x="33" y="9"/>
                      <a:pt x="30" y="11"/>
                      <a:pt x="29" y="14"/>
                    </a:cubicBezTo>
                    <a:cubicBezTo>
                      <a:pt x="27" y="13"/>
                      <a:pt x="25" y="15"/>
                      <a:pt x="24" y="17"/>
                    </a:cubicBezTo>
                    <a:cubicBezTo>
                      <a:pt x="24" y="17"/>
                      <a:pt x="25" y="18"/>
                      <a:pt x="25" y="19"/>
                    </a:cubicBezTo>
                    <a:cubicBezTo>
                      <a:pt x="24" y="20"/>
                      <a:pt x="22" y="21"/>
                      <a:pt x="21" y="22"/>
                    </a:cubicBezTo>
                    <a:cubicBezTo>
                      <a:pt x="19" y="24"/>
                      <a:pt x="20" y="26"/>
                      <a:pt x="20" y="27"/>
                    </a:cubicBezTo>
                    <a:cubicBezTo>
                      <a:pt x="18" y="30"/>
                      <a:pt x="10" y="30"/>
                      <a:pt x="13" y="36"/>
                    </a:cubicBezTo>
                    <a:cubicBezTo>
                      <a:pt x="11" y="37"/>
                      <a:pt x="9" y="39"/>
                      <a:pt x="11" y="41"/>
                    </a:cubicBezTo>
                    <a:cubicBezTo>
                      <a:pt x="4" y="39"/>
                      <a:pt x="0" y="51"/>
                      <a:pt x="6" y="50"/>
                    </a:cubicBezTo>
                    <a:cubicBezTo>
                      <a:pt x="8" y="55"/>
                      <a:pt x="1" y="56"/>
                      <a:pt x="4" y="60"/>
                    </a:cubicBezTo>
                    <a:cubicBezTo>
                      <a:pt x="5" y="61"/>
                      <a:pt x="6" y="60"/>
                      <a:pt x="7" y="61"/>
                    </a:cubicBezTo>
                    <a:cubicBezTo>
                      <a:pt x="7" y="62"/>
                      <a:pt x="6" y="64"/>
                      <a:pt x="7" y="65"/>
                    </a:cubicBezTo>
                    <a:cubicBezTo>
                      <a:pt x="8" y="68"/>
                      <a:pt x="12" y="69"/>
                      <a:pt x="15" y="68"/>
                    </a:cubicBezTo>
                    <a:cubicBezTo>
                      <a:pt x="14" y="71"/>
                      <a:pt x="15" y="74"/>
                      <a:pt x="17" y="76"/>
                    </a:cubicBezTo>
                    <a:cubicBezTo>
                      <a:pt x="19" y="77"/>
                      <a:pt x="19" y="76"/>
                      <a:pt x="21" y="78"/>
                    </a:cubicBezTo>
                    <a:cubicBezTo>
                      <a:pt x="22" y="80"/>
                      <a:pt x="19" y="82"/>
                      <a:pt x="23" y="82"/>
                    </a:cubicBezTo>
                    <a:cubicBezTo>
                      <a:pt x="23" y="84"/>
                      <a:pt x="22" y="86"/>
                      <a:pt x="24" y="87"/>
                    </a:cubicBezTo>
                    <a:cubicBezTo>
                      <a:pt x="25" y="90"/>
                      <a:pt x="23" y="91"/>
                      <a:pt x="24" y="93"/>
                    </a:cubicBezTo>
                    <a:cubicBezTo>
                      <a:pt x="24" y="95"/>
                      <a:pt x="26" y="96"/>
                      <a:pt x="26" y="98"/>
                    </a:cubicBezTo>
                    <a:cubicBezTo>
                      <a:pt x="26" y="99"/>
                      <a:pt x="26" y="100"/>
                      <a:pt x="26" y="101"/>
                    </a:cubicBezTo>
                    <a:cubicBezTo>
                      <a:pt x="26" y="102"/>
                      <a:pt x="27" y="103"/>
                      <a:pt x="27" y="103"/>
                    </a:cubicBezTo>
                    <a:cubicBezTo>
                      <a:pt x="28" y="105"/>
                      <a:pt x="27" y="107"/>
                      <a:pt x="28" y="110"/>
                    </a:cubicBezTo>
                    <a:cubicBezTo>
                      <a:pt x="29" y="112"/>
                      <a:pt x="30" y="112"/>
                      <a:pt x="31" y="114"/>
                    </a:cubicBezTo>
                    <a:cubicBezTo>
                      <a:pt x="31" y="115"/>
                      <a:pt x="31" y="119"/>
                      <a:pt x="31" y="120"/>
                    </a:cubicBezTo>
                    <a:cubicBezTo>
                      <a:pt x="31" y="122"/>
                      <a:pt x="29" y="125"/>
                      <a:pt x="30" y="126"/>
                    </a:cubicBezTo>
                    <a:cubicBezTo>
                      <a:pt x="32" y="128"/>
                      <a:pt x="35" y="127"/>
                      <a:pt x="36" y="129"/>
                    </a:cubicBezTo>
                    <a:cubicBezTo>
                      <a:pt x="39" y="126"/>
                      <a:pt x="37" y="123"/>
                      <a:pt x="36" y="120"/>
                    </a:cubicBezTo>
                    <a:cubicBezTo>
                      <a:pt x="36" y="116"/>
                      <a:pt x="38" y="115"/>
                      <a:pt x="39" y="112"/>
                    </a:cubicBezTo>
                    <a:cubicBezTo>
                      <a:pt x="40" y="108"/>
                      <a:pt x="39" y="105"/>
                      <a:pt x="38" y="101"/>
                    </a:cubicBezTo>
                    <a:cubicBezTo>
                      <a:pt x="38" y="99"/>
                      <a:pt x="37" y="96"/>
                      <a:pt x="40" y="94"/>
                    </a:cubicBezTo>
                    <a:cubicBezTo>
                      <a:pt x="40" y="93"/>
                      <a:pt x="38" y="91"/>
                      <a:pt x="38" y="90"/>
                    </a:cubicBezTo>
                    <a:cubicBezTo>
                      <a:pt x="38" y="87"/>
                      <a:pt x="39" y="88"/>
                      <a:pt x="40" y="86"/>
                    </a:cubicBezTo>
                    <a:cubicBezTo>
                      <a:pt x="41" y="84"/>
                      <a:pt x="43" y="79"/>
                      <a:pt x="39" y="78"/>
                    </a:cubicBezTo>
                    <a:cubicBezTo>
                      <a:pt x="41" y="77"/>
                      <a:pt x="41" y="74"/>
                      <a:pt x="40" y="71"/>
                    </a:cubicBezTo>
                    <a:cubicBezTo>
                      <a:pt x="43" y="71"/>
                      <a:pt x="42" y="67"/>
                      <a:pt x="42" y="64"/>
                    </a:cubicBezTo>
                    <a:cubicBezTo>
                      <a:pt x="42" y="62"/>
                      <a:pt x="42" y="63"/>
                      <a:pt x="43" y="61"/>
                    </a:cubicBezTo>
                    <a:cubicBezTo>
                      <a:pt x="44" y="59"/>
                      <a:pt x="45" y="58"/>
                      <a:pt x="45" y="56"/>
                    </a:cubicBezTo>
                    <a:cubicBezTo>
                      <a:pt x="46" y="55"/>
                      <a:pt x="45" y="54"/>
                      <a:pt x="45" y="53"/>
                    </a:cubicBezTo>
                    <a:cubicBezTo>
                      <a:pt x="46" y="51"/>
                      <a:pt x="47" y="51"/>
                      <a:pt x="47" y="49"/>
                    </a:cubicBezTo>
                    <a:cubicBezTo>
                      <a:pt x="47" y="45"/>
                      <a:pt x="46" y="45"/>
                      <a:pt x="48" y="42"/>
                    </a:cubicBezTo>
                    <a:cubicBezTo>
                      <a:pt x="50" y="39"/>
                      <a:pt x="50" y="37"/>
                      <a:pt x="51" y="34"/>
                    </a:cubicBezTo>
                    <a:cubicBezTo>
                      <a:pt x="52" y="32"/>
                      <a:pt x="55" y="30"/>
                      <a:pt x="55" y="26"/>
                    </a:cubicBezTo>
                    <a:cubicBezTo>
                      <a:pt x="55" y="25"/>
                      <a:pt x="54" y="23"/>
                      <a:pt x="55" y="22"/>
                    </a:cubicBezTo>
                    <a:cubicBezTo>
                      <a:pt x="56" y="21"/>
                      <a:pt x="59" y="22"/>
                      <a:pt x="60" y="22"/>
                    </a:cubicBezTo>
                    <a:cubicBezTo>
                      <a:pt x="63" y="21"/>
                      <a:pt x="63" y="19"/>
                      <a:pt x="63" y="15"/>
                    </a:cubicBezTo>
                    <a:cubicBezTo>
                      <a:pt x="66" y="15"/>
                      <a:pt x="66" y="13"/>
                      <a:pt x="67" y="11"/>
                    </a:cubicBezTo>
                    <a:cubicBezTo>
                      <a:pt x="67" y="11"/>
                      <a:pt x="68" y="9"/>
                      <a:pt x="68" y="9"/>
                    </a:cubicBezTo>
                    <a:cubicBezTo>
                      <a:pt x="68" y="9"/>
                      <a:pt x="70" y="9"/>
                      <a:pt x="70" y="8"/>
                    </a:cubicBezTo>
                    <a:cubicBezTo>
                      <a:pt x="71" y="5"/>
                      <a:pt x="68" y="2"/>
                      <a:pt x="67" y="0"/>
                    </a:cubicBezTo>
                  </a:path>
                </a:pathLst>
              </a:custGeom>
              <a:solidFill>
                <a:srgbClr val="E2E2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275" name="Freeform 830">
                <a:extLst>
                  <a:ext uri="{FF2B5EF4-FFF2-40B4-BE49-F238E27FC236}">
                    <a16:creationId xmlns:a16="http://schemas.microsoft.com/office/drawing/2014/main" id="{BC9F8B85-254A-431C-93B6-B9463C8FDB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9" y="748"/>
                <a:ext cx="109" cy="196"/>
              </a:xfrm>
              <a:custGeom>
                <a:avLst/>
                <a:gdLst>
                  <a:gd name="T0" fmla="*/ 243 w 71"/>
                  <a:gd name="T1" fmla="*/ 5 h 129"/>
                  <a:gd name="T2" fmla="*/ 215 w 71"/>
                  <a:gd name="T3" fmla="*/ 14 h 129"/>
                  <a:gd name="T4" fmla="*/ 203 w 71"/>
                  <a:gd name="T5" fmla="*/ 18 h 129"/>
                  <a:gd name="T6" fmla="*/ 198 w 71"/>
                  <a:gd name="T7" fmla="*/ 26 h 129"/>
                  <a:gd name="T8" fmla="*/ 190 w 71"/>
                  <a:gd name="T9" fmla="*/ 27 h 129"/>
                  <a:gd name="T10" fmla="*/ 167 w 71"/>
                  <a:gd name="T11" fmla="*/ 40 h 129"/>
                  <a:gd name="T12" fmla="*/ 129 w 71"/>
                  <a:gd name="T13" fmla="*/ 40 h 129"/>
                  <a:gd name="T14" fmla="*/ 106 w 71"/>
                  <a:gd name="T15" fmla="*/ 49 h 129"/>
                  <a:gd name="T16" fmla="*/ 88 w 71"/>
                  <a:gd name="T17" fmla="*/ 61 h 129"/>
                  <a:gd name="T18" fmla="*/ 89 w 71"/>
                  <a:gd name="T19" fmla="*/ 67 h 129"/>
                  <a:gd name="T20" fmla="*/ 75 w 71"/>
                  <a:gd name="T21" fmla="*/ 76 h 129"/>
                  <a:gd name="T22" fmla="*/ 74 w 71"/>
                  <a:gd name="T23" fmla="*/ 94 h 129"/>
                  <a:gd name="T24" fmla="*/ 48 w 71"/>
                  <a:gd name="T25" fmla="*/ 128 h 129"/>
                  <a:gd name="T26" fmla="*/ 40 w 71"/>
                  <a:gd name="T27" fmla="*/ 143 h 129"/>
                  <a:gd name="T28" fmla="*/ 21 w 71"/>
                  <a:gd name="T29" fmla="*/ 175 h 129"/>
                  <a:gd name="T30" fmla="*/ 14 w 71"/>
                  <a:gd name="T31" fmla="*/ 210 h 129"/>
                  <a:gd name="T32" fmla="*/ 26 w 71"/>
                  <a:gd name="T33" fmla="*/ 214 h 129"/>
                  <a:gd name="T34" fmla="*/ 26 w 71"/>
                  <a:gd name="T35" fmla="*/ 228 h 129"/>
                  <a:gd name="T36" fmla="*/ 54 w 71"/>
                  <a:gd name="T37" fmla="*/ 237 h 129"/>
                  <a:gd name="T38" fmla="*/ 61 w 71"/>
                  <a:gd name="T39" fmla="*/ 266 h 129"/>
                  <a:gd name="T40" fmla="*/ 75 w 71"/>
                  <a:gd name="T41" fmla="*/ 275 h 129"/>
                  <a:gd name="T42" fmla="*/ 83 w 71"/>
                  <a:gd name="T43" fmla="*/ 289 h 129"/>
                  <a:gd name="T44" fmla="*/ 88 w 71"/>
                  <a:gd name="T45" fmla="*/ 305 h 129"/>
                  <a:gd name="T46" fmla="*/ 88 w 71"/>
                  <a:gd name="T47" fmla="*/ 325 h 129"/>
                  <a:gd name="T48" fmla="*/ 94 w 71"/>
                  <a:gd name="T49" fmla="*/ 343 h 129"/>
                  <a:gd name="T50" fmla="*/ 94 w 71"/>
                  <a:gd name="T51" fmla="*/ 352 h 129"/>
                  <a:gd name="T52" fmla="*/ 97 w 71"/>
                  <a:gd name="T53" fmla="*/ 360 h 129"/>
                  <a:gd name="T54" fmla="*/ 101 w 71"/>
                  <a:gd name="T55" fmla="*/ 386 h 129"/>
                  <a:gd name="T56" fmla="*/ 114 w 71"/>
                  <a:gd name="T57" fmla="*/ 400 h 129"/>
                  <a:gd name="T58" fmla="*/ 114 w 71"/>
                  <a:gd name="T59" fmla="*/ 421 h 129"/>
                  <a:gd name="T60" fmla="*/ 109 w 71"/>
                  <a:gd name="T61" fmla="*/ 441 h 129"/>
                  <a:gd name="T62" fmla="*/ 129 w 71"/>
                  <a:gd name="T63" fmla="*/ 453 h 129"/>
                  <a:gd name="T64" fmla="*/ 129 w 71"/>
                  <a:gd name="T65" fmla="*/ 421 h 129"/>
                  <a:gd name="T66" fmla="*/ 141 w 71"/>
                  <a:gd name="T67" fmla="*/ 392 h 129"/>
                  <a:gd name="T68" fmla="*/ 137 w 71"/>
                  <a:gd name="T69" fmla="*/ 352 h 129"/>
                  <a:gd name="T70" fmla="*/ 144 w 71"/>
                  <a:gd name="T71" fmla="*/ 330 h 129"/>
                  <a:gd name="T72" fmla="*/ 137 w 71"/>
                  <a:gd name="T73" fmla="*/ 316 h 129"/>
                  <a:gd name="T74" fmla="*/ 144 w 71"/>
                  <a:gd name="T75" fmla="*/ 302 h 129"/>
                  <a:gd name="T76" fmla="*/ 141 w 71"/>
                  <a:gd name="T77" fmla="*/ 275 h 129"/>
                  <a:gd name="T78" fmla="*/ 144 w 71"/>
                  <a:gd name="T79" fmla="*/ 249 h 129"/>
                  <a:gd name="T80" fmla="*/ 150 w 71"/>
                  <a:gd name="T81" fmla="*/ 223 h 129"/>
                  <a:gd name="T82" fmla="*/ 155 w 71"/>
                  <a:gd name="T83" fmla="*/ 214 h 129"/>
                  <a:gd name="T84" fmla="*/ 163 w 71"/>
                  <a:gd name="T85" fmla="*/ 196 h 129"/>
                  <a:gd name="T86" fmla="*/ 163 w 71"/>
                  <a:gd name="T87" fmla="*/ 187 h 129"/>
                  <a:gd name="T88" fmla="*/ 170 w 71"/>
                  <a:gd name="T89" fmla="*/ 170 h 129"/>
                  <a:gd name="T90" fmla="*/ 175 w 71"/>
                  <a:gd name="T91" fmla="*/ 147 h 129"/>
                  <a:gd name="T92" fmla="*/ 184 w 71"/>
                  <a:gd name="T93" fmla="*/ 120 h 129"/>
                  <a:gd name="T94" fmla="*/ 198 w 71"/>
                  <a:gd name="T95" fmla="*/ 93 h 129"/>
                  <a:gd name="T96" fmla="*/ 198 w 71"/>
                  <a:gd name="T97" fmla="*/ 76 h 129"/>
                  <a:gd name="T98" fmla="*/ 216 w 71"/>
                  <a:gd name="T99" fmla="*/ 76 h 129"/>
                  <a:gd name="T100" fmla="*/ 229 w 71"/>
                  <a:gd name="T101" fmla="*/ 53 h 129"/>
                  <a:gd name="T102" fmla="*/ 243 w 71"/>
                  <a:gd name="T103" fmla="*/ 40 h 129"/>
                  <a:gd name="T104" fmla="*/ 246 w 71"/>
                  <a:gd name="T105" fmla="*/ 32 h 129"/>
                  <a:gd name="T106" fmla="*/ 252 w 71"/>
                  <a:gd name="T107" fmla="*/ 27 h 129"/>
                  <a:gd name="T108" fmla="*/ 243 w 71"/>
                  <a:gd name="T109" fmla="*/ 0 h 129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</a:gdLst>
                <a:ahLst/>
                <a:cxnLst>
                  <a:cxn ang="T110">
                    <a:pos x="T0" y="T1"/>
                  </a:cxn>
                  <a:cxn ang="T111">
                    <a:pos x="T2" y="T3"/>
                  </a:cxn>
                  <a:cxn ang="T112">
                    <a:pos x="T4" y="T5"/>
                  </a:cxn>
                  <a:cxn ang="T113">
                    <a:pos x="T6" y="T7"/>
                  </a:cxn>
                  <a:cxn ang="T114">
                    <a:pos x="T8" y="T9"/>
                  </a:cxn>
                  <a:cxn ang="T115">
                    <a:pos x="T10" y="T11"/>
                  </a:cxn>
                  <a:cxn ang="T116">
                    <a:pos x="T12" y="T13"/>
                  </a:cxn>
                  <a:cxn ang="T117">
                    <a:pos x="T14" y="T15"/>
                  </a:cxn>
                  <a:cxn ang="T118">
                    <a:pos x="T16" y="T17"/>
                  </a:cxn>
                  <a:cxn ang="T119">
                    <a:pos x="T18" y="T19"/>
                  </a:cxn>
                  <a:cxn ang="T120">
                    <a:pos x="T20" y="T21"/>
                  </a:cxn>
                  <a:cxn ang="T121">
                    <a:pos x="T22" y="T23"/>
                  </a:cxn>
                  <a:cxn ang="T122">
                    <a:pos x="T24" y="T25"/>
                  </a:cxn>
                  <a:cxn ang="T123">
                    <a:pos x="T26" y="T27"/>
                  </a:cxn>
                  <a:cxn ang="T124">
                    <a:pos x="T28" y="T29"/>
                  </a:cxn>
                  <a:cxn ang="T125">
                    <a:pos x="T30" y="T31"/>
                  </a:cxn>
                  <a:cxn ang="T126">
                    <a:pos x="T32" y="T33"/>
                  </a:cxn>
                  <a:cxn ang="T127">
                    <a:pos x="T34" y="T35"/>
                  </a:cxn>
                  <a:cxn ang="T128">
                    <a:pos x="T36" y="T37"/>
                  </a:cxn>
                  <a:cxn ang="T129">
                    <a:pos x="T38" y="T39"/>
                  </a:cxn>
                  <a:cxn ang="T130">
                    <a:pos x="T40" y="T41"/>
                  </a:cxn>
                  <a:cxn ang="T131">
                    <a:pos x="T42" y="T43"/>
                  </a:cxn>
                  <a:cxn ang="T132">
                    <a:pos x="T44" y="T45"/>
                  </a:cxn>
                  <a:cxn ang="T133">
                    <a:pos x="T46" y="T47"/>
                  </a:cxn>
                  <a:cxn ang="T134">
                    <a:pos x="T48" y="T49"/>
                  </a:cxn>
                  <a:cxn ang="T135">
                    <a:pos x="T50" y="T51"/>
                  </a:cxn>
                  <a:cxn ang="T136">
                    <a:pos x="T52" y="T53"/>
                  </a:cxn>
                  <a:cxn ang="T137">
                    <a:pos x="T54" y="T55"/>
                  </a:cxn>
                  <a:cxn ang="T138">
                    <a:pos x="T56" y="T57"/>
                  </a:cxn>
                  <a:cxn ang="T139">
                    <a:pos x="T58" y="T59"/>
                  </a:cxn>
                  <a:cxn ang="T140">
                    <a:pos x="T60" y="T61"/>
                  </a:cxn>
                  <a:cxn ang="T141">
                    <a:pos x="T62" y="T63"/>
                  </a:cxn>
                  <a:cxn ang="T142">
                    <a:pos x="T64" y="T65"/>
                  </a:cxn>
                  <a:cxn ang="T143">
                    <a:pos x="T66" y="T67"/>
                  </a:cxn>
                  <a:cxn ang="T144">
                    <a:pos x="T68" y="T69"/>
                  </a:cxn>
                  <a:cxn ang="T145">
                    <a:pos x="T70" y="T71"/>
                  </a:cxn>
                  <a:cxn ang="T146">
                    <a:pos x="T72" y="T73"/>
                  </a:cxn>
                  <a:cxn ang="T147">
                    <a:pos x="T74" y="T75"/>
                  </a:cxn>
                  <a:cxn ang="T148">
                    <a:pos x="T76" y="T77"/>
                  </a:cxn>
                  <a:cxn ang="T149">
                    <a:pos x="T78" y="T79"/>
                  </a:cxn>
                  <a:cxn ang="T150">
                    <a:pos x="T80" y="T81"/>
                  </a:cxn>
                  <a:cxn ang="T151">
                    <a:pos x="T82" y="T83"/>
                  </a:cxn>
                  <a:cxn ang="T152">
                    <a:pos x="T84" y="T85"/>
                  </a:cxn>
                  <a:cxn ang="T153">
                    <a:pos x="T86" y="T87"/>
                  </a:cxn>
                  <a:cxn ang="T154">
                    <a:pos x="T88" y="T89"/>
                  </a:cxn>
                  <a:cxn ang="T155">
                    <a:pos x="T90" y="T91"/>
                  </a:cxn>
                  <a:cxn ang="T156">
                    <a:pos x="T92" y="T93"/>
                  </a:cxn>
                  <a:cxn ang="T157">
                    <a:pos x="T94" y="T95"/>
                  </a:cxn>
                  <a:cxn ang="T158">
                    <a:pos x="T96" y="T97"/>
                  </a:cxn>
                  <a:cxn ang="T159">
                    <a:pos x="T98" y="T99"/>
                  </a:cxn>
                  <a:cxn ang="T160">
                    <a:pos x="T100" y="T101"/>
                  </a:cxn>
                  <a:cxn ang="T161">
                    <a:pos x="T102" y="T103"/>
                  </a:cxn>
                  <a:cxn ang="T162">
                    <a:pos x="T104" y="T105"/>
                  </a:cxn>
                  <a:cxn ang="T163">
                    <a:pos x="T106" y="T107"/>
                  </a:cxn>
                  <a:cxn ang="T164">
                    <a:pos x="T108" y="T109"/>
                  </a:cxn>
                </a:cxnLst>
                <a:rect l="0" t="0" r="r" b="b"/>
                <a:pathLst>
                  <a:path w="71" h="129">
                    <a:moveTo>
                      <a:pt x="67" y="1"/>
                    </a:moveTo>
                    <a:cubicBezTo>
                      <a:pt x="65" y="2"/>
                      <a:pt x="62" y="3"/>
                      <a:pt x="59" y="4"/>
                    </a:cubicBezTo>
                    <a:cubicBezTo>
                      <a:pt x="58" y="4"/>
                      <a:pt x="57" y="4"/>
                      <a:pt x="56" y="5"/>
                    </a:cubicBezTo>
                    <a:cubicBezTo>
                      <a:pt x="55" y="6"/>
                      <a:pt x="55" y="7"/>
                      <a:pt x="55" y="7"/>
                    </a:cubicBezTo>
                    <a:cubicBezTo>
                      <a:pt x="54" y="8"/>
                      <a:pt x="53" y="7"/>
                      <a:pt x="53" y="8"/>
                    </a:cubicBezTo>
                    <a:cubicBezTo>
                      <a:pt x="51" y="9"/>
                      <a:pt x="49" y="11"/>
                      <a:pt x="46" y="11"/>
                    </a:cubicBezTo>
                    <a:cubicBezTo>
                      <a:pt x="43" y="11"/>
                      <a:pt x="37" y="7"/>
                      <a:pt x="36" y="11"/>
                    </a:cubicBezTo>
                    <a:cubicBezTo>
                      <a:pt x="33" y="9"/>
                      <a:pt x="30" y="11"/>
                      <a:pt x="29" y="14"/>
                    </a:cubicBezTo>
                    <a:cubicBezTo>
                      <a:pt x="27" y="13"/>
                      <a:pt x="25" y="15"/>
                      <a:pt x="24" y="17"/>
                    </a:cubicBezTo>
                    <a:cubicBezTo>
                      <a:pt x="24" y="17"/>
                      <a:pt x="25" y="18"/>
                      <a:pt x="25" y="19"/>
                    </a:cubicBezTo>
                    <a:cubicBezTo>
                      <a:pt x="24" y="20"/>
                      <a:pt x="22" y="21"/>
                      <a:pt x="21" y="22"/>
                    </a:cubicBezTo>
                    <a:cubicBezTo>
                      <a:pt x="19" y="24"/>
                      <a:pt x="20" y="26"/>
                      <a:pt x="20" y="27"/>
                    </a:cubicBezTo>
                    <a:cubicBezTo>
                      <a:pt x="18" y="30"/>
                      <a:pt x="10" y="30"/>
                      <a:pt x="13" y="36"/>
                    </a:cubicBezTo>
                    <a:cubicBezTo>
                      <a:pt x="11" y="37"/>
                      <a:pt x="9" y="39"/>
                      <a:pt x="11" y="41"/>
                    </a:cubicBezTo>
                    <a:cubicBezTo>
                      <a:pt x="4" y="39"/>
                      <a:pt x="0" y="51"/>
                      <a:pt x="6" y="50"/>
                    </a:cubicBezTo>
                    <a:cubicBezTo>
                      <a:pt x="8" y="55"/>
                      <a:pt x="1" y="56"/>
                      <a:pt x="4" y="60"/>
                    </a:cubicBezTo>
                    <a:cubicBezTo>
                      <a:pt x="5" y="61"/>
                      <a:pt x="6" y="60"/>
                      <a:pt x="7" y="61"/>
                    </a:cubicBezTo>
                    <a:cubicBezTo>
                      <a:pt x="7" y="62"/>
                      <a:pt x="6" y="64"/>
                      <a:pt x="7" y="65"/>
                    </a:cubicBezTo>
                    <a:cubicBezTo>
                      <a:pt x="8" y="68"/>
                      <a:pt x="12" y="69"/>
                      <a:pt x="15" y="68"/>
                    </a:cubicBezTo>
                    <a:cubicBezTo>
                      <a:pt x="14" y="71"/>
                      <a:pt x="15" y="74"/>
                      <a:pt x="17" y="76"/>
                    </a:cubicBezTo>
                    <a:cubicBezTo>
                      <a:pt x="19" y="77"/>
                      <a:pt x="19" y="76"/>
                      <a:pt x="21" y="78"/>
                    </a:cubicBezTo>
                    <a:cubicBezTo>
                      <a:pt x="22" y="80"/>
                      <a:pt x="19" y="82"/>
                      <a:pt x="23" y="82"/>
                    </a:cubicBezTo>
                    <a:cubicBezTo>
                      <a:pt x="23" y="84"/>
                      <a:pt x="22" y="86"/>
                      <a:pt x="24" y="87"/>
                    </a:cubicBezTo>
                    <a:cubicBezTo>
                      <a:pt x="25" y="90"/>
                      <a:pt x="23" y="91"/>
                      <a:pt x="24" y="93"/>
                    </a:cubicBezTo>
                    <a:cubicBezTo>
                      <a:pt x="24" y="95"/>
                      <a:pt x="26" y="96"/>
                      <a:pt x="26" y="98"/>
                    </a:cubicBezTo>
                    <a:cubicBezTo>
                      <a:pt x="26" y="99"/>
                      <a:pt x="26" y="100"/>
                      <a:pt x="26" y="101"/>
                    </a:cubicBezTo>
                    <a:cubicBezTo>
                      <a:pt x="26" y="102"/>
                      <a:pt x="27" y="103"/>
                      <a:pt x="27" y="103"/>
                    </a:cubicBezTo>
                    <a:cubicBezTo>
                      <a:pt x="28" y="105"/>
                      <a:pt x="27" y="107"/>
                      <a:pt x="28" y="110"/>
                    </a:cubicBezTo>
                    <a:cubicBezTo>
                      <a:pt x="29" y="112"/>
                      <a:pt x="30" y="112"/>
                      <a:pt x="31" y="114"/>
                    </a:cubicBezTo>
                    <a:cubicBezTo>
                      <a:pt x="31" y="115"/>
                      <a:pt x="31" y="119"/>
                      <a:pt x="31" y="120"/>
                    </a:cubicBezTo>
                    <a:cubicBezTo>
                      <a:pt x="31" y="122"/>
                      <a:pt x="29" y="125"/>
                      <a:pt x="30" y="126"/>
                    </a:cubicBezTo>
                    <a:cubicBezTo>
                      <a:pt x="32" y="128"/>
                      <a:pt x="35" y="127"/>
                      <a:pt x="36" y="129"/>
                    </a:cubicBezTo>
                    <a:cubicBezTo>
                      <a:pt x="39" y="126"/>
                      <a:pt x="37" y="123"/>
                      <a:pt x="36" y="120"/>
                    </a:cubicBezTo>
                    <a:cubicBezTo>
                      <a:pt x="36" y="116"/>
                      <a:pt x="38" y="115"/>
                      <a:pt x="39" y="112"/>
                    </a:cubicBezTo>
                    <a:cubicBezTo>
                      <a:pt x="40" y="108"/>
                      <a:pt x="39" y="105"/>
                      <a:pt x="38" y="101"/>
                    </a:cubicBezTo>
                    <a:cubicBezTo>
                      <a:pt x="38" y="99"/>
                      <a:pt x="37" y="96"/>
                      <a:pt x="40" y="94"/>
                    </a:cubicBezTo>
                    <a:cubicBezTo>
                      <a:pt x="40" y="93"/>
                      <a:pt x="38" y="91"/>
                      <a:pt x="38" y="90"/>
                    </a:cubicBezTo>
                    <a:cubicBezTo>
                      <a:pt x="38" y="87"/>
                      <a:pt x="39" y="88"/>
                      <a:pt x="40" y="86"/>
                    </a:cubicBezTo>
                    <a:cubicBezTo>
                      <a:pt x="41" y="84"/>
                      <a:pt x="43" y="79"/>
                      <a:pt x="39" y="78"/>
                    </a:cubicBezTo>
                    <a:cubicBezTo>
                      <a:pt x="41" y="77"/>
                      <a:pt x="41" y="74"/>
                      <a:pt x="40" y="71"/>
                    </a:cubicBezTo>
                    <a:cubicBezTo>
                      <a:pt x="43" y="71"/>
                      <a:pt x="42" y="67"/>
                      <a:pt x="42" y="64"/>
                    </a:cubicBezTo>
                    <a:cubicBezTo>
                      <a:pt x="42" y="62"/>
                      <a:pt x="42" y="63"/>
                      <a:pt x="43" y="61"/>
                    </a:cubicBezTo>
                    <a:cubicBezTo>
                      <a:pt x="44" y="59"/>
                      <a:pt x="45" y="58"/>
                      <a:pt x="45" y="56"/>
                    </a:cubicBezTo>
                    <a:cubicBezTo>
                      <a:pt x="46" y="55"/>
                      <a:pt x="45" y="54"/>
                      <a:pt x="45" y="53"/>
                    </a:cubicBezTo>
                    <a:cubicBezTo>
                      <a:pt x="46" y="51"/>
                      <a:pt x="47" y="51"/>
                      <a:pt x="47" y="49"/>
                    </a:cubicBezTo>
                    <a:cubicBezTo>
                      <a:pt x="47" y="45"/>
                      <a:pt x="46" y="45"/>
                      <a:pt x="48" y="42"/>
                    </a:cubicBezTo>
                    <a:cubicBezTo>
                      <a:pt x="50" y="39"/>
                      <a:pt x="50" y="37"/>
                      <a:pt x="51" y="34"/>
                    </a:cubicBezTo>
                    <a:cubicBezTo>
                      <a:pt x="52" y="32"/>
                      <a:pt x="55" y="30"/>
                      <a:pt x="55" y="26"/>
                    </a:cubicBezTo>
                    <a:cubicBezTo>
                      <a:pt x="55" y="25"/>
                      <a:pt x="54" y="23"/>
                      <a:pt x="55" y="22"/>
                    </a:cubicBezTo>
                    <a:cubicBezTo>
                      <a:pt x="56" y="21"/>
                      <a:pt x="59" y="22"/>
                      <a:pt x="60" y="22"/>
                    </a:cubicBezTo>
                    <a:cubicBezTo>
                      <a:pt x="63" y="21"/>
                      <a:pt x="63" y="19"/>
                      <a:pt x="63" y="15"/>
                    </a:cubicBezTo>
                    <a:cubicBezTo>
                      <a:pt x="66" y="15"/>
                      <a:pt x="66" y="13"/>
                      <a:pt x="67" y="11"/>
                    </a:cubicBezTo>
                    <a:cubicBezTo>
                      <a:pt x="67" y="11"/>
                      <a:pt x="68" y="9"/>
                      <a:pt x="68" y="9"/>
                    </a:cubicBezTo>
                    <a:cubicBezTo>
                      <a:pt x="68" y="9"/>
                      <a:pt x="70" y="9"/>
                      <a:pt x="70" y="8"/>
                    </a:cubicBezTo>
                    <a:cubicBezTo>
                      <a:pt x="71" y="5"/>
                      <a:pt x="68" y="2"/>
                      <a:pt x="67" y="0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276" name="Freeform 831">
                <a:extLst>
                  <a:ext uri="{FF2B5EF4-FFF2-40B4-BE49-F238E27FC236}">
                    <a16:creationId xmlns:a16="http://schemas.microsoft.com/office/drawing/2014/main" id="{F43B2D5F-9DE2-4E67-A02D-EEA6F8EE1C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1" y="754"/>
                <a:ext cx="109" cy="202"/>
              </a:xfrm>
              <a:custGeom>
                <a:avLst/>
                <a:gdLst>
                  <a:gd name="T0" fmla="*/ 26 w 71"/>
                  <a:gd name="T1" fmla="*/ 5 h 133"/>
                  <a:gd name="T2" fmla="*/ 43 w 71"/>
                  <a:gd name="T3" fmla="*/ 5 h 133"/>
                  <a:gd name="T4" fmla="*/ 49 w 71"/>
                  <a:gd name="T5" fmla="*/ 14 h 133"/>
                  <a:gd name="T6" fmla="*/ 66 w 71"/>
                  <a:gd name="T7" fmla="*/ 21 h 133"/>
                  <a:gd name="T8" fmla="*/ 75 w 71"/>
                  <a:gd name="T9" fmla="*/ 21 h 133"/>
                  <a:gd name="T10" fmla="*/ 83 w 71"/>
                  <a:gd name="T11" fmla="*/ 32 h 133"/>
                  <a:gd name="T12" fmla="*/ 97 w 71"/>
                  <a:gd name="T13" fmla="*/ 35 h 133"/>
                  <a:gd name="T14" fmla="*/ 135 w 71"/>
                  <a:gd name="T15" fmla="*/ 41 h 133"/>
                  <a:gd name="T16" fmla="*/ 175 w 71"/>
                  <a:gd name="T17" fmla="*/ 46 h 133"/>
                  <a:gd name="T18" fmla="*/ 216 w 71"/>
                  <a:gd name="T19" fmla="*/ 67 h 133"/>
                  <a:gd name="T20" fmla="*/ 236 w 71"/>
                  <a:gd name="T21" fmla="*/ 76 h 133"/>
                  <a:gd name="T22" fmla="*/ 238 w 71"/>
                  <a:gd name="T23" fmla="*/ 90 h 133"/>
                  <a:gd name="T24" fmla="*/ 243 w 71"/>
                  <a:gd name="T25" fmla="*/ 102 h 133"/>
                  <a:gd name="T26" fmla="*/ 250 w 71"/>
                  <a:gd name="T27" fmla="*/ 129 h 133"/>
                  <a:gd name="T28" fmla="*/ 250 w 71"/>
                  <a:gd name="T29" fmla="*/ 147 h 133"/>
                  <a:gd name="T30" fmla="*/ 236 w 71"/>
                  <a:gd name="T31" fmla="*/ 150 h 133"/>
                  <a:gd name="T32" fmla="*/ 238 w 71"/>
                  <a:gd name="T33" fmla="*/ 169 h 133"/>
                  <a:gd name="T34" fmla="*/ 224 w 71"/>
                  <a:gd name="T35" fmla="*/ 178 h 133"/>
                  <a:gd name="T36" fmla="*/ 224 w 71"/>
                  <a:gd name="T37" fmla="*/ 196 h 133"/>
                  <a:gd name="T38" fmla="*/ 203 w 71"/>
                  <a:gd name="T39" fmla="*/ 204 h 133"/>
                  <a:gd name="T40" fmla="*/ 210 w 71"/>
                  <a:gd name="T41" fmla="*/ 222 h 133"/>
                  <a:gd name="T42" fmla="*/ 189 w 71"/>
                  <a:gd name="T43" fmla="*/ 231 h 133"/>
                  <a:gd name="T44" fmla="*/ 190 w 71"/>
                  <a:gd name="T45" fmla="*/ 252 h 133"/>
                  <a:gd name="T46" fmla="*/ 184 w 71"/>
                  <a:gd name="T47" fmla="*/ 298 h 133"/>
                  <a:gd name="T48" fmla="*/ 184 w 71"/>
                  <a:gd name="T49" fmla="*/ 325 h 133"/>
                  <a:gd name="T50" fmla="*/ 175 w 71"/>
                  <a:gd name="T51" fmla="*/ 351 h 133"/>
                  <a:gd name="T52" fmla="*/ 170 w 71"/>
                  <a:gd name="T53" fmla="*/ 378 h 133"/>
                  <a:gd name="T54" fmla="*/ 163 w 71"/>
                  <a:gd name="T55" fmla="*/ 404 h 133"/>
                  <a:gd name="T56" fmla="*/ 149 w 71"/>
                  <a:gd name="T57" fmla="*/ 418 h 133"/>
                  <a:gd name="T58" fmla="*/ 150 w 71"/>
                  <a:gd name="T59" fmla="*/ 427 h 133"/>
                  <a:gd name="T60" fmla="*/ 141 w 71"/>
                  <a:gd name="T61" fmla="*/ 434 h 133"/>
                  <a:gd name="T62" fmla="*/ 141 w 71"/>
                  <a:gd name="T63" fmla="*/ 440 h 133"/>
                  <a:gd name="T64" fmla="*/ 129 w 71"/>
                  <a:gd name="T65" fmla="*/ 445 h 133"/>
                  <a:gd name="T66" fmla="*/ 127 w 71"/>
                  <a:gd name="T67" fmla="*/ 462 h 133"/>
                  <a:gd name="T68" fmla="*/ 120 w 71"/>
                  <a:gd name="T69" fmla="*/ 448 h 133"/>
                  <a:gd name="T70" fmla="*/ 123 w 71"/>
                  <a:gd name="T71" fmla="*/ 434 h 133"/>
                  <a:gd name="T72" fmla="*/ 120 w 71"/>
                  <a:gd name="T73" fmla="*/ 424 h 133"/>
                  <a:gd name="T74" fmla="*/ 123 w 71"/>
                  <a:gd name="T75" fmla="*/ 392 h 133"/>
                  <a:gd name="T76" fmla="*/ 123 w 71"/>
                  <a:gd name="T77" fmla="*/ 372 h 133"/>
                  <a:gd name="T78" fmla="*/ 127 w 71"/>
                  <a:gd name="T79" fmla="*/ 351 h 133"/>
                  <a:gd name="T80" fmla="*/ 120 w 71"/>
                  <a:gd name="T81" fmla="*/ 330 h 133"/>
                  <a:gd name="T82" fmla="*/ 115 w 71"/>
                  <a:gd name="T83" fmla="*/ 316 h 133"/>
                  <a:gd name="T84" fmla="*/ 123 w 71"/>
                  <a:gd name="T85" fmla="*/ 289 h 133"/>
                  <a:gd name="T86" fmla="*/ 120 w 71"/>
                  <a:gd name="T87" fmla="*/ 270 h 133"/>
                  <a:gd name="T88" fmla="*/ 115 w 71"/>
                  <a:gd name="T89" fmla="*/ 245 h 133"/>
                  <a:gd name="T90" fmla="*/ 97 w 71"/>
                  <a:gd name="T91" fmla="*/ 223 h 133"/>
                  <a:gd name="T92" fmla="*/ 94 w 71"/>
                  <a:gd name="T93" fmla="*/ 170 h 133"/>
                  <a:gd name="T94" fmla="*/ 83 w 71"/>
                  <a:gd name="T95" fmla="*/ 169 h 133"/>
                  <a:gd name="T96" fmla="*/ 75 w 71"/>
                  <a:gd name="T97" fmla="*/ 147 h 133"/>
                  <a:gd name="T98" fmla="*/ 69 w 71"/>
                  <a:gd name="T99" fmla="*/ 112 h 133"/>
                  <a:gd name="T100" fmla="*/ 48 w 71"/>
                  <a:gd name="T101" fmla="*/ 84 h 133"/>
                  <a:gd name="T102" fmla="*/ 14 w 71"/>
                  <a:gd name="T103" fmla="*/ 41 h 133"/>
                  <a:gd name="T104" fmla="*/ 14 w 71"/>
                  <a:gd name="T105" fmla="*/ 26 h 133"/>
                  <a:gd name="T106" fmla="*/ 5 w 71"/>
                  <a:gd name="T107" fmla="*/ 18 h 133"/>
                  <a:gd name="T108" fmla="*/ 26 w 71"/>
                  <a:gd name="T109" fmla="*/ 5 h 133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</a:gdLst>
                <a:ahLst/>
                <a:cxnLst>
                  <a:cxn ang="T110">
                    <a:pos x="T0" y="T1"/>
                  </a:cxn>
                  <a:cxn ang="T111">
                    <a:pos x="T2" y="T3"/>
                  </a:cxn>
                  <a:cxn ang="T112">
                    <a:pos x="T4" y="T5"/>
                  </a:cxn>
                  <a:cxn ang="T113">
                    <a:pos x="T6" y="T7"/>
                  </a:cxn>
                  <a:cxn ang="T114">
                    <a:pos x="T8" y="T9"/>
                  </a:cxn>
                  <a:cxn ang="T115">
                    <a:pos x="T10" y="T11"/>
                  </a:cxn>
                  <a:cxn ang="T116">
                    <a:pos x="T12" y="T13"/>
                  </a:cxn>
                  <a:cxn ang="T117">
                    <a:pos x="T14" y="T15"/>
                  </a:cxn>
                  <a:cxn ang="T118">
                    <a:pos x="T16" y="T17"/>
                  </a:cxn>
                  <a:cxn ang="T119">
                    <a:pos x="T18" y="T19"/>
                  </a:cxn>
                  <a:cxn ang="T120">
                    <a:pos x="T20" y="T21"/>
                  </a:cxn>
                  <a:cxn ang="T121">
                    <a:pos x="T22" y="T23"/>
                  </a:cxn>
                  <a:cxn ang="T122">
                    <a:pos x="T24" y="T25"/>
                  </a:cxn>
                  <a:cxn ang="T123">
                    <a:pos x="T26" y="T27"/>
                  </a:cxn>
                  <a:cxn ang="T124">
                    <a:pos x="T28" y="T29"/>
                  </a:cxn>
                  <a:cxn ang="T125">
                    <a:pos x="T30" y="T31"/>
                  </a:cxn>
                  <a:cxn ang="T126">
                    <a:pos x="T32" y="T33"/>
                  </a:cxn>
                  <a:cxn ang="T127">
                    <a:pos x="T34" y="T35"/>
                  </a:cxn>
                  <a:cxn ang="T128">
                    <a:pos x="T36" y="T37"/>
                  </a:cxn>
                  <a:cxn ang="T129">
                    <a:pos x="T38" y="T39"/>
                  </a:cxn>
                  <a:cxn ang="T130">
                    <a:pos x="T40" y="T41"/>
                  </a:cxn>
                  <a:cxn ang="T131">
                    <a:pos x="T42" y="T43"/>
                  </a:cxn>
                  <a:cxn ang="T132">
                    <a:pos x="T44" y="T45"/>
                  </a:cxn>
                  <a:cxn ang="T133">
                    <a:pos x="T46" y="T47"/>
                  </a:cxn>
                  <a:cxn ang="T134">
                    <a:pos x="T48" y="T49"/>
                  </a:cxn>
                  <a:cxn ang="T135">
                    <a:pos x="T50" y="T51"/>
                  </a:cxn>
                  <a:cxn ang="T136">
                    <a:pos x="T52" y="T53"/>
                  </a:cxn>
                  <a:cxn ang="T137">
                    <a:pos x="T54" y="T55"/>
                  </a:cxn>
                  <a:cxn ang="T138">
                    <a:pos x="T56" y="T57"/>
                  </a:cxn>
                  <a:cxn ang="T139">
                    <a:pos x="T58" y="T59"/>
                  </a:cxn>
                  <a:cxn ang="T140">
                    <a:pos x="T60" y="T61"/>
                  </a:cxn>
                  <a:cxn ang="T141">
                    <a:pos x="T62" y="T63"/>
                  </a:cxn>
                  <a:cxn ang="T142">
                    <a:pos x="T64" y="T65"/>
                  </a:cxn>
                  <a:cxn ang="T143">
                    <a:pos x="T66" y="T67"/>
                  </a:cxn>
                  <a:cxn ang="T144">
                    <a:pos x="T68" y="T69"/>
                  </a:cxn>
                  <a:cxn ang="T145">
                    <a:pos x="T70" y="T71"/>
                  </a:cxn>
                  <a:cxn ang="T146">
                    <a:pos x="T72" y="T73"/>
                  </a:cxn>
                  <a:cxn ang="T147">
                    <a:pos x="T74" y="T75"/>
                  </a:cxn>
                  <a:cxn ang="T148">
                    <a:pos x="T76" y="T77"/>
                  </a:cxn>
                  <a:cxn ang="T149">
                    <a:pos x="T78" y="T79"/>
                  </a:cxn>
                  <a:cxn ang="T150">
                    <a:pos x="T80" y="T81"/>
                  </a:cxn>
                  <a:cxn ang="T151">
                    <a:pos x="T82" y="T83"/>
                  </a:cxn>
                  <a:cxn ang="T152">
                    <a:pos x="T84" y="T85"/>
                  </a:cxn>
                  <a:cxn ang="T153">
                    <a:pos x="T86" y="T87"/>
                  </a:cxn>
                  <a:cxn ang="T154">
                    <a:pos x="T88" y="T89"/>
                  </a:cxn>
                  <a:cxn ang="T155">
                    <a:pos x="T90" y="T91"/>
                  </a:cxn>
                  <a:cxn ang="T156">
                    <a:pos x="T92" y="T93"/>
                  </a:cxn>
                  <a:cxn ang="T157">
                    <a:pos x="T94" y="T95"/>
                  </a:cxn>
                  <a:cxn ang="T158">
                    <a:pos x="T96" y="T97"/>
                  </a:cxn>
                  <a:cxn ang="T159">
                    <a:pos x="T98" y="T99"/>
                  </a:cxn>
                  <a:cxn ang="T160">
                    <a:pos x="T100" y="T101"/>
                  </a:cxn>
                  <a:cxn ang="T161">
                    <a:pos x="T102" y="T103"/>
                  </a:cxn>
                  <a:cxn ang="T162">
                    <a:pos x="T104" y="T105"/>
                  </a:cxn>
                  <a:cxn ang="T163">
                    <a:pos x="T106" y="T107"/>
                  </a:cxn>
                  <a:cxn ang="T164">
                    <a:pos x="T108" y="T109"/>
                  </a:cxn>
                </a:cxnLst>
                <a:rect l="0" t="0" r="r" b="b"/>
                <a:pathLst>
                  <a:path w="71" h="133">
                    <a:moveTo>
                      <a:pt x="7" y="1"/>
                    </a:moveTo>
                    <a:cubicBezTo>
                      <a:pt x="9" y="2"/>
                      <a:pt x="10" y="0"/>
                      <a:pt x="12" y="1"/>
                    </a:cubicBezTo>
                    <a:cubicBezTo>
                      <a:pt x="13" y="2"/>
                      <a:pt x="13" y="4"/>
                      <a:pt x="14" y="4"/>
                    </a:cubicBezTo>
                    <a:cubicBezTo>
                      <a:pt x="16" y="6"/>
                      <a:pt x="17" y="5"/>
                      <a:pt x="18" y="6"/>
                    </a:cubicBezTo>
                    <a:cubicBezTo>
                      <a:pt x="19" y="6"/>
                      <a:pt x="20" y="5"/>
                      <a:pt x="21" y="6"/>
                    </a:cubicBezTo>
                    <a:cubicBezTo>
                      <a:pt x="22" y="6"/>
                      <a:pt x="22" y="8"/>
                      <a:pt x="23" y="9"/>
                    </a:cubicBezTo>
                    <a:cubicBezTo>
                      <a:pt x="23" y="9"/>
                      <a:pt x="27" y="10"/>
                      <a:pt x="27" y="10"/>
                    </a:cubicBezTo>
                    <a:cubicBezTo>
                      <a:pt x="30" y="11"/>
                      <a:pt x="33" y="12"/>
                      <a:pt x="37" y="12"/>
                    </a:cubicBezTo>
                    <a:cubicBezTo>
                      <a:pt x="40" y="11"/>
                      <a:pt x="46" y="6"/>
                      <a:pt x="48" y="13"/>
                    </a:cubicBezTo>
                    <a:cubicBezTo>
                      <a:pt x="53" y="10"/>
                      <a:pt x="56" y="17"/>
                      <a:pt x="60" y="19"/>
                    </a:cubicBezTo>
                    <a:cubicBezTo>
                      <a:pt x="63" y="20"/>
                      <a:pt x="64" y="18"/>
                      <a:pt x="65" y="22"/>
                    </a:cubicBezTo>
                    <a:cubicBezTo>
                      <a:pt x="66" y="24"/>
                      <a:pt x="65" y="25"/>
                      <a:pt x="66" y="26"/>
                    </a:cubicBezTo>
                    <a:cubicBezTo>
                      <a:pt x="66" y="27"/>
                      <a:pt x="67" y="28"/>
                      <a:pt x="67" y="29"/>
                    </a:cubicBezTo>
                    <a:cubicBezTo>
                      <a:pt x="69" y="30"/>
                      <a:pt x="68" y="35"/>
                      <a:pt x="69" y="37"/>
                    </a:cubicBezTo>
                    <a:cubicBezTo>
                      <a:pt x="69" y="39"/>
                      <a:pt x="71" y="40"/>
                      <a:pt x="69" y="42"/>
                    </a:cubicBezTo>
                    <a:cubicBezTo>
                      <a:pt x="68" y="43"/>
                      <a:pt x="66" y="44"/>
                      <a:pt x="65" y="43"/>
                    </a:cubicBezTo>
                    <a:cubicBezTo>
                      <a:pt x="64" y="44"/>
                      <a:pt x="64" y="46"/>
                      <a:pt x="66" y="48"/>
                    </a:cubicBezTo>
                    <a:cubicBezTo>
                      <a:pt x="65" y="49"/>
                      <a:pt x="63" y="49"/>
                      <a:pt x="62" y="51"/>
                    </a:cubicBezTo>
                    <a:cubicBezTo>
                      <a:pt x="62" y="52"/>
                      <a:pt x="63" y="55"/>
                      <a:pt x="62" y="56"/>
                    </a:cubicBezTo>
                    <a:cubicBezTo>
                      <a:pt x="60" y="58"/>
                      <a:pt x="58" y="54"/>
                      <a:pt x="56" y="58"/>
                    </a:cubicBezTo>
                    <a:cubicBezTo>
                      <a:pt x="56" y="59"/>
                      <a:pt x="57" y="62"/>
                      <a:pt x="58" y="63"/>
                    </a:cubicBezTo>
                    <a:cubicBezTo>
                      <a:pt x="56" y="65"/>
                      <a:pt x="54" y="65"/>
                      <a:pt x="52" y="66"/>
                    </a:cubicBezTo>
                    <a:cubicBezTo>
                      <a:pt x="51" y="69"/>
                      <a:pt x="51" y="70"/>
                      <a:pt x="53" y="72"/>
                    </a:cubicBezTo>
                    <a:cubicBezTo>
                      <a:pt x="49" y="75"/>
                      <a:pt x="57" y="83"/>
                      <a:pt x="51" y="85"/>
                    </a:cubicBezTo>
                    <a:cubicBezTo>
                      <a:pt x="52" y="87"/>
                      <a:pt x="51" y="91"/>
                      <a:pt x="51" y="93"/>
                    </a:cubicBezTo>
                    <a:cubicBezTo>
                      <a:pt x="50" y="96"/>
                      <a:pt x="48" y="96"/>
                      <a:pt x="48" y="100"/>
                    </a:cubicBezTo>
                    <a:cubicBezTo>
                      <a:pt x="48" y="102"/>
                      <a:pt x="49" y="105"/>
                      <a:pt x="47" y="108"/>
                    </a:cubicBezTo>
                    <a:cubicBezTo>
                      <a:pt x="46" y="110"/>
                      <a:pt x="43" y="111"/>
                      <a:pt x="45" y="115"/>
                    </a:cubicBezTo>
                    <a:cubicBezTo>
                      <a:pt x="42" y="115"/>
                      <a:pt x="42" y="117"/>
                      <a:pt x="41" y="119"/>
                    </a:cubicBezTo>
                    <a:cubicBezTo>
                      <a:pt x="41" y="120"/>
                      <a:pt x="42" y="121"/>
                      <a:pt x="42" y="122"/>
                    </a:cubicBezTo>
                    <a:cubicBezTo>
                      <a:pt x="41" y="123"/>
                      <a:pt x="40" y="123"/>
                      <a:pt x="39" y="124"/>
                    </a:cubicBezTo>
                    <a:cubicBezTo>
                      <a:pt x="39" y="125"/>
                      <a:pt x="39" y="126"/>
                      <a:pt x="39" y="126"/>
                    </a:cubicBezTo>
                    <a:cubicBezTo>
                      <a:pt x="38" y="127"/>
                      <a:pt x="37" y="126"/>
                      <a:pt x="36" y="127"/>
                    </a:cubicBezTo>
                    <a:cubicBezTo>
                      <a:pt x="35" y="129"/>
                      <a:pt x="35" y="130"/>
                      <a:pt x="35" y="132"/>
                    </a:cubicBezTo>
                    <a:cubicBezTo>
                      <a:pt x="32" y="133"/>
                      <a:pt x="32" y="130"/>
                      <a:pt x="33" y="128"/>
                    </a:cubicBezTo>
                    <a:cubicBezTo>
                      <a:pt x="33" y="127"/>
                      <a:pt x="34" y="126"/>
                      <a:pt x="34" y="124"/>
                    </a:cubicBezTo>
                    <a:cubicBezTo>
                      <a:pt x="34" y="123"/>
                      <a:pt x="33" y="122"/>
                      <a:pt x="33" y="121"/>
                    </a:cubicBezTo>
                    <a:cubicBezTo>
                      <a:pt x="32" y="118"/>
                      <a:pt x="35" y="115"/>
                      <a:pt x="34" y="112"/>
                    </a:cubicBezTo>
                    <a:cubicBezTo>
                      <a:pt x="33" y="111"/>
                      <a:pt x="29" y="106"/>
                      <a:pt x="34" y="106"/>
                    </a:cubicBezTo>
                    <a:cubicBezTo>
                      <a:pt x="33" y="104"/>
                      <a:pt x="32" y="102"/>
                      <a:pt x="35" y="100"/>
                    </a:cubicBezTo>
                    <a:cubicBezTo>
                      <a:pt x="34" y="98"/>
                      <a:pt x="33" y="96"/>
                      <a:pt x="33" y="94"/>
                    </a:cubicBezTo>
                    <a:cubicBezTo>
                      <a:pt x="33" y="92"/>
                      <a:pt x="35" y="90"/>
                      <a:pt x="32" y="90"/>
                    </a:cubicBezTo>
                    <a:cubicBezTo>
                      <a:pt x="32" y="87"/>
                      <a:pt x="33" y="85"/>
                      <a:pt x="34" y="82"/>
                    </a:cubicBezTo>
                    <a:cubicBezTo>
                      <a:pt x="34" y="80"/>
                      <a:pt x="33" y="78"/>
                      <a:pt x="33" y="77"/>
                    </a:cubicBezTo>
                    <a:cubicBezTo>
                      <a:pt x="33" y="74"/>
                      <a:pt x="33" y="72"/>
                      <a:pt x="32" y="70"/>
                    </a:cubicBezTo>
                    <a:cubicBezTo>
                      <a:pt x="31" y="68"/>
                      <a:pt x="28" y="66"/>
                      <a:pt x="27" y="64"/>
                    </a:cubicBezTo>
                    <a:cubicBezTo>
                      <a:pt x="24" y="60"/>
                      <a:pt x="28" y="55"/>
                      <a:pt x="26" y="49"/>
                    </a:cubicBezTo>
                    <a:cubicBezTo>
                      <a:pt x="25" y="48"/>
                      <a:pt x="24" y="49"/>
                      <a:pt x="23" y="48"/>
                    </a:cubicBezTo>
                    <a:cubicBezTo>
                      <a:pt x="22" y="46"/>
                      <a:pt x="21" y="44"/>
                      <a:pt x="21" y="42"/>
                    </a:cubicBezTo>
                    <a:cubicBezTo>
                      <a:pt x="21" y="38"/>
                      <a:pt x="20" y="36"/>
                      <a:pt x="19" y="32"/>
                    </a:cubicBezTo>
                    <a:cubicBezTo>
                      <a:pt x="13" y="34"/>
                      <a:pt x="14" y="28"/>
                      <a:pt x="13" y="24"/>
                    </a:cubicBezTo>
                    <a:cubicBezTo>
                      <a:pt x="7" y="25"/>
                      <a:pt x="9" y="14"/>
                      <a:pt x="4" y="12"/>
                    </a:cubicBezTo>
                    <a:cubicBezTo>
                      <a:pt x="4" y="10"/>
                      <a:pt x="5" y="8"/>
                      <a:pt x="4" y="7"/>
                    </a:cubicBezTo>
                    <a:cubicBezTo>
                      <a:pt x="4" y="6"/>
                      <a:pt x="2" y="6"/>
                      <a:pt x="1" y="5"/>
                    </a:cubicBezTo>
                    <a:cubicBezTo>
                      <a:pt x="0" y="1"/>
                      <a:pt x="5" y="1"/>
                      <a:pt x="7" y="1"/>
                    </a:cubicBezTo>
                  </a:path>
                </a:pathLst>
              </a:custGeom>
              <a:solidFill>
                <a:srgbClr val="E2E2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277" name="Freeform 832">
                <a:extLst>
                  <a:ext uri="{FF2B5EF4-FFF2-40B4-BE49-F238E27FC236}">
                    <a16:creationId xmlns:a16="http://schemas.microsoft.com/office/drawing/2014/main" id="{BB865FB0-AB4C-49E2-BF1F-E2A6C490DA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1" y="754"/>
                <a:ext cx="109" cy="202"/>
              </a:xfrm>
              <a:custGeom>
                <a:avLst/>
                <a:gdLst>
                  <a:gd name="T0" fmla="*/ 26 w 71"/>
                  <a:gd name="T1" fmla="*/ 5 h 133"/>
                  <a:gd name="T2" fmla="*/ 43 w 71"/>
                  <a:gd name="T3" fmla="*/ 5 h 133"/>
                  <a:gd name="T4" fmla="*/ 49 w 71"/>
                  <a:gd name="T5" fmla="*/ 14 h 133"/>
                  <a:gd name="T6" fmla="*/ 66 w 71"/>
                  <a:gd name="T7" fmla="*/ 21 h 133"/>
                  <a:gd name="T8" fmla="*/ 75 w 71"/>
                  <a:gd name="T9" fmla="*/ 21 h 133"/>
                  <a:gd name="T10" fmla="*/ 83 w 71"/>
                  <a:gd name="T11" fmla="*/ 32 h 133"/>
                  <a:gd name="T12" fmla="*/ 97 w 71"/>
                  <a:gd name="T13" fmla="*/ 35 h 133"/>
                  <a:gd name="T14" fmla="*/ 135 w 71"/>
                  <a:gd name="T15" fmla="*/ 41 h 133"/>
                  <a:gd name="T16" fmla="*/ 175 w 71"/>
                  <a:gd name="T17" fmla="*/ 46 h 133"/>
                  <a:gd name="T18" fmla="*/ 216 w 71"/>
                  <a:gd name="T19" fmla="*/ 67 h 133"/>
                  <a:gd name="T20" fmla="*/ 236 w 71"/>
                  <a:gd name="T21" fmla="*/ 76 h 133"/>
                  <a:gd name="T22" fmla="*/ 238 w 71"/>
                  <a:gd name="T23" fmla="*/ 90 h 133"/>
                  <a:gd name="T24" fmla="*/ 243 w 71"/>
                  <a:gd name="T25" fmla="*/ 102 h 133"/>
                  <a:gd name="T26" fmla="*/ 250 w 71"/>
                  <a:gd name="T27" fmla="*/ 129 h 133"/>
                  <a:gd name="T28" fmla="*/ 250 w 71"/>
                  <a:gd name="T29" fmla="*/ 147 h 133"/>
                  <a:gd name="T30" fmla="*/ 236 w 71"/>
                  <a:gd name="T31" fmla="*/ 150 h 133"/>
                  <a:gd name="T32" fmla="*/ 238 w 71"/>
                  <a:gd name="T33" fmla="*/ 169 h 133"/>
                  <a:gd name="T34" fmla="*/ 224 w 71"/>
                  <a:gd name="T35" fmla="*/ 178 h 133"/>
                  <a:gd name="T36" fmla="*/ 224 w 71"/>
                  <a:gd name="T37" fmla="*/ 196 h 133"/>
                  <a:gd name="T38" fmla="*/ 203 w 71"/>
                  <a:gd name="T39" fmla="*/ 204 h 133"/>
                  <a:gd name="T40" fmla="*/ 210 w 71"/>
                  <a:gd name="T41" fmla="*/ 222 h 133"/>
                  <a:gd name="T42" fmla="*/ 189 w 71"/>
                  <a:gd name="T43" fmla="*/ 231 h 133"/>
                  <a:gd name="T44" fmla="*/ 190 w 71"/>
                  <a:gd name="T45" fmla="*/ 252 h 133"/>
                  <a:gd name="T46" fmla="*/ 184 w 71"/>
                  <a:gd name="T47" fmla="*/ 298 h 133"/>
                  <a:gd name="T48" fmla="*/ 184 w 71"/>
                  <a:gd name="T49" fmla="*/ 325 h 133"/>
                  <a:gd name="T50" fmla="*/ 175 w 71"/>
                  <a:gd name="T51" fmla="*/ 351 h 133"/>
                  <a:gd name="T52" fmla="*/ 170 w 71"/>
                  <a:gd name="T53" fmla="*/ 378 h 133"/>
                  <a:gd name="T54" fmla="*/ 163 w 71"/>
                  <a:gd name="T55" fmla="*/ 404 h 133"/>
                  <a:gd name="T56" fmla="*/ 149 w 71"/>
                  <a:gd name="T57" fmla="*/ 418 h 133"/>
                  <a:gd name="T58" fmla="*/ 150 w 71"/>
                  <a:gd name="T59" fmla="*/ 427 h 133"/>
                  <a:gd name="T60" fmla="*/ 141 w 71"/>
                  <a:gd name="T61" fmla="*/ 434 h 133"/>
                  <a:gd name="T62" fmla="*/ 141 w 71"/>
                  <a:gd name="T63" fmla="*/ 440 h 133"/>
                  <a:gd name="T64" fmla="*/ 129 w 71"/>
                  <a:gd name="T65" fmla="*/ 445 h 133"/>
                  <a:gd name="T66" fmla="*/ 127 w 71"/>
                  <a:gd name="T67" fmla="*/ 462 h 133"/>
                  <a:gd name="T68" fmla="*/ 120 w 71"/>
                  <a:gd name="T69" fmla="*/ 448 h 133"/>
                  <a:gd name="T70" fmla="*/ 123 w 71"/>
                  <a:gd name="T71" fmla="*/ 434 h 133"/>
                  <a:gd name="T72" fmla="*/ 120 w 71"/>
                  <a:gd name="T73" fmla="*/ 424 h 133"/>
                  <a:gd name="T74" fmla="*/ 123 w 71"/>
                  <a:gd name="T75" fmla="*/ 392 h 133"/>
                  <a:gd name="T76" fmla="*/ 123 w 71"/>
                  <a:gd name="T77" fmla="*/ 372 h 133"/>
                  <a:gd name="T78" fmla="*/ 127 w 71"/>
                  <a:gd name="T79" fmla="*/ 351 h 133"/>
                  <a:gd name="T80" fmla="*/ 120 w 71"/>
                  <a:gd name="T81" fmla="*/ 330 h 133"/>
                  <a:gd name="T82" fmla="*/ 115 w 71"/>
                  <a:gd name="T83" fmla="*/ 316 h 133"/>
                  <a:gd name="T84" fmla="*/ 123 w 71"/>
                  <a:gd name="T85" fmla="*/ 289 h 133"/>
                  <a:gd name="T86" fmla="*/ 120 w 71"/>
                  <a:gd name="T87" fmla="*/ 270 h 133"/>
                  <a:gd name="T88" fmla="*/ 115 w 71"/>
                  <a:gd name="T89" fmla="*/ 245 h 133"/>
                  <a:gd name="T90" fmla="*/ 97 w 71"/>
                  <a:gd name="T91" fmla="*/ 223 h 133"/>
                  <a:gd name="T92" fmla="*/ 94 w 71"/>
                  <a:gd name="T93" fmla="*/ 170 h 133"/>
                  <a:gd name="T94" fmla="*/ 83 w 71"/>
                  <a:gd name="T95" fmla="*/ 169 h 133"/>
                  <a:gd name="T96" fmla="*/ 75 w 71"/>
                  <a:gd name="T97" fmla="*/ 147 h 133"/>
                  <a:gd name="T98" fmla="*/ 69 w 71"/>
                  <a:gd name="T99" fmla="*/ 112 h 133"/>
                  <a:gd name="T100" fmla="*/ 48 w 71"/>
                  <a:gd name="T101" fmla="*/ 84 h 133"/>
                  <a:gd name="T102" fmla="*/ 14 w 71"/>
                  <a:gd name="T103" fmla="*/ 41 h 133"/>
                  <a:gd name="T104" fmla="*/ 14 w 71"/>
                  <a:gd name="T105" fmla="*/ 26 h 133"/>
                  <a:gd name="T106" fmla="*/ 5 w 71"/>
                  <a:gd name="T107" fmla="*/ 18 h 133"/>
                  <a:gd name="T108" fmla="*/ 26 w 71"/>
                  <a:gd name="T109" fmla="*/ 5 h 133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</a:gdLst>
                <a:ahLst/>
                <a:cxnLst>
                  <a:cxn ang="T110">
                    <a:pos x="T0" y="T1"/>
                  </a:cxn>
                  <a:cxn ang="T111">
                    <a:pos x="T2" y="T3"/>
                  </a:cxn>
                  <a:cxn ang="T112">
                    <a:pos x="T4" y="T5"/>
                  </a:cxn>
                  <a:cxn ang="T113">
                    <a:pos x="T6" y="T7"/>
                  </a:cxn>
                  <a:cxn ang="T114">
                    <a:pos x="T8" y="T9"/>
                  </a:cxn>
                  <a:cxn ang="T115">
                    <a:pos x="T10" y="T11"/>
                  </a:cxn>
                  <a:cxn ang="T116">
                    <a:pos x="T12" y="T13"/>
                  </a:cxn>
                  <a:cxn ang="T117">
                    <a:pos x="T14" y="T15"/>
                  </a:cxn>
                  <a:cxn ang="T118">
                    <a:pos x="T16" y="T17"/>
                  </a:cxn>
                  <a:cxn ang="T119">
                    <a:pos x="T18" y="T19"/>
                  </a:cxn>
                  <a:cxn ang="T120">
                    <a:pos x="T20" y="T21"/>
                  </a:cxn>
                  <a:cxn ang="T121">
                    <a:pos x="T22" y="T23"/>
                  </a:cxn>
                  <a:cxn ang="T122">
                    <a:pos x="T24" y="T25"/>
                  </a:cxn>
                  <a:cxn ang="T123">
                    <a:pos x="T26" y="T27"/>
                  </a:cxn>
                  <a:cxn ang="T124">
                    <a:pos x="T28" y="T29"/>
                  </a:cxn>
                  <a:cxn ang="T125">
                    <a:pos x="T30" y="T31"/>
                  </a:cxn>
                  <a:cxn ang="T126">
                    <a:pos x="T32" y="T33"/>
                  </a:cxn>
                  <a:cxn ang="T127">
                    <a:pos x="T34" y="T35"/>
                  </a:cxn>
                  <a:cxn ang="T128">
                    <a:pos x="T36" y="T37"/>
                  </a:cxn>
                  <a:cxn ang="T129">
                    <a:pos x="T38" y="T39"/>
                  </a:cxn>
                  <a:cxn ang="T130">
                    <a:pos x="T40" y="T41"/>
                  </a:cxn>
                  <a:cxn ang="T131">
                    <a:pos x="T42" y="T43"/>
                  </a:cxn>
                  <a:cxn ang="T132">
                    <a:pos x="T44" y="T45"/>
                  </a:cxn>
                  <a:cxn ang="T133">
                    <a:pos x="T46" y="T47"/>
                  </a:cxn>
                  <a:cxn ang="T134">
                    <a:pos x="T48" y="T49"/>
                  </a:cxn>
                  <a:cxn ang="T135">
                    <a:pos x="T50" y="T51"/>
                  </a:cxn>
                  <a:cxn ang="T136">
                    <a:pos x="T52" y="T53"/>
                  </a:cxn>
                  <a:cxn ang="T137">
                    <a:pos x="T54" y="T55"/>
                  </a:cxn>
                  <a:cxn ang="T138">
                    <a:pos x="T56" y="T57"/>
                  </a:cxn>
                  <a:cxn ang="T139">
                    <a:pos x="T58" y="T59"/>
                  </a:cxn>
                  <a:cxn ang="T140">
                    <a:pos x="T60" y="T61"/>
                  </a:cxn>
                  <a:cxn ang="T141">
                    <a:pos x="T62" y="T63"/>
                  </a:cxn>
                  <a:cxn ang="T142">
                    <a:pos x="T64" y="T65"/>
                  </a:cxn>
                  <a:cxn ang="T143">
                    <a:pos x="T66" y="T67"/>
                  </a:cxn>
                  <a:cxn ang="T144">
                    <a:pos x="T68" y="T69"/>
                  </a:cxn>
                  <a:cxn ang="T145">
                    <a:pos x="T70" y="T71"/>
                  </a:cxn>
                  <a:cxn ang="T146">
                    <a:pos x="T72" y="T73"/>
                  </a:cxn>
                  <a:cxn ang="T147">
                    <a:pos x="T74" y="T75"/>
                  </a:cxn>
                  <a:cxn ang="T148">
                    <a:pos x="T76" y="T77"/>
                  </a:cxn>
                  <a:cxn ang="T149">
                    <a:pos x="T78" y="T79"/>
                  </a:cxn>
                  <a:cxn ang="T150">
                    <a:pos x="T80" y="T81"/>
                  </a:cxn>
                  <a:cxn ang="T151">
                    <a:pos x="T82" y="T83"/>
                  </a:cxn>
                  <a:cxn ang="T152">
                    <a:pos x="T84" y="T85"/>
                  </a:cxn>
                  <a:cxn ang="T153">
                    <a:pos x="T86" y="T87"/>
                  </a:cxn>
                  <a:cxn ang="T154">
                    <a:pos x="T88" y="T89"/>
                  </a:cxn>
                  <a:cxn ang="T155">
                    <a:pos x="T90" y="T91"/>
                  </a:cxn>
                  <a:cxn ang="T156">
                    <a:pos x="T92" y="T93"/>
                  </a:cxn>
                  <a:cxn ang="T157">
                    <a:pos x="T94" y="T95"/>
                  </a:cxn>
                  <a:cxn ang="T158">
                    <a:pos x="T96" y="T97"/>
                  </a:cxn>
                  <a:cxn ang="T159">
                    <a:pos x="T98" y="T99"/>
                  </a:cxn>
                  <a:cxn ang="T160">
                    <a:pos x="T100" y="T101"/>
                  </a:cxn>
                  <a:cxn ang="T161">
                    <a:pos x="T102" y="T103"/>
                  </a:cxn>
                  <a:cxn ang="T162">
                    <a:pos x="T104" y="T105"/>
                  </a:cxn>
                  <a:cxn ang="T163">
                    <a:pos x="T106" y="T107"/>
                  </a:cxn>
                  <a:cxn ang="T164">
                    <a:pos x="T108" y="T109"/>
                  </a:cxn>
                </a:cxnLst>
                <a:rect l="0" t="0" r="r" b="b"/>
                <a:pathLst>
                  <a:path w="71" h="133">
                    <a:moveTo>
                      <a:pt x="7" y="1"/>
                    </a:moveTo>
                    <a:cubicBezTo>
                      <a:pt x="9" y="2"/>
                      <a:pt x="10" y="0"/>
                      <a:pt x="12" y="1"/>
                    </a:cubicBezTo>
                    <a:cubicBezTo>
                      <a:pt x="13" y="2"/>
                      <a:pt x="13" y="4"/>
                      <a:pt x="14" y="4"/>
                    </a:cubicBezTo>
                    <a:cubicBezTo>
                      <a:pt x="16" y="6"/>
                      <a:pt x="17" y="5"/>
                      <a:pt x="18" y="6"/>
                    </a:cubicBezTo>
                    <a:cubicBezTo>
                      <a:pt x="19" y="6"/>
                      <a:pt x="20" y="5"/>
                      <a:pt x="21" y="6"/>
                    </a:cubicBezTo>
                    <a:cubicBezTo>
                      <a:pt x="22" y="6"/>
                      <a:pt x="22" y="8"/>
                      <a:pt x="23" y="9"/>
                    </a:cubicBezTo>
                    <a:cubicBezTo>
                      <a:pt x="23" y="9"/>
                      <a:pt x="27" y="10"/>
                      <a:pt x="27" y="10"/>
                    </a:cubicBezTo>
                    <a:cubicBezTo>
                      <a:pt x="30" y="11"/>
                      <a:pt x="33" y="12"/>
                      <a:pt x="37" y="12"/>
                    </a:cubicBezTo>
                    <a:cubicBezTo>
                      <a:pt x="40" y="11"/>
                      <a:pt x="46" y="6"/>
                      <a:pt x="48" y="13"/>
                    </a:cubicBezTo>
                    <a:cubicBezTo>
                      <a:pt x="53" y="10"/>
                      <a:pt x="56" y="17"/>
                      <a:pt x="60" y="19"/>
                    </a:cubicBezTo>
                    <a:cubicBezTo>
                      <a:pt x="63" y="20"/>
                      <a:pt x="64" y="18"/>
                      <a:pt x="65" y="22"/>
                    </a:cubicBezTo>
                    <a:cubicBezTo>
                      <a:pt x="66" y="24"/>
                      <a:pt x="65" y="25"/>
                      <a:pt x="66" y="26"/>
                    </a:cubicBezTo>
                    <a:cubicBezTo>
                      <a:pt x="66" y="27"/>
                      <a:pt x="67" y="28"/>
                      <a:pt x="67" y="29"/>
                    </a:cubicBezTo>
                    <a:cubicBezTo>
                      <a:pt x="69" y="30"/>
                      <a:pt x="68" y="35"/>
                      <a:pt x="69" y="37"/>
                    </a:cubicBezTo>
                    <a:cubicBezTo>
                      <a:pt x="69" y="39"/>
                      <a:pt x="71" y="40"/>
                      <a:pt x="69" y="42"/>
                    </a:cubicBezTo>
                    <a:cubicBezTo>
                      <a:pt x="68" y="43"/>
                      <a:pt x="66" y="44"/>
                      <a:pt x="65" y="43"/>
                    </a:cubicBezTo>
                    <a:cubicBezTo>
                      <a:pt x="64" y="44"/>
                      <a:pt x="64" y="46"/>
                      <a:pt x="66" y="48"/>
                    </a:cubicBezTo>
                    <a:cubicBezTo>
                      <a:pt x="65" y="49"/>
                      <a:pt x="63" y="49"/>
                      <a:pt x="62" y="51"/>
                    </a:cubicBezTo>
                    <a:cubicBezTo>
                      <a:pt x="62" y="52"/>
                      <a:pt x="63" y="55"/>
                      <a:pt x="62" y="56"/>
                    </a:cubicBezTo>
                    <a:cubicBezTo>
                      <a:pt x="60" y="58"/>
                      <a:pt x="58" y="54"/>
                      <a:pt x="56" y="58"/>
                    </a:cubicBezTo>
                    <a:cubicBezTo>
                      <a:pt x="56" y="59"/>
                      <a:pt x="57" y="62"/>
                      <a:pt x="58" y="63"/>
                    </a:cubicBezTo>
                    <a:cubicBezTo>
                      <a:pt x="56" y="65"/>
                      <a:pt x="54" y="65"/>
                      <a:pt x="52" y="66"/>
                    </a:cubicBezTo>
                    <a:cubicBezTo>
                      <a:pt x="51" y="69"/>
                      <a:pt x="51" y="70"/>
                      <a:pt x="53" y="72"/>
                    </a:cubicBezTo>
                    <a:cubicBezTo>
                      <a:pt x="49" y="75"/>
                      <a:pt x="57" y="83"/>
                      <a:pt x="51" y="85"/>
                    </a:cubicBezTo>
                    <a:cubicBezTo>
                      <a:pt x="52" y="87"/>
                      <a:pt x="51" y="91"/>
                      <a:pt x="51" y="93"/>
                    </a:cubicBezTo>
                    <a:cubicBezTo>
                      <a:pt x="50" y="96"/>
                      <a:pt x="48" y="96"/>
                      <a:pt x="48" y="100"/>
                    </a:cubicBezTo>
                    <a:cubicBezTo>
                      <a:pt x="48" y="102"/>
                      <a:pt x="49" y="105"/>
                      <a:pt x="47" y="108"/>
                    </a:cubicBezTo>
                    <a:cubicBezTo>
                      <a:pt x="46" y="110"/>
                      <a:pt x="43" y="111"/>
                      <a:pt x="45" y="115"/>
                    </a:cubicBezTo>
                    <a:cubicBezTo>
                      <a:pt x="42" y="115"/>
                      <a:pt x="42" y="117"/>
                      <a:pt x="41" y="119"/>
                    </a:cubicBezTo>
                    <a:cubicBezTo>
                      <a:pt x="41" y="120"/>
                      <a:pt x="42" y="121"/>
                      <a:pt x="42" y="122"/>
                    </a:cubicBezTo>
                    <a:cubicBezTo>
                      <a:pt x="41" y="123"/>
                      <a:pt x="40" y="123"/>
                      <a:pt x="39" y="124"/>
                    </a:cubicBezTo>
                    <a:cubicBezTo>
                      <a:pt x="39" y="125"/>
                      <a:pt x="39" y="126"/>
                      <a:pt x="39" y="126"/>
                    </a:cubicBezTo>
                    <a:cubicBezTo>
                      <a:pt x="38" y="127"/>
                      <a:pt x="37" y="126"/>
                      <a:pt x="36" y="127"/>
                    </a:cubicBezTo>
                    <a:cubicBezTo>
                      <a:pt x="35" y="129"/>
                      <a:pt x="35" y="130"/>
                      <a:pt x="35" y="132"/>
                    </a:cubicBezTo>
                    <a:cubicBezTo>
                      <a:pt x="32" y="133"/>
                      <a:pt x="32" y="130"/>
                      <a:pt x="33" y="128"/>
                    </a:cubicBezTo>
                    <a:cubicBezTo>
                      <a:pt x="33" y="127"/>
                      <a:pt x="34" y="126"/>
                      <a:pt x="34" y="124"/>
                    </a:cubicBezTo>
                    <a:cubicBezTo>
                      <a:pt x="34" y="123"/>
                      <a:pt x="33" y="122"/>
                      <a:pt x="33" y="121"/>
                    </a:cubicBezTo>
                    <a:cubicBezTo>
                      <a:pt x="32" y="118"/>
                      <a:pt x="35" y="115"/>
                      <a:pt x="34" y="112"/>
                    </a:cubicBezTo>
                    <a:cubicBezTo>
                      <a:pt x="33" y="111"/>
                      <a:pt x="29" y="106"/>
                      <a:pt x="34" y="106"/>
                    </a:cubicBezTo>
                    <a:cubicBezTo>
                      <a:pt x="33" y="104"/>
                      <a:pt x="32" y="102"/>
                      <a:pt x="35" y="100"/>
                    </a:cubicBezTo>
                    <a:cubicBezTo>
                      <a:pt x="34" y="98"/>
                      <a:pt x="33" y="96"/>
                      <a:pt x="33" y="94"/>
                    </a:cubicBezTo>
                    <a:cubicBezTo>
                      <a:pt x="33" y="92"/>
                      <a:pt x="35" y="90"/>
                      <a:pt x="32" y="90"/>
                    </a:cubicBezTo>
                    <a:cubicBezTo>
                      <a:pt x="32" y="87"/>
                      <a:pt x="33" y="85"/>
                      <a:pt x="34" y="82"/>
                    </a:cubicBezTo>
                    <a:cubicBezTo>
                      <a:pt x="34" y="80"/>
                      <a:pt x="33" y="78"/>
                      <a:pt x="33" y="77"/>
                    </a:cubicBezTo>
                    <a:cubicBezTo>
                      <a:pt x="33" y="74"/>
                      <a:pt x="33" y="72"/>
                      <a:pt x="32" y="70"/>
                    </a:cubicBezTo>
                    <a:cubicBezTo>
                      <a:pt x="31" y="68"/>
                      <a:pt x="28" y="66"/>
                      <a:pt x="27" y="64"/>
                    </a:cubicBezTo>
                    <a:cubicBezTo>
                      <a:pt x="24" y="60"/>
                      <a:pt x="28" y="55"/>
                      <a:pt x="26" y="49"/>
                    </a:cubicBezTo>
                    <a:cubicBezTo>
                      <a:pt x="25" y="48"/>
                      <a:pt x="24" y="49"/>
                      <a:pt x="23" y="48"/>
                    </a:cubicBezTo>
                    <a:cubicBezTo>
                      <a:pt x="22" y="46"/>
                      <a:pt x="21" y="44"/>
                      <a:pt x="21" y="42"/>
                    </a:cubicBezTo>
                    <a:cubicBezTo>
                      <a:pt x="21" y="38"/>
                      <a:pt x="20" y="36"/>
                      <a:pt x="19" y="32"/>
                    </a:cubicBezTo>
                    <a:cubicBezTo>
                      <a:pt x="13" y="34"/>
                      <a:pt x="14" y="28"/>
                      <a:pt x="13" y="24"/>
                    </a:cubicBezTo>
                    <a:cubicBezTo>
                      <a:pt x="7" y="25"/>
                      <a:pt x="9" y="14"/>
                      <a:pt x="4" y="12"/>
                    </a:cubicBezTo>
                    <a:cubicBezTo>
                      <a:pt x="4" y="10"/>
                      <a:pt x="5" y="8"/>
                      <a:pt x="4" y="7"/>
                    </a:cubicBezTo>
                    <a:cubicBezTo>
                      <a:pt x="4" y="6"/>
                      <a:pt x="2" y="6"/>
                      <a:pt x="1" y="5"/>
                    </a:cubicBezTo>
                    <a:cubicBezTo>
                      <a:pt x="0" y="1"/>
                      <a:pt x="5" y="1"/>
                      <a:pt x="7" y="1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278" name="Freeform 833">
                <a:extLst>
                  <a:ext uri="{FF2B5EF4-FFF2-40B4-BE49-F238E27FC236}">
                    <a16:creationId xmlns:a16="http://schemas.microsoft.com/office/drawing/2014/main" id="{A4394759-AC13-45E1-8DCB-30E8EBCAB7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7" y="770"/>
                <a:ext cx="47" cy="40"/>
              </a:xfrm>
              <a:custGeom>
                <a:avLst/>
                <a:gdLst>
                  <a:gd name="T0" fmla="*/ 102 w 31"/>
                  <a:gd name="T1" fmla="*/ 8 h 26"/>
                  <a:gd name="T2" fmla="*/ 88 w 31"/>
                  <a:gd name="T3" fmla="*/ 0 h 26"/>
                  <a:gd name="T4" fmla="*/ 80 w 31"/>
                  <a:gd name="T5" fmla="*/ 12 h 26"/>
                  <a:gd name="T6" fmla="*/ 67 w 31"/>
                  <a:gd name="T7" fmla="*/ 5 h 26"/>
                  <a:gd name="T8" fmla="*/ 55 w 31"/>
                  <a:gd name="T9" fmla="*/ 12 h 26"/>
                  <a:gd name="T10" fmla="*/ 39 w 31"/>
                  <a:gd name="T11" fmla="*/ 22 h 26"/>
                  <a:gd name="T12" fmla="*/ 45 w 31"/>
                  <a:gd name="T13" fmla="*/ 34 h 26"/>
                  <a:gd name="T14" fmla="*/ 32 w 31"/>
                  <a:gd name="T15" fmla="*/ 35 h 26"/>
                  <a:gd name="T16" fmla="*/ 27 w 31"/>
                  <a:gd name="T17" fmla="*/ 48 h 26"/>
                  <a:gd name="T18" fmla="*/ 18 w 31"/>
                  <a:gd name="T19" fmla="*/ 66 h 26"/>
                  <a:gd name="T20" fmla="*/ 14 w 31"/>
                  <a:gd name="T21" fmla="*/ 80 h 26"/>
                  <a:gd name="T22" fmla="*/ 26 w 31"/>
                  <a:gd name="T23" fmla="*/ 80 h 26"/>
                  <a:gd name="T24" fmla="*/ 26 w 31"/>
                  <a:gd name="T25" fmla="*/ 89 h 26"/>
                  <a:gd name="T26" fmla="*/ 39 w 31"/>
                  <a:gd name="T27" fmla="*/ 80 h 26"/>
                  <a:gd name="T28" fmla="*/ 41 w 31"/>
                  <a:gd name="T29" fmla="*/ 58 h 26"/>
                  <a:gd name="T30" fmla="*/ 53 w 31"/>
                  <a:gd name="T31" fmla="*/ 58 h 26"/>
                  <a:gd name="T32" fmla="*/ 49 w 31"/>
                  <a:gd name="T33" fmla="*/ 40 h 26"/>
                  <a:gd name="T34" fmla="*/ 62 w 31"/>
                  <a:gd name="T35" fmla="*/ 34 h 26"/>
                  <a:gd name="T36" fmla="*/ 62 w 31"/>
                  <a:gd name="T37" fmla="*/ 14 h 26"/>
                  <a:gd name="T38" fmla="*/ 74 w 31"/>
                  <a:gd name="T39" fmla="*/ 35 h 26"/>
                  <a:gd name="T40" fmla="*/ 89 w 31"/>
                  <a:gd name="T41" fmla="*/ 26 h 26"/>
                  <a:gd name="T42" fmla="*/ 97 w 31"/>
                  <a:gd name="T43" fmla="*/ 35 h 26"/>
                  <a:gd name="T44" fmla="*/ 102 w 31"/>
                  <a:gd name="T45" fmla="*/ 22 h 26"/>
                  <a:gd name="T46" fmla="*/ 97 w 31"/>
                  <a:gd name="T47" fmla="*/ 12 h 26"/>
                  <a:gd name="T48" fmla="*/ 97 w 31"/>
                  <a:gd name="T49" fmla="*/ 12 h 2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31" h="26">
                    <a:moveTo>
                      <a:pt x="29" y="2"/>
                    </a:moveTo>
                    <a:cubicBezTo>
                      <a:pt x="28" y="2"/>
                      <a:pt x="27" y="0"/>
                      <a:pt x="25" y="0"/>
                    </a:cubicBezTo>
                    <a:cubicBezTo>
                      <a:pt x="24" y="0"/>
                      <a:pt x="23" y="1"/>
                      <a:pt x="23" y="3"/>
                    </a:cubicBezTo>
                    <a:cubicBezTo>
                      <a:pt x="22" y="2"/>
                      <a:pt x="21" y="0"/>
                      <a:pt x="19" y="1"/>
                    </a:cubicBezTo>
                    <a:cubicBezTo>
                      <a:pt x="18" y="1"/>
                      <a:pt x="16" y="2"/>
                      <a:pt x="16" y="3"/>
                    </a:cubicBezTo>
                    <a:cubicBezTo>
                      <a:pt x="14" y="3"/>
                      <a:pt x="12" y="3"/>
                      <a:pt x="11" y="6"/>
                    </a:cubicBezTo>
                    <a:cubicBezTo>
                      <a:pt x="11" y="7"/>
                      <a:pt x="13" y="8"/>
                      <a:pt x="13" y="9"/>
                    </a:cubicBezTo>
                    <a:cubicBezTo>
                      <a:pt x="12" y="9"/>
                      <a:pt x="10" y="9"/>
                      <a:pt x="9" y="10"/>
                    </a:cubicBezTo>
                    <a:cubicBezTo>
                      <a:pt x="6" y="11"/>
                      <a:pt x="9" y="12"/>
                      <a:pt x="8" y="13"/>
                    </a:cubicBezTo>
                    <a:cubicBezTo>
                      <a:pt x="8" y="15"/>
                      <a:pt x="4" y="16"/>
                      <a:pt x="5" y="18"/>
                    </a:cubicBezTo>
                    <a:cubicBezTo>
                      <a:pt x="2" y="18"/>
                      <a:pt x="0" y="21"/>
                      <a:pt x="4" y="22"/>
                    </a:cubicBezTo>
                    <a:cubicBezTo>
                      <a:pt x="5" y="22"/>
                      <a:pt x="6" y="20"/>
                      <a:pt x="7" y="22"/>
                    </a:cubicBezTo>
                    <a:cubicBezTo>
                      <a:pt x="8" y="23"/>
                      <a:pt x="7" y="24"/>
                      <a:pt x="7" y="25"/>
                    </a:cubicBezTo>
                    <a:cubicBezTo>
                      <a:pt x="9" y="26"/>
                      <a:pt x="11" y="24"/>
                      <a:pt x="11" y="22"/>
                    </a:cubicBezTo>
                    <a:cubicBezTo>
                      <a:pt x="11" y="20"/>
                      <a:pt x="9" y="17"/>
                      <a:pt x="12" y="16"/>
                    </a:cubicBezTo>
                    <a:cubicBezTo>
                      <a:pt x="13" y="15"/>
                      <a:pt x="14" y="17"/>
                      <a:pt x="15" y="16"/>
                    </a:cubicBezTo>
                    <a:cubicBezTo>
                      <a:pt x="16" y="14"/>
                      <a:pt x="14" y="13"/>
                      <a:pt x="14" y="11"/>
                    </a:cubicBezTo>
                    <a:cubicBezTo>
                      <a:pt x="16" y="11"/>
                      <a:pt x="18" y="12"/>
                      <a:pt x="18" y="9"/>
                    </a:cubicBezTo>
                    <a:cubicBezTo>
                      <a:pt x="18" y="8"/>
                      <a:pt x="15" y="4"/>
                      <a:pt x="18" y="4"/>
                    </a:cubicBezTo>
                    <a:cubicBezTo>
                      <a:pt x="22" y="3"/>
                      <a:pt x="20" y="8"/>
                      <a:pt x="21" y="10"/>
                    </a:cubicBezTo>
                    <a:cubicBezTo>
                      <a:pt x="23" y="12"/>
                      <a:pt x="26" y="9"/>
                      <a:pt x="26" y="7"/>
                    </a:cubicBezTo>
                    <a:cubicBezTo>
                      <a:pt x="27" y="8"/>
                      <a:pt x="26" y="9"/>
                      <a:pt x="28" y="10"/>
                    </a:cubicBezTo>
                    <a:cubicBezTo>
                      <a:pt x="29" y="9"/>
                      <a:pt x="29" y="8"/>
                      <a:pt x="29" y="6"/>
                    </a:cubicBezTo>
                    <a:cubicBezTo>
                      <a:pt x="31" y="7"/>
                      <a:pt x="30" y="3"/>
                      <a:pt x="28" y="3"/>
                    </a:cubicBezTo>
                    <a:cubicBezTo>
                      <a:pt x="28" y="3"/>
                      <a:pt x="28" y="3"/>
                      <a:pt x="28" y="3"/>
                    </a:cubicBezTo>
                  </a:path>
                </a:pathLst>
              </a:custGeom>
              <a:solidFill>
                <a:srgbClr val="FCF8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279" name="Freeform 834">
                <a:extLst>
                  <a:ext uri="{FF2B5EF4-FFF2-40B4-BE49-F238E27FC236}">
                    <a16:creationId xmlns:a16="http://schemas.microsoft.com/office/drawing/2014/main" id="{2C756351-3247-41CC-8820-FCB5BB5E2C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3" y="796"/>
                <a:ext cx="35" cy="42"/>
              </a:xfrm>
              <a:custGeom>
                <a:avLst/>
                <a:gdLst>
                  <a:gd name="T0" fmla="*/ 67 w 23"/>
                  <a:gd name="T1" fmla="*/ 12 h 27"/>
                  <a:gd name="T2" fmla="*/ 49 w 23"/>
                  <a:gd name="T3" fmla="*/ 14 h 27"/>
                  <a:gd name="T4" fmla="*/ 61 w 23"/>
                  <a:gd name="T5" fmla="*/ 34 h 27"/>
                  <a:gd name="T6" fmla="*/ 46 w 23"/>
                  <a:gd name="T7" fmla="*/ 40 h 27"/>
                  <a:gd name="T8" fmla="*/ 41 w 23"/>
                  <a:gd name="T9" fmla="*/ 56 h 27"/>
                  <a:gd name="T10" fmla="*/ 21 w 23"/>
                  <a:gd name="T11" fmla="*/ 61 h 27"/>
                  <a:gd name="T12" fmla="*/ 5 w 23"/>
                  <a:gd name="T13" fmla="*/ 53 h 27"/>
                  <a:gd name="T14" fmla="*/ 5 w 23"/>
                  <a:gd name="T15" fmla="*/ 68 h 27"/>
                  <a:gd name="T16" fmla="*/ 18 w 23"/>
                  <a:gd name="T17" fmla="*/ 73 h 27"/>
                  <a:gd name="T18" fmla="*/ 26 w 23"/>
                  <a:gd name="T19" fmla="*/ 75 h 27"/>
                  <a:gd name="T20" fmla="*/ 32 w 23"/>
                  <a:gd name="T21" fmla="*/ 90 h 27"/>
                  <a:gd name="T22" fmla="*/ 49 w 23"/>
                  <a:gd name="T23" fmla="*/ 87 h 27"/>
                  <a:gd name="T24" fmla="*/ 62 w 23"/>
                  <a:gd name="T25" fmla="*/ 90 h 27"/>
                  <a:gd name="T26" fmla="*/ 61 w 23"/>
                  <a:gd name="T27" fmla="*/ 62 h 27"/>
                  <a:gd name="T28" fmla="*/ 70 w 23"/>
                  <a:gd name="T29" fmla="*/ 53 h 27"/>
                  <a:gd name="T30" fmla="*/ 75 w 23"/>
                  <a:gd name="T31" fmla="*/ 47 h 27"/>
                  <a:gd name="T32" fmla="*/ 67 w 23"/>
                  <a:gd name="T33" fmla="*/ 30 h 27"/>
                  <a:gd name="T34" fmla="*/ 75 w 23"/>
                  <a:gd name="T35" fmla="*/ 22 h 27"/>
                  <a:gd name="T36" fmla="*/ 62 w 23"/>
                  <a:gd name="T37" fmla="*/ 14 h 27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23" h="27">
                    <a:moveTo>
                      <a:pt x="19" y="3"/>
                    </a:moveTo>
                    <a:cubicBezTo>
                      <a:pt x="18" y="0"/>
                      <a:pt x="14" y="1"/>
                      <a:pt x="14" y="4"/>
                    </a:cubicBezTo>
                    <a:cubicBezTo>
                      <a:pt x="14" y="7"/>
                      <a:pt x="18" y="7"/>
                      <a:pt x="17" y="9"/>
                    </a:cubicBezTo>
                    <a:cubicBezTo>
                      <a:pt x="16" y="10"/>
                      <a:pt x="14" y="10"/>
                      <a:pt x="13" y="11"/>
                    </a:cubicBezTo>
                    <a:cubicBezTo>
                      <a:pt x="11" y="13"/>
                      <a:pt x="13" y="14"/>
                      <a:pt x="12" y="15"/>
                    </a:cubicBezTo>
                    <a:cubicBezTo>
                      <a:pt x="12" y="16"/>
                      <a:pt x="7" y="16"/>
                      <a:pt x="6" y="16"/>
                    </a:cubicBezTo>
                    <a:cubicBezTo>
                      <a:pt x="4" y="15"/>
                      <a:pt x="4" y="12"/>
                      <a:pt x="1" y="14"/>
                    </a:cubicBezTo>
                    <a:cubicBezTo>
                      <a:pt x="0" y="16"/>
                      <a:pt x="0" y="17"/>
                      <a:pt x="1" y="18"/>
                    </a:cubicBezTo>
                    <a:cubicBezTo>
                      <a:pt x="2" y="20"/>
                      <a:pt x="3" y="19"/>
                      <a:pt x="5" y="19"/>
                    </a:cubicBezTo>
                    <a:cubicBezTo>
                      <a:pt x="6" y="19"/>
                      <a:pt x="5" y="18"/>
                      <a:pt x="7" y="20"/>
                    </a:cubicBezTo>
                    <a:cubicBezTo>
                      <a:pt x="8" y="21"/>
                      <a:pt x="8" y="23"/>
                      <a:pt x="9" y="24"/>
                    </a:cubicBezTo>
                    <a:cubicBezTo>
                      <a:pt x="11" y="27"/>
                      <a:pt x="12" y="24"/>
                      <a:pt x="14" y="23"/>
                    </a:cubicBezTo>
                    <a:cubicBezTo>
                      <a:pt x="16" y="22"/>
                      <a:pt x="16" y="25"/>
                      <a:pt x="18" y="24"/>
                    </a:cubicBezTo>
                    <a:cubicBezTo>
                      <a:pt x="21" y="22"/>
                      <a:pt x="17" y="19"/>
                      <a:pt x="17" y="17"/>
                    </a:cubicBezTo>
                    <a:cubicBezTo>
                      <a:pt x="16" y="16"/>
                      <a:pt x="18" y="15"/>
                      <a:pt x="20" y="14"/>
                    </a:cubicBezTo>
                    <a:cubicBezTo>
                      <a:pt x="22" y="14"/>
                      <a:pt x="23" y="14"/>
                      <a:pt x="21" y="12"/>
                    </a:cubicBezTo>
                    <a:cubicBezTo>
                      <a:pt x="21" y="10"/>
                      <a:pt x="19" y="10"/>
                      <a:pt x="19" y="8"/>
                    </a:cubicBezTo>
                    <a:cubicBezTo>
                      <a:pt x="19" y="7"/>
                      <a:pt x="21" y="7"/>
                      <a:pt x="21" y="6"/>
                    </a:cubicBezTo>
                    <a:cubicBezTo>
                      <a:pt x="21" y="4"/>
                      <a:pt x="19" y="2"/>
                      <a:pt x="18" y="4"/>
                    </a:cubicBezTo>
                  </a:path>
                </a:pathLst>
              </a:custGeom>
              <a:solidFill>
                <a:srgbClr val="FCF8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280" name="Freeform 835">
                <a:extLst>
                  <a:ext uri="{FF2B5EF4-FFF2-40B4-BE49-F238E27FC236}">
                    <a16:creationId xmlns:a16="http://schemas.microsoft.com/office/drawing/2014/main" id="{D7B0FC08-43F3-4418-A619-827609FCA9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7" y="834"/>
                <a:ext cx="36" cy="36"/>
              </a:xfrm>
              <a:custGeom>
                <a:avLst/>
                <a:gdLst>
                  <a:gd name="T0" fmla="*/ 42 w 23"/>
                  <a:gd name="T1" fmla="*/ 20 h 23"/>
                  <a:gd name="T2" fmla="*/ 27 w 23"/>
                  <a:gd name="T3" fmla="*/ 0 h 23"/>
                  <a:gd name="T4" fmla="*/ 5 w 23"/>
                  <a:gd name="T5" fmla="*/ 8 h 23"/>
                  <a:gd name="T6" fmla="*/ 20 w 23"/>
                  <a:gd name="T7" fmla="*/ 20 h 23"/>
                  <a:gd name="T8" fmla="*/ 27 w 23"/>
                  <a:gd name="T9" fmla="*/ 34 h 23"/>
                  <a:gd name="T10" fmla="*/ 42 w 23"/>
                  <a:gd name="T11" fmla="*/ 39 h 23"/>
                  <a:gd name="T12" fmla="*/ 42 w 23"/>
                  <a:gd name="T13" fmla="*/ 53 h 23"/>
                  <a:gd name="T14" fmla="*/ 66 w 23"/>
                  <a:gd name="T15" fmla="*/ 66 h 23"/>
                  <a:gd name="T16" fmla="*/ 69 w 23"/>
                  <a:gd name="T17" fmla="*/ 83 h 23"/>
                  <a:gd name="T18" fmla="*/ 81 w 23"/>
                  <a:gd name="T19" fmla="*/ 69 h 23"/>
                  <a:gd name="T20" fmla="*/ 77 w 23"/>
                  <a:gd name="T21" fmla="*/ 47 h 23"/>
                  <a:gd name="T22" fmla="*/ 88 w 23"/>
                  <a:gd name="T23" fmla="*/ 39 h 23"/>
                  <a:gd name="T24" fmla="*/ 77 w 23"/>
                  <a:gd name="T25" fmla="*/ 34 h 23"/>
                  <a:gd name="T26" fmla="*/ 61 w 23"/>
                  <a:gd name="T27" fmla="*/ 42 h 23"/>
                  <a:gd name="T28" fmla="*/ 56 w 23"/>
                  <a:gd name="T29" fmla="*/ 22 h 23"/>
                  <a:gd name="T30" fmla="*/ 47 w 23"/>
                  <a:gd name="T31" fmla="*/ 20 h 23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23" h="23">
                    <a:moveTo>
                      <a:pt x="11" y="5"/>
                    </a:moveTo>
                    <a:cubicBezTo>
                      <a:pt x="11" y="3"/>
                      <a:pt x="9" y="1"/>
                      <a:pt x="7" y="0"/>
                    </a:cubicBezTo>
                    <a:cubicBezTo>
                      <a:pt x="6" y="0"/>
                      <a:pt x="2" y="0"/>
                      <a:pt x="1" y="2"/>
                    </a:cubicBezTo>
                    <a:cubicBezTo>
                      <a:pt x="0" y="4"/>
                      <a:pt x="4" y="5"/>
                      <a:pt x="5" y="5"/>
                    </a:cubicBezTo>
                    <a:cubicBezTo>
                      <a:pt x="7" y="6"/>
                      <a:pt x="6" y="7"/>
                      <a:pt x="7" y="9"/>
                    </a:cubicBezTo>
                    <a:cubicBezTo>
                      <a:pt x="8" y="11"/>
                      <a:pt x="10" y="9"/>
                      <a:pt x="11" y="10"/>
                    </a:cubicBezTo>
                    <a:cubicBezTo>
                      <a:pt x="13" y="11"/>
                      <a:pt x="11" y="12"/>
                      <a:pt x="11" y="14"/>
                    </a:cubicBezTo>
                    <a:cubicBezTo>
                      <a:pt x="11" y="17"/>
                      <a:pt x="15" y="18"/>
                      <a:pt x="17" y="17"/>
                    </a:cubicBezTo>
                    <a:cubicBezTo>
                      <a:pt x="17" y="18"/>
                      <a:pt x="16" y="21"/>
                      <a:pt x="18" y="22"/>
                    </a:cubicBezTo>
                    <a:cubicBezTo>
                      <a:pt x="20" y="23"/>
                      <a:pt x="21" y="20"/>
                      <a:pt x="21" y="18"/>
                    </a:cubicBezTo>
                    <a:cubicBezTo>
                      <a:pt x="21" y="16"/>
                      <a:pt x="19" y="14"/>
                      <a:pt x="20" y="12"/>
                    </a:cubicBezTo>
                    <a:cubicBezTo>
                      <a:pt x="21" y="11"/>
                      <a:pt x="22" y="11"/>
                      <a:pt x="23" y="10"/>
                    </a:cubicBezTo>
                    <a:cubicBezTo>
                      <a:pt x="22" y="9"/>
                      <a:pt x="21" y="9"/>
                      <a:pt x="20" y="9"/>
                    </a:cubicBezTo>
                    <a:cubicBezTo>
                      <a:pt x="18" y="9"/>
                      <a:pt x="17" y="11"/>
                      <a:pt x="16" y="11"/>
                    </a:cubicBezTo>
                    <a:cubicBezTo>
                      <a:pt x="14" y="11"/>
                      <a:pt x="14" y="7"/>
                      <a:pt x="15" y="6"/>
                    </a:cubicBezTo>
                    <a:cubicBezTo>
                      <a:pt x="14" y="6"/>
                      <a:pt x="13" y="5"/>
                      <a:pt x="12" y="5"/>
                    </a:cubicBezTo>
                  </a:path>
                </a:pathLst>
              </a:custGeom>
              <a:solidFill>
                <a:srgbClr val="FCF8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281" name="Freeform 836">
                <a:extLst>
                  <a:ext uri="{FF2B5EF4-FFF2-40B4-BE49-F238E27FC236}">
                    <a16:creationId xmlns:a16="http://schemas.microsoft.com/office/drawing/2014/main" id="{77CA3C6B-CB59-4B8F-B058-D4EF88292F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2" y="880"/>
                <a:ext cx="12" cy="40"/>
              </a:xfrm>
              <a:custGeom>
                <a:avLst/>
                <a:gdLst>
                  <a:gd name="T0" fmla="*/ 14 w 8"/>
                  <a:gd name="T1" fmla="*/ 8 h 26"/>
                  <a:gd name="T2" fmla="*/ 8 w 8"/>
                  <a:gd name="T3" fmla="*/ 0 h 26"/>
                  <a:gd name="T4" fmla="*/ 0 w 8"/>
                  <a:gd name="T5" fmla="*/ 18 h 26"/>
                  <a:gd name="T6" fmla="*/ 12 w 8"/>
                  <a:gd name="T7" fmla="*/ 28 h 26"/>
                  <a:gd name="T8" fmla="*/ 8 w 8"/>
                  <a:gd name="T9" fmla="*/ 43 h 26"/>
                  <a:gd name="T10" fmla="*/ 8 w 8"/>
                  <a:gd name="T11" fmla="*/ 52 h 26"/>
                  <a:gd name="T12" fmla="*/ 18 w 8"/>
                  <a:gd name="T13" fmla="*/ 58 h 26"/>
                  <a:gd name="T14" fmla="*/ 18 w 8"/>
                  <a:gd name="T15" fmla="*/ 80 h 26"/>
                  <a:gd name="T16" fmla="*/ 26 w 8"/>
                  <a:gd name="T17" fmla="*/ 74 h 26"/>
                  <a:gd name="T18" fmla="*/ 21 w 8"/>
                  <a:gd name="T19" fmla="*/ 43 h 26"/>
                  <a:gd name="T20" fmla="*/ 21 w 8"/>
                  <a:gd name="T21" fmla="*/ 28 h 26"/>
                  <a:gd name="T22" fmla="*/ 18 w 8"/>
                  <a:gd name="T23" fmla="*/ 18 h 26"/>
                  <a:gd name="T24" fmla="*/ 18 w 8"/>
                  <a:gd name="T25" fmla="*/ 8 h 2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8" h="26">
                    <a:moveTo>
                      <a:pt x="4" y="2"/>
                    </a:moveTo>
                    <a:cubicBezTo>
                      <a:pt x="4" y="1"/>
                      <a:pt x="3" y="0"/>
                      <a:pt x="2" y="0"/>
                    </a:cubicBezTo>
                    <a:cubicBezTo>
                      <a:pt x="0" y="0"/>
                      <a:pt x="0" y="4"/>
                      <a:pt x="0" y="5"/>
                    </a:cubicBezTo>
                    <a:cubicBezTo>
                      <a:pt x="1" y="7"/>
                      <a:pt x="2" y="7"/>
                      <a:pt x="3" y="8"/>
                    </a:cubicBezTo>
                    <a:cubicBezTo>
                      <a:pt x="4" y="10"/>
                      <a:pt x="3" y="10"/>
                      <a:pt x="2" y="12"/>
                    </a:cubicBezTo>
                    <a:cubicBezTo>
                      <a:pt x="2" y="14"/>
                      <a:pt x="2" y="13"/>
                      <a:pt x="2" y="14"/>
                    </a:cubicBezTo>
                    <a:cubicBezTo>
                      <a:pt x="3" y="15"/>
                      <a:pt x="4" y="15"/>
                      <a:pt x="5" y="16"/>
                    </a:cubicBezTo>
                    <a:cubicBezTo>
                      <a:pt x="6" y="18"/>
                      <a:pt x="4" y="20"/>
                      <a:pt x="5" y="22"/>
                    </a:cubicBezTo>
                    <a:cubicBezTo>
                      <a:pt x="6" y="26"/>
                      <a:pt x="8" y="22"/>
                      <a:pt x="7" y="20"/>
                    </a:cubicBezTo>
                    <a:cubicBezTo>
                      <a:pt x="7" y="16"/>
                      <a:pt x="4" y="15"/>
                      <a:pt x="6" y="12"/>
                    </a:cubicBezTo>
                    <a:cubicBezTo>
                      <a:pt x="6" y="11"/>
                      <a:pt x="7" y="10"/>
                      <a:pt x="6" y="8"/>
                    </a:cubicBezTo>
                    <a:cubicBezTo>
                      <a:pt x="6" y="7"/>
                      <a:pt x="5" y="7"/>
                      <a:pt x="5" y="5"/>
                    </a:cubicBezTo>
                    <a:cubicBezTo>
                      <a:pt x="5" y="3"/>
                      <a:pt x="7" y="4"/>
                      <a:pt x="5" y="2"/>
                    </a:cubicBezTo>
                  </a:path>
                </a:pathLst>
              </a:custGeom>
              <a:solidFill>
                <a:srgbClr val="FCF8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282" name="Freeform 837">
                <a:extLst>
                  <a:ext uri="{FF2B5EF4-FFF2-40B4-BE49-F238E27FC236}">
                    <a16:creationId xmlns:a16="http://schemas.microsoft.com/office/drawing/2014/main" id="{62BE0456-7203-4B70-9B1F-CF2CCF00E5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8" y="792"/>
                <a:ext cx="26" cy="21"/>
              </a:xfrm>
              <a:custGeom>
                <a:avLst/>
                <a:gdLst>
                  <a:gd name="T0" fmla="*/ 18 w 17"/>
                  <a:gd name="T1" fmla="*/ 5 h 14"/>
                  <a:gd name="T2" fmla="*/ 12 w 17"/>
                  <a:gd name="T3" fmla="*/ 14 h 14"/>
                  <a:gd name="T4" fmla="*/ 0 w 17"/>
                  <a:gd name="T5" fmla="*/ 26 h 14"/>
                  <a:gd name="T6" fmla="*/ 21 w 17"/>
                  <a:gd name="T7" fmla="*/ 26 h 14"/>
                  <a:gd name="T8" fmla="*/ 21 w 17"/>
                  <a:gd name="T9" fmla="*/ 39 h 14"/>
                  <a:gd name="T10" fmla="*/ 32 w 17"/>
                  <a:gd name="T11" fmla="*/ 35 h 14"/>
                  <a:gd name="T12" fmla="*/ 43 w 17"/>
                  <a:gd name="T13" fmla="*/ 21 h 14"/>
                  <a:gd name="T14" fmla="*/ 49 w 17"/>
                  <a:gd name="T15" fmla="*/ 18 h 14"/>
                  <a:gd name="T16" fmla="*/ 57 w 17"/>
                  <a:gd name="T17" fmla="*/ 18 h 14"/>
                  <a:gd name="T18" fmla="*/ 61 w 17"/>
                  <a:gd name="T19" fmla="*/ 8 h 1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7" h="14">
                    <a:moveTo>
                      <a:pt x="5" y="1"/>
                    </a:moveTo>
                    <a:cubicBezTo>
                      <a:pt x="4" y="0"/>
                      <a:pt x="3" y="3"/>
                      <a:pt x="3" y="4"/>
                    </a:cubicBezTo>
                    <a:cubicBezTo>
                      <a:pt x="2" y="3"/>
                      <a:pt x="0" y="5"/>
                      <a:pt x="0" y="7"/>
                    </a:cubicBezTo>
                    <a:cubicBezTo>
                      <a:pt x="1" y="8"/>
                      <a:pt x="4" y="8"/>
                      <a:pt x="6" y="7"/>
                    </a:cubicBezTo>
                    <a:cubicBezTo>
                      <a:pt x="6" y="9"/>
                      <a:pt x="5" y="10"/>
                      <a:pt x="6" y="11"/>
                    </a:cubicBezTo>
                    <a:cubicBezTo>
                      <a:pt x="7" y="14"/>
                      <a:pt x="9" y="11"/>
                      <a:pt x="9" y="10"/>
                    </a:cubicBezTo>
                    <a:cubicBezTo>
                      <a:pt x="12" y="11"/>
                      <a:pt x="13" y="8"/>
                      <a:pt x="12" y="6"/>
                    </a:cubicBezTo>
                    <a:cubicBezTo>
                      <a:pt x="14" y="7"/>
                      <a:pt x="14" y="5"/>
                      <a:pt x="14" y="5"/>
                    </a:cubicBezTo>
                    <a:cubicBezTo>
                      <a:pt x="15" y="5"/>
                      <a:pt x="15" y="5"/>
                      <a:pt x="16" y="5"/>
                    </a:cubicBezTo>
                    <a:cubicBezTo>
                      <a:pt x="16" y="4"/>
                      <a:pt x="16" y="3"/>
                      <a:pt x="17" y="2"/>
                    </a:cubicBezTo>
                  </a:path>
                </a:pathLst>
              </a:custGeom>
              <a:noFill/>
              <a:ln w="1588" cap="rnd">
                <a:solidFill>
                  <a:srgbClr val="6C6A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283" name="Freeform 838">
                <a:extLst>
                  <a:ext uri="{FF2B5EF4-FFF2-40B4-BE49-F238E27FC236}">
                    <a16:creationId xmlns:a16="http://schemas.microsoft.com/office/drawing/2014/main" id="{8A9988FE-E1BD-4057-A609-35BBDD0F2C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1" y="816"/>
                <a:ext cx="34" cy="18"/>
              </a:xfrm>
              <a:custGeom>
                <a:avLst/>
                <a:gdLst>
                  <a:gd name="T0" fmla="*/ 26 w 22"/>
                  <a:gd name="T1" fmla="*/ 12 h 12"/>
                  <a:gd name="T2" fmla="*/ 8 w 22"/>
                  <a:gd name="T3" fmla="*/ 8 h 12"/>
                  <a:gd name="T4" fmla="*/ 26 w 22"/>
                  <a:gd name="T5" fmla="*/ 26 h 12"/>
                  <a:gd name="T6" fmla="*/ 34 w 22"/>
                  <a:gd name="T7" fmla="*/ 39 h 12"/>
                  <a:gd name="T8" fmla="*/ 45 w 22"/>
                  <a:gd name="T9" fmla="*/ 35 h 12"/>
                  <a:gd name="T10" fmla="*/ 53 w 22"/>
                  <a:gd name="T11" fmla="*/ 39 h 12"/>
                  <a:gd name="T12" fmla="*/ 56 w 22"/>
                  <a:gd name="T13" fmla="*/ 35 h 12"/>
                  <a:gd name="T14" fmla="*/ 70 w 22"/>
                  <a:gd name="T15" fmla="*/ 39 h 12"/>
                  <a:gd name="T16" fmla="*/ 74 w 22"/>
                  <a:gd name="T17" fmla="*/ 27 h 12"/>
                  <a:gd name="T18" fmla="*/ 70 w 22"/>
                  <a:gd name="T19" fmla="*/ 14 h 12"/>
                  <a:gd name="T20" fmla="*/ 70 w 22"/>
                  <a:gd name="T21" fmla="*/ 8 h 12"/>
                  <a:gd name="T22" fmla="*/ 82 w 22"/>
                  <a:gd name="T23" fmla="*/ 5 h 1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2" h="12">
                    <a:moveTo>
                      <a:pt x="7" y="3"/>
                    </a:moveTo>
                    <a:cubicBezTo>
                      <a:pt x="6" y="2"/>
                      <a:pt x="3" y="0"/>
                      <a:pt x="2" y="2"/>
                    </a:cubicBezTo>
                    <a:cubicBezTo>
                      <a:pt x="0" y="6"/>
                      <a:pt x="5" y="8"/>
                      <a:pt x="7" y="7"/>
                    </a:cubicBezTo>
                    <a:cubicBezTo>
                      <a:pt x="7" y="8"/>
                      <a:pt x="8" y="11"/>
                      <a:pt x="9" y="11"/>
                    </a:cubicBezTo>
                    <a:cubicBezTo>
                      <a:pt x="10" y="12"/>
                      <a:pt x="12" y="12"/>
                      <a:pt x="12" y="10"/>
                    </a:cubicBezTo>
                    <a:cubicBezTo>
                      <a:pt x="13" y="10"/>
                      <a:pt x="13" y="11"/>
                      <a:pt x="14" y="11"/>
                    </a:cubicBezTo>
                    <a:cubicBezTo>
                      <a:pt x="15" y="11"/>
                      <a:pt x="15" y="10"/>
                      <a:pt x="15" y="10"/>
                    </a:cubicBezTo>
                    <a:cubicBezTo>
                      <a:pt x="17" y="9"/>
                      <a:pt x="18" y="10"/>
                      <a:pt x="19" y="11"/>
                    </a:cubicBezTo>
                    <a:cubicBezTo>
                      <a:pt x="19" y="11"/>
                      <a:pt x="19" y="9"/>
                      <a:pt x="20" y="8"/>
                    </a:cubicBezTo>
                    <a:cubicBezTo>
                      <a:pt x="20" y="6"/>
                      <a:pt x="20" y="6"/>
                      <a:pt x="19" y="4"/>
                    </a:cubicBezTo>
                    <a:cubicBezTo>
                      <a:pt x="19" y="3"/>
                      <a:pt x="18" y="3"/>
                      <a:pt x="19" y="2"/>
                    </a:cubicBezTo>
                    <a:cubicBezTo>
                      <a:pt x="20" y="2"/>
                      <a:pt x="21" y="2"/>
                      <a:pt x="22" y="1"/>
                    </a:cubicBezTo>
                  </a:path>
                </a:pathLst>
              </a:custGeom>
              <a:noFill/>
              <a:ln w="1588" cap="rnd">
                <a:solidFill>
                  <a:srgbClr val="6C6A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284" name="Freeform 839">
                <a:extLst>
                  <a:ext uri="{FF2B5EF4-FFF2-40B4-BE49-F238E27FC236}">
                    <a16:creationId xmlns:a16="http://schemas.microsoft.com/office/drawing/2014/main" id="{0DB4FC05-FEEC-40B8-AEBA-090DD58558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9" y="833"/>
                <a:ext cx="32" cy="37"/>
              </a:xfrm>
              <a:custGeom>
                <a:avLst/>
                <a:gdLst>
                  <a:gd name="T0" fmla="*/ 26 w 21"/>
                  <a:gd name="T1" fmla="*/ 8 h 24"/>
                  <a:gd name="T2" fmla="*/ 0 w 21"/>
                  <a:gd name="T3" fmla="*/ 12 h 24"/>
                  <a:gd name="T4" fmla="*/ 12 w 21"/>
                  <a:gd name="T5" fmla="*/ 26 h 24"/>
                  <a:gd name="T6" fmla="*/ 26 w 21"/>
                  <a:gd name="T7" fmla="*/ 29 h 24"/>
                  <a:gd name="T8" fmla="*/ 27 w 21"/>
                  <a:gd name="T9" fmla="*/ 40 h 24"/>
                  <a:gd name="T10" fmla="*/ 41 w 21"/>
                  <a:gd name="T11" fmla="*/ 45 h 24"/>
                  <a:gd name="T12" fmla="*/ 40 w 21"/>
                  <a:gd name="T13" fmla="*/ 62 h 24"/>
                  <a:gd name="T14" fmla="*/ 53 w 21"/>
                  <a:gd name="T15" fmla="*/ 66 h 24"/>
                  <a:gd name="T16" fmla="*/ 56 w 21"/>
                  <a:gd name="T17" fmla="*/ 74 h 24"/>
                  <a:gd name="T18" fmla="*/ 61 w 21"/>
                  <a:gd name="T19" fmla="*/ 88 h 24"/>
                  <a:gd name="T20" fmla="*/ 75 w 21"/>
                  <a:gd name="T21" fmla="*/ 74 h 2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1" h="24">
                    <a:moveTo>
                      <a:pt x="7" y="2"/>
                    </a:moveTo>
                    <a:cubicBezTo>
                      <a:pt x="6" y="0"/>
                      <a:pt x="1" y="1"/>
                      <a:pt x="0" y="3"/>
                    </a:cubicBezTo>
                    <a:cubicBezTo>
                      <a:pt x="0" y="4"/>
                      <a:pt x="1" y="7"/>
                      <a:pt x="3" y="7"/>
                    </a:cubicBezTo>
                    <a:cubicBezTo>
                      <a:pt x="4" y="8"/>
                      <a:pt x="6" y="7"/>
                      <a:pt x="7" y="8"/>
                    </a:cubicBezTo>
                    <a:cubicBezTo>
                      <a:pt x="4" y="8"/>
                      <a:pt x="7" y="11"/>
                      <a:pt x="8" y="11"/>
                    </a:cubicBezTo>
                    <a:cubicBezTo>
                      <a:pt x="9" y="12"/>
                      <a:pt x="12" y="11"/>
                      <a:pt x="12" y="12"/>
                    </a:cubicBezTo>
                    <a:cubicBezTo>
                      <a:pt x="13" y="14"/>
                      <a:pt x="11" y="15"/>
                      <a:pt x="11" y="17"/>
                    </a:cubicBezTo>
                    <a:cubicBezTo>
                      <a:pt x="11" y="18"/>
                      <a:pt x="13" y="19"/>
                      <a:pt x="15" y="18"/>
                    </a:cubicBezTo>
                    <a:cubicBezTo>
                      <a:pt x="15" y="19"/>
                      <a:pt x="15" y="20"/>
                      <a:pt x="16" y="20"/>
                    </a:cubicBezTo>
                    <a:cubicBezTo>
                      <a:pt x="15" y="21"/>
                      <a:pt x="15" y="23"/>
                      <a:pt x="17" y="24"/>
                    </a:cubicBezTo>
                    <a:cubicBezTo>
                      <a:pt x="19" y="24"/>
                      <a:pt x="20" y="21"/>
                      <a:pt x="21" y="20"/>
                    </a:cubicBezTo>
                  </a:path>
                </a:pathLst>
              </a:custGeom>
              <a:noFill/>
              <a:ln w="1588" cap="rnd">
                <a:solidFill>
                  <a:srgbClr val="6C6A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285" name="Freeform 840">
                <a:extLst>
                  <a:ext uri="{FF2B5EF4-FFF2-40B4-BE49-F238E27FC236}">
                    <a16:creationId xmlns:a16="http://schemas.microsoft.com/office/drawing/2014/main" id="{C9DBCFC8-3F7B-4021-B7A4-FD5187F0BA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0" y="802"/>
                <a:ext cx="20" cy="19"/>
              </a:xfrm>
              <a:custGeom>
                <a:avLst/>
                <a:gdLst>
                  <a:gd name="T0" fmla="*/ 48 w 13"/>
                  <a:gd name="T1" fmla="*/ 5 h 12"/>
                  <a:gd name="T2" fmla="*/ 40 w 13"/>
                  <a:gd name="T3" fmla="*/ 8 h 12"/>
                  <a:gd name="T4" fmla="*/ 48 w 13"/>
                  <a:gd name="T5" fmla="*/ 21 h 12"/>
                  <a:gd name="T6" fmla="*/ 35 w 13"/>
                  <a:gd name="T7" fmla="*/ 40 h 12"/>
                  <a:gd name="T8" fmla="*/ 26 w 13"/>
                  <a:gd name="T9" fmla="*/ 40 h 12"/>
                  <a:gd name="T10" fmla="*/ 14 w 13"/>
                  <a:gd name="T11" fmla="*/ 43 h 12"/>
                  <a:gd name="T12" fmla="*/ 5 w 13"/>
                  <a:gd name="T13" fmla="*/ 48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12">
                    <a:moveTo>
                      <a:pt x="13" y="1"/>
                    </a:moveTo>
                    <a:cubicBezTo>
                      <a:pt x="12" y="0"/>
                      <a:pt x="11" y="1"/>
                      <a:pt x="11" y="2"/>
                    </a:cubicBezTo>
                    <a:cubicBezTo>
                      <a:pt x="11" y="4"/>
                      <a:pt x="12" y="4"/>
                      <a:pt x="13" y="5"/>
                    </a:cubicBezTo>
                    <a:cubicBezTo>
                      <a:pt x="13" y="8"/>
                      <a:pt x="8" y="6"/>
                      <a:pt x="10" y="10"/>
                    </a:cubicBezTo>
                    <a:cubicBezTo>
                      <a:pt x="9" y="11"/>
                      <a:pt x="8" y="10"/>
                      <a:pt x="7" y="10"/>
                    </a:cubicBezTo>
                    <a:cubicBezTo>
                      <a:pt x="6" y="9"/>
                      <a:pt x="3" y="9"/>
                      <a:pt x="4" y="11"/>
                    </a:cubicBezTo>
                    <a:cubicBezTo>
                      <a:pt x="2" y="9"/>
                      <a:pt x="0" y="11"/>
                      <a:pt x="1" y="12"/>
                    </a:cubicBezTo>
                  </a:path>
                </a:pathLst>
              </a:custGeom>
              <a:noFill/>
              <a:ln w="1588" cap="rnd">
                <a:solidFill>
                  <a:srgbClr val="6C6A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286" name="Freeform 841">
                <a:extLst>
                  <a:ext uri="{FF2B5EF4-FFF2-40B4-BE49-F238E27FC236}">
                    <a16:creationId xmlns:a16="http://schemas.microsoft.com/office/drawing/2014/main" id="{66C03AED-4E33-4213-92BC-F18F99A05D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9" y="769"/>
                <a:ext cx="17" cy="18"/>
              </a:xfrm>
              <a:custGeom>
                <a:avLst/>
                <a:gdLst>
                  <a:gd name="T0" fmla="*/ 12 w 11"/>
                  <a:gd name="T1" fmla="*/ 5 h 12"/>
                  <a:gd name="T2" fmla="*/ 26 w 11"/>
                  <a:gd name="T3" fmla="*/ 8 h 12"/>
                  <a:gd name="T4" fmla="*/ 22 w 11"/>
                  <a:gd name="T5" fmla="*/ 21 h 12"/>
                  <a:gd name="T6" fmla="*/ 36 w 11"/>
                  <a:gd name="T7" fmla="*/ 21 h 12"/>
                  <a:gd name="T8" fmla="*/ 34 w 11"/>
                  <a:gd name="T9" fmla="*/ 32 h 12"/>
                  <a:gd name="T10" fmla="*/ 26 w 11"/>
                  <a:gd name="T11" fmla="*/ 39 h 12"/>
                  <a:gd name="T12" fmla="*/ 14 w 11"/>
                  <a:gd name="T13" fmla="*/ 32 h 12"/>
                  <a:gd name="T14" fmla="*/ 8 w 11"/>
                  <a:gd name="T15" fmla="*/ 39 h 12"/>
                  <a:gd name="T16" fmla="*/ 0 w 11"/>
                  <a:gd name="T17" fmla="*/ 27 h 1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1" h="12">
                    <a:moveTo>
                      <a:pt x="3" y="1"/>
                    </a:moveTo>
                    <a:cubicBezTo>
                      <a:pt x="5" y="1"/>
                      <a:pt x="6" y="0"/>
                      <a:pt x="7" y="2"/>
                    </a:cubicBezTo>
                    <a:cubicBezTo>
                      <a:pt x="8" y="3"/>
                      <a:pt x="7" y="5"/>
                      <a:pt x="6" y="6"/>
                    </a:cubicBezTo>
                    <a:cubicBezTo>
                      <a:pt x="7" y="6"/>
                      <a:pt x="9" y="6"/>
                      <a:pt x="10" y="6"/>
                    </a:cubicBezTo>
                    <a:cubicBezTo>
                      <a:pt x="11" y="7"/>
                      <a:pt x="9" y="8"/>
                      <a:pt x="9" y="9"/>
                    </a:cubicBezTo>
                    <a:cubicBezTo>
                      <a:pt x="9" y="10"/>
                      <a:pt x="10" y="11"/>
                      <a:pt x="7" y="11"/>
                    </a:cubicBezTo>
                    <a:cubicBezTo>
                      <a:pt x="6" y="12"/>
                      <a:pt x="5" y="11"/>
                      <a:pt x="4" y="9"/>
                    </a:cubicBezTo>
                    <a:cubicBezTo>
                      <a:pt x="4" y="10"/>
                      <a:pt x="3" y="11"/>
                      <a:pt x="2" y="11"/>
                    </a:cubicBezTo>
                    <a:cubicBezTo>
                      <a:pt x="1" y="11"/>
                      <a:pt x="0" y="10"/>
                      <a:pt x="0" y="8"/>
                    </a:cubicBezTo>
                  </a:path>
                </a:pathLst>
              </a:custGeom>
              <a:noFill/>
              <a:ln w="1588" cap="rnd">
                <a:solidFill>
                  <a:srgbClr val="6C6A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287" name="Freeform 842">
                <a:extLst>
                  <a:ext uri="{FF2B5EF4-FFF2-40B4-BE49-F238E27FC236}">
                    <a16:creationId xmlns:a16="http://schemas.microsoft.com/office/drawing/2014/main" id="{B7881D78-CCF0-4DCA-AC41-4601D5B39D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2" y="801"/>
                <a:ext cx="6" cy="8"/>
              </a:xfrm>
              <a:custGeom>
                <a:avLst/>
                <a:gdLst>
                  <a:gd name="T0" fmla="*/ 0 w 4"/>
                  <a:gd name="T1" fmla="*/ 0 h 5"/>
                  <a:gd name="T2" fmla="*/ 5 w 4"/>
                  <a:gd name="T3" fmla="*/ 21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5">
                    <a:moveTo>
                      <a:pt x="0" y="0"/>
                    </a:moveTo>
                    <a:cubicBezTo>
                      <a:pt x="2" y="0"/>
                      <a:pt x="4" y="4"/>
                      <a:pt x="1" y="5"/>
                    </a:cubicBezTo>
                  </a:path>
                </a:pathLst>
              </a:custGeom>
              <a:noFill/>
              <a:ln w="1588" cap="rnd">
                <a:solidFill>
                  <a:srgbClr val="6C6A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288" name="Freeform 843">
                <a:extLst>
                  <a:ext uri="{FF2B5EF4-FFF2-40B4-BE49-F238E27FC236}">
                    <a16:creationId xmlns:a16="http://schemas.microsoft.com/office/drawing/2014/main" id="{DFF8F67B-3B53-45DB-B515-6444F41C93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4" y="758"/>
                <a:ext cx="18" cy="20"/>
              </a:xfrm>
              <a:custGeom>
                <a:avLst/>
                <a:gdLst>
                  <a:gd name="T0" fmla="*/ 0 w 12"/>
                  <a:gd name="T1" fmla="*/ 48 h 13"/>
                  <a:gd name="T2" fmla="*/ 5 w 12"/>
                  <a:gd name="T3" fmla="*/ 34 h 13"/>
                  <a:gd name="T4" fmla="*/ 18 w 12"/>
                  <a:gd name="T5" fmla="*/ 34 h 13"/>
                  <a:gd name="T6" fmla="*/ 32 w 12"/>
                  <a:gd name="T7" fmla="*/ 22 h 13"/>
                  <a:gd name="T8" fmla="*/ 35 w 12"/>
                  <a:gd name="T9" fmla="*/ 14 h 13"/>
                  <a:gd name="T10" fmla="*/ 39 w 12"/>
                  <a:gd name="T11" fmla="*/ 14 h 13"/>
                  <a:gd name="T12" fmla="*/ 41 w 12"/>
                  <a:gd name="T13" fmla="*/ 0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3">
                    <a:moveTo>
                      <a:pt x="0" y="13"/>
                    </a:moveTo>
                    <a:cubicBezTo>
                      <a:pt x="0" y="12"/>
                      <a:pt x="1" y="10"/>
                      <a:pt x="1" y="9"/>
                    </a:cubicBezTo>
                    <a:cubicBezTo>
                      <a:pt x="3" y="8"/>
                      <a:pt x="4" y="9"/>
                      <a:pt x="5" y="9"/>
                    </a:cubicBezTo>
                    <a:cubicBezTo>
                      <a:pt x="4" y="6"/>
                      <a:pt x="8" y="5"/>
                      <a:pt x="9" y="6"/>
                    </a:cubicBezTo>
                    <a:cubicBezTo>
                      <a:pt x="10" y="5"/>
                      <a:pt x="10" y="4"/>
                      <a:pt x="10" y="4"/>
                    </a:cubicBezTo>
                    <a:cubicBezTo>
                      <a:pt x="10" y="4"/>
                      <a:pt x="11" y="4"/>
                      <a:pt x="11" y="4"/>
                    </a:cubicBezTo>
                    <a:cubicBezTo>
                      <a:pt x="11" y="2"/>
                      <a:pt x="10" y="1"/>
                      <a:pt x="12" y="0"/>
                    </a:cubicBezTo>
                  </a:path>
                </a:pathLst>
              </a:custGeom>
              <a:noFill/>
              <a:ln w="1588" cap="rnd">
                <a:solidFill>
                  <a:srgbClr val="6C6A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289" name="Freeform 844">
                <a:extLst>
                  <a:ext uri="{FF2B5EF4-FFF2-40B4-BE49-F238E27FC236}">
                    <a16:creationId xmlns:a16="http://schemas.microsoft.com/office/drawing/2014/main" id="{B83B37E2-03C9-468F-A4CE-E39BF0E20B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9" y="877"/>
                <a:ext cx="17" cy="28"/>
              </a:xfrm>
              <a:custGeom>
                <a:avLst/>
                <a:gdLst>
                  <a:gd name="T0" fmla="*/ 12 w 11"/>
                  <a:gd name="T1" fmla="*/ 26 h 18"/>
                  <a:gd name="T2" fmla="*/ 26 w 11"/>
                  <a:gd name="T3" fmla="*/ 26 h 18"/>
                  <a:gd name="T4" fmla="*/ 34 w 11"/>
                  <a:gd name="T5" fmla="*/ 47 h 18"/>
                  <a:gd name="T6" fmla="*/ 34 w 11"/>
                  <a:gd name="T7" fmla="*/ 68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18">
                    <a:moveTo>
                      <a:pt x="3" y="7"/>
                    </a:moveTo>
                    <a:cubicBezTo>
                      <a:pt x="0" y="0"/>
                      <a:pt x="8" y="2"/>
                      <a:pt x="7" y="7"/>
                    </a:cubicBezTo>
                    <a:cubicBezTo>
                      <a:pt x="11" y="4"/>
                      <a:pt x="9" y="11"/>
                      <a:pt x="9" y="12"/>
                    </a:cubicBezTo>
                    <a:cubicBezTo>
                      <a:pt x="9" y="15"/>
                      <a:pt x="10" y="16"/>
                      <a:pt x="9" y="18"/>
                    </a:cubicBezTo>
                  </a:path>
                </a:pathLst>
              </a:custGeom>
              <a:noFill/>
              <a:ln w="1588" cap="rnd">
                <a:solidFill>
                  <a:srgbClr val="6C6A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290" name="Freeform 845">
                <a:extLst>
                  <a:ext uri="{FF2B5EF4-FFF2-40B4-BE49-F238E27FC236}">
                    <a16:creationId xmlns:a16="http://schemas.microsoft.com/office/drawing/2014/main" id="{C07AD5DB-1F8F-4573-B450-734AFFFB58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2" y="777"/>
                <a:ext cx="51" cy="48"/>
              </a:xfrm>
              <a:custGeom>
                <a:avLst/>
                <a:gdLst>
                  <a:gd name="T0" fmla="*/ 66 w 33"/>
                  <a:gd name="T1" fmla="*/ 12 h 32"/>
                  <a:gd name="T2" fmla="*/ 36 w 33"/>
                  <a:gd name="T3" fmla="*/ 26 h 32"/>
                  <a:gd name="T4" fmla="*/ 14 w 33"/>
                  <a:gd name="T5" fmla="*/ 8 h 32"/>
                  <a:gd name="T6" fmla="*/ 12 w 33"/>
                  <a:gd name="T7" fmla="*/ 21 h 32"/>
                  <a:gd name="T8" fmla="*/ 8 w 33"/>
                  <a:gd name="T9" fmla="*/ 32 h 32"/>
                  <a:gd name="T10" fmla="*/ 22 w 33"/>
                  <a:gd name="T11" fmla="*/ 35 h 32"/>
                  <a:gd name="T12" fmla="*/ 26 w 33"/>
                  <a:gd name="T13" fmla="*/ 54 h 32"/>
                  <a:gd name="T14" fmla="*/ 48 w 33"/>
                  <a:gd name="T15" fmla="*/ 54 h 32"/>
                  <a:gd name="T16" fmla="*/ 62 w 33"/>
                  <a:gd name="T17" fmla="*/ 75 h 32"/>
                  <a:gd name="T18" fmla="*/ 62 w 33"/>
                  <a:gd name="T19" fmla="*/ 108 h 32"/>
                  <a:gd name="T20" fmla="*/ 87 w 33"/>
                  <a:gd name="T21" fmla="*/ 75 h 32"/>
                  <a:gd name="T22" fmla="*/ 60 w 33"/>
                  <a:gd name="T23" fmla="*/ 48 h 32"/>
                  <a:gd name="T24" fmla="*/ 82 w 33"/>
                  <a:gd name="T25" fmla="*/ 39 h 32"/>
                  <a:gd name="T26" fmla="*/ 100 w 33"/>
                  <a:gd name="T27" fmla="*/ 32 h 32"/>
                  <a:gd name="T28" fmla="*/ 100 w 33"/>
                  <a:gd name="T29" fmla="*/ 26 h 32"/>
                  <a:gd name="T30" fmla="*/ 76 w 33"/>
                  <a:gd name="T31" fmla="*/ 18 h 32"/>
                  <a:gd name="T32" fmla="*/ 66 w 33"/>
                  <a:gd name="T33" fmla="*/ 14 h 32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33" h="32">
                    <a:moveTo>
                      <a:pt x="18" y="3"/>
                    </a:moveTo>
                    <a:cubicBezTo>
                      <a:pt x="15" y="0"/>
                      <a:pt x="9" y="2"/>
                      <a:pt x="10" y="7"/>
                    </a:cubicBezTo>
                    <a:cubicBezTo>
                      <a:pt x="6" y="7"/>
                      <a:pt x="6" y="4"/>
                      <a:pt x="4" y="2"/>
                    </a:cubicBezTo>
                    <a:cubicBezTo>
                      <a:pt x="1" y="0"/>
                      <a:pt x="0" y="5"/>
                      <a:pt x="3" y="6"/>
                    </a:cubicBezTo>
                    <a:cubicBezTo>
                      <a:pt x="2" y="6"/>
                      <a:pt x="2" y="7"/>
                      <a:pt x="2" y="9"/>
                    </a:cubicBezTo>
                    <a:cubicBezTo>
                      <a:pt x="2" y="12"/>
                      <a:pt x="4" y="10"/>
                      <a:pt x="6" y="10"/>
                    </a:cubicBezTo>
                    <a:cubicBezTo>
                      <a:pt x="12" y="10"/>
                      <a:pt x="7" y="13"/>
                      <a:pt x="7" y="16"/>
                    </a:cubicBezTo>
                    <a:cubicBezTo>
                      <a:pt x="6" y="22"/>
                      <a:pt x="11" y="15"/>
                      <a:pt x="13" y="16"/>
                    </a:cubicBezTo>
                    <a:cubicBezTo>
                      <a:pt x="16" y="18"/>
                      <a:pt x="13" y="22"/>
                      <a:pt x="17" y="22"/>
                    </a:cubicBezTo>
                    <a:cubicBezTo>
                      <a:pt x="18" y="24"/>
                      <a:pt x="12" y="31"/>
                      <a:pt x="17" y="32"/>
                    </a:cubicBezTo>
                    <a:cubicBezTo>
                      <a:pt x="19" y="32"/>
                      <a:pt x="23" y="24"/>
                      <a:pt x="23" y="22"/>
                    </a:cubicBezTo>
                    <a:cubicBezTo>
                      <a:pt x="22" y="19"/>
                      <a:pt x="15" y="18"/>
                      <a:pt x="16" y="14"/>
                    </a:cubicBezTo>
                    <a:cubicBezTo>
                      <a:pt x="17" y="12"/>
                      <a:pt x="22" y="16"/>
                      <a:pt x="22" y="11"/>
                    </a:cubicBezTo>
                    <a:cubicBezTo>
                      <a:pt x="24" y="14"/>
                      <a:pt x="27" y="14"/>
                      <a:pt x="27" y="9"/>
                    </a:cubicBezTo>
                    <a:cubicBezTo>
                      <a:pt x="28" y="11"/>
                      <a:pt x="33" y="5"/>
                      <a:pt x="27" y="7"/>
                    </a:cubicBezTo>
                    <a:cubicBezTo>
                      <a:pt x="25" y="8"/>
                      <a:pt x="19" y="9"/>
                      <a:pt x="21" y="5"/>
                    </a:cubicBezTo>
                    <a:cubicBezTo>
                      <a:pt x="20" y="4"/>
                      <a:pt x="19" y="4"/>
                      <a:pt x="18" y="4"/>
                    </a:cubicBezTo>
                  </a:path>
                </a:pathLst>
              </a:custGeom>
              <a:solidFill>
                <a:srgbClr val="FCF8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291" name="Freeform 846">
                <a:extLst>
                  <a:ext uri="{FF2B5EF4-FFF2-40B4-BE49-F238E27FC236}">
                    <a16:creationId xmlns:a16="http://schemas.microsoft.com/office/drawing/2014/main" id="{9C683BF3-31FE-44FF-8E05-80E169717B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6" y="822"/>
                <a:ext cx="35" cy="63"/>
              </a:xfrm>
              <a:custGeom>
                <a:avLst/>
                <a:gdLst>
                  <a:gd name="T0" fmla="*/ 21 w 23"/>
                  <a:gd name="T1" fmla="*/ 5 h 41"/>
                  <a:gd name="T2" fmla="*/ 21 w 23"/>
                  <a:gd name="T3" fmla="*/ 0 h 41"/>
                  <a:gd name="T4" fmla="*/ 26 w 23"/>
                  <a:gd name="T5" fmla="*/ 34 h 41"/>
                  <a:gd name="T6" fmla="*/ 27 w 23"/>
                  <a:gd name="T7" fmla="*/ 66 h 41"/>
                  <a:gd name="T8" fmla="*/ 26 w 23"/>
                  <a:gd name="T9" fmla="*/ 83 h 41"/>
                  <a:gd name="T10" fmla="*/ 40 w 23"/>
                  <a:gd name="T11" fmla="*/ 94 h 41"/>
                  <a:gd name="T12" fmla="*/ 32 w 23"/>
                  <a:gd name="T13" fmla="*/ 131 h 41"/>
                  <a:gd name="T14" fmla="*/ 49 w 23"/>
                  <a:gd name="T15" fmla="*/ 94 h 41"/>
                  <a:gd name="T16" fmla="*/ 56 w 23"/>
                  <a:gd name="T17" fmla="*/ 74 h 41"/>
                  <a:gd name="T18" fmla="*/ 61 w 23"/>
                  <a:gd name="T19" fmla="*/ 58 h 41"/>
                  <a:gd name="T20" fmla="*/ 81 w 23"/>
                  <a:gd name="T21" fmla="*/ 52 h 41"/>
                  <a:gd name="T22" fmla="*/ 56 w 23"/>
                  <a:gd name="T23" fmla="*/ 58 h 41"/>
                  <a:gd name="T24" fmla="*/ 41 w 23"/>
                  <a:gd name="T25" fmla="*/ 52 h 41"/>
                  <a:gd name="T26" fmla="*/ 41 w 23"/>
                  <a:gd name="T27" fmla="*/ 35 h 41"/>
                  <a:gd name="T28" fmla="*/ 27 w 23"/>
                  <a:gd name="T29" fmla="*/ 8 h 41"/>
                  <a:gd name="T30" fmla="*/ 21 w 23"/>
                  <a:gd name="T31" fmla="*/ 5 h 41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23" h="41">
                    <a:moveTo>
                      <a:pt x="6" y="1"/>
                    </a:moveTo>
                    <a:cubicBezTo>
                      <a:pt x="6" y="1"/>
                      <a:pt x="6" y="1"/>
                      <a:pt x="6" y="0"/>
                    </a:cubicBezTo>
                    <a:cubicBezTo>
                      <a:pt x="2" y="1"/>
                      <a:pt x="1" y="10"/>
                      <a:pt x="7" y="9"/>
                    </a:cubicBezTo>
                    <a:cubicBezTo>
                      <a:pt x="7" y="11"/>
                      <a:pt x="0" y="19"/>
                      <a:pt x="8" y="18"/>
                    </a:cubicBezTo>
                    <a:cubicBezTo>
                      <a:pt x="7" y="19"/>
                      <a:pt x="7" y="21"/>
                      <a:pt x="7" y="23"/>
                    </a:cubicBezTo>
                    <a:cubicBezTo>
                      <a:pt x="8" y="25"/>
                      <a:pt x="10" y="24"/>
                      <a:pt x="11" y="26"/>
                    </a:cubicBezTo>
                    <a:cubicBezTo>
                      <a:pt x="14" y="30"/>
                      <a:pt x="6" y="31"/>
                      <a:pt x="9" y="36"/>
                    </a:cubicBezTo>
                    <a:cubicBezTo>
                      <a:pt x="14" y="41"/>
                      <a:pt x="15" y="29"/>
                      <a:pt x="14" y="26"/>
                    </a:cubicBezTo>
                    <a:cubicBezTo>
                      <a:pt x="13" y="24"/>
                      <a:pt x="12" y="20"/>
                      <a:pt x="16" y="20"/>
                    </a:cubicBezTo>
                    <a:cubicBezTo>
                      <a:pt x="16" y="19"/>
                      <a:pt x="16" y="17"/>
                      <a:pt x="17" y="16"/>
                    </a:cubicBezTo>
                    <a:cubicBezTo>
                      <a:pt x="19" y="16"/>
                      <a:pt x="23" y="19"/>
                      <a:pt x="23" y="14"/>
                    </a:cubicBezTo>
                    <a:cubicBezTo>
                      <a:pt x="23" y="8"/>
                      <a:pt x="17" y="12"/>
                      <a:pt x="16" y="16"/>
                    </a:cubicBezTo>
                    <a:cubicBezTo>
                      <a:pt x="16" y="16"/>
                      <a:pt x="12" y="14"/>
                      <a:pt x="12" y="14"/>
                    </a:cubicBezTo>
                    <a:cubicBezTo>
                      <a:pt x="11" y="12"/>
                      <a:pt x="13" y="11"/>
                      <a:pt x="12" y="10"/>
                    </a:cubicBezTo>
                    <a:cubicBezTo>
                      <a:pt x="12" y="6"/>
                      <a:pt x="8" y="6"/>
                      <a:pt x="8" y="2"/>
                    </a:cubicBezTo>
                    <a:cubicBezTo>
                      <a:pt x="7" y="2"/>
                      <a:pt x="6" y="1"/>
                      <a:pt x="6" y="1"/>
                    </a:cubicBezTo>
                  </a:path>
                </a:pathLst>
              </a:custGeom>
              <a:solidFill>
                <a:srgbClr val="FCF8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292" name="Freeform 847">
                <a:extLst>
                  <a:ext uri="{FF2B5EF4-FFF2-40B4-BE49-F238E27FC236}">
                    <a16:creationId xmlns:a16="http://schemas.microsoft.com/office/drawing/2014/main" id="{BEECEC05-13E1-4E2A-9507-A15C29D0F0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8" y="766"/>
                <a:ext cx="20" cy="36"/>
              </a:xfrm>
              <a:custGeom>
                <a:avLst/>
                <a:gdLst>
                  <a:gd name="T0" fmla="*/ 26 w 13"/>
                  <a:gd name="T1" fmla="*/ 12 h 24"/>
                  <a:gd name="T2" fmla="*/ 5 w 13"/>
                  <a:gd name="T3" fmla="*/ 0 h 24"/>
                  <a:gd name="T4" fmla="*/ 0 w 13"/>
                  <a:gd name="T5" fmla="*/ 12 h 24"/>
                  <a:gd name="T6" fmla="*/ 8 w 13"/>
                  <a:gd name="T7" fmla="*/ 18 h 24"/>
                  <a:gd name="T8" fmla="*/ 12 w 13"/>
                  <a:gd name="T9" fmla="*/ 27 h 24"/>
                  <a:gd name="T10" fmla="*/ 12 w 13"/>
                  <a:gd name="T11" fmla="*/ 35 h 24"/>
                  <a:gd name="T12" fmla="*/ 18 w 13"/>
                  <a:gd name="T13" fmla="*/ 35 h 24"/>
                  <a:gd name="T14" fmla="*/ 26 w 13"/>
                  <a:gd name="T15" fmla="*/ 41 h 24"/>
                  <a:gd name="T16" fmla="*/ 26 w 13"/>
                  <a:gd name="T17" fmla="*/ 59 h 24"/>
                  <a:gd name="T18" fmla="*/ 48 w 13"/>
                  <a:gd name="T19" fmla="*/ 62 h 24"/>
                  <a:gd name="T20" fmla="*/ 35 w 13"/>
                  <a:gd name="T21" fmla="*/ 53 h 24"/>
                  <a:gd name="T22" fmla="*/ 43 w 13"/>
                  <a:gd name="T23" fmla="*/ 39 h 24"/>
                  <a:gd name="T24" fmla="*/ 28 w 13"/>
                  <a:gd name="T25" fmla="*/ 14 h 2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3" h="24">
                    <a:moveTo>
                      <a:pt x="7" y="3"/>
                    </a:moveTo>
                    <a:cubicBezTo>
                      <a:pt x="5" y="1"/>
                      <a:pt x="3" y="0"/>
                      <a:pt x="1" y="0"/>
                    </a:cubicBezTo>
                    <a:cubicBezTo>
                      <a:pt x="0" y="0"/>
                      <a:pt x="0" y="2"/>
                      <a:pt x="0" y="3"/>
                    </a:cubicBezTo>
                    <a:cubicBezTo>
                      <a:pt x="1" y="4"/>
                      <a:pt x="2" y="4"/>
                      <a:pt x="2" y="5"/>
                    </a:cubicBezTo>
                    <a:cubicBezTo>
                      <a:pt x="2" y="6"/>
                      <a:pt x="2" y="7"/>
                      <a:pt x="3" y="8"/>
                    </a:cubicBezTo>
                    <a:cubicBezTo>
                      <a:pt x="3" y="8"/>
                      <a:pt x="3" y="10"/>
                      <a:pt x="3" y="10"/>
                    </a:cubicBezTo>
                    <a:cubicBezTo>
                      <a:pt x="4" y="11"/>
                      <a:pt x="5" y="9"/>
                      <a:pt x="5" y="10"/>
                    </a:cubicBezTo>
                    <a:cubicBezTo>
                      <a:pt x="6" y="11"/>
                      <a:pt x="7" y="10"/>
                      <a:pt x="7" y="12"/>
                    </a:cubicBezTo>
                    <a:cubicBezTo>
                      <a:pt x="7" y="14"/>
                      <a:pt x="7" y="15"/>
                      <a:pt x="7" y="17"/>
                    </a:cubicBezTo>
                    <a:cubicBezTo>
                      <a:pt x="8" y="21"/>
                      <a:pt x="13" y="24"/>
                      <a:pt x="13" y="18"/>
                    </a:cubicBezTo>
                    <a:cubicBezTo>
                      <a:pt x="11" y="17"/>
                      <a:pt x="10" y="16"/>
                      <a:pt x="10" y="15"/>
                    </a:cubicBezTo>
                    <a:cubicBezTo>
                      <a:pt x="10" y="13"/>
                      <a:pt x="11" y="12"/>
                      <a:pt x="12" y="11"/>
                    </a:cubicBezTo>
                    <a:cubicBezTo>
                      <a:pt x="12" y="9"/>
                      <a:pt x="10" y="6"/>
                      <a:pt x="8" y="4"/>
                    </a:cubicBezTo>
                  </a:path>
                </a:pathLst>
              </a:custGeom>
              <a:solidFill>
                <a:srgbClr val="FCF8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293" name="Freeform 848">
                <a:extLst>
                  <a:ext uri="{FF2B5EF4-FFF2-40B4-BE49-F238E27FC236}">
                    <a16:creationId xmlns:a16="http://schemas.microsoft.com/office/drawing/2014/main" id="{F37BE393-F1E4-41F1-B895-6AEE05516C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6" y="889"/>
                <a:ext cx="17" cy="37"/>
              </a:xfrm>
              <a:custGeom>
                <a:avLst/>
                <a:gdLst>
                  <a:gd name="T0" fmla="*/ 26 w 11"/>
                  <a:gd name="T1" fmla="*/ 8 h 24"/>
                  <a:gd name="T2" fmla="*/ 29 w 11"/>
                  <a:gd name="T3" fmla="*/ 8 h 24"/>
                  <a:gd name="T4" fmla="*/ 14 w 11"/>
                  <a:gd name="T5" fmla="*/ 26 h 24"/>
                  <a:gd name="T6" fmla="*/ 22 w 11"/>
                  <a:gd name="T7" fmla="*/ 34 h 24"/>
                  <a:gd name="T8" fmla="*/ 19 w 11"/>
                  <a:gd name="T9" fmla="*/ 45 h 24"/>
                  <a:gd name="T10" fmla="*/ 12 w 11"/>
                  <a:gd name="T11" fmla="*/ 52 h 24"/>
                  <a:gd name="T12" fmla="*/ 19 w 11"/>
                  <a:gd name="T13" fmla="*/ 60 h 24"/>
                  <a:gd name="T14" fmla="*/ 19 w 11"/>
                  <a:gd name="T15" fmla="*/ 62 h 24"/>
                  <a:gd name="T16" fmla="*/ 5 w 11"/>
                  <a:gd name="T17" fmla="*/ 74 h 24"/>
                  <a:gd name="T18" fmla="*/ 19 w 11"/>
                  <a:gd name="T19" fmla="*/ 76 h 24"/>
                  <a:gd name="T20" fmla="*/ 29 w 11"/>
                  <a:gd name="T21" fmla="*/ 45 h 24"/>
                  <a:gd name="T22" fmla="*/ 34 w 11"/>
                  <a:gd name="T23" fmla="*/ 12 h 2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1" h="24">
                    <a:moveTo>
                      <a:pt x="7" y="2"/>
                    </a:moveTo>
                    <a:cubicBezTo>
                      <a:pt x="7" y="2"/>
                      <a:pt x="8" y="2"/>
                      <a:pt x="8" y="2"/>
                    </a:cubicBezTo>
                    <a:cubicBezTo>
                      <a:pt x="4" y="0"/>
                      <a:pt x="3" y="5"/>
                      <a:pt x="4" y="7"/>
                    </a:cubicBezTo>
                    <a:cubicBezTo>
                      <a:pt x="5" y="8"/>
                      <a:pt x="6" y="8"/>
                      <a:pt x="6" y="9"/>
                    </a:cubicBezTo>
                    <a:cubicBezTo>
                      <a:pt x="7" y="10"/>
                      <a:pt x="5" y="11"/>
                      <a:pt x="5" y="12"/>
                    </a:cubicBezTo>
                    <a:cubicBezTo>
                      <a:pt x="5" y="13"/>
                      <a:pt x="3" y="13"/>
                      <a:pt x="3" y="14"/>
                    </a:cubicBezTo>
                    <a:cubicBezTo>
                      <a:pt x="3" y="15"/>
                      <a:pt x="5" y="15"/>
                      <a:pt x="5" y="16"/>
                    </a:cubicBezTo>
                    <a:cubicBezTo>
                      <a:pt x="5" y="16"/>
                      <a:pt x="6" y="16"/>
                      <a:pt x="5" y="17"/>
                    </a:cubicBezTo>
                    <a:cubicBezTo>
                      <a:pt x="4" y="19"/>
                      <a:pt x="1" y="18"/>
                      <a:pt x="1" y="20"/>
                    </a:cubicBezTo>
                    <a:cubicBezTo>
                      <a:pt x="0" y="24"/>
                      <a:pt x="4" y="23"/>
                      <a:pt x="5" y="21"/>
                    </a:cubicBezTo>
                    <a:cubicBezTo>
                      <a:pt x="7" y="18"/>
                      <a:pt x="7" y="15"/>
                      <a:pt x="8" y="12"/>
                    </a:cubicBezTo>
                    <a:cubicBezTo>
                      <a:pt x="9" y="9"/>
                      <a:pt x="11" y="6"/>
                      <a:pt x="9" y="3"/>
                    </a:cubicBezTo>
                  </a:path>
                </a:pathLst>
              </a:custGeom>
              <a:solidFill>
                <a:srgbClr val="FCF8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294" name="Freeform 849">
                <a:extLst>
                  <a:ext uri="{FF2B5EF4-FFF2-40B4-BE49-F238E27FC236}">
                    <a16:creationId xmlns:a16="http://schemas.microsoft.com/office/drawing/2014/main" id="{A1BE6B50-4E01-4536-9339-B6A92C1E86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5" y="796"/>
                <a:ext cx="17" cy="34"/>
              </a:xfrm>
              <a:custGeom>
                <a:avLst/>
                <a:gdLst>
                  <a:gd name="T0" fmla="*/ 29 w 11"/>
                  <a:gd name="T1" fmla="*/ 19 h 22"/>
                  <a:gd name="T2" fmla="*/ 5 w 11"/>
                  <a:gd name="T3" fmla="*/ 14 h 22"/>
                  <a:gd name="T4" fmla="*/ 14 w 11"/>
                  <a:gd name="T5" fmla="*/ 36 h 22"/>
                  <a:gd name="T6" fmla="*/ 0 w 11"/>
                  <a:gd name="T7" fmla="*/ 53 h 22"/>
                  <a:gd name="T8" fmla="*/ 0 w 11"/>
                  <a:gd name="T9" fmla="*/ 70 h 22"/>
                  <a:gd name="T10" fmla="*/ 29 w 11"/>
                  <a:gd name="T11" fmla="*/ 48 h 22"/>
                  <a:gd name="T12" fmla="*/ 29 w 11"/>
                  <a:gd name="T13" fmla="*/ 22 h 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22">
                    <a:moveTo>
                      <a:pt x="8" y="5"/>
                    </a:moveTo>
                    <a:cubicBezTo>
                      <a:pt x="6" y="3"/>
                      <a:pt x="3" y="0"/>
                      <a:pt x="1" y="4"/>
                    </a:cubicBezTo>
                    <a:cubicBezTo>
                      <a:pt x="0" y="7"/>
                      <a:pt x="4" y="8"/>
                      <a:pt x="4" y="10"/>
                    </a:cubicBezTo>
                    <a:cubicBezTo>
                      <a:pt x="3" y="12"/>
                      <a:pt x="1" y="11"/>
                      <a:pt x="0" y="14"/>
                    </a:cubicBezTo>
                    <a:cubicBezTo>
                      <a:pt x="0" y="17"/>
                      <a:pt x="1" y="17"/>
                      <a:pt x="0" y="19"/>
                    </a:cubicBezTo>
                    <a:cubicBezTo>
                      <a:pt x="5" y="22"/>
                      <a:pt x="3" y="8"/>
                      <a:pt x="8" y="13"/>
                    </a:cubicBezTo>
                    <a:cubicBezTo>
                      <a:pt x="9" y="11"/>
                      <a:pt x="11" y="7"/>
                      <a:pt x="8" y="6"/>
                    </a:cubicBezTo>
                  </a:path>
                </a:pathLst>
              </a:custGeom>
              <a:solidFill>
                <a:srgbClr val="FCF8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295" name="Freeform 850">
                <a:extLst>
                  <a:ext uri="{FF2B5EF4-FFF2-40B4-BE49-F238E27FC236}">
                    <a16:creationId xmlns:a16="http://schemas.microsoft.com/office/drawing/2014/main" id="{FDAF6DD3-A90D-4B81-B1FB-B554FF1B78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4" y="777"/>
                <a:ext cx="47" cy="18"/>
              </a:xfrm>
              <a:custGeom>
                <a:avLst/>
                <a:gdLst>
                  <a:gd name="T0" fmla="*/ 0 w 31"/>
                  <a:gd name="T1" fmla="*/ 14 h 12"/>
                  <a:gd name="T2" fmla="*/ 12 w 31"/>
                  <a:gd name="T3" fmla="*/ 8 h 12"/>
                  <a:gd name="T4" fmla="*/ 21 w 31"/>
                  <a:gd name="T5" fmla="*/ 32 h 12"/>
                  <a:gd name="T6" fmla="*/ 35 w 31"/>
                  <a:gd name="T7" fmla="*/ 27 h 12"/>
                  <a:gd name="T8" fmla="*/ 49 w 31"/>
                  <a:gd name="T9" fmla="*/ 14 h 12"/>
                  <a:gd name="T10" fmla="*/ 59 w 31"/>
                  <a:gd name="T11" fmla="*/ 18 h 12"/>
                  <a:gd name="T12" fmla="*/ 62 w 31"/>
                  <a:gd name="T13" fmla="*/ 32 h 12"/>
                  <a:gd name="T14" fmla="*/ 76 w 31"/>
                  <a:gd name="T15" fmla="*/ 35 h 12"/>
                  <a:gd name="T16" fmla="*/ 94 w 31"/>
                  <a:gd name="T17" fmla="*/ 35 h 12"/>
                  <a:gd name="T18" fmla="*/ 108 w 31"/>
                  <a:gd name="T19" fmla="*/ 41 h 1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1" h="12">
                    <a:moveTo>
                      <a:pt x="0" y="4"/>
                    </a:moveTo>
                    <a:cubicBezTo>
                      <a:pt x="0" y="1"/>
                      <a:pt x="2" y="1"/>
                      <a:pt x="3" y="2"/>
                    </a:cubicBezTo>
                    <a:cubicBezTo>
                      <a:pt x="5" y="3"/>
                      <a:pt x="6" y="7"/>
                      <a:pt x="6" y="9"/>
                    </a:cubicBezTo>
                    <a:cubicBezTo>
                      <a:pt x="6" y="6"/>
                      <a:pt x="9" y="7"/>
                      <a:pt x="10" y="8"/>
                    </a:cubicBezTo>
                    <a:cubicBezTo>
                      <a:pt x="9" y="6"/>
                      <a:pt x="12" y="2"/>
                      <a:pt x="14" y="4"/>
                    </a:cubicBezTo>
                    <a:cubicBezTo>
                      <a:pt x="14" y="0"/>
                      <a:pt x="17" y="2"/>
                      <a:pt x="17" y="5"/>
                    </a:cubicBezTo>
                    <a:cubicBezTo>
                      <a:pt x="18" y="6"/>
                      <a:pt x="19" y="8"/>
                      <a:pt x="18" y="9"/>
                    </a:cubicBezTo>
                    <a:cubicBezTo>
                      <a:pt x="19" y="9"/>
                      <a:pt x="21" y="8"/>
                      <a:pt x="22" y="10"/>
                    </a:cubicBezTo>
                    <a:cubicBezTo>
                      <a:pt x="24" y="8"/>
                      <a:pt x="27" y="6"/>
                      <a:pt x="27" y="10"/>
                    </a:cubicBezTo>
                    <a:cubicBezTo>
                      <a:pt x="29" y="9"/>
                      <a:pt x="30" y="11"/>
                      <a:pt x="31" y="12"/>
                    </a:cubicBezTo>
                  </a:path>
                </a:pathLst>
              </a:custGeom>
              <a:noFill/>
              <a:ln w="1588" cap="rnd">
                <a:solidFill>
                  <a:srgbClr val="6C6A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296" name="Freeform 851">
                <a:extLst>
                  <a:ext uri="{FF2B5EF4-FFF2-40B4-BE49-F238E27FC236}">
                    <a16:creationId xmlns:a16="http://schemas.microsoft.com/office/drawing/2014/main" id="{32068905-FC4B-49F6-8E7A-BC4FCFA5E0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4" y="801"/>
                <a:ext cx="18" cy="27"/>
              </a:xfrm>
              <a:custGeom>
                <a:avLst/>
                <a:gdLst>
                  <a:gd name="T0" fmla="*/ 5 w 12"/>
                  <a:gd name="T1" fmla="*/ 21 h 18"/>
                  <a:gd name="T2" fmla="*/ 0 w 12"/>
                  <a:gd name="T3" fmla="*/ 45 h 18"/>
                  <a:gd name="T4" fmla="*/ 21 w 12"/>
                  <a:gd name="T5" fmla="*/ 39 h 18"/>
                  <a:gd name="T6" fmla="*/ 27 w 12"/>
                  <a:gd name="T7" fmla="*/ 26 h 18"/>
                  <a:gd name="T8" fmla="*/ 18 w 12"/>
                  <a:gd name="T9" fmla="*/ 0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8">
                    <a:moveTo>
                      <a:pt x="1" y="6"/>
                    </a:moveTo>
                    <a:cubicBezTo>
                      <a:pt x="5" y="9"/>
                      <a:pt x="1" y="10"/>
                      <a:pt x="0" y="13"/>
                    </a:cubicBezTo>
                    <a:cubicBezTo>
                      <a:pt x="0" y="18"/>
                      <a:pt x="7" y="15"/>
                      <a:pt x="6" y="11"/>
                    </a:cubicBezTo>
                    <a:cubicBezTo>
                      <a:pt x="8" y="13"/>
                      <a:pt x="8" y="9"/>
                      <a:pt x="8" y="7"/>
                    </a:cubicBezTo>
                    <a:cubicBezTo>
                      <a:pt x="12" y="4"/>
                      <a:pt x="1" y="4"/>
                      <a:pt x="5" y="0"/>
                    </a:cubicBezTo>
                  </a:path>
                </a:pathLst>
              </a:custGeom>
              <a:noFill/>
              <a:ln w="1588" cap="rnd">
                <a:solidFill>
                  <a:srgbClr val="6C6A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297" name="Freeform 852">
                <a:extLst>
                  <a:ext uri="{FF2B5EF4-FFF2-40B4-BE49-F238E27FC236}">
                    <a16:creationId xmlns:a16="http://schemas.microsoft.com/office/drawing/2014/main" id="{97E966B2-49BF-47C1-A063-0E6FDA8858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9" y="819"/>
                <a:ext cx="16" cy="64"/>
              </a:xfrm>
              <a:custGeom>
                <a:avLst/>
                <a:gdLst>
                  <a:gd name="T0" fmla="*/ 22 w 11"/>
                  <a:gd name="T1" fmla="*/ 21 h 42"/>
                  <a:gd name="T2" fmla="*/ 1 w 11"/>
                  <a:gd name="T3" fmla="*/ 18 h 42"/>
                  <a:gd name="T4" fmla="*/ 19 w 11"/>
                  <a:gd name="T5" fmla="*/ 46 h 42"/>
                  <a:gd name="T6" fmla="*/ 15 w 11"/>
                  <a:gd name="T7" fmla="*/ 70 h 42"/>
                  <a:gd name="T8" fmla="*/ 22 w 11"/>
                  <a:gd name="T9" fmla="*/ 81 h 42"/>
                  <a:gd name="T10" fmla="*/ 19 w 11"/>
                  <a:gd name="T11" fmla="*/ 101 h 42"/>
                  <a:gd name="T12" fmla="*/ 32 w 11"/>
                  <a:gd name="T13" fmla="*/ 107 h 42"/>
                  <a:gd name="T14" fmla="*/ 28 w 11"/>
                  <a:gd name="T15" fmla="*/ 123 h 42"/>
                  <a:gd name="T16" fmla="*/ 19 w 11"/>
                  <a:gd name="T17" fmla="*/ 137 h 42"/>
                  <a:gd name="T18" fmla="*/ 32 w 11"/>
                  <a:gd name="T19" fmla="*/ 143 h 4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1" h="42">
                    <a:moveTo>
                      <a:pt x="7" y="6"/>
                    </a:moveTo>
                    <a:cubicBezTo>
                      <a:pt x="7" y="2"/>
                      <a:pt x="3" y="0"/>
                      <a:pt x="1" y="5"/>
                    </a:cubicBezTo>
                    <a:cubicBezTo>
                      <a:pt x="0" y="8"/>
                      <a:pt x="3" y="12"/>
                      <a:pt x="6" y="13"/>
                    </a:cubicBezTo>
                    <a:cubicBezTo>
                      <a:pt x="1" y="12"/>
                      <a:pt x="1" y="19"/>
                      <a:pt x="5" y="20"/>
                    </a:cubicBezTo>
                    <a:cubicBezTo>
                      <a:pt x="2" y="23"/>
                      <a:pt x="7" y="22"/>
                      <a:pt x="7" y="23"/>
                    </a:cubicBezTo>
                    <a:cubicBezTo>
                      <a:pt x="9" y="25"/>
                      <a:pt x="6" y="26"/>
                      <a:pt x="6" y="28"/>
                    </a:cubicBezTo>
                    <a:cubicBezTo>
                      <a:pt x="6" y="30"/>
                      <a:pt x="9" y="28"/>
                      <a:pt x="10" y="30"/>
                    </a:cubicBezTo>
                    <a:cubicBezTo>
                      <a:pt x="11" y="33"/>
                      <a:pt x="6" y="32"/>
                      <a:pt x="9" y="35"/>
                    </a:cubicBezTo>
                    <a:cubicBezTo>
                      <a:pt x="7" y="36"/>
                      <a:pt x="5" y="37"/>
                      <a:pt x="6" y="39"/>
                    </a:cubicBezTo>
                    <a:cubicBezTo>
                      <a:pt x="6" y="41"/>
                      <a:pt x="8" y="42"/>
                      <a:pt x="10" y="41"/>
                    </a:cubicBezTo>
                  </a:path>
                </a:pathLst>
              </a:custGeom>
              <a:noFill/>
              <a:ln w="1588" cap="rnd">
                <a:solidFill>
                  <a:srgbClr val="6C6A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298" name="Freeform 853">
                <a:extLst>
                  <a:ext uri="{FF2B5EF4-FFF2-40B4-BE49-F238E27FC236}">
                    <a16:creationId xmlns:a16="http://schemas.microsoft.com/office/drawing/2014/main" id="{BCBFFA01-4F59-48D8-A6A8-F584CC214A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9" y="770"/>
                <a:ext cx="12" cy="35"/>
              </a:xfrm>
              <a:custGeom>
                <a:avLst/>
                <a:gdLst>
                  <a:gd name="T0" fmla="*/ 5 w 8"/>
                  <a:gd name="T1" fmla="*/ 0 h 23"/>
                  <a:gd name="T2" fmla="*/ 14 w 8"/>
                  <a:gd name="T3" fmla="*/ 27 h 23"/>
                  <a:gd name="T4" fmla="*/ 12 w 8"/>
                  <a:gd name="T5" fmla="*/ 49 h 23"/>
                  <a:gd name="T6" fmla="*/ 21 w 8"/>
                  <a:gd name="T7" fmla="*/ 67 h 23"/>
                  <a:gd name="T8" fmla="*/ 0 w 8"/>
                  <a:gd name="T9" fmla="*/ 61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23">
                    <a:moveTo>
                      <a:pt x="1" y="0"/>
                    </a:moveTo>
                    <a:cubicBezTo>
                      <a:pt x="3" y="3"/>
                      <a:pt x="5" y="4"/>
                      <a:pt x="4" y="8"/>
                    </a:cubicBezTo>
                    <a:cubicBezTo>
                      <a:pt x="3" y="11"/>
                      <a:pt x="3" y="11"/>
                      <a:pt x="3" y="14"/>
                    </a:cubicBezTo>
                    <a:cubicBezTo>
                      <a:pt x="6" y="14"/>
                      <a:pt x="8" y="17"/>
                      <a:pt x="6" y="19"/>
                    </a:cubicBezTo>
                    <a:cubicBezTo>
                      <a:pt x="4" y="23"/>
                      <a:pt x="2" y="19"/>
                      <a:pt x="0" y="17"/>
                    </a:cubicBezTo>
                  </a:path>
                </a:pathLst>
              </a:custGeom>
              <a:noFill/>
              <a:ln w="1588" cap="rnd">
                <a:solidFill>
                  <a:srgbClr val="6C6A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299" name="Freeform 854">
                <a:extLst>
                  <a:ext uri="{FF2B5EF4-FFF2-40B4-BE49-F238E27FC236}">
                    <a16:creationId xmlns:a16="http://schemas.microsoft.com/office/drawing/2014/main" id="{A5AB506B-2578-4035-B8BF-8EA440D660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1" y="799"/>
                <a:ext cx="15" cy="35"/>
              </a:xfrm>
              <a:custGeom>
                <a:avLst/>
                <a:gdLst>
                  <a:gd name="T0" fmla="*/ 35 w 10"/>
                  <a:gd name="T1" fmla="*/ 14 h 23"/>
                  <a:gd name="T2" fmla="*/ 26 w 10"/>
                  <a:gd name="T3" fmla="*/ 35 h 23"/>
                  <a:gd name="T4" fmla="*/ 18 w 10"/>
                  <a:gd name="T5" fmla="*/ 61 h 23"/>
                  <a:gd name="T6" fmla="*/ 12 w 10"/>
                  <a:gd name="T7" fmla="*/ 81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23">
                    <a:moveTo>
                      <a:pt x="10" y="4"/>
                    </a:moveTo>
                    <a:cubicBezTo>
                      <a:pt x="9" y="0"/>
                      <a:pt x="3" y="5"/>
                      <a:pt x="7" y="10"/>
                    </a:cubicBezTo>
                    <a:cubicBezTo>
                      <a:pt x="6" y="11"/>
                      <a:pt x="0" y="16"/>
                      <a:pt x="5" y="17"/>
                    </a:cubicBezTo>
                    <a:cubicBezTo>
                      <a:pt x="2" y="17"/>
                      <a:pt x="1" y="22"/>
                      <a:pt x="3" y="23"/>
                    </a:cubicBezTo>
                  </a:path>
                </a:pathLst>
              </a:custGeom>
              <a:noFill/>
              <a:ln w="1588" cap="rnd">
                <a:solidFill>
                  <a:srgbClr val="6C6A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300" name="Freeform 855">
                <a:extLst>
                  <a:ext uri="{FF2B5EF4-FFF2-40B4-BE49-F238E27FC236}">
                    <a16:creationId xmlns:a16="http://schemas.microsoft.com/office/drawing/2014/main" id="{D3214720-2146-46B6-959F-160AC55966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8" y="799"/>
                <a:ext cx="17" cy="13"/>
              </a:xfrm>
              <a:custGeom>
                <a:avLst/>
                <a:gdLst>
                  <a:gd name="T0" fmla="*/ 0 w 11"/>
                  <a:gd name="T1" fmla="*/ 8 h 8"/>
                  <a:gd name="T2" fmla="*/ 12 w 11"/>
                  <a:gd name="T3" fmla="*/ 5 h 8"/>
                  <a:gd name="T4" fmla="*/ 14 w 11"/>
                  <a:gd name="T5" fmla="*/ 26 h 8"/>
                  <a:gd name="T6" fmla="*/ 26 w 11"/>
                  <a:gd name="T7" fmla="*/ 21 h 8"/>
                  <a:gd name="T8" fmla="*/ 29 w 11"/>
                  <a:gd name="T9" fmla="*/ 34 h 8"/>
                  <a:gd name="T10" fmla="*/ 40 w 11"/>
                  <a:gd name="T11" fmla="*/ 34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8">
                    <a:moveTo>
                      <a:pt x="0" y="2"/>
                    </a:moveTo>
                    <a:cubicBezTo>
                      <a:pt x="0" y="0"/>
                      <a:pt x="2" y="0"/>
                      <a:pt x="3" y="1"/>
                    </a:cubicBezTo>
                    <a:cubicBezTo>
                      <a:pt x="5" y="2"/>
                      <a:pt x="4" y="4"/>
                      <a:pt x="4" y="6"/>
                    </a:cubicBezTo>
                    <a:cubicBezTo>
                      <a:pt x="5" y="7"/>
                      <a:pt x="6" y="6"/>
                      <a:pt x="7" y="5"/>
                    </a:cubicBezTo>
                    <a:cubicBezTo>
                      <a:pt x="8" y="6"/>
                      <a:pt x="8" y="7"/>
                      <a:pt x="8" y="8"/>
                    </a:cubicBezTo>
                    <a:cubicBezTo>
                      <a:pt x="9" y="7"/>
                      <a:pt x="11" y="7"/>
                      <a:pt x="11" y="8"/>
                    </a:cubicBezTo>
                  </a:path>
                </a:pathLst>
              </a:custGeom>
              <a:noFill/>
              <a:ln w="1588" cap="rnd">
                <a:solidFill>
                  <a:srgbClr val="6C6A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301" name="Freeform 856">
                <a:extLst>
                  <a:ext uri="{FF2B5EF4-FFF2-40B4-BE49-F238E27FC236}">
                    <a16:creationId xmlns:a16="http://schemas.microsoft.com/office/drawing/2014/main" id="{BD0C7346-9376-422E-A859-F421A67631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2" y="889"/>
                <a:ext cx="8" cy="26"/>
              </a:xfrm>
              <a:custGeom>
                <a:avLst/>
                <a:gdLst>
                  <a:gd name="T0" fmla="*/ 5 w 5"/>
                  <a:gd name="T1" fmla="*/ 14 h 17"/>
                  <a:gd name="T2" fmla="*/ 0 w 5"/>
                  <a:gd name="T3" fmla="*/ 14 h 17"/>
                  <a:gd name="T4" fmla="*/ 21 w 5"/>
                  <a:gd name="T5" fmla="*/ 14 h 17"/>
                  <a:gd name="T6" fmla="*/ 16 w 5"/>
                  <a:gd name="T7" fmla="*/ 21 h 17"/>
                  <a:gd name="T8" fmla="*/ 16 w 5"/>
                  <a:gd name="T9" fmla="*/ 32 h 17"/>
                  <a:gd name="T10" fmla="*/ 13 w 5"/>
                  <a:gd name="T11" fmla="*/ 40 h 17"/>
                  <a:gd name="T12" fmla="*/ 16 w 5"/>
                  <a:gd name="T13" fmla="*/ 47 h 17"/>
                  <a:gd name="T14" fmla="*/ 5 w 5"/>
                  <a:gd name="T15" fmla="*/ 61 h 1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" h="17">
                    <a:moveTo>
                      <a:pt x="1" y="4"/>
                    </a:moveTo>
                    <a:cubicBezTo>
                      <a:pt x="1" y="5"/>
                      <a:pt x="1" y="5"/>
                      <a:pt x="0" y="4"/>
                    </a:cubicBezTo>
                    <a:cubicBezTo>
                      <a:pt x="0" y="0"/>
                      <a:pt x="4" y="0"/>
                      <a:pt x="5" y="4"/>
                    </a:cubicBezTo>
                    <a:cubicBezTo>
                      <a:pt x="5" y="5"/>
                      <a:pt x="4" y="5"/>
                      <a:pt x="4" y="6"/>
                    </a:cubicBezTo>
                    <a:cubicBezTo>
                      <a:pt x="4" y="7"/>
                      <a:pt x="4" y="8"/>
                      <a:pt x="4" y="9"/>
                    </a:cubicBezTo>
                    <a:cubicBezTo>
                      <a:pt x="4" y="9"/>
                      <a:pt x="3" y="10"/>
                      <a:pt x="3" y="11"/>
                    </a:cubicBezTo>
                    <a:cubicBezTo>
                      <a:pt x="3" y="12"/>
                      <a:pt x="4" y="12"/>
                      <a:pt x="4" y="13"/>
                    </a:cubicBezTo>
                    <a:cubicBezTo>
                      <a:pt x="3" y="15"/>
                      <a:pt x="0" y="15"/>
                      <a:pt x="1" y="17"/>
                    </a:cubicBezTo>
                  </a:path>
                </a:pathLst>
              </a:custGeom>
              <a:noFill/>
              <a:ln w="1588" cap="rnd">
                <a:solidFill>
                  <a:srgbClr val="6C6A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302" name="Freeform 857">
                <a:extLst>
                  <a:ext uri="{FF2B5EF4-FFF2-40B4-BE49-F238E27FC236}">
                    <a16:creationId xmlns:a16="http://schemas.microsoft.com/office/drawing/2014/main" id="{52312800-90EC-4713-8059-94A5472F47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0" y="851"/>
                <a:ext cx="8" cy="25"/>
              </a:xfrm>
              <a:custGeom>
                <a:avLst/>
                <a:gdLst>
                  <a:gd name="T0" fmla="*/ 16 w 5"/>
                  <a:gd name="T1" fmla="*/ 0 h 16"/>
                  <a:gd name="T2" fmla="*/ 16 w 5"/>
                  <a:gd name="T3" fmla="*/ 27 h 16"/>
                  <a:gd name="T4" fmla="*/ 21 w 5"/>
                  <a:gd name="T5" fmla="*/ 61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16">
                    <a:moveTo>
                      <a:pt x="4" y="0"/>
                    </a:moveTo>
                    <a:cubicBezTo>
                      <a:pt x="2" y="1"/>
                      <a:pt x="1" y="5"/>
                      <a:pt x="4" y="7"/>
                    </a:cubicBezTo>
                    <a:cubicBezTo>
                      <a:pt x="0" y="9"/>
                      <a:pt x="1" y="14"/>
                      <a:pt x="5" y="16"/>
                    </a:cubicBezTo>
                  </a:path>
                </a:pathLst>
              </a:custGeom>
              <a:noFill/>
              <a:ln w="1588" cap="rnd">
                <a:solidFill>
                  <a:srgbClr val="6C6A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303" name="Freeform 858">
                <a:extLst>
                  <a:ext uri="{FF2B5EF4-FFF2-40B4-BE49-F238E27FC236}">
                    <a16:creationId xmlns:a16="http://schemas.microsoft.com/office/drawing/2014/main" id="{BA09C05E-7B40-4D2D-A870-B09C5E761A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0" y="1284"/>
                <a:ext cx="57" cy="37"/>
              </a:xfrm>
              <a:custGeom>
                <a:avLst/>
                <a:gdLst>
                  <a:gd name="T0" fmla="*/ 0 w 37"/>
                  <a:gd name="T1" fmla="*/ 0 h 24"/>
                  <a:gd name="T2" fmla="*/ 136 w 37"/>
                  <a:gd name="T3" fmla="*/ 5 h 24"/>
                  <a:gd name="T4" fmla="*/ 0 w 37"/>
                  <a:gd name="T5" fmla="*/ 0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7" h="24">
                    <a:moveTo>
                      <a:pt x="0" y="0"/>
                    </a:moveTo>
                    <a:cubicBezTo>
                      <a:pt x="0" y="0"/>
                      <a:pt x="21" y="17"/>
                      <a:pt x="37" y="1"/>
                    </a:cubicBezTo>
                    <a:cubicBezTo>
                      <a:pt x="37" y="1"/>
                      <a:pt x="24" y="24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304" name="Freeform 859">
                <a:extLst>
                  <a:ext uri="{FF2B5EF4-FFF2-40B4-BE49-F238E27FC236}">
                    <a16:creationId xmlns:a16="http://schemas.microsoft.com/office/drawing/2014/main" id="{82AB0D86-22BA-4F45-B7E0-25310F419B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1" y="1264"/>
                <a:ext cx="201" cy="60"/>
              </a:xfrm>
              <a:custGeom>
                <a:avLst/>
                <a:gdLst>
                  <a:gd name="T0" fmla="*/ 0 w 131"/>
                  <a:gd name="T1" fmla="*/ 14 h 39"/>
                  <a:gd name="T2" fmla="*/ 176 w 131"/>
                  <a:gd name="T3" fmla="*/ 14 h 39"/>
                  <a:gd name="T4" fmla="*/ 270 w 131"/>
                  <a:gd name="T5" fmla="*/ 52 h 39"/>
                  <a:gd name="T6" fmla="*/ 473 w 131"/>
                  <a:gd name="T7" fmla="*/ 100 h 39"/>
                  <a:gd name="T8" fmla="*/ 353 w 131"/>
                  <a:gd name="T9" fmla="*/ 123 h 39"/>
                  <a:gd name="T10" fmla="*/ 230 w 131"/>
                  <a:gd name="T11" fmla="*/ 66 h 39"/>
                  <a:gd name="T12" fmla="*/ 120 w 131"/>
                  <a:gd name="T13" fmla="*/ 28 h 39"/>
                  <a:gd name="T14" fmla="*/ 12 w 131"/>
                  <a:gd name="T15" fmla="*/ 8 h 3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31" h="39">
                    <a:moveTo>
                      <a:pt x="0" y="4"/>
                    </a:moveTo>
                    <a:cubicBezTo>
                      <a:pt x="17" y="4"/>
                      <a:pt x="33" y="0"/>
                      <a:pt x="49" y="4"/>
                    </a:cubicBezTo>
                    <a:cubicBezTo>
                      <a:pt x="58" y="6"/>
                      <a:pt x="67" y="10"/>
                      <a:pt x="75" y="14"/>
                    </a:cubicBezTo>
                    <a:cubicBezTo>
                      <a:pt x="91" y="22"/>
                      <a:pt x="115" y="39"/>
                      <a:pt x="131" y="27"/>
                    </a:cubicBezTo>
                    <a:cubicBezTo>
                      <a:pt x="120" y="31"/>
                      <a:pt x="111" y="36"/>
                      <a:pt x="98" y="34"/>
                    </a:cubicBezTo>
                    <a:cubicBezTo>
                      <a:pt x="86" y="32"/>
                      <a:pt x="74" y="24"/>
                      <a:pt x="64" y="18"/>
                    </a:cubicBezTo>
                    <a:cubicBezTo>
                      <a:pt x="53" y="12"/>
                      <a:pt x="46" y="9"/>
                      <a:pt x="33" y="8"/>
                    </a:cubicBezTo>
                    <a:cubicBezTo>
                      <a:pt x="23" y="8"/>
                      <a:pt x="13" y="3"/>
                      <a:pt x="3" y="2"/>
                    </a:cubicBezTo>
                  </a:path>
                </a:pathLst>
              </a:custGeom>
              <a:solidFill>
                <a:srgbClr val="7E39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305" name="Freeform 860">
                <a:extLst>
                  <a:ext uri="{FF2B5EF4-FFF2-40B4-BE49-F238E27FC236}">
                    <a16:creationId xmlns:a16="http://schemas.microsoft.com/office/drawing/2014/main" id="{EC43E92C-9ABA-473D-B42B-BE8D1CBD33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6" y="1255"/>
                <a:ext cx="145" cy="38"/>
              </a:xfrm>
              <a:custGeom>
                <a:avLst/>
                <a:gdLst>
                  <a:gd name="T0" fmla="*/ 0 w 95"/>
                  <a:gd name="T1" fmla="*/ 88 h 25"/>
                  <a:gd name="T2" fmla="*/ 160 w 95"/>
                  <a:gd name="T3" fmla="*/ 27 h 25"/>
                  <a:gd name="T4" fmla="*/ 270 w 95"/>
                  <a:gd name="T5" fmla="*/ 12 h 25"/>
                  <a:gd name="T6" fmla="*/ 337 w 95"/>
                  <a:gd name="T7" fmla="*/ 8 h 25"/>
                  <a:gd name="T8" fmla="*/ 140 w 95"/>
                  <a:gd name="T9" fmla="*/ 53 h 25"/>
                  <a:gd name="T10" fmla="*/ 0 w 95"/>
                  <a:gd name="T11" fmla="*/ 88 h 2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5" h="25">
                    <a:moveTo>
                      <a:pt x="0" y="25"/>
                    </a:moveTo>
                    <a:cubicBezTo>
                      <a:pt x="15" y="18"/>
                      <a:pt x="28" y="10"/>
                      <a:pt x="45" y="8"/>
                    </a:cubicBezTo>
                    <a:cubicBezTo>
                      <a:pt x="56" y="6"/>
                      <a:pt x="65" y="4"/>
                      <a:pt x="76" y="3"/>
                    </a:cubicBezTo>
                    <a:cubicBezTo>
                      <a:pt x="82" y="3"/>
                      <a:pt x="90" y="0"/>
                      <a:pt x="95" y="2"/>
                    </a:cubicBezTo>
                    <a:cubicBezTo>
                      <a:pt x="78" y="10"/>
                      <a:pt x="57" y="11"/>
                      <a:pt x="39" y="15"/>
                    </a:cubicBezTo>
                    <a:cubicBezTo>
                      <a:pt x="26" y="17"/>
                      <a:pt x="13" y="23"/>
                      <a:pt x="0" y="25"/>
                    </a:cubicBezTo>
                  </a:path>
                </a:pathLst>
              </a:custGeom>
              <a:solidFill>
                <a:srgbClr val="7E39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306" name="Freeform 861">
                <a:extLst>
                  <a:ext uri="{FF2B5EF4-FFF2-40B4-BE49-F238E27FC236}">
                    <a16:creationId xmlns:a16="http://schemas.microsoft.com/office/drawing/2014/main" id="{173CFE83-F3B4-471F-8C85-1AD6549F6E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3" y="1255"/>
                <a:ext cx="98" cy="26"/>
              </a:xfrm>
              <a:custGeom>
                <a:avLst/>
                <a:gdLst>
                  <a:gd name="T0" fmla="*/ 0 w 64"/>
                  <a:gd name="T1" fmla="*/ 61 h 17"/>
                  <a:gd name="T2" fmla="*/ 230 w 64"/>
                  <a:gd name="T3" fmla="*/ 0 h 17"/>
                  <a:gd name="T4" fmla="*/ 0 w 64"/>
                  <a:gd name="T5" fmla="*/ 61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4" h="17">
                    <a:moveTo>
                      <a:pt x="0" y="17"/>
                    </a:moveTo>
                    <a:cubicBezTo>
                      <a:pt x="0" y="17"/>
                      <a:pt x="43" y="3"/>
                      <a:pt x="64" y="0"/>
                    </a:cubicBezTo>
                    <a:cubicBezTo>
                      <a:pt x="64" y="0"/>
                      <a:pt x="22" y="3"/>
                      <a:pt x="0" y="17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307" name="Freeform 862">
                <a:extLst>
                  <a:ext uri="{FF2B5EF4-FFF2-40B4-BE49-F238E27FC236}">
                    <a16:creationId xmlns:a16="http://schemas.microsoft.com/office/drawing/2014/main" id="{E00EC84E-FAEA-4D1C-A6E5-F29914613A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5" y="1258"/>
                <a:ext cx="101" cy="28"/>
              </a:xfrm>
              <a:custGeom>
                <a:avLst/>
                <a:gdLst>
                  <a:gd name="T0" fmla="*/ 0 w 66"/>
                  <a:gd name="T1" fmla="*/ 5 h 18"/>
                  <a:gd name="T2" fmla="*/ 237 w 66"/>
                  <a:gd name="T3" fmla="*/ 68 h 18"/>
                  <a:gd name="T4" fmla="*/ 0 w 66"/>
                  <a:gd name="T5" fmla="*/ 5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6" h="18">
                    <a:moveTo>
                      <a:pt x="0" y="1"/>
                    </a:moveTo>
                    <a:cubicBezTo>
                      <a:pt x="0" y="1"/>
                      <a:pt x="40" y="3"/>
                      <a:pt x="66" y="18"/>
                    </a:cubicBezTo>
                    <a:cubicBezTo>
                      <a:pt x="66" y="18"/>
                      <a:pt x="43" y="0"/>
                      <a:pt x="0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308" name="Freeform 863">
                <a:extLst>
                  <a:ext uri="{FF2B5EF4-FFF2-40B4-BE49-F238E27FC236}">
                    <a16:creationId xmlns:a16="http://schemas.microsoft.com/office/drawing/2014/main" id="{C30E46AE-6E9C-4A6B-85DD-B88D43A808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4" y="2431"/>
                <a:ext cx="64" cy="93"/>
              </a:xfrm>
              <a:custGeom>
                <a:avLst/>
                <a:gdLst>
                  <a:gd name="T0" fmla="*/ 149 w 42"/>
                  <a:gd name="T1" fmla="*/ 0 h 61"/>
                  <a:gd name="T2" fmla="*/ 128 w 42"/>
                  <a:gd name="T3" fmla="*/ 154 h 61"/>
                  <a:gd name="T4" fmla="*/ 0 w 42"/>
                  <a:gd name="T5" fmla="*/ 174 h 61"/>
                  <a:gd name="T6" fmla="*/ 70 w 42"/>
                  <a:gd name="T7" fmla="*/ 163 h 61"/>
                  <a:gd name="T8" fmla="*/ 79 w 42"/>
                  <a:gd name="T9" fmla="*/ 96 h 61"/>
                  <a:gd name="T10" fmla="*/ 134 w 42"/>
                  <a:gd name="T11" fmla="*/ 12 h 6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2" h="61">
                    <a:moveTo>
                      <a:pt x="42" y="0"/>
                    </a:moveTo>
                    <a:cubicBezTo>
                      <a:pt x="41" y="13"/>
                      <a:pt x="42" y="31"/>
                      <a:pt x="36" y="43"/>
                    </a:cubicBezTo>
                    <a:cubicBezTo>
                      <a:pt x="28" y="61"/>
                      <a:pt x="15" y="51"/>
                      <a:pt x="0" y="49"/>
                    </a:cubicBezTo>
                    <a:cubicBezTo>
                      <a:pt x="6" y="49"/>
                      <a:pt x="15" y="50"/>
                      <a:pt x="20" y="46"/>
                    </a:cubicBezTo>
                    <a:cubicBezTo>
                      <a:pt x="27" y="39"/>
                      <a:pt x="22" y="35"/>
                      <a:pt x="22" y="27"/>
                    </a:cubicBezTo>
                    <a:cubicBezTo>
                      <a:pt x="23" y="13"/>
                      <a:pt x="34" y="12"/>
                      <a:pt x="38" y="3"/>
                    </a:cubicBezTo>
                  </a:path>
                </a:pathLst>
              </a:custGeom>
              <a:solidFill>
                <a:srgbClr val="7E39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309" name="Freeform 864">
                <a:extLst>
                  <a:ext uri="{FF2B5EF4-FFF2-40B4-BE49-F238E27FC236}">
                    <a16:creationId xmlns:a16="http://schemas.microsoft.com/office/drawing/2014/main" id="{1E5FC4F6-8B01-49BC-AA07-765EAABA8D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8" y="2426"/>
                <a:ext cx="64" cy="110"/>
              </a:xfrm>
              <a:custGeom>
                <a:avLst/>
                <a:gdLst>
                  <a:gd name="T0" fmla="*/ 101 w 42"/>
                  <a:gd name="T1" fmla="*/ 14 h 72"/>
                  <a:gd name="T2" fmla="*/ 110 w 42"/>
                  <a:gd name="T3" fmla="*/ 96 h 72"/>
                  <a:gd name="T4" fmla="*/ 107 w 42"/>
                  <a:gd name="T5" fmla="*/ 171 h 72"/>
                  <a:gd name="T6" fmla="*/ 79 w 42"/>
                  <a:gd name="T7" fmla="*/ 235 h 72"/>
                  <a:gd name="T8" fmla="*/ 0 w 42"/>
                  <a:gd name="T9" fmla="*/ 249 h 72"/>
                  <a:gd name="T10" fmla="*/ 79 w 42"/>
                  <a:gd name="T11" fmla="*/ 235 h 72"/>
                  <a:gd name="T12" fmla="*/ 142 w 42"/>
                  <a:gd name="T13" fmla="*/ 176 h 72"/>
                  <a:gd name="T14" fmla="*/ 107 w 42"/>
                  <a:gd name="T15" fmla="*/ 0 h 7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2" h="72">
                    <a:moveTo>
                      <a:pt x="28" y="4"/>
                    </a:moveTo>
                    <a:cubicBezTo>
                      <a:pt x="28" y="12"/>
                      <a:pt x="29" y="19"/>
                      <a:pt x="31" y="27"/>
                    </a:cubicBezTo>
                    <a:cubicBezTo>
                      <a:pt x="32" y="34"/>
                      <a:pt x="31" y="41"/>
                      <a:pt x="30" y="48"/>
                    </a:cubicBezTo>
                    <a:cubicBezTo>
                      <a:pt x="29" y="54"/>
                      <a:pt x="27" y="62"/>
                      <a:pt x="22" y="66"/>
                    </a:cubicBezTo>
                    <a:cubicBezTo>
                      <a:pt x="15" y="71"/>
                      <a:pt x="8" y="68"/>
                      <a:pt x="0" y="70"/>
                    </a:cubicBezTo>
                    <a:cubicBezTo>
                      <a:pt x="6" y="72"/>
                      <a:pt x="15" y="67"/>
                      <a:pt x="22" y="66"/>
                    </a:cubicBezTo>
                    <a:cubicBezTo>
                      <a:pt x="31" y="63"/>
                      <a:pt x="38" y="58"/>
                      <a:pt x="40" y="49"/>
                    </a:cubicBezTo>
                    <a:cubicBezTo>
                      <a:pt x="42" y="31"/>
                      <a:pt x="33" y="17"/>
                      <a:pt x="30" y="0"/>
                    </a:cubicBezTo>
                  </a:path>
                </a:pathLst>
              </a:custGeom>
              <a:solidFill>
                <a:srgbClr val="7E39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310" name="Freeform 865">
                <a:extLst>
                  <a:ext uri="{FF2B5EF4-FFF2-40B4-BE49-F238E27FC236}">
                    <a16:creationId xmlns:a16="http://schemas.microsoft.com/office/drawing/2014/main" id="{5D071835-8706-48CA-9939-C518C740C2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5" y="2416"/>
                <a:ext cx="150" cy="125"/>
              </a:xfrm>
              <a:custGeom>
                <a:avLst/>
                <a:gdLst>
                  <a:gd name="T0" fmla="*/ 47 w 98"/>
                  <a:gd name="T1" fmla="*/ 0 h 82"/>
                  <a:gd name="T2" fmla="*/ 49 w 98"/>
                  <a:gd name="T3" fmla="*/ 70 h 82"/>
                  <a:gd name="T4" fmla="*/ 168 w 98"/>
                  <a:gd name="T5" fmla="*/ 291 h 82"/>
                  <a:gd name="T6" fmla="*/ 297 w 98"/>
                  <a:gd name="T7" fmla="*/ 70 h 82"/>
                  <a:gd name="T8" fmla="*/ 297 w 98"/>
                  <a:gd name="T9" fmla="*/ 27 h 8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8" h="82">
                    <a:moveTo>
                      <a:pt x="13" y="0"/>
                    </a:moveTo>
                    <a:cubicBezTo>
                      <a:pt x="15" y="7"/>
                      <a:pt x="17" y="15"/>
                      <a:pt x="14" y="20"/>
                    </a:cubicBezTo>
                    <a:cubicBezTo>
                      <a:pt x="11" y="29"/>
                      <a:pt x="0" y="82"/>
                      <a:pt x="47" y="82"/>
                    </a:cubicBezTo>
                    <a:cubicBezTo>
                      <a:pt x="98" y="82"/>
                      <a:pt x="84" y="36"/>
                      <a:pt x="83" y="20"/>
                    </a:cubicBezTo>
                    <a:cubicBezTo>
                      <a:pt x="82" y="16"/>
                      <a:pt x="82" y="12"/>
                      <a:pt x="83" y="8"/>
                    </a:cubicBezTo>
                  </a:path>
                </a:pathLst>
              </a:custGeom>
              <a:solidFill>
                <a:srgbClr val="75332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311" name="Freeform 866">
                <a:extLst>
                  <a:ext uri="{FF2B5EF4-FFF2-40B4-BE49-F238E27FC236}">
                    <a16:creationId xmlns:a16="http://schemas.microsoft.com/office/drawing/2014/main" id="{8300960D-C2BA-42C7-9DB6-AE7F1F861A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1" y="2461"/>
                <a:ext cx="31" cy="68"/>
              </a:xfrm>
              <a:custGeom>
                <a:avLst/>
                <a:gdLst>
                  <a:gd name="T0" fmla="*/ 67 w 20"/>
                  <a:gd name="T1" fmla="*/ 40 h 44"/>
                  <a:gd name="T2" fmla="*/ 53 w 20"/>
                  <a:gd name="T3" fmla="*/ 93 h 44"/>
                  <a:gd name="T4" fmla="*/ 56 w 20"/>
                  <a:gd name="T5" fmla="*/ 134 h 44"/>
                  <a:gd name="T6" fmla="*/ 74 w 20"/>
                  <a:gd name="T7" fmla="*/ 162 h 44"/>
                  <a:gd name="T8" fmla="*/ 39 w 20"/>
                  <a:gd name="T9" fmla="*/ 141 h 44"/>
                  <a:gd name="T10" fmla="*/ 5 w 20"/>
                  <a:gd name="T11" fmla="*/ 88 h 44"/>
                  <a:gd name="T12" fmla="*/ 40 w 20"/>
                  <a:gd name="T13" fmla="*/ 66 h 44"/>
                  <a:gd name="T14" fmla="*/ 60 w 20"/>
                  <a:gd name="T15" fmla="*/ 0 h 4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0" h="44">
                    <a:moveTo>
                      <a:pt x="18" y="11"/>
                    </a:moveTo>
                    <a:cubicBezTo>
                      <a:pt x="19" y="17"/>
                      <a:pt x="14" y="20"/>
                      <a:pt x="14" y="25"/>
                    </a:cubicBezTo>
                    <a:cubicBezTo>
                      <a:pt x="13" y="29"/>
                      <a:pt x="14" y="33"/>
                      <a:pt x="15" y="36"/>
                    </a:cubicBezTo>
                    <a:cubicBezTo>
                      <a:pt x="17" y="39"/>
                      <a:pt x="19" y="41"/>
                      <a:pt x="20" y="44"/>
                    </a:cubicBezTo>
                    <a:cubicBezTo>
                      <a:pt x="16" y="44"/>
                      <a:pt x="12" y="41"/>
                      <a:pt x="10" y="38"/>
                    </a:cubicBezTo>
                    <a:cubicBezTo>
                      <a:pt x="7" y="35"/>
                      <a:pt x="0" y="27"/>
                      <a:pt x="1" y="24"/>
                    </a:cubicBezTo>
                    <a:cubicBezTo>
                      <a:pt x="2" y="21"/>
                      <a:pt x="8" y="21"/>
                      <a:pt x="11" y="18"/>
                    </a:cubicBezTo>
                    <a:cubicBezTo>
                      <a:pt x="15" y="14"/>
                      <a:pt x="18" y="6"/>
                      <a:pt x="16" y="0"/>
                    </a:cubicBezTo>
                  </a:path>
                </a:pathLst>
              </a:custGeom>
              <a:solidFill>
                <a:srgbClr val="7E39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312" name="Freeform 867">
                <a:extLst>
                  <a:ext uri="{FF2B5EF4-FFF2-40B4-BE49-F238E27FC236}">
                    <a16:creationId xmlns:a16="http://schemas.microsoft.com/office/drawing/2014/main" id="{F12AE6AD-8E5A-4EF7-BD9A-643721BEF4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4" y="2419"/>
                <a:ext cx="127" cy="123"/>
              </a:xfrm>
              <a:custGeom>
                <a:avLst/>
                <a:gdLst>
                  <a:gd name="T0" fmla="*/ 26 w 83"/>
                  <a:gd name="T1" fmla="*/ 0 h 81"/>
                  <a:gd name="T2" fmla="*/ 28 w 83"/>
                  <a:gd name="T3" fmla="*/ 62 h 81"/>
                  <a:gd name="T4" fmla="*/ 35 w 83"/>
                  <a:gd name="T5" fmla="*/ 231 h 81"/>
                  <a:gd name="T6" fmla="*/ 150 w 83"/>
                  <a:gd name="T7" fmla="*/ 284 h 81"/>
                  <a:gd name="T8" fmla="*/ 262 w 83"/>
                  <a:gd name="T9" fmla="*/ 241 h 81"/>
                  <a:gd name="T10" fmla="*/ 278 w 83"/>
                  <a:gd name="T11" fmla="*/ 90 h 81"/>
                  <a:gd name="T12" fmla="*/ 277 w 83"/>
                  <a:gd name="T13" fmla="*/ 67 h 81"/>
                  <a:gd name="T14" fmla="*/ 271 w 83"/>
                  <a:gd name="T15" fmla="*/ 46 h 81"/>
                  <a:gd name="T16" fmla="*/ 269 w 83"/>
                  <a:gd name="T17" fmla="*/ 12 h 81"/>
                  <a:gd name="T18" fmla="*/ 269 w 83"/>
                  <a:gd name="T19" fmla="*/ 46 h 81"/>
                  <a:gd name="T20" fmla="*/ 271 w 83"/>
                  <a:gd name="T21" fmla="*/ 62 h 81"/>
                  <a:gd name="T22" fmla="*/ 277 w 83"/>
                  <a:gd name="T23" fmla="*/ 88 h 81"/>
                  <a:gd name="T24" fmla="*/ 257 w 83"/>
                  <a:gd name="T25" fmla="*/ 237 h 81"/>
                  <a:gd name="T26" fmla="*/ 147 w 83"/>
                  <a:gd name="T27" fmla="*/ 276 h 81"/>
                  <a:gd name="T28" fmla="*/ 40 w 83"/>
                  <a:gd name="T29" fmla="*/ 231 h 81"/>
                  <a:gd name="T30" fmla="*/ 32 w 83"/>
                  <a:gd name="T31" fmla="*/ 67 h 81"/>
                  <a:gd name="T32" fmla="*/ 26 w 83"/>
                  <a:gd name="T33" fmla="*/ 0 h 81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3" h="81">
                    <a:moveTo>
                      <a:pt x="7" y="0"/>
                    </a:moveTo>
                    <a:cubicBezTo>
                      <a:pt x="12" y="6"/>
                      <a:pt x="10" y="13"/>
                      <a:pt x="8" y="18"/>
                    </a:cubicBezTo>
                    <a:cubicBezTo>
                      <a:pt x="6" y="25"/>
                      <a:pt x="0" y="50"/>
                      <a:pt x="10" y="66"/>
                    </a:cubicBezTo>
                    <a:cubicBezTo>
                      <a:pt x="16" y="76"/>
                      <a:pt x="27" y="81"/>
                      <a:pt x="42" y="81"/>
                    </a:cubicBezTo>
                    <a:cubicBezTo>
                      <a:pt x="57" y="81"/>
                      <a:pt x="67" y="77"/>
                      <a:pt x="73" y="69"/>
                    </a:cubicBezTo>
                    <a:cubicBezTo>
                      <a:pt x="83" y="57"/>
                      <a:pt x="80" y="38"/>
                      <a:pt x="78" y="26"/>
                    </a:cubicBezTo>
                    <a:cubicBezTo>
                      <a:pt x="77" y="19"/>
                      <a:pt x="77" y="19"/>
                      <a:pt x="77" y="19"/>
                    </a:cubicBezTo>
                    <a:cubicBezTo>
                      <a:pt x="76" y="13"/>
                      <a:pt x="76" y="13"/>
                      <a:pt x="76" y="13"/>
                    </a:cubicBezTo>
                    <a:cubicBezTo>
                      <a:pt x="75" y="10"/>
                      <a:pt x="75" y="6"/>
                      <a:pt x="75" y="3"/>
                    </a:cubicBezTo>
                    <a:cubicBezTo>
                      <a:pt x="74" y="6"/>
                      <a:pt x="74" y="10"/>
                      <a:pt x="75" y="13"/>
                    </a:cubicBezTo>
                    <a:cubicBezTo>
                      <a:pt x="76" y="18"/>
                      <a:pt x="76" y="18"/>
                      <a:pt x="76" y="18"/>
                    </a:cubicBezTo>
                    <a:cubicBezTo>
                      <a:pt x="77" y="25"/>
                      <a:pt x="77" y="25"/>
                      <a:pt x="77" y="25"/>
                    </a:cubicBezTo>
                    <a:cubicBezTo>
                      <a:pt x="78" y="38"/>
                      <a:pt x="81" y="57"/>
                      <a:pt x="72" y="68"/>
                    </a:cubicBezTo>
                    <a:cubicBezTo>
                      <a:pt x="66" y="75"/>
                      <a:pt x="55" y="79"/>
                      <a:pt x="41" y="79"/>
                    </a:cubicBezTo>
                    <a:cubicBezTo>
                      <a:pt x="28" y="79"/>
                      <a:pt x="17" y="75"/>
                      <a:pt x="11" y="66"/>
                    </a:cubicBezTo>
                    <a:cubicBezTo>
                      <a:pt x="0" y="49"/>
                      <a:pt x="8" y="23"/>
                      <a:pt x="9" y="19"/>
                    </a:cubicBezTo>
                    <a:cubicBezTo>
                      <a:pt x="11" y="14"/>
                      <a:pt x="13" y="7"/>
                      <a:pt x="7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313" name="Freeform 868">
                <a:extLst>
                  <a:ext uri="{FF2B5EF4-FFF2-40B4-BE49-F238E27FC236}">
                    <a16:creationId xmlns:a16="http://schemas.microsoft.com/office/drawing/2014/main" id="{D548DE40-2F2A-43F8-BE46-3F8D1270AD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3" y="2420"/>
                <a:ext cx="52" cy="113"/>
              </a:xfrm>
              <a:custGeom>
                <a:avLst/>
                <a:gdLst>
                  <a:gd name="T0" fmla="*/ 107 w 34"/>
                  <a:gd name="T1" fmla="*/ 0 h 74"/>
                  <a:gd name="T2" fmla="*/ 115 w 34"/>
                  <a:gd name="T3" fmla="*/ 47 h 74"/>
                  <a:gd name="T4" fmla="*/ 107 w 34"/>
                  <a:gd name="T5" fmla="*/ 170 h 74"/>
                  <a:gd name="T6" fmla="*/ 107 w 34"/>
                  <a:gd name="T7" fmla="*/ 170 h 74"/>
                  <a:gd name="T8" fmla="*/ 107 w 34"/>
                  <a:gd name="T9" fmla="*/ 170 h 74"/>
                  <a:gd name="T10" fmla="*/ 116 w 34"/>
                  <a:gd name="T11" fmla="*/ 208 h 74"/>
                  <a:gd name="T12" fmla="*/ 66 w 34"/>
                  <a:gd name="T13" fmla="*/ 257 h 74"/>
                  <a:gd name="T14" fmla="*/ 61 w 34"/>
                  <a:gd name="T15" fmla="*/ 257 h 74"/>
                  <a:gd name="T16" fmla="*/ 5 w 34"/>
                  <a:gd name="T17" fmla="*/ 208 h 74"/>
                  <a:gd name="T18" fmla="*/ 18 w 34"/>
                  <a:gd name="T19" fmla="*/ 170 h 74"/>
                  <a:gd name="T20" fmla="*/ 18 w 34"/>
                  <a:gd name="T21" fmla="*/ 168 h 74"/>
                  <a:gd name="T22" fmla="*/ 12 w 34"/>
                  <a:gd name="T23" fmla="*/ 47 h 74"/>
                  <a:gd name="T24" fmla="*/ 8 w 34"/>
                  <a:gd name="T25" fmla="*/ 18 h 74"/>
                  <a:gd name="T26" fmla="*/ 12 w 34"/>
                  <a:gd name="T27" fmla="*/ 61 h 74"/>
                  <a:gd name="T28" fmla="*/ 14 w 34"/>
                  <a:gd name="T29" fmla="*/ 170 h 74"/>
                  <a:gd name="T30" fmla="*/ 0 w 34"/>
                  <a:gd name="T31" fmla="*/ 203 h 74"/>
                  <a:gd name="T32" fmla="*/ 0 w 34"/>
                  <a:gd name="T33" fmla="*/ 209 h 74"/>
                  <a:gd name="T34" fmla="*/ 61 w 34"/>
                  <a:gd name="T35" fmla="*/ 264 h 74"/>
                  <a:gd name="T36" fmla="*/ 66 w 34"/>
                  <a:gd name="T37" fmla="*/ 264 h 74"/>
                  <a:gd name="T38" fmla="*/ 122 w 34"/>
                  <a:gd name="T39" fmla="*/ 209 h 74"/>
                  <a:gd name="T40" fmla="*/ 122 w 34"/>
                  <a:gd name="T41" fmla="*/ 203 h 74"/>
                  <a:gd name="T42" fmla="*/ 110 w 34"/>
                  <a:gd name="T43" fmla="*/ 168 h 74"/>
                  <a:gd name="T44" fmla="*/ 116 w 34"/>
                  <a:gd name="T45" fmla="*/ 53 h 74"/>
                  <a:gd name="T46" fmla="*/ 116 w 34"/>
                  <a:gd name="T47" fmla="*/ 47 h 74"/>
                  <a:gd name="T48" fmla="*/ 107 w 34"/>
                  <a:gd name="T49" fmla="*/ 0 h 74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34" h="74">
                    <a:moveTo>
                      <a:pt x="30" y="0"/>
                    </a:moveTo>
                    <a:cubicBezTo>
                      <a:pt x="32" y="2"/>
                      <a:pt x="32" y="7"/>
                      <a:pt x="32" y="13"/>
                    </a:cubicBezTo>
                    <a:cubicBezTo>
                      <a:pt x="32" y="18"/>
                      <a:pt x="30" y="44"/>
                      <a:pt x="30" y="48"/>
                    </a:cubicBezTo>
                    <a:cubicBezTo>
                      <a:pt x="30" y="48"/>
                      <a:pt x="30" y="48"/>
                      <a:pt x="30" y="48"/>
                    </a:cubicBezTo>
                    <a:cubicBezTo>
                      <a:pt x="30" y="48"/>
                      <a:pt x="30" y="48"/>
                      <a:pt x="30" y="48"/>
                    </a:cubicBezTo>
                    <a:cubicBezTo>
                      <a:pt x="32" y="52"/>
                      <a:pt x="34" y="56"/>
                      <a:pt x="33" y="58"/>
                    </a:cubicBezTo>
                    <a:cubicBezTo>
                      <a:pt x="32" y="63"/>
                      <a:pt x="27" y="72"/>
                      <a:pt x="18" y="72"/>
                    </a:cubicBezTo>
                    <a:cubicBezTo>
                      <a:pt x="17" y="72"/>
                      <a:pt x="17" y="72"/>
                      <a:pt x="17" y="72"/>
                    </a:cubicBezTo>
                    <a:cubicBezTo>
                      <a:pt x="9" y="72"/>
                      <a:pt x="3" y="63"/>
                      <a:pt x="1" y="58"/>
                    </a:cubicBezTo>
                    <a:cubicBezTo>
                      <a:pt x="1" y="56"/>
                      <a:pt x="3" y="51"/>
                      <a:pt x="5" y="48"/>
                    </a:cubicBezTo>
                    <a:cubicBezTo>
                      <a:pt x="5" y="47"/>
                      <a:pt x="5" y="47"/>
                      <a:pt x="5" y="47"/>
                    </a:cubicBezTo>
                    <a:cubicBezTo>
                      <a:pt x="5" y="44"/>
                      <a:pt x="4" y="19"/>
                      <a:pt x="3" y="13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3" y="21"/>
                      <a:pt x="3" y="43"/>
                      <a:pt x="4" y="48"/>
                    </a:cubicBezTo>
                    <a:cubicBezTo>
                      <a:pt x="2" y="51"/>
                      <a:pt x="0" y="54"/>
                      <a:pt x="0" y="57"/>
                    </a:cubicBezTo>
                    <a:cubicBezTo>
                      <a:pt x="0" y="58"/>
                      <a:pt x="0" y="58"/>
                      <a:pt x="0" y="59"/>
                    </a:cubicBezTo>
                    <a:cubicBezTo>
                      <a:pt x="2" y="64"/>
                      <a:pt x="7" y="73"/>
                      <a:pt x="17" y="74"/>
                    </a:cubicBezTo>
                    <a:cubicBezTo>
                      <a:pt x="18" y="74"/>
                      <a:pt x="18" y="74"/>
                      <a:pt x="18" y="74"/>
                    </a:cubicBezTo>
                    <a:cubicBezTo>
                      <a:pt x="28" y="73"/>
                      <a:pt x="32" y="65"/>
                      <a:pt x="34" y="59"/>
                    </a:cubicBezTo>
                    <a:cubicBezTo>
                      <a:pt x="34" y="59"/>
                      <a:pt x="34" y="58"/>
                      <a:pt x="34" y="57"/>
                    </a:cubicBezTo>
                    <a:cubicBezTo>
                      <a:pt x="34" y="54"/>
                      <a:pt x="33" y="51"/>
                      <a:pt x="31" y="47"/>
                    </a:cubicBezTo>
                    <a:cubicBezTo>
                      <a:pt x="32" y="43"/>
                      <a:pt x="33" y="20"/>
                      <a:pt x="33" y="15"/>
                    </a:cubicBezTo>
                    <a:cubicBezTo>
                      <a:pt x="33" y="15"/>
                      <a:pt x="33" y="14"/>
                      <a:pt x="33" y="13"/>
                    </a:cubicBezTo>
                    <a:cubicBezTo>
                      <a:pt x="33" y="8"/>
                      <a:pt x="32" y="2"/>
                      <a:pt x="3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314" name="Freeform 869">
                <a:extLst>
                  <a:ext uri="{FF2B5EF4-FFF2-40B4-BE49-F238E27FC236}">
                    <a16:creationId xmlns:a16="http://schemas.microsoft.com/office/drawing/2014/main" id="{CDC9F49C-E73D-48E1-AC00-E250C65300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8" y="2487"/>
                <a:ext cx="12" cy="7"/>
              </a:xfrm>
              <a:custGeom>
                <a:avLst/>
                <a:gdLst>
                  <a:gd name="T0" fmla="*/ 0 w 8"/>
                  <a:gd name="T1" fmla="*/ 0 h 4"/>
                  <a:gd name="T2" fmla="*/ 26 w 8"/>
                  <a:gd name="T3" fmla="*/ 21 h 4"/>
                  <a:gd name="T4" fmla="*/ 27 w 8"/>
                  <a:gd name="T5" fmla="*/ 16 h 4"/>
                  <a:gd name="T6" fmla="*/ 0 w 8"/>
                  <a:gd name="T7" fmla="*/ 0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4">
                    <a:moveTo>
                      <a:pt x="0" y="0"/>
                    </a:moveTo>
                    <a:cubicBezTo>
                      <a:pt x="1" y="0"/>
                      <a:pt x="6" y="3"/>
                      <a:pt x="7" y="4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6" y="1"/>
                      <a:pt x="0" y="0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315" name="Freeform 870">
                <a:extLst>
                  <a:ext uri="{FF2B5EF4-FFF2-40B4-BE49-F238E27FC236}">
                    <a16:creationId xmlns:a16="http://schemas.microsoft.com/office/drawing/2014/main" id="{B9009BD0-5713-411B-B348-55DE333E23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9" y="2318"/>
                <a:ext cx="325" cy="160"/>
              </a:xfrm>
              <a:custGeom>
                <a:avLst/>
                <a:gdLst>
                  <a:gd name="T0" fmla="*/ 757 w 213"/>
                  <a:gd name="T1" fmla="*/ 216 h 105"/>
                  <a:gd name="T2" fmla="*/ 0 w 213"/>
                  <a:gd name="T3" fmla="*/ 0 h 105"/>
                  <a:gd name="T4" fmla="*/ 757 w 213"/>
                  <a:gd name="T5" fmla="*/ 216 h 10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3" h="105">
                    <a:moveTo>
                      <a:pt x="213" y="61"/>
                    </a:moveTo>
                    <a:cubicBezTo>
                      <a:pt x="213" y="61"/>
                      <a:pt x="115" y="105"/>
                      <a:pt x="0" y="0"/>
                    </a:cubicBezTo>
                    <a:cubicBezTo>
                      <a:pt x="0" y="0"/>
                      <a:pt x="99" y="94"/>
                      <a:pt x="213" y="6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316" name="Freeform 871">
                <a:extLst>
                  <a:ext uri="{FF2B5EF4-FFF2-40B4-BE49-F238E27FC236}">
                    <a16:creationId xmlns:a16="http://schemas.microsoft.com/office/drawing/2014/main" id="{DE2954BA-84E4-4A75-BA9A-1B130B5D65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3" y="1792"/>
                <a:ext cx="289" cy="607"/>
              </a:xfrm>
              <a:custGeom>
                <a:avLst/>
                <a:gdLst>
                  <a:gd name="T0" fmla="*/ 187 w 189"/>
                  <a:gd name="T1" fmla="*/ 0 h 398"/>
                  <a:gd name="T2" fmla="*/ 187 w 189"/>
                  <a:gd name="T3" fmla="*/ 265 h 398"/>
                  <a:gd name="T4" fmla="*/ 177 w 189"/>
                  <a:gd name="T5" fmla="*/ 1129 h 398"/>
                  <a:gd name="T6" fmla="*/ 676 w 189"/>
                  <a:gd name="T7" fmla="*/ 1412 h 398"/>
                  <a:gd name="T8" fmla="*/ 182 w 189"/>
                  <a:gd name="T9" fmla="*/ 894 h 398"/>
                  <a:gd name="T10" fmla="*/ 187 w 189"/>
                  <a:gd name="T11" fmla="*/ 0 h 39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89" h="398">
                    <a:moveTo>
                      <a:pt x="52" y="0"/>
                    </a:moveTo>
                    <a:cubicBezTo>
                      <a:pt x="52" y="0"/>
                      <a:pt x="49" y="54"/>
                      <a:pt x="52" y="75"/>
                    </a:cubicBezTo>
                    <a:cubicBezTo>
                      <a:pt x="56" y="96"/>
                      <a:pt x="0" y="255"/>
                      <a:pt x="50" y="318"/>
                    </a:cubicBezTo>
                    <a:cubicBezTo>
                      <a:pt x="100" y="381"/>
                      <a:pt x="189" y="398"/>
                      <a:pt x="189" y="398"/>
                    </a:cubicBezTo>
                    <a:cubicBezTo>
                      <a:pt x="189" y="398"/>
                      <a:pt x="50" y="349"/>
                      <a:pt x="51" y="252"/>
                    </a:cubicBezTo>
                    <a:cubicBezTo>
                      <a:pt x="52" y="155"/>
                      <a:pt x="76" y="39"/>
                      <a:pt x="52" y="0"/>
                    </a:cubicBezTo>
                    <a:close/>
                  </a:path>
                </a:pathLst>
              </a:custGeom>
              <a:solidFill>
                <a:srgbClr val="7E39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317" name="Freeform 872">
                <a:extLst>
                  <a:ext uri="{FF2B5EF4-FFF2-40B4-BE49-F238E27FC236}">
                    <a16:creationId xmlns:a16="http://schemas.microsoft.com/office/drawing/2014/main" id="{C7A3132A-ACE0-4E25-9D83-009D8DC615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4" y="1731"/>
                <a:ext cx="102" cy="375"/>
              </a:xfrm>
              <a:custGeom>
                <a:avLst/>
                <a:gdLst>
                  <a:gd name="T0" fmla="*/ 0 w 67"/>
                  <a:gd name="T1" fmla="*/ 0 h 246"/>
                  <a:gd name="T2" fmla="*/ 163 w 67"/>
                  <a:gd name="T3" fmla="*/ 32 h 246"/>
                  <a:gd name="T4" fmla="*/ 167 w 67"/>
                  <a:gd name="T5" fmla="*/ 425 h 246"/>
                  <a:gd name="T6" fmla="*/ 216 w 67"/>
                  <a:gd name="T7" fmla="*/ 872 h 246"/>
                  <a:gd name="T8" fmla="*/ 114 w 67"/>
                  <a:gd name="T9" fmla="*/ 438 h 246"/>
                  <a:gd name="T10" fmla="*/ 0 w 67"/>
                  <a:gd name="T11" fmla="*/ 0 h 24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7" h="246">
                    <a:moveTo>
                      <a:pt x="0" y="0"/>
                    </a:moveTo>
                    <a:cubicBezTo>
                      <a:pt x="0" y="0"/>
                      <a:pt x="34" y="16"/>
                      <a:pt x="46" y="9"/>
                    </a:cubicBezTo>
                    <a:cubicBezTo>
                      <a:pt x="58" y="2"/>
                      <a:pt x="39" y="82"/>
                      <a:pt x="47" y="120"/>
                    </a:cubicBezTo>
                    <a:cubicBezTo>
                      <a:pt x="55" y="158"/>
                      <a:pt x="62" y="214"/>
                      <a:pt x="61" y="246"/>
                    </a:cubicBezTo>
                    <a:cubicBezTo>
                      <a:pt x="61" y="246"/>
                      <a:pt x="43" y="143"/>
                      <a:pt x="32" y="123"/>
                    </a:cubicBezTo>
                    <a:cubicBezTo>
                      <a:pt x="22" y="103"/>
                      <a:pt x="67" y="33"/>
                      <a:pt x="0" y="0"/>
                    </a:cubicBezTo>
                    <a:close/>
                  </a:path>
                </a:pathLst>
              </a:custGeom>
              <a:solidFill>
                <a:srgbClr val="6B2D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318" name="Freeform 873">
                <a:extLst>
                  <a:ext uri="{FF2B5EF4-FFF2-40B4-BE49-F238E27FC236}">
                    <a16:creationId xmlns:a16="http://schemas.microsoft.com/office/drawing/2014/main" id="{18C9693E-71D8-46FD-B8AA-364FFEB121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6" y="2288"/>
                <a:ext cx="99" cy="626"/>
              </a:xfrm>
              <a:custGeom>
                <a:avLst/>
                <a:gdLst>
                  <a:gd name="T0" fmla="*/ 230 w 65"/>
                  <a:gd name="T1" fmla="*/ 0 h 411"/>
                  <a:gd name="T2" fmla="*/ 168 w 65"/>
                  <a:gd name="T3" fmla="*/ 244 h 411"/>
                  <a:gd name="T4" fmla="*/ 85 w 65"/>
                  <a:gd name="T5" fmla="*/ 1452 h 411"/>
                  <a:gd name="T6" fmla="*/ 93 w 65"/>
                  <a:gd name="T7" fmla="*/ 501 h 411"/>
                  <a:gd name="T8" fmla="*/ 0 w 65"/>
                  <a:gd name="T9" fmla="*/ 190 h 411"/>
                  <a:gd name="T10" fmla="*/ 230 w 65"/>
                  <a:gd name="T11" fmla="*/ 0 h 41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5" h="411">
                    <a:moveTo>
                      <a:pt x="65" y="0"/>
                    </a:moveTo>
                    <a:cubicBezTo>
                      <a:pt x="65" y="0"/>
                      <a:pt x="52" y="57"/>
                      <a:pt x="47" y="69"/>
                    </a:cubicBezTo>
                    <a:cubicBezTo>
                      <a:pt x="42" y="81"/>
                      <a:pt x="28" y="366"/>
                      <a:pt x="24" y="411"/>
                    </a:cubicBezTo>
                    <a:cubicBezTo>
                      <a:pt x="24" y="411"/>
                      <a:pt x="21" y="172"/>
                      <a:pt x="26" y="142"/>
                    </a:cubicBezTo>
                    <a:cubicBezTo>
                      <a:pt x="30" y="113"/>
                      <a:pt x="42" y="42"/>
                      <a:pt x="0" y="54"/>
                    </a:cubicBezTo>
                    <a:cubicBezTo>
                      <a:pt x="0" y="54"/>
                      <a:pt x="52" y="36"/>
                      <a:pt x="65" y="0"/>
                    </a:cubicBezTo>
                    <a:close/>
                  </a:path>
                </a:pathLst>
              </a:custGeom>
              <a:solidFill>
                <a:srgbClr val="6B2D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319" name="Freeform 874">
                <a:extLst>
                  <a:ext uri="{FF2B5EF4-FFF2-40B4-BE49-F238E27FC236}">
                    <a16:creationId xmlns:a16="http://schemas.microsoft.com/office/drawing/2014/main" id="{29978636-89E0-4F2C-86C9-A9AC31EFF6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7" y="2407"/>
                <a:ext cx="40" cy="178"/>
              </a:xfrm>
              <a:custGeom>
                <a:avLst/>
                <a:gdLst>
                  <a:gd name="T0" fmla="*/ 95 w 26"/>
                  <a:gd name="T1" fmla="*/ 0 h 117"/>
                  <a:gd name="T2" fmla="*/ 14 w 26"/>
                  <a:gd name="T3" fmla="*/ 32 h 117"/>
                  <a:gd name="T4" fmla="*/ 18 w 26"/>
                  <a:gd name="T5" fmla="*/ 70 h 117"/>
                  <a:gd name="T6" fmla="*/ 40 w 26"/>
                  <a:gd name="T7" fmla="*/ 148 h 117"/>
                  <a:gd name="T8" fmla="*/ 18 w 26"/>
                  <a:gd name="T9" fmla="*/ 254 h 117"/>
                  <a:gd name="T10" fmla="*/ 22 w 26"/>
                  <a:gd name="T11" fmla="*/ 412 h 117"/>
                  <a:gd name="T12" fmla="*/ 26 w 26"/>
                  <a:gd name="T13" fmla="*/ 263 h 117"/>
                  <a:gd name="T14" fmla="*/ 62 w 26"/>
                  <a:gd name="T15" fmla="*/ 157 h 117"/>
                  <a:gd name="T16" fmla="*/ 40 w 26"/>
                  <a:gd name="T17" fmla="*/ 75 h 117"/>
                  <a:gd name="T18" fmla="*/ 88 w 26"/>
                  <a:gd name="T19" fmla="*/ 12 h 11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6" h="117">
                    <a:moveTo>
                      <a:pt x="26" y="0"/>
                    </a:moveTo>
                    <a:cubicBezTo>
                      <a:pt x="20" y="3"/>
                      <a:pt x="9" y="4"/>
                      <a:pt x="4" y="9"/>
                    </a:cubicBezTo>
                    <a:cubicBezTo>
                      <a:pt x="1" y="13"/>
                      <a:pt x="3" y="16"/>
                      <a:pt x="5" y="20"/>
                    </a:cubicBezTo>
                    <a:cubicBezTo>
                      <a:pt x="7" y="27"/>
                      <a:pt x="9" y="35"/>
                      <a:pt x="11" y="42"/>
                    </a:cubicBezTo>
                    <a:cubicBezTo>
                      <a:pt x="15" y="53"/>
                      <a:pt x="9" y="61"/>
                      <a:pt x="5" y="72"/>
                    </a:cubicBezTo>
                    <a:cubicBezTo>
                      <a:pt x="0" y="85"/>
                      <a:pt x="2" y="104"/>
                      <a:pt x="6" y="117"/>
                    </a:cubicBezTo>
                    <a:cubicBezTo>
                      <a:pt x="1" y="105"/>
                      <a:pt x="3" y="87"/>
                      <a:pt x="7" y="75"/>
                    </a:cubicBezTo>
                    <a:cubicBezTo>
                      <a:pt x="10" y="64"/>
                      <a:pt x="17" y="56"/>
                      <a:pt x="17" y="45"/>
                    </a:cubicBezTo>
                    <a:cubicBezTo>
                      <a:pt x="18" y="36"/>
                      <a:pt x="11" y="30"/>
                      <a:pt x="11" y="21"/>
                    </a:cubicBezTo>
                    <a:cubicBezTo>
                      <a:pt x="12" y="15"/>
                      <a:pt x="18" y="4"/>
                      <a:pt x="24" y="3"/>
                    </a:cubicBezTo>
                  </a:path>
                </a:pathLst>
              </a:custGeom>
              <a:solidFill>
                <a:srgbClr val="6B2D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320" name="Freeform 875">
                <a:extLst>
                  <a:ext uri="{FF2B5EF4-FFF2-40B4-BE49-F238E27FC236}">
                    <a16:creationId xmlns:a16="http://schemas.microsoft.com/office/drawing/2014/main" id="{075A8441-BACB-4628-A453-4EAE956D14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0" y="3082"/>
                <a:ext cx="78" cy="259"/>
              </a:xfrm>
              <a:custGeom>
                <a:avLst/>
                <a:gdLst>
                  <a:gd name="T0" fmla="*/ 21 w 51"/>
                  <a:gd name="T1" fmla="*/ 0 h 170"/>
                  <a:gd name="T2" fmla="*/ 141 w 51"/>
                  <a:gd name="T3" fmla="*/ 70 h 170"/>
                  <a:gd name="T4" fmla="*/ 176 w 51"/>
                  <a:gd name="T5" fmla="*/ 81 h 170"/>
                  <a:gd name="T6" fmla="*/ 156 w 51"/>
                  <a:gd name="T7" fmla="*/ 130 h 170"/>
                  <a:gd name="T8" fmla="*/ 122 w 51"/>
                  <a:gd name="T9" fmla="*/ 360 h 170"/>
                  <a:gd name="T10" fmla="*/ 107 w 51"/>
                  <a:gd name="T11" fmla="*/ 602 h 170"/>
                  <a:gd name="T12" fmla="*/ 93 w 51"/>
                  <a:gd name="T13" fmla="*/ 187 h 170"/>
                  <a:gd name="T14" fmla="*/ 43 w 51"/>
                  <a:gd name="T15" fmla="*/ 81 h 170"/>
                  <a:gd name="T16" fmla="*/ 14 w 51"/>
                  <a:gd name="T17" fmla="*/ 5 h 17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1" h="170">
                    <a:moveTo>
                      <a:pt x="6" y="0"/>
                    </a:moveTo>
                    <a:cubicBezTo>
                      <a:pt x="12" y="11"/>
                      <a:pt x="27" y="18"/>
                      <a:pt x="39" y="20"/>
                    </a:cubicBezTo>
                    <a:cubicBezTo>
                      <a:pt x="42" y="20"/>
                      <a:pt x="47" y="19"/>
                      <a:pt x="49" y="23"/>
                    </a:cubicBezTo>
                    <a:cubicBezTo>
                      <a:pt x="51" y="27"/>
                      <a:pt x="46" y="33"/>
                      <a:pt x="44" y="37"/>
                    </a:cubicBezTo>
                    <a:cubicBezTo>
                      <a:pt x="34" y="57"/>
                      <a:pt x="35" y="79"/>
                      <a:pt x="34" y="102"/>
                    </a:cubicBezTo>
                    <a:cubicBezTo>
                      <a:pt x="33" y="124"/>
                      <a:pt x="30" y="147"/>
                      <a:pt x="30" y="170"/>
                    </a:cubicBezTo>
                    <a:cubicBezTo>
                      <a:pt x="21" y="132"/>
                      <a:pt x="34" y="91"/>
                      <a:pt x="26" y="53"/>
                    </a:cubicBezTo>
                    <a:cubicBezTo>
                      <a:pt x="23" y="42"/>
                      <a:pt x="18" y="32"/>
                      <a:pt x="12" y="23"/>
                    </a:cubicBezTo>
                    <a:cubicBezTo>
                      <a:pt x="9" y="18"/>
                      <a:pt x="0" y="7"/>
                      <a:pt x="4" y="1"/>
                    </a:cubicBezTo>
                  </a:path>
                </a:pathLst>
              </a:custGeom>
              <a:solidFill>
                <a:srgbClr val="6B2D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321" name="Freeform 876">
                <a:extLst>
                  <a:ext uri="{FF2B5EF4-FFF2-40B4-BE49-F238E27FC236}">
                    <a16:creationId xmlns:a16="http://schemas.microsoft.com/office/drawing/2014/main" id="{F3FC7F51-05DF-4434-9CDA-6F47ECECB9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7" y="3114"/>
                <a:ext cx="63" cy="285"/>
              </a:xfrm>
              <a:custGeom>
                <a:avLst/>
                <a:gdLst>
                  <a:gd name="T0" fmla="*/ 0 w 41"/>
                  <a:gd name="T1" fmla="*/ 0 h 187"/>
                  <a:gd name="T2" fmla="*/ 54 w 41"/>
                  <a:gd name="T3" fmla="*/ 18 h 187"/>
                  <a:gd name="T4" fmla="*/ 97 w 41"/>
                  <a:gd name="T5" fmla="*/ 21 h 187"/>
                  <a:gd name="T6" fmla="*/ 123 w 41"/>
                  <a:gd name="T7" fmla="*/ 14 h 187"/>
                  <a:gd name="T8" fmla="*/ 141 w 41"/>
                  <a:gd name="T9" fmla="*/ 149 h 187"/>
                  <a:gd name="T10" fmla="*/ 114 w 41"/>
                  <a:gd name="T11" fmla="*/ 661 h 187"/>
                  <a:gd name="T12" fmla="*/ 97 w 41"/>
                  <a:gd name="T13" fmla="*/ 393 h 187"/>
                  <a:gd name="T14" fmla="*/ 94 w 41"/>
                  <a:gd name="T15" fmla="*/ 204 h 187"/>
                  <a:gd name="T16" fmla="*/ 54 w 41"/>
                  <a:gd name="T17" fmla="*/ 94 h 187"/>
                  <a:gd name="T18" fmla="*/ 0 w 41"/>
                  <a:gd name="T19" fmla="*/ 21 h 18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1" h="187">
                    <a:moveTo>
                      <a:pt x="0" y="0"/>
                    </a:moveTo>
                    <a:cubicBezTo>
                      <a:pt x="5" y="1"/>
                      <a:pt x="10" y="4"/>
                      <a:pt x="15" y="5"/>
                    </a:cubicBezTo>
                    <a:cubicBezTo>
                      <a:pt x="19" y="6"/>
                      <a:pt x="23" y="6"/>
                      <a:pt x="27" y="6"/>
                    </a:cubicBezTo>
                    <a:cubicBezTo>
                      <a:pt x="28" y="5"/>
                      <a:pt x="33" y="3"/>
                      <a:pt x="34" y="4"/>
                    </a:cubicBezTo>
                    <a:cubicBezTo>
                      <a:pt x="41" y="7"/>
                      <a:pt x="39" y="36"/>
                      <a:pt x="39" y="42"/>
                    </a:cubicBezTo>
                    <a:cubicBezTo>
                      <a:pt x="38" y="90"/>
                      <a:pt x="25" y="139"/>
                      <a:pt x="31" y="187"/>
                    </a:cubicBezTo>
                    <a:cubicBezTo>
                      <a:pt x="24" y="163"/>
                      <a:pt x="28" y="135"/>
                      <a:pt x="27" y="111"/>
                    </a:cubicBezTo>
                    <a:cubicBezTo>
                      <a:pt x="27" y="94"/>
                      <a:pt x="30" y="75"/>
                      <a:pt x="26" y="58"/>
                    </a:cubicBezTo>
                    <a:cubicBezTo>
                      <a:pt x="24" y="47"/>
                      <a:pt x="20" y="36"/>
                      <a:pt x="15" y="27"/>
                    </a:cubicBezTo>
                    <a:cubicBezTo>
                      <a:pt x="11" y="19"/>
                      <a:pt x="5" y="14"/>
                      <a:pt x="0" y="6"/>
                    </a:cubicBezTo>
                  </a:path>
                </a:pathLst>
              </a:custGeom>
              <a:solidFill>
                <a:srgbClr val="6B2D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322" name="Freeform 877">
                <a:extLst>
                  <a:ext uri="{FF2B5EF4-FFF2-40B4-BE49-F238E27FC236}">
                    <a16:creationId xmlns:a16="http://schemas.microsoft.com/office/drawing/2014/main" id="{DA276CAE-FCBE-4E0A-86E9-7F98C644AF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2" y="906"/>
                <a:ext cx="32" cy="87"/>
              </a:xfrm>
              <a:custGeom>
                <a:avLst/>
                <a:gdLst>
                  <a:gd name="T0" fmla="*/ 18 w 21"/>
                  <a:gd name="T1" fmla="*/ 0 h 57"/>
                  <a:gd name="T2" fmla="*/ 0 w 21"/>
                  <a:gd name="T3" fmla="*/ 63 h 57"/>
                  <a:gd name="T4" fmla="*/ 5 w 21"/>
                  <a:gd name="T5" fmla="*/ 116 h 57"/>
                  <a:gd name="T6" fmla="*/ 26 w 21"/>
                  <a:gd name="T7" fmla="*/ 168 h 57"/>
                  <a:gd name="T8" fmla="*/ 75 w 21"/>
                  <a:gd name="T9" fmla="*/ 203 h 57"/>
                  <a:gd name="T10" fmla="*/ 35 w 21"/>
                  <a:gd name="T11" fmla="*/ 160 h 57"/>
                  <a:gd name="T12" fmla="*/ 21 w 21"/>
                  <a:gd name="T13" fmla="*/ 121 h 57"/>
                  <a:gd name="T14" fmla="*/ 32 w 21"/>
                  <a:gd name="T15" fmla="*/ 85 h 57"/>
                  <a:gd name="T16" fmla="*/ 62 w 21"/>
                  <a:gd name="T17" fmla="*/ 110 h 57"/>
                  <a:gd name="T18" fmla="*/ 41 w 21"/>
                  <a:gd name="T19" fmla="*/ 85 h 57"/>
                  <a:gd name="T20" fmla="*/ 21 w 21"/>
                  <a:gd name="T21" fmla="*/ 67 h 57"/>
                  <a:gd name="T22" fmla="*/ 12 w 21"/>
                  <a:gd name="T23" fmla="*/ 5 h 5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1" h="57">
                    <a:moveTo>
                      <a:pt x="5" y="0"/>
                    </a:moveTo>
                    <a:cubicBezTo>
                      <a:pt x="0" y="4"/>
                      <a:pt x="0" y="13"/>
                      <a:pt x="0" y="18"/>
                    </a:cubicBezTo>
                    <a:cubicBezTo>
                      <a:pt x="0" y="23"/>
                      <a:pt x="1" y="28"/>
                      <a:pt x="1" y="33"/>
                    </a:cubicBezTo>
                    <a:cubicBezTo>
                      <a:pt x="2" y="39"/>
                      <a:pt x="3" y="43"/>
                      <a:pt x="7" y="47"/>
                    </a:cubicBezTo>
                    <a:cubicBezTo>
                      <a:pt x="11" y="51"/>
                      <a:pt x="17" y="54"/>
                      <a:pt x="21" y="57"/>
                    </a:cubicBezTo>
                    <a:cubicBezTo>
                      <a:pt x="17" y="55"/>
                      <a:pt x="13" y="49"/>
                      <a:pt x="10" y="45"/>
                    </a:cubicBezTo>
                    <a:cubicBezTo>
                      <a:pt x="6" y="42"/>
                      <a:pt x="6" y="39"/>
                      <a:pt x="6" y="34"/>
                    </a:cubicBezTo>
                    <a:cubicBezTo>
                      <a:pt x="7" y="32"/>
                      <a:pt x="7" y="26"/>
                      <a:pt x="9" y="24"/>
                    </a:cubicBezTo>
                    <a:cubicBezTo>
                      <a:pt x="11" y="23"/>
                      <a:pt x="16" y="30"/>
                      <a:pt x="18" y="31"/>
                    </a:cubicBezTo>
                    <a:cubicBezTo>
                      <a:pt x="16" y="28"/>
                      <a:pt x="14" y="26"/>
                      <a:pt x="12" y="24"/>
                    </a:cubicBezTo>
                    <a:cubicBezTo>
                      <a:pt x="10" y="22"/>
                      <a:pt x="8" y="21"/>
                      <a:pt x="6" y="19"/>
                    </a:cubicBezTo>
                    <a:cubicBezTo>
                      <a:pt x="3" y="16"/>
                      <a:pt x="1" y="5"/>
                      <a:pt x="3" y="1"/>
                    </a:cubicBezTo>
                  </a:path>
                </a:pathLst>
              </a:custGeom>
              <a:solidFill>
                <a:srgbClr val="6B2D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323" name="Freeform 878">
                <a:extLst>
                  <a:ext uri="{FF2B5EF4-FFF2-40B4-BE49-F238E27FC236}">
                    <a16:creationId xmlns:a16="http://schemas.microsoft.com/office/drawing/2014/main" id="{0ECDF18D-E6DD-4C68-BD9A-20F6AB1FB2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7" y="934"/>
                <a:ext cx="55" cy="24"/>
              </a:xfrm>
              <a:custGeom>
                <a:avLst/>
                <a:gdLst>
                  <a:gd name="T0" fmla="*/ 0 w 36"/>
                  <a:gd name="T1" fmla="*/ 48 h 16"/>
                  <a:gd name="T2" fmla="*/ 72 w 36"/>
                  <a:gd name="T3" fmla="*/ 27 h 16"/>
                  <a:gd name="T4" fmla="*/ 101 w 36"/>
                  <a:gd name="T5" fmla="*/ 8 h 16"/>
                  <a:gd name="T6" fmla="*/ 128 w 36"/>
                  <a:gd name="T7" fmla="*/ 0 h 16"/>
                  <a:gd name="T8" fmla="*/ 89 w 36"/>
                  <a:gd name="T9" fmla="*/ 18 h 16"/>
                  <a:gd name="T10" fmla="*/ 67 w 36"/>
                  <a:gd name="T11" fmla="*/ 39 h 16"/>
                  <a:gd name="T12" fmla="*/ 35 w 36"/>
                  <a:gd name="T13" fmla="*/ 48 h 16"/>
                  <a:gd name="T14" fmla="*/ 12 w 36"/>
                  <a:gd name="T15" fmla="*/ 53 h 1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6" h="16">
                    <a:moveTo>
                      <a:pt x="0" y="14"/>
                    </a:moveTo>
                    <a:cubicBezTo>
                      <a:pt x="7" y="16"/>
                      <a:pt x="15" y="13"/>
                      <a:pt x="20" y="8"/>
                    </a:cubicBezTo>
                    <a:cubicBezTo>
                      <a:pt x="22" y="5"/>
                      <a:pt x="24" y="4"/>
                      <a:pt x="28" y="2"/>
                    </a:cubicBezTo>
                    <a:cubicBezTo>
                      <a:pt x="31" y="2"/>
                      <a:pt x="34" y="2"/>
                      <a:pt x="36" y="0"/>
                    </a:cubicBezTo>
                    <a:cubicBezTo>
                      <a:pt x="33" y="3"/>
                      <a:pt x="29" y="3"/>
                      <a:pt x="25" y="5"/>
                    </a:cubicBezTo>
                    <a:cubicBezTo>
                      <a:pt x="22" y="7"/>
                      <a:pt x="21" y="9"/>
                      <a:pt x="19" y="11"/>
                    </a:cubicBezTo>
                    <a:cubicBezTo>
                      <a:pt x="16" y="13"/>
                      <a:pt x="13" y="14"/>
                      <a:pt x="10" y="14"/>
                    </a:cubicBezTo>
                    <a:cubicBezTo>
                      <a:pt x="8" y="14"/>
                      <a:pt x="5" y="14"/>
                      <a:pt x="3" y="15"/>
                    </a:cubicBezTo>
                  </a:path>
                </a:pathLst>
              </a:custGeom>
              <a:solidFill>
                <a:srgbClr val="6B2D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324" name="Freeform 879">
                <a:extLst>
                  <a:ext uri="{FF2B5EF4-FFF2-40B4-BE49-F238E27FC236}">
                    <a16:creationId xmlns:a16="http://schemas.microsoft.com/office/drawing/2014/main" id="{5D895045-6B59-45A2-B85E-FD838EE38F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1" y="941"/>
                <a:ext cx="25" cy="6"/>
              </a:xfrm>
              <a:custGeom>
                <a:avLst/>
                <a:gdLst>
                  <a:gd name="T0" fmla="*/ 0 w 16"/>
                  <a:gd name="T1" fmla="*/ 14 h 4"/>
                  <a:gd name="T2" fmla="*/ 61 w 16"/>
                  <a:gd name="T3" fmla="*/ 0 h 4"/>
                  <a:gd name="T4" fmla="*/ 0 w 16"/>
                  <a:gd name="T5" fmla="*/ 14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4">
                    <a:moveTo>
                      <a:pt x="0" y="4"/>
                    </a:moveTo>
                    <a:cubicBezTo>
                      <a:pt x="3" y="0"/>
                      <a:pt x="11" y="1"/>
                      <a:pt x="16" y="0"/>
                    </a:cubicBezTo>
                    <a:cubicBezTo>
                      <a:pt x="11" y="4"/>
                      <a:pt x="5" y="2"/>
                      <a:pt x="0" y="4"/>
                    </a:cubicBezTo>
                  </a:path>
                </a:pathLst>
              </a:custGeom>
              <a:solidFill>
                <a:srgbClr val="6B2D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325" name="Freeform 880">
                <a:extLst>
                  <a:ext uri="{FF2B5EF4-FFF2-40B4-BE49-F238E27FC236}">
                    <a16:creationId xmlns:a16="http://schemas.microsoft.com/office/drawing/2014/main" id="{FC27AC12-0E94-4670-A9CE-7F62EE4362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7" y="850"/>
                <a:ext cx="45" cy="52"/>
              </a:xfrm>
              <a:custGeom>
                <a:avLst/>
                <a:gdLst>
                  <a:gd name="T0" fmla="*/ 0 w 30"/>
                  <a:gd name="T1" fmla="*/ 0 h 34"/>
                  <a:gd name="T2" fmla="*/ 39 w 30"/>
                  <a:gd name="T3" fmla="*/ 21 h 34"/>
                  <a:gd name="T4" fmla="*/ 66 w 30"/>
                  <a:gd name="T5" fmla="*/ 49 h 34"/>
                  <a:gd name="T6" fmla="*/ 102 w 30"/>
                  <a:gd name="T7" fmla="*/ 122 h 34"/>
                  <a:gd name="T8" fmla="*/ 75 w 30"/>
                  <a:gd name="T9" fmla="*/ 66 h 34"/>
                  <a:gd name="T10" fmla="*/ 59 w 30"/>
                  <a:gd name="T11" fmla="*/ 32 h 34"/>
                  <a:gd name="T12" fmla="*/ 12 w 30"/>
                  <a:gd name="T13" fmla="*/ 0 h 3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34">
                    <a:moveTo>
                      <a:pt x="0" y="0"/>
                    </a:moveTo>
                    <a:cubicBezTo>
                      <a:pt x="4" y="4"/>
                      <a:pt x="7" y="4"/>
                      <a:pt x="11" y="6"/>
                    </a:cubicBezTo>
                    <a:cubicBezTo>
                      <a:pt x="15" y="8"/>
                      <a:pt x="17" y="11"/>
                      <a:pt x="19" y="14"/>
                    </a:cubicBezTo>
                    <a:cubicBezTo>
                      <a:pt x="22" y="20"/>
                      <a:pt x="27" y="27"/>
                      <a:pt x="30" y="34"/>
                    </a:cubicBezTo>
                    <a:cubicBezTo>
                      <a:pt x="27" y="29"/>
                      <a:pt x="24" y="24"/>
                      <a:pt x="22" y="18"/>
                    </a:cubicBezTo>
                    <a:cubicBezTo>
                      <a:pt x="21" y="15"/>
                      <a:pt x="20" y="11"/>
                      <a:pt x="17" y="9"/>
                    </a:cubicBezTo>
                    <a:cubicBezTo>
                      <a:pt x="13" y="5"/>
                      <a:pt x="6" y="5"/>
                      <a:pt x="3" y="0"/>
                    </a:cubicBezTo>
                  </a:path>
                </a:pathLst>
              </a:custGeom>
              <a:solidFill>
                <a:srgbClr val="6B2D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326" name="Freeform 881">
                <a:extLst>
                  <a:ext uri="{FF2B5EF4-FFF2-40B4-BE49-F238E27FC236}">
                    <a16:creationId xmlns:a16="http://schemas.microsoft.com/office/drawing/2014/main" id="{15292EE1-C9C2-4F10-917A-CA339F7828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6" y="822"/>
                <a:ext cx="125" cy="12"/>
              </a:xfrm>
              <a:custGeom>
                <a:avLst/>
                <a:gdLst>
                  <a:gd name="T0" fmla="*/ 0 w 82"/>
                  <a:gd name="T1" fmla="*/ 21 h 8"/>
                  <a:gd name="T2" fmla="*/ 18 w 82"/>
                  <a:gd name="T3" fmla="*/ 21 h 8"/>
                  <a:gd name="T4" fmla="*/ 79 w 82"/>
                  <a:gd name="T5" fmla="*/ 8 h 8"/>
                  <a:gd name="T6" fmla="*/ 183 w 82"/>
                  <a:gd name="T7" fmla="*/ 14 h 8"/>
                  <a:gd name="T8" fmla="*/ 252 w 82"/>
                  <a:gd name="T9" fmla="*/ 18 h 8"/>
                  <a:gd name="T10" fmla="*/ 291 w 82"/>
                  <a:gd name="T11" fmla="*/ 14 h 8"/>
                  <a:gd name="T12" fmla="*/ 212 w 82"/>
                  <a:gd name="T13" fmla="*/ 14 h 8"/>
                  <a:gd name="T14" fmla="*/ 128 w 82"/>
                  <a:gd name="T15" fmla="*/ 0 h 8"/>
                  <a:gd name="T16" fmla="*/ 56 w 82"/>
                  <a:gd name="T17" fmla="*/ 12 h 8"/>
                  <a:gd name="T18" fmla="*/ 5 w 82"/>
                  <a:gd name="T19" fmla="*/ 26 h 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2" h="8">
                    <a:moveTo>
                      <a:pt x="0" y="6"/>
                    </a:moveTo>
                    <a:cubicBezTo>
                      <a:pt x="1" y="8"/>
                      <a:pt x="3" y="7"/>
                      <a:pt x="5" y="6"/>
                    </a:cubicBezTo>
                    <a:cubicBezTo>
                      <a:pt x="11" y="4"/>
                      <a:pt x="16" y="2"/>
                      <a:pt x="22" y="2"/>
                    </a:cubicBezTo>
                    <a:cubicBezTo>
                      <a:pt x="32" y="2"/>
                      <a:pt x="42" y="3"/>
                      <a:pt x="52" y="4"/>
                    </a:cubicBezTo>
                    <a:cubicBezTo>
                      <a:pt x="59" y="4"/>
                      <a:pt x="64" y="6"/>
                      <a:pt x="71" y="5"/>
                    </a:cubicBezTo>
                    <a:cubicBezTo>
                      <a:pt x="75" y="5"/>
                      <a:pt x="79" y="3"/>
                      <a:pt x="82" y="4"/>
                    </a:cubicBezTo>
                    <a:cubicBezTo>
                      <a:pt x="75" y="5"/>
                      <a:pt x="67" y="5"/>
                      <a:pt x="60" y="4"/>
                    </a:cubicBezTo>
                    <a:cubicBezTo>
                      <a:pt x="52" y="4"/>
                      <a:pt x="44" y="0"/>
                      <a:pt x="36" y="0"/>
                    </a:cubicBezTo>
                    <a:cubicBezTo>
                      <a:pt x="29" y="1"/>
                      <a:pt x="22" y="1"/>
                      <a:pt x="16" y="3"/>
                    </a:cubicBezTo>
                    <a:cubicBezTo>
                      <a:pt x="11" y="4"/>
                      <a:pt x="6" y="7"/>
                      <a:pt x="1" y="7"/>
                    </a:cubicBezTo>
                  </a:path>
                </a:pathLst>
              </a:custGeom>
              <a:solidFill>
                <a:srgbClr val="6B2D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327" name="Freeform 882">
                <a:extLst>
                  <a:ext uri="{FF2B5EF4-FFF2-40B4-BE49-F238E27FC236}">
                    <a16:creationId xmlns:a16="http://schemas.microsoft.com/office/drawing/2014/main" id="{A61C37D4-6A48-48A3-B47B-CFBA44F498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8" y="799"/>
                <a:ext cx="123" cy="11"/>
              </a:xfrm>
              <a:custGeom>
                <a:avLst/>
                <a:gdLst>
                  <a:gd name="T0" fmla="*/ 0 w 81"/>
                  <a:gd name="T1" fmla="*/ 20 h 7"/>
                  <a:gd name="T2" fmla="*/ 88 w 81"/>
                  <a:gd name="T3" fmla="*/ 14 h 7"/>
                  <a:gd name="T4" fmla="*/ 175 w 81"/>
                  <a:gd name="T5" fmla="*/ 20 h 7"/>
                  <a:gd name="T6" fmla="*/ 237 w 81"/>
                  <a:gd name="T7" fmla="*/ 14 h 7"/>
                  <a:gd name="T8" fmla="*/ 284 w 81"/>
                  <a:gd name="T9" fmla="*/ 20 h 7"/>
                  <a:gd name="T10" fmla="*/ 194 w 81"/>
                  <a:gd name="T11" fmla="*/ 14 h 7"/>
                  <a:gd name="T12" fmla="*/ 112 w 81"/>
                  <a:gd name="T13" fmla="*/ 14 h 7"/>
                  <a:gd name="T14" fmla="*/ 46 w 81"/>
                  <a:gd name="T15" fmla="*/ 13 h 7"/>
                  <a:gd name="T16" fmla="*/ 5 w 81"/>
                  <a:gd name="T17" fmla="*/ 22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1" h="7">
                    <a:moveTo>
                      <a:pt x="0" y="5"/>
                    </a:moveTo>
                    <a:cubicBezTo>
                      <a:pt x="7" y="0"/>
                      <a:pt x="18" y="3"/>
                      <a:pt x="25" y="4"/>
                    </a:cubicBezTo>
                    <a:cubicBezTo>
                      <a:pt x="34" y="4"/>
                      <a:pt x="42" y="4"/>
                      <a:pt x="50" y="5"/>
                    </a:cubicBezTo>
                    <a:cubicBezTo>
                      <a:pt x="56" y="6"/>
                      <a:pt x="62" y="4"/>
                      <a:pt x="68" y="4"/>
                    </a:cubicBezTo>
                    <a:cubicBezTo>
                      <a:pt x="72" y="5"/>
                      <a:pt x="77" y="5"/>
                      <a:pt x="81" y="5"/>
                    </a:cubicBezTo>
                    <a:cubicBezTo>
                      <a:pt x="72" y="4"/>
                      <a:pt x="64" y="3"/>
                      <a:pt x="55" y="4"/>
                    </a:cubicBezTo>
                    <a:cubicBezTo>
                      <a:pt x="47" y="4"/>
                      <a:pt x="39" y="5"/>
                      <a:pt x="32" y="4"/>
                    </a:cubicBezTo>
                    <a:cubicBezTo>
                      <a:pt x="25" y="3"/>
                      <a:pt x="19" y="2"/>
                      <a:pt x="13" y="3"/>
                    </a:cubicBezTo>
                    <a:cubicBezTo>
                      <a:pt x="9" y="3"/>
                      <a:pt x="5" y="7"/>
                      <a:pt x="1" y="6"/>
                    </a:cubicBezTo>
                  </a:path>
                </a:pathLst>
              </a:custGeom>
              <a:solidFill>
                <a:srgbClr val="6B2D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328" name="Freeform 883">
                <a:extLst>
                  <a:ext uri="{FF2B5EF4-FFF2-40B4-BE49-F238E27FC236}">
                    <a16:creationId xmlns:a16="http://schemas.microsoft.com/office/drawing/2014/main" id="{F3E8B600-CE3E-494F-87A3-0F398D7062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2" y="775"/>
                <a:ext cx="76" cy="18"/>
              </a:xfrm>
              <a:custGeom>
                <a:avLst/>
                <a:gdLst>
                  <a:gd name="T0" fmla="*/ 5 w 50"/>
                  <a:gd name="T1" fmla="*/ 39 h 12"/>
                  <a:gd name="T2" fmla="*/ 102 w 50"/>
                  <a:gd name="T3" fmla="*/ 14 h 12"/>
                  <a:gd name="T4" fmla="*/ 176 w 50"/>
                  <a:gd name="T5" fmla="*/ 21 h 12"/>
                  <a:gd name="T6" fmla="*/ 120 w 50"/>
                  <a:gd name="T7" fmla="*/ 0 h 12"/>
                  <a:gd name="T8" fmla="*/ 70 w 50"/>
                  <a:gd name="T9" fmla="*/ 8 h 12"/>
                  <a:gd name="T10" fmla="*/ 0 w 50"/>
                  <a:gd name="T11" fmla="*/ 41 h 1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0" h="12">
                    <a:moveTo>
                      <a:pt x="1" y="11"/>
                    </a:moveTo>
                    <a:cubicBezTo>
                      <a:pt x="10" y="7"/>
                      <a:pt x="19" y="4"/>
                      <a:pt x="29" y="4"/>
                    </a:cubicBezTo>
                    <a:cubicBezTo>
                      <a:pt x="36" y="4"/>
                      <a:pt x="43" y="6"/>
                      <a:pt x="50" y="6"/>
                    </a:cubicBezTo>
                    <a:cubicBezTo>
                      <a:pt x="44" y="3"/>
                      <a:pt x="40" y="0"/>
                      <a:pt x="34" y="0"/>
                    </a:cubicBezTo>
                    <a:cubicBezTo>
                      <a:pt x="29" y="0"/>
                      <a:pt x="25" y="1"/>
                      <a:pt x="20" y="2"/>
                    </a:cubicBezTo>
                    <a:cubicBezTo>
                      <a:pt x="13" y="4"/>
                      <a:pt x="5" y="6"/>
                      <a:pt x="0" y="12"/>
                    </a:cubicBezTo>
                  </a:path>
                </a:pathLst>
              </a:custGeom>
              <a:solidFill>
                <a:srgbClr val="6B2D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2329" name="Freeform 884">
                <a:extLst>
                  <a:ext uri="{FF2B5EF4-FFF2-40B4-BE49-F238E27FC236}">
                    <a16:creationId xmlns:a16="http://schemas.microsoft.com/office/drawing/2014/main" id="{7B875DB7-E822-465E-9D8D-5B0D17CCDB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2" y="1123"/>
                <a:ext cx="66" cy="129"/>
              </a:xfrm>
              <a:custGeom>
                <a:avLst/>
                <a:gdLst>
                  <a:gd name="T0" fmla="*/ 0 w 43"/>
                  <a:gd name="T1" fmla="*/ 0 h 85"/>
                  <a:gd name="T2" fmla="*/ 75 w 43"/>
                  <a:gd name="T3" fmla="*/ 134 h 85"/>
                  <a:gd name="T4" fmla="*/ 149 w 43"/>
                  <a:gd name="T5" fmla="*/ 297 h 8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" h="85">
                    <a:moveTo>
                      <a:pt x="0" y="0"/>
                    </a:moveTo>
                    <a:cubicBezTo>
                      <a:pt x="11" y="13"/>
                      <a:pt x="15" y="25"/>
                      <a:pt x="21" y="38"/>
                    </a:cubicBezTo>
                    <a:cubicBezTo>
                      <a:pt x="29" y="52"/>
                      <a:pt x="43" y="67"/>
                      <a:pt x="41" y="85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</p:grpSp>
        <p:sp>
          <p:nvSpPr>
            <p:cNvPr id="42116" name="Freeform 885">
              <a:extLst>
                <a:ext uri="{FF2B5EF4-FFF2-40B4-BE49-F238E27FC236}">
                  <a16:creationId xmlns:a16="http://schemas.microsoft.com/office/drawing/2014/main" id="{82FE38AF-0ED6-4119-83A4-4345760365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1" y="1175"/>
              <a:ext cx="94" cy="28"/>
            </a:xfrm>
            <a:custGeom>
              <a:avLst/>
              <a:gdLst>
                <a:gd name="T0" fmla="*/ 0 w 61"/>
                <a:gd name="T1" fmla="*/ 0 h 19"/>
                <a:gd name="T2" fmla="*/ 117 w 61"/>
                <a:gd name="T3" fmla="*/ 60 h 19"/>
                <a:gd name="T4" fmla="*/ 180 w 61"/>
                <a:gd name="T5" fmla="*/ 47 h 19"/>
                <a:gd name="T6" fmla="*/ 223 w 61"/>
                <a:gd name="T7" fmla="*/ 27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1" h="19">
                  <a:moveTo>
                    <a:pt x="0" y="0"/>
                  </a:moveTo>
                  <a:cubicBezTo>
                    <a:pt x="8" y="11"/>
                    <a:pt x="18" y="19"/>
                    <a:pt x="32" y="19"/>
                  </a:cubicBezTo>
                  <a:cubicBezTo>
                    <a:pt x="39" y="19"/>
                    <a:pt x="43" y="18"/>
                    <a:pt x="49" y="15"/>
                  </a:cubicBezTo>
                  <a:cubicBezTo>
                    <a:pt x="52" y="13"/>
                    <a:pt x="59" y="12"/>
                    <a:pt x="61" y="8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2117" name="Freeform 886">
              <a:extLst>
                <a:ext uri="{FF2B5EF4-FFF2-40B4-BE49-F238E27FC236}">
                  <a16:creationId xmlns:a16="http://schemas.microsoft.com/office/drawing/2014/main" id="{C4E722EC-8B57-41E5-B6D7-19102B6F58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9" y="1132"/>
              <a:ext cx="135" cy="67"/>
            </a:xfrm>
            <a:custGeom>
              <a:avLst/>
              <a:gdLst>
                <a:gd name="T0" fmla="*/ 0 w 88"/>
                <a:gd name="T1" fmla="*/ 21 h 44"/>
                <a:gd name="T2" fmla="*/ 144 w 88"/>
                <a:gd name="T3" fmla="*/ 94 h 44"/>
                <a:gd name="T4" fmla="*/ 318 w 88"/>
                <a:gd name="T5" fmla="*/ 0 h 44"/>
                <a:gd name="T6" fmla="*/ 181 w 88"/>
                <a:gd name="T7" fmla="*/ 110 h 44"/>
                <a:gd name="T8" fmla="*/ 114 w 88"/>
                <a:gd name="T9" fmla="*/ 155 h 44"/>
                <a:gd name="T10" fmla="*/ 28 w 88"/>
                <a:gd name="T11" fmla="*/ 88 h 44"/>
                <a:gd name="T12" fmla="*/ 0 w 88"/>
                <a:gd name="T13" fmla="*/ 21 h 4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8" h="44">
                  <a:moveTo>
                    <a:pt x="0" y="6"/>
                  </a:moveTo>
                  <a:cubicBezTo>
                    <a:pt x="0" y="6"/>
                    <a:pt x="20" y="27"/>
                    <a:pt x="40" y="27"/>
                  </a:cubicBezTo>
                  <a:cubicBezTo>
                    <a:pt x="59" y="27"/>
                    <a:pt x="79" y="8"/>
                    <a:pt x="88" y="0"/>
                  </a:cubicBezTo>
                  <a:cubicBezTo>
                    <a:pt x="88" y="0"/>
                    <a:pt x="73" y="24"/>
                    <a:pt x="50" y="31"/>
                  </a:cubicBezTo>
                  <a:cubicBezTo>
                    <a:pt x="27" y="38"/>
                    <a:pt x="27" y="40"/>
                    <a:pt x="31" y="44"/>
                  </a:cubicBezTo>
                  <a:cubicBezTo>
                    <a:pt x="31" y="44"/>
                    <a:pt x="12" y="34"/>
                    <a:pt x="8" y="25"/>
                  </a:cubicBezTo>
                  <a:cubicBezTo>
                    <a:pt x="4" y="16"/>
                    <a:pt x="0" y="6"/>
                    <a:pt x="0" y="6"/>
                  </a:cubicBezTo>
                  <a:close/>
                </a:path>
              </a:pathLst>
            </a:custGeom>
            <a:solidFill>
              <a:srgbClr val="6B2D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2118" name="Freeform 887">
              <a:extLst>
                <a:ext uri="{FF2B5EF4-FFF2-40B4-BE49-F238E27FC236}">
                  <a16:creationId xmlns:a16="http://schemas.microsoft.com/office/drawing/2014/main" id="{B879DC35-D997-4499-A71F-856E8B8F0D6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4" y="1118"/>
              <a:ext cx="35" cy="118"/>
            </a:xfrm>
            <a:custGeom>
              <a:avLst/>
              <a:gdLst>
                <a:gd name="T0" fmla="*/ 81 w 23"/>
                <a:gd name="T1" fmla="*/ 5 h 77"/>
                <a:gd name="T2" fmla="*/ 26 w 23"/>
                <a:gd name="T3" fmla="*/ 164 h 77"/>
                <a:gd name="T4" fmla="*/ 0 w 23"/>
                <a:gd name="T5" fmla="*/ 277 h 77"/>
                <a:gd name="T6" fmla="*/ 35 w 23"/>
                <a:gd name="T7" fmla="*/ 195 h 77"/>
                <a:gd name="T8" fmla="*/ 49 w 23"/>
                <a:gd name="T9" fmla="*/ 115 h 77"/>
                <a:gd name="T10" fmla="*/ 81 w 23"/>
                <a:gd name="T11" fmla="*/ 0 h 7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" h="77">
                  <a:moveTo>
                    <a:pt x="23" y="1"/>
                  </a:moveTo>
                  <a:cubicBezTo>
                    <a:pt x="16" y="16"/>
                    <a:pt x="9" y="29"/>
                    <a:pt x="7" y="46"/>
                  </a:cubicBezTo>
                  <a:cubicBezTo>
                    <a:pt x="6" y="56"/>
                    <a:pt x="4" y="67"/>
                    <a:pt x="0" y="77"/>
                  </a:cubicBezTo>
                  <a:cubicBezTo>
                    <a:pt x="4" y="69"/>
                    <a:pt x="8" y="62"/>
                    <a:pt x="10" y="54"/>
                  </a:cubicBezTo>
                  <a:cubicBezTo>
                    <a:pt x="12" y="47"/>
                    <a:pt x="13" y="40"/>
                    <a:pt x="14" y="32"/>
                  </a:cubicBezTo>
                  <a:cubicBezTo>
                    <a:pt x="16" y="21"/>
                    <a:pt x="18" y="10"/>
                    <a:pt x="23" y="0"/>
                  </a:cubicBezTo>
                </a:path>
              </a:pathLst>
            </a:custGeom>
            <a:solidFill>
              <a:srgbClr val="6B2D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2119" name="Freeform 888">
              <a:extLst>
                <a:ext uri="{FF2B5EF4-FFF2-40B4-BE49-F238E27FC236}">
                  <a16:creationId xmlns:a16="http://schemas.microsoft.com/office/drawing/2014/main" id="{E5ACDCA1-D1B8-461E-B94D-629C92A2B9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7" y="1104"/>
              <a:ext cx="36" cy="87"/>
            </a:xfrm>
            <a:custGeom>
              <a:avLst/>
              <a:gdLst>
                <a:gd name="T0" fmla="*/ 74 w 23"/>
                <a:gd name="T1" fmla="*/ 0 h 57"/>
                <a:gd name="T2" fmla="*/ 31 w 23"/>
                <a:gd name="T3" fmla="*/ 89 h 57"/>
                <a:gd name="T4" fmla="*/ 8 w 23"/>
                <a:gd name="T5" fmla="*/ 147 h 57"/>
                <a:gd name="T6" fmla="*/ 0 w 23"/>
                <a:gd name="T7" fmla="*/ 203 h 57"/>
                <a:gd name="T8" fmla="*/ 14 w 23"/>
                <a:gd name="T9" fmla="*/ 168 h 57"/>
                <a:gd name="T10" fmla="*/ 34 w 23"/>
                <a:gd name="T11" fmla="*/ 124 h 57"/>
                <a:gd name="T12" fmla="*/ 56 w 23"/>
                <a:gd name="T13" fmla="*/ 101 h 57"/>
                <a:gd name="T14" fmla="*/ 77 w 23"/>
                <a:gd name="T15" fmla="*/ 89 h 57"/>
                <a:gd name="T16" fmla="*/ 77 w 23"/>
                <a:gd name="T17" fmla="*/ 41 h 57"/>
                <a:gd name="T18" fmla="*/ 77 w 23"/>
                <a:gd name="T19" fmla="*/ 0 h 5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3" h="57">
                  <a:moveTo>
                    <a:pt x="19" y="0"/>
                  </a:moveTo>
                  <a:cubicBezTo>
                    <a:pt x="14" y="7"/>
                    <a:pt x="11" y="17"/>
                    <a:pt x="8" y="25"/>
                  </a:cubicBezTo>
                  <a:cubicBezTo>
                    <a:pt x="6" y="30"/>
                    <a:pt x="3" y="36"/>
                    <a:pt x="2" y="41"/>
                  </a:cubicBezTo>
                  <a:cubicBezTo>
                    <a:pt x="1" y="46"/>
                    <a:pt x="1" y="52"/>
                    <a:pt x="0" y="57"/>
                  </a:cubicBezTo>
                  <a:cubicBezTo>
                    <a:pt x="0" y="54"/>
                    <a:pt x="3" y="50"/>
                    <a:pt x="4" y="47"/>
                  </a:cubicBezTo>
                  <a:cubicBezTo>
                    <a:pt x="7" y="43"/>
                    <a:pt x="7" y="39"/>
                    <a:pt x="9" y="35"/>
                  </a:cubicBezTo>
                  <a:cubicBezTo>
                    <a:pt x="11" y="32"/>
                    <a:pt x="13" y="30"/>
                    <a:pt x="15" y="28"/>
                  </a:cubicBezTo>
                  <a:cubicBezTo>
                    <a:pt x="17" y="27"/>
                    <a:pt x="19" y="26"/>
                    <a:pt x="20" y="25"/>
                  </a:cubicBezTo>
                  <a:cubicBezTo>
                    <a:pt x="23" y="21"/>
                    <a:pt x="21" y="16"/>
                    <a:pt x="20" y="12"/>
                  </a:cubicBezTo>
                  <a:cubicBezTo>
                    <a:pt x="20" y="8"/>
                    <a:pt x="20" y="4"/>
                    <a:pt x="20" y="0"/>
                  </a:cubicBezTo>
                </a:path>
              </a:pathLst>
            </a:custGeom>
            <a:solidFill>
              <a:srgbClr val="6B2D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2120" name="Freeform 889">
              <a:extLst>
                <a:ext uri="{FF2B5EF4-FFF2-40B4-BE49-F238E27FC236}">
                  <a16:creationId xmlns:a16="http://schemas.microsoft.com/office/drawing/2014/main" id="{54019CA8-EE6B-4532-B222-535DC29494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9" y="1101"/>
              <a:ext cx="45" cy="95"/>
            </a:xfrm>
            <a:custGeom>
              <a:avLst/>
              <a:gdLst>
                <a:gd name="T0" fmla="*/ 53 w 29"/>
                <a:gd name="T1" fmla="*/ 0 h 62"/>
                <a:gd name="T2" fmla="*/ 53 w 29"/>
                <a:gd name="T3" fmla="*/ 67 h 62"/>
                <a:gd name="T4" fmla="*/ 45 w 29"/>
                <a:gd name="T5" fmla="*/ 127 h 62"/>
                <a:gd name="T6" fmla="*/ 29 w 29"/>
                <a:gd name="T7" fmla="*/ 181 h 62"/>
                <a:gd name="T8" fmla="*/ 0 w 29"/>
                <a:gd name="T9" fmla="*/ 224 h 62"/>
                <a:gd name="T10" fmla="*/ 48 w 29"/>
                <a:gd name="T11" fmla="*/ 162 h 62"/>
                <a:gd name="T12" fmla="*/ 62 w 29"/>
                <a:gd name="T13" fmla="*/ 97 h 62"/>
                <a:gd name="T14" fmla="*/ 79 w 29"/>
                <a:gd name="T15" fmla="*/ 54 h 62"/>
                <a:gd name="T16" fmla="*/ 109 w 29"/>
                <a:gd name="T17" fmla="*/ 75 h 62"/>
                <a:gd name="T18" fmla="*/ 79 w 29"/>
                <a:gd name="T19" fmla="*/ 32 h 62"/>
                <a:gd name="T20" fmla="*/ 53 w 29"/>
                <a:gd name="T21" fmla="*/ 5 h 6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9" h="62">
                  <a:moveTo>
                    <a:pt x="14" y="0"/>
                  </a:moveTo>
                  <a:cubicBezTo>
                    <a:pt x="16" y="5"/>
                    <a:pt x="14" y="13"/>
                    <a:pt x="14" y="19"/>
                  </a:cubicBezTo>
                  <a:cubicBezTo>
                    <a:pt x="13" y="24"/>
                    <a:pt x="13" y="30"/>
                    <a:pt x="12" y="35"/>
                  </a:cubicBezTo>
                  <a:cubicBezTo>
                    <a:pt x="12" y="41"/>
                    <a:pt x="10" y="45"/>
                    <a:pt x="8" y="50"/>
                  </a:cubicBezTo>
                  <a:cubicBezTo>
                    <a:pt x="6" y="54"/>
                    <a:pt x="3" y="60"/>
                    <a:pt x="0" y="62"/>
                  </a:cubicBezTo>
                  <a:cubicBezTo>
                    <a:pt x="4" y="56"/>
                    <a:pt x="10" y="52"/>
                    <a:pt x="13" y="45"/>
                  </a:cubicBezTo>
                  <a:cubicBezTo>
                    <a:pt x="16" y="39"/>
                    <a:pt x="16" y="33"/>
                    <a:pt x="17" y="27"/>
                  </a:cubicBezTo>
                  <a:cubicBezTo>
                    <a:pt x="18" y="24"/>
                    <a:pt x="19" y="16"/>
                    <a:pt x="21" y="15"/>
                  </a:cubicBezTo>
                  <a:cubicBezTo>
                    <a:pt x="24" y="15"/>
                    <a:pt x="28" y="20"/>
                    <a:pt x="29" y="21"/>
                  </a:cubicBezTo>
                  <a:cubicBezTo>
                    <a:pt x="26" y="18"/>
                    <a:pt x="24" y="12"/>
                    <a:pt x="21" y="9"/>
                  </a:cubicBezTo>
                  <a:cubicBezTo>
                    <a:pt x="19" y="6"/>
                    <a:pt x="16" y="4"/>
                    <a:pt x="14" y="1"/>
                  </a:cubicBezTo>
                </a:path>
              </a:pathLst>
            </a:custGeom>
            <a:solidFill>
              <a:srgbClr val="7E3A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2121" name="Freeform 890">
              <a:extLst>
                <a:ext uri="{FF2B5EF4-FFF2-40B4-BE49-F238E27FC236}">
                  <a16:creationId xmlns:a16="http://schemas.microsoft.com/office/drawing/2014/main" id="{2E71291A-D853-4128-B182-88A810F43B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0" y="946"/>
              <a:ext cx="15" cy="41"/>
            </a:xfrm>
            <a:custGeom>
              <a:avLst/>
              <a:gdLst>
                <a:gd name="T0" fmla="*/ 8 w 10"/>
                <a:gd name="T1" fmla="*/ 0 h 27"/>
                <a:gd name="T2" fmla="*/ 21 w 10"/>
                <a:gd name="T3" fmla="*/ 49 h 27"/>
                <a:gd name="T4" fmla="*/ 27 w 10"/>
                <a:gd name="T5" fmla="*/ 94 h 27"/>
                <a:gd name="T6" fmla="*/ 32 w 10"/>
                <a:gd name="T7" fmla="*/ 67 h 27"/>
                <a:gd name="T8" fmla="*/ 35 w 10"/>
                <a:gd name="T9" fmla="*/ 41 h 27"/>
                <a:gd name="T10" fmla="*/ 5 w 10"/>
                <a:gd name="T11" fmla="*/ 0 h 2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" h="27">
                  <a:moveTo>
                    <a:pt x="2" y="0"/>
                  </a:moveTo>
                  <a:cubicBezTo>
                    <a:pt x="0" y="5"/>
                    <a:pt x="4" y="10"/>
                    <a:pt x="6" y="14"/>
                  </a:cubicBezTo>
                  <a:cubicBezTo>
                    <a:pt x="8" y="17"/>
                    <a:pt x="8" y="22"/>
                    <a:pt x="8" y="27"/>
                  </a:cubicBezTo>
                  <a:cubicBezTo>
                    <a:pt x="9" y="24"/>
                    <a:pt x="8" y="21"/>
                    <a:pt x="9" y="19"/>
                  </a:cubicBezTo>
                  <a:cubicBezTo>
                    <a:pt x="9" y="16"/>
                    <a:pt x="10" y="15"/>
                    <a:pt x="10" y="12"/>
                  </a:cubicBezTo>
                  <a:cubicBezTo>
                    <a:pt x="5" y="13"/>
                    <a:pt x="3" y="3"/>
                    <a:pt x="1" y="0"/>
                  </a:cubicBezTo>
                </a:path>
              </a:pathLst>
            </a:custGeom>
            <a:solidFill>
              <a:srgbClr val="7E3A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2122" name="Freeform 891">
              <a:extLst>
                <a:ext uri="{FF2B5EF4-FFF2-40B4-BE49-F238E27FC236}">
                  <a16:creationId xmlns:a16="http://schemas.microsoft.com/office/drawing/2014/main" id="{521D074D-E52D-46F0-98B5-A9B8193A8D9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6" y="1001"/>
              <a:ext cx="45" cy="111"/>
            </a:xfrm>
            <a:custGeom>
              <a:avLst/>
              <a:gdLst>
                <a:gd name="T0" fmla="*/ 5 w 29"/>
                <a:gd name="T1" fmla="*/ 8 h 73"/>
                <a:gd name="T2" fmla="*/ 12 w 29"/>
                <a:gd name="T3" fmla="*/ 46 h 73"/>
                <a:gd name="T4" fmla="*/ 14 w 29"/>
                <a:gd name="T5" fmla="*/ 81 h 73"/>
                <a:gd name="T6" fmla="*/ 26 w 29"/>
                <a:gd name="T7" fmla="*/ 143 h 73"/>
                <a:gd name="T8" fmla="*/ 109 w 29"/>
                <a:gd name="T9" fmla="*/ 257 h 73"/>
                <a:gd name="T10" fmla="*/ 53 w 29"/>
                <a:gd name="T11" fmla="*/ 181 h 73"/>
                <a:gd name="T12" fmla="*/ 39 w 29"/>
                <a:gd name="T13" fmla="*/ 106 h 73"/>
                <a:gd name="T14" fmla="*/ 5 w 29"/>
                <a:gd name="T15" fmla="*/ 0 h 7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9" h="73">
                  <a:moveTo>
                    <a:pt x="1" y="2"/>
                  </a:moveTo>
                  <a:cubicBezTo>
                    <a:pt x="0" y="5"/>
                    <a:pt x="2" y="10"/>
                    <a:pt x="3" y="13"/>
                  </a:cubicBezTo>
                  <a:cubicBezTo>
                    <a:pt x="3" y="17"/>
                    <a:pt x="3" y="20"/>
                    <a:pt x="4" y="23"/>
                  </a:cubicBezTo>
                  <a:cubicBezTo>
                    <a:pt x="4" y="30"/>
                    <a:pt x="4" y="35"/>
                    <a:pt x="7" y="41"/>
                  </a:cubicBezTo>
                  <a:cubicBezTo>
                    <a:pt x="11" y="54"/>
                    <a:pt x="22" y="62"/>
                    <a:pt x="29" y="73"/>
                  </a:cubicBezTo>
                  <a:cubicBezTo>
                    <a:pt x="24" y="66"/>
                    <a:pt x="18" y="59"/>
                    <a:pt x="14" y="51"/>
                  </a:cubicBezTo>
                  <a:cubicBezTo>
                    <a:pt x="11" y="44"/>
                    <a:pt x="10" y="37"/>
                    <a:pt x="10" y="30"/>
                  </a:cubicBezTo>
                  <a:cubicBezTo>
                    <a:pt x="9" y="19"/>
                    <a:pt x="4" y="10"/>
                    <a:pt x="1" y="0"/>
                  </a:cubicBezTo>
                </a:path>
              </a:pathLst>
            </a:custGeom>
            <a:solidFill>
              <a:srgbClr val="7E3A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2123" name="Freeform 892">
              <a:extLst>
                <a:ext uri="{FF2B5EF4-FFF2-40B4-BE49-F238E27FC236}">
                  <a16:creationId xmlns:a16="http://schemas.microsoft.com/office/drawing/2014/main" id="{7667F8B9-3FF3-414D-932B-E9C0675CD1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6" y="990"/>
              <a:ext cx="28" cy="64"/>
            </a:xfrm>
            <a:custGeom>
              <a:avLst/>
              <a:gdLst>
                <a:gd name="T0" fmla="*/ 68 w 18"/>
                <a:gd name="T1" fmla="*/ 0 h 42"/>
                <a:gd name="T2" fmla="*/ 34 w 18"/>
                <a:gd name="T3" fmla="*/ 21 h 42"/>
                <a:gd name="T4" fmla="*/ 14 w 18"/>
                <a:gd name="T5" fmla="*/ 61 h 42"/>
                <a:gd name="T6" fmla="*/ 19 w 18"/>
                <a:gd name="T7" fmla="*/ 149 h 42"/>
                <a:gd name="T8" fmla="*/ 14 w 18"/>
                <a:gd name="T9" fmla="*/ 40 h 42"/>
                <a:gd name="T10" fmla="*/ 39 w 18"/>
                <a:gd name="T11" fmla="*/ 14 h 42"/>
                <a:gd name="T12" fmla="*/ 62 w 18"/>
                <a:gd name="T13" fmla="*/ 0 h 4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" h="42">
                  <a:moveTo>
                    <a:pt x="18" y="0"/>
                  </a:moveTo>
                  <a:cubicBezTo>
                    <a:pt x="16" y="3"/>
                    <a:pt x="12" y="3"/>
                    <a:pt x="9" y="6"/>
                  </a:cubicBezTo>
                  <a:cubicBezTo>
                    <a:pt x="7" y="10"/>
                    <a:pt x="5" y="13"/>
                    <a:pt x="4" y="17"/>
                  </a:cubicBezTo>
                  <a:cubicBezTo>
                    <a:pt x="2" y="25"/>
                    <a:pt x="5" y="33"/>
                    <a:pt x="5" y="42"/>
                  </a:cubicBezTo>
                  <a:cubicBezTo>
                    <a:pt x="1" y="33"/>
                    <a:pt x="0" y="20"/>
                    <a:pt x="4" y="11"/>
                  </a:cubicBezTo>
                  <a:cubicBezTo>
                    <a:pt x="6" y="8"/>
                    <a:pt x="8" y="6"/>
                    <a:pt x="10" y="4"/>
                  </a:cubicBezTo>
                  <a:cubicBezTo>
                    <a:pt x="12" y="3"/>
                    <a:pt x="15" y="2"/>
                    <a:pt x="17" y="0"/>
                  </a:cubicBezTo>
                </a:path>
              </a:pathLst>
            </a:custGeom>
            <a:solidFill>
              <a:srgbClr val="7E3A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2124" name="Freeform 893">
              <a:extLst>
                <a:ext uri="{FF2B5EF4-FFF2-40B4-BE49-F238E27FC236}">
                  <a16:creationId xmlns:a16="http://schemas.microsoft.com/office/drawing/2014/main" id="{C48522B0-6328-414D-9084-3D2E57C4B15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0" y="1197"/>
              <a:ext cx="26" cy="72"/>
            </a:xfrm>
            <a:custGeom>
              <a:avLst/>
              <a:gdLst>
                <a:gd name="T0" fmla="*/ 0 w 17"/>
                <a:gd name="T1" fmla="*/ 0 h 47"/>
                <a:gd name="T2" fmla="*/ 28 w 17"/>
                <a:gd name="T3" fmla="*/ 47 h 47"/>
                <a:gd name="T4" fmla="*/ 43 w 17"/>
                <a:gd name="T5" fmla="*/ 89 h 47"/>
                <a:gd name="T6" fmla="*/ 47 w 17"/>
                <a:gd name="T7" fmla="*/ 133 h 47"/>
                <a:gd name="T8" fmla="*/ 61 w 17"/>
                <a:gd name="T9" fmla="*/ 169 h 47"/>
                <a:gd name="T10" fmla="*/ 54 w 17"/>
                <a:gd name="T11" fmla="*/ 115 h 47"/>
                <a:gd name="T12" fmla="*/ 43 w 17"/>
                <a:gd name="T13" fmla="*/ 61 h 47"/>
                <a:gd name="T14" fmla="*/ 21 w 17"/>
                <a:gd name="T15" fmla="*/ 28 h 47"/>
                <a:gd name="T16" fmla="*/ 0 w 17"/>
                <a:gd name="T17" fmla="*/ 5 h 4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7" h="47">
                  <a:moveTo>
                    <a:pt x="0" y="0"/>
                  </a:moveTo>
                  <a:cubicBezTo>
                    <a:pt x="0" y="4"/>
                    <a:pt x="6" y="9"/>
                    <a:pt x="8" y="13"/>
                  </a:cubicBezTo>
                  <a:cubicBezTo>
                    <a:pt x="10" y="17"/>
                    <a:pt x="11" y="21"/>
                    <a:pt x="12" y="25"/>
                  </a:cubicBezTo>
                  <a:cubicBezTo>
                    <a:pt x="13" y="29"/>
                    <a:pt x="13" y="33"/>
                    <a:pt x="13" y="37"/>
                  </a:cubicBezTo>
                  <a:cubicBezTo>
                    <a:pt x="14" y="41"/>
                    <a:pt x="15" y="44"/>
                    <a:pt x="17" y="47"/>
                  </a:cubicBezTo>
                  <a:cubicBezTo>
                    <a:pt x="14" y="43"/>
                    <a:pt x="15" y="37"/>
                    <a:pt x="15" y="32"/>
                  </a:cubicBezTo>
                  <a:cubicBezTo>
                    <a:pt x="15" y="27"/>
                    <a:pt x="14" y="22"/>
                    <a:pt x="12" y="17"/>
                  </a:cubicBezTo>
                  <a:cubicBezTo>
                    <a:pt x="10" y="13"/>
                    <a:pt x="9" y="11"/>
                    <a:pt x="6" y="8"/>
                  </a:cubicBezTo>
                  <a:cubicBezTo>
                    <a:pt x="4" y="6"/>
                    <a:pt x="0" y="2"/>
                    <a:pt x="0" y="1"/>
                  </a:cubicBezTo>
                </a:path>
              </a:pathLst>
            </a:custGeom>
            <a:solidFill>
              <a:srgbClr val="7E3A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2125" name="Freeform 894">
              <a:extLst>
                <a:ext uri="{FF2B5EF4-FFF2-40B4-BE49-F238E27FC236}">
                  <a16:creationId xmlns:a16="http://schemas.microsoft.com/office/drawing/2014/main" id="{2B740806-DE35-41C0-B972-95186D5C86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4" y="1127"/>
              <a:ext cx="47" cy="107"/>
            </a:xfrm>
            <a:custGeom>
              <a:avLst/>
              <a:gdLst>
                <a:gd name="T0" fmla="*/ 108 w 31"/>
                <a:gd name="T1" fmla="*/ 0 h 70"/>
                <a:gd name="T2" fmla="*/ 97 w 31"/>
                <a:gd name="T3" fmla="*/ 28 h 70"/>
                <a:gd name="T4" fmla="*/ 83 w 31"/>
                <a:gd name="T5" fmla="*/ 61 h 70"/>
                <a:gd name="T6" fmla="*/ 67 w 31"/>
                <a:gd name="T7" fmla="*/ 116 h 70"/>
                <a:gd name="T8" fmla="*/ 53 w 31"/>
                <a:gd name="T9" fmla="*/ 194 h 70"/>
                <a:gd name="T10" fmla="*/ 21 w 31"/>
                <a:gd name="T11" fmla="*/ 251 h 70"/>
                <a:gd name="T12" fmla="*/ 41 w 31"/>
                <a:gd name="T13" fmla="*/ 182 h 70"/>
                <a:gd name="T14" fmla="*/ 0 w 31"/>
                <a:gd name="T15" fmla="*/ 164 h 70"/>
                <a:gd name="T16" fmla="*/ 26 w 31"/>
                <a:gd name="T17" fmla="*/ 150 h 70"/>
                <a:gd name="T18" fmla="*/ 45 w 31"/>
                <a:gd name="T19" fmla="*/ 142 h 70"/>
                <a:gd name="T20" fmla="*/ 53 w 31"/>
                <a:gd name="T21" fmla="*/ 142 h 70"/>
                <a:gd name="T22" fmla="*/ 55 w 31"/>
                <a:gd name="T23" fmla="*/ 133 h 70"/>
                <a:gd name="T24" fmla="*/ 59 w 31"/>
                <a:gd name="T25" fmla="*/ 102 h 70"/>
                <a:gd name="T26" fmla="*/ 80 w 31"/>
                <a:gd name="T27" fmla="*/ 49 h 70"/>
                <a:gd name="T28" fmla="*/ 103 w 31"/>
                <a:gd name="T29" fmla="*/ 8 h 7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31" h="70">
                  <a:moveTo>
                    <a:pt x="31" y="0"/>
                  </a:moveTo>
                  <a:cubicBezTo>
                    <a:pt x="29" y="3"/>
                    <a:pt x="29" y="6"/>
                    <a:pt x="28" y="8"/>
                  </a:cubicBezTo>
                  <a:cubicBezTo>
                    <a:pt x="27" y="11"/>
                    <a:pt x="25" y="14"/>
                    <a:pt x="24" y="17"/>
                  </a:cubicBezTo>
                  <a:cubicBezTo>
                    <a:pt x="21" y="23"/>
                    <a:pt x="20" y="28"/>
                    <a:pt x="19" y="33"/>
                  </a:cubicBezTo>
                  <a:cubicBezTo>
                    <a:pt x="18" y="40"/>
                    <a:pt x="17" y="47"/>
                    <a:pt x="15" y="54"/>
                  </a:cubicBezTo>
                  <a:cubicBezTo>
                    <a:pt x="13" y="60"/>
                    <a:pt x="8" y="65"/>
                    <a:pt x="6" y="70"/>
                  </a:cubicBezTo>
                  <a:cubicBezTo>
                    <a:pt x="9" y="64"/>
                    <a:pt x="12" y="58"/>
                    <a:pt x="12" y="51"/>
                  </a:cubicBezTo>
                  <a:cubicBezTo>
                    <a:pt x="12" y="42"/>
                    <a:pt x="6" y="45"/>
                    <a:pt x="0" y="46"/>
                  </a:cubicBezTo>
                  <a:cubicBezTo>
                    <a:pt x="2" y="45"/>
                    <a:pt x="5" y="43"/>
                    <a:pt x="7" y="42"/>
                  </a:cubicBezTo>
                  <a:cubicBezTo>
                    <a:pt x="9" y="41"/>
                    <a:pt x="11" y="41"/>
                    <a:pt x="13" y="40"/>
                  </a:cubicBezTo>
                  <a:cubicBezTo>
                    <a:pt x="14" y="40"/>
                    <a:pt x="14" y="41"/>
                    <a:pt x="15" y="40"/>
                  </a:cubicBezTo>
                  <a:cubicBezTo>
                    <a:pt x="15" y="39"/>
                    <a:pt x="16" y="37"/>
                    <a:pt x="16" y="37"/>
                  </a:cubicBezTo>
                  <a:cubicBezTo>
                    <a:pt x="16" y="34"/>
                    <a:pt x="17" y="32"/>
                    <a:pt x="17" y="29"/>
                  </a:cubicBezTo>
                  <a:cubicBezTo>
                    <a:pt x="18" y="24"/>
                    <a:pt x="20" y="19"/>
                    <a:pt x="23" y="14"/>
                  </a:cubicBezTo>
                  <a:cubicBezTo>
                    <a:pt x="25" y="10"/>
                    <a:pt x="29" y="6"/>
                    <a:pt x="30" y="2"/>
                  </a:cubicBezTo>
                </a:path>
              </a:pathLst>
            </a:custGeom>
            <a:solidFill>
              <a:srgbClr val="7E3A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2126" name="Freeform 895">
              <a:extLst>
                <a:ext uri="{FF2B5EF4-FFF2-40B4-BE49-F238E27FC236}">
                  <a16:creationId xmlns:a16="http://schemas.microsoft.com/office/drawing/2014/main" id="{AA6C19EA-972E-4F3E-BB7D-5B7CF49359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7" y="815"/>
              <a:ext cx="78" cy="26"/>
            </a:xfrm>
            <a:custGeom>
              <a:avLst/>
              <a:gdLst>
                <a:gd name="T0" fmla="*/ 0 w 51"/>
                <a:gd name="T1" fmla="*/ 61 h 17"/>
                <a:gd name="T2" fmla="*/ 96 w 51"/>
                <a:gd name="T3" fmla="*/ 21 h 17"/>
                <a:gd name="T4" fmla="*/ 182 w 51"/>
                <a:gd name="T5" fmla="*/ 8 h 17"/>
                <a:gd name="T6" fmla="*/ 156 w 51"/>
                <a:gd name="T7" fmla="*/ 5 h 17"/>
                <a:gd name="T8" fmla="*/ 122 w 51"/>
                <a:gd name="T9" fmla="*/ 5 h 17"/>
                <a:gd name="T10" fmla="*/ 72 w 51"/>
                <a:gd name="T11" fmla="*/ 26 h 17"/>
                <a:gd name="T12" fmla="*/ 0 w 51"/>
                <a:gd name="T13" fmla="*/ 57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1" h="17">
                  <a:moveTo>
                    <a:pt x="0" y="17"/>
                  </a:moveTo>
                  <a:cubicBezTo>
                    <a:pt x="10" y="17"/>
                    <a:pt x="18" y="10"/>
                    <a:pt x="27" y="6"/>
                  </a:cubicBezTo>
                  <a:cubicBezTo>
                    <a:pt x="34" y="3"/>
                    <a:pt x="43" y="2"/>
                    <a:pt x="51" y="2"/>
                  </a:cubicBezTo>
                  <a:cubicBezTo>
                    <a:pt x="49" y="2"/>
                    <a:pt x="46" y="1"/>
                    <a:pt x="44" y="1"/>
                  </a:cubicBezTo>
                  <a:cubicBezTo>
                    <a:pt x="40" y="1"/>
                    <a:pt x="37" y="0"/>
                    <a:pt x="34" y="1"/>
                  </a:cubicBezTo>
                  <a:cubicBezTo>
                    <a:pt x="29" y="1"/>
                    <a:pt x="24" y="5"/>
                    <a:pt x="20" y="7"/>
                  </a:cubicBezTo>
                  <a:cubicBezTo>
                    <a:pt x="14" y="11"/>
                    <a:pt x="7" y="14"/>
                    <a:pt x="0" y="16"/>
                  </a:cubicBezTo>
                </a:path>
              </a:pathLst>
            </a:custGeom>
            <a:solidFill>
              <a:srgbClr val="7E3A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2127" name="Freeform 896">
              <a:extLst>
                <a:ext uri="{FF2B5EF4-FFF2-40B4-BE49-F238E27FC236}">
                  <a16:creationId xmlns:a16="http://schemas.microsoft.com/office/drawing/2014/main" id="{FCB7E07A-C092-4454-9C9E-7EAF4215F1B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0" y="798"/>
              <a:ext cx="61" cy="14"/>
            </a:xfrm>
            <a:custGeom>
              <a:avLst/>
              <a:gdLst>
                <a:gd name="T0" fmla="*/ 0 w 40"/>
                <a:gd name="T1" fmla="*/ 34 h 9"/>
                <a:gd name="T2" fmla="*/ 67 w 40"/>
                <a:gd name="T3" fmla="*/ 5 h 9"/>
                <a:gd name="T4" fmla="*/ 142 w 40"/>
                <a:gd name="T5" fmla="*/ 12 h 9"/>
                <a:gd name="T6" fmla="*/ 124 w 40"/>
                <a:gd name="T7" fmla="*/ 5 h 9"/>
                <a:gd name="T8" fmla="*/ 93 w 40"/>
                <a:gd name="T9" fmla="*/ 0 h 9"/>
                <a:gd name="T10" fmla="*/ 53 w 40"/>
                <a:gd name="T11" fmla="*/ 5 h 9"/>
                <a:gd name="T12" fmla="*/ 26 w 40"/>
                <a:gd name="T13" fmla="*/ 14 h 9"/>
                <a:gd name="T14" fmla="*/ 0 w 40"/>
                <a:gd name="T15" fmla="*/ 30 h 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0" h="9">
                  <a:moveTo>
                    <a:pt x="0" y="9"/>
                  </a:moveTo>
                  <a:cubicBezTo>
                    <a:pt x="4" y="3"/>
                    <a:pt x="12" y="2"/>
                    <a:pt x="19" y="1"/>
                  </a:cubicBezTo>
                  <a:cubicBezTo>
                    <a:pt x="26" y="1"/>
                    <a:pt x="33" y="3"/>
                    <a:pt x="40" y="3"/>
                  </a:cubicBezTo>
                  <a:cubicBezTo>
                    <a:pt x="38" y="3"/>
                    <a:pt x="37" y="1"/>
                    <a:pt x="35" y="1"/>
                  </a:cubicBezTo>
                  <a:cubicBezTo>
                    <a:pt x="32" y="0"/>
                    <a:pt x="29" y="0"/>
                    <a:pt x="26" y="0"/>
                  </a:cubicBezTo>
                  <a:cubicBezTo>
                    <a:pt x="22" y="0"/>
                    <a:pt x="19" y="1"/>
                    <a:pt x="15" y="1"/>
                  </a:cubicBezTo>
                  <a:cubicBezTo>
                    <a:pt x="12" y="2"/>
                    <a:pt x="10" y="2"/>
                    <a:pt x="7" y="4"/>
                  </a:cubicBezTo>
                  <a:cubicBezTo>
                    <a:pt x="5" y="5"/>
                    <a:pt x="2" y="8"/>
                    <a:pt x="0" y="8"/>
                  </a:cubicBezTo>
                </a:path>
              </a:pathLst>
            </a:custGeom>
            <a:solidFill>
              <a:srgbClr val="7E3A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2128" name="Freeform 897">
              <a:extLst>
                <a:ext uri="{FF2B5EF4-FFF2-40B4-BE49-F238E27FC236}">
                  <a16:creationId xmlns:a16="http://schemas.microsoft.com/office/drawing/2014/main" id="{B74A097F-1BC9-445F-891B-E0EEB8CAC9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1" y="767"/>
              <a:ext cx="51" cy="14"/>
            </a:xfrm>
            <a:custGeom>
              <a:avLst/>
              <a:gdLst>
                <a:gd name="T0" fmla="*/ 0 w 33"/>
                <a:gd name="T1" fmla="*/ 34 h 9"/>
                <a:gd name="T2" fmla="*/ 34 w 33"/>
                <a:gd name="T3" fmla="*/ 19 h 9"/>
                <a:gd name="T4" fmla="*/ 70 w 33"/>
                <a:gd name="T5" fmla="*/ 8 h 9"/>
                <a:gd name="T6" fmla="*/ 122 w 33"/>
                <a:gd name="T7" fmla="*/ 5 h 9"/>
                <a:gd name="T8" fmla="*/ 82 w 33"/>
                <a:gd name="T9" fmla="*/ 0 h 9"/>
                <a:gd name="T10" fmla="*/ 45 w 33"/>
                <a:gd name="T11" fmla="*/ 8 h 9"/>
                <a:gd name="T12" fmla="*/ 8 w 33"/>
                <a:gd name="T13" fmla="*/ 30 h 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3" h="9">
                  <a:moveTo>
                    <a:pt x="0" y="9"/>
                  </a:moveTo>
                  <a:cubicBezTo>
                    <a:pt x="4" y="9"/>
                    <a:pt x="6" y="6"/>
                    <a:pt x="9" y="5"/>
                  </a:cubicBezTo>
                  <a:cubicBezTo>
                    <a:pt x="12" y="4"/>
                    <a:pt x="16" y="3"/>
                    <a:pt x="19" y="2"/>
                  </a:cubicBezTo>
                  <a:cubicBezTo>
                    <a:pt x="24" y="1"/>
                    <a:pt x="28" y="1"/>
                    <a:pt x="33" y="1"/>
                  </a:cubicBezTo>
                  <a:cubicBezTo>
                    <a:pt x="30" y="2"/>
                    <a:pt x="26" y="1"/>
                    <a:pt x="22" y="0"/>
                  </a:cubicBezTo>
                  <a:cubicBezTo>
                    <a:pt x="19" y="0"/>
                    <a:pt x="15" y="1"/>
                    <a:pt x="12" y="2"/>
                  </a:cubicBezTo>
                  <a:cubicBezTo>
                    <a:pt x="8" y="4"/>
                    <a:pt x="5" y="5"/>
                    <a:pt x="2" y="8"/>
                  </a:cubicBezTo>
                </a:path>
              </a:pathLst>
            </a:custGeom>
            <a:solidFill>
              <a:srgbClr val="7E3A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2129" name="Freeform 898">
              <a:extLst>
                <a:ext uri="{FF2B5EF4-FFF2-40B4-BE49-F238E27FC236}">
                  <a16:creationId xmlns:a16="http://schemas.microsoft.com/office/drawing/2014/main" id="{B23629AC-916C-4D3A-B4E4-2DB60BFF14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5" y="725"/>
              <a:ext cx="81" cy="23"/>
            </a:xfrm>
            <a:custGeom>
              <a:avLst/>
              <a:gdLst>
                <a:gd name="T0" fmla="*/ 0 w 53"/>
                <a:gd name="T1" fmla="*/ 54 h 15"/>
                <a:gd name="T2" fmla="*/ 190 w 53"/>
                <a:gd name="T3" fmla="*/ 0 h 15"/>
                <a:gd name="T4" fmla="*/ 0 w 53"/>
                <a:gd name="T5" fmla="*/ 54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3" h="15">
                  <a:moveTo>
                    <a:pt x="0" y="15"/>
                  </a:moveTo>
                  <a:cubicBezTo>
                    <a:pt x="0" y="15"/>
                    <a:pt x="14" y="0"/>
                    <a:pt x="53" y="0"/>
                  </a:cubicBezTo>
                  <a:cubicBezTo>
                    <a:pt x="53" y="0"/>
                    <a:pt x="23" y="1"/>
                    <a:pt x="0" y="15"/>
                  </a:cubicBezTo>
                  <a:close/>
                </a:path>
              </a:pathLst>
            </a:custGeom>
            <a:solidFill>
              <a:srgbClr val="7E3A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</p:grpSp>
      <p:grpSp>
        <p:nvGrpSpPr>
          <p:cNvPr id="41992" name="Group 899">
            <a:extLst>
              <a:ext uri="{FF2B5EF4-FFF2-40B4-BE49-F238E27FC236}">
                <a16:creationId xmlns:a16="http://schemas.microsoft.com/office/drawing/2014/main" id="{5EDF8E73-9D32-45D0-AA26-4573E7F04B6A}"/>
              </a:ext>
            </a:extLst>
          </p:cNvPr>
          <p:cNvGrpSpPr>
            <a:grpSpLocks/>
          </p:cNvGrpSpPr>
          <p:nvPr/>
        </p:nvGrpSpPr>
        <p:grpSpPr bwMode="auto">
          <a:xfrm>
            <a:off x="4495800" y="6143625"/>
            <a:ext cx="687388" cy="360363"/>
            <a:chOff x="2087" y="3794"/>
            <a:chExt cx="493" cy="258"/>
          </a:xfrm>
        </p:grpSpPr>
        <p:sp>
          <p:nvSpPr>
            <p:cNvPr id="42085" name="Freeform 900">
              <a:extLst>
                <a:ext uri="{FF2B5EF4-FFF2-40B4-BE49-F238E27FC236}">
                  <a16:creationId xmlns:a16="http://schemas.microsoft.com/office/drawing/2014/main" id="{5730BDC0-EBF2-4A71-89C7-D511173CEB9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7" y="3794"/>
              <a:ext cx="248" cy="256"/>
            </a:xfrm>
            <a:custGeom>
              <a:avLst/>
              <a:gdLst>
                <a:gd name="T0" fmla="*/ 291 w 138"/>
                <a:gd name="T1" fmla="*/ 300 h 133"/>
                <a:gd name="T2" fmla="*/ 291 w 138"/>
                <a:gd name="T3" fmla="*/ 300 h 133"/>
                <a:gd name="T4" fmla="*/ 640 w 138"/>
                <a:gd name="T5" fmla="*/ 341 h 133"/>
                <a:gd name="T6" fmla="*/ 749 w 138"/>
                <a:gd name="T7" fmla="*/ 0 h 133"/>
                <a:gd name="T8" fmla="*/ 802 w 138"/>
                <a:gd name="T9" fmla="*/ 256 h 133"/>
                <a:gd name="T10" fmla="*/ 503 w 138"/>
                <a:gd name="T11" fmla="*/ 918 h 133"/>
                <a:gd name="T12" fmla="*/ 138 w 138"/>
                <a:gd name="T13" fmla="*/ 470 h 133"/>
                <a:gd name="T14" fmla="*/ 329 w 138"/>
                <a:gd name="T15" fmla="*/ 100 h 133"/>
                <a:gd name="T16" fmla="*/ 291 w 138"/>
                <a:gd name="T17" fmla="*/ 300 h 13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8" h="133">
                  <a:moveTo>
                    <a:pt x="50" y="42"/>
                  </a:moveTo>
                  <a:cubicBezTo>
                    <a:pt x="50" y="42"/>
                    <a:pt x="50" y="42"/>
                    <a:pt x="50" y="42"/>
                  </a:cubicBezTo>
                  <a:cubicBezTo>
                    <a:pt x="55" y="41"/>
                    <a:pt x="89" y="32"/>
                    <a:pt x="110" y="48"/>
                  </a:cubicBezTo>
                  <a:cubicBezTo>
                    <a:pt x="110" y="48"/>
                    <a:pt x="129" y="29"/>
                    <a:pt x="129" y="0"/>
                  </a:cubicBezTo>
                  <a:cubicBezTo>
                    <a:pt x="129" y="0"/>
                    <a:pt x="138" y="8"/>
                    <a:pt x="138" y="36"/>
                  </a:cubicBezTo>
                  <a:cubicBezTo>
                    <a:pt x="137" y="64"/>
                    <a:pt x="137" y="133"/>
                    <a:pt x="87" y="129"/>
                  </a:cubicBezTo>
                  <a:cubicBezTo>
                    <a:pt x="36" y="124"/>
                    <a:pt x="0" y="101"/>
                    <a:pt x="24" y="66"/>
                  </a:cubicBezTo>
                  <a:cubicBezTo>
                    <a:pt x="48" y="30"/>
                    <a:pt x="57" y="14"/>
                    <a:pt x="57" y="14"/>
                  </a:cubicBezTo>
                  <a:cubicBezTo>
                    <a:pt x="57" y="14"/>
                    <a:pt x="52" y="29"/>
                    <a:pt x="50" y="42"/>
                  </a:cubicBezTo>
                  <a:close/>
                </a:path>
              </a:pathLst>
            </a:custGeom>
            <a:solidFill>
              <a:srgbClr val="DCC5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2086" name="Freeform 901">
              <a:extLst>
                <a:ext uri="{FF2B5EF4-FFF2-40B4-BE49-F238E27FC236}">
                  <a16:creationId xmlns:a16="http://schemas.microsoft.com/office/drawing/2014/main" id="{16C2CDE4-900D-47F2-A3A4-76B8D2BC434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7" y="3958"/>
              <a:ext cx="211" cy="90"/>
            </a:xfrm>
            <a:custGeom>
              <a:avLst/>
              <a:gdLst>
                <a:gd name="T0" fmla="*/ 687 w 117"/>
                <a:gd name="T1" fmla="*/ 0 h 47"/>
                <a:gd name="T2" fmla="*/ 409 w 117"/>
                <a:gd name="T3" fmla="*/ 308 h 47"/>
                <a:gd name="T4" fmla="*/ 0 w 117"/>
                <a:gd name="T5" fmla="*/ 36 h 47"/>
                <a:gd name="T6" fmla="*/ 256 w 117"/>
                <a:gd name="T7" fmla="*/ 232 h 47"/>
                <a:gd name="T8" fmla="*/ 687 w 117"/>
                <a:gd name="T9" fmla="*/ 0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7" h="47">
                  <a:moveTo>
                    <a:pt x="117" y="0"/>
                  </a:moveTo>
                  <a:cubicBezTo>
                    <a:pt x="112" y="24"/>
                    <a:pt x="100" y="47"/>
                    <a:pt x="70" y="44"/>
                  </a:cubicBezTo>
                  <a:cubicBezTo>
                    <a:pt x="32" y="41"/>
                    <a:pt x="3" y="27"/>
                    <a:pt x="0" y="5"/>
                  </a:cubicBezTo>
                  <a:cubicBezTo>
                    <a:pt x="0" y="5"/>
                    <a:pt x="12" y="27"/>
                    <a:pt x="44" y="33"/>
                  </a:cubicBezTo>
                  <a:cubicBezTo>
                    <a:pt x="77" y="40"/>
                    <a:pt x="101" y="42"/>
                    <a:pt x="117" y="0"/>
                  </a:cubicBezTo>
                  <a:close/>
                </a:path>
              </a:pathLst>
            </a:custGeom>
            <a:solidFill>
              <a:srgbClr val="2C28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2087" name="Freeform 902">
              <a:extLst>
                <a:ext uri="{FF2B5EF4-FFF2-40B4-BE49-F238E27FC236}">
                  <a16:creationId xmlns:a16="http://schemas.microsoft.com/office/drawing/2014/main" id="{E6B620C9-8F0E-4B5F-B034-2D24330A83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9" y="3846"/>
              <a:ext cx="140" cy="81"/>
            </a:xfrm>
            <a:custGeom>
              <a:avLst/>
              <a:gdLst>
                <a:gd name="T0" fmla="*/ 57 w 78"/>
                <a:gd name="T1" fmla="*/ 71 h 42"/>
                <a:gd name="T2" fmla="*/ 451 w 78"/>
                <a:gd name="T3" fmla="*/ 152 h 42"/>
                <a:gd name="T4" fmla="*/ 406 w 78"/>
                <a:gd name="T5" fmla="*/ 301 h 42"/>
                <a:gd name="T6" fmla="*/ 0 w 78"/>
                <a:gd name="T7" fmla="*/ 201 h 42"/>
                <a:gd name="T8" fmla="*/ 57 w 78"/>
                <a:gd name="T9" fmla="*/ 71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8" h="42">
                  <a:moveTo>
                    <a:pt x="10" y="10"/>
                  </a:moveTo>
                  <a:cubicBezTo>
                    <a:pt x="10" y="10"/>
                    <a:pt x="41" y="0"/>
                    <a:pt x="78" y="21"/>
                  </a:cubicBezTo>
                  <a:cubicBezTo>
                    <a:pt x="70" y="42"/>
                    <a:pt x="70" y="42"/>
                    <a:pt x="70" y="42"/>
                  </a:cubicBezTo>
                  <a:cubicBezTo>
                    <a:pt x="70" y="42"/>
                    <a:pt x="28" y="21"/>
                    <a:pt x="0" y="28"/>
                  </a:cubicBezTo>
                  <a:lnTo>
                    <a:pt x="10" y="10"/>
                  </a:lnTo>
                  <a:close/>
                </a:path>
              </a:pathLst>
            </a:custGeom>
            <a:solidFill>
              <a:srgbClr val="DDA5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2088" name="Freeform 903">
              <a:extLst>
                <a:ext uri="{FF2B5EF4-FFF2-40B4-BE49-F238E27FC236}">
                  <a16:creationId xmlns:a16="http://schemas.microsoft.com/office/drawing/2014/main" id="{57EC3DC7-12A6-43AB-B6E0-0C444E49BB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9" y="3840"/>
              <a:ext cx="138" cy="83"/>
            </a:xfrm>
            <a:custGeom>
              <a:avLst/>
              <a:gdLst>
                <a:gd name="T0" fmla="*/ 52 w 77"/>
                <a:gd name="T1" fmla="*/ 79 h 43"/>
                <a:gd name="T2" fmla="*/ 443 w 77"/>
                <a:gd name="T3" fmla="*/ 156 h 43"/>
                <a:gd name="T4" fmla="*/ 401 w 77"/>
                <a:gd name="T5" fmla="*/ 309 h 43"/>
                <a:gd name="T6" fmla="*/ 0 w 77"/>
                <a:gd name="T7" fmla="*/ 201 h 43"/>
                <a:gd name="T8" fmla="*/ 52 w 77"/>
                <a:gd name="T9" fmla="*/ 79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7" h="43">
                  <a:moveTo>
                    <a:pt x="9" y="11"/>
                  </a:moveTo>
                  <a:cubicBezTo>
                    <a:pt x="9" y="11"/>
                    <a:pt x="40" y="0"/>
                    <a:pt x="77" y="22"/>
                  </a:cubicBezTo>
                  <a:cubicBezTo>
                    <a:pt x="70" y="43"/>
                    <a:pt x="70" y="43"/>
                    <a:pt x="70" y="43"/>
                  </a:cubicBezTo>
                  <a:cubicBezTo>
                    <a:pt x="70" y="43"/>
                    <a:pt x="27" y="22"/>
                    <a:pt x="0" y="28"/>
                  </a:cubicBezTo>
                  <a:lnTo>
                    <a:pt x="9" y="11"/>
                  </a:lnTo>
                  <a:close/>
                </a:path>
              </a:pathLst>
            </a:custGeom>
            <a:solidFill>
              <a:srgbClr val="CE9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2089" name="Freeform 904">
              <a:extLst>
                <a:ext uri="{FF2B5EF4-FFF2-40B4-BE49-F238E27FC236}">
                  <a16:creationId xmlns:a16="http://schemas.microsoft.com/office/drawing/2014/main" id="{FBA09E4A-A7A1-4C2D-B376-2DF37FA413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3" y="3948"/>
              <a:ext cx="162" cy="77"/>
            </a:xfrm>
            <a:custGeom>
              <a:avLst/>
              <a:gdLst>
                <a:gd name="T0" fmla="*/ 13 w 90"/>
                <a:gd name="T1" fmla="*/ 185 h 40"/>
                <a:gd name="T2" fmla="*/ 81 w 90"/>
                <a:gd name="T3" fmla="*/ 237 h 40"/>
                <a:gd name="T4" fmla="*/ 158 w 90"/>
                <a:gd name="T5" fmla="*/ 264 h 40"/>
                <a:gd name="T6" fmla="*/ 234 w 90"/>
                <a:gd name="T7" fmla="*/ 285 h 40"/>
                <a:gd name="T8" fmla="*/ 320 w 90"/>
                <a:gd name="T9" fmla="*/ 277 h 40"/>
                <a:gd name="T10" fmla="*/ 461 w 90"/>
                <a:gd name="T11" fmla="*/ 193 h 40"/>
                <a:gd name="T12" fmla="*/ 526 w 90"/>
                <a:gd name="T13" fmla="*/ 44 h 40"/>
                <a:gd name="T14" fmla="*/ 518 w 90"/>
                <a:gd name="T15" fmla="*/ 8 h 40"/>
                <a:gd name="T16" fmla="*/ 502 w 90"/>
                <a:gd name="T17" fmla="*/ 29 h 40"/>
                <a:gd name="T18" fmla="*/ 437 w 90"/>
                <a:gd name="T19" fmla="*/ 116 h 40"/>
                <a:gd name="T20" fmla="*/ 239 w 90"/>
                <a:gd name="T21" fmla="*/ 216 h 40"/>
                <a:gd name="T22" fmla="*/ 158 w 90"/>
                <a:gd name="T23" fmla="*/ 177 h 40"/>
                <a:gd name="T24" fmla="*/ 72 w 90"/>
                <a:gd name="T25" fmla="*/ 144 h 40"/>
                <a:gd name="T26" fmla="*/ 16 w 90"/>
                <a:gd name="T27" fmla="*/ 129 h 40"/>
                <a:gd name="T28" fmla="*/ 0 w 90"/>
                <a:gd name="T29" fmla="*/ 171 h 40"/>
                <a:gd name="T30" fmla="*/ 13 w 90"/>
                <a:gd name="T31" fmla="*/ 193 h 40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90" h="40">
                  <a:moveTo>
                    <a:pt x="2" y="26"/>
                  </a:moveTo>
                  <a:cubicBezTo>
                    <a:pt x="4" y="30"/>
                    <a:pt x="10" y="32"/>
                    <a:pt x="14" y="33"/>
                  </a:cubicBezTo>
                  <a:cubicBezTo>
                    <a:pt x="18" y="35"/>
                    <a:pt x="22" y="36"/>
                    <a:pt x="27" y="37"/>
                  </a:cubicBezTo>
                  <a:cubicBezTo>
                    <a:pt x="31" y="38"/>
                    <a:pt x="36" y="39"/>
                    <a:pt x="40" y="40"/>
                  </a:cubicBezTo>
                  <a:cubicBezTo>
                    <a:pt x="45" y="40"/>
                    <a:pt x="50" y="39"/>
                    <a:pt x="55" y="39"/>
                  </a:cubicBezTo>
                  <a:cubicBezTo>
                    <a:pt x="65" y="37"/>
                    <a:pt x="72" y="33"/>
                    <a:pt x="79" y="27"/>
                  </a:cubicBezTo>
                  <a:cubicBezTo>
                    <a:pt x="85" y="22"/>
                    <a:pt x="89" y="14"/>
                    <a:pt x="90" y="6"/>
                  </a:cubicBezTo>
                  <a:cubicBezTo>
                    <a:pt x="90" y="5"/>
                    <a:pt x="90" y="1"/>
                    <a:pt x="89" y="1"/>
                  </a:cubicBezTo>
                  <a:cubicBezTo>
                    <a:pt x="88" y="0"/>
                    <a:pt x="87" y="3"/>
                    <a:pt x="86" y="4"/>
                  </a:cubicBezTo>
                  <a:cubicBezTo>
                    <a:pt x="83" y="9"/>
                    <a:pt x="79" y="13"/>
                    <a:pt x="75" y="16"/>
                  </a:cubicBezTo>
                  <a:cubicBezTo>
                    <a:pt x="65" y="24"/>
                    <a:pt x="54" y="31"/>
                    <a:pt x="41" y="30"/>
                  </a:cubicBezTo>
                  <a:cubicBezTo>
                    <a:pt x="36" y="29"/>
                    <a:pt x="32" y="27"/>
                    <a:pt x="27" y="25"/>
                  </a:cubicBezTo>
                  <a:cubicBezTo>
                    <a:pt x="22" y="23"/>
                    <a:pt x="17" y="22"/>
                    <a:pt x="12" y="20"/>
                  </a:cubicBezTo>
                  <a:cubicBezTo>
                    <a:pt x="9" y="19"/>
                    <a:pt x="6" y="17"/>
                    <a:pt x="3" y="18"/>
                  </a:cubicBezTo>
                  <a:cubicBezTo>
                    <a:pt x="1" y="19"/>
                    <a:pt x="0" y="22"/>
                    <a:pt x="0" y="24"/>
                  </a:cubicBezTo>
                  <a:cubicBezTo>
                    <a:pt x="1" y="25"/>
                    <a:pt x="1" y="26"/>
                    <a:pt x="2" y="27"/>
                  </a:cubicBezTo>
                </a:path>
              </a:pathLst>
            </a:custGeom>
            <a:solidFill>
              <a:srgbClr val="F0E1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2090" name="Freeform 905">
              <a:extLst>
                <a:ext uri="{FF2B5EF4-FFF2-40B4-BE49-F238E27FC236}">
                  <a16:creationId xmlns:a16="http://schemas.microsoft.com/office/drawing/2014/main" id="{E0DCD3BF-A1D0-44CF-BB22-F9AD476E2F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0" y="3886"/>
              <a:ext cx="36" cy="33"/>
            </a:xfrm>
            <a:custGeom>
              <a:avLst/>
              <a:gdLst>
                <a:gd name="T0" fmla="*/ 0 w 20"/>
                <a:gd name="T1" fmla="*/ 87 h 17"/>
                <a:gd name="T2" fmla="*/ 74 w 20"/>
                <a:gd name="T3" fmla="*/ 124 h 17"/>
                <a:gd name="T4" fmla="*/ 117 w 20"/>
                <a:gd name="T5" fmla="*/ 0 h 17"/>
                <a:gd name="T6" fmla="*/ 72 w 20"/>
                <a:gd name="T7" fmla="*/ 101 h 17"/>
                <a:gd name="T8" fmla="*/ 0 w 20"/>
                <a:gd name="T9" fmla="*/ 87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17">
                  <a:moveTo>
                    <a:pt x="0" y="12"/>
                  </a:moveTo>
                  <a:cubicBezTo>
                    <a:pt x="0" y="12"/>
                    <a:pt x="11" y="16"/>
                    <a:pt x="13" y="17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12" y="14"/>
                    <a:pt x="12" y="14"/>
                    <a:pt x="12" y="14"/>
                  </a:cubicBezTo>
                  <a:lnTo>
                    <a:pt x="0" y="12"/>
                  </a:lnTo>
                  <a:close/>
                </a:path>
              </a:pathLst>
            </a:custGeom>
            <a:solidFill>
              <a:srgbClr val="E6B3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2091" name="Freeform 906">
              <a:extLst>
                <a:ext uri="{FF2B5EF4-FFF2-40B4-BE49-F238E27FC236}">
                  <a16:creationId xmlns:a16="http://schemas.microsoft.com/office/drawing/2014/main" id="{62B8D5F2-E78A-494F-9D9A-39EE3C63D4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2" y="3863"/>
              <a:ext cx="11" cy="29"/>
            </a:xfrm>
            <a:custGeom>
              <a:avLst/>
              <a:gdLst>
                <a:gd name="T0" fmla="*/ 0 w 6"/>
                <a:gd name="T1" fmla="*/ 108 h 15"/>
                <a:gd name="T2" fmla="*/ 20 w 6"/>
                <a:gd name="T3" fmla="*/ 52 h 15"/>
                <a:gd name="T4" fmla="*/ 31 w 6"/>
                <a:gd name="T5" fmla="*/ 0 h 15"/>
                <a:gd name="T6" fmla="*/ 20 w 6"/>
                <a:gd name="T7" fmla="*/ 72 h 15"/>
                <a:gd name="T8" fmla="*/ 0 w 6"/>
                <a:gd name="T9" fmla="*/ 108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15">
                  <a:moveTo>
                    <a:pt x="0" y="15"/>
                  </a:moveTo>
                  <a:cubicBezTo>
                    <a:pt x="1" y="12"/>
                    <a:pt x="2" y="10"/>
                    <a:pt x="3" y="7"/>
                  </a:cubicBezTo>
                  <a:cubicBezTo>
                    <a:pt x="3" y="5"/>
                    <a:pt x="4" y="2"/>
                    <a:pt x="5" y="0"/>
                  </a:cubicBezTo>
                  <a:cubicBezTo>
                    <a:pt x="6" y="3"/>
                    <a:pt x="4" y="7"/>
                    <a:pt x="3" y="10"/>
                  </a:cubicBezTo>
                  <a:cubicBezTo>
                    <a:pt x="2" y="11"/>
                    <a:pt x="0" y="13"/>
                    <a:pt x="0" y="15"/>
                  </a:cubicBezTo>
                </a:path>
              </a:pathLst>
            </a:custGeom>
            <a:solidFill>
              <a:srgbClr val="B770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2092" name="Freeform 907">
              <a:extLst>
                <a:ext uri="{FF2B5EF4-FFF2-40B4-BE49-F238E27FC236}">
                  <a16:creationId xmlns:a16="http://schemas.microsoft.com/office/drawing/2014/main" id="{F76EDE29-43FA-4323-9CF0-28B45FF7FE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8" y="3863"/>
              <a:ext cx="18" cy="12"/>
            </a:xfrm>
            <a:custGeom>
              <a:avLst/>
              <a:gdLst>
                <a:gd name="T0" fmla="*/ 7 w 10"/>
                <a:gd name="T1" fmla="*/ 24 h 6"/>
                <a:gd name="T2" fmla="*/ 58 w 10"/>
                <a:gd name="T3" fmla="*/ 16 h 6"/>
                <a:gd name="T4" fmla="*/ 23 w 10"/>
                <a:gd name="T5" fmla="*/ 16 h 6"/>
                <a:gd name="T6" fmla="*/ 0 w 10"/>
                <a:gd name="T7" fmla="*/ 48 h 6"/>
                <a:gd name="T8" fmla="*/ 7 w 10"/>
                <a:gd name="T9" fmla="*/ 16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6">
                  <a:moveTo>
                    <a:pt x="1" y="3"/>
                  </a:moveTo>
                  <a:cubicBezTo>
                    <a:pt x="2" y="0"/>
                    <a:pt x="7" y="1"/>
                    <a:pt x="10" y="2"/>
                  </a:cubicBezTo>
                  <a:cubicBezTo>
                    <a:pt x="8" y="1"/>
                    <a:pt x="5" y="2"/>
                    <a:pt x="4" y="2"/>
                  </a:cubicBezTo>
                  <a:cubicBezTo>
                    <a:pt x="1" y="3"/>
                    <a:pt x="1" y="4"/>
                    <a:pt x="0" y="6"/>
                  </a:cubicBezTo>
                  <a:cubicBezTo>
                    <a:pt x="0" y="5"/>
                    <a:pt x="0" y="3"/>
                    <a:pt x="1" y="2"/>
                  </a:cubicBezTo>
                </a:path>
              </a:pathLst>
            </a:custGeom>
            <a:solidFill>
              <a:srgbClr val="B770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2093" name="Freeform 908">
              <a:extLst>
                <a:ext uri="{FF2B5EF4-FFF2-40B4-BE49-F238E27FC236}">
                  <a16:creationId xmlns:a16="http://schemas.microsoft.com/office/drawing/2014/main" id="{A6C75500-2352-4792-964A-DAE29DF79D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5" y="3875"/>
              <a:ext cx="5" cy="8"/>
            </a:xfrm>
            <a:custGeom>
              <a:avLst/>
              <a:gdLst>
                <a:gd name="T0" fmla="*/ 5 w 3"/>
                <a:gd name="T1" fmla="*/ 8 h 4"/>
                <a:gd name="T2" fmla="*/ 0 w 3"/>
                <a:gd name="T3" fmla="*/ 8 h 4"/>
                <a:gd name="T4" fmla="*/ 8 w 3"/>
                <a:gd name="T5" fmla="*/ 24 h 4"/>
                <a:gd name="T6" fmla="*/ 0 w 3"/>
                <a:gd name="T7" fmla="*/ 8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4">
                  <a:moveTo>
                    <a:pt x="1" y="1"/>
                  </a:moveTo>
                  <a:cubicBezTo>
                    <a:pt x="1" y="1"/>
                    <a:pt x="1" y="0"/>
                    <a:pt x="0" y="1"/>
                  </a:cubicBezTo>
                  <a:cubicBezTo>
                    <a:pt x="0" y="2"/>
                    <a:pt x="1" y="4"/>
                    <a:pt x="2" y="3"/>
                  </a:cubicBezTo>
                  <a:cubicBezTo>
                    <a:pt x="3" y="1"/>
                    <a:pt x="1" y="0"/>
                    <a:pt x="0" y="1"/>
                  </a:cubicBezTo>
                </a:path>
              </a:pathLst>
            </a:custGeom>
            <a:solidFill>
              <a:srgbClr val="B770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2094" name="Freeform 909">
              <a:extLst>
                <a:ext uri="{FF2B5EF4-FFF2-40B4-BE49-F238E27FC236}">
                  <a16:creationId xmlns:a16="http://schemas.microsoft.com/office/drawing/2014/main" id="{F4ABFE7A-8269-4368-A8AF-5374150435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5" y="3877"/>
              <a:ext cx="4" cy="6"/>
            </a:xfrm>
            <a:custGeom>
              <a:avLst/>
              <a:gdLst>
                <a:gd name="T0" fmla="*/ 0 w 2"/>
                <a:gd name="T1" fmla="*/ 16 h 3"/>
                <a:gd name="T2" fmla="*/ 16 w 2"/>
                <a:gd name="T3" fmla="*/ 16 h 3"/>
                <a:gd name="T4" fmla="*/ 0 w 2"/>
                <a:gd name="T5" fmla="*/ 8 h 3"/>
                <a:gd name="T6" fmla="*/ 0 w 2"/>
                <a:gd name="T7" fmla="*/ 16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3">
                  <a:moveTo>
                    <a:pt x="0" y="2"/>
                  </a:moveTo>
                  <a:cubicBezTo>
                    <a:pt x="0" y="3"/>
                    <a:pt x="2" y="3"/>
                    <a:pt x="2" y="2"/>
                  </a:cubicBezTo>
                  <a:cubicBezTo>
                    <a:pt x="2" y="1"/>
                    <a:pt x="1" y="0"/>
                    <a:pt x="0" y="1"/>
                  </a:cubicBezTo>
                  <a:cubicBezTo>
                    <a:pt x="0" y="1"/>
                    <a:pt x="0" y="2"/>
                    <a:pt x="0" y="2"/>
                  </a:cubicBezTo>
                </a:path>
              </a:pathLst>
            </a:custGeom>
            <a:solidFill>
              <a:srgbClr val="B770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2095" name="Freeform 910">
              <a:extLst>
                <a:ext uri="{FF2B5EF4-FFF2-40B4-BE49-F238E27FC236}">
                  <a16:creationId xmlns:a16="http://schemas.microsoft.com/office/drawing/2014/main" id="{AD93A3B1-73FB-4A4C-9301-8973BCCE2B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4" y="3881"/>
              <a:ext cx="8" cy="5"/>
            </a:xfrm>
            <a:custGeom>
              <a:avLst/>
              <a:gdLst>
                <a:gd name="T0" fmla="*/ 8 w 4"/>
                <a:gd name="T1" fmla="*/ 8 h 3"/>
                <a:gd name="T2" fmla="*/ 16 w 4"/>
                <a:gd name="T3" fmla="*/ 5 h 3"/>
                <a:gd name="T4" fmla="*/ 16 w 4"/>
                <a:gd name="T5" fmla="*/ 8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3">
                  <a:moveTo>
                    <a:pt x="1" y="2"/>
                  </a:moveTo>
                  <a:cubicBezTo>
                    <a:pt x="2" y="3"/>
                    <a:pt x="4" y="1"/>
                    <a:pt x="2" y="1"/>
                  </a:cubicBezTo>
                  <a:cubicBezTo>
                    <a:pt x="0" y="0"/>
                    <a:pt x="0" y="2"/>
                    <a:pt x="2" y="2"/>
                  </a:cubicBezTo>
                </a:path>
              </a:pathLst>
            </a:custGeom>
            <a:solidFill>
              <a:srgbClr val="B770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2096" name="Freeform 911">
              <a:extLst>
                <a:ext uri="{FF2B5EF4-FFF2-40B4-BE49-F238E27FC236}">
                  <a16:creationId xmlns:a16="http://schemas.microsoft.com/office/drawing/2014/main" id="{7F2839CE-6997-4792-B6EE-0F71984203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7" y="3794"/>
              <a:ext cx="248" cy="256"/>
            </a:xfrm>
            <a:custGeom>
              <a:avLst/>
              <a:gdLst>
                <a:gd name="T0" fmla="*/ 661 w 138"/>
                <a:gd name="T1" fmla="*/ 316 h 133"/>
                <a:gd name="T2" fmla="*/ 749 w 138"/>
                <a:gd name="T3" fmla="*/ 0 h 133"/>
                <a:gd name="T4" fmla="*/ 802 w 138"/>
                <a:gd name="T5" fmla="*/ 256 h 133"/>
                <a:gd name="T6" fmla="*/ 503 w 138"/>
                <a:gd name="T7" fmla="*/ 918 h 133"/>
                <a:gd name="T8" fmla="*/ 138 w 138"/>
                <a:gd name="T9" fmla="*/ 470 h 133"/>
                <a:gd name="T10" fmla="*/ 329 w 138"/>
                <a:gd name="T11" fmla="*/ 100 h 133"/>
                <a:gd name="T12" fmla="*/ 300 w 138"/>
                <a:gd name="T13" fmla="*/ 237 h 1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8" h="133">
                  <a:moveTo>
                    <a:pt x="114" y="44"/>
                  </a:moveTo>
                  <a:cubicBezTo>
                    <a:pt x="119" y="37"/>
                    <a:pt x="129" y="21"/>
                    <a:pt x="129" y="0"/>
                  </a:cubicBezTo>
                  <a:cubicBezTo>
                    <a:pt x="129" y="0"/>
                    <a:pt x="138" y="8"/>
                    <a:pt x="138" y="36"/>
                  </a:cubicBezTo>
                  <a:cubicBezTo>
                    <a:pt x="137" y="64"/>
                    <a:pt x="137" y="133"/>
                    <a:pt x="87" y="129"/>
                  </a:cubicBezTo>
                  <a:cubicBezTo>
                    <a:pt x="36" y="124"/>
                    <a:pt x="0" y="101"/>
                    <a:pt x="24" y="66"/>
                  </a:cubicBezTo>
                  <a:cubicBezTo>
                    <a:pt x="48" y="30"/>
                    <a:pt x="57" y="14"/>
                    <a:pt x="57" y="14"/>
                  </a:cubicBezTo>
                  <a:cubicBezTo>
                    <a:pt x="57" y="14"/>
                    <a:pt x="54" y="23"/>
                    <a:pt x="52" y="33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2097" name="Freeform 912">
              <a:extLst>
                <a:ext uri="{FF2B5EF4-FFF2-40B4-BE49-F238E27FC236}">
                  <a16:creationId xmlns:a16="http://schemas.microsoft.com/office/drawing/2014/main" id="{4D62DF6D-0F00-43D9-B18F-5382111108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9" y="3840"/>
              <a:ext cx="138" cy="83"/>
            </a:xfrm>
            <a:custGeom>
              <a:avLst/>
              <a:gdLst>
                <a:gd name="T0" fmla="*/ 52 w 77"/>
                <a:gd name="T1" fmla="*/ 79 h 43"/>
                <a:gd name="T2" fmla="*/ 443 w 77"/>
                <a:gd name="T3" fmla="*/ 156 h 43"/>
                <a:gd name="T4" fmla="*/ 401 w 77"/>
                <a:gd name="T5" fmla="*/ 309 h 43"/>
                <a:gd name="T6" fmla="*/ 0 w 77"/>
                <a:gd name="T7" fmla="*/ 201 h 43"/>
                <a:gd name="T8" fmla="*/ 52 w 77"/>
                <a:gd name="T9" fmla="*/ 79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7" h="43">
                  <a:moveTo>
                    <a:pt x="9" y="11"/>
                  </a:moveTo>
                  <a:cubicBezTo>
                    <a:pt x="9" y="11"/>
                    <a:pt x="40" y="0"/>
                    <a:pt x="77" y="22"/>
                  </a:cubicBezTo>
                  <a:cubicBezTo>
                    <a:pt x="70" y="43"/>
                    <a:pt x="70" y="43"/>
                    <a:pt x="70" y="43"/>
                  </a:cubicBezTo>
                  <a:cubicBezTo>
                    <a:pt x="70" y="43"/>
                    <a:pt x="27" y="22"/>
                    <a:pt x="0" y="28"/>
                  </a:cubicBezTo>
                  <a:lnTo>
                    <a:pt x="9" y="11"/>
                  </a:lnTo>
                  <a:close/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2098" name="Freeform 913">
              <a:extLst>
                <a:ext uri="{FF2B5EF4-FFF2-40B4-BE49-F238E27FC236}">
                  <a16:creationId xmlns:a16="http://schemas.microsoft.com/office/drawing/2014/main" id="{B087921C-0F19-4E3F-A454-AC1B2F5DE0F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153" y="3854"/>
              <a:ext cx="56" cy="46"/>
            </a:xfrm>
            <a:custGeom>
              <a:avLst/>
              <a:gdLst>
                <a:gd name="T0" fmla="*/ 161 w 31"/>
                <a:gd name="T1" fmla="*/ 8 h 24"/>
                <a:gd name="T2" fmla="*/ 65 w 31"/>
                <a:gd name="T3" fmla="*/ 0 h 24"/>
                <a:gd name="T4" fmla="*/ 29 w 31"/>
                <a:gd name="T5" fmla="*/ 29 h 24"/>
                <a:gd name="T6" fmla="*/ 0 w 31"/>
                <a:gd name="T7" fmla="*/ 132 h 24"/>
                <a:gd name="T8" fmla="*/ 23 w 31"/>
                <a:gd name="T9" fmla="*/ 161 h 24"/>
                <a:gd name="T10" fmla="*/ 117 w 31"/>
                <a:gd name="T11" fmla="*/ 169 h 24"/>
                <a:gd name="T12" fmla="*/ 154 w 31"/>
                <a:gd name="T13" fmla="*/ 140 h 24"/>
                <a:gd name="T14" fmla="*/ 182 w 31"/>
                <a:gd name="T15" fmla="*/ 44 h 24"/>
                <a:gd name="T16" fmla="*/ 161 w 31"/>
                <a:gd name="T17" fmla="*/ 8 h 24"/>
                <a:gd name="T18" fmla="*/ 154 w 31"/>
                <a:gd name="T19" fmla="*/ 56 h 24"/>
                <a:gd name="T20" fmla="*/ 137 w 31"/>
                <a:gd name="T21" fmla="*/ 128 h 24"/>
                <a:gd name="T22" fmla="*/ 108 w 31"/>
                <a:gd name="T23" fmla="*/ 140 h 24"/>
                <a:gd name="T24" fmla="*/ 45 w 31"/>
                <a:gd name="T25" fmla="*/ 132 h 24"/>
                <a:gd name="T26" fmla="*/ 29 w 31"/>
                <a:gd name="T27" fmla="*/ 121 h 24"/>
                <a:gd name="T28" fmla="*/ 52 w 31"/>
                <a:gd name="T29" fmla="*/ 48 h 24"/>
                <a:gd name="T30" fmla="*/ 76 w 31"/>
                <a:gd name="T31" fmla="*/ 29 h 24"/>
                <a:gd name="T32" fmla="*/ 137 w 31"/>
                <a:gd name="T33" fmla="*/ 36 h 24"/>
                <a:gd name="T34" fmla="*/ 154 w 31"/>
                <a:gd name="T35" fmla="*/ 56 h 24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31" h="24">
                  <a:moveTo>
                    <a:pt x="27" y="1"/>
                  </a:moveTo>
                  <a:cubicBezTo>
                    <a:pt x="11" y="0"/>
                    <a:pt x="11" y="0"/>
                    <a:pt x="11" y="0"/>
                  </a:cubicBezTo>
                  <a:cubicBezTo>
                    <a:pt x="8" y="0"/>
                    <a:pt x="6" y="2"/>
                    <a:pt x="5" y="4"/>
                  </a:cubicBezTo>
                  <a:cubicBezTo>
                    <a:pt x="0" y="19"/>
                    <a:pt x="0" y="19"/>
                    <a:pt x="0" y="19"/>
                  </a:cubicBezTo>
                  <a:cubicBezTo>
                    <a:pt x="0" y="21"/>
                    <a:pt x="1" y="23"/>
                    <a:pt x="4" y="23"/>
                  </a:cubicBezTo>
                  <a:cubicBezTo>
                    <a:pt x="20" y="24"/>
                    <a:pt x="20" y="24"/>
                    <a:pt x="20" y="24"/>
                  </a:cubicBezTo>
                  <a:cubicBezTo>
                    <a:pt x="23" y="24"/>
                    <a:pt x="25" y="23"/>
                    <a:pt x="26" y="20"/>
                  </a:cubicBezTo>
                  <a:cubicBezTo>
                    <a:pt x="31" y="6"/>
                    <a:pt x="31" y="6"/>
                    <a:pt x="31" y="6"/>
                  </a:cubicBezTo>
                  <a:cubicBezTo>
                    <a:pt x="31" y="3"/>
                    <a:pt x="30" y="2"/>
                    <a:pt x="27" y="1"/>
                  </a:cubicBezTo>
                  <a:close/>
                  <a:moveTo>
                    <a:pt x="26" y="8"/>
                  </a:moveTo>
                  <a:cubicBezTo>
                    <a:pt x="23" y="18"/>
                    <a:pt x="23" y="18"/>
                    <a:pt x="23" y="18"/>
                  </a:cubicBezTo>
                  <a:cubicBezTo>
                    <a:pt x="22" y="19"/>
                    <a:pt x="20" y="20"/>
                    <a:pt x="18" y="20"/>
                  </a:cubicBezTo>
                  <a:cubicBezTo>
                    <a:pt x="8" y="19"/>
                    <a:pt x="8" y="19"/>
                    <a:pt x="8" y="19"/>
                  </a:cubicBezTo>
                  <a:cubicBezTo>
                    <a:pt x="6" y="19"/>
                    <a:pt x="5" y="18"/>
                    <a:pt x="5" y="17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9" y="5"/>
                    <a:pt x="11" y="4"/>
                    <a:pt x="13" y="4"/>
                  </a:cubicBezTo>
                  <a:cubicBezTo>
                    <a:pt x="23" y="5"/>
                    <a:pt x="23" y="5"/>
                    <a:pt x="23" y="5"/>
                  </a:cubicBezTo>
                  <a:cubicBezTo>
                    <a:pt x="25" y="5"/>
                    <a:pt x="26" y="6"/>
                    <a:pt x="26" y="8"/>
                  </a:cubicBezTo>
                  <a:close/>
                </a:path>
              </a:pathLst>
            </a:custGeom>
            <a:solidFill>
              <a:srgbClr val="2C28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2099" name="Freeform 914">
              <a:extLst>
                <a:ext uri="{FF2B5EF4-FFF2-40B4-BE49-F238E27FC236}">
                  <a16:creationId xmlns:a16="http://schemas.microsoft.com/office/drawing/2014/main" id="{328D5021-8B09-48CD-B57A-87BF671BAE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6" y="3873"/>
              <a:ext cx="12" cy="6"/>
            </a:xfrm>
            <a:custGeom>
              <a:avLst/>
              <a:gdLst>
                <a:gd name="T0" fmla="*/ 36 w 7"/>
                <a:gd name="T1" fmla="*/ 24 h 3"/>
                <a:gd name="T2" fmla="*/ 0 w 7"/>
                <a:gd name="T3" fmla="*/ 8 h 3"/>
                <a:gd name="T4" fmla="*/ 21 w 7"/>
                <a:gd name="T5" fmla="*/ 8 h 3"/>
                <a:gd name="T6" fmla="*/ 36 w 7"/>
                <a:gd name="T7" fmla="*/ 8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3">
                  <a:moveTo>
                    <a:pt x="7" y="3"/>
                  </a:moveTo>
                  <a:cubicBezTo>
                    <a:pt x="4" y="3"/>
                    <a:pt x="2" y="2"/>
                    <a:pt x="0" y="1"/>
                  </a:cubicBezTo>
                  <a:cubicBezTo>
                    <a:pt x="1" y="0"/>
                    <a:pt x="2" y="1"/>
                    <a:pt x="4" y="1"/>
                  </a:cubicBezTo>
                  <a:cubicBezTo>
                    <a:pt x="5" y="1"/>
                    <a:pt x="6" y="0"/>
                    <a:pt x="7" y="1"/>
                  </a:cubicBezTo>
                </a:path>
              </a:pathLst>
            </a:custGeom>
            <a:solidFill>
              <a:srgbClr val="2C28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2100" name="Freeform 915">
              <a:extLst>
                <a:ext uri="{FF2B5EF4-FFF2-40B4-BE49-F238E27FC236}">
                  <a16:creationId xmlns:a16="http://schemas.microsoft.com/office/drawing/2014/main" id="{5CA77BAE-A9E1-40BF-8345-A946DEEAE5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2" y="3794"/>
              <a:ext cx="248" cy="258"/>
            </a:xfrm>
            <a:custGeom>
              <a:avLst/>
              <a:gdLst>
                <a:gd name="T0" fmla="*/ 510 w 138"/>
                <a:gd name="T1" fmla="*/ 308 h 134"/>
                <a:gd name="T2" fmla="*/ 510 w 138"/>
                <a:gd name="T3" fmla="*/ 308 h 134"/>
                <a:gd name="T4" fmla="*/ 162 w 138"/>
                <a:gd name="T5" fmla="*/ 341 h 134"/>
                <a:gd name="T6" fmla="*/ 58 w 138"/>
                <a:gd name="T7" fmla="*/ 0 h 134"/>
                <a:gd name="T8" fmla="*/ 7 w 138"/>
                <a:gd name="T9" fmla="*/ 256 h 134"/>
                <a:gd name="T10" fmla="*/ 300 w 138"/>
                <a:gd name="T11" fmla="*/ 918 h 134"/>
                <a:gd name="T12" fmla="*/ 661 w 138"/>
                <a:gd name="T13" fmla="*/ 472 h 134"/>
                <a:gd name="T14" fmla="*/ 471 w 138"/>
                <a:gd name="T15" fmla="*/ 100 h 134"/>
                <a:gd name="T16" fmla="*/ 510 w 138"/>
                <a:gd name="T17" fmla="*/ 308 h 13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8" h="134">
                  <a:moveTo>
                    <a:pt x="88" y="43"/>
                  </a:moveTo>
                  <a:cubicBezTo>
                    <a:pt x="88" y="43"/>
                    <a:pt x="88" y="43"/>
                    <a:pt x="88" y="43"/>
                  </a:cubicBezTo>
                  <a:cubicBezTo>
                    <a:pt x="84" y="41"/>
                    <a:pt x="50" y="32"/>
                    <a:pt x="28" y="48"/>
                  </a:cubicBezTo>
                  <a:cubicBezTo>
                    <a:pt x="28" y="48"/>
                    <a:pt x="9" y="30"/>
                    <a:pt x="10" y="0"/>
                  </a:cubicBezTo>
                  <a:cubicBezTo>
                    <a:pt x="10" y="0"/>
                    <a:pt x="0" y="8"/>
                    <a:pt x="1" y="36"/>
                  </a:cubicBezTo>
                  <a:cubicBezTo>
                    <a:pt x="1" y="64"/>
                    <a:pt x="1" y="134"/>
                    <a:pt x="52" y="129"/>
                  </a:cubicBezTo>
                  <a:cubicBezTo>
                    <a:pt x="102" y="125"/>
                    <a:pt x="138" y="101"/>
                    <a:pt x="114" y="66"/>
                  </a:cubicBezTo>
                  <a:cubicBezTo>
                    <a:pt x="91" y="31"/>
                    <a:pt x="81" y="14"/>
                    <a:pt x="81" y="14"/>
                  </a:cubicBezTo>
                  <a:cubicBezTo>
                    <a:pt x="81" y="14"/>
                    <a:pt x="86" y="29"/>
                    <a:pt x="88" y="43"/>
                  </a:cubicBezTo>
                  <a:close/>
                </a:path>
              </a:pathLst>
            </a:custGeom>
            <a:solidFill>
              <a:srgbClr val="DCC5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2101" name="Freeform 916">
              <a:extLst>
                <a:ext uri="{FF2B5EF4-FFF2-40B4-BE49-F238E27FC236}">
                  <a16:creationId xmlns:a16="http://schemas.microsoft.com/office/drawing/2014/main" id="{10F7D482-C356-4CD4-A6A6-EE4FABC119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9" y="3958"/>
              <a:ext cx="211" cy="90"/>
            </a:xfrm>
            <a:custGeom>
              <a:avLst/>
              <a:gdLst>
                <a:gd name="T0" fmla="*/ 0 w 117"/>
                <a:gd name="T1" fmla="*/ 0 h 47"/>
                <a:gd name="T2" fmla="*/ 276 w 117"/>
                <a:gd name="T3" fmla="*/ 308 h 47"/>
                <a:gd name="T4" fmla="*/ 687 w 117"/>
                <a:gd name="T5" fmla="*/ 36 h 47"/>
                <a:gd name="T6" fmla="*/ 429 w 117"/>
                <a:gd name="T7" fmla="*/ 237 h 47"/>
                <a:gd name="T8" fmla="*/ 0 w 117"/>
                <a:gd name="T9" fmla="*/ 0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7" h="47">
                  <a:moveTo>
                    <a:pt x="0" y="0"/>
                  </a:moveTo>
                  <a:cubicBezTo>
                    <a:pt x="6" y="25"/>
                    <a:pt x="18" y="47"/>
                    <a:pt x="47" y="44"/>
                  </a:cubicBezTo>
                  <a:cubicBezTo>
                    <a:pt x="85" y="41"/>
                    <a:pt x="115" y="27"/>
                    <a:pt x="117" y="5"/>
                  </a:cubicBezTo>
                  <a:cubicBezTo>
                    <a:pt x="117" y="5"/>
                    <a:pt x="106" y="28"/>
                    <a:pt x="73" y="34"/>
                  </a:cubicBezTo>
                  <a:cubicBezTo>
                    <a:pt x="41" y="40"/>
                    <a:pt x="16" y="42"/>
                    <a:pt x="0" y="0"/>
                  </a:cubicBezTo>
                  <a:close/>
                </a:path>
              </a:pathLst>
            </a:custGeom>
            <a:solidFill>
              <a:srgbClr val="2C28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2102" name="Freeform 917">
              <a:extLst>
                <a:ext uri="{FF2B5EF4-FFF2-40B4-BE49-F238E27FC236}">
                  <a16:creationId xmlns:a16="http://schemas.microsoft.com/office/drawing/2014/main" id="{651D8ADE-8BF1-464E-97D6-593B974A26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8" y="3846"/>
              <a:ext cx="140" cy="83"/>
            </a:xfrm>
            <a:custGeom>
              <a:avLst/>
              <a:gdLst>
                <a:gd name="T0" fmla="*/ 400 w 78"/>
                <a:gd name="T1" fmla="*/ 79 h 43"/>
                <a:gd name="T2" fmla="*/ 0 w 78"/>
                <a:gd name="T3" fmla="*/ 156 h 43"/>
                <a:gd name="T4" fmla="*/ 45 w 78"/>
                <a:gd name="T5" fmla="*/ 309 h 43"/>
                <a:gd name="T6" fmla="*/ 451 w 78"/>
                <a:gd name="T7" fmla="*/ 201 h 43"/>
                <a:gd name="T8" fmla="*/ 400 w 78"/>
                <a:gd name="T9" fmla="*/ 79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8" h="43">
                  <a:moveTo>
                    <a:pt x="69" y="11"/>
                  </a:moveTo>
                  <a:cubicBezTo>
                    <a:pt x="69" y="11"/>
                    <a:pt x="38" y="0"/>
                    <a:pt x="0" y="22"/>
                  </a:cubicBezTo>
                  <a:cubicBezTo>
                    <a:pt x="8" y="43"/>
                    <a:pt x="8" y="43"/>
                    <a:pt x="8" y="43"/>
                  </a:cubicBezTo>
                  <a:cubicBezTo>
                    <a:pt x="8" y="43"/>
                    <a:pt x="50" y="22"/>
                    <a:pt x="78" y="28"/>
                  </a:cubicBezTo>
                  <a:lnTo>
                    <a:pt x="69" y="11"/>
                  </a:lnTo>
                  <a:close/>
                </a:path>
              </a:pathLst>
            </a:custGeom>
            <a:solidFill>
              <a:srgbClr val="DDA5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2103" name="Freeform 918">
              <a:extLst>
                <a:ext uri="{FF2B5EF4-FFF2-40B4-BE49-F238E27FC236}">
                  <a16:creationId xmlns:a16="http://schemas.microsoft.com/office/drawing/2014/main" id="{563CD718-7834-4B1E-AC87-4A4C115C132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0" y="3842"/>
              <a:ext cx="140" cy="83"/>
            </a:xfrm>
            <a:custGeom>
              <a:avLst/>
              <a:gdLst>
                <a:gd name="T0" fmla="*/ 393 w 78"/>
                <a:gd name="T1" fmla="*/ 79 h 43"/>
                <a:gd name="T2" fmla="*/ 0 w 78"/>
                <a:gd name="T3" fmla="*/ 156 h 43"/>
                <a:gd name="T4" fmla="*/ 45 w 78"/>
                <a:gd name="T5" fmla="*/ 309 h 43"/>
                <a:gd name="T6" fmla="*/ 451 w 78"/>
                <a:gd name="T7" fmla="*/ 201 h 43"/>
                <a:gd name="T8" fmla="*/ 393 w 78"/>
                <a:gd name="T9" fmla="*/ 79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8" h="43">
                  <a:moveTo>
                    <a:pt x="68" y="11"/>
                  </a:moveTo>
                  <a:cubicBezTo>
                    <a:pt x="68" y="11"/>
                    <a:pt x="37" y="0"/>
                    <a:pt x="0" y="22"/>
                  </a:cubicBezTo>
                  <a:cubicBezTo>
                    <a:pt x="8" y="43"/>
                    <a:pt x="8" y="43"/>
                    <a:pt x="8" y="43"/>
                  </a:cubicBezTo>
                  <a:cubicBezTo>
                    <a:pt x="8" y="43"/>
                    <a:pt x="50" y="22"/>
                    <a:pt x="78" y="28"/>
                  </a:cubicBezTo>
                  <a:lnTo>
                    <a:pt x="68" y="11"/>
                  </a:lnTo>
                  <a:close/>
                </a:path>
              </a:pathLst>
            </a:custGeom>
            <a:solidFill>
              <a:srgbClr val="CE9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2104" name="Freeform 919">
              <a:extLst>
                <a:ext uri="{FF2B5EF4-FFF2-40B4-BE49-F238E27FC236}">
                  <a16:creationId xmlns:a16="http://schemas.microsoft.com/office/drawing/2014/main" id="{CAA720E7-AE83-4FDF-86F0-BD8D6697EE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1" y="3950"/>
              <a:ext cx="164" cy="77"/>
            </a:xfrm>
            <a:custGeom>
              <a:avLst/>
              <a:gdLst>
                <a:gd name="T0" fmla="*/ 517 w 91"/>
                <a:gd name="T1" fmla="*/ 185 h 40"/>
                <a:gd name="T2" fmla="*/ 452 w 91"/>
                <a:gd name="T3" fmla="*/ 237 h 40"/>
                <a:gd name="T4" fmla="*/ 373 w 91"/>
                <a:gd name="T5" fmla="*/ 264 h 40"/>
                <a:gd name="T6" fmla="*/ 292 w 91"/>
                <a:gd name="T7" fmla="*/ 277 h 40"/>
                <a:gd name="T8" fmla="*/ 211 w 91"/>
                <a:gd name="T9" fmla="*/ 271 h 40"/>
                <a:gd name="T10" fmla="*/ 65 w 91"/>
                <a:gd name="T11" fmla="*/ 185 h 40"/>
                <a:gd name="T12" fmla="*/ 7 w 91"/>
                <a:gd name="T13" fmla="*/ 37 h 40"/>
                <a:gd name="T14" fmla="*/ 7 w 91"/>
                <a:gd name="T15" fmla="*/ 0 h 40"/>
                <a:gd name="T16" fmla="*/ 29 w 91"/>
                <a:gd name="T17" fmla="*/ 29 h 40"/>
                <a:gd name="T18" fmla="*/ 88 w 91"/>
                <a:gd name="T19" fmla="*/ 116 h 40"/>
                <a:gd name="T20" fmla="*/ 287 w 91"/>
                <a:gd name="T21" fmla="*/ 208 h 40"/>
                <a:gd name="T22" fmla="*/ 373 w 91"/>
                <a:gd name="T23" fmla="*/ 177 h 40"/>
                <a:gd name="T24" fmla="*/ 461 w 91"/>
                <a:gd name="T25" fmla="*/ 137 h 40"/>
                <a:gd name="T26" fmla="*/ 510 w 91"/>
                <a:gd name="T27" fmla="*/ 123 h 40"/>
                <a:gd name="T28" fmla="*/ 526 w 91"/>
                <a:gd name="T29" fmla="*/ 164 h 40"/>
                <a:gd name="T30" fmla="*/ 519 w 91"/>
                <a:gd name="T31" fmla="*/ 185 h 40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91" h="40">
                  <a:moveTo>
                    <a:pt x="88" y="26"/>
                  </a:moveTo>
                  <a:cubicBezTo>
                    <a:pt x="86" y="29"/>
                    <a:pt x="81" y="31"/>
                    <a:pt x="77" y="33"/>
                  </a:cubicBezTo>
                  <a:cubicBezTo>
                    <a:pt x="72" y="35"/>
                    <a:pt x="69" y="36"/>
                    <a:pt x="64" y="37"/>
                  </a:cubicBezTo>
                  <a:cubicBezTo>
                    <a:pt x="59" y="37"/>
                    <a:pt x="55" y="38"/>
                    <a:pt x="50" y="39"/>
                  </a:cubicBezTo>
                  <a:cubicBezTo>
                    <a:pt x="45" y="40"/>
                    <a:pt x="40" y="39"/>
                    <a:pt x="36" y="38"/>
                  </a:cubicBezTo>
                  <a:cubicBezTo>
                    <a:pt x="26" y="36"/>
                    <a:pt x="19" y="33"/>
                    <a:pt x="11" y="26"/>
                  </a:cubicBezTo>
                  <a:cubicBezTo>
                    <a:pt x="5" y="21"/>
                    <a:pt x="1" y="13"/>
                    <a:pt x="1" y="5"/>
                  </a:cubicBezTo>
                  <a:cubicBezTo>
                    <a:pt x="1" y="4"/>
                    <a:pt x="0" y="1"/>
                    <a:pt x="1" y="0"/>
                  </a:cubicBezTo>
                  <a:cubicBezTo>
                    <a:pt x="2" y="0"/>
                    <a:pt x="4" y="3"/>
                    <a:pt x="5" y="4"/>
                  </a:cubicBezTo>
                  <a:cubicBezTo>
                    <a:pt x="8" y="8"/>
                    <a:pt x="11" y="12"/>
                    <a:pt x="15" y="16"/>
                  </a:cubicBezTo>
                  <a:cubicBezTo>
                    <a:pt x="25" y="24"/>
                    <a:pt x="36" y="30"/>
                    <a:pt x="49" y="29"/>
                  </a:cubicBezTo>
                  <a:cubicBezTo>
                    <a:pt x="55" y="29"/>
                    <a:pt x="59" y="27"/>
                    <a:pt x="64" y="25"/>
                  </a:cubicBezTo>
                  <a:cubicBezTo>
                    <a:pt x="68" y="22"/>
                    <a:pt x="74" y="21"/>
                    <a:pt x="79" y="19"/>
                  </a:cubicBezTo>
                  <a:cubicBezTo>
                    <a:pt x="81" y="18"/>
                    <a:pt x="85" y="16"/>
                    <a:pt x="87" y="17"/>
                  </a:cubicBezTo>
                  <a:cubicBezTo>
                    <a:pt x="90" y="18"/>
                    <a:pt x="91" y="21"/>
                    <a:pt x="90" y="23"/>
                  </a:cubicBezTo>
                  <a:cubicBezTo>
                    <a:pt x="90" y="24"/>
                    <a:pt x="89" y="25"/>
                    <a:pt x="89" y="26"/>
                  </a:cubicBezTo>
                </a:path>
              </a:pathLst>
            </a:custGeom>
            <a:solidFill>
              <a:srgbClr val="F0E1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2105" name="Freeform 920">
              <a:extLst>
                <a:ext uri="{FF2B5EF4-FFF2-40B4-BE49-F238E27FC236}">
                  <a16:creationId xmlns:a16="http://schemas.microsoft.com/office/drawing/2014/main" id="{CBEE0332-C6DA-4E88-89FA-6AD59AA0E2C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3" y="3888"/>
              <a:ext cx="34" cy="33"/>
            </a:xfrm>
            <a:custGeom>
              <a:avLst/>
              <a:gdLst>
                <a:gd name="T0" fmla="*/ 109 w 19"/>
                <a:gd name="T1" fmla="*/ 87 h 17"/>
                <a:gd name="T2" fmla="*/ 41 w 19"/>
                <a:gd name="T3" fmla="*/ 124 h 17"/>
                <a:gd name="T4" fmla="*/ 0 w 19"/>
                <a:gd name="T5" fmla="*/ 0 h 17"/>
                <a:gd name="T6" fmla="*/ 45 w 19"/>
                <a:gd name="T7" fmla="*/ 101 h 17"/>
                <a:gd name="T8" fmla="*/ 109 w 19"/>
                <a:gd name="T9" fmla="*/ 87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17">
                  <a:moveTo>
                    <a:pt x="19" y="12"/>
                  </a:moveTo>
                  <a:cubicBezTo>
                    <a:pt x="19" y="12"/>
                    <a:pt x="8" y="16"/>
                    <a:pt x="7" y="17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8" y="14"/>
                    <a:pt x="8" y="14"/>
                    <a:pt x="8" y="14"/>
                  </a:cubicBezTo>
                  <a:lnTo>
                    <a:pt x="19" y="12"/>
                  </a:lnTo>
                  <a:close/>
                </a:path>
              </a:pathLst>
            </a:custGeom>
            <a:solidFill>
              <a:srgbClr val="E6B3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2106" name="Freeform 921">
              <a:extLst>
                <a:ext uri="{FF2B5EF4-FFF2-40B4-BE49-F238E27FC236}">
                  <a16:creationId xmlns:a16="http://schemas.microsoft.com/office/drawing/2014/main" id="{89D24A98-7B4E-4576-A20D-EF22368933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6" y="3865"/>
              <a:ext cx="11" cy="27"/>
            </a:xfrm>
            <a:custGeom>
              <a:avLst/>
              <a:gdLst>
                <a:gd name="T0" fmla="*/ 37 w 6"/>
                <a:gd name="T1" fmla="*/ 100 h 14"/>
                <a:gd name="T2" fmla="*/ 20 w 6"/>
                <a:gd name="T3" fmla="*/ 52 h 14"/>
                <a:gd name="T4" fmla="*/ 7 w 6"/>
                <a:gd name="T5" fmla="*/ 0 h 14"/>
                <a:gd name="T6" fmla="*/ 20 w 6"/>
                <a:gd name="T7" fmla="*/ 64 h 14"/>
                <a:gd name="T8" fmla="*/ 37 w 6"/>
                <a:gd name="T9" fmla="*/ 10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14">
                  <a:moveTo>
                    <a:pt x="6" y="14"/>
                  </a:moveTo>
                  <a:cubicBezTo>
                    <a:pt x="5" y="12"/>
                    <a:pt x="4" y="9"/>
                    <a:pt x="3" y="7"/>
                  </a:cubicBezTo>
                  <a:cubicBezTo>
                    <a:pt x="2" y="4"/>
                    <a:pt x="2" y="2"/>
                    <a:pt x="1" y="0"/>
                  </a:cubicBezTo>
                  <a:cubicBezTo>
                    <a:pt x="0" y="2"/>
                    <a:pt x="1" y="7"/>
                    <a:pt x="3" y="9"/>
                  </a:cubicBezTo>
                  <a:cubicBezTo>
                    <a:pt x="3" y="11"/>
                    <a:pt x="5" y="13"/>
                    <a:pt x="6" y="14"/>
                  </a:cubicBezTo>
                </a:path>
              </a:pathLst>
            </a:custGeom>
            <a:solidFill>
              <a:srgbClr val="B770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2107" name="Freeform 922">
              <a:extLst>
                <a:ext uri="{FF2B5EF4-FFF2-40B4-BE49-F238E27FC236}">
                  <a16:creationId xmlns:a16="http://schemas.microsoft.com/office/drawing/2014/main" id="{D2CBB0B6-F442-4500-945B-E1C0AF730B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3" y="3863"/>
              <a:ext cx="18" cy="14"/>
            </a:xfrm>
            <a:custGeom>
              <a:avLst/>
              <a:gdLst>
                <a:gd name="T0" fmla="*/ 45 w 10"/>
                <a:gd name="T1" fmla="*/ 24 h 7"/>
                <a:gd name="T2" fmla="*/ 0 w 10"/>
                <a:gd name="T3" fmla="*/ 16 h 7"/>
                <a:gd name="T4" fmla="*/ 36 w 10"/>
                <a:gd name="T5" fmla="*/ 16 h 7"/>
                <a:gd name="T6" fmla="*/ 52 w 10"/>
                <a:gd name="T7" fmla="*/ 56 h 7"/>
                <a:gd name="T8" fmla="*/ 45 w 10"/>
                <a:gd name="T9" fmla="*/ 24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7">
                  <a:moveTo>
                    <a:pt x="8" y="3"/>
                  </a:moveTo>
                  <a:cubicBezTo>
                    <a:pt x="7" y="0"/>
                    <a:pt x="2" y="2"/>
                    <a:pt x="0" y="2"/>
                  </a:cubicBezTo>
                  <a:cubicBezTo>
                    <a:pt x="1" y="2"/>
                    <a:pt x="4" y="2"/>
                    <a:pt x="6" y="2"/>
                  </a:cubicBezTo>
                  <a:cubicBezTo>
                    <a:pt x="8" y="3"/>
                    <a:pt x="8" y="5"/>
                    <a:pt x="9" y="7"/>
                  </a:cubicBezTo>
                  <a:cubicBezTo>
                    <a:pt x="10" y="5"/>
                    <a:pt x="9" y="4"/>
                    <a:pt x="8" y="3"/>
                  </a:cubicBezTo>
                </a:path>
              </a:pathLst>
            </a:custGeom>
            <a:solidFill>
              <a:srgbClr val="B770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2108" name="Freeform 923">
              <a:extLst>
                <a:ext uri="{FF2B5EF4-FFF2-40B4-BE49-F238E27FC236}">
                  <a16:creationId xmlns:a16="http://schemas.microsoft.com/office/drawing/2014/main" id="{16EB0B01-D841-4D7B-9354-6F52E2F8162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7" y="3875"/>
              <a:ext cx="7" cy="8"/>
            </a:xfrm>
            <a:custGeom>
              <a:avLst/>
              <a:gdLst>
                <a:gd name="T0" fmla="*/ 12 w 4"/>
                <a:gd name="T1" fmla="*/ 8 h 4"/>
                <a:gd name="T2" fmla="*/ 16 w 4"/>
                <a:gd name="T3" fmla="*/ 8 h 4"/>
                <a:gd name="T4" fmla="*/ 7 w 4"/>
                <a:gd name="T5" fmla="*/ 24 h 4"/>
                <a:gd name="T6" fmla="*/ 16 w 4"/>
                <a:gd name="T7" fmla="*/ 8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4">
                  <a:moveTo>
                    <a:pt x="2" y="1"/>
                  </a:moveTo>
                  <a:cubicBezTo>
                    <a:pt x="3" y="1"/>
                    <a:pt x="3" y="1"/>
                    <a:pt x="3" y="1"/>
                  </a:cubicBezTo>
                  <a:cubicBezTo>
                    <a:pt x="4" y="2"/>
                    <a:pt x="3" y="4"/>
                    <a:pt x="1" y="3"/>
                  </a:cubicBezTo>
                  <a:cubicBezTo>
                    <a:pt x="0" y="2"/>
                    <a:pt x="2" y="0"/>
                    <a:pt x="3" y="1"/>
                  </a:cubicBezTo>
                </a:path>
              </a:pathLst>
            </a:custGeom>
            <a:solidFill>
              <a:srgbClr val="B770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2109" name="Freeform 924">
              <a:extLst>
                <a:ext uri="{FF2B5EF4-FFF2-40B4-BE49-F238E27FC236}">
                  <a16:creationId xmlns:a16="http://schemas.microsoft.com/office/drawing/2014/main" id="{69A63750-2178-47C4-8BF3-34A3287024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0" y="3879"/>
              <a:ext cx="3" cy="5"/>
            </a:xfrm>
            <a:custGeom>
              <a:avLst/>
              <a:gdLst>
                <a:gd name="T0" fmla="*/ 5 w 2"/>
                <a:gd name="T1" fmla="*/ 5 h 3"/>
                <a:gd name="T2" fmla="*/ 0 w 2"/>
                <a:gd name="T3" fmla="*/ 5 h 3"/>
                <a:gd name="T4" fmla="*/ 8 w 2"/>
                <a:gd name="T5" fmla="*/ 0 h 3"/>
                <a:gd name="T6" fmla="*/ 8 w 2"/>
                <a:gd name="T7" fmla="*/ 5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3">
                  <a:moveTo>
                    <a:pt x="1" y="1"/>
                  </a:moveTo>
                  <a:cubicBezTo>
                    <a:pt x="2" y="2"/>
                    <a:pt x="0" y="3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2" y="1"/>
                    <a:pt x="2" y="1"/>
                    <a:pt x="2" y="1"/>
                  </a:cubicBezTo>
                </a:path>
              </a:pathLst>
            </a:custGeom>
            <a:solidFill>
              <a:srgbClr val="B770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2110" name="Freeform 925">
              <a:extLst>
                <a:ext uri="{FF2B5EF4-FFF2-40B4-BE49-F238E27FC236}">
                  <a16:creationId xmlns:a16="http://schemas.microsoft.com/office/drawing/2014/main" id="{BB40299E-C358-479D-A879-6617816C38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7" y="3881"/>
              <a:ext cx="7" cy="5"/>
            </a:xfrm>
            <a:custGeom>
              <a:avLst/>
              <a:gdLst>
                <a:gd name="T0" fmla="*/ 12 w 4"/>
                <a:gd name="T1" fmla="*/ 8 h 3"/>
                <a:gd name="T2" fmla="*/ 12 w 4"/>
                <a:gd name="T3" fmla="*/ 5 h 3"/>
                <a:gd name="T4" fmla="*/ 12 w 4"/>
                <a:gd name="T5" fmla="*/ 8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3">
                  <a:moveTo>
                    <a:pt x="2" y="2"/>
                  </a:moveTo>
                  <a:cubicBezTo>
                    <a:pt x="1" y="3"/>
                    <a:pt x="0" y="2"/>
                    <a:pt x="2" y="1"/>
                  </a:cubicBezTo>
                  <a:cubicBezTo>
                    <a:pt x="3" y="0"/>
                    <a:pt x="4" y="3"/>
                    <a:pt x="2" y="2"/>
                  </a:cubicBezTo>
                </a:path>
              </a:pathLst>
            </a:custGeom>
            <a:solidFill>
              <a:srgbClr val="B770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2111" name="Freeform 926">
              <a:extLst>
                <a:ext uri="{FF2B5EF4-FFF2-40B4-BE49-F238E27FC236}">
                  <a16:creationId xmlns:a16="http://schemas.microsoft.com/office/drawing/2014/main" id="{C626E105-FD17-4243-BB75-E8C681F675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2" y="3794"/>
              <a:ext cx="248" cy="258"/>
            </a:xfrm>
            <a:custGeom>
              <a:avLst/>
              <a:gdLst>
                <a:gd name="T0" fmla="*/ 146 w 138"/>
                <a:gd name="T1" fmla="*/ 316 h 134"/>
                <a:gd name="T2" fmla="*/ 58 w 138"/>
                <a:gd name="T3" fmla="*/ 0 h 134"/>
                <a:gd name="T4" fmla="*/ 7 w 138"/>
                <a:gd name="T5" fmla="*/ 256 h 134"/>
                <a:gd name="T6" fmla="*/ 300 w 138"/>
                <a:gd name="T7" fmla="*/ 918 h 134"/>
                <a:gd name="T8" fmla="*/ 661 w 138"/>
                <a:gd name="T9" fmla="*/ 472 h 134"/>
                <a:gd name="T10" fmla="*/ 471 w 138"/>
                <a:gd name="T11" fmla="*/ 100 h 134"/>
                <a:gd name="T12" fmla="*/ 503 w 138"/>
                <a:gd name="T13" fmla="*/ 241 h 13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8" h="134">
                  <a:moveTo>
                    <a:pt x="25" y="44"/>
                  </a:moveTo>
                  <a:cubicBezTo>
                    <a:pt x="19" y="38"/>
                    <a:pt x="9" y="22"/>
                    <a:pt x="10" y="0"/>
                  </a:cubicBezTo>
                  <a:cubicBezTo>
                    <a:pt x="10" y="0"/>
                    <a:pt x="0" y="8"/>
                    <a:pt x="1" y="36"/>
                  </a:cubicBezTo>
                  <a:cubicBezTo>
                    <a:pt x="1" y="64"/>
                    <a:pt x="1" y="134"/>
                    <a:pt x="52" y="129"/>
                  </a:cubicBezTo>
                  <a:cubicBezTo>
                    <a:pt x="102" y="125"/>
                    <a:pt x="138" y="101"/>
                    <a:pt x="114" y="66"/>
                  </a:cubicBezTo>
                  <a:cubicBezTo>
                    <a:pt x="91" y="31"/>
                    <a:pt x="81" y="14"/>
                    <a:pt x="81" y="14"/>
                  </a:cubicBezTo>
                  <a:cubicBezTo>
                    <a:pt x="81" y="14"/>
                    <a:pt x="84" y="23"/>
                    <a:pt x="87" y="34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2112" name="Freeform 927">
              <a:extLst>
                <a:ext uri="{FF2B5EF4-FFF2-40B4-BE49-F238E27FC236}">
                  <a16:creationId xmlns:a16="http://schemas.microsoft.com/office/drawing/2014/main" id="{C075411A-ABEA-49F0-A5F5-87D9E26C51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0" y="3842"/>
              <a:ext cx="140" cy="83"/>
            </a:xfrm>
            <a:custGeom>
              <a:avLst/>
              <a:gdLst>
                <a:gd name="T0" fmla="*/ 393 w 78"/>
                <a:gd name="T1" fmla="*/ 79 h 43"/>
                <a:gd name="T2" fmla="*/ 0 w 78"/>
                <a:gd name="T3" fmla="*/ 156 h 43"/>
                <a:gd name="T4" fmla="*/ 45 w 78"/>
                <a:gd name="T5" fmla="*/ 309 h 43"/>
                <a:gd name="T6" fmla="*/ 451 w 78"/>
                <a:gd name="T7" fmla="*/ 201 h 43"/>
                <a:gd name="T8" fmla="*/ 393 w 78"/>
                <a:gd name="T9" fmla="*/ 79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8" h="43">
                  <a:moveTo>
                    <a:pt x="68" y="11"/>
                  </a:moveTo>
                  <a:cubicBezTo>
                    <a:pt x="68" y="11"/>
                    <a:pt x="37" y="0"/>
                    <a:pt x="0" y="22"/>
                  </a:cubicBezTo>
                  <a:cubicBezTo>
                    <a:pt x="8" y="43"/>
                    <a:pt x="8" y="43"/>
                    <a:pt x="8" y="43"/>
                  </a:cubicBezTo>
                  <a:cubicBezTo>
                    <a:pt x="8" y="43"/>
                    <a:pt x="50" y="22"/>
                    <a:pt x="78" y="28"/>
                  </a:cubicBezTo>
                  <a:lnTo>
                    <a:pt x="68" y="11"/>
                  </a:lnTo>
                  <a:close/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2113" name="Freeform 928">
              <a:extLst>
                <a:ext uri="{FF2B5EF4-FFF2-40B4-BE49-F238E27FC236}">
                  <a16:creationId xmlns:a16="http://schemas.microsoft.com/office/drawing/2014/main" id="{43EA02A2-6041-44D5-9D79-BC663E200A9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458" y="3856"/>
              <a:ext cx="57" cy="46"/>
            </a:xfrm>
            <a:custGeom>
              <a:avLst/>
              <a:gdLst>
                <a:gd name="T0" fmla="*/ 7 w 32"/>
                <a:gd name="T1" fmla="*/ 36 h 24"/>
                <a:gd name="T2" fmla="*/ 29 w 32"/>
                <a:gd name="T3" fmla="*/ 140 h 24"/>
                <a:gd name="T4" fmla="*/ 64 w 32"/>
                <a:gd name="T5" fmla="*/ 169 h 24"/>
                <a:gd name="T6" fmla="*/ 159 w 32"/>
                <a:gd name="T7" fmla="*/ 161 h 24"/>
                <a:gd name="T8" fmla="*/ 175 w 32"/>
                <a:gd name="T9" fmla="*/ 128 h 24"/>
                <a:gd name="T10" fmla="*/ 153 w 32"/>
                <a:gd name="T11" fmla="*/ 29 h 24"/>
                <a:gd name="T12" fmla="*/ 114 w 32"/>
                <a:gd name="T13" fmla="*/ 0 h 24"/>
                <a:gd name="T14" fmla="*/ 21 w 32"/>
                <a:gd name="T15" fmla="*/ 8 h 24"/>
                <a:gd name="T16" fmla="*/ 7 w 32"/>
                <a:gd name="T17" fmla="*/ 36 h 24"/>
                <a:gd name="T18" fmla="*/ 45 w 32"/>
                <a:gd name="T19" fmla="*/ 36 h 24"/>
                <a:gd name="T20" fmla="*/ 109 w 32"/>
                <a:gd name="T21" fmla="*/ 29 h 24"/>
                <a:gd name="T22" fmla="*/ 130 w 32"/>
                <a:gd name="T23" fmla="*/ 44 h 24"/>
                <a:gd name="T24" fmla="*/ 146 w 32"/>
                <a:gd name="T25" fmla="*/ 113 h 24"/>
                <a:gd name="T26" fmla="*/ 137 w 32"/>
                <a:gd name="T27" fmla="*/ 132 h 24"/>
                <a:gd name="T28" fmla="*/ 73 w 32"/>
                <a:gd name="T29" fmla="*/ 140 h 24"/>
                <a:gd name="T30" fmla="*/ 52 w 32"/>
                <a:gd name="T31" fmla="*/ 121 h 24"/>
                <a:gd name="T32" fmla="*/ 36 w 32"/>
                <a:gd name="T33" fmla="*/ 48 h 24"/>
                <a:gd name="T34" fmla="*/ 45 w 32"/>
                <a:gd name="T35" fmla="*/ 36 h 24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32" h="24">
                  <a:moveTo>
                    <a:pt x="1" y="5"/>
                  </a:moveTo>
                  <a:cubicBezTo>
                    <a:pt x="5" y="20"/>
                    <a:pt x="5" y="20"/>
                    <a:pt x="5" y="20"/>
                  </a:cubicBezTo>
                  <a:cubicBezTo>
                    <a:pt x="6" y="22"/>
                    <a:pt x="9" y="24"/>
                    <a:pt x="11" y="24"/>
                  </a:cubicBezTo>
                  <a:cubicBezTo>
                    <a:pt x="28" y="23"/>
                    <a:pt x="28" y="23"/>
                    <a:pt x="28" y="23"/>
                  </a:cubicBezTo>
                  <a:cubicBezTo>
                    <a:pt x="30" y="22"/>
                    <a:pt x="32" y="21"/>
                    <a:pt x="31" y="18"/>
                  </a:cubicBezTo>
                  <a:cubicBezTo>
                    <a:pt x="27" y="4"/>
                    <a:pt x="27" y="4"/>
                    <a:pt x="27" y="4"/>
                  </a:cubicBezTo>
                  <a:cubicBezTo>
                    <a:pt x="26" y="1"/>
                    <a:pt x="23" y="0"/>
                    <a:pt x="20" y="0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2" y="1"/>
                    <a:pt x="0" y="3"/>
                    <a:pt x="1" y="5"/>
                  </a:cubicBezTo>
                  <a:close/>
                  <a:moveTo>
                    <a:pt x="8" y="5"/>
                  </a:moveTo>
                  <a:cubicBezTo>
                    <a:pt x="19" y="4"/>
                    <a:pt x="19" y="4"/>
                    <a:pt x="19" y="4"/>
                  </a:cubicBezTo>
                  <a:cubicBezTo>
                    <a:pt x="21" y="4"/>
                    <a:pt x="22" y="5"/>
                    <a:pt x="23" y="6"/>
                  </a:cubicBezTo>
                  <a:cubicBezTo>
                    <a:pt x="26" y="16"/>
                    <a:pt x="26" y="16"/>
                    <a:pt x="26" y="16"/>
                  </a:cubicBezTo>
                  <a:cubicBezTo>
                    <a:pt x="26" y="18"/>
                    <a:pt x="25" y="19"/>
                    <a:pt x="24" y="19"/>
                  </a:cubicBezTo>
                  <a:cubicBezTo>
                    <a:pt x="13" y="20"/>
                    <a:pt x="13" y="20"/>
                    <a:pt x="13" y="20"/>
                  </a:cubicBezTo>
                  <a:cubicBezTo>
                    <a:pt x="11" y="20"/>
                    <a:pt x="9" y="19"/>
                    <a:pt x="9" y="17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5" y="6"/>
                    <a:pt x="6" y="5"/>
                    <a:pt x="8" y="5"/>
                  </a:cubicBezTo>
                  <a:close/>
                </a:path>
              </a:pathLst>
            </a:custGeom>
            <a:solidFill>
              <a:srgbClr val="2C28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2114" name="Freeform 929">
              <a:extLst>
                <a:ext uri="{FF2B5EF4-FFF2-40B4-BE49-F238E27FC236}">
                  <a16:creationId xmlns:a16="http://schemas.microsoft.com/office/drawing/2014/main" id="{0834F7D8-3C62-4F29-AE21-AC5C0597C34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9" y="3875"/>
              <a:ext cx="14" cy="4"/>
            </a:xfrm>
            <a:custGeom>
              <a:avLst/>
              <a:gdLst>
                <a:gd name="T0" fmla="*/ 7 w 8"/>
                <a:gd name="T1" fmla="*/ 16 h 2"/>
                <a:gd name="T2" fmla="*/ 44 w 8"/>
                <a:gd name="T3" fmla="*/ 0 h 2"/>
                <a:gd name="T4" fmla="*/ 21 w 8"/>
                <a:gd name="T5" fmla="*/ 0 h 2"/>
                <a:gd name="T6" fmla="*/ 0 w 8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2">
                  <a:moveTo>
                    <a:pt x="1" y="2"/>
                  </a:moveTo>
                  <a:cubicBezTo>
                    <a:pt x="3" y="2"/>
                    <a:pt x="6" y="2"/>
                    <a:pt x="8" y="0"/>
                  </a:cubicBezTo>
                  <a:cubicBezTo>
                    <a:pt x="7" y="0"/>
                    <a:pt x="5" y="0"/>
                    <a:pt x="4" y="0"/>
                  </a:cubicBezTo>
                  <a:cubicBezTo>
                    <a:pt x="3" y="0"/>
                    <a:pt x="1" y="0"/>
                    <a:pt x="0" y="0"/>
                  </a:cubicBezTo>
                </a:path>
              </a:pathLst>
            </a:custGeom>
            <a:solidFill>
              <a:srgbClr val="2C28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</p:grpSp>
      <p:grpSp>
        <p:nvGrpSpPr>
          <p:cNvPr id="41993" name="Light-purple-short-sleeve-dress">
            <a:extLst>
              <a:ext uri="{FF2B5EF4-FFF2-40B4-BE49-F238E27FC236}">
                <a16:creationId xmlns:a16="http://schemas.microsoft.com/office/drawing/2014/main" id="{459AF643-A2C7-4DAA-BD2A-F22E3F9DF7EF}"/>
              </a:ext>
            </a:extLst>
          </p:cNvPr>
          <p:cNvGrpSpPr>
            <a:grpSpLocks/>
          </p:cNvGrpSpPr>
          <p:nvPr/>
        </p:nvGrpSpPr>
        <p:grpSpPr bwMode="auto">
          <a:xfrm>
            <a:off x="4171950" y="2030413"/>
            <a:ext cx="1339850" cy="3765550"/>
            <a:chOff x="1838" y="1158"/>
            <a:chExt cx="912" cy="2564"/>
          </a:xfrm>
        </p:grpSpPr>
        <p:sp>
          <p:nvSpPr>
            <p:cNvPr id="42067" name="Freeform 931">
              <a:extLst>
                <a:ext uri="{FF2B5EF4-FFF2-40B4-BE49-F238E27FC236}">
                  <a16:creationId xmlns:a16="http://schemas.microsoft.com/office/drawing/2014/main" id="{7D7867A8-D799-4CBA-A629-5BD7F9C43E8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8" y="1158"/>
              <a:ext cx="911" cy="2564"/>
            </a:xfrm>
            <a:custGeom>
              <a:avLst/>
              <a:gdLst>
                <a:gd name="T0" fmla="*/ 853 w 505"/>
                <a:gd name="T1" fmla="*/ 0 h 1334"/>
                <a:gd name="T2" fmla="*/ 2141 w 505"/>
                <a:gd name="T3" fmla="*/ 8 h 1334"/>
                <a:gd name="T4" fmla="*/ 2531 w 505"/>
                <a:gd name="T5" fmla="*/ 163 h 1334"/>
                <a:gd name="T6" fmla="*/ 2870 w 505"/>
                <a:gd name="T7" fmla="*/ 1411 h 1334"/>
                <a:gd name="T8" fmla="*/ 2432 w 505"/>
                <a:gd name="T9" fmla="*/ 1499 h 1334"/>
                <a:gd name="T10" fmla="*/ 2466 w 505"/>
                <a:gd name="T11" fmla="*/ 2464 h 1334"/>
                <a:gd name="T12" fmla="*/ 2630 w 505"/>
                <a:gd name="T13" fmla="*/ 3310 h 1334"/>
                <a:gd name="T14" fmla="*/ 2600 w 505"/>
                <a:gd name="T15" fmla="*/ 6062 h 1334"/>
                <a:gd name="T16" fmla="*/ 2542 w 505"/>
                <a:gd name="T17" fmla="*/ 8863 h 1334"/>
                <a:gd name="T18" fmla="*/ 381 w 505"/>
                <a:gd name="T19" fmla="*/ 8863 h 1334"/>
                <a:gd name="T20" fmla="*/ 433 w 505"/>
                <a:gd name="T21" fmla="*/ 6129 h 1334"/>
                <a:gd name="T22" fmla="*/ 341 w 505"/>
                <a:gd name="T23" fmla="*/ 3417 h 1334"/>
                <a:gd name="T24" fmla="*/ 523 w 505"/>
                <a:gd name="T25" fmla="*/ 2449 h 1334"/>
                <a:gd name="T26" fmla="*/ 527 w 505"/>
                <a:gd name="T27" fmla="*/ 2132 h 1334"/>
                <a:gd name="T28" fmla="*/ 534 w 505"/>
                <a:gd name="T29" fmla="*/ 1555 h 1334"/>
                <a:gd name="T30" fmla="*/ 105 w 505"/>
                <a:gd name="T31" fmla="*/ 1442 h 1334"/>
                <a:gd name="T32" fmla="*/ 400 w 505"/>
                <a:gd name="T33" fmla="*/ 192 h 1334"/>
                <a:gd name="T34" fmla="*/ 853 w 505"/>
                <a:gd name="T35" fmla="*/ 0 h 1334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505" h="1334">
                  <a:moveTo>
                    <a:pt x="145" y="0"/>
                  </a:moveTo>
                  <a:cubicBezTo>
                    <a:pt x="145" y="0"/>
                    <a:pt x="247" y="184"/>
                    <a:pt x="365" y="1"/>
                  </a:cubicBezTo>
                  <a:cubicBezTo>
                    <a:pt x="365" y="1"/>
                    <a:pt x="406" y="0"/>
                    <a:pt x="431" y="23"/>
                  </a:cubicBezTo>
                  <a:cubicBezTo>
                    <a:pt x="431" y="23"/>
                    <a:pt x="480" y="64"/>
                    <a:pt x="489" y="199"/>
                  </a:cubicBezTo>
                  <a:cubicBezTo>
                    <a:pt x="489" y="199"/>
                    <a:pt x="437" y="217"/>
                    <a:pt x="414" y="211"/>
                  </a:cubicBezTo>
                  <a:cubicBezTo>
                    <a:pt x="414" y="211"/>
                    <a:pt x="428" y="264"/>
                    <a:pt x="420" y="347"/>
                  </a:cubicBezTo>
                  <a:cubicBezTo>
                    <a:pt x="418" y="364"/>
                    <a:pt x="428" y="434"/>
                    <a:pt x="448" y="466"/>
                  </a:cubicBezTo>
                  <a:cubicBezTo>
                    <a:pt x="467" y="498"/>
                    <a:pt x="505" y="603"/>
                    <a:pt x="443" y="854"/>
                  </a:cubicBezTo>
                  <a:cubicBezTo>
                    <a:pt x="382" y="1104"/>
                    <a:pt x="433" y="1248"/>
                    <a:pt x="433" y="1248"/>
                  </a:cubicBezTo>
                  <a:cubicBezTo>
                    <a:pt x="433" y="1248"/>
                    <a:pt x="289" y="1334"/>
                    <a:pt x="65" y="1248"/>
                  </a:cubicBezTo>
                  <a:cubicBezTo>
                    <a:pt x="65" y="1248"/>
                    <a:pt x="91" y="938"/>
                    <a:pt x="74" y="863"/>
                  </a:cubicBezTo>
                  <a:cubicBezTo>
                    <a:pt x="58" y="789"/>
                    <a:pt x="0" y="621"/>
                    <a:pt x="58" y="481"/>
                  </a:cubicBezTo>
                  <a:cubicBezTo>
                    <a:pt x="67" y="461"/>
                    <a:pt x="92" y="426"/>
                    <a:pt x="89" y="345"/>
                  </a:cubicBezTo>
                  <a:cubicBezTo>
                    <a:pt x="89" y="345"/>
                    <a:pt x="92" y="320"/>
                    <a:pt x="90" y="300"/>
                  </a:cubicBezTo>
                  <a:cubicBezTo>
                    <a:pt x="84" y="265"/>
                    <a:pt x="81" y="235"/>
                    <a:pt x="91" y="219"/>
                  </a:cubicBezTo>
                  <a:cubicBezTo>
                    <a:pt x="91" y="219"/>
                    <a:pt x="44" y="222"/>
                    <a:pt x="18" y="203"/>
                  </a:cubicBezTo>
                  <a:cubicBezTo>
                    <a:pt x="18" y="203"/>
                    <a:pt x="19" y="83"/>
                    <a:pt x="68" y="27"/>
                  </a:cubicBezTo>
                  <a:cubicBezTo>
                    <a:pt x="68" y="27"/>
                    <a:pt x="89" y="3"/>
                    <a:pt x="145" y="0"/>
                  </a:cubicBezTo>
                  <a:close/>
                </a:path>
              </a:pathLst>
            </a:custGeom>
            <a:solidFill>
              <a:srgbClr val="DCC5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2068" name="Freeform 932">
              <a:extLst>
                <a:ext uri="{FF2B5EF4-FFF2-40B4-BE49-F238E27FC236}">
                  <a16:creationId xmlns:a16="http://schemas.microsoft.com/office/drawing/2014/main" id="{175D6CE8-B247-426F-96D3-0BCACDBCDDD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1" y="1158"/>
              <a:ext cx="909" cy="2564"/>
            </a:xfrm>
            <a:custGeom>
              <a:avLst/>
              <a:gdLst>
                <a:gd name="T0" fmla="*/ 853 w 504"/>
                <a:gd name="T1" fmla="*/ 0 h 1334"/>
                <a:gd name="T2" fmla="*/ 2141 w 504"/>
                <a:gd name="T3" fmla="*/ 8 h 1334"/>
                <a:gd name="T4" fmla="*/ 2527 w 504"/>
                <a:gd name="T5" fmla="*/ 163 h 1334"/>
                <a:gd name="T6" fmla="*/ 2869 w 504"/>
                <a:gd name="T7" fmla="*/ 1411 h 1334"/>
                <a:gd name="T8" fmla="*/ 2429 w 504"/>
                <a:gd name="T9" fmla="*/ 1499 h 1334"/>
                <a:gd name="T10" fmla="*/ 2453 w 504"/>
                <a:gd name="T11" fmla="*/ 1995 h 1334"/>
                <a:gd name="T12" fmla="*/ 2465 w 504"/>
                <a:gd name="T13" fmla="*/ 2464 h 1334"/>
                <a:gd name="T14" fmla="*/ 2622 w 504"/>
                <a:gd name="T15" fmla="*/ 3310 h 1334"/>
                <a:gd name="T16" fmla="*/ 2599 w 504"/>
                <a:gd name="T17" fmla="*/ 6062 h 1334"/>
                <a:gd name="T18" fmla="*/ 2534 w 504"/>
                <a:gd name="T19" fmla="*/ 8870 h 1334"/>
                <a:gd name="T20" fmla="*/ 381 w 504"/>
                <a:gd name="T21" fmla="*/ 8870 h 1334"/>
                <a:gd name="T22" fmla="*/ 433 w 504"/>
                <a:gd name="T23" fmla="*/ 6137 h 1334"/>
                <a:gd name="T24" fmla="*/ 341 w 504"/>
                <a:gd name="T25" fmla="*/ 3417 h 1334"/>
                <a:gd name="T26" fmla="*/ 523 w 504"/>
                <a:gd name="T27" fmla="*/ 2449 h 1334"/>
                <a:gd name="T28" fmla="*/ 518 w 504"/>
                <a:gd name="T29" fmla="*/ 2187 h 1334"/>
                <a:gd name="T30" fmla="*/ 527 w 504"/>
                <a:gd name="T31" fmla="*/ 1555 h 1334"/>
                <a:gd name="T32" fmla="*/ 105 w 504"/>
                <a:gd name="T33" fmla="*/ 1447 h 1334"/>
                <a:gd name="T34" fmla="*/ 400 w 504"/>
                <a:gd name="T35" fmla="*/ 200 h 1334"/>
                <a:gd name="T36" fmla="*/ 853 w 504"/>
                <a:gd name="T37" fmla="*/ 0 h 1334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504" h="1334">
                  <a:moveTo>
                    <a:pt x="145" y="0"/>
                  </a:moveTo>
                  <a:cubicBezTo>
                    <a:pt x="145" y="0"/>
                    <a:pt x="246" y="184"/>
                    <a:pt x="365" y="1"/>
                  </a:cubicBezTo>
                  <a:cubicBezTo>
                    <a:pt x="365" y="1"/>
                    <a:pt x="405" y="0"/>
                    <a:pt x="431" y="23"/>
                  </a:cubicBezTo>
                  <a:cubicBezTo>
                    <a:pt x="431" y="23"/>
                    <a:pt x="480" y="64"/>
                    <a:pt x="489" y="199"/>
                  </a:cubicBezTo>
                  <a:cubicBezTo>
                    <a:pt x="489" y="199"/>
                    <a:pt x="436" y="217"/>
                    <a:pt x="414" y="211"/>
                  </a:cubicBezTo>
                  <a:cubicBezTo>
                    <a:pt x="414" y="211"/>
                    <a:pt x="421" y="248"/>
                    <a:pt x="418" y="281"/>
                  </a:cubicBezTo>
                  <a:cubicBezTo>
                    <a:pt x="416" y="310"/>
                    <a:pt x="421" y="339"/>
                    <a:pt x="420" y="347"/>
                  </a:cubicBezTo>
                  <a:cubicBezTo>
                    <a:pt x="416" y="364"/>
                    <a:pt x="428" y="435"/>
                    <a:pt x="447" y="466"/>
                  </a:cubicBezTo>
                  <a:cubicBezTo>
                    <a:pt x="467" y="498"/>
                    <a:pt x="504" y="603"/>
                    <a:pt x="443" y="854"/>
                  </a:cubicBezTo>
                  <a:cubicBezTo>
                    <a:pt x="382" y="1105"/>
                    <a:pt x="432" y="1249"/>
                    <a:pt x="432" y="1249"/>
                  </a:cubicBezTo>
                  <a:cubicBezTo>
                    <a:pt x="432" y="1249"/>
                    <a:pt x="288" y="1334"/>
                    <a:pt x="65" y="1249"/>
                  </a:cubicBezTo>
                  <a:cubicBezTo>
                    <a:pt x="65" y="1249"/>
                    <a:pt x="90" y="938"/>
                    <a:pt x="74" y="864"/>
                  </a:cubicBezTo>
                  <a:cubicBezTo>
                    <a:pt x="58" y="789"/>
                    <a:pt x="0" y="621"/>
                    <a:pt x="58" y="481"/>
                  </a:cubicBezTo>
                  <a:cubicBezTo>
                    <a:pt x="67" y="461"/>
                    <a:pt x="91" y="427"/>
                    <a:pt x="89" y="345"/>
                  </a:cubicBezTo>
                  <a:cubicBezTo>
                    <a:pt x="89" y="345"/>
                    <a:pt x="88" y="329"/>
                    <a:pt x="88" y="308"/>
                  </a:cubicBezTo>
                  <a:cubicBezTo>
                    <a:pt x="88" y="277"/>
                    <a:pt x="73" y="259"/>
                    <a:pt x="90" y="219"/>
                  </a:cubicBezTo>
                  <a:cubicBezTo>
                    <a:pt x="90" y="219"/>
                    <a:pt x="43" y="222"/>
                    <a:pt x="18" y="204"/>
                  </a:cubicBezTo>
                  <a:cubicBezTo>
                    <a:pt x="18" y="204"/>
                    <a:pt x="19" y="83"/>
                    <a:pt x="68" y="28"/>
                  </a:cubicBezTo>
                  <a:cubicBezTo>
                    <a:pt x="68" y="28"/>
                    <a:pt x="89" y="4"/>
                    <a:pt x="145" y="0"/>
                  </a:cubicBezTo>
                  <a:close/>
                </a:path>
              </a:pathLst>
            </a:custGeom>
            <a:noFill/>
            <a:ln w="7938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2069" name="Freeform 933">
              <a:extLst>
                <a:ext uri="{FF2B5EF4-FFF2-40B4-BE49-F238E27FC236}">
                  <a16:creationId xmlns:a16="http://schemas.microsoft.com/office/drawing/2014/main" id="{52F641A1-E976-4C61-BBDC-E7178C6D53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3" y="1454"/>
              <a:ext cx="11" cy="125"/>
            </a:xfrm>
            <a:custGeom>
              <a:avLst/>
              <a:gdLst>
                <a:gd name="T0" fmla="*/ 37 w 6"/>
                <a:gd name="T1" fmla="*/ 462 h 65"/>
                <a:gd name="T2" fmla="*/ 13 w 6"/>
                <a:gd name="T3" fmla="*/ 240 h 65"/>
                <a:gd name="T4" fmla="*/ 20 w 6"/>
                <a:gd name="T5" fmla="*/ 0 h 6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65">
                  <a:moveTo>
                    <a:pt x="6" y="65"/>
                  </a:moveTo>
                  <a:cubicBezTo>
                    <a:pt x="6" y="55"/>
                    <a:pt x="1" y="46"/>
                    <a:pt x="2" y="34"/>
                  </a:cubicBezTo>
                  <a:cubicBezTo>
                    <a:pt x="2" y="24"/>
                    <a:pt x="0" y="9"/>
                    <a:pt x="3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2070" name="Freeform 934">
              <a:extLst>
                <a:ext uri="{FF2B5EF4-FFF2-40B4-BE49-F238E27FC236}">
                  <a16:creationId xmlns:a16="http://schemas.microsoft.com/office/drawing/2014/main" id="{A7DE7BC0-B360-4DE5-8766-B81F7D83E7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8" y="1429"/>
              <a:ext cx="20" cy="134"/>
            </a:xfrm>
            <a:custGeom>
              <a:avLst/>
              <a:gdLst>
                <a:gd name="T0" fmla="*/ 65 w 11"/>
                <a:gd name="T1" fmla="*/ 492 h 70"/>
                <a:gd name="T2" fmla="*/ 53 w 11"/>
                <a:gd name="T3" fmla="*/ 253 h 70"/>
                <a:gd name="T4" fmla="*/ 7 w 11"/>
                <a:gd name="T5" fmla="*/ 0 h 7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70">
                  <a:moveTo>
                    <a:pt x="11" y="70"/>
                  </a:moveTo>
                  <a:cubicBezTo>
                    <a:pt x="5" y="65"/>
                    <a:pt x="10" y="44"/>
                    <a:pt x="9" y="36"/>
                  </a:cubicBezTo>
                  <a:cubicBezTo>
                    <a:pt x="8" y="24"/>
                    <a:pt x="0" y="13"/>
                    <a:pt x="1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2071" name="Freeform 935">
              <a:extLst>
                <a:ext uri="{FF2B5EF4-FFF2-40B4-BE49-F238E27FC236}">
                  <a16:creationId xmlns:a16="http://schemas.microsoft.com/office/drawing/2014/main" id="{47751C16-5447-45B3-92E5-A4375325AF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5" y="1444"/>
              <a:ext cx="6" cy="21"/>
            </a:xfrm>
            <a:custGeom>
              <a:avLst/>
              <a:gdLst>
                <a:gd name="T0" fmla="*/ 0 w 3"/>
                <a:gd name="T1" fmla="*/ 76 h 11"/>
                <a:gd name="T2" fmla="*/ 24 w 3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1">
                  <a:moveTo>
                    <a:pt x="0" y="11"/>
                  </a:moveTo>
                  <a:cubicBezTo>
                    <a:pt x="0" y="8"/>
                    <a:pt x="1" y="3"/>
                    <a:pt x="3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2072" name="Freeform 936">
              <a:extLst>
                <a:ext uri="{FF2B5EF4-FFF2-40B4-BE49-F238E27FC236}">
                  <a16:creationId xmlns:a16="http://schemas.microsoft.com/office/drawing/2014/main" id="{C895931D-7BD7-4667-BC6D-53FE32D42BD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0" y="1465"/>
              <a:ext cx="13" cy="18"/>
            </a:xfrm>
            <a:custGeom>
              <a:avLst/>
              <a:gdLst>
                <a:gd name="T0" fmla="*/ 45 w 7"/>
                <a:gd name="T1" fmla="*/ 72 h 9"/>
                <a:gd name="T2" fmla="*/ 0 w 7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9">
                  <a:moveTo>
                    <a:pt x="7" y="9"/>
                  </a:moveTo>
                  <a:cubicBezTo>
                    <a:pt x="6" y="5"/>
                    <a:pt x="4" y="1"/>
                    <a:pt x="0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2073" name="Freeform 937">
              <a:extLst>
                <a:ext uri="{FF2B5EF4-FFF2-40B4-BE49-F238E27FC236}">
                  <a16:creationId xmlns:a16="http://schemas.microsoft.com/office/drawing/2014/main" id="{919A11CE-BA79-4E6B-8473-F7385F9624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2" y="1719"/>
              <a:ext cx="335" cy="77"/>
            </a:xfrm>
            <a:custGeom>
              <a:avLst/>
              <a:gdLst>
                <a:gd name="T0" fmla="*/ 0 w 186"/>
                <a:gd name="T1" fmla="*/ 0 h 40"/>
                <a:gd name="T2" fmla="*/ 481 w 186"/>
                <a:gd name="T3" fmla="*/ 200 h 40"/>
                <a:gd name="T4" fmla="*/ 1086 w 186"/>
                <a:gd name="T5" fmla="*/ 285 h 40"/>
                <a:gd name="T6" fmla="*/ 445 w 186"/>
                <a:gd name="T7" fmla="*/ 241 h 40"/>
                <a:gd name="T8" fmla="*/ 169 w 186"/>
                <a:gd name="T9" fmla="*/ 216 h 40"/>
                <a:gd name="T10" fmla="*/ 13 w 186"/>
                <a:gd name="T11" fmla="*/ 29 h 4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6" h="40">
                  <a:moveTo>
                    <a:pt x="0" y="0"/>
                  </a:moveTo>
                  <a:cubicBezTo>
                    <a:pt x="16" y="31"/>
                    <a:pt x="52" y="31"/>
                    <a:pt x="82" y="28"/>
                  </a:cubicBezTo>
                  <a:cubicBezTo>
                    <a:pt x="115" y="24"/>
                    <a:pt x="158" y="19"/>
                    <a:pt x="186" y="40"/>
                  </a:cubicBezTo>
                  <a:cubicBezTo>
                    <a:pt x="154" y="22"/>
                    <a:pt x="112" y="32"/>
                    <a:pt x="76" y="34"/>
                  </a:cubicBezTo>
                  <a:cubicBezTo>
                    <a:pt x="61" y="34"/>
                    <a:pt x="44" y="33"/>
                    <a:pt x="29" y="30"/>
                  </a:cubicBezTo>
                  <a:cubicBezTo>
                    <a:pt x="20" y="27"/>
                    <a:pt x="0" y="15"/>
                    <a:pt x="2" y="4"/>
                  </a:cubicBezTo>
                </a:path>
              </a:pathLst>
            </a:custGeom>
            <a:solidFill>
              <a:srgbClr val="B898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2074" name="Freeform 938">
              <a:extLst>
                <a:ext uri="{FF2B5EF4-FFF2-40B4-BE49-F238E27FC236}">
                  <a16:creationId xmlns:a16="http://schemas.microsoft.com/office/drawing/2014/main" id="{B8E6A477-9423-4719-9478-AC78A52AD2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3" y="1633"/>
              <a:ext cx="112" cy="138"/>
            </a:xfrm>
            <a:custGeom>
              <a:avLst/>
              <a:gdLst>
                <a:gd name="T0" fmla="*/ 13 w 62"/>
                <a:gd name="T1" fmla="*/ 0 h 72"/>
                <a:gd name="T2" fmla="*/ 13 w 62"/>
                <a:gd name="T3" fmla="*/ 176 h 72"/>
                <a:gd name="T4" fmla="*/ 65 w 62"/>
                <a:gd name="T5" fmla="*/ 345 h 72"/>
                <a:gd name="T6" fmla="*/ 182 w 62"/>
                <a:gd name="T7" fmla="*/ 477 h 72"/>
                <a:gd name="T8" fmla="*/ 365 w 62"/>
                <a:gd name="T9" fmla="*/ 500 h 72"/>
                <a:gd name="T10" fmla="*/ 94 w 62"/>
                <a:gd name="T11" fmla="*/ 309 h 72"/>
                <a:gd name="T12" fmla="*/ 7 w 62"/>
                <a:gd name="T13" fmla="*/ 23 h 7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2" h="72">
                  <a:moveTo>
                    <a:pt x="2" y="0"/>
                  </a:moveTo>
                  <a:cubicBezTo>
                    <a:pt x="0" y="7"/>
                    <a:pt x="2" y="18"/>
                    <a:pt x="2" y="25"/>
                  </a:cubicBezTo>
                  <a:cubicBezTo>
                    <a:pt x="3" y="34"/>
                    <a:pt x="6" y="41"/>
                    <a:pt x="11" y="49"/>
                  </a:cubicBezTo>
                  <a:cubicBezTo>
                    <a:pt x="16" y="57"/>
                    <a:pt x="23" y="64"/>
                    <a:pt x="31" y="68"/>
                  </a:cubicBezTo>
                  <a:cubicBezTo>
                    <a:pt x="40" y="72"/>
                    <a:pt x="52" y="71"/>
                    <a:pt x="62" y="71"/>
                  </a:cubicBezTo>
                  <a:cubicBezTo>
                    <a:pt x="47" y="69"/>
                    <a:pt x="25" y="56"/>
                    <a:pt x="16" y="44"/>
                  </a:cubicBezTo>
                  <a:cubicBezTo>
                    <a:pt x="7" y="32"/>
                    <a:pt x="5" y="17"/>
                    <a:pt x="1" y="3"/>
                  </a:cubicBezTo>
                </a:path>
              </a:pathLst>
            </a:custGeom>
            <a:solidFill>
              <a:srgbClr val="F2E3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2075" name="Freeform 939">
              <a:extLst>
                <a:ext uri="{FF2B5EF4-FFF2-40B4-BE49-F238E27FC236}">
                  <a16:creationId xmlns:a16="http://schemas.microsoft.com/office/drawing/2014/main" id="{05455708-11EE-4655-96FD-176D5A5BC8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2" y="1677"/>
              <a:ext cx="99" cy="108"/>
            </a:xfrm>
            <a:custGeom>
              <a:avLst/>
              <a:gdLst>
                <a:gd name="T0" fmla="*/ 0 w 55"/>
                <a:gd name="T1" fmla="*/ 365 h 56"/>
                <a:gd name="T2" fmla="*/ 275 w 55"/>
                <a:gd name="T3" fmla="*/ 264 h 56"/>
                <a:gd name="T4" fmla="*/ 320 w 55"/>
                <a:gd name="T5" fmla="*/ 0 h 56"/>
                <a:gd name="T6" fmla="*/ 211 w 55"/>
                <a:gd name="T7" fmla="*/ 287 h 56"/>
                <a:gd name="T8" fmla="*/ 0 w 55"/>
                <a:gd name="T9" fmla="*/ 372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5" h="56">
                  <a:moveTo>
                    <a:pt x="0" y="51"/>
                  </a:moveTo>
                  <a:cubicBezTo>
                    <a:pt x="17" y="56"/>
                    <a:pt x="35" y="50"/>
                    <a:pt x="47" y="37"/>
                  </a:cubicBezTo>
                  <a:cubicBezTo>
                    <a:pt x="55" y="27"/>
                    <a:pt x="55" y="12"/>
                    <a:pt x="55" y="0"/>
                  </a:cubicBezTo>
                  <a:cubicBezTo>
                    <a:pt x="54" y="14"/>
                    <a:pt x="47" y="32"/>
                    <a:pt x="36" y="40"/>
                  </a:cubicBezTo>
                  <a:cubicBezTo>
                    <a:pt x="26" y="47"/>
                    <a:pt x="11" y="55"/>
                    <a:pt x="0" y="52"/>
                  </a:cubicBezTo>
                </a:path>
              </a:pathLst>
            </a:custGeom>
            <a:solidFill>
              <a:srgbClr val="F2E3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2076" name="Freeform 940">
              <a:extLst>
                <a:ext uri="{FF2B5EF4-FFF2-40B4-BE49-F238E27FC236}">
                  <a16:creationId xmlns:a16="http://schemas.microsoft.com/office/drawing/2014/main" id="{82137A95-4DF8-4C6C-823E-441DFDB07C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6" y="1171"/>
              <a:ext cx="193" cy="169"/>
            </a:xfrm>
            <a:custGeom>
              <a:avLst/>
              <a:gdLst>
                <a:gd name="T0" fmla="*/ 0 w 107"/>
                <a:gd name="T1" fmla="*/ 0 h 88"/>
                <a:gd name="T2" fmla="*/ 628 w 107"/>
                <a:gd name="T3" fmla="*/ 601 h 88"/>
                <a:gd name="T4" fmla="*/ 0 w 107"/>
                <a:gd name="T5" fmla="*/ 0 h 8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7" h="88">
                  <a:moveTo>
                    <a:pt x="0" y="0"/>
                  </a:moveTo>
                  <a:cubicBezTo>
                    <a:pt x="0" y="0"/>
                    <a:pt x="51" y="86"/>
                    <a:pt x="107" y="85"/>
                  </a:cubicBezTo>
                  <a:cubicBezTo>
                    <a:pt x="107" y="85"/>
                    <a:pt x="39" y="88"/>
                    <a:pt x="0" y="0"/>
                  </a:cubicBezTo>
                  <a:close/>
                </a:path>
              </a:pathLst>
            </a:custGeom>
            <a:solidFill>
              <a:srgbClr val="F2E3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2077" name="Freeform 941">
              <a:extLst>
                <a:ext uri="{FF2B5EF4-FFF2-40B4-BE49-F238E27FC236}">
                  <a16:creationId xmlns:a16="http://schemas.microsoft.com/office/drawing/2014/main" id="{4AA25603-1236-4CE8-85B6-5B139168E7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1" y="1292"/>
              <a:ext cx="43" cy="250"/>
            </a:xfrm>
            <a:custGeom>
              <a:avLst/>
              <a:gdLst>
                <a:gd name="T0" fmla="*/ 0 w 24"/>
                <a:gd name="T1" fmla="*/ 925 h 130"/>
                <a:gd name="T2" fmla="*/ 138 w 24"/>
                <a:gd name="T3" fmla="*/ 0 h 130"/>
                <a:gd name="T4" fmla="*/ 0 w 24"/>
                <a:gd name="T5" fmla="*/ 925 h 1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130">
                  <a:moveTo>
                    <a:pt x="0" y="130"/>
                  </a:moveTo>
                  <a:cubicBezTo>
                    <a:pt x="0" y="130"/>
                    <a:pt x="3" y="40"/>
                    <a:pt x="24" y="0"/>
                  </a:cubicBezTo>
                  <a:cubicBezTo>
                    <a:pt x="24" y="0"/>
                    <a:pt x="5" y="54"/>
                    <a:pt x="0" y="130"/>
                  </a:cubicBezTo>
                  <a:close/>
                </a:path>
              </a:pathLst>
            </a:custGeom>
            <a:solidFill>
              <a:srgbClr val="F2E3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2078" name="Freeform 942">
              <a:extLst>
                <a:ext uri="{FF2B5EF4-FFF2-40B4-BE49-F238E27FC236}">
                  <a16:creationId xmlns:a16="http://schemas.microsoft.com/office/drawing/2014/main" id="{F5AE2E2F-D06D-4A9D-AE78-1EA4932F0D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7" y="1433"/>
              <a:ext cx="14" cy="77"/>
            </a:xfrm>
            <a:custGeom>
              <a:avLst/>
              <a:gdLst>
                <a:gd name="T0" fmla="*/ 44 w 8"/>
                <a:gd name="T1" fmla="*/ 0 h 40"/>
                <a:gd name="T2" fmla="*/ 12 w 8"/>
                <a:gd name="T3" fmla="*/ 285 h 40"/>
                <a:gd name="T4" fmla="*/ 44 w 8"/>
                <a:gd name="T5" fmla="*/ 0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40">
                  <a:moveTo>
                    <a:pt x="8" y="0"/>
                  </a:moveTo>
                  <a:cubicBezTo>
                    <a:pt x="8" y="0"/>
                    <a:pt x="0" y="19"/>
                    <a:pt x="2" y="40"/>
                  </a:cubicBezTo>
                  <a:cubicBezTo>
                    <a:pt x="2" y="40"/>
                    <a:pt x="5" y="4"/>
                    <a:pt x="8" y="0"/>
                  </a:cubicBezTo>
                  <a:close/>
                </a:path>
              </a:pathLst>
            </a:custGeom>
            <a:solidFill>
              <a:srgbClr val="F2E3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2079" name="Freeform 943">
              <a:extLst>
                <a:ext uri="{FF2B5EF4-FFF2-40B4-BE49-F238E27FC236}">
                  <a16:creationId xmlns:a16="http://schemas.microsoft.com/office/drawing/2014/main" id="{DEE82144-E409-4359-9D4A-33B5830B54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1" y="1444"/>
              <a:ext cx="16" cy="106"/>
            </a:xfrm>
            <a:custGeom>
              <a:avLst/>
              <a:gdLst>
                <a:gd name="T0" fmla="*/ 21 w 9"/>
                <a:gd name="T1" fmla="*/ 0 h 55"/>
                <a:gd name="T2" fmla="*/ 16 w 9"/>
                <a:gd name="T3" fmla="*/ 116 h 55"/>
                <a:gd name="T4" fmla="*/ 21 w 9"/>
                <a:gd name="T5" fmla="*/ 393 h 55"/>
                <a:gd name="T6" fmla="*/ 44 w 9"/>
                <a:gd name="T7" fmla="*/ 145 h 55"/>
                <a:gd name="T8" fmla="*/ 21 w 9"/>
                <a:gd name="T9" fmla="*/ 0 h 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55">
                  <a:moveTo>
                    <a:pt x="4" y="0"/>
                  </a:moveTo>
                  <a:cubicBezTo>
                    <a:pt x="4" y="0"/>
                    <a:pt x="0" y="9"/>
                    <a:pt x="3" y="16"/>
                  </a:cubicBezTo>
                  <a:cubicBezTo>
                    <a:pt x="7" y="23"/>
                    <a:pt x="4" y="54"/>
                    <a:pt x="4" y="55"/>
                  </a:cubicBezTo>
                  <a:cubicBezTo>
                    <a:pt x="4" y="55"/>
                    <a:pt x="9" y="27"/>
                    <a:pt x="8" y="20"/>
                  </a:cubicBezTo>
                  <a:cubicBezTo>
                    <a:pt x="6" y="12"/>
                    <a:pt x="2" y="3"/>
                    <a:pt x="4" y="0"/>
                  </a:cubicBezTo>
                  <a:close/>
                </a:path>
              </a:pathLst>
            </a:custGeom>
            <a:solidFill>
              <a:srgbClr val="F2E3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2080" name="Freeform 944">
              <a:extLst>
                <a:ext uri="{FF2B5EF4-FFF2-40B4-BE49-F238E27FC236}">
                  <a16:creationId xmlns:a16="http://schemas.microsoft.com/office/drawing/2014/main" id="{A13C6ED5-04CC-416F-97C8-D662EFA999C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7" y="2040"/>
              <a:ext cx="257" cy="542"/>
            </a:xfrm>
            <a:custGeom>
              <a:avLst/>
              <a:gdLst>
                <a:gd name="T0" fmla="*/ 807 w 143"/>
                <a:gd name="T1" fmla="*/ 1987 h 282"/>
                <a:gd name="T2" fmla="*/ 58 w 143"/>
                <a:gd name="T3" fmla="*/ 1255 h 282"/>
                <a:gd name="T4" fmla="*/ 29 w 143"/>
                <a:gd name="T5" fmla="*/ 577 h 282"/>
                <a:gd name="T6" fmla="*/ 122 w 143"/>
                <a:gd name="T7" fmla="*/ 0 h 282"/>
                <a:gd name="T8" fmla="*/ 72 w 143"/>
                <a:gd name="T9" fmla="*/ 477 h 282"/>
                <a:gd name="T10" fmla="*/ 72 w 143"/>
                <a:gd name="T11" fmla="*/ 846 h 282"/>
                <a:gd name="T12" fmla="*/ 167 w 143"/>
                <a:gd name="T13" fmla="*/ 1386 h 282"/>
                <a:gd name="T14" fmla="*/ 471 w 143"/>
                <a:gd name="T15" fmla="*/ 1787 h 282"/>
                <a:gd name="T16" fmla="*/ 823 w 143"/>
                <a:gd name="T17" fmla="*/ 1987 h 282"/>
                <a:gd name="T18" fmla="*/ 814 w 143"/>
                <a:gd name="T19" fmla="*/ 1995 h 28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43" h="282">
                  <a:moveTo>
                    <a:pt x="139" y="280"/>
                  </a:moveTo>
                  <a:cubicBezTo>
                    <a:pt x="90" y="259"/>
                    <a:pt x="27" y="235"/>
                    <a:pt x="10" y="177"/>
                  </a:cubicBezTo>
                  <a:cubicBezTo>
                    <a:pt x="0" y="147"/>
                    <a:pt x="0" y="111"/>
                    <a:pt x="5" y="81"/>
                  </a:cubicBezTo>
                  <a:cubicBezTo>
                    <a:pt x="9" y="54"/>
                    <a:pt x="19" y="27"/>
                    <a:pt x="21" y="0"/>
                  </a:cubicBezTo>
                  <a:cubicBezTo>
                    <a:pt x="27" y="20"/>
                    <a:pt x="15" y="46"/>
                    <a:pt x="12" y="67"/>
                  </a:cubicBezTo>
                  <a:cubicBezTo>
                    <a:pt x="10" y="84"/>
                    <a:pt x="12" y="101"/>
                    <a:pt x="12" y="119"/>
                  </a:cubicBezTo>
                  <a:cubicBezTo>
                    <a:pt x="12" y="146"/>
                    <a:pt x="17" y="170"/>
                    <a:pt x="29" y="195"/>
                  </a:cubicBezTo>
                  <a:cubicBezTo>
                    <a:pt x="40" y="217"/>
                    <a:pt x="59" y="240"/>
                    <a:pt x="81" y="252"/>
                  </a:cubicBezTo>
                  <a:cubicBezTo>
                    <a:pt x="101" y="262"/>
                    <a:pt x="122" y="270"/>
                    <a:pt x="142" y="280"/>
                  </a:cubicBezTo>
                  <a:cubicBezTo>
                    <a:pt x="143" y="282"/>
                    <a:pt x="141" y="280"/>
                    <a:pt x="140" y="281"/>
                  </a:cubicBezTo>
                </a:path>
              </a:pathLst>
            </a:custGeom>
            <a:solidFill>
              <a:srgbClr val="B898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2081" name="Freeform 945">
              <a:extLst>
                <a:ext uri="{FF2B5EF4-FFF2-40B4-BE49-F238E27FC236}">
                  <a16:creationId xmlns:a16="http://schemas.microsoft.com/office/drawing/2014/main" id="{536BAF32-D576-4997-83C2-81AD32E8CD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7" y="2342"/>
              <a:ext cx="123" cy="152"/>
            </a:xfrm>
            <a:custGeom>
              <a:avLst/>
              <a:gdLst>
                <a:gd name="T0" fmla="*/ 36 w 68"/>
                <a:gd name="T1" fmla="*/ 0 h 79"/>
                <a:gd name="T2" fmla="*/ 147 w 68"/>
                <a:gd name="T3" fmla="*/ 364 h 79"/>
                <a:gd name="T4" fmla="*/ 402 w 68"/>
                <a:gd name="T5" fmla="*/ 562 h 79"/>
                <a:gd name="T6" fmla="*/ 29 w 68"/>
                <a:gd name="T7" fmla="*/ 0 h 7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8" h="79">
                  <a:moveTo>
                    <a:pt x="6" y="0"/>
                  </a:moveTo>
                  <a:cubicBezTo>
                    <a:pt x="0" y="15"/>
                    <a:pt x="16" y="42"/>
                    <a:pt x="25" y="51"/>
                  </a:cubicBezTo>
                  <a:cubicBezTo>
                    <a:pt x="38" y="64"/>
                    <a:pt x="51" y="74"/>
                    <a:pt x="68" y="79"/>
                  </a:cubicBezTo>
                  <a:cubicBezTo>
                    <a:pt x="41" y="65"/>
                    <a:pt x="15" y="28"/>
                    <a:pt x="5" y="0"/>
                  </a:cubicBezTo>
                </a:path>
              </a:pathLst>
            </a:custGeom>
            <a:solidFill>
              <a:srgbClr val="B898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2082" name="Freeform 946">
              <a:extLst>
                <a:ext uri="{FF2B5EF4-FFF2-40B4-BE49-F238E27FC236}">
                  <a16:creationId xmlns:a16="http://schemas.microsoft.com/office/drawing/2014/main" id="{63E516E8-D7BA-4704-A6FC-1793D34A96A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1" y="2232"/>
              <a:ext cx="57" cy="220"/>
            </a:xfrm>
            <a:custGeom>
              <a:avLst/>
              <a:gdLst>
                <a:gd name="T0" fmla="*/ 16 w 32"/>
                <a:gd name="T1" fmla="*/ 0 h 114"/>
                <a:gd name="T2" fmla="*/ 29 w 32"/>
                <a:gd name="T3" fmla="*/ 417 h 114"/>
                <a:gd name="T4" fmla="*/ 94 w 32"/>
                <a:gd name="T5" fmla="*/ 618 h 114"/>
                <a:gd name="T6" fmla="*/ 143 w 32"/>
                <a:gd name="T7" fmla="*/ 726 h 114"/>
                <a:gd name="T8" fmla="*/ 182 w 32"/>
                <a:gd name="T9" fmla="*/ 820 h 114"/>
                <a:gd name="T10" fmla="*/ 57 w 32"/>
                <a:gd name="T11" fmla="*/ 633 h 114"/>
                <a:gd name="T12" fmla="*/ 12 w 32"/>
                <a:gd name="T13" fmla="*/ 401 h 114"/>
                <a:gd name="T14" fmla="*/ 0 w 32"/>
                <a:gd name="T15" fmla="*/ 164 h 114"/>
                <a:gd name="T16" fmla="*/ 16 w 32"/>
                <a:gd name="T17" fmla="*/ 15 h 11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2" h="114">
                  <a:moveTo>
                    <a:pt x="3" y="0"/>
                  </a:moveTo>
                  <a:cubicBezTo>
                    <a:pt x="0" y="19"/>
                    <a:pt x="1" y="38"/>
                    <a:pt x="5" y="58"/>
                  </a:cubicBezTo>
                  <a:cubicBezTo>
                    <a:pt x="8" y="68"/>
                    <a:pt x="12" y="77"/>
                    <a:pt x="17" y="86"/>
                  </a:cubicBezTo>
                  <a:cubicBezTo>
                    <a:pt x="20" y="91"/>
                    <a:pt x="22" y="96"/>
                    <a:pt x="25" y="101"/>
                  </a:cubicBezTo>
                  <a:cubicBezTo>
                    <a:pt x="27" y="105"/>
                    <a:pt x="32" y="109"/>
                    <a:pt x="32" y="114"/>
                  </a:cubicBezTo>
                  <a:cubicBezTo>
                    <a:pt x="23" y="109"/>
                    <a:pt x="15" y="97"/>
                    <a:pt x="10" y="88"/>
                  </a:cubicBezTo>
                  <a:cubicBezTo>
                    <a:pt x="5" y="78"/>
                    <a:pt x="4" y="67"/>
                    <a:pt x="2" y="56"/>
                  </a:cubicBezTo>
                  <a:cubicBezTo>
                    <a:pt x="0" y="45"/>
                    <a:pt x="0" y="34"/>
                    <a:pt x="0" y="23"/>
                  </a:cubicBezTo>
                  <a:cubicBezTo>
                    <a:pt x="0" y="17"/>
                    <a:pt x="0" y="8"/>
                    <a:pt x="3" y="2"/>
                  </a:cubicBezTo>
                </a:path>
              </a:pathLst>
            </a:custGeom>
            <a:solidFill>
              <a:srgbClr val="F2E3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2083" name="Freeform 947">
              <a:extLst>
                <a:ext uri="{FF2B5EF4-FFF2-40B4-BE49-F238E27FC236}">
                  <a16:creationId xmlns:a16="http://schemas.microsoft.com/office/drawing/2014/main" id="{E743EB52-619D-4750-893C-3FCCB48592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3" y="3532"/>
              <a:ext cx="377" cy="110"/>
            </a:xfrm>
            <a:custGeom>
              <a:avLst/>
              <a:gdLst>
                <a:gd name="T0" fmla="*/ 0 w 209"/>
                <a:gd name="T1" fmla="*/ 56 h 57"/>
                <a:gd name="T2" fmla="*/ 1227 w 209"/>
                <a:gd name="T3" fmla="*/ 324 h 57"/>
                <a:gd name="T4" fmla="*/ 0 w 209"/>
                <a:gd name="T5" fmla="*/ 0 h 57"/>
                <a:gd name="T6" fmla="*/ 0 w 209"/>
                <a:gd name="T7" fmla="*/ 56 h 5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9" h="57">
                  <a:moveTo>
                    <a:pt x="0" y="8"/>
                  </a:moveTo>
                  <a:cubicBezTo>
                    <a:pt x="0" y="8"/>
                    <a:pt x="113" y="57"/>
                    <a:pt x="209" y="45"/>
                  </a:cubicBezTo>
                  <a:cubicBezTo>
                    <a:pt x="209" y="45"/>
                    <a:pt x="72" y="46"/>
                    <a:pt x="0" y="0"/>
                  </a:cubicBezTo>
                  <a:lnTo>
                    <a:pt x="0" y="8"/>
                  </a:lnTo>
                  <a:close/>
                </a:path>
              </a:pathLst>
            </a:custGeom>
            <a:solidFill>
              <a:srgbClr val="F2E3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2084" name="Freeform 948">
              <a:extLst>
                <a:ext uri="{FF2B5EF4-FFF2-40B4-BE49-F238E27FC236}">
                  <a16:creationId xmlns:a16="http://schemas.microsoft.com/office/drawing/2014/main" id="{E084C3DA-32E0-4614-8C33-6020265FBC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8" y="2715"/>
              <a:ext cx="75" cy="527"/>
            </a:xfrm>
            <a:custGeom>
              <a:avLst/>
              <a:gdLst>
                <a:gd name="T0" fmla="*/ 0 w 42"/>
                <a:gd name="T1" fmla="*/ 0 h 274"/>
                <a:gd name="T2" fmla="*/ 68 w 42"/>
                <a:gd name="T3" fmla="*/ 1950 h 274"/>
                <a:gd name="T4" fmla="*/ 0 w 42"/>
                <a:gd name="T5" fmla="*/ 0 h 27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" h="274">
                  <a:moveTo>
                    <a:pt x="0" y="0"/>
                  </a:moveTo>
                  <a:cubicBezTo>
                    <a:pt x="0" y="0"/>
                    <a:pt x="26" y="48"/>
                    <a:pt x="12" y="274"/>
                  </a:cubicBezTo>
                  <a:cubicBezTo>
                    <a:pt x="12" y="274"/>
                    <a:pt x="42" y="74"/>
                    <a:pt x="0" y="0"/>
                  </a:cubicBezTo>
                  <a:close/>
                </a:path>
              </a:pathLst>
            </a:custGeom>
            <a:solidFill>
              <a:srgbClr val="F2E3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</p:grpSp>
      <p:grpSp>
        <p:nvGrpSpPr>
          <p:cNvPr id="41994" name="Group 949">
            <a:extLst>
              <a:ext uri="{FF2B5EF4-FFF2-40B4-BE49-F238E27FC236}">
                <a16:creationId xmlns:a16="http://schemas.microsoft.com/office/drawing/2014/main" id="{1DD0A0CD-4241-4D35-B898-82DBDC13ECCB}"/>
              </a:ext>
            </a:extLst>
          </p:cNvPr>
          <p:cNvGrpSpPr>
            <a:grpSpLocks/>
          </p:cNvGrpSpPr>
          <p:nvPr/>
        </p:nvGrpSpPr>
        <p:grpSpPr bwMode="auto">
          <a:xfrm>
            <a:off x="8715375" y="6054725"/>
            <a:ext cx="935038" cy="469900"/>
            <a:chOff x="4510" y="3784"/>
            <a:chExt cx="559" cy="281"/>
          </a:xfrm>
        </p:grpSpPr>
        <p:sp>
          <p:nvSpPr>
            <p:cNvPr id="42041" name="Freeform 950">
              <a:extLst>
                <a:ext uri="{FF2B5EF4-FFF2-40B4-BE49-F238E27FC236}">
                  <a16:creationId xmlns:a16="http://schemas.microsoft.com/office/drawing/2014/main" id="{EAA640EA-A17A-474A-9E0D-B097C1EDE23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6" y="3784"/>
              <a:ext cx="180" cy="281"/>
            </a:xfrm>
            <a:custGeom>
              <a:avLst/>
              <a:gdLst>
                <a:gd name="T0" fmla="*/ 40 w 121"/>
                <a:gd name="T1" fmla="*/ 0 h 177"/>
                <a:gd name="T2" fmla="*/ 228 w 121"/>
                <a:gd name="T3" fmla="*/ 0 h 177"/>
                <a:gd name="T4" fmla="*/ 241 w 121"/>
                <a:gd name="T5" fmla="*/ 60 h 177"/>
                <a:gd name="T6" fmla="*/ 312 w 121"/>
                <a:gd name="T7" fmla="*/ 308 h 177"/>
                <a:gd name="T8" fmla="*/ 364 w 121"/>
                <a:gd name="T9" fmla="*/ 421 h 177"/>
                <a:gd name="T10" fmla="*/ 390 w 121"/>
                <a:gd name="T11" fmla="*/ 552 h 177"/>
                <a:gd name="T12" fmla="*/ 378 w 121"/>
                <a:gd name="T13" fmla="*/ 597 h 177"/>
                <a:gd name="T14" fmla="*/ 67 w 121"/>
                <a:gd name="T15" fmla="*/ 621 h 177"/>
                <a:gd name="T16" fmla="*/ 54 w 121"/>
                <a:gd name="T17" fmla="*/ 579 h 177"/>
                <a:gd name="T18" fmla="*/ 40 w 121"/>
                <a:gd name="T19" fmla="*/ 476 h 177"/>
                <a:gd name="T20" fmla="*/ 15 w 121"/>
                <a:gd name="T21" fmla="*/ 248 h 177"/>
                <a:gd name="T22" fmla="*/ 36 w 121"/>
                <a:gd name="T23" fmla="*/ 64 h 177"/>
                <a:gd name="T24" fmla="*/ 40 w 121"/>
                <a:gd name="T25" fmla="*/ 0 h 17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21" h="177">
                  <a:moveTo>
                    <a:pt x="12" y="0"/>
                  </a:moveTo>
                  <a:cubicBezTo>
                    <a:pt x="12" y="0"/>
                    <a:pt x="48" y="10"/>
                    <a:pt x="69" y="0"/>
                  </a:cubicBezTo>
                  <a:cubicBezTo>
                    <a:pt x="69" y="0"/>
                    <a:pt x="79" y="4"/>
                    <a:pt x="73" y="15"/>
                  </a:cubicBezTo>
                  <a:cubicBezTo>
                    <a:pt x="95" y="77"/>
                    <a:pt x="95" y="77"/>
                    <a:pt x="95" y="77"/>
                  </a:cubicBezTo>
                  <a:cubicBezTo>
                    <a:pt x="95" y="77"/>
                    <a:pt x="104" y="95"/>
                    <a:pt x="111" y="105"/>
                  </a:cubicBezTo>
                  <a:cubicBezTo>
                    <a:pt x="117" y="117"/>
                    <a:pt x="121" y="122"/>
                    <a:pt x="118" y="138"/>
                  </a:cubicBezTo>
                  <a:cubicBezTo>
                    <a:pt x="118" y="138"/>
                    <a:pt x="120" y="143"/>
                    <a:pt x="115" y="149"/>
                  </a:cubicBezTo>
                  <a:cubicBezTo>
                    <a:pt x="107" y="157"/>
                    <a:pt x="52" y="177"/>
                    <a:pt x="20" y="155"/>
                  </a:cubicBezTo>
                  <a:cubicBezTo>
                    <a:pt x="20" y="155"/>
                    <a:pt x="15" y="151"/>
                    <a:pt x="16" y="145"/>
                  </a:cubicBezTo>
                  <a:cubicBezTo>
                    <a:pt x="16" y="145"/>
                    <a:pt x="11" y="137"/>
                    <a:pt x="12" y="119"/>
                  </a:cubicBezTo>
                  <a:cubicBezTo>
                    <a:pt x="14" y="101"/>
                    <a:pt x="0" y="81"/>
                    <a:pt x="5" y="62"/>
                  </a:cubicBezTo>
                  <a:cubicBezTo>
                    <a:pt x="10" y="42"/>
                    <a:pt x="11" y="16"/>
                    <a:pt x="11" y="16"/>
                  </a:cubicBezTo>
                  <a:cubicBezTo>
                    <a:pt x="11" y="16"/>
                    <a:pt x="3" y="7"/>
                    <a:pt x="12" y="0"/>
                  </a:cubicBezTo>
                  <a:close/>
                </a:path>
              </a:pathLst>
            </a:custGeom>
            <a:solidFill>
              <a:srgbClr val="9E7B62"/>
            </a:solidFill>
            <a:ln w="476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fr-FR"/>
            </a:p>
          </p:txBody>
        </p:sp>
        <p:sp>
          <p:nvSpPr>
            <p:cNvPr id="42042" name="Freeform 951">
              <a:extLst>
                <a:ext uri="{FF2B5EF4-FFF2-40B4-BE49-F238E27FC236}">
                  <a16:creationId xmlns:a16="http://schemas.microsoft.com/office/drawing/2014/main" id="{AAAAE540-7825-419E-A486-8C44872ED255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0" y="4004"/>
              <a:ext cx="152" cy="38"/>
            </a:xfrm>
            <a:custGeom>
              <a:avLst/>
              <a:gdLst>
                <a:gd name="T0" fmla="*/ 0 w 102"/>
                <a:gd name="T1" fmla="*/ 27 h 24"/>
                <a:gd name="T2" fmla="*/ 115 w 102"/>
                <a:gd name="T3" fmla="*/ 95 h 24"/>
                <a:gd name="T4" fmla="*/ 338 w 102"/>
                <a:gd name="T5" fmla="*/ 0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2" h="24">
                  <a:moveTo>
                    <a:pt x="0" y="7"/>
                  </a:moveTo>
                  <a:cubicBezTo>
                    <a:pt x="0" y="7"/>
                    <a:pt x="6" y="24"/>
                    <a:pt x="35" y="24"/>
                  </a:cubicBezTo>
                  <a:cubicBezTo>
                    <a:pt x="64" y="24"/>
                    <a:pt x="98" y="17"/>
                    <a:pt x="102" y="0"/>
                  </a:cubicBezTo>
                </a:path>
              </a:pathLst>
            </a:custGeom>
            <a:noFill/>
            <a:ln w="4763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2043" name="Freeform 952">
              <a:extLst>
                <a:ext uri="{FF2B5EF4-FFF2-40B4-BE49-F238E27FC236}">
                  <a16:creationId xmlns:a16="http://schemas.microsoft.com/office/drawing/2014/main" id="{30C72E95-AB82-4916-B52C-55DC6093C7E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0" y="3791"/>
              <a:ext cx="35" cy="130"/>
            </a:xfrm>
            <a:custGeom>
              <a:avLst/>
              <a:gdLst>
                <a:gd name="T0" fmla="*/ 0 w 23"/>
                <a:gd name="T1" fmla="*/ 0 h 82"/>
                <a:gd name="T2" fmla="*/ 21 w 23"/>
                <a:gd name="T3" fmla="*/ 52 h 82"/>
                <a:gd name="T4" fmla="*/ 81 w 23"/>
                <a:gd name="T5" fmla="*/ 327 h 8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82">
                  <a:moveTo>
                    <a:pt x="0" y="0"/>
                  </a:moveTo>
                  <a:cubicBezTo>
                    <a:pt x="0" y="0"/>
                    <a:pt x="9" y="4"/>
                    <a:pt x="6" y="13"/>
                  </a:cubicBezTo>
                  <a:cubicBezTo>
                    <a:pt x="6" y="13"/>
                    <a:pt x="16" y="67"/>
                    <a:pt x="23" y="82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2044" name="Freeform 953">
              <a:extLst>
                <a:ext uri="{FF2B5EF4-FFF2-40B4-BE49-F238E27FC236}">
                  <a16:creationId xmlns:a16="http://schemas.microsoft.com/office/drawing/2014/main" id="{D9D745C7-0637-42C4-8E6A-F323124FF5EF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1" y="3880"/>
              <a:ext cx="86" cy="39"/>
            </a:xfrm>
            <a:custGeom>
              <a:avLst/>
              <a:gdLst>
                <a:gd name="T0" fmla="*/ 190 w 58"/>
                <a:gd name="T1" fmla="*/ 66 h 25"/>
                <a:gd name="T2" fmla="*/ 9 w 58"/>
                <a:gd name="T3" fmla="*/ 95 h 25"/>
                <a:gd name="T4" fmla="*/ 0 w 58"/>
                <a:gd name="T5" fmla="*/ 39 h 25"/>
                <a:gd name="T6" fmla="*/ 173 w 58"/>
                <a:gd name="T7" fmla="*/ 12 h 25"/>
                <a:gd name="T8" fmla="*/ 190 w 58"/>
                <a:gd name="T9" fmla="*/ 66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8" h="25">
                  <a:moveTo>
                    <a:pt x="58" y="17"/>
                  </a:moveTo>
                  <a:cubicBezTo>
                    <a:pt x="58" y="17"/>
                    <a:pt x="22" y="13"/>
                    <a:pt x="3" y="25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10"/>
                    <a:pt x="21" y="0"/>
                    <a:pt x="53" y="3"/>
                  </a:cubicBezTo>
                  <a:lnTo>
                    <a:pt x="58" y="17"/>
                  </a:lnTo>
                  <a:close/>
                </a:path>
              </a:pathLst>
            </a:custGeom>
            <a:solidFill>
              <a:srgbClr val="9E7B62"/>
            </a:solidFill>
            <a:ln w="476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fr-FR"/>
            </a:p>
          </p:txBody>
        </p:sp>
        <p:sp>
          <p:nvSpPr>
            <p:cNvPr id="42045" name="Freeform 954">
              <a:extLst>
                <a:ext uri="{FF2B5EF4-FFF2-40B4-BE49-F238E27FC236}">
                  <a16:creationId xmlns:a16="http://schemas.microsoft.com/office/drawing/2014/main" id="{F96DDE9B-BD64-4438-8B07-F23AFCC8B833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5" y="3830"/>
              <a:ext cx="79" cy="46"/>
            </a:xfrm>
            <a:custGeom>
              <a:avLst/>
              <a:gdLst>
                <a:gd name="T0" fmla="*/ 176 w 53"/>
                <a:gd name="T1" fmla="*/ 95 h 29"/>
                <a:gd name="T2" fmla="*/ 9 w 53"/>
                <a:gd name="T3" fmla="*/ 116 h 29"/>
                <a:gd name="T4" fmla="*/ 0 w 53"/>
                <a:gd name="T5" fmla="*/ 48 h 29"/>
                <a:gd name="T6" fmla="*/ 159 w 53"/>
                <a:gd name="T7" fmla="*/ 33 h 29"/>
                <a:gd name="T8" fmla="*/ 176 w 53"/>
                <a:gd name="T9" fmla="*/ 95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" h="29">
                  <a:moveTo>
                    <a:pt x="53" y="24"/>
                  </a:moveTo>
                  <a:cubicBezTo>
                    <a:pt x="53" y="24"/>
                    <a:pt x="24" y="17"/>
                    <a:pt x="3" y="29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12"/>
                    <a:pt x="29" y="0"/>
                    <a:pt x="48" y="8"/>
                  </a:cubicBezTo>
                  <a:lnTo>
                    <a:pt x="53" y="24"/>
                  </a:lnTo>
                  <a:close/>
                </a:path>
              </a:pathLst>
            </a:custGeom>
            <a:solidFill>
              <a:srgbClr val="9E7B62"/>
            </a:solidFill>
            <a:ln w="476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fr-FR"/>
            </a:p>
          </p:txBody>
        </p:sp>
        <p:sp>
          <p:nvSpPr>
            <p:cNvPr id="42046" name="Freeform 955">
              <a:extLst>
                <a:ext uri="{FF2B5EF4-FFF2-40B4-BE49-F238E27FC236}">
                  <a16:creationId xmlns:a16="http://schemas.microsoft.com/office/drawing/2014/main" id="{3F8CE5AB-8A89-4C77-94E8-5AA357FA7C2B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5" y="3789"/>
              <a:ext cx="50" cy="243"/>
            </a:xfrm>
            <a:custGeom>
              <a:avLst/>
              <a:gdLst>
                <a:gd name="T0" fmla="*/ 19 w 34"/>
                <a:gd name="T1" fmla="*/ 0 h 153"/>
                <a:gd name="T2" fmla="*/ 26 w 34"/>
                <a:gd name="T3" fmla="*/ 56 h 153"/>
                <a:gd name="T4" fmla="*/ 19 w 34"/>
                <a:gd name="T5" fmla="*/ 156 h 153"/>
                <a:gd name="T6" fmla="*/ 6 w 34"/>
                <a:gd name="T7" fmla="*/ 253 h 153"/>
                <a:gd name="T8" fmla="*/ 32 w 34"/>
                <a:gd name="T9" fmla="*/ 403 h 153"/>
                <a:gd name="T10" fmla="*/ 32 w 34"/>
                <a:gd name="T11" fmla="*/ 469 h 153"/>
                <a:gd name="T12" fmla="*/ 38 w 34"/>
                <a:gd name="T13" fmla="*/ 532 h 153"/>
                <a:gd name="T14" fmla="*/ 63 w 34"/>
                <a:gd name="T15" fmla="*/ 580 h 153"/>
                <a:gd name="T16" fmla="*/ 82 w 34"/>
                <a:gd name="T17" fmla="*/ 600 h 153"/>
                <a:gd name="T18" fmla="*/ 109 w 34"/>
                <a:gd name="T19" fmla="*/ 613 h 153"/>
                <a:gd name="T20" fmla="*/ 82 w 34"/>
                <a:gd name="T21" fmla="*/ 580 h 153"/>
                <a:gd name="T22" fmla="*/ 60 w 34"/>
                <a:gd name="T23" fmla="*/ 519 h 153"/>
                <a:gd name="T24" fmla="*/ 56 w 34"/>
                <a:gd name="T25" fmla="*/ 413 h 153"/>
                <a:gd name="T26" fmla="*/ 28 w 34"/>
                <a:gd name="T27" fmla="*/ 326 h 153"/>
                <a:gd name="T28" fmla="*/ 28 w 34"/>
                <a:gd name="T29" fmla="*/ 230 h 153"/>
                <a:gd name="T30" fmla="*/ 32 w 34"/>
                <a:gd name="T31" fmla="*/ 95 h 153"/>
                <a:gd name="T32" fmla="*/ 32 w 34"/>
                <a:gd name="T33" fmla="*/ 60 h 153"/>
                <a:gd name="T34" fmla="*/ 41 w 34"/>
                <a:gd name="T35" fmla="*/ 43 h 153"/>
                <a:gd name="T36" fmla="*/ 46 w 34"/>
                <a:gd name="T37" fmla="*/ 43 h 153"/>
                <a:gd name="T38" fmla="*/ 35 w 34"/>
                <a:gd name="T39" fmla="*/ 8 h 153"/>
                <a:gd name="T40" fmla="*/ 19 w 34"/>
                <a:gd name="T41" fmla="*/ 5 h 15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34" h="153">
                  <a:moveTo>
                    <a:pt x="6" y="0"/>
                  </a:moveTo>
                  <a:cubicBezTo>
                    <a:pt x="0" y="4"/>
                    <a:pt x="8" y="10"/>
                    <a:pt x="8" y="14"/>
                  </a:cubicBezTo>
                  <a:cubicBezTo>
                    <a:pt x="8" y="22"/>
                    <a:pt x="6" y="31"/>
                    <a:pt x="6" y="39"/>
                  </a:cubicBezTo>
                  <a:cubicBezTo>
                    <a:pt x="6" y="47"/>
                    <a:pt x="4" y="55"/>
                    <a:pt x="2" y="63"/>
                  </a:cubicBezTo>
                  <a:cubicBezTo>
                    <a:pt x="0" y="77"/>
                    <a:pt x="7" y="88"/>
                    <a:pt x="10" y="101"/>
                  </a:cubicBezTo>
                  <a:cubicBezTo>
                    <a:pt x="11" y="106"/>
                    <a:pt x="11" y="112"/>
                    <a:pt x="10" y="117"/>
                  </a:cubicBezTo>
                  <a:cubicBezTo>
                    <a:pt x="10" y="123"/>
                    <a:pt x="11" y="128"/>
                    <a:pt x="12" y="133"/>
                  </a:cubicBezTo>
                  <a:cubicBezTo>
                    <a:pt x="14" y="137"/>
                    <a:pt x="16" y="142"/>
                    <a:pt x="20" y="145"/>
                  </a:cubicBezTo>
                  <a:cubicBezTo>
                    <a:pt x="21" y="147"/>
                    <a:pt x="24" y="149"/>
                    <a:pt x="26" y="150"/>
                  </a:cubicBezTo>
                  <a:cubicBezTo>
                    <a:pt x="28" y="151"/>
                    <a:pt x="32" y="152"/>
                    <a:pt x="34" y="153"/>
                  </a:cubicBezTo>
                  <a:cubicBezTo>
                    <a:pt x="31" y="153"/>
                    <a:pt x="28" y="148"/>
                    <a:pt x="26" y="145"/>
                  </a:cubicBezTo>
                  <a:cubicBezTo>
                    <a:pt x="23" y="140"/>
                    <a:pt x="20" y="136"/>
                    <a:pt x="19" y="130"/>
                  </a:cubicBezTo>
                  <a:cubicBezTo>
                    <a:pt x="18" y="121"/>
                    <a:pt x="19" y="112"/>
                    <a:pt x="18" y="103"/>
                  </a:cubicBezTo>
                  <a:cubicBezTo>
                    <a:pt x="17" y="95"/>
                    <a:pt x="11" y="89"/>
                    <a:pt x="9" y="81"/>
                  </a:cubicBezTo>
                  <a:cubicBezTo>
                    <a:pt x="7" y="73"/>
                    <a:pt x="9" y="64"/>
                    <a:pt x="9" y="57"/>
                  </a:cubicBezTo>
                  <a:cubicBezTo>
                    <a:pt x="9" y="46"/>
                    <a:pt x="8" y="35"/>
                    <a:pt x="10" y="24"/>
                  </a:cubicBezTo>
                  <a:cubicBezTo>
                    <a:pt x="10" y="21"/>
                    <a:pt x="10" y="18"/>
                    <a:pt x="10" y="15"/>
                  </a:cubicBezTo>
                  <a:cubicBezTo>
                    <a:pt x="10" y="12"/>
                    <a:pt x="10" y="12"/>
                    <a:pt x="13" y="11"/>
                  </a:cubicBezTo>
                  <a:cubicBezTo>
                    <a:pt x="13" y="11"/>
                    <a:pt x="14" y="11"/>
                    <a:pt x="14" y="11"/>
                  </a:cubicBezTo>
                  <a:cubicBezTo>
                    <a:pt x="9" y="12"/>
                    <a:pt x="7" y="3"/>
                    <a:pt x="11" y="2"/>
                  </a:cubicBezTo>
                  <a:cubicBezTo>
                    <a:pt x="9" y="2"/>
                    <a:pt x="8" y="2"/>
                    <a:pt x="6" y="1"/>
                  </a:cubicBezTo>
                </a:path>
              </a:pathLst>
            </a:custGeom>
            <a:solidFill>
              <a:srgbClr val="8C6A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2047" name="Freeform 956">
              <a:extLst>
                <a:ext uri="{FF2B5EF4-FFF2-40B4-BE49-F238E27FC236}">
                  <a16:creationId xmlns:a16="http://schemas.microsoft.com/office/drawing/2014/main" id="{901D538F-E15C-4D9B-80C8-017798B78616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8" y="3791"/>
              <a:ext cx="17" cy="20"/>
            </a:xfrm>
            <a:custGeom>
              <a:avLst/>
              <a:gdLst>
                <a:gd name="T0" fmla="*/ 29 w 11"/>
                <a:gd name="T1" fmla="*/ 0 h 13"/>
                <a:gd name="T2" fmla="*/ 36 w 11"/>
                <a:gd name="T3" fmla="*/ 34 h 13"/>
                <a:gd name="T4" fmla="*/ 0 w 11"/>
                <a:gd name="T5" fmla="*/ 48 h 13"/>
                <a:gd name="T6" fmla="*/ 34 w 11"/>
                <a:gd name="T7" fmla="*/ 0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3">
                  <a:moveTo>
                    <a:pt x="8" y="0"/>
                  </a:moveTo>
                  <a:cubicBezTo>
                    <a:pt x="11" y="1"/>
                    <a:pt x="11" y="7"/>
                    <a:pt x="10" y="9"/>
                  </a:cubicBezTo>
                  <a:cubicBezTo>
                    <a:pt x="8" y="12"/>
                    <a:pt x="3" y="13"/>
                    <a:pt x="0" y="13"/>
                  </a:cubicBezTo>
                  <a:cubicBezTo>
                    <a:pt x="7" y="13"/>
                    <a:pt x="10" y="6"/>
                    <a:pt x="9" y="0"/>
                  </a:cubicBezTo>
                </a:path>
              </a:pathLst>
            </a:custGeom>
            <a:solidFill>
              <a:srgbClr val="BA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2048" name="Freeform 957">
              <a:extLst>
                <a:ext uri="{FF2B5EF4-FFF2-40B4-BE49-F238E27FC236}">
                  <a16:creationId xmlns:a16="http://schemas.microsoft.com/office/drawing/2014/main" id="{C679A04C-D454-4B76-8FF8-980D4D5CCCE7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5" y="3910"/>
              <a:ext cx="64" cy="98"/>
            </a:xfrm>
            <a:custGeom>
              <a:avLst/>
              <a:gdLst>
                <a:gd name="T0" fmla="*/ 0 w 43"/>
                <a:gd name="T1" fmla="*/ 0 h 62"/>
                <a:gd name="T2" fmla="*/ 42 w 43"/>
                <a:gd name="T3" fmla="*/ 0 h 62"/>
                <a:gd name="T4" fmla="*/ 94 w 43"/>
                <a:gd name="T5" fmla="*/ 111 h 62"/>
                <a:gd name="T6" fmla="*/ 113 w 43"/>
                <a:gd name="T7" fmla="*/ 245 h 62"/>
                <a:gd name="T8" fmla="*/ 86 w 43"/>
                <a:gd name="T9" fmla="*/ 117 h 62"/>
                <a:gd name="T10" fmla="*/ 9 w 43"/>
                <a:gd name="T11" fmla="*/ 130 h 62"/>
                <a:gd name="T12" fmla="*/ 68 w 43"/>
                <a:gd name="T13" fmla="*/ 90 h 62"/>
                <a:gd name="T14" fmla="*/ 0 w 43"/>
                <a:gd name="T15" fmla="*/ 0 h 6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3" h="62">
                  <a:moveTo>
                    <a:pt x="0" y="0"/>
                  </a:moveTo>
                  <a:cubicBezTo>
                    <a:pt x="0" y="0"/>
                    <a:pt x="10" y="0"/>
                    <a:pt x="13" y="0"/>
                  </a:cubicBezTo>
                  <a:cubicBezTo>
                    <a:pt x="13" y="0"/>
                    <a:pt x="23" y="21"/>
                    <a:pt x="28" y="28"/>
                  </a:cubicBezTo>
                  <a:cubicBezTo>
                    <a:pt x="33" y="34"/>
                    <a:pt x="43" y="50"/>
                    <a:pt x="34" y="62"/>
                  </a:cubicBezTo>
                  <a:cubicBezTo>
                    <a:pt x="34" y="62"/>
                    <a:pt x="36" y="34"/>
                    <a:pt x="26" y="30"/>
                  </a:cubicBezTo>
                  <a:cubicBezTo>
                    <a:pt x="26" y="30"/>
                    <a:pt x="8" y="31"/>
                    <a:pt x="3" y="33"/>
                  </a:cubicBezTo>
                  <a:cubicBezTo>
                    <a:pt x="3" y="33"/>
                    <a:pt x="25" y="30"/>
                    <a:pt x="21" y="23"/>
                  </a:cubicBezTo>
                  <a:cubicBezTo>
                    <a:pt x="17" y="16"/>
                    <a:pt x="19" y="1"/>
                    <a:pt x="0" y="0"/>
                  </a:cubicBezTo>
                  <a:close/>
                </a:path>
              </a:pathLst>
            </a:custGeom>
            <a:solidFill>
              <a:srgbClr val="BA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2049" name="Freeform 958">
              <a:extLst>
                <a:ext uri="{FF2B5EF4-FFF2-40B4-BE49-F238E27FC236}">
                  <a16:creationId xmlns:a16="http://schemas.microsoft.com/office/drawing/2014/main" id="{81BCA2AE-16F7-4DF6-960C-92CFBF1EF57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8" y="3833"/>
              <a:ext cx="65" cy="18"/>
            </a:xfrm>
            <a:custGeom>
              <a:avLst/>
              <a:gdLst>
                <a:gd name="T0" fmla="*/ 0 w 44"/>
                <a:gd name="T1" fmla="*/ 47 h 11"/>
                <a:gd name="T2" fmla="*/ 142 w 44"/>
                <a:gd name="T3" fmla="*/ 29 h 11"/>
                <a:gd name="T4" fmla="*/ 0 w 44"/>
                <a:gd name="T5" fmla="*/ 47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4" h="11">
                  <a:moveTo>
                    <a:pt x="0" y="11"/>
                  </a:moveTo>
                  <a:cubicBezTo>
                    <a:pt x="0" y="11"/>
                    <a:pt x="27" y="0"/>
                    <a:pt x="44" y="7"/>
                  </a:cubicBezTo>
                  <a:cubicBezTo>
                    <a:pt x="44" y="7"/>
                    <a:pt x="28" y="3"/>
                    <a:pt x="0" y="11"/>
                  </a:cubicBezTo>
                  <a:close/>
                </a:path>
              </a:pathLst>
            </a:custGeom>
            <a:solidFill>
              <a:srgbClr val="BA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2050" name="Freeform 959">
              <a:extLst>
                <a:ext uri="{FF2B5EF4-FFF2-40B4-BE49-F238E27FC236}">
                  <a16:creationId xmlns:a16="http://schemas.microsoft.com/office/drawing/2014/main" id="{9C7CF400-0D93-4AF1-B317-23D71AF6D9D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5" y="3884"/>
              <a:ext cx="73" cy="13"/>
            </a:xfrm>
            <a:custGeom>
              <a:avLst/>
              <a:gdLst>
                <a:gd name="T0" fmla="*/ 0 w 49"/>
                <a:gd name="T1" fmla="*/ 34 h 8"/>
                <a:gd name="T2" fmla="*/ 162 w 49"/>
                <a:gd name="T3" fmla="*/ 8 h 8"/>
                <a:gd name="T4" fmla="*/ 0 w 49"/>
                <a:gd name="T5" fmla="*/ 34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9" h="8">
                  <a:moveTo>
                    <a:pt x="0" y="8"/>
                  </a:moveTo>
                  <a:cubicBezTo>
                    <a:pt x="0" y="8"/>
                    <a:pt x="20" y="0"/>
                    <a:pt x="49" y="2"/>
                  </a:cubicBezTo>
                  <a:cubicBezTo>
                    <a:pt x="49" y="2"/>
                    <a:pt x="15" y="2"/>
                    <a:pt x="0" y="8"/>
                  </a:cubicBezTo>
                  <a:close/>
                </a:path>
              </a:pathLst>
            </a:custGeom>
            <a:solidFill>
              <a:srgbClr val="BA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2051" name="Freeform 960">
              <a:extLst>
                <a:ext uri="{FF2B5EF4-FFF2-40B4-BE49-F238E27FC236}">
                  <a16:creationId xmlns:a16="http://schemas.microsoft.com/office/drawing/2014/main" id="{605CA974-960E-4475-A488-025B357BC5F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6" y="3814"/>
              <a:ext cx="5" cy="23"/>
            </a:xfrm>
            <a:custGeom>
              <a:avLst/>
              <a:gdLst>
                <a:gd name="T0" fmla="*/ 0 w 3"/>
                <a:gd name="T1" fmla="*/ 0 h 14"/>
                <a:gd name="T2" fmla="*/ 13 w 3"/>
                <a:gd name="T3" fmla="*/ 58 h 14"/>
                <a:gd name="T4" fmla="*/ 0 w 3"/>
                <a:gd name="T5" fmla="*/ 62 h 14"/>
                <a:gd name="T6" fmla="*/ 0 w 3"/>
                <a:gd name="T7" fmla="*/ 0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14">
                  <a:moveTo>
                    <a:pt x="0" y="0"/>
                  </a:moveTo>
                  <a:cubicBezTo>
                    <a:pt x="3" y="13"/>
                    <a:pt x="3" y="13"/>
                    <a:pt x="3" y="13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0" y="14"/>
                    <a:pt x="3" y="8"/>
                    <a:pt x="0" y="0"/>
                  </a:cubicBezTo>
                  <a:close/>
                </a:path>
              </a:pathLst>
            </a:custGeom>
            <a:solidFill>
              <a:srgbClr val="BA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2052" name="Freeform 961">
              <a:extLst>
                <a:ext uri="{FF2B5EF4-FFF2-40B4-BE49-F238E27FC236}">
                  <a16:creationId xmlns:a16="http://schemas.microsoft.com/office/drawing/2014/main" id="{CBC268A1-F300-49F7-892F-44CB35C6BEB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8" y="3868"/>
              <a:ext cx="12" cy="16"/>
            </a:xfrm>
            <a:custGeom>
              <a:avLst/>
              <a:gdLst>
                <a:gd name="T0" fmla="*/ 21 w 8"/>
                <a:gd name="T1" fmla="*/ 0 h 10"/>
                <a:gd name="T2" fmla="*/ 27 w 8"/>
                <a:gd name="T3" fmla="*/ 35 h 10"/>
                <a:gd name="T4" fmla="*/ 0 w 8"/>
                <a:gd name="T5" fmla="*/ 42 h 10"/>
                <a:gd name="T6" fmla="*/ 21 w 8"/>
                <a:gd name="T7" fmla="*/ 0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10">
                  <a:moveTo>
                    <a:pt x="6" y="0"/>
                  </a:moveTo>
                  <a:cubicBezTo>
                    <a:pt x="8" y="9"/>
                    <a:pt x="8" y="9"/>
                    <a:pt x="8" y="9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10"/>
                    <a:pt x="8" y="8"/>
                    <a:pt x="6" y="0"/>
                  </a:cubicBezTo>
                  <a:close/>
                </a:path>
              </a:pathLst>
            </a:custGeom>
            <a:solidFill>
              <a:srgbClr val="BA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2053" name="Freeform 962">
              <a:extLst>
                <a:ext uri="{FF2B5EF4-FFF2-40B4-BE49-F238E27FC236}">
                  <a16:creationId xmlns:a16="http://schemas.microsoft.com/office/drawing/2014/main" id="{3BA465B1-3333-4B2E-A868-A0C6A416A787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7" y="3908"/>
              <a:ext cx="13" cy="11"/>
            </a:xfrm>
            <a:custGeom>
              <a:avLst/>
              <a:gdLst>
                <a:gd name="T0" fmla="*/ 27 w 9"/>
                <a:gd name="T1" fmla="*/ 27 h 7"/>
                <a:gd name="T2" fmla="*/ 20 w 9"/>
                <a:gd name="T3" fmla="*/ 5 h 7"/>
                <a:gd name="T4" fmla="*/ 0 w 9"/>
                <a:gd name="T5" fmla="*/ 8 h 7"/>
                <a:gd name="T6" fmla="*/ 27 w 9"/>
                <a:gd name="T7" fmla="*/ 27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7">
                  <a:moveTo>
                    <a:pt x="9" y="7"/>
                  </a:moveTo>
                  <a:cubicBezTo>
                    <a:pt x="7" y="1"/>
                    <a:pt x="7" y="1"/>
                    <a:pt x="7" y="1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7" y="0"/>
                    <a:pt x="9" y="7"/>
                  </a:cubicBezTo>
                  <a:close/>
                </a:path>
              </a:pathLst>
            </a:custGeom>
            <a:solidFill>
              <a:srgbClr val="BA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2054" name="Freeform 963">
              <a:extLst>
                <a:ext uri="{FF2B5EF4-FFF2-40B4-BE49-F238E27FC236}">
                  <a16:creationId xmlns:a16="http://schemas.microsoft.com/office/drawing/2014/main" id="{40E1CEC7-35AA-4471-8D55-A55EDDA4F72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2" y="3784"/>
              <a:ext cx="180" cy="281"/>
            </a:xfrm>
            <a:custGeom>
              <a:avLst/>
              <a:gdLst>
                <a:gd name="T0" fmla="*/ 359 w 121"/>
                <a:gd name="T1" fmla="*/ 0 h 177"/>
                <a:gd name="T2" fmla="*/ 171 w 121"/>
                <a:gd name="T3" fmla="*/ 0 h 177"/>
                <a:gd name="T4" fmla="*/ 158 w 121"/>
                <a:gd name="T5" fmla="*/ 60 h 177"/>
                <a:gd name="T6" fmla="*/ 89 w 121"/>
                <a:gd name="T7" fmla="*/ 308 h 177"/>
                <a:gd name="T8" fmla="*/ 36 w 121"/>
                <a:gd name="T9" fmla="*/ 421 h 177"/>
                <a:gd name="T10" fmla="*/ 9 w 121"/>
                <a:gd name="T11" fmla="*/ 552 h 177"/>
                <a:gd name="T12" fmla="*/ 19 w 121"/>
                <a:gd name="T13" fmla="*/ 597 h 177"/>
                <a:gd name="T14" fmla="*/ 336 w 121"/>
                <a:gd name="T15" fmla="*/ 621 h 177"/>
                <a:gd name="T16" fmla="*/ 345 w 121"/>
                <a:gd name="T17" fmla="*/ 579 h 177"/>
                <a:gd name="T18" fmla="*/ 359 w 121"/>
                <a:gd name="T19" fmla="*/ 476 h 177"/>
                <a:gd name="T20" fmla="*/ 382 w 121"/>
                <a:gd name="T21" fmla="*/ 248 h 177"/>
                <a:gd name="T22" fmla="*/ 363 w 121"/>
                <a:gd name="T23" fmla="*/ 64 h 177"/>
                <a:gd name="T24" fmla="*/ 359 w 121"/>
                <a:gd name="T25" fmla="*/ 0 h 17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21" h="177">
                  <a:moveTo>
                    <a:pt x="109" y="0"/>
                  </a:moveTo>
                  <a:cubicBezTo>
                    <a:pt x="109" y="0"/>
                    <a:pt x="73" y="10"/>
                    <a:pt x="52" y="0"/>
                  </a:cubicBezTo>
                  <a:cubicBezTo>
                    <a:pt x="52" y="0"/>
                    <a:pt x="43" y="4"/>
                    <a:pt x="48" y="15"/>
                  </a:cubicBezTo>
                  <a:cubicBezTo>
                    <a:pt x="27" y="77"/>
                    <a:pt x="27" y="77"/>
                    <a:pt x="27" y="77"/>
                  </a:cubicBezTo>
                  <a:cubicBezTo>
                    <a:pt x="27" y="77"/>
                    <a:pt x="17" y="95"/>
                    <a:pt x="11" y="105"/>
                  </a:cubicBezTo>
                  <a:cubicBezTo>
                    <a:pt x="4" y="117"/>
                    <a:pt x="0" y="122"/>
                    <a:pt x="3" y="138"/>
                  </a:cubicBezTo>
                  <a:cubicBezTo>
                    <a:pt x="3" y="138"/>
                    <a:pt x="1" y="143"/>
                    <a:pt x="6" y="149"/>
                  </a:cubicBezTo>
                  <a:cubicBezTo>
                    <a:pt x="14" y="157"/>
                    <a:pt x="69" y="177"/>
                    <a:pt x="102" y="155"/>
                  </a:cubicBezTo>
                  <a:cubicBezTo>
                    <a:pt x="102" y="155"/>
                    <a:pt x="106" y="151"/>
                    <a:pt x="105" y="145"/>
                  </a:cubicBezTo>
                  <a:cubicBezTo>
                    <a:pt x="105" y="145"/>
                    <a:pt x="110" y="137"/>
                    <a:pt x="109" y="119"/>
                  </a:cubicBezTo>
                  <a:cubicBezTo>
                    <a:pt x="107" y="101"/>
                    <a:pt x="121" y="81"/>
                    <a:pt x="116" y="62"/>
                  </a:cubicBezTo>
                  <a:cubicBezTo>
                    <a:pt x="111" y="42"/>
                    <a:pt x="110" y="16"/>
                    <a:pt x="110" y="16"/>
                  </a:cubicBezTo>
                  <a:cubicBezTo>
                    <a:pt x="110" y="16"/>
                    <a:pt x="118" y="7"/>
                    <a:pt x="109" y="0"/>
                  </a:cubicBezTo>
                  <a:close/>
                </a:path>
              </a:pathLst>
            </a:custGeom>
            <a:solidFill>
              <a:srgbClr val="9E7B62"/>
            </a:solidFill>
            <a:ln w="476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fr-FR"/>
            </a:p>
          </p:txBody>
        </p:sp>
        <p:sp>
          <p:nvSpPr>
            <p:cNvPr id="42055" name="Freeform 964">
              <a:extLst>
                <a:ext uri="{FF2B5EF4-FFF2-40B4-BE49-F238E27FC236}">
                  <a16:creationId xmlns:a16="http://schemas.microsoft.com/office/drawing/2014/main" id="{B33A1C00-8D54-4601-8EDC-47CFB1C6CA9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6" y="4004"/>
              <a:ext cx="152" cy="38"/>
            </a:xfrm>
            <a:custGeom>
              <a:avLst/>
              <a:gdLst>
                <a:gd name="T0" fmla="*/ 338 w 102"/>
                <a:gd name="T1" fmla="*/ 27 h 24"/>
                <a:gd name="T2" fmla="*/ 225 w 102"/>
                <a:gd name="T3" fmla="*/ 95 h 24"/>
                <a:gd name="T4" fmla="*/ 0 w 102"/>
                <a:gd name="T5" fmla="*/ 0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2" h="24">
                  <a:moveTo>
                    <a:pt x="102" y="7"/>
                  </a:moveTo>
                  <a:cubicBezTo>
                    <a:pt x="102" y="7"/>
                    <a:pt x="96" y="24"/>
                    <a:pt x="68" y="24"/>
                  </a:cubicBezTo>
                  <a:cubicBezTo>
                    <a:pt x="39" y="24"/>
                    <a:pt x="4" y="17"/>
                    <a:pt x="0" y="0"/>
                  </a:cubicBezTo>
                </a:path>
              </a:pathLst>
            </a:custGeom>
            <a:noFill/>
            <a:ln w="4763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2056" name="Freeform 965">
              <a:extLst>
                <a:ext uri="{FF2B5EF4-FFF2-40B4-BE49-F238E27FC236}">
                  <a16:creationId xmlns:a16="http://schemas.microsoft.com/office/drawing/2014/main" id="{07F8C834-C463-4B8F-B87D-3D0F2AAD7F2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3" y="3791"/>
              <a:ext cx="35" cy="130"/>
            </a:xfrm>
            <a:custGeom>
              <a:avLst/>
              <a:gdLst>
                <a:gd name="T0" fmla="*/ 81 w 23"/>
                <a:gd name="T1" fmla="*/ 0 h 82"/>
                <a:gd name="T2" fmla="*/ 61 w 23"/>
                <a:gd name="T3" fmla="*/ 52 h 82"/>
                <a:gd name="T4" fmla="*/ 0 w 23"/>
                <a:gd name="T5" fmla="*/ 327 h 8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82">
                  <a:moveTo>
                    <a:pt x="23" y="0"/>
                  </a:moveTo>
                  <a:cubicBezTo>
                    <a:pt x="23" y="0"/>
                    <a:pt x="14" y="4"/>
                    <a:pt x="17" y="13"/>
                  </a:cubicBezTo>
                  <a:cubicBezTo>
                    <a:pt x="17" y="13"/>
                    <a:pt x="7" y="67"/>
                    <a:pt x="0" y="82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2057" name="Freeform 966">
              <a:extLst>
                <a:ext uri="{FF2B5EF4-FFF2-40B4-BE49-F238E27FC236}">
                  <a16:creationId xmlns:a16="http://schemas.microsoft.com/office/drawing/2014/main" id="{A991E021-6830-42EB-8633-7CAEB6EFA43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2" y="3880"/>
              <a:ext cx="85" cy="39"/>
            </a:xfrm>
            <a:custGeom>
              <a:avLst/>
              <a:gdLst>
                <a:gd name="T0" fmla="*/ 0 w 57"/>
                <a:gd name="T1" fmla="*/ 66 h 25"/>
                <a:gd name="T2" fmla="*/ 180 w 57"/>
                <a:gd name="T3" fmla="*/ 95 h 25"/>
                <a:gd name="T4" fmla="*/ 189 w 57"/>
                <a:gd name="T5" fmla="*/ 39 h 25"/>
                <a:gd name="T6" fmla="*/ 13 w 57"/>
                <a:gd name="T7" fmla="*/ 12 h 25"/>
                <a:gd name="T8" fmla="*/ 0 w 57"/>
                <a:gd name="T9" fmla="*/ 66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7" h="25">
                  <a:moveTo>
                    <a:pt x="0" y="17"/>
                  </a:moveTo>
                  <a:cubicBezTo>
                    <a:pt x="0" y="17"/>
                    <a:pt x="35" y="13"/>
                    <a:pt x="54" y="25"/>
                  </a:cubicBezTo>
                  <a:cubicBezTo>
                    <a:pt x="57" y="10"/>
                    <a:pt x="57" y="10"/>
                    <a:pt x="57" y="10"/>
                  </a:cubicBezTo>
                  <a:cubicBezTo>
                    <a:pt x="57" y="10"/>
                    <a:pt x="36" y="0"/>
                    <a:pt x="4" y="3"/>
                  </a:cubicBezTo>
                  <a:lnTo>
                    <a:pt x="0" y="17"/>
                  </a:lnTo>
                  <a:close/>
                </a:path>
              </a:pathLst>
            </a:custGeom>
            <a:solidFill>
              <a:srgbClr val="9E7B62"/>
            </a:solidFill>
            <a:ln w="476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fr-FR"/>
            </a:p>
          </p:txBody>
        </p:sp>
        <p:sp>
          <p:nvSpPr>
            <p:cNvPr id="42058" name="Freeform 967">
              <a:extLst>
                <a:ext uri="{FF2B5EF4-FFF2-40B4-BE49-F238E27FC236}">
                  <a16:creationId xmlns:a16="http://schemas.microsoft.com/office/drawing/2014/main" id="{0504D0A2-AA24-4B77-8C1F-A4F115F83DD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4" y="3830"/>
              <a:ext cx="79" cy="46"/>
            </a:xfrm>
            <a:custGeom>
              <a:avLst/>
              <a:gdLst>
                <a:gd name="T0" fmla="*/ 0 w 53"/>
                <a:gd name="T1" fmla="*/ 95 h 29"/>
                <a:gd name="T2" fmla="*/ 167 w 53"/>
                <a:gd name="T3" fmla="*/ 116 h 29"/>
                <a:gd name="T4" fmla="*/ 176 w 53"/>
                <a:gd name="T5" fmla="*/ 48 h 29"/>
                <a:gd name="T6" fmla="*/ 15 w 53"/>
                <a:gd name="T7" fmla="*/ 33 h 29"/>
                <a:gd name="T8" fmla="*/ 0 w 53"/>
                <a:gd name="T9" fmla="*/ 95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" h="29">
                  <a:moveTo>
                    <a:pt x="0" y="24"/>
                  </a:moveTo>
                  <a:cubicBezTo>
                    <a:pt x="0" y="24"/>
                    <a:pt x="29" y="17"/>
                    <a:pt x="50" y="29"/>
                  </a:cubicBezTo>
                  <a:cubicBezTo>
                    <a:pt x="53" y="12"/>
                    <a:pt x="53" y="12"/>
                    <a:pt x="53" y="12"/>
                  </a:cubicBezTo>
                  <a:cubicBezTo>
                    <a:pt x="53" y="12"/>
                    <a:pt x="24" y="0"/>
                    <a:pt x="5" y="8"/>
                  </a:cubicBezTo>
                  <a:lnTo>
                    <a:pt x="0" y="24"/>
                  </a:lnTo>
                  <a:close/>
                </a:path>
              </a:pathLst>
            </a:custGeom>
            <a:solidFill>
              <a:srgbClr val="9E7B62"/>
            </a:solidFill>
            <a:ln w="476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fr-FR"/>
            </a:p>
          </p:txBody>
        </p:sp>
        <p:sp>
          <p:nvSpPr>
            <p:cNvPr id="42059" name="Freeform 968">
              <a:extLst>
                <a:ext uri="{FF2B5EF4-FFF2-40B4-BE49-F238E27FC236}">
                  <a16:creationId xmlns:a16="http://schemas.microsoft.com/office/drawing/2014/main" id="{D25FB5E0-C6FD-4191-BC56-15E8CE1C9C2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3" y="3789"/>
              <a:ext cx="52" cy="243"/>
            </a:xfrm>
            <a:custGeom>
              <a:avLst/>
              <a:gdLst>
                <a:gd name="T0" fmla="*/ 92 w 35"/>
                <a:gd name="T1" fmla="*/ 0 h 153"/>
                <a:gd name="T2" fmla="*/ 86 w 35"/>
                <a:gd name="T3" fmla="*/ 56 h 153"/>
                <a:gd name="T4" fmla="*/ 92 w 35"/>
                <a:gd name="T5" fmla="*/ 156 h 153"/>
                <a:gd name="T6" fmla="*/ 105 w 35"/>
                <a:gd name="T7" fmla="*/ 253 h 153"/>
                <a:gd name="T8" fmla="*/ 79 w 35"/>
                <a:gd name="T9" fmla="*/ 403 h 153"/>
                <a:gd name="T10" fmla="*/ 79 w 35"/>
                <a:gd name="T11" fmla="*/ 469 h 153"/>
                <a:gd name="T12" fmla="*/ 73 w 35"/>
                <a:gd name="T13" fmla="*/ 532 h 153"/>
                <a:gd name="T14" fmla="*/ 46 w 35"/>
                <a:gd name="T15" fmla="*/ 580 h 153"/>
                <a:gd name="T16" fmla="*/ 27 w 35"/>
                <a:gd name="T17" fmla="*/ 600 h 153"/>
                <a:gd name="T18" fmla="*/ 0 w 35"/>
                <a:gd name="T19" fmla="*/ 613 h 153"/>
                <a:gd name="T20" fmla="*/ 27 w 35"/>
                <a:gd name="T21" fmla="*/ 580 h 153"/>
                <a:gd name="T22" fmla="*/ 49 w 35"/>
                <a:gd name="T23" fmla="*/ 519 h 153"/>
                <a:gd name="T24" fmla="*/ 53 w 35"/>
                <a:gd name="T25" fmla="*/ 413 h 153"/>
                <a:gd name="T26" fmla="*/ 82 w 35"/>
                <a:gd name="T27" fmla="*/ 326 h 153"/>
                <a:gd name="T28" fmla="*/ 82 w 35"/>
                <a:gd name="T29" fmla="*/ 230 h 153"/>
                <a:gd name="T30" fmla="*/ 82 w 35"/>
                <a:gd name="T31" fmla="*/ 95 h 153"/>
                <a:gd name="T32" fmla="*/ 82 w 35"/>
                <a:gd name="T33" fmla="*/ 60 h 153"/>
                <a:gd name="T34" fmla="*/ 68 w 35"/>
                <a:gd name="T35" fmla="*/ 43 h 153"/>
                <a:gd name="T36" fmla="*/ 67 w 35"/>
                <a:gd name="T37" fmla="*/ 43 h 153"/>
                <a:gd name="T38" fmla="*/ 76 w 35"/>
                <a:gd name="T39" fmla="*/ 8 h 153"/>
                <a:gd name="T40" fmla="*/ 92 w 35"/>
                <a:gd name="T41" fmla="*/ 5 h 15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35" h="153">
                  <a:moveTo>
                    <a:pt x="28" y="0"/>
                  </a:moveTo>
                  <a:cubicBezTo>
                    <a:pt x="34" y="4"/>
                    <a:pt x="26" y="10"/>
                    <a:pt x="26" y="14"/>
                  </a:cubicBezTo>
                  <a:cubicBezTo>
                    <a:pt x="26" y="22"/>
                    <a:pt x="28" y="31"/>
                    <a:pt x="28" y="39"/>
                  </a:cubicBezTo>
                  <a:cubicBezTo>
                    <a:pt x="28" y="47"/>
                    <a:pt x="30" y="55"/>
                    <a:pt x="32" y="63"/>
                  </a:cubicBezTo>
                  <a:cubicBezTo>
                    <a:pt x="35" y="77"/>
                    <a:pt x="27" y="88"/>
                    <a:pt x="24" y="101"/>
                  </a:cubicBezTo>
                  <a:cubicBezTo>
                    <a:pt x="23" y="106"/>
                    <a:pt x="23" y="112"/>
                    <a:pt x="24" y="117"/>
                  </a:cubicBezTo>
                  <a:cubicBezTo>
                    <a:pt x="24" y="123"/>
                    <a:pt x="23" y="128"/>
                    <a:pt x="22" y="133"/>
                  </a:cubicBezTo>
                  <a:cubicBezTo>
                    <a:pt x="20" y="137"/>
                    <a:pt x="18" y="142"/>
                    <a:pt x="14" y="145"/>
                  </a:cubicBezTo>
                  <a:cubicBezTo>
                    <a:pt x="13" y="147"/>
                    <a:pt x="10" y="149"/>
                    <a:pt x="8" y="150"/>
                  </a:cubicBezTo>
                  <a:cubicBezTo>
                    <a:pt x="6" y="151"/>
                    <a:pt x="2" y="152"/>
                    <a:pt x="0" y="153"/>
                  </a:cubicBezTo>
                  <a:cubicBezTo>
                    <a:pt x="3" y="153"/>
                    <a:pt x="6" y="148"/>
                    <a:pt x="8" y="145"/>
                  </a:cubicBezTo>
                  <a:cubicBezTo>
                    <a:pt x="12" y="140"/>
                    <a:pt x="14" y="136"/>
                    <a:pt x="15" y="130"/>
                  </a:cubicBezTo>
                  <a:cubicBezTo>
                    <a:pt x="16" y="121"/>
                    <a:pt x="15" y="112"/>
                    <a:pt x="16" y="103"/>
                  </a:cubicBezTo>
                  <a:cubicBezTo>
                    <a:pt x="17" y="95"/>
                    <a:pt x="23" y="89"/>
                    <a:pt x="25" y="81"/>
                  </a:cubicBezTo>
                  <a:cubicBezTo>
                    <a:pt x="27" y="73"/>
                    <a:pt x="25" y="64"/>
                    <a:pt x="25" y="57"/>
                  </a:cubicBezTo>
                  <a:cubicBezTo>
                    <a:pt x="25" y="46"/>
                    <a:pt x="26" y="35"/>
                    <a:pt x="25" y="24"/>
                  </a:cubicBezTo>
                  <a:cubicBezTo>
                    <a:pt x="24" y="21"/>
                    <a:pt x="25" y="18"/>
                    <a:pt x="25" y="15"/>
                  </a:cubicBezTo>
                  <a:cubicBezTo>
                    <a:pt x="25" y="12"/>
                    <a:pt x="24" y="12"/>
                    <a:pt x="21" y="11"/>
                  </a:cubicBezTo>
                  <a:cubicBezTo>
                    <a:pt x="21" y="11"/>
                    <a:pt x="20" y="11"/>
                    <a:pt x="20" y="11"/>
                  </a:cubicBezTo>
                  <a:cubicBezTo>
                    <a:pt x="25" y="12"/>
                    <a:pt x="27" y="3"/>
                    <a:pt x="23" y="2"/>
                  </a:cubicBezTo>
                  <a:cubicBezTo>
                    <a:pt x="25" y="2"/>
                    <a:pt x="26" y="2"/>
                    <a:pt x="28" y="1"/>
                  </a:cubicBezTo>
                </a:path>
              </a:pathLst>
            </a:custGeom>
            <a:solidFill>
              <a:srgbClr val="8C6A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2060" name="Freeform 969">
              <a:extLst>
                <a:ext uri="{FF2B5EF4-FFF2-40B4-BE49-F238E27FC236}">
                  <a16:creationId xmlns:a16="http://schemas.microsoft.com/office/drawing/2014/main" id="{DCF19279-C981-4F5B-9F39-1A9318CE6A8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3" y="3791"/>
              <a:ext cx="17" cy="20"/>
            </a:xfrm>
            <a:custGeom>
              <a:avLst/>
              <a:gdLst>
                <a:gd name="T0" fmla="*/ 12 w 11"/>
                <a:gd name="T1" fmla="*/ 0 h 13"/>
                <a:gd name="T2" fmla="*/ 5 w 11"/>
                <a:gd name="T3" fmla="*/ 34 h 13"/>
                <a:gd name="T4" fmla="*/ 40 w 11"/>
                <a:gd name="T5" fmla="*/ 48 h 13"/>
                <a:gd name="T6" fmla="*/ 8 w 11"/>
                <a:gd name="T7" fmla="*/ 0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3">
                  <a:moveTo>
                    <a:pt x="3" y="0"/>
                  </a:moveTo>
                  <a:cubicBezTo>
                    <a:pt x="0" y="1"/>
                    <a:pt x="0" y="7"/>
                    <a:pt x="1" y="9"/>
                  </a:cubicBezTo>
                  <a:cubicBezTo>
                    <a:pt x="3" y="12"/>
                    <a:pt x="8" y="13"/>
                    <a:pt x="11" y="13"/>
                  </a:cubicBezTo>
                  <a:cubicBezTo>
                    <a:pt x="4" y="13"/>
                    <a:pt x="1" y="6"/>
                    <a:pt x="2" y="0"/>
                  </a:cubicBezTo>
                </a:path>
              </a:pathLst>
            </a:custGeom>
            <a:solidFill>
              <a:srgbClr val="BA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2061" name="Freeform 970">
              <a:extLst>
                <a:ext uri="{FF2B5EF4-FFF2-40B4-BE49-F238E27FC236}">
                  <a16:creationId xmlns:a16="http://schemas.microsoft.com/office/drawing/2014/main" id="{CC4ADFA6-94B8-44FD-8A1A-9F82F5F1AE9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0" y="3910"/>
              <a:ext cx="63" cy="98"/>
            </a:xfrm>
            <a:custGeom>
              <a:avLst/>
              <a:gdLst>
                <a:gd name="T0" fmla="*/ 143 w 42"/>
                <a:gd name="T1" fmla="*/ 0 h 62"/>
                <a:gd name="T2" fmla="*/ 99 w 42"/>
                <a:gd name="T3" fmla="*/ 0 h 62"/>
                <a:gd name="T4" fmla="*/ 48 w 42"/>
                <a:gd name="T5" fmla="*/ 111 h 62"/>
                <a:gd name="T6" fmla="*/ 27 w 42"/>
                <a:gd name="T7" fmla="*/ 245 h 62"/>
                <a:gd name="T8" fmla="*/ 54 w 42"/>
                <a:gd name="T9" fmla="*/ 117 h 62"/>
                <a:gd name="T10" fmla="*/ 134 w 42"/>
                <a:gd name="T11" fmla="*/ 130 h 62"/>
                <a:gd name="T12" fmla="*/ 72 w 42"/>
                <a:gd name="T13" fmla="*/ 90 h 62"/>
                <a:gd name="T14" fmla="*/ 143 w 42"/>
                <a:gd name="T15" fmla="*/ 0 h 6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2" h="62">
                  <a:moveTo>
                    <a:pt x="42" y="0"/>
                  </a:moveTo>
                  <a:cubicBezTo>
                    <a:pt x="42" y="0"/>
                    <a:pt x="32" y="0"/>
                    <a:pt x="29" y="0"/>
                  </a:cubicBezTo>
                  <a:cubicBezTo>
                    <a:pt x="29" y="0"/>
                    <a:pt x="19" y="21"/>
                    <a:pt x="14" y="28"/>
                  </a:cubicBezTo>
                  <a:cubicBezTo>
                    <a:pt x="9" y="34"/>
                    <a:pt x="0" y="50"/>
                    <a:pt x="8" y="62"/>
                  </a:cubicBezTo>
                  <a:cubicBezTo>
                    <a:pt x="8" y="62"/>
                    <a:pt x="6" y="34"/>
                    <a:pt x="16" y="30"/>
                  </a:cubicBezTo>
                  <a:cubicBezTo>
                    <a:pt x="16" y="30"/>
                    <a:pt x="34" y="31"/>
                    <a:pt x="39" y="33"/>
                  </a:cubicBezTo>
                  <a:cubicBezTo>
                    <a:pt x="39" y="33"/>
                    <a:pt x="17" y="30"/>
                    <a:pt x="21" y="23"/>
                  </a:cubicBezTo>
                  <a:cubicBezTo>
                    <a:pt x="25" y="16"/>
                    <a:pt x="23" y="1"/>
                    <a:pt x="42" y="0"/>
                  </a:cubicBezTo>
                  <a:close/>
                </a:path>
              </a:pathLst>
            </a:custGeom>
            <a:solidFill>
              <a:srgbClr val="BA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2062" name="Freeform 971">
              <a:extLst>
                <a:ext uri="{FF2B5EF4-FFF2-40B4-BE49-F238E27FC236}">
                  <a16:creationId xmlns:a16="http://schemas.microsoft.com/office/drawing/2014/main" id="{FD7BC55A-BDD0-4D51-9180-ACF32492255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5" y="3833"/>
              <a:ext cx="65" cy="18"/>
            </a:xfrm>
            <a:custGeom>
              <a:avLst/>
              <a:gdLst>
                <a:gd name="T0" fmla="*/ 142 w 44"/>
                <a:gd name="T1" fmla="*/ 47 h 11"/>
                <a:gd name="T2" fmla="*/ 0 w 44"/>
                <a:gd name="T3" fmla="*/ 29 h 11"/>
                <a:gd name="T4" fmla="*/ 142 w 44"/>
                <a:gd name="T5" fmla="*/ 47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4" h="11">
                  <a:moveTo>
                    <a:pt x="44" y="11"/>
                  </a:moveTo>
                  <a:cubicBezTo>
                    <a:pt x="44" y="11"/>
                    <a:pt x="17" y="0"/>
                    <a:pt x="0" y="7"/>
                  </a:cubicBezTo>
                  <a:cubicBezTo>
                    <a:pt x="0" y="7"/>
                    <a:pt x="16" y="3"/>
                    <a:pt x="44" y="11"/>
                  </a:cubicBezTo>
                  <a:close/>
                </a:path>
              </a:pathLst>
            </a:custGeom>
            <a:solidFill>
              <a:srgbClr val="BA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2063" name="Freeform 972">
              <a:extLst>
                <a:ext uri="{FF2B5EF4-FFF2-40B4-BE49-F238E27FC236}">
                  <a16:creationId xmlns:a16="http://schemas.microsoft.com/office/drawing/2014/main" id="{A023CAB9-4407-4F44-8000-3AFFC10EE6E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0" y="3884"/>
              <a:ext cx="74" cy="13"/>
            </a:xfrm>
            <a:custGeom>
              <a:avLst/>
              <a:gdLst>
                <a:gd name="T0" fmla="*/ 163 w 50"/>
                <a:gd name="T1" fmla="*/ 34 h 8"/>
                <a:gd name="T2" fmla="*/ 0 w 50"/>
                <a:gd name="T3" fmla="*/ 8 h 8"/>
                <a:gd name="T4" fmla="*/ 163 w 50"/>
                <a:gd name="T5" fmla="*/ 34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0" h="8">
                  <a:moveTo>
                    <a:pt x="50" y="8"/>
                  </a:moveTo>
                  <a:cubicBezTo>
                    <a:pt x="50" y="8"/>
                    <a:pt x="29" y="0"/>
                    <a:pt x="0" y="2"/>
                  </a:cubicBezTo>
                  <a:cubicBezTo>
                    <a:pt x="0" y="2"/>
                    <a:pt x="34" y="2"/>
                    <a:pt x="50" y="8"/>
                  </a:cubicBezTo>
                  <a:close/>
                </a:path>
              </a:pathLst>
            </a:custGeom>
            <a:solidFill>
              <a:srgbClr val="BA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2064" name="Freeform 973">
              <a:extLst>
                <a:ext uri="{FF2B5EF4-FFF2-40B4-BE49-F238E27FC236}">
                  <a16:creationId xmlns:a16="http://schemas.microsoft.com/office/drawing/2014/main" id="{D86B0D6C-6B93-4C52-B18F-43E2148708A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7" y="3814"/>
              <a:ext cx="5" cy="23"/>
            </a:xfrm>
            <a:custGeom>
              <a:avLst/>
              <a:gdLst>
                <a:gd name="T0" fmla="*/ 13 w 3"/>
                <a:gd name="T1" fmla="*/ 0 h 14"/>
                <a:gd name="T2" fmla="*/ 0 w 3"/>
                <a:gd name="T3" fmla="*/ 58 h 14"/>
                <a:gd name="T4" fmla="*/ 13 w 3"/>
                <a:gd name="T5" fmla="*/ 62 h 14"/>
                <a:gd name="T6" fmla="*/ 13 w 3"/>
                <a:gd name="T7" fmla="*/ 0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14">
                  <a:moveTo>
                    <a:pt x="3" y="0"/>
                  </a:moveTo>
                  <a:cubicBezTo>
                    <a:pt x="0" y="13"/>
                    <a:pt x="0" y="13"/>
                    <a:pt x="0" y="13"/>
                  </a:cubicBezTo>
                  <a:cubicBezTo>
                    <a:pt x="3" y="14"/>
                    <a:pt x="3" y="14"/>
                    <a:pt x="3" y="14"/>
                  </a:cubicBezTo>
                  <a:cubicBezTo>
                    <a:pt x="3" y="14"/>
                    <a:pt x="0" y="8"/>
                    <a:pt x="3" y="0"/>
                  </a:cubicBezTo>
                  <a:close/>
                </a:path>
              </a:pathLst>
            </a:custGeom>
            <a:solidFill>
              <a:srgbClr val="BA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2065" name="Freeform 974">
              <a:extLst>
                <a:ext uri="{FF2B5EF4-FFF2-40B4-BE49-F238E27FC236}">
                  <a16:creationId xmlns:a16="http://schemas.microsoft.com/office/drawing/2014/main" id="{B7FE47AA-BC09-4576-AE7C-924B26AF0E0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8" y="3868"/>
              <a:ext cx="12" cy="16"/>
            </a:xfrm>
            <a:custGeom>
              <a:avLst/>
              <a:gdLst>
                <a:gd name="T0" fmla="*/ 8 w 8"/>
                <a:gd name="T1" fmla="*/ 0 h 10"/>
                <a:gd name="T2" fmla="*/ 0 w 8"/>
                <a:gd name="T3" fmla="*/ 35 h 10"/>
                <a:gd name="T4" fmla="*/ 27 w 8"/>
                <a:gd name="T5" fmla="*/ 42 h 10"/>
                <a:gd name="T6" fmla="*/ 8 w 8"/>
                <a:gd name="T7" fmla="*/ 0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10">
                  <a:moveTo>
                    <a:pt x="2" y="0"/>
                  </a:moveTo>
                  <a:cubicBezTo>
                    <a:pt x="0" y="9"/>
                    <a:pt x="0" y="9"/>
                    <a:pt x="0" y="9"/>
                  </a:cubicBezTo>
                  <a:cubicBezTo>
                    <a:pt x="8" y="10"/>
                    <a:pt x="8" y="10"/>
                    <a:pt x="8" y="10"/>
                  </a:cubicBezTo>
                  <a:cubicBezTo>
                    <a:pt x="8" y="10"/>
                    <a:pt x="0" y="8"/>
                    <a:pt x="2" y="0"/>
                  </a:cubicBezTo>
                  <a:close/>
                </a:path>
              </a:pathLst>
            </a:custGeom>
            <a:solidFill>
              <a:srgbClr val="BA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2066" name="Freeform 975">
              <a:extLst>
                <a:ext uri="{FF2B5EF4-FFF2-40B4-BE49-F238E27FC236}">
                  <a16:creationId xmlns:a16="http://schemas.microsoft.com/office/drawing/2014/main" id="{72EDB8C5-BE69-4B8B-8228-782AF3E9021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8" y="3908"/>
              <a:ext cx="13" cy="11"/>
            </a:xfrm>
            <a:custGeom>
              <a:avLst/>
              <a:gdLst>
                <a:gd name="T0" fmla="*/ 0 w 9"/>
                <a:gd name="T1" fmla="*/ 27 h 7"/>
                <a:gd name="T2" fmla="*/ 6 w 9"/>
                <a:gd name="T3" fmla="*/ 5 h 7"/>
                <a:gd name="T4" fmla="*/ 27 w 9"/>
                <a:gd name="T5" fmla="*/ 8 h 7"/>
                <a:gd name="T6" fmla="*/ 0 w 9"/>
                <a:gd name="T7" fmla="*/ 27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7">
                  <a:moveTo>
                    <a:pt x="0" y="7"/>
                  </a:moveTo>
                  <a:cubicBezTo>
                    <a:pt x="2" y="1"/>
                    <a:pt x="2" y="1"/>
                    <a:pt x="2" y="1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9" y="2"/>
                    <a:pt x="2" y="0"/>
                    <a:pt x="0" y="7"/>
                  </a:cubicBezTo>
                  <a:close/>
                </a:path>
              </a:pathLst>
            </a:custGeom>
            <a:solidFill>
              <a:srgbClr val="BA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</p:grpSp>
      <p:grpSp>
        <p:nvGrpSpPr>
          <p:cNvPr id="41995" name="beige-pants-clothing-illustration">
            <a:extLst>
              <a:ext uri="{FF2B5EF4-FFF2-40B4-BE49-F238E27FC236}">
                <a16:creationId xmlns:a16="http://schemas.microsoft.com/office/drawing/2014/main" id="{52E8E3DC-7BE5-485C-8C13-FBD7060D24B1}"/>
              </a:ext>
            </a:extLst>
          </p:cNvPr>
          <p:cNvGrpSpPr>
            <a:grpSpLocks/>
          </p:cNvGrpSpPr>
          <p:nvPr/>
        </p:nvGrpSpPr>
        <p:grpSpPr bwMode="auto">
          <a:xfrm>
            <a:off x="8661400" y="3087688"/>
            <a:ext cx="1035050" cy="3200400"/>
            <a:chOff x="4493" y="1919"/>
            <a:chExt cx="671" cy="2025"/>
          </a:xfrm>
        </p:grpSpPr>
        <p:sp>
          <p:nvSpPr>
            <p:cNvPr id="42016" name="Freeform 977">
              <a:extLst>
                <a:ext uri="{FF2B5EF4-FFF2-40B4-BE49-F238E27FC236}">
                  <a16:creationId xmlns:a16="http://schemas.microsoft.com/office/drawing/2014/main" id="{5CC5C4EF-5F54-48A1-A819-0CEF91D9A27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3" y="1919"/>
              <a:ext cx="671" cy="2025"/>
            </a:xfrm>
            <a:custGeom>
              <a:avLst/>
              <a:gdLst>
                <a:gd name="T0" fmla="*/ 121 w 450"/>
                <a:gd name="T1" fmla="*/ 0 h 1273"/>
                <a:gd name="T2" fmla="*/ 1382 w 450"/>
                <a:gd name="T3" fmla="*/ 0 h 1273"/>
                <a:gd name="T4" fmla="*/ 1423 w 450"/>
                <a:gd name="T5" fmla="*/ 1055 h 1273"/>
                <a:gd name="T6" fmla="*/ 1317 w 450"/>
                <a:gd name="T7" fmla="*/ 3135 h 1273"/>
                <a:gd name="T8" fmla="*/ 1317 w 450"/>
                <a:gd name="T9" fmla="*/ 4919 h 1273"/>
                <a:gd name="T10" fmla="*/ 865 w 450"/>
                <a:gd name="T11" fmla="*/ 4919 h 1273"/>
                <a:gd name="T12" fmla="*/ 802 w 450"/>
                <a:gd name="T13" fmla="*/ 3231 h 1273"/>
                <a:gd name="T14" fmla="*/ 750 w 450"/>
                <a:gd name="T15" fmla="*/ 1648 h 1273"/>
                <a:gd name="T16" fmla="*/ 696 w 450"/>
                <a:gd name="T17" fmla="*/ 3264 h 1273"/>
                <a:gd name="T18" fmla="*/ 635 w 450"/>
                <a:gd name="T19" fmla="*/ 4899 h 1273"/>
                <a:gd name="T20" fmla="*/ 167 w 450"/>
                <a:gd name="T21" fmla="*/ 4887 h 1273"/>
                <a:gd name="T22" fmla="*/ 149 w 450"/>
                <a:gd name="T23" fmla="*/ 3135 h 1273"/>
                <a:gd name="T24" fmla="*/ 81 w 450"/>
                <a:gd name="T25" fmla="*/ 1106 h 1273"/>
                <a:gd name="T26" fmla="*/ 121 w 450"/>
                <a:gd name="T27" fmla="*/ 0 h 1273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450" h="1273">
                  <a:moveTo>
                    <a:pt x="36" y="0"/>
                  </a:moveTo>
                  <a:cubicBezTo>
                    <a:pt x="36" y="0"/>
                    <a:pt x="211" y="71"/>
                    <a:pt x="417" y="0"/>
                  </a:cubicBezTo>
                  <a:cubicBezTo>
                    <a:pt x="417" y="0"/>
                    <a:pt x="450" y="139"/>
                    <a:pt x="429" y="262"/>
                  </a:cubicBezTo>
                  <a:cubicBezTo>
                    <a:pt x="408" y="385"/>
                    <a:pt x="397" y="673"/>
                    <a:pt x="397" y="779"/>
                  </a:cubicBezTo>
                  <a:cubicBezTo>
                    <a:pt x="397" y="886"/>
                    <a:pt x="397" y="1222"/>
                    <a:pt x="397" y="1222"/>
                  </a:cubicBezTo>
                  <a:cubicBezTo>
                    <a:pt x="397" y="1222"/>
                    <a:pt x="328" y="1257"/>
                    <a:pt x="261" y="1222"/>
                  </a:cubicBezTo>
                  <a:cubicBezTo>
                    <a:pt x="261" y="1222"/>
                    <a:pt x="250" y="886"/>
                    <a:pt x="242" y="803"/>
                  </a:cubicBezTo>
                  <a:cubicBezTo>
                    <a:pt x="234" y="721"/>
                    <a:pt x="256" y="406"/>
                    <a:pt x="226" y="409"/>
                  </a:cubicBezTo>
                  <a:cubicBezTo>
                    <a:pt x="197" y="411"/>
                    <a:pt x="210" y="811"/>
                    <a:pt x="210" y="811"/>
                  </a:cubicBezTo>
                  <a:cubicBezTo>
                    <a:pt x="210" y="811"/>
                    <a:pt x="186" y="1185"/>
                    <a:pt x="192" y="1217"/>
                  </a:cubicBezTo>
                  <a:cubicBezTo>
                    <a:pt x="192" y="1217"/>
                    <a:pt x="136" y="1273"/>
                    <a:pt x="50" y="1214"/>
                  </a:cubicBezTo>
                  <a:cubicBezTo>
                    <a:pt x="50" y="1214"/>
                    <a:pt x="50" y="843"/>
                    <a:pt x="45" y="779"/>
                  </a:cubicBezTo>
                  <a:cubicBezTo>
                    <a:pt x="40" y="715"/>
                    <a:pt x="37" y="336"/>
                    <a:pt x="24" y="275"/>
                  </a:cubicBezTo>
                  <a:cubicBezTo>
                    <a:pt x="0" y="166"/>
                    <a:pt x="36" y="0"/>
                    <a:pt x="36" y="0"/>
                  </a:cubicBezTo>
                  <a:close/>
                </a:path>
              </a:pathLst>
            </a:custGeom>
            <a:solidFill>
              <a:srgbClr val="CDAE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2017" name="Freeform 978">
              <a:extLst>
                <a:ext uri="{FF2B5EF4-FFF2-40B4-BE49-F238E27FC236}">
                  <a16:creationId xmlns:a16="http://schemas.microsoft.com/office/drawing/2014/main" id="{A86A7339-097F-4CE3-B86E-4AB5B31CBB1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3" y="1919"/>
              <a:ext cx="671" cy="2025"/>
            </a:xfrm>
            <a:custGeom>
              <a:avLst/>
              <a:gdLst>
                <a:gd name="T0" fmla="*/ 121 w 450"/>
                <a:gd name="T1" fmla="*/ 0 h 1273"/>
                <a:gd name="T2" fmla="*/ 1382 w 450"/>
                <a:gd name="T3" fmla="*/ 0 h 1273"/>
                <a:gd name="T4" fmla="*/ 1423 w 450"/>
                <a:gd name="T5" fmla="*/ 1055 h 1273"/>
                <a:gd name="T6" fmla="*/ 1317 w 450"/>
                <a:gd name="T7" fmla="*/ 3135 h 1273"/>
                <a:gd name="T8" fmla="*/ 1317 w 450"/>
                <a:gd name="T9" fmla="*/ 4919 h 1273"/>
                <a:gd name="T10" fmla="*/ 865 w 450"/>
                <a:gd name="T11" fmla="*/ 4919 h 1273"/>
                <a:gd name="T12" fmla="*/ 802 w 450"/>
                <a:gd name="T13" fmla="*/ 3231 h 1273"/>
                <a:gd name="T14" fmla="*/ 750 w 450"/>
                <a:gd name="T15" fmla="*/ 1648 h 1273"/>
                <a:gd name="T16" fmla="*/ 696 w 450"/>
                <a:gd name="T17" fmla="*/ 3264 h 1273"/>
                <a:gd name="T18" fmla="*/ 635 w 450"/>
                <a:gd name="T19" fmla="*/ 4899 h 1273"/>
                <a:gd name="T20" fmla="*/ 167 w 450"/>
                <a:gd name="T21" fmla="*/ 4887 h 1273"/>
                <a:gd name="T22" fmla="*/ 149 w 450"/>
                <a:gd name="T23" fmla="*/ 3135 h 1273"/>
                <a:gd name="T24" fmla="*/ 81 w 450"/>
                <a:gd name="T25" fmla="*/ 1106 h 1273"/>
                <a:gd name="T26" fmla="*/ 121 w 450"/>
                <a:gd name="T27" fmla="*/ 0 h 1273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450" h="1273">
                  <a:moveTo>
                    <a:pt x="36" y="0"/>
                  </a:moveTo>
                  <a:cubicBezTo>
                    <a:pt x="36" y="0"/>
                    <a:pt x="211" y="71"/>
                    <a:pt x="417" y="0"/>
                  </a:cubicBezTo>
                  <a:cubicBezTo>
                    <a:pt x="417" y="0"/>
                    <a:pt x="450" y="139"/>
                    <a:pt x="429" y="262"/>
                  </a:cubicBezTo>
                  <a:cubicBezTo>
                    <a:pt x="408" y="385"/>
                    <a:pt x="397" y="673"/>
                    <a:pt x="397" y="779"/>
                  </a:cubicBezTo>
                  <a:cubicBezTo>
                    <a:pt x="397" y="886"/>
                    <a:pt x="397" y="1222"/>
                    <a:pt x="397" y="1222"/>
                  </a:cubicBezTo>
                  <a:cubicBezTo>
                    <a:pt x="397" y="1222"/>
                    <a:pt x="328" y="1257"/>
                    <a:pt x="261" y="1222"/>
                  </a:cubicBezTo>
                  <a:cubicBezTo>
                    <a:pt x="261" y="1222"/>
                    <a:pt x="250" y="886"/>
                    <a:pt x="242" y="803"/>
                  </a:cubicBezTo>
                  <a:cubicBezTo>
                    <a:pt x="234" y="721"/>
                    <a:pt x="256" y="406"/>
                    <a:pt x="226" y="409"/>
                  </a:cubicBezTo>
                  <a:cubicBezTo>
                    <a:pt x="197" y="411"/>
                    <a:pt x="210" y="811"/>
                    <a:pt x="210" y="811"/>
                  </a:cubicBezTo>
                  <a:cubicBezTo>
                    <a:pt x="210" y="811"/>
                    <a:pt x="186" y="1185"/>
                    <a:pt x="192" y="1217"/>
                  </a:cubicBezTo>
                  <a:cubicBezTo>
                    <a:pt x="192" y="1217"/>
                    <a:pt x="136" y="1273"/>
                    <a:pt x="50" y="1214"/>
                  </a:cubicBezTo>
                  <a:cubicBezTo>
                    <a:pt x="50" y="1214"/>
                    <a:pt x="50" y="843"/>
                    <a:pt x="45" y="779"/>
                  </a:cubicBezTo>
                  <a:cubicBezTo>
                    <a:pt x="40" y="715"/>
                    <a:pt x="37" y="336"/>
                    <a:pt x="24" y="275"/>
                  </a:cubicBezTo>
                  <a:cubicBezTo>
                    <a:pt x="0" y="166"/>
                    <a:pt x="36" y="0"/>
                    <a:pt x="36" y="0"/>
                  </a:cubicBezTo>
                  <a:close/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2018" name="Freeform 979">
              <a:extLst>
                <a:ext uri="{FF2B5EF4-FFF2-40B4-BE49-F238E27FC236}">
                  <a16:creationId xmlns:a16="http://schemas.microsoft.com/office/drawing/2014/main" id="{47D9AE22-2802-4A5A-933C-9F671BDDDE1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9" y="2544"/>
              <a:ext cx="115" cy="53"/>
            </a:xfrm>
            <a:custGeom>
              <a:avLst/>
              <a:gdLst>
                <a:gd name="T0" fmla="*/ 0 w 77"/>
                <a:gd name="T1" fmla="*/ 0 h 33"/>
                <a:gd name="T2" fmla="*/ 257 w 77"/>
                <a:gd name="T3" fmla="*/ 8 h 33"/>
                <a:gd name="T4" fmla="*/ 0 w 77"/>
                <a:gd name="T5" fmla="*/ 0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7" h="33">
                  <a:moveTo>
                    <a:pt x="0" y="0"/>
                  </a:moveTo>
                  <a:cubicBezTo>
                    <a:pt x="0" y="0"/>
                    <a:pt x="36" y="33"/>
                    <a:pt x="77" y="2"/>
                  </a:cubicBezTo>
                  <a:cubicBezTo>
                    <a:pt x="77" y="2"/>
                    <a:pt x="47" y="2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2019" name="Freeform 980">
              <a:extLst>
                <a:ext uri="{FF2B5EF4-FFF2-40B4-BE49-F238E27FC236}">
                  <a16:creationId xmlns:a16="http://schemas.microsoft.com/office/drawing/2014/main" id="{006995DC-8CD2-4D9C-86C8-C5C5AC9BA3E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4" y="1981"/>
              <a:ext cx="282" cy="81"/>
            </a:xfrm>
            <a:custGeom>
              <a:avLst/>
              <a:gdLst>
                <a:gd name="T0" fmla="*/ 6 w 189"/>
                <a:gd name="T1" fmla="*/ 0 h 51"/>
                <a:gd name="T2" fmla="*/ 628 w 189"/>
                <a:gd name="T3" fmla="*/ 179 h 51"/>
                <a:gd name="T4" fmla="*/ 0 w 189"/>
                <a:gd name="T5" fmla="*/ 21 h 51"/>
                <a:gd name="T6" fmla="*/ 6 w 189"/>
                <a:gd name="T7" fmla="*/ 0 h 5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9" h="51">
                  <a:moveTo>
                    <a:pt x="2" y="0"/>
                  </a:moveTo>
                  <a:cubicBezTo>
                    <a:pt x="2" y="0"/>
                    <a:pt x="74" y="42"/>
                    <a:pt x="189" y="45"/>
                  </a:cubicBezTo>
                  <a:cubicBezTo>
                    <a:pt x="189" y="45"/>
                    <a:pt x="113" y="51"/>
                    <a:pt x="0" y="5"/>
                  </a:cubicBezTo>
                  <a:lnTo>
                    <a:pt x="2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2020" name="Freeform 981">
              <a:extLst>
                <a:ext uri="{FF2B5EF4-FFF2-40B4-BE49-F238E27FC236}">
                  <a16:creationId xmlns:a16="http://schemas.microsoft.com/office/drawing/2014/main" id="{F348E9D9-3AC8-42BD-B873-1DF12F5D8EFB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0" y="1970"/>
              <a:ext cx="57" cy="83"/>
            </a:xfrm>
            <a:custGeom>
              <a:avLst/>
              <a:gdLst>
                <a:gd name="T0" fmla="*/ 32 w 38"/>
                <a:gd name="T1" fmla="*/ 0 h 52"/>
                <a:gd name="T2" fmla="*/ 113 w 38"/>
                <a:gd name="T3" fmla="*/ 97 h 52"/>
                <a:gd name="T4" fmla="*/ 0 w 38"/>
                <a:gd name="T5" fmla="*/ 211 h 52"/>
                <a:gd name="T6" fmla="*/ 126 w 38"/>
                <a:gd name="T7" fmla="*/ 97 h 52"/>
                <a:gd name="T8" fmla="*/ 32 w 38"/>
                <a:gd name="T9" fmla="*/ 0 h 5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52">
                  <a:moveTo>
                    <a:pt x="9" y="0"/>
                  </a:moveTo>
                  <a:cubicBezTo>
                    <a:pt x="9" y="0"/>
                    <a:pt x="31" y="5"/>
                    <a:pt x="33" y="24"/>
                  </a:cubicBezTo>
                  <a:cubicBezTo>
                    <a:pt x="35" y="42"/>
                    <a:pt x="0" y="52"/>
                    <a:pt x="0" y="52"/>
                  </a:cubicBezTo>
                  <a:cubicBezTo>
                    <a:pt x="0" y="52"/>
                    <a:pt x="38" y="45"/>
                    <a:pt x="37" y="24"/>
                  </a:cubicBezTo>
                  <a:cubicBezTo>
                    <a:pt x="37" y="3"/>
                    <a:pt x="9" y="0"/>
                    <a:pt x="9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2021" name="Oval 982">
              <a:extLst>
                <a:ext uri="{FF2B5EF4-FFF2-40B4-BE49-F238E27FC236}">
                  <a16:creationId xmlns:a16="http://schemas.microsoft.com/office/drawing/2014/main" id="{7EDB9276-8F9C-4474-BF4F-6AC0668BA3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12" y="1978"/>
              <a:ext cx="54" cy="57"/>
            </a:xfrm>
            <a:prstGeom prst="ellipse">
              <a:avLst/>
            </a:prstGeom>
            <a:solidFill>
              <a:srgbClr val="AF7F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022" name="Oval 983">
              <a:extLst>
                <a:ext uri="{FF2B5EF4-FFF2-40B4-BE49-F238E27FC236}">
                  <a16:creationId xmlns:a16="http://schemas.microsoft.com/office/drawing/2014/main" id="{5FBF4AD4-F32F-4C6E-86EA-733741EFA5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12" y="1978"/>
              <a:ext cx="54" cy="57"/>
            </a:xfrm>
            <a:prstGeom prst="ellipse">
              <a:avLst/>
            </a:prstGeom>
            <a:noFill/>
            <a:ln w="635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023" name="Freeform 984">
              <a:extLst>
                <a:ext uri="{FF2B5EF4-FFF2-40B4-BE49-F238E27FC236}">
                  <a16:creationId xmlns:a16="http://schemas.microsoft.com/office/drawing/2014/main" id="{3CC161F4-DAF0-4B0A-8C16-F1786E863CCF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5" y="1973"/>
              <a:ext cx="230" cy="65"/>
            </a:xfrm>
            <a:custGeom>
              <a:avLst/>
              <a:gdLst>
                <a:gd name="T0" fmla="*/ 0 w 154"/>
                <a:gd name="T1" fmla="*/ 163 h 41"/>
                <a:gd name="T2" fmla="*/ 514 w 154"/>
                <a:gd name="T3" fmla="*/ 21 h 41"/>
                <a:gd name="T4" fmla="*/ 511 w 154"/>
                <a:gd name="T5" fmla="*/ 0 h 41"/>
                <a:gd name="T6" fmla="*/ 0 w 154"/>
                <a:gd name="T7" fmla="*/ 163 h 4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4" h="41">
                  <a:moveTo>
                    <a:pt x="0" y="41"/>
                  </a:moveTo>
                  <a:cubicBezTo>
                    <a:pt x="0" y="41"/>
                    <a:pt x="119" y="30"/>
                    <a:pt x="154" y="5"/>
                  </a:cubicBezTo>
                  <a:cubicBezTo>
                    <a:pt x="153" y="0"/>
                    <a:pt x="153" y="0"/>
                    <a:pt x="153" y="0"/>
                  </a:cubicBezTo>
                  <a:cubicBezTo>
                    <a:pt x="153" y="0"/>
                    <a:pt x="135" y="20"/>
                    <a:pt x="0" y="4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2024" name="Freeform 985">
              <a:extLst>
                <a:ext uri="{FF2B5EF4-FFF2-40B4-BE49-F238E27FC236}">
                  <a16:creationId xmlns:a16="http://schemas.microsoft.com/office/drawing/2014/main" id="{D5D9A5FB-B8C9-4D02-8087-2622540AB328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0" y="2043"/>
              <a:ext cx="48" cy="395"/>
            </a:xfrm>
            <a:custGeom>
              <a:avLst/>
              <a:gdLst>
                <a:gd name="T0" fmla="*/ 5 w 32"/>
                <a:gd name="T1" fmla="*/ 1002 h 248"/>
                <a:gd name="T2" fmla="*/ 0 w 32"/>
                <a:gd name="T3" fmla="*/ 0 h 248"/>
                <a:gd name="T4" fmla="*/ 5 w 32"/>
                <a:gd name="T5" fmla="*/ 1002 h 24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248">
                  <a:moveTo>
                    <a:pt x="1" y="248"/>
                  </a:moveTo>
                  <a:cubicBezTo>
                    <a:pt x="1" y="248"/>
                    <a:pt x="32" y="149"/>
                    <a:pt x="0" y="0"/>
                  </a:cubicBezTo>
                  <a:cubicBezTo>
                    <a:pt x="0" y="0"/>
                    <a:pt x="24" y="139"/>
                    <a:pt x="1" y="248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2025" name="Freeform 986">
              <a:extLst>
                <a:ext uri="{FF2B5EF4-FFF2-40B4-BE49-F238E27FC236}">
                  <a16:creationId xmlns:a16="http://schemas.microsoft.com/office/drawing/2014/main" id="{DC2173C2-048A-465C-8247-F0EF78F6B4B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0" y="2037"/>
              <a:ext cx="156" cy="192"/>
            </a:xfrm>
            <a:custGeom>
              <a:avLst/>
              <a:gdLst>
                <a:gd name="T0" fmla="*/ 345 w 105"/>
                <a:gd name="T1" fmla="*/ 0 h 121"/>
                <a:gd name="T2" fmla="*/ 0 w 105"/>
                <a:gd name="T3" fmla="*/ 484 h 121"/>
                <a:gd name="T4" fmla="*/ 345 w 105"/>
                <a:gd name="T5" fmla="*/ 0 h 1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5" h="121">
                  <a:moveTo>
                    <a:pt x="105" y="0"/>
                  </a:moveTo>
                  <a:cubicBezTo>
                    <a:pt x="105" y="0"/>
                    <a:pt x="76" y="88"/>
                    <a:pt x="0" y="121"/>
                  </a:cubicBezTo>
                  <a:cubicBezTo>
                    <a:pt x="0" y="121"/>
                    <a:pt x="68" y="114"/>
                    <a:pt x="10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2026" name="Freeform 987">
              <a:extLst>
                <a:ext uri="{FF2B5EF4-FFF2-40B4-BE49-F238E27FC236}">
                  <a16:creationId xmlns:a16="http://schemas.microsoft.com/office/drawing/2014/main" id="{664FEEE3-442B-4E25-A2D9-6E5CEBEDCBE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6" y="2031"/>
              <a:ext cx="161" cy="198"/>
            </a:xfrm>
            <a:custGeom>
              <a:avLst/>
              <a:gdLst>
                <a:gd name="T0" fmla="*/ 0 w 108"/>
                <a:gd name="T1" fmla="*/ 0 h 125"/>
                <a:gd name="T2" fmla="*/ 358 w 108"/>
                <a:gd name="T3" fmla="*/ 497 h 125"/>
                <a:gd name="T4" fmla="*/ 0 w 108"/>
                <a:gd name="T5" fmla="*/ 0 h 1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8" h="125">
                  <a:moveTo>
                    <a:pt x="0" y="0"/>
                  </a:moveTo>
                  <a:cubicBezTo>
                    <a:pt x="0" y="0"/>
                    <a:pt x="32" y="92"/>
                    <a:pt x="108" y="125"/>
                  </a:cubicBezTo>
                  <a:cubicBezTo>
                    <a:pt x="108" y="125"/>
                    <a:pt x="37" y="114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2027" name="Freeform 988">
              <a:extLst>
                <a:ext uri="{FF2B5EF4-FFF2-40B4-BE49-F238E27FC236}">
                  <a16:creationId xmlns:a16="http://schemas.microsoft.com/office/drawing/2014/main" id="{8A7D8952-4D9B-4FAF-A05F-10DDA98FE2A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8" y="2441"/>
              <a:ext cx="138" cy="259"/>
            </a:xfrm>
            <a:custGeom>
              <a:avLst/>
              <a:gdLst>
                <a:gd name="T0" fmla="*/ 295 w 93"/>
                <a:gd name="T1" fmla="*/ 329 h 163"/>
                <a:gd name="T2" fmla="*/ 141 w 93"/>
                <a:gd name="T3" fmla="*/ 210 h 163"/>
                <a:gd name="T4" fmla="*/ 0 w 93"/>
                <a:gd name="T5" fmla="*/ 0 h 163"/>
                <a:gd name="T6" fmla="*/ 86 w 93"/>
                <a:gd name="T7" fmla="*/ 184 h 163"/>
                <a:gd name="T8" fmla="*/ 196 w 93"/>
                <a:gd name="T9" fmla="*/ 334 h 163"/>
                <a:gd name="T10" fmla="*/ 258 w 93"/>
                <a:gd name="T11" fmla="*/ 655 h 163"/>
                <a:gd name="T12" fmla="*/ 283 w 93"/>
                <a:gd name="T13" fmla="*/ 458 h 163"/>
                <a:gd name="T14" fmla="*/ 304 w 93"/>
                <a:gd name="T15" fmla="*/ 335 h 16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3" h="163">
                  <a:moveTo>
                    <a:pt x="90" y="82"/>
                  </a:moveTo>
                  <a:cubicBezTo>
                    <a:pt x="73" y="82"/>
                    <a:pt x="53" y="64"/>
                    <a:pt x="43" y="52"/>
                  </a:cubicBezTo>
                  <a:cubicBezTo>
                    <a:pt x="29" y="33"/>
                    <a:pt x="17" y="16"/>
                    <a:pt x="0" y="0"/>
                  </a:cubicBezTo>
                  <a:cubicBezTo>
                    <a:pt x="13" y="8"/>
                    <a:pt x="19" y="33"/>
                    <a:pt x="26" y="46"/>
                  </a:cubicBezTo>
                  <a:cubicBezTo>
                    <a:pt x="35" y="62"/>
                    <a:pt x="47" y="71"/>
                    <a:pt x="60" y="83"/>
                  </a:cubicBezTo>
                  <a:cubicBezTo>
                    <a:pt x="85" y="105"/>
                    <a:pt x="72" y="135"/>
                    <a:pt x="79" y="163"/>
                  </a:cubicBezTo>
                  <a:cubicBezTo>
                    <a:pt x="82" y="147"/>
                    <a:pt x="83" y="130"/>
                    <a:pt x="87" y="114"/>
                  </a:cubicBezTo>
                  <a:cubicBezTo>
                    <a:pt x="88" y="105"/>
                    <a:pt x="89" y="92"/>
                    <a:pt x="93" y="84"/>
                  </a:cubicBezTo>
                </a:path>
              </a:pathLst>
            </a:custGeom>
            <a:solidFill>
              <a:srgbClr val="BA95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2028" name="Freeform 989">
              <a:extLst>
                <a:ext uri="{FF2B5EF4-FFF2-40B4-BE49-F238E27FC236}">
                  <a16:creationId xmlns:a16="http://schemas.microsoft.com/office/drawing/2014/main" id="{5721565E-28FF-4093-BB7B-19E0BFB01701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8" y="2466"/>
              <a:ext cx="127" cy="263"/>
            </a:xfrm>
            <a:custGeom>
              <a:avLst/>
              <a:gdLst>
                <a:gd name="T0" fmla="*/ 0 w 85"/>
                <a:gd name="T1" fmla="*/ 273 h 165"/>
                <a:gd name="T2" fmla="*/ 163 w 85"/>
                <a:gd name="T3" fmla="*/ 185 h 165"/>
                <a:gd name="T4" fmla="*/ 284 w 85"/>
                <a:gd name="T5" fmla="*/ 0 h 165"/>
                <a:gd name="T6" fmla="*/ 188 w 85"/>
                <a:gd name="T7" fmla="*/ 179 h 165"/>
                <a:gd name="T8" fmla="*/ 90 w 85"/>
                <a:gd name="T9" fmla="*/ 325 h 165"/>
                <a:gd name="T10" fmla="*/ 28 w 85"/>
                <a:gd name="T11" fmla="*/ 668 h 165"/>
                <a:gd name="T12" fmla="*/ 22 w 85"/>
                <a:gd name="T13" fmla="*/ 402 h 165"/>
                <a:gd name="T14" fmla="*/ 1 w 85"/>
                <a:gd name="T15" fmla="*/ 285 h 16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5" h="165">
                  <a:moveTo>
                    <a:pt x="0" y="67"/>
                  </a:moveTo>
                  <a:cubicBezTo>
                    <a:pt x="18" y="63"/>
                    <a:pt x="36" y="61"/>
                    <a:pt x="49" y="46"/>
                  </a:cubicBezTo>
                  <a:cubicBezTo>
                    <a:pt x="61" y="32"/>
                    <a:pt x="73" y="15"/>
                    <a:pt x="85" y="0"/>
                  </a:cubicBezTo>
                  <a:cubicBezTo>
                    <a:pt x="73" y="13"/>
                    <a:pt x="67" y="30"/>
                    <a:pt x="56" y="44"/>
                  </a:cubicBezTo>
                  <a:cubicBezTo>
                    <a:pt x="47" y="56"/>
                    <a:pt x="36" y="68"/>
                    <a:pt x="27" y="80"/>
                  </a:cubicBezTo>
                  <a:cubicBezTo>
                    <a:pt x="10" y="105"/>
                    <a:pt x="9" y="136"/>
                    <a:pt x="9" y="165"/>
                  </a:cubicBezTo>
                  <a:cubicBezTo>
                    <a:pt x="10" y="143"/>
                    <a:pt x="6" y="121"/>
                    <a:pt x="7" y="99"/>
                  </a:cubicBezTo>
                  <a:cubicBezTo>
                    <a:pt x="8" y="89"/>
                    <a:pt x="6" y="77"/>
                    <a:pt x="1" y="70"/>
                  </a:cubicBezTo>
                </a:path>
              </a:pathLst>
            </a:custGeom>
            <a:solidFill>
              <a:srgbClr val="EDCF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2029" name="Freeform 990">
              <a:extLst>
                <a:ext uri="{FF2B5EF4-FFF2-40B4-BE49-F238E27FC236}">
                  <a16:creationId xmlns:a16="http://schemas.microsoft.com/office/drawing/2014/main" id="{B05F53D9-227E-4B7C-A981-919DA35F43F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6" y="2037"/>
              <a:ext cx="60" cy="183"/>
            </a:xfrm>
            <a:custGeom>
              <a:avLst/>
              <a:gdLst>
                <a:gd name="T0" fmla="*/ 135 w 40"/>
                <a:gd name="T1" fmla="*/ 0 h 115"/>
                <a:gd name="T2" fmla="*/ 0 w 40"/>
                <a:gd name="T3" fmla="*/ 16 h 115"/>
                <a:gd name="T4" fmla="*/ 48 w 40"/>
                <a:gd name="T5" fmla="*/ 463 h 115"/>
                <a:gd name="T6" fmla="*/ 45 w 40"/>
                <a:gd name="T7" fmla="*/ 121 h 115"/>
                <a:gd name="T8" fmla="*/ 135 w 40"/>
                <a:gd name="T9" fmla="*/ 0 h 1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115">
                  <a:moveTo>
                    <a:pt x="40" y="0"/>
                  </a:moveTo>
                  <a:cubicBezTo>
                    <a:pt x="40" y="0"/>
                    <a:pt x="14" y="5"/>
                    <a:pt x="0" y="4"/>
                  </a:cubicBezTo>
                  <a:cubicBezTo>
                    <a:pt x="0" y="4"/>
                    <a:pt x="18" y="67"/>
                    <a:pt x="14" y="115"/>
                  </a:cubicBezTo>
                  <a:cubicBezTo>
                    <a:pt x="14" y="115"/>
                    <a:pt x="15" y="42"/>
                    <a:pt x="13" y="30"/>
                  </a:cubicBezTo>
                  <a:cubicBezTo>
                    <a:pt x="11" y="17"/>
                    <a:pt x="8" y="9"/>
                    <a:pt x="40" y="0"/>
                  </a:cubicBezTo>
                  <a:close/>
                </a:path>
              </a:pathLst>
            </a:custGeom>
            <a:solidFill>
              <a:srgbClr val="BA95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2030" name="Freeform 991">
              <a:extLst>
                <a:ext uri="{FF2B5EF4-FFF2-40B4-BE49-F238E27FC236}">
                  <a16:creationId xmlns:a16="http://schemas.microsoft.com/office/drawing/2014/main" id="{3AD24585-E403-49F3-9DC3-30AC5FAFB27C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8" y="1975"/>
              <a:ext cx="63" cy="57"/>
            </a:xfrm>
            <a:custGeom>
              <a:avLst/>
              <a:gdLst>
                <a:gd name="T0" fmla="*/ 0 w 42"/>
                <a:gd name="T1" fmla="*/ 0 h 36"/>
                <a:gd name="T2" fmla="*/ 8 w 42"/>
                <a:gd name="T3" fmla="*/ 143 h 36"/>
                <a:gd name="T4" fmla="*/ 0 w 42"/>
                <a:gd name="T5" fmla="*/ 0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" h="36">
                  <a:moveTo>
                    <a:pt x="0" y="0"/>
                  </a:moveTo>
                  <a:cubicBezTo>
                    <a:pt x="0" y="0"/>
                    <a:pt x="22" y="18"/>
                    <a:pt x="2" y="36"/>
                  </a:cubicBezTo>
                  <a:cubicBezTo>
                    <a:pt x="2" y="36"/>
                    <a:pt x="42" y="15"/>
                    <a:pt x="0" y="0"/>
                  </a:cubicBezTo>
                  <a:close/>
                </a:path>
              </a:pathLst>
            </a:custGeom>
            <a:solidFill>
              <a:srgbClr val="BA95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2031" name="Freeform 992">
              <a:extLst>
                <a:ext uri="{FF2B5EF4-FFF2-40B4-BE49-F238E27FC236}">
                  <a16:creationId xmlns:a16="http://schemas.microsoft.com/office/drawing/2014/main" id="{AE8E8C5E-881A-4DB0-993C-F53CC0D923C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2" y="3293"/>
              <a:ext cx="122" cy="600"/>
            </a:xfrm>
            <a:custGeom>
              <a:avLst/>
              <a:gdLst>
                <a:gd name="T0" fmla="*/ 271 w 82"/>
                <a:gd name="T1" fmla="*/ 0 h 377"/>
                <a:gd name="T2" fmla="*/ 222 w 82"/>
                <a:gd name="T3" fmla="*/ 1418 h 377"/>
                <a:gd name="T4" fmla="*/ 0 w 82"/>
                <a:gd name="T5" fmla="*/ 1504 h 377"/>
                <a:gd name="T6" fmla="*/ 183 w 82"/>
                <a:gd name="T7" fmla="*/ 1268 h 377"/>
                <a:gd name="T8" fmla="*/ 271 w 82"/>
                <a:gd name="T9" fmla="*/ 0 h 37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2" h="377">
                  <a:moveTo>
                    <a:pt x="82" y="0"/>
                  </a:moveTo>
                  <a:cubicBezTo>
                    <a:pt x="82" y="0"/>
                    <a:pt x="62" y="324"/>
                    <a:pt x="67" y="352"/>
                  </a:cubicBezTo>
                  <a:cubicBezTo>
                    <a:pt x="67" y="352"/>
                    <a:pt x="44" y="377"/>
                    <a:pt x="0" y="373"/>
                  </a:cubicBezTo>
                  <a:cubicBezTo>
                    <a:pt x="0" y="373"/>
                    <a:pt x="57" y="366"/>
                    <a:pt x="56" y="315"/>
                  </a:cubicBezTo>
                  <a:cubicBezTo>
                    <a:pt x="54" y="264"/>
                    <a:pt x="78" y="14"/>
                    <a:pt x="82" y="0"/>
                  </a:cubicBezTo>
                  <a:close/>
                </a:path>
              </a:pathLst>
            </a:custGeom>
            <a:solidFill>
              <a:srgbClr val="BA95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2032" name="Freeform 993">
              <a:extLst>
                <a:ext uri="{FF2B5EF4-FFF2-40B4-BE49-F238E27FC236}">
                  <a16:creationId xmlns:a16="http://schemas.microsoft.com/office/drawing/2014/main" id="{616FDB7E-4780-4C88-AC6B-03343B3760F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1" y="2729"/>
              <a:ext cx="20" cy="453"/>
            </a:xfrm>
            <a:custGeom>
              <a:avLst/>
              <a:gdLst>
                <a:gd name="T0" fmla="*/ 29 w 14"/>
                <a:gd name="T1" fmla="*/ 0 h 285"/>
                <a:gd name="T2" fmla="*/ 34 w 14"/>
                <a:gd name="T3" fmla="*/ 1144 h 285"/>
                <a:gd name="T4" fmla="*/ 29 w 14"/>
                <a:gd name="T5" fmla="*/ 0 h 28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285">
                  <a:moveTo>
                    <a:pt x="10" y="0"/>
                  </a:moveTo>
                  <a:cubicBezTo>
                    <a:pt x="10" y="0"/>
                    <a:pt x="14" y="253"/>
                    <a:pt x="12" y="285"/>
                  </a:cubicBezTo>
                  <a:cubicBezTo>
                    <a:pt x="12" y="285"/>
                    <a:pt x="0" y="44"/>
                    <a:pt x="10" y="0"/>
                  </a:cubicBezTo>
                  <a:close/>
                </a:path>
              </a:pathLst>
            </a:custGeom>
            <a:solidFill>
              <a:srgbClr val="BA95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2033" name="Freeform 994">
              <a:extLst>
                <a:ext uri="{FF2B5EF4-FFF2-40B4-BE49-F238E27FC236}">
                  <a16:creationId xmlns:a16="http://schemas.microsoft.com/office/drawing/2014/main" id="{D5D1DFD9-6059-4514-9C72-E0B85DA72D3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2" y="2239"/>
              <a:ext cx="109" cy="1633"/>
            </a:xfrm>
            <a:custGeom>
              <a:avLst/>
              <a:gdLst>
                <a:gd name="T0" fmla="*/ 0 w 73"/>
                <a:gd name="T1" fmla="*/ 0 h 1027"/>
                <a:gd name="T2" fmla="*/ 40 w 73"/>
                <a:gd name="T3" fmla="*/ 347 h 1027"/>
                <a:gd name="T4" fmla="*/ 87 w 73"/>
                <a:gd name="T5" fmla="*/ 2094 h 1027"/>
                <a:gd name="T6" fmla="*/ 116 w 73"/>
                <a:gd name="T7" fmla="*/ 4055 h 1027"/>
                <a:gd name="T8" fmla="*/ 240 w 73"/>
                <a:gd name="T9" fmla="*/ 4129 h 1027"/>
                <a:gd name="T10" fmla="*/ 154 w 73"/>
                <a:gd name="T11" fmla="*/ 3870 h 1027"/>
                <a:gd name="T12" fmla="*/ 243 w 73"/>
                <a:gd name="T13" fmla="*/ 2485 h 1027"/>
                <a:gd name="T14" fmla="*/ 122 w 73"/>
                <a:gd name="T15" fmla="*/ 2236 h 1027"/>
                <a:gd name="T16" fmla="*/ 0 w 73"/>
                <a:gd name="T17" fmla="*/ 0 h 102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3" h="1027">
                  <a:moveTo>
                    <a:pt x="0" y="0"/>
                  </a:moveTo>
                  <a:cubicBezTo>
                    <a:pt x="0" y="0"/>
                    <a:pt x="5" y="61"/>
                    <a:pt x="12" y="86"/>
                  </a:cubicBezTo>
                  <a:cubicBezTo>
                    <a:pt x="19" y="111"/>
                    <a:pt x="25" y="459"/>
                    <a:pt x="26" y="521"/>
                  </a:cubicBezTo>
                  <a:cubicBezTo>
                    <a:pt x="27" y="583"/>
                    <a:pt x="43" y="968"/>
                    <a:pt x="35" y="1009"/>
                  </a:cubicBezTo>
                  <a:cubicBezTo>
                    <a:pt x="35" y="1009"/>
                    <a:pt x="56" y="1024"/>
                    <a:pt x="72" y="1027"/>
                  </a:cubicBezTo>
                  <a:cubicBezTo>
                    <a:pt x="72" y="1027"/>
                    <a:pt x="46" y="1013"/>
                    <a:pt x="46" y="963"/>
                  </a:cubicBezTo>
                  <a:cubicBezTo>
                    <a:pt x="46" y="913"/>
                    <a:pt x="23" y="636"/>
                    <a:pt x="73" y="618"/>
                  </a:cubicBezTo>
                  <a:cubicBezTo>
                    <a:pt x="73" y="618"/>
                    <a:pt x="39" y="610"/>
                    <a:pt x="37" y="556"/>
                  </a:cubicBezTo>
                  <a:cubicBezTo>
                    <a:pt x="35" y="502"/>
                    <a:pt x="65" y="112"/>
                    <a:pt x="0" y="0"/>
                  </a:cubicBezTo>
                  <a:close/>
                </a:path>
              </a:pathLst>
            </a:custGeom>
            <a:solidFill>
              <a:srgbClr val="EDCF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2034" name="Freeform 995">
              <a:extLst>
                <a:ext uri="{FF2B5EF4-FFF2-40B4-BE49-F238E27FC236}">
                  <a16:creationId xmlns:a16="http://schemas.microsoft.com/office/drawing/2014/main" id="{5F469CF0-33D3-4C00-8AD5-8F450200C26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4" y="2143"/>
              <a:ext cx="119" cy="261"/>
            </a:xfrm>
            <a:custGeom>
              <a:avLst/>
              <a:gdLst>
                <a:gd name="T0" fmla="*/ 0 w 80"/>
                <a:gd name="T1" fmla="*/ 245 h 164"/>
                <a:gd name="T2" fmla="*/ 263 w 80"/>
                <a:gd name="T3" fmla="*/ 0 h 164"/>
                <a:gd name="T4" fmla="*/ 141 w 80"/>
                <a:gd name="T5" fmla="*/ 226 h 164"/>
                <a:gd name="T6" fmla="*/ 92 w 80"/>
                <a:gd name="T7" fmla="*/ 660 h 164"/>
                <a:gd name="T8" fmla="*/ 0 w 80"/>
                <a:gd name="T9" fmla="*/ 245 h 16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0" h="164">
                  <a:moveTo>
                    <a:pt x="0" y="61"/>
                  </a:moveTo>
                  <a:cubicBezTo>
                    <a:pt x="0" y="61"/>
                    <a:pt x="52" y="49"/>
                    <a:pt x="80" y="0"/>
                  </a:cubicBezTo>
                  <a:cubicBezTo>
                    <a:pt x="80" y="0"/>
                    <a:pt x="61" y="43"/>
                    <a:pt x="43" y="56"/>
                  </a:cubicBezTo>
                  <a:cubicBezTo>
                    <a:pt x="25" y="69"/>
                    <a:pt x="26" y="117"/>
                    <a:pt x="28" y="164"/>
                  </a:cubicBezTo>
                  <a:lnTo>
                    <a:pt x="0" y="61"/>
                  </a:lnTo>
                  <a:close/>
                </a:path>
              </a:pathLst>
            </a:custGeom>
            <a:solidFill>
              <a:srgbClr val="EDCF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2035" name="Freeform 996">
              <a:extLst>
                <a:ext uri="{FF2B5EF4-FFF2-40B4-BE49-F238E27FC236}">
                  <a16:creationId xmlns:a16="http://schemas.microsoft.com/office/drawing/2014/main" id="{3E3C451E-D079-4EBB-AB37-278D711F85E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8" y="1999"/>
              <a:ext cx="88" cy="218"/>
            </a:xfrm>
            <a:custGeom>
              <a:avLst/>
              <a:gdLst>
                <a:gd name="T0" fmla="*/ 54 w 59"/>
                <a:gd name="T1" fmla="*/ 0 h 137"/>
                <a:gd name="T2" fmla="*/ 15 w 59"/>
                <a:gd name="T3" fmla="*/ 552 h 137"/>
                <a:gd name="T4" fmla="*/ 195 w 59"/>
                <a:gd name="T5" fmla="*/ 390 h 137"/>
                <a:gd name="T6" fmla="*/ 42 w 59"/>
                <a:gd name="T7" fmla="*/ 428 h 137"/>
                <a:gd name="T8" fmla="*/ 54 w 59"/>
                <a:gd name="T9" fmla="*/ 0 h 1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9" h="137">
                  <a:moveTo>
                    <a:pt x="16" y="0"/>
                  </a:moveTo>
                  <a:cubicBezTo>
                    <a:pt x="16" y="0"/>
                    <a:pt x="0" y="94"/>
                    <a:pt x="5" y="137"/>
                  </a:cubicBezTo>
                  <a:cubicBezTo>
                    <a:pt x="5" y="137"/>
                    <a:pt x="45" y="119"/>
                    <a:pt x="59" y="97"/>
                  </a:cubicBezTo>
                  <a:cubicBezTo>
                    <a:pt x="59" y="97"/>
                    <a:pt x="12" y="128"/>
                    <a:pt x="13" y="106"/>
                  </a:cubicBezTo>
                  <a:cubicBezTo>
                    <a:pt x="14" y="84"/>
                    <a:pt x="16" y="0"/>
                    <a:pt x="16" y="0"/>
                  </a:cubicBezTo>
                  <a:close/>
                </a:path>
              </a:pathLst>
            </a:custGeom>
            <a:solidFill>
              <a:srgbClr val="EDCF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2036" name="Freeform 997">
              <a:extLst>
                <a:ext uri="{FF2B5EF4-FFF2-40B4-BE49-F238E27FC236}">
                  <a16:creationId xmlns:a16="http://schemas.microsoft.com/office/drawing/2014/main" id="{2EA12CE0-ABAE-46CF-992D-EC42B17AE8D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9" y="1927"/>
              <a:ext cx="83" cy="89"/>
            </a:xfrm>
            <a:custGeom>
              <a:avLst/>
              <a:gdLst>
                <a:gd name="T0" fmla="*/ 28 w 56"/>
                <a:gd name="T1" fmla="*/ 0 h 56"/>
                <a:gd name="T2" fmla="*/ 9 w 56"/>
                <a:gd name="T3" fmla="*/ 132 h 56"/>
                <a:gd name="T4" fmla="*/ 182 w 56"/>
                <a:gd name="T5" fmla="*/ 224 h 56"/>
                <a:gd name="T6" fmla="*/ 28 w 56"/>
                <a:gd name="T7" fmla="*/ 0 h 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6" h="56">
                  <a:moveTo>
                    <a:pt x="9" y="0"/>
                  </a:moveTo>
                  <a:cubicBezTo>
                    <a:pt x="3" y="33"/>
                    <a:pt x="3" y="33"/>
                    <a:pt x="3" y="33"/>
                  </a:cubicBezTo>
                  <a:cubicBezTo>
                    <a:pt x="3" y="33"/>
                    <a:pt x="42" y="54"/>
                    <a:pt x="56" y="56"/>
                  </a:cubicBezTo>
                  <a:cubicBezTo>
                    <a:pt x="56" y="56"/>
                    <a:pt x="0" y="37"/>
                    <a:pt x="9" y="0"/>
                  </a:cubicBezTo>
                  <a:close/>
                </a:path>
              </a:pathLst>
            </a:custGeom>
            <a:solidFill>
              <a:srgbClr val="EDCF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2037" name="Freeform 998">
              <a:extLst>
                <a:ext uri="{FF2B5EF4-FFF2-40B4-BE49-F238E27FC236}">
                  <a16:creationId xmlns:a16="http://schemas.microsoft.com/office/drawing/2014/main" id="{88861B3E-32C2-43A7-A231-143B42B808EF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6" y="2034"/>
              <a:ext cx="151" cy="186"/>
            </a:xfrm>
            <a:custGeom>
              <a:avLst/>
              <a:gdLst>
                <a:gd name="T0" fmla="*/ 0 w 101"/>
                <a:gd name="T1" fmla="*/ 0 h 117"/>
                <a:gd name="T2" fmla="*/ 329 w 101"/>
                <a:gd name="T3" fmla="*/ 471 h 117"/>
                <a:gd name="T4" fmla="*/ 335 w 101"/>
                <a:gd name="T5" fmla="*/ 293 h 117"/>
                <a:gd name="T6" fmla="*/ 236 w 101"/>
                <a:gd name="T7" fmla="*/ 348 h 117"/>
                <a:gd name="T8" fmla="*/ 0 w 101"/>
                <a:gd name="T9" fmla="*/ 0 h 1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1" h="117">
                  <a:moveTo>
                    <a:pt x="0" y="0"/>
                  </a:moveTo>
                  <a:cubicBezTo>
                    <a:pt x="0" y="0"/>
                    <a:pt x="32" y="90"/>
                    <a:pt x="98" y="117"/>
                  </a:cubicBezTo>
                  <a:cubicBezTo>
                    <a:pt x="98" y="117"/>
                    <a:pt x="101" y="82"/>
                    <a:pt x="100" y="73"/>
                  </a:cubicBezTo>
                  <a:cubicBezTo>
                    <a:pt x="100" y="73"/>
                    <a:pt x="91" y="109"/>
                    <a:pt x="71" y="87"/>
                  </a:cubicBezTo>
                  <a:cubicBezTo>
                    <a:pt x="52" y="65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BA95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2038" name="Freeform 999">
              <a:extLst>
                <a:ext uri="{FF2B5EF4-FFF2-40B4-BE49-F238E27FC236}">
                  <a16:creationId xmlns:a16="http://schemas.microsoft.com/office/drawing/2014/main" id="{DF22E362-FF24-4044-8153-0D4A6C6AA79B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3" y="3131"/>
              <a:ext cx="100" cy="304"/>
            </a:xfrm>
            <a:custGeom>
              <a:avLst/>
              <a:gdLst>
                <a:gd name="T0" fmla="*/ 19 w 67"/>
                <a:gd name="T1" fmla="*/ 0 h 191"/>
                <a:gd name="T2" fmla="*/ 69 w 67"/>
                <a:gd name="T3" fmla="*/ 286 h 191"/>
                <a:gd name="T4" fmla="*/ 222 w 67"/>
                <a:gd name="T5" fmla="*/ 468 h 191"/>
                <a:gd name="T6" fmla="*/ 73 w 67"/>
                <a:gd name="T7" fmla="*/ 395 h 191"/>
                <a:gd name="T8" fmla="*/ 67 w 67"/>
                <a:gd name="T9" fmla="*/ 770 h 191"/>
                <a:gd name="T10" fmla="*/ 15 w 67"/>
                <a:gd name="T11" fmla="*/ 342 h 191"/>
                <a:gd name="T12" fmla="*/ 0 w 67"/>
                <a:gd name="T13" fmla="*/ 21 h 19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7" h="191">
                  <a:moveTo>
                    <a:pt x="6" y="0"/>
                  </a:moveTo>
                  <a:cubicBezTo>
                    <a:pt x="7" y="24"/>
                    <a:pt x="9" y="49"/>
                    <a:pt x="21" y="71"/>
                  </a:cubicBezTo>
                  <a:cubicBezTo>
                    <a:pt x="32" y="93"/>
                    <a:pt x="51" y="100"/>
                    <a:pt x="67" y="116"/>
                  </a:cubicBezTo>
                  <a:cubicBezTo>
                    <a:pt x="53" y="113"/>
                    <a:pt x="35" y="108"/>
                    <a:pt x="22" y="98"/>
                  </a:cubicBezTo>
                  <a:cubicBezTo>
                    <a:pt x="20" y="129"/>
                    <a:pt x="22" y="160"/>
                    <a:pt x="20" y="191"/>
                  </a:cubicBezTo>
                  <a:cubicBezTo>
                    <a:pt x="1" y="162"/>
                    <a:pt x="9" y="119"/>
                    <a:pt x="5" y="85"/>
                  </a:cubicBezTo>
                  <a:cubicBezTo>
                    <a:pt x="3" y="60"/>
                    <a:pt x="6" y="29"/>
                    <a:pt x="0" y="5"/>
                  </a:cubicBezTo>
                </a:path>
              </a:pathLst>
            </a:custGeom>
            <a:solidFill>
              <a:srgbClr val="EDCF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2039" name="Freeform 1000">
              <a:extLst>
                <a:ext uri="{FF2B5EF4-FFF2-40B4-BE49-F238E27FC236}">
                  <a16:creationId xmlns:a16="http://schemas.microsoft.com/office/drawing/2014/main" id="{77C89CAA-9E67-422B-AE6C-0FB4BCD21DB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6" y="3316"/>
              <a:ext cx="83" cy="41"/>
            </a:xfrm>
            <a:custGeom>
              <a:avLst/>
              <a:gdLst>
                <a:gd name="T0" fmla="*/ 0 w 56"/>
                <a:gd name="T1" fmla="*/ 8 h 26"/>
                <a:gd name="T2" fmla="*/ 79 w 56"/>
                <a:gd name="T3" fmla="*/ 33 h 26"/>
                <a:gd name="T4" fmla="*/ 182 w 56"/>
                <a:gd name="T5" fmla="*/ 60 h 26"/>
                <a:gd name="T6" fmla="*/ 0 w 56"/>
                <a:gd name="T7" fmla="*/ 0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6" h="26">
                  <a:moveTo>
                    <a:pt x="0" y="2"/>
                  </a:moveTo>
                  <a:cubicBezTo>
                    <a:pt x="1" y="0"/>
                    <a:pt x="16" y="5"/>
                    <a:pt x="24" y="8"/>
                  </a:cubicBezTo>
                  <a:cubicBezTo>
                    <a:pt x="35" y="11"/>
                    <a:pt x="45" y="15"/>
                    <a:pt x="56" y="15"/>
                  </a:cubicBezTo>
                  <a:cubicBezTo>
                    <a:pt x="39" y="26"/>
                    <a:pt x="14" y="9"/>
                    <a:pt x="0" y="0"/>
                  </a:cubicBezTo>
                </a:path>
              </a:pathLst>
            </a:custGeom>
            <a:solidFill>
              <a:srgbClr val="EDCF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2040" name="Freeform 1001">
              <a:extLst>
                <a:ext uri="{FF2B5EF4-FFF2-40B4-BE49-F238E27FC236}">
                  <a16:creationId xmlns:a16="http://schemas.microsoft.com/office/drawing/2014/main" id="{CDB98799-29A3-4B4B-8FF5-C08719F1BBC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7" y="3180"/>
              <a:ext cx="116" cy="78"/>
            </a:xfrm>
            <a:custGeom>
              <a:avLst/>
              <a:gdLst>
                <a:gd name="T0" fmla="*/ 0 w 78"/>
                <a:gd name="T1" fmla="*/ 197 h 49"/>
                <a:gd name="T2" fmla="*/ 257 w 78"/>
                <a:gd name="T3" fmla="*/ 0 h 49"/>
                <a:gd name="T4" fmla="*/ 137 w 78"/>
                <a:gd name="T5" fmla="*/ 142 h 49"/>
                <a:gd name="T6" fmla="*/ 15 w 78"/>
                <a:gd name="T7" fmla="*/ 183 h 4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8" h="49">
                  <a:moveTo>
                    <a:pt x="0" y="49"/>
                  </a:moveTo>
                  <a:cubicBezTo>
                    <a:pt x="22" y="31"/>
                    <a:pt x="63" y="27"/>
                    <a:pt x="78" y="0"/>
                  </a:cubicBezTo>
                  <a:cubicBezTo>
                    <a:pt x="67" y="13"/>
                    <a:pt x="58" y="28"/>
                    <a:pt x="42" y="35"/>
                  </a:cubicBezTo>
                  <a:cubicBezTo>
                    <a:pt x="30" y="40"/>
                    <a:pt x="17" y="42"/>
                    <a:pt x="5" y="45"/>
                  </a:cubicBezTo>
                </a:path>
              </a:pathLst>
            </a:custGeom>
            <a:solidFill>
              <a:srgbClr val="EDCF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</p:grpSp>
      <p:grpSp>
        <p:nvGrpSpPr>
          <p:cNvPr id="41996" name="light-blue-t-shirt-illustration">
            <a:extLst>
              <a:ext uri="{FF2B5EF4-FFF2-40B4-BE49-F238E27FC236}">
                <a16:creationId xmlns:a16="http://schemas.microsoft.com/office/drawing/2014/main" id="{98245C48-D52F-4DD4-B1CC-8DDD6F5F9D67}"/>
              </a:ext>
            </a:extLst>
          </p:cNvPr>
          <p:cNvGrpSpPr>
            <a:grpSpLocks/>
          </p:cNvGrpSpPr>
          <p:nvPr/>
        </p:nvGrpSpPr>
        <p:grpSpPr bwMode="auto">
          <a:xfrm>
            <a:off x="8466138" y="1982788"/>
            <a:ext cx="1430337" cy="1971675"/>
            <a:chOff x="4465" y="818"/>
            <a:chExt cx="871" cy="1201"/>
          </a:xfrm>
        </p:grpSpPr>
        <p:sp>
          <p:nvSpPr>
            <p:cNvPr id="41997" name="Freeform 1003">
              <a:extLst>
                <a:ext uri="{FF2B5EF4-FFF2-40B4-BE49-F238E27FC236}">
                  <a16:creationId xmlns:a16="http://schemas.microsoft.com/office/drawing/2014/main" id="{A73666CF-9240-4DE2-A034-B46AE6565D1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5" y="818"/>
              <a:ext cx="871" cy="1201"/>
            </a:xfrm>
            <a:custGeom>
              <a:avLst/>
              <a:gdLst>
                <a:gd name="T0" fmla="*/ 688 w 584"/>
                <a:gd name="T1" fmla="*/ 0 h 755"/>
                <a:gd name="T2" fmla="*/ 1284 w 584"/>
                <a:gd name="T3" fmla="*/ 0 h 755"/>
                <a:gd name="T4" fmla="*/ 1633 w 584"/>
                <a:gd name="T5" fmla="*/ 266 h 755"/>
                <a:gd name="T6" fmla="*/ 1937 w 584"/>
                <a:gd name="T7" fmla="*/ 1246 h 755"/>
                <a:gd name="T8" fmla="*/ 1620 w 584"/>
                <a:gd name="T9" fmla="*/ 1362 h 755"/>
                <a:gd name="T10" fmla="*/ 1615 w 584"/>
                <a:gd name="T11" fmla="*/ 1349 h 755"/>
                <a:gd name="T12" fmla="*/ 1599 w 584"/>
                <a:gd name="T13" fmla="*/ 1491 h 755"/>
                <a:gd name="T14" fmla="*/ 1593 w 584"/>
                <a:gd name="T15" fmla="*/ 1969 h 755"/>
                <a:gd name="T16" fmla="*/ 1653 w 584"/>
                <a:gd name="T17" fmla="*/ 2730 h 755"/>
                <a:gd name="T18" fmla="*/ 289 w 584"/>
                <a:gd name="T19" fmla="*/ 2730 h 755"/>
                <a:gd name="T20" fmla="*/ 339 w 584"/>
                <a:gd name="T21" fmla="*/ 1957 h 755"/>
                <a:gd name="T22" fmla="*/ 336 w 584"/>
                <a:gd name="T23" fmla="*/ 1518 h 755"/>
                <a:gd name="T24" fmla="*/ 330 w 584"/>
                <a:gd name="T25" fmla="*/ 1349 h 755"/>
                <a:gd name="T26" fmla="*/ 325 w 584"/>
                <a:gd name="T27" fmla="*/ 1401 h 755"/>
                <a:gd name="T28" fmla="*/ 0 w 584"/>
                <a:gd name="T29" fmla="*/ 1288 h 755"/>
                <a:gd name="T30" fmla="*/ 331 w 584"/>
                <a:gd name="T31" fmla="*/ 270 h 755"/>
                <a:gd name="T32" fmla="*/ 688 w 584"/>
                <a:gd name="T33" fmla="*/ 0 h 75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584" h="755">
                  <a:moveTo>
                    <a:pt x="207" y="0"/>
                  </a:moveTo>
                  <a:cubicBezTo>
                    <a:pt x="207" y="0"/>
                    <a:pt x="277" y="55"/>
                    <a:pt x="387" y="0"/>
                  </a:cubicBezTo>
                  <a:cubicBezTo>
                    <a:pt x="387" y="0"/>
                    <a:pt x="467" y="42"/>
                    <a:pt x="492" y="66"/>
                  </a:cubicBezTo>
                  <a:cubicBezTo>
                    <a:pt x="492" y="66"/>
                    <a:pt x="570" y="118"/>
                    <a:pt x="584" y="309"/>
                  </a:cubicBezTo>
                  <a:cubicBezTo>
                    <a:pt x="584" y="309"/>
                    <a:pt x="524" y="332"/>
                    <a:pt x="488" y="338"/>
                  </a:cubicBezTo>
                  <a:cubicBezTo>
                    <a:pt x="487" y="335"/>
                    <a:pt x="487" y="335"/>
                    <a:pt x="487" y="335"/>
                  </a:cubicBezTo>
                  <a:cubicBezTo>
                    <a:pt x="487" y="335"/>
                    <a:pt x="481" y="346"/>
                    <a:pt x="482" y="370"/>
                  </a:cubicBezTo>
                  <a:cubicBezTo>
                    <a:pt x="483" y="394"/>
                    <a:pt x="489" y="443"/>
                    <a:pt x="480" y="489"/>
                  </a:cubicBezTo>
                  <a:cubicBezTo>
                    <a:pt x="480" y="489"/>
                    <a:pt x="502" y="632"/>
                    <a:pt x="498" y="678"/>
                  </a:cubicBezTo>
                  <a:cubicBezTo>
                    <a:pt x="498" y="678"/>
                    <a:pt x="258" y="755"/>
                    <a:pt x="87" y="678"/>
                  </a:cubicBezTo>
                  <a:cubicBezTo>
                    <a:pt x="87" y="678"/>
                    <a:pt x="91" y="535"/>
                    <a:pt x="102" y="486"/>
                  </a:cubicBezTo>
                  <a:cubicBezTo>
                    <a:pt x="102" y="486"/>
                    <a:pt x="96" y="397"/>
                    <a:pt x="101" y="377"/>
                  </a:cubicBezTo>
                  <a:cubicBezTo>
                    <a:pt x="105" y="358"/>
                    <a:pt x="99" y="342"/>
                    <a:pt x="99" y="335"/>
                  </a:cubicBezTo>
                  <a:cubicBezTo>
                    <a:pt x="98" y="348"/>
                    <a:pt x="98" y="348"/>
                    <a:pt x="98" y="348"/>
                  </a:cubicBezTo>
                  <a:cubicBezTo>
                    <a:pt x="98" y="348"/>
                    <a:pt x="26" y="354"/>
                    <a:pt x="0" y="320"/>
                  </a:cubicBezTo>
                  <a:cubicBezTo>
                    <a:pt x="0" y="320"/>
                    <a:pt x="25" y="120"/>
                    <a:pt x="100" y="67"/>
                  </a:cubicBezTo>
                  <a:cubicBezTo>
                    <a:pt x="100" y="67"/>
                    <a:pt x="183" y="11"/>
                    <a:pt x="207" y="0"/>
                  </a:cubicBezTo>
                  <a:close/>
                </a:path>
              </a:pathLst>
            </a:custGeom>
            <a:solidFill>
              <a:srgbClr val="BAC0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1998" name="Freeform 1004">
              <a:extLst>
                <a:ext uri="{FF2B5EF4-FFF2-40B4-BE49-F238E27FC236}">
                  <a16:creationId xmlns:a16="http://schemas.microsoft.com/office/drawing/2014/main" id="{8C22B284-69E3-457B-B1E7-D525B379183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5" y="818"/>
              <a:ext cx="871" cy="1201"/>
            </a:xfrm>
            <a:custGeom>
              <a:avLst/>
              <a:gdLst>
                <a:gd name="T0" fmla="*/ 688 w 584"/>
                <a:gd name="T1" fmla="*/ 0 h 755"/>
                <a:gd name="T2" fmla="*/ 1284 w 584"/>
                <a:gd name="T3" fmla="*/ 0 h 755"/>
                <a:gd name="T4" fmla="*/ 1633 w 584"/>
                <a:gd name="T5" fmla="*/ 266 h 755"/>
                <a:gd name="T6" fmla="*/ 1937 w 584"/>
                <a:gd name="T7" fmla="*/ 1246 h 755"/>
                <a:gd name="T8" fmla="*/ 1620 w 584"/>
                <a:gd name="T9" fmla="*/ 1362 h 755"/>
                <a:gd name="T10" fmla="*/ 1615 w 584"/>
                <a:gd name="T11" fmla="*/ 1349 h 755"/>
                <a:gd name="T12" fmla="*/ 1599 w 584"/>
                <a:gd name="T13" fmla="*/ 1491 h 755"/>
                <a:gd name="T14" fmla="*/ 1593 w 584"/>
                <a:gd name="T15" fmla="*/ 1969 h 755"/>
                <a:gd name="T16" fmla="*/ 1653 w 584"/>
                <a:gd name="T17" fmla="*/ 2730 h 755"/>
                <a:gd name="T18" fmla="*/ 289 w 584"/>
                <a:gd name="T19" fmla="*/ 2730 h 755"/>
                <a:gd name="T20" fmla="*/ 339 w 584"/>
                <a:gd name="T21" fmla="*/ 1957 h 755"/>
                <a:gd name="T22" fmla="*/ 336 w 584"/>
                <a:gd name="T23" fmla="*/ 1518 h 755"/>
                <a:gd name="T24" fmla="*/ 330 w 584"/>
                <a:gd name="T25" fmla="*/ 1349 h 755"/>
                <a:gd name="T26" fmla="*/ 325 w 584"/>
                <a:gd name="T27" fmla="*/ 1401 h 755"/>
                <a:gd name="T28" fmla="*/ 0 w 584"/>
                <a:gd name="T29" fmla="*/ 1288 h 755"/>
                <a:gd name="T30" fmla="*/ 331 w 584"/>
                <a:gd name="T31" fmla="*/ 270 h 755"/>
                <a:gd name="T32" fmla="*/ 688 w 584"/>
                <a:gd name="T33" fmla="*/ 0 h 75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584" h="755">
                  <a:moveTo>
                    <a:pt x="207" y="0"/>
                  </a:moveTo>
                  <a:cubicBezTo>
                    <a:pt x="207" y="0"/>
                    <a:pt x="277" y="55"/>
                    <a:pt x="387" y="0"/>
                  </a:cubicBezTo>
                  <a:cubicBezTo>
                    <a:pt x="387" y="0"/>
                    <a:pt x="467" y="42"/>
                    <a:pt x="492" y="66"/>
                  </a:cubicBezTo>
                  <a:cubicBezTo>
                    <a:pt x="492" y="66"/>
                    <a:pt x="570" y="118"/>
                    <a:pt x="584" y="309"/>
                  </a:cubicBezTo>
                  <a:cubicBezTo>
                    <a:pt x="584" y="309"/>
                    <a:pt x="524" y="332"/>
                    <a:pt x="488" y="338"/>
                  </a:cubicBezTo>
                  <a:cubicBezTo>
                    <a:pt x="487" y="335"/>
                    <a:pt x="487" y="335"/>
                    <a:pt x="487" y="335"/>
                  </a:cubicBezTo>
                  <a:cubicBezTo>
                    <a:pt x="487" y="335"/>
                    <a:pt x="481" y="346"/>
                    <a:pt x="482" y="370"/>
                  </a:cubicBezTo>
                  <a:cubicBezTo>
                    <a:pt x="483" y="394"/>
                    <a:pt x="489" y="443"/>
                    <a:pt x="480" y="489"/>
                  </a:cubicBezTo>
                  <a:cubicBezTo>
                    <a:pt x="480" y="489"/>
                    <a:pt x="502" y="632"/>
                    <a:pt x="498" y="678"/>
                  </a:cubicBezTo>
                  <a:cubicBezTo>
                    <a:pt x="498" y="678"/>
                    <a:pt x="258" y="755"/>
                    <a:pt x="87" y="678"/>
                  </a:cubicBezTo>
                  <a:cubicBezTo>
                    <a:pt x="87" y="678"/>
                    <a:pt x="91" y="535"/>
                    <a:pt x="102" y="486"/>
                  </a:cubicBezTo>
                  <a:cubicBezTo>
                    <a:pt x="102" y="486"/>
                    <a:pt x="96" y="397"/>
                    <a:pt x="101" y="377"/>
                  </a:cubicBezTo>
                  <a:cubicBezTo>
                    <a:pt x="105" y="358"/>
                    <a:pt x="99" y="342"/>
                    <a:pt x="99" y="335"/>
                  </a:cubicBezTo>
                  <a:cubicBezTo>
                    <a:pt x="98" y="348"/>
                    <a:pt x="98" y="348"/>
                    <a:pt x="98" y="348"/>
                  </a:cubicBezTo>
                  <a:cubicBezTo>
                    <a:pt x="98" y="348"/>
                    <a:pt x="26" y="354"/>
                    <a:pt x="0" y="320"/>
                  </a:cubicBezTo>
                  <a:cubicBezTo>
                    <a:pt x="0" y="320"/>
                    <a:pt x="25" y="120"/>
                    <a:pt x="100" y="67"/>
                  </a:cubicBezTo>
                  <a:cubicBezTo>
                    <a:pt x="100" y="67"/>
                    <a:pt x="183" y="11"/>
                    <a:pt x="207" y="0"/>
                  </a:cubicBezTo>
                  <a:close/>
                </a:path>
              </a:pathLst>
            </a:custGeom>
            <a:noFill/>
            <a:ln w="7938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1999" name="Freeform 1005">
              <a:extLst>
                <a:ext uri="{FF2B5EF4-FFF2-40B4-BE49-F238E27FC236}">
                  <a16:creationId xmlns:a16="http://schemas.microsoft.com/office/drawing/2014/main" id="{96908B0C-B2E1-4433-8389-54073FA0A73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3" y="1250"/>
              <a:ext cx="13" cy="101"/>
            </a:xfrm>
            <a:custGeom>
              <a:avLst/>
              <a:gdLst>
                <a:gd name="T0" fmla="*/ 0 w 9"/>
                <a:gd name="T1" fmla="*/ 260 h 63"/>
                <a:gd name="T2" fmla="*/ 27 w 9"/>
                <a:gd name="T3" fmla="*/ 0 h 6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63">
                  <a:moveTo>
                    <a:pt x="0" y="63"/>
                  </a:moveTo>
                  <a:cubicBezTo>
                    <a:pt x="0" y="63"/>
                    <a:pt x="1" y="20"/>
                    <a:pt x="9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2000" name="Freeform 1006">
              <a:extLst>
                <a:ext uri="{FF2B5EF4-FFF2-40B4-BE49-F238E27FC236}">
                  <a16:creationId xmlns:a16="http://schemas.microsoft.com/office/drawing/2014/main" id="{B9A11EB7-34AD-4339-8511-AB1DC426D605}"/>
                </a:ext>
              </a:extLst>
            </p:cNvPr>
            <p:cNvSpPr>
              <a:spLocks/>
            </p:cNvSpPr>
            <p:nvPr/>
          </p:nvSpPr>
          <p:spPr bwMode="auto">
            <a:xfrm>
              <a:off x="5180" y="1241"/>
              <a:ext cx="11" cy="110"/>
            </a:xfrm>
            <a:custGeom>
              <a:avLst/>
              <a:gdLst>
                <a:gd name="T0" fmla="*/ 21 w 8"/>
                <a:gd name="T1" fmla="*/ 279 h 69"/>
                <a:gd name="T2" fmla="*/ 0 w 8"/>
                <a:gd name="T3" fmla="*/ 0 h 6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69">
                  <a:moveTo>
                    <a:pt x="8" y="69"/>
                  </a:moveTo>
                  <a:cubicBezTo>
                    <a:pt x="8" y="69"/>
                    <a:pt x="6" y="18"/>
                    <a:pt x="0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2001" name="Freeform 1007">
              <a:extLst>
                <a:ext uri="{FF2B5EF4-FFF2-40B4-BE49-F238E27FC236}">
                  <a16:creationId xmlns:a16="http://schemas.microsoft.com/office/drawing/2014/main" id="{3BC22272-AD7D-400C-823B-65E3DEE5BD15}"/>
                </a:ext>
              </a:extLst>
            </p:cNvPr>
            <p:cNvSpPr>
              <a:spLocks/>
            </p:cNvSpPr>
            <p:nvPr/>
          </p:nvSpPr>
          <p:spPr bwMode="auto">
            <a:xfrm>
              <a:off x="5185" y="1235"/>
              <a:ext cx="11" cy="38"/>
            </a:xfrm>
            <a:custGeom>
              <a:avLst/>
              <a:gdLst>
                <a:gd name="T0" fmla="*/ 5 w 7"/>
                <a:gd name="T1" fmla="*/ 95 h 24"/>
                <a:gd name="T2" fmla="*/ 27 w 7"/>
                <a:gd name="T3" fmla="*/ 0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4">
                  <a:moveTo>
                    <a:pt x="1" y="24"/>
                  </a:moveTo>
                  <a:cubicBezTo>
                    <a:pt x="1" y="24"/>
                    <a:pt x="0" y="6"/>
                    <a:pt x="7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2002" name="Freeform 1008">
              <a:extLst>
                <a:ext uri="{FF2B5EF4-FFF2-40B4-BE49-F238E27FC236}">
                  <a16:creationId xmlns:a16="http://schemas.microsoft.com/office/drawing/2014/main" id="{5D02D784-1376-44AF-BE17-597893A47AC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3" y="1239"/>
              <a:ext cx="14" cy="35"/>
            </a:xfrm>
            <a:custGeom>
              <a:avLst/>
              <a:gdLst>
                <a:gd name="T0" fmla="*/ 28 w 10"/>
                <a:gd name="T1" fmla="*/ 89 h 22"/>
                <a:gd name="T2" fmla="*/ 0 w 10"/>
                <a:gd name="T3" fmla="*/ 0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2">
                  <a:moveTo>
                    <a:pt x="10" y="22"/>
                  </a:moveTo>
                  <a:cubicBezTo>
                    <a:pt x="10" y="22"/>
                    <a:pt x="7" y="7"/>
                    <a:pt x="0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2003" name="Freeform 1009">
              <a:extLst>
                <a:ext uri="{FF2B5EF4-FFF2-40B4-BE49-F238E27FC236}">
                  <a16:creationId xmlns:a16="http://schemas.microsoft.com/office/drawing/2014/main" id="{44CD8700-0ED6-400C-9499-175AC4A350D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6" y="834"/>
              <a:ext cx="325" cy="60"/>
            </a:xfrm>
            <a:custGeom>
              <a:avLst/>
              <a:gdLst>
                <a:gd name="T0" fmla="*/ 0 w 218"/>
                <a:gd name="T1" fmla="*/ 0 h 38"/>
                <a:gd name="T2" fmla="*/ 352 w 218"/>
                <a:gd name="T3" fmla="*/ 150 h 38"/>
                <a:gd name="T4" fmla="*/ 723 w 218"/>
                <a:gd name="T5" fmla="*/ 0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8" h="38">
                  <a:moveTo>
                    <a:pt x="0" y="0"/>
                  </a:moveTo>
                  <a:cubicBezTo>
                    <a:pt x="0" y="0"/>
                    <a:pt x="29" y="38"/>
                    <a:pt x="106" y="38"/>
                  </a:cubicBezTo>
                  <a:cubicBezTo>
                    <a:pt x="182" y="38"/>
                    <a:pt x="218" y="0"/>
                    <a:pt x="218" y="0"/>
                  </a:cubicBezTo>
                </a:path>
              </a:pathLst>
            </a:custGeom>
            <a:noFill/>
            <a:ln w="7938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2004" name="Freeform 1010">
              <a:extLst>
                <a:ext uri="{FF2B5EF4-FFF2-40B4-BE49-F238E27FC236}">
                  <a16:creationId xmlns:a16="http://schemas.microsoft.com/office/drawing/2014/main" id="{2BB858CF-A8A9-4ABC-AB8C-6F9490DB1EB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2" y="824"/>
              <a:ext cx="185" cy="68"/>
            </a:xfrm>
            <a:custGeom>
              <a:avLst/>
              <a:gdLst>
                <a:gd name="T0" fmla="*/ 22 w 124"/>
                <a:gd name="T1" fmla="*/ 0 h 43"/>
                <a:gd name="T2" fmla="*/ 412 w 124"/>
                <a:gd name="T3" fmla="*/ 87 h 43"/>
                <a:gd name="T4" fmla="*/ 0 w 124"/>
                <a:gd name="T5" fmla="*/ 14 h 43"/>
                <a:gd name="T6" fmla="*/ 22 w 124"/>
                <a:gd name="T7" fmla="*/ 0 h 4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4" h="43">
                  <a:moveTo>
                    <a:pt x="7" y="0"/>
                  </a:moveTo>
                  <a:cubicBezTo>
                    <a:pt x="7" y="0"/>
                    <a:pt x="59" y="34"/>
                    <a:pt x="124" y="22"/>
                  </a:cubicBezTo>
                  <a:cubicBezTo>
                    <a:pt x="124" y="22"/>
                    <a:pt x="61" y="43"/>
                    <a:pt x="0" y="4"/>
                  </a:cubicBezTo>
                  <a:lnTo>
                    <a:pt x="7" y="0"/>
                  </a:lnTo>
                  <a:close/>
                </a:path>
              </a:pathLst>
            </a:custGeom>
            <a:solidFill>
              <a:srgbClr val="D1D6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2005" name="Freeform 1011">
              <a:extLst>
                <a:ext uri="{FF2B5EF4-FFF2-40B4-BE49-F238E27FC236}">
                  <a16:creationId xmlns:a16="http://schemas.microsoft.com/office/drawing/2014/main" id="{B5A7509B-FC96-47A1-8D51-5FD0053D5CF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9" y="1171"/>
              <a:ext cx="71" cy="89"/>
            </a:xfrm>
            <a:custGeom>
              <a:avLst/>
              <a:gdLst>
                <a:gd name="T0" fmla="*/ 87 w 48"/>
                <a:gd name="T1" fmla="*/ 219 h 56"/>
                <a:gd name="T2" fmla="*/ 49 w 48"/>
                <a:gd name="T3" fmla="*/ 141 h 56"/>
                <a:gd name="T4" fmla="*/ 27 w 48"/>
                <a:gd name="T5" fmla="*/ 108 h 56"/>
                <a:gd name="T6" fmla="*/ 0 w 48"/>
                <a:gd name="T7" fmla="*/ 76 h 56"/>
                <a:gd name="T8" fmla="*/ 87 w 48"/>
                <a:gd name="T9" fmla="*/ 189 h 56"/>
                <a:gd name="T10" fmla="*/ 123 w 48"/>
                <a:gd name="T11" fmla="*/ 89 h 56"/>
                <a:gd name="T12" fmla="*/ 155 w 48"/>
                <a:gd name="T13" fmla="*/ 0 h 56"/>
                <a:gd name="T14" fmla="*/ 127 w 48"/>
                <a:gd name="T15" fmla="*/ 108 h 56"/>
                <a:gd name="T16" fmla="*/ 109 w 48"/>
                <a:gd name="T17" fmla="*/ 164 h 56"/>
                <a:gd name="T18" fmla="*/ 87 w 48"/>
                <a:gd name="T19" fmla="*/ 224 h 5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8" h="56">
                  <a:moveTo>
                    <a:pt x="27" y="55"/>
                  </a:moveTo>
                  <a:cubicBezTo>
                    <a:pt x="22" y="49"/>
                    <a:pt x="19" y="42"/>
                    <a:pt x="15" y="35"/>
                  </a:cubicBezTo>
                  <a:cubicBezTo>
                    <a:pt x="13" y="33"/>
                    <a:pt x="10" y="30"/>
                    <a:pt x="8" y="27"/>
                  </a:cubicBezTo>
                  <a:cubicBezTo>
                    <a:pt x="6" y="24"/>
                    <a:pt x="2" y="22"/>
                    <a:pt x="0" y="19"/>
                  </a:cubicBezTo>
                  <a:cubicBezTo>
                    <a:pt x="11" y="26"/>
                    <a:pt x="20" y="37"/>
                    <a:pt x="27" y="47"/>
                  </a:cubicBezTo>
                  <a:cubicBezTo>
                    <a:pt x="32" y="40"/>
                    <a:pt x="34" y="30"/>
                    <a:pt x="38" y="22"/>
                  </a:cubicBezTo>
                  <a:cubicBezTo>
                    <a:pt x="41" y="15"/>
                    <a:pt x="43" y="6"/>
                    <a:pt x="48" y="0"/>
                  </a:cubicBezTo>
                  <a:cubicBezTo>
                    <a:pt x="47" y="9"/>
                    <a:pt x="42" y="18"/>
                    <a:pt x="39" y="27"/>
                  </a:cubicBezTo>
                  <a:cubicBezTo>
                    <a:pt x="38" y="32"/>
                    <a:pt x="36" y="36"/>
                    <a:pt x="34" y="41"/>
                  </a:cubicBezTo>
                  <a:cubicBezTo>
                    <a:pt x="32" y="46"/>
                    <a:pt x="28" y="51"/>
                    <a:pt x="27" y="56"/>
                  </a:cubicBezTo>
                </a:path>
              </a:pathLst>
            </a:custGeom>
            <a:solidFill>
              <a:srgbClr val="D1D7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2006" name="Freeform 1012">
              <a:extLst>
                <a:ext uri="{FF2B5EF4-FFF2-40B4-BE49-F238E27FC236}">
                  <a16:creationId xmlns:a16="http://schemas.microsoft.com/office/drawing/2014/main" id="{6FBA1DE4-D9B2-4AEE-B347-B92B4A2E66B1}"/>
                </a:ext>
              </a:extLst>
            </p:cNvPr>
            <p:cNvSpPr>
              <a:spLocks/>
            </p:cNvSpPr>
            <p:nvPr/>
          </p:nvSpPr>
          <p:spPr bwMode="auto">
            <a:xfrm>
              <a:off x="5163" y="1171"/>
              <a:ext cx="49" cy="70"/>
            </a:xfrm>
            <a:custGeom>
              <a:avLst/>
              <a:gdLst>
                <a:gd name="T0" fmla="*/ 1 w 33"/>
                <a:gd name="T1" fmla="*/ 81 h 44"/>
                <a:gd name="T2" fmla="*/ 0 w 33"/>
                <a:gd name="T3" fmla="*/ 76 h 44"/>
                <a:gd name="T4" fmla="*/ 40 w 33"/>
                <a:gd name="T5" fmla="*/ 137 h 44"/>
                <a:gd name="T6" fmla="*/ 49 w 33"/>
                <a:gd name="T7" fmla="*/ 177 h 44"/>
                <a:gd name="T8" fmla="*/ 74 w 33"/>
                <a:gd name="T9" fmla="*/ 102 h 44"/>
                <a:gd name="T10" fmla="*/ 108 w 33"/>
                <a:gd name="T11" fmla="*/ 0 h 44"/>
                <a:gd name="T12" fmla="*/ 74 w 33"/>
                <a:gd name="T13" fmla="*/ 60 h 44"/>
                <a:gd name="T14" fmla="*/ 55 w 33"/>
                <a:gd name="T15" fmla="*/ 116 h 44"/>
                <a:gd name="T16" fmla="*/ 0 w 33"/>
                <a:gd name="T17" fmla="*/ 76 h 4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3" h="44">
                  <a:moveTo>
                    <a:pt x="1" y="20"/>
                  </a:moveTo>
                  <a:cubicBezTo>
                    <a:pt x="0" y="20"/>
                    <a:pt x="0" y="20"/>
                    <a:pt x="0" y="19"/>
                  </a:cubicBezTo>
                  <a:cubicBezTo>
                    <a:pt x="4" y="24"/>
                    <a:pt x="9" y="29"/>
                    <a:pt x="12" y="34"/>
                  </a:cubicBezTo>
                  <a:cubicBezTo>
                    <a:pt x="14" y="37"/>
                    <a:pt x="14" y="40"/>
                    <a:pt x="15" y="44"/>
                  </a:cubicBezTo>
                  <a:cubicBezTo>
                    <a:pt x="16" y="37"/>
                    <a:pt x="20" y="31"/>
                    <a:pt x="23" y="25"/>
                  </a:cubicBezTo>
                  <a:cubicBezTo>
                    <a:pt x="27" y="17"/>
                    <a:pt x="30" y="9"/>
                    <a:pt x="33" y="0"/>
                  </a:cubicBezTo>
                  <a:cubicBezTo>
                    <a:pt x="29" y="4"/>
                    <a:pt x="26" y="10"/>
                    <a:pt x="23" y="15"/>
                  </a:cubicBezTo>
                  <a:cubicBezTo>
                    <a:pt x="21" y="19"/>
                    <a:pt x="17" y="24"/>
                    <a:pt x="17" y="29"/>
                  </a:cubicBezTo>
                  <a:cubicBezTo>
                    <a:pt x="18" y="22"/>
                    <a:pt x="1" y="23"/>
                    <a:pt x="0" y="19"/>
                  </a:cubicBezTo>
                </a:path>
              </a:pathLst>
            </a:custGeom>
            <a:solidFill>
              <a:srgbClr val="D1D7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2007" name="Freeform 1013">
              <a:extLst>
                <a:ext uri="{FF2B5EF4-FFF2-40B4-BE49-F238E27FC236}">
                  <a16:creationId xmlns:a16="http://schemas.microsoft.com/office/drawing/2014/main" id="{57574827-A48B-4630-8DC8-BCAC2BAAA726}"/>
                </a:ext>
              </a:extLst>
            </p:cNvPr>
            <p:cNvSpPr>
              <a:spLocks/>
            </p:cNvSpPr>
            <p:nvPr/>
          </p:nvSpPr>
          <p:spPr bwMode="auto">
            <a:xfrm>
              <a:off x="5191" y="1215"/>
              <a:ext cx="63" cy="132"/>
            </a:xfrm>
            <a:custGeom>
              <a:avLst/>
              <a:gdLst>
                <a:gd name="T0" fmla="*/ 41 w 42"/>
                <a:gd name="T1" fmla="*/ 0 h 83"/>
                <a:gd name="T2" fmla="*/ 14 w 42"/>
                <a:gd name="T3" fmla="*/ 81 h 83"/>
                <a:gd name="T4" fmla="*/ 5 w 42"/>
                <a:gd name="T5" fmla="*/ 177 h 83"/>
                <a:gd name="T6" fmla="*/ 14 w 42"/>
                <a:gd name="T7" fmla="*/ 266 h 83"/>
                <a:gd name="T8" fmla="*/ 21 w 42"/>
                <a:gd name="T9" fmla="*/ 334 h 83"/>
                <a:gd name="T10" fmla="*/ 80 w 42"/>
                <a:gd name="T11" fmla="*/ 305 h 83"/>
                <a:gd name="T12" fmla="*/ 143 w 42"/>
                <a:gd name="T13" fmla="*/ 281 h 83"/>
                <a:gd name="T14" fmla="*/ 27 w 42"/>
                <a:gd name="T15" fmla="*/ 210 h 83"/>
                <a:gd name="T16" fmla="*/ 35 w 42"/>
                <a:gd name="T17" fmla="*/ 103 h 83"/>
                <a:gd name="T18" fmla="*/ 35 w 42"/>
                <a:gd name="T19" fmla="*/ 16 h 8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2" h="83">
                  <a:moveTo>
                    <a:pt x="12" y="0"/>
                  </a:moveTo>
                  <a:cubicBezTo>
                    <a:pt x="13" y="7"/>
                    <a:pt x="7" y="14"/>
                    <a:pt x="4" y="20"/>
                  </a:cubicBezTo>
                  <a:cubicBezTo>
                    <a:pt x="0" y="27"/>
                    <a:pt x="1" y="36"/>
                    <a:pt x="1" y="44"/>
                  </a:cubicBezTo>
                  <a:cubicBezTo>
                    <a:pt x="2" y="52"/>
                    <a:pt x="2" y="59"/>
                    <a:pt x="4" y="66"/>
                  </a:cubicBezTo>
                  <a:cubicBezTo>
                    <a:pt x="4" y="72"/>
                    <a:pt x="6" y="78"/>
                    <a:pt x="6" y="83"/>
                  </a:cubicBezTo>
                  <a:cubicBezTo>
                    <a:pt x="10" y="79"/>
                    <a:pt x="18" y="79"/>
                    <a:pt x="23" y="76"/>
                  </a:cubicBezTo>
                  <a:cubicBezTo>
                    <a:pt x="29" y="73"/>
                    <a:pt x="35" y="69"/>
                    <a:pt x="42" y="70"/>
                  </a:cubicBezTo>
                  <a:cubicBezTo>
                    <a:pt x="28" y="72"/>
                    <a:pt x="9" y="71"/>
                    <a:pt x="8" y="52"/>
                  </a:cubicBezTo>
                  <a:cubicBezTo>
                    <a:pt x="7" y="43"/>
                    <a:pt x="9" y="35"/>
                    <a:pt x="10" y="26"/>
                  </a:cubicBezTo>
                  <a:cubicBezTo>
                    <a:pt x="11" y="18"/>
                    <a:pt x="10" y="11"/>
                    <a:pt x="10" y="4"/>
                  </a:cubicBezTo>
                </a:path>
              </a:pathLst>
            </a:custGeom>
            <a:solidFill>
              <a:srgbClr val="939E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2008" name="Freeform 1014">
              <a:extLst>
                <a:ext uri="{FF2B5EF4-FFF2-40B4-BE49-F238E27FC236}">
                  <a16:creationId xmlns:a16="http://schemas.microsoft.com/office/drawing/2014/main" id="{C82D61C0-E5D7-42A8-8AC3-A29B625D139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1" y="1230"/>
              <a:ext cx="58" cy="137"/>
            </a:xfrm>
            <a:custGeom>
              <a:avLst/>
              <a:gdLst>
                <a:gd name="T0" fmla="*/ 55 w 39"/>
                <a:gd name="T1" fmla="*/ 0 h 86"/>
                <a:gd name="T2" fmla="*/ 119 w 39"/>
                <a:gd name="T3" fmla="*/ 185 h 86"/>
                <a:gd name="T4" fmla="*/ 100 w 39"/>
                <a:gd name="T5" fmla="*/ 347 h 86"/>
                <a:gd name="T6" fmla="*/ 46 w 39"/>
                <a:gd name="T7" fmla="*/ 343 h 86"/>
                <a:gd name="T8" fmla="*/ 0 w 39"/>
                <a:gd name="T9" fmla="*/ 333 h 86"/>
                <a:gd name="T10" fmla="*/ 59 w 39"/>
                <a:gd name="T11" fmla="*/ 292 h 86"/>
                <a:gd name="T12" fmla="*/ 86 w 39"/>
                <a:gd name="T13" fmla="*/ 183 h 86"/>
                <a:gd name="T14" fmla="*/ 54 w 39"/>
                <a:gd name="T15" fmla="*/ 5 h 8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9" h="86">
                  <a:moveTo>
                    <a:pt x="17" y="0"/>
                  </a:moveTo>
                  <a:cubicBezTo>
                    <a:pt x="26" y="15"/>
                    <a:pt x="39" y="27"/>
                    <a:pt x="36" y="46"/>
                  </a:cubicBezTo>
                  <a:cubicBezTo>
                    <a:pt x="34" y="59"/>
                    <a:pt x="31" y="73"/>
                    <a:pt x="30" y="86"/>
                  </a:cubicBezTo>
                  <a:cubicBezTo>
                    <a:pt x="27" y="84"/>
                    <a:pt x="19" y="85"/>
                    <a:pt x="14" y="85"/>
                  </a:cubicBezTo>
                  <a:cubicBezTo>
                    <a:pt x="9" y="85"/>
                    <a:pt x="5" y="84"/>
                    <a:pt x="0" y="82"/>
                  </a:cubicBezTo>
                  <a:cubicBezTo>
                    <a:pt x="6" y="82"/>
                    <a:pt x="14" y="77"/>
                    <a:pt x="18" y="72"/>
                  </a:cubicBezTo>
                  <a:cubicBezTo>
                    <a:pt x="24" y="65"/>
                    <a:pt x="25" y="54"/>
                    <a:pt x="26" y="45"/>
                  </a:cubicBezTo>
                  <a:cubicBezTo>
                    <a:pt x="27" y="29"/>
                    <a:pt x="18" y="16"/>
                    <a:pt x="16" y="1"/>
                  </a:cubicBezTo>
                </a:path>
              </a:pathLst>
            </a:custGeom>
            <a:solidFill>
              <a:srgbClr val="939E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2009" name="Freeform 1015">
              <a:extLst>
                <a:ext uri="{FF2B5EF4-FFF2-40B4-BE49-F238E27FC236}">
                  <a16:creationId xmlns:a16="http://schemas.microsoft.com/office/drawing/2014/main" id="{BA9F1B84-A6D9-4064-8211-2AE37CE6003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5" y="840"/>
              <a:ext cx="164" cy="76"/>
            </a:xfrm>
            <a:custGeom>
              <a:avLst/>
              <a:gdLst>
                <a:gd name="T0" fmla="*/ 365 w 110"/>
                <a:gd name="T1" fmla="*/ 0 h 48"/>
                <a:gd name="T2" fmla="*/ 0 w 110"/>
                <a:gd name="T3" fmla="*/ 150 h 48"/>
                <a:gd name="T4" fmla="*/ 365 w 110"/>
                <a:gd name="T5" fmla="*/ 0 h 4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0" h="48">
                  <a:moveTo>
                    <a:pt x="110" y="0"/>
                  </a:moveTo>
                  <a:cubicBezTo>
                    <a:pt x="110" y="0"/>
                    <a:pt x="81" y="39"/>
                    <a:pt x="0" y="38"/>
                  </a:cubicBezTo>
                  <a:cubicBezTo>
                    <a:pt x="0" y="38"/>
                    <a:pt x="77" y="48"/>
                    <a:pt x="110" y="0"/>
                  </a:cubicBezTo>
                  <a:close/>
                </a:path>
              </a:pathLst>
            </a:custGeom>
            <a:solidFill>
              <a:srgbClr val="939E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2010" name="Freeform 1016">
              <a:extLst>
                <a:ext uri="{FF2B5EF4-FFF2-40B4-BE49-F238E27FC236}">
                  <a16:creationId xmlns:a16="http://schemas.microsoft.com/office/drawing/2014/main" id="{DCA861A3-33C8-4B68-8117-BE240BF4207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5" y="1349"/>
              <a:ext cx="264" cy="178"/>
            </a:xfrm>
            <a:custGeom>
              <a:avLst/>
              <a:gdLst>
                <a:gd name="T0" fmla="*/ 0 w 177"/>
                <a:gd name="T1" fmla="*/ 0 h 112"/>
                <a:gd name="T2" fmla="*/ 149 w 177"/>
                <a:gd name="T3" fmla="*/ 48 h 112"/>
                <a:gd name="T4" fmla="*/ 285 w 177"/>
                <a:gd name="T5" fmla="*/ 103 h 112"/>
                <a:gd name="T6" fmla="*/ 412 w 177"/>
                <a:gd name="T7" fmla="*/ 168 h 112"/>
                <a:gd name="T8" fmla="*/ 552 w 177"/>
                <a:gd name="T9" fmla="*/ 348 h 112"/>
                <a:gd name="T10" fmla="*/ 588 w 177"/>
                <a:gd name="T11" fmla="*/ 450 h 112"/>
                <a:gd name="T12" fmla="*/ 439 w 177"/>
                <a:gd name="T13" fmla="*/ 232 h 112"/>
                <a:gd name="T14" fmla="*/ 264 w 177"/>
                <a:gd name="T15" fmla="*/ 137 h 112"/>
                <a:gd name="T16" fmla="*/ 95 w 177"/>
                <a:gd name="T17" fmla="*/ 48 h 112"/>
                <a:gd name="T18" fmla="*/ 40 w 177"/>
                <a:gd name="T19" fmla="*/ 21 h 112"/>
                <a:gd name="T20" fmla="*/ 0 w 177"/>
                <a:gd name="T21" fmla="*/ 5 h 11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77" h="112">
                  <a:moveTo>
                    <a:pt x="0" y="0"/>
                  </a:moveTo>
                  <a:cubicBezTo>
                    <a:pt x="0" y="2"/>
                    <a:pt x="39" y="11"/>
                    <a:pt x="45" y="12"/>
                  </a:cubicBezTo>
                  <a:cubicBezTo>
                    <a:pt x="59" y="17"/>
                    <a:pt x="72" y="22"/>
                    <a:pt x="86" y="26"/>
                  </a:cubicBezTo>
                  <a:cubicBezTo>
                    <a:pt x="100" y="30"/>
                    <a:pt x="113" y="34"/>
                    <a:pt x="124" y="42"/>
                  </a:cubicBezTo>
                  <a:cubicBezTo>
                    <a:pt x="140" y="53"/>
                    <a:pt x="156" y="71"/>
                    <a:pt x="166" y="87"/>
                  </a:cubicBezTo>
                  <a:cubicBezTo>
                    <a:pt x="170" y="95"/>
                    <a:pt x="175" y="104"/>
                    <a:pt x="177" y="112"/>
                  </a:cubicBezTo>
                  <a:cubicBezTo>
                    <a:pt x="160" y="96"/>
                    <a:pt x="149" y="74"/>
                    <a:pt x="132" y="58"/>
                  </a:cubicBezTo>
                  <a:cubicBezTo>
                    <a:pt x="118" y="45"/>
                    <a:pt x="97" y="41"/>
                    <a:pt x="80" y="34"/>
                  </a:cubicBezTo>
                  <a:cubicBezTo>
                    <a:pt x="62" y="27"/>
                    <a:pt x="45" y="21"/>
                    <a:pt x="29" y="12"/>
                  </a:cubicBezTo>
                  <a:cubicBezTo>
                    <a:pt x="24" y="10"/>
                    <a:pt x="18" y="6"/>
                    <a:pt x="12" y="5"/>
                  </a:cubicBezTo>
                  <a:cubicBezTo>
                    <a:pt x="7" y="3"/>
                    <a:pt x="4" y="4"/>
                    <a:pt x="0" y="1"/>
                  </a:cubicBezTo>
                </a:path>
              </a:pathLst>
            </a:custGeom>
            <a:solidFill>
              <a:srgbClr val="ADB6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2011" name="Freeform 1017">
              <a:extLst>
                <a:ext uri="{FF2B5EF4-FFF2-40B4-BE49-F238E27FC236}">
                  <a16:creationId xmlns:a16="http://schemas.microsoft.com/office/drawing/2014/main" id="{8A29A6F4-DBDF-40B6-AE74-DB84D785BD6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7" y="1392"/>
              <a:ext cx="148" cy="156"/>
            </a:xfrm>
            <a:custGeom>
              <a:avLst/>
              <a:gdLst>
                <a:gd name="T0" fmla="*/ 0 w 99"/>
                <a:gd name="T1" fmla="*/ 0 h 98"/>
                <a:gd name="T2" fmla="*/ 87 w 99"/>
                <a:gd name="T3" fmla="*/ 73 h 98"/>
                <a:gd name="T4" fmla="*/ 194 w 99"/>
                <a:gd name="T5" fmla="*/ 202 h 98"/>
                <a:gd name="T6" fmla="*/ 268 w 99"/>
                <a:gd name="T7" fmla="*/ 320 h 98"/>
                <a:gd name="T8" fmla="*/ 330 w 99"/>
                <a:gd name="T9" fmla="*/ 395 h 98"/>
                <a:gd name="T10" fmla="*/ 275 w 99"/>
                <a:gd name="T11" fmla="*/ 322 h 98"/>
                <a:gd name="T12" fmla="*/ 215 w 99"/>
                <a:gd name="T13" fmla="*/ 205 h 98"/>
                <a:gd name="T14" fmla="*/ 144 w 99"/>
                <a:gd name="T15" fmla="*/ 89 h 98"/>
                <a:gd name="T16" fmla="*/ 13 w 99"/>
                <a:gd name="T17" fmla="*/ 5 h 9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9" h="98">
                  <a:moveTo>
                    <a:pt x="0" y="0"/>
                  </a:moveTo>
                  <a:cubicBezTo>
                    <a:pt x="4" y="8"/>
                    <a:pt x="19" y="13"/>
                    <a:pt x="26" y="18"/>
                  </a:cubicBezTo>
                  <a:cubicBezTo>
                    <a:pt x="39" y="26"/>
                    <a:pt x="49" y="39"/>
                    <a:pt x="58" y="50"/>
                  </a:cubicBezTo>
                  <a:cubicBezTo>
                    <a:pt x="66" y="59"/>
                    <a:pt x="71" y="71"/>
                    <a:pt x="80" y="79"/>
                  </a:cubicBezTo>
                  <a:cubicBezTo>
                    <a:pt x="86" y="85"/>
                    <a:pt x="94" y="91"/>
                    <a:pt x="99" y="98"/>
                  </a:cubicBezTo>
                  <a:cubicBezTo>
                    <a:pt x="92" y="95"/>
                    <a:pt x="86" y="86"/>
                    <a:pt x="82" y="80"/>
                  </a:cubicBezTo>
                  <a:cubicBezTo>
                    <a:pt x="74" y="71"/>
                    <a:pt x="70" y="61"/>
                    <a:pt x="64" y="51"/>
                  </a:cubicBezTo>
                  <a:cubicBezTo>
                    <a:pt x="57" y="41"/>
                    <a:pt x="51" y="31"/>
                    <a:pt x="43" y="22"/>
                  </a:cubicBezTo>
                  <a:cubicBezTo>
                    <a:pt x="34" y="10"/>
                    <a:pt x="19" y="4"/>
                    <a:pt x="4" y="1"/>
                  </a:cubicBezTo>
                </a:path>
              </a:pathLst>
            </a:custGeom>
            <a:solidFill>
              <a:srgbClr val="ADB6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2012" name="Freeform 1018">
              <a:extLst>
                <a:ext uri="{FF2B5EF4-FFF2-40B4-BE49-F238E27FC236}">
                  <a16:creationId xmlns:a16="http://schemas.microsoft.com/office/drawing/2014/main" id="{6BB1A4D7-E6D7-4C2E-BE9B-104679DD135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6" y="1335"/>
              <a:ext cx="60" cy="25"/>
            </a:xfrm>
            <a:custGeom>
              <a:avLst/>
              <a:gdLst>
                <a:gd name="T0" fmla="*/ 45 w 40"/>
                <a:gd name="T1" fmla="*/ 61 h 16"/>
                <a:gd name="T2" fmla="*/ 39 w 40"/>
                <a:gd name="T3" fmla="*/ 20 h 16"/>
                <a:gd name="T4" fmla="*/ 135 w 40"/>
                <a:gd name="T5" fmla="*/ 47 h 16"/>
                <a:gd name="T6" fmla="*/ 27 w 40"/>
                <a:gd name="T7" fmla="*/ 0 h 16"/>
                <a:gd name="T8" fmla="*/ 5 w 40"/>
                <a:gd name="T9" fmla="*/ 14 h 16"/>
                <a:gd name="T10" fmla="*/ 35 w 40"/>
                <a:gd name="T11" fmla="*/ 61 h 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0" h="16">
                  <a:moveTo>
                    <a:pt x="13" y="16"/>
                  </a:moveTo>
                  <a:cubicBezTo>
                    <a:pt x="7" y="11"/>
                    <a:pt x="2" y="5"/>
                    <a:pt x="11" y="5"/>
                  </a:cubicBezTo>
                  <a:cubicBezTo>
                    <a:pt x="21" y="4"/>
                    <a:pt x="31" y="12"/>
                    <a:pt x="40" y="12"/>
                  </a:cubicBezTo>
                  <a:cubicBezTo>
                    <a:pt x="30" y="9"/>
                    <a:pt x="20" y="0"/>
                    <a:pt x="8" y="0"/>
                  </a:cubicBezTo>
                  <a:cubicBezTo>
                    <a:pt x="5" y="0"/>
                    <a:pt x="2" y="0"/>
                    <a:pt x="1" y="4"/>
                  </a:cubicBezTo>
                  <a:cubicBezTo>
                    <a:pt x="0" y="10"/>
                    <a:pt x="7" y="12"/>
                    <a:pt x="10" y="16"/>
                  </a:cubicBezTo>
                </a:path>
              </a:pathLst>
            </a:custGeom>
            <a:solidFill>
              <a:srgbClr val="D1D7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2013" name="Freeform 1019">
              <a:extLst>
                <a:ext uri="{FF2B5EF4-FFF2-40B4-BE49-F238E27FC236}">
                  <a16:creationId xmlns:a16="http://schemas.microsoft.com/office/drawing/2014/main" id="{AE204F1E-0C23-4078-889E-F5CB3B29665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5" y="1371"/>
              <a:ext cx="58" cy="35"/>
            </a:xfrm>
            <a:custGeom>
              <a:avLst/>
              <a:gdLst>
                <a:gd name="T0" fmla="*/ 82 w 39"/>
                <a:gd name="T1" fmla="*/ 81 h 22"/>
                <a:gd name="T2" fmla="*/ 55 w 39"/>
                <a:gd name="T3" fmla="*/ 33 h 22"/>
                <a:gd name="T4" fmla="*/ 128 w 39"/>
                <a:gd name="T5" fmla="*/ 56 h 22"/>
                <a:gd name="T6" fmla="*/ 40 w 39"/>
                <a:gd name="T7" fmla="*/ 16 h 22"/>
                <a:gd name="T8" fmla="*/ 73 w 39"/>
                <a:gd name="T9" fmla="*/ 89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22">
                  <a:moveTo>
                    <a:pt x="25" y="20"/>
                  </a:moveTo>
                  <a:cubicBezTo>
                    <a:pt x="21" y="18"/>
                    <a:pt x="10" y="11"/>
                    <a:pt x="17" y="8"/>
                  </a:cubicBezTo>
                  <a:cubicBezTo>
                    <a:pt x="22" y="6"/>
                    <a:pt x="34" y="13"/>
                    <a:pt x="39" y="14"/>
                  </a:cubicBezTo>
                  <a:cubicBezTo>
                    <a:pt x="30" y="14"/>
                    <a:pt x="22" y="0"/>
                    <a:pt x="12" y="4"/>
                  </a:cubicBezTo>
                  <a:cubicBezTo>
                    <a:pt x="0" y="8"/>
                    <a:pt x="20" y="17"/>
                    <a:pt x="22" y="22"/>
                  </a:cubicBezTo>
                </a:path>
              </a:pathLst>
            </a:custGeom>
            <a:solidFill>
              <a:srgbClr val="D1D7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2014" name="Freeform 1020">
              <a:extLst>
                <a:ext uri="{FF2B5EF4-FFF2-40B4-BE49-F238E27FC236}">
                  <a16:creationId xmlns:a16="http://schemas.microsoft.com/office/drawing/2014/main" id="{E1F50D8E-F2F7-420F-A0B8-F7139807B8B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2" y="978"/>
              <a:ext cx="87" cy="185"/>
            </a:xfrm>
            <a:custGeom>
              <a:avLst/>
              <a:gdLst>
                <a:gd name="T0" fmla="*/ 0 w 58"/>
                <a:gd name="T1" fmla="*/ 458 h 116"/>
                <a:gd name="T2" fmla="*/ 75 w 58"/>
                <a:gd name="T3" fmla="*/ 166 h 116"/>
                <a:gd name="T4" fmla="*/ 197 w 58"/>
                <a:gd name="T5" fmla="*/ 0 h 116"/>
                <a:gd name="T6" fmla="*/ 134 w 58"/>
                <a:gd name="T7" fmla="*/ 116 h 116"/>
                <a:gd name="T8" fmla="*/ 81 w 58"/>
                <a:gd name="T9" fmla="*/ 236 h 116"/>
                <a:gd name="T10" fmla="*/ 8 w 58"/>
                <a:gd name="T11" fmla="*/ 470 h 1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8" h="116">
                  <a:moveTo>
                    <a:pt x="0" y="113"/>
                  </a:moveTo>
                  <a:cubicBezTo>
                    <a:pt x="17" y="96"/>
                    <a:pt x="11" y="62"/>
                    <a:pt x="22" y="41"/>
                  </a:cubicBezTo>
                  <a:cubicBezTo>
                    <a:pt x="29" y="28"/>
                    <a:pt x="46" y="6"/>
                    <a:pt x="58" y="0"/>
                  </a:cubicBezTo>
                  <a:cubicBezTo>
                    <a:pt x="50" y="4"/>
                    <a:pt x="43" y="21"/>
                    <a:pt x="39" y="29"/>
                  </a:cubicBezTo>
                  <a:cubicBezTo>
                    <a:pt x="34" y="38"/>
                    <a:pt x="28" y="48"/>
                    <a:pt x="24" y="58"/>
                  </a:cubicBezTo>
                  <a:cubicBezTo>
                    <a:pt x="15" y="78"/>
                    <a:pt x="14" y="98"/>
                    <a:pt x="2" y="116"/>
                  </a:cubicBezTo>
                </a:path>
              </a:pathLst>
            </a:custGeom>
            <a:solidFill>
              <a:srgbClr val="ADB6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2015" name="Freeform 1021">
              <a:extLst>
                <a:ext uri="{FF2B5EF4-FFF2-40B4-BE49-F238E27FC236}">
                  <a16:creationId xmlns:a16="http://schemas.microsoft.com/office/drawing/2014/main" id="{72048ECB-234B-4FF6-A590-B6D8DE98A82A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8" y="991"/>
              <a:ext cx="95" cy="181"/>
            </a:xfrm>
            <a:custGeom>
              <a:avLst/>
              <a:gdLst>
                <a:gd name="T0" fmla="*/ 208 w 64"/>
                <a:gd name="T1" fmla="*/ 456 h 114"/>
                <a:gd name="T2" fmla="*/ 108 w 64"/>
                <a:gd name="T3" fmla="*/ 164 h 114"/>
                <a:gd name="T4" fmla="*/ 0 w 64"/>
                <a:gd name="T5" fmla="*/ 0 h 114"/>
                <a:gd name="T6" fmla="*/ 82 w 64"/>
                <a:gd name="T7" fmla="*/ 103 h 114"/>
                <a:gd name="T8" fmla="*/ 150 w 64"/>
                <a:gd name="T9" fmla="*/ 189 h 114"/>
                <a:gd name="T10" fmla="*/ 209 w 64"/>
                <a:gd name="T11" fmla="*/ 441 h 1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4" h="114">
                  <a:moveTo>
                    <a:pt x="63" y="114"/>
                  </a:moveTo>
                  <a:cubicBezTo>
                    <a:pt x="54" y="87"/>
                    <a:pt x="50" y="64"/>
                    <a:pt x="33" y="41"/>
                  </a:cubicBezTo>
                  <a:cubicBezTo>
                    <a:pt x="23" y="28"/>
                    <a:pt x="12" y="11"/>
                    <a:pt x="0" y="0"/>
                  </a:cubicBezTo>
                  <a:cubicBezTo>
                    <a:pt x="9" y="8"/>
                    <a:pt x="16" y="17"/>
                    <a:pt x="25" y="26"/>
                  </a:cubicBezTo>
                  <a:cubicBezTo>
                    <a:pt x="33" y="33"/>
                    <a:pt x="41" y="38"/>
                    <a:pt x="46" y="47"/>
                  </a:cubicBezTo>
                  <a:cubicBezTo>
                    <a:pt x="59" y="66"/>
                    <a:pt x="56" y="95"/>
                    <a:pt x="64" y="110"/>
                  </a:cubicBezTo>
                </a:path>
              </a:pathLst>
            </a:custGeom>
            <a:solidFill>
              <a:srgbClr val="ADB6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</p:grpSp>
    </p:spTree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3009" name="elderly-male-full-body-illustration">
            <a:extLst>
              <a:ext uri="{FF2B5EF4-FFF2-40B4-BE49-F238E27FC236}">
                <a16:creationId xmlns:a16="http://schemas.microsoft.com/office/drawing/2014/main" id="{2EE83A47-5FB2-46A3-BBED-52846667CF81}"/>
              </a:ext>
            </a:extLst>
          </p:cNvPr>
          <p:cNvGrpSpPr>
            <a:grpSpLocks/>
          </p:cNvGrpSpPr>
          <p:nvPr/>
        </p:nvGrpSpPr>
        <p:grpSpPr bwMode="auto">
          <a:xfrm>
            <a:off x="8305800" y="1181100"/>
            <a:ext cx="1482725" cy="5260975"/>
            <a:chOff x="3027" y="719"/>
            <a:chExt cx="934" cy="3314"/>
          </a:xfrm>
        </p:grpSpPr>
        <p:sp>
          <p:nvSpPr>
            <p:cNvPr id="43775" name="Freeform 3">
              <a:extLst>
                <a:ext uri="{FF2B5EF4-FFF2-40B4-BE49-F238E27FC236}">
                  <a16:creationId xmlns:a16="http://schemas.microsoft.com/office/drawing/2014/main" id="{F7CADF6D-D456-431B-8896-C70277192B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7" y="1035"/>
              <a:ext cx="934" cy="2998"/>
            </a:xfrm>
            <a:custGeom>
              <a:avLst/>
              <a:gdLst>
                <a:gd name="T0" fmla="*/ 2134 w 612"/>
                <a:gd name="T1" fmla="*/ 2601 h 1969"/>
                <a:gd name="T2" fmla="*/ 1969 w 612"/>
                <a:gd name="T3" fmla="*/ 1197 h 1969"/>
                <a:gd name="T4" fmla="*/ 1364 w 612"/>
                <a:gd name="T5" fmla="*/ 373 h 1969"/>
                <a:gd name="T6" fmla="*/ 789 w 612"/>
                <a:gd name="T7" fmla="*/ 387 h 1969"/>
                <a:gd name="T8" fmla="*/ 177 w 612"/>
                <a:gd name="T9" fmla="*/ 1264 h 1969"/>
                <a:gd name="T10" fmla="*/ 40 w 612"/>
                <a:gd name="T11" fmla="*/ 2601 h 1969"/>
                <a:gd name="T12" fmla="*/ 0 w 612"/>
                <a:gd name="T13" fmla="*/ 3018 h 1969"/>
                <a:gd name="T14" fmla="*/ 56 w 612"/>
                <a:gd name="T15" fmla="*/ 3500 h 1969"/>
                <a:gd name="T16" fmla="*/ 243 w 612"/>
                <a:gd name="T17" fmla="*/ 3708 h 1969"/>
                <a:gd name="T18" fmla="*/ 262 w 612"/>
                <a:gd name="T19" fmla="*/ 3679 h 1969"/>
                <a:gd name="T20" fmla="*/ 337 w 612"/>
                <a:gd name="T21" fmla="*/ 3674 h 1969"/>
                <a:gd name="T22" fmla="*/ 351 w 612"/>
                <a:gd name="T23" fmla="*/ 3619 h 1969"/>
                <a:gd name="T24" fmla="*/ 266 w 612"/>
                <a:gd name="T25" fmla="*/ 3505 h 1969"/>
                <a:gd name="T26" fmla="*/ 221 w 612"/>
                <a:gd name="T27" fmla="*/ 3470 h 1969"/>
                <a:gd name="T28" fmla="*/ 209 w 612"/>
                <a:gd name="T29" fmla="*/ 3251 h 1969"/>
                <a:gd name="T30" fmla="*/ 366 w 612"/>
                <a:gd name="T31" fmla="*/ 3371 h 1969"/>
                <a:gd name="T32" fmla="*/ 189 w 612"/>
                <a:gd name="T33" fmla="*/ 2977 h 1969"/>
                <a:gd name="T34" fmla="*/ 177 w 612"/>
                <a:gd name="T35" fmla="*/ 2951 h 1969"/>
                <a:gd name="T36" fmla="*/ 372 w 612"/>
                <a:gd name="T37" fmla="*/ 1998 h 1969"/>
                <a:gd name="T38" fmla="*/ 426 w 612"/>
                <a:gd name="T39" fmla="*/ 1494 h 1969"/>
                <a:gd name="T40" fmla="*/ 469 w 612"/>
                <a:gd name="T41" fmla="*/ 2040 h 1969"/>
                <a:gd name="T42" fmla="*/ 552 w 612"/>
                <a:gd name="T43" fmla="*/ 4476 h 1969"/>
                <a:gd name="T44" fmla="*/ 559 w 612"/>
                <a:gd name="T45" fmla="*/ 5538 h 1969"/>
                <a:gd name="T46" fmla="*/ 629 w 612"/>
                <a:gd name="T47" fmla="*/ 6485 h 1969"/>
                <a:gd name="T48" fmla="*/ 487 w 612"/>
                <a:gd name="T49" fmla="*/ 6769 h 1969"/>
                <a:gd name="T50" fmla="*/ 484 w 612"/>
                <a:gd name="T51" fmla="*/ 6844 h 1969"/>
                <a:gd name="T52" fmla="*/ 522 w 612"/>
                <a:gd name="T53" fmla="*/ 6881 h 1969"/>
                <a:gd name="T54" fmla="*/ 656 w 612"/>
                <a:gd name="T55" fmla="*/ 6908 h 1969"/>
                <a:gd name="T56" fmla="*/ 804 w 612"/>
                <a:gd name="T57" fmla="*/ 6815 h 1969"/>
                <a:gd name="T58" fmla="*/ 810 w 612"/>
                <a:gd name="T59" fmla="*/ 6424 h 1969"/>
                <a:gd name="T60" fmla="*/ 867 w 612"/>
                <a:gd name="T61" fmla="*/ 5815 h 1969"/>
                <a:gd name="T62" fmla="*/ 957 w 612"/>
                <a:gd name="T63" fmla="*/ 4723 h 1969"/>
                <a:gd name="T64" fmla="*/ 1163 w 612"/>
                <a:gd name="T65" fmla="*/ 3450 h 1969"/>
                <a:gd name="T66" fmla="*/ 1201 w 612"/>
                <a:gd name="T67" fmla="*/ 4839 h 1969"/>
                <a:gd name="T68" fmla="*/ 1271 w 612"/>
                <a:gd name="T69" fmla="*/ 5860 h 1969"/>
                <a:gd name="T70" fmla="*/ 1311 w 612"/>
                <a:gd name="T71" fmla="*/ 6645 h 1969"/>
                <a:gd name="T72" fmla="*/ 1358 w 612"/>
                <a:gd name="T73" fmla="*/ 6888 h 1969"/>
                <a:gd name="T74" fmla="*/ 1554 w 612"/>
                <a:gd name="T75" fmla="*/ 6916 h 1969"/>
                <a:gd name="T76" fmla="*/ 1616 w 612"/>
                <a:gd name="T77" fmla="*/ 6884 h 1969"/>
                <a:gd name="T78" fmla="*/ 1656 w 612"/>
                <a:gd name="T79" fmla="*/ 6844 h 1969"/>
                <a:gd name="T80" fmla="*/ 1621 w 612"/>
                <a:gd name="T81" fmla="*/ 6713 h 1969"/>
                <a:gd name="T82" fmla="*/ 1514 w 612"/>
                <a:gd name="T83" fmla="*/ 6371 h 1969"/>
                <a:gd name="T84" fmla="*/ 1572 w 612"/>
                <a:gd name="T85" fmla="*/ 4951 h 1969"/>
                <a:gd name="T86" fmla="*/ 1683 w 612"/>
                <a:gd name="T87" fmla="*/ 3132 h 1969"/>
                <a:gd name="T88" fmla="*/ 1688 w 612"/>
                <a:gd name="T89" fmla="*/ 1722 h 1969"/>
                <a:gd name="T90" fmla="*/ 1738 w 612"/>
                <a:gd name="T91" fmla="*/ 1571 h 1969"/>
                <a:gd name="T92" fmla="*/ 1850 w 612"/>
                <a:gd name="T93" fmla="*/ 2330 h 1969"/>
                <a:gd name="T94" fmla="*/ 1978 w 612"/>
                <a:gd name="T95" fmla="*/ 2954 h 1969"/>
                <a:gd name="T96" fmla="*/ 1802 w 612"/>
                <a:gd name="T97" fmla="*/ 3345 h 1969"/>
                <a:gd name="T98" fmla="*/ 1961 w 612"/>
                <a:gd name="T99" fmla="*/ 3318 h 1969"/>
                <a:gd name="T100" fmla="*/ 1900 w 612"/>
                <a:gd name="T101" fmla="*/ 3479 h 1969"/>
                <a:gd name="T102" fmla="*/ 1837 w 612"/>
                <a:gd name="T103" fmla="*/ 3601 h 1969"/>
                <a:gd name="T104" fmla="*/ 1900 w 612"/>
                <a:gd name="T105" fmla="*/ 3654 h 1969"/>
                <a:gd name="T106" fmla="*/ 2045 w 612"/>
                <a:gd name="T107" fmla="*/ 3598 h 1969"/>
                <a:gd name="T108" fmla="*/ 2147 w 612"/>
                <a:gd name="T109" fmla="*/ 3226 h 1969"/>
                <a:gd name="T110" fmla="*/ 2156 w 612"/>
                <a:gd name="T111" fmla="*/ 2896 h 1969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612" h="1969">
                  <a:moveTo>
                    <a:pt x="607" y="820"/>
                  </a:moveTo>
                  <a:cubicBezTo>
                    <a:pt x="606" y="811"/>
                    <a:pt x="606" y="801"/>
                    <a:pt x="603" y="791"/>
                  </a:cubicBezTo>
                  <a:cubicBezTo>
                    <a:pt x="601" y="779"/>
                    <a:pt x="600" y="754"/>
                    <a:pt x="600" y="737"/>
                  </a:cubicBezTo>
                  <a:cubicBezTo>
                    <a:pt x="599" y="708"/>
                    <a:pt x="599" y="595"/>
                    <a:pt x="584" y="554"/>
                  </a:cubicBezTo>
                  <a:cubicBezTo>
                    <a:pt x="580" y="541"/>
                    <a:pt x="577" y="520"/>
                    <a:pt x="578" y="491"/>
                  </a:cubicBezTo>
                  <a:cubicBezTo>
                    <a:pt x="569" y="410"/>
                    <a:pt x="553" y="364"/>
                    <a:pt x="554" y="339"/>
                  </a:cubicBezTo>
                  <a:cubicBezTo>
                    <a:pt x="553" y="299"/>
                    <a:pt x="533" y="251"/>
                    <a:pt x="523" y="230"/>
                  </a:cubicBezTo>
                  <a:cubicBezTo>
                    <a:pt x="511" y="201"/>
                    <a:pt x="463" y="161"/>
                    <a:pt x="450" y="155"/>
                  </a:cubicBezTo>
                  <a:cubicBezTo>
                    <a:pt x="444" y="153"/>
                    <a:pt x="411" y="125"/>
                    <a:pt x="384" y="106"/>
                  </a:cubicBezTo>
                  <a:cubicBezTo>
                    <a:pt x="354" y="79"/>
                    <a:pt x="365" y="14"/>
                    <a:pt x="365" y="1"/>
                  </a:cubicBezTo>
                  <a:cubicBezTo>
                    <a:pt x="236" y="0"/>
                    <a:pt x="236" y="0"/>
                    <a:pt x="236" y="0"/>
                  </a:cubicBezTo>
                  <a:cubicBezTo>
                    <a:pt x="236" y="16"/>
                    <a:pt x="249" y="79"/>
                    <a:pt x="222" y="110"/>
                  </a:cubicBezTo>
                  <a:cubicBezTo>
                    <a:pt x="212" y="116"/>
                    <a:pt x="152" y="168"/>
                    <a:pt x="136" y="175"/>
                  </a:cubicBezTo>
                  <a:cubicBezTo>
                    <a:pt x="107" y="188"/>
                    <a:pt x="75" y="245"/>
                    <a:pt x="67" y="287"/>
                  </a:cubicBezTo>
                  <a:cubicBezTo>
                    <a:pt x="63" y="306"/>
                    <a:pt x="50" y="346"/>
                    <a:pt x="50" y="358"/>
                  </a:cubicBezTo>
                  <a:cubicBezTo>
                    <a:pt x="52" y="383"/>
                    <a:pt x="40" y="399"/>
                    <a:pt x="33" y="491"/>
                  </a:cubicBezTo>
                  <a:cubicBezTo>
                    <a:pt x="33" y="520"/>
                    <a:pt x="30" y="541"/>
                    <a:pt x="27" y="554"/>
                  </a:cubicBezTo>
                  <a:cubicBezTo>
                    <a:pt x="12" y="595"/>
                    <a:pt x="12" y="708"/>
                    <a:pt x="11" y="737"/>
                  </a:cubicBezTo>
                  <a:cubicBezTo>
                    <a:pt x="10" y="754"/>
                    <a:pt x="10" y="779"/>
                    <a:pt x="7" y="791"/>
                  </a:cubicBezTo>
                  <a:cubicBezTo>
                    <a:pt x="4" y="803"/>
                    <a:pt x="6" y="814"/>
                    <a:pt x="3" y="825"/>
                  </a:cubicBezTo>
                  <a:cubicBezTo>
                    <a:pt x="1" y="835"/>
                    <a:pt x="0" y="849"/>
                    <a:pt x="0" y="855"/>
                  </a:cubicBezTo>
                  <a:cubicBezTo>
                    <a:pt x="0" y="855"/>
                    <a:pt x="6" y="905"/>
                    <a:pt x="4" y="921"/>
                  </a:cubicBezTo>
                  <a:cubicBezTo>
                    <a:pt x="2" y="937"/>
                    <a:pt x="3" y="946"/>
                    <a:pt x="4" y="956"/>
                  </a:cubicBezTo>
                  <a:cubicBezTo>
                    <a:pt x="5" y="965"/>
                    <a:pt x="14" y="980"/>
                    <a:pt x="16" y="992"/>
                  </a:cubicBezTo>
                  <a:cubicBezTo>
                    <a:pt x="22" y="1017"/>
                    <a:pt x="29" y="1018"/>
                    <a:pt x="34" y="1026"/>
                  </a:cubicBezTo>
                  <a:cubicBezTo>
                    <a:pt x="39" y="1034"/>
                    <a:pt x="51" y="1040"/>
                    <a:pt x="53" y="1043"/>
                  </a:cubicBezTo>
                  <a:cubicBezTo>
                    <a:pt x="55" y="1046"/>
                    <a:pt x="62" y="1051"/>
                    <a:pt x="68" y="1050"/>
                  </a:cubicBezTo>
                  <a:cubicBezTo>
                    <a:pt x="68" y="1050"/>
                    <a:pt x="68" y="1050"/>
                    <a:pt x="68" y="1050"/>
                  </a:cubicBezTo>
                  <a:cubicBezTo>
                    <a:pt x="68" y="1050"/>
                    <a:pt x="68" y="1050"/>
                    <a:pt x="68" y="1050"/>
                  </a:cubicBezTo>
                  <a:cubicBezTo>
                    <a:pt x="74" y="1049"/>
                    <a:pt x="74" y="1043"/>
                    <a:pt x="74" y="1042"/>
                  </a:cubicBezTo>
                  <a:cubicBezTo>
                    <a:pt x="74" y="1042"/>
                    <a:pt x="76" y="1042"/>
                    <a:pt x="78" y="1042"/>
                  </a:cubicBezTo>
                  <a:cubicBezTo>
                    <a:pt x="81" y="1042"/>
                    <a:pt x="89" y="1043"/>
                    <a:pt x="93" y="1042"/>
                  </a:cubicBezTo>
                  <a:cubicBezTo>
                    <a:pt x="94" y="1041"/>
                    <a:pt x="94" y="1041"/>
                    <a:pt x="95" y="1041"/>
                  </a:cubicBezTo>
                  <a:cubicBezTo>
                    <a:pt x="101" y="1034"/>
                    <a:pt x="93" y="1027"/>
                    <a:pt x="92" y="1026"/>
                  </a:cubicBezTo>
                  <a:cubicBezTo>
                    <a:pt x="98" y="1026"/>
                    <a:pt x="98" y="1026"/>
                    <a:pt x="98" y="1026"/>
                  </a:cubicBezTo>
                  <a:cubicBezTo>
                    <a:pt x="98" y="1025"/>
                    <a:pt x="98" y="1025"/>
                    <a:pt x="99" y="1025"/>
                  </a:cubicBezTo>
                  <a:cubicBezTo>
                    <a:pt x="99" y="1025"/>
                    <a:pt x="99" y="1025"/>
                    <a:pt x="99" y="1025"/>
                  </a:cubicBezTo>
                  <a:cubicBezTo>
                    <a:pt x="107" y="1020"/>
                    <a:pt x="97" y="1011"/>
                    <a:pt x="97" y="1011"/>
                  </a:cubicBezTo>
                  <a:cubicBezTo>
                    <a:pt x="97" y="993"/>
                    <a:pt x="77" y="996"/>
                    <a:pt x="75" y="993"/>
                  </a:cubicBezTo>
                  <a:cubicBezTo>
                    <a:pt x="74" y="991"/>
                    <a:pt x="72" y="990"/>
                    <a:pt x="72" y="989"/>
                  </a:cubicBezTo>
                  <a:cubicBezTo>
                    <a:pt x="67" y="984"/>
                    <a:pt x="63" y="983"/>
                    <a:pt x="62" y="983"/>
                  </a:cubicBezTo>
                  <a:cubicBezTo>
                    <a:pt x="62" y="983"/>
                    <a:pt x="62" y="983"/>
                    <a:pt x="62" y="983"/>
                  </a:cubicBezTo>
                  <a:cubicBezTo>
                    <a:pt x="60" y="973"/>
                    <a:pt x="56" y="971"/>
                    <a:pt x="57" y="968"/>
                  </a:cubicBezTo>
                  <a:cubicBezTo>
                    <a:pt x="62" y="961"/>
                    <a:pt x="54" y="952"/>
                    <a:pt x="57" y="947"/>
                  </a:cubicBezTo>
                  <a:cubicBezTo>
                    <a:pt x="60" y="942"/>
                    <a:pt x="59" y="924"/>
                    <a:pt x="59" y="921"/>
                  </a:cubicBezTo>
                  <a:cubicBezTo>
                    <a:pt x="61" y="922"/>
                    <a:pt x="67" y="925"/>
                    <a:pt x="70" y="934"/>
                  </a:cubicBezTo>
                  <a:cubicBezTo>
                    <a:pt x="74" y="944"/>
                    <a:pt x="88" y="962"/>
                    <a:pt x="100" y="956"/>
                  </a:cubicBezTo>
                  <a:cubicBezTo>
                    <a:pt x="101" y="956"/>
                    <a:pt x="102" y="956"/>
                    <a:pt x="103" y="955"/>
                  </a:cubicBezTo>
                  <a:cubicBezTo>
                    <a:pt x="115" y="946"/>
                    <a:pt x="98" y="921"/>
                    <a:pt x="87" y="910"/>
                  </a:cubicBezTo>
                  <a:cubicBezTo>
                    <a:pt x="77" y="900"/>
                    <a:pt x="69" y="877"/>
                    <a:pt x="62" y="869"/>
                  </a:cubicBezTo>
                  <a:cubicBezTo>
                    <a:pt x="54" y="861"/>
                    <a:pt x="53" y="843"/>
                    <a:pt x="53" y="843"/>
                  </a:cubicBezTo>
                  <a:cubicBezTo>
                    <a:pt x="53" y="842"/>
                    <a:pt x="53" y="842"/>
                    <a:pt x="53" y="842"/>
                  </a:cubicBezTo>
                  <a:cubicBezTo>
                    <a:pt x="52" y="842"/>
                    <a:pt x="52" y="842"/>
                    <a:pt x="52" y="841"/>
                  </a:cubicBezTo>
                  <a:cubicBezTo>
                    <a:pt x="51" y="840"/>
                    <a:pt x="50" y="838"/>
                    <a:pt x="50" y="836"/>
                  </a:cubicBezTo>
                  <a:cubicBezTo>
                    <a:pt x="52" y="833"/>
                    <a:pt x="55" y="821"/>
                    <a:pt x="56" y="808"/>
                  </a:cubicBezTo>
                  <a:cubicBezTo>
                    <a:pt x="58" y="796"/>
                    <a:pt x="84" y="686"/>
                    <a:pt x="88" y="662"/>
                  </a:cubicBezTo>
                  <a:cubicBezTo>
                    <a:pt x="96" y="615"/>
                    <a:pt x="110" y="598"/>
                    <a:pt x="105" y="566"/>
                  </a:cubicBezTo>
                  <a:cubicBezTo>
                    <a:pt x="106" y="542"/>
                    <a:pt x="115" y="479"/>
                    <a:pt x="116" y="467"/>
                  </a:cubicBezTo>
                  <a:cubicBezTo>
                    <a:pt x="117" y="465"/>
                    <a:pt x="117" y="453"/>
                    <a:pt x="118" y="445"/>
                  </a:cubicBezTo>
                  <a:cubicBezTo>
                    <a:pt x="119" y="441"/>
                    <a:pt x="120" y="433"/>
                    <a:pt x="120" y="423"/>
                  </a:cubicBezTo>
                  <a:cubicBezTo>
                    <a:pt x="120" y="424"/>
                    <a:pt x="120" y="424"/>
                    <a:pt x="120" y="424"/>
                  </a:cubicBezTo>
                  <a:cubicBezTo>
                    <a:pt x="120" y="435"/>
                    <a:pt x="131" y="458"/>
                    <a:pt x="132" y="487"/>
                  </a:cubicBezTo>
                  <a:cubicBezTo>
                    <a:pt x="130" y="522"/>
                    <a:pt x="131" y="561"/>
                    <a:pt x="132" y="578"/>
                  </a:cubicBezTo>
                  <a:cubicBezTo>
                    <a:pt x="104" y="720"/>
                    <a:pt x="121" y="796"/>
                    <a:pt x="120" y="824"/>
                  </a:cubicBezTo>
                  <a:cubicBezTo>
                    <a:pt x="119" y="858"/>
                    <a:pt x="134" y="866"/>
                    <a:pt x="133" y="896"/>
                  </a:cubicBezTo>
                  <a:cubicBezTo>
                    <a:pt x="155" y="1268"/>
                    <a:pt x="155" y="1268"/>
                    <a:pt x="155" y="1268"/>
                  </a:cubicBezTo>
                  <a:cubicBezTo>
                    <a:pt x="155" y="1280"/>
                    <a:pt x="153" y="1320"/>
                    <a:pt x="157" y="1341"/>
                  </a:cubicBezTo>
                  <a:cubicBezTo>
                    <a:pt x="158" y="1346"/>
                    <a:pt x="164" y="1370"/>
                    <a:pt x="165" y="1403"/>
                  </a:cubicBezTo>
                  <a:cubicBezTo>
                    <a:pt x="166" y="1456"/>
                    <a:pt x="156" y="1531"/>
                    <a:pt x="157" y="1569"/>
                  </a:cubicBezTo>
                  <a:cubicBezTo>
                    <a:pt x="160" y="1631"/>
                    <a:pt x="158" y="1686"/>
                    <a:pt x="168" y="1726"/>
                  </a:cubicBezTo>
                  <a:cubicBezTo>
                    <a:pt x="174" y="1765"/>
                    <a:pt x="177" y="1797"/>
                    <a:pt x="175" y="1805"/>
                  </a:cubicBezTo>
                  <a:cubicBezTo>
                    <a:pt x="174" y="1812"/>
                    <a:pt x="173" y="1825"/>
                    <a:pt x="177" y="1837"/>
                  </a:cubicBezTo>
                  <a:cubicBezTo>
                    <a:pt x="177" y="1838"/>
                    <a:pt x="165" y="1878"/>
                    <a:pt x="159" y="1885"/>
                  </a:cubicBezTo>
                  <a:cubicBezTo>
                    <a:pt x="153" y="1892"/>
                    <a:pt x="151" y="1898"/>
                    <a:pt x="146" y="1902"/>
                  </a:cubicBezTo>
                  <a:cubicBezTo>
                    <a:pt x="141" y="1906"/>
                    <a:pt x="139" y="1910"/>
                    <a:pt x="137" y="1918"/>
                  </a:cubicBezTo>
                  <a:cubicBezTo>
                    <a:pt x="135" y="1924"/>
                    <a:pt x="131" y="1933"/>
                    <a:pt x="134" y="1937"/>
                  </a:cubicBezTo>
                  <a:cubicBezTo>
                    <a:pt x="135" y="1938"/>
                    <a:pt x="135" y="1939"/>
                    <a:pt x="136" y="1939"/>
                  </a:cubicBezTo>
                  <a:cubicBezTo>
                    <a:pt x="136" y="1939"/>
                    <a:pt x="136" y="1939"/>
                    <a:pt x="136" y="1939"/>
                  </a:cubicBezTo>
                  <a:cubicBezTo>
                    <a:pt x="136" y="1941"/>
                    <a:pt x="136" y="1943"/>
                    <a:pt x="136" y="1945"/>
                  </a:cubicBezTo>
                  <a:cubicBezTo>
                    <a:pt x="138" y="1950"/>
                    <a:pt x="142" y="1951"/>
                    <a:pt x="146" y="1950"/>
                  </a:cubicBezTo>
                  <a:cubicBezTo>
                    <a:pt x="147" y="1949"/>
                    <a:pt x="147" y="1949"/>
                    <a:pt x="147" y="1949"/>
                  </a:cubicBezTo>
                  <a:cubicBezTo>
                    <a:pt x="147" y="1951"/>
                    <a:pt x="147" y="1953"/>
                    <a:pt x="148" y="1955"/>
                  </a:cubicBezTo>
                  <a:cubicBezTo>
                    <a:pt x="151" y="1962"/>
                    <a:pt x="161" y="1965"/>
                    <a:pt x="165" y="1959"/>
                  </a:cubicBezTo>
                  <a:cubicBezTo>
                    <a:pt x="170" y="1963"/>
                    <a:pt x="181" y="1964"/>
                    <a:pt x="185" y="1957"/>
                  </a:cubicBezTo>
                  <a:cubicBezTo>
                    <a:pt x="187" y="1969"/>
                    <a:pt x="199" y="1967"/>
                    <a:pt x="206" y="1965"/>
                  </a:cubicBezTo>
                  <a:cubicBezTo>
                    <a:pt x="213" y="1963"/>
                    <a:pt x="216" y="1956"/>
                    <a:pt x="220" y="1951"/>
                  </a:cubicBezTo>
                  <a:cubicBezTo>
                    <a:pt x="224" y="1947"/>
                    <a:pt x="227" y="1943"/>
                    <a:pt x="226" y="1931"/>
                  </a:cubicBezTo>
                  <a:cubicBezTo>
                    <a:pt x="225" y="1920"/>
                    <a:pt x="225" y="1920"/>
                    <a:pt x="226" y="1906"/>
                  </a:cubicBezTo>
                  <a:cubicBezTo>
                    <a:pt x="227" y="1898"/>
                    <a:pt x="232" y="1896"/>
                    <a:pt x="232" y="1882"/>
                  </a:cubicBezTo>
                  <a:cubicBezTo>
                    <a:pt x="233" y="1872"/>
                    <a:pt x="227" y="1827"/>
                    <a:pt x="228" y="1820"/>
                  </a:cubicBezTo>
                  <a:cubicBezTo>
                    <a:pt x="229" y="1807"/>
                    <a:pt x="231" y="1795"/>
                    <a:pt x="228" y="1772"/>
                  </a:cubicBezTo>
                  <a:cubicBezTo>
                    <a:pt x="226" y="1749"/>
                    <a:pt x="241" y="1662"/>
                    <a:pt x="245" y="1646"/>
                  </a:cubicBezTo>
                  <a:cubicBezTo>
                    <a:pt x="244" y="1647"/>
                    <a:pt x="244" y="1647"/>
                    <a:pt x="244" y="1647"/>
                  </a:cubicBezTo>
                  <a:cubicBezTo>
                    <a:pt x="248" y="1625"/>
                    <a:pt x="265" y="1552"/>
                    <a:pt x="263" y="1503"/>
                  </a:cubicBezTo>
                  <a:cubicBezTo>
                    <a:pt x="263" y="1471"/>
                    <a:pt x="269" y="1393"/>
                    <a:pt x="269" y="1371"/>
                  </a:cubicBezTo>
                  <a:cubicBezTo>
                    <a:pt x="269" y="1367"/>
                    <a:pt x="270" y="1343"/>
                    <a:pt x="269" y="1338"/>
                  </a:cubicBezTo>
                  <a:cubicBezTo>
                    <a:pt x="263" y="1305"/>
                    <a:pt x="279" y="1142"/>
                    <a:pt x="279" y="1140"/>
                  </a:cubicBezTo>
                  <a:cubicBezTo>
                    <a:pt x="281" y="1119"/>
                    <a:pt x="283" y="978"/>
                    <a:pt x="283" y="978"/>
                  </a:cubicBezTo>
                  <a:cubicBezTo>
                    <a:pt x="327" y="977"/>
                    <a:pt x="327" y="977"/>
                    <a:pt x="327" y="977"/>
                  </a:cubicBezTo>
                  <a:cubicBezTo>
                    <a:pt x="327" y="977"/>
                    <a:pt x="332" y="1120"/>
                    <a:pt x="334" y="1142"/>
                  </a:cubicBezTo>
                  <a:cubicBezTo>
                    <a:pt x="334" y="1144"/>
                    <a:pt x="343" y="1306"/>
                    <a:pt x="337" y="1338"/>
                  </a:cubicBezTo>
                  <a:cubicBezTo>
                    <a:pt x="337" y="1343"/>
                    <a:pt x="338" y="1367"/>
                    <a:pt x="338" y="1371"/>
                  </a:cubicBezTo>
                  <a:cubicBezTo>
                    <a:pt x="338" y="1393"/>
                    <a:pt x="345" y="1468"/>
                    <a:pt x="343" y="1500"/>
                  </a:cubicBezTo>
                  <a:cubicBezTo>
                    <a:pt x="339" y="1556"/>
                    <a:pt x="352" y="1630"/>
                    <a:pt x="357" y="1660"/>
                  </a:cubicBezTo>
                  <a:cubicBezTo>
                    <a:pt x="358" y="1660"/>
                    <a:pt x="358" y="1660"/>
                    <a:pt x="358" y="1660"/>
                  </a:cubicBezTo>
                  <a:cubicBezTo>
                    <a:pt x="360" y="1683"/>
                    <a:pt x="375" y="1749"/>
                    <a:pt x="373" y="1771"/>
                  </a:cubicBezTo>
                  <a:cubicBezTo>
                    <a:pt x="371" y="1794"/>
                    <a:pt x="373" y="1807"/>
                    <a:pt x="374" y="1820"/>
                  </a:cubicBezTo>
                  <a:cubicBezTo>
                    <a:pt x="374" y="1827"/>
                    <a:pt x="369" y="1872"/>
                    <a:pt x="369" y="1882"/>
                  </a:cubicBezTo>
                  <a:cubicBezTo>
                    <a:pt x="370" y="1896"/>
                    <a:pt x="375" y="1898"/>
                    <a:pt x="375" y="1906"/>
                  </a:cubicBezTo>
                  <a:cubicBezTo>
                    <a:pt x="376" y="1920"/>
                    <a:pt x="377" y="1920"/>
                    <a:pt x="376" y="1931"/>
                  </a:cubicBezTo>
                  <a:cubicBezTo>
                    <a:pt x="375" y="1943"/>
                    <a:pt x="378" y="1947"/>
                    <a:pt x="382" y="1951"/>
                  </a:cubicBezTo>
                  <a:cubicBezTo>
                    <a:pt x="386" y="1956"/>
                    <a:pt x="389" y="1963"/>
                    <a:pt x="396" y="1965"/>
                  </a:cubicBezTo>
                  <a:cubicBezTo>
                    <a:pt x="403" y="1967"/>
                    <a:pt x="414" y="1969"/>
                    <a:pt x="417" y="1957"/>
                  </a:cubicBezTo>
                  <a:cubicBezTo>
                    <a:pt x="421" y="1964"/>
                    <a:pt x="431" y="1963"/>
                    <a:pt x="437" y="1959"/>
                  </a:cubicBezTo>
                  <a:cubicBezTo>
                    <a:pt x="441" y="1965"/>
                    <a:pt x="450" y="1962"/>
                    <a:pt x="453" y="1955"/>
                  </a:cubicBezTo>
                  <a:cubicBezTo>
                    <a:pt x="454" y="1953"/>
                    <a:pt x="455" y="1952"/>
                    <a:pt x="455" y="1950"/>
                  </a:cubicBezTo>
                  <a:cubicBezTo>
                    <a:pt x="455" y="1950"/>
                    <a:pt x="455" y="1950"/>
                    <a:pt x="455" y="1950"/>
                  </a:cubicBezTo>
                  <a:cubicBezTo>
                    <a:pt x="460" y="1951"/>
                    <a:pt x="465" y="1949"/>
                    <a:pt x="465" y="1945"/>
                  </a:cubicBezTo>
                  <a:cubicBezTo>
                    <a:pt x="466" y="1943"/>
                    <a:pt x="466" y="1941"/>
                    <a:pt x="466" y="1939"/>
                  </a:cubicBezTo>
                  <a:cubicBezTo>
                    <a:pt x="466" y="1939"/>
                    <a:pt x="466" y="1939"/>
                    <a:pt x="466" y="1939"/>
                  </a:cubicBezTo>
                  <a:cubicBezTo>
                    <a:pt x="467" y="1939"/>
                    <a:pt x="467" y="1938"/>
                    <a:pt x="468" y="1937"/>
                  </a:cubicBezTo>
                  <a:cubicBezTo>
                    <a:pt x="471" y="1933"/>
                    <a:pt x="466" y="1924"/>
                    <a:pt x="465" y="1918"/>
                  </a:cubicBezTo>
                  <a:cubicBezTo>
                    <a:pt x="463" y="1910"/>
                    <a:pt x="460" y="1906"/>
                    <a:pt x="456" y="1902"/>
                  </a:cubicBezTo>
                  <a:cubicBezTo>
                    <a:pt x="451" y="1898"/>
                    <a:pt x="449" y="1892"/>
                    <a:pt x="443" y="1885"/>
                  </a:cubicBezTo>
                  <a:cubicBezTo>
                    <a:pt x="436" y="1878"/>
                    <a:pt x="425" y="1838"/>
                    <a:pt x="425" y="1837"/>
                  </a:cubicBezTo>
                  <a:cubicBezTo>
                    <a:pt x="429" y="1825"/>
                    <a:pt x="427" y="1812"/>
                    <a:pt x="426" y="1805"/>
                  </a:cubicBezTo>
                  <a:cubicBezTo>
                    <a:pt x="425" y="1797"/>
                    <a:pt x="428" y="1765"/>
                    <a:pt x="434" y="1726"/>
                  </a:cubicBezTo>
                  <a:cubicBezTo>
                    <a:pt x="438" y="1677"/>
                    <a:pt x="444" y="1632"/>
                    <a:pt x="446" y="1571"/>
                  </a:cubicBezTo>
                  <a:cubicBezTo>
                    <a:pt x="447" y="1539"/>
                    <a:pt x="441" y="1470"/>
                    <a:pt x="442" y="1403"/>
                  </a:cubicBezTo>
                  <a:cubicBezTo>
                    <a:pt x="443" y="1370"/>
                    <a:pt x="448" y="1346"/>
                    <a:pt x="449" y="1341"/>
                  </a:cubicBezTo>
                  <a:cubicBezTo>
                    <a:pt x="453" y="1320"/>
                    <a:pt x="448" y="1280"/>
                    <a:pt x="449" y="1268"/>
                  </a:cubicBezTo>
                  <a:cubicBezTo>
                    <a:pt x="453" y="1084"/>
                    <a:pt x="475" y="925"/>
                    <a:pt x="474" y="887"/>
                  </a:cubicBezTo>
                  <a:cubicBezTo>
                    <a:pt x="474" y="887"/>
                    <a:pt x="489" y="837"/>
                    <a:pt x="487" y="824"/>
                  </a:cubicBezTo>
                  <a:cubicBezTo>
                    <a:pt x="486" y="796"/>
                    <a:pt x="499" y="719"/>
                    <a:pt x="475" y="576"/>
                  </a:cubicBezTo>
                  <a:cubicBezTo>
                    <a:pt x="476" y="553"/>
                    <a:pt x="477" y="512"/>
                    <a:pt x="475" y="488"/>
                  </a:cubicBezTo>
                  <a:cubicBezTo>
                    <a:pt x="477" y="459"/>
                    <a:pt x="487" y="435"/>
                    <a:pt x="487" y="424"/>
                  </a:cubicBezTo>
                  <a:cubicBezTo>
                    <a:pt x="487" y="423"/>
                    <a:pt x="487" y="423"/>
                    <a:pt x="487" y="423"/>
                  </a:cubicBezTo>
                  <a:cubicBezTo>
                    <a:pt x="487" y="433"/>
                    <a:pt x="488" y="441"/>
                    <a:pt x="489" y="445"/>
                  </a:cubicBezTo>
                  <a:cubicBezTo>
                    <a:pt x="490" y="453"/>
                    <a:pt x="490" y="465"/>
                    <a:pt x="491" y="467"/>
                  </a:cubicBezTo>
                  <a:cubicBezTo>
                    <a:pt x="492" y="479"/>
                    <a:pt x="501" y="542"/>
                    <a:pt x="502" y="566"/>
                  </a:cubicBezTo>
                  <a:cubicBezTo>
                    <a:pt x="497" y="598"/>
                    <a:pt x="512" y="614"/>
                    <a:pt x="520" y="660"/>
                  </a:cubicBezTo>
                  <a:cubicBezTo>
                    <a:pt x="524" y="685"/>
                    <a:pt x="549" y="796"/>
                    <a:pt x="550" y="808"/>
                  </a:cubicBezTo>
                  <a:cubicBezTo>
                    <a:pt x="552" y="820"/>
                    <a:pt x="555" y="832"/>
                    <a:pt x="556" y="835"/>
                  </a:cubicBezTo>
                  <a:cubicBezTo>
                    <a:pt x="556" y="837"/>
                    <a:pt x="556" y="837"/>
                    <a:pt x="556" y="837"/>
                  </a:cubicBezTo>
                  <a:cubicBezTo>
                    <a:pt x="556" y="837"/>
                    <a:pt x="555" y="854"/>
                    <a:pt x="548" y="862"/>
                  </a:cubicBezTo>
                  <a:cubicBezTo>
                    <a:pt x="540" y="871"/>
                    <a:pt x="532" y="893"/>
                    <a:pt x="522" y="904"/>
                  </a:cubicBezTo>
                  <a:cubicBezTo>
                    <a:pt x="512" y="914"/>
                    <a:pt x="494" y="940"/>
                    <a:pt x="507" y="948"/>
                  </a:cubicBezTo>
                  <a:cubicBezTo>
                    <a:pt x="519" y="957"/>
                    <a:pt x="535" y="938"/>
                    <a:pt x="539" y="927"/>
                  </a:cubicBezTo>
                  <a:cubicBezTo>
                    <a:pt x="543" y="917"/>
                    <a:pt x="550" y="914"/>
                    <a:pt x="550" y="914"/>
                  </a:cubicBezTo>
                  <a:cubicBezTo>
                    <a:pt x="550" y="914"/>
                    <a:pt x="549" y="935"/>
                    <a:pt x="552" y="940"/>
                  </a:cubicBezTo>
                  <a:cubicBezTo>
                    <a:pt x="555" y="946"/>
                    <a:pt x="547" y="955"/>
                    <a:pt x="552" y="962"/>
                  </a:cubicBezTo>
                  <a:cubicBezTo>
                    <a:pt x="553" y="964"/>
                    <a:pt x="549" y="966"/>
                    <a:pt x="548" y="976"/>
                  </a:cubicBezTo>
                  <a:cubicBezTo>
                    <a:pt x="546" y="986"/>
                    <a:pt x="541" y="976"/>
                    <a:pt x="535" y="986"/>
                  </a:cubicBezTo>
                  <a:cubicBezTo>
                    <a:pt x="532" y="990"/>
                    <a:pt x="512" y="986"/>
                    <a:pt x="512" y="1004"/>
                  </a:cubicBezTo>
                  <a:cubicBezTo>
                    <a:pt x="512" y="1004"/>
                    <a:pt x="502" y="1013"/>
                    <a:pt x="510" y="1019"/>
                  </a:cubicBezTo>
                  <a:cubicBezTo>
                    <a:pt x="517" y="1020"/>
                    <a:pt x="517" y="1020"/>
                    <a:pt x="517" y="1020"/>
                  </a:cubicBezTo>
                  <a:cubicBezTo>
                    <a:pt x="517" y="1020"/>
                    <a:pt x="508" y="1027"/>
                    <a:pt x="515" y="1034"/>
                  </a:cubicBezTo>
                  <a:cubicBezTo>
                    <a:pt x="517" y="1037"/>
                    <a:pt x="527" y="1035"/>
                    <a:pt x="530" y="1035"/>
                  </a:cubicBezTo>
                  <a:cubicBezTo>
                    <a:pt x="533" y="1035"/>
                    <a:pt x="535" y="1035"/>
                    <a:pt x="535" y="1035"/>
                  </a:cubicBezTo>
                  <a:cubicBezTo>
                    <a:pt x="535" y="1035"/>
                    <a:pt x="535" y="1043"/>
                    <a:pt x="541" y="1044"/>
                  </a:cubicBezTo>
                  <a:cubicBezTo>
                    <a:pt x="547" y="1044"/>
                    <a:pt x="553" y="1039"/>
                    <a:pt x="555" y="1036"/>
                  </a:cubicBezTo>
                  <a:cubicBezTo>
                    <a:pt x="558" y="1033"/>
                    <a:pt x="570" y="1027"/>
                    <a:pt x="575" y="1019"/>
                  </a:cubicBezTo>
                  <a:cubicBezTo>
                    <a:pt x="580" y="1011"/>
                    <a:pt x="587" y="1010"/>
                    <a:pt x="592" y="985"/>
                  </a:cubicBezTo>
                  <a:cubicBezTo>
                    <a:pt x="595" y="973"/>
                    <a:pt x="604" y="958"/>
                    <a:pt x="604" y="949"/>
                  </a:cubicBezTo>
                  <a:cubicBezTo>
                    <a:pt x="605" y="939"/>
                    <a:pt x="607" y="930"/>
                    <a:pt x="604" y="914"/>
                  </a:cubicBezTo>
                  <a:cubicBezTo>
                    <a:pt x="603" y="901"/>
                    <a:pt x="607" y="864"/>
                    <a:pt x="609" y="852"/>
                  </a:cubicBezTo>
                  <a:cubicBezTo>
                    <a:pt x="609" y="852"/>
                    <a:pt x="609" y="852"/>
                    <a:pt x="609" y="852"/>
                  </a:cubicBezTo>
                  <a:cubicBezTo>
                    <a:pt x="612" y="836"/>
                    <a:pt x="608" y="824"/>
                    <a:pt x="607" y="820"/>
                  </a:cubicBezTo>
                  <a:close/>
                </a:path>
              </a:pathLst>
            </a:custGeom>
            <a:solidFill>
              <a:srgbClr val="F6E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776" name="Freeform 4">
              <a:extLst>
                <a:ext uri="{FF2B5EF4-FFF2-40B4-BE49-F238E27FC236}">
                  <a16:creationId xmlns:a16="http://schemas.microsoft.com/office/drawing/2014/main" id="{AE5D1F79-540D-4B27-BF74-B61BB24886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5" y="2429"/>
              <a:ext cx="43" cy="92"/>
            </a:xfrm>
            <a:custGeom>
              <a:avLst/>
              <a:gdLst>
                <a:gd name="T0" fmla="*/ 8 w 28"/>
                <a:gd name="T1" fmla="*/ 0 h 61"/>
                <a:gd name="T2" fmla="*/ 66 w 28"/>
                <a:gd name="T3" fmla="*/ 53 h 61"/>
                <a:gd name="T4" fmla="*/ 69 w 28"/>
                <a:gd name="T5" fmla="*/ 127 h 61"/>
                <a:gd name="T6" fmla="*/ 58 w 28"/>
                <a:gd name="T7" fmla="*/ 202 h 61"/>
                <a:gd name="T8" fmla="*/ 34 w 28"/>
                <a:gd name="T9" fmla="*/ 178 h 61"/>
                <a:gd name="T10" fmla="*/ 12 w 28"/>
                <a:gd name="T11" fmla="*/ 127 h 61"/>
                <a:gd name="T12" fmla="*/ 8 w 28"/>
                <a:gd name="T13" fmla="*/ 62 h 61"/>
                <a:gd name="T14" fmla="*/ 8 w 28"/>
                <a:gd name="T15" fmla="*/ 0 h 6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8" h="61">
                  <a:moveTo>
                    <a:pt x="2" y="0"/>
                  </a:moveTo>
                  <a:cubicBezTo>
                    <a:pt x="2" y="0"/>
                    <a:pt x="1" y="8"/>
                    <a:pt x="18" y="15"/>
                  </a:cubicBezTo>
                  <a:cubicBezTo>
                    <a:pt x="28" y="19"/>
                    <a:pt x="20" y="35"/>
                    <a:pt x="19" y="37"/>
                  </a:cubicBezTo>
                  <a:cubicBezTo>
                    <a:pt x="18" y="39"/>
                    <a:pt x="16" y="59"/>
                    <a:pt x="16" y="59"/>
                  </a:cubicBezTo>
                  <a:cubicBezTo>
                    <a:pt x="16" y="59"/>
                    <a:pt x="13" y="61"/>
                    <a:pt x="9" y="52"/>
                  </a:cubicBezTo>
                  <a:cubicBezTo>
                    <a:pt x="5" y="42"/>
                    <a:pt x="0" y="51"/>
                    <a:pt x="3" y="37"/>
                  </a:cubicBezTo>
                  <a:cubicBezTo>
                    <a:pt x="6" y="23"/>
                    <a:pt x="2" y="23"/>
                    <a:pt x="2" y="18"/>
                  </a:cubicBezTo>
                  <a:lnTo>
                    <a:pt x="2" y="0"/>
                  </a:lnTo>
                  <a:close/>
                </a:path>
              </a:pathLst>
            </a:custGeom>
            <a:solidFill>
              <a:srgbClr val="EFCA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777" name="Freeform 5">
              <a:extLst>
                <a:ext uri="{FF2B5EF4-FFF2-40B4-BE49-F238E27FC236}">
                  <a16:creationId xmlns:a16="http://schemas.microsoft.com/office/drawing/2014/main" id="{CDDAE943-1758-43CB-A778-32B28561BCF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5" y="2427"/>
              <a:ext cx="57" cy="183"/>
            </a:xfrm>
            <a:custGeom>
              <a:avLst/>
              <a:gdLst>
                <a:gd name="T0" fmla="*/ 54 w 37"/>
                <a:gd name="T1" fmla="*/ 0 h 120"/>
                <a:gd name="T2" fmla="*/ 131 w 37"/>
                <a:gd name="T3" fmla="*/ 79 h 120"/>
                <a:gd name="T4" fmla="*/ 123 w 37"/>
                <a:gd name="T5" fmla="*/ 130 h 120"/>
                <a:gd name="T6" fmla="*/ 106 w 37"/>
                <a:gd name="T7" fmla="*/ 204 h 120"/>
                <a:gd name="T8" fmla="*/ 106 w 37"/>
                <a:gd name="T9" fmla="*/ 238 h 120"/>
                <a:gd name="T10" fmla="*/ 96 w 37"/>
                <a:gd name="T11" fmla="*/ 258 h 120"/>
                <a:gd name="T12" fmla="*/ 69 w 37"/>
                <a:gd name="T13" fmla="*/ 332 h 120"/>
                <a:gd name="T14" fmla="*/ 26 w 37"/>
                <a:gd name="T15" fmla="*/ 372 h 120"/>
                <a:gd name="T16" fmla="*/ 0 w 37"/>
                <a:gd name="T17" fmla="*/ 425 h 12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7" h="120">
                  <a:moveTo>
                    <a:pt x="15" y="0"/>
                  </a:moveTo>
                  <a:cubicBezTo>
                    <a:pt x="15" y="12"/>
                    <a:pt x="34" y="11"/>
                    <a:pt x="36" y="22"/>
                  </a:cubicBezTo>
                  <a:cubicBezTo>
                    <a:pt x="37" y="26"/>
                    <a:pt x="35" y="33"/>
                    <a:pt x="34" y="37"/>
                  </a:cubicBezTo>
                  <a:cubicBezTo>
                    <a:pt x="31" y="44"/>
                    <a:pt x="30" y="50"/>
                    <a:pt x="29" y="58"/>
                  </a:cubicBezTo>
                  <a:cubicBezTo>
                    <a:pt x="29" y="61"/>
                    <a:pt x="30" y="64"/>
                    <a:pt x="29" y="67"/>
                  </a:cubicBezTo>
                  <a:cubicBezTo>
                    <a:pt x="29" y="70"/>
                    <a:pt x="28" y="70"/>
                    <a:pt x="26" y="73"/>
                  </a:cubicBezTo>
                  <a:cubicBezTo>
                    <a:pt x="22" y="79"/>
                    <a:pt x="21" y="87"/>
                    <a:pt x="19" y="94"/>
                  </a:cubicBezTo>
                  <a:cubicBezTo>
                    <a:pt x="16" y="101"/>
                    <a:pt x="12" y="100"/>
                    <a:pt x="7" y="105"/>
                  </a:cubicBezTo>
                  <a:cubicBezTo>
                    <a:pt x="4" y="108"/>
                    <a:pt x="0" y="115"/>
                    <a:pt x="0" y="12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778" name="Freeform 6">
              <a:extLst>
                <a:ext uri="{FF2B5EF4-FFF2-40B4-BE49-F238E27FC236}">
                  <a16:creationId xmlns:a16="http://schemas.microsoft.com/office/drawing/2014/main" id="{4A8D559C-82CA-4409-BAD7-C1AB96A606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8" y="2421"/>
              <a:ext cx="18" cy="6"/>
            </a:xfrm>
            <a:custGeom>
              <a:avLst/>
              <a:gdLst>
                <a:gd name="T0" fmla="*/ 0 w 12"/>
                <a:gd name="T1" fmla="*/ 14 h 4"/>
                <a:gd name="T2" fmla="*/ 41 w 12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4">
                  <a:moveTo>
                    <a:pt x="0" y="4"/>
                  </a:moveTo>
                  <a:cubicBezTo>
                    <a:pt x="3" y="1"/>
                    <a:pt x="7" y="0"/>
                    <a:pt x="12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779" name="Freeform 7">
              <a:extLst>
                <a:ext uri="{FF2B5EF4-FFF2-40B4-BE49-F238E27FC236}">
                  <a16:creationId xmlns:a16="http://schemas.microsoft.com/office/drawing/2014/main" id="{E2C0A752-CA95-4833-B566-7578B600FA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1" y="2500"/>
              <a:ext cx="18" cy="20"/>
            </a:xfrm>
            <a:custGeom>
              <a:avLst/>
              <a:gdLst>
                <a:gd name="T0" fmla="*/ 0 w 12"/>
                <a:gd name="T1" fmla="*/ 0 h 13"/>
                <a:gd name="T2" fmla="*/ 41 w 12"/>
                <a:gd name="T3" fmla="*/ 48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3">
                  <a:moveTo>
                    <a:pt x="0" y="0"/>
                  </a:moveTo>
                  <a:cubicBezTo>
                    <a:pt x="7" y="2"/>
                    <a:pt x="6" y="12"/>
                    <a:pt x="12" y="13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780" name="Freeform 8">
              <a:extLst>
                <a:ext uri="{FF2B5EF4-FFF2-40B4-BE49-F238E27FC236}">
                  <a16:creationId xmlns:a16="http://schemas.microsoft.com/office/drawing/2014/main" id="{32079AD3-3DE1-4EBA-96AC-4B2C9E0A87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6" y="2560"/>
              <a:ext cx="60" cy="28"/>
            </a:xfrm>
            <a:custGeom>
              <a:avLst/>
              <a:gdLst>
                <a:gd name="T0" fmla="*/ 142 w 39"/>
                <a:gd name="T1" fmla="*/ 0 h 19"/>
                <a:gd name="T2" fmla="*/ 74 w 39"/>
                <a:gd name="T3" fmla="*/ 46 h 19"/>
                <a:gd name="T4" fmla="*/ 0 w 39"/>
                <a:gd name="T5" fmla="*/ 60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19">
                  <a:moveTo>
                    <a:pt x="39" y="0"/>
                  </a:moveTo>
                  <a:cubicBezTo>
                    <a:pt x="31" y="2"/>
                    <a:pt x="28" y="12"/>
                    <a:pt x="20" y="14"/>
                  </a:cubicBezTo>
                  <a:cubicBezTo>
                    <a:pt x="13" y="16"/>
                    <a:pt x="5" y="14"/>
                    <a:pt x="0" y="19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781" name="Freeform 9">
              <a:extLst>
                <a:ext uri="{FF2B5EF4-FFF2-40B4-BE49-F238E27FC236}">
                  <a16:creationId xmlns:a16="http://schemas.microsoft.com/office/drawing/2014/main" id="{BB264C1B-CFAA-4C25-A2F9-4AB37094C8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0" y="2517"/>
              <a:ext cx="75" cy="47"/>
            </a:xfrm>
            <a:custGeom>
              <a:avLst/>
              <a:gdLst>
                <a:gd name="T0" fmla="*/ 0 w 49"/>
                <a:gd name="T1" fmla="*/ 108 h 31"/>
                <a:gd name="T2" fmla="*/ 54 w 49"/>
                <a:gd name="T3" fmla="*/ 102 h 31"/>
                <a:gd name="T4" fmla="*/ 110 w 49"/>
                <a:gd name="T5" fmla="*/ 76 h 31"/>
                <a:gd name="T6" fmla="*/ 155 w 49"/>
                <a:gd name="T7" fmla="*/ 49 h 31"/>
                <a:gd name="T8" fmla="*/ 176 w 49"/>
                <a:gd name="T9" fmla="*/ 0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31">
                  <a:moveTo>
                    <a:pt x="0" y="31"/>
                  </a:moveTo>
                  <a:cubicBezTo>
                    <a:pt x="5" y="29"/>
                    <a:pt x="9" y="29"/>
                    <a:pt x="15" y="29"/>
                  </a:cubicBezTo>
                  <a:cubicBezTo>
                    <a:pt x="21" y="29"/>
                    <a:pt x="24" y="23"/>
                    <a:pt x="31" y="22"/>
                  </a:cubicBezTo>
                  <a:cubicBezTo>
                    <a:pt x="37" y="21"/>
                    <a:pt x="40" y="21"/>
                    <a:pt x="43" y="14"/>
                  </a:cubicBezTo>
                  <a:cubicBezTo>
                    <a:pt x="45" y="9"/>
                    <a:pt x="45" y="4"/>
                    <a:pt x="49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782" name="Freeform 10">
              <a:extLst>
                <a:ext uri="{FF2B5EF4-FFF2-40B4-BE49-F238E27FC236}">
                  <a16:creationId xmlns:a16="http://schemas.microsoft.com/office/drawing/2014/main" id="{B74F6474-D490-4B6A-ABA8-923BA7FFE1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6" y="2453"/>
              <a:ext cx="26" cy="26"/>
            </a:xfrm>
            <a:custGeom>
              <a:avLst/>
              <a:gdLst>
                <a:gd name="T0" fmla="*/ 61 w 17"/>
                <a:gd name="T1" fmla="*/ 26 h 17"/>
                <a:gd name="T2" fmla="*/ 43 w 17"/>
                <a:gd name="T3" fmla="*/ 61 h 17"/>
                <a:gd name="T4" fmla="*/ 0 w 17"/>
                <a:gd name="T5" fmla="*/ 32 h 17"/>
                <a:gd name="T6" fmla="*/ 21 w 17"/>
                <a:gd name="T7" fmla="*/ 0 h 17"/>
                <a:gd name="T8" fmla="*/ 61 w 17"/>
                <a:gd name="T9" fmla="*/ 26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7">
                  <a:moveTo>
                    <a:pt x="17" y="7"/>
                  </a:moveTo>
                  <a:cubicBezTo>
                    <a:pt x="12" y="17"/>
                    <a:pt x="12" y="17"/>
                    <a:pt x="12" y="17"/>
                  </a:cubicBezTo>
                  <a:cubicBezTo>
                    <a:pt x="12" y="17"/>
                    <a:pt x="4" y="10"/>
                    <a:pt x="0" y="9"/>
                  </a:cubicBezTo>
                  <a:cubicBezTo>
                    <a:pt x="0" y="9"/>
                    <a:pt x="3" y="2"/>
                    <a:pt x="6" y="0"/>
                  </a:cubicBezTo>
                  <a:cubicBezTo>
                    <a:pt x="6" y="0"/>
                    <a:pt x="14" y="0"/>
                    <a:pt x="17" y="7"/>
                  </a:cubicBezTo>
                  <a:close/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783" name="Freeform 11">
              <a:extLst>
                <a:ext uri="{FF2B5EF4-FFF2-40B4-BE49-F238E27FC236}">
                  <a16:creationId xmlns:a16="http://schemas.microsoft.com/office/drawing/2014/main" id="{65D60C32-4F8B-401D-948A-34D90FF7D2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1" y="2608"/>
              <a:ext cx="26" cy="17"/>
            </a:xfrm>
            <a:custGeom>
              <a:avLst/>
              <a:gdLst>
                <a:gd name="T0" fmla="*/ 61 w 17"/>
                <a:gd name="T1" fmla="*/ 12 h 11"/>
                <a:gd name="T2" fmla="*/ 14 w 17"/>
                <a:gd name="T3" fmla="*/ 22 h 11"/>
                <a:gd name="T4" fmla="*/ 14 w 17"/>
                <a:gd name="T5" fmla="*/ 4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1">
                  <a:moveTo>
                    <a:pt x="17" y="3"/>
                  </a:moveTo>
                  <a:cubicBezTo>
                    <a:pt x="17" y="3"/>
                    <a:pt x="13" y="0"/>
                    <a:pt x="4" y="6"/>
                  </a:cubicBezTo>
                  <a:cubicBezTo>
                    <a:pt x="0" y="9"/>
                    <a:pt x="0" y="11"/>
                    <a:pt x="4" y="11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784" name="Freeform 12">
              <a:extLst>
                <a:ext uri="{FF2B5EF4-FFF2-40B4-BE49-F238E27FC236}">
                  <a16:creationId xmlns:a16="http://schemas.microsoft.com/office/drawing/2014/main" id="{A86B6171-C880-46D3-8B6D-F4097FEE80F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2" y="2505"/>
              <a:ext cx="64" cy="56"/>
            </a:xfrm>
            <a:custGeom>
              <a:avLst/>
              <a:gdLst>
                <a:gd name="T0" fmla="*/ 137 w 42"/>
                <a:gd name="T1" fmla="*/ 0 h 37"/>
                <a:gd name="T2" fmla="*/ 123 w 42"/>
                <a:gd name="T3" fmla="*/ 35 h 37"/>
                <a:gd name="T4" fmla="*/ 116 w 42"/>
                <a:gd name="T5" fmla="*/ 54 h 37"/>
                <a:gd name="T6" fmla="*/ 101 w 42"/>
                <a:gd name="T7" fmla="*/ 62 h 37"/>
                <a:gd name="T8" fmla="*/ 81 w 42"/>
                <a:gd name="T9" fmla="*/ 73 h 37"/>
                <a:gd name="T10" fmla="*/ 75 w 42"/>
                <a:gd name="T11" fmla="*/ 80 h 37"/>
                <a:gd name="T12" fmla="*/ 56 w 42"/>
                <a:gd name="T13" fmla="*/ 82 h 37"/>
                <a:gd name="T14" fmla="*/ 27 w 42"/>
                <a:gd name="T15" fmla="*/ 94 h 37"/>
                <a:gd name="T16" fmla="*/ 5 w 42"/>
                <a:gd name="T17" fmla="*/ 124 h 37"/>
                <a:gd name="T18" fmla="*/ 32 w 42"/>
                <a:gd name="T19" fmla="*/ 121 h 37"/>
                <a:gd name="T20" fmla="*/ 49 w 42"/>
                <a:gd name="T21" fmla="*/ 121 h 37"/>
                <a:gd name="T22" fmla="*/ 62 w 42"/>
                <a:gd name="T23" fmla="*/ 117 h 37"/>
                <a:gd name="T24" fmla="*/ 93 w 42"/>
                <a:gd name="T25" fmla="*/ 101 h 37"/>
                <a:gd name="T26" fmla="*/ 123 w 42"/>
                <a:gd name="T27" fmla="*/ 88 h 37"/>
                <a:gd name="T28" fmla="*/ 134 w 42"/>
                <a:gd name="T29" fmla="*/ 76 h 37"/>
                <a:gd name="T30" fmla="*/ 137 w 42"/>
                <a:gd name="T31" fmla="*/ 54 h 37"/>
                <a:gd name="T32" fmla="*/ 149 w 42"/>
                <a:gd name="T33" fmla="*/ 26 h 37"/>
                <a:gd name="T34" fmla="*/ 142 w 42"/>
                <a:gd name="T35" fmla="*/ 0 h 37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42" h="37">
                  <a:moveTo>
                    <a:pt x="39" y="0"/>
                  </a:moveTo>
                  <a:cubicBezTo>
                    <a:pt x="37" y="3"/>
                    <a:pt x="36" y="7"/>
                    <a:pt x="35" y="10"/>
                  </a:cubicBezTo>
                  <a:cubicBezTo>
                    <a:pt x="34" y="12"/>
                    <a:pt x="34" y="15"/>
                    <a:pt x="33" y="16"/>
                  </a:cubicBezTo>
                  <a:cubicBezTo>
                    <a:pt x="32" y="17"/>
                    <a:pt x="30" y="18"/>
                    <a:pt x="28" y="18"/>
                  </a:cubicBezTo>
                  <a:cubicBezTo>
                    <a:pt x="26" y="19"/>
                    <a:pt x="25" y="20"/>
                    <a:pt x="23" y="21"/>
                  </a:cubicBezTo>
                  <a:cubicBezTo>
                    <a:pt x="22" y="22"/>
                    <a:pt x="21" y="23"/>
                    <a:pt x="21" y="23"/>
                  </a:cubicBezTo>
                  <a:cubicBezTo>
                    <a:pt x="19" y="24"/>
                    <a:pt x="18" y="24"/>
                    <a:pt x="16" y="24"/>
                  </a:cubicBezTo>
                  <a:cubicBezTo>
                    <a:pt x="14" y="25"/>
                    <a:pt x="11" y="26"/>
                    <a:pt x="8" y="27"/>
                  </a:cubicBezTo>
                  <a:cubicBezTo>
                    <a:pt x="5" y="29"/>
                    <a:pt x="0" y="31"/>
                    <a:pt x="1" y="36"/>
                  </a:cubicBezTo>
                  <a:cubicBezTo>
                    <a:pt x="3" y="37"/>
                    <a:pt x="7" y="36"/>
                    <a:pt x="9" y="35"/>
                  </a:cubicBezTo>
                  <a:cubicBezTo>
                    <a:pt x="11" y="34"/>
                    <a:pt x="12" y="35"/>
                    <a:pt x="14" y="35"/>
                  </a:cubicBezTo>
                  <a:cubicBezTo>
                    <a:pt x="15" y="34"/>
                    <a:pt x="17" y="34"/>
                    <a:pt x="18" y="34"/>
                  </a:cubicBezTo>
                  <a:cubicBezTo>
                    <a:pt x="21" y="33"/>
                    <a:pt x="23" y="30"/>
                    <a:pt x="26" y="29"/>
                  </a:cubicBezTo>
                  <a:cubicBezTo>
                    <a:pt x="29" y="27"/>
                    <a:pt x="32" y="26"/>
                    <a:pt x="35" y="25"/>
                  </a:cubicBezTo>
                  <a:cubicBezTo>
                    <a:pt x="36" y="24"/>
                    <a:pt x="38" y="23"/>
                    <a:pt x="38" y="22"/>
                  </a:cubicBezTo>
                  <a:cubicBezTo>
                    <a:pt x="39" y="20"/>
                    <a:pt x="39" y="18"/>
                    <a:pt x="39" y="16"/>
                  </a:cubicBezTo>
                  <a:cubicBezTo>
                    <a:pt x="40" y="13"/>
                    <a:pt x="41" y="10"/>
                    <a:pt x="42" y="7"/>
                  </a:cubicBezTo>
                  <a:cubicBezTo>
                    <a:pt x="42" y="4"/>
                    <a:pt x="42" y="1"/>
                    <a:pt x="40" y="0"/>
                  </a:cubicBezTo>
                </a:path>
              </a:pathLst>
            </a:custGeom>
            <a:solidFill>
              <a:srgbClr val="EFCA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785" name="Freeform 13">
              <a:extLst>
                <a:ext uri="{FF2B5EF4-FFF2-40B4-BE49-F238E27FC236}">
                  <a16:creationId xmlns:a16="http://schemas.microsoft.com/office/drawing/2014/main" id="{1AEB65DE-EF3C-407D-AC7F-9F65274C98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0" y="2518"/>
              <a:ext cx="79" cy="66"/>
            </a:xfrm>
            <a:custGeom>
              <a:avLst/>
              <a:gdLst>
                <a:gd name="T0" fmla="*/ 182 w 52"/>
                <a:gd name="T1" fmla="*/ 12 h 43"/>
                <a:gd name="T2" fmla="*/ 164 w 52"/>
                <a:gd name="T3" fmla="*/ 12 h 43"/>
                <a:gd name="T4" fmla="*/ 150 w 52"/>
                <a:gd name="T5" fmla="*/ 54 h 43"/>
                <a:gd name="T6" fmla="*/ 120 w 52"/>
                <a:gd name="T7" fmla="*/ 80 h 43"/>
                <a:gd name="T8" fmla="*/ 88 w 52"/>
                <a:gd name="T9" fmla="*/ 94 h 43"/>
                <a:gd name="T10" fmla="*/ 74 w 52"/>
                <a:gd name="T11" fmla="*/ 106 h 43"/>
                <a:gd name="T12" fmla="*/ 61 w 52"/>
                <a:gd name="T13" fmla="*/ 106 h 43"/>
                <a:gd name="T14" fmla="*/ 21 w 52"/>
                <a:gd name="T15" fmla="*/ 109 h 43"/>
                <a:gd name="T16" fmla="*/ 0 w 52"/>
                <a:gd name="T17" fmla="*/ 123 h 43"/>
                <a:gd name="T18" fmla="*/ 14 w 52"/>
                <a:gd name="T19" fmla="*/ 149 h 43"/>
                <a:gd name="T20" fmla="*/ 46 w 52"/>
                <a:gd name="T21" fmla="*/ 144 h 43"/>
                <a:gd name="T22" fmla="*/ 74 w 52"/>
                <a:gd name="T23" fmla="*/ 137 h 43"/>
                <a:gd name="T24" fmla="*/ 106 w 52"/>
                <a:gd name="T25" fmla="*/ 120 h 43"/>
                <a:gd name="T26" fmla="*/ 137 w 52"/>
                <a:gd name="T27" fmla="*/ 94 h 43"/>
                <a:gd name="T28" fmla="*/ 147 w 52"/>
                <a:gd name="T29" fmla="*/ 89 h 43"/>
                <a:gd name="T30" fmla="*/ 155 w 52"/>
                <a:gd name="T31" fmla="*/ 74 h 43"/>
                <a:gd name="T32" fmla="*/ 169 w 52"/>
                <a:gd name="T33" fmla="*/ 43 h 43"/>
                <a:gd name="T34" fmla="*/ 175 w 52"/>
                <a:gd name="T35" fmla="*/ 26 h 43"/>
                <a:gd name="T36" fmla="*/ 178 w 52"/>
                <a:gd name="T37" fmla="*/ 8 h 43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52" h="43">
                  <a:moveTo>
                    <a:pt x="52" y="3"/>
                  </a:moveTo>
                  <a:cubicBezTo>
                    <a:pt x="50" y="1"/>
                    <a:pt x="48" y="0"/>
                    <a:pt x="47" y="3"/>
                  </a:cubicBezTo>
                  <a:cubicBezTo>
                    <a:pt x="47" y="7"/>
                    <a:pt x="45" y="11"/>
                    <a:pt x="43" y="15"/>
                  </a:cubicBezTo>
                  <a:cubicBezTo>
                    <a:pt x="41" y="19"/>
                    <a:pt x="38" y="21"/>
                    <a:pt x="34" y="22"/>
                  </a:cubicBezTo>
                  <a:cubicBezTo>
                    <a:pt x="31" y="24"/>
                    <a:pt x="28" y="24"/>
                    <a:pt x="25" y="26"/>
                  </a:cubicBezTo>
                  <a:cubicBezTo>
                    <a:pt x="24" y="27"/>
                    <a:pt x="23" y="28"/>
                    <a:pt x="21" y="29"/>
                  </a:cubicBezTo>
                  <a:cubicBezTo>
                    <a:pt x="20" y="29"/>
                    <a:pt x="18" y="29"/>
                    <a:pt x="17" y="29"/>
                  </a:cubicBezTo>
                  <a:cubicBezTo>
                    <a:pt x="13" y="30"/>
                    <a:pt x="10" y="30"/>
                    <a:pt x="6" y="30"/>
                  </a:cubicBezTo>
                  <a:cubicBezTo>
                    <a:pt x="4" y="30"/>
                    <a:pt x="0" y="31"/>
                    <a:pt x="0" y="34"/>
                  </a:cubicBezTo>
                  <a:cubicBezTo>
                    <a:pt x="0" y="36"/>
                    <a:pt x="2" y="40"/>
                    <a:pt x="4" y="41"/>
                  </a:cubicBezTo>
                  <a:cubicBezTo>
                    <a:pt x="6" y="43"/>
                    <a:pt x="10" y="41"/>
                    <a:pt x="13" y="40"/>
                  </a:cubicBezTo>
                  <a:cubicBezTo>
                    <a:pt x="15" y="39"/>
                    <a:pt x="18" y="38"/>
                    <a:pt x="21" y="38"/>
                  </a:cubicBezTo>
                  <a:cubicBezTo>
                    <a:pt x="25" y="37"/>
                    <a:pt x="27" y="36"/>
                    <a:pt x="30" y="33"/>
                  </a:cubicBezTo>
                  <a:cubicBezTo>
                    <a:pt x="33" y="30"/>
                    <a:pt x="35" y="28"/>
                    <a:pt x="39" y="26"/>
                  </a:cubicBezTo>
                  <a:cubicBezTo>
                    <a:pt x="40" y="26"/>
                    <a:pt x="41" y="25"/>
                    <a:pt x="42" y="25"/>
                  </a:cubicBezTo>
                  <a:cubicBezTo>
                    <a:pt x="43" y="24"/>
                    <a:pt x="43" y="21"/>
                    <a:pt x="44" y="20"/>
                  </a:cubicBezTo>
                  <a:cubicBezTo>
                    <a:pt x="45" y="17"/>
                    <a:pt x="47" y="14"/>
                    <a:pt x="48" y="12"/>
                  </a:cubicBezTo>
                  <a:cubicBezTo>
                    <a:pt x="49" y="10"/>
                    <a:pt x="50" y="8"/>
                    <a:pt x="50" y="7"/>
                  </a:cubicBezTo>
                  <a:cubicBezTo>
                    <a:pt x="51" y="5"/>
                    <a:pt x="51" y="4"/>
                    <a:pt x="51" y="2"/>
                  </a:cubicBezTo>
                </a:path>
              </a:pathLst>
            </a:custGeom>
            <a:solidFill>
              <a:srgbClr val="EFCA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786" name="Freeform 14">
              <a:extLst>
                <a:ext uri="{FF2B5EF4-FFF2-40B4-BE49-F238E27FC236}">
                  <a16:creationId xmlns:a16="http://schemas.microsoft.com/office/drawing/2014/main" id="{2F888318-FC81-4EE4-8C0C-A9FAD7798E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7" y="2563"/>
              <a:ext cx="49" cy="36"/>
            </a:xfrm>
            <a:custGeom>
              <a:avLst/>
              <a:gdLst>
                <a:gd name="T0" fmla="*/ 115 w 32"/>
                <a:gd name="T1" fmla="*/ 0 h 24"/>
                <a:gd name="T2" fmla="*/ 101 w 32"/>
                <a:gd name="T3" fmla="*/ 32 h 24"/>
                <a:gd name="T4" fmla="*/ 83 w 32"/>
                <a:gd name="T5" fmla="*/ 41 h 24"/>
                <a:gd name="T6" fmla="*/ 67 w 32"/>
                <a:gd name="T7" fmla="*/ 53 h 24"/>
                <a:gd name="T8" fmla="*/ 26 w 32"/>
                <a:gd name="T9" fmla="*/ 81 h 24"/>
                <a:gd name="T10" fmla="*/ 0 w 32"/>
                <a:gd name="T11" fmla="*/ 59 h 24"/>
                <a:gd name="T12" fmla="*/ 18 w 32"/>
                <a:gd name="T13" fmla="*/ 48 h 24"/>
                <a:gd name="T14" fmla="*/ 49 w 32"/>
                <a:gd name="T15" fmla="*/ 45 h 24"/>
                <a:gd name="T16" fmla="*/ 80 w 32"/>
                <a:gd name="T17" fmla="*/ 26 h 24"/>
                <a:gd name="T18" fmla="*/ 101 w 32"/>
                <a:gd name="T19" fmla="*/ 8 h 24"/>
                <a:gd name="T20" fmla="*/ 110 w 32"/>
                <a:gd name="T21" fmla="*/ 0 h 2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2" h="24">
                  <a:moveTo>
                    <a:pt x="32" y="0"/>
                  </a:moveTo>
                  <a:cubicBezTo>
                    <a:pt x="29" y="2"/>
                    <a:pt x="30" y="7"/>
                    <a:pt x="28" y="9"/>
                  </a:cubicBezTo>
                  <a:cubicBezTo>
                    <a:pt x="27" y="11"/>
                    <a:pt x="24" y="11"/>
                    <a:pt x="23" y="12"/>
                  </a:cubicBezTo>
                  <a:cubicBezTo>
                    <a:pt x="21" y="12"/>
                    <a:pt x="20" y="13"/>
                    <a:pt x="19" y="15"/>
                  </a:cubicBezTo>
                  <a:cubicBezTo>
                    <a:pt x="16" y="18"/>
                    <a:pt x="12" y="24"/>
                    <a:pt x="7" y="24"/>
                  </a:cubicBezTo>
                  <a:cubicBezTo>
                    <a:pt x="5" y="23"/>
                    <a:pt x="0" y="20"/>
                    <a:pt x="0" y="17"/>
                  </a:cubicBezTo>
                  <a:cubicBezTo>
                    <a:pt x="1" y="14"/>
                    <a:pt x="4" y="14"/>
                    <a:pt x="5" y="14"/>
                  </a:cubicBezTo>
                  <a:cubicBezTo>
                    <a:pt x="8" y="13"/>
                    <a:pt x="12" y="14"/>
                    <a:pt x="14" y="13"/>
                  </a:cubicBezTo>
                  <a:cubicBezTo>
                    <a:pt x="17" y="11"/>
                    <a:pt x="19" y="10"/>
                    <a:pt x="22" y="7"/>
                  </a:cubicBezTo>
                  <a:cubicBezTo>
                    <a:pt x="24" y="5"/>
                    <a:pt x="26" y="4"/>
                    <a:pt x="28" y="2"/>
                  </a:cubicBezTo>
                  <a:cubicBezTo>
                    <a:pt x="29" y="2"/>
                    <a:pt x="30" y="1"/>
                    <a:pt x="31" y="0"/>
                  </a:cubicBezTo>
                </a:path>
              </a:pathLst>
            </a:custGeom>
            <a:solidFill>
              <a:srgbClr val="EFCA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787" name="Freeform 15">
              <a:extLst>
                <a:ext uri="{FF2B5EF4-FFF2-40B4-BE49-F238E27FC236}">
                  <a16:creationId xmlns:a16="http://schemas.microsoft.com/office/drawing/2014/main" id="{D65658A1-B662-45A8-977B-94D227DB82E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4" y="2444"/>
              <a:ext cx="17" cy="64"/>
            </a:xfrm>
            <a:custGeom>
              <a:avLst/>
              <a:gdLst>
                <a:gd name="T0" fmla="*/ 0 w 11"/>
                <a:gd name="T1" fmla="*/ 0 h 42"/>
                <a:gd name="T2" fmla="*/ 22 w 11"/>
                <a:gd name="T3" fmla="*/ 70 h 42"/>
                <a:gd name="T4" fmla="*/ 12 w 11"/>
                <a:gd name="T5" fmla="*/ 107 h 42"/>
                <a:gd name="T6" fmla="*/ 5 w 11"/>
                <a:gd name="T7" fmla="*/ 149 h 42"/>
                <a:gd name="T8" fmla="*/ 26 w 11"/>
                <a:gd name="T9" fmla="*/ 110 h 42"/>
                <a:gd name="T10" fmla="*/ 36 w 11"/>
                <a:gd name="T11" fmla="*/ 53 h 42"/>
                <a:gd name="T12" fmla="*/ 5 w 11"/>
                <a:gd name="T13" fmla="*/ 5 h 4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" h="42">
                  <a:moveTo>
                    <a:pt x="0" y="0"/>
                  </a:moveTo>
                  <a:cubicBezTo>
                    <a:pt x="5" y="2"/>
                    <a:pt x="7" y="15"/>
                    <a:pt x="6" y="20"/>
                  </a:cubicBezTo>
                  <a:cubicBezTo>
                    <a:pt x="6" y="23"/>
                    <a:pt x="4" y="26"/>
                    <a:pt x="3" y="30"/>
                  </a:cubicBezTo>
                  <a:cubicBezTo>
                    <a:pt x="2" y="34"/>
                    <a:pt x="2" y="38"/>
                    <a:pt x="1" y="42"/>
                  </a:cubicBezTo>
                  <a:cubicBezTo>
                    <a:pt x="4" y="40"/>
                    <a:pt x="5" y="34"/>
                    <a:pt x="7" y="31"/>
                  </a:cubicBezTo>
                  <a:cubicBezTo>
                    <a:pt x="9" y="26"/>
                    <a:pt x="11" y="21"/>
                    <a:pt x="10" y="15"/>
                  </a:cubicBezTo>
                  <a:cubicBezTo>
                    <a:pt x="9" y="10"/>
                    <a:pt x="7" y="1"/>
                    <a:pt x="1" y="1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788" name="Freeform 16">
              <a:extLst>
                <a:ext uri="{FF2B5EF4-FFF2-40B4-BE49-F238E27FC236}">
                  <a16:creationId xmlns:a16="http://schemas.microsoft.com/office/drawing/2014/main" id="{FACD7276-3687-4EA8-8235-41F55140A4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4" y="2454"/>
              <a:ext cx="17" cy="14"/>
            </a:xfrm>
            <a:custGeom>
              <a:avLst/>
              <a:gdLst>
                <a:gd name="T0" fmla="*/ 36 w 11"/>
                <a:gd name="T1" fmla="*/ 22 h 9"/>
                <a:gd name="T2" fmla="*/ 22 w 11"/>
                <a:gd name="T3" fmla="*/ 8 h 9"/>
                <a:gd name="T4" fmla="*/ 8 w 11"/>
                <a:gd name="T5" fmla="*/ 0 h 9"/>
                <a:gd name="T6" fmla="*/ 22 w 11"/>
                <a:gd name="T7" fmla="*/ 19 h 9"/>
                <a:gd name="T8" fmla="*/ 40 w 11"/>
                <a:gd name="T9" fmla="*/ 22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9">
                  <a:moveTo>
                    <a:pt x="10" y="6"/>
                  </a:moveTo>
                  <a:cubicBezTo>
                    <a:pt x="10" y="4"/>
                    <a:pt x="8" y="2"/>
                    <a:pt x="6" y="2"/>
                  </a:cubicBezTo>
                  <a:cubicBezTo>
                    <a:pt x="6" y="1"/>
                    <a:pt x="2" y="0"/>
                    <a:pt x="2" y="0"/>
                  </a:cubicBezTo>
                  <a:cubicBezTo>
                    <a:pt x="0" y="2"/>
                    <a:pt x="5" y="4"/>
                    <a:pt x="6" y="5"/>
                  </a:cubicBezTo>
                  <a:cubicBezTo>
                    <a:pt x="7" y="5"/>
                    <a:pt x="10" y="9"/>
                    <a:pt x="11" y="6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789" name="Freeform 17">
              <a:extLst>
                <a:ext uri="{FF2B5EF4-FFF2-40B4-BE49-F238E27FC236}">
                  <a16:creationId xmlns:a16="http://schemas.microsoft.com/office/drawing/2014/main" id="{5AE65866-B72A-4F80-A701-CB36D0FC5D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6" y="2611"/>
              <a:ext cx="8" cy="6"/>
            </a:xfrm>
            <a:custGeom>
              <a:avLst/>
              <a:gdLst>
                <a:gd name="T0" fmla="*/ 21 w 5"/>
                <a:gd name="T1" fmla="*/ 5 h 4"/>
                <a:gd name="T2" fmla="*/ 13 w 5"/>
                <a:gd name="T3" fmla="*/ 14 h 4"/>
                <a:gd name="T4" fmla="*/ 21 w 5"/>
                <a:gd name="T5" fmla="*/ 5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5" y="1"/>
                  </a:moveTo>
                  <a:cubicBezTo>
                    <a:pt x="4" y="2"/>
                    <a:pt x="3" y="3"/>
                    <a:pt x="3" y="4"/>
                  </a:cubicBezTo>
                  <a:cubicBezTo>
                    <a:pt x="0" y="2"/>
                    <a:pt x="4" y="0"/>
                    <a:pt x="5" y="1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790" name="Freeform 18">
              <a:extLst>
                <a:ext uri="{FF2B5EF4-FFF2-40B4-BE49-F238E27FC236}">
                  <a16:creationId xmlns:a16="http://schemas.microsoft.com/office/drawing/2014/main" id="{FC38C740-1273-419C-8A7C-F6EE0284EB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2" y="3769"/>
              <a:ext cx="26" cy="182"/>
            </a:xfrm>
            <a:custGeom>
              <a:avLst/>
              <a:gdLst>
                <a:gd name="T0" fmla="*/ 32 w 17"/>
                <a:gd name="T1" fmla="*/ 39 h 120"/>
                <a:gd name="T2" fmla="*/ 32 w 17"/>
                <a:gd name="T3" fmla="*/ 135 h 120"/>
                <a:gd name="T4" fmla="*/ 49 w 17"/>
                <a:gd name="T5" fmla="*/ 209 h 120"/>
                <a:gd name="T6" fmla="*/ 26 w 17"/>
                <a:gd name="T7" fmla="*/ 419 h 120"/>
                <a:gd name="T8" fmla="*/ 35 w 17"/>
                <a:gd name="T9" fmla="*/ 299 h 120"/>
                <a:gd name="T10" fmla="*/ 35 w 17"/>
                <a:gd name="T11" fmla="*/ 262 h 120"/>
                <a:gd name="T12" fmla="*/ 12 w 17"/>
                <a:gd name="T13" fmla="*/ 241 h 120"/>
                <a:gd name="T14" fmla="*/ 18 w 17"/>
                <a:gd name="T15" fmla="*/ 155 h 120"/>
                <a:gd name="T16" fmla="*/ 28 w 17"/>
                <a:gd name="T17" fmla="*/ 0 h 12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7" h="120">
                  <a:moveTo>
                    <a:pt x="9" y="11"/>
                  </a:moveTo>
                  <a:cubicBezTo>
                    <a:pt x="11" y="21"/>
                    <a:pt x="8" y="30"/>
                    <a:pt x="9" y="39"/>
                  </a:cubicBezTo>
                  <a:cubicBezTo>
                    <a:pt x="10" y="46"/>
                    <a:pt x="13" y="53"/>
                    <a:pt x="14" y="60"/>
                  </a:cubicBezTo>
                  <a:cubicBezTo>
                    <a:pt x="17" y="84"/>
                    <a:pt x="12" y="99"/>
                    <a:pt x="7" y="120"/>
                  </a:cubicBezTo>
                  <a:cubicBezTo>
                    <a:pt x="6" y="110"/>
                    <a:pt x="9" y="97"/>
                    <a:pt x="10" y="86"/>
                  </a:cubicBezTo>
                  <a:cubicBezTo>
                    <a:pt x="10" y="82"/>
                    <a:pt x="11" y="78"/>
                    <a:pt x="10" y="75"/>
                  </a:cubicBezTo>
                  <a:cubicBezTo>
                    <a:pt x="8" y="69"/>
                    <a:pt x="5" y="72"/>
                    <a:pt x="3" y="69"/>
                  </a:cubicBezTo>
                  <a:cubicBezTo>
                    <a:pt x="0" y="63"/>
                    <a:pt x="4" y="51"/>
                    <a:pt x="5" y="44"/>
                  </a:cubicBezTo>
                  <a:cubicBezTo>
                    <a:pt x="6" y="30"/>
                    <a:pt x="8" y="14"/>
                    <a:pt x="8" y="0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791" name="Freeform 19">
              <a:extLst>
                <a:ext uri="{FF2B5EF4-FFF2-40B4-BE49-F238E27FC236}">
                  <a16:creationId xmlns:a16="http://schemas.microsoft.com/office/drawing/2014/main" id="{7AC9EDCF-8C4D-4DE1-ACA1-945D5E5628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9" y="3936"/>
              <a:ext cx="50" cy="85"/>
            </a:xfrm>
            <a:custGeom>
              <a:avLst/>
              <a:gdLst>
                <a:gd name="T0" fmla="*/ 26 w 33"/>
                <a:gd name="T1" fmla="*/ 196 h 56"/>
                <a:gd name="T2" fmla="*/ 89 w 33"/>
                <a:gd name="T3" fmla="*/ 143 h 56"/>
                <a:gd name="T4" fmla="*/ 108 w 33"/>
                <a:gd name="T5" fmla="*/ 0 h 56"/>
                <a:gd name="T6" fmla="*/ 62 w 33"/>
                <a:gd name="T7" fmla="*/ 102 h 56"/>
                <a:gd name="T8" fmla="*/ 0 w 33"/>
                <a:gd name="T9" fmla="*/ 182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56">
                  <a:moveTo>
                    <a:pt x="7" y="56"/>
                  </a:moveTo>
                  <a:cubicBezTo>
                    <a:pt x="15" y="56"/>
                    <a:pt x="21" y="51"/>
                    <a:pt x="26" y="41"/>
                  </a:cubicBezTo>
                  <a:cubicBezTo>
                    <a:pt x="33" y="28"/>
                    <a:pt x="31" y="16"/>
                    <a:pt x="31" y="0"/>
                  </a:cubicBezTo>
                  <a:cubicBezTo>
                    <a:pt x="27" y="10"/>
                    <a:pt x="30" y="30"/>
                    <a:pt x="18" y="29"/>
                  </a:cubicBezTo>
                  <a:cubicBezTo>
                    <a:pt x="19" y="45"/>
                    <a:pt x="10" y="50"/>
                    <a:pt x="0" y="52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792" name="Freeform 20">
              <a:extLst>
                <a:ext uri="{FF2B5EF4-FFF2-40B4-BE49-F238E27FC236}">
                  <a16:creationId xmlns:a16="http://schemas.microsoft.com/office/drawing/2014/main" id="{C5C6C318-F541-46A3-8F14-7BE7FBE9B6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5" y="3910"/>
              <a:ext cx="43" cy="108"/>
            </a:xfrm>
            <a:custGeom>
              <a:avLst/>
              <a:gdLst>
                <a:gd name="T0" fmla="*/ 0 w 28"/>
                <a:gd name="T1" fmla="*/ 8 h 71"/>
                <a:gd name="T2" fmla="*/ 14 w 28"/>
                <a:gd name="T3" fmla="*/ 108 h 71"/>
                <a:gd name="T4" fmla="*/ 28 w 28"/>
                <a:gd name="T5" fmla="*/ 187 h 71"/>
                <a:gd name="T6" fmla="*/ 58 w 28"/>
                <a:gd name="T7" fmla="*/ 239 h 71"/>
                <a:gd name="T8" fmla="*/ 101 w 28"/>
                <a:gd name="T9" fmla="*/ 230 h 71"/>
                <a:gd name="T10" fmla="*/ 52 w 28"/>
                <a:gd name="T11" fmla="*/ 129 h 71"/>
                <a:gd name="T12" fmla="*/ 28 w 28"/>
                <a:gd name="T13" fmla="*/ 70 h 71"/>
                <a:gd name="T14" fmla="*/ 8 w 28"/>
                <a:gd name="T15" fmla="*/ 0 h 7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8" h="71">
                  <a:moveTo>
                    <a:pt x="0" y="2"/>
                  </a:moveTo>
                  <a:cubicBezTo>
                    <a:pt x="5" y="9"/>
                    <a:pt x="4" y="21"/>
                    <a:pt x="4" y="31"/>
                  </a:cubicBezTo>
                  <a:cubicBezTo>
                    <a:pt x="4" y="42"/>
                    <a:pt x="6" y="43"/>
                    <a:pt x="8" y="53"/>
                  </a:cubicBezTo>
                  <a:cubicBezTo>
                    <a:pt x="10" y="61"/>
                    <a:pt x="9" y="65"/>
                    <a:pt x="16" y="68"/>
                  </a:cubicBezTo>
                  <a:cubicBezTo>
                    <a:pt x="20" y="69"/>
                    <a:pt x="27" y="71"/>
                    <a:pt x="28" y="65"/>
                  </a:cubicBezTo>
                  <a:cubicBezTo>
                    <a:pt x="14" y="67"/>
                    <a:pt x="12" y="54"/>
                    <a:pt x="14" y="37"/>
                  </a:cubicBezTo>
                  <a:cubicBezTo>
                    <a:pt x="10" y="35"/>
                    <a:pt x="10" y="26"/>
                    <a:pt x="8" y="20"/>
                  </a:cubicBezTo>
                  <a:cubicBezTo>
                    <a:pt x="7" y="14"/>
                    <a:pt x="1" y="7"/>
                    <a:pt x="2" y="0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793" name="Freeform 21">
              <a:extLst>
                <a:ext uri="{FF2B5EF4-FFF2-40B4-BE49-F238E27FC236}">
                  <a16:creationId xmlns:a16="http://schemas.microsoft.com/office/drawing/2014/main" id="{B5062B12-E000-45C1-BF32-1B2B4AACBE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8" y="3935"/>
              <a:ext cx="70" cy="83"/>
            </a:xfrm>
            <a:custGeom>
              <a:avLst/>
              <a:gdLst>
                <a:gd name="T0" fmla="*/ 75 w 46"/>
                <a:gd name="T1" fmla="*/ 175 h 55"/>
                <a:gd name="T2" fmla="*/ 107 w 46"/>
                <a:gd name="T3" fmla="*/ 143 h 55"/>
                <a:gd name="T4" fmla="*/ 148 w 46"/>
                <a:gd name="T5" fmla="*/ 113 h 55"/>
                <a:gd name="T6" fmla="*/ 134 w 46"/>
                <a:gd name="T7" fmla="*/ 0 h 55"/>
                <a:gd name="T8" fmla="*/ 102 w 46"/>
                <a:gd name="T9" fmla="*/ 81 h 55"/>
                <a:gd name="T10" fmla="*/ 76 w 46"/>
                <a:gd name="T11" fmla="*/ 81 h 55"/>
                <a:gd name="T12" fmla="*/ 75 w 46"/>
                <a:gd name="T13" fmla="*/ 121 h 55"/>
                <a:gd name="T14" fmla="*/ 26 w 46"/>
                <a:gd name="T15" fmla="*/ 128 h 55"/>
                <a:gd name="T16" fmla="*/ 14 w 46"/>
                <a:gd name="T17" fmla="*/ 164 h 5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6" h="55">
                  <a:moveTo>
                    <a:pt x="21" y="51"/>
                  </a:moveTo>
                  <a:cubicBezTo>
                    <a:pt x="26" y="55"/>
                    <a:pt x="26" y="45"/>
                    <a:pt x="30" y="42"/>
                  </a:cubicBezTo>
                  <a:cubicBezTo>
                    <a:pt x="34" y="39"/>
                    <a:pt x="39" y="42"/>
                    <a:pt x="42" y="33"/>
                  </a:cubicBezTo>
                  <a:cubicBezTo>
                    <a:pt x="46" y="23"/>
                    <a:pt x="42" y="10"/>
                    <a:pt x="38" y="0"/>
                  </a:cubicBezTo>
                  <a:cubicBezTo>
                    <a:pt x="37" y="16"/>
                    <a:pt x="42" y="23"/>
                    <a:pt x="29" y="24"/>
                  </a:cubicBezTo>
                  <a:cubicBezTo>
                    <a:pt x="28" y="24"/>
                    <a:pt x="23" y="23"/>
                    <a:pt x="22" y="24"/>
                  </a:cubicBezTo>
                  <a:cubicBezTo>
                    <a:pt x="19" y="27"/>
                    <a:pt x="22" y="33"/>
                    <a:pt x="21" y="35"/>
                  </a:cubicBezTo>
                  <a:cubicBezTo>
                    <a:pt x="17" y="41"/>
                    <a:pt x="12" y="35"/>
                    <a:pt x="7" y="37"/>
                  </a:cubicBezTo>
                  <a:cubicBezTo>
                    <a:pt x="0" y="39"/>
                    <a:pt x="3" y="50"/>
                    <a:pt x="4" y="48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794" name="Freeform 22">
              <a:extLst>
                <a:ext uri="{FF2B5EF4-FFF2-40B4-BE49-F238E27FC236}">
                  <a16:creationId xmlns:a16="http://schemas.microsoft.com/office/drawing/2014/main" id="{B3753CBB-E772-4C81-9A21-92D9FA1C60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7" y="3980"/>
              <a:ext cx="26" cy="20"/>
            </a:xfrm>
            <a:custGeom>
              <a:avLst/>
              <a:gdLst>
                <a:gd name="T0" fmla="*/ 0 w 17"/>
                <a:gd name="T1" fmla="*/ 34 h 13"/>
                <a:gd name="T2" fmla="*/ 49 w 17"/>
                <a:gd name="T3" fmla="*/ 40 h 13"/>
                <a:gd name="T4" fmla="*/ 57 w 17"/>
                <a:gd name="T5" fmla="*/ 14 h 13"/>
                <a:gd name="T6" fmla="*/ 14 w 17"/>
                <a:gd name="T7" fmla="*/ 5 h 13"/>
                <a:gd name="T8" fmla="*/ 0 w 17"/>
                <a:gd name="T9" fmla="*/ 34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3">
                  <a:moveTo>
                    <a:pt x="0" y="9"/>
                  </a:moveTo>
                  <a:cubicBezTo>
                    <a:pt x="2" y="6"/>
                    <a:pt x="12" y="8"/>
                    <a:pt x="14" y="11"/>
                  </a:cubicBezTo>
                  <a:cubicBezTo>
                    <a:pt x="16" y="13"/>
                    <a:pt x="17" y="6"/>
                    <a:pt x="16" y="4"/>
                  </a:cubicBezTo>
                  <a:cubicBezTo>
                    <a:pt x="13" y="0"/>
                    <a:pt x="7" y="0"/>
                    <a:pt x="4" y="1"/>
                  </a:cubicBezTo>
                  <a:cubicBezTo>
                    <a:pt x="1" y="2"/>
                    <a:pt x="0" y="9"/>
                    <a:pt x="0" y="9"/>
                  </a:cubicBezTo>
                  <a:close/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795" name="Freeform 23">
              <a:extLst>
                <a:ext uri="{FF2B5EF4-FFF2-40B4-BE49-F238E27FC236}">
                  <a16:creationId xmlns:a16="http://schemas.microsoft.com/office/drawing/2014/main" id="{3CBE92F4-0A7C-4104-8AC7-D7F2098D71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6" y="3957"/>
              <a:ext cx="20" cy="60"/>
            </a:xfrm>
            <a:custGeom>
              <a:avLst/>
              <a:gdLst>
                <a:gd name="T0" fmla="*/ 48 w 13"/>
                <a:gd name="T1" fmla="*/ 0 h 39"/>
                <a:gd name="T2" fmla="*/ 12 w 13"/>
                <a:gd name="T3" fmla="*/ 75 h 39"/>
                <a:gd name="T4" fmla="*/ 8 w 13"/>
                <a:gd name="T5" fmla="*/ 142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39">
                  <a:moveTo>
                    <a:pt x="13" y="0"/>
                  </a:moveTo>
                  <a:cubicBezTo>
                    <a:pt x="11" y="8"/>
                    <a:pt x="5" y="12"/>
                    <a:pt x="3" y="21"/>
                  </a:cubicBezTo>
                  <a:cubicBezTo>
                    <a:pt x="1" y="27"/>
                    <a:pt x="0" y="35"/>
                    <a:pt x="2" y="39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796" name="Freeform 24">
              <a:extLst>
                <a:ext uri="{FF2B5EF4-FFF2-40B4-BE49-F238E27FC236}">
                  <a16:creationId xmlns:a16="http://schemas.microsoft.com/office/drawing/2014/main" id="{3D8ED268-3694-42A0-9FC0-D9EC80D721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1" y="3947"/>
              <a:ext cx="25" cy="71"/>
            </a:xfrm>
            <a:custGeom>
              <a:avLst/>
              <a:gdLst>
                <a:gd name="T0" fmla="*/ 61 w 16"/>
                <a:gd name="T1" fmla="*/ 0 h 47"/>
                <a:gd name="T2" fmla="*/ 39 w 16"/>
                <a:gd name="T3" fmla="*/ 41 h 47"/>
                <a:gd name="T4" fmla="*/ 20 w 16"/>
                <a:gd name="T5" fmla="*/ 94 h 47"/>
                <a:gd name="T6" fmla="*/ 20 w 16"/>
                <a:gd name="T7" fmla="*/ 162 h 4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47">
                  <a:moveTo>
                    <a:pt x="16" y="0"/>
                  </a:moveTo>
                  <a:cubicBezTo>
                    <a:pt x="12" y="3"/>
                    <a:pt x="11" y="5"/>
                    <a:pt x="10" y="12"/>
                  </a:cubicBezTo>
                  <a:cubicBezTo>
                    <a:pt x="9" y="19"/>
                    <a:pt x="7" y="23"/>
                    <a:pt x="5" y="27"/>
                  </a:cubicBezTo>
                  <a:cubicBezTo>
                    <a:pt x="3" y="31"/>
                    <a:pt x="0" y="41"/>
                    <a:pt x="5" y="47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797" name="Freeform 25">
              <a:extLst>
                <a:ext uri="{FF2B5EF4-FFF2-40B4-BE49-F238E27FC236}">
                  <a16:creationId xmlns:a16="http://schemas.microsoft.com/office/drawing/2014/main" id="{97D059D7-9BF8-4DB7-9A5D-7F6FFAE5B83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1" y="3941"/>
              <a:ext cx="28" cy="62"/>
            </a:xfrm>
            <a:custGeom>
              <a:avLst/>
              <a:gdLst>
                <a:gd name="T0" fmla="*/ 68 w 18"/>
                <a:gd name="T1" fmla="*/ 0 h 41"/>
                <a:gd name="T2" fmla="*/ 26 w 18"/>
                <a:gd name="T3" fmla="*/ 54 h 41"/>
                <a:gd name="T4" fmla="*/ 8 w 18"/>
                <a:gd name="T5" fmla="*/ 107 h 41"/>
                <a:gd name="T6" fmla="*/ 0 w 18"/>
                <a:gd name="T7" fmla="*/ 142 h 4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41">
                  <a:moveTo>
                    <a:pt x="18" y="0"/>
                  </a:moveTo>
                  <a:cubicBezTo>
                    <a:pt x="14" y="3"/>
                    <a:pt x="8" y="10"/>
                    <a:pt x="7" y="16"/>
                  </a:cubicBezTo>
                  <a:cubicBezTo>
                    <a:pt x="5" y="22"/>
                    <a:pt x="4" y="25"/>
                    <a:pt x="2" y="31"/>
                  </a:cubicBezTo>
                  <a:cubicBezTo>
                    <a:pt x="0" y="35"/>
                    <a:pt x="0" y="38"/>
                    <a:pt x="0" y="41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798" name="Freeform 26">
              <a:extLst>
                <a:ext uri="{FF2B5EF4-FFF2-40B4-BE49-F238E27FC236}">
                  <a16:creationId xmlns:a16="http://schemas.microsoft.com/office/drawing/2014/main" id="{28C77A6B-3D22-4D3D-A216-11315D208A0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5" y="3931"/>
              <a:ext cx="32" cy="57"/>
            </a:xfrm>
            <a:custGeom>
              <a:avLst/>
              <a:gdLst>
                <a:gd name="T0" fmla="*/ 75 w 21"/>
                <a:gd name="T1" fmla="*/ 0 h 37"/>
                <a:gd name="T2" fmla="*/ 40 w 21"/>
                <a:gd name="T3" fmla="*/ 43 h 37"/>
                <a:gd name="T4" fmla="*/ 5 w 21"/>
                <a:gd name="T5" fmla="*/ 109 h 37"/>
                <a:gd name="T6" fmla="*/ 0 w 21"/>
                <a:gd name="T7" fmla="*/ 136 h 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37">
                  <a:moveTo>
                    <a:pt x="21" y="0"/>
                  </a:moveTo>
                  <a:cubicBezTo>
                    <a:pt x="17" y="3"/>
                    <a:pt x="13" y="7"/>
                    <a:pt x="11" y="12"/>
                  </a:cubicBezTo>
                  <a:cubicBezTo>
                    <a:pt x="8" y="17"/>
                    <a:pt x="3" y="20"/>
                    <a:pt x="1" y="30"/>
                  </a:cubicBezTo>
                  <a:cubicBezTo>
                    <a:pt x="1" y="33"/>
                    <a:pt x="0" y="35"/>
                    <a:pt x="0" y="37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799" name="Freeform 27">
              <a:extLst>
                <a:ext uri="{FF2B5EF4-FFF2-40B4-BE49-F238E27FC236}">
                  <a16:creationId xmlns:a16="http://schemas.microsoft.com/office/drawing/2014/main" id="{0C77C9FF-DE56-4CE0-BF94-18A0F30282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3" y="3995"/>
              <a:ext cx="17" cy="16"/>
            </a:xfrm>
            <a:custGeom>
              <a:avLst/>
              <a:gdLst>
                <a:gd name="T0" fmla="*/ 5 w 11"/>
                <a:gd name="T1" fmla="*/ 35 h 10"/>
                <a:gd name="T2" fmla="*/ 36 w 11"/>
                <a:gd name="T3" fmla="*/ 35 h 10"/>
                <a:gd name="T4" fmla="*/ 22 w 11"/>
                <a:gd name="T5" fmla="*/ 0 h 10"/>
                <a:gd name="T6" fmla="*/ 5 w 11"/>
                <a:gd name="T7" fmla="*/ 35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0">
                  <a:moveTo>
                    <a:pt x="1" y="9"/>
                  </a:moveTo>
                  <a:cubicBezTo>
                    <a:pt x="4" y="10"/>
                    <a:pt x="9" y="10"/>
                    <a:pt x="10" y="9"/>
                  </a:cubicBezTo>
                  <a:cubicBezTo>
                    <a:pt x="11" y="8"/>
                    <a:pt x="11" y="1"/>
                    <a:pt x="6" y="0"/>
                  </a:cubicBezTo>
                  <a:cubicBezTo>
                    <a:pt x="1" y="0"/>
                    <a:pt x="0" y="8"/>
                    <a:pt x="1" y="9"/>
                  </a:cubicBezTo>
                  <a:close/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800" name="Freeform 28">
              <a:extLst>
                <a:ext uri="{FF2B5EF4-FFF2-40B4-BE49-F238E27FC236}">
                  <a16:creationId xmlns:a16="http://schemas.microsoft.com/office/drawing/2014/main" id="{75E6EBE1-97B1-4B4B-A07C-82FB9E8E5A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4" y="3988"/>
              <a:ext cx="17" cy="14"/>
            </a:xfrm>
            <a:custGeom>
              <a:avLst/>
              <a:gdLst>
                <a:gd name="T0" fmla="*/ 0 w 11"/>
                <a:gd name="T1" fmla="*/ 26 h 9"/>
                <a:gd name="T2" fmla="*/ 36 w 11"/>
                <a:gd name="T3" fmla="*/ 30 h 9"/>
                <a:gd name="T4" fmla="*/ 14 w 11"/>
                <a:gd name="T5" fmla="*/ 0 h 9"/>
                <a:gd name="T6" fmla="*/ 0 w 11"/>
                <a:gd name="T7" fmla="*/ 26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9">
                  <a:moveTo>
                    <a:pt x="0" y="7"/>
                  </a:moveTo>
                  <a:cubicBezTo>
                    <a:pt x="4" y="8"/>
                    <a:pt x="8" y="9"/>
                    <a:pt x="10" y="8"/>
                  </a:cubicBezTo>
                  <a:cubicBezTo>
                    <a:pt x="11" y="7"/>
                    <a:pt x="9" y="0"/>
                    <a:pt x="4" y="0"/>
                  </a:cubicBezTo>
                  <a:cubicBezTo>
                    <a:pt x="1" y="0"/>
                    <a:pt x="0" y="6"/>
                    <a:pt x="0" y="7"/>
                  </a:cubicBezTo>
                  <a:close/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801" name="Freeform 29">
              <a:extLst>
                <a:ext uri="{FF2B5EF4-FFF2-40B4-BE49-F238E27FC236}">
                  <a16:creationId xmlns:a16="http://schemas.microsoft.com/office/drawing/2014/main" id="{27071A03-6710-4CE7-AD83-05581E1382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6" y="3982"/>
              <a:ext cx="17" cy="12"/>
            </a:xfrm>
            <a:custGeom>
              <a:avLst/>
              <a:gdLst>
                <a:gd name="T0" fmla="*/ 5 w 11"/>
                <a:gd name="T1" fmla="*/ 21 h 8"/>
                <a:gd name="T2" fmla="*/ 36 w 11"/>
                <a:gd name="T3" fmla="*/ 26 h 8"/>
                <a:gd name="T4" fmla="*/ 19 w 11"/>
                <a:gd name="T5" fmla="*/ 0 h 8"/>
                <a:gd name="T6" fmla="*/ 5 w 11"/>
                <a:gd name="T7" fmla="*/ 21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8">
                  <a:moveTo>
                    <a:pt x="1" y="6"/>
                  </a:moveTo>
                  <a:cubicBezTo>
                    <a:pt x="4" y="6"/>
                    <a:pt x="9" y="8"/>
                    <a:pt x="10" y="7"/>
                  </a:cubicBezTo>
                  <a:cubicBezTo>
                    <a:pt x="11" y="6"/>
                    <a:pt x="10" y="0"/>
                    <a:pt x="5" y="0"/>
                  </a:cubicBezTo>
                  <a:cubicBezTo>
                    <a:pt x="2" y="0"/>
                    <a:pt x="0" y="5"/>
                    <a:pt x="1" y="6"/>
                  </a:cubicBezTo>
                  <a:close/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802" name="Freeform 30">
              <a:extLst>
                <a:ext uri="{FF2B5EF4-FFF2-40B4-BE49-F238E27FC236}">
                  <a16:creationId xmlns:a16="http://schemas.microsoft.com/office/drawing/2014/main" id="{AA861450-5B0F-4B76-9C4F-134B20E695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0" y="3989"/>
              <a:ext cx="6" cy="22"/>
            </a:xfrm>
            <a:custGeom>
              <a:avLst/>
              <a:gdLst>
                <a:gd name="T0" fmla="*/ 5 w 4"/>
                <a:gd name="T1" fmla="*/ 0 h 14"/>
                <a:gd name="T2" fmla="*/ 0 w 4"/>
                <a:gd name="T3" fmla="*/ 55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4">
                  <a:moveTo>
                    <a:pt x="1" y="0"/>
                  </a:moveTo>
                  <a:cubicBezTo>
                    <a:pt x="2" y="5"/>
                    <a:pt x="4" y="7"/>
                    <a:pt x="0" y="14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803" name="Freeform 31">
              <a:extLst>
                <a:ext uri="{FF2B5EF4-FFF2-40B4-BE49-F238E27FC236}">
                  <a16:creationId xmlns:a16="http://schemas.microsoft.com/office/drawing/2014/main" id="{1F22098F-9120-40AC-9BE6-0E2399B7D7F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2" y="3810"/>
              <a:ext cx="3" cy="22"/>
            </a:xfrm>
            <a:custGeom>
              <a:avLst/>
              <a:gdLst>
                <a:gd name="T0" fmla="*/ 8 w 2"/>
                <a:gd name="T1" fmla="*/ 0 h 15"/>
                <a:gd name="T2" fmla="*/ 0 w 2"/>
                <a:gd name="T3" fmla="*/ 47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5">
                  <a:moveTo>
                    <a:pt x="2" y="0"/>
                  </a:moveTo>
                  <a:cubicBezTo>
                    <a:pt x="2" y="4"/>
                    <a:pt x="0" y="15"/>
                    <a:pt x="0" y="15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804" name="Freeform 32">
              <a:extLst>
                <a:ext uri="{FF2B5EF4-FFF2-40B4-BE49-F238E27FC236}">
                  <a16:creationId xmlns:a16="http://schemas.microsoft.com/office/drawing/2014/main" id="{9BE9A665-D9F3-4C2B-B247-F610839E48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0" y="3980"/>
              <a:ext cx="26" cy="20"/>
            </a:xfrm>
            <a:custGeom>
              <a:avLst/>
              <a:gdLst>
                <a:gd name="T0" fmla="*/ 61 w 17"/>
                <a:gd name="T1" fmla="*/ 34 h 13"/>
                <a:gd name="T2" fmla="*/ 12 w 17"/>
                <a:gd name="T3" fmla="*/ 40 h 13"/>
                <a:gd name="T4" fmla="*/ 5 w 17"/>
                <a:gd name="T5" fmla="*/ 14 h 13"/>
                <a:gd name="T6" fmla="*/ 47 w 17"/>
                <a:gd name="T7" fmla="*/ 5 h 13"/>
                <a:gd name="T8" fmla="*/ 61 w 17"/>
                <a:gd name="T9" fmla="*/ 34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3">
                  <a:moveTo>
                    <a:pt x="17" y="9"/>
                  </a:moveTo>
                  <a:cubicBezTo>
                    <a:pt x="14" y="6"/>
                    <a:pt x="4" y="8"/>
                    <a:pt x="3" y="11"/>
                  </a:cubicBezTo>
                  <a:cubicBezTo>
                    <a:pt x="1" y="13"/>
                    <a:pt x="0" y="6"/>
                    <a:pt x="1" y="4"/>
                  </a:cubicBezTo>
                  <a:cubicBezTo>
                    <a:pt x="4" y="0"/>
                    <a:pt x="10" y="0"/>
                    <a:pt x="13" y="1"/>
                  </a:cubicBezTo>
                  <a:cubicBezTo>
                    <a:pt x="16" y="2"/>
                    <a:pt x="17" y="9"/>
                    <a:pt x="17" y="9"/>
                  </a:cubicBezTo>
                  <a:close/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805" name="Freeform 33">
              <a:extLst>
                <a:ext uri="{FF2B5EF4-FFF2-40B4-BE49-F238E27FC236}">
                  <a16:creationId xmlns:a16="http://schemas.microsoft.com/office/drawing/2014/main" id="{5B8BB472-6492-43C7-A816-0E69AB86D6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7" y="3957"/>
              <a:ext cx="20" cy="60"/>
            </a:xfrm>
            <a:custGeom>
              <a:avLst/>
              <a:gdLst>
                <a:gd name="T0" fmla="*/ 0 w 13"/>
                <a:gd name="T1" fmla="*/ 0 h 39"/>
                <a:gd name="T2" fmla="*/ 35 w 13"/>
                <a:gd name="T3" fmla="*/ 75 h 39"/>
                <a:gd name="T4" fmla="*/ 40 w 13"/>
                <a:gd name="T5" fmla="*/ 142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39">
                  <a:moveTo>
                    <a:pt x="0" y="0"/>
                  </a:moveTo>
                  <a:cubicBezTo>
                    <a:pt x="2" y="8"/>
                    <a:pt x="8" y="12"/>
                    <a:pt x="10" y="21"/>
                  </a:cubicBezTo>
                  <a:cubicBezTo>
                    <a:pt x="11" y="27"/>
                    <a:pt x="13" y="35"/>
                    <a:pt x="11" y="39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806" name="Freeform 34">
              <a:extLst>
                <a:ext uri="{FF2B5EF4-FFF2-40B4-BE49-F238E27FC236}">
                  <a16:creationId xmlns:a16="http://schemas.microsoft.com/office/drawing/2014/main" id="{5A3034D8-0208-4C2E-936D-611E11CED0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7" y="3947"/>
              <a:ext cx="23" cy="71"/>
            </a:xfrm>
            <a:custGeom>
              <a:avLst/>
              <a:gdLst>
                <a:gd name="T0" fmla="*/ 0 w 15"/>
                <a:gd name="T1" fmla="*/ 0 h 47"/>
                <a:gd name="T2" fmla="*/ 21 w 15"/>
                <a:gd name="T3" fmla="*/ 41 h 47"/>
                <a:gd name="T4" fmla="*/ 40 w 15"/>
                <a:gd name="T5" fmla="*/ 94 h 47"/>
                <a:gd name="T6" fmla="*/ 40 w 15"/>
                <a:gd name="T7" fmla="*/ 162 h 4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47">
                  <a:moveTo>
                    <a:pt x="0" y="0"/>
                  </a:moveTo>
                  <a:cubicBezTo>
                    <a:pt x="4" y="3"/>
                    <a:pt x="4" y="5"/>
                    <a:pt x="6" y="12"/>
                  </a:cubicBezTo>
                  <a:cubicBezTo>
                    <a:pt x="7" y="19"/>
                    <a:pt x="9" y="23"/>
                    <a:pt x="11" y="27"/>
                  </a:cubicBezTo>
                  <a:cubicBezTo>
                    <a:pt x="13" y="31"/>
                    <a:pt x="15" y="41"/>
                    <a:pt x="11" y="47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807" name="Freeform 35">
              <a:extLst>
                <a:ext uri="{FF2B5EF4-FFF2-40B4-BE49-F238E27FC236}">
                  <a16:creationId xmlns:a16="http://schemas.microsoft.com/office/drawing/2014/main" id="{70CC3C13-89B8-4BD0-A632-85D973B1B7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4" y="3941"/>
              <a:ext cx="27" cy="64"/>
            </a:xfrm>
            <a:custGeom>
              <a:avLst/>
              <a:gdLst>
                <a:gd name="T0" fmla="*/ 0 w 18"/>
                <a:gd name="T1" fmla="*/ 0 h 42"/>
                <a:gd name="T2" fmla="*/ 39 w 18"/>
                <a:gd name="T3" fmla="*/ 56 h 42"/>
                <a:gd name="T4" fmla="*/ 54 w 18"/>
                <a:gd name="T5" fmla="*/ 110 h 42"/>
                <a:gd name="T6" fmla="*/ 62 w 18"/>
                <a:gd name="T7" fmla="*/ 149 h 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42">
                  <a:moveTo>
                    <a:pt x="0" y="0"/>
                  </a:moveTo>
                  <a:cubicBezTo>
                    <a:pt x="4" y="3"/>
                    <a:pt x="9" y="10"/>
                    <a:pt x="11" y="16"/>
                  </a:cubicBezTo>
                  <a:cubicBezTo>
                    <a:pt x="13" y="22"/>
                    <a:pt x="14" y="25"/>
                    <a:pt x="16" y="31"/>
                  </a:cubicBezTo>
                  <a:cubicBezTo>
                    <a:pt x="17" y="35"/>
                    <a:pt x="18" y="38"/>
                    <a:pt x="18" y="42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808" name="Freeform 36">
              <a:extLst>
                <a:ext uri="{FF2B5EF4-FFF2-40B4-BE49-F238E27FC236}">
                  <a16:creationId xmlns:a16="http://schemas.microsoft.com/office/drawing/2014/main" id="{3709C015-9954-4CBF-992F-554864206E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5" y="3931"/>
              <a:ext cx="33" cy="57"/>
            </a:xfrm>
            <a:custGeom>
              <a:avLst/>
              <a:gdLst>
                <a:gd name="T0" fmla="*/ 0 w 22"/>
                <a:gd name="T1" fmla="*/ 0 h 37"/>
                <a:gd name="T2" fmla="*/ 39 w 22"/>
                <a:gd name="T3" fmla="*/ 43 h 37"/>
                <a:gd name="T4" fmla="*/ 72 w 22"/>
                <a:gd name="T5" fmla="*/ 109 h 37"/>
                <a:gd name="T6" fmla="*/ 75 w 22"/>
                <a:gd name="T7" fmla="*/ 136 h 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37">
                  <a:moveTo>
                    <a:pt x="0" y="0"/>
                  </a:moveTo>
                  <a:cubicBezTo>
                    <a:pt x="5" y="3"/>
                    <a:pt x="8" y="7"/>
                    <a:pt x="11" y="12"/>
                  </a:cubicBezTo>
                  <a:cubicBezTo>
                    <a:pt x="14" y="17"/>
                    <a:pt x="19" y="20"/>
                    <a:pt x="21" y="30"/>
                  </a:cubicBezTo>
                  <a:cubicBezTo>
                    <a:pt x="21" y="33"/>
                    <a:pt x="21" y="35"/>
                    <a:pt x="22" y="37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809" name="Freeform 37">
              <a:extLst>
                <a:ext uri="{FF2B5EF4-FFF2-40B4-BE49-F238E27FC236}">
                  <a16:creationId xmlns:a16="http://schemas.microsoft.com/office/drawing/2014/main" id="{F65821CB-3559-4946-8238-9DED306DB8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1" y="3995"/>
              <a:ext cx="18" cy="16"/>
            </a:xfrm>
            <a:custGeom>
              <a:avLst/>
              <a:gdLst>
                <a:gd name="T0" fmla="*/ 39 w 12"/>
                <a:gd name="T1" fmla="*/ 35 h 10"/>
                <a:gd name="T2" fmla="*/ 5 w 12"/>
                <a:gd name="T3" fmla="*/ 35 h 10"/>
                <a:gd name="T4" fmla="*/ 21 w 12"/>
                <a:gd name="T5" fmla="*/ 0 h 10"/>
                <a:gd name="T6" fmla="*/ 39 w 12"/>
                <a:gd name="T7" fmla="*/ 35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0">
                  <a:moveTo>
                    <a:pt x="11" y="9"/>
                  </a:moveTo>
                  <a:cubicBezTo>
                    <a:pt x="8" y="10"/>
                    <a:pt x="2" y="10"/>
                    <a:pt x="1" y="9"/>
                  </a:cubicBezTo>
                  <a:cubicBezTo>
                    <a:pt x="0" y="8"/>
                    <a:pt x="1" y="1"/>
                    <a:pt x="6" y="0"/>
                  </a:cubicBezTo>
                  <a:cubicBezTo>
                    <a:pt x="11" y="0"/>
                    <a:pt x="12" y="8"/>
                    <a:pt x="11" y="9"/>
                  </a:cubicBezTo>
                  <a:close/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810" name="Freeform 38">
              <a:extLst>
                <a:ext uri="{FF2B5EF4-FFF2-40B4-BE49-F238E27FC236}">
                  <a16:creationId xmlns:a16="http://schemas.microsoft.com/office/drawing/2014/main" id="{65C75974-1E1B-40A6-B116-EFB14957C5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2" y="3988"/>
              <a:ext cx="16" cy="14"/>
            </a:xfrm>
            <a:custGeom>
              <a:avLst/>
              <a:gdLst>
                <a:gd name="T0" fmla="*/ 32 w 11"/>
                <a:gd name="T1" fmla="*/ 26 h 9"/>
                <a:gd name="T2" fmla="*/ 1 w 11"/>
                <a:gd name="T3" fmla="*/ 30 h 9"/>
                <a:gd name="T4" fmla="*/ 19 w 11"/>
                <a:gd name="T5" fmla="*/ 0 h 9"/>
                <a:gd name="T6" fmla="*/ 32 w 11"/>
                <a:gd name="T7" fmla="*/ 26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9">
                  <a:moveTo>
                    <a:pt x="10" y="7"/>
                  </a:moveTo>
                  <a:cubicBezTo>
                    <a:pt x="7" y="8"/>
                    <a:pt x="2" y="9"/>
                    <a:pt x="1" y="8"/>
                  </a:cubicBezTo>
                  <a:cubicBezTo>
                    <a:pt x="0" y="7"/>
                    <a:pt x="1" y="0"/>
                    <a:pt x="6" y="0"/>
                  </a:cubicBezTo>
                  <a:cubicBezTo>
                    <a:pt x="9" y="0"/>
                    <a:pt x="11" y="6"/>
                    <a:pt x="10" y="7"/>
                  </a:cubicBezTo>
                  <a:close/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811" name="Freeform 39">
              <a:extLst>
                <a:ext uri="{FF2B5EF4-FFF2-40B4-BE49-F238E27FC236}">
                  <a16:creationId xmlns:a16="http://schemas.microsoft.com/office/drawing/2014/main" id="{BCE5AC67-C45E-47B6-88F7-006343B552E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0" y="3982"/>
              <a:ext cx="15" cy="12"/>
            </a:xfrm>
            <a:custGeom>
              <a:avLst/>
              <a:gdLst>
                <a:gd name="T0" fmla="*/ 35 w 10"/>
                <a:gd name="T1" fmla="*/ 21 h 8"/>
                <a:gd name="T2" fmla="*/ 5 w 10"/>
                <a:gd name="T3" fmla="*/ 26 h 8"/>
                <a:gd name="T4" fmla="*/ 21 w 10"/>
                <a:gd name="T5" fmla="*/ 0 h 8"/>
                <a:gd name="T6" fmla="*/ 35 w 10"/>
                <a:gd name="T7" fmla="*/ 21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8">
                  <a:moveTo>
                    <a:pt x="10" y="6"/>
                  </a:moveTo>
                  <a:cubicBezTo>
                    <a:pt x="7" y="6"/>
                    <a:pt x="2" y="8"/>
                    <a:pt x="1" y="7"/>
                  </a:cubicBezTo>
                  <a:cubicBezTo>
                    <a:pt x="0" y="6"/>
                    <a:pt x="1" y="0"/>
                    <a:pt x="6" y="0"/>
                  </a:cubicBezTo>
                  <a:cubicBezTo>
                    <a:pt x="9" y="0"/>
                    <a:pt x="10" y="5"/>
                    <a:pt x="10" y="6"/>
                  </a:cubicBezTo>
                  <a:close/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812" name="Freeform 40">
              <a:extLst>
                <a:ext uri="{FF2B5EF4-FFF2-40B4-BE49-F238E27FC236}">
                  <a16:creationId xmlns:a16="http://schemas.microsoft.com/office/drawing/2014/main" id="{5E8C1466-1C88-4324-A974-801BB463F9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7" y="3989"/>
              <a:ext cx="5" cy="22"/>
            </a:xfrm>
            <a:custGeom>
              <a:avLst/>
              <a:gdLst>
                <a:gd name="T0" fmla="*/ 13 w 3"/>
                <a:gd name="T1" fmla="*/ 0 h 14"/>
                <a:gd name="T2" fmla="*/ 13 w 3"/>
                <a:gd name="T3" fmla="*/ 55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4">
                  <a:moveTo>
                    <a:pt x="3" y="0"/>
                  </a:moveTo>
                  <a:cubicBezTo>
                    <a:pt x="2" y="5"/>
                    <a:pt x="0" y="7"/>
                    <a:pt x="3" y="14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813" name="Freeform 41">
              <a:extLst>
                <a:ext uri="{FF2B5EF4-FFF2-40B4-BE49-F238E27FC236}">
                  <a16:creationId xmlns:a16="http://schemas.microsoft.com/office/drawing/2014/main" id="{9236CA68-60D4-4C49-AD95-0309D9A5C5E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8" y="3810"/>
              <a:ext cx="3" cy="22"/>
            </a:xfrm>
            <a:custGeom>
              <a:avLst/>
              <a:gdLst>
                <a:gd name="T0" fmla="*/ 0 w 2"/>
                <a:gd name="T1" fmla="*/ 0 h 15"/>
                <a:gd name="T2" fmla="*/ 8 w 2"/>
                <a:gd name="T3" fmla="*/ 47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5">
                  <a:moveTo>
                    <a:pt x="0" y="0"/>
                  </a:moveTo>
                  <a:cubicBezTo>
                    <a:pt x="0" y="4"/>
                    <a:pt x="2" y="15"/>
                    <a:pt x="2" y="15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814" name="Freeform 42">
              <a:extLst>
                <a:ext uri="{FF2B5EF4-FFF2-40B4-BE49-F238E27FC236}">
                  <a16:creationId xmlns:a16="http://schemas.microsoft.com/office/drawing/2014/main" id="{1CA35DA0-E459-432B-949A-B660BF71DA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6" y="2439"/>
              <a:ext cx="41" cy="93"/>
            </a:xfrm>
            <a:custGeom>
              <a:avLst/>
              <a:gdLst>
                <a:gd name="T0" fmla="*/ 90 w 27"/>
                <a:gd name="T1" fmla="*/ 0 h 61"/>
                <a:gd name="T2" fmla="*/ 35 w 27"/>
                <a:gd name="T3" fmla="*/ 53 h 61"/>
                <a:gd name="T4" fmla="*/ 32 w 27"/>
                <a:gd name="T5" fmla="*/ 130 h 61"/>
                <a:gd name="T6" fmla="*/ 41 w 27"/>
                <a:gd name="T7" fmla="*/ 204 h 61"/>
                <a:gd name="T8" fmla="*/ 67 w 27"/>
                <a:gd name="T9" fmla="*/ 181 h 61"/>
                <a:gd name="T10" fmla="*/ 84 w 27"/>
                <a:gd name="T11" fmla="*/ 130 h 61"/>
                <a:gd name="T12" fmla="*/ 88 w 27"/>
                <a:gd name="T13" fmla="*/ 67 h 61"/>
                <a:gd name="T14" fmla="*/ 90 w 27"/>
                <a:gd name="T15" fmla="*/ 0 h 6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7" h="61">
                  <a:moveTo>
                    <a:pt x="26" y="0"/>
                  </a:moveTo>
                  <a:cubicBezTo>
                    <a:pt x="26" y="0"/>
                    <a:pt x="27" y="7"/>
                    <a:pt x="10" y="15"/>
                  </a:cubicBezTo>
                  <a:cubicBezTo>
                    <a:pt x="0" y="19"/>
                    <a:pt x="8" y="35"/>
                    <a:pt x="9" y="37"/>
                  </a:cubicBezTo>
                  <a:cubicBezTo>
                    <a:pt x="10" y="39"/>
                    <a:pt x="12" y="58"/>
                    <a:pt x="12" y="58"/>
                  </a:cubicBezTo>
                  <a:cubicBezTo>
                    <a:pt x="12" y="58"/>
                    <a:pt x="15" y="61"/>
                    <a:pt x="19" y="51"/>
                  </a:cubicBezTo>
                  <a:cubicBezTo>
                    <a:pt x="23" y="42"/>
                    <a:pt x="27" y="51"/>
                    <a:pt x="24" y="37"/>
                  </a:cubicBezTo>
                  <a:cubicBezTo>
                    <a:pt x="21" y="23"/>
                    <a:pt x="25" y="23"/>
                    <a:pt x="25" y="19"/>
                  </a:cubicBezTo>
                  <a:lnTo>
                    <a:pt x="26" y="0"/>
                  </a:lnTo>
                  <a:close/>
                </a:path>
              </a:pathLst>
            </a:custGeom>
            <a:solidFill>
              <a:srgbClr val="EFCA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815" name="Freeform 43">
              <a:extLst>
                <a:ext uri="{FF2B5EF4-FFF2-40B4-BE49-F238E27FC236}">
                  <a16:creationId xmlns:a16="http://schemas.microsoft.com/office/drawing/2014/main" id="{0CAF183D-4D0C-46B5-8C75-A3D18E57B0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2" y="2438"/>
              <a:ext cx="56" cy="182"/>
            </a:xfrm>
            <a:custGeom>
              <a:avLst/>
              <a:gdLst>
                <a:gd name="T0" fmla="*/ 76 w 37"/>
                <a:gd name="T1" fmla="*/ 0 h 120"/>
                <a:gd name="T2" fmla="*/ 5 w 37"/>
                <a:gd name="T3" fmla="*/ 74 h 120"/>
                <a:gd name="T4" fmla="*/ 14 w 37"/>
                <a:gd name="T5" fmla="*/ 126 h 120"/>
                <a:gd name="T6" fmla="*/ 27 w 37"/>
                <a:gd name="T7" fmla="*/ 202 h 120"/>
                <a:gd name="T8" fmla="*/ 27 w 37"/>
                <a:gd name="T9" fmla="*/ 235 h 120"/>
                <a:gd name="T10" fmla="*/ 39 w 37"/>
                <a:gd name="T11" fmla="*/ 255 h 120"/>
                <a:gd name="T12" fmla="*/ 62 w 37"/>
                <a:gd name="T13" fmla="*/ 325 h 120"/>
                <a:gd name="T14" fmla="*/ 103 w 37"/>
                <a:gd name="T15" fmla="*/ 366 h 120"/>
                <a:gd name="T16" fmla="*/ 129 w 37"/>
                <a:gd name="T17" fmla="*/ 419 h 12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7" h="120">
                  <a:moveTo>
                    <a:pt x="22" y="0"/>
                  </a:moveTo>
                  <a:cubicBezTo>
                    <a:pt x="22" y="12"/>
                    <a:pt x="3" y="11"/>
                    <a:pt x="1" y="21"/>
                  </a:cubicBezTo>
                  <a:cubicBezTo>
                    <a:pt x="0" y="25"/>
                    <a:pt x="2" y="32"/>
                    <a:pt x="4" y="36"/>
                  </a:cubicBezTo>
                  <a:cubicBezTo>
                    <a:pt x="6" y="43"/>
                    <a:pt x="7" y="50"/>
                    <a:pt x="8" y="58"/>
                  </a:cubicBezTo>
                  <a:cubicBezTo>
                    <a:pt x="8" y="60"/>
                    <a:pt x="7" y="64"/>
                    <a:pt x="8" y="67"/>
                  </a:cubicBezTo>
                  <a:cubicBezTo>
                    <a:pt x="8" y="70"/>
                    <a:pt x="9" y="70"/>
                    <a:pt x="11" y="73"/>
                  </a:cubicBezTo>
                  <a:cubicBezTo>
                    <a:pt x="15" y="79"/>
                    <a:pt x="16" y="86"/>
                    <a:pt x="18" y="93"/>
                  </a:cubicBezTo>
                  <a:cubicBezTo>
                    <a:pt x="21" y="101"/>
                    <a:pt x="25" y="100"/>
                    <a:pt x="30" y="105"/>
                  </a:cubicBezTo>
                  <a:cubicBezTo>
                    <a:pt x="33" y="108"/>
                    <a:pt x="37" y="115"/>
                    <a:pt x="37" y="12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816" name="Freeform 44">
              <a:extLst>
                <a:ext uri="{FF2B5EF4-FFF2-40B4-BE49-F238E27FC236}">
                  <a16:creationId xmlns:a16="http://schemas.microsoft.com/office/drawing/2014/main" id="{8B514F34-BEE7-4D61-8EF7-2EDEDE97CB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7" y="2432"/>
              <a:ext cx="19" cy="6"/>
            </a:xfrm>
            <a:custGeom>
              <a:avLst/>
              <a:gdLst>
                <a:gd name="T0" fmla="*/ 48 w 12"/>
                <a:gd name="T1" fmla="*/ 14 h 4"/>
                <a:gd name="T2" fmla="*/ 0 w 12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4">
                  <a:moveTo>
                    <a:pt x="12" y="4"/>
                  </a:moveTo>
                  <a:cubicBezTo>
                    <a:pt x="9" y="1"/>
                    <a:pt x="5" y="0"/>
                    <a:pt x="0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817" name="Freeform 45">
              <a:extLst>
                <a:ext uri="{FF2B5EF4-FFF2-40B4-BE49-F238E27FC236}">
                  <a16:creationId xmlns:a16="http://schemas.microsoft.com/office/drawing/2014/main" id="{4B0265BF-2EC5-4A23-B79E-5EAFD2A41F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4" y="2511"/>
              <a:ext cx="19" cy="18"/>
            </a:xfrm>
            <a:custGeom>
              <a:avLst/>
              <a:gdLst>
                <a:gd name="T0" fmla="*/ 48 w 12"/>
                <a:gd name="T1" fmla="*/ 0 h 12"/>
                <a:gd name="T2" fmla="*/ 0 w 12"/>
                <a:gd name="T3" fmla="*/ 41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2">
                  <a:moveTo>
                    <a:pt x="12" y="0"/>
                  </a:moveTo>
                  <a:cubicBezTo>
                    <a:pt x="6" y="2"/>
                    <a:pt x="6" y="12"/>
                    <a:pt x="0" y="12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818" name="Freeform 46">
              <a:extLst>
                <a:ext uri="{FF2B5EF4-FFF2-40B4-BE49-F238E27FC236}">
                  <a16:creationId xmlns:a16="http://schemas.microsoft.com/office/drawing/2014/main" id="{960320B5-6BA5-441D-A1CD-63B759A7F6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8" y="2570"/>
              <a:ext cx="59" cy="28"/>
            </a:xfrm>
            <a:custGeom>
              <a:avLst/>
              <a:gdLst>
                <a:gd name="T0" fmla="*/ 0 w 39"/>
                <a:gd name="T1" fmla="*/ 0 h 18"/>
                <a:gd name="T2" fmla="*/ 68 w 39"/>
                <a:gd name="T3" fmla="*/ 53 h 18"/>
                <a:gd name="T4" fmla="*/ 135 w 39"/>
                <a:gd name="T5" fmla="*/ 68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18">
                  <a:moveTo>
                    <a:pt x="0" y="0"/>
                  </a:moveTo>
                  <a:cubicBezTo>
                    <a:pt x="9" y="2"/>
                    <a:pt x="12" y="11"/>
                    <a:pt x="20" y="14"/>
                  </a:cubicBezTo>
                  <a:cubicBezTo>
                    <a:pt x="26" y="15"/>
                    <a:pt x="34" y="14"/>
                    <a:pt x="39" y="18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819" name="Freeform 47">
              <a:extLst>
                <a:ext uri="{FF2B5EF4-FFF2-40B4-BE49-F238E27FC236}">
                  <a16:creationId xmlns:a16="http://schemas.microsoft.com/office/drawing/2014/main" id="{758253B5-A3ED-4DB1-97F3-16DC1ABC29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9" y="2528"/>
              <a:ext cx="75" cy="47"/>
            </a:xfrm>
            <a:custGeom>
              <a:avLst/>
              <a:gdLst>
                <a:gd name="T0" fmla="*/ 176 w 49"/>
                <a:gd name="T1" fmla="*/ 108 h 31"/>
                <a:gd name="T2" fmla="*/ 127 w 49"/>
                <a:gd name="T3" fmla="*/ 102 h 31"/>
                <a:gd name="T4" fmla="*/ 66 w 49"/>
                <a:gd name="T5" fmla="*/ 74 h 31"/>
                <a:gd name="T6" fmla="*/ 21 w 49"/>
                <a:gd name="T7" fmla="*/ 49 h 31"/>
                <a:gd name="T8" fmla="*/ 0 w 49"/>
                <a:gd name="T9" fmla="*/ 0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31">
                  <a:moveTo>
                    <a:pt x="49" y="31"/>
                  </a:moveTo>
                  <a:cubicBezTo>
                    <a:pt x="44" y="28"/>
                    <a:pt x="41" y="29"/>
                    <a:pt x="35" y="29"/>
                  </a:cubicBezTo>
                  <a:cubicBezTo>
                    <a:pt x="28" y="28"/>
                    <a:pt x="25" y="23"/>
                    <a:pt x="18" y="21"/>
                  </a:cubicBezTo>
                  <a:cubicBezTo>
                    <a:pt x="12" y="20"/>
                    <a:pt x="9" y="21"/>
                    <a:pt x="6" y="14"/>
                  </a:cubicBezTo>
                  <a:cubicBezTo>
                    <a:pt x="4" y="8"/>
                    <a:pt x="4" y="4"/>
                    <a:pt x="0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820" name="Freeform 48">
              <a:extLst>
                <a:ext uri="{FF2B5EF4-FFF2-40B4-BE49-F238E27FC236}">
                  <a16:creationId xmlns:a16="http://schemas.microsoft.com/office/drawing/2014/main" id="{FBED6EFC-650C-4B3C-9BFE-8C872027F4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3" y="2462"/>
              <a:ext cx="24" cy="27"/>
            </a:xfrm>
            <a:custGeom>
              <a:avLst/>
              <a:gdLst>
                <a:gd name="T0" fmla="*/ 0 w 16"/>
                <a:gd name="T1" fmla="*/ 27 h 18"/>
                <a:gd name="T2" fmla="*/ 18 w 16"/>
                <a:gd name="T3" fmla="*/ 62 h 18"/>
                <a:gd name="T4" fmla="*/ 54 w 16"/>
                <a:gd name="T5" fmla="*/ 35 h 18"/>
                <a:gd name="T6" fmla="*/ 35 w 16"/>
                <a:gd name="T7" fmla="*/ 0 h 18"/>
                <a:gd name="T8" fmla="*/ 0 w 16"/>
                <a:gd name="T9" fmla="*/ 27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8">
                  <a:moveTo>
                    <a:pt x="0" y="8"/>
                  </a:moveTo>
                  <a:cubicBezTo>
                    <a:pt x="5" y="18"/>
                    <a:pt x="5" y="18"/>
                    <a:pt x="5" y="18"/>
                  </a:cubicBezTo>
                  <a:cubicBezTo>
                    <a:pt x="5" y="18"/>
                    <a:pt x="12" y="11"/>
                    <a:pt x="16" y="10"/>
                  </a:cubicBezTo>
                  <a:cubicBezTo>
                    <a:pt x="16" y="10"/>
                    <a:pt x="13" y="3"/>
                    <a:pt x="10" y="0"/>
                  </a:cubicBezTo>
                  <a:cubicBezTo>
                    <a:pt x="10" y="0"/>
                    <a:pt x="2" y="0"/>
                    <a:pt x="0" y="8"/>
                  </a:cubicBezTo>
                  <a:close/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821" name="Freeform 49">
              <a:extLst>
                <a:ext uri="{FF2B5EF4-FFF2-40B4-BE49-F238E27FC236}">
                  <a16:creationId xmlns:a16="http://schemas.microsoft.com/office/drawing/2014/main" id="{DF968FEF-9490-423B-9404-E7C249FD1E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6" y="2617"/>
              <a:ext cx="26" cy="19"/>
            </a:xfrm>
            <a:custGeom>
              <a:avLst/>
              <a:gdLst>
                <a:gd name="T0" fmla="*/ 0 w 17"/>
                <a:gd name="T1" fmla="*/ 13 h 12"/>
                <a:gd name="T2" fmla="*/ 47 w 17"/>
                <a:gd name="T3" fmla="*/ 27 h 12"/>
                <a:gd name="T4" fmla="*/ 47 w 17"/>
                <a:gd name="T5" fmla="*/ 43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2">
                  <a:moveTo>
                    <a:pt x="0" y="3"/>
                  </a:moveTo>
                  <a:cubicBezTo>
                    <a:pt x="0" y="3"/>
                    <a:pt x="4" y="0"/>
                    <a:pt x="13" y="7"/>
                  </a:cubicBezTo>
                  <a:cubicBezTo>
                    <a:pt x="17" y="10"/>
                    <a:pt x="17" y="12"/>
                    <a:pt x="13" y="11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822" name="Freeform 50">
              <a:extLst>
                <a:ext uri="{FF2B5EF4-FFF2-40B4-BE49-F238E27FC236}">
                  <a16:creationId xmlns:a16="http://schemas.microsoft.com/office/drawing/2014/main" id="{EBFD3CA4-D3F0-4A7A-9057-D68920DB20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8" y="2515"/>
              <a:ext cx="64" cy="57"/>
            </a:xfrm>
            <a:custGeom>
              <a:avLst/>
              <a:gdLst>
                <a:gd name="T0" fmla="*/ 12 w 42"/>
                <a:gd name="T1" fmla="*/ 0 h 37"/>
                <a:gd name="T2" fmla="*/ 26 w 42"/>
                <a:gd name="T3" fmla="*/ 35 h 37"/>
                <a:gd name="T4" fmla="*/ 32 w 42"/>
                <a:gd name="T5" fmla="*/ 60 h 37"/>
                <a:gd name="T6" fmla="*/ 49 w 42"/>
                <a:gd name="T7" fmla="*/ 66 h 37"/>
                <a:gd name="T8" fmla="*/ 67 w 42"/>
                <a:gd name="T9" fmla="*/ 75 h 37"/>
                <a:gd name="T10" fmla="*/ 75 w 42"/>
                <a:gd name="T11" fmla="*/ 83 h 37"/>
                <a:gd name="T12" fmla="*/ 93 w 42"/>
                <a:gd name="T13" fmla="*/ 88 h 37"/>
                <a:gd name="T14" fmla="*/ 120 w 42"/>
                <a:gd name="T15" fmla="*/ 100 h 37"/>
                <a:gd name="T16" fmla="*/ 143 w 42"/>
                <a:gd name="T17" fmla="*/ 131 h 37"/>
                <a:gd name="T18" fmla="*/ 116 w 42"/>
                <a:gd name="T19" fmla="*/ 128 h 37"/>
                <a:gd name="T20" fmla="*/ 101 w 42"/>
                <a:gd name="T21" fmla="*/ 123 h 37"/>
                <a:gd name="T22" fmla="*/ 85 w 42"/>
                <a:gd name="T23" fmla="*/ 122 h 37"/>
                <a:gd name="T24" fmla="*/ 56 w 42"/>
                <a:gd name="T25" fmla="*/ 102 h 37"/>
                <a:gd name="T26" fmla="*/ 26 w 42"/>
                <a:gd name="T27" fmla="*/ 88 h 37"/>
                <a:gd name="T28" fmla="*/ 14 w 42"/>
                <a:gd name="T29" fmla="*/ 80 h 37"/>
                <a:gd name="T30" fmla="*/ 12 w 42"/>
                <a:gd name="T31" fmla="*/ 60 h 37"/>
                <a:gd name="T32" fmla="*/ 0 w 42"/>
                <a:gd name="T33" fmla="*/ 22 h 37"/>
                <a:gd name="T34" fmla="*/ 12 w 42"/>
                <a:gd name="T35" fmla="*/ 0 h 37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42" h="37">
                  <a:moveTo>
                    <a:pt x="3" y="0"/>
                  </a:moveTo>
                  <a:cubicBezTo>
                    <a:pt x="6" y="2"/>
                    <a:pt x="7" y="6"/>
                    <a:pt x="7" y="10"/>
                  </a:cubicBezTo>
                  <a:cubicBezTo>
                    <a:pt x="8" y="11"/>
                    <a:pt x="8" y="14"/>
                    <a:pt x="9" y="16"/>
                  </a:cubicBezTo>
                  <a:cubicBezTo>
                    <a:pt x="10" y="17"/>
                    <a:pt x="13" y="18"/>
                    <a:pt x="14" y="18"/>
                  </a:cubicBezTo>
                  <a:cubicBezTo>
                    <a:pt x="16" y="19"/>
                    <a:pt x="18" y="20"/>
                    <a:pt x="19" y="21"/>
                  </a:cubicBezTo>
                  <a:cubicBezTo>
                    <a:pt x="20" y="21"/>
                    <a:pt x="21" y="22"/>
                    <a:pt x="21" y="23"/>
                  </a:cubicBezTo>
                  <a:cubicBezTo>
                    <a:pt x="23" y="24"/>
                    <a:pt x="24" y="24"/>
                    <a:pt x="26" y="24"/>
                  </a:cubicBezTo>
                  <a:cubicBezTo>
                    <a:pt x="29" y="24"/>
                    <a:pt x="31" y="25"/>
                    <a:pt x="34" y="27"/>
                  </a:cubicBezTo>
                  <a:cubicBezTo>
                    <a:pt x="38" y="29"/>
                    <a:pt x="42" y="31"/>
                    <a:pt x="41" y="36"/>
                  </a:cubicBezTo>
                  <a:cubicBezTo>
                    <a:pt x="39" y="37"/>
                    <a:pt x="35" y="35"/>
                    <a:pt x="33" y="35"/>
                  </a:cubicBezTo>
                  <a:cubicBezTo>
                    <a:pt x="31" y="34"/>
                    <a:pt x="30" y="35"/>
                    <a:pt x="28" y="34"/>
                  </a:cubicBezTo>
                  <a:cubicBezTo>
                    <a:pt x="27" y="34"/>
                    <a:pt x="26" y="34"/>
                    <a:pt x="24" y="33"/>
                  </a:cubicBezTo>
                  <a:cubicBezTo>
                    <a:pt x="21" y="32"/>
                    <a:pt x="19" y="30"/>
                    <a:pt x="16" y="28"/>
                  </a:cubicBezTo>
                  <a:cubicBezTo>
                    <a:pt x="13" y="27"/>
                    <a:pt x="10" y="26"/>
                    <a:pt x="7" y="24"/>
                  </a:cubicBezTo>
                  <a:cubicBezTo>
                    <a:pt x="6" y="24"/>
                    <a:pt x="4" y="23"/>
                    <a:pt x="4" y="22"/>
                  </a:cubicBezTo>
                  <a:cubicBezTo>
                    <a:pt x="3" y="20"/>
                    <a:pt x="3" y="18"/>
                    <a:pt x="3" y="16"/>
                  </a:cubicBezTo>
                  <a:cubicBezTo>
                    <a:pt x="2" y="13"/>
                    <a:pt x="1" y="10"/>
                    <a:pt x="0" y="6"/>
                  </a:cubicBezTo>
                  <a:cubicBezTo>
                    <a:pt x="0" y="4"/>
                    <a:pt x="0" y="1"/>
                    <a:pt x="3" y="0"/>
                  </a:cubicBezTo>
                </a:path>
              </a:pathLst>
            </a:custGeom>
            <a:solidFill>
              <a:srgbClr val="EFCA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823" name="Freeform 51">
              <a:extLst>
                <a:ext uri="{FF2B5EF4-FFF2-40B4-BE49-F238E27FC236}">
                  <a16:creationId xmlns:a16="http://schemas.microsoft.com/office/drawing/2014/main" id="{6543189D-4566-41AE-A57F-54621B919D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4" y="2528"/>
              <a:ext cx="81" cy="65"/>
            </a:xfrm>
            <a:custGeom>
              <a:avLst/>
              <a:gdLst>
                <a:gd name="T0" fmla="*/ 0 w 53"/>
                <a:gd name="T1" fmla="*/ 12 h 43"/>
                <a:gd name="T2" fmla="*/ 18 w 53"/>
                <a:gd name="T3" fmla="*/ 14 h 43"/>
                <a:gd name="T4" fmla="*/ 32 w 53"/>
                <a:gd name="T5" fmla="*/ 53 h 43"/>
                <a:gd name="T6" fmla="*/ 66 w 53"/>
                <a:gd name="T7" fmla="*/ 80 h 43"/>
                <a:gd name="T8" fmla="*/ 96 w 53"/>
                <a:gd name="T9" fmla="*/ 94 h 43"/>
                <a:gd name="T10" fmla="*/ 110 w 53"/>
                <a:gd name="T11" fmla="*/ 101 h 43"/>
                <a:gd name="T12" fmla="*/ 124 w 53"/>
                <a:gd name="T13" fmla="*/ 103 h 43"/>
                <a:gd name="T14" fmla="*/ 164 w 53"/>
                <a:gd name="T15" fmla="*/ 107 h 43"/>
                <a:gd name="T16" fmla="*/ 185 w 53"/>
                <a:gd name="T17" fmla="*/ 121 h 43"/>
                <a:gd name="T18" fmla="*/ 171 w 53"/>
                <a:gd name="T19" fmla="*/ 144 h 43"/>
                <a:gd name="T20" fmla="*/ 142 w 53"/>
                <a:gd name="T21" fmla="*/ 142 h 43"/>
                <a:gd name="T22" fmla="*/ 110 w 53"/>
                <a:gd name="T23" fmla="*/ 130 h 43"/>
                <a:gd name="T24" fmla="*/ 81 w 53"/>
                <a:gd name="T25" fmla="*/ 116 h 43"/>
                <a:gd name="T26" fmla="*/ 47 w 53"/>
                <a:gd name="T27" fmla="*/ 94 h 43"/>
                <a:gd name="T28" fmla="*/ 35 w 53"/>
                <a:gd name="T29" fmla="*/ 86 h 43"/>
                <a:gd name="T30" fmla="*/ 28 w 53"/>
                <a:gd name="T31" fmla="*/ 68 h 43"/>
                <a:gd name="T32" fmla="*/ 14 w 53"/>
                <a:gd name="T33" fmla="*/ 45 h 43"/>
                <a:gd name="T34" fmla="*/ 8 w 53"/>
                <a:gd name="T35" fmla="*/ 26 h 43"/>
                <a:gd name="T36" fmla="*/ 5 w 53"/>
                <a:gd name="T37" fmla="*/ 12 h 43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53" h="43">
                  <a:moveTo>
                    <a:pt x="0" y="3"/>
                  </a:moveTo>
                  <a:cubicBezTo>
                    <a:pt x="2" y="2"/>
                    <a:pt x="4" y="0"/>
                    <a:pt x="5" y="4"/>
                  </a:cubicBezTo>
                  <a:cubicBezTo>
                    <a:pt x="6" y="8"/>
                    <a:pt x="7" y="11"/>
                    <a:pt x="9" y="15"/>
                  </a:cubicBezTo>
                  <a:cubicBezTo>
                    <a:pt x="11" y="19"/>
                    <a:pt x="14" y="21"/>
                    <a:pt x="18" y="23"/>
                  </a:cubicBezTo>
                  <a:cubicBezTo>
                    <a:pt x="21" y="24"/>
                    <a:pt x="24" y="25"/>
                    <a:pt x="27" y="27"/>
                  </a:cubicBezTo>
                  <a:cubicBezTo>
                    <a:pt x="29" y="27"/>
                    <a:pt x="30" y="29"/>
                    <a:pt x="31" y="29"/>
                  </a:cubicBezTo>
                  <a:cubicBezTo>
                    <a:pt x="32" y="30"/>
                    <a:pt x="34" y="30"/>
                    <a:pt x="35" y="30"/>
                  </a:cubicBezTo>
                  <a:cubicBezTo>
                    <a:pt x="39" y="31"/>
                    <a:pt x="42" y="30"/>
                    <a:pt x="46" y="31"/>
                  </a:cubicBezTo>
                  <a:cubicBezTo>
                    <a:pt x="48" y="31"/>
                    <a:pt x="52" y="32"/>
                    <a:pt x="52" y="35"/>
                  </a:cubicBezTo>
                  <a:cubicBezTo>
                    <a:pt x="53" y="37"/>
                    <a:pt x="50" y="41"/>
                    <a:pt x="48" y="42"/>
                  </a:cubicBezTo>
                  <a:cubicBezTo>
                    <a:pt x="46" y="43"/>
                    <a:pt x="42" y="42"/>
                    <a:pt x="40" y="41"/>
                  </a:cubicBezTo>
                  <a:cubicBezTo>
                    <a:pt x="37" y="40"/>
                    <a:pt x="34" y="39"/>
                    <a:pt x="31" y="38"/>
                  </a:cubicBezTo>
                  <a:cubicBezTo>
                    <a:pt x="28" y="38"/>
                    <a:pt x="25" y="36"/>
                    <a:pt x="23" y="34"/>
                  </a:cubicBezTo>
                  <a:cubicBezTo>
                    <a:pt x="20" y="31"/>
                    <a:pt x="17" y="29"/>
                    <a:pt x="13" y="27"/>
                  </a:cubicBezTo>
                  <a:cubicBezTo>
                    <a:pt x="12" y="26"/>
                    <a:pt x="11" y="26"/>
                    <a:pt x="10" y="25"/>
                  </a:cubicBezTo>
                  <a:cubicBezTo>
                    <a:pt x="9" y="24"/>
                    <a:pt x="9" y="22"/>
                    <a:pt x="8" y="20"/>
                  </a:cubicBezTo>
                  <a:cubicBezTo>
                    <a:pt x="7" y="18"/>
                    <a:pt x="6" y="15"/>
                    <a:pt x="4" y="13"/>
                  </a:cubicBezTo>
                  <a:cubicBezTo>
                    <a:pt x="3" y="11"/>
                    <a:pt x="2" y="9"/>
                    <a:pt x="2" y="7"/>
                  </a:cubicBezTo>
                  <a:cubicBezTo>
                    <a:pt x="1" y="6"/>
                    <a:pt x="1" y="4"/>
                    <a:pt x="1" y="3"/>
                  </a:cubicBezTo>
                </a:path>
              </a:pathLst>
            </a:custGeom>
            <a:solidFill>
              <a:srgbClr val="EFCA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824" name="Freeform 52">
              <a:extLst>
                <a:ext uri="{FF2B5EF4-FFF2-40B4-BE49-F238E27FC236}">
                  <a16:creationId xmlns:a16="http://schemas.microsoft.com/office/drawing/2014/main" id="{14C073C3-A079-4A7A-9825-7533CAAE85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9" y="2572"/>
              <a:ext cx="48" cy="38"/>
            </a:xfrm>
            <a:custGeom>
              <a:avLst/>
              <a:gdLst>
                <a:gd name="T0" fmla="*/ 0 w 31"/>
                <a:gd name="T1" fmla="*/ 0 h 25"/>
                <a:gd name="T2" fmla="*/ 12 w 31"/>
                <a:gd name="T3" fmla="*/ 35 h 25"/>
                <a:gd name="T4" fmla="*/ 29 w 31"/>
                <a:gd name="T5" fmla="*/ 41 h 25"/>
                <a:gd name="T6" fmla="*/ 45 w 31"/>
                <a:gd name="T7" fmla="*/ 53 h 25"/>
                <a:gd name="T8" fmla="*/ 88 w 31"/>
                <a:gd name="T9" fmla="*/ 84 h 25"/>
                <a:gd name="T10" fmla="*/ 115 w 31"/>
                <a:gd name="T11" fmla="*/ 62 h 25"/>
                <a:gd name="T12" fmla="*/ 96 w 31"/>
                <a:gd name="T13" fmla="*/ 49 h 25"/>
                <a:gd name="T14" fmla="*/ 62 w 31"/>
                <a:gd name="T15" fmla="*/ 46 h 25"/>
                <a:gd name="T16" fmla="*/ 34 w 31"/>
                <a:gd name="T17" fmla="*/ 27 h 25"/>
                <a:gd name="T18" fmla="*/ 12 w 31"/>
                <a:gd name="T19" fmla="*/ 12 h 25"/>
                <a:gd name="T20" fmla="*/ 0 w 31"/>
                <a:gd name="T21" fmla="*/ 5 h 2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1" h="25">
                  <a:moveTo>
                    <a:pt x="0" y="0"/>
                  </a:moveTo>
                  <a:cubicBezTo>
                    <a:pt x="2" y="3"/>
                    <a:pt x="1" y="7"/>
                    <a:pt x="3" y="10"/>
                  </a:cubicBezTo>
                  <a:cubicBezTo>
                    <a:pt x="4" y="11"/>
                    <a:pt x="7" y="12"/>
                    <a:pt x="8" y="12"/>
                  </a:cubicBezTo>
                  <a:cubicBezTo>
                    <a:pt x="10" y="13"/>
                    <a:pt x="11" y="14"/>
                    <a:pt x="12" y="15"/>
                  </a:cubicBezTo>
                  <a:cubicBezTo>
                    <a:pt x="15" y="18"/>
                    <a:pt x="19" y="25"/>
                    <a:pt x="24" y="24"/>
                  </a:cubicBezTo>
                  <a:cubicBezTo>
                    <a:pt x="26" y="24"/>
                    <a:pt x="31" y="21"/>
                    <a:pt x="31" y="18"/>
                  </a:cubicBezTo>
                  <a:cubicBezTo>
                    <a:pt x="31" y="15"/>
                    <a:pt x="27" y="15"/>
                    <a:pt x="26" y="14"/>
                  </a:cubicBezTo>
                  <a:cubicBezTo>
                    <a:pt x="23" y="14"/>
                    <a:pt x="20" y="14"/>
                    <a:pt x="17" y="13"/>
                  </a:cubicBezTo>
                  <a:cubicBezTo>
                    <a:pt x="14" y="12"/>
                    <a:pt x="12" y="10"/>
                    <a:pt x="9" y="8"/>
                  </a:cubicBezTo>
                  <a:cubicBezTo>
                    <a:pt x="7" y="6"/>
                    <a:pt x="5" y="5"/>
                    <a:pt x="3" y="3"/>
                  </a:cubicBezTo>
                  <a:cubicBezTo>
                    <a:pt x="2" y="2"/>
                    <a:pt x="1" y="1"/>
                    <a:pt x="0" y="1"/>
                  </a:cubicBezTo>
                </a:path>
              </a:pathLst>
            </a:custGeom>
            <a:solidFill>
              <a:srgbClr val="EFCA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825" name="Freeform 53">
              <a:extLst>
                <a:ext uri="{FF2B5EF4-FFF2-40B4-BE49-F238E27FC236}">
                  <a16:creationId xmlns:a16="http://schemas.microsoft.com/office/drawing/2014/main" id="{A6B74A23-6E6F-4E42-95AC-4F11129FBF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3" y="2454"/>
              <a:ext cx="17" cy="64"/>
            </a:xfrm>
            <a:custGeom>
              <a:avLst/>
              <a:gdLst>
                <a:gd name="T0" fmla="*/ 40 w 11"/>
                <a:gd name="T1" fmla="*/ 0 h 42"/>
                <a:gd name="T2" fmla="*/ 19 w 11"/>
                <a:gd name="T3" fmla="*/ 67 h 42"/>
                <a:gd name="T4" fmla="*/ 29 w 11"/>
                <a:gd name="T5" fmla="*/ 102 h 42"/>
                <a:gd name="T6" fmla="*/ 36 w 11"/>
                <a:gd name="T7" fmla="*/ 149 h 42"/>
                <a:gd name="T8" fmla="*/ 14 w 11"/>
                <a:gd name="T9" fmla="*/ 110 h 42"/>
                <a:gd name="T10" fmla="*/ 5 w 11"/>
                <a:gd name="T11" fmla="*/ 53 h 42"/>
                <a:gd name="T12" fmla="*/ 40 w 11"/>
                <a:gd name="T13" fmla="*/ 5 h 4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" h="42">
                  <a:moveTo>
                    <a:pt x="11" y="0"/>
                  </a:moveTo>
                  <a:cubicBezTo>
                    <a:pt x="6" y="2"/>
                    <a:pt x="4" y="14"/>
                    <a:pt x="5" y="19"/>
                  </a:cubicBezTo>
                  <a:cubicBezTo>
                    <a:pt x="6" y="23"/>
                    <a:pt x="7" y="26"/>
                    <a:pt x="8" y="29"/>
                  </a:cubicBezTo>
                  <a:cubicBezTo>
                    <a:pt x="9" y="33"/>
                    <a:pt x="9" y="38"/>
                    <a:pt x="10" y="42"/>
                  </a:cubicBezTo>
                  <a:cubicBezTo>
                    <a:pt x="7" y="39"/>
                    <a:pt x="6" y="34"/>
                    <a:pt x="4" y="31"/>
                  </a:cubicBezTo>
                  <a:cubicBezTo>
                    <a:pt x="2" y="26"/>
                    <a:pt x="0" y="21"/>
                    <a:pt x="1" y="15"/>
                  </a:cubicBezTo>
                  <a:cubicBezTo>
                    <a:pt x="2" y="9"/>
                    <a:pt x="4" y="0"/>
                    <a:pt x="11" y="1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826" name="Freeform 54">
              <a:extLst>
                <a:ext uri="{FF2B5EF4-FFF2-40B4-BE49-F238E27FC236}">
                  <a16:creationId xmlns:a16="http://schemas.microsoft.com/office/drawing/2014/main" id="{A2B081B9-C439-423E-84B8-18D6AB6167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3" y="2465"/>
              <a:ext cx="17" cy="14"/>
            </a:xfrm>
            <a:custGeom>
              <a:avLst/>
              <a:gdLst>
                <a:gd name="T0" fmla="*/ 5 w 11"/>
                <a:gd name="T1" fmla="*/ 22 h 9"/>
                <a:gd name="T2" fmla="*/ 19 w 11"/>
                <a:gd name="T3" fmla="*/ 5 h 9"/>
                <a:gd name="T4" fmla="*/ 34 w 11"/>
                <a:gd name="T5" fmla="*/ 0 h 9"/>
                <a:gd name="T6" fmla="*/ 19 w 11"/>
                <a:gd name="T7" fmla="*/ 14 h 9"/>
                <a:gd name="T8" fmla="*/ 0 w 11"/>
                <a:gd name="T9" fmla="*/ 22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9">
                  <a:moveTo>
                    <a:pt x="1" y="6"/>
                  </a:moveTo>
                  <a:cubicBezTo>
                    <a:pt x="1" y="4"/>
                    <a:pt x="3" y="2"/>
                    <a:pt x="5" y="1"/>
                  </a:cubicBezTo>
                  <a:cubicBezTo>
                    <a:pt x="5" y="1"/>
                    <a:pt x="9" y="0"/>
                    <a:pt x="9" y="0"/>
                  </a:cubicBezTo>
                  <a:cubicBezTo>
                    <a:pt x="11" y="1"/>
                    <a:pt x="6" y="4"/>
                    <a:pt x="5" y="4"/>
                  </a:cubicBezTo>
                  <a:cubicBezTo>
                    <a:pt x="4" y="5"/>
                    <a:pt x="1" y="9"/>
                    <a:pt x="0" y="6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827" name="Freeform 55">
              <a:extLst>
                <a:ext uri="{FF2B5EF4-FFF2-40B4-BE49-F238E27FC236}">
                  <a16:creationId xmlns:a16="http://schemas.microsoft.com/office/drawing/2014/main" id="{035B961B-4F19-48E6-AF1C-034932C2464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9" y="2620"/>
              <a:ext cx="8" cy="8"/>
            </a:xfrm>
            <a:custGeom>
              <a:avLst/>
              <a:gdLst>
                <a:gd name="T0" fmla="*/ 0 w 5"/>
                <a:gd name="T1" fmla="*/ 8 h 5"/>
                <a:gd name="T2" fmla="*/ 8 w 5"/>
                <a:gd name="T3" fmla="*/ 21 h 5"/>
                <a:gd name="T4" fmla="*/ 0 w 5"/>
                <a:gd name="T5" fmla="*/ 8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0" y="2"/>
                  </a:moveTo>
                  <a:cubicBezTo>
                    <a:pt x="1" y="3"/>
                    <a:pt x="2" y="4"/>
                    <a:pt x="2" y="5"/>
                  </a:cubicBezTo>
                  <a:cubicBezTo>
                    <a:pt x="5" y="3"/>
                    <a:pt x="2" y="0"/>
                    <a:pt x="0" y="2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828" name="Freeform 56">
              <a:extLst>
                <a:ext uri="{FF2B5EF4-FFF2-40B4-BE49-F238E27FC236}">
                  <a16:creationId xmlns:a16="http://schemas.microsoft.com/office/drawing/2014/main" id="{39700A9C-5FC3-4C5F-A002-E2CFE6A814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6" y="2465"/>
              <a:ext cx="12" cy="20"/>
            </a:xfrm>
            <a:custGeom>
              <a:avLst/>
              <a:gdLst>
                <a:gd name="T0" fmla="*/ 27 w 8"/>
                <a:gd name="T1" fmla="*/ 0 h 13"/>
                <a:gd name="T2" fmla="*/ 0 w 8"/>
                <a:gd name="T3" fmla="*/ 28 h 13"/>
                <a:gd name="T4" fmla="*/ 27 w 8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3">
                  <a:moveTo>
                    <a:pt x="8" y="0"/>
                  </a:moveTo>
                  <a:cubicBezTo>
                    <a:pt x="8" y="0"/>
                    <a:pt x="0" y="3"/>
                    <a:pt x="0" y="8"/>
                  </a:cubicBezTo>
                  <a:cubicBezTo>
                    <a:pt x="0" y="13"/>
                    <a:pt x="2" y="1"/>
                    <a:pt x="8" y="0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829" name="Freeform 57">
              <a:extLst>
                <a:ext uri="{FF2B5EF4-FFF2-40B4-BE49-F238E27FC236}">
                  <a16:creationId xmlns:a16="http://schemas.microsoft.com/office/drawing/2014/main" id="{CA9E16CA-326E-4BF8-BBAC-AF952F0FA6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0" y="1632"/>
              <a:ext cx="130" cy="98"/>
            </a:xfrm>
            <a:custGeom>
              <a:avLst/>
              <a:gdLst>
                <a:gd name="T0" fmla="*/ 0 w 85"/>
                <a:gd name="T1" fmla="*/ 176 h 64"/>
                <a:gd name="T2" fmla="*/ 225 w 85"/>
                <a:gd name="T3" fmla="*/ 142 h 64"/>
                <a:gd name="T4" fmla="*/ 304 w 85"/>
                <a:gd name="T5" fmla="*/ 0 h 64"/>
                <a:gd name="T6" fmla="*/ 194 w 85"/>
                <a:gd name="T7" fmla="*/ 188 h 64"/>
                <a:gd name="T8" fmla="*/ 12 w 85"/>
                <a:gd name="T9" fmla="*/ 182 h 6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5" h="64">
                  <a:moveTo>
                    <a:pt x="0" y="49"/>
                  </a:moveTo>
                  <a:cubicBezTo>
                    <a:pt x="19" y="64"/>
                    <a:pt x="47" y="57"/>
                    <a:pt x="63" y="40"/>
                  </a:cubicBezTo>
                  <a:cubicBezTo>
                    <a:pt x="74" y="29"/>
                    <a:pt x="78" y="13"/>
                    <a:pt x="85" y="0"/>
                  </a:cubicBezTo>
                  <a:cubicBezTo>
                    <a:pt x="78" y="20"/>
                    <a:pt x="71" y="41"/>
                    <a:pt x="54" y="52"/>
                  </a:cubicBezTo>
                  <a:cubicBezTo>
                    <a:pt x="39" y="62"/>
                    <a:pt x="16" y="63"/>
                    <a:pt x="3" y="51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830" name="Freeform 58">
              <a:extLst>
                <a:ext uri="{FF2B5EF4-FFF2-40B4-BE49-F238E27FC236}">
                  <a16:creationId xmlns:a16="http://schemas.microsoft.com/office/drawing/2014/main" id="{CA670067-B8DF-4750-B541-4DA80305B5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2" y="1626"/>
              <a:ext cx="126" cy="108"/>
            </a:xfrm>
            <a:custGeom>
              <a:avLst/>
              <a:gdLst>
                <a:gd name="T0" fmla="*/ 8 w 83"/>
                <a:gd name="T1" fmla="*/ 0 h 71"/>
                <a:gd name="T2" fmla="*/ 115 w 83"/>
                <a:gd name="T3" fmla="*/ 195 h 71"/>
                <a:gd name="T4" fmla="*/ 290 w 83"/>
                <a:gd name="T5" fmla="*/ 222 h 71"/>
                <a:gd name="T6" fmla="*/ 120 w 83"/>
                <a:gd name="T7" fmla="*/ 181 h 71"/>
                <a:gd name="T8" fmla="*/ 8 w 83"/>
                <a:gd name="T9" fmla="*/ 27 h 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3" h="71">
                  <a:moveTo>
                    <a:pt x="2" y="0"/>
                  </a:moveTo>
                  <a:cubicBezTo>
                    <a:pt x="0" y="22"/>
                    <a:pt x="16" y="44"/>
                    <a:pt x="33" y="55"/>
                  </a:cubicBezTo>
                  <a:cubicBezTo>
                    <a:pt x="46" y="62"/>
                    <a:pt x="69" y="71"/>
                    <a:pt x="83" y="63"/>
                  </a:cubicBezTo>
                  <a:cubicBezTo>
                    <a:pt x="72" y="67"/>
                    <a:pt x="45" y="58"/>
                    <a:pt x="34" y="51"/>
                  </a:cubicBezTo>
                  <a:cubicBezTo>
                    <a:pt x="22" y="44"/>
                    <a:pt x="3" y="23"/>
                    <a:pt x="2" y="8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831" name="Freeform 59">
              <a:extLst>
                <a:ext uri="{FF2B5EF4-FFF2-40B4-BE49-F238E27FC236}">
                  <a16:creationId xmlns:a16="http://schemas.microsoft.com/office/drawing/2014/main" id="{D70E03DC-8E9C-4612-9853-1B1A1B41EA6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9" y="2317"/>
              <a:ext cx="129" cy="70"/>
            </a:xfrm>
            <a:custGeom>
              <a:avLst/>
              <a:gdLst>
                <a:gd name="T0" fmla="*/ 297 w 85"/>
                <a:gd name="T1" fmla="*/ 0 h 46"/>
                <a:gd name="T2" fmla="*/ 0 w 85"/>
                <a:gd name="T3" fmla="*/ 163 h 46"/>
                <a:gd name="T4" fmla="*/ 297 w 85"/>
                <a:gd name="T5" fmla="*/ 0 h 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5" h="46">
                  <a:moveTo>
                    <a:pt x="85" y="0"/>
                  </a:moveTo>
                  <a:cubicBezTo>
                    <a:pt x="85" y="0"/>
                    <a:pt x="37" y="37"/>
                    <a:pt x="0" y="46"/>
                  </a:cubicBezTo>
                  <a:cubicBezTo>
                    <a:pt x="0" y="46"/>
                    <a:pt x="45" y="39"/>
                    <a:pt x="8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832" name="Freeform 60">
              <a:extLst>
                <a:ext uri="{FF2B5EF4-FFF2-40B4-BE49-F238E27FC236}">
                  <a16:creationId xmlns:a16="http://schemas.microsoft.com/office/drawing/2014/main" id="{0A339F44-0FBF-46AA-BC94-B0490516C3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9" y="3051"/>
              <a:ext cx="69" cy="80"/>
            </a:xfrm>
            <a:custGeom>
              <a:avLst/>
              <a:gdLst>
                <a:gd name="T0" fmla="*/ 0 w 45"/>
                <a:gd name="T1" fmla="*/ 131 h 52"/>
                <a:gd name="T2" fmla="*/ 144 w 45"/>
                <a:gd name="T3" fmla="*/ 0 h 52"/>
                <a:gd name="T4" fmla="*/ 133 w 45"/>
                <a:gd name="T5" fmla="*/ 106 h 52"/>
                <a:gd name="T6" fmla="*/ 26 w 45"/>
                <a:gd name="T7" fmla="*/ 146 h 5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5" h="52">
                  <a:moveTo>
                    <a:pt x="0" y="36"/>
                  </a:moveTo>
                  <a:cubicBezTo>
                    <a:pt x="18" y="52"/>
                    <a:pt x="36" y="13"/>
                    <a:pt x="40" y="0"/>
                  </a:cubicBezTo>
                  <a:cubicBezTo>
                    <a:pt x="42" y="10"/>
                    <a:pt x="45" y="20"/>
                    <a:pt x="37" y="29"/>
                  </a:cubicBezTo>
                  <a:cubicBezTo>
                    <a:pt x="30" y="38"/>
                    <a:pt x="17" y="41"/>
                    <a:pt x="7" y="40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833" name="Freeform 61">
              <a:extLst>
                <a:ext uri="{FF2B5EF4-FFF2-40B4-BE49-F238E27FC236}">
                  <a16:creationId xmlns:a16="http://schemas.microsoft.com/office/drawing/2014/main" id="{D14FDD78-DDA1-4DFC-AACC-A1ACC54B777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0" y="3042"/>
              <a:ext cx="49" cy="79"/>
            </a:xfrm>
            <a:custGeom>
              <a:avLst/>
              <a:gdLst>
                <a:gd name="T0" fmla="*/ 0 w 32"/>
                <a:gd name="T1" fmla="*/ 143 h 52"/>
                <a:gd name="T2" fmla="*/ 89 w 32"/>
                <a:gd name="T3" fmla="*/ 0 h 52"/>
                <a:gd name="T4" fmla="*/ 12 w 32"/>
                <a:gd name="T5" fmla="*/ 150 h 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52">
                  <a:moveTo>
                    <a:pt x="0" y="41"/>
                  </a:moveTo>
                  <a:cubicBezTo>
                    <a:pt x="19" y="51"/>
                    <a:pt x="26" y="12"/>
                    <a:pt x="25" y="0"/>
                  </a:cubicBezTo>
                  <a:cubicBezTo>
                    <a:pt x="32" y="17"/>
                    <a:pt x="25" y="52"/>
                    <a:pt x="3" y="43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834" name="Freeform 62">
              <a:extLst>
                <a:ext uri="{FF2B5EF4-FFF2-40B4-BE49-F238E27FC236}">
                  <a16:creationId xmlns:a16="http://schemas.microsoft.com/office/drawing/2014/main" id="{53B903CA-2691-4160-A3D4-5AD4E3756F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2" y="1903"/>
              <a:ext cx="29" cy="353"/>
            </a:xfrm>
            <a:custGeom>
              <a:avLst/>
              <a:gdLst>
                <a:gd name="T0" fmla="*/ 12 w 19"/>
                <a:gd name="T1" fmla="*/ 359 h 232"/>
                <a:gd name="T2" fmla="*/ 67 w 19"/>
                <a:gd name="T3" fmla="*/ 817 h 232"/>
                <a:gd name="T4" fmla="*/ 41 w 19"/>
                <a:gd name="T5" fmla="*/ 399 h 232"/>
                <a:gd name="T6" fmla="*/ 5 w 19"/>
                <a:gd name="T7" fmla="*/ 0 h 232"/>
                <a:gd name="T8" fmla="*/ 12 w 19"/>
                <a:gd name="T9" fmla="*/ 359 h 2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232">
                  <a:moveTo>
                    <a:pt x="3" y="102"/>
                  </a:moveTo>
                  <a:cubicBezTo>
                    <a:pt x="4" y="122"/>
                    <a:pt x="13" y="204"/>
                    <a:pt x="19" y="232"/>
                  </a:cubicBezTo>
                  <a:cubicBezTo>
                    <a:pt x="17" y="216"/>
                    <a:pt x="13" y="167"/>
                    <a:pt x="12" y="113"/>
                  </a:cubicBezTo>
                  <a:cubicBezTo>
                    <a:pt x="11" y="60"/>
                    <a:pt x="6" y="24"/>
                    <a:pt x="1" y="0"/>
                  </a:cubicBezTo>
                  <a:cubicBezTo>
                    <a:pt x="0" y="25"/>
                    <a:pt x="2" y="79"/>
                    <a:pt x="3" y="102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835" name="Freeform 63">
              <a:extLst>
                <a:ext uri="{FF2B5EF4-FFF2-40B4-BE49-F238E27FC236}">
                  <a16:creationId xmlns:a16="http://schemas.microsoft.com/office/drawing/2014/main" id="{9BA05828-3326-4594-ACBF-7F4DFF9F7D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1" y="1509"/>
              <a:ext cx="36" cy="387"/>
            </a:xfrm>
            <a:custGeom>
              <a:avLst/>
              <a:gdLst>
                <a:gd name="T0" fmla="*/ 72 w 24"/>
                <a:gd name="T1" fmla="*/ 0 h 254"/>
                <a:gd name="T2" fmla="*/ 72 w 24"/>
                <a:gd name="T3" fmla="*/ 382 h 254"/>
                <a:gd name="T4" fmla="*/ 32 w 24"/>
                <a:gd name="T5" fmla="*/ 789 h 254"/>
                <a:gd name="T6" fmla="*/ 18 w 24"/>
                <a:gd name="T7" fmla="*/ 899 h 254"/>
                <a:gd name="T8" fmla="*/ 26 w 24"/>
                <a:gd name="T9" fmla="*/ 527 h 254"/>
                <a:gd name="T10" fmla="*/ 72 w 24"/>
                <a:gd name="T11" fmla="*/ 0 h 25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254">
                  <a:moveTo>
                    <a:pt x="21" y="0"/>
                  </a:moveTo>
                  <a:cubicBezTo>
                    <a:pt x="23" y="18"/>
                    <a:pt x="23" y="74"/>
                    <a:pt x="21" y="108"/>
                  </a:cubicBezTo>
                  <a:cubicBezTo>
                    <a:pt x="20" y="142"/>
                    <a:pt x="13" y="204"/>
                    <a:pt x="9" y="223"/>
                  </a:cubicBezTo>
                  <a:cubicBezTo>
                    <a:pt x="5" y="241"/>
                    <a:pt x="5" y="254"/>
                    <a:pt x="5" y="254"/>
                  </a:cubicBezTo>
                  <a:cubicBezTo>
                    <a:pt x="0" y="227"/>
                    <a:pt x="6" y="166"/>
                    <a:pt x="7" y="149"/>
                  </a:cubicBezTo>
                  <a:cubicBezTo>
                    <a:pt x="8" y="131"/>
                    <a:pt x="24" y="24"/>
                    <a:pt x="21" y="0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836" name="Freeform 64">
              <a:extLst>
                <a:ext uri="{FF2B5EF4-FFF2-40B4-BE49-F238E27FC236}">
                  <a16:creationId xmlns:a16="http://schemas.microsoft.com/office/drawing/2014/main" id="{24CB1303-7081-4302-A68B-3BD2E75D6CA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8" y="1918"/>
              <a:ext cx="25" cy="325"/>
            </a:xfrm>
            <a:custGeom>
              <a:avLst/>
              <a:gdLst>
                <a:gd name="T0" fmla="*/ 0 w 16"/>
                <a:gd name="T1" fmla="*/ 757 h 213"/>
                <a:gd name="T2" fmla="*/ 22 w 16"/>
                <a:gd name="T3" fmla="*/ 412 h 213"/>
                <a:gd name="T4" fmla="*/ 53 w 16"/>
                <a:gd name="T5" fmla="*/ 0 h 213"/>
                <a:gd name="T6" fmla="*/ 56 w 16"/>
                <a:gd name="T7" fmla="*/ 310 h 213"/>
                <a:gd name="T8" fmla="*/ 0 w 16"/>
                <a:gd name="T9" fmla="*/ 757 h 2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213">
                  <a:moveTo>
                    <a:pt x="0" y="213"/>
                  </a:moveTo>
                  <a:cubicBezTo>
                    <a:pt x="0" y="207"/>
                    <a:pt x="6" y="155"/>
                    <a:pt x="6" y="116"/>
                  </a:cubicBezTo>
                  <a:cubicBezTo>
                    <a:pt x="6" y="73"/>
                    <a:pt x="8" y="31"/>
                    <a:pt x="14" y="0"/>
                  </a:cubicBezTo>
                  <a:cubicBezTo>
                    <a:pt x="11" y="19"/>
                    <a:pt x="14" y="59"/>
                    <a:pt x="15" y="87"/>
                  </a:cubicBezTo>
                  <a:cubicBezTo>
                    <a:pt x="16" y="115"/>
                    <a:pt x="8" y="187"/>
                    <a:pt x="0" y="213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837" name="Freeform 65">
              <a:extLst>
                <a:ext uri="{FF2B5EF4-FFF2-40B4-BE49-F238E27FC236}">
                  <a16:creationId xmlns:a16="http://schemas.microsoft.com/office/drawing/2014/main" id="{8E7298A2-B79B-4B04-B455-13C4621663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9" y="2179"/>
              <a:ext cx="38" cy="17"/>
            </a:xfrm>
            <a:custGeom>
              <a:avLst/>
              <a:gdLst>
                <a:gd name="T0" fmla="*/ 27 w 25"/>
                <a:gd name="T1" fmla="*/ 0 h 11"/>
                <a:gd name="T2" fmla="*/ 26 w 25"/>
                <a:gd name="T3" fmla="*/ 34 h 11"/>
                <a:gd name="T4" fmla="*/ 61 w 25"/>
                <a:gd name="T5" fmla="*/ 14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11">
                  <a:moveTo>
                    <a:pt x="8" y="0"/>
                  </a:moveTo>
                  <a:cubicBezTo>
                    <a:pt x="0" y="1"/>
                    <a:pt x="1" y="7"/>
                    <a:pt x="7" y="9"/>
                  </a:cubicBezTo>
                  <a:cubicBezTo>
                    <a:pt x="13" y="11"/>
                    <a:pt x="25" y="5"/>
                    <a:pt x="17" y="4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838" name="Freeform 66">
              <a:extLst>
                <a:ext uri="{FF2B5EF4-FFF2-40B4-BE49-F238E27FC236}">
                  <a16:creationId xmlns:a16="http://schemas.microsoft.com/office/drawing/2014/main" id="{D64B89EB-CA74-472A-9E17-F1AE5CBAE4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0" y="1640"/>
              <a:ext cx="38" cy="39"/>
            </a:xfrm>
            <a:custGeom>
              <a:avLst/>
              <a:gdLst>
                <a:gd name="T0" fmla="*/ 26 w 25"/>
                <a:gd name="T1" fmla="*/ 12 h 26"/>
                <a:gd name="T2" fmla="*/ 53 w 25"/>
                <a:gd name="T3" fmla="*/ 80 h 26"/>
                <a:gd name="T4" fmla="*/ 84 w 25"/>
                <a:gd name="T5" fmla="*/ 41 h 26"/>
                <a:gd name="T6" fmla="*/ 49 w 25"/>
                <a:gd name="T7" fmla="*/ 0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26">
                  <a:moveTo>
                    <a:pt x="7" y="3"/>
                  </a:moveTo>
                  <a:cubicBezTo>
                    <a:pt x="0" y="11"/>
                    <a:pt x="4" y="26"/>
                    <a:pt x="15" y="23"/>
                  </a:cubicBezTo>
                  <a:cubicBezTo>
                    <a:pt x="20" y="21"/>
                    <a:pt x="23" y="17"/>
                    <a:pt x="24" y="12"/>
                  </a:cubicBezTo>
                  <a:cubicBezTo>
                    <a:pt x="25" y="5"/>
                    <a:pt x="20" y="2"/>
                    <a:pt x="14" y="0"/>
                  </a:cubicBezTo>
                </a:path>
              </a:pathLst>
            </a:custGeom>
            <a:solidFill>
              <a:srgbClr val="EFCA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839" name="Freeform 67">
              <a:extLst>
                <a:ext uri="{FF2B5EF4-FFF2-40B4-BE49-F238E27FC236}">
                  <a16:creationId xmlns:a16="http://schemas.microsoft.com/office/drawing/2014/main" id="{1D24EA33-D1BD-427F-86A4-0547ADCF6F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4" y="1634"/>
              <a:ext cx="55" cy="53"/>
            </a:xfrm>
            <a:custGeom>
              <a:avLst/>
              <a:gdLst>
                <a:gd name="T0" fmla="*/ 61 w 36"/>
                <a:gd name="T1" fmla="*/ 0 h 35"/>
                <a:gd name="T2" fmla="*/ 21 w 36"/>
                <a:gd name="T3" fmla="*/ 68 h 35"/>
                <a:gd name="T4" fmla="*/ 101 w 36"/>
                <a:gd name="T5" fmla="*/ 12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35">
                  <a:moveTo>
                    <a:pt x="17" y="0"/>
                  </a:moveTo>
                  <a:cubicBezTo>
                    <a:pt x="8" y="0"/>
                    <a:pt x="0" y="11"/>
                    <a:pt x="6" y="20"/>
                  </a:cubicBezTo>
                  <a:cubicBezTo>
                    <a:pt x="16" y="35"/>
                    <a:pt x="36" y="18"/>
                    <a:pt x="28" y="3"/>
                  </a:cubicBezTo>
                </a:path>
              </a:pathLst>
            </a:custGeom>
            <a:solidFill>
              <a:srgbClr val="EFCA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840" name="Freeform 68">
              <a:extLst>
                <a:ext uri="{FF2B5EF4-FFF2-40B4-BE49-F238E27FC236}">
                  <a16:creationId xmlns:a16="http://schemas.microsoft.com/office/drawing/2014/main" id="{802D694B-7A43-4C3A-8017-072141E0D88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0" y="1509"/>
              <a:ext cx="5" cy="172"/>
            </a:xfrm>
            <a:custGeom>
              <a:avLst/>
              <a:gdLst>
                <a:gd name="T0" fmla="*/ 0 w 3"/>
                <a:gd name="T1" fmla="*/ 399 h 113"/>
                <a:gd name="T2" fmla="*/ 0 w 3"/>
                <a:gd name="T3" fmla="*/ 394 h 113"/>
                <a:gd name="T4" fmla="*/ 0 w 3"/>
                <a:gd name="T5" fmla="*/ 0 h 1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113">
                  <a:moveTo>
                    <a:pt x="0" y="113"/>
                  </a:moveTo>
                  <a:cubicBezTo>
                    <a:pt x="0" y="112"/>
                    <a:pt x="0" y="112"/>
                    <a:pt x="0" y="112"/>
                  </a:cubicBezTo>
                  <a:cubicBezTo>
                    <a:pt x="2" y="74"/>
                    <a:pt x="3" y="7"/>
                    <a:pt x="0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841" name="Freeform 69">
              <a:extLst>
                <a:ext uri="{FF2B5EF4-FFF2-40B4-BE49-F238E27FC236}">
                  <a16:creationId xmlns:a16="http://schemas.microsoft.com/office/drawing/2014/main" id="{B4974DC1-C6A3-4025-BA30-99967C0969E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1" y="1643"/>
              <a:ext cx="2" cy="4"/>
            </a:xfrm>
            <a:custGeom>
              <a:avLst/>
              <a:gdLst>
                <a:gd name="T0" fmla="*/ 0 w 1"/>
                <a:gd name="T1" fmla="*/ 7 h 3"/>
                <a:gd name="T2" fmla="*/ 8 w 1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cubicBezTo>
                    <a:pt x="0" y="2"/>
                    <a:pt x="1" y="1"/>
                    <a:pt x="1" y="0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842" name="Freeform 70">
              <a:extLst>
                <a:ext uri="{FF2B5EF4-FFF2-40B4-BE49-F238E27FC236}">
                  <a16:creationId xmlns:a16="http://schemas.microsoft.com/office/drawing/2014/main" id="{F4F18FD3-FEAF-45C6-8A3C-4CFC0FF072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3" y="1634"/>
              <a:ext cx="33" cy="38"/>
            </a:xfrm>
            <a:custGeom>
              <a:avLst/>
              <a:gdLst>
                <a:gd name="T0" fmla="*/ 35 w 22"/>
                <a:gd name="T1" fmla="*/ 0 h 25"/>
                <a:gd name="T2" fmla="*/ 75 w 22"/>
                <a:gd name="T3" fmla="*/ 46 h 25"/>
                <a:gd name="T4" fmla="*/ 35 w 22"/>
                <a:gd name="T5" fmla="*/ 88 h 25"/>
                <a:gd name="T6" fmla="*/ 0 w 22"/>
                <a:gd name="T7" fmla="*/ 62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25">
                  <a:moveTo>
                    <a:pt x="10" y="0"/>
                  </a:moveTo>
                  <a:cubicBezTo>
                    <a:pt x="16" y="0"/>
                    <a:pt x="22" y="6"/>
                    <a:pt x="22" y="13"/>
                  </a:cubicBezTo>
                  <a:cubicBezTo>
                    <a:pt x="22" y="20"/>
                    <a:pt x="16" y="25"/>
                    <a:pt x="10" y="25"/>
                  </a:cubicBezTo>
                  <a:cubicBezTo>
                    <a:pt x="5" y="25"/>
                    <a:pt x="2" y="22"/>
                    <a:pt x="0" y="18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843" name="Oval 71">
              <a:extLst>
                <a:ext uri="{FF2B5EF4-FFF2-40B4-BE49-F238E27FC236}">
                  <a16:creationId xmlns:a16="http://schemas.microsoft.com/office/drawing/2014/main" id="{5F3F52FD-7B16-4B26-928D-4D1CD7EC33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83" y="1647"/>
              <a:ext cx="10" cy="11"/>
            </a:xfrm>
            <a:prstGeom prst="ellipse">
              <a:avLst/>
            </a:prstGeom>
            <a:noFill/>
            <a:ln w="4763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844" name="Freeform 72">
              <a:extLst>
                <a:ext uri="{FF2B5EF4-FFF2-40B4-BE49-F238E27FC236}">
                  <a16:creationId xmlns:a16="http://schemas.microsoft.com/office/drawing/2014/main" id="{CE74D185-4E8E-4981-86D2-85E49FD3AA8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4" y="2177"/>
              <a:ext cx="43" cy="12"/>
            </a:xfrm>
            <a:custGeom>
              <a:avLst/>
              <a:gdLst>
                <a:gd name="T0" fmla="*/ 0 w 28"/>
                <a:gd name="T1" fmla="*/ 26 h 8"/>
                <a:gd name="T2" fmla="*/ 48 w 28"/>
                <a:gd name="T3" fmla="*/ 0 h 8"/>
                <a:gd name="T4" fmla="*/ 101 w 28"/>
                <a:gd name="T5" fmla="*/ 27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8">
                  <a:moveTo>
                    <a:pt x="0" y="7"/>
                  </a:moveTo>
                  <a:cubicBezTo>
                    <a:pt x="6" y="1"/>
                    <a:pt x="7" y="0"/>
                    <a:pt x="13" y="0"/>
                  </a:cubicBezTo>
                  <a:cubicBezTo>
                    <a:pt x="20" y="0"/>
                    <a:pt x="21" y="1"/>
                    <a:pt x="28" y="8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845" name="Freeform 73">
              <a:extLst>
                <a:ext uri="{FF2B5EF4-FFF2-40B4-BE49-F238E27FC236}">
                  <a16:creationId xmlns:a16="http://schemas.microsoft.com/office/drawing/2014/main" id="{C633D7A0-168D-4E0C-AF2A-723C2C1C23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2" y="2183"/>
              <a:ext cx="27" cy="10"/>
            </a:xfrm>
            <a:custGeom>
              <a:avLst/>
              <a:gdLst>
                <a:gd name="T0" fmla="*/ 0 w 18"/>
                <a:gd name="T1" fmla="*/ 0 h 6"/>
                <a:gd name="T2" fmla="*/ 62 w 18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6">
                  <a:moveTo>
                    <a:pt x="0" y="0"/>
                  </a:moveTo>
                  <a:cubicBezTo>
                    <a:pt x="2" y="6"/>
                    <a:pt x="15" y="6"/>
                    <a:pt x="18" y="0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846" name="Freeform 74">
              <a:extLst>
                <a:ext uri="{FF2B5EF4-FFF2-40B4-BE49-F238E27FC236}">
                  <a16:creationId xmlns:a16="http://schemas.microsoft.com/office/drawing/2014/main" id="{578130D4-3D1A-4415-AFE0-8879BE522F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6" y="1509"/>
              <a:ext cx="4" cy="172"/>
            </a:xfrm>
            <a:custGeom>
              <a:avLst/>
              <a:gdLst>
                <a:gd name="T0" fmla="*/ 7 w 3"/>
                <a:gd name="T1" fmla="*/ 399 h 113"/>
                <a:gd name="T2" fmla="*/ 7 w 3"/>
                <a:gd name="T3" fmla="*/ 394 h 113"/>
                <a:gd name="T4" fmla="*/ 7 w 3"/>
                <a:gd name="T5" fmla="*/ 0 h 1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113">
                  <a:moveTo>
                    <a:pt x="3" y="113"/>
                  </a:moveTo>
                  <a:cubicBezTo>
                    <a:pt x="3" y="112"/>
                    <a:pt x="3" y="112"/>
                    <a:pt x="3" y="112"/>
                  </a:cubicBezTo>
                  <a:cubicBezTo>
                    <a:pt x="1" y="74"/>
                    <a:pt x="0" y="7"/>
                    <a:pt x="3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847" name="Freeform 75">
              <a:extLst>
                <a:ext uri="{FF2B5EF4-FFF2-40B4-BE49-F238E27FC236}">
                  <a16:creationId xmlns:a16="http://schemas.microsoft.com/office/drawing/2014/main" id="{C27B5A1D-D452-4F32-AAF9-CB9640DDFC6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5" y="1649"/>
              <a:ext cx="3" cy="4"/>
            </a:xfrm>
            <a:custGeom>
              <a:avLst/>
              <a:gdLst>
                <a:gd name="T0" fmla="*/ 8 w 2"/>
                <a:gd name="T1" fmla="*/ 7 h 3"/>
                <a:gd name="T2" fmla="*/ 0 w 2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3">
                  <a:moveTo>
                    <a:pt x="2" y="3"/>
                  </a:moveTo>
                  <a:cubicBezTo>
                    <a:pt x="1" y="2"/>
                    <a:pt x="1" y="1"/>
                    <a:pt x="0" y="0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848" name="Freeform 76">
              <a:extLst>
                <a:ext uri="{FF2B5EF4-FFF2-40B4-BE49-F238E27FC236}">
                  <a16:creationId xmlns:a16="http://schemas.microsoft.com/office/drawing/2014/main" id="{BE38D302-0CFA-43C1-87CA-B62B298821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3" y="1640"/>
              <a:ext cx="34" cy="38"/>
            </a:xfrm>
            <a:custGeom>
              <a:avLst/>
              <a:gdLst>
                <a:gd name="T0" fmla="*/ 45 w 22"/>
                <a:gd name="T1" fmla="*/ 0 h 25"/>
                <a:gd name="T2" fmla="*/ 0 w 22"/>
                <a:gd name="T3" fmla="*/ 46 h 25"/>
                <a:gd name="T4" fmla="*/ 45 w 22"/>
                <a:gd name="T5" fmla="*/ 88 h 25"/>
                <a:gd name="T6" fmla="*/ 82 w 22"/>
                <a:gd name="T7" fmla="*/ 62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25">
                  <a:moveTo>
                    <a:pt x="12" y="0"/>
                  </a:moveTo>
                  <a:cubicBezTo>
                    <a:pt x="5" y="0"/>
                    <a:pt x="0" y="5"/>
                    <a:pt x="0" y="13"/>
                  </a:cubicBezTo>
                  <a:cubicBezTo>
                    <a:pt x="0" y="20"/>
                    <a:pt x="5" y="25"/>
                    <a:pt x="12" y="25"/>
                  </a:cubicBezTo>
                  <a:cubicBezTo>
                    <a:pt x="16" y="25"/>
                    <a:pt x="20" y="22"/>
                    <a:pt x="22" y="18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849" name="Oval 77">
              <a:extLst>
                <a:ext uri="{FF2B5EF4-FFF2-40B4-BE49-F238E27FC236}">
                  <a16:creationId xmlns:a16="http://schemas.microsoft.com/office/drawing/2014/main" id="{802D2EB7-F54E-45F6-A6C1-658F4A9EF1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96" y="1653"/>
              <a:ext cx="10" cy="11"/>
            </a:xfrm>
            <a:prstGeom prst="ellipse">
              <a:avLst/>
            </a:prstGeom>
            <a:noFill/>
            <a:ln w="4763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850" name="Freeform 78">
              <a:extLst>
                <a:ext uri="{FF2B5EF4-FFF2-40B4-BE49-F238E27FC236}">
                  <a16:creationId xmlns:a16="http://schemas.microsoft.com/office/drawing/2014/main" id="{EF68CB78-7EA0-4C26-AD89-D3ACF6DD27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0" y="2159"/>
              <a:ext cx="42" cy="23"/>
            </a:xfrm>
            <a:custGeom>
              <a:avLst/>
              <a:gdLst>
                <a:gd name="T0" fmla="*/ 0 w 27"/>
                <a:gd name="T1" fmla="*/ 35 h 15"/>
                <a:gd name="T2" fmla="*/ 79 w 27"/>
                <a:gd name="T3" fmla="*/ 54 h 15"/>
                <a:gd name="T4" fmla="*/ 5 w 27"/>
                <a:gd name="T5" fmla="*/ 32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15">
                  <a:moveTo>
                    <a:pt x="0" y="10"/>
                  </a:moveTo>
                  <a:cubicBezTo>
                    <a:pt x="6" y="6"/>
                    <a:pt x="18" y="8"/>
                    <a:pt x="21" y="15"/>
                  </a:cubicBezTo>
                  <a:cubicBezTo>
                    <a:pt x="27" y="10"/>
                    <a:pt x="5" y="0"/>
                    <a:pt x="1" y="9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851" name="Freeform 79">
              <a:extLst>
                <a:ext uri="{FF2B5EF4-FFF2-40B4-BE49-F238E27FC236}">
                  <a16:creationId xmlns:a16="http://schemas.microsoft.com/office/drawing/2014/main" id="{68E157D7-6101-4E21-8822-2FDBC9F93B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2" y="1488"/>
              <a:ext cx="20" cy="39"/>
            </a:xfrm>
            <a:custGeom>
              <a:avLst/>
              <a:gdLst>
                <a:gd name="T0" fmla="*/ 0 w 13"/>
                <a:gd name="T1" fmla="*/ 89 h 26"/>
                <a:gd name="T2" fmla="*/ 0 w 13"/>
                <a:gd name="T3" fmla="*/ 89 h 26"/>
                <a:gd name="T4" fmla="*/ 48 w 13"/>
                <a:gd name="T5" fmla="*/ 5 h 26"/>
                <a:gd name="T6" fmla="*/ 40 w 13"/>
                <a:gd name="T7" fmla="*/ 0 h 26"/>
                <a:gd name="T8" fmla="*/ 0 w 13"/>
                <a:gd name="T9" fmla="*/ 89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26">
                  <a:moveTo>
                    <a:pt x="0" y="26"/>
                  </a:moveTo>
                  <a:cubicBezTo>
                    <a:pt x="0" y="26"/>
                    <a:pt x="0" y="26"/>
                    <a:pt x="0" y="26"/>
                  </a:cubicBezTo>
                  <a:cubicBezTo>
                    <a:pt x="8" y="21"/>
                    <a:pt x="8" y="13"/>
                    <a:pt x="13" y="1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6" y="12"/>
                    <a:pt x="7" y="21"/>
                    <a:pt x="0" y="26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852" name="Freeform 80">
              <a:extLst>
                <a:ext uri="{FF2B5EF4-FFF2-40B4-BE49-F238E27FC236}">
                  <a16:creationId xmlns:a16="http://schemas.microsoft.com/office/drawing/2014/main" id="{C8D178CC-138B-46C3-9794-0FB747F69C0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8" y="1488"/>
              <a:ext cx="31" cy="39"/>
            </a:xfrm>
            <a:custGeom>
              <a:avLst/>
              <a:gdLst>
                <a:gd name="T0" fmla="*/ 0 w 20"/>
                <a:gd name="T1" fmla="*/ 5 h 26"/>
                <a:gd name="T2" fmla="*/ 74 w 20"/>
                <a:gd name="T3" fmla="*/ 89 h 26"/>
                <a:gd name="T4" fmla="*/ 5 w 20"/>
                <a:gd name="T5" fmla="*/ 0 h 26"/>
                <a:gd name="T6" fmla="*/ 0 w 20"/>
                <a:gd name="T7" fmla="*/ 5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26">
                  <a:moveTo>
                    <a:pt x="0" y="1"/>
                  </a:moveTo>
                  <a:cubicBezTo>
                    <a:pt x="5" y="13"/>
                    <a:pt x="12" y="21"/>
                    <a:pt x="20" y="26"/>
                  </a:cubicBezTo>
                  <a:cubicBezTo>
                    <a:pt x="13" y="21"/>
                    <a:pt x="7" y="12"/>
                    <a:pt x="1" y="0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853" name="Freeform 81">
              <a:extLst>
                <a:ext uri="{FF2B5EF4-FFF2-40B4-BE49-F238E27FC236}">
                  <a16:creationId xmlns:a16="http://schemas.microsoft.com/office/drawing/2014/main" id="{D5ECD325-43FB-4128-BD2D-C97C9A3CDE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6" y="2438"/>
              <a:ext cx="26" cy="90"/>
            </a:xfrm>
            <a:custGeom>
              <a:avLst/>
              <a:gdLst>
                <a:gd name="T0" fmla="*/ 49 w 17"/>
                <a:gd name="T1" fmla="*/ 14 h 59"/>
                <a:gd name="T2" fmla="*/ 49 w 17"/>
                <a:gd name="T3" fmla="*/ 149 h 59"/>
                <a:gd name="T4" fmla="*/ 0 w 17"/>
                <a:gd name="T5" fmla="*/ 209 h 59"/>
                <a:gd name="T6" fmla="*/ 28 w 17"/>
                <a:gd name="T7" fmla="*/ 174 h 59"/>
                <a:gd name="T8" fmla="*/ 8 w 17"/>
                <a:gd name="T9" fmla="*/ 124 h 59"/>
                <a:gd name="T10" fmla="*/ 28 w 17"/>
                <a:gd name="T11" fmla="*/ 79 h 59"/>
                <a:gd name="T12" fmla="*/ 43 w 17"/>
                <a:gd name="T13" fmla="*/ 0 h 5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" h="59">
                  <a:moveTo>
                    <a:pt x="14" y="4"/>
                  </a:moveTo>
                  <a:cubicBezTo>
                    <a:pt x="16" y="17"/>
                    <a:pt x="17" y="30"/>
                    <a:pt x="14" y="42"/>
                  </a:cubicBezTo>
                  <a:cubicBezTo>
                    <a:pt x="12" y="52"/>
                    <a:pt x="9" y="55"/>
                    <a:pt x="0" y="59"/>
                  </a:cubicBezTo>
                  <a:cubicBezTo>
                    <a:pt x="4" y="56"/>
                    <a:pt x="7" y="53"/>
                    <a:pt x="8" y="49"/>
                  </a:cubicBezTo>
                  <a:cubicBezTo>
                    <a:pt x="8" y="43"/>
                    <a:pt x="3" y="40"/>
                    <a:pt x="2" y="35"/>
                  </a:cubicBezTo>
                  <a:cubicBezTo>
                    <a:pt x="1" y="30"/>
                    <a:pt x="6" y="26"/>
                    <a:pt x="8" y="22"/>
                  </a:cubicBezTo>
                  <a:cubicBezTo>
                    <a:pt x="10" y="15"/>
                    <a:pt x="12" y="7"/>
                    <a:pt x="12" y="0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854" name="Freeform 82">
              <a:extLst>
                <a:ext uri="{FF2B5EF4-FFF2-40B4-BE49-F238E27FC236}">
                  <a16:creationId xmlns:a16="http://schemas.microsoft.com/office/drawing/2014/main" id="{2C81BE7B-2C38-4E70-9DA6-F0FA62C460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3" y="2171"/>
              <a:ext cx="24" cy="37"/>
            </a:xfrm>
            <a:custGeom>
              <a:avLst/>
              <a:gdLst>
                <a:gd name="T0" fmla="*/ 48 w 16"/>
                <a:gd name="T1" fmla="*/ 0 h 24"/>
                <a:gd name="T2" fmla="*/ 54 w 16"/>
                <a:gd name="T3" fmla="*/ 88 h 24"/>
                <a:gd name="T4" fmla="*/ 32 w 16"/>
                <a:gd name="T5" fmla="*/ 12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24">
                  <a:moveTo>
                    <a:pt x="14" y="0"/>
                  </a:moveTo>
                  <a:cubicBezTo>
                    <a:pt x="2" y="8"/>
                    <a:pt x="11" y="17"/>
                    <a:pt x="16" y="24"/>
                  </a:cubicBezTo>
                  <a:cubicBezTo>
                    <a:pt x="10" y="23"/>
                    <a:pt x="0" y="8"/>
                    <a:pt x="9" y="3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855" name="Freeform 83">
              <a:extLst>
                <a:ext uri="{FF2B5EF4-FFF2-40B4-BE49-F238E27FC236}">
                  <a16:creationId xmlns:a16="http://schemas.microsoft.com/office/drawing/2014/main" id="{E30E7ED6-4BC9-4F46-AD85-7EF973CF6C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0" y="2196"/>
              <a:ext cx="267" cy="211"/>
            </a:xfrm>
            <a:custGeom>
              <a:avLst/>
              <a:gdLst>
                <a:gd name="T0" fmla="*/ 0 w 175"/>
                <a:gd name="T1" fmla="*/ 475 h 139"/>
                <a:gd name="T2" fmla="*/ 174 w 175"/>
                <a:gd name="T3" fmla="*/ 410 h 139"/>
                <a:gd name="T4" fmla="*/ 359 w 175"/>
                <a:gd name="T5" fmla="*/ 304 h 139"/>
                <a:gd name="T6" fmla="*/ 621 w 175"/>
                <a:gd name="T7" fmla="*/ 0 h 139"/>
                <a:gd name="T8" fmla="*/ 575 w 175"/>
                <a:gd name="T9" fmla="*/ 214 h 139"/>
                <a:gd name="T10" fmla="*/ 400 w 175"/>
                <a:gd name="T11" fmla="*/ 357 h 139"/>
                <a:gd name="T12" fmla="*/ 198 w 175"/>
                <a:gd name="T13" fmla="*/ 445 h 139"/>
                <a:gd name="T14" fmla="*/ 101 w 175"/>
                <a:gd name="T15" fmla="*/ 475 h 139"/>
                <a:gd name="T16" fmla="*/ 18 w 175"/>
                <a:gd name="T17" fmla="*/ 486 h 13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75" h="139">
                  <a:moveTo>
                    <a:pt x="0" y="136"/>
                  </a:moveTo>
                  <a:cubicBezTo>
                    <a:pt x="15" y="138"/>
                    <a:pt x="35" y="123"/>
                    <a:pt x="49" y="117"/>
                  </a:cubicBezTo>
                  <a:cubicBezTo>
                    <a:pt x="68" y="109"/>
                    <a:pt x="85" y="101"/>
                    <a:pt x="101" y="87"/>
                  </a:cubicBezTo>
                  <a:cubicBezTo>
                    <a:pt x="127" y="64"/>
                    <a:pt x="162" y="34"/>
                    <a:pt x="175" y="0"/>
                  </a:cubicBezTo>
                  <a:cubicBezTo>
                    <a:pt x="175" y="21"/>
                    <a:pt x="174" y="44"/>
                    <a:pt x="162" y="61"/>
                  </a:cubicBezTo>
                  <a:cubicBezTo>
                    <a:pt x="149" y="79"/>
                    <a:pt x="131" y="91"/>
                    <a:pt x="113" y="102"/>
                  </a:cubicBezTo>
                  <a:cubicBezTo>
                    <a:pt x="95" y="112"/>
                    <a:pt x="76" y="121"/>
                    <a:pt x="56" y="127"/>
                  </a:cubicBezTo>
                  <a:cubicBezTo>
                    <a:pt x="47" y="130"/>
                    <a:pt x="38" y="134"/>
                    <a:pt x="28" y="136"/>
                  </a:cubicBezTo>
                  <a:cubicBezTo>
                    <a:pt x="21" y="137"/>
                    <a:pt x="11" y="136"/>
                    <a:pt x="5" y="139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856" name="Freeform 84">
              <a:extLst>
                <a:ext uri="{FF2B5EF4-FFF2-40B4-BE49-F238E27FC236}">
                  <a16:creationId xmlns:a16="http://schemas.microsoft.com/office/drawing/2014/main" id="{6A77BCB9-46A7-48C2-AA83-B432F5525D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7" y="1696"/>
              <a:ext cx="52" cy="23"/>
            </a:xfrm>
            <a:custGeom>
              <a:avLst/>
              <a:gdLst>
                <a:gd name="T0" fmla="*/ 0 w 34"/>
                <a:gd name="T1" fmla="*/ 0 h 15"/>
                <a:gd name="T2" fmla="*/ 122 w 34"/>
                <a:gd name="T3" fmla="*/ 54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4" h="15">
                  <a:moveTo>
                    <a:pt x="0" y="0"/>
                  </a:moveTo>
                  <a:cubicBezTo>
                    <a:pt x="0" y="0"/>
                    <a:pt x="15" y="13"/>
                    <a:pt x="34" y="15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857" name="Freeform 85">
              <a:extLst>
                <a:ext uri="{FF2B5EF4-FFF2-40B4-BE49-F238E27FC236}">
                  <a16:creationId xmlns:a16="http://schemas.microsoft.com/office/drawing/2014/main" id="{6C89C42B-E481-4C47-A4CA-A0D96133A8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3" y="1692"/>
              <a:ext cx="50" cy="24"/>
            </a:xfrm>
            <a:custGeom>
              <a:avLst/>
              <a:gdLst>
                <a:gd name="T0" fmla="*/ 115 w 33"/>
                <a:gd name="T1" fmla="*/ 0 h 16"/>
                <a:gd name="T2" fmla="*/ 0 w 33"/>
                <a:gd name="T3" fmla="*/ 54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3" h="16">
                  <a:moveTo>
                    <a:pt x="33" y="0"/>
                  </a:moveTo>
                  <a:cubicBezTo>
                    <a:pt x="33" y="0"/>
                    <a:pt x="22" y="14"/>
                    <a:pt x="0" y="16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858" name="Freeform 86">
              <a:extLst>
                <a:ext uri="{FF2B5EF4-FFF2-40B4-BE49-F238E27FC236}">
                  <a16:creationId xmlns:a16="http://schemas.microsoft.com/office/drawing/2014/main" id="{713FE3BD-57F6-450E-BDD2-B34EDE17EA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1" y="2390"/>
              <a:ext cx="145" cy="300"/>
            </a:xfrm>
            <a:custGeom>
              <a:avLst/>
              <a:gdLst>
                <a:gd name="T0" fmla="*/ 0 w 95"/>
                <a:gd name="T1" fmla="*/ 0 h 197"/>
                <a:gd name="T2" fmla="*/ 85 w 95"/>
                <a:gd name="T3" fmla="*/ 46 h 197"/>
                <a:gd name="T4" fmla="*/ 156 w 95"/>
                <a:gd name="T5" fmla="*/ 67 h 197"/>
                <a:gd name="T6" fmla="*/ 282 w 95"/>
                <a:gd name="T7" fmla="*/ 88 h 197"/>
                <a:gd name="T8" fmla="*/ 258 w 95"/>
                <a:gd name="T9" fmla="*/ 216 h 197"/>
                <a:gd name="T10" fmla="*/ 298 w 95"/>
                <a:gd name="T11" fmla="*/ 343 h 197"/>
                <a:gd name="T12" fmla="*/ 302 w 95"/>
                <a:gd name="T13" fmla="*/ 696 h 197"/>
                <a:gd name="T14" fmla="*/ 263 w 95"/>
                <a:gd name="T15" fmla="*/ 405 h 197"/>
                <a:gd name="T16" fmla="*/ 209 w 95"/>
                <a:gd name="T17" fmla="*/ 218 h 197"/>
                <a:gd name="T18" fmla="*/ 121 w 95"/>
                <a:gd name="T19" fmla="*/ 75 h 197"/>
                <a:gd name="T20" fmla="*/ 5 w 95"/>
                <a:gd name="T21" fmla="*/ 12 h 19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5" h="197">
                  <a:moveTo>
                    <a:pt x="0" y="0"/>
                  </a:moveTo>
                  <a:cubicBezTo>
                    <a:pt x="8" y="0"/>
                    <a:pt x="17" y="10"/>
                    <a:pt x="24" y="13"/>
                  </a:cubicBezTo>
                  <a:cubicBezTo>
                    <a:pt x="31" y="16"/>
                    <a:pt x="38" y="17"/>
                    <a:pt x="44" y="19"/>
                  </a:cubicBezTo>
                  <a:cubicBezTo>
                    <a:pt x="55" y="21"/>
                    <a:pt x="69" y="21"/>
                    <a:pt x="79" y="25"/>
                  </a:cubicBezTo>
                  <a:cubicBezTo>
                    <a:pt x="80" y="37"/>
                    <a:pt x="73" y="49"/>
                    <a:pt x="73" y="61"/>
                  </a:cubicBezTo>
                  <a:cubicBezTo>
                    <a:pt x="74" y="75"/>
                    <a:pt x="79" y="84"/>
                    <a:pt x="84" y="97"/>
                  </a:cubicBezTo>
                  <a:cubicBezTo>
                    <a:pt x="95" y="127"/>
                    <a:pt x="90" y="166"/>
                    <a:pt x="85" y="197"/>
                  </a:cubicBezTo>
                  <a:cubicBezTo>
                    <a:pt x="79" y="171"/>
                    <a:pt x="80" y="142"/>
                    <a:pt x="74" y="115"/>
                  </a:cubicBezTo>
                  <a:cubicBezTo>
                    <a:pt x="69" y="97"/>
                    <a:pt x="63" y="80"/>
                    <a:pt x="59" y="62"/>
                  </a:cubicBezTo>
                  <a:cubicBezTo>
                    <a:pt x="55" y="47"/>
                    <a:pt x="46" y="30"/>
                    <a:pt x="34" y="21"/>
                  </a:cubicBezTo>
                  <a:cubicBezTo>
                    <a:pt x="24" y="13"/>
                    <a:pt x="10" y="14"/>
                    <a:pt x="1" y="3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859" name="Freeform 87">
              <a:extLst>
                <a:ext uri="{FF2B5EF4-FFF2-40B4-BE49-F238E27FC236}">
                  <a16:creationId xmlns:a16="http://schemas.microsoft.com/office/drawing/2014/main" id="{F1C5E369-733B-4DD9-9E43-0A1A2AC77B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1" y="2550"/>
              <a:ext cx="18" cy="317"/>
            </a:xfrm>
            <a:custGeom>
              <a:avLst/>
              <a:gdLst>
                <a:gd name="T0" fmla="*/ 12 w 12"/>
                <a:gd name="T1" fmla="*/ 0 h 208"/>
                <a:gd name="T2" fmla="*/ 18 w 12"/>
                <a:gd name="T3" fmla="*/ 372 h 208"/>
                <a:gd name="T4" fmla="*/ 26 w 12"/>
                <a:gd name="T5" fmla="*/ 567 h 208"/>
                <a:gd name="T6" fmla="*/ 35 w 12"/>
                <a:gd name="T7" fmla="*/ 736 h 208"/>
                <a:gd name="T8" fmla="*/ 27 w 12"/>
                <a:gd name="T9" fmla="*/ 258 h 208"/>
                <a:gd name="T10" fmla="*/ 8 w 12"/>
                <a:gd name="T11" fmla="*/ 12 h 20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" h="208">
                  <a:moveTo>
                    <a:pt x="3" y="0"/>
                  </a:moveTo>
                  <a:cubicBezTo>
                    <a:pt x="5" y="34"/>
                    <a:pt x="5" y="70"/>
                    <a:pt x="5" y="105"/>
                  </a:cubicBezTo>
                  <a:cubicBezTo>
                    <a:pt x="5" y="124"/>
                    <a:pt x="6" y="141"/>
                    <a:pt x="7" y="160"/>
                  </a:cubicBezTo>
                  <a:cubicBezTo>
                    <a:pt x="7" y="176"/>
                    <a:pt x="8" y="193"/>
                    <a:pt x="10" y="208"/>
                  </a:cubicBezTo>
                  <a:cubicBezTo>
                    <a:pt x="11" y="163"/>
                    <a:pt x="12" y="117"/>
                    <a:pt x="8" y="73"/>
                  </a:cubicBezTo>
                  <a:cubicBezTo>
                    <a:pt x="5" y="51"/>
                    <a:pt x="0" y="26"/>
                    <a:pt x="2" y="3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860" name="Freeform 88">
              <a:extLst>
                <a:ext uri="{FF2B5EF4-FFF2-40B4-BE49-F238E27FC236}">
                  <a16:creationId xmlns:a16="http://schemas.microsoft.com/office/drawing/2014/main" id="{C41B4B9D-FF26-48A7-B6C8-CABBC42B0B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2" y="1519"/>
              <a:ext cx="17" cy="230"/>
            </a:xfrm>
            <a:custGeom>
              <a:avLst/>
              <a:gdLst>
                <a:gd name="T0" fmla="*/ 0 w 11"/>
                <a:gd name="T1" fmla="*/ 0 h 151"/>
                <a:gd name="T2" fmla="*/ 8 w 11"/>
                <a:gd name="T3" fmla="*/ 297 h 151"/>
                <a:gd name="T4" fmla="*/ 26 w 11"/>
                <a:gd name="T5" fmla="*/ 533 h 151"/>
                <a:gd name="T6" fmla="*/ 8 w 11"/>
                <a:gd name="T7" fmla="*/ 5 h 15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51">
                  <a:moveTo>
                    <a:pt x="0" y="0"/>
                  </a:moveTo>
                  <a:cubicBezTo>
                    <a:pt x="8" y="23"/>
                    <a:pt x="2" y="59"/>
                    <a:pt x="2" y="84"/>
                  </a:cubicBezTo>
                  <a:cubicBezTo>
                    <a:pt x="2" y="107"/>
                    <a:pt x="5" y="128"/>
                    <a:pt x="7" y="151"/>
                  </a:cubicBezTo>
                  <a:cubicBezTo>
                    <a:pt x="7" y="101"/>
                    <a:pt x="11" y="49"/>
                    <a:pt x="2" y="1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861" name="Freeform 89">
              <a:extLst>
                <a:ext uri="{FF2B5EF4-FFF2-40B4-BE49-F238E27FC236}">
                  <a16:creationId xmlns:a16="http://schemas.microsoft.com/office/drawing/2014/main" id="{D8F9051F-1959-431A-B3EC-86A7D509CD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7" y="1035"/>
              <a:ext cx="934" cy="2998"/>
            </a:xfrm>
            <a:custGeom>
              <a:avLst/>
              <a:gdLst>
                <a:gd name="T0" fmla="*/ 2134 w 612"/>
                <a:gd name="T1" fmla="*/ 2601 h 1969"/>
                <a:gd name="T2" fmla="*/ 1969 w 612"/>
                <a:gd name="T3" fmla="*/ 1197 h 1969"/>
                <a:gd name="T4" fmla="*/ 1364 w 612"/>
                <a:gd name="T5" fmla="*/ 373 h 1969"/>
                <a:gd name="T6" fmla="*/ 789 w 612"/>
                <a:gd name="T7" fmla="*/ 387 h 1969"/>
                <a:gd name="T8" fmla="*/ 177 w 612"/>
                <a:gd name="T9" fmla="*/ 1264 h 1969"/>
                <a:gd name="T10" fmla="*/ 40 w 612"/>
                <a:gd name="T11" fmla="*/ 2601 h 1969"/>
                <a:gd name="T12" fmla="*/ 0 w 612"/>
                <a:gd name="T13" fmla="*/ 3018 h 1969"/>
                <a:gd name="T14" fmla="*/ 56 w 612"/>
                <a:gd name="T15" fmla="*/ 3500 h 1969"/>
                <a:gd name="T16" fmla="*/ 243 w 612"/>
                <a:gd name="T17" fmla="*/ 3708 h 1969"/>
                <a:gd name="T18" fmla="*/ 262 w 612"/>
                <a:gd name="T19" fmla="*/ 3679 h 1969"/>
                <a:gd name="T20" fmla="*/ 337 w 612"/>
                <a:gd name="T21" fmla="*/ 3674 h 1969"/>
                <a:gd name="T22" fmla="*/ 351 w 612"/>
                <a:gd name="T23" fmla="*/ 3619 h 1969"/>
                <a:gd name="T24" fmla="*/ 266 w 612"/>
                <a:gd name="T25" fmla="*/ 3505 h 1969"/>
                <a:gd name="T26" fmla="*/ 221 w 612"/>
                <a:gd name="T27" fmla="*/ 3470 h 1969"/>
                <a:gd name="T28" fmla="*/ 209 w 612"/>
                <a:gd name="T29" fmla="*/ 3251 h 1969"/>
                <a:gd name="T30" fmla="*/ 366 w 612"/>
                <a:gd name="T31" fmla="*/ 3371 h 1969"/>
                <a:gd name="T32" fmla="*/ 189 w 612"/>
                <a:gd name="T33" fmla="*/ 2977 h 1969"/>
                <a:gd name="T34" fmla="*/ 177 w 612"/>
                <a:gd name="T35" fmla="*/ 2951 h 1969"/>
                <a:gd name="T36" fmla="*/ 372 w 612"/>
                <a:gd name="T37" fmla="*/ 1998 h 1969"/>
                <a:gd name="T38" fmla="*/ 426 w 612"/>
                <a:gd name="T39" fmla="*/ 1494 h 1969"/>
                <a:gd name="T40" fmla="*/ 469 w 612"/>
                <a:gd name="T41" fmla="*/ 2040 h 1969"/>
                <a:gd name="T42" fmla="*/ 552 w 612"/>
                <a:gd name="T43" fmla="*/ 4476 h 1969"/>
                <a:gd name="T44" fmla="*/ 559 w 612"/>
                <a:gd name="T45" fmla="*/ 5538 h 1969"/>
                <a:gd name="T46" fmla="*/ 629 w 612"/>
                <a:gd name="T47" fmla="*/ 6485 h 1969"/>
                <a:gd name="T48" fmla="*/ 487 w 612"/>
                <a:gd name="T49" fmla="*/ 6769 h 1969"/>
                <a:gd name="T50" fmla="*/ 484 w 612"/>
                <a:gd name="T51" fmla="*/ 6844 h 1969"/>
                <a:gd name="T52" fmla="*/ 522 w 612"/>
                <a:gd name="T53" fmla="*/ 6881 h 1969"/>
                <a:gd name="T54" fmla="*/ 656 w 612"/>
                <a:gd name="T55" fmla="*/ 6908 h 1969"/>
                <a:gd name="T56" fmla="*/ 804 w 612"/>
                <a:gd name="T57" fmla="*/ 6815 h 1969"/>
                <a:gd name="T58" fmla="*/ 810 w 612"/>
                <a:gd name="T59" fmla="*/ 6424 h 1969"/>
                <a:gd name="T60" fmla="*/ 867 w 612"/>
                <a:gd name="T61" fmla="*/ 5815 h 1969"/>
                <a:gd name="T62" fmla="*/ 957 w 612"/>
                <a:gd name="T63" fmla="*/ 4723 h 1969"/>
                <a:gd name="T64" fmla="*/ 1163 w 612"/>
                <a:gd name="T65" fmla="*/ 3450 h 1969"/>
                <a:gd name="T66" fmla="*/ 1201 w 612"/>
                <a:gd name="T67" fmla="*/ 4839 h 1969"/>
                <a:gd name="T68" fmla="*/ 1271 w 612"/>
                <a:gd name="T69" fmla="*/ 5860 h 1969"/>
                <a:gd name="T70" fmla="*/ 1311 w 612"/>
                <a:gd name="T71" fmla="*/ 6645 h 1969"/>
                <a:gd name="T72" fmla="*/ 1358 w 612"/>
                <a:gd name="T73" fmla="*/ 6888 h 1969"/>
                <a:gd name="T74" fmla="*/ 1554 w 612"/>
                <a:gd name="T75" fmla="*/ 6916 h 1969"/>
                <a:gd name="T76" fmla="*/ 1616 w 612"/>
                <a:gd name="T77" fmla="*/ 6884 h 1969"/>
                <a:gd name="T78" fmla="*/ 1656 w 612"/>
                <a:gd name="T79" fmla="*/ 6844 h 1969"/>
                <a:gd name="T80" fmla="*/ 1621 w 612"/>
                <a:gd name="T81" fmla="*/ 6713 h 1969"/>
                <a:gd name="T82" fmla="*/ 1514 w 612"/>
                <a:gd name="T83" fmla="*/ 6371 h 1969"/>
                <a:gd name="T84" fmla="*/ 1572 w 612"/>
                <a:gd name="T85" fmla="*/ 4951 h 1969"/>
                <a:gd name="T86" fmla="*/ 1683 w 612"/>
                <a:gd name="T87" fmla="*/ 3132 h 1969"/>
                <a:gd name="T88" fmla="*/ 1688 w 612"/>
                <a:gd name="T89" fmla="*/ 1722 h 1969"/>
                <a:gd name="T90" fmla="*/ 1738 w 612"/>
                <a:gd name="T91" fmla="*/ 1571 h 1969"/>
                <a:gd name="T92" fmla="*/ 1850 w 612"/>
                <a:gd name="T93" fmla="*/ 2330 h 1969"/>
                <a:gd name="T94" fmla="*/ 1978 w 612"/>
                <a:gd name="T95" fmla="*/ 2954 h 1969"/>
                <a:gd name="T96" fmla="*/ 1802 w 612"/>
                <a:gd name="T97" fmla="*/ 3345 h 1969"/>
                <a:gd name="T98" fmla="*/ 1961 w 612"/>
                <a:gd name="T99" fmla="*/ 3318 h 1969"/>
                <a:gd name="T100" fmla="*/ 1900 w 612"/>
                <a:gd name="T101" fmla="*/ 3479 h 1969"/>
                <a:gd name="T102" fmla="*/ 1837 w 612"/>
                <a:gd name="T103" fmla="*/ 3601 h 1969"/>
                <a:gd name="T104" fmla="*/ 1900 w 612"/>
                <a:gd name="T105" fmla="*/ 3654 h 1969"/>
                <a:gd name="T106" fmla="*/ 2045 w 612"/>
                <a:gd name="T107" fmla="*/ 3598 h 1969"/>
                <a:gd name="T108" fmla="*/ 2147 w 612"/>
                <a:gd name="T109" fmla="*/ 3226 h 1969"/>
                <a:gd name="T110" fmla="*/ 2156 w 612"/>
                <a:gd name="T111" fmla="*/ 2896 h 1969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612" h="1969">
                  <a:moveTo>
                    <a:pt x="607" y="820"/>
                  </a:moveTo>
                  <a:cubicBezTo>
                    <a:pt x="606" y="811"/>
                    <a:pt x="606" y="801"/>
                    <a:pt x="603" y="791"/>
                  </a:cubicBezTo>
                  <a:cubicBezTo>
                    <a:pt x="601" y="779"/>
                    <a:pt x="600" y="754"/>
                    <a:pt x="600" y="737"/>
                  </a:cubicBezTo>
                  <a:cubicBezTo>
                    <a:pt x="599" y="708"/>
                    <a:pt x="599" y="595"/>
                    <a:pt x="584" y="554"/>
                  </a:cubicBezTo>
                  <a:cubicBezTo>
                    <a:pt x="580" y="541"/>
                    <a:pt x="577" y="520"/>
                    <a:pt x="578" y="491"/>
                  </a:cubicBezTo>
                  <a:cubicBezTo>
                    <a:pt x="569" y="410"/>
                    <a:pt x="553" y="364"/>
                    <a:pt x="554" y="339"/>
                  </a:cubicBezTo>
                  <a:cubicBezTo>
                    <a:pt x="553" y="299"/>
                    <a:pt x="533" y="251"/>
                    <a:pt x="523" y="230"/>
                  </a:cubicBezTo>
                  <a:cubicBezTo>
                    <a:pt x="511" y="201"/>
                    <a:pt x="463" y="161"/>
                    <a:pt x="450" y="155"/>
                  </a:cubicBezTo>
                  <a:cubicBezTo>
                    <a:pt x="444" y="153"/>
                    <a:pt x="411" y="125"/>
                    <a:pt x="384" y="106"/>
                  </a:cubicBezTo>
                  <a:cubicBezTo>
                    <a:pt x="354" y="79"/>
                    <a:pt x="365" y="14"/>
                    <a:pt x="365" y="1"/>
                  </a:cubicBezTo>
                  <a:cubicBezTo>
                    <a:pt x="236" y="0"/>
                    <a:pt x="236" y="0"/>
                    <a:pt x="236" y="0"/>
                  </a:cubicBezTo>
                  <a:cubicBezTo>
                    <a:pt x="236" y="16"/>
                    <a:pt x="249" y="79"/>
                    <a:pt x="222" y="110"/>
                  </a:cubicBezTo>
                  <a:cubicBezTo>
                    <a:pt x="212" y="116"/>
                    <a:pt x="152" y="168"/>
                    <a:pt x="136" y="175"/>
                  </a:cubicBezTo>
                  <a:cubicBezTo>
                    <a:pt x="107" y="188"/>
                    <a:pt x="75" y="245"/>
                    <a:pt x="67" y="287"/>
                  </a:cubicBezTo>
                  <a:cubicBezTo>
                    <a:pt x="63" y="306"/>
                    <a:pt x="50" y="346"/>
                    <a:pt x="50" y="358"/>
                  </a:cubicBezTo>
                  <a:cubicBezTo>
                    <a:pt x="52" y="383"/>
                    <a:pt x="40" y="399"/>
                    <a:pt x="33" y="491"/>
                  </a:cubicBezTo>
                  <a:cubicBezTo>
                    <a:pt x="33" y="520"/>
                    <a:pt x="30" y="541"/>
                    <a:pt x="27" y="554"/>
                  </a:cubicBezTo>
                  <a:cubicBezTo>
                    <a:pt x="12" y="595"/>
                    <a:pt x="12" y="708"/>
                    <a:pt x="11" y="737"/>
                  </a:cubicBezTo>
                  <a:cubicBezTo>
                    <a:pt x="10" y="754"/>
                    <a:pt x="10" y="779"/>
                    <a:pt x="7" y="791"/>
                  </a:cubicBezTo>
                  <a:cubicBezTo>
                    <a:pt x="4" y="803"/>
                    <a:pt x="6" y="814"/>
                    <a:pt x="3" y="825"/>
                  </a:cubicBezTo>
                  <a:cubicBezTo>
                    <a:pt x="1" y="835"/>
                    <a:pt x="0" y="849"/>
                    <a:pt x="0" y="855"/>
                  </a:cubicBezTo>
                  <a:cubicBezTo>
                    <a:pt x="0" y="855"/>
                    <a:pt x="6" y="905"/>
                    <a:pt x="4" y="921"/>
                  </a:cubicBezTo>
                  <a:cubicBezTo>
                    <a:pt x="2" y="937"/>
                    <a:pt x="3" y="946"/>
                    <a:pt x="4" y="956"/>
                  </a:cubicBezTo>
                  <a:cubicBezTo>
                    <a:pt x="5" y="965"/>
                    <a:pt x="14" y="980"/>
                    <a:pt x="16" y="992"/>
                  </a:cubicBezTo>
                  <a:cubicBezTo>
                    <a:pt x="22" y="1017"/>
                    <a:pt x="29" y="1018"/>
                    <a:pt x="34" y="1026"/>
                  </a:cubicBezTo>
                  <a:cubicBezTo>
                    <a:pt x="39" y="1034"/>
                    <a:pt x="51" y="1040"/>
                    <a:pt x="53" y="1043"/>
                  </a:cubicBezTo>
                  <a:cubicBezTo>
                    <a:pt x="55" y="1046"/>
                    <a:pt x="62" y="1051"/>
                    <a:pt x="68" y="1050"/>
                  </a:cubicBezTo>
                  <a:cubicBezTo>
                    <a:pt x="68" y="1050"/>
                    <a:pt x="68" y="1050"/>
                    <a:pt x="68" y="1050"/>
                  </a:cubicBezTo>
                  <a:cubicBezTo>
                    <a:pt x="68" y="1050"/>
                    <a:pt x="68" y="1050"/>
                    <a:pt x="68" y="1050"/>
                  </a:cubicBezTo>
                  <a:cubicBezTo>
                    <a:pt x="74" y="1049"/>
                    <a:pt x="74" y="1043"/>
                    <a:pt x="74" y="1042"/>
                  </a:cubicBezTo>
                  <a:cubicBezTo>
                    <a:pt x="74" y="1042"/>
                    <a:pt x="76" y="1042"/>
                    <a:pt x="78" y="1042"/>
                  </a:cubicBezTo>
                  <a:cubicBezTo>
                    <a:pt x="81" y="1042"/>
                    <a:pt x="89" y="1043"/>
                    <a:pt x="93" y="1042"/>
                  </a:cubicBezTo>
                  <a:cubicBezTo>
                    <a:pt x="94" y="1041"/>
                    <a:pt x="94" y="1041"/>
                    <a:pt x="95" y="1041"/>
                  </a:cubicBezTo>
                  <a:cubicBezTo>
                    <a:pt x="101" y="1034"/>
                    <a:pt x="93" y="1027"/>
                    <a:pt x="92" y="1026"/>
                  </a:cubicBezTo>
                  <a:cubicBezTo>
                    <a:pt x="98" y="1026"/>
                    <a:pt x="98" y="1026"/>
                    <a:pt x="98" y="1026"/>
                  </a:cubicBezTo>
                  <a:cubicBezTo>
                    <a:pt x="98" y="1025"/>
                    <a:pt x="98" y="1025"/>
                    <a:pt x="99" y="1025"/>
                  </a:cubicBezTo>
                  <a:cubicBezTo>
                    <a:pt x="99" y="1025"/>
                    <a:pt x="99" y="1025"/>
                    <a:pt x="99" y="1025"/>
                  </a:cubicBezTo>
                  <a:cubicBezTo>
                    <a:pt x="107" y="1020"/>
                    <a:pt x="97" y="1011"/>
                    <a:pt x="97" y="1011"/>
                  </a:cubicBezTo>
                  <a:cubicBezTo>
                    <a:pt x="97" y="993"/>
                    <a:pt x="77" y="996"/>
                    <a:pt x="75" y="993"/>
                  </a:cubicBezTo>
                  <a:cubicBezTo>
                    <a:pt x="74" y="991"/>
                    <a:pt x="72" y="990"/>
                    <a:pt x="72" y="989"/>
                  </a:cubicBezTo>
                  <a:cubicBezTo>
                    <a:pt x="67" y="984"/>
                    <a:pt x="63" y="983"/>
                    <a:pt x="62" y="983"/>
                  </a:cubicBezTo>
                  <a:cubicBezTo>
                    <a:pt x="62" y="983"/>
                    <a:pt x="62" y="983"/>
                    <a:pt x="62" y="983"/>
                  </a:cubicBezTo>
                  <a:cubicBezTo>
                    <a:pt x="60" y="973"/>
                    <a:pt x="56" y="971"/>
                    <a:pt x="57" y="968"/>
                  </a:cubicBezTo>
                  <a:cubicBezTo>
                    <a:pt x="62" y="961"/>
                    <a:pt x="54" y="952"/>
                    <a:pt x="57" y="947"/>
                  </a:cubicBezTo>
                  <a:cubicBezTo>
                    <a:pt x="60" y="942"/>
                    <a:pt x="59" y="924"/>
                    <a:pt x="59" y="921"/>
                  </a:cubicBezTo>
                  <a:cubicBezTo>
                    <a:pt x="61" y="922"/>
                    <a:pt x="67" y="925"/>
                    <a:pt x="70" y="934"/>
                  </a:cubicBezTo>
                  <a:cubicBezTo>
                    <a:pt x="74" y="944"/>
                    <a:pt x="88" y="962"/>
                    <a:pt x="100" y="956"/>
                  </a:cubicBezTo>
                  <a:cubicBezTo>
                    <a:pt x="101" y="956"/>
                    <a:pt x="102" y="956"/>
                    <a:pt x="103" y="955"/>
                  </a:cubicBezTo>
                  <a:cubicBezTo>
                    <a:pt x="115" y="946"/>
                    <a:pt x="98" y="921"/>
                    <a:pt x="87" y="910"/>
                  </a:cubicBezTo>
                  <a:cubicBezTo>
                    <a:pt x="77" y="900"/>
                    <a:pt x="69" y="877"/>
                    <a:pt x="62" y="869"/>
                  </a:cubicBezTo>
                  <a:cubicBezTo>
                    <a:pt x="54" y="861"/>
                    <a:pt x="53" y="843"/>
                    <a:pt x="53" y="843"/>
                  </a:cubicBezTo>
                  <a:cubicBezTo>
                    <a:pt x="53" y="842"/>
                    <a:pt x="53" y="842"/>
                    <a:pt x="53" y="842"/>
                  </a:cubicBezTo>
                  <a:cubicBezTo>
                    <a:pt x="52" y="842"/>
                    <a:pt x="52" y="842"/>
                    <a:pt x="52" y="841"/>
                  </a:cubicBezTo>
                  <a:cubicBezTo>
                    <a:pt x="51" y="840"/>
                    <a:pt x="50" y="838"/>
                    <a:pt x="50" y="836"/>
                  </a:cubicBezTo>
                  <a:cubicBezTo>
                    <a:pt x="52" y="833"/>
                    <a:pt x="55" y="821"/>
                    <a:pt x="56" y="808"/>
                  </a:cubicBezTo>
                  <a:cubicBezTo>
                    <a:pt x="58" y="796"/>
                    <a:pt x="84" y="686"/>
                    <a:pt x="88" y="662"/>
                  </a:cubicBezTo>
                  <a:cubicBezTo>
                    <a:pt x="96" y="615"/>
                    <a:pt x="110" y="598"/>
                    <a:pt x="105" y="566"/>
                  </a:cubicBezTo>
                  <a:cubicBezTo>
                    <a:pt x="106" y="542"/>
                    <a:pt x="115" y="479"/>
                    <a:pt x="116" y="467"/>
                  </a:cubicBezTo>
                  <a:cubicBezTo>
                    <a:pt x="117" y="465"/>
                    <a:pt x="117" y="453"/>
                    <a:pt x="118" y="445"/>
                  </a:cubicBezTo>
                  <a:cubicBezTo>
                    <a:pt x="119" y="441"/>
                    <a:pt x="120" y="433"/>
                    <a:pt x="120" y="423"/>
                  </a:cubicBezTo>
                  <a:cubicBezTo>
                    <a:pt x="120" y="424"/>
                    <a:pt x="120" y="424"/>
                    <a:pt x="120" y="424"/>
                  </a:cubicBezTo>
                  <a:cubicBezTo>
                    <a:pt x="120" y="435"/>
                    <a:pt x="131" y="458"/>
                    <a:pt x="132" y="487"/>
                  </a:cubicBezTo>
                  <a:cubicBezTo>
                    <a:pt x="130" y="522"/>
                    <a:pt x="131" y="561"/>
                    <a:pt x="132" y="578"/>
                  </a:cubicBezTo>
                  <a:cubicBezTo>
                    <a:pt x="104" y="720"/>
                    <a:pt x="121" y="796"/>
                    <a:pt x="120" y="824"/>
                  </a:cubicBezTo>
                  <a:cubicBezTo>
                    <a:pt x="119" y="858"/>
                    <a:pt x="134" y="866"/>
                    <a:pt x="133" y="896"/>
                  </a:cubicBezTo>
                  <a:cubicBezTo>
                    <a:pt x="155" y="1268"/>
                    <a:pt x="155" y="1268"/>
                    <a:pt x="155" y="1268"/>
                  </a:cubicBezTo>
                  <a:cubicBezTo>
                    <a:pt x="155" y="1280"/>
                    <a:pt x="153" y="1320"/>
                    <a:pt x="157" y="1341"/>
                  </a:cubicBezTo>
                  <a:cubicBezTo>
                    <a:pt x="158" y="1346"/>
                    <a:pt x="164" y="1370"/>
                    <a:pt x="165" y="1403"/>
                  </a:cubicBezTo>
                  <a:cubicBezTo>
                    <a:pt x="166" y="1456"/>
                    <a:pt x="156" y="1531"/>
                    <a:pt x="157" y="1569"/>
                  </a:cubicBezTo>
                  <a:cubicBezTo>
                    <a:pt x="160" y="1631"/>
                    <a:pt x="158" y="1686"/>
                    <a:pt x="168" y="1726"/>
                  </a:cubicBezTo>
                  <a:cubicBezTo>
                    <a:pt x="174" y="1765"/>
                    <a:pt x="177" y="1797"/>
                    <a:pt x="175" y="1805"/>
                  </a:cubicBezTo>
                  <a:cubicBezTo>
                    <a:pt x="174" y="1812"/>
                    <a:pt x="173" y="1825"/>
                    <a:pt x="177" y="1837"/>
                  </a:cubicBezTo>
                  <a:cubicBezTo>
                    <a:pt x="177" y="1838"/>
                    <a:pt x="165" y="1878"/>
                    <a:pt x="159" y="1885"/>
                  </a:cubicBezTo>
                  <a:cubicBezTo>
                    <a:pt x="153" y="1892"/>
                    <a:pt x="151" y="1898"/>
                    <a:pt x="146" y="1902"/>
                  </a:cubicBezTo>
                  <a:cubicBezTo>
                    <a:pt x="141" y="1906"/>
                    <a:pt x="139" y="1910"/>
                    <a:pt x="137" y="1918"/>
                  </a:cubicBezTo>
                  <a:cubicBezTo>
                    <a:pt x="135" y="1924"/>
                    <a:pt x="131" y="1933"/>
                    <a:pt x="134" y="1937"/>
                  </a:cubicBezTo>
                  <a:cubicBezTo>
                    <a:pt x="135" y="1938"/>
                    <a:pt x="135" y="1939"/>
                    <a:pt x="136" y="1939"/>
                  </a:cubicBezTo>
                  <a:cubicBezTo>
                    <a:pt x="136" y="1939"/>
                    <a:pt x="136" y="1939"/>
                    <a:pt x="136" y="1939"/>
                  </a:cubicBezTo>
                  <a:cubicBezTo>
                    <a:pt x="136" y="1941"/>
                    <a:pt x="136" y="1943"/>
                    <a:pt x="136" y="1945"/>
                  </a:cubicBezTo>
                  <a:cubicBezTo>
                    <a:pt x="138" y="1950"/>
                    <a:pt x="142" y="1951"/>
                    <a:pt x="146" y="1950"/>
                  </a:cubicBezTo>
                  <a:cubicBezTo>
                    <a:pt x="147" y="1949"/>
                    <a:pt x="147" y="1949"/>
                    <a:pt x="147" y="1949"/>
                  </a:cubicBezTo>
                  <a:cubicBezTo>
                    <a:pt x="147" y="1951"/>
                    <a:pt x="147" y="1953"/>
                    <a:pt x="148" y="1955"/>
                  </a:cubicBezTo>
                  <a:cubicBezTo>
                    <a:pt x="151" y="1962"/>
                    <a:pt x="161" y="1965"/>
                    <a:pt x="165" y="1959"/>
                  </a:cubicBezTo>
                  <a:cubicBezTo>
                    <a:pt x="170" y="1963"/>
                    <a:pt x="181" y="1964"/>
                    <a:pt x="185" y="1957"/>
                  </a:cubicBezTo>
                  <a:cubicBezTo>
                    <a:pt x="187" y="1969"/>
                    <a:pt x="199" y="1967"/>
                    <a:pt x="206" y="1965"/>
                  </a:cubicBezTo>
                  <a:cubicBezTo>
                    <a:pt x="213" y="1963"/>
                    <a:pt x="216" y="1956"/>
                    <a:pt x="220" y="1951"/>
                  </a:cubicBezTo>
                  <a:cubicBezTo>
                    <a:pt x="224" y="1947"/>
                    <a:pt x="227" y="1943"/>
                    <a:pt x="226" y="1931"/>
                  </a:cubicBezTo>
                  <a:cubicBezTo>
                    <a:pt x="225" y="1920"/>
                    <a:pt x="225" y="1920"/>
                    <a:pt x="226" y="1906"/>
                  </a:cubicBezTo>
                  <a:cubicBezTo>
                    <a:pt x="227" y="1898"/>
                    <a:pt x="232" y="1896"/>
                    <a:pt x="232" y="1882"/>
                  </a:cubicBezTo>
                  <a:cubicBezTo>
                    <a:pt x="233" y="1872"/>
                    <a:pt x="227" y="1827"/>
                    <a:pt x="228" y="1820"/>
                  </a:cubicBezTo>
                  <a:cubicBezTo>
                    <a:pt x="229" y="1807"/>
                    <a:pt x="231" y="1795"/>
                    <a:pt x="228" y="1772"/>
                  </a:cubicBezTo>
                  <a:cubicBezTo>
                    <a:pt x="226" y="1749"/>
                    <a:pt x="241" y="1662"/>
                    <a:pt x="245" y="1646"/>
                  </a:cubicBezTo>
                  <a:cubicBezTo>
                    <a:pt x="244" y="1647"/>
                    <a:pt x="244" y="1647"/>
                    <a:pt x="244" y="1647"/>
                  </a:cubicBezTo>
                  <a:cubicBezTo>
                    <a:pt x="248" y="1625"/>
                    <a:pt x="265" y="1552"/>
                    <a:pt x="263" y="1503"/>
                  </a:cubicBezTo>
                  <a:cubicBezTo>
                    <a:pt x="263" y="1471"/>
                    <a:pt x="269" y="1393"/>
                    <a:pt x="269" y="1371"/>
                  </a:cubicBezTo>
                  <a:cubicBezTo>
                    <a:pt x="269" y="1367"/>
                    <a:pt x="270" y="1343"/>
                    <a:pt x="269" y="1338"/>
                  </a:cubicBezTo>
                  <a:cubicBezTo>
                    <a:pt x="263" y="1305"/>
                    <a:pt x="279" y="1142"/>
                    <a:pt x="279" y="1140"/>
                  </a:cubicBezTo>
                  <a:cubicBezTo>
                    <a:pt x="281" y="1119"/>
                    <a:pt x="283" y="978"/>
                    <a:pt x="283" y="978"/>
                  </a:cubicBezTo>
                  <a:cubicBezTo>
                    <a:pt x="327" y="977"/>
                    <a:pt x="327" y="977"/>
                    <a:pt x="327" y="977"/>
                  </a:cubicBezTo>
                  <a:cubicBezTo>
                    <a:pt x="327" y="977"/>
                    <a:pt x="332" y="1120"/>
                    <a:pt x="334" y="1142"/>
                  </a:cubicBezTo>
                  <a:cubicBezTo>
                    <a:pt x="334" y="1144"/>
                    <a:pt x="343" y="1306"/>
                    <a:pt x="337" y="1338"/>
                  </a:cubicBezTo>
                  <a:cubicBezTo>
                    <a:pt x="337" y="1343"/>
                    <a:pt x="338" y="1367"/>
                    <a:pt x="338" y="1371"/>
                  </a:cubicBezTo>
                  <a:cubicBezTo>
                    <a:pt x="338" y="1393"/>
                    <a:pt x="345" y="1468"/>
                    <a:pt x="343" y="1500"/>
                  </a:cubicBezTo>
                  <a:cubicBezTo>
                    <a:pt x="339" y="1556"/>
                    <a:pt x="352" y="1630"/>
                    <a:pt x="357" y="1660"/>
                  </a:cubicBezTo>
                  <a:cubicBezTo>
                    <a:pt x="358" y="1660"/>
                    <a:pt x="358" y="1660"/>
                    <a:pt x="358" y="1660"/>
                  </a:cubicBezTo>
                  <a:cubicBezTo>
                    <a:pt x="360" y="1683"/>
                    <a:pt x="375" y="1749"/>
                    <a:pt x="373" y="1771"/>
                  </a:cubicBezTo>
                  <a:cubicBezTo>
                    <a:pt x="371" y="1794"/>
                    <a:pt x="373" y="1807"/>
                    <a:pt x="374" y="1820"/>
                  </a:cubicBezTo>
                  <a:cubicBezTo>
                    <a:pt x="374" y="1827"/>
                    <a:pt x="369" y="1872"/>
                    <a:pt x="369" y="1882"/>
                  </a:cubicBezTo>
                  <a:cubicBezTo>
                    <a:pt x="370" y="1896"/>
                    <a:pt x="375" y="1898"/>
                    <a:pt x="375" y="1906"/>
                  </a:cubicBezTo>
                  <a:cubicBezTo>
                    <a:pt x="376" y="1920"/>
                    <a:pt x="377" y="1920"/>
                    <a:pt x="376" y="1931"/>
                  </a:cubicBezTo>
                  <a:cubicBezTo>
                    <a:pt x="375" y="1943"/>
                    <a:pt x="378" y="1947"/>
                    <a:pt x="382" y="1951"/>
                  </a:cubicBezTo>
                  <a:cubicBezTo>
                    <a:pt x="386" y="1956"/>
                    <a:pt x="389" y="1963"/>
                    <a:pt x="396" y="1965"/>
                  </a:cubicBezTo>
                  <a:cubicBezTo>
                    <a:pt x="403" y="1967"/>
                    <a:pt x="414" y="1969"/>
                    <a:pt x="417" y="1957"/>
                  </a:cubicBezTo>
                  <a:cubicBezTo>
                    <a:pt x="421" y="1964"/>
                    <a:pt x="431" y="1963"/>
                    <a:pt x="437" y="1959"/>
                  </a:cubicBezTo>
                  <a:cubicBezTo>
                    <a:pt x="441" y="1965"/>
                    <a:pt x="450" y="1962"/>
                    <a:pt x="453" y="1955"/>
                  </a:cubicBezTo>
                  <a:cubicBezTo>
                    <a:pt x="454" y="1953"/>
                    <a:pt x="455" y="1952"/>
                    <a:pt x="455" y="1950"/>
                  </a:cubicBezTo>
                  <a:cubicBezTo>
                    <a:pt x="455" y="1950"/>
                    <a:pt x="455" y="1950"/>
                    <a:pt x="455" y="1950"/>
                  </a:cubicBezTo>
                  <a:cubicBezTo>
                    <a:pt x="460" y="1951"/>
                    <a:pt x="465" y="1949"/>
                    <a:pt x="465" y="1945"/>
                  </a:cubicBezTo>
                  <a:cubicBezTo>
                    <a:pt x="466" y="1943"/>
                    <a:pt x="466" y="1941"/>
                    <a:pt x="466" y="1939"/>
                  </a:cubicBezTo>
                  <a:cubicBezTo>
                    <a:pt x="466" y="1939"/>
                    <a:pt x="466" y="1939"/>
                    <a:pt x="466" y="1939"/>
                  </a:cubicBezTo>
                  <a:cubicBezTo>
                    <a:pt x="467" y="1939"/>
                    <a:pt x="467" y="1938"/>
                    <a:pt x="468" y="1937"/>
                  </a:cubicBezTo>
                  <a:cubicBezTo>
                    <a:pt x="471" y="1933"/>
                    <a:pt x="466" y="1924"/>
                    <a:pt x="465" y="1918"/>
                  </a:cubicBezTo>
                  <a:cubicBezTo>
                    <a:pt x="463" y="1910"/>
                    <a:pt x="460" y="1906"/>
                    <a:pt x="456" y="1902"/>
                  </a:cubicBezTo>
                  <a:cubicBezTo>
                    <a:pt x="451" y="1898"/>
                    <a:pt x="449" y="1892"/>
                    <a:pt x="443" y="1885"/>
                  </a:cubicBezTo>
                  <a:cubicBezTo>
                    <a:pt x="436" y="1878"/>
                    <a:pt x="425" y="1838"/>
                    <a:pt x="425" y="1837"/>
                  </a:cubicBezTo>
                  <a:cubicBezTo>
                    <a:pt x="429" y="1825"/>
                    <a:pt x="427" y="1812"/>
                    <a:pt x="426" y="1805"/>
                  </a:cubicBezTo>
                  <a:cubicBezTo>
                    <a:pt x="425" y="1797"/>
                    <a:pt x="428" y="1765"/>
                    <a:pt x="434" y="1726"/>
                  </a:cubicBezTo>
                  <a:cubicBezTo>
                    <a:pt x="438" y="1677"/>
                    <a:pt x="444" y="1632"/>
                    <a:pt x="446" y="1571"/>
                  </a:cubicBezTo>
                  <a:cubicBezTo>
                    <a:pt x="447" y="1539"/>
                    <a:pt x="441" y="1470"/>
                    <a:pt x="442" y="1403"/>
                  </a:cubicBezTo>
                  <a:cubicBezTo>
                    <a:pt x="443" y="1370"/>
                    <a:pt x="448" y="1346"/>
                    <a:pt x="449" y="1341"/>
                  </a:cubicBezTo>
                  <a:cubicBezTo>
                    <a:pt x="453" y="1320"/>
                    <a:pt x="448" y="1280"/>
                    <a:pt x="449" y="1268"/>
                  </a:cubicBezTo>
                  <a:cubicBezTo>
                    <a:pt x="453" y="1084"/>
                    <a:pt x="475" y="925"/>
                    <a:pt x="474" y="887"/>
                  </a:cubicBezTo>
                  <a:cubicBezTo>
                    <a:pt x="474" y="887"/>
                    <a:pt x="489" y="837"/>
                    <a:pt x="487" y="824"/>
                  </a:cubicBezTo>
                  <a:cubicBezTo>
                    <a:pt x="486" y="796"/>
                    <a:pt x="499" y="719"/>
                    <a:pt x="475" y="576"/>
                  </a:cubicBezTo>
                  <a:cubicBezTo>
                    <a:pt x="476" y="553"/>
                    <a:pt x="477" y="512"/>
                    <a:pt x="475" y="488"/>
                  </a:cubicBezTo>
                  <a:cubicBezTo>
                    <a:pt x="477" y="459"/>
                    <a:pt x="487" y="435"/>
                    <a:pt x="487" y="424"/>
                  </a:cubicBezTo>
                  <a:cubicBezTo>
                    <a:pt x="487" y="423"/>
                    <a:pt x="487" y="423"/>
                    <a:pt x="487" y="423"/>
                  </a:cubicBezTo>
                  <a:cubicBezTo>
                    <a:pt x="487" y="433"/>
                    <a:pt x="488" y="441"/>
                    <a:pt x="489" y="445"/>
                  </a:cubicBezTo>
                  <a:cubicBezTo>
                    <a:pt x="490" y="453"/>
                    <a:pt x="490" y="465"/>
                    <a:pt x="491" y="467"/>
                  </a:cubicBezTo>
                  <a:cubicBezTo>
                    <a:pt x="492" y="479"/>
                    <a:pt x="501" y="542"/>
                    <a:pt x="502" y="566"/>
                  </a:cubicBezTo>
                  <a:cubicBezTo>
                    <a:pt x="497" y="598"/>
                    <a:pt x="512" y="614"/>
                    <a:pt x="520" y="660"/>
                  </a:cubicBezTo>
                  <a:cubicBezTo>
                    <a:pt x="524" y="685"/>
                    <a:pt x="549" y="796"/>
                    <a:pt x="550" y="808"/>
                  </a:cubicBezTo>
                  <a:cubicBezTo>
                    <a:pt x="552" y="820"/>
                    <a:pt x="555" y="832"/>
                    <a:pt x="556" y="835"/>
                  </a:cubicBezTo>
                  <a:cubicBezTo>
                    <a:pt x="556" y="837"/>
                    <a:pt x="556" y="837"/>
                    <a:pt x="556" y="837"/>
                  </a:cubicBezTo>
                  <a:cubicBezTo>
                    <a:pt x="556" y="837"/>
                    <a:pt x="555" y="854"/>
                    <a:pt x="548" y="862"/>
                  </a:cubicBezTo>
                  <a:cubicBezTo>
                    <a:pt x="540" y="871"/>
                    <a:pt x="532" y="893"/>
                    <a:pt x="522" y="904"/>
                  </a:cubicBezTo>
                  <a:cubicBezTo>
                    <a:pt x="512" y="914"/>
                    <a:pt x="494" y="940"/>
                    <a:pt x="507" y="948"/>
                  </a:cubicBezTo>
                  <a:cubicBezTo>
                    <a:pt x="519" y="957"/>
                    <a:pt x="535" y="938"/>
                    <a:pt x="539" y="927"/>
                  </a:cubicBezTo>
                  <a:cubicBezTo>
                    <a:pt x="543" y="917"/>
                    <a:pt x="550" y="914"/>
                    <a:pt x="550" y="914"/>
                  </a:cubicBezTo>
                  <a:cubicBezTo>
                    <a:pt x="550" y="914"/>
                    <a:pt x="549" y="935"/>
                    <a:pt x="552" y="940"/>
                  </a:cubicBezTo>
                  <a:cubicBezTo>
                    <a:pt x="555" y="946"/>
                    <a:pt x="547" y="955"/>
                    <a:pt x="552" y="962"/>
                  </a:cubicBezTo>
                  <a:cubicBezTo>
                    <a:pt x="553" y="964"/>
                    <a:pt x="549" y="966"/>
                    <a:pt x="548" y="976"/>
                  </a:cubicBezTo>
                  <a:cubicBezTo>
                    <a:pt x="546" y="986"/>
                    <a:pt x="541" y="976"/>
                    <a:pt x="535" y="986"/>
                  </a:cubicBezTo>
                  <a:cubicBezTo>
                    <a:pt x="532" y="990"/>
                    <a:pt x="512" y="986"/>
                    <a:pt x="512" y="1004"/>
                  </a:cubicBezTo>
                  <a:cubicBezTo>
                    <a:pt x="512" y="1004"/>
                    <a:pt x="502" y="1013"/>
                    <a:pt x="510" y="1019"/>
                  </a:cubicBezTo>
                  <a:cubicBezTo>
                    <a:pt x="517" y="1020"/>
                    <a:pt x="517" y="1020"/>
                    <a:pt x="517" y="1020"/>
                  </a:cubicBezTo>
                  <a:cubicBezTo>
                    <a:pt x="517" y="1020"/>
                    <a:pt x="508" y="1027"/>
                    <a:pt x="515" y="1034"/>
                  </a:cubicBezTo>
                  <a:cubicBezTo>
                    <a:pt x="517" y="1037"/>
                    <a:pt x="527" y="1035"/>
                    <a:pt x="530" y="1035"/>
                  </a:cubicBezTo>
                  <a:cubicBezTo>
                    <a:pt x="533" y="1035"/>
                    <a:pt x="535" y="1035"/>
                    <a:pt x="535" y="1035"/>
                  </a:cubicBezTo>
                  <a:cubicBezTo>
                    <a:pt x="535" y="1035"/>
                    <a:pt x="535" y="1043"/>
                    <a:pt x="541" y="1044"/>
                  </a:cubicBezTo>
                  <a:cubicBezTo>
                    <a:pt x="547" y="1044"/>
                    <a:pt x="553" y="1039"/>
                    <a:pt x="555" y="1036"/>
                  </a:cubicBezTo>
                  <a:cubicBezTo>
                    <a:pt x="558" y="1033"/>
                    <a:pt x="570" y="1027"/>
                    <a:pt x="575" y="1019"/>
                  </a:cubicBezTo>
                  <a:cubicBezTo>
                    <a:pt x="580" y="1011"/>
                    <a:pt x="587" y="1010"/>
                    <a:pt x="592" y="985"/>
                  </a:cubicBezTo>
                  <a:cubicBezTo>
                    <a:pt x="595" y="973"/>
                    <a:pt x="604" y="958"/>
                    <a:pt x="604" y="949"/>
                  </a:cubicBezTo>
                  <a:cubicBezTo>
                    <a:pt x="605" y="939"/>
                    <a:pt x="607" y="930"/>
                    <a:pt x="604" y="914"/>
                  </a:cubicBezTo>
                  <a:cubicBezTo>
                    <a:pt x="603" y="901"/>
                    <a:pt x="607" y="864"/>
                    <a:pt x="609" y="852"/>
                  </a:cubicBezTo>
                  <a:cubicBezTo>
                    <a:pt x="609" y="852"/>
                    <a:pt x="609" y="852"/>
                    <a:pt x="609" y="852"/>
                  </a:cubicBezTo>
                  <a:cubicBezTo>
                    <a:pt x="612" y="836"/>
                    <a:pt x="608" y="824"/>
                    <a:pt x="607" y="820"/>
                  </a:cubicBezTo>
                  <a:close/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862" name="Freeform 90">
              <a:extLst>
                <a:ext uri="{FF2B5EF4-FFF2-40B4-BE49-F238E27FC236}">
                  <a16:creationId xmlns:a16="http://schemas.microsoft.com/office/drawing/2014/main" id="{78B928A5-8CC8-41C1-BCC9-0C2442A9F9F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1" y="1287"/>
              <a:ext cx="52" cy="36"/>
            </a:xfrm>
            <a:custGeom>
              <a:avLst/>
              <a:gdLst>
                <a:gd name="T0" fmla="*/ 0 w 34"/>
                <a:gd name="T1" fmla="*/ 0 h 24"/>
                <a:gd name="T2" fmla="*/ 122 w 34"/>
                <a:gd name="T3" fmla="*/ 5 h 24"/>
                <a:gd name="T4" fmla="*/ 0 w 34"/>
                <a:gd name="T5" fmla="*/ 0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24">
                  <a:moveTo>
                    <a:pt x="0" y="0"/>
                  </a:moveTo>
                  <a:cubicBezTo>
                    <a:pt x="0" y="0"/>
                    <a:pt x="19" y="17"/>
                    <a:pt x="34" y="1"/>
                  </a:cubicBezTo>
                  <a:cubicBezTo>
                    <a:pt x="34" y="1"/>
                    <a:pt x="22" y="24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863" name="Freeform 91">
              <a:extLst>
                <a:ext uri="{FF2B5EF4-FFF2-40B4-BE49-F238E27FC236}">
                  <a16:creationId xmlns:a16="http://schemas.microsoft.com/office/drawing/2014/main" id="{A2CB33FE-960E-4621-8826-418801E25C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0" y="1267"/>
              <a:ext cx="188" cy="59"/>
            </a:xfrm>
            <a:custGeom>
              <a:avLst/>
              <a:gdLst>
                <a:gd name="T0" fmla="*/ 0 w 123"/>
                <a:gd name="T1" fmla="*/ 14 h 39"/>
                <a:gd name="T2" fmla="*/ 164 w 123"/>
                <a:gd name="T3" fmla="*/ 14 h 39"/>
                <a:gd name="T4" fmla="*/ 251 w 123"/>
                <a:gd name="T5" fmla="*/ 48 h 39"/>
                <a:gd name="T6" fmla="*/ 439 w 123"/>
                <a:gd name="T7" fmla="*/ 94 h 39"/>
                <a:gd name="T8" fmla="*/ 330 w 123"/>
                <a:gd name="T9" fmla="*/ 116 h 39"/>
                <a:gd name="T10" fmla="*/ 216 w 123"/>
                <a:gd name="T11" fmla="*/ 62 h 39"/>
                <a:gd name="T12" fmla="*/ 115 w 123"/>
                <a:gd name="T13" fmla="*/ 27 h 39"/>
                <a:gd name="T14" fmla="*/ 12 w 123"/>
                <a:gd name="T15" fmla="*/ 8 h 3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3" h="39">
                  <a:moveTo>
                    <a:pt x="0" y="4"/>
                  </a:moveTo>
                  <a:cubicBezTo>
                    <a:pt x="16" y="4"/>
                    <a:pt x="31" y="0"/>
                    <a:pt x="46" y="4"/>
                  </a:cubicBezTo>
                  <a:cubicBezTo>
                    <a:pt x="55" y="6"/>
                    <a:pt x="63" y="10"/>
                    <a:pt x="70" y="14"/>
                  </a:cubicBezTo>
                  <a:cubicBezTo>
                    <a:pt x="85" y="22"/>
                    <a:pt x="108" y="39"/>
                    <a:pt x="123" y="27"/>
                  </a:cubicBezTo>
                  <a:cubicBezTo>
                    <a:pt x="113" y="31"/>
                    <a:pt x="104" y="35"/>
                    <a:pt x="92" y="34"/>
                  </a:cubicBezTo>
                  <a:cubicBezTo>
                    <a:pt x="81" y="32"/>
                    <a:pt x="70" y="24"/>
                    <a:pt x="60" y="18"/>
                  </a:cubicBezTo>
                  <a:cubicBezTo>
                    <a:pt x="50" y="12"/>
                    <a:pt x="43" y="9"/>
                    <a:pt x="32" y="8"/>
                  </a:cubicBezTo>
                  <a:cubicBezTo>
                    <a:pt x="21" y="8"/>
                    <a:pt x="12" y="3"/>
                    <a:pt x="3" y="2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864" name="Freeform 92">
              <a:extLst>
                <a:ext uri="{FF2B5EF4-FFF2-40B4-BE49-F238E27FC236}">
                  <a16:creationId xmlns:a16="http://schemas.microsoft.com/office/drawing/2014/main" id="{2BA4DB74-EF3A-4784-9810-832124FDE7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1" y="1258"/>
              <a:ext cx="136" cy="38"/>
            </a:xfrm>
            <a:custGeom>
              <a:avLst/>
              <a:gdLst>
                <a:gd name="T0" fmla="*/ 0 w 89"/>
                <a:gd name="T1" fmla="*/ 88 h 25"/>
                <a:gd name="T2" fmla="*/ 150 w 89"/>
                <a:gd name="T3" fmla="*/ 27 h 25"/>
                <a:gd name="T4" fmla="*/ 252 w 89"/>
                <a:gd name="T5" fmla="*/ 12 h 25"/>
                <a:gd name="T6" fmla="*/ 318 w 89"/>
                <a:gd name="T7" fmla="*/ 8 h 25"/>
                <a:gd name="T8" fmla="*/ 128 w 89"/>
                <a:gd name="T9" fmla="*/ 49 h 25"/>
                <a:gd name="T10" fmla="*/ 0 w 89"/>
                <a:gd name="T11" fmla="*/ 84 h 2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9" h="25">
                  <a:moveTo>
                    <a:pt x="0" y="25"/>
                  </a:moveTo>
                  <a:cubicBezTo>
                    <a:pt x="14" y="18"/>
                    <a:pt x="26" y="10"/>
                    <a:pt x="42" y="8"/>
                  </a:cubicBezTo>
                  <a:cubicBezTo>
                    <a:pt x="52" y="6"/>
                    <a:pt x="61" y="4"/>
                    <a:pt x="71" y="3"/>
                  </a:cubicBezTo>
                  <a:cubicBezTo>
                    <a:pt x="76" y="3"/>
                    <a:pt x="84" y="0"/>
                    <a:pt x="89" y="2"/>
                  </a:cubicBezTo>
                  <a:cubicBezTo>
                    <a:pt x="73" y="9"/>
                    <a:pt x="53" y="11"/>
                    <a:pt x="36" y="14"/>
                  </a:cubicBezTo>
                  <a:cubicBezTo>
                    <a:pt x="24" y="17"/>
                    <a:pt x="12" y="23"/>
                    <a:pt x="0" y="24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865" name="Freeform 93">
              <a:extLst>
                <a:ext uri="{FF2B5EF4-FFF2-40B4-BE49-F238E27FC236}">
                  <a16:creationId xmlns:a16="http://schemas.microsoft.com/office/drawing/2014/main" id="{70DF8C6B-89AA-45B0-A6F7-1ABC0C7F4F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6" y="1258"/>
              <a:ext cx="92" cy="25"/>
            </a:xfrm>
            <a:custGeom>
              <a:avLst/>
              <a:gdLst>
                <a:gd name="T0" fmla="*/ 0 w 60"/>
                <a:gd name="T1" fmla="*/ 54 h 17"/>
                <a:gd name="T2" fmla="*/ 216 w 60"/>
                <a:gd name="T3" fmla="*/ 0 h 17"/>
                <a:gd name="T4" fmla="*/ 0 w 60"/>
                <a:gd name="T5" fmla="*/ 54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0" h="17">
                  <a:moveTo>
                    <a:pt x="0" y="17"/>
                  </a:moveTo>
                  <a:cubicBezTo>
                    <a:pt x="0" y="17"/>
                    <a:pt x="41" y="2"/>
                    <a:pt x="60" y="0"/>
                  </a:cubicBezTo>
                  <a:cubicBezTo>
                    <a:pt x="60" y="0"/>
                    <a:pt x="21" y="3"/>
                    <a:pt x="0" y="1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866" name="Freeform 94">
              <a:extLst>
                <a:ext uri="{FF2B5EF4-FFF2-40B4-BE49-F238E27FC236}">
                  <a16:creationId xmlns:a16="http://schemas.microsoft.com/office/drawing/2014/main" id="{ED8FE794-7BBE-44EA-90BC-6EEBE5998EF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2" y="1261"/>
              <a:ext cx="95" cy="27"/>
            </a:xfrm>
            <a:custGeom>
              <a:avLst/>
              <a:gdLst>
                <a:gd name="T0" fmla="*/ 0 w 62"/>
                <a:gd name="T1" fmla="*/ 0 h 18"/>
                <a:gd name="T2" fmla="*/ 224 w 62"/>
                <a:gd name="T3" fmla="*/ 62 h 18"/>
                <a:gd name="T4" fmla="*/ 0 w 62"/>
                <a:gd name="T5" fmla="*/ 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2" h="18">
                  <a:moveTo>
                    <a:pt x="0" y="0"/>
                  </a:moveTo>
                  <a:cubicBezTo>
                    <a:pt x="0" y="0"/>
                    <a:pt x="38" y="3"/>
                    <a:pt x="62" y="18"/>
                  </a:cubicBezTo>
                  <a:cubicBezTo>
                    <a:pt x="62" y="18"/>
                    <a:pt x="41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867" name="Freeform 95">
              <a:extLst>
                <a:ext uri="{FF2B5EF4-FFF2-40B4-BE49-F238E27FC236}">
                  <a16:creationId xmlns:a16="http://schemas.microsoft.com/office/drawing/2014/main" id="{CD77BEED-AFB4-4220-98ED-5B17D67A50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4" y="2432"/>
              <a:ext cx="61" cy="92"/>
            </a:xfrm>
            <a:custGeom>
              <a:avLst/>
              <a:gdLst>
                <a:gd name="T0" fmla="*/ 142 w 40"/>
                <a:gd name="T1" fmla="*/ 0 h 61"/>
                <a:gd name="T2" fmla="*/ 120 w 40"/>
                <a:gd name="T3" fmla="*/ 148 h 61"/>
                <a:gd name="T4" fmla="*/ 0 w 40"/>
                <a:gd name="T5" fmla="*/ 169 h 61"/>
                <a:gd name="T6" fmla="*/ 67 w 40"/>
                <a:gd name="T7" fmla="*/ 155 h 61"/>
                <a:gd name="T8" fmla="*/ 75 w 40"/>
                <a:gd name="T9" fmla="*/ 94 h 61"/>
                <a:gd name="T10" fmla="*/ 128 w 40"/>
                <a:gd name="T11" fmla="*/ 12 h 6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0" h="61">
                  <a:moveTo>
                    <a:pt x="40" y="0"/>
                  </a:moveTo>
                  <a:cubicBezTo>
                    <a:pt x="39" y="13"/>
                    <a:pt x="39" y="31"/>
                    <a:pt x="34" y="43"/>
                  </a:cubicBezTo>
                  <a:cubicBezTo>
                    <a:pt x="26" y="61"/>
                    <a:pt x="14" y="50"/>
                    <a:pt x="0" y="49"/>
                  </a:cubicBezTo>
                  <a:cubicBezTo>
                    <a:pt x="5" y="49"/>
                    <a:pt x="14" y="50"/>
                    <a:pt x="19" y="45"/>
                  </a:cubicBezTo>
                  <a:cubicBezTo>
                    <a:pt x="25" y="39"/>
                    <a:pt x="20" y="34"/>
                    <a:pt x="21" y="27"/>
                  </a:cubicBezTo>
                  <a:cubicBezTo>
                    <a:pt x="21" y="13"/>
                    <a:pt x="32" y="12"/>
                    <a:pt x="36" y="3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868" name="Freeform 96">
              <a:extLst>
                <a:ext uri="{FF2B5EF4-FFF2-40B4-BE49-F238E27FC236}">
                  <a16:creationId xmlns:a16="http://schemas.microsoft.com/office/drawing/2014/main" id="{2337C665-426F-4C24-A712-BC3098A529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4" y="2427"/>
              <a:ext cx="61" cy="110"/>
            </a:xfrm>
            <a:custGeom>
              <a:avLst/>
              <a:gdLst>
                <a:gd name="T0" fmla="*/ 96 w 40"/>
                <a:gd name="T1" fmla="*/ 14 h 72"/>
                <a:gd name="T2" fmla="*/ 102 w 40"/>
                <a:gd name="T3" fmla="*/ 96 h 72"/>
                <a:gd name="T4" fmla="*/ 102 w 40"/>
                <a:gd name="T5" fmla="*/ 171 h 72"/>
                <a:gd name="T6" fmla="*/ 75 w 40"/>
                <a:gd name="T7" fmla="*/ 235 h 72"/>
                <a:gd name="T8" fmla="*/ 0 w 40"/>
                <a:gd name="T9" fmla="*/ 249 h 72"/>
                <a:gd name="T10" fmla="*/ 75 w 40"/>
                <a:gd name="T11" fmla="*/ 235 h 72"/>
                <a:gd name="T12" fmla="*/ 134 w 40"/>
                <a:gd name="T13" fmla="*/ 176 h 72"/>
                <a:gd name="T14" fmla="*/ 101 w 40"/>
                <a:gd name="T15" fmla="*/ 0 h 7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0" h="72">
                  <a:moveTo>
                    <a:pt x="27" y="4"/>
                  </a:moveTo>
                  <a:cubicBezTo>
                    <a:pt x="27" y="12"/>
                    <a:pt x="28" y="19"/>
                    <a:pt x="29" y="27"/>
                  </a:cubicBezTo>
                  <a:cubicBezTo>
                    <a:pt x="30" y="34"/>
                    <a:pt x="30" y="41"/>
                    <a:pt x="29" y="48"/>
                  </a:cubicBezTo>
                  <a:cubicBezTo>
                    <a:pt x="28" y="54"/>
                    <a:pt x="26" y="62"/>
                    <a:pt x="21" y="66"/>
                  </a:cubicBezTo>
                  <a:cubicBezTo>
                    <a:pt x="14" y="71"/>
                    <a:pt x="8" y="67"/>
                    <a:pt x="0" y="70"/>
                  </a:cubicBezTo>
                  <a:cubicBezTo>
                    <a:pt x="6" y="72"/>
                    <a:pt x="15" y="67"/>
                    <a:pt x="21" y="66"/>
                  </a:cubicBezTo>
                  <a:cubicBezTo>
                    <a:pt x="29" y="63"/>
                    <a:pt x="36" y="58"/>
                    <a:pt x="38" y="49"/>
                  </a:cubicBezTo>
                  <a:cubicBezTo>
                    <a:pt x="40" y="31"/>
                    <a:pt x="31" y="17"/>
                    <a:pt x="28" y="0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869" name="Freeform 97">
              <a:extLst>
                <a:ext uri="{FF2B5EF4-FFF2-40B4-BE49-F238E27FC236}">
                  <a16:creationId xmlns:a16="http://schemas.microsoft.com/office/drawing/2014/main" id="{E13B1026-CD05-43A4-9BC8-DB2D2CFB81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8" y="2416"/>
              <a:ext cx="140" cy="125"/>
            </a:xfrm>
            <a:custGeom>
              <a:avLst/>
              <a:gdLst>
                <a:gd name="T0" fmla="*/ 41 w 92"/>
                <a:gd name="T1" fmla="*/ 0 h 82"/>
                <a:gd name="T2" fmla="*/ 46 w 92"/>
                <a:gd name="T3" fmla="*/ 70 h 82"/>
                <a:gd name="T4" fmla="*/ 155 w 92"/>
                <a:gd name="T5" fmla="*/ 291 h 82"/>
                <a:gd name="T6" fmla="*/ 271 w 92"/>
                <a:gd name="T7" fmla="*/ 70 h 82"/>
                <a:gd name="T8" fmla="*/ 275 w 92"/>
                <a:gd name="T9" fmla="*/ 27 h 8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2" h="82">
                  <a:moveTo>
                    <a:pt x="12" y="0"/>
                  </a:moveTo>
                  <a:cubicBezTo>
                    <a:pt x="14" y="7"/>
                    <a:pt x="15" y="15"/>
                    <a:pt x="13" y="20"/>
                  </a:cubicBezTo>
                  <a:cubicBezTo>
                    <a:pt x="10" y="28"/>
                    <a:pt x="0" y="82"/>
                    <a:pt x="44" y="82"/>
                  </a:cubicBezTo>
                  <a:cubicBezTo>
                    <a:pt x="92" y="82"/>
                    <a:pt x="79" y="36"/>
                    <a:pt x="77" y="20"/>
                  </a:cubicBezTo>
                  <a:cubicBezTo>
                    <a:pt x="77" y="15"/>
                    <a:pt x="77" y="11"/>
                    <a:pt x="78" y="8"/>
                  </a:cubicBezTo>
                </a:path>
              </a:pathLst>
            </a:custGeom>
            <a:solidFill>
              <a:srgbClr val="F6E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870" name="Freeform 98">
              <a:extLst>
                <a:ext uri="{FF2B5EF4-FFF2-40B4-BE49-F238E27FC236}">
                  <a16:creationId xmlns:a16="http://schemas.microsoft.com/office/drawing/2014/main" id="{6C43D34C-2362-43B8-9C6E-52AD0B3FF2E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2" y="2462"/>
              <a:ext cx="29" cy="67"/>
            </a:xfrm>
            <a:custGeom>
              <a:avLst/>
              <a:gdLst>
                <a:gd name="T0" fmla="*/ 56 w 19"/>
                <a:gd name="T1" fmla="*/ 40 h 44"/>
                <a:gd name="T2" fmla="*/ 47 w 19"/>
                <a:gd name="T3" fmla="*/ 88 h 44"/>
                <a:gd name="T4" fmla="*/ 49 w 19"/>
                <a:gd name="T5" fmla="*/ 128 h 44"/>
                <a:gd name="T6" fmla="*/ 67 w 19"/>
                <a:gd name="T7" fmla="*/ 155 h 44"/>
                <a:gd name="T8" fmla="*/ 32 w 19"/>
                <a:gd name="T9" fmla="*/ 134 h 44"/>
                <a:gd name="T10" fmla="*/ 5 w 19"/>
                <a:gd name="T11" fmla="*/ 81 h 44"/>
                <a:gd name="T12" fmla="*/ 35 w 19"/>
                <a:gd name="T13" fmla="*/ 62 h 44"/>
                <a:gd name="T14" fmla="*/ 53 w 19"/>
                <a:gd name="T15" fmla="*/ 0 h 4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9" h="44">
                  <a:moveTo>
                    <a:pt x="16" y="11"/>
                  </a:moveTo>
                  <a:cubicBezTo>
                    <a:pt x="18" y="17"/>
                    <a:pt x="13" y="20"/>
                    <a:pt x="13" y="25"/>
                  </a:cubicBezTo>
                  <a:cubicBezTo>
                    <a:pt x="12" y="29"/>
                    <a:pt x="13" y="32"/>
                    <a:pt x="14" y="36"/>
                  </a:cubicBezTo>
                  <a:cubicBezTo>
                    <a:pt x="15" y="38"/>
                    <a:pt x="18" y="41"/>
                    <a:pt x="19" y="44"/>
                  </a:cubicBezTo>
                  <a:cubicBezTo>
                    <a:pt x="15" y="44"/>
                    <a:pt x="11" y="41"/>
                    <a:pt x="9" y="38"/>
                  </a:cubicBezTo>
                  <a:cubicBezTo>
                    <a:pt x="7" y="35"/>
                    <a:pt x="0" y="27"/>
                    <a:pt x="1" y="23"/>
                  </a:cubicBezTo>
                  <a:cubicBezTo>
                    <a:pt x="2" y="21"/>
                    <a:pt x="8" y="21"/>
                    <a:pt x="10" y="18"/>
                  </a:cubicBezTo>
                  <a:cubicBezTo>
                    <a:pt x="14" y="13"/>
                    <a:pt x="17" y="6"/>
                    <a:pt x="15" y="0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871" name="Freeform 99">
              <a:extLst>
                <a:ext uri="{FF2B5EF4-FFF2-40B4-BE49-F238E27FC236}">
                  <a16:creationId xmlns:a16="http://schemas.microsoft.com/office/drawing/2014/main" id="{B96BE972-79B4-44CA-A832-A53E24484AA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5" y="2419"/>
              <a:ext cx="121" cy="122"/>
            </a:xfrm>
            <a:custGeom>
              <a:avLst/>
              <a:gdLst>
                <a:gd name="T0" fmla="*/ 26 w 79"/>
                <a:gd name="T1" fmla="*/ 0 h 80"/>
                <a:gd name="T2" fmla="*/ 28 w 79"/>
                <a:gd name="T3" fmla="*/ 63 h 80"/>
                <a:gd name="T4" fmla="*/ 35 w 79"/>
                <a:gd name="T5" fmla="*/ 235 h 80"/>
                <a:gd name="T6" fmla="*/ 142 w 79"/>
                <a:gd name="T7" fmla="*/ 284 h 80"/>
                <a:gd name="T8" fmla="*/ 248 w 79"/>
                <a:gd name="T9" fmla="*/ 244 h 80"/>
                <a:gd name="T10" fmla="*/ 263 w 79"/>
                <a:gd name="T11" fmla="*/ 88 h 80"/>
                <a:gd name="T12" fmla="*/ 263 w 79"/>
                <a:gd name="T13" fmla="*/ 63 h 80"/>
                <a:gd name="T14" fmla="*/ 256 w 79"/>
                <a:gd name="T15" fmla="*/ 47 h 80"/>
                <a:gd name="T16" fmla="*/ 256 w 79"/>
                <a:gd name="T17" fmla="*/ 12 h 80"/>
                <a:gd name="T18" fmla="*/ 256 w 79"/>
                <a:gd name="T19" fmla="*/ 47 h 80"/>
                <a:gd name="T20" fmla="*/ 256 w 79"/>
                <a:gd name="T21" fmla="*/ 63 h 80"/>
                <a:gd name="T22" fmla="*/ 257 w 79"/>
                <a:gd name="T23" fmla="*/ 88 h 80"/>
                <a:gd name="T24" fmla="*/ 244 w 79"/>
                <a:gd name="T25" fmla="*/ 242 h 80"/>
                <a:gd name="T26" fmla="*/ 141 w 79"/>
                <a:gd name="T27" fmla="*/ 279 h 80"/>
                <a:gd name="T28" fmla="*/ 40 w 79"/>
                <a:gd name="T29" fmla="*/ 235 h 80"/>
                <a:gd name="T30" fmla="*/ 32 w 79"/>
                <a:gd name="T31" fmla="*/ 67 h 80"/>
                <a:gd name="T32" fmla="*/ 26 w 79"/>
                <a:gd name="T33" fmla="*/ 0 h 80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79" h="80">
                  <a:moveTo>
                    <a:pt x="7" y="0"/>
                  </a:moveTo>
                  <a:cubicBezTo>
                    <a:pt x="12" y="5"/>
                    <a:pt x="10" y="13"/>
                    <a:pt x="8" y="18"/>
                  </a:cubicBezTo>
                  <a:cubicBezTo>
                    <a:pt x="6" y="25"/>
                    <a:pt x="0" y="50"/>
                    <a:pt x="10" y="66"/>
                  </a:cubicBezTo>
                  <a:cubicBezTo>
                    <a:pt x="16" y="76"/>
                    <a:pt x="26" y="80"/>
                    <a:pt x="40" y="80"/>
                  </a:cubicBezTo>
                  <a:cubicBezTo>
                    <a:pt x="54" y="80"/>
                    <a:pt x="63" y="76"/>
                    <a:pt x="69" y="69"/>
                  </a:cubicBezTo>
                  <a:cubicBezTo>
                    <a:pt x="79" y="56"/>
                    <a:pt x="75" y="38"/>
                    <a:pt x="73" y="25"/>
                  </a:cubicBezTo>
                  <a:cubicBezTo>
                    <a:pt x="73" y="18"/>
                    <a:pt x="73" y="18"/>
                    <a:pt x="73" y="18"/>
                  </a:cubicBezTo>
                  <a:cubicBezTo>
                    <a:pt x="71" y="13"/>
                    <a:pt x="71" y="13"/>
                    <a:pt x="71" y="13"/>
                  </a:cubicBezTo>
                  <a:cubicBezTo>
                    <a:pt x="71" y="10"/>
                    <a:pt x="70" y="6"/>
                    <a:pt x="71" y="3"/>
                  </a:cubicBezTo>
                  <a:cubicBezTo>
                    <a:pt x="70" y="6"/>
                    <a:pt x="70" y="9"/>
                    <a:pt x="71" y="13"/>
                  </a:cubicBezTo>
                  <a:cubicBezTo>
                    <a:pt x="71" y="18"/>
                    <a:pt x="71" y="18"/>
                    <a:pt x="71" y="18"/>
                  </a:cubicBezTo>
                  <a:cubicBezTo>
                    <a:pt x="72" y="25"/>
                    <a:pt x="72" y="25"/>
                    <a:pt x="72" y="25"/>
                  </a:cubicBezTo>
                  <a:cubicBezTo>
                    <a:pt x="74" y="38"/>
                    <a:pt x="77" y="56"/>
                    <a:pt x="68" y="68"/>
                  </a:cubicBezTo>
                  <a:cubicBezTo>
                    <a:pt x="62" y="75"/>
                    <a:pt x="53" y="79"/>
                    <a:pt x="39" y="79"/>
                  </a:cubicBezTo>
                  <a:cubicBezTo>
                    <a:pt x="26" y="79"/>
                    <a:pt x="16" y="75"/>
                    <a:pt x="11" y="66"/>
                  </a:cubicBezTo>
                  <a:cubicBezTo>
                    <a:pt x="1" y="49"/>
                    <a:pt x="8" y="23"/>
                    <a:pt x="9" y="19"/>
                  </a:cubicBezTo>
                  <a:cubicBezTo>
                    <a:pt x="11" y="13"/>
                    <a:pt x="13" y="6"/>
                    <a:pt x="7" y="0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872" name="Freeform 100">
              <a:extLst>
                <a:ext uri="{FF2B5EF4-FFF2-40B4-BE49-F238E27FC236}">
                  <a16:creationId xmlns:a16="http://schemas.microsoft.com/office/drawing/2014/main" id="{256EF114-9463-48CF-AFF9-85D0882B4F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2" y="2421"/>
              <a:ext cx="49" cy="113"/>
            </a:xfrm>
            <a:custGeom>
              <a:avLst/>
              <a:gdLst>
                <a:gd name="T0" fmla="*/ 101 w 32"/>
                <a:gd name="T1" fmla="*/ 0 h 74"/>
                <a:gd name="T2" fmla="*/ 107 w 32"/>
                <a:gd name="T3" fmla="*/ 47 h 74"/>
                <a:gd name="T4" fmla="*/ 101 w 32"/>
                <a:gd name="T5" fmla="*/ 168 h 74"/>
                <a:gd name="T6" fmla="*/ 101 w 32"/>
                <a:gd name="T7" fmla="*/ 170 h 74"/>
                <a:gd name="T8" fmla="*/ 101 w 32"/>
                <a:gd name="T9" fmla="*/ 170 h 74"/>
                <a:gd name="T10" fmla="*/ 110 w 32"/>
                <a:gd name="T11" fmla="*/ 208 h 74"/>
                <a:gd name="T12" fmla="*/ 61 w 32"/>
                <a:gd name="T13" fmla="*/ 257 h 74"/>
                <a:gd name="T14" fmla="*/ 58 w 32"/>
                <a:gd name="T15" fmla="*/ 257 h 74"/>
                <a:gd name="T16" fmla="*/ 5 w 32"/>
                <a:gd name="T17" fmla="*/ 208 h 74"/>
                <a:gd name="T18" fmla="*/ 18 w 32"/>
                <a:gd name="T19" fmla="*/ 170 h 74"/>
                <a:gd name="T20" fmla="*/ 18 w 32"/>
                <a:gd name="T21" fmla="*/ 168 h 74"/>
                <a:gd name="T22" fmla="*/ 12 w 32"/>
                <a:gd name="T23" fmla="*/ 47 h 74"/>
                <a:gd name="T24" fmla="*/ 8 w 32"/>
                <a:gd name="T25" fmla="*/ 18 h 74"/>
                <a:gd name="T26" fmla="*/ 8 w 32"/>
                <a:gd name="T27" fmla="*/ 57 h 74"/>
                <a:gd name="T28" fmla="*/ 12 w 32"/>
                <a:gd name="T29" fmla="*/ 168 h 74"/>
                <a:gd name="T30" fmla="*/ 0 w 32"/>
                <a:gd name="T31" fmla="*/ 203 h 74"/>
                <a:gd name="T32" fmla="*/ 0 w 32"/>
                <a:gd name="T33" fmla="*/ 209 h 74"/>
                <a:gd name="T34" fmla="*/ 58 w 32"/>
                <a:gd name="T35" fmla="*/ 264 h 74"/>
                <a:gd name="T36" fmla="*/ 61 w 32"/>
                <a:gd name="T37" fmla="*/ 264 h 74"/>
                <a:gd name="T38" fmla="*/ 115 w 32"/>
                <a:gd name="T39" fmla="*/ 209 h 74"/>
                <a:gd name="T40" fmla="*/ 115 w 32"/>
                <a:gd name="T41" fmla="*/ 203 h 74"/>
                <a:gd name="T42" fmla="*/ 103 w 32"/>
                <a:gd name="T43" fmla="*/ 168 h 74"/>
                <a:gd name="T44" fmla="*/ 110 w 32"/>
                <a:gd name="T45" fmla="*/ 53 h 74"/>
                <a:gd name="T46" fmla="*/ 110 w 32"/>
                <a:gd name="T47" fmla="*/ 47 h 74"/>
                <a:gd name="T48" fmla="*/ 101 w 32"/>
                <a:gd name="T49" fmla="*/ 0 h 74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32" h="74">
                  <a:moveTo>
                    <a:pt x="28" y="0"/>
                  </a:moveTo>
                  <a:cubicBezTo>
                    <a:pt x="30" y="2"/>
                    <a:pt x="30" y="7"/>
                    <a:pt x="30" y="13"/>
                  </a:cubicBezTo>
                  <a:cubicBezTo>
                    <a:pt x="30" y="18"/>
                    <a:pt x="28" y="44"/>
                    <a:pt x="28" y="47"/>
                  </a:cubicBezTo>
                  <a:cubicBezTo>
                    <a:pt x="28" y="48"/>
                    <a:pt x="28" y="48"/>
                    <a:pt x="28" y="48"/>
                  </a:cubicBezTo>
                  <a:cubicBezTo>
                    <a:pt x="28" y="48"/>
                    <a:pt x="28" y="48"/>
                    <a:pt x="28" y="48"/>
                  </a:cubicBezTo>
                  <a:cubicBezTo>
                    <a:pt x="30" y="52"/>
                    <a:pt x="32" y="55"/>
                    <a:pt x="31" y="58"/>
                  </a:cubicBezTo>
                  <a:cubicBezTo>
                    <a:pt x="30" y="63"/>
                    <a:pt x="25" y="72"/>
                    <a:pt x="17" y="72"/>
                  </a:cubicBezTo>
                  <a:cubicBezTo>
                    <a:pt x="16" y="72"/>
                    <a:pt x="16" y="72"/>
                    <a:pt x="16" y="72"/>
                  </a:cubicBezTo>
                  <a:cubicBezTo>
                    <a:pt x="8" y="72"/>
                    <a:pt x="3" y="63"/>
                    <a:pt x="1" y="58"/>
                  </a:cubicBezTo>
                  <a:cubicBezTo>
                    <a:pt x="1" y="56"/>
                    <a:pt x="3" y="51"/>
                    <a:pt x="5" y="48"/>
                  </a:cubicBezTo>
                  <a:cubicBezTo>
                    <a:pt x="5" y="47"/>
                    <a:pt x="5" y="47"/>
                    <a:pt x="5" y="47"/>
                  </a:cubicBezTo>
                  <a:cubicBezTo>
                    <a:pt x="4" y="44"/>
                    <a:pt x="3" y="19"/>
                    <a:pt x="3" y="13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16"/>
                    <a:pt x="2" y="16"/>
                    <a:pt x="2" y="16"/>
                  </a:cubicBezTo>
                  <a:cubicBezTo>
                    <a:pt x="3" y="21"/>
                    <a:pt x="3" y="43"/>
                    <a:pt x="3" y="47"/>
                  </a:cubicBezTo>
                  <a:cubicBezTo>
                    <a:pt x="2" y="51"/>
                    <a:pt x="0" y="54"/>
                    <a:pt x="0" y="57"/>
                  </a:cubicBezTo>
                  <a:cubicBezTo>
                    <a:pt x="0" y="57"/>
                    <a:pt x="0" y="58"/>
                    <a:pt x="0" y="59"/>
                  </a:cubicBezTo>
                  <a:cubicBezTo>
                    <a:pt x="2" y="64"/>
                    <a:pt x="7" y="73"/>
                    <a:pt x="16" y="74"/>
                  </a:cubicBezTo>
                  <a:cubicBezTo>
                    <a:pt x="17" y="74"/>
                    <a:pt x="17" y="74"/>
                    <a:pt x="17" y="74"/>
                  </a:cubicBezTo>
                  <a:cubicBezTo>
                    <a:pt x="26" y="73"/>
                    <a:pt x="30" y="64"/>
                    <a:pt x="32" y="59"/>
                  </a:cubicBezTo>
                  <a:cubicBezTo>
                    <a:pt x="32" y="58"/>
                    <a:pt x="32" y="58"/>
                    <a:pt x="32" y="57"/>
                  </a:cubicBezTo>
                  <a:cubicBezTo>
                    <a:pt x="32" y="54"/>
                    <a:pt x="31" y="51"/>
                    <a:pt x="29" y="47"/>
                  </a:cubicBezTo>
                  <a:cubicBezTo>
                    <a:pt x="30" y="43"/>
                    <a:pt x="31" y="20"/>
                    <a:pt x="31" y="15"/>
                  </a:cubicBezTo>
                  <a:cubicBezTo>
                    <a:pt x="31" y="14"/>
                    <a:pt x="31" y="14"/>
                    <a:pt x="31" y="13"/>
                  </a:cubicBezTo>
                  <a:cubicBezTo>
                    <a:pt x="31" y="8"/>
                    <a:pt x="30" y="2"/>
                    <a:pt x="28" y="0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873" name="Freeform 101">
              <a:extLst>
                <a:ext uri="{FF2B5EF4-FFF2-40B4-BE49-F238E27FC236}">
                  <a16:creationId xmlns:a16="http://schemas.microsoft.com/office/drawing/2014/main" id="{E898D876-B006-4D35-94D1-17BFA794B2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4" y="2488"/>
              <a:ext cx="12" cy="6"/>
            </a:xfrm>
            <a:custGeom>
              <a:avLst/>
              <a:gdLst>
                <a:gd name="T0" fmla="*/ 0 w 8"/>
                <a:gd name="T1" fmla="*/ 0 h 4"/>
                <a:gd name="T2" fmla="*/ 26 w 8"/>
                <a:gd name="T3" fmla="*/ 14 h 4"/>
                <a:gd name="T4" fmla="*/ 27 w 8"/>
                <a:gd name="T5" fmla="*/ 12 h 4"/>
                <a:gd name="T6" fmla="*/ 0 w 8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4">
                  <a:moveTo>
                    <a:pt x="0" y="0"/>
                  </a:moveTo>
                  <a:cubicBezTo>
                    <a:pt x="2" y="0"/>
                    <a:pt x="6" y="3"/>
                    <a:pt x="7" y="4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6" y="1"/>
                    <a:pt x="1" y="0"/>
                    <a:pt x="0" y="0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874" name="Freeform 102">
              <a:extLst>
                <a:ext uri="{FF2B5EF4-FFF2-40B4-BE49-F238E27FC236}">
                  <a16:creationId xmlns:a16="http://schemas.microsoft.com/office/drawing/2014/main" id="{F3591F9F-765D-4E70-8BC0-C648E3E7B2B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4" y="2319"/>
              <a:ext cx="303" cy="160"/>
            </a:xfrm>
            <a:custGeom>
              <a:avLst/>
              <a:gdLst>
                <a:gd name="T0" fmla="*/ 702 w 199"/>
                <a:gd name="T1" fmla="*/ 212 h 105"/>
                <a:gd name="T2" fmla="*/ 0 w 199"/>
                <a:gd name="T3" fmla="*/ 0 h 105"/>
                <a:gd name="T4" fmla="*/ 702 w 199"/>
                <a:gd name="T5" fmla="*/ 212 h 10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9" h="105">
                  <a:moveTo>
                    <a:pt x="199" y="60"/>
                  </a:moveTo>
                  <a:cubicBezTo>
                    <a:pt x="199" y="60"/>
                    <a:pt x="107" y="105"/>
                    <a:pt x="0" y="0"/>
                  </a:cubicBezTo>
                  <a:cubicBezTo>
                    <a:pt x="0" y="0"/>
                    <a:pt x="92" y="94"/>
                    <a:pt x="199" y="6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875" name="Freeform 103">
              <a:extLst>
                <a:ext uri="{FF2B5EF4-FFF2-40B4-BE49-F238E27FC236}">
                  <a16:creationId xmlns:a16="http://schemas.microsoft.com/office/drawing/2014/main" id="{D7A75F15-1897-4A28-94DD-8C58F15084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3" y="1794"/>
              <a:ext cx="272" cy="606"/>
            </a:xfrm>
            <a:custGeom>
              <a:avLst/>
              <a:gdLst>
                <a:gd name="T0" fmla="*/ 176 w 178"/>
                <a:gd name="T1" fmla="*/ 0 h 398"/>
                <a:gd name="T2" fmla="*/ 176 w 178"/>
                <a:gd name="T3" fmla="*/ 265 h 398"/>
                <a:gd name="T4" fmla="*/ 168 w 178"/>
                <a:gd name="T5" fmla="*/ 1122 h 398"/>
                <a:gd name="T6" fmla="*/ 636 w 178"/>
                <a:gd name="T7" fmla="*/ 1405 h 398"/>
                <a:gd name="T8" fmla="*/ 171 w 178"/>
                <a:gd name="T9" fmla="*/ 891 h 398"/>
                <a:gd name="T10" fmla="*/ 176 w 178"/>
                <a:gd name="T11" fmla="*/ 0 h 39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8" h="398">
                  <a:moveTo>
                    <a:pt x="49" y="0"/>
                  </a:moveTo>
                  <a:cubicBezTo>
                    <a:pt x="49" y="0"/>
                    <a:pt x="46" y="53"/>
                    <a:pt x="49" y="75"/>
                  </a:cubicBezTo>
                  <a:cubicBezTo>
                    <a:pt x="52" y="96"/>
                    <a:pt x="0" y="255"/>
                    <a:pt x="47" y="318"/>
                  </a:cubicBezTo>
                  <a:cubicBezTo>
                    <a:pt x="93" y="381"/>
                    <a:pt x="178" y="398"/>
                    <a:pt x="178" y="398"/>
                  </a:cubicBezTo>
                  <a:cubicBezTo>
                    <a:pt x="178" y="398"/>
                    <a:pt x="47" y="349"/>
                    <a:pt x="48" y="252"/>
                  </a:cubicBezTo>
                  <a:cubicBezTo>
                    <a:pt x="49" y="154"/>
                    <a:pt x="72" y="39"/>
                    <a:pt x="49" y="0"/>
                  </a:cubicBezTo>
                  <a:close/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876" name="Freeform 104">
              <a:extLst>
                <a:ext uri="{FF2B5EF4-FFF2-40B4-BE49-F238E27FC236}">
                  <a16:creationId xmlns:a16="http://schemas.microsoft.com/office/drawing/2014/main" id="{F1CE3BCE-CFC4-4878-A260-0075D83087E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7" y="1733"/>
              <a:ext cx="96" cy="373"/>
            </a:xfrm>
            <a:custGeom>
              <a:avLst/>
              <a:gdLst>
                <a:gd name="T0" fmla="*/ 0 w 63"/>
                <a:gd name="T1" fmla="*/ 0 h 245"/>
                <a:gd name="T2" fmla="*/ 155 w 63"/>
                <a:gd name="T3" fmla="*/ 32 h 245"/>
                <a:gd name="T4" fmla="*/ 160 w 63"/>
                <a:gd name="T5" fmla="*/ 425 h 245"/>
                <a:gd name="T6" fmla="*/ 204 w 63"/>
                <a:gd name="T7" fmla="*/ 865 h 245"/>
                <a:gd name="T8" fmla="*/ 110 w 63"/>
                <a:gd name="T9" fmla="*/ 434 h 245"/>
                <a:gd name="T10" fmla="*/ 0 w 63"/>
                <a:gd name="T11" fmla="*/ 0 h 24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3" h="245">
                  <a:moveTo>
                    <a:pt x="0" y="0"/>
                  </a:moveTo>
                  <a:cubicBezTo>
                    <a:pt x="0" y="0"/>
                    <a:pt x="33" y="16"/>
                    <a:pt x="44" y="9"/>
                  </a:cubicBezTo>
                  <a:cubicBezTo>
                    <a:pt x="54" y="2"/>
                    <a:pt x="37" y="82"/>
                    <a:pt x="45" y="120"/>
                  </a:cubicBezTo>
                  <a:cubicBezTo>
                    <a:pt x="52" y="158"/>
                    <a:pt x="59" y="213"/>
                    <a:pt x="58" y="245"/>
                  </a:cubicBezTo>
                  <a:cubicBezTo>
                    <a:pt x="58" y="245"/>
                    <a:pt x="40" y="143"/>
                    <a:pt x="31" y="123"/>
                  </a:cubicBezTo>
                  <a:cubicBezTo>
                    <a:pt x="21" y="103"/>
                    <a:pt x="63" y="33"/>
                    <a:pt x="0" y="0"/>
                  </a:cubicBezTo>
                  <a:close/>
                </a:path>
              </a:pathLst>
            </a:custGeom>
            <a:solidFill>
              <a:srgbClr val="EFCA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877" name="Freeform 105">
              <a:extLst>
                <a:ext uri="{FF2B5EF4-FFF2-40B4-BE49-F238E27FC236}">
                  <a16:creationId xmlns:a16="http://schemas.microsoft.com/office/drawing/2014/main" id="{AD53060D-9CA7-45D4-B3EE-3AE4D45635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1" y="2288"/>
              <a:ext cx="93" cy="626"/>
            </a:xfrm>
            <a:custGeom>
              <a:avLst/>
              <a:gdLst>
                <a:gd name="T0" fmla="*/ 216 w 61"/>
                <a:gd name="T1" fmla="*/ 0 h 411"/>
                <a:gd name="T2" fmla="*/ 156 w 61"/>
                <a:gd name="T3" fmla="*/ 244 h 411"/>
                <a:gd name="T4" fmla="*/ 79 w 61"/>
                <a:gd name="T5" fmla="*/ 1452 h 411"/>
                <a:gd name="T6" fmla="*/ 85 w 61"/>
                <a:gd name="T7" fmla="*/ 501 h 411"/>
                <a:gd name="T8" fmla="*/ 0 w 61"/>
                <a:gd name="T9" fmla="*/ 190 h 411"/>
                <a:gd name="T10" fmla="*/ 216 w 61"/>
                <a:gd name="T11" fmla="*/ 0 h 41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1" h="411">
                  <a:moveTo>
                    <a:pt x="61" y="0"/>
                  </a:moveTo>
                  <a:cubicBezTo>
                    <a:pt x="61" y="0"/>
                    <a:pt x="49" y="57"/>
                    <a:pt x="44" y="69"/>
                  </a:cubicBezTo>
                  <a:cubicBezTo>
                    <a:pt x="39" y="81"/>
                    <a:pt x="26" y="366"/>
                    <a:pt x="22" y="411"/>
                  </a:cubicBezTo>
                  <a:cubicBezTo>
                    <a:pt x="22" y="411"/>
                    <a:pt x="20" y="172"/>
                    <a:pt x="24" y="142"/>
                  </a:cubicBezTo>
                  <a:cubicBezTo>
                    <a:pt x="28" y="113"/>
                    <a:pt x="39" y="42"/>
                    <a:pt x="0" y="54"/>
                  </a:cubicBezTo>
                  <a:cubicBezTo>
                    <a:pt x="0" y="54"/>
                    <a:pt x="49" y="35"/>
                    <a:pt x="61" y="0"/>
                  </a:cubicBezTo>
                  <a:close/>
                </a:path>
              </a:pathLst>
            </a:custGeom>
            <a:solidFill>
              <a:srgbClr val="EFCA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878" name="Freeform 106">
              <a:extLst>
                <a:ext uri="{FF2B5EF4-FFF2-40B4-BE49-F238E27FC236}">
                  <a16:creationId xmlns:a16="http://schemas.microsoft.com/office/drawing/2014/main" id="{7E2B4B52-9C57-40B9-BC58-A3D8818D97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1" y="2407"/>
              <a:ext cx="37" cy="178"/>
            </a:xfrm>
            <a:custGeom>
              <a:avLst/>
              <a:gdLst>
                <a:gd name="T0" fmla="*/ 88 w 24"/>
                <a:gd name="T1" fmla="*/ 0 h 117"/>
                <a:gd name="T2" fmla="*/ 12 w 24"/>
                <a:gd name="T3" fmla="*/ 32 h 117"/>
                <a:gd name="T4" fmla="*/ 14 w 24"/>
                <a:gd name="T5" fmla="*/ 70 h 117"/>
                <a:gd name="T6" fmla="*/ 35 w 24"/>
                <a:gd name="T7" fmla="*/ 148 h 117"/>
                <a:gd name="T8" fmla="*/ 14 w 24"/>
                <a:gd name="T9" fmla="*/ 254 h 117"/>
                <a:gd name="T10" fmla="*/ 19 w 24"/>
                <a:gd name="T11" fmla="*/ 412 h 117"/>
                <a:gd name="T12" fmla="*/ 22 w 24"/>
                <a:gd name="T13" fmla="*/ 262 h 117"/>
                <a:gd name="T14" fmla="*/ 60 w 24"/>
                <a:gd name="T15" fmla="*/ 157 h 117"/>
                <a:gd name="T16" fmla="*/ 35 w 24"/>
                <a:gd name="T17" fmla="*/ 75 h 117"/>
                <a:gd name="T18" fmla="*/ 80 w 24"/>
                <a:gd name="T19" fmla="*/ 8 h 11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4" h="117">
                  <a:moveTo>
                    <a:pt x="24" y="0"/>
                  </a:moveTo>
                  <a:cubicBezTo>
                    <a:pt x="18" y="3"/>
                    <a:pt x="8" y="4"/>
                    <a:pt x="3" y="9"/>
                  </a:cubicBezTo>
                  <a:cubicBezTo>
                    <a:pt x="0" y="13"/>
                    <a:pt x="2" y="16"/>
                    <a:pt x="4" y="20"/>
                  </a:cubicBezTo>
                  <a:cubicBezTo>
                    <a:pt x="6" y="27"/>
                    <a:pt x="8" y="35"/>
                    <a:pt x="10" y="42"/>
                  </a:cubicBezTo>
                  <a:cubicBezTo>
                    <a:pt x="13" y="53"/>
                    <a:pt x="8" y="61"/>
                    <a:pt x="4" y="72"/>
                  </a:cubicBezTo>
                  <a:cubicBezTo>
                    <a:pt x="0" y="84"/>
                    <a:pt x="1" y="104"/>
                    <a:pt x="5" y="117"/>
                  </a:cubicBezTo>
                  <a:cubicBezTo>
                    <a:pt x="1" y="105"/>
                    <a:pt x="3" y="87"/>
                    <a:pt x="6" y="74"/>
                  </a:cubicBezTo>
                  <a:cubicBezTo>
                    <a:pt x="8" y="64"/>
                    <a:pt x="15" y="56"/>
                    <a:pt x="16" y="45"/>
                  </a:cubicBezTo>
                  <a:cubicBezTo>
                    <a:pt x="16" y="36"/>
                    <a:pt x="10" y="30"/>
                    <a:pt x="10" y="21"/>
                  </a:cubicBezTo>
                  <a:cubicBezTo>
                    <a:pt x="10" y="15"/>
                    <a:pt x="16" y="4"/>
                    <a:pt x="22" y="2"/>
                  </a:cubicBezTo>
                </a:path>
              </a:pathLst>
            </a:custGeom>
            <a:solidFill>
              <a:srgbClr val="EFCA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879" name="Freeform 107">
              <a:extLst>
                <a:ext uri="{FF2B5EF4-FFF2-40B4-BE49-F238E27FC236}">
                  <a16:creationId xmlns:a16="http://schemas.microsoft.com/office/drawing/2014/main" id="{E594A122-0C1D-4BDF-838A-F75F1E56AD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1" y="3082"/>
              <a:ext cx="73" cy="259"/>
            </a:xfrm>
            <a:custGeom>
              <a:avLst/>
              <a:gdLst>
                <a:gd name="T0" fmla="*/ 26 w 48"/>
                <a:gd name="T1" fmla="*/ 0 h 170"/>
                <a:gd name="T2" fmla="*/ 129 w 48"/>
                <a:gd name="T3" fmla="*/ 70 h 170"/>
                <a:gd name="T4" fmla="*/ 161 w 48"/>
                <a:gd name="T5" fmla="*/ 79 h 170"/>
                <a:gd name="T6" fmla="*/ 148 w 48"/>
                <a:gd name="T7" fmla="*/ 130 h 170"/>
                <a:gd name="T8" fmla="*/ 114 w 48"/>
                <a:gd name="T9" fmla="*/ 360 h 170"/>
                <a:gd name="T10" fmla="*/ 102 w 48"/>
                <a:gd name="T11" fmla="*/ 602 h 170"/>
                <a:gd name="T12" fmla="*/ 88 w 48"/>
                <a:gd name="T13" fmla="*/ 187 h 170"/>
                <a:gd name="T14" fmla="*/ 41 w 48"/>
                <a:gd name="T15" fmla="*/ 81 h 170"/>
                <a:gd name="T16" fmla="*/ 14 w 48"/>
                <a:gd name="T17" fmla="*/ 5 h 17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8" h="170">
                  <a:moveTo>
                    <a:pt x="7" y="0"/>
                  </a:moveTo>
                  <a:cubicBezTo>
                    <a:pt x="12" y="11"/>
                    <a:pt x="26" y="18"/>
                    <a:pt x="37" y="20"/>
                  </a:cubicBezTo>
                  <a:cubicBezTo>
                    <a:pt x="40" y="20"/>
                    <a:pt x="44" y="19"/>
                    <a:pt x="46" y="22"/>
                  </a:cubicBezTo>
                  <a:cubicBezTo>
                    <a:pt x="48" y="27"/>
                    <a:pt x="43" y="33"/>
                    <a:pt x="42" y="37"/>
                  </a:cubicBezTo>
                  <a:cubicBezTo>
                    <a:pt x="32" y="57"/>
                    <a:pt x="33" y="79"/>
                    <a:pt x="32" y="102"/>
                  </a:cubicBezTo>
                  <a:cubicBezTo>
                    <a:pt x="31" y="124"/>
                    <a:pt x="28" y="147"/>
                    <a:pt x="29" y="170"/>
                  </a:cubicBezTo>
                  <a:cubicBezTo>
                    <a:pt x="20" y="132"/>
                    <a:pt x="32" y="90"/>
                    <a:pt x="25" y="53"/>
                  </a:cubicBezTo>
                  <a:cubicBezTo>
                    <a:pt x="23" y="42"/>
                    <a:pt x="17" y="32"/>
                    <a:pt x="12" y="23"/>
                  </a:cubicBezTo>
                  <a:cubicBezTo>
                    <a:pt x="9" y="18"/>
                    <a:pt x="0" y="7"/>
                    <a:pt x="4" y="1"/>
                  </a:cubicBezTo>
                </a:path>
              </a:pathLst>
            </a:custGeom>
            <a:solidFill>
              <a:srgbClr val="EFCA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880" name="Freeform 108">
              <a:extLst>
                <a:ext uri="{FF2B5EF4-FFF2-40B4-BE49-F238E27FC236}">
                  <a16:creationId xmlns:a16="http://schemas.microsoft.com/office/drawing/2014/main" id="{DB9C92C3-25A2-4AD9-89A3-0418C8AA4C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9" y="3114"/>
              <a:ext cx="59" cy="285"/>
            </a:xfrm>
            <a:custGeom>
              <a:avLst/>
              <a:gdLst>
                <a:gd name="T0" fmla="*/ 0 w 39"/>
                <a:gd name="T1" fmla="*/ 0 h 187"/>
                <a:gd name="T2" fmla="*/ 48 w 39"/>
                <a:gd name="T3" fmla="*/ 18 h 187"/>
                <a:gd name="T4" fmla="*/ 86 w 39"/>
                <a:gd name="T5" fmla="*/ 18 h 187"/>
                <a:gd name="T6" fmla="*/ 110 w 39"/>
                <a:gd name="T7" fmla="*/ 12 h 187"/>
                <a:gd name="T8" fmla="*/ 124 w 39"/>
                <a:gd name="T9" fmla="*/ 149 h 187"/>
                <a:gd name="T10" fmla="*/ 101 w 39"/>
                <a:gd name="T11" fmla="*/ 661 h 187"/>
                <a:gd name="T12" fmla="*/ 86 w 39"/>
                <a:gd name="T13" fmla="*/ 393 h 187"/>
                <a:gd name="T14" fmla="*/ 82 w 39"/>
                <a:gd name="T15" fmla="*/ 203 h 187"/>
                <a:gd name="T16" fmla="*/ 48 w 39"/>
                <a:gd name="T17" fmla="*/ 93 h 187"/>
                <a:gd name="T18" fmla="*/ 0 w 39"/>
                <a:gd name="T19" fmla="*/ 21 h 18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9" h="187">
                  <a:moveTo>
                    <a:pt x="0" y="0"/>
                  </a:moveTo>
                  <a:cubicBezTo>
                    <a:pt x="4" y="1"/>
                    <a:pt x="9" y="4"/>
                    <a:pt x="14" y="5"/>
                  </a:cubicBezTo>
                  <a:cubicBezTo>
                    <a:pt x="17" y="6"/>
                    <a:pt x="22" y="6"/>
                    <a:pt x="25" y="5"/>
                  </a:cubicBezTo>
                  <a:cubicBezTo>
                    <a:pt x="26" y="5"/>
                    <a:pt x="31" y="3"/>
                    <a:pt x="32" y="3"/>
                  </a:cubicBezTo>
                  <a:cubicBezTo>
                    <a:pt x="39" y="7"/>
                    <a:pt x="36" y="36"/>
                    <a:pt x="36" y="42"/>
                  </a:cubicBezTo>
                  <a:cubicBezTo>
                    <a:pt x="36" y="90"/>
                    <a:pt x="24" y="139"/>
                    <a:pt x="29" y="187"/>
                  </a:cubicBezTo>
                  <a:cubicBezTo>
                    <a:pt x="23" y="163"/>
                    <a:pt x="26" y="135"/>
                    <a:pt x="25" y="111"/>
                  </a:cubicBezTo>
                  <a:cubicBezTo>
                    <a:pt x="25" y="94"/>
                    <a:pt x="28" y="74"/>
                    <a:pt x="24" y="57"/>
                  </a:cubicBezTo>
                  <a:cubicBezTo>
                    <a:pt x="22" y="47"/>
                    <a:pt x="19" y="36"/>
                    <a:pt x="14" y="26"/>
                  </a:cubicBezTo>
                  <a:cubicBezTo>
                    <a:pt x="10" y="18"/>
                    <a:pt x="4" y="14"/>
                    <a:pt x="0" y="6"/>
                  </a:cubicBezTo>
                </a:path>
              </a:pathLst>
            </a:custGeom>
            <a:solidFill>
              <a:srgbClr val="EFCA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881" name="Freeform 109">
              <a:extLst>
                <a:ext uri="{FF2B5EF4-FFF2-40B4-BE49-F238E27FC236}">
                  <a16:creationId xmlns:a16="http://schemas.microsoft.com/office/drawing/2014/main" id="{2D166F64-90AC-4B6D-9255-BD3E9B7E87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5" y="1125"/>
              <a:ext cx="61" cy="130"/>
            </a:xfrm>
            <a:custGeom>
              <a:avLst/>
              <a:gdLst>
                <a:gd name="T0" fmla="*/ 0 w 40"/>
                <a:gd name="T1" fmla="*/ 0 h 85"/>
                <a:gd name="T2" fmla="*/ 72 w 40"/>
                <a:gd name="T3" fmla="*/ 136 h 85"/>
                <a:gd name="T4" fmla="*/ 137 w 40"/>
                <a:gd name="T5" fmla="*/ 304 h 8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85">
                  <a:moveTo>
                    <a:pt x="0" y="0"/>
                  </a:moveTo>
                  <a:cubicBezTo>
                    <a:pt x="11" y="13"/>
                    <a:pt x="14" y="25"/>
                    <a:pt x="20" y="38"/>
                  </a:cubicBezTo>
                  <a:cubicBezTo>
                    <a:pt x="27" y="52"/>
                    <a:pt x="40" y="67"/>
                    <a:pt x="39" y="85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882" name="Freeform 110">
              <a:extLst>
                <a:ext uri="{FF2B5EF4-FFF2-40B4-BE49-F238E27FC236}">
                  <a16:creationId xmlns:a16="http://schemas.microsoft.com/office/drawing/2014/main" id="{32AE5454-635A-4833-8E59-9926D322F8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2" y="1175"/>
              <a:ext cx="87" cy="31"/>
            </a:xfrm>
            <a:custGeom>
              <a:avLst/>
              <a:gdLst>
                <a:gd name="T0" fmla="*/ 0 w 57"/>
                <a:gd name="T1" fmla="*/ 0 h 20"/>
                <a:gd name="T2" fmla="*/ 107 w 57"/>
                <a:gd name="T3" fmla="*/ 74 h 20"/>
                <a:gd name="T4" fmla="*/ 160 w 57"/>
                <a:gd name="T5" fmla="*/ 60 h 20"/>
                <a:gd name="T6" fmla="*/ 203 w 57"/>
                <a:gd name="T7" fmla="*/ 34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7" h="20">
                  <a:moveTo>
                    <a:pt x="0" y="0"/>
                  </a:moveTo>
                  <a:cubicBezTo>
                    <a:pt x="7" y="12"/>
                    <a:pt x="17" y="20"/>
                    <a:pt x="30" y="20"/>
                  </a:cubicBezTo>
                  <a:cubicBezTo>
                    <a:pt x="36" y="20"/>
                    <a:pt x="40" y="19"/>
                    <a:pt x="45" y="16"/>
                  </a:cubicBezTo>
                  <a:cubicBezTo>
                    <a:pt x="49" y="14"/>
                    <a:pt x="55" y="13"/>
                    <a:pt x="57" y="9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883" name="Freeform 111">
              <a:extLst>
                <a:ext uri="{FF2B5EF4-FFF2-40B4-BE49-F238E27FC236}">
                  <a16:creationId xmlns:a16="http://schemas.microsoft.com/office/drawing/2014/main" id="{CE94B376-230C-4163-908C-F0E86B87777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0" y="1134"/>
              <a:ext cx="127" cy="67"/>
            </a:xfrm>
            <a:custGeom>
              <a:avLst/>
              <a:gdLst>
                <a:gd name="T0" fmla="*/ 0 w 83"/>
                <a:gd name="T1" fmla="*/ 21 h 44"/>
                <a:gd name="T2" fmla="*/ 133 w 83"/>
                <a:gd name="T3" fmla="*/ 94 h 44"/>
                <a:gd name="T4" fmla="*/ 297 w 83"/>
                <a:gd name="T5" fmla="*/ 0 h 44"/>
                <a:gd name="T6" fmla="*/ 168 w 83"/>
                <a:gd name="T7" fmla="*/ 110 h 44"/>
                <a:gd name="T8" fmla="*/ 103 w 83"/>
                <a:gd name="T9" fmla="*/ 155 h 44"/>
                <a:gd name="T10" fmla="*/ 28 w 83"/>
                <a:gd name="T11" fmla="*/ 88 h 44"/>
                <a:gd name="T12" fmla="*/ 0 w 83"/>
                <a:gd name="T13" fmla="*/ 21 h 4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3" h="44">
                  <a:moveTo>
                    <a:pt x="0" y="6"/>
                  </a:moveTo>
                  <a:cubicBezTo>
                    <a:pt x="0" y="6"/>
                    <a:pt x="19" y="27"/>
                    <a:pt x="37" y="27"/>
                  </a:cubicBezTo>
                  <a:cubicBezTo>
                    <a:pt x="56" y="26"/>
                    <a:pt x="75" y="8"/>
                    <a:pt x="83" y="0"/>
                  </a:cubicBezTo>
                  <a:cubicBezTo>
                    <a:pt x="83" y="0"/>
                    <a:pt x="69" y="24"/>
                    <a:pt x="47" y="31"/>
                  </a:cubicBezTo>
                  <a:cubicBezTo>
                    <a:pt x="25" y="38"/>
                    <a:pt x="26" y="40"/>
                    <a:pt x="29" y="44"/>
                  </a:cubicBezTo>
                  <a:cubicBezTo>
                    <a:pt x="29" y="44"/>
                    <a:pt x="12" y="34"/>
                    <a:pt x="8" y="25"/>
                  </a:cubicBezTo>
                  <a:cubicBezTo>
                    <a:pt x="4" y="16"/>
                    <a:pt x="0" y="6"/>
                    <a:pt x="0" y="6"/>
                  </a:cubicBezTo>
                  <a:close/>
                </a:path>
              </a:pathLst>
            </a:custGeom>
            <a:solidFill>
              <a:srgbClr val="EFCA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884" name="Freeform 112">
              <a:extLst>
                <a:ext uri="{FF2B5EF4-FFF2-40B4-BE49-F238E27FC236}">
                  <a16:creationId xmlns:a16="http://schemas.microsoft.com/office/drawing/2014/main" id="{A8CAD515-1F29-42DF-A5A6-B490DAF5318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8" y="1121"/>
              <a:ext cx="34" cy="115"/>
            </a:xfrm>
            <a:custGeom>
              <a:avLst/>
              <a:gdLst>
                <a:gd name="T0" fmla="*/ 82 w 22"/>
                <a:gd name="T1" fmla="*/ 5 h 76"/>
                <a:gd name="T2" fmla="*/ 22 w 22"/>
                <a:gd name="T3" fmla="*/ 160 h 76"/>
                <a:gd name="T4" fmla="*/ 0 w 22"/>
                <a:gd name="T5" fmla="*/ 263 h 76"/>
                <a:gd name="T6" fmla="*/ 34 w 22"/>
                <a:gd name="T7" fmla="*/ 188 h 76"/>
                <a:gd name="T8" fmla="*/ 48 w 22"/>
                <a:gd name="T9" fmla="*/ 110 h 76"/>
                <a:gd name="T10" fmla="*/ 76 w 22"/>
                <a:gd name="T11" fmla="*/ 0 h 7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76">
                  <a:moveTo>
                    <a:pt x="22" y="1"/>
                  </a:moveTo>
                  <a:cubicBezTo>
                    <a:pt x="14" y="15"/>
                    <a:pt x="8" y="29"/>
                    <a:pt x="6" y="46"/>
                  </a:cubicBezTo>
                  <a:cubicBezTo>
                    <a:pt x="5" y="56"/>
                    <a:pt x="4" y="67"/>
                    <a:pt x="0" y="76"/>
                  </a:cubicBezTo>
                  <a:cubicBezTo>
                    <a:pt x="3" y="69"/>
                    <a:pt x="7" y="62"/>
                    <a:pt x="9" y="54"/>
                  </a:cubicBezTo>
                  <a:cubicBezTo>
                    <a:pt x="11" y="47"/>
                    <a:pt x="12" y="40"/>
                    <a:pt x="13" y="32"/>
                  </a:cubicBezTo>
                  <a:cubicBezTo>
                    <a:pt x="15" y="21"/>
                    <a:pt x="17" y="10"/>
                    <a:pt x="21" y="0"/>
                  </a:cubicBezTo>
                </a:path>
              </a:pathLst>
            </a:custGeom>
            <a:solidFill>
              <a:srgbClr val="EFCA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885" name="Freeform 113">
              <a:extLst>
                <a:ext uri="{FF2B5EF4-FFF2-40B4-BE49-F238E27FC236}">
                  <a16:creationId xmlns:a16="http://schemas.microsoft.com/office/drawing/2014/main" id="{665A7F85-A470-4A33-A167-774A05CD7A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1" y="1105"/>
              <a:ext cx="32" cy="87"/>
            </a:xfrm>
            <a:custGeom>
              <a:avLst/>
              <a:gdLst>
                <a:gd name="T0" fmla="*/ 62 w 21"/>
                <a:gd name="T1" fmla="*/ 0 h 57"/>
                <a:gd name="T2" fmla="*/ 27 w 21"/>
                <a:gd name="T3" fmla="*/ 93 h 57"/>
                <a:gd name="T4" fmla="*/ 8 w 21"/>
                <a:gd name="T5" fmla="*/ 150 h 57"/>
                <a:gd name="T6" fmla="*/ 0 w 21"/>
                <a:gd name="T7" fmla="*/ 203 h 57"/>
                <a:gd name="T8" fmla="*/ 14 w 21"/>
                <a:gd name="T9" fmla="*/ 169 h 57"/>
                <a:gd name="T10" fmla="*/ 32 w 21"/>
                <a:gd name="T11" fmla="*/ 128 h 57"/>
                <a:gd name="T12" fmla="*/ 49 w 21"/>
                <a:gd name="T13" fmla="*/ 102 h 57"/>
                <a:gd name="T14" fmla="*/ 67 w 21"/>
                <a:gd name="T15" fmla="*/ 89 h 57"/>
                <a:gd name="T16" fmla="*/ 67 w 21"/>
                <a:gd name="T17" fmla="*/ 47 h 57"/>
                <a:gd name="T18" fmla="*/ 67 w 21"/>
                <a:gd name="T19" fmla="*/ 5 h 5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1" h="57">
                  <a:moveTo>
                    <a:pt x="18" y="0"/>
                  </a:moveTo>
                  <a:cubicBezTo>
                    <a:pt x="13" y="8"/>
                    <a:pt x="10" y="17"/>
                    <a:pt x="8" y="26"/>
                  </a:cubicBezTo>
                  <a:cubicBezTo>
                    <a:pt x="6" y="31"/>
                    <a:pt x="3" y="37"/>
                    <a:pt x="2" y="42"/>
                  </a:cubicBezTo>
                  <a:cubicBezTo>
                    <a:pt x="1" y="47"/>
                    <a:pt x="1" y="53"/>
                    <a:pt x="0" y="57"/>
                  </a:cubicBezTo>
                  <a:cubicBezTo>
                    <a:pt x="0" y="55"/>
                    <a:pt x="3" y="51"/>
                    <a:pt x="4" y="48"/>
                  </a:cubicBezTo>
                  <a:cubicBezTo>
                    <a:pt x="6" y="44"/>
                    <a:pt x="7" y="40"/>
                    <a:pt x="9" y="36"/>
                  </a:cubicBezTo>
                  <a:cubicBezTo>
                    <a:pt x="10" y="33"/>
                    <a:pt x="12" y="31"/>
                    <a:pt x="14" y="29"/>
                  </a:cubicBezTo>
                  <a:cubicBezTo>
                    <a:pt x="16" y="28"/>
                    <a:pt x="18" y="27"/>
                    <a:pt x="19" y="25"/>
                  </a:cubicBezTo>
                  <a:cubicBezTo>
                    <a:pt x="21" y="22"/>
                    <a:pt x="20" y="17"/>
                    <a:pt x="19" y="13"/>
                  </a:cubicBezTo>
                  <a:cubicBezTo>
                    <a:pt x="19" y="9"/>
                    <a:pt x="19" y="5"/>
                    <a:pt x="19" y="1"/>
                  </a:cubicBezTo>
                </a:path>
              </a:pathLst>
            </a:custGeom>
            <a:solidFill>
              <a:srgbClr val="EFCA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886" name="Freeform 114">
              <a:extLst>
                <a:ext uri="{FF2B5EF4-FFF2-40B4-BE49-F238E27FC236}">
                  <a16:creationId xmlns:a16="http://schemas.microsoft.com/office/drawing/2014/main" id="{5EAB0632-7C83-431A-8DBB-344C17ABE9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5" y="1102"/>
              <a:ext cx="41" cy="96"/>
            </a:xfrm>
            <a:custGeom>
              <a:avLst/>
              <a:gdLst>
                <a:gd name="T0" fmla="*/ 41 w 27"/>
                <a:gd name="T1" fmla="*/ 0 h 63"/>
                <a:gd name="T2" fmla="*/ 41 w 27"/>
                <a:gd name="T3" fmla="*/ 70 h 63"/>
                <a:gd name="T4" fmla="*/ 39 w 27"/>
                <a:gd name="T5" fmla="*/ 128 h 63"/>
                <a:gd name="T6" fmla="*/ 26 w 27"/>
                <a:gd name="T7" fmla="*/ 181 h 63"/>
                <a:gd name="T8" fmla="*/ 0 w 27"/>
                <a:gd name="T9" fmla="*/ 222 h 63"/>
                <a:gd name="T10" fmla="*/ 41 w 27"/>
                <a:gd name="T11" fmla="*/ 163 h 63"/>
                <a:gd name="T12" fmla="*/ 55 w 27"/>
                <a:gd name="T13" fmla="*/ 101 h 63"/>
                <a:gd name="T14" fmla="*/ 70 w 27"/>
                <a:gd name="T15" fmla="*/ 56 h 63"/>
                <a:gd name="T16" fmla="*/ 94 w 27"/>
                <a:gd name="T17" fmla="*/ 79 h 63"/>
                <a:gd name="T18" fmla="*/ 67 w 27"/>
                <a:gd name="T19" fmla="*/ 35 h 63"/>
                <a:gd name="T20" fmla="*/ 46 w 27"/>
                <a:gd name="T21" fmla="*/ 5 h 6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7" h="63">
                  <a:moveTo>
                    <a:pt x="12" y="0"/>
                  </a:moveTo>
                  <a:cubicBezTo>
                    <a:pt x="14" y="6"/>
                    <a:pt x="12" y="14"/>
                    <a:pt x="12" y="20"/>
                  </a:cubicBezTo>
                  <a:cubicBezTo>
                    <a:pt x="12" y="25"/>
                    <a:pt x="12" y="31"/>
                    <a:pt x="11" y="36"/>
                  </a:cubicBezTo>
                  <a:cubicBezTo>
                    <a:pt x="11" y="42"/>
                    <a:pt x="9" y="46"/>
                    <a:pt x="7" y="51"/>
                  </a:cubicBezTo>
                  <a:cubicBezTo>
                    <a:pt x="5" y="54"/>
                    <a:pt x="3" y="61"/>
                    <a:pt x="0" y="63"/>
                  </a:cubicBezTo>
                  <a:cubicBezTo>
                    <a:pt x="4" y="57"/>
                    <a:pt x="9" y="53"/>
                    <a:pt x="12" y="46"/>
                  </a:cubicBezTo>
                  <a:cubicBezTo>
                    <a:pt x="15" y="40"/>
                    <a:pt x="15" y="34"/>
                    <a:pt x="16" y="28"/>
                  </a:cubicBezTo>
                  <a:cubicBezTo>
                    <a:pt x="16" y="25"/>
                    <a:pt x="17" y="17"/>
                    <a:pt x="20" y="16"/>
                  </a:cubicBezTo>
                  <a:cubicBezTo>
                    <a:pt x="22" y="15"/>
                    <a:pt x="26" y="21"/>
                    <a:pt x="27" y="22"/>
                  </a:cubicBezTo>
                  <a:cubicBezTo>
                    <a:pt x="24" y="18"/>
                    <a:pt x="22" y="13"/>
                    <a:pt x="19" y="10"/>
                  </a:cubicBezTo>
                  <a:cubicBezTo>
                    <a:pt x="17" y="7"/>
                    <a:pt x="14" y="5"/>
                    <a:pt x="13" y="1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887" name="Freeform 115">
              <a:extLst>
                <a:ext uri="{FF2B5EF4-FFF2-40B4-BE49-F238E27FC236}">
                  <a16:creationId xmlns:a16="http://schemas.microsoft.com/office/drawing/2014/main" id="{7570A7AD-A6EB-43B4-AA26-7CA6820E6C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9" y="1200"/>
              <a:ext cx="24" cy="71"/>
            </a:xfrm>
            <a:custGeom>
              <a:avLst/>
              <a:gdLst>
                <a:gd name="T0" fmla="*/ 0 w 16"/>
                <a:gd name="T1" fmla="*/ 0 h 47"/>
                <a:gd name="T2" fmla="*/ 27 w 16"/>
                <a:gd name="T3" fmla="*/ 45 h 47"/>
                <a:gd name="T4" fmla="*/ 39 w 16"/>
                <a:gd name="T5" fmla="*/ 86 h 47"/>
                <a:gd name="T6" fmla="*/ 41 w 16"/>
                <a:gd name="T7" fmla="*/ 128 h 47"/>
                <a:gd name="T8" fmla="*/ 54 w 16"/>
                <a:gd name="T9" fmla="*/ 162 h 47"/>
                <a:gd name="T10" fmla="*/ 48 w 16"/>
                <a:gd name="T11" fmla="*/ 110 h 47"/>
                <a:gd name="T12" fmla="*/ 39 w 16"/>
                <a:gd name="T13" fmla="*/ 59 h 47"/>
                <a:gd name="T14" fmla="*/ 18 w 16"/>
                <a:gd name="T15" fmla="*/ 26 h 47"/>
                <a:gd name="T16" fmla="*/ 0 w 16"/>
                <a:gd name="T17" fmla="*/ 5 h 4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6" h="47">
                  <a:moveTo>
                    <a:pt x="0" y="0"/>
                  </a:moveTo>
                  <a:cubicBezTo>
                    <a:pt x="0" y="4"/>
                    <a:pt x="6" y="9"/>
                    <a:pt x="8" y="13"/>
                  </a:cubicBezTo>
                  <a:cubicBezTo>
                    <a:pt x="9" y="17"/>
                    <a:pt x="11" y="21"/>
                    <a:pt x="11" y="25"/>
                  </a:cubicBezTo>
                  <a:cubicBezTo>
                    <a:pt x="12" y="29"/>
                    <a:pt x="12" y="33"/>
                    <a:pt x="12" y="37"/>
                  </a:cubicBezTo>
                  <a:cubicBezTo>
                    <a:pt x="13" y="41"/>
                    <a:pt x="14" y="44"/>
                    <a:pt x="16" y="47"/>
                  </a:cubicBezTo>
                  <a:cubicBezTo>
                    <a:pt x="13" y="43"/>
                    <a:pt x="14" y="37"/>
                    <a:pt x="14" y="32"/>
                  </a:cubicBezTo>
                  <a:cubicBezTo>
                    <a:pt x="14" y="27"/>
                    <a:pt x="13" y="22"/>
                    <a:pt x="11" y="17"/>
                  </a:cubicBezTo>
                  <a:cubicBezTo>
                    <a:pt x="10" y="13"/>
                    <a:pt x="8" y="10"/>
                    <a:pt x="5" y="7"/>
                  </a:cubicBezTo>
                  <a:cubicBezTo>
                    <a:pt x="4" y="6"/>
                    <a:pt x="0" y="2"/>
                    <a:pt x="0" y="1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888" name="Freeform 116">
              <a:extLst>
                <a:ext uri="{FF2B5EF4-FFF2-40B4-BE49-F238E27FC236}">
                  <a16:creationId xmlns:a16="http://schemas.microsoft.com/office/drawing/2014/main" id="{5FB768E8-5E0C-4639-8DD6-C6009386B1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0" y="1130"/>
              <a:ext cx="43" cy="106"/>
            </a:xfrm>
            <a:custGeom>
              <a:avLst/>
              <a:gdLst>
                <a:gd name="T0" fmla="*/ 101 w 28"/>
                <a:gd name="T1" fmla="*/ 0 h 70"/>
                <a:gd name="T2" fmla="*/ 94 w 28"/>
                <a:gd name="T3" fmla="*/ 27 h 70"/>
                <a:gd name="T4" fmla="*/ 80 w 28"/>
                <a:gd name="T5" fmla="*/ 59 h 70"/>
                <a:gd name="T6" fmla="*/ 61 w 28"/>
                <a:gd name="T7" fmla="*/ 115 h 70"/>
                <a:gd name="T8" fmla="*/ 48 w 28"/>
                <a:gd name="T9" fmla="*/ 188 h 70"/>
                <a:gd name="T10" fmla="*/ 18 w 28"/>
                <a:gd name="T11" fmla="*/ 244 h 70"/>
                <a:gd name="T12" fmla="*/ 40 w 28"/>
                <a:gd name="T13" fmla="*/ 177 h 70"/>
                <a:gd name="T14" fmla="*/ 0 w 28"/>
                <a:gd name="T15" fmla="*/ 161 h 70"/>
                <a:gd name="T16" fmla="*/ 22 w 28"/>
                <a:gd name="T17" fmla="*/ 147 h 70"/>
                <a:gd name="T18" fmla="*/ 40 w 28"/>
                <a:gd name="T19" fmla="*/ 139 h 70"/>
                <a:gd name="T20" fmla="*/ 48 w 28"/>
                <a:gd name="T21" fmla="*/ 135 h 70"/>
                <a:gd name="T22" fmla="*/ 52 w 28"/>
                <a:gd name="T23" fmla="*/ 126 h 70"/>
                <a:gd name="T24" fmla="*/ 58 w 28"/>
                <a:gd name="T25" fmla="*/ 101 h 70"/>
                <a:gd name="T26" fmla="*/ 75 w 28"/>
                <a:gd name="T27" fmla="*/ 48 h 70"/>
                <a:gd name="T28" fmla="*/ 101 w 28"/>
                <a:gd name="T29" fmla="*/ 8 h 7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8" h="70">
                  <a:moveTo>
                    <a:pt x="28" y="0"/>
                  </a:moveTo>
                  <a:cubicBezTo>
                    <a:pt x="27" y="3"/>
                    <a:pt x="27" y="5"/>
                    <a:pt x="26" y="8"/>
                  </a:cubicBezTo>
                  <a:cubicBezTo>
                    <a:pt x="25" y="11"/>
                    <a:pt x="23" y="14"/>
                    <a:pt x="22" y="17"/>
                  </a:cubicBezTo>
                  <a:cubicBezTo>
                    <a:pt x="19" y="22"/>
                    <a:pt x="18" y="27"/>
                    <a:pt x="17" y="33"/>
                  </a:cubicBezTo>
                  <a:cubicBezTo>
                    <a:pt x="16" y="40"/>
                    <a:pt x="15" y="47"/>
                    <a:pt x="13" y="54"/>
                  </a:cubicBezTo>
                  <a:cubicBezTo>
                    <a:pt x="11" y="60"/>
                    <a:pt x="7" y="65"/>
                    <a:pt x="5" y="70"/>
                  </a:cubicBezTo>
                  <a:cubicBezTo>
                    <a:pt x="8" y="64"/>
                    <a:pt x="11" y="58"/>
                    <a:pt x="11" y="51"/>
                  </a:cubicBezTo>
                  <a:cubicBezTo>
                    <a:pt x="11" y="42"/>
                    <a:pt x="5" y="45"/>
                    <a:pt x="0" y="46"/>
                  </a:cubicBezTo>
                  <a:cubicBezTo>
                    <a:pt x="2" y="45"/>
                    <a:pt x="4" y="43"/>
                    <a:pt x="6" y="42"/>
                  </a:cubicBezTo>
                  <a:cubicBezTo>
                    <a:pt x="8" y="41"/>
                    <a:pt x="10" y="41"/>
                    <a:pt x="11" y="40"/>
                  </a:cubicBezTo>
                  <a:cubicBezTo>
                    <a:pt x="12" y="40"/>
                    <a:pt x="12" y="41"/>
                    <a:pt x="13" y="39"/>
                  </a:cubicBezTo>
                  <a:cubicBezTo>
                    <a:pt x="14" y="39"/>
                    <a:pt x="14" y="37"/>
                    <a:pt x="14" y="36"/>
                  </a:cubicBezTo>
                  <a:cubicBezTo>
                    <a:pt x="15" y="34"/>
                    <a:pt x="15" y="32"/>
                    <a:pt x="16" y="29"/>
                  </a:cubicBezTo>
                  <a:cubicBezTo>
                    <a:pt x="17" y="24"/>
                    <a:pt x="18" y="19"/>
                    <a:pt x="21" y="14"/>
                  </a:cubicBezTo>
                  <a:cubicBezTo>
                    <a:pt x="23" y="10"/>
                    <a:pt x="27" y="6"/>
                    <a:pt x="28" y="2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889" name="Freeform 117">
              <a:extLst>
                <a:ext uri="{FF2B5EF4-FFF2-40B4-BE49-F238E27FC236}">
                  <a16:creationId xmlns:a16="http://schemas.microsoft.com/office/drawing/2014/main" id="{74D32025-7367-4AA2-BEBD-47AC6F8635A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4" y="719"/>
              <a:ext cx="356" cy="449"/>
            </a:xfrm>
            <a:custGeom>
              <a:avLst/>
              <a:gdLst>
                <a:gd name="T0" fmla="*/ 791 w 233"/>
                <a:gd name="T1" fmla="*/ 359 h 295"/>
                <a:gd name="T2" fmla="*/ 788 w 233"/>
                <a:gd name="T3" fmla="*/ 359 h 295"/>
                <a:gd name="T4" fmla="*/ 778 w 233"/>
                <a:gd name="T5" fmla="*/ 359 h 295"/>
                <a:gd name="T6" fmla="*/ 756 w 233"/>
                <a:gd name="T7" fmla="*/ 444 h 295"/>
                <a:gd name="T8" fmla="*/ 749 w 233"/>
                <a:gd name="T9" fmla="*/ 467 h 295"/>
                <a:gd name="T10" fmla="*/ 729 w 233"/>
                <a:gd name="T11" fmla="*/ 519 h 295"/>
                <a:gd name="T12" fmla="*/ 729 w 233"/>
                <a:gd name="T13" fmla="*/ 519 h 295"/>
                <a:gd name="T14" fmla="*/ 721 w 233"/>
                <a:gd name="T15" fmla="*/ 528 h 295"/>
                <a:gd name="T16" fmla="*/ 380 w 233"/>
                <a:gd name="T17" fmla="*/ 8 h 295"/>
                <a:gd name="T18" fmla="*/ 79 w 233"/>
                <a:gd name="T19" fmla="*/ 505 h 295"/>
                <a:gd name="T20" fmla="*/ 61 w 233"/>
                <a:gd name="T21" fmla="*/ 419 h 295"/>
                <a:gd name="T22" fmla="*/ 53 w 233"/>
                <a:gd name="T23" fmla="*/ 387 h 295"/>
                <a:gd name="T24" fmla="*/ 47 w 233"/>
                <a:gd name="T25" fmla="*/ 373 h 295"/>
                <a:gd name="T26" fmla="*/ 47 w 233"/>
                <a:gd name="T27" fmla="*/ 371 h 295"/>
                <a:gd name="T28" fmla="*/ 40 w 233"/>
                <a:gd name="T29" fmla="*/ 359 h 295"/>
                <a:gd name="T30" fmla="*/ 14 w 233"/>
                <a:gd name="T31" fmla="*/ 387 h 295"/>
                <a:gd name="T32" fmla="*/ 32 w 233"/>
                <a:gd name="T33" fmla="*/ 467 h 295"/>
                <a:gd name="T34" fmla="*/ 43 w 233"/>
                <a:gd name="T35" fmla="*/ 549 h 295"/>
                <a:gd name="T36" fmla="*/ 57 w 233"/>
                <a:gd name="T37" fmla="*/ 603 h 295"/>
                <a:gd name="T38" fmla="*/ 79 w 233"/>
                <a:gd name="T39" fmla="*/ 642 h 295"/>
                <a:gd name="T40" fmla="*/ 115 w 233"/>
                <a:gd name="T41" fmla="*/ 670 h 295"/>
                <a:gd name="T42" fmla="*/ 141 w 233"/>
                <a:gd name="T43" fmla="*/ 817 h 295"/>
                <a:gd name="T44" fmla="*/ 264 w 233"/>
                <a:gd name="T45" fmla="*/ 973 h 295"/>
                <a:gd name="T46" fmla="*/ 406 w 233"/>
                <a:gd name="T47" fmla="*/ 1040 h 295"/>
                <a:gd name="T48" fmla="*/ 547 w 233"/>
                <a:gd name="T49" fmla="*/ 973 h 295"/>
                <a:gd name="T50" fmla="*/ 675 w 233"/>
                <a:gd name="T51" fmla="*/ 817 h 295"/>
                <a:gd name="T52" fmla="*/ 703 w 233"/>
                <a:gd name="T53" fmla="*/ 670 h 295"/>
                <a:gd name="T54" fmla="*/ 738 w 233"/>
                <a:gd name="T55" fmla="*/ 642 h 295"/>
                <a:gd name="T56" fmla="*/ 759 w 233"/>
                <a:gd name="T57" fmla="*/ 603 h 295"/>
                <a:gd name="T58" fmla="*/ 775 w 233"/>
                <a:gd name="T59" fmla="*/ 549 h 295"/>
                <a:gd name="T60" fmla="*/ 784 w 233"/>
                <a:gd name="T61" fmla="*/ 467 h 295"/>
                <a:gd name="T62" fmla="*/ 804 w 233"/>
                <a:gd name="T63" fmla="*/ 387 h 295"/>
                <a:gd name="T64" fmla="*/ 791 w 233"/>
                <a:gd name="T65" fmla="*/ 359 h 295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233" h="295">
                  <a:moveTo>
                    <a:pt x="222" y="102"/>
                  </a:moveTo>
                  <a:cubicBezTo>
                    <a:pt x="222" y="102"/>
                    <a:pt x="221" y="102"/>
                    <a:pt x="221" y="102"/>
                  </a:cubicBezTo>
                  <a:cubicBezTo>
                    <a:pt x="220" y="102"/>
                    <a:pt x="219" y="102"/>
                    <a:pt x="218" y="102"/>
                  </a:cubicBezTo>
                  <a:cubicBezTo>
                    <a:pt x="212" y="126"/>
                    <a:pt x="212" y="126"/>
                    <a:pt x="212" y="126"/>
                  </a:cubicBezTo>
                  <a:cubicBezTo>
                    <a:pt x="210" y="133"/>
                    <a:pt x="210" y="133"/>
                    <a:pt x="210" y="133"/>
                  </a:cubicBezTo>
                  <a:cubicBezTo>
                    <a:pt x="209" y="139"/>
                    <a:pt x="204" y="147"/>
                    <a:pt x="204" y="147"/>
                  </a:cubicBezTo>
                  <a:cubicBezTo>
                    <a:pt x="204" y="147"/>
                    <a:pt x="204" y="147"/>
                    <a:pt x="204" y="147"/>
                  </a:cubicBezTo>
                  <a:cubicBezTo>
                    <a:pt x="202" y="150"/>
                    <a:pt x="202" y="150"/>
                    <a:pt x="202" y="150"/>
                  </a:cubicBezTo>
                  <a:cubicBezTo>
                    <a:pt x="199" y="152"/>
                    <a:pt x="233" y="0"/>
                    <a:pt x="107" y="2"/>
                  </a:cubicBezTo>
                  <a:cubicBezTo>
                    <a:pt x="0" y="3"/>
                    <a:pt x="23" y="149"/>
                    <a:pt x="22" y="143"/>
                  </a:cubicBezTo>
                  <a:cubicBezTo>
                    <a:pt x="19" y="135"/>
                    <a:pt x="17" y="119"/>
                    <a:pt x="17" y="119"/>
                  </a:cubicBezTo>
                  <a:cubicBezTo>
                    <a:pt x="17" y="119"/>
                    <a:pt x="16" y="115"/>
                    <a:pt x="15" y="110"/>
                  </a:cubicBezTo>
                  <a:cubicBezTo>
                    <a:pt x="14" y="109"/>
                    <a:pt x="14" y="107"/>
                    <a:pt x="13" y="106"/>
                  </a:cubicBezTo>
                  <a:cubicBezTo>
                    <a:pt x="13" y="106"/>
                    <a:pt x="13" y="106"/>
                    <a:pt x="13" y="105"/>
                  </a:cubicBezTo>
                  <a:cubicBezTo>
                    <a:pt x="13" y="104"/>
                    <a:pt x="11" y="102"/>
                    <a:pt x="11" y="102"/>
                  </a:cubicBezTo>
                  <a:cubicBezTo>
                    <a:pt x="7" y="100"/>
                    <a:pt x="4" y="104"/>
                    <a:pt x="4" y="110"/>
                  </a:cubicBezTo>
                  <a:cubicBezTo>
                    <a:pt x="4" y="117"/>
                    <a:pt x="9" y="129"/>
                    <a:pt x="9" y="133"/>
                  </a:cubicBezTo>
                  <a:cubicBezTo>
                    <a:pt x="9" y="137"/>
                    <a:pt x="10" y="149"/>
                    <a:pt x="12" y="156"/>
                  </a:cubicBezTo>
                  <a:cubicBezTo>
                    <a:pt x="15" y="163"/>
                    <a:pt x="14" y="166"/>
                    <a:pt x="16" y="171"/>
                  </a:cubicBezTo>
                  <a:cubicBezTo>
                    <a:pt x="18" y="175"/>
                    <a:pt x="19" y="179"/>
                    <a:pt x="22" y="182"/>
                  </a:cubicBezTo>
                  <a:cubicBezTo>
                    <a:pt x="24" y="186"/>
                    <a:pt x="29" y="190"/>
                    <a:pt x="32" y="190"/>
                  </a:cubicBezTo>
                  <a:cubicBezTo>
                    <a:pt x="32" y="201"/>
                    <a:pt x="35" y="223"/>
                    <a:pt x="39" y="232"/>
                  </a:cubicBezTo>
                  <a:cubicBezTo>
                    <a:pt x="43" y="241"/>
                    <a:pt x="62" y="266"/>
                    <a:pt x="74" y="276"/>
                  </a:cubicBezTo>
                  <a:cubicBezTo>
                    <a:pt x="86" y="285"/>
                    <a:pt x="93" y="294"/>
                    <a:pt x="114" y="295"/>
                  </a:cubicBezTo>
                  <a:cubicBezTo>
                    <a:pt x="135" y="294"/>
                    <a:pt x="142" y="285"/>
                    <a:pt x="153" y="276"/>
                  </a:cubicBezTo>
                  <a:cubicBezTo>
                    <a:pt x="166" y="266"/>
                    <a:pt x="185" y="243"/>
                    <a:pt x="189" y="232"/>
                  </a:cubicBezTo>
                  <a:cubicBezTo>
                    <a:pt x="193" y="221"/>
                    <a:pt x="197" y="201"/>
                    <a:pt x="197" y="190"/>
                  </a:cubicBezTo>
                  <a:cubicBezTo>
                    <a:pt x="200" y="190"/>
                    <a:pt x="205" y="186"/>
                    <a:pt x="207" y="182"/>
                  </a:cubicBezTo>
                  <a:cubicBezTo>
                    <a:pt x="210" y="179"/>
                    <a:pt x="211" y="175"/>
                    <a:pt x="213" y="171"/>
                  </a:cubicBezTo>
                  <a:cubicBezTo>
                    <a:pt x="215" y="166"/>
                    <a:pt x="214" y="163"/>
                    <a:pt x="217" y="156"/>
                  </a:cubicBezTo>
                  <a:cubicBezTo>
                    <a:pt x="219" y="149"/>
                    <a:pt x="220" y="137"/>
                    <a:pt x="220" y="133"/>
                  </a:cubicBezTo>
                  <a:cubicBezTo>
                    <a:pt x="220" y="129"/>
                    <a:pt x="225" y="117"/>
                    <a:pt x="225" y="110"/>
                  </a:cubicBezTo>
                  <a:cubicBezTo>
                    <a:pt x="225" y="107"/>
                    <a:pt x="224" y="104"/>
                    <a:pt x="222" y="102"/>
                  </a:cubicBezTo>
                </a:path>
              </a:pathLst>
            </a:custGeom>
            <a:solidFill>
              <a:srgbClr val="F6E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890" name="Freeform 118">
              <a:extLst>
                <a:ext uri="{FF2B5EF4-FFF2-40B4-BE49-F238E27FC236}">
                  <a16:creationId xmlns:a16="http://schemas.microsoft.com/office/drawing/2014/main" id="{5D7CBBD3-4845-498D-B4BB-ECFFEF1C7D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4" y="719"/>
              <a:ext cx="356" cy="449"/>
            </a:xfrm>
            <a:custGeom>
              <a:avLst/>
              <a:gdLst>
                <a:gd name="T0" fmla="*/ 791 w 233"/>
                <a:gd name="T1" fmla="*/ 359 h 295"/>
                <a:gd name="T2" fmla="*/ 788 w 233"/>
                <a:gd name="T3" fmla="*/ 359 h 295"/>
                <a:gd name="T4" fmla="*/ 778 w 233"/>
                <a:gd name="T5" fmla="*/ 359 h 295"/>
                <a:gd name="T6" fmla="*/ 756 w 233"/>
                <a:gd name="T7" fmla="*/ 444 h 295"/>
                <a:gd name="T8" fmla="*/ 749 w 233"/>
                <a:gd name="T9" fmla="*/ 467 h 295"/>
                <a:gd name="T10" fmla="*/ 729 w 233"/>
                <a:gd name="T11" fmla="*/ 519 h 295"/>
                <a:gd name="T12" fmla="*/ 729 w 233"/>
                <a:gd name="T13" fmla="*/ 519 h 295"/>
                <a:gd name="T14" fmla="*/ 721 w 233"/>
                <a:gd name="T15" fmla="*/ 528 h 295"/>
                <a:gd name="T16" fmla="*/ 380 w 233"/>
                <a:gd name="T17" fmla="*/ 8 h 295"/>
                <a:gd name="T18" fmla="*/ 79 w 233"/>
                <a:gd name="T19" fmla="*/ 505 h 295"/>
                <a:gd name="T20" fmla="*/ 61 w 233"/>
                <a:gd name="T21" fmla="*/ 419 h 295"/>
                <a:gd name="T22" fmla="*/ 53 w 233"/>
                <a:gd name="T23" fmla="*/ 387 h 295"/>
                <a:gd name="T24" fmla="*/ 47 w 233"/>
                <a:gd name="T25" fmla="*/ 373 h 295"/>
                <a:gd name="T26" fmla="*/ 47 w 233"/>
                <a:gd name="T27" fmla="*/ 371 h 295"/>
                <a:gd name="T28" fmla="*/ 40 w 233"/>
                <a:gd name="T29" fmla="*/ 359 h 295"/>
                <a:gd name="T30" fmla="*/ 14 w 233"/>
                <a:gd name="T31" fmla="*/ 387 h 295"/>
                <a:gd name="T32" fmla="*/ 32 w 233"/>
                <a:gd name="T33" fmla="*/ 467 h 295"/>
                <a:gd name="T34" fmla="*/ 43 w 233"/>
                <a:gd name="T35" fmla="*/ 549 h 295"/>
                <a:gd name="T36" fmla="*/ 57 w 233"/>
                <a:gd name="T37" fmla="*/ 603 h 295"/>
                <a:gd name="T38" fmla="*/ 79 w 233"/>
                <a:gd name="T39" fmla="*/ 642 h 295"/>
                <a:gd name="T40" fmla="*/ 115 w 233"/>
                <a:gd name="T41" fmla="*/ 670 h 295"/>
                <a:gd name="T42" fmla="*/ 141 w 233"/>
                <a:gd name="T43" fmla="*/ 817 h 295"/>
                <a:gd name="T44" fmla="*/ 264 w 233"/>
                <a:gd name="T45" fmla="*/ 973 h 295"/>
                <a:gd name="T46" fmla="*/ 406 w 233"/>
                <a:gd name="T47" fmla="*/ 1040 h 295"/>
                <a:gd name="T48" fmla="*/ 547 w 233"/>
                <a:gd name="T49" fmla="*/ 973 h 295"/>
                <a:gd name="T50" fmla="*/ 675 w 233"/>
                <a:gd name="T51" fmla="*/ 817 h 295"/>
                <a:gd name="T52" fmla="*/ 703 w 233"/>
                <a:gd name="T53" fmla="*/ 670 h 295"/>
                <a:gd name="T54" fmla="*/ 738 w 233"/>
                <a:gd name="T55" fmla="*/ 642 h 295"/>
                <a:gd name="T56" fmla="*/ 759 w 233"/>
                <a:gd name="T57" fmla="*/ 603 h 295"/>
                <a:gd name="T58" fmla="*/ 775 w 233"/>
                <a:gd name="T59" fmla="*/ 549 h 295"/>
                <a:gd name="T60" fmla="*/ 784 w 233"/>
                <a:gd name="T61" fmla="*/ 467 h 295"/>
                <a:gd name="T62" fmla="*/ 804 w 233"/>
                <a:gd name="T63" fmla="*/ 387 h 295"/>
                <a:gd name="T64" fmla="*/ 791 w 233"/>
                <a:gd name="T65" fmla="*/ 359 h 295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233" h="295">
                  <a:moveTo>
                    <a:pt x="222" y="102"/>
                  </a:moveTo>
                  <a:cubicBezTo>
                    <a:pt x="222" y="102"/>
                    <a:pt x="221" y="102"/>
                    <a:pt x="221" y="102"/>
                  </a:cubicBezTo>
                  <a:cubicBezTo>
                    <a:pt x="220" y="102"/>
                    <a:pt x="219" y="102"/>
                    <a:pt x="218" y="102"/>
                  </a:cubicBezTo>
                  <a:cubicBezTo>
                    <a:pt x="212" y="126"/>
                    <a:pt x="212" y="126"/>
                    <a:pt x="212" y="126"/>
                  </a:cubicBezTo>
                  <a:cubicBezTo>
                    <a:pt x="210" y="133"/>
                    <a:pt x="210" y="133"/>
                    <a:pt x="210" y="133"/>
                  </a:cubicBezTo>
                  <a:cubicBezTo>
                    <a:pt x="209" y="139"/>
                    <a:pt x="204" y="147"/>
                    <a:pt x="204" y="147"/>
                  </a:cubicBezTo>
                  <a:cubicBezTo>
                    <a:pt x="204" y="147"/>
                    <a:pt x="204" y="147"/>
                    <a:pt x="204" y="147"/>
                  </a:cubicBezTo>
                  <a:cubicBezTo>
                    <a:pt x="202" y="150"/>
                    <a:pt x="202" y="150"/>
                    <a:pt x="202" y="150"/>
                  </a:cubicBezTo>
                  <a:cubicBezTo>
                    <a:pt x="199" y="152"/>
                    <a:pt x="233" y="0"/>
                    <a:pt x="107" y="2"/>
                  </a:cubicBezTo>
                  <a:cubicBezTo>
                    <a:pt x="0" y="3"/>
                    <a:pt x="23" y="149"/>
                    <a:pt x="22" y="143"/>
                  </a:cubicBezTo>
                  <a:cubicBezTo>
                    <a:pt x="19" y="135"/>
                    <a:pt x="17" y="119"/>
                    <a:pt x="17" y="119"/>
                  </a:cubicBezTo>
                  <a:cubicBezTo>
                    <a:pt x="17" y="119"/>
                    <a:pt x="16" y="115"/>
                    <a:pt x="15" y="110"/>
                  </a:cubicBezTo>
                  <a:cubicBezTo>
                    <a:pt x="14" y="109"/>
                    <a:pt x="14" y="107"/>
                    <a:pt x="13" y="106"/>
                  </a:cubicBezTo>
                  <a:cubicBezTo>
                    <a:pt x="13" y="106"/>
                    <a:pt x="13" y="106"/>
                    <a:pt x="13" y="105"/>
                  </a:cubicBezTo>
                  <a:cubicBezTo>
                    <a:pt x="13" y="104"/>
                    <a:pt x="11" y="102"/>
                    <a:pt x="11" y="102"/>
                  </a:cubicBezTo>
                  <a:cubicBezTo>
                    <a:pt x="7" y="100"/>
                    <a:pt x="4" y="104"/>
                    <a:pt x="4" y="110"/>
                  </a:cubicBezTo>
                  <a:cubicBezTo>
                    <a:pt x="4" y="117"/>
                    <a:pt x="9" y="129"/>
                    <a:pt x="9" y="133"/>
                  </a:cubicBezTo>
                  <a:cubicBezTo>
                    <a:pt x="9" y="137"/>
                    <a:pt x="10" y="149"/>
                    <a:pt x="12" y="156"/>
                  </a:cubicBezTo>
                  <a:cubicBezTo>
                    <a:pt x="15" y="163"/>
                    <a:pt x="14" y="166"/>
                    <a:pt x="16" y="171"/>
                  </a:cubicBezTo>
                  <a:cubicBezTo>
                    <a:pt x="18" y="175"/>
                    <a:pt x="19" y="179"/>
                    <a:pt x="22" y="182"/>
                  </a:cubicBezTo>
                  <a:cubicBezTo>
                    <a:pt x="24" y="186"/>
                    <a:pt x="29" y="190"/>
                    <a:pt x="32" y="190"/>
                  </a:cubicBezTo>
                  <a:cubicBezTo>
                    <a:pt x="32" y="201"/>
                    <a:pt x="35" y="223"/>
                    <a:pt x="39" y="232"/>
                  </a:cubicBezTo>
                  <a:cubicBezTo>
                    <a:pt x="43" y="241"/>
                    <a:pt x="62" y="266"/>
                    <a:pt x="74" y="276"/>
                  </a:cubicBezTo>
                  <a:cubicBezTo>
                    <a:pt x="86" y="285"/>
                    <a:pt x="93" y="294"/>
                    <a:pt x="114" y="295"/>
                  </a:cubicBezTo>
                  <a:cubicBezTo>
                    <a:pt x="135" y="294"/>
                    <a:pt x="142" y="285"/>
                    <a:pt x="153" y="276"/>
                  </a:cubicBezTo>
                  <a:cubicBezTo>
                    <a:pt x="166" y="266"/>
                    <a:pt x="185" y="243"/>
                    <a:pt x="189" y="232"/>
                  </a:cubicBezTo>
                  <a:cubicBezTo>
                    <a:pt x="193" y="221"/>
                    <a:pt x="197" y="201"/>
                    <a:pt x="197" y="190"/>
                  </a:cubicBezTo>
                  <a:cubicBezTo>
                    <a:pt x="200" y="190"/>
                    <a:pt x="205" y="186"/>
                    <a:pt x="207" y="182"/>
                  </a:cubicBezTo>
                  <a:cubicBezTo>
                    <a:pt x="210" y="179"/>
                    <a:pt x="211" y="175"/>
                    <a:pt x="213" y="171"/>
                  </a:cubicBezTo>
                  <a:cubicBezTo>
                    <a:pt x="215" y="166"/>
                    <a:pt x="214" y="163"/>
                    <a:pt x="217" y="156"/>
                  </a:cubicBezTo>
                  <a:cubicBezTo>
                    <a:pt x="219" y="149"/>
                    <a:pt x="220" y="137"/>
                    <a:pt x="220" y="133"/>
                  </a:cubicBezTo>
                  <a:cubicBezTo>
                    <a:pt x="220" y="129"/>
                    <a:pt x="225" y="117"/>
                    <a:pt x="225" y="110"/>
                  </a:cubicBezTo>
                  <a:cubicBezTo>
                    <a:pt x="225" y="107"/>
                    <a:pt x="224" y="104"/>
                    <a:pt x="222" y="102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891" name="Freeform 119">
              <a:extLst>
                <a:ext uri="{FF2B5EF4-FFF2-40B4-BE49-F238E27FC236}">
                  <a16:creationId xmlns:a16="http://schemas.microsoft.com/office/drawing/2014/main" id="{3A0F6A9B-0246-4114-A78C-028589AF35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5" y="917"/>
              <a:ext cx="21" cy="45"/>
            </a:xfrm>
            <a:custGeom>
              <a:avLst/>
              <a:gdLst>
                <a:gd name="T0" fmla="*/ 48 w 14"/>
                <a:gd name="T1" fmla="*/ 18 h 30"/>
                <a:gd name="T2" fmla="*/ 41 w 14"/>
                <a:gd name="T3" fmla="*/ 102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30">
                  <a:moveTo>
                    <a:pt x="14" y="5"/>
                  </a:moveTo>
                  <a:cubicBezTo>
                    <a:pt x="0" y="0"/>
                    <a:pt x="8" y="28"/>
                    <a:pt x="12" y="30"/>
                  </a:cubicBezTo>
                </a:path>
              </a:pathLst>
            </a:custGeom>
            <a:solidFill>
              <a:srgbClr val="EFCA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892" name="Freeform 120">
              <a:extLst>
                <a:ext uri="{FF2B5EF4-FFF2-40B4-BE49-F238E27FC236}">
                  <a16:creationId xmlns:a16="http://schemas.microsoft.com/office/drawing/2014/main" id="{1120A627-1951-446B-93B1-4210B32F5A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3" y="929"/>
              <a:ext cx="14" cy="36"/>
            </a:xfrm>
            <a:custGeom>
              <a:avLst/>
              <a:gdLst>
                <a:gd name="T0" fmla="*/ 8 w 9"/>
                <a:gd name="T1" fmla="*/ 0 h 24"/>
                <a:gd name="T2" fmla="*/ 0 w 9"/>
                <a:gd name="T3" fmla="*/ 81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4">
                  <a:moveTo>
                    <a:pt x="2" y="0"/>
                  </a:moveTo>
                  <a:cubicBezTo>
                    <a:pt x="9" y="4"/>
                    <a:pt x="5" y="19"/>
                    <a:pt x="0" y="24"/>
                  </a:cubicBezTo>
                </a:path>
              </a:pathLst>
            </a:custGeom>
            <a:solidFill>
              <a:srgbClr val="EFCA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893" name="Freeform 121">
              <a:extLst>
                <a:ext uri="{FF2B5EF4-FFF2-40B4-BE49-F238E27FC236}">
                  <a16:creationId xmlns:a16="http://schemas.microsoft.com/office/drawing/2014/main" id="{3D3E2B48-890C-4B80-8687-A9C0F113BE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8" y="984"/>
              <a:ext cx="96" cy="30"/>
            </a:xfrm>
            <a:custGeom>
              <a:avLst/>
              <a:gdLst>
                <a:gd name="T0" fmla="*/ 181 w 63"/>
                <a:gd name="T1" fmla="*/ 5 h 20"/>
                <a:gd name="T2" fmla="*/ 204 w 63"/>
                <a:gd name="T3" fmla="*/ 48 h 20"/>
                <a:gd name="T4" fmla="*/ 169 w 63"/>
                <a:gd name="T5" fmla="*/ 53 h 20"/>
                <a:gd name="T6" fmla="*/ 120 w 63"/>
                <a:gd name="T7" fmla="*/ 66 h 20"/>
                <a:gd name="T8" fmla="*/ 102 w 63"/>
                <a:gd name="T9" fmla="*/ 66 h 20"/>
                <a:gd name="T10" fmla="*/ 53 w 63"/>
                <a:gd name="T11" fmla="*/ 48 h 20"/>
                <a:gd name="T12" fmla="*/ 18 w 63"/>
                <a:gd name="T13" fmla="*/ 48 h 20"/>
                <a:gd name="T14" fmla="*/ 46 w 63"/>
                <a:gd name="T15" fmla="*/ 5 h 20"/>
                <a:gd name="T16" fmla="*/ 18 w 63"/>
                <a:gd name="T17" fmla="*/ 27 h 20"/>
                <a:gd name="T18" fmla="*/ 40 w 63"/>
                <a:gd name="T19" fmla="*/ 48 h 20"/>
                <a:gd name="T20" fmla="*/ 75 w 63"/>
                <a:gd name="T21" fmla="*/ 54 h 20"/>
                <a:gd name="T22" fmla="*/ 163 w 63"/>
                <a:gd name="T23" fmla="*/ 53 h 20"/>
                <a:gd name="T24" fmla="*/ 183 w 63"/>
                <a:gd name="T25" fmla="*/ 48 h 20"/>
                <a:gd name="T26" fmla="*/ 209 w 63"/>
                <a:gd name="T27" fmla="*/ 39 h 20"/>
                <a:gd name="T28" fmla="*/ 181 w 63"/>
                <a:gd name="T29" fmla="*/ 5 h 2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63" h="20">
                  <a:moveTo>
                    <a:pt x="51" y="1"/>
                  </a:moveTo>
                  <a:cubicBezTo>
                    <a:pt x="56" y="1"/>
                    <a:pt x="63" y="9"/>
                    <a:pt x="58" y="14"/>
                  </a:cubicBezTo>
                  <a:cubicBezTo>
                    <a:pt x="54" y="17"/>
                    <a:pt x="52" y="14"/>
                    <a:pt x="48" y="15"/>
                  </a:cubicBezTo>
                  <a:cubicBezTo>
                    <a:pt x="45" y="15"/>
                    <a:pt x="41" y="18"/>
                    <a:pt x="34" y="19"/>
                  </a:cubicBezTo>
                  <a:cubicBezTo>
                    <a:pt x="31" y="20"/>
                    <a:pt x="31" y="20"/>
                    <a:pt x="29" y="19"/>
                  </a:cubicBezTo>
                  <a:cubicBezTo>
                    <a:pt x="21" y="18"/>
                    <a:pt x="18" y="15"/>
                    <a:pt x="15" y="14"/>
                  </a:cubicBezTo>
                  <a:cubicBezTo>
                    <a:pt x="12" y="14"/>
                    <a:pt x="9" y="17"/>
                    <a:pt x="5" y="14"/>
                  </a:cubicBezTo>
                  <a:cubicBezTo>
                    <a:pt x="0" y="8"/>
                    <a:pt x="8" y="0"/>
                    <a:pt x="13" y="1"/>
                  </a:cubicBezTo>
                  <a:cubicBezTo>
                    <a:pt x="13" y="1"/>
                    <a:pt x="7" y="2"/>
                    <a:pt x="5" y="8"/>
                  </a:cubicBezTo>
                  <a:cubicBezTo>
                    <a:pt x="3" y="14"/>
                    <a:pt x="8" y="15"/>
                    <a:pt x="11" y="14"/>
                  </a:cubicBezTo>
                  <a:cubicBezTo>
                    <a:pt x="15" y="13"/>
                    <a:pt x="16" y="13"/>
                    <a:pt x="21" y="16"/>
                  </a:cubicBezTo>
                  <a:cubicBezTo>
                    <a:pt x="26" y="19"/>
                    <a:pt x="34" y="20"/>
                    <a:pt x="46" y="15"/>
                  </a:cubicBezTo>
                  <a:cubicBezTo>
                    <a:pt x="49" y="13"/>
                    <a:pt x="50" y="14"/>
                    <a:pt x="52" y="14"/>
                  </a:cubicBezTo>
                  <a:cubicBezTo>
                    <a:pt x="54" y="15"/>
                    <a:pt x="58" y="16"/>
                    <a:pt x="59" y="11"/>
                  </a:cubicBezTo>
                  <a:cubicBezTo>
                    <a:pt x="60" y="6"/>
                    <a:pt x="55" y="2"/>
                    <a:pt x="5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894" name="Freeform 122">
              <a:extLst>
                <a:ext uri="{FF2B5EF4-FFF2-40B4-BE49-F238E27FC236}">
                  <a16:creationId xmlns:a16="http://schemas.microsoft.com/office/drawing/2014/main" id="{7699FC90-CBDE-4980-BC5A-110888E9B4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5" y="878"/>
              <a:ext cx="15" cy="32"/>
            </a:xfrm>
            <a:custGeom>
              <a:avLst/>
              <a:gdLst>
                <a:gd name="T0" fmla="*/ 35 w 10"/>
                <a:gd name="T1" fmla="*/ 75 h 21"/>
                <a:gd name="T2" fmla="*/ 0 w 10"/>
                <a:gd name="T3" fmla="*/ 46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1">
                  <a:moveTo>
                    <a:pt x="10" y="21"/>
                  </a:moveTo>
                  <a:cubicBezTo>
                    <a:pt x="8" y="14"/>
                    <a:pt x="2" y="0"/>
                    <a:pt x="0" y="13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895" name="Freeform 123">
              <a:extLst>
                <a:ext uri="{FF2B5EF4-FFF2-40B4-BE49-F238E27FC236}">
                  <a16:creationId xmlns:a16="http://schemas.microsoft.com/office/drawing/2014/main" id="{2C4F2604-D3AA-4986-8D02-8164E56B6A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5" y="941"/>
              <a:ext cx="12" cy="35"/>
            </a:xfrm>
            <a:custGeom>
              <a:avLst/>
              <a:gdLst>
                <a:gd name="T0" fmla="*/ 8 w 8"/>
                <a:gd name="T1" fmla="*/ 0 h 23"/>
                <a:gd name="T2" fmla="*/ 8 w 8"/>
                <a:gd name="T3" fmla="*/ 46 h 23"/>
                <a:gd name="T4" fmla="*/ 21 w 8"/>
                <a:gd name="T5" fmla="*/ 81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23">
                  <a:moveTo>
                    <a:pt x="2" y="0"/>
                  </a:moveTo>
                  <a:cubicBezTo>
                    <a:pt x="0" y="3"/>
                    <a:pt x="1" y="6"/>
                    <a:pt x="2" y="13"/>
                  </a:cubicBezTo>
                  <a:cubicBezTo>
                    <a:pt x="4" y="19"/>
                    <a:pt x="8" y="16"/>
                    <a:pt x="6" y="23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896" name="Freeform 124">
              <a:extLst>
                <a:ext uri="{FF2B5EF4-FFF2-40B4-BE49-F238E27FC236}">
                  <a16:creationId xmlns:a16="http://schemas.microsoft.com/office/drawing/2014/main" id="{01FDFB85-A1CA-4DB2-95D6-125BFB0D3B0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6" y="897"/>
              <a:ext cx="8" cy="23"/>
            </a:xfrm>
            <a:custGeom>
              <a:avLst/>
              <a:gdLst>
                <a:gd name="T0" fmla="*/ 16 w 5"/>
                <a:gd name="T1" fmla="*/ 0 h 15"/>
                <a:gd name="T2" fmla="*/ 5 w 5"/>
                <a:gd name="T3" fmla="*/ 54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5">
                  <a:moveTo>
                    <a:pt x="4" y="0"/>
                  </a:moveTo>
                  <a:cubicBezTo>
                    <a:pt x="5" y="3"/>
                    <a:pt x="0" y="8"/>
                    <a:pt x="1" y="15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897" name="Freeform 125">
              <a:extLst>
                <a:ext uri="{FF2B5EF4-FFF2-40B4-BE49-F238E27FC236}">
                  <a16:creationId xmlns:a16="http://schemas.microsoft.com/office/drawing/2014/main" id="{6BAE3E7D-1DC3-4214-9E43-77F8342299E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4" y="976"/>
              <a:ext cx="9" cy="33"/>
            </a:xfrm>
            <a:custGeom>
              <a:avLst/>
              <a:gdLst>
                <a:gd name="T0" fmla="*/ 0 w 6"/>
                <a:gd name="T1" fmla="*/ 0 h 22"/>
                <a:gd name="T2" fmla="*/ 21 w 6"/>
                <a:gd name="T3" fmla="*/ 75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2">
                  <a:moveTo>
                    <a:pt x="0" y="0"/>
                  </a:moveTo>
                  <a:cubicBezTo>
                    <a:pt x="1" y="7"/>
                    <a:pt x="2" y="11"/>
                    <a:pt x="6" y="22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898" name="Freeform 126">
              <a:extLst>
                <a:ext uri="{FF2B5EF4-FFF2-40B4-BE49-F238E27FC236}">
                  <a16:creationId xmlns:a16="http://schemas.microsoft.com/office/drawing/2014/main" id="{3CC01B74-C283-491A-BBF5-8737488B94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8" y="878"/>
              <a:ext cx="15" cy="32"/>
            </a:xfrm>
            <a:custGeom>
              <a:avLst/>
              <a:gdLst>
                <a:gd name="T0" fmla="*/ 0 w 10"/>
                <a:gd name="T1" fmla="*/ 75 h 21"/>
                <a:gd name="T2" fmla="*/ 35 w 10"/>
                <a:gd name="T3" fmla="*/ 46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1">
                  <a:moveTo>
                    <a:pt x="0" y="21"/>
                  </a:moveTo>
                  <a:cubicBezTo>
                    <a:pt x="2" y="14"/>
                    <a:pt x="8" y="0"/>
                    <a:pt x="10" y="13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899" name="Freeform 127">
              <a:extLst>
                <a:ext uri="{FF2B5EF4-FFF2-40B4-BE49-F238E27FC236}">
                  <a16:creationId xmlns:a16="http://schemas.microsoft.com/office/drawing/2014/main" id="{666E27DC-E752-4AF2-8493-8FC3A8C458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1" y="941"/>
              <a:ext cx="12" cy="35"/>
            </a:xfrm>
            <a:custGeom>
              <a:avLst/>
              <a:gdLst>
                <a:gd name="T0" fmla="*/ 21 w 8"/>
                <a:gd name="T1" fmla="*/ 0 h 23"/>
                <a:gd name="T2" fmla="*/ 21 w 8"/>
                <a:gd name="T3" fmla="*/ 46 h 23"/>
                <a:gd name="T4" fmla="*/ 8 w 8"/>
                <a:gd name="T5" fmla="*/ 81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23">
                  <a:moveTo>
                    <a:pt x="6" y="0"/>
                  </a:moveTo>
                  <a:cubicBezTo>
                    <a:pt x="8" y="3"/>
                    <a:pt x="7" y="6"/>
                    <a:pt x="6" y="13"/>
                  </a:cubicBezTo>
                  <a:cubicBezTo>
                    <a:pt x="4" y="19"/>
                    <a:pt x="0" y="16"/>
                    <a:pt x="2" y="23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900" name="Freeform 128">
              <a:extLst>
                <a:ext uri="{FF2B5EF4-FFF2-40B4-BE49-F238E27FC236}">
                  <a16:creationId xmlns:a16="http://schemas.microsoft.com/office/drawing/2014/main" id="{CFA1BBEE-C9B5-49B2-8942-75ED88555F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4" y="897"/>
              <a:ext cx="7" cy="23"/>
            </a:xfrm>
            <a:custGeom>
              <a:avLst/>
              <a:gdLst>
                <a:gd name="T0" fmla="*/ 1 w 5"/>
                <a:gd name="T1" fmla="*/ 0 h 15"/>
                <a:gd name="T2" fmla="*/ 11 w 5"/>
                <a:gd name="T3" fmla="*/ 54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5">
                  <a:moveTo>
                    <a:pt x="1" y="0"/>
                  </a:moveTo>
                  <a:cubicBezTo>
                    <a:pt x="0" y="3"/>
                    <a:pt x="5" y="8"/>
                    <a:pt x="4" y="15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901" name="Freeform 129">
              <a:extLst>
                <a:ext uri="{FF2B5EF4-FFF2-40B4-BE49-F238E27FC236}">
                  <a16:creationId xmlns:a16="http://schemas.microsoft.com/office/drawing/2014/main" id="{1CFD4040-CA82-413F-902F-9B5C142B8A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5" y="973"/>
              <a:ext cx="6" cy="38"/>
            </a:xfrm>
            <a:custGeom>
              <a:avLst/>
              <a:gdLst>
                <a:gd name="T0" fmla="*/ 14 w 4"/>
                <a:gd name="T1" fmla="*/ 0 h 25"/>
                <a:gd name="T2" fmla="*/ 0 w 4"/>
                <a:gd name="T3" fmla="*/ 88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5">
                  <a:moveTo>
                    <a:pt x="4" y="0"/>
                  </a:moveTo>
                  <a:cubicBezTo>
                    <a:pt x="3" y="9"/>
                    <a:pt x="4" y="12"/>
                    <a:pt x="0" y="25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902" name="Freeform 130">
              <a:extLst>
                <a:ext uri="{FF2B5EF4-FFF2-40B4-BE49-F238E27FC236}">
                  <a16:creationId xmlns:a16="http://schemas.microsoft.com/office/drawing/2014/main" id="{DD3FAF22-80C5-4753-957C-A07578D9A9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9" y="985"/>
              <a:ext cx="41" cy="84"/>
            </a:xfrm>
            <a:custGeom>
              <a:avLst/>
              <a:gdLst>
                <a:gd name="T0" fmla="*/ 94 w 27"/>
                <a:gd name="T1" fmla="*/ 0 h 55"/>
                <a:gd name="T2" fmla="*/ 12 w 27"/>
                <a:gd name="T3" fmla="*/ 81 h 55"/>
                <a:gd name="T4" fmla="*/ 32 w 27"/>
                <a:gd name="T5" fmla="*/ 195 h 55"/>
                <a:gd name="T6" fmla="*/ 14 w 27"/>
                <a:gd name="T7" fmla="*/ 81 h 55"/>
                <a:gd name="T8" fmla="*/ 94 w 27"/>
                <a:gd name="T9" fmla="*/ 0 h 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55">
                  <a:moveTo>
                    <a:pt x="27" y="0"/>
                  </a:moveTo>
                  <a:cubicBezTo>
                    <a:pt x="27" y="0"/>
                    <a:pt x="4" y="7"/>
                    <a:pt x="3" y="23"/>
                  </a:cubicBezTo>
                  <a:cubicBezTo>
                    <a:pt x="1" y="39"/>
                    <a:pt x="9" y="55"/>
                    <a:pt x="9" y="55"/>
                  </a:cubicBezTo>
                  <a:cubicBezTo>
                    <a:pt x="9" y="55"/>
                    <a:pt x="0" y="33"/>
                    <a:pt x="4" y="23"/>
                  </a:cubicBezTo>
                  <a:cubicBezTo>
                    <a:pt x="7" y="12"/>
                    <a:pt x="13" y="5"/>
                    <a:pt x="2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903" name="Freeform 131">
              <a:extLst>
                <a:ext uri="{FF2B5EF4-FFF2-40B4-BE49-F238E27FC236}">
                  <a16:creationId xmlns:a16="http://schemas.microsoft.com/office/drawing/2014/main" id="{2F99FABF-E0AB-4DF6-8EB7-81AEC5E0ABF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2" y="985"/>
              <a:ext cx="41" cy="84"/>
            </a:xfrm>
            <a:custGeom>
              <a:avLst/>
              <a:gdLst>
                <a:gd name="T0" fmla="*/ 0 w 27"/>
                <a:gd name="T1" fmla="*/ 0 h 55"/>
                <a:gd name="T2" fmla="*/ 88 w 27"/>
                <a:gd name="T3" fmla="*/ 81 h 55"/>
                <a:gd name="T4" fmla="*/ 62 w 27"/>
                <a:gd name="T5" fmla="*/ 195 h 55"/>
                <a:gd name="T6" fmla="*/ 84 w 27"/>
                <a:gd name="T7" fmla="*/ 81 h 55"/>
                <a:gd name="T8" fmla="*/ 0 w 27"/>
                <a:gd name="T9" fmla="*/ 0 h 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55">
                  <a:moveTo>
                    <a:pt x="0" y="0"/>
                  </a:moveTo>
                  <a:cubicBezTo>
                    <a:pt x="0" y="0"/>
                    <a:pt x="24" y="7"/>
                    <a:pt x="25" y="23"/>
                  </a:cubicBezTo>
                  <a:cubicBezTo>
                    <a:pt x="26" y="39"/>
                    <a:pt x="18" y="55"/>
                    <a:pt x="18" y="55"/>
                  </a:cubicBezTo>
                  <a:cubicBezTo>
                    <a:pt x="18" y="55"/>
                    <a:pt x="27" y="33"/>
                    <a:pt x="24" y="23"/>
                  </a:cubicBezTo>
                  <a:cubicBezTo>
                    <a:pt x="20" y="12"/>
                    <a:pt x="14" y="5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904" name="Freeform 132">
              <a:extLst>
                <a:ext uri="{FF2B5EF4-FFF2-40B4-BE49-F238E27FC236}">
                  <a16:creationId xmlns:a16="http://schemas.microsoft.com/office/drawing/2014/main" id="{65F7C402-7A4E-4F5B-9E1A-0983F00931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5" y="988"/>
              <a:ext cx="30" cy="75"/>
            </a:xfrm>
            <a:custGeom>
              <a:avLst/>
              <a:gdLst>
                <a:gd name="T0" fmla="*/ 68 w 20"/>
                <a:gd name="T1" fmla="*/ 5 h 49"/>
                <a:gd name="T2" fmla="*/ 32 w 20"/>
                <a:gd name="T3" fmla="*/ 28 h 49"/>
                <a:gd name="T4" fmla="*/ 5 w 20"/>
                <a:gd name="T5" fmla="*/ 75 h 49"/>
                <a:gd name="T6" fmla="*/ 8 w 20"/>
                <a:gd name="T7" fmla="*/ 133 h 49"/>
                <a:gd name="T8" fmla="*/ 21 w 20"/>
                <a:gd name="T9" fmla="*/ 171 h 49"/>
                <a:gd name="T10" fmla="*/ 21 w 20"/>
                <a:gd name="T11" fmla="*/ 176 h 49"/>
                <a:gd name="T12" fmla="*/ 21 w 20"/>
                <a:gd name="T13" fmla="*/ 155 h 49"/>
                <a:gd name="T14" fmla="*/ 18 w 20"/>
                <a:gd name="T15" fmla="*/ 122 h 49"/>
                <a:gd name="T16" fmla="*/ 14 w 20"/>
                <a:gd name="T17" fmla="*/ 87 h 49"/>
                <a:gd name="T18" fmla="*/ 27 w 20"/>
                <a:gd name="T19" fmla="*/ 61 h 49"/>
                <a:gd name="T20" fmla="*/ 54 w 20"/>
                <a:gd name="T21" fmla="*/ 18 h 49"/>
                <a:gd name="T22" fmla="*/ 66 w 20"/>
                <a:gd name="T23" fmla="*/ 5 h 49"/>
                <a:gd name="T24" fmla="*/ 68 w 20"/>
                <a:gd name="T25" fmla="*/ 0 h 4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0" h="49">
                  <a:moveTo>
                    <a:pt x="20" y="1"/>
                  </a:moveTo>
                  <a:cubicBezTo>
                    <a:pt x="15" y="1"/>
                    <a:pt x="12" y="4"/>
                    <a:pt x="9" y="8"/>
                  </a:cubicBezTo>
                  <a:cubicBezTo>
                    <a:pt x="5" y="11"/>
                    <a:pt x="2" y="16"/>
                    <a:pt x="1" y="21"/>
                  </a:cubicBezTo>
                  <a:cubicBezTo>
                    <a:pt x="0" y="26"/>
                    <a:pt x="1" y="32"/>
                    <a:pt x="2" y="37"/>
                  </a:cubicBezTo>
                  <a:cubicBezTo>
                    <a:pt x="3" y="41"/>
                    <a:pt x="4" y="45"/>
                    <a:pt x="6" y="48"/>
                  </a:cubicBezTo>
                  <a:cubicBezTo>
                    <a:pt x="6" y="48"/>
                    <a:pt x="6" y="49"/>
                    <a:pt x="6" y="49"/>
                  </a:cubicBezTo>
                  <a:cubicBezTo>
                    <a:pt x="7" y="47"/>
                    <a:pt x="6" y="45"/>
                    <a:pt x="6" y="43"/>
                  </a:cubicBezTo>
                  <a:cubicBezTo>
                    <a:pt x="5" y="40"/>
                    <a:pt x="5" y="37"/>
                    <a:pt x="5" y="34"/>
                  </a:cubicBezTo>
                  <a:cubicBezTo>
                    <a:pt x="4" y="31"/>
                    <a:pt x="3" y="27"/>
                    <a:pt x="4" y="24"/>
                  </a:cubicBezTo>
                  <a:cubicBezTo>
                    <a:pt x="5" y="22"/>
                    <a:pt x="7" y="19"/>
                    <a:pt x="8" y="17"/>
                  </a:cubicBezTo>
                  <a:cubicBezTo>
                    <a:pt x="10" y="12"/>
                    <a:pt x="13" y="8"/>
                    <a:pt x="16" y="5"/>
                  </a:cubicBezTo>
                  <a:cubicBezTo>
                    <a:pt x="17" y="4"/>
                    <a:pt x="18" y="2"/>
                    <a:pt x="19" y="1"/>
                  </a:cubicBezTo>
                  <a:cubicBezTo>
                    <a:pt x="20" y="1"/>
                    <a:pt x="20" y="1"/>
                    <a:pt x="20" y="0"/>
                  </a:cubicBezTo>
                </a:path>
              </a:pathLst>
            </a:custGeom>
            <a:solidFill>
              <a:srgbClr val="EFCA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905" name="Freeform 133">
              <a:extLst>
                <a:ext uri="{FF2B5EF4-FFF2-40B4-BE49-F238E27FC236}">
                  <a16:creationId xmlns:a16="http://schemas.microsoft.com/office/drawing/2014/main" id="{8ADBE82D-957F-414E-98CD-C749AC2AEB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5" y="988"/>
              <a:ext cx="32" cy="76"/>
            </a:xfrm>
            <a:custGeom>
              <a:avLst/>
              <a:gdLst>
                <a:gd name="T0" fmla="*/ 0 w 21"/>
                <a:gd name="T1" fmla="*/ 0 h 50"/>
                <a:gd name="T2" fmla="*/ 26 w 21"/>
                <a:gd name="T3" fmla="*/ 12 h 50"/>
                <a:gd name="T4" fmla="*/ 49 w 21"/>
                <a:gd name="T5" fmla="*/ 32 h 50"/>
                <a:gd name="T6" fmla="*/ 62 w 21"/>
                <a:gd name="T7" fmla="*/ 55 h 50"/>
                <a:gd name="T8" fmla="*/ 75 w 21"/>
                <a:gd name="T9" fmla="*/ 76 h 50"/>
                <a:gd name="T10" fmla="*/ 62 w 21"/>
                <a:gd name="T11" fmla="*/ 129 h 50"/>
                <a:gd name="T12" fmla="*/ 49 w 21"/>
                <a:gd name="T13" fmla="*/ 176 h 50"/>
                <a:gd name="T14" fmla="*/ 61 w 21"/>
                <a:gd name="T15" fmla="*/ 112 h 50"/>
                <a:gd name="T16" fmla="*/ 53 w 21"/>
                <a:gd name="T17" fmla="*/ 55 h 50"/>
                <a:gd name="T18" fmla="*/ 40 w 21"/>
                <a:gd name="T19" fmla="*/ 32 h 50"/>
                <a:gd name="T20" fmla="*/ 26 w 21"/>
                <a:gd name="T21" fmla="*/ 14 h 50"/>
                <a:gd name="T22" fmla="*/ 5 w 21"/>
                <a:gd name="T23" fmla="*/ 5 h 50"/>
                <a:gd name="T24" fmla="*/ 5 w 21"/>
                <a:gd name="T25" fmla="*/ 5 h 5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1" h="50">
                  <a:moveTo>
                    <a:pt x="0" y="0"/>
                  </a:moveTo>
                  <a:cubicBezTo>
                    <a:pt x="3" y="1"/>
                    <a:pt x="4" y="2"/>
                    <a:pt x="7" y="3"/>
                  </a:cubicBezTo>
                  <a:cubicBezTo>
                    <a:pt x="9" y="4"/>
                    <a:pt x="12" y="7"/>
                    <a:pt x="14" y="9"/>
                  </a:cubicBezTo>
                  <a:cubicBezTo>
                    <a:pt x="16" y="11"/>
                    <a:pt x="17" y="13"/>
                    <a:pt x="18" y="16"/>
                  </a:cubicBezTo>
                  <a:cubicBezTo>
                    <a:pt x="19" y="18"/>
                    <a:pt x="20" y="20"/>
                    <a:pt x="21" y="22"/>
                  </a:cubicBezTo>
                  <a:cubicBezTo>
                    <a:pt x="21" y="27"/>
                    <a:pt x="19" y="32"/>
                    <a:pt x="18" y="37"/>
                  </a:cubicBezTo>
                  <a:cubicBezTo>
                    <a:pt x="17" y="41"/>
                    <a:pt x="16" y="47"/>
                    <a:pt x="14" y="50"/>
                  </a:cubicBezTo>
                  <a:cubicBezTo>
                    <a:pt x="15" y="44"/>
                    <a:pt x="17" y="38"/>
                    <a:pt x="17" y="32"/>
                  </a:cubicBezTo>
                  <a:cubicBezTo>
                    <a:pt x="18" y="27"/>
                    <a:pt x="16" y="21"/>
                    <a:pt x="15" y="16"/>
                  </a:cubicBezTo>
                  <a:cubicBezTo>
                    <a:pt x="14" y="14"/>
                    <a:pt x="13" y="12"/>
                    <a:pt x="11" y="9"/>
                  </a:cubicBezTo>
                  <a:cubicBezTo>
                    <a:pt x="10" y="7"/>
                    <a:pt x="9" y="6"/>
                    <a:pt x="7" y="4"/>
                  </a:cubicBezTo>
                  <a:cubicBezTo>
                    <a:pt x="5" y="3"/>
                    <a:pt x="3" y="1"/>
                    <a:pt x="1" y="1"/>
                  </a:cubicBezTo>
                  <a:cubicBezTo>
                    <a:pt x="1" y="1"/>
                    <a:pt x="0" y="1"/>
                    <a:pt x="1" y="1"/>
                  </a:cubicBezTo>
                </a:path>
              </a:pathLst>
            </a:custGeom>
            <a:solidFill>
              <a:srgbClr val="EFCA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906" name="Freeform 134">
              <a:extLst>
                <a:ext uri="{FF2B5EF4-FFF2-40B4-BE49-F238E27FC236}">
                  <a16:creationId xmlns:a16="http://schemas.microsoft.com/office/drawing/2014/main" id="{5AA3E4A8-AC2F-456B-9AEE-622C65A8DE5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2" y="822"/>
              <a:ext cx="127" cy="11"/>
            </a:xfrm>
            <a:custGeom>
              <a:avLst/>
              <a:gdLst>
                <a:gd name="T0" fmla="*/ 0 w 83"/>
                <a:gd name="T1" fmla="*/ 20 h 7"/>
                <a:gd name="T2" fmla="*/ 18 w 83"/>
                <a:gd name="T3" fmla="*/ 20 h 7"/>
                <a:gd name="T4" fmla="*/ 83 w 83"/>
                <a:gd name="T5" fmla="*/ 5 h 7"/>
                <a:gd name="T6" fmla="*/ 187 w 83"/>
                <a:gd name="T7" fmla="*/ 13 h 7"/>
                <a:gd name="T8" fmla="*/ 257 w 83"/>
                <a:gd name="T9" fmla="*/ 14 h 7"/>
                <a:gd name="T10" fmla="*/ 297 w 83"/>
                <a:gd name="T11" fmla="*/ 13 h 7"/>
                <a:gd name="T12" fmla="*/ 217 w 83"/>
                <a:gd name="T13" fmla="*/ 13 h 7"/>
                <a:gd name="T14" fmla="*/ 133 w 83"/>
                <a:gd name="T15" fmla="*/ 0 h 7"/>
                <a:gd name="T16" fmla="*/ 57 w 83"/>
                <a:gd name="T17" fmla="*/ 8 h 7"/>
                <a:gd name="T18" fmla="*/ 8 w 83"/>
                <a:gd name="T19" fmla="*/ 22 h 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3" h="7">
                  <a:moveTo>
                    <a:pt x="0" y="5"/>
                  </a:moveTo>
                  <a:cubicBezTo>
                    <a:pt x="1" y="7"/>
                    <a:pt x="3" y="6"/>
                    <a:pt x="5" y="5"/>
                  </a:cubicBezTo>
                  <a:cubicBezTo>
                    <a:pt x="11" y="3"/>
                    <a:pt x="16" y="1"/>
                    <a:pt x="23" y="1"/>
                  </a:cubicBezTo>
                  <a:cubicBezTo>
                    <a:pt x="33" y="1"/>
                    <a:pt x="43" y="2"/>
                    <a:pt x="52" y="3"/>
                  </a:cubicBezTo>
                  <a:cubicBezTo>
                    <a:pt x="59" y="3"/>
                    <a:pt x="65" y="5"/>
                    <a:pt x="72" y="4"/>
                  </a:cubicBezTo>
                  <a:cubicBezTo>
                    <a:pt x="75" y="4"/>
                    <a:pt x="79" y="2"/>
                    <a:pt x="83" y="3"/>
                  </a:cubicBezTo>
                  <a:cubicBezTo>
                    <a:pt x="76" y="4"/>
                    <a:pt x="68" y="4"/>
                    <a:pt x="61" y="3"/>
                  </a:cubicBezTo>
                  <a:cubicBezTo>
                    <a:pt x="53" y="3"/>
                    <a:pt x="45" y="0"/>
                    <a:pt x="37" y="0"/>
                  </a:cubicBezTo>
                  <a:cubicBezTo>
                    <a:pt x="30" y="0"/>
                    <a:pt x="23" y="0"/>
                    <a:pt x="16" y="2"/>
                  </a:cubicBezTo>
                  <a:cubicBezTo>
                    <a:pt x="12" y="3"/>
                    <a:pt x="6" y="6"/>
                    <a:pt x="2" y="6"/>
                  </a:cubicBezTo>
                </a:path>
              </a:pathLst>
            </a:custGeom>
            <a:solidFill>
              <a:srgbClr val="EFCA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907" name="Freeform 135">
              <a:extLst>
                <a:ext uri="{FF2B5EF4-FFF2-40B4-BE49-F238E27FC236}">
                  <a16:creationId xmlns:a16="http://schemas.microsoft.com/office/drawing/2014/main" id="{2CF12085-39E8-4A28-A692-4BF1A0F2F88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8" y="944"/>
              <a:ext cx="15" cy="41"/>
            </a:xfrm>
            <a:custGeom>
              <a:avLst/>
              <a:gdLst>
                <a:gd name="T0" fmla="*/ 8 w 10"/>
                <a:gd name="T1" fmla="*/ 0 h 27"/>
                <a:gd name="T2" fmla="*/ 21 w 10"/>
                <a:gd name="T3" fmla="*/ 49 h 27"/>
                <a:gd name="T4" fmla="*/ 27 w 10"/>
                <a:gd name="T5" fmla="*/ 94 h 27"/>
                <a:gd name="T6" fmla="*/ 27 w 10"/>
                <a:gd name="T7" fmla="*/ 67 h 27"/>
                <a:gd name="T8" fmla="*/ 32 w 10"/>
                <a:gd name="T9" fmla="*/ 46 h 27"/>
                <a:gd name="T10" fmla="*/ 5 w 10"/>
                <a:gd name="T11" fmla="*/ 0 h 2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" h="27">
                  <a:moveTo>
                    <a:pt x="2" y="0"/>
                  </a:moveTo>
                  <a:cubicBezTo>
                    <a:pt x="0" y="5"/>
                    <a:pt x="3" y="10"/>
                    <a:pt x="6" y="14"/>
                  </a:cubicBezTo>
                  <a:cubicBezTo>
                    <a:pt x="8" y="18"/>
                    <a:pt x="7" y="22"/>
                    <a:pt x="8" y="27"/>
                  </a:cubicBezTo>
                  <a:cubicBezTo>
                    <a:pt x="8" y="24"/>
                    <a:pt x="8" y="21"/>
                    <a:pt x="8" y="19"/>
                  </a:cubicBezTo>
                  <a:cubicBezTo>
                    <a:pt x="9" y="17"/>
                    <a:pt x="10" y="15"/>
                    <a:pt x="9" y="13"/>
                  </a:cubicBezTo>
                  <a:cubicBezTo>
                    <a:pt x="5" y="13"/>
                    <a:pt x="3" y="3"/>
                    <a:pt x="1" y="0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908" name="Freeform 136">
              <a:extLst>
                <a:ext uri="{FF2B5EF4-FFF2-40B4-BE49-F238E27FC236}">
                  <a16:creationId xmlns:a16="http://schemas.microsoft.com/office/drawing/2014/main" id="{6EBA3F75-E432-42CC-9A2A-D2FB5F28E3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4" y="999"/>
              <a:ext cx="45" cy="111"/>
            </a:xfrm>
            <a:custGeom>
              <a:avLst/>
              <a:gdLst>
                <a:gd name="T0" fmla="*/ 0 w 29"/>
                <a:gd name="T1" fmla="*/ 8 h 73"/>
                <a:gd name="T2" fmla="*/ 8 w 29"/>
                <a:gd name="T3" fmla="*/ 46 h 73"/>
                <a:gd name="T4" fmla="*/ 12 w 29"/>
                <a:gd name="T5" fmla="*/ 84 h 73"/>
                <a:gd name="T6" fmla="*/ 22 w 29"/>
                <a:gd name="T7" fmla="*/ 147 h 73"/>
                <a:gd name="T8" fmla="*/ 109 w 29"/>
                <a:gd name="T9" fmla="*/ 257 h 73"/>
                <a:gd name="T10" fmla="*/ 48 w 29"/>
                <a:gd name="T11" fmla="*/ 181 h 73"/>
                <a:gd name="T12" fmla="*/ 34 w 29"/>
                <a:gd name="T13" fmla="*/ 106 h 73"/>
                <a:gd name="T14" fmla="*/ 0 w 29"/>
                <a:gd name="T15" fmla="*/ 0 h 7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9" h="73">
                  <a:moveTo>
                    <a:pt x="0" y="2"/>
                  </a:moveTo>
                  <a:cubicBezTo>
                    <a:pt x="0" y="5"/>
                    <a:pt x="2" y="10"/>
                    <a:pt x="2" y="13"/>
                  </a:cubicBezTo>
                  <a:cubicBezTo>
                    <a:pt x="3" y="17"/>
                    <a:pt x="3" y="20"/>
                    <a:pt x="3" y="24"/>
                  </a:cubicBezTo>
                  <a:cubicBezTo>
                    <a:pt x="3" y="30"/>
                    <a:pt x="4" y="36"/>
                    <a:pt x="6" y="42"/>
                  </a:cubicBezTo>
                  <a:cubicBezTo>
                    <a:pt x="11" y="54"/>
                    <a:pt x="21" y="62"/>
                    <a:pt x="29" y="73"/>
                  </a:cubicBezTo>
                  <a:cubicBezTo>
                    <a:pt x="23" y="66"/>
                    <a:pt x="17" y="59"/>
                    <a:pt x="13" y="51"/>
                  </a:cubicBezTo>
                  <a:cubicBezTo>
                    <a:pt x="10" y="44"/>
                    <a:pt x="10" y="37"/>
                    <a:pt x="9" y="30"/>
                  </a:cubicBezTo>
                  <a:cubicBezTo>
                    <a:pt x="8" y="19"/>
                    <a:pt x="3" y="10"/>
                    <a:pt x="0" y="0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909" name="Freeform 137">
              <a:extLst>
                <a:ext uri="{FF2B5EF4-FFF2-40B4-BE49-F238E27FC236}">
                  <a16:creationId xmlns:a16="http://schemas.microsoft.com/office/drawing/2014/main" id="{E2CEBB26-2F36-4040-A40F-1A1C2774BC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3" y="988"/>
              <a:ext cx="27" cy="64"/>
            </a:xfrm>
            <a:custGeom>
              <a:avLst/>
              <a:gdLst>
                <a:gd name="T0" fmla="*/ 62 w 18"/>
                <a:gd name="T1" fmla="*/ 0 h 42"/>
                <a:gd name="T2" fmla="*/ 35 w 18"/>
                <a:gd name="T3" fmla="*/ 26 h 42"/>
                <a:gd name="T4" fmla="*/ 18 w 18"/>
                <a:gd name="T5" fmla="*/ 61 h 42"/>
                <a:gd name="T6" fmla="*/ 21 w 18"/>
                <a:gd name="T7" fmla="*/ 149 h 42"/>
                <a:gd name="T8" fmla="*/ 18 w 18"/>
                <a:gd name="T9" fmla="*/ 40 h 42"/>
                <a:gd name="T10" fmla="*/ 35 w 18"/>
                <a:gd name="T11" fmla="*/ 14 h 42"/>
                <a:gd name="T12" fmla="*/ 62 w 18"/>
                <a:gd name="T13" fmla="*/ 5 h 4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" h="42">
                  <a:moveTo>
                    <a:pt x="18" y="0"/>
                  </a:moveTo>
                  <a:cubicBezTo>
                    <a:pt x="17" y="3"/>
                    <a:pt x="12" y="4"/>
                    <a:pt x="10" y="7"/>
                  </a:cubicBezTo>
                  <a:cubicBezTo>
                    <a:pt x="7" y="10"/>
                    <a:pt x="6" y="13"/>
                    <a:pt x="5" y="17"/>
                  </a:cubicBezTo>
                  <a:cubicBezTo>
                    <a:pt x="3" y="26"/>
                    <a:pt x="5" y="34"/>
                    <a:pt x="6" y="42"/>
                  </a:cubicBezTo>
                  <a:cubicBezTo>
                    <a:pt x="2" y="33"/>
                    <a:pt x="0" y="20"/>
                    <a:pt x="5" y="11"/>
                  </a:cubicBezTo>
                  <a:cubicBezTo>
                    <a:pt x="6" y="8"/>
                    <a:pt x="8" y="6"/>
                    <a:pt x="10" y="4"/>
                  </a:cubicBezTo>
                  <a:cubicBezTo>
                    <a:pt x="13" y="3"/>
                    <a:pt x="16" y="2"/>
                    <a:pt x="18" y="1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910" name="Freeform 138">
              <a:extLst>
                <a:ext uri="{FF2B5EF4-FFF2-40B4-BE49-F238E27FC236}">
                  <a16:creationId xmlns:a16="http://schemas.microsoft.com/office/drawing/2014/main" id="{8D034013-C132-47B4-A119-DD254B6D33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5" y="813"/>
              <a:ext cx="78" cy="27"/>
            </a:xfrm>
            <a:custGeom>
              <a:avLst/>
              <a:gdLst>
                <a:gd name="T0" fmla="*/ 0 w 51"/>
                <a:gd name="T1" fmla="*/ 59 h 18"/>
                <a:gd name="T2" fmla="*/ 93 w 51"/>
                <a:gd name="T3" fmla="*/ 21 h 18"/>
                <a:gd name="T4" fmla="*/ 182 w 51"/>
                <a:gd name="T5" fmla="*/ 12 h 18"/>
                <a:gd name="T6" fmla="*/ 154 w 51"/>
                <a:gd name="T7" fmla="*/ 5 h 18"/>
                <a:gd name="T8" fmla="*/ 116 w 51"/>
                <a:gd name="T9" fmla="*/ 5 h 18"/>
                <a:gd name="T10" fmla="*/ 72 w 51"/>
                <a:gd name="T11" fmla="*/ 26 h 18"/>
                <a:gd name="T12" fmla="*/ 0 w 51"/>
                <a:gd name="T13" fmla="*/ 59 h 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1" h="18">
                  <a:moveTo>
                    <a:pt x="0" y="17"/>
                  </a:moveTo>
                  <a:cubicBezTo>
                    <a:pt x="9" y="18"/>
                    <a:pt x="18" y="10"/>
                    <a:pt x="26" y="6"/>
                  </a:cubicBezTo>
                  <a:cubicBezTo>
                    <a:pt x="34" y="3"/>
                    <a:pt x="42" y="3"/>
                    <a:pt x="51" y="3"/>
                  </a:cubicBezTo>
                  <a:cubicBezTo>
                    <a:pt x="49" y="3"/>
                    <a:pt x="45" y="1"/>
                    <a:pt x="43" y="1"/>
                  </a:cubicBezTo>
                  <a:cubicBezTo>
                    <a:pt x="40" y="1"/>
                    <a:pt x="36" y="0"/>
                    <a:pt x="33" y="1"/>
                  </a:cubicBezTo>
                  <a:cubicBezTo>
                    <a:pt x="29" y="1"/>
                    <a:pt x="24" y="5"/>
                    <a:pt x="20" y="7"/>
                  </a:cubicBezTo>
                  <a:cubicBezTo>
                    <a:pt x="13" y="11"/>
                    <a:pt x="6" y="14"/>
                    <a:pt x="0" y="17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911" name="Freeform 139">
              <a:extLst>
                <a:ext uri="{FF2B5EF4-FFF2-40B4-BE49-F238E27FC236}">
                  <a16:creationId xmlns:a16="http://schemas.microsoft.com/office/drawing/2014/main" id="{E47A06CC-DE7C-4F13-8671-47F0B452BFF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6" y="796"/>
              <a:ext cx="61" cy="14"/>
            </a:xfrm>
            <a:custGeom>
              <a:avLst/>
              <a:gdLst>
                <a:gd name="T0" fmla="*/ 0 w 40"/>
                <a:gd name="T1" fmla="*/ 34 h 9"/>
                <a:gd name="T2" fmla="*/ 72 w 40"/>
                <a:gd name="T3" fmla="*/ 8 h 9"/>
                <a:gd name="T4" fmla="*/ 142 w 40"/>
                <a:gd name="T5" fmla="*/ 12 h 9"/>
                <a:gd name="T6" fmla="*/ 128 w 40"/>
                <a:gd name="T7" fmla="*/ 5 h 9"/>
                <a:gd name="T8" fmla="*/ 96 w 40"/>
                <a:gd name="T9" fmla="*/ 0 h 9"/>
                <a:gd name="T10" fmla="*/ 53 w 40"/>
                <a:gd name="T11" fmla="*/ 8 h 9"/>
                <a:gd name="T12" fmla="*/ 26 w 40"/>
                <a:gd name="T13" fmla="*/ 14 h 9"/>
                <a:gd name="T14" fmla="*/ 0 w 40"/>
                <a:gd name="T15" fmla="*/ 30 h 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0" h="9">
                  <a:moveTo>
                    <a:pt x="0" y="9"/>
                  </a:moveTo>
                  <a:cubicBezTo>
                    <a:pt x="5" y="3"/>
                    <a:pt x="13" y="2"/>
                    <a:pt x="20" y="2"/>
                  </a:cubicBezTo>
                  <a:cubicBezTo>
                    <a:pt x="27" y="1"/>
                    <a:pt x="33" y="3"/>
                    <a:pt x="40" y="3"/>
                  </a:cubicBezTo>
                  <a:cubicBezTo>
                    <a:pt x="39" y="3"/>
                    <a:pt x="37" y="2"/>
                    <a:pt x="36" y="1"/>
                  </a:cubicBezTo>
                  <a:cubicBezTo>
                    <a:pt x="33" y="0"/>
                    <a:pt x="30" y="0"/>
                    <a:pt x="27" y="0"/>
                  </a:cubicBezTo>
                  <a:cubicBezTo>
                    <a:pt x="23" y="0"/>
                    <a:pt x="19" y="1"/>
                    <a:pt x="15" y="2"/>
                  </a:cubicBezTo>
                  <a:cubicBezTo>
                    <a:pt x="12" y="2"/>
                    <a:pt x="10" y="2"/>
                    <a:pt x="7" y="4"/>
                  </a:cubicBezTo>
                  <a:cubicBezTo>
                    <a:pt x="5" y="5"/>
                    <a:pt x="2" y="8"/>
                    <a:pt x="0" y="8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912" name="Freeform 140">
              <a:extLst>
                <a:ext uri="{FF2B5EF4-FFF2-40B4-BE49-F238E27FC236}">
                  <a16:creationId xmlns:a16="http://schemas.microsoft.com/office/drawing/2014/main" id="{91C37D8D-065E-4E87-ACD9-D160EBC30E9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9" y="766"/>
              <a:ext cx="50" cy="15"/>
            </a:xfrm>
            <a:custGeom>
              <a:avLst/>
              <a:gdLst>
                <a:gd name="T0" fmla="*/ 0 w 33"/>
                <a:gd name="T1" fmla="*/ 32 h 10"/>
                <a:gd name="T2" fmla="*/ 27 w 33"/>
                <a:gd name="T3" fmla="*/ 18 h 10"/>
                <a:gd name="T4" fmla="*/ 62 w 33"/>
                <a:gd name="T5" fmla="*/ 8 h 10"/>
                <a:gd name="T6" fmla="*/ 115 w 33"/>
                <a:gd name="T7" fmla="*/ 8 h 10"/>
                <a:gd name="T8" fmla="*/ 76 w 33"/>
                <a:gd name="T9" fmla="*/ 0 h 10"/>
                <a:gd name="T10" fmla="*/ 39 w 33"/>
                <a:gd name="T11" fmla="*/ 12 h 10"/>
                <a:gd name="T12" fmla="*/ 5 w 33"/>
                <a:gd name="T13" fmla="*/ 27 h 1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3" h="10">
                  <a:moveTo>
                    <a:pt x="0" y="9"/>
                  </a:moveTo>
                  <a:cubicBezTo>
                    <a:pt x="3" y="10"/>
                    <a:pt x="6" y="6"/>
                    <a:pt x="8" y="5"/>
                  </a:cubicBezTo>
                  <a:cubicBezTo>
                    <a:pt x="11" y="4"/>
                    <a:pt x="15" y="3"/>
                    <a:pt x="18" y="2"/>
                  </a:cubicBezTo>
                  <a:cubicBezTo>
                    <a:pt x="23" y="2"/>
                    <a:pt x="28" y="2"/>
                    <a:pt x="33" y="2"/>
                  </a:cubicBezTo>
                  <a:cubicBezTo>
                    <a:pt x="29" y="2"/>
                    <a:pt x="26" y="1"/>
                    <a:pt x="22" y="0"/>
                  </a:cubicBezTo>
                  <a:cubicBezTo>
                    <a:pt x="18" y="0"/>
                    <a:pt x="15" y="1"/>
                    <a:pt x="11" y="3"/>
                  </a:cubicBezTo>
                  <a:cubicBezTo>
                    <a:pt x="8" y="4"/>
                    <a:pt x="4" y="5"/>
                    <a:pt x="1" y="8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913" name="Freeform 141">
              <a:extLst>
                <a:ext uri="{FF2B5EF4-FFF2-40B4-BE49-F238E27FC236}">
                  <a16:creationId xmlns:a16="http://schemas.microsoft.com/office/drawing/2014/main" id="{D8CA7C1A-DB3E-47D6-8CF8-02832B8AF90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4" y="1061"/>
              <a:ext cx="123" cy="21"/>
            </a:xfrm>
            <a:custGeom>
              <a:avLst/>
              <a:gdLst>
                <a:gd name="T0" fmla="*/ 0 w 81"/>
                <a:gd name="T1" fmla="*/ 18 h 14"/>
                <a:gd name="T2" fmla="*/ 59 w 81"/>
                <a:gd name="T3" fmla="*/ 12 h 14"/>
                <a:gd name="T4" fmla="*/ 129 w 81"/>
                <a:gd name="T5" fmla="*/ 5 h 14"/>
                <a:gd name="T6" fmla="*/ 143 w 81"/>
                <a:gd name="T7" fmla="*/ 8 h 14"/>
                <a:gd name="T8" fmla="*/ 169 w 81"/>
                <a:gd name="T9" fmla="*/ 5 h 14"/>
                <a:gd name="T10" fmla="*/ 208 w 81"/>
                <a:gd name="T11" fmla="*/ 5 h 14"/>
                <a:gd name="T12" fmla="*/ 284 w 81"/>
                <a:gd name="T13" fmla="*/ 14 h 14"/>
                <a:gd name="T14" fmla="*/ 244 w 81"/>
                <a:gd name="T15" fmla="*/ 35 h 14"/>
                <a:gd name="T16" fmla="*/ 150 w 81"/>
                <a:gd name="T17" fmla="*/ 48 h 14"/>
                <a:gd name="T18" fmla="*/ 70 w 81"/>
                <a:gd name="T19" fmla="*/ 41 h 14"/>
                <a:gd name="T20" fmla="*/ 0 w 81"/>
                <a:gd name="T21" fmla="*/ 18 h 1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1" h="14">
                  <a:moveTo>
                    <a:pt x="0" y="5"/>
                  </a:moveTo>
                  <a:cubicBezTo>
                    <a:pt x="0" y="5"/>
                    <a:pt x="5" y="6"/>
                    <a:pt x="17" y="3"/>
                  </a:cubicBezTo>
                  <a:cubicBezTo>
                    <a:pt x="22" y="1"/>
                    <a:pt x="31" y="0"/>
                    <a:pt x="37" y="1"/>
                  </a:cubicBezTo>
                  <a:cubicBezTo>
                    <a:pt x="42" y="2"/>
                    <a:pt x="41" y="2"/>
                    <a:pt x="41" y="2"/>
                  </a:cubicBezTo>
                  <a:cubicBezTo>
                    <a:pt x="41" y="2"/>
                    <a:pt x="44" y="1"/>
                    <a:pt x="48" y="1"/>
                  </a:cubicBezTo>
                  <a:cubicBezTo>
                    <a:pt x="51" y="1"/>
                    <a:pt x="55" y="1"/>
                    <a:pt x="59" y="1"/>
                  </a:cubicBezTo>
                  <a:cubicBezTo>
                    <a:pt x="62" y="2"/>
                    <a:pt x="71" y="6"/>
                    <a:pt x="81" y="4"/>
                  </a:cubicBezTo>
                  <a:cubicBezTo>
                    <a:pt x="81" y="4"/>
                    <a:pt x="77" y="7"/>
                    <a:pt x="70" y="10"/>
                  </a:cubicBezTo>
                  <a:cubicBezTo>
                    <a:pt x="63" y="12"/>
                    <a:pt x="50" y="13"/>
                    <a:pt x="43" y="14"/>
                  </a:cubicBezTo>
                  <a:cubicBezTo>
                    <a:pt x="36" y="14"/>
                    <a:pt x="24" y="13"/>
                    <a:pt x="20" y="12"/>
                  </a:cubicBezTo>
                  <a:cubicBezTo>
                    <a:pt x="9" y="9"/>
                    <a:pt x="7" y="6"/>
                    <a:pt x="0" y="5"/>
                  </a:cubicBezTo>
                  <a:close/>
                </a:path>
              </a:pathLst>
            </a:custGeom>
            <a:solidFill>
              <a:srgbClr val="F9CA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914" name="Freeform 142">
              <a:extLst>
                <a:ext uri="{FF2B5EF4-FFF2-40B4-BE49-F238E27FC236}">
                  <a16:creationId xmlns:a16="http://schemas.microsoft.com/office/drawing/2014/main" id="{17723EDB-DCDF-4868-B733-263AA9BECB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1" y="1058"/>
              <a:ext cx="130" cy="15"/>
            </a:xfrm>
            <a:custGeom>
              <a:avLst/>
              <a:gdLst>
                <a:gd name="T0" fmla="*/ 154 w 85"/>
                <a:gd name="T1" fmla="*/ 14 h 10"/>
                <a:gd name="T2" fmla="*/ 304 w 85"/>
                <a:gd name="T3" fmla="*/ 21 h 10"/>
                <a:gd name="T4" fmla="*/ 269 w 85"/>
                <a:gd name="T5" fmla="*/ 21 h 10"/>
                <a:gd name="T6" fmla="*/ 229 w 85"/>
                <a:gd name="T7" fmla="*/ 14 h 10"/>
                <a:gd name="T8" fmla="*/ 156 w 85"/>
                <a:gd name="T9" fmla="*/ 14 h 10"/>
                <a:gd name="T10" fmla="*/ 156 w 85"/>
                <a:gd name="T11" fmla="*/ 14 h 10"/>
                <a:gd name="T12" fmla="*/ 83 w 85"/>
                <a:gd name="T13" fmla="*/ 14 h 10"/>
                <a:gd name="T14" fmla="*/ 43 w 85"/>
                <a:gd name="T15" fmla="*/ 21 h 10"/>
                <a:gd name="T16" fmla="*/ 0 w 85"/>
                <a:gd name="T17" fmla="*/ 21 h 10"/>
                <a:gd name="T18" fmla="*/ 154 w 85"/>
                <a:gd name="T19" fmla="*/ 14 h 1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5" h="10">
                  <a:moveTo>
                    <a:pt x="43" y="4"/>
                  </a:moveTo>
                  <a:cubicBezTo>
                    <a:pt x="58" y="0"/>
                    <a:pt x="70" y="9"/>
                    <a:pt x="85" y="6"/>
                  </a:cubicBezTo>
                  <a:cubicBezTo>
                    <a:pt x="81" y="7"/>
                    <a:pt x="78" y="7"/>
                    <a:pt x="75" y="6"/>
                  </a:cubicBezTo>
                  <a:cubicBezTo>
                    <a:pt x="72" y="5"/>
                    <a:pt x="68" y="5"/>
                    <a:pt x="64" y="4"/>
                  </a:cubicBezTo>
                  <a:cubicBezTo>
                    <a:pt x="56" y="2"/>
                    <a:pt x="52" y="2"/>
                    <a:pt x="44" y="4"/>
                  </a:cubicBezTo>
                  <a:cubicBezTo>
                    <a:pt x="44" y="4"/>
                    <a:pt x="44" y="4"/>
                    <a:pt x="44" y="4"/>
                  </a:cubicBezTo>
                  <a:cubicBezTo>
                    <a:pt x="36" y="2"/>
                    <a:pt x="32" y="2"/>
                    <a:pt x="23" y="4"/>
                  </a:cubicBezTo>
                  <a:cubicBezTo>
                    <a:pt x="19" y="4"/>
                    <a:pt x="15" y="5"/>
                    <a:pt x="12" y="6"/>
                  </a:cubicBezTo>
                  <a:cubicBezTo>
                    <a:pt x="8" y="7"/>
                    <a:pt x="4" y="7"/>
                    <a:pt x="0" y="6"/>
                  </a:cubicBezTo>
                  <a:cubicBezTo>
                    <a:pt x="12" y="10"/>
                    <a:pt x="29" y="0"/>
                    <a:pt x="43" y="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915" name="Freeform 143">
              <a:extLst>
                <a:ext uri="{FF2B5EF4-FFF2-40B4-BE49-F238E27FC236}">
                  <a16:creationId xmlns:a16="http://schemas.microsoft.com/office/drawing/2014/main" id="{954E377B-DA18-4535-B886-96F9FE0308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5" y="1072"/>
              <a:ext cx="102" cy="24"/>
            </a:xfrm>
            <a:custGeom>
              <a:avLst/>
              <a:gdLst>
                <a:gd name="T0" fmla="*/ 0 w 67"/>
                <a:gd name="T1" fmla="*/ 0 h 16"/>
                <a:gd name="T2" fmla="*/ 236 w 67"/>
                <a:gd name="T3" fmla="*/ 5 h 16"/>
                <a:gd name="T4" fmla="*/ 0 w 67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7" h="16">
                  <a:moveTo>
                    <a:pt x="0" y="0"/>
                  </a:moveTo>
                  <a:cubicBezTo>
                    <a:pt x="0" y="0"/>
                    <a:pt x="34" y="13"/>
                    <a:pt x="67" y="1"/>
                  </a:cubicBezTo>
                  <a:cubicBezTo>
                    <a:pt x="67" y="1"/>
                    <a:pt x="38" y="16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916" name="Freeform 144">
              <a:extLst>
                <a:ext uri="{FF2B5EF4-FFF2-40B4-BE49-F238E27FC236}">
                  <a16:creationId xmlns:a16="http://schemas.microsoft.com/office/drawing/2014/main" id="{52C93223-616D-44AA-B59E-A7C7C0049E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3" y="1070"/>
              <a:ext cx="107" cy="5"/>
            </a:xfrm>
            <a:custGeom>
              <a:avLst/>
              <a:gdLst>
                <a:gd name="T0" fmla="*/ 0 w 70"/>
                <a:gd name="T1" fmla="*/ 0 h 3"/>
                <a:gd name="T2" fmla="*/ 251 w 70"/>
                <a:gd name="T3" fmla="*/ 0 h 3"/>
                <a:gd name="T4" fmla="*/ 0 w 70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0" h="3">
                  <a:moveTo>
                    <a:pt x="0" y="0"/>
                  </a:moveTo>
                  <a:cubicBezTo>
                    <a:pt x="0" y="0"/>
                    <a:pt x="40" y="2"/>
                    <a:pt x="70" y="0"/>
                  </a:cubicBezTo>
                  <a:cubicBezTo>
                    <a:pt x="70" y="0"/>
                    <a:pt x="45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917" name="Freeform 145">
              <a:extLst>
                <a:ext uri="{FF2B5EF4-FFF2-40B4-BE49-F238E27FC236}">
                  <a16:creationId xmlns:a16="http://schemas.microsoft.com/office/drawing/2014/main" id="{032CFD54-B2DA-4745-ABDE-93B07F8A8E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4" y="854"/>
              <a:ext cx="40" cy="20"/>
            </a:xfrm>
            <a:custGeom>
              <a:avLst/>
              <a:gdLst>
                <a:gd name="T0" fmla="*/ 95 w 26"/>
                <a:gd name="T1" fmla="*/ 48 h 13"/>
                <a:gd name="T2" fmla="*/ 0 w 26"/>
                <a:gd name="T3" fmla="*/ 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13">
                  <a:moveTo>
                    <a:pt x="26" y="13"/>
                  </a:moveTo>
                  <a:cubicBezTo>
                    <a:pt x="19" y="5"/>
                    <a:pt x="9" y="1"/>
                    <a:pt x="0" y="0"/>
                  </a:cubicBezTo>
                </a:path>
              </a:pathLst>
            </a:custGeom>
            <a:noFill/>
            <a:ln w="9525" cap="rnd">
              <a:solidFill>
                <a:srgbClr val="C8C8C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918" name="Freeform 146">
              <a:extLst>
                <a:ext uri="{FF2B5EF4-FFF2-40B4-BE49-F238E27FC236}">
                  <a16:creationId xmlns:a16="http://schemas.microsoft.com/office/drawing/2014/main" id="{E4BA8432-1BBE-470F-B54A-BF08E918E2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4" y="848"/>
              <a:ext cx="46" cy="52"/>
            </a:xfrm>
            <a:custGeom>
              <a:avLst/>
              <a:gdLst>
                <a:gd name="T0" fmla="*/ 0 w 30"/>
                <a:gd name="T1" fmla="*/ 0 h 34"/>
                <a:gd name="T2" fmla="*/ 40 w 30"/>
                <a:gd name="T3" fmla="*/ 26 h 34"/>
                <a:gd name="T4" fmla="*/ 66 w 30"/>
                <a:gd name="T5" fmla="*/ 49 h 34"/>
                <a:gd name="T6" fmla="*/ 109 w 30"/>
                <a:gd name="T7" fmla="*/ 122 h 34"/>
                <a:gd name="T8" fmla="*/ 80 w 30"/>
                <a:gd name="T9" fmla="*/ 66 h 34"/>
                <a:gd name="T10" fmla="*/ 61 w 30"/>
                <a:gd name="T11" fmla="*/ 32 h 34"/>
                <a:gd name="T12" fmla="*/ 8 w 30"/>
                <a:gd name="T13" fmla="*/ 0 h 3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" h="34">
                  <a:moveTo>
                    <a:pt x="0" y="0"/>
                  </a:moveTo>
                  <a:cubicBezTo>
                    <a:pt x="3" y="4"/>
                    <a:pt x="7" y="5"/>
                    <a:pt x="11" y="7"/>
                  </a:cubicBezTo>
                  <a:cubicBezTo>
                    <a:pt x="14" y="8"/>
                    <a:pt x="16" y="11"/>
                    <a:pt x="18" y="14"/>
                  </a:cubicBezTo>
                  <a:cubicBezTo>
                    <a:pt x="22" y="20"/>
                    <a:pt x="27" y="27"/>
                    <a:pt x="30" y="34"/>
                  </a:cubicBezTo>
                  <a:cubicBezTo>
                    <a:pt x="26" y="29"/>
                    <a:pt x="24" y="24"/>
                    <a:pt x="22" y="18"/>
                  </a:cubicBezTo>
                  <a:cubicBezTo>
                    <a:pt x="20" y="15"/>
                    <a:pt x="19" y="11"/>
                    <a:pt x="17" y="9"/>
                  </a:cubicBezTo>
                  <a:cubicBezTo>
                    <a:pt x="12" y="5"/>
                    <a:pt x="6" y="5"/>
                    <a:pt x="2" y="0"/>
                  </a:cubicBezTo>
                </a:path>
              </a:pathLst>
            </a:custGeom>
            <a:solidFill>
              <a:srgbClr val="EFCA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919" name="Freeform 147">
              <a:extLst>
                <a:ext uri="{FF2B5EF4-FFF2-40B4-BE49-F238E27FC236}">
                  <a16:creationId xmlns:a16="http://schemas.microsoft.com/office/drawing/2014/main" id="{D9BBA120-8ADE-49FB-A011-4BC0046543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1" y="912"/>
              <a:ext cx="59" cy="21"/>
            </a:xfrm>
            <a:custGeom>
              <a:avLst/>
              <a:gdLst>
                <a:gd name="T0" fmla="*/ 0 w 39"/>
                <a:gd name="T1" fmla="*/ 32 h 14"/>
                <a:gd name="T2" fmla="*/ 26 w 39"/>
                <a:gd name="T3" fmla="*/ 27 h 14"/>
                <a:gd name="T4" fmla="*/ 135 w 39"/>
                <a:gd name="T5" fmla="*/ 27 h 14"/>
                <a:gd name="T6" fmla="*/ 21 w 39"/>
                <a:gd name="T7" fmla="*/ 41 h 14"/>
                <a:gd name="T8" fmla="*/ 0 w 39"/>
                <a:gd name="T9" fmla="*/ 32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14">
                  <a:moveTo>
                    <a:pt x="0" y="9"/>
                  </a:moveTo>
                  <a:cubicBezTo>
                    <a:pt x="0" y="8"/>
                    <a:pt x="4" y="9"/>
                    <a:pt x="7" y="8"/>
                  </a:cubicBezTo>
                  <a:cubicBezTo>
                    <a:pt x="9" y="7"/>
                    <a:pt x="28" y="0"/>
                    <a:pt x="39" y="8"/>
                  </a:cubicBezTo>
                  <a:cubicBezTo>
                    <a:pt x="39" y="8"/>
                    <a:pt x="19" y="14"/>
                    <a:pt x="6" y="12"/>
                  </a:cubicBezTo>
                  <a:cubicBezTo>
                    <a:pt x="1" y="11"/>
                    <a:pt x="1" y="11"/>
                    <a:pt x="0" y="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920" name="Freeform 148">
              <a:extLst>
                <a:ext uri="{FF2B5EF4-FFF2-40B4-BE49-F238E27FC236}">
                  <a16:creationId xmlns:a16="http://schemas.microsoft.com/office/drawing/2014/main" id="{1104F5FE-2A32-4568-B033-030F117FD8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9" y="918"/>
              <a:ext cx="26" cy="12"/>
            </a:xfrm>
            <a:custGeom>
              <a:avLst/>
              <a:gdLst>
                <a:gd name="T0" fmla="*/ 5 w 17"/>
                <a:gd name="T1" fmla="*/ 8 h 8"/>
                <a:gd name="T2" fmla="*/ 57 w 17"/>
                <a:gd name="T3" fmla="*/ 0 h 8"/>
                <a:gd name="T4" fmla="*/ 61 w 17"/>
                <a:gd name="T5" fmla="*/ 14 h 8"/>
                <a:gd name="T6" fmla="*/ 61 w 17"/>
                <a:gd name="T7" fmla="*/ 21 h 8"/>
                <a:gd name="T8" fmla="*/ 5 w 17"/>
                <a:gd name="T9" fmla="*/ 27 h 8"/>
                <a:gd name="T10" fmla="*/ 0 w 17"/>
                <a:gd name="T11" fmla="*/ 14 h 8"/>
                <a:gd name="T12" fmla="*/ 5 w 17"/>
                <a:gd name="T13" fmla="*/ 8 h 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" h="8">
                  <a:moveTo>
                    <a:pt x="1" y="2"/>
                  </a:moveTo>
                  <a:cubicBezTo>
                    <a:pt x="5" y="1"/>
                    <a:pt x="10" y="0"/>
                    <a:pt x="16" y="0"/>
                  </a:cubicBezTo>
                  <a:cubicBezTo>
                    <a:pt x="16" y="1"/>
                    <a:pt x="17" y="3"/>
                    <a:pt x="17" y="4"/>
                  </a:cubicBezTo>
                  <a:cubicBezTo>
                    <a:pt x="17" y="5"/>
                    <a:pt x="17" y="6"/>
                    <a:pt x="17" y="6"/>
                  </a:cubicBezTo>
                  <a:cubicBezTo>
                    <a:pt x="12" y="7"/>
                    <a:pt x="6" y="8"/>
                    <a:pt x="1" y="8"/>
                  </a:cubicBezTo>
                  <a:cubicBezTo>
                    <a:pt x="1" y="7"/>
                    <a:pt x="0" y="6"/>
                    <a:pt x="0" y="4"/>
                  </a:cubicBezTo>
                  <a:cubicBezTo>
                    <a:pt x="0" y="3"/>
                    <a:pt x="1" y="3"/>
                    <a:pt x="1" y="2"/>
                  </a:cubicBezTo>
                  <a:close/>
                </a:path>
              </a:pathLst>
            </a:custGeom>
            <a:solidFill>
              <a:srgbClr val="3311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921" name="Freeform 149">
              <a:extLst>
                <a:ext uri="{FF2B5EF4-FFF2-40B4-BE49-F238E27FC236}">
                  <a16:creationId xmlns:a16="http://schemas.microsoft.com/office/drawing/2014/main" id="{D938A851-E0AD-407A-AAF0-05D5387FF5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9" y="918"/>
              <a:ext cx="26" cy="12"/>
            </a:xfrm>
            <a:custGeom>
              <a:avLst/>
              <a:gdLst>
                <a:gd name="T0" fmla="*/ 5 w 17"/>
                <a:gd name="T1" fmla="*/ 8 h 8"/>
                <a:gd name="T2" fmla="*/ 57 w 17"/>
                <a:gd name="T3" fmla="*/ 0 h 8"/>
                <a:gd name="T4" fmla="*/ 61 w 17"/>
                <a:gd name="T5" fmla="*/ 14 h 8"/>
                <a:gd name="T6" fmla="*/ 61 w 17"/>
                <a:gd name="T7" fmla="*/ 21 h 8"/>
                <a:gd name="T8" fmla="*/ 5 w 17"/>
                <a:gd name="T9" fmla="*/ 27 h 8"/>
                <a:gd name="T10" fmla="*/ 0 w 17"/>
                <a:gd name="T11" fmla="*/ 14 h 8"/>
                <a:gd name="T12" fmla="*/ 5 w 17"/>
                <a:gd name="T13" fmla="*/ 8 h 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" h="8">
                  <a:moveTo>
                    <a:pt x="1" y="2"/>
                  </a:moveTo>
                  <a:cubicBezTo>
                    <a:pt x="5" y="1"/>
                    <a:pt x="10" y="0"/>
                    <a:pt x="16" y="0"/>
                  </a:cubicBezTo>
                  <a:cubicBezTo>
                    <a:pt x="16" y="1"/>
                    <a:pt x="17" y="3"/>
                    <a:pt x="17" y="4"/>
                  </a:cubicBezTo>
                  <a:cubicBezTo>
                    <a:pt x="17" y="5"/>
                    <a:pt x="17" y="6"/>
                    <a:pt x="17" y="6"/>
                  </a:cubicBezTo>
                  <a:cubicBezTo>
                    <a:pt x="12" y="7"/>
                    <a:pt x="6" y="8"/>
                    <a:pt x="1" y="8"/>
                  </a:cubicBezTo>
                  <a:cubicBezTo>
                    <a:pt x="1" y="7"/>
                    <a:pt x="0" y="6"/>
                    <a:pt x="0" y="4"/>
                  </a:cubicBezTo>
                  <a:cubicBezTo>
                    <a:pt x="0" y="3"/>
                    <a:pt x="1" y="3"/>
                    <a:pt x="1" y="2"/>
                  </a:cubicBezTo>
                  <a:close/>
                </a:path>
              </a:pathLst>
            </a:custGeom>
            <a:noFill/>
            <a:ln w="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922" name="Freeform 150">
              <a:extLst>
                <a:ext uri="{FF2B5EF4-FFF2-40B4-BE49-F238E27FC236}">
                  <a16:creationId xmlns:a16="http://schemas.microsoft.com/office/drawing/2014/main" id="{AF3A3C12-BB44-4606-8A67-52662861BA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1" y="910"/>
              <a:ext cx="59" cy="22"/>
            </a:xfrm>
            <a:custGeom>
              <a:avLst/>
              <a:gdLst>
                <a:gd name="T0" fmla="*/ 0 w 39"/>
                <a:gd name="T1" fmla="*/ 39 h 14"/>
                <a:gd name="T2" fmla="*/ 21 w 39"/>
                <a:gd name="T3" fmla="*/ 35 h 14"/>
                <a:gd name="T4" fmla="*/ 135 w 39"/>
                <a:gd name="T5" fmla="*/ 35 h 14"/>
                <a:gd name="T6" fmla="*/ 21 w 39"/>
                <a:gd name="T7" fmla="*/ 47 h 14"/>
                <a:gd name="T8" fmla="*/ 0 w 39"/>
                <a:gd name="T9" fmla="*/ 39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14">
                  <a:moveTo>
                    <a:pt x="0" y="10"/>
                  </a:moveTo>
                  <a:cubicBezTo>
                    <a:pt x="0" y="9"/>
                    <a:pt x="4" y="10"/>
                    <a:pt x="6" y="9"/>
                  </a:cubicBezTo>
                  <a:cubicBezTo>
                    <a:pt x="9" y="7"/>
                    <a:pt x="28" y="0"/>
                    <a:pt x="39" y="9"/>
                  </a:cubicBezTo>
                  <a:cubicBezTo>
                    <a:pt x="39" y="9"/>
                    <a:pt x="19" y="14"/>
                    <a:pt x="6" y="12"/>
                  </a:cubicBezTo>
                  <a:cubicBezTo>
                    <a:pt x="1" y="11"/>
                    <a:pt x="0" y="11"/>
                    <a:pt x="0" y="10"/>
                  </a:cubicBezTo>
                  <a:close/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923" name="Oval 151">
              <a:extLst>
                <a:ext uri="{FF2B5EF4-FFF2-40B4-BE49-F238E27FC236}">
                  <a16:creationId xmlns:a16="http://schemas.microsoft.com/office/drawing/2014/main" id="{561C3D74-66CF-4AE7-94EB-CBF5CCAB0F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58" y="920"/>
              <a:ext cx="8" cy="7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924" name="Oval 152">
              <a:extLst>
                <a:ext uri="{FF2B5EF4-FFF2-40B4-BE49-F238E27FC236}">
                  <a16:creationId xmlns:a16="http://schemas.microsoft.com/office/drawing/2014/main" id="{26A1497A-5F4B-4E18-A860-D87B7C9153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57" y="921"/>
              <a:ext cx="4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925" name="Freeform 153">
              <a:extLst>
                <a:ext uri="{FF2B5EF4-FFF2-40B4-BE49-F238E27FC236}">
                  <a16:creationId xmlns:a16="http://schemas.microsoft.com/office/drawing/2014/main" id="{0B8D291F-DAD2-4CEB-91D2-C369D23BC0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1" y="909"/>
              <a:ext cx="57" cy="20"/>
            </a:xfrm>
            <a:custGeom>
              <a:avLst/>
              <a:gdLst>
                <a:gd name="T0" fmla="*/ 0 w 37"/>
                <a:gd name="T1" fmla="*/ 18 h 13"/>
                <a:gd name="T2" fmla="*/ 34 w 37"/>
                <a:gd name="T3" fmla="*/ 26 h 13"/>
                <a:gd name="T4" fmla="*/ 48 w 37"/>
                <a:gd name="T5" fmla="*/ 28 h 13"/>
                <a:gd name="T6" fmla="*/ 80 w 37"/>
                <a:gd name="T7" fmla="*/ 34 h 13"/>
                <a:gd name="T8" fmla="*/ 106 w 37"/>
                <a:gd name="T9" fmla="*/ 35 h 13"/>
                <a:gd name="T10" fmla="*/ 136 w 37"/>
                <a:gd name="T11" fmla="*/ 48 h 13"/>
                <a:gd name="T12" fmla="*/ 88 w 37"/>
                <a:gd name="T13" fmla="*/ 5 h 13"/>
                <a:gd name="T14" fmla="*/ 40 w 37"/>
                <a:gd name="T15" fmla="*/ 5 h 13"/>
                <a:gd name="T16" fmla="*/ 5 w 37"/>
                <a:gd name="T17" fmla="*/ 12 h 1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7" h="13">
                  <a:moveTo>
                    <a:pt x="0" y="5"/>
                  </a:moveTo>
                  <a:cubicBezTo>
                    <a:pt x="3" y="6"/>
                    <a:pt x="6" y="7"/>
                    <a:pt x="9" y="7"/>
                  </a:cubicBezTo>
                  <a:cubicBezTo>
                    <a:pt x="10" y="7"/>
                    <a:pt x="11" y="8"/>
                    <a:pt x="13" y="8"/>
                  </a:cubicBezTo>
                  <a:cubicBezTo>
                    <a:pt x="16" y="8"/>
                    <a:pt x="19" y="9"/>
                    <a:pt x="22" y="9"/>
                  </a:cubicBezTo>
                  <a:cubicBezTo>
                    <a:pt x="24" y="9"/>
                    <a:pt x="27" y="9"/>
                    <a:pt x="29" y="10"/>
                  </a:cubicBezTo>
                  <a:cubicBezTo>
                    <a:pt x="32" y="11"/>
                    <a:pt x="34" y="12"/>
                    <a:pt x="37" y="13"/>
                  </a:cubicBezTo>
                  <a:cubicBezTo>
                    <a:pt x="34" y="8"/>
                    <a:pt x="29" y="3"/>
                    <a:pt x="24" y="1"/>
                  </a:cubicBezTo>
                  <a:cubicBezTo>
                    <a:pt x="20" y="0"/>
                    <a:pt x="15" y="0"/>
                    <a:pt x="11" y="1"/>
                  </a:cubicBezTo>
                  <a:cubicBezTo>
                    <a:pt x="8" y="1"/>
                    <a:pt x="4" y="2"/>
                    <a:pt x="1" y="3"/>
                  </a:cubicBezTo>
                </a:path>
              </a:pathLst>
            </a:custGeom>
            <a:solidFill>
              <a:srgbClr val="F6E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926" name="Freeform 154">
              <a:extLst>
                <a:ext uri="{FF2B5EF4-FFF2-40B4-BE49-F238E27FC236}">
                  <a16:creationId xmlns:a16="http://schemas.microsoft.com/office/drawing/2014/main" id="{CE67DCB7-B747-4518-B992-A5F2B436A2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5" y="915"/>
              <a:ext cx="60" cy="12"/>
            </a:xfrm>
            <a:custGeom>
              <a:avLst/>
              <a:gdLst>
                <a:gd name="T0" fmla="*/ 0 w 39"/>
                <a:gd name="T1" fmla="*/ 0 h 8"/>
                <a:gd name="T2" fmla="*/ 26 w 39"/>
                <a:gd name="T3" fmla="*/ 8 h 8"/>
                <a:gd name="T4" fmla="*/ 40 w 39"/>
                <a:gd name="T5" fmla="*/ 8 h 8"/>
                <a:gd name="T6" fmla="*/ 54 w 39"/>
                <a:gd name="T7" fmla="*/ 14 h 8"/>
                <a:gd name="T8" fmla="*/ 120 w 39"/>
                <a:gd name="T9" fmla="*/ 21 h 8"/>
                <a:gd name="T10" fmla="*/ 142 w 39"/>
                <a:gd name="T11" fmla="*/ 27 h 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9" h="8">
                  <a:moveTo>
                    <a:pt x="0" y="0"/>
                  </a:moveTo>
                  <a:cubicBezTo>
                    <a:pt x="0" y="1"/>
                    <a:pt x="6" y="2"/>
                    <a:pt x="7" y="2"/>
                  </a:cubicBezTo>
                  <a:cubicBezTo>
                    <a:pt x="9" y="2"/>
                    <a:pt x="10" y="2"/>
                    <a:pt x="11" y="2"/>
                  </a:cubicBezTo>
                  <a:cubicBezTo>
                    <a:pt x="13" y="3"/>
                    <a:pt x="14" y="3"/>
                    <a:pt x="15" y="4"/>
                  </a:cubicBezTo>
                  <a:cubicBezTo>
                    <a:pt x="21" y="5"/>
                    <a:pt x="27" y="5"/>
                    <a:pt x="33" y="6"/>
                  </a:cubicBezTo>
                  <a:cubicBezTo>
                    <a:pt x="35" y="7"/>
                    <a:pt x="37" y="7"/>
                    <a:pt x="39" y="8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927" name="Freeform 155">
              <a:extLst>
                <a:ext uri="{FF2B5EF4-FFF2-40B4-BE49-F238E27FC236}">
                  <a16:creationId xmlns:a16="http://schemas.microsoft.com/office/drawing/2014/main" id="{24C4C790-3D09-4B3C-B3A0-56368C6380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4" y="904"/>
              <a:ext cx="34" cy="17"/>
            </a:xfrm>
            <a:custGeom>
              <a:avLst/>
              <a:gdLst>
                <a:gd name="T0" fmla="*/ 0 w 22"/>
                <a:gd name="T1" fmla="*/ 0 h 11"/>
                <a:gd name="T2" fmla="*/ 53 w 22"/>
                <a:gd name="T3" fmla="*/ 19 h 11"/>
                <a:gd name="T4" fmla="*/ 82 w 22"/>
                <a:gd name="T5" fmla="*/ 40 h 11"/>
                <a:gd name="T6" fmla="*/ 45 w 22"/>
                <a:gd name="T7" fmla="*/ 12 h 11"/>
                <a:gd name="T8" fmla="*/ 22 w 22"/>
                <a:gd name="T9" fmla="*/ 0 h 11"/>
                <a:gd name="T10" fmla="*/ 0 w 22"/>
                <a:gd name="T11" fmla="*/ 0 h 1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11">
                  <a:moveTo>
                    <a:pt x="0" y="0"/>
                  </a:moveTo>
                  <a:cubicBezTo>
                    <a:pt x="4" y="2"/>
                    <a:pt x="9" y="2"/>
                    <a:pt x="14" y="5"/>
                  </a:cubicBezTo>
                  <a:cubicBezTo>
                    <a:pt x="17" y="7"/>
                    <a:pt x="19" y="9"/>
                    <a:pt x="22" y="11"/>
                  </a:cubicBezTo>
                  <a:cubicBezTo>
                    <a:pt x="18" y="10"/>
                    <a:pt x="16" y="5"/>
                    <a:pt x="12" y="3"/>
                  </a:cubicBezTo>
                  <a:cubicBezTo>
                    <a:pt x="11" y="2"/>
                    <a:pt x="9" y="1"/>
                    <a:pt x="6" y="0"/>
                  </a:cubicBezTo>
                  <a:cubicBezTo>
                    <a:pt x="5" y="0"/>
                    <a:pt x="2" y="0"/>
                    <a:pt x="0" y="0"/>
                  </a:cubicBezTo>
                </a:path>
              </a:pathLst>
            </a:custGeom>
            <a:solidFill>
              <a:srgbClr val="EFCA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928" name="Freeform 156">
              <a:extLst>
                <a:ext uri="{FF2B5EF4-FFF2-40B4-BE49-F238E27FC236}">
                  <a16:creationId xmlns:a16="http://schemas.microsoft.com/office/drawing/2014/main" id="{83472BD4-C747-4E96-B47A-AFD47CDC28F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9" y="926"/>
              <a:ext cx="17" cy="12"/>
            </a:xfrm>
            <a:custGeom>
              <a:avLst/>
              <a:gdLst>
                <a:gd name="T0" fmla="*/ 0 w 11"/>
                <a:gd name="T1" fmla="*/ 0 h 8"/>
                <a:gd name="T2" fmla="*/ 40 w 11"/>
                <a:gd name="T3" fmla="*/ 27 h 8"/>
                <a:gd name="T4" fmla="*/ 19 w 11"/>
                <a:gd name="T5" fmla="*/ 18 h 8"/>
                <a:gd name="T6" fmla="*/ 5 w 11"/>
                <a:gd name="T7" fmla="*/ 5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8">
                  <a:moveTo>
                    <a:pt x="0" y="0"/>
                  </a:moveTo>
                  <a:cubicBezTo>
                    <a:pt x="4" y="3"/>
                    <a:pt x="9" y="4"/>
                    <a:pt x="11" y="8"/>
                  </a:cubicBezTo>
                  <a:cubicBezTo>
                    <a:pt x="9" y="7"/>
                    <a:pt x="7" y="6"/>
                    <a:pt x="5" y="5"/>
                  </a:cubicBezTo>
                  <a:cubicBezTo>
                    <a:pt x="4" y="3"/>
                    <a:pt x="2" y="1"/>
                    <a:pt x="1" y="1"/>
                  </a:cubicBezTo>
                </a:path>
              </a:pathLst>
            </a:custGeom>
            <a:solidFill>
              <a:srgbClr val="EFCA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929" name="Freeform 157">
              <a:extLst>
                <a:ext uri="{FF2B5EF4-FFF2-40B4-BE49-F238E27FC236}">
                  <a16:creationId xmlns:a16="http://schemas.microsoft.com/office/drawing/2014/main" id="{27BE8A2D-904D-4908-B474-CF23CBBB02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6" y="930"/>
              <a:ext cx="11" cy="14"/>
            </a:xfrm>
            <a:custGeom>
              <a:avLst/>
              <a:gdLst>
                <a:gd name="T0" fmla="*/ 0 w 7"/>
                <a:gd name="T1" fmla="*/ 0 h 9"/>
                <a:gd name="T2" fmla="*/ 27 w 7"/>
                <a:gd name="T3" fmla="*/ 34 h 9"/>
                <a:gd name="T4" fmla="*/ 0 w 7"/>
                <a:gd name="T5" fmla="*/ 5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9">
                  <a:moveTo>
                    <a:pt x="0" y="0"/>
                  </a:moveTo>
                  <a:cubicBezTo>
                    <a:pt x="3" y="3"/>
                    <a:pt x="5" y="5"/>
                    <a:pt x="7" y="9"/>
                  </a:cubicBezTo>
                  <a:cubicBezTo>
                    <a:pt x="4" y="8"/>
                    <a:pt x="1" y="4"/>
                    <a:pt x="0" y="1"/>
                  </a:cubicBezTo>
                </a:path>
              </a:pathLst>
            </a:custGeom>
            <a:solidFill>
              <a:srgbClr val="EFCA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930" name="Freeform 158">
              <a:extLst>
                <a:ext uri="{FF2B5EF4-FFF2-40B4-BE49-F238E27FC236}">
                  <a16:creationId xmlns:a16="http://schemas.microsoft.com/office/drawing/2014/main" id="{949E412A-F7DD-492A-A338-387C78D8C6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4" y="935"/>
              <a:ext cx="38" cy="24"/>
            </a:xfrm>
            <a:custGeom>
              <a:avLst/>
              <a:gdLst>
                <a:gd name="T0" fmla="*/ 0 w 25"/>
                <a:gd name="T1" fmla="*/ 0 h 16"/>
                <a:gd name="T2" fmla="*/ 40 w 25"/>
                <a:gd name="T3" fmla="*/ 39 h 16"/>
                <a:gd name="T4" fmla="*/ 67 w 25"/>
                <a:gd name="T5" fmla="*/ 53 h 16"/>
                <a:gd name="T6" fmla="*/ 88 w 25"/>
                <a:gd name="T7" fmla="*/ 54 h 16"/>
                <a:gd name="T8" fmla="*/ 41 w 25"/>
                <a:gd name="T9" fmla="*/ 27 h 16"/>
                <a:gd name="T10" fmla="*/ 26 w 25"/>
                <a:gd name="T11" fmla="*/ 12 h 16"/>
                <a:gd name="T12" fmla="*/ 0 w 25"/>
                <a:gd name="T13" fmla="*/ 0 h 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" h="16">
                  <a:moveTo>
                    <a:pt x="0" y="0"/>
                  </a:moveTo>
                  <a:cubicBezTo>
                    <a:pt x="6" y="2"/>
                    <a:pt x="7" y="7"/>
                    <a:pt x="11" y="11"/>
                  </a:cubicBezTo>
                  <a:cubicBezTo>
                    <a:pt x="14" y="13"/>
                    <a:pt x="16" y="14"/>
                    <a:pt x="19" y="15"/>
                  </a:cubicBezTo>
                  <a:cubicBezTo>
                    <a:pt x="21" y="16"/>
                    <a:pt x="23" y="16"/>
                    <a:pt x="25" y="16"/>
                  </a:cubicBezTo>
                  <a:cubicBezTo>
                    <a:pt x="19" y="15"/>
                    <a:pt x="15" y="13"/>
                    <a:pt x="12" y="8"/>
                  </a:cubicBezTo>
                  <a:cubicBezTo>
                    <a:pt x="10" y="6"/>
                    <a:pt x="9" y="4"/>
                    <a:pt x="7" y="3"/>
                  </a:cubicBezTo>
                  <a:cubicBezTo>
                    <a:pt x="5" y="1"/>
                    <a:pt x="2" y="1"/>
                    <a:pt x="0" y="0"/>
                  </a:cubicBezTo>
                </a:path>
              </a:pathLst>
            </a:custGeom>
            <a:solidFill>
              <a:srgbClr val="EFCA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931" name="Freeform 159">
              <a:extLst>
                <a:ext uri="{FF2B5EF4-FFF2-40B4-BE49-F238E27FC236}">
                  <a16:creationId xmlns:a16="http://schemas.microsoft.com/office/drawing/2014/main" id="{240D26BF-1885-43BE-A8E4-35003BD689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5" y="881"/>
              <a:ext cx="16" cy="28"/>
            </a:xfrm>
            <a:custGeom>
              <a:avLst/>
              <a:gdLst>
                <a:gd name="T0" fmla="*/ 42 w 10"/>
                <a:gd name="T1" fmla="*/ 68 h 18"/>
                <a:gd name="T2" fmla="*/ 21 w 10"/>
                <a:gd name="T3" fmla="*/ 39 h 18"/>
                <a:gd name="T4" fmla="*/ 8 w 10"/>
                <a:gd name="T5" fmla="*/ 19 h 18"/>
                <a:gd name="T6" fmla="*/ 5 w 10"/>
                <a:gd name="T7" fmla="*/ 0 h 18"/>
                <a:gd name="T8" fmla="*/ 5 w 10"/>
                <a:gd name="T9" fmla="*/ 22 h 18"/>
                <a:gd name="T10" fmla="*/ 13 w 10"/>
                <a:gd name="T11" fmla="*/ 39 h 18"/>
                <a:gd name="T12" fmla="*/ 42 w 10"/>
                <a:gd name="T13" fmla="*/ 62 h 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" h="18">
                  <a:moveTo>
                    <a:pt x="10" y="18"/>
                  </a:moveTo>
                  <a:cubicBezTo>
                    <a:pt x="7" y="17"/>
                    <a:pt x="6" y="13"/>
                    <a:pt x="5" y="10"/>
                  </a:cubicBezTo>
                  <a:cubicBezTo>
                    <a:pt x="4" y="8"/>
                    <a:pt x="2" y="7"/>
                    <a:pt x="2" y="5"/>
                  </a:cubicBezTo>
                  <a:cubicBezTo>
                    <a:pt x="1" y="4"/>
                    <a:pt x="1" y="2"/>
                    <a:pt x="1" y="0"/>
                  </a:cubicBezTo>
                  <a:cubicBezTo>
                    <a:pt x="1" y="2"/>
                    <a:pt x="0" y="4"/>
                    <a:pt x="1" y="6"/>
                  </a:cubicBezTo>
                  <a:cubicBezTo>
                    <a:pt x="1" y="9"/>
                    <a:pt x="1" y="8"/>
                    <a:pt x="3" y="10"/>
                  </a:cubicBezTo>
                  <a:cubicBezTo>
                    <a:pt x="5" y="13"/>
                    <a:pt x="6" y="16"/>
                    <a:pt x="10" y="17"/>
                  </a:cubicBezTo>
                </a:path>
              </a:pathLst>
            </a:custGeom>
            <a:solidFill>
              <a:srgbClr val="EFCA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932" name="Freeform 160">
              <a:extLst>
                <a:ext uri="{FF2B5EF4-FFF2-40B4-BE49-F238E27FC236}">
                  <a16:creationId xmlns:a16="http://schemas.microsoft.com/office/drawing/2014/main" id="{D8A0831A-358D-4A14-9B33-37B4D04D16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2" y="894"/>
              <a:ext cx="13" cy="12"/>
            </a:xfrm>
            <a:custGeom>
              <a:avLst/>
              <a:gdLst>
                <a:gd name="T0" fmla="*/ 34 w 8"/>
                <a:gd name="T1" fmla="*/ 27 h 8"/>
                <a:gd name="T2" fmla="*/ 21 w 8"/>
                <a:gd name="T3" fmla="*/ 14 h 8"/>
                <a:gd name="T4" fmla="*/ 0 w 8"/>
                <a:gd name="T5" fmla="*/ 0 h 8"/>
                <a:gd name="T6" fmla="*/ 29 w 8"/>
                <a:gd name="T7" fmla="*/ 27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8">
                  <a:moveTo>
                    <a:pt x="8" y="8"/>
                  </a:moveTo>
                  <a:cubicBezTo>
                    <a:pt x="6" y="7"/>
                    <a:pt x="6" y="5"/>
                    <a:pt x="5" y="4"/>
                  </a:cubicBezTo>
                  <a:cubicBezTo>
                    <a:pt x="3" y="3"/>
                    <a:pt x="1" y="3"/>
                    <a:pt x="0" y="0"/>
                  </a:cubicBezTo>
                  <a:cubicBezTo>
                    <a:pt x="1" y="5"/>
                    <a:pt x="6" y="5"/>
                    <a:pt x="7" y="8"/>
                  </a:cubicBezTo>
                </a:path>
              </a:pathLst>
            </a:custGeom>
            <a:solidFill>
              <a:srgbClr val="EFCA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933" name="Freeform 161">
              <a:extLst>
                <a:ext uri="{FF2B5EF4-FFF2-40B4-BE49-F238E27FC236}">
                  <a16:creationId xmlns:a16="http://schemas.microsoft.com/office/drawing/2014/main" id="{125D6C96-D456-4590-9311-7995B73FAE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8" y="910"/>
              <a:ext cx="19" cy="22"/>
            </a:xfrm>
            <a:custGeom>
              <a:avLst/>
              <a:gdLst>
                <a:gd name="T0" fmla="*/ 41 w 13"/>
                <a:gd name="T1" fmla="*/ 22 h 14"/>
                <a:gd name="T2" fmla="*/ 28 w 13"/>
                <a:gd name="T3" fmla="*/ 20 h 14"/>
                <a:gd name="T4" fmla="*/ 15 w 13"/>
                <a:gd name="T5" fmla="*/ 20 h 14"/>
                <a:gd name="T6" fmla="*/ 6 w 13"/>
                <a:gd name="T7" fmla="*/ 8 h 14"/>
                <a:gd name="T8" fmla="*/ 0 w 13"/>
                <a:gd name="T9" fmla="*/ 0 h 14"/>
                <a:gd name="T10" fmla="*/ 1 w 13"/>
                <a:gd name="T11" fmla="*/ 13 h 14"/>
                <a:gd name="T12" fmla="*/ 0 w 13"/>
                <a:gd name="T13" fmla="*/ 14 h 14"/>
                <a:gd name="T14" fmla="*/ 0 w 13"/>
                <a:gd name="T15" fmla="*/ 22 h 14"/>
                <a:gd name="T16" fmla="*/ 0 w 13"/>
                <a:gd name="T17" fmla="*/ 39 h 14"/>
                <a:gd name="T18" fmla="*/ 9 w 13"/>
                <a:gd name="T19" fmla="*/ 55 h 14"/>
                <a:gd name="T20" fmla="*/ 1 w 13"/>
                <a:gd name="T21" fmla="*/ 35 h 14"/>
                <a:gd name="T22" fmla="*/ 15 w 13"/>
                <a:gd name="T23" fmla="*/ 31 h 14"/>
                <a:gd name="T24" fmla="*/ 32 w 13"/>
                <a:gd name="T25" fmla="*/ 27 h 14"/>
                <a:gd name="T26" fmla="*/ 41 w 13"/>
                <a:gd name="T27" fmla="*/ 22 h 14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3" h="14">
                  <a:moveTo>
                    <a:pt x="13" y="6"/>
                  </a:moveTo>
                  <a:cubicBezTo>
                    <a:pt x="12" y="5"/>
                    <a:pt x="10" y="6"/>
                    <a:pt x="9" y="5"/>
                  </a:cubicBezTo>
                  <a:cubicBezTo>
                    <a:pt x="8" y="5"/>
                    <a:pt x="6" y="5"/>
                    <a:pt x="5" y="5"/>
                  </a:cubicBezTo>
                  <a:cubicBezTo>
                    <a:pt x="4" y="4"/>
                    <a:pt x="3" y="3"/>
                    <a:pt x="2" y="2"/>
                  </a:cubicBezTo>
                  <a:cubicBezTo>
                    <a:pt x="2" y="1"/>
                    <a:pt x="1" y="1"/>
                    <a:pt x="0" y="0"/>
                  </a:cubicBezTo>
                  <a:cubicBezTo>
                    <a:pt x="1" y="1"/>
                    <a:pt x="1" y="2"/>
                    <a:pt x="1" y="3"/>
                  </a:cubicBezTo>
                  <a:cubicBezTo>
                    <a:pt x="1" y="3"/>
                    <a:pt x="0" y="4"/>
                    <a:pt x="0" y="4"/>
                  </a:cubicBezTo>
                  <a:cubicBezTo>
                    <a:pt x="0" y="5"/>
                    <a:pt x="0" y="5"/>
                    <a:pt x="0" y="6"/>
                  </a:cubicBezTo>
                  <a:cubicBezTo>
                    <a:pt x="0" y="8"/>
                    <a:pt x="0" y="9"/>
                    <a:pt x="0" y="10"/>
                  </a:cubicBezTo>
                  <a:cubicBezTo>
                    <a:pt x="1" y="12"/>
                    <a:pt x="2" y="13"/>
                    <a:pt x="3" y="14"/>
                  </a:cubicBezTo>
                  <a:cubicBezTo>
                    <a:pt x="2" y="13"/>
                    <a:pt x="0" y="10"/>
                    <a:pt x="1" y="9"/>
                  </a:cubicBezTo>
                  <a:cubicBezTo>
                    <a:pt x="2" y="8"/>
                    <a:pt x="4" y="8"/>
                    <a:pt x="5" y="8"/>
                  </a:cubicBezTo>
                  <a:cubicBezTo>
                    <a:pt x="7" y="8"/>
                    <a:pt x="8" y="8"/>
                    <a:pt x="10" y="7"/>
                  </a:cubicBezTo>
                  <a:cubicBezTo>
                    <a:pt x="11" y="7"/>
                    <a:pt x="12" y="6"/>
                    <a:pt x="13" y="6"/>
                  </a:cubicBezTo>
                </a:path>
              </a:pathLst>
            </a:custGeom>
            <a:solidFill>
              <a:srgbClr val="EFCA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934" name="Freeform 162">
              <a:extLst>
                <a:ext uri="{FF2B5EF4-FFF2-40B4-BE49-F238E27FC236}">
                  <a16:creationId xmlns:a16="http://schemas.microsoft.com/office/drawing/2014/main" id="{A4559201-DDDF-4AD6-ADF8-3C416A5232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7" y="947"/>
              <a:ext cx="36" cy="6"/>
            </a:xfrm>
            <a:custGeom>
              <a:avLst/>
              <a:gdLst>
                <a:gd name="T0" fmla="*/ 0 w 24"/>
                <a:gd name="T1" fmla="*/ 0 h 4"/>
                <a:gd name="T2" fmla="*/ 45 w 24"/>
                <a:gd name="T3" fmla="*/ 8 h 4"/>
                <a:gd name="T4" fmla="*/ 81 w 24"/>
                <a:gd name="T5" fmla="*/ 8 h 4"/>
                <a:gd name="T6" fmla="*/ 62 w 24"/>
                <a:gd name="T7" fmla="*/ 8 h 4"/>
                <a:gd name="T8" fmla="*/ 39 w 24"/>
                <a:gd name="T9" fmla="*/ 12 h 4"/>
                <a:gd name="T10" fmla="*/ 5 w 24"/>
                <a:gd name="T11" fmla="*/ 5 h 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4">
                  <a:moveTo>
                    <a:pt x="0" y="0"/>
                  </a:moveTo>
                  <a:cubicBezTo>
                    <a:pt x="3" y="4"/>
                    <a:pt x="9" y="4"/>
                    <a:pt x="13" y="2"/>
                  </a:cubicBezTo>
                  <a:cubicBezTo>
                    <a:pt x="17" y="1"/>
                    <a:pt x="20" y="1"/>
                    <a:pt x="24" y="2"/>
                  </a:cubicBezTo>
                  <a:cubicBezTo>
                    <a:pt x="22" y="2"/>
                    <a:pt x="20" y="2"/>
                    <a:pt x="18" y="2"/>
                  </a:cubicBezTo>
                  <a:cubicBezTo>
                    <a:pt x="15" y="3"/>
                    <a:pt x="13" y="3"/>
                    <a:pt x="11" y="3"/>
                  </a:cubicBezTo>
                  <a:cubicBezTo>
                    <a:pt x="9" y="3"/>
                    <a:pt x="1" y="4"/>
                    <a:pt x="1" y="1"/>
                  </a:cubicBezTo>
                </a:path>
              </a:pathLst>
            </a:custGeom>
            <a:solidFill>
              <a:srgbClr val="EFCA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935" name="Freeform 163">
              <a:extLst>
                <a:ext uri="{FF2B5EF4-FFF2-40B4-BE49-F238E27FC236}">
                  <a16:creationId xmlns:a16="http://schemas.microsoft.com/office/drawing/2014/main" id="{6F1E5142-E840-4370-B414-7CBEBF4BAE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7" y="952"/>
              <a:ext cx="20" cy="6"/>
            </a:xfrm>
            <a:custGeom>
              <a:avLst/>
              <a:gdLst>
                <a:gd name="T0" fmla="*/ 0 w 13"/>
                <a:gd name="T1" fmla="*/ 0 h 4"/>
                <a:gd name="T2" fmla="*/ 22 w 13"/>
                <a:gd name="T3" fmla="*/ 8 h 4"/>
                <a:gd name="T4" fmla="*/ 48 w 13"/>
                <a:gd name="T5" fmla="*/ 14 h 4"/>
                <a:gd name="T6" fmla="*/ 18 w 13"/>
                <a:gd name="T7" fmla="*/ 12 h 4"/>
                <a:gd name="T8" fmla="*/ 5 w 13"/>
                <a:gd name="T9" fmla="*/ 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4">
                  <a:moveTo>
                    <a:pt x="0" y="0"/>
                  </a:moveTo>
                  <a:cubicBezTo>
                    <a:pt x="2" y="0"/>
                    <a:pt x="4" y="1"/>
                    <a:pt x="6" y="2"/>
                  </a:cubicBezTo>
                  <a:cubicBezTo>
                    <a:pt x="8" y="3"/>
                    <a:pt x="10" y="4"/>
                    <a:pt x="13" y="4"/>
                  </a:cubicBezTo>
                  <a:cubicBezTo>
                    <a:pt x="10" y="4"/>
                    <a:pt x="8" y="4"/>
                    <a:pt x="5" y="3"/>
                  </a:cubicBezTo>
                  <a:cubicBezTo>
                    <a:pt x="4" y="2"/>
                    <a:pt x="3" y="1"/>
                    <a:pt x="1" y="0"/>
                  </a:cubicBezTo>
                </a:path>
              </a:pathLst>
            </a:custGeom>
            <a:solidFill>
              <a:srgbClr val="EFCA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936" name="Freeform 164">
              <a:extLst>
                <a:ext uri="{FF2B5EF4-FFF2-40B4-BE49-F238E27FC236}">
                  <a16:creationId xmlns:a16="http://schemas.microsoft.com/office/drawing/2014/main" id="{1C9FBCA0-E8E0-4C19-9E97-233F3EEB689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6" y="952"/>
              <a:ext cx="11" cy="4"/>
            </a:xfrm>
            <a:custGeom>
              <a:avLst/>
              <a:gdLst>
                <a:gd name="T0" fmla="*/ 0 w 7"/>
                <a:gd name="T1" fmla="*/ 0 h 3"/>
                <a:gd name="T2" fmla="*/ 0 w 7"/>
                <a:gd name="T3" fmla="*/ 0 h 3"/>
                <a:gd name="T4" fmla="*/ 13 w 7"/>
                <a:gd name="T5" fmla="*/ 1 h 3"/>
                <a:gd name="T6" fmla="*/ 27 w 7"/>
                <a:gd name="T7" fmla="*/ 7 h 3"/>
                <a:gd name="T8" fmla="*/ 14 w 7"/>
                <a:gd name="T9" fmla="*/ 1 h 3"/>
                <a:gd name="T10" fmla="*/ 5 w 7"/>
                <a:gd name="T11" fmla="*/ 0 h 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" h="3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1"/>
                    <a:pt x="2" y="1"/>
                    <a:pt x="3" y="1"/>
                  </a:cubicBezTo>
                  <a:cubicBezTo>
                    <a:pt x="4" y="2"/>
                    <a:pt x="6" y="2"/>
                    <a:pt x="7" y="3"/>
                  </a:cubicBezTo>
                  <a:cubicBezTo>
                    <a:pt x="6" y="2"/>
                    <a:pt x="5" y="1"/>
                    <a:pt x="4" y="1"/>
                  </a:cubicBezTo>
                  <a:cubicBezTo>
                    <a:pt x="3" y="1"/>
                    <a:pt x="1" y="1"/>
                    <a:pt x="1" y="0"/>
                  </a:cubicBezTo>
                </a:path>
              </a:pathLst>
            </a:custGeom>
            <a:solidFill>
              <a:srgbClr val="EFCA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937" name="Freeform 165">
              <a:extLst>
                <a:ext uri="{FF2B5EF4-FFF2-40B4-BE49-F238E27FC236}">
                  <a16:creationId xmlns:a16="http://schemas.microsoft.com/office/drawing/2014/main" id="{4994AAED-9D80-4DC0-9DC3-07C7B405C98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2" y="854"/>
              <a:ext cx="40" cy="20"/>
            </a:xfrm>
            <a:custGeom>
              <a:avLst/>
              <a:gdLst>
                <a:gd name="T0" fmla="*/ 0 w 26"/>
                <a:gd name="T1" fmla="*/ 48 h 13"/>
                <a:gd name="T2" fmla="*/ 95 w 26"/>
                <a:gd name="T3" fmla="*/ 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13">
                  <a:moveTo>
                    <a:pt x="0" y="13"/>
                  </a:moveTo>
                  <a:cubicBezTo>
                    <a:pt x="7" y="5"/>
                    <a:pt x="17" y="1"/>
                    <a:pt x="26" y="0"/>
                  </a:cubicBezTo>
                </a:path>
              </a:pathLst>
            </a:custGeom>
            <a:noFill/>
            <a:ln w="9525" cap="rnd">
              <a:solidFill>
                <a:srgbClr val="C8C8C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938" name="Freeform 166">
              <a:extLst>
                <a:ext uri="{FF2B5EF4-FFF2-40B4-BE49-F238E27FC236}">
                  <a16:creationId xmlns:a16="http://schemas.microsoft.com/office/drawing/2014/main" id="{00C11C1E-19F6-47E3-A008-F3C6C060FF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6" y="848"/>
              <a:ext cx="46" cy="52"/>
            </a:xfrm>
            <a:custGeom>
              <a:avLst/>
              <a:gdLst>
                <a:gd name="T0" fmla="*/ 109 w 30"/>
                <a:gd name="T1" fmla="*/ 0 h 34"/>
                <a:gd name="T2" fmla="*/ 67 w 30"/>
                <a:gd name="T3" fmla="*/ 26 h 34"/>
                <a:gd name="T4" fmla="*/ 43 w 30"/>
                <a:gd name="T5" fmla="*/ 49 h 34"/>
                <a:gd name="T6" fmla="*/ 0 w 30"/>
                <a:gd name="T7" fmla="*/ 122 h 34"/>
                <a:gd name="T8" fmla="*/ 28 w 30"/>
                <a:gd name="T9" fmla="*/ 66 h 34"/>
                <a:gd name="T10" fmla="*/ 48 w 30"/>
                <a:gd name="T11" fmla="*/ 32 h 34"/>
                <a:gd name="T12" fmla="*/ 101 w 30"/>
                <a:gd name="T13" fmla="*/ 0 h 3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" h="34">
                  <a:moveTo>
                    <a:pt x="30" y="0"/>
                  </a:moveTo>
                  <a:cubicBezTo>
                    <a:pt x="27" y="4"/>
                    <a:pt x="24" y="5"/>
                    <a:pt x="19" y="7"/>
                  </a:cubicBezTo>
                  <a:cubicBezTo>
                    <a:pt x="16" y="8"/>
                    <a:pt x="14" y="11"/>
                    <a:pt x="12" y="14"/>
                  </a:cubicBezTo>
                  <a:cubicBezTo>
                    <a:pt x="8" y="20"/>
                    <a:pt x="3" y="27"/>
                    <a:pt x="0" y="34"/>
                  </a:cubicBezTo>
                  <a:cubicBezTo>
                    <a:pt x="4" y="29"/>
                    <a:pt x="6" y="24"/>
                    <a:pt x="8" y="18"/>
                  </a:cubicBezTo>
                  <a:cubicBezTo>
                    <a:pt x="10" y="15"/>
                    <a:pt x="11" y="11"/>
                    <a:pt x="13" y="9"/>
                  </a:cubicBezTo>
                  <a:cubicBezTo>
                    <a:pt x="18" y="5"/>
                    <a:pt x="24" y="5"/>
                    <a:pt x="28" y="0"/>
                  </a:cubicBezTo>
                </a:path>
              </a:pathLst>
            </a:custGeom>
            <a:solidFill>
              <a:srgbClr val="EFCA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939" name="Freeform 167">
              <a:extLst>
                <a:ext uri="{FF2B5EF4-FFF2-40B4-BE49-F238E27FC236}">
                  <a16:creationId xmlns:a16="http://schemas.microsoft.com/office/drawing/2014/main" id="{9A32DA18-2978-4C15-9B9F-EBFC1BE54F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6" y="912"/>
              <a:ext cx="59" cy="21"/>
            </a:xfrm>
            <a:custGeom>
              <a:avLst/>
              <a:gdLst>
                <a:gd name="T0" fmla="*/ 135 w 39"/>
                <a:gd name="T1" fmla="*/ 32 h 14"/>
                <a:gd name="T2" fmla="*/ 110 w 39"/>
                <a:gd name="T3" fmla="*/ 27 h 14"/>
                <a:gd name="T4" fmla="*/ 0 w 39"/>
                <a:gd name="T5" fmla="*/ 27 h 14"/>
                <a:gd name="T6" fmla="*/ 115 w 39"/>
                <a:gd name="T7" fmla="*/ 41 h 14"/>
                <a:gd name="T8" fmla="*/ 135 w 39"/>
                <a:gd name="T9" fmla="*/ 32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14">
                  <a:moveTo>
                    <a:pt x="39" y="9"/>
                  </a:moveTo>
                  <a:cubicBezTo>
                    <a:pt x="39" y="8"/>
                    <a:pt x="35" y="9"/>
                    <a:pt x="32" y="8"/>
                  </a:cubicBezTo>
                  <a:cubicBezTo>
                    <a:pt x="30" y="7"/>
                    <a:pt x="11" y="0"/>
                    <a:pt x="0" y="8"/>
                  </a:cubicBezTo>
                  <a:cubicBezTo>
                    <a:pt x="0" y="8"/>
                    <a:pt x="20" y="14"/>
                    <a:pt x="33" y="12"/>
                  </a:cubicBezTo>
                  <a:cubicBezTo>
                    <a:pt x="38" y="11"/>
                    <a:pt x="38" y="11"/>
                    <a:pt x="39" y="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940" name="Freeform 168">
              <a:extLst>
                <a:ext uri="{FF2B5EF4-FFF2-40B4-BE49-F238E27FC236}">
                  <a16:creationId xmlns:a16="http://schemas.microsoft.com/office/drawing/2014/main" id="{6B1F3374-97C1-4D14-9339-FBE72A38FA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1" y="918"/>
              <a:ext cx="26" cy="12"/>
            </a:xfrm>
            <a:custGeom>
              <a:avLst/>
              <a:gdLst>
                <a:gd name="T0" fmla="*/ 57 w 17"/>
                <a:gd name="T1" fmla="*/ 8 h 8"/>
                <a:gd name="T2" fmla="*/ 5 w 17"/>
                <a:gd name="T3" fmla="*/ 0 h 8"/>
                <a:gd name="T4" fmla="*/ 0 w 17"/>
                <a:gd name="T5" fmla="*/ 14 h 8"/>
                <a:gd name="T6" fmla="*/ 0 w 17"/>
                <a:gd name="T7" fmla="*/ 21 h 8"/>
                <a:gd name="T8" fmla="*/ 57 w 17"/>
                <a:gd name="T9" fmla="*/ 27 h 8"/>
                <a:gd name="T10" fmla="*/ 61 w 17"/>
                <a:gd name="T11" fmla="*/ 14 h 8"/>
                <a:gd name="T12" fmla="*/ 57 w 17"/>
                <a:gd name="T13" fmla="*/ 8 h 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" h="8">
                  <a:moveTo>
                    <a:pt x="16" y="2"/>
                  </a:moveTo>
                  <a:cubicBezTo>
                    <a:pt x="12" y="1"/>
                    <a:pt x="7" y="0"/>
                    <a:pt x="1" y="0"/>
                  </a:cubicBezTo>
                  <a:cubicBezTo>
                    <a:pt x="1" y="1"/>
                    <a:pt x="0" y="3"/>
                    <a:pt x="0" y="4"/>
                  </a:cubicBezTo>
                  <a:cubicBezTo>
                    <a:pt x="0" y="5"/>
                    <a:pt x="0" y="6"/>
                    <a:pt x="0" y="6"/>
                  </a:cubicBezTo>
                  <a:cubicBezTo>
                    <a:pt x="5" y="7"/>
                    <a:pt x="11" y="8"/>
                    <a:pt x="16" y="8"/>
                  </a:cubicBezTo>
                  <a:cubicBezTo>
                    <a:pt x="16" y="7"/>
                    <a:pt x="17" y="6"/>
                    <a:pt x="17" y="4"/>
                  </a:cubicBezTo>
                  <a:cubicBezTo>
                    <a:pt x="17" y="3"/>
                    <a:pt x="16" y="3"/>
                    <a:pt x="16" y="2"/>
                  </a:cubicBezTo>
                  <a:close/>
                </a:path>
              </a:pathLst>
            </a:custGeom>
            <a:solidFill>
              <a:srgbClr val="3311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941" name="Freeform 169">
              <a:extLst>
                <a:ext uri="{FF2B5EF4-FFF2-40B4-BE49-F238E27FC236}">
                  <a16:creationId xmlns:a16="http://schemas.microsoft.com/office/drawing/2014/main" id="{A0DB80CF-A2A7-43FB-BABB-31E35C8FBF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1" y="918"/>
              <a:ext cx="26" cy="12"/>
            </a:xfrm>
            <a:custGeom>
              <a:avLst/>
              <a:gdLst>
                <a:gd name="T0" fmla="*/ 57 w 17"/>
                <a:gd name="T1" fmla="*/ 8 h 8"/>
                <a:gd name="T2" fmla="*/ 5 w 17"/>
                <a:gd name="T3" fmla="*/ 0 h 8"/>
                <a:gd name="T4" fmla="*/ 0 w 17"/>
                <a:gd name="T5" fmla="*/ 14 h 8"/>
                <a:gd name="T6" fmla="*/ 0 w 17"/>
                <a:gd name="T7" fmla="*/ 21 h 8"/>
                <a:gd name="T8" fmla="*/ 57 w 17"/>
                <a:gd name="T9" fmla="*/ 27 h 8"/>
                <a:gd name="T10" fmla="*/ 61 w 17"/>
                <a:gd name="T11" fmla="*/ 14 h 8"/>
                <a:gd name="T12" fmla="*/ 57 w 17"/>
                <a:gd name="T13" fmla="*/ 8 h 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" h="8">
                  <a:moveTo>
                    <a:pt x="16" y="2"/>
                  </a:moveTo>
                  <a:cubicBezTo>
                    <a:pt x="12" y="1"/>
                    <a:pt x="7" y="0"/>
                    <a:pt x="1" y="0"/>
                  </a:cubicBezTo>
                  <a:cubicBezTo>
                    <a:pt x="1" y="1"/>
                    <a:pt x="0" y="3"/>
                    <a:pt x="0" y="4"/>
                  </a:cubicBezTo>
                  <a:cubicBezTo>
                    <a:pt x="0" y="5"/>
                    <a:pt x="0" y="6"/>
                    <a:pt x="0" y="6"/>
                  </a:cubicBezTo>
                  <a:cubicBezTo>
                    <a:pt x="5" y="7"/>
                    <a:pt x="11" y="8"/>
                    <a:pt x="16" y="8"/>
                  </a:cubicBezTo>
                  <a:cubicBezTo>
                    <a:pt x="16" y="7"/>
                    <a:pt x="17" y="6"/>
                    <a:pt x="17" y="4"/>
                  </a:cubicBezTo>
                  <a:cubicBezTo>
                    <a:pt x="17" y="3"/>
                    <a:pt x="16" y="3"/>
                    <a:pt x="16" y="2"/>
                  </a:cubicBezTo>
                  <a:close/>
                </a:path>
              </a:pathLst>
            </a:custGeom>
            <a:noFill/>
            <a:ln w="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942" name="Freeform 170">
              <a:extLst>
                <a:ext uri="{FF2B5EF4-FFF2-40B4-BE49-F238E27FC236}">
                  <a16:creationId xmlns:a16="http://schemas.microsoft.com/office/drawing/2014/main" id="{D629B78E-A33D-4187-8532-3180A014A9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6" y="910"/>
              <a:ext cx="59" cy="22"/>
            </a:xfrm>
            <a:custGeom>
              <a:avLst/>
              <a:gdLst>
                <a:gd name="T0" fmla="*/ 135 w 39"/>
                <a:gd name="T1" fmla="*/ 39 h 14"/>
                <a:gd name="T2" fmla="*/ 115 w 39"/>
                <a:gd name="T3" fmla="*/ 35 h 14"/>
                <a:gd name="T4" fmla="*/ 0 w 39"/>
                <a:gd name="T5" fmla="*/ 35 h 14"/>
                <a:gd name="T6" fmla="*/ 115 w 39"/>
                <a:gd name="T7" fmla="*/ 47 h 14"/>
                <a:gd name="T8" fmla="*/ 135 w 39"/>
                <a:gd name="T9" fmla="*/ 39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14">
                  <a:moveTo>
                    <a:pt x="39" y="10"/>
                  </a:moveTo>
                  <a:cubicBezTo>
                    <a:pt x="39" y="9"/>
                    <a:pt x="35" y="10"/>
                    <a:pt x="33" y="9"/>
                  </a:cubicBezTo>
                  <a:cubicBezTo>
                    <a:pt x="30" y="7"/>
                    <a:pt x="12" y="0"/>
                    <a:pt x="0" y="9"/>
                  </a:cubicBezTo>
                  <a:cubicBezTo>
                    <a:pt x="0" y="9"/>
                    <a:pt x="20" y="14"/>
                    <a:pt x="33" y="12"/>
                  </a:cubicBezTo>
                  <a:cubicBezTo>
                    <a:pt x="38" y="11"/>
                    <a:pt x="39" y="11"/>
                    <a:pt x="39" y="10"/>
                  </a:cubicBezTo>
                  <a:close/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943" name="Oval 171">
              <a:extLst>
                <a:ext uri="{FF2B5EF4-FFF2-40B4-BE49-F238E27FC236}">
                  <a16:creationId xmlns:a16="http://schemas.microsoft.com/office/drawing/2014/main" id="{91101B46-E07E-488D-AF42-10AFD58A27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10" y="920"/>
              <a:ext cx="8" cy="7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944" name="Oval 172">
              <a:extLst>
                <a:ext uri="{FF2B5EF4-FFF2-40B4-BE49-F238E27FC236}">
                  <a16:creationId xmlns:a16="http://schemas.microsoft.com/office/drawing/2014/main" id="{9C6D46D1-8274-4389-9A77-8CAE395989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15" y="921"/>
              <a:ext cx="4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945" name="Freeform 173">
              <a:extLst>
                <a:ext uri="{FF2B5EF4-FFF2-40B4-BE49-F238E27FC236}">
                  <a16:creationId xmlns:a16="http://schemas.microsoft.com/office/drawing/2014/main" id="{A3864C66-FBAE-4D9E-9AF8-9A8FCAE77A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8" y="909"/>
              <a:ext cx="57" cy="20"/>
            </a:xfrm>
            <a:custGeom>
              <a:avLst/>
              <a:gdLst>
                <a:gd name="T0" fmla="*/ 136 w 37"/>
                <a:gd name="T1" fmla="*/ 18 h 13"/>
                <a:gd name="T2" fmla="*/ 102 w 37"/>
                <a:gd name="T3" fmla="*/ 26 h 13"/>
                <a:gd name="T4" fmla="*/ 88 w 37"/>
                <a:gd name="T5" fmla="*/ 28 h 13"/>
                <a:gd name="T6" fmla="*/ 54 w 37"/>
                <a:gd name="T7" fmla="*/ 34 h 13"/>
                <a:gd name="T8" fmla="*/ 28 w 37"/>
                <a:gd name="T9" fmla="*/ 35 h 13"/>
                <a:gd name="T10" fmla="*/ 0 w 37"/>
                <a:gd name="T11" fmla="*/ 48 h 13"/>
                <a:gd name="T12" fmla="*/ 48 w 37"/>
                <a:gd name="T13" fmla="*/ 5 h 13"/>
                <a:gd name="T14" fmla="*/ 96 w 37"/>
                <a:gd name="T15" fmla="*/ 5 h 13"/>
                <a:gd name="T16" fmla="*/ 131 w 37"/>
                <a:gd name="T17" fmla="*/ 12 h 1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7" h="13">
                  <a:moveTo>
                    <a:pt x="37" y="5"/>
                  </a:moveTo>
                  <a:cubicBezTo>
                    <a:pt x="34" y="6"/>
                    <a:pt x="31" y="7"/>
                    <a:pt x="28" y="7"/>
                  </a:cubicBezTo>
                  <a:cubicBezTo>
                    <a:pt x="27" y="7"/>
                    <a:pt x="26" y="8"/>
                    <a:pt x="24" y="8"/>
                  </a:cubicBezTo>
                  <a:cubicBezTo>
                    <a:pt x="21" y="8"/>
                    <a:pt x="18" y="9"/>
                    <a:pt x="15" y="9"/>
                  </a:cubicBezTo>
                  <a:cubicBezTo>
                    <a:pt x="13" y="9"/>
                    <a:pt x="10" y="9"/>
                    <a:pt x="8" y="10"/>
                  </a:cubicBezTo>
                  <a:cubicBezTo>
                    <a:pt x="5" y="11"/>
                    <a:pt x="3" y="12"/>
                    <a:pt x="0" y="13"/>
                  </a:cubicBezTo>
                  <a:cubicBezTo>
                    <a:pt x="3" y="8"/>
                    <a:pt x="8" y="3"/>
                    <a:pt x="13" y="1"/>
                  </a:cubicBezTo>
                  <a:cubicBezTo>
                    <a:pt x="17" y="0"/>
                    <a:pt x="22" y="0"/>
                    <a:pt x="26" y="1"/>
                  </a:cubicBezTo>
                  <a:cubicBezTo>
                    <a:pt x="29" y="1"/>
                    <a:pt x="33" y="2"/>
                    <a:pt x="36" y="3"/>
                  </a:cubicBezTo>
                </a:path>
              </a:pathLst>
            </a:custGeom>
            <a:solidFill>
              <a:srgbClr val="F6E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946" name="Freeform 174">
              <a:extLst>
                <a:ext uri="{FF2B5EF4-FFF2-40B4-BE49-F238E27FC236}">
                  <a16:creationId xmlns:a16="http://schemas.microsoft.com/office/drawing/2014/main" id="{C1142C44-532E-4B16-BE66-86D2C54941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1" y="915"/>
              <a:ext cx="60" cy="12"/>
            </a:xfrm>
            <a:custGeom>
              <a:avLst/>
              <a:gdLst>
                <a:gd name="T0" fmla="*/ 142 w 39"/>
                <a:gd name="T1" fmla="*/ 0 h 8"/>
                <a:gd name="T2" fmla="*/ 115 w 39"/>
                <a:gd name="T3" fmla="*/ 8 h 8"/>
                <a:gd name="T4" fmla="*/ 102 w 39"/>
                <a:gd name="T5" fmla="*/ 8 h 8"/>
                <a:gd name="T6" fmla="*/ 88 w 39"/>
                <a:gd name="T7" fmla="*/ 14 h 8"/>
                <a:gd name="T8" fmla="*/ 22 w 39"/>
                <a:gd name="T9" fmla="*/ 21 h 8"/>
                <a:gd name="T10" fmla="*/ 0 w 39"/>
                <a:gd name="T11" fmla="*/ 27 h 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9" h="8">
                  <a:moveTo>
                    <a:pt x="39" y="0"/>
                  </a:moveTo>
                  <a:cubicBezTo>
                    <a:pt x="39" y="1"/>
                    <a:pt x="33" y="2"/>
                    <a:pt x="32" y="2"/>
                  </a:cubicBezTo>
                  <a:cubicBezTo>
                    <a:pt x="30" y="2"/>
                    <a:pt x="29" y="2"/>
                    <a:pt x="28" y="2"/>
                  </a:cubicBezTo>
                  <a:cubicBezTo>
                    <a:pt x="26" y="3"/>
                    <a:pt x="25" y="3"/>
                    <a:pt x="24" y="4"/>
                  </a:cubicBezTo>
                  <a:cubicBezTo>
                    <a:pt x="18" y="5"/>
                    <a:pt x="12" y="5"/>
                    <a:pt x="6" y="6"/>
                  </a:cubicBezTo>
                  <a:cubicBezTo>
                    <a:pt x="4" y="7"/>
                    <a:pt x="2" y="7"/>
                    <a:pt x="0" y="8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947" name="Freeform 175">
              <a:extLst>
                <a:ext uri="{FF2B5EF4-FFF2-40B4-BE49-F238E27FC236}">
                  <a16:creationId xmlns:a16="http://schemas.microsoft.com/office/drawing/2014/main" id="{A542436D-1AAC-4D9C-A27B-BBE047E9488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8" y="904"/>
              <a:ext cx="34" cy="17"/>
            </a:xfrm>
            <a:custGeom>
              <a:avLst/>
              <a:gdLst>
                <a:gd name="T0" fmla="*/ 82 w 22"/>
                <a:gd name="T1" fmla="*/ 0 h 11"/>
                <a:gd name="T2" fmla="*/ 29 w 22"/>
                <a:gd name="T3" fmla="*/ 19 h 11"/>
                <a:gd name="T4" fmla="*/ 0 w 22"/>
                <a:gd name="T5" fmla="*/ 40 h 11"/>
                <a:gd name="T6" fmla="*/ 36 w 22"/>
                <a:gd name="T7" fmla="*/ 12 h 11"/>
                <a:gd name="T8" fmla="*/ 60 w 22"/>
                <a:gd name="T9" fmla="*/ 0 h 11"/>
                <a:gd name="T10" fmla="*/ 82 w 22"/>
                <a:gd name="T11" fmla="*/ 0 h 1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11">
                  <a:moveTo>
                    <a:pt x="22" y="0"/>
                  </a:moveTo>
                  <a:cubicBezTo>
                    <a:pt x="18" y="2"/>
                    <a:pt x="13" y="2"/>
                    <a:pt x="8" y="5"/>
                  </a:cubicBezTo>
                  <a:cubicBezTo>
                    <a:pt x="5" y="7"/>
                    <a:pt x="3" y="9"/>
                    <a:pt x="0" y="11"/>
                  </a:cubicBezTo>
                  <a:cubicBezTo>
                    <a:pt x="4" y="10"/>
                    <a:pt x="6" y="5"/>
                    <a:pt x="10" y="3"/>
                  </a:cubicBezTo>
                  <a:cubicBezTo>
                    <a:pt x="11" y="2"/>
                    <a:pt x="13" y="1"/>
                    <a:pt x="16" y="0"/>
                  </a:cubicBezTo>
                  <a:cubicBezTo>
                    <a:pt x="17" y="0"/>
                    <a:pt x="20" y="0"/>
                    <a:pt x="22" y="0"/>
                  </a:cubicBezTo>
                </a:path>
              </a:pathLst>
            </a:custGeom>
            <a:solidFill>
              <a:srgbClr val="EFCA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948" name="Freeform 176">
              <a:extLst>
                <a:ext uri="{FF2B5EF4-FFF2-40B4-BE49-F238E27FC236}">
                  <a16:creationId xmlns:a16="http://schemas.microsoft.com/office/drawing/2014/main" id="{36D1E20F-0AE9-438D-9778-0D0CCAE3CA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0" y="926"/>
              <a:ext cx="17" cy="12"/>
            </a:xfrm>
            <a:custGeom>
              <a:avLst/>
              <a:gdLst>
                <a:gd name="T0" fmla="*/ 40 w 11"/>
                <a:gd name="T1" fmla="*/ 0 h 8"/>
                <a:gd name="T2" fmla="*/ 0 w 11"/>
                <a:gd name="T3" fmla="*/ 27 h 8"/>
                <a:gd name="T4" fmla="*/ 22 w 11"/>
                <a:gd name="T5" fmla="*/ 18 h 8"/>
                <a:gd name="T6" fmla="*/ 36 w 11"/>
                <a:gd name="T7" fmla="*/ 5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8">
                  <a:moveTo>
                    <a:pt x="11" y="0"/>
                  </a:moveTo>
                  <a:cubicBezTo>
                    <a:pt x="7" y="3"/>
                    <a:pt x="3" y="4"/>
                    <a:pt x="0" y="8"/>
                  </a:cubicBezTo>
                  <a:cubicBezTo>
                    <a:pt x="2" y="7"/>
                    <a:pt x="4" y="6"/>
                    <a:pt x="6" y="5"/>
                  </a:cubicBezTo>
                  <a:cubicBezTo>
                    <a:pt x="7" y="3"/>
                    <a:pt x="9" y="1"/>
                    <a:pt x="10" y="1"/>
                  </a:cubicBezTo>
                </a:path>
              </a:pathLst>
            </a:custGeom>
            <a:solidFill>
              <a:srgbClr val="EFCA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949" name="Freeform 177">
              <a:extLst>
                <a:ext uri="{FF2B5EF4-FFF2-40B4-BE49-F238E27FC236}">
                  <a16:creationId xmlns:a16="http://schemas.microsoft.com/office/drawing/2014/main" id="{9C1B0AA5-5648-498A-A106-B8E7A642A7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9" y="930"/>
              <a:ext cx="11" cy="14"/>
            </a:xfrm>
            <a:custGeom>
              <a:avLst/>
              <a:gdLst>
                <a:gd name="T0" fmla="*/ 27 w 7"/>
                <a:gd name="T1" fmla="*/ 0 h 9"/>
                <a:gd name="T2" fmla="*/ 0 w 7"/>
                <a:gd name="T3" fmla="*/ 34 h 9"/>
                <a:gd name="T4" fmla="*/ 27 w 7"/>
                <a:gd name="T5" fmla="*/ 5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9">
                  <a:moveTo>
                    <a:pt x="7" y="0"/>
                  </a:moveTo>
                  <a:cubicBezTo>
                    <a:pt x="5" y="3"/>
                    <a:pt x="2" y="5"/>
                    <a:pt x="0" y="9"/>
                  </a:cubicBezTo>
                  <a:cubicBezTo>
                    <a:pt x="3" y="8"/>
                    <a:pt x="6" y="4"/>
                    <a:pt x="7" y="1"/>
                  </a:cubicBezTo>
                </a:path>
              </a:pathLst>
            </a:custGeom>
            <a:solidFill>
              <a:srgbClr val="EFCA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950" name="Freeform 178">
              <a:extLst>
                <a:ext uri="{FF2B5EF4-FFF2-40B4-BE49-F238E27FC236}">
                  <a16:creationId xmlns:a16="http://schemas.microsoft.com/office/drawing/2014/main" id="{D1B1B17D-97B7-4E9C-A399-58957DF2C2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4" y="935"/>
              <a:ext cx="38" cy="24"/>
            </a:xfrm>
            <a:custGeom>
              <a:avLst/>
              <a:gdLst>
                <a:gd name="T0" fmla="*/ 88 w 25"/>
                <a:gd name="T1" fmla="*/ 0 h 16"/>
                <a:gd name="T2" fmla="*/ 49 w 25"/>
                <a:gd name="T3" fmla="*/ 39 h 16"/>
                <a:gd name="T4" fmla="*/ 21 w 25"/>
                <a:gd name="T5" fmla="*/ 53 h 16"/>
                <a:gd name="T6" fmla="*/ 0 w 25"/>
                <a:gd name="T7" fmla="*/ 54 h 16"/>
                <a:gd name="T8" fmla="*/ 46 w 25"/>
                <a:gd name="T9" fmla="*/ 27 h 16"/>
                <a:gd name="T10" fmla="*/ 62 w 25"/>
                <a:gd name="T11" fmla="*/ 12 h 16"/>
                <a:gd name="T12" fmla="*/ 88 w 25"/>
                <a:gd name="T13" fmla="*/ 0 h 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" h="16">
                  <a:moveTo>
                    <a:pt x="25" y="0"/>
                  </a:moveTo>
                  <a:cubicBezTo>
                    <a:pt x="19" y="2"/>
                    <a:pt x="18" y="7"/>
                    <a:pt x="14" y="11"/>
                  </a:cubicBezTo>
                  <a:cubicBezTo>
                    <a:pt x="11" y="13"/>
                    <a:pt x="9" y="14"/>
                    <a:pt x="6" y="15"/>
                  </a:cubicBezTo>
                  <a:cubicBezTo>
                    <a:pt x="4" y="16"/>
                    <a:pt x="2" y="16"/>
                    <a:pt x="0" y="16"/>
                  </a:cubicBezTo>
                  <a:cubicBezTo>
                    <a:pt x="6" y="15"/>
                    <a:pt x="10" y="13"/>
                    <a:pt x="13" y="8"/>
                  </a:cubicBezTo>
                  <a:cubicBezTo>
                    <a:pt x="15" y="6"/>
                    <a:pt x="17" y="4"/>
                    <a:pt x="18" y="3"/>
                  </a:cubicBezTo>
                  <a:cubicBezTo>
                    <a:pt x="20" y="1"/>
                    <a:pt x="23" y="1"/>
                    <a:pt x="25" y="0"/>
                  </a:cubicBezTo>
                </a:path>
              </a:pathLst>
            </a:custGeom>
            <a:solidFill>
              <a:srgbClr val="EFCA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951" name="Freeform 179">
              <a:extLst>
                <a:ext uri="{FF2B5EF4-FFF2-40B4-BE49-F238E27FC236}">
                  <a16:creationId xmlns:a16="http://schemas.microsoft.com/office/drawing/2014/main" id="{A8D96422-2DAC-49DB-B08C-936BCB7572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5" y="881"/>
              <a:ext cx="15" cy="28"/>
            </a:xfrm>
            <a:custGeom>
              <a:avLst/>
              <a:gdLst>
                <a:gd name="T0" fmla="*/ 0 w 10"/>
                <a:gd name="T1" fmla="*/ 68 h 18"/>
                <a:gd name="T2" fmla="*/ 21 w 10"/>
                <a:gd name="T3" fmla="*/ 39 h 18"/>
                <a:gd name="T4" fmla="*/ 27 w 10"/>
                <a:gd name="T5" fmla="*/ 19 h 18"/>
                <a:gd name="T6" fmla="*/ 32 w 10"/>
                <a:gd name="T7" fmla="*/ 0 h 18"/>
                <a:gd name="T8" fmla="*/ 32 w 10"/>
                <a:gd name="T9" fmla="*/ 22 h 18"/>
                <a:gd name="T10" fmla="*/ 26 w 10"/>
                <a:gd name="T11" fmla="*/ 39 h 18"/>
                <a:gd name="T12" fmla="*/ 0 w 10"/>
                <a:gd name="T13" fmla="*/ 62 h 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" h="18">
                  <a:moveTo>
                    <a:pt x="0" y="18"/>
                  </a:moveTo>
                  <a:cubicBezTo>
                    <a:pt x="3" y="17"/>
                    <a:pt x="4" y="13"/>
                    <a:pt x="6" y="10"/>
                  </a:cubicBezTo>
                  <a:cubicBezTo>
                    <a:pt x="6" y="8"/>
                    <a:pt x="8" y="7"/>
                    <a:pt x="8" y="5"/>
                  </a:cubicBezTo>
                  <a:cubicBezTo>
                    <a:pt x="9" y="4"/>
                    <a:pt x="9" y="2"/>
                    <a:pt x="9" y="0"/>
                  </a:cubicBezTo>
                  <a:cubicBezTo>
                    <a:pt x="9" y="2"/>
                    <a:pt x="10" y="4"/>
                    <a:pt x="9" y="6"/>
                  </a:cubicBezTo>
                  <a:cubicBezTo>
                    <a:pt x="9" y="9"/>
                    <a:pt x="9" y="8"/>
                    <a:pt x="7" y="10"/>
                  </a:cubicBezTo>
                  <a:cubicBezTo>
                    <a:pt x="5" y="13"/>
                    <a:pt x="4" y="16"/>
                    <a:pt x="0" y="17"/>
                  </a:cubicBezTo>
                </a:path>
              </a:pathLst>
            </a:custGeom>
            <a:solidFill>
              <a:srgbClr val="EFCA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952" name="Freeform 180">
              <a:extLst>
                <a:ext uri="{FF2B5EF4-FFF2-40B4-BE49-F238E27FC236}">
                  <a16:creationId xmlns:a16="http://schemas.microsoft.com/office/drawing/2014/main" id="{D8205703-22B9-4874-A35C-D27B02D9F3E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1" y="894"/>
              <a:ext cx="13" cy="12"/>
            </a:xfrm>
            <a:custGeom>
              <a:avLst/>
              <a:gdLst>
                <a:gd name="T0" fmla="*/ 0 w 8"/>
                <a:gd name="T1" fmla="*/ 27 h 8"/>
                <a:gd name="T2" fmla="*/ 13 w 8"/>
                <a:gd name="T3" fmla="*/ 14 h 8"/>
                <a:gd name="T4" fmla="*/ 34 w 8"/>
                <a:gd name="T5" fmla="*/ 0 h 8"/>
                <a:gd name="T6" fmla="*/ 5 w 8"/>
                <a:gd name="T7" fmla="*/ 27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8">
                  <a:moveTo>
                    <a:pt x="0" y="8"/>
                  </a:moveTo>
                  <a:cubicBezTo>
                    <a:pt x="2" y="7"/>
                    <a:pt x="2" y="5"/>
                    <a:pt x="3" y="4"/>
                  </a:cubicBezTo>
                  <a:cubicBezTo>
                    <a:pt x="5" y="3"/>
                    <a:pt x="7" y="3"/>
                    <a:pt x="8" y="0"/>
                  </a:cubicBezTo>
                  <a:cubicBezTo>
                    <a:pt x="7" y="5"/>
                    <a:pt x="2" y="5"/>
                    <a:pt x="1" y="8"/>
                  </a:cubicBezTo>
                </a:path>
              </a:pathLst>
            </a:custGeom>
            <a:solidFill>
              <a:srgbClr val="EFCA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953" name="Freeform 181">
              <a:extLst>
                <a:ext uri="{FF2B5EF4-FFF2-40B4-BE49-F238E27FC236}">
                  <a16:creationId xmlns:a16="http://schemas.microsoft.com/office/drawing/2014/main" id="{A685BF62-6445-441C-AC48-2FB77A01A3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8" y="910"/>
              <a:ext cx="20" cy="22"/>
            </a:xfrm>
            <a:custGeom>
              <a:avLst/>
              <a:gdLst>
                <a:gd name="T0" fmla="*/ 0 w 13"/>
                <a:gd name="T1" fmla="*/ 22 h 14"/>
                <a:gd name="T2" fmla="*/ 14 w 13"/>
                <a:gd name="T3" fmla="*/ 20 h 14"/>
                <a:gd name="T4" fmla="*/ 28 w 13"/>
                <a:gd name="T5" fmla="*/ 20 h 14"/>
                <a:gd name="T6" fmla="*/ 40 w 13"/>
                <a:gd name="T7" fmla="*/ 8 h 14"/>
                <a:gd name="T8" fmla="*/ 48 w 13"/>
                <a:gd name="T9" fmla="*/ 0 h 14"/>
                <a:gd name="T10" fmla="*/ 43 w 13"/>
                <a:gd name="T11" fmla="*/ 13 h 14"/>
                <a:gd name="T12" fmla="*/ 48 w 13"/>
                <a:gd name="T13" fmla="*/ 14 h 14"/>
                <a:gd name="T14" fmla="*/ 48 w 13"/>
                <a:gd name="T15" fmla="*/ 22 h 14"/>
                <a:gd name="T16" fmla="*/ 48 w 13"/>
                <a:gd name="T17" fmla="*/ 39 h 14"/>
                <a:gd name="T18" fmla="*/ 35 w 13"/>
                <a:gd name="T19" fmla="*/ 55 h 14"/>
                <a:gd name="T20" fmla="*/ 43 w 13"/>
                <a:gd name="T21" fmla="*/ 35 h 14"/>
                <a:gd name="T22" fmla="*/ 28 w 13"/>
                <a:gd name="T23" fmla="*/ 31 h 14"/>
                <a:gd name="T24" fmla="*/ 12 w 13"/>
                <a:gd name="T25" fmla="*/ 27 h 14"/>
                <a:gd name="T26" fmla="*/ 0 w 13"/>
                <a:gd name="T27" fmla="*/ 22 h 14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3" h="14">
                  <a:moveTo>
                    <a:pt x="0" y="6"/>
                  </a:moveTo>
                  <a:cubicBezTo>
                    <a:pt x="1" y="5"/>
                    <a:pt x="3" y="6"/>
                    <a:pt x="4" y="5"/>
                  </a:cubicBezTo>
                  <a:cubicBezTo>
                    <a:pt x="5" y="5"/>
                    <a:pt x="7" y="5"/>
                    <a:pt x="8" y="5"/>
                  </a:cubicBezTo>
                  <a:cubicBezTo>
                    <a:pt x="9" y="4"/>
                    <a:pt x="10" y="3"/>
                    <a:pt x="11" y="2"/>
                  </a:cubicBezTo>
                  <a:cubicBezTo>
                    <a:pt x="11" y="1"/>
                    <a:pt x="12" y="1"/>
                    <a:pt x="13" y="0"/>
                  </a:cubicBezTo>
                  <a:cubicBezTo>
                    <a:pt x="12" y="1"/>
                    <a:pt x="12" y="2"/>
                    <a:pt x="12" y="3"/>
                  </a:cubicBezTo>
                  <a:cubicBezTo>
                    <a:pt x="12" y="3"/>
                    <a:pt x="13" y="4"/>
                    <a:pt x="13" y="4"/>
                  </a:cubicBezTo>
                  <a:cubicBezTo>
                    <a:pt x="13" y="5"/>
                    <a:pt x="13" y="5"/>
                    <a:pt x="13" y="6"/>
                  </a:cubicBezTo>
                  <a:cubicBezTo>
                    <a:pt x="13" y="8"/>
                    <a:pt x="13" y="9"/>
                    <a:pt x="13" y="10"/>
                  </a:cubicBezTo>
                  <a:cubicBezTo>
                    <a:pt x="12" y="12"/>
                    <a:pt x="11" y="13"/>
                    <a:pt x="10" y="14"/>
                  </a:cubicBezTo>
                  <a:cubicBezTo>
                    <a:pt x="11" y="13"/>
                    <a:pt x="13" y="10"/>
                    <a:pt x="12" y="9"/>
                  </a:cubicBezTo>
                  <a:cubicBezTo>
                    <a:pt x="11" y="8"/>
                    <a:pt x="9" y="8"/>
                    <a:pt x="8" y="8"/>
                  </a:cubicBezTo>
                  <a:cubicBezTo>
                    <a:pt x="6" y="8"/>
                    <a:pt x="5" y="8"/>
                    <a:pt x="3" y="7"/>
                  </a:cubicBezTo>
                  <a:cubicBezTo>
                    <a:pt x="2" y="7"/>
                    <a:pt x="1" y="6"/>
                    <a:pt x="0" y="6"/>
                  </a:cubicBezTo>
                </a:path>
              </a:pathLst>
            </a:custGeom>
            <a:solidFill>
              <a:srgbClr val="EFCA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954" name="Freeform 182">
              <a:extLst>
                <a:ext uri="{FF2B5EF4-FFF2-40B4-BE49-F238E27FC236}">
                  <a16:creationId xmlns:a16="http://schemas.microsoft.com/office/drawing/2014/main" id="{BBFA4049-3AE6-4E67-9912-2EC07D4BBA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3" y="947"/>
              <a:ext cx="36" cy="6"/>
            </a:xfrm>
            <a:custGeom>
              <a:avLst/>
              <a:gdLst>
                <a:gd name="T0" fmla="*/ 81 w 24"/>
                <a:gd name="T1" fmla="*/ 0 h 4"/>
                <a:gd name="T2" fmla="*/ 39 w 24"/>
                <a:gd name="T3" fmla="*/ 8 h 4"/>
                <a:gd name="T4" fmla="*/ 0 w 24"/>
                <a:gd name="T5" fmla="*/ 8 h 4"/>
                <a:gd name="T6" fmla="*/ 26 w 24"/>
                <a:gd name="T7" fmla="*/ 8 h 4"/>
                <a:gd name="T8" fmla="*/ 45 w 24"/>
                <a:gd name="T9" fmla="*/ 12 h 4"/>
                <a:gd name="T10" fmla="*/ 80 w 24"/>
                <a:gd name="T11" fmla="*/ 5 h 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4">
                  <a:moveTo>
                    <a:pt x="24" y="0"/>
                  </a:moveTo>
                  <a:cubicBezTo>
                    <a:pt x="21" y="4"/>
                    <a:pt x="15" y="4"/>
                    <a:pt x="11" y="2"/>
                  </a:cubicBezTo>
                  <a:cubicBezTo>
                    <a:pt x="7" y="1"/>
                    <a:pt x="4" y="1"/>
                    <a:pt x="0" y="2"/>
                  </a:cubicBezTo>
                  <a:cubicBezTo>
                    <a:pt x="2" y="2"/>
                    <a:pt x="4" y="2"/>
                    <a:pt x="7" y="2"/>
                  </a:cubicBezTo>
                  <a:cubicBezTo>
                    <a:pt x="9" y="3"/>
                    <a:pt x="11" y="3"/>
                    <a:pt x="13" y="3"/>
                  </a:cubicBezTo>
                  <a:cubicBezTo>
                    <a:pt x="15" y="3"/>
                    <a:pt x="23" y="4"/>
                    <a:pt x="23" y="1"/>
                  </a:cubicBezTo>
                </a:path>
              </a:pathLst>
            </a:custGeom>
            <a:solidFill>
              <a:srgbClr val="EFCA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955" name="Freeform 183">
              <a:extLst>
                <a:ext uri="{FF2B5EF4-FFF2-40B4-BE49-F238E27FC236}">
                  <a16:creationId xmlns:a16="http://schemas.microsoft.com/office/drawing/2014/main" id="{7556C20C-B7AD-4644-B473-94A379E0BC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9" y="952"/>
              <a:ext cx="20" cy="6"/>
            </a:xfrm>
            <a:custGeom>
              <a:avLst/>
              <a:gdLst>
                <a:gd name="T0" fmla="*/ 48 w 13"/>
                <a:gd name="T1" fmla="*/ 0 h 4"/>
                <a:gd name="T2" fmla="*/ 26 w 13"/>
                <a:gd name="T3" fmla="*/ 8 h 4"/>
                <a:gd name="T4" fmla="*/ 0 w 13"/>
                <a:gd name="T5" fmla="*/ 14 h 4"/>
                <a:gd name="T6" fmla="*/ 28 w 13"/>
                <a:gd name="T7" fmla="*/ 12 h 4"/>
                <a:gd name="T8" fmla="*/ 43 w 13"/>
                <a:gd name="T9" fmla="*/ 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4">
                  <a:moveTo>
                    <a:pt x="13" y="0"/>
                  </a:moveTo>
                  <a:cubicBezTo>
                    <a:pt x="11" y="0"/>
                    <a:pt x="9" y="1"/>
                    <a:pt x="7" y="2"/>
                  </a:cubicBezTo>
                  <a:cubicBezTo>
                    <a:pt x="5" y="3"/>
                    <a:pt x="3" y="4"/>
                    <a:pt x="0" y="4"/>
                  </a:cubicBezTo>
                  <a:cubicBezTo>
                    <a:pt x="3" y="4"/>
                    <a:pt x="5" y="4"/>
                    <a:pt x="8" y="3"/>
                  </a:cubicBezTo>
                  <a:cubicBezTo>
                    <a:pt x="10" y="2"/>
                    <a:pt x="10" y="1"/>
                    <a:pt x="12" y="0"/>
                  </a:cubicBezTo>
                </a:path>
              </a:pathLst>
            </a:custGeom>
            <a:solidFill>
              <a:srgbClr val="EFCA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956" name="Freeform 184">
              <a:extLst>
                <a:ext uri="{FF2B5EF4-FFF2-40B4-BE49-F238E27FC236}">
                  <a16:creationId xmlns:a16="http://schemas.microsoft.com/office/drawing/2014/main" id="{EE9B78B4-9DF2-44FC-952A-D275FEDB19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9" y="952"/>
              <a:ext cx="11" cy="4"/>
            </a:xfrm>
            <a:custGeom>
              <a:avLst/>
              <a:gdLst>
                <a:gd name="T0" fmla="*/ 27 w 7"/>
                <a:gd name="T1" fmla="*/ 0 h 3"/>
                <a:gd name="T2" fmla="*/ 27 w 7"/>
                <a:gd name="T3" fmla="*/ 0 h 3"/>
                <a:gd name="T4" fmla="*/ 14 w 7"/>
                <a:gd name="T5" fmla="*/ 1 h 3"/>
                <a:gd name="T6" fmla="*/ 0 w 7"/>
                <a:gd name="T7" fmla="*/ 7 h 3"/>
                <a:gd name="T8" fmla="*/ 13 w 7"/>
                <a:gd name="T9" fmla="*/ 1 h 3"/>
                <a:gd name="T10" fmla="*/ 22 w 7"/>
                <a:gd name="T11" fmla="*/ 0 h 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" h="3">
                  <a:moveTo>
                    <a:pt x="7" y="0"/>
                  </a:moveTo>
                  <a:cubicBezTo>
                    <a:pt x="7" y="0"/>
                    <a:pt x="7" y="0"/>
                    <a:pt x="7" y="0"/>
                  </a:cubicBezTo>
                  <a:cubicBezTo>
                    <a:pt x="6" y="1"/>
                    <a:pt x="5" y="1"/>
                    <a:pt x="4" y="1"/>
                  </a:cubicBezTo>
                  <a:cubicBezTo>
                    <a:pt x="3" y="2"/>
                    <a:pt x="1" y="2"/>
                    <a:pt x="0" y="3"/>
                  </a:cubicBezTo>
                  <a:cubicBezTo>
                    <a:pt x="1" y="2"/>
                    <a:pt x="2" y="1"/>
                    <a:pt x="3" y="1"/>
                  </a:cubicBezTo>
                  <a:cubicBezTo>
                    <a:pt x="4" y="1"/>
                    <a:pt x="6" y="1"/>
                    <a:pt x="6" y="0"/>
                  </a:cubicBezTo>
                </a:path>
              </a:pathLst>
            </a:custGeom>
            <a:solidFill>
              <a:srgbClr val="EFCA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957" name="Freeform 185">
              <a:extLst>
                <a:ext uri="{FF2B5EF4-FFF2-40B4-BE49-F238E27FC236}">
                  <a16:creationId xmlns:a16="http://schemas.microsoft.com/office/drawing/2014/main" id="{93CFB9F2-A2F2-4F4C-86AD-73C48275AD4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2" y="790"/>
              <a:ext cx="42" cy="175"/>
            </a:xfrm>
            <a:custGeom>
              <a:avLst/>
              <a:gdLst>
                <a:gd name="T0" fmla="*/ 95 w 28"/>
                <a:gd name="T1" fmla="*/ 0 h 115"/>
                <a:gd name="T2" fmla="*/ 39 w 28"/>
                <a:gd name="T3" fmla="*/ 81 h 115"/>
                <a:gd name="T4" fmla="*/ 68 w 28"/>
                <a:gd name="T5" fmla="*/ 46 h 115"/>
                <a:gd name="T6" fmla="*/ 14 w 28"/>
                <a:gd name="T7" fmla="*/ 123 h 115"/>
                <a:gd name="T8" fmla="*/ 41 w 28"/>
                <a:gd name="T9" fmla="*/ 94 h 115"/>
                <a:gd name="T10" fmla="*/ 5 w 28"/>
                <a:gd name="T11" fmla="*/ 155 h 115"/>
                <a:gd name="T12" fmla="*/ 27 w 28"/>
                <a:gd name="T13" fmla="*/ 137 h 115"/>
                <a:gd name="T14" fmla="*/ 0 w 28"/>
                <a:gd name="T15" fmla="*/ 177 h 115"/>
                <a:gd name="T16" fmla="*/ 27 w 28"/>
                <a:gd name="T17" fmla="*/ 157 h 115"/>
                <a:gd name="T18" fmla="*/ 8 w 28"/>
                <a:gd name="T19" fmla="*/ 230 h 115"/>
                <a:gd name="T20" fmla="*/ 18 w 28"/>
                <a:gd name="T21" fmla="*/ 204 h 115"/>
                <a:gd name="T22" fmla="*/ 21 w 28"/>
                <a:gd name="T23" fmla="*/ 262 h 115"/>
                <a:gd name="T24" fmla="*/ 27 w 28"/>
                <a:gd name="T25" fmla="*/ 230 h 115"/>
                <a:gd name="T26" fmla="*/ 39 w 28"/>
                <a:gd name="T27" fmla="*/ 263 h 115"/>
                <a:gd name="T28" fmla="*/ 39 w 28"/>
                <a:gd name="T29" fmla="*/ 312 h 115"/>
                <a:gd name="T30" fmla="*/ 45 w 28"/>
                <a:gd name="T31" fmla="*/ 278 h 115"/>
                <a:gd name="T32" fmla="*/ 53 w 28"/>
                <a:gd name="T33" fmla="*/ 350 h 115"/>
                <a:gd name="T34" fmla="*/ 54 w 28"/>
                <a:gd name="T35" fmla="*/ 320 h 115"/>
                <a:gd name="T36" fmla="*/ 72 w 28"/>
                <a:gd name="T37" fmla="*/ 405 h 115"/>
                <a:gd name="T38" fmla="*/ 68 w 28"/>
                <a:gd name="T39" fmla="*/ 312 h 115"/>
                <a:gd name="T40" fmla="*/ 75 w 28"/>
                <a:gd name="T41" fmla="*/ 336 h 115"/>
                <a:gd name="T42" fmla="*/ 59 w 28"/>
                <a:gd name="T43" fmla="*/ 201 h 115"/>
                <a:gd name="T44" fmla="*/ 72 w 28"/>
                <a:gd name="T45" fmla="*/ 239 h 115"/>
                <a:gd name="T46" fmla="*/ 68 w 28"/>
                <a:gd name="T47" fmla="*/ 134 h 115"/>
                <a:gd name="T48" fmla="*/ 75 w 28"/>
                <a:gd name="T49" fmla="*/ 173 h 115"/>
                <a:gd name="T50" fmla="*/ 75 w 28"/>
                <a:gd name="T51" fmla="*/ 81 h 115"/>
                <a:gd name="T52" fmla="*/ 81 w 28"/>
                <a:gd name="T53" fmla="*/ 110 h 115"/>
                <a:gd name="T54" fmla="*/ 86 w 28"/>
                <a:gd name="T55" fmla="*/ 53 h 115"/>
                <a:gd name="T56" fmla="*/ 93 w 28"/>
                <a:gd name="T57" fmla="*/ 8 h 115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28" h="115">
                  <a:moveTo>
                    <a:pt x="28" y="0"/>
                  </a:moveTo>
                  <a:cubicBezTo>
                    <a:pt x="22" y="7"/>
                    <a:pt x="16" y="15"/>
                    <a:pt x="11" y="23"/>
                  </a:cubicBezTo>
                  <a:cubicBezTo>
                    <a:pt x="14" y="20"/>
                    <a:pt x="16" y="16"/>
                    <a:pt x="20" y="13"/>
                  </a:cubicBezTo>
                  <a:cubicBezTo>
                    <a:pt x="14" y="19"/>
                    <a:pt x="9" y="28"/>
                    <a:pt x="4" y="35"/>
                  </a:cubicBezTo>
                  <a:cubicBezTo>
                    <a:pt x="6" y="32"/>
                    <a:pt x="10" y="30"/>
                    <a:pt x="12" y="27"/>
                  </a:cubicBezTo>
                  <a:cubicBezTo>
                    <a:pt x="10" y="33"/>
                    <a:pt x="5" y="40"/>
                    <a:pt x="1" y="44"/>
                  </a:cubicBezTo>
                  <a:cubicBezTo>
                    <a:pt x="4" y="42"/>
                    <a:pt x="6" y="40"/>
                    <a:pt x="8" y="39"/>
                  </a:cubicBezTo>
                  <a:cubicBezTo>
                    <a:pt x="5" y="42"/>
                    <a:pt x="3" y="47"/>
                    <a:pt x="0" y="50"/>
                  </a:cubicBezTo>
                  <a:cubicBezTo>
                    <a:pt x="3" y="49"/>
                    <a:pt x="5" y="47"/>
                    <a:pt x="8" y="45"/>
                  </a:cubicBezTo>
                  <a:cubicBezTo>
                    <a:pt x="6" y="51"/>
                    <a:pt x="1" y="58"/>
                    <a:pt x="2" y="65"/>
                  </a:cubicBezTo>
                  <a:cubicBezTo>
                    <a:pt x="2" y="63"/>
                    <a:pt x="3" y="60"/>
                    <a:pt x="5" y="58"/>
                  </a:cubicBezTo>
                  <a:cubicBezTo>
                    <a:pt x="5" y="63"/>
                    <a:pt x="5" y="69"/>
                    <a:pt x="6" y="74"/>
                  </a:cubicBezTo>
                  <a:cubicBezTo>
                    <a:pt x="6" y="71"/>
                    <a:pt x="7" y="68"/>
                    <a:pt x="8" y="65"/>
                  </a:cubicBezTo>
                  <a:cubicBezTo>
                    <a:pt x="9" y="68"/>
                    <a:pt x="10" y="71"/>
                    <a:pt x="11" y="75"/>
                  </a:cubicBezTo>
                  <a:cubicBezTo>
                    <a:pt x="11" y="79"/>
                    <a:pt x="11" y="84"/>
                    <a:pt x="11" y="89"/>
                  </a:cubicBezTo>
                  <a:cubicBezTo>
                    <a:pt x="11" y="85"/>
                    <a:pt x="13" y="82"/>
                    <a:pt x="13" y="79"/>
                  </a:cubicBezTo>
                  <a:cubicBezTo>
                    <a:pt x="15" y="84"/>
                    <a:pt x="15" y="93"/>
                    <a:pt x="15" y="99"/>
                  </a:cubicBezTo>
                  <a:cubicBezTo>
                    <a:pt x="16" y="96"/>
                    <a:pt x="16" y="94"/>
                    <a:pt x="16" y="91"/>
                  </a:cubicBezTo>
                  <a:cubicBezTo>
                    <a:pt x="18" y="99"/>
                    <a:pt x="17" y="107"/>
                    <a:pt x="21" y="115"/>
                  </a:cubicBezTo>
                  <a:cubicBezTo>
                    <a:pt x="18" y="109"/>
                    <a:pt x="17" y="96"/>
                    <a:pt x="20" y="89"/>
                  </a:cubicBezTo>
                  <a:cubicBezTo>
                    <a:pt x="20" y="91"/>
                    <a:pt x="21" y="93"/>
                    <a:pt x="22" y="95"/>
                  </a:cubicBezTo>
                  <a:cubicBezTo>
                    <a:pt x="19" y="83"/>
                    <a:pt x="20" y="69"/>
                    <a:pt x="17" y="57"/>
                  </a:cubicBezTo>
                  <a:cubicBezTo>
                    <a:pt x="20" y="60"/>
                    <a:pt x="20" y="65"/>
                    <a:pt x="21" y="68"/>
                  </a:cubicBezTo>
                  <a:cubicBezTo>
                    <a:pt x="22" y="58"/>
                    <a:pt x="17" y="48"/>
                    <a:pt x="20" y="38"/>
                  </a:cubicBezTo>
                  <a:cubicBezTo>
                    <a:pt x="20" y="42"/>
                    <a:pt x="21" y="45"/>
                    <a:pt x="22" y="49"/>
                  </a:cubicBezTo>
                  <a:cubicBezTo>
                    <a:pt x="21" y="42"/>
                    <a:pt x="20" y="30"/>
                    <a:pt x="22" y="23"/>
                  </a:cubicBezTo>
                  <a:cubicBezTo>
                    <a:pt x="23" y="26"/>
                    <a:pt x="23" y="29"/>
                    <a:pt x="24" y="31"/>
                  </a:cubicBezTo>
                  <a:cubicBezTo>
                    <a:pt x="24" y="26"/>
                    <a:pt x="24" y="20"/>
                    <a:pt x="25" y="15"/>
                  </a:cubicBezTo>
                  <a:cubicBezTo>
                    <a:pt x="25" y="11"/>
                    <a:pt x="27" y="7"/>
                    <a:pt x="27" y="2"/>
                  </a:cubicBezTo>
                </a:path>
              </a:pathLst>
            </a:custGeom>
            <a:solidFill>
              <a:srgbClr val="E2E2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958" name="Freeform 186">
              <a:extLst>
                <a:ext uri="{FF2B5EF4-FFF2-40B4-BE49-F238E27FC236}">
                  <a16:creationId xmlns:a16="http://schemas.microsoft.com/office/drawing/2014/main" id="{3431CC93-8528-4A87-938E-6E591E3F3D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2" y="790"/>
              <a:ext cx="42" cy="175"/>
            </a:xfrm>
            <a:custGeom>
              <a:avLst/>
              <a:gdLst>
                <a:gd name="T0" fmla="*/ 95 w 28"/>
                <a:gd name="T1" fmla="*/ 0 h 115"/>
                <a:gd name="T2" fmla="*/ 39 w 28"/>
                <a:gd name="T3" fmla="*/ 81 h 115"/>
                <a:gd name="T4" fmla="*/ 68 w 28"/>
                <a:gd name="T5" fmla="*/ 46 h 115"/>
                <a:gd name="T6" fmla="*/ 14 w 28"/>
                <a:gd name="T7" fmla="*/ 123 h 115"/>
                <a:gd name="T8" fmla="*/ 41 w 28"/>
                <a:gd name="T9" fmla="*/ 94 h 115"/>
                <a:gd name="T10" fmla="*/ 5 w 28"/>
                <a:gd name="T11" fmla="*/ 155 h 115"/>
                <a:gd name="T12" fmla="*/ 27 w 28"/>
                <a:gd name="T13" fmla="*/ 137 h 115"/>
                <a:gd name="T14" fmla="*/ 0 w 28"/>
                <a:gd name="T15" fmla="*/ 177 h 115"/>
                <a:gd name="T16" fmla="*/ 27 w 28"/>
                <a:gd name="T17" fmla="*/ 157 h 115"/>
                <a:gd name="T18" fmla="*/ 8 w 28"/>
                <a:gd name="T19" fmla="*/ 230 h 115"/>
                <a:gd name="T20" fmla="*/ 18 w 28"/>
                <a:gd name="T21" fmla="*/ 204 h 115"/>
                <a:gd name="T22" fmla="*/ 21 w 28"/>
                <a:gd name="T23" fmla="*/ 262 h 115"/>
                <a:gd name="T24" fmla="*/ 27 w 28"/>
                <a:gd name="T25" fmla="*/ 230 h 115"/>
                <a:gd name="T26" fmla="*/ 39 w 28"/>
                <a:gd name="T27" fmla="*/ 263 h 115"/>
                <a:gd name="T28" fmla="*/ 39 w 28"/>
                <a:gd name="T29" fmla="*/ 312 h 115"/>
                <a:gd name="T30" fmla="*/ 45 w 28"/>
                <a:gd name="T31" fmla="*/ 278 h 115"/>
                <a:gd name="T32" fmla="*/ 53 w 28"/>
                <a:gd name="T33" fmla="*/ 350 h 115"/>
                <a:gd name="T34" fmla="*/ 54 w 28"/>
                <a:gd name="T35" fmla="*/ 320 h 115"/>
                <a:gd name="T36" fmla="*/ 72 w 28"/>
                <a:gd name="T37" fmla="*/ 405 h 115"/>
                <a:gd name="T38" fmla="*/ 68 w 28"/>
                <a:gd name="T39" fmla="*/ 312 h 115"/>
                <a:gd name="T40" fmla="*/ 75 w 28"/>
                <a:gd name="T41" fmla="*/ 336 h 115"/>
                <a:gd name="T42" fmla="*/ 59 w 28"/>
                <a:gd name="T43" fmla="*/ 201 h 115"/>
                <a:gd name="T44" fmla="*/ 72 w 28"/>
                <a:gd name="T45" fmla="*/ 239 h 115"/>
                <a:gd name="T46" fmla="*/ 68 w 28"/>
                <a:gd name="T47" fmla="*/ 134 h 115"/>
                <a:gd name="T48" fmla="*/ 75 w 28"/>
                <a:gd name="T49" fmla="*/ 173 h 115"/>
                <a:gd name="T50" fmla="*/ 75 w 28"/>
                <a:gd name="T51" fmla="*/ 81 h 115"/>
                <a:gd name="T52" fmla="*/ 81 w 28"/>
                <a:gd name="T53" fmla="*/ 110 h 115"/>
                <a:gd name="T54" fmla="*/ 86 w 28"/>
                <a:gd name="T55" fmla="*/ 53 h 115"/>
                <a:gd name="T56" fmla="*/ 93 w 28"/>
                <a:gd name="T57" fmla="*/ 8 h 115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28" h="115">
                  <a:moveTo>
                    <a:pt x="28" y="0"/>
                  </a:moveTo>
                  <a:cubicBezTo>
                    <a:pt x="22" y="7"/>
                    <a:pt x="16" y="15"/>
                    <a:pt x="11" y="23"/>
                  </a:cubicBezTo>
                  <a:cubicBezTo>
                    <a:pt x="14" y="20"/>
                    <a:pt x="16" y="16"/>
                    <a:pt x="20" y="13"/>
                  </a:cubicBezTo>
                  <a:cubicBezTo>
                    <a:pt x="14" y="19"/>
                    <a:pt x="9" y="28"/>
                    <a:pt x="4" y="35"/>
                  </a:cubicBezTo>
                  <a:cubicBezTo>
                    <a:pt x="6" y="32"/>
                    <a:pt x="10" y="30"/>
                    <a:pt x="12" y="27"/>
                  </a:cubicBezTo>
                  <a:cubicBezTo>
                    <a:pt x="10" y="33"/>
                    <a:pt x="5" y="40"/>
                    <a:pt x="1" y="44"/>
                  </a:cubicBezTo>
                  <a:cubicBezTo>
                    <a:pt x="4" y="42"/>
                    <a:pt x="6" y="40"/>
                    <a:pt x="8" y="39"/>
                  </a:cubicBezTo>
                  <a:cubicBezTo>
                    <a:pt x="5" y="42"/>
                    <a:pt x="3" y="47"/>
                    <a:pt x="0" y="50"/>
                  </a:cubicBezTo>
                  <a:cubicBezTo>
                    <a:pt x="3" y="49"/>
                    <a:pt x="5" y="47"/>
                    <a:pt x="8" y="45"/>
                  </a:cubicBezTo>
                  <a:cubicBezTo>
                    <a:pt x="6" y="51"/>
                    <a:pt x="1" y="58"/>
                    <a:pt x="2" y="65"/>
                  </a:cubicBezTo>
                  <a:cubicBezTo>
                    <a:pt x="2" y="63"/>
                    <a:pt x="3" y="60"/>
                    <a:pt x="5" y="58"/>
                  </a:cubicBezTo>
                  <a:cubicBezTo>
                    <a:pt x="5" y="63"/>
                    <a:pt x="5" y="69"/>
                    <a:pt x="6" y="74"/>
                  </a:cubicBezTo>
                  <a:cubicBezTo>
                    <a:pt x="6" y="71"/>
                    <a:pt x="7" y="68"/>
                    <a:pt x="8" y="65"/>
                  </a:cubicBezTo>
                  <a:cubicBezTo>
                    <a:pt x="9" y="68"/>
                    <a:pt x="10" y="71"/>
                    <a:pt x="11" y="75"/>
                  </a:cubicBezTo>
                  <a:cubicBezTo>
                    <a:pt x="11" y="79"/>
                    <a:pt x="11" y="84"/>
                    <a:pt x="11" y="89"/>
                  </a:cubicBezTo>
                  <a:cubicBezTo>
                    <a:pt x="11" y="85"/>
                    <a:pt x="13" y="82"/>
                    <a:pt x="13" y="79"/>
                  </a:cubicBezTo>
                  <a:cubicBezTo>
                    <a:pt x="15" y="84"/>
                    <a:pt x="15" y="93"/>
                    <a:pt x="15" y="99"/>
                  </a:cubicBezTo>
                  <a:cubicBezTo>
                    <a:pt x="16" y="96"/>
                    <a:pt x="16" y="94"/>
                    <a:pt x="16" y="91"/>
                  </a:cubicBezTo>
                  <a:cubicBezTo>
                    <a:pt x="18" y="99"/>
                    <a:pt x="17" y="107"/>
                    <a:pt x="21" y="115"/>
                  </a:cubicBezTo>
                  <a:cubicBezTo>
                    <a:pt x="18" y="109"/>
                    <a:pt x="17" y="96"/>
                    <a:pt x="20" y="89"/>
                  </a:cubicBezTo>
                  <a:cubicBezTo>
                    <a:pt x="20" y="91"/>
                    <a:pt x="21" y="93"/>
                    <a:pt x="22" y="95"/>
                  </a:cubicBezTo>
                  <a:cubicBezTo>
                    <a:pt x="19" y="83"/>
                    <a:pt x="20" y="69"/>
                    <a:pt x="17" y="57"/>
                  </a:cubicBezTo>
                  <a:cubicBezTo>
                    <a:pt x="20" y="60"/>
                    <a:pt x="20" y="65"/>
                    <a:pt x="21" y="68"/>
                  </a:cubicBezTo>
                  <a:cubicBezTo>
                    <a:pt x="22" y="58"/>
                    <a:pt x="17" y="48"/>
                    <a:pt x="20" y="38"/>
                  </a:cubicBezTo>
                  <a:cubicBezTo>
                    <a:pt x="20" y="42"/>
                    <a:pt x="21" y="45"/>
                    <a:pt x="22" y="49"/>
                  </a:cubicBezTo>
                  <a:cubicBezTo>
                    <a:pt x="21" y="42"/>
                    <a:pt x="20" y="30"/>
                    <a:pt x="22" y="23"/>
                  </a:cubicBezTo>
                  <a:cubicBezTo>
                    <a:pt x="23" y="26"/>
                    <a:pt x="23" y="29"/>
                    <a:pt x="24" y="31"/>
                  </a:cubicBezTo>
                  <a:cubicBezTo>
                    <a:pt x="24" y="26"/>
                    <a:pt x="24" y="20"/>
                    <a:pt x="25" y="15"/>
                  </a:cubicBezTo>
                  <a:cubicBezTo>
                    <a:pt x="25" y="11"/>
                    <a:pt x="27" y="7"/>
                    <a:pt x="27" y="2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959" name="Freeform 187">
              <a:extLst>
                <a:ext uri="{FF2B5EF4-FFF2-40B4-BE49-F238E27FC236}">
                  <a16:creationId xmlns:a16="http://schemas.microsoft.com/office/drawing/2014/main" id="{DAB81ED3-8201-49D5-A906-0CE0C255EB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2" y="831"/>
              <a:ext cx="19" cy="84"/>
            </a:xfrm>
            <a:custGeom>
              <a:avLst/>
              <a:gdLst>
                <a:gd name="T0" fmla="*/ 35 w 12"/>
                <a:gd name="T1" fmla="*/ 0 h 55"/>
                <a:gd name="T2" fmla="*/ 21 w 12"/>
                <a:gd name="T3" fmla="*/ 27 h 55"/>
                <a:gd name="T4" fmla="*/ 0 w 12"/>
                <a:gd name="T5" fmla="*/ 67 h 55"/>
                <a:gd name="T6" fmla="*/ 25 w 12"/>
                <a:gd name="T7" fmla="*/ 41 h 55"/>
                <a:gd name="T8" fmla="*/ 8 w 12"/>
                <a:gd name="T9" fmla="*/ 87 h 55"/>
                <a:gd name="T10" fmla="*/ 25 w 12"/>
                <a:gd name="T11" fmla="*/ 72 h 55"/>
                <a:gd name="T12" fmla="*/ 8 w 12"/>
                <a:gd name="T13" fmla="*/ 116 h 55"/>
                <a:gd name="T14" fmla="*/ 16 w 12"/>
                <a:gd name="T15" fmla="*/ 102 h 55"/>
                <a:gd name="T16" fmla="*/ 21 w 12"/>
                <a:gd name="T17" fmla="*/ 136 h 55"/>
                <a:gd name="T18" fmla="*/ 25 w 12"/>
                <a:gd name="T19" fmla="*/ 116 h 55"/>
                <a:gd name="T20" fmla="*/ 48 w 12"/>
                <a:gd name="T21" fmla="*/ 195 h 55"/>
                <a:gd name="T22" fmla="*/ 40 w 12"/>
                <a:gd name="T23" fmla="*/ 72 h 55"/>
                <a:gd name="T24" fmla="*/ 43 w 12"/>
                <a:gd name="T25" fmla="*/ 81 h 55"/>
                <a:gd name="T26" fmla="*/ 35 w 12"/>
                <a:gd name="T27" fmla="*/ 8 h 55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2" h="55">
                  <a:moveTo>
                    <a:pt x="9" y="0"/>
                  </a:moveTo>
                  <a:cubicBezTo>
                    <a:pt x="8" y="3"/>
                    <a:pt x="6" y="6"/>
                    <a:pt x="5" y="8"/>
                  </a:cubicBezTo>
                  <a:cubicBezTo>
                    <a:pt x="3" y="12"/>
                    <a:pt x="3" y="16"/>
                    <a:pt x="0" y="19"/>
                  </a:cubicBezTo>
                  <a:cubicBezTo>
                    <a:pt x="3" y="17"/>
                    <a:pt x="3" y="13"/>
                    <a:pt x="6" y="12"/>
                  </a:cubicBezTo>
                  <a:cubicBezTo>
                    <a:pt x="6" y="16"/>
                    <a:pt x="3" y="20"/>
                    <a:pt x="2" y="24"/>
                  </a:cubicBezTo>
                  <a:cubicBezTo>
                    <a:pt x="3" y="23"/>
                    <a:pt x="4" y="21"/>
                    <a:pt x="6" y="20"/>
                  </a:cubicBezTo>
                  <a:cubicBezTo>
                    <a:pt x="4" y="24"/>
                    <a:pt x="2" y="29"/>
                    <a:pt x="2" y="33"/>
                  </a:cubicBezTo>
                  <a:cubicBezTo>
                    <a:pt x="2" y="32"/>
                    <a:pt x="3" y="30"/>
                    <a:pt x="4" y="29"/>
                  </a:cubicBezTo>
                  <a:cubicBezTo>
                    <a:pt x="4" y="32"/>
                    <a:pt x="4" y="35"/>
                    <a:pt x="5" y="38"/>
                  </a:cubicBezTo>
                  <a:cubicBezTo>
                    <a:pt x="5" y="36"/>
                    <a:pt x="5" y="35"/>
                    <a:pt x="6" y="33"/>
                  </a:cubicBezTo>
                  <a:cubicBezTo>
                    <a:pt x="7" y="40"/>
                    <a:pt x="8" y="48"/>
                    <a:pt x="12" y="55"/>
                  </a:cubicBezTo>
                  <a:cubicBezTo>
                    <a:pt x="8" y="45"/>
                    <a:pt x="9" y="31"/>
                    <a:pt x="10" y="20"/>
                  </a:cubicBezTo>
                  <a:cubicBezTo>
                    <a:pt x="10" y="21"/>
                    <a:pt x="11" y="22"/>
                    <a:pt x="11" y="23"/>
                  </a:cubicBezTo>
                  <a:cubicBezTo>
                    <a:pt x="7" y="18"/>
                    <a:pt x="8" y="8"/>
                    <a:pt x="9" y="2"/>
                  </a:cubicBezTo>
                </a:path>
              </a:pathLst>
            </a:custGeom>
            <a:solidFill>
              <a:srgbClr val="EDEF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960" name="Freeform 188">
              <a:extLst>
                <a:ext uri="{FF2B5EF4-FFF2-40B4-BE49-F238E27FC236}">
                  <a16:creationId xmlns:a16="http://schemas.microsoft.com/office/drawing/2014/main" id="{C0F5BB4A-A915-46AF-83F2-82CE842743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9" y="796"/>
              <a:ext cx="47" cy="159"/>
            </a:xfrm>
            <a:custGeom>
              <a:avLst/>
              <a:gdLst>
                <a:gd name="T0" fmla="*/ 0 w 31"/>
                <a:gd name="T1" fmla="*/ 0 h 104"/>
                <a:gd name="T2" fmla="*/ 76 w 31"/>
                <a:gd name="T3" fmla="*/ 102 h 104"/>
                <a:gd name="T4" fmla="*/ 55 w 31"/>
                <a:gd name="T5" fmla="*/ 80 h 104"/>
                <a:gd name="T6" fmla="*/ 97 w 31"/>
                <a:gd name="T7" fmla="*/ 156 h 104"/>
                <a:gd name="T8" fmla="*/ 68 w 31"/>
                <a:gd name="T9" fmla="*/ 136 h 104"/>
                <a:gd name="T10" fmla="*/ 89 w 31"/>
                <a:gd name="T11" fmla="*/ 177 h 104"/>
                <a:gd name="T12" fmla="*/ 108 w 31"/>
                <a:gd name="T13" fmla="*/ 229 h 104"/>
                <a:gd name="T14" fmla="*/ 80 w 31"/>
                <a:gd name="T15" fmla="*/ 196 h 104"/>
                <a:gd name="T16" fmla="*/ 80 w 31"/>
                <a:gd name="T17" fmla="*/ 283 h 104"/>
                <a:gd name="T18" fmla="*/ 74 w 31"/>
                <a:gd name="T19" fmla="*/ 264 h 104"/>
                <a:gd name="T20" fmla="*/ 67 w 31"/>
                <a:gd name="T21" fmla="*/ 315 h 104"/>
                <a:gd name="T22" fmla="*/ 59 w 31"/>
                <a:gd name="T23" fmla="*/ 261 h 104"/>
                <a:gd name="T24" fmla="*/ 49 w 31"/>
                <a:gd name="T25" fmla="*/ 372 h 104"/>
                <a:gd name="T26" fmla="*/ 45 w 31"/>
                <a:gd name="T27" fmla="*/ 336 h 104"/>
                <a:gd name="T28" fmla="*/ 35 w 31"/>
                <a:gd name="T29" fmla="*/ 367 h 104"/>
                <a:gd name="T30" fmla="*/ 32 w 31"/>
                <a:gd name="T31" fmla="*/ 346 h 104"/>
                <a:gd name="T32" fmla="*/ 26 w 31"/>
                <a:gd name="T33" fmla="*/ 367 h 104"/>
                <a:gd name="T34" fmla="*/ 39 w 31"/>
                <a:gd name="T35" fmla="*/ 300 h 104"/>
                <a:gd name="T36" fmla="*/ 45 w 31"/>
                <a:gd name="T37" fmla="*/ 235 h 104"/>
                <a:gd name="T38" fmla="*/ 26 w 31"/>
                <a:gd name="T39" fmla="*/ 275 h 104"/>
                <a:gd name="T40" fmla="*/ 39 w 31"/>
                <a:gd name="T41" fmla="*/ 176 h 104"/>
                <a:gd name="T42" fmla="*/ 32 w 31"/>
                <a:gd name="T43" fmla="*/ 200 h 104"/>
                <a:gd name="T44" fmla="*/ 32 w 31"/>
                <a:gd name="T45" fmla="*/ 101 h 104"/>
                <a:gd name="T46" fmla="*/ 21 w 31"/>
                <a:gd name="T47" fmla="*/ 150 h 104"/>
                <a:gd name="T48" fmla="*/ 21 w 31"/>
                <a:gd name="T49" fmla="*/ 67 h 104"/>
                <a:gd name="T50" fmla="*/ 12 w 31"/>
                <a:gd name="T51" fmla="*/ 28 h 104"/>
                <a:gd name="T52" fmla="*/ 5 w 31"/>
                <a:gd name="T53" fmla="*/ 8 h 104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31" h="104">
                  <a:moveTo>
                    <a:pt x="0" y="0"/>
                  </a:moveTo>
                  <a:cubicBezTo>
                    <a:pt x="8" y="9"/>
                    <a:pt x="20" y="16"/>
                    <a:pt x="22" y="29"/>
                  </a:cubicBezTo>
                  <a:cubicBezTo>
                    <a:pt x="20" y="27"/>
                    <a:pt x="18" y="24"/>
                    <a:pt x="16" y="22"/>
                  </a:cubicBezTo>
                  <a:cubicBezTo>
                    <a:pt x="20" y="30"/>
                    <a:pt x="23" y="37"/>
                    <a:pt x="28" y="44"/>
                  </a:cubicBezTo>
                  <a:cubicBezTo>
                    <a:pt x="26" y="42"/>
                    <a:pt x="22" y="40"/>
                    <a:pt x="20" y="38"/>
                  </a:cubicBezTo>
                  <a:cubicBezTo>
                    <a:pt x="23" y="42"/>
                    <a:pt x="25" y="45"/>
                    <a:pt x="26" y="50"/>
                  </a:cubicBezTo>
                  <a:cubicBezTo>
                    <a:pt x="27" y="55"/>
                    <a:pt x="30" y="60"/>
                    <a:pt x="31" y="64"/>
                  </a:cubicBezTo>
                  <a:cubicBezTo>
                    <a:pt x="29" y="61"/>
                    <a:pt x="25" y="59"/>
                    <a:pt x="23" y="55"/>
                  </a:cubicBezTo>
                  <a:cubicBezTo>
                    <a:pt x="22" y="63"/>
                    <a:pt x="24" y="71"/>
                    <a:pt x="23" y="79"/>
                  </a:cubicBezTo>
                  <a:cubicBezTo>
                    <a:pt x="22" y="78"/>
                    <a:pt x="22" y="76"/>
                    <a:pt x="21" y="74"/>
                  </a:cubicBezTo>
                  <a:cubicBezTo>
                    <a:pt x="19" y="78"/>
                    <a:pt x="20" y="83"/>
                    <a:pt x="19" y="88"/>
                  </a:cubicBezTo>
                  <a:cubicBezTo>
                    <a:pt x="17" y="83"/>
                    <a:pt x="19" y="77"/>
                    <a:pt x="17" y="73"/>
                  </a:cubicBezTo>
                  <a:cubicBezTo>
                    <a:pt x="17" y="83"/>
                    <a:pt x="14" y="93"/>
                    <a:pt x="14" y="104"/>
                  </a:cubicBezTo>
                  <a:cubicBezTo>
                    <a:pt x="13" y="100"/>
                    <a:pt x="14" y="97"/>
                    <a:pt x="13" y="94"/>
                  </a:cubicBezTo>
                  <a:cubicBezTo>
                    <a:pt x="12" y="96"/>
                    <a:pt x="11" y="100"/>
                    <a:pt x="10" y="103"/>
                  </a:cubicBezTo>
                  <a:cubicBezTo>
                    <a:pt x="9" y="101"/>
                    <a:pt x="9" y="99"/>
                    <a:pt x="9" y="97"/>
                  </a:cubicBezTo>
                  <a:cubicBezTo>
                    <a:pt x="9" y="99"/>
                    <a:pt x="8" y="101"/>
                    <a:pt x="7" y="103"/>
                  </a:cubicBezTo>
                  <a:cubicBezTo>
                    <a:pt x="7" y="96"/>
                    <a:pt x="10" y="90"/>
                    <a:pt x="11" y="84"/>
                  </a:cubicBezTo>
                  <a:cubicBezTo>
                    <a:pt x="12" y="78"/>
                    <a:pt x="12" y="72"/>
                    <a:pt x="13" y="66"/>
                  </a:cubicBezTo>
                  <a:cubicBezTo>
                    <a:pt x="12" y="70"/>
                    <a:pt x="10" y="74"/>
                    <a:pt x="7" y="77"/>
                  </a:cubicBezTo>
                  <a:cubicBezTo>
                    <a:pt x="11" y="69"/>
                    <a:pt x="11" y="58"/>
                    <a:pt x="11" y="49"/>
                  </a:cubicBezTo>
                  <a:cubicBezTo>
                    <a:pt x="10" y="51"/>
                    <a:pt x="10" y="54"/>
                    <a:pt x="9" y="56"/>
                  </a:cubicBezTo>
                  <a:cubicBezTo>
                    <a:pt x="8" y="47"/>
                    <a:pt x="11" y="37"/>
                    <a:pt x="9" y="28"/>
                  </a:cubicBezTo>
                  <a:cubicBezTo>
                    <a:pt x="8" y="33"/>
                    <a:pt x="8" y="38"/>
                    <a:pt x="6" y="42"/>
                  </a:cubicBezTo>
                  <a:cubicBezTo>
                    <a:pt x="5" y="34"/>
                    <a:pt x="8" y="26"/>
                    <a:pt x="6" y="19"/>
                  </a:cubicBezTo>
                  <a:cubicBezTo>
                    <a:pt x="5" y="15"/>
                    <a:pt x="4" y="12"/>
                    <a:pt x="3" y="8"/>
                  </a:cubicBezTo>
                  <a:cubicBezTo>
                    <a:pt x="3" y="6"/>
                    <a:pt x="1" y="4"/>
                    <a:pt x="1" y="2"/>
                  </a:cubicBezTo>
                </a:path>
              </a:pathLst>
            </a:custGeom>
            <a:solidFill>
              <a:srgbClr val="EDEF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961" name="Freeform 189">
              <a:extLst>
                <a:ext uri="{FF2B5EF4-FFF2-40B4-BE49-F238E27FC236}">
                  <a16:creationId xmlns:a16="http://schemas.microsoft.com/office/drawing/2014/main" id="{55FB7726-1377-4E0D-9C72-15D354B6230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9" y="796"/>
              <a:ext cx="47" cy="159"/>
            </a:xfrm>
            <a:custGeom>
              <a:avLst/>
              <a:gdLst>
                <a:gd name="T0" fmla="*/ 0 w 31"/>
                <a:gd name="T1" fmla="*/ 0 h 104"/>
                <a:gd name="T2" fmla="*/ 76 w 31"/>
                <a:gd name="T3" fmla="*/ 102 h 104"/>
                <a:gd name="T4" fmla="*/ 55 w 31"/>
                <a:gd name="T5" fmla="*/ 80 h 104"/>
                <a:gd name="T6" fmla="*/ 97 w 31"/>
                <a:gd name="T7" fmla="*/ 156 h 104"/>
                <a:gd name="T8" fmla="*/ 68 w 31"/>
                <a:gd name="T9" fmla="*/ 136 h 104"/>
                <a:gd name="T10" fmla="*/ 89 w 31"/>
                <a:gd name="T11" fmla="*/ 177 h 104"/>
                <a:gd name="T12" fmla="*/ 108 w 31"/>
                <a:gd name="T13" fmla="*/ 229 h 104"/>
                <a:gd name="T14" fmla="*/ 80 w 31"/>
                <a:gd name="T15" fmla="*/ 196 h 104"/>
                <a:gd name="T16" fmla="*/ 80 w 31"/>
                <a:gd name="T17" fmla="*/ 283 h 104"/>
                <a:gd name="T18" fmla="*/ 74 w 31"/>
                <a:gd name="T19" fmla="*/ 264 h 104"/>
                <a:gd name="T20" fmla="*/ 67 w 31"/>
                <a:gd name="T21" fmla="*/ 315 h 104"/>
                <a:gd name="T22" fmla="*/ 59 w 31"/>
                <a:gd name="T23" fmla="*/ 261 h 104"/>
                <a:gd name="T24" fmla="*/ 49 w 31"/>
                <a:gd name="T25" fmla="*/ 372 h 104"/>
                <a:gd name="T26" fmla="*/ 45 w 31"/>
                <a:gd name="T27" fmla="*/ 336 h 104"/>
                <a:gd name="T28" fmla="*/ 35 w 31"/>
                <a:gd name="T29" fmla="*/ 367 h 104"/>
                <a:gd name="T30" fmla="*/ 32 w 31"/>
                <a:gd name="T31" fmla="*/ 346 h 104"/>
                <a:gd name="T32" fmla="*/ 26 w 31"/>
                <a:gd name="T33" fmla="*/ 367 h 104"/>
                <a:gd name="T34" fmla="*/ 39 w 31"/>
                <a:gd name="T35" fmla="*/ 300 h 104"/>
                <a:gd name="T36" fmla="*/ 45 w 31"/>
                <a:gd name="T37" fmla="*/ 235 h 104"/>
                <a:gd name="T38" fmla="*/ 26 w 31"/>
                <a:gd name="T39" fmla="*/ 275 h 104"/>
                <a:gd name="T40" fmla="*/ 39 w 31"/>
                <a:gd name="T41" fmla="*/ 176 h 104"/>
                <a:gd name="T42" fmla="*/ 32 w 31"/>
                <a:gd name="T43" fmla="*/ 200 h 104"/>
                <a:gd name="T44" fmla="*/ 32 w 31"/>
                <a:gd name="T45" fmla="*/ 101 h 104"/>
                <a:gd name="T46" fmla="*/ 21 w 31"/>
                <a:gd name="T47" fmla="*/ 150 h 104"/>
                <a:gd name="T48" fmla="*/ 21 w 31"/>
                <a:gd name="T49" fmla="*/ 67 h 104"/>
                <a:gd name="T50" fmla="*/ 12 w 31"/>
                <a:gd name="T51" fmla="*/ 28 h 104"/>
                <a:gd name="T52" fmla="*/ 5 w 31"/>
                <a:gd name="T53" fmla="*/ 8 h 104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31" h="104">
                  <a:moveTo>
                    <a:pt x="0" y="0"/>
                  </a:moveTo>
                  <a:cubicBezTo>
                    <a:pt x="8" y="9"/>
                    <a:pt x="20" y="16"/>
                    <a:pt x="22" y="29"/>
                  </a:cubicBezTo>
                  <a:cubicBezTo>
                    <a:pt x="20" y="27"/>
                    <a:pt x="18" y="24"/>
                    <a:pt x="16" y="22"/>
                  </a:cubicBezTo>
                  <a:cubicBezTo>
                    <a:pt x="20" y="30"/>
                    <a:pt x="23" y="37"/>
                    <a:pt x="28" y="44"/>
                  </a:cubicBezTo>
                  <a:cubicBezTo>
                    <a:pt x="26" y="42"/>
                    <a:pt x="22" y="40"/>
                    <a:pt x="20" y="38"/>
                  </a:cubicBezTo>
                  <a:cubicBezTo>
                    <a:pt x="23" y="42"/>
                    <a:pt x="25" y="45"/>
                    <a:pt x="26" y="50"/>
                  </a:cubicBezTo>
                  <a:cubicBezTo>
                    <a:pt x="27" y="55"/>
                    <a:pt x="30" y="60"/>
                    <a:pt x="31" y="64"/>
                  </a:cubicBezTo>
                  <a:cubicBezTo>
                    <a:pt x="29" y="61"/>
                    <a:pt x="25" y="59"/>
                    <a:pt x="23" y="55"/>
                  </a:cubicBezTo>
                  <a:cubicBezTo>
                    <a:pt x="22" y="63"/>
                    <a:pt x="24" y="71"/>
                    <a:pt x="23" y="79"/>
                  </a:cubicBezTo>
                  <a:cubicBezTo>
                    <a:pt x="22" y="78"/>
                    <a:pt x="22" y="76"/>
                    <a:pt x="21" y="74"/>
                  </a:cubicBezTo>
                  <a:cubicBezTo>
                    <a:pt x="19" y="78"/>
                    <a:pt x="20" y="83"/>
                    <a:pt x="19" y="88"/>
                  </a:cubicBezTo>
                  <a:cubicBezTo>
                    <a:pt x="17" y="83"/>
                    <a:pt x="19" y="77"/>
                    <a:pt x="17" y="73"/>
                  </a:cubicBezTo>
                  <a:cubicBezTo>
                    <a:pt x="17" y="83"/>
                    <a:pt x="14" y="93"/>
                    <a:pt x="14" y="104"/>
                  </a:cubicBezTo>
                  <a:cubicBezTo>
                    <a:pt x="13" y="100"/>
                    <a:pt x="14" y="97"/>
                    <a:pt x="13" y="94"/>
                  </a:cubicBezTo>
                  <a:cubicBezTo>
                    <a:pt x="12" y="96"/>
                    <a:pt x="11" y="100"/>
                    <a:pt x="10" y="103"/>
                  </a:cubicBezTo>
                  <a:cubicBezTo>
                    <a:pt x="9" y="101"/>
                    <a:pt x="9" y="99"/>
                    <a:pt x="9" y="97"/>
                  </a:cubicBezTo>
                  <a:cubicBezTo>
                    <a:pt x="9" y="99"/>
                    <a:pt x="8" y="101"/>
                    <a:pt x="7" y="103"/>
                  </a:cubicBezTo>
                  <a:cubicBezTo>
                    <a:pt x="7" y="96"/>
                    <a:pt x="10" y="90"/>
                    <a:pt x="11" y="84"/>
                  </a:cubicBezTo>
                  <a:cubicBezTo>
                    <a:pt x="12" y="78"/>
                    <a:pt x="12" y="72"/>
                    <a:pt x="13" y="66"/>
                  </a:cubicBezTo>
                  <a:cubicBezTo>
                    <a:pt x="12" y="70"/>
                    <a:pt x="10" y="74"/>
                    <a:pt x="7" y="77"/>
                  </a:cubicBezTo>
                  <a:cubicBezTo>
                    <a:pt x="11" y="69"/>
                    <a:pt x="11" y="58"/>
                    <a:pt x="11" y="49"/>
                  </a:cubicBezTo>
                  <a:cubicBezTo>
                    <a:pt x="10" y="51"/>
                    <a:pt x="10" y="54"/>
                    <a:pt x="9" y="56"/>
                  </a:cubicBezTo>
                  <a:cubicBezTo>
                    <a:pt x="8" y="47"/>
                    <a:pt x="11" y="37"/>
                    <a:pt x="9" y="28"/>
                  </a:cubicBezTo>
                  <a:cubicBezTo>
                    <a:pt x="8" y="33"/>
                    <a:pt x="8" y="38"/>
                    <a:pt x="6" y="42"/>
                  </a:cubicBezTo>
                  <a:cubicBezTo>
                    <a:pt x="5" y="34"/>
                    <a:pt x="8" y="26"/>
                    <a:pt x="6" y="19"/>
                  </a:cubicBezTo>
                  <a:cubicBezTo>
                    <a:pt x="5" y="15"/>
                    <a:pt x="4" y="12"/>
                    <a:pt x="3" y="8"/>
                  </a:cubicBezTo>
                  <a:cubicBezTo>
                    <a:pt x="3" y="6"/>
                    <a:pt x="1" y="4"/>
                    <a:pt x="1" y="2"/>
                  </a:cubicBezTo>
                </a:path>
              </a:pathLst>
            </a:custGeom>
            <a:solidFill>
              <a:srgbClr val="E2E2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962" name="Freeform 190">
              <a:extLst>
                <a:ext uri="{FF2B5EF4-FFF2-40B4-BE49-F238E27FC236}">
                  <a16:creationId xmlns:a16="http://schemas.microsoft.com/office/drawing/2014/main" id="{468DFA73-F80A-40E5-81F1-5B879EFD03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9" y="796"/>
              <a:ext cx="47" cy="159"/>
            </a:xfrm>
            <a:custGeom>
              <a:avLst/>
              <a:gdLst>
                <a:gd name="T0" fmla="*/ 0 w 31"/>
                <a:gd name="T1" fmla="*/ 0 h 104"/>
                <a:gd name="T2" fmla="*/ 76 w 31"/>
                <a:gd name="T3" fmla="*/ 102 h 104"/>
                <a:gd name="T4" fmla="*/ 55 w 31"/>
                <a:gd name="T5" fmla="*/ 80 h 104"/>
                <a:gd name="T6" fmla="*/ 97 w 31"/>
                <a:gd name="T7" fmla="*/ 156 h 104"/>
                <a:gd name="T8" fmla="*/ 68 w 31"/>
                <a:gd name="T9" fmla="*/ 136 h 104"/>
                <a:gd name="T10" fmla="*/ 89 w 31"/>
                <a:gd name="T11" fmla="*/ 177 h 104"/>
                <a:gd name="T12" fmla="*/ 108 w 31"/>
                <a:gd name="T13" fmla="*/ 229 h 104"/>
                <a:gd name="T14" fmla="*/ 80 w 31"/>
                <a:gd name="T15" fmla="*/ 196 h 104"/>
                <a:gd name="T16" fmla="*/ 80 w 31"/>
                <a:gd name="T17" fmla="*/ 283 h 104"/>
                <a:gd name="T18" fmla="*/ 74 w 31"/>
                <a:gd name="T19" fmla="*/ 264 h 104"/>
                <a:gd name="T20" fmla="*/ 67 w 31"/>
                <a:gd name="T21" fmla="*/ 315 h 104"/>
                <a:gd name="T22" fmla="*/ 59 w 31"/>
                <a:gd name="T23" fmla="*/ 261 h 104"/>
                <a:gd name="T24" fmla="*/ 49 w 31"/>
                <a:gd name="T25" fmla="*/ 372 h 104"/>
                <a:gd name="T26" fmla="*/ 45 w 31"/>
                <a:gd name="T27" fmla="*/ 336 h 104"/>
                <a:gd name="T28" fmla="*/ 35 w 31"/>
                <a:gd name="T29" fmla="*/ 367 h 104"/>
                <a:gd name="T30" fmla="*/ 32 w 31"/>
                <a:gd name="T31" fmla="*/ 346 h 104"/>
                <a:gd name="T32" fmla="*/ 26 w 31"/>
                <a:gd name="T33" fmla="*/ 367 h 104"/>
                <a:gd name="T34" fmla="*/ 39 w 31"/>
                <a:gd name="T35" fmla="*/ 300 h 104"/>
                <a:gd name="T36" fmla="*/ 45 w 31"/>
                <a:gd name="T37" fmla="*/ 235 h 104"/>
                <a:gd name="T38" fmla="*/ 26 w 31"/>
                <a:gd name="T39" fmla="*/ 275 h 104"/>
                <a:gd name="T40" fmla="*/ 39 w 31"/>
                <a:gd name="T41" fmla="*/ 176 h 104"/>
                <a:gd name="T42" fmla="*/ 32 w 31"/>
                <a:gd name="T43" fmla="*/ 200 h 104"/>
                <a:gd name="T44" fmla="*/ 32 w 31"/>
                <a:gd name="T45" fmla="*/ 101 h 104"/>
                <a:gd name="T46" fmla="*/ 21 w 31"/>
                <a:gd name="T47" fmla="*/ 150 h 104"/>
                <a:gd name="T48" fmla="*/ 21 w 31"/>
                <a:gd name="T49" fmla="*/ 67 h 104"/>
                <a:gd name="T50" fmla="*/ 12 w 31"/>
                <a:gd name="T51" fmla="*/ 28 h 104"/>
                <a:gd name="T52" fmla="*/ 5 w 31"/>
                <a:gd name="T53" fmla="*/ 8 h 104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31" h="104">
                  <a:moveTo>
                    <a:pt x="0" y="0"/>
                  </a:moveTo>
                  <a:cubicBezTo>
                    <a:pt x="8" y="9"/>
                    <a:pt x="20" y="16"/>
                    <a:pt x="22" y="29"/>
                  </a:cubicBezTo>
                  <a:cubicBezTo>
                    <a:pt x="20" y="27"/>
                    <a:pt x="18" y="24"/>
                    <a:pt x="16" y="22"/>
                  </a:cubicBezTo>
                  <a:cubicBezTo>
                    <a:pt x="20" y="30"/>
                    <a:pt x="23" y="37"/>
                    <a:pt x="28" y="44"/>
                  </a:cubicBezTo>
                  <a:cubicBezTo>
                    <a:pt x="26" y="42"/>
                    <a:pt x="22" y="40"/>
                    <a:pt x="20" y="38"/>
                  </a:cubicBezTo>
                  <a:cubicBezTo>
                    <a:pt x="23" y="42"/>
                    <a:pt x="25" y="45"/>
                    <a:pt x="26" y="50"/>
                  </a:cubicBezTo>
                  <a:cubicBezTo>
                    <a:pt x="27" y="55"/>
                    <a:pt x="30" y="60"/>
                    <a:pt x="31" y="64"/>
                  </a:cubicBezTo>
                  <a:cubicBezTo>
                    <a:pt x="29" y="61"/>
                    <a:pt x="25" y="59"/>
                    <a:pt x="23" y="55"/>
                  </a:cubicBezTo>
                  <a:cubicBezTo>
                    <a:pt x="22" y="63"/>
                    <a:pt x="24" y="71"/>
                    <a:pt x="23" y="79"/>
                  </a:cubicBezTo>
                  <a:cubicBezTo>
                    <a:pt x="22" y="78"/>
                    <a:pt x="22" y="76"/>
                    <a:pt x="21" y="74"/>
                  </a:cubicBezTo>
                  <a:cubicBezTo>
                    <a:pt x="19" y="78"/>
                    <a:pt x="20" y="83"/>
                    <a:pt x="19" y="88"/>
                  </a:cubicBezTo>
                  <a:cubicBezTo>
                    <a:pt x="17" y="83"/>
                    <a:pt x="19" y="77"/>
                    <a:pt x="17" y="73"/>
                  </a:cubicBezTo>
                  <a:cubicBezTo>
                    <a:pt x="17" y="83"/>
                    <a:pt x="14" y="93"/>
                    <a:pt x="14" y="104"/>
                  </a:cubicBezTo>
                  <a:cubicBezTo>
                    <a:pt x="13" y="100"/>
                    <a:pt x="14" y="97"/>
                    <a:pt x="13" y="94"/>
                  </a:cubicBezTo>
                  <a:cubicBezTo>
                    <a:pt x="12" y="96"/>
                    <a:pt x="11" y="100"/>
                    <a:pt x="10" y="103"/>
                  </a:cubicBezTo>
                  <a:cubicBezTo>
                    <a:pt x="9" y="101"/>
                    <a:pt x="9" y="99"/>
                    <a:pt x="9" y="97"/>
                  </a:cubicBezTo>
                  <a:cubicBezTo>
                    <a:pt x="9" y="99"/>
                    <a:pt x="8" y="101"/>
                    <a:pt x="7" y="103"/>
                  </a:cubicBezTo>
                  <a:cubicBezTo>
                    <a:pt x="7" y="96"/>
                    <a:pt x="10" y="90"/>
                    <a:pt x="11" y="84"/>
                  </a:cubicBezTo>
                  <a:cubicBezTo>
                    <a:pt x="12" y="78"/>
                    <a:pt x="12" y="72"/>
                    <a:pt x="13" y="66"/>
                  </a:cubicBezTo>
                  <a:cubicBezTo>
                    <a:pt x="12" y="70"/>
                    <a:pt x="10" y="74"/>
                    <a:pt x="7" y="77"/>
                  </a:cubicBezTo>
                  <a:cubicBezTo>
                    <a:pt x="11" y="69"/>
                    <a:pt x="11" y="58"/>
                    <a:pt x="11" y="49"/>
                  </a:cubicBezTo>
                  <a:cubicBezTo>
                    <a:pt x="10" y="51"/>
                    <a:pt x="10" y="54"/>
                    <a:pt x="9" y="56"/>
                  </a:cubicBezTo>
                  <a:cubicBezTo>
                    <a:pt x="8" y="47"/>
                    <a:pt x="11" y="37"/>
                    <a:pt x="9" y="28"/>
                  </a:cubicBezTo>
                  <a:cubicBezTo>
                    <a:pt x="8" y="33"/>
                    <a:pt x="8" y="38"/>
                    <a:pt x="6" y="42"/>
                  </a:cubicBezTo>
                  <a:cubicBezTo>
                    <a:pt x="5" y="34"/>
                    <a:pt x="8" y="26"/>
                    <a:pt x="6" y="19"/>
                  </a:cubicBezTo>
                  <a:cubicBezTo>
                    <a:pt x="5" y="15"/>
                    <a:pt x="4" y="12"/>
                    <a:pt x="3" y="8"/>
                  </a:cubicBezTo>
                  <a:cubicBezTo>
                    <a:pt x="3" y="6"/>
                    <a:pt x="1" y="4"/>
                    <a:pt x="1" y="2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963" name="Freeform 191">
              <a:extLst>
                <a:ext uri="{FF2B5EF4-FFF2-40B4-BE49-F238E27FC236}">
                  <a16:creationId xmlns:a16="http://schemas.microsoft.com/office/drawing/2014/main" id="{5C291E89-5B98-4351-ABD1-F65C1B75A4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1" y="818"/>
              <a:ext cx="20" cy="89"/>
            </a:xfrm>
            <a:custGeom>
              <a:avLst/>
              <a:gdLst>
                <a:gd name="T0" fmla="*/ 0 w 13"/>
                <a:gd name="T1" fmla="*/ 0 h 59"/>
                <a:gd name="T2" fmla="*/ 5 w 13"/>
                <a:gd name="T3" fmla="*/ 35 h 59"/>
                <a:gd name="T4" fmla="*/ 12 w 13"/>
                <a:gd name="T5" fmla="*/ 26 h 59"/>
                <a:gd name="T6" fmla="*/ 18 w 13"/>
                <a:gd name="T7" fmla="*/ 94 h 59"/>
                <a:gd name="T8" fmla="*/ 26 w 13"/>
                <a:gd name="T9" fmla="*/ 72 h 59"/>
                <a:gd name="T10" fmla="*/ 26 w 13"/>
                <a:gd name="T11" fmla="*/ 113 h 59"/>
                <a:gd name="T12" fmla="*/ 28 w 13"/>
                <a:gd name="T13" fmla="*/ 107 h 59"/>
                <a:gd name="T14" fmla="*/ 34 w 13"/>
                <a:gd name="T15" fmla="*/ 148 h 59"/>
                <a:gd name="T16" fmla="*/ 34 w 13"/>
                <a:gd name="T17" fmla="*/ 143 h 59"/>
                <a:gd name="T18" fmla="*/ 34 w 13"/>
                <a:gd name="T19" fmla="*/ 202 h 59"/>
                <a:gd name="T20" fmla="*/ 43 w 13"/>
                <a:gd name="T21" fmla="*/ 122 h 59"/>
                <a:gd name="T22" fmla="*/ 48 w 13"/>
                <a:gd name="T23" fmla="*/ 134 h 59"/>
                <a:gd name="T24" fmla="*/ 34 w 13"/>
                <a:gd name="T25" fmla="*/ 81 h 59"/>
                <a:gd name="T26" fmla="*/ 28 w 13"/>
                <a:gd name="T27" fmla="*/ 53 h 59"/>
                <a:gd name="T28" fmla="*/ 22 w 13"/>
                <a:gd name="T29" fmla="*/ 21 h 59"/>
                <a:gd name="T30" fmla="*/ 5 w 13"/>
                <a:gd name="T31" fmla="*/ 0 h 5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3" h="59">
                  <a:moveTo>
                    <a:pt x="0" y="0"/>
                  </a:moveTo>
                  <a:cubicBezTo>
                    <a:pt x="1" y="3"/>
                    <a:pt x="1" y="7"/>
                    <a:pt x="1" y="10"/>
                  </a:cubicBezTo>
                  <a:cubicBezTo>
                    <a:pt x="2" y="8"/>
                    <a:pt x="2" y="8"/>
                    <a:pt x="3" y="7"/>
                  </a:cubicBezTo>
                  <a:cubicBezTo>
                    <a:pt x="3" y="13"/>
                    <a:pt x="5" y="20"/>
                    <a:pt x="5" y="27"/>
                  </a:cubicBezTo>
                  <a:cubicBezTo>
                    <a:pt x="5" y="25"/>
                    <a:pt x="6" y="23"/>
                    <a:pt x="7" y="21"/>
                  </a:cubicBezTo>
                  <a:cubicBezTo>
                    <a:pt x="7" y="25"/>
                    <a:pt x="7" y="29"/>
                    <a:pt x="7" y="33"/>
                  </a:cubicBezTo>
                  <a:cubicBezTo>
                    <a:pt x="7" y="32"/>
                    <a:pt x="7" y="31"/>
                    <a:pt x="8" y="31"/>
                  </a:cubicBezTo>
                  <a:cubicBezTo>
                    <a:pt x="10" y="32"/>
                    <a:pt x="9" y="40"/>
                    <a:pt x="9" y="43"/>
                  </a:cubicBezTo>
                  <a:cubicBezTo>
                    <a:pt x="9" y="43"/>
                    <a:pt x="9" y="43"/>
                    <a:pt x="9" y="42"/>
                  </a:cubicBezTo>
                  <a:cubicBezTo>
                    <a:pt x="10" y="46"/>
                    <a:pt x="10" y="55"/>
                    <a:pt x="9" y="59"/>
                  </a:cubicBezTo>
                  <a:cubicBezTo>
                    <a:pt x="12" y="52"/>
                    <a:pt x="12" y="44"/>
                    <a:pt x="12" y="36"/>
                  </a:cubicBezTo>
                  <a:cubicBezTo>
                    <a:pt x="12" y="37"/>
                    <a:pt x="13" y="38"/>
                    <a:pt x="13" y="39"/>
                  </a:cubicBezTo>
                  <a:cubicBezTo>
                    <a:pt x="13" y="34"/>
                    <a:pt x="11" y="29"/>
                    <a:pt x="9" y="24"/>
                  </a:cubicBezTo>
                  <a:cubicBezTo>
                    <a:pt x="8" y="21"/>
                    <a:pt x="9" y="18"/>
                    <a:pt x="8" y="15"/>
                  </a:cubicBezTo>
                  <a:cubicBezTo>
                    <a:pt x="7" y="12"/>
                    <a:pt x="7" y="10"/>
                    <a:pt x="6" y="6"/>
                  </a:cubicBezTo>
                  <a:cubicBezTo>
                    <a:pt x="6" y="2"/>
                    <a:pt x="3" y="3"/>
                    <a:pt x="1" y="0"/>
                  </a:cubicBezTo>
                </a:path>
              </a:pathLst>
            </a:custGeom>
            <a:solidFill>
              <a:srgbClr val="EDEF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964" name="Freeform 192">
              <a:extLst>
                <a:ext uri="{FF2B5EF4-FFF2-40B4-BE49-F238E27FC236}">
                  <a16:creationId xmlns:a16="http://schemas.microsoft.com/office/drawing/2014/main" id="{09FAC4B4-E96F-4C2A-AB85-2FC667CB62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6" y="930"/>
              <a:ext cx="47" cy="18"/>
            </a:xfrm>
            <a:custGeom>
              <a:avLst/>
              <a:gdLst>
                <a:gd name="T0" fmla="*/ 108 w 31"/>
                <a:gd name="T1" fmla="*/ 8 h 12"/>
                <a:gd name="T2" fmla="*/ 68 w 31"/>
                <a:gd name="T3" fmla="*/ 35 h 12"/>
                <a:gd name="T4" fmla="*/ 45 w 31"/>
                <a:gd name="T5" fmla="*/ 39 h 12"/>
                <a:gd name="T6" fmla="*/ 18 w 31"/>
                <a:gd name="T7" fmla="*/ 35 h 12"/>
                <a:gd name="T8" fmla="*/ 5 w 31"/>
                <a:gd name="T9" fmla="*/ 21 h 12"/>
                <a:gd name="T10" fmla="*/ 14 w 31"/>
                <a:gd name="T11" fmla="*/ 0 h 12"/>
                <a:gd name="T12" fmla="*/ 27 w 31"/>
                <a:gd name="T13" fmla="*/ 5 h 12"/>
                <a:gd name="T14" fmla="*/ 49 w 31"/>
                <a:gd name="T15" fmla="*/ 12 h 12"/>
                <a:gd name="T16" fmla="*/ 76 w 31"/>
                <a:gd name="T17" fmla="*/ 12 h 12"/>
                <a:gd name="T18" fmla="*/ 103 w 31"/>
                <a:gd name="T19" fmla="*/ 8 h 1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1" h="12">
                  <a:moveTo>
                    <a:pt x="31" y="2"/>
                  </a:moveTo>
                  <a:cubicBezTo>
                    <a:pt x="25" y="2"/>
                    <a:pt x="24" y="8"/>
                    <a:pt x="20" y="10"/>
                  </a:cubicBezTo>
                  <a:cubicBezTo>
                    <a:pt x="18" y="12"/>
                    <a:pt x="15" y="11"/>
                    <a:pt x="13" y="11"/>
                  </a:cubicBezTo>
                  <a:cubicBezTo>
                    <a:pt x="10" y="10"/>
                    <a:pt x="8" y="10"/>
                    <a:pt x="5" y="10"/>
                  </a:cubicBezTo>
                  <a:cubicBezTo>
                    <a:pt x="2" y="10"/>
                    <a:pt x="0" y="9"/>
                    <a:pt x="1" y="6"/>
                  </a:cubicBezTo>
                  <a:cubicBezTo>
                    <a:pt x="2" y="4"/>
                    <a:pt x="1" y="0"/>
                    <a:pt x="4" y="0"/>
                  </a:cubicBezTo>
                  <a:cubicBezTo>
                    <a:pt x="5" y="0"/>
                    <a:pt x="7" y="1"/>
                    <a:pt x="8" y="1"/>
                  </a:cubicBezTo>
                  <a:cubicBezTo>
                    <a:pt x="10" y="2"/>
                    <a:pt x="12" y="2"/>
                    <a:pt x="14" y="3"/>
                  </a:cubicBezTo>
                  <a:cubicBezTo>
                    <a:pt x="17" y="3"/>
                    <a:pt x="20" y="3"/>
                    <a:pt x="22" y="3"/>
                  </a:cubicBezTo>
                  <a:cubicBezTo>
                    <a:pt x="25" y="3"/>
                    <a:pt x="28" y="3"/>
                    <a:pt x="30" y="2"/>
                  </a:cubicBezTo>
                </a:path>
              </a:pathLst>
            </a:custGeom>
            <a:solidFill>
              <a:srgbClr val="F9EC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965" name="Freeform 193">
              <a:extLst>
                <a:ext uri="{FF2B5EF4-FFF2-40B4-BE49-F238E27FC236}">
                  <a16:creationId xmlns:a16="http://schemas.microsoft.com/office/drawing/2014/main" id="{9A418537-FDC7-4D0A-B83A-46A09C0CAF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4" y="930"/>
              <a:ext cx="51" cy="17"/>
            </a:xfrm>
            <a:custGeom>
              <a:avLst/>
              <a:gdLst>
                <a:gd name="T0" fmla="*/ 0 w 33"/>
                <a:gd name="T1" fmla="*/ 8 h 11"/>
                <a:gd name="T2" fmla="*/ 29 w 33"/>
                <a:gd name="T3" fmla="*/ 29 h 11"/>
                <a:gd name="T4" fmla="*/ 60 w 33"/>
                <a:gd name="T5" fmla="*/ 40 h 11"/>
                <a:gd name="T6" fmla="*/ 122 w 33"/>
                <a:gd name="T7" fmla="*/ 34 h 11"/>
                <a:gd name="T8" fmla="*/ 108 w 33"/>
                <a:gd name="T9" fmla="*/ 8 h 11"/>
                <a:gd name="T10" fmla="*/ 70 w 33"/>
                <a:gd name="T11" fmla="*/ 5 h 11"/>
                <a:gd name="T12" fmla="*/ 14 w 33"/>
                <a:gd name="T13" fmla="*/ 8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3" h="11">
                  <a:moveTo>
                    <a:pt x="0" y="2"/>
                  </a:moveTo>
                  <a:cubicBezTo>
                    <a:pt x="3" y="2"/>
                    <a:pt x="6" y="6"/>
                    <a:pt x="8" y="8"/>
                  </a:cubicBezTo>
                  <a:cubicBezTo>
                    <a:pt x="11" y="11"/>
                    <a:pt x="13" y="11"/>
                    <a:pt x="16" y="11"/>
                  </a:cubicBezTo>
                  <a:cubicBezTo>
                    <a:pt x="22" y="11"/>
                    <a:pt x="27" y="9"/>
                    <a:pt x="33" y="9"/>
                  </a:cubicBezTo>
                  <a:cubicBezTo>
                    <a:pt x="32" y="7"/>
                    <a:pt x="30" y="3"/>
                    <a:pt x="29" y="2"/>
                  </a:cubicBezTo>
                  <a:cubicBezTo>
                    <a:pt x="27" y="0"/>
                    <a:pt x="22" y="0"/>
                    <a:pt x="19" y="1"/>
                  </a:cubicBezTo>
                  <a:cubicBezTo>
                    <a:pt x="14" y="1"/>
                    <a:pt x="8" y="5"/>
                    <a:pt x="4" y="2"/>
                  </a:cubicBezTo>
                </a:path>
              </a:pathLst>
            </a:custGeom>
            <a:solidFill>
              <a:srgbClr val="F9EC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966" name="Freeform 194">
              <a:extLst>
                <a:ext uri="{FF2B5EF4-FFF2-40B4-BE49-F238E27FC236}">
                  <a16:creationId xmlns:a16="http://schemas.microsoft.com/office/drawing/2014/main" id="{3A7F5A89-030D-4375-8072-70F1D9CAB8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7" y="865"/>
              <a:ext cx="9" cy="35"/>
            </a:xfrm>
            <a:custGeom>
              <a:avLst/>
              <a:gdLst>
                <a:gd name="T0" fmla="*/ 21 w 6"/>
                <a:gd name="T1" fmla="*/ 81 h 23"/>
                <a:gd name="T2" fmla="*/ 8 w 6"/>
                <a:gd name="T3" fmla="*/ 49 h 23"/>
                <a:gd name="T4" fmla="*/ 5 w 6"/>
                <a:gd name="T5" fmla="*/ 0 h 23"/>
                <a:gd name="T6" fmla="*/ 12 w 6"/>
                <a:gd name="T7" fmla="*/ 41 h 23"/>
                <a:gd name="T8" fmla="*/ 21 w 6"/>
                <a:gd name="T9" fmla="*/ 75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23">
                  <a:moveTo>
                    <a:pt x="6" y="23"/>
                  </a:moveTo>
                  <a:cubicBezTo>
                    <a:pt x="5" y="19"/>
                    <a:pt x="3" y="18"/>
                    <a:pt x="2" y="14"/>
                  </a:cubicBezTo>
                  <a:cubicBezTo>
                    <a:pt x="0" y="10"/>
                    <a:pt x="0" y="4"/>
                    <a:pt x="1" y="0"/>
                  </a:cubicBezTo>
                  <a:cubicBezTo>
                    <a:pt x="2" y="3"/>
                    <a:pt x="3" y="8"/>
                    <a:pt x="3" y="12"/>
                  </a:cubicBezTo>
                  <a:cubicBezTo>
                    <a:pt x="4" y="15"/>
                    <a:pt x="6" y="18"/>
                    <a:pt x="6" y="21"/>
                  </a:cubicBezTo>
                </a:path>
              </a:pathLst>
            </a:custGeom>
            <a:solidFill>
              <a:srgbClr val="F9EC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967" name="Freeform 195">
              <a:extLst>
                <a:ext uri="{FF2B5EF4-FFF2-40B4-BE49-F238E27FC236}">
                  <a16:creationId xmlns:a16="http://schemas.microsoft.com/office/drawing/2014/main" id="{76633EB8-5CBA-4EAD-A56F-55C8C9F064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8" y="863"/>
              <a:ext cx="11" cy="35"/>
            </a:xfrm>
            <a:custGeom>
              <a:avLst/>
              <a:gdLst>
                <a:gd name="T0" fmla="*/ 0 w 7"/>
                <a:gd name="T1" fmla="*/ 81 h 23"/>
                <a:gd name="T2" fmla="*/ 20 w 7"/>
                <a:gd name="T3" fmla="*/ 46 h 23"/>
                <a:gd name="T4" fmla="*/ 27 w 7"/>
                <a:gd name="T5" fmla="*/ 0 h 23"/>
                <a:gd name="T6" fmla="*/ 14 w 7"/>
                <a:gd name="T7" fmla="*/ 46 h 23"/>
                <a:gd name="T8" fmla="*/ 5 w 7"/>
                <a:gd name="T9" fmla="*/ 75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23">
                  <a:moveTo>
                    <a:pt x="0" y="23"/>
                  </a:moveTo>
                  <a:cubicBezTo>
                    <a:pt x="3" y="21"/>
                    <a:pt x="5" y="16"/>
                    <a:pt x="5" y="13"/>
                  </a:cubicBezTo>
                  <a:cubicBezTo>
                    <a:pt x="5" y="8"/>
                    <a:pt x="6" y="4"/>
                    <a:pt x="7" y="0"/>
                  </a:cubicBezTo>
                  <a:cubicBezTo>
                    <a:pt x="5" y="4"/>
                    <a:pt x="4" y="9"/>
                    <a:pt x="4" y="13"/>
                  </a:cubicBezTo>
                  <a:cubicBezTo>
                    <a:pt x="3" y="16"/>
                    <a:pt x="3" y="19"/>
                    <a:pt x="1" y="21"/>
                  </a:cubicBezTo>
                </a:path>
              </a:pathLst>
            </a:custGeom>
            <a:solidFill>
              <a:srgbClr val="F9EC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968" name="Freeform 196">
              <a:extLst>
                <a:ext uri="{FF2B5EF4-FFF2-40B4-BE49-F238E27FC236}">
                  <a16:creationId xmlns:a16="http://schemas.microsoft.com/office/drawing/2014/main" id="{07D6E594-62F0-4863-864E-43CEBCEDC5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9" y="971"/>
              <a:ext cx="15" cy="35"/>
            </a:xfrm>
            <a:custGeom>
              <a:avLst/>
              <a:gdLst>
                <a:gd name="T0" fmla="*/ 27 w 10"/>
                <a:gd name="T1" fmla="*/ 76 h 23"/>
                <a:gd name="T2" fmla="*/ 18 w 10"/>
                <a:gd name="T3" fmla="*/ 0 h 23"/>
                <a:gd name="T4" fmla="*/ 21 w 10"/>
                <a:gd name="T5" fmla="*/ 40 h 23"/>
                <a:gd name="T6" fmla="*/ 27 w 10"/>
                <a:gd name="T7" fmla="*/ 62 h 23"/>
                <a:gd name="T8" fmla="*/ 35 w 10"/>
                <a:gd name="T9" fmla="*/ 76 h 23"/>
                <a:gd name="T10" fmla="*/ 32 w 10"/>
                <a:gd name="T11" fmla="*/ 81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" h="23">
                  <a:moveTo>
                    <a:pt x="8" y="22"/>
                  </a:moveTo>
                  <a:cubicBezTo>
                    <a:pt x="0" y="20"/>
                    <a:pt x="0" y="4"/>
                    <a:pt x="5" y="0"/>
                  </a:cubicBezTo>
                  <a:cubicBezTo>
                    <a:pt x="7" y="3"/>
                    <a:pt x="6" y="8"/>
                    <a:pt x="6" y="11"/>
                  </a:cubicBezTo>
                  <a:cubicBezTo>
                    <a:pt x="6" y="13"/>
                    <a:pt x="7" y="16"/>
                    <a:pt x="8" y="18"/>
                  </a:cubicBezTo>
                  <a:cubicBezTo>
                    <a:pt x="8" y="19"/>
                    <a:pt x="10" y="21"/>
                    <a:pt x="10" y="22"/>
                  </a:cubicBezTo>
                  <a:cubicBezTo>
                    <a:pt x="10" y="23"/>
                    <a:pt x="9" y="23"/>
                    <a:pt x="9" y="23"/>
                  </a:cubicBezTo>
                </a:path>
              </a:pathLst>
            </a:custGeom>
            <a:solidFill>
              <a:srgbClr val="F9EC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969" name="Freeform 197">
              <a:extLst>
                <a:ext uri="{FF2B5EF4-FFF2-40B4-BE49-F238E27FC236}">
                  <a16:creationId xmlns:a16="http://schemas.microsoft.com/office/drawing/2014/main" id="{00B1E61E-C011-444E-A436-FDDC4449744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7" y="801"/>
              <a:ext cx="95" cy="9"/>
            </a:xfrm>
            <a:custGeom>
              <a:avLst/>
              <a:gdLst>
                <a:gd name="T0" fmla="*/ 0 w 62"/>
                <a:gd name="T1" fmla="*/ 18 h 6"/>
                <a:gd name="T2" fmla="*/ 43 w 62"/>
                <a:gd name="T3" fmla="*/ 8 h 6"/>
                <a:gd name="T4" fmla="*/ 83 w 62"/>
                <a:gd name="T5" fmla="*/ 5 h 6"/>
                <a:gd name="T6" fmla="*/ 149 w 62"/>
                <a:gd name="T7" fmla="*/ 12 h 6"/>
                <a:gd name="T8" fmla="*/ 224 w 62"/>
                <a:gd name="T9" fmla="*/ 12 h 6"/>
                <a:gd name="T10" fmla="*/ 113 w 62"/>
                <a:gd name="T11" fmla="*/ 12 h 6"/>
                <a:gd name="T12" fmla="*/ 61 w 62"/>
                <a:gd name="T13" fmla="*/ 5 h 6"/>
                <a:gd name="T14" fmla="*/ 32 w 62"/>
                <a:gd name="T15" fmla="*/ 8 h 6"/>
                <a:gd name="T16" fmla="*/ 8 w 62"/>
                <a:gd name="T17" fmla="*/ 14 h 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2" h="6">
                  <a:moveTo>
                    <a:pt x="0" y="5"/>
                  </a:moveTo>
                  <a:cubicBezTo>
                    <a:pt x="4" y="3"/>
                    <a:pt x="8" y="3"/>
                    <a:pt x="12" y="2"/>
                  </a:cubicBezTo>
                  <a:cubicBezTo>
                    <a:pt x="16" y="1"/>
                    <a:pt x="19" y="0"/>
                    <a:pt x="23" y="1"/>
                  </a:cubicBezTo>
                  <a:cubicBezTo>
                    <a:pt x="29" y="2"/>
                    <a:pt x="35" y="3"/>
                    <a:pt x="41" y="3"/>
                  </a:cubicBezTo>
                  <a:cubicBezTo>
                    <a:pt x="48" y="4"/>
                    <a:pt x="55" y="2"/>
                    <a:pt x="62" y="3"/>
                  </a:cubicBezTo>
                  <a:cubicBezTo>
                    <a:pt x="54" y="6"/>
                    <a:pt x="40" y="5"/>
                    <a:pt x="31" y="3"/>
                  </a:cubicBezTo>
                  <a:cubicBezTo>
                    <a:pt x="27" y="1"/>
                    <a:pt x="22" y="1"/>
                    <a:pt x="17" y="1"/>
                  </a:cubicBezTo>
                  <a:cubicBezTo>
                    <a:pt x="14" y="1"/>
                    <a:pt x="12" y="2"/>
                    <a:pt x="9" y="2"/>
                  </a:cubicBezTo>
                  <a:cubicBezTo>
                    <a:pt x="7" y="3"/>
                    <a:pt x="3" y="2"/>
                    <a:pt x="2" y="4"/>
                  </a:cubicBezTo>
                </a:path>
              </a:pathLst>
            </a:custGeom>
            <a:solidFill>
              <a:srgbClr val="EFCA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970" name="Freeform 198">
              <a:extLst>
                <a:ext uri="{FF2B5EF4-FFF2-40B4-BE49-F238E27FC236}">
                  <a16:creationId xmlns:a16="http://schemas.microsoft.com/office/drawing/2014/main" id="{9739FCAD-28CD-486F-8888-EC25ABE612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7" y="766"/>
              <a:ext cx="70" cy="13"/>
            </a:xfrm>
            <a:custGeom>
              <a:avLst/>
              <a:gdLst>
                <a:gd name="T0" fmla="*/ 0 w 46"/>
                <a:gd name="T1" fmla="*/ 27 h 9"/>
                <a:gd name="T2" fmla="*/ 163 w 46"/>
                <a:gd name="T3" fmla="*/ 20 h 9"/>
                <a:gd name="T4" fmla="*/ 70 w 46"/>
                <a:gd name="T5" fmla="*/ 19 h 9"/>
                <a:gd name="T6" fmla="*/ 40 w 46"/>
                <a:gd name="T7" fmla="*/ 14 h 9"/>
                <a:gd name="T8" fmla="*/ 5 w 46"/>
                <a:gd name="T9" fmla="*/ 27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6" h="9">
                  <a:moveTo>
                    <a:pt x="0" y="9"/>
                  </a:moveTo>
                  <a:cubicBezTo>
                    <a:pt x="15" y="0"/>
                    <a:pt x="30" y="7"/>
                    <a:pt x="46" y="7"/>
                  </a:cubicBezTo>
                  <a:cubicBezTo>
                    <a:pt x="37" y="7"/>
                    <a:pt x="29" y="6"/>
                    <a:pt x="20" y="6"/>
                  </a:cubicBezTo>
                  <a:cubicBezTo>
                    <a:pt x="17" y="6"/>
                    <a:pt x="14" y="5"/>
                    <a:pt x="11" y="5"/>
                  </a:cubicBezTo>
                  <a:cubicBezTo>
                    <a:pt x="7" y="6"/>
                    <a:pt x="4" y="8"/>
                    <a:pt x="1" y="9"/>
                  </a:cubicBezTo>
                </a:path>
              </a:pathLst>
            </a:custGeom>
            <a:solidFill>
              <a:srgbClr val="EFCA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971" name="Freeform 199">
              <a:extLst>
                <a:ext uri="{FF2B5EF4-FFF2-40B4-BE49-F238E27FC236}">
                  <a16:creationId xmlns:a16="http://schemas.microsoft.com/office/drawing/2014/main" id="{CBF2DE53-B58B-4114-BC74-4710949AD70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3" y="1058"/>
              <a:ext cx="26" cy="56"/>
            </a:xfrm>
            <a:custGeom>
              <a:avLst/>
              <a:gdLst>
                <a:gd name="T0" fmla="*/ 0 w 17"/>
                <a:gd name="T1" fmla="*/ 0 h 37"/>
                <a:gd name="T2" fmla="*/ 14 w 17"/>
                <a:gd name="T3" fmla="*/ 35 h 37"/>
                <a:gd name="T4" fmla="*/ 21 w 17"/>
                <a:gd name="T5" fmla="*/ 68 h 37"/>
                <a:gd name="T6" fmla="*/ 61 w 17"/>
                <a:gd name="T7" fmla="*/ 129 h 37"/>
                <a:gd name="T8" fmla="*/ 40 w 17"/>
                <a:gd name="T9" fmla="*/ 101 h 37"/>
                <a:gd name="T10" fmla="*/ 21 w 17"/>
                <a:gd name="T11" fmla="*/ 76 h 37"/>
                <a:gd name="T12" fmla="*/ 0 w 17"/>
                <a:gd name="T13" fmla="*/ 8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" h="37">
                  <a:moveTo>
                    <a:pt x="0" y="0"/>
                  </a:moveTo>
                  <a:cubicBezTo>
                    <a:pt x="1" y="4"/>
                    <a:pt x="4" y="7"/>
                    <a:pt x="4" y="10"/>
                  </a:cubicBezTo>
                  <a:cubicBezTo>
                    <a:pt x="5" y="14"/>
                    <a:pt x="5" y="17"/>
                    <a:pt x="6" y="20"/>
                  </a:cubicBezTo>
                  <a:cubicBezTo>
                    <a:pt x="9" y="26"/>
                    <a:pt x="15" y="31"/>
                    <a:pt x="17" y="37"/>
                  </a:cubicBezTo>
                  <a:cubicBezTo>
                    <a:pt x="15" y="35"/>
                    <a:pt x="13" y="31"/>
                    <a:pt x="11" y="29"/>
                  </a:cubicBezTo>
                  <a:cubicBezTo>
                    <a:pt x="10" y="26"/>
                    <a:pt x="7" y="25"/>
                    <a:pt x="6" y="22"/>
                  </a:cubicBezTo>
                  <a:cubicBezTo>
                    <a:pt x="3" y="15"/>
                    <a:pt x="4" y="9"/>
                    <a:pt x="0" y="2"/>
                  </a:cubicBezTo>
                </a:path>
              </a:pathLst>
            </a:custGeom>
            <a:solidFill>
              <a:srgbClr val="EFCA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972" name="Freeform 200">
              <a:extLst>
                <a:ext uri="{FF2B5EF4-FFF2-40B4-BE49-F238E27FC236}">
                  <a16:creationId xmlns:a16="http://schemas.microsoft.com/office/drawing/2014/main" id="{A57FF905-B317-405D-9B78-09D4A31732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4" y="1063"/>
              <a:ext cx="24" cy="56"/>
            </a:xfrm>
            <a:custGeom>
              <a:avLst/>
              <a:gdLst>
                <a:gd name="T0" fmla="*/ 53 w 16"/>
                <a:gd name="T1" fmla="*/ 0 h 37"/>
                <a:gd name="T2" fmla="*/ 39 w 16"/>
                <a:gd name="T3" fmla="*/ 35 h 37"/>
                <a:gd name="T4" fmla="*/ 27 w 16"/>
                <a:gd name="T5" fmla="*/ 73 h 37"/>
                <a:gd name="T6" fmla="*/ 0 w 16"/>
                <a:gd name="T7" fmla="*/ 129 h 37"/>
                <a:gd name="T8" fmla="*/ 26 w 16"/>
                <a:gd name="T9" fmla="*/ 89 h 37"/>
                <a:gd name="T10" fmla="*/ 39 w 16"/>
                <a:gd name="T11" fmla="*/ 62 h 37"/>
                <a:gd name="T12" fmla="*/ 53 w 16"/>
                <a:gd name="T13" fmla="*/ 8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" h="37">
                  <a:moveTo>
                    <a:pt x="15" y="0"/>
                  </a:moveTo>
                  <a:cubicBezTo>
                    <a:pt x="14" y="4"/>
                    <a:pt x="12" y="7"/>
                    <a:pt x="11" y="10"/>
                  </a:cubicBezTo>
                  <a:cubicBezTo>
                    <a:pt x="10" y="14"/>
                    <a:pt x="10" y="17"/>
                    <a:pt x="8" y="21"/>
                  </a:cubicBezTo>
                  <a:cubicBezTo>
                    <a:pt x="6" y="26"/>
                    <a:pt x="3" y="31"/>
                    <a:pt x="0" y="37"/>
                  </a:cubicBezTo>
                  <a:cubicBezTo>
                    <a:pt x="1" y="33"/>
                    <a:pt x="5" y="29"/>
                    <a:pt x="7" y="26"/>
                  </a:cubicBezTo>
                  <a:cubicBezTo>
                    <a:pt x="9" y="23"/>
                    <a:pt x="10" y="21"/>
                    <a:pt x="11" y="18"/>
                  </a:cubicBezTo>
                  <a:cubicBezTo>
                    <a:pt x="12" y="13"/>
                    <a:pt x="16" y="7"/>
                    <a:pt x="15" y="2"/>
                  </a:cubicBezTo>
                </a:path>
              </a:pathLst>
            </a:custGeom>
            <a:solidFill>
              <a:srgbClr val="EFCA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973" name="Freeform 201">
              <a:extLst>
                <a:ext uri="{FF2B5EF4-FFF2-40B4-BE49-F238E27FC236}">
                  <a16:creationId xmlns:a16="http://schemas.microsoft.com/office/drawing/2014/main" id="{D5109A4A-AB0A-4813-A54D-64659C97AC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3" y="1081"/>
              <a:ext cx="11" cy="24"/>
            </a:xfrm>
            <a:custGeom>
              <a:avLst/>
              <a:gdLst>
                <a:gd name="T0" fmla="*/ 0 w 7"/>
                <a:gd name="T1" fmla="*/ 0 h 16"/>
                <a:gd name="T2" fmla="*/ 27 w 7"/>
                <a:gd name="T3" fmla="*/ 54 h 16"/>
                <a:gd name="T4" fmla="*/ 8 w 7"/>
                <a:gd name="T5" fmla="*/ 27 h 16"/>
                <a:gd name="T6" fmla="*/ 0 w 7"/>
                <a:gd name="T7" fmla="*/ 0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16">
                  <a:moveTo>
                    <a:pt x="0" y="0"/>
                  </a:moveTo>
                  <a:cubicBezTo>
                    <a:pt x="1" y="6"/>
                    <a:pt x="4" y="11"/>
                    <a:pt x="7" y="16"/>
                  </a:cubicBezTo>
                  <a:cubicBezTo>
                    <a:pt x="5" y="14"/>
                    <a:pt x="3" y="12"/>
                    <a:pt x="2" y="8"/>
                  </a:cubicBezTo>
                  <a:cubicBezTo>
                    <a:pt x="2" y="6"/>
                    <a:pt x="2" y="3"/>
                    <a:pt x="0" y="0"/>
                  </a:cubicBezTo>
                </a:path>
              </a:pathLst>
            </a:custGeom>
            <a:solidFill>
              <a:srgbClr val="EFCA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974" name="Freeform 202">
              <a:extLst>
                <a:ext uri="{FF2B5EF4-FFF2-40B4-BE49-F238E27FC236}">
                  <a16:creationId xmlns:a16="http://schemas.microsoft.com/office/drawing/2014/main" id="{6C631DDF-5EF7-4051-841B-F78F816893C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6" y="1086"/>
              <a:ext cx="12" cy="22"/>
            </a:xfrm>
            <a:custGeom>
              <a:avLst/>
              <a:gdLst>
                <a:gd name="T0" fmla="*/ 26 w 8"/>
                <a:gd name="T1" fmla="*/ 0 h 15"/>
                <a:gd name="T2" fmla="*/ 0 w 8"/>
                <a:gd name="T3" fmla="*/ 47 h 15"/>
                <a:gd name="T4" fmla="*/ 27 w 8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5">
                  <a:moveTo>
                    <a:pt x="7" y="0"/>
                  </a:moveTo>
                  <a:cubicBezTo>
                    <a:pt x="5" y="5"/>
                    <a:pt x="4" y="11"/>
                    <a:pt x="0" y="15"/>
                  </a:cubicBezTo>
                  <a:cubicBezTo>
                    <a:pt x="6" y="12"/>
                    <a:pt x="7" y="5"/>
                    <a:pt x="8" y="0"/>
                  </a:cubicBezTo>
                </a:path>
              </a:pathLst>
            </a:custGeom>
            <a:solidFill>
              <a:srgbClr val="EFCA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975" name="Freeform 203">
              <a:extLst>
                <a:ext uri="{FF2B5EF4-FFF2-40B4-BE49-F238E27FC236}">
                  <a16:creationId xmlns:a16="http://schemas.microsoft.com/office/drawing/2014/main" id="{D999AB7D-2BED-4C7E-86D1-5E58048CAA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6" y="1002"/>
              <a:ext cx="7" cy="52"/>
            </a:xfrm>
            <a:custGeom>
              <a:avLst/>
              <a:gdLst>
                <a:gd name="T0" fmla="*/ 16 w 4"/>
                <a:gd name="T1" fmla="*/ 0 h 34"/>
                <a:gd name="T2" fmla="*/ 21 w 4"/>
                <a:gd name="T3" fmla="*/ 122 h 34"/>
                <a:gd name="T4" fmla="*/ 0 w 4"/>
                <a:gd name="T5" fmla="*/ 49 h 34"/>
                <a:gd name="T6" fmla="*/ 12 w 4"/>
                <a:gd name="T7" fmla="*/ 0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34">
                  <a:moveTo>
                    <a:pt x="3" y="0"/>
                  </a:moveTo>
                  <a:cubicBezTo>
                    <a:pt x="0" y="11"/>
                    <a:pt x="2" y="23"/>
                    <a:pt x="4" y="34"/>
                  </a:cubicBezTo>
                  <a:cubicBezTo>
                    <a:pt x="2" y="28"/>
                    <a:pt x="1" y="21"/>
                    <a:pt x="0" y="14"/>
                  </a:cubicBezTo>
                  <a:cubicBezTo>
                    <a:pt x="0" y="10"/>
                    <a:pt x="0" y="4"/>
                    <a:pt x="2" y="0"/>
                  </a:cubicBezTo>
                </a:path>
              </a:pathLst>
            </a:custGeom>
            <a:solidFill>
              <a:srgbClr val="EFCA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976" name="Freeform 204">
              <a:extLst>
                <a:ext uri="{FF2B5EF4-FFF2-40B4-BE49-F238E27FC236}">
                  <a16:creationId xmlns:a16="http://schemas.microsoft.com/office/drawing/2014/main" id="{C5A3AA35-6E68-4B2F-BE08-A2E1BDB5DB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4" y="1003"/>
              <a:ext cx="6" cy="57"/>
            </a:xfrm>
            <a:custGeom>
              <a:avLst/>
              <a:gdLst>
                <a:gd name="T0" fmla="*/ 0 w 4"/>
                <a:gd name="T1" fmla="*/ 0 h 37"/>
                <a:gd name="T2" fmla="*/ 8 w 4"/>
                <a:gd name="T3" fmla="*/ 26 h 37"/>
                <a:gd name="T4" fmla="*/ 8 w 4"/>
                <a:gd name="T5" fmla="*/ 69 h 37"/>
                <a:gd name="T6" fmla="*/ 5 w 4"/>
                <a:gd name="T7" fmla="*/ 136 h 37"/>
                <a:gd name="T8" fmla="*/ 14 w 4"/>
                <a:gd name="T9" fmla="*/ 52 h 37"/>
                <a:gd name="T10" fmla="*/ 0 w 4"/>
                <a:gd name="T11" fmla="*/ 5 h 3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" h="37">
                  <a:moveTo>
                    <a:pt x="0" y="0"/>
                  </a:moveTo>
                  <a:cubicBezTo>
                    <a:pt x="0" y="1"/>
                    <a:pt x="1" y="5"/>
                    <a:pt x="2" y="7"/>
                  </a:cubicBezTo>
                  <a:cubicBezTo>
                    <a:pt x="2" y="11"/>
                    <a:pt x="2" y="15"/>
                    <a:pt x="2" y="19"/>
                  </a:cubicBezTo>
                  <a:cubicBezTo>
                    <a:pt x="2" y="25"/>
                    <a:pt x="1" y="31"/>
                    <a:pt x="1" y="37"/>
                  </a:cubicBezTo>
                  <a:cubicBezTo>
                    <a:pt x="1" y="29"/>
                    <a:pt x="4" y="22"/>
                    <a:pt x="4" y="14"/>
                  </a:cubicBezTo>
                  <a:cubicBezTo>
                    <a:pt x="3" y="12"/>
                    <a:pt x="3" y="1"/>
                    <a:pt x="0" y="1"/>
                  </a:cubicBezTo>
                </a:path>
              </a:pathLst>
            </a:custGeom>
            <a:solidFill>
              <a:srgbClr val="EFCA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</p:grpSp>
      <p:grpSp>
        <p:nvGrpSpPr>
          <p:cNvPr id="43010" name="elderly-woman-standing-full-body">
            <a:extLst>
              <a:ext uri="{FF2B5EF4-FFF2-40B4-BE49-F238E27FC236}">
                <a16:creationId xmlns:a16="http://schemas.microsoft.com/office/drawing/2014/main" id="{9FBD3C4A-F2AE-4596-B119-87507086BE5B}"/>
              </a:ext>
            </a:extLst>
          </p:cNvPr>
          <p:cNvGrpSpPr>
            <a:grpSpLocks/>
          </p:cNvGrpSpPr>
          <p:nvPr/>
        </p:nvGrpSpPr>
        <p:grpSpPr bwMode="auto">
          <a:xfrm>
            <a:off x="4267200" y="1181100"/>
            <a:ext cx="1352550" cy="5281613"/>
            <a:chOff x="482" y="710"/>
            <a:chExt cx="852" cy="3327"/>
          </a:xfrm>
        </p:grpSpPr>
        <p:grpSp>
          <p:nvGrpSpPr>
            <p:cNvPr id="43558" name="Group 206">
              <a:extLst>
                <a:ext uri="{FF2B5EF4-FFF2-40B4-BE49-F238E27FC236}">
                  <a16:creationId xmlns:a16="http://schemas.microsoft.com/office/drawing/2014/main" id="{FEFDE26C-5E0B-4DCC-89A5-1F26B11549A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82" y="756"/>
              <a:ext cx="852" cy="3281"/>
              <a:chOff x="482" y="756"/>
              <a:chExt cx="852" cy="3281"/>
            </a:xfrm>
          </p:grpSpPr>
          <p:sp>
            <p:nvSpPr>
              <p:cNvPr id="43575" name="Freeform 207">
                <a:extLst>
                  <a:ext uri="{FF2B5EF4-FFF2-40B4-BE49-F238E27FC236}">
                    <a16:creationId xmlns:a16="http://schemas.microsoft.com/office/drawing/2014/main" id="{8FB9A91A-A50D-4B6E-A0BA-332003F386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" y="1078"/>
                <a:ext cx="852" cy="2959"/>
              </a:xfrm>
              <a:custGeom>
                <a:avLst/>
                <a:gdLst>
                  <a:gd name="T0" fmla="*/ 2207 w 523"/>
                  <a:gd name="T1" fmla="*/ 3507 h 1820"/>
                  <a:gd name="T2" fmla="*/ 2157 w 523"/>
                  <a:gd name="T3" fmla="*/ 2707 h 1820"/>
                  <a:gd name="T4" fmla="*/ 2092 w 523"/>
                  <a:gd name="T5" fmla="*/ 1732 h 1820"/>
                  <a:gd name="T6" fmla="*/ 1987 w 523"/>
                  <a:gd name="T7" fmla="*/ 915 h 1820"/>
                  <a:gd name="T8" fmla="*/ 1717 w 523"/>
                  <a:gd name="T9" fmla="*/ 426 h 1820"/>
                  <a:gd name="T10" fmla="*/ 1531 w 523"/>
                  <a:gd name="T11" fmla="*/ 372 h 1820"/>
                  <a:gd name="T12" fmla="*/ 1328 w 523"/>
                  <a:gd name="T13" fmla="*/ 13 h 1820"/>
                  <a:gd name="T14" fmla="*/ 1134 w 523"/>
                  <a:gd name="T15" fmla="*/ 122 h 1820"/>
                  <a:gd name="T16" fmla="*/ 1119 w 523"/>
                  <a:gd name="T17" fmla="*/ 122 h 1820"/>
                  <a:gd name="T18" fmla="*/ 1106 w 523"/>
                  <a:gd name="T19" fmla="*/ 111 h 1820"/>
                  <a:gd name="T20" fmla="*/ 894 w 523"/>
                  <a:gd name="T21" fmla="*/ 5 h 1820"/>
                  <a:gd name="T22" fmla="*/ 604 w 523"/>
                  <a:gd name="T23" fmla="*/ 405 h 1820"/>
                  <a:gd name="T24" fmla="*/ 489 w 523"/>
                  <a:gd name="T25" fmla="*/ 452 h 1820"/>
                  <a:gd name="T26" fmla="*/ 215 w 523"/>
                  <a:gd name="T27" fmla="*/ 1229 h 1820"/>
                  <a:gd name="T28" fmla="*/ 135 w 523"/>
                  <a:gd name="T29" fmla="*/ 2053 h 1820"/>
                  <a:gd name="T30" fmla="*/ 104 w 523"/>
                  <a:gd name="T31" fmla="*/ 3055 h 1820"/>
                  <a:gd name="T32" fmla="*/ 5 w 523"/>
                  <a:gd name="T33" fmla="*/ 3743 h 1820"/>
                  <a:gd name="T34" fmla="*/ 42 w 523"/>
                  <a:gd name="T35" fmla="*/ 3874 h 1820"/>
                  <a:gd name="T36" fmla="*/ 212 w 523"/>
                  <a:gd name="T37" fmla="*/ 4045 h 1820"/>
                  <a:gd name="T38" fmla="*/ 274 w 523"/>
                  <a:gd name="T39" fmla="*/ 4004 h 1820"/>
                  <a:gd name="T40" fmla="*/ 308 w 523"/>
                  <a:gd name="T41" fmla="*/ 3967 h 1820"/>
                  <a:gd name="T42" fmla="*/ 295 w 523"/>
                  <a:gd name="T43" fmla="*/ 3777 h 1820"/>
                  <a:gd name="T44" fmla="*/ 249 w 523"/>
                  <a:gd name="T45" fmla="*/ 3426 h 1820"/>
                  <a:gd name="T46" fmla="*/ 419 w 523"/>
                  <a:gd name="T47" fmla="*/ 2096 h 1820"/>
                  <a:gd name="T48" fmla="*/ 502 w 523"/>
                  <a:gd name="T49" fmla="*/ 1642 h 1820"/>
                  <a:gd name="T50" fmla="*/ 376 w 523"/>
                  <a:gd name="T51" fmla="*/ 2445 h 1820"/>
                  <a:gd name="T52" fmla="*/ 363 w 523"/>
                  <a:gd name="T53" fmla="*/ 3661 h 1820"/>
                  <a:gd name="T54" fmla="*/ 624 w 523"/>
                  <a:gd name="T55" fmla="*/ 5055 h 1820"/>
                  <a:gd name="T56" fmla="*/ 714 w 523"/>
                  <a:gd name="T57" fmla="*/ 6391 h 1820"/>
                  <a:gd name="T58" fmla="*/ 810 w 523"/>
                  <a:gd name="T59" fmla="*/ 7280 h 1820"/>
                  <a:gd name="T60" fmla="*/ 671 w 523"/>
                  <a:gd name="T61" fmla="*/ 7632 h 1820"/>
                  <a:gd name="T62" fmla="*/ 714 w 523"/>
                  <a:gd name="T63" fmla="*/ 7760 h 1820"/>
                  <a:gd name="T64" fmla="*/ 912 w 523"/>
                  <a:gd name="T65" fmla="*/ 7780 h 1820"/>
                  <a:gd name="T66" fmla="*/ 1101 w 523"/>
                  <a:gd name="T67" fmla="*/ 7628 h 1820"/>
                  <a:gd name="T68" fmla="*/ 1113 w 523"/>
                  <a:gd name="T69" fmla="*/ 7367 h 1820"/>
                  <a:gd name="T70" fmla="*/ 1080 w 523"/>
                  <a:gd name="T71" fmla="*/ 7113 h 1820"/>
                  <a:gd name="T72" fmla="*/ 1093 w 523"/>
                  <a:gd name="T73" fmla="*/ 5668 h 1820"/>
                  <a:gd name="T74" fmla="*/ 1091 w 523"/>
                  <a:gd name="T75" fmla="*/ 4861 h 1820"/>
                  <a:gd name="T76" fmla="*/ 1091 w 523"/>
                  <a:gd name="T77" fmla="*/ 3687 h 1820"/>
                  <a:gd name="T78" fmla="*/ 1126 w 523"/>
                  <a:gd name="T79" fmla="*/ 3692 h 1820"/>
                  <a:gd name="T80" fmla="*/ 1176 w 523"/>
                  <a:gd name="T81" fmla="*/ 3679 h 1820"/>
                  <a:gd name="T82" fmla="*/ 1176 w 523"/>
                  <a:gd name="T83" fmla="*/ 4190 h 1820"/>
                  <a:gd name="T84" fmla="*/ 1184 w 523"/>
                  <a:gd name="T85" fmla="*/ 5274 h 1820"/>
                  <a:gd name="T86" fmla="*/ 1223 w 523"/>
                  <a:gd name="T87" fmla="*/ 6806 h 1820"/>
                  <a:gd name="T88" fmla="*/ 1168 w 523"/>
                  <a:gd name="T89" fmla="*/ 7266 h 1820"/>
                  <a:gd name="T90" fmla="*/ 1147 w 523"/>
                  <a:gd name="T91" fmla="*/ 7513 h 1820"/>
                  <a:gd name="T92" fmla="*/ 1223 w 523"/>
                  <a:gd name="T93" fmla="*/ 7754 h 1820"/>
                  <a:gd name="T94" fmla="*/ 1451 w 523"/>
                  <a:gd name="T95" fmla="*/ 7781 h 1820"/>
                  <a:gd name="T96" fmla="*/ 1590 w 523"/>
                  <a:gd name="T97" fmla="*/ 7700 h 1820"/>
                  <a:gd name="T98" fmla="*/ 1476 w 523"/>
                  <a:gd name="T99" fmla="*/ 7438 h 1820"/>
                  <a:gd name="T100" fmla="*/ 1471 w 523"/>
                  <a:gd name="T101" fmla="*/ 7011 h 1820"/>
                  <a:gd name="T102" fmla="*/ 1613 w 523"/>
                  <a:gd name="T103" fmla="*/ 5437 h 1820"/>
                  <a:gd name="T104" fmla="*/ 1755 w 523"/>
                  <a:gd name="T105" fmla="*/ 4258 h 1820"/>
                  <a:gd name="T106" fmla="*/ 1992 w 523"/>
                  <a:gd name="T107" fmla="*/ 2948 h 1820"/>
                  <a:gd name="T108" fmla="*/ 1768 w 523"/>
                  <a:gd name="T109" fmla="*/ 2096 h 1820"/>
                  <a:gd name="T110" fmla="*/ 1759 w 523"/>
                  <a:gd name="T111" fmla="*/ 1636 h 1820"/>
                  <a:gd name="T112" fmla="*/ 1906 w 523"/>
                  <a:gd name="T113" fmla="*/ 2707 h 1820"/>
                  <a:gd name="T114" fmla="*/ 1986 w 523"/>
                  <a:gd name="T115" fmla="*/ 3556 h 1820"/>
                  <a:gd name="T116" fmla="*/ 1965 w 523"/>
                  <a:gd name="T117" fmla="*/ 3933 h 1820"/>
                  <a:gd name="T118" fmla="*/ 1950 w 523"/>
                  <a:gd name="T119" fmla="*/ 3996 h 1820"/>
                  <a:gd name="T120" fmla="*/ 1953 w 523"/>
                  <a:gd name="T121" fmla="*/ 4079 h 1820"/>
                  <a:gd name="T122" fmla="*/ 2165 w 523"/>
                  <a:gd name="T123" fmla="*/ 3970 h 1820"/>
                  <a:gd name="T124" fmla="*/ 2235 w 523"/>
                  <a:gd name="T125" fmla="*/ 3806 h 1820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0" t="0" r="r" b="b"/>
                <a:pathLst>
                  <a:path w="523" h="1820">
                    <a:moveTo>
                      <a:pt x="521" y="871"/>
                    </a:moveTo>
                    <a:cubicBezTo>
                      <a:pt x="519" y="867"/>
                      <a:pt x="515" y="835"/>
                      <a:pt x="511" y="816"/>
                    </a:cubicBezTo>
                    <a:cubicBezTo>
                      <a:pt x="508" y="801"/>
                      <a:pt x="498" y="735"/>
                      <a:pt x="500" y="705"/>
                    </a:cubicBezTo>
                    <a:cubicBezTo>
                      <a:pt x="502" y="682"/>
                      <a:pt x="498" y="645"/>
                      <a:pt x="499" y="630"/>
                    </a:cubicBezTo>
                    <a:cubicBezTo>
                      <a:pt x="500" y="541"/>
                      <a:pt x="495" y="495"/>
                      <a:pt x="491" y="478"/>
                    </a:cubicBezTo>
                    <a:cubicBezTo>
                      <a:pt x="488" y="462"/>
                      <a:pt x="484" y="438"/>
                      <a:pt x="484" y="403"/>
                    </a:cubicBezTo>
                    <a:cubicBezTo>
                      <a:pt x="484" y="367"/>
                      <a:pt x="475" y="320"/>
                      <a:pt x="473" y="285"/>
                    </a:cubicBezTo>
                    <a:cubicBezTo>
                      <a:pt x="471" y="266"/>
                      <a:pt x="464" y="240"/>
                      <a:pt x="460" y="213"/>
                    </a:cubicBezTo>
                    <a:cubicBezTo>
                      <a:pt x="457" y="187"/>
                      <a:pt x="425" y="111"/>
                      <a:pt x="410" y="105"/>
                    </a:cubicBezTo>
                    <a:cubicBezTo>
                      <a:pt x="407" y="104"/>
                      <a:pt x="401" y="99"/>
                      <a:pt x="397" y="99"/>
                    </a:cubicBezTo>
                    <a:cubicBezTo>
                      <a:pt x="392" y="98"/>
                      <a:pt x="388" y="95"/>
                      <a:pt x="383" y="94"/>
                    </a:cubicBezTo>
                    <a:cubicBezTo>
                      <a:pt x="372" y="92"/>
                      <a:pt x="363" y="90"/>
                      <a:pt x="354" y="87"/>
                    </a:cubicBezTo>
                    <a:cubicBezTo>
                      <a:pt x="334" y="80"/>
                      <a:pt x="298" y="41"/>
                      <a:pt x="316" y="1"/>
                    </a:cubicBezTo>
                    <a:cubicBezTo>
                      <a:pt x="314" y="4"/>
                      <a:pt x="310" y="0"/>
                      <a:pt x="307" y="3"/>
                    </a:cubicBezTo>
                    <a:cubicBezTo>
                      <a:pt x="299" y="16"/>
                      <a:pt x="283" y="23"/>
                      <a:pt x="271" y="25"/>
                    </a:cubicBezTo>
                    <a:cubicBezTo>
                      <a:pt x="267" y="25"/>
                      <a:pt x="265" y="28"/>
                      <a:pt x="262" y="28"/>
                    </a:cubicBezTo>
                    <a:cubicBezTo>
                      <a:pt x="261" y="27"/>
                      <a:pt x="261" y="27"/>
                      <a:pt x="261" y="27"/>
                    </a:cubicBezTo>
                    <a:cubicBezTo>
                      <a:pt x="259" y="28"/>
                      <a:pt x="259" y="28"/>
                      <a:pt x="259" y="28"/>
                    </a:cubicBezTo>
                    <a:cubicBezTo>
                      <a:pt x="259" y="28"/>
                      <a:pt x="259" y="28"/>
                      <a:pt x="259" y="28"/>
                    </a:cubicBezTo>
                    <a:cubicBezTo>
                      <a:pt x="256" y="28"/>
                      <a:pt x="259" y="27"/>
                      <a:pt x="256" y="26"/>
                    </a:cubicBezTo>
                    <a:cubicBezTo>
                      <a:pt x="244" y="24"/>
                      <a:pt x="225" y="20"/>
                      <a:pt x="214" y="9"/>
                    </a:cubicBezTo>
                    <a:cubicBezTo>
                      <a:pt x="211" y="6"/>
                      <a:pt x="209" y="4"/>
                      <a:pt x="207" y="1"/>
                    </a:cubicBezTo>
                    <a:cubicBezTo>
                      <a:pt x="232" y="35"/>
                      <a:pt x="188" y="80"/>
                      <a:pt x="169" y="87"/>
                    </a:cubicBezTo>
                    <a:cubicBezTo>
                      <a:pt x="160" y="90"/>
                      <a:pt x="151" y="92"/>
                      <a:pt x="140" y="94"/>
                    </a:cubicBezTo>
                    <a:cubicBezTo>
                      <a:pt x="134" y="95"/>
                      <a:pt x="131" y="97"/>
                      <a:pt x="125" y="98"/>
                    </a:cubicBezTo>
                    <a:cubicBezTo>
                      <a:pt x="121" y="99"/>
                      <a:pt x="117" y="103"/>
                      <a:pt x="113" y="105"/>
                    </a:cubicBezTo>
                    <a:cubicBezTo>
                      <a:pt x="96" y="112"/>
                      <a:pt x="65" y="183"/>
                      <a:pt x="62" y="209"/>
                    </a:cubicBezTo>
                    <a:cubicBezTo>
                      <a:pt x="58" y="235"/>
                      <a:pt x="51" y="266"/>
                      <a:pt x="50" y="286"/>
                    </a:cubicBezTo>
                    <a:cubicBezTo>
                      <a:pt x="47" y="321"/>
                      <a:pt x="39" y="367"/>
                      <a:pt x="39" y="403"/>
                    </a:cubicBezTo>
                    <a:cubicBezTo>
                      <a:pt x="39" y="438"/>
                      <a:pt x="34" y="462"/>
                      <a:pt x="31" y="478"/>
                    </a:cubicBezTo>
                    <a:cubicBezTo>
                      <a:pt x="28" y="495"/>
                      <a:pt x="22" y="539"/>
                      <a:pt x="22" y="629"/>
                    </a:cubicBezTo>
                    <a:cubicBezTo>
                      <a:pt x="23" y="644"/>
                      <a:pt x="22" y="687"/>
                      <a:pt x="24" y="711"/>
                    </a:cubicBezTo>
                    <a:cubicBezTo>
                      <a:pt x="26" y="740"/>
                      <a:pt x="15" y="801"/>
                      <a:pt x="12" y="816"/>
                    </a:cubicBezTo>
                    <a:cubicBezTo>
                      <a:pt x="7" y="835"/>
                      <a:pt x="3" y="867"/>
                      <a:pt x="1" y="871"/>
                    </a:cubicBezTo>
                    <a:cubicBezTo>
                      <a:pt x="0" y="876"/>
                      <a:pt x="3" y="882"/>
                      <a:pt x="6" y="886"/>
                    </a:cubicBezTo>
                    <a:cubicBezTo>
                      <a:pt x="8" y="891"/>
                      <a:pt x="7" y="895"/>
                      <a:pt x="10" y="902"/>
                    </a:cubicBezTo>
                    <a:cubicBezTo>
                      <a:pt x="12" y="907"/>
                      <a:pt x="19" y="918"/>
                      <a:pt x="22" y="924"/>
                    </a:cubicBezTo>
                    <a:cubicBezTo>
                      <a:pt x="25" y="930"/>
                      <a:pt x="39" y="937"/>
                      <a:pt x="49" y="941"/>
                    </a:cubicBezTo>
                    <a:cubicBezTo>
                      <a:pt x="56" y="944"/>
                      <a:pt x="70" y="952"/>
                      <a:pt x="71" y="949"/>
                    </a:cubicBezTo>
                    <a:cubicBezTo>
                      <a:pt x="73" y="941"/>
                      <a:pt x="69" y="936"/>
                      <a:pt x="63" y="932"/>
                    </a:cubicBezTo>
                    <a:cubicBezTo>
                      <a:pt x="60" y="930"/>
                      <a:pt x="70" y="937"/>
                      <a:pt x="72" y="930"/>
                    </a:cubicBezTo>
                    <a:cubicBezTo>
                      <a:pt x="72" y="928"/>
                      <a:pt x="72" y="927"/>
                      <a:pt x="71" y="923"/>
                    </a:cubicBezTo>
                    <a:cubicBezTo>
                      <a:pt x="72" y="919"/>
                      <a:pt x="71" y="919"/>
                      <a:pt x="69" y="915"/>
                    </a:cubicBezTo>
                    <a:cubicBezTo>
                      <a:pt x="73" y="913"/>
                      <a:pt x="72" y="892"/>
                      <a:pt x="68" y="879"/>
                    </a:cubicBezTo>
                    <a:cubicBezTo>
                      <a:pt x="68" y="871"/>
                      <a:pt x="74" y="848"/>
                      <a:pt x="63" y="827"/>
                    </a:cubicBezTo>
                    <a:cubicBezTo>
                      <a:pt x="58" y="816"/>
                      <a:pt x="58" y="804"/>
                      <a:pt x="58" y="797"/>
                    </a:cubicBezTo>
                    <a:cubicBezTo>
                      <a:pt x="55" y="781"/>
                      <a:pt x="72" y="663"/>
                      <a:pt x="82" y="630"/>
                    </a:cubicBezTo>
                    <a:cubicBezTo>
                      <a:pt x="101" y="561"/>
                      <a:pt x="95" y="500"/>
                      <a:pt x="97" y="488"/>
                    </a:cubicBezTo>
                    <a:cubicBezTo>
                      <a:pt x="99" y="476"/>
                      <a:pt x="112" y="411"/>
                      <a:pt x="116" y="382"/>
                    </a:cubicBezTo>
                    <a:cubicBezTo>
                      <a:pt x="116" y="382"/>
                      <a:pt x="116" y="382"/>
                      <a:pt x="116" y="382"/>
                    </a:cubicBezTo>
                    <a:cubicBezTo>
                      <a:pt x="113" y="423"/>
                      <a:pt x="115" y="471"/>
                      <a:pt x="116" y="489"/>
                    </a:cubicBezTo>
                    <a:cubicBezTo>
                      <a:pt x="117" y="515"/>
                      <a:pt x="97" y="549"/>
                      <a:pt x="87" y="569"/>
                    </a:cubicBezTo>
                    <a:cubicBezTo>
                      <a:pt x="77" y="589"/>
                      <a:pt x="75" y="635"/>
                      <a:pt x="67" y="691"/>
                    </a:cubicBezTo>
                    <a:cubicBezTo>
                      <a:pt x="59" y="735"/>
                      <a:pt x="76" y="772"/>
                      <a:pt x="84" y="852"/>
                    </a:cubicBezTo>
                    <a:cubicBezTo>
                      <a:pt x="89" y="908"/>
                      <a:pt x="106" y="947"/>
                      <a:pt x="119" y="1010"/>
                    </a:cubicBezTo>
                    <a:cubicBezTo>
                      <a:pt x="131" y="1066"/>
                      <a:pt x="146" y="1131"/>
                      <a:pt x="144" y="1176"/>
                    </a:cubicBezTo>
                    <a:cubicBezTo>
                      <a:pt x="142" y="1217"/>
                      <a:pt x="144" y="1236"/>
                      <a:pt x="150" y="1265"/>
                    </a:cubicBezTo>
                    <a:cubicBezTo>
                      <a:pt x="156" y="1291"/>
                      <a:pt x="153" y="1412"/>
                      <a:pt x="165" y="1487"/>
                    </a:cubicBezTo>
                    <a:cubicBezTo>
                      <a:pt x="177" y="1562"/>
                      <a:pt x="179" y="1613"/>
                      <a:pt x="183" y="1631"/>
                    </a:cubicBezTo>
                    <a:cubicBezTo>
                      <a:pt x="191" y="1670"/>
                      <a:pt x="184" y="1674"/>
                      <a:pt x="187" y="1694"/>
                    </a:cubicBezTo>
                    <a:cubicBezTo>
                      <a:pt x="190" y="1714"/>
                      <a:pt x="191" y="1711"/>
                      <a:pt x="181" y="1731"/>
                    </a:cubicBezTo>
                    <a:cubicBezTo>
                      <a:pt x="173" y="1743"/>
                      <a:pt x="160" y="1770"/>
                      <a:pt x="155" y="1776"/>
                    </a:cubicBezTo>
                    <a:cubicBezTo>
                      <a:pt x="151" y="1782"/>
                      <a:pt x="153" y="1788"/>
                      <a:pt x="155" y="1792"/>
                    </a:cubicBezTo>
                    <a:cubicBezTo>
                      <a:pt x="152" y="1801"/>
                      <a:pt x="162" y="1806"/>
                      <a:pt x="165" y="1806"/>
                    </a:cubicBezTo>
                    <a:cubicBezTo>
                      <a:pt x="164" y="1817"/>
                      <a:pt x="182" y="1816"/>
                      <a:pt x="186" y="1811"/>
                    </a:cubicBezTo>
                    <a:cubicBezTo>
                      <a:pt x="192" y="1817"/>
                      <a:pt x="205" y="1817"/>
                      <a:pt x="211" y="1810"/>
                    </a:cubicBezTo>
                    <a:cubicBezTo>
                      <a:pt x="220" y="1818"/>
                      <a:pt x="234" y="1820"/>
                      <a:pt x="239" y="1811"/>
                    </a:cubicBezTo>
                    <a:cubicBezTo>
                      <a:pt x="247" y="1796"/>
                      <a:pt x="256" y="1786"/>
                      <a:pt x="255" y="1775"/>
                    </a:cubicBezTo>
                    <a:cubicBezTo>
                      <a:pt x="254" y="1764"/>
                      <a:pt x="256" y="1761"/>
                      <a:pt x="258" y="1748"/>
                    </a:cubicBezTo>
                    <a:cubicBezTo>
                      <a:pt x="260" y="1734"/>
                      <a:pt x="262" y="1724"/>
                      <a:pt x="257" y="1714"/>
                    </a:cubicBezTo>
                    <a:cubicBezTo>
                      <a:pt x="253" y="1705"/>
                      <a:pt x="253" y="1701"/>
                      <a:pt x="253" y="1691"/>
                    </a:cubicBezTo>
                    <a:cubicBezTo>
                      <a:pt x="253" y="1682"/>
                      <a:pt x="256" y="1667"/>
                      <a:pt x="250" y="1655"/>
                    </a:cubicBezTo>
                    <a:cubicBezTo>
                      <a:pt x="245" y="1643"/>
                      <a:pt x="238" y="1615"/>
                      <a:pt x="239" y="1584"/>
                    </a:cubicBezTo>
                    <a:cubicBezTo>
                      <a:pt x="240" y="1553"/>
                      <a:pt x="261" y="1379"/>
                      <a:pt x="253" y="1319"/>
                    </a:cubicBezTo>
                    <a:cubicBezTo>
                      <a:pt x="244" y="1259"/>
                      <a:pt x="247" y="1247"/>
                      <a:pt x="249" y="1227"/>
                    </a:cubicBezTo>
                    <a:cubicBezTo>
                      <a:pt x="251" y="1207"/>
                      <a:pt x="257" y="1174"/>
                      <a:pt x="252" y="1131"/>
                    </a:cubicBezTo>
                    <a:cubicBezTo>
                      <a:pt x="250" y="1114"/>
                      <a:pt x="251" y="1045"/>
                      <a:pt x="251" y="975"/>
                    </a:cubicBezTo>
                    <a:cubicBezTo>
                      <a:pt x="251" y="929"/>
                      <a:pt x="263" y="870"/>
                      <a:pt x="252" y="858"/>
                    </a:cubicBezTo>
                    <a:cubicBezTo>
                      <a:pt x="252" y="857"/>
                      <a:pt x="252" y="857"/>
                      <a:pt x="252" y="857"/>
                    </a:cubicBezTo>
                    <a:cubicBezTo>
                      <a:pt x="255" y="858"/>
                      <a:pt x="258" y="859"/>
                      <a:pt x="260" y="859"/>
                    </a:cubicBezTo>
                    <a:cubicBezTo>
                      <a:pt x="261" y="859"/>
                      <a:pt x="261" y="859"/>
                      <a:pt x="261" y="859"/>
                    </a:cubicBezTo>
                    <a:cubicBezTo>
                      <a:pt x="264" y="859"/>
                      <a:pt x="268" y="858"/>
                      <a:pt x="272" y="856"/>
                    </a:cubicBezTo>
                    <a:cubicBezTo>
                      <a:pt x="271" y="858"/>
                      <a:pt x="271" y="858"/>
                      <a:pt x="271" y="858"/>
                    </a:cubicBezTo>
                    <a:cubicBezTo>
                      <a:pt x="260" y="870"/>
                      <a:pt x="271" y="929"/>
                      <a:pt x="272" y="975"/>
                    </a:cubicBezTo>
                    <a:cubicBezTo>
                      <a:pt x="272" y="1045"/>
                      <a:pt x="273" y="1114"/>
                      <a:pt x="271" y="1131"/>
                    </a:cubicBezTo>
                    <a:cubicBezTo>
                      <a:pt x="266" y="1174"/>
                      <a:pt x="271" y="1207"/>
                      <a:pt x="274" y="1227"/>
                    </a:cubicBezTo>
                    <a:cubicBezTo>
                      <a:pt x="276" y="1247"/>
                      <a:pt x="279" y="1259"/>
                      <a:pt x="270" y="1319"/>
                    </a:cubicBezTo>
                    <a:cubicBezTo>
                      <a:pt x="261" y="1379"/>
                      <a:pt x="282" y="1553"/>
                      <a:pt x="283" y="1584"/>
                    </a:cubicBezTo>
                    <a:cubicBezTo>
                      <a:pt x="284" y="1615"/>
                      <a:pt x="278" y="1643"/>
                      <a:pt x="272" y="1655"/>
                    </a:cubicBezTo>
                    <a:cubicBezTo>
                      <a:pt x="267" y="1667"/>
                      <a:pt x="270" y="1682"/>
                      <a:pt x="270" y="1691"/>
                    </a:cubicBezTo>
                    <a:cubicBezTo>
                      <a:pt x="270" y="1701"/>
                      <a:pt x="270" y="1705"/>
                      <a:pt x="266" y="1714"/>
                    </a:cubicBezTo>
                    <a:cubicBezTo>
                      <a:pt x="261" y="1724"/>
                      <a:pt x="263" y="1734"/>
                      <a:pt x="265" y="1748"/>
                    </a:cubicBezTo>
                    <a:cubicBezTo>
                      <a:pt x="267" y="1761"/>
                      <a:pt x="269" y="1764"/>
                      <a:pt x="268" y="1775"/>
                    </a:cubicBezTo>
                    <a:cubicBezTo>
                      <a:pt x="267" y="1786"/>
                      <a:pt x="275" y="1792"/>
                      <a:pt x="283" y="1804"/>
                    </a:cubicBezTo>
                    <a:cubicBezTo>
                      <a:pt x="293" y="1819"/>
                      <a:pt x="303" y="1818"/>
                      <a:pt x="312" y="1810"/>
                    </a:cubicBezTo>
                    <a:cubicBezTo>
                      <a:pt x="317" y="1817"/>
                      <a:pt x="331" y="1817"/>
                      <a:pt x="336" y="1811"/>
                    </a:cubicBezTo>
                    <a:cubicBezTo>
                      <a:pt x="341" y="1816"/>
                      <a:pt x="359" y="1817"/>
                      <a:pt x="358" y="1806"/>
                    </a:cubicBezTo>
                    <a:cubicBezTo>
                      <a:pt x="361" y="1806"/>
                      <a:pt x="371" y="1801"/>
                      <a:pt x="368" y="1792"/>
                    </a:cubicBezTo>
                    <a:cubicBezTo>
                      <a:pt x="370" y="1788"/>
                      <a:pt x="372" y="1782"/>
                      <a:pt x="368" y="1776"/>
                    </a:cubicBezTo>
                    <a:cubicBezTo>
                      <a:pt x="363" y="1770"/>
                      <a:pt x="349" y="1743"/>
                      <a:pt x="341" y="1731"/>
                    </a:cubicBezTo>
                    <a:cubicBezTo>
                      <a:pt x="332" y="1711"/>
                      <a:pt x="332" y="1714"/>
                      <a:pt x="336" y="1694"/>
                    </a:cubicBezTo>
                    <a:cubicBezTo>
                      <a:pt x="339" y="1674"/>
                      <a:pt x="332" y="1670"/>
                      <a:pt x="340" y="1631"/>
                    </a:cubicBezTo>
                    <a:cubicBezTo>
                      <a:pt x="343" y="1613"/>
                      <a:pt x="347" y="1568"/>
                      <a:pt x="358" y="1491"/>
                    </a:cubicBezTo>
                    <a:cubicBezTo>
                      <a:pt x="370" y="1414"/>
                      <a:pt x="371" y="1292"/>
                      <a:pt x="373" y="1265"/>
                    </a:cubicBezTo>
                    <a:cubicBezTo>
                      <a:pt x="374" y="1238"/>
                      <a:pt x="382" y="1212"/>
                      <a:pt x="381" y="1165"/>
                    </a:cubicBezTo>
                    <a:cubicBezTo>
                      <a:pt x="379" y="1123"/>
                      <a:pt x="394" y="1047"/>
                      <a:pt x="406" y="991"/>
                    </a:cubicBezTo>
                    <a:cubicBezTo>
                      <a:pt x="419" y="928"/>
                      <a:pt x="439" y="909"/>
                      <a:pt x="444" y="853"/>
                    </a:cubicBezTo>
                    <a:cubicBezTo>
                      <a:pt x="452" y="773"/>
                      <a:pt x="469" y="730"/>
                      <a:pt x="461" y="686"/>
                    </a:cubicBezTo>
                    <a:cubicBezTo>
                      <a:pt x="452" y="630"/>
                      <a:pt x="442" y="583"/>
                      <a:pt x="432" y="563"/>
                    </a:cubicBezTo>
                    <a:cubicBezTo>
                      <a:pt x="422" y="542"/>
                      <a:pt x="408" y="513"/>
                      <a:pt x="409" y="488"/>
                    </a:cubicBezTo>
                    <a:cubicBezTo>
                      <a:pt x="410" y="471"/>
                      <a:pt x="409" y="448"/>
                      <a:pt x="411" y="412"/>
                    </a:cubicBezTo>
                    <a:cubicBezTo>
                      <a:pt x="407" y="381"/>
                      <a:pt x="407" y="381"/>
                      <a:pt x="407" y="381"/>
                    </a:cubicBezTo>
                    <a:cubicBezTo>
                      <a:pt x="411" y="410"/>
                      <a:pt x="424" y="476"/>
                      <a:pt x="426" y="488"/>
                    </a:cubicBezTo>
                    <a:cubicBezTo>
                      <a:pt x="428" y="500"/>
                      <a:pt x="422" y="561"/>
                      <a:pt x="441" y="630"/>
                    </a:cubicBezTo>
                    <a:cubicBezTo>
                      <a:pt x="450" y="663"/>
                      <a:pt x="468" y="781"/>
                      <a:pt x="465" y="797"/>
                    </a:cubicBezTo>
                    <a:cubicBezTo>
                      <a:pt x="465" y="804"/>
                      <a:pt x="463" y="815"/>
                      <a:pt x="459" y="827"/>
                    </a:cubicBezTo>
                    <a:cubicBezTo>
                      <a:pt x="454" y="845"/>
                      <a:pt x="454" y="871"/>
                      <a:pt x="455" y="879"/>
                    </a:cubicBezTo>
                    <a:cubicBezTo>
                      <a:pt x="453" y="890"/>
                      <a:pt x="449" y="913"/>
                      <a:pt x="454" y="915"/>
                    </a:cubicBezTo>
                    <a:cubicBezTo>
                      <a:pt x="452" y="919"/>
                      <a:pt x="451" y="919"/>
                      <a:pt x="452" y="923"/>
                    </a:cubicBezTo>
                    <a:cubicBezTo>
                      <a:pt x="450" y="927"/>
                      <a:pt x="450" y="928"/>
                      <a:pt x="451" y="930"/>
                    </a:cubicBezTo>
                    <a:cubicBezTo>
                      <a:pt x="453" y="937"/>
                      <a:pt x="463" y="930"/>
                      <a:pt x="459" y="932"/>
                    </a:cubicBezTo>
                    <a:cubicBezTo>
                      <a:pt x="454" y="936"/>
                      <a:pt x="449" y="941"/>
                      <a:pt x="452" y="949"/>
                    </a:cubicBezTo>
                    <a:cubicBezTo>
                      <a:pt x="453" y="952"/>
                      <a:pt x="467" y="944"/>
                      <a:pt x="474" y="941"/>
                    </a:cubicBezTo>
                    <a:cubicBezTo>
                      <a:pt x="484" y="937"/>
                      <a:pt x="497" y="930"/>
                      <a:pt x="501" y="924"/>
                    </a:cubicBezTo>
                    <a:cubicBezTo>
                      <a:pt x="504" y="918"/>
                      <a:pt x="511" y="907"/>
                      <a:pt x="513" y="902"/>
                    </a:cubicBezTo>
                    <a:cubicBezTo>
                      <a:pt x="516" y="895"/>
                      <a:pt x="515" y="891"/>
                      <a:pt x="517" y="886"/>
                    </a:cubicBezTo>
                    <a:cubicBezTo>
                      <a:pt x="519" y="882"/>
                      <a:pt x="523" y="876"/>
                      <a:pt x="521" y="871"/>
                    </a:cubicBezTo>
                  </a:path>
                </a:pathLst>
              </a:custGeom>
              <a:solidFill>
                <a:srgbClr val="F3E7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3576" name="Freeform 208">
                <a:extLst>
                  <a:ext uri="{FF2B5EF4-FFF2-40B4-BE49-F238E27FC236}">
                    <a16:creationId xmlns:a16="http://schemas.microsoft.com/office/drawing/2014/main" id="{4A0B4915-C92C-4E19-97C4-60AD90912D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4" y="2286"/>
                <a:ext cx="120" cy="340"/>
              </a:xfrm>
              <a:custGeom>
                <a:avLst/>
                <a:gdLst>
                  <a:gd name="T0" fmla="*/ 50 w 74"/>
                  <a:gd name="T1" fmla="*/ 0 h 209"/>
                  <a:gd name="T2" fmla="*/ 68 w 74"/>
                  <a:gd name="T3" fmla="*/ 233 h 209"/>
                  <a:gd name="T4" fmla="*/ 42 w 74"/>
                  <a:gd name="T5" fmla="*/ 363 h 209"/>
                  <a:gd name="T6" fmla="*/ 26 w 74"/>
                  <a:gd name="T7" fmla="*/ 586 h 209"/>
                  <a:gd name="T8" fmla="*/ 21 w 74"/>
                  <a:gd name="T9" fmla="*/ 742 h 209"/>
                  <a:gd name="T10" fmla="*/ 13 w 74"/>
                  <a:gd name="T11" fmla="*/ 776 h 209"/>
                  <a:gd name="T12" fmla="*/ 8 w 74"/>
                  <a:gd name="T13" fmla="*/ 805 h 209"/>
                  <a:gd name="T14" fmla="*/ 42 w 74"/>
                  <a:gd name="T15" fmla="*/ 812 h 209"/>
                  <a:gd name="T16" fmla="*/ 13 w 74"/>
                  <a:gd name="T17" fmla="*/ 887 h 209"/>
                  <a:gd name="T18" fmla="*/ 107 w 74"/>
                  <a:gd name="T19" fmla="*/ 852 h 209"/>
                  <a:gd name="T20" fmla="*/ 221 w 74"/>
                  <a:gd name="T21" fmla="*/ 778 h 209"/>
                  <a:gd name="T22" fmla="*/ 274 w 74"/>
                  <a:gd name="T23" fmla="*/ 685 h 209"/>
                  <a:gd name="T24" fmla="*/ 289 w 74"/>
                  <a:gd name="T25" fmla="*/ 617 h 209"/>
                  <a:gd name="T26" fmla="*/ 308 w 74"/>
                  <a:gd name="T27" fmla="*/ 550 h 20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74" h="209">
                    <a:moveTo>
                      <a:pt x="12" y="0"/>
                    </a:moveTo>
                    <a:cubicBezTo>
                      <a:pt x="15" y="26"/>
                      <a:pt x="17" y="48"/>
                      <a:pt x="16" y="54"/>
                    </a:cubicBezTo>
                    <a:cubicBezTo>
                      <a:pt x="16" y="61"/>
                      <a:pt x="14" y="72"/>
                      <a:pt x="10" y="84"/>
                    </a:cubicBezTo>
                    <a:cubicBezTo>
                      <a:pt x="5" y="102"/>
                      <a:pt x="5" y="128"/>
                      <a:pt x="6" y="136"/>
                    </a:cubicBezTo>
                    <a:cubicBezTo>
                      <a:pt x="4" y="147"/>
                      <a:pt x="0" y="170"/>
                      <a:pt x="5" y="172"/>
                    </a:cubicBezTo>
                    <a:cubicBezTo>
                      <a:pt x="3" y="176"/>
                      <a:pt x="2" y="176"/>
                      <a:pt x="3" y="180"/>
                    </a:cubicBezTo>
                    <a:cubicBezTo>
                      <a:pt x="1" y="184"/>
                      <a:pt x="1" y="185"/>
                      <a:pt x="2" y="187"/>
                    </a:cubicBezTo>
                    <a:cubicBezTo>
                      <a:pt x="4" y="194"/>
                      <a:pt x="14" y="187"/>
                      <a:pt x="10" y="189"/>
                    </a:cubicBezTo>
                    <a:cubicBezTo>
                      <a:pt x="5" y="193"/>
                      <a:pt x="0" y="198"/>
                      <a:pt x="3" y="206"/>
                    </a:cubicBezTo>
                    <a:cubicBezTo>
                      <a:pt x="4" y="209"/>
                      <a:pt x="18" y="201"/>
                      <a:pt x="25" y="198"/>
                    </a:cubicBezTo>
                    <a:cubicBezTo>
                      <a:pt x="35" y="194"/>
                      <a:pt x="48" y="187"/>
                      <a:pt x="52" y="181"/>
                    </a:cubicBezTo>
                    <a:cubicBezTo>
                      <a:pt x="55" y="175"/>
                      <a:pt x="62" y="164"/>
                      <a:pt x="64" y="159"/>
                    </a:cubicBezTo>
                    <a:cubicBezTo>
                      <a:pt x="67" y="152"/>
                      <a:pt x="66" y="148"/>
                      <a:pt x="68" y="143"/>
                    </a:cubicBezTo>
                    <a:cubicBezTo>
                      <a:pt x="70" y="139"/>
                      <a:pt x="74" y="133"/>
                      <a:pt x="72" y="128"/>
                    </a:cubicBezTo>
                  </a:path>
                </a:pathLst>
              </a:custGeom>
              <a:noFill/>
              <a:ln w="3175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3577" name="Freeform 209">
                <a:extLst>
                  <a:ext uri="{FF2B5EF4-FFF2-40B4-BE49-F238E27FC236}">
                    <a16:creationId xmlns:a16="http://schemas.microsoft.com/office/drawing/2014/main" id="{4CA6ADAF-FBDA-4C7D-B188-CCEA0455E8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5" y="1697"/>
                <a:ext cx="34" cy="281"/>
              </a:xfrm>
              <a:custGeom>
                <a:avLst/>
                <a:gdLst>
                  <a:gd name="T0" fmla="*/ 89 w 21"/>
                  <a:gd name="T1" fmla="*/ 741 h 173"/>
                  <a:gd name="T2" fmla="*/ 8 w 21"/>
                  <a:gd name="T3" fmla="*/ 460 h 173"/>
                  <a:gd name="T4" fmla="*/ 16 w 21"/>
                  <a:gd name="T5" fmla="*/ 132 h 173"/>
                  <a:gd name="T6" fmla="*/ 0 w 21"/>
                  <a:gd name="T7" fmla="*/ 0 h 173"/>
                  <a:gd name="T8" fmla="*/ 81 w 21"/>
                  <a:gd name="T9" fmla="*/ 460 h 173"/>
                  <a:gd name="T10" fmla="*/ 89 w 21"/>
                  <a:gd name="T11" fmla="*/ 741 h 17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1" h="173">
                    <a:moveTo>
                      <a:pt x="21" y="173"/>
                    </a:moveTo>
                    <a:cubicBezTo>
                      <a:pt x="12" y="154"/>
                      <a:pt x="1" y="129"/>
                      <a:pt x="2" y="107"/>
                    </a:cubicBezTo>
                    <a:cubicBezTo>
                      <a:pt x="3" y="90"/>
                      <a:pt x="2" y="67"/>
                      <a:pt x="4" y="3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4" y="29"/>
                      <a:pt x="17" y="95"/>
                      <a:pt x="19" y="107"/>
                    </a:cubicBezTo>
                    <a:cubicBezTo>
                      <a:pt x="20" y="115"/>
                      <a:pt x="18" y="140"/>
                      <a:pt x="21" y="173"/>
                    </a:cubicBezTo>
                  </a:path>
                </a:pathLst>
              </a:custGeom>
              <a:noFill/>
              <a:ln w="3175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3578" name="Freeform 210">
                <a:extLst>
                  <a:ext uri="{FF2B5EF4-FFF2-40B4-BE49-F238E27FC236}">
                    <a16:creationId xmlns:a16="http://schemas.microsoft.com/office/drawing/2014/main" id="{27C75AE8-C089-4E9B-B816-BCB6F27216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8" y="1978"/>
                <a:ext cx="658" cy="2059"/>
              </a:xfrm>
              <a:custGeom>
                <a:avLst/>
                <a:gdLst>
                  <a:gd name="T0" fmla="*/ 0 w 404"/>
                  <a:gd name="T1" fmla="*/ 727 h 1266"/>
                  <a:gd name="T2" fmla="*/ 81 w 404"/>
                  <a:gd name="T3" fmla="*/ 1283 h 1266"/>
                  <a:gd name="T4" fmla="*/ 233 w 404"/>
                  <a:gd name="T5" fmla="*/ 1963 h 1266"/>
                  <a:gd name="T6" fmla="*/ 342 w 404"/>
                  <a:gd name="T7" fmla="*/ 2677 h 1266"/>
                  <a:gd name="T8" fmla="*/ 366 w 404"/>
                  <a:gd name="T9" fmla="*/ 3058 h 1266"/>
                  <a:gd name="T10" fmla="*/ 432 w 404"/>
                  <a:gd name="T11" fmla="*/ 4012 h 1266"/>
                  <a:gd name="T12" fmla="*/ 510 w 404"/>
                  <a:gd name="T13" fmla="*/ 4634 h 1266"/>
                  <a:gd name="T14" fmla="*/ 528 w 404"/>
                  <a:gd name="T15" fmla="*/ 4904 h 1266"/>
                  <a:gd name="T16" fmla="*/ 502 w 404"/>
                  <a:gd name="T17" fmla="*/ 5063 h 1266"/>
                  <a:gd name="T18" fmla="*/ 389 w 404"/>
                  <a:gd name="T19" fmla="*/ 5256 h 1266"/>
                  <a:gd name="T20" fmla="*/ 389 w 404"/>
                  <a:gd name="T21" fmla="*/ 5325 h 1266"/>
                  <a:gd name="T22" fmla="*/ 432 w 404"/>
                  <a:gd name="T23" fmla="*/ 5385 h 1266"/>
                  <a:gd name="T24" fmla="*/ 523 w 404"/>
                  <a:gd name="T25" fmla="*/ 5406 h 1266"/>
                  <a:gd name="T26" fmla="*/ 632 w 404"/>
                  <a:gd name="T27" fmla="*/ 5404 h 1266"/>
                  <a:gd name="T28" fmla="*/ 751 w 404"/>
                  <a:gd name="T29" fmla="*/ 5406 h 1266"/>
                  <a:gd name="T30" fmla="*/ 819 w 404"/>
                  <a:gd name="T31" fmla="*/ 5253 h 1266"/>
                  <a:gd name="T32" fmla="*/ 832 w 404"/>
                  <a:gd name="T33" fmla="*/ 5136 h 1266"/>
                  <a:gd name="T34" fmla="*/ 831 w 404"/>
                  <a:gd name="T35" fmla="*/ 4991 h 1266"/>
                  <a:gd name="T36" fmla="*/ 811 w 404"/>
                  <a:gd name="T37" fmla="*/ 4891 h 1266"/>
                  <a:gd name="T38" fmla="*/ 798 w 404"/>
                  <a:gd name="T39" fmla="*/ 4738 h 1266"/>
                  <a:gd name="T40" fmla="*/ 751 w 404"/>
                  <a:gd name="T41" fmla="*/ 4430 h 1266"/>
                  <a:gd name="T42" fmla="*/ 811 w 404"/>
                  <a:gd name="T43" fmla="*/ 3290 h 1266"/>
                  <a:gd name="T44" fmla="*/ 796 w 404"/>
                  <a:gd name="T45" fmla="*/ 2897 h 1266"/>
                  <a:gd name="T46" fmla="*/ 809 w 404"/>
                  <a:gd name="T47" fmla="*/ 2482 h 1266"/>
                  <a:gd name="T48" fmla="*/ 803 w 404"/>
                  <a:gd name="T49" fmla="*/ 1812 h 1266"/>
                  <a:gd name="T50" fmla="*/ 809 w 404"/>
                  <a:gd name="T51" fmla="*/ 1306 h 1266"/>
                  <a:gd name="T52" fmla="*/ 809 w 404"/>
                  <a:gd name="T53" fmla="*/ 1304 h 1266"/>
                  <a:gd name="T54" fmla="*/ 844 w 404"/>
                  <a:gd name="T55" fmla="*/ 1312 h 1266"/>
                  <a:gd name="T56" fmla="*/ 847 w 404"/>
                  <a:gd name="T57" fmla="*/ 1312 h 1266"/>
                  <a:gd name="T58" fmla="*/ 894 w 404"/>
                  <a:gd name="T59" fmla="*/ 1299 h 1266"/>
                  <a:gd name="T60" fmla="*/ 891 w 404"/>
                  <a:gd name="T61" fmla="*/ 1306 h 1266"/>
                  <a:gd name="T62" fmla="*/ 894 w 404"/>
                  <a:gd name="T63" fmla="*/ 1812 h 1266"/>
                  <a:gd name="T64" fmla="*/ 891 w 404"/>
                  <a:gd name="T65" fmla="*/ 2482 h 1266"/>
                  <a:gd name="T66" fmla="*/ 902 w 404"/>
                  <a:gd name="T67" fmla="*/ 2897 h 1266"/>
                  <a:gd name="T68" fmla="*/ 886 w 404"/>
                  <a:gd name="T69" fmla="*/ 3290 h 1266"/>
                  <a:gd name="T70" fmla="*/ 941 w 404"/>
                  <a:gd name="T71" fmla="*/ 4430 h 1266"/>
                  <a:gd name="T72" fmla="*/ 894 w 404"/>
                  <a:gd name="T73" fmla="*/ 4738 h 1266"/>
                  <a:gd name="T74" fmla="*/ 886 w 404"/>
                  <a:gd name="T75" fmla="*/ 4891 h 1266"/>
                  <a:gd name="T76" fmla="*/ 868 w 404"/>
                  <a:gd name="T77" fmla="*/ 4991 h 1266"/>
                  <a:gd name="T78" fmla="*/ 865 w 404"/>
                  <a:gd name="T79" fmla="*/ 5136 h 1266"/>
                  <a:gd name="T80" fmla="*/ 878 w 404"/>
                  <a:gd name="T81" fmla="*/ 5253 h 1266"/>
                  <a:gd name="T82" fmla="*/ 941 w 404"/>
                  <a:gd name="T83" fmla="*/ 5377 h 1266"/>
                  <a:gd name="T84" fmla="*/ 1067 w 404"/>
                  <a:gd name="T85" fmla="*/ 5404 h 1266"/>
                  <a:gd name="T86" fmla="*/ 1169 w 404"/>
                  <a:gd name="T87" fmla="*/ 5406 h 1266"/>
                  <a:gd name="T88" fmla="*/ 1266 w 404"/>
                  <a:gd name="T89" fmla="*/ 5385 h 1266"/>
                  <a:gd name="T90" fmla="*/ 1308 w 404"/>
                  <a:gd name="T91" fmla="*/ 5325 h 1266"/>
                  <a:gd name="T92" fmla="*/ 1308 w 404"/>
                  <a:gd name="T93" fmla="*/ 5256 h 1266"/>
                  <a:gd name="T94" fmla="*/ 1194 w 404"/>
                  <a:gd name="T95" fmla="*/ 5063 h 1266"/>
                  <a:gd name="T96" fmla="*/ 1169 w 404"/>
                  <a:gd name="T97" fmla="*/ 4904 h 1266"/>
                  <a:gd name="T98" fmla="*/ 1189 w 404"/>
                  <a:gd name="T99" fmla="*/ 4634 h 1266"/>
                  <a:gd name="T100" fmla="*/ 1266 w 404"/>
                  <a:gd name="T101" fmla="*/ 4032 h 1266"/>
                  <a:gd name="T102" fmla="*/ 1332 w 404"/>
                  <a:gd name="T103" fmla="*/ 3058 h 1266"/>
                  <a:gd name="T104" fmla="*/ 1366 w 404"/>
                  <a:gd name="T105" fmla="*/ 2630 h 1266"/>
                  <a:gd name="T106" fmla="*/ 1472 w 404"/>
                  <a:gd name="T107" fmla="*/ 1880 h 1266"/>
                  <a:gd name="T108" fmla="*/ 1637 w 404"/>
                  <a:gd name="T109" fmla="*/ 1285 h 1266"/>
                  <a:gd name="T110" fmla="*/ 1712 w 404"/>
                  <a:gd name="T111" fmla="*/ 569 h 1266"/>
                  <a:gd name="T112" fmla="*/ 1586 w 404"/>
                  <a:gd name="T113" fmla="*/ 39 h 1266"/>
                  <a:gd name="T114" fmla="*/ 1568 w 404"/>
                  <a:gd name="T115" fmla="*/ 0 h 126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</a:gdLst>
                <a:ahLst/>
                <a:cxnLst>
                  <a:cxn ang="T116">
                    <a:pos x="T0" y="T1"/>
                  </a:cxn>
                  <a:cxn ang="T117">
                    <a:pos x="T2" y="T3"/>
                  </a:cxn>
                  <a:cxn ang="T118">
                    <a:pos x="T4" y="T5"/>
                  </a:cxn>
                  <a:cxn ang="T119">
                    <a:pos x="T6" y="T7"/>
                  </a:cxn>
                  <a:cxn ang="T120">
                    <a:pos x="T8" y="T9"/>
                  </a:cxn>
                  <a:cxn ang="T121">
                    <a:pos x="T10" y="T11"/>
                  </a:cxn>
                  <a:cxn ang="T122">
                    <a:pos x="T12" y="T13"/>
                  </a:cxn>
                  <a:cxn ang="T123">
                    <a:pos x="T14" y="T15"/>
                  </a:cxn>
                  <a:cxn ang="T124">
                    <a:pos x="T16" y="T17"/>
                  </a:cxn>
                  <a:cxn ang="T125">
                    <a:pos x="T18" y="T19"/>
                  </a:cxn>
                  <a:cxn ang="T126">
                    <a:pos x="T20" y="T21"/>
                  </a:cxn>
                  <a:cxn ang="T127">
                    <a:pos x="T22" y="T23"/>
                  </a:cxn>
                  <a:cxn ang="T128">
                    <a:pos x="T24" y="T25"/>
                  </a:cxn>
                  <a:cxn ang="T129">
                    <a:pos x="T26" y="T27"/>
                  </a:cxn>
                  <a:cxn ang="T130">
                    <a:pos x="T28" y="T29"/>
                  </a:cxn>
                  <a:cxn ang="T131">
                    <a:pos x="T30" y="T31"/>
                  </a:cxn>
                  <a:cxn ang="T132">
                    <a:pos x="T32" y="T33"/>
                  </a:cxn>
                  <a:cxn ang="T133">
                    <a:pos x="T34" y="T35"/>
                  </a:cxn>
                  <a:cxn ang="T134">
                    <a:pos x="T36" y="T37"/>
                  </a:cxn>
                  <a:cxn ang="T135">
                    <a:pos x="T38" y="T39"/>
                  </a:cxn>
                  <a:cxn ang="T136">
                    <a:pos x="T40" y="T41"/>
                  </a:cxn>
                  <a:cxn ang="T137">
                    <a:pos x="T42" y="T43"/>
                  </a:cxn>
                  <a:cxn ang="T138">
                    <a:pos x="T44" y="T45"/>
                  </a:cxn>
                  <a:cxn ang="T139">
                    <a:pos x="T46" y="T47"/>
                  </a:cxn>
                  <a:cxn ang="T140">
                    <a:pos x="T48" y="T49"/>
                  </a:cxn>
                  <a:cxn ang="T141">
                    <a:pos x="T50" y="T51"/>
                  </a:cxn>
                  <a:cxn ang="T142">
                    <a:pos x="T52" y="T53"/>
                  </a:cxn>
                  <a:cxn ang="T143">
                    <a:pos x="T54" y="T55"/>
                  </a:cxn>
                  <a:cxn ang="T144">
                    <a:pos x="T56" y="T57"/>
                  </a:cxn>
                  <a:cxn ang="T145">
                    <a:pos x="T58" y="T59"/>
                  </a:cxn>
                  <a:cxn ang="T146">
                    <a:pos x="T60" y="T61"/>
                  </a:cxn>
                  <a:cxn ang="T147">
                    <a:pos x="T62" y="T63"/>
                  </a:cxn>
                  <a:cxn ang="T148">
                    <a:pos x="T64" y="T65"/>
                  </a:cxn>
                  <a:cxn ang="T149">
                    <a:pos x="T66" y="T67"/>
                  </a:cxn>
                  <a:cxn ang="T150">
                    <a:pos x="T68" y="T69"/>
                  </a:cxn>
                  <a:cxn ang="T151">
                    <a:pos x="T70" y="T71"/>
                  </a:cxn>
                  <a:cxn ang="T152">
                    <a:pos x="T72" y="T73"/>
                  </a:cxn>
                  <a:cxn ang="T153">
                    <a:pos x="T74" y="T75"/>
                  </a:cxn>
                  <a:cxn ang="T154">
                    <a:pos x="T76" y="T77"/>
                  </a:cxn>
                  <a:cxn ang="T155">
                    <a:pos x="T78" y="T79"/>
                  </a:cxn>
                  <a:cxn ang="T156">
                    <a:pos x="T80" y="T81"/>
                  </a:cxn>
                  <a:cxn ang="T157">
                    <a:pos x="T82" y="T83"/>
                  </a:cxn>
                  <a:cxn ang="T158">
                    <a:pos x="T84" y="T85"/>
                  </a:cxn>
                  <a:cxn ang="T159">
                    <a:pos x="T86" y="T87"/>
                  </a:cxn>
                  <a:cxn ang="T160">
                    <a:pos x="T88" y="T89"/>
                  </a:cxn>
                  <a:cxn ang="T161">
                    <a:pos x="T90" y="T91"/>
                  </a:cxn>
                  <a:cxn ang="T162">
                    <a:pos x="T92" y="T93"/>
                  </a:cxn>
                  <a:cxn ang="T163">
                    <a:pos x="T94" y="T95"/>
                  </a:cxn>
                  <a:cxn ang="T164">
                    <a:pos x="T96" y="T97"/>
                  </a:cxn>
                  <a:cxn ang="T165">
                    <a:pos x="T98" y="T99"/>
                  </a:cxn>
                  <a:cxn ang="T166">
                    <a:pos x="T100" y="T101"/>
                  </a:cxn>
                  <a:cxn ang="T167">
                    <a:pos x="T102" y="T103"/>
                  </a:cxn>
                  <a:cxn ang="T168">
                    <a:pos x="T104" y="T105"/>
                  </a:cxn>
                  <a:cxn ang="T169">
                    <a:pos x="T106" y="T107"/>
                  </a:cxn>
                  <a:cxn ang="T170">
                    <a:pos x="T108" y="T109"/>
                  </a:cxn>
                  <a:cxn ang="T171">
                    <a:pos x="T110" y="T111"/>
                  </a:cxn>
                  <a:cxn ang="T172">
                    <a:pos x="T112" y="T113"/>
                  </a:cxn>
                  <a:cxn ang="T173">
                    <a:pos x="T114" y="T115"/>
                  </a:cxn>
                </a:cxnLst>
                <a:rect l="0" t="0" r="r" b="b"/>
                <a:pathLst>
                  <a:path w="404" h="1266">
                    <a:moveTo>
                      <a:pt x="0" y="169"/>
                    </a:moveTo>
                    <a:cubicBezTo>
                      <a:pt x="2" y="202"/>
                      <a:pt x="13" y="238"/>
                      <a:pt x="19" y="298"/>
                    </a:cubicBezTo>
                    <a:cubicBezTo>
                      <a:pt x="24" y="354"/>
                      <a:pt x="41" y="393"/>
                      <a:pt x="54" y="456"/>
                    </a:cubicBezTo>
                    <a:cubicBezTo>
                      <a:pt x="66" y="512"/>
                      <a:pt x="81" y="577"/>
                      <a:pt x="79" y="622"/>
                    </a:cubicBezTo>
                    <a:cubicBezTo>
                      <a:pt x="77" y="663"/>
                      <a:pt x="79" y="682"/>
                      <a:pt x="85" y="711"/>
                    </a:cubicBezTo>
                    <a:cubicBezTo>
                      <a:pt x="91" y="737"/>
                      <a:pt x="88" y="858"/>
                      <a:pt x="100" y="933"/>
                    </a:cubicBezTo>
                    <a:cubicBezTo>
                      <a:pt x="112" y="1008"/>
                      <a:pt x="114" y="1059"/>
                      <a:pt x="118" y="1077"/>
                    </a:cubicBezTo>
                    <a:cubicBezTo>
                      <a:pt x="126" y="1116"/>
                      <a:pt x="119" y="1120"/>
                      <a:pt x="122" y="1140"/>
                    </a:cubicBezTo>
                    <a:cubicBezTo>
                      <a:pt x="125" y="1160"/>
                      <a:pt x="126" y="1157"/>
                      <a:pt x="116" y="1177"/>
                    </a:cubicBezTo>
                    <a:cubicBezTo>
                      <a:pt x="108" y="1189"/>
                      <a:pt x="95" y="1216"/>
                      <a:pt x="90" y="1222"/>
                    </a:cubicBezTo>
                    <a:cubicBezTo>
                      <a:pt x="86" y="1228"/>
                      <a:pt x="88" y="1234"/>
                      <a:pt x="90" y="1238"/>
                    </a:cubicBezTo>
                    <a:cubicBezTo>
                      <a:pt x="87" y="1247"/>
                      <a:pt x="97" y="1252"/>
                      <a:pt x="100" y="1252"/>
                    </a:cubicBezTo>
                    <a:cubicBezTo>
                      <a:pt x="99" y="1263"/>
                      <a:pt x="117" y="1262"/>
                      <a:pt x="121" y="1257"/>
                    </a:cubicBezTo>
                    <a:cubicBezTo>
                      <a:pt x="127" y="1263"/>
                      <a:pt x="140" y="1263"/>
                      <a:pt x="146" y="1256"/>
                    </a:cubicBezTo>
                    <a:cubicBezTo>
                      <a:pt x="155" y="1264"/>
                      <a:pt x="169" y="1266"/>
                      <a:pt x="174" y="1257"/>
                    </a:cubicBezTo>
                    <a:cubicBezTo>
                      <a:pt x="182" y="1242"/>
                      <a:pt x="191" y="1232"/>
                      <a:pt x="190" y="1221"/>
                    </a:cubicBezTo>
                    <a:cubicBezTo>
                      <a:pt x="189" y="1210"/>
                      <a:pt x="191" y="1207"/>
                      <a:pt x="193" y="1194"/>
                    </a:cubicBezTo>
                    <a:cubicBezTo>
                      <a:pt x="195" y="1180"/>
                      <a:pt x="197" y="1170"/>
                      <a:pt x="192" y="1160"/>
                    </a:cubicBezTo>
                    <a:cubicBezTo>
                      <a:pt x="188" y="1151"/>
                      <a:pt x="188" y="1147"/>
                      <a:pt x="188" y="1137"/>
                    </a:cubicBezTo>
                    <a:cubicBezTo>
                      <a:pt x="188" y="1128"/>
                      <a:pt x="191" y="1113"/>
                      <a:pt x="185" y="1101"/>
                    </a:cubicBezTo>
                    <a:cubicBezTo>
                      <a:pt x="180" y="1089"/>
                      <a:pt x="173" y="1061"/>
                      <a:pt x="174" y="1030"/>
                    </a:cubicBezTo>
                    <a:cubicBezTo>
                      <a:pt x="175" y="999"/>
                      <a:pt x="196" y="825"/>
                      <a:pt x="188" y="765"/>
                    </a:cubicBezTo>
                    <a:cubicBezTo>
                      <a:pt x="179" y="705"/>
                      <a:pt x="182" y="693"/>
                      <a:pt x="184" y="673"/>
                    </a:cubicBezTo>
                    <a:cubicBezTo>
                      <a:pt x="186" y="653"/>
                      <a:pt x="192" y="620"/>
                      <a:pt x="187" y="577"/>
                    </a:cubicBezTo>
                    <a:cubicBezTo>
                      <a:pt x="185" y="560"/>
                      <a:pt x="186" y="491"/>
                      <a:pt x="186" y="421"/>
                    </a:cubicBezTo>
                    <a:cubicBezTo>
                      <a:pt x="186" y="375"/>
                      <a:pt x="198" y="316"/>
                      <a:pt x="187" y="304"/>
                    </a:cubicBezTo>
                    <a:cubicBezTo>
                      <a:pt x="187" y="303"/>
                      <a:pt x="187" y="303"/>
                      <a:pt x="187" y="303"/>
                    </a:cubicBezTo>
                    <a:cubicBezTo>
                      <a:pt x="190" y="304"/>
                      <a:pt x="193" y="305"/>
                      <a:pt x="195" y="305"/>
                    </a:cubicBezTo>
                    <a:cubicBezTo>
                      <a:pt x="196" y="305"/>
                      <a:pt x="196" y="305"/>
                      <a:pt x="196" y="305"/>
                    </a:cubicBezTo>
                    <a:cubicBezTo>
                      <a:pt x="199" y="305"/>
                      <a:pt x="203" y="304"/>
                      <a:pt x="207" y="302"/>
                    </a:cubicBezTo>
                    <a:cubicBezTo>
                      <a:pt x="206" y="304"/>
                      <a:pt x="206" y="304"/>
                      <a:pt x="206" y="304"/>
                    </a:cubicBezTo>
                    <a:cubicBezTo>
                      <a:pt x="195" y="316"/>
                      <a:pt x="206" y="375"/>
                      <a:pt x="207" y="421"/>
                    </a:cubicBezTo>
                    <a:cubicBezTo>
                      <a:pt x="207" y="491"/>
                      <a:pt x="208" y="560"/>
                      <a:pt x="206" y="577"/>
                    </a:cubicBezTo>
                    <a:cubicBezTo>
                      <a:pt x="201" y="620"/>
                      <a:pt x="206" y="653"/>
                      <a:pt x="209" y="673"/>
                    </a:cubicBezTo>
                    <a:cubicBezTo>
                      <a:pt x="211" y="693"/>
                      <a:pt x="214" y="705"/>
                      <a:pt x="205" y="765"/>
                    </a:cubicBezTo>
                    <a:cubicBezTo>
                      <a:pt x="196" y="825"/>
                      <a:pt x="217" y="999"/>
                      <a:pt x="218" y="1030"/>
                    </a:cubicBezTo>
                    <a:cubicBezTo>
                      <a:pt x="219" y="1061"/>
                      <a:pt x="213" y="1089"/>
                      <a:pt x="207" y="1101"/>
                    </a:cubicBezTo>
                    <a:cubicBezTo>
                      <a:pt x="202" y="1113"/>
                      <a:pt x="205" y="1128"/>
                      <a:pt x="205" y="1137"/>
                    </a:cubicBezTo>
                    <a:cubicBezTo>
                      <a:pt x="205" y="1147"/>
                      <a:pt x="205" y="1151"/>
                      <a:pt x="201" y="1160"/>
                    </a:cubicBezTo>
                    <a:cubicBezTo>
                      <a:pt x="196" y="1170"/>
                      <a:pt x="198" y="1180"/>
                      <a:pt x="200" y="1194"/>
                    </a:cubicBezTo>
                    <a:cubicBezTo>
                      <a:pt x="202" y="1207"/>
                      <a:pt x="204" y="1210"/>
                      <a:pt x="203" y="1221"/>
                    </a:cubicBezTo>
                    <a:cubicBezTo>
                      <a:pt x="202" y="1232"/>
                      <a:pt x="210" y="1238"/>
                      <a:pt x="218" y="1250"/>
                    </a:cubicBezTo>
                    <a:cubicBezTo>
                      <a:pt x="228" y="1265"/>
                      <a:pt x="238" y="1264"/>
                      <a:pt x="247" y="1256"/>
                    </a:cubicBezTo>
                    <a:cubicBezTo>
                      <a:pt x="252" y="1263"/>
                      <a:pt x="266" y="1263"/>
                      <a:pt x="271" y="1257"/>
                    </a:cubicBezTo>
                    <a:cubicBezTo>
                      <a:pt x="276" y="1262"/>
                      <a:pt x="294" y="1263"/>
                      <a:pt x="293" y="1252"/>
                    </a:cubicBezTo>
                    <a:cubicBezTo>
                      <a:pt x="296" y="1252"/>
                      <a:pt x="306" y="1247"/>
                      <a:pt x="303" y="1238"/>
                    </a:cubicBezTo>
                    <a:cubicBezTo>
                      <a:pt x="305" y="1234"/>
                      <a:pt x="307" y="1228"/>
                      <a:pt x="303" y="1222"/>
                    </a:cubicBezTo>
                    <a:cubicBezTo>
                      <a:pt x="298" y="1216"/>
                      <a:pt x="284" y="1189"/>
                      <a:pt x="276" y="1177"/>
                    </a:cubicBezTo>
                    <a:cubicBezTo>
                      <a:pt x="267" y="1157"/>
                      <a:pt x="267" y="1160"/>
                      <a:pt x="271" y="1140"/>
                    </a:cubicBezTo>
                    <a:cubicBezTo>
                      <a:pt x="274" y="1120"/>
                      <a:pt x="267" y="1116"/>
                      <a:pt x="275" y="1077"/>
                    </a:cubicBezTo>
                    <a:cubicBezTo>
                      <a:pt x="278" y="1059"/>
                      <a:pt x="282" y="1014"/>
                      <a:pt x="293" y="937"/>
                    </a:cubicBezTo>
                    <a:cubicBezTo>
                      <a:pt x="305" y="860"/>
                      <a:pt x="306" y="738"/>
                      <a:pt x="308" y="711"/>
                    </a:cubicBezTo>
                    <a:cubicBezTo>
                      <a:pt x="309" y="684"/>
                      <a:pt x="317" y="658"/>
                      <a:pt x="316" y="611"/>
                    </a:cubicBezTo>
                    <a:cubicBezTo>
                      <a:pt x="314" y="569"/>
                      <a:pt x="329" y="493"/>
                      <a:pt x="341" y="437"/>
                    </a:cubicBezTo>
                    <a:cubicBezTo>
                      <a:pt x="354" y="374"/>
                      <a:pt x="374" y="355"/>
                      <a:pt x="379" y="299"/>
                    </a:cubicBezTo>
                    <a:cubicBezTo>
                      <a:pt x="387" y="219"/>
                      <a:pt x="404" y="176"/>
                      <a:pt x="396" y="132"/>
                    </a:cubicBezTo>
                    <a:cubicBezTo>
                      <a:pt x="387" y="76"/>
                      <a:pt x="377" y="29"/>
                      <a:pt x="367" y="9"/>
                    </a:cubicBezTo>
                    <a:cubicBezTo>
                      <a:pt x="366" y="6"/>
                      <a:pt x="364" y="3"/>
                      <a:pt x="363" y="0"/>
                    </a:cubicBezTo>
                  </a:path>
                </a:pathLst>
              </a:custGeom>
              <a:noFill/>
              <a:ln w="3175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3579" name="Freeform 211">
                <a:extLst>
                  <a:ext uri="{FF2B5EF4-FFF2-40B4-BE49-F238E27FC236}">
                    <a16:creationId xmlns:a16="http://schemas.microsoft.com/office/drawing/2014/main" id="{85F1F733-EE21-4E35-9B3B-1DC39F488C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6" y="1699"/>
                <a:ext cx="36" cy="279"/>
              </a:xfrm>
              <a:custGeom>
                <a:avLst/>
                <a:gdLst>
                  <a:gd name="T0" fmla="*/ 0 w 22"/>
                  <a:gd name="T1" fmla="*/ 735 h 172"/>
                  <a:gd name="T2" fmla="*/ 8 w 22"/>
                  <a:gd name="T3" fmla="*/ 453 h 172"/>
                  <a:gd name="T4" fmla="*/ 92 w 22"/>
                  <a:gd name="T5" fmla="*/ 0 h 172"/>
                  <a:gd name="T6" fmla="*/ 92 w 22"/>
                  <a:gd name="T7" fmla="*/ 0 h 172"/>
                  <a:gd name="T8" fmla="*/ 92 w 22"/>
                  <a:gd name="T9" fmla="*/ 457 h 172"/>
                  <a:gd name="T10" fmla="*/ 0 w 22"/>
                  <a:gd name="T11" fmla="*/ 735 h 17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2" h="172">
                    <a:moveTo>
                      <a:pt x="0" y="172"/>
                    </a:moveTo>
                    <a:cubicBezTo>
                      <a:pt x="2" y="138"/>
                      <a:pt x="1" y="113"/>
                      <a:pt x="2" y="106"/>
                    </a:cubicBezTo>
                    <a:cubicBezTo>
                      <a:pt x="4" y="94"/>
                      <a:pt x="17" y="29"/>
                      <a:pt x="21" y="0"/>
                    </a:cubicBezTo>
                    <a:cubicBezTo>
                      <a:pt x="21" y="0"/>
                      <a:pt x="21" y="0"/>
                      <a:pt x="21" y="0"/>
                    </a:cubicBezTo>
                    <a:cubicBezTo>
                      <a:pt x="18" y="41"/>
                      <a:pt x="20" y="89"/>
                      <a:pt x="21" y="107"/>
                    </a:cubicBezTo>
                    <a:cubicBezTo>
                      <a:pt x="22" y="127"/>
                      <a:pt x="10" y="152"/>
                      <a:pt x="0" y="172"/>
                    </a:cubicBezTo>
                  </a:path>
                </a:pathLst>
              </a:custGeom>
              <a:noFill/>
              <a:ln w="3175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3580" name="Freeform 212">
                <a:extLst>
                  <a:ext uri="{FF2B5EF4-FFF2-40B4-BE49-F238E27FC236}">
                    <a16:creationId xmlns:a16="http://schemas.microsoft.com/office/drawing/2014/main" id="{8774034D-36D1-4C7C-A0F5-CFAC2E3502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" y="1094"/>
                <a:ext cx="366" cy="1532"/>
              </a:xfrm>
              <a:custGeom>
                <a:avLst/>
                <a:gdLst>
                  <a:gd name="T0" fmla="*/ 913 w 225"/>
                  <a:gd name="T1" fmla="*/ 0 h 942"/>
                  <a:gd name="T2" fmla="*/ 727 w 225"/>
                  <a:gd name="T3" fmla="*/ 330 h 942"/>
                  <a:gd name="T4" fmla="*/ 603 w 225"/>
                  <a:gd name="T5" fmla="*/ 363 h 942"/>
                  <a:gd name="T6" fmla="*/ 537 w 225"/>
                  <a:gd name="T7" fmla="*/ 379 h 942"/>
                  <a:gd name="T8" fmla="*/ 486 w 225"/>
                  <a:gd name="T9" fmla="*/ 410 h 942"/>
                  <a:gd name="T10" fmla="*/ 267 w 225"/>
                  <a:gd name="T11" fmla="*/ 857 h 942"/>
                  <a:gd name="T12" fmla="*/ 215 w 225"/>
                  <a:gd name="T13" fmla="*/ 1187 h 942"/>
                  <a:gd name="T14" fmla="*/ 166 w 225"/>
                  <a:gd name="T15" fmla="*/ 1690 h 942"/>
                  <a:gd name="T16" fmla="*/ 132 w 225"/>
                  <a:gd name="T17" fmla="*/ 2013 h 942"/>
                  <a:gd name="T18" fmla="*/ 96 w 225"/>
                  <a:gd name="T19" fmla="*/ 2664 h 942"/>
                  <a:gd name="T20" fmla="*/ 102 w 225"/>
                  <a:gd name="T21" fmla="*/ 3015 h 942"/>
                  <a:gd name="T22" fmla="*/ 54 w 225"/>
                  <a:gd name="T23" fmla="*/ 3467 h 942"/>
                  <a:gd name="T24" fmla="*/ 5 w 225"/>
                  <a:gd name="T25" fmla="*/ 3703 h 942"/>
                  <a:gd name="T26" fmla="*/ 26 w 225"/>
                  <a:gd name="T27" fmla="*/ 3770 h 942"/>
                  <a:gd name="T28" fmla="*/ 42 w 225"/>
                  <a:gd name="T29" fmla="*/ 3838 h 942"/>
                  <a:gd name="T30" fmla="*/ 96 w 225"/>
                  <a:gd name="T31" fmla="*/ 3931 h 942"/>
                  <a:gd name="T32" fmla="*/ 211 w 225"/>
                  <a:gd name="T33" fmla="*/ 4004 h 942"/>
                  <a:gd name="T34" fmla="*/ 304 w 225"/>
                  <a:gd name="T35" fmla="*/ 4038 h 942"/>
                  <a:gd name="T36" fmla="*/ 270 w 225"/>
                  <a:gd name="T37" fmla="*/ 3965 h 942"/>
                  <a:gd name="T38" fmla="*/ 309 w 225"/>
                  <a:gd name="T39" fmla="*/ 3957 h 942"/>
                  <a:gd name="T40" fmla="*/ 304 w 225"/>
                  <a:gd name="T41" fmla="*/ 3928 h 942"/>
                  <a:gd name="T42" fmla="*/ 296 w 225"/>
                  <a:gd name="T43" fmla="*/ 3893 h 942"/>
                  <a:gd name="T44" fmla="*/ 294 w 225"/>
                  <a:gd name="T45" fmla="*/ 3737 h 942"/>
                  <a:gd name="T46" fmla="*/ 270 w 225"/>
                  <a:gd name="T47" fmla="*/ 3514 h 942"/>
                  <a:gd name="T48" fmla="*/ 249 w 225"/>
                  <a:gd name="T49" fmla="*/ 3386 h 942"/>
                  <a:gd name="T50" fmla="*/ 351 w 225"/>
                  <a:gd name="T51" fmla="*/ 2666 h 942"/>
                  <a:gd name="T52" fmla="*/ 410 w 225"/>
                  <a:gd name="T53" fmla="*/ 2340 h 942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225" h="942">
                    <a:moveTo>
                      <a:pt x="212" y="0"/>
                    </a:moveTo>
                    <a:cubicBezTo>
                      <a:pt x="225" y="33"/>
                      <a:pt x="187" y="71"/>
                      <a:pt x="169" y="77"/>
                    </a:cubicBezTo>
                    <a:cubicBezTo>
                      <a:pt x="160" y="80"/>
                      <a:pt x="151" y="82"/>
                      <a:pt x="140" y="84"/>
                    </a:cubicBezTo>
                    <a:cubicBezTo>
                      <a:pt x="134" y="85"/>
                      <a:pt x="131" y="87"/>
                      <a:pt x="125" y="88"/>
                    </a:cubicBezTo>
                    <a:cubicBezTo>
                      <a:pt x="121" y="89"/>
                      <a:pt x="117" y="93"/>
                      <a:pt x="113" y="95"/>
                    </a:cubicBezTo>
                    <a:cubicBezTo>
                      <a:pt x="96" y="102"/>
                      <a:pt x="65" y="173"/>
                      <a:pt x="62" y="199"/>
                    </a:cubicBezTo>
                    <a:cubicBezTo>
                      <a:pt x="58" y="225"/>
                      <a:pt x="51" y="256"/>
                      <a:pt x="50" y="276"/>
                    </a:cubicBezTo>
                    <a:cubicBezTo>
                      <a:pt x="47" y="311"/>
                      <a:pt x="39" y="357"/>
                      <a:pt x="39" y="393"/>
                    </a:cubicBezTo>
                    <a:cubicBezTo>
                      <a:pt x="39" y="428"/>
                      <a:pt x="34" y="452"/>
                      <a:pt x="31" y="468"/>
                    </a:cubicBezTo>
                    <a:cubicBezTo>
                      <a:pt x="28" y="485"/>
                      <a:pt x="22" y="529"/>
                      <a:pt x="22" y="619"/>
                    </a:cubicBezTo>
                    <a:cubicBezTo>
                      <a:pt x="23" y="634"/>
                      <a:pt x="22" y="677"/>
                      <a:pt x="24" y="701"/>
                    </a:cubicBezTo>
                    <a:cubicBezTo>
                      <a:pt x="26" y="730"/>
                      <a:pt x="15" y="791"/>
                      <a:pt x="12" y="806"/>
                    </a:cubicBezTo>
                    <a:cubicBezTo>
                      <a:pt x="7" y="825"/>
                      <a:pt x="3" y="857"/>
                      <a:pt x="1" y="861"/>
                    </a:cubicBezTo>
                    <a:cubicBezTo>
                      <a:pt x="0" y="866"/>
                      <a:pt x="3" y="872"/>
                      <a:pt x="6" y="876"/>
                    </a:cubicBezTo>
                    <a:cubicBezTo>
                      <a:pt x="8" y="881"/>
                      <a:pt x="7" y="885"/>
                      <a:pt x="10" y="892"/>
                    </a:cubicBezTo>
                    <a:cubicBezTo>
                      <a:pt x="12" y="897"/>
                      <a:pt x="19" y="908"/>
                      <a:pt x="22" y="914"/>
                    </a:cubicBezTo>
                    <a:cubicBezTo>
                      <a:pt x="25" y="920"/>
                      <a:pt x="39" y="927"/>
                      <a:pt x="49" y="931"/>
                    </a:cubicBezTo>
                    <a:cubicBezTo>
                      <a:pt x="56" y="934"/>
                      <a:pt x="70" y="942"/>
                      <a:pt x="71" y="939"/>
                    </a:cubicBezTo>
                    <a:cubicBezTo>
                      <a:pt x="73" y="931"/>
                      <a:pt x="69" y="926"/>
                      <a:pt x="63" y="922"/>
                    </a:cubicBezTo>
                    <a:cubicBezTo>
                      <a:pt x="60" y="920"/>
                      <a:pt x="70" y="927"/>
                      <a:pt x="72" y="920"/>
                    </a:cubicBezTo>
                    <a:cubicBezTo>
                      <a:pt x="72" y="918"/>
                      <a:pt x="72" y="917"/>
                      <a:pt x="71" y="913"/>
                    </a:cubicBezTo>
                    <a:cubicBezTo>
                      <a:pt x="72" y="909"/>
                      <a:pt x="71" y="909"/>
                      <a:pt x="69" y="905"/>
                    </a:cubicBezTo>
                    <a:cubicBezTo>
                      <a:pt x="73" y="903"/>
                      <a:pt x="72" y="882"/>
                      <a:pt x="68" y="869"/>
                    </a:cubicBezTo>
                    <a:cubicBezTo>
                      <a:pt x="68" y="861"/>
                      <a:pt x="74" y="838"/>
                      <a:pt x="63" y="817"/>
                    </a:cubicBezTo>
                    <a:cubicBezTo>
                      <a:pt x="58" y="806"/>
                      <a:pt x="58" y="794"/>
                      <a:pt x="58" y="787"/>
                    </a:cubicBezTo>
                    <a:cubicBezTo>
                      <a:pt x="55" y="771"/>
                      <a:pt x="72" y="653"/>
                      <a:pt x="82" y="620"/>
                    </a:cubicBezTo>
                    <a:cubicBezTo>
                      <a:pt x="90" y="592"/>
                      <a:pt x="93" y="566"/>
                      <a:pt x="95" y="544"/>
                    </a:cubicBezTo>
                  </a:path>
                </a:pathLst>
              </a:custGeom>
              <a:noFill/>
              <a:ln w="3175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3581" name="Freeform 213">
                <a:extLst>
                  <a:ext uri="{FF2B5EF4-FFF2-40B4-BE49-F238E27FC236}">
                    <a16:creationId xmlns:a16="http://schemas.microsoft.com/office/drawing/2014/main" id="{CE72C610-5322-4920-A6BC-5A248F84FB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1" y="1099"/>
                <a:ext cx="350" cy="1395"/>
              </a:xfrm>
              <a:custGeom>
                <a:avLst/>
                <a:gdLst>
                  <a:gd name="T0" fmla="*/ 928 w 215"/>
                  <a:gd name="T1" fmla="*/ 3687 h 858"/>
                  <a:gd name="T2" fmla="*/ 886 w 215"/>
                  <a:gd name="T3" fmla="*/ 3452 h 858"/>
                  <a:gd name="T4" fmla="*/ 837 w 215"/>
                  <a:gd name="T5" fmla="*/ 2974 h 858"/>
                  <a:gd name="T6" fmla="*/ 832 w 215"/>
                  <a:gd name="T7" fmla="*/ 2652 h 858"/>
                  <a:gd name="T8" fmla="*/ 798 w 215"/>
                  <a:gd name="T9" fmla="*/ 1998 h 858"/>
                  <a:gd name="T10" fmla="*/ 768 w 215"/>
                  <a:gd name="T11" fmla="*/ 1676 h 858"/>
                  <a:gd name="T12" fmla="*/ 721 w 215"/>
                  <a:gd name="T13" fmla="*/ 1169 h 858"/>
                  <a:gd name="T14" fmla="*/ 666 w 215"/>
                  <a:gd name="T15" fmla="*/ 858 h 858"/>
                  <a:gd name="T16" fmla="*/ 448 w 215"/>
                  <a:gd name="T17" fmla="*/ 397 h 858"/>
                  <a:gd name="T18" fmla="*/ 392 w 215"/>
                  <a:gd name="T19" fmla="*/ 371 h 858"/>
                  <a:gd name="T20" fmla="*/ 330 w 215"/>
                  <a:gd name="T21" fmla="*/ 350 h 858"/>
                  <a:gd name="T22" fmla="*/ 207 w 215"/>
                  <a:gd name="T23" fmla="*/ 317 h 858"/>
                  <a:gd name="T24" fmla="*/ 26 w 215"/>
                  <a:gd name="T25" fmla="*/ 0 h 85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15" h="858">
                    <a:moveTo>
                      <a:pt x="215" y="858"/>
                    </a:moveTo>
                    <a:cubicBezTo>
                      <a:pt x="213" y="854"/>
                      <a:pt x="209" y="822"/>
                      <a:pt x="205" y="803"/>
                    </a:cubicBezTo>
                    <a:cubicBezTo>
                      <a:pt x="202" y="788"/>
                      <a:pt x="192" y="722"/>
                      <a:pt x="194" y="692"/>
                    </a:cubicBezTo>
                    <a:cubicBezTo>
                      <a:pt x="196" y="669"/>
                      <a:pt x="192" y="632"/>
                      <a:pt x="193" y="617"/>
                    </a:cubicBezTo>
                    <a:cubicBezTo>
                      <a:pt x="194" y="528"/>
                      <a:pt x="189" y="482"/>
                      <a:pt x="185" y="465"/>
                    </a:cubicBezTo>
                    <a:cubicBezTo>
                      <a:pt x="182" y="449"/>
                      <a:pt x="178" y="425"/>
                      <a:pt x="178" y="390"/>
                    </a:cubicBezTo>
                    <a:cubicBezTo>
                      <a:pt x="178" y="354"/>
                      <a:pt x="169" y="307"/>
                      <a:pt x="167" y="272"/>
                    </a:cubicBezTo>
                    <a:cubicBezTo>
                      <a:pt x="165" y="253"/>
                      <a:pt x="158" y="227"/>
                      <a:pt x="154" y="200"/>
                    </a:cubicBezTo>
                    <a:cubicBezTo>
                      <a:pt x="151" y="174"/>
                      <a:pt x="119" y="98"/>
                      <a:pt x="104" y="92"/>
                    </a:cubicBezTo>
                    <a:cubicBezTo>
                      <a:pt x="101" y="91"/>
                      <a:pt x="95" y="86"/>
                      <a:pt x="91" y="86"/>
                    </a:cubicBezTo>
                    <a:cubicBezTo>
                      <a:pt x="86" y="85"/>
                      <a:pt x="82" y="82"/>
                      <a:pt x="77" y="81"/>
                    </a:cubicBezTo>
                    <a:cubicBezTo>
                      <a:pt x="66" y="79"/>
                      <a:pt x="57" y="77"/>
                      <a:pt x="48" y="74"/>
                    </a:cubicBezTo>
                    <a:cubicBezTo>
                      <a:pt x="30" y="68"/>
                      <a:pt x="0" y="36"/>
                      <a:pt x="6" y="0"/>
                    </a:cubicBezTo>
                  </a:path>
                </a:pathLst>
              </a:custGeom>
              <a:noFill/>
              <a:ln w="3175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3582" name="Freeform 214">
                <a:extLst>
                  <a:ext uri="{FF2B5EF4-FFF2-40B4-BE49-F238E27FC236}">
                    <a16:creationId xmlns:a16="http://schemas.microsoft.com/office/drawing/2014/main" id="{1D3494C1-38F3-453F-AECB-A26703685A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8" y="1244"/>
                <a:ext cx="148" cy="17"/>
              </a:xfrm>
              <a:custGeom>
                <a:avLst/>
                <a:gdLst>
                  <a:gd name="T0" fmla="*/ 5 w 91"/>
                  <a:gd name="T1" fmla="*/ 29 h 11"/>
                  <a:gd name="T2" fmla="*/ 190 w 91"/>
                  <a:gd name="T3" fmla="*/ 26 h 11"/>
                  <a:gd name="T4" fmla="*/ 392 w 91"/>
                  <a:gd name="T5" fmla="*/ 14 h 11"/>
                  <a:gd name="T6" fmla="*/ 343 w 91"/>
                  <a:gd name="T7" fmla="*/ 8 h 11"/>
                  <a:gd name="T8" fmla="*/ 241 w 91"/>
                  <a:gd name="T9" fmla="*/ 8 h 11"/>
                  <a:gd name="T10" fmla="*/ 102 w 91"/>
                  <a:gd name="T11" fmla="*/ 0 h 11"/>
                  <a:gd name="T12" fmla="*/ 0 w 91"/>
                  <a:gd name="T13" fmla="*/ 40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1" h="11">
                    <a:moveTo>
                      <a:pt x="1" y="8"/>
                    </a:moveTo>
                    <a:cubicBezTo>
                      <a:pt x="15" y="3"/>
                      <a:pt x="30" y="5"/>
                      <a:pt x="44" y="7"/>
                    </a:cubicBezTo>
                    <a:cubicBezTo>
                      <a:pt x="60" y="9"/>
                      <a:pt x="75" y="5"/>
                      <a:pt x="91" y="4"/>
                    </a:cubicBezTo>
                    <a:cubicBezTo>
                      <a:pt x="88" y="1"/>
                      <a:pt x="84" y="2"/>
                      <a:pt x="80" y="2"/>
                    </a:cubicBezTo>
                    <a:cubicBezTo>
                      <a:pt x="72" y="2"/>
                      <a:pt x="64" y="2"/>
                      <a:pt x="56" y="2"/>
                    </a:cubicBezTo>
                    <a:cubicBezTo>
                      <a:pt x="45" y="3"/>
                      <a:pt x="36" y="0"/>
                      <a:pt x="24" y="0"/>
                    </a:cubicBezTo>
                    <a:cubicBezTo>
                      <a:pt x="18" y="1"/>
                      <a:pt x="2" y="2"/>
                      <a:pt x="0" y="11"/>
                    </a:cubicBezTo>
                  </a:path>
                </a:pathLst>
              </a:custGeom>
              <a:solidFill>
                <a:srgbClr val="ECCA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3583" name="Freeform 215">
                <a:extLst>
                  <a:ext uri="{FF2B5EF4-FFF2-40B4-BE49-F238E27FC236}">
                    <a16:creationId xmlns:a16="http://schemas.microsoft.com/office/drawing/2014/main" id="{A614617D-8380-41BA-AC46-9775C7EFED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1" y="1268"/>
                <a:ext cx="31" cy="41"/>
              </a:xfrm>
              <a:custGeom>
                <a:avLst/>
                <a:gdLst>
                  <a:gd name="T0" fmla="*/ 0 w 19"/>
                  <a:gd name="T1" fmla="*/ 0 h 25"/>
                  <a:gd name="T2" fmla="*/ 34 w 19"/>
                  <a:gd name="T3" fmla="*/ 92 h 25"/>
                  <a:gd name="T4" fmla="*/ 83 w 19"/>
                  <a:gd name="T5" fmla="*/ 43 h 25"/>
                  <a:gd name="T6" fmla="*/ 55 w 19"/>
                  <a:gd name="T7" fmla="*/ 56 h 25"/>
                  <a:gd name="T8" fmla="*/ 13 w 19"/>
                  <a:gd name="T9" fmla="*/ 5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25">
                    <a:moveTo>
                      <a:pt x="0" y="0"/>
                    </a:moveTo>
                    <a:cubicBezTo>
                      <a:pt x="1" y="6"/>
                      <a:pt x="4" y="17"/>
                      <a:pt x="8" y="21"/>
                    </a:cubicBezTo>
                    <a:cubicBezTo>
                      <a:pt x="12" y="25"/>
                      <a:pt x="19" y="17"/>
                      <a:pt x="19" y="10"/>
                    </a:cubicBezTo>
                    <a:cubicBezTo>
                      <a:pt x="17" y="12"/>
                      <a:pt x="16" y="13"/>
                      <a:pt x="13" y="13"/>
                    </a:cubicBezTo>
                    <a:cubicBezTo>
                      <a:pt x="10" y="13"/>
                      <a:pt x="2" y="5"/>
                      <a:pt x="3" y="1"/>
                    </a:cubicBezTo>
                  </a:path>
                </a:pathLst>
              </a:custGeom>
              <a:solidFill>
                <a:srgbClr val="ECCA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3584" name="Freeform 216">
                <a:extLst>
                  <a:ext uri="{FF2B5EF4-FFF2-40B4-BE49-F238E27FC236}">
                    <a16:creationId xmlns:a16="http://schemas.microsoft.com/office/drawing/2014/main" id="{72369C3F-8E0D-4C80-B3AD-9E0F3F0D1C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7" y="2029"/>
                <a:ext cx="17" cy="19"/>
              </a:xfrm>
              <a:custGeom>
                <a:avLst/>
                <a:gdLst>
                  <a:gd name="T0" fmla="*/ 0 w 10"/>
                  <a:gd name="T1" fmla="*/ 27 h 12"/>
                  <a:gd name="T2" fmla="*/ 44 w 10"/>
                  <a:gd name="T3" fmla="*/ 33 h 12"/>
                  <a:gd name="T4" fmla="*/ 41 w 10"/>
                  <a:gd name="T5" fmla="*/ 5 h 12"/>
                  <a:gd name="T6" fmla="*/ 9 w 10"/>
                  <a:gd name="T7" fmla="*/ 8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12">
                    <a:moveTo>
                      <a:pt x="0" y="7"/>
                    </a:moveTo>
                    <a:cubicBezTo>
                      <a:pt x="2" y="11"/>
                      <a:pt x="8" y="12"/>
                      <a:pt x="9" y="8"/>
                    </a:cubicBezTo>
                    <a:cubicBezTo>
                      <a:pt x="10" y="7"/>
                      <a:pt x="9" y="2"/>
                      <a:pt x="8" y="1"/>
                    </a:cubicBezTo>
                    <a:cubicBezTo>
                      <a:pt x="6" y="0"/>
                      <a:pt x="4" y="1"/>
                      <a:pt x="2" y="2"/>
                    </a:cubicBezTo>
                  </a:path>
                </a:pathLst>
              </a:custGeom>
              <a:solidFill>
                <a:srgbClr val="ECCA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3585" name="Freeform 217">
                <a:extLst>
                  <a:ext uri="{FF2B5EF4-FFF2-40B4-BE49-F238E27FC236}">
                    <a16:creationId xmlns:a16="http://schemas.microsoft.com/office/drawing/2014/main" id="{C168EFD1-DD17-4B94-920E-5E561391FC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0" y="2403"/>
                <a:ext cx="124" cy="63"/>
              </a:xfrm>
              <a:custGeom>
                <a:avLst/>
                <a:gdLst>
                  <a:gd name="T0" fmla="*/ 8 w 76"/>
                  <a:gd name="T1" fmla="*/ 76 h 39"/>
                  <a:gd name="T2" fmla="*/ 170 w 76"/>
                  <a:gd name="T3" fmla="*/ 160 h 39"/>
                  <a:gd name="T4" fmla="*/ 253 w 76"/>
                  <a:gd name="T5" fmla="*/ 126 h 39"/>
                  <a:gd name="T6" fmla="*/ 330 w 76"/>
                  <a:gd name="T7" fmla="*/ 0 h 39"/>
                  <a:gd name="T8" fmla="*/ 277 w 76"/>
                  <a:gd name="T9" fmla="*/ 50 h 39"/>
                  <a:gd name="T10" fmla="*/ 178 w 76"/>
                  <a:gd name="T11" fmla="*/ 94 h 39"/>
                  <a:gd name="T12" fmla="*/ 77 w 76"/>
                  <a:gd name="T13" fmla="*/ 63 h 39"/>
                  <a:gd name="T14" fmla="*/ 0 w 76"/>
                  <a:gd name="T15" fmla="*/ 39 h 3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6" h="39">
                    <a:moveTo>
                      <a:pt x="2" y="18"/>
                    </a:moveTo>
                    <a:cubicBezTo>
                      <a:pt x="13" y="29"/>
                      <a:pt x="23" y="39"/>
                      <a:pt x="39" y="38"/>
                    </a:cubicBezTo>
                    <a:cubicBezTo>
                      <a:pt x="46" y="38"/>
                      <a:pt x="53" y="36"/>
                      <a:pt x="58" y="30"/>
                    </a:cubicBezTo>
                    <a:cubicBezTo>
                      <a:pt x="65" y="24"/>
                      <a:pt x="75" y="10"/>
                      <a:pt x="76" y="0"/>
                    </a:cubicBezTo>
                    <a:cubicBezTo>
                      <a:pt x="71" y="1"/>
                      <a:pt x="68" y="8"/>
                      <a:pt x="64" y="12"/>
                    </a:cubicBezTo>
                    <a:cubicBezTo>
                      <a:pt x="58" y="19"/>
                      <a:pt x="50" y="22"/>
                      <a:pt x="41" y="22"/>
                    </a:cubicBezTo>
                    <a:cubicBezTo>
                      <a:pt x="32" y="22"/>
                      <a:pt x="26" y="18"/>
                      <a:pt x="18" y="15"/>
                    </a:cubicBezTo>
                    <a:cubicBezTo>
                      <a:pt x="13" y="14"/>
                      <a:pt x="2" y="16"/>
                      <a:pt x="0" y="9"/>
                    </a:cubicBezTo>
                  </a:path>
                </a:pathLst>
              </a:custGeom>
              <a:solidFill>
                <a:srgbClr val="EDD9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3586" name="Freeform 218">
                <a:extLst>
                  <a:ext uri="{FF2B5EF4-FFF2-40B4-BE49-F238E27FC236}">
                    <a16:creationId xmlns:a16="http://schemas.microsoft.com/office/drawing/2014/main" id="{3355D327-E1C2-4745-8154-9DE5AA820D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8" y="2455"/>
                <a:ext cx="46" cy="616"/>
              </a:xfrm>
              <a:custGeom>
                <a:avLst/>
                <a:gdLst>
                  <a:gd name="T0" fmla="*/ 0 w 28"/>
                  <a:gd name="T1" fmla="*/ 0 h 379"/>
                  <a:gd name="T2" fmla="*/ 117 w 28"/>
                  <a:gd name="T3" fmla="*/ 151 h 379"/>
                  <a:gd name="T4" fmla="*/ 89 w 28"/>
                  <a:gd name="T5" fmla="*/ 688 h 379"/>
                  <a:gd name="T6" fmla="*/ 95 w 28"/>
                  <a:gd name="T7" fmla="*/ 1216 h 379"/>
                  <a:gd name="T8" fmla="*/ 71 w 28"/>
                  <a:gd name="T9" fmla="*/ 1627 h 379"/>
                  <a:gd name="T10" fmla="*/ 54 w 28"/>
                  <a:gd name="T11" fmla="*/ 1203 h 379"/>
                  <a:gd name="T12" fmla="*/ 21 w 28"/>
                  <a:gd name="T13" fmla="*/ 406 h 379"/>
                  <a:gd name="T14" fmla="*/ 0 w 28"/>
                  <a:gd name="T15" fmla="*/ 0 h 37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8" h="379">
                    <a:moveTo>
                      <a:pt x="0" y="0"/>
                    </a:moveTo>
                    <a:cubicBezTo>
                      <a:pt x="12" y="11"/>
                      <a:pt x="26" y="10"/>
                      <a:pt x="26" y="35"/>
                    </a:cubicBezTo>
                    <a:cubicBezTo>
                      <a:pt x="26" y="60"/>
                      <a:pt x="19" y="109"/>
                      <a:pt x="20" y="160"/>
                    </a:cubicBezTo>
                    <a:cubicBezTo>
                      <a:pt x="21" y="211"/>
                      <a:pt x="20" y="260"/>
                      <a:pt x="21" y="283"/>
                    </a:cubicBezTo>
                    <a:cubicBezTo>
                      <a:pt x="22" y="306"/>
                      <a:pt x="28" y="332"/>
                      <a:pt x="16" y="379"/>
                    </a:cubicBezTo>
                    <a:cubicBezTo>
                      <a:pt x="20" y="361"/>
                      <a:pt x="20" y="313"/>
                      <a:pt x="12" y="280"/>
                    </a:cubicBezTo>
                    <a:cubicBezTo>
                      <a:pt x="4" y="247"/>
                      <a:pt x="2" y="129"/>
                      <a:pt x="5" y="95"/>
                    </a:cubicBezTo>
                    <a:cubicBezTo>
                      <a:pt x="7" y="61"/>
                      <a:pt x="10" y="14"/>
                      <a:pt x="0" y="0"/>
                    </a:cubicBezTo>
                  </a:path>
                </a:pathLst>
              </a:custGeom>
              <a:solidFill>
                <a:srgbClr val="EDD9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3587" name="Freeform 219">
                <a:extLst>
                  <a:ext uri="{FF2B5EF4-FFF2-40B4-BE49-F238E27FC236}">
                    <a16:creationId xmlns:a16="http://schemas.microsoft.com/office/drawing/2014/main" id="{5816C849-707A-47E5-87E0-D41F430A94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8" y="3204"/>
                <a:ext cx="36" cy="480"/>
              </a:xfrm>
              <a:custGeom>
                <a:avLst/>
                <a:gdLst>
                  <a:gd name="T0" fmla="*/ 70 w 22"/>
                  <a:gd name="T1" fmla="*/ 0 h 295"/>
                  <a:gd name="T2" fmla="*/ 62 w 22"/>
                  <a:gd name="T3" fmla="*/ 651 h 295"/>
                  <a:gd name="T4" fmla="*/ 18 w 22"/>
                  <a:gd name="T5" fmla="*/ 1271 h 295"/>
                  <a:gd name="T6" fmla="*/ 70 w 22"/>
                  <a:gd name="T7" fmla="*/ 0 h 29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" h="295">
                    <a:moveTo>
                      <a:pt x="16" y="0"/>
                    </a:moveTo>
                    <a:cubicBezTo>
                      <a:pt x="20" y="28"/>
                      <a:pt x="22" y="84"/>
                      <a:pt x="14" y="151"/>
                    </a:cubicBezTo>
                    <a:cubicBezTo>
                      <a:pt x="6" y="218"/>
                      <a:pt x="3" y="270"/>
                      <a:pt x="4" y="295"/>
                    </a:cubicBezTo>
                    <a:cubicBezTo>
                      <a:pt x="0" y="252"/>
                      <a:pt x="13" y="71"/>
                      <a:pt x="16" y="0"/>
                    </a:cubicBezTo>
                  </a:path>
                </a:pathLst>
              </a:custGeom>
              <a:solidFill>
                <a:srgbClr val="ECCA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3588" name="Freeform 220">
                <a:extLst>
                  <a:ext uri="{FF2B5EF4-FFF2-40B4-BE49-F238E27FC236}">
                    <a16:creationId xmlns:a16="http://schemas.microsoft.com/office/drawing/2014/main" id="{1C1B3437-1487-480D-BD0D-ADB80B0C04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9" y="1258"/>
                <a:ext cx="111" cy="13"/>
              </a:xfrm>
              <a:custGeom>
                <a:avLst/>
                <a:gdLst>
                  <a:gd name="T0" fmla="*/ 131 w 68"/>
                  <a:gd name="T1" fmla="*/ 29 h 8"/>
                  <a:gd name="T2" fmla="*/ 295 w 68"/>
                  <a:gd name="T3" fmla="*/ 18 h 8"/>
                  <a:gd name="T4" fmla="*/ 186 w 68"/>
                  <a:gd name="T5" fmla="*/ 8 h 8"/>
                  <a:gd name="T6" fmla="*/ 0 w 68"/>
                  <a:gd name="T7" fmla="*/ 8 h 8"/>
                  <a:gd name="T8" fmla="*/ 131 w 68"/>
                  <a:gd name="T9" fmla="*/ 29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8" h="8">
                    <a:moveTo>
                      <a:pt x="30" y="7"/>
                    </a:moveTo>
                    <a:cubicBezTo>
                      <a:pt x="41" y="6"/>
                      <a:pt x="58" y="2"/>
                      <a:pt x="68" y="4"/>
                    </a:cubicBezTo>
                    <a:cubicBezTo>
                      <a:pt x="63" y="0"/>
                      <a:pt x="54" y="2"/>
                      <a:pt x="43" y="2"/>
                    </a:cubicBezTo>
                    <a:cubicBezTo>
                      <a:pt x="31" y="3"/>
                      <a:pt x="10" y="6"/>
                      <a:pt x="0" y="2"/>
                    </a:cubicBezTo>
                    <a:cubicBezTo>
                      <a:pt x="16" y="8"/>
                      <a:pt x="22" y="6"/>
                      <a:pt x="30" y="7"/>
                    </a:cubicBezTo>
                  </a:path>
                </a:pathLst>
              </a:custGeom>
              <a:solidFill>
                <a:srgbClr val="F7F1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3589" name="Freeform 221">
                <a:extLst>
                  <a:ext uri="{FF2B5EF4-FFF2-40B4-BE49-F238E27FC236}">
                    <a16:creationId xmlns:a16="http://schemas.microsoft.com/office/drawing/2014/main" id="{AC781357-51E5-4613-ADB8-479BA28B45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3" y="1258"/>
                <a:ext cx="109" cy="13"/>
              </a:xfrm>
              <a:custGeom>
                <a:avLst/>
                <a:gdLst>
                  <a:gd name="T0" fmla="*/ 159 w 67"/>
                  <a:gd name="T1" fmla="*/ 29 h 8"/>
                  <a:gd name="T2" fmla="*/ 0 w 67"/>
                  <a:gd name="T3" fmla="*/ 18 h 8"/>
                  <a:gd name="T4" fmla="*/ 109 w 67"/>
                  <a:gd name="T5" fmla="*/ 8 h 8"/>
                  <a:gd name="T6" fmla="*/ 288 w 67"/>
                  <a:gd name="T7" fmla="*/ 8 h 8"/>
                  <a:gd name="T8" fmla="*/ 159 w 67"/>
                  <a:gd name="T9" fmla="*/ 29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7" h="8">
                    <a:moveTo>
                      <a:pt x="37" y="7"/>
                    </a:moveTo>
                    <a:cubicBezTo>
                      <a:pt x="27" y="6"/>
                      <a:pt x="10" y="2"/>
                      <a:pt x="0" y="4"/>
                    </a:cubicBezTo>
                    <a:cubicBezTo>
                      <a:pt x="5" y="0"/>
                      <a:pt x="14" y="2"/>
                      <a:pt x="25" y="2"/>
                    </a:cubicBezTo>
                    <a:cubicBezTo>
                      <a:pt x="37" y="3"/>
                      <a:pt x="58" y="6"/>
                      <a:pt x="67" y="2"/>
                    </a:cubicBezTo>
                    <a:cubicBezTo>
                      <a:pt x="52" y="8"/>
                      <a:pt x="45" y="6"/>
                      <a:pt x="37" y="7"/>
                    </a:cubicBezTo>
                  </a:path>
                </a:pathLst>
              </a:custGeom>
              <a:solidFill>
                <a:srgbClr val="F7F1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3590" name="Freeform 222">
                <a:extLst>
                  <a:ext uri="{FF2B5EF4-FFF2-40B4-BE49-F238E27FC236}">
                    <a16:creationId xmlns:a16="http://schemas.microsoft.com/office/drawing/2014/main" id="{37D0606B-CE38-41B2-AA6B-3837FCE0B1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" y="1860"/>
                <a:ext cx="24" cy="359"/>
              </a:xfrm>
              <a:custGeom>
                <a:avLst/>
                <a:gdLst>
                  <a:gd name="T0" fmla="*/ 34 w 15"/>
                  <a:gd name="T1" fmla="*/ 372 h 221"/>
                  <a:gd name="T2" fmla="*/ 8 w 15"/>
                  <a:gd name="T3" fmla="*/ 947 h 221"/>
                  <a:gd name="T4" fmla="*/ 5 w 15"/>
                  <a:gd name="T5" fmla="*/ 609 h 221"/>
                  <a:gd name="T6" fmla="*/ 61 w 15"/>
                  <a:gd name="T7" fmla="*/ 0 h 221"/>
                  <a:gd name="T8" fmla="*/ 34 w 15"/>
                  <a:gd name="T9" fmla="*/ 372 h 2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221">
                    <a:moveTo>
                      <a:pt x="8" y="87"/>
                    </a:moveTo>
                    <a:cubicBezTo>
                      <a:pt x="7" y="103"/>
                      <a:pt x="3" y="192"/>
                      <a:pt x="2" y="221"/>
                    </a:cubicBezTo>
                    <a:cubicBezTo>
                      <a:pt x="2" y="221"/>
                      <a:pt x="0" y="199"/>
                      <a:pt x="1" y="142"/>
                    </a:cubicBezTo>
                    <a:cubicBezTo>
                      <a:pt x="1" y="85"/>
                      <a:pt x="4" y="27"/>
                      <a:pt x="15" y="0"/>
                    </a:cubicBezTo>
                    <a:cubicBezTo>
                      <a:pt x="11" y="11"/>
                      <a:pt x="10" y="63"/>
                      <a:pt x="8" y="87"/>
                    </a:cubicBezTo>
                  </a:path>
                </a:pathLst>
              </a:custGeom>
              <a:solidFill>
                <a:srgbClr val="F7F1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3591" name="Freeform 223">
                <a:extLst>
                  <a:ext uri="{FF2B5EF4-FFF2-40B4-BE49-F238E27FC236}">
                    <a16:creationId xmlns:a16="http://schemas.microsoft.com/office/drawing/2014/main" id="{88789B8D-2CCA-453A-B056-121E8427C2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6" y="1894"/>
                <a:ext cx="24" cy="359"/>
              </a:xfrm>
              <a:custGeom>
                <a:avLst/>
                <a:gdLst>
                  <a:gd name="T0" fmla="*/ 29 w 15"/>
                  <a:gd name="T1" fmla="*/ 372 h 221"/>
                  <a:gd name="T2" fmla="*/ 54 w 15"/>
                  <a:gd name="T3" fmla="*/ 947 h 221"/>
                  <a:gd name="T4" fmla="*/ 61 w 15"/>
                  <a:gd name="T5" fmla="*/ 609 h 221"/>
                  <a:gd name="T6" fmla="*/ 0 w 15"/>
                  <a:gd name="T7" fmla="*/ 0 h 221"/>
                  <a:gd name="T8" fmla="*/ 29 w 15"/>
                  <a:gd name="T9" fmla="*/ 372 h 2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221">
                    <a:moveTo>
                      <a:pt x="7" y="87"/>
                    </a:moveTo>
                    <a:cubicBezTo>
                      <a:pt x="8" y="103"/>
                      <a:pt x="12" y="192"/>
                      <a:pt x="13" y="221"/>
                    </a:cubicBezTo>
                    <a:cubicBezTo>
                      <a:pt x="13" y="221"/>
                      <a:pt x="15" y="199"/>
                      <a:pt x="15" y="142"/>
                    </a:cubicBezTo>
                    <a:cubicBezTo>
                      <a:pt x="14" y="85"/>
                      <a:pt x="11" y="27"/>
                      <a:pt x="0" y="0"/>
                    </a:cubicBezTo>
                    <a:cubicBezTo>
                      <a:pt x="4" y="11"/>
                      <a:pt x="5" y="63"/>
                      <a:pt x="7" y="87"/>
                    </a:cubicBezTo>
                  </a:path>
                </a:pathLst>
              </a:custGeom>
              <a:solidFill>
                <a:srgbClr val="ECCA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3592" name="Freeform 224">
                <a:extLst>
                  <a:ext uri="{FF2B5EF4-FFF2-40B4-BE49-F238E27FC236}">
                    <a16:creationId xmlns:a16="http://schemas.microsoft.com/office/drawing/2014/main" id="{12FD1540-C362-4620-97CA-D0A904BE47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3" y="1905"/>
                <a:ext cx="68" cy="381"/>
              </a:xfrm>
              <a:custGeom>
                <a:avLst/>
                <a:gdLst>
                  <a:gd name="T0" fmla="*/ 5 w 42"/>
                  <a:gd name="T1" fmla="*/ 0 h 234"/>
                  <a:gd name="T2" fmla="*/ 94 w 42"/>
                  <a:gd name="T3" fmla="*/ 459 h 234"/>
                  <a:gd name="T4" fmla="*/ 152 w 42"/>
                  <a:gd name="T5" fmla="*/ 1009 h 234"/>
                  <a:gd name="T6" fmla="*/ 131 w 42"/>
                  <a:gd name="T7" fmla="*/ 495 h 234"/>
                  <a:gd name="T8" fmla="*/ 5 w 42"/>
                  <a:gd name="T9" fmla="*/ 0 h 2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2" h="234">
                    <a:moveTo>
                      <a:pt x="1" y="0"/>
                    </a:moveTo>
                    <a:cubicBezTo>
                      <a:pt x="0" y="18"/>
                      <a:pt x="12" y="67"/>
                      <a:pt x="22" y="106"/>
                    </a:cubicBezTo>
                    <a:cubicBezTo>
                      <a:pt x="32" y="146"/>
                      <a:pt x="37" y="191"/>
                      <a:pt x="36" y="234"/>
                    </a:cubicBezTo>
                    <a:cubicBezTo>
                      <a:pt x="42" y="195"/>
                      <a:pt x="37" y="145"/>
                      <a:pt x="31" y="115"/>
                    </a:cubicBezTo>
                    <a:cubicBezTo>
                      <a:pt x="25" y="85"/>
                      <a:pt x="0" y="10"/>
                      <a:pt x="1" y="0"/>
                    </a:cubicBezTo>
                  </a:path>
                </a:pathLst>
              </a:custGeom>
              <a:solidFill>
                <a:srgbClr val="F7F1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3593" name="Freeform 225">
                <a:extLst>
                  <a:ext uri="{FF2B5EF4-FFF2-40B4-BE49-F238E27FC236}">
                    <a16:creationId xmlns:a16="http://schemas.microsoft.com/office/drawing/2014/main" id="{643D0A6F-29E8-41F2-BA00-4DD45D9DD4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9" y="2481"/>
                <a:ext cx="64" cy="107"/>
              </a:xfrm>
              <a:custGeom>
                <a:avLst/>
                <a:gdLst>
                  <a:gd name="T0" fmla="*/ 89 w 39"/>
                  <a:gd name="T1" fmla="*/ 0 h 66"/>
                  <a:gd name="T2" fmla="*/ 131 w 39"/>
                  <a:gd name="T3" fmla="*/ 266 h 66"/>
                  <a:gd name="T4" fmla="*/ 167 w 39"/>
                  <a:gd name="T5" fmla="*/ 246 h 66"/>
                  <a:gd name="T6" fmla="*/ 131 w 39"/>
                  <a:gd name="T7" fmla="*/ 173 h 66"/>
                  <a:gd name="T8" fmla="*/ 118 w 39"/>
                  <a:gd name="T9" fmla="*/ 84 h 66"/>
                  <a:gd name="T10" fmla="*/ 102 w 39"/>
                  <a:gd name="T11" fmla="*/ 0 h 6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9" h="66">
                    <a:moveTo>
                      <a:pt x="20" y="0"/>
                    </a:moveTo>
                    <a:cubicBezTo>
                      <a:pt x="0" y="15"/>
                      <a:pt x="12" y="53"/>
                      <a:pt x="30" y="62"/>
                    </a:cubicBezTo>
                    <a:cubicBezTo>
                      <a:pt x="35" y="64"/>
                      <a:pt x="39" y="66"/>
                      <a:pt x="38" y="58"/>
                    </a:cubicBezTo>
                    <a:cubicBezTo>
                      <a:pt x="37" y="52"/>
                      <a:pt x="31" y="48"/>
                      <a:pt x="30" y="41"/>
                    </a:cubicBezTo>
                    <a:cubicBezTo>
                      <a:pt x="29" y="34"/>
                      <a:pt x="28" y="27"/>
                      <a:pt x="27" y="20"/>
                    </a:cubicBezTo>
                    <a:cubicBezTo>
                      <a:pt x="27" y="13"/>
                      <a:pt x="28" y="5"/>
                      <a:pt x="23" y="0"/>
                    </a:cubicBezTo>
                  </a:path>
                </a:pathLst>
              </a:custGeom>
              <a:solidFill>
                <a:srgbClr val="ECCA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3594" name="Freeform 226">
                <a:extLst>
                  <a:ext uri="{FF2B5EF4-FFF2-40B4-BE49-F238E27FC236}">
                    <a16:creationId xmlns:a16="http://schemas.microsoft.com/office/drawing/2014/main" id="{5038D023-5587-4432-B18D-D2FD7D509A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3" y="2481"/>
                <a:ext cx="51" cy="106"/>
              </a:xfrm>
              <a:custGeom>
                <a:avLst/>
                <a:gdLst>
                  <a:gd name="T0" fmla="*/ 63 w 31"/>
                  <a:gd name="T1" fmla="*/ 18 h 65"/>
                  <a:gd name="T2" fmla="*/ 41 w 31"/>
                  <a:gd name="T3" fmla="*/ 130 h 65"/>
                  <a:gd name="T4" fmla="*/ 0 w 31"/>
                  <a:gd name="T5" fmla="*/ 227 h 65"/>
                  <a:gd name="T6" fmla="*/ 43 w 31"/>
                  <a:gd name="T7" fmla="*/ 256 h 65"/>
                  <a:gd name="T8" fmla="*/ 118 w 31"/>
                  <a:gd name="T9" fmla="*/ 157 h 65"/>
                  <a:gd name="T10" fmla="*/ 81 w 31"/>
                  <a:gd name="T11" fmla="*/ 0 h 6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1" h="65">
                    <a:moveTo>
                      <a:pt x="14" y="4"/>
                    </a:moveTo>
                    <a:cubicBezTo>
                      <a:pt x="12" y="13"/>
                      <a:pt x="11" y="22"/>
                      <a:pt x="9" y="30"/>
                    </a:cubicBezTo>
                    <a:cubicBezTo>
                      <a:pt x="7" y="38"/>
                      <a:pt x="6" y="48"/>
                      <a:pt x="0" y="52"/>
                    </a:cubicBezTo>
                    <a:cubicBezTo>
                      <a:pt x="4" y="59"/>
                      <a:pt x="2" y="65"/>
                      <a:pt x="10" y="59"/>
                    </a:cubicBezTo>
                    <a:cubicBezTo>
                      <a:pt x="17" y="54"/>
                      <a:pt x="25" y="44"/>
                      <a:pt x="27" y="36"/>
                    </a:cubicBezTo>
                    <a:cubicBezTo>
                      <a:pt x="31" y="21"/>
                      <a:pt x="29" y="10"/>
                      <a:pt x="18" y="0"/>
                    </a:cubicBezTo>
                  </a:path>
                </a:pathLst>
              </a:custGeom>
              <a:solidFill>
                <a:srgbClr val="ECCA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3595" name="Freeform 227">
                <a:extLst>
                  <a:ext uri="{FF2B5EF4-FFF2-40B4-BE49-F238E27FC236}">
                    <a16:creationId xmlns:a16="http://schemas.microsoft.com/office/drawing/2014/main" id="{707E654A-617F-426D-A29B-FDD644C850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0" y="3188"/>
                <a:ext cx="34" cy="524"/>
              </a:xfrm>
              <a:custGeom>
                <a:avLst/>
                <a:gdLst>
                  <a:gd name="T0" fmla="*/ 60 w 21"/>
                  <a:gd name="T1" fmla="*/ 1388 h 322"/>
                  <a:gd name="T2" fmla="*/ 21 w 21"/>
                  <a:gd name="T3" fmla="*/ 578 h 322"/>
                  <a:gd name="T4" fmla="*/ 42 w 21"/>
                  <a:gd name="T5" fmla="*/ 0 h 322"/>
                  <a:gd name="T6" fmla="*/ 73 w 21"/>
                  <a:gd name="T7" fmla="*/ 599 h 322"/>
                  <a:gd name="T8" fmla="*/ 60 w 21"/>
                  <a:gd name="T9" fmla="*/ 1388 h 3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322">
                    <a:moveTo>
                      <a:pt x="14" y="322"/>
                    </a:moveTo>
                    <a:cubicBezTo>
                      <a:pt x="18" y="301"/>
                      <a:pt x="11" y="190"/>
                      <a:pt x="5" y="134"/>
                    </a:cubicBezTo>
                    <a:cubicBezTo>
                      <a:pt x="0" y="77"/>
                      <a:pt x="2" y="25"/>
                      <a:pt x="10" y="0"/>
                    </a:cubicBezTo>
                    <a:cubicBezTo>
                      <a:pt x="6" y="20"/>
                      <a:pt x="12" y="87"/>
                      <a:pt x="17" y="139"/>
                    </a:cubicBezTo>
                    <a:cubicBezTo>
                      <a:pt x="21" y="191"/>
                      <a:pt x="20" y="299"/>
                      <a:pt x="14" y="322"/>
                    </a:cubicBezTo>
                  </a:path>
                </a:pathLst>
              </a:custGeom>
              <a:solidFill>
                <a:srgbClr val="F7F1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3596" name="Freeform 228">
                <a:extLst>
                  <a:ext uri="{FF2B5EF4-FFF2-40B4-BE49-F238E27FC236}">
                    <a16:creationId xmlns:a16="http://schemas.microsoft.com/office/drawing/2014/main" id="{26F95EBD-3612-48C4-9F43-B198A2BC4D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7" y="3765"/>
                <a:ext cx="26" cy="127"/>
              </a:xfrm>
              <a:custGeom>
                <a:avLst/>
                <a:gdLst>
                  <a:gd name="T0" fmla="*/ 63 w 16"/>
                  <a:gd name="T1" fmla="*/ 0 h 78"/>
                  <a:gd name="T2" fmla="*/ 47 w 16"/>
                  <a:gd name="T3" fmla="*/ 194 h 78"/>
                  <a:gd name="T4" fmla="*/ 55 w 16"/>
                  <a:gd name="T5" fmla="*/ 337 h 78"/>
                  <a:gd name="T6" fmla="*/ 5 w 16"/>
                  <a:gd name="T7" fmla="*/ 225 h 78"/>
                  <a:gd name="T8" fmla="*/ 42 w 16"/>
                  <a:gd name="T9" fmla="*/ 160 h 78"/>
                  <a:gd name="T10" fmla="*/ 68 w 16"/>
                  <a:gd name="T11" fmla="*/ 42 h 7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6" h="78">
                    <a:moveTo>
                      <a:pt x="15" y="0"/>
                    </a:moveTo>
                    <a:cubicBezTo>
                      <a:pt x="15" y="16"/>
                      <a:pt x="14" y="29"/>
                      <a:pt x="11" y="45"/>
                    </a:cubicBezTo>
                    <a:cubicBezTo>
                      <a:pt x="8" y="57"/>
                      <a:pt x="13" y="66"/>
                      <a:pt x="13" y="78"/>
                    </a:cubicBezTo>
                    <a:cubicBezTo>
                      <a:pt x="10" y="70"/>
                      <a:pt x="0" y="59"/>
                      <a:pt x="1" y="52"/>
                    </a:cubicBezTo>
                    <a:cubicBezTo>
                      <a:pt x="2" y="47"/>
                      <a:pt x="8" y="42"/>
                      <a:pt x="10" y="37"/>
                    </a:cubicBezTo>
                    <a:cubicBezTo>
                      <a:pt x="13" y="28"/>
                      <a:pt x="11" y="18"/>
                      <a:pt x="16" y="10"/>
                    </a:cubicBezTo>
                  </a:path>
                </a:pathLst>
              </a:custGeom>
              <a:solidFill>
                <a:srgbClr val="ECCA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3597" name="Freeform 229">
                <a:extLst>
                  <a:ext uri="{FF2B5EF4-FFF2-40B4-BE49-F238E27FC236}">
                    <a16:creationId xmlns:a16="http://schemas.microsoft.com/office/drawing/2014/main" id="{002A2989-E3EB-400F-8B42-87DBAD36FA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1" y="3704"/>
                <a:ext cx="27" cy="139"/>
              </a:xfrm>
              <a:custGeom>
                <a:avLst/>
                <a:gdLst>
                  <a:gd name="T0" fmla="*/ 49 w 16"/>
                  <a:gd name="T1" fmla="*/ 152 h 86"/>
                  <a:gd name="T2" fmla="*/ 42 w 16"/>
                  <a:gd name="T3" fmla="*/ 364 h 86"/>
                  <a:gd name="T4" fmla="*/ 20 w 16"/>
                  <a:gd name="T5" fmla="*/ 173 h 86"/>
                  <a:gd name="T6" fmla="*/ 5 w 16"/>
                  <a:gd name="T7" fmla="*/ 76 h 86"/>
                  <a:gd name="T8" fmla="*/ 8 w 16"/>
                  <a:gd name="T9" fmla="*/ 0 h 86"/>
                  <a:gd name="T10" fmla="*/ 54 w 16"/>
                  <a:gd name="T11" fmla="*/ 149 h 8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6" h="86">
                    <a:moveTo>
                      <a:pt x="10" y="36"/>
                    </a:moveTo>
                    <a:cubicBezTo>
                      <a:pt x="16" y="54"/>
                      <a:pt x="15" y="68"/>
                      <a:pt x="9" y="86"/>
                    </a:cubicBezTo>
                    <a:cubicBezTo>
                      <a:pt x="12" y="72"/>
                      <a:pt x="9" y="54"/>
                      <a:pt x="4" y="41"/>
                    </a:cubicBezTo>
                    <a:cubicBezTo>
                      <a:pt x="1" y="32"/>
                      <a:pt x="0" y="28"/>
                      <a:pt x="1" y="18"/>
                    </a:cubicBezTo>
                    <a:cubicBezTo>
                      <a:pt x="1" y="12"/>
                      <a:pt x="4" y="5"/>
                      <a:pt x="2" y="0"/>
                    </a:cubicBezTo>
                    <a:cubicBezTo>
                      <a:pt x="3" y="12"/>
                      <a:pt x="8" y="24"/>
                      <a:pt x="11" y="35"/>
                    </a:cubicBezTo>
                  </a:path>
                </a:pathLst>
              </a:custGeom>
              <a:solidFill>
                <a:srgbClr val="ECCA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3598" name="Freeform 230">
                <a:extLst>
                  <a:ext uri="{FF2B5EF4-FFF2-40B4-BE49-F238E27FC236}">
                    <a16:creationId xmlns:a16="http://schemas.microsoft.com/office/drawing/2014/main" id="{195555A3-5AF5-4AF1-B7CB-1E35103094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4" y="2452"/>
                <a:ext cx="70" cy="219"/>
              </a:xfrm>
              <a:custGeom>
                <a:avLst/>
                <a:gdLst>
                  <a:gd name="T0" fmla="*/ 109 w 43"/>
                  <a:gd name="T1" fmla="*/ 55 h 135"/>
                  <a:gd name="T2" fmla="*/ 81 w 43"/>
                  <a:gd name="T3" fmla="*/ 576 h 135"/>
                  <a:gd name="T4" fmla="*/ 98 w 43"/>
                  <a:gd name="T5" fmla="*/ 384 h 135"/>
                  <a:gd name="T6" fmla="*/ 103 w 43"/>
                  <a:gd name="T7" fmla="*/ 187 h 135"/>
                  <a:gd name="T8" fmla="*/ 125 w 43"/>
                  <a:gd name="T9" fmla="*/ 94 h 135"/>
                  <a:gd name="T10" fmla="*/ 186 w 43"/>
                  <a:gd name="T11" fmla="*/ 0 h 135"/>
                  <a:gd name="T12" fmla="*/ 96 w 43"/>
                  <a:gd name="T13" fmla="*/ 63 h 13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3" h="135">
                    <a:moveTo>
                      <a:pt x="25" y="13"/>
                    </a:moveTo>
                    <a:cubicBezTo>
                      <a:pt x="0" y="25"/>
                      <a:pt x="28" y="103"/>
                      <a:pt x="19" y="135"/>
                    </a:cubicBezTo>
                    <a:cubicBezTo>
                      <a:pt x="18" y="119"/>
                      <a:pt x="21" y="105"/>
                      <a:pt x="23" y="90"/>
                    </a:cubicBezTo>
                    <a:cubicBezTo>
                      <a:pt x="24" y="75"/>
                      <a:pt x="22" y="59"/>
                      <a:pt x="24" y="44"/>
                    </a:cubicBezTo>
                    <a:cubicBezTo>
                      <a:pt x="24" y="36"/>
                      <a:pt x="25" y="29"/>
                      <a:pt x="29" y="22"/>
                    </a:cubicBezTo>
                    <a:cubicBezTo>
                      <a:pt x="32" y="16"/>
                      <a:pt x="38" y="2"/>
                      <a:pt x="43" y="0"/>
                    </a:cubicBezTo>
                    <a:cubicBezTo>
                      <a:pt x="36" y="3"/>
                      <a:pt x="29" y="11"/>
                      <a:pt x="22" y="15"/>
                    </a:cubicBezTo>
                  </a:path>
                </a:pathLst>
              </a:custGeom>
              <a:solidFill>
                <a:srgbClr val="F7F1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3599" name="Freeform 231">
                <a:extLst>
                  <a:ext uri="{FF2B5EF4-FFF2-40B4-BE49-F238E27FC236}">
                    <a16:creationId xmlns:a16="http://schemas.microsoft.com/office/drawing/2014/main" id="{A6C005E4-ACF9-49AC-BAD1-5560F93653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0" y="2899"/>
                <a:ext cx="30" cy="253"/>
              </a:xfrm>
              <a:custGeom>
                <a:avLst/>
                <a:gdLst>
                  <a:gd name="T0" fmla="*/ 37 w 18"/>
                  <a:gd name="T1" fmla="*/ 0 h 156"/>
                  <a:gd name="T2" fmla="*/ 33 w 18"/>
                  <a:gd name="T3" fmla="*/ 334 h 156"/>
                  <a:gd name="T4" fmla="*/ 62 w 18"/>
                  <a:gd name="T5" fmla="*/ 665 h 156"/>
                  <a:gd name="T6" fmla="*/ 63 w 18"/>
                  <a:gd name="T7" fmla="*/ 363 h 156"/>
                  <a:gd name="T8" fmla="*/ 47 w 18"/>
                  <a:gd name="T9" fmla="*/ 89 h 156"/>
                  <a:gd name="T10" fmla="*/ 37 w 18"/>
                  <a:gd name="T11" fmla="*/ 0 h 15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8" h="156">
                    <a:moveTo>
                      <a:pt x="8" y="0"/>
                    </a:moveTo>
                    <a:cubicBezTo>
                      <a:pt x="7" y="23"/>
                      <a:pt x="0" y="49"/>
                      <a:pt x="7" y="78"/>
                    </a:cubicBezTo>
                    <a:cubicBezTo>
                      <a:pt x="13" y="107"/>
                      <a:pt x="17" y="130"/>
                      <a:pt x="13" y="156"/>
                    </a:cubicBezTo>
                    <a:cubicBezTo>
                      <a:pt x="18" y="135"/>
                      <a:pt x="17" y="103"/>
                      <a:pt x="14" y="85"/>
                    </a:cubicBezTo>
                    <a:cubicBezTo>
                      <a:pt x="11" y="68"/>
                      <a:pt x="9" y="35"/>
                      <a:pt x="10" y="21"/>
                    </a:cubicBezTo>
                    <a:cubicBezTo>
                      <a:pt x="11" y="6"/>
                      <a:pt x="8" y="0"/>
                      <a:pt x="8" y="0"/>
                    </a:cubicBezTo>
                  </a:path>
                </a:pathLst>
              </a:custGeom>
              <a:solidFill>
                <a:srgbClr val="F7F1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3600" name="Freeform 232">
                <a:extLst>
                  <a:ext uri="{FF2B5EF4-FFF2-40B4-BE49-F238E27FC236}">
                    <a16:creationId xmlns:a16="http://schemas.microsoft.com/office/drawing/2014/main" id="{D4AADD98-459C-43DB-A8A5-9B2AF826A2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7" y="3952"/>
                <a:ext cx="106" cy="74"/>
              </a:xfrm>
              <a:custGeom>
                <a:avLst/>
                <a:gdLst>
                  <a:gd name="T0" fmla="*/ 42 w 65"/>
                  <a:gd name="T1" fmla="*/ 156 h 45"/>
                  <a:gd name="T2" fmla="*/ 207 w 65"/>
                  <a:gd name="T3" fmla="*/ 160 h 45"/>
                  <a:gd name="T4" fmla="*/ 241 w 65"/>
                  <a:gd name="T5" fmla="*/ 0 h 45"/>
                  <a:gd name="T6" fmla="*/ 228 w 65"/>
                  <a:gd name="T7" fmla="*/ 54 h 45"/>
                  <a:gd name="T8" fmla="*/ 157 w 65"/>
                  <a:gd name="T9" fmla="*/ 95 h 45"/>
                  <a:gd name="T10" fmla="*/ 18 w 65"/>
                  <a:gd name="T11" fmla="*/ 81 h 45"/>
                  <a:gd name="T12" fmla="*/ 26 w 65"/>
                  <a:gd name="T13" fmla="*/ 160 h 4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5" h="45">
                    <a:moveTo>
                      <a:pt x="10" y="35"/>
                    </a:moveTo>
                    <a:cubicBezTo>
                      <a:pt x="20" y="45"/>
                      <a:pt x="38" y="42"/>
                      <a:pt x="48" y="36"/>
                    </a:cubicBezTo>
                    <a:cubicBezTo>
                      <a:pt x="65" y="27"/>
                      <a:pt x="62" y="16"/>
                      <a:pt x="56" y="0"/>
                    </a:cubicBezTo>
                    <a:cubicBezTo>
                      <a:pt x="56" y="5"/>
                      <a:pt x="57" y="8"/>
                      <a:pt x="53" y="12"/>
                    </a:cubicBezTo>
                    <a:cubicBezTo>
                      <a:pt x="50" y="17"/>
                      <a:pt x="41" y="20"/>
                      <a:pt x="36" y="21"/>
                    </a:cubicBezTo>
                    <a:cubicBezTo>
                      <a:pt x="25" y="24"/>
                      <a:pt x="14" y="21"/>
                      <a:pt x="4" y="18"/>
                    </a:cubicBezTo>
                    <a:cubicBezTo>
                      <a:pt x="0" y="22"/>
                      <a:pt x="5" y="31"/>
                      <a:pt x="6" y="36"/>
                    </a:cubicBezTo>
                  </a:path>
                </a:pathLst>
              </a:custGeom>
              <a:solidFill>
                <a:srgbClr val="ECCA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3601" name="Freeform 233">
                <a:extLst>
                  <a:ext uri="{FF2B5EF4-FFF2-40B4-BE49-F238E27FC236}">
                    <a16:creationId xmlns:a16="http://schemas.microsoft.com/office/drawing/2014/main" id="{E178B9AF-27C2-48A6-A6C9-C8F5462FDA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3" y="3853"/>
                <a:ext cx="113" cy="163"/>
              </a:xfrm>
              <a:custGeom>
                <a:avLst/>
                <a:gdLst>
                  <a:gd name="T0" fmla="*/ 0 w 69"/>
                  <a:gd name="T1" fmla="*/ 434 h 100"/>
                  <a:gd name="T2" fmla="*/ 88 w 69"/>
                  <a:gd name="T3" fmla="*/ 414 h 100"/>
                  <a:gd name="T4" fmla="*/ 152 w 69"/>
                  <a:gd name="T5" fmla="*/ 425 h 100"/>
                  <a:gd name="T6" fmla="*/ 215 w 69"/>
                  <a:gd name="T7" fmla="*/ 404 h 100"/>
                  <a:gd name="T8" fmla="*/ 255 w 69"/>
                  <a:gd name="T9" fmla="*/ 329 h 100"/>
                  <a:gd name="T10" fmla="*/ 273 w 69"/>
                  <a:gd name="T11" fmla="*/ 156 h 100"/>
                  <a:gd name="T12" fmla="*/ 260 w 69"/>
                  <a:gd name="T13" fmla="*/ 0 h 100"/>
                  <a:gd name="T14" fmla="*/ 215 w 69"/>
                  <a:gd name="T15" fmla="*/ 88 h 100"/>
                  <a:gd name="T16" fmla="*/ 219 w 69"/>
                  <a:gd name="T17" fmla="*/ 199 h 100"/>
                  <a:gd name="T18" fmla="*/ 177 w 69"/>
                  <a:gd name="T19" fmla="*/ 298 h 100"/>
                  <a:gd name="T20" fmla="*/ 110 w 69"/>
                  <a:gd name="T21" fmla="*/ 391 h 10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9" h="100">
                    <a:moveTo>
                      <a:pt x="0" y="100"/>
                    </a:moveTo>
                    <a:cubicBezTo>
                      <a:pt x="7" y="97"/>
                      <a:pt x="13" y="96"/>
                      <a:pt x="20" y="96"/>
                    </a:cubicBezTo>
                    <a:cubicBezTo>
                      <a:pt x="25" y="97"/>
                      <a:pt x="30" y="99"/>
                      <a:pt x="35" y="98"/>
                    </a:cubicBezTo>
                    <a:cubicBezTo>
                      <a:pt x="39" y="98"/>
                      <a:pt x="46" y="95"/>
                      <a:pt x="49" y="93"/>
                    </a:cubicBezTo>
                    <a:cubicBezTo>
                      <a:pt x="56" y="89"/>
                      <a:pt x="56" y="84"/>
                      <a:pt x="58" y="76"/>
                    </a:cubicBezTo>
                    <a:cubicBezTo>
                      <a:pt x="61" y="63"/>
                      <a:pt x="62" y="50"/>
                      <a:pt x="62" y="36"/>
                    </a:cubicBezTo>
                    <a:cubicBezTo>
                      <a:pt x="63" y="25"/>
                      <a:pt x="69" y="8"/>
                      <a:pt x="59" y="0"/>
                    </a:cubicBezTo>
                    <a:cubicBezTo>
                      <a:pt x="56" y="4"/>
                      <a:pt x="50" y="14"/>
                      <a:pt x="49" y="20"/>
                    </a:cubicBezTo>
                    <a:cubicBezTo>
                      <a:pt x="47" y="28"/>
                      <a:pt x="51" y="38"/>
                      <a:pt x="50" y="46"/>
                    </a:cubicBezTo>
                    <a:cubicBezTo>
                      <a:pt x="49" y="55"/>
                      <a:pt x="45" y="62"/>
                      <a:pt x="40" y="69"/>
                    </a:cubicBezTo>
                    <a:cubicBezTo>
                      <a:pt x="36" y="75"/>
                      <a:pt x="34" y="89"/>
                      <a:pt x="25" y="90"/>
                    </a:cubicBezTo>
                  </a:path>
                </a:pathLst>
              </a:custGeom>
              <a:solidFill>
                <a:srgbClr val="ECCA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3602" name="Freeform 234">
                <a:extLst>
                  <a:ext uri="{FF2B5EF4-FFF2-40B4-BE49-F238E27FC236}">
                    <a16:creationId xmlns:a16="http://schemas.microsoft.com/office/drawing/2014/main" id="{57081DE1-D74F-442D-A70A-2EE38A63F5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1" y="2031"/>
                <a:ext cx="31" cy="11"/>
              </a:xfrm>
              <a:custGeom>
                <a:avLst/>
                <a:gdLst>
                  <a:gd name="T0" fmla="*/ 0 w 19"/>
                  <a:gd name="T1" fmla="*/ 27 h 7"/>
                  <a:gd name="T2" fmla="*/ 42 w 19"/>
                  <a:gd name="T3" fmla="*/ 0 h 7"/>
                  <a:gd name="T4" fmla="*/ 83 w 19"/>
                  <a:gd name="T5" fmla="*/ 27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7">
                    <a:moveTo>
                      <a:pt x="0" y="7"/>
                    </a:moveTo>
                    <a:cubicBezTo>
                      <a:pt x="5" y="1"/>
                      <a:pt x="5" y="0"/>
                      <a:pt x="10" y="0"/>
                    </a:cubicBezTo>
                    <a:cubicBezTo>
                      <a:pt x="14" y="0"/>
                      <a:pt x="15" y="1"/>
                      <a:pt x="19" y="7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3603" name="Freeform 235">
                <a:extLst>
                  <a:ext uri="{FF2B5EF4-FFF2-40B4-BE49-F238E27FC236}">
                    <a16:creationId xmlns:a16="http://schemas.microsoft.com/office/drawing/2014/main" id="{BD9E7B21-72EB-4B6E-8109-2D1DD3EF3B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7" y="2037"/>
                <a:ext cx="20" cy="10"/>
              </a:xfrm>
              <a:custGeom>
                <a:avLst/>
                <a:gdLst>
                  <a:gd name="T0" fmla="*/ 0 w 12"/>
                  <a:gd name="T1" fmla="*/ 0 h 6"/>
                  <a:gd name="T2" fmla="*/ 55 w 12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6">
                    <a:moveTo>
                      <a:pt x="0" y="0"/>
                    </a:moveTo>
                    <a:cubicBezTo>
                      <a:pt x="1" y="6"/>
                      <a:pt x="10" y="6"/>
                      <a:pt x="12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3604" name="Freeform 236">
                <a:extLst>
                  <a:ext uri="{FF2B5EF4-FFF2-40B4-BE49-F238E27FC236}">
                    <a16:creationId xmlns:a16="http://schemas.microsoft.com/office/drawing/2014/main" id="{12B4D7F8-DF5C-414B-96DB-451FACE69B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0" y="1248"/>
                <a:ext cx="151" cy="18"/>
              </a:xfrm>
              <a:custGeom>
                <a:avLst/>
                <a:gdLst>
                  <a:gd name="T0" fmla="*/ 0 w 93"/>
                  <a:gd name="T1" fmla="*/ 0 h 11"/>
                  <a:gd name="T2" fmla="*/ 109 w 93"/>
                  <a:gd name="T3" fmla="*/ 21 h 11"/>
                  <a:gd name="T4" fmla="*/ 232 w 93"/>
                  <a:gd name="T5" fmla="*/ 26 h 11"/>
                  <a:gd name="T6" fmla="*/ 390 w 93"/>
                  <a:gd name="T7" fmla="*/ 34 h 11"/>
                  <a:gd name="T8" fmla="*/ 398 w 93"/>
                  <a:gd name="T9" fmla="*/ 47 h 11"/>
                  <a:gd name="T10" fmla="*/ 393 w 93"/>
                  <a:gd name="T11" fmla="*/ 26 h 11"/>
                  <a:gd name="T12" fmla="*/ 232 w 93"/>
                  <a:gd name="T13" fmla="*/ 18 h 11"/>
                  <a:gd name="T14" fmla="*/ 110 w 93"/>
                  <a:gd name="T15" fmla="*/ 18 h 11"/>
                  <a:gd name="T16" fmla="*/ 0 w 93"/>
                  <a:gd name="T17" fmla="*/ 0 h 1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3" h="11">
                    <a:moveTo>
                      <a:pt x="0" y="0"/>
                    </a:moveTo>
                    <a:cubicBezTo>
                      <a:pt x="5" y="1"/>
                      <a:pt x="20" y="3"/>
                      <a:pt x="25" y="5"/>
                    </a:cubicBezTo>
                    <a:cubicBezTo>
                      <a:pt x="30" y="8"/>
                      <a:pt x="42" y="7"/>
                      <a:pt x="54" y="6"/>
                    </a:cubicBezTo>
                    <a:cubicBezTo>
                      <a:pt x="69" y="4"/>
                      <a:pt x="86" y="3"/>
                      <a:pt x="91" y="8"/>
                    </a:cubicBezTo>
                    <a:cubicBezTo>
                      <a:pt x="92" y="9"/>
                      <a:pt x="93" y="10"/>
                      <a:pt x="93" y="11"/>
                    </a:cubicBezTo>
                    <a:cubicBezTo>
                      <a:pt x="93" y="9"/>
                      <a:pt x="93" y="8"/>
                      <a:pt x="92" y="6"/>
                    </a:cubicBezTo>
                    <a:cubicBezTo>
                      <a:pt x="87" y="1"/>
                      <a:pt x="70" y="2"/>
                      <a:pt x="54" y="4"/>
                    </a:cubicBezTo>
                    <a:cubicBezTo>
                      <a:pt x="42" y="5"/>
                      <a:pt x="31" y="6"/>
                      <a:pt x="26" y="4"/>
                    </a:cubicBezTo>
                    <a:cubicBezTo>
                      <a:pt x="21" y="1"/>
                      <a:pt x="6" y="1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3605" name="Freeform 237">
                <a:extLst>
                  <a:ext uri="{FF2B5EF4-FFF2-40B4-BE49-F238E27FC236}">
                    <a16:creationId xmlns:a16="http://schemas.microsoft.com/office/drawing/2014/main" id="{759608D6-C7BF-4259-A913-36EB264E04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4" y="1287"/>
                <a:ext cx="29" cy="17"/>
              </a:xfrm>
              <a:custGeom>
                <a:avLst/>
                <a:gdLst>
                  <a:gd name="T0" fmla="*/ 0 w 18"/>
                  <a:gd name="T1" fmla="*/ 0 h 10"/>
                  <a:gd name="T2" fmla="*/ 34 w 18"/>
                  <a:gd name="T3" fmla="*/ 49 h 10"/>
                  <a:gd name="T4" fmla="*/ 76 w 18"/>
                  <a:gd name="T5" fmla="*/ 0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10">
                    <a:moveTo>
                      <a:pt x="0" y="0"/>
                    </a:moveTo>
                    <a:cubicBezTo>
                      <a:pt x="3" y="6"/>
                      <a:pt x="5" y="10"/>
                      <a:pt x="8" y="10"/>
                    </a:cubicBezTo>
                    <a:cubicBezTo>
                      <a:pt x="10" y="10"/>
                      <a:pt x="14" y="6"/>
                      <a:pt x="18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3606" name="Freeform 238">
                <a:extLst>
                  <a:ext uri="{FF2B5EF4-FFF2-40B4-BE49-F238E27FC236}">
                    <a16:creationId xmlns:a16="http://schemas.microsoft.com/office/drawing/2014/main" id="{70DB38BA-915E-4205-809C-7609F968AA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4" y="3956"/>
                <a:ext cx="20" cy="65"/>
              </a:xfrm>
              <a:custGeom>
                <a:avLst/>
                <a:gdLst>
                  <a:gd name="T0" fmla="*/ 50 w 12"/>
                  <a:gd name="T1" fmla="*/ 0 h 40"/>
                  <a:gd name="T2" fmla="*/ 33 w 12"/>
                  <a:gd name="T3" fmla="*/ 55 h 40"/>
                  <a:gd name="T4" fmla="*/ 8 w 12"/>
                  <a:gd name="T5" fmla="*/ 172 h 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40">
                    <a:moveTo>
                      <a:pt x="11" y="0"/>
                    </a:moveTo>
                    <a:cubicBezTo>
                      <a:pt x="12" y="4"/>
                      <a:pt x="10" y="9"/>
                      <a:pt x="7" y="13"/>
                    </a:cubicBezTo>
                    <a:cubicBezTo>
                      <a:pt x="3" y="17"/>
                      <a:pt x="0" y="38"/>
                      <a:pt x="2" y="4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3607" name="Freeform 239">
                <a:extLst>
                  <a:ext uri="{FF2B5EF4-FFF2-40B4-BE49-F238E27FC236}">
                    <a16:creationId xmlns:a16="http://schemas.microsoft.com/office/drawing/2014/main" id="{3A03D795-682A-4A82-B585-90104CFFBE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3" y="3959"/>
                <a:ext cx="33" cy="62"/>
              </a:xfrm>
              <a:custGeom>
                <a:avLst/>
                <a:gdLst>
                  <a:gd name="T0" fmla="*/ 89 w 20"/>
                  <a:gd name="T1" fmla="*/ 0 h 38"/>
                  <a:gd name="T2" fmla="*/ 33 w 20"/>
                  <a:gd name="T3" fmla="*/ 62 h 38"/>
                  <a:gd name="T4" fmla="*/ 8 w 20"/>
                  <a:gd name="T5" fmla="*/ 165 h 3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38">
                    <a:moveTo>
                      <a:pt x="20" y="0"/>
                    </a:moveTo>
                    <a:cubicBezTo>
                      <a:pt x="16" y="7"/>
                      <a:pt x="9" y="12"/>
                      <a:pt x="7" y="14"/>
                    </a:cubicBezTo>
                    <a:cubicBezTo>
                      <a:pt x="0" y="22"/>
                      <a:pt x="6" y="23"/>
                      <a:pt x="2" y="38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3608" name="Freeform 240">
                <a:extLst>
                  <a:ext uri="{FF2B5EF4-FFF2-40B4-BE49-F238E27FC236}">
                    <a16:creationId xmlns:a16="http://schemas.microsoft.com/office/drawing/2014/main" id="{DBA1CC50-93F1-446C-80A7-E3B30A7829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1" y="3956"/>
                <a:ext cx="37" cy="61"/>
              </a:xfrm>
              <a:custGeom>
                <a:avLst/>
                <a:gdLst>
                  <a:gd name="T0" fmla="*/ 97 w 23"/>
                  <a:gd name="T1" fmla="*/ 0 h 38"/>
                  <a:gd name="T2" fmla="*/ 37 w 23"/>
                  <a:gd name="T3" fmla="*/ 67 h 38"/>
                  <a:gd name="T4" fmla="*/ 0 w 23"/>
                  <a:gd name="T5" fmla="*/ 157 h 3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38">
                    <a:moveTo>
                      <a:pt x="23" y="0"/>
                    </a:moveTo>
                    <a:cubicBezTo>
                      <a:pt x="19" y="5"/>
                      <a:pt x="14" y="11"/>
                      <a:pt x="9" y="16"/>
                    </a:cubicBezTo>
                    <a:cubicBezTo>
                      <a:pt x="5" y="20"/>
                      <a:pt x="6" y="27"/>
                      <a:pt x="0" y="38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3609" name="Freeform 241">
                <a:extLst>
                  <a:ext uri="{FF2B5EF4-FFF2-40B4-BE49-F238E27FC236}">
                    <a16:creationId xmlns:a16="http://schemas.microsoft.com/office/drawing/2014/main" id="{DC003E63-DC43-4F31-AA20-E1AC151882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4" y="3947"/>
                <a:ext cx="28" cy="46"/>
              </a:xfrm>
              <a:custGeom>
                <a:avLst/>
                <a:gdLst>
                  <a:gd name="T0" fmla="*/ 76 w 17"/>
                  <a:gd name="T1" fmla="*/ 0 h 28"/>
                  <a:gd name="T2" fmla="*/ 33 w 17"/>
                  <a:gd name="T3" fmla="*/ 49 h 28"/>
                  <a:gd name="T4" fmla="*/ 0 w 17"/>
                  <a:gd name="T5" fmla="*/ 125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28">
                    <a:moveTo>
                      <a:pt x="17" y="0"/>
                    </a:moveTo>
                    <a:cubicBezTo>
                      <a:pt x="14" y="4"/>
                      <a:pt x="10" y="8"/>
                      <a:pt x="7" y="11"/>
                    </a:cubicBezTo>
                    <a:cubicBezTo>
                      <a:pt x="4" y="15"/>
                      <a:pt x="6" y="20"/>
                      <a:pt x="0" y="28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3610" name="Freeform 242">
                <a:extLst>
                  <a:ext uri="{FF2B5EF4-FFF2-40B4-BE49-F238E27FC236}">
                    <a16:creationId xmlns:a16="http://schemas.microsoft.com/office/drawing/2014/main" id="{C9D6A3DF-3C89-4B28-BFEB-C22C80CCE7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4" y="3988"/>
                <a:ext cx="41" cy="26"/>
              </a:xfrm>
              <a:custGeom>
                <a:avLst/>
                <a:gdLst>
                  <a:gd name="T0" fmla="*/ 0 w 25"/>
                  <a:gd name="T1" fmla="*/ 42 h 16"/>
                  <a:gd name="T2" fmla="*/ 84 w 25"/>
                  <a:gd name="T3" fmla="*/ 68 h 16"/>
                  <a:gd name="T4" fmla="*/ 54 w 25"/>
                  <a:gd name="T5" fmla="*/ 5 h 16"/>
                  <a:gd name="T6" fmla="*/ 0 w 25"/>
                  <a:gd name="T7" fmla="*/ 42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" h="16">
                    <a:moveTo>
                      <a:pt x="0" y="10"/>
                    </a:moveTo>
                    <a:cubicBezTo>
                      <a:pt x="8" y="8"/>
                      <a:pt x="17" y="14"/>
                      <a:pt x="19" y="16"/>
                    </a:cubicBezTo>
                    <a:cubicBezTo>
                      <a:pt x="25" y="7"/>
                      <a:pt x="17" y="0"/>
                      <a:pt x="12" y="1"/>
                    </a:cubicBezTo>
                    <a:cubicBezTo>
                      <a:pt x="2" y="1"/>
                      <a:pt x="0" y="7"/>
                      <a:pt x="0" y="10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3611" name="Freeform 243">
                <a:extLst>
                  <a:ext uri="{FF2B5EF4-FFF2-40B4-BE49-F238E27FC236}">
                    <a16:creationId xmlns:a16="http://schemas.microsoft.com/office/drawing/2014/main" id="{CFC2DD0E-0E64-45A2-A314-EFA2BABAEC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5" y="3998"/>
                <a:ext cx="18" cy="18"/>
              </a:xfrm>
              <a:custGeom>
                <a:avLst/>
                <a:gdLst>
                  <a:gd name="T0" fmla="*/ 0 w 11"/>
                  <a:gd name="T1" fmla="*/ 47 h 11"/>
                  <a:gd name="T2" fmla="*/ 47 w 11"/>
                  <a:gd name="T3" fmla="*/ 43 h 11"/>
                  <a:gd name="T4" fmla="*/ 0 w 11"/>
                  <a:gd name="T5" fmla="*/ 47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1">
                    <a:moveTo>
                      <a:pt x="0" y="11"/>
                    </a:moveTo>
                    <a:cubicBezTo>
                      <a:pt x="2" y="11"/>
                      <a:pt x="9" y="9"/>
                      <a:pt x="11" y="10"/>
                    </a:cubicBezTo>
                    <a:cubicBezTo>
                      <a:pt x="10" y="2"/>
                      <a:pt x="0" y="0"/>
                      <a:pt x="0" y="11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3612" name="Freeform 244">
                <a:extLst>
                  <a:ext uri="{FF2B5EF4-FFF2-40B4-BE49-F238E27FC236}">
                    <a16:creationId xmlns:a16="http://schemas.microsoft.com/office/drawing/2014/main" id="{B0C25307-3F9A-4962-AFD9-1E79BC23A6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" y="4003"/>
                <a:ext cx="16" cy="14"/>
              </a:xfrm>
              <a:custGeom>
                <a:avLst/>
                <a:gdLst>
                  <a:gd name="T0" fmla="*/ 0 w 10"/>
                  <a:gd name="T1" fmla="*/ 26 h 9"/>
                  <a:gd name="T2" fmla="*/ 42 w 10"/>
                  <a:gd name="T3" fmla="*/ 26 h 9"/>
                  <a:gd name="T4" fmla="*/ 0 w 10"/>
                  <a:gd name="T5" fmla="*/ 26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9">
                    <a:moveTo>
                      <a:pt x="0" y="7"/>
                    </a:moveTo>
                    <a:cubicBezTo>
                      <a:pt x="2" y="9"/>
                      <a:pt x="8" y="9"/>
                      <a:pt x="10" y="7"/>
                    </a:cubicBezTo>
                    <a:cubicBezTo>
                      <a:pt x="9" y="0"/>
                      <a:pt x="0" y="3"/>
                      <a:pt x="0" y="7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3613" name="Freeform 245">
                <a:extLst>
                  <a:ext uri="{FF2B5EF4-FFF2-40B4-BE49-F238E27FC236}">
                    <a16:creationId xmlns:a16="http://schemas.microsoft.com/office/drawing/2014/main" id="{E2F65C62-0C95-43DE-BAD5-B3FA910772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8" y="3988"/>
                <a:ext cx="13" cy="13"/>
              </a:xfrm>
              <a:custGeom>
                <a:avLst/>
                <a:gdLst>
                  <a:gd name="T0" fmla="*/ 0 w 8"/>
                  <a:gd name="T1" fmla="*/ 21 h 8"/>
                  <a:gd name="T2" fmla="*/ 29 w 8"/>
                  <a:gd name="T3" fmla="*/ 29 h 8"/>
                  <a:gd name="T4" fmla="*/ 0 w 8"/>
                  <a:gd name="T5" fmla="*/ 21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8">
                    <a:moveTo>
                      <a:pt x="0" y="5"/>
                    </a:moveTo>
                    <a:cubicBezTo>
                      <a:pt x="1" y="7"/>
                      <a:pt x="4" y="8"/>
                      <a:pt x="7" y="7"/>
                    </a:cubicBezTo>
                    <a:cubicBezTo>
                      <a:pt x="8" y="0"/>
                      <a:pt x="1" y="1"/>
                      <a:pt x="0" y="5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3614" name="Freeform 246">
                <a:extLst>
                  <a:ext uri="{FF2B5EF4-FFF2-40B4-BE49-F238E27FC236}">
                    <a16:creationId xmlns:a16="http://schemas.microsoft.com/office/drawing/2014/main" id="{5CC75663-CD7E-46DA-B8DA-05C296DF05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0" y="1637"/>
                <a:ext cx="63" cy="70"/>
              </a:xfrm>
              <a:custGeom>
                <a:avLst/>
                <a:gdLst>
                  <a:gd name="T0" fmla="*/ 5 w 39"/>
                  <a:gd name="T1" fmla="*/ 98 h 43"/>
                  <a:gd name="T2" fmla="*/ 76 w 39"/>
                  <a:gd name="T3" fmla="*/ 5 h 43"/>
                  <a:gd name="T4" fmla="*/ 165 w 39"/>
                  <a:gd name="T5" fmla="*/ 88 h 43"/>
                  <a:gd name="T6" fmla="*/ 89 w 39"/>
                  <a:gd name="T7" fmla="*/ 181 h 43"/>
                  <a:gd name="T8" fmla="*/ 5 w 39"/>
                  <a:gd name="T9" fmla="*/ 98 h 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9" h="43">
                    <a:moveTo>
                      <a:pt x="1" y="23"/>
                    </a:moveTo>
                    <a:cubicBezTo>
                      <a:pt x="0" y="12"/>
                      <a:pt x="8" y="2"/>
                      <a:pt x="18" y="1"/>
                    </a:cubicBezTo>
                    <a:cubicBezTo>
                      <a:pt x="29" y="0"/>
                      <a:pt x="38" y="9"/>
                      <a:pt x="39" y="20"/>
                    </a:cubicBezTo>
                    <a:cubicBezTo>
                      <a:pt x="39" y="32"/>
                      <a:pt x="32" y="42"/>
                      <a:pt x="21" y="42"/>
                    </a:cubicBezTo>
                    <a:cubicBezTo>
                      <a:pt x="10" y="43"/>
                      <a:pt x="1" y="35"/>
                      <a:pt x="1" y="23"/>
                    </a:cubicBezTo>
                  </a:path>
                </a:pathLst>
              </a:custGeom>
              <a:solidFill>
                <a:srgbClr val="EDC3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3615" name="Freeform 247">
                <a:extLst>
                  <a:ext uri="{FF2B5EF4-FFF2-40B4-BE49-F238E27FC236}">
                    <a16:creationId xmlns:a16="http://schemas.microsoft.com/office/drawing/2014/main" id="{F7AD935E-E98B-4CC5-B734-CF5E4CBD463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738" y="1658"/>
                <a:ext cx="27" cy="29"/>
              </a:xfrm>
              <a:custGeom>
                <a:avLst/>
                <a:gdLst>
                  <a:gd name="T0" fmla="*/ 64 w 17"/>
                  <a:gd name="T1" fmla="*/ 29 h 18"/>
                  <a:gd name="T2" fmla="*/ 60 w 17"/>
                  <a:gd name="T3" fmla="*/ 47 h 18"/>
                  <a:gd name="T4" fmla="*/ 48 w 17"/>
                  <a:gd name="T5" fmla="*/ 55 h 18"/>
                  <a:gd name="T6" fmla="*/ 35 w 17"/>
                  <a:gd name="T7" fmla="*/ 63 h 18"/>
                  <a:gd name="T8" fmla="*/ 21 w 17"/>
                  <a:gd name="T9" fmla="*/ 55 h 18"/>
                  <a:gd name="T10" fmla="*/ 13 w 17"/>
                  <a:gd name="T11" fmla="*/ 39 h 18"/>
                  <a:gd name="T12" fmla="*/ 13 w 17"/>
                  <a:gd name="T13" fmla="*/ 39 h 18"/>
                  <a:gd name="T14" fmla="*/ 13 w 17"/>
                  <a:gd name="T15" fmla="*/ 39 h 18"/>
                  <a:gd name="T16" fmla="*/ 16 w 17"/>
                  <a:gd name="T17" fmla="*/ 26 h 18"/>
                  <a:gd name="T18" fmla="*/ 13 w 17"/>
                  <a:gd name="T19" fmla="*/ 26 h 18"/>
                  <a:gd name="T20" fmla="*/ 8 w 17"/>
                  <a:gd name="T21" fmla="*/ 16 h 18"/>
                  <a:gd name="T22" fmla="*/ 0 w 17"/>
                  <a:gd name="T23" fmla="*/ 39 h 18"/>
                  <a:gd name="T24" fmla="*/ 13 w 17"/>
                  <a:gd name="T25" fmla="*/ 68 h 18"/>
                  <a:gd name="T26" fmla="*/ 35 w 17"/>
                  <a:gd name="T27" fmla="*/ 76 h 18"/>
                  <a:gd name="T28" fmla="*/ 60 w 17"/>
                  <a:gd name="T29" fmla="*/ 63 h 18"/>
                  <a:gd name="T30" fmla="*/ 68 w 17"/>
                  <a:gd name="T31" fmla="*/ 34 h 18"/>
                  <a:gd name="T32" fmla="*/ 64 w 17"/>
                  <a:gd name="T33" fmla="*/ 29 h 18"/>
                  <a:gd name="T34" fmla="*/ 33 w 17"/>
                  <a:gd name="T35" fmla="*/ 13 h 18"/>
                  <a:gd name="T36" fmla="*/ 33 w 17"/>
                  <a:gd name="T37" fmla="*/ 13 h 18"/>
                  <a:gd name="T38" fmla="*/ 35 w 17"/>
                  <a:gd name="T39" fmla="*/ 13 h 18"/>
                  <a:gd name="T40" fmla="*/ 35 w 17"/>
                  <a:gd name="T41" fmla="*/ 5 h 18"/>
                  <a:gd name="T42" fmla="*/ 35 w 17"/>
                  <a:gd name="T43" fmla="*/ 0 h 18"/>
                  <a:gd name="T44" fmla="*/ 33 w 17"/>
                  <a:gd name="T45" fmla="*/ 0 h 18"/>
                  <a:gd name="T46" fmla="*/ 27 w 17"/>
                  <a:gd name="T47" fmla="*/ 0 h 18"/>
                  <a:gd name="T48" fmla="*/ 27 w 17"/>
                  <a:gd name="T49" fmla="*/ 8 h 18"/>
                  <a:gd name="T50" fmla="*/ 33 w 17"/>
                  <a:gd name="T51" fmla="*/ 13 h 18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17" h="18">
                    <a:moveTo>
                      <a:pt x="16" y="7"/>
                    </a:moveTo>
                    <a:cubicBezTo>
                      <a:pt x="16" y="8"/>
                      <a:pt x="15" y="9"/>
                      <a:pt x="15" y="11"/>
                    </a:cubicBezTo>
                    <a:cubicBezTo>
                      <a:pt x="14" y="12"/>
                      <a:pt x="13" y="13"/>
                      <a:pt x="12" y="13"/>
                    </a:cubicBezTo>
                    <a:cubicBezTo>
                      <a:pt x="9" y="15"/>
                      <a:pt x="9" y="15"/>
                      <a:pt x="9" y="15"/>
                    </a:cubicBezTo>
                    <a:cubicBezTo>
                      <a:pt x="9" y="15"/>
                      <a:pt x="5" y="13"/>
                      <a:pt x="5" y="13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8"/>
                      <a:pt x="3" y="7"/>
                      <a:pt x="4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3" y="16"/>
                      <a:pt x="3" y="16"/>
                      <a:pt x="3" y="16"/>
                    </a:cubicBezTo>
                    <a:cubicBezTo>
                      <a:pt x="9" y="18"/>
                      <a:pt x="9" y="18"/>
                      <a:pt x="9" y="18"/>
                    </a:cubicBezTo>
                    <a:cubicBezTo>
                      <a:pt x="15" y="15"/>
                      <a:pt x="15" y="15"/>
                      <a:pt x="15" y="15"/>
                    </a:cubicBezTo>
                    <a:cubicBezTo>
                      <a:pt x="17" y="8"/>
                      <a:pt x="17" y="8"/>
                      <a:pt x="17" y="8"/>
                    </a:cubicBezTo>
                    <a:lnTo>
                      <a:pt x="16" y="7"/>
                    </a:lnTo>
                    <a:close/>
                    <a:moveTo>
                      <a:pt x="8" y="3"/>
                    </a:moveTo>
                    <a:cubicBezTo>
                      <a:pt x="8" y="3"/>
                      <a:pt x="8" y="3"/>
                      <a:pt x="8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2"/>
                      <a:pt x="9" y="2"/>
                      <a:pt x="9" y="1"/>
                    </a:cubicBezTo>
                    <a:cubicBezTo>
                      <a:pt x="9" y="1"/>
                      <a:pt x="9" y="0"/>
                      <a:pt x="9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7" y="1"/>
                      <a:pt x="7" y="2"/>
                      <a:pt x="7" y="2"/>
                    </a:cubicBezTo>
                    <a:cubicBezTo>
                      <a:pt x="8" y="2"/>
                      <a:pt x="8" y="3"/>
                      <a:pt x="8" y="3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3616" name="Freeform 248">
                <a:extLst>
                  <a:ext uri="{FF2B5EF4-FFF2-40B4-BE49-F238E27FC236}">
                    <a16:creationId xmlns:a16="http://schemas.microsoft.com/office/drawing/2014/main" id="{ECA596B3-FFA9-4014-94F0-7ED7C41267E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718" y="1637"/>
                <a:ext cx="67" cy="73"/>
              </a:xfrm>
              <a:custGeom>
                <a:avLst/>
                <a:gdLst>
                  <a:gd name="T0" fmla="*/ 0 w 41"/>
                  <a:gd name="T1" fmla="*/ 109 h 45"/>
                  <a:gd name="T2" fmla="*/ 8 w 41"/>
                  <a:gd name="T3" fmla="*/ 128 h 45"/>
                  <a:gd name="T4" fmla="*/ 18 w 41"/>
                  <a:gd name="T5" fmla="*/ 123 h 45"/>
                  <a:gd name="T6" fmla="*/ 13 w 41"/>
                  <a:gd name="T7" fmla="*/ 102 h 45"/>
                  <a:gd name="T8" fmla="*/ 0 w 41"/>
                  <a:gd name="T9" fmla="*/ 109 h 45"/>
                  <a:gd name="T10" fmla="*/ 88 w 41"/>
                  <a:gd name="T11" fmla="*/ 13 h 45"/>
                  <a:gd name="T12" fmla="*/ 83 w 41"/>
                  <a:gd name="T13" fmla="*/ 5 h 45"/>
                  <a:gd name="T14" fmla="*/ 83 w 41"/>
                  <a:gd name="T15" fmla="*/ 5 h 45"/>
                  <a:gd name="T16" fmla="*/ 77 w 41"/>
                  <a:gd name="T17" fmla="*/ 13 h 45"/>
                  <a:gd name="T18" fmla="*/ 83 w 41"/>
                  <a:gd name="T19" fmla="*/ 13 h 45"/>
                  <a:gd name="T20" fmla="*/ 88 w 41"/>
                  <a:gd name="T21" fmla="*/ 13 h 45"/>
                  <a:gd name="T22" fmla="*/ 165 w 41"/>
                  <a:gd name="T23" fmla="*/ 89 h 45"/>
                  <a:gd name="T24" fmla="*/ 178 w 41"/>
                  <a:gd name="T25" fmla="*/ 81 h 45"/>
                  <a:gd name="T26" fmla="*/ 165 w 41"/>
                  <a:gd name="T27" fmla="*/ 42 h 45"/>
                  <a:gd name="T28" fmla="*/ 160 w 41"/>
                  <a:gd name="T29" fmla="*/ 42 h 45"/>
                  <a:gd name="T30" fmla="*/ 152 w 41"/>
                  <a:gd name="T31" fmla="*/ 47 h 45"/>
                  <a:gd name="T32" fmla="*/ 165 w 41"/>
                  <a:gd name="T33" fmla="*/ 84 h 45"/>
                  <a:gd name="T34" fmla="*/ 165 w 41"/>
                  <a:gd name="T35" fmla="*/ 89 h 45"/>
                  <a:gd name="T36" fmla="*/ 150 w 41"/>
                  <a:gd name="T37" fmla="*/ 144 h 45"/>
                  <a:gd name="T38" fmla="*/ 96 w 41"/>
                  <a:gd name="T39" fmla="*/ 177 h 45"/>
                  <a:gd name="T40" fmla="*/ 29 w 41"/>
                  <a:gd name="T41" fmla="*/ 144 h 45"/>
                  <a:gd name="T42" fmla="*/ 18 w 41"/>
                  <a:gd name="T43" fmla="*/ 149 h 45"/>
                  <a:gd name="T44" fmla="*/ 96 w 41"/>
                  <a:gd name="T45" fmla="*/ 187 h 45"/>
                  <a:gd name="T46" fmla="*/ 157 w 41"/>
                  <a:gd name="T47" fmla="*/ 152 h 45"/>
                  <a:gd name="T48" fmla="*/ 173 w 41"/>
                  <a:gd name="T49" fmla="*/ 115 h 45"/>
                  <a:gd name="T50" fmla="*/ 160 w 41"/>
                  <a:gd name="T51" fmla="*/ 123 h 45"/>
                  <a:gd name="T52" fmla="*/ 150 w 41"/>
                  <a:gd name="T53" fmla="*/ 144 h 45"/>
                  <a:gd name="T54" fmla="*/ 29 w 41"/>
                  <a:gd name="T55" fmla="*/ 39 h 45"/>
                  <a:gd name="T56" fmla="*/ 21 w 41"/>
                  <a:gd name="T57" fmla="*/ 29 h 45"/>
                  <a:gd name="T58" fmla="*/ 8 w 41"/>
                  <a:gd name="T59" fmla="*/ 50 h 45"/>
                  <a:gd name="T60" fmla="*/ 21 w 41"/>
                  <a:gd name="T61" fmla="*/ 60 h 45"/>
                  <a:gd name="T62" fmla="*/ 29 w 41"/>
                  <a:gd name="T63" fmla="*/ 39 h 45"/>
                  <a:gd name="T64" fmla="*/ 0 w 41"/>
                  <a:gd name="T65" fmla="*/ 76 h 45"/>
                  <a:gd name="T66" fmla="*/ 0 w 41"/>
                  <a:gd name="T67" fmla="*/ 76 h 45"/>
                  <a:gd name="T68" fmla="*/ 5 w 41"/>
                  <a:gd name="T69" fmla="*/ 76 h 45"/>
                  <a:gd name="T70" fmla="*/ 0 w 41"/>
                  <a:gd name="T71" fmla="*/ 76 h 45"/>
                  <a:gd name="T72" fmla="*/ 136 w 41"/>
                  <a:gd name="T73" fmla="*/ 26 h 45"/>
                  <a:gd name="T74" fmla="*/ 150 w 41"/>
                  <a:gd name="T75" fmla="*/ 21 h 45"/>
                  <a:gd name="T76" fmla="*/ 109 w 41"/>
                  <a:gd name="T77" fmla="*/ 0 h 45"/>
                  <a:gd name="T78" fmla="*/ 113 w 41"/>
                  <a:gd name="T79" fmla="*/ 13 h 45"/>
                  <a:gd name="T80" fmla="*/ 136 w 41"/>
                  <a:gd name="T81" fmla="*/ 26 h 45"/>
                  <a:gd name="T82" fmla="*/ 54 w 41"/>
                  <a:gd name="T83" fmla="*/ 21 h 45"/>
                  <a:gd name="T84" fmla="*/ 56 w 41"/>
                  <a:gd name="T85" fmla="*/ 5 h 45"/>
                  <a:gd name="T86" fmla="*/ 42 w 41"/>
                  <a:gd name="T87" fmla="*/ 13 h 45"/>
                  <a:gd name="T88" fmla="*/ 54 w 41"/>
                  <a:gd name="T89" fmla="*/ 21 h 45"/>
                  <a:gd name="T90" fmla="*/ 54 w 41"/>
                  <a:gd name="T91" fmla="*/ 21 h 45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41" h="45">
                    <a:moveTo>
                      <a:pt x="0" y="25"/>
                    </a:moveTo>
                    <a:cubicBezTo>
                      <a:pt x="1" y="27"/>
                      <a:pt x="1" y="28"/>
                      <a:pt x="2" y="30"/>
                    </a:cubicBezTo>
                    <a:cubicBezTo>
                      <a:pt x="2" y="29"/>
                      <a:pt x="3" y="29"/>
                      <a:pt x="4" y="29"/>
                    </a:cubicBezTo>
                    <a:cubicBezTo>
                      <a:pt x="4" y="27"/>
                      <a:pt x="3" y="26"/>
                      <a:pt x="3" y="24"/>
                    </a:cubicBezTo>
                    <a:cubicBezTo>
                      <a:pt x="2" y="24"/>
                      <a:pt x="1" y="25"/>
                      <a:pt x="0" y="25"/>
                    </a:cubicBezTo>
                    <a:moveTo>
                      <a:pt x="20" y="3"/>
                    </a:moveTo>
                    <a:cubicBezTo>
                      <a:pt x="19" y="2"/>
                      <a:pt x="19" y="1"/>
                      <a:pt x="19" y="1"/>
                    </a:cubicBezTo>
                    <a:cubicBezTo>
                      <a:pt x="19" y="1"/>
                      <a:pt x="19" y="1"/>
                      <a:pt x="19" y="1"/>
                    </a:cubicBezTo>
                    <a:cubicBezTo>
                      <a:pt x="19" y="2"/>
                      <a:pt x="19" y="2"/>
                      <a:pt x="18" y="3"/>
                    </a:cubicBezTo>
                    <a:cubicBezTo>
                      <a:pt x="19" y="3"/>
                      <a:pt x="19" y="3"/>
                      <a:pt x="19" y="3"/>
                    </a:cubicBezTo>
                    <a:cubicBezTo>
                      <a:pt x="19" y="3"/>
                      <a:pt x="19" y="3"/>
                      <a:pt x="20" y="3"/>
                    </a:cubicBezTo>
                    <a:moveTo>
                      <a:pt x="38" y="21"/>
                    </a:moveTo>
                    <a:cubicBezTo>
                      <a:pt x="39" y="21"/>
                      <a:pt x="40" y="20"/>
                      <a:pt x="41" y="19"/>
                    </a:cubicBezTo>
                    <a:cubicBezTo>
                      <a:pt x="40" y="16"/>
                      <a:pt x="40" y="13"/>
                      <a:pt x="38" y="10"/>
                    </a:cubicBezTo>
                    <a:cubicBezTo>
                      <a:pt x="38" y="10"/>
                      <a:pt x="37" y="10"/>
                      <a:pt x="37" y="10"/>
                    </a:cubicBezTo>
                    <a:cubicBezTo>
                      <a:pt x="37" y="10"/>
                      <a:pt x="36" y="11"/>
                      <a:pt x="35" y="11"/>
                    </a:cubicBezTo>
                    <a:cubicBezTo>
                      <a:pt x="37" y="14"/>
                      <a:pt x="38" y="17"/>
                      <a:pt x="38" y="20"/>
                    </a:cubicBezTo>
                    <a:cubicBezTo>
                      <a:pt x="38" y="21"/>
                      <a:pt x="38" y="21"/>
                      <a:pt x="38" y="21"/>
                    </a:cubicBezTo>
                    <a:moveTo>
                      <a:pt x="34" y="34"/>
                    </a:moveTo>
                    <a:cubicBezTo>
                      <a:pt x="31" y="38"/>
                      <a:pt x="27" y="41"/>
                      <a:pt x="22" y="41"/>
                    </a:cubicBezTo>
                    <a:cubicBezTo>
                      <a:pt x="16" y="41"/>
                      <a:pt x="11" y="39"/>
                      <a:pt x="7" y="34"/>
                    </a:cubicBezTo>
                    <a:cubicBezTo>
                      <a:pt x="6" y="35"/>
                      <a:pt x="5" y="35"/>
                      <a:pt x="4" y="35"/>
                    </a:cubicBezTo>
                    <a:cubicBezTo>
                      <a:pt x="8" y="41"/>
                      <a:pt x="15" y="45"/>
                      <a:pt x="22" y="44"/>
                    </a:cubicBezTo>
                    <a:cubicBezTo>
                      <a:pt x="28" y="44"/>
                      <a:pt x="33" y="41"/>
                      <a:pt x="36" y="36"/>
                    </a:cubicBezTo>
                    <a:cubicBezTo>
                      <a:pt x="38" y="34"/>
                      <a:pt x="40" y="31"/>
                      <a:pt x="40" y="27"/>
                    </a:cubicBezTo>
                    <a:cubicBezTo>
                      <a:pt x="39" y="28"/>
                      <a:pt x="38" y="28"/>
                      <a:pt x="37" y="29"/>
                    </a:cubicBezTo>
                    <a:cubicBezTo>
                      <a:pt x="36" y="31"/>
                      <a:pt x="35" y="33"/>
                      <a:pt x="34" y="34"/>
                    </a:cubicBezTo>
                    <a:moveTo>
                      <a:pt x="7" y="9"/>
                    </a:moveTo>
                    <a:cubicBezTo>
                      <a:pt x="7" y="8"/>
                      <a:pt x="6" y="7"/>
                      <a:pt x="5" y="7"/>
                    </a:cubicBezTo>
                    <a:cubicBezTo>
                      <a:pt x="4" y="8"/>
                      <a:pt x="3" y="10"/>
                      <a:pt x="2" y="12"/>
                    </a:cubicBezTo>
                    <a:cubicBezTo>
                      <a:pt x="3" y="12"/>
                      <a:pt x="4" y="13"/>
                      <a:pt x="5" y="14"/>
                    </a:cubicBezTo>
                    <a:cubicBezTo>
                      <a:pt x="5" y="12"/>
                      <a:pt x="6" y="10"/>
                      <a:pt x="7" y="9"/>
                    </a:cubicBezTo>
                    <a:moveTo>
                      <a:pt x="0" y="18"/>
                    </a:moveTo>
                    <a:cubicBezTo>
                      <a:pt x="0" y="18"/>
                      <a:pt x="0" y="18"/>
                      <a:pt x="0" y="18"/>
                    </a:cubicBezTo>
                    <a:cubicBezTo>
                      <a:pt x="0" y="18"/>
                      <a:pt x="1" y="18"/>
                      <a:pt x="1" y="18"/>
                    </a:cubicBezTo>
                    <a:cubicBezTo>
                      <a:pt x="1" y="18"/>
                      <a:pt x="0" y="18"/>
                      <a:pt x="0" y="18"/>
                    </a:cubicBezTo>
                    <a:moveTo>
                      <a:pt x="31" y="6"/>
                    </a:moveTo>
                    <a:cubicBezTo>
                      <a:pt x="32" y="6"/>
                      <a:pt x="33" y="5"/>
                      <a:pt x="34" y="5"/>
                    </a:cubicBezTo>
                    <a:cubicBezTo>
                      <a:pt x="31" y="2"/>
                      <a:pt x="28" y="1"/>
                      <a:pt x="25" y="0"/>
                    </a:cubicBezTo>
                    <a:cubicBezTo>
                      <a:pt x="26" y="1"/>
                      <a:pt x="26" y="2"/>
                      <a:pt x="26" y="3"/>
                    </a:cubicBezTo>
                    <a:cubicBezTo>
                      <a:pt x="28" y="4"/>
                      <a:pt x="30" y="5"/>
                      <a:pt x="31" y="6"/>
                    </a:cubicBezTo>
                    <a:moveTo>
                      <a:pt x="12" y="5"/>
                    </a:moveTo>
                    <a:cubicBezTo>
                      <a:pt x="12" y="4"/>
                      <a:pt x="12" y="2"/>
                      <a:pt x="13" y="1"/>
                    </a:cubicBezTo>
                    <a:cubicBezTo>
                      <a:pt x="12" y="2"/>
                      <a:pt x="11" y="2"/>
                      <a:pt x="10" y="3"/>
                    </a:cubicBezTo>
                    <a:cubicBezTo>
                      <a:pt x="10" y="4"/>
                      <a:pt x="11" y="4"/>
                      <a:pt x="12" y="5"/>
                    </a:cubicBezTo>
                    <a:cubicBezTo>
                      <a:pt x="12" y="5"/>
                      <a:pt x="12" y="5"/>
                      <a:pt x="12" y="5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3617" name="Freeform 249">
                <a:extLst>
                  <a:ext uri="{FF2B5EF4-FFF2-40B4-BE49-F238E27FC236}">
                    <a16:creationId xmlns:a16="http://schemas.microsoft.com/office/drawing/2014/main" id="{17189733-6B19-452B-BDF0-3A46010318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5" y="2535"/>
                <a:ext cx="62" cy="45"/>
              </a:xfrm>
              <a:custGeom>
                <a:avLst/>
                <a:gdLst>
                  <a:gd name="T0" fmla="*/ 0 w 38"/>
                  <a:gd name="T1" fmla="*/ 0 h 28"/>
                  <a:gd name="T2" fmla="*/ 62 w 38"/>
                  <a:gd name="T3" fmla="*/ 63 h 28"/>
                  <a:gd name="T4" fmla="*/ 131 w 38"/>
                  <a:gd name="T5" fmla="*/ 101 h 28"/>
                  <a:gd name="T6" fmla="*/ 165 w 38"/>
                  <a:gd name="T7" fmla="*/ 116 h 2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8" h="28">
                    <a:moveTo>
                      <a:pt x="0" y="0"/>
                    </a:moveTo>
                    <a:cubicBezTo>
                      <a:pt x="3" y="2"/>
                      <a:pt x="9" y="12"/>
                      <a:pt x="14" y="15"/>
                    </a:cubicBezTo>
                    <a:cubicBezTo>
                      <a:pt x="19" y="19"/>
                      <a:pt x="26" y="21"/>
                      <a:pt x="30" y="24"/>
                    </a:cubicBezTo>
                    <a:cubicBezTo>
                      <a:pt x="33" y="25"/>
                      <a:pt x="36" y="26"/>
                      <a:pt x="38" y="28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3618" name="Freeform 250">
                <a:extLst>
                  <a:ext uri="{FF2B5EF4-FFF2-40B4-BE49-F238E27FC236}">
                    <a16:creationId xmlns:a16="http://schemas.microsoft.com/office/drawing/2014/main" id="{2076C105-CABC-455E-BCE2-59DAE50450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7" y="2546"/>
                <a:ext cx="49" cy="47"/>
              </a:xfrm>
              <a:custGeom>
                <a:avLst/>
                <a:gdLst>
                  <a:gd name="T0" fmla="*/ 131 w 30"/>
                  <a:gd name="T1" fmla="*/ 123 h 29"/>
                  <a:gd name="T2" fmla="*/ 47 w 30"/>
                  <a:gd name="T3" fmla="*/ 73 h 29"/>
                  <a:gd name="T4" fmla="*/ 0 w 30"/>
                  <a:gd name="T5" fmla="*/ 0 h 2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0" h="29">
                    <a:moveTo>
                      <a:pt x="30" y="29"/>
                    </a:moveTo>
                    <a:cubicBezTo>
                      <a:pt x="21" y="20"/>
                      <a:pt x="16" y="20"/>
                      <a:pt x="11" y="17"/>
                    </a:cubicBezTo>
                    <a:cubicBezTo>
                      <a:pt x="11" y="15"/>
                      <a:pt x="4" y="5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3619" name="Freeform 251">
                <a:extLst>
                  <a:ext uri="{FF2B5EF4-FFF2-40B4-BE49-F238E27FC236}">
                    <a16:creationId xmlns:a16="http://schemas.microsoft.com/office/drawing/2014/main" id="{2CD1B846-4B36-4BFE-8295-FE1BE5B891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" y="2481"/>
                <a:ext cx="65" cy="86"/>
              </a:xfrm>
              <a:custGeom>
                <a:avLst/>
                <a:gdLst>
                  <a:gd name="T0" fmla="*/ 172 w 40"/>
                  <a:gd name="T1" fmla="*/ 221 h 53"/>
                  <a:gd name="T2" fmla="*/ 98 w 40"/>
                  <a:gd name="T3" fmla="*/ 164 h 53"/>
                  <a:gd name="T4" fmla="*/ 81 w 40"/>
                  <a:gd name="T5" fmla="*/ 47 h 53"/>
                  <a:gd name="T6" fmla="*/ 55 w 40"/>
                  <a:gd name="T7" fmla="*/ 0 h 53"/>
                  <a:gd name="T8" fmla="*/ 0 w 40"/>
                  <a:gd name="T9" fmla="*/ 89 h 53"/>
                  <a:gd name="T10" fmla="*/ 18 w 40"/>
                  <a:gd name="T11" fmla="*/ 177 h 5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0" h="53">
                    <a:moveTo>
                      <a:pt x="40" y="52"/>
                    </a:moveTo>
                    <a:cubicBezTo>
                      <a:pt x="30" y="53"/>
                      <a:pt x="24" y="44"/>
                      <a:pt x="23" y="38"/>
                    </a:cubicBezTo>
                    <a:cubicBezTo>
                      <a:pt x="21" y="32"/>
                      <a:pt x="20" y="15"/>
                      <a:pt x="19" y="11"/>
                    </a:cubicBezTo>
                    <a:cubicBezTo>
                      <a:pt x="19" y="6"/>
                      <a:pt x="18" y="0"/>
                      <a:pt x="13" y="0"/>
                    </a:cubicBezTo>
                    <a:cubicBezTo>
                      <a:pt x="6" y="5"/>
                      <a:pt x="0" y="14"/>
                      <a:pt x="0" y="21"/>
                    </a:cubicBezTo>
                    <a:cubicBezTo>
                      <a:pt x="0" y="28"/>
                      <a:pt x="5" y="34"/>
                      <a:pt x="4" y="41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3620" name="Freeform 252">
                <a:extLst>
                  <a:ext uri="{FF2B5EF4-FFF2-40B4-BE49-F238E27FC236}">
                    <a16:creationId xmlns:a16="http://schemas.microsoft.com/office/drawing/2014/main" id="{F07E1783-5B10-4F1B-9394-033D1A984B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6" y="2609"/>
                <a:ext cx="21" cy="10"/>
              </a:xfrm>
              <a:custGeom>
                <a:avLst/>
                <a:gdLst>
                  <a:gd name="T0" fmla="*/ 55 w 13"/>
                  <a:gd name="T1" fmla="*/ 28 h 6"/>
                  <a:gd name="T2" fmla="*/ 0 w 13"/>
                  <a:gd name="T3" fmla="*/ 13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6">
                    <a:moveTo>
                      <a:pt x="13" y="6"/>
                    </a:moveTo>
                    <a:cubicBezTo>
                      <a:pt x="9" y="1"/>
                      <a:pt x="2" y="0"/>
                      <a:pt x="0" y="3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3621" name="Freeform 253">
                <a:extLst>
                  <a:ext uri="{FF2B5EF4-FFF2-40B4-BE49-F238E27FC236}">
                    <a16:creationId xmlns:a16="http://schemas.microsoft.com/office/drawing/2014/main" id="{97FA71E3-D43C-442D-BAE3-8248498362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7" y="2570"/>
                <a:ext cx="10" cy="12"/>
              </a:xfrm>
              <a:custGeom>
                <a:avLst/>
                <a:gdLst>
                  <a:gd name="T0" fmla="*/ 28 w 6"/>
                  <a:gd name="T1" fmla="*/ 9 h 7"/>
                  <a:gd name="T2" fmla="*/ 0 w 6"/>
                  <a:gd name="T3" fmla="*/ 36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7">
                    <a:moveTo>
                      <a:pt x="6" y="2"/>
                    </a:moveTo>
                    <a:cubicBezTo>
                      <a:pt x="3" y="0"/>
                      <a:pt x="2" y="4"/>
                      <a:pt x="0" y="7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3622" name="Freeform 254">
                <a:extLst>
                  <a:ext uri="{FF2B5EF4-FFF2-40B4-BE49-F238E27FC236}">
                    <a16:creationId xmlns:a16="http://schemas.microsoft.com/office/drawing/2014/main" id="{FCD56EF6-6229-436E-8354-3CD79D4E0B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9" y="2543"/>
                <a:ext cx="8" cy="3"/>
              </a:xfrm>
              <a:custGeom>
                <a:avLst/>
                <a:gdLst>
                  <a:gd name="T0" fmla="*/ 21 w 5"/>
                  <a:gd name="T1" fmla="*/ 8 h 2"/>
                  <a:gd name="T2" fmla="*/ 0 w 5"/>
                  <a:gd name="T3" fmla="*/ 5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2">
                    <a:moveTo>
                      <a:pt x="5" y="2"/>
                    </a:moveTo>
                    <a:cubicBezTo>
                      <a:pt x="3" y="0"/>
                      <a:pt x="2" y="0"/>
                      <a:pt x="0" y="1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3623" name="Freeform 255">
                <a:extLst>
                  <a:ext uri="{FF2B5EF4-FFF2-40B4-BE49-F238E27FC236}">
                    <a16:creationId xmlns:a16="http://schemas.microsoft.com/office/drawing/2014/main" id="{DE21184A-AB6B-4950-89E9-F58B5ECDB1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5" y="2471"/>
                <a:ext cx="5" cy="16"/>
              </a:xfrm>
              <a:custGeom>
                <a:avLst/>
                <a:gdLst>
                  <a:gd name="T0" fmla="*/ 13 w 3"/>
                  <a:gd name="T1" fmla="*/ 42 h 10"/>
                  <a:gd name="T2" fmla="*/ 0 w 3"/>
                  <a:gd name="T3" fmla="*/ 0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0">
                    <a:moveTo>
                      <a:pt x="3" y="10"/>
                    </a:moveTo>
                    <a:cubicBezTo>
                      <a:pt x="3" y="5"/>
                      <a:pt x="1" y="3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3624" name="Freeform 256">
                <a:extLst>
                  <a:ext uri="{FF2B5EF4-FFF2-40B4-BE49-F238E27FC236}">
                    <a16:creationId xmlns:a16="http://schemas.microsoft.com/office/drawing/2014/main" id="{7B18BBE4-D06F-4DEB-8563-3391D82D53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0" y="2478"/>
                <a:ext cx="12" cy="3"/>
              </a:xfrm>
              <a:custGeom>
                <a:avLst/>
                <a:gdLst>
                  <a:gd name="T0" fmla="*/ 36 w 7"/>
                  <a:gd name="T1" fmla="*/ 8 h 2"/>
                  <a:gd name="T2" fmla="*/ 0 w 7"/>
                  <a:gd name="T3" fmla="*/ 8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2">
                    <a:moveTo>
                      <a:pt x="7" y="2"/>
                    </a:moveTo>
                    <a:cubicBezTo>
                      <a:pt x="4" y="0"/>
                      <a:pt x="2" y="1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3625" name="Freeform 257">
                <a:extLst>
                  <a:ext uri="{FF2B5EF4-FFF2-40B4-BE49-F238E27FC236}">
                    <a16:creationId xmlns:a16="http://schemas.microsoft.com/office/drawing/2014/main" id="{4E3E7B89-7A25-41C5-93A1-25CDEF6309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7" y="2502"/>
                <a:ext cx="33" cy="46"/>
              </a:xfrm>
              <a:custGeom>
                <a:avLst/>
                <a:gdLst>
                  <a:gd name="T0" fmla="*/ 89 w 20"/>
                  <a:gd name="T1" fmla="*/ 125 h 28"/>
                  <a:gd name="T2" fmla="*/ 35 w 20"/>
                  <a:gd name="T3" fmla="*/ 95 h 28"/>
                  <a:gd name="T4" fmla="*/ 0 w 20"/>
                  <a:gd name="T5" fmla="*/ 0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28">
                    <a:moveTo>
                      <a:pt x="20" y="28"/>
                    </a:moveTo>
                    <a:cubicBezTo>
                      <a:pt x="17" y="24"/>
                      <a:pt x="11" y="27"/>
                      <a:pt x="8" y="21"/>
                    </a:cubicBezTo>
                    <a:cubicBezTo>
                      <a:pt x="6" y="14"/>
                      <a:pt x="0" y="10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3626" name="Freeform 258">
                <a:extLst>
                  <a:ext uri="{FF2B5EF4-FFF2-40B4-BE49-F238E27FC236}">
                    <a16:creationId xmlns:a16="http://schemas.microsoft.com/office/drawing/2014/main" id="{CE6FE322-D2ED-4006-B509-38717E5B4A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4" y="2491"/>
                <a:ext cx="22" cy="40"/>
              </a:xfrm>
              <a:custGeom>
                <a:avLst/>
                <a:gdLst>
                  <a:gd name="T0" fmla="*/ 55 w 14"/>
                  <a:gd name="T1" fmla="*/ 102 h 25"/>
                  <a:gd name="T2" fmla="*/ 31 w 14"/>
                  <a:gd name="T3" fmla="*/ 90 h 25"/>
                  <a:gd name="T4" fmla="*/ 0 w 14"/>
                  <a:gd name="T5" fmla="*/ 0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25">
                    <a:moveTo>
                      <a:pt x="14" y="25"/>
                    </a:moveTo>
                    <a:cubicBezTo>
                      <a:pt x="12" y="21"/>
                      <a:pt x="11" y="23"/>
                      <a:pt x="8" y="22"/>
                    </a:cubicBezTo>
                    <a:cubicBezTo>
                      <a:pt x="5" y="21"/>
                      <a:pt x="1" y="6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3627" name="Freeform 259">
                <a:extLst>
                  <a:ext uri="{FF2B5EF4-FFF2-40B4-BE49-F238E27FC236}">
                    <a16:creationId xmlns:a16="http://schemas.microsoft.com/office/drawing/2014/main" id="{5B10F337-BBF7-4257-821B-EB6C5CDAF7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1" y="2538"/>
                <a:ext cx="18" cy="19"/>
              </a:xfrm>
              <a:custGeom>
                <a:avLst/>
                <a:gdLst>
                  <a:gd name="T0" fmla="*/ 47 w 11"/>
                  <a:gd name="T1" fmla="*/ 8 h 12"/>
                  <a:gd name="T2" fmla="*/ 18 w 11"/>
                  <a:gd name="T3" fmla="*/ 48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12">
                    <a:moveTo>
                      <a:pt x="11" y="2"/>
                    </a:moveTo>
                    <a:cubicBezTo>
                      <a:pt x="0" y="0"/>
                      <a:pt x="4" y="10"/>
                      <a:pt x="4" y="12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3628" name="Freeform 260">
                <a:extLst>
                  <a:ext uri="{FF2B5EF4-FFF2-40B4-BE49-F238E27FC236}">
                    <a16:creationId xmlns:a16="http://schemas.microsoft.com/office/drawing/2014/main" id="{1A381FC5-4661-447C-96C2-62BA5E34F0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1" y="2406"/>
                <a:ext cx="153" cy="70"/>
              </a:xfrm>
              <a:custGeom>
                <a:avLst/>
                <a:gdLst>
                  <a:gd name="T0" fmla="*/ 203 w 94"/>
                  <a:gd name="T1" fmla="*/ 177 h 43"/>
                  <a:gd name="T2" fmla="*/ 199 w 94"/>
                  <a:gd name="T3" fmla="*/ 177 h 43"/>
                  <a:gd name="T4" fmla="*/ 0 w 94"/>
                  <a:gd name="T5" fmla="*/ 0 h 43"/>
                  <a:gd name="T6" fmla="*/ 199 w 94"/>
                  <a:gd name="T7" fmla="*/ 186 h 43"/>
                  <a:gd name="T8" fmla="*/ 203 w 94"/>
                  <a:gd name="T9" fmla="*/ 186 h 43"/>
                  <a:gd name="T10" fmla="*/ 405 w 94"/>
                  <a:gd name="T11" fmla="*/ 0 h 43"/>
                  <a:gd name="T12" fmla="*/ 203 w 94"/>
                  <a:gd name="T13" fmla="*/ 177 h 4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4" h="43">
                    <a:moveTo>
                      <a:pt x="47" y="41"/>
                    </a:moveTo>
                    <a:cubicBezTo>
                      <a:pt x="46" y="41"/>
                      <a:pt x="46" y="41"/>
                      <a:pt x="46" y="41"/>
                    </a:cubicBezTo>
                    <a:cubicBezTo>
                      <a:pt x="30" y="41"/>
                      <a:pt x="7" y="18"/>
                      <a:pt x="0" y="0"/>
                    </a:cubicBezTo>
                    <a:cubicBezTo>
                      <a:pt x="7" y="19"/>
                      <a:pt x="30" y="43"/>
                      <a:pt x="46" y="43"/>
                    </a:cubicBezTo>
                    <a:cubicBezTo>
                      <a:pt x="47" y="43"/>
                      <a:pt x="47" y="43"/>
                      <a:pt x="47" y="43"/>
                    </a:cubicBezTo>
                    <a:cubicBezTo>
                      <a:pt x="64" y="43"/>
                      <a:pt x="87" y="19"/>
                      <a:pt x="94" y="0"/>
                    </a:cubicBezTo>
                    <a:cubicBezTo>
                      <a:pt x="87" y="18"/>
                      <a:pt x="63" y="41"/>
                      <a:pt x="47" y="41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3629" name="Freeform 261">
                <a:extLst>
                  <a:ext uri="{FF2B5EF4-FFF2-40B4-BE49-F238E27FC236}">
                    <a16:creationId xmlns:a16="http://schemas.microsoft.com/office/drawing/2014/main" id="{DD20CF87-9562-41E7-86EA-414258D2B8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8" y="3822"/>
                <a:ext cx="6" cy="34"/>
              </a:xfrm>
              <a:custGeom>
                <a:avLst/>
                <a:gdLst>
                  <a:gd name="T0" fmla="*/ 14 w 4"/>
                  <a:gd name="T1" fmla="*/ 0 h 21"/>
                  <a:gd name="T2" fmla="*/ 0 w 4"/>
                  <a:gd name="T3" fmla="*/ 89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1">
                    <a:moveTo>
                      <a:pt x="4" y="0"/>
                    </a:moveTo>
                    <a:cubicBezTo>
                      <a:pt x="4" y="8"/>
                      <a:pt x="0" y="21"/>
                      <a:pt x="0" y="21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3630" name="Freeform 262">
                <a:extLst>
                  <a:ext uri="{FF2B5EF4-FFF2-40B4-BE49-F238E27FC236}">
                    <a16:creationId xmlns:a16="http://schemas.microsoft.com/office/drawing/2014/main" id="{72F108C4-794D-4283-9163-0E984B27A9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3" y="1248"/>
                <a:ext cx="152" cy="18"/>
              </a:xfrm>
              <a:custGeom>
                <a:avLst/>
                <a:gdLst>
                  <a:gd name="T0" fmla="*/ 296 w 93"/>
                  <a:gd name="T1" fmla="*/ 18 h 11"/>
                  <a:gd name="T2" fmla="*/ 173 w 93"/>
                  <a:gd name="T3" fmla="*/ 18 h 11"/>
                  <a:gd name="T4" fmla="*/ 8 w 93"/>
                  <a:gd name="T5" fmla="*/ 26 h 11"/>
                  <a:gd name="T6" fmla="*/ 5 w 93"/>
                  <a:gd name="T7" fmla="*/ 47 h 11"/>
                  <a:gd name="T8" fmla="*/ 13 w 93"/>
                  <a:gd name="T9" fmla="*/ 34 h 11"/>
                  <a:gd name="T10" fmla="*/ 173 w 93"/>
                  <a:gd name="T11" fmla="*/ 26 h 11"/>
                  <a:gd name="T12" fmla="*/ 296 w 93"/>
                  <a:gd name="T13" fmla="*/ 21 h 11"/>
                  <a:gd name="T14" fmla="*/ 405 w 93"/>
                  <a:gd name="T15" fmla="*/ 0 h 11"/>
                  <a:gd name="T16" fmla="*/ 296 w 93"/>
                  <a:gd name="T17" fmla="*/ 18 h 1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3" h="11">
                    <a:moveTo>
                      <a:pt x="68" y="4"/>
                    </a:moveTo>
                    <a:cubicBezTo>
                      <a:pt x="63" y="6"/>
                      <a:pt x="52" y="5"/>
                      <a:pt x="40" y="4"/>
                    </a:cubicBezTo>
                    <a:cubicBezTo>
                      <a:pt x="24" y="2"/>
                      <a:pt x="7" y="1"/>
                      <a:pt x="2" y="6"/>
                    </a:cubicBezTo>
                    <a:cubicBezTo>
                      <a:pt x="0" y="8"/>
                      <a:pt x="1" y="9"/>
                      <a:pt x="1" y="11"/>
                    </a:cubicBezTo>
                    <a:cubicBezTo>
                      <a:pt x="1" y="10"/>
                      <a:pt x="2" y="9"/>
                      <a:pt x="3" y="8"/>
                    </a:cubicBezTo>
                    <a:cubicBezTo>
                      <a:pt x="8" y="3"/>
                      <a:pt x="25" y="4"/>
                      <a:pt x="40" y="6"/>
                    </a:cubicBezTo>
                    <a:cubicBezTo>
                      <a:pt x="52" y="7"/>
                      <a:pt x="64" y="8"/>
                      <a:pt x="68" y="5"/>
                    </a:cubicBezTo>
                    <a:cubicBezTo>
                      <a:pt x="73" y="3"/>
                      <a:pt x="89" y="1"/>
                      <a:pt x="93" y="0"/>
                    </a:cubicBezTo>
                    <a:cubicBezTo>
                      <a:pt x="87" y="1"/>
                      <a:pt x="73" y="1"/>
                      <a:pt x="68" y="4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3631" name="Freeform 263">
                <a:extLst>
                  <a:ext uri="{FF2B5EF4-FFF2-40B4-BE49-F238E27FC236}">
                    <a16:creationId xmlns:a16="http://schemas.microsoft.com/office/drawing/2014/main" id="{CF6F77C1-5D9C-43B8-9E7B-E678EE3FF9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2" y="3956"/>
                <a:ext cx="18" cy="65"/>
              </a:xfrm>
              <a:custGeom>
                <a:avLst/>
                <a:gdLst>
                  <a:gd name="T0" fmla="*/ 5 w 11"/>
                  <a:gd name="T1" fmla="*/ 0 h 40"/>
                  <a:gd name="T2" fmla="*/ 21 w 11"/>
                  <a:gd name="T3" fmla="*/ 55 h 40"/>
                  <a:gd name="T4" fmla="*/ 47 w 11"/>
                  <a:gd name="T5" fmla="*/ 172 h 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40">
                    <a:moveTo>
                      <a:pt x="1" y="0"/>
                    </a:moveTo>
                    <a:cubicBezTo>
                      <a:pt x="0" y="4"/>
                      <a:pt x="2" y="9"/>
                      <a:pt x="5" y="13"/>
                    </a:cubicBezTo>
                    <a:cubicBezTo>
                      <a:pt x="8" y="17"/>
                      <a:pt x="10" y="38"/>
                      <a:pt x="11" y="4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3632" name="Freeform 264">
                <a:extLst>
                  <a:ext uri="{FF2B5EF4-FFF2-40B4-BE49-F238E27FC236}">
                    <a16:creationId xmlns:a16="http://schemas.microsoft.com/office/drawing/2014/main" id="{A34C4D07-7055-4DD2-A15A-4FDEDBA01C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0" y="3959"/>
                <a:ext cx="38" cy="62"/>
              </a:xfrm>
              <a:custGeom>
                <a:avLst/>
                <a:gdLst>
                  <a:gd name="T0" fmla="*/ 0 w 23"/>
                  <a:gd name="T1" fmla="*/ 0 h 38"/>
                  <a:gd name="T2" fmla="*/ 58 w 23"/>
                  <a:gd name="T3" fmla="*/ 62 h 38"/>
                  <a:gd name="T4" fmla="*/ 83 w 23"/>
                  <a:gd name="T5" fmla="*/ 165 h 3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38">
                    <a:moveTo>
                      <a:pt x="0" y="0"/>
                    </a:moveTo>
                    <a:cubicBezTo>
                      <a:pt x="3" y="7"/>
                      <a:pt x="11" y="12"/>
                      <a:pt x="13" y="14"/>
                    </a:cubicBezTo>
                    <a:cubicBezTo>
                      <a:pt x="23" y="26"/>
                      <a:pt x="15" y="24"/>
                      <a:pt x="18" y="38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3633" name="Freeform 265">
                <a:extLst>
                  <a:ext uri="{FF2B5EF4-FFF2-40B4-BE49-F238E27FC236}">
                    <a16:creationId xmlns:a16="http://schemas.microsoft.com/office/drawing/2014/main" id="{26FEBE05-6E77-43D0-B5CF-E8FA974015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8" y="3956"/>
                <a:ext cx="41" cy="61"/>
              </a:xfrm>
              <a:custGeom>
                <a:avLst/>
                <a:gdLst>
                  <a:gd name="T0" fmla="*/ 0 w 25"/>
                  <a:gd name="T1" fmla="*/ 0 h 38"/>
                  <a:gd name="T2" fmla="*/ 56 w 25"/>
                  <a:gd name="T3" fmla="*/ 55 h 38"/>
                  <a:gd name="T4" fmla="*/ 102 w 25"/>
                  <a:gd name="T5" fmla="*/ 157 h 3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38">
                    <a:moveTo>
                      <a:pt x="0" y="0"/>
                    </a:moveTo>
                    <a:cubicBezTo>
                      <a:pt x="4" y="5"/>
                      <a:pt x="8" y="8"/>
                      <a:pt x="13" y="13"/>
                    </a:cubicBezTo>
                    <a:cubicBezTo>
                      <a:pt x="25" y="25"/>
                      <a:pt x="17" y="24"/>
                      <a:pt x="23" y="38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3634" name="Freeform 266">
                <a:extLst>
                  <a:ext uri="{FF2B5EF4-FFF2-40B4-BE49-F238E27FC236}">
                    <a16:creationId xmlns:a16="http://schemas.microsoft.com/office/drawing/2014/main" id="{A3D87A18-182D-43D4-8BA9-1913115ABD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4" y="3947"/>
                <a:ext cx="26" cy="46"/>
              </a:xfrm>
              <a:custGeom>
                <a:avLst/>
                <a:gdLst>
                  <a:gd name="T0" fmla="*/ 0 w 16"/>
                  <a:gd name="T1" fmla="*/ 0 h 28"/>
                  <a:gd name="T2" fmla="*/ 42 w 16"/>
                  <a:gd name="T3" fmla="*/ 49 h 28"/>
                  <a:gd name="T4" fmla="*/ 68 w 16"/>
                  <a:gd name="T5" fmla="*/ 125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28">
                    <a:moveTo>
                      <a:pt x="0" y="0"/>
                    </a:moveTo>
                    <a:cubicBezTo>
                      <a:pt x="2" y="4"/>
                      <a:pt x="7" y="8"/>
                      <a:pt x="10" y="11"/>
                    </a:cubicBezTo>
                    <a:cubicBezTo>
                      <a:pt x="13" y="15"/>
                      <a:pt x="11" y="19"/>
                      <a:pt x="16" y="28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3635" name="Freeform 267">
                <a:extLst>
                  <a:ext uri="{FF2B5EF4-FFF2-40B4-BE49-F238E27FC236}">
                    <a16:creationId xmlns:a16="http://schemas.microsoft.com/office/drawing/2014/main" id="{A038287E-D1FC-4A31-BB83-A75EA937C0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6" y="3990"/>
                <a:ext cx="35" cy="21"/>
              </a:xfrm>
              <a:custGeom>
                <a:avLst/>
                <a:gdLst>
                  <a:gd name="T0" fmla="*/ 97 w 21"/>
                  <a:gd name="T1" fmla="*/ 39 h 13"/>
                  <a:gd name="T2" fmla="*/ 28 w 21"/>
                  <a:gd name="T3" fmla="*/ 55 h 13"/>
                  <a:gd name="T4" fmla="*/ 47 w 21"/>
                  <a:gd name="T5" fmla="*/ 0 h 13"/>
                  <a:gd name="T6" fmla="*/ 97 w 21"/>
                  <a:gd name="T7" fmla="*/ 39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13">
                    <a:moveTo>
                      <a:pt x="21" y="9"/>
                    </a:moveTo>
                    <a:cubicBezTo>
                      <a:pt x="14" y="7"/>
                      <a:pt x="8" y="11"/>
                      <a:pt x="6" y="13"/>
                    </a:cubicBezTo>
                    <a:cubicBezTo>
                      <a:pt x="0" y="3"/>
                      <a:pt x="5" y="0"/>
                      <a:pt x="10" y="0"/>
                    </a:cubicBezTo>
                    <a:cubicBezTo>
                      <a:pt x="20" y="1"/>
                      <a:pt x="21" y="6"/>
                      <a:pt x="21" y="9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3636" name="Freeform 268">
                <a:extLst>
                  <a:ext uri="{FF2B5EF4-FFF2-40B4-BE49-F238E27FC236}">
                    <a16:creationId xmlns:a16="http://schemas.microsoft.com/office/drawing/2014/main" id="{14D381E2-40B2-404B-8DC6-9AE10CD690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3" y="3998"/>
                <a:ext cx="18" cy="18"/>
              </a:xfrm>
              <a:custGeom>
                <a:avLst/>
                <a:gdLst>
                  <a:gd name="T0" fmla="*/ 47 w 11"/>
                  <a:gd name="T1" fmla="*/ 47 h 11"/>
                  <a:gd name="T2" fmla="*/ 0 w 11"/>
                  <a:gd name="T3" fmla="*/ 43 h 11"/>
                  <a:gd name="T4" fmla="*/ 47 w 11"/>
                  <a:gd name="T5" fmla="*/ 47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1">
                    <a:moveTo>
                      <a:pt x="11" y="11"/>
                    </a:moveTo>
                    <a:cubicBezTo>
                      <a:pt x="9" y="11"/>
                      <a:pt x="1" y="9"/>
                      <a:pt x="0" y="10"/>
                    </a:cubicBezTo>
                    <a:cubicBezTo>
                      <a:pt x="0" y="2"/>
                      <a:pt x="11" y="0"/>
                      <a:pt x="11" y="11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3637" name="Freeform 269">
                <a:extLst>
                  <a:ext uri="{FF2B5EF4-FFF2-40B4-BE49-F238E27FC236}">
                    <a16:creationId xmlns:a16="http://schemas.microsoft.com/office/drawing/2014/main" id="{FF4D5ACF-1A06-4D9A-B344-D096765FDD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1" y="4003"/>
                <a:ext cx="16" cy="14"/>
              </a:xfrm>
              <a:custGeom>
                <a:avLst/>
                <a:gdLst>
                  <a:gd name="T0" fmla="*/ 42 w 10"/>
                  <a:gd name="T1" fmla="*/ 26 h 9"/>
                  <a:gd name="T2" fmla="*/ 0 w 10"/>
                  <a:gd name="T3" fmla="*/ 26 h 9"/>
                  <a:gd name="T4" fmla="*/ 42 w 10"/>
                  <a:gd name="T5" fmla="*/ 26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9">
                    <a:moveTo>
                      <a:pt x="10" y="7"/>
                    </a:moveTo>
                    <a:cubicBezTo>
                      <a:pt x="7" y="9"/>
                      <a:pt x="2" y="9"/>
                      <a:pt x="0" y="7"/>
                    </a:cubicBezTo>
                    <a:cubicBezTo>
                      <a:pt x="1" y="0"/>
                      <a:pt x="10" y="3"/>
                      <a:pt x="10" y="7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3638" name="Freeform 270">
                <a:extLst>
                  <a:ext uri="{FF2B5EF4-FFF2-40B4-BE49-F238E27FC236}">
                    <a16:creationId xmlns:a16="http://schemas.microsoft.com/office/drawing/2014/main" id="{1AC33542-1D0C-41D6-AE36-7B6C2D1B1C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5" y="3988"/>
                <a:ext cx="13" cy="13"/>
              </a:xfrm>
              <a:custGeom>
                <a:avLst/>
                <a:gdLst>
                  <a:gd name="T0" fmla="*/ 34 w 8"/>
                  <a:gd name="T1" fmla="*/ 21 h 8"/>
                  <a:gd name="T2" fmla="*/ 5 w 8"/>
                  <a:gd name="T3" fmla="*/ 29 h 8"/>
                  <a:gd name="T4" fmla="*/ 34 w 8"/>
                  <a:gd name="T5" fmla="*/ 21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8">
                    <a:moveTo>
                      <a:pt x="8" y="5"/>
                    </a:moveTo>
                    <a:cubicBezTo>
                      <a:pt x="7" y="7"/>
                      <a:pt x="3" y="8"/>
                      <a:pt x="1" y="7"/>
                    </a:cubicBezTo>
                    <a:cubicBezTo>
                      <a:pt x="0" y="0"/>
                      <a:pt x="6" y="1"/>
                      <a:pt x="8" y="5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3639" name="Freeform 271">
                <a:extLst>
                  <a:ext uri="{FF2B5EF4-FFF2-40B4-BE49-F238E27FC236}">
                    <a16:creationId xmlns:a16="http://schemas.microsoft.com/office/drawing/2014/main" id="{40C96E07-1837-4B3A-B724-C89804E0E0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9" y="1629"/>
                <a:ext cx="62" cy="67"/>
              </a:xfrm>
              <a:custGeom>
                <a:avLst/>
                <a:gdLst>
                  <a:gd name="T0" fmla="*/ 160 w 38"/>
                  <a:gd name="T1" fmla="*/ 96 h 41"/>
                  <a:gd name="T2" fmla="*/ 88 w 38"/>
                  <a:gd name="T3" fmla="*/ 5 h 41"/>
                  <a:gd name="T4" fmla="*/ 5 w 38"/>
                  <a:gd name="T5" fmla="*/ 88 h 41"/>
                  <a:gd name="T6" fmla="*/ 77 w 38"/>
                  <a:gd name="T7" fmla="*/ 178 h 41"/>
                  <a:gd name="T8" fmla="*/ 160 w 38"/>
                  <a:gd name="T9" fmla="*/ 96 h 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" h="41">
                    <a:moveTo>
                      <a:pt x="37" y="22"/>
                    </a:moveTo>
                    <a:cubicBezTo>
                      <a:pt x="38" y="12"/>
                      <a:pt x="30" y="2"/>
                      <a:pt x="20" y="1"/>
                    </a:cubicBezTo>
                    <a:cubicBezTo>
                      <a:pt x="10" y="0"/>
                      <a:pt x="2" y="9"/>
                      <a:pt x="1" y="20"/>
                    </a:cubicBezTo>
                    <a:cubicBezTo>
                      <a:pt x="0" y="30"/>
                      <a:pt x="8" y="40"/>
                      <a:pt x="18" y="41"/>
                    </a:cubicBezTo>
                    <a:cubicBezTo>
                      <a:pt x="28" y="41"/>
                      <a:pt x="36" y="33"/>
                      <a:pt x="37" y="22"/>
                    </a:cubicBezTo>
                  </a:path>
                </a:pathLst>
              </a:custGeom>
              <a:solidFill>
                <a:srgbClr val="EDC3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3640" name="Freeform 272">
                <a:extLst>
                  <a:ext uri="{FF2B5EF4-FFF2-40B4-BE49-F238E27FC236}">
                    <a16:creationId xmlns:a16="http://schemas.microsoft.com/office/drawing/2014/main" id="{726B05E9-C836-44CF-8BD0-0CDF1013D29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057" y="1648"/>
                <a:ext cx="26" cy="30"/>
              </a:xfrm>
              <a:custGeom>
                <a:avLst/>
                <a:gdLst>
                  <a:gd name="T0" fmla="*/ 0 w 16"/>
                  <a:gd name="T1" fmla="*/ 37 h 18"/>
                  <a:gd name="T2" fmla="*/ 8 w 16"/>
                  <a:gd name="T3" fmla="*/ 70 h 18"/>
                  <a:gd name="T4" fmla="*/ 29 w 16"/>
                  <a:gd name="T5" fmla="*/ 83 h 18"/>
                  <a:gd name="T6" fmla="*/ 55 w 16"/>
                  <a:gd name="T7" fmla="*/ 70 h 18"/>
                  <a:gd name="T8" fmla="*/ 68 w 16"/>
                  <a:gd name="T9" fmla="*/ 47 h 18"/>
                  <a:gd name="T10" fmla="*/ 60 w 16"/>
                  <a:gd name="T11" fmla="*/ 22 h 18"/>
                  <a:gd name="T12" fmla="*/ 55 w 16"/>
                  <a:gd name="T13" fmla="*/ 28 h 18"/>
                  <a:gd name="T14" fmla="*/ 55 w 16"/>
                  <a:gd name="T15" fmla="*/ 33 h 18"/>
                  <a:gd name="T16" fmla="*/ 55 w 16"/>
                  <a:gd name="T17" fmla="*/ 42 h 18"/>
                  <a:gd name="T18" fmla="*/ 55 w 16"/>
                  <a:gd name="T19" fmla="*/ 42 h 18"/>
                  <a:gd name="T20" fmla="*/ 55 w 16"/>
                  <a:gd name="T21" fmla="*/ 42 h 18"/>
                  <a:gd name="T22" fmla="*/ 47 w 16"/>
                  <a:gd name="T23" fmla="*/ 62 h 18"/>
                  <a:gd name="T24" fmla="*/ 29 w 16"/>
                  <a:gd name="T25" fmla="*/ 70 h 18"/>
                  <a:gd name="T26" fmla="*/ 18 w 16"/>
                  <a:gd name="T27" fmla="*/ 62 h 18"/>
                  <a:gd name="T28" fmla="*/ 8 w 16"/>
                  <a:gd name="T29" fmla="*/ 50 h 18"/>
                  <a:gd name="T30" fmla="*/ 5 w 16"/>
                  <a:gd name="T31" fmla="*/ 33 h 18"/>
                  <a:gd name="T32" fmla="*/ 0 w 16"/>
                  <a:gd name="T33" fmla="*/ 37 h 18"/>
                  <a:gd name="T34" fmla="*/ 39 w 16"/>
                  <a:gd name="T35" fmla="*/ 13 h 18"/>
                  <a:gd name="T36" fmla="*/ 39 w 16"/>
                  <a:gd name="T37" fmla="*/ 5 h 18"/>
                  <a:gd name="T38" fmla="*/ 34 w 16"/>
                  <a:gd name="T39" fmla="*/ 0 h 18"/>
                  <a:gd name="T40" fmla="*/ 29 w 16"/>
                  <a:gd name="T41" fmla="*/ 5 h 18"/>
                  <a:gd name="T42" fmla="*/ 29 w 16"/>
                  <a:gd name="T43" fmla="*/ 8 h 18"/>
                  <a:gd name="T44" fmla="*/ 29 w 16"/>
                  <a:gd name="T45" fmla="*/ 20 h 18"/>
                  <a:gd name="T46" fmla="*/ 34 w 16"/>
                  <a:gd name="T47" fmla="*/ 13 h 18"/>
                  <a:gd name="T48" fmla="*/ 39 w 16"/>
                  <a:gd name="T49" fmla="*/ 20 h 18"/>
                  <a:gd name="T50" fmla="*/ 39 w 16"/>
                  <a:gd name="T51" fmla="*/ 13 h 18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16" h="18">
                    <a:moveTo>
                      <a:pt x="0" y="8"/>
                    </a:moveTo>
                    <a:cubicBezTo>
                      <a:pt x="2" y="15"/>
                      <a:pt x="2" y="15"/>
                      <a:pt x="2" y="15"/>
                    </a:cubicBezTo>
                    <a:cubicBezTo>
                      <a:pt x="7" y="18"/>
                      <a:pt x="7" y="18"/>
                      <a:pt x="7" y="18"/>
                    </a:cubicBezTo>
                    <a:cubicBezTo>
                      <a:pt x="13" y="15"/>
                      <a:pt x="13" y="15"/>
                      <a:pt x="13" y="15"/>
                    </a:cubicBezTo>
                    <a:cubicBezTo>
                      <a:pt x="16" y="10"/>
                      <a:pt x="16" y="10"/>
                      <a:pt x="16" y="10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3" y="6"/>
                      <a:pt x="13" y="6"/>
                      <a:pt x="13" y="7"/>
                    </a:cubicBezTo>
                    <a:cubicBezTo>
                      <a:pt x="13" y="7"/>
                      <a:pt x="13" y="8"/>
                      <a:pt x="13" y="9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3" y="9"/>
                      <a:pt x="13" y="10"/>
                      <a:pt x="13" y="9"/>
                    </a:cubicBezTo>
                    <a:cubicBezTo>
                      <a:pt x="11" y="13"/>
                      <a:pt x="11" y="13"/>
                      <a:pt x="11" y="13"/>
                    </a:cubicBezTo>
                    <a:cubicBezTo>
                      <a:pt x="11" y="13"/>
                      <a:pt x="8" y="15"/>
                      <a:pt x="7" y="15"/>
                    </a:cubicBezTo>
                    <a:cubicBezTo>
                      <a:pt x="4" y="13"/>
                      <a:pt x="4" y="13"/>
                      <a:pt x="4" y="13"/>
                    </a:cubicBezTo>
                    <a:cubicBezTo>
                      <a:pt x="3" y="13"/>
                      <a:pt x="2" y="12"/>
                      <a:pt x="2" y="11"/>
                    </a:cubicBezTo>
                    <a:cubicBezTo>
                      <a:pt x="2" y="10"/>
                      <a:pt x="1" y="8"/>
                      <a:pt x="1" y="7"/>
                    </a:cubicBezTo>
                    <a:lnTo>
                      <a:pt x="0" y="8"/>
                    </a:lnTo>
                    <a:close/>
                    <a:moveTo>
                      <a:pt x="9" y="3"/>
                    </a:moveTo>
                    <a:cubicBezTo>
                      <a:pt x="9" y="2"/>
                      <a:pt x="9" y="2"/>
                      <a:pt x="9" y="1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1"/>
                      <a:pt x="7" y="1"/>
                      <a:pt x="7" y="2"/>
                    </a:cubicBezTo>
                    <a:cubicBezTo>
                      <a:pt x="7" y="2"/>
                      <a:pt x="7" y="3"/>
                      <a:pt x="7" y="4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8" y="3"/>
                      <a:pt x="9" y="3"/>
                      <a:pt x="9" y="4"/>
                    </a:cubicBezTo>
                    <a:cubicBezTo>
                      <a:pt x="9" y="3"/>
                      <a:pt x="9" y="3"/>
                      <a:pt x="9" y="3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3641" name="Freeform 273">
                <a:extLst>
                  <a:ext uri="{FF2B5EF4-FFF2-40B4-BE49-F238E27FC236}">
                    <a16:creationId xmlns:a16="http://schemas.microsoft.com/office/drawing/2014/main" id="{4C3E93DE-F637-4906-9BAF-6F1D9DFC5A0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039" y="1629"/>
                <a:ext cx="62" cy="70"/>
              </a:xfrm>
              <a:custGeom>
                <a:avLst/>
                <a:gdLst>
                  <a:gd name="T0" fmla="*/ 152 w 38"/>
                  <a:gd name="T1" fmla="*/ 98 h 43"/>
                  <a:gd name="T2" fmla="*/ 147 w 38"/>
                  <a:gd name="T3" fmla="*/ 122 h 43"/>
                  <a:gd name="T4" fmla="*/ 160 w 38"/>
                  <a:gd name="T5" fmla="*/ 125 h 43"/>
                  <a:gd name="T6" fmla="*/ 165 w 38"/>
                  <a:gd name="T7" fmla="*/ 103 h 43"/>
                  <a:gd name="T8" fmla="*/ 152 w 38"/>
                  <a:gd name="T9" fmla="*/ 98 h 43"/>
                  <a:gd name="T10" fmla="*/ 88 w 38"/>
                  <a:gd name="T11" fmla="*/ 13 h 43"/>
                  <a:gd name="T12" fmla="*/ 90 w 38"/>
                  <a:gd name="T13" fmla="*/ 13 h 43"/>
                  <a:gd name="T14" fmla="*/ 90 w 38"/>
                  <a:gd name="T15" fmla="*/ 5 h 43"/>
                  <a:gd name="T16" fmla="*/ 88 w 38"/>
                  <a:gd name="T17" fmla="*/ 5 h 43"/>
                  <a:gd name="T18" fmla="*/ 88 w 38"/>
                  <a:gd name="T19" fmla="*/ 13 h 43"/>
                  <a:gd name="T20" fmla="*/ 88 w 38"/>
                  <a:gd name="T21" fmla="*/ 13 h 43"/>
                  <a:gd name="T22" fmla="*/ 8 w 38"/>
                  <a:gd name="T23" fmla="*/ 88 h 43"/>
                  <a:gd name="T24" fmla="*/ 21 w 38"/>
                  <a:gd name="T25" fmla="*/ 47 h 43"/>
                  <a:gd name="T26" fmla="*/ 13 w 38"/>
                  <a:gd name="T27" fmla="*/ 42 h 43"/>
                  <a:gd name="T28" fmla="*/ 8 w 38"/>
                  <a:gd name="T29" fmla="*/ 42 h 43"/>
                  <a:gd name="T30" fmla="*/ 0 w 38"/>
                  <a:gd name="T31" fmla="*/ 77 h 43"/>
                  <a:gd name="T32" fmla="*/ 8 w 38"/>
                  <a:gd name="T33" fmla="*/ 90 h 43"/>
                  <a:gd name="T34" fmla="*/ 8 w 38"/>
                  <a:gd name="T35" fmla="*/ 88 h 43"/>
                  <a:gd name="T36" fmla="*/ 13 w 38"/>
                  <a:gd name="T37" fmla="*/ 117 h 43"/>
                  <a:gd name="T38" fmla="*/ 0 w 38"/>
                  <a:gd name="T39" fmla="*/ 111 h 43"/>
                  <a:gd name="T40" fmla="*/ 18 w 38"/>
                  <a:gd name="T41" fmla="*/ 151 h 43"/>
                  <a:gd name="T42" fmla="*/ 75 w 38"/>
                  <a:gd name="T43" fmla="*/ 181 h 43"/>
                  <a:gd name="T44" fmla="*/ 147 w 38"/>
                  <a:gd name="T45" fmla="*/ 147 h 43"/>
                  <a:gd name="T46" fmla="*/ 139 w 38"/>
                  <a:gd name="T47" fmla="*/ 143 h 43"/>
                  <a:gd name="T48" fmla="*/ 77 w 38"/>
                  <a:gd name="T49" fmla="*/ 168 h 43"/>
                  <a:gd name="T50" fmla="*/ 26 w 38"/>
                  <a:gd name="T51" fmla="*/ 143 h 43"/>
                  <a:gd name="T52" fmla="*/ 13 w 38"/>
                  <a:gd name="T53" fmla="*/ 117 h 43"/>
                  <a:gd name="T54" fmla="*/ 147 w 38"/>
                  <a:gd name="T55" fmla="*/ 55 h 43"/>
                  <a:gd name="T56" fmla="*/ 157 w 38"/>
                  <a:gd name="T57" fmla="*/ 47 h 43"/>
                  <a:gd name="T58" fmla="*/ 144 w 38"/>
                  <a:gd name="T59" fmla="*/ 29 h 43"/>
                  <a:gd name="T60" fmla="*/ 135 w 38"/>
                  <a:gd name="T61" fmla="*/ 39 h 43"/>
                  <a:gd name="T62" fmla="*/ 147 w 38"/>
                  <a:gd name="T63" fmla="*/ 55 h 43"/>
                  <a:gd name="T64" fmla="*/ 165 w 38"/>
                  <a:gd name="T65" fmla="*/ 77 h 43"/>
                  <a:gd name="T66" fmla="*/ 165 w 38"/>
                  <a:gd name="T67" fmla="*/ 77 h 43"/>
                  <a:gd name="T68" fmla="*/ 165 w 38"/>
                  <a:gd name="T69" fmla="*/ 75 h 43"/>
                  <a:gd name="T70" fmla="*/ 165 w 38"/>
                  <a:gd name="T71" fmla="*/ 77 h 43"/>
                  <a:gd name="T72" fmla="*/ 62 w 38"/>
                  <a:gd name="T73" fmla="*/ 18 h 43"/>
                  <a:gd name="T74" fmla="*/ 62 w 38"/>
                  <a:gd name="T75" fmla="*/ 0 h 43"/>
                  <a:gd name="T76" fmla="*/ 26 w 38"/>
                  <a:gd name="T77" fmla="*/ 21 h 43"/>
                  <a:gd name="T78" fmla="*/ 39 w 38"/>
                  <a:gd name="T79" fmla="*/ 26 h 43"/>
                  <a:gd name="T80" fmla="*/ 62 w 38"/>
                  <a:gd name="T81" fmla="*/ 18 h 43"/>
                  <a:gd name="T82" fmla="*/ 117 w 38"/>
                  <a:gd name="T83" fmla="*/ 21 h 43"/>
                  <a:gd name="T84" fmla="*/ 126 w 38"/>
                  <a:gd name="T85" fmla="*/ 13 h 43"/>
                  <a:gd name="T86" fmla="*/ 113 w 38"/>
                  <a:gd name="T87" fmla="*/ 5 h 43"/>
                  <a:gd name="T88" fmla="*/ 117 w 38"/>
                  <a:gd name="T89" fmla="*/ 21 h 43"/>
                  <a:gd name="T90" fmla="*/ 117 w 38"/>
                  <a:gd name="T91" fmla="*/ 21 h 43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38" h="43">
                    <a:moveTo>
                      <a:pt x="35" y="23"/>
                    </a:moveTo>
                    <a:cubicBezTo>
                      <a:pt x="35" y="25"/>
                      <a:pt x="35" y="26"/>
                      <a:pt x="34" y="28"/>
                    </a:cubicBezTo>
                    <a:cubicBezTo>
                      <a:pt x="35" y="28"/>
                      <a:pt x="36" y="28"/>
                      <a:pt x="37" y="29"/>
                    </a:cubicBezTo>
                    <a:cubicBezTo>
                      <a:pt x="37" y="27"/>
                      <a:pt x="38" y="26"/>
                      <a:pt x="38" y="24"/>
                    </a:cubicBezTo>
                    <a:cubicBezTo>
                      <a:pt x="37" y="24"/>
                      <a:pt x="36" y="23"/>
                      <a:pt x="35" y="23"/>
                    </a:cubicBezTo>
                    <a:moveTo>
                      <a:pt x="20" y="3"/>
                    </a:moveTo>
                    <a:cubicBezTo>
                      <a:pt x="20" y="3"/>
                      <a:pt x="21" y="3"/>
                      <a:pt x="21" y="3"/>
                    </a:cubicBezTo>
                    <a:cubicBezTo>
                      <a:pt x="21" y="2"/>
                      <a:pt x="21" y="2"/>
                      <a:pt x="21" y="1"/>
                    </a:cubicBezTo>
                    <a:cubicBezTo>
                      <a:pt x="21" y="1"/>
                      <a:pt x="20" y="1"/>
                      <a:pt x="20" y="1"/>
                    </a:cubicBezTo>
                    <a:cubicBezTo>
                      <a:pt x="20" y="2"/>
                      <a:pt x="20" y="2"/>
                      <a:pt x="20" y="3"/>
                    </a:cubicBezTo>
                    <a:cubicBezTo>
                      <a:pt x="20" y="3"/>
                      <a:pt x="20" y="3"/>
                      <a:pt x="20" y="3"/>
                    </a:cubicBezTo>
                    <a:moveTo>
                      <a:pt x="2" y="20"/>
                    </a:moveTo>
                    <a:cubicBezTo>
                      <a:pt x="2" y="16"/>
                      <a:pt x="3" y="14"/>
                      <a:pt x="5" y="11"/>
                    </a:cubicBezTo>
                    <a:cubicBezTo>
                      <a:pt x="4" y="11"/>
                      <a:pt x="4" y="10"/>
                      <a:pt x="3" y="10"/>
                    </a:cubicBezTo>
                    <a:cubicBezTo>
                      <a:pt x="3" y="10"/>
                      <a:pt x="3" y="10"/>
                      <a:pt x="2" y="10"/>
                    </a:cubicBezTo>
                    <a:cubicBezTo>
                      <a:pt x="1" y="12"/>
                      <a:pt x="0" y="15"/>
                      <a:pt x="0" y="18"/>
                    </a:cubicBezTo>
                    <a:cubicBezTo>
                      <a:pt x="0" y="19"/>
                      <a:pt x="1" y="20"/>
                      <a:pt x="2" y="21"/>
                    </a:cubicBezTo>
                    <a:cubicBezTo>
                      <a:pt x="2" y="20"/>
                      <a:pt x="2" y="20"/>
                      <a:pt x="2" y="20"/>
                    </a:cubicBezTo>
                    <a:moveTo>
                      <a:pt x="3" y="27"/>
                    </a:moveTo>
                    <a:cubicBezTo>
                      <a:pt x="2" y="27"/>
                      <a:pt x="1" y="27"/>
                      <a:pt x="0" y="26"/>
                    </a:cubicBezTo>
                    <a:cubicBezTo>
                      <a:pt x="1" y="29"/>
                      <a:pt x="2" y="32"/>
                      <a:pt x="4" y="35"/>
                    </a:cubicBezTo>
                    <a:cubicBezTo>
                      <a:pt x="8" y="39"/>
                      <a:pt x="12" y="42"/>
                      <a:pt x="17" y="42"/>
                    </a:cubicBezTo>
                    <a:cubicBezTo>
                      <a:pt x="24" y="43"/>
                      <a:pt x="30" y="39"/>
                      <a:pt x="34" y="34"/>
                    </a:cubicBezTo>
                    <a:cubicBezTo>
                      <a:pt x="33" y="34"/>
                      <a:pt x="32" y="33"/>
                      <a:pt x="32" y="33"/>
                    </a:cubicBezTo>
                    <a:cubicBezTo>
                      <a:pt x="28" y="37"/>
                      <a:pt x="23" y="40"/>
                      <a:pt x="18" y="39"/>
                    </a:cubicBezTo>
                    <a:cubicBezTo>
                      <a:pt x="13" y="39"/>
                      <a:pt x="9" y="37"/>
                      <a:pt x="6" y="33"/>
                    </a:cubicBezTo>
                    <a:cubicBezTo>
                      <a:pt x="5" y="31"/>
                      <a:pt x="4" y="29"/>
                      <a:pt x="3" y="27"/>
                    </a:cubicBezTo>
                    <a:moveTo>
                      <a:pt x="34" y="13"/>
                    </a:moveTo>
                    <a:cubicBezTo>
                      <a:pt x="35" y="13"/>
                      <a:pt x="35" y="12"/>
                      <a:pt x="36" y="11"/>
                    </a:cubicBezTo>
                    <a:cubicBezTo>
                      <a:pt x="35" y="10"/>
                      <a:pt x="34" y="8"/>
                      <a:pt x="33" y="7"/>
                    </a:cubicBezTo>
                    <a:cubicBezTo>
                      <a:pt x="33" y="7"/>
                      <a:pt x="32" y="8"/>
                      <a:pt x="31" y="9"/>
                    </a:cubicBezTo>
                    <a:cubicBezTo>
                      <a:pt x="32" y="10"/>
                      <a:pt x="33" y="12"/>
                      <a:pt x="34" y="13"/>
                    </a:cubicBezTo>
                    <a:moveTo>
                      <a:pt x="38" y="18"/>
                    </a:moveTo>
                    <a:cubicBezTo>
                      <a:pt x="38" y="18"/>
                      <a:pt x="38" y="18"/>
                      <a:pt x="38" y="18"/>
                    </a:cubicBezTo>
                    <a:cubicBezTo>
                      <a:pt x="38" y="18"/>
                      <a:pt x="38" y="18"/>
                      <a:pt x="38" y="17"/>
                    </a:cubicBezTo>
                    <a:cubicBezTo>
                      <a:pt x="38" y="17"/>
                      <a:pt x="38" y="18"/>
                      <a:pt x="38" y="18"/>
                    </a:cubicBezTo>
                    <a:moveTo>
                      <a:pt x="14" y="4"/>
                    </a:moveTo>
                    <a:cubicBezTo>
                      <a:pt x="14" y="2"/>
                      <a:pt x="14" y="1"/>
                      <a:pt x="14" y="0"/>
                    </a:cubicBezTo>
                    <a:cubicBezTo>
                      <a:pt x="11" y="1"/>
                      <a:pt x="9" y="3"/>
                      <a:pt x="6" y="5"/>
                    </a:cubicBezTo>
                    <a:cubicBezTo>
                      <a:pt x="7" y="5"/>
                      <a:pt x="8" y="6"/>
                      <a:pt x="9" y="6"/>
                    </a:cubicBezTo>
                    <a:cubicBezTo>
                      <a:pt x="10" y="5"/>
                      <a:pt x="12" y="4"/>
                      <a:pt x="14" y="4"/>
                    </a:cubicBezTo>
                    <a:moveTo>
                      <a:pt x="27" y="5"/>
                    </a:moveTo>
                    <a:cubicBezTo>
                      <a:pt x="28" y="4"/>
                      <a:pt x="29" y="4"/>
                      <a:pt x="29" y="3"/>
                    </a:cubicBezTo>
                    <a:cubicBezTo>
                      <a:pt x="28" y="2"/>
                      <a:pt x="27" y="2"/>
                      <a:pt x="26" y="1"/>
                    </a:cubicBezTo>
                    <a:cubicBezTo>
                      <a:pt x="27" y="3"/>
                      <a:pt x="27" y="4"/>
                      <a:pt x="27" y="5"/>
                    </a:cubicBezTo>
                    <a:cubicBezTo>
                      <a:pt x="27" y="5"/>
                      <a:pt x="27" y="5"/>
                      <a:pt x="27" y="5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3642" name="Freeform 274">
                <a:extLst>
                  <a:ext uri="{FF2B5EF4-FFF2-40B4-BE49-F238E27FC236}">
                    <a16:creationId xmlns:a16="http://schemas.microsoft.com/office/drawing/2014/main" id="{F68104EE-019F-4951-A54E-0DB99337CB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9" y="2535"/>
                <a:ext cx="61" cy="45"/>
              </a:xfrm>
              <a:custGeom>
                <a:avLst/>
                <a:gdLst>
                  <a:gd name="T0" fmla="*/ 0 w 38"/>
                  <a:gd name="T1" fmla="*/ 116 h 28"/>
                  <a:gd name="T2" fmla="*/ 34 w 38"/>
                  <a:gd name="T3" fmla="*/ 101 h 28"/>
                  <a:gd name="T4" fmla="*/ 101 w 38"/>
                  <a:gd name="T5" fmla="*/ 63 h 28"/>
                  <a:gd name="T6" fmla="*/ 157 w 38"/>
                  <a:gd name="T7" fmla="*/ 0 h 2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8" h="28">
                    <a:moveTo>
                      <a:pt x="0" y="28"/>
                    </a:moveTo>
                    <a:cubicBezTo>
                      <a:pt x="2" y="26"/>
                      <a:pt x="5" y="25"/>
                      <a:pt x="8" y="24"/>
                    </a:cubicBezTo>
                    <a:cubicBezTo>
                      <a:pt x="12" y="21"/>
                      <a:pt x="19" y="19"/>
                      <a:pt x="24" y="15"/>
                    </a:cubicBezTo>
                    <a:cubicBezTo>
                      <a:pt x="28" y="12"/>
                      <a:pt x="34" y="2"/>
                      <a:pt x="38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3643" name="Freeform 275">
                <a:extLst>
                  <a:ext uri="{FF2B5EF4-FFF2-40B4-BE49-F238E27FC236}">
                    <a16:creationId xmlns:a16="http://schemas.microsoft.com/office/drawing/2014/main" id="{F958998E-9991-4FE0-BA41-CE368531A9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0" y="2546"/>
                <a:ext cx="49" cy="47"/>
              </a:xfrm>
              <a:custGeom>
                <a:avLst/>
                <a:gdLst>
                  <a:gd name="T0" fmla="*/ 131 w 30"/>
                  <a:gd name="T1" fmla="*/ 0 h 29"/>
                  <a:gd name="T2" fmla="*/ 83 w 30"/>
                  <a:gd name="T3" fmla="*/ 73 h 29"/>
                  <a:gd name="T4" fmla="*/ 0 w 30"/>
                  <a:gd name="T5" fmla="*/ 123 h 2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0" h="29">
                    <a:moveTo>
                      <a:pt x="30" y="0"/>
                    </a:moveTo>
                    <a:cubicBezTo>
                      <a:pt x="26" y="5"/>
                      <a:pt x="19" y="15"/>
                      <a:pt x="19" y="17"/>
                    </a:cubicBezTo>
                    <a:cubicBezTo>
                      <a:pt x="14" y="20"/>
                      <a:pt x="9" y="20"/>
                      <a:pt x="0" y="29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3644" name="Freeform 276">
                <a:extLst>
                  <a:ext uri="{FF2B5EF4-FFF2-40B4-BE49-F238E27FC236}">
                    <a16:creationId xmlns:a16="http://schemas.microsoft.com/office/drawing/2014/main" id="{FBE88BA6-373B-42D8-997B-107A7000AF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0" y="2481"/>
                <a:ext cx="65" cy="86"/>
              </a:xfrm>
              <a:custGeom>
                <a:avLst/>
                <a:gdLst>
                  <a:gd name="T0" fmla="*/ 151 w 40"/>
                  <a:gd name="T1" fmla="*/ 177 h 53"/>
                  <a:gd name="T2" fmla="*/ 172 w 40"/>
                  <a:gd name="T3" fmla="*/ 89 h 53"/>
                  <a:gd name="T4" fmla="*/ 117 w 40"/>
                  <a:gd name="T5" fmla="*/ 0 h 53"/>
                  <a:gd name="T6" fmla="*/ 88 w 40"/>
                  <a:gd name="T7" fmla="*/ 47 h 53"/>
                  <a:gd name="T8" fmla="*/ 75 w 40"/>
                  <a:gd name="T9" fmla="*/ 164 h 53"/>
                  <a:gd name="T10" fmla="*/ 0 w 40"/>
                  <a:gd name="T11" fmla="*/ 221 h 5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0" h="53">
                    <a:moveTo>
                      <a:pt x="35" y="41"/>
                    </a:moveTo>
                    <a:cubicBezTo>
                      <a:pt x="35" y="34"/>
                      <a:pt x="39" y="28"/>
                      <a:pt x="40" y="21"/>
                    </a:cubicBezTo>
                    <a:cubicBezTo>
                      <a:pt x="40" y="14"/>
                      <a:pt x="34" y="5"/>
                      <a:pt x="27" y="0"/>
                    </a:cubicBezTo>
                    <a:cubicBezTo>
                      <a:pt x="22" y="0"/>
                      <a:pt x="21" y="6"/>
                      <a:pt x="20" y="11"/>
                    </a:cubicBezTo>
                    <a:cubicBezTo>
                      <a:pt x="20" y="15"/>
                      <a:pt x="19" y="32"/>
                      <a:pt x="17" y="38"/>
                    </a:cubicBezTo>
                    <a:cubicBezTo>
                      <a:pt x="16" y="44"/>
                      <a:pt x="9" y="53"/>
                      <a:pt x="0" y="52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3645" name="Freeform 277">
                <a:extLst>
                  <a:ext uri="{FF2B5EF4-FFF2-40B4-BE49-F238E27FC236}">
                    <a16:creationId xmlns:a16="http://schemas.microsoft.com/office/drawing/2014/main" id="{8A7D9690-E441-4771-98AF-4D7B36EC7C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9" y="2609"/>
                <a:ext cx="19" cy="10"/>
              </a:xfrm>
              <a:custGeom>
                <a:avLst/>
                <a:gdLst>
                  <a:gd name="T0" fmla="*/ 48 w 12"/>
                  <a:gd name="T1" fmla="*/ 13 h 6"/>
                  <a:gd name="T2" fmla="*/ 0 w 12"/>
                  <a:gd name="T3" fmla="*/ 28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6">
                    <a:moveTo>
                      <a:pt x="12" y="3"/>
                    </a:moveTo>
                    <a:cubicBezTo>
                      <a:pt x="11" y="0"/>
                      <a:pt x="4" y="1"/>
                      <a:pt x="0" y="6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3646" name="Freeform 278">
                <a:extLst>
                  <a:ext uri="{FF2B5EF4-FFF2-40B4-BE49-F238E27FC236}">
                    <a16:creationId xmlns:a16="http://schemas.microsoft.com/office/drawing/2014/main" id="{822B795D-BF7A-4D02-8920-FCB30E7607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9" y="2570"/>
                <a:ext cx="10" cy="12"/>
              </a:xfrm>
              <a:custGeom>
                <a:avLst/>
                <a:gdLst>
                  <a:gd name="T0" fmla="*/ 28 w 6"/>
                  <a:gd name="T1" fmla="*/ 36 h 7"/>
                  <a:gd name="T2" fmla="*/ 0 w 6"/>
                  <a:gd name="T3" fmla="*/ 9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7">
                    <a:moveTo>
                      <a:pt x="6" y="7"/>
                    </a:moveTo>
                    <a:cubicBezTo>
                      <a:pt x="3" y="4"/>
                      <a:pt x="3" y="0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3647" name="Freeform 279">
                <a:extLst>
                  <a:ext uri="{FF2B5EF4-FFF2-40B4-BE49-F238E27FC236}">
                    <a16:creationId xmlns:a16="http://schemas.microsoft.com/office/drawing/2014/main" id="{7EDDF758-91A6-4FE7-BED9-45B599BFAE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9" y="2543"/>
                <a:ext cx="6" cy="3"/>
              </a:xfrm>
              <a:custGeom>
                <a:avLst/>
                <a:gdLst>
                  <a:gd name="T0" fmla="*/ 14 w 4"/>
                  <a:gd name="T1" fmla="*/ 5 h 2"/>
                  <a:gd name="T2" fmla="*/ 0 w 4"/>
                  <a:gd name="T3" fmla="*/ 8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">
                    <a:moveTo>
                      <a:pt x="4" y="1"/>
                    </a:moveTo>
                    <a:cubicBezTo>
                      <a:pt x="3" y="0"/>
                      <a:pt x="2" y="0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3648" name="Freeform 280">
                <a:extLst>
                  <a:ext uri="{FF2B5EF4-FFF2-40B4-BE49-F238E27FC236}">
                    <a16:creationId xmlns:a16="http://schemas.microsoft.com/office/drawing/2014/main" id="{03873B5C-6FA1-4778-8BA2-EC4CC857B1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6" y="2471"/>
                <a:ext cx="5" cy="16"/>
              </a:xfrm>
              <a:custGeom>
                <a:avLst/>
                <a:gdLst>
                  <a:gd name="T0" fmla="*/ 13 w 3"/>
                  <a:gd name="T1" fmla="*/ 0 h 10"/>
                  <a:gd name="T2" fmla="*/ 0 w 3"/>
                  <a:gd name="T3" fmla="*/ 42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0">
                    <a:moveTo>
                      <a:pt x="3" y="0"/>
                    </a:moveTo>
                    <a:cubicBezTo>
                      <a:pt x="2" y="3"/>
                      <a:pt x="0" y="5"/>
                      <a:pt x="0" y="1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3649" name="Freeform 281">
                <a:extLst>
                  <a:ext uri="{FF2B5EF4-FFF2-40B4-BE49-F238E27FC236}">
                    <a16:creationId xmlns:a16="http://schemas.microsoft.com/office/drawing/2014/main" id="{6A4EB9D7-5EAE-4C95-854A-195F9B03AF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4" y="2478"/>
                <a:ext cx="12" cy="3"/>
              </a:xfrm>
              <a:custGeom>
                <a:avLst/>
                <a:gdLst>
                  <a:gd name="T0" fmla="*/ 36 w 7"/>
                  <a:gd name="T1" fmla="*/ 8 h 2"/>
                  <a:gd name="T2" fmla="*/ 0 w 7"/>
                  <a:gd name="T3" fmla="*/ 8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2">
                    <a:moveTo>
                      <a:pt x="7" y="2"/>
                    </a:moveTo>
                    <a:cubicBezTo>
                      <a:pt x="5" y="1"/>
                      <a:pt x="3" y="0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3650" name="Freeform 282">
                <a:extLst>
                  <a:ext uri="{FF2B5EF4-FFF2-40B4-BE49-F238E27FC236}">
                    <a16:creationId xmlns:a16="http://schemas.microsoft.com/office/drawing/2014/main" id="{5D06625D-2EEB-47E9-A3D3-8F7CEB257D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3" y="2505"/>
                <a:ext cx="7" cy="5"/>
              </a:xfrm>
              <a:custGeom>
                <a:avLst/>
                <a:gdLst>
                  <a:gd name="T0" fmla="*/ 21 w 4"/>
                  <a:gd name="T1" fmla="*/ 5 h 3"/>
                  <a:gd name="T2" fmla="*/ 0 w 4"/>
                  <a:gd name="T3" fmla="*/ 13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3" y="0"/>
                      <a:pt x="1" y="2"/>
                      <a:pt x="0" y="3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3651" name="Freeform 283">
                <a:extLst>
                  <a:ext uri="{FF2B5EF4-FFF2-40B4-BE49-F238E27FC236}">
                    <a16:creationId xmlns:a16="http://schemas.microsoft.com/office/drawing/2014/main" id="{EB3A81E8-F0A9-437E-A9E9-0EA0AC1F9B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6" y="2502"/>
                <a:ext cx="33" cy="46"/>
              </a:xfrm>
              <a:custGeom>
                <a:avLst/>
                <a:gdLst>
                  <a:gd name="T0" fmla="*/ 89 w 20"/>
                  <a:gd name="T1" fmla="*/ 0 h 28"/>
                  <a:gd name="T2" fmla="*/ 50 w 20"/>
                  <a:gd name="T3" fmla="*/ 95 h 28"/>
                  <a:gd name="T4" fmla="*/ 0 w 20"/>
                  <a:gd name="T5" fmla="*/ 125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28">
                    <a:moveTo>
                      <a:pt x="20" y="0"/>
                    </a:moveTo>
                    <a:cubicBezTo>
                      <a:pt x="19" y="10"/>
                      <a:pt x="14" y="14"/>
                      <a:pt x="11" y="21"/>
                    </a:cubicBezTo>
                    <a:cubicBezTo>
                      <a:pt x="9" y="27"/>
                      <a:pt x="3" y="24"/>
                      <a:pt x="0" y="28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3652" name="Freeform 284">
                <a:extLst>
                  <a:ext uri="{FF2B5EF4-FFF2-40B4-BE49-F238E27FC236}">
                    <a16:creationId xmlns:a16="http://schemas.microsoft.com/office/drawing/2014/main" id="{916C7EA6-1E69-4894-A5A6-30A1ADA2E3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0" y="2491"/>
                <a:ext cx="22" cy="40"/>
              </a:xfrm>
              <a:custGeom>
                <a:avLst/>
                <a:gdLst>
                  <a:gd name="T0" fmla="*/ 55 w 14"/>
                  <a:gd name="T1" fmla="*/ 0 h 25"/>
                  <a:gd name="T2" fmla="*/ 22 w 14"/>
                  <a:gd name="T3" fmla="*/ 90 h 25"/>
                  <a:gd name="T4" fmla="*/ 0 w 14"/>
                  <a:gd name="T5" fmla="*/ 102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25">
                    <a:moveTo>
                      <a:pt x="14" y="0"/>
                    </a:moveTo>
                    <a:cubicBezTo>
                      <a:pt x="13" y="6"/>
                      <a:pt x="9" y="21"/>
                      <a:pt x="6" y="22"/>
                    </a:cubicBezTo>
                    <a:cubicBezTo>
                      <a:pt x="3" y="23"/>
                      <a:pt x="1" y="21"/>
                      <a:pt x="0" y="25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3653" name="Freeform 285">
                <a:extLst>
                  <a:ext uri="{FF2B5EF4-FFF2-40B4-BE49-F238E27FC236}">
                    <a16:creationId xmlns:a16="http://schemas.microsoft.com/office/drawing/2014/main" id="{29B7E971-4CA0-47FE-AE37-F9E83E9758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7" y="2541"/>
                <a:ext cx="3" cy="16"/>
              </a:xfrm>
              <a:custGeom>
                <a:avLst/>
                <a:gdLst>
                  <a:gd name="T0" fmla="*/ 0 w 2"/>
                  <a:gd name="T1" fmla="*/ 0 h 10"/>
                  <a:gd name="T2" fmla="*/ 5 w 2"/>
                  <a:gd name="T3" fmla="*/ 42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0">
                    <a:moveTo>
                      <a:pt x="0" y="0"/>
                    </a:moveTo>
                    <a:cubicBezTo>
                      <a:pt x="2" y="1"/>
                      <a:pt x="1" y="8"/>
                      <a:pt x="1" y="1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3654" name="Freeform 286">
                <a:extLst>
                  <a:ext uri="{FF2B5EF4-FFF2-40B4-BE49-F238E27FC236}">
                    <a16:creationId xmlns:a16="http://schemas.microsoft.com/office/drawing/2014/main" id="{2071296E-7D31-4C1A-B570-A0EAEC5549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2" y="3822"/>
                <a:ext cx="6" cy="34"/>
              </a:xfrm>
              <a:custGeom>
                <a:avLst/>
                <a:gdLst>
                  <a:gd name="T0" fmla="*/ 0 w 4"/>
                  <a:gd name="T1" fmla="*/ 0 h 21"/>
                  <a:gd name="T2" fmla="*/ 14 w 4"/>
                  <a:gd name="T3" fmla="*/ 89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1">
                    <a:moveTo>
                      <a:pt x="0" y="0"/>
                    </a:moveTo>
                    <a:cubicBezTo>
                      <a:pt x="0" y="8"/>
                      <a:pt x="4" y="21"/>
                      <a:pt x="4" y="21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3655" name="Freeform 287">
                <a:extLst>
                  <a:ext uri="{FF2B5EF4-FFF2-40B4-BE49-F238E27FC236}">
                    <a16:creationId xmlns:a16="http://schemas.microsoft.com/office/drawing/2014/main" id="{52B73DFF-BA25-4D29-A5A2-25469DA0AD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4" y="2008"/>
                <a:ext cx="41" cy="34"/>
              </a:xfrm>
              <a:custGeom>
                <a:avLst/>
                <a:gdLst>
                  <a:gd name="T0" fmla="*/ 0 w 25"/>
                  <a:gd name="T1" fmla="*/ 60 h 21"/>
                  <a:gd name="T2" fmla="*/ 89 w 25"/>
                  <a:gd name="T3" fmla="*/ 89 h 21"/>
                  <a:gd name="T4" fmla="*/ 0 w 25"/>
                  <a:gd name="T5" fmla="*/ 55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21">
                    <a:moveTo>
                      <a:pt x="0" y="14"/>
                    </a:moveTo>
                    <a:cubicBezTo>
                      <a:pt x="6" y="8"/>
                      <a:pt x="17" y="11"/>
                      <a:pt x="20" y="21"/>
                    </a:cubicBezTo>
                    <a:cubicBezTo>
                      <a:pt x="25" y="14"/>
                      <a:pt x="4" y="0"/>
                      <a:pt x="0" y="13"/>
                    </a:cubicBezTo>
                  </a:path>
                </a:pathLst>
              </a:custGeom>
              <a:solidFill>
                <a:srgbClr val="F7F1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3656" name="Freeform 288">
                <a:extLst>
                  <a:ext uri="{FF2B5EF4-FFF2-40B4-BE49-F238E27FC236}">
                    <a16:creationId xmlns:a16="http://schemas.microsoft.com/office/drawing/2014/main" id="{2A9172D0-2242-487E-9808-35308A55D8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7" y="3957"/>
                <a:ext cx="23" cy="16"/>
              </a:xfrm>
              <a:custGeom>
                <a:avLst/>
                <a:gdLst>
                  <a:gd name="T0" fmla="*/ 21 w 14"/>
                  <a:gd name="T1" fmla="*/ 5 h 10"/>
                  <a:gd name="T2" fmla="*/ 54 w 14"/>
                  <a:gd name="T3" fmla="*/ 13 h 10"/>
                  <a:gd name="T4" fmla="*/ 21 w 14"/>
                  <a:gd name="T5" fmla="*/ 16 h 10"/>
                  <a:gd name="T6" fmla="*/ 5 w 14"/>
                  <a:gd name="T7" fmla="*/ 29 h 10"/>
                  <a:gd name="T8" fmla="*/ 49 w 14"/>
                  <a:gd name="T9" fmla="*/ 42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0">
                    <a:moveTo>
                      <a:pt x="5" y="1"/>
                    </a:moveTo>
                    <a:cubicBezTo>
                      <a:pt x="8" y="2"/>
                      <a:pt x="11" y="0"/>
                      <a:pt x="12" y="3"/>
                    </a:cubicBezTo>
                    <a:cubicBezTo>
                      <a:pt x="14" y="9"/>
                      <a:pt x="6" y="5"/>
                      <a:pt x="5" y="4"/>
                    </a:cubicBezTo>
                    <a:cubicBezTo>
                      <a:pt x="4" y="4"/>
                      <a:pt x="0" y="4"/>
                      <a:pt x="1" y="7"/>
                    </a:cubicBezTo>
                    <a:cubicBezTo>
                      <a:pt x="1" y="10"/>
                      <a:pt x="9" y="9"/>
                      <a:pt x="11" y="10"/>
                    </a:cubicBezTo>
                  </a:path>
                </a:pathLst>
              </a:custGeom>
              <a:noFill/>
              <a:ln w="7938" cap="flat">
                <a:solidFill>
                  <a:srgbClr val="F3E7B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3657" name="Freeform 289">
                <a:extLst>
                  <a:ext uri="{FF2B5EF4-FFF2-40B4-BE49-F238E27FC236}">
                    <a16:creationId xmlns:a16="http://schemas.microsoft.com/office/drawing/2014/main" id="{04377ABA-D3FC-4643-979D-B039AEA90F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6" y="3959"/>
                <a:ext cx="13" cy="13"/>
              </a:xfrm>
              <a:custGeom>
                <a:avLst/>
                <a:gdLst>
                  <a:gd name="T0" fmla="*/ 34 w 8"/>
                  <a:gd name="T1" fmla="*/ 21 h 8"/>
                  <a:gd name="T2" fmla="*/ 0 w 8"/>
                  <a:gd name="T3" fmla="*/ 5 h 8"/>
                  <a:gd name="T4" fmla="*/ 21 w 8"/>
                  <a:gd name="T5" fmla="*/ 34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8">
                    <a:moveTo>
                      <a:pt x="8" y="5"/>
                    </a:moveTo>
                    <a:cubicBezTo>
                      <a:pt x="7" y="2"/>
                      <a:pt x="3" y="0"/>
                      <a:pt x="0" y="1"/>
                    </a:cubicBezTo>
                    <a:cubicBezTo>
                      <a:pt x="0" y="4"/>
                      <a:pt x="2" y="7"/>
                      <a:pt x="5" y="8"/>
                    </a:cubicBezTo>
                  </a:path>
                </a:pathLst>
              </a:custGeom>
              <a:noFill/>
              <a:ln w="7938" cap="flat">
                <a:solidFill>
                  <a:srgbClr val="F3E7B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3658" name="Freeform 290">
                <a:extLst>
                  <a:ext uri="{FF2B5EF4-FFF2-40B4-BE49-F238E27FC236}">
                    <a16:creationId xmlns:a16="http://schemas.microsoft.com/office/drawing/2014/main" id="{16467235-2202-4CDA-A350-680BA54DDF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0" y="3952"/>
                <a:ext cx="21" cy="17"/>
              </a:xfrm>
              <a:custGeom>
                <a:avLst/>
                <a:gdLst>
                  <a:gd name="T0" fmla="*/ 55 w 13"/>
                  <a:gd name="T1" fmla="*/ 29 h 10"/>
                  <a:gd name="T2" fmla="*/ 16 w 13"/>
                  <a:gd name="T3" fmla="*/ 9 h 10"/>
                  <a:gd name="T4" fmla="*/ 50 w 13"/>
                  <a:gd name="T5" fmla="*/ 49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0">
                    <a:moveTo>
                      <a:pt x="13" y="6"/>
                    </a:moveTo>
                    <a:cubicBezTo>
                      <a:pt x="11" y="5"/>
                      <a:pt x="7" y="0"/>
                      <a:pt x="4" y="2"/>
                    </a:cubicBezTo>
                    <a:cubicBezTo>
                      <a:pt x="0" y="6"/>
                      <a:pt x="10" y="10"/>
                      <a:pt x="12" y="10"/>
                    </a:cubicBezTo>
                  </a:path>
                </a:pathLst>
              </a:custGeom>
              <a:noFill/>
              <a:ln w="7938" cap="flat">
                <a:solidFill>
                  <a:srgbClr val="F3E7B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3659" name="Freeform 291">
                <a:extLst>
                  <a:ext uri="{FF2B5EF4-FFF2-40B4-BE49-F238E27FC236}">
                    <a16:creationId xmlns:a16="http://schemas.microsoft.com/office/drawing/2014/main" id="{8A26345B-32B4-41FA-ACD5-3CC4D740E1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6" y="3947"/>
                <a:ext cx="8" cy="9"/>
              </a:xfrm>
              <a:custGeom>
                <a:avLst/>
                <a:gdLst>
                  <a:gd name="T0" fmla="*/ 21 w 5"/>
                  <a:gd name="T1" fmla="*/ 29 h 5"/>
                  <a:gd name="T2" fmla="*/ 0 w 5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5">
                    <a:moveTo>
                      <a:pt x="5" y="5"/>
                    </a:moveTo>
                    <a:cubicBezTo>
                      <a:pt x="4" y="2"/>
                      <a:pt x="2" y="1"/>
                      <a:pt x="0" y="0"/>
                    </a:cubicBezTo>
                  </a:path>
                </a:pathLst>
              </a:custGeom>
              <a:noFill/>
              <a:ln w="7938" cap="flat">
                <a:solidFill>
                  <a:srgbClr val="F3E7B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3660" name="Freeform 292">
                <a:extLst>
                  <a:ext uri="{FF2B5EF4-FFF2-40B4-BE49-F238E27FC236}">
                    <a16:creationId xmlns:a16="http://schemas.microsoft.com/office/drawing/2014/main" id="{93A0D269-BF86-4002-9294-976CB623CE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6" y="3956"/>
                <a:ext cx="16" cy="13"/>
              </a:xfrm>
              <a:custGeom>
                <a:avLst/>
                <a:gdLst>
                  <a:gd name="T0" fmla="*/ 5 w 10"/>
                  <a:gd name="T1" fmla="*/ 13 h 8"/>
                  <a:gd name="T2" fmla="*/ 35 w 10"/>
                  <a:gd name="T3" fmla="*/ 18 h 8"/>
                  <a:gd name="T4" fmla="*/ 0 w 10"/>
                  <a:gd name="T5" fmla="*/ 29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8">
                    <a:moveTo>
                      <a:pt x="1" y="3"/>
                    </a:moveTo>
                    <a:cubicBezTo>
                      <a:pt x="3" y="2"/>
                      <a:pt x="10" y="0"/>
                      <a:pt x="9" y="4"/>
                    </a:cubicBezTo>
                    <a:cubicBezTo>
                      <a:pt x="8" y="8"/>
                      <a:pt x="2" y="7"/>
                      <a:pt x="0" y="7"/>
                    </a:cubicBezTo>
                  </a:path>
                </a:pathLst>
              </a:custGeom>
              <a:noFill/>
              <a:ln w="7938" cap="flat">
                <a:solidFill>
                  <a:srgbClr val="F3E7B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3661" name="Freeform 293">
                <a:extLst>
                  <a:ext uri="{FF2B5EF4-FFF2-40B4-BE49-F238E27FC236}">
                    <a16:creationId xmlns:a16="http://schemas.microsoft.com/office/drawing/2014/main" id="{1C496901-398D-41A9-9C63-967E68FFC8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5" y="3959"/>
                <a:ext cx="20" cy="16"/>
              </a:xfrm>
              <a:custGeom>
                <a:avLst/>
                <a:gdLst>
                  <a:gd name="T0" fmla="*/ 0 w 12"/>
                  <a:gd name="T1" fmla="*/ 21 h 10"/>
                  <a:gd name="T2" fmla="*/ 37 w 12"/>
                  <a:gd name="T3" fmla="*/ 13 h 10"/>
                  <a:gd name="T4" fmla="*/ 5 w 12"/>
                  <a:gd name="T5" fmla="*/ 42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0">
                    <a:moveTo>
                      <a:pt x="0" y="5"/>
                    </a:moveTo>
                    <a:cubicBezTo>
                      <a:pt x="3" y="3"/>
                      <a:pt x="6" y="0"/>
                      <a:pt x="8" y="3"/>
                    </a:cubicBezTo>
                    <a:cubicBezTo>
                      <a:pt x="12" y="7"/>
                      <a:pt x="4" y="9"/>
                      <a:pt x="1" y="10"/>
                    </a:cubicBezTo>
                  </a:path>
                </a:pathLst>
              </a:custGeom>
              <a:noFill/>
              <a:ln w="7938" cap="flat">
                <a:solidFill>
                  <a:srgbClr val="F3E7B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3662" name="Freeform 294">
                <a:extLst>
                  <a:ext uri="{FF2B5EF4-FFF2-40B4-BE49-F238E27FC236}">
                    <a16:creationId xmlns:a16="http://schemas.microsoft.com/office/drawing/2014/main" id="{F6452382-5789-4826-8F02-FC8057CD28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5" y="3956"/>
                <a:ext cx="13" cy="6"/>
              </a:xfrm>
              <a:custGeom>
                <a:avLst/>
                <a:gdLst>
                  <a:gd name="T0" fmla="*/ 34 w 8"/>
                  <a:gd name="T1" fmla="*/ 0 h 4"/>
                  <a:gd name="T2" fmla="*/ 0 w 8"/>
                  <a:gd name="T3" fmla="*/ 14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4">
                    <a:moveTo>
                      <a:pt x="8" y="0"/>
                    </a:moveTo>
                    <a:cubicBezTo>
                      <a:pt x="5" y="1"/>
                      <a:pt x="2" y="2"/>
                      <a:pt x="0" y="4"/>
                    </a:cubicBezTo>
                  </a:path>
                </a:pathLst>
              </a:custGeom>
              <a:noFill/>
              <a:ln w="7938" cap="flat">
                <a:solidFill>
                  <a:srgbClr val="F3E7B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3663" name="Freeform 295">
                <a:extLst>
                  <a:ext uri="{FF2B5EF4-FFF2-40B4-BE49-F238E27FC236}">
                    <a16:creationId xmlns:a16="http://schemas.microsoft.com/office/drawing/2014/main" id="{9974F996-A6E0-496C-A090-E9FE3BC914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9" y="3949"/>
                <a:ext cx="13" cy="5"/>
              </a:xfrm>
              <a:custGeom>
                <a:avLst/>
                <a:gdLst>
                  <a:gd name="T0" fmla="*/ 34 w 8"/>
                  <a:gd name="T1" fmla="*/ 0 h 3"/>
                  <a:gd name="T2" fmla="*/ 0 w 8"/>
                  <a:gd name="T3" fmla="*/ 13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3">
                    <a:moveTo>
                      <a:pt x="8" y="0"/>
                    </a:moveTo>
                    <a:cubicBezTo>
                      <a:pt x="5" y="0"/>
                      <a:pt x="2" y="1"/>
                      <a:pt x="0" y="3"/>
                    </a:cubicBezTo>
                  </a:path>
                </a:pathLst>
              </a:custGeom>
              <a:noFill/>
              <a:ln w="7938" cap="flat">
                <a:solidFill>
                  <a:srgbClr val="F3E7B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3664" name="Freeform 296">
                <a:extLst>
                  <a:ext uri="{FF2B5EF4-FFF2-40B4-BE49-F238E27FC236}">
                    <a16:creationId xmlns:a16="http://schemas.microsoft.com/office/drawing/2014/main" id="{F2C66F6D-6279-4A40-9E71-A370E276C2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9" y="1606"/>
                <a:ext cx="146" cy="182"/>
              </a:xfrm>
              <a:custGeom>
                <a:avLst/>
                <a:gdLst>
                  <a:gd name="T0" fmla="*/ 323 w 89"/>
                  <a:gd name="T1" fmla="*/ 0 h 112"/>
                  <a:gd name="T2" fmla="*/ 0 w 89"/>
                  <a:gd name="T3" fmla="*/ 335 h 112"/>
                  <a:gd name="T4" fmla="*/ 323 w 89"/>
                  <a:gd name="T5" fmla="*/ 0 h 1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9" h="112">
                    <a:moveTo>
                      <a:pt x="73" y="0"/>
                    </a:moveTo>
                    <a:cubicBezTo>
                      <a:pt x="73" y="0"/>
                      <a:pt x="89" y="112"/>
                      <a:pt x="0" y="78"/>
                    </a:cubicBezTo>
                    <a:cubicBezTo>
                      <a:pt x="0" y="78"/>
                      <a:pt x="81" y="108"/>
                      <a:pt x="73" y="0"/>
                    </a:cubicBezTo>
                    <a:close/>
                  </a:path>
                </a:pathLst>
              </a:custGeom>
              <a:solidFill>
                <a:srgbClr val="ECCA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3665" name="Freeform 297">
                <a:extLst>
                  <a:ext uri="{FF2B5EF4-FFF2-40B4-BE49-F238E27FC236}">
                    <a16:creationId xmlns:a16="http://schemas.microsoft.com/office/drawing/2014/main" id="{ACF41DFF-8363-411D-8275-72EDD3D9FD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8" y="1619"/>
                <a:ext cx="138" cy="174"/>
              </a:xfrm>
              <a:custGeom>
                <a:avLst/>
                <a:gdLst>
                  <a:gd name="T0" fmla="*/ 39 w 85"/>
                  <a:gd name="T1" fmla="*/ 0 h 107"/>
                  <a:gd name="T2" fmla="*/ 364 w 85"/>
                  <a:gd name="T3" fmla="*/ 288 h 107"/>
                  <a:gd name="T4" fmla="*/ 39 w 85"/>
                  <a:gd name="T5" fmla="*/ 0 h 10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5" h="107">
                    <a:moveTo>
                      <a:pt x="9" y="0"/>
                    </a:moveTo>
                    <a:cubicBezTo>
                      <a:pt x="9" y="0"/>
                      <a:pt x="0" y="107"/>
                      <a:pt x="85" y="67"/>
                    </a:cubicBezTo>
                    <a:cubicBezTo>
                      <a:pt x="85" y="67"/>
                      <a:pt x="12" y="104"/>
                      <a:pt x="9" y="0"/>
                    </a:cubicBezTo>
                    <a:close/>
                  </a:path>
                </a:pathLst>
              </a:custGeom>
              <a:solidFill>
                <a:srgbClr val="ECCA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3666" name="Freeform 298">
                <a:extLst>
                  <a:ext uri="{FF2B5EF4-FFF2-40B4-BE49-F238E27FC236}">
                    <a16:creationId xmlns:a16="http://schemas.microsoft.com/office/drawing/2014/main" id="{F3716F53-0F4A-4F5E-8A52-BF47904EC8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6" y="2001"/>
                <a:ext cx="92" cy="30"/>
              </a:xfrm>
              <a:custGeom>
                <a:avLst/>
                <a:gdLst>
                  <a:gd name="T0" fmla="*/ 0 w 56"/>
                  <a:gd name="T1" fmla="*/ 83 h 18"/>
                  <a:gd name="T2" fmla="*/ 54 w 56"/>
                  <a:gd name="T3" fmla="*/ 78 h 18"/>
                  <a:gd name="T4" fmla="*/ 151 w 56"/>
                  <a:gd name="T5" fmla="*/ 37 h 18"/>
                  <a:gd name="T6" fmla="*/ 248 w 56"/>
                  <a:gd name="T7" fmla="*/ 8 h 18"/>
                  <a:gd name="T8" fmla="*/ 125 w 56"/>
                  <a:gd name="T9" fmla="*/ 62 h 18"/>
                  <a:gd name="T10" fmla="*/ 5 w 56"/>
                  <a:gd name="T11" fmla="*/ 75 h 1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6" h="18">
                    <a:moveTo>
                      <a:pt x="0" y="18"/>
                    </a:moveTo>
                    <a:cubicBezTo>
                      <a:pt x="3" y="16"/>
                      <a:pt x="8" y="18"/>
                      <a:pt x="12" y="17"/>
                    </a:cubicBezTo>
                    <a:cubicBezTo>
                      <a:pt x="20" y="16"/>
                      <a:pt x="27" y="12"/>
                      <a:pt x="34" y="8"/>
                    </a:cubicBezTo>
                    <a:cubicBezTo>
                      <a:pt x="42" y="4"/>
                      <a:pt x="49" y="4"/>
                      <a:pt x="56" y="2"/>
                    </a:cubicBezTo>
                    <a:cubicBezTo>
                      <a:pt x="47" y="0"/>
                      <a:pt x="37" y="10"/>
                      <a:pt x="28" y="13"/>
                    </a:cubicBezTo>
                    <a:cubicBezTo>
                      <a:pt x="20" y="16"/>
                      <a:pt x="10" y="17"/>
                      <a:pt x="1" y="16"/>
                    </a:cubicBezTo>
                  </a:path>
                </a:pathLst>
              </a:custGeom>
              <a:solidFill>
                <a:srgbClr val="ECCA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3667" name="Freeform 299">
                <a:extLst>
                  <a:ext uri="{FF2B5EF4-FFF2-40B4-BE49-F238E27FC236}">
                    <a16:creationId xmlns:a16="http://schemas.microsoft.com/office/drawing/2014/main" id="{F8527939-4329-4C48-A3F5-35DC54DA65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3" y="2001"/>
                <a:ext cx="92" cy="31"/>
              </a:xfrm>
              <a:custGeom>
                <a:avLst/>
                <a:gdLst>
                  <a:gd name="T0" fmla="*/ 248 w 56"/>
                  <a:gd name="T1" fmla="*/ 75 h 19"/>
                  <a:gd name="T2" fmla="*/ 97 w 56"/>
                  <a:gd name="T3" fmla="*/ 39 h 19"/>
                  <a:gd name="T4" fmla="*/ 0 w 56"/>
                  <a:gd name="T5" fmla="*/ 0 h 19"/>
                  <a:gd name="T6" fmla="*/ 227 w 56"/>
                  <a:gd name="T7" fmla="*/ 77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6" h="19">
                    <a:moveTo>
                      <a:pt x="56" y="17"/>
                    </a:moveTo>
                    <a:cubicBezTo>
                      <a:pt x="43" y="17"/>
                      <a:pt x="34" y="14"/>
                      <a:pt x="22" y="9"/>
                    </a:cubicBezTo>
                    <a:cubicBezTo>
                      <a:pt x="15" y="6"/>
                      <a:pt x="7" y="4"/>
                      <a:pt x="0" y="0"/>
                    </a:cubicBezTo>
                    <a:cubicBezTo>
                      <a:pt x="16" y="14"/>
                      <a:pt x="32" y="19"/>
                      <a:pt x="51" y="18"/>
                    </a:cubicBezTo>
                  </a:path>
                </a:pathLst>
              </a:custGeom>
              <a:solidFill>
                <a:srgbClr val="ECCA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3668" name="Freeform 300">
                <a:extLst>
                  <a:ext uri="{FF2B5EF4-FFF2-40B4-BE49-F238E27FC236}">
                    <a16:creationId xmlns:a16="http://schemas.microsoft.com/office/drawing/2014/main" id="{B766353A-5516-4691-8CE2-13F9A03A07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0" y="2330"/>
                <a:ext cx="142" cy="87"/>
              </a:xfrm>
              <a:custGeom>
                <a:avLst/>
                <a:gdLst>
                  <a:gd name="T0" fmla="*/ 379 w 87"/>
                  <a:gd name="T1" fmla="*/ 226 h 54"/>
                  <a:gd name="T2" fmla="*/ 0 w 87"/>
                  <a:gd name="T3" fmla="*/ 21 h 54"/>
                  <a:gd name="T4" fmla="*/ 184 w 87"/>
                  <a:gd name="T5" fmla="*/ 90 h 54"/>
                  <a:gd name="T6" fmla="*/ 359 w 87"/>
                  <a:gd name="T7" fmla="*/ 211 h 5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7" h="54">
                    <a:moveTo>
                      <a:pt x="87" y="54"/>
                    </a:moveTo>
                    <a:cubicBezTo>
                      <a:pt x="65" y="33"/>
                      <a:pt x="33" y="0"/>
                      <a:pt x="0" y="5"/>
                    </a:cubicBezTo>
                    <a:cubicBezTo>
                      <a:pt x="13" y="13"/>
                      <a:pt x="28" y="15"/>
                      <a:pt x="42" y="22"/>
                    </a:cubicBezTo>
                    <a:cubicBezTo>
                      <a:pt x="53" y="27"/>
                      <a:pt x="76" y="39"/>
                      <a:pt x="83" y="50"/>
                    </a:cubicBezTo>
                  </a:path>
                </a:pathLst>
              </a:custGeom>
              <a:solidFill>
                <a:srgbClr val="ECCA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3669" name="Freeform 301">
                <a:extLst>
                  <a:ext uri="{FF2B5EF4-FFF2-40B4-BE49-F238E27FC236}">
                    <a16:creationId xmlns:a16="http://schemas.microsoft.com/office/drawing/2014/main" id="{C4D16C4F-E029-42DD-9663-3D82467929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4" y="2333"/>
                <a:ext cx="153" cy="94"/>
              </a:xfrm>
              <a:custGeom>
                <a:avLst/>
                <a:gdLst>
                  <a:gd name="T0" fmla="*/ 42 w 94"/>
                  <a:gd name="T1" fmla="*/ 219 h 58"/>
                  <a:gd name="T2" fmla="*/ 405 w 94"/>
                  <a:gd name="T3" fmla="*/ 39 h 58"/>
                  <a:gd name="T4" fmla="*/ 212 w 94"/>
                  <a:gd name="T5" fmla="*/ 128 h 58"/>
                  <a:gd name="T6" fmla="*/ 0 w 94"/>
                  <a:gd name="T7" fmla="*/ 246 h 5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4" h="58">
                    <a:moveTo>
                      <a:pt x="10" y="51"/>
                    </a:moveTo>
                    <a:cubicBezTo>
                      <a:pt x="24" y="33"/>
                      <a:pt x="68" y="0"/>
                      <a:pt x="94" y="9"/>
                    </a:cubicBezTo>
                    <a:cubicBezTo>
                      <a:pt x="81" y="10"/>
                      <a:pt x="61" y="24"/>
                      <a:pt x="49" y="30"/>
                    </a:cubicBezTo>
                    <a:cubicBezTo>
                      <a:pt x="32" y="38"/>
                      <a:pt x="15" y="48"/>
                      <a:pt x="0" y="58"/>
                    </a:cubicBezTo>
                  </a:path>
                </a:pathLst>
              </a:custGeom>
              <a:solidFill>
                <a:srgbClr val="ECCA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3670" name="Freeform 302">
                <a:extLst>
                  <a:ext uri="{FF2B5EF4-FFF2-40B4-BE49-F238E27FC236}">
                    <a16:creationId xmlns:a16="http://schemas.microsoft.com/office/drawing/2014/main" id="{61267B51-016A-4F90-972C-F7FF229B20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9" y="2364"/>
                <a:ext cx="94" cy="58"/>
              </a:xfrm>
              <a:custGeom>
                <a:avLst/>
                <a:gdLst>
                  <a:gd name="T0" fmla="*/ 0 w 58"/>
                  <a:gd name="T1" fmla="*/ 150 h 36"/>
                  <a:gd name="T2" fmla="*/ 102 w 58"/>
                  <a:gd name="T3" fmla="*/ 81 h 36"/>
                  <a:gd name="T4" fmla="*/ 246 w 58"/>
                  <a:gd name="T5" fmla="*/ 0 h 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8" h="36">
                    <a:moveTo>
                      <a:pt x="0" y="36"/>
                    </a:moveTo>
                    <a:cubicBezTo>
                      <a:pt x="8" y="32"/>
                      <a:pt x="16" y="24"/>
                      <a:pt x="24" y="19"/>
                    </a:cubicBezTo>
                    <a:cubicBezTo>
                      <a:pt x="34" y="12"/>
                      <a:pt x="46" y="3"/>
                      <a:pt x="58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3671" name="Freeform 303">
                <a:extLst>
                  <a:ext uri="{FF2B5EF4-FFF2-40B4-BE49-F238E27FC236}">
                    <a16:creationId xmlns:a16="http://schemas.microsoft.com/office/drawing/2014/main" id="{CAEEE9F9-096A-4F51-8AC5-E47E56CF39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1" y="2349"/>
                <a:ext cx="113" cy="75"/>
              </a:xfrm>
              <a:custGeom>
                <a:avLst/>
                <a:gdLst>
                  <a:gd name="T0" fmla="*/ 303 w 69"/>
                  <a:gd name="T1" fmla="*/ 199 h 46"/>
                  <a:gd name="T2" fmla="*/ 255 w 69"/>
                  <a:gd name="T3" fmla="*/ 147 h 46"/>
                  <a:gd name="T4" fmla="*/ 172 w 69"/>
                  <a:gd name="T5" fmla="*/ 83 h 46"/>
                  <a:gd name="T6" fmla="*/ 88 w 69"/>
                  <a:gd name="T7" fmla="*/ 29 h 46"/>
                  <a:gd name="T8" fmla="*/ 0 w 69"/>
                  <a:gd name="T9" fmla="*/ 0 h 4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9" h="46">
                    <a:moveTo>
                      <a:pt x="69" y="46"/>
                    </a:moveTo>
                    <a:cubicBezTo>
                      <a:pt x="68" y="42"/>
                      <a:pt x="61" y="37"/>
                      <a:pt x="58" y="34"/>
                    </a:cubicBezTo>
                    <a:cubicBezTo>
                      <a:pt x="52" y="28"/>
                      <a:pt x="45" y="24"/>
                      <a:pt x="39" y="19"/>
                    </a:cubicBezTo>
                    <a:cubicBezTo>
                      <a:pt x="33" y="15"/>
                      <a:pt x="26" y="10"/>
                      <a:pt x="20" y="7"/>
                    </a:cubicBezTo>
                    <a:cubicBezTo>
                      <a:pt x="13" y="4"/>
                      <a:pt x="6" y="3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3672" name="Freeform 304">
                <a:extLst>
                  <a:ext uri="{FF2B5EF4-FFF2-40B4-BE49-F238E27FC236}">
                    <a16:creationId xmlns:a16="http://schemas.microsoft.com/office/drawing/2014/main" id="{F9AF8771-6E22-4ABC-9329-CCE7C7DBD5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1" y="3110"/>
                <a:ext cx="78" cy="41"/>
              </a:xfrm>
              <a:custGeom>
                <a:avLst/>
                <a:gdLst>
                  <a:gd name="T0" fmla="*/ 18 w 48"/>
                  <a:gd name="T1" fmla="*/ 0 h 25"/>
                  <a:gd name="T2" fmla="*/ 206 w 48"/>
                  <a:gd name="T3" fmla="*/ 5 h 25"/>
                  <a:gd name="T4" fmla="*/ 0 w 48"/>
                  <a:gd name="T5" fmla="*/ 13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8" h="25">
                    <a:moveTo>
                      <a:pt x="4" y="0"/>
                    </a:moveTo>
                    <a:cubicBezTo>
                      <a:pt x="17" y="6"/>
                      <a:pt x="35" y="17"/>
                      <a:pt x="48" y="1"/>
                    </a:cubicBezTo>
                    <a:cubicBezTo>
                      <a:pt x="41" y="25"/>
                      <a:pt x="11" y="17"/>
                      <a:pt x="0" y="3"/>
                    </a:cubicBezTo>
                  </a:path>
                </a:pathLst>
              </a:custGeom>
              <a:solidFill>
                <a:srgbClr val="ECCA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3673" name="Freeform 305">
                <a:extLst>
                  <a:ext uri="{FF2B5EF4-FFF2-40B4-BE49-F238E27FC236}">
                    <a16:creationId xmlns:a16="http://schemas.microsoft.com/office/drawing/2014/main" id="{3E596415-8C98-455A-90F5-3ECB74DA69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0" y="3105"/>
                <a:ext cx="72" cy="34"/>
              </a:xfrm>
              <a:custGeom>
                <a:avLst/>
                <a:gdLst>
                  <a:gd name="T0" fmla="*/ 0 w 44"/>
                  <a:gd name="T1" fmla="*/ 0 h 21"/>
                  <a:gd name="T2" fmla="*/ 193 w 44"/>
                  <a:gd name="T3" fmla="*/ 29 h 21"/>
                  <a:gd name="T4" fmla="*/ 18 w 44"/>
                  <a:gd name="T5" fmla="*/ 13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4" h="21">
                    <a:moveTo>
                      <a:pt x="0" y="0"/>
                    </a:moveTo>
                    <a:cubicBezTo>
                      <a:pt x="12" y="4"/>
                      <a:pt x="32" y="18"/>
                      <a:pt x="44" y="7"/>
                    </a:cubicBezTo>
                    <a:cubicBezTo>
                      <a:pt x="32" y="13"/>
                      <a:pt x="12" y="21"/>
                      <a:pt x="4" y="3"/>
                    </a:cubicBezTo>
                  </a:path>
                </a:pathLst>
              </a:custGeom>
              <a:solidFill>
                <a:srgbClr val="ECCA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3674" name="Freeform 306">
                <a:extLst>
                  <a:ext uri="{FF2B5EF4-FFF2-40B4-BE49-F238E27FC236}">
                    <a16:creationId xmlns:a16="http://schemas.microsoft.com/office/drawing/2014/main" id="{C6AC1BA4-6DAA-4AD7-B23B-4D21F027F9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3" y="3001"/>
                <a:ext cx="41" cy="26"/>
              </a:xfrm>
              <a:custGeom>
                <a:avLst/>
                <a:gdLst>
                  <a:gd name="T0" fmla="*/ 0 w 25"/>
                  <a:gd name="T1" fmla="*/ 60 h 16"/>
                  <a:gd name="T2" fmla="*/ 110 w 25"/>
                  <a:gd name="T3" fmla="*/ 68 h 16"/>
                  <a:gd name="T4" fmla="*/ 5 w 25"/>
                  <a:gd name="T5" fmla="*/ 39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16">
                    <a:moveTo>
                      <a:pt x="0" y="14"/>
                    </a:moveTo>
                    <a:cubicBezTo>
                      <a:pt x="10" y="8"/>
                      <a:pt x="16" y="7"/>
                      <a:pt x="25" y="16"/>
                    </a:cubicBezTo>
                    <a:cubicBezTo>
                      <a:pt x="20" y="8"/>
                      <a:pt x="8" y="0"/>
                      <a:pt x="1" y="9"/>
                    </a:cubicBezTo>
                  </a:path>
                </a:pathLst>
              </a:custGeom>
              <a:solidFill>
                <a:srgbClr val="ECCA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3675" name="Freeform 307">
                <a:extLst>
                  <a:ext uri="{FF2B5EF4-FFF2-40B4-BE49-F238E27FC236}">
                    <a16:creationId xmlns:a16="http://schemas.microsoft.com/office/drawing/2014/main" id="{E3559494-E595-4E8F-9761-CAF4D20276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6" y="3000"/>
                <a:ext cx="47" cy="22"/>
              </a:xfrm>
              <a:custGeom>
                <a:avLst/>
                <a:gdLst>
                  <a:gd name="T0" fmla="*/ 5 w 29"/>
                  <a:gd name="T1" fmla="*/ 39 h 14"/>
                  <a:gd name="T2" fmla="*/ 123 w 29"/>
                  <a:gd name="T3" fmla="*/ 55 h 14"/>
                  <a:gd name="T4" fmla="*/ 0 w 29"/>
                  <a:gd name="T5" fmla="*/ 31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9" h="14">
                    <a:moveTo>
                      <a:pt x="1" y="10"/>
                    </a:moveTo>
                    <a:cubicBezTo>
                      <a:pt x="11" y="5"/>
                      <a:pt x="22" y="6"/>
                      <a:pt x="29" y="14"/>
                    </a:cubicBezTo>
                    <a:cubicBezTo>
                      <a:pt x="23" y="0"/>
                      <a:pt x="10" y="1"/>
                      <a:pt x="0" y="8"/>
                    </a:cubicBezTo>
                  </a:path>
                </a:pathLst>
              </a:custGeom>
              <a:solidFill>
                <a:srgbClr val="ECCA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3676" name="Freeform 308">
                <a:extLst>
                  <a:ext uri="{FF2B5EF4-FFF2-40B4-BE49-F238E27FC236}">
                    <a16:creationId xmlns:a16="http://schemas.microsoft.com/office/drawing/2014/main" id="{49B5CAB6-2BBC-4FC2-A60C-229F07A6F5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7" y="1392"/>
                <a:ext cx="27" cy="204"/>
              </a:xfrm>
              <a:custGeom>
                <a:avLst/>
                <a:gdLst>
                  <a:gd name="T0" fmla="*/ 0 w 16"/>
                  <a:gd name="T1" fmla="*/ 534 h 126"/>
                  <a:gd name="T2" fmla="*/ 69 w 16"/>
                  <a:gd name="T3" fmla="*/ 217 h 126"/>
                  <a:gd name="T4" fmla="*/ 0 w 16"/>
                  <a:gd name="T5" fmla="*/ 0 h 1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126">
                    <a:moveTo>
                      <a:pt x="0" y="126"/>
                    </a:moveTo>
                    <a:cubicBezTo>
                      <a:pt x="3" y="110"/>
                      <a:pt x="12" y="68"/>
                      <a:pt x="14" y="51"/>
                    </a:cubicBezTo>
                    <a:cubicBezTo>
                      <a:pt x="16" y="35"/>
                      <a:pt x="3" y="24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3677" name="Freeform 309">
                <a:extLst>
                  <a:ext uri="{FF2B5EF4-FFF2-40B4-BE49-F238E27FC236}">
                    <a16:creationId xmlns:a16="http://schemas.microsoft.com/office/drawing/2014/main" id="{41391FE5-2783-4B24-9FD5-A5714A1485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1" y="1401"/>
                <a:ext cx="36" cy="189"/>
              </a:xfrm>
              <a:custGeom>
                <a:avLst/>
                <a:gdLst>
                  <a:gd name="T0" fmla="*/ 34 w 22"/>
                  <a:gd name="T1" fmla="*/ 0 h 116"/>
                  <a:gd name="T2" fmla="*/ 8 w 22"/>
                  <a:gd name="T3" fmla="*/ 181 h 116"/>
                  <a:gd name="T4" fmla="*/ 97 w 22"/>
                  <a:gd name="T5" fmla="*/ 502 h 1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116">
                    <a:moveTo>
                      <a:pt x="8" y="0"/>
                    </a:moveTo>
                    <a:cubicBezTo>
                      <a:pt x="8" y="11"/>
                      <a:pt x="0" y="29"/>
                      <a:pt x="2" y="42"/>
                    </a:cubicBezTo>
                    <a:cubicBezTo>
                      <a:pt x="5" y="67"/>
                      <a:pt x="20" y="92"/>
                      <a:pt x="22" y="116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3678" name="Freeform 310">
                <a:extLst>
                  <a:ext uri="{FF2B5EF4-FFF2-40B4-BE49-F238E27FC236}">
                    <a16:creationId xmlns:a16="http://schemas.microsoft.com/office/drawing/2014/main" id="{374B4A02-309C-4F28-9A03-746E0330A0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4" y="1437"/>
                <a:ext cx="8" cy="34"/>
              </a:xfrm>
              <a:custGeom>
                <a:avLst/>
                <a:gdLst>
                  <a:gd name="T0" fmla="*/ 0 w 5"/>
                  <a:gd name="T1" fmla="*/ 89 h 21"/>
                  <a:gd name="T2" fmla="*/ 21 w 5"/>
                  <a:gd name="T3" fmla="*/ 0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21">
                    <a:moveTo>
                      <a:pt x="0" y="21"/>
                    </a:moveTo>
                    <a:cubicBezTo>
                      <a:pt x="1" y="13"/>
                      <a:pt x="0" y="6"/>
                      <a:pt x="5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3679" name="Freeform 311">
                <a:extLst>
                  <a:ext uri="{FF2B5EF4-FFF2-40B4-BE49-F238E27FC236}">
                    <a16:creationId xmlns:a16="http://schemas.microsoft.com/office/drawing/2014/main" id="{F9F0AC4C-1D31-4567-A3FD-5446B061EB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9" y="1426"/>
                <a:ext cx="18" cy="26"/>
              </a:xfrm>
              <a:custGeom>
                <a:avLst/>
                <a:gdLst>
                  <a:gd name="T0" fmla="*/ 47 w 11"/>
                  <a:gd name="T1" fmla="*/ 68 h 16"/>
                  <a:gd name="T2" fmla="*/ 0 w 11"/>
                  <a:gd name="T3" fmla="*/ 0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16">
                    <a:moveTo>
                      <a:pt x="11" y="16"/>
                    </a:moveTo>
                    <a:cubicBezTo>
                      <a:pt x="10" y="9"/>
                      <a:pt x="5" y="4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3680" name="Freeform 312">
                <a:extLst>
                  <a:ext uri="{FF2B5EF4-FFF2-40B4-BE49-F238E27FC236}">
                    <a16:creationId xmlns:a16="http://schemas.microsoft.com/office/drawing/2014/main" id="{624B9495-1A9D-4A9D-8300-912AAE58BB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5" y="1105"/>
                <a:ext cx="90" cy="70"/>
              </a:xfrm>
              <a:custGeom>
                <a:avLst/>
                <a:gdLst>
                  <a:gd name="T0" fmla="*/ 0 w 55"/>
                  <a:gd name="T1" fmla="*/ 0 h 43"/>
                  <a:gd name="T2" fmla="*/ 56 w 55"/>
                  <a:gd name="T3" fmla="*/ 55 h 43"/>
                  <a:gd name="T4" fmla="*/ 101 w 55"/>
                  <a:gd name="T5" fmla="*/ 130 h 43"/>
                  <a:gd name="T6" fmla="*/ 241 w 55"/>
                  <a:gd name="T7" fmla="*/ 156 h 4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5" h="43">
                    <a:moveTo>
                      <a:pt x="0" y="0"/>
                    </a:moveTo>
                    <a:cubicBezTo>
                      <a:pt x="4" y="5"/>
                      <a:pt x="9" y="7"/>
                      <a:pt x="13" y="13"/>
                    </a:cubicBezTo>
                    <a:cubicBezTo>
                      <a:pt x="16" y="18"/>
                      <a:pt x="20" y="24"/>
                      <a:pt x="23" y="30"/>
                    </a:cubicBezTo>
                    <a:cubicBezTo>
                      <a:pt x="31" y="42"/>
                      <a:pt x="43" y="43"/>
                      <a:pt x="55" y="36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3681" name="Freeform 313">
                <a:extLst>
                  <a:ext uri="{FF2B5EF4-FFF2-40B4-BE49-F238E27FC236}">
                    <a16:creationId xmlns:a16="http://schemas.microsoft.com/office/drawing/2014/main" id="{FC4BF9E3-B08C-4ECA-BDE7-58584690A3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9" y="1101"/>
                <a:ext cx="47" cy="125"/>
              </a:xfrm>
              <a:custGeom>
                <a:avLst/>
                <a:gdLst>
                  <a:gd name="T0" fmla="*/ 0 w 29"/>
                  <a:gd name="T1" fmla="*/ 0 h 77"/>
                  <a:gd name="T2" fmla="*/ 76 w 29"/>
                  <a:gd name="T3" fmla="*/ 157 h 77"/>
                  <a:gd name="T4" fmla="*/ 123 w 29"/>
                  <a:gd name="T5" fmla="*/ 330 h 7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9" h="77">
                    <a:moveTo>
                      <a:pt x="0" y="0"/>
                    </a:moveTo>
                    <a:cubicBezTo>
                      <a:pt x="9" y="10"/>
                      <a:pt x="14" y="23"/>
                      <a:pt x="18" y="37"/>
                    </a:cubicBezTo>
                    <a:cubicBezTo>
                      <a:pt x="21" y="50"/>
                      <a:pt x="27" y="63"/>
                      <a:pt x="29" y="77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3682" name="Freeform 314">
                <a:extLst>
                  <a:ext uri="{FF2B5EF4-FFF2-40B4-BE49-F238E27FC236}">
                    <a16:creationId xmlns:a16="http://schemas.microsoft.com/office/drawing/2014/main" id="{E509130E-5034-4E10-B838-F76B476D37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8" y="1102"/>
                <a:ext cx="56" cy="129"/>
              </a:xfrm>
              <a:custGeom>
                <a:avLst/>
                <a:gdLst>
                  <a:gd name="T0" fmla="*/ 152 w 34"/>
                  <a:gd name="T1" fmla="*/ 0 h 79"/>
                  <a:gd name="T2" fmla="*/ 63 w 34"/>
                  <a:gd name="T3" fmla="*/ 165 h 79"/>
                  <a:gd name="T4" fmla="*/ 0 w 34"/>
                  <a:gd name="T5" fmla="*/ 345 h 7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4" h="79">
                    <a:moveTo>
                      <a:pt x="34" y="0"/>
                    </a:moveTo>
                    <a:cubicBezTo>
                      <a:pt x="24" y="11"/>
                      <a:pt x="20" y="24"/>
                      <a:pt x="14" y="38"/>
                    </a:cubicBezTo>
                    <a:cubicBezTo>
                      <a:pt x="8" y="51"/>
                      <a:pt x="3" y="65"/>
                      <a:pt x="0" y="79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3683" name="Freeform 315">
                <a:extLst>
                  <a:ext uri="{FF2B5EF4-FFF2-40B4-BE49-F238E27FC236}">
                    <a16:creationId xmlns:a16="http://schemas.microsoft.com/office/drawing/2014/main" id="{3A0B6AA5-FD6D-412B-9DC9-05357AF073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6" y="2040"/>
                <a:ext cx="67" cy="225"/>
              </a:xfrm>
              <a:custGeom>
                <a:avLst/>
                <a:gdLst>
                  <a:gd name="T0" fmla="*/ 0 w 41"/>
                  <a:gd name="T1" fmla="*/ 0 h 138"/>
                  <a:gd name="T2" fmla="*/ 126 w 41"/>
                  <a:gd name="T3" fmla="*/ 170 h 138"/>
                  <a:gd name="T4" fmla="*/ 126 w 41"/>
                  <a:gd name="T5" fmla="*/ 316 h 138"/>
                  <a:gd name="T6" fmla="*/ 165 w 41"/>
                  <a:gd name="T7" fmla="*/ 442 h 138"/>
                  <a:gd name="T8" fmla="*/ 160 w 41"/>
                  <a:gd name="T9" fmla="*/ 598 h 138"/>
                  <a:gd name="T10" fmla="*/ 144 w 41"/>
                  <a:gd name="T11" fmla="*/ 442 h 138"/>
                  <a:gd name="T12" fmla="*/ 113 w 41"/>
                  <a:gd name="T13" fmla="*/ 290 h 138"/>
                  <a:gd name="T14" fmla="*/ 96 w 41"/>
                  <a:gd name="T15" fmla="*/ 139 h 138"/>
                  <a:gd name="T16" fmla="*/ 0 w 41"/>
                  <a:gd name="T17" fmla="*/ 8 h 13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1" h="138">
                    <a:moveTo>
                      <a:pt x="0" y="0"/>
                    </a:moveTo>
                    <a:cubicBezTo>
                      <a:pt x="9" y="12"/>
                      <a:pt x="24" y="23"/>
                      <a:pt x="29" y="39"/>
                    </a:cubicBezTo>
                    <a:cubicBezTo>
                      <a:pt x="33" y="51"/>
                      <a:pt x="29" y="60"/>
                      <a:pt x="29" y="73"/>
                    </a:cubicBezTo>
                    <a:cubicBezTo>
                      <a:pt x="29" y="84"/>
                      <a:pt x="36" y="91"/>
                      <a:pt x="38" y="102"/>
                    </a:cubicBezTo>
                    <a:cubicBezTo>
                      <a:pt x="40" y="113"/>
                      <a:pt x="41" y="127"/>
                      <a:pt x="37" y="138"/>
                    </a:cubicBezTo>
                    <a:cubicBezTo>
                      <a:pt x="37" y="126"/>
                      <a:pt x="37" y="114"/>
                      <a:pt x="33" y="102"/>
                    </a:cubicBezTo>
                    <a:cubicBezTo>
                      <a:pt x="29" y="90"/>
                      <a:pt x="24" y="82"/>
                      <a:pt x="26" y="67"/>
                    </a:cubicBezTo>
                    <a:cubicBezTo>
                      <a:pt x="28" y="53"/>
                      <a:pt x="28" y="45"/>
                      <a:pt x="22" y="32"/>
                    </a:cubicBezTo>
                    <a:cubicBezTo>
                      <a:pt x="17" y="21"/>
                      <a:pt x="8" y="11"/>
                      <a:pt x="0" y="2"/>
                    </a:cubicBezTo>
                  </a:path>
                </a:pathLst>
              </a:custGeom>
              <a:solidFill>
                <a:srgbClr val="ECCA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3684" name="Freeform 316">
                <a:extLst>
                  <a:ext uri="{FF2B5EF4-FFF2-40B4-BE49-F238E27FC236}">
                    <a16:creationId xmlns:a16="http://schemas.microsoft.com/office/drawing/2014/main" id="{F576A64B-F1DE-40D8-9746-062567BBD6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5" y="2026"/>
                <a:ext cx="99" cy="188"/>
              </a:xfrm>
              <a:custGeom>
                <a:avLst/>
                <a:gdLst>
                  <a:gd name="T0" fmla="*/ 261 w 61"/>
                  <a:gd name="T1" fmla="*/ 0 h 116"/>
                  <a:gd name="T2" fmla="*/ 157 w 61"/>
                  <a:gd name="T3" fmla="*/ 118 h 116"/>
                  <a:gd name="T4" fmla="*/ 123 w 61"/>
                  <a:gd name="T5" fmla="*/ 263 h 116"/>
                  <a:gd name="T6" fmla="*/ 39 w 61"/>
                  <a:gd name="T7" fmla="*/ 371 h 116"/>
                  <a:gd name="T8" fmla="*/ 5 w 61"/>
                  <a:gd name="T9" fmla="*/ 494 h 116"/>
                  <a:gd name="T10" fmla="*/ 34 w 61"/>
                  <a:gd name="T11" fmla="*/ 342 h 116"/>
                  <a:gd name="T12" fmla="*/ 115 w 61"/>
                  <a:gd name="T13" fmla="*/ 246 h 116"/>
                  <a:gd name="T14" fmla="*/ 115 w 61"/>
                  <a:gd name="T15" fmla="*/ 170 h 116"/>
                  <a:gd name="T16" fmla="*/ 144 w 61"/>
                  <a:gd name="T17" fmla="*/ 102 h 116"/>
                  <a:gd name="T18" fmla="*/ 248 w 61"/>
                  <a:gd name="T19" fmla="*/ 16 h 11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61" h="116">
                    <a:moveTo>
                      <a:pt x="61" y="0"/>
                    </a:moveTo>
                    <a:cubicBezTo>
                      <a:pt x="51" y="7"/>
                      <a:pt x="42" y="18"/>
                      <a:pt x="37" y="28"/>
                    </a:cubicBezTo>
                    <a:cubicBezTo>
                      <a:pt x="30" y="40"/>
                      <a:pt x="34" y="52"/>
                      <a:pt x="29" y="62"/>
                    </a:cubicBezTo>
                    <a:cubicBezTo>
                      <a:pt x="25" y="72"/>
                      <a:pt x="14" y="77"/>
                      <a:pt x="9" y="87"/>
                    </a:cubicBezTo>
                    <a:cubicBezTo>
                      <a:pt x="4" y="97"/>
                      <a:pt x="4" y="106"/>
                      <a:pt x="1" y="116"/>
                    </a:cubicBezTo>
                    <a:cubicBezTo>
                      <a:pt x="0" y="104"/>
                      <a:pt x="2" y="90"/>
                      <a:pt x="8" y="80"/>
                    </a:cubicBezTo>
                    <a:cubicBezTo>
                      <a:pt x="13" y="72"/>
                      <a:pt x="25" y="67"/>
                      <a:pt x="27" y="58"/>
                    </a:cubicBezTo>
                    <a:cubicBezTo>
                      <a:pt x="29" y="53"/>
                      <a:pt x="26" y="46"/>
                      <a:pt x="27" y="40"/>
                    </a:cubicBezTo>
                    <a:cubicBezTo>
                      <a:pt x="29" y="34"/>
                      <a:pt x="31" y="29"/>
                      <a:pt x="34" y="24"/>
                    </a:cubicBezTo>
                    <a:cubicBezTo>
                      <a:pt x="41" y="13"/>
                      <a:pt x="48" y="11"/>
                      <a:pt x="58" y="4"/>
                    </a:cubicBezTo>
                  </a:path>
                </a:pathLst>
              </a:custGeom>
              <a:solidFill>
                <a:srgbClr val="ECCA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3685" name="Freeform 317">
                <a:extLst>
                  <a:ext uri="{FF2B5EF4-FFF2-40B4-BE49-F238E27FC236}">
                    <a16:creationId xmlns:a16="http://schemas.microsoft.com/office/drawing/2014/main" id="{6206A476-60B4-4197-BFDF-C8BBB9A88F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3" y="1847"/>
                <a:ext cx="34" cy="105"/>
              </a:xfrm>
              <a:custGeom>
                <a:avLst/>
                <a:gdLst>
                  <a:gd name="T0" fmla="*/ 89 w 21"/>
                  <a:gd name="T1" fmla="*/ 275 h 65"/>
                  <a:gd name="T2" fmla="*/ 60 w 21"/>
                  <a:gd name="T3" fmla="*/ 136 h 65"/>
                  <a:gd name="T4" fmla="*/ 16 w 21"/>
                  <a:gd name="T5" fmla="*/ 0 h 65"/>
                  <a:gd name="T6" fmla="*/ 29 w 21"/>
                  <a:gd name="T7" fmla="*/ 68 h 65"/>
                  <a:gd name="T8" fmla="*/ 68 w 21"/>
                  <a:gd name="T9" fmla="*/ 160 h 65"/>
                  <a:gd name="T10" fmla="*/ 73 w 21"/>
                  <a:gd name="T11" fmla="*/ 268 h 6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1" h="65">
                    <a:moveTo>
                      <a:pt x="21" y="65"/>
                    </a:moveTo>
                    <a:cubicBezTo>
                      <a:pt x="4" y="63"/>
                      <a:pt x="15" y="42"/>
                      <a:pt x="14" y="32"/>
                    </a:cubicBezTo>
                    <a:cubicBezTo>
                      <a:pt x="13" y="20"/>
                      <a:pt x="0" y="14"/>
                      <a:pt x="4" y="0"/>
                    </a:cubicBezTo>
                    <a:cubicBezTo>
                      <a:pt x="4" y="6"/>
                      <a:pt x="6" y="10"/>
                      <a:pt x="7" y="16"/>
                    </a:cubicBezTo>
                    <a:cubicBezTo>
                      <a:pt x="13" y="21"/>
                      <a:pt x="17" y="29"/>
                      <a:pt x="16" y="38"/>
                    </a:cubicBezTo>
                    <a:cubicBezTo>
                      <a:pt x="16" y="46"/>
                      <a:pt x="8" y="59"/>
                      <a:pt x="17" y="64"/>
                    </a:cubicBezTo>
                  </a:path>
                </a:pathLst>
              </a:custGeom>
              <a:solidFill>
                <a:srgbClr val="ECCA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3686" name="Freeform 318">
                <a:extLst>
                  <a:ext uri="{FF2B5EF4-FFF2-40B4-BE49-F238E27FC236}">
                    <a16:creationId xmlns:a16="http://schemas.microsoft.com/office/drawing/2014/main" id="{BD63B3C6-28F8-469E-8502-76DFEC6FB3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6" y="1863"/>
                <a:ext cx="33" cy="99"/>
              </a:xfrm>
              <a:custGeom>
                <a:avLst/>
                <a:gdLst>
                  <a:gd name="T0" fmla="*/ 0 w 20"/>
                  <a:gd name="T1" fmla="*/ 261 h 61"/>
                  <a:gd name="T2" fmla="*/ 33 w 20"/>
                  <a:gd name="T3" fmla="*/ 123 h 61"/>
                  <a:gd name="T4" fmla="*/ 68 w 20"/>
                  <a:gd name="T5" fmla="*/ 60 h 61"/>
                  <a:gd name="T6" fmla="*/ 58 w 20"/>
                  <a:gd name="T7" fmla="*/ 0 h 61"/>
                  <a:gd name="T8" fmla="*/ 46 w 20"/>
                  <a:gd name="T9" fmla="*/ 131 h 61"/>
                  <a:gd name="T10" fmla="*/ 0 w 20"/>
                  <a:gd name="T11" fmla="*/ 261 h 6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0" h="61">
                    <a:moveTo>
                      <a:pt x="0" y="61"/>
                    </a:moveTo>
                    <a:cubicBezTo>
                      <a:pt x="15" y="53"/>
                      <a:pt x="3" y="40"/>
                      <a:pt x="7" y="29"/>
                    </a:cubicBezTo>
                    <a:cubicBezTo>
                      <a:pt x="8" y="24"/>
                      <a:pt x="14" y="21"/>
                      <a:pt x="15" y="14"/>
                    </a:cubicBezTo>
                    <a:cubicBezTo>
                      <a:pt x="16" y="9"/>
                      <a:pt x="13" y="5"/>
                      <a:pt x="13" y="0"/>
                    </a:cubicBezTo>
                    <a:cubicBezTo>
                      <a:pt x="20" y="10"/>
                      <a:pt x="13" y="22"/>
                      <a:pt x="10" y="31"/>
                    </a:cubicBezTo>
                    <a:cubicBezTo>
                      <a:pt x="6" y="45"/>
                      <a:pt x="13" y="52"/>
                      <a:pt x="0" y="61"/>
                    </a:cubicBezTo>
                  </a:path>
                </a:pathLst>
              </a:custGeom>
              <a:solidFill>
                <a:srgbClr val="ECCA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3687" name="Freeform 319">
                <a:extLst>
                  <a:ext uri="{FF2B5EF4-FFF2-40B4-BE49-F238E27FC236}">
                    <a16:creationId xmlns:a16="http://schemas.microsoft.com/office/drawing/2014/main" id="{65FA538D-4CDD-466E-9FC8-3DAD166BE3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3" y="2367"/>
                <a:ext cx="71" cy="21"/>
              </a:xfrm>
              <a:custGeom>
                <a:avLst/>
                <a:gdLst>
                  <a:gd name="T0" fmla="*/ 0 w 44"/>
                  <a:gd name="T1" fmla="*/ 47 h 13"/>
                  <a:gd name="T2" fmla="*/ 186 w 44"/>
                  <a:gd name="T3" fmla="*/ 50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4" h="13">
                    <a:moveTo>
                      <a:pt x="0" y="11"/>
                    </a:moveTo>
                    <a:cubicBezTo>
                      <a:pt x="7" y="0"/>
                      <a:pt x="34" y="13"/>
                      <a:pt x="44" y="12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3688" name="Freeform 320">
                <a:extLst>
                  <a:ext uri="{FF2B5EF4-FFF2-40B4-BE49-F238E27FC236}">
                    <a16:creationId xmlns:a16="http://schemas.microsoft.com/office/drawing/2014/main" id="{F580A46E-4041-49B0-8163-E813745859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7" y="2369"/>
                <a:ext cx="70" cy="9"/>
              </a:xfrm>
              <a:custGeom>
                <a:avLst/>
                <a:gdLst>
                  <a:gd name="T0" fmla="*/ 186 w 43"/>
                  <a:gd name="T1" fmla="*/ 5 h 6"/>
                  <a:gd name="T2" fmla="*/ 96 w 43"/>
                  <a:gd name="T3" fmla="*/ 5 h 6"/>
                  <a:gd name="T4" fmla="*/ 0 w 43"/>
                  <a:gd name="T5" fmla="*/ 12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" h="6">
                    <a:moveTo>
                      <a:pt x="43" y="1"/>
                    </a:moveTo>
                    <a:cubicBezTo>
                      <a:pt x="35" y="0"/>
                      <a:pt x="30" y="0"/>
                      <a:pt x="22" y="1"/>
                    </a:cubicBezTo>
                    <a:cubicBezTo>
                      <a:pt x="17" y="3"/>
                      <a:pt x="5" y="6"/>
                      <a:pt x="0" y="3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3689" name="Freeform 321">
                <a:extLst>
                  <a:ext uri="{FF2B5EF4-FFF2-40B4-BE49-F238E27FC236}">
                    <a16:creationId xmlns:a16="http://schemas.microsoft.com/office/drawing/2014/main" id="{8516C236-477C-4E67-80FA-57BDD392D3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9" y="1455"/>
                <a:ext cx="109" cy="91"/>
              </a:xfrm>
              <a:custGeom>
                <a:avLst/>
                <a:gdLst>
                  <a:gd name="T0" fmla="*/ 288 w 67"/>
                  <a:gd name="T1" fmla="*/ 0 h 56"/>
                  <a:gd name="T2" fmla="*/ 151 w 67"/>
                  <a:gd name="T3" fmla="*/ 198 h 56"/>
                  <a:gd name="T4" fmla="*/ 0 w 67"/>
                  <a:gd name="T5" fmla="*/ 185 h 5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7" h="56">
                    <a:moveTo>
                      <a:pt x="67" y="0"/>
                    </a:moveTo>
                    <a:cubicBezTo>
                      <a:pt x="53" y="4"/>
                      <a:pt x="48" y="37"/>
                      <a:pt x="35" y="46"/>
                    </a:cubicBezTo>
                    <a:cubicBezTo>
                      <a:pt x="21" y="56"/>
                      <a:pt x="13" y="48"/>
                      <a:pt x="0" y="43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3690" name="Freeform 322">
                <a:extLst>
                  <a:ext uri="{FF2B5EF4-FFF2-40B4-BE49-F238E27FC236}">
                    <a16:creationId xmlns:a16="http://schemas.microsoft.com/office/drawing/2014/main" id="{1C5A82A8-E731-4FF9-9CB3-6550512DC7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5" y="1164"/>
                <a:ext cx="40" cy="71"/>
              </a:xfrm>
              <a:custGeom>
                <a:avLst/>
                <a:gdLst>
                  <a:gd name="T0" fmla="*/ 16 w 25"/>
                  <a:gd name="T1" fmla="*/ 0 h 44"/>
                  <a:gd name="T2" fmla="*/ 26 w 25"/>
                  <a:gd name="T3" fmla="*/ 110 h 44"/>
                  <a:gd name="T4" fmla="*/ 102 w 25"/>
                  <a:gd name="T5" fmla="*/ 186 h 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44">
                    <a:moveTo>
                      <a:pt x="4" y="0"/>
                    </a:moveTo>
                    <a:cubicBezTo>
                      <a:pt x="0" y="8"/>
                      <a:pt x="1" y="19"/>
                      <a:pt x="6" y="26"/>
                    </a:cubicBezTo>
                    <a:cubicBezTo>
                      <a:pt x="10" y="34"/>
                      <a:pt x="17" y="43"/>
                      <a:pt x="25" y="44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3691" name="Freeform 323">
                <a:extLst>
                  <a:ext uri="{FF2B5EF4-FFF2-40B4-BE49-F238E27FC236}">
                    <a16:creationId xmlns:a16="http://schemas.microsoft.com/office/drawing/2014/main" id="{733BE5E4-09E9-4F30-8E59-44B4D70677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7" y="1146"/>
                <a:ext cx="19" cy="86"/>
              </a:xfrm>
              <a:custGeom>
                <a:avLst/>
                <a:gdLst>
                  <a:gd name="T0" fmla="*/ 35 w 12"/>
                  <a:gd name="T1" fmla="*/ 0 h 53"/>
                  <a:gd name="T2" fmla="*/ 43 w 12"/>
                  <a:gd name="T3" fmla="*/ 73 h 53"/>
                  <a:gd name="T4" fmla="*/ 40 w 12"/>
                  <a:gd name="T5" fmla="*/ 149 h 53"/>
                  <a:gd name="T6" fmla="*/ 0 w 12"/>
                  <a:gd name="T7" fmla="*/ 221 h 5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53">
                    <a:moveTo>
                      <a:pt x="9" y="0"/>
                    </a:moveTo>
                    <a:cubicBezTo>
                      <a:pt x="9" y="6"/>
                      <a:pt x="11" y="11"/>
                      <a:pt x="11" y="17"/>
                    </a:cubicBezTo>
                    <a:cubicBezTo>
                      <a:pt x="10" y="24"/>
                      <a:pt x="9" y="29"/>
                      <a:pt x="10" y="35"/>
                    </a:cubicBezTo>
                    <a:cubicBezTo>
                      <a:pt x="12" y="45"/>
                      <a:pt x="10" y="53"/>
                      <a:pt x="0" y="52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3692" name="Freeform 324">
                <a:extLst>
                  <a:ext uri="{FF2B5EF4-FFF2-40B4-BE49-F238E27FC236}">
                    <a16:creationId xmlns:a16="http://schemas.microsoft.com/office/drawing/2014/main" id="{7EFEB872-EB89-4B39-ADA7-E175D71432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1" y="3247"/>
                <a:ext cx="37" cy="424"/>
              </a:xfrm>
              <a:custGeom>
                <a:avLst/>
                <a:gdLst>
                  <a:gd name="T0" fmla="*/ 0 w 23"/>
                  <a:gd name="T1" fmla="*/ 0 h 261"/>
                  <a:gd name="T2" fmla="*/ 97 w 23"/>
                  <a:gd name="T3" fmla="*/ 1119 h 261"/>
                  <a:gd name="T4" fmla="*/ 0 w 23"/>
                  <a:gd name="T5" fmla="*/ 0 h 26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261">
                    <a:moveTo>
                      <a:pt x="0" y="0"/>
                    </a:moveTo>
                    <a:cubicBezTo>
                      <a:pt x="0" y="0"/>
                      <a:pt x="12" y="212"/>
                      <a:pt x="23" y="261"/>
                    </a:cubicBezTo>
                    <a:cubicBezTo>
                      <a:pt x="23" y="261"/>
                      <a:pt x="7" y="41"/>
                      <a:pt x="0" y="0"/>
                    </a:cubicBezTo>
                    <a:close/>
                  </a:path>
                </a:pathLst>
              </a:custGeom>
              <a:solidFill>
                <a:srgbClr val="F7F1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3693" name="Freeform 325">
                <a:extLst>
                  <a:ext uri="{FF2B5EF4-FFF2-40B4-BE49-F238E27FC236}">
                    <a16:creationId xmlns:a16="http://schemas.microsoft.com/office/drawing/2014/main" id="{87DFEEA8-35B5-4C39-AA45-D7253F53D8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3" y="3229"/>
                <a:ext cx="42" cy="445"/>
              </a:xfrm>
              <a:custGeom>
                <a:avLst/>
                <a:gdLst>
                  <a:gd name="T0" fmla="*/ 110 w 26"/>
                  <a:gd name="T1" fmla="*/ 0 h 274"/>
                  <a:gd name="T2" fmla="*/ 0 w 26"/>
                  <a:gd name="T3" fmla="*/ 1174 h 274"/>
                  <a:gd name="T4" fmla="*/ 110 w 26"/>
                  <a:gd name="T5" fmla="*/ 0 h 27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274">
                    <a:moveTo>
                      <a:pt x="26" y="0"/>
                    </a:moveTo>
                    <a:cubicBezTo>
                      <a:pt x="26" y="0"/>
                      <a:pt x="25" y="132"/>
                      <a:pt x="0" y="274"/>
                    </a:cubicBezTo>
                    <a:cubicBezTo>
                      <a:pt x="0" y="274"/>
                      <a:pt x="26" y="8"/>
                      <a:pt x="26" y="0"/>
                    </a:cubicBezTo>
                    <a:close/>
                  </a:path>
                </a:pathLst>
              </a:custGeom>
              <a:solidFill>
                <a:srgbClr val="ECCA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3694" name="Freeform 326">
                <a:extLst>
                  <a:ext uri="{FF2B5EF4-FFF2-40B4-BE49-F238E27FC236}">
                    <a16:creationId xmlns:a16="http://schemas.microsoft.com/office/drawing/2014/main" id="{2A0E0369-E39C-467B-B1AC-0A14E466FD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9" y="1127"/>
                <a:ext cx="29" cy="102"/>
              </a:xfrm>
              <a:custGeom>
                <a:avLst/>
                <a:gdLst>
                  <a:gd name="T0" fmla="*/ 60 w 18"/>
                  <a:gd name="T1" fmla="*/ 5 h 63"/>
                  <a:gd name="T2" fmla="*/ 71 w 18"/>
                  <a:gd name="T3" fmla="*/ 97 h 63"/>
                  <a:gd name="T4" fmla="*/ 68 w 18"/>
                  <a:gd name="T5" fmla="*/ 186 h 63"/>
                  <a:gd name="T6" fmla="*/ 55 w 18"/>
                  <a:gd name="T7" fmla="*/ 254 h 63"/>
                  <a:gd name="T8" fmla="*/ 0 w 18"/>
                  <a:gd name="T9" fmla="*/ 267 h 63"/>
                  <a:gd name="T10" fmla="*/ 42 w 18"/>
                  <a:gd name="T11" fmla="*/ 225 h 63"/>
                  <a:gd name="T12" fmla="*/ 63 w 18"/>
                  <a:gd name="T13" fmla="*/ 139 h 63"/>
                  <a:gd name="T14" fmla="*/ 63 w 18"/>
                  <a:gd name="T15" fmla="*/ 63 h 63"/>
                  <a:gd name="T16" fmla="*/ 55 w 18"/>
                  <a:gd name="T17" fmla="*/ 0 h 6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8" h="63">
                    <a:moveTo>
                      <a:pt x="14" y="1"/>
                    </a:moveTo>
                    <a:cubicBezTo>
                      <a:pt x="16" y="9"/>
                      <a:pt x="18" y="15"/>
                      <a:pt x="17" y="23"/>
                    </a:cubicBezTo>
                    <a:cubicBezTo>
                      <a:pt x="17" y="30"/>
                      <a:pt x="16" y="37"/>
                      <a:pt x="16" y="44"/>
                    </a:cubicBezTo>
                    <a:cubicBezTo>
                      <a:pt x="15" y="49"/>
                      <a:pt x="17" y="57"/>
                      <a:pt x="13" y="60"/>
                    </a:cubicBezTo>
                    <a:cubicBezTo>
                      <a:pt x="10" y="62"/>
                      <a:pt x="3" y="63"/>
                      <a:pt x="0" y="63"/>
                    </a:cubicBezTo>
                    <a:cubicBezTo>
                      <a:pt x="4" y="60"/>
                      <a:pt x="8" y="58"/>
                      <a:pt x="10" y="53"/>
                    </a:cubicBezTo>
                    <a:cubicBezTo>
                      <a:pt x="13" y="47"/>
                      <a:pt x="14" y="39"/>
                      <a:pt x="15" y="33"/>
                    </a:cubicBezTo>
                    <a:cubicBezTo>
                      <a:pt x="16" y="27"/>
                      <a:pt x="16" y="21"/>
                      <a:pt x="15" y="15"/>
                    </a:cubicBezTo>
                    <a:cubicBezTo>
                      <a:pt x="15" y="10"/>
                      <a:pt x="13" y="5"/>
                      <a:pt x="13" y="0"/>
                    </a:cubicBezTo>
                  </a:path>
                </a:pathLst>
              </a:custGeom>
              <a:solidFill>
                <a:srgbClr val="ECCA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3695" name="Freeform 327">
                <a:extLst>
                  <a:ext uri="{FF2B5EF4-FFF2-40B4-BE49-F238E27FC236}">
                    <a16:creationId xmlns:a16="http://schemas.microsoft.com/office/drawing/2014/main" id="{ED4CCB37-4026-4BC0-AFD7-30EF2EC8B4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6" y="1141"/>
                <a:ext cx="75" cy="26"/>
              </a:xfrm>
              <a:custGeom>
                <a:avLst/>
                <a:gdLst>
                  <a:gd name="T0" fmla="*/ 5 w 46"/>
                  <a:gd name="T1" fmla="*/ 5 h 16"/>
                  <a:gd name="T2" fmla="*/ 83 w 46"/>
                  <a:gd name="T3" fmla="*/ 60 h 16"/>
                  <a:gd name="T4" fmla="*/ 147 w 46"/>
                  <a:gd name="T5" fmla="*/ 55 h 16"/>
                  <a:gd name="T6" fmla="*/ 178 w 46"/>
                  <a:gd name="T7" fmla="*/ 34 h 16"/>
                  <a:gd name="T8" fmla="*/ 199 w 46"/>
                  <a:gd name="T9" fmla="*/ 0 h 16"/>
                  <a:gd name="T10" fmla="*/ 101 w 46"/>
                  <a:gd name="T11" fmla="*/ 47 h 16"/>
                  <a:gd name="T12" fmla="*/ 0 w 46"/>
                  <a:gd name="T13" fmla="*/ 0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6" h="16">
                    <a:moveTo>
                      <a:pt x="1" y="1"/>
                    </a:moveTo>
                    <a:cubicBezTo>
                      <a:pt x="7" y="7"/>
                      <a:pt x="11" y="12"/>
                      <a:pt x="19" y="14"/>
                    </a:cubicBezTo>
                    <a:cubicBezTo>
                      <a:pt x="24" y="16"/>
                      <a:pt x="29" y="15"/>
                      <a:pt x="34" y="13"/>
                    </a:cubicBezTo>
                    <a:cubicBezTo>
                      <a:pt x="36" y="12"/>
                      <a:pt x="39" y="10"/>
                      <a:pt x="41" y="8"/>
                    </a:cubicBezTo>
                    <a:cubicBezTo>
                      <a:pt x="44" y="6"/>
                      <a:pt x="44" y="3"/>
                      <a:pt x="46" y="0"/>
                    </a:cubicBezTo>
                    <a:cubicBezTo>
                      <a:pt x="38" y="4"/>
                      <a:pt x="32" y="11"/>
                      <a:pt x="23" y="11"/>
                    </a:cubicBezTo>
                    <a:cubicBezTo>
                      <a:pt x="13" y="10"/>
                      <a:pt x="8" y="5"/>
                      <a:pt x="0" y="0"/>
                    </a:cubicBezTo>
                  </a:path>
                </a:pathLst>
              </a:custGeom>
              <a:solidFill>
                <a:srgbClr val="ECCA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3696" name="Freeform 328">
                <a:extLst>
                  <a:ext uri="{FF2B5EF4-FFF2-40B4-BE49-F238E27FC236}">
                    <a16:creationId xmlns:a16="http://schemas.microsoft.com/office/drawing/2014/main" id="{DB2BE92D-23EF-4EF8-B294-B703555BEA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6" y="1138"/>
                <a:ext cx="69" cy="52"/>
              </a:xfrm>
              <a:custGeom>
                <a:avLst/>
                <a:gdLst>
                  <a:gd name="T0" fmla="*/ 5 w 42"/>
                  <a:gd name="T1" fmla="*/ 0 h 32"/>
                  <a:gd name="T2" fmla="*/ 102 w 42"/>
                  <a:gd name="T3" fmla="*/ 96 h 32"/>
                  <a:gd name="T4" fmla="*/ 186 w 42"/>
                  <a:gd name="T5" fmla="*/ 81 h 32"/>
                  <a:gd name="T6" fmla="*/ 67 w 42"/>
                  <a:gd name="T7" fmla="*/ 111 h 32"/>
                  <a:gd name="T8" fmla="*/ 0 w 42"/>
                  <a:gd name="T9" fmla="*/ 0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2" h="32">
                    <a:moveTo>
                      <a:pt x="1" y="0"/>
                    </a:moveTo>
                    <a:cubicBezTo>
                      <a:pt x="4" y="9"/>
                      <a:pt x="14" y="20"/>
                      <a:pt x="23" y="22"/>
                    </a:cubicBezTo>
                    <a:cubicBezTo>
                      <a:pt x="28" y="24"/>
                      <a:pt x="39" y="24"/>
                      <a:pt x="42" y="19"/>
                    </a:cubicBezTo>
                    <a:cubicBezTo>
                      <a:pt x="37" y="28"/>
                      <a:pt x="23" y="32"/>
                      <a:pt x="15" y="26"/>
                    </a:cubicBezTo>
                    <a:cubicBezTo>
                      <a:pt x="7" y="20"/>
                      <a:pt x="4" y="9"/>
                      <a:pt x="0" y="0"/>
                    </a:cubicBezTo>
                  </a:path>
                </a:pathLst>
              </a:custGeom>
              <a:solidFill>
                <a:srgbClr val="ECCA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3697" name="Freeform 329">
                <a:extLst>
                  <a:ext uri="{FF2B5EF4-FFF2-40B4-BE49-F238E27FC236}">
                    <a16:creationId xmlns:a16="http://schemas.microsoft.com/office/drawing/2014/main" id="{6DCAEF76-2E4B-46D6-84DA-AB016114FD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8" y="1122"/>
                <a:ext cx="26" cy="104"/>
              </a:xfrm>
              <a:custGeom>
                <a:avLst/>
                <a:gdLst>
                  <a:gd name="T0" fmla="*/ 63 w 16"/>
                  <a:gd name="T1" fmla="*/ 0 h 64"/>
                  <a:gd name="T2" fmla="*/ 26 w 16"/>
                  <a:gd name="T3" fmla="*/ 75 h 64"/>
                  <a:gd name="T4" fmla="*/ 5 w 16"/>
                  <a:gd name="T5" fmla="*/ 138 h 64"/>
                  <a:gd name="T6" fmla="*/ 68 w 16"/>
                  <a:gd name="T7" fmla="*/ 275 h 64"/>
                  <a:gd name="T8" fmla="*/ 21 w 16"/>
                  <a:gd name="T9" fmla="*/ 122 h 64"/>
                  <a:gd name="T10" fmla="*/ 47 w 16"/>
                  <a:gd name="T11" fmla="*/ 54 h 64"/>
                  <a:gd name="T12" fmla="*/ 63 w 16"/>
                  <a:gd name="T13" fmla="*/ 5 h 6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64">
                    <a:moveTo>
                      <a:pt x="15" y="0"/>
                    </a:moveTo>
                    <a:cubicBezTo>
                      <a:pt x="11" y="5"/>
                      <a:pt x="9" y="12"/>
                      <a:pt x="6" y="17"/>
                    </a:cubicBezTo>
                    <a:cubicBezTo>
                      <a:pt x="4" y="22"/>
                      <a:pt x="2" y="27"/>
                      <a:pt x="1" y="32"/>
                    </a:cubicBezTo>
                    <a:cubicBezTo>
                      <a:pt x="0" y="46"/>
                      <a:pt x="6" y="56"/>
                      <a:pt x="16" y="64"/>
                    </a:cubicBezTo>
                    <a:cubicBezTo>
                      <a:pt x="7" y="54"/>
                      <a:pt x="3" y="42"/>
                      <a:pt x="5" y="28"/>
                    </a:cubicBezTo>
                    <a:cubicBezTo>
                      <a:pt x="6" y="22"/>
                      <a:pt x="9" y="17"/>
                      <a:pt x="11" y="12"/>
                    </a:cubicBezTo>
                    <a:cubicBezTo>
                      <a:pt x="12" y="9"/>
                      <a:pt x="13" y="4"/>
                      <a:pt x="15" y="1"/>
                    </a:cubicBezTo>
                  </a:path>
                </a:pathLst>
              </a:custGeom>
              <a:solidFill>
                <a:srgbClr val="ECCA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3698" name="Freeform 330">
                <a:extLst>
                  <a:ext uri="{FF2B5EF4-FFF2-40B4-BE49-F238E27FC236}">
                    <a16:creationId xmlns:a16="http://schemas.microsoft.com/office/drawing/2014/main" id="{C47A9315-3446-4FCB-AC14-DEEBE8D372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7" y="1205"/>
                <a:ext cx="14" cy="55"/>
              </a:xfrm>
              <a:custGeom>
                <a:avLst/>
                <a:gdLst>
                  <a:gd name="T0" fmla="*/ 26 w 9"/>
                  <a:gd name="T1" fmla="*/ 0 h 34"/>
                  <a:gd name="T2" fmla="*/ 5 w 9"/>
                  <a:gd name="T3" fmla="*/ 84 h 34"/>
                  <a:gd name="T4" fmla="*/ 8 w 9"/>
                  <a:gd name="T5" fmla="*/ 128 h 34"/>
                  <a:gd name="T6" fmla="*/ 34 w 9"/>
                  <a:gd name="T7" fmla="*/ 131 h 34"/>
                  <a:gd name="T8" fmla="*/ 14 w 9"/>
                  <a:gd name="T9" fmla="*/ 81 h 34"/>
                  <a:gd name="T10" fmla="*/ 26 w 9"/>
                  <a:gd name="T11" fmla="*/ 8 h 3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" h="34">
                    <a:moveTo>
                      <a:pt x="7" y="0"/>
                    </a:moveTo>
                    <a:cubicBezTo>
                      <a:pt x="6" y="7"/>
                      <a:pt x="3" y="13"/>
                      <a:pt x="1" y="20"/>
                    </a:cubicBezTo>
                    <a:cubicBezTo>
                      <a:pt x="1" y="23"/>
                      <a:pt x="0" y="27"/>
                      <a:pt x="2" y="30"/>
                    </a:cubicBezTo>
                    <a:cubicBezTo>
                      <a:pt x="3" y="33"/>
                      <a:pt x="8" y="34"/>
                      <a:pt x="9" y="31"/>
                    </a:cubicBezTo>
                    <a:cubicBezTo>
                      <a:pt x="3" y="30"/>
                      <a:pt x="3" y="26"/>
                      <a:pt x="4" y="19"/>
                    </a:cubicBezTo>
                    <a:cubicBezTo>
                      <a:pt x="5" y="14"/>
                      <a:pt x="5" y="7"/>
                      <a:pt x="7" y="2"/>
                    </a:cubicBezTo>
                  </a:path>
                </a:pathLst>
              </a:custGeom>
              <a:solidFill>
                <a:srgbClr val="ECCA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3699" name="Freeform 331">
                <a:extLst>
                  <a:ext uri="{FF2B5EF4-FFF2-40B4-BE49-F238E27FC236}">
                    <a16:creationId xmlns:a16="http://schemas.microsoft.com/office/drawing/2014/main" id="{E5D1C375-C9D8-4096-88AA-18351CF73B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8" y="1209"/>
                <a:ext cx="20" cy="51"/>
              </a:xfrm>
              <a:custGeom>
                <a:avLst/>
                <a:gdLst>
                  <a:gd name="T0" fmla="*/ 33 w 12"/>
                  <a:gd name="T1" fmla="*/ 0 h 31"/>
                  <a:gd name="T2" fmla="*/ 47 w 12"/>
                  <a:gd name="T3" fmla="*/ 104 h 31"/>
                  <a:gd name="T4" fmla="*/ 0 w 12"/>
                  <a:gd name="T5" fmla="*/ 104 h 31"/>
                  <a:gd name="T6" fmla="*/ 28 w 12"/>
                  <a:gd name="T7" fmla="*/ 104 h 31"/>
                  <a:gd name="T8" fmla="*/ 33 w 12"/>
                  <a:gd name="T9" fmla="*/ 67 h 31"/>
                  <a:gd name="T10" fmla="*/ 28 w 12"/>
                  <a:gd name="T11" fmla="*/ 5 h 3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31">
                    <a:moveTo>
                      <a:pt x="7" y="0"/>
                    </a:moveTo>
                    <a:cubicBezTo>
                      <a:pt x="9" y="7"/>
                      <a:pt x="12" y="16"/>
                      <a:pt x="10" y="23"/>
                    </a:cubicBezTo>
                    <a:cubicBezTo>
                      <a:pt x="9" y="31"/>
                      <a:pt x="3" y="26"/>
                      <a:pt x="0" y="23"/>
                    </a:cubicBezTo>
                    <a:cubicBezTo>
                      <a:pt x="2" y="23"/>
                      <a:pt x="5" y="24"/>
                      <a:pt x="6" y="23"/>
                    </a:cubicBezTo>
                    <a:cubicBezTo>
                      <a:pt x="8" y="21"/>
                      <a:pt x="7" y="17"/>
                      <a:pt x="7" y="15"/>
                    </a:cubicBezTo>
                    <a:cubicBezTo>
                      <a:pt x="7" y="11"/>
                      <a:pt x="7" y="6"/>
                      <a:pt x="6" y="1"/>
                    </a:cubicBezTo>
                  </a:path>
                </a:pathLst>
              </a:custGeom>
              <a:solidFill>
                <a:srgbClr val="ECCA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3700" name="Freeform 332">
                <a:extLst>
                  <a:ext uri="{FF2B5EF4-FFF2-40B4-BE49-F238E27FC236}">
                    <a16:creationId xmlns:a16="http://schemas.microsoft.com/office/drawing/2014/main" id="{3F634141-94E4-402B-B54B-BED924D36E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6" y="1502"/>
                <a:ext cx="70" cy="44"/>
              </a:xfrm>
              <a:custGeom>
                <a:avLst/>
                <a:gdLst>
                  <a:gd name="T0" fmla="*/ 0 w 43"/>
                  <a:gd name="T1" fmla="*/ 5 h 27"/>
                  <a:gd name="T2" fmla="*/ 186 w 43"/>
                  <a:gd name="T3" fmla="*/ 68 h 27"/>
                  <a:gd name="T4" fmla="*/ 81 w 43"/>
                  <a:gd name="T5" fmla="*/ 29 h 27"/>
                  <a:gd name="T6" fmla="*/ 0 w 43"/>
                  <a:gd name="T7" fmla="*/ 0 h 2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3" h="27">
                    <a:moveTo>
                      <a:pt x="0" y="1"/>
                    </a:moveTo>
                    <a:cubicBezTo>
                      <a:pt x="6" y="0"/>
                      <a:pt x="39" y="27"/>
                      <a:pt x="43" y="16"/>
                    </a:cubicBezTo>
                    <a:cubicBezTo>
                      <a:pt x="34" y="16"/>
                      <a:pt x="26" y="10"/>
                      <a:pt x="19" y="7"/>
                    </a:cubicBezTo>
                    <a:cubicBezTo>
                      <a:pt x="13" y="4"/>
                      <a:pt x="6" y="3"/>
                      <a:pt x="0" y="0"/>
                    </a:cubicBezTo>
                  </a:path>
                </a:pathLst>
              </a:custGeom>
              <a:solidFill>
                <a:srgbClr val="ECCA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3701" name="Freeform 333">
                <a:extLst>
                  <a:ext uri="{FF2B5EF4-FFF2-40B4-BE49-F238E27FC236}">
                    <a16:creationId xmlns:a16="http://schemas.microsoft.com/office/drawing/2014/main" id="{EC0344D8-975B-4904-9958-38B0463BEF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2" y="1718"/>
                <a:ext cx="74" cy="158"/>
              </a:xfrm>
              <a:custGeom>
                <a:avLst/>
                <a:gdLst>
                  <a:gd name="T0" fmla="*/ 201 w 45"/>
                  <a:gd name="T1" fmla="*/ 111 h 97"/>
                  <a:gd name="T2" fmla="*/ 84 w 45"/>
                  <a:gd name="T3" fmla="*/ 96 h 97"/>
                  <a:gd name="T4" fmla="*/ 8 w 45"/>
                  <a:gd name="T5" fmla="*/ 0 h 97"/>
                  <a:gd name="T6" fmla="*/ 0 w 45"/>
                  <a:gd name="T7" fmla="*/ 225 h 97"/>
                  <a:gd name="T8" fmla="*/ 8 w 45"/>
                  <a:gd name="T9" fmla="*/ 419 h 97"/>
                  <a:gd name="T10" fmla="*/ 8 w 45"/>
                  <a:gd name="T11" fmla="*/ 308 h 97"/>
                  <a:gd name="T12" fmla="*/ 13 w 45"/>
                  <a:gd name="T13" fmla="*/ 186 h 97"/>
                  <a:gd name="T14" fmla="*/ 67 w 45"/>
                  <a:gd name="T15" fmla="*/ 122 h 97"/>
                  <a:gd name="T16" fmla="*/ 186 w 45"/>
                  <a:gd name="T17" fmla="*/ 109 h 9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5" h="97">
                    <a:moveTo>
                      <a:pt x="45" y="26"/>
                    </a:moveTo>
                    <a:cubicBezTo>
                      <a:pt x="37" y="25"/>
                      <a:pt x="27" y="24"/>
                      <a:pt x="19" y="22"/>
                    </a:cubicBezTo>
                    <a:cubicBezTo>
                      <a:pt x="10" y="19"/>
                      <a:pt x="6" y="9"/>
                      <a:pt x="2" y="0"/>
                    </a:cubicBezTo>
                    <a:cubicBezTo>
                      <a:pt x="3" y="17"/>
                      <a:pt x="0" y="34"/>
                      <a:pt x="0" y="52"/>
                    </a:cubicBezTo>
                    <a:cubicBezTo>
                      <a:pt x="0" y="67"/>
                      <a:pt x="2" y="82"/>
                      <a:pt x="2" y="97"/>
                    </a:cubicBezTo>
                    <a:cubicBezTo>
                      <a:pt x="0" y="89"/>
                      <a:pt x="2" y="79"/>
                      <a:pt x="2" y="71"/>
                    </a:cubicBezTo>
                    <a:cubicBezTo>
                      <a:pt x="3" y="62"/>
                      <a:pt x="3" y="53"/>
                      <a:pt x="3" y="43"/>
                    </a:cubicBezTo>
                    <a:cubicBezTo>
                      <a:pt x="4" y="35"/>
                      <a:pt x="6" y="26"/>
                      <a:pt x="15" y="28"/>
                    </a:cubicBezTo>
                    <a:cubicBezTo>
                      <a:pt x="25" y="30"/>
                      <a:pt x="33" y="30"/>
                      <a:pt x="42" y="25"/>
                    </a:cubicBezTo>
                  </a:path>
                </a:pathLst>
              </a:custGeom>
              <a:solidFill>
                <a:srgbClr val="F7F1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3702" name="Freeform 334">
                <a:extLst>
                  <a:ext uri="{FF2B5EF4-FFF2-40B4-BE49-F238E27FC236}">
                    <a16:creationId xmlns:a16="http://schemas.microsoft.com/office/drawing/2014/main" id="{D89FF09A-6EA4-4D9A-9C50-109E21BBD7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7" y="1733"/>
                <a:ext cx="97" cy="141"/>
              </a:xfrm>
              <a:custGeom>
                <a:avLst/>
                <a:gdLst>
                  <a:gd name="T0" fmla="*/ 0 w 59"/>
                  <a:gd name="T1" fmla="*/ 68 h 87"/>
                  <a:gd name="T2" fmla="*/ 58 w 59"/>
                  <a:gd name="T3" fmla="*/ 84 h 87"/>
                  <a:gd name="T4" fmla="*/ 164 w 59"/>
                  <a:gd name="T5" fmla="*/ 68 h 87"/>
                  <a:gd name="T6" fmla="*/ 256 w 59"/>
                  <a:gd name="T7" fmla="*/ 0 h 87"/>
                  <a:gd name="T8" fmla="*/ 248 w 59"/>
                  <a:gd name="T9" fmla="*/ 198 h 87"/>
                  <a:gd name="T10" fmla="*/ 243 w 59"/>
                  <a:gd name="T11" fmla="*/ 371 h 87"/>
                  <a:gd name="T12" fmla="*/ 240 w 59"/>
                  <a:gd name="T13" fmla="*/ 267 h 87"/>
                  <a:gd name="T14" fmla="*/ 227 w 59"/>
                  <a:gd name="T15" fmla="*/ 170 h 87"/>
                  <a:gd name="T16" fmla="*/ 227 w 59"/>
                  <a:gd name="T17" fmla="*/ 102 h 87"/>
                  <a:gd name="T18" fmla="*/ 209 w 59"/>
                  <a:gd name="T19" fmla="*/ 84 h 87"/>
                  <a:gd name="T20" fmla="*/ 164 w 59"/>
                  <a:gd name="T21" fmla="*/ 107 h 87"/>
                  <a:gd name="T22" fmla="*/ 97 w 59"/>
                  <a:gd name="T23" fmla="*/ 102 h 87"/>
                  <a:gd name="T24" fmla="*/ 8 w 59"/>
                  <a:gd name="T25" fmla="*/ 84 h 87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59" h="87">
                    <a:moveTo>
                      <a:pt x="0" y="16"/>
                    </a:moveTo>
                    <a:cubicBezTo>
                      <a:pt x="5" y="15"/>
                      <a:pt x="9" y="19"/>
                      <a:pt x="13" y="20"/>
                    </a:cubicBezTo>
                    <a:cubicBezTo>
                      <a:pt x="22" y="22"/>
                      <a:pt x="29" y="19"/>
                      <a:pt x="37" y="16"/>
                    </a:cubicBezTo>
                    <a:cubicBezTo>
                      <a:pt x="45" y="12"/>
                      <a:pt x="50" y="5"/>
                      <a:pt x="58" y="0"/>
                    </a:cubicBezTo>
                    <a:cubicBezTo>
                      <a:pt x="59" y="15"/>
                      <a:pt x="57" y="31"/>
                      <a:pt x="56" y="46"/>
                    </a:cubicBezTo>
                    <a:cubicBezTo>
                      <a:pt x="56" y="60"/>
                      <a:pt x="55" y="73"/>
                      <a:pt x="55" y="87"/>
                    </a:cubicBezTo>
                    <a:cubicBezTo>
                      <a:pt x="52" y="81"/>
                      <a:pt x="54" y="70"/>
                      <a:pt x="54" y="63"/>
                    </a:cubicBezTo>
                    <a:cubicBezTo>
                      <a:pt x="53" y="56"/>
                      <a:pt x="51" y="48"/>
                      <a:pt x="51" y="40"/>
                    </a:cubicBezTo>
                    <a:cubicBezTo>
                      <a:pt x="51" y="34"/>
                      <a:pt x="52" y="29"/>
                      <a:pt x="51" y="24"/>
                    </a:cubicBezTo>
                    <a:cubicBezTo>
                      <a:pt x="50" y="19"/>
                      <a:pt x="50" y="19"/>
                      <a:pt x="47" y="20"/>
                    </a:cubicBezTo>
                    <a:cubicBezTo>
                      <a:pt x="44" y="20"/>
                      <a:pt x="40" y="24"/>
                      <a:pt x="37" y="25"/>
                    </a:cubicBezTo>
                    <a:cubicBezTo>
                      <a:pt x="32" y="26"/>
                      <a:pt x="26" y="24"/>
                      <a:pt x="22" y="24"/>
                    </a:cubicBezTo>
                    <a:cubicBezTo>
                      <a:pt x="15" y="24"/>
                      <a:pt x="8" y="22"/>
                      <a:pt x="2" y="20"/>
                    </a:cubicBezTo>
                  </a:path>
                </a:pathLst>
              </a:custGeom>
              <a:solidFill>
                <a:srgbClr val="ECCA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3703" name="Freeform 335">
                <a:extLst>
                  <a:ext uri="{FF2B5EF4-FFF2-40B4-BE49-F238E27FC236}">
                    <a16:creationId xmlns:a16="http://schemas.microsoft.com/office/drawing/2014/main" id="{A2DAC93E-11ED-4C9A-8514-8F0DC26CC7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0" y="1720"/>
                <a:ext cx="66" cy="39"/>
              </a:xfrm>
              <a:custGeom>
                <a:avLst/>
                <a:gdLst>
                  <a:gd name="T0" fmla="*/ 5 w 40"/>
                  <a:gd name="T1" fmla="*/ 98 h 24"/>
                  <a:gd name="T2" fmla="*/ 117 w 40"/>
                  <a:gd name="T3" fmla="*/ 55 h 24"/>
                  <a:gd name="T4" fmla="*/ 180 w 40"/>
                  <a:gd name="T5" fmla="*/ 0 h 24"/>
                  <a:gd name="T6" fmla="*/ 96 w 40"/>
                  <a:gd name="T7" fmla="*/ 75 h 24"/>
                  <a:gd name="T8" fmla="*/ 0 w 40"/>
                  <a:gd name="T9" fmla="*/ 102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0" h="24">
                    <a:moveTo>
                      <a:pt x="1" y="23"/>
                    </a:moveTo>
                    <a:cubicBezTo>
                      <a:pt x="6" y="17"/>
                      <a:pt x="19" y="19"/>
                      <a:pt x="26" y="13"/>
                    </a:cubicBezTo>
                    <a:cubicBezTo>
                      <a:pt x="31" y="9"/>
                      <a:pt x="34" y="3"/>
                      <a:pt x="40" y="0"/>
                    </a:cubicBezTo>
                    <a:cubicBezTo>
                      <a:pt x="33" y="6"/>
                      <a:pt x="29" y="13"/>
                      <a:pt x="21" y="17"/>
                    </a:cubicBezTo>
                    <a:cubicBezTo>
                      <a:pt x="15" y="19"/>
                      <a:pt x="7" y="23"/>
                      <a:pt x="0" y="24"/>
                    </a:cubicBezTo>
                  </a:path>
                </a:pathLst>
              </a:custGeom>
              <a:solidFill>
                <a:srgbClr val="ECCA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3704" name="Freeform 336">
                <a:extLst>
                  <a:ext uri="{FF2B5EF4-FFF2-40B4-BE49-F238E27FC236}">
                    <a16:creationId xmlns:a16="http://schemas.microsoft.com/office/drawing/2014/main" id="{8F5216FD-8062-4492-90F5-8669E65642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4" y="1752"/>
                <a:ext cx="50" cy="31"/>
              </a:xfrm>
              <a:custGeom>
                <a:avLst/>
                <a:gdLst>
                  <a:gd name="T0" fmla="*/ 131 w 31"/>
                  <a:gd name="T1" fmla="*/ 5 h 19"/>
                  <a:gd name="T2" fmla="*/ 84 w 31"/>
                  <a:gd name="T3" fmla="*/ 26 h 19"/>
                  <a:gd name="T4" fmla="*/ 0 w 31"/>
                  <a:gd name="T5" fmla="*/ 83 h 19"/>
                  <a:gd name="T6" fmla="*/ 124 w 31"/>
                  <a:gd name="T7" fmla="*/ 18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1" h="19">
                    <a:moveTo>
                      <a:pt x="31" y="1"/>
                    </a:moveTo>
                    <a:cubicBezTo>
                      <a:pt x="27" y="0"/>
                      <a:pt x="24" y="4"/>
                      <a:pt x="20" y="6"/>
                    </a:cubicBezTo>
                    <a:cubicBezTo>
                      <a:pt x="12" y="9"/>
                      <a:pt x="5" y="12"/>
                      <a:pt x="0" y="19"/>
                    </a:cubicBezTo>
                    <a:cubicBezTo>
                      <a:pt x="9" y="16"/>
                      <a:pt x="21" y="9"/>
                      <a:pt x="30" y="4"/>
                    </a:cubicBezTo>
                  </a:path>
                </a:pathLst>
              </a:custGeom>
              <a:solidFill>
                <a:srgbClr val="ECCA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3705" name="Freeform 337">
                <a:extLst>
                  <a:ext uri="{FF2B5EF4-FFF2-40B4-BE49-F238E27FC236}">
                    <a16:creationId xmlns:a16="http://schemas.microsoft.com/office/drawing/2014/main" id="{F9CBF855-28D3-47BD-9194-539C0644A6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0" y="1733"/>
                <a:ext cx="55" cy="52"/>
              </a:xfrm>
              <a:custGeom>
                <a:avLst/>
                <a:gdLst>
                  <a:gd name="T0" fmla="*/ 8 w 34"/>
                  <a:gd name="T1" fmla="*/ 18 h 32"/>
                  <a:gd name="T2" fmla="*/ 63 w 34"/>
                  <a:gd name="T3" fmla="*/ 88 h 32"/>
                  <a:gd name="T4" fmla="*/ 144 w 34"/>
                  <a:gd name="T5" fmla="*/ 138 h 32"/>
                  <a:gd name="T6" fmla="*/ 68 w 34"/>
                  <a:gd name="T7" fmla="*/ 81 h 32"/>
                  <a:gd name="T8" fmla="*/ 0 w 34"/>
                  <a:gd name="T9" fmla="*/ 8 h 32"/>
                  <a:gd name="T10" fmla="*/ 5 w 34"/>
                  <a:gd name="T11" fmla="*/ 8 h 3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4" h="32">
                    <a:moveTo>
                      <a:pt x="2" y="4"/>
                    </a:moveTo>
                    <a:cubicBezTo>
                      <a:pt x="5" y="10"/>
                      <a:pt x="12" y="15"/>
                      <a:pt x="15" y="20"/>
                    </a:cubicBezTo>
                    <a:cubicBezTo>
                      <a:pt x="20" y="27"/>
                      <a:pt x="25" y="31"/>
                      <a:pt x="34" y="32"/>
                    </a:cubicBezTo>
                    <a:cubicBezTo>
                      <a:pt x="27" y="30"/>
                      <a:pt x="20" y="24"/>
                      <a:pt x="16" y="19"/>
                    </a:cubicBezTo>
                    <a:cubicBezTo>
                      <a:pt x="12" y="13"/>
                      <a:pt x="3" y="8"/>
                      <a:pt x="0" y="2"/>
                    </a:cubicBezTo>
                    <a:cubicBezTo>
                      <a:pt x="0" y="0"/>
                      <a:pt x="1" y="2"/>
                      <a:pt x="1" y="2"/>
                    </a:cubicBezTo>
                  </a:path>
                </a:pathLst>
              </a:custGeom>
              <a:solidFill>
                <a:srgbClr val="ECCA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3706" name="Freeform 338">
                <a:extLst>
                  <a:ext uri="{FF2B5EF4-FFF2-40B4-BE49-F238E27FC236}">
                    <a16:creationId xmlns:a16="http://schemas.microsoft.com/office/drawing/2014/main" id="{A75E8A41-11BC-4534-90F8-A1ED26CA27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0" y="1515"/>
                <a:ext cx="26" cy="179"/>
              </a:xfrm>
              <a:custGeom>
                <a:avLst/>
                <a:gdLst>
                  <a:gd name="T0" fmla="*/ 68 w 16"/>
                  <a:gd name="T1" fmla="*/ 0 h 110"/>
                  <a:gd name="T2" fmla="*/ 21 w 16"/>
                  <a:gd name="T3" fmla="*/ 238 h 110"/>
                  <a:gd name="T4" fmla="*/ 26 w 16"/>
                  <a:gd name="T5" fmla="*/ 345 h 110"/>
                  <a:gd name="T6" fmla="*/ 0 w 16"/>
                  <a:gd name="T7" fmla="*/ 474 h 110"/>
                  <a:gd name="T8" fmla="*/ 13 w 16"/>
                  <a:gd name="T9" fmla="*/ 317 h 110"/>
                  <a:gd name="T10" fmla="*/ 13 w 16"/>
                  <a:gd name="T11" fmla="*/ 220 h 110"/>
                  <a:gd name="T12" fmla="*/ 60 w 16"/>
                  <a:gd name="T13" fmla="*/ 13 h 1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110">
                    <a:moveTo>
                      <a:pt x="16" y="0"/>
                    </a:moveTo>
                    <a:cubicBezTo>
                      <a:pt x="10" y="18"/>
                      <a:pt x="5" y="36"/>
                      <a:pt x="5" y="55"/>
                    </a:cubicBezTo>
                    <a:cubicBezTo>
                      <a:pt x="5" y="63"/>
                      <a:pt x="7" y="72"/>
                      <a:pt x="6" y="80"/>
                    </a:cubicBezTo>
                    <a:cubicBezTo>
                      <a:pt x="5" y="90"/>
                      <a:pt x="2" y="100"/>
                      <a:pt x="0" y="110"/>
                    </a:cubicBezTo>
                    <a:cubicBezTo>
                      <a:pt x="0" y="98"/>
                      <a:pt x="4" y="86"/>
                      <a:pt x="3" y="74"/>
                    </a:cubicBezTo>
                    <a:cubicBezTo>
                      <a:pt x="3" y="66"/>
                      <a:pt x="2" y="59"/>
                      <a:pt x="3" y="51"/>
                    </a:cubicBezTo>
                    <a:cubicBezTo>
                      <a:pt x="3" y="34"/>
                      <a:pt x="8" y="18"/>
                      <a:pt x="14" y="3"/>
                    </a:cubicBezTo>
                  </a:path>
                </a:pathLst>
              </a:custGeom>
              <a:solidFill>
                <a:srgbClr val="ECCA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3707" name="Freeform 339">
                <a:extLst>
                  <a:ext uri="{FF2B5EF4-FFF2-40B4-BE49-F238E27FC236}">
                    <a16:creationId xmlns:a16="http://schemas.microsoft.com/office/drawing/2014/main" id="{97D39C7C-8EEF-4F50-85F7-B3425BC524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6" y="1455"/>
                <a:ext cx="68" cy="115"/>
              </a:xfrm>
              <a:custGeom>
                <a:avLst/>
                <a:gdLst>
                  <a:gd name="T0" fmla="*/ 170 w 42"/>
                  <a:gd name="T1" fmla="*/ 0 h 71"/>
                  <a:gd name="T2" fmla="*/ 105 w 42"/>
                  <a:gd name="T3" fmla="*/ 183 h 71"/>
                  <a:gd name="T4" fmla="*/ 16 w 42"/>
                  <a:gd name="T5" fmla="*/ 301 h 71"/>
                  <a:gd name="T6" fmla="*/ 105 w 42"/>
                  <a:gd name="T7" fmla="*/ 157 h 71"/>
                  <a:gd name="T8" fmla="*/ 170 w 42"/>
                  <a:gd name="T9" fmla="*/ 8 h 7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2" h="71">
                    <a:moveTo>
                      <a:pt x="40" y="0"/>
                    </a:moveTo>
                    <a:cubicBezTo>
                      <a:pt x="40" y="16"/>
                      <a:pt x="36" y="31"/>
                      <a:pt x="25" y="43"/>
                    </a:cubicBezTo>
                    <a:cubicBezTo>
                      <a:pt x="16" y="53"/>
                      <a:pt x="6" y="57"/>
                      <a:pt x="4" y="71"/>
                    </a:cubicBezTo>
                    <a:cubicBezTo>
                      <a:pt x="0" y="56"/>
                      <a:pt x="17" y="46"/>
                      <a:pt x="25" y="37"/>
                    </a:cubicBezTo>
                    <a:cubicBezTo>
                      <a:pt x="33" y="27"/>
                      <a:pt x="42" y="15"/>
                      <a:pt x="40" y="2"/>
                    </a:cubicBezTo>
                  </a:path>
                </a:pathLst>
              </a:custGeom>
              <a:solidFill>
                <a:srgbClr val="ECCA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3708" name="Freeform 340">
                <a:extLst>
                  <a:ext uri="{FF2B5EF4-FFF2-40B4-BE49-F238E27FC236}">
                    <a16:creationId xmlns:a16="http://schemas.microsoft.com/office/drawing/2014/main" id="{2DCA2AF1-9AFF-4F5F-BD79-532EACB846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6" y="1484"/>
                <a:ext cx="89" cy="163"/>
              </a:xfrm>
              <a:custGeom>
                <a:avLst/>
                <a:gdLst>
                  <a:gd name="T0" fmla="*/ 0 w 55"/>
                  <a:gd name="T1" fmla="*/ 0 h 100"/>
                  <a:gd name="T2" fmla="*/ 144 w 55"/>
                  <a:gd name="T3" fmla="*/ 220 h 100"/>
                  <a:gd name="T4" fmla="*/ 183 w 55"/>
                  <a:gd name="T5" fmla="*/ 342 h 100"/>
                  <a:gd name="T6" fmla="*/ 233 w 55"/>
                  <a:gd name="T7" fmla="*/ 434 h 100"/>
                  <a:gd name="T8" fmla="*/ 131 w 55"/>
                  <a:gd name="T9" fmla="*/ 227 h 100"/>
                  <a:gd name="T10" fmla="*/ 76 w 55"/>
                  <a:gd name="T11" fmla="*/ 147 h 100"/>
                  <a:gd name="T12" fmla="*/ 21 w 55"/>
                  <a:gd name="T13" fmla="*/ 21 h 10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5" h="100">
                    <a:moveTo>
                      <a:pt x="0" y="0"/>
                    </a:moveTo>
                    <a:cubicBezTo>
                      <a:pt x="1" y="22"/>
                      <a:pt x="24" y="34"/>
                      <a:pt x="34" y="51"/>
                    </a:cubicBezTo>
                    <a:cubicBezTo>
                      <a:pt x="38" y="60"/>
                      <a:pt x="39" y="70"/>
                      <a:pt x="43" y="79"/>
                    </a:cubicBezTo>
                    <a:cubicBezTo>
                      <a:pt x="47" y="86"/>
                      <a:pt x="51" y="94"/>
                      <a:pt x="55" y="100"/>
                    </a:cubicBezTo>
                    <a:cubicBezTo>
                      <a:pt x="37" y="89"/>
                      <a:pt x="39" y="68"/>
                      <a:pt x="31" y="52"/>
                    </a:cubicBezTo>
                    <a:cubicBezTo>
                      <a:pt x="28" y="46"/>
                      <a:pt x="22" y="40"/>
                      <a:pt x="18" y="34"/>
                    </a:cubicBezTo>
                    <a:cubicBezTo>
                      <a:pt x="11" y="25"/>
                      <a:pt x="9" y="16"/>
                      <a:pt x="5" y="5"/>
                    </a:cubicBezTo>
                  </a:path>
                </a:pathLst>
              </a:custGeom>
              <a:solidFill>
                <a:srgbClr val="ECCA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3709" name="Freeform 341">
                <a:extLst>
                  <a:ext uri="{FF2B5EF4-FFF2-40B4-BE49-F238E27FC236}">
                    <a16:creationId xmlns:a16="http://schemas.microsoft.com/office/drawing/2014/main" id="{722ABD18-B0E3-4F18-9A5C-59178F0461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5" y="1574"/>
                <a:ext cx="33" cy="148"/>
              </a:xfrm>
              <a:custGeom>
                <a:avLst/>
                <a:gdLst>
                  <a:gd name="T0" fmla="*/ 0 w 20"/>
                  <a:gd name="T1" fmla="*/ 0 h 91"/>
                  <a:gd name="T2" fmla="*/ 54 w 20"/>
                  <a:gd name="T3" fmla="*/ 102 h 91"/>
                  <a:gd name="T4" fmla="*/ 54 w 20"/>
                  <a:gd name="T5" fmla="*/ 202 h 91"/>
                  <a:gd name="T6" fmla="*/ 89 w 20"/>
                  <a:gd name="T7" fmla="*/ 392 h 91"/>
                  <a:gd name="T8" fmla="*/ 50 w 20"/>
                  <a:gd name="T9" fmla="*/ 185 h 91"/>
                  <a:gd name="T10" fmla="*/ 50 w 20"/>
                  <a:gd name="T11" fmla="*/ 98 h 91"/>
                  <a:gd name="T12" fmla="*/ 8 w 20"/>
                  <a:gd name="T13" fmla="*/ 21 h 9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" h="91">
                    <a:moveTo>
                      <a:pt x="0" y="0"/>
                    </a:moveTo>
                    <a:cubicBezTo>
                      <a:pt x="4" y="8"/>
                      <a:pt x="10" y="15"/>
                      <a:pt x="12" y="24"/>
                    </a:cubicBezTo>
                    <a:cubicBezTo>
                      <a:pt x="14" y="32"/>
                      <a:pt x="13" y="39"/>
                      <a:pt x="12" y="47"/>
                    </a:cubicBezTo>
                    <a:cubicBezTo>
                      <a:pt x="10" y="63"/>
                      <a:pt x="13" y="78"/>
                      <a:pt x="20" y="91"/>
                    </a:cubicBezTo>
                    <a:cubicBezTo>
                      <a:pt x="8" y="78"/>
                      <a:pt x="8" y="60"/>
                      <a:pt x="11" y="43"/>
                    </a:cubicBezTo>
                    <a:cubicBezTo>
                      <a:pt x="12" y="36"/>
                      <a:pt x="13" y="30"/>
                      <a:pt x="11" y="23"/>
                    </a:cubicBezTo>
                    <a:cubicBezTo>
                      <a:pt x="9" y="16"/>
                      <a:pt x="4" y="11"/>
                      <a:pt x="2" y="5"/>
                    </a:cubicBezTo>
                  </a:path>
                </a:pathLst>
              </a:custGeom>
              <a:solidFill>
                <a:srgbClr val="ECCA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3710" name="Freeform 342">
                <a:extLst>
                  <a:ext uri="{FF2B5EF4-FFF2-40B4-BE49-F238E27FC236}">
                    <a16:creationId xmlns:a16="http://schemas.microsoft.com/office/drawing/2014/main" id="{53131732-FF53-4D01-94DD-8989500F74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" y="756"/>
                <a:ext cx="290" cy="397"/>
              </a:xfrm>
              <a:custGeom>
                <a:avLst/>
                <a:gdLst>
                  <a:gd name="T0" fmla="*/ 769 w 178"/>
                  <a:gd name="T1" fmla="*/ 444 h 244"/>
                  <a:gd name="T2" fmla="*/ 764 w 178"/>
                  <a:gd name="T3" fmla="*/ 452 h 244"/>
                  <a:gd name="T4" fmla="*/ 741 w 178"/>
                  <a:gd name="T5" fmla="*/ 582 h 244"/>
                  <a:gd name="T6" fmla="*/ 696 w 178"/>
                  <a:gd name="T7" fmla="*/ 757 h 244"/>
                  <a:gd name="T8" fmla="*/ 619 w 178"/>
                  <a:gd name="T9" fmla="*/ 921 h 244"/>
                  <a:gd name="T10" fmla="*/ 448 w 178"/>
                  <a:gd name="T11" fmla="*/ 1046 h 244"/>
                  <a:gd name="T12" fmla="*/ 393 w 178"/>
                  <a:gd name="T13" fmla="*/ 1051 h 244"/>
                  <a:gd name="T14" fmla="*/ 337 w 178"/>
                  <a:gd name="T15" fmla="*/ 1046 h 244"/>
                  <a:gd name="T16" fmla="*/ 173 w 178"/>
                  <a:gd name="T17" fmla="*/ 908 h 244"/>
                  <a:gd name="T18" fmla="*/ 90 w 178"/>
                  <a:gd name="T19" fmla="*/ 757 h 244"/>
                  <a:gd name="T20" fmla="*/ 54 w 178"/>
                  <a:gd name="T21" fmla="*/ 582 h 244"/>
                  <a:gd name="T22" fmla="*/ 21 w 178"/>
                  <a:gd name="T23" fmla="*/ 421 h 244"/>
                  <a:gd name="T24" fmla="*/ 384 w 178"/>
                  <a:gd name="T25" fmla="*/ 8 h 244"/>
                  <a:gd name="T26" fmla="*/ 769 w 178"/>
                  <a:gd name="T27" fmla="*/ 444 h 24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78" h="244">
                    <a:moveTo>
                      <a:pt x="178" y="103"/>
                    </a:moveTo>
                    <a:cubicBezTo>
                      <a:pt x="177" y="105"/>
                      <a:pt x="177" y="105"/>
                      <a:pt x="177" y="105"/>
                    </a:cubicBezTo>
                    <a:cubicBezTo>
                      <a:pt x="175" y="115"/>
                      <a:pt x="173" y="126"/>
                      <a:pt x="171" y="135"/>
                    </a:cubicBezTo>
                    <a:cubicBezTo>
                      <a:pt x="169" y="146"/>
                      <a:pt x="164" y="168"/>
                      <a:pt x="161" y="176"/>
                    </a:cubicBezTo>
                    <a:cubicBezTo>
                      <a:pt x="159" y="185"/>
                      <a:pt x="161" y="208"/>
                      <a:pt x="143" y="214"/>
                    </a:cubicBezTo>
                    <a:cubicBezTo>
                      <a:pt x="128" y="219"/>
                      <a:pt x="117" y="240"/>
                      <a:pt x="104" y="243"/>
                    </a:cubicBezTo>
                    <a:cubicBezTo>
                      <a:pt x="100" y="243"/>
                      <a:pt x="95" y="244"/>
                      <a:pt x="91" y="244"/>
                    </a:cubicBezTo>
                    <a:cubicBezTo>
                      <a:pt x="88" y="244"/>
                      <a:pt x="82" y="243"/>
                      <a:pt x="78" y="243"/>
                    </a:cubicBezTo>
                    <a:cubicBezTo>
                      <a:pt x="65" y="240"/>
                      <a:pt x="56" y="217"/>
                      <a:pt x="40" y="211"/>
                    </a:cubicBezTo>
                    <a:cubicBezTo>
                      <a:pt x="27" y="206"/>
                      <a:pt x="24" y="185"/>
                      <a:pt x="21" y="176"/>
                    </a:cubicBezTo>
                    <a:cubicBezTo>
                      <a:pt x="18" y="168"/>
                      <a:pt x="14" y="146"/>
                      <a:pt x="12" y="135"/>
                    </a:cubicBezTo>
                    <a:cubicBezTo>
                      <a:pt x="9" y="124"/>
                      <a:pt x="8" y="110"/>
                      <a:pt x="5" y="98"/>
                    </a:cubicBezTo>
                    <a:cubicBezTo>
                      <a:pt x="5" y="93"/>
                      <a:pt x="0" y="3"/>
                      <a:pt x="89" y="2"/>
                    </a:cubicBezTo>
                    <a:cubicBezTo>
                      <a:pt x="177" y="0"/>
                      <a:pt x="176" y="96"/>
                      <a:pt x="178" y="103"/>
                    </a:cubicBezTo>
                    <a:close/>
                  </a:path>
                </a:pathLst>
              </a:custGeom>
              <a:solidFill>
                <a:srgbClr val="F3E7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3711" name="Freeform 343">
                <a:extLst>
                  <a:ext uri="{FF2B5EF4-FFF2-40B4-BE49-F238E27FC236}">
                    <a16:creationId xmlns:a16="http://schemas.microsoft.com/office/drawing/2014/main" id="{27F0FE73-A87E-4768-AA10-BFFE360843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7" y="915"/>
                <a:ext cx="282" cy="238"/>
              </a:xfrm>
              <a:custGeom>
                <a:avLst/>
                <a:gdLst>
                  <a:gd name="T0" fmla="*/ 750 w 173"/>
                  <a:gd name="T1" fmla="*/ 21 h 146"/>
                  <a:gd name="T2" fmla="*/ 743 w 173"/>
                  <a:gd name="T3" fmla="*/ 29 h 146"/>
                  <a:gd name="T4" fmla="*/ 720 w 173"/>
                  <a:gd name="T5" fmla="*/ 160 h 146"/>
                  <a:gd name="T6" fmla="*/ 675 w 173"/>
                  <a:gd name="T7" fmla="*/ 337 h 146"/>
                  <a:gd name="T8" fmla="*/ 598 w 173"/>
                  <a:gd name="T9" fmla="*/ 502 h 146"/>
                  <a:gd name="T10" fmla="*/ 427 w 173"/>
                  <a:gd name="T11" fmla="*/ 628 h 146"/>
                  <a:gd name="T12" fmla="*/ 372 w 173"/>
                  <a:gd name="T13" fmla="*/ 632 h 146"/>
                  <a:gd name="T14" fmla="*/ 316 w 173"/>
                  <a:gd name="T15" fmla="*/ 628 h 146"/>
                  <a:gd name="T16" fmla="*/ 152 w 173"/>
                  <a:gd name="T17" fmla="*/ 489 h 146"/>
                  <a:gd name="T18" fmla="*/ 68 w 173"/>
                  <a:gd name="T19" fmla="*/ 337 h 146"/>
                  <a:gd name="T20" fmla="*/ 29 w 173"/>
                  <a:gd name="T21" fmla="*/ 160 h 146"/>
                  <a:gd name="T22" fmla="*/ 0 w 173"/>
                  <a:gd name="T23" fmla="*/ 0 h 14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73" h="146">
                    <a:moveTo>
                      <a:pt x="173" y="5"/>
                    </a:moveTo>
                    <a:cubicBezTo>
                      <a:pt x="172" y="7"/>
                      <a:pt x="172" y="7"/>
                      <a:pt x="172" y="7"/>
                    </a:cubicBezTo>
                    <a:cubicBezTo>
                      <a:pt x="170" y="17"/>
                      <a:pt x="168" y="28"/>
                      <a:pt x="166" y="37"/>
                    </a:cubicBezTo>
                    <a:cubicBezTo>
                      <a:pt x="164" y="48"/>
                      <a:pt x="159" y="70"/>
                      <a:pt x="156" y="78"/>
                    </a:cubicBezTo>
                    <a:cubicBezTo>
                      <a:pt x="154" y="87"/>
                      <a:pt x="156" y="110"/>
                      <a:pt x="138" y="116"/>
                    </a:cubicBezTo>
                    <a:cubicBezTo>
                      <a:pt x="123" y="121"/>
                      <a:pt x="112" y="142"/>
                      <a:pt x="99" y="145"/>
                    </a:cubicBezTo>
                    <a:cubicBezTo>
                      <a:pt x="95" y="145"/>
                      <a:pt x="90" y="146"/>
                      <a:pt x="86" y="146"/>
                    </a:cubicBezTo>
                    <a:cubicBezTo>
                      <a:pt x="83" y="146"/>
                      <a:pt x="77" y="145"/>
                      <a:pt x="73" y="145"/>
                    </a:cubicBezTo>
                    <a:cubicBezTo>
                      <a:pt x="60" y="142"/>
                      <a:pt x="51" y="119"/>
                      <a:pt x="35" y="113"/>
                    </a:cubicBezTo>
                    <a:cubicBezTo>
                      <a:pt x="22" y="108"/>
                      <a:pt x="19" y="87"/>
                      <a:pt x="16" y="78"/>
                    </a:cubicBezTo>
                    <a:cubicBezTo>
                      <a:pt x="13" y="70"/>
                      <a:pt x="9" y="48"/>
                      <a:pt x="7" y="37"/>
                    </a:cubicBezTo>
                    <a:cubicBezTo>
                      <a:pt x="4" y="26"/>
                      <a:pt x="3" y="12"/>
                      <a:pt x="0" y="0"/>
                    </a:cubicBezTo>
                  </a:path>
                </a:pathLst>
              </a:custGeom>
              <a:noFill/>
              <a:ln w="3175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3712" name="Rectangle 344">
                <a:extLst>
                  <a:ext uri="{FF2B5EF4-FFF2-40B4-BE49-F238E27FC236}">
                    <a16:creationId xmlns:a16="http://schemas.microsoft.com/office/drawing/2014/main" id="{76586498-18BC-4DD1-BE0E-84083F6C95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07" y="1153"/>
                <a:ext cx="1" cy="1"/>
              </a:xfrm>
              <a:prstGeom prst="rect">
                <a:avLst/>
              </a:prstGeom>
              <a:noFill/>
              <a:ln w="3175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713" name="Freeform 345">
                <a:extLst>
                  <a:ext uri="{FF2B5EF4-FFF2-40B4-BE49-F238E27FC236}">
                    <a16:creationId xmlns:a16="http://schemas.microsoft.com/office/drawing/2014/main" id="{7F65E7DC-2B50-444A-AF7D-1EAA123C4D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6" y="901"/>
                <a:ext cx="49" cy="110"/>
              </a:xfrm>
              <a:custGeom>
                <a:avLst/>
                <a:gdLst>
                  <a:gd name="T0" fmla="*/ 56 w 30"/>
                  <a:gd name="T1" fmla="*/ 26 h 68"/>
                  <a:gd name="T2" fmla="*/ 126 w 30"/>
                  <a:gd name="T3" fmla="*/ 42 h 68"/>
                  <a:gd name="T4" fmla="*/ 109 w 30"/>
                  <a:gd name="T5" fmla="*/ 144 h 68"/>
                  <a:gd name="T6" fmla="*/ 83 w 30"/>
                  <a:gd name="T7" fmla="*/ 194 h 68"/>
                  <a:gd name="T8" fmla="*/ 56 w 30"/>
                  <a:gd name="T9" fmla="*/ 262 h 68"/>
                  <a:gd name="T10" fmla="*/ 29 w 30"/>
                  <a:gd name="T11" fmla="*/ 283 h 68"/>
                  <a:gd name="T12" fmla="*/ 0 w 30"/>
                  <a:gd name="T13" fmla="*/ 288 h 6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68">
                    <a:moveTo>
                      <a:pt x="13" y="6"/>
                    </a:moveTo>
                    <a:cubicBezTo>
                      <a:pt x="19" y="0"/>
                      <a:pt x="30" y="2"/>
                      <a:pt x="29" y="10"/>
                    </a:cubicBezTo>
                    <a:cubicBezTo>
                      <a:pt x="29" y="17"/>
                      <a:pt x="26" y="30"/>
                      <a:pt x="25" y="34"/>
                    </a:cubicBezTo>
                    <a:cubicBezTo>
                      <a:pt x="23" y="38"/>
                      <a:pt x="21" y="42"/>
                      <a:pt x="19" y="46"/>
                    </a:cubicBezTo>
                    <a:cubicBezTo>
                      <a:pt x="18" y="50"/>
                      <a:pt x="15" y="60"/>
                      <a:pt x="13" y="62"/>
                    </a:cubicBezTo>
                    <a:cubicBezTo>
                      <a:pt x="12" y="65"/>
                      <a:pt x="7" y="67"/>
                      <a:pt x="7" y="67"/>
                    </a:cubicBezTo>
                    <a:cubicBezTo>
                      <a:pt x="0" y="68"/>
                      <a:pt x="0" y="68"/>
                      <a:pt x="0" y="68"/>
                    </a:cubicBezTo>
                  </a:path>
                </a:pathLst>
              </a:custGeom>
              <a:solidFill>
                <a:srgbClr val="F3E7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3714" name="Freeform 346">
                <a:extLst>
                  <a:ext uri="{FF2B5EF4-FFF2-40B4-BE49-F238E27FC236}">
                    <a16:creationId xmlns:a16="http://schemas.microsoft.com/office/drawing/2014/main" id="{2CFC2072-2329-431C-AB99-7625375DF6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8" y="922"/>
                <a:ext cx="22" cy="66"/>
              </a:xfrm>
              <a:custGeom>
                <a:avLst/>
                <a:gdLst>
                  <a:gd name="T0" fmla="*/ 27 w 14"/>
                  <a:gd name="T1" fmla="*/ 26 h 41"/>
                  <a:gd name="T2" fmla="*/ 47 w 14"/>
                  <a:gd name="T3" fmla="*/ 8 h 41"/>
                  <a:gd name="T4" fmla="*/ 47 w 14"/>
                  <a:gd name="T5" fmla="*/ 50 h 41"/>
                  <a:gd name="T6" fmla="*/ 0 w 14"/>
                  <a:gd name="T7" fmla="*/ 150 h 4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41">
                    <a:moveTo>
                      <a:pt x="7" y="6"/>
                    </a:moveTo>
                    <a:cubicBezTo>
                      <a:pt x="7" y="4"/>
                      <a:pt x="9" y="0"/>
                      <a:pt x="12" y="2"/>
                    </a:cubicBezTo>
                    <a:cubicBezTo>
                      <a:pt x="14" y="4"/>
                      <a:pt x="12" y="10"/>
                      <a:pt x="12" y="12"/>
                    </a:cubicBezTo>
                    <a:cubicBezTo>
                      <a:pt x="11" y="15"/>
                      <a:pt x="8" y="41"/>
                      <a:pt x="0" y="36"/>
                    </a:cubicBezTo>
                  </a:path>
                </a:pathLst>
              </a:custGeom>
              <a:solidFill>
                <a:srgbClr val="ECCA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3715" name="Freeform 347">
                <a:extLst>
                  <a:ext uri="{FF2B5EF4-FFF2-40B4-BE49-F238E27FC236}">
                    <a16:creationId xmlns:a16="http://schemas.microsoft.com/office/drawing/2014/main" id="{5E61F514-F8BF-4F56-B289-5EBA09CCBC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1" y="901"/>
                <a:ext cx="44" cy="110"/>
              </a:xfrm>
              <a:custGeom>
                <a:avLst/>
                <a:gdLst>
                  <a:gd name="T0" fmla="*/ 42 w 27"/>
                  <a:gd name="T1" fmla="*/ 26 h 68"/>
                  <a:gd name="T2" fmla="*/ 111 w 27"/>
                  <a:gd name="T3" fmla="*/ 42 h 68"/>
                  <a:gd name="T4" fmla="*/ 96 w 27"/>
                  <a:gd name="T5" fmla="*/ 144 h 68"/>
                  <a:gd name="T6" fmla="*/ 68 w 27"/>
                  <a:gd name="T7" fmla="*/ 194 h 68"/>
                  <a:gd name="T8" fmla="*/ 47 w 27"/>
                  <a:gd name="T9" fmla="*/ 262 h 68"/>
                  <a:gd name="T10" fmla="*/ 0 w 27"/>
                  <a:gd name="T11" fmla="*/ 288 h 6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7" h="68">
                    <a:moveTo>
                      <a:pt x="10" y="6"/>
                    </a:moveTo>
                    <a:cubicBezTo>
                      <a:pt x="16" y="0"/>
                      <a:pt x="27" y="2"/>
                      <a:pt x="26" y="10"/>
                    </a:cubicBezTo>
                    <a:cubicBezTo>
                      <a:pt x="26" y="17"/>
                      <a:pt x="23" y="30"/>
                      <a:pt x="22" y="34"/>
                    </a:cubicBezTo>
                    <a:cubicBezTo>
                      <a:pt x="20" y="38"/>
                      <a:pt x="18" y="42"/>
                      <a:pt x="16" y="46"/>
                    </a:cubicBezTo>
                    <a:cubicBezTo>
                      <a:pt x="15" y="50"/>
                      <a:pt x="12" y="59"/>
                      <a:pt x="11" y="62"/>
                    </a:cubicBezTo>
                    <a:cubicBezTo>
                      <a:pt x="7" y="68"/>
                      <a:pt x="0" y="68"/>
                      <a:pt x="0" y="68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3716" name="Freeform 348">
                <a:extLst>
                  <a:ext uri="{FF2B5EF4-FFF2-40B4-BE49-F238E27FC236}">
                    <a16:creationId xmlns:a16="http://schemas.microsoft.com/office/drawing/2014/main" id="{13DF8D07-342A-4511-9C86-9F389D786D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9" y="914"/>
                <a:ext cx="21" cy="19"/>
              </a:xfrm>
              <a:custGeom>
                <a:avLst/>
                <a:gdLst>
                  <a:gd name="T0" fmla="*/ 0 w 13"/>
                  <a:gd name="T1" fmla="*/ 40 h 12"/>
                  <a:gd name="T2" fmla="*/ 47 w 13"/>
                  <a:gd name="T3" fmla="*/ 5 h 12"/>
                  <a:gd name="T4" fmla="*/ 42 w 13"/>
                  <a:gd name="T5" fmla="*/ 48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2">
                    <a:moveTo>
                      <a:pt x="0" y="10"/>
                    </a:moveTo>
                    <a:cubicBezTo>
                      <a:pt x="4" y="4"/>
                      <a:pt x="8" y="0"/>
                      <a:pt x="11" y="1"/>
                    </a:cubicBezTo>
                    <a:cubicBezTo>
                      <a:pt x="13" y="1"/>
                      <a:pt x="10" y="8"/>
                      <a:pt x="10" y="12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3717" name="Freeform 349">
                <a:extLst>
                  <a:ext uri="{FF2B5EF4-FFF2-40B4-BE49-F238E27FC236}">
                    <a16:creationId xmlns:a16="http://schemas.microsoft.com/office/drawing/2014/main" id="{65E4B22B-EBA0-4C63-A4B6-5CCE5167C9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4" y="918"/>
                <a:ext cx="11" cy="52"/>
              </a:xfrm>
              <a:custGeom>
                <a:avLst/>
                <a:gdLst>
                  <a:gd name="T0" fmla="*/ 14 w 7"/>
                  <a:gd name="T1" fmla="*/ 0 h 32"/>
                  <a:gd name="T2" fmla="*/ 27 w 7"/>
                  <a:gd name="T3" fmla="*/ 55 h 32"/>
                  <a:gd name="T4" fmla="*/ 14 w 7"/>
                  <a:gd name="T5" fmla="*/ 111 h 32"/>
                  <a:gd name="T6" fmla="*/ 0 w 7"/>
                  <a:gd name="T7" fmla="*/ 138 h 3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32">
                    <a:moveTo>
                      <a:pt x="4" y="0"/>
                    </a:moveTo>
                    <a:cubicBezTo>
                      <a:pt x="3" y="5"/>
                      <a:pt x="7" y="5"/>
                      <a:pt x="7" y="13"/>
                    </a:cubicBezTo>
                    <a:cubicBezTo>
                      <a:pt x="6" y="21"/>
                      <a:pt x="5" y="24"/>
                      <a:pt x="4" y="26"/>
                    </a:cubicBezTo>
                    <a:cubicBezTo>
                      <a:pt x="4" y="29"/>
                      <a:pt x="1" y="29"/>
                      <a:pt x="0" y="32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3718" name="Freeform 350">
                <a:extLst>
                  <a:ext uri="{FF2B5EF4-FFF2-40B4-BE49-F238E27FC236}">
                    <a16:creationId xmlns:a16="http://schemas.microsoft.com/office/drawing/2014/main" id="{E7B74493-8E96-4FD4-BF36-8B4F377863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6" y="943"/>
                <a:ext cx="16" cy="37"/>
              </a:xfrm>
              <a:custGeom>
                <a:avLst/>
                <a:gdLst>
                  <a:gd name="T0" fmla="*/ 0 w 10"/>
                  <a:gd name="T1" fmla="*/ 97 h 23"/>
                  <a:gd name="T2" fmla="*/ 35 w 10"/>
                  <a:gd name="T3" fmla="*/ 37 h 23"/>
                  <a:gd name="T4" fmla="*/ 35 w 10"/>
                  <a:gd name="T5" fmla="*/ 0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23">
                    <a:moveTo>
                      <a:pt x="0" y="23"/>
                    </a:moveTo>
                    <a:cubicBezTo>
                      <a:pt x="3" y="22"/>
                      <a:pt x="9" y="13"/>
                      <a:pt x="9" y="9"/>
                    </a:cubicBezTo>
                    <a:cubicBezTo>
                      <a:pt x="9" y="5"/>
                      <a:pt x="10" y="0"/>
                      <a:pt x="9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3719" name="Freeform 351">
                <a:extLst>
                  <a:ext uri="{FF2B5EF4-FFF2-40B4-BE49-F238E27FC236}">
                    <a16:creationId xmlns:a16="http://schemas.microsoft.com/office/drawing/2014/main" id="{DA7DAC8F-69BA-4436-A097-3ACF63D719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4" y="901"/>
                <a:ext cx="47" cy="110"/>
              </a:xfrm>
              <a:custGeom>
                <a:avLst/>
                <a:gdLst>
                  <a:gd name="T0" fmla="*/ 73 w 29"/>
                  <a:gd name="T1" fmla="*/ 26 h 68"/>
                  <a:gd name="T2" fmla="*/ 5 w 29"/>
                  <a:gd name="T3" fmla="*/ 42 h 68"/>
                  <a:gd name="T4" fmla="*/ 21 w 29"/>
                  <a:gd name="T5" fmla="*/ 144 h 68"/>
                  <a:gd name="T6" fmla="*/ 42 w 29"/>
                  <a:gd name="T7" fmla="*/ 194 h 68"/>
                  <a:gd name="T8" fmla="*/ 68 w 29"/>
                  <a:gd name="T9" fmla="*/ 262 h 68"/>
                  <a:gd name="T10" fmla="*/ 94 w 29"/>
                  <a:gd name="T11" fmla="*/ 283 h 68"/>
                  <a:gd name="T12" fmla="*/ 123 w 29"/>
                  <a:gd name="T13" fmla="*/ 288 h 6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9" h="68">
                    <a:moveTo>
                      <a:pt x="17" y="6"/>
                    </a:moveTo>
                    <a:cubicBezTo>
                      <a:pt x="11" y="0"/>
                      <a:pt x="0" y="2"/>
                      <a:pt x="1" y="10"/>
                    </a:cubicBezTo>
                    <a:cubicBezTo>
                      <a:pt x="1" y="17"/>
                      <a:pt x="4" y="30"/>
                      <a:pt x="5" y="34"/>
                    </a:cubicBezTo>
                    <a:cubicBezTo>
                      <a:pt x="6" y="38"/>
                      <a:pt x="9" y="42"/>
                      <a:pt x="10" y="46"/>
                    </a:cubicBezTo>
                    <a:cubicBezTo>
                      <a:pt x="12" y="50"/>
                      <a:pt x="15" y="60"/>
                      <a:pt x="16" y="62"/>
                    </a:cubicBezTo>
                    <a:cubicBezTo>
                      <a:pt x="18" y="65"/>
                      <a:pt x="22" y="67"/>
                      <a:pt x="22" y="67"/>
                    </a:cubicBezTo>
                    <a:cubicBezTo>
                      <a:pt x="29" y="68"/>
                      <a:pt x="29" y="68"/>
                      <a:pt x="29" y="68"/>
                    </a:cubicBezTo>
                  </a:path>
                </a:pathLst>
              </a:custGeom>
              <a:solidFill>
                <a:srgbClr val="F3E7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3720" name="Freeform 352">
                <a:extLst>
                  <a:ext uri="{FF2B5EF4-FFF2-40B4-BE49-F238E27FC236}">
                    <a16:creationId xmlns:a16="http://schemas.microsoft.com/office/drawing/2014/main" id="{2C075F58-DE5C-432E-95DF-2C050A94D9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7" y="922"/>
                <a:ext cx="25" cy="66"/>
              </a:xfrm>
              <a:custGeom>
                <a:avLst/>
                <a:gdLst>
                  <a:gd name="T0" fmla="*/ 33 w 15"/>
                  <a:gd name="T1" fmla="*/ 26 h 41"/>
                  <a:gd name="T2" fmla="*/ 8 w 15"/>
                  <a:gd name="T3" fmla="*/ 8 h 41"/>
                  <a:gd name="T4" fmla="*/ 13 w 15"/>
                  <a:gd name="T5" fmla="*/ 50 h 41"/>
                  <a:gd name="T6" fmla="*/ 70 w 15"/>
                  <a:gd name="T7" fmla="*/ 150 h 4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41">
                    <a:moveTo>
                      <a:pt x="7" y="6"/>
                    </a:moveTo>
                    <a:cubicBezTo>
                      <a:pt x="8" y="4"/>
                      <a:pt x="6" y="0"/>
                      <a:pt x="2" y="2"/>
                    </a:cubicBezTo>
                    <a:cubicBezTo>
                      <a:pt x="0" y="4"/>
                      <a:pt x="3" y="10"/>
                      <a:pt x="3" y="12"/>
                    </a:cubicBezTo>
                    <a:cubicBezTo>
                      <a:pt x="3" y="15"/>
                      <a:pt x="7" y="41"/>
                      <a:pt x="15" y="36"/>
                    </a:cubicBezTo>
                  </a:path>
                </a:pathLst>
              </a:custGeom>
              <a:solidFill>
                <a:srgbClr val="ECCA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3721" name="Freeform 353">
                <a:extLst>
                  <a:ext uri="{FF2B5EF4-FFF2-40B4-BE49-F238E27FC236}">
                    <a16:creationId xmlns:a16="http://schemas.microsoft.com/office/drawing/2014/main" id="{B82BFF31-0DF9-46D4-B3F8-2490C2AE59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4" y="901"/>
                <a:ext cx="44" cy="110"/>
              </a:xfrm>
              <a:custGeom>
                <a:avLst/>
                <a:gdLst>
                  <a:gd name="T0" fmla="*/ 75 w 27"/>
                  <a:gd name="T1" fmla="*/ 26 h 68"/>
                  <a:gd name="T2" fmla="*/ 5 w 27"/>
                  <a:gd name="T3" fmla="*/ 42 h 68"/>
                  <a:gd name="T4" fmla="*/ 21 w 27"/>
                  <a:gd name="T5" fmla="*/ 144 h 68"/>
                  <a:gd name="T6" fmla="*/ 42 w 27"/>
                  <a:gd name="T7" fmla="*/ 194 h 68"/>
                  <a:gd name="T8" fmla="*/ 68 w 27"/>
                  <a:gd name="T9" fmla="*/ 262 h 68"/>
                  <a:gd name="T10" fmla="*/ 117 w 27"/>
                  <a:gd name="T11" fmla="*/ 288 h 6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7" h="68">
                    <a:moveTo>
                      <a:pt x="17" y="6"/>
                    </a:moveTo>
                    <a:cubicBezTo>
                      <a:pt x="11" y="0"/>
                      <a:pt x="0" y="2"/>
                      <a:pt x="1" y="10"/>
                    </a:cubicBezTo>
                    <a:cubicBezTo>
                      <a:pt x="1" y="17"/>
                      <a:pt x="4" y="30"/>
                      <a:pt x="5" y="34"/>
                    </a:cubicBezTo>
                    <a:cubicBezTo>
                      <a:pt x="6" y="38"/>
                      <a:pt x="9" y="42"/>
                      <a:pt x="10" y="46"/>
                    </a:cubicBezTo>
                    <a:cubicBezTo>
                      <a:pt x="12" y="50"/>
                      <a:pt x="15" y="59"/>
                      <a:pt x="16" y="62"/>
                    </a:cubicBezTo>
                    <a:cubicBezTo>
                      <a:pt x="19" y="68"/>
                      <a:pt x="27" y="68"/>
                      <a:pt x="27" y="68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3722" name="Freeform 354">
                <a:extLst>
                  <a:ext uri="{FF2B5EF4-FFF2-40B4-BE49-F238E27FC236}">
                    <a16:creationId xmlns:a16="http://schemas.microsoft.com/office/drawing/2014/main" id="{979A5283-0083-4D17-8237-85CB1D9927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7" y="914"/>
                <a:ext cx="23" cy="19"/>
              </a:xfrm>
              <a:custGeom>
                <a:avLst/>
                <a:gdLst>
                  <a:gd name="T0" fmla="*/ 62 w 14"/>
                  <a:gd name="T1" fmla="*/ 40 h 12"/>
                  <a:gd name="T2" fmla="*/ 13 w 14"/>
                  <a:gd name="T3" fmla="*/ 5 h 12"/>
                  <a:gd name="T4" fmla="*/ 20 w 14"/>
                  <a:gd name="T5" fmla="*/ 48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2">
                    <a:moveTo>
                      <a:pt x="14" y="10"/>
                    </a:moveTo>
                    <a:cubicBezTo>
                      <a:pt x="10" y="4"/>
                      <a:pt x="5" y="0"/>
                      <a:pt x="3" y="1"/>
                    </a:cubicBezTo>
                    <a:cubicBezTo>
                      <a:pt x="0" y="1"/>
                      <a:pt x="3" y="8"/>
                      <a:pt x="4" y="12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3723" name="Freeform 355">
                <a:extLst>
                  <a:ext uri="{FF2B5EF4-FFF2-40B4-BE49-F238E27FC236}">
                    <a16:creationId xmlns:a16="http://schemas.microsoft.com/office/drawing/2014/main" id="{ABAAD319-BE81-4F83-ACBB-85FC4505A3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4" y="918"/>
                <a:ext cx="11" cy="52"/>
              </a:xfrm>
              <a:custGeom>
                <a:avLst/>
                <a:gdLst>
                  <a:gd name="T0" fmla="*/ 13 w 7"/>
                  <a:gd name="T1" fmla="*/ 0 h 32"/>
                  <a:gd name="T2" fmla="*/ 0 w 7"/>
                  <a:gd name="T3" fmla="*/ 55 h 32"/>
                  <a:gd name="T4" fmla="*/ 8 w 7"/>
                  <a:gd name="T5" fmla="*/ 111 h 32"/>
                  <a:gd name="T6" fmla="*/ 27 w 7"/>
                  <a:gd name="T7" fmla="*/ 138 h 3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32">
                    <a:moveTo>
                      <a:pt x="3" y="0"/>
                    </a:moveTo>
                    <a:cubicBezTo>
                      <a:pt x="3" y="5"/>
                      <a:pt x="0" y="5"/>
                      <a:pt x="0" y="13"/>
                    </a:cubicBezTo>
                    <a:cubicBezTo>
                      <a:pt x="1" y="21"/>
                      <a:pt x="2" y="24"/>
                      <a:pt x="2" y="26"/>
                    </a:cubicBezTo>
                    <a:cubicBezTo>
                      <a:pt x="3" y="29"/>
                      <a:pt x="5" y="29"/>
                      <a:pt x="7" y="32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3724" name="Freeform 356">
                <a:extLst>
                  <a:ext uri="{FF2B5EF4-FFF2-40B4-BE49-F238E27FC236}">
                    <a16:creationId xmlns:a16="http://schemas.microsoft.com/office/drawing/2014/main" id="{9CBF3B62-4535-4F13-971E-2F22F619C3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7" y="943"/>
                <a:ext cx="16" cy="37"/>
              </a:xfrm>
              <a:custGeom>
                <a:avLst/>
                <a:gdLst>
                  <a:gd name="T0" fmla="*/ 42 w 10"/>
                  <a:gd name="T1" fmla="*/ 97 h 23"/>
                  <a:gd name="T2" fmla="*/ 5 w 10"/>
                  <a:gd name="T3" fmla="*/ 37 h 23"/>
                  <a:gd name="T4" fmla="*/ 0 w 10"/>
                  <a:gd name="T5" fmla="*/ 0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23">
                    <a:moveTo>
                      <a:pt x="10" y="23"/>
                    </a:moveTo>
                    <a:cubicBezTo>
                      <a:pt x="6" y="22"/>
                      <a:pt x="1" y="13"/>
                      <a:pt x="1" y="9"/>
                    </a:cubicBezTo>
                    <a:cubicBezTo>
                      <a:pt x="1" y="5"/>
                      <a:pt x="0" y="0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3725" name="Freeform 357">
                <a:extLst>
                  <a:ext uri="{FF2B5EF4-FFF2-40B4-BE49-F238E27FC236}">
                    <a16:creationId xmlns:a16="http://schemas.microsoft.com/office/drawing/2014/main" id="{740BBEA4-1F65-425D-92C7-599E6BAB5E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3" y="1014"/>
                <a:ext cx="41" cy="60"/>
              </a:xfrm>
              <a:custGeom>
                <a:avLst/>
                <a:gdLst>
                  <a:gd name="T0" fmla="*/ 5 w 25"/>
                  <a:gd name="T1" fmla="*/ 0 h 37"/>
                  <a:gd name="T2" fmla="*/ 41 w 25"/>
                  <a:gd name="T3" fmla="*/ 60 h 37"/>
                  <a:gd name="T4" fmla="*/ 62 w 25"/>
                  <a:gd name="T5" fmla="*/ 73 h 37"/>
                  <a:gd name="T6" fmla="*/ 84 w 25"/>
                  <a:gd name="T7" fmla="*/ 73 h 37"/>
                  <a:gd name="T8" fmla="*/ 110 w 25"/>
                  <a:gd name="T9" fmla="*/ 157 h 37"/>
                  <a:gd name="T10" fmla="*/ 89 w 25"/>
                  <a:gd name="T11" fmla="*/ 102 h 37"/>
                  <a:gd name="T12" fmla="*/ 56 w 25"/>
                  <a:gd name="T13" fmla="*/ 76 h 37"/>
                  <a:gd name="T14" fmla="*/ 26 w 25"/>
                  <a:gd name="T15" fmla="*/ 50 h 37"/>
                  <a:gd name="T16" fmla="*/ 0 w 25"/>
                  <a:gd name="T17" fmla="*/ 5 h 3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5" h="37">
                    <a:moveTo>
                      <a:pt x="1" y="0"/>
                    </a:moveTo>
                    <a:cubicBezTo>
                      <a:pt x="3" y="5"/>
                      <a:pt x="6" y="10"/>
                      <a:pt x="9" y="14"/>
                    </a:cubicBezTo>
                    <a:cubicBezTo>
                      <a:pt x="11" y="15"/>
                      <a:pt x="12" y="16"/>
                      <a:pt x="14" y="17"/>
                    </a:cubicBezTo>
                    <a:cubicBezTo>
                      <a:pt x="16" y="17"/>
                      <a:pt x="17" y="16"/>
                      <a:pt x="19" y="17"/>
                    </a:cubicBezTo>
                    <a:cubicBezTo>
                      <a:pt x="24" y="20"/>
                      <a:pt x="23" y="31"/>
                      <a:pt x="25" y="37"/>
                    </a:cubicBezTo>
                    <a:cubicBezTo>
                      <a:pt x="23" y="33"/>
                      <a:pt x="22" y="28"/>
                      <a:pt x="20" y="24"/>
                    </a:cubicBezTo>
                    <a:cubicBezTo>
                      <a:pt x="19" y="20"/>
                      <a:pt x="17" y="19"/>
                      <a:pt x="13" y="18"/>
                    </a:cubicBezTo>
                    <a:cubicBezTo>
                      <a:pt x="10" y="17"/>
                      <a:pt x="8" y="15"/>
                      <a:pt x="6" y="12"/>
                    </a:cubicBezTo>
                    <a:cubicBezTo>
                      <a:pt x="4" y="9"/>
                      <a:pt x="2" y="3"/>
                      <a:pt x="0" y="1"/>
                    </a:cubicBezTo>
                  </a:path>
                </a:pathLst>
              </a:custGeom>
              <a:solidFill>
                <a:srgbClr val="ECCA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3726" name="Freeform 358">
                <a:extLst>
                  <a:ext uri="{FF2B5EF4-FFF2-40B4-BE49-F238E27FC236}">
                    <a16:creationId xmlns:a16="http://schemas.microsoft.com/office/drawing/2014/main" id="{A5C05FF1-8750-41F6-BECA-5E5F260B23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3" y="1073"/>
                <a:ext cx="50" cy="45"/>
              </a:xfrm>
              <a:custGeom>
                <a:avLst/>
                <a:gdLst>
                  <a:gd name="T0" fmla="*/ 131 w 31"/>
                  <a:gd name="T1" fmla="*/ 0 h 28"/>
                  <a:gd name="T2" fmla="*/ 90 w 31"/>
                  <a:gd name="T3" fmla="*/ 59 h 28"/>
                  <a:gd name="T4" fmla="*/ 50 w 31"/>
                  <a:gd name="T5" fmla="*/ 69 h 28"/>
                  <a:gd name="T6" fmla="*/ 0 w 31"/>
                  <a:gd name="T7" fmla="*/ 116 h 28"/>
                  <a:gd name="T8" fmla="*/ 39 w 31"/>
                  <a:gd name="T9" fmla="*/ 69 h 28"/>
                  <a:gd name="T10" fmla="*/ 60 w 31"/>
                  <a:gd name="T11" fmla="*/ 59 h 28"/>
                  <a:gd name="T12" fmla="*/ 76 w 31"/>
                  <a:gd name="T13" fmla="*/ 47 h 28"/>
                  <a:gd name="T14" fmla="*/ 115 w 31"/>
                  <a:gd name="T15" fmla="*/ 26 h 28"/>
                  <a:gd name="T16" fmla="*/ 131 w 31"/>
                  <a:gd name="T17" fmla="*/ 0 h 2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1" h="28">
                    <a:moveTo>
                      <a:pt x="31" y="0"/>
                    </a:moveTo>
                    <a:cubicBezTo>
                      <a:pt x="31" y="5"/>
                      <a:pt x="26" y="12"/>
                      <a:pt x="22" y="14"/>
                    </a:cubicBezTo>
                    <a:cubicBezTo>
                      <a:pt x="18" y="15"/>
                      <a:pt x="15" y="15"/>
                      <a:pt x="12" y="17"/>
                    </a:cubicBezTo>
                    <a:cubicBezTo>
                      <a:pt x="7" y="20"/>
                      <a:pt x="4" y="25"/>
                      <a:pt x="0" y="28"/>
                    </a:cubicBezTo>
                    <a:cubicBezTo>
                      <a:pt x="3" y="25"/>
                      <a:pt x="5" y="20"/>
                      <a:pt x="9" y="17"/>
                    </a:cubicBezTo>
                    <a:cubicBezTo>
                      <a:pt x="10" y="16"/>
                      <a:pt x="12" y="15"/>
                      <a:pt x="14" y="14"/>
                    </a:cubicBezTo>
                    <a:cubicBezTo>
                      <a:pt x="15" y="13"/>
                      <a:pt x="17" y="12"/>
                      <a:pt x="18" y="11"/>
                    </a:cubicBezTo>
                    <a:cubicBezTo>
                      <a:pt x="21" y="10"/>
                      <a:pt x="24" y="9"/>
                      <a:pt x="27" y="6"/>
                    </a:cubicBezTo>
                    <a:cubicBezTo>
                      <a:pt x="28" y="5"/>
                      <a:pt x="31" y="2"/>
                      <a:pt x="31" y="0"/>
                    </a:cubicBezTo>
                  </a:path>
                </a:pathLst>
              </a:custGeom>
              <a:solidFill>
                <a:srgbClr val="ECCA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3727" name="Freeform 359">
                <a:extLst>
                  <a:ext uri="{FF2B5EF4-FFF2-40B4-BE49-F238E27FC236}">
                    <a16:creationId xmlns:a16="http://schemas.microsoft.com/office/drawing/2014/main" id="{348C67BF-4FC4-482C-A7C0-D0ED38FEB3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1" y="1060"/>
                <a:ext cx="54" cy="55"/>
              </a:xfrm>
              <a:custGeom>
                <a:avLst/>
                <a:gdLst>
                  <a:gd name="T0" fmla="*/ 0 w 33"/>
                  <a:gd name="T1" fmla="*/ 0 h 34"/>
                  <a:gd name="T2" fmla="*/ 47 w 33"/>
                  <a:gd name="T3" fmla="*/ 76 h 34"/>
                  <a:gd name="T4" fmla="*/ 92 w 33"/>
                  <a:gd name="T5" fmla="*/ 97 h 34"/>
                  <a:gd name="T6" fmla="*/ 118 w 33"/>
                  <a:gd name="T7" fmla="*/ 115 h 34"/>
                  <a:gd name="T8" fmla="*/ 144 w 33"/>
                  <a:gd name="T9" fmla="*/ 144 h 34"/>
                  <a:gd name="T10" fmla="*/ 97 w 33"/>
                  <a:gd name="T11" fmla="*/ 89 h 34"/>
                  <a:gd name="T12" fmla="*/ 54 w 33"/>
                  <a:gd name="T13" fmla="*/ 68 h 34"/>
                  <a:gd name="T14" fmla="*/ 0 w 33"/>
                  <a:gd name="T15" fmla="*/ 0 h 3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3" h="34">
                    <a:moveTo>
                      <a:pt x="0" y="0"/>
                    </a:moveTo>
                    <a:cubicBezTo>
                      <a:pt x="2" y="6"/>
                      <a:pt x="5" y="16"/>
                      <a:pt x="11" y="18"/>
                    </a:cubicBezTo>
                    <a:cubicBezTo>
                      <a:pt x="15" y="20"/>
                      <a:pt x="18" y="21"/>
                      <a:pt x="21" y="23"/>
                    </a:cubicBezTo>
                    <a:cubicBezTo>
                      <a:pt x="24" y="24"/>
                      <a:pt x="26" y="25"/>
                      <a:pt x="27" y="27"/>
                    </a:cubicBezTo>
                    <a:cubicBezTo>
                      <a:pt x="30" y="29"/>
                      <a:pt x="31" y="32"/>
                      <a:pt x="33" y="34"/>
                    </a:cubicBezTo>
                    <a:cubicBezTo>
                      <a:pt x="29" y="31"/>
                      <a:pt x="27" y="25"/>
                      <a:pt x="22" y="21"/>
                    </a:cubicBezTo>
                    <a:cubicBezTo>
                      <a:pt x="19" y="19"/>
                      <a:pt x="16" y="18"/>
                      <a:pt x="12" y="16"/>
                    </a:cubicBezTo>
                    <a:cubicBezTo>
                      <a:pt x="7" y="13"/>
                      <a:pt x="2" y="6"/>
                      <a:pt x="0" y="0"/>
                    </a:cubicBezTo>
                  </a:path>
                </a:pathLst>
              </a:custGeom>
              <a:solidFill>
                <a:srgbClr val="ECCA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3728" name="Freeform 360">
                <a:extLst>
                  <a:ext uri="{FF2B5EF4-FFF2-40B4-BE49-F238E27FC236}">
                    <a16:creationId xmlns:a16="http://schemas.microsoft.com/office/drawing/2014/main" id="{D7BB02C5-0B67-4637-9682-B6A58D5493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2" y="847"/>
                <a:ext cx="80" cy="13"/>
              </a:xfrm>
              <a:custGeom>
                <a:avLst/>
                <a:gdLst>
                  <a:gd name="T0" fmla="*/ 0 w 49"/>
                  <a:gd name="T1" fmla="*/ 21 h 8"/>
                  <a:gd name="T2" fmla="*/ 42 w 49"/>
                  <a:gd name="T3" fmla="*/ 8 h 8"/>
                  <a:gd name="T4" fmla="*/ 91 w 49"/>
                  <a:gd name="T5" fmla="*/ 5 h 8"/>
                  <a:gd name="T6" fmla="*/ 214 w 49"/>
                  <a:gd name="T7" fmla="*/ 29 h 8"/>
                  <a:gd name="T8" fmla="*/ 193 w 49"/>
                  <a:gd name="T9" fmla="*/ 34 h 8"/>
                  <a:gd name="T10" fmla="*/ 160 w 49"/>
                  <a:gd name="T11" fmla="*/ 29 h 8"/>
                  <a:gd name="T12" fmla="*/ 104 w 49"/>
                  <a:gd name="T13" fmla="*/ 18 h 8"/>
                  <a:gd name="T14" fmla="*/ 42 w 49"/>
                  <a:gd name="T15" fmla="*/ 18 h 8"/>
                  <a:gd name="T16" fmla="*/ 0 w 49"/>
                  <a:gd name="T17" fmla="*/ 21 h 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9" h="8">
                    <a:moveTo>
                      <a:pt x="0" y="5"/>
                    </a:moveTo>
                    <a:cubicBezTo>
                      <a:pt x="2" y="3"/>
                      <a:pt x="8" y="2"/>
                      <a:pt x="10" y="2"/>
                    </a:cubicBezTo>
                    <a:cubicBezTo>
                      <a:pt x="14" y="1"/>
                      <a:pt x="17" y="0"/>
                      <a:pt x="21" y="1"/>
                    </a:cubicBezTo>
                    <a:cubicBezTo>
                      <a:pt x="30" y="2"/>
                      <a:pt x="39" y="7"/>
                      <a:pt x="49" y="7"/>
                    </a:cubicBezTo>
                    <a:cubicBezTo>
                      <a:pt x="48" y="8"/>
                      <a:pt x="45" y="8"/>
                      <a:pt x="44" y="8"/>
                    </a:cubicBezTo>
                    <a:cubicBezTo>
                      <a:pt x="42" y="8"/>
                      <a:pt x="39" y="7"/>
                      <a:pt x="37" y="7"/>
                    </a:cubicBezTo>
                    <a:cubicBezTo>
                      <a:pt x="32" y="6"/>
                      <a:pt x="28" y="5"/>
                      <a:pt x="24" y="4"/>
                    </a:cubicBezTo>
                    <a:cubicBezTo>
                      <a:pt x="19" y="4"/>
                      <a:pt x="15" y="4"/>
                      <a:pt x="10" y="4"/>
                    </a:cubicBezTo>
                    <a:cubicBezTo>
                      <a:pt x="7" y="4"/>
                      <a:pt x="3" y="4"/>
                      <a:pt x="0" y="5"/>
                    </a:cubicBezTo>
                  </a:path>
                </a:pathLst>
              </a:custGeom>
              <a:solidFill>
                <a:srgbClr val="ECCA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3729" name="Freeform 361">
                <a:extLst>
                  <a:ext uri="{FF2B5EF4-FFF2-40B4-BE49-F238E27FC236}">
                    <a16:creationId xmlns:a16="http://schemas.microsoft.com/office/drawing/2014/main" id="{7008FCDA-19F5-4351-BC8B-2B77CC8037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8" y="835"/>
                <a:ext cx="55" cy="13"/>
              </a:xfrm>
              <a:custGeom>
                <a:avLst/>
                <a:gdLst>
                  <a:gd name="T0" fmla="*/ 144 w 34"/>
                  <a:gd name="T1" fmla="*/ 0 h 8"/>
                  <a:gd name="T2" fmla="*/ 84 w 34"/>
                  <a:gd name="T3" fmla="*/ 13 h 8"/>
                  <a:gd name="T4" fmla="*/ 42 w 34"/>
                  <a:gd name="T5" fmla="*/ 29 h 8"/>
                  <a:gd name="T6" fmla="*/ 16 w 34"/>
                  <a:gd name="T7" fmla="*/ 34 h 8"/>
                  <a:gd name="T8" fmla="*/ 0 w 34"/>
                  <a:gd name="T9" fmla="*/ 34 h 8"/>
                  <a:gd name="T10" fmla="*/ 39 w 34"/>
                  <a:gd name="T11" fmla="*/ 18 h 8"/>
                  <a:gd name="T12" fmla="*/ 84 w 34"/>
                  <a:gd name="T13" fmla="*/ 5 h 8"/>
                  <a:gd name="T14" fmla="*/ 144 w 34"/>
                  <a:gd name="T15" fmla="*/ 0 h 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4" h="8">
                    <a:moveTo>
                      <a:pt x="34" y="0"/>
                    </a:moveTo>
                    <a:cubicBezTo>
                      <a:pt x="29" y="1"/>
                      <a:pt x="25" y="2"/>
                      <a:pt x="20" y="3"/>
                    </a:cubicBezTo>
                    <a:cubicBezTo>
                      <a:pt x="16" y="5"/>
                      <a:pt x="13" y="6"/>
                      <a:pt x="10" y="7"/>
                    </a:cubicBezTo>
                    <a:cubicBezTo>
                      <a:pt x="8" y="7"/>
                      <a:pt x="6" y="8"/>
                      <a:pt x="4" y="8"/>
                    </a:cubicBezTo>
                    <a:cubicBezTo>
                      <a:pt x="3" y="8"/>
                      <a:pt x="1" y="7"/>
                      <a:pt x="0" y="8"/>
                    </a:cubicBezTo>
                    <a:cubicBezTo>
                      <a:pt x="3" y="8"/>
                      <a:pt x="7" y="6"/>
                      <a:pt x="9" y="4"/>
                    </a:cubicBezTo>
                    <a:cubicBezTo>
                      <a:pt x="12" y="3"/>
                      <a:pt x="16" y="2"/>
                      <a:pt x="20" y="1"/>
                    </a:cubicBezTo>
                    <a:cubicBezTo>
                      <a:pt x="25" y="0"/>
                      <a:pt x="29" y="0"/>
                      <a:pt x="34" y="0"/>
                    </a:cubicBezTo>
                  </a:path>
                </a:pathLst>
              </a:custGeom>
              <a:solidFill>
                <a:srgbClr val="ECCA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3730" name="Freeform 362">
                <a:extLst>
                  <a:ext uri="{FF2B5EF4-FFF2-40B4-BE49-F238E27FC236}">
                    <a16:creationId xmlns:a16="http://schemas.microsoft.com/office/drawing/2014/main" id="{CDCB479D-0020-4A62-86FE-95553B1D57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5" y="979"/>
                <a:ext cx="41" cy="60"/>
              </a:xfrm>
              <a:custGeom>
                <a:avLst/>
                <a:gdLst>
                  <a:gd name="T0" fmla="*/ 0 w 25"/>
                  <a:gd name="T1" fmla="*/ 0 h 37"/>
                  <a:gd name="T2" fmla="*/ 26 w 25"/>
                  <a:gd name="T3" fmla="*/ 60 h 37"/>
                  <a:gd name="T4" fmla="*/ 43 w 25"/>
                  <a:gd name="T5" fmla="*/ 110 h 37"/>
                  <a:gd name="T6" fmla="*/ 110 w 25"/>
                  <a:gd name="T7" fmla="*/ 152 h 37"/>
                  <a:gd name="T8" fmla="*/ 67 w 25"/>
                  <a:gd name="T9" fmla="*/ 131 h 37"/>
                  <a:gd name="T10" fmla="*/ 49 w 25"/>
                  <a:gd name="T11" fmla="*/ 89 h 37"/>
                  <a:gd name="T12" fmla="*/ 0 w 25"/>
                  <a:gd name="T13" fmla="*/ 0 h 3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" h="37">
                    <a:moveTo>
                      <a:pt x="0" y="0"/>
                    </a:moveTo>
                    <a:cubicBezTo>
                      <a:pt x="1" y="5"/>
                      <a:pt x="4" y="10"/>
                      <a:pt x="6" y="14"/>
                    </a:cubicBezTo>
                    <a:cubicBezTo>
                      <a:pt x="8" y="18"/>
                      <a:pt x="9" y="22"/>
                      <a:pt x="10" y="26"/>
                    </a:cubicBezTo>
                    <a:cubicBezTo>
                      <a:pt x="13" y="34"/>
                      <a:pt x="17" y="37"/>
                      <a:pt x="25" y="36"/>
                    </a:cubicBezTo>
                    <a:cubicBezTo>
                      <a:pt x="22" y="34"/>
                      <a:pt x="18" y="35"/>
                      <a:pt x="15" y="31"/>
                    </a:cubicBezTo>
                    <a:cubicBezTo>
                      <a:pt x="13" y="29"/>
                      <a:pt x="12" y="24"/>
                      <a:pt x="11" y="21"/>
                    </a:cubicBezTo>
                    <a:cubicBezTo>
                      <a:pt x="8" y="14"/>
                      <a:pt x="2" y="7"/>
                      <a:pt x="0" y="0"/>
                    </a:cubicBezTo>
                  </a:path>
                </a:pathLst>
              </a:custGeom>
              <a:solidFill>
                <a:srgbClr val="ECCA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3731" name="Freeform 363">
                <a:extLst>
                  <a:ext uri="{FF2B5EF4-FFF2-40B4-BE49-F238E27FC236}">
                    <a16:creationId xmlns:a16="http://schemas.microsoft.com/office/drawing/2014/main" id="{6A1FD909-8603-4226-9F4C-5B7536D357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6" y="993"/>
                <a:ext cx="92" cy="31"/>
              </a:xfrm>
              <a:custGeom>
                <a:avLst/>
                <a:gdLst>
                  <a:gd name="T0" fmla="*/ 200 w 56"/>
                  <a:gd name="T1" fmla="*/ 0 h 19"/>
                  <a:gd name="T2" fmla="*/ 227 w 56"/>
                  <a:gd name="T3" fmla="*/ 55 h 19"/>
                  <a:gd name="T4" fmla="*/ 192 w 56"/>
                  <a:gd name="T5" fmla="*/ 62 h 19"/>
                  <a:gd name="T6" fmla="*/ 133 w 56"/>
                  <a:gd name="T7" fmla="*/ 77 h 19"/>
                  <a:gd name="T8" fmla="*/ 117 w 56"/>
                  <a:gd name="T9" fmla="*/ 77 h 19"/>
                  <a:gd name="T10" fmla="*/ 62 w 56"/>
                  <a:gd name="T11" fmla="*/ 55 h 19"/>
                  <a:gd name="T12" fmla="*/ 21 w 56"/>
                  <a:gd name="T13" fmla="*/ 54 h 19"/>
                  <a:gd name="T14" fmla="*/ 54 w 56"/>
                  <a:gd name="T15" fmla="*/ 0 h 19"/>
                  <a:gd name="T16" fmla="*/ 26 w 56"/>
                  <a:gd name="T17" fmla="*/ 29 h 19"/>
                  <a:gd name="T18" fmla="*/ 49 w 56"/>
                  <a:gd name="T19" fmla="*/ 55 h 19"/>
                  <a:gd name="T20" fmla="*/ 84 w 56"/>
                  <a:gd name="T21" fmla="*/ 64 h 19"/>
                  <a:gd name="T22" fmla="*/ 181 w 56"/>
                  <a:gd name="T23" fmla="*/ 62 h 19"/>
                  <a:gd name="T24" fmla="*/ 205 w 56"/>
                  <a:gd name="T25" fmla="*/ 55 h 19"/>
                  <a:gd name="T26" fmla="*/ 230 w 56"/>
                  <a:gd name="T27" fmla="*/ 42 h 19"/>
                  <a:gd name="T28" fmla="*/ 200 w 56"/>
                  <a:gd name="T29" fmla="*/ 0 h 19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56" h="19">
                    <a:moveTo>
                      <a:pt x="45" y="0"/>
                    </a:moveTo>
                    <a:cubicBezTo>
                      <a:pt x="48" y="3"/>
                      <a:pt x="56" y="8"/>
                      <a:pt x="51" y="13"/>
                    </a:cubicBezTo>
                    <a:cubicBezTo>
                      <a:pt x="48" y="16"/>
                      <a:pt x="46" y="13"/>
                      <a:pt x="43" y="14"/>
                    </a:cubicBezTo>
                    <a:cubicBezTo>
                      <a:pt x="40" y="14"/>
                      <a:pt x="37" y="17"/>
                      <a:pt x="30" y="18"/>
                    </a:cubicBezTo>
                    <a:cubicBezTo>
                      <a:pt x="28" y="18"/>
                      <a:pt x="27" y="18"/>
                      <a:pt x="26" y="18"/>
                    </a:cubicBezTo>
                    <a:cubicBezTo>
                      <a:pt x="19" y="17"/>
                      <a:pt x="17" y="14"/>
                      <a:pt x="14" y="13"/>
                    </a:cubicBezTo>
                    <a:cubicBezTo>
                      <a:pt x="11" y="12"/>
                      <a:pt x="8" y="16"/>
                      <a:pt x="5" y="12"/>
                    </a:cubicBezTo>
                    <a:cubicBezTo>
                      <a:pt x="0" y="7"/>
                      <a:pt x="11" y="3"/>
                      <a:pt x="12" y="0"/>
                    </a:cubicBezTo>
                    <a:cubicBezTo>
                      <a:pt x="12" y="0"/>
                      <a:pt x="10" y="2"/>
                      <a:pt x="6" y="7"/>
                    </a:cubicBezTo>
                    <a:cubicBezTo>
                      <a:pt x="2" y="12"/>
                      <a:pt x="8" y="14"/>
                      <a:pt x="11" y="13"/>
                    </a:cubicBezTo>
                    <a:cubicBezTo>
                      <a:pt x="14" y="12"/>
                      <a:pt x="15" y="12"/>
                      <a:pt x="19" y="15"/>
                    </a:cubicBezTo>
                    <a:cubicBezTo>
                      <a:pt x="24" y="18"/>
                      <a:pt x="31" y="19"/>
                      <a:pt x="41" y="14"/>
                    </a:cubicBezTo>
                    <a:cubicBezTo>
                      <a:pt x="43" y="12"/>
                      <a:pt x="44" y="13"/>
                      <a:pt x="46" y="13"/>
                    </a:cubicBezTo>
                    <a:cubicBezTo>
                      <a:pt x="47" y="13"/>
                      <a:pt x="51" y="14"/>
                      <a:pt x="52" y="10"/>
                    </a:cubicBezTo>
                    <a:cubicBezTo>
                      <a:pt x="53" y="5"/>
                      <a:pt x="46" y="5"/>
                      <a:pt x="45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3732" name="Freeform 364">
                <a:extLst>
                  <a:ext uri="{FF2B5EF4-FFF2-40B4-BE49-F238E27FC236}">
                    <a16:creationId xmlns:a16="http://schemas.microsoft.com/office/drawing/2014/main" id="{40B88E7F-DBEE-49C0-8BCE-6CC476DAD8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2" y="1001"/>
                <a:ext cx="51" cy="56"/>
              </a:xfrm>
              <a:custGeom>
                <a:avLst/>
                <a:gdLst>
                  <a:gd name="T0" fmla="*/ 138 w 31"/>
                  <a:gd name="T1" fmla="*/ 0 h 34"/>
                  <a:gd name="T2" fmla="*/ 54 w 31"/>
                  <a:gd name="T3" fmla="*/ 63 h 34"/>
                  <a:gd name="T4" fmla="*/ 97 w 31"/>
                  <a:gd name="T5" fmla="*/ 152 h 34"/>
                  <a:gd name="T6" fmla="*/ 43 w 31"/>
                  <a:gd name="T7" fmla="*/ 58 h 34"/>
                  <a:gd name="T8" fmla="*/ 138 w 31"/>
                  <a:gd name="T9" fmla="*/ 0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34">
                    <a:moveTo>
                      <a:pt x="31" y="0"/>
                    </a:moveTo>
                    <a:cubicBezTo>
                      <a:pt x="31" y="0"/>
                      <a:pt x="23" y="13"/>
                      <a:pt x="12" y="14"/>
                    </a:cubicBezTo>
                    <a:cubicBezTo>
                      <a:pt x="1" y="16"/>
                      <a:pt x="19" y="32"/>
                      <a:pt x="22" y="34"/>
                    </a:cubicBezTo>
                    <a:cubicBezTo>
                      <a:pt x="22" y="34"/>
                      <a:pt x="0" y="18"/>
                      <a:pt x="10" y="13"/>
                    </a:cubicBezTo>
                    <a:cubicBezTo>
                      <a:pt x="21" y="8"/>
                      <a:pt x="21" y="12"/>
                      <a:pt x="31" y="0"/>
                    </a:cubicBezTo>
                    <a:close/>
                  </a:path>
                </a:pathLst>
              </a:custGeom>
              <a:solidFill>
                <a:srgbClr val="ECCA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3733" name="Freeform 365">
                <a:extLst>
                  <a:ext uri="{FF2B5EF4-FFF2-40B4-BE49-F238E27FC236}">
                    <a16:creationId xmlns:a16="http://schemas.microsoft.com/office/drawing/2014/main" id="{D8E813E1-BF8F-48B7-8C28-6F2E91E050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3" y="1001"/>
                <a:ext cx="52" cy="56"/>
              </a:xfrm>
              <a:custGeom>
                <a:avLst/>
                <a:gdLst>
                  <a:gd name="T0" fmla="*/ 0 w 32"/>
                  <a:gd name="T1" fmla="*/ 0 h 34"/>
                  <a:gd name="T2" fmla="*/ 81 w 32"/>
                  <a:gd name="T3" fmla="*/ 63 h 34"/>
                  <a:gd name="T4" fmla="*/ 42 w 32"/>
                  <a:gd name="T5" fmla="*/ 152 h 34"/>
                  <a:gd name="T6" fmla="*/ 89 w 32"/>
                  <a:gd name="T7" fmla="*/ 58 h 34"/>
                  <a:gd name="T8" fmla="*/ 0 w 32"/>
                  <a:gd name="T9" fmla="*/ 0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4">
                    <a:moveTo>
                      <a:pt x="0" y="0"/>
                    </a:moveTo>
                    <a:cubicBezTo>
                      <a:pt x="0" y="0"/>
                      <a:pt x="8" y="13"/>
                      <a:pt x="19" y="14"/>
                    </a:cubicBezTo>
                    <a:cubicBezTo>
                      <a:pt x="30" y="16"/>
                      <a:pt x="12" y="32"/>
                      <a:pt x="10" y="34"/>
                    </a:cubicBezTo>
                    <a:cubicBezTo>
                      <a:pt x="10" y="34"/>
                      <a:pt x="32" y="18"/>
                      <a:pt x="21" y="13"/>
                    </a:cubicBezTo>
                    <a:cubicBezTo>
                      <a:pt x="11" y="8"/>
                      <a:pt x="10" y="12"/>
                      <a:pt x="0" y="0"/>
                    </a:cubicBezTo>
                    <a:close/>
                  </a:path>
                </a:pathLst>
              </a:custGeom>
              <a:solidFill>
                <a:srgbClr val="ECCA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3734" name="Freeform 366">
                <a:extLst>
                  <a:ext uri="{FF2B5EF4-FFF2-40B4-BE49-F238E27FC236}">
                    <a16:creationId xmlns:a16="http://schemas.microsoft.com/office/drawing/2014/main" id="{7A7275E4-7633-4A69-94E4-E78864C817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3" y="907"/>
                <a:ext cx="36" cy="109"/>
              </a:xfrm>
              <a:custGeom>
                <a:avLst/>
                <a:gdLst>
                  <a:gd name="T0" fmla="*/ 8 w 22"/>
                  <a:gd name="T1" fmla="*/ 0 h 67"/>
                  <a:gd name="T2" fmla="*/ 13 w 22"/>
                  <a:gd name="T3" fmla="*/ 96 h 67"/>
                  <a:gd name="T4" fmla="*/ 29 w 22"/>
                  <a:gd name="T5" fmla="*/ 156 h 67"/>
                  <a:gd name="T6" fmla="*/ 62 w 22"/>
                  <a:gd name="T7" fmla="*/ 225 h 67"/>
                  <a:gd name="T8" fmla="*/ 97 w 22"/>
                  <a:gd name="T9" fmla="*/ 288 h 67"/>
                  <a:gd name="T10" fmla="*/ 75 w 22"/>
                  <a:gd name="T11" fmla="*/ 202 h 67"/>
                  <a:gd name="T12" fmla="*/ 67 w 22"/>
                  <a:gd name="T13" fmla="*/ 172 h 67"/>
                  <a:gd name="T14" fmla="*/ 43 w 22"/>
                  <a:gd name="T15" fmla="*/ 143 h 67"/>
                  <a:gd name="T16" fmla="*/ 34 w 22"/>
                  <a:gd name="T17" fmla="*/ 117 h 67"/>
                  <a:gd name="T18" fmla="*/ 26 w 22"/>
                  <a:gd name="T19" fmla="*/ 89 h 67"/>
                  <a:gd name="T20" fmla="*/ 41 w 22"/>
                  <a:gd name="T21" fmla="*/ 60 h 67"/>
                  <a:gd name="T22" fmla="*/ 26 w 22"/>
                  <a:gd name="T23" fmla="*/ 39 h 67"/>
                  <a:gd name="T24" fmla="*/ 47 w 22"/>
                  <a:gd name="T25" fmla="*/ 34 h 67"/>
                  <a:gd name="T26" fmla="*/ 8 w 22"/>
                  <a:gd name="T27" fmla="*/ 5 h 6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2" h="67">
                    <a:moveTo>
                      <a:pt x="2" y="0"/>
                    </a:moveTo>
                    <a:cubicBezTo>
                      <a:pt x="0" y="7"/>
                      <a:pt x="3" y="15"/>
                      <a:pt x="3" y="22"/>
                    </a:cubicBezTo>
                    <a:cubicBezTo>
                      <a:pt x="3" y="27"/>
                      <a:pt x="4" y="31"/>
                      <a:pt x="7" y="36"/>
                    </a:cubicBezTo>
                    <a:cubicBezTo>
                      <a:pt x="9" y="42"/>
                      <a:pt x="12" y="47"/>
                      <a:pt x="14" y="52"/>
                    </a:cubicBezTo>
                    <a:cubicBezTo>
                      <a:pt x="17" y="57"/>
                      <a:pt x="18" y="63"/>
                      <a:pt x="22" y="67"/>
                    </a:cubicBezTo>
                    <a:cubicBezTo>
                      <a:pt x="18" y="64"/>
                      <a:pt x="17" y="52"/>
                      <a:pt x="17" y="47"/>
                    </a:cubicBezTo>
                    <a:cubicBezTo>
                      <a:pt x="17" y="43"/>
                      <a:pt x="17" y="43"/>
                      <a:pt x="15" y="40"/>
                    </a:cubicBezTo>
                    <a:cubicBezTo>
                      <a:pt x="13" y="38"/>
                      <a:pt x="11" y="36"/>
                      <a:pt x="10" y="33"/>
                    </a:cubicBezTo>
                    <a:cubicBezTo>
                      <a:pt x="9" y="31"/>
                      <a:pt x="8" y="29"/>
                      <a:pt x="8" y="27"/>
                    </a:cubicBezTo>
                    <a:cubicBezTo>
                      <a:pt x="7" y="25"/>
                      <a:pt x="6" y="22"/>
                      <a:pt x="6" y="21"/>
                    </a:cubicBezTo>
                    <a:cubicBezTo>
                      <a:pt x="5" y="17"/>
                      <a:pt x="4" y="13"/>
                      <a:pt x="9" y="14"/>
                    </a:cubicBezTo>
                    <a:cubicBezTo>
                      <a:pt x="8" y="13"/>
                      <a:pt x="5" y="11"/>
                      <a:pt x="6" y="9"/>
                    </a:cubicBezTo>
                    <a:cubicBezTo>
                      <a:pt x="6" y="6"/>
                      <a:pt x="10" y="8"/>
                      <a:pt x="11" y="8"/>
                    </a:cubicBezTo>
                    <a:cubicBezTo>
                      <a:pt x="8" y="5"/>
                      <a:pt x="5" y="4"/>
                      <a:pt x="2" y="1"/>
                    </a:cubicBezTo>
                  </a:path>
                </a:pathLst>
              </a:custGeom>
              <a:solidFill>
                <a:srgbClr val="F7F1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3735" name="Freeform 367">
                <a:extLst>
                  <a:ext uri="{FF2B5EF4-FFF2-40B4-BE49-F238E27FC236}">
                    <a16:creationId xmlns:a16="http://schemas.microsoft.com/office/drawing/2014/main" id="{6FEBFC9F-C3A8-4286-8C93-17EB2C5052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4" y="1016"/>
                <a:ext cx="24" cy="29"/>
              </a:xfrm>
              <a:custGeom>
                <a:avLst/>
                <a:gdLst>
                  <a:gd name="T0" fmla="*/ 61 w 15"/>
                  <a:gd name="T1" fmla="*/ 0 h 18"/>
                  <a:gd name="T2" fmla="*/ 26 w 15"/>
                  <a:gd name="T3" fmla="*/ 21 h 18"/>
                  <a:gd name="T4" fmla="*/ 29 w 15"/>
                  <a:gd name="T5" fmla="*/ 76 h 18"/>
                  <a:gd name="T6" fmla="*/ 16 w 15"/>
                  <a:gd name="T7" fmla="*/ 5 h 18"/>
                  <a:gd name="T8" fmla="*/ 42 w 15"/>
                  <a:gd name="T9" fmla="*/ 5 h 18"/>
                  <a:gd name="T10" fmla="*/ 56 w 15"/>
                  <a:gd name="T11" fmla="*/ 0 h 1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" h="18">
                    <a:moveTo>
                      <a:pt x="15" y="0"/>
                    </a:moveTo>
                    <a:cubicBezTo>
                      <a:pt x="12" y="2"/>
                      <a:pt x="8" y="1"/>
                      <a:pt x="6" y="5"/>
                    </a:cubicBezTo>
                    <a:cubicBezTo>
                      <a:pt x="4" y="9"/>
                      <a:pt x="6" y="13"/>
                      <a:pt x="7" y="18"/>
                    </a:cubicBezTo>
                    <a:cubicBezTo>
                      <a:pt x="5" y="15"/>
                      <a:pt x="0" y="4"/>
                      <a:pt x="4" y="1"/>
                    </a:cubicBezTo>
                    <a:cubicBezTo>
                      <a:pt x="6" y="0"/>
                      <a:pt x="8" y="1"/>
                      <a:pt x="10" y="1"/>
                    </a:cubicBezTo>
                    <a:cubicBezTo>
                      <a:pt x="11" y="1"/>
                      <a:pt x="13" y="0"/>
                      <a:pt x="14" y="0"/>
                    </a:cubicBezTo>
                  </a:path>
                </a:pathLst>
              </a:custGeom>
              <a:solidFill>
                <a:srgbClr val="F7F1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3736" name="Freeform 368">
                <a:extLst>
                  <a:ext uri="{FF2B5EF4-FFF2-40B4-BE49-F238E27FC236}">
                    <a16:creationId xmlns:a16="http://schemas.microsoft.com/office/drawing/2014/main" id="{CA67EBD1-A612-4BF1-A7EF-95E7EEEFAB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6" y="1013"/>
                <a:ext cx="26" cy="31"/>
              </a:xfrm>
              <a:custGeom>
                <a:avLst/>
                <a:gdLst>
                  <a:gd name="T0" fmla="*/ 0 w 16"/>
                  <a:gd name="T1" fmla="*/ 5 h 19"/>
                  <a:gd name="T2" fmla="*/ 42 w 16"/>
                  <a:gd name="T3" fmla="*/ 34 h 19"/>
                  <a:gd name="T4" fmla="*/ 34 w 16"/>
                  <a:gd name="T5" fmla="*/ 83 h 19"/>
                  <a:gd name="T6" fmla="*/ 54 w 16"/>
                  <a:gd name="T7" fmla="*/ 21 h 19"/>
                  <a:gd name="T8" fmla="*/ 21 w 16"/>
                  <a:gd name="T9" fmla="*/ 13 h 19"/>
                  <a:gd name="T10" fmla="*/ 5 w 16"/>
                  <a:gd name="T11" fmla="*/ 0 h 1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6" h="19">
                    <a:moveTo>
                      <a:pt x="0" y="1"/>
                    </a:moveTo>
                    <a:cubicBezTo>
                      <a:pt x="0" y="4"/>
                      <a:pt x="8" y="6"/>
                      <a:pt x="10" y="8"/>
                    </a:cubicBezTo>
                    <a:cubicBezTo>
                      <a:pt x="13" y="10"/>
                      <a:pt x="9" y="17"/>
                      <a:pt x="8" y="19"/>
                    </a:cubicBezTo>
                    <a:cubicBezTo>
                      <a:pt x="10" y="17"/>
                      <a:pt x="16" y="8"/>
                      <a:pt x="12" y="5"/>
                    </a:cubicBezTo>
                    <a:cubicBezTo>
                      <a:pt x="10" y="4"/>
                      <a:pt x="7" y="3"/>
                      <a:pt x="5" y="3"/>
                    </a:cubicBezTo>
                    <a:cubicBezTo>
                      <a:pt x="4" y="2"/>
                      <a:pt x="1" y="1"/>
                      <a:pt x="1" y="0"/>
                    </a:cubicBezTo>
                  </a:path>
                </a:pathLst>
              </a:custGeom>
              <a:solidFill>
                <a:srgbClr val="F7F1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3737" name="Freeform 369">
                <a:extLst>
                  <a:ext uri="{FF2B5EF4-FFF2-40B4-BE49-F238E27FC236}">
                    <a16:creationId xmlns:a16="http://schemas.microsoft.com/office/drawing/2014/main" id="{D7C85E52-A097-4D92-9DE4-8EF6CCB422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9" y="944"/>
                <a:ext cx="64" cy="12"/>
              </a:xfrm>
              <a:custGeom>
                <a:avLst/>
                <a:gdLst>
                  <a:gd name="T0" fmla="*/ 172 w 39"/>
                  <a:gd name="T1" fmla="*/ 26 h 7"/>
                  <a:gd name="T2" fmla="*/ 146 w 39"/>
                  <a:gd name="T3" fmla="*/ 21 h 7"/>
                  <a:gd name="T4" fmla="*/ 0 w 39"/>
                  <a:gd name="T5" fmla="*/ 21 h 7"/>
                  <a:gd name="T6" fmla="*/ 146 w 39"/>
                  <a:gd name="T7" fmla="*/ 29 h 7"/>
                  <a:gd name="T8" fmla="*/ 172 w 39"/>
                  <a:gd name="T9" fmla="*/ 26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9" h="7">
                    <a:moveTo>
                      <a:pt x="39" y="5"/>
                    </a:moveTo>
                    <a:cubicBezTo>
                      <a:pt x="39" y="4"/>
                      <a:pt x="35" y="5"/>
                      <a:pt x="33" y="4"/>
                    </a:cubicBezTo>
                    <a:cubicBezTo>
                      <a:pt x="30" y="4"/>
                      <a:pt x="11" y="0"/>
                      <a:pt x="0" y="4"/>
                    </a:cubicBezTo>
                    <a:cubicBezTo>
                      <a:pt x="0" y="4"/>
                      <a:pt x="20" y="7"/>
                      <a:pt x="33" y="6"/>
                    </a:cubicBezTo>
                    <a:cubicBezTo>
                      <a:pt x="39" y="6"/>
                      <a:pt x="39" y="6"/>
                      <a:pt x="39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3738" name="Freeform 370">
                <a:extLst>
                  <a:ext uri="{FF2B5EF4-FFF2-40B4-BE49-F238E27FC236}">
                    <a16:creationId xmlns:a16="http://schemas.microsoft.com/office/drawing/2014/main" id="{4F0F2DB1-EBEF-43F7-98A8-3C7B2B6058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6" y="948"/>
                <a:ext cx="27" cy="6"/>
              </a:xfrm>
              <a:custGeom>
                <a:avLst/>
                <a:gdLst>
                  <a:gd name="T0" fmla="*/ 64 w 17"/>
                  <a:gd name="T1" fmla="*/ 5 h 4"/>
                  <a:gd name="T2" fmla="*/ 5 w 17"/>
                  <a:gd name="T3" fmla="*/ 0 h 4"/>
                  <a:gd name="T4" fmla="*/ 0 w 17"/>
                  <a:gd name="T5" fmla="*/ 8 h 4"/>
                  <a:gd name="T6" fmla="*/ 0 w 17"/>
                  <a:gd name="T7" fmla="*/ 12 h 4"/>
                  <a:gd name="T8" fmla="*/ 64 w 17"/>
                  <a:gd name="T9" fmla="*/ 14 h 4"/>
                  <a:gd name="T10" fmla="*/ 68 w 17"/>
                  <a:gd name="T11" fmla="*/ 8 h 4"/>
                  <a:gd name="T12" fmla="*/ 64 w 17"/>
                  <a:gd name="T13" fmla="*/ 5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4">
                    <a:moveTo>
                      <a:pt x="16" y="1"/>
                    </a:moveTo>
                    <a:cubicBezTo>
                      <a:pt x="12" y="1"/>
                      <a:pt x="7" y="0"/>
                      <a:pt x="1" y="0"/>
                    </a:cubicBezTo>
                    <a:cubicBezTo>
                      <a:pt x="1" y="1"/>
                      <a:pt x="0" y="2"/>
                      <a:pt x="0" y="2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5" y="4"/>
                      <a:pt x="11" y="4"/>
                      <a:pt x="16" y="4"/>
                    </a:cubicBezTo>
                    <a:cubicBezTo>
                      <a:pt x="17" y="4"/>
                      <a:pt x="17" y="3"/>
                      <a:pt x="17" y="2"/>
                    </a:cubicBezTo>
                    <a:cubicBezTo>
                      <a:pt x="17" y="2"/>
                      <a:pt x="17" y="2"/>
                      <a:pt x="16" y="1"/>
                    </a:cubicBezTo>
                    <a:close/>
                  </a:path>
                </a:pathLst>
              </a:custGeom>
              <a:solidFill>
                <a:srgbClr val="33110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3739" name="Freeform 371">
                <a:extLst>
                  <a:ext uri="{FF2B5EF4-FFF2-40B4-BE49-F238E27FC236}">
                    <a16:creationId xmlns:a16="http://schemas.microsoft.com/office/drawing/2014/main" id="{712B86CD-EBF0-4B2F-BF42-1274A9B109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6" y="948"/>
                <a:ext cx="27" cy="6"/>
              </a:xfrm>
              <a:custGeom>
                <a:avLst/>
                <a:gdLst>
                  <a:gd name="T0" fmla="*/ 64 w 17"/>
                  <a:gd name="T1" fmla="*/ 5 h 4"/>
                  <a:gd name="T2" fmla="*/ 5 w 17"/>
                  <a:gd name="T3" fmla="*/ 0 h 4"/>
                  <a:gd name="T4" fmla="*/ 0 w 17"/>
                  <a:gd name="T5" fmla="*/ 8 h 4"/>
                  <a:gd name="T6" fmla="*/ 0 w 17"/>
                  <a:gd name="T7" fmla="*/ 12 h 4"/>
                  <a:gd name="T8" fmla="*/ 64 w 17"/>
                  <a:gd name="T9" fmla="*/ 14 h 4"/>
                  <a:gd name="T10" fmla="*/ 68 w 17"/>
                  <a:gd name="T11" fmla="*/ 8 h 4"/>
                  <a:gd name="T12" fmla="*/ 64 w 17"/>
                  <a:gd name="T13" fmla="*/ 5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4">
                    <a:moveTo>
                      <a:pt x="16" y="1"/>
                    </a:moveTo>
                    <a:cubicBezTo>
                      <a:pt x="12" y="1"/>
                      <a:pt x="7" y="0"/>
                      <a:pt x="1" y="0"/>
                    </a:cubicBezTo>
                    <a:cubicBezTo>
                      <a:pt x="1" y="1"/>
                      <a:pt x="0" y="2"/>
                      <a:pt x="0" y="2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5" y="4"/>
                      <a:pt x="11" y="4"/>
                      <a:pt x="16" y="4"/>
                    </a:cubicBezTo>
                    <a:cubicBezTo>
                      <a:pt x="17" y="4"/>
                      <a:pt x="17" y="3"/>
                      <a:pt x="17" y="2"/>
                    </a:cubicBezTo>
                    <a:cubicBezTo>
                      <a:pt x="17" y="2"/>
                      <a:pt x="17" y="2"/>
                      <a:pt x="16" y="1"/>
                    </a:cubicBezTo>
                    <a:close/>
                  </a:path>
                </a:pathLst>
              </a:custGeom>
              <a:noFill/>
              <a:ln w="0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3740" name="Freeform 372">
                <a:extLst>
                  <a:ext uri="{FF2B5EF4-FFF2-40B4-BE49-F238E27FC236}">
                    <a16:creationId xmlns:a16="http://schemas.microsoft.com/office/drawing/2014/main" id="{AD8128B6-5A57-48AD-8D4C-14BBB242A1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9" y="944"/>
                <a:ext cx="66" cy="12"/>
              </a:xfrm>
              <a:custGeom>
                <a:avLst/>
                <a:gdLst>
                  <a:gd name="T0" fmla="*/ 175 w 40"/>
                  <a:gd name="T1" fmla="*/ 26 h 7"/>
                  <a:gd name="T2" fmla="*/ 147 w 40"/>
                  <a:gd name="T3" fmla="*/ 21 h 7"/>
                  <a:gd name="T4" fmla="*/ 0 w 40"/>
                  <a:gd name="T5" fmla="*/ 21 h 7"/>
                  <a:gd name="T6" fmla="*/ 147 w 40"/>
                  <a:gd name="T7" fmla="*/ 29 h 7"/>
                  <a:gd name="T8" fmla="*/ 175 w 40"/>
                  <a:gd name="T9" fmla="*/ 26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0" h="7">
                    <a:moveTo>
                      <a:pt x="39" y="5"/>
                    </a:moveTo>
                    <a:cubicBezTo>
                      <a:pt x="40" y="4"/>
                      <a:pt x="36" y="5"/>
                      <a:pt x="33" y="4"/>
                    </a:cubicBezTo>
                    <a:cubicBezTo>
                      <a:pt x="30" y="3"/>
                      <a:pt x="12" y="0"/>
                      <a:pt x="0" y="4"/>
                    </a:cubicBezTo>
                    <a:cubicBezTo>
                      <a:pt x="0" y="4"/>
                      <a:pt x="20" y="7"/>
                      <a:pt x="33" y="6"/>
                    </a:cubicBezTo>
                    <a:cubicBezTo>
                      <a:pt x="39" y="5"/>
                      <a:pt x="39" y="5"/>
                      <a:pt x="39" y="5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3741" name="Oval 373">
                <a:extLst>
                  <a:ext uri="{FF2B5EF4-FFF2-40B4-BE49-F238E27FC236}">
                    <a16:creationId xmlns:a16="http://schemas.microsoft.com/office/drawing/2014/main" id="{1F904D05-C14F-450E-A49C-E7EBD95F63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35" y="949"/>
                <a:ext cx="9" cy="4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742" name="Oval 374">
                <a:extLst>
                  <a:ext uri="{FF2B5EF4-FFF2-40B4-BE49-F238E27FC236}">
                    <a16:creationId xmlns:a16="http://schemas.microsoft.com/office/drawing/2014/main" id="{F687657F-CEDE-4ECE-8F9B-84F400529A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40" y="949"/>
                <a:ext cx="5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743" name="Freeform 375">
                <a:extLst>
                  <a:ext uri="{FF2B5EF4-FFF2-40B4-BE49-F238E27FC236}">
                    <a16:creationId xmlns:a16="http://schemas.microsoft.com/office/drawing/2014/main" id="{EEEC29BA-96B1-4B32-AB8D-6A5889DF75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1" y="943"/>
                <a:ext cx="60" cy="11"/>
              </a:xfrm>
              <a:custGeom>
                <a:avLst/>
                <a:gdLst>
                  <a:gd name="T0" fmla="*/ 157 w 37"/>
                  <a:gd name="T1" fmla="*/ 13 h 7"/>
                  <a:gd name="T2" fmla="*/ 123 w 37"/>
                  <a:gd name="T3" fmla="*/ 14 h 7"/>
                  <a:gd name="T4" fmla="*/ 102 w 37"/>
                  <a:gd name="T5" fmla="*/ 14 h 7"/>
                  <a:gd name="T6" fmla="*/ 63 w 37"/>
                  <a:gd name="T7" fmla="*/ 20 h 7"/>
                  <a:gd name="T8" fmla="*/ 34 w 37"/>
                  <a:gd name="T9" fmla="*/ 20 h 7"/>
                  <a:gd name="T10" fmla="*/ 0 w 37"/>
                  <a:gd name="T11" fmla="*/ 27 h 7"/>
                  <a:gd name="T12" fmla="*/ 55 w 37"/>
                  <a:gd name="T13" fmla="*/ 5 h 7"/>
                  <a:gd name="T14" fmla="*/ 115 w 37"/>
                  <a:gd name="T15" fmla="*/ 5 h 7"/>
                  <a:gd name="T16" fmla="*/ 152 w 37"/>
                  <a:gd name="T17" fmla="*/ 8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7" h="7">
                    <a:moveTo>
                      <a:pt x="37" y="3"/>
                    </a:moveTo>
                    <a:cubicBezTo>
                      <a:pt x="34" y="3"/>
                      <a:pt x="31" y="4"/>
                      <a:pt x="29" y="4"/>
                    </a:cubicBezTo>
                    <a:cubicBezTo>
                      <a:pt x="27" y="4"/>
                      <a:pt x="26" y="4"/>
                      <a:pt x="24" y="4"/>
                    </a:cubicBezTo>
                    <a:cubicBezTo>
                      <a:pt x="21" y="4"/>
                      <a:pt x="19" y="5"/>
                      <a:pt x="15" y="5"/>
                    </a:cubicBezTo>
                    <a:cubicBezTo>
                      <a:pt x="13" y="5"/>
                      <a:pt x="10" y="5"/>
                      <a:pt x="8" y="5"/>
                    </a:cubicBezTo>
                    <a:cubicBezTo>
                      <a:pt x="5" y="6"/>
                      <a:pt x="3" y="6"/>
                      <a:pt x="0" y="7"/>
                    </a:cubicBezTo>
                    <a:cubicBezTo>
                      <a:pt x="3" y="4"/>
                      <a:pt x="8" y="2"/>
                      <a:pt x="13" y="1"/>
                    </a:cubicBezTo>
                    <a:cubicBezTo>
                      <a:pt x="17" y="0"/>
                      <a:pt x="22" y="1"/>
                      <a:pt x="27" y="1"/>
                    </a:cubicBezTo>
                    <a:cubicBezTo>
                      <a:pt x="30" y="1"/>
                      <a:pt x="33" y="1"/>
                      <a:pt x="36" y="2"/>
                    </a:cubicBezTo>
                  </a:path>
                </a:pathLst>
              </a:custGeom>
              <a:solidFill>
                <a:srgbClr val="F3E7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3744" name="Freeform 376">
                <a:extLst>
                  <a:ext uri="{FF2B5EF4-FFF2-40B4-BE49-F238E27FC236}">
                    <a16:creationId xmlns:a16="http://schemas.microsoft.com/office/drawing/2014/main" id="{E974D92F-C9D4-4FF2-9D45-10EB608D04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4" y="948"/>
                <a:ext cx="66" cy="5"/>
              </a:xfrm>
              <a:custGeom>
                <a:avLst/>
                <a:gdLst>
                  <a:gd name="T0" fmla="*/ 180 w 40"/>
                  <a:gd name="T1" fmla="*/ 0 h 3"/>
                  <a:gd name="T2" fmla="*/ 144 w 40"/>
                  <a:gd name="T3" fmla="*/ 0 h 3"/>
                  <a:gd name="T4" fmla="*/ 125 w 40"/>
                  <a:gd name="T5" fmla="*/ 5 h 3"/>
                  <a:gd name="T6" fmla="*/ 109 w 40"/>
                  <a:gd name="T7" fmla="*/ 5 h 3"/>
                  <a:gd name="T8" fmla="*/ 28 w 40"/>
                  <a:gd name="T9" fmla="*/ 8 h 3"/>
                  <a:gd name="T10" fmla="*/ 0 w 40"/>
                  <a:gd name="T11" fmla="*/ 13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0" h="3">
                    <a:moveTo>
                      <a:pt x="40" y="0"/>
                    </a:moveTo>
                    <a:cubicBezTo>
                      <a:pt x="39" y="0"/>
                      <a:pt x="33" y="0"/>
                      <a:pt x="32" y="0"/>
                    </a:cubicBezTo>
                    <a:cubicBezTo>
                      <a:pt x="31" y="0"/>
                      <a:pt x="29" y="0"/>
                      <a:pt x="28" y="1"/>
                    </a:cubicBezTo>
                    <a:cubicBezTo>
                      <a:pt x="27" y="1"/>
                      <a:pt x="25" y="1"/>
                      <a:pt x="24" y="1"/>
                    </a:cubicBezTo>
                    <a:cubicBezTo>
                      <a:pt x="18" y="2"/>
                      <a:pt x="12" y="2"/>
                      <a:pt x="6" y="2"/>
                    </a:cubicBezTo>
                    <a:cubicBezTo>
                      <a:pt x="4" y="3"/>
                      <a:pt x="2" y="3"/>
                      <a:pt x="0" y="3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3745" name="Freeform 377">
                <a:extLst>
                  <a:ext uri="{FF2B5EF4-FFF2-40B4-BE49-F238E27FC236}">
                    <a16:creationId xmlns:a16="http://schemas.microsoft.com/office/drawing/2014/main" id="{A3DDD752-568F-4213-9497-F90945BAD8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0" y="941"/>
                <a:ext cx="37" cy="8"/>
              </a:xfrm>
              <a:custGeom>
                <a:avLst/>
                <a:gdLst>
                  <a:gd name="T0" fmla="*/ 97 w 23"/>
                  <a:gd name="T1" fmla="*/ 0 h 5"/>
                  <a:gd name="T2" fmla="*/ 37 w 23"/>
                  <a:gd name="T3" fmla="*/ 8 h 5"/>
                  <a:gd name="T4" fmla="*/ 0 w 23"/>
                  <a:gd name="T5" fmla="*/ 21 h 5"/>
                  <a:gd name="T6" fmla="*/ 42 w 23"/>
                  <a:gd name="T7" fmla="*/ 5 h 5"/>
                  <a:gd name="T8" fmla="*/ 69 w 23"/>
                  <a:gd name="T9" fmla="*/ 0 h 5"/>
                  <a:gd name="T10" fmla="*/ 97 w 23"/>
                  <a:gd name="T11" fmla="*/ 0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3" h="5">
                    <a:moveTo>
                      <a:pt x="23" y="0"/>
                    </a:moveTo>
                    <a:cubicBezTo>
                      <a:pt x="19" y="1"/>
                      <a:pt x="14" y="1"/>
                      <a:pt x="9" y="2"/>
                    </a:cubicBezTo>
                    <a:cubicBezTo>
                      <a:pt x="6" y="3"/>
                      <a:pt x="4" y="4"/>
                      <a:pt x="0" y="5"/>
                    </a:cubicBezTo>
                    <a:cubicBezTo>
                      <a:pt x="5" y="5"/>
                      <a:pt x="7" y="2"/>
                      <a:pt x="10" y="1"/>
                    </a:cubicBezTo>
                    <a:cubicBezTo>
                      <a:pt x="12" y="1"/>
                      <a:pt x="14" y="0"/>
                      <a:pt x="17" y="0"/>
                    </a:cubicBezTo>
                    <a:cubicBezTo>
                      <a:pt x="18" y="0"/>
                      <a:pt x="21" y="0"/>
                      <a:pt x="23" y="0"/>
                    </a:cubicBezTo>
                  </a:path>
                </a:pathLst>
              </a:custGeom>
              <a:solidFill>
                <a:srgbClr val="ECCA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3746" name="Freeform 378">
                <a:extLst>
                  <a:ext uri="{FF2B5EF4-FFF2-40B4-BE49-F238E27FC236}">
                    <a16:creationId xmlns:a16="http://schemas.microsoft.com/office/drawing/2014/main" id="{E4F420A9-76FF-490D-838B-CCB60F0147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9" y="957"/>
                <a:ext cx="41" cy="13"/>
              </a:xfrm>
              <a:custGeom>
                <a:avLst/>
                <a:gdLst>
                  <a:gd name="T0" fmla="*/ 110 w 25"/>
                  <a:gd name="T1" fmla="*/ 0 h 8"/>
                  <a:gd name="T2" fmla="*/ 62 w 25"/>
                  <a:gd name="T3" fmla="*/ 21 h 8"/>
                  <a:gd name="T4" fmla="*/ 26 w 25"/>
                  <a:gd name="T5" fmla="*/ 29 h 8"/>
                  <a:gd name="T6" fmla="*/ 0 w 25"/>
                  <a:gd name="T7" fmla="*/ 34 h 8"/>
                  <a:gd name="T8" fmla="*/ 62 w 25"/>
                  <a:gd name="T9" fmla="*/ 18 h 8"/>
                  <a:gd name="T10" fmla="*/ 84 w 25"/>
                  <a:gd name="T11" fmla="*/ 5 h 8"/>
                  <a:gd name="T12" fmla="*/ 110 w 25"/>
                  <a:gd name="T13" fmla="*/ 0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" h="8">
                    <a:moveTo>
                      <a:pt x="25" y="0"/>
                    </a:moveTo>
                    <a:cubicBezTo>
                      <a:pt x="20" y="0"/>
                      <a:pt x="18" y="3"/>
                      <a:pt x="14" y="5"/>
                    </a:cubicBezTo>
                    <a:cubicBezTo>
                      <a:pt x="12" y="6"/>
                      <a:pt x="9" y="7"/>
                      <a:pt x="6" y="7"/>
                    </a:cubicBezTo>
                    <a:cubicBezTo>
                      <a:pt x="4" y="7"/>
                      <a:pt x="2" y="7"/>
                      <a:pt x="0" y="8"/>
                    </a:cubicBezTo>
                    <a:cubicBezTo>
                      <a:pt x="6" y="7"/>
                      <a:pt x="10" y="6"/>
                      <a:pt x="14" y="4"/>
                    </a:cubicBezTo>
                    <a:cubicBezTo>
                      <a:pt x="15" y="3"/>
                      <a:pt x="17" y="2"/>
                      <a:pt x="19" y="1"/>
                    </a:cubicBezTo>
                    <a:cubicBezTo>
                      <a:pt x="21" y="0"/>
                      <a:pt x="24" y="0"/>
                      <a:pt x="25" y="0"/>
                    </a:cubicBezTo>
                  </a:path>
                </a:pathLst>
              </a:custGeom>
              <a:solidFill>
                <a:srgbClr val="ECCA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3747" name="Freeform 379">
                <a:extLst>
                  <a:ext uri="{FF2B5EF4-FFF2-40B4-BE49-F238E27FC236}">
                    <a16:creationId xmlns:a16="http://schemas.microsoft.com/office/drawing/2014/main" id="{F1D3A0DF-5A93-491B-9BF5-99641DC149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3" y="930"/>
                <a:ext cx="16" cy="13"/>
              </a:xfrm>
              <a:custGeom>
                <a:avLst/>
                <a:gdLst>
                  <a:gd name="T0" fmla="*/ 0 w 10"/>
                  <a:gd name="T1" fmla="*/ 34 h 8"/>
                  <a:gd name="T2" fmla="*/ 26 w 10"/>
                  <a:gd name="T3" fmla="*/ 18 h 8"/>
                  <a:gd name="T4" fmla="*/ 35 w 10"/>
                  <a:gd name="T5" fmla="*/ 8 h 8"/>
                  <a:gd name="T6" fmla="*/ 42 w 10"/>
                  <a:gd name="T7" fmla="*/ 0 h 8"/>
                  <a:gd name="T8" fmla="*/ 42 w 10"/>
                  <a:gd name="T9" fmla="*/ 8 h 8"/>
                  <a:gd name="T10" fmla="*/ 34 w 10"/>
                  <a:gd name="T11" fmla="*/ 21 h 8"/>
                  <a:gd name="T12" fmla="*/ 5 w 10"/>
                  <a:gd name="T13" fmla="*/ 34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8">
                    <a:moveTo>
                      <a:pt x="0" y="8"/>
                    </a:moveTo>
                    <a:cubicBezTo>
                      <a:pt x="4" y="8"/>
                      <a:pt x="4" y="6"/>
                      <a:pt x="6" y="4"/>
                    </a:cubicBezTo>
                    <a:cubicBezTo>
                      <a:pt x="7" y="4"/>
                      <a:pt x="9" y="3"/>
                      <a:pt x="9" y="2"/>
                    </a:cubicBezTo>
                    <a:cubicBezTo>
                      <a:pt x="10" y="1"/>
                      <a:pt x="9" y="0"/>
                      <a:pt x="10" y="0"/>
                    </a:cubicBezTo>
                    <a:cubicBezTo>
                      <a:pt x="10" y="1"/>
                      <a:pt x="10" y="1"/>
                      <a:pt x="10" y="2"/>
                    </a:cubicBezTo>
                    <a:cubicBezTo>
                      <a:pt x="10" y="4"/>
                      <a:pt x="9" y="4"/>
                      <a:pt x="8" y="5"/>
                    </a:cubicBezTo>
                    <a:cubicBezTo>
                      <a:pt x="5" y="6"/>
                      <a:pt x="5" y="7"/>
                      <a:pt x="1" y="8"/>
                    </a:cubicBezTo>
                  </a:path>
                </a:pathLst>
              </a:custGeom>
              <a:solidFill>
                <a:srgbClr val="ECCA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3748" name="Freeform 380">
                <a:extLst>
                  <a:ext uri="{FF2B5EF4-FFF2-40B4-BE49-F238E27FC236}">
                    <a16:creationId xmlns:a16="http://schemas.microsoft.com/office/drawing/2014/main" id="{B427DBE0-7027-4B64-B77B-CABFB93189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1" y="936"/>
                <a:ext cx="11" cy="7"/>
              </a:xfrm>
              <a:custGeom>
                <a:avLst/>
                <a:gdLst>
                  <a:gd name="T0" fmla="*/ 0 w 7"/>
                  <a:gd name="T1" fmla="*/ 16 h 4"/>
                  <a:gd name="T2" fmla="*/ 13 w 7"/>
                  <a:gd name="T3" fmla="*/ 7 h 4"/>
                  <a:gd name="T4" fmla="*/ 27 w 7"/>
                  <a:gd name="T5" fmla="*/ 0 h 4"/>
                  <a:gd name="T6" fmla="*/ 5 w 7"/>
                  <a:gd name="T7" fmla="*/ 21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4">
                    <a:moveTo>
                      <a:pt x="0" y="3"/>
                    </a:moveTo>
                    <a:cubicBezTo>
                      <a:pt x="2" y="3"/>
                      <a:pt x="2" y="2"/>
                      <a:pt x="3" y="1"/>
                    </a:cubicBezTo>
                    <a:cubicBezTo>
                      <a:pt x="5" y="1"/>
                      <a:pt x="7" y="1"/>
                      <a:pt x="7" y="0"/>
                    </a:cubicBezTo>
                    <a:cubicBezTo>
                      <a:pt x="6" y="2"/>
                      <a:pt x="2" y="2"/>
                      <a:pt x="1" y="4"/>
                    </a:cubicBezTo>
                  </a:path>
                </a:pathLst>
              </a:custGeom>
              <a:solidFill>
                <a:srgbClr val="ECCA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3749" name="Freeform 381">
                <a:extLst>
                  <a:ext uri="{FF2B5EF4-FFF2-40B4-BE49-F238E27FC236}">
                    <a16:creationId xmlns:a16="http://schemas.microsoft.com/office/drawing/2014/main" id="{1870DFCF-194B-4577-93AF-62BE507CE4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5" y="944"/>
                <a:ext cx="23" cy="12"/>
              </a:xfrm>
              <a:custGeom>
                <a:avLst/>
                <a:gdLst>
                  <a:gd name="T0" fmla="*/ 0 w 14"/>
                  <a:gd name="T1" fmla="*/ 15 h 7"/>
                  <a:gd name="T2" fmla="*/ 21 w 14"/>
                  <a:gd name="T3" fmla="*/ 15 h 7"/>
                  <a:gd name="T4" fmla="*/ 35 w 14"/>
                  <a:gd name="T5" fmla="*/ 9 h 7"/>
                  <a:gd name="T6" fmla="*/ 49 w 14"/>
                  <a:gd name="T7" fmla="*/ 5 h 7"/>
                  <a:gd name="T8" fmla="*/ 58 w 14"/>
                  <a:gd name="T9" fmla="*/ 0 h 7"/>
                  <a:gd name="T10" fmla="*/ 58 w 14"/>
                  <a:gd name="T11" fmla="*/ 5 h 7"/>
                  <a:gd name="T12" fmla="*/ 58 w 14"/>
                  <a:gd name="T13" fmla="*/ 9 h 7"/>
                  <a:gd name="T14" fmla="*/ 62 w 14"/>
                  <a:gd name="T15" fmla="*/ 15 h 7"/>
                  <a:gd name="T16" fmla="*/ 58 w 14"/>
                  <a:gd name="T17" fmla="*/ 26 h 7"/>
                  <a:gd name="T18" fmla="*/ 49 w 14"/>
                  <a:gd name="T19" fmla="*/ 36 h 7"/>
                  <a:gd name="T20" fmla="*/ 54 w 14"/>
                  <a:gd name="T21" fmla="*/ 21 h 7"/>
                  <a:gd name="T22" fmla="*/ 35 w 14"/>
                  <a:gd name="T23" fmla="*/ 21 h 7"/>
                  <a:gd name="T24" fmla="*/ 20 w 14"/>
                  <a:gd name="T25" fmla="*/ 15 h 7"/>
                  <a:gd name="T26" fmla="*/ 0 w 14"/>
                  <a:gd name="T27" fmla="*/ 15 h 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4" h="7">
                    <a:moveTo>
                      <a:pt x="0" y="3"/>
                    </a:moveTo>
                    <a:cubicBezTo>
                      <a:pt x="1" y="2"/>
                      <a:pt x="3" y="3"/>
                      <a:pt x="5" y="3"/>
                    </a:cubicBezTo>
                    <a:cubicBezTo>
                      <a:pt x="6" y="2"/>
                      <a:pt x="7" y="2"/>
                      <a:pt x="8" y="2"/>
                    </a:cubicBezTo>
                    <a:cubicBezTo>
                      <a:pt x="10" y="2"/>
                      <a:pt x="10" y="1"/>
                      <a:pt x="11" y="1"/>
                    </a:cubicBezTo>
                    <a:cubicBezTo>
                      <a:pt x="12" y="1"/>
                      <a:pt x="13" y="0"/>
                      <a:pt x="13" y="0"/>
                    </a:cubicBezTo>
                    <a:cubicBezTo>
                      <a:pt x="13" y="0"/>
                      <a:pt x="12" y="1"/>
                      <a:pt x="13" y="1"/>
                    </a:cubicBezTo>
                    <a:cubicBezTo>
                      <a:pt x="13" y="2"/>
                      <a:pt x="13" y="2"/>
                      <a:pt x="13" y="2"/>
                    </a:cubicBezTo>
                    <a:cubicBezTo>
                      <a:pt x="14" y="2"/>
                      <a:pt x="14" y="3"/>
                      <a:pt x="14" y="3"/>
                    </a:cubicBezTo>
                    <a:cubicBezTo>
                      <a:pt x="13" y="4"/>
                      <a:pt x="14" y="4"/>
                      <a:pt x="13" y="5"/>
                    </a:cubicBezTo>
                    <a:cubicBezTo>
                      <a:pt x="13" y="6"/>
                      <a:pt x="12" y="6"/>
                      <a:pt x="11" y="7"/>
                    </a:cubicBezTo>
                    <a:cubicBezTo>
                      <a:pt x="11" y="6"/>
                      <a:pt x="13" y="5"/>
                      <a:pt x="12" y="4"/>
                    </a:cubicBezTo>
                    <a:cubicBezTo>
                      <a:pt x="11" y="4"/>
                      <a:pt x="9" y="4"/>
                      <a:pt x="8" y="4"/>
                    </a:cubicBezTo>
                    <a:cubicBezTo>
                      <a:pt x="7" y="4"/>
                      <a:pt x="5" y="4"/>
                      <a:pt x="4" y="3"/>
                    </a:cubicBezTo>
                    <a:cubicBezTo>
                      <a:pt x="3" y="3"/>
                      <a:pt x="1" y="3"/>
                      <a:pt x="0" y="3"/>
                    </a:cubicBezTo>
                  </a:path>
                </a:pathLst>
              </a:custGeom>
              <a:solidFill>
                <a:srgbClr val="ECCA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3750" name="Freeform 382">
                <a:extLst>
                  <a:ext uri="{FF2B5EF4-FFF2-40B4-BE49-F238E27FC236}">
                    <a16:creationId xmlns:a16="http://schemas.microsoft.com/office/drawing/2014/main" id="{EB71D135-8994-4138-ADC4-EF4AD93EB5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8" y="944"/>
                <a:ext cx="65" cy="12"/>
              </a:xfrm>
              <a:custGeom>
                <a:avLst/>
                <a:gdLst>
                  <a:gd name="T0" fmla="*/ 0 w 40"/>
                  <a:gd name="T1" fmla="*/ 26 h 7"/>
                  <a:gd name="T2" fmla="*/ 29 w 40"/>
                  <a:gd name="T3" fmla="*/ 21 h 7"/>
                  <a:gd name="T4" fmla="*/ 172 w 40"/>
                  <a:gd name="T5" fmla="*/ 21 h 7"/>
                  <a:gd name="T6" fmla="*/ 26 w 40"/>
                  <a:gd name="T7" fmla="*/ 29 h 7"/>
                  <a:gd name="T8" fmla="*/ 0 w 40"/>
                  <a:gd name="T9" fmla="*/ 26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0" h="7">
                    <a:moveTo>
                      <a:pt x="0" y="5"/>
                    </a:moveTo>
                    <a:cubicBezTo>
                      <a:pt x="0" y="4"/>
                      <a:pt x="4" y="5"/>
                      <a:pt x="7" y="4"/>
                    </a:cubicBezTo>
                    <a:cubicBezTo>
                      <a:pt x="9" y="4"/>
                      <a:pt x="28" y="0"/>
                      <a:pt x="40" y="4"/>
                    </a:cubicBezTo>
                    <a:cubicBezTo>
                      <a:pt x="40" y="4"/>
                      <a:pt x="20" y="7"/>
                      <a:pt x="6" y="6"/>
                    </a:cubicBezTo>
                    <a:cubicBezTo>
                      <a:pt x="1" y="6"/>
                      <a:pt x="1" y="6"/>
                      <a:pt x="0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3751" name="Freeform 383">
                <a:extLst>
                  <a:ext uri="{FF2B5EF4-FFF2-40B4-BE49-F238E27FC236}">
                    <a16:creationId xmlns:a16="http://schemas.microsoft.com/office/drawing/2014/main" id="{C7EA9DCD-5666-4C79-96D2-3531F3136E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9" y="948"/>
                <a:ext cx="26" cy="6"/>
              </a:xfrm>
              <a:custGeom>
                <a:avLst/>
                <a:gdLst>
                  <a:gd name="T0" fmla="*/ 0 w 16"/>
                  <a:gd name="T1" fmla="*/ 5 h 4"/>
                  <a:gd name="T2" fmla="*/ 63 w 16"/>
                  <a:gd name="T3" fmla="*/ 0 h 4"/>
                  <a:gd name="T4" fmla="*/ 68 w 16"/>
                  <a:gd name="T5" fmla="*/ 8 h 4"/>
                  <a:gd name="T6" fmla="*/ 68 w 16"/>
                  <a:gd name="T7" fmla="*/ 12 h 4"/>
                  <a:gd name="T8" fmla="*/ 0 w 16"/>
                  <a:gd name="T9" fmla="*/ 14 h 4"/>
                  <a:gd name="T10" fmla="*/ 0 w 16"/>
                  <a:gd name="T11" fmla="*/ 8 h 4"/>
                  <a:gd name="T12" fmla="*/ 0 w 16"/>
                  <a:gd name="T13" fmla="*/ 5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4">
                    <a:moveTo>
                      <a:pt x="0" y="1"/>
                    </a:moveTo>
                    <a:cubicBezTo>
                      <a:pt x="4" y="1"/>
                      <a:pt x="10" y="0"/>
                      <a:pt x="15" y="0"/>
                    </a:cubicBezTo>
                    <a:cubicBezTo>
                      <a:pt x="16" y="1"/>
                      <a:pt x="16" y="2"/>
                      <a:pt x="16" y="2"/>
                    </a:cubicBezTo>
                    <a:cubicBezTo>
                      <a:pt x="16" y="3"/>
                      <a:pt x="16" y="3"/>
                      <a:pt x="16" y="3"/>
                    </a:cubicBezTo>
                    <a:cubicBezTo>
                      <a:pt x="11" y="4"/>
                      <a:pt x="6" y="4"/>
                      <a:pt x="0" y="4"/>
                    </a:cubicBezTo>
                    <a:cubicBezTo>
                      <a:pt x="0" y="4"/>
                      <a:pt x="0" y="3"/>
                      <a:pt x="0" y="2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33110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3752" name="Freeform 384">
                <a:extLst>
                  <a:ext uri="{FF2B5EF4-FFF2-40B4-BE49-F238E27FC236}">
                    <a16:creationId xmlns:a16="http://schemas.microsoft.com/office/drawing/2014/main" id="{1FFA4162-B9DB-423A-8AC4-3B9902D694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9" y="948"/>
                <a:ext cx="26" cy="6"/>
              </a:xfrm>
              <a:custGeom>
                <a:avLst/>
                <a:gdLst>
                  <a:gd name="T0" fmla="*/ 0 w 16"/>
                  <a:gd name="T1" fmla="*/ 5 h 4"/>
                  <a:gd name="T2" fmla="*/ 63 w 16"/>
                  <a:gd name="T3" fmla="*/ 0 h 4"/>
                  <a:gd name="T4" fmla="*/ 68 w 16"/>
                  <a:gd name="T5" fmla="*/ 8 h 4"/>
                  <a:gd name="T6" fmla="*/ 68 w 16"/>
                  <a:gd name="T7" fmla="*/ 12 h 4"/>
                  <a:gd name="T8" fmla="*/ 0 w 16"/>
                  <a:gd name="T9" fmla="*/ 14 h 4"/>
                  <a:gd name="T10" fmla="*/ 0 w 16"/>
                  <a:gd name="T11" fmla="*/ 8 h 4"/>
                  <a:gd name="T12" fmla="*/ 0 w 16"/>
                  <a:gd name="T13" fmla="*/ 5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4">
                    <a:moveTo>
                      <a:pt x="0" y="1"/>
                    </a:moveTo>
                    <a:cubicBezTo>
                      <a:pt x="4" y="1"/>
                      <a:pt x="10" y="0"/>
                      <a:pt x="15" y="0"/>
                    </a:cubicBezTo>
                    <a:cubicBezTo>
                      <a:pt x="16" y="1"/>
                      <a:pt x="16" y="2"/>
                      <a:pt x="16" y="2"/>
                    </a:cubicBezTo>
                    <a:cubicBezTo>
                      <a:pt x="16" y="3"/>
                      <a:pt x="16" y="3"/>
                      <a:pt x="16" y="3"/>
                    </a:cubicBezTo>
                    <a:cubicBezTo>
                      <a:pt x="11" y="4"/>
                      <a:pt x="6" y="4"/>
                      <a:pt x="0" y="4"/>
                    </a:cubicBezTo>
                    <a:cubicBezTo>
                      <a:pt x="0" y="4"/>
                      <a:pt x="0" y="3"/>
                      <a:pt x="0" y="2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noFill/>
              <a:ln w="0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3753" name="Freeform 385">
                <a:extLst>
                  <a:ext uri="{FF2B5EF4-FFF2-40B4-BE49-F238E27FC236}">
                    <a16:creationId xmlns:a16="http://schemas.microsoft.com/office/drawing/2014/main" id="{9E2AF9BB-533E-43A5-A2E1-036A897632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8" y="944"/>
                <a:ext cx="65" cy="12"/>
              </a:xfrm>
              <a:custGeom>
                <a:avLst/>
                <a:gdLst>
                  <a:gd name="T0" fmla="*/ 0 w 40"/>
                  <a:gd name="T1" fmla="*/ 26 h 7"/>
                  <a:gd name="T2" fmla="*/ 26 w 40"/>
                  <a:gd name="T3" fmla="*/ 21 h 7"/>
                  <a:gd name="T4" fmla="*/ 172 w 40"/>
                  <a:gd name="T5" fmla="*/ 21 h 7"/>
                  <a:gd name="T6" fmla="*/ 26 w 40"/>
                  <a:gd name="T7" fmla="*/ 29 h 7"/>
                  <a:gd name="T8" fmla="*/ 0 w 40"/>
                  <a:gd name="T9" fmla="*/ 26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0" h="7">
                    <a:moveTo>
                      <a:pt x="0" y="5"/>
                    </a:moveTo>
                    <a:cubicBezTo>
                      <a:pt x="0" y="4"/>
                      <a:pt x="4" y="5"/>
                      <a:pt x="6" y="4"/>
                    </a:cubicBezTo>
                    <a:cubicBezTo>
                      <a:pt x="9" y="3"/>
                      <a:pt x="28" y="0"/>
                      <a:pt x="40" y="4"/>
                    </a:cubicBezTo>
                    <a:cubicBezTo>
                      <a:pt x="40" y="4"/>
                      <a:pt x="19" y="7"/>
                      <a:pt x="6" y="6"/>
                    </a:cubicBezTo>
                    <a:cubicBezTo>
                      <a:pt x="1" y="5"/>
                      <a:pt x="0" y="5"/>
                      <a:pt x="0" y="5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3754" name="Oval 386">
                <a:extLst>
                  <a:ext uri="{FF2B5EF4-FFF2-40B4-BE49-F238E27FC236}">
                    <a16:creationId xmlns:a16="http://schemas.microsoft.com/office/drawing/2014/main" id="{032FCA90-C66F-4604-A649-8BA3E33203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79" y="949"/>
                <a:ext cx="8" cy="4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755" name="Oval 387">
                <a:extLst>
                  <a:ext uri="{FF2B5EF4-FFF2-40B4-BE49-F238E27FC236}">
                    <a16:creationId xmlns:a16="http://schemas.microsoft.com/office/drawing/2014/main" id="{EBDA5DFD-ED9A-4BE7-BBF2-EB9683EEF8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76" y="949"/>
                <a:ext cx="5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756" name="Freeform 388">
                <a:extLst>
                  <a:ext uri="{FF2B5EF4-FFF2-40B4-BE49-F238E27FC236}">
                    <a16:creationId xmlns:a16="http://schemas.microsoft.com/office/drawing/2014/main" id="{F7BD3399-CB9D-4E05-95D9-8ABC6BF3EA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9" y="943"/>
                <a:ext cx="62" cy="11"/>
              </a:xfrm>
              <a:custGeom>
                <a:avLst/>
                <a:gdLst>
                  <a:gd name="T0" fmla="*/ 0 w 38"/>
                  <a:gd name="T1" fmla="*/ 13 h 7"/>
                  <a:gd name="T2" fmla="*/ 39 w 38"/>
                  <a:gd name="T3" fmla="*/ 14 h 7"/>
                  <a:gd name="T4" fmla="*/ 55 w 38"/>
                  <a:gd name="T5" fmla="*/ 14 h 7"/>
                  <a:gd name="T6" fmla="*/ 96 w 38"/>
                  <a:gd name="T7" fmla="*/ 20 h 7"/>
                  <a:gd name="T8" fmla="*/ 131 w 38"/>
                  <a:gd name="T9" fmla="*/ 20 h 7"/>
                  <a:gd name="T10" fmla="*/ 165 w 38"/>
                  <a:gd name="T11" fmla="*/ 27 h 7"/>
                  <a:gd name="T12" fmla="*/ 104 w 38"/>
                  <a:gd name="T13" fmla="*/ 5 h 7"/>
                  <a:gd name="T14" fmla="*/ 47 w 38"/>
                  <a:gd name="T15" fmla="*/ 5 h 7"/>
                  <a:gd name="T16" fmla="*/ 8 w 38"/>
                  <a:gd name="T17" fmla="*/ 8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8" h="7">
                    <a:moveTo>
                      <a:pt x="0" y="3"/>
                    </a:moveTo>
                    <a:cubicBezTo>
                      <a:pt x="3" y="3"/>
                      <a:pt x="6" y="4"/>
                      <a:pt x="9" y="4"/>
                    </a:cubicBezTo>
                    <a:cubicBezTo>
                      <a:pt x="10" y="4"/>
                      <a:pt x="12" y="4"/>
                      <a:pt x="13" y="4"/>
                    </a:cubicBezTo>
                    <a:cubicBezTo>
                      <a:pt x="16" y="4"/>
                      <a:pt x="19" y="5"/>
                      <a:pt x="22" y="5"/>
                    </a:cubicBezTo>
                    <a:cubicBezTo>
                      <a:pt x="25" y="5"/>
                      <a:pt x="27" y="5"/>
                      <a:pt x="30" y="5"/>
                    </a:cubicBezTo>
                    <a:cubicBezTo>
                      <a:pt x="32" y="6"/>
                      <a:pt x="35" y="6"/>
                      <a:pt x="38" y="7"/>
                    </a:cubicBezTo>
                    <a:cubicBezTo>
                      <a:pt x="35" y="4"/>
                      <a:pt x="30" y="2"/>
                      <a:pt x="24" y="1"/>
                    </a:cubicBezTo>
                    <a:cubicBezTo>
                      <a:pt x="20" y="0"/>
                      <a:pt x="15" y="1"/>
                      <a:pt x="11" y="1"/>
                    </a:cubicBezTo>
                    <a:cubicBezTo>
                      <a:pt x="8" y="1"/>
                      <a:pt x="4" y="1"/>
                      <a:pt x="2" y="2"/>
                    </a:cubicBezTo>
                  </a:path>
                </a:pathLst>
              </a:custGeom>
              <a:solidFill>
                <a:srgbClr val="F3E7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3757" name="Freeform 389">
                <a:extLst>
                  <a:ext uri="{FF2B5EF4-FFF2-40B4-BE49-F238E27FC236}">
                    <a16:creationId xmlns:a16="http://schemas.microsoft.com/office/drawing/2014/main" id="{CF3E6A1C-D784-41A5-8D46-F56E548667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3" y="948"/>
                <a:ext cx="63" cy="5"/>
              </a:xfrm>
              <a:custGeom>
                <a:avLst/>
                <a:gdLst>
                  <a:gd name="T0" fmla="*/ 0 w 39"/>
                  <a:gd name="T1" fmla="*/ 0 h 3"/>
                  <a:gd name="T2" fmla="*/ 34 w 39"/>
                  <a:gd name="T3" fmla="*/ 0 h 3"/>
                  <a:gd name="T4" fmla="*/ 50 w 39"/>
                  <a:gd name="T5" fmla="*/ 5 h 3"/>
                  <a:gd name="T6" fmla="*/ 63 w 39"/>
                  <a:gd name="T7" fmla="*/ 5 h 3"/>
                  <a:gd name="T8" fmla="*/ 144 w 39"/>
                  <a:gd name="T9" fmla="*/ 8 h 3"/>
                  <a:gd name="T10" fmla="*/ 165 w 39"/>
                  <a:gd name="T11" fmla="*/ 13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9" h="3">
                    <a:moveTo>
                      <a:pt x="0" y="0"/>
                    </a:moveTo>
                    <a:cubicBezTo>
                      <a:pt x="0" y="0"/>
                      <a:pt x="6" y="0"/>
                      <a:pt x="8" y="0"/>
                    </a:cubicBezTo>
                    <a:cubicBezTo>
                      <a:pt x="9" y="0"/>
                      <a:pt x="10" y="0"/>
                      <a:pt x="12" y="1"/>
                    </a:cubicBezTo>
                    <a:cubicBezTo>
                      <a:pt x="13" y="1"/>
                      <a:pt x="14" y="1"/>
                      <a:pt x="15" y="1"/>
                    </a:cubicBezTo>
                    <a:cubicBezTo>
                      <a:pt x="21" y="2"/>
                      <a:pt x="28" y="2"/>
                      <a:pt x="34" y="2"/>
                    </a:cubicBezTo>
                    <a:cubicBezTo>
                      <a:pt x="35" y="3"/>
                      <a:pt x="38" y="3"/>
                      <a:pt x="39" y="3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3758" name="Freeform 390">
                <a:extLst>
                  <a:ext uri="{FF2B5EF4-FFF2-40B4-BE49-F238E27FC236}">
                    <a16:creationId xmlns:a16="http://schemas.microsoft.com/office/drawing/2014/main" id="{E93D05DC-7F0F-417C-A420-C34F16ED90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4" y="941"/>
                <a:ext cx="37" cy="8"/>
              </a:xfrm>
              <a:custGeom>
                <a:avLst/>
                <a:gdLst>
                  <a:gd name="T0" fmla="*/ 0 w 23"/>
                  <a:gd name="T1" fmla="*/ 0 h 5"/>
                  <a:gd name="T2" fmla="*/ 60 w 23"/>
                  <a:gd name="T3" fmla="*/ 8 h 5"/>
                  <a:gd name="T4" fmla="*/ 97 w 23"/>
                  <a:gd name="T5" fmla="*/ 21 h 5"/>
                  <a:gd name="T6" fmla="*/ 55 w 23"/>
                  <a:gd name="T7" fmla="*/ 5 h 5"/>
                  <a:gd name="T8" fmla="*/ 29 w 23"/>
                  <a:gd name="T9" fmla="*/ 0 h 5"/>
                  <a:gd name="T10" fmla="*/ 5 w 23"/>
                  <a:gd name="T11" fmla="*/ 0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3" h="5">
                    <a:moveTo>
                      <a:pt x="0" y="0"/>
                    </a:moveTo>
                    <a:cubicBezTo>
                      <a:pt x="5" y="1"/>
                      <a:pt x="10" y="1"/>
                      <a:pt x="14" y="2"/>
                    </a:cubicBezTo>
                    <a:cubicBezTo>
                      <a:pt x="17" y="3"/>
                      <a:pt x="20" y="4"/>
                      <a:pt x="23" y="5"/>
                    </a:cubicBezTo>
                    <a:cubicBezTo>
                      <a:pt x="19" y="5"/>
                      <a:pt x="17" y="2"/>
                      <a:pt x="13" y="1"/>
                    </a:cubicBezTo>
                    <a:cubicBezTo>
                      <a:pt x="11" y="1"/>
                      <a:pt x="9" y="0"/>
                      <a:pt x="7" y="0"/>
                    </a:cubicBezTo>
                    <a:cubicBezTo>
                      <a:pt x="5" y="0"/>
                      <a:pt x="3" y="0"/>
                      <a:pt x="1" y="0"/>
                    </a:cubicBezTo>
                  </a:path>
                </a:pathLst>
              </a:custGeom>
              <a:solidFill>
                <a:srgbClr val="ECCA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3759" name="Freeform 391">
                <a:extLst>
                  <a:ext uri="{FF2B5EF4-FFF2-40B4-BE49-F238E27FC236}">
                    <a16:creationId xmlns:a16="http://schemas.microsoft.com/office/drawing/2014/main" id="{7CBBD810-0F4F-4644-A564-0907EEF7BE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1" y="957"/>
                <a:ext cx="41" cy="13"/>
              </a:xfrm>
              <a:custGeom>
                <a:avLst/>
                <a:gdLst>
                  <a:gd name="T0" fmla="*/ 0 w 25"/>
                  <a:gd name="T1" fmla="*/ 0 h 8"/>
                  <a:gd name="T2" fmla="*/ 54 w 25"/>
                  <a:gd name="T3" fmla="*/ 21 h 8"/>
                  <a:gd name="T4" fmla="*/ 89 w 25"/>
                  <a:gd name="T5" fmla="*/ 29 h 8"/>
                  <a:gd name="T6" fmla="*/ 110 w 25"/>
                  <a:gd name="T7" fmla="*/ 34 h 8"/>
                  <a:gd name="T8" fmla="*/ 54 w 25"/>
                  <a:gd name="T9" fmla="*/ 18 h 8"/>
                  <a:gd name="T10" fmla="*/ 30 w 25"/>
                  <a:gd name="T11" fmla="*/ 5 h 8"/>
                  <a:gd name="T12" fmla="*/ 0 w 25"/>
                  <a:gd name="T13" fmla="*/ 0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" h="8">
                    <a:moveTo>
                      <a:pt x="0" y="0"/>
                    </a:moveTo>
                    <a:cubicBezTo>
                      <a:pt x="6" y="0"/>
                      <a:pt x="7" y="3"/>
                      <a:pt x="12" y="5"/>
                    </a:cubicBezTo>
                    <a:cubicBezTo>
                      <a:pt x="14" y="6"/>
                      <a:pt x="16" y="7"/>
                      <a:pt x="20" y="7"/>
                    </a:cubicBezTo>
                    <a:cubicBezTo>
                      <a:pt x="21" y="7"/>
                      <a:pt x="24" y="7"/>
                      <a:pt x="25" y="8"/>
                    </a:cubicBezTo>
                    <a:cubicBezTo>
                      <a:pt x="19" y="7"/>
                      <a:pt x="15" y="6"/>
                      <a:pt x="12" y="4"/>
                    </a:cubicBezTo>
                    <a:cubicBezTo>
                      <a:pt x="10" y="3"/>
                      <a:pt x="9" y="2"/>
                      <a:pt x="7" y="1"/>
                    </a:cubicBezTo>
                    <a:cubicBezTo>
                      <a:pt x="5" y="0"/>
                      <a:pt x="2" y="0"/>
                      <a:pt x="0" y="0"/>
                    </a:cubicBezTo>
                  </a:path>
                </a:pathLst>
              </a:custGeom>
              <a:solidFill>
                <a:srgbClr val="ECCA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3760" name="Freeform 392">
                <a:extLst>
                  <a:ext uri="{FF2B5EF4-FFF2-40B4-BE49-F238E27FC236}">
                    <a16:creationId xmlns:a16="http://schemas.microsoft.com/office/drawing/2014/main" id="{B60F66A0-D9AC-4934-A2CD-256C29E864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2" y="930"/>
                <a:ext cx="16" cy="13"/>
              </a:xfrm>
              <a:custGeom>
                <a:avLst/>
                <a:gdLst>
                  <a:gd name="T0" fmla="*/ 42 w 10"/>
                  <a:gd name="T1" fmla="*/ 34 h 8"/>
                  <a:gd name="T2" fmla="*/ 16 w 10"/>
                  <a:gd name="T3" fmla="*/ 18 h 8"/>
                  <a:gd name="T4" fmla="*/ 5 w 10"/>
                  <a:gd name="T5" fmla="*/ 8 h 8"/>
                  <a:gd name="T6" fmla="*/ 0 w 10"/>
                  <a:gd name="T7" fmla="*/ 0 h 8"/>
                  <a:gd name="T8" fmla="*/ 0 w 10"/>
                  <a:gd name="T9" fmla="*/ 8 h 8"/>
                  <a:gd name="T10" fmla="*/ 13 w 10"/>
                  <a:gd name="T11" fmla="*/ 21 h 8"/>
                  <a:gd name="T12" fmla="*/ 42 w 10"/>
                  <a:gd name="T13" fmla="*/ 34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8">
                    <a:moveTo>
                      <a:pt x="10" y="8"/>
                    </a:moveTo>
                    <a:cubicBezTo>
                      <a:pt x="6" y="8"/>
                      <a:pt x="6" y="6"/>
                      <a:pt x="4" y="4"/>
                    </a:cubicBezTo>
                    <a:cubicBezTo>
                      <a:pt x="3" y="4"/>
                      <a:pt x="2" y="3"/>
                      <a:pt x="1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1"/>
                      <a:pt x="0" y="2"/>
                    </a:cubicBezTo>
                    <a:cubicBezTo>
                      <a:pt x="1" y="4"/>
                      <a:pt x="1" y="4"/>
                      <a:pt x="3" y="5"/>
                    </a:cubicBezTo>
                    <a:cubicBezTo>
                      <a:pt x="5" y="6"/>
                      <a:pt x="6" y="7"/>
                      <a:pt x="10" y="8"/>
                    </a:cubicBezTo>
                  </a:path>
                </a:pathLst>
              </a:custGeom>
              <a:solidFill>
                <a:srgbClr val="ECCA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3761" name="Freeform 393">
                <a:extLst>
                  <a:ext uri="{FF2B5EF4-FFF2-40B4-BE49-F238E27FC236}">
                    <a16:creationId xmlns:a16="http://schemas.microsoft.com/office/drawing/2014/main" id="{7A5C43D5-E9B1-476A-AE63-D86DFA85FF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8" y="936"/>
                <a:ext cx="13" cy="7"/>
              </a:xfrm>
              <a:custGeom>
                <a:avLst/>
                <a:gdLst>
                  <a:gd name="T0" fmla="*/ 34 w 8"/>
                  <a:gd name="T1" fmla="*/ 16 h 4"/>
                  <a:gd name="T2" fmla="*/ 18 w 8"/>
                  <a:gd name="T3" fmla="*/ 7 h 4"/>
                  <a:gd name="T4" fmla="*/ 0 w 8"/>
                  <a:gd name="T5" fmla="*/ 0 h 4"/>
                  <a:gd name="T6" fmla="*/ 29 w 8"/>
                  <a:gd name="T7" fmla="*/ 21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4">
                    <a:moveTo>
                      <a:pt x="8" y="3"/>
                    </a:moveTo>
                    <a:cubicBezTo>
                      <a:pt x="6" y="3"/>
                      <a:pt x="6" y="2"/>
                      <a:pt x="4" y="1"/>
                    </a:cubicBezTo>
                    <a:cubicBezTo>
                      <a:pt x="3" y="1"/>
                      <a:pt x="0" y="1"/>
                      <a:pt x="0" y="0"/>
                    </a:cubicBezTo>
                    <a:cubicBezTo>
                      <a:pt x="1" y="2"/>
                      <a:pt x="6" y="2"/>
                      <a:pt x="7" y="4"/>
                    </a:cubicBezTo>
                  </a:path>
                </a:pathLst>
              </a:custGeom>
              <a:solidFill>
                <a:srgbClr val="ECCA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3762" name="Freeform 394">
                <a:extLst>
                  <a:ext uri="{FF2B5EF4-FFF2-40B4-BE49-F238E27FC236}">
                    <a16:creationId xmlns:a16="http://schemas.microsoft.com/office/drawing/2014/main" id="{B9685AC0-6EF1-4F84-BC98-0FF5B52C32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5" y="944"/>
                <a:ext cx="21" cy="12"/>
              </a:xfrm>
              <a:custGeom>
                <a:avLst/>
                <a:gdLst>
                  <a:gd name="T0" fmla="*/ 55 w 13"/>
                  <a:gd name="T1" fmla="*/ 15 h 7"/>
                  <a:gd name="T2" fmla="*/ 39 w 13"/>
                  <a:gd name="T3" fmla="*/ 15 h 7"/>
                  <a:gd name="T4" fmla="*/ 21 w 13"/>
                  <a:gd name="T5" fmla="*/ 9 h 7"/>
                  <a:gd name="T6" fmla="*/ 8 w 13"/>
                  <a:gd name="T7" fmla="*/ 5 h 7"/>
                  <a:gd name="T8" fmla="*/ 0 w 13"/>
                  <a:gd name="T9" fmla="*/ 0 h 7"/>
                  <a:gd name="T10" fmla="*/ 5 w 13"/>
                  <a:gd name="T11" fmla="*/ 5 h 7"/>
                  <a:gd name="T12" fmla="*/ 0 w 13"/>
                  <a:gd name="T13" fmla="*/ 9 h 7"/>
                  <a:gd name="T14" fmla="*/ 0 w 13"/>
                  <a:gd name="T15" fmla="*/ 15 h 7"/>
                  <a:gd name="T16" fmla="*/ 0 w 13"/>
                  <a:gd name="T17" fmla="*/ 26 h 7"/>
                  <a:gd name="T18" fmla="*/ 13 w 13"/>
                  <a:gd name="T19" fmla="*/ 36 h 7"/>
                  <a:gd name="T20" fmla="*/ 5 w 13"/>
                  <a:gd name="T21" fmla="*/ 21 h 7"/>
                  <a:gd name="T22" fmla="*/ 21 w 13"/>
                  <a:gd name="T23" fmla="*/ 21 h 7"/>
                  <a:gd name="T24" fmla="*/ 42 w 13"/>
                  <a:gd name="T25" fmla="*/ 15 h 7"/>
                  <a:gd name="T26" fmla="*/ 55 w 13"/>
                  <a:gd name="T27" fmla="*/ 15 h 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3" h="7">
                    <a:moveTo>
                      <a:pt x="13" y="3"/>
                    </a:moveTo>
                    <a:cubicBezTo>
                      <a:pt x="12" y="2"/>
                      <a:pt x="10" y="3"/>
                      <a:pt x="9" y="3"/>
                    </a:cubicBezTo>
                    <a:cubicBezTo>
                      <a:pt x="8" y="2"/>
                      <a:pt x="6" y="2"/>
                      <a:pt x="5" y="2"/>
                    </a:cubicBezTo>
                    <a:cubicBezTo>
                      <a:pt x="4" y="2"/>
                      <a:pt x="3" y="1"/>
                      <a:pt x="2" y="1"/>
                    </a:cubicBezTo>
                    <a:cubicBezTo>
                      <a:pt x="2" y="1"/>
                      <a:pt x="1" y="0"/>
                      <a:pt x="0" y="0"/>
                    </a:cubicBezTo>
                    <a:cubicBezTo>
                      <a:pt x="0" y="0"/>
                      <a:pt x="1" y="1"/>
                      <a:pt x="1" y="1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2"/>
                      <a:pt x="0" y="3"/>
                      <a:pt x="0" y="3"/>
                    </a:cubicBezTo>
                    <a:cubicBezTo>
                      <a:pt x="0" y="4"/>
                      <a:pt x="0" y="4"/>
                      <a:pt x="0" y="5"/>
                    </a:cubicBezTo>
                    <a:cubicBezTo>
                      <a:pt x="1" y="6"/>
                      <a:pt x="1" y="6"/>
                      <a:pt x="3" y="7"/>
                    </a:cubicBezTo>
                    <a:cubicBezTo>
                      <a:pt x="2" y="6"/>
                      <a:pt x="0" y="5"/>
                      <a:pt x="1" y="4"/>
                    </a:cubicBezTo>
                    <a:cubicBezTo>
                      <a:pt x="2" y="4"/>
                      <a:pt x="4" y="4"/>
                      <a:pt x="5" y="4"/>
                    </a:cubicBezTo>
                    <a:cubicBezTo>
                      <a:pt x="7" y="4"/>
                      <a:pt x="8" y="4"/>
                      <a:pt x="10" y="3"/>
                    </a:cubicBezTo>
                    <a:cubicBezTo>
                      <a:pt x="11" y="3"/>
                      <a:pt x="13" y="3"/>
                      <a:pt x="13" y="3"/>
                    </a:cubicBezTo>
                  </a:path>
                </a:pathLst>
              </a:custGeom>
              <a:solidFill>
                <a:srgbClr val="ECCA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3763" name="Freeform 395">
                <a:extLst>
                  <a:ext uri="{FF2B5EF4-FFF2-40B4-BE49-F238E27FC236}">
                    <a16:creationId xmlns:a16="http://schemas.microsoft.com/office/drawing/2014/main" id="{81F2E392-7657-466D-96ED-EDA9B2D80C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3" y="1057"/>
                <a:ext cx="103" cy="39"/>
              </a:xfrm>
              <a:custGeom>
                <a:avLst/>
                <a:gdLst>
                  <a:gd name="T0" fmla="*/ 0 w 63"/>
                  <a:gd name="T1" fmla="*/ 5 h 24"/>
                  <a:gd name="T2" fmla="*/ 275 w 63"/>
                  <a:gd name="T3" fmla="*/ 0 h 24"/>
                  <a:gd name="T4" fmla="*/ 0 w 63"/>
                  <a:gd name="T5" fmla="*/ 5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3" h="24">
                    <a:moveTo>
                      <a:pt x="0" y="1"/>
                    </a:moveTo>
                    <a:cubicBezTo>
                      <a:pt x="0" y="1"/>
                      <a:pt x="31" y="21"/>
                      <a:pt x="63" y="0"/>
                    </a:cubicBezTo>
                    <a:cubicBezTo>
                      <a:pt x="63" y="0"/>
                      <a:pt x="34" y="24"/>
                      <a:pt x="0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3764" name="Freeform 396">
                <a:extLst>
                  <a:ext uri="{FF2B5EF4-FFF2-40B4-BE49-F238E27FC236}">
                    <a16:creationId xmlns:a16="http://schemas.microsoft.com/office/drawing/2014/main" id="{6AE6085C-8B7A-46B2-A44A-EC8CF4FEA7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0" y="1060"/>
                <a:ext cx="91" cy="24"/>
              </a:xfrm>
              <a:custGeom>
                <a:avLst/>
                <a:gdLst>
                  <a:gd name="T0" fmla="*/ 0 w 56"/>
                  <a:gd name="T1" fmla="*/ 5 h 15"/>
                  <a:gd name="T2" fmla="*/ 241 w 56"/>
                  <a:gd name="T3" fmla="*/ 0 h 15"/>
                  <a:gd name="T4" fmla="*/ 0 w 56"/>
                  <a:gd name="T5" fmla="*/ 5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6" h="15">
                    <a:moveTo>
                      <a:pt x="0" y="1"/>
                    </a:moveTo>
                    <a:cubicBezTo>
                      <a:pt x="0" y="1"/>
                      <a:pt x="28" y="15"/>
                      <a:pt x="56" y="0"/>
                    </a:cubicBezTo>
                    <a:cubicBezTo>
                      <a:pt x="56" y="0"/>
                      <a:pt x="30" y="14"/>
                      <a:pt x="0" y="1"/>
                    </a:cubicBezTo>
                    <a:close/>
                  </a:path>
                </a:pathLst>
              </a:custGeom>
              <a:solidFill>
                <a:srgbClr val="F4C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3765" name="Freeform 397">
                <a:extLst>
                  <a:ext uri="{FF2B5EF4-FFF2-40B4-BE49-F238E27FC236}">
                    <a16:creationId xmlns:a16="http://schemas.microsoft.com/office/drawing/2014/main" id="{0B426E86-215C-42F1-B596-316CBB9782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4" y="1066"/>
                <a:ext cx="42" cy="7"/>
              </a:xfrm>
              <a:custGeom>
                <a:avLst/>
                <a:gdLst>
                  <a:gd name="T0" fmla="*/ 0 w 26"/>
                  <a:gd name="T1" fmla="*/ 0 h 4"/>
                  <a:gd name="T2" fmla="*/ 110 w 26"/>
                  <a:gd name="T3" fmla="*/ 0 h 4"/>
                  <a:gd name="T4" fmla="*/ 0 w 26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4">
                    <a:moveTo>
                      <a:pt x="0" y="0"/>
                    </a:moveTo>
                    <a:cubicBezTo>
                      <a:pt x="0" y="0"/>
                      <a:pt x="14" y="4"/>
                      <a:pt x="26" y="0"/>
                    </a:cubicBezTo>
                    <a:cubicBezTo>
                      <a:pt x="26" y="0"/>
                      <a:pt x="15" y="3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3766" name="Freeform 398">
                <a:extLst>
                  <a:ext uri="{FF2B5EF4-FFF2-40B4-BE49-F238E27FC236}">
                    <a16:creationId xmlns:a16="http://schemas.microsoft.com/office/drawing/2014/main" id="{AD5F5C22-3280-4CA3-9351-F8B85EB121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4" y="992"/>
                <a:ext cx="13" cy="26"/>
              </a:xfrm>
              <a:custGeom>
                <a:avLst/>
                <a:gdLst>
                  <a:gd name="T0" fmla="*/ 0 w 8"/>
                  <a:gd name="T1" fmla="*/ 0 h 16"/>
                  <a:gd name="T2" fmla="*/ 5 w 8"/>
                  <a:gd name="T3" fmla="*/ 47 h 16"/>
                  <a:gd name="T4" fmla="*/ 34 w 8"/>
                  <a:gd name="T5" fmla="*/ 68 h 16"/>
                  <a:gd name="T6" fmla="*/ 13 w 8"/>
                  <a:gd name="T7" fmla="*/ 34 h 16"/>
                  <a:gd name="T8" fmla="*/ 5 w 8"/>
                  <a:gd name="T9" fmla="*/ 5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16">
                    <a:moveTo>
                      <a:pt x="0" y="0"/>
                    </a:moveTo>
                    <a:cubicBezTo>
                      <a:pt x="0" y="3"/>
                      <a:pt x="0" y="8"/>
                      <a:pt x="1" y="11"/>
                    </a:cubicBezTo>
                    <a:cubicBezTo>
                      <a:pt x="3" y="14"/>
                      <a:pt x="6" y="14"/>
                      <a:pt x="8" y="16"/>
                    </a:cubicBezTo>
                    <a:cubicBezTo>
                      <a:pt x="8" y="14"/>
                      <a:pt x="4" y="11"/>
                      <a:pt x="3" y="8"/>
                    </a:cubicBezTo>
                    <a:cubicBezTo>
                      <a:pt x="2" y="6"/>
                      <a:pt x="0" y="4"/>
                      <a:pt x="1" y="1"/>
                    </a:cubicBezTo>
                  </a:path>
                </a:pathLst>
              </a:custGeom>
              <a:solidFill>
                <a:srgbClr val="F7F1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3767" name="Freeform 399">
                <a:extLst>
                  <a:ext uri="{FF2B5EF4-FFF2-40B4-BE49-F238E27FC236}">
                    <a16:creationId xmlns:a16="http://schemas.microsoft.com/office/drawing/2014/main" id="{D9DD62A1-F478-4D3A-9CE3-1890B52119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1" y="1063"/>
                <a:ext cx="88" cy="36"/>
              </a:xfrm>
              <a:custGeom>
                <a:avLst/>
                <a:gdLst>
                  <a:gd name="T0" fmla="*/ 0 w 54"/>
                  <a:gd name="T1" fmla="*/ 5 h 22"/>
                  <a:gd name="T2" fmla="*/ 233 w 54"/>
                  <a:gd name="T3" fmla="*/ 0 h 22"/>
                  <a:gd name="T4" fmla="*/ 0 w 54"/>
                  <a:gd name="T5" fmla="*/ 5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4" h="22">
                    <a:moveTo>
                      <a:pt x="0" y="1"/>
                    </a:moveTo>
                    <a:cubicBezTo>
                      <a:pt x="0" y="1"/>
                      <a:pt x="23" y="16"/>
                      <a:pt x="54" y="0"/>
                    </a:cubicBezTo>
                    <a:cubicBezTo>
                      <a:pt x="54" y="0"/>
                      <a:pt x="27" y="22"/>
                      <a:pt x="0" y="1"/>
                    </a:cubicBezTo>
                    <a:close/>
                  </a:path>
                </a:pathLst>
              </a:custGeom>
              <a:solidFill>
                <a:srgbClr val="F7F1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3768" name="Freeform 400">
                <a:extLst>
                  <a:ext uri="{FF2B5EF4-FFF2-40B4-BE49-F238E27FC236}">
                    <a16:creationId xmlns:a16="http://schemas.microsoft.com/office/drawing/2014/main" id="{14FAD743-4231-48DB-96B2-A844B77A14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3" y="1074"/>
                <a:ext cx="8" cy="13"/>
              </a:xfrm>
              <a:custGeom>
                <a:avLst/>
                <a:gdLst>
                  <a:gd name="T0" fmla="*/ 0 w 5"/>
                  <a:gd name="T1" fmla="*/ 0 h 8"/>
                  <a:gd name="T2" fmla="*/ 21 w 5"/>
                  <a:gd name="T3" fmla="*/ 29 h 8"/>
                  <a:gd name="T4" fmla="*/ 5 w 5"/>
                  <a:gd name="T5" fmla="*/ 5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8">
                    <a:moveTo>
                      <a:pt x="0" y="0"/>
                    </a:moveTo>
                    <a:cubicBezTo>
                      <a:pt x="4" y="1"/>
                      <a:pt x="1" y="6"/>
                      <a:pt x="5" y="7"/>
                    </a:cubicBezTo>
                    <a:cubicBezTo>
                      <a:pt x="0" y="8"/>
                      <a:pt x="2" y="2"/>
                      <a:pt x="1" y="1"/>
                    </a:cubicBezTo>
                  </a:path>
                </a:pathLst>
              </a:custGeom>
              <a:solidFill>
                <a:srgbClr val="ECCA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3769" name="Freeform 401">
                <a:extLst>
                  <a:ext uri="{FF2B5EF4-FFF2-40B4-BE49-F238E27FC236}">
                    <a16:creationId xmlns:a16="http://schemas.microsoft.com/office/drawing/2014/main" id="{2328ECD8-3D91-468E-8365-C228FA1A05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4" y="1071"/>
                <a:ext cx="10" cy="13"/>
              </a:xfrm>
              <a:custGeom>
                <a:avLst/>
                <a:gdLst>
                  <a:gd name="T0" fmla="*/ 13 w 6"/>
                  <a:gd name="T1" fmla="*/ 0 h 8"/>
                  <a:gd name="T2" fmla="*/ 0 w 6"/>
                  <a:gd name="T3" fmla="*/ 34 h 8"/>
                  <a:gd name="T4" fmla="*/ 13 w 6"/>
                  <a:gd name="T5" fmla="*/ 8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8">
                    <a:moveTo>
                      <a:pt x="3" y="0"/>
                    </a:moveTo>
                    <a:cubicBezTo>
                      <a:pt x="4" y="3"/>
                      <a:pt x="3" y="7"/>
                      <a:pt x="0" y="8"/>
                    </a:cubicBezTo>
                    <a:cubicBezTo>
                      <a:pt x="3" y="7"/>
                      <a:pt x="6" y="4"/>
                      <a:pt x="3" y="2"/>
                    </a:cubicBezTo>
                  </a:path>
                </a:pathLst>
              </a:custGeom>
              <a:solidFill>
                <a:srgbClr val="ECCA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3770" name="Freeform 402">
                <a:extLst>
                  <a:ext uri="{FF2B5EF4-FFF2-40B4-BE49-F238E27FC236}">
                    <a16:creationId xmlns:a16="http://schemas.microsoft.com/office/drawing/2014/main" id="{A9C79EAF-CE0C-4AC4-ABD5-9FC8495E16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0" y="1016"/>
                <a:ext cx="32" cy="62"/>
              </a:xfrm>
              <a:custGeom>
                <a:avLst/>
                <a:gdLst>
                  <a:gd name="T0" fmla="*/ 0 w 20"/>
                  <a:gd name="T1" fmla="*/ 0 h 38"/>
                  <a:gd name="T2" fmla="*/ 13 w 20"/>
                  <a:gd name="T3" fmla="*/ 54 h 38"/>
                  <a:gd name="T4" fmla="*/ 29 w 20"/>
                  <a:gd name="T5" fmla="*/ 96 h 38"/>
                  <a:gd name="T6" fmla="*/ 82 w 20"/>
                  <a:gd name="T7" fmla="*/ 165 h 38"/>
                  <a:gd name="T8" fmla="*/ 35 w 20"/>
                  <a:gd name="T9" fmla="*/ 83 h 38"/>
                  <a:gd name="T10" fmla="*/ 0 w 20"/>
                  <a:gd name="T11" fmla="*/ 5 h 3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0" h="38">
                    <a:moveTo>
                      <a:pt x="0" y="0"/>
                    </a:moveTo>
                    <a:cubicBezTo>
                      <a:pt x="0" y="4"/>
                      <a:pt x="2" y="9"/>
                      <a:pt x="3" y="12"/>
                    </a:cubicBezTo>
                    <a:cubicBezTo>
                      <a:pt x="4" y="16"/>
                      <a:pt x="5" y="19"/>
                      <a:pt x="7" y="22"/>
                    </a:cubicBezTo>
                    <a:cubicBezTo>
                      <a:pt x="9" y="29"/>
                      <a:pt x="13" y="36"/>
                      <a:pt x="20" y="38"/>
                    </a:cubicBezTo>
                    <a:cubicBezTo>
                      <a:pt x="13" y="35"/>
                      <a:pt x="12" y="25"/>
                      <a:pt x="9" y="19"/>
                    </a:cubicBezTo>
                    <a:cubicBezTo>
                      <a:pt x="5" y="13"/>
                      <a:pt x="3" y="7"/>
                      <a:pt x="0" y="1"/>
                    </a:cubicBezTo>
                  </a:path>
                </a:pathLst>
              </a:custGeom>
              <a:solidFill>
                <a:srgbClr val="F7F1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3771" name="Freeform 403">
                <a:extLst>
                  <a:ext uri="{FF2B5EF4-FFF2-40B4-BE49-F238E27FC236}">
                    <a16:creationId xmlns:a16="http://schemas.microsoft.com/office/drawing/2014/main" id="{2A1E2DB5-8D6A-4676-AF4A-86928774CB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2" y="853"/>
                <a:ext cx="73" cy="18"/>
              </a:xfrm>
              <a:custGeom>
                <a:avLst/>
                <a:gdLst>
                  <a:gd name="T0" fmla="*/ 191 w 45"/>
                  <a:gd name="T1" fmla="*/ 8 h 11"/>
                  <a:gd name="T2" fmla="*/ 149 w 45"/>
                  <a:gd name="T3" fmla="*/ 5 h 11"/>
                  <a:gd name="T4" fmla="*/ 109 w 45"/>
                  <a:gd name="T5" fmla="*/ 5 h 11"/>
                  <a:gd name="T6" fmla="*/ 0 w 45"/>
                  <a:gd name="T7" fmla="*/ 21 h 11"/>
                  <a:gd name="T8" fmla="*/ 97 w 45"/>
                  <a:gd name="T9" fmla="*/ 18 h 11"/>
                  <a:gd name="T10" fmla="*/ 144 w 45"/>
                  <a:gd name="T11" fmla="*/ 8 h 11"/>
                  <a:gd name="T12" fmla="*/ 185 w 45"/>
                  <a:gd name="T13" fmla="*/ 8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5" h="11">
                    <a:moveTo>
                      <a:pt x="45" y="2"/>
                    </a:moveTo>
                    <a:cubicBezTo>
                      <a:pt x="42" y="2"/>
                      <a:pt x="38" y="1"/>
                      <a:pt x="35" y="1"/>
                    </a:cubicBezTo>
                    <a:cubicBezTo>
                      <a:pt x="31" y="1"/>
                      <a:pt x="28" y="0"/>
                      <a:pt x="25" y="1"/>
                    </a:cubicBezTo>
                    <a:cubicBezTo>
                      <a:pt x="16" y="3"/>
                      <a:pt x="10" y="8"/>
                      <a:pt x="0" y="5"/>
                    </a:cubicBezTo>
                    <a:cubicBezTo>
                      <a:pt x="9" y="11"/>
                      <a:pt x="15" y="7"/>
                      <a:pt x="23" y="4"/>
                    </a:cubicBezTo>
                    <a:cubicBezTo>
                      <a:pt x="26" y="3"/>
                      <a:pt x="30" y="2"/>
                      <a:pt x="34" y="2"/>
                    </a:cubicBezTo>
                    <a:cubicBezTo>
                      <a:pt x="36" y="2"/>
                      <a:pt x="41" y="1"/>
                      <a:pt x="43" y="2"/>
                    </a:cubicBezTo>
                  </a:path>
                </a:pathLst>
              </a:custGeom>
              <a:solidFill>
                <a:srgbClr val="F7F1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3772" name="Freeform 404">
                <a:extLst>
                  <a:ext uri="{FF2B5EF4-FFF2-40B4-BE49-F238E27FC236}">
                    <a16:creationId xmlns:a16="http://schemas.microsoft.com/office/drawing/2014/main" id="{6B956430-327A-4EC1-B5A5-0EA6C56826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8" y="829"/>
                <a:ext cx="68" cy="11"/>
              </a:xfrm>
              <a:custGeom>
                <a:avLst/>
                <a:gdLst>
                  <a:gd name="T0" fmla="*/ 0 w 42"/>
                  <a:gd name="T1" fmla="*/ 22 h 7"/>
                  <a:gd name="T2" fmla="*/ 42 w 42"/>
                  <a:gd name="T3" fmla="*/ 14 h 7"/>
                  <a:gd name="T4" fmla="*/ 81 w 42"/>
                  <a:gd name="T5" fmla="*/ 13 h 7"/>
                  <a:gd name="T6" fmla="*/ 128 w 42"/>
                  <a:gd name="T7" fmla="*/ 14 h 7"/>
                  <a:gd name="T8" fmla="*/ 178 w 42"/>
                  <a:gd name="T9" fmla="*/ 27 h 7"/>
                  <a:gd name="T10" fmla="*/ 84 w 42"/>
                  <a:gd name="T11" fmla="*/ 0 h 7"/>
                  <a:gd name="T12" fmla="*/ 0 w 42"/>
                  <a:gd name="T13" fmla="*/ 22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2" h="7">
                    <a:moveTo>
                      <a:pt x="0" y="6"/>
                    </a:moveTo>
                    <a:cubicBezTo>
                      <a:pt x="3" y="6"/>
                      <a:pt x="7" y="4"/>
                      <a:pt x="10" y="4"/>
                    </a:cubicBezTo>
                    <a:cubicBezTo>
                      <a:pt x="13" y="3"/>
                      <a:pt x="16" y="3"/>
                      <a:pt x="19" y="3"/>
                    </a:cubicBezTo>
                    <a:cubicBezTo>
                      <a:pt x="23" y="3"/>
                      <a:pt x="27" y="3"/>
                      <a:pt x="30" y="4"/>
                    </a:cubicBezTo>
                    <a:cubicBezTo>
                      <a:pt x="34" y="5"/>
                      <a:pt x="38" y="7"/>
                      <a:pt x="42" y="7"/>
                    </a:cubicBezTo>
                    <a:cubicBezTo>
                      <a:pt x="35" y="3"/>
                      <a:pt x="28" y="1"/>
                      <a:pt x="20" y="0"/>
                    </a:cubicBezTo>
                    <a:cubicBezTo>
                      <a:pt x="14" y="0"/>
                      <a:pt x="5" y="2"/>
                      <a:pt x="0" y="6"/>
                    </a:cubicBezTo>
                  </a:path>
                </a:pathLst>
              </a:custGeom>
              <a:solidFill>
                <a:srgbClr val="F7F1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3773" name="Freeform 405">
                <a:extLst>
                  <a:ext uri="{FF2B5EF4-FFF2-40B4-BE49-F238E27FC236}">
                    <a16:creationId xmlns:a16="http://schemas.microsoft.com/office/drawing/2014/main" id="{C39C2AE6-F406-4120-B87F-6B2B8A977C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0" y="1027"/>
                <a:ext cx="8" cy="17"/>
              </a:xfrm>
              <a:custGeom>
                <a:avLst/>
                <a:gdLst>
                  <a:gd name="T0" fmla="*/ 21 w 5"/>
                  <a:gd name="T1" fmla="*/ 0 h 10"/>
                  <a:gd name="T2" fmla="*/ 5 w 5"/>
                  <a:gd name="T3" fmla="*/ 15 h 10"/>
                  <a:gd name="T4" fmla="*/ 13 w 5"/>
                  <a:gd name="T5" fmla="*/ 49 h 10"/>
                  <a:gd name="T6" fmla="*/ 21 w 5"/>
                  <a:gd name="T7" fmla="*/ 0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10">
                    <a:moveTo>
                      <a:pt x="5" y="0"/>
                    </a:moveTo>
                    <a:cubicBezTo>
                      <a:pt x="3" y="0"/>
                      <a:pt x="1" y="0"/>
                      <a:pt x="1" y="3"/>
                    </a:cubicBezTo>
                    <a:cubicBezTo>
                      <a:pt x="1" y="5"/>
                      <a:pt x="3" y="7"/>
                      <a:pt x="3" y="10"/>
                    </a:cubicBezTo>
                    <a:cubicBezTo>
                      <a:pt x="0" y="6"/>
                      <a:pt x="1" y="1"/>
                      <a:pt x="5" y="0"/>
                    </a:cubicBezTo>
                  </a:path>
                </a:pathLst>
              </a:custGeom>
              <a:solidFill>
                <a:srgbClr val="ECCA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3774" name="Freeform 406">
                <a:extLst>
                  <a:ext uri="{FF2B5EF4-FFF2-40B4-BE49-F238E27FC236}">
                    <a16:creationId xmlns:a16="http://schemas.microsoft.com/office/drawing/2014/main" id="{CD81E9C3-1EA4-4BAA-8DAA-C5CCB56E3F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6" y="956"/>
                <a:ext cx="22" cy="18"/>
              </a:xfrm>
              <a:custGeom>
                <a:avLst/>
                <a:gdLst>
                  <a:gd name="T0" fmla="*/ 29 w 13"/>
                  <a:gd name="T1" fmla="*/ 43 h 11"/>
                  <a:gd name="T2" fmla="*/ 63 w 13"/>
                  <a:gd name="T3" fmla="*/ 0 h 11"/>
                  <a:gd name="T4" fmla="*/ 0 w 13"/>
                  <a:gd name="T5" fmla="*/ 13 h 11"/>
                  <a:gd name="T6" fmla="*/ 14 w 13"/>
                  <a:gd name="T7" fmla="*/ 47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11">
                    <a:moveTo>
                      <a:pt x="6" y="10"/>
                    </a:moveTo>
                    <a:cubicBezTo>
                      <a:pt x="2" y="6"/>
                      <a:pt x="11" y="1"/>
                      <a:pt x="13" y="0"/>
                    </a:cubicBezTo>
                    <a:cubicBezTo>
                      <a:pt x="7" y="1"/>
                      <a:pt x="5" y="9"/>
                      <a:pt x="0" y="3"/>
                    </a:cubicBezTo>
                    <a:cubicBezTo>
                      <a:pt x="1" y="5"/>
                      <a:pt x="2" y="8"/>
                      <a:pt x="3" y="11"/>
                    </a:cubicBezTo>
                  </a:path>
                </a:pathLst>
              </a:custGeom>
              <a:solidFill>
                <a:srgbClr val="F7F1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</p:grpSp>
        <p:sp>
          <p:nvSpPr>
            <p:cNvPr id="43559" name="Freeform 407">
              <a:extLst>
                <a:ext uri="{FF2B5EF4-FFF2-40B4-BE49-F238E27FC236}">
                  <a16:creationId xmlns:a16="http://schemas.microsoft.com/office/drawing/2014/main" id="{1F086678-FFAF-4780-BDF7-AB0F8BB7C878}"/>
                </a:ext>
              </a:extLst>
            </p:cNvPr>
            <p:cNvSpPr>
              <a:spLocks/>
            </p:cNvSpPr>
            <p:nvPr/>
          </p:nvSpPr>
          <p:spPr bwMode="auto">
            <a:xfrm>
              <a:off x="780" y="938"/>
              <a:ext cx="24" cy="19"/>
            </a:xfrm>
            <a:custGeom>
              <a:avLst/>
              <a:gdLst>
                <a:gd name="T0" fmla="*/ 61 w 15"/>
                <a:gd name="T1" fmla="*/ 35 h 12"/>
                <a:gd name="T2" fmla="*/ 16 w 15"/>
                <a:gd name="T3" fmla="*/ 40 h 12"/>
                <a:gd name="T4" fmla="*/ 0 w 15"/>
                <a:gd name="T5" fmla="*/ 0 h 12"/>
                <a:gd name="T6" fmla="*/ 56 w 15"/>
                <a:gd name="T7" fmla="*/ 40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2">
                  <a:moveTo>
                    <a:pt x="15" y="9"/>
                  </a:moveTo>
                  <a:cubicBezTo>
                    <a:pt x="13" y="10"/>
                    <a:pt x="6" y="12"/>
                    <a:pt x="4" y="10"/>
                  </a:cubicBezTo>
                  <a:cubicBezTo>
                    <a:pt x="2" y="9"/>
                    <a:pt x="0" y="2"/>
                    <a:pt x="0" y="0"/>
                  </a:cubicBezTo>
                  <a:cubicBezTo>
                    <a:pt x="2" y="6"/>
                    <a:pt x="7" y="10"/>
                    <a:pt x="14" y="10"/>
                  </a:cubicBezTo>
                </a:path>
              </a:pathLst>
            </a:custGeom>
            <a:solidFill>
              <a:srgbClr val="F7F1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560" name="Freeform 408">
              <a:extLst>
                <a:ext uri="{FF2B5EF4-FFF2-40B4-BE49-F238E27FC236}">
                  <a16:creationId xmlns:a16="http://schemas.microsoft.com/office/drawing/2014/main" id="{63BD9C11-493F-4B7F-9CCD-DF010466CFE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6" y="930"/>
              <a:ext cx="25" cy="73"/>
            </a:xfrm>
            <a:custGeom>
              <a:avLst/>
              <a:gdLst>
                <a:gd name="T0" fmla="*/ 5 w 15"/>
                <a:gd name="T1" fmla="*/ 60 h 45"/>
                <a:gd name="T2" fmla="*/ 70 w 15"/>
                <a:gd name="T3" fmla="*/ 0 h 45"/>
                <a:gd name="T4" fmla="*/ 42 w 15"/>
                <a:gd name="T5" fmla="*/ 89 h 45"/>
                <a:gd name="T6" fmla="*/ 20 w 15"/>
                <a:gd name="T7" fmla="*/ 191 h 45"/>
                <a:gd name="T8" fmla="*/ 33 w 15"/>
                <a:gd name="T9" fmla="*/ 89 h 45"/>
                <a:gd name="T10" fmla="*/ 28 w 15"/>
                <a:gd name="T11" fmla="*/ 63 h 45"/>
                <a:gd name="T12" fmla="*/ 0 w 15"/>
                <a:gd name="T13" fmla="*/ 60 h 4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" h="45">
                  <a:moveTo>
                    <a:pt x="1" y="14"/>
                  </a:moveTo>
                  <a:cubicBezTo>
                    <a:pt x="10" y="14"/>
                    <a:pt x="12" y="7"/>
                    <a:pt x="15" y="0"/>
                  </a:cubicBezTo>
                  <a:cubicBezTo>
                    <a:pt x="12" y="7"/>
                    <a:pt x="11" y="15"/>
                    <a:pt x="9" y="21"/>
                  </a:cubicBezTo>
                  <a:cubicBezTo>
                    <a:pt x="7" y="29"/>
                    <a:pt x="5" y="37"/>
                    <a:pt x="4" y="45"/>
                  </a:cubicBezTo>
                  <a:cubicBezTo>
                    <a:pt x="5" y="37"/>
                    <a:pt x="6" y="29"/>
                    <a:pt x="7" y="21"/>
                  </a:cubicBezTo>
                  <a:cubicBezTo>
                    <a:pt x="7" y="18"/>
                    <a:pt x="8" y="17"/>
                    <a:pt x="6" y="15"/>
                  </a:cubicBezTo>
                  <a:cubicBezTo>
                    <a:pt x="4" y="14"/>
                    <a:pt x="2" y="15"/>
                    <a:pt x="0" y="14"/>
                  </a:cubicBezTo>
                </a:path>
              </a:pathLst>
            </a:custGeom>
            <a:solidFill>
              <a:srgbClr val="ECCA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561" name="Freeform 409">
              <a:extLst>
                <a:ext uri="{FF2B5EF4-FFF2-40B4-BE49-F238E27FC236}">
                  <a16:creationId xmlns:a16="http://schemas.microsoft.com/office/drawing/2014/main" id="{BAB540C6-1322-4433-B714-67AB84A8AC0A}"/>
                </a:ext>
              </a:extLst>
            </p:cNvPr>
            <p:cNvSpPr>
              <a:spLocks/>
            </p:cNvSpPr>
            <p:nvPr/>
          </p:nvSpPr>
          <p:spPr bwMode="auto">
            <a:xfrm>
              <a:off x="989" y="951"/>
              <a:ext cx="6" cy="3"/>
            </a:xfrm>
            <a:custGeom>
              <a:avLst/>
              <a:gdLst>
                <a:gd name="T0" fmla="*/ 0 w 4"/>
                <a:gd name="T1" fmla="*/ 0 h 2"/>
                <a:gd name="T2" fmla="*/ 8 w 4"/>
                <a:gd name="T3" fmla="*/ 5 h 2"/>
                <a:gd name="T4" fmla="*/ 14 w 4"/>
                <a:gd name="T5" fmla="*/ 8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2">
                  <a:moveTo>
                    <a:pt x="0" y="0"/>
                  </a:moveTo>
                  <a:cubicBezTo>
                    <a:pt x="0" y="0"/>
                    <a:pt x="1" y="1"/>
                    <a:pt x="2" y="1"/>
                  </a:cubicBezTo>
                  <a:cubicBezTo>
                    <a:pt x="2" y="1"/>
                    <a:pt x="4" y="1"/>
                    <a:pt x="4" y="2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562" name="Freeform 410">
              <a:extLst>
                <a:ext uri="{FF2B5EF4-FFF2-40B4-BE49-F238E27FC236}">
                  <a16:creationId xmlns:a16="http://schemas.microsoft.com/office/drawing/2014/main" id="{76998E66-B6D6-445A-96A3-96CFD190778A}"/>
                </a:ext>
              </a:extLst>
            </p:cNvPr>
            <p:cNvSpPr>
              <a:spLocks/>
            </p:cNvSpPr>
            <p:nvPr/>
          </p:nvSpPr>
          <p:spPr bwMode="auto">
            <a:xfrm>
              <a:off x="994" y="951"/>
              <a:ext cx="8" cy="3"/>
            </a:xfrm>
            <a:custGeom>
              <a:avLst/>
              <a:gdLst>
                <a:gd name="T0" fmla="*/ 0 w 5"/>
                <a:gd name="T1" fmla="*/ 0 h 2"/>
                <a:gd name="T2" fmla="*/ 8 w 5"/>
                <a:gd name="T3" fmla="*/ 5 h 2"/>
                <a:gd name="T4" fmla="*/ 21 w 5"/>
                <a:gd name="T5" fmla="*/ 8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2">
                  <a:moveTo>
                    <a:pt x="0" y="0"/>
                  </a:moveTo>
                  <a:cubicBezTo>
                    <a:pt x="0" y="0"/>
                    <a:pt x="1" y="1"/>
                    <a:pt x="2" y="1"/>
                  </a:cubicBezTo>
                  <a:cubicBezTo>
                    <a:pt x="3" y="1"/>
                    <a:pt x="4" y="1"/>
                    <a:pt x="5" y="2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563" name="Freeform 411">
              <a:extLst>
                <a:ext uri="{FF2B5EF4-FFF2-40B4-BE49-F238E27FC236}">
                  <a16:creationId xmlns:a16="http://schemas.microsoft.com/office/drawing/2014/main" id="{1FFBA1AF-78D0-46A7-A8E6-446EB51CA4DE}"/>
                </a:ext>
              </a:extLst>
            </p:cNvPr>
            <p:cNvSpPr>
              <a:spLocks/>
            </p:cNvSpPr>
            <p:nvPr/>
          </p:nvSpPr>
          <p:spPr bwMode="auto">
            <a:xfrm>
              <a:off x="822" y="951"/>
              <a:ext cx="7" cy="3"/>
            </a:xfrm>
            <a:custGeom>
              <a:avLst/>
              <a:gdLst>
                <a:gd name="T0" fmla="*/ 21 w 4"/>
                <a:gd name="T1" fmla="*/ 0 h 2"/>
                <a:gd name="T2" fmla="*/ 12 w 4"/>
                <a:gd name="T3" fmla="*/ 5 h 2"/>
                <a:gd name="T4" fmla="*/ 0 w 4"/>
                <a:gd name="T5" fmla="*/ 8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2">
                  <a:moveTo>
                    <a:pt x="4" y="0"/>
                  </a:moveTo>
                  <a:cubicBezTo>
                    <a:pt x="4" y="0"/>
                    <a:pt x="3" y="0"/>
                    <a:pt x="2" y="1"/>
                  </a:cubicBezTo>
                  <a:cubicBezTo>
                    <a:pt x="2" y="1"/>
                    <a:pt x="1" y="2"/>
                    <a:pt x="0" y="2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564" name="Freeform 412">
              <a:extLst>
                <a:ext uri="{FF2B5EF4-FFF2-40B4-BE49-F238E27FC236}">
                  <a16:creationId xmlns:a16="http://schemas.microsoft.com/office/drawing/2014/main" id="{6031EDFA-9B8D-4625-86EF-CE968149794A}"/>
                </a:ext>
              </a:extLst>
            </p:cNvPr>
            <p:cNvSpPr>
              <a:spLocks/>
            </p:cNvSpPr>
            <p:nvPr/>
          </p:nvSpPr>
          <p:spPr bwMode="auto">
            <a:xfrm>
              <a:off x="832" y="951"/>
              <a:ext cx="3" cy="3"/>
            </a:xfrm>
            <a:custGeom>
              <a:avLst/>
              <a:gdLst>
                <a:gd name="T0" fmla="*/ 8 w 2"/>
                <a:gd name="T1" fmla="*/ 0 h 2"/>
                <a:gd name="T2" fmla="*/ 0 w 2"/>
                <a:gd name="T3" fmla="*/ 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">
                  <a:moveTo>
                    <a:pt x="2" y="0"/>
                  </a:moveTo>
                  <a:cubicBezTo>
                    <a:pt x="1" y="1"/>
                    <a:pt x="0" y="1"/>
                    <a:pt x="0" y="2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565" name="Freeform 413">
              <a:extLst>
                <a:ext uri="{FF2B5EF4-FFF2-40B4-BE49-F238E27FC236}">
                  <a16:creationId xmlns:a16="http://schemas.microsoft.com/office/drawing/2014/main" id="{05129ABA-1956-4DB5-B133-C09E2ABC5F49}"/>
                </a:ext>
              </a:extLst>
            </p:cNvPr>
            <p:cNvSpPr>
              <a:spLocks/>
            </p:cNvSpPr>
            <p:nvPr/>
          </p:nvSpPr>
          <p:spPr bwMode="auto">
            <a:xfrm>
              <a:off x="945" y="894"/>
              <a:ext cx="70" cy="21"/>
            </a:xfrm>
            <a:custGeom>
              <a:avLst/>
              <a:gdLst>
                <a:gd name="T0" fmla="*/ 0 w 43"/>
                <a:gd name="T1" fmla="*/ 55 h 13"/>
                <a:gd name="T2" fmla="*/ 186 w 43"/>
                <a:gd name="T3" fmla="*/ 47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3" h="13">
                  <a:moveTo>
                    <a:pt x="0" y="13"/>
                  </a:moveTo>
                  <a:cubicBezTo>
                    <a:pt x="0" y="13"/>
                    <a:pt x="37" y="0"/>
                    <a:pt x="43" y="11"/>
                  </a:cubicBezTo>
                </a:path>
              </a:pathLst>
            </a:custGeom>
            <a:noFill/>
            <a:ln w="4763" cap="rnd">
              <a:solidFill>
                <a:srgbClr val="D8D6D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566" name="Freeform 414">
              <a:extLst>
                <a:ext uri="{FF2B5EF4-FFF2-40B4-BE49-F238E27FC236}">
                  <a16:creationId xmlns:a16="http://schemas.microsoft.com/office/drawing/2014/main" id="{A54EC8E0-DB19-44FF-92E4-963CDA96ACE7}"/>
                </a:ext>
              </a:extLst>
            </p:cNvPr>
            <p:cNvSpPr>
              <a:spLocks/>
            </p:cNvSpPr>
            <p:nvPr/>
          </p:nvSpPr>
          <p:spPr bwMode="auto">
            <a:xfrm>
              <a:off x="808" y="894"/>
              <a:ext cx="70" cy="21"/>
            </a:xfrm>
            <a:custGeom>
              <a:avLst/>
              <a:gdLst>
                <a:gd name="T0" fmla="*/ 186 w 43"/>
                <a:gd name="T1" fmla="*/ 55 h 13"/>
                <a:gd name="T2" fmla="*/ 0 w 43"/>
                <a:gd name="T3" fmla="*/ 47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3" h="13">
                  <a:moveTo>
                    <a:pt x="43" y="13"/>
                  </a:moveTo>
                  <a:cubicBezTo>
                    <a:pt x="43" y="13"/>
                    <a:pt x="7" y="0"/>
                    <a:pt x="0" y="11"/>
                  </a:cubicBezTo>
                </a:path>
              </a:pathLst>
            </a:custGeom>
            <a:noFill/>
            <a:ln w="4763" cap="rnd">
              <a:solidFill>
                <a:srgbClr val="D8D6D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567" name="Freeform 415">
              <a:extLst>
                <a:ext uri="{FF2B5EF4-FFF2-40B4-BE49-F238E27FC236}">
                  <a16:creationId xmlns:a16="http://schemas.microsoft.com/office/drawing/2014/main" id="{0965EF2D-1EC6-40EE-9FE4-8E3132D89CB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38" y="710"/>
              <a:ext cx="321" cy="324"/>
            </a:xfrm>
            <a:custGeom>
              <a:avLst/>
              <a:gdLst>
                <a:gd name="T0" fmla="*/ 735 w 197"/>
                <a:gd name="T1" fmla="*/ 501 h 199"/>
                <a:gd name="T2" fmla="*/ 735 w 197"/>
                <a:gd name="T3" fmla="*/ 501 h 199"/>
                <a:gd name="T4" fmla="*/ 735 w 197"/>
                <a:gd name="T5" fmla="*/ 501 h 199"/>
                <a:gd name="T6" fmla="*/ 735 w 197"/>
                <a:gd name="T7" fmla="*/ 501 h 199"/>
                <a:gd name="T8" fmla="*/ 831 w 197"/>
                <a:gd name="T9" fmla="*/ 274 h 199"/>
                <a:gd name="T10" fmla="*/ 852 w 197"/>
                <a:gd name="T11" fmla="*/ 296 h 199"/>
                <a:gd name="T12" fmla="*/ 789 w 197"/>
                <a:gd name="T13" fmla="*/ 164 h 199"/>
                <a:gd name="T14" fmla="*/ 826 w 197"/>
                <a:gd name="T15" fmla="*/ 199 h 199"/>
                <a:gd name="T16" fmla="*/ 653 w 197"/>
                <a:gd name="T17" fmla="*/ 34 h 199"/>
                <a:gd name="T18" fmla="*/ 446 w 197"/>
                <a:gd name="T19" fmla="*/ 47 h 199"/>
                <a:gd name="T20" fmla="*/ 440 w 197"/>
                <a:gd name="T21" fmla="*/ 54 h 199"/>
                <a:gd name="T22" fmla="*/ 440 w 197"/>
                <a:gd name="T23" fmla="*/ 47 h 199"/>
                <a:gd name="T24" fmla="*/ 21 w 197"/>
                <a:gd name="T25" fmla="*/ 275 h 199"/>
                <a:gd name="T26" fmla="*/ 60 w 197"/>
                <a:gd name="T27" fmla="*/ 233 h 199"/>
                <a:gd name="T28" fmla="*/ 0 w 197"/>
                <a:gd name="T29" fmla="*/ 371 h 199"/>
                <a:gd name="T30" fmla="*/ 26 w 197"/>
                <a:gd name="T31" fmla="*/ 342 h 199"/>
                <a:gd name="T32" fmla="*/ 13 w 197"/>
                <a:gd name="T33" fmla="*/ 461 h 199"/>
                <a:gd name="T34" fmla="*/ 26 w 197"/>
                <a:gd name="T35" fmla="*/ 435 h 199"/>
                <a:gd name="T36" fmla="*/ 64 w 197"/>
                <a:gd name="T37" fmla="*/ 516 h 199"/>
                <a:gd name="T38" fmla="*/ 96 w 197"/>
                <a:gd name="T39" fmla="*/ 620 h 199"/>
                <a:gd name="T40" fmla="*/ 135 w 197"/>
                <a:gd name="T41" fmla="*/ 860 h 199"/>
                <a:gd name="T42" fmla="*/ 147 w 197"/>
                <a:gd name="T43" fmla="*/ 782 h 199"/>
                <a:gd name="T44" fmla="*/ 165 w 197"/>
                <a:gd name="T45" fmla="*/ 819 h 199"/>
                <a:gd name="T46" fmla="*/ 143 w 197"/>
                <a:gd name="T47" fmla="*/ 721 h 199"/>
                <a:gd name="T48" fmla="*/ 122 w 197"/>
                <a:gd name="T49" fmla="*/ 633 h 199"/>
                <a:gd name="T50" fmla="*/ 156 w 197"/>
                <a:gd name="T51" fmla="*/ 552 h 199"/>
                <a:gd name="T52" fmla="*/ 233 w 197"/>
                <a:gd name="T53" fmla="*/ 495 h 199"/>
                <a:gd name="T54" fmla="*/ 194 w 197"/>
                <a:gd name="T55" fmla="*/ 562 h 199"/>
                <a:gd name="T56" fmla="*/ 316 w 197"/>
                <a:gd name="T57" fmla="*/ 482 h 199"/>
                <a:gd name="T58" fmla="*/ 262 w 197"/>
                <a:gd name="T59" fmla="*/ 544 h 199"/>
                <a:gd name="T60" fmla="*/ 404 w 197"/>
                <a:gd name="T61" fmla="*/ 446 h 199"/>
                <a:gd name="T62" fmla="*/ 332 w 197"/>
                <a:gd name="T63" fmla="*/ 544 h 199"/>
                <a:gd name="T64" fmla="*/ 578 w 197"/>
                <a:gd name="T65" fmla="*/ 296 h 199"/>
                <a:gd name="T66" fmla="*/ 598 w 197"/>
                <a:gd name="T67" fmla="*/ 303 h 199"/>
                <a:gd name="T68" fmla="*/ 632 w 197"/>
                <a:gd name="T69" fmla="*/ 329 h 199"/>
                <a:gd name="T70" fmla="*/ 671 w 197"/>
                <a:gd name="T71" fmla="*/ 392 h 199"/>
                <a:gd name="T72" fmla="*/ 706 w 197"/>
                <a:gd name="T73" fmla="*/ 453 h 199"/>
                <a:gd name="T74" fmla="*/ 735 w 197"/>
                <a:gd name="T75" fmla="*/ 501 h 199"/>
                <a:gd name="T76" fmla="*/ 717 w 197"/>
                <a:gd name="T77" fmla="*/ 459 h 199"/>
                <a:gd name="T78" fmla="*/ 750 w 197"/>
                <a:gd name="T79" fmla="*/ 493 h 199"/>
                <a:gd name="T80" fmla="*/ 771 w 197"/>
                <a:gd name="T81" fmla="*/ 549 h 199"/>
                <a:gd name="T82" fmla="*/ 776 w 197"/>
                <a:gd name="T83" fmla="*/ 523 h 199"/>
                <a:gd name="T84" fmla="*/ 784 w 197"/>
                <a:gd name="T85" fmla="*/ 562 h 199"/>
                <a:gd name="T86" fmla="*/ 789 w 197"/>
                <a:gd name="T87" fmla="*/ 583 h 199"/>
                <a:gd name="T88" fmla="*/ 784 w 197"/>
                <a:gd name="T89" fmla="*/ 620 h 199"/>
                <a:gd name="T90" fmla="*/ 750 w 197"/>
                <a:gd name="T91" fmla="*/ 764 h 199"/>
                <a:gd name="T92" fmla="*/ 756 w 197"/>
                <a:gd name="T93" fmla="*/ 751 h 199"/>
                <a:gd name="T94" fmla="*/ 763 w 197"/>
                <a:gd name="T95" fmla="*/ 819 h 199"/>
                <a:gd name="T96" fmla="*/ 784 w 197"/>
                <a:gd name="T97" fmla="*/ 734 h 199"/>
                <a:gd name="T98" fmla="*/ 818 w 197"/>
                <a:gd name="T99" fmla="*/ 645 h 199"/>
                <a:gd name="T100" fmla="*/ 823 w 197"/>
                <a:gd name="T101" fmla="*/ 562 h 199"/>
                <a:gd name="T102" fmla="*/ 839 w 197"/>
                <a:gd name="T103" fmla="*/ 401 h 199"/>
                <a:gd name="T104" fmla="*/ 847 w 197"/>
                <a:gd name="T105" fmla="*/ 410 h 199"/>
                <a:gd name="T106" fmla="*/ 831 w 197"/>
                <a:gd name="T107" fmla="*/ 274 h 199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0" t="0" r="r" b="b"/>
              <a:pathLst>
                <a:path w="197" h="199">
                  <a:moveTo>
                    <a:pt x="170" y="116"/>
                  </a:moveTo>
                  <a:cubicBezTo>
                    <a:pt x="170" y="116"/>
                    <a:pt x="170" y="116"/>
                    <a:pt x="170" y="116"/>
                  </a:cubicBezTo>
                  <a:cubicBezTo>
                    <a:pt x="170" y="116"/>
                    <a:pt x="170" y="116"/>
                    <a:pt x="170" y="116"/>
                  </a:cubicBezTo>
                  <a:cubicBezTo>
                    <a:pt x="170" y="116"/>
                    <a:pt x="170" y="116"/>
                    <a:pt x="170" y="116"/>
                  </a:cubicBezTo>
                  <a:close/>
                  <a:moveTo>
                    <a:pt x="192" y="63"/>
                  </a:moveTo>
                  <a:cubicBezTo>
                    <a:pt x="194" y="65"/>
                    <a:pt x="196" y="67"/>
                    <a:pt x="197" y="69"/>
                  </a:cubicBezTo>
                  <a:cubicBezTo>
                    <a:pt x="194" y="59"/>
                    <a:pt x="191" y="43"/>
                    <a:pt x="182" y="38"/>
                  </a:cubicBezTo>
                  <a:cubicBezTo>
                    <a:pt x="186" y="39"/>
                    <a:pt x="188" y="42"/>
                    <a:pt x="191" y="46"/>
                  </a:cubicBezTo>
                  <a:cubicBezTo>
                    <a:pt x="185" y="29"/>
                    <a:pt x="166" y="15"/>
                    <a:pt x="151" y="8"/>
                  </a:cubicBezTo>
                  <a:cubicBezTo>
                    <a:pt x="134" y="1"/>
                    <a:pt x="117" y="9"/>
                    <a:pt x="103" y="11"/>
                  </a:cubicBezTo>
                  <a:cubicBezTo>
                    <a:pt x="102" y="12"/>
                    <a:pt x="102" y="12"/>
                    <a:pt x="102" y="12"/>
                  </a:cubicBezTo>
                  <a:cubicBezTo>
                    <a:pt x="102" y="11"/>
                    <a:pt x="102" y="11"/>
                    <a:pt x="102" y="11"/>
                  </a:cubicBezTo>
                  <a:cubicBezTo>
                    <a:pt x="63" y="0"/>
                    <a:pt x="15" y="23"/>
                    <a:pt x="5" y="64"/>
                  </a:cubicBezTo>
                  <a:cubicBezTo>
                    <a:pt x="6" y="59"/>
                    <a:pt x="10" y="57"/>
                    <a:pt x="14" y="54"/>
                  </a:cubicBezTo>
                  <a:cubicBezTo>
                    <a:pt x="6" y="65"/>
                    <a:pt x="2" y="74"/>
                    <a:pt x="0" y="86"/>
                  </a:cubicBezTo>
                  <a:cubicBezTo>
                    <a:pt x="2" y="83"/>
                    <a:pt x="3" y="81"/>
                    <a:pt x="6" y="79"/>
                  </a:cubicBezTo>
                  <a:cubicBezTo>
                    <a:pt x="4" y="88"/>
                    <a:pt x="3" y="97"/>
                    <a:pt x="3" y="107"/>
                  </a:cubicBezTo>
                  <a:cubicBezTo>
                    <a:pt x="4" y="105"/>
                    <a:pt x="5" y="103"/>
                    <a:pt x="6" y="101"/>
                  </a:cubicBezTo>
                  <a:cubicBezTo>
                    <a:pt x="5" y="107"/>
                    <a:pt x="10" y="114"/>
                    <a:pt x="15" y="120"/>
                  </a:cubicBezTo>
                  <a:cubicBezTo>
                    <a:pt x="18" y="128"/>
                    <a:pt x="20" y="136"/>
                    <a:pt x="22" y="144"/>
                  </a:cubicBezTo>
                  <a:cubicBezTo>
                    <a:pt x="24" y="163"/>
                    <a:pt x="25" y="181"/>
                    <a:pt x="31" y="199"/>
                  </a:cubicBezTo>
                  <a:cubicBezTo>
                    <a:pt x="29" y="194"/>
                    <a:pt x="34" y="187"/>
                    <a:pt x="34" y="181"/>
                  </a:cubicBezTo>
                  <a:cubicBezTo>
                    <a:pt x="36" y="183"/>
                    <a:pt x="37" y="187"/>
                    <a:pt x="38" y="190"/>
                  </a:cubicBezTo>
                  <a:cubicBezTo>
                    <a:pt x="36" y="183"/>
                    <a:pt x="36" y="174"/>
                    <a:pt x="33" y="167"/>
                  </a:cubicBezTo>
                  <a:cubicBezTo>
                    <a:pt x="31" y="160"/>
                    <a:pt x="29" y="154"/>
                    <a:pt x="28" y="147"/>
                  </a:cubicBezTo>
                  <a:cubicBezTo>
                    <a:pt x="28" y="139"/>
                    <a:pt x="29" y="133"/>
                    <a:pt x="36" y="128"/>
                  </a:cubicBezTo>
                  <a:cubicBezTo>
                    <a:pt x="42" y="124"/>
                    <a:pt x="50" y="122"/>
                    <a:pt x="54" y="115"/>
                  </a:cubicBezTo>
                  <a:cubicBezTo>
                    <a:pt x="51" y="120"/>
                    <a:pt x="48" y="125"/>
                    <a:pt x="45" y="130"/>
                  </a:cubicBezTo>
                  <a:cubicBezTo>
                    <a:pt x="54" y="123"/>
                    <a:pt x="65" y="119"/>
                    <a:pt x="73" y="112"/>
                  </a:cubicBezTo>
                  <a:cubicBezTo>
                    <a:pt x="69" y="116"/>
                    <a:pt x="65" y="122"/>
                    <a:pt x="61" y="126"/>
                  </a:cubicBezTo>
                  <a:cubicBezTo>
                    <a:pt x="73" y="121"/>
                    <a:pt x="83" y="112"/>
                    <a:pt x="93" y="103"/>
                  </a:cubicBezTo>
                  <a:cubicBezTo>
                    <a:pt x="87" y="109"/>
                    <a:pt x="82" y="120"/>
                    <a:pt x="77" y="126"/>
                  </a:cubicBezTo>
                  <a:cubicBezTo>
                    <a:pt x="99" y="111"/>
                    <a:pt x="111" y="84"/>
                    <a:pt x="134" y="69"/>
                  </a:cubicBezTo>
                  <a:cubicBezTo>
                    <a:pt x="136" y="70"/>
                    <a:pt x="137" y="70"/>
                    <a:pt x="138" y="70"/>
                  </a:cubicBezTo>
                  <a:cubicBezTo>
                    <a:pt x="141" y="72"/>
                    <a:pt x="144" y="74"/>
                    <a:pt x="146" y="76"/>
                  </a:cubicBezTo>
                  <a:cubicBezTo>
                    <a:pt x="150" y="80"/>
                    <a:pt x="152" y="86"/>
                    <a:pt x="155" y="91"/>
                  </a:cubicBezTo>
                  <a:cubicBezTo>
                    <a:pt x="157" y="96"/>
                    <a:pt x="160" y="101"/>
                    <a:pt x="163" y="105"/>
                  </a:cubicBezTo>
                  <a:cubicBezTo>
                    <a:pt x="165" y="109"/>
                    <a:pt x="168" y="112"/>
                    <a:pt x="170" y="116"/>
                  </a:cubicBezTo>
                  <a:cubicBezTo>
                    <a:pt x="169" y="113"/>
                    <a:pt x="166" y="110"/>
                    <a:pt x="166" y="106"/>
                  </a:cubicBezTo>
                  <a:cubicBezTo>
                    <a:pt x="167" y="109"/>
                    <a:pt x="171" y="111"/>
                    <a:pt x="173" y="114"/>
                  </a:cubicBezTo>
                  <a:cubicBezTo>
                    <a:pt x="176" y="117"/>
                    <a:pt x="178" y="123"/>
                    <a:pt x="178" y="127"/>
                  </a:cubicBezTo>
                  <a:cubicBezTo>
                    <a:pt x="178" y="125"/>
                    <a:pt x="178" y="123"/>
                    <a:pt x="179" y="121"/>
                  </a:cubicBezTo>
                  <a:cubicBezTo>
                    <a:pt x="179" y="124"/>
                    <a:pt x="181" y="127"/>
                    <a:pt x="181" y="130"/>
                  </a:cubicBezTo>
                  <a:cubicBezTo>
                    <a:pt x="182" y="132"/>
                    <a:pt x="182" y="134"/>
                    <a:pt x="182" y="135"/>
                  </a:cubicBezTo>
                  <a:cubicBezTo>
                    <a:pt x="182" y="138"/>
                    <a:pt x="181" y="141"/>
                    <a:pt x="181" y="144"/>
                  </a:cubicBezTo>
                  <a:cubicBezTo>
                    <a:pt x="179" y="156"/>
                    <a:pt x="175" y="166"/>
                    <a:pt x="173" y="177"/>
                  </a:cubicBezTo>
                  <a:cubicBezTo>
                    <a:pt x="174" y="176"/>
                    <a:pt x="175" y="175"/>
                    <a:pt x="175" y="174"/>
                  </a:cubicBezTo>
                  <a:cubicBezTo>
                    <a:pt x="173" y="180"/>
                    <a:pt x="174" y="186"/>
                    <a:pt x="176" y="190"/>
                  </a:cubicBezTo>
                  <a:cubicBezTo>
                    <a:pt x="177" y="182"/>
                    <a:pt x="177" y="177"/>
                    <a:pt x="181" y="170"/>
                  </a:cubicBezTo>
                  <a:cubicBezTo>
                    <a:pt x="185" y="163"/>
                    <a:pt x="189" y="157"/>
                    <a:pt x="189" y="149"/>
                  </a:cubicBezTo>
                  <a:cubicBezTo>
                    <a:pt x="189" y="143"/>
                    <a:pt x="189" y="136"/>
                    <a:pt x="190" y="130"/>
                  </a:cubicBezTo>
                  <a:cubicBezTo>
                    <a:pt x="195" y="118"/>
                    <a:pt x="197" y="108"/>
                    <a:pt x="194" y="93"/>
                  </a:cubicBezTo>
                  <a:cubicBezTo>
                    <a:pt x="194" y="94"/>
                    <a:pt x="195" y="95"/>
                    <a:pt x="196" y="95"/>
                  </a:cubicBezTo>
                  <a:cubicBezTo>
                    <a:pt x="192" y="86"/>
                    <a:pt x="197" y="71"/>
                    <a:pt x="192" y="63"/>
                  </a:cubicBezTo>
                  <a:close/>
                </a:path>
              </a:pathLst>
            </a:custGeom>
            <a:solidFill>
              <a:srgbClr val="D8D6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568" name="Freeform 416">
              <a:extLst>
                <a:ext uri="{FF2B5EF4-FFF2-40B4-BE49-F238E27FC236}">
                  <a16:creationId xmlns:a16="http://schemas.microsoft.com/office/drawing/2014/main" id="{A8437B96-FE47-4AFB-9619-97F6240206B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38" y="710"/>
              <a:ext cx="321" cy="324"/>
            </a:xfrm>
            <a:custGeom>
              <a:avLst/>
              <a:gdLst>
                <a:gd name="T0" fmla="*/ 735 w 197"/>
                <a:gd name="T1" fmla="*/ 501 h 199"/>
                <a:gd name="T2" fmla="*/ 735 w 197"/>
                <a:gd name="T3" fmla="*/ 501 h 199"/>
                <a:gd name="T4" fmla="*/ 735 w 197"/>
                <a:gd name="T5" fmla="*/ 501 h 199"/>
                <a:gd name="T6" fmla="*/ 735 w 197"/>
                <a:gd name="T7" fmla="*/ 501 h 199"/>
                <a:gd name="T8" fmla="*/ 831 w 197"/>
                <a:gd name="T9" fmla="*/ 274 h 199"/>
                <a:gd name="T10" fmla="*/ 852 w 197"/>
                <a:gd name="T11" fmla="*/ 296 h 199"/>
                <a:gd name="T12" fmla="*/ 789 w 197"/>
                <a:gd name="T13" fmla="*/ 164 h 199"/>
                <a:gd name="T14" fmla="*/ 826 w 197"/>
                <a:gd name="T15" fmla="*/ 199 h 199"/>
                <a:gd name="T16" fmla="*/ 653 w 197"/>
                <a:gd name="T17" fmla="*/ 34 h 199"/>
                <a:gd name="T18" fmla="*/ 446 w 197"/>
                <a:gd name="T19" fmla="*/ 47 h 199"/>
                <a:gd name="T20" fmla="*/ 440 w 197"/>
                <a:gd name="T21" fmla="*/ 54 h 199"/>
                <a:gd name="T22" fmla="*/ 440 w 197"/>
                <a:gd name="T23" fmla="*/ 47 h 199"/>
                <a:gd name="T24" fmla="*/ 21 w 197"/>
                <a:gd name="T25" fmla="*/ 275 h 199"/>
                <a:gd name="T26" fmla="*/ 60 w 197"/>
                <a:gd name="T27" fmla="*/ 233 h 199"/>
                <a:gd name="T28" fmla="*/ 0 w 197"/>
                <a:gd name="T29" fmla="*/ 371 h 199"/>
                <a:gd name="T30" fmla="*/ 26 w 197"/>
                <a:gd name="T31" fmla="*/ 342 h 199"/>
                <a:gd name="T32" fmla="*/ 13 w 197"/>
                <a:gd name="T33" fmla="*/ 461 h 199"/>
                <a:gd name="T34" fmla="*/ 26 w 197"/>
                <a:gd name="T35" fmla="*/ 435 h 199"/>
                <a:gd name="T36" fmla="*/ 64 w 197"/>
                <a:gd name="T37" fmla="*/ 516 h 199"/>
                <a:gd name="T38" fmla="*/ 96 w 197"/>
                <a:gd name="T39" fmla="*/ 620 h 199"/>
                <a:gd name="T40" fmla="*/ 135 w 197"/>
                <a:gd name="T41" fmla="*/ 860 h 199"/>
                <a:gd name="T42" fmla="*/ 147 w 197"/>
                <a:gd name="T43" fmla="*/ 782 h 199"/>
                <a:gd name="T44" fmla="*/ 165 w 197"/>
                <a:gd name="T45" fmla="*/ 819 h 199"/>
                <a:gd name="T46" fmla="*/ 143 w 197"/>
                <a:gd name="T47" fmla="*/ 721 h 199"/>
                <a:gd name="T48" fmla="*/ 122 w 197"/>
                <a:gd name="T49" fmla="*/ 633 h 199"/>
                <a:gd name="T50" fmla="*/ 156 w 197"/>
                <a:gd name="T51" fmla="*/ 552 h 199"/>
                <a:gd name="T52" fmla="*/ 233 w 197"/>
                <a:gd name="T53" fmla="*/ 495 h 199"/>
                <a:gd name="T54" fmla="*/ 194 w 197"/>
                <a:gd name="T55" fmla="*/ 562 h 199"/>
                <a:gd name="T56" fmla="*/ 316 w 197"/>
                <a:gd name="T57" fmla="*/ 482 h 199"/>
                <a:gd name="T58" fmla="*/ 262 w 197"/>
                <a:gd name="T59" fmla="*/ 544 h 199"/>
                <a:gd name="T60" fmla="*/ 404 w 197"/>
                <a:gd name="T61" fmla="*/ 446 h 199"/>
                <a:gd name="T62" fmla="*/ 332 w 197"/>
                <a:gd name="T63" fmla="*/ 544 h 199"/>
                <a:gd name="T64" fmla="*/ 578 w 197"/>
                <a:gd name="T65" fmla="*/ 296 h 199"/>
                <a:gd name="T66" fmla="*/ 598 w 197"/>
                <a:gd name="T67" fmla="*/ 303 h 199"/>
                <a:gd name="T68" fmla="*/ 632 w 197"/>
                <a:gd name="T69" fmla="*/ 329 h 199"/>
                <a:gd name="T70" fmla="*/ 671 w 197"/>
                <a:gd name="T71" fmla="*/ 392 h 199"/>
                <a:gd name="T72" fmla="*/ 706 w 197"/>
                <a:gd name="T73" fmla="*/ 453 h 199"/>
                <a:gd name="T74" fmla="*/ 735 w 197"/>
                <a:gd name="T75" fmla="*/ 501 h 199"/>
                <a:gd name="T76" fmla="*/ 717 w 197"/>
                <a:gd name="T77" fmla="*/ 459 h 199"/>
                <a:gd name="T78" fmla="*/ 750 w 197"/>
                <a:gd name="T79" fmla="*/ 493 h 199"/>
                <a:gd name="T80" fmla="*/ 771 w 197"/>
                <a:gd name="T81" fmla="*/ 549 h 199"/>
                <a:gd name="T82" fmla="*/ 776 w 197"/>
                <a:gd name="T83" fmla="*/ 523 h 199"/>
                <a:gd name="T84" fmla="*/ 784 w 197"/>
                <a:gd name="T85" fmla="*/ 562 h 199"/>
                <a:gd name="T86" fmla="*/ 789 w 197"/>
                <a:gd name="T87" fmla="*/ 583 h 199"/>
                <a:gd name="T88" fmla="*/ 784 w 197"/>
                <a:gd name="T89" fmla="*/ 620 h 199"/>
                <a:gd name="T90" fmla="*/ 750 w 197"/>
                <a:gd name="T91" fmla="*/ 764 h 199"/>
                <a:gd name="T92" fmla="*/ 756 w 197"/>
                <a:gd name="T93" fmla="*/ 751 h 199"/>
                <a:gd name="T94" fmla="*/ 763 w 197"/>
                <a:gd name="T95" fmla="*/ 819 h 199"/>
                <a:gd name="T96" fmla="*/ 784 w 197"/>
                <a:gd name="T97" fmla="*/ 734 h 199"/>
                <a:gd name="T98" fmla="*/ 818 w 197"/>
                <a:gd name="T99" fmla="*/ 645 h 199"/>
                <a:gd name="T100" fmla="*/ 823 w 197"/>
                <a:gd name="T101" fmla="*/ 562 h 199"/>
                <a:gd name="T102" fmla="*/ 839 w 197"/>
                <a:gd name="T103" fmla="*/ 401 h 199"/>
                <a:gd name="T104" fmla="*/ 847 w 197"/>
                <a:gd name="T105" fmla="*/ 410 h 199"/>
                <a:gd name="T106" fmla="*/ 831 w 197"/>
                <a:gd name="T107" fmla="*/ 274 h 199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0" t="0" r="r" b="b"/>
              <a:pathLst>
                <a:path w="197" h="199">
                  <a:moveTo>
                    <a:pt x="170" y="116"/>
                  </a:moveTo>
                  <a:cubicBezTo>
                    <a:pt x="170" y="116"/>
                    <a:pt x="170" y="116"/>
                    <a:pt x="170" y="116"/>
                  </a:cubicBezTo>
                  <a:cubicBezTo>
                    <a:pt x="170" y="116"/>
                    <a:pt x="170" y="116"/>
                    <a:pt x="170" y="116"/>
                  </a:cubicBezTo>
                  <a:cubicBezTo>
                    <a:pt x="170" y="116"/>
                    <a:pt x="170" y="116"/>
                    <a:pt x="170" y="116"/>
                  </a:cubicBezTo>
                  <a:close/>
                  <a:moveTo>
                    <a:pt x="192" y="63"/>
                  </a:moveTo>
                  <a:cubicBezTo>
                    <a:pt x="194" y="65"/>
                    <a:pt x="196" y="67"/>
                    <a:pt x="197" y="69"/>
                  </a:cubicBezTo>
                  <a:cubicBezTo>
                    <a:pt x="194" y="59"/>
                    <a:pt x="191" y="43"/>
                    <a:pt x="182" y="38"/>
                  </a:cubicBezTo>
                  <a:cubicBezTo>
                    <a:pt x="186" y="39"/>
                    <a:pt x="188" y="42"/>
                    <a:pt x="191" y="46"/>
                  </a:cubicBezTo>
                  <a:cubicBezTo>
                    <a:pt x="185" y="29"/>
                    <a:pt x="166" y="15"/>
                    <a:pt x="151" y="8"/>
                  </a:cubicBezTo>
                  <a:cubicBezTo>
                    <a:pt x="134" y="1"/>
                    <a:pt x="117" y="9"/>
                    <a:pt x="103" y="11"/>
                  </a:cubicBezTo>
                  <a:cubicBezTo>
                    <a:pt x="102" y="12"/>
                    <a:pt x="102" y="12"/>
                    <a:pt x="102" y="12"/>
                  </a:cubicBezTo>
                  <a:cubicBezTo>
                    <a:pt x="102" y="11"/>
                    <a:pt x="102" y="11"/>
                    <a:pt x="102" y="11"/>
                  </a:cubicBezTo>
                  <a:cubicBezTo>
                    <a:pt x="63" y="0"/>
                    <a:pt x="15" y="23"/>
                    <a:pt x="5" y="64"/>
                  </a:cubicBezTo>
                  <a:cubicBezTo>
                    <a:pt x="6" y="59"/>
                    <a:pt x="10" y="57"/>
                    <a:pt x="14" y="54"/>
                  </a:cubicBezTo>
                  <a:cubicBezTo>
                    <a:pt x="6" y="65"/>
                    <a:pt x="2" y="74"/>
                    <a:pt x="0" y="86"/>
                  </a:cubicBezTo>
                  <a:cubicBezTo>
                    <a:pt x="2" y="83"/>
                    <a:pt x="3" y="81"/>
                    <a:pt x="6" y="79"/>
                  </a:cubicBezTo>
                  <a:cubicBezTo>
                    <a:pt x="4" y="88"/>
                    <a:pt x="3" y="97"/>
                    <a:pt x="3" y="107"/>
                  </a:cubicBezTo>
                  <a:cubicBezTo>
                    <a:pt x="4" y="105"/>
                    <a:pt x="5" y="103"/>
                    <a:pt x="6" y="101"/>
                  </a:cubicBezTo>
                  <a:cubicBezTo>
                    <a:pt x="5" y="107"/>
                    <a:pt x="10" y="114"/>
                    <a:pt x="15" y="120"/>
                  </a:cubicBezTo>
                  <a:cubicBezTo>
                    <a:pt x="18" y="128"/>
                    <a:pt x="20" y="136"/>
                    <a:pt x="22" y="144"/>
                  </a:cubicBezTo>
                  <a:cubicBezTo>
                    <a:pt x="24" y="163"/>
                    <a:pt x="25" y="181"/>
                    <a:pt x="31" y="199"/>
                  </a:cubicBezTo>
                  <a:cubicBezTo>
                    <a:pt x="29" y="194"/>
                    <a:pt x="34" y="187"/>
                    <a:pt x="34" y="181"/>
                  </a:cubicBezTo>
                  <a:cubicBezTo>
                    <a:pt x="36" y="183"/>
                    <a:pt x="37" y="187"/>
                    <a:pt x="38" y="190"/>
                  </a:cubicBezTo>
                  <a:cubicBezTo>
                    <a:pt x="36" y="183"/>
                    <a:pt x="36" y="174"/>
                    <a:pt x="33" y="167"/>
                  </a:cubicBezTo>
                  <a:cubicBezTo>
                    <a:pt x="31" y="160"/>
                    <a:pt x="29" y="154"/>
                    <a:pt x="28" y="147"/>
                  </a:cubicBezTo>
                  <a:cubicBezTo>
                    <a:pt x="28" y="139"/>
                    <a:pt x="29" y="133"/>
                    <a:pt x="36" y="128"/>
                  </a:cubicBezTo>
                  <a:cubicBezTo>
                    <a:pt x="42" y="124"/>
                    <a:pt x="50" y="122"/>
                    <a:pt x="54" y="115"/>
                  </a:cubicBezTo>
                  <a:cubicBezTo>
                    <a:pt x="51" y="120"/>
                    <a:pt x="48" y="125"/>
                    <a:pt x="45" y="130"/>
                  </a:cubicBezTo>
                  <a:cubicBezTo>
                    <a:pt x="54" y="123"/>
                    <a:pt x="65" y="119"/>
                    <a:pt x="73" y="112"/>
                  </a:cubicBezTo>
                  <a:cubicBezTo>
                    <a:pt x="69" y="116"/>
                    <a:pt x="65" y="122"/>
                    <a:pt x="61" y="126"/>
                  </a:cubicBezTo>
                  <a:cubicBezTo>
                    <a:pt x="73" y="121"/>
                    <a:pt x="83" y="112"/>
                    <a:pt x="93" y="103"/>
                  </a:cubicBezTo>
                  <a:cubicBezTo>
                    <a:pt x="87" y="109"/>
                    <a:pt x="82" y="120"/>
                    <a:pt x="77" y="126"/>
                  </a:cubicBezTo>
                  <a:cubicBezTo>
                    <a:pt x="99" y="111"/>
                    <a:pt x="111" y="84"/>
                    <a:pt x="134" y="69"/>
                  </a:cubicBezTo>
                  <a:cubicBezTo>
                    <a:pt x="136" y="70"/>
                    <a:pt x="137" y="70"/>
                    <a:pt x="138" y="70"/>
                  </a:cubicBezTo>
                  <a:cubicBezTo>
                    <a:pt x="141" y="72"/>
                    <a:pt x="144" y="74"/>
                    <a:pt x="146" y="76"/>
                  </a:cubicBezTo>
                  <a:cubicBezTo>
                    <a:pt x="150" y="80"/>
                    <a:pt x="152" y="86"/>
                    <a:pt x="155" y="91"/>
                  </a:cubicBezTo>
                  <a:cubicBezTo>
                    <a:pt x="157" y="96"/>
                    <a:pt x="160" y="101"/>
                    <a:pt x="163" y="105"/>
                  </a:cubicBezTo>
                  <a:cubicBezTo>
                    <a:pt x="165" y="109"/>
                    <a:pt x="168" y="112"/>
                    <a:pt x="170" y="116"/>
                  </a:cubicBezTo>
                  <a:cubicBezTo>
                    <a:pt x="169" y="113"/>
                    <a:pt x="166" y="110"/>
                    <a:pt x="166" y="106"/>
                  </a:cubicBezTo>
                  <a:cubicBezTo>
                    <a:pt x="167" y="109"/>
                    <a:pt x="171" y="111"/>
                    <a:pt x="173" y="114"/>
                  </a:cubicBezTo>
                  <a:cubicBezTo>
                    <a:pt x="176" y="117"/>
                    <a:pt x="178" y="123"/>
                    <a:pt x="178" y="127"/>
                  </a:cubicBezTo>
                  <a:cubicBezTo>
                    <a:pt x="178" y="125"/>
                    <a:pt x="178" y="123"/>
                    <a:pt x="179" y="121"/>
                  </a:cubicBezTo>
                  <a:cubicBezTo>
                    <a:pt x="179" y="124"/>
                    <a:pt x="181" y="127"/>
                    <a:pt x="181" y="130"/>
                  </a:cubicBezTo>
                  <a:cubicBezTo>
                    <a:pt x="182" y="132"/>
                    <a:pt x="182" y="134"/>
                    <a:pt x="182" y="135"/>
                  </a:cubicBezTo>
                  <a:cubicBezTo>
                    <a:pt x="182" y="138"/>
                    <a:pt x="181" y="141"/>
                    <a:pt x="181" y="144"/>
                  </a:cubicBezTo>
                  <a:cubicBezTo>
                    <a:pt x="179" y="156"/>
                    <a:pt x="175" y="166"/>
                    <a:pt x="173" y="177"/>
                  </a:cubicBezTo>
                  <a:cubicBezTo>
                    <a:pt x="174" y="176"/>
                    <a:pt x="175" y="175"/>
                    <a:pt x="175" y="174"/>
                  </a:cubicBezTo>
                  <a:cubicBezTo>
                    <a:pt x="173" y="180"/>
                    <a:pt x="174" y="186"/>
                    <a:pt x="176" y="190"/>
                  </a:cubicBezTo>
                  <a:cubicBezTo>
                    <a:pt x="177" y="182"/>
                    <a:pt x="177" y="177"/>
                    <a:pt x="181" y="170"/>
                  </a:cubicBezTo>
                  <a:cubicBezTo>
                    <a:pt x="185" y="163"/>
                    <a:pt x="189" y="157"/>
                    <a:pt x="189" y="149"/>
                  </a:cubicBezTo>
                  <a:cubicBezTo>
                    <a:pt x="189" y="143"/>
                    <a:pt x="189" y="136"/>
                    <a:pt x="190" y="130"/>
                  </a:cubicBezTo>
                  <a:cubicBezTo>
                    <a:pt x="195" y="118"/>
                    <a:pt x="197" y="108"/>
                    <a:pt x="194" y="93"/>
                  </a:cubicBezTo>
                  <a:cubicBezTo>
                    <a:pt x="194" y="94"/>
                    <a:pt x="195" y="95"/>
                    <a:pt x="196" y="95"/>
                  </a:cubicBezTo>
                  <a:cubicBezTo>
                    <a:pt x="192" y="86"/>
                    <a:pt x="197" y="71"/>
                    <a:pt x="192" y="63"/>
                  </a:cubicBezTo>
                  <a:close/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569" name="Freeform 417">
              <a:extLst>
                <a:ext uri="{FF2B5EF4-FFF2-40B4-BE49-F238E27FC236}">
                  <a16:creationId xmlns:a16="http://schemas.microsoft.com/office/drawing/2014/main" id="{AFF13931-17AB-4423-889C-C4E4FA22E05A}"/>
                </a:ext>
              </a:extLst>
            </p:cNvPr>
            <p:cNvSpPr>
              <a:spLocks/>
            </p:cNvSpPr>
            <p:nvPr/>
          </p:nvSpPr>
          <p:spPr bwMode="auto">
            <a:xfrm>
              <a:off x="765" y="733"/>
              <a:ext cx="124" cy="143"/>
            </a:xfrm>
            <a:custGeom>
              <a:avLst/>
              <a:gdLst>
                <a:gd name="T0" fmla="*/ 330 w 76"/>
                <a:gd name="T1" fmla="*/ 21 h 88"/>
                <a:gd name="T2" fmla="*/ 96 w 76"/>
                <a:gd name="T3" fmla="*/ 98 h 88"/>
                <a:gd name="T4" fmla="*/ 170 w 76"/>
                <a:gd name="T5" fmla="*/ 60 h 88"/>
                <a:gd name="T6" fmla="*/ 83 w 76"/>
                <a:gd name="T7" fmla="*/ 122 h 88"/>
                <a:gd name="T8" fmla="*/ 18 w 76"/>
                <a:gd name="T9" fmla="*/ 241 h 88"/>
                <a:gd name="T10" fmla="*/ 88 w 76"/>
                <a:gd name="T11" fmla="*/ 172 h 88"/>
                <a:gd name="T12" fmla="*/ 0 w 76"/>
                <a:gd name="T13" fmla="*/ 351 h 88"/>
                <a:gd name="T14" fmla="*/ 64 w 76"/>
                <a:gd name="T15" fmla="*/ 293 h 88"/>
                <a:gd name="T16" fmla="*/ 26 w 76"/>
                <a:gd name="T17" fmla="*/ 377 h 88"/>
                <a:gd name="T18" fmla="*/ 126 w 76"/>
                <a:gd name="T19" fmla="*/ 241 h 88"/>
                <a:gd name="T20" fmla="*/ 101 w 76"/>
                <a:gd name="T21" fmla="*/ 335 h 88"/>
                <a:gd name="T22" fmla="*/ 152 w 76"/>
                <a:gd name="T23" fmla="*/ 215 h 88"/>
                <a:gd name="T24" fmla="*/ 207 w 76"/>
                <a:gd name="T25" fmla="*/ 109 h 88"/>
                <a:gd name="T26" fmla="*/ 330 w 76"/>
                <a:gd name="T27" fmla="*/ 26 h 88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76" h="88">
                  <a:moveTo>
                    <a:pt x="76" y="5"/>
                  </a:moveTo>
                  <a:cubicBezTo>
                    <a:pt x="57" y="0"/>
                    <a:pt x="34" y="6"/>
                    <a:pt x="22" y="23"/>
                  </a:cubicBezTo>
                  <a:cubicBezTo>
                    <a:pt x="26" y="19"/>
                    <a:pt x="32" y="15"/>
                    <a:pt x="39" y="14"/>
                  </a:cubicBezTo>
                  <a:cubicBezTo>
                    <a:pt x="32" y="18"/>
                    <a:pt x="25" y="22"/>
                    <a:pt x="19" y="28"/>
                  </a:cubicBezTo>
                  <a:cubicBezTo>
                    <a:pt x="11" y="36"/>
                    <a:pt x="8" y="46"/>
                    <a:pt x="4" y="56"/>
                  </a:cubicBezTo>
                  <a:cubicBezTo>
                    <a:pt x="7" y="50"/>
                    <a:pt x="14" y="43"/>
                    <a:pt x="20" y="40"/>
                  </a:cubicBezTo>
                  <a:cubicBezTo>
                    <a:pt x="11" y="52"/>
                    <a:pt x="9" y="70"/>
                    <a:pt x="0" y="82"/>
                  </a:cubicBezTo>
                  <a:cubicBezTo>
                    <a:pt x="6" y="78"/>
                    <a:pt x="10" y="72"/>
                    <a:pt x="15" y="68"/>
                  </a:cubicBezTo>
                  <a:cubicBezTo>
                    <a:pt x="12" y="74"/>
                    <a:pt x="11" y="82"/>
                    <a:pt x="6" y="88"/>
                  </a:cubicBezTo>
                  <a:cubicBezTo>
                    <a:pt x="15" y="78"/>
                    <a:pt x="23" y="68"/>
                    <a:pt x="29" y="56"/>
                  </a:cubicBezTo>
                  <a:cubicBezTo>
                    <a:pt x="27" y="63"/>
                    <a:pt x="22" y="71"/>
                    <a:pt x="23" y="78"/>
                  </a:cubicBezTo>
                  <a:cubicBezTo>
                    <a:pt x="30" y="70"/>
                    <a:pt x="31" y="60"/>
                    <a:pt x="35" y="50"/>
                  </a:cubicBezTo>
                  <a:cubicBezTo>
                    <a:pt x="38" y="41"/>
                    <a:pt x="42" y="33"/>
                    <a:pt x="48" y="25"/>
                  </a:cubicBezTo>
                  <a:cubicBezTo>
                    <a:pt x="53" y="18"/>
                    <a:pt x="66" y="5"/>
                    <a:pt x="76" y="6"/>
                  </a:cubicBezTo>
                </a:path>
              </a:pathLst>
            </a:custGeom>
            <a:solidFill>
              <a:srgbClr val="E0DE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570" name="Freeform 418">
              <a:extLst>
                <a:ext uri="{FF2B5EF4-FFF2-40B4-BE49-F238E27FC236}">
                  <a16:creationId xmlns:a16="http://schemas.microsoft.com/office/drawing/2014/main" id="{51A7D852-A404-47D5-83DD-27D54CED31CB}"/>
                </a:ext>
              </a:extLst>
            </p:cNvPr>
            <p:cNvSpPr>
              <a:spLocks/>
            </p:cNvSpPr>
            <p:nvPr/>
          </p:nvSpPr>
          <p:spPr bwMode="auto">
            <a:xfrm>
              <a:off x="819" y="764"/>
              <a:ext cx="90" cy="125"/>
            </a:xfrm>
            <a:custGeom>
              <a:avLst/>
              <a:gdLst>
                <a:gd name="T0" fmla="*/ 241 w 55"/>
                <a:gd name="T1" fmla="*/ 0 h 77"/>
                <a:gd name="T2" fmla="*/ 67 w 55"/>
                <a:gd name="T3" fmla="*/ 177 h 77"/>
                <a:gd name="T4" fmla="*/ 105 w 55"/>
                <a:gd name="T5" fmla="*/ 123 h 77"/>
                <a:gd name="T6" fmla="*/ 70 w 55"/>
                <a:gd name="T7" fmla="*/ 200 h 77"/>
                <a:gd name="T8" fmla="*/ 5 w 55"/>
                <a:gd name="T9" fmla="*/ 282 h 77"/>
                <a:gd name="T10" fmla="*/ 56 w 55"/>
                <a:gd name="T11" fmla="*/ 248 h 77"/>
                <a:gd name="T12" fmla="*/ 0 w 55"/>
                <a:gd name="T13" fmla="*/ 330 h 77"/>
                <a:gd name="T14" fmla="*/ 88 w 55"/>
                <a:gd name="T15" fmla="*/ 279 h 77"/>
                <a:gd name="T16" fmla="*/ 144 w 55"/>
                <a:gd name="T17" fmla="*/ 185 h 77"/>
                <a:gd name="T18" fmla="*/ 118 w 55"/>
                <a:gd name="T19" fmla="*/ 248 h 77"/>
                <a:gd name="T20" fmla="*/ 164 w 55"/>
                <a:gd name="T21" fmla="*/ 193 h 77"/>
                <a:gd name="T22" fmla="*/ 152 w 55"/>
                <a:gd name="T23" fmla="*/ 248 h 77"/>
                <a:gd name="T24" fmla="*/ 193 w 55"/>
                <a:gd name="T25" fmla="*/ 119 h 77"/>
                <a:gd name="T26" fmla="*/ 241 w 55"/>
                <a:gd name="T27" fmla="*/ 8 h 7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55" h="77">
                  <a:moveTo>
                    <a:pt x="55" y="0"/>
                  </a:moveTo>
                  <a:cubicBezTo>
                    <a:pt x="32" y="0"/>
                    <a:pt x="24" y="23"/>
                    <a:pt x="15" y="41"/>
                  </a:cubicBezTo>
                  <a:cubicBezTo>
                    <a:pt x="18" y="38"/>
                    <a:pt x="20" y="33"/>
                    <a:pt x="24" y="29"/>
                  </a:cubicBezTo>
                  <a:cubicBezTo>
                    <a:pt x="21" y="35"/>
                    <a:pt x="19" y="41"/>
                    <a:pt x="16" y="47"/>
                  </a:cubicBezTo>
                  <a:cubicBezTo>
                    <a:pt x="12" y="55"/>
                    <a:pt x="7" y="60"/>
                    <a:pt x="1" y="66"/>
                  </a:cubicBezTo>
                  <a:cubicBezTo>
                    <a:pt x="5" y="65"/>
                    <a:pt x="10" y="62"/>
                    <a:pt x="13" y="58"/>
                  </a:cubicBezTo>
                  <a:cubicBezTo>
                    <a:pt x="12" y="65"/>
                    <a:pt x="6" y="73"/>
                    <a:pt x="0" y="77"/>
                  </a:cubicBezTo>
                  <a:cubicBezTo>
                    <a:pt x="7" y="73"/>
                    <a:pt x="14" y="71"/>
                    <a:pt x="20" y="65"/>
                  </a:cubicBezTo>
                  <a:cubicBezTo>
                    <a:pt x="26" y="58"/>
                    <a:pt x="28" y="50"/>
                    <a:pt x="33" y="43"/>
                  </a:cubicBezTo>
                  <a:cubicBezTo>
                    <a:pt x="32" y="49"/>
                    <a:pt x="29" y="54"/>
                    <a:pt x="27" y="58"/>
                  </a:cubicBezTo>
                  <a:cubicBezTo>
                    <a:pt x="31" y="55"/>
                    <a:pt x="35" y="50"/>
                    <a:pt x="37" y="45"/>
                  </a:cubicBezTo>
                  <a:cubicBezTo>
                    <a:pt x="38" y="49"/>
                    <a:pt x="35" y="54"/>
                    <a:pt x="35" y="58"/>
                  </a:cubicBezTo>
                  <a:cubicBezTo>
                    <a:pt x="40" y="49"/>
                    <a:pt x="43" y="38"/>
                    <a:pt x="44" y="28"/>
                  </a:cubicBezTo>
                  <a:cubicBezTo>
                    <a:pt x="44" y="18"/>
                    <a:pt x="47" y="8"/>
                    <a:pt x="55" y="2"/>
                  </a:cubicBezTo>
                </a:path>
              </a:pathLst>
            </a:custGeom>
            <a:solidFill>
              <a:srgbClr val="E0DE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571" name="Freeform 419">
              <a:extLst>
                <a:ext uri="{FF2B5EF4-FFF2-40B4-BE49-F238E27FC236}">
                  <a16:creationId xmlns:a16="http://schemas.microsoft.com/office/drawing/2014/main" id="{AE74F0B2-ABB9-4F42-9FDD-A942F4385789}"/>
                </a:ext>
              </a:extLst>
            </p:cNvPr>
            <p:cNvSpPr>
              <a:spLocks/>
            </p:cNvSpPr>
            <p:nvPr/>
          </p:nvSpPr>
          <p:spPr bwMode="auto">
            <a:xfrm>
              <a:off x="896" y="788"/>
              <a:ext cx="36" cy="78"/>
            </a:xfrm>
            <a:custGeom>
              <a:avLst/>
              <a:gdLst>
                <a:gd name="T0" fmla="*/ 97 w 22"/>
                <a:gd name="T1" fmla="*/ 5 h 48"/>
                <a:gd name="T2" fmla="*/ 56 w 22"/>
                <a:gd name="T3" fmla="*/ 109 h 48"/>
                <a:gd name="T4" fmla="*/ 0 w 22"/>
                <a:gd name="T5" fmla="*/ 206 h 48"/>
                <a:gd name="T6" fmla="*/ 54 w 22"/>
                <a:gd name="T7" fmla="*/ 143 h 48"/>
                <a:gd name="T8" fmla="*/ 88 w 22"/>
                <a:gd name="T9" fmla="*/ 63 h 48"/>
                <a:gd name="T10" fmla="*/ 75 w 22"/>
                <a:gd name="T11" fmla="*/ 117 h 48"/>
                <a:gd name="T12" fmla="*/ 97 w 22"/>
                <a:gd name="T13" fmla="*/ 60 h 48"/>
                <a:gd name="T14" fmla="*/ 97 w 22"/>
                <a:gd name="T15" fmla="*/ 8 h 4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2" h="48">
                  <a:moveTo>
                    <a:pt x="22" y="1"/>
                  </a:moveTo>
                  <a:cubicBezTo>
                    <a:pt x="15" y="0"/>
                    <a:pt x="15" y="20"/>
                    <a:pt x="13" y="25"/>
                  </a:cubicBezTo>
                  <a:cubicBezTo>
                    <a:pt x="11" y="33"/>
                    <a:pt x="6" y="42"/>
                    <a:pt x="0" y="48"/>
                  </a:cubicBezTo>
                  <a:cubicBezTo>
                    <a:pt x="3" y="43"/>
                    <a:pt x="9" y="39"/>
                    <a:pt x="12" y="33"/>
                  </a:cubicBezTo>
                  <a:cubicBezTo>
                    <a:pt x="15" y="27"/>
                    <a:pt x="17" y="21"/>
                    <a:pt x="20" y="15"/>
                  </a:cubicBezTo>
                  <a:cubicBezTo>
                    <a:pt x="19" y="19"/>
                    <a:pt x="19" y="24"/>
                    <a:pt x="17" y="27"/>
                  </a:cubicBezTo>
                  <a:cubicBezTo>
                    <a:pt x="19" y="23"/>
                    <a:pt x="21" y="19"/>
                    <a:pt x="22" y="14"/>
                  </a:cubicBezTo>
                  <a:cubicBezTo>
                    <a:pt x="22" y="10"/>
                    <a:pt x="20" y="5"/>
                    <a:pt x="22" y="2"/>
                  </a:cubicBezTo>
                </a:path>
              </a:pathLst>
            </a:custGeom>
            <a:solidFill>
              <a:srgbClr val="E0DE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572" name="Freeform 420">
              <a:extLst>
                <a:ext uri="{FF2B5EF4-FFF2-40B4-BE49-F238E27FC236}">
                  <a16:creationId xmlns:a16="http://schemas.microsoft.com/office/drawing/2014/main" id="{D916F202-3073-4ADC-AFC5-B4FEED87F5D9}"/>
                </a:ext>
              </a:extLst>
            </p:cNvPr>
            <p:cNvSpPr>
              <a:spLocks/>
            </p:cNvSpPr>
            <p:nvPr/>
          </p:nvSpPr>
          <p:spPr bwMode="auto">
            <a:xfrm>
              <a:off x="951" y="787"/>
              <a:ext cx="82" cy="114"/>
            </a:xfrm>
            <a:custGeom>
              <a:avLst/>
              <a:gdLst>
                <a:gd name="T0" fmla="*/ 0 w 50"/>
                <a:gd name="T1" fmla="*/ 0 h 70"/>
                <a:gd name="T2" fmla="*/ 71 w 50"/>
                <a:gd name="T3" fmla="*/ 34 h 70"/>
                <a:gd name="T4" fmla="*/ 110 w 50"/>
                <a:gd name="T5" fmla="*/ 130 h 70"/>
                <a:gd name="T6" fmla="*/ 105 w 50"/>
                <a:gd name="T7" fmla="*/ 90 h 70"/>
                <a:gd name="T8" fmla="*/ 130 w 50"/>
                <a:gd name="T9" fmla="*/ 169 h 70"/>
                <a:gd name="T10" fmla="*/ 131 w 50"/>
                <a:gd name="T11" fmla="*/ 125 h 70"/>
                <a:gd name="T12" fmla="*/ 172 w 50"/>
                <a:gd name="T13" fmla="*/ 204 h 70"/>
                <a:gd name="T14" fmla="*/ 220 w 50"/>
                <a:gd name="T15" fmla="*/ 303 h 70"/>
                <a:gd name="T16" fmla="*/ 194 w 50"/>
                <a:gd name="T17" fmla="*/ 215 h 70"/>
                <a:gd name="T18" fmla="*/ 164 w 50"/>
                <a:gd name="T19" fmla="*/ 164 h 70"/>
                <a:gd name="T20" fmla="*/ 180 w 50"/>
                <a:gd name="T21" fmla="*/ 178 h 70"/>
                <a:gd name="T22" fmla="*/ 159 w 50"/>
                <a:gd name="T23" fmla="*/ 111 h 70"/>
                <a:gd name="T24" fmla="*/ 102 w 50"/>
                <a:gd name="T25" fmla="*/ 47 h 70"/>
                <a:gd name="T26" fmla="*/ 118 w 50"/>
                <a:gd name="T27" fmla="*/ 54 h 70"/>
                <a:gd name="T28" fmla="*/ 67 w 50"/>
                <a:gd name="T29" fmla="*/ 5 h 70"/>
                <a:gd name="T30" fmla="*/ 13 w 50"/>
                <a:gd name="T31" fmla="*/ 0 h 70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50" h="70">
                  <a:moveTo>
                    <a:pt x="0" y="0"/>
                  </a:moveTo>
                  <a:cubicBezTo>
                    <a:pt x="7" y="2"/>
                    <a:pt x="11" y="2"/>
                    <a:pt x="16" y="8"/>
                  </a:cubicBezTo>
                  <a:cubicBezTo>
                    <a:pt x="22" y="15"/>
                    <a:pt x="23" y="22"/>
                    <a:pt x="25" y="30"/>
                  </a:cubicBezTo>
                  <a:cubicBezTo>
                    <a:pt x="25" y="28"/>
                    <a:pt x="24" y="24"/>
                    <a:pt x="24" y="21"/>
                  </a:cubicBezTo>
                  <a:cubicBezTo>
                    <a:pt x="28" y="26"/>
                    <a:pt x="26" y="33"/>
                    <a:pt x="29" y="39"/>
                  </a:cubicBezTo>
                  <a:cubicBezTo>
                    <a:pt x="29" y="35"/>
                    <a:pt x="30" y="32"/>
                    <a:pt x="30" y="29"/>
                  </a:cubicBezTo>
                  <a:cubicBezTo>
                    <a:pt x="34" y="35"/>
                    <a:pt x="34" y="41"/>
                    <a:pt x="39" y="47"/>
                  </a:cubicBezTo>
                  <a:cubicBezTo>
                    <a:pt x="43" y="53"/>
                    <a:pt x="50" y="63"/>
                    <a:pt x="50" y="70"/>
                  </a:cubicBezTo>
                  <a:cubicBezTo>
                    <a:pt x="49" y="63"/>
                    <a:pt x="47" y="57"/>
                    <a:pt x="44" y="50"/>
                  </a:cubicBezTo>
                  <a:cubicBezTo>
                    <a:pt x="42" y="46"/>
                    <a:pt x="38" y="42"/>
                    <a:pt x="37" y="38"/>
                  </a:cubicBezTo>
                  <a:cubicBezTo>
                    <a:pt x="38" y="38"/>
                    <a:pt x="40" y="40"/>
                    <a:pt x="41" y="41"/>
                  </a:cubicBezTo>
                  <a:cubicBezTo>
                    <a:pt x="38" y="37"/>
                    <a:pt x="39" y="30"/>
                    <a:pt x="36" y="26"/>
                  </a:cubicBezTo>
                  <a:cubicBezTo>
                    <a:pt x="33" y="20"/>
                    <a:pt x="28" y="15"/>
                    <a:pt x="23" y="11"/>
                  </a:cubicBezTo>
                  <a:cubicBezTo>
                    <a:pt x="24" y="11"/>
                    <a:pt x="26" y="12"/>
                    <a:pt x="27" y="12"/>
                  </a:cubicBezTo>
                  <a:cubicBezTo>
                    <a:pt x="23" y="8"/>
                    <a:pt x="21" y="4"/>
                    <a:pt x="15" y="1"/>
                  </a:cubicBezTo>
                  <a:cubicBezTo>
                    <a:pt x="11" y="0"/>
                    <a:pt x="6" y="0"/>
                    <a:pt x="3" y="0"/>
                  </a:cubicBezTo>
                </a:path>
              </a:pathLst>
            </a:custGeom>
            <a:solidFill>
              <a:srgbClr val="E0DE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573" name="Freeform 421">
              <a:extLst>
                <a:ext uri="{FF2B5EF4-FFF2-40B4-BE49-F238E27FC236}">
                  <a16:creationId xmlns:a16="http://schemas.microsoft.com/office/drawing/2014/main" id="{96BF95A5-6E19-4DFD-A3F3-7FF4A1F528D8}"/>
                </a:ext>
              </a:extLst>
            </p:cNvPr>
            <p:cNvSpPr>
              <a:spLocks/>
            </p:cNvSpPr>
            <p:nvPr/>
          </p:nvSpPr>
          <p:spPr bwMode="auto">
            <a:xfrm>
              <a:off x="943" y="731"/>
              <a:ext cx="108" cy="134"/>
            </a:xfrm>
            <a:custGeom>
              <a:avLst/>
              <a:gdLst>
                <a:gd name="T0" fmla="*/ 0 w 66"/>
                <a:gd name="T1" fmla="*/ 62 h 82"/>
                <a:gd name="T2" fmla="*/ 193 w 66"/>
                <a:gd name="T3" fmla="*/ 219 h 82"/>
                <a:gd name="T4" fmla="*/ 180 w 66"/>
                <a:gd name="T5" fmla="*/ 160 h 82"/>
                <a:gd name="T6" fmla="*/ 236 w 66"/>
                <a:gd name="T7" fmla="*/ 296 h 82"/>
                <a:gd name="T8" fmla="*/ 236 w 66"/>
                <a:gd name="T9" fmla="*/ 227 h 82"/>
                <a:gd name="T10" fmla="*/ 270 w 66"/>
                <a:gd name="T11" fmla="*/ 358 h 82"/>
                <a:gd name="T12" fmla="*/ 223 w 66"/>
                <a:gd name="T13" fmla="*/ 172 h 82"/>
                <a:gd name="T14" fmla="*/ 247 w 66"/>
                <a:gd name="T15" fmla="*/ 186 h 82"/>
                <a:gd name="T16" fmla="*/ 219 w 66"/>
                <a:gd name="T17" fmla="*/ 144 h 82"/>
                <a:gd name="T18" fmla="*/ 172 w 66"/>
                <a:gd name="T19" fmla="*/ 105 h 82"/>
                <a:gd name="T20" fmla="*/ 185 w 66"/>
                <a:gd name="T21" fmla="*/ 113 h 82"/>
                <a:gd name="T22" fmla="*/ 18 w 66"/>
                <a:gd name="T23" fmla="*/ 54 h 8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6" h="82">
                  <a:moveTo>
                    <a:pt x="0" y="14"/>
                  </a:moveTo>
                  <a:cubicBezTo>
                    <a:pt x="24" y="1"/>
                    <a:pt x="39" y="31"/>
                    <a:pt x="44" y="50"/>
                  </a:cubicBezTo>
                  <a:cubicBezTo>
                    <a:pt x="44" y="45"/>
                    <a:pt x="43" y="41"/>
                    <a:pt x="41" y="37"/>
                  </a:cubicBezTo>
                  <a:cubicBezTo>
                    <a:pt x="48" y="45"/>
                    <a:pt x="54" y="58"/>
                    <a:pt x="54" y="68"/>
                  </a:cubicBezTo>
                  <a:cubicBezTo>
                    <a:pt x="54" y="63"/>
                    <a:pt x="53" y="58"/>
                    <a:pt x="54" y="52"/>
                  </a:cubicBezTo>
                  <a:cubicBezTo>
                    <a:pt x="59" y="60"/>
                    <a:pt x="60" y="73"/>
                    <a:pt x="62" y="82"/>
                  </a:cubicBezTo>
                  <a:cubicBezTo>
                    <a:pt x="66" y="68"/>
                    <a:pt x="60" y="50"/>
                    <a:pt x="51" y="39"/>
                  </a:cubicBezTo>
                  <a:cubicBezTo>
                    <a:pt x="53" y="41"/>
                    <a:pt x="54" y="42"/>
                    <a:pt x="56" y="43"/>
                  </a:cubicBezTo>
                  <a:cubicBezTo>
                    <a:pt x="54" y="39"/>
                    <a:pt x="53" y="36"/>
                    <a:pt x="50" y="33"/>
                  </a:cubicBezTo>
                  <a:cubicBezTo>
                    <a:pt x="46" y="29"/>
                    <a:pt x="42" y="27"/>
                    <a:pt x="39" y="24"/>
                  </a:cubicBezTo>
                  <a:cubicBezTo>
                    <a:pt x="40" y="24"/>
                    <a:pt x="41" y="25"/>
                    <a:pt x="42" y="26"/>
                  </a:cubicBezTo>
                  <a:cubicBezTo>
                    <a:pt x="36" y="16"/>
                    <a:pt x="13" y="0"/>
                    <a:pt x="4" y="12"/>
                  </a:cubicBezTo>
                </a:path>
              </a:pathLst>
            </a:custGeom>
            <a:solidFill>
              <a:srgbClr val="E0DE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574" name="Freeform 422">
              <a:extLst>
                <a:ext uri="{FF2B5EF4-FFF2-40B4-BE49-F238E27FC236}">
                  <a16:creationId xmlns:a16="http://schemas.microsoft.com/office/drawing/2014/main" id="{BCFB7CEE-5D89-4589-B548-1AA56633D0D9}"/>
                </a:ext>
              </a:extLst>
            </p:cNvPr>
            <p:cNvSpPr>
              <a:spLocks/>
            </p:cNvSpPr>
            <p:nvPr/>
          </p:nvSpPr>
          <p:spPr bwMode="auto">
            <a:xfrm>
              <a:off x="977" y="1026"/>
              <a:ext cx="8" cy="13"/>
            </a:xfrm>
            <a:custGeom>
              <a:avLst/>
              <a:gdLst>
                <a:gd name="T0" fmla="*/ 0 w 5"/>
                <a:gd name="T1" fmla="*/ 5 h 8"/>
                <a:gd name="T2" fmla="*/ 5 w 5"/>
                <a:gd name="T3" fmla="*/ 34 h 8"/>
                <a:gd name="T4" fmla="*/ 8 w 5"/>
                <a:gd name="T5" fmla="*/ 18 h 8"/>
                <a:gd name="T6" fmla="*/ 0 w 5"/>
                <a:gd name="T7" fmla="*/ 5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8">
                  <a:moveTo>
                    <a:pt x="0" y="1"/>
                  </a:moveTo>
                  <a:cubicBezTo>
                    <a:pt x="5" y="0"/>
                    <a:pt x="3" y="7"/>
                    <a:pt x="1" y="8"/>
                  </a:cubicBezTo>
                  <a:cubicBezTo>
                    <a:pt x="1" y="7"/>
                    <a:pt x="3" y="6"/>
                    <a:pt x="2" y="4"/>
                  </a:cubicBezTo>
                  <a:cubicBezTo>
                    <a:pt x="2" y="2"/>
                    <a:pt x="1" y="2"/>
                    <a:pt x="0" y="1"/>
                  </a:cubicBezTo>
                </a:path>
              </a:pathLst>
            </a:custGeom>
            <a:solidFill>
              <a:srgbClr val="ECCA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</p:grpSp>
      <p:sp>
        <p:nvSpPr>
          <p:cNvPr id="27652" name="Rectangle 423">
            <a:extLst>
              <a:ext uri="{FF2B5EF4-FFF2-40B4-BE49-F238E27FC236}">
                <a16:creationId xmlns:a16="http://schemas.microsoft.com/office/drawing/2014/main" id="{536DCA46-A88B-4442-9ECA-2EAA80327A63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Elderly person (4)</a:t>
            </a:r>
          </a:p>
        </p:txBody>
      </p:sp>
      <p:sp>
        <p:nvSpPr>
          <p:cNvPr id="43012" name="Freeform 424">
            <a:extLst>
              <a:ext uri="{FF2B5EF4-FFF2-40B4-BE49-F238E27FC236}">
                <a16:creationId xmlns:a16="http://schemas.microsoft.com/office/drawing/2014/main" id="{D114CB24-4B64-437A-9D5D-84233C13FD15}"/>
              </a:ext>
            </a:extLst>
          </p:cNvPr>
          <p:cNvSpPr>
            <a:spLocks/>
          </p:cNvSpPr>
          <p:nvPr/>
        </p:nvSpPr>
        <p:spPr bwMode="auto">
          <a:xfrm>
            <a:off x="9166225" y="1482725"/>
            <a:ext cx="9525" cy="4763"/>
          </a:xfrm>
          <a:custGeom>
            <a:avLst/>
            <a:gdLst>
              <a:gd name="T0" fmla="*/ 2147483646 w 6"/>
              <a:gd name="T1" fmla="*/ 2147483646 h 3"/>
              <a:gd name="T2" fmla="*/ 0 w 6"/>
              <a:gd name="T3" fmla="*/ 0 h 3"/>
              <a:gd name="T4" fmla="*/ 0 w 6"/>
              <a:gd name="T5" fmla="*/ 2147483646 h 3"/>
              <a:gd name="T6" fmla="*/ 2147483646 w 6"/>
              <a:gd name="T7" fmla="*/ 2147483646 h 3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6" h="3">
                <a:moveTo>
                  <a:pt x="6" y="3"/>
                </a:moveTo>
                <a:lnTo>
                  <a:pt x="0" y="0"/>
                </a:lnTo>
                <a:lnTo>
                  <a:pt x="0" y="3"/>
                </a:lnTo>
                <a:lnTo>
                  <a:pt x="6" y="3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fr-FR"/>
          </a:p>
        </p:txBody>
      </p:sp>
      <p:sp>
        <p:nvSpPr>
          <p:cNvPr id="43013" name="Freeform 425">
            <a:extLst>
              <a:ext uri="{FF2B5EF4-FFF2-40B4-BE49-F238E27FC236}">
                <a16:creationId xmlns:a16="http://schemas.microsoft.com/office/drawing/2014/main" id="{810B2F5D-6BAC-4F2A-AE39-0AE874D5C001}"/>
              </a:ext>
            </a:extLst>
          </p:cNvPr>
          <p:cNvSpPr>
            <a:spLocks/>
          </p:cNvSpPr>
          <p:nvPr/>
        </p:nvSpPr>
        <p:spPr bwMode="auto">
          <a:xfrm>
            <a:off x="7397750" y="1473200"/>
            <a:ext cx="12700" cy="4763"/>
          </a:xfrm>
          <a:custGeom>
            <a:avLst/>
            <a:gdLst>
              <a:gd name="T0" fmla="*/ 2147483646 w 8"/>
              <a:gd name="T1" fmla="*/ 0 h 3"/>
              <a:gd name="T2" fmla="*/ 0 w 8"/>
              <a:gd name="T3" fmla="*/ 2147483646 h 3"/>
              <a:gd name="T4" fmla="*/ 0 w 8"/>
              <a:gd name="T5" fmla="*/ 2147483646 h 3"/>
              <a:gd name="T6" fmla="*/ 2147483646 w 8"/>
              <a:gd name="T7" fmla="*/ 0 h 3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8" h="3">
                <a:moveTo>
                  <a:pt x="8" y="0"/>
                </a:moveTo>
                <a:lnTo>
                  <a:pt x="0" y="2"/>
                </a:lnTo>
                <a:lnTo>
                  <a:pt x="0" y="3"/>
                </a:lnTo>
                <a:lnTo>
                  <a:pt x="8" y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fr-FR"/>
          </a:p>
        </p:txBody>
      </p:sp>
      <p:grpSp>
        <p:nvGrpSpPr>
          <p:cNvPr id="43014" name="elderly-woman-full-body-standing">
            <a:extLst>
              <a:ext uri="{FF2B5EF4-FFF2-40B4-BE49-F238E27FC236}">
                <a16:creationId xmlns:a16="http://schemas.microsoft.com/office/drawing/2014/main" id="{A0B9031D-8B4B-4C8A-AAE9-0B387113FED1}"/>
              </a:ext>
            </a:extLst>
          </p:cNvPr>
          <p:cNvGrpSpPr>
            <a:grpSpLocks/>
          </p:cNvGrpSpPr>
          <p:nvPr/>
        </p:nvGrpSpPr>
        <p:grpSpPr bwMode="auto">
          <a:xfrm>
            <a:off x="2289175" y="1165225"/>
            <a:ext cx="1352550" cy="5281613"/>
            <a:chOff x="482" y="710"/>
            <a:chExt cx="852" cy="3327"/>
          </a:xfrm>
        </p:grpSpPr>
        <p:grpSp>
          <p:nvGrpSpPr>
            <p:cNvPr id="43341" name="Group 427">
              <a:extLst>
                <a:ext uri="{FF2B5EF4-FFF2-40B4-BE49-F238E27FC236}">
                  <a16:creationId xmlns:a16="http://schemas.microsoft.com/office/drawing/2014/main" id="{0964283F-09D4-48D8-B392-F7FABDD0F29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82" y="756"/>
              <a:ext cx="852" cy="3281"/>
              <a:chOff x="482" y="756"/>
              <a:chExt cx="852" cy="3281"/>
            </a:xfrm>
          </p:grpSpPr>
          <p:sp>
            <p:nvSpPr>
              <p:cNvPr id="43358" name="Freeform 428">
                <a:extLst>
                  <a:ext uri="{FF2B5EF4-FFF2-40B4-BE49-F238E27FC236}">
                    <a16:creationId xmlns:a16="http://schemas.microsoft.com/office/drawing/2014/main" id="{9B6EAB79-C600-4595-8854-70C7C25DB3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" y="1078"/>
                <a:ext cx="852" cy="2959"/>
              </a:xfrm>
              <a:custGeom>
                <a:avLst/>
                <a:gdLst>
                  <a:gd name="T0" fmla="*/ 2207 w 523"/>
                  <a:gd name="T1" fmla="*/ 3507 h 1820"/>
                  <a:gd name="T2" fmla="*/ 2157 w 523"/>
                  <a:gd name="T3" fmla="*/ 2707 h 1820"/>
                  <a:gd name="T4" fmla="*/ 2092 w 523"/>
                  <a:gd name="T5" fmla="*/ 1732 h 1820"/>
                  <a:gd name="T6" fmla="*/ 1987 w 523"/>
                  <a:gd name="T7" fmla="*/ 915 h 1820"/>
                  <a:gd name="T8" fmla="*/ 1717 w 523"/>
                  <a:gd name="T9" fmla="*/ 426 h 1820"/>
                  <a:gd name="T10" fmla="*/ 1531 w 523"/>
                  <a:gd name="T11" fmla="*/ 372 h 1820"/>
                  <a:gd name="T12" fmla="*/ 1328 w 523"/>
                  <a:gd name="T13" fmla="*/ 13 h 1820"/>
                  <a:gd name="T14" fmla="*/ 1134 w 523"/>
                  <a:gd name="T15" fmla="*/ 122 h 1820"/>
                  <a:gd name="T16" fmla="*/ 1119 w 523"/>
                  <a:gd name="T17" fmla="*/ 122 h 1820"/>
                  <a:gd name="T18" fmla="*/ 1106 w 523"/>
                  <a:gd name="T19" fmla="*/ 111 h 1820"/>
                  <a:gd name="T20" fmla="*/ 894 w 523"/>
                  <a:gd name="T21" fmla="*/ 5 h 1820"/>
                  <a:gd name="T22" fmla="*/ 604 w 523"/>
                  <a:gd name="T23" fmla="*/ 405 h 1820"/>
                  <a:gd name="T24" fmla="*/ 489 w 523"/>
                  <a:gd name="T25" fmla="*/ 452 h 1820"/>
                  <a:gd name="T26" fmla="*/ 215 w 523"/>
                  <a:gd name="T27" fmla="*/ 1229 h 1820"/>
                  <a:gd name="T28" fmla="*/ 135 w 523"/>
                  <a:gd name="T29" fmla="*/ 2053 h 1820"/>
                  <a:gd name="T30" fmla="*/ 104 w 523"/>
                  <a:gd name="T31" fmla="*/ 3055 h 1820"/>
                  <a:gd name="T32" fmla="*/ 5 w 523"/>
                  <a:gd name="T33" fmla="*/ 3743 h 1820"/>
                  <a:gd name="T34" fmla="*/ 42 w 523"/>
                  <a:gd name="T35" fmla="*/ 3874 h 1820"/>
                  <a:gd name="T36" fmla="*/ 212 w 523"/>
                  <a:gd name="T37" fmla="*/ 4045 h 1820"/>
                  <a:gd name="T38" fmla="*/ 274 w 523"/>
                  <a:gd name="T39" fmla="*/ 4004 h 1820"/>
                  <a:gd name="T40" fmla="*/ 308 w 523"/>
                  <a:gd name="T41" fmla="*/ 3967 h 1820"/>
                  <a:gd name="T42" fmla="*/ 295 w 523"/>
                  <a:gd name="T43" fmla="*/ 3777 h 1820"/>
                  <a:gd name="T44" fmla="*/ 249 w 523"/>
                  <a:gd name="T45" fmla="*/ 3426 h 1820"/>
                  <a:gd name="T46" fmla="*/ 419 w 523"/>
                  <a:gd name="T47" fmla="*/ 2096 h 1820"/>
                  <a:gd name="T48" fmla="*/ 502 w 523"/>
                  <a:gd name="T49" fmla="*/ 1642 h 1820"/>
                  <a:gd name="T50" fmla="*/ 376 w 523"/>
                  <a:gd name="T51" fmla="*/ 2445 h 1820"/>
                  <a:gd name="T52" fmla="*/ 363 w 523"/>
                  <a:gd name="T53" fmla="*/ 3661 h 1820"/>
                  <a:gd name="T54" fmla="*/ 624 w 523"/>
                  <a:gd name="T55" fmla="*/ 5055 h 1820"/>
                  <a:gd name="T56" fmla="*/ 714 w 523"/>
                  <a:gd name="T57" fmla="*/ 6391 h 1820"/>
                  <a:gd name="T58" fmla="*/ 810 w 523"/>
                  <a:gd name="T59" fmla="*/ 7280 h 1820"/>
                  <a:gd name="T60" fmla="*/ 671 w 523"/>
                  <a:gd name="T61" fmla="*/ 7632 h 1820"/>
                  <a:gd name="T62" fmla="*/ 714 w 523"/>
                  <a:gd name="T63" fmla="*/ 7760 h 1820"/>
                  <a:gd name="T64" fmla="*/ 912 w 523"/>
                  <a:gd name="T65" fmla="*/ 7780 h 1820"/>
                  <a:gd name="T66" fmla="*/ 1101 w 523"/>
                  <a:gd name="T67" fmla="*/ 7628 h 1820"/>
                  <a:gd name="T68" fmla="*/ 1113 w 523"/>
                  <a:gd name="T69" fmla="*/ 7367 h 1820"/>
                  <a:gd name="T70" fmla="*/ 1080 w 523"/>
                  <a:gd name="T71" fmla="*/ 7113 h 1820"/>
                  <a:gd name="T72" fmla="*/ 1093 w 523"/>
                  <a:gd name="T73" fmla="*/ 5668 h 1820"/>
                  <a:gd name="T74" fmla="*/ 1091 w 523"/>
                  <a:gd name="T75" fmla="*/ 4861 h 1820"/>
                  <a:gd name="T76" fmla="*/ 1091 w 523"/>
                  <a:gd name="T77" fmla="*/ 3687 h 1820"/>
                  <a:gd name="T78" fmla="*/ 1126 w 523"/>
                  <a:gd name="T79" fmla="*/ 3692 h 1820"/>
                  <a:gd name="T80" fmla="*/ 1176 w 523"/>
                  <a:gd name="T81" fmla="*/ 3679 h 1820"/>
                  <a:gd name="T82" fmla="*/ 1176 w 523"/>
                  <a:gd name="T83" fmla="*/ 4190 h 1820"/>
                  <a:gd name="T84" fmla="*/ 1184 w 523"/>
                  <a:gd name="T85" fmla="*/ 5274 h 1820"/>
                  <a:gd name="T86" fmla="*/ 1223 w 523"/>
                  <a:gd name="T87" fmla="*/ 6806 h 1820"/>
                  <a:gd name="T88" fmla="*/ 1168 w 523"/>
                  <a:gd name="T89" fmla="*/ 7266 h 1820"/>
                  <a:gd name="T90" fmla="*/ 1147 w 523"/>
                  <a:gd name="T91" fmla="*/ 7513 h 1820"/>
                  <a:gd name="T92" fmla="*/ 1223 w 523"/>
                  <a:gd name="T93" fmla="*/ 7754 h 1820"/>
                  <a:gd name="T94" fmla="*/ 1451 w 523"/>
                  <a:gd name="T95" fmla="*/ 7781 h 1820"/>
                  <a:gd name="T96" fmla="*/ 1590 w 523"/>
                  <a:gd name="T97" fmla="*/ 7700 h 1820"/>
                  <a:gd name="T98" fmla="*/ 1476 w 523"/>
                  <a:gd name="T99" fmla="*/ 7438 h 1820"/>
                  <a:gd name="T100" fmla="*/ 1471 w 523"/>
                  <a:gd name="T101" fmla="*/ 7011 h 1820"/>
                  <a:gd name="T102" fmla="*/ 1613 w 523"/>
                  <a:gd name="T103" fmla="*/ 5437 h 1820"/>
                  <a:gd name="T104" fmla="*/ 1755 w 523"/>
                  <a:gd name="T105" fmla="*/ 4258 h 1820"/>
                  <a:gd name="T106" fmla="*/ 1992 w 523"/>
                  <a:gd name="T107" fmla="*/ 2948 h 1820"/>
                  <a:gd name="T108" fmla="*/ 1768 w 523"/>
                  <a:gd name="T109" fmla="*/ 2096 h 1820"/>
                  <a:gd name="T110" fmla="*/ 1759 w 523"/>
                  <a:gd name="T111" fmla="*/ 1636 h 1820"/>
                  <a:gd name="T112" fmla="*/ 1906 w 523"/>
                  <a:gd name="T113" fmla="*/ 2707 h 1820"/>
                  <a:gd name="T114" fmla="*/ 1986 w 523"/>
                  <a:gd name="T115" fmla="*/ 3556 h 1820"/>
                  <a:gd name="T116" fmla="*/ 1965 w 523"/>
                  <a:gd name="T117" fmla="*/ 3933 h 1820"/>
                  <a:gd name="T118" fmla="*/ 1950 w 523"/>
                  <a:gd name="T119" fmla="*/ 3996 h 1820"/>
                  <a:gd name="T120" fmla="*/ 1953 w 523"/>
                  <a:gd name="T121" fmla="*/ 4079 h 1820"/>
                  <a:gd name="T122" fmla="*/ 2165 w 523"/>
                  <a:gd name="T123" fmla="*/ 3970 h 1820"/>
                  <a:gd name="T124" fmla="*/ 2235 w 523"/>
                  <a:gd name="T125" fmla="*/ 3806 h 1820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0" t="0" r="r" b="b"/>
                <a:pathLst>
                  <a:path w="523" h="1820">
                    <a:moveTo>
                      <a:pt x="521" y="871"/>
                    </a:moveTo>
                    <a:cubicBezTo>
                      <a:pt x="519" y="867"/>
                      <a:pt x="515" y="835"/>
                      <a:pt x="511" y="816"/>
                    </a:cubicBezTo>
                    <a:cubicBezTo>
                      <a:pt x="508" y="801"/>
                      <a:pt x="498" y="735"/>
                      <a:pt x="500" y="705"/>
                    </a:cubicBezTo>
                    <a:cubicBezTo>
                      <a:pt x="502" y="682"/>
                      <a:pt x="498" y="645"/>
                      <a:pt x="499" y="630"/>
                    </a:cubicBezTo>
                    <a:cubicBezTo>
                      <a:pt x="500" y="541"/>
                      <a:pt x="495" y="495"/>
                      <a:pt x="491" y="478"/>
                    </a:cubicBezTo>
                    <a:cubicBezTo>
                      <a:pt x="488" y="462"/>
                      <a:pt x="484" y="438"/>
                      <a:pt x="484" y="403"/>
                    </a:cubicBezTo>
                    <a:cubicBezTo>
                      <a:pt x="484" y="367"/>
                      <a:pt x="475" y="320"/>
                      <a:pt x="473" y="285"/>
                    </a:cubicBezTo>
                    <a:cubicBezTo>
                      <a:pt x="471" y="266"/>
                      <a:pt x="464" y="240"/>
                      <a:pt x="460" y="213"/>
                    </a:cubicBezTo>
                    <a:cubicBezTo>
                      <a:pt x="457" y="187"/>
                      <a:pt x="425" y="111"/>
                      <a:pt x="410" y="105"/>
                    </a:cubicBezTo>
                    <a:cubicBezTo>
                      <a:pt x="407" y="104"/>
                      <a:pt x="401" y="99"/>
                      <a:pt x="397" y="99"/>
                    </a:cubicBezTo>
                    <a:cubicBezTo>
                      <a:pt x="392" y="98"/>
                      <a:pt x="388" y="95"/>
                      <a:pt x="383" y="94"/>
                    </a:cubicBezTo>
                    <a:cubicBezTo>
                      <a:pt x="372" y="92"/>
                      <a:pt x="363" y="90"/>
                      <a:pt x="354" y="87"/>
                    </a:cubicBezTo>
                    <a:cubicBezTo>
                      <a:pt x="334" y="80"/>
                      <a:pt x="298" y="41"/>
                      <a:pt x="316" y="1"/>
                    </a:cubicBezTo>
                    <a:cubicBezTo>
                      <a:pt x="314" y="4"/>
                      <a:pt x="310" y="0"/>
                      <a:pt x="307" y="3"/>
                    </a:cubicBezTo>
                    <a:cubicBezTo>
                      <a:pt x="299" y="16"/>
                      <a:pt x="283" y="23"/>
                      <a:pt x="271" y="25"/>
                    </a:cubicBezTo>
                    <a:cubicBezTo>
                      <a:pt x="267" y="25"/>
                      <a:pt x="265" y="28"/>
                      <a:pt x="262" y="28"/>
                    </a:cubicBezTo>
                    <a:cubicBezTo>
                      <a:pt x="261" y="27"/>
                      <a:pt x="261" y="27"/>
                      <a:pt x="261" y="27"/>
                    </a:cubicBezTo>
                    <a:cubicBezTo>
                      <a:pt x="259" y="28"/>
                      <a:pt x="259" y="28"/>
                      <a:pt x="259" y="28"/>
                    </a:cubicBezTo>
                    <a:cubicBezTo>
                      <a:pt x="259" y="28"/>
                      <a:pt x="259" y="28"/>
                      <a:pt x="259" y="28"/>
                    </a:cubicBezTo>
                    <a:cubicBezTo>
                      <a:pt x="256" y="28"/>
                      <a:pt x="259" y="27"/>
                      <a:pt x="256" y="26"/>
                    </a:cubicBezTo>
                    <a:cubicBezTo>
                      <a:pt x="244" y="24"/>
                      <a:pt x="225" y="20"/>
                      <a:pt x="214" y="9"/>
                    </a:cubicBezTo>
                    <a:cubicBezTo>
                      <a:pt x="211" y="6"/>
                      <a:pt x="209" y="4"/>
                      <a:pt x="207" y="1"/>
                    </a:cubicBezTo>
                    <a:cubicBezTo>
                      <a:pt x="232" y="35"/>
                      <a:pt x="188" y="80"/>
                      <a:pt x="169" y="87"/>
                    </a:cubicBezTo>
                    <a:cubicBezTo>
                      <a:pt x="160" y="90"/>
                      <a:pt x="151" y="92"/>
                      <a:pt x="140" y="94"/>
                    </a:cubicBezTo>
                    <a:cubicBezTo>
                      <a:pt x="134" y="95"/>
                      <a:pt x="131" y="97"/>
                      <a:pt x="125" y="98"/>
                    </a:cubicBezTo>
                    <a:cubicBezTo>
                      <a:pt x="121" y="99"/>
                      <a:pt x="117" y="103"/>
                      <a:pt x="113" y="105"/>
                    </a:cubicBezTo>
                    <a:cubicBezTo>
                      <a:pt x="96" y="112"/>
                      <a:pt x="65" y="183"/>
                      <a:pt x="62" y="209"/>
                    </a:cubicBezTo>
                    <a:cubicBezTo>
                      <a:pt x="58" y="235"/>
                      <a:pt x="51" y="266"/>
                      <a:pt x="50" y="286"/>
                    </a:cubicBezTo>
                    <a:cubicBezTo>
                      <a:pt x="47" y="321"/>
                      <a:pt x="39" y="367"/>
                      <a:pt x="39" y="403"/>
                    </a:cubicBezTo>
                    <a:cubicBezTo>
                      <a:pt x="39" y="438"/>
                      <a:pt x="34" y="462"/>
                      <a:pt x="31" y="478"/>
                    </a:cubicBezTo>
                    <a:cubicBezTo>
                      <a:pt x="28" y="495"/>
                      <a:pt x="22" y="539"/>
                      <a:pt x="22" y="629"/>
                    </a:cubicBezTo>
                    <a:cubicBezTo>
                      <a:pt x="23" y="644"/>
                      <a:pt x="22" y="687"/>
                      <a:pt x="24" y="711"/>
                    </a:cubicBezTo>
                    <a:cubicBezTo>
                      <a:pt x="26" y="740"/>
                      <a:pt x="15" y="801"/>
                      <a:pt x="12" y="816"/>
                    </a:cubicBezTo>
                    <a:cubicBezTo>
                      <a:pt x="7" y="835"/>
                      <a:pt x="3" y="867"/>
                      <a:pt x="1" y="871"/>
                    </a:cubicBezTo>
                    <a:cubicBezTo>
                      <a:pt x="0" y="876"/>
                      <a:pt x="3" y="882"/>
                      <a:pt x="6" y="886"/>
                    </a:cubicBezTo>
                    <a:cubicBezTo>
                      <a:pt x="8" y="891"/>
                      <a:pt x="7" y="895"/>
                      <a:pt x="10" y="902"/>
                    </a:cubicBezTo>
                    <a:cubicBezTo>
                      <a:pt x="12" y="907"/>
                      <a:pt x="19" y="918"/>
                      <a:pt x="22" y="924"/>
                    </a:cubicBezTo>
                    <a:cubicBezTo>
                      <a:pt x="25" y="930"/>
                      <a:pt x="39" y="937"/>
                      <a:pt x="49" y="941"/>
                    </a:cubicBezTo>
                    <a:cubicBezTo>
                      <a:pt x="56" y="944"/>
                      <a:pt x="70" y="952"/>
                      <a:pt x="71" y="949"/>
                    </a:cubicBezTo>
                    <a:cubicBezTo>
                      <a:pt x="73" y="941"/>
                      <a:pt x="69" y="936"/>
                      <a:pt x="63" y="932"/>
                    </a:cubicBezTo>
                    <a:cubicBezTo>
                      <a:pt x="60" y="930"/>
                      <a:pt x="70" y="937"/>
                      <a:pt x="72" y="930"/>
                    </a:cubicBezTo>
                    <a:cubicBezTo>
                      <a:pt x="72" y="928"/>
                      <a:pt x="72" y="927"/>
                      <a:pt x="71" y="923"/>
                    </a:cubicBezTo>
                    <a:cubicBezTo>
                      <a:pt x="72" y="919"/>
                      <a:pt x="71" y="919"/>
                      <a:pt x="69" y="915"/>
                    </a:cubicBezTo>
                    <a:cubicBezTo>
                      <a:pt x="73" y="913"/>
                      <a:pt x="72" y="892"/>
                      <a:pt x="68" y="879"/>
                    </a:cubicBezTo>
                    <a:cubicBezTo>
                      <a:pt x="68" y="871"/>
                      <a:pt x="74" y="848"/>
                      <a:pt x="63" y="827"/>
                    </a:cubicBezTo>
                    <a:cubicBezTo>
                      <a:pt x="58" y="816"/>
                      <a:pt x="58" y="804"/>
                      <a:pt x="58" y="797"/>
                    </a:cubicBezTo>
                    <a:cubicBezTo>
                      <a:pt x="55" y="781"/>
                      <a:pt x="72" y="663"/>
                      <a:pt x="82" y="630"/>
                    </a:cubicBezTo>
                    <a:cubicBezTo>
                      <a:pt x="101" y="561"/>
                      <a:pt x="95" y="500"/>
                      <a:pt x="97" y="488"/>
                    </a:cubicBezTo>
                    <a:cubicBezTo>
                      <a:pt x="99" y="476"/>
                      <a:pt x="112" y="411"/>
                      <a:pt x="116" y="382"/>
                    </a:cubicBezTo>
                    <a:cubicBezTo>
                      <a:pt x="116" y="382"/>
                      <a:pt x="116" y="382"/>
                      <a:pt x="116" y="382"/>
                    </a:cubicBezTo>
                    <a:cubicBezTo>
                      <a:pt x="113" y="423"/>
                      <a:pt x="115" y="471"/>
                      <a:pt x="116" y="489"/>
                    </a:cubicBezTo>
                    <a:cubicBezTo>
                      <a:pt x="117" y="515"/>
                      <a:pt x="97" y="549"/>
                      <a:pt x="87" y="569"/>
                    </a:cubicBezTo>
                    <a:cubicBezTo>
                      <a:pt x="77" y="589"/>
                      <a:pt x="75" y="635"/>
                      <a:pt x="67" y="691"/>
                    </a:cubicBezTo>
                    <a:cubicBezTo>
                      <a:pt x="59" y="735"/>
                      <a:pt x="76" y="772"/>
                      <a:pt x="84" y="852"/>
                    </a:cubicBezTo>
                    <a:cubicBezTo>
                      <a:pt x="89" y="908"/>
                      <a:pt x="106" y="947"/>
                      <a:pt x="119" y="1010"/>
                    </a:cubicBezTo>
                    <a:cubicBezTo>
                      <a:pt x="131" y="1066"/>
                      <a:pt x="146" y="1131"/>
                      <a:pt x="144" y="1176"/>
                    </a:cubicBezTo>
                    <a:cubicBezTo>
                      <a:pt x="142" y="1217"/>
                      <a:pt x="144" y="1236"/>
                      <a:pt x="150" y="1265"/>
                    </a:cubicBezTo>
                    <a:cubicBezTo>
                      <a:pt x="156" y="1291"/>
                      <a:pt x="153" y="1412"/>
                      <a:pt x="165" y="1487"/>
                    </a:cubicBezTo>
                    <a:cubicBezTo>
                      <a:pt x="177" y="1562"/>
                      <a:pt x="179" y="1613"/>
                      <a:pt x="183" y="1631"/>
                    </a:cubicBezTo>
                    <a:cubicBezTo>
                      <a:pt x="191" y="1670"/>
                      <a:pt x="184" y="1674"/>
                      <a:pt x="187" y="1694"/>
                    </a:cubicBezTo>
                    <a:cubicBezTo>
                      <a:pt x="190" y="1714"/>
                      <a:pt x="191" y="1711"/>
                      <a:pt x="181" y="1731"/>
                    </a:cubicBezTo>
                    <a:cubicBezTo>
                      <a:pt x="173" y="1743"/>
                      <a:pt x="160" y="1770"/>
                      <a:pt x="155" y="1776"/>
                    </a:cubicBezTo>
                    <a:cubicBezTo>
                      <a:pt x="151" y="1782"/>
                      <a:pt x="153" y="1788"/>
                      <a:pt x="155" y="1792"/>
                    </a:cubicBezTo>
                    <a:cubicBezTo>
                      <a:pt x="152" y="1801"/>
                      <a:pt x="162" y="1806"/>
                      <a:pt x="165" y="1806"/>
                    </a:cubicBezTo>
                    <a:cubicBezTo>
                      <a:pt x="164" y="1817"/>
                      <a:pt x="182" y="1816"/>
                      <a:pt x="186" y="1811"/>
                    </a:cubicBezTo>
                    <a:cubicBezTo>
                      <a:pt x="192" y="1817"/>
                      <a:pt x="205" y="1817"/>
                      <a:pt x="211" y="1810"/>
                    </a:cubicBezTo>
                    <a:cubicBezTo>
                      <a:pt x="220" y="1818"/>
                      <a:pt x="234" y="1820"/>
                      <a:pt x="239" y="1811"/>
                    </a:cubicBezTo>
                    <a:cubicBezTo>
                      <a:pt x="247" y="1796"/>
                      <a:pt x="256" y="1786"/>
                      <a:pt x="255" y="1775"/>
                    </a:cubicBezTo>
                    <a:cubicBezTo>
                      <a:pt x="254" y="1764"/>
                      <a:pt x="256" y="1761"/>
                      <a:pt x="258" y="1748"/>
                    </a:cubicBezTo>
                    <a:cubicBezTo>
                      <a:pt x="260" y="1734"/>
                      <a:pt x="262" y="1724"/>
                      <a:pt x="257" y="1714"/>
                    </a:cubicBezTo>
                    <a:cubicBezTo>
                      <a:pt x="253" y="1705"/>
                      <a:pt x="253" y="1701"/>
                      <a:pt x="253" y="1691"/>
                    </a:cubicBezTo>
                    <a:cubicBezTo>
                      <a:pt x="253" y="1682"/>
                      <a:pt x="256" y="1667"/>
                      <a:pt x="250" y="1655"/>
                    </a:cubicBezTo>
                    <a:cubicBezTo>
                      <a:pt x="245" y="1643"/>
                      <a:pt x="238" y="1615"/>
                      <a:pt x="239" y="1584"/>
                    </a:cubicBezTo>
                    <a:cubicBezTo>
                      <a:pt x="240" y="1553"/>
                      <a:pt x="261" y="1379"/>
                      <a:pt x="253" y="1319"/>
                    </a:cubicBezTo>
                    <a:cubicBezTo>
                      <a:pt x="244" y="1259"/>
                      <a:pt x="247" y="1247"/>
                      <a:pt x="249" y="1227"/>
                    </a:cubicBezTo>
                    <a:cubicBezTo>
                      <a:pt x="251" y="1207"/>
                      <a:pt x="257" y="1174"/>
                      <a:pt x="252" y="1131"/>
                    </a:cubicBezTo>
                    <a:cubicBezTo>
                      <a:pt x="250" y="1114"/>
                      <a:pt x="251" y="1045"/>
                      <a:pt x="251" y="975"/>
                    </a:cubicBezTo>
                    <a:cubicBezTo>
                      <a:pt x="251" y="929"/>
                      <a:pt x="263" y="870"/>
                      <a:pt x="252" y="858"/>
                    </a:cubicBezTo>
                    <a:cubicBezTo>
                      <a:pt x="252" y="857"/>
                      <a:pt x="252" y="857"/>
                      <a:pt x="252" y="857"/>
                    </a:cubicBezTo>
                    <a:cubicBezTo>
                      <a:pt x="255" y="858"/>
                      <a:pt x="258" y="859"/>
                      <a:pt x="260" y="859"/>
                    </a:cubicBezTo>
                    <a:cubicBezTo>
                      <a:pt x="261" y="859"/>
                      <a:pt x="261" y="859"/>
                      <a:pt x="261" y="859"/>
                    </a:cubicBezTo>
                    <a:cubicBezTo>
                      <a:pt x="264" y="859"/>
                      <a:pt x="268" y="858"/>
                      <a:pt x="272" y="856"/>
                    </a:cubicBezTo>
                    <a:cubicBezTo>
                      <a:pt x="271" y="858"/>
                      <a:pt x="271" y="858"/>
                      <a:pt x="271" y="858"/>
                    </a:cubicBezTo>
                    <a:cubicBezTo>
                      <a:pt x="260" y="870"/>
                      <a:pt x="271" y="929"/>
                      <a:pt x="272" y="975"/>
                    </a:cubicBezTo>
                    <a:cubicBezTo>
                      <a:pt x="272" y="1045"/>
                      <a:pt x="273" y="1114"/>
                      <a:pt x="271" y="1131"/>
                    </a:cubicBezTo>
                    <a:cubicBezTo>
                      <a:pt x="266" y="1174"/>
                      <a:pt x="271" y="1207"/>
                      <a:pt x="274" y="1227"/>
                    </a:cubicBezTo>
                    <a:cubicBezTo>
                      <a:pt x="276" y="1247"/>
                      <a:pt x="279" y="1259"/>
                      <a:pt x="270" y="1319"/>
                    </a:cubicBezTo>
                    <a:cubicBezTo>
                      <a:pt x="261" y="1379"/>
                      <a:pt x="282" y="1553"/>
                      <a:pt x="283" y="1584"/>
                    </a:cubicBezTo>
                    <a:cubicBezTo>
                      <a:pt x="284" y="1615"/>
                      <a:pt x="278" y="1643"/>
                      <a:pt x="272" y="1655"/>
                    </a:cubicBezTo>
                    <a:cubicBezTo>
                      <a:pt x="267" y="1667"/>
                      <a:pt x="270" y="1682"/>
                      <a:pt x="270" y="1691"/>
                    </a:cubicBezTo>
                    <a:cubicBezTo>
                      <a:pt x="270" y="1701"/>
                      <a:pt x="270" y="1705"/>
                      <a:pt x="266" y="1714"/>
                    </a:cubicBezTo>
                    <a:cubicBezTo>
                      <a:pt x="261" y="1724"/>
                      <a:pt x="263" y="1734"/>
                      <a:pt x="265" y="1748"/>
                    </a:cubicBezTo>
                    <a:cubicBezTo>
                      <a:pt x="267" y="1761"/>
                      <a:pt x="269" y="1764"/>
                      <a:pt x="268" y="1775"/>
                    </a:cubicBezTo>
                    <a:cubicBezTo>
                      <a:pt x="267" y="1786"/>
                      <a:pt x="275" y="1792"/>
                      <a:pt x="283" y="1804"/>
                    </a:cubicBezTo>
                    <a:cubicBezTo>
                      <a:pt x="293" y="1819"/>
                      <a:pt x="303" y="1818"/>
                      <a:pt x="312" y="1810"/>
                    </a:cubicBezTo>
                    <a:cubicBezTo>
                      <a:pt x="317" y="1817"/>
                      <a:pt x="331" y="1817"/>
                      <a:pt x="336" y="1811"/>
                    </a:cubicBezTo>
                    <a:cubicBezTo>
                      <a:pt x="341" y="1816"/>
                      <a:pt x="359" y="1817"/>
                      <a:pt x="358" y="1806"/>
                    </a:cubicBezTo>
                    <a:cubicBezTo>
                      <a:pt x="361" y="1806"/>
                      <a:pt x="371" y="1801"/>
                      <a:pt x="368" y="1792"/>
                    </a:cubicBezTo>
                    <a:cubicBezTo>
                      <a:pt x="370" y="1788"/>
                      <a:pt x="372" y="1782"/>
                      <a:pt x="368" y="1776"/>
                    </a:cubicBezTo>
                    <a:cubicBezTo>
                      <a:pt x="363" y="1770"/>
                      <a:pt x="349" y="1743"/>
                      <a:pt x="341" y="1731"/>
                    </a:cubicBezTo>
                    <a:cubicBezTo>
                      <a:pt x="332" y="1711"/>
                      <a:pt x="332" y="1714"/>
                      <a:pt x="336" y="1694"/>
                    </a:cubicBezTo>
                    <a:cubicBezTo>
                      <a:pt x="339" y="1674"/>
                      <a:pt x="332" y="1670"/>
                      <a:pt x="340" y="1631"/>
                    </a:cubicBezTo>
                    <a:cubicBezTo>
                      <a:pt x="343" y="1613"/>
                      <a:pt x="347" y="1568"/>
                      <a:pt x="358" y="1491"/>
                    </a:cubicBezTo>
                    <a:cubicBezTo>
                      <a:pt x="370" y="1414"/>
                      <a:pt x="371" y="1292"/>
                      <a:pt x="373" y="1265"/>
                    </a:cubicBezTo>
                    <a:cubicBezTo>
                      <a:pt x="374" y="1238"/>
                      <a:pt x="382" y="1212"/>
                      <a:pt x="381" y="1165"/>
                    </a:cubicBezTo>
                    <a:cubicBezTo>
                      <a:pt x="379" y="1123"/>
                      <a:pt x="394" y="1047"/>
                      <a:pt x="406" y="991"/>
                    </a:cubicBezTo>
                    <a:cubicBezTo>
                      <a:pt x="419" y="928"/>
                      <a:pt x="439" y="909"/>
                      <a:pt x="444" y="853"/>
                    </a:cubicBezTo>
                    <a:cubicBezTo>
                      <a:pt x="452" y="773"/>
                      <a:pt x="469" y="730"/>
                      <a:pt x="461" y="686"/>
                    </a:cubicBezTo>
                    <a:cubicBezTo>
                      <a:pt x="452" y="630"/>
                      <a:pt x="442" y="583"/>
                      <a:pt x="432" y="563"/>
                    </a:cubicBezTo>
                    <a:cubicBezTo>
                      <a:pt x="422" y="542"/>
                      <a:pt x="408" y="513"/>
                      <a:pt x="409" y="488"/>
                    </a:cubicBezTo>
                    <a:cubicBezTo>
                      <a:pt x="410" y="471"/>
                      <a:pt x="409" y="448"/>
                      <a:pt x="411" y="412"/>
                    </a:cubicBezTo>
                    <a:cubicBezTo>
                      <a:pt x="407" y="381"/>
                      <a:pt x="407" y="381"/>
                      <a:pt x="407" y="381"/>
                    </a:cubicBezTo>
                    <a:cubicBezTo>
                      <a:pt x="411" y="410"/>
                      <a:pt x="424" y="476"/>
                      <a:pt x="426" y="488"/>
                    </a:cubicBezTo>
                    <a:cubicBezTo>
                      <a:pt x="428" y="500"/>
                      <a:pt x="422" y="561"/>
                      <a:pt x="441" y="630"/>
                    </a:cubicBezTo>
                    <a:cubicBezTo>
                      <a:pt x="450" y="663"/>
                      <a:pt x="468" y="781"/>
                      <a:pt x="465" y="797"/>
                    </a:cubicBezTo>
                    <a:cubicBezTo>
                      <a:pt x="465" y="804"/>
                      <a:pt x="463" y="815"/>
                      <a:pt x="459" y="827"/>
                    </a:cubicBezTo>
                    <a:cubicBezTo>
                      <a:pt x="454" y="845"/>
                      <a:pt x="454" y="871"/>
                      <a:pt x="455" y="879"/>
                    </a:cubicBezTo>
                    <a:cubicBezTo>
                      <a:pt x="453" y="890"/>
                      <a:pt x="449" y="913"/>
                      <a:pt x="454" y="915"/>
                    </a:cubicBezTo>
                    <a:cubicBezTo>
                      <a:pt x="452" y="919"/>
                      <a:pt x="451" y="919"/>
                      <a:pt x="452" y="923"/>
                    </a:cubicBezTo>
                    <a:cubicBezTo>
                      <a:pt x="450" y="927"/>
                      <a:pt x="450" y="928"/>
                      <a:pt x="451" y="930"/>
                    </a:cubicBezTo>
                    <a:cubicBezTo>
                      <a:pt x="453" y="937"/>
                      <a:pt x="463" y="930"/>
                      <a:pt x="459" y="932"/>
                    </a:cubicBezTo>
                    <a:cubicBezTo>
                      <a:pt x="454" y="936"/>
                      <a:pt x="449" y="941"/>
                      <a:pt x="452" y="949"/>
                    </a:cubicBezTo>
                    <a:cubicBezTo>
                      <a:pt x="453" y="952"/>
                      <a:pt x="467" y="944"/>
                      <a:pt x="474" y="941"/>
                    </a:cubicBezTo>
                    <a:cubicBezTo>
                      <a:pt x="484" y="937"/>
                      <a:pt x="497" y="930"/>
                      <a:pt x="501" y="924"/>
                    </a:cubicBezTo>
                    <a:cubicBezTo>
                      <a:pt x="504" y="918"/>
                      <a:pt x="511" y="907"/>
                      <a:pt x="513" y="902"/>
                    </a:cubicBezTo>
                    <a:cubicBezTo>
                      <a:pt x="516" y="895"/>
                      <a:pt x="515" y="891"/>
                      <a:pt x="517" y="886"/>
                    </a:cubicBezTo>
                    <a:cubicBezTo>
                      <a:pt x="519" y="882"/>
                      <a:pt x="523" y="876"/>
                      <a:pt x="521" y="871"/>
                    </a:cubicBezTo>
                  </a:path>
                </a:pathLst>
              </a:custGeom>
              <a:solidFill>
                <a:srgbClr val="F3E7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3359" name="Freeform 429">
                <a:extLst>
                  <a:ext uri="{FF2B5EF4-FFF2-40B4-BE49-F238E27FC236}">
                    <a16:creationId xmlns:a16="http://schemas.microsoft.com/office/drawing/2014/main" id="{B889B2C0-62FD-4324-94E8-267A3D7B28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4" y="2286"/>
                <a:ext cx="120" cy="340"/>
              </a:xfrm>
              <a:custGeom>
                <a:avLst/>
                <a:gdLst>
                  <a:gd name="T0" fmla="*/ 50 w 74"/>
                  <a:gd name="T1" fmla="*/ 0 h 209"/>
                  <a:gd name="T2" fmla="*/ 68 w 74"/>
                  <a:gd name="T3" fmla="*/ 233 h 209"/>
                  <a:gd name="T4" fmla="*/ 42 w 74"/>
                  <a:gd name="T5" fmla="*/ 363 h 209"/>
                  <a:gd name="T6" fmla="*/ 26 w 74"/>
                  <a:gd name="T7" fmla="*/ 586 h 209"/>
                  <a:gd name="T8" fmla="*/ 21 w 74"/>
                  <a:gd name="T9" fmla="*/ 742 h 209"/>
                  <a:gd name="T10" fmla="*/ 13 w 74"/>
                  <a:gd name="T11" fmla="*/ 776 h 209"/>
                  <a:gd name="T12" fmla="*/ 8 w 74"/>
                  <a:gd name="T13" fmla="*/ 805 h 209"/>
                  <a:gd name="T14" fmla="*/ 42 w 74"/>
                  <a:gd name="T15" fmla="*/ 812 h 209"/>
                  <a:gd name="T16" fmla="*/ 13 w 74"/>
                  <a:gd name="T17" fmla="*/ 887 h 209"/>
                  <a:gd name="T18" fmla="*/ 107 w 74"/>
                  <a:gd name="T19" fmla="*/ 852 h 209"/>
                  <a:gd name="T20" fmla="*/ 221 w 74"/>
                  <a:gd name="T21" fmla="*/ 778 h 209"/>
                  <a:gd name="T22" fmla="*/ 274 w 74"/>
                  <a:gd name="T23" fmla="*/ 685 h 209"/>
                  <a:gd name="T24" fmla="*/ 289 w 74"/>
                  <a:gd name="T25" fmla="*/ 617 h 209"/>
                  <a:gd name="T26" fmla="*/ 308 w 74"/>
                  <a:gd name="T27" fmla="*/ 550 h 20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74" h="209">
                    <a:moveTo>
                      <a:pt x="12" y="0"/>
                    </a:moveTo>
                    <a:cubicBezTo>
                      <a:pt x="15" y="26"/>
                      <a:pt x="17" y="48"/>
                      <a:pt x="16" y="54"/>
                    </a:cubicBezTo>
                    <a:cubicBezTo>
                      <a:pt x="16" y="61"/>
                      <a:pt x="14" y="72"/>
                      <a:pt x="10" y="84"/>
                    </a:cubicBezTo>
                    <a:cubicBezTo>
                      <a:pt x="5" y="102"/>
                      <a:pt x="5" y="128"/>
                      <a:pt x="6" y="136"/>
                    </a:cubicBezTo>
                    <a:cubicBezTo>
                      <a:pt x="4" y="147"/>
                      <a:pt x="0" y="170"/>
                      <a:pt x="5" y="172"/>
                    </a:cubicBezTo>
                    <a:cubicBezTo>
                      <a:pt x="3" y="176"/>
                      <a:pt x="2" y="176"/>
                      <a:pt x="3" y="180"/>
                    </a:cubicBezTo>
                    <a:cubicBezTo>
                      <a:pt x="1" y="184"/>
                      <a:pt x="1" y="185"/>
                      <a:pt x="2" y="187"/>
                    </a:cubicBezTo>
                    <a:cubicBezTo>
                      <a:pt x="4" y="194"/>
                      <a:pt x="14" y="187"/>
                      <a:pt x="10" y="189"/>
                    </a:cubicBezTo>
                    <a:cubicBezTo>
                      <a:pt x="5" y="193"/>
                      <a:pt x="0" y="198"/>
                      <a:pt x="3" y="206"/>
                    </a:cubicBezTo>
                    <a:cubicBezTo>
                      <a:pt x="4" y="209"/>
                      <a:pt x="18" y="201"/>
                      <a:pt x="25" y="198"/>
                    </a:cubicBezTo>
                    <a:cubicBezTo>
                      <a:pt x="35" y="194"/>
                      <a:pt x="48" y="187"/>
                      <a:pt x="52" y="181"/>
                    </a:cubicBezTo>
                    <a:cubicBezTo>
                      <a:pt x="55" y="175"/>
                      <a:pt x="62" y="164"/>
                      <a:pt x="64" y="159"/>
                    </a:cubicBezTo>
                    <a:cubicBezTo>
                      <a:pt x="67" y="152"/>
                      <a:pt x="66" y="148"/>
                      <a:pt x="68" y="143"/>
                    </a:cubicBezTo>
                    <a:cubicBezTo>
                      <a:pt x="70" y="139"/>
                      <a:pt x="74" y="133"/>
                      <a:pt x="72" y="128"/>
                    </a:cubicBezTo>
                  </a:path>
                </a:pathLst>
              </a:custGeom>
              <a:noFill/>
              <a:ln w="3175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3360" name="Freeform 430">
                <a:extLst>
                  <a:ext uri="{FF2B5EF4-FFF2-40B4-BE49-F238E27FC236}">
                    <a16:creationId xmlns:a16="http://schemas.microsoft.com/office/drawing/2014/main" id="{75815A30-6C97-4FD9-A4ED-A03038CDB0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5" y="1697"/>
                <a:ext cx="34" cy="281"/>
              </a:xfrm>
              <a:custGeom>
                <a:avLst/>
                <a:gdLst>
                  <a:gd name="T0" fmla="*/ 89 w 21"/>
                  <a:gd name="T1" fmla="*/ 741 h 173"/>
                  <a:gd name="T2" fmla="*/ 8 w 21"/>
                  <a:gd name="T3" fmla="*/ 460 h 173"/>
                  <a:gd name="T4" fmla="*/ 16 w 21"/>
                  <a:gd name="T5" fmla="*/ 132 h 173"/>
                  <a:gd name="T6" fmla="*/ 0 w 21"/>
                  <a:gd name="T7" fmla="*/ 0 h 173"/>
                  <a:gd name="T8" fmla="*/ 81 w 21"/>
                  <a:gd name="T9" fmla="*/ 460 h 173"/>
                  <a:gd name="T10" fmla="*/ 89 w 21"/>
                  <a:gd name="T11" fmla="*/ 741 h 17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1" h="173">
                    <a:moveTo>
                      <a:pt x="21" y="173"/>
                    </a:moveTo>
                    <a:cubicBezTo>
                      <a:pt x="12" y="154"/>
                      <a:pt x="1" y="129"/>
                      <a:pt x="2" y="107"/>
                    </a:cubicBezTo>
                    <a:cubicBezTo>
                      <a:pt x="3" y="90"/>
                      <a:pt x="2" y="67"/>
                      <a:pt x="4" y="3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4" y="29"/>
                      <a:pt x="17" y="95"/>
                      <a:pt x="19" y="107"/>
                    </a:cubicBezTo>
                    <a:cubicBezTo>
                      <a:pt x="20" y="115"/>
                      <a:pt x="18" y="140"/>
                      <a:pt x="21" y="173"/>
                    </a:cubicBezTo>
                  </a:path>
                </a:pathLst>
              </a:custGeom>
              <a:noFill/>
              <a:ln w="3175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3361" name="Freeform 431">
                <a:extLst>
                  <a:ext uri="{FF2B5EF4-FFF2-40B4-BE49-F238E27FC236}">
                    <a16:creationId xmlns:a16="http://schemas.microsoft.com/office/drawing/2014/main" id="{65590B4F-5A94-4CA7-A84C-DFBFF67475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8" y="1978"/>
                <a:ext cx="658" cy="2059"/>
              </a:xfrm>
              <a:custGeom>
                <a:avLst/>
                <a:gdLst>
                  <a:gd name="T0" fmla="*/ 0 w 404"/>
                  <a:gd name="T1" fmla="*/ 727 h 1266"/>
                  <a:gd name="T2" fmla="*/ 81 w 404"/>
                  <a:gd name="T3" fmla="*/ 1283 h 1266"/>
                  <a:gd name="T4" fmla="*/ 233 w 404"/>
                  <a:gd name="T5" fmla="*/ 1963 h 1266"/>
                  <a:gd name="T6" fmla="*/ 342 w 404"/>
                  <a:gd name="T7" fmla="*/ 2677 h 1266"/>
                  <a:gd name="T8" fmla="*/ 366 w 404"/>
                  <a:gd name="T9" fmla="*/ 3058 h 1266"/>
                  <a:gd name="T10" fmla="*/ 432 w 404"/>
                  <a:gd name="T11" fmla="*/ 4012 h 1266"/>
                  <a:gd name="T12" fmla="*/ 510 w 404"/>
                  <a:gd name="T13" fmla="*/ 4634 h 1266"/>
                  <a:gd name="T14" fmla="*/ 528 w 404"/>
                  <a:gd name="T15" fmla="*/ 4904 h 1266"/>
                  <a:gd name="T16" fmla="*/ 502 w 404"/>
                  <a:gd name="T17" fmla="*/ 5063 h 1266"/>
                  <a:gd name="T18" fmla="*/ 389 w 404"/>
                  <a:gd name="T19" fmla="*/ 5256 h 1266"/>
                  <a:gd name="T20" fmla="*/ 389 w 404"/>
                  <a:gd name="T21" fmla="*/ 5325 h 1266"/>
                  <a:gd name="T22" fmla="*/ 432 w 404"/>
                  <a:gd name="T23" fmla="*/ 5385 h 1266"/>
                  <a:gd name="T24" fmla="*/ 523 w 404"/>
                  <a:gd name="T25" fmla="*/ 5406 h 1266"/>
                  <a:gd name="T26" fmla="*/ 632 w 404"/>
                  <a:gd name="T27" fmla="*/ 5404 h 1266"/>
                  <a:gd name="T28" fmla="*/ 751 w 404"/>
                  <a:gd name="T29" fmla="*/ 5406 h 1266"/>
                  <a:gd name="T30" fmla="*/ 819 w 404"/>
                  <a:gd name="T31" fmla="*/ 5253 h 1266"/>
                  <a:gd name="T32" fmla="*/ 832 w 404"/>
                  <a:gd name="T33" fmla="*/ 5136 h 1266"/>
                  <a:gd name="T34" fmla="*/ 831 w 404"/>
                  <a:gd name="T35" fmla="*/ 4991 h 1266"/>
                  <a:gd name="T36" fmla="*/ 811 w 404"/>
                  <a:gd name="T37" fmla="*/ 4891 h 1266"/>
                  <a:gd name="T38" fmla="*/ 798 w 404"/>
                  <a:gd name="T39" fmla="*/ 4738 h 1266"/>
                  <a:gd name="T40" fmla="*/ 751 w 404"/>
                  <a:gd name="T41" fmla="*/ 4430 h 1266"/>
                  <a:gd name="T42" fmla="*/ 811 w 404"/>
                  <a:gd name="T43" fmla="*/ 3290 h 1266"/>
                  <a:gd name="T44" fmla="*/ 796 w 404"/>
                  <a:gd name="T45" fmla="*/ 2897 h 1266"/>
                  <a:gd name="T46" fmla="*/ 809 w 404"/>
                  <a:gd name="T47" fmla="*/ 2482 h 1266"/>
                  <a:gd name="T48" fmla="*/ 803 w 404"/>
                  <a:gd name="T49" fmla="*/ 1812 h 1266"/>
                  <a:gd name="T50" fmla="*/ 809 w 404"/>
                  <a:gd name="T51" fmla="*/ 1306 h 1266"/>
                  <a:gd name="T52" fmla="*/ 809 w 404"/>
                  <a:gd name="T53" fmla="*/ 1304 h 1266"/>
                  <a:gd name="T54" fmla="*/ 844 w 404"/>
                  <a:gd name="T55" fmla="*/ 1312 h 1266"/>
                  <a:gd name="T56" fmla="*/ 847 w 404"/>
                  <a:gd name="T57" fmla="*/ 1312 h 1266"/>
                  <a:gd name="T58" fmla="*/ 894 w 404"/>
                  <a:gd name="T59" fmla="*/ 1299 h 1266"/>
                  <a:gd name="T60" fmla="*/ 891 w 404"/>
                  <a:gd name="T61" fmla="*/ 1306 h 1266"/>
                  <a:gd name="T62" fmla="*/ 894 w 404"/>
                  <a:gd name="T63" fmla="*/ 1812 h 1266"/>
                  <a:gd name="T64" fmla="*/ 891 w 404"/>
                  <a:gd name="T65" fmla="*/ 2482 h 1266"/>
                  <a:gd name="T66" fmla="*/ 902 w 404"/>
                  <a:gd name="T67" fmla="*/ 2897 h 1266"/>
                  <a:gd name="T68" fmla="*/ 886 w 404"/>
                  <a:gd name="T69" fmla="*/ 3290 h 1266"/>
                  <a:gd name="T70" fmla="*/ 941 w 404"/>
                  <a:gd name="T71" fmla="*/ 4430 h 1266"/>
                  <a:gd name="T72" fmla="*/ 894 w 404"/>
                  <a:gd name="T73" fmla="*/ 4738 h 1266"/>
                  <a:gd name="T74" fmla="*/ 886 w 404"/>
                  <a:gd name="T75" fmla="*/ 4891 h 1266"/>
                  <a:gd name="T76" fmla="*/ 868 w 404"/>
                  <a:gd name="T77" fmla="*/ 4991 h 1266"/>
                  <a:gd name="T78" fmla="*/ 865 w 404"/>
                  <a:gd name="T79" fmla="*/ 5136 h 1266"/>
                  <a:gd name="T80" fmla="*/ 878 w 404"/>
                  <a:gd name="T81" fmla="*/ 5253 h 1266"/>
                  <a:gd name="T82" fmla="*/ 941 w 404"/>
                  <a:gd name="T83" fmla="*/ 5377 h 1266"/>
                  <a:gd name="T84" fmla="*/ 1067 w 404"/>
                  <a:gd name="T85" fmla="*/ 5404 h 1266"/>
                  <a:gd name="T86" fmla="*/ 1169 w 404"/>
                  <a:gd name="T87" fmla="*/ 5406 h 1266"/>
                  <a:gd name="T88" fmla="*/ 1266 w 404"/>
                  <a:gd name="T89" fmla="*/ 5385 h 1266"/>
                  <a:gd name="T90" fmla="*/ 1308 w 404"/>
                  <a:gd name="T91" fmla="*/ 5325 h 1266"/>
                  <a:gd name="T92" fmla="*/ 1308 w 404"/>
                  <a:gd name="T93" fmla="*/ 5256 h 1266"/>
                  <a:gd name="T94" fmla="*/ 1194 w 404"/>
                  <a:gd name="T95" fmla="*/ 5063 h 1266"/>
                  <a:gd name="T96" fmla="*/ 1169 w 404"/>
                  <a:gd name="T97" fmla="*/ 4904 h 1266"/>
                  <a:gd name="T98" fmla="*/ 1189 w 404"/>
                  <a:gd name="T99" fmla="*/ 4634 h 1266"/>
                  <a:gd name="T100" fmla="*/ 1266 w 404"/>
                  <a:gd name="T101" fmla="*/ 4032 h 1266"/>
                  <a:gd name="T102" fmla="*/ 1332 w 404"/>
                  <a:gd name="T103" fmla="*/ 3058 h 1266"/>
                  <a:gd name="T104" fmla="*/ 1366 w 404"/>
                  <a:gd name="T105" fmla="*/ 2630 h 1266"/>
                  <a:gd name="T106" fmla="*/ 1472 w 404"/>
                  <a:gd name="T107" fmla="*/ 1880 h 1266"/>
                  <a:gd name="T108" fmla="*/ 1637 w 404"/>
                  <a:gd name="T109" fmla="*/ 1285 h 1266"/>
                  <a:gd name="T110" fmla="*/ 1712 w 404"/>
                  <a:gd name="T111" fmla="*/ 569 h 1266"/>
                  <a:gd name="T112" fmla="*/ 1586 w 404"/>
                  <a:gd name="T113" fmla="*/ 39 h 1266"/>
                  <a:gd name="T114" fmla="*/ 1568 w 404"/>
                  <a:gd name="T115" fmla="*/ 0 h 126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</a:gdLst>
                <a:ahLst/>
                <a:cxnLst>
                  <a:cxn ang="T116">
                    <a:pos x="T0" y="T1"/>
                  </a:cxn>
                  <a:cxn ang="T117">
                    <a:pos x="T2" y="T3"/>
                  </a:cxn>
                  <a:cxn ang="T118">
                    <a:pos x="T4" y="T5"/>
                  </a:cxn>
                  <a:cxn ang="T119">
                    <a:pos x="T6" y="T7"/>
                  </a:cxn>
                  <a:cxn ang="T120">
                    <a:pos x="T8" y="T9"/>
                  </a:cxn>
                  <a:cxn ang="T121">
                    <a:pos x="T10" y="T11"/>
                  </a:cxn>
                  <a:cxn ang="T122">
                    <a:pos x="T12" y="T13"/>
                  </a:cxn>
                  <a:cxn ang="T123">
                    <a:pos x="T14" y="T15"/>
                  </a:cxn>
                  <a:cxn ang="T124">
                    <a:pos x="T16" y="T17"/>
                  </a:cxn>
                  <a:cxn ang="T125">
                    <a:pos x="T18" y="T19"/>
                  </a:cxn>
                  <a:cxn ang="T126">
                    <a:pos x="T20" y="T21"/>
                  </a:cxn>
                  <a:cxn ang="T127">
                    <a:pos x="T22" y="T23"/>
                  </a:cxn>
                  <a:cxn ang="T128">
                    <a:pos x="T24" y="T25"/>
                  </a:cxn>
                  <a:cxn ang="T129">
                    <a:pos x="T26" y="T27"/>
                  </a:cxn>
                  <a:cxn ang="T130">
                    <a:pos x="T28" y="T29"/>
                  </a:cxn>
                  <a:cxn ang="T131">
                    <a:pos x="T30" y="T31"/>
                  </a:cxn>
                  <a:cxn ang="T132">
                    <a:pos x="T32" y="T33"/>
                  </a:cxn>
                  <a:cxn ang="T133">
                    <a:pos x="T34" y="T35"/>
                  </a:cxn>
                  <a:cxn ang="T134">
                    <a:pos x="T36" y="T37"/>
                  </a:cxn>
                  <a:cxn ang="T135">
                    <a:pos x="T38" y="T39"/>
                  </a:cxn>
                  <a:cxn ang="T136">
                    <a:pos x="T40" y="T41"/>
                  </a:cxn>
                  <a:cxn ang="T137">
                    <a:pos x="T42" y="T43"/>
                  </a:cxn>
                  <a:cxn ang="T138">
                    <a:pos x="T44" y="T45"/>
                  </a:cxn>
                  <a:cxn ang="T139">
                    <a:pos x="T46" y="T47"/>
                  </a:cxn>
                  <a:cxn ang="T140">
                    <a:pos x="T48" y="T49"/>
                  </a:cxn>
                  <a:cxn ang="T141">
                    <a:pos x="T50" y="T51"/>
                  </a:cxn>
                  <a:cxn ang="T142">
                    <a:pos x="T52" y="T53"/>
                  </a:cxn>
                  <a:cxn ang="T143">
                    <a:pos x="T54" y="T55"/>
                  </a:cxn>
                  <a:cxn ang="T144">
                    <a:pos x="T56" y="T57"/>
                  </a:cxn>
                  <a:cxn ang="T145">
                    <a:pos x="T58" y="T59"/>
                  </a:cxn>
                  <a:cxn ang="T146">
                    <a:pos x="T60" y="T61"/>
                  </a:cxn>
                  <a:cxn ang="T147">
                    <a:pos x="T62" y="T63"/>
                  </a:cxn>
                  <a:cxn ang="T148">
                    <a:pos x="T64" y="T65"/>
                  </a:cxn>
                  <a:cxn ang="T149">
                    <a:pos x="T66" y="T67"/>
                  </a:cxn>
                  <a:cxn ang="T150">
                    <a:pos x="T68" y="T69"/>
                  </a:cxn>
                  <a:cxn ang="T151">
                    <a:pos x="T70" y="T71"/>
                  </a:cxn>
                  <a:cxn ang="T152">
                    <a:pos x="T72" y="T73"/>
                  </a:cxn>
                  <a:cxn ang="T153">
                    <a:pos x="T74" y="T75"/>
                  </a:cxn>
                  <a:cxn ang="T154">
                    <a:pos x="T76" y="T77"/>
                  </a:cxn>
                  <a:cxn ang="T155">
                    <a:pos x="T78" y="T79"/>
                  </a:cxn>
                  <a:cxn ang="T156">
                    <a:pos x="T80" y="T81"/>
                  </a:cxn>
                  <a:cxn ang="T157">
                    <a:pos x="T82" y="T83"/>
                  </a:cxn>
                  <a:cxn ang="T158">
                    <a:pos x="T84" y="T85"/>
                  </a:cxn>
                  <a:cxn ang="T159">
                    <a:pos x="T86" y="T87"/>
                  </a:cxn>
                  <a:cxn ang="T160">
                    <a:pos x="T88" y="T89"/>
                  </a:cxn>
                  <a:cxn ang="T161">
                    <a:pos x="T90" y="T91"/>
                  </a:cxn>
                  <a:cxn ang="T162">
                    <a:pos x="T92" y="T93"/>
                  </a:cxn>
                  <a:cxn ang="T163">
                    <a:pos x="T94" y="T95"/>
                  </a:cxn>
                  <a:cxn ang="T164">
                    <a:pos x="T96" y="T97"/>
                  </a:cxn>
                  <a:cxn ang="T165">
                    <a:pos x="T98" y="T99"/>
                  </a:cxn>
                  <a:cxn ang="T166">
                    <a:pos x="T100" y="T101"/>
                  </a:cxn>
                  <a:cxn ang="T167">
                    <a:pos x="T102" y="T103"/>
                  </a:cxn>
                  <a:cxn ang="T168">
                    <a:pos x="T104" y="T105"/>
                  </a:cxn>
                  <a:cxn ang="T169">
                    <a:pos x="T106" y="T107"/>
                  </a:cxn>
                  <a:cxn ang="T170">
                    <a:pos x="T108" y="T109"/>
                  </a:cxn>
                  <a:cxn ang="T171">
                    <a:pos x="T110" y="T111"/>
                  </a:cxn>
                  <a:cxn ang="T172">
                    <a:pos x="T112" y="T113"/>
                  </a:cxn>
                  <a:cxn ang="T173">
                    <a:pos x="T114" y="T115"/>
                  </a:cxn>
                </a:cxnLst>
                <a:rect l="0" t="0" r="r" b="b"/>
                <a:pathLst>
                  <a:path w="404" h="1266">
                    <a:moveTo>
                      <a:pt x="0" y="169"/>
                    </a:moveTo>
                    <a:cubicBezTo>
                      <a:pt x="2" y="202"/>
                      <a:pt x="13" y="238"/>
                      <a:pt x="19" y="298"/>
                    </a:cubicBezTo>
                    <a:cubicBezTo>
                      <a:pt x="24" y="354"/>
                      <a:pt x="41" y="393"/>
                      <a:pt x="54" y="456"/>
                    </a:cubicBezTo>
                    <a:cubicBezTo>
                      <a:pt x="66" y="512"/>
                      <a:pt x="81" y="577"/>
                      <a:pt x="79" y="622"/>
                    </a:cubicBezTo>
                    <a:cubicBezTo>
                      <a:pt x="77" y="663"/>
                      <a:pt x="79" y="682"/>
                      <a:pt x="85" y="711"/>
                    </a:cubicBezTo>
                    <a:cubicBezTo>
                      <a:pt x="91" y="737"/>
                      <a:pt x="88" y="858"/>
                      <a:pt x="100" y="933"/>
                    </a:cubicBezTo>
                    <a:cubicBezTo>
                      <a:pt x="112" y="1008"/>
                      <a:pt x="114" y="1059"/>
                      <a:pt x="118" y="1077"/>
                    </a:cubicBezTo>
                    <a:cubicBezTo>
                      <a:pt x="126" y="1116"/>
                      <a:pt x="119" y="1120"/>
                      <a:pt x="122" y="1140"/>
                    </a:cubicBezTo>
                    <a:cubicBezTo>
                      <a:pt x="125" y="1160"/>
                      <a:pt x="126" y="1157"/>
                      <a:pt x="116" y="1177"/>
                    </a:cubicBezTo>
                    <a:cubicBezTo>
                      <a:pt x="108" y="1189"/>
                      <a:pt x="95" y="1216"/>
                      <a:pt x="90" y="1222"/>
                    </a:cubicBezTo>
                    <a:cubicBezTo>
                      <a:pt x="86" y="1228"/>
                      <a:pt x="88" y="1234"/>
                      <a:pt x="90" y="1238"/>
                    </a:cubicBezTo>
                    <a:cubicBezTo>
                      <a:pt x="87" y="1247"/>
                      <a:pt x="97" y="1252"/>
                      <a:pt x="100" y="1252"/>
                    </a:cubicBezTo>
                    <a:cubicBezTo>
                      <a:pt x="99" y="1263"/>
                      <a:pt x="117" y="1262"/>
                      <a:pt x="121" y="1257"/>
                    </a:cubicBezTo>
                    <a:cubicBezTo>
                      <a:pt x="127" y="1263"/>
                      <a:pt x="140" y="1263"/>
                      <a:pt x="146" y="1256"/>
                    </a:cubicBezTo>
                    <a:cubicBezTo>
                      <a:pt x="155" y="1264"/>
                      <a:pt x="169" y="1266"/>
                      <a:pt x="174" y="1257"/>
                    </a:cubicBezTo>
                    <a:cubicBezTo>
                      <a:pt x="182" y="1242"/>
                      <a:pt x="191" y="1232"/>
                      <a:pt x="190" y="1221"/>
                    </a:cubicBezTo>
                    <a:cubicBezTo>
                      <a:pt x="189" y="1210"/>
                      <a:pt x="191" y="1207"/>
                      <a:pt x="193" y="1194"/>
                    </a:cubicBezTo>
                    <a:cubicBezTo>
                      <a:pt x="195" y="1180"/>
                      <a:pt x="197" y="1170"/>
                      <a:pt x="192" y="1160"/>
                    </a:cubicBezTo>
                    <a:cubicBezTo>
                      <a:pt x="188" y="1151"/>
                      <a:pt x="188" y="1147"/>
                      <a:pt x="188" y="1137"/>
                    </a:cubicBezTo>
                    <a:cubicBezTo>
                      <a:pt x="188" y="1128"/>
                      <a:pt x="191" y="1113"/>
                      <a:pt x="185" y="1101"/>
                    </a:cubicBezTo>
                    <a:cubicBezTo>
                      <a:pt x="180" y="1089"/>
                      <a:pt x="173" y="1061"/>
                      <a:pt x="174" y="1030"/>
                    </a:cubicBezTo>
                    <a:cubicBezTo>
                      <a:pt x="175" y="999"/>
                      <a:pt x="196" y="825"/>
                      <a:pt x="188" y="765"/>
                    </a:cubicBezTo>
                    <a:cubicBezTo>
                      <a:pt x="179" y="705"/>
                      <a:pt x="182" y="693"/>
                      <a:pt x="184" y="673"/>
                    </a:cubicBezTo>
                    <a:cubicBezTo>
                      <a:pt x="186" y="653"/>
                      <a:pt x="192" y="620"/>
                      <a:pt x="187" y="577"/>
                    </a:cubicBezTo>
                    <a:cubicBezTo>
                      <a:pt x="185" y="560"/>
                      <a:pt x="186" y="491"/>
                      <a:pt x="186" y="421"/>
                    </a:cubicBezTo>
                    <a:cubicBezTo>
                      <a:pt x="186" y="375"/>
                      <a:pt x="198" y="316"/>
                      <a:pt x="187" y="304"/>
                    </a:cubicBezTo>
                    <a:cubicBezTo>
                      <a:pt x="187" y="303"/>
                      <a:pt x="187" y="303"/>
                      <a:pt x="187" y="303"/>
                    </a:cubicBezTo>
                    <a:cubicBezTo>
                      <a:pt x="190" y="304"/>
                      <a:pt x="193" y="305"/>
                      <a:pt x="195" y="305"/>
                    </a:cubicBezTo>
                    <a:cubicBezTo>
                      <a:pt x="196" y="305"/>
                      <a:pt x="196" y="305"/>
                      <a:pt x="196" y="305"/>
                    </a:cubicBezTo>
                    <a:cubicBezTo>
                      <a:pt x="199" y="305"/>
                      <a:pt x="203" y="304"/>
                      <a:pt x="207" y="302"/>
                    </a:cubicBezTo>
                    <a:cubicBezTo>
                      <a:pt x="206" y="304"/>
                      <a:pt x="206" y="304"/>
                      <a:pt x="206" y="304"/>
                    </a:cubicBezTo>
                    <a:cubicBezTo>
                      <a:pt x="195" y="316"/>
                      <a:pt x="206" y="375"/>
                      <a:pt x="207" y="421"/>
                    </a:cubicBezTo>
                    <a:cubicBezTo>
                      <a:pt x="207" y="491"/>
                      <a:pt x="208" y="560"/>
                      <a:pt x="206" y="577"/>
                    </a:cubicBezTo>
                    <a:cubicBezTo>
                      <a:pt x="201" y="620"/>
                      <a:pt x="206" y="653"/>
                      <a:pt x="209" y="673"/>
                    </a:cubicBezTo>
                    <a:cubicBezTo>
                      <a:pt x="211" y="693"/>
                      <a:pt x="214" y="705"/>
                      <a:pt x="205" y="765"/>
                    </a:cubicBezTo>
                    <a:cubicBezTo>
                      <a:pt x="196" y="825"/>
                      <a:pt x="217" y="999"/>
                      <a:pt x="218" y="1030"/>
                    </a:cubicBezTo>
                    <a:cubicBezTo>
                      <a:pt x="219" y="1061"/>
                      <a:pt x="213" y="1089"/>
                      <a:pt x="207" y="1101"/>
                    </a:cubicBezTo>
                    <a:cubicBezTo>
                      <a:pt x="202" y="1113"/>
                      <a:pt x="205" y="1128"/>
                      <a:pt x="205" y="1137"/>
                    </a:cubicBezTo>
                    <a:cubicBezTo>
                      <a:pt x="205" y="1147"/>
                      <a:pt x="205" y="1151"/>
                      <a:pt x="201" y="1160"/>
                    </a:cubicBezTo>
                    <a:cubicBezTo>
                      <a:pt x="196" y="1170"/>
                      <a:pt x="198" y="1180"/>
                      <a:pt x="200" y="1194"/>
                    </a:cubicBezTo>
                    <a:cubicBezTo>
                      <a:pt x="202" y="1207"/>
                      <a:pt x="204" y="1210"/>
                      <a:pt x="203" y="1221"/>
                    </a:cubicBezTo>
                    <a:cubicBezTo>
                      <a:pt x="202" y="1232"/>
                      <a:pt x="210" y="1238"/>
                      <a:pt x="218" y="1250"/>
                    </a:cubicBezTo>
                    <a:cubicBezTo>
                      <a:pt x="228" y="1265"/>
                      <a:pt x="238" y="1264"/>
                      <a:pt x="247" y="1256"/>
                    </a:cubicBezTo>
                    <a:cubicBezTo>
                      <a:pt x="252" y="1263"/>
                      <a:pt x="266" y="1263"/>
                      <a:pt x="271" y="1257"/>
                    </a:cubicBezTo>
                    <a:cubicBezTo>
                      <a:pt x="276" y="1262"/>
                      <a:pt x="294" y="1263"/>
                      <a:pt x="293" y="1252"/>
                    </a:cubicBezTo>
                    <a:cubicBezTo>
                      <a:pt x="296" y="1252"/>
                      <a:pt x="306" y="1247"/>
                      <a:pt x="303" y="1238"/>
                    </a:cubicBezTo>
                    <a:cubicBezTo>
                      <a:pt x="305" y="1234"/>
                      <a:pt x="307" y="1228"/>
                      <a:pt x="303" y="1222"/>
                    </a:cubicBezTo>
                    <a:cubicBezTo>
                      <a:pt x="298" y="1216"/>
                      <a:pt x="284" y="1189"/>
                      <a:pt x="276" y="1177"/>
                    </a:cubicBezTo>
                    <a:cubicBezTo>
                      <a:pt x="267" y="1157"/>
                      <a:pt x="267" y="1160"/>
                      <a:pt x="271" y="1140"/>
                    </a:cubicBezTo>
                    <a:cubicBezTo>
                      <a:pt x="274" y="1120"/>
                      <a:pt x="267" y="1116"/>
                      <a:pt x="275" y="1077"/>
                    </a:cubicBezTo>
                    <a:cubicBezTo>
                      <a:pt x="278" y="1059"/>
                      <a:pt x="282" y="1014"/>
                      <a:pt x="293" y="937"/>
                    </a:cubicBezTo>
                    <a:cubicBezTo>
                      <a:pt x="305" y="860"/>
                      <a:pt x="306" y="738"/>
                      <a:pt x="308" y="711"/>
                    </a:cubicBezTo>
                    <a:cubicBezTo>
                      <a:pt x="309" y="684"/>
                      <a:pt x="317" y="658"/>
                      <a:pt x="316" y="611"/>
                    </a:cubicBezTo>
                    <a:cubicBezTo>
                      <a:pt x="314" y="569"/>
                      <a:pt x="329" y="493"/>
                      <a:pt x="341" y="437"/>
                    </a:cubicBezTo>
                    <a:cubicBezTo>
                      <a:pt x="354" y="374"/>
                      <a:pt x="374" y="355"/>
                      <a:pt x="379" y="299"/>
                    </a:cubicBezTo>
                    <a:cubicBezTo>
                      <a:pt x="387" y="219"/>
                      <a:pt x="404" y="176"/>
                      <a:pt x="396" y="132"/>
                    </a:cubicBezTo>
                    <a:cubicBezTo>
                      <a:pt x="387" y="76"/>
                      <a:pt x="377" y="29"/>
                      <a:pt x="367" y="9"/>
                    </a:cubicBezTo>
                    <a:cubicBezTo>
                      <a:pt x="366" y="6"/>
                      <a:pt x="364" y="3"/>
                      <a:pt x="363" y="0"/>
                    </a:cubicBezTo>
                  </a:path>
                </a:pathLst>
              </a:custGeom>
              <a:noFill/>
              <a:ln w="3175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3362" name="Freeform 432">
                <a:extLst>
                  <a:ext uri="{FF2B5EF4-FFF2-40B4-BE49-F238E27FC236}">
                    <a16:creationId xmlns:a16="http://schemas.microsoft.com/office/drawing/2014/main" id="{A0540002-0361-49A6-88BB-A41EDFC503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6" y="1699"/>
                <a:ext cx="36" cy="279"/>
              </a:xfrm>
              <a:custGeom>
                <a:avLst/>
                <a:gdLst>
                  <a:gd name="T0" fmla="*/ 0 w 22"/>
                  <a:gd name="T1" fmla="*/ 735 h 172"/>
                  <a:gd name="T2" fmla="*/ 8 w 22"/>
                  <a:gd name="T3" fmla="*/ 453 h 172"/>
                  <a:gd name="T4" fmla="*/ 92 w 22"/>
                  <a:gd name="T5" fmla="*/ 0 h 172"/>
                  <a:gd name="T6" fmla="*/ 92 w 22"/>
                  <a:gd name="T7" fmla="*/ 0 h 172"/>
                  <a:gd name="T8" fmla="*/ 92 w 22"/>
                  <a:gd name="T9" fmla="*/ 457 h 172"/>
                  <a:gd name="T10" fmla="*/ 0 w 22"/>
                  <a:gd name="T11" fmla="*/ 735 h 17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2" h="172">
                    <a:moveTo>
                      <a:pt x="0" y="172"/>
                    </a:moveTo>
                    <a:cubicBezTo>
                      <a:pt x="2" y="138"/>
                      <a:pt x="1" y="113"/>
                      <a:pt x="2" y="106"/>
                    </a:cubicBezTo>
                    <a:cubicBezTo>
                      <a:pt x="4" y="94"/>
                      <a:pt x="17" y="29"/>
                      <a:pt x="21" y="0"/>
                    </a:cubicBezTo>
                    <a:cubicBezTo>
                      <a:pt x="21" y="0"/>
                      <a:pt x="21" y="0"/>
                      <a:pt x="21" y="0"/>
                    </a:cubicBezTo>
                    <a:cubicBezTo>
                      <a:pt x="18" y="41"/>
                      <a:pt x="20" y="89"/>
                      <a:pt x="21" y="107"/>
                    </a:cubicBezTo>
                    <a:cubicBezTo>
                      <a:pt x="22" y="127"/>
                      <a:pt x="10" y="152"/>
                      <a:pt x="0" y="172"/>
                    </a:cubicBezTo>
                  </a:path>
                </a:pathLst>
              </a:custGeom>
              <a:noFill/>
              <a:ln w="3175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3363" name="Freeform 433">
                <a:extLst>
                  <a:ext uri="{FF2B5EF4-FFF2-40B4-BE49-F238E27FC236}">
                    <a16:creationId xmlns:a16="http://schemas.microsoft.com/office/drawing/2014/main" id="{1A72A99B-BAB7-4BE8-A0E5-6FF2B8086F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" y="1094"/>
                <a:ext cx="366" cy="1532"/>
              </a:xfrm>
              <a:custGeom>
                <a:avLst/>
                <a:gdLst>
                  <a:gd name="T0" fmla="*/ 913 w 225"/>
                  <a:gd name="T1" fmla="*/ 0 h 942"/>
                  <a:gd name="T2" fmla="*/ 727 w 225"/>
                  <a:gd name="T3" fmla="*/ 330 h 942"/>
                  <a:gd name="T4" fmla="*/ 603 w 225"/>
                  <a:gd name="T5" fmla="*/ 363 h 942"/>
                  <a:gd name="T6" fmla="*/ 537 w 225"/>
                  <a:gd name="T7" fmla="*/ 379 h 942"/>
                  <a:gd name="T8" fmla="*/ 486 w 225"/>
                  <a:gd name="T9" fmla="*/ 410 h 942"/>
                  <a:gd name="T10" fmla="*/ 267 w 225"/>
                  <a:gd name="T11" fmla="*/ 857 h 942"/>
                  <a:gd name="T12" fmla="*/ 215 w 225"/>
                  <a:gd name="T13" fmla="*/ 1187 h 942"/>
                  <a:gd name="T14" fmla="*/ 166 w 225"/>
                  <a:gd name="T15" fmla="*/ 1690 h 942"/>
                  <a:gd name="T16" fmla="*/ 132 w 225"/>
                  <a:gd name="T17" fmla="*/ 2013 h 942"/>
                  <a:gd name="T18" fmla="*/ 96 w 225"/>
                  <a:gd name="T19" fmla="*/ 2664 h 942"/>
                  <a:gd name="T20" fmla="*/ 102 w 225"/>
                  <a:gd name="T21" fmla="*/ 3015 h 942"/>
                  <a:gd name="T22" fmla="*/ 54 w 225"/>
                  <a:gd name="T23" fmla="*/ 3467 h 942"/>
                  <a:gd name="T24" fmla="*/ 5 w 225"/>
                  <a:gd name="T25" fmla="*/ 3703 h 942"/>
                  <a:gd name="T26" fmla="*/ 26 w 225"/>
                  <a:gd name="T27" fmla="*/ 3770 h 942"/>
                  <a:gd name="T28" fmla="*/ 42 w 225"/>
                  <a:gd name="T29" fmla="*/ 3838 h 942"/>
                  <a:gd name="T30" fmla="*/ 96 w 225"/>
                  <a:gd name="T31" fmla="*/ 3931 h 942"/>
                  <a:gd name="T32" fmla="*/ 211 w 225"/>
                  <a:gd name="T33" fmla="*/ 4004 h 942"/>
                  <a:gd name="T34" fmla="*/ 304 w 225"/>
                  <a:gd name="T35" fmla="*/ 4038 h 942"/>
                  <a:gd name="T36" fmla="*/ 270 w 225"/>
                  <a:gd name="T37" fmla="*/ 3965 h 942"/>
                  <a:gd name="T38" fmla="*/ 309 w 225"/>
                  <a:gd name="T39" fmla="*/ 3957 h 942"/>
                  <a:gd name="T40" fmla="*/ 304 w 225"/>
                  <a:gd name="T41" fmla="*/ 3928 h 942"/>
                  <a:gd name="T42" fmla="*/ 296 w 225"/>
                  <a:gd name="T43" fmla="*/ 3893 h 942"/>
                  <a:gd name="T44" fmla="*/ 294 w 225"/>
                  <a:gd name="T45" fmla="*/ 3737 h 942"/>
                  <a:gd name="T46" fmla="*/ 270 w 225"/>
                  <a:gd name="T47" fmla="*/ 3514 h 942"/>
                  <a:gd name="T48" fmla="*/ 249 w 225"/>
                  <a:gd name="T49" fmla="*/ 3386 h 942"/>
                  <a:gd name="T50" fmla="*/ 351 w 225"/>
                  <a:gd name="T51" fmla="*/ 2666 h 942"/>
                  <a:gd name="T52" fmla="*/ 410 w 225"/>
                  <a:gd name="T53" fmla="*/ 2340 h 942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225" h="942">
                    <a:moveTo>
                      <a:pt x="212" y="0"/>
                    </a:moveTo>
                    <a:cubicBezTo>
                      <a:pt x="225" y="33"/>
                      <a:pt x="187" y="71"/>
                      <a:pt x="169" y="77"/>
                    </a:cubicBezTo>
                    <a:cubicBezTo>
                      <a:pt x="160" y="80"/>
                      <a:pt x="151" y="82"/>
                      <a:pt x="140" y="84"/>
                    </a:cubicBezTo>
                    <a:cubicBezTo>
                      <a:pt x="134" y="85"/>
                      <a:pt x="131" y="87"/>
                      <a:pt x="125" y="88"/>
                    </a:cubicBezTo>
                    <a:cubicBezTo>
                      <a:pt x="121" y="89"/>
                      <a:pt x="117" y="93"/>
                      <a:pt x="113" y="95"/>
                    </a:cubicBezTo>
                    <a:cubicBezTo>
                      <a:pt x="96" y="102"/>
                      <a:pt x="65" y="173"/>
                      <a:pt x="62" y="199"/>
                    </a:cubicBezTo>
                    <a:cubicBezTo>
                      <a:pt x="58" y="225"/>
                      <a:pt x="51" y="256"/>
                      <a:pt x="50" y="276"/>
                    </a:cubicBezTo>
                    <a:cubicBezTo>
                      <a:pt x="47" y="311"/>
                      <a:pt x="39" y="357"/>
                      <a:pt x="39" y="393"/>
                    </a:cubicBezTo>
                    <a:cubicBezTo>
                      <a:pt x="39" y="428"/>
                      <a:pt x="34" y="452"/>
                      <a:pt x="31" y="468"/>
                    </a:cubicBezTo>
                    <a:cubicBezTo>
                      <a:pt x="28" y="485"/>
                      <a:pt x="22" y="529"/>
                      <a:pt x="22" y="619"/>
                    </a:cubicBezTo>
                    <a:cubicBezTo>
                      <a:pt x="23" y="634"/>
                      <a:pt x="22" y="677"/>
                      <a:pt x="24" y="701"/>
                    </a:cubicBezTo>
                    <a:cubicBezTo>
                      <a:pt x="26" y="730"/>
                      <a:pt x="15" y="791"/>
                      <a:pt x="12" y="806"/>
                    </a:cubicBezTo>
                    <a:cubicBezTo>
                      <a:pt x="7" y="825"/>
                      <a:pt x="3" y="857"/>
                      <a:pt x="1" y="861"/>
                    </a:cubicBezTo>
                    <a:cubicBezTo>
                      <a:pt x="0" y="866"/>
                      <a:pt x="3" y="872"/>
                      <a:pt x="6" y="876"/>
                    </a:cubicBezTo>
                    <a:cubicBezTo>
                      <a:pt x="8" y="881"/>
                      <a:pt x="7" y="885"/>
                      <a:pt x="10" y="892"/>
                    </a:cubicBezTo>
                    <a:cubicBezTo>
                      <a:pt x="12" y="897"/>
                      <a:pt x="19" y="908"/>
                      <a:pt x="22" y="914"/>
                    </a:cubicBezTo>
                    <a:cubicBezTo>
                      <a:pt x="25" y="920"/>
                      <a:pt x="39" y="927"/>
                      <a:pt x="49" y="931"/>
                    </a:cubicBezTo>
                    <a:cubicBezTo>
                      <a:pt x="56" y="934"/>
                      <a:pt x="70" y="942"/>
                      <a:pt x="71" y="939"/>
                    </a:cubicBezTo>
                    <a:cubicBezTo>
                      <a:pt x="73" y="931"/>
                      <a:pt x="69" y="926"/>
                      <a:pt x="63" y="922"/>
                    </a:cubicBezTo>
                    <a:cubicBezTo>
                      <a:pt x="60" y="920"/>
                      <a:pt x="70" y="927"/>
                      <a:pt x="72" y="920"/>
                    </a:cubicBezTo>
                    <a:cubicBezTo>
                      <a:pt x="72" y="918"/>
                      <a:pt x="72" y="917"/>
                      <a:pt x="71" y="913"/>
                    </a:cubicBezTo>
                    <a:cubicBezTo>
                      <a:pt x="72" y="909"/>
                      <a:pt x="71" y="909"/>
                      <a:pt x="69" y="905"/>
                    </a:cubicBezTo>
                    <a:cubicBezTo>
                      <a:pt x="73" y="903"/>
                      <a:pt x="72" y="882"/>
                      <a:pt x="68" y="869"/>
                    </a:cubicBezTo>
                    <a:cubicBezTo>
                      <a:pt x="68" y="861"/>
                      <a:pt x="74" y="838"/>
                      <a:pt x="63" y="817"/>
                    </a:cubicBezTo>
                    <a:cubicBezTo>
                      <a:pt x="58" y="806"/>
                      <a:pt x="58" y="794"/>
                      <a:pt x="58" y="787"/>
                    </a:cubicBezTo>
                    <a:cubicBezTo>
                      <a:pt x="55" y="771"/>
                      <a:pt x="72" y="653"/>
                      <a:pt x="82" y="620"/>
                    </a:cubicBezTo>
                    <a:cubicBezTo>
                      <a:pt x="90" y="592"/>
                      <a:pt x="93" y="566"/>
                      <a:pt x="95" y="544"/>
                    </a:cubicBezTo>
                  </a:path>
                </a:pathLst>
              </a:custGeom>
              <a:noFill/>
              <a:ln w="3175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3364" name="Freeform 434">
                <a:extLst>
                  <a:ext uri="{FF2B5EF4-FFF2-40B4-BE49-F238E27FC236}">
                    <a16:creationId xmlns:a16="http://schemas.microsoft.com/office/drawing/2014/main" id="{B30EE0E0-814A-4C05-90B2-08DAE15F2A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1" y="1099"/>
                <a:ext cx="350" cy="1395"/>
              </a:xfrm>
              <a:custGeom>
                <a:avLst/>
                <a:gdLst>
                  <a:gd name="T0" fmla="*/ 928 w 215"/>
                  <a:gd name="T1" fmla="*/ 3687 h 858"/>
                  <a:gd name="T2" fmla="*/ 886 w 215"/>
                  <a:gd name="T3" fmla="*/ 3452 h 858"/>
                  <a:gd name="T4" fmla="*/ 837 w 215"/>
                  <a:gd name="T5" fmla="*/ 2974 h 858"/>
                  <a:gd name="T6" fmla="*/ 832 w 215"/>
                  <a:gd name="T7" fmla="*/ 2652 h 858"/>
                  <a:gd name="T8" fmla="*/ 798 w 215"/>
                  <a:gd name="T9" fmla="*/ 1998 h 858"/>
                  <a:gd name="T10" fmla="*/ 768 w 215"/>
                  <a:gd name="T11" fmla="*/ 1676 h 858"/>
                  <a:gd name="T12" fmla="*/ 721 w 215"/>
                  <a:gd name="T13" fmla="*/ 1169 h 858"/>
                  <a:gd name="T14" fmla="*/ 666 w 215"/>
                  <a:gd name="T15" fmla="*/ 858 h 858"/>
                  <a:gd name="T16" fmla="*/ 448 w 215"/>
                  <a:gd name="T17" fmla="*/ 397 h 858"/>
                  <a:gd name="T18" fmla="*/ 392 w 215"/>
                  <a:gd name="T19" fmla="*/ 371 h 858"/>
                  <a:gd name="T20" fmla="*/ 330 w 215"/>
                  <a:gd name="T21" fmla="*/ 350 h 858"/>
                  <a:gd name="T22" fmla="*/ 207 w 215"/>
                  <a:gd name="T23" fmla="*/ 317 h 858"/>
                  <a:gd name="T24" fmla="*/ 26 w 215"/>
                  <a:gd name="T25" fmla="*/ 0 h 85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15" h="858">
                    <a:moveTo>
                      <a:pt x="215" y="858"/>
                    </a:moveTo>
                    <a:cubicBezTo>
                      <a:pt x="213" y="854"/>
                      <a:pt x="209" y="822"/>
                      <a:pt x="205" y="803"/>
                    </a:cubicBezTo>
                    <a:cubicBezTo>
                      <a:pt x="202" y="788"/>
                      <a:pt x="192" y="722"/>
                      <a:pt x="194" y="692"/>
                    </a:cubicBezTo>
                    <a:cubicBezTo>
                      <a:pt x="196" y="669"/>
                      <a:pt x="192" y="632"/>
                      <a:pt x="193" y="617"/>
                    </a:cubicBezTo>
                    <a:cubicBezTo>
                      <a:pt x="194" y="528"/>
                      <a:pt x="189" y="482"/>
                      <a:pt x="185" y="465"/>
                    </a:cubicBezTo>
                    <a:cubicBezTo>
                      <a:pt x="182" y="449"/>
                      <a:pt x="178" y="425"/>
                      <a:pt x="178" y="390"/>
                    </a:cubicBezTo>
                    <a:cubicBezTo>
                      <a:pt x="178" y="354"/>
                      <a:pt x="169" y="307"/>
                      <a:pt x="167" y="272"/>
                    </a:cubicBezTo>
                    <a:cubicBezTo>
                      <a:pt x="165" y="253"/>
                      <a:pt x="158" y="227"/>
                      <a:pt x="154" y="200"/>
                    </a:cubicBezTo>
                    <a:cubicBezTo>
                      <a:pt x="151" y="174"/>
                      <a:pt x="119" y="98"/>
                      <a:pt x="104" y="92"/>
                    </a:cubicBezTo>
                    <a:cubicBezTo>
                      <a:pt x="101" y="91"/>
                      <a:pt x="95" y="86"/>
                      <a:pt x="91" y="86"/>
                    </a:cubicBezTo>
                    <a:cubicBezTo>
                      <a:pt x="86" y="85"/>
                      <a:pt x="82" y="82"/>
                      <a:pt x="77" y="81"/>
                    </a:cubicBezTo>
                    <a:cubicBezTo>
                      <a:pt x="66" y="79"/>
                      <a:pt x="57" y="77"/>
                      <a:pt x="48" y="74"/>
                    </a:cubicBezTo>
                    <a:cubicBezTo>
                      <a:pt x="30" y="68"/>
                      <a:pt x="0" y="36"/>
                      <a:pt x="6" y="0"/>
                    </a:cubicBezTo>
                  </a:path>
                </a:pathLst>
              </a:custGeom>
              <a:noFill/>
              <a:ln w="3175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3365" name="Freeform 435">
                <a:extLst>
                  <a:ext uri="{FF2B5EF4-FFF2-40B4-BE49-F238E27FC236}">
                    <a16:creationId xmlns:a16="http://schemas.microsoft.com/office/drawing/2014/main" id="{62D379E8-2728-449F-8399-238B8CF3B4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8" y="1244"/>
                <a:ext cx="148" cy="17"/>
              </a:xfrm>
              <a:custGeom>
                <a:avLst/>
                <a:gdLst>
                  <a:gd name="T0" fmla="*/ 5 w 91"/>
                  <a:gd name="T1" fmla="*/ 29 h 11"/>
                  <a:gd name="T2" fmla="*/ 190 w 91"/>
                  <a:gd name="T3" fmla="*/ 26 h 11"/>
                  <a:gd name="T4" fmla="*/ 392 w 91"/>
                  <a:gd name="T5" fmla="*/ 14 h 11"/>
                  <a:gd name="T6" fmla="*/ 343 w 91"/>
                  <a:gd name="T7" fmla="*/ 8 h 11"/>
                  <a:gd name="T8" fmla="*/ 241 w 91"/>
                  <a:gd name="T9" fmla="*/ 8 h 11"/>
                  <a:gd name="T10" fmla="*/ 102 w 91"/>
                  <a:gd name="T11" fmla="*/ 0 h 11"/>
                  <a:gd name="T12" fmla="*/ 0 w 91"/>
                  <a:gd name="T13" fmla="*/ 40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1" h="11">
                    <a:moveTo>
                      <a:pt x="1" y="8"/>
                    </a:moveTo>
                    <a:cubicBezTo>
                      <a:pt x="15" y="3"/>
                      <a:pt x="30" y="5"/>
                      <a:pt x="44" y="7"/>
                    </a:cubicBezTo>
                    <a:cubicBezTo>
                      <a:pt x="60" y="9"/>
                      <a:pt x="75" y="5"/>
                      <a:pt x="91" y="4"/>
                    </a:cubicBezTo>
                    <a:cubicBezTo>
                      <a:pt x="88" y="1"/>
                      <a:pt x="84" y="2"/>
                      <a:pt x="80" y="2"/>
                    </a:cubicBezTo>
                    <a:cubicBezTo>
                      <a:pt x="72" y="2"/>
                      <a:pt x="64" y="2"/>
                      <a:pt x="56" y="2"/>
                    </a:cubicBezTo>
                    <a:cubicBezTo>
                      <a:pt x="45" y="3"/>
                      <a:pt x="36" y="0"/>
                      <a:pt x="24" y="0"/>
                    </a:cubicBezTo>
                    <a:cubicBezTo>
                      <a:pt x="18" y="1"/>
                      <a:pt x="2" y="2"/>
                      <a:pt x="0" y="11"/>
                    </a:cubicBezTo>
                  </a:path>
                </a:pathLst>
              </a:custGeom>
              <a:solidFill>
                <a:srgbClr val="ECCA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3366" name="Freeform 436">
                <a:extLst>
                  <a:ext uri="{FF2B5EF4-FFF2-40B4-BE49-F238E27FC236}">
                    <a16:creationId xmlns:a16="http://schemas.microsoft.com/office/drawing/2014/main" id="{E6D6C3DC-0FC9-4183-AEB4-79055D4980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1" y="1268"/>
                <a:ext cx="31" cy="41"/>
              </a:xfrm>
              <a:custGeom>
                <a:avLst/>
                <a:gdLst>
                  <a:gd name="T0" fmla="*/ 0 w 19"/>
                  <a:gd name="T1" fmla="*/ 0 h 25"/>
                  <a:gd name="T2" fmla="*/ 34 w 19"/>
                  <a:gd name="T3" fmla="*/ 92 h 25"/>
                  <a:gd name="T4" fmla="*/ 83 w 19"/>
                  <a:gd name="T5" fmla="*/ 43 h 25"/>
                  <a:gd name="T6" fmla="*/ 55 w 19"/>
                  <a:gd name="T7" fmla="*/ 56 h 25"/>
                  <a:gd name="T8" fmla="*/ 13 w 19"/>
                  <a:gd name="T9" fmla="*/ 5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25">
                    <a:moveTo>
                      <a:pt x="0" y="0"/>
                    </a:moveTo>
                    <a:cubicBezTo>
                      <a:pt x="1" y="6"/>
                      <a:pt x="4" y="17"/>
                      <a:pt x="8" y="21"/>
                    </a:cubicBezTo>
                    <a:cubicBezTo>
                      <a:pt x="12" y="25"/>
                      <a:pt x="19" y="17"/>
                      <a:pt x="19" y="10"/>
                    </a:cubicBezTo>
                    <a:cubicBezTo>
                      <a:pt x="17" y="12"/>
                      <a:pt x="16" y="13"/>
                      <a:pt x="13" y="13"/>
                    </a:cubicBezTo>
                    <a:cubicBezTo>
                      <a:pt x="10" y="13"/>
                      <a:pt x="2" y="5"/>
                      <a:pt x="3" y="1"/>
                    </a:cubicBezTo>
                  </a:path>
                </a:pathLst>
              </a:custGeom>
              <a:solidFill>
                <a:srgbClr val="ECCA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3367" name="Freeform 437">
                <a:extLst>
                  <a:ext uri="{FF2B5EF4-FFF2-40B4-BE49-F238E27FC236}">
                    <a16:creationId xmlns:a16="http://schemas.microsoft.com/office/drawing/2014/main" id="{C39295D7-37D2-4A01-BDB6-34754AD76C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7" y="2029"/>
                <a:ext cx="17" cy="19"/>
              </a:xfrm>
              <a:custGeom>
                <a:avLst/>
                <a:gdLst>
                  <a:gd name="T0" fmla="*/ 0 w 10"/>
                  <a:gd name="T1" fmla="*/ 27 h 12"/>
                  <a:gd name="T2" fmla="*/ 44 w 10"/>
                  <a:gd name="T3" fmla="*/ 33 h 12"/>
                  <a:gd name="T4" fmla="*/ 41 w 10"/>
                  <a:gd name="T5" fmla="*/ 5 h 12"/>
                  <a:gd name="T6" fmla="*/ 9 w 10"/>
                  <a:gd name="T7" fmla="*/ 8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12">
                    <a:moveTo>
                      <a:pt x="0" y="7"/>
                    </a:moveTo>
                    <a:cubicBezTo>
                      <a:pt x="2" y="11"/>
                      <a:pt x="8" y="12"/>
                      <a:pt x="9" y="8"/>
                    </a:cubicBezTo>
                    <a:cubicBezTo>
                      <a:pt x="10" y="7"/>
                      <a:pt x="9" y="2"/>
                      <a:pt x="8" y="1"/>
                    </a:cubicBezTo>
                    <a:cubicBezTo>
                      <a:pt x="6" y="0"/>
                      <a:pt x="4" y="1"/>
                      <a:pt x="2" y="2"/>
                    </a:cubicBezTo>
                  </a:path>
                </a:pathLst>
              </a:custGeom>
              <a:solidFill>
                <a:srgbClr val="ECCA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3368" name="Freeform 438">
                <a:extLst>
                  <a:ext uri="{FF2B5EF4-FFF2-40B4-BE49-F238E27FC236}">
                    <a16:creationId xmlns:a16="http://schemas.microsoft.com/office/drawing/2014/main" id="{8B252AC4-C4A2-4C26-AB9D-8FBC38F14C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0" y="2403"/>
                <a:ext cx="124" cy="63"/>
              </a:xfrm>
              <a:custGeom>
                <a:avLst/>
                <a:gdLst>
                  <a:gd name="T0" fmla="*/ 8 w 76"/>
                  <a:gd name="T1" fmla="*/ 76 h 39"/>
                  <a:gd name="T2" fmla="*/ 170 w 76"/>
                  <a:gd name="T3" fmla="*/ 160 h 39"/>
                  <a:gd name="T4" fmla="*/ 253 w 76"/>
                  <a:gd name="T5" fmla="*/ 126 h 39"/>
                  <a:gd name="T6" fmla="*/ 330 w 76"/>
                  <a:gd name="T7" fmla="*/ 0 h 39"/>
                  <a:gd name="T8" fmla="*/ 277 w 76"/>
                  <a:gd name="T9" fmla="*/ 50 h 39"/>
                  <a:gd name="T10" fmla="*/ 178 w 76"/>
                  <a:gd name="T11" fmla="*/ 94 h 39"/>
                  <a:gd name="T12" fmla="*/ 77 w 76"/>
                  <a:gd name="T13" fmla="*/ 63 h 39"/>
                  <a:gd name="T14" fmla="*/ 0 w 76"/>
                  <a:gd name="T15" fmla="*/ 39 h 3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6" h="39">
                    <a:moveTo>
                      <a:pt x="2" y="18"/>
                    </a:moveTo>
                    <a:cubicBezTo>
                      <a:pt x="13" y="29"/>
                      <a:pt x="23" y="39"/>
                      <a:pt x="39" y="38"/>
                    </a:cubicBezTo>
                    <a:cubicBezTo>
                      <a:pt x="46" y="38"/>
                      <a:pt x="53" y="36"/>
                      <a:pt x="58" y="30"/>
                    </a:cubicBezTo>
                    <a:cubicBezTo>
                      <a:pt x="65" y="24"/>
                      <a:pt x="75" y="10"/>
                      <a:pt x="76" y="0"/>
                    </a:cubicBezTo>
                    <a:cubicBezTo>
                      <a:pt x="71" y="1"/>
                      <a:pt x="68" y="8"/>
                      <a:pt x="64" y="12"/>
                    </a:cubicBezTo>
                    <a:cubicBezTo>
                      <a:pt x="58" y="19"/>
                      <a:pt x="50" y="22"/>
                      <a:pt x="41" y="22"/>
                    </a:cubicBezTo>
                    <a:cubicBezTo>
                      <a:pt x="32" y="22"/>
                      <a:pt x="26" y="18"/>
                      <a:pt x="18" y="15"/>
                    </a:cubicBezTo>
                    <a:cubicBezTo>
                      <a:pt x="13" y="14"/>
                      <a:pt x="2" y="16"/>
                      <a:pt x="0" y="9"/>
                    </a:cubicBezTo>
                  </a:path>
                </a:pathLst>
              </a:custGeom>
              <a:solidFill>
                <a:srgbClr val="EDD9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3369" name="Freeform 439">
                <a:extLst>
                  <a:ext uri="{FF2B5EF4-FFF2-40B4-BE49-F238E27FC236}">
                    <a16:creationId xmlns:a16="http://schemas.microsoft.com/office/drawing/2014/main" id="{2562B4B7-61FE-4BA6-A516-F48740D2E0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8" y="2455"/>
                <a:ext cx="46" cy="616"/>
              </a:xfrm>
              <a:custGeom>
                <a:avLst/>
                <a:gdLst>
                  <a:gd name="T0" fmla="*/ 0 w 28"/>
                  <a:gd name="T1" fmla="*/ 0 h 379"/>
                  <a:gd name="T2" fmla="*/ 117 w 28"/>
                  <a:gd name="T3" fmla="*/ 151 h 379"/>
                  <a:gd name="T4" fmla="*/ 89 w 28"/>
                  <a:gd name="T5" fmla="*/ 688 h 379"/>
                  <a:gd name="T6" fmla="*/ 95 w 28"/>
                  <a:gd name="T7" fmla="*/ 1216 h 379"/>
                  <a:gd name="T8" fmla="*/ 71 w 28"/>
                  <a:gd name="T9" fmla="*/ 1627 h 379"/>
                  <a:gd name="T10" fmla="*/ 54 w 28"/>
                  <a:gd name="T11" fmla="*/ 1203 h 379"/>
                  <a:gd name="T12" fmla="*/ 21 w 28"/>
                  <a:gd name="T13" fmla="*/ 406 h 379"/>
                  <a:gd name="T14" fmla="*/ 0 w 28"/>
                  <a:gd name="T15" fmla="*/ 0 h 37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8" h="379">
                    <a:moveTo>
                      <a:pt x="0" y="0"/>
                    </a:moveTo>
                    <a:cubicBezTo>
                      <a:pt x="12" y="11"/>
                      <a:pt x="26" y="10"/>
                      <a:pt x="26" y="35"/>
                    </a:cubicBezTo>
                    <a:cubicBezTo>
                      <a:pt x="26" y="60"/>
                      <a:pt x="19" y="109"/>
                      <a:pt x="20" y="160"/>
                    </a:cubicBezTo>
                    <a:cubicBezTo>
                      <a:pt x="21" y="211"/>
                      <a:pt x="20" y="260"/>
                      <a:pt x="21" y="283"/>
                    </a:cubicBezTo>
                    <a:cubicBezTo>
                      <a:pt x="22" y="306"/>
                      <a:pt x="28" y="332"/>
                      <a:pt x="16" y="379"/>
                    </a:cubicBezTo>
                    <a:cubicBezTo>
                      <a:pt x="20" y="361"/>
                      <a:pt x="20" y="313"/>
                      <a:pt x="12" y="280"/>
                    </a:cubicBezTo>
                    <a:cubicBezTo>
                      <a:pt x="4" y="247"/>
                      <a:pt x="2" y="129"/>
                      <a:pt x="5" y="95"/>
                    </a:cubicBezTo>
                    <a:cubicBezTo>
                      <a:pt x="7" y="61"/>
                      <a:pt x="10" y="14"/>
                      <a:pt x="0" y="0"/>
                    </a:cubicBezTo>
                  </a:path>
                </a:pathLst>
              </a:custGeom>
              <a:solidFill>
                <a:srgbClr val="EDD9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3370" name="Freeform 440">
                <a:extLst>
                  <a:ext uri="{FF2B5EF4-FFF2-40B4-BE49-F238E27FC236}">
                    <a16:creationId xmlns:a16="http://schemas.microsoft.com/office/drawing/2014/main" id="{C91C6C9B-D208-48AF-A082-ED4CF2819C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8" y="3204"/>
                <a:ext cx="36" cy="480"/>
              </a:xfrm>
              <a:custGeom>
                <a:avLst/>
                <a:gdLst>
                  <a:gd name="T0" fmla="*/ 70 w 22"/>
                  <a:gd name="T1" fmla="*/ 0 h 295"/>
                  <a:gd name="T2" fmla="*/ 62 w 22"/>
                  <a:gd name="T3" fmla="*/ 651 h 295"/>
                  <a:gd name="T4" fmla="*/ 18 w 22"/>
                  <a:gd name="T5" fmla="*/ 1271 h 295"/>
                  <a:gd name="T6" fmla="*/ 70 w 22"/>
                  <a:gd name="T7" fmla="*/ 0 h 29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" h="295">
                    <a:moveTo>
                      <a:pt x="16" y="0"/>
                    </a:moveTo>
                    <a:cubicBezTo>
                      <a:pt x="20" y="28"/>
                      <a:pt x="22" y="84"/>
                      <a:pt x="14" y="151"/>
                    </a:cubicBezTo>
                    <a:cubicBezTo>
                      <a:pt x="6" y="218"/>
                      <a:pt x="3" y="270"/>
                      <a:pt x="4" y="295"/>
                    </a:cubicBezTo>
                    <a:cubicBezTo>
                      <a:pt x="0" y="252"/>
                      <a:pt x="13" y="71"/>
                      <a:pt x="16" y="0"/>
                    </a:cubicBezTo>
                  </a:path>
                </a:pathLst>
              </a:custGeom>
              <a:solidFill>
                <a:srgbClr val="ECCA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3371" name="Freeform 441">
                <a:extLst>
                  <a:ext uri="{FF2B5EF4-FFF2-40B4-BE49-F238E27FC236}">
                    <a16:creationId xmlns:a16="http://schemas.microsoft.com/office/drawing/2014/main" id="{DFA85BC8-E113-4646-8351-A95EA0E463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9" y="1258"/>
                <a:ext cx="111" cy="13"/>
              </a:xfrm>
              <a:custGeom>
                <a:avLst/>
                <a:gdLst>
                  <a:gd name="T0" fmla="*/ 131 w 68"/>
                  <a:gd name="T1" fmla="*/ 29 h 8"/>
                  <a:gd name="T2" fmla="*/ 295 w 68"/>
                  <a:gd name="T3" fmla="*/ 18 h 8"/>
                  <a:gd name="T4" fmla="*/ 186 w 68"/>
                  <a:gd name="T5" fmla="*/ 8 h 8"/>
                  <a:gd name="T6" fmla="*/ 0 w 68"/>
                  <a:gd name="T7" fmla="*/ 8 h 8"/>
                  <a:gd name="T8" fmla="*/ 131 w 68"/>
                  <a:gd name="T9" fmla="*/ 29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8" h="8">
                    <a:moveTo>
                      <a:pt x="30" y="7"/>
                    </a:moveTo>
                    <a:cubicBezTo>
                      <a:pt x="41" y="6"/>
                      <a:pt x="58" y="2"/>
                      <a:pt x="68" y="4"/>
                    </a:cubicBezTo>
                    <a:cubicBezTo>
                      <a:pt x="63" y="0"/>
                      <a:pt x="54" y="2"/>
                      <a:pt x="43" y="2"/>
                    </a:cubicBezTo>
                    <a:cubicBezTo>
                      <a:pt x="31" y="3"/>
                      <a:pt x="10" y="6"/>
                      <a:pt x="0" y="2"/>
                    </a:cubicBezTo>
                    <a:cubicBezTo>
                      <a:pt x="16" y="8"/>
                      <a:pt x="22" y="6"/>
                      <a:pt x="30" y="7"/>
                    </a:cubicBezTo>
                  </a:path>
                </a:pathLst>
              </a:custGeom>
              <a:solidFill>
                <a:srgbClr val="F7F1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3372" name="Freeform 442">
                <a:extLst>
                  <a:ext uri="{FF2B5EF4-FFF2-40B4-BE49-F238E27FC236}">
                    <a16:creationId xmlns:a16="http://schemas.microsoft.com/office/drawing/2014/main" id="{860B85C5-FA2E-49AF-8AE3-411E46EC8C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3" y="1258"/>
                <a:ext cx="109" cy="13"/>
              </a:xfrm>
              <a:custGeom>
                <a:avLst/>
                <a:gdLst>
                  <a:gd name="T0" fmla="*/ 159 w 67"/>
                  <a:gd name="T1" fmla="*/ 29 h 8"/>
                  <a:gd name="T2" fmla="*/ 0 w 67"/>
                  <a:gd name="T3" fmla="*/ 18 h 8"/>
                  <a:gd name="T4" fmla="*/ 109 w 67"/>
                  <a:gd name="T5" fmla="*/ 8 h 8"/>
                  <a:gd name="T6" fmla="*/ 288 w 67"/>
                  <a:gd name="T7" fmla="*/ 8 h 8"/>
                  <a:gd name="T8" fmla="*/ 159 w 67"/>
                  <a:gd name="T9" fmla="*/ 29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7" h="8">
                    <a:moveTo>
                      <a:pt x="37" y="7"/>
                    </a:moveTo>
                    <a:cubicBezTo>
                      <a:pt x="27" y="6"/>
                      <a:pt x="10" y="2"/>
                      <a:pt x="0" y="4"/>
                    </a:cubicBezTo>
                    <a:cubicBezTo>
                      <a:pt x="5" y="0"/>
                      <a:pt x="14" y="2"/>
                      <a:pt x="25" y="2"/>
                    </a:cubicBezTo>
                    <a:cubicBezTo>
                      <a:pt x="37" y="3"/>
                      <a:pt x="58" y="6"/>
                      <a:pt x="67" y="2"/>
                    </a:cubicBezTo>
                    <a:cubicBezTo>
                      <a:pt x="52" y="8"/>
                      <a:pt x="45" y="6"/>
                      <a:pt x="37" y="7"/>
                    </a:cubicBezTo>
                  </a:path>
                </a:pathLst>
              </a:custGeom>
              <a:solidFill>
                <a:srgbClr val="F7F1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3373" name="Freeform 443">
                <a:extLst>
                  <a:ext uri="{FF2B5EF4-FFF2-40B4-BE49-F238E27FC236}">
                    <a16:creationId xmlns:a16="http://schemas.microsoft.com/office/drawing/2014/main" id="{F603D752-EAE3-40A7-AA05-16A25D9303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" y="1860"/>
                <a:ext cx="24" cy="359"/>
              </a:xfrm>
              <a:custGeom>
                <a:avLst/>
                <a:gdLst>
                  <a:gd name="T0" fmla="*/ 34 w 15"/>
                  <a:gd name="T1" fmla="*/ 372 h 221"/>
                  <a:gd name="T2" fmla="*/ 8 w 15"/>
                  <a:gd name="T3" fmla="*/ 947 h 221"/>
                  <a:gd name="T4" fmla="*/ 5 w 15"/>
                  <a:gd name="T5" fmla="*/ 609 h 221"/>
                  <a:gd name="T6" fmla="*/ 61 w 15"/>
                  <a:gd name="T7" fmla="*/ 0 h 221"/>
                  <a:gd name="T8" fmla="*/ 34 w 15"/>
                  <a:gd name="T9" fmla="*/ 372 h 2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221">
                    <a:moveTo>
                      <a:pt x="8" y="87"/>
                    </a:moveTo>
                    <a:cubicBezTo>
                      <a:pt x="7" y="103"/>
                      <a:pt x="3" y="192"/>
                      <a:pt x="2" y="221"/>
                    </a:cubicBezTo>
                    <a:cubicBezTo>
                      <a:pt x="2" y="221"/>
                      <a:pt x="0" y="199"/>
                      <a:pt x="1" y="142"/>
                    </a:cubicBezTo>
                    <a:cubicBezTo>
                      <a:pt x="1" y="85"/>
                      <a:pt x="4" y="27"/>
                      <a:pt x="15" y="0"/>
                    </a:cubicBezTo>
                    <a:cubicBezTo>
                      <a:pt x="11" y="11"/>
                      <a:pt x="10" y="63"/>
                      <a:pt x="8" y="87"/>
                    </a:cubicBezTo>
                  </a:path>
                </a:pathLst>
              </a:custGeom>
              <a:solidFill>
                <a:srgbClr val="F7F1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3374" name="Freeform 444">
                <a:extLst>
                  <a:ext uri="{FF2B5EF4-FFF2-40B4-BE49-F238E27FC236}">
                    <a16:creationId xmlns:a16="http://schemas.microsoft.com/office/drawing/2014/main" id="{99DB178F-DC42-43BA-B8EA-8B5FD2A3A4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6" y="1894"/>
                <a:ext cx="24" cy="359"/>
              </a:xfrm>
              <a:custGeom>
                <a:avLst/>
                <a:gdLst>
                  <a:gd name="T0" fmla="*/ 29 w 15"/>
                  <a:gd name="T1" fmla="*/ 372 h 221"/>
                  <a:gd name="T2" fmla="*/ 54 w 15"/>
                  <a:gd name="T3" fmla="*/ 947 h 221"/>
                  <a:gd name="T4" fmla="*/ 61 w 15"/>
                  <a:gd name="T5" fmla="*/ 609 h 221"/>
                  <a:gd name="T6" fmla="*/ 0 w 15"/>
                  <a:gd name="T7" fmla="*/ 0 h 221"/>
                  <a:gd name="T8" fmla="*/ 29 w 15"/>
                  <a:gd name="T9" fmla="*/ 372 h 2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221">
                    <a:moveTo>
                      <a:pt x="7" y="87"/>
                    </a:moveTo>
                    <a:cubicBezTo>
                      <a:pt x="8" y="103"/>
                      <a:pt x="12" y="192"/>
                      <a:pt x="13" y="221"/>
                    </a:cubicBezTo>
                    <a:cubicBezTo>
                      <a:pt x="13" y="221"/>
                      <a:pt x="15" y="199"/>
                      <a:pt x="15" y="142"/>
                    </a:cubicBezTo>
                    <a:cubicBezTo>
                      <a:pt x="14" y="85"/>
                      <a:pt x="11" y="27"/>
                      <a:pt x="0" y="0"/>
                    </a:cubicBezTo>
                    <a:cubicBezTo>
                      <a:pt x="4" y="11"/>
                      <a:pt x="5" y="63"/>
                      <a:pt x="7" y="87"/>
                    </a:cubicBezTo>
                  </a:path>
                </a:pathLst>
              </a:custGeom>
              <a:solidFill>
                <a:srgbClr val="ECCA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3375" name="Freeform 445">
                <a:extLst>
                  <a:ext uri="{FF2B5EF4-FFF2-40B4-BE49-F238E27FC236}">
                    <a16:creationId xmlns:a16="http://schemas.microsoft.com/office/drawing/2014/main" id="{FCA53C42-8168-4069-A032-C084DC35E6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3" y="1905"/>
                <a:ext cx="68" cy="381"/>
              </a:xfrm>
              <a:custGeom>
                <a:avLst/>
                <a:gdLst>
                  <a:gd name="T0" fmla="*/ 5 w 42"/>
                  <a:gd name="T1" fmla="*/ 0 h 234"/>
                  <a:gd name="T2" fmla="*/ 94 w 42"/>
                  <a:gd name="T3" fmla="*/ 459 h 234"/>
                  <a:gd name="T4" fmla="*/ 152 w 42"/>
                  <a:gd name="T5" fmla="*/ 1009 h 234"/>
                  <a:gd name="T6" fmla="*/ 131 w 42"/>
                  <a:gd name="T7" fmla="*/ 495 h 234"/>
                  <a:gd name="T8" fmla="*/ 5 w 42"/>
                  <a:gd name="T9" fmla="*/ 0 h 2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2" h="234">
                    <a:moveTo>
                      <a:pt x="1" y="0"/>
                    </a:moveTo>
                    <a:cubicBezTo>
                      <a:pt x="0" y="18"/>
                      <a:pt x="12" y="67"/>
                      <a:pt x="22" y="106"/>
                    </a:cubicBezTo>
                    <a:cubicBezTo>
                      <a:pt x="32" y="146"/>
                      <a:pt x="37" y="191"/>
                      <a:pt x="36" y="234"/>
                    </a:cubicBezTo>
                    <a:cubicBezTo>
                      <a:pt x="42" y="195"/>
                      <a:pt x="37" y="145"/>
                      <a:pt x="31" y="115"/>
                    </a:cubicBezTo>
                    <a:cubicBezTo>
                      <a:pt x="25" y="85"/>
                      <a:pt x="0" y="10"/>
                      <a:pt x="1" y="0"/>
                    </a:cubicBezTo>
                  </a:path>
                </a:pathLst>
              </a:custGeom>
              <a:solidFill>
                <a:srgbClr val="F7F1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3376" name="Freeform 446">
                <a:extLst>
                  <a:ext uri="{FF2B5EF4-FFF2-40B4-BE49-F238E27FC236}">
                    <a16:creationId xmlns:a16="http://schemas.microsoft.com/office/drawing/2014/main" id="{F93C3BEB-0A74-4DB1-AE63-3700FCC1B1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9" y="2481"/>
                <a:ext cx="64" cy="107"/>
              </a:xfrm>
              <a:custGeom>
                <a:avLst/>
                <a:gdLst>
                  <a:gd name="T0" fmla="*/ 89 w 39"/>
                  <a:gd name="T1" fmla="*/ 0 h 66"/>
                  <a:gd name="T2" fmla="*/ 131 w 39"/>
                  <a:gd name="T3" fmla="*/ 266 h 66"/>
                  <a:gd name="T4" fmla="*/ 167 w 39"/>
                  <a:gd name="T5" fmla="*/ 246 h 66"/>
                  <a:gd name="T6" fmla="*/ 131 w 39"/>
                  <a:gd name="T7" fmla="*/ 173 h 66"/>
                  <a:gd name="T8" fmla="*/ 118 w 39"/>
                  <a:gd name="T9" fmla="*/ 84 h 66"/>
                  <a:gd name="T10" fmla="*/ 102 w 39"/>
                  <a:gd name="T11" fmla="*/ 0 h 6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9" h="66">
                    <a:moveTo>
                      <a:pt x="20" y="0"/>
                    </a:moveTo>
                    <a:cubicBezTo>
                      <a:pt x="0" y="15"/>
                      <a:pt x="12" y="53"/>
                      <a:pt x="30" y="62"/>
                    </a:cubicBezTo>
                    <a:cubicBezTo>
                      <a:pt x="35" y="64"/>
                      <a:pt x="39" y="66"/>
                      <a:pt x="38" y="58"/>
                    </a:cubicBezTo>
                    <a:cubicBezTo>
                      <a:pt x="37" y="52"/>
                      <a:pt x="31" y="48"/>
                      <a:pt x="30" y="41"/>
                    </a:cubicBezTo>
                    <a:cubicBezTo>
                      <a:pt x="29" y="34"/>
                      <a:pt x="28" y="27"/>
                      <a:pt x="27" y="20"/>
                    </a:cubicBezTo>
                    <a:cubicBezTo>
                      <a:pt x="27" y="13"/>
                      <a:pt x="28" y="5"/>
                      <a:pt x="23" y="0"/>
                    </a:cubicBezTo>
                  </a:path>
                </a:pathLst>
              </a:custGeom>
              <a:solidFill>
                <a:srgbClr val="ECCA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3377" name="Freeform 447">
                <a:extLst>
                  <a:ext uri="{FF2B5EF4-FFF2-40B4-BE49-F238E27FC236}">
                    <a16:creationId xmlns:a16="http://schemas.microsoft.com/office/drawing/2014/main" id="{9F486452-E0A3-4A6D-8C48-6EDC8856C5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3" y="2481"/>
                <a:ext cx="51" cy="106"/>
              </a:xfrm>
              <a:custGeom>
                <a:avLst/>
                <a:gdLst>
                  <a:gd name="T0" fmla="*/ 63 w 31"/>
                  <a:gd name="T1" fmla="*/ 18 h 65"/>
                  <a:gd name="T2" fmla="*/ 41 w 31"/>
                  <a:gd name="T3" fmla="*/ 130 h 65"/>
                  <a:gd name="T4" fmla="*/ 0 w 31"/>
                  <a:gd name="T5" fmla="*/ 227 h 65"/>
                  <a:gd name="T6" fmla="*/ 43 w 31"/>
                  <a:gd name="T7" fmla="*/ 256 h 65"/>
                  <a:gd name="T8" fmla="*/ 118 w 31"/>
                  <a:gd name="T9" fmla="*/ 157 h 65"/>
                  <a:gd name="T10" fmla="*/ 81 w 31"/>
                  <a:gd name="T11" fmla="*/ 0 h 6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1" h="65">
                    <a:moveTo>
                      <a:pt x="14" y="4"/>
                    </a:moveTo>
                    <a:cubicBezTo>
                      <a:pt x="12" y="13"/>
                      <a:pt x="11" y="22"/>
                      <a:pt x="9" y="30"/>
                    </a:cubicBezTo>
                    <a:cubicBezTo>
                      <a:pt x="7" y="38"/>
                      <a:pt x="6" y="48"/>
                      <a:pt x="0" y="52"/>
                    </a:cubicBezTo>
                    <a:cubicBezTo>
                      <a:pt x="4" y="59"/>
                      <a:pt x="2" y="65"/>
                      <a:pt x="10" y="59"/>
                    </a:cubicBezTo>
                    <a:cubicBezTo>
                      <a:pt x="17" y="54"/>
                      <a:pt x="25" y="44"/>
                      <a:pt x="27" y="36"/>
                    </a:cubicBezTo>
                    <a:cubicBezTo>
                      <a:pt x="31" y="21"/>
                      <a:pt x="29" y="10"/>
                      <a:pt x="18" y="0"/>
                    </a:cubicBezTo>
                  </a:path>
                </a:pathLst>
              </a:custGeom>
              <a:solidFill>
                <a:srgbClr val="ECCA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3378" name="Freeform 448">
                <a:extLst>
                  <a:ext uri="{FF2B5EF4-FFF2-40B4-BE49-F238E27FC236}">
                    <a16:creationId xmlns:a16="http://schemas.microsoft.com/office/drawing/2014/main" id="{7E085E8B-16C5-4B33-8B7F-C1FFCA2C2A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0" y="3188"/>
                <a:ext cx="34" cy="524"/>
              </a:xfrm>
              <a:custGeom>
                <a:avLst/>
                <a:gdLst>
                  <a:gd name="T0" fmla="*/ 60 w 21"/>
                  <a:gd name="T1" fmla="*/ 1388 h 322"/>
                  <a:gd name="T2" fmla="*/ 21 w 21"/>
                  <a:gd name="T3" fmla="*/ 578 h 322"/>
                  <a:gd name="T4" fmla="*/ 42 w 21"/>
                  <a:gd name="T5" fmla="*/ 0 h 322"/>
                  <a:gd name="T6" fmla="*/ 73 w 21"/>
                  <a:gd name="T7" fmla="*/ 599 h 322"/>
                  <a:gd name="T8" fmla="*/ 60 w 21"/>
                  <a:gd name="T9" fmla="*/ 1388 h 3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322">
                    <a:moveTo>
                      <a:pt x="14" y="322"/>
                    </a:moveTo>
                    <a:cubicBezTo>
                      <a:pt x="18" y="301"/>
                      <a:pt x="11" y="190"/>
                      <a:pt x="5" y="134"/>
                    </a:cubicBezTo>
                    <a:cubicBezTo>
                      <a:pt x="0" y="77"/>
                      <a:pt x="2" y="25"/>
                      <a:pt x="10" y="0"/>
                    </a:cubicBezTo>
                    <a:cubicBezTo>
                      <a:pt x="6" y="20"/>
                      <a:pt x="12" y="87"/>
                      <a:pt x="17" y="139"/>
                    </a:cubicBezTo>
                    <a:cubicBezTo>
                      <a:pt x="21" y="191"/>
                      <a:pt x="20" y="299"/>
                      <a:pt x="14" y="322"/>
                    </a:cubicBezTo>
                  </a:path>
                </a:pathLst>
              </a:custGeom>
              <a:solidFill>
                <a:srgbClr val="F7F1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3379" name="Freeform 449">
                <a:extLst>
                  <a:ext uri="{FF2B5EF4-FFF2-40B4-BE49-F238E27FC236}">
                    <a16:creationId xmlns:a16="http://schemas.microsoft.com/office/drawing/2014/main" id="{F50674A1-5DAF-4A85-A2D1-07A6773633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7" y="3765"/>
                <a:ext cx="26" cy="127"/>
              </a:xfrm>
              <a:custGeom>
                <a:avLst/>
                <a:gdLst>
                  <a:gd name="T0" fmla="*/ 63 w 16"/>
                  <a:gd name="T1" fmla="*/ 0 h 78"/>
                  <a:gd name="T2" fmla="*/ 47 w 16"/>
                  <a:gd name="T3" fmla="*/ 194 h 78"/>
                  <a:gd name="T4" fmla="*/ 55 w 16"/>
                  <a:gd name="T5" fmla="*/ 337 h 78"/>
                  <a:gd name="T6" fmla="*/ 5 w 16"/>
                  <a:gd name="T7" fmla="*/ 225 h 78"/>
                  <a:gd name="T8" fmla="*/ 42 w 16"/>
                  <a:gd name="T9" fmla="*/ 160 h 78"/>
                  <a:gd name="T10" fmla="*/ 68 w 16"/>
                  <a:gd name="T11" fmla="*/ 42 h 7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6" h="78">
                    <a:moveTo>
                      <a:pt x="15" y="0"/>
                    </a:moveTo>
                    <a:cubicBezTo>
                      <a:pt x="15" y="16"/>
                      <a:pt x="14" y="29"/>
                      <a:pt x="11" y="45"/>
                    </a:cubicBezTo>
                    <a:cubicBezTo>
                      <a:pt x="8" y="57"/>
                      <a:pt x="13" y="66"/>
                      <a:pt x="13" y="78"/>
                    </a:cubicBezTo>
                    <a:cubicBezTo>
                      <a:pt x="10" y="70"/>
                      <a:pt x="0" y="59"/>
                      <a:pt x="1" y="52"/>
                    </a:cubicBezTo>
                    <a:cubicBezTo>
                      <a:pt x="2" y="47"/>
                      <a:pt x="8" y="42"/>
                      <a:pt x="10" y="37"/>
                    </a:cubicBezTo>
                    <a:cubicBezTo>
                      <a:pt x="13" y="28"/>
                      <a:pt x="11" y="18"/>
                      <a:pt x="16" y="10"/>
                    </a:cubicBezTo>
                  </a:path>
                </a:pathLst>
              </a:custGeom>
              <a:solidFill>
                <a:srgbClr val="ECCA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3380" name="Freeform 450">
                <a:extLst>
                  <a:ext uri="{FF2B5EF4-FFF2-40B4-BE49-F238E27FC236}">
                    <a16:creationId xmlns:a16="http://schemas.microsoft.com/office/drawing/2014/main" id="{34503BB5-14CB-4F6F-AC6D-9502A96DA6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1" y="3704"/>
                <a:ext cx="27" cy="139"/>
              </a:xfrm>
              <a:custGeom>
                <a:avLst/>
                <a:gdLst>
                  <a:gd name="T0" fmla="*/ 49 w 16"/>
                  <a:gd name="T1" fmla="*/ 152 h 86"/>
                  <a:gd name="T2" fmla="*/ 42 w 16"/>
                  <a:gd name="T3" fmla="*/ 364 h 86"/>
                  <a:gd name="T4" fmla="*/ 20 w 16"/>
                  <a:gd name="T5" fmla="*/ 173 h 86"/>
                  <a:gd name="T6" fmla="*/ 5 w 16"/>
                  <a:gd name="T7" fmla="*/ 76 h 86"/>
                  <a:gd name="T8" fmla="*/ 8 w 16"/>
                  <a:gd name="T9" fmla="*/ 0 h 86"/>
                  <a:gd name="T10" fmla="*/ 54 w 16"/>
                  <a:gd name="T11" fmla="*/ 149 h 8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6" h="86">
                    <a:moveTo>
                      <a:pt x="10" y="36"/>
                    </a:moveTo>
                    <a:cubicBezTo>
                      <a:pt x="16" y="54"/>
                      <a:pt x="15" y="68"/>
                      <a:pt x="9" y="86"/>
                    </a:cubicBezTo>
                    <a:cubicBezTo>
                      <a:pt x="12" y="72"/>
                      <a:pt x="9" y="54"/>
                      <a:pt x="4" y="41"/>
                    </a:cubicBezTo>
                    <a:cubicBezTo>
                      <a:pt x="1" y="32"/>
                      <a:pt x="0" y="28"/>
                      <a:pt x="1" y="18"/>
                    </a:cubicBezTo>
                    <a:cubicBezTo>
                      <a:pt x="1" y="12"/>
                      <a:pt x="4" y="5"/>
                      <a:pt x="2" y="0"/>
                    </a:cubicBezTo>
                    <a:cubicBezTo>
                      <a:pt x="3" y="12"/>
                      <a:pt x="8" y="24"/>
                      <a:pt x="11" y="35"/>
                    </a:cubicBezTo>
                  </a:path>
                </a:pathLst>
              </a:custGeom>
              <a:solidFill>
                <a:srgbClr val="ECCA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3381" name="Freeform 451">
                <a:extLst>
                  <a:ext uri="{FF2B5EF4-FFF2-40B4-BE49-F238E27FC236}">
                    <a16:creationId xmlns:a16="http://schemas.microsoft.com/office/drawing/2014/main" id="{E209B1A5-E5B8-4502-A1DB-26EBF70CDC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4" y="2452"/>
                <a:ext cx="70" cy="219"/>
              </a:xfrm>
              <a:custGeom>
                <a:avLst/>
                <a:gdLst>
                  <a:gd name="T0" fmla="*/ 109 w 43"/>
                  <a:gd name="T1" fmla="*/ 55 h 135"/>
                  <a:gd name="T2" fmla="*/ 81 w 43"/>
                  <a:gd name="T3" fmla="*/ 576 h 135"/>
                  <a:gd name="T4" fmla="*/ 98 w 43"/>
                  <a:gd name="T5" fmla="*/ 384 h 135"/>
                  <a:gd name="T6" fmla="*/ 103 w 43"/>
                  <a:gd name="T7" fmla="*/ 187 h 135"/>
                  <a:gd name="T8" fmla="*/ 125 w 43"/>
                  <a:gd name="T9" fmla="*/ 94 h 135"/>
                  <a:gd name="T10" fmla="*/ 186 w 43"/>
                  <a:gd name="T11" fmla="*/ 0 h 135"/>
                  <a:gd name="T12" fmla="*/ 96 w 43"/>
                  <a:gd name="T13" fmla="*/ 63 h 13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3" h="135">
                    <a:moveTo>
                      <a:pt x="25" y="13"/>
                    </a:moveTo>
                    <a:cubicBezTo>
                      <a:pt x="0" y="25"/>
                      <a:pt x="28" y="103"/>
                      <a:pt x="19" y="135"/>
                    </a:cubicBezTo>
                    <a:cubicBezTo>
                      <a:pt x="18" y="119"/>
                      <a:pt x="21" y="105"/>
                      <a:pt x="23" y="90"/>
                    </a:cubicBezTo>
                    <a:cubicBezTo>
                      <a:pt x="24" y="75"/>
                      <a:pt x="22" y="59"/>
                      <a:pt x="24" y="44"/>
                    </a:cubicBezTo>
                    <a:cubicBezTo>
                      <a:pt x="24" y="36"/>
                      <a:pt x="25" y="29"/>
                      <a:pt x="29" y="22"/>
                    </a:cubicBezTo>
                    <a:cubicBezTo>
                      <a:pt x="32" y="16"/>
                      <a:pt x="38" y="2"/>
                      <a:pt x="43" y="0"/>
                    </a:cubicBezTo>
                    <a:cubicBezTo>
                      <a:pt x="36" y="3"/>
                      <a:pt x="29" y="11"/>
                      <a:pt x="22" y="15"/>
                    </a:cubicBezTo>
                  </a:path>
                </a:pathLst>
              </a:custGeom>
              <a:solidFill>
                <a:srgbClr val="F7F1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3382" name="Freeform 452">
                <a:extLst>
                  <a:ext uri="{FF2B5EF4-FFF2-40B4-BE49-F238E27FC236}">
                    <a16:creationId xmlns:a16="http://schemas.microsoft.com/office/drawing/2014/main" id="{F145F542-1E27-495C-BA66-875BB2E192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0" y="2899"/>
                <a:ext cx="30" cy="253"/>
              </a:xfrm>
              <a:custGeom>
                <a:avLst/>
                <a:gdLst>
                  <a:gd name="T0" fmla="*/ 37 w 18"/>
                  <a:gd name="T1" fmla="*/ 0 h 156"/>
                  <a:gd name="T2" fmla="*/ 33 w 18"/>
                  <a:gd name="T3" fmla="*/ 334 h 156"/>
                  <a:gd name="T4" fmla="*/ 62 w 18"/>
                  <a:gd name="T5" fmla="*/ 665 h 156"/>
                  <a:gd name="T6" fmla="*/ 63 w 18"/>
                  <a:gd name="T7" fmla="*/ 363 h 156"/>
                  <a:gd name="T8" fmla="*/ 47 w 18"/>
                  <a:gd name="T9" fmla="*/ 89 h 156"/>
                  <a:gd name="T10" fmla="*/ 37 w 18"/>
                  <a:gd name="T11" fmla="*/ 0 h 15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8" h="156">
                    <a:moveTo>
                      <a:pt x="8" y="0"/>
                    </a:moveTo>
                    <a:cubicBezTo>
                      <a:pt x="7" y="23"/>
                      <a:pt x="0" y="49"/>
                      <a:pt x="7" y="78"/>
                    </a:cubicBezTo>
                    <a:cubicBezTo>
                      <a:pt x="13" y="107"/>
                      <a:pt x="17" y="130"/>
                      <a:pt x="13" y="156"/>
                    </a:cubicBezTo>
                    <a:cubicBezTo>
                      <a:pt x="18" y="135"/>
                      <a:pt x="17" y="103"/>
                      <a:pt x="14" y="85"/>
                    </a:cubicBezTo>
                    <a:cubicBezTo>
                      <a:pt x="11" y="68"/>
                      <a:pt x="9" y="35"/>
                      <a:pt x="10" y="21"/>
                    </a:cubicBezTo>
                    <a:cubicBezTo>
                      <a:pt x="11" y="6"/>
                      <a:pt x="8" y="0"/>
                      <a:pt x="8" y="0"/>
                    </a:cubicBezTo>
                  </a:path>
                </a:pathLst>
              </a:custGeom>
              <a:solidFill>
                <a:srgbClr val="F7F1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3383" name="Freeform 453">
                <a:extLst>
                  <a:ext uri="{FF2B5EF4-FFF2-40B4-BE49-F238E27FC236}">
                    <a16:creationId xmlns:a16="http://schemas.microsoft.com/office/drawing/2014/main" id="{0EA8403C-1DB3-4E79-9BC6-B9025D9D4F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7" y="3952"/>
                <a:ext cx="106" cy="74"/>
              </a:xfrm>
              <a:custGeom>
                <a:avLst/>
                <a:gdLst>
                  <a:gd name="T0" fmla="*/ 42 w 65"/>
                  <a:gd name="T1" fmla="*/ 156 h 45"/>
                  <a:gd name="T2" fmla="*/ 207 w 65"/>
                  <a:gd name="T3" fmla="*/ 160 h 45"/>
                  <a:gd name="T4" fmla="*/ 241 w 65"/>
                  <a:gd name="T5" fmla="*/ 0 h 45"/>
                  <a:gd name="T6" fmla="*/ 228 w 65"/>
                  <a:gd name="T7" fmla="*/ 54 h 45"/>
                  <a:gd name="T8" fmla="*/ 157 w 65"/>
                  <a:gd name="T9" fmla="*/ 95 h 45"/>
                  <a:gd name="T10" fmla="*/ 18 w 65"/>
                  <a:gd name="T11" fmla="*/ 81 h 45"/>
                  <a:gd name="T12" fmla="*/ 26 w 65"/>
                  <a:gd name="T13" fmla="*/ 160 h 4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5" h="45">
                    <a:moveTo>
                      <a:pt x="10" y="35"/>
                    </a:moveTo>
                    <a:cubicBezTo>
                      <a:pt x="20" y="45"/>
                      <a:pt x="38" y="42"/>
                      <a:pt x="48" y="36"/>
                    </a:cubicBezTo>
                    <a:cubicBezTo>
                      <a:pt x="65" y="27"/>
                      <a:pt x="62" y="16"/>
                      <a:pt x="56" y="0"/>
                    </a:cubicBezTo>
                    <a:cubicBezTo>
                      <a:pt x="56" y="5"/>
                      <a:pt x="57" y="8"/>
                      <a:pt x="53" y="12"/>
                    </a:cubicBezTo>
                    <a:cubicBezTo>
                      <a:pt x="50" y="17"/>
                      <a:pt x="41" y="20"/>
                      <a:pt x="36" y="21"/>
                    </a:cubicBezTo>
                    <a:cubicBezTo>
                      <a:pt x="25" y="24"/>
                      <a:pt x="14" y="21"/>
                      <a:pt x="4" y="18"/>
                    </a:cubicBezTo>
                    <a:cubicBezTo>
                      <a:pt x="0" y="22"/>
                      <a:pt x="5" y="31"/>
                      <a:pt x="6" y="36"/>
                    </a:cubicBezTo>
                  </a:path>
                </a:pathLst>
              </a:custGeom>
              <a:solidFill>
                <a:srgbClr val="ECCA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3384" name="Freeform 454">
                <a:extLst>
                  <a:ext uri="{FF2B5EF4-FFF2-40B4-BE49-F238E27FC236}">
                    <a16:creationId xmlns:a16="http://schemas.microsoft.com/office/drawing/2014/main" id="{A3826E1C-F23A-4185-BBAF-67E8EBC197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3" y="3853"/>
                <a:ext cx="113" cy="163"/>
              </a:xfrm>
              <a:custGeom>
                <a:avLst/>
                <a:gdLst>
                  <a:gd name="T0" fmla="*/ 0 w 69"/>
                  <a:gd name="T1" fmla="*/ 434 h 100"/>
                  <a:gd name="T2" fmla="*/ 88 w 69"/>
                  <a:gd name="T3" fmla="*/ 414 h 100"/>
                  <a:gd name="T4" fmla="*/ 152 w 69"/>
                  <a:gd name="T5" fmla="*/ 425 h 100"/>
                  <a:gd name="T6" fmla="*/ 215 w 69"/>
                  <a:gd name="T7" fmla="*/ 404 h 100"/>
                  <a:gd name="T8" fmla="*/ 255 w 69"/>
                  <a:gd name="T9" fmla="*/ 329 h 100"/>
                  <a:gd name="T10" fmla="*/ 273 w 69"/>
                  <a:gd name="T11" fmla="*/ 156 h 100"/>
                  <a:gd name="T12" fmla="*/ 260 w 69"/>
                  <a:gd name="T13" fmla="*/ 0 h 100"/>
                  <a:gd name="T14" fmla="*/ 215 w 69"/>
                  <a:gd name="T15" fmla="*/ 88 h 100"/>
                  <a:gd name="T16" fmla="*/ 219 w 69"/>
                  <a:gd name="T17" fmla="*/ 199 h 100"/>
                  <a:gd name="T18" fmla="*/ 177 w 69"/>
                  <a:gd name="T19" fmla="*/ 298 h 100"/>
                  <a:gd name="T20" fmla="*/ 110 w 69"/>
                  <a:gd name="T21" fmla="*/ 391 h 10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9" h="100">
                    <a:moveTo>
                      <a:pt x="0" y="100"/>
                    </a:moveTo>
                    <a:cubicBezTo>
                      <a:pt x="7" y="97"/>
                      <a:pt x="13" y="96"/>
                      <a:pt x="20" y="96"/>
                    </a:cubicBezTo>
                    <a:cubicBezTo>
                      <a:pt x="25" y="97"/>
                      <a:pt x="30" y="99"/>
                      <a:pt x="35" y="98"/>
                    </a:cubicBezTo>
                    <a:cubicBezTo>
                      <a:pt x="39" y="98"/>
                      <a:pt x="46" y="95"/>
                      <a:pt x="49" y="93"/>
                    </a:cubicBezTo>
                    <a:cubicBezTo>
                      <a:pt x="56" y="89"/>
                      <a:pt x="56" y="84"/>
                      <a:pt x="58" y="76"/>
                    </a:cubicBezTo>
                    <a:cubicBezTo>
                      <a:pt x="61" y="63"/>
                      <a:pt x="62" y="50"/>
                      <a:pt x="62" y="36"/>
                    </a:cubicBezTo>
                    <a:cubicBezTo>
                      <a:pt x="63" y="25"/>
                      <a:pt x="69" y="8"/>
                      <a:pt x="59" y="0"/>
                    </a:cubicBezTo>
                    <a:cubicBezTo>
                      <a:pt x="56" y="4"/>
                      <a:pt x="50" y="14"/>
                      <a:pt x="49" y="20"/>
                    </a:cubicBezTo>
                    <a:cubicBezTo>
                      <a:pt x="47" y="28"/>
                      <a:pt x="51" y="38"/>
                      <a:pt x="50" y="46"/>
                    </a:cubicBezTo>
                    <a:cubicBezTo>
                      <a:pt x="49" y="55"/>
                      <a:pt x="45" y="62"/>
                      <a:pt x="40" y="69"/>
                    </a:cubicBezTo>
                    <a:cubicBezTo>
                      <a:pt x="36" y="75"/>
                      <a:pt x="34" y="89"/>
                      <a:pt x="25" y="90"/>
                    </a:cubicBezTo>
                  </a:path>
                </a:pathLst>
              </a:custGeom>
              <a:solidFill>
                <a:srgbClr val="ECCA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3385" name="Freeform 455">
                <a:extLst>
                  <a:ext uri="{FF2B5EF4-FFF2-40B4-BE49-F238E27FC236}">
                    <a16:creationId xmlns:a16="http://schemas.microsoft.com/office/drawing/2014/main" id="{6621F9FE-0DEB-41F8-A865-44ABD3B402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1" y="2031"/>
                <a:ext cx="31" cy="11"/>
              </a:xfrm>
              <a:custGeom>
                <a:avLst/>
                <a:gdLst>
                  <a:gd name="T0" fmla="*/ 0 w 19"/>
                  <a:gd name="T1" fmla="*/ 27 h 7"/>
                  <a:gd name="T2" fmla="*/ 42 w 19"/>
                  <a:gd name="T3" fmla="*/ 0 h 7"/>
                  <a:gd name="T4" fmla="*/ 83 w 19"/>
                  <a:gd name="T5" fmla="*/ 27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7">
                    <a:moveTo>
                      <a:pt x="0" y="7"/>
                    </a:moveTo>
                    <a:cubicBezTo>
                      <a:pt x="5" y="1"/>
                      <a:pt x="5" y="0"/>
                      <a:pt x="10" y="0"/>
                    </a:cubicBezTo>
                    <a:cubicBezTo>
                      <a:pt x="14" y="0"/>
                      <a:pt x="15" y="1"/>
                      <a:pt x="19" y="7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3386" name="Freeform 456">
                <a:extLst>
                  <a:ext uri="{FF2B5EF4-FFF2-40B4-BE49-F238E27FC236}">
                    <a16:creationId xmlns:a16="http://schemas.microsoft.com/office/drawing/2014/main" id="{09E5FCFB-3475-4493-AE5B-512CE4F918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7" y="2037"/>
                <a:ext cx="20" cy="10"/>
              </a:xfrm>
              <a:custGeom>
                <a:avLst/>
                <a:gdLst>
                  <a:gd name="T0" fmla="*/ 0 w 12"/>
                  <a:gd name="T1" fmla="*/ 0 h 6"/>
                  <a:gd name="T2" fmla="*/ 55 w 12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6">
                    <a:moveTo>
                      <a:pt x="0" y="0"/>
                    </a:moveTo>
                    <a:cubicBezTo>
                      <a:pt x="1" y="6"/>
                      <a:pt x="10" y="6"/>
                      <a:pt x="12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3387" name="Freeform 457">
                <a:extLst>
                  <a:ext uri="{FF2B5EF4-FFF2-40B4-BE49-F238E27FC236}">
                    <a16:creationId xmlns:a16="http://schemas.microsoft.com/office/drawing/2014/main" id="{5016ECA1-5840-4617-A233-88857C7D49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0" y="1248"/>
                <a:ext cx="151" cy="18"/>
              </a:xfrm>
              <a:custGeom>
                <a:avLst/>
                <a:gdLst>
                  <a:gd name="T0" fmla="*/ 0 w 93"/>
                  <a:gd name="T1" fmla="*/ 0 h 11"/>
                  <a:gd name="T2" fmla="*/ 109 w 93"/>
                  <a:gd name="T3" fmla="*/ 21 h 11"/>
                  <a:gd name="T4" fmla="*/ 232 w 93"/>
                  <a:gd name="T5" fmla="*/ 26 h 11"/>
                  <a:gd name="T6" fmla="*/ 390 w 93"/>
                  <a:gd name="T7" fmla="*/ 34 h 11"/>
                  <a:gd name="T8" fmla="*/ 398 w 93"/>
                  <a:gd name="T9" fmla="*/ 47 h 11"/>
                  <a:gd name="T10" fmla="*/ 393 w 93"/>
                  <a:gd name="T11" fmla="*/ 26 h 11"/>
                  <a:gd name="T12" fmla="*/ 232 w 93"/>
                  <a:gd name="T13" fmla="*/ 18 h 11"/>
                  <a:gd name="T14" fmla="*/ 110 w 93"/>
                  <a:gd name="T15" fmla="*/ 18 h 11"/>
                  <a:gd name="T16" fmla="*/ 0 w 93"/>
                  <a:gd name="T17" fmla="*/ 0 h 1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3" h="11">
                    <a:moveTo>
                      <a:pt x="0" y="0"/>
                    </a:moveTo>
                    <a:cubicBezTo>
                      <a:pt x="5" y="1"/>
                      <a:pt x="20" y="3"/>
                      <a:pt x="25" y="5"/>
                    </a:cubicBezTo>
                    <a:cubicBezTo>
                      <a:pt x="30" y="8"/>
                      <a:pt x="42" y="7"/>
                      <a:pt x="54" y="6"/>
                    </a:cubicBezTo>
                    <a:cubicBezTo>
                      <a:pt x="69" y="4"/>
                      <a:pt x="86" y="3"/>
                      <a:pt x="91" y="8"/>
                    </a:cubicBezTo>
                    <a:cubicBezTo>
                      <a:pt x="92" y="9"/>
                      <a:pt x="93" y="10"/>
                      <a:pt x="93" y="11"/>
                    </a:cubicBezTo>
                    <a:cubicBezTo>
                      <a:pt x="93" y="9"/>
                      <a:pt x="93" y="8"/>
                      <a:pt x="92" y="6"/>
                    </a:cubicBezTo>
                    <a:cubicBezTo>
                      <a:pt x="87" y="1"/>
                      <a:pt x="70" y="2"/>
                      <a:pt x="54" y="4"/>
                    </a:cubicBezTo>
                    <a:cubicBezTo>
                      <a:pt x="42" y="5"/>
                      <a:pt x="31" y="6"/>
                      <a:pt x="26" y="4"/>
                    </a:cubicBezTo>
                    <a:cubicBezTo>
                      <a:pt x="21" y="1"/>
                      <a:pt x="6" y="1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3388" name="Freeform 458">
                <a:extLst>
                  <a:ext uri="{FF2B5EF4-FFF2-40B4-BE49-F238E27FC236}">
                    <a16:creationId xmlns:a16="http://schemas.microsoft.com/office/drawing/2014/main" id="{76233EAF-46EE-4BC0-885F-B2379E1394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4" y="1287"/>
                <a:ext cx="29" cy="17"/>
              </a:xfrm>
              <a:custGeom>
                <a:avLst/>
                <a:gdLst>
                  <a:gd name="T0" fmla="*/ 0 w 18"/>
                  <a:gd name="T1" fmla="*/ 0 h 10"/>
                  <a:gd name="T2" fmla="*/ 34 w 18"/>
                  <a:gd name="T3" fmla="*/ 49 h 10"/>
                  <a:gd name="T4" fmla="*/ 76 w 18"/>
                  <a:gd name="T5" fmla="*/ 0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10">
                    <a:moveTo>
                      <a:pt x="0" y="0"/>
                    </a:moveTo>
                    <a:cubicBezTo>
                      <a:pt x="3" y="6"/>
                      <a:pt x="5" y="10"/>
                      <a:pt x="8" y="10"/>
                    </a:cubicBezTo>
                    <a:cubicBezTo>
                      <a:pt x="10" y="10"/>
                      <a:pt x="14" y="6"/>
                      <a:pt x="18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3389" name="Freeform 459">
                <a:extLst>
                  <a:ext uri="{FF2B5EF4-FFF2-40B4-BE49-F238E27FC236}">
                    <a16:creationId xmlns:a16="http://schemas.microsoft.com/office/drawing/2014/main" id="{0F7A1BC9-30EF-485F-A3A8-6C2E7188D7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4" y="3956"/>
                <a:ext cx="20" cy="65"/>
              </a:xfrm>
              <a:custGeom>
                <a:avLst/>
                <a:gdLst>
                  <a:gd name="T0" fmla="*/ 50 w 12"/>
                  <a:gd name="T1" fmla="*/ 0 h 40"/>
                  <a:gd name="T2" fmla="*/ 33 w 12"/>
                  <a:gd name="T3" fmla="*/ 55 h 40"/>
                  <a:gd name="T4" fmla="*/ 8 w 12"/>
                  <a:gd name="T5" fmla="*/ 172 h 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40">
                    <a:moveTo>
                      <a:pt x="11" y="0"/>
                    </a:moveTo>
                    <a:cubicBezTo>
                      <a:pt x="12" y="4"/>
                      <a:pt x="10" y="9"/>
                      <a:pt x="7" y="13"/>
                    </a:cubicBezTo>
                    <a:cubicBezTo>
                      <a:pt x="3" y="17"/>
                      <a:pt x="0" y="38"/>
                      <a:pt x="2" y="4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3390" name="Freeform 460">
                <a:extLst>
                  <a:ext uri="{FF2B5EF4-FFF2-40B4-BE49-F238E27FC236}">
                    <a16:creationId xmlns:a16="http://schemas.microsoft.com/office/drawing/2014/main" id="{DA69D274-EBDD-4763-81D6-008EB0FAE2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3" y="3959"/>
                <a:ext cx="33" cy="62"/>
              </a:xfrm>
              <a:custGeom>
                <a:avLst/>
                <a:gdLst>
                  <a:gd name="T0" fmla="*/ 89 w 20"/>
                  <a:gd name="T1" fmla="*/ 0 h 38"/>
                  <a:gd name="T2" fmla="*/ 33 w 20"/>
                  <a:gd name="T3" fmla="*/ 62 h 38"/>
                  <a:gd name="T4" fmla="*/ 8 w 20"/>
                  <a:gd name="T5" fmla="*/ 165 h 3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38">
                    <a:moveTo>
                      <a:pt x="20" y="0"/>
                    </a:moveTo>
                    <a:cubicBezTo>
                      <a:pt x="16" y="7"/>
                      <a:pt x="9" y="12"/>
                      <a:pt x="7" y="14"/>
                    </a:cubicBezTo>
                    <a:cubicBezTo>
                      <a:pt x="0" y="22"/>
                      <a:pt x="6" y="23"/>
                      <a:pt x="2" y="38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3391" name="Freeform 461">
                <a:extLst>
                  <a:ext uri="{FF2B5EF4-FFF2-40B4-BE49-F238E27FC236}">
                    <a16:creationId xmlns:a16="http://schemas.microsoft.com/office/drawing/2014/main" id="{9AB9DEE4-A173-418B-A46E-6A88092454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1" y="3956"/>
                <a:ext cx="37" cy="61"/>
              </a:xfrm>
              <a:custGeom>
                <a:avLst/>
                <a:gdLst>
                  <a:gd name="T0" fmla="*/ 97 w 23"/>
                  <a:gd name="T1" fmla="*/ 0 h 38"/>
                  <a:gd name="T2" fmla="*/ 37 w 23"/>
                  <a:gd name="T3" fmla="*/ 67 h 38"/>
                  <a:gd name="T4" fmla="*/ 0 w 23"/>
                  <a:gd name="T5" fmla="*/ 157 h 3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38">
                    <a:moveTo>
                      <a:pt x="23" y="0"/>
                    </a:moveTo>
                    <a:cubicBezTo>
                      <a:pt x="19" y="5"/>
                      <a:pt x="14" y="11"/>
                      <a:pt x="9" y="16"/>
                    </a:cubicBezTo>
                    <a:cubicBezTo>
                      <a:pt x="5" y="20"/>
                      <a:pt x="6" y="27"/>
                      <a:pt x="0" y="38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3392" name="Freeform 462">
                <a:extLst>
                  <a:ext uri="{FF2B5EF4-FFF2-40B4-BE49-F238E27FC236}">
                    <a16:creationId xmlns:a16="http://schemas.microsoft.com/office/drawing/2014/main" id="{C9C3F3FA-C706-4830-9BF0-77A021B723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4" y="3947"/>
                <a:ext cx="28" cy="46"/>
              </a:xfrm>
              <a:custGeom>
                <a:avLst/>
                <a:gdLst>
                  <a:gd name="T0" fmla="*/ 76 w 17"/>
                  <a:gd name="T1" fmla="*/ 0 h 28"/>
                  <a:gd name="T2" fmla="*/ 33 w 17"/>
                  <a:gd name="T3" fmla="*/ 49 h 28"/>
                  <a:gd name="T4" fmla="*/ 0 w 17"/>
                  <a:gd name="T5" fmla="*/ 125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28">
                    <a:moveTo>
                      <a:pt x="17" y="0"/>
                    </a:moveTo>
                    <a:cubicBezTo>
                      <a:pt x="14" y="4"/>
                      <a:pt x="10" y="8"/>
                      <a:pt x="7" y="11"/>
                    </a:cubicBezTo>
                    <a:cubicBezTo>
                      <a:pt x="4" y="15"/>
                      <a:pt x="6" y="20"/>
                      <a:pt x="0" y="28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3393" name="Freeform 463">
                <a:extLst>
                  <a:ext uri="{FF2B5EF4-FFF2-40B4-BE49-F238E27FC236}">
                    <a16:creationId xmlns:a16="http://schemas.microsoft.com/office/drawing/2014/main" id="{15636376-A10C-4BE6-8F7E-E8332BB8FF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4" y="3988"/>
                <a:ext cx="41" cy="26"/>
              </a:xfrm>
              <a:custGeom>
                <a:avLst/>
                <a:gdLst>
                  <a:gd name="T0" fmla="*/ 0 w 25"/>
                  <a:gd name="T1" fmla="*/ 42 h 16"/>
                  <a:gd name="T2" fmla="*/ 84 w 25"/>
                  <a:gd name="T3" fmla="*/ 68 h 16"/>
                  <a:gd name="T4" fmla="*/ 54 w 25"/>
                  <a:gd name="T5" fmla="*/ 5 h 16"/>
                  <a:gd name="T6" fmla="*/ 0 w 25"/>
                  <a:gd name="T7" fmla="*/ 42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" h="16">
                    <a:moveTo>
                      <a:pt x="0" y="10"/>
                    </a:moveTo>
                    <a:cubicBezTo>
                      <a:pt x="8" y="8"/>
                      <a:pt x="17" y="14"/>
                      <a:pt x="19" y="16"/>
                    </a:cubicBezTo>
                    <a:cubicBezTo>
                      <a:pt x="25" y="7"/>
                      <a:pt x="17" y="0"/>
                      <a:pt x="12" y="1"/>
                    </a:cubicBezTo>
                    <a:cubicBezTo>
                      <a:pt x="2" y="1"/>
                      <a:pt x="0" y="7"/>
                      <a:pt x="0" y="10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3394" name="Freeform 464">
                <a:extLst>
                  <a:ext uri="{FF2B5EF4-FFF2-40B4-BE49-F238E27FC236}">
                    <a16:creationId xmlns:a16="http://schemas.microsoft.com/office/drawing/2014/main" id="{C1BB8B71-62BB-403D-AFD0-10069ED195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5" y="3998"/>
                <a:ext cx="18" cy="18"/>
              </a:xfrm>
              <a:custGeom>
                <a:avLst/>
                <a:gdLst>
                  <a:gd name="T0" fmla="*/ 0 w 11"/>
                  <a:gd name="T1" fmla="*/ 47 h 11"/>
                  <a:gd name="T2" fmla="*/ 47 w 11"/>
                  <a:gd name="T3" fmla="*/ 43 h 11"/>
                  <a:gd name="T4" fmla="*/ 0 w 11"/>
                  <a:gd name="T5" fmla="*/ 47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1">
                    <a:moveTo>
                      <a:pt x="0" y="11"/>
                    </a:moveTo>
                    <a:cubicBezTo>
                      <a:pt x="2" y="11"/>
                      <a:pt x="9" y="9"/>
                      <a:pt x="11" y="10"/>
                    </a:cubicBezTo>
                    <a:cubicBezTo>
                      <a:pt x="10" y="2"/>
                      <a:pt x="0" y="0"/>
                      <a:pt x="0" y="11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3395" name="Freeform 465">
                <a:extLst>
                  <a:ext uri="{FF2B5EF4-FFF2-40B4-BE49-F238E27FC236}">
                    <a16:creationId xmlns:a16="http://schemas.microsoft.com/office/drawing/2014/main" id="{0C31C1F6-6EE0-4A39-838D-0685B66A04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" y="4003"/>
                <a:ext cx="16" cy="14"/>
              </a:xfrm>
              <a:custGeom>
                <a:avLst/>
                <a:gdLst>
                  <a:gd name="T0" fmla="*/ 0 w 10"/>
                  <a:gd name="T1" fmla="*/ 26 h 9"/>
                  <a:gd name="T2" fmla="*/ 42 w 10"/>
                  <a:gd name="T3" fmla="*/ 26 h 9"/>
                  <a:gd name="T4" fmla="*/ 0 w 10"/>
                  <a:gd name="T5" fmla="*/ 26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9">
                    <a:moveTo>
                      <a:pt x="0" y="7"/>
                    </a:moveTo>
                    <a:cubicBezTo>
                      <a:pt x="2" y="9"/>
                      <a:pt x="8" y="9"/>
                      <a:pt x="10" y="7"/>
                    </a:cubicBezTo>
                    <a:cubicBezTo>
                      <a:pt x="9" y="0"/>
                      <a:pt x="0" y="3"/>
                      <a:pt x="0" y="7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3396" name="Freeform 466">
                <a:extLst>
                  <a:ext uri="{FF2B5EF4-FFF2-40B4-BE49-F238E27FC236}">
                    <a16:creationId xmlns:a16="http://schemas.microsoft.com/office/drawing/2014/main" id="{101D7460-D5A6-4E4E-8EC9-659E33C63D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8" y="3988"/>
                <a:ext cx="13" cy="13"/>
              </a:xfrm>
              <a:custGeom>
                <a:avLst/>
                <a:gdLst>
                  <a:gd name="T0" fmla="*/ 0 w 8"/>
                  <a:gd name="T1" fmla="*/ 21 h 8"/>
                  <a:gd name="T2" fmla="*/ 29 w 8"/>
                  <a:gd name="T3" fmla="*/ 29 h 8"/>
                  <a:gd name="T4" fmla="*/ 0 w 8"/>
                  <a:gd name="T5" fmla="*/ 21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8">
                    <a:moveTo>
                      <a:pt x="0" y="5"/>
                    </a:moveTo>
                    <a:cubicBezTo>
                      <a:pt x="1" y="7"/>
                      <a:pt x="4" y="8"/>
                      <a:pt x="7" y="7"/>
                    </a:cubicBezTo>
                    <a:cubicBezTo>
                      <a:pt x="8" y="0"/>
                      <a:pt x="1" y="1"/>
                      <a:pt x="0" y="5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3397" name="Freeform 467">
                <a:extLst>
                  <a:ext uri="{FF2B5EF4-FFF2-40B4-BE49-F238E27FC236}">
                    <a16:creationId xmlns:a16="http://schemas.microsoft.com/office/drawing/2014/main" id="{171BFE3C-4BFD-493B-8D85-12CB5D40FF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0" y="1637"/>
                <a:ext cx="63" cy="70"/>
              </a:xfrm>
              <a:custGeom>
                <a:avLst/>
                <a:gdLst>
                  <a:gd name="T0" fmla="*/ 5 w 39"/>
                  <a:gd name="T1" fmla="*/ 98 h 43"/>
                  <a:gd name="T2" fmla="*/ 76 w 39"/>
                  <a:gd name="T3" fmla="*/ 5 h 43"/>
                  <a:gd name="T4" fmla="*/ 165 w 39"/>
                  <a:gd name="T5" fmla="*/ 88 h 43"/>
                  <a:gd name="T6" fmla="*/ 89 w 39"/>
                  <a:gd name="T7" fmla="*/ 181 h 43"/>
                  <a:gd name="T8" fmla="*/ 5 w 39"/>
                  <a:gd name="T9" fmla="*/ 98 h 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9" h="43">
                    <a:moveTo>
                      <a:pt x="1" y="23"/>
                    </a:moveTo>
                    <a:cubicBezTo>
                      <a:pt x="0" y="12"/>
                      <a:pt x="8" y="2"/>
                      <a:pt x="18" y="1"/>
                    </a:cubicBezTo>
                    <a:cubicBezTo>
                      <a:pt x="29" y="0"/>
                      <a:pt x="38" y="9"/>
                      <a:pt x="39" y="20"/>
                    </a:cubicBezTo>
                    <a:cubicBezTo>
                      <a:pt x="39" y="32"/>
                      <a:pt x="32" y="42"/>
                      <a:pt x="21" y="42"/>
                    </a:cubicBezTo>
                    <a:cubicBezTo>
                      <a:pt x="10" y="43"/>
                      <a:pt x="1" y="35"/>
                      <a:pt x="1" y="23"/>
                    </a:cubicBezTo>
                  </a:path>
                </a:pathLst>
              </a:custGeom>
              <a:solidFill>
                <a:srgbClr val="EDC3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3398" name="Freeform 468">
                <a:extLst>
                  <a:ext uri="{FF2B5EF4-FFF2-40B4-BE49-F238E27FC236}">
                    <a16:creationId xmlns:a16="http://schemas.microsoft.com/office/drawing/2014/main" id="{C9F9A28F-CB23-4AD8-94BF-F950234F7AD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738" y="1658"/>
                <a:ext cx="27" cy="29"/>
              </a:xfrm>
              <a:custGeom>
                <a:avLst/>
                <a:gdLst>
                  <a:gd name="T0" fmla="*/ 64 w 17"/>
                  <a:gd name="T1" fmla="*/ 29 h 18"/>
                  <a:gd name="T2" fmla="*/ 60 w 17"/>
                  <a:gd name="T3" fmla="*/ 47 h 18"/>
                  <a:gd name="T4" fmla="*/ 48 w 17"/>
                  <a:gd name="T5" fmla="*/ 55 h 18"/>
                  <a:gd name="T6" fmla="*/ 35 w 17"/>
                  <a:gd name="T7" fmla="*/ 63 h 18"/>
                  <a:gd name="T8" fmla="*/ 21 w 17"/>
                  <a:gd name="T9" fmla="*/ 55 h 18"/>
                  <a:gd name="T10" fmla="*/ 13 w 17"/>
                  <a:gd name="T11" fmla="*/ 39 h 18"/>
                  <a:gd name="T12" fmla="*/ 13 w 17"/>
                  <a:gd name="T13" fmla="*/ 39 h 18"/>
                  <a:gd name="T14" fmla="*/ 13 w 17"/>
                  <a:gd name="T15" fmla="*/ 39 h 18"/>
                  <a:gd name="T16" fmla="*/ 16 w 17"/>
                  <a:gd name="T17" fmla="*/ 26 h 18"/>
                  <a:gd name="T18" fmla="*/ 13 w 17"/>
                  <a:gd name="T19" fmla="*/ 26 h 18"/>
                  <a:gd name="T20" fmla="*/ 8 w 17"/>
                  <a:gd name="T21" fmla="*/ 16 h 18"/>
                  <a:gd name="T22" fmla="*/ 0 w 17"/>
                  <a:gd name="T23" fmla="*/ 39 h 18"/>
                  <a:gd name="T24" fmla="*/ 13 w 17"/>
                  <a:gd name="T25" fmla="*/ 68 h 18"/>
                  <a:gd name="T26" fmla="*/ 35 w 17"/>
                  <a:gd name="T27" fmla="*/ 76 h 18"/>
                  <a:gd name="T28" fmla="*/ 60 w 17"/>
                  <a:gd name="T29" fmla="*/ 63 h 18"/>
                  <a:gd name="T30" fmla="*/ 68 w 17"/>
                  <a:gd name="T31" fmla="*/ 34 h 18"/>
                  <a:gd name="T32" fmla="*/ 64 w 17"/>
                  <a:gd name="T33" fmla="*/ 29 h 18"/>
                  <a:gd name="T34" fmla="*/ 33 w 17"/>
                  <a:gd name="T35" fmla="*/ 13 h 18"/>
                  <a:gd name="T36" fmla="*/ 33 w 17"/>
                  <a:gd name="T37" fmla="*/ 13 h 18"/>
                  <a:gd name="T38" fmla="*/ 35 w 17"/>
                  <a:gd name="T39" fmla="*/ 13 h 18"/>
                  <a:gd name="T40" fmla="*/ 35 w 17"/>
                  <a:gd name="T41" fmla="*/ 5 h 18"/>
                  <a:gd name="T42" fmla="*/ 35 w 17"/>
                  <a:gd name="T43" fmla="*/ 0 h 18"/>
                  <a:gd name="T44" fmla="*/ 33 w 17"/>
                  <a:gd name="T45" fmla="*/ 0 h 18"/>
                  <a:gd name="T46" fmla="*/ 27 w 17"/>
                  <a:gd name="T47" fmla="*/ 0 h 18"/>
                  <a:gd name="T48" fmla="*/ 27 w 17"/>
                  <a:gd name="T49" fmla="*/ 8 h 18"/>
                  <a:gd name="T50" fmla="*/ 33 w 17"/>
                  <a:gd name="T51" fmla="*/ 13 h 18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17" h="18">
                    <a:moveTo>
                      <a:pt x="16" y="7"/>
                    </a:moveTo>
                    <a:cubicBezTo>
                      <a:pt x="16" y="8"/>
                      <a:pt x="15" y="9"/>
                      <a:pt x="15" y="11"/>
                    </a:cubicBezTo>
                    <a:cubicBezTo>
                      <a:pt x="14" y="12"/>
                      <a:pt x="13" y="13"/>
                      <a:pt x="12" y="13"/>
                    </a:cubicBezTo>
                    <a:cubicBezTo>
                      <a:pt x="9" y="15"/>
                      <a:pt x="9" y="15"/>
                      <a:pt x="9" y="15"/>
                    </a:cubicBezTo>
                    <a:cubicBezTo>
                      <a:pt x="9" y="15"/>
                      <a:pt x="5" y="13"/>
                      <a:pt x="5" y="13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8"/>
                      <a:pt x="3" y="7"/>
                      <a:pt x="4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3" y="16"/>
                      <a:pt x="3" y="16"/>
                      <a:pt x="3" y="16"/>
                    </a:cubicBezTo>
                    <a:cubicBezTo>
                      <a:pt x="9" y="18"/>
                      <a:pt x="9" y="18"/>
                      <a:pt x="9" y="18"/>
                    </a:cubicBezTo>
                    <a:cubicBezTo>
                      <a:pt x="15" y="15"/>
                      <a:pt x="15" y="15"/>
                      <a:pt x="15" y="15"/>
                    </a:cubicBezTo>
                    <a:cubicBezTo>
                      <a:pt x="17" y="8"/>
                      <a:pt x="17" y="8"/>
                      <a:pt x="17" y="8"/>
                    </a:cubicBezTo>
                    <a:lnTo>
                      <a:pt x="16" y="7"/>
                    </a:lnTo>
                    <a:close/>
                    <a:moveTo>
                      <a:pt x="8" y="3"/>
                    </a:moveTo>
                    <a:cubicBezTo>
                      <a:pt x="8" y="3"/>
                      <a:pt x="8" y="3"/>
                      <a:pt x="8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2"/>
                      <a:pt x="9" y="2"/>
                      <a:pt x="9" y="1"/>
                    </a:cubicBezTo>
                    <a:cubicBezTo>
                      <a:pt x="9" y="1"/>
                      <a:pt x="9" y="0"/>
                      <a:pt x="9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7" y="1"/>
                      <a:pt x="7" y="2"/>
                      <a:pt x="7" y="2"/>
                    </a:cubicBezTo>
                    <a:cubicBezTo>
                      <a:pt x="8" y="2"/>
                      <a:pt x="8" y="3"/>
                      <a:pt x="8" y="3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3399" name="Freeform 469">
                <a:extLst>
                  <a:ext uri="{FF2B5EF4-FFF2-40B4-BE49-F238E27FC236}">
                    <a16:creationId xmlns:a16="http://schemas.microsoft.com/office/drawing/2014/main" id="{7073BA0E-E057-4561-BAFD-933BD0274FF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718" y="1637"/>
                <a:ext cx="67" cy="73"/>
              </a:xfrm>
              <a:custGeom>
                <a:avLst/>
                <a:gdLst>
                  <a:gd name="T0" fmla="*/ 0 w 41"/>
                  <a:gd name="T1" fmla="*/ 109 h 45"/>
                  <a:gd name="T2" fmla="*/ 8 w 41"/>
                  <a:gd name="T3" fmla="*/ 128 h 45"/>
                  <a:gd name="T4" fmla="*/ 18 w 41"/>
                  <a:gd name="T5" fmla="*/ 123 h 45"/>
                  <a:gd name="T6" fmla="*/ 13 w 41"/>
                  <a:gd name="T7" fmla="*/ 102 h 45"/>
                  <a:gd name="T8" fmla="*/ 0 w 41"/>
                  <a:gd name="T9" fmla="*/ 109 h 45"/>
                  <a:gd name="T10" fmla="*/ 88 w 41"/>
                  <a:gd name="T11" fmla="*/ 13 h 45"/>
                  <a:gd name="T12" fmla="*/ 83 w 41"/>
                  <a:gd name="T13" fmla="*/ 5 h 45"/>
                  <a:gd name="T14" fmla="*/ 83 w 41"/>
                  <a:gd name="T15" fmla="*/ 5 h 45"/>
                  <a:gd name="T16" fmla="*/ 77 w 41"/>
                  <a:gd name="T17" fmla="*/ 13 h 45"/>
                  <a:gd name="T18" fmla="*/ 83 w 41"/>
                  <a:gd name="T19" fmla="*/ 13 h 45"/>
                  <a:gd name="T20" fmla="*/ 88 w 41"/>
                  <a:gd name="T21" fmla="*/ 13 h 45"/>
                  <a:gd name="T22" fmla="*/ 165 w 41"/>
                  <a:gd name="T23" fmla="*/ 89 h 45"/>
                  <a:gd name="T24" fmla="*/ 178 w 41"/>
                  <a:gd name="T25" fmla="*/ 81 h 45"/>
                  <a:gd name="T26" fmla="*/ 165 w 41"/>
                  <a:gd name="T27" fmla="*/ 42 h 45"/>
                  <a:gd name="T28" fmla="*/ 160 w 41"/>
                  <a:gd name="T29" fmla="*/ 42 h 45"/>
                  <a:gd name="T30" fmla="*/ 152 w 41"/>
                  <a:gd name="T31" fmla="*/ 47 h 45"/>
                  <a:gd name="T32" fmla="*/ 165 w 41"/>
                  <a:gd name="T33" fmla="*/ 84 h 45"/>
                  <a:gd name="T34" fmla="*/ 165 w 41"/>
                  <a:gd name="T35" fmla="*/ 89 h 45"/>
                  <a:gd name="T36" fmla="*/ 150 w 41"/>
                  <a:gd name="T37" fmla="*/ 144 h 45"/>
                  <a:gd name="T38" fmla="*/ 96 w 41"/>
                  <a:gd name="T39" fmla="*/ 177 h 45"/>
                  <a:gd name="T40" fmla="*/ 29 w 41"/>
                  <a:gd name="T41" fmla="*/ 144 h 45"/>
                  <a:gd name="T42" fmla="*/ 18 w 41"/>
                  <a:gd name="T43" fmla="*/ 149 h 45"/>
                  <a:gd name="T44" fmla="*/ 96 w 41"/>
                  <a:gd name="T45" fmla="*/ 187 h 45"/>
                  <a:gd name="T46" fmla="*/ 157 w 41"/>
                  <a:gd name="T47" fmla="*/ 152 h 45"/>
                  <a:gd name="T48" fmla="*/ 173 w 41"/>
                  <a:gd name="T49" fmla="*/ 115 h 45"/>
                  <a:gd name="T50" fmla="*/ 160 w 41"/>
                  <a:gd name="T51" fmla="*/ 123 h 45"/>
                  <a:gd name="T52" fmla="*/ 150 w 41"/>
                  <a:gd name="T53" fmla="*/ 144 h 45"/>
                  <a:gd name="T54" fmla="*/ 29 w 41"/>
                  <a:gd name="T55" fmla="*/ 39 h 45"/>
                  <a:gd name="T56" fmla="*/ 21 w 41"/>
                  <a:gd name="T57" fmla="*/ 29 h 45"/>
                  <a:gd name="T58" fmla="*/ 8 w 41"/>
                  <a:gd name="T59" fmla="*/ 50 h 45"/>
                  <a:gd name="T60" fmla="*/ 21 w 41"/>
                  <a:gd name="T61" fmla="*/ 60 h 45"/>
                  <a:gd name="T62" fmla="*/ 29 w 41"/>
                  <a:gd name="T63" fmla="*/ 39 h 45"/>
                  <a:gd name="T64" fmla="*/ 0 w 41"/>
                  <a:gd name="T65" fmla="*/ 76 h 45"/>
                  <a:gd name="T66" fmla="*/ 0 w 41"/>
                  <a:gd name="T67" fmla="*/ 76 h 45"/>
                  <a:gd name="T68" fmla="*/ 5 w 41"/>
                  <a:gd name="T69" fmla="*/ 76 h 45"/>
                  <a:gd name="T70" fmla="*/ 0 w 41"/>
                  <a:gd name="T71" fmla="*/ 76 h 45"/>
                  <a:gd name="T72" fmla="*/ 136 w 41"/>
                  <a:gd name="T73" fmla="*/ 26 h 45"/>
                  <a:gd name="T74" fmla="*/ 150 w 41"/>
                  <a:gd name="T75" fmla="*/ 21 h 45"/>
                  <a:gd name="T76" fmla="*/ 109 w 41"/>
                  <a:gd name="T77" fmla="*/ 0 h 45"/>
                  <a:gd name="T78" fmla="*/ 113 w 41"/>
                  <a:gd name="T79" fmla="*/ 13 h 45"/>
                  <a:gd name="T80" fmla="*/ 136 w 41"/>
                  <a:gd name="T81" fmla="*/ 26 h 45"/>
                  <a:gd name="T82" fmla="*/ 54 w 41"/>
                  <a:gd name="T83" fmla="*/ 21 h 45"/>
                  <a:gd name="T84" fmla="*/ 56 w 41"/>
                  <a:gd name="T85" fmla="*/ 5 h 45"/>
                  <a:gd name="T86" fmla="*/ 42 w 41"/>
                  <a:gd name="T87" fmla="*/ 13 h 45"/>
                  <a:gd name="T88" fmla="*/ 54 w 41"/>
                  <a:gd name="T89" fmla="*/ 21 h 45"/>
                  <a:gd name="T90" fmla="*/ 54 w 41"/>
                  <a:gd name="T91" fmla="*/ 21 h 45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41" h="45">
                    <a:moveTo>
                      <a:pt x="0" y="25"/>
                    </a:moveTo>
                    <a:cubicBezTo>
                      <a:pt x="1" y="27"/>
                      <a:pt x="1" y="28"/>
                      <a:pt x="2" y="30"/>
                    </a:cubicBezTo>
                    <a:cubicBezTo>
                      <a:pt x="2" y="29"/>
                      <a:pt x="3" y="29"/>
                      <a:pt x="4" y="29"/>
                    </a:cubicBezTo>
                    <a:cubicBezTo>
                      <a:pt x="4" y="27"/>
                      <a:pt x="3" y="26"/>
                      <a:pt x="3" y="24"/>
                    </a:cubicBezTo>
                    <a:cubicBezTo>
                      <a:pt x="2" y="24"/>
                      <a:pt x="1" y="25"/>
                      <a:pt x="0" y="25"/>
                    </a:cubicBezTo>
                    <a:moveTo>
                      <a:pt x="20" y="3"/>
                    </a:moveTo>
                    <a:cubicBezTo>
                      <a:pt x="19" y="2"/>
                      <a:pt x="19" y="1"/>
                      <a:pt x="19" y="1"/>
                    </a:cubicBezTo>
                    <a:cubicBezTo>
                      <a:pt x="19" y="1"/>
                      <a:pt x="19" y="1"/>
                      <a:pt x="19" y="1"/>
                    </a:cubicBezTo>
                    <a:cubicBezTo>
                      <a:pt x="19" y="2"/>
                      <a:pt x="19" y="2"/>
                      <a:pt x="18" y="3"/>
                    </a:cubicBezTo>
                    <a:cubicBezTo>
                      <a:pt x="19" y="3"/>
                      <a:pt x="19" y="3"/>
                      <a:pt x="19" y="3"/>
                    </a:cubicBezTo>
                    <a:cubicBezTo>
                      <a:pt x="19" y="3"/>
                      <a:pt x="19" y="3"/>
                      <a:pt x="20" y="3"/>
                    </a:cubicBezTo>
                    <a:moveTo>
                      <a:pt x="38" y="21"/>
                    </a:moveTo>
                    <a:cubicBezTo>
                      <a:pt x="39" y="21"/>
                      <a:pt x="40" y="20"/>
                      <a:pt x="41" y="19"/>
                    </a:cubicBezTo>
                    <a:cubicBezTo>
                      <a:pt x="40" y="16"/>
                      <a:pt x="40" y="13"/>
                      <a:pt x="38" y="10"/>
                    </a:cubicBezTo>
                    <a:cubicBezTo>
                      <a:pt x="38" y="10"/>
                      <a:pt x="37" y="10"/>
                      <a:pt x="37" y="10"/>
                    </a:cubicBezTo>
                    <a:cubicBezTo>
                      <a:pt x="37" y="10"/>
                      <a:pt x="36" y="11"/>
                      <a:pt x="35" y="11"/>
                    </a:cubicBezTo>
                    <a:cubicBezTo>
                      <a:pt x="37" y="14"/>
                      <a:pt x="38" y="17"/>
                      <a:pt x="38" y="20"/>
                    </a:cubicBezTo>
                    <a:cubicBezTo>
                      <a:pt x="38" y="21"/>
                      <a:pt x="38" y="21"/>
                      <a:pt x="38" y="21"/>
                    </a:cubicBezTo>
                    <a:moveTo>
                      <a:pt x="34" y="34"/>
                    </a:moveTo>
                    <a:cubicBezTo>
                      <a:pt x="31" y="38"/>
                      <a:pt x="27" y="41"/>
                      <a:pt x="22" y="41"/>
                    </a:cubicBezTo>
                    <a:cubicBezTo>
                      <a:pt x="16" y="41"/>
                      <a:pt x="11" y="39"/>
                      <a:pt x="7" y="34"/>
                    </a:cubicBezTo>
                    <a:cubicBezTo>
                      <a:pt x="6" y="35"/>
                      <a:pt x="5" y="35"/>
                      <a:pt x="4" y="35"/>
                    </a:cubicBezTo>
                    <a:cubicBezTo>
                      <a:pt x="8" y="41"/>
                      <a:pt x="15" y="45"/>
                      <a:pt x="22" y="44"/>
                    </a:cubicBezTo>
                    <a:cubicBezTo>
                      <a:pt x="28" y="44"/>
                      <a:pt x="33" y="41"/>
                      <a:pt x="36" y="36"/>
                    </a:cubicBezTo>
                    <a:cubicBezTo>
                      <a:pt x="38" y="34"/>
                      <a:pt x="40" y="31"/>
                      <a:pt x="40" y="27"/>
                    </a:cubicBezTo>
                    <a:cubicBezTo>
                      <a:pt x="39" y="28"/>
                      <a:pt x="38" y="28"/>
                      <a:pt x="37" y="29"/>
                    </a:cubicBezTo>
                    <a:cubicBezTo>
                      <a:pt x="36" y="31"/>
                      <a:pt x="35" y="33"/>
                      <a:pt x="34" y="34"/>
                    </a:cubicBezTo>
                    <a:moveTo>
                      <a:pt x="7" y="9"/>
                    </a:moveTo>
                    <a:cubicBezTo>
                      <a:pt x="7" y="8"/>
                      <a:pt x="6" y="7"/>
                      <a:pt x="5" y="7"/>
                    </a:cubicBezTo>
                    <a:cubicBezTo>
                      <a:pt x="4" y="8"/>
                      <a:pt x="3" y="10"/>
                      <a:pt x="2" y="12"/>
                    </a:cubicBezTo>
                    <a:cubicBezTo>
                      <a:pt x="3" y="12"/>
                      <a:pt x="4" y="13"/>
                      <a:pt x="5" y="14"/>
                    </a:cubicBezTo>
                    <a:cubicBezTo>
                      <a:pt x="5" y="12"/>
                      <a:pt x="6" y="10"/>
                      <a:pt x="7" y="9"/>
                    </a:cubicBezTo>
                    <a:moveTo>
                      <a:pt x="0" y="18"/>
                    </a:moveTo>
                    <a:cubicBezTo>
                      <a:pt x="0" y="18"/>
                      <a:pt x="0" y="18"/>
                      <a:pt x="0" y="18"/>
                    </a:cubicBezTo>
                    <a:cubicBezTo>
                      <a:pt x="0" y="18"/>
                      <a:pt x="1" y="18"/>
                      <a:pt x="1" y="18"/>
                    </a:cubicBezTo>
                    <a:cubicBezTo>
                      <a:pt x="1" y="18"/>
                      <a:pt x="0" y="18"/>
                      <a:pt x="0" y="18"/>
                    </a:cubicBezTo>
                    <a:moveTo>
                      <a:pt x="31" y="6"/>
                    </a:moveTo>
                    <a:cubicBezTo>
                      <a:pt x="32" y="6"/>
                      <a:pt x="33" y="5"/>
                      <a:pt x="34" y="5"/>
                    </a:cubicBezTo>
                    <a:cubicBezTo>
                      <a:pt x="31" y="2"/>
                      <a:pt x="28" y="1"/>
                      <a:pt x="25" y="0"/>
                    </a:cubicBezTo>
                    <a:cubicBezTo>
                      <a:pt x="26" y="1"/>
                      <a:pt x="26" y="2"/>
                      <a:pt x="26" y="3"/>
                    </a:cubicBezTo>
                    <a:cubicBezTo>
                      <a:pt x="28" y="4"/>
                      <a:pt x="30" y="5"/>
                      <a:pt x="31" y="6"/>
                    </a:cubicBezTo>
                    <a:moveTo>
                      <a:pt x="12" y="5"/>
                    </a:moveTo>
                    <a:cubicBezTo>
                      <a:pt x="12" y="4"/>
                      <a:pt x="12" y="2"/>
                      <a:pt x="13" y="1"/>
                    </a:cubicBezTo>
                    <a:cubicBezTo>
                      <a:pt x="12" y="2"/>
                      <a:pt x="11" y="2"/>
                      <a:pt x="10" y="3"/>
                    </a:cubicBezTo>
                    <a:cubicBezTo>
                      <a:pt x="10" y="4"/>
                      <a:pt x="11" y="4"/>
                      <a:pt x="12" y="5"/>
                    </a:cubicBezTo>
                    <a:cubicBezTo>
                      <a:pt x="12" y="5"/>
                      <a:pt x="12" y="5"/>
                      <a:pt x="12" y="5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3400" name="Freeform 470">
                <a:extLst>
                  <a:ext uri="{FF2B5EF4-FFF2-40B4-BE49-F238E27FC236}">
                    <a16:creationId xmlns:a16="http://schemas.microsoft.com/office/drawing/2014/main" id="{CE95607F-EC87-42E7-B3F5-3783BFB4DE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5" y="2535"/>
                <a:ext cx="62" cy="45"/>
              </a:xfrm>
              <a:custGeom>
                <a:avLst/>
                <a:gdLst>
                  <a:gd name="T0" fmla="*/ 0 w 38"/>
                  <a:gd name="T1" fmla="*/ 0 h 28"/>
                  <a:gd name="T2" fmla="*/ 62 w 38"/>
                  <a:gd name="T3" fmla="*/ 63 h 28"/>
                  <a:gd name="T4" fmla="*/ 131 w 38"/>
                  <a:gd name="T5" fmla="*/ 101 h 28"/>
                  <a:gd name="T6" fmla="*/ 165 w 38"/>
                  <a:gd name="T7" fmla="*/ 116 h 2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8" h="28">
                    <a:moveTo>
                      <a:pt x="0" y="0"/>
                    </a:moveTo>
                    <a:cubicBezTo>
                      <a:pt x="3" y="2"/>
                      <a:pt x="9" y="12"/>
                      <a:pt x="14" y="15"/>
                    </a:cubicBezTo>
                    <a:cubicBezTo>
                      <a:pt x="19" y="19"/>
                      <a:pt x="26" y="21"/>
                      <a:pt x="30" y="24"/>
                    </a:cubicBezTo>
                    <a:cubicBezTo>
                      <a:pt x="33" y="25"/>
                      <a:pt x="36" y="26"/>
                      <a:pt x="38" y="28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3401" name="Freeform 471">
                <a:extLst>
                  <a:ext uri="{FF2B5EF4-FFF2-40B4-BE49-F238E27FC236}">
                    <a16:creationId xmlns:a16="http://schemas.microsoft.com/office/drawing/2014/main" id="{35B3E6AF-21DE-4A80-A821-B339F678CF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7" y="2546"/>
                <a:ext cx="49" cy="47"/>
              </a:xfrm>
              <a:custGeom>
                <a:avLst/>
                <a:gdLst>
                  <a:gd name="T0" fmla="*/ 131 w 30"/>
                  <a:gd name="T1" fmla="*/ 123 h 29"/>
                  <a:gd name="T2" fmla="*/ 47 w 30"/>
                  <a:gd name="T3" fmla="*/ 73 h 29"/>
                  <a:gd name="T4" fmla="*/ 0 w 30"/>
                  <a:gd name="T5" fmla="*/ 0 h 2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0" h="29">
                    <a:moveTo>
                      <a:pt x="30" y="29"/>
                    </a:moveTo>
                    <a:cubicBezTo>
                      <a:pt x="21" y="20"/>
                      <a:pt x="16" y="20"/>
                      <a:pt x="11" y="17"/>
                    </a:cubicBezTo>
                    <a:cubicBezTo>
                      <a:pt x="11" y="15"/>
                      <a:pt x="4" y="5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3402" name="Freeform 472">
                <a:extLst>
                  <a:ext uri="{FF2B5EF4-FFF2-40B4-BE49-F238E27FC236}">
                    <a16:creationId xmlns:a16="http://schemas.microsoft.com/office/drawing/2014/main" id="{B0079D6F-6844-490F-ACAD-5867595FE4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" y="2481"/>
                <a:ext cx="65" cy="86"/>
              </a:xfrm>
              <a:custGeom>
                <a:avLst/>
                <a:gdLst>
                  <a:gd name="T0" fmla="*/ 172 w 40"/>
                  <a:gd name="T1" fmla="*/ 221 h 53"/>
                  <a:gd name="T2" fmla="*/ 98 w 40"/>
                  <a:gd name="T3" fmla="*/ 164 h 53"/>
                  <a:gd name="T4" fmla="*/ 81 w 40"/>
                  <a:gd name="T5" fmla="*/ 47 h 53"/>
                  <a:gd name="T6" fmla="*/ 55 w 40"/>
                  <a:gd name="T7" fmla="*/ 0 h 53"/>
                  <a:gd name="T8" fmla="*/ 0 w 40"/>
                  <a:gd name="T9" fmla="*/ 89 h 53"/>
                  <a:gd name="T10" fmla="*/ 18 w 40"/>
                  <a:gd name="T11" fmla="*/ 177 h 5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0" h="53">
                    <a:moveTo>
                      <a:pt x="40" y="52"/>
                    </a:moveTo>
                    <a:cubicBezTo>
                      <a:pt x="30" y="53"/>
                      <a:pt x="24" y="44"/>
                      <a:pt x="23" y="38"/>
                    </a:cubicBezTo>
                    <a:cubicBezTo>
                      <a:pt x="21" y="32"/>
                      <a:pt x="20" y="15"/>
                      <a:pt x="19" y="11"/>
                    </a:cubicBezTo>
                    <a:cubicBezTo>
                      <a:pt x="19" y="6"/>
                      <a:pt x="18" y="0"/>
                      <a:pt x="13" y="0"/>
                    </a:cubicBezTo>
                    <a:cubicBezTo>
                      <a:pt x="6" y="5"/>
                      <a:pt x="0" y="14"/>
                      <a:pt x="0" y="21"/>
                    </a:cubicBezTo>
                    <a:cubicBezTo>
                      <a:pt x="0" y="28"/>
                      <a:pt x="5" y="34"/>
                      <a:pt x="4" y="41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3403" name="Freeform 473">
                <a:extLst>
                  <a:ext uri="{FF2B5EF4-FFF2-40B4-BE49-F238E27FC236}">
                    <a16:creationId xmlns:a16="http://schemas.microsoft.com/office/drawing/2014/main" id="{5655A120-2B3A-4762-93EC-5B059430CD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6" y="2609"/>
                <a:ext cx="21" cy="10"/>
              </a:xfrm>
              <a:custGeom>
                <a:avLst/>
                <a:gdLst>
                  <a:gd name="T0" fmla="*/ 55 w 13"/>
                  <a:gd name="T1" fmla="*/ 28 h 6"/>
                  <a:gd name="T2" fmla="*/ 0 w 13"/>
                  <a:gd name="T3" fmla="*/ 13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6">
                    <a:moveTo>
                      <a:pt x="13" y="6"/>
                    </a:moveTo>
                    <a:cubicBezTo>
                      <a:pt x="9" y="1"/>
                      <a:pt x="2" y="0"/>
                      <a:pt x="0" y="3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3404" name="Freeform 474">
                <a:extLst>
                  <a:ext uri="{FF2B5EF4-FFF2-40B4-BE49-F238E27FC236}">
                    <a16:creationId xmlns:a16="http://schemas.microsoft.com/office/drawing/2014/main" id="{F0A11230-F93E-4006-BD48-607AF57C81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7" y="2570"/>
                <a:ext cx="10" cy="12"/>
              </a:xfrm>
              <a:custGeom>
                <a:avLst/>
                <a:gdLst>
                  <a:gd name="T0" fmla="*/ 28 w 6"/>
                  <a:gd name="T1" fmla="*/ 9 h 7"/>
                  <a:gd name="T2" fmla="*/ 0 w 6"/>
                  <a:gd name="T3" fmla="*/ 36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7">
                    <a:moveTo>
                      <a:pt x="6" y="2"/>
                    </a:moveTo>
                    <a:cubicBezTo>
                      <a:pt x="3" y="0"/>
                      <a:pt x="2" y="4"/>
                      <a:pt x="0" y="7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3405" name="Freeform 475">
                <a:extLst>
                  <a:ext uri="{FF2B5EF4-FFF2-40B4-BE49-F238E27FC236}">
                    <a16:creationId xmlns:a16="http://schemas.microsoft.com/office/drawing/2014/main" id="{3CAFE718-757D-4F18-B703-15A71B3E9A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9" y="2543"/>
                <a:ext cx="8" cy="3"/>
              </a:xfrm>
              <a:custGeom>
                <a:avLst/>
                <a:gdLst>
                  <a:gd name="T0" fmla="*/ 21 w 5"/>
                  <a:gd name="T1" fmla="*/ 8 h 2"/>
                  <a:gd name="T2" fmla="*/ 0 w 5"/>
                  <a:gd name="T3" fmla="*/ 5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2">
                    <a:moveTo>
                      <a:pt x="5" y="2"/>
                    </a:moveTo>
                    <a:cubicBezTo>
                      <a:pt x="3" y="0"/>
                      <a:pt x="2" y="0"/>
                      <a:pt x="0" y="1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3406" name="Freeform 476">
                <a:extLst>
                  <a:ext uri="{FF2B5EF4-FFF2-40B4-BE49-F238E27FC236}">
                    <a16:creationId xmlns:a16="http://schemas.microsoft.com/office/drawing/2014/main" id="{C2C74A0A-F53F-4FAB-A4C9-8ECCDA6B63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5" y="2471"/>
                <a:ext cx="5" cy="16"/>
              </a:xfrm>
              <a:custGeom>
                <a:avLst/>
                <a:gdLst>
                  <a:gd name="T0" fmla="*/ 13 w 3"/>
                  <a:gd name="T1" fmla="*/ 42 h 10"/>
                  <a:gd name="T2" fmla="*/ 0 w 3"/>
                  <a:gd name="T3" fmla="*/ 0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0">
                    <a:moveTo>
                      <a:pt x="3" y="10"/>
                    </a:moveTo>
                    <a:cubicBezTo>
                      <a:pt x="3" y="5"/>
                      <a:pt x="1" y="3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3407" name="Freeform 477">
                <a:extLst>
                  <a:ext uri="{FF2B5EF4-FFF2-40B4-BE49-F238E27FC236}">
                    <a16:creationId xmlns:a16="http://schemas.microsoft.com/office/drawing/2014/main" id="{A2EF7E55-5D13-49EE-93F9-4693478C5D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0" y="2478"/>
                <a:ext cx="12" cy="3"/>
              </a:xfrm>
              <a:custGeom>
                <a:avLst/>
                <a:gdLst>
                  <a:gd name="T0" fmla="*/ 36 w 7"/>
                  <a:gd name="T1" fmla="*/ 8 h 2"/>
                  <a:gd name="T2" fmla="*/ 0 w 7"/>
                  <a:gd name="T3" fmla="*/ 8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2">
                    <a:moveTo>
                      <a:pt x="7" y="2"/>
                    </a:moveTo>
                    <a:cubicBezTo>
                      <a:pt x="4" y="0"/>
                      <a:pt x="2" y="1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3408" name="Freeform 478">
                <a:extLst>
                  <a:ext uri="{FF2B5EF4-FFF2-40B4-BE49-F238E27FC236}">
                    <a16:creationId xmlns:a16="http://schemas.microsoft.com/office/drawing/2014/main" id="{0E07FFDB-2DCF-4C2C-AF75-3B52D77E99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7" y="2502"/>
                <a:ext cx="33" cy="46"/>
              </a:xfrm>
              <a:custGeom>
                <a:avLst/>
                <a:gdLst>
                  <a:gd name="T0" fmla="*/ 89 w 20"/>
                  <a:gd name="T1" fmla="*/ 125 h 28"/>
                  <a:gd name="T2" fmla="*/ 35 w 20"/>
                  <a:gd name="T3" fmla="*/ 95 h 28"/>
                  <a:gd name="T4" fmla="*/ 0 w 20"/>
                  <a:gd name="T5" fmla="*/ 0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28">
                    <a:moveTo>
                      <a:pt x="20" y="28"/>
                    </a:moveTo>
                    <a:cubicBezTo>
                      <a:pt x="17" y="24"/>
                      <a:pt x="11" y="27"/>
                      <a:pt x="8" y="21"/>
                    </a:cubicBezTo>
                    <a:cubicBezTo>
                      <a:pt x="6" y="14"/>
                      <a:pt x="0" y="10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3409" name="Freeform 479">
                <a:extLst>
                  <a:ext uri="{FF2B5EF4-FFF2-40B4-BE49-F238E27FC236}">
                    <a16:creationId xmlns:a16="http://schemas.microsoft.com/office/drawing/2014/main" id="{ABC33F43-A94A-4616-ADD2-A04DD21761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4" y="2491"/>
                <a:ext cx="22" cy="40"/>
              </a:xfrm>
              <a:custGeom>
                <a:avLst/>
                <a:gdLst>
                  <a:gd name="T0" fmla="*/ 55 w 14"/>
                  <a:gd name="T1" fmla="*/ 102 h 25"/>
                  <a:gd name="T2" fmla="*/ 31 w 14"/>
                  <a:gd name="T3" fmla="*/ 90 h 25"/>
                  <a:gd name="T4" fmla="*/ 0 w 14"/>
                  <a:gd name="T5" fmla="*/ 0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25">
                    <a:moveTo>
                      <a:pt x="14" y="25"/>
                    </a:moveTo>
                    <a:cubicBezTo>
                      <a:pt x="12" y="21"/>
                      <a:pt x="11" y="23"/>
                      <a:pt x="8" y="22"/>
                    </a:cubicBezTo>
                    <a:cubicBezTo>
                      <a:pt x="5" y="21"/>
                      <a:pt x="1" y="6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3410" name="Freeform 480">
                <a:extLst>
                  <a:ext uri="{FF2B5EF4-FFF2-40B4-BE49-F238E27FC236}">
                    <a16:creationId xmlns:a16="http://schemas.microsoft.com/office/drawing/2014/main" id="{EF813B02-B34D-4DDC-BD8E-5317E77F33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1" y="2538"/>
                <a:ext cx="18" cy="19"/>
              </a:xfrm>
              <a:custGeom>
                <a:avLst/>
                <a:gdLst>
                  <a:gd name="T0" fmla="*/ 47 w 11"/>
                  <a:gd name="T1" fmla="*/ 8 h 12"/>
                  <a:gd name="T2" fmla="*/ 18 w 11"/>
                  <a:gd name="T3" fmla="*/ 48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12">
                    <a:moveTo>
                      <a:pt x="11" y="2"/>
                    </a:moveTo>
                    <a:cubicBezTo>
                      <a:pt x="0" y="0"/>
                      <a:pt x="4" y="10"/>
                      <a:pt x="4" y="12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3411" name="Freeform 481">
                <a:extLst>
                  <a:ext uri="{FF2B5EF4-FFF2-40B4-BE49-F238E27FC236}">
                    <a16:creationId xmlns:a16="http://schemas.microsoft.com/office/drawing/2014/main" id="{BCAFF764-9E9E-469E-BA1E-0374B16B0E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1" y="2406"/>
                <a:ext cx="153" cy="70"/>
              </a:xfrm>
              <a:custGeom>
                <a:avLst/>
                <a:gdLst>
                  <a:gd name="T0" fmla="*/ 203 w 94"/>
                  <a:gd name="T1" fmla="*/ 177 h 43"/>
                  <a:gd name="T2" fmla="*/ 199 w 94"/>
                  <a:gd name="T3" fmla="*/ 177 h 43"/>
                  <a:gd name="T4" fmla="*/ 0 w 94"/>
                  <a:gd name="T5" fmla="*/ 0 h 43"/>
                  <a:gd name="T6" fmla="*/ 199 w 94"/>
                  <a:gd name="T7" fmla="*/ 186 h 43"/>
                  <a:gd name="T8" fmla="*/ 203 w 94"/>
                  <a:gd name="T9" fmla="*/ 186 h 43"/>
                  <a:gd name="T10" fmla="*/ 405 w 94"/>
                  <a:gd name="T11" fmla="*/ 0 h 43"/>
                  <a:gd name="T12" fmla="*/ 203 w 94"/>
                  <a:gd name="T13" fmla="*/ 177 h 4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4" h="43">
                    <a:moveTo>
                      <a:pt x="47" y="41"/>
                    </a:moveTo>
                    <a:cubicBezTo>
                      <a:pt x="46" y="41"/>
                      <a:pt x="46" y="41"/>
                      <a:pt x="46" y="41"/>
                    </a:cubicBezTo>
                    <a:cubicBezTo>
                      <a:pt x="30" y="41"/>
                      <a:pt x="7" y="18"/>
                      <a:pt x="0" y="0"/>
                    </a:cubicBezTo>
                    <a:cubicBezTo>
                      <a:pt x="7" y="19"/>
                      <a:pt x="30" y="43"/>
                      <a:pt x="46" y="43"/>
                    </a:cubicBezTo>
                    <a:cubicBezTo>
                      <a:pt x="47" y="43"/>
                      <a:pt x="47" y="43"/>
                      <a:pt x="47" y="43"/>
                    </a:cubicBezTo>
                    <a:cubicBezTo>
                      <a:pt x="64" y="43"/>
                      <a:pt x="87" y="19"/>
                      <a:pt x="94" y="0"/>
                    </a:cubicBezTo>
                    <a:cubicBezTo>
                      <a:pt x="87" y="18"/>
                      <a:pt x="63" y="41"/>
                      <a:pt x="47" y="41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3412" name="Freeform 482">
                <a:extLst>
                  <a:ext uri="{FF2B5EF4-FFF2-40B4-BE49-F238E27FC236}">
                    <a16:creationId xmlns:a16="http://schemas.microsoft.com/office/drawing/2014/main" id="{6ECB61B7-4C1E-423B-A64D-8A618FE64D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8" y="3822"/>
                <a:ext cx="6" cy="34"/>
              </a:xfrm>
              <a:custGeom>
                <a:avLst/>
                <a:gdLst>
                  <a:gd name="T0" fmla="*/ 14 w 4"/>
                  <a:gd name="T1" fmla="*/ 0 h 21"/>
                  <a:gd name="T2" fmla="*/ 0 w 4"/>
                  <a:gd name="T3" fmla="*/ 89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1">
                    <a:moveTo>
                      <a:pt x="4" y="0"/>
                    </a:moveTo>
                    <a:cubicBezTo>
                      <a:pt x="4" y="8"/>
                      <a:pt x="0" y="21"/>
                      <a:pt x="0" y="21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3413" name="Freeform 483">
                <a:extLst>
                  <a:ext uri="{FF2B5EF4-FFF2-40B4-BE49-F238E27FC236}">
                    <a16:creationId xmlns:a16="http://schemas.microsoft.com/office/drawing/2014/main" id="{2D86298B-1B88-45D7-A08E-8195096019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3" y="1248"/>
                <a:ext cx="152" cy="18"/>
              </a:xfrm>
              <a:custGeom>
                <a:avLst/>
                <a:gdLst>
                  <a:gd name="T0" fmla="*/ 296 w 93"/>
                  <a:gd name="T1" fmla="*/ 18 h 11"/>
                  <a:gd name="T2" fmla="*/ 173 w 93"/>
                  <a:gd name="T3" fmla="*/ 18 h 11"/>
                  <a:gd name="T4" fmla="*/ 8 w 93"/>
                  <a:gd name="T5" fmla="*/ 26 h 11"/>
                  <a:gd name="T6" fmla="*/ 5 w 93"/>
                  <a:gd name="T7" fmla="*/ 47 h 11"/>
                  <a:gd name="T8" fmla="*/ 13 w 93"/>
                  <a:gd name="T9" fmla="*/ 34 h 11"/>
                  <a:gd name="T10" fmla="*/ 173 w 93"/>
                  <a:gd name="T11" fmla="*/ 26 h 11"/>
                  <a:gd name="T12" fmla="*/ 296 w 93"/>
                  <a:gd name="T13" fmla="*/ 21 h 11"/>
                  <a:gd name="T14" fmla="*/ 405 w 93"/>
                  <a:gd name="T15" fmla="*/ 0 h 11"/>
                  <a:gd name="T16" fmla="*/ 296 w 93"/>
                  <a:gd name="T17" fmla="*/ 18 h 1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3" h="11">
                    <a:moveTo>
                      <a:pt x="68" y="4"/>
                    </a:moveTo>
                    <a:cubicBezTo>
                      <a:pt x="63" y="6"/>
                      <a:pt x="52" y="5"/>
                      <a:pt x="40" y="4"/>
                    </a:cubicBezTo>
                    <a:cubicBezTo>
                      <a:pt x="24" y="2"/>
                      <a:pt x="7" y="1"/>
                      <a:pt x="2" y="6"/>
                    </a:cubicBezTo>
                    <a:cubicBezTo>
                      <a:pt x="0" y="8"/>
                      <a:pt x="1" y="9"/>
                      <a:pt x="1" y="11"/>
                    </a:cubicBezTo>
                    <a:cubicBezTo>
                      <a:pt x="1" y="10"/>
                      <a:pt x="2" y="9"/>
                      <a:pt x="3" y="8"/>
                    </a:cubicBezTo>
                    <a:cubicBezTo>
                      <a:pt x="8" y="3"/>
                      <a:pt x="25" y="4"/>
                      <a:pt x="40" y="6"/>
                    </a:cubicBezTo>
                    <a:cubicBezTo>
                      <a:pt x="52" y="7"/>
                      <a:pt x="64" y="8"/>
                      <a:pt x="68" y="5"/>
                    </a:cubicBezTo>
                    <a:cubicBezTo>
                      <a:pt x="73" y="3"/>
                      <a:pt x="89" y="1"/>
                      <a:pt x="93" y="0"/>
                    </a:cubicBezTo>
                    <a:cubicBezTo>
                      <a:pt x="87" y="1"/>
                      <a:pt x="73" y="1"/>
                      <a:pt x="68" y="4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3414" name="Freeform 484">
                <a:extLst>
                  <a:ext uri="{FF2B5EF4-FFF2-40B4-BE49-F238E27FC236}">
                    <a16:creationId xmlns:a16="http://schemas.microsoft.com/office/drawing/2014/main" id="{9DF940E3-C46E-468F-8FCF-CD8EAB3C80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2" y="3956"/>
                <a:ext cx="18" cy="65"/>
              </a:xfrm>
              <a:custGeom>
                <a:avLst/>
                <a:gdLst>
                  <a:gd name="T0" fmla="*/ 5 w 11"/>
                  <a:gd name="T1" fmla="*/ 0 h 40"/>
                  <a:gd name="T2" fmla="*/ 21 w 11"/>
                  <a:gd name="T3" fmla="*/ 55 h 40"/>
                  <a:gd name="T4" fmla="*/ 47 w 11"/>
                  <a:gd name="T5" fmla="*/ 172 h 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40">
                    <a:moveTo>
                      <a:pt x="1" y="0"/>
                    </a:moveTo>
                    <a:cubicBezTo>
                      <a:pt x="0" y="4"/>
                      <a:pt x="2" y="9"/>
                      <a:pt x="5" y="13"/>
                    </a:cubicBezTo>
                    <a:cubicBezTo>
                      <a:pt x="8" y="17"/>
                      <a:pt x="10" y="38"/>
                      <a:pt x="11" y="4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3415" name="Freeform 485">
                <a:extLst>
                  <a:ext uri="{FF2B5EF4-FFF2-40B4-BE49-F238E27FC236}">
                    <a16:creationId xmlns:a16="http://schemas.microsoft.com/office/drawing/2014/main" id="{7B17B993-E949-4455-9BC5-552DF0F40B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0" y="3959"/>
                <a:ext cx="38" cy="62"/>
              </a:xfrm>
              <a:custGeom>
                <a:avLst/>
                <a:gdLst>
                  <a:gd name="T0" fmla="*/ 0 w 23"/>
                  <a:gd name="T1" fmla="*/ 0 h 38"/>
                  <a:gd name="T2" fmla="*/ 58 w 23"/>
                  <a:gd name="T3" fmla="*/ 62 h 38"/>
                  <a:gd name="T4" fmla="*/ 83 w 23"/>
                  <a:gd name="T5" fmla="*/ 165 h 3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38">
                    <a:moveTo>
                      <a:pt x="0" y="0"/>
                    </a:moveTo>
                    <a:cubicBezTo>
                      <a:pt x="3" y="7"/>
                      <a:pt x="11" y="12"/>
                      <a:pt x="13" y="14"/>
                    </a:cubicBezTo>
                    <a:cubicBezTo>
                      <a:pt x="23" y="26"/>
                      <a:pt x="15" y="24"/>
                      <a:pt x="18" y="38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3416" name="Freeform 486">
                <a:extLst>
                  <a:ext uri="{FF2B5EF4-FFF2-40B4-BE49-F238E27FC236}">
                    <a16:creationId xmlns:a16="http://schemas.microsoft.com/office/drawing/2014/main" id="{A42DFF25-D2CA-43A5-BFE2-E6F2AA61F7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8" y="3956"/>
                <a:ext cx="41" cy="61"/>
              </a:xfrm>
              <a:custGeom>
                <a:avLst/>
                <a:gdLst>
                  <a:gd name="T0" fmla="*/ 0 w 25"/>
                  <a:gd name="T1" fmla="*/ 0 h 38"/>
                  <a:gd name="T2" fmla="*/ 56 w 25"/>
                  <a:gd name="T3" fmla="*/ 55 h 38"/>
                  <a:gd name="T4" fmla="*/ 102 w 25"/>
                  <a:gd name="T5" fmla="*/ 157 h 3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38">
                    <a:moveTo>
                      <a:pt x="0" y="0"/>
                    </a:moveTo>
                    <a:cubicBezTo>
                      <a:pt x="4" y="5"/>
                      <a:pt x="8" y="8"/>
                      <a:pt x="13" y="13"/>
                    </a:cubicBezTo>
                    <a:cubicBezTo>
                      <a:pt x="25" y="25"/>
                      <a:pt x="17" y="24"/>
                      <a:pt x="23" y="38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3417" name="Freeform 487">
                <a:extLst>
                  <a:ext uri="{FF2B5EF4-FFF2-40B4-BE49-F238E27FC236}">
                    <a16:creationId xmlns:a16="http://schemas.microsoft.com/office/drawing/2014/main" id="{9CCAD4E4-1667-4FAE-873B-62906A3229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4" y="3947"/>
                <a:ext cx="26" cy="46"/>
              </a:xfrm>
              <a:custGeom>
                <a:avLst/>
                <a:gdLst>
                  <a:gd name="T0" fmla="*/ 0 w 16"/>
                  <a:gd name="T1" fmla="*/ 0 h 28"/>
                  <a:gd name="T2" fmla="*/ 42 w 16"/>
                  <a:gd name="T3" fmla="*/ 49 h 28"/>
                  <a:gd name="T4" fmla="*/ 68 w 16"/>
                  <a:gd name="T5" fmla="*/ 125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28">
                    <a:moveTo>
                      <a:pt x="0" y="0"/>
                    </a:moveTo>
                    <a:cubicBezTo>
                      <a:pt x="2" y="4"/>
                      <a:pt x="7" y="8"/>
                      <a:pt x="10" y="11"/>
                    </a:cubicBezTo>
                    <a:cubicBezTo>
                      <a:pt x="13" y="15"/>
                      <a:pt x="11" y="19"/>
                      <a:pt x="16" y="28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3418" name="Freeform 488">
                <a:extLst>
                  <a:ext uri="{FF2B5EF4-FFF2-40B4-BE49-F238E27FC236}">
                    <a16:creationId xmlns:a16="http://schemas.microsoft.com/office/drawing/2014/main" id="{9D711BD6-8DA3-4469-93D6-A0233159B1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6" y="3990"/>
                <a:ext cx="35" cy="21"/>
              </a:xfrm>
              <a:custGeom>
                <a:avLst/>
                <a:gdLst>
                  <a:gd name="T0" fmla="*/ 97 w 21"/>
                  <a:gd name="T1" fmla="*/ 39 h 13"/>
                  <a:gd name="T2" fmla="*/ 28 w 21"/>
                  <a:gd name="T3" fmla="*/ 55 h 13"/>
                  <a:gd name="T4" fmla="*/ 47 w 21"/>
                  <a:gd name="T5" fmla="*/ 0 h 13"/>
                  <a:gd name="T6" fmla="*/ 97 w 21"/>
                  <a:gd name="T7" fmla="*/ 39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13">
                    <a:moveTo>
                      <a:pt x="21" y="9"/>
                    </a:moveTo>
                    <a:cubicBezTo>
                      <a:pt x="14" y="7"/>
                      <a:pt x="8" y="11"/>
                      <a:pt x="6" y="13"/>
                    </a:cubicBezTo>
                    <a:cubicBezTo>
                      <a:pt x="0" y="3"/>
                      <a:pt x="5" y="0"/>
                      <a:pt x="10" y="0"/>
                    </a:cubicBezTo>
                    <a:cubicBezTo>
                      <a:pt x="20" y="1"/>
                      <a:pt x="21" y="6"/>
                      <a:pt x="21" y="9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3419" name="Freeform 489">
                <a:extLst>
                  <a:ext uri="{FF2B5EF4-FFF2-40B4-BE49-F238E27FC236}">
                    <a16:creationId xmlns:a16="http://schemas.microsoft.com/office/drawing/2014/main" id="{3499DE23-505D-4154-BB7E-C937A848A0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3" y="3998"/>
                <a:ext cx="18" cy="18"/>
              </a:xfrm>
              <a:custGeom>
                <a:avLst/>
                <a:gdLst>
                  <a:gd name="T0" fmla="*/ 47 w 11"/>
                  <a:gd name="T1" fmla="*/ 47 h 11"/>
                  <a:gd name="T2" fmla="*/ 0 w 11"/>
                  <a:gd name="T3" fmla="*/ 43 h 11"/>
                  <a:gd name="T4" fmla="*/ 47 w 11"/>
                  <a:gd name="T5" fmla="*/ 47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1">
                    <a:moveTo>
                      <a:pt x="11" y="11"/>
                    </a:moveTo>
                    <a:cubicBezTo>
                      <a:pt x="9" y="11"/>
                      <a:pt x="1" y="9"/>
                      <a:pt x="0" y="10"/>
                    </a:cubicBezTo>
                    <a:cubicBezTo>
                      <a:pt x="0" y="2"/>
                      <a:pt x="11" y="0"/>
                      <a:pt x="11" y="11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3420" name="Freeform 490">
                <a:extLst>
                  <a:ext uri="{FF2B5EF4-FFF2-40B4-BE49-F238E27FC236}">
                    <a16:creationId xmlns:a16="http://schemas.microsoft.com/office/drawing/2014/main" id="{FFF46309-9546-42B5-8F77-5827CD2946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1" y="4003"/>
                <a:ext cx="16" cy="14"/>
              </a:xfrm>
              <a:custGeom>
                <a:avLst/>
                <a:gdLst>
                  <a:gd name="T0" fmla="*/ 42 w 10"/>
                  <a:gd name="T1" fmla="*/ 26 h 9"/>
                  <a:gd name="T2" fmla="*/ 0 w 10"/>
                  <a:gd name="T3" fmla="*/ 26 h 9"/>
                  <a:gd name="T4" fmla="*/ 42 w 10"/>
                  <a:gd name="T5" fmla="*/ 26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9">
                    <a:moveTo>
                      <a:pt x="10" y="7"/>
                    </a:moveTo>
                    <a:cubicBezTo>
                      <a:pt x="7" y="9"/>
                      <a:pt x="2" y="9"/>
                      <a:pt x="0" y="7"/>
                    </a:cubicBezTo>
                    <a:cubicBezTo>
                      <a:pt x="1" y="0"/>
                      <a:pt x="10" y="3"/>
                      <a:pt x="10" y="7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3421" name="Freeform 491">
                <a:extLst>
                  <a:ext uri="{FF2B5EF4-FFF2-40B4-BE49-F238E27FC236}">
                    <a16:creationId xmlns:a16="http://schemas.microsoft.com/office/drawing/2014/main" id="{80A4183B-E283-4043-9BF8-2B789888A4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5" y="3988"/>
                <a:ext cx="13" cy="13"/>
              </a:xfrm>
              <a:custGeom>
                <a:avLst/>
                <a:gdLst>
                  <a:gd name="T0" fmla="*/ 34 w 8"/>
                  <a:gd name="T1" fmla="*/ 21 h 8"/>
                  <a:gd name="T2" fmla="*/ 5 w 8"/>
                  <a:gd name="T3" fmla="*/ 29 h 8"/>
                  <a:gd name="T4" fmla="*/ 34 w 8"/>
                  <a:gd name="T5" fmla="*/ 21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8">
                    <a:moveTo>
                      <a:pt x="8" y="5"/>
                    </a:moveTo>
                    <a:cubicBezTo>
                      <a:pt x="7" y="7"/>
                      <a:pt x="3" y="8"/>
                      <a:pt x="1" y="7"/>
                    </a:cubicBezTo>
                    <a:cubicBezTo>
                      <a:pt x="0" y="0"/>
                      <a:pt x="6" y="1"/>
                      <a:pt x="8" y="5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3422" name="Freeform 492">
                <a:extLst>
                  <a:ext uri="{FF2B5EF4-FFF2-40B4-BE49-F238E27FC236}">
                    <a16:creationId xmlns:a16="http://schemas.microsoft.com/office/drawing/2014/main" id="{B523D033-0713-4620-8EFD-5F6AE8694A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9" y="1629"/>
                <a:ext cx="62" cy="67"/>
              </a:xfrm>
              <a:custGeom>
                <a:avLst/>
                <a:gdLst>
                  <a:gd name="T0" fmla="*/ 160 w 38"/>
                  <a:gd name="T1" fmla="*/ 96 h 41"/>
                  <a:gd name="T2" fmla="*/ 88 w 38"/>
                  <a:gd name="T3" fmla="*/ 5 h 41"/>
                  <a:gd name="T4" fmla="*/ 5 w 38"/>
                  <a:gd name="T5" fmla="*/ 88 h 41"/>
                  <a:gd name="T6" fmla="*/ 77 w 38"/>
                  <a:gd name="T7" fmla="*/ 178 h 41"/>
                  <a:gd name="T8" fmla="*/ 160 w 38"/>
                  <a:gd name="T9" fmla="*/ 96 h 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" h="41">
                    <a:moveTo>
                      <a:pt x="37" y="22"/>
                    </a:moveTo>
                    <a:cubicBezTo>
                      <a:pt x="38" y="12"/>
                      <a:pt x="30" y="2"/>
                      <a:pt x="20" y="1"/>
                    </a:cubicBezTo>
                    <a:cubicBezTo>
                      <a:pt x="10" y="0"/>
                      <a:pt x="2" y="9"/>
                      <a:pt x="1" y="20"/>
                    </a:cubicBezTo>
                    <a:cubicBezTo>
                      <a:pt x="0" y="30"/>
                      <a:pt x="8" y="40"/>
                      <a:pt x="18" y="41"/>
                    </a:cubicBezTo>
                    <a:cubicBezTo>
                      <a:pt x="28" y="41"/>
                      <a:pt x="36" y="33"/>
                      <a:pt x="37" y="22"/>
                    </a:cubicBezTo>
                  </a:path>
                </a:pathLst>
              </a:custGeom>
              <a:solidFill>
                <a:srgbClr val="EDC3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3423" name="Freeform 493">
                <a:extLst>
                  <a:ext uri="{FF2B5EF4-FFF2-40B4-BE49-F238E27FC236}">
                    <a16:creationId xmlns:a16="http://schemas.microsoft.com/office/drawing/2014/main" id="{DF734245-ED32-42CF-9695-27D2F750E7E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057" y="1648"/>
                <a:ext cx="26" cy="30"/>
              </a:xfrm>
              <a:custGeom>
                <a:avLst/>
                <a:gdLst>
                  <a:gd name="T0" fmla="*/ 0 w 16"/>
                  <a:gd name="T1" fmla="*/ 37 h 18"/>
                  <a:gd name="T2" fmla="*/ 8 w 16"/>
                  <a:gd name="T3" fmla="*/ 70 h 18"/>
                  <a:gd name="T4" fmla="*/ 29 w 16"/>
                  <a:gd name="T5" fmla="*/ 83 h 18"/>
                  <a:gd name="T6" fmla="*/ 55 w 16"/>
                  <a:gd name="T7" fmla="*/ 70 h 18"/>
                  <a:gd name="T8" fmla="*/ 68 w 16"/>
                  <a:gd name="T9" fmla="*/ 47 h 18"/>
                  <a:gd name="T10" fmla="*/ 60 w 16"/>
                  <a:gd name="T11" fmla="*/ 22 h 18"/>
                  <a:gd name="T12" fmla="*/ 55 w 16"/>
                  <a:gd name="T13" fmla="*/ 28 h 18"/>
                  <a:gd name="T14" fmla="*/ 55 w 16"/>
                  <a:gd name="T15" fmla="*/ 33 h 18"/>
                  <a:gd name="T16" fmla="*/ 55 w 16"/>
                  <a:gd name="T17" fmla="*/ 42 h 18"/>
                  <a:gd name="T18" fmla="*/ 55 w 16"/>
                  <a:gd name="T19" fmla="*/ 42 h 18"/>
                  <a:gd name="T20" fmla="*/ 55 w 16"/>
                  <a:gd name="T21" fmla="*/ 42 h 18"/>
                  <a:gd name="T22" fmla="*/ 47 w 16"/>
                  <a:gd name="T23" fmla="*/ 62 h 18"/>
                  <a:gd name="T24" fmla="*/ 29 w 16"/>
                  <a:gd name="T25" fmla="*/ 70 h 18"/>
                  <a:gd name="T26" fmla="*/ 18 w 16"/>
                  <a:gd name="T27" fmla="*/ 62 h 18"/>
                  <a:gd name="T28" fmla="*/ 8 w 16"/>
                  <a:gd name="T29" fmla="*/ 50 h 18"/>
                  <a:gd name="T30" fmla="*/ 5 w 16"/>
                  <a:gd name="T31" fmla="*/ 33 h 18"/>
                  <a:gd name="T32" fmla="*/ 0 w 16"/>
                  <a:gd name="T33" fmla="*/ 37 h 18"/>
                  <a:gd name="T34" fmla="*/ 39 w 16"/>
                  <a:gd name="T35" fmla="*/ 13 h 18"/>
                  <a:gd name="T36" fmla="*/ 39 w 16"/>
                  <a:gd name="T37" fmla="*/ 5 h 18"/>
                  <a:gd name="T38" fmla="*/ 34 w 16"/>
                  <a:gd name="T39" fmla="*/ 0 h 18"/>
                  <a:gd name="T40" fmla="*/ 29 w 16"/>
                  <a:gd name="T41" fmla="*/ 5 h 18"/>
                  <a:gd name="T42" fmla="*/ 29 w 16"/>
                  <a:gd name="T43" fmla="*/ 8 h 18"/>
                  <a:gd name="T44" fmla="*/ 29 w 16"/>
                  <a:gd name="T45" fmla="*/ 20 h 18"/>
                  <a:gd name="T46" fmla="*/ 34 w 16"/>
                  <a:gd name="T47" fmla="*/ 13 h 18"/>
                  <a:gd name="T48" fmla="*/ 39 w 16"/>
                  <a:gd name="T49" fmla="*/ 20 h 18"/>
                  <a:gd name="T50" fmla="*/ 39 w 16"/>
                  <a:gd name="T51" fmla="*/ 13 h 18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16" h="18">
                    <a:moveTo>
                      <a:pt x="0" y="8"/>
                    </a:moveTo>
                    <a:cubicBezTo>
                      <a:pt x="2" y="15"/>
                      <a:pt x="2" y="15"/>
                      <a:pt x="2" y="15"/>
                    </a:cubicBezTo>
                    <a:cubicBezTo>
                      <a:pt x="7" y="18"/>
                      <a:pt x="7" y="18"/>
                      <a:pt x="7" y="18"/>
                    </a:cubicBezTo>
                    <a:cubicBezTo>
                      <a:pt x="13" y="15"/>
                      <a:pt x="13" y="15"/>
                      <a:pt x="13" y="15"/>
                    </a:cubicBezTo>
                    <a:cubicBezTo>
                      <a:pt x="16" y="10"/>
                      <a:pt x="16" y="10"/>
                      <a:pt x="16" y="10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3" y="6"/>
                      <a:pt x="13" y="6"/>
                      <a:pt x="13" y="7"/>
                    </a:cubicBezTo>
                    <a:cubicBezTo>
                      <a:pt x="13" y="7"/>
                      <a:pt x="13" y="8"/>
                      <a:pt x="13" y="9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3" y="9"/>
                      <a:pt x="13" y="10"/>
                      <a:pt x="13" y="9"/>
                    </a:cubicBezTo>
                    <a:cubicBezTo>
                      <a:pt x="11" y="13"/>
                      <a:pt x="11" y="13"/>
                      <a:pt x="11" y="13"/>
                    </a:cubicBezTo>
                    <a:cubicBezTo>
                      <a:pt x="11" y="13"/>
                      <a:pt x="8" y="15"/>
                      <a:pt x="7" y="15"/>
                    </a:cubicBezTo>
                    <a:cubicBezTo>
                      <a:pt x="4" y="13"/>
                      <a:pt x="4" y="13"/>
                      <a:pt x="4" y="13"/>
                    </a:cubicBezTo>
                    <a:cubicBezTo>
                      <a:pt x="3" y="13"/>
                      <a:pt x="2" y="12"/>
                      <a:pt x="2" y="11"/>
                    </a:cubicBezTo>
                    <a:cubicBezTo>
                      <a:pt x="2" y="10"/>
                      <a:pt x="1" y="8"/>
                      <a:pt x="1" y="7"/>
                    </a:cubicBezTo>
                    <a:lnTo>
                      <a:pt x="0" y="8"/>
                    </a:lnTo>
                    <a:close/>
                    <a:moveTo>
                      <a:pt x="9" y="3"/>
                    </a:moveTo>
                    <a:cubicBezTo>
                      <a:pt x="9" y="2"/>
                      <a:pt x="9" y="2"/>
                      <a:pt x="9" y="1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1"/>
                      <a:pt x="7" y="1"/>
                      <a:pt x="7" y="2"/>
                    </a:cubicBezTo>
                    <a:cubicBezTo>
                      <a:pt x="7" y="2"/>
                      <a:pt x="7" y="3"/>
                      <a:pt x="7" y="4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8" y="3"/>
                      <a:pt x="9" y="3"/>
                      <a:pt x="9" y="4"/>
                    </a:cubicBezTo>
                    <a:cubicBezTo>
                      <a:pt x="9" y="3"/>
                      <a:pt x="9" y="3"/>
                      <a:pt x="9" y="3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3424" name="Freeform 494">
                <a:extLst>
                  <a:ext uri="{FF2B5EF4-FFF2-40B4-BE49-F238E27FC236}">
                    <a16:creationId xmlns:a16="http://schemas.microsoft.com/office/drawing/2014/main" id="{04E0F5BE-AE67-4CA8-9C39-5E80F9E9AE3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039" y="1629"/>
                <a:ext cx="62" cy="70"/>
              </a:xfrm>
              <a:custGeom>
                <a:avLst/>
                <a:gdLst>
                  <a:gd name="T0" fmla="*/ 152 w 38"/>
                  <a:gd name="T1" fmla="*/ 98 h 43"/>
                  <a:gd name="T2" fmla="*/ 147 w 38"/>
                  <a:gd name="T3" fmla="*/ 122 h 43"/>
                  <a:gd name="T4" fmla="*/ 160 w 38"/>
                  <a:gd name="T5" fmla="*/ 125 h 43"/>
                  <a:gd name="T6" fmla="*/ 165 w 38"/>
                  <a:gd name="T7" fmla="*/ 103 h 43"/>
                  <a:gd name="T8" fmla="*/ 152 w 38"/>
                  <a:gd name="T9" fmla="*/ 98 h 43"/>
                  <a:gd name="T10" fmla="*/ 88 w 38"/>
                  <a:gd name="T11" fmla="*/ 13 h 43"/>
                  <a:gd name="T12" fmla="*/ 90 w 38"/>
                  <a:gd name="T13" fmla="*/ 13 h 43"/>
                  <a:gd name="T14" fmla="*/ 90 w 38"/>
                  <a:gd name="T15" fmla="*/ 5 h 43"/>
                  <a:gd name="T16" fmla="*/ 88 w 38"/>
                  <a:gd name="T17" fmla="*/ 5 h 43"/>
                  <a:gd name="T18" fmla="*/ 88 w 38"/>
                  <a:gd name="T19" fmla="*/ 13 h 43"/>
                  <a:gd name="T20" fmla="*/ 88 w 38"/>
                  <a:gd name="T21" fmla="*/ 13 h 43"/>
                  <a:gd name="T22" fmla="*/ 8 w 38"/>
                  <a:gd name="T23" fmla="*/ 88 h 43"/>
                  <a:gd name="T24" fmla="*/ 21 w 38"/>
                  <a:gd name="T25" fmla="*/ 47 h 43"/>
                  <a:gd name="T26" fmla="*/ 13 w 38"/>
                  <a:gd name="T27" fmla="*/ 42 h 43"/>
                  <a:gd name="T28" fmla="*/ 8 w 38"/>
                  <a:gd name="T29" fmla="*/ 42 h 43"/>
                  <a:gd name="T30" fmla="*/ 0 w 38"/>
                  <a:gd name="T31" fmla="*/ 77 h 43"/>
                  <a:gd name="T32" fmla="*/ 8 w 38"/>
                  <a:gd name="T33" fmla="*/ 90 h 43"/>
                  <a:gd name="T34" fmla="*/ 8 w 38"/>
                  <a:gd name="T35" fmla="*/ 88 h 43"/>
                  <a:gd name="T36" fmla="*/ 13 w 38"/>
                  <a:gd name="T37" fmla="*/ 117 h 43"/>
                  <a:gd name="T38" fmla="*/ 0 w 38"/>
                  <a:gd name="T39" fmla="*/ 111 h 43"/>
                  <a:gd name="T40" fmla="*/ 18 w 38"/>
                  <a:gd name="T41" fmla="*/ 151 h 43"/>
                  <a:gd name="T42" fmla="*/ 75 w 38"/>
                  <a:gd name="T43" fmla="*/ 181 h 43"/>
                  <a:gd name="T44" fmla="*/ 147 w 38"/>
                  <a:gd name="T45" fmla="*/ 147 h 43"/>
                  <a:gd name="T46" fmla="*/ 139 w 38"/>
                  <a:gd name="T47" fmla="*/ 143 h 43"/>
                  <a:gd name="T48" fmla="*/ 77 w 38"/>
                  <a:gd name="T49" fmla="*/ 168 h 43"/>
                  <a:gd name="T50" fmla="*/ 26 w 38"/>
                  <a:gd name="T51" fmla="*/ 143 h 43"/>
                  <a:gd name="T52" fmla="*/ 13 w 38"/>
                  <a:gd name="T53" fmla="*/ 117 h 43"/>
                  <a:gd name="T54" fmla="*/ 147 w 38"/>
                  <a:gd name="T55" fmla="*/ 55 h 43"/>
                  <a:gd name="T56" fmla="*/ 157 w 38"/>
                  <a:gd name="T57" fmla="*/ 47 h 43"/>
                  <a:gd name="T58" fmla="*/ 144 w 38"/>
                  <a:gd name="T59" fmla="*/ 29 h 43"/>
                  <a:gd name="T60" fmla="*/ 135 w 38"/>
                  <a:gd name="T61" fmla="*/ 39 h 43"/>
                  <a:gd name="T62" fmla="*/ 147 w 38"/>
                  <a:gd name="T63" fmla="*/ 55 h 43"/>
                  <a:gd name="T64" fmla="*/ 165 w 38"/>
                  <a:gd name="T65" fmla="*/ 77 h 43"/>
                  <a:gd name="T66" fmla="*/ 165 w 38"/>
                  <a:gd name="T67" fmla="*/ 77 h 43"/>
                  <a:gd name="T68" fmla="*/ 165 w 38"/>
                  <a:gd name="T69" fmla="*/ 75 h 43"/>
                  <a:gd name="T70" fmla="*/ 165 w 38"/>
                  <a:gd name="T71" fmla="*/ 77 h 43"/>
                  <a:gd name="T72" fmla="*/ 62 w 38"/>
                  <a:gd name="T73" fmla="*/ 18 h 43"/>
                  <a:gd name="T74" fmla="*/ 62 w 38"/>
                  <a:gd name="T75" fmla="*/ 0 h 43"/>
                  <a:gd name="T76" fmla="*/ 26 w 38"/>
                  <a:gd name="T77" fmla="*/ 21 h 43"/>
                  <a:gd name="T78" fmla="*/ 39 w 38"/>
                  <a:gd name="T79" fmla="*/ 26 h 43"/>
                  <a:gd name="T80" fmla="*/ 62 w 38"/>
                  <a:gd name="T81" fmla="*/ 18 h 43"/>
                  <a:gd name="T82" fmla="*/ 117 w 38"/>
                  <a:gd name="T83" fmla="*/ 21 h 43"/>
                  <a:gd name="T84" fmla="*/ 126 w 38"/>
                  <a:gd name="T85" fmla="*/ 13 h 43"/>
                  <a:gd name="T86" fmla="*/ 113 w 38"/>
                  <a:gd name="T87" fmla="*/ 5 h 43"/>
                  <a:gd name="T88" fmla="*/ 117 w 38"/>
                  <a:gd name="T89" fmla="*/ 21 h 43"/>
                  <a:gd name="T90" fmla="*/ 117 w 38"/>
                  <a:gd name="T91" fmla="*/ 21 h 43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38" h="43">
                    <a:moveTo>
                      <a:pt x="35" y="23"/>
                    </a:moveTo>
                    <a:cubicBezTo>
                      <a:pt x="35" y="25"/>
                      <a:pt x="35" y="26"/>
                      <a:pt x="34" y="28"/>
                    </a:cubicBezTo>
                    <a:cubicBezTo>
                      <a:pt x="35" y="28"/>
                      <a:pt x="36" y="28"/>
                      <a:pt x="37" y="29"/>
                    </a:cubicBezTo>
                    <a:cubicBezTo>
                      <a:pt x="37" y="27"/>
                      <a:pt x="38" y="26"/>
                      <a:pt x="38" y="24"/>
                    </a:cubicBezTo>
                    <a:cubicBezTo>
                      <a:pt x="37" y="24"/>
                      <a:pt x="36" y="23"/>
                      <a:pt x="35" y="23"/>
                    </a:cubicBezTo>
                    <a:moveTo>
                      <a:pt x="20" y="3"/>
                    </a:moveTo>
                    <a:cubicBezTo>
                      <a:pt x="20" y="3"/>
                      <a:pt x="21" y="3"/>
                      <a:pt x="21" y="3"/>
                    </a:cubicBezTo>
                    <a:cubicBezTo>
                      <a:pt x="21" y="2"/>
                      <a:pt x="21" y="2"/>
                      <a:pt x="21" y="1"/>
                    </a:cubicBezTo>
                    <a:cubicBezTo>
                      <a:pt x="21" y="1"/>
                      <a:pt x="20" y="1"/>
                      <a:pt x="20" y="1"/>
                    </a:cubicBezTo>
                    <a:cubicBezTo>
                      <a:pt x="20" y="2"/>
                      <a:pt x="20" y="2"/>
                      <a:pt x="20" y="3"/>
                    </a:cubicBezTo>
                    <a:cubicBezTo>
                      <a:pt x="20" y="3"/>
                      <a:pt x="20" y="3"/>
                      <a:pt x="20" y="3"/>
                    </a:cubicBezTo>
                    <a:moveTo>
                      <a:pt x="2" y="20"/>
                    </a:moveTo>
                    <a:cubicBezTo>
                      <a:pt x="2" y="16"/>
                      <a:pt x="3" y="14"/>
                      <a:pt x="5" y="11"/>
                    </a:cubicBezTo>
                    <a:cubicBezTo>
                      <a:pt x="4" y="11"/>
                      <a:pt x="4" y="10"/>
                      <a:pt x="3" y="10"/>
                    </a:cubicBezTo>
                    <a:cubicBezTo>
                      <a:pt x="3" y="10"/>
                      <a:pt x="3" y="10"/>
                      <a:pt x="2" y="10"/>
                    </a:cubicBezTo>
                    <a:cubicBezTo>
                      <a:pt x="1" y="12"/>
                      <a:pt x="0" y="15"/>
                      <a:pt x="0" y="18"/>
                    </a:cubicBezTo>
                    <a:cubicBezTo>
                      <a:pt x="0" y="19"/>
                      <a:pt x="1" y="20"/>
                      <a:pt x="2" y="21"/>
                    </a:cubicBezTo>
                    <a:cubicBezTo>
                      <a:pt x="2" y="20"/>
                      <a:pt x="2" y="20"/>
                      <a:pt x="2" y="20"/>
                    </a:cubicBezTo>
                    <a:moveTo>
                      <a:pt x="3" y="27"/>
                    </a:moveTo>
                    <a:cubicBezTo>
                      <a:pt x="2" y="27"/>
                      <a:pt x="1" y="27"/>
                      <a:pt x="0" y="26"/>
                    </a:cubicBezTo>
                    <a:cubicBezTo>
                      <a:pt x="1" y="29"/>
                      <a:pt x="2" y="32"/>
                      <a:pt x="4" y="35"/>
                    </a:cubicBezTo>
                    <a:cubicBezTo>
                      <a:pt x="8" y="39"/>
                      <a:pt x="12" y="42"/>
                      <a:pt x="17" y="42"/>
                    </a:cubicBezTo>
                    <a:cubicBezTo>
                      <a:pt x="24" y="43"/>
                      <a:pt x="30" y="39"/>
                      <a:pt x="34" y="34"/>
                    </a:cubicBezTo>
                    <a:cubicBezTo>
                      <a:pt x="33" y="34"/>
                      <a:pt x="32" y="33"/>
                      <a:pt x="32" y="33"/>
                    </a:cubicBezTo>
                    <a:cubicBezTo>
                      <a:pt x="28" y="37"/>
                      <a:pt x="23" y="40"/>
                      <a:pt x="18" y="39"/>
                    </a:cubicBezTo>
                    <a:cubicBezTo>
                      <a:pt x="13" y="39"/>
                      <a:pt x="9" y="37"/>
                      <a:pt x="6" y="33"/>
                    </a:cubicBezTo>
                    <a:cubicBezTo>
                      <a:pt x="5" y="31"/>
                      <a:pt x="4" y="29"/>
                      <a:pt x="3" y="27"/>
                    </a:cubicBezTo>
                    <a:moveTo>
                      <a:pt x="34" y="13"/>
                    </a:moveTo>
                    <a:cubicBezTo>
                      <a:pt x="35" y="13"/>
                      <a:pt x="35" y="12"/>
                      <a:pt x="36" y="11"/>
                    </a:cubicBezTo>
                    <a:cubicBezTo>
                      <a:pt x="35" y="10"/>
                      <a:pt x="34" y="8"/>
                      <a:pt x="33" y="7"/>
                    </a:cubicBezTo>
                    <a:cubicBezTo>
                      <a:pt x="33" y="7"/>
                      <a:pt x="32" y="8"/>
                      <a:pt x="31" y="9"/>
                    </a:cubicBezTo>
                    <a:cubicBezTo>
                      <a:pt x="32" y="10"/>
                      <a:pt x="33" y="12"/>
                      <a:pt x="34" y="13"/>
                    </a:cubicBezTo>
                    <a:moveTo>
                      <a:pt x="38" y="18"/>
                    </a:moveTo>
                    <a:cubicBezTo>
                      <a:pt x="38" y="18"/>
                      <a:pt x="38" y="18"/>
                      <a:pt x="38" y="18"/>
                    </a:cubicBezTo>
                    <a:cubicBezTo>
                      <a:pt x="38" y="18"/>
                      <a:pt x="38" y="18"/>
                      <a:pt x="38" y="17"/>
                    </a:cubicBezTo>
                    <a:cubicBezTo>
                      <a:pt x="38" y="17"/>
                      <a:pt x="38" y="18"/>
                      <a:pt x="38" y="18"/>
                    </a:cubicBezTo>
                    <a:moveTo>
                      <a:pt x="14" y="4"/>
                    </a:moveTo>
                    <a:cubicBezTo>
                      <a:pt x="14" y="2"/>
                      <a:pt x="14" y="1"/>
                      <a:pt x="14" y="0"/>
                    </a:cubicBezTo>
                    <a:cubicBezTo>
                      <a:pt x="11" y="1"/>
                      <a:pt x="9" y="3"/>
                      <a:pt x="6" y="5"/>
                    </a:cubicBezTo>
                    <a:cubicBezTo>
                      <a:pt x="7" y="5"/>
                      <a:pt x="8" y="6"/>
                      <a:pt x="9" y="6"/>
                    </a:cubicBezTo>
                    <a:cubicBezTo>
                      <a:pt x="10" y="5"/>
                      <a:pt x="12" y="4"/>
                      <a:pt x="14" y="4"/>
                    </a:cubicBezTo>
                    <a:moveTo>
                      <a:pt x="27" y="5"/>
                    </a:moveTo>
                    <a:cubicBezTo>
                      <a:pt x="28" y="4"/>
                      <a:pt x="29" y="4"/>
                      <a:pt x="29" y="3"/>
                    </a:cubicBezTo>
                    <a:cubicBezTo>
                      <a:pt x="28" y="2"/>
                      <a:pt x="27" y="2"/>
                      <a:pt x="26" y="1"/>
                    </a:cubicBezTo>
                    <a:cubicBezTo>
                      <a:pt x="27" y="3"/>
                      <a:pt x="27" y="4"/>
                      <a:pt x="27" y="5"/>
                    </a:cubicBezTo>
                    <a:cubicBezTo>
                      <a:pt x="27" y="5"/>
                      <a:pt x="27" y="5"/>
                      <a:pt x="27" y="5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3425" name="Freeform 495">
                <a:extLst>
                  <a:ext uri="{FF2B5EF4-FFF2-40B4-BE49-F238E27FC236}">
                    <a16:creationId xmlns:a16="http://schemas.microsoft.com/office/drawing/2014/main" id="{AE75118B-D167-4A94-A76D-E4721AB3F6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9" y="2535"/>
                <a:ext cx="61" cy="45"/>
              </a:xfrm>
              <a:custGeom>
                <a:avLst/>
                <a:gdLst>
                  <a:gd name="T0" fmla="*/ 0 w 38"/>
                  <a:gd name="T1" fmla="*/ 116 h 28"/>
                  <a:gd name="T2" fmla="*/ 34 w 38"/>
                  <a:gd name="T3" fmla="*/ 101 h 28"/>
                  <a:gd name="T4" fmla="*/ 101 w 38"/>
                  <a:gd name="T5" fmla="*/ 63 h 28"/>
                  <a:gd name="T6" fmla="*/ 157 w 38"/>
                  <a:gd name="T7" fmla="*/ 0 h 2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8" h="28">
                    <a:moveTo>
                      <a:pt x="0" y="28"/>
                    </a:moveTo>
                    <a:cubicBezTo>
                      <a:pt x="2" y="26"/>
                      <a:pt x="5" y="25"/>
                      <a:pt x="8" y="24"/>
                    </a:cubicBezTo>
                    <a:cubicBezTo>
                      <a:pt x="12" y="21"/>
                      <a:pt x="19" y="19"/>
                      <a:pt x="24" y="15"/>
                    </a:cubicBezTo>
                    <a:cubicBezTo>
                      <a:pt x="28" y="12"/>
                      <a:pt x="34" y="2"/>
                      <a:pt x="38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3426" name="Freeform 496">
                <a:extLst>
                  <a:ext uri="{FF2B5EF4-FFF2-40B4-BE49-F238E27FC236}">
                    <a16:creationId xmlns:a16="http://schemas.microsoft.com/office/drawing/2014/main" id="{91821023-884D-4FAA-8D3C-E591F9F8F4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0" y="2546"/>
                <a:ext cx="49" cy="47"/>
              </a:xfrm>
              <a:custGeom>
                <a:avLst/>
                <a:gdLst>
                  <a:gd name="T0" fmla="*/ 131 w 30"/>
                  <a:gd name="T1" fmla="*/ 0 h 29"/>
                  <a:gd name="T2" fmla="*/ 83 w 30"/>
                  <a:gd name="T3" fmla="*/ 73 h 29"/>
                  <a:gd name="T4" fmla="*/ 0 w 30"/>
                  <a:gd name="T5" fmla="*/ 123 h 2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0" h="29">
                    <a:moveTo>
                      <a:pt x="30" y="0"/>
                    </a:moveTo>
                    <a:cubicBezTo>
                      <a:pt x="26" y="5"/>
                      <a:pt x="19" y="15"/>
                      <a:pt x="19" y="17"/>
                    </a:cubicBezTo>
                    <a:cubicBezTo>
                      <a:pt x="14" y="20"/>
                      <a:pt x="9" y="20"/>
                      <a:pt x="0" y="29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3427" name="Freeform 497">
                <a:extLst>
                  <a:ext uri="{FF2B5EF4-FFF2-40B4-BE49-F238E27FC236}">
                    <a16:creationId xmlns:a16="http://schemas.microsoft.com/office/drawing/2014/main" id="{2986946B-804A-4892-A9A9-8634F4B6C6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0" y="2481"/>
                <a:ext cx="65" cy="86"/>
              </a:xfrm>
              <a:custGeom>
                <a:avLst/>
                <a:gdLst>
                  <a:gd name="T0" fmla="*/ 151 w 40"/>
                  <a:gd name="T1" fmla="*/ 177 h 53"/>
                  <a:gd name="T2" fmla="*/ 172 w 40"/>
                  <a:gd name="T3" fmla="*/ 89 h 53"/>
                  <a:gd name="T4" fmla="*/ 117 w 40"/>
                  <a:gd name="T5" fmla="*/ 0 h 53"/>
                  <a:gd name="T6" fmla="*/ 88 w 40"/>
                  <a:gd name="T7" fmla="*/ 47 h 53"/>
                  <a:gd name="T8" fmla="*/ 75 w 40"/>
                  <a:gd name="T9" fmla="*/ 164 h 53"/>
                  <a:gd name="T10" fmla="*/ 0 w 40"/>
                  <a:gd name="T11" fmla="*/ 221 h 5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0" h="53">
                    <a:moveTo>
                      <a:pt x="35" y="41"/>
                    </a:moveTo>
                    <a:cubicBezTo>
                      <a:pt x="35" y="34"/>
                      <a:pt x="39" y="28"/>
                      <a:pt x="40" y="21"/>
                    </a:cubicBezTo>
                    <a:cubicBezTo>
                      <a:pt x="40" y="14"/>
                      <a:pt x="34" y="5"/>
                      <a:pt x="27" y="0"/>
                    </a:cubicBezTo>
                    <a:cubicBezTo>
                      <a:pt x="22" y="0"/>
                      <a:pt x="21" y="6"/>
                      <a:pt x="20" y="11"/>
                    </a:cubicBezTo>
                    <a:cubicBezTo>
                      <a:pt x="20" y="15"/>
                      <a:pt x="19" y="32"/>
                      <a:pt x="17" y="38"/>
                    </a:cubicBezTo>
                    <a:cubicBezTo>
                      <a:pt x="16" y="44"/>
                      <a:pt x="9" y="53"/>
                      <a:pt x="0" y="52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3428" name="Freeform 498">
                <a:extLst>
                  <a:ext uri="{FF2B5EF4-FFF2-40B4-BE49-F238E27FC236}">
                    <a16:creationId xmlns:a16="http://schemas.microsoft.com/office/drawing/2014/main" id="{AEE5CCE6-C0E5-43E3-831F-4EA91F46E4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9" y="2609"/>
                <a:ext cx="19" cy="10"/>
              </a:xfrm>
              <a:custGeom>
                <a:avLst/>
                <a:gdLst>
                  <a:gd name="T0" fmla="*/ 48 w 12"/>
                  <a:gd name="T1" fmla="*/ 13 h 6"/>
                  <a:gd name="T2" fmla="*/ 0 w 12"/>
                  <a:gd name="T3" fmla="*/ 28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6">
                    <a:moveTo>
                      <a:pt x="12" y="3"/>
                    </a:moveTo>
                    <a:cubicBezTo>
                      <a:pt x="11" y="0"/>
                      <a:pt x="4" y="1"/>
                      <a:pt x="0" y="6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3429" name="Freeform 499">
                <a:extLst>
                  <a:ext uri="{FF2B5EF4-FFF2-40B4-BE49-F238E27FC236}">
                    <a16:creationId xmlns:a16="http://schemas.microsoft.com/office/drawing/2014/main" id="{34F9DBEC-B31F-46C1-A01C-75F8A48A8A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9" y="2570"/>
                <a:ext cx="10" cy="12"/>
              </a:xfrm>
              <a:custGeom>
                <a:avLst/>
                <a:gdLst>
                  <a:gd name="T0" fmla="*/ 28 w 6"/>
                  <a:gd name="T1" fmla="*/ 36 h 7"/>
                  <a:gd name="T2" fmla="*/ 0 w 6"/>
                  <a:gd name="T3" fmla="*/ 9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7">
                    <a:moveTo>
                      <a:pt x="6" y="7"/>
                    </a:moveTo>
                    <a:cubicBezTo>
                      <a:pt x="3" y="4"/>
                      <a:pt x="3" y="0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3430" name="Freeform 500">
                <a:extLst>
                  <a:ext uri="{FF2B5EF4-FFF2-40B4-BE49-F238E27FC236}">
                    <a16:creationId xmlns:a16="http://schemas.microsoft.com/office/drawing/2014/main" id="{87C73910-F16C-496F-AAF2-BF82A59BE7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9" y="2543"/>
                <a:ext cx="6" cy="3"/>
              </a:xfrm>
              <a:custGeom>
                <a:avLst/>
                <a:gdLst>
                  <a:gd name="T0" fmla="*/ 14 w 4"/>
                  <a:gd name="T1" fmla="*/ 5 h 2"/>
                  <a:gd name="T2" fmla="*/ 0 w 4"/>
                  <a:gd name="T3" fmla="*/ 8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">
                    <a:moveTo>
                      <a:pt x="4" y="1"/>
                    </a:moveTo>
                    <a:cubicBezTo>
                      <a:pt x="3" y="0"/>
                      <a:pt x="2" y="0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3431" name="Freeform 501">
                <a:extLst>
                  <a:ext uri="{FF2B5EF4-FFF2-40B4-BE49-F238E27FC236}">
                    <a16:creationId xmlns:a16="http://schemas.microsoft.com/office/drawing/2014/main" id="{2D2F1157-DC33-4ADE-836D-B80AA7DDAA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6" y="2471"/>
                <a:ext cx="5" cy="16"/>
              </a:xfrm>
              <a:custGeom>
                <a:avLst/>
                <a:gdLst>
                  <a:gd name="T0" fmla="*/ 13 w 3"/>
                  <a:gd name="T1" fmla="*/ 0 h 10"/>
                  <a:gd name="T2" fmla="*/ 0 w 3"/>
                  <a:gd name="T3" fmla="*/ 42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0">
                    <a:moveTo>
                      <a:pt x="3" y="0"/>
                    </a:moveTo>
                    <a:cubicBezTo>
                      <a:pt x="2" y="3"/>
                      <a:pt x="0" y="5"/>
                      <a:pt x="0" y="1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3432" name="Freeform 502">
                <a:extLst>
                  <a:ext uri="{FF2B5EF4-FFF2-40B4-BE49-F238E27FC236}">
                    <a16:creationId xmlns:a16="http://schemas.microsoft.com/office/drawing/2014/main" id="{A7515CB2-488C-42D3-B684-2978DE089A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4" y="2478"/>
                <a:ext cx="12" cy="3"/>
              </a:xfrm>
              <a:custGeom>
                <a:avLst/>
                <a:gdLst>
                  <a:gd name="T0" fmla="*/ 36 w 7"/>
                  <a:gd name="T1" fmla="*/ 8 h 2"/>
                  <a:gd name="T2" fmla="*/ 0 w 7"/>
                  <a:gd name="T3" fmla="*/ 8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2">
                    <a:moveTo>
                      <a:pt x="7" y="2"/>
                    </a:moveTo>
                    <a:cubicBezTo>
                      <a:pt x="5" y="1"/>
                      <a:pt x="3" y="0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3433" name="Freeform 503">
                <a:extLst>
                  <a:ext uri="{FF2B5EF4-FFF2-40B4-BE49-F238E27FC236}">
                    <a16:creationId xmlns:a16="http://schemas.microsoft.com/office/drawing/2014/main" id="{4344BB69-AD07-4040-B6A8-73ACD9C711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3" y="2505"/>
                <a:ext cx="7" cy="5"/>
              </a:xfrm>
              <a:custGeom>
                <a:avLst/>
                <a:gdLst>
                  <a:gd name="T0" fmla="*/ 21 w 4"/>
                  <a:gd name="T1" fmla="*/ 5 h 3"/>
                  <a:gd name="T2" fmla="*/ 0 w 4"/>
                  <a:gd name="T3" fmla="*/ 13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3" y="0"/>
                      <a:pt x="1" y="2"/>
                      <a:pt x="0" y="3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3434" name="Freeform 504">
                <a:extLst>
                  <a:ext uri="{FF2B5EF4-FFF2-40B4-BE49-F238E27FC236}">
                    <a16:creationId xmlns:a16="http://schemas.microsoft.com/office/drawing/2014/main" id="{F0889005-19A0-49B0-A716-0C8485D05C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6" y="2502"/>
                <a:ext cx="33" cy="46"/>
              </a:xfrm>
              <a:custGeom>
                <a:avLst/>
                <a:gdLst>
                  <a:gd name="T0" fmla="*/ 89 w 20"/>
                  <a:gd name="T1" fmla="*/ 0 h 28"/>
                  <a:gd name="T2" fmla="*/ 50 w 20"/>
                  <a:gd name="T3" fmla="*/ 95 h 28"/>
                  <a:gd name="T4" fmla="*/ 0 w 20"/>
                  <a:gd name="T5" fmla="*/ 125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28">
                    <a:moveTo>
                      <a:pt x="20" y="0"/>
                    </a:moveTo>
                    <a:cubicBezTo>
                      <a:pt x="19" y="10"/>
                      <a:pt x="14" y="14"/>
                      <a:pt x="11" y="21"/>
                    </a:cubicBezTo>
                    <a:cubicBezTo>
                      <a:pt x="9" y="27"/>
                      <a:pt x="3" y="24"/>
                      <a:pt x="0" y="28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3435" name="Freeform 505">
                <a:extLst>
                  <a:ext uri="{FF2B5EF4-FFF2-40B4-BE49-F238E27FC236}">
                    <a16:creationId xmlns:a16="http://schemas.microsoft.com/office/drawing/2014/main" id="{78B3B66E-7084-40C6-AEFB-24F77E3675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0" y="2491"/>
                <a:ext cx="22" cy="40"/>
              </a:xfrm>
              <a:custGeom>
                <a:avLst/>
                <a:gdLst>
                  <a:gd name="T0" fmla="*/ 55 w 14"/>
                  <a:gd name="T1" fmla="*/ 0 h 25"/>
                  <a:gd name="T2" fmla="*/ 22 w 14"/>
                  <a:gd name="T3" fmla="*/ 90 h 25"/>
                  <a:gd name="T4" fmla="*/ 0 w 14"/>
                  <a:gd name="T5" fmla="*/ 102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25">
                    <a:moveTo>
                      <a:pt x="14" y="0"/>
                    </a:moveTo>
                    <a:cubicBezTo>
                      <a:pt x="13" y="6"/>
                      <a:pt x="9" y="21"/>
                      <a:pt x="6" y="22"/>
                    </a:cubicBezTo>
                    <a:cubicBezTo>
                      <a:pt x="3" y="23"/>
                      <a:pt x="1" y="21"/>
                      <a:pt x="0" y="25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3436" name="Freeform 506">
                <a:extLst>
                  <a:ext uri="{FF2B5EF4-FFF2-40B4-BE49-F238E27FC236}">
                    <a16:creationId xmlns:a16="http://schemas.microsoft.com/office/drawing/2014/main" id="{82B8D965-327D-49D2-830A-644843DF37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7" y="2541"/>
                <a:ext cx="3" cy="16"/>
              </a:xfrm>
              <a:custGeom>
                <a:avLst/>
                <a:gdLst>
                  <a:gd name="T0" fmla="*/ 0 w 2"/>
                  <a:gd name="T1" fmla="*/ 0 h 10"/>
                  <a:gd name="T2" fmla="*/ 5 w 2"/>
                  <a:gd name="T3" fmla="*/ 42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0">
                    <a:moveTo>
                      <a:pt x="0" y="0"/>
                    </a:moveTo>
                    <a:cubicBezTo>
                      <a:pt x="2" y="1"/>
                      <a:pt x="1" y="8"/>
                      <a:pt x="1" y="1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3437" name="Freeform 507">
                <a:extLst>
                  <a:ext uri="{FF2B5EF4-FFF2-40B4-BE49-F238E27FC236}">
                    <a16:creationId xmlns:a16="http://schemas.microsoft.com/office/drawing/2014/main" id="{845C5337-A360-4BFB-8825-32CFE05412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2" y="3822"/>
                <a:ext cx="6" cy="34"/>
              </a:xfrm>
              <a:custGeom>
                <a:avLst/>
                <a:gdLst>
                  <a:gd name="T0" fmla="*/ 0 w 4"/>
                  <a:gd name="T1" fmla="*/ 0 h 21"/>
                  <a:gd name="T2" fmla="*/ 14 w 4"/>
                  <a:gd name="T3" fmla="*/ 89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1">
                    <a:moveTo>
                      <a:pt x="0" y="0"/>
                    </a:moveTo>
                    <a:cubicBezTo>
                      <a:pt x="0" y="8"/>
                      <a:pt x="4" y="21"/>
                      <a:pt x="4" y="21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3438" name="Freeform 508">
                <a:extLst>
                  <a:ext uri="{FF2B5EF4-FFF2-40B4-BE49-F238E27FC236}">
                    <a16:creationId xmlns:a16="http://schemas.microsoft.com/office/drawing/2014/main" id="{58F7B533-BF27-48C9-B43B-88398A085A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4" y="2008"/>
                <a:ext cx="41" cy="34"/>
              </a:xfrm>
              <a:custGeom>
                <a:avLst/>
                <a:gdLst>
                  <a:gd name="T0" fmla="*/ 0 w 25"/>
                  <a:gd name="T1" fmla="*/ 60 h 21"/>
                  <a:gd name="T2" fmla="*/ 89 w 25"/>
                  <a:gd name="T3" fmla="*/ 89 h 21"/>
                  <a:gd name="T4" fmla="*/ 0 w 25"/>
                  <a:gd name="T5" fmla="*/ 55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21">
                    <a:moveTo>
                      <a:pt x="0" y="14"/>
                    </a:moveTo>
                    <a:cubicBezTo>
                      <a:pt x="6" y="8"/>
                      <a:pt x="17" y="11"/>
                      <a:pt x="20" y="21"/>
                    </a:cubicBezTo>
                    <a:cubicBezTo>
                      <a:pt x="25" y="14"/>
                      <a:pt x="4" y="0"/>
                      <a:pt x="0" y="13"/>
                    </a:cubicBezTo>
                  </a:path>
                </a:pathLst>
              </a:custGeom>
              <a:solidFill>
                <a:srgbClr val="F7F1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3439" name="Freeform 509">
                <a:extLst>
                  <a:ext uri="{FF2B5EF4-FFF2-40B4-BE49-F238E27FC236}">
                    <a16:creationId xmlns:a16="http://schemas.microsoft.com/office/drawing/2014/main" id="{5971DEA5-680E-428C-877B-EB40606946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7" y="3957"/>
                <a:ext cx="23" cy="16"/>
              </a:xfrm>
              <a:custGeom>
                <a:avLst/>
                <a:gdLst>
                  <a:gd name="T0" fmla="*/ 21 w 14"/>
                  <a:gd name="T1" fmla="*/ 5 h 10"/>
                  <a:gd name="T2" fmla="*/ 54 w 14"/>
                  <a:gd name="T3" fmla="*/ 13 h 10"/>
                  <a:gd name="T4" fmla="*/ 21 w 14"/>
                  <a:gd name="T5" fmla="*/ 16 h 10"/>
                  <a:gd name="T6" fmla="*/ 5 w 14"/>
                  <a:gd name="T7" fmla="*/ 29 h 10"/>
                  <a:gd name="T8" fmla="*/ 49 w 14"/>
                  <a:gd name="T9" fmla="*/ 42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0">
                    <a:moveTo>
                      <a:pt x="5" y="1"/>
                    </a:moveTo>
                    <a:cubicBezTo>
                      <a:pt x="8" y="2"/>
                      <a:pt x="11" y="0"/>
                      <a:pt x="12" y="3"/>
                    </a:cubicBezTo>
                    <a:cubicBezTo>
                      <a:pt x="14" y="9"/>
                      <a:pt x="6" y="5"/>
                      <a:pt x="5" y="4"/>
                    </a:cubicBezTo>
                    <a:cubicBezTo>
                      <a:pt x="4" y="4"/>
                      <a:pt x="0" y="4"/>
                      <a:pt x="1" y="7"/>
                    </a:cubicBezTo>
                    <a:cubicBezTo>
                      <a:pt x="1" y="10"/>
                      <a:pt x="9" y="9"/>
                      <a:pt x="11" y="10"/>
                    </a:cubicBezTo>
                  </a:path>
                </a:pathLst>
              </a:custGeom>
              <a:noFill/>
              <a:ln w="7938" cap="flat">
                <a:solidFill>
                  <a:srgbClr val="F3E7B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3440" name="Freeform 510">
                <a:extLst>
                  <a:ext uri="{FF2B5EF4-FFF2-40B4-BE49-F238E27FC236}">
                    <a16:creationId xmlns:a16="http://schemas.microsoft.com/office/drawing/2014/main" id="{40E499B4-506C-4223-ABA8-2F8D15F911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6" y="3959"/>
                <a:ext cx="13" cy="13"/>
              </a:xfrm>
              <a:custGeom>
                <a:avLst/>
                <a:gdLst>
                  <a:gd name="T0" fmla="*/ 34 w 8"/>
                  <a:gd name="T1" fmla="*/ 21 h 8"/>
                  <a:gd name="T2" fmla="*/ 0 w 8"/>
                  <a:gd name="T3" fmla="*/ 5 h 8"/>
                  <a:gd name="T4" fmla="*/ 21 w 8"/>
                  <a:gd name="T5" fmla="*/ 34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8">
                    <a:moveTo>
                      <a:pt x="8" y="5"/>
                    </a:moveTo>
                    <a:cubicBezTo>
                      <a:pt x="7" y="2"/>
                      <a:pt x="3" y="0"/>
                      <a:pt x="0" y="1"/>
                    </a:cubicBezTo>
                    <a:cubicBezTo>
                      <a:pt x="0" y="4"/>
                      <a:pt x="2" y="7"/>
                      <a:pt x="5" y="8"/>
                    </a:cubicBezTo>
                  </a:path>
                </a:pathLst>
              </a:custGeom>
              <a:noFill/>
              <a:ln w="7938" cap="flat">
                <a:solidFill>
                  <a:srgbClr val="F3E7B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3441" name="Freeform 511">
                <a:extLst>
                  <a:ext uri="{FF2B5EF4-FFF2-40B4-BE49-F238E27FC236}">
                    <a16:creationId xmlns:a16="http://schemas.microsoft.com/office/drawing/2014/main" id="{483CD4C5-6908-4148-BE4D-6C9BE5881E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0" y="3952"/>
                <a:ext cx="21" cy="17"/>
              </a:xfrm>
              <a:custGeom>
                <a:avLst/>
                <a:gdLst>
                  <a:gd name="T0" fmla="*/ 55 w 13"/>
                  <a:gd name="T1" fmla="*/ 29 h 10"/>
                  <a:gd name="T2" fmla="*/ 16 w 13"/>
                  <a:gd name="T3" fmla="*/ 9 h 10"/>
                  <a:gd name="T4" fmla="*/ 50 w 13"/>
                  <a:gd name="T5" fmla="*/ 49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0">
                    <a:moveTo>
                      <a:pt x="13" y="6"/>
                    </a:moveTo>
                    <a:cubicBezTo>
                      <a:pt x="11" y="5"/>
                      <a:pt x="7" y="0"/>
                      <a:pt x="4" y="2"/>
                    </a:cubicBezTo>
                    <a:cubicBezTo>
                      <a:pt x="0" y="6"/>
                      <a:pt x="10" y="10"/>
                      <a:pt x="12" y="10"/>
                    </a:cubicBezTo>
                  </a:path>
                </a:pathLst>
              </a:custGeom>
              <a:noFill/>
              <a:ln w="7938" cap="flat">
                <a:solidFill>
                  <a:srgbClr val="F3E7B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3442" name="Freeform 512">
                <a:extLst>
                  <a:ext uri="{FF2B5EF4-FFF2-40B4-BE49-F238E27FC236}">
                    <a16:creationId xmlns:a16="http://schemas.microsoft.com/office/drawing/2014/main" id="{C6177F5F-C1FB-4944-877C-165916FE26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6" y="3947"/>
                <a:ext cx="8" cy="9"/>
              </a:xfrm>
              <a:custGeom>
                <a:avLst/>
                <a:gdLst>
                  <a:gd name="T0" fmla="*/ 21 w 5"/>
                  <a:gd name="T1" fmla="*/ 29 h 5"/>
                  <a:gd name="T2" fmla="*/ 0 w 5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5">
                    <a:moveTo>
                      <a:pt x="5" y="5"/>
                    </a:moveTo>
                    <a:cubicBezTo>
                      <a:pt x="4" y="2"/>
                      <a:pt x="2" y="1"/>
                      <a:pt x="0" y="0"/>
                    </a:cubicBezTo>
                  </a:path>
                </a:pathLst>
              </a:custGeom>
              <a:noFill/>
              <a:ln w="7938" cap="flat">
                <a:solidFill>
                  <a:srgbClr val="F3E7B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3443" name="Freeform 513">
                <a:extLst>
                  <a:ext uri="{FF2B5EF4-FFF2-40B4-BE49-F238E27FC236}">
                    <a16:creationId xmlns:a16="http://schemas.microsoft.com/office/drawing/2014/main" id="{BDC3819A-EABD-45C3-9AA8-028312B940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6" y="3956"/>
                <a:ext cx="16" cy="13"/>
              </a:xfrm>
              <a:custGeom>
                <a:avLst/>
                <a:gdLst>
                  <a:gd name="T0" fmla="*/ 5 w 10"/>
                  <a:gd name="T1" fmla="*/ 13 h 8"/>
                  <a:gd name="T2" fmla="*/ 35 w 10"/>
                  <a:gd name="T3" fmla="*/ 18 h 8"/>
                  <a:gd name="T4" fmla="*/ 0 w 10"/>
                  <a:gd name="T5" fmla="*/ 29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8">
                    <a:moveTo>
                      <a:pt x="1" y="3"/>
                    </a:moveTo>
                    <a:cubicBezTo>
                      <a:pt x="3" y="2"/>
                      <a:pt x="10" y="0"/>
                      <a:pt x="9" y="4"/>
                    </a:cubicBezTo>
                    <a:cubicBezTo>
                      <a:pt x="8" y="8"/>
                      <a:pt x="2" y="7"/>
                      <a:pt x="0" y="7"/>
                    </a:cubicBezTo>
                  </a:path>
                </a:pathLst>
              </a:custGeom>
              <a:noFill/>
              <a:ln w="7938" cap="flat">
                <a:solidFill>
                  <a:srgbClr val="F3E7B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3444" name="Freeform 514">
                <a:extLst>
                  <a:ext uri="{FF2B5EF4-FFF2-40B4-BE49-F238E27FC236}">
                    <a16:creationId xmlns:a16="http://schemas.microsoft.com/office/drawing/2014/main" id="{7B83DCE0-7F44-43BE-8241-A9E8DEF29E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5" y="3959"/>
                <a:ext cx="20" cy="16"/>
              </a:xfrm>
              <a:custGeom>
                <a:avLst/>
                <a:gdLst>
                  <a:gd name="T0" fmla="*/ 0 w 12"/>
                  <a:gd name="T1" fmla="*/ 21 h 10"/>
                  <a:gd name="T2" fmla="*/ 37 w 12"/>
                  <a:gd name="T3" fmla="*/ 13 h 10"/>
                  <a:gd name="T4" fmla="*/ 5 w 12"/>
                  <a:gd name="T5" fmla="*/ 42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0">
                    <a:moveTo>
                      <a:pt x="0" y="5"/>
                    </a:moveTo>
                    <a:cubicBezTo>
                      <a:pt x="3" y="3"/>
                      <a:pt x="6" y="0"/>
                      <a:pt x="8" y="3"/>
                    </a:cubicBezTo>
                    <a:cubicBezTo>
                      <a:pt x="12" y="7"/>
                      <a:pt x="4" y="9"/>
                      <a:pt x="1" y="10"/>
                    </a:cubicBezTo>
                  </a:path>
                </a:pathLst>
              </a:custGeom>
              <a:noFill/>
              <a:ln w="7938" cap="flat">
                <a:solidFill>
                  <a:srgbClr val="F3E7B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3445" name="Freeform 515">
                <a:extLst>
                  <a:ext uri="{FF2B5EF4-FFF2-40B4-BE49-F238E27FC236}">
                    <a16:creationId xmlns:a16="http://schemas.microsoft.com/office/drawing/2014/main" id="{ABC4C011-9192-4F02-945D-E5301E575E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5" y="3956"/>
                <a:ext cx="13" cy="6"/>
              </a:xfrm>
              <a:custGeom>
                <a:avLst/>
                <a:gdLst>
                  <a:gd name="T0" fmla="*/ 34 w 8"/>
                  <a:gd name="T1" fmla="*/ 0 h 4"/>
                  <a:gd name="T2" fmla="*/ 0 w 8"/>
                  <a:gd name="T3" fmla="*/ 14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4">
                    <a:moveTo>
                      <a:pt x="8" y="0"/>
                    </a:moveTo>
                    <a:cubicBezTo>
                      <a:pt x="5" y="1"/>
                      <a:pt x="2" y="2"/>
                      <a:pt x="0" y="4"/>
                    </a:cubicBezTo>
                  </a:path>
                </a:pathLst>
              </a:custGeom>
              <a:noFill/>
              <a:ln w="7938" cap="flat">
                <a:solidFill>
                  <a:srgbClr val="F3E7B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3446" name="Freeform 516">
                <a:extLst>
                  <a:ext uri="{FF2B5EF4-FFF2-40B4-BE49-F238E27FC236}">
                    <a16:creationId xmlns:a16="http://schemas.microsoft.com/office/drawing/2014/main" id="{EA458C70-58B9-4050-B58F-BAEE168732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9" y="3949"/>
                <a:ext cx="13" cy="5"/>
              </a:xfrm>
              <a:custGeom>
                <a:avLst/>
                <a:gdLst>
                  <a:gd name="T0" fmla="*/ 34 w 8"/>
                  <a:gd name="T1" fmla="*/ 0 h 3"/>
                  <a:gd name="T2" fmla="*/ 0 w 8"/>
                  <a:gd name="T3" fmla="*/ 13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3">
                    <a:moveTo>
                      <a:pt x="8" y="0"/>
                    </a:moveTo>
                    <a:cubicBezTo>
                      <a:pt x="5" y="0"/>
                      <a:pt x="2" y="1"/>
                      <a:pt x="0" y="3"/>
                    </a:cubicBezTo>
                  </a:path>
                </a:pathLst>
              </a:custGeom>
              <a:noFill/>
              <a:ln w="7938" cap="flat">
                <a:solidFill>
                  <a:srgbClr val="F3E7B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3447" name="Freeform 517">
                <a:extLst>
                  <a:ext uri="{FF2B5EF4-FFF2-40B4-BE49-F238E27FC236}">
                    <a16:creationId xmlns:a16="http://schemas.microsoft.com/office/drawing/2014/main" id="{1C09BC58-0469-4604-9EC0-513F4F75E0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9" y="1606"/>
                <a:ext cx="146" cy="182"/>
              </a:xfrm>
              <a:custGeom>
                <a:avLst/>
                <a:gdLst>
                  <a:gd name="T0" fmla="*/ 323 w 89"/>
                  <a:gd name="T1" fmla="*/ 0 h 112"/>
                  <a:gd name="T2" fmla="*/ 0 w 89"/>
                  <a:gd name="T3" fmla="*/ 335 h 112"/>
                  <a:gd name="T4" fmla="*/ 323 w 89"/>
                  <a:gd name="T5" fmla="*/ 0 h 1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9" h="112">
                    <a:moveTo>
                      <a:pt x="73" y="0"/>
                    </a:moveTo>
                    <a:cubicBezTo>
                      <a:pt x="73" y="0"/>
                      <a:pt x="89" y="112"/>
                      <a:pt x="0" y="78"/>
                    </a:cubicBezTo>
                    <a:cubicBezTo>
                      <a:pt x="0" y="78"/>
                      <a:pt x="81" y="108"/>
                      <a:pt x="73" y="0"/>
                    </a:cubicBezTo>
                    <a:close/>
                  </a:path>
                </a:pathLst>
              </a:custGeom>
              <a:solidFill>
                <a:srgbClr val="ECCA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3448" name="Freeform 518">
                <a:extLst>
                  <a:ext uri="{FF2B5EF4-FFF2-40B4-BE49-F238E27FC236}">
                    <a16:creationId xmlns:a16="http://schemas.microsoft.com/office/drawing/2014/main" id="{7E8E4D35-ED58-4889-B272-19B341A573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8" y="1619"/>
                <a:ext cx="138" cy="174"/>
              </a:xfrm>
              <a:custGeom>
                <a:avLst/>
                <a:gdLst>
                  <a:gd name="T0" fmla="*/ 39 w 85"/>
                  <a:gd name="T1" fmla="*/ 0 h 107"/>
                  <a:gd name="T2" fmla="*/ 364 w 85"/>
                  <a:gd name="T3" fmla="*/ 288 h 107"/>
                  <a:gd name="T4" fmla="*/ 39 w 85"/>
                  <a:gd name="T5" fmla="*/ 0 h 10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5" h="107">
                    <a:moveTo>
                      <a:pt x="9" y="0"/>
                    </a:moveTo>
                    <a:cubicBezTo>
                      <a:pt x="9" y="0"/>
                      <a:pt x="0" y="107"/>
                      <a:pt x="85" y="67"/>
                    </a:cubicBezTo>
                    <a:cubicBezTo>
                      <a:pt x="85" y="67"/>
                      <a:pt x="12" y="104"/>
                      <a:pt x="9" y="0"/>
                    </a:cubicBezTo>
                    <a:close/>
                  </a:path>
                </a:pathLst>
              </a:custGeom>
              <a:solidFill>
                <a:srgbClr val="ECCA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3449" name="Freeform 519">
                <a:extLst>
                  <a:ext uri="{FF2B5EF4-FFF2-40B4-BE49-F238E27FC236}">
                    <a16:creationId xmlns:a16="http://schemas.microsoft.com/office/drawing/2014/main" id="{95A0B4CD-19B8-43CD-AD19-F2AA2FCBCD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6" y="2001"/>
                <a:ext cx="92" cy="30"/>
              </a:xfrm>
              <a:custGeom>
                <a:avLst/>
                <a:gdLst>
                  <a:gd name="T0" fmla="*/ 0 w 56"/>
                  <a:gd name="T1" fmla="*/ 83 h 18"/>
                  <a:gd name="T2" fmla="*/ 54 w 56"/>
                  <a:gd name="T3" fmla="*/ 78 h 18"/>
                  <a:gd name="T4" fmla="*/ 151 w 56"/>
                  <a:gd name="T5" fmla="*/ 37 h 18"/>
                  <a:gd name="T6" fmla="*/ 248 w 56"/>
                  <a:gd name="T7" fmla="*/ 8 h 18"/>
                  <a:gd name="T8" fmla="*/ 125 w 56"/>
                  <a:gd name="T9" fmla="*/ 62 h 18"/>
                  <a:gd name="T10" fmla="*/ 5 w 56"/>
                  <a:gd name="T11" fmla="*/ 75 h 1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6" h="18">
                    <a:moveTo>
                      <a:pt x="0" y="18"/>
                    </a:moveTo>
                    <a:cubicBezTo>
                      <a:pt x="3" y="16"/>
                      <a:pt x="8" y="18"/>
                      <a:pt x="12" y="17"/>
                    </a:cubicBezTo>
                    <a:cubicBezTo>
                      <a:pt x="20" y="16"/>
                      <a:pt x="27" y="12"/>
                      <a:pt x="34" y="8"/>
                    </a:cubicBezTo>
                    <a:cubicBezTo>
                      <a:pt x="42" y="4"/>
                      <a:pt x="49" y="4"/>
                      <a:pt x="56" y="2"/>
                    </a:cubicBezTo>
                    <a:cubicBezTo>
                      <a:pt x="47" y="0"/>
                      <a:pt x="37" y="10"/>
                      <a:pt x="28" y="13"/>
                    </a:cubicBezTo>
                    <a:cubicBezTo>
                      <a:pt x="20" y="16"/>
                      <a:pt x="10" y="17"/>
                      <a:pt x="1" y="16"/>
                    </a:cubicBezTo>
                  </a:path>
                </a:pathLst>
              </a:custGeom>
              <a:solidFill>
                <a:srgbClr val="ECCA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3450" name="Freeform 520">
                <a:extLst>
                  <a:ext uri="{FF2B5EF4-FFF2-40B4-BE49-F238E27FC236}">
                    <a16:creationId xmlns:a16="http://schemas.microsoft.com/office/drawing/2014/main" id="{3F51ACF2-7BB3-47AC-A9FF-B3DFA7172C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3" y="2001"/>
                <a:ext cx="92" cy="31"/>
              </a:xfrm>
              <a:custGeom>
                <a:avLst/>
                <a:gdLst>
                  <a:gd name="T0" fmla="*/ 248 w 56"/>
                  <a:gd name="T1" fmla="*/ 75 h 19"/>
                  <a:gd name="T2" fmla="*/ 97 w 56"/>
                  <a:gd name="T3" fmla="*/ 39 h 19"/>
                  <a:gd name="T4" fmla="*/ 0 w 56"/>
                  <a:gd name="T5" fmla="*/ 0 h 19"/>
                  <a:gd name="T6" fmla="*/ 227 w 56"/>
                  <a:gd name="T7" fmla="*/ 77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6" h="19">
                    <a:moveTo>
                      <a:pt x="56" y="17"/>
                    </a:moveTo>
                    <a:cubicBezTo>
                      <a:pt x="43" y="17"/>
                      <a:pt x="34" y="14"/>
                      <a:pt x="22" y="9"/>
                    </a:cubicBezTo>
                    <a:cubicBezTo>
                      <a:pt x="15" y="6"/>
                      <a:pt x="7" y="4"/>
                      <a:pt x="0" y="0"/>
                    </a:cubicBezTo>
                    <a:cubicBezTo>
                      <a:pt x="16" y="14"/>
                      <a:pt x="32" y="19"/>
                      <a:pt x="51" y="18"/>
                    </a:cubicBezTo>
                  </a:path>
                </a:pathLst>
              </a:custGeom>
              <a:solidFill>
                <a:srgbClr val="ECCA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3451" name="Freeform 521">
                <a:extLst>
                  <a:ext uri="{FF2B5EF4-FFF2-40B4-BE49-F238E27FC236}">
                    <a16:creationId xmlns:a16="http://schemas.microsoft.com/office/drawing/2014/main" id="{937AE5AC-C328-4AFB-9E20-44B3DAE28F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0" y="2330"/>
                <a:ext cx="142" cy="87"/>
              </a:xfrm>
              <a:custGeom>
                <a:avLst/>
                <a:gdLst>
                  <a:gd name="T0" fmla="*/ 379 w 87"/>
                  <a:gd name="T1" fmla="*/ 226 h 54"/>
                  <a:gd name="T2" fmla="*/ 0 w 87"/>
                  <a:gd name="T3" fmla="*/ 21 h 54"/>
                  <a:gd name="T4" fmla="*/ 184 w 87"/>
                  <a:gd name="T5" fmla="*/ 90 h 54"/>
                  <a:gd name="T6" fmla="*/ 359 w 87"/>
                  <a:gd name="T7" fmla="*/ 211 h 5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7" h="54">
                    <a:moveTo>
                      <a:pt x="87" y="54"/>
                    </a:moveTo>
                    <a:cubicBezTo>
                      <a:pt x="65" y="33"/>
                      <a:pt x="33" y="0"/>
                      <a:pt x="0" y="5"/>
                    </a:cubicBezTo>
                    <a:cubicBezTo>
                      <a:pt x="13" y="13"/>
                      <a:pt x="28" y="15"/>
                      <a:pt x="42" y="22"/>
                    </a:cubicBezTo>
                    <a:cubicBezTo>
                      <a:pt x="53" y="27"/>
                      <a:pt x="76" y="39"/>
                      <a:pt x="83" y="50"/>
                    </a:cubicBezTo>
                  </a:path>
                </a:pathLst>
              </a:custGeom>
              <a:solidFill>
                <a:srgbClr val="ECCA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3452" name="Freeform 522">
                <a:extLst>
                  <a:ext uri="{FF2B5EF4-FFF2-40B4-BE49-F238E27FC236}">
                    <a16:creationId xmlns:a16="http://schemas.microsoft.com/office/drawing/2014/main" id="{4BFBA8C9-01E4-424F-8C81-8240121F7D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4" y="2333"/>
                <a:ext cx="153" cy="94"/>
              </a:xfrm>
              <a:custGeom>
                <a:avLst/>
                <a:gdLst>
                  <a:gd name="T0" fmla="*/ 42 w 94"/>
                  <a:gd name="T1" fmla="*/ 219 h 58"/>
                  <a:gd name="T2" fmla="*/ 405 w 94"/>
                  <a:gd name="T3" fmla="*/ 39 h 58"/>
                  <a:gd name="T4" fmla="*/ 212 w 94"/>
                  <a:gd name="T5" fmla="*/ 128 h 58"/>
                  <a:gd name="T6" fmla="*/ 0 w 94"/>
                  <a:gd name="T7" fmla="*/ 246 h 5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4" h="58">
                    <a:moveTo>
                      <a:pt x="10" y="51"/>
                    </a:moveTo>
                    <a:cubicBezTo>
                      <a:pt x="24" y="33"/>
                      <a:pt x="68" y="0"/>
                      <a:pt x="94" y="9"/>
                    </a:cubicBezTo>
                    <a:cubicBezTo>
                      <a:pt x="81" y="10"/>
                      <a:pt x="61" y="24"/>
                      <a:pt x="49" y="30"/>
                    </a:cubicBezTo>
                    <a:cubicBezTo>
                      <a:pt x="32" y="38"/>
                      <a:pt x="15" y="48"/>
                      <a:pt x="0" y="58"/>
                    </a:cubicBezTo>
                  </a:path>
                </a:pathLst>
              </a:custGeom>
              <a:solidFill>
                <a:srgbClr val="ECCA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3453" name="Freeform 523">
                <a:extLst>
                  <a:ext uri="{FF2B5EF4-FFF2-40B4-BE49-F238E27FC236}">
                    <a16:creationId xmlns:a16="http://schemas.microsoft.com/office/drawing/2014/main" id="{BE872580-953D-4FAA-98D0-1889DD1001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9" y="2364"/>
                <a:ext cx="94" cy="58"/>
              </a:xfrm>
              <a:custGeom>
                <a:avLst/>
                <a:gdLst>
                  <a:gd name="T0" fmla="*/ 0 w 58"/>
                  <a:gd name="T1" fmla="*/ 150 h 36"/>
                  <a:gd name="T2" fmla="*/ 102 w 58"/>
                  <a:gd name="T3" fmla="*/ 81 h 36"/>
                  <a:gd name="T4" fmla="*/ 246 w 58"/>
                  <a:gd name="T5" fmla="*/ 0 h 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8" h="36">
                    <a:moveTo>
                      <a:pt x="0" y="36"/>
                    </a:moveTo>
                    <a:cubicBezTo>
                      <a:pt x="8" y="32"/>
                      <a:pt x="16" y="24"/>
                      <a:pt x="24" y="19"/>
                    </a:cubicBezTo>
                    <a:cubicBezTo>
                      <a:pt x="34" y="12"/>
                      <a:pt x="46" y="3"/>
                      <a:pt x="58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3454" name="Freeform 524">
                <a:extLst>
                  <a:ext uri="{FF2B5EF4-FFF2-40B4-BE49-F238E27FC236}">
                    <a16:creationId xmlns:a16="http://schemas.microsoft.com/office/drawing/2014/main" id="{7C87C1C5-DA43-4D92-841B-DCAE74EA2E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1" y="2349"/>
                <a:ext cx="113" cy="75"/>
              </a:xfrm>
              <a:custGeom>
                <a:avLst/>
                <a:gdLst>
                  <a:gd name="T0" fmla="*/ 303 w 69"/>
                  <a:gd name="T1" fmla="*/ 199 h 46"/>
                  <a:gd name="T2" fmla="*/ 255 w 69"/>
                  <a:gd name="T3" fmla="*/ 147 h 46"/>
                  <a:gd name="T4" fmla="*/ 172 w 69"/>
                  <a:gd name="T5" fmla="*/ 83 h 46"/>
                  <a:gd name="T6" fmla="*/ 88 w 69"/>
                  <a:gd name="T7" fmla="*/ 29 h 46"/>
                  <a:gd name="T8" fmla="*/ 0 w 69"/>
                  <a:gd name="T9" fmla="*/ 0 h 4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9" h="46">
                    <a:moveTo>
                      <a:pt x="69" y="46"/>
                    </a:moveTo>
                    <a:cubicBezTo>
                      <a:pt x="68" y="42"/>
                      <a:pt x="61" y="37"/>
                      <a:pt x="58" y="34"/>
                    </a:cubicBezTo>
                    <a:cubicBezTo>
                      <a:pt x="52" y="28"/>
                      <a:pt x="45" y="24"/>
                      <a:pt x="39" y="19"/>
                    </a:cubicBezTo>
                    <a:cubicBezTo>
                      <a:pt x="33" y="15"/>
                      <a:pt x="26" y="10"/>
                      <a:pt x="20" y="7"/>
                    </a:cubicBezTo>
                    <a:cubicBezTo>
                      <a:pt x="13" y="4"/>
                      <a:pt x="6" y="3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3455" name="Freeform 525">
                <a:extLst>
                  <a:ext uri="{FF2B5EF4-FFF2-40B4-BE49-F238E27FC236}">
                    <a16:creationId xmlns:a16="http://schemas.microsoft.com/office/drawing/2014/main" id="{9FF978FC-4D42-4EB6-8F1F-DFA7F3D7A4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1" y="3110"/>
                <a:ext cx="78" cy="41"/>
              </a:xfrm>
              <a:custGeom>
                <a:avLst/>
                <a:gdLst>
                  <a:gd name="T0" fmla="*/ 18 w 48"/>
                  <a:gd name="T1" fmla="*/ 0 h 25"/>
                  <a:gd name="T2" fmla="*/ 206 w 48"/>
                  <a:gd name="T3" fmla="*/ 5 h 25"/>
                  <a:gd name="T4" fmla="*/ 0 w 48"/>
                  <a:gd name="T5" fmla="*/ 13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8" h="25">
                    <a:moveTo>
                      <a:pt x="4" y="0"/>
                    </a:moveTo>
                    <a:cubicBezTo>
                      <a:pt x="17" y="6"/>
                      <a:pt x="35" y="17"/>
                      <a:pt x="48" y="1"/>
                    </a:cubicBezTo>
                    <a:cubicBezTo>
                      <a:pt x="41" y="25"/>
                      <a:pt x="11" y="17"/>
                      <a:pt x="0" y="3"/>
                    </a:cubicBezTo>
                  </a:path>
                </a:pathLst>
              </a:custGeom>
              <a:solidFill>
                <a:srgbClr val="ECCA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3456" name="Freeform 526">
                <a:extLst>
                  <a:ext uri="{FF2B5EF4-FFF2-40B4-BE49-F238E27FC236}">
                    <a16:creationId xmlns:a16="http://schemas.microsoft.com/office/drawing/2014/main" id="{7EDCFA9C-213E-4CAD-A0D0-A6A0EAE5CB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0" y="3105"/>
                <a:ext cx="72" cy="34"/>
              </a:xfrm>
              <a:custGeom>
                <a:avLst/>
                <a:gdLst>
                  <a:gd name="T0" fmla="*/ 0 w 44"/>
                  <a:gd name="T1" fmla="*/ 0 h 21"/>
                  <a:gd name="T2" fmla="*/ 193 w 44"/>
                  <a:gd name="T3" fmla="*/ 29 h 21"/>
                  <a:gd name="T4" fmla="*/ 18 w 44"/>
                  <a:gd name="T5" fmla="*/ 13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4" h="21">
                    <a:moveTo>
                      <a:pt x="0" y="0"/>
                    </a:moveTo>
                    <a:cubicBezTo>
                      <a:pt x="12" y="4"/>
                      <a:pt x="32" y="18"/>
                      <a:pt x="44" y="7"/>
                    </a:cubicBezTo>
                    <a:cubicBezTo>
                      <a:pt x="32" y="13"/>
                      <a:pt x="12" y="21"/>
                      <a:pt x="4" y="3"/>
                    </a:cubicBezTo>
                  </a:path>
                </a:pathLst>
              </a:custGeom>
              <a:solidFill>
                <a:srgbClr val="ECCA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3457" name="Freeform 527">
                <a:extLst>
                  <a:ext uri="{FF2B5EF4-FFF2-40B4-BE49-F238E27FC236}">
                    <a16:creationId xmlns:a16="http://schemas.microsoft.com/office/drawing/2014/main" id="{5B4DC981-2E14-4934-A093-BFB99C4795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3" y="3001"/>
                <a:ext cx="41" cy="26"/>
              </a:xfrm>
              <a:custGeom>
                <a:avLst/>
                <a:gdLst>
                  <a:gd name="T0" fmla="*/ 0 w 25"/>
                  <a:gd name="T1" fmla="*/ 60 h 16"/>
                  <a:gd name="T2" fmla="*/ 110 w 25"/>
                  <a:gd name="T3" fmla="*/ 68 h 16"/>
                  <a:gd name="T4" fmla="*/ 5 w 25"/>
                  <a:gd name="T5" fmla="*/ 39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16">
                    <a:moveTo>
                      <a:pt x="0" y="14"/>
                    </a:moveTo>
                    <a:cubicBezTo>
                      <a:pt x="10" y="8"/>
                      <a:pt x="16" y="7"/>
                      <a:pt x="25" y="16"/>
                    </a:cubicBezTo>
                    <a:cubicBezTo>
                      <a:pt x="20" y="8"/>
                      <a:pt x="8" y="0"/>
                      <a:pt x="1" y="9"/>
                    </a:cubicBezTo>
                  </a:path>
                </a:pathLst>
              </a:custGeom>
              <a:solidFill>
                <a:srgbClr val="ECCA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3458" name="Freeform 528">
                <a:extLst>
                  <a:ext uri="{FF2B5EF4-FFF2-40B4-BE49-F238E27FC236}">
                    <a16:creationId xmlns:a16="http://schemas.microsoft.com/office/drawing/2014/main" id="{2964E9EE-2836-4376-8D7A-48CF132181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6" y="3000"/>
                <a:ext cx="47" cy="22"/>
              </a:xfrm>
              <a:custGeom>
                <a:avLst/>
                <a:gdLst>
                  <a:gd name="T0" fmla="*/ 5 w 29"/>
                  <a:gd name="T1" fmla="*/ 39 h 14"/>
                  <a:gd name="T2" fmla="*/ 123 w 29"/>
                  <a:gd name="T3" fmla="*/ 55 h 14"/>
                  <a:gd name="T4" fmla="*/ 0 w 29"/>
                  <a:gd name="T5" fmla="*/ 31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9" h="14">
                    <a:moveTo>
                      <a:pt x="1" y="10"/>
                    </a:moveTo>
                    <a:cubicBezTo>
                      <a:pt x="11" y="5"/>
                      <a:pt x="22" y="6"/>
                      <a:pt x="29" y="14"/>
                    </a:cubicBezTo>
                    <a:cubicBezTo>
                      <a:pt x="23" y="0"/>
                      <a:pt x="10" y="1"/>
                      <a:pt x="0" y="8"/>
                    </a:cubicBezTo>
                  </a:path>
                </a:pathLst>
              </a:custGeom>
              <a:solidFill>
                <a:srgbClr val="ECCA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3459" name="Freeform 529">
                <a:extLst>
                  <a:ext uri="{FF2B5EF4-FFF2-40B4-BE49-F238E27FC236}">
                    <a16:creationId xmlns:a16="http://schemas.microsoft.com/office/drawing/2014/main" id="{0FE481FB-CB62-4714-AFF4-4C2DC0364D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7" y="1392"/>
                <a:ext cx="27" cy="204"/>
              </a:xfrm>
              <a:custGeom>
                <a:avLst/>
                <a:gdLst>
                  <a:gd name="T0" fmla="*/ 0 w 16"/>
                  <a:gd name="T1" fmla="*/ 534 h 126"/>
                  <a:gd name="T2" fmla="*/ 69 w 16"/>
                  <a:gd name="T3" fmla="*/ 217 h 126"/>
                  <a:gd name="T4" fmla="*/ 0 w 16"/>
                  <a:gd name="T5" fmla="*/ 0 h 1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126">
                    <a:moveTo>
                      <a:pt x="0" y="126"/>
                    </a:moveTo>
                    <a:cubicBezTo>
                      <a:pt x="3" y="110"/>
                      <a:pt x="12" y="68"/>
                      <a:pt x="14" y="51"/>
                    </a:cubicBezTo>
                    <a:cubicBezTo>
                      <a:pt x="16" y="35"/>
                      <a:pt x="3" y="24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3460" name="Freeform 530">
                <a:extLst>
                  <a:ext uri="{FF2B5EF4-FFF2-40B4-BE49-F238E27FC236}">
                    <a16:creationId xmlns:a16="http://schemas.microsoft.com/office/drawing/2014/main" id="{5CA74824-E955-492C-A525-CFE0DF6845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1" y="1401"/>
                <a:ext cx="36" cy="189"/>
              </a:xfrm>
              <a:custGeom>
                <a:avLst/>
                <a:gdLst>
                  <a:gd name="T0" fmla="*/ 34 w 22"/>
                  <a:gd name="T1" fmla="*/ 0 h 116"/>
                  <a:gd name="T2" fmla="*/ 8 w 22"/>
                  <a:gd name="T3" fmla="*/ 181 h 116"/>
                  <a:gd name="T4" fmla="*/ 97 w 22"/>
                  <a:gd name="T5" fmla="*/ 502 h 1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116">
                    <a:moveTo>
                      <a:pt x="8" y="0"/>
                    </a:moveTo>
                    <a:cubicBezTo>
                      <a:pt x="8" y="11"/>
                      <a:pt x="0" y="29"/>
                      <a:pt x="2" y="42"/>
                    </a:cubicBezTo>
                    <a:cubicBezTo>
                      <a:pt x="5" y="67"/>
                      <a:pt x="20" y="92"/>
                      <a:pt x="22" y="116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3461" name="Freeform 531">
                <a:extLst>
                  <a:ext uri="{FF2B5EF4-FFF2-40B4-BE49-F238E27FC236}">
                    <a16:creationId xmlns:a16="http://schemas.microsoft.com/office/drawing/2014/main" id="{03591415-C56E-4265-9F57-70C25BAC18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4" y="1437"/>
                <a:ext cx="8" cy="34"/>
              </a:xfrm>
              <a:custGeom>
                <a:avLst/>
                <a:gdLst>
                  <a:gd name="T0" fmla="*/ 0 w 5"/>
                  <a:gd name="T1" fmla="*/ 89 h 21"/>
                  <a:gd name="T2" fmla="*/ 21 w 5"/>
                  <a:gd name="T3" fmla="*/ 0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21">
                    <a:moveTo>
                      <a:pt x="0" y="21"/>
                    </a:moveTo>
                    <a:cubicBezTo>
                      <a:pt x="1" y="13"/>
                      <a:pt x="0" y="6"/>
                      <a:pt x="5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3462" name="Freeform 532">
                <a:extLst>
                  <a:ext uri="{FF2B5EF4-FFF2-40B4-BE49-F238E27FC236}">
                    <a16:creationId xmlns:a16="http://schemas.microsoft.com/office/drawing/2014/main" id="{4204A9FA-8058-441C-971B-6FEF3EA599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9" y="1426"/>
                <a:ext cx="18" cy="26"/>
              </a:xfrm>
              <a:custGeom>
                <a:avLst/>
                <a:gdLst>
                  <a:gd name="T0" fmla="*/ 47 w 11"/>
                  <a:gd name="T1" fmla="*/ 68 h 16"/>
                  <a:gd name="T2" fmla="*/ 0 w 11"/>
                  <a:gd name="T3" fmla="*/ 0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16">
                    <a:moveTo>
                      <a:pt x="11" y="16"/>
                    </a:moveTo>
                    <a:cubicBezTo>
                      <a:pt x="10" y="9"/>
                      <a:pt x="5" y="4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3463" name="Freeform 533">
                <a:extLst>
                  <a:ext uri="{FF2B5EF4-FFF2-40B4-BE49-F238E27FC236}">
                    <a16:creationId xmlns:a16="http://schemas.microsoft.com/office/drawing/2014/main" id="{1DC0D20A-DDE1-4FA5-B671-719E0CC008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5" y="1105"/>
                <a:ext cx="90" cy="70"/>
              </a:xfrm>
              <a:custGeom>
                <a:avLst/>
                <a:gdLst>
                  <a:gd name="T0" fmla="*/ 0 w 55"/>
                  <a:gd name="T1" fmla="*/ 0 h 43"/>
                  <a:gd name="T2" fmla="*/ 56 w 55"/>
                  <a:gd name="T3" fmla="*/ 55 h 43"/>
                  <a:gd name="T4" fmla="*/ 101 w 55"/>
                  <a:gd name="T5" fmla="*/ 130 h 43"/>
                  <a:gd name="T6" fmla="*/ 241 w 55"/>
                  <a:gd name="T7" fmla="*/ 156 h 4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5" h="43">
                    <a:moveTo>
                      <a:pt x="0" y="0"/>
                    </a:moveTo>
                    <a:cubicBezTo>
                      <a:pt x="4" y="5"/>
                      <a:pt x="9" y="7"/>
                      <a:pt x="13" y="13"/>
                    </a:cubicBezTo>
                    <a:cubicBezTo>
                      <a:pt x="16" y="18"/>
                      <a:pt x="20" y="24"/>
                      <a:pt x="23" y="30"/>
                    </a:cubicBezTo>
                    <a:cubicBezTo>
                      <a:pt x="31" y="42"/>
                      <a:pt x="43" y="43"/>
                      <a:pt x="55" y="36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3464" name="Freeform 534">
                <a:extLst>
                  <a:ext uri="{FF2B5EF4-FFF2-40B4-BE49-F238E27FC236}">
                    <a16:creationId xmlns:a16="http://schemas.microsoft.com/office/drawing/2014/main" id="{0B2046F9-D493-485C-8CCC-8693BDD6B9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9" y="1101"/>
                <a:ext cx="47" cy="125"/>
              </a:xfrm>
              <a:custGeom>
                <a:avLst/>
                <a:gdLst>
                  <a:gd name="T0" fmla="*/ 0 w 29"/>
                  <a:gd name="T1" fmla="*/ 0 h 77"/>
                  <a:gd name="T2" fmla="*/ 76 w 29"/>
                  <a:gd name="T3" fmla="*/ 157 h 77"/>
                  <a:gd name="T4" fmla="*/ 123 w 29"/>
                  <a:gd name="T5" fmla="*/ 330 h 7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9" h="77">
                    <a:moveTo>
                      <a:pt x="0" y="0"/>
                    </a:moveTo>
                    <a:cubicBezTo>
                      <a:pt x="9" y="10"/>
                      <a:pt x="14" y="23"/>
                      <a:pt x="18" y="37"/>
                    </a:cubicBezTo>
                    <a:cubicBezTo>
                      <a:pt x="21" y="50"/>
                      <a:pt x="27" y="63"/>
                      <a:pt x="29" y="77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3465" name="Freeform 535">
                <a:extLst>
                  <a:ext uri="{FF2B5EF4-FFF2-40B4-BE49-F238E27FC236}">
                    <a16:creationId xmlns:a16="http://schemas.microsoft.com/office/drawing/2014/main" id="{53136366-B1B5-4B6D-9809-DFA0025588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8" y="1102"/>
                <a:ext cx="56" cy="129"/>
              </a:xfrm>
              <a:custGeom>
                <a:avLst/>
                <a:gdLst>
                  <a:gd name="T0" fmla="*/ 152 w 34"/>
                  <a:gd name="T1" fmla="*/ 0 h 79"/>
                  <a:gd name="T2" fmla="*/ 63 w 34"/>
                  <a:gd name="T3" fmla="*/ 165 h 79"/>
                  <a:gd name="T4" fmla="*/ 0 w 34"/>
                  <a:gd name="T5" fmla="*/ 345 h 7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4" h="79">
                    <a:moveTo>
                      <a:pt x="34" y="0"/>
                    </a:moveTo>
                    <a:cubicBezTo>
                      <a:pt x="24" y="11"/>
                      <a:pt x="20" y="24"/>
                      <a:pt x="14" y="38"/>
                    </a:cubicBezTo>
                    <a:cubicBezTo>
                      <a:pt x="8" y="51"/>
                      <a:pt x="3" y="65"/>
                      <a:pt x="0" y="79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3466" name="Freeform 536">
                <a:extLst>
                  <a:ext uri="{FF2B5EF4-FFF2-40B4-BE49-F238E27FC236}">
                    <a16:creationId xmlns:a16="http://schemas.microsoft.com/office/drawing/2014/main" id="{BAAA07BE-B97E-43FC-BC75-8ECBC7092F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6" y="2040"/>
                <a:ext cx="67" cy="225"/>
              </a:xfrm>
              <a:custGeom>
                <a:avLst/>
                <a:gdLst>
                  <a:gd name="T0" fmla="*/ 0 w 41"/>
                  <a:gd name="T1" fmla="*/ 0 h 138"/>
                  <a:gd name="T2" fmla="*/ 126 w 41"/>
                  <a:gd name="T3" fmla="*/ 170 h 138"/>
                  <a:gd name="T4" fmla="*/ 126 w 41"/>
                  <a:gd name="T5" fmla="*/ 316 h 138"/>
                  <a:gd name="T6" fmla="*/ 165 w 41"/>
                  <a:gd name="T7" fmla="*/ 442 h 138"/>
                  <a:gd name="T8" fmla="*/ 160 w 41"/>
                  <a:gd name="T9" fmla="*/ 598 h 138"/>
                  <a:gd name="T10" fmla="*/ 144 w 41"/>
                  <a:gd name="T11" fmla="*/ 442 h 138"/>
                  <a:gd name="T12" fmla="*/ 113 w 41"/>
                  <a:gd name="T13" fmla="*/ 290 h 138"/>
                  <a:gd name="T14" fmla="*/ 96 w 41"/>
                  <a:gd name="T15" fmla="*/ 139 h 138"/>
                  <a:gd name="T16" fmla="*/ 0 w 41"/>
                  <a:gd name="T17" fmla="*/ 8 h 13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1" h="138">
                    <a:moveTo>
                      <a:pt x="0" y="0"/>
                    </a:moveTo>
                    <a:cubicBezTo>
                      <a:pt x="9" y="12"/>
                      <a:pt x="24" y="23"/>
                      <a:pt x="29" y="39"/>
                    </a:cubicBezTo>
                    <a:cubicBezTo>
                      <a:pt x="33" y="51"/>
                      <a:pt x="29" y="60"/>
                      <a:pt x="29" y="73"/>
                    </a:cubicBezTo>
                    <a:cubicBezTo>
                      <a:pt x="29" y="84"/>
                      <a:pt x="36" y="91"/>
                      <a:pt x="38" y="102"/>
                    </a:cubicBezTo>
                    <a:cubicBezTo>
                      <a:pt x="40" y="113"/>
                      <a:pt x="41" y="127"/>
                      <a:pt x="37" y="138"/>
                    </a:cubicBezTo>
                    <a:cubicBezTo>
                      <a:pt x="37" y="126"/>
                      <a:pt x="37" y="114"/>
                      <a:pt x="33" y="102"/>
                    </a:cubicBezTo>
                    <a:cubicBezTo>
                      <a:pt x="29" y="90"/>
                      <a:pt x="24" y="82"/>
                      <a:pt x="26" y="67"/>
                    </a:cubicBezTo>
                    <a:cubicBezTo>
                      <a:pt x="28" y="53"/>
                      <a:pt x="28" y="45"/>
                      <a:pt x="22" y="32"/>
                    </a:cubicBezTo>
                    <a:cubicBezTo>
                      <a:pt x="17" y="21"/>
                      <a:pt x="8" y="11"/>
                      <a:pt x="0" y="2"/>
                    </a:cubicBezTo>
                  </a:path>
                </a:pathLst>
              </a:custGeom>
              <a:solidFill>
                <a:srgbClr val="ECCA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3467" name="Freeform 537">
                <a:extLst>
                  <a:ext uri="{FF2B5EF4-FFF2-40B4-BE49-F238E27FC236}">
                    <a16:creationId xmlns:a16="http://schemas.microsoft.com/office/drawing/2014/main" id="{2DC2085D-DB9C-427C-86C8-A9F71E6EC3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5" y="2026"/>
                <a:ext cx="99" cy="188"/>
              </a:xfrm>
              <a:custGeom>
                <a:avLst/>
                <a:gdLst>
                  <a:gd name="T0" fmla="*/ 261 w 61"/>
                  <a:gd name="T1" fmla="*/ 0 h 116"/>
                  <a:gd name="T2" fmla="*/ 157 w 61"/>
                  <a:gd name="T3" fmla="*/ 118 h 116"/>
                  <a:gd name="T4" fmla="*/ 123 w 61"/>
                  <a:gd name="T5" fmla="*/ 263 h 116"/>
                  <a:gd name="T6" fmla="*/ 39 w 61"/>
                  <a:gd name="T7" fmla="*/ 371 h 116"/>
                  <a:gd name="T8" fmla="*/ 5 w 61"/>
                  <a:gd name="T9" fmla="*/ 494 h 116"/>
                  <a:gd name="T10" fmla="*/ 34 w 61"/>
                  <a:gd name="T11" fmla="*/ 342 h 116"/>
                  <a:gd name="T12" fmla="*/ 115 w 61"/>
                  <a:gd name="T13" fmla="*/ 246 h 116"/>
                  <a:gd name="T14" fmla="*/ 115 w 61"/>
                  <a:gd name="T15" fmla="*/ 170 h 116"/>
                  <a:gd name="T16" fmla="*/ 144 w 61"/>
                  <a:gd name="T17" fmla="*/ 102 h 116"/>
                  <a:gd name="T18" fmla="*/ 248 w 61"/>
                  <a:gd name="T19" fmla="*/ 16 h 11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61" h="116">
                    <a:moveTo>
                      <a:pt x="61" y="0"/>
                    </a:moveTo>
                    <a:cubicBezTo>
                      <a:pt x="51" y="7"/>
                      <a:pt x="42" y="18"/>
                      <a:pt x="37" y="28"/>
                    </a:cubicBezTo>
                    <a:cubicBezTo>
                      <a:pt x="30" y="40"/>
                      <a:pt x="34" y="52"/>
                      <a:pt x="29" y="62"/>
                    </a:cubicBezTo>
                    <a:cubicBezTo>
                      <a:pt x="25" y="72"/>
                      <a:pt x="14" y="77"/>
                      <a:pt x="9" y="87"/>
                    </a:cubicBezTo>
                    <a:cubicBezTo>
                      <a:pt x="4" y="97"/>
                      <a:pt x="4" y="106"/>
                      <a:pt x="1" y="116"/>
                    </a:cubicBezTo>
                    <a:cubicBezTo>
                      <a:pt x="0" y="104"/>
                      <a:pt x="2" y="90"/>
                      <a:pt x="8" y="80"/>
                    </a:cubicBezTo>
                    <a:cubicBezTo>
                      <a:pt x="13" y="72"/>
                      <a:pt x="25" y="67"/>
                      <a:pt x="27" y="58"/>
                    </a:cubicBezTo>
                    <a:cubicBezTo>
                      <a:pt x="29" y="53"/>
                      <a:pt x="26" y="46"/>
                      <a:pt x="27" y="40"/>
                    </a:cubicBezTo>
                    <a:cubicBezTo>
                      <a:pt x="29" y="34"/>
                      <a:pt x="31" y="29"/>
                      <a:pt x="34" y="24"/>
                    </a:cubicBezTo>
                    <a:cubicBezTo>
                      <a:pt x="41" y="13"/>
                      <a:pt x="48" y="11"/>
                      <a:pt x="58" y="4"/>
                    </a:cubicBezTo>
                  </a:path>
                </a:pathLst>
              </a:custGeom>
              <a:solidFill>
                <a:srgbClr val="ECCA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3468" name="Freeform 538">
                <a:extLst>
                  <a:ext uri="{FF2B5EF4-FFF2-40B4-BE49-F238E27FC236}">
                    <a16:creationId xmlns:a16="http://schemas.microsoft.com/office/drawing/2014/main" id="{78C87149-396F-4FB8-AD6B-E31EEC821B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3" y="1847"/>
                <a:ext cx="34" cy="105"/>
              </a:xfrm>
              <a:custGeom>
                <a:avLst/>
                <a:gdLst>
                  <a:gd name="T0" fmla="*/ 89 w 21"/>
                  <a:gd name="T1" fmla="*/ 275 h 65"/>
                  <a:gd name="T2" fmla="*/ 60 w 21"/>
                  <a:gd name="T3" fmla="*/ 136 h 65"/>
                  <a:gd name="T4" fmla="*/ 16 w 21"/>
                  <a:gd name="T5" fmla="*/ 0 h 65"/>
                  <a:gd name="T6" fmla="*/ 29 w 21"/>
                  <a:gd name="T7" fmla="*/ 68 h 65"/>
                  <a:gd name="T8" fmla="*/ 68 w 21"/>
                  <a:gd name="T9" fmla="*/ 160 h 65"/>
                  <a:gd name="T10" fmla="*/ 73 w 21"/>
                  <a:gd name="T11" fmla="*/ 268 h 6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1" h="65">
                    <a:moveTo>
                      <a:pt x="21" y="65"/>
                    </a:moveTo>
                    <a:cubicBezTo>
                      <a:pt x="4" y="63"/>
                      <a:pt x="15" y="42"/>
                      <a:pt x="14" y="32"/>
                    </a:cubicBezTo>
                    <a:cubicBezTo>
                      <a:pt x="13" y="20"/>
                      <a:pt x="0" y="14"/>
                      <a:pt x="4" y="0"/>
                    </a:cubicBezTo>
                    <a:cubicBezTo>
                      <a:pt x="4" y="6"/>
                      <a:pt x="6" y="10"/>
                      <a:pt x="7" y="16"/>
                    </a:cubicBezTo>
                    <a:cubicBezTo>
                      <a:pt x="13" y="21"/>
                      <a:pt x="17" y="29"/>
                      <a:pt x="16" y="38"/>
                    </a:cubicBezTo>
                    <a:cubicBezTo>
                      <a:pt x="16" y="46"/>
                      <a:pt x="8" y="59"/>
                      <a:pt x="17" y="64"/>
                    </a:cubicBezTo>
                  </a:path>
                </a:pathLst>
              </a:custGeom>
              <a:solidFill>
                <a:srgbClr val="ECCA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3469" name="Freeform 539">
                <a:extLst>
                  <a:ext uri="{FF2B5EF4-FFF2-40B4-BE49-F238E27FC236}">
                    <a16:creationId xmlns:a16="http://schemas.microsoft.com/office/drawing/2014/main" id="{A8D566F4-DC78-4FFF-83FF-0FC8DDFFDB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6" y="1863"/>
                <a:ext cx="33" cy="99"/>
              </a:xfrm>
              <a:custGeom>
                <a:avLst/>
                <a:gdLst>
                  <a:gd name="T0" fmla="*/ 0 w 20"/>
                  <a:gd name="T1" fmla="*/ 261 h 61"/>
                  <a:gd name="T2" fmla="*/ 33 w 20"/>
                  <a:gd name="T3" fmla="*/ 123 h 61"/>
                  <a:gd name="T4" fmla="*/ 68 w 20"/>
                  <a:gd name="T5" fmla="*/ 60 h 61"/>
                  <a:gd name="T6" fmla="*/ 58 w 20"/>
                  <a:gd name="T7" fmla="*/ 0 h 61"/>
                  <a:gd name="T8" fmla="*/ 46 w 20"/>
                  <a:gd name="T9" fmla="*/ 131 h 61"/>
                  <a:gd name="T10" fmla="*/ 0 w 20"/>
                  <a:gd name="T11" fmla="*/ 261 h 6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0" h="61">
                    <a:moveTo>
                      <a:pt x="0" y="61"/>
                    </a:moveTo>
                    <a:cubicBezTo>
                      <a:pt x="15" y="53"/>
                      <a:pt x="3" y="40"/>
                      <a:pt x="7" y="29"/>
                    </a:cubicBezTo>
                    <a:cubicBezTo>
                      <a:pt x="8" y="24"/>
                      <a:pt x="14" y="21"/>
                      <a:pt x="15" y="14"/>
                    </a:cubicBezTo>
                    <a:cubicBezTo>
                      <a:pt x="16" y="9"/>
                      <a:pt x="13" y="5"/>
                      <a:pt x="13" y="0"/>
                    </a:cubicBezTo>
                    <a:cubicBezTo>
                      <a:pt x="20" y="10"/>
                      <a:pt x="13" y="22"/>
                      <a:pt x="10" y="31"/>
                    </a:cubicBezTo>
                    <a:cubicBezTo>
                      <a:pt x="6" y="45"/>
                      <a:pt x="13" y="52"/>
                      <a:pt x="0" y="61"/>
                    </a:cubicBezTo>
                  </a:path>
                </a:pathLst>
              </a:custGeom>
              <a:solidFill>
                <a:srgbClr val="ECCA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3470" name="Freeform 540">
                <a:extLst>
                  <a:ext uri="{FF2B5EF4-FFF2-40B4-BE49-F238E27FC236}">
                    <a16:creationId xmlns:a16="http://schemas.microsoft.com/office/drawing/2014/main" id="{C2F690DE-DF53-474F-8387-29C5B9F4BE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3" y="2367"/>
                <a:ext cx="71" cy="21"/>
              </a:xfrm>
              <a:custGeom>
                <a:avLst/>
                <a:gdLst>
                  <a:gd name="T0" fmla="*/ 0 w 44"/>
                  <a:gd name="T1" fmla="*/ 47 h 13"/>
                  <a:gd name="T2" fmla="*/ 186 w 44"/>
                  <a:gd name="T3" fmla="*/ 50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4" h="13">
                    <a:moveTo>
                      <a:pt x="0" y="11"/>
                    </a:moveTo>
                    <a:cubicBezTo>
                      <a:pt x="7" y="0"/>
                      <a:pt x="34" y="13"/>
                      <a:pt x="44" y="12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3471" name="Freeform 541">
                <a:extLst>
                  <a:ext uri="{FF2B5EF4-FFF2-40B4-BE49-F238E27FC236}">
                    <a16:creationId xmlns:a16="http://schemas.microsoft.com/office/drawing/2014/main" id="{DB1AD9AA-3A9E-4CA9-9273-A889085E17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7" y="2369"/>
                <a:ext cx="70" cy="9"/>
              </a:xfrm>
              <a:custGeom>
                <a:avLst/>
                <a:gdLst>
                  <a:gd name="T0" fmla="*/ 186 w 43"/>
                  <a:gd name="T1" fmla="*/ 5 h 6"/>
                  <a:gd name="T2" fmla="*/ 96 w 43"/>
                  <a:gd name="T3" fmla="*/ 5 h 6"/>
                  <a:gd name="T4" fmla="*/ 0 w 43"/>
                  <a:gd name="T5" fmla="*/ 12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" h="6">
                    <a:moveTo>
                      <a:pt x="43" y="1"/>
                    </a:moveTo>
                    <a:cubicBezTo>
                      <a:pt x="35" y="0"/>
                      <a:pt x="30" y="0"/>
                      <a:pt x="22" y="1"/>
                    </a:cubicBezTo>
                    <a:cubicBezTo>
                      <a:pt x="17" y="3"/>
                      <a:pt x="5" y="6"/>
                      <a:pt x="0" y="3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3472" name="Freeform 542">
                <a:extLst>
                  <a:ext uri="{FF2B5EF4-FFF2-40B4-BE49-F238E27FC236}">
                    <a16:creationId xmlns:a16="http://schemas.microsoft.com/office/drawing/2014/main" id="{DC8B826A-0A7E-45F7-A13F-963B7EB4A7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9" y="1455"/>
                <a:ext cx="109" cy="91"/>
              </a:xfrm>
              <a:custGeom>
                <a:avLst/>
                <a:gdLst>
                  <a:gd name="T0" fmla="*/ 288 w 67"/>
                  <a:gd name="T1" fmla="*/ 0 h 56"/>
                  <a:gd name="T2" fmla="*/ 151 w 67"/>
                  <a:gd name="T3" fmla="*/ 198 h 56"/>
                  <a:gd name="T4" fmla="*/ 0 w 67"/>
                  <a:gd name="T5" fmla="*/ 185 h 5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7" h="56">
                    <a:moveTo>
                      <a:pt x="67" y="0"/>
                    </a:moveTo>
                    <a:cubicBezTo>
                      <a:pt x="53" y="4"/>
                      <a:pt x="48" y="37"/>
                      <a:pt x="35" y="46"/>
                    </a:cubicBezTo>
                    <a:cubicBezTo>
                      <a:pt x="21" y="56"/>
                      <a:pt x="13" y="48"/>
                      <a:pt x="0" y="43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3473" name="Freeform 543">
                <a:extLst>
                  <a:ext uri="{FF2B5EF4-FFF2-40B4-BE49-F238E27FC236}">
                    <a16:creationId xmlns:a16="http://schemas.microsoft.com/office/drawing/2014/main" id="{1E34C1E9-33A6-4636-B87A-EA78652A2A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5" y="1164"/>
                <a:ext cx="40" cy="71"/>
              </a:xfrm>
              <a:custGeom>
                <a:avLst/>
                <a:gdLst>
                  <a:gd name="T0" fmla="*/ 16 w 25"/>
                  <a:gd name="T1" fmla="*/ 0 h 44"/>
                  <a:gd name="T2" fmla="*/ 26 w 25"/>
                  <a:gd name="T3" fmla="*/ 110 h 44"/>
                  <a:gd name="T4" fmla="*/ 102 w 25"/>
                  <a:gd name="T5" fmla="*/ 186 h 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44">
                    <a:moveTo>
                      <a:pt x="4" y="0"/>
                    </a:moveTo>
                    <a:cubicBezTo>
                      <a:pt x="0" y="8"/>
                      <a:pt x="1" y="19"/>
                      <a:pt x="6" y="26"/>
                    </a:cubicBezTo>
                    <a:cubicBezTo>
                      <a:pt x="10" y="34"/>
                      <a:pt x="17" y="43"/>
                      <a:pt x="25" y="44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3474" name="Freeform 544">
                <a:extLst>
                  <a:ext uri="{FF2B5EF4-FFF2-40B4-BE49-F238E27FC236}">
                    <a16:creationId xmlns:a16="http://schemas.microsoft.com/office/drawing/2014/main" id="{5B95A83A-6AD3-4D86-A14E-A6999F391F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7" y="1146"/>
                <a:ext cx="19" cy="86"/>
              </a:xfrm>
              <a:custGeom>
                <a:avLst/>
                <a:gdLst>
                  <a:gd name="T0" fmla="*/ 35 w 12"/>
                  <a:gd name="T1" fmla="*/ 0 h 53"/>
                  <a:gd name="T2" fmla="*/ 43 w 12"/>
                  <a:gd name="T3" fmla="*/ 73 h 53"/>
                  <a:gd name="T4" fmla="*/ 40 w 12"/>
                  <a:gd name="T5" fmla="*/ 149 h 53"/>
                  <a:gd name="T6" fmla="*/ 0 w 12"/>
                  <a:gd name="T7" fmla="*/ 221 h 5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53">
                    <a:moveTo>
                      <a:pt x="9" y="0"/>
                    </a:moveTo>
                    <a:cubicBezTo>
                      <a:pt x="9" y="6"/>
                      <a:pt x="11" y="11"/>
                      <a:pt x="11" y="17"/>
                    </a:cubicBezTo>
                    <a:cubicBezTo>
                      <a:pt x="10" y="24"/>
                      <a:pt x="9" y="29"/>
                      <a:pt x="10" y="35"/>
                    </a:cubicBezTo>
                    <a:cubicBezTo>
                      <a:pt x="12" y="45"/>
                      <a:pt x="10" y="53"/>
                      <a:pt x="0" y="52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3475" name="Freeform 545">
                <a:extLst>
                  <a:ext uri="{FF2B5EF4-FFF2-40B4-BE49-F238E27FC236}">
                    <a16:creationId xmlns:a16="http://schemas.microsoft.com/office/drawing/2014/main" id="{815FCEEB-DD45-403F-A575-6F126F834F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1" y="3247"/>
                <a:ext cx="37" cy="424"/>
              </a:xfrm>
              <a:custGeom>
                <a:avLst/>
                <a:gdLst>
                  <a:gd name="T0" fmla="*/ 0 w 23"/>
                  <a:gd name="T1" fmla="*/ 0 h 261"/>
                  <a:gd name="T2" fmla="*/ 97 w 23"/>
                  <a:gd name="T3" fmla="*/ 1119 h 261"/>
                  <a:gd name="T4" fmla="*/ 0 w 23"/>
                  <a:gd name="T5" fmla="*/ 0 h 26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261">
                    <a:moveTo>
                      <a:pt x="0" y="0"/>
                    </a:moveTo>
                    <a:cubicBezTo>
                      <a:pt x="0" y="0"/>
                      <a:pt x="12" y="212"/>
                      <a:pt x="23" y="261"/>
                    </a:cubicBezTo>
                    <a:cubicBezTo>
                      <a:pt x="23" y="261"/>
                      <a:pt x="7" y="41"/>
                      <a:pt x="0" y="0"/>
                    </a:cubicBezTo>
                    <a:close/>
                  </a:path>
                </a:pathLst>
              </a:custGeom>
              <a:solidFill>
                <a:srgbClr val="F7F1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3476" name="Freeform 546">
                <a:extLst>
                  <a:ext uri="{FF2B5EF4-FFF2-40B4-BE49-F238E27FC236}">
                    <a16:creationId xmlns:a16="http://schemas.microsoft.com/office/drawing/2014/main" id="{734E5722-AFFE-4F3E-8C1D-E4BEBBE41F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3" y="3229"/>
                <a:ext cx="42" cy="445"/>
              </a:xfrm>
              <a:custGeom>
                <a:avLst/>
                <a:gdLst>
                  <a:gd name="T0" fmla="*/ 110 w 26"/>
                  <a:gd name="T1" fmla="*/ 0 h 274"/>
                  <a:gd name="T2" fmla="*/ 0 w 26"/>
                  <a:gd name="T3" fmla="*/ 1174 h 274"/>
                  <a:gd name="T4" fmla="*/ 110 w 26"/>
                  <a:gd name="T5" fmla="*/ 0 h 27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274">
                    <a:moveTo>
                      <a:pt x="26" y="0"/>
                    </a:moveTo>
                    <a:cubicBezTo>
                      <a:pt x="26" y="0"/>
                      <a:pt x="25" y="132"/>
                      <a:pt x="0" y="274"/>
                    </a:cubicBezTo>
                    <a:cubicBezTo>
                      <a:pt x="0" y="274"/>
                      <a:pt x="26" y="8"/>
                      <a:pt x="26" y="0"/>
                    </a:cubicBezTo>
                    <a:close/>
                  </a:path>
                </a:pathLst>
              </a:custGeom>
              <a:solidFill>
                <a:srgbClr val="ECCA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3477" name="Freeform 547">
                <a:extLst>
                  <a:ext uri="{FF2B5EF4-FFF2-40B4-BE49-F238E27FC236}">
                    <a16:creationId xmlns:a16="http://schemas.microsoft.com/office/drawing/2014/main" id="{7CF5A071-C6A0-48F2-9EB0-BC31CBC463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9" y="1127"/>
                <a:ext cx="29" cy="102"/>
              </a:xfrm>
              <a:custGeom>
                <a:avLst/>
                <a:gdLst>
                  <a:gd name="T0" fmla="*/ 60 w 18"/>
                  <a:gd name="T1" fmla="*/ 5 h 63"/>
                  <a:gd name="T2" fmla="*/ 71 w 18"/>
                  <a:gd name="T3" fmla="*/ 97 h 63"/>
                  <a:gd name="T4" fmla="*/ 68 w 18"/>
                  <a:gd name="T5" fmla="*/ 186 h 63"/>
                  <a:gd name="T6" fmla="*/ 55 w 18"/>
                  <a:gd name="T7" fmla="*/ 254 h 63"/>
                  <a:gd name="T8" fmla="*/ 0 w 18"/>
                  <a:gd name="T9" fmla="*/ 267 h 63"/>
                  <a:gd name="T10" fmla="*/ 42 w 18"/>
                  <a:gd name="T11" fmla="*/ 225 h 63"/>
                  <a:gd name="T12" fmla="*/ 63 w 18"/>
                  <a:gd name="T13" fmla="*/ 139 h 63"/>
                  <a:gd name="T14" fmla="*/ 63 w 18"/>
                  <a:gd name="T15" fmla="*/ 63 h 63"/>
                  <a:gd name="T16" fmla="*/ 55 w 18"/>
                  <a:gd name="T17" fmla="*/ 0 h 6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8" h="63">
                    <a:moveTo>
                      <a:pt x="14" y="1"/>
                    </a:moveTo>
                    <a:cubicBezTo>
                      <a:pt x="16" y="9"/>
                      <a:pt x="18" y="15"/>
                      <a:pt x="17" y="23"/>
                    </a:cubicBezTo>
                    <a:cubicBezTo>
                      <a:pt x="17" y="30"/>
                      <a:pt x="16" y="37"/>
                      <a:pt x="16" y="44"/>
                    </a:cubicBezTo>
                    <a:cubicBezTo>
                      <a:pt x="15" y="49"/>
                      <a:pt x="17" y="57"/>
                      <a:pt x="13" y="60"/>
                    </a:cubicBezTo>
                    <a:cubicBezTo>
                      <a:pt x="10" y="62"/>
                      <a:pt x="3" y="63"/>
                      <a:pt x="0" y="63"/>
                    </a:cubicBezTo>
                    <a:cubicBezTo>
                      <a:pt x="4" y="60"/>
                      <a:pt x="8" y="58"/>
                      <a:pt x="10" y="53"/>
                    </a:cubicBezTo>
                    <a:cubicBezTo>
                      <a:pt x="13" y="47"/>
                      <a:pt x="14" y="39"/>
                      <a:pt x="15" y="33"/>
                    </a:cubicBezTo>
                    <a:cubicBezTo>
                      <a:pt x="16" y="27"/>
                      <a:pt x="16" y="21"/>
                      <a:pt x="15" y="15"/>
                    </a:cubicBezTo>
                    <a:cubicBezTo>
                      <a:pt x="15" y="10"/>
                      <a:pt x="13" y="5"/>
                      <a:pt x="13" y="0"/>
                    </a:cubicBezTo>
                  </a:path>
                </a:pathLst>
              </a:custGeom>
              <a:solidFill>
                <a:srgbClr val="ECCA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3478" name="Freeform 548">
                <a:extLst>
                  <a:ext uri="{FF2B5EF4-FFF2-40B4-BE49-F238E27FC236}">
                    <a16:creationId xmlns:a16="http://schemas.microsoft.com/office/drawing/2014/main" id="{62171F76-DD70-44FA-999A-DB4C721AAF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6" y="1141"/>
                <a:ext cx="75" cy="26"/>
              </a:xfrm>
              <a:custGeom>
                <a:avLst/>
                <a:gdLst>
                  <a:gd name="T0" fmla="*/ 5 w 46"/>
                  <a:gd name="T1" fmla="*/ 5 h 16"/>
                  <a:gd name="T2" fmla="*/ 83 w 46"/>
                  <a:gd name="T3" fmla="*/ 60 h 16"/>
                  <a:gd name="T4" fmla="*/ 147 w 46"/>
                  <a:gd name="T5" fmla="*/ 55 h 16"/>
                  <a:gd name="T6" fmla="*/ 178 w 46"/>
                  <a:gd name="T7" fmla="*/ 34 h 16"/>
                  <a:gd name="T8" fmla="*/ 199 w 46"/>
                  <a:gd name="T9" fmla="*/ 0 h 16"/>
                  <a:gd name="T10" fmla="*/ 101 w 46"/>
                  <a:gd name="T11" fmla="*/ 47 h 16"/>
                  <a:gd name="T12" fmla="*/ 0 w 46"/>
                  <a:gd name="T13" fmla="*/ 0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6" h="16">
                    <a:moveTo>
                      <a:pt x="1" y="1"/>
                    </a:moveTo>
                    <a:cubicBezTo>
                      <a:pt x="7" y="7"/>
                      <a:pt x="11" y="12"/>
                      <a:pt x="19" y="14"/>
                    </a:cubicBezTo>
                    <a:cubicBezTo>
                      <a:pt x="24" y="16"/>
                      <a:pt x="29" y="15"/>
                      <a:pt x="34" y="13"/>
                    </a:cubicBezTo>
                    <a:cubicBezTo>
                      <a:pt x="36" y="12"/>
                      <a:pt x="39" y="10"/>
                      <a:pt x="41" y="8"/>
                    </a:cubicBezTo>
                    <a:cubicBezTo>
                      <a:pt x="44" y="6"/>
                      <a:pt x="44" y="3"/>
                      <a:pt x="46" y="0"/>
                    </a:cubicBezTo>
                    <a:cubicBezTo>
                      <a:pt x="38" y="4"/>
                      <a:pt x="32" y="11"/>
                      <a:pt x="23" y="11"/>
                    </a:cubicBezTo>
                    <a:cubicBezTo>
                      <a:pt x="13" y="10"/>
                      <a:pt x="8" y="5"/>
                      <a:pt x="0" y="0"/>
                    </a:cubicBezTo>
                  </a:path>
                </a:pathLst>
              </a:custGeom>
              <a:solidFill>
                <a:srgbClr val="ECCA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3479" name="Freeform 549">
                <a:extLst>
                  <a:ext uri="{FF2B5EF4-FFF2-40B4-BE49-F238E27FC236}">
                    <a16:creationId xmlns:a16="http://schemas.microsoft.com/office/drawing/2014/main" id="{174BD40C-B35C-4077-AE1B-2CEF406621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6" y="1138"/>
                <a:ext cx="69" cy="52"/>
              </a:xfrm>
              <a:custGeom>
                <a:avLst/>
                <a:gdLst>
                  <a:gd name="T0" fmla="*/ 5 w 42"/>
                  <a:gd name="T1" fmla="*/ 0 h 32"/>
                  <a:gd name="T2" fmla="*/ 102 w 42"/>
                  <a:gd name="T3" fmla="*/ 96 h 32"/>
                  <a:gd name="T4" fmla="*/ 186 w 42"/>
                  <a:gd name="T5" fmla="*/ 81 h 32"/>
                  <a:gd name="T6" fmla="*/ 67 w 42"/>
                  <a:gd name="T7" fmla="*/ 111 h 32"/>
                  <a:gd name="T8" fmla="*/ 0 w 42"/>
                  <a:gd name="T9" fmla="*/ 0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2" h="32">
                    <a:moveTo>
                      <a:pt x="1" y="0"/>
                    </a:moveTo>
                    <a:cubicBezTo>
                      <a:pt x="4" y="9"/>
                      <a:pt x="14" y="20"/>
                      <a:pt x="23" y="22"/>
                    </a:cubicBezTo>
                    <a:cubicBezTo>
                      <a:pt x="28" y="24"/>
                      <a:pt x="39" y="24"/>
                      <a:pt x="42" y="19"/>
                    </a:cubicBezTo>
                    <a:cubicBezTo>
                      <a:pt x="37" y="28"/>
                      <a:pt x="23" y="32"/>
                      <a:pt x="15" y="26"/>
                    </a:cubicBezTo>
                    <a:cubicBezTo>
                      <a:pt x="7" y="20"/>
                      <a:pt x="4" y="9"/>
                      <a:pt x="0" y="0"/>
                    </a:cubicBezTo>
                  </a:path>
                </a:pathLst>
              </a:custGeom>
              <a:solidFill>
                <a:srgbClr val="ECCA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3480" name="Freeform 550">
                <a:extLst>
                  <a:ext uri="{FF2B5EF4-FFF2-40B4-BE49-F238E27FC236}">
                    <a16:creationId xmlns:a16="http://schemas.microsoft.com/office/drawing/2014/main" id="{ED654EB7-EBE1-444F-BE4A-0811A045BF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8" y="1122"/>
                <a:ext cx="26" cy="104"/>
              </a:xfrm>
              <a:custGeom>
                <a:avLst/>
                <a:gdLst>
                  <a:gd name="T0" fmla="*/ 63 w 16"/>
                  <a:gd name="T1" fmla="*/ 0 h 64"/>
                  <a:gd name="T2" fmla="*/ 26 w 16"/>
                  <a:gd name="T3" fmla="*/ 75 h 64"/>
                  <a:gd name="T4" fmla="*/ 5 w 16"/>
                  <a:gd name="T5" fmla="*/ 138 h 64"/>
                  <a:gd name="T6" fmla="*/ 68 w 16"/>
                  <a:gd name="T7" fmla="*/ 275 h 64"/>
                  <a:gd name="T8" fmla="*/ 21 w 16"/>
                  <a:gd name="T9" fmla="*/ 122 h 64"/>
                  <a:gd name="T10" fmla="*/ 47 w 16"/>
                  <a:gd name="T11" fmla="*/ 54 h 64"/>
                  <a:gd name="T12" fmla="*/ 63 w 16"/>
                  <a:gd name="T13" fmla="*/ 5 h 6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64">
                    <a:moveTo>
                      <a:pt x="15" y="0"/>
                    </a:moveTo>
                    <a:cubicBezTo>
                      <a:pt x="11" y="5"/>
                      <a:pt x="9" y="12"/>
                      <a:pt x="6" y="17"/>
                    </a:cubicBezTo>
                    <a:cubicBezTo>
                      <a:pt x="4" y="22"/>
                      <a:pt x="2" y="27"/>
                      <a:pt x="1" y="32"/>
                    </a:cubicBezTo>
                    <a:cubicBezTo>
                      <a:pt x="0" y="46"/>
                      <a:pt x="6" y="56"/>
                      <a:pt x="16" y="64"/>
                    </a:cubicBezTo>
                    <a:cubicBezTo>
                      <a:pt x="7" y="54"/>
                      <a:pt x="3" y="42"/>
                      <a:pt x="5" y="28"/>
                    </a:cubicBezTo>
                    <a:cubicBezTo>
                      <a:pt x="6" y="22"/>
                      <a:pt x="9" y="17"/>
                      <a:pt x="11" y="12"/>
                    </a:cubicBezTo>
                    <a:cubicBezTo>
                      <a:pt x="12" y="9"/>
                      <a:pt x="13" y="4"/>
                      <a:pt x="15" y="1"/>
                    </a:cubicBezTo>
                  </a:path>
                </a:pathLst>
              </a:custGeom>
              <a:solidFill>
                <a:srgbClr val="ECCA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3481" name="Freeform 551">
                <a:extLst>
                  <a:ext uri="{FF2B5EF4-FFF2-40B4-BE49-F238E27FC236}">
                    <a16:creationId xmlns:a16="http://schemas.microsoft.com/office/drawing/2014/main" id="{B814FF64-C1D6-47B4-A5DA-7884C1122B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7" y="1205"/>
                <a:ext cx="14" cy="55"/>
              </a:xfrm>
              <a:custGeom>
                <a:avLst/>
                <a:gdLst>
                  <a:gd name="T0" fmla="*/ 26 w 9"/>
                  <a:gd name="T1" fmla="*/ 0 h 34"/>
                  <a:gd name="T2" fmla="*/ 5 w 9"/>
                  <a:gd name="T3" fmla="*/ 84 h 34"/>
                  <a:gd name="T4" fmla="*/ 8 w 9"/>
                  <a:gd name="T5" fmla="*/ 128 h 34"/>
                  <a:gd name="T6" fmla="*/ 34 w 9"/>
                  <a:gd name="T7" fmla="*/ 131 h 34"/>
                  <a:gd name="T8" fmla="*/ 14 w 9"/>
                  <a:gd name="T9" fmla="*/ 81 h 34"/>
                  <a:gd name="T10" fmla="*/ 26 w 9"/>
                  <a:gd name="T11" fmla="*/ 8 h 3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" h="34">
                    <a:moveTo>
                      <a:pt x="7" y="0"/>
                    </a:moveTo>
                    <a:cubicBezTo>
                      <a:pt x="6" y="7"/>
                      <a:pt x="3" y="13"/>
                      <a:pt x="1" y="20"/>
                    </a:cubicBezTo>
                    <a:cubicBezTo>
                      <a:pt x="1" y="23"/>
                      <a:pt x="0" y="27"/>
                      <a:pt x="2" y="30"/>
                    </a:cubicBezTo>
                    <a:cubicBezTo>
                      <a:pt x="3" y="33"/>
                      <a:pt x="8" y="34"/>
                      <a:pt x="9" y="31"/>
                    </a:cubicBezTo>
                    <a:cubicBezTo>
                      <a:pt x="3" y="30"/>
                      <a:pt x="3" y="26"/>
                      <a:pt x="4" y="19"/>
                    </a:cubicBezTo>
                    <a:cubicBezTo>
                      <a:pt x="5" y="14"/>
                      <a:pt x="5" y="7"/>
                      <a:pt x="7" y="2"/>
                    </a:cubicBezTo>
                  </a:path>
                </a:pathLst>
              </a:custGeom>
              <a:solidFill>
                <a:srgbClr val="ECCA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3482" name="Freeform 552">
                <a:extLst>
                  <a:ext uri="{FF2B5EF4-FFF2-40B4-BE49-F238E27FC236}">
                    <a16:creationId xmlns:a16="http://schemas.microsoft.com/office/drawing/2014/main" id="{FE6FC0A2-1354-48EB-89D5-D524F05264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8" y="1209"/>
                <a:ext cx="20" cy="51"/>
              </a:xfrm>
              <a:custGeom>
                <a:avLst/>
                <a:gdLst>
                  <a:gd name="T0" fmla="*/ 33 w 12"/>
                  <a:gd name="T1" fmla="*/ 0 h 31"/>
                  <a:gd name="T2" fmla="*/ 47 w 12"/>
                  <a:gd name="T3" fmla="*/ 104 h 31"/>
                  <a:gd name="T4" fmla="*/ 0 w 12"/>
                  <a:gd name="T5" fmla="*/ 104 h 31"/>
                  <a:gd name="T6" fmla="*/ 28 w 12"/>
                  <a:gd name="T7" fmla="*/ 104 h 31"/>
                  <a:gd name="T8" fmla="*/ 33 w 12"/>
                  <a:gd name="T9" fmla="*/ 67 h 31"/>
                  <a:gd name="T10" fmla="*/ 28 w 12"/>
                  <a:gd name="T11" fmla="*/ 5 h 3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31">
                    <a:moveTo>
                      <a:pt x="7" y="0"/>
                    </a:moveTo>
                    <a:cubicBezTo>
                      <a:pt x="9" y="7"/>
                      <a:pt x="12" y="16"/>
                      <a:pt x="10" y="23"/>
                    </a:cubicBezTo>
                    <a:cubicBezTo>
                      <a:pt x="9" y="31"/>
                      <a:pt x="3" y="26"/>
                      <a:pt x="0" y="23"/>
                    </a:cubicBezTo>
                    <a:cubicBezTo>
                      <a:pt x="2" y="23"/>
                      <a:pt x="5" y="24"/>
                      <a:pt x="6" y="23"/>
                    </a:cubicBezTo>
                    <a:cubicBezTo>
                      <a:pt x="8" y="21"/>
                      <a:pt x="7" y="17"/>
                      <a:pt x="7" y="15"/>
                    </a:cubicBezTo>
                    <a:cubicBezTo>
                      <a:pt x="7" y="11"/>
                      <a:pt x="7" y="6"/>
                      <a:pt x="6" y="1"/>
                    </a:cubicBezTo>
                  </a:path>
                </a:pathLst>
              </a:custGeom>
              <a:solidFill>
                <a:srgbClr val="ECCA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3483" name="Freeform 553">
                <a:extLst>
                  <a:ext uri="{FF2B5EF4-FFF2-40B4-BE49-F238E27FC236}">
                    <a16:creationId xmlns:a16="http://schemas.microsoft.com/office/drawing/2014/main" id="{ED65F069-A4C2-4A16-A6A7-86E56EF87B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6" y="1502"/>
                <a:ext cx="70" cy="44"/>
              </a:xfrm>
              <a:custGeom>
                <a:avLst/>
                <a:gdLst>
                  <a:gd name="T0" fmla="*/ 0 w 43"/>
                  <a:gd name="T1" fmla="*/ 5 h 27"/>
                  <a:gd name="T2" fmla="*/ 186 w 43"/>
                  <a:gd name="T3" fmla="*/ 68 h 27"/>
                  <a:gd name="T4" fmla="*/ 81 w 43"/>
                  <a:gd name="T5" fmla="*/ 29 h 27"/>
                  <a:gd name="T6" fmla="*/ 0 w 43"/>
                  <a:gd name="T7" fmla="*/ 0 h 2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3" h="27">
                    <a:moveTo>
                      <a:pt x="0" y="1"/>
                    </a:moveTo>
                    <a:cubicBezTo>
                      <a:pt x="6" y="0"/>
                      <a:pt x="39" y="27"/>
                      <a:pt x="43" y="16"/>
                    </a:cubicBezTo>
                    <a:cubicBezTo>
                      <a:pt x="34" y="16"/>
                      <a:pt x="26" y="10"/>
                      <a:pt x="19" y="7"/>
                    </a:cubicBezTo>
                    <a:cubicBezTo>
                      <a:pt x="13" y="4"/>
                      <a:pt x="6" y="3"/>
                      <a:pt x="0" y="0"/>
                    </a:cubicBezTo>
                  </a:path>
                </a:pathLst>
              </a:custGeom>
              <a:solidFill>
                <a:srgbClr val="ECCA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3484" name="Freeform 554">
                <a:extLst>
                  <a:ext uri="{FF2B5EF4-FFF2-40B4-BE49-F238E27FC236}">
                    <a16:creationId xmlns:a16="http://schemas.microsoft.com/office/drawing/2014/main" id="{DECD0EF8-A20C-47F6-B8DD-1D5BB5C543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2" y="1718"/>
                <a:ext cx="74" cy="158"/>
              </a:xfrm>
              <a:custGeom>
                <a:avLst/>
                <a:gdLst>
                  <a:gd name="T0" fmla="*/ 201 w 45"/>
                  <a:gd name="T1" fmla="*/ 111 h 97"/>
                  <a:gd name="T2" fmla="*/ 84 w 45"/>
                  <a:gd name="T3" fmla="*/ 96 h 97"/>
                  <a:gd name="T4" fmla="*/ 8 w 45"/>
                  <a:gd name="T5" fmla="*/ 0 h 97"/>
                  <a:gd name="T6" fmla="*/ 0 w 45"/>
                  <a:gd name="T7" fmla="*/ 225 h 97"/>
                  <a:gd name="T8" fmla="*/ 8 w 45"/>
                  <a:gd name="T9" fmla="*/ 419 h 97"/>
                  <a:gd name="T10" fmla="*/ 8 w 45"/>
                  <a:gd name="T11" fmla="*/ 308 h 97"/>
                  <a:gd name="T12" fmla="*/ 13 w 45"/>
                  <a:gd name="T13" fmla="*/ 186 h 97"/>
                  <a:gd name="T14" fmla="*/ 67 w 45"/>
                  <a:gd name="T15" fmla="*/ 122 h 97"/>
                  <a:gd name="T16" fmla="*/ 186 w 45"/>
                  <a:gd name="T17" fmla="*/ 109 h 9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5" h="97">
                    <a:moveTo>
                      <a:pt x="45" y="26"/>
                    </a:moveTo>
                    <a:cubicBezTo>
                      <a:pt x="37" y="25"/>
                      <a:pt x="27" y="24"/>
                      <a:pt x="19" y="22"/>
                    </a:cubicBezTo>
                    <a:cubicBezTo>
                      <a:pt x="10" y="19"/>
                      <a:pt x="6" y="9"/>
                      <a:pt x="2" y="0"/>
                    </a:cubicBezTo>
                    <a:cubicBezTo>
                      <a:pt x="3" y="17"/>
                      <a:pt x="0" y="34"/>
                      <a:pt x="0" y="52"/>
                    </a:cubicBezTo>
                    <a:cubicBezTo>
                      <a:pt x="0" y="67"/>
                      <a:pt x="2" y="82"/>
                      <a:pt x="2" y="97"/>
                    </a:cubicBezTo>
                    <a:cubicBezTo>
                      <a:pt x="0" y="89"/>
                      <a:pt x="2" y="79"/>
                      <a:pt x="2" y="71"/>
                    </a:cubicBezTo>
                    <a:cubicBezTo>
                      <a:pt x="3" y="62"/>
                      <a:pt x="3" y="53"/>
                      <a:pt x="3" y="43"/>
                    </a:cubicBezTo>
                    <a:cubicBezTo>
                      <a:pt x="4" y="35"/>
                      <a:pt x="6" y="26"/>
                      <a:pt x="15" y="28"/>
                    </a:cubicBezTo>
                    <a:cubicBezTo>
                      <a:pt x="25" y="30"/>
                      <a:pt x="33" y="30"/>
                      <a:pt x="42" y="25"/>
                    </a:cubicBezTo>
                  </a:path>
                </a:pathLst>
              </a:custGeom>
              <a:solidFill>
                <a:srgbClr val="F7F1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3485" name="Freeform 555">
                <a:extLst>
                  <a:ext uri="{FF2B5EF4-FFF2-40B4-BE49-F238E27FC236}">
                    <a16:creationId xmlns:a16="http://schemas.microsoft.com/office/drawing/2014/main" id="{1A50BEEA-6704-4D5F-A9ED-B9E3948283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7" y="1733"/>
                <a:ext cx="97" cy="141"/>
              </a:xfrm>
              <a:custGeom>
                <a:avLst/>
                <a:gdLst>
                  <a:gd name="T0" fmla="*/ 0 w 59"/>
                  <a:gd name="T1" fmla="*/ 68 h 87"/>
                  <a:gd name="T2" fmla="*/ 58 w 59"/>
                  <a:gd name="T3" fmla="*/ 84 h 87"/>
                  <a:gd name="T4" fmla="*/ 164 w 59"/>
                  <a:gd name="T5" fmla="*/ 68 h 87"/>
                  <a:gd name="T6" fmla="*/ 256 w 59"/>
                  <a:gd name="T7" fmla="*/ 0 h 87"/>
                  <a:gd name="T8" fmla="*/ 248 w 59"/>
                  <a:gd name="T9" fmla="*/ 198 h 87"/>
                  <a:gd name="T10" fmla="*/ 243 w 59"/>
                  <a:gd name="T11" fmla="*/ 371 h 87"/>
                  <a:gd name="T12" fmla="*/ 240 w 59"/>
                  <a:gd name="T13" fmla="*/ 267 h 87"/>
                  <a:gd name="T14" fmla="*/ 227 w 59"/>
                  <a:gd name="T15" fmla="*/ 170 h 87"/>
                  <a:gd name="T16" fmla="*/ 227 w 59"/>
                  <a:gd name="T17" fmla="*/ 102 h 87"/>
                  <a:gd name="T18" fmla="*/ 209 w 59"/>
                  <a:gd name="T19" fmla="*/ 84 h 87"/>
                  <a:gd name="T20" fmla="*/ 164 w 59"/>
                  <a:gd name="T21" fmla="*/ 107 h 87"/>
                  <a:gd name="T22" fmla="*/ 97 w 59"/>
                  <a:gd name="T23" fmla="*/ 102 h 87"/>
                  <a:gd name="T24" fmla="*/ 8 w 59"/>
                  <a:gd name="T25" fmla="*/ 84 h 87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59" h="87">
                    <a:moveTo>
                      <a:pt x="0" y="16"/>
                    </a:moveTo>
                    <a:cubicBezTo>
                      <a:pt x="5" y="15"/>
                      <a:pt x="9" y="19"/>
                      <a:pt x="13" y="20"/>
                    </a:cubicBezTo>
                    <a:cubicBezTo>
                      <a:pt x="22" y="22"/>
                      <a:pt x="29" y="19"/>
                      <a:pt x="37" y="16"/>
                    </a:cubicBezTo>
                    <a:cubicBezTo>
                      <a:pt x="45" y="12"/>
                      <a:pt x="50" y="5"/>
                      <a:pt x="58" y="0"/>
                    </a:cubicBezTo>
                    <a:cubicBezTo>
                      <a:pt x="59" y="15"/>
                      <a:pt x="57" y="31"/>
                      <a:pt x="56" y="46"/>
                    </a:cubicBezTo>
                    <a:cubicBezTo>
                      <a:pt x="56" y="60"/>
                      <a:pt x="55" y="73"/>
                      <a:pt x="55" y="87"/>
                    </a:cubicBezTo>
                    <a:cubicBezTo>
                      <a:pt x="52" y="81"/>
                      <a:pt x="54" y="70"/>
                      <a:pt x="54" y="63"/>
                    </a:cubicBezTo>
                    <a:cubicBezTo>
                      <a:pt x="53" y="56"/>
                      <a:pt x="51" y="48"/>
                      <a:pt x="51" y="40"/>
                    </a:cubicBezTo>
                    <a:cubicBezTo>
                      <a:pt x="51" y="34"/>
                      <a:pt x="52" y="29"/>
                      <a:pt x="51" y="24"/>
                    </a:cubicBezTo>
                    <a:cubicBezTo>
                      <a:pt x="50" y="19"/>
                      <a:pt x="50" y="19"/>
                      <a:pt x="47" y="20"/>
                    </a:cubicBezTo>
                    <a:cubicBezTo>
                      <a:pt x="44" y="20"/>
                      <a:pt x="40" y="24"/>
                      <a:pt x="37" y="25"/>
                    </a:cubicBezTo>
                    <a:cubicBezTo>
                      <a:pt x="32" y="26"/>
                      <a:pt x="26" y="24"/>
                      <a:pt x="22" y="24"/>
                    </a:cubicBezTo>
                    <a:cubicBezTo>
                      <a:pt x="15" y="24"/>
                      <a:pt x="8" y="22"/>
                      <a:pt x="2" y="20"/>
                    </a:cubicBezTo>
                  </a:path>
                </a:pathLst>
              </a:custGeom>
              <a:solidFill>
                <a:srgbClr val="ECCA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3486" name="Freeform 556">
                <a:extLst>
                  <a:ext uri="{FF2B5EF4-FFF2-40B4-BE49-F238E27FC236}">
                    <a16:creationId xmlns:a16="http://schemas.microsoft.com/office/drawing/2014/main" id="{510E29F0-199C-4DFA-B71B-C6236DD411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0" y="1720"/>
                <a:ext cx="66" cy="39"/>
              </a:xfrm>
              <a:custGeom>
                <a:avLst/>
                <a:gdLst>
                  <a:gd name="T0" fmla="*/ 5 w 40"/>
                  <a:gd name="T1" fmla="*/ 98 h 24"/>
                  <a:gd name="T2" fmla="*/ 117 w 40"/>
                  <a:gd name="T3" fmla="*/ 55 h 24"/>
                  <a:gd name="T4" fmla="*/ 180 w 40"/>
                  <a:gd name="T5" fmla="*/ 0 h 24"/>
                  <a:gd name="T6" fmla="*/ 96 w 40"/>
                  <a:gd name="T7" fmla="*/ 75 h 24"/>
                  <a:gd name="T8" fmla="*/ 0 w 40"/>
                  <a:gd name="T9" fmla="*/ 102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0" h="24">
                    <a:moveTo>
                      <a:pt x="1" y="23"/>
                    </a:moveTo>
                    <a:cubicBezTo>
                      <a:pt x="6" y="17"/>
                      <a:pt x="19" y="19"/>
                      <a:pt x="26" y="13"/>
                    </a:cubicBezTo>
                    <a:cubicBezTo>
                      <a:pt x="31" y="9"/>
                      <a:pt x="34" y="3"/>
                      <a:pt x="40" y="0"/>
                    </a:cubicBezTo>
                    <a:cubicBezTo>
                      <a:pt x="33" y="6"/>
                      <a:pt x="29" y="13"/>
                      <a:pt x="21" y="17"/>
                    </a:cubicBezTo>
                    <a:cubicBezTo>
                      <a:pt x="15" y="19"/>
                      <a:pt x="7" y="23"/>
                      <a:pt x="0" y="24"/>
                    </a:cubicBezTo>
                  </a:path>
                </a:pathLst>
              </a:custGeom>
              <a:solidFill>
                <a:srgbClr val="ECCA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3487" name="Freeform 557">
                <a:extLst>
                  <a:ext uri="{FF2B5EF4-FFF2-40B4-BE49-F238E27FC236}">
                    <a16:creationId xmlns:a16="http://schemas.microsoft.com/office/drawing/2014/main" id="{FC4BB6F6-8770-45E9-89B2-C971620438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4" y="1752"/>
                <a:ext cx="50" cy="31"/>
              </a:xfrm>
              <a:custGeom>
                <a:avLst/>
                <a:gdLst>
                  <a:gd name="T0" fmla="*/ 131 w 31"/>
                  <a:gd name="T1" fmla="*/ 5 h 19"/>
                  <a:gd name="T2" fmla="*/ 84 w 31"/>
                  <a:gd name="T3" fmla="*/ 26 h 19"/>
                  <a:gd name="T4" fmla="*/ 0 w 31"/>
                  <a:gd name="T5" fmla="*/ 83 h 19"/>
                  <a:gd name="T6" fmla="*/ 124 w 31"/>
                  <a:gd name="T7" fmla="*/ 18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1" h="19">
                    <a:moveTo>
                      <a:pt x="31" y="1"/>
                    </a:moveTo>
                    <a:cubicBezTo>
                      <a:pt x="27" y="0"/>
                      <a:pt x="24" y="4"/>
                      <a:pt x="20" y="6"/>
                    </a:cubicBezTo>
                    <a:cubicBezTo>
                      <a:pt x="12" y="9"/>
                      <a:pt x="5" y="12"/>
                      <a:pt x="0" y="19"/>
                    </a:cubicBezTo>
                    <a:cubicBezTo>
                      <a:pt x="9" y="16"/>
                      <a:pt x="21" y="9"/>
                      <a:pt x="30" y="4"/>
                    </a:cubicBezTo>
                  </a:path>
                </a:pathLst>
              </a:custGeom>
              <a:solidFill>
                <a:srgbClr val="ECCA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3488" name="Freeform 558">
                <a:extLst>
                  <a:ext uri="{FF2B5EF4-FFF2-40B4-BE49-F238E27FC236}">
                    <a16:creationId xmlns:a16="http://schemas.microsoft.com/office/drawing/2014/main" id="{956D4EA7-4D4F-46D3-A1B0-351160E031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0" y="1733"/>
                <a:ext cx="55" cy="52"/>
              </a:xfrm>
              <a:custGeom>
                <a:avLst/>
                <a:gdLst>
                  <a:gd name="T0" fmla="*/ 8 w 34"/>
                  <a:gd name="T1" fmla="*/ 18 h 32"/>
                  <a:gd name="T2" fmla="*/ 63 w 34"/>
                  <a:gd name="T3" fmla="*/ 88 h 32"/>
                  <a:gd name="T4" fmla="*/ 144 w 34"/>
                  <a:gd name="T5" fmla="*/ 138 h 32"/>
                  <a:gd name="T6" fmla="*/ 68 w 34"/>
                  <a:gd name="T7" fmla="*/ 81 h 32"/>
                  <a:gd name="T8" fmla="*/ 0 w 34"/>
                  <a:gd name="T9" fmla="*/ 8 h 32"/>
                  <a:gd name="T10" fmla="*/ 5 w 34"/>
                  <a:gd name="T11" fmla="*/ 8 h 3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4" h="32">
                    <a:moveTo>
                      <a:pt x="2" y="4"/>
                    </a:moveTo>
                    <a:cubicBezTo>
                      <a:pt x="5" y="10"/>
                      <a:pt x="12" y="15"/>
                      <a:pt x="15" y="20"/>
                    </a:cubicBezTo>
                    <a:cubicBezTo>
                      <a:pt x="20" y="27"/>
                      <a:pt x="25" y="31"/>
                      <a:pt x="34" y="32"/>
                    </a:cubicBezTo>
                    <a:cubicBezTo>
                      <a:pt x="27" y="30"/>
                      <a:pt x="20" y="24"/>
                      <a:pt x="16" y="19"/>
                    </a:cubicBezTo>
                    <a:cubicBezTo>
                      <a:pt x="12" y="13"/>
                      <a:pt x="3" y="8"/>
                      <a:pt x="0" y="2"/>
                    </a:cubicBezTo>
                    <a:cubicBezTo>
                      <a:pt x="0" y="0"/>
                      <a:pt x="1" y="2"/>
                      <a:pt x="1" y="2"/>
                    </a:cubicBezTo>
                  </a:path>
                </a:pathLst>
              </a:custGeom>
              <a:solidFill>
                <a:srgbClr val="ECCA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3489" name="Freeform 559">
                <a:extLst>
                  <a:ext uri="{FF2B5EF4-FFF2-40B4-BE49-F238E27FC236}">
                    <a16:creationId xmlns:a16="http://schemas.microsoft.com/office/drawing/2014/main" id="{D649697F-AD7C-4834-BA71-88BCB64834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0" y="1515"/>
                <a:ext cx="26" cy="179"/>
              </a:xfrm>
              <a:custGeom>
                <a:avLst/>
                <a:gdLst>
                  <a:gd name="T0" fmla="*/ 68 w 16"/>
                  <a:gd name="T1" fmla="*/ 0 h 110"/>
                  <a:gd name="T2" fmla="*/ 21 w 16"/>
                  <a:gd name="T3" fmla="*/ 238 h 110"/>
                  <a:gd name="T4" fmla="*/ 26 w 16"/>
                  <a:gd name="T5" fmla="*/ 345 h 110"/>
                  <a:gd name="T6" fmla="*/ 0 w 16"/>
                  <a:gd name="T7" fmla="*/ 474 h 110"/>
                  <a:gd name="T8" fmla="*/ 13 w 16"/>
                  <a:gd name="T9" fmla="*/ 317 h 110"/>
                  <a:gd name="T10" fmla="*/ 13 w 16"/>
                  <a:gd name="T11" fmla="*/ 220 h 110"/>
                  <a:gd name="T12" fmla="*/ 60 w 16"/>
                  <a:gd name="T13" fmla="*/ 13 h 1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110">
                    <a:moveTo>
                      <a:pt x="16" y="0"/>
                    </a:moveTo>
                    <a:cubicBezTo>
                      <a:pt x="10" y="18"/>
                      <a:pt x="5" y="36"/>
                      <a:pt x="5" y="55"/>
                    </a:cubicBezTo>
                    <a:cubicBezTo>
                      <a:pt x="5" y="63"/>
                      <a:pt x="7" y="72"/>
                      <a:pt x="6" y="80"/>
                    </a:cubicBezTo>
                    <a:cubicBezTo>
                      <a:pt x="5" y="90"/>
                      <a:pt x="2" y="100"/>
                      <a:pt x="0" y="110"/>
                    </a:cubicBezTo>
                    <a:cubicBezTo>
                      <a:pt x="0" y="98"/>
                      <a:pt x="4" y="86"/>
                      <a:pt x="3" y="74"/>
                    </a:cubicBezTo>
                    <a:cubicBezTo>
                      <a:pt x="3" y="66"/>
                      <a:pt x="2" y="59"/>
                      <a:pt x="3" y="51"/>
                    </a:cubicBezTo>
                    <a:cubicBezTo>
                      <a:pt x="3" y="34"/>
                      <a:pt x="8" y="18"/>
                      <a:pt x="14" y="3"/>
                    </a:cubicBezTo>
                  </a:path>
                </a:pathLst>
              </a:custGeom>
              <a:solidFill>
                <a:srgbClr val="ECCA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3490" name="Freeform 560">
                <a:extLst>
                  <a:ext uri="{FF2B5EF4-FFF2-40B4-BE49-F238E27FC236}">
                    <a16:creationId xmlns:a16="http://schemas.microsoft.com/office/drawing/2014/main" id="{0E49AA2D-C46D-413A-92C8-3C3B347DA3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6" y="1455"/>
                <a:ext cx="68" cy="115"/>
              </a:xfrm>
              <a:custGeom>
                <a:avLst/>
                <a:gdLst>
                  <a:gd name="T0" fmla="*/ 170 w 42"/>
                  <a:gd name="T1" fmla="*/ 0 h 71"/>
                  <a:gd name="T2" fmla="*/ 105 w 42"/>
                  <a:gd name="T3" fmla="*/ 183 h 71"/>
                  <a:gd name="T4" fmla="*/ 16 w 42"/>
                  <a:gd name="T5" fmla="*/ 301 h 71"/>
                  <a:gd name="T6" fmla="*/ 105 w 42"/>
                  <a:gd name="T7" fmla="*/ 157 h 71"/>
                  <a:gd name="T8" fmla="*/ 170 w 42"/>
                  <a:gd name="T9" fmla="*/ 8 h 7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2" h="71">
                    <a:moveTo>
                      <a:pt x="40" y="0"/>
                    </a:moveTo>
                    <a:cubicBezTo>
                      <a:pt x="40" y="16"/>
                      <a:pt x="36" y="31"/>
                      <a:pt x="25" y="43"/>
                    </a:cubicBezTo>
                    <a:cubicBezTo>
                      <a:pt x="16" y="53"/>
                      <a:pt x="6" y="57"/>
                      <a:pt x="4" y="71"/>
                    </a:cubicBezTo>
                    <a:cubicBezTo>
                      <a:pt x="0" y="56"/>
                      <a:pt x="17" y="46"/>
                      <a:pt x="25" y="37"/>
                    </a:cubicBezTo>
                    <a:cubicBezTo>
                      <a:pt x="33" y="27"/>
                      <a:pt x="42" y="15"/>
                      <a:pt x="40" y="2"/>
                    </a:cubicBezTo>
                  </a:path>
                </a:pathLst>
              </a:custGeom>
              <a:solidFill>
                <a:srgbClr val="ECCA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3491" name="Freeform 561">
                <a:extLst>
                  <a:ext uri="{FF2B5EF4-FFF2-40B4-BE49-F238E27FC236}">
                    <a16:creationId xmlns:a16="http://schemas.microsoft.com/office/drawing/2014/main" id="{40FF348C-9576-4EFF-B36E-81826B2F42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6" y="1484"/>
                <a:ext cx="89" cy="163"/>
              </a:xfrm>
              <a:custGeom>
                <a:avLst/>
                <a:gdLst>
                  <a:gd name="T0" fmla="*/ 0 w 55"/>
                  <a:gd name="T1" fmla="*/ 0 h 100"/>
                  <a:gd name="T2" fmla="*/ 144 w 55"/>
                  <a:gd name="T3" fmla="*/ 220 h 100"/>
                  <a:gd name="T4" fmla="*/ 183 w 55"/>
                  <a:gd name="T5" fmla="*/ 342 h 100"/>
                  <a:gd name="T6" fmla="*/ 233 w 55"/>
                  <a:gd name="T7" fmla="*/ 434 h 100"/>
                  <a:gd name="T8" fmla="*/ 131 w 55"/>
                  <a:gd name="T9" fmla="*/ 227 h 100"/>
                  <a:gd name="T10" fmla="*/ 76 w 55"/>
                  <a:gd name="T11" fmla="*/ 147 h 100"/>
                  <a:gd name="T12" fmla="*/ 21 w 55"/>
                  <a:gd name="T13" fmla="*/ 21 h 10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5" h="100">
                    <a:moveTo>
                      <a:pt x="0" y="0"/>
                    </a:moveTo>
                    <a:cubicBezTo>
                      <a:pt x="1" y="22"/>
                      <a:pt x="24" y="34"/>
                      <a:pt x="34" y="51"/>
                    </a:cubicBezTo>
                    <a:cubicBezTo>
                      <a:pt x="38" y="60"/>
                      <a:pt x="39" y="70"/>
                      <a:pt x="43" y="79"/>
                    </a:cubicBezTo>
                    <a:cubicBezTo>
                      <a:pt x="47" y="86"/>
                      <a:pt x="51" y="94"/>
                      <a:pt x="55" y="100"/>
                    </a:cubicBezTo>
                    <a:cubicBezTo>
                      <a:pt x="37" y="89"/>
                      <a:pt x="39" y="68"/>
                      <a:pt x="31" y="52"/>
                    </a:cubicBezTo>
                    <a:cubicBezTo>
                      <a:pt x="28" y="46"/>
                      <a:pt x="22" y="40"/>
                      <a:pt x="18" y="34"/>
                    </a:cubicBezTo>
                    <a:cubicBezTo>
                      <a:pt x="11" y="25"/>
                      <a:pt x="9" y="16"/>
                      <a:pt x="5" y="5"/>
                    </a:cubicBezTo>
                  </a:path>
                </a:pathLst>
              </a:custGeom>
              <a:solidFill>
                <a:srgbClr val="ECCA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3492" name="Freeform 562">
                <a:extLst>
                  <a:ext uri="{FF2B5EF4-FFF2-40B4-BE49-F238E27FC236}">
                    <a16:creationId xmlns:a16="http://schemas.microsoft.com/office/drawing/2014/main" id="{724DFF91-F9BB-48E3-887A-059652BF71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5" y="1574"/>
                <a:ext cx="33" cy="148"/>
              </a:xfrm>
              <a:custGeom>
                <a:avLst/>
                <a:gdLst>
                  <a:gd name="T0" fmla="*/ 0 w 20"/>
                  <a:gd name="T1" fmla="*/ 0 h 91"/>
                  <a:gd name="T2" fmla="*/ 54 w 20"/>
                  <a:gd name="T3" fmla="*/ 102 h 91"/>
                  <a:gd name="T4" fmla="*/ 54 w 20"/>
                  <a:gd name="T5" fmla="*/ 202 h 91"/>
                  <a:gd name="T6" fmla="*/ 89 w 20"/>
                  <a:gd name="T7" fmla="*/ 392 h 91"/>
                  <a:gd name="T8" fmla="*/ 50 w 20"/>
                  <a:gd name="T9" fmla="*/ 185 h 91"/>
                  <a:gd name="T10" fmla="*/ 50 w 20"/>
                  <a:gd name="T11" fmla="*/ 98 h 91"/>
                  <a:gd name="T12" fmla="*/ 8 w 20"/>
                  <a:gd name="T13" fmla="*/ 21 h 9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" h="91">
                    <a:moveTo>
                      <a:pt x="0" y="0"/>
                    </a:moveTo>
                    <a:cubicBezTo>
                      <a:pt x="4" y="8"/>
                      <a:pt x="10" y="15"/>
                      <a:pt x="12" y="24"/>
                    </a:cubicBezTo>
                    <a:cubicBezTo>
                      <a:pt x="14" y="32"/>
                      <a:pt x="13" y="39"/>
                      <a:pt x="12" y="47"/>
                    </a:cubicBezTo>
                    <a:cubicBezTo>
                      <a:pt x="10" y="63"/>
                      <a:pt x="13" y="78"/>
                      <a:pt x="20" y="91"/>
                    </a:cubicBezTo>
                    <a:cubicBezTo>
                      <a:pt x="8" y="78"/>
                      <a:pt x="8" y="60"/>
                      <a:pt x="11" y="43"/>
                    </a:cubicBezTo>
                    <a:cubicBezTo>
                      <a:pt x="12" y="36"/>
                      <a:pt x="13" y="30"/>
                      <a:pt x="11" y="23"/>
                    </a:cubicBezTo>
                    <a:cubicBezTo>
                      <a:pt x="9" y="16"/>
                      <a:pt x="4" y="11"/>
                      <a:pt x="2" y="5"/>
                    </a:cubicBezTo>
                  </a:path>
                </a:pathLst>
              </a:custGeom>
              <a:solidFill>
                <a:srgbClr val="ECCA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3493" name="Freeform 563">
                <a:extLst>
                  <a:ext uri="{FF2B5EF4-FFF2-40B4-BE49-F238E27FC236}">
                    <a16:creationId xmlns:a16="http://schemas.microsoft.com/office/drawing/2014/main" id="{7530C535-AE0E-45CD-AEE3-5727DC8D90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" y="756"/>
                <a:ext cx="290" cy="397"/>
              </a:xfrm>
              <a:custGeom>
                <a:avLst/>
                <a:gdLst>
                  <a:gd name="T0" fmla="*/ 769 w 178"/>
                  <a:gd name="T1" fmla="*/ 444 h 244"/>
                  <a:gd name="T2" fmla="*/ 764 w 178"/>
                  <a:gd name="T3" fmla="*/ 452 h 244"/>
                  <a:gd name="T4" fmla="*/ 741 w 178"/>
                  <a:gd name="T5" fmla="*/ 582 h 244"/>
                  <a:gd name="T6" fmla="*/ 696 w 178"/>
                  <a:gd name="T7" fmla="*/ 757 h 244"/>
                  <a:gd name="T8" fmla="*/ 619 w 178"/>
                  <a:gd name="T9" fmla="*/ 921 h 244"/>
                  <a:gd name="T10" fmla="*/ 448 w 178"/>
                  <a:gd name="T11" fmla="*/ 1046 h 244"/>
                  <a:gd name="T12" fmla="*/ 393 w 178"/>
                  <a:gd name="T13" fmla="*/ 1051 h 244"/>
                  <a:gd name="T14" fmla="*/ 337 w 178"/>
                  <a:gd name="T15" fmla="*/ 1046 h 244"/>
                  <a:gd name="T16" fmla="*/ 173 w 178"/>
                  <a:gd name="T17" fmla="*/ 908 h 244"/>
                  <a:gd name="T18" fmla="*/ 90 w 178"/>
                  <a:gd name="T19" fmla="*/ 757 h 244"/>
                  <a:gd name="T20" fmla="*/ 54 w 178"/>
                  <a:gd name="T21" fmla="*/ 582 h 244"/>
                  <a:gd name="T22" fmla="*/ 21 w 178"/>
                  <a:gd name="T23" fmla="*/ 421 h 244"/>
                  <a:gd name="T24" fmla="*/ 384 w 178"/>
                  <a:gd name="T25" fmla="*/ 8 h 244"/>
                  <a:gd name="T26" fmla="*/ 769 w 178"/>
                  <a:gd name="T27" fmla="*/ 444 h 24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78" h="244">
                    <a:moveTo>
                      <a:pt x="178" y="103"/>
                    </a:moveTo>
                    <a:cubicBezTo>
                      <a:pt x="177" y="105"/>
                      <a:pt x="177" y="105"/>
                      <a:pt x="177" y="105"/>
                    </a:cubicBezTo>
                    <a:cubicBezTo>
                      <a:pt x="175" y="115"/>
                      <a:pt x="173" y="126"/>
                      <a:pt x="171" y="135"/>
                    </a:cubicBezTo>
                    <a:cubicBezTo>
                      <a:pt x="169" y="146"/>
                      <a:pt x="164" y="168"/>
                      <a:pt x="161" y="176"/>
                    </a:cubicBezTo>
                    <a:cubicBezTo>
                      <a:pt x="159" y="185"/>
                      <a:pt x="161" y="208"/>
                      <a:pt x="143" y="214"/>
                    </a:cubicBezTo>
                    <a:cubicBezTo>
                      <a:pt x="128" y="219"/>
                      <a:pt x="117" y="240"/>
                      <a:pt x="104" y="243"/>
                    </a:cubicBezTo>
                    <a:cubicBezTo>
                      <a:pt x="100" y="243"/>
                      <a:pt x="95" y="244"/>
                      <a:pt x="91" y="244"/>
                    </a:cubicBezTo>
                    <a:cubicBezTo>
                      <a:pt x="88" y="244"/>
                      <a:pt x="82" y="243"/>
                      <a:pt x="78" y="243"/>
                    </a:cubicBezTo>
                    <a:cubicBezTo>
                      <a:pt x="65" y="240"/>
                      <a:pt x="56" y="217"/>
                      <a:pt x="40" y="211"/>
                    </a:cubicBezTo>
                    <a:cubicBezTo>
                      <a:pt x="27" y="206"/>
                      <a:pt x="24" y="185"/>
                      <a:pt x="21" y="176"/>
                    </a:cubicBezTo>
                    <a:cubicBezTo>
                      <a:pt x="18" y="168"/>
                      <a:pt x="14" y="146"/>
                      <a:pt x="12" y="135"/>
                    </a:cubicBezTo>
                    <a:cubicBezTo>
                      <a:pt x="9" y="124"/>
                      <a:pt x="8" y="110"/>
                      <a:pt x="5" y="98"/>
                    </a:cubicBezTo>
                    <a:cubicBezTo>
                      <a:pt x="5" y="93"/>
                      <a:pt x="0" y="3"/>
                      <a:pt x="89" y="2"/>
                    </a:cubicBezTo>
                    <a:cubicBezTo>
                      <a:pt x="177" y="0"/>
                      <a:pt x="176" y="96"/>
                      <a:pt x="178" y="103"/>
                    </a:cubicBezTo>
                    <a:close/>
                  </a:path>
                </a:pathLst>
              </a:custGeom>
              <a:solidFill>
                <a:srgbClr val="F3E7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3494" name="Freeform 564">
                <a:extLst>
                  <a:ext uri="{FF2B5EF4-FFF2-40B4-BE49-F238E27FC236}">
                    <a16:creationId xmlns:a16="http://schemas.microsoft.com/office/drawing/2014/main" id="{AE18D50E-ADDF-4C83-931D-C6C6288CB7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7" y="915"/>
                <a:ext cx="282" cy="238"/>
              </a:xfrm>
              <a:custGeom>
                <a:avLst/>
                <a:gdLst>
                  <a:gd name="T0" fmla="*/ 750 w 173"/>
                  <a:gd name="T1" fmla="*/ 21 h 146"/>
                  <a:gd name="T2" fmla="*/ 743 w 173"/>
                  <a:gd name="T3" fmla="*/ 29 h 146"/>
                  <a:gd name="T4" fmla="*/ 720 w 173"/>
                  <a:gd name="T5" fmla="*/ 160 h 146"/>
                  <a:gd name="T6" fmla="*/ 675 w 173"/>
                  <a:gd name="T7" fmla="*/ 337 h 146"/>
                  <a:gd name="T8" fmla="*/ 598 w 173"/>
                  <a:gd name="T9" fmla="*/ 502 h 146"/>
                  <a:gd name="T10" fmla="*/ 427 w 173"/>
                  <a:gd name="T11" fmla="*/ 628 h 146"/>
                  <a:gd name="T12" fmla="*/ 372 w 173"/>
                  <a:gd name="T13" fmla="*/ 632 h 146"/>
                  <a:gd name="T14" fmla="*/ 316 w 173"/>
                  <a:gd name="T15" fmla="*/ 628 h 146"/>
                  <a:gd name="T16" fmla="*/ 152 w 173"/>
                  <a:gd name="T17" fmla="*/ 489 h 146"/>
                  <a:gd name="T18" fmla="*/ 68 w 173"/>
                  <a:gd name="T19" fmla="*/ 337 h 146"/>
                  <a:gd name="T20" fmla="*/ 29 w 173"/>
                  <a:gd name="T21" fmla="*/ 160 h 146"/>
                  <a:gd name="T22" fmla="*/ 0 w 173"/>
                  <a:gd name="T23" fmla="*/ 0 h 14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73" h="146">
                    <a:moveTo>
                      <a:pt x="173" y="5"/>
                    </a:moveTo>
                    <a:cubicBezTo>
                      <a:pt x="172" y="7"/>
                      <a:pt x="172" y="7"/>
                      <a:pt x="172" y="7"/>
                    </a:cubicBezTo>
                    <a:cubicBezTo>
                      <a:pt x="170" y="17"/>
                      <a:pt x="168" y="28"/>
                      <a:pt x="166" y="37"/>
                    </a:cubicBezTo>
                    <a:cubicBezTo>
                      <a:pt x="164" y="48"/>
                      <a:pt x="159" y="70"/>
                      <a:pt x="156" y="78"/>
                    </a:cubicBezTo>
                    <a:cubicBezTo>
                      <a:pt x="154" y="87"/>
                      <a:pt x="156" y="110"/>
                      <a:pt x="138" y="116"/>
                    </a:cubicBezTo>
                    <a:cubicBezTo>
                      <a:pt x="123" y="121"/>
                      <a:pt x="112" y="142"/>
                      <a:pt x="99" y="145"/>
                    </a:cubicBezTo>
                    <a:cubicBezTo>
                      <a:pt x="95" y="145"/>
                      <a:pt x="90" y="146"/>
                      <a:pt x="86" y="146"/>
                    </a:cubicBezTo>
                    <a:cubicBezTo>
                      <a:pt x="83" y="146"/>
                      <a:pt x="77" y="145"/>
                      <a:pt x="73" y="145"/>
                    </a:cubicBezTo>
                    <a:cubicBezTo>
                      <a:pt x="60" y="142"/>
                      <a:pt x="51" y="119"/>
                      <a:pt x="35" y="113"/>
                    </a:cubicBezTo>
                    <a:cubicBezTo>
                      <a:pt x="22" y="108"/>
                      <a:pt x="19" y="87"/>
                      <a:pt x="16" y="78"/>
                    </a:cubicBezTo>
                    <a:cubicBezTo>
                      <a:pt x="13" y="70"/>
                      <a:pt x="9" y="48"/>
                      <a:pt x="7" y="37"/>
                    </a:cubicBezTo>
                    <a:cubicBezTo>
                      <a:pt x="4" y="26"/>
                      <a:pt x="3" y="12"/>
                      <a:pt x="0" y="0"/>
                    </a:cubicBezTo>
                  </a:path>
                </a:pathLst>
              </a:custGeom>
              <a:noFill/>
              <a:ln w="3175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3495" name="Rectangle 565">
                <a:extLst>
                  <a:ext uri="{FF2B5EF4-FFF2-40B4-BE49-F238E27FC236}">
                    <a16:creationId xmlns:a16="http://schemas.microsoft.com/office/drawing/2014/main" id="{5B9BDE44-3A01-428C-A124-83A6DBA923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07" y="1153"/>
                <a:ext cx="1" cy="1"/>
              </a:xfrm>
              <a:prstGeom prst="rect">
                <a:avLst/>
              </a:prstGeom>
              <a:noFill/>
              <a:ln w="3175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496" name="Freeform 566">
                <a:extLst>
                  <a:ext uri="{FF2B5EF4-FFF2-40B4-BE49-F238E27FC236}">
                    <a16:creationId xmlns:a16="http://schemas.microsoft.com/office/drawing/2014/main" id="{A738C7A4-38F7-43B7-AF07-712E1BB02F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6" y="901"/>
                <a:ext cx="49" cy="110"/>
              </a:xfrm>
              <a:custGeom>
                <a:avLst/>
                <a:gdLst>
                  <a:gd name="T0" fmla="*/ 56 w 30"/>
                  <a:gd name="T1" fmla="*/ 26 h 68"/>
                  <a:gd name="T2" fmla="*/ 126 w 30"/>
                  <a:gd name="T3" fmla="*/ 42 h 68"/>
                  <a:gd name="T4" fmla="*/ 109 w 30"/>
                  <a:gd name="T5" fmla="*/ 144 h 68"/>
                  <a:gd name="T6" fmla="*/ 83 w 30"/>
                  <a:gd name="T7" fmla="*/ 194 h 68"/>
                  <a:gd name="T8" fmla="*/ 56 w 30"/>
                  <a:gd name="T9" fmla="*/ 262 h 68"/>
                  <a:gd name="T10" fmla="*/ 29 w 30"/>
                  <a:gd name="T11" fmla="*/ 283 h 68"/>
                  <a:gd name="T12" fmla="*/ 0 w 30"/>
                  <a:gd name="T13" fmla="*/ 288 h 6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68">
                    <a:moveTo>
                      <a:pt x="13" y="6"/>
                    </a:moveTo>
                    <a:cubicBezTo>
                      <a:pt x="19" y="0"/>
                      <a:pt x="30" y="2"/>
                      <a:pt x="29" y="10"/>
                    </a:cubicBezTo>
                    <a:cubicBezTo>
                      <a:pt x="29" y="17"/>
                      <a:pt x="26" y="30"/>
                      <a:pt x="25" y="34"/>
                    </a:cubicBezTo>
                    <a:cubicBezTo>
                      <a:pt x="23" y="38"/>
                      <a:pt x="21" y="42"/>
                      <a:pt x="19" y="46"/>
                    </a:cubicBezTo>
                    <a:cubicBezTo>
                      <a:pt x="18" y="50"/>
                      <a:pt x="15" y="60"/>
                      <a:pt x="13" y="62"/>
                    </a:cubicBezTo>
                    <a:cubicBezTo>
                      <a:pt x="12" y="65"/>
                      <a:pt x="7" y="67"/>
                      <a:pt x="7" y="67"/>
                    </a:cubicBezTo>
                    <a:cubicBezTo>
                      <a:pt x="0" y="68"/>
                      <a:pt x="0" y="68"/>
                      <a:pt x="0" y="68"/>
                    </a:cubicBezTo>
                  </a:path>
                </a:pathLst>
              </a:custGeom>
              <a:solidFill>
                <a:srgbClr val="F3E7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3497" name="Freeform 567">
                <a:extLst>
                  <a:ext uri="{FF2B5EF4-FFF2-40B4-BE49-F238E27FC236}">
                    <a16:creationId xmlns:a16="http://schemas.microsoft.com/office/drawing/2014/main" id="{87FD457F-012A-438A-AE3A-2FDAB77BA4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8" y="922"/>
                <a:ext cx="22" cy="66"/>
              </a:xfrm>
              <a:custGeom>
                <a:avLst/>
                <a:gdLst>
                  <a:gd name="T0" fmla="*/ 27 w 14"/>
                  <a:gd name="T1" fmla="*/ 26 h 41"/>
                  <a:gd name="T2" fmla="*/ 47 w 14"/>
                  <a:gd name="T3" fmla="*/ 8 h 41"/>
                  <a:gd name="T4" fmla="*/ 47 w 14"/>
                  <a:gd name="T5" fmla="*/ 50 h 41"/>
                  <a:gd name="T6" fmla="*/ 0 w 14"/>
                  <a:gd name="T7" fmla="*/ 150 h 4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41">
                    <a:moveTo>
                      <a:pt x="7" y="6"/>
                    </a:moveTo>
                    <a:cubicBezTo>
                      <a:pt x="7" y="4"/>
                      <a:pt x="9" y="0"/>
                      <a:pt x="12" y="2"/>
                    </a:cubicBezTo>
                    <a:cubicBezTo>
                      <a:pt x="14" y="4"/>
                      <a:pt x="12" y="10"/>
                      <a:pt x="12" y="12"/>
                    </a:cubicBezTo>
                    <a:cubicBezTo>
                      <a:pt x="11" y="15"/>
                      <a:pt x="8" y="41"/>
                      <a:pt x="0" y="36"/>
                    </a:cubicBezTo>
                  </a:path>
                </a:pathLst>
              </a:custGeom>
              <a:solidFill>
                <a:srgbClr val="ECCA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3498" name="Freeform 568">
                <a:extLst>
                  <a:ext uri="{FF2B5EF4-FFF2-40B4-BE49-F238E27FC236}">
                    <a16:creationId xmlns:a16="http://schemas.microsoft.com/office/drawing/2014/main" id="{03C4BEC2-F346-4A88-BD71-D309B1FDB8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1" y="901"/>
                <a:ext cx="44" cy="110"/>
              </a:xfrm>
              <a:custGeom>
                <a:avLst/>
                <a:gdLst>
                  <a:gd name="T0" fmla="*/ 42 w 27"/>
                  <a:gd name="T1" fmla="*/ 26 h 68"/>
                  <a:gd name="T2" fmla="*/ 111 w 27"/>
                  <a:gd name="T3" fmla="*/ 42 h 68"/>
                  <a:gd name="T4" fmla="*/ 96 w 27"/>
                  <a:gd name="T5" fmla="*/ 144 h 68"/>
                  <a:gd name="T6" fmla="*/ 68 w 27"/>
                  <a:gd name="T7" fmla="*/ 194 h 68"/>
                  <a:gd name="T8" fmla="*/ 47 w 27"/>
                  <a:gd name="T9" fmla="*/ 262 h 68"/>
                  <a:gd name="T10" fmla="*/ 0 w 27"/>
                  <a:gd name="T11" fmla="*/ 288 h 6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7" h="68">
                    <a:moveTo>
                      <a:pt x="10" y="6"/>
                    </a:moveTo>
                    <a:cubicBezTo>
                      <a:pt x="16" y="0"/>
                      <a:pt x="27" y="2"/>
                      <a:pt x="26" y="10"/>
                    </a:cubicBezTo>
                    <a:cubicBezTo>
                      <a:pt x="26" y="17"/>
                      <a:pt x="23" y="30"/>
                      <a:pt x="22" y="34"/>
                    </a:cubicBezTo>
                    <a:cubicBezTo>
                      <a:pt x="20" y="38"/>
                      <a:pt x="18" y="42"/>
                      <a:pt x="16" y="46"/>
                    </a:cubicBezTo>
                    <a:cubicBezTo>
                      <a:pt x="15" y="50"/>
                      <a:pt x="12" y="59"/>
                      <a:pt x="11" y="62"/>
                    </a:cubicBezTo>
                    <a:cubicBezTo>
                      <a:pt x="7" y="68"/>
                      <a:pt x="0" y="68"/>
                      <a:pt x="0" y="68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3499" name="Freeform 569">
                <a:extLst>
                  <a:ext uri="{FF2B5EF4-FFF2-40B4-BE49-F238E27FC236}">
                    <a16:creationId xmlns:a16="http://schemas.microsoft.com/office/drawing/2014/main" id="{0CA96D3F-129F-47C7-BAF0-202B0A57B8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9" y="914"/>
                <a:ext cx="21" cy="19"/>
              </a:xfrm>
              <a:custGeom>
                <a:avLst/>
                <a:gdLst>
                  <a:gd name="T0" fmla="*/ 0 w 13"/>
                  <a:gd name="T1" fmla="*/ 40 h 12"/>
                  <a:gd name="T2" fmla="*/ 47 w 13"/>
                  <a:gd name="T3" fmla="*/ 5 h 12"/>
                  <a:gd name="T4" fmla="*/ 42 w 13"/>
                  <a:gd name="T5" fmla="*/ 48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2">
                    <a:moveTo>
                      <a:pt x="0" y="10"/>
                    </a:moveTo>
                    <a:cubicBezTo>
                      <a:pt x="4" y="4"/>
                      <a:pt x="8" y="0"/>
                      <a:pt x="11" y="1"/>
                    </a:cubicBezTo>
                    <a:cubicBezTo>
                      <a:pt x="13" y="1"/>
                      <a:pt x="10" y="8"/>
                      <a:pt x="10" y="12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3500" name="Freeform 570">
                <a:extLst>
                  <a:ext uri="{FF2B5EF4-FFF2-40B4-BE49-F238E27FC236}">
                    <a16:creationId xmlns:a16="http://schemas.microsoft.com/office/drawing/2014/main" id="{CC81DF41-114F-4BAD-A2AA-8D83F8546E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4" y="918"/>
                <a:ext cx="11" cy="52"/>
              </a:xfrm>
              <a:custGeom>
                <a:avLst/>
                <a:gdLst>
                  <a:gd name="T0" fmla="*/ 14 w 7"/>
                  <a:gd name="T1" fmla="*/ 0 h 32"/>
                  <a:gd name="T2" fmla="*/ 27 w 7"/>
                  <a:gd name="T3" fmla="*/ 55 h 32"/>
                  <a:gd name="T4" fmla="*/ 14 w 7"/>
                  <a:gd name="T5" fmla="*/ 111 h 32"/>
                  <a:gd name="T6" fmla="*/ 0 w 7"/>
                  <a:gd name="T7" fmla="*/ 138 h 3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32">
                    <a:moveTo>
                      <a:pt x="4" y="0"/>
                    </a:moveTo>
                    <a:cubicBezTo>
                      <a:pt x="3" y="5"/>
                      <a:pt x="7" y="5"/>
                      <a:pt x="7" y="13"/>
                    </a:cubicBezTo>
                    <a:cubicBezTo>
                      <a:pt x="6" y="21"/>
                      <a:pt x="5" y="24"/>
                      <a:pt x="4" y="26"/>
                    </a:cubicBezTo>
                    <a:cubicBezTo>
                      <a:pt x="4" y="29"/>
                      <a:pt x="1" y="29"/>
                      <a:pt x="0" y="32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3501" name="Freeform 571">
                <a:extLst>
                  <a:ext uri="{FF2B5EF4-FFF2-40B4-BE49-F238E27FC236}">
                    <a16:creationId xmlns:a16="http://schemas.microsoft.com/office/drawing/2014/main" id="{31A699FB-024D-48D0-AB6E-4CC59A3F6B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6" y="943"/>
                <a:ext cx="16" cy="37"/>
              </a:xfrm>
              <a:custGeom>
                <a:avLst/>
                <a:gdLst>
                  <a:gd name="T0" fmla="*/ 0 w 10"/>
                  <a:gd name="T1" fmla="*/ 97 h 23"/>
                  <a:gd name="T2" fmla="*/ 35 w 10"/>
                  <a:gd name="T3" fmla="*/ 37 h 23"/>
                  <a:gd name="T4" fmla="*/ 35 w 10"/>
                  <a:gd name="T5" fmla="*/ 0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23">
                    <a:moveTo>
                      <a:pt x="0" y="23"/>
                    </a:moveTo>
                    <a:cubicBezTo>
                      <a:pt x="3" y="22"/>
                      <a:pt x="9" y="13"/>
                      <a:pt x="9" y="9"/>
                    </a:cubicBezTo>
                    <a:cubicBezTo>
                      <a:pt x="9" y="5"/>
                      <a:pt x="10" y="0"/>
                      <a:pt x="9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3502" name="Freeform 572">
                <a:extLst>
                  <a:ext uri="{FF2B5EF4-FFF2-40B4-BE49-F238E27FC236}">
                    <a16:creationId xmlns:a16="http://schemas.microsoft.com/office/drawing/2014/main" id="{A9A509EA-CB29-4A4F-B566-EDCED16430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4" y="901"/>
                <a:ext cx="47" cy="110"/>
              </a:xfrm>
              <a:custGeom>
                <a:avLst/>
                <a:gdLst>
                  <a:gd name="T0" fmla="*/ 73 w 29"/>
                  <a:gd name="T1" fmla="*/ 26 h 68"/>
                  <a:gd name="T2" fmla="*/ 5 w 29"/>
                  <a:gd name="T3" fmla="*/ 42 h 68"/>
                  <a:gd name="T4" fmla="*/ 21 w 29"/>
                  <a:gd name="T5" fmla="*/ 144 h 68"/>
                  <a:gd name="T6" fmla="*/ 42 w 29"/>
                  <a:gd name="T7" fmla="*/ 194 h 68"/>
                  <a:gd name="T8" fmla="*/ 68 w 29"/>
                  <a:gd name="T9" fmla="*/ 262 h 68"/>
                  <a:gd name="T10" fmla="*/ 94 w 29"/>
                  <a:gd name="T11" fmla="*/ 283 h 68"/>
                  <a:gd name="T12" fmla="*/ 123 w 29"/>
                  <a:gd name="T13" fmla="*/ 288 h 6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9" h="68">
                    <a:moveTo>
                      <a:pt x="17" y="6"/>
                    </a:moveTo>
                    <a:cubicBezTo>
                      <a:pt x="11" y="0"/>
                      <a:pt x="0" y="2"/>
                      <a:pt x="1" y="10"/>
                    </a:cubicBezTo>
                    <a:cubicBezTo>
                      <a:pt x="1" y="17"/>
                      <a:pt x="4" y="30"/>
                      <a:pt x="5" y="34"/>
                    </a:cubicBezTo>
                    <a:cubicBezTo>
                      <a:pt x="6" y="38"/>
                      <a:pt x="9" y="42"/>
                      <a:pt x="10" y="46"/>
                    </a:cubicBezTo>
                    <a:cubicBezTo>
                      <a:pt x="12" y="50"/>
                      <a:pt x="15" y="60"/>
                      <a:pt x="16" y="62"/>
                    </a:cubicBezTo>
                    <a:cubicBezTo>
                      <a:pt x="18" y="65"/>
                      <a:pt x="22" y="67"/>
                      <a:pt x="22" y="67"/>
                    </a:cubicBezTo>
                    <a:cubicBezTo>
                      <a:pt x="29" y="68"/>
                      <a:pt x="29" y="68"/>
                      <a:pt x="29" y="68"/>
                    </a:cubicBezTo>
                  </a:path>
                </a:pathLst>
              </a:custGeom>
              <a:solidFill>
                <a:srgbClr val="F3E7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3503" name="Freeform 573">
                <a:extLst>
                  <a:ext uri="{FF2B5EF4-FFF2-40B4-BE49-F238E27FC236}">
                    <a16:creationId xmlns:a16="http://schemas.microsoft.com/office/drawing/2014/main" id="{83F2C6E7-93C9-4963-8346-122DF5C1B2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7" y="922"/>
                <a:ext cx="25" cy="66"/>
              </a:xfrm>
              <a:custGeom>
                <a:avLst/>
                <a:gdLst>
                  <a:gd name="T0" fmla="*/ 33 w 15"/>
                  <a:gd name="T1" fmla="*/ 26 h 41"/>
                  <a:gd name="T2" fmla="*/ 8 w 15"/>
                  <a:gd name="T3" fmla="*/ 8 h 41"/>
                  <a:gd name="T4" fmla="*/ 13 w 15"/>
                  <a:gd name="T5" fmla="*/ 50 h 41"/>
                  <a:gd name="T6" fmla="*/ 70 w 15"/>
                  <a:gd name="T7" fmla="*/ 150 h 4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41">
                    <a:moveTo>
                      <a:pt x="7" y="6"/>
                    </a:moveTo>
                    <a:cubicBezTo>
                      <a:pt x="8" y="4"/>
                      <a:pt x="6" y="0"/>
                      <a:pt x="2" y="2"/>
                    </a:cubicBezTo>
                    <a:cubicBezTo>
                      <a:pt x="0" y="4"/>
                      <a:pt x="3" y="10"/>
                      <a:pt x="3" y="12"/>
                    </a:cubicBezTo>
                    <a:cubicBezTo>
                      <a:pt x="3" y="15"/>
                      <a:pt x="7" y="41"/>
                      <a:pt x="15" y="36"/>
                    </a:cubicBezTo>
                  </a:path>
                </a:pathLst>
              </a:custGeom>
              <a:solidFill>
                <a:srgbClr val="ECCA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3504" name="Freeform 574">
                <a:extLst>
                  <a:ext uri="{FF2B5EF4-FFF2-40B4-BE49-F238E27FC236}">
                    <a16:creationId xmlns:a16="http://schemas.microsoft.com/office/drawing/2014/main" id="{4CDA51A9-CD29-4820-83E2-B37B0993F8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4" y="901"/>
                <a:ext cx="44" cy="110"/>
              </a:xfrm>
              <a:custGeom>
                <a:avLst/>
                <a:gdLst>
                  <a:gd name="T0" fmla="*/ 75 w 27"/>
                  <a:gd name="T1" fmla="*/ 26 h 68"/>
                  <a:gd name="T2" fmla="*/ 5 w 27"/>
                  <a:gd name="T3" fmla="*/ 42 h 68"/>
                  <a:gd name="T4" fmla="*/ 21 w 27"/>
                  <a:gd name="T5" fmla="*/ 144 h 68"/>
                  <a:gd name="T6" fmla="*/ 42 w 27"/>
                  <a:gd name="T7" fmla="*/ 194 h 68"/>
                  <a:gd name="T8" fmla="*/ 68 w 27"/>
                  <a:gd name="T9" fmla="*/ 262 h 68"/>
                  <a:gd name="T10" fmla="*/ 117 w 27"/>
                  <a:gd name="T11" fmla="*/ 288 h 6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7" h="68">
                    <a:moveTo>
                      <a:pt x="17" y="6"/>
                    </a:moveTo>
                    <a:cubicBezTo>
                      <a:pt x="11" y="0"/>
                      <a:pt x="0" y="2"/>
                      <a:pt x="1" y="10"/>
                    </a:cubicBezTo>
                    <a:cubicBezTo>
                      <a:pt x="1" y="17"/>
                      <a:pt x="4" y="30"/>
                      <a:pt x="5" y="34"/>
                    </a:cubicBezTo>
                    <a:cubicBezTo>
                      <a:pt x="6" y="38"/>
                      <a:pt x="9" y="42"/>
                      <a:pt x="10" y="46"/>
                    </a:cubicBezTo>
                    <a:cubicBezTo>
                      <a:pt x="12" y="50"/>
                      <a:pt x="15" y="59"/>
                      <a:pt x="16" y="62"/>
                    </a:cubicBezTo>
                    <a:cubicBezTo>
                      <a:pt x="19" y="68"/>
                      <a:pt x="27" y="68"/>
                      <a:pt x="27" y="68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3505" name="Freeform 575">
                <a:extLst>
                  <a:ext uri="{FF2B5EF4-FFF2-40B4-BE49-F238E27FC236}">
                    <a16:creationId xmlns:a16="http://schemas.microsoft.com/office/drawing/2014/main" id="{7068DEAF-15CD-4447-9E9D-B2DCD3DD12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7" y="914"/>
                <a:ext cx="23" cy="19"/>
              </a:xfrm>
              <a:custGeom>
                <a:avLst/>
                <a:gdLst>
                  <a:gd name="T0" fmla="*/ 62 w 14"/>
                  <a:gd name="T1" fmla="*/ 40 h 12"/>
                  <a:gd name="T2" fmla="*/ 13 w 14"/>
                  <a:gd name="T3" fmla="*/ 5 h 12"/>
                  <a:gd name="T4" fmla="*/ 20 w 14"/>
                  <a:gd name="T5" fmla="*/ 48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2">
                    <a:moveTo>
                      <a:pt x="14" y="10"/>
                    </a:moveTo>
                    <a:cubicBezTo>
                      <a:pt x="10" y="4"/>
                      <a:pt x="5" y="0"/>
                      <a:pt x="3" y="1"/>
                    </a:cubicBezTo>
                    <a:cubicBezTo>
                      <a:pt x="0" y="1"/>
                      <a:pt x="3" y="8"/>
                      <a:pt x="4" y="12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3506" name="Freeform 576">
                <a:extLst>
                  <a:ext uri="{FF2B5EF4-FFF2-40B4-BE49-F238E27FC236}">
                    <a16:creationId xmlns:a16="http://schemas.microsoft.com/office/drawing/2014/main" id="{8AADAFF3-B43C-4997-82CE-316B789302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4" y="918"/>
                <a:ext cx="11" cy="52"/>
              </a:xfrm>
              <a:custGeom>
                <a:avLst/>
                <a:gdLst>
                  <a:gd name="T0" fmla="*/ 13 w 7"/>
                  <a:gd name="T1" fmla="*/ 0 h 32"/>
                  <a:gd name="T2" fmla="*/ 0 w 7"/>
                  <a:gd name="T3" fmla="*/ 55 h 32"/>
                  <a:gd name="T4" fmla="*/ 8 w 7"/>
                  <a:gd name="T5" fmla="*/ 111 h 32"/>
                  <a:gd name="T6" fmla="*/ 27 w 7"/>
                  <a:gd name="T7" fmla="*/ 138 h 3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32">
                    <a:moveTo>
                      <a:pt x="3" y="0"/>
                    </a:moveTo>
                    <a:cubicBezTo>
                      <a:pt x="3" y="5"/>
                      <a:pt x="0" y="5"/>
                      <a:pt x="0" y="13"/>
                    </a:cubicBezTo>
                    <a:cubicBezTo>
                      <a:pt x="1" y="21"/>
                      <a:pt x="2" y="24"/>
                      <a:pt x="2" y="26"/>
                    </a:cubicBezTo>
                    <a:cubicBezTo>
                      <a:pt x="3" y="29"/>
                      <a:pt x="5" y="29"/>
                      <a:pt x="7" y="32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3507" name="Freeform 577">
                <a:extLst>
                  <a:ext uri="{FF2B5EF4-FFF2-40B4-BE49-F238E27FC236}">
                    <a16:creationId xmlns:a16="http://schemas.microsoft.com/office/drawing/2014/main" id="{A7299D11-B5BD-4649-8978-7CA9CC5B51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7" y="943"/>
                <a:ext cx="16" cy="37"/>
              </a:xfrm>
              <a:custGeom>
                <a:avLst/>
                <a:gdLst>
                  <a:gd name="T0" fmla="*/ 42 w 10"/>
                  <a:gd name="T1" fmla="*/ 97 h 23"/>
                  <a:gd name="T2" fmla="*/ 5 w 10"/>
                  <a:gd name="T3" fmla="*/ 37 h 23"/>
                  <a:gd name="T4" fmla="*/ 0 w 10"/>
                  <a:gd name="T5" fmla="*/ 0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23">
                    <a:moveTo>
                      <a:pt x="10" y="23"/>
                    </a:moveTo>
                    <a:cubicBezTo>
                      <a:pt x="6" y="22"/>
                      <a:pt x="1" y="13"/>
                      <a:pt x="1" y="9"/>
                    </a:cubicBezTo>
                    <a:cubicBezTo>
                      <a:pt x="1" y="5"/>
                      <a:pt x="0" y="0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3508" name="Freeform 578">
                <a:extLst>
                  <a:ext uri="{FF2B5EF4-FFF2-40B4-BE49-F238E27FC236}">
                    <a16:creationId xmlns:a16="http://schemas.microsoft.com/office/drawing/2014/main" id="{ABCBABD4-0C35-4C31-8FD1-1636B134C7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3" y="1014"/>
                <a:ext cx="41" cy="60"/>
              </a:xfrm>
              <a:custGeom>
                <a:avLst/>
                <a:gdLst>
                  <a:gd name="T0" fmla="*/ 5 w 25"/>
                  <a:gd name="T1" fmla="*/ 0 h 37"/>
                  <a:gd name="T2" fmla="*/ 41 w 25"/>
                  <a:gd name="T3" fmla="*/ 60 h 37"/>
                  <a:gd name="T4" fmla="*/ 62 w 25"/>
                  <a:gd name="T5" fmla="*/ 73 h 37"/>
                  <a:gd name="T6" fmla="*/ 84 w 25"/>
                  <a:gd name="T7" fmla="*/ 73 h 37"/>
                  <a:gd name="T8" fmla="*/ 110 w 25"/>
                  <a:gd name="T9" fmla="*/ 157 h 37"/>
                  <a:gd name="T10" fmla="*/ 89 w 25"/>
                  <a:gd name="T11" fmla="*/ 102 h 37"/>
                  <a:gd name="T12" fmla="*/ 56 w 25"/>
                  <a:gd name="T13" fmla="*/ 76 h 37"/>
                  <a:gd name="T14" fmla="*/ 26 w 25"/>
                  <a:gd name="T15" fmla="*/ 50 h 37"/>
                  <a:gd name="T16" fmla="*/ 0 w 25"/>
                  <a:gd name="T17" fmla="*/ 5 h 3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5" h="37">
                    <a:moveTo>
                      <a:pt x="1" y="0"/>
                    </a:moveTo>
                    <a:cubicBezTo>
                      <a:pt x="3" y="5"/>
                      <a:pt x="6" y="10"/>
                      <a:pt x="9" y="14"/>
                    </a:cubicBezTo>
                    <a:cubicBezTo>
                      <a:pt x="11" y="15"/>
                      <a:pt x="12" y="16"/>
                      <a:pt x="14" y="17"/>
                    </a:cubicBezTo>
                    <a:cubicBezTo>
                      <a:pt x="16" y="17"/>
                      <a:pt x="17" y="16"/>
                      <a:pt x="19" y="17"/>
                    </a:cubicBezTo>
                    <a:cubicBezTo>
                      <a:pt x="24" y="20"/>
                      <a:pt x="23" y="31"/>
                      <a:pt x="25" y="37"/>
                    </a:cubicBezTo>
                    <a:cubicBezTo>
                      <a:pt x="23" y="33"/>
                      <a:pt x="22" y="28"/>
                      <a:pt x="20" y="24"/>
                    </a:cubicBezTo>
                    <a:cubicBezTo>
                      <a:pt x="19" y="20"/>
                      <a:pt x="17" y="19"/>
                      <a:pt x="13" y="18"/>
                    </a:cubicBezTo>
                    <a:cubicBezTo>
                      <a:pt x="10" y="17"/>
                      <a:pt x="8" y="15"/>
                      <a:pt x="6" y="12"/>
                    </a:cubicBezTo>
                    <a:cubicBezTo>
                      <a:pt x="4" y="9"/>
                      <a:pt x="2" y="3"/>
                      <a:pt x="0" y="1"/>
                    </a:cubicBezTo>
                  </a:path>
                </a:pathLst>
              </a:custGeom>
              <a:solidFill>
                <a:srgbClr val="ECCA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3509" name="Freeform 579">
                <a:extLst>
                  <a:ext uri="{FF2B5EF4-FFF2-40B4-BE49-F238E27FC236}">
                    <a16:creationId xmlns:a16="http://schemas.microsoft.com/office/drawing/2014/main" id="{4A99D495-432F-455E-9825-716BAC0680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3" y="1073"/>
                <a:ext cx="50" cy="45"/>
              </a:xfrm>
              <a:custGeom>
                <a:avLst/>
                <a:gdLst>
                  <a:gd name="T0" fmla="*/ 131 w 31"/>
                  <a:gd name="T1" fmla="*/ 0 h 28"/>
                  <a:gd name="T2" fmla="*/ 90 w 31"/>
                  <a:gd name="T3" fmla="*/ 59 h 28"/>
                  <a:gd name="T4" fmla="*/ 50 w 31"/>
                  <a:gd name="T5" fmla="*/ 69 h 28"/>
                  <a:gd name="T6" fmla="*/ 0 w 31"/>
                  <a:gd name="T7" fmla="*/ 116 h 28"/>
                  <a:gd name="T8" fmla="*/ 39 w 31"/>
                  <a:gd name="T9" fmla="*/ 69 h 28"/>
                  <a:gd name="T10" fmla="*/ 60 w 31"/>
                  <a:gd name="T11" fmla="*/ 59 h 28"/>
                  <a:gd name="T12" fmla="*/ 76 w 31"/>
                  <a:gd name="T13" fmla="*/ 47 h 28"/>
                  <a:gd name="T14" fmla="*/ 115 w 31"/>
                  <a:gd name="T15" fmla="*/ 26 h 28"/>
                  <a:gd name="T16" fmla="*/ 131 w 31"/>
                  <a:gd name="T17" fmla="*/ 0 h 2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1" h="28">
                    <a:moveTo>
                      <a:pt x="31" y="0"/>
                    </a:moveTo>
                    <a:cubicBezTo>
                      <a:pt x="31" y="5"/>
                      <a:pt x="26" y="12"/>
                      <a:pt x="22" y="14"/>
                    </a:cubicBezTo>
                    <a:cubicBezTo>
                      <a:pt x="18" y="15"/>
                      <a:pt x="15" y="15"/>
                      <a:pt x="12" y="17"/>
                    </a:cubicBezTo>
                    <a:cubicBezTo>
                      <a:pt x="7" y="20"/>
                      <a:pt x="4" y="25"/>
                      <a:pt x="0" y="28"/>
                    </a:cubicBezTo>
                    <a:cubicBezTo>
                      <a:pt x="3" y="25"/>
                      <a:pt x="5" y="20"/>
                      <a:pt x="9" y="17"/>
                    </a:cubicBezTo>
                    <a:cubicBezTo>
                      <a:pt x="10" y="16"/>
                      <a:pt x="12" y="15"/>
                      <a:pt x="14" y="14"/>
                    </a:cubicBezTo>
                    <a:cubicBezTo>
                      <a:pt x="15" y="13"/>
                      <a:pt x="17" y="12"/>
                      <a:pt x="18" y="11"/>
                    </a:cubicBezTo>
                    <a:cubicBezTo>
                      <a:pt x="21" y="10"/>
                      <a:pt x="24" y="9"/>
                      <a:pt x="27" y="6"/>
                    </a:cubicBezTo>
                    <a:cubicBezTo>
                      <a:pt x="28" y="5"/>
                      <a:pt x="31" y="2"/>
                      <a:pt x="31" y="0"/>
                    </a:cubicBezTo>
                  </a:path>
                </a:pathLst>
              </a:custGeom>
              <a:solidFill>
                <a:srgbClr val="ECCA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3510" name="Freeform 580">
                <a:extLst>
                  <a:ext uri="{FF2B5EF4-FFF2-40B4-BE49-F238E27FC236}">
                    <a16:creationId xmlns:a16="http://schemas.microsoft.com/office/drawing/2014/main" id="{77FF45F0-D261-4554-944B-85CC84D85C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1" y="1060"/>
                <a:ext cx="54" cy="55"/>
              </a:xfrm>
              <a:custGeom>
                <a:avLst/>
                <a:gdLst>
                  <a:gd name="T0" fmla="*/ 0 w 33"/>
                  <a:gd name="T1" fmla="*/ 0 h 34"/>
                  <a:gd name="T2" fmla="*/ 47 w 33"/>
                  <a:gd name="T3" fmla="*/ 76 h 34"/>
                  <a:gd name="T4" fmla="*/ 92 w 33"/>
                  <a:gd name="T5" fmla="*/ 97 h 34"/>
                  <a:gd name="T6" fmla="*/ 118 w 33"/>
                  <a:gd name="T7" fmla="*/ 115 h 34"/>
                  <a:gd name="T8" fmla="*/ 144 w 33"/>
                  <a:gd name="T9" fmla="*/ 144 h 34"/>
                  <a:gd name="T10" fmla="*/ 97 w 33"/>
                  <a:gd name="T11" fmla="*/ 89 h 34"/>
                  <a:gd name="T12" fmla="*/ 54 w 33"/>
                  <a:gd name="T13" fmla="*/ 68 h 34"/>
                  <a:gd name="T14" fmla="*/ 0 w 33"/>
                  <a:gd name="T15" fmla="*/ 0 h 3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3" h="34">
                    <a:moveTo>
                      <a:pt x="0" y="0"/>
                    </a:moveTo>
                    <a:cubicBezTo>
                      <a:pt x="2" y="6"/>
                      <a:pt x="5" y="16"/>
                      <a:pt x="11" y="18"/>
                    </a:cubicBezTo>
                    <a:cubicBezTo>
                      <a:pt x="15" y="20"/>
                      <a:pt x="18" y="21"/>
                      <a:pt x="21" y="23"/>
                    </a:cubicBezTo>
                    <a:cubicBezTo>
                      <a:pt x="24" y="24"/>
                      <a:pt x="26" y="25"/>
                      <a:pt x="27" y="27"/>
                    </a:cubicBezTo>
                    <a:cubicBezTo>
                      <a:pt x="30" y="29"/>
                      <a:pt x="31" y="32"/>
                      <a:pt x="33" y="34"/>
                    </a:cubicBezTo>
                    <a:cubicBezTo>
                      <a:pt x="29" y="31"/>
                      <a:pt x="27" y="25"/>
                      <a:pt x="22" y="21"/>
                    </a:cubicBezTo>
                    <a:cubicBezTo>
                      <a:pt x="19" y="19"/>
                      <a:pt x="16" y="18"/>
                      <a:pt x="12" y="16"/>
                    </a:cubicBezTo>
                    <a:cubicBezTo>
                      <a:pt x="7" y="13"/>
                      <a:pt x="2" y="6"/>
                      <a:pt x="0" y="0"/>
                    </a:cubicBezTo>
                  </a:path>
                </a:pathLst>
              </a:custGeom>
              <a:solidFill>
                <a:srgbClr val="ECCA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3511" name="Freeform 581">
                <a:extLst>
                  <a:ext uri="{FF2B5EF4-FFF2-40B4-BE49-F238E27FC236}">
                    <a16:creationId xmlns:a16="http://schemas.microsoft.com/office/drawing/2014/main" id="{A1676DED-20DC-45B8-9CC2-413B6F3D49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2" y="847"/>
                <a:ext cx="80" cy="13"/>
              </a:xfrm>
              <a:custGeom>
                <a:avLst/>
                <a:gdLst>
                  <a:gd name="T0" fmla="*/ 0 w 49"/>
                  <a:gd name="T1" fmla="*/ 21 h 8"/>
                  <a:gd name="T2" fmla="*/ 42 w 49"/>
                  <a:gd name="T3" fmla="*/ 8 h 8"/>
                  <a:gd name="T4" fmla="*/ 91 w 49"/>
                  <a:gd name="T5" fmla="*/ 5 h 8"/>
                  <a:gd name="T6" fmla="*/ 214 w 49"/>
                  <a:gd name="T7" fmla="*/ 29 h 8"/>
                  <a:gd name="T8" fmla="*/ 193 w 49"/>
                  <a:gd name="T9" fmla="*/ 34 h 8"/>
                  <a:gd name="T10" fmla="*/ 160 w 49"/>
                  <a:gd name="T11" fmla="*/ 29 h 8"/>
                  <a:gd name="T12" fmla="*/ 104 w 49"/>
                  <a:gd name="T13" fmla="*/ 18 h 8"/>
                  <a:gd name="T14" fmla="*/ 42 w 49"/>
                  <a:gd name="T15" fmla="*/ 18 h 8"/>
                  <a:gd name="T16" fmla="*/ 0 w 49"/>
                  <a:gd name="T17" fmla="*/ 21 h 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9" h="8">
                    <a:moveTo>
                      <a:pt x="0" y="5"/>
                    </a:moveTo>
                    <a:cubicBezTo>
                      <a:pt x="2" y="3"/>
                      <a:pt x="8" y="2"/>
                      <a:pt x="10" y="2"/>
                    </a:cubicBezTo>
                    <a:cubicBezTo>
                      <a:pt x="14" y="1"/>
                      <a:pt x="17" y="0"/>
                      <a:pt x="21" y="1"/>
                    </a:cubicBezTo>
                    <a:cubicBezTo>
                      <a:pt x="30" y="2"/>
                      <a:pt x="39" y="7"/>
                      <a:pt x="49" y="7"/>
                    </a:cubicBezTo>
                    <a:cubicBezTo>
                      <a:pt x="48" y="8"/>
                      <a:pt x="45" y="8"/>
                      <a:pt x="44" y="8"/>
                    </a:cubicBezTo>
                    <a:cubicBezTo>
                      <a:pt x="42" y="8"/>
                      <a:pt x="39" y="7"/>
                      <a:pt x="37" y="7"/>
                    </a:cubicBezTo>
                    <a:cubicBezTo>
                      <a:pt x="32" y="6"/>
                      <a:pt x="28" y="5"/>
                      <a:pt x="24" y="4"/>
                    </a:cubicBezTo>
                    <a:cubicBezTo>
                      <a:pt x="19" y="4"/>
                      <a:pt x="15" y="4"/>
                      <a:pt x="10" y="4"/>
                    </a:cubicBezTo>
                    <a:cubicBezTo>
                      <a:pt x="7" y="4"/>
                      <a:pt x="3" y="4"/>
                      <a:pt x="0" y="5"/>
                    </a:cubicBezTo>
                  </a:path>
                </a:pathLst>
              </a:custGeom>
              <a:solidFill>
                <a:srgbClr val="ECCA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3512" name="Freeform 582">
                <a:extLst>
                  <a:ext uri="{FF2B5EF4-FFF2-40B4-BE49-F238E27FC236}">
                    <a16:creationId xmlns:a16="http://schemas.microsoft.com/office/drawing/2014/main" id="{116F9DEF-F13E-44AB-8D81-09D017DD9F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8" y="835"/>
                <a:ext cx="55" cy="13"/>
              </a:xfrm>
              <a:custGeom>
                <a:avLst/>
                <a:gdLst>
                  <a:gd name="T0" fmla="*/ 144 w 34"/>
                  <a:gd name="T1" fmla="*/ 0 h 8"/>
                  <a:gd name="T2" fmla="*/ 84 w 34"/>
                  <a:gd name="T3" fmla="*/ 13 h 8"/>
                  <a:gd name="T4" fmla="*/ 42 w 34"/>
                  <a:gd name="T5" fmla="*/ 29 h 8"/>
                  <a:gd name="T6" fmla="*/ 16 w 34"/>
                  <a:gd name="T7" fmla="*/ 34 h 8"/>
                  <a:gd name="T8" fmla="*/ 0 w 34"/>
                  <a:gd name="T9" fmla="*/ 34 h 8"/>
                  <a:gd name="T10" fmla="*/ 39 w 34"/>
                  <a:gd name="T11" fmla="*/ 18 h 8"/>
                  <a:gd name="T12" fmla="*/ 84 w 34"/>
                  <a:gd name="T13" fmla="*/ 5 h 8"/>
                  <a:gd name="T14" fmla="*/ 144 w 34"/>
                  <a:gd name="T15" fmla="*/ 0 h 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4" h="8">
                    <a:moveTo>
                      <a:pt x="34" y="0"/>
                    </a:moveTo>
                    <a:cubicBezTo>
                      <a:pt x="29" y="1"/>
                      <a:pt x="25" y="2"/>
                      <a:pt x="20" y="3"/>
                    </a:cubicBezTo>
                    <a:cubicBezTo>
                      <a:pt x="16" y="5"/>
                      <a:pt x="13" y="6"/>
                      <a:pt x="10" y="7"/>
                    </a:cubicBezTo>
                    <a:cubicBezTo>
                      <a:pt x="8" y="7"/>
                      <a:pt x="6" y="8"/>
                      <a:pt x="4" y="8"/>
                    </a:cubicBezTo>
                    <a:cubicBezTo>
                      <a:pt x="3" y="8"/>
                      <a:pt x="1" y="7"/>
                      <a:pt x="0" y="8"/>
                    </a:cubicBezTo>
                    <a:cubicBezTo>
                      <a:pt x="3" y="8"/>
                      <a:pt x="7" y="6"/>
                      <a:pt x="9" y="4"/>
                    </a:cubicBezTo>
                    <a:cubicBezTo>
                      <a:pt x="12" y="3"/>
                      <a:pt x="16" y="2"/>
                      <a:pt x="20" y="1"/>
                    </a:cubicBezTo>
                    <a:cubicBezTo>
                      <a:pt x="25" y="0"/>
                      <a:pt x="29" y="0"/>
                      <a:pt x="34" y="0"/>
                    </a:cubicBezTo>
                  </a:path>
                </a:pathLst>
              </a:custGeom>
              <a:solidFill>
                <a:srgbClr val="ECCA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3513" name="Freeform 583">
                <a:extLst>
                  <a:ext uri="{FF2B5EF4-FFF2-40B4-BE49-F238E27FC236}">
                    <a16:creationId xmlns:a16="http://schemas.microsoft.com/office/drawing/2014/main" id="{3E573A95-C435-46DA-AB25-C11B732AB4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5" y="979"/>
                <a:ext cx="41" cy="60"/>
              </a:xfrm>
              <a:custGeom>
                <a:avLst/>
                <a:gdLst>
                  <a:gd name="T0" fmla="*/ 0 w 25"/>
                  <a:gd name="T1" fmla="*/ 0 h 37"/>
                  <a:gd name="T2" fmla="*/ 26 w 25"/>
                  <a:gd name="T3" fmla="*/ 60 h 37"/>
                  <a:gd name="T4" fmla="*/ 43 w 25"/>
                  <a:gd name="T5" fmla="*/ 110 h 37"/>
                  <a:gd name="T6" fmla="*/ 110 w 25"/>
                  <a:gd name="T7" fmla="*/ 152 h 37"/>
                  <a:gd name="T8" fmla="*/ 67 w 25"/>
                  <a:gd name="T9" fmla="*/ 131 h 37"/>
                  <a:gd name="T10" fmla="*/ 49 w 25"/>
                  <a:gd name="T11" fmla="*/ 89 h 37"/>
                  <a:gd name="T12" fmla="*/ 0 w 25"/>
                  <a:gd name="T13" fmla="*/ 0 h 3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" h="37">
                    <a:moveTo>
                      <a:pt x="0" y="0"/>
                    </a:moveTo>
                    <a:cubicBezTo>
                      <a:pt x="1" y="5"/>
                      <a:pt x="4" y="10"/>
                      <a:pt x="6" y="14"/>
                    </a:cubicBezTo>
                    <a:cubicBezTo>
                      <a:pt x="8" y="18"/>
                      <a:pt x="9" y="22"/>
                      <a:pt x="10" y="26"/>
                    </a:cubicBezTo>
                    <a:cubicBezTo>
                      <a:pt x="13" y="34"/>
                      <a:pt x="17" y="37"/>
                      <a:pt x="25" y="36"/>
                    </a:cubicBezTo>
                    <a:cubicBezTo>
                      <a:pt x="22" y="34"/>
                      <a:pt x="18" y="35"/>
                      <a:pt x="15" y="31"/>
                    </a:cubicBezTo>
                    <a:cubicBezTo>
                      <a:pt x="13" y="29"/>
                      <a:pt x="12" y="24"/>
                      <a:pt x="11" y="21"/>
                    </a:cubicBezTo>
                    <a:cubicBezTo>
                      <a:pt x="8" y="14"/>
                      <a:pt x="2" y="7"/>
                      <a:pt x="0" y="0"/>
                    </a:cubicBezTo>
                  </a:path>
                </a:pathLst>
              </a:custGeom>
              <a:solidFill>
                <a:srgbClr val="ECCA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3514" name="Freeform 584">
                <a:extLst>
                  <a:ext uri="{FF2B5EF4-FFF2-40B4-BE49-F238E27FC236}">
                    <a16:creationId xmlns:a16="http://schemas.microsoft.com/office/drawing/2014/main" id="{BF1A6918-D09D-49FC-B621-C3637F6BAD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6" y="993"/>
                <a:ext cx="92" cy="31"/>
              </a:xfrm>
              <a:custGeom>
                <a:avLst/>
                <a:gdLst>
                  <a:gd name="T0" fmla="*/ 200 w 56"/>
                  <a:gd name="T1" fmla="*/ 0 h 19"/>
                  <a:gd name="T2" fmla="*/ 227 w 56"/>
                  <a:gd name="T3" fmla="*/ 55 h 19"/>
                  <a:gd name="T4" fmla="*/ 192 w 56"/>
                  <a:gd name="T5" fmla="*/ 62 h 19"/>
                  <a:gd name="T6" fmla="*/ 133 w 56"/>
                  <a:gd name="T7" fmla="*/ 77 h 19"/>
                  <a:gd name="T8" fmla="*/ 117 w 56"/>
                  <a:gd name="T9" fmla="*/ 77 h 19"/>
                  <a:gd name="T10" fmla="*/ 62 w 56"/>
                  <a:gd name="T11" fmla="*/ 55 h 19"/>
                  <a:gd name="T12" fmla="*/ 21 w 56"/>
                  <a:gd name="T13" fmla="*/ 54 h 19"/>
                  <a:gd name="T14" fmla="*/ 54 w 56"/>
                  <a:gd name="T15" fmla="*/ 0 h 19"/>
                  <a:gd name="T16" fmla="*/ 26 w 56"/>
                  <a:gd name="T17" fmla="*/ 29 h 19"/>
                  <a:gd name="T18" fmla="*/ 49 w 56"/>
                  <a:gd name="T19" fmla="*/ 55 h 19"/>
                  <a:gd name="T20" fmla="*/ 84 w 56"/>
                  <a:gd name="T21" fmla="*/ 64 h 19"/>
                  <a:gd name="T22" fmla="*/ 181 w 56"/>
                  <a:gd name="T23" fmla="*/ 62 h 19"/>
                  <a:gd name="T24" fmla="*/ 205 w 56"/>
                  <a:gd name="T25" fmla="*/ 55 h 19"/>
                  <a:gd name="T26" fmla="*/ 230 w 56"/>
                  <a:gd name="T27" fmla="*/ 42 h 19"/>
                  <a:gd name="T28" fmla="*/ 200 w 56"/>
                  <a:gd name="T29" fmla="*/ 0 h 19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56" h="19">
                    <a:moveTo>
                      <a:pt x="45" y="0"/>
                    </a:moveTo>
                    <a:cubicBezTo>
                      <a:pt x="48" y="3"/>
                      <a:pt x="56" y="8"/>
                      <a:pt x="51" y="13"/>
                    </a:cubicBezTo>
                    <a:cubicBezTo>
                      <a:pt x="48" y="16"/>
                      <a:pt x="46" y="13"/>
                      <a:pt x="43" y="14"/>
                    </a:cubicBezTo>
                    <a:cubicBezTo>
                      <a:pt x="40" y="14"/>
                      <a:pt x="37" y="17"/>
                      <a:pt x="30" y="18"/>
                    </a:cubicBezTo>
                    <a:cubicBezTo>
                      <a:pt x="28" y="18"/>
                      <a:pt x="27" y="18"/>
                      <a:pt x="26" y="18"/>
                    </a:cubicBezTo>
                    <a:cubicBezTo>
                      <a:pt x="19" y="17"/>
                      <a:pt x="17" y="14"/>
                      <a:pt x="14" y="13"/>
                    </a:cubicBezTo>
                    <a:cubicBezTo>
                      <a:pt x="11" y="12"/>
                      <a:pt x="8" y="16"/>
                      <a:pt x="5" y="12"/>
                    </a:cubicBezTo>
                    <a:cubicBezTo>
                      <a:pt x="0" y="7"/>
                      <a:pt x="11" y="3"/>
                      <a:pt x="12" y="0"/>
                    </a:cubicBezTo>
                    <a:cubicBezTo>
                      <a:pt x="12" y="0"/>
                      <a:pt x="10" y="2"/>
                      <a:pt x="6" y="7"/>
                    </a:cubicBezTo>
                    <a:cubicBezTo>
                      <a:pt x="2" y="12"/>
                      <a:pt x="8" y="14"/>
                      <a:pt x="11" y="13"/>
                    </a:cubicBezTo>
                    <a:cubicBezTo>
                      <a:pt x="14" y="12"/>
                      <a:pt x="15" y="12"/>
                      <a:pt x="19" y="15"/>
                    </a:cubicBezTo>
                    <a:cubicBezTo>
                      <a:pt x="24" y="18"/>
                      <a:pt x="31" y="19"/>
                      <a:pt x="41" y="14"/>
                    </a:cubicBezTo>
                    <a:cubicBezTo>
                      <a:pt x="43" y="12"/>
                      <a:pt x="44" y="13"/>
                      <a:pt x="46" y="13"/>
                    </a:cubicBezTo>
                    <a:cubicBezTo>
                      <a:pt x="47" y="13"/>
                      <a:pt x="51" y="14"/>
                      <a:pt x="52" y="10"/>
                    </a:cubicBezTo>
                    <a:cubicBezTo>
                      <a:pt x="53" y="5"/>
                      <a:pt x="46" y="5"/>
                      <a:pt x="45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3515" name="Freeform 585">
                <a:extLst>
                  <a:ext uri="{FF2B5EF4-FFF2-40B4-BE49-F238E27FC236}">
                    <a16:creationId xmlns:a16="http://schemas.microsoft.com/office/drawing/2014/main" id="{87E0DA93-168D-4112-90AC-CE0382F386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2" y="1001"/>
                <a:ext cx="51" cy="56"/>
              </a:xfrm>
              <a:custGeom>
                <a:avLst/>
                <a:gdLst>
                  <a:gd name="T0" fmla="*/ 138 w 31"/>
                  <a:gd name="T1" fmla="*/ 0 h 34"/>
                  <a:gd name="T2" fmla="*/ 54 w 31"/>
                  <a:gd name="T3" fmla="*/ 63 h 34"/>
                  <a:gd name="T4" fmla="*/ 97 w 31"/>
                  <a:gd name="T5" fmla="*/ 152 h 34"/>
                  <a:gd name="T6" fmla="*/ 43 w 31"/>
                  <a:gd name="T7" fmla="*/ 58 h 34"/>
                  <a:gd name="T8" fmla="*/ 138 w 31"/>
                  <a:gd name="T9" fmla="*/ 0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34">
                    <a:moveTo>
                      <a:pt x="31" y="0"/>
                    </a:moveTo>
                    <a:cubicBezTo>
                      <a:pt x="31" y="0"/>
                      <a:pt x="23" y="13"/>
                      <a:pt x="12" y="14"/>
                    </a:cubicBezTo>
                    <a:cubicBezTo>
                      <a:pt x="1" y="16"/>
                      <a:pt x="19" y="32"/>
                      <a:pt x="22" y="34"/>
                    </a:cubicBezTo>
                    <a:cubicBezTo>
                      <a:pt x="22" y="34"/>
                      <a:pt x="0" y="18"/>
                      <a:pt x="10" y="13"/>
                    </a:cubicBezTo>
                    <a:cubicBezTo>
                      <a:pt x="21" y="8"/>
                      <a:pt x="21" y="12"/>
                      <a:pt x="31" y="0"/>
                    </a:cubicBezTo>
                    <a:close/>
                  </a:path>
                </a:pathLst>
              </a:custGeom>
              <a:solidFill>
                <a:srgbClr val="ECCA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3516" name="Freeform 586">
                <a:extLst>
                  <a:ext uri="{FF2B5EF4-FFF2-40B4-BE49-F238E27FC236}">
                    <a16:creationId xmlns:a16="http://schemas.microsoft.com/office/drawing/2014/main" id="{178FA558-8548-4FD5-BCFF-F0FBA23C2F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3" y="1001"/>
                <a:ext cx="52" cy="56"/>
              </a:xfrm>
              <a:custGeom>
                <a:avLst/>
                <a:gdLst>
                  <a:gd name="T0" fmla="*/ 0 w 32"/>
                  <a:gd name="T1" fmla="*/ 0 h 34"/>
                  <a:gd name="T2" fmla="*/ 81 w 32"/>
                  <a:gd name="T3" fmla="*/ 63 h 34"/>
                  <a:gd name="T4" fmla="*/ 42 w 32"/>
                  <a:gd name="T5" fmla="*/ 152 h 34"/>
                  <a:gd name="T6" fmla="*/ 89 w 32"/>
                  <a:gd name="T7" fmla="*/ 58 h 34"/>
                  <a:gd name="T8" fmla="*/ 0 w 32"/>
                  <a:gd name="T9" fmla="*/ 0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4">
                    <a:moveTo>
                      <a:pt x="0" y="0"/>
                    </a:moveTo>
                    <a:cubicBezTo>
                      <a:pt x="0" y="0"/>
                      <a:pt x="8" y="13"/>
                      <a:pt x="19" y="14"/>
                    </a:cubicBezTo>
                    <a:cubicBezTo>
                      <a:pt x="30" y="16"/>
                      <a:pt x="12" y="32"/>
                      <a:pt x="10" y="34"/>
                    </a:cubicBezTo>
                    <a:cubicBezTo>
                      <a:pt x="10" y="34"/>
                      <a:pt x="32" y="18"/>
                      <a:pt x="21" y="13"/>
                    </a:cubicBezTo>
                    <a:cubicBezTo>
                      <a:pt x="11" y="8"/>
                      <a:pt x="10" y="12"/>
                      <a:pt x="0" y="0"/>
                    </a:cubicBezTo>
                    <a:close/>
                  </a:path>
                </a:pathLst>
              </a:custGeom>
              <a:solidFill>
                <a:srgbClr val="ECCA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3517" name="Freeform 587">
                <a:extLst>
                  <a:ext uri="{FF2B5EF4-FFF2-40B4-BE49-F238E27FC236}">
                    <a16:creationId xmlns:a16="http://schemas.microsoft.com/office/drawing/2014/main" id="{11BE8BF0-4380-4CA4-876B-4BEE57D4F1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3" y="907"/>
                <a:ext cx="36" cy="109"/>
              </a:xfrm>
              <a:custGeom>
                <a:avLst/>
                <a:gdLst>
                  <a:gd name="T0" fmla="*/ 8 w 22"/>
                  <a:gd name="T1" fmla="*/ 0 h 67"/>
                  <a:gd name="T2" fmla="*/ 13 w 22"/>
                  <a:gd name="T3" fmla="*/ 96 h 67"/>
                  <a:gd name="T4" fmla="*/ 29 w 22"/>
                  <a:gd name="T5" fmla="*/ 156 h 67"/>
                  <a:gd name="T6" fmla="*/ 62 w 22"/>
                  <a:gd name="T7" fmla="*/ 225 h 67"/>
                  <a:gd name="T8" fmla="*/ 97 w 22"/>
                  <a:gd name="T9" fmla="*/ 288 h 67"/>
                  <a:gd name="T10" fmla="*/ 75 w 22"/>
                  <a:gd name="T11" fmla="*/ 202 h 67"/>
                  <a:gd name="T12" fmla="*/ 67 w 22"/>
                  <a:gd name="T13" fmla="*/ 172 h 67"/>
                  <a:gd name="T14" fmla="*/ 43 w 22"/>
                  <a:gd name="T15" fmla="*/ 143 h 67"/>
                  <a:gd name="T16" fmla="*/ 34 w 22"/>
                  <a:gd name="T17" fmla="*/ 117 h 67"/>
                  <a:gd name="T18" fmla="*/ 26 w 22"/>
                  <a:gd name="T19" fmla="*/ 89 h 67"/>
                  <a:gd name="T20" fmla="*/ 41 w 22"/>
                  <a:gd name="T21" fmla="*/ 60 h 67"/>
                  <a:gd name="T22" fmla="*/ 26 w 22"/>
                  <a:gd name="T23" fmla="*/ 39 h 67"/>
                  <a:gd name="T24" fmla="*/ 47 w 22"/>
                  <a:gd name="T25" fmla="*/ 34 h 67"/>
                  <a:gd name="T26" fmla="*/ 8 w 22"/>
                  <a:gd name="T27" fmla="*/ 5 h 6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2" h="67">
                    <a:moveTo>
                      <a:pt x="2" y="0"/>
                    </a:moveTo>
                    <a:cubicBezTo>
                      <a:pt x="0" y="7"/>
                      <a:pt x="3" y="15"/>
                      <a:pt x="3" y="22"/>
                    </a:cubicBezTo>
                    <a:cubicBezTo>
                      <a:pt x="3" y="27"/>
                      <a:pt x="4" y="31"/>
                      <a:pt x="7" y="36"/>
                    </a:cubicBezTo>
                    <a:cubicBezTo>
                      <a:pt x="9" y="42"/>
                      <a:pt x="12" y="47"/>
                      <a:pt x="14" y="52"/>
                    </a:cubicBezTo>
                    <a:cubicBezTo>
                      <a:pt x="17" y="57"/>
                      <a:pt x="18" y="63"/>
                      <a:pt x="22" y="67"/>
                    </a:cubicBezTo>
                    <a:cubicBezTo>
                      <a:pt x="18" y="64"/>
                      <a:pt x="17" y="52"/>
                      <a:pt x="17" y="47"/>
                    </a:cubicBezTo>
                    <a:cubicBezTo>
                      <a:pt x="17" y="43"/>
                      <a:pt x="17" y="43"/>
                      <a:pt x="15" y="40"/>
                    </a:cubicBezTo>
                    <a:cubicBezTo>
                      <a:pt x="13" y="38"/>
                      <a:pt x="11" y="36"/>
                      <a:pt x="10" y="33"/>
                    </a:cubicBezTo>
                    <a:cubicBezTo>
                      <a:pt x="9" y="31"/>
                      <a:pt x="8" y="29"/>
                      <a:pt x="8" y="27"/>
                    </a:cubicBezTo>
                    <a:cubicBezTo>
                      <a:pt x="7" y="25"/>
                      <a:pt x="6" y="22"/>
                      <a:pt x="6" y="21"/>
                    </a:cubicBezTo>
                    <a:cubicBezTo>
                      <a:pt x="5" y="17"/>
                      <a:pt x="4" y="13"/>
                      <a:pt x="9" y="14"/>
                    </a:cubicBezTo>
                    <a:cubicBezTo>
                      <a:pt x="8" y="13"/>
                      <a:pt x="5" y="11"/>
                      <a:pt x="6" y="9"/>
                    </a:cubicBezTo>
                    <a:cubicBezTo>
                      <a:pt x="6" y="6"/>
                      <a:pt x="10" y="8"/>
                      <a:pt x="11" y="8"/>
                    </a:cubicBezTo>
                    <a:cubicBezTo>
                      <a:pt x="8" y="5"/>
                      <a:pt x="5" y="4"/>
                      <a:pt x="2" y="1"/>
                    </a:cubicBezTo>
                  </a:path>
                </a:pathLst>
              </a:custGeom>
              <a:solidFill>
                <a:srgbClr val="F7F1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3518" name="Freeform 588">
                <a:extLst>
                  <a:ext uri="{FF2B5EF4-FFF2-40B4-BE49-F238E27FC236}">
                    <a16:creationId xmlns:a16="http://schemas.microsoft.com/office/drawing/2014/main" id="{5C2DEBD5-1925-410C-83BF-D4926C7F94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4" y="1016"/>
                <a:ext cx="24" cy="29"/>
              </a:xfrm>
              <a:custGeom>
                <a:avLst/>
                <a:gdLst>
                  <a:gd name="T0" fmla="*/ 61 w 15"/>
                  <a:gd name="T1" fmla="*/ 0 h 18"/>
                  <a:gd name="T2" fmla="*/ 26 w 15"/>
                  <a:gd name="T3" fmla="*/ 21 h 18"/>
                  <a:gd name="T4" fmla="*/ 29 w 15"/>
                  <a:gd name="T5" fmla="*/ 76 h 18"/>
                  <a:gd name="T6" fmla="*/ 16 w 15"/>
                  <a:gd name="T7" fmla="*/ 5 h 18"/>
                  <a:gd name="T8" fmla="*/ 42 w 15"/>
                  <a:gd name="T9" fmla="*/ 5 h 18"/>
                  <a:gd name="T10" fmla="*/ 56 w 15"/>
                  <a:gd name="T11" fmla="*/ 0 h 1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" h="18">
                    <a:moveTo>
                      <a:pt x="15" y="0"/>
                    </a:moveTo>
                    <a:cubicBezTo>
                      <a:pt x="12" y="2"/>
                      <a:pt x="8" y="1"/>
                      <a:pt x="6" y="5"/>
                    </a:cubicBezTo>
                    <a:cubicBezTo>
                      <a:pt x="4" y="9"/>
                      <a:pt x="6" y="13"/>
                      <a:pt x="7" y="18"/>
                    </a:cubicBezTo>
                    <a:cubicBezTo>
                      <a:pt x="5" y="15"/>
                      <a:pt x="0" y="4"/>
                      <a:pt x="4" y="1"/>
                    </a:cubicBezTo>
                    <a:cubicBezTo>
                      <a:pt x="6" y="0"/>
                      <a:pt x="8" y="1"/>
                      <a:pt x="10" y="1"/>
                    </a:cubicBezTo>
                    <a:cubicBezTo>
                      <a:pt x="11" y="1"/>
                      <a:pt x="13" y="0"/>
                      <a:pt x="14" y="0"/>
                    </a:cubicBezTo>
                  </a:path>
                </a:pathLst>
              </a:custGeom>
              <a:solidFill>
                <a:srgbClr val="F7F1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3519" name="Freeform 589">
                <a:extLst>
                  <a:ext uri="{FF2B5EF4-FFF2-40B4-BE49-F238E27FC236}">
                    <a16:creationId xmlns:a16="http://schemas.microsoft.com/office/drawing/2014/main" id="{19EB59FA-DB22-48AB-BF2C-A9B0230664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6" y="1013"/>
                <a:ext cx="26" cy="31"/>
              </a:xfrm>
              <a:custGeom>
                <a:avLst/>
                <a:gdLst>
                  <a:gd name="T0" fmla="*/ 0 w 16"/>
                  <a:gd name="T1" fmla="*/ 5 h 19"/>
                  <a:gd name="T2" fmla="*/ 42 w 16"/>
                  <a:gd name="T3" fmla="*/ 34 h 19"/>
                  <a:gd name="T4" fmla="*/ 34 w 16"/>
                  <a:gd name="T5" fmla="*/ 83 h 19"/>
                  <a:gd name="T6" fmla="*/ 54 w 16"/>
                  <a:gd name="T7" fmla="*/ 21 h 19"/>
                  <a:gd name="T8" fmla="*/ 21 w 16"/>
                  <a:gd name="T9" fmla="*/ 13 h 19"/>
                  <a:gd name="T10" fmla="*/ 5 w 16"/>
                  <a:gd name="T11" fmla="*/ 0 h 1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6" h="19">
                    <a:moveTo>
                      <a:pt x="0" y="1"/>
                    </a:moveTo>
                    <a:cubicBezTo>
                      <a:pt x="0" y="4"/>
                      <a:pt x="8" y="6"/>
                      <a:pt x="10" y="8"/>
                    </a:cubicBezTo>
                    <a:cubicBezTo>
                      <a:pt x="13" y="10"/>
                      <a:pt x="9" y="17"/>
                      <a:pt x="8" y="19"/>
                    </a:cubicBezTo>
                    <a:cubicBezTo>
                      <a:pt x="10" y="17"/>
                      <a:pt x="16" y="8"/>
                      <a:pt x="12" y="5"/>
                    </a:cubicBezTo>
                    <a:cubicBezTo>
                      <a:pt x="10" y="4"/>
                      <a:pt x="7" y="3"/>
                      <a:pt x="5" y="3"/>
                    </a:cubicBezTo>
                    <a:cubicBezTo>
                      <a:pt x="4" y="2"/>
                      <a:pt x="1" y="1"/>
                      <a:pt x="1" y="0"/>
                    </a:cubicBezTo>
                  </a:path>
                </a:pathLst>
              </a:custGeom>
              <a:solidFill>
                <a:srgbClr val="F7F1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3520" name="Freeform 590">
                <a:extLst>
                  <a:ext uri="{FF2B5EF4-FFF2-40B4-BE49-F238E27FC236}">
                    <a16:creationId xmlns:a16="http://schemas.microsoft.com/office/drawing/2014/main" id="{F47B6132-868F-4E91-A185-12351EF152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9" y="944"/>
                <a:ext cx="64" cy="12"/>
              </a:xfrm>
              <a:custGeom>
                <a:avLst/>
                <a:gdLst>
                  <a:gd name="T0" fmla="*/ 172 w 39"/>
                  <a:gd name="T1" fmla="*/ 26 h 7"/>
                  <a:gd name="T2" fmla="*/ 146 w 39"/>
                  <a:gd name="T3" fmla="*/ 21 h 7"/>
                  <a:gd name="T4" fmla="*/ 0 w 39"/>
                  <a:gd name="T5" fmla="*/ 21 h 7"/>
                  <a:gd name="T6" fmla="*/ 146 w 39"/>
                  <a:gd name="T7" fmla="*/ 29 h 7"/>
                  <a:gd name="T8" fmla="*/ 172 w 39"/>
                  <a:gd name="T9" fmla="*/ 26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9" h="7">
                    <a:moveTo>
                      <a:pt x="39" y="5"/>
                    </a:moveTo>
                    <a:cubicBezTo>
                      <a:pt x="39" y="4"/>
                      <a:pt x="35" y="5"/>
                      <a:pt x="33" y="4"/>
                    </a:cubicBezTo>
                    <a:cubicBezTo>
                      <a:pt x="30" y="4"/>
                      <a:pt x="11" y="0"/>
                      <a:pt x="0" y="4"/>
                    </a:cubicBezTo>
                    <a:cubicBezTo>
                      <a:pt x="0" y="4"/>
                      <a:pt x="20" y="7"/>
                      <a:pt x="33" y="6"/>
                    </a:cubicBezTo>
                    <a:cubicBezTo>
                      <a:pt x="39" y="6"/>
                      <a:pt x="39" y="6"/>
                      <a:pt x="39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3521" name="Freeform 591">
                <a:extLst>
                  <a:ext uri="{FF2B5EF4-FFF2-40B4-BE49-F238E27FC236}">
                    <a16:creationId xmlns:a16="http://schemas.microsoft.com/office/drawing/2014/main" id="{74BBD340-1558-443A-A157-6FF50DC971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6" y="948"/>
                <a:ext cx="27" cy="6"/>
              </a:xfrm>
              <a:custGeom>
                <a:avLst/>
                <a:gdLst>
                  <a:gd name="T0" fmla="*/ 64 w 17"/>
                  <a:gd name="T1" fmla="*/ 5 h 4"/>
                  <a:gd name="T2" fmla="*/ 5 w 17"/>
                  <a:gd name="T3" fmla="*/ 0 h 4"/>
                  <a:gd name="T4" fmla="*/ 0 w 17"/>
                  <a:gd name="T5" fmla="*/ 8 h 4"/>
                  <a:gd name="T6" fmla="*/ 0 w 17"/>
                  <a:gd name="T7" fmla="*/ 12 h 4"/>
                  <a:gd name="T8" fmla="*/ 64 w 17"/>
                  <a:gd name="T9" fmla="*/ 14 h 4"/>
                  <a:gd name="T10" fmla="*/ 68 w 17"/>
                  <a:gd name="T11" fmla="*/ 8 h 4"/>
                  <a:gd name="T12" fmla="*/ 64 w 17"/>
                  <a:gd name="T13" fmla="*/ 5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4">
                    <a:moveTo>
                      <a:pt x="16" y="1"/>
                    </a:moveTo>
                    <a:cubicBezTo>
                      <a:pt x="12" y="1"/>
                      <a:pt x="7" y="0"/>
                      <a:pt x="1" y="0"/>
                    </a:cubicBezTo>
                    <a:cubicBezTo>
                      <a:pt x="1" y="1"/>
                      <a:pt x="0" y="2"/>
                      <a:pt x="0" y="2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5" y="4"/>
                      <a:pt x="11" y="4"/>
                      <a:pt x="16" y="4"/>
                    </a:cubicBezTo>
                    <a:cubicBezTo>
                      <a:pt x="17" y="4"/>
                      <a:pt x="17" y="3"/>
                      <a:pt x="17" y="2"/>
                    </a:cubicBezTo>
                    <a:cubicBezTo>
                      <a:pt x="17" y="2"/>
                      <a:pt x="17" y="2"/>
                      <a:pt x="16" y="1"/>
                    </a:cubicBezTo>
                    <a:close/>
                  </a:path>
                </a:pathLst>
              </a:custGeom>
              <a:solidFill>
                <a:srgbClr val="33110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3522" name="Freeform 592">
                <a:extLst>
                  <a:ext uri="{FF2B5EF4-FFF2-40B4-BE49-F238E27FC236}">
                    <a16:creationId xmlns:a16="http://schemas.microsoft.com/office/drawing/2014/main" id="{54BB0550-47C5-40C2-A973-D912E8ED08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6" y="948"/>
                <a:ext cx="27" cy="6"/>
              </a:xfrm>
              <a:custGeom>
                <a:avLst/>
                <a:gdLst>
                  <a:gd name="T0" fmla="*/ 64 w 17"/>
                  <a:gd name="T1" fmla="*/ 5 h 4"/>
                  <a:gd name="T2" fmla="*/ 5 w 17"/>
                  <a:gd name="T3" fmla="*/ 0 h 4"/>
                  <a:gd name="T4" fmla="*/ 0 w 17"/>
                  <a:gd name="T5" fmla="*/ 8 h 4"/>
                  <a:gd name="T6" fmla="*/ 0 w 17"/>
                  <a:gd name="T7" fmla="*/ 12 h 4"/>
                  <a:gd name="T8" fmla="*/ 64 w 17"/>
                  <a:gd name="T9" fmla="*/ 14 h 4"/>
                  <a:gd name="T10" fmla="*/ 68 w 17"/>
                  <a:gd name="T11" fmla="*/ 8 h 4"/>
                  <a:gd name="T12" fmla="*/ 64 w 17"/>
                  <a:gd name="T13" fmla="*/ 5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4">
                    <a:moveTo>
                      <a:pt x="16" y="1"/>
                    </a:moveTo>
                    <a:cubicBezTo>
                      <a:pt x="12" y="1"/>
                      <a:pt x="7" y="0"/>
                      <a:pt x="1" y="0"/>
                    </a:cubicBezTo>
                    <a:cubicBezTo>
                      <a:pt x="1" y="1"/>
                      <a:pt x="0" y="2"/>
                      <a:pt x="0" y="2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5" y="4"/>
                      <a:pt x="11" y="4"/>
                      <a:pt x="16" y="4"/>
                    </a:cubicBezTo>
                    <a:cubicBezTo>
                      <a:pt x="17" y="4"/>
                      <a:pt x="17" y="3"/>
                      <a:pt x="17" y="2"/>
                    </a:cubicBezTo>
                    <a:cubicBezTo>
                      <a:pt x="17" y="2"/>
                      <a:pt x="17" y="2"/>
                      <a:pt x="16" y="1"/>
                    </a:cubicBezTo>
                    <a:close/>
                  </a:path>
                </a:pathLst>
              </a:custGeom>
              <a:noFill/>
              <a:ln w="0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3523" name="Freeform 593">
                <a:extLst>
                  <a:ext uri="{FF2B5EF4-FFF2-40B4-BE49-F238E27FC236}">
                    <a16:creationId xmlns:a16="http://schemas.microsoft.com/office/drawing/2014/main" id="{2088142C-C6D2-4B3D-8ECE-AC43F9F007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9" y="944"/>
                <a:ext cx="66" cy="12"/>
              </a:xfrm>
              <a:custGeom>
                <a:avLst/>
                <a:gdLst>
                  <a:gd name="T0" fmla="*/ 175 w 40"/>
                  <a:gd name="T1" fmla="*/ 26 h 7"/>
                  <a:gd name="T2" fmla="*/ 147 w 40"/>
                  <a:gd name="T3" fmla="*/ 21 h 7"/>
                  <a:gd name="T4" fmla="*/ 0 w 40"/>
                  <a:gd name="T5" fmla="*/ 21 h 7"/>
                  <a:gd name="T6" fmla="*/ 147 w 40"/>
                  <a:gd name="T7" fmla="*/ 29 h 7"/>
                  <a:gd name="T8" fmla="*/ 175 w 40"/>
                  <a:gd name="T9" fmla="*/ 26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0" h="7">
                    <a:moveTo>
                      <a:pt x="39" y="5"/>
                    </a:moveTo>
                    <a:cubicBezTo>
                      <a:pt x="40" y="4"/>
                      <a:pt x="36" y="5"/>
                      <a:pt x="33" y="4"/>
                    </a:cubicBezTo>
                    <a:cubicBezTo>
                      <a:pt x="30" y="3"/>
                      <a:pt x="12" y="0"/>
                      <a:pt x="0" y="4"/>
                    </a:cubicBezTo>
                    <a:cubicBezTo>
                      <a:pt x="0" y="4"/>
                      <a:pt x="20" y="7"/>
                      <a:pt x="33" y="6"/>
                    </a:cubicBezTo>
                    <a:cubicBezTo>
                      <a:pt x="39" y="5"/>
                      <a:pt x="39" y="5"/>
                      <a:pt x="39" y="5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3524" name="Oval 594">
                <a:extLst>
                  <a:ext uri="{FF2B5EF4-FFF2-40B4-BE49-F238E27FC236}">
                    <a16:creationId xmlns:a16="http://schemas.microsoft.com/office/drawing/2014/main" id="{92CE3F7D-9F2F-433B-A008-41414149C1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35" y="949"/>
                <a:ext cx="9" cy="4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525" name="Oval 595">
                <a:extLst>
                  <a:ext uri="{FF2B5EF4-FFF2-40B4-BE49-F238E27FC236}">
                    <a16:creationId xmlns:a16="http://schemas.microsoft.com/office/drawing/2014/main" id="{7920AAC5-F934-400F-881D-B08821F39A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40" y="949"/>
                <a:ext cx="5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526" name="Freeform 596">
                <a:extLst>
                  <a:ext uri="{FF2B5EF4-FFF2-40B4-BE49-F238E27FC236}">
                    <a16:creationId xmlns:a16="http://schemas.microsoft.com/office/drawing/2014/main" id="{3C110770-9F33-4B5D-A77D-CD3E2ACE72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1" y="943"/>
                <a:ext cx="60" cy="11"/>
              </a:xfrm>
              <a:custGeom>
                <a:avLst/>
                <a:gdLst>
                  <a:gd name="T0" fmla="*/ 157 w 37"/>
                  <a:gd name="T1" fmla="*/ 13 h 7"/>
                  <a:gd name="T2" fmla="*/ 123 w 37"/>
                  <a:gd name="T3" fmla="*/ 14 h 7"/>
                  <a:gd name="T4" fmla="*/ 102 w 37"/>
                  <a:gd name="T5" fmla="*/ 14 h 7"/>
                  <a:gd name="T6" fmla="*/ 63 w 37"/>
                  <a:gd name="T7" fmla="*/ 20 h 7"/>
                  <a:gd name="T8" fmla="*/ 34 w 37"/>
                  <a:gd name="T9" fmla="*/ 20 h 7"/>
                  <a:gd name="T10" fmla="*/ 0 w 37"/>
                  <a:gd name="T11" fmla="*/ 27 h 7"/>
                  <a:gd name="T12" fmla="*/ 55 w 37"/>
                  <a:gd name="T13" fmla="*/ 5 h 7"/>
                  <a:gd name="T14" fmla="*/ 115 w 37"/>
                  <a:gd name="T15" fmla="*/ 5 h 7"/>
                  <a:gd name="T16" fmla="*/ 152 w 37"/>
                  <a:gd name="T17" fmla="*/ 8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7" h="7">
                    <a:moveTo>
                      <a:pt x="37" y="3"/>
                    </a:moveTo>
                    <a:cubicBezTo>
                      <a:pt x="34" y="3"/>
                      <a:pt x="31" y="4"/>
                      <a:pt x="29" y="4"/>
                    </a:cubicBezTo>
                    <a:cubicBezTo>
                      <a:pt x="27" y="4"/>
                      <a:pt x="26" y="4"/>
                      <a:pt x="24" y="4"/>
                    </a:cubicBezTo>
                    <a:cubicBezTo>
                      <a:pt x="21" y="4"/>
                      <a:pt x="19" y="5"/>
                      <a:pt x="15" y="5"/>
                    </a:cubicBezTo>
                    <a:cubicBezTo>
                      <a:pt x="13" y="5"/>
                      <a:pt x="10" y="5"/>
                      <a:pt x="8" y="5"/>
                    </a:cubicBezTo>
                    <a:cubicBezTo>
                      <a:pt x="5" y="6"/>
                      <a:pt x="3" y="6"/>
                      <a:pt x="0" y="7"/>
                    </a:cubicBezTo>
                    <a:cubicBezTo>
                      <a:pt x="3" y="4"/>
                      <a:pt x="8" y="2"/>
                      <a:pt x="13" y="1"/>
                    </a:cubicBezTo>
                    <a:cubicBezTo>
                      <a:pt x="17" y="0"/>
                      <a:pt x="22" y="1"/>
                      <a:pt x="27" y="1"/>
                    </a:cubicBezTo>
                    <a:cubicBezTo>
                      <a:pt x="30" y="1"/>
                      <a:pt x="33" y="1"/>
                      <a:pt x="36" y="2"/>
                    </a:cubicBezTo>
                  </a:path>
                </a:pathLst>
              </a:custGeom>
              <a:solidFill>
                <a:srgbClr val="F3E7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3527" name="Freeform 597">
                <a:extLst>
                  <a:ext uri="{FF2B5EF4-FFF2-40B4-BE49-F238E27FC236}">
                    <a16:creationId xmlns:a16="http://schemas.microsoft.com/office/drawing/2014/main" id="{86457DA5-131C-411F-917D-876973C94C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4" y="948"/>
                <a:ext cx="66" cy="5"/>
              </a:xfrm>
              <a:custGeom>
                <a:avLst/>
                <a:gdLst>
                  <a:gd name="T0" fmla="*/ 180 w 40"/>
                  <a:gd name="T1" fmla="*/ 0 h 3"/>
                  <a:gd name="T2" fmla="*/ 144 w 40"/>
                  <a:gd name="T3" fmla="*/ 0 h 3"/>
                  <a:gd name="T4" fmla="*/ 125 w 40"/>
                  <a:gd name="T5" fmla="*/ 5 h 3"/>
                  <a:gd name="T6" fmla="*/ 109 w 40"/>
                  <a:gd name="T7" fmla="*/ 5 h 3"/>
                  <a:gd name="T8" fmla="*/ 28 w 40"/>
                  <a:gd name="T9" fmla="*/ 8 h 3"/>
                  <a:gd name="T10" fmla="*/ 0 w 40"/>
                  <a:gd name="T11" fmla="*/ 13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0" h="3">
                    <a:moveTo>
                      <a:pt x="40" y="0"/>
                    </a:moveTo>
                    <a:cubicBezTo>
                      <a:pt x="39" y="0"/>
                      <a:pt x="33" y="0"/>
                      <a:pt x="32" y="0"/>
                    </a:cubicBezTo>
                    <a:cubicBezTo>
                      <a:pt x="31" y="0"/>
                      <a:pt x="29" y="0"/>
                      <a:pt x="28" y="1"/>
                    </a:cubicBezTo>
                    <a:cubicBezTo>
                      <a:pt x="27" y="1"/>
                      <a:pt x="25" y="1"/>
                      <a:pt x="24" y="1"/>
                    </a:cubicBezTo>
                    <a:cubicBezTo>
                      <a:pt x="18" y="2"/>
                      <a:pt x="12" y="2"/>
                      <a:pt x="6" y="2"/>
                    </a:cubicBezTo>
                    <a:cubicBezTo>
                      <a:pt x="4" y="3"/>
                      <a:pt x="2" y="3"/>
                      <a:pt x="0" y="3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3528" name="Freeform 598">
                <a:extLst>
                  <a:ext uri="{FF2B5EF4-FFF2-40B4-BE49-F238E27FC236}">
                    <a16:creationId xmlns:a16="http://schemas.microsoft.com/office/drawing/2014/main" id="{B96716E3-5D8B-4E5F-A01C-11D3B10989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0" y="941"/>
                <a:ext cx="37" cy="8"/>
              </a:xfrm>
              <a:custGeom>
                <a:avLst/>
                <a:gdLst>
                  <a:gd name="T0" fmla="*/ 97 w 23"/>
                  <a:gd name="T1" fmla="*/ 0 h 5"/>
                  <a:gd name="T2" fmla="*/ 37 w 23"/>
                  <a:gd name="T3" fmla="*/ 8 h 5"/>
                  <a:gd name="T4" fmla="*/ 0 w 23"/>
                  <a:gd name="T5" fmla="*/ 21 h 5"/>
                  <a:gd name="T6" fmla="*/ 42 w 23"/>
                  <a:gd name="T7" fmla="*/ 5 h 5"/>
                  <a:gd name="T8" fmla="*/ 69 w 23"/>
                  <a:gd name="T9" fmla="*/ 0 h 5"/>
                  <a:gd name="T10" fmla="*/ 97 w 23"/>
                  <a:gd name="T11" fmla="*/ 0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3" h="5">
                    <a:moveTo>
                      <a:pt x="23" y="0"/>
                    </a:moveTo>
                    <a:cubicBezTo>
                      <a:pt x="19" y="1"/>
                      <a:pt x="14" y="1"/>
                      <a:pt x="9" y="2"/>
                    </a:cubicBezTo>
                    <a:cubicBezTo>
                      <a:pt x="6" y="3"/>
                      <a:pt x="4" y="4"/>
                      <a:pt x="0" y="5"/>
                    </a:cubicBezTo>
                    <a:cubicBezTo>
                      <a:pt x="5" y="5"/>
                      <a:pt x="7" y="2"/>
                      <a:pt x="10" y="1"/>
                    </a:cubicBezTo>
                    <a:cubicBezTo>
                      <a:pt x="12" y="1"/>
                      <a:pt x="14" y="0"/>
                      <a:pt x="17" y="0"/>
                    </a:cubicBezTo>
                    <a:cubicBezTo>
                      <a:pt x="18" y="0"/>
                      <a:pt x="21" y="0"/>
                      <a:pt x="23" y="0"/>
                    </a:cubicBezTo>
                  </a:path>
                </a:pathLst>
              </a:custGeom>
              <a:solidFill>
                <a:srgbClr val="ECCA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3529" name="Freeform 599">
                <a:extLst>
                  <a:ext uri="{FF2B5EF4-FFF2-40B4-BE49-F238E27FC236}">
                    <a16:creationId xmlns:a16="http://schemas.microsoft.com/office/drawing/2014/main" id="{4C6FEEDF-64BF-4680-8331-F67F4A258E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9" y="957"/>
                <a:ext cx="41" cy="13"/>
              </a:xfrm>
              <a:custGeom>
                <a:avLst/>
                <a:gdLst>
                  <a:gd name="T0" fmla="*/ 110 w 25"/>
                  <a:gd name="T1" fmla="*/ 0 h 8"/>
                  <a:gd name="T2" fmla="*/ 62 w 25"/>
                  <a:gd name="T3" fmla="*/ 21 h 8"/>
                  <a:gd name="T4" fmla="*/ 26 w 25"/>
                  <a:gd name="T5" fmla="*/ 29 h 8"/>
                  <a:gd name="T6" fmla="*/ 0 w 25"/>
                  <a:gd name="T7" fmla="*/ 34 h 8"/>
                  <a:gd name="T8" fmla="*/ 62 w 25"/>
                  <a:gd name="T9" fmla="*/ 18 h 8"/>
                  <a:gd name="T10" fmla="*/ 84 w 25"/>
                  <a:gd name="T11" fmla="*/ 5 h 8"/>
                  <a:gd name="T12" fmla="*/ 110 w 25"/>
                  <a:gd name="T13" fmla="*/ 0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" h="8">
                    <a:moveTo>
                      <a:pt x="25" y="0"/>
                    </a:moveTo>
                    <a:cubicBezTo>
                      <a:pt x="20" y="0"/>
                      <a:pt x="18" y="3"/>
                      <a:pt x="14" y="5"/>
                    </a:cubicBezTo>
                    <a:cubicBezTo>
                      <a:pt x="12" y="6"/>
                      <a:pt x="9" y="7"/>
                      <a:pt x="6" y="7"/>
                    </a:cubicBezTo>
                    <a:cubicBezTo>
                      <a:pt x="4" y="7"/>
                      <a:pt x="2" y="7"/>
                      <a:pt x="0" y="8"/>
                    </a:cubicBezTo>
                    <a:cubicBezTo>
                      <a:pt x="6" y="7"/>
                      <a:pt x="10" y="6"/>
                      <a:pt x="14" y="4"/>
                    </a:cubicBezTo>
                    <a:cubicBezTo>
                      <a:pt x="15" y="3"/>
                      <a:pt x="17" y="2"/>
                      <a:pt x="19" y="1"/>
                    </a:cubicBezTo>
                    <a:cubicBezTo>
                      <a:pt x="21" y="0"/>
                      <a:pt x="24" y="0"/>
                      <a:pt x="25" y="0"/>
                    </a:cubicBezTo>
                  </a:path>
                </a:pathLst>
              </a:custGeom>
              <a:solidFill>
                <a:srgbClr val="ECCA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3530" name="Freeform 600">
                <a:extLst>
                  <a:ext uri="{FF2B5EF4-FFF2-40B4-BE49-F238E27FC236}">
                    <a16:creationId xmlns:a16="http://schemas.microsoft.com/office/drawing/2014/main" id="{2A53C0D3-75B1-4BDC-9E25-3B12D05488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3" y="930"/>
                <a:ext cx="16" cy="13"/>
              </a:xfrm>
              <a:custGeom>
                <a:avLst/>
                <a:gdLst>
                  <a:gd name="T0" fmla="*/ 0 w 10"/>
                  <a:gd name="T1" fmla="*/ 34 h 8"/>
                  <a:gd name="T2" fmla="*/ 26 w 10"/>
                  <a:gd name="T3" fmla="*/ 18 h 8"/>
                  <a:gd name="T4" fmla="*/ 35 w 10"/>
                  <a:gd name="T5" fmla="*/ 8 h 8"/>
                  <a:gd name="T6" fmla="*/ 42 w 10"/>
                  <a:gd name="T7" fmla="*/ 0 h 8"/>
                  <a:gd name="T8" fmla="*/ 42 w 10"/>
                  <a:gd name="T9" fmla="*/ 8 h 8"/>
                  <a:gd name="T10" fmla="*/ 34 w 10"/>
                  <a:gd name="T11" fmla="*/ 21 h 8"/>
                  <a:gd name="T12" fmla="*/ 5 w 10"/>
                  <a:gd name="T13" fmla="*/ 34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8">
                    <a:moveTo>
                      <a:pt x="0" y="8"/>
                    </a:moveTo>
                    <a:cubicBezTo>
                      <a:pt x="4" y="8"/>
                      <a:pt x="4" y="6"/>
                      <a:pt x="6" y="4"/>
                    </a:cubicBezTo>
                    <a:cubicBezTo>
                      <a:pt x="7" y="4"/>
                      <a:pt x="9" y="3"/>
                      <a:pt x="9" y="2"/>
                    </a:cubicBezTo>
                    <a:cubicBezTo>
                      <a:pt x="10" y="1"/>
                      <a:pt x="9" y="0"/>
                      <a:pt x="10" y="0"/>
                    </a:cubicBezTo>
                    <a:cubicBezTo>
                      <a:pt x="10" y="1"/>
                      <a:pt x="10" y="1"/>
                      <a:pt x="10" y="2"/>
                    </a:cubicBezTo>
                    <a:cubicBezTo>
                      <a:pt x="10" y="4"/>
                      <a:pt x="9" y="4"/>
                      <a:pt x="8" y="5"/>
                    </a:cubicBezTo>
                    <a:cubicBezTo>
                      <a:pt x="5" y="6"/>
                      <a:pt x="5" y="7"/>
                      <a:pt x="1" y="8"/>
                    </a:cubicBezTo>
                  </a:path>
                </a:pathLst>
              </a:custGeom>
              <a:solidFill>
                <a:srgbClr val="ECCA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3531" name="Freeform 601">
                <a:extLst>
                  <a:ext uri="{FF2B5EF4-FFF2-40B4-BE49-F238E27FC236}">
                    <a16:creationId xmlns:a16="http://schemas.microsoft.com/office/drawing/2014/main" id="{062425D9-82D4-4F5B-9E9A-7BD2E9F5F1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1" y="936"/>
                <a:ext cx="11" cy="7"/>
              </a:xfrm>
              <a:custGeom>
                <a:avLst/>
                <a:gdLst>
                  <a:gd name="T0" fmla="*/ 0 w 7"/>
                  <a:gd name="T1" fmla="*/ 16 h 4"/>
                  <a:gd name="T2" fmla="*/ 13 w 7"/>
                  <a:gd name="T3" fmla="*/ 7 h 4"/>
                  <a:gd name="T4" fmla="*/ 27 w 7"/>
                  <a:gd name="T5" fmla="*/ 0 h 4"/>
                  <a:gd name="T6" fmla="*/ 5 w 7"/>
                  <a:gd name="T7" fmla="*/ 21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4">
                    <a:moveTo>
                      <a:pt x="0" y="3"/>
                    </a:moveTo>
                    <a:cubicBezTo>
                      <a:pt x="2" y="3"/>
                      <a:pt x="2" y="2"/>
                      <a:pt x="3" y="1"/>
                    </a:cubicBezTo>
                    <a:cubicBezTo>
                      <a:pt x="5" y="1"/>
                      <a:pt x="7" y="1"/>
                      <a:pt x="7" y="0"/>
                    </a:cubicBezTo>
                    <a:cubicBezTo>
                      <a:pt x="6" y="2"/>
                      <a:pt x="2" y="2"/>
                      <a:pt x="1" y="4"/>
                    </a:cubicBezTo>
                  </a:path>
                </a:pathLst>
              </a:custGeom>
              <a:solidFill>
                <a:srgbClr val="ECCA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3532" name="Freeform 602">
                <a:extLst>
                  <a:ext uri="{FF2B5EF4-FFF2-40B4-BE49-F238E27FC236}">
                    <a16:creationId xmlns:a16="http://schemas.microsoft.com/office/drawing/2014/main" id="{79FFF3E1-9C12-403F-885B-5C11839B5C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5" y="944"/>
                <a:ext cx="23" cy="12"/>
              </a:xfrm>
              <a:custGeom>
                <a:avLst/>
                <a:gdLst>
                  <a:gd name="T0" fmla="*/ 0 w 14"/>
                  <a:gd name="T1" fmla="*/ 15 h 7"/>
                  <a:gd name="T2" fmla="*/ 21 w 14"/>
                  <a:gd name="T3" fmla="*/ 15 h 7"/>
                  <a:gd name="T4" fmla="*/ 35 w 14"/>
                  <a:gd name="T5" fmla="*/ 9 h 7"/>
                  <a:gd name="T6" fmla="*/ 49 w 14"/>
                  <a:gd name="T7" fmla="*/ 5 h 7"/>
                  <a:gd name="T8" fmla="*/ 58 w 14"/>
                  <a:gd name="T9" fmla="*/ 0 h 7"/>
                  <a:gd name="T10" fmla="*/ 58 w 14"/>
                  <a:gd name="T11" fmla="*/ 5 h 7"/>
                  <a:gd name="T12" fmla="*/ 58 w 14"/>
                  <a:gd name="T13" fmla="*/ 9 h 7"/>
                  <a:gd name="T14" fmla="*/ 62 w 14"/>
                  <a:gd name="T15" fmla="*/ 15 h 7"/>
                  <a:gd name="T16" fmla="*/ 58 w 14"/>
                  <a:gd name="T17" fmla="*/ 26 h 7"/>
                  <a:gd name="T18" fmla="*/ 49 w 14"/>
                  <a:gd name="T19" fmla="*/ 36 h 7"/>
                  <a:gd name="T20" fmla="*/ 54 w 14"/>
                  <a:gd name="T21" fmla="*/ 21 h 7"/>
                  <a:gd name="T22" fmla="*/ 35 w 14"/>
                  <a:gd name="T23" fmla="*/ 21 h 7"/>
                  <a:gd name="T24" fmla="*/ 20 w 14"/>
                  <a:gd name="T25" fmla="*/ 15 h 7"/>
                  <a:gd name="T26" fmla="*/ 0 w 14"/>
                  <a:gd name="T27" fmla="*/ 15 h 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4" h="7">
                    <a:moveTo>
                      <a:pt x="0" y="3"/>
                    </a:moveTo>
                    <a:cubicBezTo>
                      <a:pt x="1" y="2"/>
                      <a:pt x="3" y="3"/>
                      <a:pt x="5" y="3"/>
                    </a:cubicBezTo>
                    <a:cubicBezTo>
                      <a:pt x="6" y="2"/>
                      <a:pt x="7" y="2"/>
                      <a:pt x="8" y="2"/>
                    </a:cubicBezTo>
                    <a:cubicBezTo>
                      <a:pt x="10" y="2"/>
                      <a:pt x="10" y="1"/>
                      <a:pt x="11" y="1"/>
                    </a:cubicBezTo>
                    <a:cubicBezTo>
                      <a:pt x="12" y="1"/>
                      <a:pt x="13" y="0"/>
                      <a:pt x="13" y="0"/>
                    </a:cubicBezTo>
                    <a:cubicBezTo>
                      <a:pt x="13" y="0"/>
                      <a:pt x="12" y="1"/>
                      <a:pt x="13" y="1"/>
                    </a:cubicBezTo>
                    <a:cubicBezTo>
                      <a:pt x="13" y="2"/>
                      <a:pt x="13" y="2"/>
                      <a:pt x="13" y="2"/>
                    </a:cubicBezTo>
                    <a:cubicBezTo>
                      <a:pt x="14" y="2"/>
                      <a:pt x="14" y="3"/>
                      <a:pt x="14" y="3"/>
                    </a:cubicBezTo>
                    <a:cubicBezTo>
                      <a:pt x="13" y="4"/>
                      <a:pt x="14" y="4"/>
                      <a:pt x="13" y="5"/>
                    </a:cubicBezTo>
                    <a:cubicBezTo>
                      <a:pt x="13" y="6"/>
                      <a:pt x="12" y="6"/>
                      <a:pt x="11" y="7"/>
                    </a:cubicBezTo>
                    <a:cubicBezTo>
                      <a:pt x="11" y="6"/>
                      <a:pt x="13" y="5"/>
                      <a:pt x="12" y="4"/>
                    </a:cubicBezTo>
                    <a:cubicBezTo>
                      <a:pt x="11" y="4"/>
                      <a:pt x="9" y="4"/>
                      <a:pt x="8" y="4"/>
                    </a:cubicBezTo>
                    <a:cubicBezTo>
                      <a:pt x="7" y="4"/>
                      <a:pt x="5" y="4"/>
                      <a:pt x="4" y="3"/>
                    </a:cubicBezTo>
                    <a:cubicBezTo>
                      <a:pt x="3" y="3"/>
                      <a:pt x="1" y="3"/>
                      <a:pt x="0" y="3"/>
                    </a:cubicBezTo>
                  </a:path>
                </a:pathLst>
              </a:custGeom>
              <a:solidFill>
                <a:srgbClr val="ECCA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3533" name="Freeform 603">
                <a:extLst>
                  <a:ext uri="{FF2B5EF4-FFF2-40B4-BE49-F238E27FC236}">
                    <a16:creationId xmlns:a16="http://schemas.microsoft.com/office/drawing/2014/main" id="{E7E0E1C5-0F3C-4746-921C-3AF007DDE6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8" y="944"/>
                <a:ext cx="65" cy="12"/>
              </a:xfrm>
              <a:custGeom>
                <a:avLst/>
                <a:gdLst>
                  <a:gd name="T0" fmla="*/ 0 w 40"/>
                  <a:gd name="T1" fmla="*/ 26 h 7"/>
                  <a:gd name="T2" fmla="*/ 29 w 40"/>
                  <a:gd name="T3" fmla="*/ 21 h 7"/>
                  <a:gd name="T4" fmla="*/ 172 w 40"/>
                  <a:gd name="T5" fmla="*/ 21 h 7"/>
                  <a:gd name="T6" fmla="*/ 26 w 40"/>
                  <a:gd name="T7" fmla="*/ 29 h 7"/>
                  <a:gd name="T8" fmla="*/ 0 w 40"/>
                  <a:gd name="T9" fmla="*/ 26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0" h="7">
                    <a:moveTo>
                      <a:pt x="0" y="5"/>
                    </a:moveTo>
                    <a:cubicBezTo>
                      <a:pt x="0" y="4"/>
                      <a:pt x="4" y="5"/>
                      <a:pt x="7" y="4"/>
                    </a:cubicBezTo>
                    <a:cubicBezTo>
                      <a:pt x="9" y="4"/>
                      <a:pt x="28" y="0"/>
                      <a:pt x="40" y="4"/>
                    </a:cubicBezTo>
                    <a:cubicBezTo>
                      <a:pt x="40" y="4"/>
                      <a:pt x="20" y="7"/>
                      <a:pt x="6" y="6"/>
                    </a:cubicBezTo>
                    <a:cubicBezTo>
                      <a:pt x="1" y="6"/>
                      <a:pt x="1" y="6"/>
                      <a:pt x="0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3534" name="Freeform 604">
                <a:extLst>
                  <a:ext uri="{FF2B5EF4-FFF2-40B4-BE49-F238E27FC236}">
                    <a16:creationId xmlns:a16="http://schemas.microsoft.com/office/drawing/2014/main" id="{5FD0BC9C-E7D2-46A3-8E34-CB91041D17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9" y="948"/>
                <a:ext cx="26" cy="6"/>
              </a:xfrm>
              <a:custGeom>
                <a:avLst/>
                <a:gdLst>
                  <a:gd name="T0" fmla="*/ 0 w 16"/>
                  <a:gd name="T1" fmla="*/ 5 h 4"/>
                  <a:gd name="T2" fmla="*/ 63 w 16"/>
                  <a:gd name="T3" fmla="*/ 0 h 4"/>
                  <a:gd name="T4" fmla="*/ 68 w 16"/>
                  <a:gd name="T5" fmla="*/ 8 h 4"/>
                  <a:gd name="T6" fmla="*/ 68 w 16"/>
                  <a:gd name="T7" fmla="*/ 12 h 4"/>
                  <a:gd name="T8" fmla="*/ 0 w 16"/>
                  <a:gd name="T9" fmla="*/ 14 h 4"/>
                  <a:gd name="T10" fmla="*/ 0 w 16"/>
                  <a:gd name="T11" fmla="*/ 8 h 4"/>
                  <a:gd name="T12" fmla="*/ 0 w 16"/>
                  <a:gd name="T13" fmla="*/ 5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4">
                    <a:moveTo>
                      <a:pt x="0" y="1"/>
                    </a:moveTo>
                    <a:cubicBezTo>
                      <a:pt x="4" y="1"/>
                      <a:pt x="10" y="0"/>
                      <a:pt x="15" y="0"/>
                    </a:cubicBezTo>
                    <a:cubicBezTo>
                      <a:pt x="16" y="1"/>
                      <a:pt x="16" y="2"/>
                      <a:pt x="16" y="2"/>
                    </a:cubicBezTo>
                    <a:cubicBezTo>
                      <a:pt x="16" y="3"/>
                      <a:pt x="16" y="3"/>
                      <a:pt x="16" y="3"/>
                    </a:cubicBezTo>
                    <a:cubicBezTo>
                      <a:pt x="11" y="4"/>
                      <a:pt x="6" y="4"/>
                      <a:pt x="0" y="4"/>
                    </a:cubicBezTo>
                    <a:cubicBezTo>
                      <a:pt x="0" y="4"/>
                      <a:pt x="0" y="3"/>
                      <a:pt x="0" y="2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33110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3535" name="Freeform 605">
                <a:extLst>
                  <a:ext uri="{FF2B5EF4-FFF2-40B4-BE49-F238E27FC236}">
                    <a16:creationId xmlns:a16="http://schemas.microsoft.com/office/drawing/2014/main" id="{322E9169-FEB5-4178-AA3E-A82B87B220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9" y="948"/>
                <a:ext cx="26" cy="6"/>
              </a:xfrm>
              <a:custGeom>
                <a:avLst/>
                <a:gdLst>
                  <a:gd name="T0" fmla="*/ 0 w 16"/>
                  <a:gd name="T1" fmla="*/ 5 h 4"/>
                  <a:gd name="T2" fmla="*/ 63 w 16"/>
                  <a:gd name="T3" fmla="*/ 0 h 4"/>
                  <a:gd name="T4" fmla="*/ 68 w 16"/>
                  <a:gd name="T5" fmla="*/ 8 h 4"/>
                  <a:gd name="T6" fmla="*/ 68 w 16"/>
                  <a:gd name="T7" fmla="*/ 12 h 4"/>
                  <a:gd name="T8" fmla="*/ 0 w 16"/>
                  <a:gd name="T9" fmla="*/ 14 h 4"/>
                  <a:gd name="T10" fmla="*/ 0 w 16"/>
                  <a:gd name="T11" fmla="*/ 8 h 4"/>
                  <a:gd name="T12" fmla="*/ 0 w 16"/>
                  <a:gd name="T13" fmla="*/ 5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4">
                    <a:moveTo>
                      <a:pt x="0" y="1"/>
                    </a:moveTo>
                    <a:cubicBezTo>
                      <a:pt x="4" y="1"/>
                      <a:pt x="10" y="0"/>
                      <a:pt x="15" y="0"/>
                    </a:cubicBezTo>
                    <a:cubicBezTo>
                      <a:pt x="16" y="1"/>
                      <a:pt x="16" y="2"/>
                      <a:pt x="16" y="2"/>
                    </a:cubicBezTo>
                    <a:cubicBezTo>
                      <a:pt x="16" y="3"/>
                      <a:pt x="16" y="3"/>
                      <a:pt x="16" y="3"/>
                    </a:cubicBezTo>
                    <a:cubicBezTo>
                      <a:pt x="11" y="4"/>
                      <a:pt x="6" y="4"/>
                      <a:pt x="0" y="4"/>
                    </a:cubicBezTo>
                    <a:cubicBezTo>
                      <a:pt x="0" y="4"/>
                      <a:pt x="0" y="3"/>
                      <a:pt x="0" y="2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noFill/>
              <a:ln w="0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3536" name="Freeform 606">
                <a:extLst>
                  <a:ext uri="{FF2B5EF4-FFF2-40B4-BE49-F238E27FC236}">
                    <a16:creationId xmlns:a16="http://schemas.microsoft.com/office/drawing/2014/main" id="{FBA67635-247B-403A-B909-8685EF3406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8" y="944"/>
                <a:ext cx="65" cy="12"/>
              </a:xfrm>
              <a:custGeom>
                <a:avLst/>
                <a:gdLst>
                  <a:gd name="T0" fmla="*/ 0 w 40"/>
                  <a:gd name="T1" fmla="*/ 26 h 7"/>
                  <a:gd name="T2" fmla="*/ 26 w 40"/>
                  <a:gd name="T3" fmla="*/ 21 h 7"/>
                  <a:gd name="T4" fmla="*/ 172 w 40"/>
                  <a:gd name="T5" fmla="*/ 21 h 7"/>
                  <a:gd name="T6" fmla="*/ 26 w 40"/>
                  <a:gd name="T7" fmla="*/ 29 h 7"/>
                  <a:gd name="T8" fmla="*/ 0 w 40"/>
                  <a:gd name="T9" fmla="*/ 26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0" h="7">
                    <a:moveTo>
                      <a:pt x="0" y="5"/>
                    </a:moveTo>
                    <a:cubicBezTo>
                      <a:pt x="0" y="4"/>
                      <a:pt x="4" y="5"/>
                      <a:pt x="6" y="4"/>
                    </a:cubicBezTo>
                    <a:cubicBezTo>
                      <a:pt x="9" y="3"/>
                      <a:pt x="28" y="0"/>
                      <a:pt x="40" y="4"/>
                    </a:cubicBezTo>
                    <a:cubicBezTo>
                      <a:pt x="40" y="4"/>
                      <a:pt x="19" y="7"/>
                      <a:pt x="6" y="6"/>
                    </a:cubicBezTo>
                    <a:cubicBezTo>
                      <a:pt x="1" y="5"/>
                      <a:pt x="0" y="5"/>
                      <a:pt x="0" y="5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3537" name="Oval 607">
                <a:extLst>
                  <a:ext uri="{FF2B5EF4-FFF2-40B4-BE49-F238E27FC236}">
                    <a16:creationId xmlns:a16="http://schemas.microsoft.com/office/drawing/2014/main" id="{35C5D75F-4346-4E6E-AA2C-C04CCFD870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79" y="949"/>
                <a:ext cx="8" cy="4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538" name="Oval 608">
                <a:extLst>
                  <a:ext uri="{FF2B5EF4-FFF2-40B4-BE49-F238E27FC236}">
                    <a16:creationId xmlns:a16="http://schemas.microsoft.com/office/drawing/2014/main" id="{D85FC353-C3E3-4540-BA1C-637CCE28F7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76" y="949"/>
                <a:ext cx="5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539" name="Freeform 609">
                <a:extLst>
                  <a:ext uri="{FF2B5EF4-FFF2-40B4-BE49-F238E27FC236}">
                    <a16:creationId xmlns:a16="http://schemas.microsoft.com/office/drawing/2014/main" id="{42BEBBAE-55AA-4EC2-8629-B2703BFAEC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9" y="943"/>
                <a:ext cx="62" cy="11"/>
              </a:xfrm>
              <a:custGeom>
                <a:avLst/>
                <a:gdLst>
                  <a:gd name="T0" fmla="*/ 0 w 38"/>
                  <a:gd name="T1" fmla="*/ 13 h 7"/>
                  <a:gd name="T2" fmla="*/ 39 w 38"/>
                  <a:gd name="T3" fmla="*/ 14 h 7"/>
                  <a:gd name="T4" fmla="*/ 55 w 38"/>
                  <a:gd name="T5" fmla="*/ 14 h 7"/>
                  <a:gd name="T6" fmla="*/ 96 w 38"/>
                  <a:gd name="T7" fmla="*/ 20 h 7"/>
                  <a:gd name="T8" fmla="*/ 131 w 38"/>
                  <a:gd name="T9" fmla="*/ 20 h 7"/>
                  <a:gd name="T10" fmla="*/ 165 w 38"/>
                  <a:gd name="T11" fmla="*/ 27 h 7"/>
                  <a:gd name="T12" fmla="*/ 104 w 38"/>
                  <a:gd name="T13" fmla="*/ 5 h 7"/>
                  <a:gd name="T14" fmla="*/ 47 w 38"/>
                  <a:gd name="T15" fmla="*/ 5 h 7"/>
                  <a:gd name="T16" fmla="*/ 8 w 38"/>
                  <a:gd name="T17" fmla="*/ 8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8" h="7">
                    <a:moveTo>
                      <a:pt x="0" y="3"/>
                    </a:moveTo>
                    <a:cubicBezTo>
                      <a:pt x="3" y="3"/>
                      <a:pt x="6" y="4"/>
                      <a:pt x="9" y="4"/>
                    </a:cubicBezTo>
                    <a:cubicBezTo>
                      <a:pt x="10" y="4"/>
                      <a:pt x="12" y="4"/>
                      <a:pt x="13" y="4"/>
                    </a:cubicBezTo>
                    <a:cubicBezTo>
                      <a:pt x="16" y="4"/>
                      <a:pt x="19" y="5"/>
                      <a:pt x="22" y="5"/>
                    </a:cubicBezTo>
                    <a:cubicBezTo>
                      <a:pt x="25" y="5"/>
                      <a:pt x="27" y="5"/>
                      <a:pt x="30" y="5"/>
                    </a:cubicBezTo>
                    <a:cubicBezTo>
                      <a:pt x="32" y="6"/>
                      <a:pt x="35" y="6"/>
                      <a:pt x="38" y="7"/>
                    </a:cubicBezTo>
                    <a:cubicBezTo>
                      <a:pt x="35" y="4"/>
                      <a:pt x="30" y="2"/>
                      <a:pt x="24" y="1"/>
                    </a:cubicBezTo>
                    <a:cubicBezTo>
                      <a:pt x="20" y="0"/>
                      <a:pt x="15" y="1"/>
                      <a:pt x="11" y="1"/>
                    </a:cubicBezTo>
                    <a:cubicBezTo>
                      <a:pt x="8" y="1"/>
                      <a:pt x="4" y="1"/>
                      <a:pt x="2" y="2"/>
                    </a:cubicBezTo>
                  </a:path>
                </a:pathLst>
              </a:custGeom>
              <a:solidFill>
                <a:srgbClr val="F3E7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3540" name="Freeform 610">
                <a:extLst>
                  <a:ext uri="{FF2B5EF4-FFF2-40B4-BE49-F238E27FC236}">
                    <a16:creationId xmlns:a16="http://schemas.microsoft.com/office/drawing/2014/main" id="{D716A4C9-0047-4323-B474-3A06420F8B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3" y="948"/>
                <a:ext cx="63" cy="5"/>
              </a:xfrm>
              <a:custGeom>
                <a:avLst/>
                <a:gdLst>
                  <a:gd name="T0" fmla="*/ 0 w 39"/>
                  <a:gd name="T1" fmla="*/ 0 h 3"/>
                  <a:gd name="T2" fmla="*/ 34 w 39"/>
                  <a:gd name="T3" fmla="*/ 0 h 3"/>
                  <a:gd name="T4" fmla="*/ 50 w 39"/>
                  <a:gd name="T5" fmla="*/ 5 h 3"/>
                  <a:gd name="T6" fmla="*/ 63 w 39"/>
                  <a:gd name="T7" fmla="*/ 5 h 3"/>
                  <a:gd name="T8" fmla="*/ 144 w 39"/>
                  <a:gd name="T9" fmla="*/ 8 h 3"/>
                  <a:gd name="T10" fmla="*/ 165 w 39"/>
                  <a:gd name="T11" fmla="*/ 13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9" h="3">
                    <a:moveTo>
                      <a:pt x="0" y="0"/>
                    </a:moveTo>
                    <a:cubicBezTo>
                      <a:pt x="0" y="0"/>
                      <a:pt x="6" y="0"/>
                      <a:pt x="8" y="0"/>
                    </a:cubicBezTo>
                    <a:cubicBezTo>
                      <a:pt x="9" y="0"/>
                      <a:pt x="10" y="0"/>
                      <a:pt x="12" y="1"/>
                    </a:cubicBezTo>
                    <a:cubicBezTo>
                      <a:pt x="13" y="1"/>
                      <a:pt x="14" y="1"/>
                      <a:pt x="15" y="1"/>
                    </a:cubicBezTo>
                    <a:cubicBezTo>
                      <a:pt x="21" y="2"/>
                      <a:pt x="28" y="2"/>
                      <a:pt x="34" y="2"/>
                    </a:cubicBezTo>
                    <a:cubicBezTo>
                      <a:pt x="35" y="3"/>
                      <a:pt x="38" y="3"/>
                      <a:pt x="39" y="3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3541" name="Freeform 611">
                <a:extLst>
                  <a:ext uri="{FF2B5EF4-FFF2-40B4-BE49-F238E27FC236}">
                    <a16:creationId xmlns:a16="http://schemas.microsoft.com/office/drawing/2014/main" id="{97EACCEB-ABA0-4958-A913-DB81B0A2F2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4" y="941"/>
                <a:ext cx="37" cy="8"/>
              </a:xfrm>
              <a:custGeom>
                <a:avLst/>
                <a:gdLst>
                  <a:gd name="T0" fmla="*/ 0 w 23"/>
                  <a:gd name="T1" fmla="*/ 0 h 5"/>
                  <a:gd name="T2" fmla="*/ 60 w 23"/>
                  <a:gd name="T3" fmla="*/ 8 h 5"/>
                  <a:gd name="T4" fmla="*/ 97 w 23"/>
                  <a:gd name="T5" fmla="*/ 21 h 5"/>
                  <a:gd name="T6" fmla="*/ 55 w 23"/>
                  <a:gd name="T7" fmla="*/ 5 h 5"/>
                  <a:gd name="T8" fmla="*/ 29 w 23"/>
                  <a:gd name="T9" fmla="*/ 0 h 5"/>
                  <a:gd name="T10" fmla="*/ 5 w 23"/>
                  <a:gd name="T11" fmla="*/ 0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3" h="5">
                    <a:moveTo>
                      <a:pt x="0" y="0"/>
                    </a:moveTo>
                    <a:cubicBezTo>
                      <a:pt x="5" y="1"/>
                      <a:pt x="10" y="1"/>
                      <a:pt x="14" y="2"/>
                    </a:cubicBezTo>
                    <a:cubicBezTo>
                      <a:pt x="17" y="3"/>
                      <a:pt x="20" y="4"/>
                      <a:pt x="23" y="5"/>
                    </a:cubicBezTo>
                    <a:cubicBezTo>
                      <a:pt x="19" y="5"/>
                      <a:pt x="17" y="2"/>
                      <a:pt x="13" y="1"/>
                    </a:cubicBezTo>
                    <a:cubicBezTo>
                      <a:pt x="11" y="1"/>
                      <a:pt x="9" y="0"/>
                      <a:pt x="7" y="0"/>
                    </a:cubicBezTo>
                    <a:cubicBezTo>
                      <a:pt x="5" y="0"/>
                      <a:pt x="3" y="0"/>
                      <a:pt x="1" y="0"/>
                    </a:cubicBezTo>
                  </a:path>
                </a:pathLst>
              </a:custGeom>
              <a:solidFill>
                <a:srgbClr val="ECCA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3542" name="Freeform 612">
                <a:extLst>
                  <a:ext uri="{FF2B5EF4-FFF2-40B4-BE49-F238E27FC236}">
                    <a16:creationId xmlns:a16="http://schemas.microsoft.com/office/drawing/2014/main" id="{135D6BBE-2F76-4628-9BE3-91AE185310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1" y="957"/>
                <a:ext cx="41" cy="13"/>
              </a:xfrm>
              <a:custGeom>
                <a:avLst/>
                <a:gdLst>
                  <a:gd name="T0" fmla="*/ 0 w 25"/>
                  <a:gd name="T1" fmla="*/ 0 h 8"/>
                  <a:gd name="T2" fmla="*/ 54 w 25"/>
                  <a:gd name="T3" fmla="*/ 21 h 8"/>
                  <a:gd name="T4" fmla="*/ 89 w 25"/>
                  <a:gd name="T5" fmla="*/ 29 h 8"/>
                  <a:gd name="T6" fmla="*/ 110 w 25"/>
                  <a:gd name="T7" fmla="*/ 34 h 8"/>
                  <a:gd name="T8" fmla="*/ 54 w 25"/>
                  <a:gd name="T9" fmla="*/ 18 h 8"/>
                  <a:gd name="T10" fmla="*/ 30 w 25"/>
                  <a:gd name="T11" fmla="*/ 5 h 8"/>
                  <a:gd name="T12" fmla="*/ 0 w 25"/>
                  <a:gd name="T13" fmla="*/ 0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" h="8">
                    <a:moveTo>
                      <a:pt x="0" y="0"/>
                    </a:moveTo>
                    <a:cubicBezTo>
                      <a:pt x="6" y="0"/>
                      <a:pt x="7" y="3"/>
                      <a:pt x="12" y="5"/>
                    </a:cubicBezTo>
                    <a:cubicBezTo>
                      <a:pt x="14" y="6"/>
                      <a:pt x="16" y="7"/>
                      <a:pt x="20" y="7"/>
                    </a:cubicBezTo>
                    <a:cubicBezTo>
                      <a:pt x="21" y="7"/>
                      <a:pt x="24" y="7"/>
                      <a:pt x="25" y="8"/>
                    </a:cubicBezTo>
                    <a:cubicBezTo>
                      <a:pt x="19" y="7"/>
                      <a:pt x="15" y="6"/>
                      <a:pt x="12" y="4"/>
                    </a:cubicBezTo>
                    <a:cubicBezTo>
                      <a:pt x="10" y="3"/>
                      <a:pt x="9" y="2"/>
                      <a:pt x="7" y="1"/>
                    </a:cubicBezTo>
                    <a:cubicBezTo>
                      <a:pt x="5" y="0"/>
                      <a:pt x="2" y="0"/>
                      <a:pt x="0" y="0"/>
                    </a:cubicBezTo>
                  </a:path>
                </a:pathLst>
              </a:custGeom>
              <a:solidFill>
                <a:srgbClr val="ECCA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3543" name="Freeform 613">
                <a:extLst>
                  <a:ext uri="{FF2B5EF4-FFF2-40B4-BE49-F238E27FC236}">
                    <a16:creationId xmlns:a16="http://schemas.microsoft.com/office/drawing/2014/main" id="{B56325EB-DCE4-4D21-A231-CBB44AC9AF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2" y="930"/>
                <a:ext cx="16" cy="13"/>
              </a:xfrm>
              <a:custGeom>
                <a:avLst/>
                <a:gdLst>
                  <a:gd name="T0" fmla="*/ 42 w 10"/>
                  <a:gd name="T1" fmla="*/ 34 h 8"/>
                  <a:gd name="T2" fmla="*/ 16 w 10"/>
                  <a:gd name="T3" fmla="*/ 18 h 8"/>
                  <a:gd name="T4" fmla="*/ 5 w 10"/>
                  <a:gd name="T5" fmla="*/ 8 h 8"/>
                  <a:gd name="T6" fmla="*/ 0 w 10"/>
                  <a:gd name="T7" fmla="*/ 0 h 8"/>
                  <a:gd name="T8" fmla="*/ 0 w 10"/>
                  <a:gd name="T9" fmla="*/ 8 h 8"/>
                  <a:gd name="T10" fmla="*/ 13 w 10"/>
                  <a:gd name="T11" fmla="*/ 21 h 8"/>
                  <a:gd name="T12" fmla="*/ 42 w 10"/>
                  <a:gd name="T13" fmla="*/ 34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8">
                    <a:moveTo>
                      <a:pt x="10" y="8"/>
                    </a:moveTo>
                    <a:cubicBezTo>
                      <a:pt x="6" y="8"/>
                      <a:pt x="6" y="6"/>
                      <a:pt x="4" y="4"/>
                    </a:cubicBezTo>
                    <a:cubicBezTo>
                      <a:pt x="3" y="4"/>
                      <a:pt x="2" y="3"/>
                      <a:pt x="1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1"/>
                      <a:pt x="0" y="2"/>
                    </a:cubicBezTo>
                    <a:cubicBezTo>
                      <a:pt x="1" y="4"/>
                      <a:pt x="1" y="4"/>
                      <a:pt x="3" y="5"/>
                    </a:cubicBezTo>
                    <a:cubicBezTo>
                      <a:pt x="5" y="6"/>
                      <a:pt x="6" y="7"/>
                      <a:pt x="10" y="8"/>
                    </a:cubicBezTo>
                  </a:path>
                </a:pathLst>
              </a:custGeom>
              <a:solidFill>
                <a:srgbClr val="ECCA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3544" name="Freeform 614">
                <a:extLst>
                  <a:ext uri="{FF2B5EF4-FFF2-40B4-BE49-F238E27FC236}">
                    <a16:creationId xmlns:a16="http://schemas.microsoft.com/office/drawing/2014/main" id="{2725697E-1C5E-4782-96FB-637CB6213A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8" y="936"/>
                <a:ext cx="13" cy="7"/>
              </a:xfrm>
              <a:custGeom>
                <a:avLst/>
                <a:gdLst>
                  <a:gd name="T0" fmla="*/ 34 w 8"/>
                  <a:gd name="T1" fmla="*/ 16 h 4"/>
                  <a:gd name="T2" fmla="*/ 18 w 8"/>
                  <a:gd name="T3" fmla="*/ 7 h 4"/>
                  <a:gd name="T4" fmla="*/ 0 w 8"/>
                  <a:gd name="T5" fmla="*/ 0 h 4"/>
                  <a:gd name="T6" fmla="*/ 29 w 8"/>
                  <a:gd name="T7" fmla="*/ 21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4">
                    <a:moveTo>
                      <a:pt x="8" y="3"/>
                    </a:moveTo>
                    <a:cubicBezTo>
                      <a:pt x="6" y="3"/>
                      <a:pt x="6" y="2"/>
                      <a:pt x="4" y="1"/>
                    </a:cubicBezTo>
                    <a:cubicBezTo>
                      <a:pt x="3" y="1"/>
                      <a:pt x="0" y="1"/>
                      <a:pt x="0" y="0"/>
                    </a:cubicBezTo>
                    <a:cubicBezTo>
                      <a:pt x="1" y="2"/>
                      <a:pt x="6" y="2"/>
                      <a:pt x="7" y="4"/>
                    </a:cubicBezTo>
                  </a:path>
                </a:pathLst>
              </a:custGeom>
              <a:solidFill>
                <a:srgbClr val="ECCA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3545" name="Freeform 615">
                <a:extLst>
                  <a:ext uri="{FF2B5EF4-FFF2-40B4-BE49-F238E27FC236}">
                    <a16:creationId xmlns:a16="http://schemas.microsoft.com/office/drawing/2014/main" id="{D73020DC-DCFC-4506-AF6D-486E5316CE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5" y="944"/>
                <a:ext cx="21" cy="12"/>
              </a:xfrm>
              <a:custGeom>
                <a:avLst/>
                <a:gdLst>
                  <a:gd name="T0" fmla="*/ 55 w 13"/>
                  <a:gd name="T1" fmla="*/ 15 h 7"/>
                  <a:gd name="T2" fmla="*/ 39 w 13"/>
                  <a:gd name="T3" fmla="*/ 15 h 7"/>
                  <a:gd name="T4" fmla="*/ 21 w 13"/>
                  <a:gd name="T5" fmla="*/ 9 h 7"/>
                  <a:gd name="T6" fmla="*/ 8 w 13"/>
                  <a:gd name="T7" fmla="*/ 5 h 7"/>
                  <a:gd name="T8" fmla="*/ 0 w 13"/>
                  <a:gd name="T9" fmla="*/ 0 h 7"/>
                  <a:gd name="T10" fmla="*/ 5 w 13"/>
                  <a:gd name="T11" fmla="*/ 5 h 7"/>
                  <a:gd name="T12" fmla="*/ 0 w 13"/>
                  <a:gd name="T13" fmla="*/ 9 h 7"/>
                  <a:gd name="T14" fmla="*/ 0 w 13"/>
                  <a:gd name="T15" fmla="*/ 15 h 7"/>
                  <a:gd name="T16" fmla="*/ 0 w 13"/>
                  <a:gd name="T17" fmla="*/ 26 h 7"/>
                  <a:gd name="T18" fmla="*/ 13 w 13"/>
                  <a:gd name="T19" fmla="*/ 36 h 7"/>
                  <a:gd name="T20" fmla="*/ 5 w 13"/>
                  <a:gd name="T21" fmla="*/ 21 h 7"/>
                  <a:gd name="T22" fmla="*/ 21 w 13"/>
                  <a:gd name="T23" fmla="*/ 21 h 7"/>
                  <a:gd name="T24" fmla="*/ 42 w 13"/>
                  <a:gd name="T25" fmla="*/ 15 h 7"/>
                  <a:gd name="T26" fmla="*/ 55 w 13"/>
                  <a:gd name="T27" fmla="*/ 15 h 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3" h="7">
                    <a:moveTo>
                      <a:pt x="13" y="3"/>
                    </a:moveTo>
                    <a:cubicBezTo>
                      <a:pt x="12" y="2"/>
                      <a:pt x="10" y="3"/>
                      <a:pt x="9" y="3"/>
                    </a:cubicBezTo>
                    <a:cubicBezTo>
                      <a:pt x="8" y="2"/>
                      <a:pt x="6" y="2"/>
                      <a:pt x="5" y="2"/>
                    </a:cubicBezTo>
                    <a:cubicBezTo>
                      <a:pt x="4" y="2"/>
                      <a:pt x="3" y="1"/>
                      <a:pt x="2" y="1"/>
                    </a:cubicBezTo>
                    <a:cubicBezTo>
                      <a:pt x="2" y="1"/>
                      <a:pt x="1" y="0"/>
                      <a:pt x="0" y="0"/>
                    </a:cubicBezTo>
                    <a:cubicBezTo>
                      <a:pt x="0" y="0"/>
                      <a:pt x="1" y="1"/>
                      <a:pt x="1" y="1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2"/>
                      <a:pt x="0" y="3"/>
                      <a:pt x="0" y="3"/>
                    </a:cubicBezTo>
                    <a:cubicBezTo>
                      <a:pt x="0" y="4"/>
                      <a:pt x="0" y="4"/>
                      <a:pt x="0" y="5"/>
                    </a:cubicBezTo>
                    <a:cubicBezTo>
                      <a:pt x="1" y="6"/>
                      <a:pt x="1" y="6"/>
                      <a:pt x="3" y="7"/>
                    </a:cubicBezTo>
                    <a:cubicBezTo>
                      <a:pt x="2" y="6"/>
                      <a:pt x="0" y="5"/>
                      <a:pt x="1" y="4"/>
                    </a:cubicBezTo>
                    <a:cubicBezTo>
                      <a:pt x="2" y="4"/>
                      <a:pt x="4" y="4"/>
                      <a:pt x="5" y="4"/>
                    </a:cubicBezTo>
                    <a:cubicBezTo>
                      <a:pt x="7" y="4"/>
                      <a:pt x="8" y="4"/>
                      <a:pt x="10" y="3"/>
                    </a:cubicBezTo>
                    <a:cubicBezTo>
                      <a:pt x="11" y="3"/>
                      <a:pt x="13" y="3"/>
                      <a:pt x="13" y="3"/>
                    </a:cubicBezTo>
                  </a:path>
                </a:pathLst>
              </a:custGeom>
              <a:solidFill>
                <a:srgbClr val="ECCA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3546" name="Freeform 616">
                <a:extLst>
                  <a:ext uri="{FF2B5EF4-FFF2-40B4-BE49-F238E27FC236}">
                    <a16:creationId xmlns:a16="http://schemas.microsoft.com/office/drawing/2014/main" id="{BA45716E-8BDF-47C0-8D49-9118E27317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3" y="1057"/>
                <a:ext cx="103" cy="39"/>
              </a:xfrm>
              <a:custGeom>
                <a:avLst/>
                <a:gdLst>
                  <a:gd name="T0" fmla="*/ 0 w 63"/>
                  <a:gd name="T1" fmla="*/ 5 h 24"/>
                  <a:gd name="T2" fmla="*/ 275 w 63"/>
                  <a:gd name="T3" fmla="*/ 0 h 24"/>
                  <a:gd name="T4" fmla="*/ 0 w 63"/>
                  <a:gd name="T5" fmla="*/ 5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3" h="24">
                    <a:moveTo>
                      <a:pt x="0" y="1"/>
                    </a:moveTo>
                    <a:cubicBezTo>
                      <a:pt x="0" y="1"/>
                      <a:pt x="31" y="21"/>
                      <a:pt x="63" y="0"/>
                    </a:cubicBezTo>
                    <a:cubicBezTo>
                      <a:pt x="63" y="0"/>
                      <a:pt x="34" y="24"/>
                      <a:pt x="0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3547" name="Freeform 617">
                <a:extLst>
                  <a:ext uri="{FF2B5EF4-FFF2-40B4-BE49-F238E27FC236}">
                    <a16:creationId xmlns:a16="http://schemas.microsoft.com/office/drawing/2014/main" id="{33CA9514-CE35-43C1-98F2-116C873129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0" y="1060"/>
                <a:ext cx="91" cy="24"/>
              </a:xfrm>
              <a:custGeom>
                <a:avLst/>
                <a:gdLst>
                  <a:gd name="T0" fmla="*/ 0 w 56"/>
                  <a:gd name="T1" fmla="*/ 5 h 15"/>
                  <a:gd name="T2" fmla="*/ 241 w 56"/>
                  <a:gd name="T3" fmla="*/ 0 h 15"/>
                  <a:gd name="T4" fmla="*/ 0 w 56"/>
                  <a:gd name="T5" fmla="*/ 5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6" h="15">
                    <a:moveTo>
                      <a:pt x="0" y="1"/>
                    </a:moveTo>
                    <a:cubicBezTo>
                      <a:pt x="0" y="1"/>
                      <a:pt x="28" y="15"/>
                      <a:pt x="56" y="0"/>
                    </a:cubicBezTo>
                    <a:cubicBezTo>
                      <a:pt x="56" y="0"/>
                      <a:pt x="30" y="14"/>
                      <a:pt x="0" y="1"/>
                    </a:cubicBezTo>
                    <a:close/>
                  </a:path>
                </a:pathLst>
              </a:custGeom>
              <a:solidFill>
                <a:srgbClr val="F4C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3548" name="Freeform 618">
                <a:extLst>
                  <a:ext uri="{FF2B5EF4-FFF2-40B4-BE49-F238E27FC236}">
                    <a16:creationId xmlns:a16="http://schemas.microsoft.com/office/drawing/2014/main" id="{C5D35AD8-8481-43EB-9657-D16244396C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4" y="1066"/>
                <a:ext cx="42" cy="7"/>
              </a:xfrm>
              <a:custGeom>
                <a:avLst/>
                <a:gdLst>
                  <a:gd name="T0" fmla="*/ 0 w 26"/>
                  <a:gd name="T1" fmla="*/ 0 h 4"/>
                  <a:gd name="T2" fmla="*/ 110 w 26"/>
                  <a:gd name="T3" fmla="*/ 0 h 4"/>
                  <a:gd name="T4" fmla="*/ 0 w 26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4">
                    <a:moveTo>
                      <a:pt x="0" y="0"/>
                    </a:moveTo>
                    <a:cubicBezTo>
                      <a:pt x="0" y="0"/>
                      <a:pt x="14" y="4"/>
                      <a:pt x="26" y="0"/>
                    </a:cubicBezTo>
                    <a:cubicBezTo>
                      <a:pt x="26" y="0"/>
                      <a:pt x="15" y="3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3549" name="Freeform 619">
                <a:extLst>
                  <a:ext uri="{FF2B5EF4-FFF2-40B4-BE49-F238E27FC236}">
                    <a16:creationId xmlns:a16="http://schemas.microsoft.com/office/drawing/2014/main" id="{E269F7F5-2B23-444F-A922-71E0798160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4" y="992"/>
                <a:ext cx="13" cy="26"/>
              </a:xfrm>
              <a:custGeom>
                <a:avLst/>
                <a:gdLst>
                  <a:gd name="T0" fmla="*/ 0 w 8"/>
                  <a:gd name="T1" fmla="*/ 0 h 16"/>
                  <a:gd name="T2" fmla="*/ 5 w 8"/>
                  <a:gd name="T3" fmla="*/ 47 h 16"/>
                  <a:gd name="T4" fmla="*/ 34 w 8"/>
                  <a:gd name="T5" fmla="*/ 68 h 16"/>
                  <a:gd name="T6" fmla="*/ 13 w 8"/>
                  <a:gd name="T7" fmla="*/ 34 h 16"/>
                  <a:gd name="T8" fmla="*/ 5 w 8"/>
                  <a:gd name="T9" fmla="*/ 5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16">
                    <a:moveTo>
                      <a:pt x="0" y="0"/>
                    </a:moveTo>
                    <a:cubicBezTo>
                      <a:pt x="0" y="3"/>
                      <a:pt x="0" y="8"/>
                      <a:pt x="1" y="11"/>
                    </a:cubicBezTo>
                    <a:cubicBezTo>
                      <a:pt x="3" y="14"/>
                      <a:pt x="6" y="14"/>
                      <a:pt x="8" y="16"/>
                    </a:cubicBezTo>
                    <a:cubicBezTo>
                      <a:pt x="8" y="14"/>
                      <a:pt x="4" y="11"/>
                      <a:pt x="3" y="8"/>
                    </a:cubicBezTo>
                    <a:cubicBezTo>
                      <a:pt x="2" y="6"/>
                      <a:pt x="0" y="4"/>
                      <a:pt x="1" y="1"/>
                    </a:cubicBezTo>
                  </a:path>
                </a:pathLst>
              </a:custGeom>
              <a:solidFill>
                <a:srgbClr val="F7F1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3550" name="Freeform 620">
                <a:extLst>
                  <a:ext uri="{FF2B5EF4-FFF2-40B4-BE49-F238E27FC236}">
                    <a16:creationId xmlns:a16="http://schemas.microsoft.com/office/drawing/2014/main" id="{D5F9CEFE-9ED3-4C67-9516-821552DFAB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1" y="1063"/>
                <a:ext cx="88" cy="36"/>
              </a:xfrm>
              <a:custGeom>
                <a:avLst/>
                <a:gdLst>
                  <a:gd name="T0" fmla="*/ 0 w 54"/>
                  <a:gd name="T1" fmla="*/ 5 h 22"/>
                  <a:gd name="T2" fmla="*/ 233 w 54"/>
                  <a:gd name="T3" fmla="*/ 0 h 22"/>
                  <a:gd name="T4" fmla="*/ 0 w 54"/>
                  <a:gd name="T5" fmla="*/ 5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4" h="22">
                    <a:moveTo>
                      <a:pt x="0" y="1"/>
                    </a:moveTo>
                    <a:cubicBezTo>
                      <a:pt x="0" y="1"/>
                      <a:pt x="23" y="16"/>
                      <a:pt x="54" y="0"/>
                    </a:cubicBezTo>
                    <a:cubicBezTo>
                      <a:pt x="54" y="0"/>
                      <a:pt x="27" y="22"/>
                      <a:pt x="0" y="1"/>
                    </a:cubicBezTo>
                    <a:close/>
                  </a:path>
                </a:pathLst>
              </a:custGeom>
              <a:solidFill>
                <a:srgbClr val="F7F1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3551" name="Freeform 621">
                <a:extLst>
                  <a:ext uri="{FF2B5EF4-FFF2-40B4-BE49-F238E27FC236}">
                    <a16:creationId xmlns:a16="http://schemas.microsoft.com/office/drawing/2014/main" id="{D6C5E1F2-973D-4893-9166-3B2BC43EC6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3" y="1074"/>
                <a:ext cx="8" cy="13"/>
              </a:xfrm>
              <a:custGeom>
                <a:avLst/>
                <a:gdLst>
                  <a:gd name="T0" fmla="*/ 0 w 5"/>
                  <a:gd name="T1" fmla="*/ 0 h 8"/>
                  <a:gd name="T2" fmla="*/ 21 w 5"/>
                  <a:gd name="T3" fmla="*/ 29 h 8"/>
                  <a:gd name="T4" fmla="*/ 5 w 5"/>
                  <a:gd name="T5" fmla="*/ 5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8">
                    <a:moveTo>
                      <a:pt x="0" y="0"/>
                    </a:moveTo>
                    <a:cubicBezTo>
                      <a:pt x="4" y="1"/>
                      <a:pt x="1" y="6"/>
                      <a:pt x="5" y="7"/>
                    </a:cubicBezTo>
                    <a:cubicBezTo>
                      <a:pt x="0" y="8"/>
                      <a:pt x="2" y="2"/>
                      <a:pt x="1" y="1"/>
                    </a:cubicBezTo>
                  </a:path>
                </a:pathLst>
              </a:custGeom>
              <a:solidFill>
                <a:srgbClr val="ECCA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3552" name="Freeform 622">
                <a:extLst>
                  <a:ext uri="{FF2B5EF4-FFF2-40B4-BE49-F238E27FC236}">
                    <a16:creationId xmlns:a16="http://schemas.microsoft.com/office/drawing/2014/main" id="{3DCD194C-16BF-4CDB-811D-BD77452507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4" y="1071"/>
                <a:ext cx="10" cy="13"/>
              </a:xfrm>
              <a:custGeom>
                <a:avLst/>
                <a:gdLst>
                  <a:gd name="T0" fmla="*/ 13 w 6"/>
                  <a:gd name="T1" fmla="*/ 0 h 8"/>
                  <a:gd name="T2" fmla="*/ 0 w 6"/>
                  <a:gd name="T3" fmla="*/ 34 h 8"/>
                  <a:gd name="T4" fmla="*/ 13 w 6"/>
                  <a:gd name="T5" fmla="*/ 8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8">
                    <a:moveTo>
                      <a:pt x="3" y="0"/>
                    </a:moveTo>
                    <a:cubicBezTo>
                      <a:pt x="4" y="3"/>
                      <a:pt x="3" y="7"/>
                      <a:pt x="0" y="8"/>
                    </a:cubicBezTo>
                    <a:cubicBezTo>
                      <a:pt x="3" y="7"/>
                      <a:pt x="6" y="4"/>
                      <a:pt x="3" y="2"/>
                    </a:cubicBezTo>
                  </a:path>
                </a:pathLst>
              </a:custGeom>
              <a:solidFill>
                <a:srgbClr val="ECCA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3553" name="Freeform 623">
                <a:extLst>
                  <a:ext uri="{FF2B5EF4-FFF2-40B4-BE49-F238E27FC236}">
                    <a16:creationId xmlns:a16="http://schemas.microsoft.com/office/drawing/2014/main" id="{D66B85B1-6326-4007-9FA5-F401D77593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0" y="1016"/>
                <a:ext cx="32" cy="62"/>
              </a:xfrm>
              <a:custGeom>
                <a:avLst/>
                <a:gdLst>
                  <a:gd name="T0" fmla="*/ 0 w 20"/>
                  <a:gd name="T1" fmla="*/ 0 h 38"/>
                  <a:gd name="T2" fmla="*/ 13 w 20"/>
                  <a:gd name="T3" fmla="*/ 54 h 38"/>
                  <a:gd name="T4" fmla="*/ 29 w 20"/>
                  <a:gd name="T5" fmla="*/ 96 h 38"/>
                  <a:gd name="T6" fmla="*/ 82 w 20"/>
                  <a:gd name="T7" fmla="*/ 165 h 38"/>
                  <a:gd name="T8" fmla="*/ 35 w 20"/>
                  <a:gd name="T9" fmla="*/ 83 h 38"/>
                  <a:gd name="T10" fmla="*/ 0 w 20"/>
                  <a:gd name="T11" fmla="*/ 5 h 3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0" h="38">
                    <a:moveTo>
                      <a:pt x="0" y="0"/>
                    </a:moveTo>
                    <a:cubicBezTo>
                      <a:pt x="0" y="4"/>
                      <a:pt x="2" y="9"/>
                      <a:pt x="3" y="12"/>
                    </a:cubicBezTo>
                    <a:cubicBezTo>
                      <a:pt x="4" y="16"/>
                      <a:pt x="5" y="19"/>
                      <a:pt x="7" y="22"/>
                    </a:cubicBezTo>
                    <a:cubicBezTo>
                      <a:pt x="9" y="29"/>
                      <a:pt x="13" y="36"/>
                      <a:pt x="20" y="38"/>
                    </a:cubicBezTo>
                    <a:cubicBezTo>
                      <a:pt x="13" y="35"/>
                      <a:pt x="12" y="25"/>
                      <a:pt x="9" y="19"/>
                    </a:cubicBezTo>
                    <a:cubicBezTo>
                      <a:pt x="5" y="13"/>
                      <a:pt x="3" y="7"/>
                      <a:pt x="0" y="1"/>
                    </a:cubicBezTo>
                  </a:path>
                </a:pathLst>
              </a:custGeom>
              <a:solidFill>
                <a:srgbClr val="F7F1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3554" name="Freeform 624">
                <a:extLst>
                  <a:ext uri="{FF2B5EF4-FFF2-40B4-BE49-F238E27FC236}">
                    <a16:creationId xmlns:a16="http://schemas.microsoft.com/office/drawing/2014/main" id="{7ABC34EF-A983-4320-AD35-901412E054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2" y="853"/>
                <a:ext cx="73" cy="18"/>
              </a:xfrm>
              <a:custGeom>
                <a:avLst/>
                <a:gdLst>
                  <a:gd name="T0" fmla="*/ 191 w 45"/>
                  <a:gd name="T1" fmla="*/ 8 h 11"/>
                  <a:gd name="T2" fmla="*/ 149 w 45"/>
                  <a:gd name="T3" fmla="*/ 5 h 11"/>
                  <a:gd name="T4" fmla="*/ 109 w 45"/>
                  <a:gd name="T5" fmla="*/ 5 h 11"/>
                  <a:gd name="T6" fmla="*/ 0 w 45"/>
                  <a:gd name="T7" fmla="*/ 21 h 11"/>
                  <a:gd name="T8" fmla="*/ 97 w 45"/>
                  <a:gd name="T9" fmla="*/ 18 h 11"/>
                  <a:gd name="T10" fmla="*/ 144 w 45"/>
                  <a:gd name="T11" fmla="*/ 8 h 11"/>
                  <a:gd name="T12" fmla="*/ 185 w 45"/>
                  <a:gd name="T13" fmla="*/ 8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5" h="11">
                    <a:moveTo>
                      <a:pt x="45" y="2"/>
                    </a:moveTo>
                    <a:cubicBezTo>
                      <a:pt x="42" y="2"/>
                      <a:pt x="38" y="1"/>
                      <a:pt x="35" y="1"/>
                    </a:cubicBezTo>
                    <a:cubicBezTo>
                      <a:pt x="31" y="1"/>
                      <a:pt x="28" y="0"/>
                      <a:pt x="25" y="1"/>
                    </a:cubicBezTo>
                    <a:cubicBezTo>
                      <a:pt x="16" y="3"/>
                      <a:pt x="10" y="8"/>
                      <a:pt x="0" y="5"/>
                    </a:cubicBezTo>
                    <a:cubicBezTo>
                      <a:pt x="9" y="11"/>
                      <a:pt x="15" y="7"/>
                      <a:pt x="23" y="4"/>
                    </a:cubicBezTo>
                    <a:cubicBezTo>
                      <a:pt x="26" y="3"/>
                      <a:pt x="30" y="2"/>
                      <a:pt x="34" y="2"/>
                    </a:cubicBezTo>
                    <a:cubicBezTo>
                      <a:pt x="36" y="2"/>
                      <a:pt x="41" y="1"/>
                      <a:pt x="43" y="2"/>
                    </a:cubicBezTo>
                  </a:path>
                </a:pathLst>
              </a:custGeom>
              <a:solidFill>
                <a:srgbClr val="F7F1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3555" name="Freeform 625">
                <a:extLst>
                  <a:ext uri="{FF2B5EF4-FFF2-40B4-BE49-F238E27FC236}">
                    <a16:creationId xmlns:a16="http://schemas.microsoft.com/office/drawing/2014/main" id="{F95A96D7-3273-4AEA-94D7-C9A3FEEB7D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8" y="829"/>
                <a:ext cx="68" cy="11"/>
              </a:xfrm>
              <a:custGeom>
                <a:avLst/>
                <a:gdLst>
                  <a:gd name="T0" fmla="*/ 0 w 42"/>
                  <a:gd name="T1" fmla="*/ 22 h 7"/>
                  <a:gd name="T2" fmla="*/ 42 w 42"/>
                  <a:gd name="T3" fmla="*/ 14 h 7"/>
                  <a:gd name="T4" fmla="*/ 81 w 42"/>
                  <a:gd name="T5" fmla="*/ 13 h 7"/>
                  <a:gd name="T6" fmla="*/ 128 w 42"/>
                  <a:gd name="T7" fmla="*/ 14 h 7"/>
                  <a:gd name="T8" fmla="*/ 178 w 42"/>
                  <a:gd name="T9" fmla="*/ 27 h 7"/>
                  <a:gd name="T10" fmla="*/ 84 w 42"/>
                  <a:gd name="T11" fmla="*/ 0 h 7"/>
                  <a:gd name="T12" fmla="*/ 0 w 42"/>
                  <a:gd name="T13" fmla="*/ 22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2" h="7">
                    <a:moveTo>
                      <a:pt x="0" y="6"/>
                    </a:moveTo>
                    <a:cubicBezTo>
                      <a:pt x="3" y="6"/>
                      <a:pt x="7" y="4"/>
                      <a:pt x="10" y="4"/>
                    </a:cubicBezTo>
                    <a:cubicBezTo>
                      <a:pt x="13" y="3"/>
                      <a:pt x="16" y="3"/>
                      <a:pt x="19" y="3"/>
                    </a:cubicBezTo>
                    <a:cubicBezTo>
                      <a:pt x="23" y="3"/>
                      <a:pt x="27" y="3"/>
                      <a:pt x="30" y="4"/>
                    </a:cubicBezTo>
                    <a:cubicBezTo>
                      <a:pt x="34" y="5"/>
                      <a:pt x="38" y="7"/>
                      <a:pt x="42" y="7"/>
                    </a:cubicBezTo>
                    <a:cubicBezTo>
                      <a:pt x="35" y="3"/>
                      <a:pt x="28" y="1"/>
                      <a:pt x="20" y="0"/>
                    </a:cubicBezTo>
                    <a:cubicBezTo>
                      <a:pt x="14" y="0"/>
                      <a:pt x="5" y="2"/>
                      <a:pt x="0" y="6"/>
                    </a:cubicBezTo>
                  </a:path>
                </a:pathLst>
              </a:custGeom>
              <a:solidFill>
                <a:srgbClr val="F7F1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3556" name="Freeform 626">
                <a:extLst>
                  <a:ext uri="{FF2B5EF4-FFF2-40B4-BE49-F238E27FC236}">
                    <a16:creationId xmlns:a16="http://schemas.microsoft.com/office/drawing/2014/main" id="{93D670CA-011A-4307-8A7C-7FD32D064E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0" y="1027"/>
                <a:ext cx="8" cy="17"/>
              </a:xfrm>
              <a:custGeom>
                <a:avLst/>
                <a:gdLst>
                  <a:gd name="T0" fmla="*/ 21 w 5"/>
                  <a:gd name="T1" fmla="*/ 0 h 10"/>
                  <a:gd name="T2" fmla="*/ 5 w 5"/>
                  <a:gd name="T3" fmla="*/ 15 h 10"/>
                  <a:gd name="T4" fmla="*/ 13 w 5"/>
                  <a:gd name="T5" fmla="*/ 49 h 10"/>
                  <a:gd name="T6" fmla="*/ 21 w 5"/>
                  <a:gd name="T7" fmla="*/ 0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10">
                    <a:moveTo>
                      <a:pt x="5" y="0"/>
                    </a:moveTo>
                    <a:cubicBezTo>
                      <a:pt x="3" y="0"/>
                      <a:pt x="1" y="0"/>
                      <a:pt x="1" y="3"/>
                    </a:cubicBezTo>
                    <a:cubicBezTo>
                      <a:pt x="1" y="5"/>
                      <a:pt x="3" y="7"/>
                      <a:pt x="3" y="10"/>
                    </a:cubicBezTo>
                    <a:cubicBezTo>
                      <a:pt x="0" y="6"/>
                      <a:pt x="1" y="1"/>
                      <a:pt x="5" y="0"/>
                    </a:cubicBezTo>
                  </a:path>
                </a:pathLst>
              </a:custGeom>
              <a:solidFill>
                <a:srgbClr val="ECCA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3557" name="Freeform 627">
                <a:extLst>
                  <a:ext uri="{FF2B5EF4-FFF2-40B4-BE49-F238E27FC236}">
                    <a16:creationId xmlns:a16="http://schemas.microsoft.com/office/drawing/2014/main" id="{5F1A12E4-AF07-4F89-AE92-8791AFE7BC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6" y="956"/>
                <a:ext cx="22" cy="18"/>
              </a:xfrm>
              <a:custGeom>
                <a:avLst/>
                <a:gdLst>
                  <a:gd name="T0" fmla="*/ 29 w 13"/>
                  <a:gd name="T1" fmla="*/ 43 h 11"/>
                  <a:gd name="T2" fmla="*/ 63 w 13"/>
                  <a:gd name="T3" fmla="*/ 0 h 11"/>
                  <a:gd name="T4" fmla="*/ 0 w 13"/>
                  <a:gd name="T5" fmla="*/ 13 h 11"/>
                  <a:gd name="T6" fmla="*/ 14 w 13"/>
                  <a:gd name="T7" fmla="*/ 47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11">
                    <a:moveTo>
                      <a:pt x="6" y="10"/>
                    </a:moveTo>
                    <a:cubicBezTo>
                      <a:pt x="2" y="6"/>
                      <a:pt x="11" y="1"/>
                      <a:pt x="13" y="0"/>
                    </a:cubicBezTo>
                    <a:cubicBezTo>
                      <a:pt x="7" y="1"/>
                      <a:pt x="5" y="9"/>
                      <a:pt x="0" y="3"/>
                    </a:cubicBezTo>
                    <a:cubicBezTo>
                      <a:pt x="1" y="5"/>
                      <a:pt x="2" y="8"/>
                      <a:pt x="3" y="11"/>
                    </a:cubicBezTo>
                  </a:path>
                </a:pathLst>
              </a:custGeom>
              <a:solidFill>
                <a:srgbClr val="F7F1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</p:grpSp>
        <p:sp>
          <p:nvSpPr>
            <p:cNvPr id="43342" name="Freeform 628">
              <a:extLst>
                <a:ext uri="{FF2B5EF4-FFF2-40B4-BE49-F238E27FC236}">
                  <a16:creationId xmlns:a16="http://schemas.microsoft.com/office/drawing/2014/main" id="{A3062329-510F-482B-9F48-F027D92FAA92}"/>
                </a:ext>
              </a:extLst>
            </p:cNvPr>
            <p:cNvSpPr>
              <a:spLocks/>
            </p:cNvSpPr>
            <p:nvPr/>
          </p:nvSpPr>
          <p:spPr bwMode="auto">
            <a:xfrm>
              <a:off x="780" y="938"/>
              <a:ext cx="24" cy="19"/>
            </a:xfrm>
            <a:custGeom>
              <a:avLst/>
              <a:gdLst>
                <a:gd name="T0" fmla="*/ 61 w 15"/>
                <a:gd name="T1" fmla="*/ 35 h 12"/>
                <a:gd name="T2" fmla="*/ 16 w 15"/>
                <a:gd name="T3" fmla="*/ 40 h 12"/>
                <a:gd name="T4" fmla="*/ 0 w 15"/>
                <a:gd name="T5" fmla="*/ 0 h 12"/>
                <a:gd name="T6" fmla="*/ 56 w 15"/>
                <a:gd name="T7" fmla="*/ 40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2">
                  <a:moveTo>
                    <a:pt x="15" y="9"/>
                  </a:moveTo>
                  <a:cubicBezTo>
                    <a:pt x="13" y="10"/>
                    <a:pt x="6" y="12"/>
                    <a:pt x="4" y="10"/>
                  </a:cubicBezTo>
                  <a:cubicBezTo>
                    <a:pt x="2" y="9"/>
                    <a:pt x="0" y="2"/>
                    <a:pt x="0" y="0"/>
                  </a:cubicBezTo>
                  <a:cubicBezTo>
                    <a:pt x="2" y="6"/>
                    <a:pt x="7" y="10"/>
                    <a:pt x="14" y="10"/>
                  </a:cubicBezTo>
                </a:path>
              </a:pathLst>
            </a:custGeom>
            <a:solidFill>
              <a:srgbClr val="F7F1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343" name="Freeform 629">
              <a:extLst>
                <a:ext uri="{FF2B5EF4-FFF2-40B4-BE49-F238E27FC236}">
                  <a16:creationId xmlns:a16="http://schemas.microsoft.com/office/drawing/2014/main" id="{8B713E41-CB83-4D87-BE47-7A9A2956F8A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6" y="930"/>
              <a:ext cx="25" cy="73"/>
            </a:xfrm>
            <a:custGeom>
              <a:avLst/>
              <a:gdLst>
                <a:gd name="T0" fmla="*/ 5 w 15"/>
                <a:gd name="T1" fmla="*/ 60 h 45"/>
                <a:gd name="T2" fmla="*/ 70 w 15"/>
                <a:gd name="T3" fmla="*/ 0 h 45"/>
                <a:gd name="T4" fmla="*/ 42 w 15"/>
                <a:gd name="T5" fmla="*/ 89 h 45"/>
                <a:gd name="T6" fmla="*/ 20 w 15"/>
                <a:gd name="T7" fmla="*/ 191 h 45"/>
                <a:gd name="T8" fmla="*/ 33 w 15"/>
                <a:gd name="T9" fmla="*/ 89 h 45"/>
                <a:gd name="T10" fmla="*/ 28 w 15"/>
                <a:gd name="T11" fmla="*/ 63 h 45"/>
                <a:gd name="T12" fmla="*/ 0 w 15"/>
                <a:gd name="T13" fmla="*/ 60 h 4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" h="45">
                  <a:moveTo>
                    <a:pt x="1" y="14"/>
                  </a:moveTo>
                  <a:cubicBezTo>
                    <a:pt x="10" y="14"/>
                    <a:pt x="12" y="7"/>
                    <a:pt x="15" y="0"/>
                  </a:cubicBezTo>
                  <a:cubicBezTo>
                    <a:pt x="12" y="7"/>
                    <a:pt x="11" y="15"/>
                    <a:pt x="9" y="21"/>
                  </a:cubicBezTo>
                  <a:cubicBezTo>
                    <a:pt x="7" y="29"/>
                    <a:pt x="5" y="37"/>
                    <a:pt x="4" y="45"/>
                  </a:cubicBezTo>
                  <a:cubicBezTo>
                    <a:pt x="5" y="37"/>
                    <a:pt x="6" y="29"/>
                    <a:pt x="7" y="21"/>
                  </a:cubicBezTo>
                  <a:cubicBezTo>
                    <a:pt x="7" y="18"/>
                    <a:pt x="8" y="17"/>
                    <a:pt x="6" y="15"/>
                  </a:cubicBezTo>
                  <a:cubicBezTo>
                    <a:pt x="4" y="14"/>
                    <a:pt x="2" y="15"/>
                    <a:pt x="0" y="14"/>
                  </a:cubicBezTo>
                </a:path>
              </a:pathLst>
            </a:custGeom>
            <a:solidFill>
              <a:srgbClr val="ECCA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344" name="Freeform 630">
              <a:extLst>
                <a:ext uri="{FF2B5EF4-FFF2-40B4-BE49-F238E27FC236}">
                  <a16:creationId xmlns:a16="http://schemas.microsoft.com/office/drawing/2014/main" id="{A69860AF-A553-4BD9-88DB-424F7EE980F5}"/>
                </a:ext>
              </a:extLst>
            </p:cNvPr>
            <p:cNvSpPr>
              <a:spLocks/>
            </p:cNvSpPr>
            <p:nvPr/>
          </p:nvSpPr>
          <p:spPr bwMode="auto">
            <a:xfrm>
              <a:off x="989" y="951"/>
              <a:ext cx="6" cy="3"/>
            </a:xfrm>
            <a:custGeom>
              <a:avLst/>
              <a:gdLst>
                <a:gd name="T0" fmla="*/ 0 w 4"/>
                <a:gd name="T1" fmla="*/ 0 h 2"/>
                <a:gd name="T2" fmla="*/ 8 w 4"/>
                <a:gd name="T3" fmla="*/ 5 h 2"/>
                <a:gd name="T4" fmla="*/ 14 w 4"/>
                <a:gd name="T5" fmla="*/ 8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2">
                  <a:moveTo>
                    <a:pt x="0" y="0"/>
                  </a:moveTo>
                  <a:cubicBezTo>
                    <a:pt x="0" y="0"/>
                    <a:pt x="1" y="1"/>
                    <a:pt x="2" y="1"/>
                  </a:cubicBezTo>
                  <a:cubicBezTo>
                    <a:pt x="2" y="1"/>
                    <a:pt x="4" y="1"/>
                    <a:pt x="4" y="2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345" name="Freeform 631">
              <a:extLst>
                <a:ext uri="{FF2B5EF4-FFF2-40B4-BE49-F238E27FC236}">
                  <a16:creationId xmlns:a16="http://schemas.microsoft.com/office/drawing/2014/main" id="{69AB7551-B894-4F7C-935A-7F621A393979}"/>
                </a:ext>
              </a:extLst>
            </p:cNvPr>
            <p:cNvSpPr>
              <a:spLocks/>
            </p:cNvSpPr>
            <p:nvPr/>
          </p:nvSpPr>
          <p:spPr bwMode="auto">
            <a:xfrm>
              <a:off x="994" y="951"/>
              <a:ext cx="8" cy="3"/>
            </a:xfrm>
            <a:custGeom>
              <a:avLst/>
              <a:gdLst>
                <a:gd name="T0" fmla="*/ 0 w 5"/>
                <a:gd name="T1" fmla="*/ 0 h 2"/>
                <a:gd name="T2" fmla="*/ 8 w 5"/>
                <a:gd name="T3" fmla="*/ 5 h 2"/>
                <a:gd name="T4" fmla="*/ 21 w 5"/>
                <a:gd name="T5" fmla="*/ 8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2">
                  <a:moveTo>
                    <a:pt x="0" y="0"/>
                  </a:moveTo>
                  <a:cubicBezTo>
                    <a:pt x="0" y="0"/>
                    <a:pt x="1" y="1"/>
                    <a:pt x="2" y="1"/>
                  </a:cubicBezTo>
                  <a:cubicBezTo>
                    <a:pt x="3" y="1"/>
                    <a:pt x="4" y="1"/>
                    <a:pt x="5" y="2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346" name="Freeform 632">
              <a:extLst>
                <a:ext uri="{FF2B5EF4-FFF2-40B4-BE49-F238E27FC236}">
                  <a16:creationId xmlns:a16="http://schemas.microsoft.com/office/drawing/2014/main" id="{4B752685-7308-4859-B396-9280646AC7E2}"/>
                </a:ext>
              </a:extLst>
            </p:cNvPr>
            <p:cNvSpPr>
              <a:spLocks/>
            </p:cNvSpPr>
            <p:nvPr/>
          </p:nvSpPr>
          <p:spPr bwMode="auto">
            <a:xfrm>
              <a:off x="822" y="951"/>
              <a:ext cx="7" cy="3"/>
            </a:xfrm>
            <a:custGeom>
              <a:avLst/>
              <a:gdLst>
                <a:gd name="T0" fmla="*/ 21 w 4"/>
                <a:gd name="T1" fmla="*/ 0 h 2"/>
                <a:gd name="T2" fmla="*/ 12 w 4"/>
                <a:gd name="T3" fmla="*/ 5 h 2"/>
                <a:gd name="T4" fmla="*/ 0 w 4"/>
                <a:gd name="T5" fmla="*/ 8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2">
                  <a:moveTo>
                    <a:pt x="4" y="0"/>
                  </a:moveTo>
                  <a:cubicBezTo>
                    <a:pt x="4" y="0"/>
                    <a:pt x="3" y="0"/>
                    <a:pt x="2" y="1"/>
                  </a:cubicBezTo>
                  <a:cubicBezTo>
                    <a:pt x="2" y="1"/>
                    <a:pt x="1" y="2"/>
                    <a:pt x="0" y="2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347" name="Freeform 633">
              <a:extLst>
                <a:ext uri="{FF2B5EF4-FFF2-40B4-BE49-F238E27FC236}">
                  <a16:creationId xmlns:a16="http://schemas.microsoft.com/office/drawing/2014/main" id="{5E9991DD-95FD-4ED1-960C-00A122999B76}"/>
                </a:ext>
              </a:extLst>
            </p:cNvPr>
            <p:cNvSpPr>
              <a:spLocks/>
            </p:cNvSpPr>
            <p:nvPr/>
          </p:nvSpPr>
          <p:spPr bwMode="auto">
            <a:xfrm>
              <a:off x="832" y="951"/>
              <a:ext cx="3" cy="3"/>
            </a:xfrm>
            <a:custGeom>
              <a:avLst/>
              <a:gdLst>
                <a:gd name="T0" fmla="*/ 8 w 2"/>
                <a:gd name="T1" fmla="*/ 0 h 2"/>
                <a:gd name="T2" fmla="*/ 0 w 2"/>
                <a:gd name="T3" fmla="*/ 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">
                  <a:moveTo>
                    <a:pt x="2" y="0"/>
                  </a:moveTo>
                  <a:cubicBezTo>
                    <a:pt x="1" y="1"/>
                    <a:pt x="0" y="1"/>
                    <a:pt x="0" y="2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348" name="Freeform 634">
              <a:extLst>
                <a:ext uri="{FF2B5EF4-FFF2-40B4-BE49-F238E27FC236}">
                  <a16:creationId xmlns:a16="http://schemas.microsoft.com/office/drawing/2014/main" id="{9D745671-1934-4B24-9516-38DC923888CD}"/>
                </a:ext>
              </a:extLst>
            </p:cNvPr>
            <p:cNvSpPr>
              <a:spLocks/>
            </p:cNvSpPr>
            <p:nvPr/>
          </p:nvSpPr>
          <p:spPr bwMode="auto">
            <a:xfrm>
              <a:off x="945" y="894"/>
              <a:ext cx="70" cy="21"/>
            </a:xfrm>
            <a:custGeom>
              <a:avLst/>
              <a:gdLst>
                <a:gd name="T0" fmla="*/ 0 w 43"/>
                <a:gd name="T1" fmla="*/ 55 h 13"/>
                <a:gd name="T2" fmla="*/ 186 w 43"/>
                <a:gd name="T3" fmla="*/ 47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3" h="13">
                  <a:moveTo>
                    <a:pt x="0" y="13"/>
                  </a:moveTo>
                  <a:cubicBezTo>
                    <a:pt x="0" y="13"/>
                    <a:pt x="37" y="0"/>
                    <a:pt x="43" y="11"/>
                  </a:cubicBezTo>
                </a:path>
              </a:pathLst>
            </a:custGeom>
            <a:noFill/>
            <a:ln w="4763" cap="rnd">
              <a:solidFill>
                <a:srgbClr val="D8D6D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349" name="Freeform 635">
              <a:extLst>
                <a:ext uri="{FF2B5EF4-FFF2-40B4-BE49-F238E27FC236}">
                  <a16:creationId xmlns:a16="http://schemas.microsoft.com/office/drawing/2014/main" id="{DC25C444-E448-4743-B675-3A644E745808}"/>
                </a:ext>
              </a:extLst>
            </p:cNvPr>
            <p:cNvSpPr>
              <a:spLocks/>
            </p:cNvSpPr>
            <p:nvPr/>
          </p:nvSpPr>
          <p:spPr bwMode="auto">
            <a:xfrm>
              <a:off x="808" y="894"/>
              <a:ext cx="70" cy="21"/>
            </a:xfrm>
            <a:custGeom>
              <a:avLst/>
              <a:gdLst>
                <a:gd name="T0" fmla="*/ 186 w 43"/>
                <a:gd name="T1" fmla="*/ 55 h 13"/>
                <a:gd name="T2" fmla="*/ 0 w 43"/>
                <a:gd name="T3" fmla="*/ 47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3" h="13">
                  <a:moveTo>
                    <a:pt x="43" y="13"/>
                  </a:moveTo>
                  <a:cubicBezTo>
                    <a:pt x="43" y="13"/>
                    <a:pt x="7" y="0"/>
                    <a:pt x="0" y="11"/>
                  </a:cubicBezTo>
                </a:path>
              </a:pathLst>
            </a:custGeom>
            <a:noFill/>
            <a:ln w="4763" cap="rnd">
              <a:solidFill>
                <a:srgbClr val="D8D6D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350" name="Freeform 636">
              <a:extLst>
                <a:ext uri="{FF2B5EF4-FFF2-40B4-BE49-F238E27FC236}">
                  <a16:creationId xmlns:a16="http://schemas.microsoft.com/office/drawing/2014/main" id="{72C54B5A-1ACD-4AF3-833D-87463F9E425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38" y="710"/>
              <a:ext cx="321" cy="324"/>
            </a:xfrm>
            <a:custGeom>
              <a:avLst/>
              <a:gdLst>
                <a:gd name="T0" fmla="*/ 735 w 197"/>
                <a:gd name="T1" fmla="*/ 501 h 199"/>
                <a:gd name="T2" fmla="*/ 735 w 197"/>
                <a:gd name="T3" fmla="*/ 501 h 199"/>
                <a:gd name="T4" fmla="*/ 735 w 197"/>
                <a:gd name="T5" fmla="*/ 501 h 199"/>
                <a:gd name="T6" fmla="*/ 735 w 197"/>
                <a:gd name="T7" fmla="*/ 501 h 199"/>
                <a:gd name="T8" fmla="*/ 831 w 197"/>
                <a:gd name="T9" fmla="*/ 274 h 199"/>
                <a:gd name="T10" fmla="*/ 852 w 197"/>
                <a:gd name="T11" fmla="*/ 296 h 199"/>
                <a:gd name="T12" fmla="*/ 789 w 197"/>
                <a:gd name="T13" fmla="*/ 164 h 199"/>
                <a:gd name="T14" fmla="*/ 826 w 197"/>
                <a:gd name="T15" fmla="*/ 199 h 199"/>
                <a:gd name="T16" fmla="*/ 653 w 197"/>
                <a:gd name="T17" fmla="*/ 34 h 199"/>
                <a:gd name="T18" fmla="*/ 446 w 197"/>
                <a:gd name="T19" fmla="*/ 47 h 199"/>
                <a:gd name="T20" fmla="*/ 440 w 197"/>
                <a:gd name="T21" fmla="*/ 54 h 199"/>
                <a:gd name="T22" fmla="*/ 440 w 197"/>
                <a:gd name="T23" fmla="*/ 47 h 199"/>
                <a:gd name="T24" fmla="*/ 21 w 197"/>
                <a:gd name="T25" fmla="*/ 275 h 199"/>
                <a:gd name="T26" fmla="*/ 60 w 197"/>
                <a:gd name="T27" fmla="*/ 233 h 199"/>
                <a:gd name="T28" fmla="*/ 0 w 197"/>
                <a:gd name="T29" fmla="*/ 371 h 199"/>
                <a:gd name="T30" fmla="*/ 26 w 197"/>
                <a:gd name="T31" fmla="*/ 342 h 199"/>
                <a:gd name="T32" fmla="*/ 13 w 197"/>
                <a:gd name="T33" fmla="*/ 461 h 199"/>
                <a:gd name="T34" fmla="*/ 26 w 197"/>
                <a:gd name="T35" fmla="*/ 435 h 199"/>
                <a:gd name="T36" fmla="*/ 64 w 197"/>
                <a:gd name="T37" fmla="*/ 516 h 199"/>
                <a:gd name="T38" fmla="*/ 96 w 197"/>
                <a:gd name="T39" fmla="*/ 620 h 199"/>
                <a:gd name="T40" fmla="*/ 135 w 197"/>
                <a:gd name="T41" fmla="*/ 860 h 199"/>
                <a:gd name="T42" fmla="*/ 147 w 197"/>
                <a:gd name="T43" fmla="*/ 782 h 199"/>
                <a:gd name="T44" fmla="*/ 165 w 197"/>
                <a:gd name="T45" fmla="*/ 819 h 199"/>
                <a:gd name="T46" fmla="*/ 143 w 197"/>
                <a:gd name="T47" fmla="*/ 721 h 199"/>
                <a:gd name="T48" fmla="*/ 122 w 197"/>
                <a:gd name="T49" fmla="*/ 633 h 199"/>
                <a:gd name="T50" fmla="*/ 156 w 197"/>
                <a:gd name="T51" fmla="*/ 552 h 199"/>
                <a:gd name="T52" fmla="*/ 233 w 197"/>
                <a:gd name="T53" fmla="*/ 495 h 199"/>
                <a:gd name="T54" fmla="*/ 194 w 197"/>
                <a:gd name="T55" fmla="*/ 562 h 199"/>
                <a:gd name="T56" fmla="*/ 316 w 197"/>
                <a:gd name="T57" fmla="*/ 482 h 199"/>
                <a:gd name="T58" fmla="*/ 262 w 197"/>
                <a:gd name="T59" fmla="*/ 544 h 199"/>
                <a:gd name="T60" fmla="*/ 404 w 197"/>
                <a:gd name="T61" fmla="*/ 446 h 199"/>
                <a:gd name="T62" fmla="*/ 332 w 197"/>
                <a:gd name="T63" fmla="*/ 544 h 199"/>
                <a:gd name="T64" fmla="*/ 578 w 197"/>
                <a:gd name="T65" fmla="*/ 296 h 199"/>
                <a:gd name="T66" fmla="*/ 598 w 197"/>
                <a:gd name="T67" fmla="*/ 303 h 199"/>
                <a:gd name="T68" fmla="*/ 632 w 197"/>
                <a:gd name="T69" fmla="*/ 329 h 199"/>
                <a:gd name="T70" fmla="*/ 671 w 197"/>
                <a:gd name="T71" fmla="*/ 392 h 199"/>
                <a:gd name="T72" fmla="*/ 706 w 197"/>
                <a:gd name="T73" fmla="*/ 453 h 199"/>
                <a:gd name="T74" fmla="*/ 735 w 197"/>
                <a:gd name="T75" fmla="*/ 501 h 199"/>
                <a:gd name="T76" fmla="*/ 717 w 197"/>
                <a:gd name="T77" fmla="*/ 459 h 199"/>
                <a:gd name="T78" fmla="*/ 750 w 197"/>
                <a:gd name="T79" fmla="*/ 493 h 199"/>
                <a:gd name="T80" fmla="*/ 771 w 197"/>
                <a:gd name="T81" fmla="*/ 549 h 199"/>
                <a:gd name="T82" fmla="*/ 776 w 197"/>
                <a:gd name="T83" fmla="*/ 523 h 199"/>
                <a:gd name="T84" fmla="*/ 784 w 197"/>
                <a:gd name="T85" fmla="*/ 562 h 199"/>
                <a:gd name="T86" fmla="*/ 789 w 197"/>
                <a:gd name="T87" fmla="*/ 583 h 199"/>
                <a:gd name="T88" fmla="*/ 784 w 197"/>
                <a:gd name="T89" fmla="*/ 620 h 199"/>
                <a:gd name="T90" fmla="*/ 750 w 197"/>
                <a:gd name="T91" fmla="*/ 764 h 199"/>
                <a:gd name="T92" fmla="*/ 756 w 197"/>
                <a:gd name="T93" fmla="*/ 751 h 199"/>
                <a:gd name="T94" fmla="*/ 763 w 197"/>
                <a:gd name="T95" fmla="*/ 819 h 199"/>
                <a:gd name="T96" fmla="*/ 784 w 197"/>
                <a:gd name="T97" fmla="*/ 734 h 199"/>
                <a:gd name="T98" fmla="*/ 818 w 197"/>
                <a:gd name="T99" fmla="*/ 645 h 199"/>
                <a:gd name="T100" fmla="*/ 823 w 197"/>
                <a:gd name="T101" fmla="*/ 562 h 199"/>
                <a:gd name="T102" fmla="*/ 839 w 197"/>
                <a:gd name="T103" fmla="*/ 401 h 199"/>
                <a:gd name="T104" fmla="*/ 847 w 197"/>
                <a:gd name="T105" fmla="*/ 410 h 199"/>
                <a:gd name="T106" fmla="*/ 831 w 197"/>
                <a:gd name="T107" fmla="*/ 274 h 199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0" t="0" r="r" b="b"/>
              <a:pathLst>
                <a:path w="197" h="199">
                  <a:moveTo>
                    <a:pt x="170" y="116"/>
                  </a:moveTo>
                  <a:cubicBezTo>
                    <a:pt x="170" y="116"/>
                    <a:pt x="170" y="116"/>
                    <a:pt x="170" y="116"/>
                  </a:cubicBezTo>
                  <a:cubicBezTo>
                    <a:pt x="170" y="116"/>
                    <a:pt x="170" y="116"/>
                    <a:pt x="170" y="116"/>
                  </a:cubicBezTo>
                  <a:cubicBezTo>
                    <a:pt x="170" y="116"/>
                    <a:pt x="170" y="116"/>
                    <a:pt x="170" y="116"/>
                  </a:cubicBezTo>
                  <a:close/>
                  <a:moveTo>
                    <a:pt x="192" y="63"/>
                  </a:moveTo>
                  <a:cubicBezTo>
                    <a:pt x="194" y="65"/>
                    <a:pt x="196" y="67"/>
                    <a:pt x="197" y="69"/>
                  </a:cubicBezTo>
                  <a:cubicBezTo>
                    <a:pt x="194" y="59"/>
                    <a:pt x="191" y="43"/>
                    <a:pt x="182" y="38"/>
                  </a:cubicBezTo>
                  <a:cubicBezTo>
                    <a:pt x="186" y="39"/>
                    <a:pt x="188" y="42"/>
                    <a:pt x="191" y="46"/>
                  </a:cubicBezTo>
                  <a:cubicBezTo>
                    <a:pt x="185" y="29"/>
                    <a:pt x="166" y="15"/>
                    <a:pt x="151" y="8"/>
                  </a:cubicBezTo>
                  <a:cubicBezTo>
                    <a:pt x="134" y="1"/>
                    <a:pt x="117" y="9"/>
                    <a:pt x="103" y="11"/>
                  </a:cubicBezTo>
                  <a:cubicBezTo>
                    <a:pt x="102" y="12"/>
                    <a:pt x="102" y="12"/>
                    <a:pt x="102" y="12"/>
                  </a:cubicBezTo>
                  <a:cubicBezTo>
                    <a:pt x="102" y="11"/>
                    <a:pt x="102" y="11"/>
                    <a:pt x="102" y="11"/>
                  </a:cubicBezTo>
                  <a:cubicBezTo>
                    <a:pt x="63" y="0"/>
                    <a:pt x="15" y="23"/>
                    <a:pt x="5" y="64"/>
                  </a:cubicBezTo>
                  <a:cubicBezTo>
                    <a:pt x="6" y="59"/>
                    <a:pt x="10" y="57"/>
                    <a:pt x="14" y="54"/>
                  </a:cubicBezTo>
                  <a:cubicBezTo>
                    <a:pt x="6" y="65"/>
                    <a:pt x="2" y="74"/>
                    <a:pt x="0" y="86"/>
                  </a:cubicBezTo>
                  <a:cubicBezTo>
                    <a:pt x="2" y="83"/>
                    <a:pt x="3" y="81"/>
                    <a:pt x="6" y="79"/>
                  </a:cubicBezTo>
                  <a:cubicBezTo>
                    <a:pt x="4" y="88"/>
                    <a:pt x="3" y="97"/>
                    <a:pt x="3" y="107"/>
                  </a:cubicBezTo>
                  <a:cubicBezTo>
                    <a:pt x="4" y="105"/>
                    <a:pt x="5" y="103"/>
                    <a:pt x="6" y="101"/>
                  </a:cubicBezTo>
                  <a:cubicBezTo>
                    <a:pt x="5" y="107"/>
                    <a:pt x="10" y="114"/>
                    <a:pt x="15" y="120"/>
                  </a:cubicBezTo>
                  <a:cubicBezTo>
                    <a:pt x="18" y="128"/>
                    <a:pt x="20" y="136"/>
                    <a:pt x="22" y="144"/>
                  </a:cubicBezTo>
                  <a:cubicBezTo>
                    <a:pt x="24" y="163"/>
                    <a:pt x="25" y="181"/>
                    <a:pt x="31" y="199"/>
                  </a:cubicBezTo>
                  <a:cubicBezTo>
                    <a:pt x="29" y="194"/>
                    <a:pt x="34" y="187"/>
                    <a:pt x="34" y="181"/>
                  </a:cubicBezTo>
                  <a:cubicBezTo>
                    <a:pt x="36" y="183"/>
                    <a:pt x="37" y="187"/>
                    <a:pt x="38" y="190"/>
                  </a:cubicBezTo>
                  <a:cubicBezTo>
                    <a:pt x="36" y="183"/>
                    <a:pt x="36" y="174"/>
                    <a:pt x="33" y="167"/>
                  </a:cubicBezTo>
                  <a:cubicBezTo>
                    <a:pt x="31" y="160"/>
                    <a:pt x="29" y="154"/>
                    <a:pt x="28" y="147"/>
                  </a:cubicBezTo>
                  <a:cubicBezTo>
                    <a:pt x="28" y="139"/>
                    <a:pt x="29" y="133"/>
                    <a:pt x="36" y="128"/>
                  </a:cubicBezTo>
                  <a:cubicBezTo>
                    <a:pt x="42" y="124"/>
                    <a:pt x="50" y="122"/>
                    <a:pt x="54" y="115"/>
                  </a:cubicBezTo>
                  <a:cubicBezTo>
                    <a:pt x="51" y="120"/>
                    <a:pt x="48" y="125"/>
                    <a:pt x="45" y="130"/>
                  </a:cubicBezTo>
                  <a:cubicBezTo>
                    <a:pt x="54" y="123"/>
                    <a:pt x="65" y="119"/>
                    <a:pt x="73" y="112"/>
                  </a:cubicBezTo>
                  <a:cubicBezTo>
                    <a:pt x="69" y="116"/>
                    <a:pt x="65" y="122"/>
                    <a:pt x="61" y="126"/>
                  </a:cubicBezTo>
                  <a:cubicBezTo>
                    <a:pt x="73" y="121"/>
                    <a:pt x="83" y="112"/>
                    <a:pt x="93" y="103"/>
                  </a:cubicBezTo>
                  <a:cubicBezTo>
                    <a:pt x="87" y="109"/>
                    <a:pt x="82" y="120"/>
                    <a:pt x="77" y="126"/>
                  </a:cubicBezTo>
                  <a:cubicBezTo>
                    <a:pt x="99" y="111"/>
                    <a:pt x="111" y="84"/>
                    <a:pt x="134" y="69"/>
                  </a:cubicBezTo>
                  <a:cubicBezTo>
                    <a:pt x="136" y="70"/>
                    <a:pt x="137" y="70"/>
                    <a:pt x="138" y="70"/>
                  </a:cubicBezTo>
                  <a:cubicBezTo>
                    <a:pt x="141" y="72"/>
                    <a:pt x="144" y="74"/>
                    <a:pt x="146" y="76"/>
                  </a:cubicBezTo>
                  <a:cubicBezTo>
                    <a:pt x="150" y="80"/>
                    <a:pt x="152" y="86"/>
                    <a:pt x="155" y="91"/>
                  </a:cubicBezTo>
                  <a:cubicBezTo>
                    <a:pt x="157" y="96"/>
                    <a:pt x="160" y="101"/>
                    <a:pt x="163" y="105"/>
                  </a:cubicBezTo>
                  <a:cubicBezTo>
                    <a:pt x="165" y="109"/>
                    <a:pt x="168" y="112"/>
                    <a:pt x="170" y="116"/>
                  </a:cubicBezTo>
                  <a:cubicBezTo>
                    <a:pt x="169" y="113"/>
                    <a:pt x="166" y="110"/>
                    <a:pt x="166" y="106"/>
                  </a:cubicBezTo>
                  <a:cubicBezTo>
                    <a:pt x="167" y="109"/>
                    <a:pt x="171" y="111"/>
                    <a:pt x="173" y="114"/>
                  </a:cubicBezTo>
                  <a:cubicBezTo>
                    <a:pt x="176" y="117"/>
                    <a:pt x="178" y="123"/>
                    <a:pt x="178" y="127"/>
                  </a:cubicBezTo>
                  <a:cubicBezTo>
                    <a:pt x="178" y="125"/>
                    <a:pt x="178" y="123"/>
                    <a:pt x="179" y="121"/>
                  </a:cubicBezTo>
                  <a:cubicBezTo>
                    <a:pt x="179" y="124"/>
                    <a:pt x="181" y="127"/>
                    <a:pt x="181" y="130"/>
                  </a:cubicBezTo>
                  <a:cubicBezTo>
                    <a:pt x="182" y="132"/>
                    <a:pt x="182" y="134"/>
                    <a:pt x="182" y="135"/>
                  </a:cubicBezTo>
                  <a:cubicBezTo>
                    <a:pt x="182" y="138"/>
                    <a:pt x="181" y="141"/>
                    <a:pt x="181" y="144"/>
                  </a:cubicBezTo>
                  <a:cubicBezTo>
                    <a:pt x="179" y="156"/>
                    <a:pt x="175" y="166"/>
                    <a:pt x="173" y="177"/>
                  </a:cubicBezTo>
                  <a:cubicBezTo>
                    <a:pt x="174" y="176"/>
                    <a:pt x="175" y="175"/>
                    <a:pt x="175" y="174"/>
                  </a:cubicBezTo>
                  <a:cubicBezTo>
                    <a:pt x="173" y="180"/>
                    <a:pt x="174" y="186"/>
                    <a:pt x="176" y="190"/>
                  </a:cubicBezTo>
                  <a:cubicBezTo>
                    <a:pt x="177" y="182"/>
                    <a:pt x="177" y="177"/>
                    <a:pt x="181" y="170"/>
                  </a:cubicBezTo>
                  <a:cubicBezTo>
                    <a:pt x="185" y="163"/>
                    <a:pt x="189" y="157"/>
                    <a:pt x="189" y="149"/>
                  </a:cubicBezTo>
                  <a:cubicBezTo>
                    <a:pt x="189" y="143"/>
                    <a:pt x="189" y="136"/>
                    <a:pt x="190" y="130"/>
                  </a:cubicBezTo>
                  <a:cubicBezTo>
                    <a:pt x="195" y="118"/>
                    <a:pt x="197" y="108"/>
                    <a:pt x="194" y="93"/>
                  </a:cubicBezTo>
                  <a:cubicBezTo>
                    <a:pt x="194" y="94"/>
                    <a:pt x="195" y="95"/>
                    <a:pt x="196" y="95"/>
                  </a:cubicBezTo>
                  <a:cubicBezTo>
                    <a:pt x="192" y="86"/>
                    <a:pt x="197" y="71"/>
                    <a:pt x="192" y="63"/>
                  </a:cubicBezTo>
                  <a:close/>
                </a:path>
              </a:pathLst>
            </a:custGeom>
            <a:solidFill>
              <a:srgbClr val="D8D6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351" name="Freeform 637">
              <a:extLst>
                <a:ext uri="{FF2B5EF4-FFF2-40B4-BE49-F238E27FC236}">
                  <a16:creationId xmlns:a16="http://schemas.microsoft.com/office/drawing/2014/main" id="{ABE9EB84-FB85-49B0-9F97-0F105422EB1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38" y="710"/>
              <a:ext cx="321" cy="324"/>
            </a:xfrm>
            <a:custGeom>
              <a:avLst/>
              <a:gdLst>
                <a:gd name="T0" fmla="*/ 735 w 197"/>
                <a:gd name="T1" fmla="*/ 501 h 199"/>
                <a:gd name="T2" fmla="*/ 735 w 197"/>
                <a:gd name="T3" fmla="*/ 501 h 199"/>
                <a:gd name="T4" fmla="*/ 735 w 197"/>
                <a:gd name="T5" fmla="*/ 501 h 199"/>
                <a:gd name="T6" fmla="*/ 735 w 197"/>
                <a:gd name="T7" fmla="*/ 501 h 199"/>
                <a:gd name="T8" fmla="*/ 831 w 197"/>
                <a:gd name="T9" fmla="*/ 274 h 199"/>
                <a:gd name="T10" fmla="*/ 852 w 197"/>
                <a:gd name="T11" fmla="*/ 296 h 199"/>
                <a:gd name="T12" fmla="*/ 789 w 197"/>
                <a:gd name="T13" fmla="*/ 164 h 199"/>
                <a:gd name="T14" fmla="*/ 826 w 197"/>
                <a:gd name="T15" fmla="*/ 199 h 199"/>
                <a:gd name="T16" fmla="*/ 653 w 197"/>
                <a:gd name="T17" fmla="*/ 34 h 199"/>
                <a:gd name="T18" fmla="*/ 446 w 197"/>
                <a:gd name="T19" fmla="*/ 47 h 199"/>
                <a:gd name="T20" fmla="*/ 440 w 197"/>
                <a:gd name="T21" fmla="*/ 54 h 199"/>
                <a:gd name="T22" fmla="*/ 440 w 197"/>
                <a:gd name="T23" fmla="*/ 47 h 199"/>
                <a:gd name="T24" fmla="*/ 21 w 197"/>
                <a:gd name="T25" fmla="*/ 275 h 199"/>
                <a:gd name="T26" fmla="*/ 60 w 197"/>
                <a:gd name="T27" fmla="*/ 233 h 199"/>
                <a:gd name="T28" fmla="*/ 0 w 197"/>
                <a:gd name="T29" fmla="*/ 371 h 199"/>
                <a:gd name="T30" fmla="*/ 26 w 197"/>
                <a:gd name="T31" fmla="*/ 342 h 199"/>
                <a:gd name="T32" fmla="*/ 13 w 197"/>
                <a:gd name="T33" fmla="*/ 461 h 199"/>
                <a:gd name="T34" fmla="*/ 26 w 197"/>
                <a:gd name="T35" fmla="*/ 435 h 199"/>
                <a:gd name="T36" fmla="*/ 64 w 197"/>
                <a:gd name="T37" fmla="*/ 516 h 199"/>
                <a:gd name="T38" fmla="*/ 96 w 197"/>
                <a:gd name="T39" fmla="*/ 620 h 199"/>
                <a:gd name="T40" fmla="*/ 135 w 197"/>
                <a:gd name="T41" fmla="*/ 860 h 199"/>
                <a:gd name="T42" fmla="*/ 147 w 197"/>
                <a:gd name="T43" fmla="*/ 782 h 199"/>
                <a:gd name="T44" fmla="*/ 165 w 197"/>
                <a:gd name="T45" fmla="*/ 819 h 199"/>
                <a:gd name="T46" fmla="*/ 143 w 197"/>
                <a:gd name="T47" fmla="*/ 721 h 199"/>
                <a:gd name="T48" fmla="*/ 122 w 197"/>
                <a:gd name="T49" fmla="*/ 633 h 199"/>
                <a:gd name="T50" fmla="*/ 156 w 197"/>
                <a:gd name="T51" fmla="*/ 552 h 199"/>
                <a:gd name="T52" fmla="*/ 233 w 197"/>
                <a:gd name="T53" fmla="*/ 495 h 199"/>
                <a:gd name="T54" fmla="*/ 194 w 197"/>
                <a:gd name="T55" fmla="*/ 562 h 199"/>
                <a:gd name="T56" fmla="*/ 316 w 197"/>
                <a:gd name="T57" fmla="*/ 482 h 199"/>
                <a:gd name="T58" fmla="*/ 262 w 197"/>
                <a:gd name="T59" fmla="*/ 544 h 199"/>
                <a:gd name="T60" fmla="*/ 404 w 197"/>
                <a:gd name="T61" fmla="*/ 446 h 199"/>
                <a:gd name="T62" fmla="*/ 332 w 197"/>
                <a:gd name="T63" fmla="*/ 544 h 199"/>
                <a:gd name="T64" fmla="*/ 578 w 197"/>
                <a:gd name="T65" fmla="*/ 296 h 199"/>
                <a:gd name="T66" fmla="*/ 598 w 197"/>
                <a:gd name="T67" fmla="*/ 303 h 199"/>
                <a:gd name="T68" fmla="*/ 632 w 197"/>
                <a:gd name="T69" fmla="*/ 329 h 199"/>
                <a:gd name="T70" fmla="*/ 671 w 197"/>
                <a:gd name="T71" fmla="*/ 392 h 199"/>
                <a:gd name="T72" fmla="*/ 706 w 197"/>
                <a:gd name="T73" fmla="*/ 453 h 199"/>
                <a:gd name="T74" fmla="*/ 735 w 197"/>
                <a:gd name="T75" fmla="*/ 501 h 199"/>
                <a:gd name="T76" fmla="*/ 717 w 197"/>
                <a:gd name="T77" fmla="*/ 459 h 199"/>
                <a:gd name="T78" fmla="*/ 750 w 197"/>
                <a:gd name="T79" fmla="*/ 493 h 199"/>
                <a:gd name="T80" fmla="*/ 771 w 197"/>
                <a:gd name="T81" fmla="*/ 549 h 199"/>
                <a:gd name="T82" fmla="*/ 776 w 197"/>
                <a:gd name="T83" fmla="*/ 523 h 199"/>
                <a:gd name="T84" fmla="*/ 784 w 197"/>
                <a:gd name="T85" fmla="*/ 562 h 199"/>
                <a:gd name="T86" fmla="*/ 789 w 197"/>
                <a:gd name="T87" fmla="*/ 583 h 199"/>
                <a:gd name="T88" fmla="*/ 784 w 197"/>
                <a:gd name="T89" fmla="*/ 620 h 199"/>
                <a:gd name="T90" fmla="*/ 750 w 197"/>
                <a:gd name="T91" fmla="*/ 764 h 199"/>
                <a:gd name="T92" fmla="*/ 756 w 197"/>
                <a:gd name="T93" fmla="*/ 751 h 199"/>
                <a:gd name="T94" fmla="*/ 763 w 197"/>
                <a:gd name="T95" fmla="*/ 819 h 199"/>
                <a:gd name="T96" fmla="*/ 784 w 197"/>
                <a:gd name="T97" fmla="*/ 734 h 199"/>
                <a:gd name="T98" fmla="*/ 818 w 197"/>
                <a:gd name="T99" fmla="*/ 645 h 199"/>
                <a:gd name="T100" fmla="*/ 823 w 197"/>
                <a:gd name="T101" fmla="*/ 562 h 199"/>
                <a:gd name="T102" fmla="*/ 839 w 197"/>
                <a:gd name="T103" fmla="*/ 401 h 199"/>
                <a:gd name="T104" fmla="*/ 847 w 197"/>
                <a:gd name="T105" fmla="*/ 410 h 199"/>
                <a:gd name="T106" fmla="*/ 831 w 197"/>
                <a:gd name="T107" fmla="*/ 274 h 199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0" t="0" r="r" b="b"/>
              <a:pathLst>
                <a:path w="197" h="199">
                  <a:moveTo>
                    <a:pt x="170" y="116"/>
                  </a:moveTo>
                  <a:cubicBezTo>
                    <a:pt x="170" y="116"/>
                    <a:pt x="170" y="116"/>
                    <a:pt x="170" y="116"/>
                  </a:cubicBezTo>
                  <a:cubicBezTo>
                    <a:pt x="170" y="116"/>
                    <a:pt x="170" y="116"/>
                    <a:pt x="170" y="116"/>
                  </a:cubicBezTo>
                  <a:cubicBezTo>
                    <a:pt x="170" y="116"/>
                    <a:pt x="170" y="116"/>
                    <a:pt x="170" y="116"/>
                  </a:cubicBezTo>
                  <a:close/>
                  <a:moveTo>
                    <a:pt x="192" y="63"/>
                  </a:moveTo>
                  <a:cubicBezTo>
                    <a:pt x="194" y="65"/>
                    <a:pt x="196" y="67"/>
                    <a:pt x="197" y="69"/>
                  </a:cubicBezTo>
                  <a:cubicBezTo>
                    <a:pt x="194" y="59"/>
                    <a:pt x="191" y="43"/>
                    <a:pt x="182" y="38"/>
                  </a:cubicBezTo>
                  <a:cubicBezTo>
                    <a:pt x="186" y="39"/>
                    <a:pt x="188" y="42"/>
                    <a:pt x="191" y="46"/>
                  </a:cubicBezTo>
                  <a:cubicBezTo>
                    <a:pt x="185" y="29"/>
                    <a:pt x="166" y="15"/>
                    <a:pt x="151" y="8"/>
                  </a:cubicBezTo>
                  <a:cubicBezTo>
                    <a:pt x="134" y="1"/>
                    <a:pt x="117" y="9"/>
                    <a:pt x="103" y="11"/>
                  </a:cubicBezTo>
                  <a:cubicBezTo>
                    <a:pt x="102" y="12"/>
                    <a:pt x="102" y="12"/>
                    <a:pt x="102" y="12"/>
                  </a:cubicBezTo>
                  <a:cubicBezTo>
                    <a:pt x="102" y="11"/>
                    <a:pt x="102" y="11"/>
                    <a:pt x="102" y="11"/>
                  </a:cubicBezTo>
                  <a:cubicBezTo>
                    <a:pt x="63" y="0"/>
                    <a:pt x="15" y="23"/>
                    <a:pt x="5" y="64"/>
                  </a:cubicBezTo>
                  <a:cubicBezTo>
                    <a:pt x="6" y="59"/>
                    <a:pt x="10" y="57"/>
                    <a:pt x="14" y="54"/>
                  </a:cubicBezTo>
                  <a:cubicBezTo>
                    <a:pt x="6" y="65"/>
                    <a:pt x="2" y="74"/>
                    <a:pt x="0" y="86"/>
                  </a:cubicBezTo>
                  <a:cubicBezTo>
                    <a:pt x="2" y="83"/>
                    <a:pt x="3" y="81"/>
                    <a:pt x="6" y="79"/>
                  </a:cubicBezTo>
                  <a:cubicBezTo>
                    <a:pt x="4" y="88"/>
                    <a:pt x="3" y="97"/>
                    <a:pt x="3" y="107"/>
                  </a:cubicBezTo>
                  <a:cubicBezTo>
                    <a:pt x="4" y="105"/>
                    <a:pt x="5" y="103"/>
                    <a:pt x="6" y="101"/>
                  </a:cubicBezTo>
                  <a:cubicBezTo>
                    <a:pt x="5" y="107"/>
                    <a:pt x="10" y="114"/>
                    <a:pt x="15" y="120"/>
                  </a:cubicBezTo>
                  <a:cubicBezTo>
                    <a:pt x="18" y="128"/>
                    <a:pt x="20" y="136"/>
                    <a:pt x="22" y="144"/>
                  </a:cubicBezTo>
                  <a:cubicBezTo>
                    <a:pt x="24" y="163"/>
                    <a:pt x="25" y="181"/>
                    <a:pt x="31" y="199"/>
                  </a:cubicBezTo>
                  <a:cubicBezTo>
                    <a:pt x="29" y="194"/>
                    <a:pt x="34" y="187"/>
                    <a:pt x="34" y="181"/>
                  </a:cubicBezTo>
                  <a:cubicBezTo>
                    <a:pt x="36" y="183"/>
                    <a:pt x="37" y="187"/>
                    <a:pt x="38" y="190"/>
                  </a:cubicBezTo>
                  <a:cubicBezTo>
                    <a:pt x="36" y="183"/>
                    <a:pt x="36" y="174"/>
                    <a:pt x="33" y="167"/>
                  </a:cubicBezTo>
                  <a:cubicBezTo>
                    <a:pt x="31" y="160"/>
                    <a:pt x="29" y="154"/>
                    <a:pt x="28" y="147"/>
                  </a:cubicBezTo>
                  <a:cubicBezTo>
                    <a:pt x="28" y="139"/>
                    <a:pt x="29" y="133"/>
                    <a:pt x="36" y="128"/>
                  </a:cubicBezTo>
                  <a:cubicBezTo>
                    <a:pt x="42" y="124"/>
                    <a:pt x="50" y="122"/>
                    <a:pt x="54" y="115"/>
                  </a:cubicBezTo>
                  <a:cubicBezTo>
                    <a:pt x="51" y="120"/>
                    <a:pt x="48" y="125"/>
                    <a:pt x="45" y="130"/>
                  </a:cubicBezTo>
                  <a:cubicBezTo>
                    <a:pt x="54" y="123"/>
                    <a:pt x="65" y="119"/>
                    <a:pt x="73" y="112"/>
                  </a:cubicBezTo>
                  <a:cubicBezTo>
                    <a:pt x="69" y="116"/>
                    <a:pt x="65" y="122"/>
                    <a:pt x="61" y="126"/>
                  </a:cubicBezTo>
                  <a:cubicBezTo>
                    <a:pt x="73" y="121"/>
                    <a:pt x="83" y="112"/>
                    <a:pt x="93" y="103"/>
                  </a:cubicBezTo>
                  <a:cubicBezTo>
                    <a:pt x="87" y="109"/>
                    <a:pt x="82" y="120"/>
                    <a:pt x="77" y="126"/>
                  </a:cubicBezTo>
                  <a:cubicBezTo>
                    <a:pt x="99" y="111"/>
                    <a:pt x="111" y="84"/>
                    <a:pt x="134" y="69"/>
                  </a:cubicBezTo>
                  <a:cubicBezTo>
                    <a:pt x="136" y="70"/>
                    <a:pt x="137" y="70"/>
                    <a:pt x="138" y="70"/>
                  </a:cubicBezTo>
                  <a:cubicBezTo>
                    <a:pt x="141" y="72"/>
                    <a:pt x="144" y="74"/>
                    <a:pt x="146" y="76"/>
                  </a:cubicBezTo>
                  <a:cubicBezTo>
                    <a:pt x="150" y="80"/>
                    <a:pt x="152" y="86"/>
                    <a:pt x="155" y="91"/>
                  </a:cubicBezTo>
                  <a:cubicBezTo>
                    <a:pt x="157" y="96"/>
                    <a:pt x="160" y="101"/>
                    <a:pt x="163" y="105"/>
                  </a:cubicBezTo>
                  <a:cubicBezTo>
                    <a:pt x="165" y="109"/>
                    <a:pt x="168" y="112"/>
                    <a:pt x="170" y="116"/>
                  </a:cubicBezTo>
                  <a:cubicBezTo>
                    <a:pt x="169" y="113"/>
                    <a:pt x="166" y="110"/>
                    <a:pt x="166" y="106"/>
                  </a:cubicBezTo>
                  <a:cubicBezTo>
                    <a:pt x="167" y="109"/>
                    <a:pt x="171" y="111"/>
                    <a:pt x="173" y="114"/>
                  </a:cubicBezTo>
                  <a:cubicBezTo>
                    <a:pt x="176" y="117"/>
                    <a:pt x="178" y="123"/>
                    <a:pt x="178" y="127"/>
                  </a:cubicBezTo>
                  <a:cubicBezTo>
                    <a:pt x="178" y="125"/>
                    <a:pt x="178" y="123"/>
                    <a:pt x="179" y="121"/>
                  </a:cubicBezTo>
                  <a:cubicBezTo>
                    <a:pt x="179" y="124"/>
                    <a:pt x="181" y="127"/>
                    <a:pt x="181" y="130"/>
                  </a:cubicBezTo>
                  <a:cubicBezTo>
                    <a:pt x="182" y="132"/>
                    <a:pt x="182" y="134"/>
                    <a:pt x="182" y="135"/>
                  </a:cubicBezTo>
                  <a:cubicBezTo>
                    <a:pt x="182" y="138"/>
                    <a:pt x="181" y="141"/>
                    <a:pt x="181" y="144"/>
                  </a:cubicBezTo>
                  <a:cubicBezTo>
                    <a:pt x="179" y="156"/>
                    <a:pt x="175" y="166"/>
                    <a:pt x="173" y="177"/>
                  </a:cubicBezTo>
                  <a:cubicBezTo>
                    <a:pt x="174" y="176"/>
                    <a:pt x="175" y="175"/>
                    <a:pt x="175" y="174"/>
                  </a:cubicBezTo>
                  <a:cubicBezTo>
                    <a:pt x="173" y="180"/>
                    <a:pt x="174" y="186"/>
                    <a:pt x="176" y="190"/>
                  </a:cubicBezTo>
                  <a:cubicBezTo>
                    <a:pt x="177" y="182"/>
                    <a:pt x="177" y="177"/>
                    <a:pt x="181" y="170"/>
                  </a:cubicBezTo>
                  <a:cubicBezTo>
                    <a:pt x="185" y="163"/>
                    <a:pt x="189" y="157"/>
                    <a:pt x="189" y="149"/>
                  </a:cubicBezTo>
                  <a:cubicBezTo>
                    <a:pt x="189" y="143"/>
                    <a:pt x="189" y="136"/>
                    <a:pt x="190" y="130"/>
                  </a:cubicBezTo>
                  <a:cubicBezTo>
                    <a:pt x="195" y="118"/>
                    <a:pt x="197" y="108"/>
                    <a:pt x="194" y="93"/>
                  </a:cubicBezTo>
                  <a:cubicBezTo>
                    <a:pt x="194" y="94"/>
                    <a:pt x="195" y="95"/>
                    <a:pt x="196" y="95"/>
                  </a:cubicBezTo>
                  <a:cubicBezTo>
                    <a:pt x="192" y="86"/>
                    <a:pt x="197" y="71"/>
                    <a:pt x="192" y="63"/>
                  </a:cubicBezTo>
                  <a:close/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352" name="Freeform 638">
              <a:extLst>
                <a:ext uri="{FF2B5EF4-FFF2-40B4-BE49-F238E27FC236}">
                  <a16:creationId xmlns:a16="http://schemas.microsoft.com/office/drawing/2014/main" id="{23EC4CBA-D45F-490F-A6EA-EF15176CE3E9}"/>
                </a:ext>
              </a:extLst>
            </p:cNvPr>
            <p:cNvSpPr>
              <a:spLocks/>
            </p:cNvSpPr>
            <p:nvPr/>
          </p:nvSpPr>
          <p:spPr bwMode="auto">
            <a:xfrm>
              <a:off x="765" y="733"/>
              <a:ext cx="124" cy="143"/>
            </a:xfrm>
            <a:custGeom>
              <a:avLst/>
              <a:gdLst>
                <a:gd name="T0" fmla="*/ 330 w 76"/>
                <a:gd name="T1" fmla="*/ 21 h 88"/>
                <a:gd name="T2" fmla="*/ 96 w 76"/>
                <a:gd name="T3" fmla="*/ 98 h 88"/>
                <a:gd name="T4" fmla="*/ 170 w 76"/>
                <a:gd name="T5" fmla="*/ 60 h 88"/>
                <a:gd name="T6" fmla="*/ 83 w 76"/>
                <a:gd name="T7" fmla="*/ 122 h 88"/>
                <a:gd name="T8" fmla="*/ 18 w 76"/>
                <a:gd name="T9" fmla="*/ 241 h 88"/>
                <a:gd name="T10" fmla="*/ 88 w 76"/>
                <a:gd name="T11" fmla="*/ 172 h 88"/>
                <a:gd name="T12" fmla="*/ 0 w 76"/>
                <a:gd name="T13" fmla="*/ 351 h 88"/>
                <a:gd name="T14" fmla="*/ 64 w 76"/>
                <a:gd name="T15" fmla="*/ 293 h 88"/>
                <a:gd name="T16" fmla="*/ 26 w 76"/>
                <a:gd name="T17" fmla="*/ 377 h 88"/>
                <a:gd name="T18" fmla="*/ 126 w 76"/>
                <a:gd name="T19" fmla="*/ 241 h 88"/>
                <a:gd name="T20" fmla="*/ 101 w 76"/>
                <a:gd name="T21" fmla="*/ 335 h 88"/>
                <a:gd name="T22" fmla="*/ 152 w 76"/>
                <a:gd name="T23" fmla="*/ 215 h 88"/>
                <a:gd name="T24" fmla="*/ 207 w 76"/>
                <a:gd name="T25" fmla="*/ 109 h 88"/>
                <a:gd name="T26" fmla="*/ 330 w 76"/>
                <a:gd name="T27" fmla="*/ 26 h 88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76" h="88">
                  <a:moveTo>
                    <a:pt x="76" y="5"/>
                  </a:moveTo>
                  <a:cubicBezTo>
                    <a:pt x="57" y="0"/>
                    <a:pt x="34" y="6"/>
                    <a:pt x="22" y="23"/>
                  </a:cubicBezTo>
                  <a:cubicBezTo>
                    <a:pt x="26" y="19"/>
                    <a:pt x="32" y="15"/>
                    <a:pt x="39" y="14"/>
                  </a:cubicBezTo>
                  <a:cubicBezTo>
                    <a:pt x="32" y="18"/>
                    <a:pt x="25" y="22"/>
                    <a:pt x="19" y="28"/>
                  </a:cubicBezTo>
                  <a:cubicBezTo>
                    <a:pt x="11" y="36"/>
                    <a:pt x="8" y="46"/>
                    <a:pt x="4" y="56"/>
                  </a:cubicBezTo>
                  <a:cubicBezTo>
                    <a:pt x="7" y="50"/>
                    <a:pt x="14" y="43"/>
                    <a:pt x="20" y="40"/>
                  </a:cubicBezTo>
                  <a:cubicBezTo>
                    <a:pt x="11" y="52"/>
                    <a:pt x="9" y="70"/>
                    <a:pt x="0" y="82"/>
                  </a:cubicBezTo>
                  <a:cubicBezTo>
                    <a:pt x="6" y="78"/>
                    <a:pt x="10" y="72"/>
                    <a:pt x="15" y="68"/>
                  </a:cubicBezTo>
                  <a:cubicBezTo>
                    <a:pt x="12" y="74"/>
                    <a:pt x="11" y="82"/>
                    <a:pt x="6" y="88"/>
                  </a:cubicBezTo>
                  <a:cubicBezTo>
                    <a:pt x="15" y="78"/>
                    <a:pt x="23" y="68"/>
                    <a:pt x="29" y="56"/>
                  </a:cubicBezTo>
                  <a:cubicBezTo>
                    <a:pt x="27" y="63"/>
                    <a:pt x="22" y="71"/>
                    <a:pt x="23" y="78"/>
                  </a:cubicBezTo>
                  <a:cubicBezTo>
                    <a:pt x="30" y="70"/>
                    <a:pt x="31" y="60"/>
                    <a:pt x="35" y="50"/>
                  </a:cubicBezTo>
                  <a:cubicBezTo>
                    <a:pt x="38" y="41"/>
                    <a:pt x="42" y="33"/>
                    <a:pt x="48" y="25"/>
                  </a:cubicBezTo>
                  <a:cubicBezTo>
                    <a:pt x="53" y="18"/>
                    <a:pt x="66" y="5"/>
                    <a:pt x="76" y="6"/>
                  </a:cubicBezTo>
                </a:path>
              </a:pathLst>
            </a:custGeom>
            <a:solidFill>
              <a:srgbClr val="E0DE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353" name="Freeform 639">
              <a:extLst>
                <a:ext uri="{FF2B5EF4-FFF2-40B4-BE49-F238E27FC236}">
                  <a16:creationId xmlns:a16="http://schemas.microsoft.com/office/drawing/2014/main" id="{D3AECD9B-A72D-461E-933C-7A3D33DA450E}"/>
                </a:ext>
              </a:extLst>
            </p:cNvPr>
            <p:cNvSpPr>
              <a:spLocks/>
            </p:cNvSpPr>
            <p:nvPr/>
          </p:nvSpPr>
          <p:spPr bwMode="auto">
            <a:xfrm>
              <a:off x="819" y="764"/>
              <a:ext cx="90" cy="125"/>
            </a:xfrm>
            <a:custGeom>
              <a:avLst/>
              <a:gdLst>
                <a:gd name="T0" fmla="*/ 241 w 55"/>
                <a:gd name="T1" fmla="*/ 0 h 77"/>
                <a:gd name="T2" fmla="*/ 67 w 55"/>
                <a:gd name="T3" fmla="*/ 177 h 77"/>
                <a:gd name="T4" fmla="*/ 105 w 55"/>
                <a:gd name="T5" fmla="*/ 123 h 77"/>
                <a:gd name="T6" fmla="*/ 70 w 55"/>
                <a:gd name="T7" fmla="*/ 200 h 77"/>
                <a:gd name="T8" fmla="*/ 5 w 55"/>
                <a:gd name="T9" fmla="*/ 282 h 77"/>
                <a:gd name="T10" fmla="*/ 56 w 55"/>
                <a:gd name="T11" fmla="*/ 248 h 77"/>
                <a:gd name="T12" fmla="*/ 0 w 55"/>
                <a:gd name="T13" fmla="*/ 330 h 77"/>
                <a:gd name="T14" fmla="*/ 88 w 55"/>
                <a:gd name="T15" fmla="*/ 279 h 77"/>
                <a:gd name="T16" fmla="*/ 144 w 55"/>
                <a:gd name="T17" fmla="*/ 185 h 77"/>
                <a:gd name="T18" fmla="*/ 118 w 55"/>
                <a:gd name="T19" fmla="*/ 248 h 77"/>
                <a:gd name="T20" fmla="*/ 164 w 55"/>
                <a:gd name="T21" fmla="*/ 193 h 77"/>
                <a:gd name="T22" fmla="*/ 152 w 55"/>
                <a:gd name="T23" fmla="*/ 248 h 77"/>
                <a:gd name="T24" fmla="*/ 193 w 55"/>
                <a:gd name="T25" fmla="*/ 119 h 77"/>
                <a:gd name="T26" fmla="*/ 241 w 55"/>
                <a:gd name="T27" fmla="*/ 8 h 7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55" h="77">
                  <a:moveTo>
                    <a:pt x="55" y="0"/>
                  </a:moveTo>
                  <a:cubicBezTo>
                    <a:pt x="32" y="0"/>
                    <a:pt x="24" y="23"/>
                    <a:pt x="15" y="41"/>
                  </a:cubicBezTo>
                  <a:cubicBezTo>
                    <a:pt x="18" y="38"/>
                    <a:pt x="20" y="33"/>
                    <a:pt x="24" y="29"/>
                  </a:cubicBezTo>
                  <a:cubicBezTo>
                    <a:pt x="21" y="35"/>
                    <a:pt x="19" y="41"/>
                    <a:pt x="16" y="47"/>
                  </a:cubicBezTo>
                  <a:cubicBezTo>
                    <a:pt x="12" y="55"/>
                    <a:pt x="7" y="60"/>
                    <a:pt x="1" y="66"/>
                  </a:cubicBezTo>
                  <a:cubicBezTo>
                    <a:pt x="5" y="65"/>
                    <a:pt x="10" y="62"/>
                    <a:pt x="13" y="58"/>
                  </a:cubicBezTo>
                  <a:cubicBezTo>
                    <a:pt x="12" y="65"/>
                    <a:pt x="6" y="73"/>
                    <a:pt x="0" y="77"/>
                  </a:cubicBezTo>
                  <a:cubicBezTo>
                    <a:pt x="7" y="73"/>
                    <a:pt x="14" y="71"/>
                    <a:pt x="20" y="65"/>
                  </a:cubicBezTo>
                  <a:cubicBezTo>
                    <a:pt x="26" y="58"/>
                    <a:pt x="28" y="50"/>
                    <a:pt x="33" y="43"/>
                  </a:cubicBezTo>
                  <a:cubicBezTo>
                    <a:pt x="32" y="49"/>
                    <a:pt x="29" y="54"/>
                    <a:pt x="27" y="58"/>
                  </a:cubicBezTo>
                  <a:cubicBezTo>
                    <a:pt x="31" y="55"/>
                    <a:pt x="35" y="50"/>
                    <a:pt x="37" y="45"/>
                  </a:cubicBezTo>
                  <a:cubicBezTo>
                    <a:pt x="38" y="49"/>
                    <a:pt x="35" y="54"/>
                    <a:pt x="35" y="58"/>
                  </a:cubicBezTo>
                  <a:cubicBezTo>
                    <a:pt x="40" y="49"/>
                    <a:pt x="43" y="38"/>
                    <a:pt x="44" y="28"/>
                  </a:cubicBezTo>
                  <a:cubicBezTo>
                    <a:pt x="44" y="18"/>
                    <a:pt x="47" y="8"/>
                    <a:pt x="55" y="2"/>
                  </a:cubicBezTo>
                </a:path>
              </a:pathLst>
            </a:custGeom>
            <a:solidFill>
              <a:srgbClr val="E0DE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354" name="Freeform 640">
              <a:extLst>
                <a:ext uri="{FF2B5EF4-FFF2-40B4-BE49-F238E27FC236}">
                  <a16:creationId xmlns:a16="http://schemas.microsoft.com/office/drawing/2014/main" id="{AF92E692-721D-4F44-A1A9-6BFF1E165DA0}"/>
                </a:ext>
              </a:extLst>
            </p:cNvPr>
            <p:cNvSpPr>
              <a:spLocks/>
            </p:cNvSpPr>
            <p:nvPr/>
          </p:nvSpPr>
          <p:spPr bwMode="auto">
            <a:xfrm>
              <a:off x="896" y="788"/>
              <a:ext cx="36" cy="78"/>
            </a:xfrm>
            <a:custGeom>
              <a:avLst/>
              <a:gdLst>
                <a:gd name="T0" fmla="*/ 97 w 22"/>
                <a:gd name="T1" fmla="*/ 5 h 48"/>
                <a:gd name="T2" fmla="*/ 56 w 22"/>
                <a:gd name="T3" fmla="*/ 109 h 48"/>
                <a:gd name="T4" fmla="*/ 0 w 22"/>
                <a:gd name="T5" fmla="*/ 206 h 48"/>
                <a:gd name="T6" fmla="*/ 54 w 22"/>
                <a:gd name="T7" fmla="*/ 143 h 48"/>
                <a:gd name="T8" fmla="*/ 88 w 22"/>
                <a:gd name="T9" fmla="*/ 63 h 48"/>
                <a:gd name="T10" fmla="*/ 75 w 22"/>
                <a:gd name="T11" fmla="*/ 117 h 48"/>
                <a:gd name="T12" fmla="*/ 97 w 22"/>
                <a:gd name="T13" fmla="*/ 60 h 48"/>
                <a:gd name="T14" fmla="*/ 97 w 22"/>
                <a:gd name="T15" fmla="*/ 8 h 4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2" h="48">
                  <a:moveTo>
                    <a:pt x="22" y="1"/>
                  </a:moveTo>
                  <a:cubicBezTo>
                    <a:pt x="15" y="0"/>
                    <a:pt x="15" y="20"/>
                    <a:pt x="13" y="25"/>
                  </a:cubicBezTo>
                  <a:cubicBezTo>
                    <a:pt x="11" y="33"/>
                    <a:pt x="6" y="42"/>
                    <a:pt x="0" y="48"/>
                  </a:cubicBezTo>
                  <a:cubicBezTo>
                    <a:pt x="3" y="43"/>
                    <a:pt x="9" y="39"/>
                    <a:pt x="12" y="33"/>
                  </a:cubicBezTo>
                  <a:cubicBezTo>
                    <a:pt x="15" y="27"/>
                    <a:pt x="17" y="21"/>
                    <a:pt x="20" y="15"/>
                  </a:cubicBezTo>
                  <a:cubicBezTo>
                    <a:pt x="19" y="19"/>
                    <a:pt x="19" y="24"/>
                    <a:pt x="17" y="27"/>
                  </a:cubicBezTo>
                  <a:cubicBezTo>
                    <a:pt x="19" y="23"/>
                    <a:pt x="21" y="19"/>
                    <a:pt x="22" y="14"/>
                  </a:cubicBezTo>
                  <a:cubicBezTo>
                    <a:pt x="22" y="10"/>
                    <a:pt x="20" y="5"/>
                    <a:pt x="22" y="2"/>
                  </a:cubicBezTo>
                </a:path>
              </a:pathLst>
            </a:custGeom>
            <a:solidFill>
              <a:srgbClr val="E0DE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355" name="Freeform 641">
              <a:extLst>
                <a:ext uri="{FF2B5EF4-FFF2-40B4-BE49-F238E27FC236}">
                  <a16:creationId xmlns:a16="http://schemas.microsoft.com/office/drawing/2014/main" id="{EB0C7B04-4C50-4CF4-8A1D-DD76DC02DE5D}"/>
                </a:ext>
              </a:extLst>
            </p:cNvPr>
            <p:cNvSpPr>
              <a:spLocks/>
            </p:cNvSpPr>
            <p:nvPr/>
          </p:nvSpPr>
          <p:spPr bwMode="auto">
            <a:xfrm>
              <a:off x="951" y="787"/>
              <a:ext cx="82" cy="114"/>
            </a:xfrm>
            <a:custGeom>
              <a:avLst/>
              <a:gdLst>
                <a:gd name="T0" fmla="*/ 0 w 50"/>
                <a:gd name="T1" fmla="*/ 0 h 70"/>
                <a:gd name="T2" fmla="*/ 71 w 50"/>
                <a:gd name="T3" fmla="*/ 34 h 70"/>
                <a:gd name="T4" fmla="*/ 110 w 50"/>
                <a:gd name="T5" fmla="*/ 130 h 70"/>
                <a:gd name="T6" fmla="*/ 105 w 50"/>
                <a:gd name="T7" fmla="*/ 90 h 70"/>
                <a:gd name="T8" fmla="*/ 130 w 50"/>
                <a:gd name="T9" fmla="*/ 169 h 70"/>
                <a:gd name="T10" fmla="*/ 131 w 50"/>
                <a:gd name="T11" fmla="*/ 125 h 70"/>
                <a:gd name="T12" fmla="*/ 172 w 50"/>
                <a:gd name="T13" fmla="*/ 204 h 70"/>
                <a:gd name="T14" fmla="*/ 220 w 50"/>
                <a:gd name="T15" fmla="*/ 303 h 70"/>
                <a:gd name="T16" fmla="*/ 194 w 50"/>
                <a:gd name="T17" fmla="*/ 215 h 70"/>
                <a:gd name="T18" fmla="*/ 164 w 50"/>
                <a:gd name="T19" fmla="*/ 164 h 70"/>
                <a:gd name="T20" fmla="*/ 180 w 50"/>
                <a:gd name="T21" fmla="*/ 178 h 70"/>
                <a:gd name="T22" fmla="*/ 159 w 50"/>
                <a:gd name="T23" fmla="*/ 111 h 70"/>
                <a:gd name="T24" fmla="*/ 102 w 50"/>
                <a:gd name="T25" fmla="*/ 47 h 70"/>
                <a:gd name="T26" fmla="*/ 118 w 50"/>
                <a:gd name="T27" fmla="*/ 54 h 70"/>
                <a:gd name="T28" fmla="*/ 67 w 50"/>
                <a:gd name="T29" fmla="*/ 5 h 70"/>
                <a:gd name="T30" fmla="*/ 13 w 50"/>
                <a:gd name="T31" fmla="*/ 0 h 70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50" h="70">
                  <a:moveTo>
                    <a:pt x="0" y="0"/>
                  </a:moveTo>
                  <a:cubicBezTo>
                    <a:pt x="7" y="2"/>
                    <a:pt x="11" y="2"/>
                    <a:pt x="16" y="8"/>
                  </a:cubicBezTo>
                  <a:cubicBezTo>
                    <a:pt x="22" y="15"/>
                    <a:pt x="23" y="22"/>
                    <a:pt x="25" y="30"/>
                  </a:cubicBezTo>
                  <a:cubicBezTo>
                    <a:pt x="25" y="28"/>
                    <a:pt x="24" y="24"/>
                    <a:pt x="24" y="21"/>
                  </a:cubicBezTo>
                  <a:cubicBezTo>
                    <a:pt x="28" y="26"/>
                    <a:pt x="26" y="33"/>
                    <a:pt x="29" y="39"/>
                  </a:cubicBezTo>
                  <a:cubicBezTo>
                    <a:pt x="29" y="35"/>
                    <a:pt x="30" y="32"/>
                    <a:pt x="30" y="29"/>
                  </a:cubicBezTo>
                  <a:cubicBezTo>
                    <a:pt x="34" y="35"/>
                    <a:pt x="34" y="41"/>
                    <a:pt x="39" y="47"/>
                  </a:cubicBezTo>
                  <a:cubicBezTo>
                    <a:pt x="43" y="53"/>
                    <a:pt x="50" y="63"/>
                    <a:pt x="50" y="70"/>
                  </a:cubicBezTo>
                  <a:cubicBezTo>
                    <a:pt x="49" y="63"/>
                    <a:pt x="47" y="57"/>
                    <a:pt x="44" y="50"/>
                  </a:cubicBezTo>
                  <a:cubicBezTo>
                    <a:pt x="42" y="46"/>
                    <a:pt x="38" y="42"/>
                    <a:pt x="37" y="38"/>
                  </a:cubicBezTo>
                  <a:cubicBezTo>
                    <a:pt x="38" y="38"/>
                    <a:pt x="40" y="40"/>
                    <a:pt x="41" y="41"/>
                  </a:cubicBezTo>
                  <a:cubicBezTo>
                    <a:pt x="38" y="37"/>
                    <a:pt x="39" y="30"/>
                    <a:pt x="36" y="26"/>
                  </a:cubicBezTo>
                  <a:cubicBezTo>
                    <a:pt x="33" y="20"/>
                    <a:pt x="28" y="15"/>
                    <a:pt x="23" y="11"/>
                  </a:cubicBezTo>
                  <a:cubicBezTo>
                    <a:pt x="24" y="11"/>
                    <a:pt x="26" y="12"/>
                    <a:pt x="27" y="12"/>
                  </a:cubicBezTo>
                  <a:cubicBezTo>
                    <a:pt x="23" y="8"/>
                    <a:pt x="21" y="4"/>
                    <a:pt x="15" y="1"/>
                  </a:cubicBezTo>
                  <a:cubicBezTo>
                    <a:pt x="11" y="0"/>
                    <a:pt x="6" y="0"/>
                    <a:pt x="3" y="0"/>
                  </a:cubicBezTo>
                </a:path>
              </a:pathLst>
            </a:custGeom>
            <a:solidFill>
              <a:srgbClr val="E0DE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356" name="Freeform 642">
              <a:extLst>
                <a:ext uri="{FF2B5EF4-FFF2-40B4-BE49-F238E27FC236}">
                  <a16:creationId xmlns:a16="http://schemas.microsoft.com/office/drawing/2014/main" id="{DA4AB32B-103D-4F7D-BE5E-B9AA4192B556}"/>
                </a:ext>
              </a:extLst>
            </p:cNvPr>
            <p:cNvSpPr>
              <a:spLocks/>
            </p:cNvSpPr>
            <p:nvPr/>
          </p:nvSpPr>
          <p:spPr bwMode="auto">
            <a:xfrm>
              <a:off x="943" y="731"/>
              <a:ext cx="108" cy="134"/>
            </a:xfrm>
            <a:custGeom>
              <a:avLst/>
              <a:gdLst>
                <a:gd name="T0" fmla="*/ 0 w 66"/>
                <a:gd name="T1" fmla="*/ 62 h 82"/>
                <a:gd name="T2" fmla="*/ 193 w 66"/>
                <a:gd name="T3" fmla="*/ 219 h 82"/>
                <a:gd name="T4" fmla="*/ 180 w 66"/>
                <a:gd name="T5" fmla="*/ 160 h 82"/>
                <a:gd name="T6" fmla="*/ 236 w 66"/>
                <a:gd name="T7" fmla="*/ 296 h 82"/>
                <a:gd name="T8" fmla="*/ 236 w 66"/>
                <a:gd name="T9" fmla="*/ 227 h 82"/>
                <a:gd name="T10" fmla="*/ 270 w 66"/>
                <a:gd name="T11" fmla="*/ 358 h 82"/>
                <a:gd name="T12" fmla="*/ 223 w 66"/>
                <a:gd name="T13" fmla="*/ 172 h 82"/>
                <a:gd name="T14" fmla="*/ 247 w 66"/>
                <a:gd name="T15" fmla="*/ 186 h 82"/>
                <a:gd name="T16" fmla="*/ 219 w 66"/>
                <a:gd name="T17" fmla="*/ 144 h 82"/>
                <a:gd name="T18" fmla="*/ 172 w 66"/>
                <a:gd name="T19" fmla="*/ 105 h 82"/>
                <a:gd name="T20" fmla="*/ 185 w 66"/>
                <a:gd name="T21" fmla="*/ 113 h 82"/>
                <a:gd name="T22" fmla="*/ 18 w 66"/>
                <a:gd name="T23" fmla="*/ 54 h 8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6" h="82">
                  <a:moveTo>
                    <a:pt x="0" y="14"/>
                  </a:moveTo>
                  <a:cubicBezTo>
                    <a:pt x="24" y="1"/>
                    <a:pt x="39" y="31"/>
                    <a:pt x="44" y="50"/>
                  </a:cubicBezTo>
                  <a:cubicBezTo>
                    <a:pt x="44" y="45"/>
                    <a:pt x="43" y="41"/>
                    <a:pt x="41" y="37"/>
                  </a:cubicBezTo>
                  <a:cubicBezTo>
                    <a:pt x="48" y="45"/>
                    <a:pt x="54" y="58"/>
                    <a:pt x="54" y="68"/>
                  </a:cubicBezTo>
                  <a:cubicBezTo>
                    <a:pt x="54" y="63"/>
                    <a:pt x="53" y="58"/>
                    <a:pt x="54" y="52"/>
                  </a:cubicBezTo>
                  <a:cubicBezTo>
                    <a:pt x="59" y="60"/>
                    <a:pt x="60" y="73"/>
                    <a:pt x="62" y="82"/>
                  </a:cubicBezTo>
                  <a:cubicBezTo>
                    <a:pt x="66" y="68"/>
                    <a:pt x="60" y="50"/>
                    <a:pt x="51" y="39"/>
                  </a:cubicBezTo>
                  <a:cubicBezTo>
                    <a:pt x="53" y="41"/>
                    <a:pt x="54" y="42"/>
                    <a:pt x="56" y="43"/>
                  </a:cubicBezTo>
                  <a:cubicBezTo>
                    <a:pt x="54" y="39"/>
                    <a:pt x="53" y="36"/>
                    <a:pt x="50" y="33"/>
                  </a:cubicBezTo>
                  <a:cubicBezTo>
                    <a:pt x="46" y="29"/>
                    <a:pt x="42" y="27"/>
                    <a:pt x="39" y="24"/>
                  </a:cubicBezTo>
                  <a:cubicBezTo>
                    <a:pt x="40" y="24"/>
                    <a:pt x="41" y="25"/>
                    <a:pt x="42" y="26"/>
                  </a:cubicBezTo>
                  <a:cubicBezTo>
                    <a:pt x="36" y="16"/>
                    <a:pt x="13" y="0"/>
                    <a:pt x="4" y="12"/>
                  </a:cubicBezTo>
                </a:path>
              </a:pathLst>
            </a:custGeom>
            <a:solidFill>
              <a:srgbClr val="E0DE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357" name="Freeform 643">
              <a:extLst>
                <a:ext uri="{FF2B5EF4-FFF2-40B4-BE49-F238E27FC236}">
                  <a16:creationId xmlns:a16="http://schemas.microsoft.com/office/drawing/2014/main" id="{D579AE32-9CDD-4DA0-AFD3-9BFAE68DAC9E}"/>
                </a:ext>
              </a:extLst>
            </p:cNvPr>
            <p:cNvSpPr>
              <a:spLocks/>
            </p:cNvSpPr>
            <p:nvPr/>
          </p:nvSpPr>
          <p:spPr bwMode="auto">
            <a:xfrm>
              <a:off x="977" y="1026"/>
              <a:ext cx="8" cy="13"/>
            </a:xfrm>
            <a:custGeom>
              <a:avLst/>
              <a:gdLst>
                <a:gd name="T0" fmla="*/ 0 w 5"/>
                <a:gd name="T1" fmla="*/ 5 h 8"/>
                <a:gd name="T2" fmla="*/ 5 w 5"/>
                <a:gd name="T3" fmla="*/ 34 h 8"/>
                <a:gd name="T4" fmla="*/ 8 w 5"/>
                <a:gd name="T5" fmla="*/ 18 h 8"/>
                <a:gd name="T6" fmla="*/ 0 w 5"/>
                <a:gd name="T7" fmla="*/ 5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8">
                  <a:moveTo>
                    <a:pt x="0" y="1"/>
                  </a:moveTo>
                  <a:cubicBezTo>
                    <a:pt x="5" y="0"/>
                    <a:pt x="3" y="7"/>
                    <a:pt x="1" y="8"/>
                  </a:cubicBezTo>
                  <a:cubicBezTo>
                    <a:pt x="1" y="7"/>
                    <a:pt x="3" y="6"/>
                    <a:pt x="2" y="4"/>
                  </a:cubicBezTo>
                  <a:cubicBezTo>
                    <a:pt x="2" y="2"/>
                    <a:pt x="1" y="2"/>
                    <a:pt x="0" y="1"/>
                  </a:cubicBezTo>
                </a:path>
              </a:pathLst>
            </a:custGeom>
            <a:solidFill>
              <a:srgbClr val="ECCA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</p:grpSp>
      <p:grpSp>
        <p:nvGrpSpPr>
          <p:cNvPr id="43015" name="Elderly-Male-Full-Body-Illustration">
            <a:extLst>
              <a:ext uri="{FF2B5EF4-FFF2-40B4-BE49-F238E27FC236}">
                <a16:creationId xmlns:a16="http://schemas.microsoft.com/office/drawing/2014/main" id="{86FE3E81-4C5C-485A-9041-36AFAC91161A}"/>
              </a:ext>
            </a:extLst>
          </p:cNvPr>
          <p:cNvGrpSpPr>
            <a:grpSpLocks/>
          </p:cNvGrpSpPr>
          <p:nvPr/>
        </p:nvGrpSpPr>
        <p:grpSpPr bwMode="auto">
          <a:xfrm>
            <a:off x="6329363" y="1179513"/>
            <a:ext cx="1482725" cy="5260975"/>
            <a:chOff x="3027" y="719"/>
            <a:chExt cx="934" cy="3314"/>
          </a:xfrm>
        </p:grpSpPr>
        <p:sp>
          <p:nvSpPr>
            <p:cNvPr id="43139" name="Freeform 645">
              <a:extLst>
                <a:ext uri="{FF2B5EF4-FFF2-40B4-BE49-F238E27FC236}">
                  <a16:creationId xmlns:a16="http://schemas.microsoft.com/office/drawing/2014/main" id="{66FF5DAF-CDEE-482B-936B-4687928EF8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7" y="1035"/>
              <a:ext cx="934" cy="2998"/>
            </a:xfrm>
            <a:custGeom>
              <a:avLst/>
              <a:gdLst>
                <a:gd name="T0" fmla="*/ 2134 w 612"/>
                <a:gd name="T1" fmla="*/ 2601 h 1969"/>
                <a:gd name="T2" fmla="*/ 1969 w 612"/>
                <a:gd name="T3" fmla="*/ 1197 h 1969"/>
                <a:gd name="T4" fmla="*/ 1364 w 612"/>
                <a:gd name="T5" fmla="*/ 373 h 1969"/>
                <a:gd name="T6" fmla="*/ 789 w 612"/>
                <a:gd name="T7" fmla="*/ 387 h 1969"/>
                <a:gd name="T8" fmla="*/ 177 w 612"/>
                <a:gd name="T9" fmla="*/ 1264 h 1969"/>
                <a:gd name="T10" fmla="*/ 40 w 612"/>
                <a:gd name="T11" fmla="*/ 2601 h 1969"/>
                <a:gd name="T12" fmla="*/ 0 w 612"/>
                <a:gd name="T13" fmla="*/ 3018 h 1969"/>
                <a:gd name="T14" fmla="*/ 56 w 612"/>
                <a:gd name="T15" fmla="*/ 3500 h 1969"/>
                <a:gd name="T16" fmla="*/ 243 w 612"/>
                <a:gd name="T17" fmla="*/ 3708 h 1969"/>
                <a:gd name="T18" fmla="*/ 262 w 612"/>
                <a:gd name="T19" fmla="*/ 3679 h 1969"/>
                <a:gd name="T20" fmla="*/ 337 w 612"/>
                <a:gd name="T21" fmla="*/ 3674 h 1969"/>
                <a:gd name="T22" fmla="*/ 351 w 612"/>
                <a:gd name="T23" fmla="*/ 3619 h 1969"/>
                <a:gd name="T24" fmla="*/ 266 w 612"/>
                <a:gd name="T25" fmla="*/ 3505 h 1969"/>
                <a:gd name="T26" fmla="*/ 221 w 612"/>
                <a:gd name="T27" fmla="*/ 3470 h 1969"/>
                <a:gd name="T28" fmla="*/ 209 w 612"/>
                <a:gd name="T29" fmla="*/ 3251 h 1969"/>
                <a:gd name="T30" fmla="*/ 366 w 612"/>
                <a:gd name="T31" fmla="*/ 3371 h 1969"/>
                <a:gd name="T32" fmla="*/ 189 w 612"/>
                <a:gd name="T33" fmla="*/ 2977 h 1969"/>
                <a:gd name="T34" fmla="*/ 177 w 612"/>
                <a:gd name="T35" fmla="*/ 2951 h 1969"/>
                <a:gd name="T36" fmla="*/ 372 w 612"/>
                <a:gd name="T37" fmla="*/ 1998 h 1969"/>
                <a:gd name="T38" fmla="*/ 426 w 612"/>
                <a:gd name="T39" fmla="*/ 1494 h 1969"/>
                <a:gd name="T40" fmla="*/ 469 w 612"/>
                <a:gd name="T41" fmla="*/ 2040 h 1969"/>
                <a:gd name="T42" fmla="*/ 552 w 612"/>
                <a:gd name="T43" fmla="*/ 4476 h 1969"/>
                <a:gd name="T44" fmla="*/ 559 w 612"/>
                <a:gd name="T45" fmla="*/ 5538 h 1969"/>
                <a:gd name="T46" fmla="*/ 629 w 612"/>
                <a:gd name="T47" fmla="*/ 6485 h 1969"/>
                <a:gd name="T48" fmla="*/ 487 w 612"/>
                <a:gd name="T49" fmla="*/ 6769 h 1969"/>
                <a:gd name="T50" fmla="*/ 484 w 612"/>
                <a:gd name="T51" fmla="*/ 6844 h 1969"/>
                <a:gd name="T52" fmla="*/ 522 w 612"/>
                <a:gd name="T53" fmla="*/ 6881 h 1969"/>
                <a:gd name="T54" fmla="*/ 656 w 612"/>
                <a:gd name="T55" fmla="*/ 6908 h 1969"/>
                <a:gd name="T56" fmla="*/ 804 w 612"/>
                <a:gd name="T57" fmla="*/ 6815 h 1969"/>
                <a:gd name="T58" fmla="*/ 810 w 612"/>
                <a:gd name="T59" fmla="*/ 6424 h 1969"/>
                <a:gd name="T60" fmla="*/ 867 w 612"/>
                <a:gd name="T61" fmla="*/ 5815 h 1969"/>
                <a:gd name="T62" fmla="*/ 957 w 612"/>
                <a:gd name="T63" fmla="*/ 4723 h 1969"/>
                <a:gd name="T64" fmla="*/ 1163 w 612"/>
                <a:gd name="T65" fmla="*/ 3450 h 1969"/>
                <a:gd name="T66" fmla="*/ 1201 w 612"/>
                <a:gd name="T67" fmla="*/ 4839 h 1969"/>
                <a:gd name="T68" fmla="*/ 1271 w 612"/>
                <a:gd name="T69" fmla="*/ 5860 h 1969"/>
                <a:gd name="T70" fmla="*/ 1311 w 612"/>
                <a:gd name="T71" fmla="*/ 6645 h 1969"/>
                <a:gd name="T72" fmla="*/ 1358 w 612"/>
                <a:gd name="T73" fmla="*/ 6888 h 1969"/>
                <a:gd name="T74" fmla="*/ 1554 w 612"/>
                <a:gd name="T75" fmla="*/ 6916 h 1969"/>
                <a:gd name="T76" fmla="*/ 1616 w 612"/>
                <a:gd name="T77" fmla="*/ 6884 h 1969"/>
                <a:gd name="T78" fmla="*/ 1656 w 612"/>
                <a:gd name="T79" fmla="*/ 6844 h 1969"/>
                <a:gd name="T80" fmla="*/ 1621 w 612"/>
                <a:gd name="T81" fmla="*/ 6713 h 1969"/>
                <a:gd name="T82" fmla="*/ 1514 w 612"/>
                <a:gd name="T83" fmla="*/ 6371 h 1969"/>
                <a:gd name="T84" fmla="*/ 1572 w 612"/>
                <a:gd name="T85" fmla="*/ 4951 h 1969"/>
                <a:gd name="T86" fmla="*/ 1683 w 612"/>
                <a:gd name="T87" fmla="*/ 3132 h 1969"/>
                <a:gd name="T88" fmla="*/ 1688 w 612"/>
                <a:gd name="T89" fmla="*/ 1722 h 1969"/>
                <a:gd name="T90" fmla="*/ 1738 w 612"/>
                <a:gd name="T91" fmla="*/ 1571 h 1969"/>
                <a:gd name="T92" fmla="*/ 1850 w 612"/>
                <a:gd name="T93" fmla="*/ 2330 h 1969"/>
                <a:gd name="T94" fmla="*/ 1978 w 612"/>
                <a:gd name="T95" fmla="*/ 2954 h 1969"/>
                <a:gd name="T96" fmla="*/ 1802 w 612"/>
                <a:gd name="T97" fmla="*/ 3345 h 1969"/>
                <a:gd name="T98" fmla="*/ 1961 w 612"/>
                <a:gd name="T99" fmla="*/ 3318 h 1969"/>
                <a:gd name="T100" fmla="*/ 1900 w 612"/>
                <a:gd name="T101" fmla="*/ 3479 h 1969"/>
                <a:gd name="T102" fmla="*/ 1837 w 612"/>
                <a:gd name="T103" fmla="*/ 3601 h 1969"/>
                <a:gd name="T104" fmla="*/ 1900 w 612"/>
                <a:gd name="T105" fmla="*/ 3654 h 1969"/>
                <a:gd name="T106" fmla="*/ 2045 w 612"/>
                <a:gd name="T107" fmla="*/ 3598 h 1969"/>
                <a:gd name="T108" fmla="*/ 2147 w 612"/>
                <a:gd name="T109" fmla="*/ 3226 h 1969"/>
                <a:gd name="T110" fmla="*/ 2156 w 612"/>
                <a:gd name="T111" fmla="*/ 2896 h 1969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612" h="1969">
                  <a:moveTo>
                    <a:pt x="607" y="820"/>
                  </a:moveTo>
                  <a:cubicBezTo>
                    <a:pt x="606" y="811"/>
                    <a:pt x="606" y="801"/>
                    <a:pt x="603" y="791"/>
                  </a:cubicBezTo>
                  <a:cubicBezTo>
                    <a:pt x="601" y="779"/>
                    <a:pt x="600" y="754"/>
                    <a:pt x="600" y="737"/>
                  </a:cubicBezTo>
                  <a:cubicBezTo>
                    <a:pt x="599" y="708"/>
                    <a:pt x="599" y="595"/>
                    <a:pt x="584" y="554"/>
                  </a:cubicBezTo>
                  <a:cubicBezTo>
                    <a:pt x="580" y="541"/>
                    <a:pt x="577" y="520"/>
                    <a:pt x="578" y="491"/>
                  </a:cubicBezTo>
                  <a:cubicBezTo>
                    <a:pt x="569" y="410"/>
                    <a:pt x="553" y="364"/>
                    <a:pt x="554" y="339"/>
                  </a:cubicBezTo>
                  <a:cubicBezTo>
                    <a:pt x="553" y="299"/>
                    <a:pt x="533" y="251"/>
                    <a:pt x="523" y="230"/>
                  </a:cubicBezTo>
                  <a:cubicBezTo>
                    <a:pt x="511" y="201"/>
                    <a:pt x="463" y="161"/>
                    <a:pt x="450" y="155"/>
                  </a:cubicBezTo>
                  <a:cubicBezTo>
                    <a:pt x="444" y="153"/>
                    <a:pt x="411" y="125"/>
                    <a:pt x="384" y="106"/>
                  </a:cubicBezTo>
                  <a:cubicBezTo>
                    <a:pt x="354" y="79"/>
                    <a:pt x="365" y="14"/>
                    <a:pt x="365" y="1"/>
                  </a:cubicBezTo>
                  <a:cubicBezTo>
                    <a:pt x="236" y="0"/>
                    <a:pt x="236" y="0"/>
                    <a:pt x="236" y="0"/>
                  </a:cubicBezTo>
                  <a:cubicBezTo>
                    <a:pt x="236" y="16"/>
                    <a:pt x="249" y="79"/>
                    <a:pt x="222" y="110"/>
                  </a:cubicBezTo>
                  <a:cubicBezTo>
                    <a:pt x="212" y="116"/>
                    <a:pt x="152" y="168"/>
                    <a:pt x="136" y="175"/>
                  </a:cubicBezTo>
                  <a:cubicBezTo>
                    <a:pt x="107" y="188"/>
                    <a:pt x="75" y="245"/>
                    <a:pt x="67" y="287"/>
                  </a:cubicBezTo>
                  <a:cubicBezTo>
                    <a:pt x="63" y="306"/>
                    <a:pt x="50" y="346"/>
                    <a:pt x="50" y="358"/>
                  </a:cubicBezTo>
                  <a:cubicBezTo>
                    <a:pt x="52" y="383"/>
                    <a:pt x="40" y="399"/>
                    <a:pt x="33" y="491"/>
                  </a:cubicBezTo>
                  <a:cubicBezTo>
                    <a:pt x="33" y="520"/>
                    <a:pt x="30" y="541"/>
                    <a:pt x="27" y="554"/>
                  </a:cubicBezTo>
                  <a:cubicBezTo>
                    <a:pt x="12" y="595"/>
                    <a:pt x="12" y="708"/>
                    <a:pt x="11" y="737"/>
                  </a:cubicBezTo>
                  <a:cubicBezTo>
                    <a:pt x="10" y="754"/>
                    <a:pt x="10" y="779"/>
                    <a:pt x="7" y="791"/>
                  </a:cubicBezTo>
                  <a:cubicBezTo>
                    <a:pt x="4" y="803"/>
                    <a:pt x="6" y="814"/>
                    <a:pt x="3" y="825"/>
                  </a:cubicBezTo>
                  <a:cubicBezTo>
                    <a:pt x="1" y="835"/>
                    <a:pt x="0" y="849"/>
                    <a:pt x="0" y="855"/>
                  </a:cubicBezTo>
                  <a:cubicBezTo>
                    <a:pt x="0" y="855"/>
                    <a:pt x="6" y="905"/>
                    <a:pt x="4" y="921"/>
                  </a:cubicBezTo>
                  <a:cubicBezTo>
                    <a:pt x="2" y="937"/>
                    <a:pt x="3" y="946"/>
                    <a:pt x="4" y="956"/>
                  </a:cubicBezTo>
                  <a:cubicBezTo>
                    <a:pt x="5" y="965"/>
                    <a:pt x="14" y="980"/>
                    <a:pt x="16" y="992"/>
                  </a:cubicBezTo>
                  <a:cubicBezTo>
                    <a:pt x="22" y="1017"/>
                    <a:pt x="29" y="1018"/>
                    <a:pt x="34" y="1026"/>
                  </a:cubicBezTo>
                  <a:cubicBezTo>
                    <a:pt x="39" y="1034"/>
                    <a:pt x="51" y="1040"/>
                    <a:pt x="53" y="1043"/>
                  </a:cubicBezTo>
                  <a:cubicBezTo>
                    <a:pt x="55" y="1046"/>
                    <a:pt x="62" y="1051"/>
                    <a:pt x="68" y="1050"/>
                  </a:cubicBezTo>
                  <a:cubicBezTo>
                    <a:pt x="68" y="1050"/>
                    <a:pt x="68" y="1050"/>
                    <a:pt x="68" y="1050"/>
                  </a:cubicBezTo>
                  <a:cubicBezTo>
                    <a:pt x="68" y="1050"/>
                    <a:pt x="68" y="1050"/>
                    <a:pt x="68" y="1050"/>
                  </a:cubicBezTo>
                  <a:cubicBezTo>
                    <a:pt x="74" y="1049"/>
                    <a:pt x="74" y="1043"/>
                    <a:pt x="74" y="1042"/>
                  </a:cubicBezTo>
                  <a:cubicBezTo>
                    <a:pt x="74" y="1042"/>
                    <a:pt x="76" y="1042"/>
                    <a:pt x="78" y="1042"/>
                  </a:cubicBezTo>
                  <a:cubicBezTo>
                    <a:pt x="81" y="1042"/>
                    <a:pt x="89" y="1043"/>
                    <a:pt x="93" y="1042"/>
                  </a:cubicBezTo>
                  <a:cubicBezTo>
                    <a:pt x="94" y="1041"/>
                    <a:pt x="94" y="1041"/>
                    <a:pt x="95" y="1041"/>
                  </a:cubicBezTo>
                  <a:cubicBezTo>
                    <a:pt x="101" y="1034"/>
                    <a:pt x="93" y="1027"/>
                    <a:pt x="92" y="1026"/>
                  </a:cubicBezTo>
                  <a:cubicBezTo>
                    <a:pt x="98" y="1026"/>
                    <a:pt x="98" y="1026"/>
                    <a:pt x="98" y="1026"/>
                  </a:cubicBezTo>
                  <a:cubicBezTo>
                    <a:pt x="98" y="1025"/>
                    <a:pt x="98" y="1025"/>
                    <a:pt x="99" y="1025"/>
                  </a:cubicBezTo>
                  <a:cubicBezTo>
                    <a:pt x="99" y="1025"/>
                    <a:pt x="99" y="1025"/>
                    <a:pt x="99" y="1025"/>
                  </a:cubicBezTo>
                  <a:cubicBezTo>
                    <a:pt x="107" y="1020"/>
                    <a:pt x="97" y="1011"/>
                    <a:pt x="97" y="1011"/>
                  </a:cubicBezTo>
                  <a:cubicBezTo>
                    <a:pt x="97" y="993"/>
                    <a:pt x="77" y="996"/>
                    <a:pt x="75" y="993"/>
                  </a:cubicBezTo>
                  <a:cubicBezTo>
                    <a:pt x="74" y="991"/>
                    <a:pt x="72" y="990"/>
                    <a:pt x="72" y="989"/>
                  </a:cubicBezTo>
                  <a:cubicBezTo>
                    <a:pt x="67" y="984"/>
                    <a:pt x="63" y="983"/>
                    <a:pt x="62" y="983"/>
                  </a:cubicBezTo>
                  <a:cubicBezTo>
                    <a:pt x="62" y="983"/>
                    <a:pt x="62" y="983"/>
                    <a:pt x="62" y="983"/>
                  </a:cubicBezTo>
                  <a:cubicBezTo>
                    <a:pt x="60" y="973"/>
                    <a:pt x="56" y="971"/>
                    <a:pt x="57" y="968"/>
                  </a:cubicBezTo>
                  <a:cubicBezTo>
                    <a:pt x="62" y="961"/>
                    <a:pt x="54" y="952"/>
                    <a:pt x="57" y="947"/>
                  </a:cubicBezTo>
                  <a:cubicBezTo>
                    <a:pt x="60" y="942"/>
                    <a:pt x="59" y="924"/>
                    <a:pt x="59" y="921"/>
                  </a:cubicBezTo>
                  <a:cubicBezTo>
                    <a:pt x="61" y="922"/>
                    <a:pt x="67" y="925"/>
                    <a:pt x="70" y="934"/>
                  </a:cubicBezTo>
                  <a:cubicBezTo>
                    <a:pt x="74" y="944"/>
                    <a:pt x="88" y="962"/>
                    <a:pt x="100" y="956"/>
                  </a:cubicBezTo>
                  <a:cubicBezTo>
                    <a:pt x="101" y="956"/>
                    <a:pt x="102" y="956"/>
                    <a:pt x="103" y="955"/>
                  </a:cubicBezTo>
                  <a:cubicBezTo>
                    <a:pt x="115" y="946"/>
                    <a:pt x="98" y="921"/>
                    <a:pt x="87" y="910"/>
                  </a:cubicBezTo>
                  <a:cubicBezTo>
                    <a:pt x="77" y="900"/>
                    <a:pt x="69" y="877"/>
                    <a:pt x="62" y="869"/>
                  </a:cubicBezTo>
                  <a:cubicBezTo>
                    <a:pt x="54" y="861"/>
                    <a:pt x="53" y="843"/>
                    <a:pt x="53" y="843"/>
                  </a:cubicBezTo>
                  <a:cubicBezTo>
                    <a:pt x="53" y="842"/>
                    <a:pt x="53" y="842"/>
                    <a:pt x="53" y="842"/>
                  </a:cubicBezTo>
                  <a:cubicBezTo>
                    <a:pt x="52" y="842"/>
                    <a:pt x="52" y="842"/>
                    <a:pt x="52" y="841"/>
                  </a:cubicBezTo>
                  <a:cubicBezTo>
                    <a:pt x="51" y="840"/>
                    <a:pt x="50" y="838"/>
                    <a:pt x="50" y="836"/>
                  </a:cubicBezTo>
                  <a:cubicBezTo>
                    <a:pt x="52" y="833"/>
                    <a:pt x="55" y="821"/>
                    <a:pt x="56" y="808"/>
                  </a:cubicBezTo>
                  <a:cubicBezTo>
                    <a:pt x="58" y="796"/>
                    <a:pt x="84" y="686"/>
                    <a:pt x="88" y="662"/>
                  </a:cubicBezTo>
                  <a:cubicBezTo>
                    <a:pt x="96" y="615"/>
                    <a:pt x="110" y="598"/>
                    <a:pt x="105" y="566"/>
                  </a:cubicBezTo>
                  <a:cubicBezTo>
                    <a:pt x="106" y="542"/>
                    <a:pt x="115" y="479"/>
                    <a:pt x="116" y="467"/>
                  </a:cubicBezTo>
                  <a:cubicBezTo>
                    <a:pt x="117" y="465"/>
                    <a:pt x="117" y="453"/>
                    <a:pt x="118" y="445"/>
                  </a:cubicBezTo>
                  <a:cubicBezTo>
                    <a:pt x="119" y="441"/>
                    <a:pt x="120" y="433"/>
                    <a:pt x="120" y="423"/>
                  </a:cubicBezTo>
                  <a:cubicBezTo>
                    <a:pt x="120" y="424"/>
                    <a:pt x="120" y="424"/>
                    <a:pt x="120" y="424"/>
                  </a:cubicBezTo>
                  <a:cubicBezTo>
                    <a:pt x="120" y="435"/>
                    <a:pt x="131" y="458"/>
                    <a:pt x="132" y="487"/>
                  </a:cubicBezTo>
                  <a:cubicBezTo>
                    <a:pt x="130" y="522"/>
                    <a:pt x="131" y="561"/>
                    <a:pt x="132" y="578"/>
                  </a:cubicBezTo>
                  <a:cubicBezTo>
                    <a:pt x="104" y="720"/>
                    <a:pt x="121" y="796"/>
                    <a:pt x="120" y="824"/>
                  </a:cubicBezTo>
                  <a:cubicBezTo>
                    <a:pt x="119" y="858"/>
                    <a:pt x="134" y="866"/>
                    <a:pt x="133" y="896"/>
                  </a:cubicBezTo>
                  <a:cubicBezTo>
                    <a:pt x="155" y="1268"/>
                    <a:pt x="155" y="1268"/>
                    <a:pt x="155" y="1268"/>
                  </a:cubicBezTo>
                  <a:cubicBezTo>
                    <a:pt x="155" y="1280"/>
                    <a:pt x="153" y="1320"/>
                    <a:pt x="157" y="1341"/>
                  </a:cubicBezTo>
                  <a:cubicBezTo>
                    <a:pt x="158" y="1346"/>
                    <a:pt x="164" y="1370"/>
                    <a:pt x="165" y="1403"/>
                  </a:cubicBezTo>
                  <a:cubicBezTo>
                    <a:pt x="166" y="1456"/>
                    <a:pt x="156" y="1531"/>
                    <a:pt x="157" y="1569"/>
                  </a:cubicBezTo>
                  <a:cubicBezTo>
                    <a:pt x="160" y="1631"/>
                    <a:pt x="158" y="1686"/>
                    <a:pt x="168" y="1726"/>
                  </a:cubicBezTo>
                  <a:cubicBezTo>
                    <a:pt x="174" y="1765"/>
                    <a:pt x="177" y="1797"/>
                    <a:pt x="175" y="1805"/>
                  </a:cubicBezTo>
                  <a:cubicBezTo>
                    <a:pt x="174" y="1812"/>
                    <a:pt x="173" y="1825"/>
                    <a:pt x="177" y="1837"/>
                  </a:cubicBezTo>
                  <a:cubicBezTo>
                    <a:pt x="177" y="1838"/>
                    <a:pt x="165" y="1878"/>
                    <a:pt x="159" y="1885"/>
                  </a:cubicBezTo>
                  <a:cubicBezTo>
                    <a:pt x="153" y="1892"/>
                    <a:pt x="151" y="1898"/>
                    <a:pt x="146" y="1902"/>
                  </a:cubicBezTo>
                  <a:cubicBezTo>
                    <a:pt x="141" y="1906"/>
                    <a:pt x="139" y="1910"/>
                    <a:pt x="137" y="1918"/>
                  </a:cubicBezTo>
                  <a:cubicBezTo>
                    <a:pt x="135" y="1924"/>
                    <a:pt x="131" y="1933"/>
                    <a:pt x="134" y="1937"/>
                  </a:cubicBezTo>
                  <a:cubicBezTo>
                    <a:pt x="135" y="1938"/>
                    <a:pt x="135" y="1939"/>
                    <a:pt x="136" y="1939"/>
                  </a:cubicBezTo>
                  <a:cubicBezTo>
                    <a:pt x="136" y="1939"/>
                    <a:pt x="136" y="1939"/>
                    <a:pt x="136" y="1939"/>
                  </a:cubicBezTo>
                  <a:cubicBezTo>
                    <a:pt x="136" y="1941"/>
                    <a:pt x="136" y="1943"/>
                    <a:pt x="136" y="1945"/>
                  </a:cubicBezTo>
                  <a:cubicBezTo>
                    <a:pt x="138" y="1950"/>
                    <a:pt x="142" y="1951"/>
                    <a:pt x="146" y="1950"/>
                  </a:cubicBezTo>
                  <a:cubicBezTo>
                    <a:pt x="147" y="1949"/>
                    <a:pt x="147" y="1949"/>
                    <a:pt x="147" y="1949"/>
                  </a:cubicBezTo>
                  <a:cubicBezTo>
                    <a:pt x="147" y="1951"/>
                    <a:pt x="147" y="1953"/>
                    <a:pt x="148" y="1955"/>
                  </a:cubicBezTo>
                  <a:cubicBezTo>
                    <a:pt x="151" y="1962"/>
                    <a:pt x="161" y="1965"/>
                    <a:pt x="165" y="1959"/>
                  </a:cubicBezTo>
                  <a:cubicBezTo>
                    <a:pt x="170" y="1963"/>
                    <a:pt x="181" y="1964"/>
                    <a:pt x="185" y="1957"/>
                  </a:cubicBezTo>
                  <a:cubicBezTo>
                    <a:pt x="187" y="1969"/>
                    <a:pt x="199" y="1967"/>
                    <a:pt x="206" y="1965"/>
                  </a:cubicBezTo>
                  <a:cubicBezTo>
                    <a:pt x="213" y="1963"/>
                    <a:pt x="216" y="1956"/>
                    <a:pt x="220" y="1951"/>
                  </a:cubicBezTo>
                  <a:cubicBezTo>
                    <a:pt x="224" y="1947"/>
                    <a:pt x="227" y="1943"/>
                    <a:pt x="226" y="1931"/>
                  </a:cubicBezTo>
                  <a:cubicBezTo>
                    <a:pt x="225" y="1920"/>
                    <a:pt x="225" y="1920"/>
                    <a:pt x="226" y="1906"/>
                  </a:cubicBezTo>
                  <a:cubicBezTo>
                    <a:pt x="227" y="1898"/>
                    <a:pt x="232" y="1896"/>
                    <a:pt x="232" y="1882"/>
                  </a:cubicBezTo>
                  <a:cubicBezTo>
                    <a:pt x="233" y="1872"/>
                    <a:pt x="227" y="1827"/>
                    <a:pt x="228" y="1820"/>
                  </a:cubicBezTo>
                  <a:cubicBezTo>
                    <a:pt x="229" y="1807"/>
                    <a:pt x="231" y="1795"/>
                    <a:pt x="228" y="1772"/>
                  </a:cubicBezTo>
                  <a:cubicBezTo>
                    <a:pt x="226" y="1749"/>
                    <a:pt x="241" y="1662"/>
                    <a:pt x="245" y="1646"/>
                  </a:cubicBezTo>
                  <a:cubicBezTo>
                    <a:pt x="244" y="1647"/>
                    <a:pt x="244" y="1647"/>
                    <a:pt x="244" y="1647"/>
                  </a:cubicBezTo>
                  <a:cubicBezTo>
                    <a:pt x="248" y="1625"/>
                    <a:pt x="265" y="1552"/>
                    <a:pt x="263" y="1503"/>
                  </a:cubicBezTo>
                  <a:cubicBezTo>
                    <a:pt x="263" y="1471"/>
                    <a:pt x="269" y="1393"/>
                    <a:pt x="269" y="1371"/>
                  </a:cubicBezTo>
                  <a:cubicBezTo>
                    <a:pt x="269" y="1367"/>
                    <a:pt x="270" y="1343"/>
                    <a:pt x="269" y="1338"/>
                  </a:cubicBezTo>
                  <a:cubicBezTo>
                    <a:pt x="263" y="1305"/>
                    <a:pt x="279" y="1142"/>
                    <a:pt x="279" y="1140"/>
                  </a:cubicBezTo>
                  <a:cubicBezTo>
                    <a:pt x="281" y="1119"/>
                    <a:pt x="283" y="978"/>
                    <a:pt x="283" y="978"/>
                  </a:cubicBezTo>
                  <a:cubicBezTo>
                    <a:pt x="327" y="977"/>
                    <a:pt x="327" y="977"/>
                    <a:pt x="327" y="977"/>
                  </a:cubicBezTo>
                  <a:cubicBezTo>
                    <a:pt x="327" y="977"/>
                    <a:pt x="332" y="1120"/>
                    <a:pt x="334" y="1142"/>
                  </a:cubicBezTo>
                  <a:cubicBezTo>
                    <a:pt x="334" y="1144"/>
                    <a:pt x="343" y="1306"/>
                    <a:pt x="337" y="1338"/>
                  </a:cubicBezTo>
                  <a:cubicBezTo>
                    <a:pt x="337" y="1343"/>
                    <a:pt x="338" y="1367"/>
                    <a:pt x="338" y="1371"/>
                  </a:cubicBezTo>
                  <a:cubicBezTo>
                    <a:pt x="338" y="1393"/>
                    <a:pt x="345" y="1468"/>
                    <a:pt x="343" y="1500"/>
                  </a:cubicBezTo>
                  <a:cubicBezTo>
                    <a:pt x="339" y="1556"/>
                    <a:pt x="352" y="1630"/>
                    <a:pt x="357" y="1660"/>
                  </a:cubicBezTo>
                  <a:cubicBezTo>
                    <a:pt x="358" y="1660"/>
                    <a:pt x="358" y="1660"/>
                    <a:pt x="358" y="1660"/>
                  </a:cubicBezTo>
                  <a:cubicBezTo>
                    <a:pt x="360" y="1683"/>
                    <a:pt x="375" y="1749"/>
                    <a:pt x="373" y="1771"/>
                  </a:cubicBezTo>
                  <a:cubicBezTo>
                    <a:pt x="371" y="1794"/>
                    <a:pt x="373" y="1807"/>
                    <a:pt x="374" y="1820"/>
                  </a:cubicBezTo>
                  <a:cubicBezTo>
                    <a:pt x="374" y="1827"/>
                    <a:pt x="369" y="1872"/>
                    <a:pt x="369" y="1882"/>
                  </a:cubicBezTo>
                  <a:cubicBezTo>
                    <a:pt x="370" y="1896"/>
                    <a:pt x="375" y="1898"/>
                    <a:pt x="375" y="1906"/>
                  </a:cubicBezTo>
                  <a:cubicBezTo>
                    <a:pt x="376" y="1920"/>
                    <a:pt x="377" y="1920"/>
                    <a:pt x="376" y="1931"/>
                  </a:cubicBezTo>
                  <a:cubicBezTo>
                    <a:pt x="375" y="1943"/>
                    <a:pt x="378" y="1947"/>
                    <a:pt x="382" y="1951"/>
                  </a:cubicBezTo>
                  <a:cubicBezTo>
                    <a:pt x="386" y="1956"/>
                    <a:pt x="389" y="1963"/>
                    <a:pt x="396" y="1965"/>
                  </a:cubicBezTo>
                  <a:cubicBezTo>
                    <a:pt x="403" y="1967"/>
                    <a:pt x="414" y="1969"/>
                    <a:pt x="417" y="1957"/>
                  </a:cubicBezTo>
                  <a:cubicBezTo>
                    <a:pt x="421" y="1964"/>
                    <a:pt x="431" y="1963"/>
                    <a:pt x="437" y="1959"/>
                  </a:cubicBezTo>
                  <a:cubicBezTo>
                    <a:pt x="441" y="1965"/>
                    <a:pt x="450" y="1962"/>
                    <a:pt x="453" y="1955"/>
                  </a:cubicBezTo>
                  <a:cubicBezTo>
                    <a:pt x="454" y="1953"/>
                    <a:pt x="455" y="1952"/>
                    <a:pt x="455" y="1950"/>
                  </a:cubicBezTo>
                  <a:cubicBezTo>
                    <a:pt x="455" y="1950"/>
                    <a:pt x="455" y="1950"/>
                    <a:pt x="455" y="1950"/>
                  </a:cubicBezTo>
                  <a:cubicBezTo>
                    <a:pt x="460" y="1951"/>
                    <a:pt x="465" y="1949"/>
                    <a:pt x="465" y="1945"/>
                  </a:cubicBezTo>
                  <a:cubicBezTo>
                    <a:pt x="466" y="1943"/>
                    <a:pt x="466" y="1941"/>
                    <a:pt x="466" y="1939"/>
                  </a:cubicBezTo>
                  <a:cubicBezTo>
                    <a:pt x="466" y="1939"/>
                    <a:pt x="466" y="1939"/>
                    <a:pt x="466" y="1939"/>
                  </a:cubicBezTo>
                  <a:cubicBezTo>
                    <a:pt x="467" y="1939"/>
                    <a:pt x="467" y="1938"/>
                    <a:pt x="468" y="1937"/>
                  </a:cubicBezTo>
                  <a:cubicBezTo>
                    <a:pt x="471" y="1933"/>
                    <a:pt x="466" y="1924"/>
                    <a:pt x="465" y="1918"/>
                  </a:cubicBezTo>
                  <a:cubicBezTo>
                    <a:pt x="463" y="1910"/>
                    <a:pt x="460" y="1906"/>
                    <a:pt x="456" y="1902"/>
                  </a:cubicBezTo>
                  <a:cubicBezTo>
                    <a:pt x="451" y="1898"/>
                    <a:pt x="449" y="1892"/>
                    <a:pt x="443" y="1885"/>
                  </a:cubicBezTo>
                  <a:cubicBezTo>
                    <a:pt x="436" y="1878"/>
                    <a:pt x="425" y="1838"/>
                    <a:pt x="425" y="1837"/>
                  </a:cubicBezTo>
                  <a:cubicBezTo>
                    <a:pt x="429" y="1825"/>
                    <a:pt x="427" y="1812"/>
                    <a:pt x="426" y="1805"/>
                  </a:cubicBezTo>
                  <a:cubicBezTo>
                    <a:pt x="425" y="1797"/>
                    <a:pt x="428" y="1765"/>
                    <a:pt x="434" y="1726"/>
                  </a:cubicBezTo>
                  <a:cubicBezTo>
                    <a:pt x="438" y="1677"/>
                    <a:pt x="444" y="1632"/>
                    <a:pt x="446" y="1571"/>
                  </a:cubicBezTo>
                  <a:cubicBezTo>
                    <a:pt x="447" y="1539"/>
                    <a:pt x="441" y="1470"/>
                    <a:pt x="442" y="1403"/>
                  </a:cubicBezTo>
                  <a:cubicBezTo>
                    <a:pt x="443" y="1370"/>
                    <a:pt x="448" y="1346"/>
                    <a:pt x="449" y="1341"/>
                  </a:cubicBezTo>
                  <a:cubicBezTo>
                    <a:pt x="453" y="1320"/>
                    <a:pt x="448" y="1280"/>
                    <a:pt x="449" y="1268"/>
                  </a:cubicBezTo>
                  <a:cubicBezTo>
                    <a:pt x="453" y="1084"/>
                    <a:pt x="475" y="925"/>
                    <a:pt x="474" y="887"/>
                  </a:cubicBezTo>
                  <a:cubicBezTo>
                    <a:pt x="474" y="887"/>
                    <a:pt x="489" y="837"/>
                    <a:pt x="487" y="824"/>
                  </a:cubicBezTo>
                  <a:cubicBezTo>
                    <a:pt x="486" y="796"/>
                    <a:pt x="499" y="719"/>
                    <a:pt x="475" y="576"/>
                  </a:cubicBezTo>
                  <a:cubicBezTo>
                    <a:pt x="476" y="553"/>
                    <a:pt x="477" y="512"/>
                    <a:pt x="475" y="488"/>
                  </a:cubicBezTo>
                  <a:cubicBezTo>
                    <a:pt x="477" y="459"/>
                    <a:pt x="487" y="435"/>
                    <a:pt x="487" y="424"/>
                  </a:cubicBezTo>
                  <a:cubicBezTo>
                    <a:pt x="487" y="423"/>
                    <a:pt x="487" y="423"/>
                    <a:pt x="487" y="423"/>
                  </a:cubicBezTo>
                  <a:cubicBezTo>
                    <a:pt x="487" y="433"/>
                    <a:pt x="488" y="441"/>
                    <a:pt x="489" y="445"/>
                  </a:cubicBezTo>
                  <a:cubicBezTo>
                    <a:pt x="490" y="453"/>
                    <a:pt x="490" y="465"/>
                    <a:pt x="491" y="467"/>
                  </a:cubicBezTo>
                  <a:cubicBezTo>
                    <a:pt x="492" y="479"/>
                    <a:pt x="501" y="542"/>
                    <a:pt x="502" y="566"/>
                  </a:cubicBezTo>
                  <a:cubicBezTo>
                    <a:pt x="497" y="598"/>
                    <a:pt x="512" y="614"/>
                    <a:pt x="520" y="660"/>
                  </a:cubicBezTo>
                  <a:cubicBezTo>
                    <a:pt x="524" y="685"/>
                    <a:pt x="549" y="796"/>
                    <a:pt x="550" y="808"/>
                  </a:cubicBezTo>
                  <a:cubicBezTo>
                    <a:pt x="552" y="820"/>
                    <a:pt x="555" y="832"/>
                    <a:pt x="556" y="835"/>
                  </a:cubicBezTo>
                  <a:cubicBezTo>
                    <a:pt x="556" y="837"/>
                    <a:pt x="556" y="837"/>
                    <a:pt x="556" y="837"/>
                  </a:cubicBezTo>
                  <a:cubicBezTo>
                    <a:pt x="556" y="837"/>
                    <a:pt x="555" y="854"/>
                    <a:pt x="548" y="862"/>
                  </a:cubicBezTo>
                  <a:cubicBezTo>
                    <a:pt x="540" y="871"/>
                    <a:pt x="532" y="893"/>
                    <a:pt x="522" y="904"/>
                  </a:cubicBezTo>
                  <a:cubicBezTo>
                    <a:pt x="512" y="914"/>
                    <a:pt x="494" y="940"/>
                    <a:pt x="507" y="948"/>
                  </a:cubicBezTo>
                  <a:cubicBezTo>
                    <a:pt x="519" y="957"/>
                    <a:pt x="535" y="938"/>
                    <a:pt x="539" y="927"/>
                  </a:cubicBezTo>
                  <a:cubicBezTo>
                    <a:pt x="543" y="917"/>
                    <a:pt x="550" y="914"/>
                    <a:pt x="550" y="914"/>
                  </a:cubicBezTo>
                  <a:cubicBezTo>
                    <a:pt x="550" y="914"/>
                    <a:pt x="549" y="935"/>
                    <a:pt x="552" y="940"/>
                  </a:cubicBezTo>
                  <a:cubicBezTo>
                    <a:pt x="555" y="946"/>
                    <a:pt x="547" y="955"/>
                    <a:pt x="552" y="962"/>
                  </a:cubicBezTo>
                  <a:cubicBezTo>
                    <a:pt x="553" y="964"/>
                    <a:pt x="549" y="966"/>
                    <a:pt x="548" y="976"/>
                  </a:cubicBezTo>
                  <a:cubicBezTo>
                    <a:pt x="546" y="986"/>
                    <a:pt x="541" y="976"/>
                    <a:pt x="535" y="986"/>
                  </a:cubicBezTo>
                  <a:cubicBezTo>
                    <a:pt x="532" y="990"/>
                    <a:pt x="512" y="986"/>
                    <a:pt x="512" y="1004"/>
                  </a:cubicBezTo>
                  <a:cubicBezTo>
                    <a:pt x="512" y="1004"/>
                    <a:pt x="502" y="1013"/>
                    <a:pt x="510" y="1019"/>
                  </a:cubicBezTo>
                  <a:cubicBezTo>
                    <a:pt x="517" y="1020"/>
                    <a:pt x="517" y="1020"/>
                    <a:pt x="517" y="1020"/>
                  </a:cubicBezTo>
                  <a:cubicBezTo>
                    <a:pt x="517" y="1020"/>
                    <a:pt x="508" y="1027"/>
                    <a:pt x="515" y="1034"/>
                  </a:cubicBezTo>
                  <a:cubicBezTo>
                    <a:pt x="517" y="1037"/>
                    <a:pt x="527" y="1035"/>
                    <a:pt x="530" y="1035"/>
                  </a:cubicBezTo>
                  <a:cubicBezTo>
                    <a:pt x="533" y="1035"/>
                    <a:pt x="535" y="1035"/>
                    <a:pt x="535" y="1035"/>
                  </a:cubicBezTo>
                  <a:cubicBezTo>
                    <a:pt x="535" y="1035"/>
                    <a:pt x="535" y="1043"/>
                    <a:pt x="541" y="1044"/>
                  </a:cubicBezTo>
                  <a:cubicBezTo>
                    <a:pt x="547" y="1044"/>
                    <a:pt x="553" y="1039"/>
                    <a:pt x="555" y="1036"/>
                  </a:cubicBezTo>
                  <a:cubicBezTo>
                    <a:pt x="558" y="1033"/>
                    <a:pt x="570" y="1027"/>
                    <a:pt x="575" y="1019"/>
                  </a:cubicBezTo>
                  <a:cubicBezTo>
                    <a:pt x="580" y="1011"/>
                    <a:pt x="587" y="1010"/>
                    <a:pt x="592" y="985"/>
                  </a:cubicBezTo>
                  <a:cubicBezTo>
                    <a:pt x="595" y="973"/>
                    <a:pt x="604" y="958"/>
                    <a:pt x="604" y="949"/>
                  </a:cubicBezTo>
                  <a:cubicBezTo>
                    <a:pt x="605" y="939"/>
                    <a:pt x="607" y="930"/>
                    <a:pt x="604" y="914"/>
                  </a:cubicBezTo>
                  <a:cubicBezTo>
                    <a:pt x="603" y="901"/>
                    <a:pt x="607" y="864"/>
                    <a:pt x="609" y="852"/>
                  </a:cubicBezTo>
                  <a:cubicBezTo>
                    <a:pt x="609" y="852"/>
                    <a:pt x="609" y="852"/>
                    <a:pt x="609" y="852"/>
                  </a:cubicBezTo>
                  <a:cubicBezTo>
                    <a:pt x="612" y="836"/>
                    <a:pt x="608" y="824"/>
                    <a:pt x="607" y="820"/>
                  </a:cubicBezTo>
                  <a:close/>
                </a:path>
              </a:pathLst>
            </a:custGeom>
            <a:solidFill>
              <a:srgbClr val="F6E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140" name="Freeform 646">
              <a:extLst>
                <a:ext uri="{FF2B5EF4-FFF2-40B4-BE49-F238E27FC236}">
                  <a16:creationId xmlns:a16="http://schemas.microsoft.com/office/drawing/2014/main" id="{709CD968-C8F7-4425-B38F-6430B25AE3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5" y="2429"/>
              <a:ext cx="43" cy="92"/>
            </a:xfrm>
            <a:custGeom>
              <a:avLst/>
              <a:gdLst>
                <a:gd name="T0" fmla="*/ 8 w 28"/>
                <a:gd name="T1" fmla="*/ 0 h 61"/>
                <a:gd name="T2" fmla="*/ 66 w 28"/>
                <a:gd name="T3" fmla="*/ 53 h 61"/>
                <a:gd name="T4" fmla="*/ 69 w 28"/>
                <a:gd name="T5" fmla="*/ 127 h 61"/>
                <a:gd name="T6" fmla="*/ 58 w 28"/>
                <a:gd name="T7" fmla="*/ 202 h 61"/>
                <a:gd name="T8" fmla="*/ 34 w 28"/>
                <a:gd name="T9" fmla="*/ 178 h 61"/>
                <a:gd name="T10" fmla="*/ 12 w 28"/>
                <a:gd name="T11" fmla="*/ 127 h 61"/>
                <a:gd name="T12" fmla="*/ 8 w 28"/>
                <a:gd name="T13" fmla="*/ 62 h 61"/>
                <a:gd name="T14" fmla="*/ 8 w 28"/>
                <a:gd name="T15" fmla="*/ 0 h 6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8" h="61">
                  <a:moveTo>
                    <a:pt x="2" y="0"/>
                  </a:moveTo>
                  <a:cubicBezTo>
                    <a:pt x="2" y="0"/>
                    <a:pt x="1" y="8"/>
                    <a:pt x="18" y="15"/>
                  </a:cubicBezTo>
                  <a:cubicBezTo>
                    <a:pt x="28" y="19"/>
                    <a:pt x="20" y="35"/>
                    <a:pt x="19" y="37"/>
                  </a:cubicBezTo>
                  <a:cubicBezTo>
                    <a:pt x="18" y="39"/>
                    <a:pt x="16" y="59"/>
                    <a:pt x="16" y="59"/>
                  </a:cubicBezTo>
                  <a:cubicBezTo>
                    <a:pt x="16" y="59"/>
                    <a:pt x="13" y="61"/>
                    <a:pt x="9" y="52"/>
                  </a:cubicBezTo>
                  <a:cubicBezTo>
                    <a:pt x="5" y="42"/>
                    <a:pt x="0" y="51"/>
                    <a:pt x="3" y="37"/>
                  </a:cubicBezTo>
                  <a:cubicBezTo>
                    <a:pt x="6" y="23"/>
                    <a:pt x="2" y="23"/>
                    <a:pt x="2" y="18"/>
                  </a:cubicBezTo>
                  <a:lnTo>
                    <a:pt x="2" y="0"/>
                  </a:lnTo>
                  <a:close/>
                </a:path>
              </a:pathLst>
            </a:custGeom>
            <a:solidFill>
              <a:srgbClr val="EFCA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141" name="Freeform 647">
              <a:extLst>
                <a:ext uri="{FF2B5EF4-FFF2-40B4-BE49-F238E27FC236}">
                  <a16:creationId xmlns:a16="http://schemas.microsoft.com/office/drawing/2014/main" id="{82134FD1-C9BE-42AB-B400-184ED0DC5D1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5" y="2427"/>
              <a:ext cx="57" cy="183"/>
            </a:xfrm>
            <a:custGeom>
              <a:avLst/>
              <a:gdLst>
                <a:gd name="T0" fmla="*/ 54 w 37"/>
                <a:gd name="T1" fmla="*/ 0 h 120"/>
                <a:gd name="T2" fmla="*/ 131 w 37"/>
                <a:gd name="T3" fmla="*/ 79 h 120"/>
                <a:gd name="T4" fmla="*/ 123 w 37"/>
                <a:gd name="T5" fmla="*/ 130 h 120"/>
                <a:gd name="T6" fmla="*/ 106 w 37"/>
                <a:gd name="T7" fmla="*/ 204 h 120"/>
                <a:gd name="T8" fmla="*/ 106 w 37"/>
                <a:gd name="T9" fmla="*/ 238 h 120"/>
                <a:gd name="T10" fmla="*/ 96 w 37"/>
                <a:gd name="T11" fmla="*/ 258 h 120"/>
                <a:gd name="T12" fmla="*/ 69 w 37"/>
                <a:gd name="T13" fmla="*/ 332 h 120"/>
                <a:gd name="T14" fmla="*/ 26 w 37"/>
                <a:gd name="T15" fmla="*/ 372 h 120"/>
                <a:gd name="T16" fmla="*/ 0 w 37"/>
                <a:gd name="T17" fmla="*/ 425 h 12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7" h="120">
                  <a:moveTo>
                    <a:pt x="15" y="0"/>
                  </a:moveTo>
                  <a:cubicBezTo>
                    <a:pt x="15" y="12"/>
                    <a:pt x="34" y="11"/>
                    <a:pt x="36" y="22"/>
                  </a:cubicBezTo>
                  <a:cubicBezTo>
                    <a:pt x="37" y="26"/>
                    <a:pt x="35" y="33"/>
                    <a:pt x="34" y="37"/>
                  </a:cubicBezTo>
                  <a:cubicBezTo>
                    <a:pt x="31" y="44"/>
                    <a:pt x="30" y="50"/>
                    <a:pt x="29" y="58"/>
                  </a:cubicBezTo>
                  <a:cubicBezTo>
                    <a:pt x="29" y="61"/>
                    <a:pt x="30" y="64"/>
                    <a:pt x="29" y="67"/>
                  </a:cubicBezTo>
                  <a:cubicBezTo>
                    <a:pt x="29" y="70"/>
                    <a:pt x="28" y="70"/>
                    <a:pt x="26" y="73"/>
                  </a:cubicBezTo>
                  <a:cubicBezTo>
                    <a:pt x="22" y="79"/>
                    <a:pt x="21" y="87"/>
                    <a:pt x="19" y="94"/>
                  </a:cubicBezTo>
                  <a:cubicBezTo>
                    <a:pt x="16" y="101"/>
                    <a:pt x="12" y="100"/>
                    <a:pt x="7" y="105"/>
                  </a:cubicBezTo>
                  <a:cubicBezTo>
                    <a:pt x="4" y="108"/>
                    <a:pt x="0" y="115"/>
                    <a:pt x="0" y="12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142" name="Freeform 648">
              <a:extLst>
                <a:ext uri="{FF2B5EF4-FFF2-40B4-BE49-F238E27FC236}">
                  <a16:creationId xmlns:a16="http://schemas.microsoft.com/office/drawing/2014/main" id="{2E368FA2-BF8B-4C19-81F9-2AB0268D01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8" y="2421"/>
              <a:ext cx="18" cy="6"/>
            </a:xfrm>
            <a:custGeom>
              <a:avLst/>
              <a:gdLst>
                <a:gd name="T0" fmla="*/ 0 w 12"/>
                <a:gd name="T1" fmla="*/ 14 h 4"/>
                <a:gd name="T2" fmla="*/ 41 w 12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4">
                  <a:moveTo>
                    <a:pt x="0" y="4"/>
                  </a:moveTo>
                  <a:cubicBezTo>
                    <a:pt x="3" y="1"/>
                    <a:pt x="7" y="0"/>
                    <a:pt x="12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143" name="Freeform 649">
              <a:extLst>
                <a:ext uri="{FF2B5EF4-FFF2-40B4-BE49-F238E27FC236}">
                  <a16:creationId xmlns:a16="http://schemas.microsoft.com/office/drawing/2014/main" id="{BAFB5B69-E6D3-4AF4-8FD7-4428F04823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1" y="2500"/>
              <a:ext cx="18" cy="20"/>
            </a:xfrm>
            <a:custGeom>
              <a:avLst/>
              <a:gdLst>
                <a:gd name="T0" fmla="*/ 0 w 12"/>
                <a:gd name="T1" fmla="*/ 0 h 13"/>
                <a:gd name="T2" fmla="*/ 41 w 12"/>
                <a:gd name="T3" fmla="*/ 48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3">
                  <a:moveTo>
                    <a:pt x="0" y="0"/>
                  </a:moveTo>
                  <a:cubicBezTo>
                    <a:pt x="7" y="2"/>
                    <a:pt x="6" y="12"/>
                    <a:pt x="12" y="13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144" name="Freeform 650">
              <a:extLst>
                <a:ext uri="{FF2B5EF4-FFF2-40B4-BE49-F238E27FC236}">
                  <a16:creationId xmlns:a16="http://schemas.microsoft.com/office/drawing/2014/main" id="{9675BCEA-B613-4C3C-9E21-39CAC75E32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6" y="2560"/>
              <a:ext cx="60" cy="28"/>
            </a:xfrm>
            <a:custGeom>
              <a:avLst/>
              <a:gdLst>
                <a:gd name="T0" fmla="*/ 142 w 39"/>
                <a:gd name="T1" fmla="*/ 0 h 19"/>
                <a:gd name="T2" fmla="*/ 74 w 39"/>
                <a:gd name="T3" fmla="*/ 46 h 19"/>
                <a:gd name="T4" fmla="*/ 0 w 39"/>
                <a:gd name="T5" fmla="*/ 60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19">
                  <a:moveTo>
                    <a:pt x="39" y="0"/>
                  </a:moveTo>
                  <a:cubicBezTo>
                    <a:pt x="31" y="2"/>
                    <a:pt x="28" y="12"/>
                    <a:pt x="20" y="14"/>
                  </a:cubicBezTo>
                  <a:cubicBezTo>
                    <a:pt x="13" y="16"/>
                    <a:pt x="5" y="14"/>
                    <a:pt x="0" y="19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145" name="Freeform 651">
              <a:extLst>
                <a:ext uri="{FF2B5EF4-FFF2-40B4-BE49-F238E27FC236}">
                  <a16:creationId xmlns:a16="http://schemas.microsoft.com/office/drawing/2014/main" id="{439A4E58-96CB-4E5A-AE74-83FBFEDD03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0" y="2517"/>
              <a:ext cx="75" cy="47"/>
            </a:xfrm>
            <a:custGeom>
              <a:avLst/>
              <a:gdLst>
                <a:gd name="T0" fmla="*/ 0 w 49"/>
                <a:gd name="T1" fmla="*/ 108 h 31"/>
                <a:gd name="T2" fmla="*/ 54 w 49"/>
                <a:gd name="T3" fmla="*/ 102 h 31"/>
                <a:gd name="T4" fmla="*/ 110 w 49"/>
                <a:gd name="T5" fmla="*/ 76 h 31"/>
                <a:gd name="T6" fmla="*/ 155 w 49"/>
                <a:gd name="T7" fmla="*/ 49 h 31"/>
                <a:gd name="T8" fmla="*/ 176 w 49"/>
                <a:gd name="T9" fmla="*/ 0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31">
                  <a:moveTo>
                    <a:pt x="0" y="31"/>
                  </a:moveTo>
                  <a:cubicBezTo>
                    <a:pt x="5" y="29"/>
                    <a:pt x="9" y="29"/>
                    <a:pt x="15" y="29"/>
                  </a:cubicBezTo>
                  <a:cubicBezTo>
                    <a:pt x="21" y="29"/>
                    <a:pt x="24" y="23"/>
                    <a:pt x="31" y="22"/>
                  </a:cubicBezTo>
                  <a:cubicBezTo>
                    <a:pt x="37" y="21"/>
                    <a:pt x="40" y="21"/>
                    <a:pt x="43" y="14"/>
                  </a:cubicBezTo>
                  <a:cubicBezTo>
                    <a:pt x="45" y="9"/>
                    <a:pt x="45" y="4"/>
                    <a:pt x="49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146" name="Freeform 652">
              <a:extLst>
                <a:ext uri="{FF2B5EF4-FFF2-40B4-BE49-F238E27FC236}">
                  <a16:creationId xmlns:a16="http://schemas.microsoft.com/office/drawing/2014/main" id="{D3C25118-C287-494E-8172-27E8FEF6ED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6" y="2453"/>
              <a:ext cx="26" cy="26"/>
            </a:xfrm>
            <a:custGeom>
              <a:avLst/>
              <a:gdLst>
                <a:gd name="T0" fmla="*/ 61 w 17"/>
                <a:gd name="T1" fmla="*/ 26 h 17"/>
                <a:gd name="T2" fmla="*/ 43 w 17"/>
                <a:gd name="T3" fmla="*/ 61 h 17"/>
                <a:gd name="T4" fmla="*/ 0 w 17"/>
                <a:gd name="T5" fmla="*/ 32 h 17"/>
                <a:gd name="T6" fmla="*/ 21 w 17"/>
                <a:gd name="T7" fmla="*/ 0 h 17"/>
                <a:gd name="T8" fmla="*/ 61 w 17"/>
                <a:gd name="T9" fmla="*/ 26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7">
                  <a:moveTo>
                    <a:pt x="17" y="7"/>
                  </a:moveTo>
                  <a:cubicBezTo>
                    <a:pt x="12" y="17"/>
                    <a:pt x="12" y="17"/>
                    <a:pt x="12" y="17"/>
                  </a:cubicBezTo>
                  <a:cubicBezTo>
                    <a:pt x="12" y="17"/>
                    <a:pt x="4" y="10"/>
                    <a:pt x="0" y="9"/>
                  </a:cubicBezTo>
                  <a:cubicBezTo>
                    <a:pt x="0" y="9"/>
                    <a:pt x="3" y="2"/>
                    <a:pt x="6" y="0"/>
                  </a:cubicBezTo>
                  <a:cubicBezTo>
                    <a:pt x="6" y="0"/>
                    <a:pt x="14" y="0"/>
                    <a:pt x="17" y="7"/>
                  </a:cubicBezTo>
                  <a:close/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147" name="Freeform 653">
              <a:extLst>
                <a:ext uri="{FF2B5EF4-FFF2-40B4-BE49-F238E27FC236}">
                  <a16:creationId xmlns:a16="http://schemas.microsoft.com/office/drawing/2014/main" id="{CB634752-6AC3-4A1E-AB4A-97B9DA06B2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1" y="2608"/>
              <a:ext cx="26" cy="17"/>
            </a:xfrm>
            <a:custGeom>
              <a:avLst/>
              <a:gdLst>
                <a:gd name="T0" fmla="*/ 61 w 17"/>
                <a:gd name="T1" fmla="*/ 12 h 11"/>
                <a:gd name="T2" fmla="*/ 14 w 17"/>
                <a:gd name="T3" fmla="*/ 22 h 11"/>
                <a:gd name="T4" fmla="*/ 14 w 17"/>
                <a:gd name="T5" fmla="*/ 4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1">
                  <a:moveTo>
                    <a:pt x="17" y="3"/>
                  </a:moveTo>
                  <a:cubicBezTo>
                    <a:pt x="17" y="3"/>
                    <a:pt x="13" y="0"/>
                    <a:pt x="4" y="6"/>
                  </a:cubicBezTo>
                  <a:cubicBezTo>
                    <a:pt x="0" y="9"/>
                    <a:pt x="0" y="11"/>
                    <a:pt x="4" y="11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148" name="Freeform 654">
              <a:extLst>
                <a:ext uri="{FF2B5EF4-FFF2-40B4-BE49-F238E27FC236}">
                  <a16:creationId xmlns:a16="http://schemas.microsoft.com/office/drawing/2014/main" id="{A937F791-23AF-4322-8F8C-D0DD107896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2" y="2505"/>
              <a:ext cx="64" cy="56"/>
            </a:xfrm>
            <a:custGeom>
              <a:avLst/>
              <a:gdLst>
                <a:gd name="T0" fmla="*/ 137 w 42"/>
                <a:gd name="T1" fmla="*/ 0 h 37"/>
                <a:gd name="T2" fmla="*/ 123 w 42"/>
                <a:gd name="T3" fmla="*/ 35 h 37"/>
                <a:gd name="T4" fmla="*/ 116 w 42"/>
                <a:gd name="T5" fmla="*/ 54 h 37"/>
                <a:gd name="T6" fmla="*/ 101 w 42"/>
                <a:gd name="T7" fmla="*/ 62 h 37"/>
                <a:gd name="T8" fmla="*/ 81 w 42"/>
                <a:gd name="T9" fmla="*/ 73 h 37"/>
                <a:gd name="T10" fmla="*/ 75 w 42"/>
                <a:gd name="T11" fmla="*/ 80 h 37"/>
                <a:gd name="T12" fmla="*/ 56 w 42"/>
                <a:gd name="T13" fmla="*/ 82 h 37"/>
                <a:gd name="T14" fmla="*/ 27 w 42"/>
                <a:gd name="T15" fmla="*/ 94 h 37"/>
                <a:gd name="T16" fmla="*/ 5 w 42"/>
                <a:gd name="T17" fmla="*/ 124 h 37"/>
                <a:gd name="T18" fmla="*/ 32 w 42"/>
                <a:gd name="T19" fmla="*/ 121 h 37"/>
                <a:gd name="T20" fmla="*/ 49 w 42"/>
                <a:gd name="T21" fmla="*/ 121 h 37"/>
                <a:gd name="T22" fmla="*/ 62 w 42"/>
                <a:gd name="T23" fmla="*/ 117 h 37"/>
                <a:gd name="T24" fmla="*/ 93 w 42"/>
                <a:gd name="T25" fmla="*/ 101 h 37"/>
                <a:gd name="T26" fmla="*/ 123 w 42"/>
                <a:gd name="T27" fmla="*/ 88 h 37"/>
                <a:gd name="T28" fmla="*/ 134 w 42"/>
                <a:gd name="T29" fmla="*/ 76 h 37"/>
                <a:gd name="T30" fmla="*/ 137 w 42"/>
                <a:gd name="T31" fmla="*/ 54 h 37"/>
                <a:gd name="T32" fmla="*/ 149 w 42"/>
                <a:gd name="T33" fmla="*/ 26 h 37"/>
                <a:gd name="T34" fmla="*/ 142 w 42"/>
                <a:gd name="T35" fmla="*/ 0 h 37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42" h="37">
                  <a:moveTo>
                    <a:pt x="39" y="0"/>
                  </a:moveTo>
                  <a:cubicBezTo>
                    <a:pt x="37" y="3"/>
                    <a:pt x="36" y="7"/>
                    <a:pt x="35" y="10"/>
                  </a:cubicBezTo>
                  <a:cubicBezTo>
                    <a:pt x="34" y="12"/>
                    <a:pt x="34" y="15"/>
                    <a:pt x="33" y="16"/>
                  </a:cubicBezTo>
                  <a:cubicBezTo>
                    <a:pt x="32" y="17"/>
                    <a:pt x="30" y="18"/>
                    <a:pt x="28" y="18"/>
                  </a:cubicBezTo>
                  <a:cubicBezTo>
                    <a:pt x="26" y="19"/>
                    <a:pt x="25" y="20"/>
                    <a:pt x="23" y="21"/>
                  </a:cubicBezTo>
                  <a:cubicBezTo>
                    <a:pt x="22" y="22"/>
                    <a:pt x="21" y="23"/>
                    <a:pt x="21" y="23"/>
                  </a:cubicBezTo>
                  <a:cubicBezTo>
                    <a:pt x="19" y="24"/>
                    <a:pt x="18" y="24"/>
                    <a:pt x="16" y="24"/>
                  </a:cubicBezTo>
                  <a:cubicBezTo>
                    <a:pt x="14" y="25"/>
                    <a:pt x="11" y="26"/>
                    <a:pt x="8" y="27"/>
                  </a:cubicBezTo>
                  <a:cubicBezTo>
                    <a:pt x="5" y="29"/>
                    <a:pt x="0" y="31"/>
                    <a:pt x="1" y="36"/>
                  </a:cubicBezTo>
                  <a:cubicBezTo>
                    <a:pt x="3" y="37"/>
                    <a:pt x="7" y="36"/>
                    <a:pt x="9" y="35"/>
                  </a:cubicBezTo>
                  <a:cubicBezTo>
                    <a:pt x="11" y="34"/>
                    <a:pt x="12" y="35"/>
                    <a:pt x="14" y="35"/>
                  </a:cubicBezTo>
                  <a:cubicBezTo>
                    <a:pt x="15" y="34"/>
                    <a:pt x="17" y="34"/>
                    <a:pt x="18" y="34"/>
                  </a:cubicBezTo>
                  <a:cubicBezTo>
                    <a:pt x="21" y="33"/>
                    <a:pt x="23" y="30"/>
                    <a:pt x="26" y="29"/>
                  </a:cubicBezTo>
                  <a:cubicBezTo>
                    <a:pt x="29" y="27"/>
                    <a:pt x="32" y="26"/>
                    <a:pt x="35" y="25"/>
                  </a:cubicBezTo>
                  <a:cubicBezTo>
                    <a:pt x="36" y="24"/>
                    <a:pt x="38" y="23"/>
                    <a:pt x="38" y="22"/>
                  </a:cubicBezTo>
                  <a:cubicBezTo>
                    <a:pt x="39" y="20"/>
                    <a:pt x="39" y="18"/>
                    <a:pt x="39" y="16"/>
                  </a:cubicBezTo>
                  <a:cubicBezTo>
                    <a:pt x="40" y="13"/>
                    <a:pt x="41" y="10"/>
                    <a:pt x="42" y="7"/>
                  </a:cubicBezTo>
                  <a:cubicBezTo>
                    <a:pt x="42" y="4"/>
                    <a:pt x="42" y="1"/>
                    <a:pt x="40" y="0"/>
                  </a:cubicBezTo>
                </a:path>
              </a:pathLst>
            </a:custGeom>
            <a:solidFill>
              <a:srgbClr val="EFCA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149" name="Freeform 655">
              <a:extLst>
                <a:ext uri="{FF2B5EF4-FFF2-40B4-BE49-F238E27FC236}">
                  <a16:creationId xmlns:a16="http://schemas.microsoft.com/office/drawing/2014/main" id="{87BBC686-CD63-4C68-839D-48CB28E880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0" y="2518"/>
              <a:ext cx="79" cy="66"/>
            </a:xfrm>
            <a:custGeom>
              <a:avLst/>
              <a:gdLst>
                <a:gd name="T0" fmla="*/ 182 w 52"/>
                <a:gd name="T1" fmla="*/ 12 h 43"/>
                <a:gd name="T2" fmla="*/ 164 w 52"/>
                <a:gd name="T3" fmla="*/ 12 h 43"/>
                <a:gd name="T4" fmla="*/ 150 w 52"/>
                <a:gd name="T5" fmla="*/ 54 h 43"/>
                <a:gd name="T6" fmla="*/ 120 w 52"/>
                <a:gd name="T7" fmla="*/ 80 h 43"/>
                <a:gd name="T8" fmla="*/ 88 w 52"/>
                <a:gd name="T9" fmla="*/ 94 h 43"/>
                <a:gd name="T10" fmla="*/ 74 w 52"/>
                <a:gd name="T11" fmla="*/ 106 h 43"/>
                <a:gd name="T12" fmla="*/ 61 w 52"/>
                <a:gd name="T13" fmla="*/ 106 h 43"/>
                <a:gd name="T14" fmla="*/ 21 w 52"/>
                <a:gd name="T15" fmla="*/ 109 h 43"/>
                <a:gd name="T16" fmla="*/ 0 w 52"/>
                <a:gd name="T17" fmla="*/ 123 h 43"/>
                <a:gd name="T18" fmla="*/ 14 w 52"/>
                <a:gd name="T19" fmla="*/ 149 h 43"/>
                <a:gd name="T20" fmla="*/ 46 w 52"/>
                <a:gd name="T21" fmla="*/ 144 h 43"/>
                <a:gd name="T22" fmla="*/ 74 w 52"/>
                <a:gd name="T23" fmla="*/ 137 h 43"/>
                <a:gd name="T24" fmla="*/ 106 w 52"/>
                <a:gd name="T25" fmla="*/ 120 h 43"/>
                <a:gd name="T26" fmla="*/ 137 w 52"/>
                <a:gd name="T27" fmla="*/ 94 h 43"/>
                <a:gd name="T28" fmla="*/ 147 w 52"/>
                <a:gd name="T29" fmla="*/ 89 h 43"/>
                <a:gd name="T30" fmla="*/ 155 w 52"/>
                <a:gd name="T31" fmla="*/ 74 h 43"/>
                <a:gd name="T32" fmla="*/ 169 w 52"/>
                <a:gd name="T33" fmla="*/ 43 h 43"/>
                <a:gd name="T34" fmla="*/ 175 w 52"/>
                <a:gd name="T35" fmla="*/ 26 h 43"/>
                <a:gd name="T36" fmla="*/ 178 w 52"/>
                <a:gd name="T37" fmla="*/ 8 h 43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52" h="43">
                  <a:moveTo>
                    <a:pt x="52" y="3"/>
                  </a:moveTo>
                  <a:cubicBezTo>
                    <a:pt x="50" y="1"/>
                    <a:pt x="48" y="0"/>
                    <a:pt x="47" y="3"/>
                  </a:cubicBezTo>
                  <a:cubicBezTo>
                    <a:pt x="47" y="7"/>
                    <a:pt x="45" y="11"/>
                    <a:pt x="43" y="15"/>
                  </a:cubicBezTo>
                  <a:cubicBezTo>
                    <a:pt x="41" y="19"/>
                    <a:pt x="38" y="21"/>
                    <a:pt x="34" y="22"/>
                  </a:cubicBezTo>
                  <a:cubicBezTo>
                    <a:pt x="31" y="24"/>
                    <a:pt x="28" y="24"/>
                    <a:pt x="25" y="26"/>
                  </a:cubicBezTo>
                  <a:cubicBezTo>
                    <a:pt x="24" y="27"/>
                    <a:pt x="23" y="28"/>
                    <a:pt x="21" y="29"/>
                  </a:cubicBezTo>
                  <a:cubicBezTo>
                    <a:pt x="20" y="29"/>
                    <a:pt x="18" y="29"/>
                    <a:pt x="17" y="29"/>
                  </a:cubicBezTo>
                  <a:cubicBezTo>
                    <a:pt x="13" y="30"/>
                    <a:pt x="10" y="30"/>
                    <a:pt x="6" y="30"/>
                  </a:cubicBezTo>
                  <a:cubicBezTo>
                    <a:pt x="4" y="30"/>
                    <a:pt x="0" y="31"/>
                    <a:pt x="0" y="34"/>
                  </a:cubicBezTo>
                  <a:cubicBezTo>
                    <a:pt x="0" y="36"/>
                    <a:pt x="2" y="40"/>
                    <a:pt x="4" y="41"/>
                  </a:cubicBezTo>
                  <a:cubicBezTo>
                    <a:pt x="6" y="43"/>
                    <a:pt x="10" y="41"/>
                    <a:pt x="13" y="40"/>
                  </a:cubicBezTo>
                  <a:cubicBezTo>
                    <a:pt x="15" y="39"/>
                    <a:pt x="18" y="38"/>
                    <a:pt x="21" y="38"/>
                  </a:cubicBezTo>
                  <a:cubicBezTo>
                    <a:pt x="25" y="37"/>
                    <a:pt x="27" y="36"/>
                    <a:pt x="30" y="33"/>
                  </a:cubicBezTo>
                  <a:cubicBezTo>
                    <a:pt x="33" y="30"/>
                    <a:pt x="35" y="28"/>
                    <a:pt x="39" y="26"/>
                  </a:cubicBezTo>
                  <a:cubicBezTo>
                    <a:pt x="40" y="26"/>
                    <a:pt x="41" y="25"/>
                    <a:pt x="42" y="25"/>
                  </a:cubicBezTo>
                  <a:cubicBezTo>
                    <a:pt x="43" y="24"/>
                    <a:pt x="43" y="21"/>
                    <a:pt x="44" y="20"/>
                  </a:cubicBezTo>
                  <a:cubicBezTo>
                    <a:pt x="45" y="17"/>
                    <a:pt x="47" y="14"/>
                    <a:pt x="48" y="12"/>
                  </a:cubicBezTo>
                  <a:cubicBezTo>
                    <a:pt x="49" y="10"/>
                    <a:pt x="50" y="8"/>
                    <a:pt x="50" y="7"/>
                  </a:cubicBezTo>
                  <a:cubicBezTo>
                    <a:pt x="51" y="5"/>
                    <a:pt x="51" y="4"/>
                    <a:pt x="51" y="2"/>
                  </a:cubicBezTo>
                </a:path>
              </a:pathLst>
            </a:custGeom>
            <a:solidFill>
              <a:srgbClr val="EFCA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150" name="Freeform 656">
              <a:extLst>
                <a:ext uri="{FF2B5EF4-FFF2-40B4-BE49-F238E27FC236}">
                  <a16:creationId xmlns:a16="http://schemas.microsoft.com/office/drawing/2014/main" id="{432455FA-D49C-4CAE-BA68-A05A1211D9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7" y="2563"/>
              <a:ext cx="49" cy="36"/>
            </a:xfrm>
            <a:custGeom>
              <a:avLst/>
              <a:gdLst>
                <a:gd name="T0" fmla="*/ 115 w 32"/>
                <a:gd name="T1" fmla="*/ 0 h 24"/>
                <a:gd name="T2" fmla="*/ 101 w 32"/>
                <a:gd name="T3" fmla="*/ 32 h 24"/>
                <a:gd name="T4" fmla="*/ 83 w 32"/>
                <a:gd name="T5" fmla="*/ 41 h 24"/>
                <a:gd name="T6" fmla="*/ 67 w 32"/>
                <a:gd name="T7" fmla="*/ 53 h 24"/>
                <a:gd name="T8" fmla="*/ 26 w 32"/>
                <a:gd name="T9" fmla="*/ 81 h 24"/>
                <a:gd name="T10" fmla="*/ 0 w 32"/>
                <a:gd name="T11" fmla="*/ 59 h 24"/>
                <a:gd name="T12" fmla="*/ 18 w 32"/>
                <a:gd name="T13" fmla="*/ 48 h 24"/>
                <a:gd name="T14" fmla="*/ 49 w 32"/>
                <a:gd name="T15" fmla="*/ 45 h 24"/>
                <a:gd name="T16" fmla="*/ 80 w 32"/>
                <a:gd name="T17" fmla="*/ 26 h 24"/>
                <a:gd name="T18" fmla="*/ 101 w 32"/>
                <a:gd name="T19" fmla="*/ 8 h 24"/>
                <a:gd name="T20" fmla="*/ 110 w 32"/>
                <a:gd name="T21" fmla="*/ 0 h 2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2" h="24">
                  <a:moveTo>
                    <a:pt x="32" y="0"/>
                  </a:moveTo>
                  <a:cubicBezTo>
                    <a:pt x="29" y="2"/>
                    <a:pt x="30" y="7"/>
                    <a:pt x="28" y="9"/>
                  </a:cubicBezTo>
                  <a:cubicBezTo>
                    <a:pt x="27" y="11"/>
                    <a:pt x="24" y="11"/>
                    <a:pt x="23" y="12"/>
                  </a:cubicBezTo>
                  <a:cubicBezTo>
                    <a:pt x="21" y="12"/>
                    <a:pt x="20" y="13"/>
                    <a:pt x="19" y="15"/>
                  </a:cubicBezTo>
                  <a:cubicBezTo>
                    <a:pt x="16" y="18"/>
                    <a:pt x="12" y="24"/>
                    <a:pt x="7" y="24"/>
                  </a:cubicBezTo>
                  <a:cubicBezTo>
                    <a:pt x="5" y="23"/>
                    <a:pt x="0" y="20"/>
                    <a:pt x="0" y="17"/>
                  </a:cubicBezTo>
                  <a:cubicBezTo>
                    <a:pt x="1" y="14"/>
                    <a:pt x="4" y="14"/>
                    <a:pt x="5" y="14"/>
                  </a:cubicBezTo>
                  <a:cubicBezTo>
                    <a:pt x="8" y="13"/>
                    <a:pt x="12" y="14"/>
                    <a:pt x="14" y="13"/>
                  </a:cubicBezTo>
                  <a:cubicBezTo>
                    <a:pt x="17" y="11"/>
                    <a:pt x="19" y="10"/>
                    <a:pt x="22" y="7"/>
                  </a:cubicBezTo>
                  <a:cubicBezTo>
                    <a:pt x="24" y="5"/>
                    <a:pt x="26" y="4"/>
                    <a:pt x="28" y="2"/>
                  </a:cubicBezTo>
                  <a:cubicBezTo>
                    <a:pt x="29" y="2"/>
                    <a:pt x="30" y="1"/>
                    <a:pt x="31" y="0"/>
                  </a:cubicBezTo>
                </a:path>
              </a:pathLst>
            </a:custGeom>
            <a:solidFill>
              <a:srgbClr val="EFCA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151" name="Freeform 657">
              <a:extLst>
                <a:ext uri="{FF2B5EF4-FFF2-40B4-BE49-F238E27FC236}">
                  <a16:creationId xmlns:a16="http://schemas.microsoft.com/office/drawing/2014/main" id="{F99325C7-28E7-4DCC-AA47-6E77A5B512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4" y="2444"/>
              <a:ext cx="17" cy="64"/>
            </a:xfrm>
            <a:custGeom>
              <a:avLst/>
              <a:gdLst>
                <a:gd name="T0" fmla="*/ 0 w 11"/>
                <a:gd name="T1" fmla="*/ 0 h 42"/>
                <a:gd name="T2" fmla="*/ 22 w 11"/>
                <a:gd name="T3" fmla="*/ 70 h 42"/>
                <a:gd name="T4" fmla="*/ 12 w 11"/>
                <a:gd name="T5" fmla="*/ 107 h 42"/>
                <a:gd name="T6" fmla="*/ 5 w 11"/>
                <a:gd name="T7" fmla="*/ 149 h 42"/>
                <a:gd name="T8" fmla="*/ 26 w 11"/>
                <a:gd name="T9" fmla="*/ 110 h 42"/>
                <a:gd name="T10" fmla="*/ 36 w 11"/>
                <a:gd name="T11" fmla="*/ 53 h 42"/>
                <a:gd name="T12" fmla="*/ 5 w 11"/>
                <a:gd name="T13" fmla="*/ 5 h 4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" h="42">
                  <a:moveTo>
                    <a:pt x="0" y="0"/>
                  </a:moveTo>
                  <a:cubicBezTo>
                    <a:pt x="5" y="2"/>
                    <a:pt x="7" y="15"/>
                    <a:pt x="6" y="20"/>
                  </a:cubicBezTo>
                  <a:cubicBezTo>
                    <a:pt x="6" y="23"/>
                    <a:pt x="4" y="26"/>
                    <a:pt x="3" y="30"/>
                  </a:cubicBezTo>
                  <a:cubicBezTo>
                    <a:pt x="2" y="34"/>
                    <a:pt x="2" y="38"/>
                    <a:pt x="1" y="42"/>
                  </a:cubicBezTo>
                  <a:cubicBezTo>
                    <a:pt x="4" y="40"/>
                    <a:pt x="5" y="34"/>
                    <a:pt x="7" y="31"/>
                  </a:cubicBezTo>
                  <a:cubicBezTo>
                    <a:pt x="9" y="26"/>
                    <a:pt x="11" y="21"/>
                    <a:pt x="10" y="15"/>
                  </a:cubicBezTo>
                  <a:cubicBezTo>
                    <a:pt x="9" y="10"/>
                    <a:pt x="7" y="1"/>
                    <a:pt x="1" y="1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152" name="Freeform 658">
              <a:extLst>
                <a:ext uri="{FF2B5EF4-FFF2-40B4-BE49-F238E27FC236}">
                  <a16:creationId xmlns:a16="http://schemas.microsoft.com/office/drawing/2014/main" id="{99A2416F-1915-4E29-B30C-8B9250B445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4" y="2454"/>
              <a:ext cx="17" cy="14"/>
            </a:xfrm>
            <a:custGeom>
              <a:avLst/>
              <a:gdLst>
                <a:gd name="T0" fmla="*/ 36 w 11"/>
                <a:gd name="T1" fmla="*/ 22 h 9"/>
                <a:gd name="T2" fmla="*/ 22 w 11"/>
                <a:gd name="T3" fmla="*/ 8 h 9"/>
                <a:gd name="T4" fmla="*/ 8 w 11"/>
                <a:gd name="T5" fmla="*/ 0 h 9"/>
                <a:gd name="T6" fmla="*/ 22 w 11"/>
                <a:gd name="T7" fmla="*/ 19 h 9"/>
                <a:gd name="T8" fmla="*/ 40 w 11"/>
                <a:gd name="T9" fmla="*/ 22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9">
                  <a:moveTo>
                    <a:pt x="10" y="6"/>
                  </a:moveTo>
                  <a:cubicBezTo>
                    <a:pt x="10" y="4"/>
                    <a:pt x="8" y="2"/>
                    <a:pt x="6" y="2"/>
                  </a:cubicBezTo>
                  <a:cubicBezTo>
                    <a:pt x="6" y="1"/>
                    <a:pt x="2" y="0"/>
                    <a:pt x="2" y="0"/>
                  </a:cubicBezTo>
                  <a:cubicBezTo>
                    <a:pt x="0" y="2"/>
                    <a:pt x="5" y="4"/>
                    <a:pt x="6" y="5"/>
                  </a:cubicBezTo>
                  <a:cubicBezTo>
                    <a:pt x="7" y="5"/>
                    <a:pt x="10" y="9"/>
                    <a:pt x="11" y="6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153" name="Freeform 659">
              <a:extLst>
                <a:ext uri="{FF2B5EF4-FFF2-40B4-BE49-F238E27FC236}">
                  <a16:creationId xmlns:a16="http://schemas.microsoft.com/office/drawing/2014/main" id="{B6404DFA-8284-4AEC-8424-B2F1E588038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6" y="2611"/>
              <a:ext cx="8" cy="6"/>
            </a:xfrm>
            <a:custGeom>
              <a:avLst/>
              <a:gdLst>
                <a:gd name="T0" fmla="*/ 21 w 5"/>
                <a:gd name="T1" fmla="*/ 5 h 4"/>
                <a:gd name="T2" fmla="*/ 13 w 5"/>
                <a:gd name="T3" fmla="*/ 14 h 4"/>
                <a:gd name="T4" fmla="*/ 21 w 5"/>
                <a:gd name="T5" fmla="*/ 5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5" y="1"/>
                  </a:moveTo>
                  <a:cubicBezTo>
                    <a:pt x="4" y="2"/>
                    <a:pt x="3" y="3"/>
                    <a:pt x="3" y="4"/>
                  </a:cubicBezTo>
                  <a:cubicBezTo>
                    <a:pt x="0" y="2"/>
                    <a:pt x="4" y="0"/>
                    <a:pt x="5" y="1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154" name="Freeform 660">
              <a:extLst>
                <a:ext uri="{FF2B5EF4-FFF2-40B4-BE49-F238E27FC236}">
                  <a16:creationId xmlns:a16="http://schemas.microsoft.com/office/drawing/2014/main" id="{5CE31D54-CBA5-4846-AF54-54FB711EA6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2" y="3769"/>
              <a:ext cx="26" cy="182"/>
            </a:xfrm>
            <a:custGeom>
              <a:avLst/>
              <a:gdLst>
                <a:gd name="T0" fmla="*/ 32 w 17"/>
                <a:gd name="T1" fmla="*/ 39 h 120"/>
                <a:gd name="T2" fmla="*/ 32 w 17"/>
                <a:gd name="T3" fmla="*/ 135 h 120"/>
                <a:gd name="T4" fmla="*/ 49 w 17"/>
                <a:gd name="T5" fmla="*/ 209 h 120"/>
                <a:gd name="T6" fmla="*/ 26 w 17"/>
                <a:gd name="T7" fmla="*/ 419 h 120"/>
                <a:gd name="T8" fmla="*/ 35 w 17"/>
                <a:gd name="T9" fmla="*/ 299 h 120"/>
                <a:gd name="T10" fmla="*/ 35 w 17"/>
                <a:gd name="T11" fmla="*/ 262 h 120"/>
                <a:gd name="T12" fmla="*/ 12 w 17"/>
                <a:gd name="T13" fmla="*/ 241 h 120"/>
                <a:gd name="T14" fmla="*/ 18 w 17"/>
                <a:gd name="T15" fmla="*/ 155 h 120"/>
                <a:gd name="T16" fmla="*/ 28 w 17"/>
                <a:gd name="T17" fmla="*/ 0 h 12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7" h="120">
                  <a:moveTo>
                    <a:pt x="9" y="11"/>
                  </a:moveTo>
                  <a:cubicBezTo>
                    <a:pt x="11" y="21"/>
                    <a:pt x="8" y="30"/>
                    <a:pt x="9" y="39"/>
                  </a:cubicBezTo>
                  <a:cubicBezTo>
                    <a:pt x="10" y="46"/>
                    <a:pt x="13" y="53"/>
                    <a:pt x="14" y="60"/>
                  </a:cubicBezTo>
                  <a:cubicBezTo>
                    <a:pt x="17" y="84"/>
                    <a:pt x="12" y="99"/>
                    <a:pt x="7" y="120"/>
                  </a:cubicBezTo>
                  <a:cubicBezTo>
                    <a:pt x="6" y="110"/>
                    <a:pt x="9" y="97"/>
                    <a:pt x="10" y="86"/>
                  </a:cubicBezTo>
                  <a:cubicBezTo>
                    <a:pt x="10" y="82"/>
                    <a:pt x="11" y="78"/>
                    <a:pt x="10" y="75"/>
                  </a:cubicBezTo>
                  <a:cubicBezTo>
                    <a:pt x="8" y="69"/>
                    <a:pt x="5" y="72"/>
                    <a:pt x="3" y="69"/>
                  </a:cubicBezTo>
                  <a:cubicBezTo>
                    <a:pt x="0" y="63"/>
                    <a:pt x="4" y="51"/>
                    <a:pt x="5" y="44"/>
                  </a:cubicBezTo>
                  <a:cubicBezTo>
                    <a:pt x="6" y="30"/>
                    <a:pt x="8" y="14"/>
                    <a:pt x="8" y="0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155" name="Freeform 661">
              <a:extLst>
                <a:ext uri="{FF2B5EF4-FFF2-40B4-BE49-F238E27FC236}">
                  <a16:creationId xmlns:a16="http://schemas.microsoft.com/office/drawing/2014/main" id="{BF6F3DE6-B0DD-4911-B06C-A0954BA4FD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9" y="3936"/>
              <a:ext cx="50" cy="85"/>
            </a:xfrm>
            <a:custGeom>
              <a:avLst/>
              <a:gdLst>
                <a:gd name="T0" fmla="*/ 26 w 33"/>
                <a:gd name="T1" fmla="*/ 196 h 56"/>
                <a:gd name="T2" fmla="*/ 89 w 33"/>
                <a:gd name="T3" fmla="*/ 143 h 56"/>
                <a:gd name="T4" fmla="*/ 108 w 33"/>
                <a:gd name="T5" fmla="*/ 0 h 56"/>
                <a:gd name="T6" fmla="*/ 62 w 33"/>
                <a:gd name="T7" fmla="*/ 102 h 56"/>
                <a:gd name="T8" fmla="*/ 0 w 33"/>
                <a:gd name="T9" fmla="*/ 182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56">
                  <a:moveTo>
                    <a:pt x="7" y="56"/>
                  </a:moveTo>
                  <a:cubicBezTo>
                    <a:pt x="15" y="56"/>
                    <a:pt x="21" y="51"/>
                    <a:pt x="26" y="41"/>
                  </a:cubicBezTo>
                  <a:cubicBezTo>
                    <a:pt x="33" y="28"/>
                    <a:pt x="31" y="16"/>
                    <a:pt x="31" y="0"/>
                  </a:cubicBezTo>
                  <a:cubicBezTo>
                    <a:pt x="27" y="10"/>
                    <a:pt x="30" y="30"/>
                    <a:pt x="18" y="29"/>
                  </a:cubicBezTo>
                  <a:cubicBezTo>
                    <a:pt x="19" y="45"/>
                    <a:pt x="10" y="50"/>
                    <a:pt x="0" y="52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156" name="Freeform 662">
              <a:extLst>
                <a:ext uri="{FF2B5EF4-FFF2-40B4-BE49-F238E27FC236}">
                  <a16:creationId xmlns:a16="http://schemas.microsoft.com/office/drawing/2014/main" id="{04BC7568-E96E-4DCF-9480-571BA70716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5" y="3910"/>
              <a:ext cx="43" cy="108"/>
            </a:xfrm>
            <a:custGeom>
              <a:avLst/>
              <a:gdLst>
                <a:gd name="T0" fmla="*/ 0 w 28"/>
                <a:gd name="T1" fmla="*/ 8 h 71"/>
                <a:gd name="T2" fmla="*/ 14 w 28"/>
                <a:gd name="T3" fmla="*/ 108 h 71"/>
                <a:gd name="T4" fmla="*/ 28 w 28"/>
                <a:gd name="T5" fmla="*/ 187 h 71"/>
                <a:gd name="T6" fmla="*/ 58 w 28"/>
                <a:gd name="T7" fmla="*/ 239 h 71"/>
                <a:gd name="T8" fmla="*/ 101 w 28"/>
                <a:gd name="T9" fmla="*/ 230 h 71"/>
                <a:gd name="T10" fmla="*/ 52 w 28"/>
                <a:gd name="T11" fmla="*/ 129 h 71"/>
                <a:gd name="T12" fmla="*/ 28 w 28"/>
                <a:gd name="T13" fmla="*/ 70 h 71"/>
                <a:gd name="T14" fmla="*/ 8 w 28"/>
                <a:gd name="T15" fmla="*/ 0 h 7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8" h="71">
                  <a:moveTo>
                    <a:pt x="0" y="2"/>
                  </a:moveTo>
                  <a:cubicBezTo>
                    <a:pt x="5" y="9"/>
                    <a:pt x="4" y="21"/>
                    <a:pt x="4" y="31"/>
                  </a:cubicBezTo>
                  <a:cubicBezTo>
                    <a:pt x="4" y="42"/>
                    <a:pt x="6" y="43"/>
                    <a:pt x="8" y="53"/>
                  </a:cubicBezTo>
                  <a:cubicBezTo>
                    <a:pt x="10" y="61"/>
                    <a:pt x="9" y="65"/>
                    <a:pt x="16" y="68"/>
                  </a:cubicBezTo>
                  <a:cubicBezTo>
                    <a:pt x="20" y="69"/>
                    <a:pt x="27" y="71"/>
                    <a:pt x="28" y="65"/>
                  </a:cubicBezTo>
                  <a:cubicBezTo>
                    <a:pt x="14" y="67"/>
                    <a:pt x="12" y="54"/>
                    <a:pt x="14" y="37"/>
                  </a:cubicBezTo>
                  <a:cubicBezTo>
                    <a:pt x="10" y="35"/>
                    <a:pt x="10" y="26"/>
                    <a:pt x="8" y="20"/>
                  </a:cubicBezTo>
                  <a:cubicBezTo>
                    <a:pt x="7" y="14"/>
                    <a:pt x="1" y="7"/>
                    <a:pt x="2" y="0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157" name="Freeform 663">
              <a:extLst>
                <a:ext uri="{FF2B5EF4-FFF2-40B4-BE49-F238E27FC236}">
                  <a16:creationId xmlns:a16="http://schemas.microsoft.com/office/drawing/2014/main" id="{29AC5AA0-A2C5-4084-92A4-E942AFDCA2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8" y="3935"/>
              <a:ext cx="70" cy="83"/>
            </a:xfrm>
            <a:custGeom>
              <a:avLst/>
              <a:gdLst>
                <a:gd name="T0" fmla="*/ 75 w 46"/>
                <a:gd name="T1" fmla="*/ 175 h 55"/>
                <a:gd name="T2" fmla="*/ 107 w 46"/>
                <a:gd name="T3" fmla="*/ 143 h 55"/>
                <a:gd name="T4" fmla="*/ 148 w 46"/>
                <a:gd name="T5" fmla="*/ 113 h 55"/>
                <a:gd name="T6" fmla="*/ 134 w 46"/>
                <a:gd name="T7" fmla="*/ 0 h 55"/>
                <a:gd name="T8" fmla="*/ 102 w 46"/>
                <a:gd name="T9" fmla="*/ 81 h 55"/>
                <a:gd name="T10" fmla="*/ 76 w 46"/>
                <a:gd name="T11" fmla="*/ 81 h 55"/>
                <a:gd name="T12" fmla="*/ 75 w 46"/>
                <a:gd name="T13" fmla="*/ 121 h 55"/>
                <a:gd name="T14" fmla="*/ 26 w 46"/>
                <a:gd name="T15" fmla="*/ 128 h 55"/>
                <a:gd name="T16" fmla="*/ 14 w 46"/>
                <a:gd name="T17" fmla="*/ 164 h 5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6" h="55">
                  <a:moveTo>
                    <a:pt x="21" y="51"/>
                  </a:moveTo>
                  <a:cubicBezTo>
                    <a:pt x="26" y="55"/>
                    <a:pt x="26" y="45"/>
                    <a:pt x="30" y="42"/>
                  </a:cubicBezTo>
                  <a:cubicBezTo>
                    <a:pt x="34" y="39"/>
                    <a:pt x="39" y="42"/>
                    <a:pt x="42" y="33"/>
                  </a:cubicBezTo>
                  <a:cubicBezTo>
                    <a:pt x="46" y="23"/>
                    <a:pt x="42" y="10"/>
                    <a:pt x="38" y="0"/>
                  </a:cubicBezTo>
                  <a:cubicBezTo>
                    <a:pt x="37" y="16"/>
                    <a:pt x="42" y="23"/>
                    <a:pt x="29" y="24"/>
                  </a:cubicBezTo>
                  <a:cubicBezTo>
                    <a:pt x="28" y="24"/>
                    <a:pt x="23" y="23"/>
                    <a:pt x="22" y="24"/>
                  </a:cubicBezTo>
                  <a:cubicBezTo>
                    <a:pt x="19" y="27"/>
                    <a:pt x="22" y="33"/>
                    <a:pt x="21" y="35"/>
                  </a:cubicBezTo>
                  <a:cubicBezTo>
                    <a:pt x="17" y="41"/>
                    <a:pt x="12" y="35"/>
                    <a:pt x="7" y="37"/>
                  </a:cubicBezTo>
                  <a:cubicBezTo>
                    <a:pt x="0" y="39"/>
                    <a:pt x="3" y="50"/>
                    <a:pt x="4" y="48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158" name="Freeform 664">
              <a:extLst>
                <a:ext uri="{FF2B5EF4-FFF2-40B4-BE49-F238E27FC236}">
                  <a16:creationId xmlns:a16="http://schemas.microsoft.com/office/drawing/2014/main" id="{1FF3370A-4BED-4F8C-A115-5484CE325BC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7" y="3980"/>
              <a:ext cx="26" cy="20"/>
            </a:xfrm>
            <a:custGeom>
              <a:avLst/>
              <a:gdLst>
                <a:gd name="T0" fmla="*/ 0 w 17"/>
                <a:gd name="T1" fmla="*/ 34 h 13"/>
                <a:gd name="T2" fmla="*/ 49 w 17"/>
                <a:gd name="T3" fmla="*/ 40 h 13"/>
                <a:gd name="T4" fmla="*/ 57 w 17"/>
                <a:gd name="T5" fmla="*/ 14 h 13"/>
                <a:gd name="T6" fmla="*/ 14 w 17"/>
                <a:gd name="T7" fmla="*/ 5 h 13"/>
                <a:gd name="T8" fmla="*/ 0 w 17"/>
                <a:gd name="T9" fmla="*/ 34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3">
                  <a:moveTo>
                    <a:pt x="0" y="9"/>
                  </a:moveTo>
                  <a:cubicBezTo>
                    <a:pt x="2" y="6"/>
                    <a:pt x="12" y="8"/>
                    <a:pt x="14" y="11"/>
                  </a:cubicBezTo>
                  <a:cubicBezTo>
                    <a:pt x="16" y="13"/>
                    <a:pt x="17" y="6"/>
                    <a:pt x="16" y="4"/>
                  </a:cubicBezTo>
                  <a:cubicBezTo>
                    <a:pt x="13" y="0"/>
                    <a:pt x="7" y="0"/>
                    <a:pt x="4" y="1"/>
                  </a:cubicBezTo>
                  <a:cubicBezTo>
                    <a:pt x="1" y="2"/>
                    <a:pt x="0" y="9"/>
                    <a:pt x="0" y="9"/>
                  </a:cubicBezTo>
                  <a:close/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159" name="Freeform 665">
              <a:extLst>
                <a:ext uri="{FF2B5EF4-FFF2-40B4-BE49-F238E27FC236}">
                  <a16:creationId xmlns:a16="http://schemas.microsoft.com/office/drawing/2014/main" id="{7726967D-F11B-44C3-A396-7D57B6F132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6" y="3957"/>
              <a:ext cx="20" cy="60"/>
            </a:xfrm>
            <a:custGeom>
              <a:avLst/>
              <a:gdLst>
                <a:gd name="T0" fmla="*/ 48 w 13"/>
                <a:gd name="T1" fmla="*/ 0 h 39"/>
                <a:gd name="T2" fmla="*/ 12 w 13"/>
                <a:gd name="T3" fmla="*/ 75 h 39"/>
                <a:gd name="T4" fmla="*/ 8 w 13"/>
                <a:gd name="T5" fmla="*/ 142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39">
                  <a:moveTo>
                    <a:pt x="13" y="0"/>
                  </a:moveTo>
                  <a:cubicBezTo>
                    <a:pt x="11" y="8"/>
                    <a:pt x="5" y="12"/>
                    <a:pt x="3" y="21"/>
                  </a:cubicBezTo>
                  <a:cubicBezTo>
                    <a:pt x="1" y="27"/>
                    <a:pt x="0" y="35"/>
                    <a:pt x="2" y="39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160" name="Freeform 666">
              <a:extLst>
                <a:ext uri="{FF2B5EF4-FFF2-40B4-BE49-F238E27FC236}">
                  <a16:creationId xmlns:a16="http://schemas.microsoft.com/office/drawing/2014/main" id="{A174F1B7-A708-4711-AAB4-5D89B0EE1A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1" y="3947"/>
              <a:ext cx="25" cy="71"/>
            </a:xfrm>
            <a:custGeom>
              <a:avLst/>
              <a:gdLst>
                <a:gd name="T0" fmla="*/ 61 w 16"/>
                <a:gd name="T1" fmla="*/ 0 h 47"/>
                <a:gd name="T2" fmla="*/ 39 w 16"/>
                <a:gd name="T3" fmla="*/ 41 h 47"/>
                <a:gd name="T4" fmla="*/ 20 w 16"/>
                <a:gd name="T5" fmla="*/ 94 h 47"/>
                <a:gd name="T6" fmla="*/ 20 w 16"/>
                <a:gd name="T7" fmla="*/ 162 h 4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47">
                  <a:moveTo>
                    <a:pt x="16" y="0"/>
                  </a:moveTo>
                  <a:cubicBezTo>
                    <a:pt x="12" y="3"/>
                    <a:pt x="11" y="5"/>
                    <a:pt x="10" y="12"/>
                  </a:cubicBezTo>
                  <a:cubicBezTo>
                    <a:pt x="9" y="19"/>
                    <a:pt x="7" y="23"/>
                    <a:pt x="5" y="27"/>
                  </a:cubicBezTo>
                  <a:cubicBezTo>
                    <a:pt x="3" y="31"/>
                    <a:pt x="0" y="41"/>
                    <a:pt x="5" y="47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161" name="Freeform 667">
              <a:extLst>
                <a:ext uri="{FF2B5EF4-FFF2-40B4-BE49-F238E27FC236}">
                  <a16:creationId xmlns:a16="http://schemas.microsoft.com/office/drawing/2014/main" id="{58C3BC37-D8F0-4212-B815-235502E3AB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1" y="3941"/>
              <a:ext cx="28" cy="62"/>
            </a:xfrm>
            <a:custGeom>
              <a:avLst/>
              <a:gdLst>
                <a:gd name="T0" fmla="*/ 68 w 18"/>
                <a:gd name="T1" fmla="*/ 0 h 41"/>
                <a:gd name="T2" fmla="*/ 26 w 18"/>
                <a:gd name="T3" fmla="*/ 54 h 41"/>
                <a:gd name="T4" fmla="*/ 8 w 18"/>
                <a:gd name="T5" fmla="*/ 107 h 41"/>
                <a:gd name="T6" fmla="*/ 0 w 18"/>
                <a:gd name="T7" fmla="*/ 142 h 4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41">
                  <a:moveTo>
                    <a:pt x="18" y="0"/>
                  </a:moveTo>
                  <a:cubicBezTo>
                    <a:pt x="14" y="3"/>
                    <a:pt x="8" y="10"/>
                    <a:pt x="7" y="16"/>
                  </a:cubicBezTo>
                  <a:cubicBezTo>
                    <a:pt x="5" y="22"/>
                    <a:pt x="4" y="25"/>
                    <a:pt x="2" y="31"/>
                  </a:cubicBezTo>
                  <a:cubicBezTo>
                    <a:pt x="0" y="35"/>
                    <a:pt x="0" y="38"/>
                    <a:pt x="0" y="41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162" name="Freeform 668">
              <a:extLst>
                <a:ext uri="{FF2B5EF4-FFF2-40B4-BE49-F238E27FC236}">
                  <a16:creationId xmlns:a16="http://schemas.microsoft.com/office/drawing/2014/main" id="{1279CC75-9633-4430-8B6A-4F58188591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5" y="3931"/>
              <a:ext cx="32" cy="57"/>
            </a:xfrm>
            <a:custGeom>
              <a:avLst/>
              <a:gdLst>
                <a:gd name="T0" fmla="*/ 75 w 21"/>
                <a:gd name="T1" fmla="*/ 0 h 37"/>
                <a:gd name="T2" fmla="*/ 40 w 21"/>
                <a:gd name="T3" fmla="*/ 43 h 37"/>
                <a:gd name="T4" fmla="*/ 5 w 21"/>
                <a:gd name="T5" fmla="*/ 109 h 37"/>
                <a:gd name="T6" fmla="*/ 0 w 21"/>
                <a:gd name="T7" fmla="*/ 136 h 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37">
                  <a:moveTo>
                    <a:pt x="21" y="0"/>
                  </a:moveTo>
                  <a:cubicBezTo>
                    <a:pt x="17" y="3"/>
                    <a:pt x="13" y="7"/>
                    <a:pt x="11" y="12"/>
                  </a:cubicBezTo>
                  <a:cubicBezTo>
                    <a:pt x="8" y="17"/>
                    <a:pt x="3" y="20"/>
                    <a:pt x="1" y="30"/>
                  </a:cubicBezTo>
                  <a:cubicBezTo>
                    <a:pt x="1" y="33"/>
                    <a:pt x="0" y="35"/>
                    <a:pt x="0" y="37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163" name="Freeform 669">
              <a:extLst>
                <a:ext uri="{FF2B5EF4-FFF2-40B4-BE49-F238E27FC236}">
                  <a16:creationId xmlns:a16="http://schemas.microsoft.com/office/drawing/2014/main" id="{BBACBC33-EE4A-4026-9878-296858067E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3" y="3995"/>
              <a:ext cx="17" cy="16"/>
            </a:xfrm>
            <a:custGeom>
              <a:avLst/>
              <a:gdLst>
                <a:gd name="T0" fmla="*/ 5 w 11"/>
                <a:gd name="T1" fmla="*/ 35 h 10"/>
                <a:gd name="T2" fmla="*/ 36 w 11"/>
                <a:gd name="T3" fmla="*/ 35 h 10"/>
                <a:gd name="T4" fmla="*/ 22 w 11"/>
                <a:gd name="T5" fmla="*/ 0 h 10"/>
                <a:gd name="T6" fmla="*/ 5 w 11"/>
                <a:gd name="T7" fmla="*/ 35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0">
                  <a:moveTo>
                    <a:pt x="1" y="9"/>
                  </a:moveTo>
                  <a:cubicBezTo>
                    <a:pt x="4" y="10"/>
                    <a:pt x="9" y="10"/>
                    <a:pt x="10" y="9"/>
                  </a:cubicBezTo>
                  <a:cubicBezTo>
                    <a:pt x="11" y="8"/>
                    <a:pt x="11" y="1"/>
                    <a:pt x="6" y="0"/>
                  </a:cubicBezTo>
                  <a:cubicBezTo>
                    <a:pt x="1" y="0"/>
                    <a:pt x="0" y="8"/>
                    <a:pt x="1" y="9"/>
                  </a:cubicBezTo>
                  <a:close/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164" name="Freeform 670">
              <a:extLst>
                <a:ext uri="{FF2B5EF4-FFF2-40B4-BE49-F238E27FC236}">
                  <a16:creationId xmlns:a16="http://schemas.microsoft.com/office/drawing/2014/main" id="{0F7A475F-1787-40D1-B591-163C5CBADAE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4" y="3988"/>
              <a:ext cx="17" cy="14"/>
            </a:xfrm>
            <a:custGeom>
              <a:avLst/>
              <a:gdLst>
                <a:gd name="T0" fmla="*/ 0 w 11"/>
                <a:gd name="T1" fmla="*/ 26 h 9"/>
                <a:gd name="T2" fmla="*/ 36 w 11"/>
                <a:gd name="T3" fmla="*/ 30 h 9"/>
                <a:gd name="T4" fmla="*/ 14 w 11"/>
                <a:gd name="T5" fmla="*/ 0 h 9"/>
                <a:gd name="T6" fmla="*/ 0 w 11"/>
                <a:gd name="T7" fmla="*/ 26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9">
                  <a:moveTo>
                    <a:pt x="0" y="7"/>
                  </a:moveTo>
                  <a:cubicBezTo>
                    <a:pt x="4" y="8"/>
                    <a:pt x="8" y="9"/>
                    <a:pt x="10" y="8"/>
                  </a:cubicBezTo>
                  <a:cubicBezTo>
                    <a:pt x="11" y="7"/>
                    <a:pt x="9" y="0"/>
                    <a:pt x="4" y="0"/>
                  </a:cubicBezTo>
                  <a:cubicBezTo>
                    <a:pt x="1" y="0"/>
                    <a:pt x="0" y="6"/>
                    <a:pt x="0" y="7"/>
                  </a:cubicBezTo>
                  <a:close/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165" name="Freeform 671">
              <a:extLst>
                <a:ext uri="{FF2B5EF4-FFF2-40B4-BE49-F238E27FC236}">
                  <a16:creationId xmlns:a16="http://schemas.microsoft.com/office/drawing/2014/main" id="{E7322F0F-113C-4846-80CE-01AA7F6641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6" y="3982"/>
              <a:ext cx="17" cy="12"/>
            </a:xfrm>
            <a:custGeom>
              <a:avLst/>
              <a:gdLst>
                <a:gd name="T0" fmla="*/ 5 w 11"/>
                <a:gd name="T1" fmla="*/ 21 h 8"/>
                <a:gd name="T2" fmla="*/ 36 w 11"/>
                <a:gd name="T3" fmla="*/ 26 h 8"/>
                <a:gd name="T4" fmla="*/ 19 w 11"/>
                <a:gd name="T5" fmla="*/ 0 h 8"/>
                <a:gd name="T6" fmla="*/ 5 w 11"/>
                <a:gd name="T7" fmla="*/ 21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8">
                  <a:moveTo>
                    <a:pt x="1" y="6"/>
                  </a:moveTo>
                  <a:cubicBezTo>
                    <a:pt x="4" y="6"/>
                    <a:pt x="9" y="8"/>
                    <a:pt x="10" y="7"/>
                  </a:cubicBezTo>
                  <a:cubicBezTo>
                    <a:pt x="11" y="6"/>
                    <a:pt x="10" y="0"/>
                    <a:pt x="5" y="0"/>
                  </a:cubicBezTo>
                  <a:cubicBezTo>
                    <a:pt x="2" y="0"/>
                    <a:pt x="0" y="5"/>
                    <a:pt x="1" y="6"/>
                  </a:cubicBezTo>
                  <a:close/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166" name="Freeform 672">
              <a:extLst>
                <a:ext uri="{FF2B5EF4-FFF2-40B4-BE49-F238E27FC236}">
                  <a16:creationId xmlns:a16="http://schemas.microsoft.com/office/drawing/2014/main" id="{A5EB56D0-3C78-4C53-8D39-75940793B4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0" y="3989"/>
              <a:ext cx="6" cy="22"/>
            </a:xfrm>
            <a:custGeom>
              <a:avLst/>
              <a:gdLst>
                <a:gd name="T0" fmla="*/ 5 w 4"/>
                <a:gd name="T1" fmla="*/ 0 h 14"/>
                <a:gd name="T2" fmla="*/ 0 w 4"/>
                <a:gd name="T3" fmla="*/ 55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4">
                  <a:moveTo>
                    <a:pt x="1" y="0"/>
                  </a:moveTo>
                  <a:cubicBezTo>
                    <a:pt x="2" y="5"/>
                    <a:pt x="4" y="7"/>
                    <a:pt x="0" y="14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167" name="Freeform 673">
              <a:extLst>
                <a:ext uri="{FF2B5EF4-FFF2-40B4-BE49-F238E27FC236}">
                  <a16:creationId xmlns:a16="http://schemas.microsoft.com/office/drawing/2014/main" id="{A9B7844F-9F4A-4FE5-92ED-4D5D2C7B11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2" y="3810"/>
              <a:ext cx="3" cy="22"/>
            </a:xfrm>
            <a:custGeom>
              <a:avLst/>
              <a:gdLst>
                <a:gd name="T0" fmla="*/ 8 w 2"/>
                <a:gd name="T1" fmla="*/ 0 h 15"/>
                <a:gd name="T2" fmla="*/ 0 w 2"/>
                <a:gd name="T3" fmla="*/ 47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5">
                  <a:moveTo>
                    <a:pt x="2" y="0"/>
                  </a:moveTo>
                  <a:cubicBezTo>
                    <a:pt x="2" y="4"/>
                    <a:pt x="0" y="15"/>
                    <a:pt x="0" y="15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168" name="Freeform 674">
              <a:extLst>
                <a:ext uri="{FF2B5EF4-FFF2-40B4-BE49-F238E27FC236}">
                  <a16:creationId xmlns:a16="http://schemas.microsoft.com/office/drawing/2014/main" id="{C5335FFD-24D9-483A-949D-66DD48F225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0" y="3980"/>
              <a:ext cx="26" cy="20"/>
            </a:xfrm>
            <a:custGeom>
              <a:avLst/>
              <a:gdLst>
                <a:gd name="T0" fmla="*/ 61 w 17"/>
                <a:gd name="T1" fmla="*/ 34 h 13"/>
                <a:gd name="T2" fmla="*/ 12 w 17"/>
                <a:gd name="T3" fmla="*/ 40 h 13"/>
                <a:gd name="T4" fmla="*/ 5 w 17"/>
                <a:gd name="T5" fmla="*/ 14 h 13"/>
                <a:gd name="T6" fmla="*/ 47 w 17"/>
                <a:gd name="T7" fmla="*/ 5 h 13"/>
                <a:gd name="T8" fmla="*/ 61 w 17"/>
                <a:gd name="T9" fmla="*/ 34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3">
                  <a:moveTo>
                    <a:pt x="17" y="9"/>
                  </a:moveTo>
                  <a:cubicBezTo>
                    <a:pt x="14" y="6"/>
                    <a:pt x="4" y="8"/>
                    <a:pt x="3" y="11"/>
                  </a:cubicBezTo>
                  <a:cubicBezTo>
                    <a:pt x="1" y="13"/>
                    <a:pt x="0" y="6"/>
                    <a:pt x="1" y="4"/>
                  </a:cubicBezTo>
                  <a:cubicBezTo>
                    <a:pt x="4" y="0"/>
                    <a:pt x="10" y="0"/>
                    <a:pt x="13" y="1"/>
                  </a:cubicBezTo>
                  <a:cubicBezTo>
                    <a:pt x="16" y="2"/>
                    <a:pt x="17" y="9"/>
                    <a:pt x="17" y="9"/>
                  </a:cubicBezTo>
                  <a:close/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169" name="Freeform 675">
              <a:extLst>
                <a:ext uri="{FF2B5EF4-FFF2-40B4-BE49-F238E27FC236}">
                  <a16:creationId xmlns:a16="http://schemas.microsoft.com/office/drawing/2014/main" id="{E9823645-B68E-4521-A3C6-3FCD9E6881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7" y="3957"/>
              <a:ext cx="20" cy="60"/>
            </a:xfrm>
            <a:custGeom>
              <a:avLst/>
              <a:gdLst>
                <a:gd name="T0" fmla="*/ 0 w 13"/>
                <a:gd name="T1" fmla="*/ 0 h 39"/>
                <a:gd name="T2" fmla="*/ 35 w 13"/>
                <a:gd name="T3" fmla="*/ 75 h 39"/>
                <a:gd name="T4" fmla="*/ 40 w 13"/>
                <a:gd name="T5" fmla="*/ 142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39">
                  <a:moveTo>
                    <a:pt x="0" y="0"/>
                  </a:moveTo>
                  <a:cubicBezTo>
                    <a:pt x="2" y="8"/>
                    <a:pt x="8" y="12"/>
                    <a:pt x="10" y="21"/>
                  </a:cubicBezTo>
                  <a:cubicBezTo>
                    <a:pt x="11" y="27"/>
                    <a:pt x="13" y="35"/>
                    <a:pt x="11" y="39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170" name="Freeform 676">
              <a:extLst>
                <a:ext uri="{FF2B5EF4-FFF2-40B4-BE49-F238E27FC236}">
                  <a16:creationId xmlns:a16="http://schemas.microsoft.com/office/drawing/2014/main" id="{24EF4C31-F1B7-487F-8408-5461AF1515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7" y="3947"/>
              <a:ext cx="23" cy="71"/>
            </a:xfrm>
            <a:custGeom>
              <a:avLst/>
              <a:gdLst>
                <a:gd name="T0" fmla="*/ 0 w 15"/>
                <a:gd name="T1" fmla="*/ 0 h 47"/>
                <a:gd name="T2" fmla="*/ 21 w 15"/>
                <a:gd name="T3" fmla="*/ 41 h 47"/>
                <a:gd name="T4" fmla="*/ 40 w 15"/>
                <a:gd name="T5" fmla="*/ 94 h 47"/>
                <a:gd name="T6" fmla="*/ 40 w 15"/>
                <a:gd name="T7" fmla="*/ 162 h 4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47">
                  <a:moveTo>
                    <a:pt x="0" y="0"/>
                  </a:moveTo>
                  <a:cubicBezTo>
                    <a:pt x="4" y="3"/>
                    <a:pt x="4" y="5"/>
                    <a:pt x="6" y="12"/>
                  </a:cubicBezTo>
                  <a:cubicBezTo>
                    <a:pt x="7" y="19"/>
                    <a:pt x="9" y="23"/>
                    <a:pt x="11" y="27"/>
                  </a:cubicBezTo>
                  <a:cubicBezTo>
                    <a:pt x="13" y="31"/>
                    <a:pt x="15" y="41"/>
                    <a:pt x="11" y="47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171" name="Freeform 677">
              <a:extLst>
                <a:ext uri="{FF2B5EF4-FFF2-40B4-BE49-F238E27FC236}">
                  <a16:creationId xmlns:a16="http://schemas.microsoft.com/office/drawing/2014/main" id="{4107533A-C1BA-4A58-9D44-3ACF8657C9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4" y="3941"/>
              <a:ext cx="27" cy="64"/>
            </a:xfrm>
            <a:custGeom>
              <a:avLst/>
              <a:gdLst>
                <a:gd name="T0" fmla="*/ 0 w 18"/>
                <a:gd name="T1" fmla="*/ 0 h 42"/>
                <a:gd name="T2" fmla="*/ 39 w 18"/>
                <a:gd name="T3" fmla="*/ 56 h 42"/>
                <a:gd name="T4" fmla="*/ 54 w 18"/>
                <a:gd name="T5" fmla="*/ 110 h 42"/>
                <a:gd name="T6" fmla="*/ 62 w 18"/>
                <a:gd name="T7" fmla="*/ 149 h 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42">
                  <a:moveTo>
                    <a:pt x="0" y="0"/>
                  </a:moveTo>
                  <a:cubicBezTo>
                    <a:pt x="4" y="3"/>
                    <a:pt x="9" y="10"/>
                    <a:pt x="11" y="16"/>
                  </a:cubicBezTo>
                  <a:cubicBezTo>
                    <a:pt x="13" y="22"/>
                    <a:pt x="14" y="25"/>
                    <a:pt x="16" y="31"/>
                  </a:cubicBezTo>
                  <a:cubicBezTo>
                    <a:pt x="17" y="35"/>
                    <a:pt x="18" y="38"/>
                    <a:pt x="18" y="42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172" name="Freeform 678">
              <a:extLst>
                <a:ext uri="{FF2B5EF4-FFF2-40B4-BE49-F238E27FC236}">
                  <a16:creationId xmlns:a16="http://schemas.microsoft.com/office/drawing/2014/main" id="{0C3BC519-7409-4790-91EA-5219FA7830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5" y="3931"/>
              <a:ext cx="33" cy="57"/>
            </a:xfrm>
            <a:custGeom>
              <a:avLst/>
              <a:gdLst>
                <a:gd name="T0" fmla="*/ 0 w 22"/>
                <a:gd name="T1" fmla="*/ 0 h 37"/>
                <a:gd name="T2" fmla="*/ 39 w 22"/>
                <a:gd name="T3" fmla="*/ 43 h 37"/>
                <a:gd name="T4" fmla="*/ 72 w 22"/>
                <a:gd name="T5" fmla="*/ 109 h 37"/>
                <a:gd name="T6" fmla="*/ 75 w 22"/>
                <a:gd name="T7" fmla="*/ 136 h 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37">
                  <a:moveTo>
                    <a:pt x="0" y="0"/>
                  </a:moveTo>
                  <a:cubicBezTo>
                    <a:pt x="5" y="3"/>
                    <a:pt x="8" y="7"/>
                    <a:pt x="11" y="12"/>
                  </a:cubicBezTo>
                  <a:cubicBezTo>
                    <a:pt x="14" y="17"/>
                    <a:pt x="19" y="20"/>
                    <a:pt x="21" y="30"/>
                  </a:cubicBezTo>
                  <a:cubicBezTo>
                    <a:pt x="21" y="33"/>
                    <a:pt x="21" y="35"/>
                    <a:pt x="22" y="37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173" name="Freeform 679">
              <a:extLst>
                <a:ext uri="{FF2B5EF4-FFF2-40B4-BE49-F238E27FC236}">
                  <a16:creationId xmlns:a16="http://schemas.microsoft.com/office/drawing/2014/main" id="{EDE0D46A-6CE3-41EE-B6A4-BC2D5347E9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1" y="3995"/>
              <a:ext cx="18" cy="16"/>
            </a:xfrm>
            <a:custGeom>
              <a:avLst/>
              <a:gdLst>
                <a:gd name="T0" fmla="*/ 39 w 12"/>
                <a:gd name="T1" fmla="*/ 35 h 10"/>
                <a:gd name="T2" fmla="*/ 5 w 12"/>
                <a:gd name="T3" fmla="*/ 35 h 10"/>
                <a:gd name="T4" fmla="*/ 21 w 12"/>
                <a:gd name="T5" fmla="*/ 0 h 10"/>
                <a:gd name="T6" fmla="*/ 39 w 12"/>
                <a:gd name="T7" fmla="*/ 35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0">
                  <a:moveTo>
                    <a:pt x="11" y="9"/>
                  </a:moveTo>
                  <a:cubicBezTo>
                    <a:pt x="8" y="10"/>
                    <a:pt x="2" y="10"/>
                    <a:pt x="1" y="9"/>
                  </a:cubicBezTo>
                  <a:cubicBezTo>
                    <a:pt x="0" y="8"/>
                    <a:pt x="1" y="1"/>
                    <a:pt x="6" y="0"/>
                  </a:cubicBezTo>
                  <a:cubicBezTo>
                    <a:pt x="11" y="0"/>
                    <a:pt x="12" y="8"/>
                    <a:pt x="11" y="9"/>
                  </a:cubicBezTo>
                  <a:close/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174" name="Freeform 680">
              <a:extLst>
                <a:ext uri="{FF2B5EF4-FFF2-40B4-BE49-F238E27FC236}">
                  <a16:creationId xmlns:a16="http://schemas.microsoft.com/office/drawing/2014/main" id="{68B9A332-CE7E-4C67-AE53-26B501A843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2" y="3988"/>
              <a:ext cx="16" cy="14"/>
            </a:xfrm>
            <a:custGeom>
              <a:avLst/>
              <a:gdLst>
                <a:gd name="T0" fmla="*/ 32 w 11"/>
                <a:gd name="T1" fmla="*/ 26 h 9"/>
                <a:gd name="T2" fmla="*/ 1 w 11"/>
                <a:gd name="T3" fmla="*/ 30 h 9"/>
                <a:gd name="T4" fmla="*/ 19 w 11"/>
                <a:gd name="T5" fmla="*/ 0 h 9"/>
                <a:gd name="T6" fmla="*/ 32 w 11"/>
                <a:gd name="T7" fmla="*/ 26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9">
                  <a:moveTo>
                    <a:pt x="10" y="7"/>
                  </a:moveTo>
                  <a:cubicBezTo>
                    <a:pt x="7" y="8"/>
                    <a:pt x="2" y="9"/>
                    <a:pt x="1" y="8"/>
                  </a:cubicBezTo>
                  <a:cubicBezTo>
                    <a:pt x="0" y="7"/>
                    <a:pt x="1" y="0"/>
                    <a:pt x="6" y="0"/>
                  </a:cubicBezTo>
                  <a:cubicBezTo>
                    <a:pt x="9" y="0"/>
                    <a:pt x="11" y="6"/>
                    <a:pt x="10" y="7"/>
                  </a:cubicBezTo>
                  <a:close/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175" name="Freeform 681">
              <a:extLst>
                <a:ext uri="{FF2B5EF4-FFF2-40B4-BE49-F238E27FC236}">
                  <a16:creationId xmlns:a16="http://schemas.microsoft.com/office/drawing/2014/main" id="{65987252-838C-4F01-8201-5E49638565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0" y="3982"/>
              <a:ext cx="15" cy="12"/>
            </a:xfrm>
            <a:custGeom>
              <a:avLst/>
              <a:gdLst>
                <a:gd name="T0" fmla="*/ 35 w 10"/>
                <a:gd name="T1" fmla="*/ 21 h 8"/>
                <a:gd name="T2" fmla="*/ 5 w 10"/>
                <a:gd name="T3" fmla="*/ 26 h 8"/>
                <a:gd name="T4" fmla="*/ 21 w 10"/>
                <a:gd name="T5" fmla="*/ 0 h 8"/>
                <a:gd name="T6" fmla="*/ 35 w 10"/>
                <a:gd name="T7" fmla="*/ 21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8">
                  <a:moveTo>
                    <a:pt x="10" y="6"/>
                  </a:moveTo>
                  <a:cubicBezTo>
                    <a:pt x="7" y="6"/>
                    <a:pt x="2" y="8"/>
                    <a:pt x="1" y="7"/>
                  </a:cubicBezTo>
                  <a:cubicBezTo>
                    <a:pt x="0" y="6"/>
                    <a:pt x="1" y="0"/>
                    <a:pt x="6" y="0"/>
                  </a:cubicBezTo>
                  <a:cubicBezTo>
                    <a:pt x="9" y="0"/>
                    <a:pt x="10" y="5"/>
                    <a:pt x="10" y="6"/>
                  </a:cubicBezTo>
                  <a:close/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176" name="Freeform 682">
              <a:extLst>
                <a:ext uri="{FF2B5EF4-FFF2-40B4-BE49-F238E27FC236}">
                  <a16:creationId xmlns:a16="http://schemas.microsoft.com/office/drawing/2014/main" id="{E4AB8978-D5EA-44DB-82AF-A3DC34E2485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7" y="3989"/>
              <a:ext cx="5" cy="22"/>
            </a:xfrm>
            <a:custGeom>
              <a:avLst/>
              <a:gdLst>
                <a:gd name="T0" fmla="*/ 13 w 3"/>
                <a:gd name="T1" fmla="*/ 0 h 14"/>
                <a:gd name="T2" fmla="*/ 13 w 3"/>
                <a:gd name="T3" fmla="*/ 55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4">
                  <a:moveTo>
                    <a:pt x="3" y="0"/>
                  </a:moveTo>
                  <a:cubicBezTo>
                    <a:pt x="2" y="5"/>
                    <a:pt x="0" y="7"/>
                    <a:pt x="3" y="14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177" name="Freeform 683">
              <a:extLst>
                <a:ext uri="{FF2B5EF4-FFF2-40B4-BE49-F238E27FC236}">
                  <a16:creationId xmlns:a16="http://schemas.microsoft.com/office/drawing/2014/main" id="{9CE351A8-1153-4089-A68B-174EB966E9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8" y="3810"/>
              <a:ext cx="3" cy="22"/>
            </a:xfrm>
            <a:custGeom>
              <a:avLst/>
              <a:gdLst>
                <a:gd name="T0" fmla="*/ 0 w 2"/>
                <a:gd name="T1" fmla="*/ 0 h 15"/>
                <a:gd name="T2" fmla="*/ 8 w 2"/>
                <a:gd name="T3" fmla="*/ 47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5">
                  <a:moveTo>
                    <a:pt x="0" y="0"/>
                  </a:moveTo>
                  <a:cubicBezTo>
                    <a:pt x="0" y="4"/>
                    <a:pt x="2" y="15"/>
                    <a:pt x="2" y="15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178" name="Freeform 684">
              <a:extLst>
                <a:ext uri="{FF2B5EF4-FFF2-40B4-BE49-F238E27FC236}">
                  <a16:creationId xmlns:a16="http://schemas.microsoft.com/office/drawing/2014/main" id="{9FBF81E0-8647-4D09-99F1-27A7BF26ED8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6" y="2439"/>
              <a:ext cx="41" cy="93"/>
            </a:xfrm>
            <a:custGeom>
              <a:avLst/>
              <a:gdLst>
                <a:gd name="T0" fmla="*/ 90 w 27"/>
                <a:gd name="T1" fmla="*/ 0 h 61"/>
                <a:gd name="T2" fmla="*/ 35 w 27"/>
                <a:gd name="T3" fmla="*/ 53 h 61"/>
                <a:gd name="T4" fmla="*/ 32 w 27"/>
                <a:gd name="T5" fmla="*/ 130 h 61"/>
                <a:gd name="T6" fmla="*/ 41 w 27"/>
                <a:gd name="T7" fmla="*/ 204 h 61"/>
                <a:gd name="T8" fmla="*/ 67 w 27"/>
                <a:gd name="T9" fmla="*/ 181 h 61"/>
                <a:gd name="T10" fmla="*/ 84 w 27"/>
                <a:gd name="T11" fmla="*/ 130 h 61"/>
                <a:gd name="T12" fmla="*/ 88 w 27"/>
                <a:gd name="T13" fmla="*/ 67 h 61"/>
                <a:gd name="T14" fmla="*/ 90 w 27"/>
                <a:gd name="T15" fmla="*/ 0 h 6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7" h="61">
                  <a:moveTo>
                    <a:pt x="26" y="0"/>
                  </a:moveTo>
                  <a:cubicBezTo>
                    <a:pt x="26" y="0"/>
                    <a:pt x="27" y="7"/>
                    <a:pt x="10" y="15"/>
                  </a:cubicBezTo>
                  <a:cubicBezTo>
                    <a:pt x="0" y="19"/>
                    <a:pt x="8" y="35"/>
                    <a:pt x="9" y="37"/>
                  </a:cubicBezTo>
                  <a:cubicBezTo>
                    <a:pt x="10" y="39"/>
                    <a:pt x="12" y="58"/>
                    <a:pt x="12" y="58"/>
                  </a:cubicBezTo>
                  <a:cubicBezTo>
                    <a:pt x="12" y="58"/>
                    <a:pt x="15" y="61"/>
                    <a:pt x="19" y="51"/>
                  </a:cubicBezTo>
                  <a:cubicBezTo>
                    <a:pt x="23" y="42"/>
                    <a:pt x="27" y="51"/>
                    <a:pt x="24" y="37"/>
                  </a:cubicBezTo>
                  <a:cubicBezTo>
                    <a:pt x="21" y="23"/>
                    <a:pt x="25" y="23"/>
                    <a:pt x="25" y="19"/>
                  </a:cubicBezTo>
                  <a:lnTo>
                    <a:pt x="26" y="0"/>
                  </a:lnTo>
                  <a:close/>
                </a:path>
              </a:pathLst>
            </a:custGeom>
            <a:solidFill>
              <a:srgbClr val="EFCA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179" name="Freeform 685">
              <a:extLst>
                <a:ext uri="{FF2B5EF4-FFF2-40B4-BE49-F238E27FC236}">
                  <a16:creationId xmlns:a16="http://schemas.microsoft.com/office/drawing/2014/main" id="{3DA8F3FE-2A6A-4EAD-822F-670C5A56480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2" y="2438"/>
              <a:ext cx="56" cy="182"/>
            </a:xfrm>
            <a:custGeom>
              <a:avLst/>
              <a:gdLst>
                <a:gd name="T0" fmla="*/ 76 w 37"/>
                <a:gd name="T1" fmla="*/ 0 h 120"/>
                <a:gd name="T2" fmla="*/ 5 w 37"/>
                <a:gd name="T3" fmla="*/ 74 h 120"/>
                <a:gd name="T4" fmla="*/ 14 w 37"/>
                <a:gd name="T5" fmla="*/ 126 h 120"/>
                <a:gd name="T6" fmla="*/ 27 w 37"/>
                <a:gd name="T7" fmla="*/ 202 h 120"/>
                <a:gd name="T8" fmla="*/ 27 w 37"/>
                <a:gd name="T9" fmla="*/ 235 h 120"/>
                <a:gd name="T10" fmla="*/ 39 w 37"/>
                <a:gd name="T11" fmla="*/ 255 h 120"/>
                <a:gd name="T12" fmla="*/ 62 w 37"/>
                <a:gd name="T13" fmla="*/ 325 h 120"/>
                <a:gd name="T14" fmla="*/ 103 w 37"/>
                <a:gd name="T15" fmla="*/ 366 h 120"/>
                <a:gd name="T16" fmla="*/ 129 w 37"/>
                <a:gd name="T17" fmla="*/ 419 h 12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7" h="120">
                  <a:moveTo>
                    <a:pt x="22" y="0"/>
                  </a:moveTo>
                  <a:cubicBezTo>
                    <a:pt x="22" y="12"/>
                    <a:pt x="3" y="11"/>
                    <a:pt x="1" y="21"/>
                  </a:cubicBezTo>
                  <a:cubicBezTo>
                    <a:pt x="0" y="25"/>
                    <a:pt x="2" y="32"/>
                    <a:pt x="4" y="36"/>
                  </a:cubicBezTo>
                  <a:cubicBezTo>
                    <a:pt x="6" y="43"/>
                    <a:pt x="7" y="50"/>
                    <a:pt x="8" y="58"/>
                  </a:cubicBezTo>
                  <a:cubicBezTo>
                    <a:pt x="8" y="60"/>
                    <a:pt x="7" y="64"/>
                    <a:pt x="8" y="67"/>
                  </a:cubicBezTo>
                  <a:cubicBezTo>
                    <a:pt x="8" y="70"/>
                    <a:pt x="9" y="70"/>
                    <a:pt x="11" y="73"/>
                  </a:cubicBezTo>
                  <a:cubicBezTo>
                    <a:pt x="15" y="79"/>
                    <a:pt x="16" y="86"/>
                    <a:pt x="18" y="93"/>
                  </a:cubicBezTo>
                  <a:cubicBezTo>
                    <a:pt x="21" y="101"/>
                    <a:pt x="25" y="100"/>
                    <a:pt x="30" y="105"/>
                  </a:cubicBezTo>
                  <a:cubicBezTo>
                    <a:pt x="33" y="108"/>
                    <a:pt x="37" y="115"/>
                    <a:pt x="37" y="12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180" name="Freeform 686">
              <a:extLst>
                <a:ext uri="{FF2B5EF4-FFF2-40B4-BE49-F238E27FC236}">
                  <a16:creationId xmlns:a16="http://schemas.microsoft.com/office/drawing/2014/main" id="{DCBC39C0-EA79-4DF2-AEA7-294071ABFF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7" y="2432"/>
              <a:ext cx="19" cy="6"/>
            </a:xfrm>
            <a:custGeom>
              <a:avLst/>
              <a:gdLst>
                <a:gd name="T0" fmla="*/ 48 w 12"/>
                <a:gd name="T1" fmla="*/ 14 h 4"/>
                <a:gd name="T2" fmla="*/ 0 w 12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4">
                  <a:moveTo>
                    <a:pt x="12" y="4"/>
                  </a:moveTo>
                  <a:cubicBezTo>
                    <a:pt x="9" y="1"/>
                    <a:pt x="5" y="0"/>
                    <a:pt x="0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181" name="Freeform 687">
              <a:extLst>
                <a:ext uri="{FF2B5EF4-FFF2-40B4-BE49-F238E27FC236}">
                  <a16:creationId xmlns:a16="http://schemas.microsoft.com/office/drawing/2014/main" id="{302AE7F7-9BAF-4336-BD8E-EA1897BF0B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4" y="2511"/>
              <a:ext cx="19" cy="18"/>
            </a:xfrm>
            <a:custGeom>
              <a:avLst/>
              <a:gdLst>
                <a:gd name="T0" fmla="*/ 48 w 12"/>
                <a:gd name="T1" fmla="*/ 0 h 12"/>
                <a:gd name="T2" fmla="*/ 0 w 12"/>
                <a:gd name="T3" fmla="*/ 41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2">
                  <a:moveTo>
                    <a:pt x="12" y="0"/>
                  </a:moveTo>
                  <a:cubicBezTo>
                    <a:pt x="6" y="2"/>
                    <a:pt x="6" y="12"/>
                    <a:pt x="0" y="12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182" name="Freeform 688">
              <a:extLst>
                <a:ext uri="{FF2B5EF4-FFF2-40B4-BE49-F238E27FC236}">
                  <a16:creationId xmlns:a16="http://schemas.microsoft.com/office/drawing/2014/main" id="{0C9DD71B-1BB6-4915-A352-59311E2844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8" y="2570"/>
              <a:ext cx="59" cy="28"/>
            </a:xfrm>
            <a:custGeom>
              <a:avLst/>
              <a:gdLst>
                <a:gd name="T0" fmla="*/ 0 w 39"/>
                <a:gd name="T1" fmla="*/ 0 h 18"/>
                <a:gd name="T2" fmla="*/ 68 w 39"/>
                <a:gd name="T3" fmla="*/ 53 h 18"/>
                <a:gd name="T4" fmla="*/ 135 w 39"/>
                <a:gd name="T5" fmla="*/ 68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18">
                  <a:moveTo>
                    <a:pt x="0" y="0"/>
                  </a:moveTo>
                  <a:cubicBezTo>
                    <a:pt x="9" y="2"/>
                    <a:pt x="12" y="11"/>
                    <a:pt x="20" y="14"/>
                  </a:cubicBezTo>
                  <a:cubicBezTo>
                    <a:pt x="26" y="15"/>
                    <a:pt x="34" y="14"/>
                    <a:pt x="39" y="18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183" name="Freeform 689">
              <a:extLst>
                <a:ext uri="{FF2B5EF4-FFF2-40B4-BE49-F238E27FC236}">
                  <a16:creationId xmlns:a16="http://schemas.microsoft.com/office/drawing/2014/main" id="{4B084823-2BD2-425B-A411-407850ED8B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9" y="2528"/>
              <a:ext cx="75" cy="47"/>
            </a:xfrm>
            <a:custGeom>
              <a:avLst/>
              <a:gdLst>
                <a:gd name="T0" fmla="*/ 176 w 49"/>
                <a:gd name="T1" fmla="*/ 108 h 31"/>
                <a:gd name="T2" fmla="*/ 127 w 49"/>
                <a:gd name="T3" fmla="*/ 102 h 31"/>
                <a:gd name="T4" fmla="*/ 66 w 49"/>
                <a:gd name="T5" fmla="*/ 74 h 31"/>
                <a:gd name="T6" fmla="*/ 21 w 49"/>
                <a:gd name="T7" fmla="*/ 49 h 31"/>
                <a:gd name="T8" fmla="*/ 0 w 49"/>
                <a:gd name="T9" fmla="*/ 0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31">
                  <a:moveTo>
                    <a:pt x="49" y="31"/>
                  </a:moveTo>
                  <a:cubicBezTo>
                    <a:pt x="44" y="28"/>
                    <a:pt x="41" y="29"/>
                    <a:pt x="35" y="29"/>
                  </a:cubicBezTo>
                  <a:cubicBezTo>
                    <a:pt x="28" y="28"/>
                    <a:pt x="25" y="23"/>
                    <a:pt x="18" y="21"/>
                  </a:cubicBezTo>
                  <a:cubicBezTo>
                    <a:pt x="12" y="20"/>
                    <a:pt x="9" y="21"/>
                    <a:pt x="6" y="14"/>
                  </a:cubicBezTo>
                  <a:cubicBezTo>
                    <a:pt x="4" y="8"/>
                    <a:pt x="4" y="4"/>
                    <a:pt x="0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184" name="Freeform 690">
              <a:extLst>
                <a:ext uri="{FF2B5EF4-FFF2-40B4-BE49-F238E27FC236}">
                  <a16:creationId xmlns:a16="http://schemas.microsoft.com/office/drawing/2014/main" id="{856DB18A-587B-4117-9CDF-FCCD7EB6DC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3" y="2462"/>
              <a:ext cx="24" cy="27"/>
            </a:xfrm>
            <a:custGeom>
              <a:avLst/>
              <a:gdLst>
                <a:gd name="T0" fmla="*/ 0 w 16"/>
                <a:gd name="T1" fmla="*/ 27 h 18"/>
                <a:gd name="T2" fmla="*/ 18 w 16"/>
                <a:gd name="T3" fmla="*/ 62 h 18"/>
                <a:gd name="T4" fmla="*/ 54 w 16"/>
                <a:gd name="T5" fmla="*/ 35 h 18"/>
                <a:gd name="T6" fmla="*/ 35 w 16"/>
                <a:gd name="T7" fmla="*/ 0 h 18"/>
                <a:gd name="T8" fmla="*/ 0 w 16"/>
                <a:gd name="T9" fmla="*/ 27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8">
                  <a:moveTo>
                    <a:pt x="0" y="8"/>
                  </a:moveTo>
                  <a:cubicBezTo>
                    <a:pt x="5" y="18"/>
                    <a:pt x="5" y="18"/>
                    <a:pt x="5" y="18"/>
                  </a:cubicBezTo>
                  <a:cubicBezTo>
                    <a:pt x="5" y="18"/>
                    <a:pt x="12" y="11"/>
                    <a:pt x="16" y="10"/>
                  </a:cubicBezTo>
                  <a:cubicBezTo>
                    <a:pt x="16" y="10"/>
                    <a:pt x="13" y="3"/>
                    <a:pt x="10" y="0"/>
                  </a:cubicBezTo>
                  <a:cubicBezTo>
                    <a:pt x="10" y="0"/>
                    <a:pt x="2" y="0"/>
                    <a:pt x="0" y="8"/>
                  </a:cubicBezTo>
                  <a:close/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185" name="Freeform 691">
              <a:extLst>
                <a:ext uri="{FF2B5EF4-FFF2-40B4-BE49-F238E27FC236}">
                  <a16:creationId xmlns:a16="http://schemas.microsoft.com/office/drawing/2014/main" id="{C1880E4A-0FD5-427C-9E06-18342F7B4C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6" y="2617"/>
              <a:ext cx="26" cy="19"/>
            </a:xfrm>
            <a:custGeom>
              <a:avLst/>
              <a:gdLst>
                <a:gd name="T0" fmla="*/ 0 w 17"/>
                <a:gd name="T1" fmla="*/ 13 h 12"/>
                <a:gd name="T2" fmla="*/ 47 w 17"/>
                <a:gd name="T3" fmla="*/ 27 h 12"/>
                <a:gd name="T4" fmla="*/ 47 w 17"/>
                <a:gd name="T5" fmla="*/ 43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2">
                  <a:moveTo>
                    <a:pt x="0" y="3"/>
                  </a:moveTo>
                  <a:cubicBezTo>
                    <a:pt x="0" y="3"/>
                    <a:pt x="4" y="0"/>
                    <a:pt x="13" y="7"/>
                  </a:cubicBezTo>
                  <a:cubicBezTo>
                    <a:pt x="17" y="10"/>
                    <a:pt x="17" y="12"/>
                    <a:pt x="13" y="11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186" name="Freeform 692">
              <a:extLst>
                <a:ext uri="{FF2B5EF4-FFF2-40B4-BE49-F238E27FC236}">
                  <a16:creationId xmlns:a16="http://schemas.microsoft.com/office/drawing/2014/main" id="{7A59D2FD-E39C-43A7-A6D0-8F46CE3D83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8" y="2515"/>
              <a:ext cx="64" cy="57"/>
            </a:xfrm>
            <a:custGeom>
              <a:avLst/>
              <a:gdLst>
                <a:gd name="T0" fmla="*/ 12 w 42"/>
                <a:gd name="T1" fmla="*/ 0 h 37"/>
                <a:gd name="T2" fmla="*/ 26 w 42"/>
                <a:gd name="T3" fmla="*/ 35 h 37"/>
                <a:gd name="T4" fmla="*/ 32 w 42"/>
                <a:gd name="T5" fmla="*/ 60 h 37"/>
                <a:gd name="T6" fmla="*/ 49 w 42"/>
                <a:gd name="T7" fmla="*/ 66 h 37"/>
                <a:gd name="T8" fmla="*/ 67 w 42"/>
                <a:gd name="T9" fmla="*/ 75 h 37"/>
                <a:gd name="T10" fmla="*/ 75 w 42"/>
                <a:gd name="T11" fmla="*/ 83 h 37"/>
                <a:gd name="T12" fmla="*/ 93 w 42"/>
                <a:gd name="T13" fmla="*/ 88 h 37"/>
                <a:gd name="T14" fmla="*/ 120 w 42"/>
                <a:gd name="T15" fmla="*/ 100 h 37"/>
                <a:gd name="T16" fmla="*/ 143 w 42"/>
                <a:gd name="T17" fmla="*/ 131 h 37"/>
                <a:gd name="T18" fmla="*/ 116 w 42"/>
                <a:gd name="T19" fmla="*/ 128 h 37"/>
                <a:gd name="T20" fmla="*/ 101 w 42"/>
                <a:gd name="T21" fmla="*/ 123 h 37"/>
                <a:gd name="T22" fmla="*/ 85 w 42"/>
                <a:gd name="T23" fmla="*/ 122 h 37"/>
                <a:gd name="T24" fmla="*/ 56 w 42"/>
                <a:gd name="T25" fmla="*/ 102 h 37"/>
                <a:gd name="T26" fmla="*/ 26 w 42"/>
                <a:gd name="T27" fmla="*/ 88 h 37"/>
                <a:gd name="T28" fmla="*/ 14 w 42"/>
                <a:gd name="T29" fmla="*/ 80 h 37"/>
                <a:gd name="T30" fmla="*/ 12 w 42"/>
                <a:gd name="T31" fmla="*/ 60 h 37"/>
                <a:gd name="T32" fmla="*/ 0 w 42"/>
                <a:gd name="T33" fmla="*/ 22 h 37"/>
                <a:gd name="T34" fmla="*/ 12 w 42"/>
                <a:gd name="T35" fmla="*/ 0 h 37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42" h="37">
                  <a:moveTo>
                    <a:pt x="3" y="0"/>
                  </a:moveTo>
                  <a:cubicBezTo>
                    <a:pt x="6" y="2"/>
                    <a:pt x="7" y="6"/>
                    <a:pt x="7" y="10"/>
                  </a:cubicBezTo>
                  <a:cubicBezTo>
                    <a:pt x="8" y="11"/>
                    <a:pt x="8" y="14"/>
                    <a:pt x="9" y="16"/>
                  </a:cubicBezTo>
                  <a:cubicBezTo>
                    <a:pt x="10" y="17"/>
                    <a:pt x="13" y="18"/>
                    <a:pt x="14" y="18"/>
                  </a:cubicBezTo>
                  <a:cubicBezTo>
                    <a:pt x="16" y="19"/>
                    <a:pt x="18" y="20"/>
                    <a:pt x="19" y="21"/>
                  </a:cubicBezTo>
                  <a:cubicBezTo>
                    <a:pt x="20" y="21"/>
                    <a:pt x="21" y="22"/>
                    <a:pt x="21" y="23"/>
                  </a:cubicBezTo>
                  <a:cubicBezTo>
                    <a:pt x="23" y="24"/>
                    <a:pt x="24" y="24"/>
                    <a:pt x="26" y="24"/>
                  </a:cubicBezTo>
                  <a:cubicBezTo>
                    <a:pt x="29" y="24"/>
                    <a:pt x="31" y="25"/>
                    <a:pt x="34" y="27"/>
                  </a:cubicBezTo>
                  <a:cubicBezTo>
                    <a:pt x="38" y="29"/>
                    <a:pt x="42" y="31"/>
                    <a:pt x="41" y="36"/>
                  </a:cubicBezTo>
                  <a:cubicBezTo>
                    <a:pt x="39" y="37"/>
                    <a:pt x="35" y="35"/>
                    <a:pt x="33" y="35"/>
                  </a:cubicBezTo>
                  <a:cubicBezTo>
                    <a:pt x="31" y="34"/>
                    <a:pt x="30" y="35"/>
                    <a:pt x="28" y="34"/>
                  </a:cubicBezTo>
                  <a:cubicBezTo>
                    <a:pt x="27" y="34"/>
                    <a:pt x="26" y="34"/>
                    <a:pt x="24" y="33"/>
                  </a:cubicBezTo>
                  <a:cubicBezTo>
                    <a:pt x="21" y="32"/>
                    <a:pt x="19" y="30"/>
                    <a:pt x="16" y="28"/>
                  </a:cubicBezTo>
                  <a:cubicBezTo>
                    <a:pt x="13" y="27"/>
                    <a:pt x="10" y="26"/>
                    <a:pt x="7" y="24"/>
                  </a:cubicBezTo>
                  <a:cubicBezTo>
                    <a:pt x="6" y="24"/>
                    <a:pt x="4" y="23"/>
                    <a:pt x="4" y="22"/>
                  </a:cubicBezTo>
                  <a:cubicBezTo>
                    <a:pt x="3" y="20"/>
                    <a:pt x="3" y="18"/>
                    <a:pt x="3" y="16"/>
                  </a:cubicBezTo>
                  <a:cubicBezTo>
                    <a:pt x="2" y="13"/>
                    <a:pt x="1" y="10"/>
                    <a:pt x="0" y="6"/>
                  </a:cubicBezTo>
                  <a:cubicBezTo>
                    <a:pt x="0" y="4"/>
                    <a:pt x="0" y="1"/>
                    <a:pt x="3" y="0"/>
                  </a:cubicBezTo>
                </a:path>
              </a:pathLst>
            </a:custGeom>
            <a:solidFill>
              <a:srgbClr val="EFCA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187" name="Freeform 693">
              <a:extLst>
                <a:ext uri="{FF2B5EF4-FFF2-40B4-BE49-F238E27FC236}">
                  <a16:creationId xmlns:a16="http://schemas.microsoft.com/office/drawing/2014/main" id="{DE5FEC34-1C29-4FA1-BD92-5955222531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4" y="2528"/>
              <a:ext cx="81" cy="65"/>
            </a:xfrm>
            <a:custGeom>
              <a:avLst/>
              <a:gdLst>
                <a:gd name="T0" fmla="*/ 0 w 53"/>
                <a:gd name="T1" fmla="*/ 12 h 43"/>
                <a:gd name="T2" fmla="*/ 18 w 53"/>
                <a:gd name="T3" fmla="*/ 14 h 43"/>
                <a:gd name="T4" fmla="*/ 32 w 53"/>
                <a:gd name="T5" fmla="*/ 53 h 43"/>
                <a:gd name="T6" fmla="*/ 66 w 53"/>
                <a:gd name="T7" fmla="*/ 80 h 43"/>
                <a:gd name="T8" fmla="*/ 96 w 53"/>
                <a:gd name="T9" fmla="*/ 94 h 43"/>
                <a:gd name="T10" fmla="*/ 110 w 53"/>
                <a:gd name="T11" fmla="*/ 101 h 43"/>
                <a:gd name="T12" fmla="*/ 124 w 53"/>
                <a:gd name="T13" fmla="*/ 103 h 43"/>
                <a:gd name="T14" fmla="*/ 164 w 53"/>
                <a:gd name="T15" fmla="*/ 107 h 43"/>
                <a:gd name="T16" fmla="*/ 185 w 53"/>
                <a:gd name="T17" fmla="*/ 121 h 43"/>
                <a:gd name="T18" fmla="*/ 171 w 53"/>
                <a:gd name="T19" fmla="*/ 144 h 43"/>
                <a:gd name="T20" fmla="*/ 142 w 53"/>
                <a:gd name="T21" fmla="*/ 142 h 43"/>
                <a:gd name="T22" fmla="*/ 110 w 53"/>
                <a:gd name="T23" fmla="*/ 130 h 43"/>
                <a:gd name="T24" fmla="*/ 81 w 53"/>
                <a:gd name="T25" fmla="*/ 116 h 43"/>
                <a:gd name="T26" fmla="*/ 47 w 53"/>
                <a:gd name="T27" fmla="*/ 94 h 43"/>
                <a:gd name="T28" fmla="*/ 35 w 53"/>
                <a:gd name="T29" fmla="*/ 86 h 43"/>
                <a:gd name="T30" fmla="*/ 28 w 53"/>
                <a:gd name="T31" fmla="*/ 68 h 43"/>
                <a:gd name="T32" fmla="*/ 14 w 53"/>
                <a:gd name="T33" fmla="*/ 45 h 43"/>
                <a:gd name="T34" fmla="*/ 8 w 53"/>
                <a:gd name="T35" fmla="*/ 26 h 43"/>
                <a:gd name="T36" fmla="*/ 5 w 53"/>
                <a:gd name="T37" fmla="*/ 12 h 43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53" h="43">
                  <a:moveTo>
                    <a:pt x="0" y="3"/>
                  </a:moveTo>
                  <a:cubicBezTo>
                    <a:pt x="2" y="2"/>
                    <a:pt x="4" y="0"/>
                    <a:pt x="5" y="4"/>
                  </a:cubicBezTo>
                  <a:cubicBezTo>
                    <a:pt x="6" y="8"/>
                    <a:pt x="7" y="11"/>
                    <a:pt x="9" y="15"/>
                  </a:cubicBezTo>
                  <a:cubicBezTo>
                    <a:pt x="11" y="19"/>
                    <a:pt x="14" y="21"/>
                    <a:pt x="18" y="23"/>
                  </a:cubicBezTo>
                  <a:cubicBezTo>
                    <a:pt x="21" y="24"/>
                    <a:pt x="24" y="25"/>
                    <a:pt x="27" y="27"/>
                  </a:cubicBezTo>
                  <a:cubicBezTo>
                    <a:pt x="29" y="27"/>
                    <a:pt x="30" y="29"/>
                    <a:pt x="31" y="29"/>
                  </a:cubicBezTo>
                  <a:cubicBezTo>
                    <a:pt x="32" y="30"/>
                    <a:pt x="34" y="30"/>
                    <a:pt x="35" y="30"/>
                  </a:cubicBezTo>
                  <a:cubicBezTo>
                    <a:pt x="39" y="31"/>
                    <a:pt x="42" y="30"/>
                    <a:pt x="46" y="31"/>
                  </a:cubicBezTo>
                  <a:cubicBezTo>
                    <a:pt x="48" y="31"/>
                    <a:pt x="52" y="32"/>
                    <a:pt x="52" y="35"/>
                  </a:cubicBezTo>
                  <a:cubicBezTo>
                    <a:pt x="53" y="37"/>
                    <a:pt x="50" y="41"/>
                    <a:pt x="48" y="42"/>
                  </a:cubicBezTo>
                  <a:cubicBezTo>
                    <a:pt x="46" y="43"/>
                    <a:pt x="42" y="42"/>
                    <a:pt x="40" y="41"/>
                  </a:cubicBezTo>
                  <a:cubicBezTo>
                    <a:pt x="37" y="40"/>
                    <a:pt x="34" y="39"/>
                    <a:pt x="31" y="38"/>
                  </a:cubicBezTo>
                  <a:cubicBezTo>
                    <a:pt x="28" y="38"/>
                    <a:pt x="25" y="36"/>
                    <a:pt x="23" y="34"/>
                  </a:cubicBezTo>
                  <a:cubicBezTo>
                    <a:pt x="20" y="31"/>
                    <a:pt x="17" y="29"/>
                    <a:pt x="13" y="27"/>
                  </a:cubicBezTo>
                  <a:cubicBezTo>
                    <a:pt x="12" y="26"/>
                    <a:pt x="11" y="26"/>
                    <a:pt x="10" y="25"/>
                  </a:cubicBezTo>
                  <a:cubicBezTo>
                    <a:pt x="9" y="24"/>
                    <a:pt x="9" y="22"/>
                    <a:pt x="8" y="20"/>
                  </a:cubicBezTo>
                  <a:cubicBezTo>
                    <a:pt x="7" y="18"/>
                    <a:pt x="6" y="15"/>
                    <a:pt x="4" y="13"/>
                  </a:cubicBezTo>
                  <a:cubicBezTo>
                    <a:pt x="3" y="11"/>
                    <a:pt x="2" y="9"/>
                    <a:pt x="2" y="7"/>
                  </a:cubicBezTo>
                  <a:cubicBezTo>
                    <a:pt x="1" y="6"/>
                    <a:pt x="1" y="4"/>
                    <a:pt x="1" y="3"/>
                  </a:cubicBezTo>
                </a:path>
              </a:pathLst>
            </a:custGeom>
            <a:solidFill>
              <a:srgbClr val="EFCA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188" name="Freeform 694">
              <a:extLst>
                <a:ext uri="{FF2B5EF4-FFF2-40B4-BE49-F238E27FC236}">
                  <a16:creationId xmlns:a16="http://schemas.microsoft.com/office/drawing/2014/main" id="{18B26669-D4B0-40ED-BCE7-47E26069BA8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9" y="2572"/>
              <a:ext cx="48" cy="38"/>
            </a:xfrm>
            <a:custGeom>
              <a:avLst/>
              <a:gdLst>
                <a:gd name="T0" fmla="*/ 0 w 31"/>
                <a:gd name="T1" fmla="*/ 0 h 25"/>
                <a:gd name="T2" fmla="*/ 12 w 31"/>
                <a:gd name="T3" fmla="*/ 35 h 25"/>
                <a:gd name="T4" fmla="*/ 29 w 31"/>
                <a:gd name="T5" fmla="*/ 41 h 25"/>
                <a:gd name="T6" fmla="*/ 45 w 31"/>
                <a:gd name="T7" fmla="*/ 53 h 25"/>
                <a:gd name="T8" fmla="*/ 88 w 31"/>
                <a:gd name="T9" fmla="*/ 84 h 25"/>
                <a:gd name="T10" fmla="*/ 115 w 31"/>
                <a:gd name="T11" fmla="*/ 62 h 25"/>
                <a:gd name="T12" fmla="*/ 96 w 31"/>
                <a:gd name="T13" fmla="*/ 49 h 25"/>
                <a:gd name="T14" fmla="*/ 62 w 31"/>
                <a:gd name="T15" fmla="*/ 46 h 25"/>
                <a:gd name="T16" fmla="*/ 34 w 31"/>
                <a:gd name="T17" fmla="*/ 27 h 25"/>
                <a:gd name="T18" fmla="*/ 12 w 31"/>
                <a:gd name="T19" fmla="*/ 12 h 25"/>
                <a:gd name="T20" fmla="*/ 0 w 31"/>
                <a:gd name="T21" fmla="*/ 5 h 2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1" h="25">
                  <a:moveTo>
                    <a:pt x="0" y="0"/>
                  </a:moveTo>
                  <a:cubicBezTo>
                    <a:pt x="2" y="3"/>
                    <a:pt x="1" y="7"/>
                    <a:pt x="3" y="10"/>
                  </a:cubicBezTo>
                  <a:cubicBezTo>
                    <a:pt x="4" y="11"/>
                    <a:pt x="7" y="12"/>
                    <a:pt x="8" y="12"/>
                  </a:cubicBezTo>
                  <a:cubicBezTo>
                    <a:pt x="10" y="13"/>
                    <a:pt x="11" y="14"/>
                    <a:pt x="12" y="15"/>
                  </a:cubicBezTo>
                  <a:cubicBezTo>
                    <a:pt x="15" y="18"/>
                    <a:pt x="19" y="25"/>
                    <a:pt x="24" y="24"/>
                  </a:cubicBezTo>
                  <a:cubicBezTo>
                    <a:pt x="26" y="24"/>
                    <a:pt x="31" y="21"/>
                    <a:pt x="31" y="18"/>
                  </a:cubicBezTo>
                  <a:cubicBezTo>
                    <a:pt x="31" y="15"/>
                    <a:pt x="27" y="15"/>
                    <a:pt x="26" y="14"/>
                  </a:cubicBezTo>
                  <a:cubicBezTo>
                    <a:pt x="23" y="14"/>
                    <a:pt x="20" y="14"/>
                    <a:pt x="17" y="13"/>
                  </a:cubicBezTo>
                  <a:cubicBezTo>
                    <a:pt x="14" y="12"/>
                    <a:pt x="12" y="10"/>
                    <a:pt x="9" y="8"/>
                  </a:cubicBezTo>
                  <a:cubicBezTo>
                    <a:pt x="7" y="6"/>
                    <a:pt x="5" y="5"/>
                    <a:pt x="3" y="3"/>
                  </a:cubicBezTo>
                  <a:cubicBezTo>
                    <a:pt x="2" y="2"/>
                    <a:pt x="1" y="1"/>
                    <a:pt x="0" y="1"/>
                  </a:cubicBezTo>
                </a:path>
              </a:pathLst>
            </a:custGeom>
            <a:solidFill>
              <a:srgbClr val="EFCA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189" name="Freeform 695">
              <a:extLst>
                <a:ext uri="{FF2B5EF4-FFF2-40B4-BE49-F238E27FC236}">
                  <a16:creationId xmlns:a16="http://schemas.microsoft.com/office/drawing/2014/main" id="{89396ED4-E3B7-4A0D-9250-6E894003B7F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3" y="2454"/>
              <a:ext cx="17" cy="64"/>
            </a:xfrm>
            <a:custGeom>
              <a:avLst/>
              <a:gdLst>
                <a:gd name="T0" fmla="*/ 40 w 11"/>
                <a:gd name="T1" fmla="*/ 0 h 42"/>
                <a:gd name="T2" fmla="*/ 19 w 11"/>
                <a:gd name="T3" fmla="*/ 67 h 42"/>
                <a:gd name="T4" fmla="*/ 29 w 11"/>
                <a:gd name="T5" fmla="*/ 102 h 42"/>
                <a:gd name="T6" fmla="*/ 36 w 11"/>
                <a:gd name="T7" fmla="*/ 149 h 42"/>
                <a:gd name="T8" fmla="*/ 14 w 11"/>
                <a:gd name="T9" fmla="*/ 110 h 42"/>
                <a:gd name="T10" fmla="*/ 5 w 11"/>
                <a:gd name="T11" fmla="*/ 53 h 42"/>
                <a:gd name="T12" fmla="*/ 40 w 11"/>
                <a:gd name="T13" fmla="*/ 5 h 4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" h="42">
                  <a:moveTo>
                    <a:pt x="11" y="0"/>
                  </a:moveTo>
                  <a:cubicBezTo>
                    <a:pt x="6" y="2"/>
                    <a:pt x="4" y="14"/>
                    <a:pt x="5" y="19"/>
                  </a:cubicBezTo>
                  <a:cubicBezTo>
                    <a:pt x="6" y="23"/>
                    <a:pt x="7" y="26"/>
                    <a:pt x="8" y="29"/>
                  </a:cubicBezTo>
                  <a:cubicBezTo>
                    <a:pt x="9" y="33"/>
                    <a:pt x="9" y="38"/>
                    <a:pt x="10" y="42"/>
                  </a:cubicBezTo>
                  <a:cubicBezTo>
                    <a:pt x="7" y="39"/>
                    <a:pt x="6" y="34"/>
                    <a:pt x="4" y="31"/>
                  </a:cubicBezTo>
                  <a:cubicBezTo>
                    <a:pt x="2" y="26"/>
                    <a:pt x="0" y="21"/>
                    <a:pt x="1" y="15"/>
                  </a:cubicBezTo>
                  <a:cubicBezTo>
                    <a:pt x="2" y="9"/>
                    <a:pt x="4" y="0"/>
                    <a:pt x="11" y="1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190" name="Freeform 696">
              <a:extLst>
                <a:ext uri="{FF2B5EF4-FFF2-40B4-BE49-F238E27FC236}">
                  <a16:creationId xmlns:a16="http://schemas.microsoft.com/office/drawing/2014/main" id="{9E577B55-4D1F-4653-9E6E-CE75F93306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3" y="2465"/>
              <a:ext cx="17" cy="14"/>
            </a:xfrm>
            <a:custGeom>
              <a:avLst/>
              <a:gdLst>
                <a:gd name="T0" fmla="*/ 5 w 11"/>
                <a:gd name="T1" fmla="*/ 22 h 9"/>
                <a:gd name="T2" fmla="*/ 19 w 11"/>
                <a:gd name="T3" fmla="*/ 5 h 9"/>
                <a:gd name="T4" fmla="*/ 34 w 11"/>
                <a:gd name="T5" fmla="*/ 0 h 9"/>
                <a:gd name="T6" fmla="*/ 19 w 11"/>
                <a:gd name="T7" fmla="*/ 14 h 9"/>
                <a:gd name="T8" fmla="*/ 0 w 11"/>
                <a:gd name="T9" fmla="*/ 22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9">
                  <a:moveTo>
                    <a:pt x="1" y="6"/>
                  </a:moveTo>
                  <a:cubicBezTo>
                    <a:pt x="1" y="4"/>
                    <a:pt x="3" y="2"/>
                    <a:pt x="5" y="1"/>
                  </a:cubicBezTo>
                  <a:cubicBezTo>
                    <a:pt x="5" y="1"/>
                    <a:pt x="9" y="0"/>
                    <a:pt x="9" y="0"/>
                  </a:cubicBezTo>
                  <a:cubicBezTo>
                    <a:pt x="11" y="1"/>
                    <a:pt x="6" y="4"/>
                    <a:pt x="5" y="4"/>
                  </a:cubicBezTo>
                  <a:cubicBezTo>
                    <a:pt x="4" y="5"/>
                    <a:pt x="1" y="9"/>
                    <a:pt x="0" y="6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191" name="Freeform 697">
              <a:extLst>
                <a:ext uri="{FF2B5EF4-FFF2-40B4-BE49-F238E27FC236}">
                  <a16:creationId xmlns:a16="http://schemas.microsoft.com/office/drawing/2014/main" id="{4D24BD1E-C94D-4FFF-BDE9-93B1A50C1C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9" y="2620"/>
              <a:ext cx="8" cy="8"/>
            </a:xfrm>
            <a:custGeom>
              <a:avLst/>
              <a:gdLst>
                <a:gd name="T0" fmla="*/ 0 w 5"/>
                <a:gd name="T1" fmla="*/ 8 h 5"/>
                <a:gd name="T2" fmla="*/ 8 w 5"/>
                <a:gd name="T3" fmla="*/ 21 h 5"/>
                <a:gd name="T4" fmla="*/ 0 w 5"/>
                <a:gd name="T5" fmla="*/ 8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0" y="2"/>
                  </a:moveTo>
                  <a:cubicBezTo>
                    <a:pt x="1" y="3"/>
                    <a:pt x="2" y="4"/>
                    <a:pt x="2" y="5"/>
                  </a:cubicBezTo>
                  <a:cubicBezTo>
                    <a:pt x="5" y="3"/>
                    <a:pt x="2" y="0"/>
                    <a:pt x="0" y="2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192" name="Freeform 698">
              <a:extLst>
                <a:ext uri="{FF2B5EF4-FFF2-40B4-BE49-F238E27FC236}">
                  <a16:creationId xmlns:a16="http://schemas.microsoft.com/office/drawing/2014/main" id="{6460B52B-5E16-4B6A-9440-C8C55B2E8D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6" y="2465"/>
              <a:ext cx="12" cy="20"/>
            </a:xfrm>
            <a:custGeom>
              <a:avLst/>
              <a:gdLst>
                <a:gd name="T0" fmla="*/ 27 w 8"/>
                <a:gd name="T1" fmla="*/ 0 h 13"/>
                <a:gd name="T2" fmla="*/ 0 w 8"/>
                <a:gd name="T3" fmla="*/ 28 h 13"/>
                <a:gd name="T4" fmla="*/ 27 w 8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3">
                  <a:moveTo>
                    <a:pt x="8" y="0"/>
                  </a:moveTo>
                  <a:cubicBezTo>
                    <a:pt x="8" y="0"/>
                    <a:pt x="0" y="3"/>
                    <a:pt x="0" y="8"/>
                  </a:cubicBezTo>
                  <a:cubicBezTo>
                    <a:pt x="0" y="13"/>
                    <a:pt x="2" y="1"/>
                    <a:pt x="8" y="0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193" name="Freeform 699">
              <a:extLst>
                <a:ext uri="{FF2B5EF4-FFF2-40B4-BE49-F238E27FC236}">
                  <a16:creationId xmlns:a16="http://schemas.microsoft.com/office/drawing/2014/main" id="{F46E9E1C-102C-475F-840E-D7654D86D59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0" y="1632"/>
              <a:ext cx="130" cy="98"/>
            </a:xfrm>
            <a:custGeom>
              <a:avLst/>
              <a:gdLst>
                <a:gd name="T0" fmla="*/ 0 w 85"/>
                <a:gd name="T1" fmla="*/ 176 h 64"/>
                <a:gd name="T2" fmla="*/ 225 w 85"/>
                <a:gd name="T3" fmla="*/ 142 h 64"/>
                <a:gd name="T4" fmla="*/ 304 w 85"/>
                <a:gd name="T5" fmla="*/ 0 h 64"/>
                <a:gd name="T6" fmla="*/ 194 w 85"/>
                <a:gd name="T7" fmla="*/ 188 h 64"/>
                <a:gd name="T8" fmla="*/ 12 w 85"/>
                <a:gd name="T9" fmla="*/ 182 h 6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5" h="64">
                  <a:moveTo>
                    <a:pt x="0" y="49"/>
                  </a:moveTo>
                  <a:cubicBezTo>
                    <a:pt x="19" y="64"/>
                    <a:pt x="47" y="57"/>
                    <a:pt x="63" y="40"/>
                  </a:cubicBezTo>
                  <a:cubicBezTo>
                    <a:pt x="74" y="29"/>
                    <a:pt x="78" y="13"/>
                    <a:pt x="85" y="0"/>
                  </a:cubicBezTo>
                  <a:cubicBezTo>
                    <a:pt x="78" y="20"/>
                    <a:pt x="71" y="41"/>
                    <a:pt x="54" y="52"/>
                  </a:cubicBezTo>
                  <a:cubicBezTo>
                    <a:pt x="39" y="62"/>
                    <a:pt x="16" y="63"/>
                    <a:pt x="3" y="51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194" name="Freeform 700">
              <a:extLst>
                <a:ext uri="{FF2B5EF4-FFF2-40B4-BE49-F238E27FC236}">
                  <a16:creationId xmlns:a16="http://schemas.microsoft.com/office/drawing/2014/main" id="{D368BBD8-CFE5-40B8-8368-4B5A1CCD47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2" y="1626"/>
              <a:ext cx="126" cy="108"/>
            </a:xfrm>
            <a:custGeom>
              <a:avLst/>
              <a:gdLst>
                <a:gd name="T0" fmla="*/ 8 w 83"/>
                <a:gd name="T1" fmla="*/ 0 h 71"/>
                <a:gd name="T2" fmla="*/ 115 w 83"/>
                <a:gd name="T3" fmla="*/ 195 h 71"/>
                <a:gd name="T4" fmla="*/ 290 w 83"/>
                <a:gd name="T5" fmla="*/ 222 h 71"/>
                <a:gd name="T6" fmla="*/ 120 w 83"/>
                <a:gd name="T7" fmla="*/ 181 h 71"/>
                <a:gd name="T8" fmla="*/ 8 w 83"/>
                <a:gd name="T9" fmla="*/ 27 h 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3" h="71">
                  <a:moveTo>
                    <a:pt x="2" y="0"/>
                  </a:moveTo>
                  <a:cubicBezTo>
                    <a:pt x="0" y="22"/>
                    <a:pt x="16" y="44"/>
                    <a:pt x="33" y="55"/>
                  </a:cubicBezTo>
                  <a:cubicBezTo>
                    <a:pt x="46" y="62"/>
                    <a:pt x="69" y="71"/>
                    <a:pt x="83" y="63"/>
                  </a:cubicBezTo>
                  <a:cubicBezTo>
                    <a:pt x="72" y="67"/>
                    <a:pt x="45" y="58"/>
                    <a:pt x="34" y="51"/>
                  </a:cubicBezTo>
                  <a:cubicBezTo>
                    <a:pt x="22" y="44"/>
                    <a:pt x="3" y="23"/>
                    <a:pt x="2" y="8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195" name="Freeform 701">
              <a:extLst>
                <a:ext uri="{FF2B5EF4-FFF2-40B4-BE49-F238E27FC236}">
                  <a16:creationId xmlns:a16="http://schemas.microsoft.com/office/drawing/2014/main" id="{1D17B7FC-0511-45A8-874E-9A75BC66D94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9" y="2317"/>
              <a:ext cx="129" cy="70"/>
            </a:xfrm>
            <a:custGeom>
              <a:avLst/>
              <a:gdLst>
                <a:gd name="T0" fmla="*/ 297 w 85"/>
                <a:gd name="T1" fmla="*/ 0 h 46"/>
                <a:gd name="T2" fmla="*/ 0 w 85"/>
                <a:gd name="T3" fmla="*/ 163 h 46"/>
                <a:gd name="T4" fmla="*/ 297 w 85"/>
                <a:gd name="T5" fmla="*/ 0 h 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5" h="46">
                  <a:moveTo>
                    <a:pt x="85" y="0"/>
                  </a:moveTo>
                  <a:cubicBezTo>
                    <a:pt x="85" y="0"/>
                    <a:pt x="37" y="37"/>
                    <a:pt x="0" y="46"/>
                  </a:cubicBezTo>
                  <a:cubicBezTo>
                    <a:pt x="0" y="46"/>
                    <a:pt x="45" y="39"/>
                    <a:pt x="8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196" name="Freeform 702">
              <a:extLst>
                <a:ext uri="{FF2B5EF4-FFF2-40B4-BE49-F238E27FC236}">
                  <a16:creationId xmlns:a16="http://schemas.microsoft.com/office/drawing/2014/main" id="{1DA85B04-22A3-479B-81CA-4201F8A3659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9" y="3051"/>
              <a:ext cx="69" cy="80"/>
            </a:xfrm>
            <a:custGeom>
              <a:avLst/>
              <a:gdLst>
                <a:gd name="T0" fmla="*/ 0 w 45"/>
                <a:gd name="T1" fmla="*/ 131 h 52"/>
                <a:gd name="T2" fmla="*/ 144 w 45"/>
                <a:gd name="T3" fmla="*/ 0 h 52"/>
                <a:gd name="T4" fmla="*/ 133 w 45"/>
                <a:gd name="T5" fmla="*/ 106 h 52"/>
                <a:gd name="T6" fmla="*/ 26 w 45"/>
                <a:gd name="T7" fmla="*/ 146 h 5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5" h="52">
                  <a:moveTo>
                    <a:pt x="0" y="36"/>
                  </a:moveTo>
                  <a:cubicBezTo>
                    <a:pt x="18" y="52"/>
                    <a:pt x="36" y="13"/>
                    <a:pt x="40" y="0"/>
                  </a:cubicBezTo>
                  <a:cubicBezTo>
                    <a:pt x="42" y="10"/>
                    <a:pt x="45" y="20"/>
                    <a:pt x="37" y="29"/>
                  </a:cubicBezTo>
                  <a:cubicBezTo>
                    <a:pt x="30" y="38"/>
                    <a:pt x="17" y="41"/>
                    <a:pt x="7" y="40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197" name="Freeform 703">
              <a:extLst>
                <a:ext uri="{FF2B5EF4-FFF2-40B4-BE49-F238E27FC236}">
                  <a16:creationId xmlns:a16="http://schemas.microsoft.com/office/drawing/2014/main" id="{712AAB49-8C2F-4129-95A5-C41E28C64C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0" y="3042"/>
              <a:ext cx="49" cy="79"/>
            </a:xfrm>
            <a:custGeom>
              <a:avLst/>
              <a:gdLst>
                <a:gd name="T0" fmla="*/ 0 w 32"/>
                <a:gd name="T1" fmla="*/ 143 h 52"/>
                <a:gd name="T2" fmla="*/ 89 w 32"/>
                <a:gd name="T3" fmla="*/ 0 h 52"/>
                <a:gd name="T4" fmla="*/ 12 w 32"/>
                <a:gd name="T5" fmla="*/ 150 h 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52">
                  <a:moveTo>
                    <a:pt x="0" y="41"/>
                  </a:moveTo>
                  <a:cubicBezTo>
                    <a:pt x="19" y="51"/>
                    <a:pt x="26" y="12"/>
                    <a:pt x="25" y="0"/>
                  </a:cubicBezTo>
                  <a:cubicBezTo>
                    <a:pt x="32" y="17"/>
                    <a:pt x="25" y="52"/>
                    <a:pt x="3" y="43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198" name="Freeform 704">
              <a:extLst>
                <a:ext uri="{FF2B5EF4-FFF2-40B4-BE49-F238E27FC236}">
                  <a16:creationId xmlns:a16="http://schemas.microsoft.com/office/drawing/2014/main" id="{04CA7B87-9936-4CA9-B769-E30287010D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2" y="1903"/>
              <a:ext cx="29" cy="353"/>
            </a:xfrm>
            <a:custGeom>
              <a:avLst/>
              <a:gdLst>
                <a:gd name="T0" fmla="*/ 12 w 19"/>
                <a:gd name="T1" fmla="*/ 359 h 232"/>
                <a:gd name="T2" fmla="*/ 67 w 19"/>
                <a:gd name="T3" fmla="*/ 817 h 232"/>
                <a:gd name="T4" fmla="*/ 41 w 19"/>
                <a:gd name="T5" fmla="*/ 399 h 232"/>
                <a:gd name="T6" fmla="*/ 5 w 19"/>
                <a:gd name="T7" fmla="*/ 0 h 232"/>
                <a:gd name="T8" fmla="*/ 12 w 19"/>
                <a:gd name="T9" fmla="*/ 359 h 2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232">
                  <a:moveTo>
                    <a:pt x="3" y="102"/>
                  </a:moveTo>
                  <a:cubicBezTo>
                    <a:pt x="4" y="122"/>
                    <a:pt x="13" y="204"/>
                    <a:pt x="19" y="232"/>
                  </a:cubicBezTo>
                  <a:cubicBezTo>
                    <a:pt x="17" y="216"/>
                    <a:pt x="13" y="167"/>
                    <a:pt x="12" y="113"/>
                  </a:cubicBezTo>
                  <a:cubicBezTo>
                    <a:pt x="11" y="60"/>
                    <a:pt x="6" y="24"/>
                    <a:pt x="1" y="0"/>
                  </a:cubicBezTo>
                  <a:cubicBezTo>
                    <a:pt x="0" y="25"/>
                    <a:pt x="2" y="79"/>
                    <a:pt x="3" y="102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199" name="Freeform 705">
              <a:extLst>
                <a:ext uri="{FF2B5EF4-FFF2-40B4-BE49-F238E27FC236}">
                  <a16:creationId xmlns:a16="http://schemas.microsoft.com/office/drawing/2014/main" id="{7CBA2370-F270-4CF1-9982-73E810C24E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1" y="1509"/>
              <a:ext cx="36" cy="387"/>
            </a:xfrm>
            <a:custGeom>
              <a:avLst/>
              <a:gdLst>
                <a:gd name="T0" fmla="*/ 72 w 24"/>
                <a:gd name="T1" fmla="*/ 0 h 254"/>
                <a:gd name="T2" fmla="*/ 72 w 24"/>
                <a:gd name="T3" fmla="*/ 382 h 254"/>
                <a:gd name="T4" fmla="*/ 32 w 24"/>
                <a:gd name="T5" fmla="*/ 789 h 254"/>
                <a:gd name="T6" fmla="*/ 18 w 24"/>
                <a:gd name="T7" fmla="*/ 899 h 254"/>
                <a:gd name="T8" fmla="*/ 26 w 24"/>
                <a:gd name="T9" fmla="*/ 527 h 254"/>
                <a:gd name="T10" fmla="*/ 72 w 24"/>
                <a:gd name="T11" fmla="*/ 0 h 25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254">
                  <a:moveTo>
                    <a:pt x="21" y="0"/>
                  </a:moveTo>
                  <a:cubicBezTo>
                    <a:pt x="23" y="18"/>
                    <a:pt x="23" y="74"/>
                    <a:pt x="21" y="108"/>
                  </a:cubicBezTo>
                  <a:cubicBezTo>
                    <a:pt x="20" y="142"/>
                    <a:pt x="13" y="204"/>
                    <a:pt x="9" y="223"/>
                  </a:cubicBezTo>
                  <a:cubicBezTo>
                    <a:pt x="5" y="241"/>
                    <a:pt x="5" y="254"/>
                    <a:pt x="5" y="254"/>
                  </a:cubicBezTo>
                  <a:cubicBezTo>
                    <a:pt x="0" y="227"/>
                    <a:pt x="6" y="166"/>
                    <a:pt x="7" y="149"/>
                  </a:cubicBezTo>
                  <a:cubicBezTo>
                    <a:pt x="8" y="131"/>
                    <a:pt x="24" y="24"/>
                    <a:pt x="21" y="0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200" name="Freeform 706">
              <a:extLst>
                <a:ext uri="{FF2B5EF4-FFF2-40B4-BE49-F238E27FC236}">
                  <a16:creationId xmlns:a16="http://schemas.microsoft.com/office/drawing/2014/main" id="{C43CAC51-39F0-4092-B07D-C3E9275B2E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8" y="1918"/>
              <a:ext cx="25" cy="325"/>
            </a:xfrm>
            <a:custGeom>
              <a:avLst/>
              <a:gdLst>
                <a:gd name="T0" fmla="*/ 0 w 16"/>
                <a:gd name="T1" fmla="*/ 757 h 213"/>
                <a:gd name="T2" fmla="*/ 22 w 16"/>
                <a:gd name="T3" fmla="*/ 412 h 213"/>
                <a:gd name="T4" fmla="*/ 53 w 16"/>
                <a:gd name="T5" fmla="*/ 0 h 213"/>
                <a:gd name="T6" fmla="*/ 56 w 16"/>
                <a:gd name="T7" fmla="*/ 310 h 213"/>
                <a:gd name="T8" fmla="*/ 0 w 16"/>
                <a:gd name="T9" fmla="*/ 757 h 2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213">
                  <a:moveTo>
                    <a:pt x="0" y="213"/>
                  </a:moveTo>
                  <a:cubicBezTo>
                    <a:pt x="0" y="207"/>
                    <a:pt x="6" y="155"/>
                    <a:pt x="6" y="116"/>
                  </a:cubicBezTo>
                  <a:cubicBezTo>
                    <a:pt x="6" y="73"/>
                    <a:pt x="8" y="31"/>
                    <a:pt x="14" y="0"/>
                  </a:cubicBezTo>
                  <a:cubicBezTo>
                    <a:pt x="11" y="19"/>
                    <a:pt x="14" y="59"/>
                    <a:pt x="15" y="87"/>
                  </a:cubicBezTo>
                  <a:cubicBezTo>
                    <a:pt x="16" y="115"/>
                    <a:pt x="8" y="187"/>
                    <a:pt x="0" y="213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201" name="Freeform 707">
              <a:extLst>
                <a:ext uri="{FF2B5EF4-FFF2-40B4-BE49-F238E27FC236}">
                  <a16:creationId xmlns:a16="http://schemas.microsoft.com/office/drawing/2014/main" id="{29C86DC4-E94D-466F-91E2-5587D60208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9" y="2179"/>
              <a:ext cx="38" cy="17"/>
            </a:xfrm>
            <a:custGeom>
              <a:avLst/>
              <a:gdLst>
                <a:gd name="T0" fmla="*/ 27 w 25"/>
                <a:gd name="T1" fmla="*/ 0 h 11"/>
                <a:gd name="T2" fmla="*/ 26 w 25"/>
                <a:gd name="T3" fmla="*/ 34 h 11"/>
                <a:gd name="T4" fmla="*/ 61 w 25"/>
                <a:gd name="T5" fmla="*/ 14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11">
                  <a:moveTo>
                    <a:pt x="8" y="0"/>
                  </a:moveTo>
                  <a:cubicBezTo>
                    <a:pt x="0" y="1"/>
                    <a:pt x="1" y="7"/>
                    <a:pt x="7" y="9"/>
                  </a:cubicBezTo>
                  <a:cubicBezTo>
                    <a:pt x="13" y="11"/>
                    <a:pt x="25" y="5"/>
                    <a:pt x="17" y="4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202" name="Freeform 708">
              <a:extLst>
                <a:ext uri="{FF2B5EF4-FFF2-40B4-BE49-F238E27FC236}">
                  <a16:creationId xmlns:a16="http://schemas.microsoft.com/office/drawing/2014/main" id="{F9847AEA-5041-4D87-846C-BF4FD49241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0" y="1640"/>
              <a:ext cx="38" cy="39"/>
            </a:xfrm>
            <a:custGeom>
              <a:avLst/>
              <a:gdLst>
                <a:gd name="T0" fmla="*/ 26 w 25"/>
                <a:gd name="T1" fmla="*/ 12 h 26"/>
                <a:gd name="T2" fmla="*/ 53 w 25"/>
                <a:gd name="T3" fmla="*/ 80 h 26"/>
                <a:gd name="T4" fmla="*/ 84 w 25"/>
                <a:gd name="T5" fmla="*/ 41 h 26"/>
                <a:gd name="T6" fmla="*/ 49 w 25"/>
                <a:gd name="T7" fmla="*/ 0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26">
                  <a:moveTo>
                    <a:pt x="7" y="3"/>
                  </a:moveTo>
                  <a:cubicBezTo>
                    <a:pt x="0" y="11"/>
                    <a:pt x="4" y="26"/>
                    <a:pt x="15" y="23"/>
                  </a:cubicBezTo>
                  <a:cubicBezTo>
                    <a:pt x="20" y="21"/>
                    <a:pt x="23" y="17"/>
                    <a:pt x="24" y="12"/>
                  </a:cubicBezTo>
                  <a:cubicBezTo>
                    <a:pt x="25" y="5"/>
                    <a:pt x="20" y="2"/>
                    <a:pt x="14" y="0"/>
                  </a:cubicBezTo>
                </a:path>
              </a:pathLst>
            </a:custGeom>
            <a:solidFill>
              <a:srgbClr val="EFCA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203" name="Freeform 709">
              <a:extLst>
                <a:ext uri="{FF2B5EF4-FFF2-40B4-BE49-F238E27FC236}">
                  <a16:creationId xmlns:a16="http://schemas.microsoft.com/office/drawing/2014/main" id="{A16FBFF7-577B-45EC-BBBD-98708FF164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4" y="1634"/>
              <a:ext cx="55" cy="53"/>
            </a:xfrm>
            <a:custGeom>
              <a:avLst/>
              <a:gdLst>
                <a:gd name="T0" fmla="*/ 61 w 36"/>
                <a:gd name="T1" fmla="*/ 0 h 35"/>
                <a:gd name="T2" fmla="*/ 21 w 36"/>
                <a:gd name="T3" fmla="*/ 68 h 35"/>
                <a:gd name="T4" fmla="*/ 101 w 36"/>
                <a:gd name="T5" fmla="*/ 12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35">
                  <a:moveTo>
                    <a:pt x="17" y="0"/>
                  </a:moveTo>
                  <a:cubicBezTo>
                    <a:pt x="8" y="0"/>
                    <a:pt x="0" y="11"/>
                    <a:pt x="6" y="20"/>
                  </a:cubicBezTo>
                  <a:cubicBezTo>
                    <a:pt x="16" y="35"/>
                    <a:pt x="36" y="18"/>
                    <a:pt x="28" y="3"/>
                  </a:cubicBezTo>
                </a:path>
              </a:pathLst>
            </a:custGeom>
            <a:solidFill>
              <a:srgbClr val="EFCA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204" name="Freeform 710">
              <a:extLst>
                <a:ext uri="{FF2B5EF4-FFF2-40B4-BE49-F238E27FC236}">
                  <a16:creationId xmlns:a16="http://schemas.microsoft.com/office/drawing/2014/main" id="{FC740D53-0C29-4898-BEAC-48C9EE68C14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0" y="1509"/>
              <a:ext cx="5" cy="172"/>
            </a:xfrm>
            <a:custGeom>
              <a:avLst/>
              <a:gdLst>
                <a:gd name="T0" fmla="*/ 0 w 3"/>
                <a:gd name="T1" fmla="*/ 399 h 113"/>
                <a:gd name="T2" fmla="*/ 0 w 3"/>
                <a:gd name="T3" fmla="*/ 394 h 113"/>
                <a:gd name="T4" fmla="*/ 0 w 3"/>
                <a:gd name="T5" fmla="*/ 0 h 1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113">
                  <a:moveTo>
                    <a:pt x="0" y="113"/>
                  </a:moveTo>
                  <a:cubicBezTo>
                    <a:pt x="0" y="112"/>
                    <a:pt x="0" y="112"/>
                    <a:pt x="0" y="112"/>
                  </a:cubicBezTo>
                  <a:cubicBezTo>
                    <a:pt x="2" y="74"/>
                    <a:pt x="3" y="7"/>
                    <a:pt x="0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205" name="Freeform 711">
              <a:extLst>
                <a:ext uri="{FF2B5EF4-FFF2-40B4-BE49-F238E27FC236}">
                  <a16:creationId xmlns:a16="http://schemas.microsoft.com/office/drawing/2014/main" id="{75BE4E24-241A-4D6A-80D9-41EFE8DC3B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1" y="1643"/>
              <a:ext cx="2" cy="4"/>
            </a:xfrm>
            <a:custGeom>
              <a:avLst/>
              <a:gdLst>
                <a:gd name="T0" fmla="*/ 0 w 1"/>
                <a:gd name="T1" fmla="*/ 7 h 3"/>
                <a:gd name="T2" fmla="*/ 8 w 1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cubicBezTo>
                    <a:pt x="0" y="2"/>
                    <a:pt x="1" y="1"/>
                    <a:pt x="1" y="0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206" name="Freeform 712">
              <a:extLst>
                <a:ext uri="{FF2B5EF4-FFF2-40B4-BE49-F238E27FC236}">
                  <a16:creationId xmlns:a16="http://schemas.microsoft.com/office/drawing/2014/main" id="{36249108-2B54-4A99-B3C8-77023A0769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3" y="1634"/>
              <a:ext cx="33" cy="38"/>
            </a:xfrm>
            <a:custGeom>
              <a:avLst/>
              <a:gdLst>
                <a:gd name="T0" fmla="*/ 35 w 22"/>
                <a:gd name="T1" fmla="*/ 0 h 25"/>
                <a:gd name="T2" fmla="*/ 75 w 22"/>
                <a:gd name="T3" fmla="*/ 46 h 25"/>
                <a:gd name="T4" fmla="*/ 35 w 22"/>
                <a:gd name="T5" fmla="*/ 88 h 25"/>
                <a:gd name="T6" fmla="*/ 0 w 22"/>
                <a:gd name="T7" fmla="*/ 62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25">
                  <a:moveTo>
                    <a:pt x="10" y="0"/>
                  </a:moveTo>
                  <a:cubicBezTo>
                    <a:pt x="16" y="0"/>
                    <a:pt x="22" y="6"/>
                    <a:pt x="22" y="13"/>
                  </a:cubicBezTo>
                  <a:cubicBezTo>
                    <a:pt x="22" y="20"/>
                    <a:pt x="16" y="25"/>
                    <a:pt x="10" y="25"/>
                  </a:cubicBezTo>
                  <a:cubicBezTo>
                    <a:pt x="5" y="25"/>
                    <a:pt x="2" y="22"/>
                    <a:pt x="0" y="18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207" name="Oval 713">
              <a:extLst>
                <a:ext uri="{FF2B5EF4-FFF2-40B4-BE49-F238E27FC236}">
                  <a16:creationId xmlns:a16="http://schemas.microsoft.com/office/drawing/2014/main" id="{0F6672B2-40CF-4958-BB60-4570145589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83" y="1647"/>
              <a:ext cx="10" cy="11"/>
            </a:xfrm>
            <a:prstGeom prst="ellipse">
              <a:avLst/>
            </a:prstGeom>
            <a:noFill/>
            <a:ln w="4763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208" name="Freeform 714">
              <a:extLst>
                <a:ext uri="{FF2B5EF4-FFF2-40B4-BE49-F238E27FC236}">
                  <a16:creationId xmlns:a16="http://schemas.microsoft.com/office/drawing/2014/main" id="{3ACFE4CD-5345-4772-80B6-FFDC9D5913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4" y="2177"/>
              <a:ext cx="43" cy="12"/>
            </a:xfrm>
            <a:custGeom>
              <a:avLst/>
              <a:gdLst>
                <a:gd name="T0" fmla="*/ 0 w 28"/>
                <a:gd name="T1" fmla="*/ 26 h 8"/>
                <a:gd name="T2" fmla="*/ 48 w 28"/>
                <a:gd name="T3" fmla="*/ 0 h 8"/>
                <a:gd name="T4" fmla="*/ 101 w 28"/>
                <a:gd name="T5" fmla="*/ 27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8">
                  <a:moveTo>
                    <a:pt x="0" y="7"/>
                  </a:moveTo>
                  <a:cubicBezTo>
                    <a:pt x="6" y="1"/>
                    <a:pt x="7" y="0"/>
                    <a:pt x="13" y="0"/>
                  </a:cubicBezTo>
                  <a:cubicBezTo>
                    <a:pt x="20" y="0"/>
                    <a:pt x="21" y="1"/>
                    <a:pt x="28" y="8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209" name="Freeform 715">
              <a:extLst>
                <a:ext uri="{FF2B5EF4-FFF2-40B4-BE49-F238E27FC236}">
                  <a16:creationId xmlns:a16="http://schemas.microsoft.com/office/drawing/2014/main" id="{42E7229C-B619-4D9F-BD42-270FF3375B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2" y="2183"/>
              <a:ext cx="27" cy="10"/>
            </a:xfrm>
            <a:custGeom>
              <a:avLst/>
              <a:gdLst>
                <a:gd name="T0" fmla="*/ 0 w 18"/>
                <a:gd name="T1" fmla="*/ 0 h 6"/>
                <a:gd name="T2" fmla="*/ 62 w 18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6">
                  <a:moveTo>
                    <a:pt x="0" y="0"/>
                  </a:moveTo>
                  <a:cubicBezTo>
                    <a:pt x="2" y="6"/>
                    <a:pt x="15" y="6"/>
                    <a:pt x="18" y="0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210" name="Freeform 716">
              <a:extLst>
                <a:ext uri="{FF2B5EF4-FFF2-40B4-BE49-F238E27FC236}">
                  <a16:creationId xmlns:a16="http://schemas.microsoft.com/office/drawing/2014/main" id="{752FFD85-4143-442E-B6B3-1757884BDA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6" y="1509"/>
              <a:ext cx="4" cy="172"/>
            </a:xfrm>
            <a:custGeom>
              <a:avLst/>
              <a:gdLst>
                <a:gd name="T0" fmla="*/ 7 w 3"/>
                <a:gd name="T1" fmla="*/ 399 h 113"/>
                <a:gd name="T2" fmla="*/ 7 w 3"/>
                <a:gd name="T3" fmla="*/ 394 h 113"/>
                <a:gd name="T4" fmla="*/ 7 w 3"/>
                <a:gd name="T5" fmla="*/ 0 h 1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113">
                  <a:moveTo>
                    <a:pt x="3" y="113"/>
                  </a:moveTo>
                  <a:cubicBezTo>
                    <a:pt x="3" y="112"/>
                    <a:pt x="3" y="112"/>
                    <a:pt x="3" y="112"/>
                  </a:cubicBezTo>
                  <a:cubicBezTo>
                    <a:pt x="1" y="74"/>
                    <a:pt x="0" y="7"/>
                    <a:pt x="3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211" name="Freeform 717">
              <a:extLst>
                <a:ext uri="{FF2B5EF4-FFF2-40B4-BE49-F238E27FC236}">
                  <a16:creationId xmlns:a16="http://schemas.microsoft.com/office/drawing/2014/main" id="{B086E569-CFE8-46C1-9EC1-D6012A7D8C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5" y="1649"/>
              <a:ext cx="3" cy="4"/>
            </a:xfrm>
            <a:custGeom>
              <a:avLst/>
              <a:gdLst>
                <a:gd name="T0" fmla="*/ 8 w 2"/>
                <a:gd name="T1" fmla="*/ 7 h 3"/>
                <a:gd name="T2" fmla="*/ 0 w 2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3">
                  <a:moveTo>
                    <a:pt x="2" y="3"/>
                  </a:moveTo>
                  <a:cubicBezTo>
                    <a:pt x="1" y="2"/>
                    <a:pt x="1" y="1"/>
                    <a:pt x="0" y="0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212" name="Freeform 718">
              <a:extLst>
                <a:ext uri="{FF2B5EF4-FFF2-40B4-BE49-F238E27FC236}">
                  <a16:creationId xmlns:a16="http://schemas.microsoft.com/office/drawing/2014/main" id="{D300ABFB-BBE9-407A-A3B8-A250D39806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3" y="1640"/>
              <a:ext cx="34" cy="38"/>
            </a:xfrm>
            <a:custGeom>
              <a:avLst/>
              <a:gdLst>
                <a:gd name="T0" fmla="*/ 45 w 22"/>
                <a:gd name="T1" fmla="*/ 0 h 25"/>
                <a:gd name="T2" fmla="*/ 0 w 22"/>
                <a:gd name="T3" fmla="*/ 46 h 25"/>
                <a:gd name="T4" fmla="*/ 45 w 22"/>
                <a:gd name="T5" fmla="*/ 88 h 25"/>
                <a:gd name="T6" fmla="*/ 82 w 22"/>
                <a:gd name="T7" fmla="*/ 62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25">
                  <a:moveTo>
                    <a:pt x="12" y="0"/>
                  </a:moveTo>
                  <a:cubicBezTo>
                    <a:pt x="5" y="0"/>
                    <a:pt x="0" y="5"/>
                    <a:pt x="0" y="13"/>
                  </a:cubicBezTo>
                  <a:cubicBezTo>
                    <a:pt x="0" y="20"/>
                    <a:pt x="5" y="25"/>
                    <a:pt x="12" y="25"/>
                  </a:cubicBezTo>
                  <a:cubicBezTo>
                    <a:pt x="16" y="25"/>
                    <a:pt x="20" y="22"/>
                    <a:pt x="22" y="18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213" name="Oval 719">
              <a:extLst>
                <a:ext uri="{FF2B5EF4-FFF2-40B4-BE49-F238E27FC236}">
                  <a16:creationId xmlns:a16="http://schemas.microsoft.com/office/drawing/2014/main" id="{5FF9A13C-29F3-4362-B87A-526138D981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96" y="1653"/>
              <a:ext cx="10" cy="11"/>
            </a:xfrm>
            <a:prstGeom prst="ellipse">
              <a:avLst/>
            </a:prstGeom>
            <a:noFill/>
            <a:ln w="4763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214" name="Freeform 720">
              <a:extLst>
                <a:ext uri="{FF2B5EF4-FFF2-40B4-BE49-F238E27FC236}">
                  <a16:creationId xmlns:a16="http://schemas.microsoft.com/office/drawing/2014/main" id="{C5EE07C7-37C9-4635-8EEC-DC2C8A31A4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0" y="2159"/>
              <a:ext cx="42" cy="23"/>
            </a:xfrm>
            <a:custGeom>
              <a:avLst/>
              <a:gdLst>
                <a:gd name="T0" fmla="*/ 0 w 27"/>
                <a:gd name="T1" fmla="*/ 35 h 15"/>
                <a:gd name="T2" fmla="*/ 79 w 27"/>
                <a:gd name="T3" fmla="*/ 54 h 15"/>
                <a:gd name="T4" fmla="*/ 5 w 27"/>
                <a:gd name="T5" fmla="*/ 32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15">
                  <a:moveTo>
                    <a:pt x="0" y="10"/>
                  </a:moveTo>
                  <a:cubicBezTo>
                    <a:pt x="6" y="6"/>
                    <a:pt x="18" y="8"/>
                    <a:pt x="21" y="15"/>
                  </a:cubicBezTo>
                  <a:cubicBezTo>
                    <a:pt x="27" y="10"/>
                    <a:pt x="5" y="0"/>
                    <a:pt x="1" y="9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215" name="Freeform 721">
              <a:extLst>
                <a:ext uri="{FF2B5EF4-FFF2-40B4-BE49-F238E27FC236}">
                  <a16:creationId xmlns:a16="http://schemas.microsoft.com/office/drawing/2014/main" id="{9AA73990-A9CF-44B2-9A54-4F48B51DA4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2" y="1488"/>
              <a:ext cx="20" cy="39"/>
            </a:xfrm>
            <a:custGeom>
              <a:avLst/>
              <a:gdLst>
                <a:gd name="T0" fmla="*/ 0 w 13"/>
                <a:gd name="T1" fmla="*/ 89 h 26"/>
                <a:gd name="T2" fmla="*/ 0 w 13"/>
                <a:gd name="T3" fmla="*/ 89 h 26"/>
                <a:gd name="T4" fmla="*/ 48 w 13"/>
                <a:gd name="T5" fmla="*/ 5 h 26"/>
                <a:gd name="T6" fmla="*/ 40 w 13"/>
                <a:gd name="T7" fmla="*/ 0 h 26"/>
                <a:gd name="T8" fmla="*/ 0 w 13"/>
                <a:gd name="T9" fmla="*/ 89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26">
                  <a:moveTo>
                    <a:pt x="0" y="26"/>
                  </a:moveTo>
                  <a:cubicBezTo>
                    <a:pt x="0" y="26"/>
                    <a:pt x="0" y="26"/>
                    <a:pt x="0" y="26"/>
                  </a:cubicBezTo>
                  <a:cubicBezTo>
                    <a:pt x="8" y="21"/>
                    <a:pt x="8" y="13"/>
                    <a:pt x="13" y="1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6" y="12"/>
                    <a:pt x="7" y="21"/>
                    <a:pt x="0" y="26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216" name="Freeform 722">
              <a:extLst>
                <a:ext uri="{FF2B5EF4-FFF2-40B4-BE49-F238E27FC236}">
                  <a16:creationId xmlns:a16="http://schemas.microsoft.com/office/drawing/2014/main" id="{69ED0B25-473C-474D-B001-DE64B586EA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8" y="1488"/>
              <a:ext cx="31" cy="39"/>
            </a:xfrm>
            <a:custGeom>
              <a:avLst/>
              <a:gdLst>
                <a:gd name="T0" fmla="*/ 0 w 20"/>
                <a:gd name="T1" fmla="*/ 5 h 26"/>
                <a:gd name="T2" fmla="*/ 74 w 20"/>
                <a:gd name="T3" fmla="*/ 89 h 26"/>
                <a:gd name="T4" fmla="*/ 5 w 20"/>
                <a:gd name="T5" fmla="*/ 0 h 26"/>
                <a:gd name="T6" fmla="*/ 0 w 20"/>
                <a:gd name="T7" fmla="*/ 5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26">
                  <a:moveTo>
                    <a:pt x="0" y="1"/>
                  </a:moveTo>
                  <a:cubicBezTo>
                    <a:pt x="5" y="13"/>
                    <a:pt x="12" y="21"/>
                    <a:pt x="20" y="26"/>
                  </a:cubicBezTo>
                  <a:cubicBezTo>
                    <a:pt x="13" y="21"/>
                    <a:pt x="7" y="12"/>
                    <a:pt x="1" y="0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217" name="Freeform 723">
              <a:extLst>
                <a:ext uri="{FF2B5EF4-FFF2-40B4-BE49-F238E27FC236}">
                  <a16:creationId xmlns:a16="http://schemas.microsoft.com/office/drawing/2014/main" id="{B0540F88-5F21-46F0-AB32-0CE6A90151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6" y="2438"/>
              <a:ext cx="26" cy="90"/>
            </a:xfrm>
            <a:custGeom>
              <a:avLst/>
              <a:gdLst>
                <a:gd name="T0" fmla="*/ 49 w 17"/>
                <a:gd name="T1" fmla="*/ 14 h 59"/>
                <a:gd name="T2" fmla="*/ 49 w 17"/>
                <a:gd name="T3" fmla="*/ 149 h 59"/>
                <a:gd name="T4" fmla="*/ 0 w 17"/>
                <a:gd name="T5" fmla="*/ 209 h 59"/>
                <a:gd name="T6" fmla="*/ 28 w 17"/>
                <a:gd name="T7" fmla="*/ 174 h 59"/>
                <a:gd name="T8" fmla="*/ 8 w 17"/>
                <a:gd name="T9" fmla="*/ 124 h 59"/>
                <a:gd name="T10" fmla="*/ 28 w 17"/>
                <a:gd name="T11" fmla="*/ 79 h 59"/>
                <a:gd name="T12" fmla="*/ 43 w 17"/>
                <a:gd name="T13" fmla="*/ 0 h 5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" h="59">
                  <a:moveTo>
                    <a:pt x="14" y="4"/>
                  </a:moveTo>
                  <a:cubicBezTo>
                    <a:pt x="16" y="17"/>
                    <a:pt x="17" y="30"/>
                    <a:pt x="14" y="42"/>
                  </a:cubicBezTo>
                  <a:cubicBezTo>
                    <a:pt x="12" y="52"/>
                    <a:pt x="9" y="55"/>
                    <a:pt x="0" y="59"/>
                  </a:cubicBezTo>
                  <a:cubicBezTo>
                    <a:pt x="4" y="56"/>
                    <a:pt x="7" y="53"/>
                    <a:pt x="8" y="49"/>
                  </a:cubicBezTo>
                  <a:cubicBezTo>
                    <a:pt x="8" y="43"/>
                    <a:pt x="3" y="40"/>
                    <a:pt x="2" y="35"/>
                  </a:cubicBezTo>
                  <a:cubicBezTo>
                    <a:pt x="1" y="30"/>
                    <a:pt x="6" y="26"/>
                    <a:pt x="8" y="22"/>
                  </a:cubicBezTo>
                  <a:cubicBezTo>
                    <a:pt x="10" y="15"/>
                    <a:pt x="12" y="7"/>
                    <a:pt x="12" y="0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218" name="Freeform 724">
              <a:extLst>
                <a:ext uri="{FF2B5EF4-FFF2-40B4-BE49-F238E27FC236}">
                  <a16:creationId xmlns:a16="http://schemas.microsoft.com/office/drawing/2014/main" id="{9DCF601B-3138-427C-95FD-F0A879FC90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3" y="2171"/>
              <a:ext cx="24" cy="37"/>
            </a:xfrm>
            <a:custGeom>
              <a:avLst/>
              <a:gdLst>
                <a:gd name="T0" fmla="*/ 48 w 16"/>
                <a:gd name="T1" fmla="*/ 0 h 24"/>
                <a:gd name="T2" fmla="*/ 54 w 16"/>
                <a:gd name="T3" fmla="*/ 88 h 24"/>
                <a:gd name="T4" fmla="*/ 32 w 16"/>
                <a:gd name="T5" fmla="*/ 12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24">
                  <a:moveTo>
                    <a:pt x="14" y="0"/>
                  </a:moveTo>
                  <a:cubicBezTo>
                    <a:pt x="2" y="8"/>
                    <a:pt x="11" y="17"/>
                    <a:pt x="16" y="24"/>
                  </a:cubicBezTo>
                  <a:cubicBezTo>
                    <a:pt x="10" y="23"/>
                    <a:pt x="0" y="8"/>
                    <a:pt x="9" y="3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219" name="Freeform 725">
              <a:extLst>
                <a:ext uri="{FF2B5EF4-FFF2-40B4-BE49-F238E27FC236}">
                  <a16:creationId xmlns:a16="http://schemas.microsoft.com/office/drawing/2014/main" id="{DA7E3E05-B30F-4E80-8A43-83C33250B99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0" y="2196"/>
              <a:ext cx="267" cy="211"/>
            </a:xfrm>
            <a:custGeom>
              <a:avLst/>
              <a:gdLst>
                <a:gd name="T0" fmla="*/ 0 w 175"/>
                <a:gd name="T1" fmla="*/ 475 h 139"/>
                <a:gd name="T2" fmla="*/ 174 w 175"/>
                <a:gd name="T3" fmla="*/ 410 h 139"/>
                <a:gd name="T4" fmla="*/ 359 w 175"/>
                <a:gd name="T5" fmla="*/ 304 h 139"/>
                <a:gd name="T6" fmla="*/ 621 w 175"/>
                <a:gd name="T7" fmla="*/ 0 h 139"/>
                <a:gd name="T8" fmla="*/ 575 w 175"/>
                <a:gd name="T9" fmla="*/ 214 h 139"/>
                <a:gd name="T10" fmla="*/ 400 w 175"/>
                <a:gd name="T11" fmla="*/ 357 h 139"/>
                <a:gd name="T12" fmla="*/ 198 w 175"/>
                <a:gd name="T13" fmla="*/ 445 h 139"/>
                <a:gd name="T14" fmla="*/ 101 w 175"/>
                <a:gd name="T15" fmla="*/ 475 h 139"/>
                <a:gd name="T16" fmla="*/ 18 w 175"/>
                <a:gd name="T17" fmla="*/ 486 h 13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75" h="139">
                  <a:moveTo>
                    <a:pt x="0" y="136"/>
                  </a:moveTo>
                  <a:cubicBezTo>
                    <a:pt x="15" y="138"/>
                    <a:pt x="35" y="123"/>
                    <a:pt x="49" y="117"/>
                  </a:cubicBezTo>
                  <a:cubicBezTo>
                    <a:pt x="68" y="109"/>
                    <a:pt x="85" y="101"/>
                    <a:pt x="101" y="87"/>
                  </a:cubicBezTo>
                  <a:cubicBezTo>
                    <a:pt x="127" y="64"/>
                    <a:pt x="162" y="34"/>
                    <a:pt x="175" y="0"/>
                  </a:cubicBezTo>
                  <a:cubicBezTo>
                    <a:pt x="175" y="21"/>
                    <a:pt x="174" y="44"/>
                    <a:pt x="162" y="61"/>
                  </a:cubicBezTo>
                  <a:cubicBezTo>
                    <a:pt x="149" y="79"/>
                    <a:pt x="131" y="91"/>
                    <a:pt x="113" y="102"/>
                  </a:cubicBezTo>
                  <a:cubicBezTo>
                    <a:pt x="95" y="112"/>
                    <a:pt x="76" y="121"/>
                    <a:pt x="56" y="127"/>
                  </a:cubicBezTo>
                  <a:cubicBezTo>
                    <a:pt x="47" y="130"/>
                    <a:pt x="38" y="134"/>
                    <a:pt x="28" y="136"/>
                  </a:cubicBezTo>
                  <a:cubicBezTo>
                    <a:pt x="21" y="137"/>
                    <a:pt x="11" y="136"/>
                    <a:pt x="5" y="139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220" name="Freeform 726">
              <a:extLst>
                <a:ext uri="{FF2B5EF4-FFF2-40B4-BE49-F238E27FC236}">
                  <a16:creationId xmlns:a16="http://schemas.microsoft.com/office/drawing/2014/main" id="{844BE5A2-42CE-4BDB-AC86-7C9BBBB1D6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7" y="1696"/>
              <a:ext cx="52" cy="23"/>
            </a:xfrm>
            <a:custGeom>
              <a:avLst/>
              <a:gdLst>
                <a:gd name="T0" fmla="*/ 0 w 34"/>
                <a:gd name="T1" fmla="*/ 0 h 15"/>
                <a:gd name="T2" fmla="*/ 122 w 34"/>
                <a:gd name="T3" fmla="*/ 54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4" h="15">
                  <a:moveTo>
                    <a:pt x="0" y="0"/>
                  </a:moveTo>
                  <a:cubicBezTo>
                    <a:pt x="0" y="0"/>
                    <a:pt x="15" y="13"/>
                    <a:pt x="34" y="15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221" name="Freeform 727">
              <a:extLst>
                <a:ext uri="{FF2B5EF4-FFF2-40B4-BE49-F238E27FC236}">
                  <a16:creationId xmlns:a16="http://schemas.microsoft.com/office/drawing/2014/main" id="{FD3A5000-FC7E-444E-AC58-BCFE6755FA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3" y="1692"/>
              <a:ext cx="50" cy="24"/>
            </a:xfrm>
            <a:custGeom>
              <a:avLst/>
              <a:gdLst>
                <a:gd name="T0" fmla="*/ 115 w 33"/>
                <a:gd name="T1" fmla="*/ 0 h 16"/>
                <a:gd name="T2" fmla="*/ 0 w 33"/>
                <a:gd name="T3" fmla="*/ 54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3" h="16">
                  <a:moveTo>
                    <a:pt x="33" y="0"/>
                  </a:moveTo>
                  <a:cubicBezTo>
                    <a:pt x="33" y="0"/>
                    <a:pt x="22" y="14"/>
                    <a:pt x="0" y="16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222" name="Freeform 728">
              <a:extLst>
                <a:ext uri="{FF2B5EF4-FFF2-40B4-BE49-F238E27FC236}">
                  <a16:creationId xmlns:a16="http://schemas.microsoft.com/office/drawing/2014/main" id="{0DB18299-467E-42EA-BBF4-A415892AB47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1" y="2390"/>
              <a:ext cx="145" cy="300"/>
            </a:xfrm>
            <a:custGeom>
              <a:avLst/>
              <a:gdLst>
                <a:gd name="T0" fmla="*/ 0 w 95"/>
                <a:gd name="T1" fmla="*/ 0 h 197"/>
                <a:gd name="T2" fmla="*/ 85 w 95"/>
                <a:gd name="T3" fmla="*/ 46 h 197"/>
                <a:gd name="T4" fmla="*/ 156 w 95"/>
                <a:gd name="T5" fmla="*/ 67 h 197"/>
                <a:gd name="T6" fmla="*/ 282 w 95"/>
                <a:gd name="T7" fmla="*/ 88 h 197"/>
                <a:gd name="T8" fmla="*/ 258 w 95"/>
                <a:gd name="T9" fmla="*/ 216 h 197"/>
                <a:gd name="T10" fmla="*/ 298 w 95"/>
                <a:gd name="T11" fmla="*/ 343 h 197"/>
                <a:gd name="T12" fmla="*/ 302 w 95"/>
                <a:gd name="T13" fmla="*/ 696 h 197"/>
                <a:gd name="T14" fmla="*/ 263 w 95"/>
                <a:gd name="T15" fmla="*/ 405 h 197"/>
                <a:gd name="T16" fmla="*/ 209 w 95"/>
                <a:gd name="T17" fmla="*/ 218 h 197"/>
                <a:gd name="T18" fmla="*/ 121 w 95"/>
                <a:gd name="T19" fmla="*/ 75 h 197"/>
                <a:gd name="T20" fmla="*/ 5 w 95"/>
                <a:gd name="T21" fmla="*/ 12 h 19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5" h="197">
                  <a:moveTo>
                    <a:pt x="0" y="0"/>
                  </a:moveTo>
                  <a:cubicBezTo>
                    <a:pt x="8" y="0"/>
                    <a:pt x="17" y="10"/>
                    <a:pt x="24" y="13"/>
                  </a:cubicBezTo>
                  <a:cubicBezTo>
                    <a:pt x="31" y="16"/>
                    <a:pt x="38" y="17"/>
                    <a:pt x="44" y="19"/>
                  </a:cubicBezTo>
                  <a:cubicBezTo>
                    <a:pt x="55" y="21"/>
                    <a:pt x="69" y="21"/>
                    <a:pt x="79" y="25"/>
                  </a:cubicBezTo>
                  <a:cubicBezTo>
                    <a:pt x="80" y="37"/>
                    <a:pt x="73" y="49"/>
                    <a:pt x="73" y="61"/>
                  </a:cubicBezTo>
                  <a:cubicBezTo>
                    <a:pt x="74" y="75"/>
                    <a:pt x="79" y="84"/>
                    <a:pt x="84" y="97"/>
                  </a:cubicBezTo>
                  <a:cubicBezTo>
                    <a:pt x="95" y="127"/>
                    <a:pt x="90" y="166"/>
                    <a:pt x="85" y="197"/>
                  </a:cubicBezTo>
                  <a:cubicBezTo>
                    <a:pt x="79" y="171"/>
                    <a:pt x="80" y="142"/>
                    <a:pt x="74" y="115"/>
                  </a:cubicBezTo>
                  <a:cubicBezTo>
                    <a:pt x="69" y="97"/>
                    <a:pt x="63" y="80"/>
                    <a:pt x="59" y="62"/>
                  </a:cubicBezTo>
                  <a:cubicBezTo>
                    <a:pt x="55" y="47"/>
                    <a:pt x="46" y="30"/>
                    <a:pt x="34" y="21"/>
                  </a:cubicBezTo>
                  <a:cubicBezTo>
                    <a:pt x="24" y="13"/>
                    <a:pt x="10" y="14"/>
                    <a:pt x="1" y="3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223" name="Freeform 729">
              <a:extLst>
                <a:ext uri="{FF2B5EF4-FFF2-40B4-BE49-F238E27FC236}">
                  <a16:creationId xmlns:a16="http://schemas.microsoft.com/office/drawing/2014/main" id="{8DBC4A65-CF7D-43F3-A3A6-2A6DB780C6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1" y="2550"/>
              <a:ext cx="18" cy="317"/>
            </a:xfrm>
            <a:custGeom>
              <a:avLst/>
              <a:gdLst>
                <a:gd name="T0" fmla="*/ 12 w 12"/>
                <a:gd name="T1" fmla="*/ 0 h 208"/>
                <a:gd name="T2" fmla="*/ 18 w 12"/>
                <a:gd name="T3" fmla="*/ 372 h 208"/>
                <a:gd name="T4" fmla="*/ 26 w 12"/>
                <a:gd name="T5" fmla="*/ 567 h 208"/>
                <a:gd name="T6" fmla="*/ 35 w 12"/>
                <a:gd name="T7" fmla="*/ 736 h 208"/>
                <a:gd name="T8" fmla="*/ 27 w 12"/>
                <a:gd name="T9" fmla="*/ 258 h 208"/>
                <a:gd name="T10" fmla="*/ 8 w 12"/>
                <a:gd name="T11" fmla="*/ 12 h 20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" h="208">
                  <a:moveTo>
                    <a:pt x="3" y="0"/>
                  </a:moveTo>
                  <a:cubicBezTo>
                    <a:pt x="5" y="34"/>
                    <a:pt x="5" y="70"/>
                    <a:pt x="5" y="105"/>
                  </a:cubicBezTo>
                  <a:cubicBezTo>
                    <a:pt x="5" y="124"/>
                    <a:pt x="6" y="141"/>
                    <a:pt x="7" y="160"/>
                  </a:cubicBezTo>
                  <a:cubicBezTo>
                    <a:pt x="7" y="176"/>
                    <a:pt x="8" y="193"/>
                    <a:pt x="10" y="208"/>
                  </a:cubicBezTo>
                  <a:cubicBezTo>
                    <a:pt x="11" y="163"/>
                    <a:pt x="12" y="117"/>
                    <a:pt x="8" y="73"/>
                  </a:cubicBezTo>
                  <a:cubicBezTo>
                    <a:pt x="5" y="51"/>
                    <a:pt x="0" y="26"/>
                    <a:pt x="2" y="3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224" name="Freeform 730">
              <a:extLst>
                <a:ext uri="{FF2B5EF4-FFF2-40B4-BE49-F238E27FC236}">
                  <a16:creationId xmlns:a16="http://schemas.microsoft.com/office/drawing/2014/main" id="{59F3C38F-352C-407A-9782-7280E2FF593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2" y="1519"/>
              <a:ext cx="17" cy="230"/>
            </a:xfrm>
            <a:custGeom>
              <a:avLst/>
              <a:gdLst>
                <a:gd name="T0" fmla="*/ 0 w 11"/>
                <a:gd name="T1" fmla="*/ 0 h 151"/>
                <a:gd name="T2" fmla="*/ 8 w 11"/>
                <a:gd name="T3" fmla="*/ 297 h 151"/>
                <a:gd name="T4" fmla="*/ 26 w 11"/>
                <a:gd name="T5" fmla="*/ 533 h 151"/>
                <a:gd name="T6" fmla="*/ 8 w 11"/>
                <a:gd name="T7" fmla="*/ 5 h 15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51">
                  <a:moveTo>
                    <a:pt x="0" y="0"/>
                  </a:moveTo>
                  <a:cubicBezTo>
                    <a:pt x="8" y="23"/>
                    <a:pt x="2" y="59"/>
                    <a:pt x="2" y="84"/>
                  </a:cubicBezTo>
                  <a:cubicBezTo>
                    <a:pt x="2" y="107"/>
                    <a:pt x="5" y="128"/>
                    <a:pt x="7" y="151"/>
                  </a:cubicBezTo>
                  <a:cubicBezTo>
                    <a:pt x="7" y="101"/>
                    <a:pt x="11" y="49"/>
                    <a:pt x="2" y="1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225" name="Freeform 731">
              <a:extLst>
                <a:ext uri="{FF2B5EF4-FFF2-40B4-BE49-F238E27FC236}">
                  <a16:creationId xmlns:a16="http://schemas.microsoft.com/office/drawing/2014/main" id="{01F74253-82C1-459A-8FBE-5F325607A1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7" y="1035"/>
              <a:ext cx="934" cy="2998"/>
            </a:xfrm>
            <a:custGeom>
              <a:avLst/>
              <a:gdLst>
                <a:gd name="T0" fmla="*/ 2134 w 612"/>
                <a:gd name="T1" fmla="*/ 2601 h 1969"/>
                <a:gd name="T2" fmla="*/ 1969 w 612"/>
                <a:gd name="T3" fmla="*/ 1197 h 1969"/>
                <a:gd name="T4" fmla="*/ 1364 w 612"/>
                <a:gd name="T5" fmla="*/ 373 h 1969"/>
                <a:gd name="T6" fmla="*/ 789 w 612"/>
                <a:gd name="T7" fmla="*/ 387 h 1969"/>
                <a:gd name="T8" fmla="*/ 177 w 612"/>
                <a:gd name="T9" fmla="*/ 1264 h 1969"/>
                <a:gd name="T10" fmla="*/ 40 w 612"/>
                <a:gd name="T11" fmla="*/ 2601 h 1969"/>
                <a:gd name="T12" fmla="*/ 0 w 612"/>
                <a:gd name="T13" fmla="*/ 3018 h 1969"/>
                <a:gd name="T14" fmla="*/ 56 w 612"/>
                <a:gd name="T15" fmla="*/ 3500 h 1969"/>
                <a:gd name="T16" fmla="*/ 243 w 612"/>
                <a:gd name="T17" fmla="*/ 3708 h 1969"/>
                <a:gd name="T18" fmla="*/ 262 w 612"/>
                <a:gd name="T19" fmla="*/ 3679 h 1969"/>
                <a:gd name="T20" fmla="*/ 337 w 612"/>
                <a:gd name="T21" fmla="*/ 3674 h 1969"/>
                <a:gd name="T22" fmla="*/ 351 w 612"/>
                <a:gd name="T23" fmla="*/ 3619 h 1969"/>
                <a:gd name="T24" fmla="*/ 266 w 612"/>
                <a:gd name="T25" fmla="*/ 3505 h 1969"/>
                <a:gd name="T26" fmla="*/ 221 w 612"/>
                <a:gd name="T27" fmla="*/ 3470 h 1969"/>
                <a:gd name="T28" fmla="*/ 209 w 612"/>
                <a:gd name="T29" fmla="*/ 3251 h 1969"/>
                <a:gd name="T30" fmla="*/ 366 w 612"/>
                <a:gd name="T31" fmla="*/ 3371 h 1969"/>
                <a:gd name="T32" fmla="*/ 189 w 612"/>
                <a:gd name="T33" fmla="*/ 2977 h 1969"/>
                <a:gd name="T34" fmla="*/ 177 w 612"/>
                <a:gd name="T35" fmla="*/ 2951 h 1969"/>
                <a:gd name="T36" fmla="*/ 372 w 612"/>
                <a:gd name="T37" fmla="*/ 1998 h 1969"/>
                <a:gd name="T38" fmla="*/ 426 w 612"/>
                <a:gd name="T39" fmla="*/ 1494 h 1969"/>
                <a:gd name="T40" fmla="*/ 469 w 612"/>
                <a:gd name="T41" fmla="*/ 2040 h 1969"/>
                <a:gd name="T42" fmla="*/ 552 w 612"/>
                <a:gd name="T43" fmla="*/ 4476 h 1969"/>
                <a:gd name="T44" fmla="*/ 559 w 612"/>
                <a:gd name="T45" fmla="*/ 5538 h 1969"/>
                <a:gd name="T46" fmla="*/ 629 w 612"/>
                <a:gd name="T47" fmla="*/ 6485 h 1969"/>
                <a:gd name="T48" fmla="*/ 487 w 612"/>
                <a:gd name="T49" fmla="*/ 6769 h 1969"/>
                <a:gd name="T50" fmla="*/ 484 w 612"/>
                <a:gd name="T51" fmla="*/ 6844 h 1969"/>
                <a:gd name="T52" fmla="*/ 522 w 612"/>
                <a:gd name="T53" fmla="*/ 6881 h 1969"/>
                <a:gd name="T54" fmla="*/ 656 w 612"/>
                <a:gd name="T55" fmla="*/ 6908 h 1969"/>
                <a:gd name="T56" fmla="*/ 804 w 612"/>
                <a:gd name="T57" fmla="*/ 6815 h 1969"/>
                <a:gd name="T58" fmla="*/ 810 w 612"/>
                <a:gd name="T59" fmla="*/ 6424 h 1969"/>
                <a:gd name="T60" fmla="*/ 867 w 612"/>
                <a:gd name="T61" fmla="*/ 5815 h 1969"/>
                <a:gd name="T62" fmla="*/ 957 w 612"/>
                <a:gd name="T63" fmla="*/ 4723 h 1969"/>
                <a:gd name="T64" fmla="*/ 1163 w 612"/>
                <a:gd name="T65" fmla="*/ 3450 h 1969"/>
                <a:gd name="T66" fmla="*/ 1201 w 612"/>
                <a:gd name="T67" fmla="*/ 4839 h 1969"/>
                <a:gd name="T68" fmla="*/ 1271 w 612"/>
                <a:gd name="T69" fmla="*/ 5860 h 1969"/>
                <a:gd name="T70" fmla="*/ 1311 w 612"/>
                <a:gd name="T71" fmla="*/ 6645 h 1969"/>
                <a:gd name="T72" fmla="*/ 1358 w 612"/>
                <a:gd name="T73" fmla="*/ 6888 h 1969"/>
                <a:gd name="T74" fmla="*/ 1554 w 612"/>
                <a:gd name="T75" fmla="*/ 6916 h 1969"/>
                <a:gd name="T76" fmla="*/ 1616 w 612"/>
                <a:gd name="T77" fmla="*/ 6884 h 1969"/>
                <a:gd name="T78" fmla="*/ 1656 w 612"/>
                <a:gd name="T79" fmla="*/ 6844 h 1969"/>
                <a:gd name="T80" fmla="*/ 1621 w 612"/>
                <a:gd name="T81" fmla="*/ 6713 h 1969"/>
                <a:gd name="T82" fmla="*/ 1514 w 612"/>
                <a:gd name="T83" fmla="*/ 6371 h 1969"/>
                <a:gd name="T84" fmla="*/ 1572 w 612"/>
                <a:gd name="T85" fmla="*/ 4951 h 1969"/>
                <a:gd name="T86" fmla="*/ 1683 w 612"/>
                <a:gd name="T87" fmla="*/ 3132 h 1969"/>
                <a:gd name="T88" fmla="*/ 1688 w 612"/>
                <a:gd name="T89" fmla="*/ 1722 h 1969"/>
                <a:gd name="T90" fmla="*/ 1738 w 612"/>
                <a:gd name="T91" fmla="*/ 1571 h 1969"/>
                <a:gd name="T92" fmla="*/ 1850 w 612"/>
                <a:gd name="T93" fmla="*/ 2330 h 1969"/>
                <a:gd name="T94" fmla="*/ 1978 w 612"/>
                <a:gd name="T95" fmla="*/ 2954 h 1969"/>
                <a:gd name="T96" fmla="*/ 1802 w 612"/>
                <a:gd name="T97" fmla="*/ 3345 h 1969"/>
                <a:gd name="T98" fmla="*/ 1961 w 612"/>
                <a:gd name="T99" fmla="*/ 3318 h 1969"/>
                <a:gd name="T100" fmla="*/ 1900 w 612"/>
                <a:gd name="T101" fmla="*/ 3479 h 1969"/>
                <a:gd name="T102" fmla="*/ 1837 w 612"/>
                <a:gd name="T103" fmla="*/ 3601 h 1969"/>
                <a:gd name="T104" fmla="*/ 1900 w 612"/>
                <a:gd name="T105" fmla="*/ 3654 h 1969"/>
                <a:gd name="T106" fmla="*/ 2045 w 612"/>
                <a:gd name="T107" fmla="*/ 3598 h 1969"/>
                <a:gd name="T108" fmla="*/ 2147 w 612"/>
                <a:gd name="T109" fmla="*/ 3226 h 1969"/>
                <a:gd name="T110" fmla="*/ 2156 w 612"/>
                <a:gd name="T111" fmla="*/ 2896 h 1969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612" h="1969">
                  <a:moveTo>
                    <a:pt x="607" y="820"/>
                  </a:moveTo>
                  <a:cubicBezTo>
                    <a:pt x="606" y="811"/>
                    <a:pt x="606" y="801"/>
                    <a:pt x="603" y="791"/>
                  </a:cubicBezTo>
                  <a:cubicBezTo>
                    <a:pt x="601" y="779"/>
                    <a:pt x="600" y="754"/>
                    <a:pt x="600" y="737"/>
                  </a:cubicBezTo>
                  <a:cubicBezTo>
                    <a:pt x="599" y="708"/>
                    <a:pt x="599" y="595"/>
                    <a:pt x="584" y="554"/>
                  </a:cubicBezTo>
                  <a:cubicBezTo>
                    <a:pt x="580" y="541"/>
                    <a:pt x="577" y="520"/>
                    <a:pt x="578" y="491"/>
                  </a:cubicBezTo>
                  <a:cubicBezTo>
                    <a:pt x="569" y="410"/>
                    <a:pt x="553" y="364"/>
                    <a:pt x="554" y="339"/>
                  </a:cubicBezTo>
                  <a:cubicBezTo>
                    <a:pt x="553" y="299"/>
                    <a:pt x="533" y="251"/>
                    <a:pt x="523" y="230"/>
                  </a:cubicBezTo>
                  <a:cubicBezTo>
                    <a:pt x="511" y="201"/>
                    <a:pt x="463" y="161"/>
                    <a:pt x="450" y="155"/>
                  </a:cubicBezTo>
                  <a:cubicBezTo>
                    <a:pt x="444" y="153"/>
                    <a:pt x="411" y="125"/>
                    <a:pt x="384" y="106"/>
                  </a:cubicBezTo>
                  <a:cubicBezTo>
                    <a:pt x="354" y="79"/>
                    <a:pt x="365" y="14"/>
                    <a:pt x="365" y="1"/>
                  </a:cubicBezTo>
                  <a:cubicBezTo>
                    <a:pt x="236" y="0"/>
                    <a:pt x="236" y="0"/>
                    <a:pt x="236" y="0"/>
                  </a:cubicBezTo>
                  <a:cubicBezTo>
                    <a:pt x="236" y="16"/>
                    <a:pt x="249" y="79"/>
                    <a:pt x="222" y="110"/>
                  </a:cubicBezTo>
                  <a:cubicBezTo>
                    <a:pt x="212" y="116"/>
                    <a:pt x="152" y="168"/>
                    <a:pt x="136" y="175"/>
                  </a:cubicBezTo>
                  <a:cubicBezTo>
                    <a:pt x="107" y="188"/>
                    <a:pt x="75" y="245"/>
                    <a:pt x="67" y="287"/>
                  </a:cubicBezTo>
                  <a:cubicBezTo>
                    <a:pt x="63" y="306"/>
                    <a:pt x="50" y="346"/>
                    <a:pt x="50" y="358"/>
                  </a:cubicBezTo>
                  <a:cubicBezTo>
                    <a:pt x="52" y="383"/>
                    <a:pt x="40" y="399"/>
                    <a:pt x="33" y="491"/>
                  </a:cubicBezTo>
                  <a:cubicBezTo>
                    <a:pt x="33" y="520"/>
                    <a:pt x="30" y="541"/>
                    <a:pt x="27" y="554"/>
                  </a:cubicBezTo>
                  <a:cubicBezTo>
                    <a:pt x="12" y="595"/>
                    <a:pt x="12" y="708"/>
                    <a:pt x="11" y="737"/>
                  </a:cubicBezTo>
                  <a:cubicBezTo>
                    <a:pt x="10" y="754"/>
                    <a:pt x="10" y="779"/>
                    <a:pt x="7" y="791"/>
                  </a:cubicBezTo>
                  <a:cubicBezTo>
                    <a:pt x="4" y="803"/>
                    <a:pt x="6" y="814"/>
                    <a:pt x="3" y="825"/>
                  </a:cubicBezTo>
                  <a:cubicBezTo>
                    <a:pt x="1" y="835"/>
                    <a:pt x="0" y="849"/>
                    <a:pt x="0" y="855"/>
                  </a:cubicBezTo>
                  <a:cubicBezTo>
                    <a:pt x="0" y="855"/>
                    <a:pt x="6" y="905"/>
                    <a:pt x="4" y="921"/>
                  </a:cubicBezTo>
                  <a:cubicBezTo>
                    <a:pt x="2" y="937"/>
                    <a:pt x="3" y="946"/>
                    <a:pt x="4" y="956"/>
                  </a:cubicBezTo>
                  <a:cubicBezTo>
                    <a:pt x="5" y="965"/>
                    <a:pt x="14" y="980"/>
                    <a:pt x="16" y="992"/>
                  </a:cubicBezTo>
                  <a:cubicBezTo>
                    <a:pt x="22" y="1017"/>
                    <a:pt x="29" y="1018"/>
                    <a:pt x="34" y="1026"/>
                  </a:cubicBezTo>
                  <a:cubicBezTo>
                    <a:pt x="39" y="1034"/>
                    <a:pt x="51" y="1040"/>
                    <a:pt x="53" y="1043"/>
                  </a:cubicBezTo>
                  <a:cubicBezTo>
                    <a:pt x="55" y="1046"/>
                    <a:pt x="62" y="1051"/>
                    <a:pt x="68" y="1050"/>
                  </a:cubicBezTo>
                  <a:cubicBezTo>
                    <a:pt x="68" y="1050"/>
                    <a:pt x="68" y="1050"/>
                    <a:pt x="68" y="1050"/>
                  </a:cubicBezTo>
                  <a:cubicBezTo>
                    <a:pt x="68" y="1050"/>
                    <a:pt x="68" y="1050"/>
                    <a:pt x="68" y="1050"/>
                  </a:cubicBezTo>
                  <a:cubicBezTo>
                    <a:pt x="74" y="1049"/>
                    <a:pt x="74" y="1043"/>
                    <a:pt x="74" y="1042"/>
                  </a:cubicBezTo>
                  <a:cubicBezTo>
                    <a:pt x="74" y="1042"/>
                    <a:pt x="76" y="1042"/>
                    <a:pt x="78" y="1042"/>
                  </a:cubicBezTo>
                  <a:cubicBezTo>
                    <a:pt x="81" y="1042"/>
                    <a:pt x="89" y="1043"/>
                    <a:pt x="93" y="1042"/>
                  </a:cubicBezTo>
                  <a:cubicBezTo>
                    <a:pt x="94" y="1041"/>
                    <a:pt x="94" y="1041"/>
                    <a:pt x="95" y="1041"/>
                  </a:cubicBezTo>
                  <a:cubicBezTo>
                    <a:pt x="101" y="1034"/>
                    <a:pt x="93" y="1027"/>
                    <a:pt x="92" y="1026"/>
                  </a:cubicBezTo>
                  <a:cubicBezTo>
                    <a:pt x="98" y="1026"/>
                    <a:pt x="98" y="1026"/>
                    <a:pt x="98" y="1026"/>
                  </a:cubicBezTo>
                  <a:cubicBezTo>
                    <a:pt x="98" y="1025"/>
                    <a:pt x="98" y="1025"/>
                    <a:pt x="99" y="1025"/>
                  </a:cubicBezTo>
                  <a:cubicBezTo>
                    <a:pt x="99" y="1025"/>
                    <a:pt x="99" y="1025"/>
                    <a:pt x="99" y="1025"/>
                  </a:cubicBezTo>
                  <a:cubicBezTo>
                    <a:pt x="107" y="1020"/>
                    <a:pt x="97" y="1011"/>
                    <a:pt x="97" y="1011"/>
                  </a:cubicBezTo>
                  <a:cubicBezTo>
                    <a:pt x="97" y="993"/>
                    <a:pt x="77" y="996"/>
                    <a:pt x="75" y="993"/>
                  </a:cubicBezTo>
                  <a:cubicBezTo>
                    <a:pt x="74" y="991"/>
                    <a:pt x="72" y="990"/>
                    <a:pt x="72" y="989"/>
                  </a:cubicBezTo>
                  <a:cubicBezTo>
                    <a:pt x="67" y="984"/>
                    <a:pt x="63" y="983"/>
                    <a:pt x="62" y="983"/>
                  </a:cubicBezTo>
                  <a:cubicBezTo>
                    <a:pt x="62" y="983"/>
                    <a:pt x="62" y="983"/>
                    <a:pt x="62" y="983"/>
                  </a:cubicBezTo>
                  <a:cubicBezTo>
                    <a:pt x="60" y="973"/>
                    <a:pt x="56" y="971"/>
                    <a:pt x="57" y="968"/>
                  </a:cubicBezTo>
                  <a:cubicBezTo>
                    <a:pt x="62" y="961"/>
                    <a:pt x="54" y="952"/>
                    <a:pt x="57" y="947"/>
                  </a:cubicBezTo>
                  <a:cubicBezTo>
                    <a:pt x="60" y="942"/>
                    <a:pt x="59" y="924"/>
                    <a:pt x="59" y="921"/>
                  </a:cubicBezTo>
                  <a:cubicBezTo>
                    <a:pt x="61" y="922"/>
                    <a:pt x="67" y="925"/>
                    <a:pt x="70" y="934"/>
                  </a:cubicBezTo>
                  <a:cubicBezTo>
                    <a:pt x="74" y="944"/>
                    <a:pt x="88" y="962"/>
                    <a:pt x="100" y="956"/>
                  </a:cubicBezTo>
                  <a:cubicBezTo>
                    <a:pt x="101" y="956"/>
                    <a:pt x="102" y="956"/>
                    <a:pt x="103" y="955"/>
                  </a:cubicBezTo>
                  <a:cubicBezTo>
                    <a:pt x="115" y="946"/>
                    <a:pt x="98" y="921"/>
                    <a:pt x="87" y="910"/>
                  </a:cubicBezTo>
                  <a:cubicBezTo>
                    <a:pt x="77" y="900"/>
                    <a:pt x="69" y="877"/>
                    <a:pt x="62" y="869"/>
                  </a:cubicBezTo>
                  <a:cubicBezTo>
                    <a:pt x="54" y="861"/>
                    <a:pt x="53" y="843"/>
                    <a:pt x="53" y="843"/>
                  </a:cubicBezTo>
                  <a:cubicBezTo>
                    <a:pt x="53" y="842"/>
                    <a:pt x="53" y="842"/>
                    <a:pt x="53" y="842"/>
                  </a:cubicBezTo>
                  <a:cubicBezTo>
                    <a:pt x="52" y="842"/>
                    <a:pt x="52" y="842"/>
                    <a:pt x="52" y="841"/>
                  </a:cubicBezTo>
                  <a:cubicBezTo>
                    <a:pt x="51" y="840"/>
                    <a:pt x="50" y="838"/>
                    <a:pt x="50" y="836"/>
                  </a:cubicBezTo>
                  <a:cubicBezTo>
                    <a:pt x="52" y="833"/>
                    <a:pt x="55" y="821"/>
                    <a:pt x="56" y="808"/>
                  </a:cubicBezTo>
                  <a:cubicBezTo>
                    <a:pt x="58" y="796"/>
                    <a:pt x="84" y="686"/>
                    <a:pt x="88" y="662"/>
                  </a:cubicBezTo>
                  <a:cubicBezTo>
                    <a:pt x="96" y="615"/>
                    <a:pt x="110" y="598"/>
                    <a:pt x="105" y="566"/>
                  </a:cubicBezTo>
                  <a:cubicBezTo>
                    <a:pt x="106" y="542"/>
                    <a:pt x="115" y="479"/>
                    <a:pt x="116" y="467"/>
                  </a:cubicBezTo>
                  <a:cubicBezTo>
                    <a:pt x="117" y="465"/>
                    <a:pt x="117" y="453"/>
                    <a:pt x="118" y="445"/>
                  </a:cubicBezTo>
                  <a:cubicBezTo>
                    <a:pt x="119" y="441"/>
                    <a:pt x="120" y="433"/>
                    <a:pt x="120" y="423"/>
                  </a:cubicBezTo>
                  <a:cubicBezTo>
                    <a:pt x="120" y="424"/>
                    <a:pt x="120" y="424"/>
                    <a:pt x="120" y="424"/>
                  </a:cubicBezTo>
                  <a:cubicBezTo>
                    <a:pt x="120" y="435"/>
                    <a:pt x="131" y="458"/>
                    <a:pt x="132" y="487"/>
                  </a:cubicBezTo>
                  <a:cubicBezTo>
                    <a:pt x="130" y="522"/>
                    <a:pt x="131" y="561"/>
                    <a:pt x="132" y="578"/>
                  </a:cubicBezTo>
                  <a:cubicBezTo>
                    <a:pt x="104" y="720"/>
                    <a:pt x="121" y="796"/>
                    <a:pt x="120" y="824"/>
                  </a:cubicBezTo>
                  <a:cubicBezTo>
                    <a:pt x="119" y="858"/>
                    <a:pt x="134" y="866"/>
                    <a:pt x="133" y="896"/>
                  </a:cubicBezTo>
                  <a:cubicBezTo>
                    <a:pt x="155" y="1268"/>
                    <a:pt x="155" y="1268"/>
                    <a:pt x="155" y="1268"/>
                  </a:cubicBezTo>
                  <a:cubicBezTo>
                    <a:pt x="155" y="1280"/>
                    <a:pt x="153" y="1320"/>
                    <a:pt x="157" y="1341"/>
                  </a:cubicBezTo>
                  <a:cubicBezTo>
                    <a:pt x="158" y="1346"/>
                    <a:pt x="164" y="1370"/>
                    <a:pt x="165" y="1403"/>
                  </a:cubicBezTo>
                  <a:cubicBezTo>
                    <a:pt x="166" y="1456"/>
                    <a:pt x="156" y="1531"/>
                    <a:pt x="157" y="1569"/>
                  </a:cubicBezTo>
                  <a:cubicBezTo>
                    <a:pt x="160" y="1631"/>
                    <a:pt x="158" y="1686"/>
                    <a:pt x="168" y="1726"/>
                  </a:cubicBezTo>
                  <a:cubicBezTo>
                    <a:pt x="174" y="1765"/>
                    <a:pt x="177" y="1797"/>
                    <a:pt x="175" y="1805"/>
                  </a:cubicBezTo>
                  <a:cubicBezTo>
                    <a:pt x="174" y="1812"/>
                    <a:pt x="173" y="1825"/>
                    <a:pt x="177" y="1837"/>
                  </a:cubicBezTo>
                  <a:cubicBezTo>
                    <a:pt x="177" y="1838"/>
                    <a:pt x="165" y="1878"/>
                    <a:pt x="159" y="1885"/>
                  </a:cubicBezTo>
                  <a:cubicBezTo>
                    <a:pt x="153" y="1892"/>
                    <a:pt x="151" y="1898"/>
                    <a:pt x="146" y="1902"/>
                  </a:cubicBezTo>
                  <a:cubicBezTo>
                    <a:pt x="141" y="1906"/>
                    <a:pt x="139" y="1910"/>
                    <a:pt x="137" y="1918"/>
                  </a:cubicBezTo>
                  <a:cubicBezTo>
                    <a:pt x="135" y="1924"/>
                    <a:pt x="131" y="1933"/>
                    <a:pt x="134" y="1937"/>
                  </a:cubicBezTo>
                  <a:cubicBezTo>
                    <a:pt x="135" y="1938"/>
                    <a:pt x="135" y="1939"/>
                    <a:pt x="136" y="1939"/>
                  </a:cubicBezTo>
                  <a:cubicBezTo>
                    <a:pt x="136" y="1939"/>
                    <a:pt x="136" y="1939"/>
                    <a:pt x="136" y="1939"/>
                  </a:cubicBezTo>
                  <a:cubicBezTo>
                    <a:pt x="136" y="1941"/>
                    <a:pt x="136" y="1943"/>
                    <a:pt x="136" y="1945"/>
                  </a:cubicBezTo>
                  <a:cubicBezTo>
                    <a:pt x="138" y="1950"/>
                    <a:pt x="142" y="1951"/>
                    <a:pt x="146" y="1950"/>
                  </a:cubicBezTo>
                  <a:cubicBezTo>
                    <a:pt x="147" y="1949"/>
                    <a:pt x="147" y="1949"/>
                    <a:pt x="147" y="1949"/>
                  </a:cubicBezTo>
                  <a:cubicBezTo>
                    <a:pt x="147" y="1951"/>
                    <a:pt x="147" y="1953"/>
                    <a:pt x="148" y="1955"/>
                  </a:cubicBezTo>
                  <a:cubicBezTo>
                    <a:pt x="151" y="1962"/>
                    <a:pt x="161" y="1965"/>
                    <a:pt x="165" y="1959"/>
                  </a:cubicBezTo>
                  <a:cubicBezTo>
                    <a:pt x="170" y="1963"/>
                    <a:pt x="181" y="1964"/>
                    <a:pt x="185" y="1957"/>
                  </a:cubicBezTo>
                  <a:cubicBezTo>
                    <a:pt x="187" y="1969"/>
                    <a:pt x="199" y="1967"/>
                    <a:pt x="206" y="1965"/>
                  </a:cubicBezTo>
                  <a:cubicBezTo>
                    <a:pt x="213" y="1963"/>
                    <a:pt x="216" y="1956"/>
                    <a:pt x="220" y="1951"/>
                  </a:cubicBezTo>
                  <a:cubicBezTo>
                    <a:pt x="224" y="1947"/>
                    <a:pt x="227" y="1943"/>
                    <a:pt x="226" y="1931"/>
                  </a:cubicBezTo>
                  <a:cubicBezTo>
                    <a:pt x="225" y="1920"/>
                    <a:pt x="225" y="1920"/>
                    <a:pt x="226" y="1906"/>
                  </a:cubicBezTo>
                  <a:cubicBezTo>
                    <a:pt x="227" y="1898"/>
                    <a:pt x="232" y="1896"/>
                    <a:pt x="232" y="1882"/>
                  </a:cubicBezTo>
                  <a:cubicBezTo>
                    <a:pt x="233" y="1872"/>
                    <a:pt x="227" y="1827"/>
                    <a:pt x="228" y="1820"/>
                  </a:cubicBezTo>
                  <a:cubicBezTo>
                    <a:pt x="229" y="1807"/>
                    <a:pt x="231" y="1795"/>
                    <a:pt x="228" y="1772"/>
                  </a:cubicBezTo>
                  <a:cubicBezTo>
                    <a:pt x="226" y="1749"/>
                    <a:pt x="241" y="1662"/>
                    <a:pt x="245" y="1646"/>
                  </a:cubicBezTo>
                  <a:cubicBezTo>
                    <a:pt x="244" y="1647"/>
                    <a:pt x="244" y="1647"/>
                    <a:pt x="244" y="1647"/>
                  </a:cubicBezTo>
                  <a:cubicBezTo>
                    <a:pt x="248" y="1625"/>
                    <a:pt x="265" y="1552"/>
                    <a:pt x="263" y="1503"/>
                  </a:cubicBezTo>
                  <a:cubicBezTo>
                    <a:pt x="263" y="1471"/>
                    <a:pt x="269" y="1393"/>
                    <a:pt x="269" y="1371"/>
                  </a:cubicBezTo>
                  <a:cubicBezTo>
                    <a:pt x="269" y="1367"/>
                    <a:pt x="270" y="1343"/>
                    <a:pt x="269" y="1338"/>
                  </a:cubicBezTo>
                  <a:cubicBezTo>
                    <a:pt x="263" y="1305"/>
                    <a:pt x="279" y="1142"/>
                    <a:pt x="279" y="1140"/>
                  </a:cubicBezTo>
                  <a:cubicBezTo>
                    <a:pt x="281" y="1119"/>
                    <a:pt x="283" y="978"/>
                    <a:pt x="283" y="978"/>
                  </a:cubicBezTo>
                  <a:cubicBezTo>
                    <a:pt x="327" y="977"/>
                    <a:pt x="327" y="977"/>
                    <a:pt x="327" y="977"/>
                  </a:cubicBezTo>
                  <a:cubicBezTo>
                    <a:pt x="327" y="977"/>
                    <a:pt x="332" y="1120"/>
                    <a:pt x="334" y="1142"/>
                  </a:cubicBezTo>
                  <a:cubicBezTo>
                    <a:pt x="334" y="1144"/>
                    <a:pt x="343" y="1306"/>
                    <a:pt x="337" y="1338"/>
                  </a:cubicBezTo>
                  <a:cubicBezTo>
                    <a:pt x="337" y="1343"/>
                    <a:pt x="338" y="1367"/>
                    <a:pt x="338" y="1371"/>
                  </a:cubicBezTo>
                  <a:cubicBezTo>
                    <a:pt x="338" y="1393"/>
                    <a:pt x="345" y="1468"/>
                    <a:pt x="343" y="1500"/>
                  </a:cubicBezTo>
                  <a:cubicBezTo>
                    <a:pt x="339" y="1556"/>
                    <a:pt x="352" y="1630"/>
                    <a:pt x="357" y="1660"/>
                  </a:cubicBezTo>
                  <a:cubicBezTo>
                    <a:pt x="358" y="1660"/>
                    <a:pt x="358" y="1660"/>
                    <a:pt x="358" y="1660"/>
                  </a:cubicBezTo>
                  <a:cubicBezTo>
                    <a:pt x="360" y="1683"/>
                    <a:pt x="375" y="1749"/>
                    <a:pt x="373" y="1771"/>
                  </a:cubicBezTo>
                  <a:cubicBezTo>
                    <a:pt x="371" y="1794"/>
                    <a:pt x="373" y="1807"/>
                    <a:pt x="374" y="1820"/>
                  </a:cubicBezTo>
                  <a:cubicBezTo>
                    <a:pt x="374" y="1827"/>
                    <a:pt x="369" y="1872"/>
                    <a:pt x="369" y="1882"/>
                  </a:cubicBezTo>
                  <a:cubicBezTo>
                    <a:pt x="370" y="1896"/>
                    <a:pt x="375" y="1898"/>
                    <a:pt x="375" y="1906"/>
                  </a:cubicBezTo>
                  <a:cubicBezTo>
                    <a:pt x="376" y="1920"/>
                    <a:pt x="377" y="1920"/>
                    <a:pt x="376" y="1931"/>
                  </a:cubicBezTo>
                  <a:cubicBezTo>
                    <a:pt x="375" y="1943"/>
                    <a:pt x="378" y="1947"/>
                    <a:pt x="382" y="1951"/>
                  </a:cubicBezTo>
                  <a:cubicBezTo>
                    <a:pt x="386" y="1956"/>
                    <a:pt x="389" y="1963"/>
                    <a:pt x="396" y="1965"/>
                  </a:cubicBezTo>
                  <a:cubicBezTo>
                    <a:pt x="403" y="1967"/>
                    <a:pt x="414" y="1969"/>
                    <a:pt x="417" y="1957"/>
                  </a:cubicBezTo>
                  <a:cubicBezTo>
                    <a:pt x="421" y="1964"/>
                    <a:pt x="431" y="1963"/>
                    <a:pt x="437" y="1959"/>
                  </a:cubicBezTo>
                  <a:cubicBezTo>
                    <a:pt x="441" y="1965"/>
                    <a:pt x="450" y="1962"/>
                    <a:pt x="453" y="1955"/>
                  </a:cubicBezTo>
                  <a:cubicBezTo>
                    <a:pt x="454" y="1953"/>
                    <a:pt x="455" y="1952"/>
                    <a:pt x="455" y="1950"/>
                  </a:cubicBezTo>
                  <a:cubicBezTo>
                    <a:pt x="455" y="1950"/>
                    <a:pt x="455" y="1950"/>
                    <a:pt x="455" y="1950"/>
                  </a:cubicBezTo>
                  <a:cubicBezTo>
                    <a:pt x="460" y="1951"/>
                    <a:pt x="465" y="1949"/>
                    <a:pt x="465" y="1945"/>
                  </a:cubicBezTo>
                  <a:cubicBezTo>
                    <a:pt x="466" y="1943"/>
                    <a:pt x="466" y="1941"/>
                    <a:pt x="466" y="1939"/>
                  </a:cubicBezTo>
                  <a:cubicBezTo>
                    <a:pt x="466" y="1939"/>
                    <a:pt x="466" y="1939"/>
                    <a:pt x="466" y="1939"/>
                  </a:cubicBezTo>
                  <a:cubicBezTo>
                    <a:pt x="467" y="1939"/>
                    <a:pt x="467" y="1938"/>
                    <a:pt x="468" y="1937"/>
                  </a:cubicBezTo>
                  <a:cubicBezTo>
                    <a:pt x="471" y="1933"/>
                    <a:pt x="466" y="1924"/>
                    <a:pt x="465" y="1918"/>
                  </a:cubicBezTo>
                  <a:cubicBezTo>
                    <a:pt x="463" y="1910"/>
                    <a:pt x="460" y="1906"/>
                    <a:pt x="456" y="1902"/>
                  </a:cubicBezTo>
                  <a:cubicBezTo>
                    <a:pt x="451" y="1898"/>
                    <a:pt x="449" y="1892"/>
                    <a:pt x="443" y="1885"/>
                  </a:cubicBezTo>
                  <a:cubicBezTo>
                    <a:pt x="436" y="1878"/>
                    <a:pt x="425" y="1838"/>
                    <a:pt x="425" y="1837"/>
                  </a:cubicBezTo>
                  <a:cubicBezTo>
                    <a:pt x="429" y="1825"/>
                    <a:pt x="427" y="1812"/>
                    <a:pt x="426" y="1805"/>
                  </a:cubicBezTo>
                  <a:cubicBezTo>
                    <a:pt x="425" y="1797"/>
                    <a:pt x="428" y="1765"/>
                    <a:pt x="434" y="1726"/>
                  </a:cubicBezTo>
                  <a:cubicBezTo>
                    <a:pt x="438" y="1677"/>
                    <a:pt x="444" y="1632"/>
                    <a:pt x="446" y="1571"/>
                  </a:cubicBezTo>
                  <a:cubicBezTo>
                    <a:pt x="447" y="1539"/>
                    <a:pt x="441" y="1470"/>
                    <a:pt x="442" y="1403"/>
                  </a:cubicBezTo>
                  <a:cubicBezTo>
                    <a:pt x="443" y="1370"/>
                    <a:pt x="448" y="1346"/>
                    <a:pt x="449" y="1341"/>
                  </a:cubicBezTo>
                  <a:cubicBezTo>
                    <a:pt x="453" y="1320"/>
                    <a:pt x="448" y="1280"/>
                    <a:pt x="449" y="1268"/>
                  </a:cubicBezTo>
                  <a:cubicBezTo>
                    <a:pt x="453" y="1084"/>
                    <a:pt x="475" y="925"/>
                    <a:pt x="474" y="887"/>
                  </a:cubicBezTo>
                  <a:cubicBezTo>
                    <a:pt x="474" y="887"/>
                    <a:pt x="489" y="837"/>
                    <a:pt x="487" y="824"/>
                  </a:cubicBezTo>
                  <a:cubicBezTo>
                    <a:pt x="486" y="796"/>
                    <a:pt x="499" y="719"/>
                    <a:pt x="475" y="576"/>
                  </a:cubicBezTo>
                  <a:cubicBezTo>
                    <a:pt x="476" y="553"/>
                    <a:pt x="477" y="512"/>
                    <a:pt x="475" y="488"/>
                  </a:cubicBezTo>
                  <a:cubicBezTo>
                    <a:pt x="477" y="459"/>
                    <a:pt x="487" y="435"/>
                    <a:pt x="487" y="424"/>
                  </a:cubicBezTo>
                  <a:cubicBezTo>
                    <a:pt x="487" y="423"/>
                    <a:pt x="487" y="423"/>
                    <a:pt x="487" y="423"/>
                  </a:cubicBezTo>
                  <a:cubicBezTo>
                    <a:pt x="487" y="433"/>
                    <a:pt x="488" y="441"/>
                    <a:pt x="489" y="445"/>
                  </a:cubicBezTo>
                  <a:cubicBezTo>
                    <a:pt x="490" y="453"/>
                    <a:pt x="490" y="465"/>
                    <a:pt x="491" y="467"/>
                  </a:cubicBezTo>
                  <a:cubicBezTo>
                    <a:pt x="492" y="479"/>
                    <a:pt x="501" y="542"/>
                    <a:pt x="502" y="566"/>
                  </a:cubicBezTo>
                  <a:cubicBezTo>
                    <a:pt x="497" y="598"/>
                    <a:pt x="512" y="614"/>
                    <a:pt x="520" y="660"/>
                  </a:cubicBezTo>
                  <a:cubicBezTo>
                    <a:pt x="524" y="685"/>
                    <a:pt x="549" y="796"/>
                    <a:pt x="550" y="808"/>
                  </a:cubicBezTo>
                  <a:cubicBezTo>
                    <a:pt x="552" y="820"/>
                    <a:pt x="555" y="832"/>
                    <a:pt x="556" y="835"/>
                  </a:cubicBezTo>
                  <a:cubicBezTo>
                    <a:pt x="556" y="837"/>
                    <a:pt x="556" y="837"/>
                    <a:pt x="556" y="837"/>
                  </a:cubicBezTo>
                  <a:cubicBezTo>
                    <a:pt x="556" y="837"/>
                    <a:pt x="555" y="854"/>
                    <a:pt x="548" y="862"/>
                  </a:cubicBezTo>
                  <a:cubicBezTo>
                    <a:pt x="540" y="871"/>
                    <a:pt x="532" y="893"/>
                    <a:pt x="522" y="904"/>
                  </a:cubicBezTo>
                  <a:cubicBezTo>
                    <a:pt x="512" y="914"/>
                    <a:pt x="494" y="940"/>
                    <a:pt x="507" y="948"/>
                  </a:cubicBezTo>
                  <a:cubicBezTo>
                    <a:pt x="519" y="957"/>
                    <a:pt x="535" y="938"/>
                    <a:pt x="539" y="927"/>
                  </a:cubicBezTo>
                  <a:cubicBezTo>
                    <a:pt x="543" y="917"/>
                    <a:pt x="550" y="914"/>
                    <a:pt x="550" y="914"/>
                  </a:cubicBezTo>
                  <a:cubicBezTo>
                    <a:pt x="550" y="914"/>
                    <a:pt x="549" y="935"/>
                    <a:pt x="552" y="940"/>
                  </a:cubicBezTo>
                  <a:cubicBezTo>
                    <a:pt x="555" y="946"/>
                    <a:pt x="547" y="955"/>
                    <a:pt x="552" y="962"/>
                  </a:cubicBezTo>
                  <a:cubicBezTo>
                    <a:pt x="553" y="964"/>
                    <a:pt x="549" y="966"/>
                    <a:pt x="548" y="976"/>
                  </a:cubicBezTo>
                  <a:cubicBezTo>
                    <a:pt x="546" y="986"/>
                    <a:pt x="541" y="976"/>
                    <a:pt x="535" y="986"/>
                  </a:cubicBezTo>
                  <a:cubicBezTo>
                    <a:pt x="532" y="990"/>
                    <a:pt x="512" y="986"/>
                    <a:pt x="512" y="1004"/>
                  </a:cubicBezTo>
                  <a:cubicBezTo>
                    <a:pt x="512" y="1004"/>
                    <a:pt x="502" y="1013"/>
                    <a:pt x="510" y="1019"/>
                  </a:cubicBezTo>
                  <a:cubicBezTo>
                    <a:pt x="517" y="1020"/>
                    <a:pt x="517" y="1020"/>
                    <a:pt x="517" y="1020"/>
                  </a:cubicBezTo>
                  <a:cubicBezTo>
                    <a:pt x="517" y="1020"/>
                    <a:pt x="508" y="1027"/>
                    <a:pt x="515" y="1034"/>
                  </a:cubicBezTo>
                  <a:cubicBezTo>
                    <a:pt x="517" y="1037"/>
                    <a:pt x="527" y="1035"/>
                    <a:pt x="530" y="1035"/>
                  </a:cubicBezTo>
                  <a:cubicBezTo>
                    <a:pt x="533" y="1035"/>
                    <a:pt x="535" y="1035"/>
                    <a:pt x="535" y="1035"/>
                  </a:cubicBezTo>
                  <a:cubicBezTo>
                    <a:pt x="535" y="1035"/>
                    <a:pt x="535" y="1043"/>
                    <a:pt x="541" y="1044"/>
                  </a:cubicBezTo>
                  <a:cubicBezTo>
                    <a:pt x="547" y="1044"/>
                    <a:pt x="553" y="1039"/>
                    <a:pt x="555" y="1036"/>
                  </a:cubicBezTo>
                  <a:cubicBezTo>
                    <a:pt x="558" y="1033"/>
                    <a:pt x="570" y="1027"/>
                    <a:pt x="575" y="1019"/>
                  </a:cubicBezTo>
                  <a:cubicBezTo>
                    <a:pt x="580" y="1011"/>
                    <a:pt x="587" y="1010"/>
                    <a:pt x="592" y="985"/>
                  </a:cubicBezTo>
                  <a:cubicBezTo>
                    <a:pt x="595" y="973"/>
                    <a:pt x="604" y="958"/>
                    <a:pt x="604" y="949"/>
                  </a:cubicBezTo>
                  <a:cubicBezTo>
                    <a:pt x="605" y="939"/>
                    <a:pt x="607" y="930"/>
                    <a:pt x="604" y="914"/>
                  </a:cubicBezTo>
                  <a:cubicBezTo>
                    <a:pt x="603" y="901"/>
                    <a:pt x="607" y="864"/>
                    <a:pt x="609" y="852"/>
                  </a:cubicBezTo>
                  <a:cubicBezTo>
                    <a:pt x="609" y="852"/>
                    <a:pt x="609" y="852"/>
                    <a:pt x="609" y="852"/>
                  </a:cubicBezTo>
                  <a:cubicBezTo>
                    <a:pt x="612" y="836"/>
                    <a:pt x="608" y="824"/>
                    <a:pt x="607" y="820"/>
                  </a:cubicBezTo>
                  <a:close/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226" name="Freeform 732">
              <a:extLst>
                <a:ext uri="{FF2B5EF4-FFF2-40B4-BE49-F238E27FC236}">
                  <a16:creationId xmlns:a16="http://schemas.microsoft.com/office/drawing/2014/main" id="{12BBE874-4111-4E41-A7DD-E6A3688263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1" y="1287"/>
              <a:ext cx="52" cy="36"/>
            </a:xfrm>
            <a:custGeom>
              <a:avLst/>
              <a:gdLst>
                <a:gd name="T0" fmla="*/ 0 w 34"/>
                <a:gd name="T1" fmla="*/ 0 h 24"/>
                <a:gd name="T2" fmla="*/ 122 w 34"/>
                <a:gd name="T3" fmla="*/ 5 h 24"/>
                <a:gd name="T4" fmla="*/ 0 w 34"/>
                <a:gd name="T5" fmla="*/ 0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24">
                  <a:moveTo>
                    <a:pt x="0" y="0"/>
                  </a:moveTo>
                  <a:cubicBezTo>
                    <a:pt x="0" y="0"/>
                    <a:pt x="19" y="17"/>
                    <a:pt x="34" y="1"/>
                  </a:cubicBezTo>
                  <a:cubicBezTo>
                    <a:pt x="34" y="1"/>
                    <a:pt x="22" y="24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227" name="Freeform 733">
              <a:extLst>
                <a:ext uri="{FF2B5EF4-FFF2-40B4-BE49-F238E27FC236}">
                  <a16:creationId xmlns:a16="http://schemas.microsoft.com/office/drawing/2014/main" id="{629850E0-7501-4E94-B43E-E4ADF2D29F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0" y="1267"/>
              <a:ext cx="188" cy="59"/>
            </a:xfrm>
            <a:custGeom>
              <a:avLst/>
              <a:gdLst>
                <a:gd name="T0" fmla="*/ 0 w 123"/>
                <a:gd name="T1" fmla="*/ 14 h 39"/>
                <a:gd name="T2" fmla="*/ 164 w 123"/>
                <a:gd name="T3" fmla="*/ 14 h 39"/>
                <a:gd name="T4" fmla="*/ 251 w 123"/>
                <a:gd name="T5" fmla="*/ 48 h 39"/>
                <a:gd name="T6" fmla="*/ 439 w 123"/>
                <a:gd name="T7" fmla="*/ 94 h 39"/>
                <a:gd name="T8" fmla="*/ 330 w 123"/>
                <a:gd name="T9" fmla="*/ 116 h 39"/>
                <a:gd name="T10" fmla="*/ 216 w 123"/>
                <a:gd name="T11" fmla="*/ 62 h 39"/>
                <a:gd name="T12" fmla="*/ 115 w 123"/>
                <a:gd name="T13" fmla="*/ 27 h 39"/>
                <a:gd name="T14" fmla="*/ 12 w 123"/>
                <a:gd name="T15" fmla="*/ 8 h 3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3" h="39">
                  <a:moveTo>
                    <a:pt x="0" y="4"/>
                  </a:moveTo>
                  <a:cubicBezTo>
                    <a:pt x="16" y="4"/>
                    <a:pt x="31" y="0"/>
                    <a:pt x="46" y="4"/>
                  </a:cubicBezTo>
                  <a:cubicBezTo>
                    <a:pt x="55" y="6"/>
                    <a:pt x="63" y="10"/>
                    <a:pt x="70" y="14"/>
                  </a:cubicBezTo>
                  <a:cubicBezTo>
                    <a:pt x="85" y="22"/>
                    <a:pt x="108" y="39"/>
                    <a:pt x="123" y="27"/>
                  </a:cubicBezTo>
                  <a:cubicBezTo>
                    <a:pt x="113" y="31"/>
                    <a:pt x="104" y="35"/>
                    <a:pt x="92" y="34"/>
                  </a:cubicBezTo>
                  <a:cubicBezTo>
                    <a:pt x="81" y="32"/>
                    <a:pt x="70" y="24"/>
                    <a:pt x="60" y="18"/>
                  </a:cubicBezTo>
                  <a:cubicBezTo>
                    <a:pt x="50" y="12"/>
                    <a:pt x="43" y="9"/>
                    <a:pt x="32" y="8"/>
                  </a:cubicBezTo>
                  <a:cubicBezTo>
                    <a:pt x="21" y="8"/>
                    <a:pt x="12" y="3"/>
                    <a:pt x="3" y="2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228" name="Freeform 734">
              <a:extLst>
                <a:ext uri="{FF2B5EF4-FFF2-40B4-BE49-F238E27FC236}">
                  <a16:creationId xmlns:a16="http://schemas.microsoft.com/office/drawing/2014/main" id="{5DF9676C-90FF-45E1-B10A-B639674208F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1" y="1258"/>
              <a:ext cx="136" cy="38"/>
            </a:xfrm>
            <a:custGeom>
              <a:avLst/>
              <a:gdLst>
                <a:gd name="T0" fmla="*/ 0 w 89"/>
                <a:gd name="T1" fmla="*/ 88 h 25"/>
                <a:gd name="T2" fmla="*/ 150 w 89"/>
                <a:gd name="T3" fmla="*/ 27 h 25"/>
                <a:gd name="T4" fmla="*/ 252 w 89"/>
                <a:gd name="T5" fmla="*/ 12 h 25"/>
                <a:gd name="T6" fmla="*/ 318 w 89"/>
                <a:gd name="T7" fmla="*/ 8 h 25"/>
                <a:gd name="T8" fmla="*/ 128 w 89"/>
                <a:gd name="T9" fmla="*/ 49 h 25"/>
                <a:gd name="T10" fmla="*/ 0 w 89"/>
                <a:gd name="T11" fmla="*/ 84 h 2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9" h="25">
                  <a:moveTo>
                    <a:pt x="0" y="25"/>
                  </a:moveTo>
                  <a:cubicBezTo>
                    <a:pt x="14" y="18"/>
                    <a:pt x="26" y="10"/>
                    <a:pt x="42" y="8"/>
                  </a:cubicBezTo>
                  <a:cubicBezTo>
                    <a:pt x="52" y="6"/>
                    <a:pt x="61" y="4"/>
                    <a:pt x="71" y="3"/>
                  </a:cubicBezTo>
                  <a:cubicBezTo>
                    <a:pt x="76" y="3"/>
                    <a:pt x="84" y="0"/>
                    <a:pt x="89" y="2"/>
                  </a:cubicBezTo>
                  <a:cubicBezTo>
                    <a:pt x="73" y="9"/>
                    <a:pt x="53" y="11"/>
                    <a:pt x="36" y="14"/>
                  </a:cubicBezTo>
                  <a:cubicBezTo>
                    <a:pt x="24" y="17"/>
                    <a:pt x="12" y="23"/>
                    <a:pt x="0" y="24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229" name="Freeform 735">
              <a:extLst>
                <a:ext uri="{FF2B5EF4-FFF2-40B4-BE49-F238E27FC236}">
                  <a16:creationId xmlns:a16="http://schemas.microsoft.com/office/drawing/2014/main" id="{7683FD91-D7A6-4FE5-9FBE-EB199E3094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6" y="1258"/>
              <a:ext cx="92" cy="25"/>
            </a:xfrm>
            <a:custGeom>
              <a:avLst/>
              <a:gdLst>
                <a:gd name="T0" fmla="*/ 0 w 60"/>
                <a:gd name="T1" fmla="*/ 54 h 17"/>
                <a:gd name="T2" fmla="*/ 216 w 60"/>
                <a:gd name="T3" fmla="*/ 0 h 17"/>
                <a:gd name="T4" fmla="*/ 0 w 60"/>
                <a:gd name="T5" fmla="*/ 54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0" h="17">
                  <a:moveTo>
                    <a:pt x="0" y="17"/>
                  </a:moveTo>
                  <a:cubicBezTo>
                    <a:pt x="0" y="17"/>
                    <a:pt x="41" y="2"/>
                    <a:pt x="60" y="0"/>
                  </a:cubicBezTo>
                  <a:cubicBezTo>
                    <a:pt x="60" y="0"/>
                    <a:pt x="21" y="3"/>
                    <a:pt x="0" y="1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230" name="Freeform 736">
              <a:extLst>
                <a:ext uri="{FF2B5EF4-FFF2-40B4-BE49-F238E27FC236}">
                  <a16:creationId xmlns:a16="http://schemas.microsoft.com/office/drawing/2014/main" id="{57B3297B-AC0D-4958-834D-491224BB96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2" y="1261"/>
              <a:ext cx="95" cy="27"/>
            </a:xfrm>
            <a:custGeom>
              <a:avLst/>
              <a:gdLst>
                <a:gd name="T0" fmla="*/ 0 w 62"/>
                <a:gd name="T1" fmla="*/ 0 h 18"/>
                <a:gd name="T2" fmla="*/ 224 w 62"/>
                <a:gd name="T3" fmla="*/ 62 h 18"/>
                <a:gd name="T4" fmla="*/ 0 w 62"/>
                <a:gd name="T5" fmla="*/ 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2" h="18">
                  <a:moveTo>
                    <a:pt x="0" y="0"/>
                  </a:moveTo>
                  <a:cubicBezTo>
                    <a:pt x="0" y="0"/>
                    <a:pt x="38" y="3"/>
                    <a:pt x="62" y="18"/>
                  </a:cubicBezTo>
                  <a:cubicBezTo>
                    <a:pt x="62" y="18"/>
                    <a:pt x="41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231" name="Freeform 737">
              <a:extLst>
                <a:ext uri="{FF2B5EF4-FFF2-40B4-BE49-F238E27FC236}">
                  <a16:creationId xmlns:a16="http://schemas.microsoft.com/office/drawing/2014/main" id="{E1F90AA9-E3AD-48E4-87CD-4142EAB19E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4" y="2432"/>
              <a:ext cx="61" cy="92"/>
            </a:xfrm>
            <a:custGeom>
              <a:avLst/>
              <a:gdLst>
                <a:gd name="T0" fmla="*/ 142 w 40"/>
                <a:gd name="T1" fmla="*/ 0 h 61"/>
                <a:gd name="T2" fmla="*/ 120 w 40"/>
                <a:gd name="T3" fmla="*/ 148 h 61"/>
                <a:gd name="T4" fmla="*/ 0 w 40"/>
                <a:gd name="T5" fmla="*/ 169 h 61"/>
                <a:gd name="T6" fmla="*/ 67 w 40"/>
                <a:gd name="T7" fmla="*/ 155 h 61"/>
                <a:gd name="T8" fmla="*/ 75 w 40"/>
                <a:gd name="T9" fmla="*/ 94 h 61"/>
                <a:gd name="T10" fmla="*/ 128 w 40"/>
                <a:gd name="T11" fmla="*/ 12 h 6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0" h="61">
                  <a:moveTo>
                    <a:pt x="40" y="0"/>
                  </a:moveTo>
                  <a:cubicBezTo>
                    <a:pt x="39" y="13"/>
                    <a:pt x="39" y="31"/>
                    <a:pt x="34" y="43"/>
                  </a:cubicBezTo>
                  <a:cubicBezTo>
                    <a:pt x="26" y="61"/>
                    <a:pt x="14" y="50"/>
                    <a:pt x="0" y="49"/>
                  </a:cubicBezTo>
                  <a:cubicBezTo>
                    <a:pt x="5" y="49"/>
                    <a:pt x="14" y="50"/>
                    <a:pt x="19" y="45"/>
                  </a:cubicBezTo>
                  <a:cubicBezTo>
                    <a:pt x="25" y="39"/>
                    <a:pt x="20" y="34"/>
                    <a:pt x="21" y="27"/>
                  </a:cubicBezTo>
                  <a:cubicBezTo>
                    <a:pt x="21" y="13"/>
                    <a:pt x="32" y="12"/>
                    <a:pt x="36" y="3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232" name="Freeform 738">
              <a:extLst>
                <a:ext uri="{FF2B5EF4-FFF2-40B4-BE49-F238E27FC236}">
                  <a16:creationId xmlns:a16="http://schemas.microsoft.com/office/drawing/2014/main" id="{A68F0606-5A3F-4414-A528-B657A0EFD4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4" y="2427"/>
              <a:ext cx="61" cy="110"/>
            </a:xfrm>
            <a:custGeom>
              <a:avLst/>
              <a:gdLst>
                <a:gd name="T0" fmla="*/ 96 w 40"/>
                <a:gd name="T1" fmla="*/ 14 h 72"/>
                <a:gd name="T2" fmla="*/ 102 w 40"/>
                <a:gd name="T3" fmla="*/ 96 h 72"/>
                <a:gd name="T4" fmla="*/ 102 w 40"/>
                <a:gd name="T5" fmla="*/ 171 h 72"/>
                <a:gd name="T6" fmla="*/ 75 w 40"/>
                <a:gd name="T7" fmla="*/ 235 h 72"/>
                <a:gd name="T8" fmla="*/ 0 w 40"/>
                <a:gd name="T9" fmla="*/ 249 h 72"/>
                <a:gd name="T10" fmla="*/ 75 w 40"/>
                <a:gd name="T11" fmla="*/ 235 h 72"/>
                <a:gd name="T12" fmla="*/ 134 w 40"/>
                <a:gd name="T13" fmla="*/ 176 h 72"/>
                <a:gd name="T14" fmla="*/ 101 w 40"/>
                <a:gd name="T15" fmla="*/ 0 h 7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0" h="72">
                  <a:moveTo>
                    <a:pt x="27" y="4"/>
                  </a:moveTo>
                  <a:cubicBezTo>
                    <a:pt x="27" y="12"/>
                    <a:pt x="28" y="19"/>
                    <a:pt x="29" y="27"/>
                  </a:cubicBezTo>
                  <a:cubicBezTo>
                    <a:pt x="30" y="34"/>
                    <a:pt x="30" y="41"/>
                    <a:pt x="29" y="48"/>
                  </a:cubicBezTo>
                  <a:cubicBezTo>
                    <a:pt x="28" y="54"/>
                    <a:pt x="26" y="62"/>
                    <a:pt x="21" y="66"/>
                  </a:cubicBezTo>
                  <a:cubicBezTo>
                    <a:pt x="14" y="71"/>
                    <a:pt x="8" y="67"/>
                    <a:pt x="0" y="70"/>
                  </a:cubicBezTo>
                  <a:cubicBezTo>
                    <a:pt x="6" y="72"/>
                    <a:pt x="15" y="67"/>
                    <a:pt x="21" y="66"/>
                  </a:cubicBezTo>
                  <a:cubicBezTo>
                    <a:pt x="29" y="63"/>
                    <a:pt x="36" y="58"/>
                    <a:pt x="38" y="49"/>
                  </a:cubicBezTo>
                  <a:cubicBezTo>
                    <a:pt x="40" y="31"/>
                    <a:pt x="31" y="17"/>
                    <a:pt x="28" y="0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233" name="Freeform 739">
              <a:extLst>
                <a:ext uri="{FF2B5EF4-FFF2-40B4-BE49-F238E27FC236}">
                  <a16:creationId xmlns:a16="http://schemas.microsoft.com/office/drawing/2014/main" id="{7634B957-92CB-4BEF-8E31-B37C4E7EED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8" y="2416"/>
              <a:ext cx="140" cy="125"/>
            </a:xfrm>
            <a:custGeom>
              <a:avLst/>
              <a:gdLst>
                <a:gd name="T0" fmla="*/ 41 w 92"/>
                <a:gd name="T1" fmla="*/ 0 h 82"/>
                <a:gd name="T2" fmla="*/ 46 w 92"/>
                <a:gd name="T3" fmla="*/ 70 h 82"/>
                <a:gd name="T4" fmla="*/ 155 w 92"/>
                <a:gd name="T5" fmla="*/ 291 h 82"/>
                <a:gd name="T6" fmla="*/ 271 w 92"/>
                <a:gd name="T7" fmla="*/ 70 h 82"/>
                <a:gd name="T8" fmla="*/ 275 w 92"/>
                <a:gd name="T9" fmla="*/ 27 h 8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2" h="82">
                  <a:moveTo>
                    <a:pt x="12" y="0"/>
                  </a:moveTo>
                  <a:cubicBezTo>
                    <a:pt x="14" y="7"/>
                    <a:pt x="15" y="15"/>
                    <a:pt x="13" y="20"/>
                  </a:cubicBezTo>
                  <a:cubicBezTo>
                    <a:pt x="10" y="28"/>
                    <a:pt x="0" y="82"/>
                    <a:pt x="44" y="82"/>
                  </a:cubicBezTo>
                  <a:cubicBezTo>
                    <a:pt x="92" y="82"/>
                    <a:pt x="79" y="36"/>
                    <a:pt x="77" y="20"/>
                  </a:cubicBezTo>
                  <a:cubicBezTo>
                    <a:pt x="77" y="15"/>
                    <a:pt x="77" y="11"/>
                    <a:pt x="78" y="8"/>
                  </a:cubicBezTo>
                </a:path>
              </a:pathLst>
            </a:custGeom>
            <a:solidFill>
              <a:srgbClr val="F6E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234" name="Freeform 740">
              <a:extLst>
                <a:ext uri="{FF2B5EF4-FFF2-40B4-BE49-F238E27FC236}">
                  <a16:creationId xmlns:a16="http://schemas.microsoft.com/office/drawing/2014/main" id="{27879A68-039B-4C15-BFCD-7B1B3F943C4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2" y="2462"/>
              <a:ext cx="29" cy="67"/>
            </a:xfrm>
            <a:custGeom>
              <a:avLst/>
              <a:gdLst>
                <a:gd name="T0" fmla="*/ 56 w 19"/>
                <a:gd name="T1" fmla="*/ 40 h 44"/>
                <a:gd name="T2" fmla="*/ 47 w 19"/>
                <a:gd name="T3" fmla="*/ 88 h 44"/>
                <a:gd name="T4" fmla="*/ 49 w 19"/>
                <a:gd name="T5" fmla="*/ 128 h 44"/>
                <a:gd name="T6" fmla="*/ 67 w 19"/>
                <a:gd name="T7" fmla="*/ 155 h 44"/>
                <a:gd name="T8" fmla="*/ 32 w 19"/>
                <a:gd name="T9" fmla="*/ 134 h 44"/>
                <a:gd name="T10" fmla="*/ 5 w 19"/>
                <a:gd name="T11" fmla="*/ 81 h 44"/>
                <a:gd name="T12" fmla="*/ 35 w 19"/>
                <a:gd name="T13" fmla="*/ 62 h 44"/>
                <a:gd name="T14" fmla="*/ 53 w 19"/>
                <a:gd name="T15" fmla="*/ 0 h 4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9" h="44">
                  <a:moveTo>
                    <a:pt x="16" y="11"/>
                  </a:moveTo>
                  <a:cubicBezTo>
                    <a:pt x="18" y="17"/>
                    <a:pt x="13" y="20"/>
                    <a:pt x="13" y="25"/>
                  </a:cubicBezTo>
                  <a:cubicBezTo>
                    <a:pt x="12" y="29"/>
                    <a:pt x="13" y="32"/>
                    <a:pt x="14" y="36"/>
                  </a:cubicBezTo>
                  <a:cubicBezTo>
                    <a:pt x="15" y="38"/>
                    <a:pt x="18" y="41"/>
                    <a:pt x="19" y="44"/>
                  </a:cubicBezTo>
                  <a:cubicBezTo>
                    <a:pt x="15" y="44"/>
                    <a:pt x="11" y="41"/>
                    <a:pt x="9" y="38"/>
                  </a:cubicBezTo>
                  <a:cubicBezTo>
                    <a:pt x="7" y="35"/>
                    <a:pt x="0" y="27"/>
                    <a:pt x="1" y="23"/>
                  </a:cubicBezTo>
                  <a:cubicBezTo>
                    <a:pt x="2" y="21"/>
                    <a:pt x="8" y="21"/>
                    <a:pt x="10" y="18"/>
                  </a:cubicBezTo>
                  <a:cubicBezTo>
                    <a:pt x="14" y="13"/>
                    <a:pt x="17" y="6"/>
                    <a:pt x="15" y="0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235" name="Freeform 741">
              <a:extLst>
                <a:ext uri="{FF2B5EF4-FFF2-40B4-BE49-F238E27FC236}">
                  <a16:creationId xmlns:a16="http://schemas.microsoft.com/office/drawing/2014/main" id="{62DC7484-BC77-4B9F-94A5-7D95DCC4DE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5" y="2419"/>
              <a:ext cx="121" cy="122"/>
            </a:xfrm>
            <a:custGeom>
              <a:avLst/>
              <a:gdLst>
                <a:gd name="T0" fmla="*/ 26 w 79"/>
                <a:gd name="T1" fmla="*/ 0 h 80"/>
                <a:gd name="T2" fmla="*/ 28 w 79"/>
                <a:gd name="T3" fmla="*/ 63 h 80"/>
                <a:gd name="T4" fmla="*/ 35 w 79"/>
                <a:gd name="T5" fmla="*/ 235 h 80"/>
                <a:gd name="T6" fmla="*/ 142 w 79"/>
                <a:gd name="T7" fmla="*/ 284 h 80"/>
                <a:gd name="T8" fmla="*/ 248 w 79"/>
                <a:gd name="T9" fmla="*/ 244 h 80"/>
                <a:gd name="T10" fmla="*/ 263 w 79"/>
                <a:gd name="T11" fmla="*/ 88 h 80"/>
                <a:gd name="T12" fmla="*/ 263 w 79"/>
                <a:gd name="T13" fmla="*/ 63 h 80"/>
                <a:gd name="T14" fmla="*/ 256 w 79"/>
                <a:gd name="T15" fmla="*/ 47 h 80"/>
                <a:gd name="T16" fmla="*/ 256 w 79"/>
                <a:gd name="T17" fmla="*/ 12 h 80"/>
                <a:gd name="T18" fmla="*/ 256 w 79"/>
                <a:gd name="T19" fmla="*/ 47 h 80"/>
                <a:gd name="T20" fmla="*/ 256 w 79"/>
                <a:gd name="T21" fmla="*/ 63 h 80"/>
                <a:gd name="T22" fmla="*/ 257 w 79"/>
                <a:gd name="T23" fmla="*/ 88 h 80"/>
                <a:gd name="T24" fmla="*/ 244 w 79"/>
                <a:gd name="T25" fmla="*/ 242 h 80"/>
                <a:gd name="T26" fmla="*/ 141 w 79"/>
                <a:gd name="T27" fmla="*/ 279 h 80"/>
                <a:gd name="T28" fmla="*/ 40 w 79"/>
                <a:gd name="T29" fmla="*/ 235 h 80"/>
                <a:gd name="T30" fmla="*/ 32 w 79"/>
                <a:gd name="T31" fmla="*/ 67 h 80"/>
                <a:gd name="T32" fmla="*/ 26 w 79"/>
                <a:gd name="T33" fmla="*/ 0 h 80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79" h="80">
                  <a:moveTo>
                    <a:pt x="7" y="0"/>
                  </a:moveTo>
                  <a:cubicBezTo>
                    <a:pt x="12" y="5"/>
                    <a:pt x="10" y="13"/>
                    <a:pt x="8" y="18"/>
                  </a:cubicBezTo>
                  <a:cubicBezTo>
                    <a:pt x="6" y="25"/>
                    <a:pt x="0" y="50"/>
                    <a:pt x="10" y="66"/>
                  </a:cubicBezTo>
                  <a:cubicBezTo>
                    <a:pt x="16" y="76"/>
                    <a:pt x="26" y="80"/>
                    <a:pt x="40" y="80"/>
                  </a:cubicBezTo>
                  <a:cubicBezTo>
                    <a:pt x="54" y="80"/>
                    <a:pt x="63" y="76"/>
                    <a:pt x="69" y="69"/>
                  </a:cubicBezTo>
                  <a:cubicBezTo>
                    <a:pt x="79" y="56"/>
                    <a:pt x="75" y="38"/>
                    <a:pt x="73" y="25"/>
                  </a:cubicBezTo>
                  <a:cubicBezTo>
                    <a:pt x="73" y="18"/>
                    <a:pt x="73" y="18"/>
                    <a:pt x="73" y="18"/>
                  </a:cubicBezTo>
                  <a:cubicBezTo>
                    <a:pt x="71" y="13"/>
                    <a:pt x="71" y="13"/>
                    <a:pt x="71" y="13"/>
                  </a:cubicBezTo>
                  <a:cubicBezTo>
                    <a:pt x="71" y="10"/>
                    <a:pt x="70" y="6"/>
                    <a:pt x="71" y="3"/>
                  </a:cubicBezTo>
                  <a:cubicBezTo>
                    <a:pt x="70" y="6"/>
                    <a:pt x="70" y="9"/>
                    <a:pt x="71" y="13"/>
                  </a:cubicBezTo>
                  <a:cubicBezTo>
                    <a:pt x="71" y="18"/>
                    <a:pt x="71" y="18"/>
                    <a:pt x="71" y="18"/>
                  </a:cubicBezTo>
                  <a:cubicBezTo>
                    <a:pt x="72" y="25"/>
                    <a:pt x="72" y="25"/>
                    <a:pt x="72" y="25"/>
                  </a:cubicBezTo>
                  <a:cubicBezTo>
                    <a:pt x="74" y="38"/>
                    <a:pt x="77" y="56"/>
                    <a:pt x="68" y="68"/>
                  </a:cubicBezTo>
                  <a:cubicBezTo>
                    <a:pt x="62" y="75"/>
                    <a:pt x="53" y="79"/>
                    <a:pt x="39" y="79"/>
                  </a:cubicBezTo>
                  <a:cubicBezTo>
                    <a:pt x="26" y="79"/>
                    <a:pt x="16" y="75"/>
                    <a:pt x="11" y="66"/>
                  </a:cubicBezTo>
                  <a:cubicBezTo>
                    <a:pt x="1" y="49"/>
                    <a:pt x="8" y="23"/>
                    <a:pt x="9" y="19"/>
                  </a:cubicBezTo>
                  <a:cubicBezTo>
                    <a:pt x="11" y="13"/>
                    <a:pt x="13" y="6"/>
                    <a:pt x="7" y="0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236" name="Freeform 742">
              <a:extLst>
                <a:ext uri="{FF2B5EF4-FFF2-40B4-BE49-F238E27FC236}">
                  <a16:creationId xmlns:a16="http://schemas.microsoft.com/office/drawing/2014/main" id="{B12A44FC-6074-48DD-8DA2-C6392344BA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2" y="2421"/>
              <a:ext cx="49" cy="113"/>
            </a:xfrm>
            <a:custGeom>
              <a:avLst/>
              <a:gdLst>
                <a:gd name="T0" fmla="*/ 101 w 32"/>
                <a:gd name="T1" fmla="*/ 0 h 74"/>
                <a:gd name="T2" fmla="*/ 107 w 32"/>
                <a:gd name="T3" fmla="*/ 47 h 74"/>
                <a:gd name="T4" fmla="*/ 101 w 32"/>
                <a:gd name="T5" fmla="*/ 168 h 74"/>
                <a:gd name="T6" fmla="*/ 101 w 32"/>
                <a:gd name="T7" fmla="*/ 170 h 74"/>
                <a:gd name="T8" fmla="*/ 101 w 32"/>
                <a:gd name="T9" fmla="*/ 170 h 74"/>
                <a:gd name="T10" fmla="*/ 110 w 32"/>
                <a:gd name="T11" fmla="*/ 208 h 74"/>
                <a:gd name="T12" fmla="*/ 61 w 32"/>
                <a:gd name="T13" fmla="*/ 257 h 74"/>
                <a:gd name="T14" fmla="*/ 58 w 32"/>
                <a:gd name="T15" fmla="*/ 257 h 74"/>
                <a:gd name="T16" fmla="*/ 5 w 32"/>
                <a:gd name="T17" fmla="*/ 208 h 74"/>
                <a:gd name="T18" fmla="*/ 18 w 32"/>
                <a:gd name="T19" fmla="*/ 170 h 74"/>
                <a:gd name="T20" fmla="*/ 18 w 32"/>
                <a:gd name="T21" fmla="*/ 168 h 74"/>
                <a:gd name="T22" fmla="*/ 12 w 32"/>
                <a:gd name="T23" fmla="*/ 47 h 74"/>
                <a:gd name="T24" fmla="*/ 8 w 32"/>
                <a:gd name="T25" fmla="*/ 18 h 74"/>
                <a:gd name="T26" fmla="*/ 8 w 32"/>
                <a:gd name="T27" fmla="*/ 57 h 74"/>
                <a:gd name="T28" fmla="*/ 12 w 32"/>
                <a:gd name="T29" fmla="*/ 168 h 74"/>
                <a:gd name="T30" fmla="*/ 0 w 32"/>
                <a:gd name="T31" fmla="*/ 203 h 74"/>
                <a:gd name="T32" fmla="*/ 0 w 32"/>
                <a:gd name="T33" fmla="*/ 209 h 74"/>
                <a:gd name="T34" fmla="*/ 58 w 32"/>
                <a:gd name="T35" fmla="*/ 264 h 74"/>
                <a:gd name="T36" fmla="*/ 61 w 32"/>
                <a:gd name="T37" fmla="*/ 264 h 74"/>
                <a:gd name="T38" fmla="*/ 115 w 32"/>
                <a:gd name="T39" fmla="*/ 209 h 74"/>
                <a:gd name="T40" fmla="*/ 115 w 32"/>
                <a:gd name="T41" fmla="*/ 203 h 74"/>
                <a:gd name="T42" fmla="*/ 103 w 32"/>
                <a:gd name="T43" fmla="*/ 168 h 74"/>
                <a:gd name="T44" fmla="*/ 110 w 32"/>
                <a:gd name="T45" fmla="*/ 53 h 74"/>
                <a:gd name="T46" fmla="*/ 110 w 32"/>
                <a:gd name="T47" fmla="*/ 47 h 74"/>
                <a:gd name="T48" fmla="*/ 101 w 32"/>
                <a:gd name="T49" fmla="*/ 0 h 74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32" h="74">
                  <a:moveTo>
                    <a:pt x="28" y="0"/>
                  </a:moveTo>
                  <a:cubicBezTo>
                    <a:pt x="30" y="2"/>
                    <a:pt x="30" y="7"/>
                    <a:pt x="30" y="13"/>
                  </a:cubicBezTo>
                  <a:cubicBezTo>
                    <a:pt x="30" y="18"/>
                    <a:pt x="28" y="44"/>
                    <a:pt x="28" y="47"/>
                  </a:cubicBezTo>
                  <a:cubicBezTo>
                    <a:pt x="28" y="48"/>
                    <a:pt x="28" y="48"/>
                    <a:pt x="28" y="48"/>
                  </a:cubicBezTo>
                  <a:cubicBezTo>
                    <a:pt x="28" y="48"/>
                    <a:pt x="28" y="48"/>
                    <a:pt x="28" y="48"/>
                  </a:cubicBezTo>
                  <a:cubicBezTo>
                    <a:pt x="30" y="52"/>
                    <a:pt x="32" y="55"/>
                    <a:pt x="31" y="58"/>
                  </a:cubicBezTo>
                  <a:cubicBezTo>
                    <a:pt x="30" y="63"/>
                    <a:pt x="25" y="72"/>
                    <a:pt x="17" y="72"/>
                  </a:cubicBezTo>
                  <a:cubicBezTo>
                    <a:pt x="16" y="72"/>
                    <a:pt x="16" y="72"/>
                    <a:pt x="16" y="72"/>
                  </a:cubicBezTo>
                  <a:cubicBezTo>
                    <a:pt x="8" y="72"/>
                    <a:pt x="3" y="63"/>
                    <a:pt x="1" y="58"/>
                  </a:cubicBezTo>
                  <a:cubicBezTo>
                    <a:pt x="1" y="56"/>
                    <a:pt x="3" y="51"/>
                    <a:pt x="5" y="48"/>
                  </a:cubicBezTo>
                  <a:cubicBezTo>
                    <a:pt x="5" y="47"/>
                    <a:pt x="5" y="47"/>
                    <a:pt x="5" y="47"/>
                  </a:cubicBezTo>
                  <a:cubicBezTo>
                    <a:pt x="4" y="44"/>
                    <a:pt x="3" y="19"/>
                    <a:pt x="3" y="13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16"/>
                    <a:pt x="2" y="16"/>
                    <a:pt x="2" y="16"/>
                  </a:cubicBezTo>
                  <a:cubicBezTo>
                    <a:pt x="3" y="21"/>
                    <a:pt x="3" y="43"/>
                    <a:pt x="3" y="47"/>
                  </a:cubicBezTo>
                  <a:cubicBezTo>
                    <a:pt x="2" y="51"/>
                    <a:pt x="0" y="54"/>
                    <a:pt x="0" y="57"/>
                  </a:cubicBezTo>
                  <a:cubicBezTo>
                    <a:pt x="0" y="57"/>
                    <a:pt x="0" y="58"/>
                    <a:pt x="0" y="59"/>
                  </a:cubicBezTo>
                  <a:cubicBezTo>
                    <a:pt x="2" y="64"/>
                    <a:pt x="7" y="73"/>
                    <a:pt x="16" y="74"/>
                  </a:cubicBezTo>
                  <a:cubicBezTo>
                    <a:pt x="17" y="74"/>
                    <a:pt x="17" y="74"/>
                    <a:pt x="17" y="74"/>
                  </a:cubicBezTo>
                  <a:cubicBezTo>
                    <a:pt x="26" y="73"/>
                    <a:pt x="30" y="64"/>
                    <a:pt x="32" y="59"/>
                  </a:cubicBezTo>
                  <a:cubicBezTo>
                    <a:pt x="32" y="58"/>
                    <a:pt x="32" y="58"/>
                    <a:pt x="32" y="57"/>
                  </a:cubicBezTo>
                  <a:cubicBezTo>
                    <a:pt x="32" y="54"/>
                    <a:pt x="31" y="51"/>
                    <a:pt x="29" y="47"/>
                  </a:cubicBezTo>
                  <a:cubicBezTo>
                    <a:pt x="30" y="43"/>
                    <a:pt x="31" y="20"/>
                    <a:pt x="31" y="15"/>
                  </a:cubicBezTo>
                  <a:cubicBezTo>
                    <a:pt x="31" y="14"/>
                    <a:pt x="31" y="14"/>
                    <a:pt x="31" y="13"/>
                  </a:cubicBezTo>
                  <a:cubicBezTo>
                    <a:pt x="31" y="8"/>
                    <a:pt x="30" y="2"/>
                    <a:pt x="28" y="0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237" name="Freeform 743">
              <a:extLst>
                <a:ext uri="{FF2B5EF4-FFF2-40B4-BE49-F238E27FC236}">
                  <a16:creationId xmlns:a16="http://schemas.microsoft.com/office/drawing/2014/main" id="{33335EF7-D426-492C-90AA-0AF0403A6A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4" y="2488"/>
              <a:ext cx="12" cy="6"/>
            </a:xfrm>
            <a:custGeom>
              <a:avLst/>
              <a:gdLst>
                <a:gd name="T0" fmla="*/ 0 w 8"/>
                <a:gd name="T1" fmla="*/ 0 h 4"/>
                <a:gd name="T2" fmla="*/ 26 w 8"/>
                <a:gd name="T3" fmla="*/ 14 h 4"/>
                <a:gd name="T4" fmla="*/ 27 w 8"/>
                <a:gd name="T5" fmla="*/ 12 h 4"/>
                <a:gd name="T6" fmla="*/ 0 w 8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4">
                  <a:moveTo>
                    <a:pt x="0" y="0"/>
                  </a:moveTo>
                  <a:cubicBezTo>
                    <a:pt x="2" y="0"/>
                    <a:pt x="6" y="3"/>
                    <a:pt x="7" y="4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6" y="1"/>
                    <a:pt x="1" y="0"/>
                    <a:pt x="0" y="0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238" name="Freeform 744">
              <a:extLst>
                <a:ext uri="{FF2B5EF4-FFF2-40B4-BE49-F238E27FC236}">
                  <a16:creationId xmlns:a16="http://schemas.microsoft.com/office/drawing/2014/main" id="{7B02F9F4-1FDB-462A-896E-424BDDAFC44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4" y="2319"/>
              <a:ext cx="303" cy="160"/>
            </a:xfrm>
            <a:custGeom>
              <a:avLst/>
              <a:gdLst>
                <a:gd name="T0" fmla="*/ 702 w 199"/>
                <a:gd name="T1" fmla="*/ 212 h 105"/>
                <a:gd name="T2" fmla="*/ 0 w 199"/>
                <a:gd name="T3" fmla="*/ 0 h 105"/>
                <a:gd name="T4" fmla="*/ 702 w 199"/>
                <a:gd name="T5" fmla="*/ 212 h 10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9" h="105">
                  <a:moveTo>
                    <a:pt x="199" y="60"/>
                  </a:moveTo>
                  <a:cubicBezTo>
                    <a:pt x="199" y="60"/>
                    <a:pt x="107" y="105"/>
                    <a:pt x="0" y="0"/>
                  </a:cubicBezTo>
                  <a:cubicBezTo>
                    <a:pt x="0" y="0"/>
                    <a:pt x="92" y="94"/>
                    <a:pt x="199" y="6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239" name="Freeform 745">
              <a:extLst>
                <a:ext uri="{FF2B5EF4-FFF2-40B4-BE49-F238E27FC236}">
                  <a16:creationId xmlns:a16="http://schemas.microsoft.com/office/drawing/2014/main" id="{ED08C946-9C5B-4A08-A448-A1FEAC45DB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3" y="1794"/>
              <a:ext cx="272" cy="606"/>
            </a:xfrm>
            <a:custGeom>
              <a:avLst/>
              <a:gdLst>
                <a:gd name="T0" fmla="*/ 176 w 178"/>
                <a:gd name="T1" fmla="*/ 0 h 398"/>
                <a:gd name="T2" fmla="*/ 176 w 178"/>
                <a:gd name="T3" fmla="*/ 265 h 398"/>
                <a:gd name="T4" fmla="*/ 168 w 178"/>
                <a:gd name="T5" fmla="*/ 1122 h 398"/>
                <a:gd name="T6" fmla="*/ 636 w 178"/>
                <a:gd name="T7" fmla="*/ 1405 h 398"/>
                <a:gd name="T8" fmla="*/ 171 w 178"/>
                <a:gd name="T9" fmla="*/ 891 h 398"/>
                <a:gd name="T10" fmla="*/ 176 w 178"/>
                <a:gd name="T11" fmla="*/ 0 h 39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8" h="398">
                  <a:moveTo>
                    <a:pt x="49" y="0"/>
                  </a:moveTo>
                  <a:cubicBezTo>
                    <a:pt x="49" y="0"/>
                    <a:pt x="46" y="53"/>
                    <a:pt x="49" y="75"/>
                  </a:cubicBezTo>
                  <a:cubicBezTo>
                    <a:pt x="52" y="96"/>
                    <a:pt x="0" y="255"/>
                    <a:pt x="47" y="318"/>
                  </a:cubicBezTo>
                  <a:cubicBezTo>
                    <a:pt x="93" y="381"/>
                    <a:pt x="178" y="398"/>
                    <a:pt x="178" y="398"/>
                  </a:cubicBezTo>
                  <a:cubicBezTo>
                    <a:pt x="178" y="398"/>
                    <a:pt x="47" y="349"/>
                    <a:pt x="48" y="252"/>
                  </a:cubicBezTo>
                  <a:cubicBezTo>
                    <a:pt x="49" y="154"/>
                    <a:pt x="72" y="39"/>
                    <a:pt x="49" y="0"/>
                  </a:cubicBezTo>
                  <a:close/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240" name="Freeform 746">
              <a:extLst>
                <a:ext uri="{FF2B5EF4-FFF2-40B4-BE49-F238E27FC236}">
                  <a16:creationId xmlns:a16="http://schemas.microsoft.com/office/drawing/2014/main" id="{31B20541-FCE4-4A90-ADA5-EDD86B0B8B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7" y="1733"/>
              <a:ext cx="96" cy="373"/>
            </a:xfrm>
            <a:custGeom>
              <a:avLst/>
              <a:gdLst>
                <a:gd name="T0" fmla="*/ 0 w 63"/>
                <a:gd name="T1" fmla="*/ 0 h 245"/>
                <a:gd name="T2" fmla="*/ 155 w 63"/>
                <a:gd name="T3" fmla="*/ 32 h 245"/>
                <a:gd name="T4" fmla="*/ 160 w 63"/>
                <a:gd name="T5" fmla="*/ 425 h 245"/>
                <a:gd name="T6" fmla="*/ 204 w 63"/>
                <a:gd name="T7" fmla="*/ 865 h 245"/>
                <a:gd name="T8" fmla="*/ 110 w 63"/>
                <a:gd name="T9" fmla="*/ 434 h 245"/>
                <a:gd name="T10" fmla="*/ 0 w 63"/>
                <a:gd name="T11" fmla="*/ 0 h 24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3" h="245">
                  <a:moveTo>
                    <a:pt x="0" y="0"/>
                  </a:moveTo>
                  <a:cubicBezTo>
                    <a:pt x="0" y="0"/>
                    <a:pt x="33" y="16"/>
                    <a:pt x="44" y="9"/>
                  </a:cubicBezTo>
                  <a:cubicBezTo>
                    <a:pt x="54" y="2"/>
                    <a:pt x="37" y="82"/>
                    <a:pt x="45" y="120"/>
                  </a:cubicBezTo>
                  <a:cubicBezTo>
                    <a:pt x="52" y="158"/>
                    <a:pt x="59" y="213"/>
                    <a:pt x="58" y="245"/>
                  </a:cubicBezTo>
                  <a:cubicBezTo>
                    <a:pt x="58" y="245"/>
                    <a:pt x="40" y="143"/>
                    <a:pt x="31" y="123"/>
                  </a:cubicBezTo>
                  <a:cubicBezTo>
                    <a:pt x="21" y="103"/>
                    <a:pt x="63" y="33"/>
                    <a:pt x="0" y="0"/>
                  </a:cubicBezTo>
                  <a:close/>
                </a:path>
              </a:pathLst>
            </a:custGeom>
            <a:solidFill>
              <a:srgbClr val="EFCA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241" name="Freeform 747">
              <a:extLst>
                <a:ext uri="{FF2B5EF4-FFF2-40B4-BE49-F238E27FC236}">
                  <a16:creationId xmlns:a16="http://schemas.microsoft.com/office/drawing/2014/main" id="{E9BCB597-16BF-4173-BED1-9C6518119EF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1" y="2288"/>
              <a:ext cx="93" cy="626"/>
            </a:xfrm>
            <a:custGeom>
              <a:avLst/>
              <a:gdLst>
                <a:gd name="T0" fmla="*/ 216 w 61"/>
                <a:gd name="T1" fmla="*/ 0 h 411"/>
                <a:gd name="T2" fmla="*/ 156 w 61"/>
                <a:gd name="T3" fmla="*/ 244 h 411"/>
                <a:gd name="T4" fmla="*/ 79 w 61"/>
                <a:gd name="T5" fmla="*/ 1452 h 411"/>
                <a:gd name="T6" fmla="*/ 85 w 61"/>
                <a:gd name="T7" fmla="*/ 501 h 411"/>
                <a:gd name="T8" fmla="*/ 0 w 61"/>
                <a:gd name="T9" fmla="*/ 190 h 411"/>
                <a:gd name="T10" fmla="*/ 216 w 61"/>
                <a:gd name="T11" fmla="*/ 0 h 41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1" h="411">
                  <a:moveTo>
                    <a:pt x="61" y="0"/>
                  </a:moveTo>
                  <a:cubicBezTo>
                    <a:pt x="61" y="0"/>
                    <a:pt x="49" y="57"/>
                    <a:pt x="44" y="69"/>
                  </a:cubicBezTo>
                  <a:cubicBezTo>
                    <a:pt x="39" y="81"/>
                    <a:pt x="26" y="366"/>
                    <a:pt x="22" y="411"/>
                  </a:cubicBezTo>
                  <a:cubicBezTo>
                    <a:pt x="22" y="411"/>
                    <a:pt x="20" y="172"/>
                    <a:pt x="24" y="142"/>
                  </a:cubicBezTo>
                  <a:cubicBezTo>
                    <a:pt x="28" y="113"/>
                    <a:pt x="39" y="42"/>
                    <a:pt x="0" y="54"/>
                  </a:cubicBezTo>
                  <a:cubicBezTo>
                    <a:pt x="0" y="54"/>
                    <a:pt x="49" y="35"/>
                    <a:pt x="61" y="0"/>
                  </a:cubicBezTo>
                  <a:close/>
                </a:path>
              </a:pathLst>
            </a:custGeom>
            <a:solidFill>
              <a:srgbClr val="EFCA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242" name="Freeform 748">
              <a:extLst>
                <a:ext uri="{FF2B5EF4-FFF2-40B4-BE49-F238E27FC236}">
                  <a16:creationId xmlns:a16="http://schemas.microsoft.com/office/drawing/2014/main" id="{A0D50B5D-AD83-4919-931D-450AC60A19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1" y="2407"/>
              <a:ext cx="37" cy="178"/>
            </a:xfrm>
            <a:custGeom>
              <a:avLst/>
              <a:gdLst>
                <a:gd name="T0" fmla="*/ 88 w 24"/>
                <a:gd name="T1" fmla="*/ 0 h 117"/>
                <a:gd name="T2" fmla="*/ 12 w 24"/>
                <a:gd name="T3" fmla="*/ 32 h 117"/>
                <a:gd name="T4" fmla="*/ 14 w 24"/>
                <a:gd name="T5" fmla="*/ 70 h 117"/>
                <a:gd name="T6" fmla="*/ 35 w 24"/>
                <a:gd name="T7" fmla="*/ 148 h 117"/>
                <a:gd name="T8" fmla="*/ 14 w 24"/>
                <a:gd name="T9" fmla="*/ 254 h 117"/>
                <a:gd name="T10" fmla="*/ 19 w 24"/>
                <a:gd name="T11" fmla="*/ 412 h 117"/>
                <a:gd name="T12" fmla="*/ 22 w 24"/>
                <a:gd name="T13" fmla="*/ 262 h 117"/>
                <a:gd name="T14" fmla="*/ 60 w 24"/>
                <a:gd name="T15" fmla="*/ 157 h 117"/>
                <a:gd name="T16" fmla="*/ 35 w 24"/>
                <a:gd name="T17" fmla="*/ 75 h 117"/>
                <a:gd name="T18" fmla="*/ 80 w 24"/>
                <a:gd name="T19" fmla="*/ 8 h 11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4" h="117">
                  <a:moveTo>
                    <a:pt x="24" y="0"/>
                  </a:moveTo>
                  <a:cubicBezTo>
                    <a:pt x="18" y="3"/>
                    <a:pt x="8" y="4"/>
                    <a:pt x="3" y="9"/>
                  </a:cubicBezTo>
                  <a:cubicBezTo>
                    <a:pt x="0" y="13"/>
                    <a:pt x="2" y="16"/>
                    <a:pt x="4" y="20"/>
                  </a:cubicBezTo>
                  <a:cubicBezTo>
                    <a:pt x="6" y="27"/>
                    <a:pt x="8" y="35"/>
                    <a:pt x="10" y="42"/>
                  </a:cubicBezTo>
                  <a:cubicBezTo>
                    <a:pt x="13" y="53"/>
                    <a:pt x="8" y="61"/>
                    <a:pt x="4" y="72"/>
                  </a:cubicBezTo>
                  <a:cubicBezTo>
                    <a:pt x="0" y="84"/>
                    <a:pt x="1" y="104"/>
                    <a:pt x="5" y="117"/>
                  </a:cubicBezTo>
                  <a:cubicBezTo>
                    <a:pt x="1" y="105"/>
                    <a:pt x="3" y="87"/>
                    <a:pt x="6" y="74"/>
                  </a:cubicBezTo>
                  <a:cubicBezTo>
                    <a:pt x="8" y="64"/>
                    <a:pt x="15" y="56"/>
                    <a:pt x="16" y="45"/>
                  </a:cubicBezTo>
                  <a:cubicBezTo>
                    <a:pt x="16" y="36"/>
                    <a:pt x="10" y="30"/>
                    <a:pt x="10" y="21"/>
                  </a:cubicBezTo>
                  <a:cubicBezTo>
                    <a:pt x="10" y="15"/>
                    <a:pt x="16" y="4"/>
                    <a:pt x="22" y="2"/>
                  </a:cubicBezTo>
                </a:path>
              </a:pathLst>
            </a:custGeom>
            <a:solidFill>
              <a:srgbClr val="EFCA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243" name="Freeform 749">
              <a:extLst>
                <a:ext uri="{FF2B5EF4-FFF2-40B4-BE49-F238E27FC236}">
                  <a16:creationId xmlns:a16="http://schemas.microsoft.com/office/drawing/2014/main" id="{B05312AB-EE64-4522-9E12-407C08C64F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1" y="3082"/>
              <a:ext cx="73" cy="259"/>
            </a:xfrm>
            <a:custGeom>
              <a:avLst/>
              <a:gdLst>
                <a:gd name="T0" fmla="*/ 26 w 48"/>
                <a:gd name="T1" fmla="*/ 0 h 170"/>
                <a:gd name="T2" fmla="*/ 129 w 48"/>
                <a:gd name="T3" fmla="*/ 70 h 170"/>
                <a:gd name="T4" fmla="*/ 161 w 48"/>
                <a:gd name="T5" fmla="*/ 79 h 170"/>
                <a:gd name="T6" fmla="*/ 148 w 48"/>
                <a:gd name="T7" fmla="*/ 130 h 170"/>
                <a:gd name="T8" fmla="*/ 114 w 48"/>
                <a:gd name="T9" fmla="*/ 360 h 170"/>
                <a:gd name="T10" fmla="*/ 102 w 48"/>
                <a:gd name="T11" fmla="*/ 602 h 170"/>
                <a:gd name="T12" fmla="*/ 88 w 48"/>
                <a:gd name="T13" fmla="*/ 187 h 170"/>
                <a:gd name="T14" fmla="*/ 41 w 48"/>
                <a:gd name="T15" fmla="*/ 81 h 170"/>
                <a:gd name="T16" fmla="*/ 14 w 48"/>
                <a:gd name="T17" fmla="*/ 5 h 17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8" h="170">
                  <a:moveTo>
                    <a:pt x="7" y="0"/>
                  </a:moveTo>
                  <a:cubicBezTo>
                    <a:pt x="12" y="11"/>
                    <a:pt x="26" y="18"/>
                    <a:pt x="37" y="20"/>
                  </a:cubicBezTo>
                  <a:cubicBezTo>
                    <a:pt x="40" y="20"/>
                    <a:pt x="44" y="19"/>
                    <a:pt x="46" y="22"/>
                  </a:cubicBezTo>
                  <a:cubicBezTo>
                    <a:pt x="48" y="27"/>
                    <a:pt x="43" y="33"/>
                    <a:pt x="42" y="37"/>
                  </a:cubicBezTo>
                  <a:cubicBezTo>
                    <a:pt x="32" y="57"/>
                    <a:pt x="33" y="79"/>
                    <a:pt x="32" y="102"/>
                  </a:cubicBezTo>
                  <a:cubicBezTo>
                    <a:pt x="31" y="124"/>
                    <a:pt x="28" y="147"/>
                    <a:pt x="29" y="170"/>
                  </a:cubicBezTo>
                  <a:cubicBezTo>
                    <a:pt x="20" y="132"/>
                    <a:pt x="32" y="90"/>
                    <a:pt x="25" y="53"/>
                  </a:cubicBezTo>
                  <a:cubicBezTo>
                    <a:pt x="23" y="42"/>
                    <a:pt x="17" y="32"/>
                    <a:pt x="12" y="23"/>
                  </a:cubicBezTo>
                  <a:cubicBezTo>
                    <a:pt x="9" y="18"/>
                    <a:pt x="0" y="7"/>
                    <a:pt x="4" y="1"/>
                  </a:cubicBezTo>
                </a:path>
              </a:pathLst>
            </a:custGeom>
            <a:solidFill>
              <a:srgbClr val="EFCA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244" name="Freeform 750">
              <a:extLst>
                <a:ext uri="{FF2B5EF4-FFF2-40B4-BE49-F238E27FC236}">
                  <a16:creationId xmlns:a16="http://schemas.microsoft.com/office/drawing/2014/main" id="{2BB38AA0-B274-4E3D-B0EB-AE3D4038024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9" y="3114"/>
              <a:ext cx="59" cy="285"/>
            </a:xfrm>
            <a:custGeom>
              <a:avLst/>
              <a:gdLst>
                <a:gd name="T0" fmla="*/ 0 w 39"/>
                <a:gd name="T1" fmla="*/ 0 h 187"/>
                <a:gd name="T2" fmla="*/ 48 w 39"/>
                <a:gd name="T3" fmla="*/ 18 h 187"/>
                <a:gd name="T4" fmla="*/ 86 w 39"/>
                <a:gd name="T5" fmla="*/ 18 h 187"/>
                <a:gd name="T6" fmla="*/ 110 w 39"/>
                <a:gd name="T7" fmla="*/ 12 h 187"/>
                <a:gd name="T8" fmla="*/ 124 w 39"/>
                <a:gd name="T9" fmla="*/ 149 h 187"/>
                <a:gd name="T10" fmla="*/ 101 w 39"/>
                <a:gd name="T11" fmla="*/ 661 h 187"/>
                <a:gd name="T12" fmla="*/ 86 w 39"/>
                <a:gd name="T13" fmla="*/ 393 h 187"/>
                <a:gd name="T14" fmla="*/ 82 w 39"/>
                <a:gd name="T15" fmla="*/ 203 h 187"/>
                <a:gd name="T16" fmla="*/ 48 w 39"/>
                <a:gd name="T17" fmla="*/ 93 h 187"/>
                <a:gd name="T18" fmla="*/ 0 w 39"/>
                <a:gd name="T19" fmla="*/ 21 h 18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9" h="187">
                  <a:moveTo>
                    <a:pt x="0" y="0"/>
                  </a:moveTo>
                  <a:cubicBezTo>
                    <a:pt x="4" y="1"/>
                    <a:pt x="9" y="4"/>
                    <a:pt x="14" y="5"/>
                  </a:cubicBezTo>
                  <a:cubicBezTo>
                    <a:pt x="17" y="6"/>
                    <a:pt x="22" y="6"/>
                    <a:pt x="25" y="5"/>
                  </a:cubicBezTo>
                  <a:cubicBezTo>
                    <a:pt x="26" y="5"/>
                    <a:pt x="31" y="3"/>
                    <a:pt x="32" y="3"/>
                  </a:cubicBezTo>
                  <a:cubicBezTo>
                    <a:pt x="39" y="7"/>
                    <a:pt x="36" y="36"/>
                    <a:pt x="36" y="42"/>
                  </a:cubicBezTo>
                  <a:cubicBezTo>
                    <a:pt x="36" y="90"/>
                    <a:pt x="24" y="139"/>
                    <a:pt x="29" y="187"/>
                  </a:cubicBezTo>
                  <a:cubicBezTo>
                    <a:pt x="23" y="163"/>
                    <a:pt x="26" y="135"/>
                    <a:pt x="25" y="111"/>
                  </a:cubicBezTo>
                  <a:cubicBezTo>
                    <a:pt x="25" y="94"/>
                    <a:pt x="28" y="74"/>
                    <a:pt x="24" y="57"/>
                  </a:cubicBezTo>
                  <a:cubicBezTo>
                    <a:pt x="22" y="47"/>
                    <a:pt x="19" y="36"/>
                    <a:pt x="14" y="26"/>
                  </a:cubicBezTo>
                  <a:cubicBezTo>
                    <a:pt x="10" y="18"/>
                    <a:pt x="4" y="14"/>
                    <a:pt x="0" y="6"/>
                  </a:cubicBezTo>
                </a:path>
              </a:pathLst>
            </a:custGeom>
            <a:solidFill>
              <a:srgbClr val="EFCA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245" name="Freeform 751">
              <a:extLst>
                <a:ext uri="{FF2B5EF4-FFF2-40B4-BE49-F238E27FC236}">
                  <a16:creationId xmlns:a16="http://schemas.microsoft.com/office/drawing/2014/main" id="{1BB4A29C-C26A-4329-A0BF-1A85300BF90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5" y="1125"/>
              <a:ext cx="61" cy="130"/>
            </a:xfrm>
            <a:custGeom>
              <a:avLst/>
              <a:gdLst>
                <a:gd name="T0" fmla="*/ 0 w 40"/>
                <a:gd name="T1" fmla="*/ 0 h 85"/>
                <a:gd name="T2" fmla="*/ 72 w 40"/>
                <a:gd name="T3" fmla="*/ 136 h 85"/>
                <a:gd name="T4" fmla="*/ 137 w 40"/>
                <a:gd name="T5" fmla="*/ 304 h 8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85">
                  <a:moveTo>
                    <a:pt x="0" y="0"/>
                  </a:moveTo>
                  <a:cubicBezTo>
                    <a:pt x="11" y="13"/>
                    <a:pt x="14" y="25"/>
                    <a:pt x="20" y="38"/>
                  </a:cubicBezTo>
                  <a:cubicBezTo>
                    <a:pt x="27" y="52"/>
                    <a:pt x="40" y="67"/>
                    <a:pt x="39" y="85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246" name="Freeform 752">
              <a:extLst>
                <a:ext uri="{FF2B5EF4-FFF2-40B4-BE49-F238E27FC236}">
                  <a16:creationId xmlns:a16="http://schemas.microsoft.com/office/drawing/2014/main" id="{711F0D38-01BE-47AA-A066-E84B4D81D7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2" y="1175"/>
              <a:ext cx="87" cy="31"/>
            </a:xfrm>
            <a:custGeom>
              <a:avLst/>
              <a:gdLst>
                <a:gd name="T0" fmla="*/ 0 w 57"/>
                <a:gd name="T1" fmla="*/ 0 h 20"/>
                <a:gd name="T2" fmla="*/ 107 w 57"/>
                <a:gd name="T3" fmla="*/ 74 h 20"/>
                <a:gd name="T4" fmla="*/ 160 w 57"/>
                <a:gd name="T5" fmla="*/ 60 h 20"/>
                <a:gd name="T6" fmla="*/ 203 w 57"/>
                <a:gd name="T7" fmla="*/ 34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7" h="20">
                  <a:moveTo>
                    <a:pt x="0" y="0"/>
                  </a:moveTo>
                  <a:cubicBezTo>
                    <a:pt x="7" y="12"/>
                    <a:pt x="17" y="20"/>
                    <a:pt x="30" y="20"/>
                  </a:cubicBezTo>
                  <a:cubicBezTo>
                    <a:pt x="36" y="20"/>
                    <a:pt x="40" y="19"/>
                    <a:pt x="45" y="16"/>
                  </a:cubicBezTo>
                  <a:cubicBezTo>
                    <a:pt x="49" y="14"/>
                    <a:pt x="55" y="13"/>
                    <a:pt x="57" y="9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247" name="Freeform 753">
              <a:extLst>
                <a:ext uri="{FF2B5EF4-FFF2-40B4-BE49-F238E27FC236}">
                  <a16:creationId xmlns:a16="http://schemas.microsoft.com/office/drawing/2014/main" id="{F146D332-D8DC-4712-8A99-27B4EF8D58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0" y="1134"/>
              <a:ext cx="127" cy="67"/>
            </a:xfrm>
            <a:custGeom>
              <a:avLst/>
              <a:gdLst>
                <a:gd name="T0" fmla="*/ 0 w 83"/>
                <a:gd name="T1" fmla="*/ 21 h 44"/>
                <a:gd name="T2" fmla="*/ 133 w 83"/>
                <a:gd name="T3" fmla="*/ 94 h 44"/>
                <a:gd name="T4" fmla="*/ 297 w 83"/>
                <a:gd name="T5" fmla="*/ 0 h 44"/>
                <a:gd name="T6" fmla="*/ 168 w 83"/>
                <a:gd name="T7" fmla="*/ 110 h 44"/>
                <a:gd name="T8" fmla="*/ 103 w 83"/>
                <a:gd name="T9" fmla="*/ 155 h 44"/>
                <a:gd name="T10" fmla="*/ 28 w 83"/>
                <a:gd name="T11" fmla="*/ 88 h 44"/>
                <a:gd name="T12" fmla="*/ 0 w 83"/>
                <a:gd name="T13" fmla="*/ 21 h 4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3" h="44">
                  <a:moveTo>
                    <a:pt x="0" y="6"/>
                  </a:moveTo>
                  <a:cubicBezTo>
                    <a:pt x="0" y="6"/>
                    <a:pt x="19" y="27"/>
                    <a:pt x="37" y="27"/>
                  </a:cubicBezTo>
                  <a:cubicBezTo>
                    <a:pt x="56" y="26"/>
                    <a:pt x="75" y="8"/>
                    <a:pt x="83" y="0"/>
                  </a:cubicBezTo>
                  <a:cubicBezTo>
                    <a:pt x="83" y="0"/>
                    <a:pt x="69" y="24"/>
                    <a:pt x="47" y="31"/>
                  </a:cubicBezTo>
                  <a:cubicBezTo>
                    <a:pt x="25" y="38"/>
                    <a:pt x="26" y="40"/>
                    <a:pt x="29" y="44"/>
                  </a:cubicBezTo>
                  <a:cubicBezTo>
                    <a:pt x="29" y="44"/>
                    <a:pt x="12" y="34"/>
                    <a:pt x="8" y="25"/>
                  </a:cubicBezTo>
                  <a:cubicBezTo>
                    <a:pt x="4" y="16"/>
                    <a:pt x="0" y="6"/>
                    <a:pt x="0" y="6"/>
                  </a:cubicBezTo>
                  <a:close/>
                </a:path>
              </a:pathLst>
            </a:custGeom>
            <a:solidFill>
              <a:srgbClr val="EFCA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248" name="Freeform 754">
              <a:extLst>
                <a:ext uri="{FF2B5EF4-FFF2-40B4-BE49-F238E27FC236}">
                  <a16:creationId xmlns:a16="http://schemas.microsoft.com/office/drawing/2014/main" id="{739C8E2F-85B9-4911-AA56-292085231A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8" y="1121"/>
              <a:ext cx="34" cy="115"/>
            </a:xfrm>
            <a:custGeom>
              <a:avLst/>
              <a:gdLst>
                <a:gd name="T0" fmla="*/ 82 w 22"/>
                <a:gd name="T1" fmla="*/ 5 h 76"/>
                <a:gd name="T2" fmla="*/ 22 w 22"/>
                <a:gd name="T3" fmla="*/ 160 h 76"/>
                <a:gd name="T4" fmla="*/ 0 w 22"/>
                <a:gd name="T5" fmla="*/ 263 h 76"/>
                <a:gd name="T6" fmla="*/ 34 w 22"/>
                <a:gd name="T7" fmla="*/ 188 h 76"/>
                <a:gd name="T8" fmla="*/ 48 w 22"/>
                <a:gd name="T9" fmla="*/ 110 h 76"/>
                <a:gd name="T10" fmla="*/ 76 w 22"/>
                <a:gd name="T11" fmla="*/ 0 h 7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76">
                  <a:moveTo>
                    <a:pt x="22" y="1"/>
                  </a:moveTo>
                  <a:cubicBezTo>
                    <a:pt x="14" y="15"/>
                    <a:pt x="8" y="29"/>
                    <a:pt x="6" y="46"/>
                  </a:cubicBezTo>
                  <a:cubicBezTo>
                    <a:pt x="5" y="56"/>
                    <a:pt x="4" y="67"/>
                    <a:pt x="0" y="76"/>
                  </a:cubicBezTo>
                  <a:cubicBezTo>
                    <a:pt x="3" y="69"/>
                    <a:pt x="7" y="62"/>
                    <a:pt x="9" y="54"/>
                  </a:cubicBezTo>
                  <a:cubicBezTo>
                    <a:pt x="11" y="47"/>
                    <a:pt x="12" y="40"/>
                    <a:pt x="13" y="32"/>
                  </a:cubicBezTo>
                  <a:cubicBezTo>
                    <a:pt x="15" y="21"/>
                    <a:pt x="17" y="10"/>
                    <a:pt x="21" y="0"/>
                  </a:cubicBezTo>
                </a:path>
              </a:pathLst>
            </a:custGeom>
            <a:solidFill>
              <a:srgbClr val="EFCA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249" name="Freeform 755">
              <a:extLst>
                <a:ext uri="{FF2B5EF4-FFF2-40B4-BE49-F238E27FC236}">
                  <a16:creationId xmlns:a16="http://schemas.microsoft.com/office/drawing/2014/main" id="{661B5EB8-189A-4A47-9883-86CD9CC9FF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1" y="1105"/>
              <a:ext cx="32" cy="87"/>
            </a:xfrm>
            <a:custGeom>
              <a:avLst/>
              <a:gdLst>
                <a:gd name="T0" fmla="*/ 62 w 21"/>
                <a:gd name="T1" fmla="*/ 0 h 57"/>
                <a:gd name="T2" fmla="*/ 27 w 21"/>
                <a:gd name="T3" fmla="*/ 93 h 57"/>
                <a:gd name="T4" fmla="*/ 8 w 21"/>
                <a:gd name="T5" fmla="*/ 150 h 57"/>
                <a:gd name="T6" fmla="*/ 0 w 21"/>
                <a:gd name="T7" fmla="*/ 203 h 57"/>
                <a:gd name="T8" fmla="*/ 14 w 21"/>
                <a:gd name="T9" fmla="*/ 169 h 57"/>
                <a:gd name="T10" fmla="*/ 32 w 21"/>
                <a:gd name="T11" fmla="*/ 128 h 57"/>
                <a:gd name="T12" fmla="*/ 49 w 21"/>
                <a:gd name="T13" fmla="*/ 102 h 57"/>
                <a:gd name="T14" fmla="*/ 67 w 21"/>
                <a:gd name="T15" fmla="*/ 89 h 57"/>
                <a:gd name="T16" fmla="*/ 67 w 21"/>
                <a:gd name="T17" fmla="*/ 47 h 57"/>
                <a:gd name="T18" fmla="*/ 67 w 21"/>
                <a:gd name="T19" fmla="*/ 5 h 5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1" h="57">
                  <a:moveTo>
                    <a:pt x="18" y="0"/>
                  </a:moveTo>
                  <a:cubicBezTo>
                    <a:pt x="13" y="8"/>
                    <a:pt x="10" y="17"/>
                    <a:pt x="8" y="26"/>
                  </a:cubicBezTo>
                  <a:cubicBezTo>
                    <a:pt x="6" y="31"/>
                    <a:pt x="3" y="37"/>
                    <a:pt x="2" y="42"/>
                  </a:cubicBezTo>
                  <a:cubicBezTo>
                    <a:pt x="1" y="47"/>
                    <a:pt x="1" y="53"/>
                    <a:pt x="0" y="57"/>
                  </a:cubicBezTo>
                  <a:cubicBezTo>
                    <a:pt x="0" y="55"/>
                    <a:pt x="3" y="51"/>
                    <a:pt x="4" y="48"/>
                  </a:cubicBezTo>
                  <a:cubicBezTo>
                    <a:pt x="6" y="44"/>
                    <a:pt x="7" y="40"/>
                    <a:pt x="9" y="36"/>
                  </a:cubicBezTo>
                  <a:cubicBezTo>
                    <a:pt x="10" y="33"/>
                    <a:pt x="12" y="31"/>
                    <a:pt x="14" y="29"/>
                  </a:cubicBezTo>
                  <a:cubicBezTo>
                    <a:pt x="16" y="28"/>
                    <a:pt x="18" y="27"/>
                    <a:pt x="19" y="25"/>
                  </a:cubicBezTo>
                  <a:cubicBezTo>
                    <a:pt x="21" y="22"/>
                    <a:pt x="20" y="17"/>
                    <a:pt x="19" y="13"/>
                  </a:cubicBezTo>
                  <a:cubicBezTo>
                    <a:pt x="19" y="9"/>
                    <a:pt x="19" y="5"/>
                    <a:pt x="19" y="1"/>
                  </a:cubicBezTo>
                </a:path>
              </a:pathLst>
            </a:custGeom>
            <a:solidFill>
              <a:srgbClr val="EFCA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250" name="Freeform 756">
              <a:extLst>
                <a:ext uri="{FF2B5EF4-FFF2-40B4-BE49-F238E27FC236}">
                  <a16:creationId xmlns:a16="http://schemas.microsoft.com/office/drawing/2014/main" id="{AB00B039-6FF3-403B-B39D-B5FA4F347B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5" y="1102"/>
              <a:ext cx="41" cy="96"/>
            </a:xfrm>
            <a:custGeom>
              <a:avLst/>
              <a:gdLst>
                <a:gd name="T0" fmla="*/ 41 w 27"/>
                <a:gd name="T1" fmla="*/ 0 h 63"/>
                <a:gd name="T2" fmla="*/ 41 w 27"/>
                <a:gd name="T3" fmla="*/ 70 h 63"/>
                <a:gd name="T4" fmla="*/ 39 w 27"/>
                <a:gd name="T5" fmla="*/ 128 h 63"/>
                <a:gd name="T6" fmla="*/ 26 w 27"/>
                <a:gd name="T7" fmla="*/ 181 h 63"/>
                <a:gd name="T8" fmla="*/ 0 w 27"/>
                <a:gd name="T9" fmla="*/ 222 h 63"/>
                <a:gd name="T10" fmla="*/ 41 w 27"/>
                <a:gd name="T11" fmla="*/ 163 h 63"/>
                <a:gd name="T12" fmla="*/ 55 w 27"/>
                <a:gd name="T13" fmla="*/ 101 h 63"/>
                <a:gd name="T14" fmla="*/ 70 w 27"/>
                <a:gd name="T15" fmla="*/ 56 h 63"/>
                <a:gd name="T16" fmla="*/ 94 w 27"/>
                <a:gd name="T17" fmla="*/ 79 h 63"/>
                <a:gd name="T18" fmla="*/ 67 w 27"/>
                <a:gd name="T19" fmla="*/ 35 h 63"/>
                <a:gd name="T20" fmla="*/ 46 w 27"/>
                <a:gd name="T21" fmla="*/ 5 h 6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7" h="63">
                  <a:moveTo>
                    <a:pt x="12" y="0"/>
                  </a:moveTo>
                  <a:cubicBezTo>
                    <a:pt x="14" y="6"/>
                    <a:pt x="12" y="14"/>
                    <a:pt x="12" y="20"/>
                  </a:cubicBezTo>
                  <a:cubicBezTo>
                    <a:pt x="12" y="25"/>
                    <a:pt x="12" y="31"/>
                    <a:pt x="11" y="36"/>
                  </a:cubicBezTo>
                  <a:cubicBezTo>
                    <a:pt x="11" y="42"/>
                    <a:pt x="9" y="46"/>
                    <a:pt x="7" y="51"/>
                  </a:cubicBezTo>
                  <a:cubicBezTo>
                    <a:pt x="5" y="54"/>
                    <a:pt x="3" y="61"/>
                    <a:pt x="0" y="63"/>
                  </a:cubicBezTo>
                  <a:cubicBezTo>
                    <a:pt x="4" y="57"/>
                    <a:pt x="9" y="53"/>
                    <a:pt x="12" y="46"/>
                  </a:cubicBezTo>
                  <a:cubicBezTo>
                    <a:pt x="15" y="40"/>
                    <a:pt x="15" y="34"/>
                    <a:pt x="16" y="28"/>
                  </a:cubicBezTo>
                  <a:cubicBezTo>
                    <a:pt x="16" y="25"/>
                    <a:pt x="17" y="17"/>
                    <a:pt x="20" y="16"/>
                  </a:cubicBezTo>
                  <a:cubicBezTo>
                    <a:pt x="22" y="15"/>
                    <a:pt x="26" y="21"/>
                    <a:pt x="27" y="22"/>
                  </a:cubicBezTo>
                  <a:cubicBezTo>
                    <a:pt x="24" y="18"/>
                    <a:pt x="22" y="13"/>
                    <a:pt x="19" y="10"/>
                  </a:cubicBezTo>
                  <a:cubicBezTo>
                    <a:pt x="17" y="7"/>
                    <a:pt x="14" y="5"/>
                    <a:pt x="13" y="1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251" name="Freeform 757">
              <a:extLst>
                <a:ext uri="{FF2B5EF4-FFF2-40B4-BE49-F238E27FC236}">
                  <a16:creationId xmlns:a16="http://schemas.microsoft.com/office/drawing/2014/main" id="{170D9561-BF9B-4DF4-97A1-2AE6D5CA4B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9" y="1200"/>
              <a:ext cx="24" cy="71"/>
            </a:xfrm>
            <a:custGeom>
              <a:avLst/>
              <a:gdLst>
                <a:gd name="T0" fmla="*/ 0 w 16"/>
                <a:gd name="T1" fmla="*/ 0 h 47"/>
                <a:gd name="T2" fmla="*/ 27 w 16"/>
                <a:gd name="T3" fmla="*/ 45 h 47"/>
                <a:gd name="T4" fmla="*/ 39 w 16"/>
                <a:gd name="T5" fmla="*/ 86 h 47"/>
                <a:gd name="T6" fmla="*/ 41 w 16"/>
                <a:gd name="T7" fmla="*/ 128 h 47"/>
                <a:gd name="T8" fmla="*/ 54 w 16"/>
                <a:gd name="T9" fmla="*/ 162 h 47"/>
                <a:gd name="T10" fmla="*/ 48 w 16"/>
                <a:gd name="T11" fmla="*/ 110 h 47"/>
                <a:gd name="T12" fmla="*/ 39 w 16"/>
                <a:gd name="T13" fmla="*/ 59 h 47"/>
                <a:gd name="T14" fmla="*/ 18 w 16"/>
                <a:gd name="T15" fmla="*/ 26 h 47"/>
                <a:gd name="T16" fmla="*/ 0 w 16"/>
                <a:gd name="T17" fmla="*/ 5 h 4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6" h="47">
                  <a:moveTo>
                    <a:pt x="0" y="0"/>
                  </a:moveTo>
                  <a:cubicBezTo>
                    <a:pt x="0" y="4"/>
                    <a:pt x="6" y="9"/>
                    <a:pt x="8" y="13"/>
                  </a:cubicBezTo>
                  <a:cubicBezTo>
                    <a:pt x="9" y="17"/>
                    <a:pt x="11" y="21"/>
                    <a:pt x="11" y="25"/>
                  </a:cubicBezTo>
                  <a:cubicBezTo>
                    <a:pt x="12" y="29"/>
                    <a:pt x="12" y="33"/>
                    <a:pt x="12" y="37"/>
                  </a:cubicBezTo>
                  <a:cubicBezTo>
                    <a:pt x="13" y="41"/>
                    <a:pt x="14" y="44"/>
                    <a:pt x="16" y="47"/>
                  </a:cubicBezTo>
                  <a:cubicBezTo>
                    <a:pt x="13" y="43"/>
                    <a:pt x="14" y="37"/>
                    <a:pt x="14" y="32"/>
                  </a:cubicBezTo>
                  <a:cubicBezTo>
                    <a:pt x="14" y="27"/>
                    <a:pt x="13" y="22"/>
                    <a:pt x="11" y="17"/>
                  </a:cubicBezTo>
                  <a:cubicBezTo>
                    <a:pt x="10" y="13"/>
                    <a:pt x="8" y="10"/>
                    <a:pt x="5" y="7"/>
                  </a:cubicBezTo>
                  <a:cubicBezTo>
                    <a:pt x="4" y="6"/>
                    <a:pt x="0" y="2"/>
                    <a:pt x="0" y="1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252" name="Freeform 758">
              <a:extLst>
                <a:ext uri="{FF2B5EF4-FFF2-40B4-BE49-F238E27FC236}">
                  <a16:creationId xmlns:a16="http://schemas.microsoft.com/office/drawing/2014/main" id="{B1F8AE95-D990-41A7-82F9-CAEA749C9F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0" y="1130"/>
              <a:ext cx="43" cy="106"/>
            </a:xfrm>
            <a:custGeom>
              <a:avLst/>
              <a:gdLst>
                <a:gd name="T0" fmla="*/ 101 w 28"/>
                <a:gd name="T1" fmla="*/ 0 h 70"/>
                <a:gd name="T2" fmla="*/ 94 w 28"/>
                <a:gd name="T3" fmla="*/ 27 h 70"/>
                <a:gd name="T4" fmla="*/ 80 w 28"/>
                <a:gd name="T5" fmla="*/ 59 h 70"/>
                <a:gd name="T6" fmla="*/ 61 w 28"/>
                <a:gd name="T7" fmla="*/ 115 h 70"/>
                <a:gd name="T8" fmla="*/ 48 w 28"/>
                <a:gd name="T9" fmla="*/ 188 h 70"/>
                <a:gd name="T10" fmla="*/ 18 w 28"/>
                <a:gd name="T11" fmla="*/ 244 h 70"/>
                <a:gd name="T12" fmla="*/ 40 w 28"/>
                <a:gd name="T13" fmla="*/ 177 h 70"/>
                <a:gd name="T14" fmla="*/ 0 w 28"/>
                <a:gd name="T15" fmla="*/ 161 h 70"/>
                <a:gd name="T16" fmla="*/ 22 w 28"/>
                <a:gd name="T17" fmla="*/ 147 h 70"/>
                <a:gd name="T18" fmla="*/ 40 w 28"/>
                <a:gd name="T19" fmla="*/ 139 h 70"/>
                <a:gd name="T20" fmla="*/ 48 w 28"/>
                <a:gd name="T21" fmla="*/ 135 h 70"/>
                <a:gd name="T22" fmla="*/ 52 w 28"/>
                <a:gd name="T23" fmla="*/ 126 h 70"/>
                <a:gd name="T24" fmla="*/ 58 w 28"/>
                <a:gd name="T25" fmla="*/ 101 h 70"/>
                <a:gd name="T26" fmla="*/ 75 w 28"/>
                <a:gd name="T27" fmla="*/ 48 h 70"/>
                <a:gd name="T28" fmla="*/ 101 w 28"/>
                <a:gd name="T29" fmla="*/ 8 h 7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8" h="70">
                  <a:moveTo>
                    <a:pt x="28" y="0"/>
                  </a:moveTo>
                  <a:cubicBezTo>
                    <a:pt x="27" y="3"/>
                    <a:pt x="27" y="5"/>
                    <a:pt x="26" y="8"/>
                  </a:cubicBezTo>
                  <a:cubicBezTo>
                    <a:pt x="25" y="11"/>
                    <a:pt x="23" y="14"/>
                    <a:pt x="22" y="17"/>
                  </a:cubicBezTo>
                  <a:cubicBezTo>
                    <a:pt x="19" y="22"/>
                    <a:pt x="18" y="27"/>
                    <a:pt x="17" y="33"/>
                  </a:cubicBezTo>
                  <a:cubicBezTo>
                    <a:pt x="16" y="40"/>
                    <a:pt x="15" y="47"/>
                    <a:pt x="13" y="54"/>
                  </a:cubicBezTo>
                  <a:cubicBezTo>
                    <a:pt x="11" y="60"/>
                    <a:pt x="7" y="65"/>
                    <a:pt x="5" y="70"/>
                  </a:cubicBezTo>
                  <a:cubicBezTo>
                    <a:pt x="8" y="64"/>
                    <a:pt x="11" y="58"/>
                    <a:pt x="11" y="51"/>
                  </a:cubicBezTo>
                  <a:cubicBezTo>
                    <a:pt x="11" y="42"/>
                    <a:pt x="5" y="45"/>
                    <a:pt x="0" y="46"/>
                  </a:cubicBezTo>
                  <a:cubicBezTo>
                    <a:pt x="2" y="45"/>
                    <a:pt x="4" y="43"/>
                    <a:pt x="6" y="42"/>
                  </a:cubicBezTo>
                  <a:cubicBezTo>
                    <a:pt x="8" y="41"/>
                    <a:pt x="10" y="41"/>
                    <a:pt x="11" y="40"/>
                  </a:cubicBezTo>
                  <a:cubicBezTo>
                    <a:pt x="12" y="40"/>
                    <a:pt x="12" y="41"/>
                    <a:pt x="13" y="39"/>
                  </a:cubicBezTo>
                  <a:cubicBezTo>
                    <a:pt x="14" y="39"/>
                    <a:pt x="14" y="37"/>
                    <a:pt x="14" y="36"/>
                  </a:cubicBezTo>
                  <a:cubicBezTo>
                    <a:pt x="15" y="34"/>
                    <a:pt x="15" y="32"/>
                    <a:pt x="16" y="29"/>
                  </a:cubicBezTo>
                  <a:cubicBezTo>
                    <a:pt x="17" y="24"/>
                    <a:pt x="18" y="19"/>
                    <a:pt x="21" y="14"/>
                  </a:cubicBezTo>
                  <a:cubicBezTo>
                    <a:pt x="23" y="10"/>
                    <a:pt x="27" y="6"/>
                    <a:pt x="28" y="2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253" name="Freeform 759">
              <a:extLst>
                <a:ext uri="{FF2B5EF4-FFF2-40B4-BE49-F238E27FC236}">
                  <a16:creationId xmlns:a16="http://schemas.microsoft.com/office/drawing/2014/main" id="{AB2BBCC7-71B1-4136-9E92-206083EF2A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4" y="719"/>
              <a:ext cx="356" cy="449"/>
            </a:xfrm>
            <a:custGeom>
              <a:avLst/>
              <a:gdLst>
                <a:gd name="T0" fmla="*/ 791 w 233"/>
                <a:gd name="T1" fmla="*/ 359 h 295"/>
                <a:gd name="T2" fmla="*/ 788 w 233"/>
                <a:gd name="T3" fmla="*/ 359 h 295"/>
                <a:gd name="T4" fmla="*/ 778 w 233"/>
                <a:gd name="T5" fmla="*/ 359 h 295"/>
                <a:gd name="T6" fmla="*/ 756 w 233"/>
                <a:gd name="T7" fmla="*/ 444 h 295"/>
                <a:gd name="T8" fmla="*/ 749 w 233"/>
                <a:gd name="T9" fmla="*/ 467 h 295"/>
                <a:gd name="T10" fmla="*/ 729 w 233"/>
                <a:gd name="T11" fmla="*/ 519 h 295"/>
                <a:gd name="T12" fmla="*/ 729 w 233"/>
                <a:gd name="T13" fmla="*/ 519 h 295"/>
                <a:gd name="T14" fmla="*/ 721 w 233"/>
                <a:gd name="T15" fmla="*/ 528 h 295"/>
                <a:gd name="T16" fmla="*/ 380 w 233"/>
                <a:gd name="T17" fmla="*/ 8 h 295"/>
                <a:gd name="T18" fmla="*/ 79 w 233"/>
                <a:gd name="T19" fmla="*/ 505 h 295"/>
                <a:gd name="T20" fmla="*/ 61 w 233"/>
                <a:gd name="T21" fmla="*/ 419 h 295"/>
                <a:gd name="T22" fmla="*/ 53 w 233"/>
                <a:gd name="T23" fmla="*/ 387 h 295"/>
                <a:gd name="T24" fmla="*/ 47 w 233"/>
                <a:gd name="T25" fmla="*/ 373 h 295"/>
                <a:gd name="T26" fmla="*/ 47 w 233"/>
                <a:gd name="T27" fmla="*/ 371 h 295"/>
                <a:gd name="T28" fmla="*/ 40 w 233"/>
                <a:gd name="T29" fmla="*/ 359 h 295"/>
                <a:gd name="T30" fmla="*/ 14 w 233"/>
                <a:gd name="T31" fmla="*/ 387 h 295"/>
                <a:gd name="T32" fmla="*/ 32 w 233"/>
                <a:gd name="T33" fmla="*/ 467 h 295"/>
                <a:gd name="T34" fmla="*/ 43 w 233"/>
                <a:gd name="T35" fmla="*/ 549 h 295"/>
                <a:gd name="T36" fmla="*/ 57 w 233"/>
                <a:gd name="T37" fmla="*/ 603 h 295"/>
                <a:gd name="T38" fmla="*/ 79 w 233"/>
                <a:gd name="T39" fmla="*/ 642 h 295"/>
                <a:gd name="T40" fmla="*/ 115 w 233"/>
                <a:gd name="T41" fmla="*/ 670 h 295"/>
                <a:gd name="T42" fmla="*/ 141 w 233"/>
                <a:gd name="T43" fmla="*/ 817 h 295"/>
                <a:gd name="T44" fmla="*/ 264 w 233"/>
                <a:gd name="T45" fmla="*/ 973 h 295"/>
                <a:gd name="T46" fmla="*/ 406 w 233"/>
                <a:gd name="T47" fmla="*/ 1040 h 295"/>
                <a:gd name="T48" fmla="*/ 547 w 233"/>
                <a:gd name="T49" fmla="*/ 973 h 295"/>
                <a:gd name="T50" fmla="*/ 675 w 233"/>
                <a:gd name="T51" fmla="*/ 817 h 295"/>
                <a:gd name="T52" fmla="*/ 703 w 233"/>
                <a:gd name="T53" fmla="*/ 670 h 295"/>
                <a:gd name="T54" fmla="*/ 738 w 233"/>
                <a:gd name="T55" fmla="*/ 642 h 295"/>
                <a:gd name="T56" fmla="*/ 759 w 233"/>
                <a:gd name="T57" fmla="*/ 603 h 295"/>
                <a:gd name="T58" fmla="*/ 775 w 233"/>
                <a:gd name="T59" fmla="*/ 549 h 295"/>
                <a:gd name="T60" fmla="*/ 784 w 233"/>
                <a:gd name="T61" fmla="*/ 467 h 295"/>
                <a:gd name="T62" fmla="*/ 804 w 233"/>
                <a:gd name="T63" fmla="*/ 387 h 295"/>
                <a:gd name="T64" fmla="*/ 791 w 233"/>
                <a:gd name="T65" fmla="*/ 359 h 295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233" h="295">
                  <a:moveTo>
                    <a:pt x="222" y="102"/>
                  </a:moveTo>
                  <a:cubicBezTo>
                    <a:pt x="222" y="102"/>
                    <a:pt x="221" y="102"/>
                    <a:pt x="221" y="102"/>
                  </a:cubicBezTo>
                  <a:cubicBezTo>
                    <a:pt x="220" y="102"/>
                    <a:pt x="219" y="102"/>
                    <a:pt x="218" y="102"/>
                  </a:cubicBezTo>
                  <a:cubicBezTo>
                    <a:pt x="212" y="126"/>
                    <a:pt x="212" y="126"/>
                    <a:pt x="212" y="126"/>
                  </a:cubicBezTo>
                  <a:cubicBezTo>
                    <a:pt x="210" y="133"/>
                    <a:pt x="210" y="133"/>
                    <a:pt x="210" y="133"/>
                  </a:cubicBezTo>
                  <a:cubicBezTo>
                    <a:pt x="209" y="139"/>
                    <a:pt x="204" y="147"/>
                    <a:pt x="204" y="147"/>
                  </a:cubicBezTo>
                  <a:cubicBezTo>
                    <a:pt x="204" y="147"/>
                    <a:pt x="204" y="147"/>
                    <a:pt x="204" y="147"/>
                  </a:cubicBezTo>
                  <a:cubicBezTo>
                    <a:pt x="202" y="150"/>
                    <a:pt x="202" y="150"/>
                    <a:pt x="202" y="150"/>
                  </a:cubicBezTo>
                  <a:cubicBezTo>
                    <a:pt x="199" y="152"/>
                    <a:pt x="233" y="0"/>
                    <a:pt x="107" y="2"/>
                  </a:cubicBezTo>
                  <a:cubicBezTo>
                    <a:pt x="0" y="3"/>
                    <a:pt x="23" y="149"/>
                    <a:pt x="22" y="143"/>
                  </a:cubicBezTo>
                  <a:cubicBezTo>
                    <a:pt x="19" y="135"/>
                    <a:pt x="17" y="119"/>
                    <a:pt x="17" y="119"/>
                  </a:cubicBezTo>
                  <a:cubicBezTo>
                    <a:pt x="17" y="119"/>
                    <a:pt x="16" y="115"/>
                    <a:pt x="15" y="110"/>
                  </a:cubicBezTo>
                  <a:cubicBezTo>
                    <a:pt x="14" y="109"/>
                    <a:pt x="14" y="107"/>
                    <a:pt x="13" y="106"/>
                  </a:cubicBezTo>
                  <a:cubicBezTo>
                    <a:pt x="13" y="106"/>
                    <a:pt x="13" y="106"/>
                    <a:pt x="13" y="105"/>
                  </a:cubicBezTo>
                  <a:cubicBezTo>
                    <a:pt x="13" y="104"/>
                    <a:pt x="11" y="102"/>
                    <a:pt x="11" y="102"/>
                  </a:cubicBezTo>
                  <a:cubicBezTo>
                    <a:pt x="7" y="100"/>
                    <a:pt x="4" y="104"/>
                    <a:pt x="4" y="110"/>
                  </a:cubicBezTo>
                  <a:cubicBezTo>
                    <a:pt x="4" y="117"/>
                    <a:pt x="9" y="129"/>
                    <a:pt x="9" y="133"/>
                  </a:cubicBezTo>
                  <a:cubicBezTo>
                    <a:pt x="9" y="137"/>
                    <a:pt x="10" y="149"/>
                    <a:pt x="12" y="156"/>
                  </a:cubicBezTo>
                  <a:cubicBezTo>
                    <a:pt x="15" y="163"/>
                    <a:pt x="14" y="166"/>
                    <a:pt x="16" y="171"/>
                  </a:cubicBezTo>
                  <a:cubicBezTo>
                    <a:pt x="18" y="175"/>
                    <a:pt x="19" y="179"/>
                    <a:pt x="22" y="182"/>
                  </a:cubicBezTo>
                  <a:cubicBezTo>
                    <a:pt x="24" y="186"/>
                    <a:pt x="29" y="190"/>
                    <a:pt x="32" y="190"/>
                  </a:cubicBezTo>
                  <a:cubicBezTo>
                    <a:pt x="32" y="201"/>
                    <a:pt x="35" y="223"/>
                    <a:pt x="39" y="232"/>
                  </a:cubicBezTo>
                  <a:cubicBezTo>
                    <a:pt x="43" y="241"/>
                    <a:pt x="62" y="266"/>
                    <a:pt x="74" y="276"/>
                  </a:cubicBezTo>
                  <a:cubicBezTo>
                    <a:pt x="86" y="285"/>
                    <a:pt x="93" y="294"/>
                    <a:pt x="114" y="295"/>
                  </a:cubicBezTo>
                  <a:cubicBezTo>
                    <a:pt x="135" y="294"/>
                    <a:pt x="142" y="285"/>
                    <a:pt x="153" y="276"/>
                  </a:cubicBezTo>
                  <a:cubicBezTo>
                    <a:pt x="166" y="266"/>
                    <a:pt x="185" y="243"/>
                    <a:pt x="189" y="232"/>
                  </a:cubicBezTo>
                  <a:cubicBezTo>
                    <a:pt x="193" y="221"/>
                    <a:pt x="197" y="201"/>
                    <a:pt x="197" y="190"/>
                  </a:cubicBezTo>
                  <a:cubicBezTo>
                    <a:pt x="200" y="190"/>
                    <a:pt x="205" y="186"/>
                    <a:pt x="207" y="182"/>
                  </a:cubicBezTo>
                  <a:cubicBezTo>
                    <a:pt x="210" y="179"/>
                    <a:pt x="211" y="175"/>
                    <a:pt x="213" y="171"/>
                  </a:cubicBezTo>
                  <a:cubicBezTo>
                    <a:pt x="215" y="166"/>
                    <a:pt x="214" y="163"/>
                    <a:pt x="217" y="156"/>
                  </a:cubicBezTo>
                  <a:cubicBezTo>
                    <a:pt x="219" y="149"/>
                    <a:pt x="220" y="137"/>
                    <a:pt x="220" y="133"/>
                  </a:cubicBezTo>
                  <a:cubicBezTo>
                    <a:pt x="220" y="129"/>
                    <a:pt x="225" y="117"/>
                    <a:pt x="225" y="110"/>
                  </a:cubicBezTo>
                  <a:cubicBezTo>
                    <a:pt x="225" y="107"/>
                    <a:pt x="224" y="104"/>
                    <a:pt x="222" y="102"/>
                  </a:cubicBezTo>
                </a:path>
              </a:pathLst>
            </a:custGeom>
            <a:solidFill>
              <a:srgbClr val="F6E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254" name="Freeform 760">
              <a:extLst>
                <a:ext uri="{FF2B5EF4-FFF2-40B4-BE49-F238E27FC236}">
                  <a16:creationId xmlns:a16="http://schemas.microsoft.com/office/drawing/2014/main" id="{FDB2C716-8EB0-4380-8406-F983540B78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4" y="719"/>
              <a:ext cx="356" cy="449"/>
            </a:xfrm>
            <a:custGeom>
              <a:avLst/>
              <a:gdLst>
                <a:gd name="T0" fmla="*/ 791 w 233"/>
                <a:gd name="T1" fmla="*/ 359 h 295"/>
                <a:gd name="T2" fmla="*/ 788 w 233"/>
                <a:gd name="T3" fmla="*/ 359 h 295"/>
                <a:gd name="T4" fmla="*/ 778 w 233"/>
                <a:gd name="T5" fmla="*/ 359 h 295"/>
                <a:gd name="T6" fmla="*/ 756 w 233"/>
                <a:gd name="T7" fmla="*/ 444 h 295"/>
                <a:gd name="T8" fmla="*/ 749 w 233"/>
                <a:gd name="T9" fmla="*/ 467 h 295"/>
                <a:gd name="T10" fmla="*/ 729 w 233"/>
                <a:gd name="T11" fmla="*/ 519 h 295"/>
                <a:gd name="T12" fmla="*/ 729 w 233"/>
                <a:gd name="T13" fmla="*/ 519 h 295"/>
                <a:gd name="T14" fmla="*/ 721 w 233"/>
                <a:gd name="T15" fmla="*/ 528 h 295"/>
                <a:gd name="T16" fmla="*/ 380 w 233"/>
                <a:gd name="T17" fmla="*/ 8 h 295"/>
                <a:gd name="T18" fmla="*/ 79 w 233"/>
                <a:gd name="T19" fmla="*/ 505 h 295"/>
                <a:gd name="T20" fmla="*/ 61 w 233"/>
                <a:gd name="T21" fmla="*/ 419 h 295"/>
                <a:gd name="T22" fmla="*/ 53 w 233"/>
                <a:gd name="T23" fmla="*/ 387 h 295"/>
                <a:gd name="T24" fmla="*/ 47 w 233"/>
                <a:gd name="T25" fmla="*/ 373 h 295"/>
                <a:gd name="T26" fmla="*/ 47 w 233"/>
                <a:gd name="T27" fmla="*/ 371 h 295"/>
                <a:gd name="T28" fmla="*/ 40 w 233"/>
                <a:gd name="T29" fmla="*/ 359 h 295"/>
                <a:gd name="T30" fmla="*/ 14 w 233"/>
                <a:gd name="T31" fmla="*/ 387 h 295"/>
                <a:gd name="T32" fmla="*/ 32 w 233"/>
                <a:gd name="T33" fmla="*/ 467 h 295"/>
                <a:gd name="T34" fmla="*/ 43 w 233"/>
                <a:gd name="T35" fmla="*/ 549 h 295"/>
                <a:gd name="T36" fmla="*/ 57 w 233"/>
                <a:gd name="T37" fmla="*/ 603 h 295"/>
                <a:gd name="T38" fmla="*/ 79 w 233"/>
                <a:gd name="T39" fmla="*/ 642 h 295"/>
                <a:gd name="T40" fmla="*/ 115 w 233"/>
                <a:gd name="T41" fmla="*/ 670 h 295"/>
                <a:gd name="T42" fmla="*/ 141 w 233"/>
                <a:gd name="T43" fmla="*/ 817 h 295"/>
                <a:gd name="T44" fmla="*/ 264 w 233"/>
                <a:gd name="T45" fmla="*/ 973 h 295"/>
                <a:gd name="T46" fmla="*/ 406 w 233"/>
                <a:gd name="T47" fmla="*/ 1040 h 295"/>
                <a:gd name="T48" fmla="*/ 547 w 233"/>
                <a:gd name="T49" fmla="*/ 973 h 295"/>
                <a:gd name="T50" fmla="*/ 675 w 233"/>
                <a:gd name="T51" fmla="*/ 817 h 295"/>
                <a:gd name="T52" fmla="*/ 703 w 233"/>
                <a:gd name="T53" fmla="*/ 670 h 295"/>
                <a:gd name="T54" fmla="*/ 738 w 233"/>
                <a:gd name="T55" fmla="*/ 642 h 295"/>
                <a:gd name="T56" fmla="*/ 759 w 233"/>
                <a:gd name="T57" fmla="*/ 603 h 295"/>
                <a:gd name="T58" fmla="*/ 775 w 233"/>
                <a:gd name="T59" fmla="*/ 549 h 295"/>
                <a:gd name="T60" fmla="*/ 784 w 233"/>
                <a:gd name="T61" fmla="*/ 467 h 295"/>
                <a:gd name="T62" fmla="*/ 804 w 233"/>
                <a:gd name="T63" fmla="*/ 387 h 295"/>
                <a:gd name="T64" fmla="*/ 791 w 233"/>
                <a:gd name="T65" fmla="*/ 359 h 295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233" h="295">
                  <a:moveTo>
                    <a:pt x="222" y="102"/>
                  </a:moveTo>
                  <a:cubicBezTo>
                    <a:pt x="222" y="102"/>
                    <a:pt x="221" y="102"/>
                    <a:pt x="221" y="102"/>
                  </a:cubicBezTo>
                  <a:cubicBezTo>
                    <a:pt x="220" y="102"/>
                    <a:pt x="219" y="102"/>
                    <a:pt x="218" y="102"/>
                  </a:cubicBezTo>
                  <a:cubicBezTo>
                    <a:pt x="212" y="126"/>
                    <a:pt x="212" y="126"/>
                    <a:pt x="212" y="126"/>
                  </a:cubicBezTo>
                  <a:cubicBezTo>
                    <a:pt x="210" y="133"/>
                    <a:pt x="210" y="133"/>
                    <a:pt x="210" y="133"/>
                  </a:cubicBezTo>
                  <a:cubicBezTo>
                    <a:pt x="209" y="139"/>
                    <a:pt x="204" y="147"/>
                    <a:pt x="204" y="147"/>
                  </a:cubicBezTo>
                  <a:cubicBezTo>
                    <a:pt x="204" y="147"/>
                    <a:pt x="204" y="147"/>
                    <a:pt x="204" y="147"/>
                  </a:cubicBezTo>
                  <a:cubicBezTo>
                    <a:pt x="202" y="150"/>
                    <a:pt x="202" y="150"/>
                    <a:pt x="202" y="150"/>
                  </a:cubicBezTo>
                  <a:cubicBezTo>
                    <a:pt x="199" y="152"/>
                    <a:pt x="233" y="0"/>
                    <a:pt x="107" y="2"/>
                  </a:cubicBezTo>
                  <a:cubicBezTo>
                    <a:pt x="0" y="3"/>
                    <a:pt x="23" y="149"/>
                    <a:pt x="22" y="143"/>
                  </a:cubicBezTo>
                  <a:cubicBezTo>
                    <a:pt x="19" y="135"/>
                    <a:pt x="17" y="119"/>
                    <a:pt x="17" y="119"/>
                  </a:cubicBezTo>
                  <a:cubicBezTo>
                    <a:pt x="17" y="119"/>
                    <a:pt x="16" y="115"/>
                    <a:pt x="15" y="110"/>
                  </a:cubicBezTo>
                  <a:cubicBezTo>
                    <a:pt x="14" y="109"/>
                    <a:pt x="14" y="107"/>
                    <a:pt x="13" y="106"/>
                  </a:cubicBezTo>
                  <a:cubicBezTo>
                    <a:pt x="13" y="106"/>
                    <a:pt x="13" y="106"/>
                    <a:pt x="13" y="105"/>
                  </a:cubicBezTo>
                  <a:cubicBezTo>
                    <a:pt x="13" y="104"/>
                    <a:pt x="11" y="102"/>
                    <a:pt x="11" y="102"/>
                  </a:cubicBezTo>
                  <a:cubicBezTo>
                    <a:pt x="7" y="100"/>
                    <a:pt x="4" y="104"/>
                    <a:pt x="4" y="110"/>
                  </a:cubicBezTo>
                  <a:cubicBezTo>
                    <a:pt x="4" y="117"/>
                    <a:pt x="9" y="129"/>
                    <a:pt x="9" y="133"/>
                  </a:cubicBezTo>
                  <a:cubicBezTo>
                    <a:pt x="9" y="137"/>
                    <a:pt x="10" y="149"/>
                    <a:pt x="12" y="156"/>
                  </a:cubicBezTo>
                  <a:cubicBezTo>
                    <a:pt x="15" y="163"/>
                    <a:pt x="14" y="166"/>
                    <a:pt x="16" y="171"/>
                  </a:cubicBezTo>
                  <a:cubicBezTo>
                    <a:pt x="18" y="175"/>
                    <a:pt x="19" y="179"/>
                    <a:pt x="22" y="182"/>
                  </a:cubicBezTo>
                  <a:cubicBezTo>
                    <a:pt x="24" y="186"/>
                    <a:pt x="29" y="190"/>
                    <a:pt x="32" y="190"/>
                  </a:cubicBezTo>
                  <a:cubicBezTo>
                    <a:pt x="32" y="201"/>
                    <a:pt x="35" y="223"/>
                    <a:pt x="39" y="232"/>
                  </a:cubicBezTo>
                  <a:cubicBezTo>
                    <a:pt x="43" y="241"/>
                    <a:pt x="62" y="266"/>
                    <a:pt x="74" y="276"/>
                  </a:cubicBezTo>
                  <a:cubicBezTo>
                    <a:pt x="86" y="285"/>
                    <a:pt x="93" y="294"/>
                    <a:pt x="114" y="295"/>
                  </a:cubicBezTo>
                  <a:cubicBezTo>
                    <a:pt x="135" y="294"/>
                    <a:pt x="142" y="285"/>
                    <a:pt x="153" y="276"/>
                  </a:cubicBezTo>
                  <a:cubicBezTo>
                    <a:pt x="166" y="266"/>
                    <a:pt x="185" y="243"/>
                    <a:pt x="189" y="232"/>
                  </a:cubicBezTo>
                  <a:cubicBezTo>
                    <a:pt x="193" y="221"/>
                    <a:pt x="197" y="201"/>
                    <a:pt x="197" y="190"/>
                  </a:cubicBezTo>
                  <a:cubicBezTo>
                    <a:pt x="200" y="190"/>
                    <a:pt x="205" y="186"/>
                    <a:pt x="207" y="182"/>
                  </a:cubicBezTo>
                  <a:cubicBezTo>
                    <a:pt x="210" y="179"/>
                    <a:pt x="211" y="175"/>
                    <a:pt x="213" y="171"/>
                  </a:cubicBezTo>
                  <a:cubicBezTo>
                    <a:pt x="215" y="166"/>
                    <a:pt x="214" y="163"/>
                    <a:pt x="217" y="156"/>
                  </a:cubicBezTo>
                  <a:cubicBezTo>
                    <a:pt x="219" y="149"/>
                    <a:pt x="220" y="137"/>
                    <a:pt x="220" y="133"/>
                  </a:cubicBezTo>
                  <a:cubicBezTo>
                    <a:pt x="220" y="129"/>
                    <a:pt x="225" y="117"/>
                    <a:pt x="225" y="110"/>
                  </a:cubicBezTo>
                  <a:cubicBezTo>
                    <a:pt x="225" y="107"/>
                    <a:pt x="224" y="104"/>
                    <a:pt x="222" y="102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255" name="Freeform 761">
              <a:extLst>
                <a:ext uri="{FF2B5EF4-FFF2-40B4-BE49-F238E27FC236}">
                  <a16:creationId xmlns:a16="http://schemas.microsoft.com/office/drawing/2014/main" id="{C91376E6-1FF9-4535-8938-C28338A70E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5" y="917"/>
              <a:ext cx="21" cy="45"/>
            </a:xfrm>
            <a:custGeom>
              <a:avLst/>
              <a:gdLst>
                <a:gd name="T0" fmla="*/ 48 w 14"/>
                <a:gd name="T1" fmla="*/ 18 h 30"/>
                <a:gd name="T2" fmla="*/ 41 w 14"/>
                <a:gd name="T3" fmla="*/ 102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30">
                  <a:moveTo>
                    <a:pt x="14" y="5"/>
                  </a:moveTo>
                  <a:cubicBezTo>
                    <a:pt x="0" y="0"/>
                    <a:pt x="8" y="28"/>
                    <a:pt x="12" y="30"/>
                  </a:cubicBezTo>
                </a:path>
              </a:pathLst>
            </a:custGeom>
            <a:solidFill>
              <a:srgbClr val="EFCA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256" name="Freeform 762">
              <a:extLst>
                <a:ext uri="{FF2B5EF4-FFF2-40B4-BE49-F238E27FC236}">
                  <a16:creationId xmlns:a16="http://schemas.microsoft.com/office/drawing/2014/main" id="{016EF1E8-E0DC-4C75-B011-0D93E593AF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3" y="929"/>
              <a:ext cx="14" cy="36"/>
            </a:xfrm>
            <a:custGeom>
              <a:avLst/>
              <a:gdLst>
                <a:gd name="T0" fmla="*/ 8 w 9"/>
                <a:gd name="T1" fmla="*/ 0 h 24"/>
                <a:gd name="T2" fmla="*/ 0 w 9"/>
                <a:gd name="T3" fmla="*/ 81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4">
                  <a:moveTo>
                    <a:pt x="2" y="0"/>
                  </a:moveTo>
                  <a:cubicBezTo>
                    <a:pt x="9" y="4"/>
                    <a:pt x="5" y="19"/>
                    <a:pt x="0" y="24"/>
                  </a:cubicBezTo>
                </a:path>
              </a:pathLst>
            </a:custGeom>
            <a:solidFill>
              <a:srgbClr val="EFCA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257" name="Freeform 763">
              <a:extLst>
                <a:ext uri="{FF2B5EF4-FFF2-40B4-BE49-F238E27FC236}">
                  <a16:creationId xmlns:a16="http://schemas.microsoft.com/office/drawing/2014/main" id="{04B8988D-91EA-440B-B593-F9DE6F45D2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8" y="984"/>
              <a:ext cx="96" cy="30"/>
            </a:xfrm>
            <a:custGeom>
              <a:avLst/>
              <a:gdLst>
                <a:gd name="T0" fmla="*/ 181 w 63"/>
                <a:gd name="T1" fmla="*/ 5 h 20"/>
                <a:gd name="T2" fmla="*/ 204 w 63"/>
                <a:gd name="T3" fmla="*/ 48 h 20"/>
                <a:gd name="T4" fmla="*/ 169 w 63"/>
                <a:gd name="T5" fmla="*/ 53 h 20"/>
                <a:gd name="T6" fmla="*/ 120 w 63"/>
                <a:gd name="T7" fmla="*/ 66 h 20"/>
                <a:gd name="T8" fmla="*/ 102 w 63"/>
                <a:gd name="T9" fmla="*/ 66 h 20"/>
                <a:gd name="T10" fmla="*/ 53 w 63"/>
                <a:gd name="T11" fmla="*/ 48 h 20"/>
                <a:gd name="T12" fmla="*/ 18 w 63"/>
                <a:gd name="T13" fmla="*/ 48 h 20"/>
                <a:gd name="T14" fmla="*/ 46 w 63"/>
                <a:gd name="T15" fmla="*/ 5 h 20"/>
                <a:gd name="T16" fmla="*/ 18 w 63"/>
                <a:gd name="T17" fmla="*/ 27 h 20"/>
                <a:gd name="T18" fmla="*/ 40 w 63"/>
                <a:gd name="T19" fmla="*/ 48 h 20"/>
                <a:gd name="T20" fmla="*/ 75 w 63"/>
                <a:gd name="T21" fmla="*/ 54 h 20"/>
                <a:gd name="T22" fmla="*/ 163 w 63"/>
                <a:gd name="T23" fmla="*/ 53 h 20"/>
                <a:gd name="T24" fmla="*/ 183 w 63"/>
                <a:gd name="T25" fmla="*/ 48 h 20"/>
                <a:gd name="T26" fmla="*/ 209 w 63"/>
                <a:gd name="T27" fmla="*/ 39 h 20"/>
                <a:gd name="T28" fmla="*/ 181 w 63"/>
                <a:gd name="T29" fmla="*/ 5 h 2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63" h="20">
                  <a:moveTo>
                    <a:pt x="51" y="1"/>
                  </a:moveTo>
                  <a:cubicBezTo>
                    <a:pt x="56" y="1"/>
                    <a:pt x="63" y="9"/>
                    <a:pt x="58" y="14"/>
                  </a:cubicBezTo>
                  <a:cubicBezTo>
                    <a:pt x="54" y="17"/>
                    <a:pt x="52" y="14"/>
                    <a:pt x="48" y="15"/>
                  </a:cubicBezTo>
                  <a:cubicBezTo>
                    <a:pt x="45" y="15"/>
                    <a:pt x="41" y="18"/>
                    <a:pt x="34" y="19"/>
                  </a:cubicBezTo>
                  <a:cubicBezTo>
                    <a:pt x="31" y="20"/>
                    <a:pt x="31" y="20"/>
                    <a:pt x="29" y="19"/>
                  </a:cubicBezTo>
                  <a:cubicBezTo>
                    <a:pt x="21" y="18"/>
                    <a:pt x="18" y="15"/>
                    <a:pt x="15" y="14"/>
                  </a:cubicBezTo>
                  <a:cubicBezTo>
                    <a:pt x="12" y="14"/>
                    <a:pt x="9" y="17"/>
                    <a:pt x="5" y="14"/>
                  </a:cubicBezTo>
                  <a:cubicBezTo>
                    <a:pt x="0" y="8"/>
                    <a:pt x="8" y="0"/>
                    <a:pt x="13" y="1"/>
                  </a:cubicBezTo>
                  <a:cubicBezTo>
                    <a:pt x="13" y="1"/>
                    <a:pt x="7" y="2"/>
                    <a:pt x="5" y="8"/>
                  </a:cubicBezTo>
                  <a:cubicBezTo>
                    <a:pt x="3" y="14"/>
                    <a:pt x="8" y="15"/>
                    <a:pt x="11" y="14"/>
                  </a:cubicBezTo>
                  <a:cubicBezTo>
                    <a:pt x="15" y="13"/>
                    <a:pt x="16" y="13"/>
                    <a:pt x="21" y="16"/>
                  </a:cubicBezTo>
                  <a:cubicBezTo>
                    <a:pt x="26" y="19"/>
                    <a:pt x="34" y="20"/>
                    <a:pt x="46" y="15"/>
                  </a:cubicBezTo>
                  <a:cubicBezTo>
                    <a:pt x="49" y="13"/>
                    <a:pt x="50" y="14"/>
                    <a:pt x="52" y="14"/>
                  </a:cubicBezTo>
                  <a:cubicBezTo>
                    <a:pt x="54" y="15"/>
                    <a:pt x="58" y="16"/>
                    <a:pt x="59" y="11"/>
                  </a:cubicBezTo>
                  <a:cubicBezTo>
                    <a:pt x="60" y="6"/>
                    <a:pt x="55" y="2"/>
                    <a:pt x="5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258" name="Freeform 764">
              <a:extLst>
                <a:ext uri="{FF2B5EF4-FFF2-40B4-BE49-F238E27FC236}">
                  <a16:creationId xmlns:a16="http://schemas.microsoft.com/office/drawing/2014/main" id="{FE02A0D6-E7E7-42ED-9124-29EC751A85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5" y="878"/>
              <a:ext cx="15" cy="32"/>
            </a:xfrm>
            <a:custGeom>
              <a:avLst/>
              <a:gdLst>
                <a:gd name="T0" fmla="*/ 35 w 10"/>
                <a:gd name="T1" fmla="*/ 75 h 21"/>
                <a:gd name="T2" fmla="*/ 0 w 10"/>
                <a:gd name="T3" fmla="*/ 46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1">
                  <a:moveTo>
                    <a:pt x="10" y="21"/>
                  </a:moveTo>
                  <a:cubicBezTo>
                    <a:pt x="8" y="14"/>
                    <a:pt x="2" y="0"/>
                    <a:pt x="0" y="13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259" name="Freeform 765">
              <a:extLst>
                <a:ext uri="{FF2B5EF4-FFF2-40B4-BE49-F238E27FC236}">
                  <a16:creationId xmlns:a16="http://schemas.microsoft.com/office/drawing/2014/main" id="{BE745700-5C94-4F61-AD2E-D175FB7961E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5" y="941"/>
              <a:ext cx="12" cy="35"/>
            </a:xfrm>
            <a:custGeom>
              <a:avLst/>
              <a:gdLst>
                <a:gd name="T0" fmla="*/ 8 w 8"/>
                <a:gd name="T1" fmla="*/ 0 h 23"/>
                <a:gd name="T2" fmla="*/ 8 w 8"/>
                <a:gd name="T3" fmla="*/ 46 h 23"/>
                <a:gd name="T4" fmla="*/ 21 w 8"/>
                <a:gd name="T5" fmla="*/ 81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23">
                  <a:moveTo>
                    <a:pt x="2" y="0"/>
                  </a:moveTo>
                  <a:cubicBezTo>
                    <a:pt x="0" y="3"/>
                    <a:pt x="1" y="6"/>
                    <a:pt x="2" y="13"/>
                  </a:cubicBezTo>
                  <a:cubicBezTo>
                    <a:pt x="4" y="19"/>
                    <a:pt x="8" y="16"/>
                    <a:pt x="6" y="23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260" name="Freeform 766">
              <a:extLst>
                <a:ext uri="{FF2B5EF4-FFF2-40B4-BE49-F238E27FC236}">
                  <a16:creationId xmlns:a16="http://schemas.microsoft.com/office/drawing/2014/main" id="{492CE703-CF75-4DF6-BD88-F3A6451424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6" y="897"/>
              <a:ext cx="8" cy="23"/>
            </a:xfrm>
            <a:custGeom>
              <a:avLst/>
              <a:gdLst>
                <a:gd name="T0" fmla="*/ 16 w 5"/>
                <a:gd name="T1" fmla="*/ 0 h 15"/>
                <a:gd name="T2" fmla="*/ 5 w 5"/>
                <a:gd name="T3" fmla="*/ 54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5">
                  <a:moveTo>
                    <a:pt x="4" y="0"/>
                  </a:moveTo>
                  <a:cubicBezTo>
                    <a:pt x="5" y="3"/>
                    <a:pt x="0" y="8"/>
                    <a:pt x="1" y="15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261" name="Freeform 767">
              <a:extLst>
                <a:ext uri="{FF2B5EF4-FFF2-40B4-BE49-F238E27FC236}">
                  <a16:creationId xmlns:a16="http://schemas.microsoft.com/office/drawing/2014/main" id="{D8D9EF74-9DB2-4594-993D-D2452635DC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4" y="976"/>
              <a:ext cx="9" cy="33"/>
            </a:xfrm>
            <a:custGeom>
              <a:avLst/>
              <a:gdLst>
                <a:gd name="T0" fmla="*/ 0 w 6"/>
                <a:gd name="T1" fmla="*/ 0 h 22"/>
                <a:gd name="T2" fmla="*/ 21 w 6"/>
                <a:gd name="T3" fmla="*/ 75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2">
                  <a:moveTo>
                    <a:pt x="0" y="0"/>
                  </a:moveTo>
                  <a:cubicBezTo>
                    <a:pt x="1" y="7"/>
                    <a:pt x="2" y="11"/>
                    <a:pt x="6" y="22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262" name="Freeform 768">
              <a:extLst>
                <a:ext uri="{FF2B5EF4-FFF2-40B4-BE49-F238E27FC236}">
                  <a16:creationId xmlns:a16="http://schemas.microsoft.com/office/drawing/2014/main" id="{FDE0B59E-7A51-4042-9417-5D42E09F66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8" y="878"/>
              <a:ext cx="15" cy="32"/>
            </a:xfrm>
            <a:custGeom>
              <a:avLst/>
              <a:gdLst>
                <a:gd name="T0" fmla="*/ 0 w 10"/>
                <a:gd name="T1" fmla="*/ 75 h 21"/>
                <a:gd name="T2" fmla="*/ 35 w 10"/>
                <a:gd name="T3" fmla="*/ 46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1">
                  <a:moveTo>
                    <a:pt x="0" y="21"/>
                  </a:moveTo>
                  <a:cubicBezTo>
                    <a:pt x="2" y="14"/>
                    <a:pt x="8" y="0"/>
                    <a:pt x="10" y="13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263" name="Freeform 769">
              <a:extLst>
                <a:ext uri="{FF2B5EF4-FFF2-40B4-BE49-F238E27FC236}">
                  <a16:creationId xmlns:a16="http://schemas.microsoft.com/office/drawing/2014/main" id="{1F500732-A8EF-446F-8DF5-A348F0E352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1" y="941"/>
              <a:ext cx="12" cy="35"/>
            </a:xfrm>
            <a:custGeom>
              <a:avLst/>
              <a:gdLst>
                <a:gd name="T0" fmla="*/ 21 w 8"/>
                <a:gd name="T1" fmla="*/ 0 h 23"/>
                <a:gd name="T2" fmla="*/ 21 w 8"/>
                <a:gd name="T3" fmla="*/ 46 h 23"/>
                <a:gd name="T4" fmla="*/ 8 w 8"/>
                <a:gd name="T5" fmla="*/ 81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23">
                  <a:moveTo>
                    <a:pt x="6" y="0"/>
                  </a:moveTo>
                  <a:cubicBezTo>
                    <a:pt x="8" y="3"/>
                    <a:pt x="7" y="6"/>
                    <a:pt x="6" y="13"/>
                  </a:cubicBezTo>
                  <a:cubicBezTo>
                    <a:pt x="4" y="19"/>
                    <a:pt x="0" y="16"/>
                    <a:pt x="2" y="23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264" name="Freeform 770">
              <a:extLst>
                <a:ext uri="{FF2B5EF4-FFF2-40B4-BE49-F238E27FC236}">
                  <a16:creationId xmlns:a16="http://schemas.microsoft.com/office/drawing/2014/main" id="{9F4183F1-1F0A-43F8-89DC-71498AB680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4" y="897"/>
              <a:ext cx="7" cy="23"/>
            </a:xfrm>
            <a:custGeom>
              <a:avLst/>
              <a:gdLst>
                <a:gd name="T0" fmla="*/ 1 w 5"/>
                <a:gd name="T1" fmla="*/ 0 h 15"/>
                <a:gd name="T2" fmla="*/ 11 w 5"/>
                <a:gd name="T3" fmla="*/ 54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5">
                  <a:moveTo>
                    <a:pt x="1" y="0"/>
                  </a:moveTo>
                  <a:cubicBezTo>
                    <a:pt x="0" y="3"/>
                    <a:pt x="5" y="8"/>
                    <a:pt x="4" y="15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265" name="Freeform 771">
              <a:extLst>
                <a:ext uri="{FF2B5EF4-FFF2-40B4-BE49-F238E27FC236}">
                  <a16:creationId xmlns:a16="http://schemas.microsoft.com/office/drawing/2014/main" id="{6415AEC9-103B-4D86-929B-9096101690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5" y="973"/>
              <a:ext cx="6" cy="38"/>
            </a:xfrm>
            <a:custGeom>
              <a:avLst/>
              <a:gdLst>
                <a:gd name="T0" fmla="*/ 14 w 4"/>
                <a:gd name="T1" fmla="*/ 0 h 25"/>
                <a:gd name="T2" fmla="*/ 0 w 4"/>
                <a:gd name="T3" fmla="*/ 88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5">
                  <a:moveTo>
                    <a:pt x="4" y="0"/>
                  </a:moveTo>
                  <a:cubicBezTo>
                    <a:pt x="3" y="9"/>
                    <a:pt x="4" y="12"/>
                    <a:pt x="0" y="25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266" name="Freeform 772">
              <a:extLst>
                <a:ext uri="{FF2B5EF4-FFF2-40B4-BE49-F238E27FC236}">
                  <a16:creationId xmlns:a16="http://schemas.microsoft.com/office/drawing/2014/main" id="{F29E28A9-F88D-4804-8EC7-8361B1D339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9" y="985"/>
              <a:ext cx="41" cy="84"/>
            </a:xfrm>
            <a:custGeom>
              <a:avLst/>
              <a:gdLst>
                <a:gd name="T0" fmla="*/ 94 w 27"/>
                <a:gd name="T1" fmla="*/ 0 h 55"/>
                <a:gd name="T2" fmla="*/ 12 w 27"/>
                <a:gd name="T3" fmla="*/ 81 h 55"/>
                <a:gd name="T4" fmla="*/ 32 w 27"/>
                <a:gd name="T5" fmla="*/ 195 h 55"/>
                <a:gd name="T6" fmla="*/ 14 w 27"/>
                <a:gd name="T7" fmla="*/ 81 h 55"/>
                <a:gd name="T8" fmla="*/ 94 w 27"/>
                <a:gd name="T9" fmla="*/ 0 h 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55">
                  <a:moveTo>
                    <a:pt x="27" y="0"/>
                  </a:moveTo>
                  <a:cubicBezTo>
                    <a:pt x="27" y="0"/>
                    <a:pt x="4" y="7"/>
                    <a:pt x="3" y="23"/>
                  </a:cubicBezTo>
                  <a:cubicBezTo>
                    <a:pt x="1" y="39"/>
                    <a:pt x="9" y="55"/>
                    <a:pt x="9" y="55"/>
                  </a:cubicBezTo>
                  <a:cubicBezTo>
                    <a:pt x="9" y="55"/>
                    <a:pt x="0" y="33"/>
                    <a:pt x="4" y="23"/>
                  </a:cubicBezTo>
                  <a:cubicBezTo>
                    <a:pt x="7" y="12"/>
                    <a:pt x="13" y="5"/>
                    <a:pt x="2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267" name="Freeform 773">
              <a:extLst>
                <a:ext uri="{FF2B5EF4-FFF2-40B4-BE49-F238E27FC236}">
                  <a16:creationId xmlns:a16="http://schemas.microsoft.com/office/drawing/2014/main" id="{BAD4D57F-57BF-4E10-95B2-BBA51F2976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2" y="985"/>
              <a:ext cx="41" cy="84"/>
            </a:xfrm>
            <a:custGeom>
              <a:avLst/>
              <a:gdLst>
                <a:gd name="T0" fmla="*/ 0 w 27"/>
                <a:gd name="T1" fmla="*/ 0 h 55"/>
                <a:gd name="T2" fmla="*/ 88 w 27"/>
                <a:gd name="T3" fmla="*/ 81 h 55"/>
                <a:gd name="T4" fmla="*/ 62 w 27"/>
                <a:gd name="T5" fmla="*/ 195 h 55"/>
                <a:gd name="T6" fmla="*/ 84 w 27"/>
                <a:gd name="T7" fmla="*/ 81 h 55"/>
                <a:gd name="T8" fmla="*/ 0 w 27"/>
                <a:gd name="T9" fmla="*/ 0 h 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55">
                  <a:moveTo>
                    <a:pt x="0" y="0"/>
                  </a:moveTo>
                  <a:cubicBezTo>
                    <a:pt x="0" y="0"/>
                    <a:pt x="24" y="7"/>
                    <a:pt x="25" y="23"/>
                  </a:cubicBezTo>
                  <a:cubicBezTo>
                    <a:pt x="26" y="39"/>
                    <a:pt x="18" y="55"/>
                    <a:pt x="18" y="55"/>
                  </a:cubicBezTo>
                  <a:cubicBezTo>
                    <a:pt x="18" y="55"/>
                    <a:pt x="27" y="33"/>
                    <a:pt x="24" y="23"/>
                  </a:cubicBezTo>
                  <a:cubicBezTo>
                    <a:pt x="20" y="12"/>
                    <a:pt x="14" y="5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268" name="Freeform 774">
              <a:extLst>
                <a:ext uri="{FF2B5EF4-FFF2-40B4-BE49-F238E27FC236}">
                  <a16:creationId xmlns:a16="http://schemas.microsoft.com/office/drawing/2014/main" id="{A2DCBEA0-9568-4C31-A5E9-46681C6B3A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5" y="988"/>
              <a:ext cx="30" cy="75"/>
            </a:xfrm>
            <a:custGeom>
              <a:avLst/>
              <a:gdLst>
                <a:gd name="T0" fmla="*/ 68 w 20"/>
                <a:gd name="T1" fmla="*/ 5 h 49"/>
                <a:gd name="T2" fmla="*/ 32 w 20"/>
                <a:gd name="T3" fmla="*/ 28 h 49"/>
                <a:gd name="T4" fmla="*/ 5 w 20"/>
                <a:gd name="T5" fmla="*/ 75 h 49"/>
                <a:gd name="T6" fmla="*/ 8 w 20"/>
                <a:gd name="T7" fmla="*/ 133 h 49"/>
                <a:gd name="T8" fmla="*/ 21 w 20"/>
                <a:gd name="T9" fmla="*/ 171 h 49"/>
                <a:gd name="T10" fmla="*/ 21 w 20"/>
                <a:gd name="T11" fmla="*/ 176 h 49"/>
                <a:gd name="T12" fmla="*/ 21 w 20"/>
                <a:gd name="T13" fmla="*/ 155 h 49"/>
                <a:gd name="T14" fmla="*/ 18 w 20"/>
                <a:gd name="T15" fmla="*/ 122 h 49"/>
                <a:gd name="T16" fmla="*/ 14 w 20"/>
                <a:gd name="T17" fmla="*/ 87 h 49"/>
                <a:gd name="T18" fmla="*/ 27 w 20"/>
                <a:gd name="T19" fmla="*/ 61 h 49"/>
                <a:gd name="T20" fmla="*/ 54 w 20"/>
                <a:gd name="T21" fmla="*/ 18 h 49"/>
                <a:gd name="T22" fmla="*/ 66 w 20"/>
                <a:gd name="T23" fmla="*/ 5 h 49"/>
                <a:gd name="T24" fmla="*/ 68 w 20"/>
                <a:gd name="T25" fmla="*/ 0 h 4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0" h="49">
                  <a:moveTo>
                    <a:pt x="20" y="1"/>
                  </a:moveTo>
                  <a:cubicBezTo>
                    <a:pt x="15" y="1"/>
                    <a:pt x="12" y="4"/>
                    <a:pt x="9" y="8"/>
                  </a:cubicBezTo>
                  <a:cubicBezTo>
                    <a:pt x="5" y="11"/>
                    <a:pt x="2" y="16"/>
                    <a:pt x="1" y="21"/>
                  </a:cubicBezTo>
                  <a:cubicBezTo>
                    <a:pt x="0" y="26"/>
                    <a:pt x="1" y="32"/>
                    <a:pt x="2" y="37"/>
                  </a:cubicBezTo>
                  <a:cubicBezTo>
                    <a:pt x="3" y="41"/>
                    <a:pt x="4" y="45"/>
                    <a:pt x="6" y="48"/>
                  </a:cubicBezTo>
                  <a:cubicBezTo>
                    <a:pt x="6" y="48"/>
                    <a:pt x="6" y="49"/>
                    <a:pt x="6" y="49"/>
                  </a:cubicBezTo>
                  <a:cubicBezTo>
                    <a:pt x="7" y="47"/>
                    <a:pt x="6" y="45"/>
                    <a:pt x="6" y="43"/>
                  </a:cubicBezTo>
                  <a:cubicBezTo>
                    <a:pt x="5" y="40"/>
                    <a:pt x="5" y="37"/>
                    <a:pt x="5" y="34"/>
                  </a:cubicBezTo>
                  <a:cubicBezTo>
                    <a:pt x="4" y="31"/>
                    <a:pt x="3" y="27"/>
                    <a:pt x="4" y="24"/>
                  </a:cubicBezTo>
                  <a:cubicBezTo>
                    <a:pt x="5" y="22"/>
                    <a:pt x="7" y="19"/>
                    <a:pt x="8" y="17"/>
                  </a:cubicBezTo>
                  <a:cubicBezTo>
                    <a:pt x="10" y="12"/>
                    <a:pt x="13" y="8"/>
                    <a:pt x="16" y="5"/>
                  </a:cubicBezTo>
                  <a:cubicBezTo>
                    <a:pt x="17" y="4"/>
                    <a:pt x="18" y="2"/>
                    <a:pt x="19" y="1"/>
                  </a:cubicBezTo>
                  <a:cubicBezTo>
                    <a:pt x="20" y="1"/>
                    <a:pt x="20" y="1"/>
                    <a:pt x="20" y="0"/>
                  </a:cubicBezTo>
                </a:path>
              </a:pathLst>
            </a:custGeom>
            <a:solidFill>
              <a:srgbClr val="EFCA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269" name="Freeform 775">
              <a:extLst>
                <a:ext uri="{FF2B5EF4-FFF2-40B4-BE49-F238E27FC236}">
                  <a16:creationId xmlns:a16="http://schemas.microsoft.com/office/drawing/2014/main" id="{00494AFE-E53A-4D58-9A51-5429A872A5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5" y="988"/>
              <a:ext cx="32" cy="76"/>
            </a:xfrm>
            <a:custGeom>
              <a:avLst/>
              <a:gdLst>
                <a:gd name="T0" fmla="*/ 0 w 21"/>
                <a:gd name="T1" fmla="*/ 0 h 50"/>
                <a:gd name="T2" fmla="*/ 26 w 21"/>
                <a:gd name="T3" fmla="*/ 12 h 50"/>
                <a:gd name="T4" fmla="*/ 49 w 21"/>
                <a:gd name="T5" fmla="*/ 32 h 50"/>
                <a:gd name="T6" fmla="*/ 62 w 21"/>
                <a:gd name="T7" fmla="*/ 55 h 50"/>
                <a:gd name="T8" fmla="*/ 75 w 21"/>
                <a:gd name="T9" fmla="*/ 76 h 50"/>
                <a:gd name="T10" fmla="*/ 62 w 21"/>
                <a:gd name="T11" fmla="*/ 129 h 50"/>
                <a:gd name="T12" fmla="*/ 49 w 21"/>
                <a:gd name="T13" fmla="*/ 176 h 50"/>
                <a:gd name="T14" fmla="*/ 61 w 21"/>
                <a:gd name="T15" fmla="*/ 112 h 50"/>
                <a:gd name="T16" fmla="*/ 53 w 21"/>
                <a:gd name="T17" fmla="*/ 55 h 50"/>
                <a:gd name="T18" fmla="*/ 40 w 21"/>
                <a:gd name="T19" fmla="*/ 32 h 50"/>
                <a:gd name="T20" fmla="*/ 26 w 21"/>
                <a:gd name="T21" fmla="*/ 14 h 50"/>
                <a:gd name="T22" fmla="*/ 5 w 21"/>
                <a:gd name="T23" fmla="*/ 5 h 50"/>
                <a:gd name="T24" fmla="*/ 5 w 21"/>
                <a:gd name="T25" fmla="*/ 5 h 5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1" h="50">
                  <a:moveTo>
                    <a:pt x="0" y="0"/>
                  </a:moveTo>
                  <a:cubicBezTo>
                    <a:pt x="3" y="1"/>
                    <a:pt x="4" y="2"/>
                    <a:pt x="7" y="3"/>
                  </a:cubicBezTo>
                  <a:cubicBezTo>
                    <a:pt x="9" y="4"/>
                    <a:pt x="12" y="7"/>
                    <a:pt x="14" y="9"/>
                  </a:cubicBezTo>
                  <a:cubicBezTo>
                    <a:pt x="16" y="11"/>
                    <a:pt x="17" y="13"/>
                    <a:pt x="18" y="16"/>
                  </a:cubicBezTo>
                  <a:cubicBezTo>
                    <a:pt x="19" y="18"/>
                    <a:pt x="20" y="20"/>
                    <a:pt x="21" y="22"/>
                  </a:cubicBezTo>
                  <a:cubicBezTo>
                    <a:pt x="21" y="27"/>
                    <a:pt x="19" y="32"/>
                    <a:pt x="18" y="37"/>
                  </a:cubicBezTo>
                  <a:cubicBezTo>
                    <a:pt x="17" y="41"/>
                    <a:pt x="16" y="47"/>
                    <a:pt x="14" y="50"/>
                  </a:cubicBezTo>
                  <a:cubicBezTo>
                    <a:pt x="15" y="44"/>
                    <a:pt x="17" y="38"/>
                    <a:pt x="17" y="32"/>
                  </a:cubicBezTo>
                  <a:cubicBezTo>
                    <a:pt x="18" y="27"/>
                    <a:pt x="16" y="21"/>
                    <a:pt x="15" y="16"/>
                  </a:cubicBezTo>
                  <a:cubicBezTo>
                    <a:pt x="14" y="14"/>
                    <a:pt x="13" y="12"/>
                    <a:pt x="11" y="9"/>
                  </a:cubicBezTo>
                  <a:cubicBezTo>
                    <a:pt x="10" y="7"/>
                    <a:pt x="9" y="6"/>
                    <a:pt x="7" y="4"/>
                  </a:cubicBezTo>
                  <a:cubicBezTo>
                    <a:pt x="5" y="3"/>
                    <a:pt x="3" y="1"/>
                    <a:pt x="1" y="1"/>
                  </a:cubicBezTo>
                  <a:cubicBezTo>
                    <a:pt x="1" y="1"/>
                    <a:pt x="0" y="1"/>
                    <a:pt x="1" y="1"/>
                  </a:cubicBezTo>
                </a:path>
              </a:pathLst>
            </a:custGeom>
            <a:solidFill>
              <a:srgbClr val="EFCA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270" name="Freeform 776">
              <a:extLst>
                <a:ext uri="{FF2B5EF4-FFF2-40B4-BE49-F238E27FC236}">
                  <a16:creationId xmlns:a16="http://schemas.microsoft.com/office/drawing/2014/main" id="{1FF7DB39-10AC-4C3E-8DF4-6873EB9F1B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2" y="822"/>
              <a:ext cx="127" cy="11"/>
            </a:xfrm>
            <a:custGeom>
              <a:avLst/>
              <a:gdLst>
                <a:gd name="T0" fmla="*/ 0 w 83"/>
                <a:gd name="T1" fmla="*/ 20 h 7"/>
                <a:gd name="T2" fmla="*/ 18 w 83"/>
                <a:gd name="T3" fmla="*/ 20 h 7"/>
                <a:gd name="T4" fmla="*/ 83 w 83"/>
                <a:gd name="T5" fmla="*/ 5 h 7"/>
                <a:gd name="T6" fmla="*/ 187 w 83"/>
                <a:gd name="T7" fmla="*/ 13 h 7"/>
                <a:gd name="T8" fmla="*/ 257 w 83"/>
                <a:gd name="T9" fmla="*/ 14 h 7"/>
                <a:gd name="T10" fmla="*/ 297 w 83"/>
                <a:gd name="T11" fmla="*/ 13 h 7"/>
                <a:gd name="T12" fmla="*/ 217 w 83"/>
                <a:gd name="T13" fmla="*/ 13 h 7"/>
                <a:gd name="T14" fmla="*/ 133 w 83"/>
                <a:gd name="T15" fmla="*/ 0 h 7"/>
                <a:gd name="T16" fmla="*/ 57 w 83"/>
                <a:gd name="T17" fmla="*/ 8 h 7"/>
                <a:gd name="T18" fmla="*/ 8 w 83"/>
                <a:gd name="T19" fmla="*/ 22 h 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3" h="7">
                  <a:moveTo>
                    <a:pt x="0" y="5"/>
                  </a:moveTo>
                  <a:cubicBezTo>
                    <a:pt x="1" y="7"/>
                    <a:pt x="3" y="6"/>
                    <a:pt x="5" y="5"/>
                  </a:cubicBezTo>
                  <a:cubicBezTo>
                    <a:pt x="11" y="3"/>
                    <a:pt x="16" y="1"/>
                    <a:pt x="23" y="1"/>
                  </a:cubicBezTo>
                  <a:cubicBezTo>
                    <a:pt x="33" y="1"/>
                    <a:pt x="43" y="2"/>
                    <a:pt x="52" y="3"/>
                  </a:cubicBezTo>
                  <a:cubicBezTo>
                    <a:pt x="59" y="3"/>
                    <a:pt x="65" y="5"/>
                    <a:pt x="72" y="4"/>
                  </a:cubicBezTo>
                  <a:cubicBezTo>
                    <a:pt x="75" y="4"/>
                    <a:pt x="79" y="2"/>
                    <a:pt x="83" y="3"/>
                  </a:cubicBezTo>
                  <a:cubicBezTo>
                    <a:pt x="76" y="4"/>
                    <a:pt x="68" y="4"/>
                    <a:pt x="61" y="3"/>
                  </a:cubicBezTo>
                  <a:cubicBezTo>
                    <a:pt x="53" y="3"/>
                    <a:pt x="45" y="0"/>
                    <a:pt x="37" y="0"/>
                  </a:cubicBezTo>
                  <a:cubicBezTo>
                    <a:pt x="30" y="0"/>
                    <a:pt x="23" y="0"/>
                    <a:pt x="16" y="2"/>
                  </a:cubicBezTo>
                  <a:cubicBezTo>
                    <a:pt x="12" y="3"/>
                    <a:pt x="6" y="6"/>
                    <a:pt x="2" y="6"/>
                  </a:cubicBezTo>
                </a:path>
              </a:pathLst>
            </a:custGeom>
            <a:solidFill>
              <a:srgbClr val="EFCA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271" name="Freeform 777">
              <a:extLst>
                <a:ext uri="{FF2B5EF4-FFF2-40B4-BE49-F238E27FC236}">
                  <a16:creationId xmlns:a16="http://schemas.microsoft.com/office/drawing/2014/main" id="{DCDEDCAC-2C84-447B-BBA0-96080F7B4F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8" y="944"/>
              <a:ext cx="15" cy="41"/>
            </a:xfrm>
            <a:custGeom>
              <a:avLst/>
              <a:gdLst>
                <a:gd name="T0" fmla="*/ 8 w 10"/>
                <a:gd name="T1" fmla="*/ 0 h 27"/>
                <a:gd name="T2" fmla="*/ 21 w 10"/>
                <a:gd name="T3" fmla="*/ 49 h 27"/>
                <a:gd name="T4" fmla="*/ 27 w 10"/>
                <a:gd name="T5" fmla="*/ 94 h 27"/>
                <a:gd name="T6" fmla="*/ 27 w 10"/>
                <a:gd name="T7" fmla="*/ 67 h 27"/>
                <a:gd name="T8" fmla="*/ 32 w 10"/>
                <a:gd name="T9" fmla="*/ 46 h 27"/>
                <a:gd name="T10" fmla="*/ 5 w 10"/>
                <a:gd name="T11" fmla="*/ 0 h 2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" h="27">
                  <a:moveTo>
                    <a:pt x="2" y="0"/>
                  </a:moveTo>
                  <a:cubicBezTo>
                    <a:pt x="0" y="5"/>
                    <a:pt x="3" y="10"/>
                    <a:pt x="6" y="14"/>
                  </a:cubicBezTo>
                  <a:cubicBezTo>
                    <a:pt x="8" y="18"/>
                    <a:pt x="7" y="22"/>
                    <a:pt x="8" y="27"/>
                  </a:cubicBezTo>
                  <a:cubicBezTo>
                    <a:pt x="8" y="24"/>
                    <a:pt x="8" y="21"/>
                    <a:pt x="8" y="19"/>
                  </a:cubicBezTo>
                  <a:cubicBezTo>
                    <a:pt x="9" y="17"/>
                    <a:pt x="10" y="15"/>
                    <a:pt x="9" y="13"/>
                  </a:cubicBezTo>
                  <a:cubicBezTo>
                    <a:pt x="5" y="13"/>
                    <a:pt x="3" y="3"/>
                    <a:pt x="1" y="0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272" name="Freeform 778">
              <a:extLst>
                <a:ext uri="{FF2B5EF4-FFF2-40B4-BE49-F238E27FC236}">
                  <a16:creationId xmlns:a16="http://schemas.microsoft.com/office/drawing/2014/main" id="{50DC6E0A-106C-44C9-B001-CA8BA41AD0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4" y="999"/>
              <a:ext cx="45" cy="111"/>
            </a:xfrm>
            <a:custGeom>
              <a:avLst/>
              <a:gdLst>
                <a:gd name="T0" fmla="*/ 0 w 29"/>
                <a:gd name="T1" fmla="*/ 8 h 73"/>
                <a:gd name="T2" fmla="*/ 8 w 29"/>
                <a:gd name="T3" fmla="*/ 46 h 73"/>
                <a:gd name="T4" fmla="*/ 12 w 29"/>
                <a:gd name="T5" fmla="*/ 84 h 73"/>
                <a:gd name="T6" fmla="*/ 22 w 29"/>
                <a:gd name="T7" fmla="*/ 147 h 73"/>
                <a:gd name="T8" fmla="*/ 109 w 29"/>
                <a:gd name="T9" fmla="*/ 257 h 73"/>
                <a:gd name="T10" fmla="*/ 48 w 29"/>
                <a:gd name="T11" fmla="*/ 181 h 73"/>
                <a:gd name="T12" fmla="*/ 34 w 29"/>
                <a:gd name="T13" fmla="*/ 106 h 73"/>
                <a:gd name="T14" fmla="*/ 0 w 29"/>
                <a:gd name="T15" fmla="*/ 0 h 7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9" h="73">
                  <a:moveTo>
                    <a:pt x="0" y="2"/>
                  </a:moveTo>
                  <a:cubicBezTo>
                    <a:pt x="0" y="5"/>
                    <a:pt x="2" y="10"/>
                    <a:pt x="2" y="13"/>
                  </a:cubicBezTo>
                  <a:cubicBezTo>
                    <a:pt x="3" y="17"/>
                    <a:pt x="3" y="20"/>
                    <a:pt x="3" y="24"/>
                  </a:cubicBezTo>
                  <a:cubicBezTo>
                    <a:pt x="3" y="30"/>
                    <a:pt x="4" y="36"/>
                    <a:pt x="6" y="42"/>
                  </a:cubicBezTo>
                  <a:cubicBezTo>
                    <a:pt x="11" y="54"/>
                    <a:pt x="21" y="62"/>
                    <a:pt x="29" y="73"/>
                  </a:cubicBezTo>
                  <a:cubicBezTo>
                    <a:pt x="23" y="66"/>
                    <a:pt x="17" y="59"/>
                    <a:pt x="13" y="51"/>
                  </a:cubicBezTo>
                  <a:cubicBezTo>
                    <a:pt x="10" y="44"/>
                    <a:pt x="10" y="37"/>
                    <a:pt x="9" y="30"/>
                  </a:cubicBezTo>
                  <a:cubicBezTo>
                    <a:pt x="8" y="19"/>
                    <a:pt x="3" y="10"/>
                    <a:pt x="0" y="0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273" name="Freeform 779">
              <a:extLst>
                <a:ext uri="{FF2B5EF4-FFF2-40B4-BE49-F238E27FC236}">
                  <a16:creationId xmlns:a16="http://schemas.microsoft.com/office/drawing/2014/main" id="{EEF09D99-5D56-4750-8174-79DEC6649E6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3" y="988"/>
              <a:ext cx="27" cy="64"/>
            </a:xfrm>
            <a:custGeom>
              <a:avLst/>
              <a:gdLst>
                <a:gd name="T0" fmla="*/ 62 w 18"/>
                <a:gd name="T1" fmla="*/ 0 h 42"/>
                <a:gd name="T2" fmla="*/ 35 w 18"/>
                <a:gd name="T3" fmla="*/ 26 h 42"/>
                <a:gd name="T4" fmla="*/ 18 w 18"/>
                <a:gd name="T5" fmla="*/ 61 h 42"/>
                <a:gd name="T6" fmla="*/ 21 w 18"/>
                <a:gd name="T7" fmla="*/ 149 h 42"/>
                <a:gd name="T8" fmla="*/ 18 w 18"/>
                <a:gd name="T9" fmla="*/ 40 h 42"/>
                <a:gd name="T10" fmla="*/ 35 w 18"/>
                <a:gd name="T11" fmla="*/ 14 h 42"/>
                <a:gd name="T12" fmla="*/ 62 w 18"/>
                <a:gd name="T13" fmla="*/ 5 h 4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" h="42">
                  <a:moveTo>
                    <a:pt x="18" y="0"/>
                  </a:moveTo>
                  <a:cubicBezTo>
                    <a:pt x="17" y="3"/>
                    <a:pt x="12" y="4"/>
                    <a:pt x="10" y="7"/>
                  </a:cubicBezTo>
                  <a:cubicBezTo>
                    <a:pt x="7" y="10"/>
                    <a:pt x="6" y="13"/>
                    <a:pt x="5" y="17"/>
                  </a:cubicBezTo>
                  <a:cubicBezTo>
                    <a:pt x="3" y="26"/>
                    <a:pt x="5" y="34"/>
                    <a:pt x="6" y="42"/>
                  </a:cubicBezTo>
                  <a:cubicBezTo>
                    <a:pt x="2" y="33"/>
                    <a:pt x="0" y="20"/>
                    <a:pt x="5" y="11"/>
                  </a:cubicBezTo>
                  <a:cubicBezTo>
                    <a:pt x="6" y="8"/>
                    <a:pt x="8" y="6"/>
                    <a:pt x="10" y="4"/>
                  </a:cubicBezTo>
                  <a:cubicBezTo>
                    <a:pt x="13" y="3"/>
                    <a:pt x="16" y="2"/>
                    <a:pt x="18" y="1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274" name="Freeform 780">
              <a:extLst>
                <a:ext uri="{FF2B5EF4-FFF2-40B4-BE49-F238E27FC236}">
                  <a16:creationId xmlns:a16="http://schemas.microsoft.com/office/drawing/2014/main" id="{16C6D896-0E87-4093-99B2-A421BF8D58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5" y="813"/>
              <a:ext cx="78" cy="27"/>
            </a:xfrm>
            <a:custGeom>
              <a:avLst/>
              <a:gdLst>
                <a:gd name="T0" fmla="*/ 0 w 51"/>
                <a:gd name="T1" fmla="*/ 59 h 18"/>
                <a:gd name="T2" fmla="*/ 93 w 51"/>
                <a:gd name="T3" fmla="*/ 21 h 18"/>
                <a:gd name="T4" fmla="*/ 182 w 51"/>
                <a:gd name="T5" fmla="*/ 12 h 18"/>
                <a:gd name="T6" fmla="*/ 154 w 51"/>
                <a:gd name="T7" fmla="*/ 5 h 18"/>
                <a:gd name="T8" fmla="*/ 116 w 51"/>
                <a:gd name="T9" fmla="*/ 5 h 18"/>
                <a:gd name="T10" fmla="*/ 72 w 51"/>
                <a:gd name="T11" fmla="*/ 26 h 18"/>
                <a:gd name="T12" fmla="*/ 0 w 51"/>
                <a:gd name="T13" fmla="*/ 59 h 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1" h="18">
                  <a:moveTo>
                    <a:pt x="0" y="17"/>
                  </a:moveTo>
                  <a:cubicBezTo>
                    <a:pt x="9" y="18"/>
                    <a:pt x="18" y="10"/>
                    <a:pt x="26" y="6"/>
                  </a:cubicBezTo>
                  <a:cubicBezTo>
                    <a:pt x="34" y="3"/>
                    <a:pt x="42" y="3"/>
                    <a:pt x="51" y="3"/>
                  </a:cubicBezTo>
                  <a:cubicBezTo>
                    <a:pt x="49" y="3"/>
                    <a:pt x="45" y="1"/>
                    <a:pt x="43" y="1"/>
                  </a:cubicBezTo>
                  <a:cubicBezTo>
                    <a:pt x="40" y="1"/>
                    <a:pt x="36" y="0"/>
                    <a:pt x="33" y="1"/>
                  </a:cubicBezTo>
                  <a:cubicBezTo>
                    <a:pt x="29" y="1"/>
                    <a:pt x="24" y="5"/>
                    <a:pt x="20" y="7"/>
                  </a:cubicBezTo>
                  <a:cubicBezTo>
                    <a:pt x="13" y="11"/>
                    <a:pt x="6" y="14"/>
                    <a:pt x="0" y="17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275" name="Freeform 781">
              <a:extLst>
                <a:ext uri="{FF2B5EF4-FFF2-40B4-BE49-F238E27FC236}">
                  <a16:creationId xmlns:a16="http://schemas.microsoft.com/office/drawing/2014/main" id="{BCD18AD4-506A-4DAB-A637-6F58E2E02E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6" y="796"/>
              <a:ext cx="61" cy="14"/>
            </a:xfrm>
            <a:custGeom>
              <a:avLst/>
              <a:gdLst>
                <a:gd name="T0" fmla="*/ 0 w 40"/>
                <a:gd name="T1" fmla="*/ 34 h 9"/>
                <a:gd name="T2" fmla="*/ 72 w 40"/>
                <a:gd name="T3" fmla="*/ 8 h 9"/>
                <a:gd name="T4" fmla="*/ 142 w 40"/>
                <a:gd name="T5" fmla="*/ 12 h 9"/>
                <a:gd name="T6" fmla="*/ 128 w 40"/>
                <a:gd name="T7" fmla="*/ 5 h 9"/>
                <a:gd name="T8" fmla="*/ 96 w 40"/>
                <a:gd name="T9" fmla="*/ 0 h 9"/>
                <a:gd name="T10" fmla="*/ 53 w 40"/>
                <a:gd name="T11" fmla="*/ 8 h 9"/>
                <a:gd name="T12" fmla="*/ 26 w 40"/>
                <a:gd name="T13" fmla="*/ 14 h 9"/>
                <a:gd name="T14" fmla="*/ 0 w 40"/>
                <a:gd name="T15" fmla="*/ 30 h 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0" h="9">
                  <a:moveTo>
                    <a:pt x="0" y="9"/>
                  </a:moveTo>
                  <a:cubicBezTo>
                    <a:pt x="5" y="3"/>
                    <a:pt x="13" y="2"/>
                    <a:pt x="20" y="2"/>
                  </a:cubicBezTo>
                  <a:cubicBezTo>
                    <a:pt x="27" y="1"/>
                    <a:pt x="33" y="3"/>
                    <a:pt x="40" y="3"/>
                  </a:cubicBezTo>
                  <a:cubicBezTo>
                    <a:pt x="39" y="3"/>
                    <a:pt x="37" y="2"/>
                    <a:pt x="36" y="1"/>
                  </a:cubicBezTo>
                  <a:cubicBezTo>
                    <a:pt x="33" y="0"/>
                    <a:pt x="30" y="0"/>
                    <a:pt x="27" y="0"/>
                  </a:cubicBezTo>
                  <a:cubicBezTo>
                    <a:pt x="23" y="0"/>
                    <a:pt x="19" y="1"/>
                    <a:pt x="15" y="2"/>
                  </a:cubicBezTo>
                  <a:cubicBezTo>
                    <a:pt x="12" y="2"/>
                    <a:pt x="10" y="2"/>
                    <a:pt x="7" y="4"/>
                  </a:cubicBezTo>
                  <a:cubicBezTo>
                    <a:pt x="5" y="5"/>
                    <a:pt x="2" y="8"/>
                    <a:pt x="0" y="8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276" name="Freeform 782">
              <a:extLst>
                <a:ext uri="{FF2B5EF4-FFF2-40B4-BE49-F238E27FC236}">
                  <a16:creationId xmlns:a16="http://schemas.microsoft.com/office/drawing/2014/main" id="{AE491C36-F5FF-42EF-91C1-4466BDB6A6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9" y="766"/>
              <a:ext cx="50" cy="15"/>
            </a:xfrm>
            <a:custGeom>
              <a:avLst/>
              <a:gdLst>
                <a:gd name="T0" fmla="*/ 0 w 33"/>
                <a:gd name="T1" fmla="*/ 32 h 10"/>
                <a:gd name="T2" fmla="*/ 27 w 33"/>
                <a:gd name="T3" fmla="*/ 18 h 10"/>
                <a:gd name="T4" fmla="*/ 62 w 33"/>
                <a:gd name="T5" fmla="*/ 8 h 10"/>
                <a:gd name="T6" fmla="*/ 115 w 33"/>
                <a:gd name="T7" fmla="*/ 8 h 10"/>
                <a:gd name="T8" fmla="*/ 76 w 33"/>
                <a:gd name="T9" fmla="*/ 0 h 10"/>
                <a:gd name="T10" fmla="*/ 39 w 33"/>
                <a:gd name="T11" fmla="*/ 12 h 10"/>
                <a:gd name="T12" fmla="*/ 5 w 33"/>
                <a:gd name="T13" fmla="*/ 27 h 1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3" h="10">
                  <a:moveTo>
                    <a:pt x="0" y="9"/>
                  </a:moveTo>
                  <a:cubicBezTo>
                    <a:pt x="3" y="10"/>
                    <a:pt x="6" y="6"/>
                    <a:pt x="8" y="5"/>
                  </a:cubicBezTo>
                  <a:cubicBezTo>
                    <a:pt x="11" y="4"/>
                    <a:pt x="15" y="3"/>
                    <a:pt x="18" y="2"/>
                  </a:cubicBezTo>
                  <a:cubicBezTo>
                    <a:pt x="23" y="2"/>
                    <a:pt x="28" y="2"/>
                    <a:pt x="33" y="2"/>
                  </a:cubicBezTo>
                  <a:cubicBezTo>
                    <a:pt x="29" y="2"/>
                    <a:pt x="26" y="1"/>
                    <a:pt x="22" y="0"/>
                  </a:cubicBezTo>
                  <a:cubicBezTo>
                    <a:pt x="18" y="0"/>
                    <a:pt x="15" y="1"/>
                    <a:pt x="11" y="3"/>
                  </a:cubicBezTo>
                  <a:cubicBezTo>
                    <a:pt x="8" y="4"/>
                    <a:pt x="4" y="5"/>
                    <a:pt x="1" y="8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277" name="Freeform 783">
              <a:extLst>
                <a:ext uri="{FF2B5EF4-FFF2-40B4-BE49-F238E27FC236}">
                  <a16:creationId xmlns:a16="http://schemas.microsoft.com/office/drawing/2014/main" id="{A1CC3A28-173E-4FC9-897E-34FAC81EC8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4" y="1061"/>
              <a:ext cx="123" cy="21"/>
            </a:xfrm>
            <a:custGeom>
              <a:avLst/>
              <a:gdLst>
                <a:gd name="T0" fmla="*/ 0 w 81"/>
                <a:gd name="T1" fmla="*/ 18 h 14"/>
                <a:gd name="T2" fmla="*/ 59 w 81"/>
                <a:gd name="T3" fmla="*/ 12 h 14"/>
                <a:gd name="T4" fmla="*/ 129 w 81"/>
                <a:gd name="T5" fmla="*/ 5 h 14"/>
                <a:gd name="T6" fmla="*/ 143 w 81"/>
                <a:gd name="T7" fmla="*/ 8 h 14"/>
                <a:gd name="T8" fmla="*/ 169 w 81"/>
                <a:gd name="T9" fmla="*/ 5 h 14"/>
                <a:gd name="T10" fmla="*/ 208 w 81"/>
                <a:gd name="T11" fmla="*/ 5 h 14"/>
                <a:gd name="T12" fmla="*/ 284 w 81"/>
                <a:gd name="T13" fmla="*/ 14 h 14"/>
                <a:gd name="T14" fmla="*/ 244 w 81"/>
                <a:gd name="T15" fmla="*/ 35 h 14"/>
                <a:gd name="T16" fmla="*/ 150 w 81"/>
                <a:gd name="T17" fmla="*/ 48 h 14"/>
                <a:gd name="T18" fmla="*/ 70 w 81"/>
                <a:gd name="T19" fmla="*/ 41 h 14"/>
                <a:gd name="T20" fmla="*/ 0 w 81"/>
                <a:gd name="T21" fmla="*/ 18 h 1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1" h="14">
                  <a:moveTo>
                    <a:pt x="0" y="5"/>
                  </a:moveTo>
                  <a:cubicBezTo>
                    <a:pt x="0" y="5"/>
                    <a:pt x="5" y="6"/>
                    <a:pt x="17" y="3"/>
                  </a:cubicBezTo>
                  <a:cubicBezTo>
                    <a:pt x="22" y="1"/>
                    <a:pt x="31" y="0"/>
                    <a:pt x="37" y="1"/>
                  </a:cubicBezTo>
                  <a:cubicBezTo>
                    <a:pt x="42" y="2"/>
                    <a:pt x="41" y="2"/>
                    <a:pt x="41" y="2"/>
                  </a:cubicBezTo>
                  <a:cubicBezTo>
                    <a:pt x="41" y="2"/>
                    <a:pt x="44" y="1"/>
                    <a:pt x="48" y="1"/>
                  </a:cubicBezTo>
                  <a:cubicBezTo>
                    <a:pt x="51" y="1"/>
                    <a:pt x="55" y="1"/>
                    <a:pt x="59" y="1"/>
                  </a:cubicBezTo>
                  <a:cubicBezTo>
                    <a:pt x="62" y="2"/>
                    <a:pt x="71" y="6"/>
                    <a:pt x="81" y="4"/>
                  </a:cubicBezTo>
                  <a:cubicBezTo>
                    <a:pt x="81" y="4"/>
                    <a:pt x="77" y="7"/>
                    <a:pt x="70" y="10"/>
                  </a:cubicBezTo>
                  <a:cubicBezTo>
                    <a:pt x="63" y="12"/>
                    <a:pt x="50" y="13"/>
                    <a:pt x="43" y="14"/>
                  </a:cubicBezTo>
                  <a:cubicBezTo>
                    <a:pt x="36" y="14"/>
                    <a:pt x="24" y="13"/>
                    <a:pt x="20" y="12"/>
                  </a:cubicBezTo>
                  <a:cubicBezTo>
                    <a:pt x="9" y="9"/>
                    <a:pt x="7" y="6"/>
                    <a:pt x="0" y="5"/>
                  </a:cubicBezTo>
                  <a:close/>
                </a:path>
              </a:pathLst>
            </a:custGeom>
            <a:solidFill>
              <a:srgbClr val="F9CA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278" name="Freeform 784">
              <a:extLst>
                <a:ext uri="{FF2B5EF4-FFF2-40B4-BE49-F238E27FC236}">
                  <a16:creationId xmlns:a16="http://schemas.microsoft.com/office/drawing/2014/main" id="{12FD3439-6CD7-4AFA-8311-E5B5E710668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1" y="1058"/>
              <a:ext cx="130" cy="15"/>
            </a:xfrm>
            <a:custGeom>
              <a:avLst/>
              <a:gdLst>
                <a:gd name="T0" fmla="*/ 154 w 85"/>
                <a:gd name="T1" fmla="*/ 14 h 10"/>
                <a:gd name="T2" fmla="*/ 304 w 85"/>
                <a:gd name="T3" fmla="*/ 21 h 10"/>
                <a:gd name="T4" fmla="*/ 269 w 85"/>
                <a:gd name="T5" fmla="*/ 21 h 10"/>
                <a:gd name="T6" fmla="*/ 229 w 85"/>
                <a:gd name="T7" fmla="*/ 14 h 10"/>
                <a:gd name="T8" fmla="*/ 156 w 85"/>
                <a:gd name="T9" fmla="*/ 14 h 10"/>
                <a:gd name="T10" fmla="*/ 156 w 85"/>
                <a:gd name="T11" fmla="*/ 14 h 10"/>
                <a:gd name="T12" fmla="*/ 83 w 85"/>
                <a:gd name="T13" fmla="*/ 14 h 10"/>
                <a:gd name="T14" fmla="*/ 43 w 85"/>
                <a:gd name="T15" fmla="*/ 21 h 10"/>
                <a:gd name="T16" fmla="*/ 0 w 85"/>
                <a:gd name="T17" fmla="*/ 21 h 10"/>
                <a:gd name="T18" fmla="*/ 154 w 85"/>
                <a:gd name="T19" fmla="*/ 14 h 1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5" h="10">
                  <a:moveTo>
                    <a:pt x="43" y="4"/>
                  </a:moveTo>
                  <a:cubicBezTo>
                    <a:pt x="58" y="0"/>
                    <a:pt x="70" y="9"/>
                    <a:pt x="85" y="6"/>
                  </a:cubicBezTo>
                  <a:cubicBezTo>
                    <a:pt x="81" y="7"/>
                    <a:pt x="78" y="7"/>
                    <a:pt x="75" y="6"/>
                  </a:cubicBezTo>
                  <a:cubicBezTo>
                    <a:pt x="72" y="5"/>
                    <a:pt x="68" y="5"/>
                    <a:pt x="64" y="4"/>
                  </a:cubicBezTo>
                  <a:cubicBezTo>
                    <a:pt x="56" y="2"/>
                    <a:pt x="52" y="2"/>
                    <a:pt x="44" y="4"/>
                  </a:cubicBezTo>
                  <a:cubicBezTo>
                    <a:pt x="44" y="4"/>
                    <a:pt x="44" y="4"/>
                    <a:pt x="44" y="4"/>
                  </a:cubicBezTo>
                  <a:cubicBezTo>
                    <a:pt x="36" y="2"/>
                    <a:pt x="32" y="2"/>
                    <a:pt x="23" y="4"/>
                  </a:cubicBezTo>
                  <a:cubicBezTo>
                    <a:pt x="19" y="4"/>
                    <a:pt x="15" y="5"/>
                    <a:pt x="12" y="6"/>
                  </a:cubicBezTo>
                  <a:cubicBezTo>
                    <a:pt x="8" y="7"/>
                    <a:pt x="4" y="7"/>
                    <a:pt x="0" y="6"/>
                  </a:cubicBezTo>
                  <a:cubicBezTo>
                    <a:pt x="12" y="10"/>
                    <a:pt x="29" y="0"/>
                    <a:pt x="43" y="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279" name="Freeform 785">
              <a:extLst>
                <a:ext uri="{FF2B5EF4-FFF2-40B4-BE49-F238E27FC236}">
                  <a16:creationId xmlns:a16="http://schemas.microsoft.com/office/drawing/2014/main" id="{F54457B8-2558-49B6-9FB5-64B79A3DBB6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5" y="1072"/>
              <a:ext cx="102" cy="24"/>
            </a:xfrm>
            <a:custGeom>
              <a:avLst/>
              <a:gdLst>
                <a:gd name="T0" fmla="*/ 0 w 67"/>
                <a:gd name="T1" fmla="*/ 0 h 16"/>
                <a:gd name="T2" fmla="*/ 236 w 67"/>
                <a:gd name="T3" fmla="*/ 5 h 16"/>
                <a:gd name="T4" fmla="*/ 0 w 67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7" h="16">
                  <a:moveTo>
                    <a:pt x="0" y="0"/>
                  </a:moveTo>
                  <a:cubicBezTo>
                    <a:pt x="0" y="0"/>
                    <a:pt x="34" y="13"/>
                    <a:pt x="67" y="1"/>
                  </a:cubicBezTo>
                  <a:cubicBezTo>
                    <a:pt x="67" y="1"/>
                    <a:pt x="38" y="16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280" name="Freeform 786">
              <a:extLst>
                <a:ext uri="{FF2B5EF4-FFF2-40B4-BE49-F238E27FC236}">
                  <a16:creationId xmlns:a16="http://schemas.microsoft.com/office/drawing/2014/main" id="{5611A090-8945-42C0-8067-BEECE0223C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3" y="1070"/>
              <a:ext cx="107" cy="5"/>
            </a:xfrm>
            <a:custGeom>
              <a:avLst/>
              <a:gdLst>
                <a:gd name="T0" fmla="*/ 0 w 70"/>
                <a:gd name="T1" fmla="*/ 0 h 3"/>
                <a:gd name="T2" fmla="*/ 251 w 70"/>
                <a:gd name="T3" fmla="*/ 0 h 3"/>
                <a:gd name="T4" fmla="*/ 0 w 70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0" h="3">
                  <a:moveTo>
                    <a:pt x="0" y="0"/>
                  </a:moveTo>
                  <a:cubicBezTo>
                    <a:pt x="0" y="0"/>
                    <a:pt x="40" y="2"/>
                    <a:pt x="70" y="0"/>
                  </a:cubicBezTo>
                  <a:cubicBezTo>
                    <a:pt x="70" y="0"/>
                    <a:pt x="45" y="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281" name="Freeform 787">
              <a:extLst>
                <a:ext uri="{FF2B5EF4-FFF2-40B4-BE49-F238E27FC236}">
                  <a16:creationId xmlns:a16="http://schemas.microsoft.com/office/drawing/2014/main" id="{426F3806-49EE-406A-AA15-D38B6699EE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4" y="854"/>
              <a:ext cx="40" cy="20"/>
            </a:xfrm>
            <a:custGeom>
              <a:avLst/>
              <a:gdLst>
                <a:gd name="T0" fmla="*/ 95 w 26"/>
                <a:gd name="T1" fmla="*/ 48 h 13"/>
                <a:gd name="T2" fmla="*/ 0 w 26"/>
                <a:gd name="T3" fmla="*/ 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13">
                  <a:moveTo>
                    <a:pt x="26" y="13"/>
                  </a:moveTo>
                  <a:cubicBezTo>
                    <a:pt x="19" y="5"/>
                    <a:pt x="9" y="1"/>
                    <a:pt x="0" y="0"/>
                  </a:cubicBezTo>
                </a:path>
              </a:pathLst>
            </a:custGeom>
            <a:noFill/>
            <a:ln w="9525" cap="rnd">
              <a:solidFill>
                <a:srgbClr val="C8C8C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282" name="Freeform 788">
              <a:extLst>
                <a:ext uri="{FF2B5EF4-FFF2-40B4-BE49-F238E27FC236}">
                  <a16:creationId xmlns:a16="http://schemas.microsoft.com/office/drawing/2014/main" id="{063CEDFA-887B-454C-8020-42D19CC4348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4" y="848"/>
              <a:ext cx="46" cy="52"/>
            </a:xfrm>
            <a:custGeom>
              <a:avLst/>
              <a:gdLst>
                <a:gd name="T0" fmla="*/ 0 w 30"/>
                <a:gd name="T1" fmla="*/ 0 h 34"/>
                <a:gd name="T2" fmla="*/ 40 w 30"/>
                <a:gd name="T3" fmla="*/ 26 h 34"/>
                <a:gd name="T4" fmla="*/ 66 w 30"/>
                <a:gd name="T5" fmla="*/ 49 h 34"/>
                <a:gd name="T6" fmla="*/ 109 w 30"/>
                <a:gd name="T7" fmla="*/ 122 h 34"/>
                <a:gd name="T8" fmla="*/ 80 w 30"/>
                <a:gd name="T9" fmla="*/ 66 h 34"/>
                <a:gd name="T10" fmla="*/ 61 w 30"/>
                <a:gd name="T11" fmla="*/ 32 h 34"/>
                <a:gd name="T12" fmla="*/ 8 w 30"/>
                <a:gd name="T13" fmla="*/ 0 h 3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" h="34">
                  <a:moveTo>
                    <a:pt x="0" y="0"/>
                  </a:moveTo>
                  <a:cubicBezTo>
                    <a:pt x="3" y="4"/>
                    <a:pt x="7" y="5"/>
                    <a:pt x="11" y="7"/>
                  </a:cubicBezTo>
                  <a:cubicBezTo>
                    <a:pt x="14" y="8"/>
                    <a:pt x="16" y="11"/>
                    <a:pt x="18" y="14"/>
                  </a:cubicBezTo>
                  <a:cubicBezTo>
                    <a:pt x="22" y="20"/>
                    <a:pt x="27" y="27"/>
                    <a:pt x="30" y="34"/>
                  </a:cubicBezTo>
                  <a:cubicBezTo>
                    <a:pt x="26" y="29"/>
                    <a:pt x="24" y="24"/>
                    <a:pt x="22" y="18"/>
                  </a:cubicBezTo>
                  <a:cubicBezTo>
                    <a:pt x="20" y="15"/>
                    <a:pt x="19" y="11"/>
                    <a:pt x="17" y="9"/>
                  </a:cubicBezTo>
                  <a:cubicBezTo>
                    <a:pt x="12" y="5"/>
                    <a:pt x="6" y="5"/>
                    <a:pt x="2" y="0"/>
                  </a:cubicBezTo>
                </a:path>
              </a:pathLst>
            </a:custGeom>
            <a:solidFill>
              <a:srgbClr val="EFCA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283" name="Freeform 789">
              <a:extLst>
                <a:ext uri="{FF2B5EF4-FFF2-40B4-BE49-F238E27FC236}">
                  <a16:creationId xmlns:a16="http://schemas.microsoft.com/office/drawing/2014/main" id="{F6EEDE3B-FD7B-4148-9746-5D68A9F0BA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1" y="912"/>
              <a:ext cx="59" cy="21"/>
            </a:xfrm>
            <a:custGeom>
              <a:avLst/>
              <a:gdLst>
                <a:gd name="T0" fmla="*/ 0 w 39"/>
                <a:gd name="T1" fmla="*/ 32 h 14"/>
                <a:gd name="T2" fmla="*/ 26 w 39"/>
                <a:gd name="T3" fmla="*/ 27 h 14"/>
                <a:gd name="T4" fmla="*/ 135 w 39"/>
                <a:gd name="T5" fmla="*/ 27 h 14"/>
                <a:gd name="T6" fmla="*/ 21 w 39"/>
                <a:gd name="T7" fmla="*/ 41 h 14"/>
                <a:gd name="T8" fmla="*/ 0 w 39"/>
                <a:gd name="T9" fmla="*/ 32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14">
                  <a:moveTo>
                    <a:pt x="0" y="9"/>
                  </a:moveTo>
                  <a:cubicBezTo>
                    <a:pt x="0" y="8"/>
                    <a:pt x="4" y="9"/>
                    <a:pt x="7" y="8"/>
                  </a:cubicBezTo>
                  <a:cubicBezTo>
                    <a:pt x="9" y="7"/>
                    <a:pt x="28" y="0"/>
                    <a:pt x="39" y="8"/>
                  </a:cubicBezTo>
                  <a:cubicBezTo>
                    <a:pt x="39" y="8"/>
                    <a:pt x="19" y="14"/>
                    <a:pt x="6" y="12"/>
                  </a:cubicBezTo>
                  <a:cubicBezTo>
                    <a:pt x="1" y="11"/>
                    <a:pt x="1" y="11"/>
                    <a:pt x="0" y="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284" name="Freeform 790">
              <a:extLst>
                <a:ext uri="{FF2B5EF4-FFF2-40B4-BE49-F238E27FC236}">
                  <a16:creationId xmlns:a16="http://schemas.microsoft.com/office/drawing/2014/main" id="{1B03BC3D-22FE-4A8D-8BDF-3E85047A5D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9" y="918"/>
              <a:ext cx="26" cy="12"/>
            </a:xfrm>
            <a:custGeom>
              <a:avLst/>
              <a:gdLst>
                <a:gd name="T0" fmla="*/ 5 w 17"/>
                <a:gd name="T1" fmla="*/ 8 h 8"/>
                <a:gd name="T2" fmla="*/ 57 w 17"/>
                <a:gd name="T3" fmla="*/ 0 h 8"/>
                <a:gd name="T4" fmla="*/ 61 w 17"/>
                <a:gd name="T5" fmla="*/ 14 h 8"/>
                <a:gd name="T6" fmla="*/ 61 w 17"/>
                <a:gd name="T7" fmla="*/ 21 h 8"/>
                <a:gd name="T8" fmla="*/ 5 w 17"/>
                <a:gd name="T9" fmla="*/ 27 h 8"/>
                <a:gd name="T10" fmla="*/ 0 w 17"/>
                <a:gd name="T11" fmla="*/ 14 h 8"/>
                <a:gd name="T12" fmla="*/ 5 w 17"/>
                <a:gd name="T13" fmla="*/ 8 h 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" h="8">
                  <a:moveTo>
                    <a:pt x="1" y="2"/>
                  </a:moveTo>
                  <a:cubicBezTo>
                    <a:pt x="5" y="1"/>
                    <a:pt x="10" y="0"/>
                    <a:pt x="16" y="0"/>
                  </a:cubicBezTo>
                  <a:cubicBezTo>
                    <a:pt x="16" y="1"/>
                    <a:pt x="17" y="3"/>
                    <a:pt x="17" y="4"/>
                  </a:cubicBezTo>
                  <a:cubicBezTo>
                    <a:pt x="17" y="5"/>
                    <a:pt x="17" y="6"/>
                    <a:pt x="17" y="6"/>
                  </a:cubicBezTo>
                  <a:cubicBezTo>
                    <a:pt x="12" y="7"/>
                    <a:pt x="6" y="8"/>
                    <a:pt x="1" y="8"/>
                  </a:cubicBezTo>
                  <a:cubicBezTo>
                    <a:pt x="1" y="7"/>
                    <a:pt x="0" y="6"/>
                    <a:pt x="0" y="4"/>
                  </a:cubicBezTo>
                  <a:cubicBezTo>
                    <a:pt x="0" y="3"/>
                    <a:pt x="1" y="3"/>
                    <a:pt x="1" y="2"/>
                  </a:cubicBezTo>
                  <a:close/>
                </a:path>
              </a:pathLst>
            </a:custGeom>
            <a:solidFill>
              <a:srgbClr val="3311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285" name="Freeform 791">
              <a:extLst>
                <a:ext uri="{FF2B5EF4-FFF2-40B4-BE49-F238E27FC236}">
                  <a16:creationId xmlns:a16="http://schemas.microsoft.com/office/drawing/2014/main" id="{498B2292-4D57-4A43-8B21-6C3AAE4AB9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9" y="918"/>
              <a:ext cx="26" cy="12"/>
            </a:xfrm>
            <a:custGeom>
              <a:avLst/>
              <a:gdLst>
                <a:gd name="T0" fmla="*/ 5 w 17"/>
                <a:gd name="T1" fmla="*/ 8 h 8"/>
                <a:gd name="T2" fmla="*/ 57 w 17"/>
                <a:gd name="T3" fmla="*/ 0 h 8"/>
                <a:gd name="T4" fmla="*/ 61 w 17"/>
                <a:gd name="T5" fmla="*/ 14 h 8"/>
                <a:gd name="T6" fmla="*/ 61 w 17"/>
                <a:gd name="T7" fmla="*/ 21 h 8"/>
                <a:gd name="T8" fmla="*/ 5 w 17"/>
                <a:gd name="T9" fmla="*/ 27 h 8"/>
                <a:gd name="T10" fmla="*/ 0 w 17"/>
                <a:gd name="T11" fmla="*/ 14 h 8"/>
                <a:gd name="T12" fmla="*/ 5 w 17"/>
                <a:gd name="T13" fmla="*/ 8 h 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" h="8">
                  <a:moveTo>
                    <a:pt x="1" y="2"/>
                  </a:moveTo>
                  <a:cubicBezTo>
                    <a:pt x="5" y="1"/>
                    <a:pt x="10" y="0"/>
                    <a:pt x="16" y="0"/>
                  </a:cubicBezTo>
                  <a:cubicBezTo>
                    <a:pt x="16" y="1"/>
                    <a:pt x="17" y="3"/>
                    <a:pt x="17" y="4"/>
                  </a:cubicBezTo>
                  <a:cubicBezTo>
                    <a:pt x="17" y="5"/>
                    <a:pt x="17" y="6"/>
                    <a:pt x="17" y="6"/>
                  </a:cubicBezTo>
                  <a:cubicBezTo>
                    <a:pt x="12" y="7"/>
                    <a:pt x="6" y="8"/>
                    <a:pt x="1" y="8"/>
                  </a:cubicBezTo>
                  <a:cubicBezTo>
                    <a:pt x="1" y="7"/>
                    <a:pt x="0" y="6"/>
                    <a:pt x="0" y="4"/>
                  </a:cubicBezTo>
                  <a:cubicBezTo>
                    <a:pt x="0" y="3"/>
                    <a:pt x="1" y="3"/>
                    <a:pt x="1" y="2"/>
                  </a:cubicBezTo>
                  <a:close/>
                </a:path>
              </a:pathLst>
            </a:custGeom>
            <a:noFill/>
            <a:ln w="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286" name="Freeform 792">
              <a:extLst>
                <a:ext uri="{FF2B5EF4-FFF2-40B4-BE49-F238E27FC236}">
                  <a16:creationId xmlns:a16="http://schemas.microsoft.com/office/drawing/2014/main" id="{D53AA0A4-447B-4B49-9FEF-EC47F74F77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1" y="910"/>
              <a:ext cx="59" cy="22"/>
            </a:xfrm>
            <a:custGeom>
              <a:avLst/>
              <a:gdLst>
                <a:gd name="T0" fmla="*/ 0 w 39"/>
                <a:gd name="T1" fmla="*/ 39 h 14"/>
                <a:gd name="T2" fmla="*/ 21 w 39"/>
                <a:gd name="T3" fmla="*/ 35 h 14"/>
                <a:gd name="T4" fmla="*/ 135 w 39"/>
                <a:gd name="T5" fmla="*/ 35 h 14"/>
                <a:gd name="T6" fmla="*/ 21 w 39"/>
                <a:gd name="T7" fmla="*/ 47 h 14"/>
                <a:gd name="T8" fmla="*/ 0 w 39"/>
                <a:gd name="T9" fmla="*/ 39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14">
                  <a:moveTo>
                    <a:pt x="0" y="10"/>
                  </a:moveTo>
                  <a:cubicBezTo>
                    <a:pt x="0" y="9"/>
                    <a:pt x="4" y="10"/>
                    <a:pt x="6" y="9"/>
                  </a:cubicBezTo>
                  <a:cubicBezTo>
                    <a:pt x="9" y="7"/>
                    <a:pt x="28" y="0"/>
                    <a:pt x="39" y="9"/>
                  </a:cubicBezTo>
                  <a:cubicBezTo>
                    <a:pt x="39" y="9"/>
                    <a:pt x="19" y="14"/>
                    <a:pt x="6" y="12"/>
                  </a:cubicBezTo>
                  <a:cubicBezTo>
                    <a:pt x="1" y="11"/>
                    <a:pt x="0" y="11"/>
                    <a:pt x="0" y="10"/>
                  </a:cubicBezTo>
                  <a:close/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287" name="Oval 793">
              <a:extLst>
                <a:ext uri="{FF2B5EF4-FFF2-40B4-BE49-F238E27FC236}">
                  <a16:creationId xmlns:a16="http://schemas.microsoft.com/office/drawing/2014/main" id="{66BBE048-73F5-4340-BE73-79F1A3DFB6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58" y="920"/>
              <a:ext cx="8" cy="7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288" name="Oval 794">
              <a:extLst>
                <a:ext uri="{FF2B5EF4-FFF2-40B4-BE49-F238E27FC236}">
                  <a16:creationId xmlns:a16="http://schemas.microsoft.com/office/drawing/2014/main" id="{F6F9C7A8-1D8C-4FA0-B9D8-7454AA6C83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57" y="921"/>
              <a:ext cx="4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289" name="Freeform 795">
              <a:extLst>
                <a:ext uri="{FF2B5EF4-FFF2-40B4-BE49-F238E27FC236}">
                  <a16:creationId xmlns:a16="http://schemas.microsoft.com/office/drawing/2014/main" id="{CE800574-412F-442D-8ED8-F82D4D5C47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1" y="909"/>
              <a:ext cx="57" cy="20"/>
            </a:xfrm>
            <a:custGeom>
              <a:avLst/>
              <a:gdLst>
                <a:gd name="T0" fmla="*/ 0 w 37"/>
                <a:gd name="T1" fmla="*/ 18 h 13"/>
                <a:gd name="T2" fmla="*/ 34 w 37"/>
                <a:gd name="T3" fmla="*/ 26 h 13"/>
                <a:gd name="T4" fmla="*/ 48 w 37"/>
                <a:gd name="T5" fmla="*/ 28 h 13"/>
                <a:gd name="T6" fmla="*/ 80 w 37"/>
                <a:gd name="T7" fmla="*/ 34 h 13"/>
                <a:gd name="T8" fmla="*/ 106 w 37"/>
                <a:gd name="T9" fmla="*/ 35 h 13"/>
                <a:gd name="T10" fmla="*/ 136 w 37"/>
                <a:gd name="T11" fmla="*/ 48 h 13"/>
                <a:gd name="T12" fmla="*/ 88 w 37"/>
                <a:gd name="T13" fmla="*/ 5 h 13"/>
                <a:gd name="T14" fmla="*/ 40 w 37"/>
                <a:gd name="T15" fmla="*/ 5 h 13"/>
                <a:gd name="T16" fmla="*/ 5 w 37"/>
                <a:gd name="T17" fmla="*/ 12 h 1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7" h="13">
                  <a:moveTo>
                    <a:pt x="0" y="5"/>
                  </a:moveTo>
                  <a:cubicBezTo>
                    <a:pt x="3" y="6"/>
                    <a:pt x="6" y="7"/>
                    <a:pt x="9" y="7"/>
                  </a:cubicBezTo>
                  <a:cubicBezTo>
                    <a:pt x="10" y="7"/>
                    <a:pt x="11" y="8"/>
                    <a:pt x="13" y="8"/>
                  </a:cubicBezTo>
                  <a:cubicBezTo>
                    <a:pt x="16" y="8"/>
                    <a:pt x="19" y="9"/>
                    <a:pt x="22" y="9"/>
                  </a:cubicBezTo>
                  <a:cubicBezTo>
                    <a:pt x="24" y="9"/>
                    <a:pt x="27" y="9"/>
                    <a:pt x="29" y="10"/>
                  </a:cubicBezTo>
                  <a:cubicBezTo>
                    <a:pt x="32" y="11"/>
                    <a:pt x="34" y="12"/>
                    <a:pt x="37" y="13"/>
                  </a:cubicBezTo>
                  <a:cubicBezTo>
                    <a:pt x="34" y="8"/>
                    <a:pt x="29" y="3"/>
                    <a:pt x="24" y="1"/>
                  </a:cubicBezTo>
                  <a:cubicBezTo>
                    <a:pt x="20" y="0"/>
                    <a:pt x="15" y="0"/>
                    <a:pt x="11" y="1"/>
                  </a:cubicBezTo>
                  <a:cubicBezTo>
                    <a:pt x="8" y="1"/>
                    <a:pt x="4" y="2"/>
                    <a:pt x="1" y="3"/>
                  </a:cubicBezTo>
                </a:path>
              </a:pathLst>
            </a:custGeom>
            <a:solidFill>
              <a:srgbClr val="F6E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290" name="Freeform 796">
              <a:extLst>
                <a:ext uri="{FF2B5EF4-FFF2-40B4-BE49-F238E27FC236}">
                  <a16:creationId xmlns:a16="http://schemas.microsoft.com/office/drawing/2014/main" id="{5E4FCBDB-9D2E-4EF3-8C89-AEFA05B1C3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5" y="915"/>
              <a:ext cx="60" cy="12"/>
            </a:xfrm>
            <a:custGeom>
              <a:avLst/>
              <a:gdLst>
                <a:gd name="T0" fmla="*/ 0 w 39"/>
                <a:gd name="T1" fmla="*/ 0 h 8"/>
                <a:gd name="T2" fmla="*/ 26 w 39"/>
                <a:gd name="T3" fmla="*/ 8 h 8"/>
                <a:gd name="T4" fmla="*/ 40 w 39"/>
                <a:gd name="T5" fmla="*/ 8 h 8"/>
                <a:gd name="T6" fmla="*/ 54 w 39"/>
                <a:gd name="T7" fmla="*/ 14 h 8"/>
                <a:gd name="T8" fmla="*/ 120 w 39"/>
                <a:gd name="T9" fmla="*/ 21 h 8"/>
                <a:gd name="T10" fmla="*/ 142 w 39"/>
                <a:gd name="T11" fmla="*/ 27 h 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9" h="8">
                  <a:moveTo>
                    <a:pt x="0" y="0"/>
                  </a:moveTo>
                  <a:cubicBezTo>
                    <a:pt x="0" y="1"/>
                    <a:pt x="6" y="2"/>
                    <a:pt x="7" y="2"/>
                  </a:cubicBezTo>
                  <a:cubicBezTo>
                    <a:pt x="9" y="2"/>
                    <a:pt x="10" y="2"/>
                    <a:pt x="11" y="2"/>
                  </a:cubicBezTo>
                  <a:cubicBezTo>
                    <a:pt x="13" y="3"/>
                    <a:pt x="14" y="3"/>
                    <a:pt x="15" y="4"/>
                  </a:cubicBezTo>
                  <a:cubicBezTo>
                    <a:pt x="21" y="5"/>
                    <a:pt x="27" y="5"/>
                    <a:pt x="33" y="6"/>
                  </a:cubicBezTo>
                  <a:cubicBezTo>
                    <a:pt x="35" y="7"/>
                    <a:pt x="37" y="7"/>
                    <a:pt x="39" y="8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291" name="Freeform 797">
              <a:extLst>
                <a:ext uri="{FF2B5EF4-FFF2-40B4-BE49-F238E27FC236}">
                  <a16:creationId xmlns:a16="http://schemas.microsoft.com/office/drawing/2014/main" id="{60C61BE6-CFFE-460F-8F35-1FC99E7591A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4" y="904"/>
              <a:ext cx="34" cy="17"/>
            </a:xfrm>
            <a:custGeom>
              <a:avLst/>
              <a:gdLst>
                <a:gd name="T0" fmla="*/ 0 w 22"/>
                <a:gd name="T1" fmla="*/ 0 h 11"/>
                <a:gd name="T2" fmla="*/ 53 w 22"/>
                <a:gd name="T3" fmla="*/ 19 h 11"/>
                <a:gd name="T4" fmla="*/ 82 w 22"/>
                <a:gd name="T5" fmla="*/ 40 h 11"/>
                <a:gd name="T6" fmla="*/ 45 w 22"/>
                <a:gd name="T7" fmla="*/ 12 h 11"/>
                <a:gd name="T8" fmla="*/ 22 w 22"/>
                <a:gd name="T9" fmla="*/ 0 h 11"/>
                <a:gd name="T10" fmla="*/ 0 w 22"/>
                <a:gd name="T11" fmla="*/ 0 h 1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11">
                  <a:moveTo>
                    <a:pt x="0" y="0"/>
                  </a:moveTo>
                  <a:cubicBezTo>
                    <a:pt x="4" y="2"/>
                    <a:pt x="9" y="2"/>
                    <a:pt x="14" y="5"/>
                  </a:cubicBezTo>
                  <a:cubicBezTo>
                    <a:pt x="17" y="7"/>
                    <a:pt x="19" y="9"/>
                    <a:pt x="22" y="11"/>
                  </a:cubicBezTo>
                  <a:cubicBezTo>
                    <a:pt x="18" y="10"/>
                    <a:pt x="16" y="5"/>
                    <a:pt x="12" y="3"/>
                  </a:cubicBezTo>
                  <a:cubicBezTo>
                    <a:pt x="11" y="2"/>
                    <a:pt x="9" y="1"/>
                    <a:pt x="6" y="0"/>
                  </a:cubicBezTo>
                  <a:cubicBezTo>
                    <a:pt x="5" y="0"/>
                    <a:pt x="2" y="0"/>
                    <a:pt x="0" y="0"/>
                  </a:cubicBezTo>
                </a:path>
              </a:pathLst>
            </a:custGeom>
            <a:solidFill>
              <a:srgbClr val="EFCA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292" name="Freeform 798">
              <a:extLst>
                <a:ext uri="{FF2B5EF4-FFF2-40B4-BE49-F238E27FC236}">
                  <a16:creationId xmlns:a16="http://schemas.microsoft.com/office/drawing/2014/main" id="{8E16A54D-4798-4B7A-BAB5-715D593EF5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9" y="926"/>
              <a:ext cx="17" cy="12"/>
            </a:xfrm>
            <a:custGeom>
              <a:avLst/>
              <a:gdLst>
                <a:gd name="T0" fmla="*/ 0 w 11"/>
                <a:gd name="T1" fmla="*/ 0 h 8"/>
                <a:gd name="T2" fmla="*/ 40 w 11"/>
                <a:gd name="T3" fmla="*/ 27 h 8"/>
                <a:gd name="T4" fmla="*/ 19 w 11"/>
                <a:gd name="T5" fmla="*/ 18 h 8"/>
                <a:gd name="T6" fmla="*/ 5 w 11"/>
                <a:gd name="T7" fmla="*/ 5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8">
                  <a:moveTo>
                    <a:pt x="0" y="0"/>
                  </a:moveTo>
                  <a:cubicBezTo>
                    <a:pt x="4" y="3"/>
                    <a:pt x="9" y="4"/>
                    <a:pt x="11" y="8"/>
                  </a:cubicBezTo>
                  <a:cubicBezTo>
                    <a:pt x="9" y="7"/>
                    <a:pt x="7" y="6"/>
                    <a:pt x="5" y="5"/>
                  </a:cubicBezTo>
                  <a:cubicBezTo>
                    <a:pt x="4" y="3"/>
                    <a:pt x="2" y="1"/>
                    <a:pt x="1" y="1"/>
                  </a:cubicBezTo>
                </a:path>
              </a:pathLst>
            </a:custGeom>
            <a:solidFill>
              <a:srgbClr val="EFCA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293" name="Freeform 799">
              <a:extLst>
                <a:ext uri="{FF2B5EF4-FFF2-40B4-BE49-F238E27FC236}">
                  <a16:creationId xmlns:a16="http://schemas.microsoft.com/office/drawing/2014/main" id="{53D41781-D9BE-44C0-B073-6889DEB6D7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6" y="930"/>
              <a:ext cx="11" cy="14"/>
            </a:xfrm>
            <a:custGeom>
              <a:avLst/>
              <a:gdLst>
                <a:gd name="T0" fmla="*/ 0 w 7"/>
                <a:gd name="T1" fmla="*/ 0 h 9"/>
                <a:gd name="T2" fmla="*/ 27 w 7"/>
                <a:gd name="T3" fmla="*/ 34 h 9"/>
                <a:gd name="T4" fmla="*/ 0 w 7"/>
                <a:gd name="T5" fmla="*/ 5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9">
                  <a:moveTo>
                    <a:pt x="0" y="0"/>
                  </a:moveTo>
                  <a:cubicBezTo>
                    <a:pt x="3" y="3"/>
                    <a:pt x="5" y="5"/>
                    <a:pt x="7" y="9"/>
                  </a:cubicBezTo>
                  <a:cubicBezTo>
                    <a:pt x="4" y="8"/>
                    <a:pt x="1" y="4"/>
                    <a:pt x="0" y="1"/>
                  </a:cubicBezTo>
                </a:path>
              </a:pathLst>
            </a:custGeom>
            <a:solidFill>
              <a:srgbClr val="EFCA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294" name="Freeform 800">
              <a:extLst>
                <a:ext uri="{FF2B5EF4-FFF2-40B4-BE49-F238E27FC236}">
                  <a16:creationId xmlns:a16="http://schemas.microsoft.com/office/drawing/2014/main" id="{9501A675-7BFF-4595-A9C1-01BB8BF8E98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4" y="935"/>
              <a:ext cx="38" cy="24"/>
            </a:xfrm>
            <a:custGeom>
              <a:avLst/>
              <a:gdLst>
                <a:gd name="T0" fmla="*/ 0 w 25"/>
                <a:gd name="T1" fmla="*/ 0 h 16"/>
                <a:gd name="T2" fmla="*/ 40 w 25"/>
                <a:gd name="T3" fmla="*/ 39 h 16"/>
                <a:gd name="T4" fmla="*/ 67 w 25"/>
                <a:gd name="T5" fmla="*/ 53 h 16"/>
                <a:gd name="T6" fmla="*/ 88 w 25"/>
                <a:gd name="T7" fmla="*/ 54 h 16"/>
                <a:gd name="T8" fmla="*/ 41 w 25"/>
                <a:gd name="T9" fmla="*/ 27 h 16"/>
                <a:gd name="T10" fmla="*/ 26 w 25"/>
                <a:gd name="T11" fmla="*/ 12 h 16"/>
                <a:gd name="T12" fmla="*/ 0 w 25"/>
                <a:gd name="T13" fmla="*/ 0 h 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" h="16">
                  <a:moveTo>
                    <a:pt x="0" y="0"/>
                  </a:moveTo>
                  <a:cubicBezTo>
                    <a:pt x="6" y="2"/>
                    <a:pt x="7" y="7"/>
                    <a:pt x="11" y="11"/>
                  </a:cubicBezTo>
                  <a:cubicBezTo>
                    <a:pt x="14" y="13"/>
                    <a:pt x="16" y="14"/>
                    <a:pt x="19" y="15"/>
                  </a:cubicBezTo>
                  <a:cubicBezTo>
                    <a:pt x="21" y="16"/>
                    <a:pt x="23" y="16"/>
                    <a:pt x="25" y="16"/>
                  </a:cubicBezTo>
                  <a:cubicBezTo>
                    <a:pt x="19" y="15"/>
                    <a:pt x="15" y="13"/>
                    <a:pt x="12" y="8"/>
                  </a:cubicBezTo>
                  <a:cubicBezTo>
                    <a:pt x="10" y="6"/>
                    <a:pt x="9" y="4"/>
                    <a:pt x="7" y="3"/>
                  </a:cubicBezTo>
                  <a:cubicBezTo>
                    <a:pt x="5" y="1"/>
                    <a:pt x="2" y="1"/>
                    <a:pt x="0" y="0"/>
                  </a:cubicBezTo>
                </a:path>
              </a:pathLst>
            </a:custGeom>
            <a:solidFill>
              <a:srgbClr val="EFCA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295" name="Freeform 801">
              <a:extLst>
                <a:ext uri="{FF2B5EF4-FFF2-40B4-BE49-F238E27FC236}">
                  <a16:creationId xmlns:a16="http://schemas.microsoft.com/office/drawing/2014/main" id="{338A4192-E606-4D51-BC2D-0E53DBA657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5" y="881"/>
              <a:ext cx="16" cy="28"/>
            </a:xfrm>
            <a:custGeom>
              <a:avLst/>
              <a:gdLst>
                <a:gd name="T0" fmla="*/ 42 w 10"/>
                <a:gd name="T1" fmla="*/ 68 h 18"/>
                <a:gd name="T2" fmla="*/ 21 w 10"/>
                <a:gd name="T3" fmla="*/ 39 h 18"/>
                <a:gd name="T4" fmla="*/ 8 w 10"/>
                <a:gd name="T5" fmla="*/ 19 h 18"/>
                <a:gd name="T6" fmla="*/ 5 w 10"/>
                <a:gd name="T7" fmla="*/ 0 h 18"/>
                <a:gd name="T8" fmla="*/ 5 w 10"/>
                <a:gd name="T9" fmla="*/ 22 h 18"/>
                <a:gd name="T10" fmla="*/ 13 w 10"/>
                <a:gd name="T11" fmla="*/ 39 h 18"/>
                <a:gd name="T12" fmla="*/ 42 w 10"/>
                <a:gd name="T13" fmla="*/ 62 h 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" h="18">
                  <a:moveTo>
                    <a:pt x="10" y="18"/>
                  </a:moveTo>
                  <a:cubicBezTo>
                    <a:pt x="7" y="17"/>
                    <a:pt x="6" y="13"/>
                    <a:pt x="5" y="10"/>
                  </a:cubicBezTo>
                  <a:cubicBezTo>
                    <a:pt x="4" y="8"/>
                    <a:pt x="2" y="7"/>
                    <a:pt x="2" y="5"/>
                  </a:cubicBezTo>
                  <a:cubicBezTo>
                    <a:pt x="1" y="4"/>
                    <a:pt x="1" y="2"/>
                    <a:pt x="1" y="0"/>
                  </a:cubicBezTo>
                  <a:cubicBezTo>
                    <a:pt x="1" y="2"/>
                    <a:pt x="0" y="4"/>
                    <a:pt x="1" y="6"/>
                  </a:cubicBezTo>
                  <a:cubicBezTo>
                    <a:pt x="1" y="9"/>
                    <a:pt x="1" y="8"/>
                    <a:pt x="3" y="10"/>
                  </a:cubicBezTo>
                  <a:cubicBezTo>
                    <a:pt x="5" y="13"/>
                    <a:pt x="6" y="16"/>
                    <a:pt x="10" y="17"/>
                  </a:cubicBezTo>
                </a:path>
              </a:pathLst>
            </a:custGeom>
            <a:solidFill>
              <a:srgbClr val="EFCA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296" name="Freeform 802">
              <a:extLst>
                <a:ext uri="{FF2B5EF4-FFF2-40B4-BE49-F238E27FC236}">
                  <a16:creationId xmlns:a16="http://schemas.microsoft.com/office/drawing/2014/main" id="{F6D8CEAB-3E76-4CFA-8ACF-51218766AF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2" y="894"/>
              <a:ext cx="13" cy="12"/>
            </a:xfrm>
            <a:custGeom>
              <a:avLst/>
              <a:gdLst>
                <a:gd name="T0" fmla="*/ 34 w 8"/>
                <a:gd name="T1" fmla="*/ 27 h 8"/>
                <a:gd name="T2" fmla="*/ 21 w 8"/>
                <a:gd name="T3" fmla="*/ 14 h 8"/>
                <a:gd name="T4" fmla="*/ 0 w 8"/>
                <a:gd name="T5" fmla="*/ 0 h 8"/>
                <a:gd name="T6" fmla="*/ 29 w 8"/>
                <a:gd name="T7" fmla="*/ 27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8">
                  <a:moveTo>
                    <a:pt x="8" y="8"/>
                  </a:moveTo>
                  <a:cubicBezTo>
                    <a:pt x="6" y="7"/>
                    <a:pt x="6" y="5"/>
                    <a:pt x="5" y="4"/>
                  </a:cubicBezTo>
                  <a:cubicBezTo>
                    <a:pt x="3" y="3"/>
                    <a:pt x="1" y="3"/>
                    <a:pt x="0" y="0"/>
                  </a:cubicBezTo>
                  <a:cubicBezTo>
                    <a:pt x="1" y="5"/>
                    <a:pt x="6" y="5"/>
                    <a:pt x="7" y="8"/>
                  </a:cubicBezTo>
                </a:path>
              </a:pathLst>
            </a:custGeom>
            <a:solidFill>
              <a:srgbClr val="EFCA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297" name="Freeform 803">
              <a:extLst>
                <a:ext uri="{FF2B5EF4-FFF2-40B4-BE49-F238E27FC236}">
                  <a16:creationId xmlns:a16="http://schemas.microsoft.com/office/drawing/2014/main" id="{217032E2-880C-49FD-A743-5A099755FB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8" y="910"/>
              <a:ext cx="19" cy="22"/>
            </a:xfrm>
            <a:custGeom>
              <a:avLst/>
              <a:gdLst>
                <a:gd name="T0" fmla="*/ 41 w 13"/>
                <a:gd name="T1" fmla="*/ 22 h 14"/>
                <a:gd name="T2" fmla="*/ 28 w 13"/>
                <a:gd name="T3" fmla="*/ 20 h 14"/>
                <a:gd name="T4" fmla="*/ 15 w 13"/>
                <a:gd name="T5" fmla="*/ 20 h 14"/>
                <a:gd name="T6" fmla="*/ 6 w 13"/>
                <a:gd name="T7" fmla="*/ 8 h 14"/>
                <a:gd name="T8" fmla="*/ 0 w 13"/>
                <a:gd name="T9" fmla="*/ 0 h 14"/>
                <a:gd name="T10" fmla="*/ 1 w 13"/>
                <a:gd name="T11" fmla="*/ 13 h 14"/>
                <a:gd name="T12" fmla="*/ 0 w 13"/>
                <a:gd name="T13" fmla="*/ 14 h 14"/>
                <a:gd name="T14" fmla="*/ 0 w 13"/>
                <a:gd name="T15" fmla="*/ 22 h 14"/>
                <a:gd name="T16" fmla="*/ 0 w 13"/>
                <a:gd name="T17" fmla="*/ 39 h 14"/>
                <a:gd name="T18" fmla="*/ 9 w 13"/>
                <a:gd name="T19" fmla="*/ 55 h 14"/>
                <a:gd name="T20" fmla="*/ 1 w 13"/>
                <a:gd name="T21" fmla="*/ 35 h 14"/>
                <a:gd name="T22" fmla="*/ 15 w 13"/>
                <a:gd name="T23" fmla="*/ 31 h 14"/>
                <a:gd name="T24" fmla="*/ 32 w 13"/>
                <a:gd name="T25" fmla="*/ 27 h 14"/>
                <a:gd name="T26" fmla="*/ 41 w 13"/>
                <a:gd name="T27" fmla="*/ 22 h 14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3" h="14">
                  <a:moveTo>
                    <a:pt x="13" y="6"/>
                  </a:moveTo>
                  <a:cubicBezTo>
                    <a:pt x="12" y="5"/>
                    <a:pt x="10" y="6"/>
                    <a:pt x="9" y="5"/>
                  </a:cubicBezTo>
                  <a:cubicBezTo>
                    <a:pt x="8" y="5"/>
                    <a:pt x="6" y="5"/>
                    <a:pt x="5" y="5"/>
                  </a:cubicBezTo>
                  <a:cubicBezTo>
                    <a:pt x="4" y="4"/>
                    <a:pt x="3" y="3"/>
                    <a:pt x="2" y="2"/>
                  </a:cubicBezTo>
                  <a:cubicBezTo>
                    <a:pt x="2" y="1"/>
                    <a:pt x="1" y="1"/>
                    <a:pt x="0" y="0"/>
                  </a:cubicBezTo>
                  <a:cubicBezTo>
                    <a:pt x="1" y="1"/>
                    <a:pt x="1" y="2"/>
                    <a:pt x="1" y="3"/>
                  </a:cubicBezTo>
                  <a:cubicBezTo>
                    <a:pt x="1" y="3"/>
                    <a:pt x="0" y="4"/>
                    <a:pt x="0" y="4"/>
                  </a:cubicBezTo>
                  <a:cubicBezTo>
                    <a:pt x="0" y="5"/>
                    <a:pt x="0" y="5"/>
                    <a:pt x="0" y="6"/>
                  </a:cubicBezTo>
                  <a:cubicBezTo>
                    <a:pt x="0" y="8"/>
                    <a:pt x="0" y="9"/>
                    <a:pt x="0" y="10"/>
                  </a:cubicBezTo>
                  <a:cubicBezTo>
                    <a:pt x="1" y="12"/>
                    <a:pt x="2" y="13"/>
                    <a:pt x="3" y="14"/>
                  </a:cubicBezTo>
                  <a:cubicBezTo>
                    <a:pt x="2" y="13"/>
                    <a:pt x="0" y="10"/>
                    <a:pt x="1" y="9"/>
                  </a:cubicBezTo>
                  <a:cubicBezTo>
                    <a:pt x="2" y="8"/>
                    <a:pt x="4" y="8"/>
                    <a:pt x="5" y="8"/>
                  </a:cubicBezTo>
                  <a:cubicBezTo>
                    <a:pt x="7" y="8"/>
                    <a:pt x="8" y="8"/>
                    <a:pt x="10" y="7"/>
                  </a:cubicBezTo>
                  <a:cubicBezTo>
                    <a:pt x="11" y="7"/>
                    <a:pt x="12" y="6"/>
                    <a:pt x="13" y="6"/>
                  </a:cubicBezTo>
                </a:path>
              </a:pathLst>
            </a:custGeom>
            <a:solidFill>
              <a:srgbClr val="EFCA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298" name="Freeform 804">
              <a:extLst>
                <a:ext uri="{FF2B5EF4-FFF2-40B4-BE49-F238E27FC236}">
                  <a16:creationId xmlns:a16="http://schemas.microsoft.com/office/drawing/2014/main" id="{0611190C-ADFE-4B93-B4CD-D37457ED5D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7" y="947"/>
              <a:ext cx="36" cy="6"/>
            </a:xfrm>
            <a:custGeom>
              <a:avLst/>
              <a:gdLst>
                <a:gd name="T0" fmla="*/ 0 w 24"/>
                <a:gd name="T1" fmla="*/ 0 h 4"/>
                <a:gd name="T2" fmla="*/ 45 w 24"/>
                <a:gd name="T3" fmla="*/ 8 h 4"/>
                <a:gd name="T4" fmla="*/ 81 w 24"/>
                <a:gd name="T5" fmla="*/ 8 h 4"/>
                <a:gd name="T6" fmla="*/ 62 w 24"/>
                <a:gd name="T7" fmla="*/ 8 h 4"/>
                <a:gd name="T8" fmla="*/ 39 w 24"/>
                <a:gd name="T9" fmla="*/ 12 h 4"/>
                <a:gd name="T10" fmla="*/ 5 w 24"/>
                <a:gd name="T11" fmla="*/ 5 h 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4">
                  <a:moveTo>
                    <a:pt x="0" y="0"/>
                  </a:moveTo>
                  <a:cubicBezTo>
                    <a:pt x="3" y="4"/>
                    <a:pt x="9" y="4"/>
                    <a:pt x="13" y="2"/>
                  </a:cubicBezTo>
                  <a:cubicBezTo>
                    <a:pt x="17" y="1"/>
                    <a:pt x="20" y="1"/>
                    <a:pt x="24" y="2"/>
                  </a:cubicBezTo>
                  <a:cubicBezTo>
                    <a:pt x="22" y="2"/>
                    <a:pt x="20" y="2"/>
                    <a:pt x="18" y="2"/>
                  </a:cubicBezTo>
                  <a:cubicBezTo>
                    <a:pt x="15" y="3"/>
                    <a:pt x="13" y="3"/>
                    <a:pt x="11" y="3"/>
                  </a:cubicBezTo>
                  <a:cubicBezTo>
                    <a:pt x="9" y="3"/>
                    <a:pt x="1" y="4"/>
                    <a:pt x="1" y="1"/>
                  </a:cubicBezTo>
                </a:path>
              </a:pathLst>
            </a:custGeom>
            <a:solidFill>
              <a:srgbClr val="EFCA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299" name="Freeform 805">
              <a:extLst>
                <a:ext uri="{FF2B5EF4-FFF2-40B4-BE49-F238E27FC236}">
                  <a16:creationId xmlns:a16="http://schemas.microsoft.com/office/drawing/2014/main" id="{90F1783A-0C16-4C42-A9FE-920FE0270E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7" y="952"/>
              <a:ext cx="20" cy="6"/>
            </a:xfrm>
            <a:custGeom>
              <a:avLst/>
              <a:gdLst>
                <a:gd name="T0" fmla="*/ 0 w 13"/>
                <a:gd name="T1" fmla="*/ 0 h 4"/>
                <a:gd name="T2" fmla="*/ 22 w 13"/>
                <a:gd name="T3" fmla="*/ 8 h 4"/>
                <a:gd name="T4" fmla="*/ 48 w 13"/>
                <a:gd name="T5" fmla="*/ 14 h 4"/>
                <a:gd name="T6" fmla="*/ 18 w 13"/>
                <a:gd name="T7" fmla="*/ 12 h 4"/>
                <a:gd name="T8" fmla="*/ 5 w 13"/>
                <a:gd name="T9" fmla="*/ 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4">
                  <a:moveTo>
                    <a:pt x="0" y="0"/>
                  </a:moveTo>
                  <a:cubicBezTo>
                    <a:pt x="2" y="0"/>
                    <a:pt x="4" y="1"/>
                    <a:pt x="6" y="2"/>
                  </a:cubicBezTo>
                  <a:cubicBezTo>
                    <a:pt x="8" y="3"/>
                    <a:pt x="10" y="4"/>
                    <a:pt x="13" y="4"/>
                  </a:cubicBezTo>
                  <a:cubicBezTo>
                    <a:pt x="10" y="4"/>
                    <a:pt x="8" y="4"/>
                    <a:pt x="5" y="3"/>
                  </a:cubicBezTo>
                  <a:cubicBezTo>
                    <a:pt x="4" y="2"/>
                    <a:pt x="3" y="1"/>
                    <a:pt x="1" y="0"/>
                  </a:cubicBezTo>
                </a:path>
              </a:pathLst>
            </a:custGeom>
            <a:solidFill>
              <a:srgbClr val="EFCA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300" name="Freeform 806">
              <a:extLst>
                <a:ext uri="{FF2B5EF4-FFF2-40B4-BE49-F238E27FC236}">
                  <a16:creationId xmlns:a16="http://schemas.microsoft.com/office/drawing/2014/main" id="{EF824771-CC71-4A70-B520-F821A55D083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6" y="952"/>
              <a:ext cx="11" cy="4"/>
            </a:xfrm>
            <a:custGeom>
              <a:avLst/>
              <a:gdLst>
                <a:gd name="T0" fmla="*/ 0 w 7"/>
                <a:gd name="T1" fmla="*/ 0 h 3"/>
                <a:gd name="T2" fmla="*/ 0 w 7"/>
                <a:gd name="T3" fmla="*/ 0 h 3"/>
                <a:gd name="T4" fmla="*/ 13 w 7"/>
                <a:gd name="T5" fmla="*/ 1 h 3"/>
                <a:gd name="T6" fmla="*/ 27 w 7"/>
                <a:gd name="T7" fmla="*/ 7 h 3"/>
                <a:gd name="T8" fmla="*/ 14 w 7"/>
                <a:gd name="T9" fmla="*/ 1 h 3"/>
                <a:gd name="T10" fmla="*/ 5 w 7"/>
                <a:gd name="T11" fmla="*/ 0 h 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" h="3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1"/>
                    <a:pt x="2" y="1"/>
                    <a:pt x="3" y="1"/>
                  </a:cubicBezTo>
                  <a:cubicBezTo>
                    <a:pt x="4" y="2"/>
                    <a:pt x="6" y="2"/>
                    <a:pt x="7" y="3"/>
                  </a:cubicBezTo>
                  <a:cubicBezTo>
                    <a:pt x="6" y="2"/>
                    <a:pt x="5" y="1"/>
                    <a:pt x="4" y="1"/>
                  </a:cubicBezTo>
                  <a:cubicBezTo>
                    <a:pt x="3" y="1"/>
                    <a:pt x="1" y="1"/>
                    <a:pt x="1" y="0"/>
                  </a:cubicBezTo>
                </a:path>
              </a:pathLst>
            </a:custGeom>
            <a:solidFill>
              <a:srgbClr val="EFCA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301" name="Freeform 807">
              <a:extLst>
                <a:ext uri="{FF2B5EF4-FFF2-40B4-BE49-F238E27FC236}">
                  <a16:creationId xmlns:a16="http://schemas.microsoft.com/office/drawing/2014/main" id="{46017D7F-EA21-437D-B395-7E888F4264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2" y="854"/>
              <a:ext cx="40" cy="20"/>
            </a:xfrm>
            <a:custGeom>
              <a:avLst/>
              <a:gdLst>
                <a:gd name="T0" fmla="*/ 0 w 26"/>
                <a:gd name="T1" fmla="*/ 48 h 13"/>
                <a:gd name="T2" fmla="*/ 95 w 26"/>
                <a:gd name="T3" fmla="*/ 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13">
                  <a:moveTo>
                    <a:pt x="0" y="13"/>
                  </a:moveTo>
                  <a:cubicBezTo>
                    <a:pt x="7" y="5"/>
                    <a:pt x="17" y="1"/>
                    <a:pt x="26" y="0"/>
                  </a:cubicBezTo>
                </a:path>
              </a:pathLst>
            </a:custGeom>
            <a:noFill/>
            <a:ln w="9525" cap="rnd">
              <a:solidFill>
                <a:srgbClr val="C8C8C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302" name="Freeform 808">
              <a:extLst>
                <a:ext uri="{FF2B5EF4-FFF2-40B4-BE49-F238E27FC236}">
                  <a16:creationId xmlns:a16="http://schemas.microsoft.com/office/drawing/2014/main" id="{2EBBB707-8D96-4836-B044-FA27A98381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6" y="848"/>
              <a:ext cx="46" cy="52"/>
            </a:xfrm>
            <a:custGeom>
              <a:avLst/>
              <a:gdLst>
                <a:gd name="T0" fmla="*/ 109 w 30"/>
                <a:gd name="T1" fmla="*/ 0 h 34"/>
                <a:gd name="T2" fmla="*/ 67 w 30"/>
                <a:gd name="T3" fmla="*/ 26 h 34"/>
                <a:gd name="T4" fmla="*/ 43 w 30"/>
                <a:gd name="T5" fmla="*/ 49 h 34"/>
                <a:gd name="T6" fmla="*/ 0 w 30"/>
                <a:gd name="T7" fmla="*/ 122 h 34"/>
                <a:gd name="T8" fmla="*/ 28 w 30"/>
                <a:gd name="T9" fmla="*/ 66 h 34"/>
                <a:gd name="T10" fmla="*/ 48 w 30"/>
                <a:gd name="T11" fmla="*/ 32 h 34"/>
                <a:gd name="T12" fmla="*/ 101 w 30"/>
                <a:gd name="T13" fmla="*/ 0 h 3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" h="34">
                  <a:moveTo>
                    <a:pt x="30" y="0"/>
                  </a:moveTo>
                  <a:cubicBezTo>
                    <a:pt x="27" y="4"/>
                    <a:pt x="24" y="5"/>
                    <a:pt x="19" y="7"/>
                  </a:cubicBezTo>
                  <a:cubicBezTo>
                    <a:pt x="16" y="8"/>
                    <a:pt x="14" y="11"/>
                    <a:pt x="12" y="14"/>
                  </a:cubicBezTo>
                  <a:cubicBezTo>
                    <a:pt x="8" y="20"/>
                    <a:pt x="3" y="27"/>
                    <a:pt x="0" y="34"/>
                  </a:cubicBezTo>
                  <a:cubicBezTo>
                    <a:pt x="4" y="29"/>
                    <a:pt x="6" y="24"/>
                    <a:pt x="8" y="18"/>
                  </a:cubicBezTo>
                  <a:cubicBezTo>
                    <a:pt x="10" y="15"/>
                    <a:pt x="11" y="11"/>
                    <a:pt x="13" y="9"/>
                  </a:cubicBezTo>
                  <a:cubicBezTo>
                    <a:pt x="18" y="5"/>
                    <a:pt x="24" y="5"/>
                    <a:pt x="28" y="0"/>
                  </a:cubicBezTo>
                </a:path>
              </a:pathLst>
            </a:custGeom>
            <a:solidFill>
              <a:srgbClr val="EFCA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303" name="Freeform 809">
              <a:extLst>
                <a:ext uri="{FF2B5EF4-FFF2-40B4-BE49-F238E27FC236}">
                  <a16:creationId xmlns:a16="http://schemas.microsoft.com/office/drawing/2014/main" id="{0391BF95-C973-4CB8-BDC4-40B91EB1DA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6" y="912"/>
              <a:ext cx="59" cy="21"/>
            </a:xfrm>
            <a:custGeom>
              <a:avLst/>
              <a:gdLst>
                <a:gd name="T0" fmla="*/ 135 w 39"/>
                <a:gd name="T1" fmla="*/ 32 h 14"/>
                <a:gd name="T2" fmla="*/ 110 w 39"/>
                <a:gd name="T3" fmla="*/ 27 h 14"/>
                <a:gd name="T4" fmla="*/ 0 w 39"/>
                <a:gd name="T5" fmla="*/ 27 h 14"/>
                <a:gd name="T6" fmla="*/ 115 w 39"/>
                <a:gd name="T7" fmla="*/ 41 h 14"/>
                <a:gd name="T8" fmla="*/ 135 w 39"/>
                <a:gd name="T9" fmla="*/ 32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14">
                  <a:moveTo>
                    <a:pt x="39" y="9"/>
                  </a:moveTo>
                  <a:cubicBezTo>
                    <a:pt x="39" y="8"/>
                    <a:pt x="35" y="9"/>
                    <a:pt x="32" y="8"/>
                  </a:cubicBezTo>
                  <a:cubicBezTo>
                    <a:pt x="30" y="7"/>
                    <a:pt x="11" y="0"/>
                    <a:pt x="0" y="8"/>
                  </a:cubicBezTo>
                  <a:cubicBezTo>
                    <a:pt x="0" y="8"/>
                    <a:pt x="20" y="14"/>
                    <a:pt x="33" y="12"/>
                  </a:cubicBezTo>
                  <a:cubicBezTo>
                    <a:pt x="38" y="11"/>
                    <a:pt x="38" y="11"/>
                    <a:pt x="39" y="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304" name="Freeform 810">
              <a:extLst>
                <a:ext uri="{FF2B5EF4-FFF2-40B4-BE49-F238E27FC236}">
                  <a16:creationId xmlns:a16="http://schemas.microsoft.com/office/drawing/2014/main" id="{C6F8500C-F005-446B-8B32-540B5D5B17B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1" y="918"/>
              <a:ext cx="26" cy="12"/>
            </a:xfrm>
            <a:custGeom>
              <a:avLst/>
              <a:gdLst>
                <a:gd name="T0" fmla="*/ 57 w 17"/>
                <a:gd name="T1" fmla="*/ 8 h 8"/>
                <a:gd name="T2" fmla="*/ 5 w 17"/>
                <a:gd name="T3" fmla="*/ 0 h 8"/>
                <a:gd name="T4" fmla="*/ 0 w 17"/>
                <a:gd name="T5" fmla="*/ 14 h 8"/>
                <a:gd name="T6" fmla="*/ 0 w 17"/>
                <a:gd name="T7" fmla="*/ 21 h 8"/>
                <a:gd name="T8" fmla="*/ 57 w 17"/>
                <a:gd name="T9" fmla="*/ 27 h 8"/>
                <a:gd name="T10" fmla="*/ 61 w 17"/>
                <a:gd name="T11" fmla="*/ 14 h 8"/>
                <a:gd name="T12" fmla="*/ 57 w 17"/>
                <a:gd name="T13" fmla="*/ 8 h 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" h="8">
                  <a:moveTo>
                    <a:pt x="16" y="2"/>
                  </a:moveTo>
                  <a:cubicBezTo>
                    <a:pt x="12" y="1"/>
                    <a:pt x="7" y="0"/>
                    <a:pt x="1" y="0"/>
                  </a:cubicBezTo>
                  <a:cubicBezTo>
                    <a:pt x="1" y="1"/>
                    <a:pt x="0" y="3"/>
                    <a:pt x="0" y="4"/>
                  </a:cubicBezTo>
                  <a:cubicBezTo>
                    <a:pt x="0" y="5"/>
                    <a:pt x="0" y="6"/>
                    <a:pt x="0" y="6"/>
                  </a:cubicBezTo>
                  <a:cubicBezTo>
                    <a:pt x="5" y="7"/>
                    <a:pt x="11" y="8"/>
                    <a:pt x="16" y="8"/>
                  </a:cubicBezTo>
                  <a:cubicBezTo>
                    <a:pt x="16" y="7"/>
                    <a:pt x="17" y="6"/>
                    <a:pt x="17" y="4"/>
                  </a:cubicBezTo>
                  <a:cubicBezTo>
                    <a:pt x="17" y="3"/>
                    <a:pt x="16" y="3"/>
                    <a:pt x="16" y="2"/>
                  </a:cubicBezTo>
                  <a:close/>
                </a:path>
              </a:pathLst>
            </a:custGeom>
            <a:solidFill>
              <a:srgbClr val="3311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305" name="Freeform 811">
              <a:extLst>
                <a:ext uri="{FF2B5EF4-FFF2-40B4-BE49-F238E27FC236}">
                  <a16:creationId xmlns:a16="http://schemas.microsoft.com/office/drawing/2014/main" id="{540CA388-6F47-463D-9C80-5BF85EE28D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1" y="918"/>
              <a:ext cx="26" cy="12"/>
            </a:xfrm>
            <a:custGeom>
              <a:avLst/>
              <a:gdLst>
                <a:gd name="T0" fmla="*/ 57 w 17"/>
                <a:gd name="T1" fmla="*/ 8 h 8"/>
                <a:gd name="T2" fmla="*/ 5 w 17"/>
                <a:gd name="T3" fmla="*/ 0 h 8"/>
                <a:gd name="T4" fmla="*/ 0 w 17"/>
                <a:gd name="T5" fmla="*/ 14 h 8"/>
                <a:gd name="T6" fmla="*/ 0 w 17"/>
                <a:gd name="T7" fmla="*/ 21 h 8"/>
                <a:gd name="T8" fmla="*/ 57 w 17"/>
                <a:gd name="T9" fmla="*/ 27 h 8"/>
                <a:gd name="T10" fmla="*/ 61 w 17"/>
                <a:gd name="T11" fmla="*/ 14 h 8"/>
                <a:gd name="T12" fmla="*/ 57 w 17"/>
                <a:gd name="T13" fmla="*/ 8 h 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" h="8">
                  <a:moveTo>
                    <a:pt x="16" y="2"/>
                  </a:moveTo>
                  <a:cubicBezTo>
                    <a:pt x="12" y="1"/>
                    <a:pt x="7" y="0"/>
                    <a:pt x="1" y="0"/>
                  </a:cubicBezTo>
                  <a:cubicBezTo>
                    <a:pt x="1" y="1"/>
                    <a:pt x="0" y="3"/>
                    <a:pt x="0" y="4"/>
                  </a:cubicBezTo>
                  <a:cubicBezTo>
                    <a:pt x="0" y="5"/>
                    <a:pt x="0" y="6"/>
                    <a:pt x="0" y="6"/>
                  </a:cubicBezTo>
                  <a:cubicBezTo>
                    <a:pt x="5" y="7"/>
                    <a:pt x="11" y="8"/>
                    <a:pt x="16" y="8"/>
                  </a:cubicBezTo>
                  <a:cubicBezTo>
                    <a:pt x="16" y="7"/>
                    <a:pt x="17" y="6"/>
                    <a:pt x="17" y="4"/>
                  </a:cubicBezTo>
                  <a:cubicBezTo>
                    <a:pt x="17" y="3"/>
                    <a:pt x="16" y="3"/>
                    <a:pt x="16" y="2"/>
                  </a:cubicBezTo>
                  <a:close/>
                </a:path>
              </a:pathLst>
            </a:custGeom>
            <a:noFill/>
            <a:ln w="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306" name="Freeform 812">
              <a:extLst>
                <a:ext uri="{FF2B5EF4-FFF2-40B4-BE49-F238E27FC236}">
                  <a16:creationId xmlns:a16="http://schemas.microsoft.com/office/drawing/2014/main" id="{5E7E7CFD-E92F-42F6-9532-6E5F2A3940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6" y="910"/>
              <a:ext cx="59" cy="22"/>
            </a:xfrm>
            <a:custGeom>
              <a:avLst/>
              <a:gdLst>
                <a:gd name="T0" fmla="*/ 135 w 39"/>
                <a:gd name="T1" fmla="*/ 39 h 14"/>
                <a:gd name="T2" fmla="*/ 115 w 39"/>
                <a:gd name="T3" fmla="*/ 35 h 14"/>
                <a:gd name="T4" fmla="*/ 0 w 39"/>
                <a:gd name="T5" fmla="*/ 35 h 14"/>
                <a:gd name="T6" fmla="*/ 115 w 39"/>
                <a:gd name="T7" fmla="*/ 47 h 14"/>
                <a:gd name="T8" fmla="*/ 135 w 39"/>
                <a:gd name="T9" fmla="*/ 39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14">
                  <a:moveTo>
                    <a:pt x="39" y="10"/>
                  </a:moveTo>
                  <a:cubicBezTo>
                    <a:pt x="39" y="9"/>
                    <a:pt x="35" y="10"/>
                    <a:pt x="33" y="9"/>
                  </a:cubicBezTo>
                  <a:cubicBezTo>
                    <a:pt x="30" y="7"/>
                    <a:pt x="12" y="0"/>
                    <a:pt x="0" y="9"/>
                  </a:cubicBezTo>
                  <a:cubicBezTo>
                    <a:pt x="0" y="9"/>
                    <a:pt x="20" y="14"/>
                    <a:pt x="33" y="12"/>
                  </a:cubicBezTo>
                  <a:cubicBezTo>
                    <a:pt x="38" y="11"/>
                    <a:pt x="39" y="11"/>
                    <a:pt x="39" y="10"/>
                  </a:cubicBezTo>
                  <a:close/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307" name="Oval 813">
              <a:extLst>
                <a:ext uri="{FF2B5EF4-FFF2-40B4-BE49-F238E27FC236}">
                  <a16:creationId xmlns:a16="http://schemas.microsoft.com/office/drawing/2014/main" id="{03542B51-688A-4935-A274-8A26EF7406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10" y="920"/>
              <a:ext cx="8" cy="7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308" name="Oval 814">
              <a:extLst>
                <a:ext uri="{FF2B5EF4-FFF2-40B4-BE49-F238E27FC236}">
                  <a16:creationId xmlns:a16="http://schemas.microsoft.com/office/drawing/2014/main" id="{388877D9-A8BF-4E75-BFEA-0EB82EAF8C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15" y="921"/>
              <a:ext cx="4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309" name="Freeform 815">
              <a:extLst>
                <a:ext uri="{FF2B5EF4-FFF2-40B4-BE49-F238E27FC236}">
                  <a16:creationId xmlns:a16="http://schemas.microsoft.com/office/drawing/2014/main" id="{1B9A71DD-0394-4163-8E92-FA180E7D30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8" y="909"/>
              <a:ext cx="57" cy="20"/>
            </a:xfrm>
            <a:custGeom>
              <a:avLst/>
              <a:gdLst>
                <a:gd name="T0" fmla="*/ 136 w 37"/>
                <a:gd name="T1" fmla="*/ 18 h 13"/>
                <a:gd name="T2" fmla="*/ 102 w 37"/>
                <a:gd name="T3" fmla="*/ 26 h 13"/>
                <a:gd name="T4" fmla="*/ 88 w 37"/>
                <a:gd name="T5" fmla="*/ 28 h 13"/>
                <a:gd name="T6" fmla="*/ 54 w 37"/>
                <a:gd name="T7" fmla="*/ 34 h 13"/>
                <a:gd name="T8" fmla="*/ 28 w 37"/>
                <a:gd name="T9" fmla="*/ 35 h 13"/>
                <a:gd name="T10" fmla="*/ 0 w 37"/>
                <a:gd name="T11" fmla="*/ 48 h 13"/>
                <a:gd name="T12" fmla="*/ 48 w 37"/>
                <a:gd name="T13" fmla="*/ 5 h 13"/>
                <a:gd name="T14" fmla="*/ 96 w 37"/>
                <a:gd name="T15" fmla="*/ 5 h 13"/>
                <a:gd name="T16" fmla="*/ 131 w 37"/>
                <a:gd name="T17" fmla="*/ 12 h 1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7" h="13">
                  <a:moveTo>
                    <a:pt x="37" y="5"/>
                  </a:moveTo>
                  <a:cubicBezTo>
                    <a:pt x="34" y="6"/>
                    <a:pt x="31" y="7"/>
                    <a:pt x="28" y="7"/>
                  </a:cubicBezTo>
                  <a:cubicBezTo>
                    <a:pt x="27" y="7"/>
                    <a:pt x="26" y="8"/>
                    <a:pt x="24" y="8"/>
                  </a:cubicBezTo>
                  <a:cubicBezTo>
                    <a:pt x="21" y="8"/>
                    <a:pt x="18" y="9"/>
                    <a:pt x="15" y="9"/>
                  </a:cubicBezTo>
                  <a:cubicBezTo>
                    <a:pt x="13" y="9"/>
                    <a:pt x="10" y="9"/>
                    <a:pt x="8" y="10"/>
                  </a:cubicBezTo>
                  <a:cubicBezTo>
                    <a:pt x="5" y="11"/>
                    <a:pt x="3" y="12"/>
                    <a:pt x="0" y="13"/>
                  </a:cubicBezTo>
                  <a:cubicBezTo>
                    <a:pt x="3" y="8"/>
                    <a:pt x="8" y="3"/>
                    <a:pt x="13" y="1"/>
                  </a:cubicBezTo>
                  <a:cubicBezTo>
                    <a:pt x="17" y="0"/>
                    <a:pt x="22" y="0"/>
                    <a:pt x="26" y="1"/>
                  </a:cubicBezTo>
                  <a:cubicBezTo>
                    <a:pt x="29" y="1"/>
                    <a:pt x="33" y="2"/>
                    <a:pt x="36" y="3"/>
                  </a:cubicBezTo>
                </a:path>
              </a:pathLst>
            </a:custGeom>
            <a:solidFill>
              <a:srgbClr val="F6E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310" name="Freeform 816">
              <a:extLst>
                <a:ext uri="{FF2B5EF4-FFF2-40B4-BE49-F238E27FC236}">
                  <a16:creationId xmlns:a16="http://schemas.microsoft.com/office/drawing/2014/main" id="{E0D01B17-B529-4D8D-94E6-8C1E6F5952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1" y="915"/>
              <a:ext cx="60" cy="12"/>
            </a:xfrm>
            <a:custGeom>
              <a:avLst/>
              <a:gdLst>
                <a:gd name="T0" fmla="*/ 142 w 39"/>
                <a:gd name="T1" fmla="*/ 0 h 8"/>
                <a:gd name="T2" fmla="*/ 115 w 39"/>
                <a:gd name="T3" fmla="*/ 8 h 8"/>
                <a:gd name="T4" fmla="*/ 102 w 39"/>
                <a:gd name="T5" fmla="*/ 8 h 8"/>
                <a:gd name="T6" fmla="*/ 88 w 39"/>
                <a:gd name="T7" fmla="*/ 14 h 8"/>
                <a:gd name="T8" fmla="*/ 22 w 39"/>
                <a:gd name="T9" fmla="*/ 21 h 8"/>
                <a:gd name="T10" fmla="*/ 0 w 39"/>
                <a:gd name="T11" fmla="*/ 27 h 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9" h="8">
                  <a:moveTo>
                    <a:pt x="39" y="0"/>
                  </a:moveTo>
                  <a:cubicBezTo>
                    <a:pt x="39" y="1"/>
                    <a:pt x="33" y="2"/>
                    <a:pt x="32" y="2"/>
                  </a:cubicBezTo>
                  <a:cubicBezTo>
                    <a:pt x="30" y="2"/>
                    <a:pt x="29" y="2"/>
                    <a:pt x="28" y="2"/>
                  </a:cubicBezTo>
                  <a:cubicBezTo>
                    <a:pt x="26" y="3"/>
                    <a:pt x="25" y="3"/>
                    <a:pt x="24" y="4"/>
                  </a:cubicBezTo>
                  <a:cubicBezTo>
                    <a:pt x="18" y="5"/>
                    <a:pt x="12" y="5"/>
                    <a:pt x="6" y="6"/>
                  </a:cubicBezTo>
                  <a:cubicBezTo>
                    <a:pt x="4" y="7"/>
                    <a:pt x="2" y="7"/>
                    <a:pt x="0" y="8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311" name="Freeform 817">
              <a:extLst>
                <a:ext uri="{FF2B5EF4-FFF2-40B4-BE49-F238E27FC236}">
                  <a16:creationId xmlns:a16="http://schemas.microsoft.com/office/drawing/2014/main" id="{DEC4CC62-0B05-4034-A416-B01FC88154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8" y="904"/>
              <a:ext cx="34" cy="17"/>
            </a:xfrm>
            <a:custGeom>
              <a:avLst/>
              <a:gdLst>
                <a:gd name="T0" fmla="*/ 82 w 22"/>
                <a:gd name="T1" fmla="*/ 0 h 11"/>
                <a:gd name="T2" fmla="*/ 29 w 22"/>
                <a:gd name="T3" fmla="*/ 19 h 11"/>
                <a:gd name="T4" fmla="*/ 0 w 22"/>
                <a:gd name="T5" fmla="*/ 40 h 11"/>
                <a:gd name="T6" fmla="*/ 36 w 22"/>
                <a:gd name="T7" fmla="*/ 12 h 11"/>
                <a:gd name="T8" fmla="*/ 60 w 22"/>
                <a:gd name="T9" fmla="*/ 0 h 11"/>
                <a:gd name="T10" fmla="*/ 82 w 22"/>
                <a:gd name="T11" fmla="*/ 0 h 1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11">
                  <a:moveTo>
                    <a:pt x="22" y="0"/>
                  </a:moveTo>
                  <a:cubicBezTo>
                    <a:pt x="18" y="2"/>
                    <a:pt x="13" y="2"/>
                    <a:pt x="8" y="5"/>
                  </a:cubicBezTo>
                  <a:cubicBezTo>
                    <a:pt x="5" y="7"/>
                    <a:pt x="3" y="9"/>
                    <a:pt x="0" y="11"/>
                  </a:cubicBezTo>
                  <a:cubicBezTo>
                    <a:pt x="4" y="10"/>
                    <a:pt x="6" y="5"/>
                    <a:pt x="10" y="3"/>
                  </a:cubicBezTo>
                  <a:cubicBezTo>
                    <a:pt x="11" y="2"/>
                    <a:pt x="13" y="1"/>
                    <a:pt x="16" y="0"/>
                  </a:cubicBezTo>
                  <a:cubicBezTo>
                    <a:pt x="17" y="0"/>
                    <a:pt x="20" y="0"/>
                    <a:pt x="22" y="0"/>
                  </a:cubicBezTo>
                </a:path>
              </a:pathLst>
            </a:custGeom>
            <a:solidFill>
              <a:srgbClr val="EFCA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312" name="Freeform 818">
              <a:extLst>
                <a:ext uri="{FF2B5EF4-FFF2-40B4-BE49-F238E27FC236}">
                  <a16:creationId xmlns:a16="http://schemas.microsoft.com/office/drawing/2014/main" id="{3D3B0135-8000-411E-B26E-3BAEE40EEE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0" y="926"/>
              <a:ext cx="17" cy="12"/>
            </a:xfrm>
            <a:custGeom>
              <a:avLst/>
              <a:gdLst>
                <a:gd name="T0" fmla="*/ 40 w 11"/>
                <a:gd name="T1" fmla="*/ 0 h 8"/>
                <a:gd name="T2" fmla="*/ 0 w 11"/>
                <a:gd name="T3" fmla="*/ 27 h 8"/>
                <a:gd name="T4" fmla="*/ 22 w 11"/>
                <a:gd name="T5" fmla="*/ 18 h 8"/>
                <a:gd name="T6" fmla="*/ 36 w 11"/>
                <a:gd name="T7" fmla="*/ 5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8">
                  <a:moveTo>
                    <a:pt x="11" y="0"/>
                  </a:moveTo>
                  <a:cubicBezTo>
                    <a:pt x="7" y="3"/>
                    <a:pt x="3" y="4"/>
                    <a:pt x="0" y="8"/>
                  </a:cubicBezTo>
                  <a:cubicBezTo>
                    <a:pt x="2" y="7"/>
                    <a:pt x="4" y="6"/>
                    <a:pt x="6" y="5"/>
                  </a:cubicBezTo>
                  <a:cubicBezTo>
                    <a:pt x="7" y="3"/>
                    <a:pt x="9" y="1"/>
                    <a:pt x="10" y="1"/>
                  </a:cubicBezTo>
                </a:path>
              </a:pathLst>
            </a:custGeom>
            <a:solidFill>
              <a:srgbClr val="EFCA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313" name="Freeform 819">
              <a:extLst>
                <a:ext uri="{FF2B5EF4-FFF2-40B4-BE49-F238E27FC236}">
                  <a16:creationId xmlns:a16="http://schemas.microsoft.com/office/drawing/2014/main" id="{1386BA92-72CC-49CD-9DBC-A17D9CC7C7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9" y="930"/>
              <a:ext cx="11" cy="14"/>
            </a:xfrm>
            <a:custGeom>
              <a:avLst/>
              <a:gdLst>
                <a:gd name="T0" fmla="*/ 27 w 7"/>
                <a:gd name="T1" fmla="*/ 0 h 9"/>
                <a:gd name="T2" fmla="*/ 0 w 7"/>
                <a:gd name="T3" fmla="*/ 34 h 9"/>
                <a:gd name="T4" fmla="*/ 27 w 7"/>
                <a:gd name="T5" fmla="*/ 5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9">
                  <a:moveTo>
                    <a:pt x="7" y="0"/>
                  </a:moveTo>
                  <a:cubicBezTo>
                    <a:pt x="5" y="3"/>
                    <a:pt x="2" y="5"/>
                    <a:pt x="0" y="9"/>
                  </a:cubicBezTo>
                  <a:cubicBezTo>
                    <a:pt x="3" y="8"/>
                    <a:pt x="6" y="4"/>
                    <a:pt x="7" y="1"/>
                  </a:cubicBezTo>
                </a:path>
              </a:pathLst>
            </a:custGeom>
            <a:solidFill>
              <a:srgbClr val="EFCA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314" name="Freeform 820">
              <a:extLst>
                <a:ext uri="{FF2B5EF4-FFF2-40B4-BE49-F238E27FC236}">
                  <a16:creationId xmlns:a16="http://schemas.microsoft.com/office/drawing/2014/main" id="{2DCC2467-EDCB-46C7-8CD1-96783C1B71F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4" y="935"/>
              <a:ext cx="38" cy="24"/>
            </a:xfrm>
            <a:custGeom>
              <a:avLst/>
              <a:gdLst>
                <a:gd name="T0" fmla="*/ 88 w 25"/>
                <a:gd name="T1" fmla="*/ 0 h 16"/>
                <a:gd name="T2" fmla="*/ 49 w 25"/>
                <a:gd name="T3" fmla="*/ 39 h 16"/>
                <a:gd name="T4" fmla="*/ 21 w 25"/>
                <a:gd name="T5" fmla="*/ 53 h 16"/>
                <a:gd name="T6" fmla="*/ 0 w 25"/>
                <a:gd name="T7" fmla="*/ 54 h 16"/>
                <a:gd name="T8" fmla="*/ 46 w 25"/>
                <a:gd name="T9" fmla="*/ 27 h 16"/>
                <a:gd name="T10" fmla="*/ 62 w 25"/>
                <a:gd name="T11" fmla="*/ 12 h 16"/>
                <a:gd name="T12" fmla="*/ 88 w 25"/>
                <a:gd name="T13" fmla="*/ 0 h 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" h="16">
                  <a:moveTo>
                    <a:pt x="25" y="0"/>
                  </a:moveTo>
                  <a:cubicBezTo>
                    <a:pt x="19" y="2"/>
                    <a:pt x="18" y="7"/>
                    <a:pt x="14" y="11"/>
                  </a:cubicBezTo>
                  <a:cubicBezTo>
                    <a:pt x="11" y="13"/>
                    <a:pt x="9" y="14"/>
                    <a:pt x="6" y="15"/>
                  </a:cubicBezTo>
                  <a:cubicBezTo>
                    <a:pt x="4" y="16"/>
                    <a:pt x="2" y="16"/>
                    <a:pt x="0" y="16"/>
                  </a:cubicBezTo>
                  <a:cubicBezTo>
                    <a:pt x="6" y="15"/>
                    <a:pt x="10" y="13"/>
                    <a:pt x="13" y="8"/>
                  </a:cubicBezTo>
                  <a:cubicBezTo>
                    <a:pt x="15" y="6"/>
                    <a:pt x="17" y="4"/>
                    <a:pt x="18" y="3"/>
                  </a:cubicBezTo>
                  <a:cubicBezTo>
                    <a:pt x="20" y="1"/>
                    <a:pt x="23" y="1"/>
                    <a:pt x="25" y="0"/>
                  </a:cubicBezTo>
                </a:path>
              </a:pathLst>
            </a:custGeom>
            <a:solidFill>
              <a:srgbClr val="EFCA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315" name="Freeform 821">
              <a:extLst>
                <a:ext uri="{FF2B5EF4-FFF2-40B4-BE49-F238E27FC236}">
                  <a16:creationId xmlns:a16="http://schemas.microsoft.com/office/drawing/2014/main" id="{B21F76C7-2FDC-4B8C-A36C-693B85521D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5" y="881"/>
              <a:ext cx="15" cy="28"/>
            </a:xfrm>
            <a:custGeom>
              <a:avLst/>
              <a:gdLst>
                <a:gd name="T0" fmla="*/ 0 w 10"/>
                <a:gd name="T1" fmla="*/ 68 h 18"/>
                <a:gd name="T2" fmla="*/ 21 w 10"/>
                <a:gd name="T3" fmla="*/ 39 h 18"/>
                <a:gd name="T4" fmla="*/ 27 w 10"/>
                <a:gd name="T5" fmla="*/ 19 h 18"/>
                <a:gd name="T6" fmla="*/ 32 w 10"/>
                <a:gd name="T7" fmla="*/ 0 h 18"/>
                <a:gd name="T8" fmla="*/ 32 w 10"/>
                <a:gd name="T9" fmla="*/ 22 h 18"/>
                <a:gd name="T10" fmla="*/ 26 w 10"/>
                <a:gd name="T11" fmla="*/ 39 h 18"/>
                <a:gd name="T12" fmla="*/ 0 w 10"/>
                <a:gd name="T13" fmla="*/ 62 h 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" h="18">
                  <a:moveTo>
                    <a:pt x="0" y="18"/>
                  </a:moveTo>
                  <a:cubicBezTo>
                    <a:pt x="3" y="17"/>
                    <a:pt x="4" y="13"/>
                    <a:pt x="6" y="10"/>
                  </a:cubicBezTo>
                  <a:cubicBezTo>
                    <a:pt x="6" y="8"/>
                    <a:pt x="8" y="7"/>
                    <a:pt x="8" y="5"/>
                  </a:cubicBezTo>
                  <a:cubicBezTo>
                    <a:pt x="9" y="4"/>
                    <a:pt x="9" y="2"/>
                    <a:pt x="9" y="0"/>
                  </a:cubicBezTo>
                  <a:cubicBezTo>
                    <a:pt x="9" y="2"/>
                    <a:pt x="10" y="4"/>
                    <a:pt x="9" y="6"/>
                  </a:cubicBezTo>
                  <a:cubicBezTo>
                    <a:pt x="9" y="9"/>
                    <a:pt x="9" y="8"/>
                    <a:pt x="7" y="10"/>
                  </a:cubicBezTo>
                  <a:cubicBezTo>
                    <a:pt x="5" y="13"/>
                    <a:pt x="4" y="16"/>
                    <a:pt x="0" y="17"/>
                  </a:cubicBezTo>
                </a:path>
              </a:pathLst>
            </a:custGeom>
            <a:solidFill>
              <a:srgbClr val="EFCA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316" name="Freeform 822">
              <a:extLst>
                <a:ext uri="{FF2B5EF4-FFF2-40B4-BE49-F238E27FC236}">
                  <a16:creationId xmlns:a16="http://schemas.microsoft.com/office/drawing/2014/main" id="{878E53F9-E438-4099-A558-22D57F703D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1" y="894"/>
              <a:ext cx="13" cy="12"/>
            </a:xfrm>
            <a:custGeom>
              <a:avLst/>
              <a:gdLst>
                <a:gd name="T0" fmla="*/ 0 w 8"/>
                <a:gd name="T1" fmla="*/ 27 h 8"/>
                <a:gd name="T2" fmla="*/ 13 w 8"/>
                <a:gd name="T3" fmla="*/ 14 h 8"/>
                <a:gd name="T4" fmla="*/ 34 w 8"/>
                <a:gd name="T5" fmla="*/ 0 h 8"/>
                <a:gd name="T6" fmla="*/ 5 w 8"/>
                <a:gd name="T7" fmla="*/ 27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8">
                  <a:moveTo>
                    <a:pt x="0" y="8"/>
                  </a:moveTo>
                  <a:cubicBezTo>
                    <a:pt x="2" y="7"/>
                    <a:pt x="2" y="5"/>
                    <a:pt x="3" y="4"/>
                  </a:cubicBezTo>
                  <a:cubicBezTo>
                    <a:pt x="5" y="3"/>
                    <a:pt x="7" y="3"/>
                    <a:pt x="8" y="0"/>
                  </a:cubicBezTo>
                  <a:cubicBezTo>
                    <a:pt x="7" y="5"/>
                    <a:pt x="2" y="5"/>
                    <a:pt x="1" y="8"/>
                  </a:cubicBezTo>
                </a:path>
              </a:pathLst>
            </a:custGeom>
            <a:solidFill>
              <a:srgbClr val="EFCA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317" name="Freeform 823">
              <a:extLst>
                <a:ext uri="{FF2B5EF4-FFF2-40B4-BE49-F238E27FC236}">
                  <a16:creationId xmlns:a16="http://schemas.microsoft.com/office/drawing/2014/main" id="{17441E83-1DAB-4D1B-9EBE-E1ACF1A3966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8" y="910"/>
              <a:ext cx="20" cy="22"/>
            </a:xfrm>
            <a:custGeom>
              <a:avLst/>
              <a:gdLst>
                <a:gd name="T0" fmla="*/ 0 w 13"/>
                <a:gd name="T1" fmla="*/ 22 h 14"/>
                <a:gd name="T2" fmla="*/ 14 w 13"/>
                <a:gd name="T3" fmla="*/ 20 h 14"/>
                <a:gd name="T4" fmla="*/ 28 w 13"/>
                <a:gd name="T5" fmla="*/ 20 h 14"/>
                <a:gd name="T6" fmla="*/ 40 w 13"/>
                <a:gd name="T7" fmla="*/ 8 h 14"/>
                <a:gd name="T8" fmla="*/ 48 w 13"/>
                <a:gd name="T9" fmla="*/ 0 h 14"/>
                <a:gd name="T10" fmla="*/ 43 w 13"/>
                <a:gd name="T11" fmla="*/ 13 h 14"/>
                <a:gd name="T12" fmla="*/ 48 w 13"/>
                <a:gd name="T13" fmla="*/ 14 h 14"/>
                <a:gd name="T14" fmla="*/ 48 w 13"/>
                <a:gd name="T15" fmla="*/ 22 h 14"/>
                <a:gd name="T16" fmla="*/ 48 w 13"/>
                <a:gd name="T17" fmla="*/ 39 h 14"/>
                <a:gd name="T18" fmla="*/ 35 w 13"/>
                <a:gd name="T19" fmla="*/ 55 h 14"/>
                <a:gd name="T20" fmla="*/ 43 w 13"/>
                <a:gd name="T21" fmla="*/ 35 h 14"/>
                <a:gd name="T22" fmla="*/ 28 w 13"/>
                <a:gd name="T23" fmla="*/ 31 h 14"/>
                <a:gd name="T24" fmla="*/ 12 w 13"/>
                <a:gd name="T25" fmla="*/ 27 h 14"/>
                <a:gd name="T26" fmla="*/ 0 w 13"/>
                <a:gd name="T27" fmla="*/ 22 h 14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3" h="14">
                  <a:moveTo>
                    <a:pt x="0" y="6"/>
                  </a:moveTo>
                  <a:cubicBezTo>
                    <a:pt x="1" y="5"/>
                    <a:pt x="3" y="6"/>
                    <a:pt x="4" y="5"/>
                  </a:cubicBezTo>
                  <a:cubicBezTo>
                    <a:pt x="5" y="5"/>
                    <a:pt x="7" y="5"/>
                    <a:pt x="8" y="5"/>
                  </a:cubicBezTo>
                  <a:cubicBezTo>
                    <a:pt x="9" y="4"/>
                    <a:pt x="10" y="3"/>
                    <a:pt x="11" y="2"/>
                  </a:cubicBezTo>
                  <a:cubicBezTo>
                    <a:pt x="11" y="1"/>
                    <a:pt x="12" y="1"/>
                    <a:pt x="13" y="0"/>
                  </a:cubicBezTo>
                  <a:cubicBezTo>
                    <a:pt x="12" y="1"/>
                    <a:pt x="12" y="2"/>
                    <a:pt x="12" y="3"/>
                  </a:cubicBezTo>
                  <a:cubicBezTo>
                    <a:pt x="12" y="3"/>
                    <a:pt x="13" y="4"/>
                    <a:pt x="13" y="4"/>
                  </a:cubicBezTo>
                  <a:cubicBezTo>
                    <a:pt x="13" y="5"/>
                    <a:pt x="13" y="5"/>
                    <a:pt x="13" y="6"/>
                  </a:cubicBezTo>
                  <a:cubicBezTo>
                    <a:pt x="13" y="8"/>
                    <a:pt x="13" y="9"/>
                    <a:pt x="13" y="10"/>
                  </a:cubicBezTo>
                  <a:cubicBezTo>
                    <a:pt x="12" y="12"/>
                    <a:pt x="11" y="13"/>
                    <a:pt x="10" y="14"/>
                  </a:cubicBezTo>
                  <a:cubicBezTo>
                    <a:pt x="11" y="13"/>
                    <a:pt x="13" y="10"/>
                    <a:pt x="12" y="9"/>
                  </a:cubicBezTo>
                  <a:cubicBezTo>
                    <a:pt x="11" y="8"/>
                    <a:pt x="9" y="8"/>
                    <a:pt x="8" y="8"/>
                  </a:cubicBezTo>
                  <a:cubicBezTo>
                    <a:pt x="6" y="8"/>
                    <a:pt x="5" y="8"/>
                    <a:pt x="3" y="7"/>
                  </a:cubicBezTo>
                  <a:cubicBezTo>
                    <a:pt x="2" y="7"/>
                    <a:pt x="1" y="6"/>
                    <a:pt x="0" y="6"/>
                  </a:cubicBezTo>
                </a:path>
              </a:pathLst>
            </a:custGeom>
            <a:solidFill>
              <a:srgbClr val="EFCA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318" name="Freeform 824">
              <a:extLst>
                <a:ext uri="{FF2B5EF4-FFF2-40B4-BE49-F238E27FC236}">
                  <a16:creationId xmlns:a16="http://schemas.microsoft.com/office/drawing/2014/main" id="{A7BFFFEE-0B9E-46D0-8B99-8375CD1DA5F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3" y="947"/>
              <a:ext cx="36" cy="6"/>
            </a:xfrm>
            <a:custGeom>
              <a:avLst/>
              <a:gdLst>
                <a:gd name="T0" fmla="*/ 81 w 24"/>
                <a:gd name="T1" fmla="*/ 0 h 4"/>
                <a:gd name="T2" fmla="*/ 39 w 24"/>
                <a:gd name="T3" fmla="*/ 8 h 4"/>
                <a:gd name="T4" fmla="*/ 0 w 24"/>
                <a:gd name="T5" fmla="*/ 8 h 4"/>
                <a:gd name="T6" fmla="*/ 26 w 24"/>
                <a:gd name="T7" fmla="*/ 8 h 4"/>
                <a:gd name="T8" fmla="*/ 45 w 24"/>
                <a:gd name="T9" fmla="*/ 12 h 4"/>
                <a:gd name="T10" fmla="*/ 80 w 24"/>
                <a:gd name="T11" fmla="*/ 5 h 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4">
                  <a:moveTo>
                    <a:pt x="24" y="0"/>
                  </a:moveTo>
                  <a:cubicBezTo>
                    <a:pt x="21" y="4"/>
                    <a:pt x="15" y="4"/>
                    <a:pt x="11" y="2"/>
                  </a:cubicBezTo>
                  <a:cubicBezTo>
                    <a:pt x="7" y="1"/>
                    <a:pt x="4" y="1"/>
                    <a:pt x="0" y="2"/>
                  </a:cubicBezTo>
                  <a:cubicBezTo>
                    <a:pt x="2" y="2"/>
                    <a:pt x="4" y="2"/>
                    <a:pt x="7" y="2"/>
                  </a:cubicBezTo>
                  <a:cubicBezTo>
                    <a:pt x="9" y="3"/>
                    <a:pt x="11" y="3"/>
                    <a:pt x="13" y="3"/>
                  </a:cubicBezTo>
                  <a:cubicBezTo>
                    <a:pt x="15" y="3"/>
                    <a:pt x="23" y="4"/>
                    <a:pt x="23" y="1"/>
                  </a:cubicBezTo>
                </a:path>
              </a:pathLst>
            </a:custGeom>
            <a:solidFill>
              <a:srgbClr val="EFCA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319" name="Freeform 825">
              <a:extLst>
                <a:ext uri="{FF2B5EF4-FFF2-40B4-BE49-F238E27FC236}">
                  <a16:creationId xmlns:a16="http://schemas.microsoft.com/office/drawing/2014/main" id="{12943347-23D2-4518-9C56-1A7B32A552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9" y="952"/>
              <a:ext cx="20" cy="6"/>
            </a:xfrm>
            <a:custGeom>
              <a:avLst/>
              <a:gdLst>
                <a:gd name="T0" fmla="*/ 48 w 13"/>
                <a:gd name="T1" fmla="*/ 0 h 4"/>
                <a:gd name="T2" fmla="*/ 26 w 13"/>
                <a:gd name="T3" fmla="*/ 8 h 4"/>
                <a:gd name="T4" fmla="*/ 0 w 13"/>
                <a:gd name="T5" fmla="*/ 14 h 4"/>
                <a:gd name="T6" fmla="*/ 28 w 13"/>
                <a:gd name="T7" fmla="*/ 12 h 4"/>
                <a:gd name="T8" fmla="*/ 43 w 13"/>
                <a:gd name="T9" fmla="*/ 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4">
                  <a:moveTo>
                    <a:pt x="13" y="0"/>
                  </a:moveTo>
                  <a:cubicBezTo>
                    <a:pt x="11" y="0"/>
                    <a:pt x="9" y="1"/>
                    <a:pt x="7" y="2"/>
                  </a:cubicBezTo>
                  <a:cubicBezTo>
                    <a:pt x="5" y="3"/>
                    <a:pt x="3" y="4"/>
                    <a:pt x="0" y="4"/>
                  </a:cubicBezTo>
                  <a:cubicBezTo>
                    <a:pt x="3" y="4"/>
                    <a:pt x="5" y="4"/>
                    <a:pt x="8" y="3"/>
                  </a:cubicBezTo>
                  <a:cubicBezTo>
                    <a:pt x="10" y="2"/>
                    <a:pt x="10" y="1"/>
                    <a:pt x="12" y="0"/>
                  </a:cubicBezTo>
                </a:path>
              </a:pathLst>
            </a:custGeom>
            <a:solidFill>
              <a:srgbClr val="EFCA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320" name="Freeform 826">
              <a:extLst>
                <a:ext uri="{FF2B5EF4-FFF2-40B4-BE49-F238E27FC236}">
                  <a16:creationId xmlns:a16="http://schemas.microsoft.com/office/drawing/2014/main" id="{057E4ADA-C56E-4B1B-A1FC-6D0B48C7A0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9" y="952"/>
              <a:ext cx="11" cy="4"/>
            </a:xfrm>
            <a:custGeom>
              <a:avLst/>
              <a:gdLst>
                <a:gd name="T0" fmla="*/ 27 w 7"/>
                <a:gd name="T1" fmla="*/ 0 h 3"/>
                <a:gd name="T2" fmla="*/ 27 w 7"/>
                <a:gd name="T3" fmla="*/ 0 h 3"/>
                <a:gd name="T4" fmla="*/ 14 w 7"/>
                <a:gd name="T5" fmla="*/ 1 h 3"/>
                <a:gd name="T6" fmla="*/ 0 w 7"/>
                <a:gd name="T7" fmla="*/ 7 h 3"/>
                <a:gd name="T8" fmla="*/ 13 w 7"/>
                <a:gd name="T9" fmla="*/ 1 h 3"/>
                <a:gd name="T10" fmla="*/ 22 w 7"/>
                <a:gd name="T11" fmla="*/ 0 h 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" h="3">
                  <a:moveTo>
                    <a:pt x="7" y="0"/>
                  </a:moveTo>
                  <a:cubicBezTo>
                    <a:pt x="7" y="0"/>
                    <a:pt x="7" y="0"/>
                    <a:pt x="7" y="0"/>
                  </a:cubicBezTo>
                  <a:cubicBezTo>
                    <a:pt x="6" y="1"/>
                    <a:pt x="5" y="1"/>
                    <a:pt x="4" y="1"/>
                  </a:cubicBezTo>
                  <a:cubicBezTo>
                    <a:pt x="3" y="2"/>
                    <a:pt x="1" y="2"/>
                    <a:pt x="0" y="3"/>
                  </a:cubicBezTo>
                  <a:cubicBezTo>
                    <a:pt x="1" y="2"/>
                    <a:pt x="2" y="1"/>
                    <a:pt x="3" y="1"/>
                  </a:cubicBezTo>
                  <a:cubicBezTo>
                    <a:pt x="4" y="1"/>
                    <a:pt x="6" y="1"/>
                    <a:pt x="6" y="0"/>
                  </a:cubicBezTo>
                </a:path>
              </a:pathLst>
            </a:custGeom>
            <a:solidFill>
              <a:srgbClr val="EFCA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321" name="Freeform 827">
              <a:extLst>
                <a:ext uri="{FF2B5EF4-FFF2-40B4-BE49-F238E27FC236}">
                  <a16:creationId xmlns:a16="http://schemas.microsoft.com/office/drawing/2014/main" id="{3B505D3D-4792-4253-BDA7-D3A96B7AAD5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2" y="790"/>
              <a:ext cx="42" cy="175"/>
            </a:xfrm>
            <a:custGeom>
              <a:avLst/>
              <a:gdLst>
                <a:gd name="T0" fmla="*/ 95 w 28"/>
                <a:gd name="T1" fmla="*/ 0 h 115"/>
                <a:gd name="T2" fmla="*/ 39 w 28"/>
                <a:gd name="T3" fmla="*/ 81 h 115"/>
                <a:gd name="T4" fmla="*/ 68 w 28"/>
                <a:gd name="T5" fmla="*/ 46 h 115"/>
                <a:gd name="T6" fmla="*/ 14 w 28"/>
                <a:gd name="T7" fmla="*/ 123 h 115"/>
                <a:gd name="T8" fmla="*/ 41 w 28"/>
                <a:gd name="T9" fmla="*/ 94 h 115"/>
                <a:gd name="T10" fmla="*/ 5 w 28"/>
                <a:gd name="T11" fmla="*/ 155 h 115"/>
                <a:gd name="T12" fmla="*/ 27 w 28"/>
                <a:gd name="T13" fmla="*/ 137 h 115"/>
                <a:gd name="T14" fmla="*/ 0 w 28"/>
                <a:gd name="T15" fmla="*/ 177 h 115"/>
                <a:gd name="T16" fmla="*/ 27 w 28"/>
                <a:gd name="T17" fmla="*/ 157 h 115"/>
                <a:gd name="T18" fmla="*/ 8 w 28"/>
                <a:gd name="T19" fmla="*/ 230 h 115"/>
                <a:gd name="T20" fmla="*/ 18 w 28"/>
                <a:gd name="T21" fmla="*/ 204 h 115"/>
                <a:gd name="T22" fmla="*/ 21 w 28"/>
                <a:gd name="T23" fmla="*/ 262 h 115"/>
                <a:gd name="T24" fmla="*/ 27 w 28"/>
                <a:gd name="T25" fmla="*/ 230 h 115"/>
                <a:gd name="T26" fmla="*/ 39 w 28"/>
                <a:gd name="T27" fmla="*/ 263 h 115"/>
                <a:gd name="T28" fmla="*/ 39 w 28"/>
                <a:gd name="T29" fmla="*/ 312 h 115"/>
                <a:gd name="T30" fmla="*/ 45 w 28"/>
                <a:gd name="T31" fmla="*/ 278 h 115"/>
                <a:gd name="T32" fmla="*/ 53 w 28"/>
                <a:gd name="T33" fmla="*/ 350 h 115"/>
                <a:gd name="T34" fmla="*/ 54 w 28"/>
                <a:gd name="T35" fmla="*/ 320 h 115"/>
                <a:gd name="T36" fmla="*/ 72 w 28"/>
                <a:gd name="T37" fmla="*/ 405 h 115"/>
                <a:gd name="T38" fmla="*/ 68 w 28"/>
                <a:gd name="T39" fmla="*/ 312 h 115"/>
                <a:gd name="T40" fmla="*/ 75 w 28"/>
                <a:gd name="T41" fmla="*/ 336 h 115"/>
                <a:gd name="T42" fmla="*/ 59 w 28"/>
                <a:gd name="T43" fmla="*/ 201 h 115"/>
                <a:gd name="T44" fmla="*/ 72 w 28"/>
                <a:gd name="T45" fmla="*/ 239 h 115"/>
                <a:gd name="T46" fmla="*/ 68 w 28"/>
                <a:gd name="T47" fmla="*/ 134 h 115"/>
                <a:gd name="T48" fmla="*/ 75 w 28"/>
                <a:gd name="T49" fmla="*/ 173 h 115"/>
                <a:gd name="T50" fmla="*/ 75 w 28"/>
                <a:gd name="T51" fmla="*/ 81 h 115"/>
                <a:gd name="T52" fmla="*/ 81 w 28"/>
                <a:gd name="T53" fmla="*/ 110 h 115"/>
                <a:gd name="T54" fmla="*/ 86 w 28"/>
                <a:gd name="T55" fmla="*/ 53 h 115"/>
                <a:gd name="T56" fmla="*/ 93 w 28"/>
                <a:gd name="T57" fmla="*/ 8 h 115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28" h="115">
                  <a:moveTo>
                    <a:pt x="28" y="0"/>
                  </a:moveTo>
                  <a:cubicBezTo>
                    <a:pt x="22" y="7"/>
                    <a:pt x="16" y="15"/>
                    <a:pt x="11" y="23"/>
                  </a:cubicBezTo>
                  <a:cubicBezTo>
                    <a:pt x="14" y="20"/>
                    <a:pt x="16" y="16"/>
                    <a:pt x="20" y="13"/>
                  </a:cubicBezTo>
                  <a:cubicBezTo>
                    <a:pt x="14" y="19"/>
                    <a:pt x="9" y="28"/>
                    <a:pt x="4" y="35"/>
                  </a:cubicBezTo>
                  <a:cubicBezTo>
                    <a:pt x="6" y="32"/>
                    <a:pt x="10" y="30"/>
                    <a:pt x="12" y="27"/>
                  </a:cubicBezTo>
                  <a:cubicBezTo>
                    <a:pt x="10" y="33"/>
                    <a:pt x="5" y="40"/>
                    <a:pt x="1" y="44"/>
                  </a:cubicBezTo>
                  <a:cubicBezTo>
                    <a:pt x="4" y="42"/>
                    <a:pt x="6" y="40"/>
                    <a:pt x="8" y="39"/>
                  </a:cubicBezTo>
                  <a:cubicBezTo>
                    <a:pt x="5" y="42"/>
                    <a:pt x="3" y="47"/>
                    <a:pt x="0" y="50"/>
                  </a:cubicBezTo>
                  <a:cubicBezTo>
                    <a:pt x="3" y="49"/>
                    <a:pt x="5" y="47"/>
                    <a:pt x="8" y="45"/>
                  </a:cubicBezTo>
                  <a:cubicBezTo>
                    <a:pt x="6" y="51"/>
                    <a:pt x="1" y="58"/>
                    <a:pt x="2" y="65"/>
                  </a:cubicBezTo>
                  <a:cubicBezTo>
                    <a:pt x="2" y="63"/>
                    <a:pt x="3" y="60"/>
                    <a:pt x="5" y="58"/>
                  </a:cubicBezTo>
                  <a:cubicBezTo>
                    <a:pt x="5" y="63"/>
                    <a:pt x="5" y="69"/>
                    <a:pt x="6" y="74"/>
                  </a:cubicBezTo>
                  <a:cubicBezTo>
                    <a:pt x="6" y="71"/>
                    <a:pt x="7" y="68"/>
                    <a:pt x="8" y="65"/>
                  </a:cubicBezTo>
                  <a:cubicBezTo>
                    <a:pt x="9" y="68"/>
                    <a:pt x="10" y="71"/>
                    <a:pt x="11" y="75"/>
                  </a:cubicBezTo>
                  <a:cubicBezTo>
                    <a:pt x="11" y="79"/>
                    <a:pt x="11" y="84"/>
                    <a:pt x="11" y="89"/>
                  </a:cubicBezTo>
                  <a:cubicBezTo>
                    <a:pt x="11" y="85"/>
                    <a:pt x="13" y="82"/>
                    <a:pt x="13" y="79"/>
                  </a:cubicBezTo>
                  <a:cubicBezTo>
                    <a:pt x="15" y="84"/>
                    <a:pt x="15" y="93"/>
                    <a:pt x="15" y="99"/>
                  </a:cubicBezTo>
                  <a:cubicBezTo>
                    <a:pt x="16" y="96"/>
                    <a:pt x="16" y="94"/>
                    <a:pt x="16" y="91"/>
                  </a:cubicBezTo>
                  <a:cubicBezTo>
                    <a:pt x="18" y="99"/>
                    <a:pt x="17" y="107"/>
                    <a:pt x="21" y="115"/>
                  </a:cubicBezTo>
                  <a:cubicBezTo>
                    <a:pt x="18" y="109"/>
                    <a:pt x="17" y="96"/>
                    <a:pt x="20" y="89"/>
                  </a:cubicBezTo>
                  <a:cubicBezTo>
                    <a:pt x="20" y="91"/>
                    <a:pt x="21" y="93"/>
                    <a:pt x="22" y="95"/>
                  </a:cubicBezTo>
                  <a:cubicBezTo>
                    <a:pt x="19" y="83"/>
                    <a:pt x="20" y="69"/>
                    <a:pt x="17" y="57"/>
                  </a:cubicBezTo>
                  <a:cubicBezTo>
                    <a:pt x="20" y="60"/>
                    <a:pt x="20" y="65"/>
                    <a:pt x="21" y="68"/>
                  </a:cubicBezTo>
                  <a:cubicBezTo>
                    <a:pt x="22" y="58"/>
                    <a:pt x="17" y="48"/>
                    <a:pt x="20" y="38"/>
                  </a:cubicBezTo>
                  <a:cubicBezTo>
                    <a:pt x="20" y="42"/>
                    <a:pt x="21" y="45"/>
                    <a:pt x="22" y="49"/>
                  </a:cubicBezTo>
                  <a:cubicBezTo>
                    <a:pt x="21" y="42"/>
                    <a:pt x="20" y="30"/>
                    <a:pt x="22" y="23"/>
                  </a:cubicBezTo>
                  <a:cubicBezTo>
                    <a:pt x="23" y="26"/>
                    <a:pt x="23" y="29"/>
                    <a:pt x="24" y="31"/>
                  </a:cubicBezTo>
                  <a:cubicBezTo>
                    <a:pt x="24" y="26"/>
                    <a:pt x="24" y="20"/>
                    <a:pt x="25" y="15"/>
                  </a:cubicBezTo>
                  <a:cubicBezTo>
                    <a:pt x="25" y="11"/>
                    <a:pt x="27" y="7"/>
                    <a:pt x="27" y="2"/>
                  </a:cubicBezTo>
                </a:path>
              </a:pathLst>
            </a:custGeom>
            <a:solidFill>
              <a:srgbClr val="E2E2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322" name="Freeform 828">
              <a:extLst>
                <a:ext uri="{FF2B5EF4-FFF2-40B4-BE49-F238E27FC236}">
                  <a16:creationId xmlns:a16="http://schemas.microsoft.com/office/drawing/2014/main" id="{22B24C02-4E39-40E4-8E2F-3B86A07CACF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2" y="790"/>
              <a:ext cx="42" cy="175"/>
            </a:xfrm>
            <a:custGeom>
              <a:avLst/>
              <a:gdLst>
                <a:gd name="T0" fmla="*/ 95 w 28"/>
                <a:gd name="T1" fmla="*/ 0 h 115"/>
                <a:gd name="T2" fmla="*/ 39 w 28"/>
                <a:gd name="T3" fmla="*/ 81 h 115"/>
                <a:gd name="T4" fmla="*/ 68 w 28"/>
                <a:gd name="T5" fmla="*/ 46 h 115"/>
                <a:gd name="T6" fmla="*/ 14 w 28"/>
                <a:gd name="T7" fmla="*/ 123 h 115"/>
                <a:gd name="T8" fmla="*/ 41 w 28"/>
                <a:gd name="T9" fmla="*/ 94 h 115"/>
                <a:gd name="T10" fmla="*/ 5 w 28"/>
                <a:gd name="T11" fmla="*/ 155 h 115"/>
                <a:gd name="T12" fmla="*/ 27 w 28"/>
                <a:gd name="T13" fmla="*/ 137 h 115"/>
                <a:gd name="T14" fmla="*/ 0 w 28"/>
                <a:gd name="T15" fmla="*/ 177 h 115"/>
                <a:gd name="T16" fmla="*/ 27 w 28"/>
                <a:gd name="T17" fmla="*/ 157 h 115"/>
                <a:gd name="T18" fmla="*/ 8 w 28"/>
                <a:gd name="T19" fmla="*/ 230 h 115"/>
                <a:gd name="T20" fmla="*/ 18 w 28"/>
                <a:gd name="T21" fmla="*/ 204 h 115"/>
                <a:gd name="T22" fmla="*/ 21 w 28"/>
                <a:gd name="T23" fmla="*/ 262 h 115"/>
                <a:gd name="T24" fmla="*/ 27 w 28"/>
                <a:gd name="T25" fmla="*/ 230 h 115"/>
                <a:gd name="T26" fmla="*/ 39 w 28"/>
                <a:gd name="T27" fmla="*/ 263 h 115"/>
                <a:gd name="T28" fmla="*/ 39 w 28"/>
                <a:gd name="T29" fmla="*/ 312 h 115"/>
                <a:gd name="T30" fmla="*/ 45 w 28"/>
                <a:gd name="T31" fmla="*/ 278 h 115"/>
                <a:gd name="T32" fmla="*/ 53 w 28"/>
                <a:gd name="T33" fmla="*/ 350 h 115"/>
                <a:gd name="T34" fmla="*/ 54 w 28"/>
                <a:gd name="T35" fmla="*/ 320 h 115"/>
                <a:gd name="T36" fmla="*/ 72 w 28"/>
                <a:gd name="T37" fmla="*/ 405 h 115"/>
                <a:gd name="T38" fmla="*/ 68 w 28"/>
                <a:gd name="T39" fmla="*/ 312 h 115"/>
                <a:gd name="T40" fmla="*/ 75 w 28"/>
                <a:gd name="T41" fmla="*/ 336 h 115"/>
                <a:gd name="T42" fmla="*/ 59 w 28"/>
                <a:gd name="T43" fmla="*/ 201 h 115"/>
                <a:gd name="T44" fmla="*/ 72 w 28"/>
                <a:gd name="T45" fmla="*/ 239 h 115"/>
                <a:gd name="T46" fmla="*/ 68 w 28"/>
                <a:gd name="T47" fmla="*/ 134 h 115"/>
                <a:gd name="T48" fmla="*/ 75 w 28"/>
                <a:gd name="T49" fmla="*/ 173 h 115"/>
                <a:gd name="T50" fmla="*/ 75 w 28"/>
                <a:gd name="T51" fmla="*/ 81 h 115"/>
                <a:gd name="T52" fmla="*/ 81 w 28"/>
                <a:gd name="T53" fmla="*/ 110 h 115"/>
                <a:gd name="T54" fmla="*/ 86 w 28"/>
                <a:gd name="T55" fmla="*/ 53 h 115"/>
                <a:gd name="T56" fmla="*/ 93 w 28"/>
                <a:gd name="T57" fmla="*/ 8 h 115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28" h="115">
                  <a:moveTo>
                    <a:pt x="28" y="0"/>
                  </a:moveTo>
                  <a:cubicBezTo>
                    <a:pt x="22" y="7"/>
                    <a:pt x="16" y="15"/>
                    <a:pt x="11" y="23"/>
                  </a:cubicBezTo>
                  <a:cubicBezTo>
                    <a:pt x="14" y="20"/>
                    <a:pt x="16" y="16"/>
                    <a:pt x="20" y="13"/>
                  </a:cubicBezTo>
                  <a:cubicBezTo>
                    <a:pt x="14" y="19"/>
                    <a:pt x="9" y="28"/>
                    <a:pt x="4" y="35"/>
                  </a:cubicBezTo>
                  <a:cubicBezTo>
                    <a:pt x="6" y="32"/>
                    <a:pt x="10" y="30"/>
                    <a:pt x="12" y="27"/>
                  </a:cubicBezTo>
                  <a:cubicBezTo>
                    <a:pt x="10" y="33"/>
                    <a:pt x="5" y="40"/>
                    <a:pt x="1" y="44"/>
                  </a:cubicBezTo>
                  <a:cubicBezTo>
                    <a:pt x="4" y="42"/>
                    <a:pt x="6" y="40"/>
                    <a:pt x="8" y="39"/>
                  </a:cubicBezTo>
                  <a:cubicBezTo>
                    <a:pt x="5" y="42"/>
                    <a:pt x="3" y="47"/>
                    <a:pt x="0" y="50"/>
                  </a:cubicBezTo>
                  <a:cubicBezTo>
                    <a:pt x="3" y="49"/>
                    <a:pt x="5" y="47"/>
                    <a:pt x="8" y="45"/>
                  </a:cubicBezTo>
                  <a:cubicBezTo>
                    <a:pt x="6" y="51"/>
                    <a:pt x="1" y="58"/>
                    <a:pt x="2" y="65"/>
                  </a:cubicBezTo>
                  <a:cubicBezTo>
                    <a:pt x="2" y="63"/>
                    <a:pt x="3" y="60"/>
                    <a:pt x="5" y="58"/>
                  </a:cubicBezTo>
                  <a:cubicBezTo>
                    <a:pt x="5" y="63"/>
                    <a:pt x="5" y="69"/>
                    <a:pt x="6" y="74"/>
                  </a:cubicBezTo>
                  <a:cubicBezTo>
                    <a:pt x="6" y="71"/>
                    <a:pt x="7" y="68"/>
                    <a:pt x="8" y="65"/>
                  </a:cubicBezTo>
                  <a:cubicBezTo>
                    <a:pt x="9" y="68"/>
                    <a:pt x="10" y="71"/>
                    <a:pt x="11" y="75"/>
                  </a:cubicBezTo>
                  <a:cubicBezTo>
                    <a:pt x="11" y="79"/>
                    <a:pt x="11" y="84"/>
                    <a:pt x="11" y="89"/>
                  </a:cubicBezTo>
                  <a:cubicBezTo>
                    <a:pt x="11" y="85"/>
                    <a:pt x="13" y="82"/>
                    <a:pt x="13" y="79"/>
                  </a:cubicBezTo>
                  <a:cubicBezTo>
                    <a:pt x="15" y="84"/>
                    <a:pt x="15" y="93"/>
                    <a:pt x="15" y="99"/>
                  </a:cubicBezTo>
                  <a:cubicBezTo>
                    <a:pt x="16" y="96"/>
                    <a:pt x="16" y="94"/>
                    <a:pt x="16" y="91"/>
                  </a:cubicBezTo>
                  <a:cubicBezTo>
                    <a:pt x="18" y="99"/>
                    <a:pt x="17" y="107"/>
                    <a:pt x="21" y="115"/>
                  </a:cubicBezTo>
                  <a:cubicBezTo>
                    <a:pt x="18" y="109"/>
                    <a:pt x="17" y="96"/>
                    <a:pt x="20" y="89"/>
                  </a:cubicBezTo>
                  <a:cubicBezTo>
                    <a:pt x="20" y="91"/>
                    <a:pt x="21" y="93"/>
                    <a:pt x="22" y="95"/>
                  </a:cubicBezTo>
                  <a:cubicBezTo>
                    <a:pt x="19" y="83"/>
                    <a:pt x="20" y="69"/>
                    <a:pt x="17" y="57"/>
                  </a:cubicBezTo>
                  <a:cubicBezTo>
                    <a:pt x="20" y="60"/>
                    <a:pt x="20" y="65"/>
                    <a:pt x="21" y="68"/>
                  </a:cubicBezTo>
                  <a:cubicBezTo>
                    <a:pt x="22" y="58"/>
                    <a:pt x="17" y="48"/>
                    <a:pt x="20" y="38"/>
                  </a:cubicBezTo>
                  <a:cubicBezTo>
                    <a:pt x="20" y="42"/>
                    <a:pt x="21" y="45"/>
                    <a:pt x="22" y="49"/>
                  </a:cubicBezTo>
                  <a:cubicBezTo>
                    <a:pt x="21" y="42"/>
                    <a:pt x="20" y="30"/>
                    <a:pt x="22" y="23"/>
                  </a:cubicBezTo>
                  <a:cubicBezTo>
                    <a:pt x="23" y="26"/>
                    <a:pt x="23" y="29"/>
                    <a:pt x="24" y="31"/>
                  </a:cubicBezTo>
                  <a:cubicBezTo>
                    <a:pt x="24" y="26"/>
                    <a:pt x="24" y="20"/>
                    <a:pt x="25" y="15"/>
                  </a:cubicBezTo>
                  <a:cubicBezTo>
                    <a:pt x="25" y="11"/>
                    <a:pt x="27" y="7"/>
                    <a:pt x="27" y="2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323" name="Freeform 829">
              <a:extLst>
                <a:ext uri="{FF2B5EF4-FFF2-40B4-BE49-F238E27FC236}">
                  <a16:creationId xmlns:a16="http://schemas.microsoft.com/office/drawing/2014/main" id="{B68C810A-18D5-4707-8BC9-2CF1497CF3F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2" y="831"/>
              <a:ext cx="19" cy="84"/>
            </a:xfrm>
            <a:custGeom>
              <a:avLst/>
              <a:gdLst>
                <a:gd name="T0" fmla="*/ 35 w 12"/>
                <a:gd name="T1" fmla="*/ 0 h 55"/>
                <a:gd name="T2" fmla="*/ 21 w 12"/>
                <a:gd name="T3" fmla="*/ 27 h 55"/>
                <a:gd name="T4" fmla="*/ 0 w 12"/>
                <a:gd name="T5" fmla="*/ 67 h 55"/>
                <a:gd name="T6" fmla="*/ 25 w 12"/>
                <a:gd name="T7" fmla="*/ 41 h 55"/>
                <a:gd name="T8" fmla="*/ 8 w 12"/>
                <a:gd name="T9" fmla="*/ 87 h 55"/>
                <a:gd name="T10" fmla="*/ 25 w 12"/>
                <a:gd name="T11" fmla="*/ 72 h 55"/>
                <a:gd name="T12" fmla="*/ 8 w 12"/>
                <a:gd name="T13" fmla="*/ 116 h 55"/>
                <a:gd name="T14" fmla="*/ 16 w 12"/>
                <a:gd name="T15" fmla="*/ 102 h 55"/>
                <a:gd name="T16" fmla="*/ 21 w 12"/>
                <a:gd name="T17" fmla="*/ 136 h 55"/>
                <a:gd name="T18" fmla="*/ 25 w 12"/>
                <a:gd name="T19" fmla="*/ 116 h 55"/>
                <a:gd name="T20" fmla="*/ 48 w 12"/>
                <a:gd name="T21" fmla="*/ 195 h 55"/>
                <a:gd name="T22" fmla="*/ 40 w 12"/>
                <a:gd name="T23" fmla="*/ 72 h 55"/>
                <a:gd name="T24" fmla="*/ 43 w 12"/>
                <a:gd name="T25" fmla="*/ 81 h 55"/>
                <a:gd name="T26" fmla="*/ 35 w 12"/>
                <a:gd name="T27" fmla="*/ 8 h 55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2" h="55">
                  <a:moveTo>
                    <a:pt x="9" y="0"/>
                  </a:moveTo>
                  <a:cubicBezTo>
                    <a:pt x="8" y="3"/>
                    <a:pt x="6" y="6"/>
                    <a:pt x="5" y="8"/>
                  </a:cubicBezTo>
                  <a:cubicBezTo>
                    <a:pt x="3" y="12"/>
                    <a:pt x="3" y="16"/>
                    <a:pt x="0" y="19"/>
                  </a:cubicBezTo>
                  <a:cubicBezTo>
                    <a:pt x="3" y="17"/>
                    <a:pt x="3" y="13"/>
                    <a:pt x="6" y="12"/>
                  </a:cubicBezTo>
                  <a:cubicBezTo>
                    <a:pt x="6" y="16"/>
                    <a:pt x="3" y="20"/>
                    <a:pt x="2" y="24"/>
                  </a:cubicBezTo>
                  <a:cubicBezTo>
                    <a:pt x="3" y="23"/>
                    <a:pt x="4" y="21"/>
                    <a:pt x="6" y="20"/>
                  </a:cubicBezTo>
                  <a:cubicBezTo>
                    <a:pt x="4" y="24"/>
                    <a:pt x="2" y="29"/>
                    <a:pt x="2" y="33"/>
                  </a:cubicBezTo>
                  <a:cubicBezTo>
                    <a:pt x="2" y="32"/>
                    <a:pt x="3" y="30"/>
                    <a:pt x="4" y="29"/>
                  </a:cubicBezTo>
                  <a:cubicBezTo>
                    <a:pt x="4" y="32"/>
                    <a:pt x="4" y="35"/>
                    <a:pt x="5" y="38"/>
                  </a:cubicBezTo>
                  <a:cubicBezTo>
                    <a:pt x="5" y="36"/>
                    <a:pt x="5" y="35"/>
                    <a:pt x="6" y="33"/>
                  </a:cubicBezTo>
                  <a:cubicBezTo>
                    <a:pt x="7" y="40"/>
                    <a:pt x="8" y="48"/>
                    <a:pt x="12" y="55"/>
                  </a:cubicBezTo>
                  <a:cubicBezTo>
                    <a:pt x="8" y="45"/>
                    <a:pt x="9" y="31"/>
                    <a:pt x="10" y="20"/>
                  </a:cubicBezTo>
                  <a:cubicBezTo>
                    <a:pt x="10" y="21"/>
                    <a:pt x="11" y="22"/>
                    <a:pt x="11" y="23"/>
                  </a:cubicBezTo>
                  <a:cubicBezTo>
                    <a:pt x="7" y="18"/>
                    <a:pt x="8" y="8"/>
                    <a:pt x="9" y="2"/>
                  </a:cubicBezTo>
                </a:path>
              </a:pathLst>
            </a:custGeom>
            <a:solidFill>
              <a:srgbClr val="EDEF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324" name="Freeform 830">
              <a:extLst>
                <a:ext uri="{FF2B5EF4-FFF2-40B4-BE49-F238E27FC236}">
                  <a16:creationId xmlns:a16="http://schemas.microsoft.com/office/drawing/2014/main" id="{CB960B85-D462-46DC-8534-7D93266DAD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9" y="796"/>
              <a:ext cx="47" cy="159"/>
            </a:xfrm>
            <a:custGeom>
              <a:avLst/>
              <a:gdLst>
                <a:gd name="T0" fmla="*/ 0 w 31"/>
                <a:gd name="T1" fmla="*/ 0 h 104"/>
                <a:gd name="T2" fmla="*/ 76 w 31"/>
                <a:gd name="T3" fmla="*/ 102 h 104"/>
                <a:gd name="T4" fmla="*/ 55 w 31"/>
                <a:gd name="T5" fmla="*/ 80 h 104"/>
                <a:gd name="T6" fmla="*/ 97 w 31"/>
                <a:gd name="T7" fmla="*/ 156 h 104"/>
                <a:gd name="T8" fmla="*/ 68 w 31"/>
                <a:gd name="T9" fmla="*/ 136 h 104"/>
                <a:gd name="T10" fmla="*/ 89 w 31"/>
                <a:gd name="T11" fmla="*/ 177 h 104"/>
                <a:gd name="T12" fmla="*/ 108 w 31"/>
                <a:gd name="T13" fmla="*/ 229 h 104"/>
                <a:gd name="T14" fmla="*/ 80 w 31"/>
                <a:gd name="T15" fmla="*/ 196 h 104"/>
                <a:gd name="T16" fmla="*/ 80 w 31"/>
                <a:gd name="T17" fmla="*/ 283 h 104"/>
                <a:gd name="T18" fmla="*/ 74 w 31"/>
                <a:gd name="T19" fmla="*/ 264 h 104"/>
                <a:gd name="T20" fmla="*/ 67 w 31"/>
                <a:gd name="T21" fmla="*/ 315 h 104"/>
                <a:gd name="T22" fmla="*/ 59 w 31"/>
                <a:gd name="T23" fmla="*/ 261 h 104"/>
                <a:gd name="T24" fmla="*/ 49 w 31"/>
                <a:gd name="T25" fmla="*/ 372 h 104"/>
                <a:gd name="T26" fmla="*/ 45 w 31"/>
                <a:gd name="T27" fmla="*/ 336 h 104"/>
                <a:gd name="T28" fmla="*/ 35 w 31"/>
                <a:gd name="T29" fmla="*/ 367 h 104"/>
                <a:gd name="T30" fmla="*/ 32 w 31"/>
                <a:gd name="T31" fmla="*/ 346 h 104"/>
                <a:gd name="T32" fmla="*/ 26 w 31"/>
                <a:gd name="T33" fmla="*/ 367 h 104"/>
                <a:gd name="T34" fmla="*/ 39 w 31"/>
                <a:gd name="T35" fmla="*/ 300 h 104"/>
                <a:gd name="T36" fmla="*/ 45 w 31"/>
                <a:gd name="T37" fmla="*/ 235 h 104"/>
                <a:gd name="T38" fmla="*/ 26 w 31"/>
                <a:gd name="T39" fmla="*/ 275 h 104"/>
                <a:gd name="T40" fmla="*/ 39 w 31"/>
                <a:gd name="T41" fmla="*/ 176 h 104"/>
                <a:gd name="T42" fmla="*/ 32 w 31"/>
                <a:gd name="T43" fmla="*/ 200 h 104"/>
                <a:gd name="T44" fmla="*/ 32 w 31"/>
                <a:gd name="T45" fmla="*/ 101 h 104"/>
                <a:gd name="T46" fmla="*/ 21 w 31"/>
                <a:gd name="T47" fmla="*/ 150 h 104"/>
                <a:gd name="T48" fmla="*/ 21 w 31"/>
                <a:gd name="T49" fmla="*/ 67 h 104"/>
                <a:gd name="T50" fmla="*/ 12 w 31"/>
                <a:gd name="T51" fmla="*/ 28 h 104"/>
                <a:gd name="T52" fmla="*/ 5 w 31"/>
                <a:gd name="T53" fmla="*/ 8 h 104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31" h="104">
                  <a:moveTo>
                    <a:pt x="0" y="0"/>
                  </a:moveTo>
                  <a:cubicBezTo>
                    <a:pt x="8" y="9"/>
                    <a:pt x="20" y="16"/>
                    <a:pt x="22" y="29"/>
                  </a:cubicBezTo>
                  <a:cubicBezTo>
                    <a:pt x="20" y="27"/>
                    <a:pt x="18" y="24"/>
                    <a:pt x="16" y="22"/>
                  </a:cubicBezTo>
                  <a:cubicBezTo>
                    <a:pt x="20" y="30"/>
                    <a:pt x="23" y="37"/>
                    <a:pt x="28" y="44"/>
                  </a:cubicBezTo>
                  <a:cubicBezTo>
                    <a:pt x="26" y="42"/>
                    <a:pt x="22" y="40"/>
                    <a:pt x="20" y="38"/>
                  </a:cubicBezTo>
                  <a:cubicBezTo>
                    <a:pt x="23" y="42"/>
                    <a:pt x="25" y="45"/>
                    <a:pt x="26" y="50"/>
                  </a:cubicBezTo>
                  <a:cubicBezTo>
                    <a:pt x="27" y="55"/>
                    <a:pt x="30" y="60"/>
                    <a:pt x="31" y="64"/>
                  </a:cubicBezTo>
                  <a:cubicBezTo>
                    <a:pt x="29" y="61"/>
                    <a:pt x="25" y="59"/>
                    <a:pt x="23" y="55"/>
                  </a:cubicBezTo>
                  <a:cubicBezTo>
                    <a:pt x="22" y="63"/>
                    <a:pt x="24" y="71"/>
                    <a:pt x="23" y="79"/>
                  </a:cubicBezTo>
                  <a:cubicBezTo>
                    <a:pt x="22" y="78"/>
                    <a:pt x="22" y="76"/>
                    <a:pt x="21" y="74"/>
                  </a:cubicBezTo>
                  <a:cubicBezTo>
                    <a:pt x="19" y="78"/>
                    <a:pt x="20" y="83"/>
                    <a:pt x="19" y="88"/>
                  </a:cubicBezTo>
                  <a:cubicBezTo>
                    <a:pt x="17" y="83"/>
                    <a:pt x="19" y="77"/>
                    <a:pt x="17" y="73"/>
                  </a:cubicBezTo>
                  <a:cubicBezTo>
                    <a:pt x="17" y="83"/>
                    <a:pt x="14" y="93"/>
                    <a:pt x="14" y="104"/>
                  </a:cubicBezTo>
                  <a:cubicBezTo>
                    <a:pt x="13" y="100"/>
                    <a:pt x="14" y="97"/>
                    <a:pt x="13" y="94"/>
                  </a:cubicBezTo>
                  <a:cubicBezTo>
                    <a:pt x="12" y="96"/>
                    <a:pt x="11" y="100"/>
                    <a:pt x="10" y="103"/>
                  </a:cubicBezTo>
                  <a:cubicBezTo>
                    <a:pt x="9" y="101"/>
                    <a:pt x="9" y="99"/>
                    <a:pt x="9" y="97"/>
                  </a:cubicBezTo>
                  <a:cubicBezTo>
                    <a:pt x="9" y="99"/>
                    <a:pt x="8" y="101"/>
                    <a:pt x="7" y="103"/>
                  </a:cubicBezTo>
                  <a:cubicBezTo>
                    <a:pt x="7" y="96"/>
                    <a:pt x="10" y="90"/>
                    <a:pt x="11" y="84"/>
                  </a:cubicBezTo>
                  <a:cubicBezTo>
                    <a:pt x="12" y="78"/>
                    <a:pt x="12" y="72"/>
                    <a:pt x="13" y="66"/>
                  </a:cubicBezTo>
                  <a:cubicBezTo>
                    <a:pt x="12" y="70"/>
                    <a:pt x="10" y="74"/>
                    <a:pt x="7" y="77"/>
                  </a:cubicBezTo>
                  <a:cubicBezTo>
                    <a:pt x="11" y="69"/>
                    <a:pt x="11" y="58"/>
                    <a:pt x="11" y="49"/>
                  </a:cubicBezTo>
                  <a:cubicBezTo>
                    <a:pt x="10" y="51"/>
                    <a:pt x="10" y="54"/>
                    <a:pt x="9" y="56"/>
                  </a:cubicBezTo>
                  <a:cubicBezTo>
                    <a:pt x="8" y="47"/>
                    <a:pt x="11" y="37"/>
                    <a:pt x="9" y="28"/>
                  </a:cubicBezTo>
                  <a:cubicBezTo>
                    <a:pt x="8" y="33"/>
                    <a:pt x="8" y="38"/>
                    <a:pt x="6" y="42"/>
                  </a:cubicBezTo>
                  <a:cubicBezTo>
                    <a:pt x="5" y="34"/>
                    <a:pt x="8" y="26"/>
                    <a:pt x="6" y="19"/>
                  </a:cubicBezTo>
                  <a:cubicBezTo>
                    <a:pt x="5" y="15"/>
                    <a:pt x="4" y="12"/>
                    <a:pt x="3" y="8"/>
                  </a:cubicBezTo>
                  <a:cubicBezTo>
                    <a:pt x="3" y="6"/>
                    <a:pt x="1" y="4"/>
                    <a:pt x="1" y="2"/>
                  </a:cubicBezTo>
                </a:path>
              </a:pathLst>
            </a:custGeom>
            <a:solidFill>
              <a:srgbClr val="EDEF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325" name="Freeform 831">
              <a:extLst>
                <a:ext uri="{FF2B5EF4-FFF2-40B4-BE49-F238E27FC236}">
                  <a16:creationId xmlns:a16="http://schemas.microsoft.com/office/drawing/2014/main" id="{6EED70AC-7C25-4F50-B654-8A05EEEF458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9" y="796"/>
              <a:ext cx="47" cy="159"/>
            </a:xfrm>
            <a:custGeom>
              <a:avLst/>
              <a:gdLst>
                <a:gd name="T0" fmla="*/ 0 w 31"/>
                <a:gd name="T1" fmla="*/ 0 h 104"/>
                <a:gd name="T2" fmla="*/ 76 w 31"/>
                <a:gd name="T3" fmla="*/ 102 h 104"/>
                <a:gd name="T4" fmla="*/ 55 w 31"/>
                <a:gd name="T5" fmla="*/ 80 h 104"/>
                <a:gd name="T6" fmla="*/ 97 w 31"/>
                <a:gd name="T7" fmla="*/ 156 h 104"/>
                <a:gd name="T8" fmla="*/ 68 w 31"/>
                <a:gd name="T9" fmla="*/ 136 h 104"/>
                <a:gd name="T10" fmla="*/ 89 w 31"/>
                <a:gd name="T11" fmla="*/ 177 h 104"/>
                <a:gd name="T12" fmla="*/ 108 w 31"/>
                <a:gd name="T13" fmla="*/ 229 h 104"/>
                <a:gd name="T14" fmla="*/ 80 w 31"/>
                <a:gd name="T15" fmla="*/ 196 h 104"/>
                <a:gd name="T16" fmla="*/ 80 w 31"/>
                <a:gd name="T17" fmla="*/ 283 h 104"/>
                <a:gd name="T18" fmla="*/ 74 w 31"/>
                <a:gd name="T19" fmla="*/ 264 h 104"/>
                <a:gd name="T20" fmla="*/ 67 w 31"/>
                <a:gd name="T21" fmla="*/ 315 h 104"/>
                <a:gd name="T22" fmla="*/ 59 w 31"/>
                <a:gd name="T23" fmla="*/ 261 h 104"/>
                <a:gd name="T24" fmla="*/ 49 w 31"/>
                <a:gd name="T25" fmla="*/ 372 h 104"/>
                <a:gd name="T26" fmla="*/ 45 w 31"/>
                <a:gd name="T27" fmla="*/ 336 h 104"/>
                <a:gd name="T28" fmla="*/ 35 w 31"/>
                <a:gd name="T29" fmla="*/ 367 h 104"/>
                <a:gd name="T30" fmla="*/ 32 w 31"/>
                <a:gd name="T31" fmla="*/ 346 h 104"/>
                <a:gd name="T32" fmla="*/ 26 w 31"/>
                <a:gd name="T33" fmla="*/ 367 h 104"/>
                <a:gd name="T34" fmla="*/ 39 w 31"/>
                <a:gd name="T35" fmla="*/ 300 h 104"/>
                <a:gd name="T36" fmla="*/ 45 w 31"/>
                <a:gd name="T37" fmla="*/ 235 h 104"/>
                <a:gd name="T38" fmla="*/ 26 w 31"/>
                <a:gd name="T39" fmla="*/ 275 h 104"/>
                <a:gd name="T40" fmla="*/ 39 w 31"/>
                <a:gd name="T41" fmla="*/ 176 h 104"/>
                <a:gd name="T42" fmla="*/ 32 w 31"/>
                <a:gd name="T43" fmla="*/ 200 h 104"/>
                <a:gd name="T44" fmla="*/ 32 w 31"/>
                <a:gd name="T45" fmla="*/ 101 h 104"/>
                <a:gd name="T46" fmla="*/ 21 w 31"/>
                <a:gd name="T47" fmla="*/ 150 h 104"/>
                <a:gd name="T48" fmla="*/ 21 w 31"/>
                <a:gd name="T49" fmla="*/ 67 h 104"/>
                <a:gd name="T50" fmla="*/ 12 w 31"/>
                <a:gd name="T51" fmla="*/ 28 h 104"/>
                <a:gd name="T52" fmla="*/ 5 w 31"/>
                <a:gd name="T53" fmla="*/ 8 h 104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31" h="104">
                  <a:moveTo>
                    <a:pt x="0" y="0"/>
                  </a:moveTo>
                  <a:cubicBezTo>
                    <a:pt x="8" y="9"/>
                    <a:pt x="20" y="16"/>
                    <a:pt x="22" y="29"/>
                  </a:cubicBezTo>
                  <a:cubicBezTo>
                    <a:pt x="20" y="27"/>
                    <a:pt x="18" y="24"/>
                    <a:pt x="16" y="22"/>
                  </a:cubicBezTo>
                  <a:cubicBezTo>
                    <a:pt x="20" y="30"/>
                    <a:pt x="23" y="37"/>
                    <a:pt x="28" y="44"/>
                  </a:cubicBezTo>
                  <a:cubicBezTo>
                    <a:pt x="26" y="42"/>
                    <a:pt x="22" y="40"/>
                    <a:pt x="20" y="38"/>
                  </a:cubicBezTo>
                  <a:cubicBezTo>
                    <a:pt x="23" y="42"/>
                    <a:pt x="25" y="45"/>
                    <a:pt x="26" y="50"/>
                  </a:cubicBezTo>
                  <a:cubicBezTo>
                    <a:pt x="27" y="55"/>
                    <a:pt x="30" y="60"/>
                    <a:pt x="31" y="64"/>
                  </a:cubicBezTo>
                  <a:cubicBezTo>
                    <a:pt x="29" y="61"/>
                    <a:pt x="25" y="59"/>
                    <a:pt x="23" y="55"/>
                  </a:cubicBezTo>
                  <a:cubicBezTo>
                    <a:pt x="22" y="63"/>
                    <a:pt x="24" y="71"/>
                    <a:pt x="23" y="79"/>
                  </a:cubicBezTo>
                  <a:cubicBezTo>
                    <a:pt x="22" y="78"/>
                    <a:pt x="22" y="76"/>
                    <a:pt x="21" y="74"/>
                  </a:cubicBezTo>
                  <a:cubicBezTo>
                    <a:pt x="19" y="78"/>
                    <a:pt x="20" y="83"/>
                    <a:pt x="19" y="88"/>
                  </a:cubicBezTo>
                  <a:cubicBezTo>
                    <a:pt x="17" y="83"/>
                    <a:pt x="19" y="77"/>
                    <a:pt x="17" y="73"/>
                  </a:cubicBezTo>
                  <a:cubicBezTo>
                    <a:pt x="17" y="83"/>
                    <a:pt x="14" y="93"/>
                    <a:pt x="14" y="104"/>
                  </a:cubicBezTo>
                  <a:cubicBezTo>
                    <a:pt x="13" y="100"/>
                    <a:pt x="14" y="97"/>
                    <a:pt x="13" y="94"/>
                  </a:cubicBezTo>
                  <a:cubicBezTo>
                    <a:pt x="12" y="96"/>
                    <a:pt x="11" y="100"/>
                    <a:pt x="10" y="103"/>
                  </a:cubicBezTo>
                  <a:cubicBezTo>
                    <a:pt x="9" y="101"/>
                    <a:pt x="9" y="99"/>
                    <a:pt x="9" y="97"/>
                  </a:cubicBezTo>
                  <a:cubicBezTo>
                    <a:pt x="9" y="99"/>
                    <a:pt x="8" y="101"/>
                    <a:pt x="7" y="103"/>
                  </a:cubicBezTo>
                  <a:cubicBezTo>
                    <a:pt x="7" y="96"/>
                    <a:pt x="10" y="90"/>
                    <a:pt x="11" y="84"/>
                  </a:cubicBezTo>
                  <a:cubicBezTo>
                    <a:pt x="12" y="78"/>
                    <a:pt x="12" y="72"/>
                    <a:pt x="13" y="66"/>
                  </a:cubicBezTo>
                  <a:cubicBezTo>
                    <a:pt x="12" y="70"/>
                    <a:pt x="10" y="74"/>
                    <a:pt x="7" y="77"/>
                  </a:cubicBezTo>
                  <a:cubicBezTo>
                    <a:pt x="11" y="69"/>
                    <a:pt x="11" y="58"/>
                    <a:pt x="11" y="49"/>
                  </a:cubicBezTo>
                  <a:cubicBezTo>
                    <a:pt x="10" y="51"/>
                    <a:pt x="10" y="54"/>
                    <a:pt x="9" y="56"/>
                  </a:cubicBezTo>
                  <a:cubicBezTo>
                    <a:pt x="8" y="47"/>
                    <a:pt x="11" y="37"/>
                    <a:pt x="9" y="28"/>
                  </a:cubicBezTo>
                  <a:cubicBezTo>
                    <a:pt x="8" y="33"/>
                    <a:pt x="8" y="38"/>
                    <a:pt x="6" y="42"/>
                  </a:cubicBezTo>
                  <a:cubicBezTo>
                    <a:pt x="5" y="34"/>
                    <a:pt x="8" y="26"/>
                    <a:pt x="6" y="19"/>
                  </a:cubicBezTo>
                  <a:cubicBezTo>
                    <a:pt x="5" y="15"/>
                    <a:pt x="4" y="12"/>
                    <a:pt x="3" y="8"/>
                  </a:cubicBezTo>
                  <a:cubicBezTo>
                    <a:pt x="3" y="6"/>
                    <a:pt x="1" y="4"/>
                    <a:pt x="1" y="2"/>
                  </a:cubicBezTo>
                </a:path>
              </a:pathLst>
            </a:custGeom>
            <a:solidFill>
              <a:srgbClr val="E2E2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326" name="Freeform 832">
              <a:extLst>
                <a:ext uri="{FF2B5EF4-FFF2-40B4-BE49-F238E27FC236}">
                  <a16:creationId xmlns:a16="http://schemas.microsoft.com/office/drawing/2014/main" id="{AA97FC70-7DF8-4762-9D8F-90EB9A8E44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9" y="796"/>
              <a:ext cx="47" cy="159"/>
            </a:xfrm>
            <a:custGeom>
              <a:avLst/>
              <a:gdLst>
                <a:gd name="T0" fmla="*/ 0 w 31"/>
                <a:gd name="T1" fmla="*/ 0 h 104"/>
                <a:gd name="T2" fmla="*/ 76 w 31"/>
                <a:gd name="T3" fmla="*/ 102 h 104"/>
                <a:gd name="T4" fmla="*/ 55 w 31"/>
                <a:gd name="T5" fmla="*/ 80 h 104"/>
                <a:gd name="T6" fmla="*/ 97 w 31"/>
                <a:gd name="T7" fmla="*/ 156 h 104"/>
                <a:gd name="T8" fmla="*/ 68 w 31"/>
                <a:gd name="T9" fmla="*/ 136 h 104"/>
                <a:gd name="T10" fmla="*/ 89 w 31"/>
                <a:gd name="T11" fmla="*/ 177 h 104"/>
                <a:gd name="T12" fmla="*/ 108 w 31"/>
                <a:gd name="T13" fmla="*/ 229 h 104"/>
                <a:gd name="T14" fmla="*/ 80 w 31"/>
                <a:gd name="T15" fmla="*/ 196 h 104"/>
                <a:gd name="T16" fmla="*/ 80 w 31"/>
                <a:gd name="T17" fmla="*/ 283 h 104"/>
                <a:gd name="T18" fmla="*/ 74 w 31"/>
                <a:gd name="T19" fmla="*/ 264 h 104"/>
                <a:gd name="T20" fmla="*/ 67 w 31"/>
                <a:gd name="T21" fmla="*/ 315 h 104"/>
                <a:gd name="T22" fmla="*/ 59 w 31"/>
                <a:gd name="T23" fmla="*/ 261 h 104"/>
                <a:gd name="T24" fmla="*/ 49 w 31"/>
                <a:gd name="T25" fmla="*/ 372 h 104"/>
                <a:gd name="T26" fmla="*/ 45 w 31"/>
                <a:gd name="T27" fmla="*/ 336 h 104"/>
                <a:gd name="T28" fmla="*/ 35 w 31"/>
                <a:gd name="T29" fmla="*/ 367 h 104"/>
                <a:gd name="T30" fmla="*/ 32 w 31"/>
                <a:gd name="T31" fmla="*/ 346 h 104"/>
                <a:gd name="T32" fmla="*/ 26 w 31"/>
                <a:gd name="T33" fmla="*/ 367 h 104"/>
                <a:gd name="T34" fmla="*/ 39 w 31"/>
                <a:gd name="T35" fmla="*/ 300 h 104"/>
                <a:gd name="T36" fmla="*/ 45 w 31"/>
                <a:gd name="T37" fmla="*/ 235 h 104"/>
                <a:gd name="T38" fmla="*/ 26 w 31"/>
                <a:gd name="T39" fmla="*/ 275 h 104"/>
                <a:gd name="T40" fmla="*/ 39 w 31"/>
                <a:gd name="T41" fmla="*/ 176 h 104"/>
                <a:gd name="T42" fmla="*/ 32 w 31"/>
                <a:gd name="T43" fmla="*/ 200 h 104"/>
                <a:gd name="T44" fmla="*/ 32 w 31"/>
                <a:gd name="T45" fmla="*/ 101 h 104"/>
                <a:gd name="T46" fmla="*/ 21 w 31"/>
                <a:gd name="T47" fmla="*/ 150 h 104"/>
                <a:gd name="T48" fmla="*/ 21 w 31"/>
                <a:gd name="T49" fmla="*/ 67 h 104"/>
                <a:gd name="T50" fmla="*/ 12 w 31"/>
                <a:gd name="T51" fmla="*/ 28 h 104"/>
                <a:gd name="T52" fmla="*/ 5 w 31"/>
                <a:gd name="T53" fmla="*/ 8 h 104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31" h="104">
                  <a:moveTo>
                    <a:pt x="0" y="0"/>
                  </a:moveTo>
                  <a:cubicBezTo>
                    <a:pt x="8" y="9"/>
                    <a:pt x="20" y="16"/>
                    <a:pt x="22" y="29"/>
                  </a:cubicBezTo>
                  <a:cubicBezTo>
                    <a:pt x="20" y="27"/>
                    <a:pt x="18" y="24"/>
                    <a:pt x="16" y="22"/>
                  </a:cubicBezTo>
                  <a:cubicBezTo>
                    <a:pt x="20" y="30"/>
                    <a:pt x="23" y="37"/>
                    <a:pt x="28" y="44"/>
                  </a:cubicBezTo>
                  <a:cubicBezTo>
                    <a:pt x="26" y="42"/>
                    <a:pt x="22" y="40"/>
                    <a:pt x="20" y="38"/>
                  </a:cubicBezTo>
                  <a:cubicBezTo>
                    <a:pt x="23" y="42"/>
                    <a:pt x="25" y="45"/>
                    <a:pt x="26" y="50"/>
                  </a:cubicBezTo>
                  <a:cubicBezTo>
                    <a:pt x="27" y="55"/>
                    <a:pt x="30" y="60"/>
                    <a:pt x="31" y="64"/>
                  </a:cubicBezTo>
                  <a:cubicBezTo>
                    <a:pt x="29" y="61"/>
                    <a:pt x="25" y="59"/>
                    <a:pt x="23" y="55"/>
                  </a:cubicBezTo>
                  <a:cubicBezTo>
                    <a:pt x="22" y="63"/>
                    <a:pt x="24" y="71"/>
                    <a:pt x="23" y="79"/>
                  </a:cubicBezTo>
                  <a:cubicBezTo>
                    <a:pt x="22" y="78"/>
                    <a:pt x="22" y="76"/>
                    <a:pt x="21" y="74"/>
                  </a:cubicBezTo>
                  <a:cubicBezTo>
                    <a:pt x="19" y="78"/>
                    <a:pt x="20" y="83"/>
                    <a:pt x="19" y="88"/>
                  </a:cubicBezTo>
                  <a:cubicBezTo>
                    <a:pt x="17" y="83"/>
                    <a:pt x="19" y="77"/>
                    <a:pt x="17" y="73"/>
                  </a:cubicBezTo>
                  <a:cubicBezTo>
                    <a:pt x="17" y="83"/>
                    <a:pt x="14" y="93"/>
                    <a:pt x="14" y="104"/>
                  </a:cubicBezTo>
                  <a:cubicBezTo>
                    <a:pt x="13" y="100"/>
                    <a:pt x="14" y="97"/>
                    <a:pt x="13" y="94"/>
                  </a:cubicBezTo>
                  <a:cubicBezTo>
                    <a:pt x="12" y="96"/>
                    <a:pt x="11" y="100"/>
                    <a:pt x="10" y="103"/>
                  </a:cubicBezTo>
                  <a:cubicBezTo>
                    <a:pt x="9" y="101"/>
                    <a:pt x="9" y="99"/>
                    <a:pt x="9" y="97"/>
                  </a:cubicBezTo>
                  <a:cubicBezTo>
                    <a:pt x="9" y="99"/>
                    <a:pt x="8" y="101"/>
                    <a:pt x="7" y="103"/>
                  </a:cubicBezTo>
                  <a:cubicBezTo>
                    <a:pt x="7" y="96"/>
                    <a:pt x="10" y="90"/>
                    <a:pt x="11" y="84"/>
                  </a:cubicBezTo>
                  <a:cubicBezTo>
                    <a:pt x="12" y="78"/>
                    <a:pt x="12" y="72"/>
                    <a:pt x="13" y="66"/>
                  </a:cubicBezTo>
                  <a:cubicBezTo>
                    <a:pt x="12" y="70"/>
                    <a:pt x="10" y="74"/>
                    <a:pt x="7" y="77"/>
                  </a:cubicBezTo>
                  <a:cubicBezTo>
                    <a:pt x="11" y="69"/>
                    <a:pt x="11" y="58"/>
                    <a:pt x="11" y="49"/>
                  </a:cubicBezTo>
                  <a:cubicBezTo>
                    <a:pt x="10" y="51"/>
                    <a:pt x="10" y="54"/>
                    <a:pt x="9" y="56"/>
                  </a:cubicBezTo>
                  <a:cubicBezTo>
                    <a:pt x="8" y="47"/>
                    <a:pt x="11" y="37"/>
                    <a:pt x="9" y="28"/>
                  </a:cubicBezTo>
                  <a:cubicBezTo>
                    <a:pt x="8" y="33"/>
                    <a:pt x="8" y="38"/>
                    <a:pt x="6" y="42"/>
                  </a:cubicBezTo>
                  <a:cubicBezTo>
                    <a:pt x="5" y="34"/>
                    <a:pt x="8" y="26"/>
                    <a:pt x="6" y="19"/>
                  </a:cubicBezTo>
                  <a:cubicBezTo>
                    <a:pt x="5" y="15"/>
                    <a:pt x="4" y="12"/>
                    <a:pt x="3" y="8"/>
                  </a:cubicBezTo>
                  <a:cubicBezTo>
                    <a:pt x="3" y="6"/>
                    <a:pt x="1" y="4"/>
                    <a:pt x="1" y="2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327" name="Freeform 833">
              <a:extLst>
                <a:ext uri="{FF2B5EF4-FFF2-40B4-BE49-F238E27FC236}">
                  <a16:creationId xmlns:a16="http://schemas.microsoft.com/office/drawing/2014/main" id="{EAA2E8B7-9127-444B-808C-2E56FB806D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1" y="818"/>
              <a:ext cx="20" cy="89"/>
            </a:xfrm>
            <a:custGeom>
              <a:avLst/>
              <a:gdLst>
                <a:gd name="T0" fmla="*/ 0 w 13"/>
                <a:gd name="T1" fmla="*/ 0 h 59"/>
                <a:gd name="T2" fmla="*/ 5 w 13"/>
                <a:gd name="T3" fmla="*/ 35 h 59"/>
                <a:gd name="T4" fmla="*/ 12 w 13"/>
                <a:gd name="T5" fmla="*/ 26 h 59"/>
                <a:gd name="T6" fmla="*/ 18 w 13"/>
                <a:gd name="T7" fmla="*/ 94 h 59"/>
                <a:gd name="T8" fmla="*/ 26 w 13"/>
                <a:gd name="T9" fmla="*/ 72 h 59"/>
                <a:gd name="T10" fmla="*/ 26 w 13"/>
                <a:gd name="T11" fmla="*/ 113 h 59"/>
                <a:gd name="T12" fmla="*/ 28 w 13"/>
                <a:gd name="T13" fmla="*/ 107 h 59"/>
                <a:gd name="T14" fmla="*/ 34 w 13"/>
                <a:gd name="T15" fmla="*/ 148 h 59"/>
                <a:gd name="T16" fmla="*/ 34 w 13"/>
                <a:gd name="T17" fmla="*/ 143 h 59"/>
                <a:gd name="T18" fmla="*/ 34 w 13"/>
                <a:gd name="T19" fmla="*/ 202 h 59"/>
                <a:gd name="T20" fmla="*/ 43 w 13"/>
                <a:gd name="T21" fmla="*/ 122 h 59"/>
                <a:gd name="T22" fmla="*/ 48 w 13"/>
                <a:gd name="T23" fmla="*/ 134 h 59"/>
                <a:gd name="T24" fmla="*/ 34 w 13"/>
                <a:gd name="T25" fmla="*/ 81 h 59"/>
                <a:gd name="T26" fmla="*/ 28 w 13"/>
                <a:gd name="T27" fmla="*/ 53 h 59"/>
                <a:gd name="T28" fmla="*/ 22 w 13"/>
                <a:gd name="T29" fmla="*/ 21 h 59"/>
                <a:gd name="T30" fmla="*/ 5 w 13"/>
                <a:gd name="T31" fmla="*/ 0 h 5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3" h="59">
                  <a:moveTo>
                    <a:pt x="0" y="0"/>
                  </a:moveTo>
                  <a:cubicBezTo>
                    <a:pt x="1" y="3"/>
                    <a:pt x="1" y="7"/>
                    <a:pt x="1" y="10"/>
                  </a:cubicBezTo>
                  <a:cubicBezTo>
                    <a:pt x="2" y="8"/>
                    <a:pt x="2" y="8"/>
                    <a:pt x="3" y="7"/>
                  </a:cubicBezTo>
                  <a:cubicBezTo>
                    <a:pt x="3" y="13"/>
                    <a:pt x="5" y="20"/>
                    <a:pt x="5" y="27"/>
                  </a:cubicBezTo>
                  <a:cubicBezTo>
                    <a:pt x="5" y="25"/>
                    <a:pt x="6" y="23"/>
                    <a:pt x="7" y="21"/>
                  </a:cubicBezTo>
                  <a:cubicBezTo>
                    <a:pt x="7" y="25"/>
                    <a:pt x="7" y="29"/>
                    <a:pt x="7" y="33"/>
                  </a:cubicBezTo>
                  <a:cubicBezTo>
                    <a:pt x="7" y="32"/>
                    <a:pt x="7" y="31"/>
                    <a:pt x="8" y="31"/>
                  </a:cubicBezTo>
                  <a:cubicBezTo>
                    <a:pt x="10" y="32"/>
                    <a:pt x="9" y="40"/>
                    <a:pt x="9" y="43"/>
                  </a:cubicBezTo>
                  <a:cubicBezTo>
                    <a:pt x="9" y="43"/>
                    <a:pt x="9" y="43"/>
                    <a:pt x="9" y="42"/>
                  </a:cubicBezTo>
                  <a:cubicBezTo>
                    <a:pt x="10" y="46"/>
                    <a:pt x="10" y="55"/>
                    <a:pt x="9" y="59"/>
                  </a:cubicBezTo>
                  <a:cubicBezTo>
                    <a:pt x="12" y="52"/>
                    <a:pt x="12" y="44"/>
                    <a:pt x="12" y="36"/>
                  </a:cubicBezTo>
                  <a:cubicBezTo>
                    <a:pt x="12" y="37"/>
                    <a:pt x="13" y="38"/>
                    <a:pt x="13" y="39"/>
                  </a:cubicBezTo>
                  <a:cubicBezTo>
                    <a:pt x="13" y="34"/>
                    <a:pt x="11" y="29"/>
                    <a:pt x="9" y="24"/>
                  </a:cubicBezTo>
                  <a:cubicBezTo>
                    <a:pt x="8" y="21"/>
                    <a:pt x="9" y="18"/>
                    <a:pt x="8" y="15"/>
                  </a:cubicBezTo>
                  <a:cubicBezTo>
                    <a:pt x="7" y="12"/>
                    <a:pt x="7" y="10"/>
                    <a:pt x="6" y="6"/>
                  </a:cubicBezTo>
                  <a:cubicBezTo>
                    <a:pt x="6" y="2"/>
                    <a:pt x="3" y="3"/>
                    <a:pt x="1" y="0"/>
                  </a:cubicBezTo>
                </a:path>
              </a:pathLst>
            </a:custGeom>
            <a:solidFill>
              <a:srgbClr val="EDEF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328" name="Freeform 834">
              <a:extLst>
                <a:ext uri="{FF2B5EF4-FFF2-40B4-BE49-F238E27FC236}">
                  <a16:creationId xmlns:a16="http://schemas.microsoft.com/office/drawing/2014/main" id="{C578A571-11AF-4717-81B0-3838669641D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6" y="930"/>
              <a:ext cx="47" cy="18"/>
            </a:xfrm>
            <a:custGeom>
              <a:avLst/>
              <a:gdLst>
                <a:gd name="T0" fmla="*/ 108 w 31"/>
                <a:gd name="T1" fmla="*/ 8 h 12"/>
                <a:gd name="T2" fmla="*/ 68 w 31"/>
                <a:gd name="T3" fmla="*/ 35 h 12"/>
                <a:gd name="T4" fmla="*/ 45 w 31"/>
                <a:gd name="T5" fmla="*/ 39 h 12"/>
                <a:gd name="T6" fmla="*/ 18 w 31"/>
                <a:gd name="T7" fmla="*/ 35 h 12"/>
                <a:gd name="T8" fmla="*/ 5 w 31"/>
                <a:gd name="T9" fmla="*/ 21 h 12"/>
                <a:gd name="T10" fmla="*/ 14 w 31"/>
                <a:gd name="T11" fmla="*/ 0 h 12"/>
                <a:gd name="T12" fmla="*/ 27 w 31"/>
                <a:gd name="T13" fmla="*/ 5 h 12"/>
                <a:gd name="T14" fmla="*/ 49 w 31"/>
                <a:gd name="T15" fmla="*/ 12 h 12"/>
                <a:gd name="T16" fmla="*/ 76 w 31"/>
                <a:gd name="T17" fmla="*/ 12 h 12"/>
                <a:gd name="T18" fmla="*/ 103 w 31"/>
                <a:gd name="T19" fmla="*/ 8 h 1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1" h="12">
                  <a:moveTo>
                    <a:pt x="31" y="2"/>
                  </a:moveTo>
                  <a:cubicBezTo>
                    <a:pt x="25" y="2"/>
                    <a:pt x="24" y="8"/>
                    <a:pt x="20" y="10"/>
                  </a:cubicBezTo>
                  <a:cubicBezTo>
                    <a:pt x="18" y="12"/>
                    <a:pt x="15" y="11"/>
                    <a:pt x="13" y="11"/>
                  </a:cubicBezTo>
                  <a:cubicBezTo>
                    <a:pt x="10" y="10"/>
                    <a:pt x="8" y="10"/>
                    <a:pt x="5" y="10"/>
                  </a:cubicBezTo>
                  <a:cubicBezTo>
                    <a:pt x="2" y="10"/>
                    <a:pt x="0" y="9"/>
                    <a:pt x="1" y="6"/>
                  </a:cubicBezTo>
                  <a:cubicBezTo>
                    <a:pt x="2" y="4"/>
                    <a:pt x="1" y="0"/>
                    <a:pt x="4" y="0"/>
                  </a:cubicBezTo>
                  <a:cubicBezTo>
                    <a:pt x="5" y="0"/>
                    <a:pt x="7" y="1"/>
                    <a:pt x="8" y="1"/>
                  </a:cubicBezTo>
                  <a:cubicBezTo>
                    <a:pt x="10" y="2"/>
                    <a:pt x="12" y="2"/>
                    <a:pt x="14" y="3"/>
                  </a:cubicBezTo>
                  <a:cubicBezTo>
                    <a:pt x="17" y="3"/>
                    <a:pt x="20" y="3"/>
                    <a:pt x="22" y="3"/>
                  </a:cubicBezTo>
                  <a:cubicBezTo>
                    <a:pt x="25" y="3"/>
                    <a:pt x="28" y="3"/>
                    <a:pt x="30" y="2"/>
                  </a:cubicBezTo>
                </a:path>
              </a:pathLst>
            </a:custGeom>
            <a:solidFill>
              <a:srgbClr val="F9EC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329" name="Freeform 835">
              <a:extLst>
                <a:ext uri="{FF2B5EF4-FFF2-40B4-BE49-F238E27FC236}">
                  <a16:creationId xmlns:a16="http://schemas.microsoft.com/office/drawing/2014/main" id="{1547F241-DCBB-4874-99F2-AC3982DC2E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4" y="930"/>
              <a:ext cx="51" cy="17"/>
            </a:xfrm>
            <a:custGeom>
              <a:avLst/>
              <a:gdLst>
                <a:gd name="T0" fmla="*/ 0 w 33"/>
                <a:gd name="T1" fmla="*/ 8 h 11"/>
                <a:gd name="T2" fmla="*/ 29 w 33"/>
                <a:gd name="T3" fmla="*/ 29 h 11"/>
                <a:gd name="T4" fmla="*/ 60 w 33"/>
                <a:gd name="T5" fmla="*/ 40 h 11"/>
                <a:gd name="T6" fmla="*/ 122 w 33"/>
                <a:gd name="T7" fmla="*/ 34 h 11"/>
                <a:gd name="T8" fmla="*/ 108 w 33"/>
                <a:gd name="T9" fmla="*/ 8 h 11"/>
                <a:gd name="T10" fmla="*/ 70 w 33"/>
                <a:gd name="T11" fmla="*/ 5 h 11"/>
                <a:gd name="T12" fmla="*/ 14 w 33"/>
                <a:gd name="T13" fmla="*/ 8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3" h="11">
                  <a:moveTo>
                    <a:pt x="0" y="2"/>
                  </a:moveTo>
                  <a:cubicBezTo>
                    <a:pt x="3" y="2"/>
                    <a:pt x="6" y="6"/>
                    <a:pt x="8" y="8"/>
                  </a:cubicBezTo>
                  <a:cubicBezTo>
                    <a:pt x="11" y="11"/>
                    <a:pt x="13" y="11"/>
                    <a:pt x="16" y="11"/>
                  </a:cubicBezTo>
                  <a:cubicBezTo>
                    <a:pt x="22" y="11"/>
                    <a:pt x="27" y="9"/>
                    <a:pt x="33" y="9"/>
                  </a:cubicBezTo>
                  <a:cubicBezTo>
                    <a:pt x="32" y="7"/>
                    <a:pt x="30" y="3"/>
                    <a:pt x="29" y="2"/>
                  </a:cubicBezTo>
                  <a:cubicBezTo>
                    <a:pt x="27" y="0"/>
                    <a:pt x="22" y="0"/>
                    <a:pt x="19" y="1"/>
                  </a:cubicBezTo>
                  <a:cubicBezTo>
                    <a:pt x="14" y="1"/>
                    <a:pt x="8" y="5"/>
                    <a:pt x="4" y="2"/>
                  </a:cubicBezTo>
                </a:path>
              </a:pathLst>
            </a:custGeom>
            <a:solidFill>
              <a:srgbClr val="F9EC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330" name="Freeform 836">
              <a:extLst>
                <a:ext uri="{FF2B5EF4-FFF2-40B4-BE49-F238E27FC236}">
                  <a16:creationId xmlns:a16="http://schemas.microsoft.com/office/drawing/2014/main" id="{4EB25D07-0887-4D58-BC55-47292C821E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7" y="865"/>
              <a:ext cx="9" cy="35"/>
            </a:xfrm>
            <a:custGeom>
              <a:avLst/>
              <a:gdLst>
                <a:gd name="T0" fmla="*/ 21 w 6"/>
                <a:gd name="T1" fmla="*/ 81 h 23"/>
                <a:gd name="T2" fmla="*/ 8 w 6"/>
                <a:gd name="T3" fmla="*/ 49 h 23"/>
                <a:gd name="T4" fmla="*/ 5 w 6"/>
                <a:gd name="T5" fmla="*/ 0 h 23"/>
                <a:gd name="T6" fmla="*/ 12 w 6"/>
                <a:gd name="T7" fmla="*/ 41 h 23"/>
                <a:gd name="T8" fmla="*/ 21 w 6"/>
                <a:gd name="T9" fmla="*/ 75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23">
                  <a:moveTo>
                    <a:pt x="6" y="23"/>
                  </a:moveTo>
                  <a:cubicBezTo>
                    <a:pt x="5" y="19"/>
                    <a:pt x="3" y="18"/>
                    <a:pt x="2" y="14"/>
                  </a:cubicBezTo>
                  <a:cubicBezTo>
                    <a:pt x="0" y="10"/>
                    <a:pt x="0" y="4"/>
                    <a:pt x="1" y="0"/>
                  </a:cubicBezTo>
                  <a:cubicBezTo>
                    <a:pt x="2" y="3"/>
                    <a:pt x="3" y="8"/>
                    <a:pt x="3" y="12"/>
                  </a:cubicBezTo>
                  <a:cubicBezTo>
                    <a:pt x="4" y="15"/>
                    <a:pt x="6" y="18"/>
                    <a:pt x="6" y="21"/>
                  </a:cubicBezTo>
                </a:path>
              </a:pathLst>
            </a:custGeom>
            <a:solidFill>
              <a:srgbClr val="F9EC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331" name="Freeform 837">
              <a:extLst>
                <a:ext uri="{FF2B5EF4-FFF2-40B4-BE49-F238E27FC236}">
                  <a16:creationId xmlns:a16="http://schemas.microsoft.com/office/drawing/2014/main" id="{017EA8CB-0654-4078-AA8D-87A739B5D29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8" y="863"/>
              <a:ext cx="11" cy="35"/>
            </a:xfrm>
            <a:custGeom>
              <a:avLst/>
              <a:gdLst>
                <a:gd name="T0" fmla="*/ 0 w 7"/>
                <a:gd name="T1" fmla="*/ 81 h 23"/>
                <a:gd name="T2" fmla="*/ 20 w 7"/>
                <a:gd name="T3" fmla="*/ 46 h 23"/>
                <a:gd name="T4" fmla="*/ 27 w 7"/>
                <a:gd name="T5" fmla="*/ 0 h 23"/>
                <a:gd name="T6" fmla="*/ 14 w 7"/>
                <a:gd name="T7" fmla="*/ 46 h 23"/>
                <a:gd name="T8" fmla="*/ 5 w 7"/>
                <a:gd name="T9" fmla="*/ 75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23">
                  <a:moveTo>
                    <a:pt x="0" y="23"/>
                  </a:moveTo>
                  <a:cubicBezTo>
                    <a:pt x="3" y="21"/>
                    <a:pt x="5" y="16"/>
                    <a:pt x="5" y="13"/>
                  </a:cubicBezTo>
                  <a:cubicBezTo>
                    <a:pt x="5" y="8"/>
                    <a:pt x="6" y="4"/>
                    <a:pt x="7" y="0"/>
                  </a:cubicBezTo>
                  <a:cubicBezTo>
                    <a:pt x="5" y="4"/>
                    <a:pt x="4" y="9"/>
                    <a:pt x="4" y="13"/>
                  </a:cubicBezTo>
                  <a:cubicBezTo>
                    <a:pt x="3" y="16"/>
                    <a:pt x="3" y="19"/>
                    <a:pt x="1" y="21"/>
                  </a:cubicBezTo>
                </a:path>
              </a:pathLst>
            </a:custGeom>
            <a:solidFill>
              <a:srgbClr val="F9EC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332" name="Freeform 838">
              <a:extLst>
                <a:ext uri="{FF2B5EF4-FFF2-40B4-BE49-F238E27FC236}">
                  <a16:creationId xmlns:a16="http://schemas.microsoft.com/office/drawing/2014/main" id="{F9A94096-90C4-4268-AE5E-7D37F16839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9" y="971"/>
              <a:ext cx="15" cy="35"/>
            </a:xfrm>
            <a:custGeom>
              <a:avLst/>
              <a:gdLst>
                <a:gd name="T0" fmla="*/ 27 w 10"/>
                <a:gd name="T1" fmla="*/ 76 h 23"/>
                <a:gd name="T2" fmla="*/ 18 w 10"/>
                <a:gd name="T3" fmla="*/ 0 h 23"/>
                <a:gd name="T4" fmla="*/ 21 w 10"/>
                <a:gd name="T5" fmla="*/ 40 h 23"/>
                <a:gd name="T6" fmla="*/ 27 w 10"/>
                <a:gd name="T7" fmla="*/ 62 h 23"/>
                <a:gd name="T8" fmla="*/ 35 w 10"/>
                <a:gd name="T9" fmla="*/ 76 h 23"/>
                <a:gd name="T10" fmla="*/ 32 w 10"/>
                <a:gd name="T11" fmla="*/ 81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" h="23">
                  <a:moveTo>
                    <a:pt x="8" y="22"/>
                  </a:moveTo>
                  <a:cubicBezTo>
                    <a:pt x="0" y="20"/>
                    <a:pt x="0" y="4"/>
                    <a:pt x="5" y="0"/>
                  </a:cubicBezTo>
                  <a:cubicBezTo>
                    <a:pt x="7" y="3"/>
                    <a:pt x="6" y="8"/>
                    <a:pt x="6" y="11"/>
                  </a:cubicBezTo>
                  <a:cubicBezTo>
                    <a:pt x="6" y="13"/>
                    <a:pt x="7" y="16"/>
                    <a:pt x="8" y="18"/>
                  </a:cubicBezTo>
                  <a:cubicBezTo>
                    <a:pt x="8" y="19"/>
                    <a:pt x="10" y="21"/>
                    <a:pt x="10" y="22"/>
                  </a:cubicBezTo>
                  <a:cubicBezTo>
                    <a:pt x="10" y="23"/>
                    <a:pt x="9" y="23"/>
                    <a:pt x="9" y="23"/>
                  </a:cubicBezTo>
                </a:path>
              </a:pathLst>
            </a:custGeom>
            <a:solidFill>
              <a:srgbClr val="F9EC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333" name="Freeform 839">
              <a:extLst>
                <a:ext uri="{FF2B5EF4-FFF2-40B4-BE49-F238E27FC236}">
                  <a16:creationId xmlns:a16="http://schemas.microsoft.com/office/drawing/2014/main" id="{6A4F8548-93CA-4EE2-8FC7-FDE33BF007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7" y="801"/>
              <a:ext cx="95" cy="9"/>
            </a:xfrm>
            <a:custGeom>
              <a:avLst/>
              <a:gdLst>
                <a:gd name="T0" fmla="*/ 0 w 62"/>
                <a:gd name="T1" fmla="*/ 18 h 6"/>
                <a:gd name="T2" fmla="*/ 43 w 62"/>
                <a:gd name="T3" fmla="*/ 8 h 6"/>
                <a:gd name="T4" fmla="*/ 83 w 62"/>
                <a:gd name="T5" fmla="*/ 5 h 6"/>
                <a:gd name="T6" fmla="*/ 149 w 62"/>
                <a:gd name="T7" fmla="*/ 12 h 6"/>
                <a:gd name="T8" fmla="*/ 224 w 62"/>
                <a:gd name="T9" fmla="*/ 12 h 6"/>
                <a:gd name="T10" fmla="*/ 113 w 62"/>
                <a:gd name="T11" fmla="*/ 12 h 6"/>
                <a:gd name="T12" fmla="*/ 61 w 62"/>
                <a:gd name="T13" fmla="*/ 5 h 6"/>
                <a:gd name="T14" fmla="*/ 32 w 62"/>
                <a:gd name="T15" fmla="*/ 8 h 6"/>
                <a:gd name="T16" fmla="*/ 8 w 62"/>
                <a:gd name="T17" fmla="*/ 14 h 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2" h="6">
                  <a:moveTo>
                    <a:pt x="0" y="5"/>
                  </a:moveTo>
                  <a:cubicBezTo>
                    <a:pt x="4" y="3"/>
                    <a:pt x="8" y="3"/>
                    <a:pt x="12" y="2"/>
                  </a:cubicBezTo>
                  <a:cubicBezTo>
                    <a:pt x="16" y="1"/>
                    <a:pt x="19" y="0"/>
                    <a:pt x="23" y="1"/>
                  </a:cubicBezTo>
                  <a:cubicBezTo>
                    <a:pt x="29" y="2"/>
                    <a:pt x="35" y="3"/>
                    <a:pt x="41" y="3"/>
                  </a:cubicBezTo>
                  <a:cubicBezTo>
                    <a:pt x="48" y="4"/>
                    <a:pt x="55" y="2"/>
                    <a:pt x="62" y="3"/>
                  </a:cubicBezTo>
                  <a:cubicBezTo>
                    <a:pt x="54" y="6"/>
                    <a:pt x="40" y="5"/>
                    <a:pt x="31" y="3"/>
                  </a:cubicBezTo>
                  <a:cubicBezTo>
                    <a:pt x="27" y="1"/>
                    <a:pt x="22" y="1"/>
                    <a:pt x="17" y="1"/>
                  </a:cubicBezTo>
                  <a:cubicBezTo>
                    <a:pt x="14" y="1"/>
                    <a:pt x="12" y="2"/>
                    <a:pt x="9" y="2"/>
                  </a:cubicBezTo>
                  <a:cubicBezTo>
                    <a:pt x="7" y="3"/>
                    <a:pt x="3" y="2"/>
                    <a:pt x="2" y="4"/>
                  </a:cubicBezTo>
                </a:path>
              </a:pathLst>
            </a:custGeom>
            <a:solidFill>
              <a:srgbClr val="EFCA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334" name="Freeform 840">
              <a:extLst>
                <a:ext uri="{FF2B5EF4-FFF2-40B4-BE49-F238E27FC236}">
                  <a16:creationId xmlns:a16="http://schemas.microsoft.com/office/drawing/2014/main" id="{4E00985C-BA91-43E6-A857-B308283F35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7" y="766"/>
              <a:ext cx="70" cy="13"/>
            </a:xfrm>
            <a:custGeom>
              <a:avLst/>
              <a:gdLst>
                <a:gd name="T0" fmla="*/ 0 w 46"/>
                <a:gd name="T1" fmla="*/ 27 h 9"/>
                <a:gd name="T2" fmla="*/ 163 w 46"/>
                <a:gd name="T3" fmla="*/ 20 h 9"/>
                <a:gd name="T4" fmla="*/ 70 w 46"/>
                <a:gd name="T5" fmla="*/ 19 h 9"/>
                <a:gd name="T6" fmla="*/ 40 w 46"/>
                <a:gd name="T7" fmla="*/ 14 h 9"/>
                <a:gd name="T8" fmla="*/ 5 w 46"/>
                <a:gd name="T9" fmla="*/ 27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6" h="9">
                  <a:moveTo>
                    <a:pt x="0" y="9"/>
                  </a:moveTo>
                  <a:cubicBezTo>
                    <a:pt x="15" y="0"/>
                    <a:pt x="30" y="7"/>
                    <a:pt x="46" y="7"/>
                  </a:cubicBezTo>
                  <a:cubicBezTo>
                    <a:pt x="37" y="7"/>
                    <a:pt x="29" y="6"/>
                    <a:pt x="20" y="6"/>
                  </a:cubicBezTo>
                  <a:cubicBezTo>
                    <a:pt x="17" y="6"/>
                    <a:pt x="14" y="5"/>
                    <a:pt x="11" y="5"/>
                  </a:cubicBezTo>
                  <a:cubicBezTo>
                    <a:pt x="7" y="6"/>
                    <a:pt x="4" y="8"/>
                    <a:pt x="1" y="9"/>
                  </a:cubicBezTo>
                </a:path>
              </a:pathLst>
            </a:custGeom>
            <a:solidFill>
              <a:srgbClr val="EFCA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335" name="Freeform 841">
              <a:extLst>
                <a:ext uri="{FF2B5EF4-FFF2-40B4-BE49-F238E27FC236}">
                  <a16:creationId xmlns:a16="http://schemas.microsoft.com/office/drawing/2014/main" id="{AE501B11-3BA6-4ACE-AE56-627F1758D7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3" y="1058"/>
              <a:ext cx="26" cy="56"/>
            </a:xfrm>
            <a:custGeom>
              <a:avLst/>
              <a:gdLst>
                <a:gd name="T0" fmla="*/ 0 w 17"/>
                <a:gd name="T1" fmla="*/ 0 h 37"/>
                <a:gd name="T2" fmla="*/ 14 w 17"/>
                <a:gd name="T3" fmla="*/ 35 h 37"/>
                <a:gd name="T4" fmla="*/ 21 w 17"/>
                <a:gd name="T5" fmla="*/ 68 h 37"/>
                <a:gd name="T6" fmla="*/ 61 w 17"/>
                <a:gd name="T7" fmla="*/ 129 h 37"/>
                <a:gd name="T8" fmla="*/ 40 w 17"/>
                <a:gd name="T9" fmla="*/ 101 h 37"/>
                <a:gd name="T10" fmla="*/ 21 w 17"/>
                <a:gd name="T11" fmla="*/ 76 h 37"/>
                <a:gd name="T12" fmla="*/ 0 w 17"/>
                <a:gd name="T13" fmla="*/ 8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" h="37">
                  <a:moveTo>
                    <a:pt x="0" y="0"/>
                  </a:moveTo>
                  <a:cubicBezTo>
                    <a:pt x="1" y="4"/>
                    <a:pt x="4" y="7"/>
                    <a:pt x="4" y="10"/>
                  </a:cubicBezTo>
                  <a:cubicBezTo>
                    <a:pt x="5" y="14"/>
                    <a:pt x="5" y="17"/>
                    <a:pt x="6" y="20"/>
                  </a:cubicBezTo>
                  <a:cubicBezTo>
                    <a:pt x="9" y="26"/>
                    <a:pt x="15" y="31"/>
                    <a:pt x="17" y="37"/>
                  </a:cubicBezTo>
                  <a:cubicBezTo>
                    <a:pt x="15" y="35"/>
                    <a:pt x="13" y="31"/>
                    <a:pt x="11" y="29"/>
                  </a:cubicBezTo>
                  <a:cubicBezTo>
                    <a:pt x="10" y="26"/>
                    <a:pt x="7" y="25"/>
                    <a:pt x="6" y="22"/>
                  </a:cubicBezTo>
                  <a:cubicBezTo>
                    <a:pt x="3" y="15"/>
                    <a:pt x="4" y="9"/>
                    <a:pt x="0" y="2"/>
                  </a:cubicBezTo>
                </a:path>
              </a:pathLst>
            </a:custGeom>
            <a:solidFill>
              <a:srgbClr val="EFCA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336" name="Freeform 842">
              <a:extLst>
                <a:ext uri="{FF2B5EF4-FFF2-40B4-BE49-F238E27FC236}">
                  <a16:creationId xmlns:a16="http://schemas.microsoft.com/office/drawing/2014/main" id="{AAE2A7FC-AB29-4CB3-A8C7-5FDE654611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4" y="1063"/>
              <a:ext cx="24" cy="56"/>
            </a:xfrm>
            <a:custGeom>
              <a:avLst/>
              <a:gdLst>
                <a:gd name="T0" fmla="*/ 53 w 16"/>
                <a:gd name="T1" fmla="*/ 0 h 37"/>
                <a:gd name="T2" fmla="*/ 39 w 16"/>
                <a:gd name="T3" fmla="*/ 35 h 37"/>
                <a:gd name="T4" fmla="*/ 27 w 16"/>
                <a:gd name="T5" fmla="*/ 73 h 37"/>
                <a:gd name="T6" fmla="*/ 0 w 16"/>
                <a:gd name="T7" fmla="*/ 129 h 37"/>
                <a:gd name="T8" fmla="*/ 26 w 16"/>
                <a:gd name="T9" fmla="*/ 89 h 37"/>
                <a:gd name="T10" fmla="*/ 39 w 16"/>
                <a:gd name="T11" fmla="*/ 62 h 37"/>
                <a:gd name="T12" fmla="*/ 53 w 16"/>
                <a:gd name="T13" fmla="*/ 8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" h="37">
                  <a:moveTo>
                    <a:pt x="15" y="0"/>
                  </a:moveTo>
                  <a:cubicBezTo>
                    <a:pt x="14" y="4"/>
                    <a:pt x="12" y="7"/>
                    <a:pt x="11" y="10"/>
                  </a:cubicBezTo>
                  <a:cubicBezTo>
                    <a:pt x="10" y="14"/>
                    <a:pt x="10" y="17"/>
                    <a:pt x="8" y="21"/>
                  </a:cubicBezTo>
                  <a:cubicBezTo>
                    <a:pt x="6" y="26"/>
                    <a:pt x="3" y="31"/>
                    <a:pt x="0" y="37"/>
                  </a:cubicBezTo>
                  <a:cubicBezTo>
                    <a:pt x="1" y="33"/>
                    <a:pt x="5" y="29"/>
                    <a:pt x="7" y="26"/>
                  </a:cubicBezTo>
                  <a:cubicBezTo>
                    <a:pt x="9" y="23"/>
                    <a:pt x="10" y="21"/>
                    <a:pt x="11" y="18"/>
                  </a:cubicBezTo>
                  <a:cubicBezTo>
                    <a:pt x="12" y="13"/>
                    <a:pt x="16" y="7"/>
                    <a:pt x="15" y="2"/>
                  </a:cubicBezTo>
                </a:path>
              </a:pathLst>
            </a:custGeom>
            <a:solidFill>
              <a:srgbClr val="EFCA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337" name="Freeform 843">
              <a:extLst>
                <a:ext uri="{FF2B5EF4-FFF2-40B4-BE49-F238E27FC236}">
                  <a16:creationId xmlns:a16="http://schemas.microsoft.com/office/drawing/2014/main" id="{17E1AAEA-F556-4CD2-A3DF-7A1088F2BC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3" y="1081"/>
              <a:ext cx="11" cy="24"/>
            </a:xfrm>
            <a:custGeom>
              <a:avLst/>
              <a:gdLst>
                <a:gd name="T0" fmla="*/ 0 w 7"/>
                <a:gd name="T1" fmla="*/ 0 h 16"/>
                <a:gd name="T2" fmla="*/ 27 w 7"/>
                <a:gd name="T3" fmla="*/ 54 h 16"/>
                <a:gd name="T4" fmla="*/ 8 w 7"/>
                <a:gd name="T5" fmla="*/ 27 h 16"/>
                <a:gd name="T6" fmla="*/ 0 w 7"/>
                <a:gd name="T7" fmla="*/ 0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16">
                  <a:moveTo>
                    <a:pt x="0" y="0"/>
                  </a:moveTo>
                  <a:cubicBezTo>
                    <a:pt x="1" y="6"/>
                    <a:pt x="4" y="11"/>
                    <a:pt x="7" y="16"/>
                  </a:cubicBezTo>
                  <a:cubicBezTo>
                    <a:pt x="5" y="14"/>
                    <a:pt x="3" y="12"/>
                    <a:pt x="2" y="8"/>
                  </a:cubicBezTo>
                  <a:cubicBezTo>
                    <a:pt x="2" y="6"/>
                    <a:pt x="2" y="3"/>
                    <a:pt x="0" y="0"/>
                  </a:cubicBezTo>
                </a:path>
              </a:pathLst>
            </a:custGeom>
            <a:solidFill>
              <a:srgbClr val="EFCA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338" name="Freeform 844">
              <a:extLst>
                <a:ext uri="{FF2B5EF4-FFF2-40B4-BE49-F238E27FC236}">
                  <a16:creationId xmlns:a16="http://schemas.microsoft.com/office/drawing/2014/main" id="{BCC3E238-8416-4BC5-B9DA-8622A35558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6" y="1086"/>
              <a:ext cx="12" cy="22"/>
            </a:xfrm>
            <a:custGeom>
              <a:avLst/>
              <a:gdLst>
                <a:gd name="T0" fmla="*/ 26 w 8"/>
                <a:gd name="T1" fmla="*/ 0 h 15"/>
                <a:gd name="T2" fmla="*/ 0 w 8"/>
                <a:gd name="T3" fmla="*/ 47 h 15"/>
                <a:gd name="T4" fmla="*/ 27 w 8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5">
                  <a:moveTo>
                    <a:pt x="7" y="0"/>
                  </a:moveTo>
                  <a:cubicBezTo>
                    <a:pt x="5" y="5"/>
                    <a:pt x="4" y="11"/>
                    <a:pt x="0" y="15"/>
                  </a:cubicBezTo>
                  <a:cubicBezTo>
                    <a:pt x="6" y="12"/>
                    <a:pt x="7" y="5"/>
                    <a:pt x="8" y="0"/>
                  </a:cubicBezTo>
                </a:path>
              </a:pathLst>
            </a:custGeom>
            <a:solidFill>
              <a:srgbClr val="EFCA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339" name="Freeform 845">
              <a:extLst>
                <a:ext uri="{FF2B5EF4-FFF2-40B4-BE49-F238E27FC236}">
                  <a16:creationId xmlns:a16="http://schemas.microsoft.com/office/drawing/2014/main" id="{7575B8A1-280D-499E-AC67-43D95E5CC50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6" y="1002"/>
              <a:ext cx="7" cy="52"/>
            </a:xfrm>
            <a:custGeom>
              <a:avLst/>
              <a:gdLst>
                <a:gd name="T0" fmla="*/ 16 w 4"/>
                <a:gd name="T1" fmla="*/ 0 h 34"/>
                <a:gd name="T2" fmla="*/ 21 w 4"/>
                <a:gd name="T3" fmla="*/ 122 h 34"/>
                <a:gd name="T4" fmla="*/ 0 w 4"/>
                <a:gd name="T5" fmla="*/ 49 h 34"/>
                <a:gd name="T6" fmla="*/ 12 w 4"/>
                <a:gd name="T7" fmla="*/ 0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34">
                  <a:moveTo>
                    <a:pt x="3" y="0"/>
                  </a:moveTo>
                  <a:cubicBezTo>
                    <a:pt x="0" y="11"/>
                    <a:pt x="2" y="23"/>
                    <a:pt x="4" y="34"/>
                  </a:cubicBezTo>
                  <a:cubicBezTo>
                    <a:pt x="2" y="28"/>
                    <a:pt x="1" y="21"/>
                    <a:pt x="0" y="14"/>
                  </a:cubicBezTo>
                  <a:cubicBezTo>
                    <a:pt x="0" y="10"/>
                    <a:pt x="0" y="4"/>
                    <a:pt x="2" y="0"/>
                  </a:cubicBezTo>
                </a:path>
              </a:pathLst>
            </a:custGeom>
            <a:solidFill>
              <a:srgbClr val="EFCA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340" name="Freeform 846">
              <a:extLst>
                <a:ext uri="{FF2B5EF4-FFF2-40B4-BE49-F238E27FC236}">
                  <a16:creationId xmlns:a16="http://schemas.microsoft.com/office/drawing/2014/main" id="{9FA6D8D6-CD91-4E5C-8FE0-2BF5CDB24C7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4" y="1003"/>
              <a:ext cx="6" cy="57"/>
            </a:xfrm>
            <a:custGeom>
              <a:avLst/>
              <a:gdLst>
                <a:gd name="T0" fmla="*/ 0 w 4"/>
                <a:gd name="T1" fmla="*/ 0 h 37"/>
                <a:gd name="T2" fmla="*/ 8 w 4"/>
                <a:gd name="T3" fmla="*/ 26 h 37"/>
                <a:gd name="T4" fmla="*/ 8 w 4"/>
                <a:gd name="T5" fmla="*/ 69 h 37"/>
                <a:gd name="T6" fmla="*/ 5 w 4"/>
                <a:gd name="T7" fmla="*/ 136 h 37"/>
                <a:gd name="T8" fmla="*/ 14 w 4"/>
                <a:gd name="T9" fmla="*/ 52 h 37"/>
                <a:gd name="T10" fmla="*/ 0 w 4"/>
                <a:gd name="T11" fmla="*/ 5 h 3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" h="37">
                  <a:moveTo>
                    <a:pt x="0" y="0"/>
                  </a:moveTo>
                  <a:cubicBezTo>
                    <a:pt x="0" y="1"/>
                    <a:pt x="1" y="5"/>
                    <a:pt x="2" y="7"/>
                  </a:cubicBezTo>
                  <a:cubicBezTo>
                    <a:pt x="2" y="11"/>
                    <a:pt x="2" y="15"/>
                    <a:pt x="2" y="19"/>
                  </a:cubicBezTo>
                  <a:cubicBezTo>
                    <a:pt x="2" y="25"/>
                    <a:pt x="1" y="31"/>
                    <a:pt x="1" y="37"/>
                  </a:cubicBezTo>
                  <a:cubicBezTo>
                    <a:pt x="1" y="29"/>
                    <a:pt x="4" y="22"/>
                    <a:pt x="4" y="14"/>
                  </a:cubicBezTo>
                  <a:cubicBezTo>
                    <a:pt x="3" y="12"/>
                    <a:pt x="3" y="1"/>
                    <a:pt x="0" y="1"/>
                  </a:cubicBezTo>
                </a:path>
              </a:pathLst>
            </a:custGeom>
            <a:solidFill>
              <a:srgbClr val="EFCA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</p:grpSp>
      <p:grpSp>
        <p:nvGrpSpPr>
          <p:cNvPr id="43016" name="Group 847">
            <a:extLst>
              <a:ext uri="{FF2B5EF4-FFF2-40B4-BE49-F238E27FC236}">
                <a16:creationId xmlns:a16="http://schemas.microsoft.com/office/drawing/2014/main" id="{CFC62DD7-450A-43BA-AB34-744A6321BF3F}"/>
              </a:ext>
            </a:extLst>
          </p:cNvPr>
          <p:cNvGrpSpPr>
            <a:grpSpLocks/>
          </p:cNvGrpSpPr>
          <p:nvPr/>
        </p:nvGrpSpPr>
        <p:grpSpPr bwMode="auto">
          <a:xfrm>
            <a:off x="4562475" y="6105525"/>
            <a:ext cx="738188" cy="419100"/>
            <a:chOff x="1887" y="3744"/>
            <a:chExt cx="628" cy="357"/>
          </a:xfrm>
        </p:grpSpPr>
        <p:sp>
          <p:nvSpPr>
            <p:cNvPr id="43109" name="Freeform 848">
              <a:extLst>
                <a:ext uri="{FF2B5EF4-FFF2-40B4-BE49-F238E27FC236}">
                  <a16:creationId xmlns:a16="http://schemas.microsoft.com/office/drawing/2014/main" id="{C57AF3D8-C2B6-4D26-9E2D-C3EC5A0134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7" y="3744"/>
              <a:ext cx="315" cy="357"/>
            </a:xfrm>
            <a:custGeom>
              <a:avLst/>
              <a:gdLst>
                <a:gd name="T0" fmla="*/ 708 w 126"/>
                <a:gd name="T1" fmla="*/ 815 h 134"/>
                <a:gd name="T2" fmla="*/ 720 w 126"/>
                <a:gd name="T3" fmla="*/ 815 h 134"/>
                <a:gd name="T4" fmla="*/ 1583 w 126"/>
                <a:gd name="T5" fmla="*/ 930 h 134"/>
                <a:gd name="T6" fmla="*/ 1845 w 126"/>
                <a:gd name="T7" fmla="*/ 0 h 134"/>
                <a:gd name="T8" fmla="*/ 1970 w 126"/>
                <a:gd name="T9" fmla="*/ 682 h 134"/>
                <a:gd name="T10" fmla="*/ 1238 w 126"/>
                <a:gd name="T11" fmla="*/ 2440 h 134"/>
                <a:gd name="T12" fmla="*/ 345 w 126"/>
                <a:gd name="T13" fmla="*/ 1250 h 134"/>
                <a:gd name="T14" fmla="*/ 813 w 126"/>
                <a:gd name="T15" fmla="*/ 264 h 134"/>
                <a:gd name="T16" fmla="*/ 708 w 126"/>
                <a:gd name="T17" fmla="*/ 815 h 13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6" h="134">
                  <a:moveTo>
                    <a:pt x="45" y="43"/>
                  </a:moveTo>
                  <a:cubicBezTo>
                    <a:pt x="45" y="43"/>
                    <a:pt x="46" y="43"/>
                    <a:pt x="46" y="43"/>
                  </a:cubicBezTo>
                  <a:cubicBezTo>
                    <a:pt x="50" y="41"/>
                    <a:pt x="81" y="32"/>
                    <a:pt x="101" y="49"/>
                  </a:cubicBezTo>
                  <a:cubicBezTo>
                    <a:pt x="101" y="49"/>
                    <a:pt x="118" y="30"/>
                    <a:pt x="118" y="0"/>
                  </a:cubicBezTo>
                  <a:cubicBezTo>
                    <a:pt x="118" y="0"/>
                    <a:pt x="126" y="8"/>
                    <a:pt x="126" y="36"/>
                  </a:cubicBezTo>
                  <a:cubicBezTo>
                    <a:pt x="126" y="64"/>
                    <a:pt x="126" y="134"/>
                    <a:pt x="79" y="129"/>
                  </a:cubicBezTo>
                  <a:cubicBezTo>
                    <a:pt x="33" y="125"/>
                    <a:pt x="0" y="101"/>
                    <a:pt x="22" y="66"/>
                  </a:cubicBezTo>
                  <a:cubicBezTo>
                    <a:pt x="44" y="31"/>
                    <a:pt x="52" y="14"/>
                    <a:pt x="52" y="14"/>
                  </a:cubicBezTo>
                  <a:cubicBezTo>
                    <a:pt x="52" y="14"/>
                    <a:pt x="47" y="29"/>
                    <a:pt x="45" y="43"/>
                  </a:cubicBezTo>
                  <a:close/>
                </a:path>
              </a:pathLst>
            </a:custGeom>
            <a:solidFill>
              <a:srgbClr val="BBDE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110" name="Freeform 849">
              <a:extLst>
                <a:ext uri="{FF2B5EF4-FFF2-40B4-BE49-F238E27FC236}">
                  <a16:creationId xmlns:a16="http://schemas.microsoft.com/office/drawing/2014/main" id="{0B10E1E6-B3AF-4D5C-B352-CCCB09F4AF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5" y="3971"/>
              <a:ext cx="270" cy="125"/>
            </a:xfrm>
            <a:custGeom>
              <a:avLst/>
              <a:gdLst>
                <a:gd name="T0" fmla="*/ 1688 w 108"/>
                <a:gd name="T1" fmla="*/ 0 h 47"/>
                <a:gd name="T2" fmla="*/ 1020 w 108"/>
                <a:gd name="T3" fmla="*/ 827 h 47"/>
                <a:gd name="T4" fmla="*/ 0 w 108"/>
                <a:gd name="T5" fmla="*/ 114 h 47"/>
                <a:gd name="T6" fmla="*/ 645 w 108"/>
                <a:gd name="T7" fmla="*/ 636 h 47"/>
                <a:gd name="T8" fmla="*/ 1688 w 108"/>
                <a:gd name="T9" fmla="*/ 0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8" h="47">
                  <a:moveTo>
                    <a:pt x="108" y="0"/>
                  </a:moveTo>
                  <a:cubicBezTo>
                    <a:pt x="103" y="25"/>
                    <a:pt x="91" y="47"/>
                    <a:pt x="65" y="44"/>
                  </a:cubicBezTo>
                  <a:cubicBezTo>
                    <a:pt x="30" y="41"/>
                    <a:pt x="3" y="27"/>
                    <a:pt x="0" y="6"/>
                  </a:cubicBezTo>
                  <a:cubicBezTo>
                    <a:pt x="0" y="6"/>
                    <a:pt x="11" y="28"/>
                    <a:pt x="41" y="34"/>
                  </a:cubicBezTo>
                  <a:cubicBezTo>
                    <a:pt x="70" y="40"/>
                    <a:pt x="93" y="42"/>
                    <a:pt x="108" y="0"/>
                  </a:cubicBezTo>
                  <a:close/>
                </a:path>
              </a:pathLst>
            </a:custGeom>
            <a:solidFill>
              <a:srgbClr val="11100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111" name="Freeform 850">
              <a:extLst>
                <a:ext uri="{FF2B5EF4-FFF2-40B4-BE49-F238E27FC236}">
                  <a16:creationId xmlns:a16="http://schemas.microsoft.com/office/drawing/2014/main" id="{782E052F-47C2-47DF-8864-D9D05D98FDB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7" y="3816"/>
              <a:ext cx="180" cy="115"/>
            </a:xfrm>
            <a:custGeom>
              <a:avLst/>
              <a:gdLst>
                <a:gd name="T0" fmla="*/ 145 w 72"/>
                <a:gd name="T1" fmla="*/ 209 h 43"/>
                <a:gd name="T2" fmla="*/ 1125 w 72"/>
                <a:gd name="T3" fmla="*/ 423 h 43"/>
                <a:gd name="T4" fmla="*/ 1020 w 72"/>
                <a:gd name="T5" fmla="*/ 824 h 43"/>
                <a:gd name="T6" fmla="*/ 0 w 72"/>
                <a:gd name="T7" fmla="*/ 538 h 43"/>
                <a:gd name="T8" fmla="*/ 145 w 72"/>
                <a:gd name="T9" fmla="*/ 209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2" h="43">
                  <a:moveTo>
                    <a:pt x="9" y="11"/>
                  </a:moveTo>
                  <a:cubicBezTo>
                    <a:pt x="9" y="11"/>
                    <a:pt x="37" y="0"/>
                    <a:pt x="72" y="22"/>
                  </a:cubicBezTo>
                  <a:cubicBezTo>
                    <a:pt x="65" y="43"/>
                    <a:pt x="65" y="43"/>
                    <a:pt x="65" y="43"/>
                  </a:cubicBezTo>
                  <a:cubicBezTo>
                    <a:pt x="65" y="43"/>
                    <a:pt x="26" y="22"/>
                    <a:pt x="0" y="28"/>
                  </a:cubicBezTo>
                  <a:lnTo>
                    <a:pt x="9" y="11"/>
                  </a:lnTo>
                  <a:close/>
                </a:path>
              </a:pathLst>
            </a:custGeom>
            <a:solidFill>
              <a:srgbClr val="98CD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112" name="Freeform 851">
              <a:extLst>
                <a:ext uri="{FF2B5EF4-FFF2-40B4-BE49-F238E27FC236}">
                  <a16:creationId xmlns:a16="http://schemas.microsoft.com/office/drawing/2014/main" id="{5E49AA6F-A6A3-487A-A576-4AA7F0DC25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7" y="3811"/>
              <a:ext cx="178" cy="114"/>
            </a:xfrm>
            <a:custGeom>
              <a:avLst/>
              <a:gdLst>
                <a:gd name="T0" fmla="*/ 145 w 71"/>
                <a:gd name="T1" fmla="*/ 204 h 43"/>
                <a:gd name="T2" fmla="*/ 1118 w 71"/>
                <a:gd name="T3" fmla="*/ 408 h 43"/>
                <a:gd name="T4" fmla="*/ 1005 w 71"/>
                <a:gd name="T5" fmla="*/ 801 h 43"/>
                <a:gd name="T6" fmla="*/ 0 w 71"/>
                <a:gd name="T7" fmla="*/ 520 h 43"/>
                <a:gd name="T8" fmla="*/ 145 w 71"/>
                <a:gd name="T9" fmla="*/ 204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1" h="43">
                  <a:moveTo>
                    <a:pt x="9" y="11"/>
                  </a:moveTo>
                  <a:cubicBezTo>
                    <a:pt x="9" y="11"/>
                    <a:pt x="37" y="0"/>
                    <a:pt x="71" y="22"/>
                  </a:cubicBezTo>
                  <a:cubicBezTo>
                    <a:pt x="64" y="43"/>
                    <a:pt x="64" y="43"/>
                    <a:pt x="64" y="43"/>
                  </a:cubicBezTo>
                  <a:cubicBezTo>
                    <a:pt x="64" y="43"/>
                    <a:pt x="25" y="22"/>
                    <a:pt x="0" y="28"/>
                  </a:cubicBezTo>
                  <a:lnTo>
                    <a:pt x="9" y="11"/>
                  </a:lnTo>
                  <a:close/>
                </a:path>
              </a:pathLst>
            </a:custGeom>
            <a:solidFill>
              <a:srgbClr val="A275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113" name="Freeform 852">
              <a:extLst>
                <a:ext uri="{FF2B5EF4-FFF2-40B4-BE49-F238E27FC236}">
                  <a16:creationId xmlns:a16="http://schemas.microsoft.com/office/drawing/2014/main" id="{A1BF77D0-81D3-402E-8104-940CA014B0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0" y="3960"/>
              <a:ext cx="207" cy="107"/>
            </a:xfrm>
            <a:custGeom>
              <a:avLst/>
              <a:gdLst>
                <a:gd name="T0" fmla="*/ 30 w 83"/>
                <a:gd name="T1" fmla="*/ 500 h 40"/>
                <a:gd name="T2" fmla="*/ 200 w 83"/>
                <a:gd name="T3" fmla="*/ 629 h 40"/>
                <a:gd name="T4" fmla="*/ 387 w 83"/>
                <a:gd name="T5" fmla="*/ 709 h 40"/>
                <a:gd name="T6" fmla="*/ 571 w 83"/>
                <a:gd name="T7" fmla="*/ 744 h 40"/>
                <a:gd name="T8" fmla="*/ 791 w 83"/>
                <a:gd name="T9" fmla="*/ 730 h 40"/>
                <a:gd name="T10" fmla="*/ 1132 w 83"/>
                <a:gd name="T11" fmla="*/ 500 h 40"/>
                <a:gd name="T12" fmla="*/ 1287 w 83"/>
                <a:gd name="T13" fmla="*/ 94 h 40"/>
                <a:gd name="T14" fmla="*/ 1274 w 83"/>
                <a:gd name="T15" fmla="*/ 0 h 40"/>
                <a:gd name="T16" fmla="*/ 1225 w 83"/>
                <a:gd name="T17" fmla="*/ 78 h 40"/>
                <a:gd name="T18" fmla="*/ 1070 w 83"/>
                <a:gd name="T19" fmla="*/ 308 h 40"/>
                <a:gd name="T20" fmla="*/ 591 w 83"/>
                <a:gd name="T21" fmla="*/ 559 h 40"/>
                <a:gd name="T22" fmla="*/ 387 w 83"/>
                <a:gd name="T23" fmla="*/ 479 h 40"/>
                <a:gd name="T24" fmla="*/ 167 w 83"/>
                <a:gd name="T25" fmla="*/ 364 h 40"/>
                <a:gd name="T26" fmla="*/ 42 w 83"/>
                <a:gd name="T27" fmla="*/ 321 h 40"/>
                <a:gd name="T28" fmla="*/ 12 w 83"/>
                <a:gd name="T29" fmla="*/ 444 h 40"/>
                <a:gd name="T30" fmla="*/ 30 w 83"/>
                <a:gd name="T31" fmla="*/ 500 h 40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83" h="40">
                  <a:moveTo>
                    <a:pt x="2" y="26"/>
                  </a:moveTo>
                  <a:cubicBezTo>
                    <a:pt x="4" y="29"/>
                    <a:pt x="10" y="31"/>
                    <a:pt x="13" y="33"/>
                  </a:cubicBezTo>
                  <a:cubicBezTo>
                    <a:pt x="17" y="35"/>
                    <a:pt x="21" y="36"/>
                    <a:pt x="25" y="37"/>
                  </a:cubicBezTo>
                  <a:cubicBezTo>
                    <a:pt x="29" y="37"/>
                    <a:pt x="33" y="39"/>
                    <a:pt x="37" y="39"/>
                  </a:cubicBezTo>
                  <a:cubicBezTo>
                    <a:pt x="42" y="40"/>
                    <a:pt x="46" y="39"/>
                    <a:pt x="51" y="38"/>
                  </a:cubicBezTo>
                  <a:cubicBezTo>
                    <a:pt x="60" y="36"/>
                    <a:pt x="66" y="33"/>
                    <a:pt x="73" y="26"/>
                  </a:cubicBezTo>
                  <a:cubicBezTo>
                    <a:pt x="79" y="21"/>
                    <a:pt x="82" y="13"/>
                    <a:pt x="83" y="5"/>
                  </a:cubicBezTo>
                  <a:cubicBezTo>
                    <a:pt x="83" y="5"/>
                    <a:pt x="83" y="1"/>
                    <a:pt x="82" y="0"/>
                  </a:cubicBezTo>
                  <a:cubicBezTo>
                    <a:pt x="81" y="0"/>
                    <a:pt x="80" y="3"/>
                    <a:pt x="79" y="4"/>
                  </a:cubicBezTo>
                  <a:cubicBezTo>
                    <a:pt x="76" y="8"/>
                    <a:pt x="73" y="12"/>
                    <a:pt x="69" y="16"/>
                  </a:cubicBezTo>
                  <a:cubicBezTo>
                    <a:pt x="60" y="24"/>
                    <a:pt x="50" y="31"/>
                    <a:pt x="38" y="29"/>
                  </a:cubicBezTo>
                  <a:cubicBezTo>
                    <a:pt x="33" y="29"/>
                    <a:pt x="29" y="27"/>
                    <a:pt x="25" y="25"/>
                  </a:cubicBezTo>
                  <a:cubicBezTo>
                    <a:pt x="21" y="23"/>
                    <a:pt x="16" y="21"/>
                    <a:pt x="11" y="19"/>
                  </a:cubicBezTo>
                  <a:cubicBezTo>
                    <a:pt x="9" y="18"/>
                    <a:pt x="6" y="16"/>
                    <a:pt x="3" y="17"/>
                  </a:cubicBezTo>
                  <a:cubicBezTo>
                    <a:pt x="1" y="18"/>
                    <a:pt x="0" y="21"/>
                    <a:pt x="1" y="23"/>
                  </a:cubicBezTo>
                  <a:cubicBezTo>
                    <a:pt x="1" y="24"/>
                    <a:pt x="2" y="25"/>
                    <a:pt x="2" y="26"/>
                  </a:cubicBezTo>
                </a:path>
              </a:pathLst>
            </a:custGeom>
            <a:solidFill>
              <a:srgbClr val="C5E2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114" name="Freeform 853">
              <a:extLst>
                <a:ext uri="{FF2B5EF4-FFF2-40B4-BE49-F238E27FC236}">
                  <a16:creationId xmlns:a16="http://schemas.microsoft.com/office/drawing/2014/main" id="{5651D028-D590-4C92-B4CB-71EAA31594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7" y="3875"/>
              <a:ext cx="45" cy="45"/>
            </a:xfrm>
            <a:custGeom>
              <a:avLst/>
              <a:gdLst>
                <a:gd name="T0" fmla="*/ 0 w 18"/>
                <a:gd name="T1" fmla="*/ 225 h 17"/>
                <a:gd name="T2" fmla="*/ 175 w 18"/>
                <a:gd name="T3" fmla="*/ 315 h 17"/>
                <a:gd name="T4" fmla="*/ 283 w 18"/>
                <a:gd name="T5" fmla="*/ 0 h 17"/>
                <a:gd name="T6" fmla="*/ 158 w 18"/>
                <a:gd name="T7" fmla="*/ 259 h 17"/>
                <a:gd name="T8" fmla="*/ 0 w 18"/>
                <a:gd name="T9" fmla="*/ 225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7">
                  <a:moveTo>
                    <a:pt x="0" y="12"/>
                  </a:moveTo>
                  <a:cubicBezTo>
                    <a:pt x="0" y="12"/>
                    <a:pt x="10" y="16"/>
                    <a:pt x="11" y="17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0" y="14"/>
                    <a:pt x="10" y="14"/>
                    <a:pt x="10" y="14"/>
                  </a:cubicBezTo>
                  <a:lnTo>
                    <a:pt x="0" y="12"/>
                  </a:lnTo>
                  <a:close/>
                </a:path>
              </a:pathLst>
            </a:custGeom>
            <a:solidFill>
              <a:srgbClr val="B893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115" name="Freeform 854">
              <a:extLst>
                <a:ext uri="{FF2B5EF4-FFF2-40B4-BE49-F238E27FC236}">
                  <a16:creationId xmlns:a16="http://schemas.microsoft.com/office/drawing/2014/main" id="{3F0201D1-8CB8-48C6-992C-224E65D0994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2" y="3843"/>
              <a:ext cx="13" cy="37"/>
            </a:xfrm>
            <a:custGeom>
              <a:avLst/>
              <a:gdLst>
                <a:gd name="T0" fmla="*/ 0 w 5"/>
                <a:gd name="T1" fmla="*/ 259 h 14"/>
                <a:gd name="T2" fmla="*/ 55 w 5"/>
                <a:gd name="T3" fmla="*/ 132 h 14"/>
                <a:gd name="T4" fmla="*/ 88 w 5"/>
                <a:gd name="T5" fmla="*/ 0 h 14"/>
                <a:gd name="T6" fmla="*/ 55 w 5"/>
                <a:gd name="T7" fmla="*/ 167 h 14"/>
                <a:gd name="T8" fmla="*/ 0 w 5"/>
                <a:gd name="T9" fmla="*/ 259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14">
                  <a:moveTo>
                    <a:pt x="0" y="14"/>
                  </a:moveTo>
                  <a:cubicBezTo>
                    <a:pt x="1" y="12"/>
                    <a:pt x="2" y="9"/>
                    <a:pt x="3" y="7"/>
                  </a:cubicBezTo>
                  <a:cubicBezTo>
                    <a:pt x="3" y="4"/>
                    <a:pt x="4" y="2"/>
                    <a:pt x="5" y="0"/>
                  </a:cubicBezTo>
                  <a:cubicBezTo>
                    <a:pt x="5" y="2"/>
                    <a:pt x="4" y="7"/>
                    <a:pt x="3" y="9"/>
                  </a:cubicBezTo>
                  <a:cubicBezTo>
                    <a:pt x="2" y="11"/>
                    <a:pt x="1" y="13"/>
                    <a:pt x="0" y="14"/>
                  </a:cubicBezTo>
                </a:path>
              </a:pathLst>
            </a:custGeom>
            <a:solidFill>
              <a:srgbClr val="AC52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116" name="Freeform 855">
              <a:extLst>
                <a:ext uri="{FF2B5EF4-FFF2-40B4-BE49-F238E27FC236}">
                  <a16:creationId xmlns:a16="http://schemas.microsoft.com/office/drawing/2014/main" id="{6D9D47FD-D86A-4839-AA55-E4978A89B3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0" y="3843"/>
              <a:ext cx="22" cy="16"/>
            </a:xfrm>
            <a:custGeom>
              <a:avLst/>
              <a:gdLst>
                <a:gd name="T0" fmla="*/ 12 w 9"/>
                <a:gd name="T1" fmla="*/ 35 h 6"/>
                <a:gd name="T2" fmla="*/ 132 w 9"/>
                <a:gd name="T3" fmla="*/ 21 h 6"/>
                <a:gd name="T4" fmla="*/ 42 w 9"/>
                <a:gd name="T5" fmla="*/ 35 h 6"/>
                <a:gd name="T6" fmla="*/ 0 w 9"/>
                <a:gd name="T7" fmla="*/ 115 h 6"/>
                <a:gd name="T8" fmla="*/ 12 w 9"/>
                <a:gd name="T9" fmla="*/ 35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6">
                  <a:moveTo>
                    <a:pt x="1" y="2"/>
                  </a:moveTo>
                  <a:cubicBezTo>
                    <a:pt x="2" y="0"/>
                    <a:pt x="7" y="1"/>
                    <a:pt x="9" y="1"/>
                  </a:cubicBezTo>
                  <a:cubicBezTo>
                    <a:pt x="7" y="1"/>
                    <a:pt x="5" y="1"/>
                    <a:pt x="3" y="2"/>
                  </a:cubicBezTo>
                  <a:cubicBezTo>
                    <a:pt x="1" y="2"/>
                    <a:pt x="1" y="4"/>
                    <a:pt x="0" y="6"/>
                  </a:cubicBezTo>
                  <a:cubicBezTo>
                    <a:pt x="0" y="5"/>
                    <a:pt x="0" y="3"/>
                    <a:pt x="1" y="2"/>
                  </a:cubicBezTo>
                </a:path>
              </a:pathLst>
            </a:custGeom>
            <a:solidFill>
              <a:srgbClr val="AC52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117" name="Freeform 856">
              <a:extLst>
                <a:ext uri="{FF2B5EF4-FFF2-40B4-BE49-F238E27FC236}">
                  <a16:creationId xmlns:a16="http://schemas.microsoft.com/office/drawing/2014/main" id="{5C484A59-3E0F-4A7E-95F7-A820C81BF7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7" y="3856"/>
              <a:ext cx="10" cy="11"/>
            </a:xfrm>
            <a:custGeom>
              <a:avLst/>
              <a:gdLst>
                <a:gd name="T0" fmla="*/ 33 w 4"/>
                <a:gd name="T1" fmla="*/ 22 h 4"/>
                <a:gd name="T2" fmla="*/ 20 w 4"/>
                <a:gd name="T3" fmla="*/ 22 h 4"/>
                <a:gd name="T4" fmla="*/ 50 w 4"/>
                <a:gd name="T5" fmla="*/ 61 h 4"/>
                <a:gd name="T6" fmla="*/ 20 w 4"/>
                <a:gd name="T7" fmla="*/ 22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4">
                  <a:moveTo>
                    <a:pt x="2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0" y="2"/>
                    <a:pt x="1" y="4"/>
                    <a:pt x="3" y="3"/>
                  </a:cubicBezTo>
                  <a:cubicBezTo>
                    <a:pt x="4" y="2"/>
                    <a:pt x="2" y="0"/>
                    <a:pt x="1" y="1"/>
                  </a:cubicBezTo>
                </a:path>
              </a:pathLst>
            </a:custGeom>
            <a:solidFill>
              <a:srgbClr val="AC52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118" name="Freeform 857">
              <a:extLst>
                <a:ext uri="{FF2B5EF4-FFF2-40B4-BE49-F238E27FC236}">
                  <a16:creationId xmlns:a16="http://schemas.microsoft.com/office/drawing/2014/main" id="{B346B897-5568-47B9-8BE0-E367DCAB1D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2" y="3861"/>
              <a:ext cx="5" cy="8"/>
            </a:xfrm>
            <a:custGeom>
              <a:avLst/>
              <a:gdLst>
                <a:gd name="T0" fmla="*/ 0 w 2"/>
                <a:gd name="T1" fmla="*/ 21 h 3"/>
                <a:gd name="T2" fmla="*/ 33 w 2"/>
                <a:gd name="T3" fmla="*/ 21 h 3"/>
                <a:gd name="T4" fmla="*/ 0 w 2"/>
                <a:gd name="T5" fmla="*/ 0 h 3"/>
                <a:gd name="T6" fmla="*/ 0 w 2"/>
                <a:gd name="T7" fmla="*/ 21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3">
                  <a:moveTo>
                    <a:pt x="0" y="1"/>
                  </a:moveTo>
                  <a:cubicBezTo>
                    <a:pt x="0" y="2"/>
                    <a:pt x="2" y="3"/>
                    <a:pt x="2" y="1"/>
                  </a:cubicBezTo>
                  <a:cubicBezTo>
                    <a:pt x="2" y="0"/>
                    <a:pt x="1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</a:path>
              </a:pathLst>
            </a:custGeom>
            <a:solidFill>
              <a:srgbClr val="AC52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119" name="Freeform 858">
              <a:extLst>
                <a:ext uri="{FF2B5EF4-FFF2-40B4-BE49-F238E27FC236}">
                  <a16:creationId xmlns:a16="http://schemas.microsoft.com/office/drawing/2014/main" id="{07AFD81C-0A1D-42AA-B7EA-486EC714715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2" y="3864"/>
              <a:ext cx="10" cy="11"/>
            </a:xfrm>
            <a:custGeom>
              <a:avLst/>
              <a:gdLst>
                <a:gd name="T0" fmla="*/ 33 w 4"/>
                <a:gd name="T1" fmla="*/ 47 h 4"/>
                <a:gd name="T2" fmla="*/ 33 w 4"/>
                <a:gd name="T3" fmla="*/ 22 h 4"/>
                <a:gd name="T4" fmla="*/ 33 w 4"/>
                <a:gd name="T5" fmla="*/ 47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2" y="2"/>
                  </a:moveTo>
                  <a:cubicBezTo>
                    <a:pt x="3" y="4"/>
                    <a:pt x="4" y="2"/>
                    <a:pt x="2" y="1"/>
                  </a:cubicBezTo>
                  <a:cubicBezTo>
                    <a:pt x="1" y="0"/>
                    <a:pt x="0" y="3"/>
                    <a:pt x="2" y="2"/>
                  </a:cubicBezTo>
                </a:path>
              </a:pathLst>
            </a:custGeom>
            <a:solidFill>
              <a:srgbClr val="AC52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120" name="Freeform 859">
              <a:extLst>
                <a:ext uri="{FF2B5EF4-FFF2-40B4-BE49-F238E27FC236}">
                  <a16:creationId xmlns:a16="http://schemas.microsoft.com/office/drawing/2014/main" id="{3ED8E38E-738D-403C-8956-4D48C4C15DE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7" y="3744"/>
              <a:ext cx="315" cy="357"/>
            </a:xfrm>
            <a:custGeom>
              <a:avLst/>
              <a:gdLst>
                <a:gd name="T0" fmla="*/ 1625 w 126"/>
                <a:gd name="T1" fmla="*/ 853 h 134"/>
                <a:gd name="T2" fmla="*/ 1845 w 126"/>
                <a:gd name="T3" fmla="*/ 0 h 134"/>
                <a:gd name="T4" fmla="*/ 1970 w 126"/>
                <a:gd name="T5" fmla="*/ 682 h 134"/>
                <a:gd name="T6" fmla="*/ 1238 w 126"/>
                <a:gd name="T7" fmla="*/ 2440 h 134"/>
                <a:gd name="T8" fmla="*/ 345 w 126"/>
                <a:gd name="T9" fmla="*/ 1250 h 134"/>
                <a:gd name="T10" fmla="*/ 813 w 126"/>
                <a:gd name="T11" fmla="*/ 264 h 134"/>
                <a:gd name="T12" fmla="*/ 738 w 126"/>
                <a:gd name="T13" fmla="*/ 645 h 13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6" h="134">
                  <a:moveTo>
                    <a:pt x="104" y="45"/>
                  </a:moveTo>
                  <a:cubicBezTo>
                    <a:pt x="109" y="38"/>
                    <a:pt x="118" y="22"/>
                    <a:pt x="118" y="0"/>
                  </a:cubicBezTo>
                  <a:cubicBezTo>
                    <a:pt x="118" y="0"/>
                    <a:pt x="126" y="8"/>
                    <a:pt x="126" y="36"/>
                  </a:cubicBezTo>
                  <a:cubicBezTo>
                    <a:pt x="126" y="64"/>
                    <a:pt x="126" y="134"/>
                    <a:pt x="79" y="129"/>
                  </a:cubicBezTo>
                  <a:cubicBezTo>
                    <a:pt x="33" y="125"/>
                    <a:pt x="0" y="101"/>
                    <a:pt x="22" y="66"/>
                  </a:cubicBezTo>
                  <a:cubicBezTo>
                    <a:pt x="44" y="31"/>
                    <a:pt x="52" y="14"/>
                    <a:pt x="52" y="14"/>
                  </a:cubicBezTo>
                  <a:cubicBezTo>
                    <a:pt x="52" y="14"/>
                    <a:pt x="49" y="23"/>
                    <a:pt x="47" y="34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121" name="Freeform 860">
              <a:extLst>
                <a:ext uri="{FF2B5EF4-FFF2-40B4-BE49-F238E27FC236}">
                  <a16:creationId xmlns:a16="http://schemas.microsoft.com/office/drawing/2014/main" id="{741E4BC8-D9E8-4BB2-837B-2F2504EA7C0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7" y="3811"/>
              <a:ext cx="178" cy="114"/>
            </a:xfrm>
            <a:custGeom>
              <a:avLst/>
              <a:gdLst>
                <a:gd name="T0" fmla="*/ 145 w 71"/>
                <a:gd name="T1" fmla="*/ 204 h 43"/>
                <a:gd name="T2" fmla="*/ 1118 w 71"/>
                <a:gd name="T3" fmla="*/ 408 h 43"/>
                <a:gd name="T4" fmla="*/ 1005 w 71"/>
                <a:gd name="T5" fmla="*/ 801 h 43"/>
                <a:gd name="T6" fmla="*/ 0 w 71"/>
                <a:gd name="T7" fmla="*/ 520 h 43"/>
                <a:gd name="T8" fmla="*/ 145 w 71"/>
                <a:gd name="T9" fmla="*/ 204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1" h="43">
                  <a:moveTo>
                    <a:pt x="9" y="11"/>
                  </a:moveTo>
                  <a:cubicBezTo>
                    <a:pt x="9" y="11"/>
                    <a:pt x="37" y="0"/>
                    <a:pt x="71" y="22"/>
                  </a:cubicBezTo>
                  <a:cubicBezTo>
                    <a:pt x="64" y="43"/>
                    <a:pt x="64" y="43"/>
                    <a:pt x="64" y="43"/>
                  </a:cubicBezTo>
                  <a:cubicBezTo>
                    <a:pt x="64" y="43"/>
                    <a:pt x="25" y="22"/>
                    <a:pt x="0" y="28"/>
                  </a:cubicBezTo>
                  <a:lnTo>
                    <a:pt x="9" y="11"/>
                  </a:lnTo>
                  <a:close/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122" name="Freeform 861">
              <a:extLst>
                <a:ext uri="{FF2B5EF4-FFF2-40B4-BE49-F238E27FC236}">
                  <a16:creationId xmlns:a16="http://schemas.microsoft.com/office/drawing/2014/main" id="{E3268813-A577-4FDA-9E93-5BD158C7223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970" y="3829"/>
              <a:ext cx="72" cy="64"/>
            </a:xfrm>
            <a:custGeom>
              <a:avLst/>
              <a:gdLst>
                <a:gd name="T0" fmla="*/ 382 w 29"/>
                <a:gd name="T1" fmla="*/ 21 h 24"/>
                <a:gd name="T2" fmla="*/ 166 w 29"/>
                <a:gd name="T3" fmla="*/ 0 h 24"/>
                <a:gd name="T4" fmla="*/ 74 w 29"/>
                <a:gd name="T5" fmla="*/ 77 h 24"/>
                <a:gd name="T6" fmla="*/ 12 w 29"/>
                <a:gd name="T7" fmla="*/ 341 h 24"/>
                <a:gd name="T8" fmla="*/ 62 w 29"/>
                <a:gd name="T9" fmla="*/ 435 h 24"/>
                <a:gd name="T10" fmla="*/ 290 w 29"/>
                <a:gd name="T11" fmla="*/ 456 h 24"/>
                <a:gd name="T12" fmla="*/ 370 w 29"/>
                <a:gd name="T13" fmla="*/ 376 h 24"/>
                <a:gd name="T14" fmla="*/ 444 w 29"/>
                <a:gd name="T15" fmla="*/ 93 h 24"/>
                <a:gd name="T16" fmla="*/ 382 w 29"/>
                <a:gd name="T17" fmla="*/ 21 h 24"/>
                <a:gd name="T18" fmla="*/ 370 w 29"/>
                <a:gd name="T19" fmla="*/ 136 h 24"/>
                <a:gd name="T20" fmla="*/ 320 w 29"/>
                <a:gd name="T21" fmla="*/ 320 h 24"/>
                <a:gd name="T22" fmla="*/ 258 w 29"/>
                <a:gd name="T23" fmla="*/ 376 h 24"/>
                <a:gd name="T24" fmla="*/ 124 w 29"/>
                <a:gd name="T25" fmla="*/ 363 h 24"/>
                <a:gd name="T26" fmla="*/ 92 w 29"/>
                <a:gd name="T27" fmla="*/ 307 h 24"/>
                <a:gd name="T28" fmla="*/ 124 w 29"/>
                <a:gd name="T29" fmla="*/ 115 h 24"/>
                <a:gd name="T30" fmla="*/ 184 w 29"/>
                <a:gd name="T31" fmla="*/ 77 h 24"/>
                <a:gd name="T32" fmla="*/ 340 w 29"/>
                <a:gd name="T33" fmla="*/ 93 h 24"/>
                <a:gd name="T34" fmla="*/ 370 w 29"/>
                <a:gd name="T35" fmla="*/ 136 h 24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29" h="24">
                  <a:moveTo>
                    <a:pt x="25" y="1"/>
                  </a:moveTo>
                  <a:cubicBezTo>
                    <a:pt x="11" y="0"/>
                    <a:pt x="11" y="0"/>
                    <a:pt x="11" y="0"/>
                  </a:cubicBezTo>
                  <a:cubicBezTo>
                    <a:pt x="8" y="0"/>
                    <a:pt x="6" y="1"/>
                    <a:pt x="5" y="4"/>
                  </a:cubicBezTo>
                  <a:cubicBezTo>
                    <a:pt x="1" y="18"/>
                    <a:pt x="1" y="18"/>
                    <a:pt x="1" y="18"/>
                  </a:cubicBezTo>
                  <a:cubicBezTo>
                    <a:pt x="0" y="21"/>
                    <a:pt x="2" y="23"/>
                    <a:pt x="4" y="23"/>
                  </a:cubicBezTo>
                  <a:cubicBezTo>
                    <a:pt x="19" y="24"/>
                    <a:pt x="19" y="24"/>
                    <a:pt x="19" y="24"/>
                  </a:cubicBezTo>
                  <a:cubicBezTo>
                    <a:pt x="21" y="24"/>
                    <a:pt x="24" y="22"/>
                    <a:pt x="24" y="20"/>
                  </a:cubicBezTo>
                  <a:cubicBezTo>
                    <a:pt x="29" y="5"/>
                    <a:pt x="29" y="5"/>
                    <a:pt x="29" y="5"/>
                  </a:cubicBezTo>
                  <a:cubicBezTo>
                    <a:pt x="29" y="3"/>
                    <a:pt x="28" y="1"/>
                    <a:pt x="25" y="1"/>
                  </a:cubicBezTo>
                  <a:close/>
                  <a:moveTo>
                    <a:pt x="24" y="7"/>
                  </a:moveTo>
                  <a:cubicBezTo>
                    <a:pt x="21" y="17"/>
                    <a:pt x="21" y="17"/>
                    <a:pt x="21" y="17"/>
                  </a:cubicBezTo>
                  <a:cubicBezTo>
                    <a:pt x="21" y="19"/>
                    <a:pt x="19" y="20"/>
                    <a:pt x="17" y="20"/>
                  </a:cubicBezTo>
                  <a:cubicBezTo>
                    <a:pt x="8" y="19"/>
                    <a:pt x="8" y="19"/>
                    <a:pt x="8" y="19"/>
                  </a:cubicBezTo>
                  <a:cubicBezTo>
                    <a:pt x="6" y="19"/>
                    <a:pt x="5" y="18"/>
                    <a:pt x="6" y="16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9" y="5"/>
                    <a:pt x="10" y="4"/>
                    <a:pt x="12" y="4"/>
                  </a:cubicBezTo>
                  <a:cubicBezTo>
                    <a:pt x="22" y="5"/>
                    <a:pt x="22" y="5"/>
                    <a:pt x="22" y="5"/>
                  </a:cubicBezTo>
                  <a:cubicBezTo>
                    <a:pt x="23" y="5"/>
                    <a:pt x="24" y="6"/>
                    <a:pt x="24" y="7"/>
                  </a:cubicBezTo>
                  <a:close/>
                </a:path>
              </a:pathLst>
            </a:custGeom>
            <a:solidFill>
              <a:srgbClr val="11100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123" name="Freeform 862">
              <a:extLst>
                <a:ext uri="{FF2B5EF4-FFF2-40B4-BE49-F238E27FC236}">
                  <a16:creationId xmlns:a16="http://schemas.microsoft.com/office/drawing/2014/main" id="{3EF91DE3-75E3-43F2-B4D9-CB389CE97A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2" y="3856"/>
              <a:ext cx="15" cy="8"/>
            </a:xfrm>
            <a:custGeom>
              <a:avLst/>
              <a:gdLst>
                <a:gd name="T0" fmla="*/ 95 w 6"/>
                <a:gd name="T1" fmla="*/ 56 h 3"/>
                <a:gd name="T2" fmla="*/ 0 w 6"/>
                <a:gd name="T3" fmla="*/ 0 h 3"/>
                <a:gd name="T4" fmla="*/ 50 w 6"/>
                <a:gd name="T5" fmla="*/ 0 h 3"/>
                <a:gd name="T6" fmla="*/ 95 w 6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3">
                  <a:moveTo>
                    <a:pt x="6" y="3"/>
                  </a:moveTo>
                  <a:cubicBezTo>
                    <a:pt x="4" y="3"/>
                    <a:pt x="2" y="2"/>
                    <a:pt x="0" y="0"/>
                  </a:cubicBezTo>
                  <a:cubicBezTo>
                    <a:pt x="1" y="0"/>
                    <a:pt x="2" y="0"/>
                    <a:pt x="3" y="0"/>
                  </a:cubicBezTo>
                  <a:cubicBezTo>
                    <a:pt x="4" y="0"/>
                    <a:pt x="6" y="0"/>
                    <a:pt x="6" y="0"/>
                  </a:cubicBezTo>
                </a:path>
              </a:pathLst>
            </a:custGeom>
            <a:solidFill>
              <a:srgbClr val="11100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124" name="Freeform 863">
              <a:extLst>
                <a:ext uri="{FF2B5EF4-FFF2-40B4-BE49-F238E27FC236}">
                  <a16:creationId xmlns:a16="http://schemas.microsoft.com/office/drawing/2014/main" id="{B9A9BF3C-5D11-445D-A4F4-48B4195156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7" y="3747"/>
              <a:ext cx="318" cy="354"/>
            </a:xfrm>
            <a:custGeom>
              <a:avLst/>
              <a:gdLst>
                <a:gd name="T0" fmla="*/ 1272 w 127"/>
                <a:gd name="T1" fmla="*/ 793 h 133"/>
                <a:gd name="T2" fmla="*/ 1272 w 127"/>
                <a:gd name="T3" fmla="*/ 793 h 133"/>
                <a:gd name="T4" fmla="*/ 408 w 127"/>
                <a:gd name="T5" fmla="*/ 908 h 133"/>
                <a:gd name="T6" fmla="*/ 145 w 127"/>
                <a:gd name="T7" fmla="*/ 0 h 133"/>
                <a:gd name="T8" fmla="*/ 20 w 127"/>
                <a:gd name="T9" fmla="*/ 681 h 133"/>
                <a:gd name="T10" fmla="*/ 739 w 127"/>
                <a:gd name="T11" fmla="*/ 2430 h 133"/>
                <a:gd name="T12" fmla="*/ 1650 w 127"/>
                <a:gd name="T13" fmla="*/ 1246 h 133"/>
                <a:gd name="T14" fmla="*/ 1159 w 127"/>
                <a:gd name="T15" fmla="*/ 261 h 133"/>
                <a:gd name="T16" fmla="*/ 1272 w 127"/>
                <a:gd name="T17" fmla="*/ 793 h 13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7" h="133">
                  <a:moveTo>
                    <a:pt x="81" y="42"/>
                  </a:moveTo>
                  <a:cubicBezTo>
                    <a:pt x="81" y="42"/>
                    <a:pt x="81" y="42"/>
                    <a:pt x="81" y="42"/>
                  </a:cubicBezTo>
                  <a:cubicBezTo>
                    <a:pt x="77" y="41"/>
                    <a:pt x="46" y="32"/>
                    <a:pt x="26" y="48"/>
                  </a:cubicBezTo>
                  <a:cubicBezTo>
                    <a:pt x="26" y="48"/>
                    <a:pt x="9" y="29"/>
                    <a:pt x="9" y="0"/>
                  </a:cubicBezTo>
                  <a:cubicBezTo>
                    <a:pt x="9" y="0"/>
                    <a:pt x="0" y="8"/>
                    <a:pt x="1" y="36"/>
                  </a:cubicBezTo>
                  <a:cubicBezTo>
                    <a:pt x="1" y="64"/>
                    <a:pt x="1" y="133"/>
                    <a:pt x="47" y="129"/>
                  </a:cubicBezTo>
                  <a:cubicBezTo>
                    <a:pt x="94" y="124"/>
                    <a:pt x="127" y="101"/>
                    <a:pt x="105" y="66"/>
                  </a:cubicBezTo>
                  <a:cubicBezTo>
                    <a:pt x="83" y="30"/>
                    <a:pt x="74" y="14"/>
                    <a:pt x="74" y="14"/>
                  </a:cubicBezTo>
                  <a:cubicBezTo>
                    <a:pt x="74" y="14"/>
                    <a:pt x="79" y="29"/>
                    <a:pt x="81" y="42"/>
                  </a:cubicBezTo>
                  <a:close/>
                </a:path>
              </a:pathLst>
            </a:custGeom>
            <a:solidFill>
              <a:srgbClr val="BBDE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125" name="Freeform 864">
              <a:extLst>
                <a:ext uri="{FF2B5EF4-FFF2-40B4-BE49-F238E27FC236}">
                  <a16:creationId xmlns:a16="http://schemas.microsoft.com/office/drawing/2014/main" id="{5C633992-2ABC-4A27-A7C2-75DC19D1DC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7" y="3973"/>
              <a:ext cx="268" cy="126"/>
            </a:xfrm>
            <a:custGeom>
              <a:avLst/>
              <a:gdLst>
                <a:gd name="T0" fmla="*/ 0 w 107"/>
                <a:gd name="T1" fmla="*/ 0 h 47"/>
                <a:gd name="T2" fmla="*/ 679 w 107"/>
                <a:gd name="T3" fmla="*/ 847 h 47"/>
                <a:gd name="T4" fmla="*/ 1681 w 107"/>
                <a:gd name="T5" fmla="*/ 94 h 47"/>
                <a:gd name="T6" fmla="*/ 1054 w 107"/>
                <a:gd name="T7" fmla="*/ 654 h 47"/>
                <a:gd name="T8" fmla="*/ 0 w 107"/>
                <a:gd name="T9" fmla="*/ 0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7" h="47">
                  <a:moveTo>
                    <a:pt x="0" y="0"/>
                  </a:moveTo>
                  <a:cubicBezTo>
                    <a:pt x="5" y="24"/>
                    <a:pt x="16" y="47"/>
                    <a:pt x="43" y="44"/>
                  </a:cubicBezTo>
                  <a:cubicBezTo>
                    <a:pt x="78" y="41"/>
                    <a:pt x="105" y="27"/>
                    <a:pt x="107" y="5"/>
                  </a:cubicBezTo>
                  <a:cubicBezTo>
                    <a:pt x="107" y="5"/>
                    <a:pt x="97" y="27"/>
                    <a:pt x="67" y="34"/>
                  </a:cubicBezTo>
                  <a:cubicBezTo>
                    <a:pt x="37" y="40"/>
                    <a:pt x="15" y="42"/>
                    <a:pt x="0" y="0"/>
                  </a:cubicBezTo>
                  <a:close/>
                </a:path>
              </a:pathLst>
            </a:custGeom>
            <a:solidFill>
              <a:srgbClr val="11100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126" name="Freeform 865">
              <a:extLst>
                <a:ext uri="{FF2B5EF4-FFF2-40B4-BE49-F238E27FC236}">
                  <a16:creationId xmlns:a16="http://schemas.microsoft.com/office/drawing/2014/main" id="{F274461E-F2DA-478C-BD34-124F4C401D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5" y="3819"/>
              <a:ext cx="178" cy="112"/>
            </a:xfrm>
            <a:custGeom>
              <a:avLst/>
              <a:gdLst>
                <a:gd name="T0" fmla="*/ 975 w 71"/>
                <a:gd name="T1" fmla="*/ 192 h 42"/>
                <a:gd name="T2" fmla="*/ 0 w 71"/>
                <a:gd name="T3" fmla="*/ 397 h 42"/>
                <a:gd name="T4" fmla="*/ 113 w 71"/>
                <a:gd name="T5" fmla="*/ 797 h 42"/>
                <a:gd name="T6" fmla="*/ 1118 w 71"/>
                <a:gd name="T7" fmla="*/ 533 h 42"/>
                <a:gd name="T8" fmla="*/ 975 w 71"/>
                <a:gd name="T9" fmla="*/ 192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1" h="42">
                  <a:moveTo>
                    <a:pt x="62" y="10"/>
                  </a:moveTo>
                  <a:cubicBezTo>
                    <a:pt x="62" y="10"/>
                    <a:pt x="34" y="0"/>
                    <a:pt x="0" y="21"/>
                  </a:cubicBezTo>
                  <a:cubicBezTo>
                    <a:pt x="7" y="42"/>
                    <a:pt x="7" y="42"/>
                    <a:pt x="7" y="42"/>
                  </a:cubicBezTo>
                  <a:cubicBezTo>
                    <a:pt x="7" y="42"/>
                    <a:pt x="46" y="21"/>
                    <a:pt x="71" y="28"/>
                  </a:cubicBezTo>
                  <a:lnTo>
                    <a:pt x="62" y="10"/>
                  </a:lnTo>
                  <a:close/>
                </a:path>
              </a:pathLst>
            </a:custGeom>
            <a:solidFill>
              <a:srgbClr val="98CD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127" name="Freeform 866">
              <a:extLst>
                <a:ext uri="{FF2B5EF4-FFF2-40B4-BE49-F238E27FC236}">
                  <a16:creationId xmlns:a16="http://schemas.microsoft.com/office/drawing/2014/main" id="{454F87D4-D768-4E91-AB7D-C0E595844FC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5" y="3811"/>
              <a:ext cx="180" cy="114"/>
            </a:xfrm>
            <a:custGeom>
              <a:avLst/>
              <a:gdLst>
                <a:gd name="T0" fmla="*/ 988 w 72"/>
                <a:gd name="T1" fmla="*/ 204 h 43"/>
                <a:gd name="T2" fmla="*/ 0 w 72"/>
                <a:gd name="T3" fmla="*/ 408 h 43"/>
                <a:gd name="T4" fmla="*/ 113 w 72"/>
                <a:gd name="T5" fmla="*/ 801 h 43"/>
                <a:gd name="T6" fmla="*/ 1125 w 72"/>
                <a:gd name="T7" fmla="*/ 520 h 43"/>
                <a:gd name="T8" fmla="*/ 988 w 72"/>
                <a:gd name="T9" fmla="*/ 204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2" h="43">
                  <a:moveTo>
                    <a:pt x="63" y="11"/>
                  </a:moveTo>
                  <a:cubicBezTo>
                    <a:pt x="63" y="11"/>
                    <a:pt x="35" y="0"/>
                    <a:pt x="0" y="22"/>
                  </a:cubicBezTo>
                  <a:cubicBezTo>
                    <a:pt x="7" y="43"/>
                    <a:pt x="7" y="43"/>
                    <a:pt x="7" y="43"/>
                  </a:cubicBezTo>
                  <a:cubicBezTo>
                    <a:pt x="7" y="43"/>
                    <a:pt x="46" y="22"/>
                    <a:pt x="72" y="28"/>
                  </a:cubicBezTo>
                  <a:lnTo>
                    <a:pt x="63" y="11"/>
                  </a:lnTo>
                  <a:close/>
                </a:path>
              </a:pathLst>
            </a:custGeom>
            <a:solidFill>
              <a:srgbClr val="A275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128" name="Freeform 867">
              <a:extLst>
                <a:ext uri="{FF2B5EF4-FFF2-40B4-BE49-F238E27FC236}">
                  <a16:creationId xmlns:a16="http://schemas.microsoft.com/office/drawing/2014/main" id="{AB1F11AD-3A79-439F-BBFF-8E8BBC045DC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3" y="3960"/>
              <a:ext cx="207" cy="107"/>
            </a:xfrm>
            <a:custGeom>
              <a:avLst/>
              <a:gdLst>
                <a:gd name="T0" fmla="*/ 1257 w 83"/>
                <a:gd name="T1" fmla="*/ 500 h 40"/>
                <a:gd name="T2" fmla="*/ 1100 w 83"/>
                <a:gd name="T3" fmla="*/ 629 h 40"/>
                <a:gd name="T4" fmla="*/ 903 w 83"/>
                <a:gd name="T5" fmla="*/ 709 h 40"/>
                <a:gd name="T6" fmla="*/ 716 w 83"/>
                <a:gd name="T7" fmla="*/ 765 h 40"/>
                <a:gd name="T8" fmla="*/ 511 w 83"/>
                <a:gd name="T9" fmla="*/ 744 h 40"/>
                <a:gd name="T10" fmla="*/ 167 w 83"/>
                <a:gd name="T11" fmla="*/ 516 h 40"/>
                <a:gd name="T12" fmla="*/ 12 w 83"/>
                <a:gd name="T13" fmla="*/ 115 h 40"/>
                <a:gd name="T14" fmla="*/ 12 w 83"/>
                <a:gd name="T15" fmla="*/ 21 h 40"/>
                <a:gd name="T16" fmla="*/ 62 w 83"/>
                <a:gd name="T17" fmla="*/ 78 h 40"/>
                <a:gd name="T18" fmla="*/ 217 w 83"/>
                <a:gd name="T19" fmla="*/ 308 h 40"/>
                <a:gd name="T20" fmla="*/ 716 w 83"/>
                <a:gd name="T21" fmla="*/ 572 h 40"/>
                <a:gd name="T22" fmla="*/ 903 w 83"/>
                <a:gd name="T23" fmla="*/ 479 h 40"/>
                <a:gd name="T24" fmla="*/ 1132 w 83"/>
                <a:gd name="T25" fmla="*/ 385 h 40"/>
                <a:gd name="T26" fmla="*/ 1244 w 83"/>
                <a:gd name="T27" fmla="*/ 342 h 40"/>
                <a:gd name="T28" fmla="*/ 1287 w 83"/>
                <a:gd name="T29" fmla="*/ 457 h 40"/>
                <a:gd name="T30" fmla="*/ 1257 w 83"/>
                <a:gd name="T31" fmla="*/ 516 h 40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83" h="40">
                  <a:moveTo>
                    <a:pt x="81" y="26"/>
                  </a:moveTo>
                  <a:cubicBezTo>
                    <a:pt x="79" y="30"/>
                    <a:pt x="74" y="32"/>
                    <a:pt x="71" y="33"/>
                  </a:cubicBezTo>
                  <a:cubicBezTo>
                    <a:pt x="67" y="35"/>
                    <a:pt x="63" y="36"/>
                    <a:pt x="58" y="37"/>
                  </a:cubicBezTo>
                  <a:cubicBezTo>
                    <a:pt x="54" y="38"/>
                    <a:pt x="50" y="39"/>
                    <a:pt x="46" y="40"/>
                  </a:cubicBezTo>
                  <a:cubicBezTo>
                    <a:pt x="42" y="40"/>
                    <a:pt x="37" y="39"/>
                    <a:pt x="33" y="39"/>
                  </a:cubicBezTo>
                  <a:cubicBezTo>
                    <a:pt x="24" y="37"/>
                    <a:pt x="17" y="33"/>
                    <a:pt x="11" y="27"/>
                  </a:cubicBezTo>
                  <a:cubicBezTo>
                    <a:pt x="5" y="22"/>
                    <a:pt x="2" y="14"/>
                    <a:pt x="1" y="6"/>
                  </a:cubicBezTo>
                  <a:cubicBezTo>
                    <a:pt x="1" y="5"/>
                    <a:pt x="0" y="1"/>
                    <a:pt x="1" y="1"/>
                  </a:cubicBezTo>
                  <a:cubicBezTo>
                    <a:pt x="2" y="0"/>
                    <a:pt x="4" y="3"/>
                    <a:pt x="4" y="4"/>
                  </a:cubicBezTo>
                  <a:cubicBezTo>
                    <a:pt x="7" y="9"/>
                    <a:pt x="10" y="13"/>
                    <a:pt x="14" y="16"/>
                  </a:cubicBezTo>
                  <a:cubicBezTo>
                    <a:pt x="24" y="24"/>
                    <a:pt x="33" y="31"/>
                    <a:pt x="46" y="30"/>
                  </a:cubicBezTo>
                  <a:cubicBezTo>
                    <a:pt x="50" y="29"/>
                    <a:pt x="54" y="27"/>
                    <a:pt x="58" y="25"/>
                  </a:cubicBezTo>
                  <a:cubicBezTo>
                    <a:pt x="63" y="23"/>
                    <a:pt x="68" y="22"/>
                    <a:pt x="73" y="20"/>
                  </a:cubicBezTo>
                  <a:cubicBezTo>
                    <a:pt x="75" y="19"/>
                    <a:pt x="78" y="17"/>
                    <a:pt x="80" y="18"/>
                  </a:cubicBezTo>
                  <a:cubicBezTo>
                    <a:pt x="83" y="19"/>
                    <a:pt x="83" y="22"/>
                    <a:pt x="83" y="24"/>
                  </a:cubicBezTo>
                  <a:cubicBezTo>
                    <a:pt x="82" y="25"/>
                    <a:pt x="82" y="26"/>
                    <a:pt x="81" y="27"/>
                  </a:cubicBezTo>
                </a:path>
              </a:pathLst>
            </a:custGeom>
            <a:solidFill>
              <a:srgbClr val="C5E2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129" name="Freeform 868">
              <a:extLst>
                <a:ext uri="{FF2B5EF4-FFF2-40B4-BE49-F238E27FC236}">
                  <a16:creationId xmlns:a16="http://schemas.microsoft.com/office/drawing/2014/main" id="{59E649CA-A162-4CF6-A7E7-7777D423CD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0" y="3875"/>
              <a:ext cx="45" cy="45"/>
            </a:xfrm>
            <a:custGeom>
              <a:avLst/>
              <a:gdLst>
                <a:gd name="T0" fmla="*/ 283 w 18"/>
                <a:gd name="T1" fmla="*/ 225 h 17"/>
                <a:gd name="T2" fmla="*/ 95 w 18"/>
                <a:gd name="T3" fmla="*/ 315 h 17"/>
                <a:gd name="T4" fmla="*/ 0 w 18"/>
                <a:gd name="T5" fmla="*/ 0 h 17"/>
                <a:gd name="T6" fmla="*/ 113 w 18"/>
                <a:gd name="T7" fmla="*/ 259 h 17"/>
                <a:gd name="T8" fmla="*/ 283 w 18"/>
                <a:gd name="T9" fmla="*/ 225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7">
                  <a:moveTo>
                    <a:pt x="18" y="12"/>
                  </a:moveTo>
                  <a:cubicBezTo>
                    <a:pt x="18" y="12"/>
                    <a:pt x="8" y="16"/>
                    <a:pt x="6" y="17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7" y="14"/>
                    <a:pt x="7" y="14"/>
                    <a:pt x="7" y="14"/>
                  </a:cubicBezTo>
                  <a:lnTo>
                    <a:pt x="18" y="12"/>
                  </a:lnTo>
                  <a:close/>
                </a:path>
              </a:pathLst>
            </a:custGeom>
            <a:solidFill>
              <a:srgbClr val="B893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130" name="Freeform 869">
              <a:extLst>
                <a:ext uri="{FF2B5EF4-FFF2-40B4-BE49-F238E27FC236}">
                  <a16:creationId xmlns:a16="http://schemas.microsoft.com/office/drawing/2014/main" id="{134D1AD6-17B8-46A4-B8ED-E025E6C991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5" y="3843"/>
              <a:ext cx="15" cy="40"/>
            </a:xfrm>
            <a:custGeom>
              <a:avLst/>
              <a:gdLst>
                <a:gd name="T0" fmla="*/ 95 w 6"/>
                <a:gd name="T1" fmla="*/ 285 h 15"/>
                <a:gd name="T2" fmla="*/ 50 w 6"/>
                <a:gd name="T3" fmla="*/ 136 h 15"/>
                <a:gd name="T4" fmla="*/ 20 w 6"/>
                <a:gd name="T5" fmla="*/ 0 h 15"/>
                <a:gd name="T6" fmla="*/ 50 w 6"/>
                <a:gd name="T7" fmla="*/ 192 h 15"/>
                <a:gd name="T8" fmla="*/ 95 w 6"/>
                <a:gd name="T9" fmla="*/ 285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15">
                  <a:moveTo>
                    <a:pt x="6" y="15"/>
                  </a:moveTo>
                  <a:cubicBezTo>
                    <a:pt x="5" y="12"/>
                    <a:pt x="4" y="10"/>
                    <a:pt x="3" y="7"/>
                  </a:cubicBezTo>
                  <a:cubicBezTo>
                    <a:pt x="2" y="5"/>
                    <a:pt x="2" y="2"/>
                    <a:pt x="1" y="0"/>
                  </a:cubicBezTo>
                  <a:cubicBezTo>
                    <a:pt x="0" y="3"/>
                    <a:pt x="1" y="7"/>
                    <a:pt x="3" y="10"/>
                  </a:cubicBezTo>
                  <a:cubicBezTo>
                    <a:pt x="4" y="11"/>
                    <a:pt x="5" y="13"/>
                    <a:pt x="6" y="15"/>
                  </a:cubicBezTo>
                </a:path>
              </a:pathLst>
            </a:custGeom>
            <a:solidFill>
              <a:srgbClr val="AC52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131" name="Freeform 870">
              <a:extLst>
                <a:ext uri="{FF2B5EF4-FFF2-40B4-BE49-F238E27FC236}">
                  <a16:creationId xmlns:a16="http://schemas.microsoft.com/office/drawing/2014/main" id="{57886AF6-2239-4618-86AE-F3DF0DB4C3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0" y="3843"/>
              <a:ext cx="23" cy="16"/>
            </a:xfrm>
            <a:custGeom>
              <a:avLst/>
              <a:gdLst>
                <a:gd name="T0" fmla="*/ 130 w 9"/>
                <a:gd name="T1" fmla="*/ 56 h 6"/>
                <a:gd name="T2" fmla="*/ 0 w 9"/>
                <a:gd name="T3" fmla="*/ 35 h 6"/>
                <a:gd name="T4" fmla="*/ 84 w 9"/>
                <a:gd name="T5" fmla="*/ 35 h 6"/>
                <a:gd name="T6" fmla="*/ 151 w 9"/>
                <a:gd name="T7" fmla="*/ 115 h 6"/>
                <a:gd name="T8" fmla="*/ 130 w 9"/>
                <a:gd name="T9" fmla="*/ 35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6">
                  <a:moveTo>
                    <a:pt x="8" y="3"/>
                  </a:moveTo>
                  <a:cubicBezTo>
                    <a:pt x="7" y="0"/>
                    <a:pt x="2" y="1"/>
                    <a:pt x="0" y="2"/>
                  </a:cubicBezTo>
                  <a:cubicBezTo>
                    <a:pt x="1" y="1"/>
                    <a:pt x="4" y="2"/>
                    <a:pt x="5" y="2"/>
                  </a:cubicBezTo>
                  <a:cubicBezTo>
                    <a:pt x="8" y="3"/>
                    <a:pt x="8" y="4"/>
                    <a:pt x="9" y="6"/>
                  </a:cubicBezTo>
                  <a:cubicBezTo>
                    <a:pt x="9" y="5"/>
                    <a:pt x="8" y="3"/>
                    <a:pt x="8" y="2"/>
                  </a:cubicBezTo>
                </a:path>
              </a:pathLst>
            </a:custGeom>
            <a:solidFill>
              <a:srgbClr val="AC52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132" name="Freeform 871">
              <a:extLst>
                <a:ext uri="{FF2B5EF4-FFF2-40B4-BE49-F238E27FC236}">
                  <a16:creationId xmlns:a16="http://schemas.microsoft.com/office/drawing/2014/main" id="{9A88D128-9D87-451E-9E99-A5AA9AF4B2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5" y="3859"/>
              <a:ext cx="8" cy="10"/>
            </a:xfrm>
            <a:custGeom>
              <a:avLst/>
              <a:gdLst>
                <a:gd name="T0" fmla="*/ 35 w 3"/>
                <a:gd name="T1" fmla="*/ 20 h 4"/>
                <a:gd name="T2" fmla="*/ 56 w 3"/>
                <a:gd name="T3" fmla="*/ 20 h 4"/>
                <a:gd name="T4" fmla="*/ 21 w 3"/>
                <a:gd name="T5" fmla="*/ 50 h 4"/>
                <a:gd name="T6" fmla="*/ 56 w 3"/>
                <a:gd name="T7" fmla="*/ 2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4">
                  <a:moveTo>
                    <a:pt x="2" y="1"/>
                  </a:moveTo>
                  <a:cubicBezTo>
                    <a:pt x="2" y="1"/>
                    <a:pt x="2" y="1"/>
                    <a:pt x="3" y="1"/>
                  </a:cubicBezTo>
                  <a:cubicBezTo>
                    <a:pt x="3" y="2"/>
                    <a:pt x="2" y="4"/>
                    <a:pt x="1" y="3"/>
                  </a:cubicBezTo>
                  <a:cubicBezTo>
                    <a:pt x="0" y="1"/>
                    <a:pt x="2" y="0"/>
                    <a:pt x="3" y="1"/>
                  </a:cubicBezTo>
                </a:path>
              </a:pathLst>
            </a:custGeom>
            <a:solidFill>
              <a:srgbClr val="AC52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133" name="Freeform 872">
              <a:extLst>
                <a:ext uri="{FF2B5EF4-FFF2-40B4-BE49-F238E27FC236}">
                  <a16:creationId xmlns:a16="http://schemas.microsoft.com/office/drawing/2014/main" id="{5B44AE94-572B-4A43-B4C7-41B784F903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5" y="3861"/>
              <a:ext cx="5" cy="8"/>
            </a:xfrm>
            <a:custGeom>
              <a:avLst/>
              <a:gdLst>
                <a:gd name="T0" fmla="*/ 20 w 2"/>
                <a:gd name="T1" fmla="*/ 35 h 3"/>
                <a:gd name="T2" fmla="*/ 0 w 2"/>
                <a:gd name="T3" fmla="*/ 35 h 3"/>
                <a:gd name="T4" fmla="*/ 33 w 2"/>
                <a:gd name="T5" fmla="*/ 21 h 3"/>
                <a:gd name="T6" fmla="*/ 33 w 2"/>
                <a:gd name="T7" fmla="*/ 35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3">
                  <a:moveTo>
                    <a:pt x="1" y="2"/>
                  </a:moveTo>
                  <a:cubicBezTo>
                    <a:pt x="2" y="3"/>
                    <a:pt x="0" y="3"/>
                    <a:pt x="0" y="2"/>
                  </a:cubicBezTo>
                  <a:cubicBezTo>
                    <a:pt x="0" y="1"/>
                    <a:pt x="1" y="0"/>
                    <a:pt x="2" y="1"/>
                  </a:cubicBezTo>
                  <a:cubicBezTo>
                    <a:pt x="2" y="1"/>
                    <a:pt x="2" y="2"/>
                    <a:pt x="2" y="2"/>
                  </a:cubicBezTo>
                </a:path>
              </a:pathLst>
            </a:custGeom>
            <a:solidFill>
              <a:srgbClr val="AC52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134" name="Freeform 873">
              <a:extLst>
                <a:ext uri="{FF2B5EF4-FFF2-40B4-BE49-F238E27FC236}">
                  <a16:creationId xmlns:a16="http://schemas.microsoft.com/office/drawing/2014/main" id="{FC3667BF-A4B4-4431-9101-DAD1086058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0" y="3867"/>
              <a:ext cx="8" cy="8"/>
            </a:xfrm>
            <a:custGeom>
              <a:avLst/>
              <a:gdLst>
                <a:gd name="T0" fmla="*/ 35 w 3"/>
                <a:gd name="T1" fmla="*/ 35 h 3"/>
                <a:gd name="T2" fmla="*/ 21 w 3"/>
                <a:gd name="T3" fmla="*/ 21 h 3"/>
                <a:gd name="T4" fmla="*/ 21 w 3"/>
                <a:gd name="T5" fmla="*/ 35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2" y="2"/>
                  </a:moveTo>
                  <a:cubicBezTo>
                    <a:pt x="1" y="3"/>
                    <a:pt x="0" y="1"/>
                    <a:pt x="1" y="1"/>
                  </a:cubicBezTo>
                  <a:cubicBezTo>
                    <a:pt x="3" y="0"/>
                    <a:pt x="3" y="2"/>
                    <a:pt x="1" y="2"/>
                  </a:cubicBezTo>
                </a:path>
              </a:pathLst>
            </a:custGeom>
            <a:solidFill>
              <a:srgbClr val="AC52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135" name="Freeform 874">
              <a:extLst>
                <a:ext uri="{FF2B5EF4-FFF2-40B4-BE49-F238E27FC236}">
                  <a16:creationId xmlns:a16="http://schemas.microsoft.com/office/drawing/2014/main" id="{F0A3C0A4-9C2A-4E86-9D41-664033C5867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7" y="3747"/>
              <a:ext cx="318" cy="354"/>
            </a:xfrm>
            <a:custGeom>
              <a:avLst/>
              <a:gdLst>
                <a:gd name="T0" fmla="*/ 363 w 127"/>
                <a:gd name="T1" fmla="*/ 828 h 133"/>
                <a:gd name="T2" fmla="*/ 145 w 127"/>
                <a:gd name="T3" fmla="*/ 0 h 133"/>
                <a:gd name="T4" fmla="*/ 20 w 127"/>
                <a:gd name="T5" fmla="*/ 681 h 133"/>
                <a:gd name="T6" fmla="*/ 739 w 127"/>
                <a:gd name="T7" fmla="*/ 2430 h 133"/>
                <a:gd name="T8" fmla="*/ 1650 w 127"/>
                <a:gd name="T9" fmla="*/ 1246 h 133"/>
                <a:gd name="T10" fmla="*/ 1159 w 127"/>
                <a:gd name="T11" fmla="*/ 261 h 133"/>
                <a:gd name="T12" fmla="*/ 1254 w 127"/>
                <a:gd name="T13" fmla="*/ 623 h 1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7" h="133">
                  <a:moveTo>
                    <a:pt x="23" y="44"/>
                  </a:moveTo>
                  <a:cubicBezTo>
                    <a:pt x="18" y="37"/>
                    <a:pt x="9" y="21"/>
                    <a:pt x="9" y="0"/>
                  </a:cubicBezTo>
                  <a:cubicBezTo>
                    <a:pt x="9" y="0"/>
                    <a:pt x="0" y="8"/>
                    <a:pt x="1" y="36"/>
                  </a:cubicBezTo>
                  <a:cubicBezTo>
                    <a:pt x="1" y="64"/>
                    <a:pt x="1" y="133"/>
                    <a:pt x="47" y="129"/>
                  </a:cubicBezTo>
                  <a:cubicBezTo>
                    <a:pt x="94" y="124"/>
                    <a:pt x="127" y="101"/>
                    <a:pt x="105" y="66"/>
                  </a:cubicBezTo>
                  <a:cubicBezTo>
                    <a:pt x="83" y="30"/>
                    <a:pt x="74" y="14"/>
                    <a:pt x="74" y="14"/>
                  </a:cubicBezTo>
                  <a:cubicBezTo>
                    <a:pt x="74" y="14"/>
                    <a:pt x="77" y="23"/>
                    <a:pt x="80" y="33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136" name="Freeform 875">
              <a:extLst>
                <a:ext uri="{FF2B5EF4-FFF2-40B4-BE49-F238E27FC236}">
                  <a16:creationId xmlns:a16="http://schemas.microsoft.com/office/drawing/2014/main" id="{AD02CAC3-5603-4C1E-8957-FEFEBEAD22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5" y="3811"/>
              <a:ext cx="180" cy="114"/>
            </a:xfrm>
            <a:custGeom>
              <a:avLst/>
              <a:gdLst>
                <a:gd name="T0" fmla="*/ 988 w 72"/>
                <a:gd name="T1" fmla="*/ 204 h 43"/>
                <a:gd name="T2" fmla="*/ 0 w 72"/>
                <a:gd name="T3" fmla="*/ 408 h 43"/>
                <a:gd name="T4" fmla="*/ 113 w 72"/>
                <a:gd name="T5" fmla="*/ 801 h 43"/>
                <a:gd name="T6" fmla="*/ 1125 w 72"/>
                <a:gd name="T7" fmla="*/ 520 h 43"/>
                <a:gd name="T8" fmla="*/ 988 w 72"/>
                <a:gd name="T9" fmla="*/ 204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2" h="43">
                  <a:moveTo>
                    <a:pt x="63" y="11"/>
                  </a:moveTo>
                  <a:cubicBezTo>
                    <a:pt x="63" y="11"/>
                    <a:pt x="35" y="0"/>
                    <a:pt x="0" y="22"/>
                  </a:cubicBezTo>
                  <a:cubicBezTo>
                    <a:pt x="7" y="43"/>
                    <a:pt x="7" y="43"/>
                    <a:pt x="7" y="43"/>
                  </a:cubicBezTo>
                  <a:cubicBezTo>
                    <a:pt x="7" y="43"/>
                    <a:pt x="46" y="22"/>
                    <a:pt x="72" y="28"/>
                  </a:cubicBezTo>
                  <a:lnTo>
                    <a:pt x="63" y="11"/>
                  </a:lnTo>
                  <a:close/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137" name="Freeform 876">
              <a:extLst>
                <a:ext uri="{FF2B5EF4-FFF2-40B4-BE49-F238E27FC236}">
                  <a16:creationId xmlns:a16="http://schemas.microsoft.com/office/drawing/2014/main" id="{2DC9FF5E-8FBE-4523-A05D-108C749911F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358" y="3829"/>
              <a:ext cx="72" cy="64"/>
            </a:xfrm>
            <a:custGeom>
              <a:avLst/>
              <a:gdLst>
                <a:gd name="T0" fmla="*/ 12 w 29"/>
                <a:gd name="T1" fmla="*/ 115 h 24"/>
                <a:gd name="T2" fmla="*/ 74 w 29"/>
                <a:gd name="T3" fmla="*/ 376 h 24"/>
                <a:gd name="T4" fmla="*/ 166 w 29"/>
                <a:gd name="T5" fmla="*/ 456 h 24"/>
                <a:gd name="T6" fmla="*/ 400 w 29"/>
                <a:gd name="T7" fmla="*/ 435 h 24"/>
                <a:gd name="T8" fmla="*/ 444 w 29"/>
                <a:gd name="T9" fmla="*/ 363 h 24"/>
                <a:gd name="T10" fmla="*/ 382 w 29"/>
                <a:gd name="T11" fmla="*/ 77 h 24"/>
                <a:gd name="T12" fmla="*/ 290 w 29"/>
                <a:gd name="T13" fmla="*/ 0 h 24"/>
                <a:gd name="T14" fmla="*/ 62 w 29"/>
                <a:gd name="T15" fmla="*/ 21 h 24"/>
                <a:gd name="T16" fmla="*/ 12 w 29"/>
                <a:gd name="T17" fmla="*/ 115 h 24"/>
                <a:gd name="T18" fmla="*/ 124 w 29"/>
                <a:gd name="T19" fmla="*/ 93 h 24"/>
                <a:gd name="T20" fmla="*/ 278 w 29"/>
                <a:gd name="T21" fmla="*/ 77 h 24"/>
                <a:gd name="T22" fmla="*/ 320 w 29"/>
                <a:gd name="T23" fmla="*/ 136 h 24"/>
                <a:gd name="T24" fmla="*/ 370 w 29"/>
                <a:gd name="T25" fmla="*/ 320 h 24"/>
                <a:gd name="T26" fmla="*/ 340 w 29"/>
                <a:gd name="T27" fmla="*/ 363 h 24"/>
                <a:gd name="T28" fmla="*/ 184 w 29"/>
                <a:gd name="T29" fmla="*/ 376 h 24"/>
                <a:gd name="T30" fmla="*/ 137 w 29"/>
                <a:gd name="T31" fmla="*/ 341 h 24"/>
                <a:gd name="T32" fmla="*/ 92 w 29"/>
                <a:gd name="T33" fmla="*/ 149 h 24"/>
                <a:gd name="T34" fmla="*/ 124 w 29"/>
                <a:gd name="T35" fmla="*/ 93 h 24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29" h="24">
                  <a:moveTo>
                    <a:pt x="1" y="6"/>
                  </a:moveTo>
                  <a:cubicBezTo>
                    <a:pt x="5" y="20"/>
                    <a:pt x="5" y="20"/>
                    <a:pt x="5" y="20"/>
                  </a:cubicBezTo>
                  <a:cubicBezTo>
                    <a:pt x="6" y="23"/>
                    <a:pt x="8" y="24"/>
                    <a:pt x="11" y="24"/>
                  </a:cubicBezTo>
                  <a:cubicBezTo>
                    <a:pt x="26" y="23"/>
                    <a:pt x="26" y="23"/>
                    <a:pt x="26" y="23"/>
                  </a:cubicBezTo>
                  <a:cubicBezTo>
                    <a:pt x="28" y="23"/>
                    <a:pt x="29" y="21"/>
                    <a:pt x="29" y="19"/>
                  </a:cubicBezTo>
                  <a:cubicBezTo>
                    <a:pt x="25" y="4"/>
                    <a:pt x="25" y="4"/>
                    <a:pt x="25" y="4"/>
                  </a:cubicBezTo>
                  <a:cubicBezTo>
                    <a:pt x="24" y="2"/>
                    <a:pt x="21" y="0"/>
                    <a:pt x="19" y="0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2" y="2"/>
                    <a:pt x="0" y="3"/>
                    <a:pt x="1" y="6"/>
                  </a:cubicBezTo>
                  <a:close/>
                  <a:moveTo>
                    <a:pt x="8" y="5"/>
                  </a:moveTo>
                  <a:cubicBezTo>
                    <a:pt x="18" y="4"/>
                    <a:pt x="18" y="4"/>
                    <a:pt x="18" y="4"/>
                  </a:cubicBezTo>
                  <a:cubicBezTo>
                    <a:pt x="19" y="4"/>
                    <a:pt x="21" y="5"/>
                    <a:pt x="21" y="7"/>
                  </a:cubicBezTo>
                  <a:cubicBezTo>
                    <a:pt x="24" y="17"/>
                    <a:pt x="24" y="17"/>
                    <a:pt x="24" y="17"/>
                  </a:cubicBezTo>
                  <a:cubicBezTo>
                    <a:pt x="25" y="18"/>
                    <a:pt x="24" y="19"/>
                    <a:pt x="22" y="19"/>
                  </a:cubicBezTo>
                  <a:cubicBezTo>
                    <a:pt x="12" y="20"/>
                    <a:pt x="12" y="20"/>
                    <a:pt x="12" y="20"/>
                  </a:cubicBezTo>
                  <a:cubicBezTo>
                    <a:pt x="11" y="20"/>
                    <a:pt x="9" y="19"/>
                    <a:pt x="9" y="18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5" y="6"/>
                    <a:pt x="6" y="5"/>
                    <a:pt x="8" y="5"/>
                  </a:cubicBezTo>
                  <a:close/>
                </a:path>
              </a:pathLst>
            </a:custGeom>
            <a:solidFill>
              <a:srgbClr val="11100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138" name="Freeform 877">
              <a:extLst>
                <a:ext uri="{FF2B5EF4-FFF2-40B4-BE49-F238E27FC236}">
                  <a16:creationId xmlns:a16="http://schemas.microsoft.com/office/drawing/2014/main" id="{E8B2A1F9-EF28-4DBB-8D7F-EA03475734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3" y="3856"/>
              <a:ext cx="17" cy="8"/>
            </a:xfrm>
            <a:custGeom>
              <a:avLst/>
              <a:gdLst>
                <a:gd name="T0" fmla="*/ 0 w 7"/>
                <a:gd name="T1" fmla="*/ 56 h 3"/>
                <a:gd name="T2" fmla="*/ 100 w 7"/>
                <a:gd name="T3" fmla="*/ 21 h 3"/>
                <a:gd name="T4" fmla="*/ 41 w 7"/>
                <a:gd name="T5" fmla="*/ 21 h 3"/>
                <a:gd name="T6" fmla="*/ 0 w 7"/>
                <a:gd name="T7" fmla="*/ 21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3">
                  <a:moveTo>
                    <a:pt x="0" y="3"/>
                  </a:moveTo>
                  <a:cubicBezTo>
                    <a:pt x="3" y="3"/>
                    <a:pt x="5" y="2"/>
                    <a:pt x="7" y="1"/>
                  </a:cubicBezTo>
                  <a:cubicBezTo>
                    <a:pt x="6" y="0"/>
                    <a:pt x="4" y="1"/>
                    <a:pt x="3" y="1"/>
                  </a:cubicBezTo>
                  <a:cubicBezTo>
                    <a:pt x="2" y="1"/>
                    <a:pt x="1" y="0"/>
                    <a:pt x="0" y="1"/>
                  </a:cubicBezTo>
                </a:path>
              </a:pathLst>
            </a:custGeom>
            <a:solidFill>
              <a:srgbClr val="11100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</p:grpSp>
      <p:grpSp>
        <p:nvGrpSpPr>
          <p:cNvPr id="43017" name="Mint-green-maxi-dress-illustration">
            <a:extLst>
              <a:ext uri="{FF2B5EF4-FFF2-40B4-BE49-F238E27FC236}">
                <a16:creationId xmlns:a16="http://schemas.microsoft.com/office/drawing/2014/main" id="{BAF1EFAA-61DD-4DA5-890B-BB4B2A432537}"/>
              </a:ext>
            </a:extLst>
          </p:cNvPr>
          <p:cNvGrpSpPr>
            <a:grpSpLocks/>
          </p:cNvGrpSpPr>
          <p:nvPr/>
        </p:nvGrpSpPr>
        <p:grpSpPr bwMode="auto">
          <a:xfrm>
            <a:off x="4359275" y="1990725"/>
            <a:ext cx="1165225" cy="4197350"/>
            <a:chOff x="1797" y="818"/>
            <a:chExt cx="774" cy="2788"/>
          </a:xfrm>
        </p:grpSpPr>
        <p:sp>
          <p:nvSpPr>
            <p:cNvPr id="43091" name="Freeform 879">
              <a:extLst>
                <a:ext uri="{FF2B5EF4-FFF2-40B4-BE49-F238E27FC236}">
                  <a16:creationId xmlns:a16="http://schemas.microsoft.com/office/drawing/2014/main" id="{46D1E5A3-E99E-4201-89E6-D4C4BDCFBC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7" y="818"/>
              <a:ext cx="772" cy="2788"/>
            </a:xfrm>
            <a:custGeom>
              <a:avLst/>
              <a:gdLst>
                <a:gd name="T0" fmla="*/ 620 w 462"/>
                <a:gd name="T1" fmla="*/ 0 h 1565"/>
                <a:gd name="T2" fmla="*/ 1557 w 462"/>
                <a:gd name="T3" fmla="*/ 7 h 1565"/>
                <a:gd name="T4" fmla="*/ 1838 w 462"/>
                <a:gd name="T5" fmla="*/ 137 h 1565"/>
                <a:gd name="T6" fmla="*/ 2085 w 462"/>
                <a:gd name="T7" fmla="*/ 1129 h 1565"/>
                <a:gd name="T8" fmla="*/ 1768 w 462"/>
                <a:gd name="T9" fmla="*/ 1194 h 1565"/>
                <a:gd name="T10" fmla="*/ 1793 w 462"/>
                <a:gd name="T11" fmla="*/ 1969 h 1565"/>
                <a:gd name="T12" fmla="*/ 1913 w 462"/>
                <a:gd name="T13" fmla="*/ 2640 h 1565"/>
                <a:gd name="T14" fmla="*/ 1893 w 462"/>
                <a:gd name="T15" fmla="*/ 4828 h 1565"/>
                <a:gd name="T16" fmla="*/ 1848 w 462"/>
                <a:gd name="T17" fmla="*/ 8362 h 1565"/>
                <a:gd name="T18" fmla="*/ 279 w 462"/>
                <a:gd name="T19" fmla="*/ 8362 h 1565"/>
                <a:gd name="T20" fmla="*/ 317 w 462"/>
                <a:gd name="T21" fmla="*/ 4885 h 1565"/>
                <a:gd name="T22" fmla="*/ 249 w 462"/>
                <a:gd name="T23" fmla="*/ 2726 h 1565"/>
                <a:gd name="T24" fmla="*/ 378 w 462"/>
                <a:gd name="T25" fmla="*/ 1952 h 1565"/>
                <a:gd name="T26" fmla="*/ 383 w 462"/>
                <a:gd name="T27" fmla="*/ 1694 h 1565"/>
                <a:gd name="T28" fmla="*/ 388 w 462"/>
                <a:gd name="T29" fmla="*/ 1243 h 1565"/>
                <a:gd name="T30" fmla="*/ 79 w 462"/>
                <a:gd name="T31" fmla="*/ 1153 h 1565"/>
                <a:gd name="T32" fmla="*/ 291 w 462"/>
                <a:gd name="T33" fmla="*/ 159 h 1565"/>
                <a:gd name="T34" fmla="*/ 620 w 462"/>
                <a:gd name="T35" fmla="*/ 0 h 156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462" h="1565">
                  <a:moveTo>
                    <a:pt x="133" y="0"/>
                  </a:moveTo>
                  <a:cubicBezTo>
                    <a:pt x="133" y="0"/>
                    <a:pt x="226" y="184"/>
                    <a:pt x="334" y="1"/>
                  </a:cubicBezTo>
                  <a:cubicBezTo>
                    <a:pt x="334" y="1"/>
                    <a:pt x="371" y="0"/>
                    <a:pt x="394" y="24"/>
                  </a:cubicBezTo>
                  <a:cubicBezTo>
                    <a:pt x="394" y="24"/>
                    <a:pt x="440" y="64"/>
                    <a:pt x="447" y="200"/>
                  </a:cubicBezTo>
                  <a:cubicBezTo>
                    <a:pt x="447" y="200"/>
                    <a:pt x="400" y="217"/>
                    <a:pt x="379" y="211"/>
                  </a:cubicBezTo>
                  <a:cubicBezTo>
                    <a:pt x="379" y="211"/>
                    <a:pt x="392" y="264"/>
                    <a:pt x="384" y="348"/>
                  </a:cubicBezTo>
                  <a:cubicBezTo>
                    <a:pt x="383" y="365"/>
                    <a:pt x="392" y="435"/>
                    <a:pt x="410" y="467"/>
                  </a:cubicBezTo>
                  <a:cubicBezTo>
                    <a:pt x="427" y="499"/>
                    <a:pt x="462" y="604"/>
                    <a:pt x="406" y="854"/>
                  </a:cubicBezTo>
                  <a:cubicBezTo>
                    <a:pt x="349" y="1105"/>
                    <a:pt x="396" y="1479"/>
                    <a:pt x="396" y="1479"/>
                  </a:cubicBezTo>
                  <a:cubicBezTo>
                    <a:pt x="396" y="1479"/>
                    <a:pt x="264" y="1565"/>
                    <a:pt x="60" y="1479"/>
                  </a:cubicBezTo>
                  <a:cubicBezTo>
                    <a:pt x="60" y="1479"/>
                    <a:pt x="83" y="938"/>
                    <a:pt x="68" y="864"/>
                  </a:cubicBezTo>
                  <a:cubicBezTo>
                    <a:pt x="53" y="790"/>
                    <a:pt x="0" y="622"/>
                    <a:pt x="53" y="482"/>
                  </a:cubicBezTo>
                  <a:cubicBezTo>
                    <a:pt x="61" y="461"/>
                    <a:pt x="84" y="427"/>
                    <a:pt x="81" y="345"/>
                  </a:cubicBezTo>
                  <a:cubicBezTo>
                    <a:pt x="81" y="345"/>
                    <a:pt x="84" y="321"/>
                    <a:pt x="82" y="300"/>
                  </a:cubicBezTo>
                  <a:cubicBezTo>
                    <a:pt x="77" y="266"/>
                    <a:pt x="74" y="235"/>
                    <a:pt x="83" y="220"/>
                  </a:cubicBezTo>
                  <a:cubicBezTo>
                    <a:pt x="83" y="220"/>
                    <a:pt x="40" y="222"/>
                    <a:pt x="17" y="204"/>
                  </a:cubicBezTo>
                  <a:cubicBezTo>
                    <a:pt x="17" y="204"/>
                    <a:pt x="17" y="84"/>
                    <a:pt x="62" y="28"/>
                  </a:cubicBezTo>
                  <a:cubicBezTo>
                    <a:pt x="62" y="28"/>
                    <a:pt x="82" y="4"/>
                    <a:pt x="133" y="0"/>
                  </a:cubicBezTo>
                  <a:close/>
                </a:path>
              </a:pathLst>
            </a:custGeom>
            <a:solidFill>
              <a:srgbClr val="BBDE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092" name="Freeform 880">
              <a:extLst>
                <a:ext uri="{FF2B5EF4-FFF2-40B4-BE49-F238E27FC236}">
                  <a16:creationId xmlns:a16="http://schemas.microsoft.com/office/drawing/2014/main" id="{B45A9298-49D5-4436-B889-6A9EA9C14BF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1" y="820"/>
              <a:ext cx="770" cy="2786"/>
            </a:xfrm>
            <a:custGeom>
              <a:avLst/>
              <a:gdLst>
                <a:gd name="T0" fmla="*/ 613 w 461"/>
                <a:gd name="T1" fmla="*/ 0 h 1564"/>
                <a:gd name="T2" fmla="*/ 1557 w 461"/>
                <a:gd name="T3" fmla="*/ 0 h 1564"/>
                <a:gd name="T4" fmla="*/ 1836 w 461"/>
                <a:gd name="T5" fmla="*/ 130 h 1564"/>
                <a:gd name="T6" fmla="*/ 2085 w 461"/>
                <a:gd name="T7" fmla="*/ 1124 h 1564"/>
                <a:gd name="T8" fmla="*/ 1760 w 461"/>
                <a:gd name="T9" fmla="*/ 1193 h 1564"/>
                <a:gd name="T10" fmla="*/ 1786 w 461"/>
                <a:gd name="T11" fmla="*/ 1589 h 1564"/>
                <a:gd name="T12" fmla="*/ 1789 w 461"/>
                <a:gd name="T13" fmla="*/ 1961 h 1564"/>
                <a:gd name="T14" fmla="*/ 1906 w 461"/>
                <a:gd name="T15" fmla="*/ 2635 h 1564"/>
                <a:gd name="T16" fmla="*/ 1886 w 461"/>
                <a:gd name="T17" fmla="*/ 4826 h 1564"/>
                <a:gd name="T18" fmla="*/ 1841 w 461"/>
                <a:gd name="T19" fmla="*/ 8354 h 1564"/>
                <a:gd name="T20" fmla="*/ 276 w 461"/>
                <a:gd name="T21" fmla="*/ 8354 h 1564"/>
                <a:gd name="T22" fmla="*/ 317 w 461"/>
                <a:gd name="T23" fmla="*/ 4877 h 1564"/>
                <a:gd name="T24" fmla="*/ 249 w 461"/>
                <a:gd name="T25" fmla="*/ 2720 h 1564"/>
                <a:gd name="T26" fmla="*/ 376 w 461"/>
                <a:gd name="T27" fmla="*/ 1945 h 1564"/>
                <a:gd name="T28" fmla="*/ 374 w 461"/>
                <a:gd name="T29" fmla="*/ 1735 h 1564"/>
                <a:gd name="T30" fmla="*/ 382 w 461"/>
                <a:gd name="T31" fmla="*/ 1238 h 1564"/>
                <a:gd name="T32" fmla="*/ 75 w 461"/>
                <a:gd name="T33" fmla="*/ 1149 h 1564"/>
                <a:gd name="T34" fmla="*/ 291 w 461"/>
                <a:gd name="T35" fmla="*/ 153 h 1564"/>
                <a:gd name="T36" fmla="*/ 613 w 461"/>
                <a:gd name="T37" fmla="*/ 0 h 1564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461" h="1564">
                  <a:moveTo>
                    <a:pt x="132" y="0"/>
                  </a:moveTo>
                  <a:cubicBezTo>
                    <a:pt x="132" y="0"/>
                    <a:pt x="225" y="184"/>
                    <a:pt x="334" y="0"/>
                  </a:cubicBezTo>
                  <a:cubicBezTo>
                    <a:pt x="334" y="0"/>
                    <a:pt x="371" y="0"/>
                    <a:pt x="394" y="23"/>
                  </a:cubicBezTo>
                  <a:cubicBezTo>
                    <a:pt x="394" y="23"/>
                    <a:pt x="439" y="63"/>
                    <a:pt x="447" y="199"/>
                  </a:cubicBezTo>
                  <a:cubicBezTo>
                    <a:pt x="447" y="199"/>
                    <a:pt x="399" y="216"/>
                    <a:pt x="378" y="211"/>
                  </a:cubicBezTo>
                  <a:cubicBezTo>
                    <a:pt x="378" y="211"/>
                    <a:pt x="385" y="248"/>
                    <a:pt x="383" y="281"/>
                  </a:cubicBezTo>
                  <a:cubicBezTo>
                    <a:pt x="381" y="310"/>
                    <a:pt x="385" y="339"/>
                    <a:pt x="384" y="347"/>
                  </a:cubicBezTo>
                  <a:cubicBezTo>
                    <a:pt x="381" y="364"/>
                    <a:pt x="392" y="434"/>
                    <a:pt x="409" y="466"/>
                  </a:cubicBezTo>
                  <a:cubicBezTo>
                    <a:pt x="427" y="498"/>
                    <a:pt x="461" y="603"/>
                    <a:pt x="405" y="854"/>
                  </a:cubicBezTo>
                  <a:cubicBezTo>
                    <a:pt x="349" y="1104"/>
                    <a:pt x="395" y="1478"/>
                    <a:pt x="395" y="1478"/>
                  </a:cubicBezTo>
                  <a:cubicBezTo>
                    <a:pt x="395" y="1478"/>
                    <a:pt x="264" y="1564"/>
                    <a:pt x="59" y="1478"/>
                  </a:cubicBezTo>
                  <a:cubicBezTo>
                    <a:pt x="59" y="1478"/>
                    <a:pt x="82" y="937"/>
                    <a:pt x="68" y="863"/>
                  </a:cubicBezTo>
                  <a:cubicBezTo>
                    <a:pt x="53" y="789"/>
                    <a:pt x="0" y="621"/>
                    <a:pt x="53" y="481"/>
                  </a:cubicBezTo>
                  <a:cubicBezTo>
                    <a:pt x="61" y="460"/>
                    <a:pt x="83" y="426"/>
                    <a:pt x="81" y="344"/>
                  </a:cubicBezTo>
                  <a:cubicBezTo>
                    <a:pt x="81" y="344"/>
                    <a:pt x="80" y="328"/>
                    <a:pt x="80" y="307"/>
                  </a:cubicBezTo>
                  <a:cubicBezTo>
                    <a:pt x="80" y="276"/>
                    <a:pt x="67" y="258"/>
                    <a:pt x="82" y="219"/>
                  </a:cubicBezTo>
                  <a:cubicBezTo>
                    <a:pt x="82" y="219"/>
                    <a:pt x="39" y="221"/>
                    <a:pt x="16" y="203"/>
                  </a:cubicBezTo>
                  <a:cubicBezTo>
                    <a:pt x="16" y="203"/>
                    <a:pt x="17" y="83"/>
                    <a:pt x="62" y="27"/>
                  </a:cubicBezTo>
                  <a:cubicBezTo>
                    <a:pt x="62" y="27"/>
                    <a:pt x="81" y="3"/>
                    <a:pt x="132" y="0"/>
                  </a:cubicBezTo>
                  <a:close/>
                </a:path>
              </a:pathLst>
            </a:custGeom>
            <a:noFill/>
            <a:ln w="4763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093" name="Freeform 881">
              <a:extLst>
                <a:ext uri="{FF2B5EF4-FFF2-40B4-BE49-F238E27FC236}">
                  <a16:creationId xmlns:a16="http://schemas.microsoft.com/office/drawing/2014/main" id="{54BEC569-7D1A-46D9-9D25-2A9897F5FD0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8" y="1092"/>
              <a:ext cx="10" cy="118"/>
            </a:xfrm>
            <a:custGeom>
              <a:avLst/>
              <a:gdLst>
                <a:gd name="T0" fmla="*/ 28 w 6"/>
                <a:gd name="T1" fmla="*/ 377 h 66"/>
                <a:gd name="T2" fmla="*/ 8 w 6"/>
                <a:gd name="T3" fmla="*/ 202 h 66"/>
                <a:gd name="T4" fmla="*/ 13 w 6"/>
                <a:gd name="T5" fmla="*/ 0 h 6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66">
                  <a:moveTo>
                    <a:pt x="6" y="66"/>
                  </a:moveTo>
                  <a:cubicBezTo>
                    <a:pt x="6" y="55"/>
                    <a:pt x="1" y="46"/>
                    <a:pt x="2" y="35"/>
                  </a:cubicBezTo>
                  <a:cubicBezTo>
                    <a:pt x="2" y="25"/>
                    <a:pt x="0" y="10"/>
                    <a:pt x="3" y="0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094" name="Freeform 882">
              <a:extLst>
                <a:ext uri="{FF2B5EF4-FFF2-40B4-BE49-F238E27FC236}">
                  <a16:creationId xmlns:a16="http://schemas.microsoft.com/office/drawing/2014/main" id="{D557E311-CC73-4B26-9F0C-B2A993157E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7" y="1071"/>
              <a:ext cx="17" cy="123"/>
            </a:xfrm>
            <a:custGeom>
              <a:avLst/>
              <a:gdLst>
                <a:gd name="T0" fmla="*/ 49 w 10"/>
                <a:gd name="T1" fmla="*/ 390 h 69"/>
                <a:gd name="T2" fmla="*/ 41 w 10"/>
                <a:gd name="T3" fmla="*/ 203 h 69"/>
                <a:gd name="T4" fmla="*/ 5 w 10"/>
                <a:gd name="T5" fmla="*/ 0 h 6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69">
                  <a:moveTo>
                    <a:pt x="10" y="69"/>
                  </a:moveTo>
                  <a:cubicBezTo>
                    <a:pt x="4" y="64"/>
                    <a:pt x="8" y="43"/>
                    <a:pt x="8" y="36"/>
                  </a:cubicBezTo>
                  <a:cubicBezTo>
                    <a:pt x="7" y="23"/>
                    <a:pt x="0" y="13"/>
                    <a:pt x="1" y="0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095" name="Freeform 883">
              <a:extLst>
                <a:ext uri="{FF2B5EF4-FFF2-40B4-BE49-F238E27FC236}">
                  <a16:creationId xmlns:a16="http://schemas.microsoft.com/office/drawing/2014/main" id="{D2AC7884-A392-4F6F-AD49-D69CB4C91E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2" y="1085"/>
              <a:ext cx="5" cy="20"/>
            </a:xfrm>
            <a:custGeom>
              <a:avLst/>
              <a:gdLst>
                <a:gd name="T0" fmla="*/ 0 w 3"/>
                <a:gd name="T1" fmla="*/ 65 h 11"/>
                <a:gd name="T2" fmla="*/ 13 w 3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1">
                  <a:moveTo>
                    <a:pt x="0" y="11"/>
                  </a:moveTo>
                  <a:cubicBezTo>
                    <a:pt x="0" y="7"/>
                    <a:pt x="1" y="2"/>
                    <a:pt x="3" y="0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096" name="Freeform 884">
              <a:extLst>
                <a:ext uri="{FF2B5EF4-FFF2-40B4-BE49-F238E27FC236}">
                  <a16:creationId xmlns:a16="http://schemas.microsoft.com/office/drawing/2014/main" id="{F6EB7D2C-A55B-4A63-9133-A441450D752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8" y="1103"/>
              <a:ext cx="10" cy="16"/>
            </a:xfrm>
            <a:custGeom>
              <a:avLst/>
              <a:gdLst>
                <a:gd name="T0" fmla="*/ 28 w 6"/>
                <a:gd name="T1" fmla="*/ 50 h 9"/>
                <a:gd name="T2" fmla="*/ 0 w 6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9">
                  <a:moveTo>
                    <a:pt x="6" y="9"/>
                  </a:moveTo>
                  <a:cubicBezTo>
                    <a:pt x="6" y="5"/>
                    <a:pt x="4" y="2"/>
                    <a:pt x="0" y="0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097" name="Freeform 885">
              <a:extLst>
                <a:ext uri="{FF2B5EF4-FFF2-40B4-BE49-F238E27FC236}">
                  <a16:creationId xmlns:a16="http://schemas.microsoft.com/office/drawing/2014/main" id="{D83DA090-4DCA-4172-8A5C-483FAFD2800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6" y="1338"/>
              <a:ext cx="286" cy="73"/>
            </a:xfrm>
            <a:custGeom>
              <a:avLst/>
              <a:gdLst>
                <a:gd name="T0" fmla="*/ 0 w 171"/>
                <a:gd name="T1" fmla="*/ 0 h 41"/>
                <a:gd name="T2" fmla="*/ 350 w 171"/>
                <a:gd name="T3" fmla="*/ 158 h 41"/>
                <a:gd name="T4" fmla="*/ 799 w 171"/>
                <a:gd name="T5" fmla="*/ 231 h 41"/>
                <a:gd name="T6" fmla="*/ 328 w 171"/>
                <a:gd name="T7" fmla="*/ 194 h 41"/>
                <a:gd name="T8" fmla="*/ 125 w 171"/>
                <a:gd name="T9" fmla="*/ 167 h 41"/>
                <a:gd name="T10" fmla="*/ 8 w 171"/>
                <a:gd name="T11" fmla="*/ 28 h 4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1" h="41">
                  <a:moveTo>
                    <a:pt x="0" y="0"/>
                  </a:moveTo>
                  <a:cubicBezTo>
                    <a:pt x="15" y="32"/>
                    <a:pt x="48" y="31"/>
                    <a:pt x="75" y="28"/>
                  </a:cubicBezTo>
                  <a:cubicBezTo>
                    <a:pt x="106" y="25"/>
                    <a:pt x="145" y="20"/>
                    <a:pt x="171" y="41"/>
                  </a:cubicBezTo>
                  <a:cubicBezTo>
                    <a:pt x="141" y="22"/>
                    <a:pt x="103" y="33"/>
                    <a:pt x="70" y="34"/>
                  </a:cubicBezTo>
                  <a:cubicBezTo>
                    <a:pt x="56" y="35"/>
                    <a:pt x="40" y="34"/>
                    <a:pt x="27" y="30"/>
                  </a:cubicBezTo>
                  <a:cubicBezTo>
                    <a:pt x="18" y="28"/>
                    <a:pt x="0" y="15"/>
                    <a:pt x="2" y="5"/>
                  </a:cubicBezTo>
                </a:path>
              </a:pathLst>
            </a:custGeom>
            <a:solidFill>
              <a:srgbClr val="95C6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098" name="Freeform 886">
              <a:extLst>
                <a:ext uri="{FF2B5EF4-FFF2-40B4-BE49-F238E27FC236}">
                  <a16:creationId xmlns:a16="http://schemas.microsoft.com/office/drawing/2014/main" id="{ABFD9394-CE1F-42CA-A559-6E983B0FE4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8" y="1258"/>
              <a:ext cx="95" cy="130"/>
            </a:xfrm>
            <a:custGeom>
              <a:avLst/>
              <a:gdLst>
                <a:gd name="T0" fmla="*/ 8 w 57"/>
                <a:gd name="T1" fmla="*/ 0 h 73"/>
                <a:gd name="T2" fmla="*/ 13 w 57"/>
                <a:gd name="T3" fmla="*/ 142 h 73"/>
                <a:gd name="T4" fmla="*/ 50 w 57"/>
                <a:gd name="T5" fmla="*/ 281 h 73"/>
                <a:gd name="T6" fmla="*/ 133 w 57"/>
                <a:gd name="T7" fmla="*/ 383 h 73"/>
                <a:gd name="T8" fmla="*/ 263 w 57"/>
                <a:gd name="T9" fmla="*/ 399 h 73"/>
                <a:gd name="T10" fmla="*/ 70 w 57"/>
                <a:gd name="T11" fmla="*/ 253 h 73"/>
                <a:gd name="T12" fmla="*/ 5 w 57"/>
                <a:gd name="T13" fmla="*/ 16 h 7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7" h="73">
                  <a:moveTo>
                    <a:pt x="2" y="0"/>
                  </a:moveTo>
                  <a:cubicBezTo>
                    <a:pt x="0" y="7"/>
                    <a:pt x="2" y="18"/>
                    <a:pt x="3" y="25"/>
                  </a:cubicBezTo>
                  <a:cubicBezTo>
                    <a:pt x="4" y="35"/>
                    <a:pt x="6" y="42"/>
                    <a:pt x="11" y="50"/>
                  </a:cubicBezTo>
                  <a:cubicBezTo>
                    <a:pt x="16" y="57"/>
                    <a:pt x="21" y="64"/>
                    <a:pt x="29" y="68"/>
                  </a:cubicBezTo>
                  <a:cubicBezTo>
                    <a:pt x="38" y="73"/>
                    <a:pt x="48" y="71"/>
                    <a:pt x="57" y="71"/>
                  </a:cubicBezTo>
                  <a:cubicBezTo>
                    <a:pt x="44" y="69"/>
                    <a:pt x="23" y="57"/>
                    <a:pt x="15" y="45"/>
                  </a:cubicBezTo>
                  <a:cubicBezTo>
                    <a:pt x="7" y="33"/>
                    <a:pt x="5" y="17"/>
                    <a:pt x="1" y="3"/>
                  </a:cubicBezTo>
                </a:path>
              </a:pathLst>
            </a:custGeom>
            <a:solidFill>
              <a:srgbClr val="D2E9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099" name="Freeform 887">
              <a:extLst>
                <a:ext uri="{FF2B5EF4-FFF2-40B4-BE49-F238E27FC236}">
                  <a16:creationId xmlns:a16="http://schemas.microsoft.com/office/drawing/2014/main" id="{C428A7A1-A8EC-4176-8F0C-A2D9FD28E69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2" y="1299"/>
              <a:ext cx="85" cy="101"/>
            </a:xfrm>
            <a:custGeom>
              <a:avLst/>
              <a:gdLst>
                <a:gd name="T0" fmla="*/ 0 w 51"/>
                <a:gd name="T1" fmla="*/ 289 h 57"/>
                <a:gd name="T2" fmla="*/ 203 w 51"/>
                <a:gd name="T3" fmla="*/ 207 h 57"/>
                <a:gd name="T4" fmla="*/ 237 w 51"/>
                <a:gd name="T5" fmla="*/ 0 h 57"/>
                <a:gd name="T6" fmla="*/ 153 w 51"/>
                <a:gd name="T7" fmla="*/ 229 h 57"/>
                <a:gd name="T8" fmla="*/ 0 w 51"/>
                <a:gd name="T9" fmla="*/ 296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57">
                  <a:moveTo>
                    <a:pt x="0" y="52"/>
                  </a:moveTo>
                  <a:cubicBezTo>
                    <a:pt x="16" y="57"/>
                    <a:pt x="33" y="51"/>
                    <a:pt x="44" y="37"/>
                  </a:cubicBezTo>
                  <a:cubicBezTo>
                    <a:pt x="51" y="28"/>
                    <a:pt x="51" y="13"/>
                    <a:pt x="51" y="0"/>
                  </a:cubicBezTo>
                  <a:cubicBezTo>
                    <a:pt x="51" y="15"/>
                    <a:pt x="44" y="32"/>
                    <a:pt x="33" y="41"/>
                  </a:cubicBezTo>
                  <a:cubicBezTo>
                    <a:pt x="25" y="48"/>
                    <a:pt x="10" y="56"/>
                    <a:pt x="0" y="53"/>
                  </a:cubicBezTo>
                </a:path>
              </a:pathLst>
            </a:custGeom>
            <a:solidFill>
              <a:srgbClr val="D2E9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100" name="Freeform 888">
              <a:extLst>
                <a:ext uri="{FF2B5EF4-FFF2-40B4-BE49-F238E27FC236}">
                  <a16:creationId xmlns:a16="http://schemas.microsoft.com/office/drawing/2014/main" id="{F536FD49-DA47-4755-A8B2-D633375CAAC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6" y="830"/>
              <a:ext cx="164" cy="157"/>
            </a:xfrm>
            <a:custGeom>
              <a:avLst/>
              <a:gdLst>
                <a:gd name="T0" fmla="*/ 0 w 98"/>
                <a:gd name="T1" fmla="*/ 0 h 88"/>
                <a:gd name="T2" fmla="*/ 459 w 98"/>
                <a:gd name="T3" fmla="*/ 483 h 88"/>
                <a:gd name="T4" fmla="*/ 0 w 98"/>
                <a:gd name="T5" fmla="*/ 0 h 8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8" h="88">
                  <a:moveTo>
                    <a:pt x="0" y="0"/>
                  </a:moveTo>
                  <a:cubicBezTo>
                    <a:pt x="0" y="0"/>
                    <a:pt x="47" y="86"/>
                    <a:pt x="98" y="85"/>
                  </a:cubicBezTo>
                  <a:cubicBezTo>
                    <a:pt x="98" y="85"/>
                    <a:pt x="36" y="88"/>
                    <a:pt x="0" y="0"/>
                  </a:cubicBezTo>
                  <a:close/>
                </a:path>
              </a:pathLst>
            </a:custGeom>
            <a:solidFill>
              <a:srgbClr val="D2E9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101" name="Freeform 889">
              <a:extLst>
                <a:ext uri="{FF2B5EF4-FFF2-40B4-BE49-F238E27FC236}">
                  <a16:creationId xmlns:a16="http://schemas.microsoft.com/office/drawing/2014/main" id="{B4A7FBF8-55BD-4DDD-B37C-8B1E25B0AC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4" y="944"/>
              <a:ext cx="37" cy="232"/>
            </a:xfrm>
            <a:custGeom>
              <a:avLst/>
              <a:gdLst>
                <a:gd name="T0" fmla="*/ 0 w 22"/>
                <a:gd name="T1" fmla="*/ 739 h 130"/>
                <a:gd name="T2" fmla="*/ 104 w 22"/>
                <a:gd name="T3" fmla="*/ 0 h 130"/>
                <a:gd name="T4" fmla="*/ 0 w 22"/>
                <a:gd name="T5" fmla="*/ 739 h 1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30">
                  <a:moveTo>
                    <a:pt x="0" y="130"/>
                  </a:moveTo>
                  <a:cubicBezTo>
                    <a:pt x="0" y="130"/>
                    <a:pt x="3" y="40"/>
                    <a:pt x="22" y="0"/>
                  </a:cubicBezTo>
                  <a:cubicBezTo>
                    <a:pt x="22" y="0"/>
                    <a:pt x="4" y="54"/>
                    <a:pt x="0" y="130"/>
                  </a:cubicBezTo>
                  <a:close/>
                </a:path>
              </a:pathLst>
            </a:custGeom>
            <a:solidFill>
              <a:srgbClr val="D2E9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102" name="Freeform 890">
              <a:extLst>
                <a:ext uri="{FF2B5EF4-FFF2-40B4-BE49-F238E27FC236}">
                  <a16:creationId xmlns:a16="http://schemas.microsoft.com/office/drawing/2014/main" id="{84D277EE-47F1-4D9E-AB94-08B6425E3A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3" y="1074"/>
              <a:ext cx="11" cy="72"/>
            </a:xfrm>
            <a:custGeom>
              <a:avLst/>
              <a:gdLst>
                <a:gd name="T0" fmla="*/ 27 w 7"/>
                <a:gd name="T1" fmla="*/ 0 h 40"/>
                <a:gd name="T2" fmla="*/ 8 w 7"/>
                <a:gd name="T3" fmla="*/ 234 h 40"/>
                <a:gd name="T4" fmla="*/ 27 w 7"/>
                <a:gd name="T5" fmla="*/ 0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40">
                  <a:moveTo>
                    <a:pt x="7" y="0"/>
                  </a:moveTo>
                  <a:cubicBezTo>
                    <a:pt x="7" y="0"/>
                    <a:pt x="0" y="19"/>
                    <a:pt x="2" y="40"/>
                  </a:cubicBezTo>
                  <a:cubicBezTo>
                    <a:pt x="2" y="40"/>
                    <a:pt x="4" y="4"/>
                    <a:pt x="7" y="0"/>
                  </a:cubicBezTo>
                  <a:close/>
                </a:path>
              </a:pathLst>
            </a:custGeom>
            <a:solidFill>
              <a:srgbClr val="D2E9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103" name="Freeform 891">
              <a:extLst>
                <a:ext uri="{FF2B5EF4-FFF2-40B4-BE49-F238E27FC236}">
                  <a16:creationId xmlns:a16="http://schemas.microsoft.com/office/drawing/2014/main" id="{EE8EB433-B0F8-42DB-BC29-42B0B210FF6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7" y="1085"/>
              <a:ext cx="15" cy="98"/>
            </a:xfrm>
            <a:custGeom>
              <a:avLst/>
              <a:gdLst>
                <a:gd name="T0" fmla="*/ 20 w 9"/>
                <a:gd name="T1" fmla="*/ 0 h 55"/>
                <a:gd name="T2" fmla="*/ 13 w 9"/>
                <a:gd name="T3" fmla="*/ 93 h 55"/>
                <a:gd name="T4" fmla="*/ 20 w 9"/>
                <a:gd name="T5" fmla="*/ 312 h 55"/>
                <a:gd name="T6" fmla="*/ 33 w 9"/>
                <a:gd name="T7" fmla="*/ 114 h 55"/>
                <a:gd name="T8" fmla="*/ 20 w 9"/>
                <a:gd name="T9" fmla="*/ 0 h 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55">
                  <a:moveTo>
                    <a:pt x="4" y="0"/>
                  </a:moveTo>
                  <a:cubicBezTo>
                    <a:pt x="4" y="0"/>
                    <a:pt x="0" y="9"/>
                    <a:pt x="3" y="16"/>
                  </a:cubicBezTo>
                  <a:cubicBezTo>
                    <a:pt x="6" y="23"/>
                    <a:pt x="4" y="54"/>
                    <a:pt x="4" y="55"/>
                  </a:cubicBezTo>
                  <a:cubicBezTo>
                    <a:pt x="4" y="55"/>
                    <a:pt x="9" y="27"/>
                    <a:pt x="7" y="20"/>
                  </a:cubicBezTo>
                  <a:cubicBezTo>
                    <a:pt x="6" y="12"/>
                    <a:pt x="2" y="3"/>
                    <a:pt x="4" y="0"/>
                  </a:cubicBezTo>
                  <a:close/>
                </a:path>
              </a:pathLst>
            </a:custGeom>
            <a:solidFill>
              <a:srgbClr val="D2E9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104" name="Freeform 892">
              <a:extLst>
                <a:ext uri="{FF2B5EF4-FFF2-40B4-BE49-F238E27FC236}">
                  <a16:creationId xmlns:a16="http://schemas.microsoft.com/office/drawing/2014/main" id="{72A123D0-1776-4691-9069-3E6C3DD7A5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1" y="1635"/>
              <a:ext cx="219" cy="503"/>
            </a:xfrm>
            <a:custGeom>
              <a:avLst/>
              <a:gdLst>
                <a:gd name="T0" fmla="*/ 598 w 131"/>
                <a:gd name="T1" fmla="*/ 1587 h 282"/>
                <a:gd name="T2" fmla="*/ 42 w 131"/>
                <a:gd name="T3" fmla="*/ 1006 h 282"/>
                <a:gd name="T4" fmla="*/ 22 w 131"/>
                <a:gd name="T5" fmla="*/ 458 h 282"/>
                <a:gd name="T6" fmla="*/ 92 w 131"/>
                <a:gd name="T7" fmla="*/ 0 h 282"/>
                <a:gd name="T8" fmla="*/ 55 w 131"/>
                <a:gd name="T9" fmla="*/ 382 h 282"/>
                <a:gd name="T10" fmla="*/ 50 w 131"/>
                <a:gd name="T11" fmla="*/ 674 h 282"/>
                <a:gd name="T12" fmla="*/ 125 w 131"/>
                <a:gd name="T13" fmla="*/ 1108 h 282"/>
                <a:gd name="T14" fmla="*/ 349 w 131"/>
                <a:gd name="T15" fmla="*/ 1429 h 282"/>
                <a:gd name="T16" fmla="*/ 607 w 131"/>
                <a:gd name="T17" fmla="*/ 1587 h 282"/>
                <a:gd name="T18" fmla="*/ 604 w 131"/>
                <a:gd name="T19" fmla="*/ 1595 h 28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1" h="282">
                  <a:moveTo>
                    <a:pt x="128" y="280"/>
                  </a:moveTo>
                  <a:cubicBezTo>
                    <a:pt x="83" y="259"/>
                    <a:pt x="25" y="235"/>
                    <a:pt x="9" y="177"/>
                  </a:cubicBezTo>
                  <a:cubicBezTo>
                    <a:pt x="1" y="147"/>
                    <a:pt x="0" y="112"/>
                    <a:pt x="5" y="81"/>
                  </a:cubicBezTo>
                  <a:cubicBezTo>
                    <a:pt x="8" y="54"/>
                    <a:pt x="18" y="28"/>
                    <a:pt x="20" y="0"/>
                  </a:cubicBezTo>
                  <a:cubicBezTo>
                    <a:pt x="25" y="21"/>
                    <a:pt x="14" y="47"/>
                    <a:pt x="12" y="67"/>
                  </a:cubicBezTo>
                  <a:cubicBezTo>
                    <a:pt x="10" y="84"/>
                    <a:pt x="11" y="102"/>
                    <a:pt x="11" y="119"/>
                  </a:cubicBezTo>
                  <a:cubicBezTo>
                    <a:pt x="11" y="147"/>
                    <a:pt x="16" y="171"/>
                    <a:pt x="27" y="195"/>
                  </a:cubicBezTo>
                  <a:cubicBezTo>
                    <a:pt x="37" y="218"/>
                    <a:pt x="54" y="241"/>
                    <a:pt x="75" y="252"/>
                  </a:cubicBezTo>
                  <a:cubicBezTo>
                    <a:pt x="93" y="262"/>
                    <a:pt x="112" y="270"/>
                    <a:pt x="130" y="280"/>
                  </a:cubicBezTo>
                  <a:cubicBezTo>
                    <a:pt x="131" y="282"/>
                    <a:pt x="129" y="281"/>
                    <a:pt x="129" y="281"/>
                  </a:cubicBezTo>
                </a:path>
              </a:pathLst>
            </a:custGeom>
            <a:solidFill>
              <a:srgbClr val="95C6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105" name="Freeform 893">
              <a:extLst>
                <a:ext uri="{FF2B5EF4-FFF2-40B4-BE49-F238E27FC236}">
                  <a16:creationId xmlns:a16="http://schemas.microsoft.com/office/drawing/2014/main" id="{09CAD846-4FEB-4451-9219-8475771274C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4" y="1915"/>
              <a:ext cx="106" cy="143"/>
            </a:xfrm>
            <a:custGeom>
              <a:avLst/>
              <a:gdLst>
                <a:gd name="T0" fmla="*/ 22 w 63"/>
                <a:gd name="T1" fmla="*/ 7 h 80"/>
                <a:gd name="T2" fmla="*/ 111 w 63"/>
                <a:gd name="T3" fmla="*/ 297 h 80"/>
                <a:gd name="T4" fmla="*/ 299 w 63"/>
                <a:gd name="T5" fmla="*/ 458 h 80"/>
                <a:gd name="T6" fmla="*/ 22 w 63"/>
                <a:gd name="T7" fmla="*/ 0 h 8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3" h="80">
                  <a:moveTo>
                    <a:pt x="5" y="1"/>
                  </a:moveTo>
                  <a:cubicBezTo>
                    <a:pt x="0" y="15"/>
                    <a:pt x="15" y="42"/>
                    <a:pt x="23" y="52"/>
                  </a:cubicBezTo>
                  <a:cubicBezTo>
                    <a:pt x="35" y="65"/>
                    <a:pt x="47" y="75"/>
                    <a:pt x="63" y="80"/>
                  </a:cubicBezTo>
                  <a:cubicBezTo>
                    <a:pt x="37" y="66"/>
                    <a:pt x="14" y="29"/>
                    <a:pt x="5" y="0"/>
                  </a:cubicBezTo>
                </a:path>
              </a:pathLst>
            </a:custGeom>
            <a:solidFill>
              <a:srgbClr val="95C6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106" name="Freeform 894">
              <a:extLst>
                <a:ext uri="{FF2B5EF4-FFF2-40B4-BE49-F238E27FC236}">
                  <a16:creationId xmlns:a16="http://schemas.microsoft.com/office/drawing/2014/main" id="{E845A0CA-2F5D-4FAE-9CF3-ACEE813C2D0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1" y="1814"/>
              <a:ext cx="49" cy="203"/>
            </a:xfrm>
            <a:custGeom>
              <a:avLst/>
              <a:gdLst>
                <a:gd name="T0" fmla="*/ 14 w 29"/>
                <a:gd name="T1" fmla="*/ 0 h 114"/>
                <a:gd name="T2" fmla="*/ 24 w 29"/>
                <a:gd name="T3" fmla="*/ 326 h 114"/>
                <a:gd name="T4" fmla="*/ 78 w 29"/>
                <a:gd name="T5" fmla="*/ 491 h 114"/>
                <a:gd name="T6" fmla="*/ 112 w 29"/>
                <a:gd name="T7" fmla="*/ 577 h 114"/>
                <a:gd name="T8" fmla="*/ 140 w 29"/>
                <a:gd name="T9" fmla="*/ 643 h 114"/>
                <a:gd name="T10" fmla="*/ 42 w 29"/>
                <a:gd name="T11" fmla="*/ 500 h 114"/>
                <a:gd name="T12" fmla="*/ 5 w 29"/>
                <a:gd name="T13" fmla="*/ 317 h 114"/>
                <a:gd name="T14" fmla="*/ 0 w 29"/>
                <a:gd name="T15" fmla="*/ 137 h 114"/>
                <a:gd name="T16" fmla="*/ 14 w 29"/>
                <a:gd name="T17" fmla="*/ 16 h 11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9" h="114">
                  <a:moveTo>
                    <a:pt x="3" y="0"/>
                  </a:moveTo>
                  <a:cubicBezTo>
                    <a:pt x="0" y="20"/>
                    <a:pt x="1" y="39"/>
                    <a:pt x="5" y="58"/>
                  </a:cubicBezTo>
                  <a:cubicBezTo>
                    <a:pt x="7" y="68"/>
                    <a:pt x="11" y="77"/>
                    <a:pt x="16" y="87"/>
                  </a:cubicBezTo>
                  <a:cubicBezTo>
                    <a:pt x="18" y="92"/>
                    <a:pt x="20" y="97"/>
                    <a:pt x="23" y="102"/>
                  </a:cubicBezTo>
                  <a:cubicBezTo>
                    <a:pt x="25" y="106"/>
                    <a:pt x="29" y="110"/>
                    <a:pt x="29" y="114"/>
                  </a:cubicBezTo>
                  <a:cubicBezTo>
                    <a:pt x="21" y="110"/>
                    <a:pt x="14" y="97"/>
                    <a:pt x="9" y="89"/>
                  </a:cubicBezTo>
                  <a:cubicBezTo>
                    <a:pt x="4" y="79"/>
                    <a:pt x="3" y="67"/>
                    <a:pt x="1" y="56"/>
                  </a:cubicBezTo>
                  <a:cubicBezTo>
                    <a:pt x="0" y="45"/>
                    <a:pt x="0" y="35"/>
                    <a:pt x="0" y="24"/>
                  </a:cubicBezTo>
                  <a:cubicBezTo>
                    <a:pt x="0" y="17"/>
                    <a:pt x="0" y="9"/>
                    <a:pt x="3" y="3"/>
                  </a:cubicBezTo>
                </a:path>
              </a:pathLst>
            </a:custGeom>
            <a:solidFill>
              <a:srgbClr val="D2E9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107" name="Freeform 895">
              <a:extLst>
                <a:ext uri="{FF2B5EF4-FFF2-40B4-BE49-F238E27FC236}">
                  <a16:creationId xmlns:a16="http://schemas.microsoft.com/office/drawing/2014/main" id="{1AB56421-EADA-4C13-A22A-3F5E657F7E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1" y="3429"/>
              <a:ext cx="321" cy="102"/>
            </a:xfrm>
            <a:custGeom>
              <a:avLst/>
              <a:gdLst>
                <a:gd name="T0" fmla="*/ 0 w 192"/>
                <a:gd name="T1" fmla="*/ 45 h 57"/>
                <a:gd name="T2" fmla="*/ 898 w 192"/>
                <a:gd name="T3" fmla="*/ 259 h 57"/>
                <a:gd name="T4" fmla="*/ 0 w 192"/>
                <a:gd name="T5" fmla="*/ 0 h 57"/>
                <a:gd name="T6" fmla="*/ 0 w 192"/>
                <a:gd name="T7" fmla="*/ 45 h 5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2" h="57">
                  <a:moveTo>
                    <a:pt x="0" y="8"/>
                  </a:moveTo>
                  <a:cubicBezTo>
                    <a:pt x="0" y="8"/>
                    <a:pt x="104" y="57"/>
                    <a:pt x="192" y="45"/>
                  </a:cubicBezTo>
                  <a:cubicBezTo>
                    <a:pt x="192" y="45"/>
                    <a:pt x="66" y="46"/>
                    <a:pt x="0" y="0"/>
                  </a:cubicBezTo>
                  <a:lnTo>
                    <a:pt x="0" y="8"/>
                  </a:lnTo>
                  <a:close/>
                </a:path>
              </a:pathLst>
            </a:custGeom>
            <a:solidFill>
              <a:srgbClr val="D2E9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108" name="Freeform 896">
              <a:extLst>
                <a:ext uri="{FF2B5EF4-FFF2-40B4-BE49-F238E27FC236}">
                  <a16:creationId xmlns:a16="http://schemas.microsoft.com/office/drawing/2014/main" id="{09C16E6A-C0AD-436E-96F4-111E8316492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8" y="2261"/>
              <a:ext cx="63" cy="488"/>
            </a:xfrm>
            <a:custGeom>
              <a:avLst/>
              <a:gdLst>
                <a:gd name="T0" fmla="*/ 0 w 38"/>
                <a:gd name="T1" fmla="*/ 0 h 274"/>
                <a:gd name="T2" fmla="*/ 50 w 38"/>
                <a:gd name="T3" fmla="*/ 1548 h 274"/>
                <a:gd name="T4" fmla="*/ 0 w 38"/>
                <a:gd name="T5" fmla="*/ 0 h 27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274">
                  <a:moveTo>
                    <a:pt x="0" y="0"/>
                  </a:moveTo>
                  <a:cubicBezTo>
                    <a:pt x="0" y="0"/>
                    <a:pt x="24" y="49"/>
                    <a:pt x="11" y="274"/>
                  </a:cubicBezTo>
                  <a:cubicBezTo>
                    <a:pt x="11" y="274"/>
                    <a:pt x="38" y="74"/>
                    <a:pt x="0" y="0"/>
                  </a:cubicBezTo>
                  <a:close/>
                </a:path>
              </a:pathLst>
            </a:custGeom>
            <a:solidFill>
              <a:srgbClr val="D2E9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</p:grpSp>
      <p:grpSp>
        <p:nvGrpSpPr>
          <p:cNvPr id="43018" name="Group 897">
            <a:extLst>
              <a:ext uri="{FF2B5EF4-FFF2-40B4-BE49-F238E27FC236}">
                <a16:creationId xmlns:a16="http://schemas.microsoft.com/office/drawing/2014/main" id="{0304F2C7-C65E-4F9E-895B-D6676CC1B1C2}"/>
              </a:ext>
            </a:extLst>
          </p:cNvPr>
          <p:cNvGrpSpPr>
            <a:grpSpLocks/>
          </p:cNvGrpSpPr>
          <p:nvPr/>
        </p:nvGrpSpPr>
        <p:grpSpPr bwMode="auto">
          <a:xfrm>
            <a:off x="8610600" y="6040438"/>
            <a:ext cx="876300" cy="461962"/>
            <a:chOff x="4219" y="3509"/>
            <a:chExt cx="900" cy="472"/>
          </a:xfrm>
        </p:grpSpPr>
        <p:sp>
          <p:nvSpPr>
            <p:cNvPr id="43065" name="Freeform 898">
              <a:extLst>
                <a:ext uri="{FF2B5EF4-FFF2-40B4-BE49-F238E27FC236}">
                  <a16:creationId xmlns:a16="http://schemas.microsoft.com/office/drawing/2014/main" id="{141995BF-817D-45D3-BB1B-498960554F39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2" y="3509"/>
              <a:ext cx="302" cy="472"/>
            </a:xfrm>
            <a:custGeom>
              <a:avLst/>
              <a:gdLst>
                <a:gd name="T0" fmla="*/ 187 w 121"/>
                <a:gd name="T1" fmla="*/ 0 h 177"/>
                <a:gd name="T2" fmla="*/ 1071 w 121"/>
                <a:gd name="T3" fmla="*/ 0 h 177"/>
                <a:gd name="T4" fmla="*/ 1133 w 121"/>
                <a:gd name="T5" fmla="*/ 285 h 177"/>
                <a:gd name="T6" fmla="*/ 1478 w 121"/>
                <a:gd name="T7" fmla="*/ 1480 h 177"/>
                <a:gd name="T8" fmla="*/ 1725 w 121"/>
                <a:gd name="T9" fmla="*/ 2013 h 177"/>
                <a:gd name="T10" fmla="*/ 1837 w 121"/>
                <a:gd name="T11" fmla="*/ 2616 h 177"/>
                <a:gd name="T12" fmla="*/ 1787 w 121"/>
                <a:gd name="T13" fmla="*/ 2824 h 177"/>
                <a:gd name="T14" fmla="*/ 312 w 121"/>
                <a:gd name="T15" fmla="*/ 2957 h 177"/>
                <a:gd name="T16" fmla="*/ 250 w 121"/>
                <a:gd name="T17" fmla="*/ 2765 h 177"/>
                <a:gd name="T18" fmla="*/ 187 w 121"/>
                <a:gd name="T19" fmla="*/ 2275 h 177"/>
                <a:gd name="T20" fmla="*/ 75 w 121"/>
                <a:gd name="T21" fmla="*/ 1173 h 177"/>
                <a:gd name="T22" fmla="*/ 167 w 121"/>
                <a:gd name="T23" fmla="*/ 307 h 177"/>
                <a:gd name="T24" fmla="*/ 187 w 121"/>
                <a:gd name="T25" fmla="*/ 0 h 17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21" h="177">
                  <a:moveTo>
                    <a:pt x="12" y="0"/>
                  </a:moveTo>
                  <a:cubicBezTo>
                    <a:pt x="12" y="0"/>
                    <a:pt x="48" y="11"/>
                    <a:pt x="69" y="0"/>
                  </a:cubicBezTo>
                  <a:cubicBezTo>
                    <a:pt x="69" y="0"/>
                    <a:pt x="79" y="4"/>
                    <a:pt x="73" y="15"/>
                  </a:cubicBezTo>
                  <a:cubicBezTo>
                    <a:pt x="95" y="78"/>
                    <a:pt x="95" y="78"/>
                    <a:pt x="95" y="78"/>
                  </a:cubicBezTo>
                  <a:cubicBezTo>
                    <a:pt x="95" y="78"/>
                    <a:pt x="104" y="95"/>
                    <a:pt x="111" y="106"/>
                  </a:cubicBezTo>
                  <a:cubicBezTo>
                    <a:pt x="117" y="117"/>
                    <a:pt x="121" y="123"/>
                    <a:pt x="118" y="138"/>
                  </a:cubicBezTo>
                  <a:cubicBezTo>
                    <a:pt x="118" y="138"/>
                    <a:pt x="120" y="143"/>
                    <a:pt x="115" y="149"/>
                  </a:cubicBezTo>
                  <a:cubicBezTo>
                    <a:pt x="107" y="158"/>
                    <a:pt x="52" y="177"/>
                    <a:pt x="20" y="156"/>
                  </a:cubicBezTo>
                  <a:cubicBezTo>
                    <a:pt x="20" y="156"/>
                    <a:pt x="15" y="152"/>
                    <a:pt x="16" y="146"/>
                  </a:cubicBezTo>
                  <a:cubicBezTo>
                    <a:pt x="16" y="146"/>
                    <a:pt x="11" y="138"/>
                    <a:pt x="12" y="120"/>
                  </a:cubicBezTo>
                  <a:cubicBezTo>
                    <a:pt x="14" y="102"/>
                    <a:pt x="0" y="82"/>
                    <a:pt x="5" y="62"/>
                  </a:cubicBezTo>
                  <a:cubicBezTo>
                    <a:pt x="10" y="43"/>
                    <a:pt x="11" y="16"/>
                    <a:pt x="11" y="16"/>
                  </a:cubicBezTo>
                  <a:cubicBezTo>
                    <a:pt x="11" y="16"/>
                    <a:pt x="3" y="8"/>
                    <a:pt x="12" y="0"/>
                  </a:cubicBezTo>
                  <a:close/>
                </a:path>
              </a:pathLst>
            </a:custGeom>
            <a:solidFill>
              <a:srgbClr val="9E7B62"/>
            </a:solidFill>
            <a:ln w="7938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fr-FR"/>
            </a:p>
          </p:txBody>
        </p:sp>
        <p:sp>
          <p:nvSpPr>
            <p:cNvPr id="43066" name="Freeform 899">
              <a:extLst>
                <a:ext uri="{FF2B5EF4-FFF2-40B4-BE49-F238E27FC236}">
                  <a16:creationId xmlns:a16="http://schemas.microsoft.com/office/drawing/2014/main" id="{EE61972E-24C2-4AC6-896B-90006B1D198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2" y="3877"/>
              <a:ext cx="255" cy="64"/>
            </a:xfrm>
            <a:custGeom>
              <a:avLst/>
              <a:gdLst>
                <a:gd name="T0" fmla="*/ 0 w 102"/>
                <a:gd name="T1" fmla="*/ 149 h 24"/>
                <a:gd name="T2" fmla="*/ 550 w 102"/>
                <a:gd name="T3" fmla="*/ 456 h 24"/>
                <a:gd name="T4" fmla="*/ 1595 w 102"/>
                <a:gd name="T5" fmla="*/ 0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2" h="24">
                  <a:moveTo>
                    <a:pt x="0" y="8"/>
                  </a:moveTo>
                  <a:cubicBezTo>
                    <a:pt x="0" y="8"/>
                    <a:pt x="6" y="24"/>
                    <a:pt x="35" y="24"/>
                  </a:cubicBezTo>
                  <a:cubicBezTo>
                    <a:pt x="64" y="24"/>
                    <a:pt x="98" y="17"/>
                    <a:pt x="102" y="0"/>
                  </a:cubicBezTo>
                </a:path>
              </a:pathLst>
            </a:custGeom>
            <a:noFill/>
            <a:ln w="7938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067" name="Freeform 900">
              <a:extLst>
                <a:ext uri="{FF2B5EF4-FFF2-40B4-BE49-F238E27FC236}">
                  <a16:creationId xmlns:a16="http://schemas.microsoft.com/office/drawing/2014/main" id="{A7E68D23-AC10-4BA2-8CD3-D6E8BD78828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7" y="3523"/>
              <a:ext cx="57" cy="216"/>
            </a:xfrm>
            <a:custGeom>
              <a:avLst/>
              <a:gdLst>
                <a:gd name="T0" fmla="*/ 0 w 23"/>
                <a:gd name="T1" fmla="*/ 0 h 81"/>
                <a:gd name="T2" fmla="*/ 92 w 23"/>
                <a:gd name="T3" fmla="*/ 248 h 81"/>
                <a:gd name="T4" fmla="*/ 349 w 23"/>
                <a:gd name="T5" fmla="*/ 1536 h 8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81">
                  <a:moveTo>
                    <a:pt x="0" y="0"/>
                  </a:moveTo>
                  <a:cubicBezTo>
                    <a:pt x="0" y="0"/>
                    <a:pt x="9" y="3"/>
                    <a:pt x="6" y="13"/>
                  </a:cubicBezTo>
                  <a:cubicBezTo>
                    <a:pt x="6" y="13"/>
                    <a:pt x="16" y="67"/>
                    <a:pt x="23" y="81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068" name="Freeform 901">
              <a:extLst>
                <a:ext uri="{FF2B5EF4-FFF2-40B4-BE49-F238E27FC236}">
                  <a16:creationId xmlns:a16="http://schemas.microsoft.com/office/drawing/2014/main" id="{A218E36E-37BA-4F08-8587-BDBFEA6134F4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4" y="3672"/>
              <a:ext cx="145" cy="67"/>
            </a:xfrm>
            <a:custGeom>
              <a:avLst/>
              <a:gdLst>
                <a:gd name="T0" fmla="*/ 908 w 58"/>
                <a:gd name="T1" fmla="*/ 330 h 25"/>
                <a:gd name="T2" fmla="*/ 50 w 58"/>
                <a:gd name="T3" fmla="*/ 482 h 25"/>
                <a:gd name="T4" fmla="*/ 0 w 58"/>
                <a:gd name="T5" fmla="*/ 193 h 25"/>
                <a:gd name="T6" fmla="*/ 845 w 58"/>
                <a:gd name="T7" fmla="*/ 56 h 25"/>
                <a:gd name="T8" fmla="*/ 908 w 58"/>
                <a:gd name="T9" fmla="*/ 330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8" h="25">
                  <a:moveTo>
                    <a:pt x="58" y="17"/>
                  </a:moveTo>
                  <a:cubicBezTo>
                    <a:pt x="58" y="17"/>
                    <a:pt x="22" y="12"/>
                    <a:pt x="3" y="25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10"/>
                    <a:pt x="21" y="0"/>
                    <a:pt x="54" y="3"/>
                  </a:cubicBezTo>
                  <a:lnTo>
                    <a:pt x="58" y="17"/>
                  </a:lnTo>
                  <a:close/>
                </a:path>
              </a:pathLst>
            </a:custGeom>
            <a:solidFill>
              <a:srgbClr val="9E7B62"/>
            </a:solidFill>
            <a:ln w="7938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fr-FR"/>
            </a:p>
          </p:txBody>
        </p:sp>
        <p:sp>
          <p:nvSpPr>
            <p:cNvPr id="43069" name="Freeform 902">
              <a:extLst>
                <a:ext uri="{FF2B5EF4-FFF2-40B4-BE49-F238E27FC236}">
                  <a16:creationId xmlns:a16="http://schemas.microsoft.com/office/drawing/2014/main" id="{C8585E20-1DB5-4359-B073-997A6A3046E1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4" y="3587"/>
              <a:ext cx="133" cy="80"/>
            </a:xfrm>
            <a:custGeom>
              <a:avLst/>
              <a:gdLst>
                <a:gd name="T0" fmla="*/ 838 w 53"/>
                <a:gd name="T1" fmla="*/ 456 h 30"/>
                <a:gd name="T2" fmla="*/ 50 w 53"/>
                <a:gd name="T3" fmla="*/ 568 h 30"/>
                <a:gd name="T4" fmla="*/ 0 w 53"/>
                <a:gd name="T5" fmla="*/ 227 h 30"/>
                <a:gd name="T6" fmla="*/ 755 w 53"/>
                <a:gd name="T7" fmla="*/ 149 h 30"/>
                <a:gd name="T8" fmla="*/ 838 w 53"/>
                <a:gd name="T9" fmla="*/ 456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" h="30">
                  <a:moveTo>
                    <a:pt x="53" y="24"/>
                  </a:moveTo>
                  <a:cubicBezTo>
                    <a:pt x="53" y="24"/>
                    <a:pt x="24" y="18"/>
                    <a:pt x="3" y="30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12"/>
                    <a:pt x="29" y="0"/>
                    <a:pt x="48" y="8"/>
                  </a:cubicBezTo>
                  <a:lnTo>
                    <a:pt x="53" y="24"/>
                  </a:lnTo>
                  <a:close/>
                </a:path>
              </a:pathLst>
            </a:custGeom>
            <a:solidFill>
              <a:srgbClr val="9E7B62"/>
            </a:solidFill>
            <a:ln w="7938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fr-FR"/>
            </a:p>
          </p:txBody>
        </p:sp>
        <p:sp>
          <p:nvSpPr>
            <p:cNvPr id="43070" name="Freeform 903">
              <a:extLst>
                <a:ext uri="{FF2B5EF4-FFF2-40B4-BE49-F238E27FC236}">
                  <a16:creationId xmlns:a16="http://schemas.microsoft.com/office/drawing/2014/main" id="{02E3B545-1FF3-4EC2-8217-61D32B9E8BF1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7" y="3520"/>
              <a:ext cx="85" cy="408"/>
            </a:xfrm>
            <a:custGeom>
              <a:avLst/>
              <a:gdLst>
                <a:gd name="T0" fmla="*/ 95 w 34"/>
                <a:gd name="T1" fmla="*/ 0 h 153"/>
                <a:gd name="T2" fmla="*/ 125 w 34"/>
                <a:gd name="T3" fmla="*/ 264 h 153"/>
                <a:gd name="T4" fmla="*/ 95 w 34"/>
                <a:gd name="T5" fmla="*/ 717 h 153"/>
                <a:gd name="T6" fmla="*/ 33 w 34"/>
                <a:gd name="T7" fmla="*/ 1195 h 153"/>
                <a:gd name="T8" fmla="*/ 158 w 34"/>
                <a:gd name="T9" fmla="*/ 1899 h 153"/>
                <a:gd name="T10" fmla="*/ 158 w 34"/>
                <a:gd name="T11" fmla="*/ 2219 h 153"/>
                <a:gd name="T12" fmla="*/ 188 w 34"/>
                <a:gd name="T13" fmla="*/ 2504 h 153"/>
                <a:gd name="T14" fmla="*/ 313 w 34"/>
                <a:gd name="T15" fmla="*/ 2752 h 153"/>
                <a:gd name="T16" fmla="*/ 408 w 34"/>
                <a:gd name="T17" fmla="*/ 2824 h 153"/>
                <a:gd name="T18" fmla="*/ 533 w 34"/>
                <a:gd name="T19" fmla="*/ 2901 h 153"/>
                <a:gd name="T20" fmla="*/ 408 w 34"/>
                <a:gd name="T21" fmla="*/ 2752 h 153"/>
                <a:gd name="T22" fmla="*/ 300 w 34"/>
                <a:gd name="T23" fmla="*/ 2467 h 153"/>
                <a:gd name="T24" fmla="*/ 283 w 34"/>
                <a:gd name="T25" fmla="*/ 1955 h 153"/>
                <a:gd name="T26" fmla="*/ 145 w 34"/>
                <a:gd name="T27" fmla="*/ 1515 h 153"/>
                <a:gd name="T28" fmla="*/ 145 w 34"/>
                <a:gd name="T29" fmla="*/ 1059 h 153"/>
                <a:gd name="T30" fmla="*/ 158 w 34"/>
                <a:gd name="T31" fmla="*/ 435 h 153"/>
                <a:gd name="T32" fmla="*/ 158 w 34"/>
                <a:gd name="T33" fmla="*/ 285 h 153"/>
                <a:gd name="T34" fmla="*/ 208 w 34"/>
                <a:gd name="T35" fmla="*/ 205 h 153"/>
                <a:gd name="T36" fmla="*/ 220 w 34"/>
                <a:gd name="T37" fmla="*/ 192 h 153"/>
                <a:gd name="T38" fmla="*/ 175 w 34"/>
                <a:gd name="T39" fmla="*/ 21 h 153"/>
                <a:gd name="T40" fmla="*/ 95 w 34"/>
                <a:gd name="T41" fmla="*/ 21 h 15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34" h="153">
                  <a:moveTo>
                    <a:pt x="6" y="0"/>
                  </a:moveTo>
                  <a:cubicBezTo>
                    <a:pt x="0" y="3"/>
                    <a:pt x="8" y="10"/>
                    <a:pt x="8" y="14"/>
                  </a:cubicBezTo>
                  <a:cubicBezTo>
                    <a:pt x="8" y="22"/>
                    <a:pt x="6" y="30"/>
                    <a:pt x="6" y="38"/>
                  </a:cubicBezTo>
                  <a:cubicBezTo>
                    <a:pt x="6" y="47"/>
                    <a:pt x="4" y="54"/>
                    <a:pt x="2" y="63"/>
                  </a:cubicBezTo>
                  <a:cubicBezTo>
                    <a:pt x="0" y="76"/>
                    <a:pt x="7" y="88"/>
                    <a:pt x="10" y="100"/>
                  </a:cubicBezTo>
                  <a:cubicBezTo>
                    <a:pt x="11" y="106"/>
                    <a:pt x="11" y="111"/>
                    <a:pt x="10" y="117"/>
                  </a:cubicBezTo>
                  <a:cubicBezTo>
                    <a:pt x="10" y="122"/>
                    <a:pt x="11" y="127"/>
                    <a:pt x="12" y="132"/>
                  </a:cubicBezTo>
                  <a:cubicBezTo>
                    <a:pt x="14" y="137"/>
                    <a:pt x="16" y="142"/>
                    <a:pt x="20" y="145"/>
                  </a:cubicBezTo>
                  <a:cubicBezTo>
                    <a:pt x="22" y="146"/>
                    <a:pt x="24" y="148"/>
                    <a:pt x="26" y="149"/>
                  </a:cubicBezTo>
                  <a:cubicBezTo>
                    <a:pt x="29" y="151"/>
                    <a:pt x="32" y="151"/>
                    <a:pt x="34" y="153"/>
                  </a:cubicBezTo>
                  <a:cubicBezTo>
                    <a:pt x="31" y="153"/>
                    <a:pt x="28" y="147"/>
                    <a:pt x="26" y="145"/>
                  </a:cubicBezTo>
                  <a:cubicBezTo>
                    <a:pt x="23" y="140"/>
                    <a:pt x="20" y="136"/>
                    <a:pt x="19" y="130"/>
                  </a:cubicBezTo>
                  <a:cubicBezTo>
                    <a:pt x="18" y="121"/>
                    <a:pt x="19" y="112"/>
                    <a:pt x="18" y="103"/>
                  </a:cubicBezTo>
                  <a:cubicBezTo>
                    <a:pt x="17" y="94"/>
                    <a:pt x="11" y="88"/>
                    <a:pt x="9" y="80"/>
                  </a:cubicBezTo>
                  <a:cubicBezTo>
                    <a:pt x="7" y="73"/>
                    <a:pt x="9" y="64"/>
                    <a:pt x="9" y="56"/>
                  </a:cubicBezTo>
                  <a:cubicBezTo>
                    <a:pt x="9" y="45"/>
                    <a:pt x="8" y="34"/>
                    <a:pt x="10" y="23"/>
                  </a:cubicBezTo>
                  <a:cubicBezTo>
                    <a:pt x="10" y="20"/>
                    <a:pt x="10" y="18"/>
                    <a:pt x="10" y="15"/>
                  </a:cubicBezTo>
                  <a:cubicBezTo>
                    <a:pt x="10" y="11"/>
                    <a:pt x="10" y="12"/>
                    <a:pt x="13" y="11"/>
                  </a:cubicBezTo>
                  <a:cubicBezTo>
                    <a:pt x="13" y="11"/>
                    <a:pt x="14" y="10"/>
                    <a:pt x="14" y="10"/>
                  </a:cubicBezTo>
                  <a:cubicBezTo>
                    <a:pt x="9" y="11"/>
                    <a:pt x="7" y="3"/>
                    <a:pt x="11" y="1"/>
                  </a:cubicBezTo>
                  <a:cubicBezTo>
                    <a:pt x="9" y="1"/>
                    <a:pt x="8" y="1"/>
                    <a:pt x="6" y="1"/>
                  </a:cubicBezTo>
                </a:path>
              </a:pathLst>
            </a:custGeom>
            <a:solidFill>
              <a:srgbClr val="8C6A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071" name="Freeform 904">
              <a:extLst>
                <a:ext uri="{FF2B5EF4-FFF2-40B4-BE49-F238E27FC236}">
                  <a16:creationId xmlns:a16="http://schemas.microsoft.com/office/drawing/2014/main" id="{5446577F-0238-4D3B-9391-D3600E53BED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7" y="3520"/>
              <a:ext cx="27" cy="35"/>
            </a:xfrm>
            <a:custGeom>
              <a:avLst/>
              <a:gdLst>
                <a:gd name="T0" fmla="*/ 120 w 11"/>
                <a:gd name="T1" fmla="*/ 0 h 13"/>
                <a:gd name="T2" fmla="*/ 150 w 11"/>
                <a:gd name="T3" fmla="*/ 197 h 13"/>
                <a:gd name="T4" fmla="*/ 0 w 11"/>
                <a:gd name="T5" fmla="*/ 253 h 13"/>
                <a:gd name="T6" fmla="*/ 133 w 11"/>
                <a:gd name="T7" fmla="*/ 22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3">
                  <a:moveTo>
                    <a:pt x="8" y="0"/>
                  </a:moveTo>
                  <a:cubicBezTo>
                    <a:pt x="11" y="2"/>
                    <a:pt x="11" y="8"/>
                    <a:pt x="10" y="10"/>
                  </a:cubicBezTo>
                  <a:cubicBezTo>
                    <a:pt x="8" y="13"/>
                    <a:pt x="3" y="13"/>
                    <a:pt x="0" y="13"/>
                  </a:cubicBezTo>
                  <a:cubicBezTo>
                    <a:pt x="7" y="13"/>
                    <a:pt x="10" y="6"/>
                    <a:pt x="9" y="1"/>
                  </a:cubicBezTo>
                </a:path>
              </a:pathLst>
            </a:custGeom>
            <a:solidFill>
              <a:srgbClr val="BA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072" name="Freeform 905">
              <a:extLst>
                <a:ext uri="{FF2B5EF4-FFF2-40B4-BE49-F238E27FC236}">
                  <a16:creationId xmlns:a16="http://schemas.microsoft.com/office/drawing/2014/main" id="{5A3097A2-6BF6-4E6B-AB26-665ECC45125F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2" y="3720"/>
              <a:ext cx="107" cy="165"/>
            </a:xfrm>
            <a:custGeom>
              <a:avLst/>
              <a:gdLst>
                <a:gd name="T0" fmla="*/ 0 w 43"/>
                <a:gd name="T1" fmla="*/ 0 h 62"/>
                <a:gd name="T2" fmla="*/ 199 w 43"/>
                <a:gd name="T3" fmla="*/ 21 h 62"/>
                <a:gd name="T4" fmla="*/ 433 w 43"/>
                <a:gd name="T5" fmla="*/ 532 h 62"/>
                <a:gd name="T6" fmla="*/ 528 w 43"/>
                <a:gd name="T7" fmla="*/ 1168 h 62"/>
                <a:gd name="T8" fmla="*/ 403 w 43"/>
                <a:gd name="T9" fmla="*/ 567 h 62"/>
                <a:gd name="T10" fmla="*/ 62 w 43"/>
                <a:gd name="T11" fmla="*/ 623 h 62"/>
                <a:gd name="T12" fmla="*/ 321 w 43"/>
                <a:gd name="T13" fmla="*/ 431 h 62"/>
                <a:gd name="T14" fmla="*/ 0 w 43"/>
                <a:gd name="T15" fmla="*/ 0 h 6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3" h="62">
                  <a:moveTo>
                    <a:pt x="0" y="0"/>
                  </a:moveTo>
                  <a:cubicBezTo>
                    <a:pt x="0" y="0"/>
                    <a:pt x="10" y="0"/>
                    <a:pt x="13" y="1"/>
                  </a:cubicBezTo>
                  <a:cubicBezTo>
                    <a:pt x="13" y="1"/>
                    <a:pt x="23" y="22"/>
                    <a:pt x="28" y="28"/>
                  </a:cubicBezTo>
                  <a:cubicBezTo>
                    <a:pt x="33" y="35"/>
                    <a:pt x="43" y="50"/>
                    <a:pt x="34" y="62"/>
                  </a:cubicBezTo>
                  <a:cubicBezTo>
                    <a:pt x="34" y="62"/>
                    <a:pt x="36" y="35"/>
                    <a:pt x="26" y="30"/>
                  </a:cubicBezTo>
                  <a:cubicBezTo>
                    <a:pt x="26" y="30"/>
                    <a:pt x="8" y="32"/>
                    <a:pt x="4" y="33"/>
                  </a:cubicBezTo>
                  <a:cubicBezTo>
                    <a:pt x="4" y="33"/>
                    <a:pt x="25" y="31"/>
                    <a:pt x="21" y="23"/>
                  </a:cubicBezTo>
                  <a:cubicBezTo>
                    <a:pt x="17" y="16"/>
                    <a:pt x="19" y="1"/>
                    <a:pt x="0" y="0"/>
                  </a:cubicBezTo>
                  <a:close/>
                </a:path>
              </a:pathLst>
            </a:custGeom>
            <a:solidFill>
              <a:srgbClr val="BA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073" name="Freeform 906">
              <a:extLst>
                <a:ext uri="{FF2B5EF4-FFF2-40B4-BE49-F238E27FC236}">
                  <a16:creationId xmlns:a16="http://schemas.microsoft.com/office/drawing/2014/main" id="{F2B1558C-CA0C-4206-BBCB-A66A7BB5B7AF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9" y="3592"/>
              <a:ext cx="110" cy="29"/>
            </a:xfrm>
            <a:custGeom>
              <a:avLst/>
              <a:gdLst>
                <a:gd name="T0" fmla="*/ 0 w 44"/>
                <a:gd name="T1" fmla="*/ 200 h 11"/>
                <a:gd name="T2" fmla="*/ 688 w 44"/>
                <a:gd name="T3" fmla="*/ 145 h 11"/>
                <a:gd name="T4" fmla="*/ 0 w 44"/>
                <a:gd name="T5" fmla="*/ 20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4" h="11">
                  <a:moveTo>
                    <a:pt x="0" y="11"/>
                  </a:moveTo>
                  <a:cubicBezTo>
                    <a:pt x="0" y="11"/>
                    <a:pt x="27" y="0"/>
                    <a:pt x="44" y="8"/>
                  </a:cubicBezTo>
                  <a:cubicBezTo>
                    <a:pt x="44" y="8"/>
                    <a:pt x="28" y="3"/>
                    <a:pt x="0" y="11"/>
                  </a:cubicBezTo>
                  <a:close/>
                </a:path>
              </a:pathLst>
            </a:custGeom>
            <a:solidFill>
              <a:srgbClr val="BA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074" name="Freeform 907">
              <a:extLst>
                <a:ext uri="{FF2B5EF4-FFF2-40B4-BE49-F238E27FC236}">
                  <a16:creationId xmlns:a16="http://schemas.microsoft.com/office/drawing/2014/main" id="{1FBB407E-95F8-40B7-92FC-96FE597BBC38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2" y="3677"/>
              <a:ext cx="122" cy="24"/>
            </a:xfrm>
            <a:custGeom>
              <a:avLst/>
              <a:gdLst>
                <a:gd name="T0" fmla="*/ 0 w 49"/>
                <a:gd name="T1" fmla="*/ 171 h 9"/>
                <a:gd name="T2" fmla="*/ 757 w 49"/>
                <a:gd name="T3" fmla="*/ 35 h 9"/>
                <a:gd name="T4" fmla="*/ 0 w 49"/>
                <a:gd name="T5" fmla="*/ 17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9" h="9">
                  <a:moveTo>
                    <a:pt x="0" y="9"/>
                  </a:moveTo>
                  <a:cubicBezTo>
                    <a:pt x="0" y="9"/>
                    <a:pt x="20" y="0"/>
                    <a:pt x="49" y="2"/>
                  </a:cubicBezTo>
                  <a:cubicBezTo>
                    <a:pt x="49" y="2"/>
                    <a:pt x="15" y="3"/>
                    <a:pt x="0" y="9"/>
                  </a:cubicBezTo>
                  <a:close/>
                </a:path>
              </a:pathLst>
            </a:custGeom>
            <a:solidFill>
              <a:srgbClr val="BA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075" name="Freeform 908">
              <a:extLst>
                <a:ext uri="{FF2B5EF4-FFF2-40B4-BE49-F238E27FC236}">
                  <a16:creationId xmlns:a16="http://schemas.microsoft.com/office/drawing/2014/main" id="{E90AF0E8-006D-4687-AC6D-F17D33752CA9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7" y="3560"/>
              <a:ext cx="7" cy="37"/>
            </a:xfrm>
            <a:custGeom>
              <a:avLst/>
              <a:gdLst>
                <a:gd name="T0" fmla="*/ 0 w 3"/>
                <a:gd name="T1" fmla="*/ 0 h 14"/>
                <a:gd name="T2" fmla="*/ 37 w 3"/>
                <a:gd name="T3" fmla="*/ 259 h 14"/>
                <a:gd name="T4" fmla="*/ 0 w 3"/>
                <a:gd name="T5" fmla="*/ 259 h 14"/>
                <a:gd name="T6" fmla="*/ 0 w 3"/>
                <a:gd name="T7" fmla="*/ 0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14">
                  <a:moveTo>
                    <a:pt x="0" y="0"/>
                  </a:moveTo>
                  <a:cubicBezTo>
                    <a:pt x="3" y="14"/>
                    <a:pt x="3" y="14"/>
                    <a:pt x="3" y="14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0" y="14"/>
                    <a:pt x="3" y="9"/>
                    <a:pt x="0" y="0"/>
                  </a:cubicBezTo>
                  <a:close/>
                </a:path>
              </a:pathLst>
            </a:custGeom>
            <a:solidFill>
              <a:srgbClr val="BA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076" name="Freeform 909">
              <a:extLst>
                <a:ext uri="{FF2B5EF4-FFF2-40B4-BE49-F238E27FC236}">
                  <a16:creationId xmlns:a16="http://schemas.microsoft.com/office/drawing/2014/main" id="{93730AF5-34DD-4F95-A4B8-1378644CB6F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9" y="3651"/>
              <a:ext cx="20" cy="29"/>
            </a:xfrm>
            <a:custGeom>
              <a:avLst/>
              <a:gdLst>
                <a:gd name="T0" fmla="*/ 95 w 8"/>
                <a:gd name="T1" fmla="*/ 0 h 11"/>
                <a:gd name="T2" fmla="*/ 125 w 8"/>
                <a:gd name="T3" fmla="*/ 166 h 11"/>
                <a:gd name="T4" fmla="*/ 0 w 8"/>
                <a:gd name="T5" fmla="*/ 200 h 11"/>
                <a:gd name="T6" fmla="*/ 95 w 8"/>
                <a:gd name="T7" fmla="*/ 0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11">
                  <a:moveTo>
                    <a:pt x="6" y="0"/>
                  </a:moveTo>
                  <a:cubicBezTo>
                    <a:pt x="8" y="9"/>
                    <a:pt x="8" y="9"/>
                    <a:pt x="8" y="9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11"/>
                    <a:pt x="8" y="9"/>
                    <a:pt x="6" y="0"/>
                  </a:cubicBezTo>
                  <a:close/>
                </a:path>
              </a:pathLst>
            </a:custGeom>
            <a:solidFill>
              <a:srgbClr val="BA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077" name="Freeform 910">
              <a:extLst>
                <a:ext uri="{FF2B5EF4-FFF2-40B4-BE49-F238E27FC236}">
                  <a16:creationId xmlns:a16="http://schemas.microsoft.com/office/drawing/2014/main" id="{470BA6F6-0855-45CA-9996-ABF18D7C0CB5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4" y="3717"/>
              <a:ext cx="23" cy="19"/>
            </a:xfrm>
            <a:custGeom>
              <a:avLst/>
              <a:gdLst>
                <a:gd name="T0" fmla="*/ 151 w 9"/>
                <a:gd name="T1" fmla="*/ 141 h 7"/>
                <a:gd name="T2" fmla="*/ 118 w 9"/>
                <a:gd name="T3" fmla="*/ 22 h 7"/>
                <a:gd name="T4" fmla="*/ 0 w 9"/>
                <a:gd name="T5" fmla="*/ 38 h 7"/>
                <a:gd name="T6" fmla="*/ 151 w 9"/>
                <a:gd name="T7" fmla="*/ 141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7">
                  <a:moveTo>
                    <a:pt x="9" y="7"/>
                  </a:moveTo>
                  <a:cubicBezTo>
                    <a:pt x="7" y="1"/>
                    <a:pt x="7" y="1"/>
                    <a:pt x="7" y="1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7" y="0"/>
                    <a:pt x="9" y="7"/>
                  </a:cubicBezTo>
                  <a:close/>
                </a:path>
              </a:pathLst>
            </a:custGeom>
            <a:solidFill>
              <a:srgbClr val="BA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078" name="Freeform 911">
              <a:extLst>
                <a:ext uri="{FF2B5EF4-FFF2-40B4-BE49-F238E27FC236}">
                  <a16:creationId xmlns:a16="http://schemas.microsoft.com/office/drawing/2014/main" id="{816300EA-A4F6-4DD6-B1D0-9B96E19A5BA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4" y="3509"/>
              <a:ext cx="302" cy="472"/>
            </a:xfrm>
            <a:custGeom>
              <a:avLst/>
              <a:gdLst>
                <a:gd name="T0" fmla="*/ 1695 w 121"/>
                <a:gd name="T1" fmla="*/ 0 h 177"/>
                <a:gd name="T2" fmla="*/ 809 w 121"/>
                <a:gd name="T3" fmla="*/ 0 h 177"/>
                <a:gd name="T4" fmla="*/ 749 w 121"/>
                <a:gd name="T5" fmla="*/ 285 h 177"/>
                <a:gd name="T6" fmla="*/ 404 w 121"/>
                <a:gd name="T7" fmla="*/ 1480 h 177"/>
                <a:gd name="T8" fmla="*/ 155 w 121"/>
                <a:gd name="T9" fmla="*/ 2013 h 177"/>
                <a:gd name="T10" fmla="*/ 42 w 121"/>
                <a:gd name="T11" fmla="*/ 2616 h 177"/>
                <a:gd name="T12" fmla="*/ 92 w 121"/>
                <a:gd name="T13" fmla="*/ 2824 h 177"/>
                <a:gd name="T14" fmla="*/ 1570 w 121"/>
                <a:gd name="T15" fmla="*/ 2957 h 177"/>
                <a:gd name="T16" fmla="*/ 1632 w 121"/>
                <a:gd name="T17" fmla="*/ 2765 h 177"/>
                <a:gd name="T18" fmla="*/ 1695 w 121"/>
                <a:gd name="T19" fmla="*/ 2275 h 177"/>
                <a:gd name="T20" fmla="*/ 1807 w 121"/>
                <a:gd name="T21" fmla="*/ 1173 h 177"/>
                <a:gd name="T22" fmla="*/ 1712 w 121"/>
                <a:gd name="T23" fmla="*/ 307 h 177"/>
                <a:gd name="T24" fmla="*/ 1695 w 121"/>
                <a:gd name="T25" fmla="*/ 0 h 17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21" h="177">
                  <a:moveTo>
                    <a:pt x="109" y="0"/>
                  </a:moveTo>
                  <a:cubicBezTo>
                    <a:pt x="109" y="0"/>
                    <a:pt x="73" y="11"/>
                    <a:pt x="52" y="0"/>
                  </a:cubicBezTo>
                  <a:cubicBezTo>
                    <a:pt x="52" y="0"/>
                    <a:pt x="42" y="4"/>
                    <a:pt x="48" y="15"/>
                  </a:cubicBezTo>
                  <a:cubicBezTo>
                    <a:pt x="26" y="78"/>
                    <a:pt x="26" y="78"/>
                    <a:pt x="26" y="78"/>
                  </a:cubicBezTo>
                  <a:cubicBezTo>
                    <a:pt x="26" y="78"/>
                    <a:pt x="17" y="95"/>
                    <a:pt x="10" y="106"/>
                  </a:cubicBezTo>
                  <a:cubicBezTo>
                    <a:pt x="4" y="117"/>
                    <a:pt x="0" y="123"/>
                    <a:pt x="3" y="138"/>
                  </a:cubicBezTo>
                  <a:cubicBezTo>
                    <a:pt x="3" y="138"/>
                    <a:pt x="1" y="143"/>
                    <a:pt x="6" y="149"/>
                  </a:cubicBezTo>
                  <a:cubicBezTo>
                    <a:pt x="14" y="158"/>
                    <a:pt x="69" y="177"/>
                    <a:pt x="101" y="156"/>
                  </a:cubicBezTo>
                  <a:cubicBezTo>
                    <a:pt x="101" y="156"/>
                    <a:pt x="106" y="152"/>
                    <a:pt x="105" y="146"/>
                  </a:cubicBezTo>
                  <a:cubicBezTo>
                    <a:pt x="105" y="146"/>
                    <a:pt x="110" y="138"/>
                    <a:pt x="109" y="120"/>
                  </a:cubicBezTo>
                  <a:cubicBezTo>
                    <a:pt x="107" y="102"/>
                    <a:pt x="121" y="82"/>
                    <a:pt x="116" y="62"/>
                  </a:cubicBezTo>
                  <a:cubicBezTo>
                    <a:pt x="111" y="43"/>
                    <a:pt x="110" y="16"/>
                    <a:pt x="110" y="16"/>
                  </a:cubicBezTo>
                  <a:cubicBezTo>
                    <a:pt x="110" y="16"/>
                    <a:pt x="118" y="8"/>
                    <a:pt x="109" y="0"/>
                  </a:cubicBezTo>
                  <a:close/>
                </a:path>
              </a:pathLst>
            </a:custGeom>
            <a:solidFill>
              <a:srgbClr val="9E7B62"/>
            </a:solidFill>
            <a:ln w="7938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fr-FR"/>
            </a:p>
          </p:txBody>
        </p:sp>
        <p:sp>
          <p:nvSpPr>
            <p:cNvPr id="43079" name="Freeform 912">
              <a:extLst>
                <a:ext uri="{FF2B5EF4-FFF2-40B4-BE49-F238E27FC236}">
                  <a16:creationId xmlns:a16="http://schemas.microsoft.com/office/drawing/2014/main" id="{AC913247-668B-4594-8D34-B49103DE88E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1" y="3877"/>
              <a:ext cx="255" cy="64"/>
            </a:xfrm>
            <a:custGeom>
              <a:avLst/>
              <a:gdLst>
                <a:gd name="T0" fmla="*/ 1595 w 102"/>
                <a:gd name="T1" fmla="*/ 149 h 24"/>
                <a:gd name="T2" fmla="*/ 1050 w 102"/>
                <a:gd name="T3" fmla="*/ 456 h 24"/>
                <a:gd name="T4" fmla="*/ 0 w 102"/>
                <a:gd name="T5" fmla="*/ 0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2" h="24">
                  <a:moveTo>
                    <a:pt x="102" y="8"/>
                  </a:moveTo>
                  <a:cubicBezTo>
                    <a:pt x="102" y="8"/>
                    <a:pt x="96" y="24"/>
                    <a:pt x="67" y="24"/>
                  </a:cubicBezTo>
                  <a:cubicBezTo>
                    <a:pt x="38" y="24"/>
                    <a:pt x="4" y="17"/>
                    <a:pt x="0" y="0"/>
                  </a:cubicBezTo>
                </a:path>
              </a:pathLst>
            </a:custGeom>
            <a:noFill/>
            <a:ln w="7938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080" name="Freeform 913">
              <a:extLst>
                <a:ext uri="{FF2B5EF4-FFF2-40B4-BE49-F238E27FC236}">
                  <a16:creationId xmlns:a16="http://schemas.microsoft.com/office/drawing/2014/main" id="{90DE9EED-0D9F-48E0-9F08-D2A598EE6C2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4" y="3523"/>
              <a:ext cx="55" cy="216"/>
            </a:xfrm>
            <a:custGeom>
              <a:avLst/>
              <a:gdLst>
                <a:gd name="T0" fmla="*/ 345 w 22"/>
                <a:gd name="T1" fmla="*/ 0 h 81"/>
                <a:gd name="T2" fmla="*/ 270 w 22"/>
                <a:gd name="T3" fmla="*/ 248 h 81"/>
                <a:gd name="T4" fmla="*/ 0 w 22"/>
                <a:gd name="T5" fmla="*/ 1536 h 8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81">
                  <a:moveTo>
                    <a:pt x="22" y="0"/>
                  </a:moveTo>
                  <a:cubicBezTo>
                    <a:pt x="22" y="0"/>
                    <a:pt x="14" y="3"/>
                    <a:pt x="17" y="13"/>
                  </a:cubicBezTo>
                  <a:cubicBezTo>
                    <a:pt x="17" y="13"/>
                    <a:pt x="7" y="67"/>
                    <a:pt x="0" y="81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081" name="Freeform 914">
              <a:extLst>
                <a:ext uri="{FF2B5EF4-FFF2-40B4-BE49-F238E27FC236}">
                  <a16:creationId xmlns:a16="http://schemas.microsoft.com/office/drawing/2014/main" id="{A55077DD-697C-450B-A1BA-EA5300E0DA5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9" y="3672"/>
              <a:ext cx="145" cy="67"/>
            </a:xfrm>
            <a:custGeom>
              <a:avLst/>
              <a:gdLst>
                <a:gd name="T0" fmla="*/ 0 w 58"/>
                <a:gd name="T1" fmla="*/ 330 h 25"/>
                <a:gd name="T2" fmla="*/ 863 w 58"/>
                <a:gd name="T3" fmla="*/ 482 h 25"/>
                <a:gd name="T4" fmla="*/ 908 w 58"/>
                <a:gd name="T5" fmla="*/ 193 h 25"/>
                <a:gd name="T6" fmla="*/ 63 w 58"/>
                <a:gd name="T7" fmla="*/ 56 h 25"/>
                <a:gd name="T8" fmla="*/ 0 w 58"/>
                <a:gd name="T9" fmla="*/ 330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8" h="25">
                  <a:moveTo>
                    <a:pt x="0" y="17"/>
                  </a:moveTo>
                  <a:cubicBezTo>
                    <a:pt x="0" y="17"/>
                    <a:pt x="36" y="12"/>
                    <a:pt x="55" y="25"/>
                  </a:cubicBezTo>
                  <a:cubicBezTo>
                    <a:pt x="58" y="10"/>
                    <a:pt x="58" y="10"/>
                    <a:pt x="58" y="10"/>
                  </a:cubicBezTo>
                  <a:cubicBezTo>
                    <a:pt x="58" y="10"/>
                    <a:pt x="37" y="0"/>
                    <a:pt x="4" y="3"/>
                  </a:cubicBezTo>
                  <a:lnTo>
                    <a:pt x="0" y="17"/>
                  </a:lnTo>
                  <a:close/>
                </a:path>
              </a:pathLst>
            </a:custGeom>
            <a:solidFill>
              <a:srgbClr val="9E7B62"/>
            </a:solidFill>
            <a:ln w="7938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fr-FR"/>
            </a:p>
          </p:txBody>
        </p:sp>
        <p:sp>
          <p:nvSpPr>
            <p:cNvPr id="43082" name="Freeform 915">
              <a:extLst>
                <a:ext uri="{FF2B5EF4-FFF2-40B4-BE49-F238E27FC236}">
                  <a16:creationId xmlns:a16="http://schemas.microsoft.com/office/drawing/2014/main" id="{E31404EB-9AA0-4E57-9583-517CCD6A4FD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1" y="3587"/>
              <a:ext cx="133" cy="80"/>
            </a:xfrm>
            <a:custGeom>
              <a:avLst/>
              <a:gdLst>
                <a:gd name="T0" fmla="*/ 0 w 53"/>
                <a:gd name="T1" fmla="*/ 456 h 30"/>
                <a:gd name="T2" fmla="*/ 788 w 53"/>
                <a:gd name="T3" fmla="*/ 568 h 30"/>
                <a:gd name="T4" fmla="*/ 838 w 53"/>
                <a:gd name="T5" fmla="*/ 227 h 30"/>
                <a:gd name="T6" fmla="*/ 83 w 53"/>
                <a:gd name="T7" fmla="*/ 149 h 30"/>
                <a:gd name="T8" fmla="*/ 0 w 53"/>
                <a:gd name="T9" fmla="*/ 456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" h="30">
                  <a:moveTo>
                    <a:pt x="0" y="24"/>
                  </a:moveTo>
                  <a:cubicBezTo>
                    <a:pt x="0" y="24"/>
                    <a:pt x="29" y="18"/>
                    <a:pt x="50" y="30"/>
                  </a:cubicBezTo>
                  <a:cubicBezTo>
                    <a:pt x="53" y="12"/>
                    <a:pt x="53" y="12"/>
                    <a:pt x="53" y="12"/>
                  </a:cubicBezTo>
                  <a:cubicBezTo>
                    <a:pt x="53" y="12"/>
                    <a:pt x="24" y="0"/>
                    <a:pt x="5" y="8"/>
                  </a:cubicBezTo>
                  <a:lnTo>
                    <a:pt x="0" y="24"/>
                  </a:lnTo>
                  <a:close/>
                </a:path>
              </a:pathLst>
            </a:custGeom>
            <a:solidFill>
              <a:srgbClr val="9E7B62"/>
            </a:solidFill>
            <a:ln w="7938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fr-FR"/>
            </a:p>
          </p:txBody>
        </p:sp>
        <p:sp>
          <p:nvSpPr>
            <p:cNvPr id="43083" name="Freeform 916">
              <a:extLst>
                <a:ext uri="{FF2B5EF4-FFF2-40B4-BE49-F238E27FC236}">
                  <a16:creationId xmlns:a16="http://schemas.microsoft.com/office/drawing/2014/main" id="{C7D01720-580C-4837-A284-A98C188FDFE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6" y="3520"/>
              <a:ext cx="85" cy="408"/>
            </a:xfrm>
            <a:custGeom>
              <a:avLst/>
              <a:gdLst>
                <a:gd name="T0" fmla="*/ 438 w 34"/>
                <a:gd name="T1" fmla="*/ 0 h 153"/>
                <a:gd name="T2" fmla="*/ 408 w 34"/>
                <a:gd name="T3" fmla="*/ 264 h 153"/>
                <a:gd name="T4" fmla="*/ 438 w 34"/>
                <a:gd name="T5" fmla="*/ 717 h 153"/>
                <a:gd name="T6" fmla="*/ 500 w 34"/>
                <a:gd name="T7" fmla="*/ 1195 h 153"/>
                <a:gd name="T8" fmla="*/ 375 w 34"/>
                <a:gd name="T9" fmla="*/ 1899 h 153"/>
                <a:gd name="T10" fmla="*/ 375 w 34"/>
                <a:gd name="T11" fmla="*/ 2219 h 153"/>
                <a:gd name="T12" fmla="*/ 345 w 34"/>
                <a:gd name="T13" fmla="*/ 2504 h 153"/>
                <a:gd name="T14" fmla="*/ 220 w 34"/>
                <a:gd name="T15" fmla="*/ 2752 h 153"/>
                <a:gd name="T16" fmla="*/ 125 w 34"/>
                <a:gd name="T17" fmla="*/ 2824 h 153"/>
                <a:gd name="T18" fmla="*/ 0 w 34"/>
                <a:gd name="T19" fmla="*/ 2901 h 153"/>
                <a:gd name="T20" fmla="*/ 125 w 34"/>
                <a:gd name="T21" fmla="*/ 2752 h 153"/>
                <a:gd name="T22" fmla="*/ 238 w 34"/>
                <a:gd name="T23" fmla="*/ 2467 h 153"/>
                <a:gd name="T24" fmla="*/ 250 w 34"/>
                <a:gd name="T25" fmla="*/ 1955 h 153"/>
                <a:gd name="T26" fmla="*/ 395 w 34"/>
                <a:gd name="T27" fmla="*/ 1515 h 153"/>
                <a:gd name="T28" fmla="*/ 395 w 34"/>
                <a:gd name="T29" fmla="*/ 1059 h 153"/>
                <a:gd name="T30" fmla="*/ 375 w 34"/>
                <a:gd name="T31" fmla="*/ 435 h 153"/>
                <a:gd name="T32" fmla="*/ 375 w 34"/>
                <a:gd name="T33" fmla="*/ 285 h 153"/>
                <a:gd name="T34" fmla="*/ 333 w 34"/>
                <a:gd name="T35" fmla="*/ 205 h 153"/>
                <a:gd name="T36" fmla="*/ 313 w 34"/>
                <a:gd name="T37" fmla="*/ 192 h 153"/>
                <a:gd name="T38" fmla="*/ 363 w 34"/>
                <a:gd name="T39" fmla="*/ 21 h 153"/>
                <a:gd name="T40" fmla="*/ 438 w 34"/>
                <a:gd name="T41" fmla="*/ 21 h 15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34" h="153">
                  <a:moveTo>
                    <a:pt x="28" y="0"/>
                  </a:moveTo>
                  <a:cubicBezTo>
                    <a:pt x="34" y="3"/>
                    <a:pt x="26" y="10"/>
                    <a:pt x="26" y="14"/>
                  </a:cubicBezTo>
                  <a:cubicBezTo>
                    <a:pt x="26" y="22"/>
                    <a:pt x="28" y="30"/>
                    <a:pt x="28" y="38"/>
                  </a:cubicBezTo>
                  <a:cubicBezTo>
                    <a:pt x="28" y="47"/>
                    <a:pt x="30" y="54"/>
                    <a:pt x="32" y="63"/>
                  </a:cubicBezTo>
                  <a:cubicBezTo>
                    <a:pt x="34" y="76"/>
                    <a:pt x="27" y="88"/>
                    <a:pt x="24" y="100"/>
                  </a:cubicBezTo>
                  <a:cubicBezTo>
                    <a:pt x="23" y="106"/>
                    <a:pt x="23" y="111"/>
                    <a:pt x="24" y="117"/>
                  </a:cubicBezTo>
                  <a:cubicBezTo>
                    <a:pt x="24" y="122"/>
                    <a:pt x="23" y="127"/>
                    <a:pt x="22" y="132"/>
                  </a:cubicBezTo>
                  <a:cubicBezTo>
                    <a:pt x="20" y="137"/>
                    <a:pt x="18" y="142"/>
                    <a:pt x="14" y="145"/>
                  </a:cubicBezTo>
                  <a:cubicBezTo>
                    <a:pt x="12" y="146"/>
                    <a:pt x="10" y="148"/>
                    <a:pt x="8" y="149"/>
                  </a:cubicBezTo>
                  <a:cubicBezTo>
                    <a:pt x="5" y="151"/>
                    <a:pt x="2" y="151"/>
                    <a:pt x="0" y="153"/>
                  </a:cubicBezTo>
                  <a:cubicBezTo>
                    <a:pt x="3" y="153"/>
                    <a:pt x="6" y="147"/>
                    <a:pt x="8" y="145"/>
                  </a:cubicBezTo>
                  <a:cubicBezTo>
                    <a:pt x="11" y="140"/>
                    <a:pt x="14" y="136"/>
                    <a:pt x="15" y="130"/>
                  </a:cubicBezTo>
                  <a:cubicBezTo>
                    <a:pt x="16" y="121"/>
                    <a:pt x="15" y="112"/>
                    <a:pt x="16" y="103"/>
                  </a:cubicBezTo>
                  <a:cubicBezTo>
                    <a:pt x="17" y="94"/>
                    <a:pt x="23" y="88"/>
                    <a:pt x="25" y="80"/>
                  </a:cubicBezTo>
                  <a:cubicBezTo>
                    <a:pt x="27" y="73"/>
                    <a:pt x="25" y="64"/>
                    <a:pt x="25" y="56"/>
                  </a:cubicBezTo>
                  <a:cubicBezTo>
                    <a:pt x="25" y="45"/>
                    <a:pt x="26" y="34"/>
                    <a:pt x="24" y="23"/>
                  </a:cubicBezTo>
                  <a:cubicBezTo>
                    <a:pt x="24" y="20"/>
                    <a:pt x="24" y="18"/>
                    <a:pt x="24" y="15"/>
                  </a:cubicBezTo>
                  <a:cubicBezTo>
                    <a:pt x="24" y="11"/>
                    <a:pt x="24" y="12"/>
                    <a:pt x="21" y="11"/>
                  </a:cubicBezTo>
                  <a:cubicBezTo>
                    <a:pt x="21" y="11"/>
                    <a:pt x="20" y="10"/>
                    <a:pt x="20" y="10"/>
                  </a:cubicBezTo>
                  <a:cubicBezTo>
                    <a:pt x="25" y="11"/>
                    <a:pt x="27" y="3"/>
                    <a:pt x="23" y="1"/>
                  </a:cubicBezTo>
                  <a:cubicBezTo>
                    <a:pt x="25" y="1"/>
                    <a:pt x="26" y="1"/>
                    <a:pt x="28" y="1"/>
                  </a:cubicBezTo>
                </a:path>
              </a:pathLst>
            </a:custGeom>
            <a:solidFill>
              <a:srgbClr val="8C6A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084" name="Freeform 917">
              <a:extLst>
                <a:ext uri="{FF2B5EF4-FFF2-40B4-BE49-F238E27FC236}">
                  <a16:creationId xmlns:a16="http://schemas.microsoft.com/office/drawing/2014/main" id="{6CFC98B2-0F0F-4FB5-8E16-1B876CC9ADB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4" y="3520"/>
              <a:ext cx="27" cy="35"/>
            </a:xfrm>
            <a:custGeom>
              <a:avLst/>
              <a:gdLst>
                <a:gd name="T0" fmla="*/ 42 w 11"/>
                <a:gd name="T1" fmla="*/ 0 h 13"/>
                <a:gd name="T2" fmla="*/ 12 w 11"/>
                <a:gd name="T3" fmla="*/ 197 h 13"/>
                <a:gd name="T4" fmla="*/ 162 w 11"/>
                <a:gd name="T5" fmla="*/ 253 h 13"/>
                <a:gd name="T6" fmla="*/ 29 w 11"/>
                <a:gd name="T7" fmla="*/ 22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3">
                  <a:moveTo>
                    <a:pt x="3" y="0"/>
                  </a:moveTo>
                  <a:cubicBezTo>
                    <a:pt x="0" y="2"/>
                    <a:pt x="0" y="8"/>
                    <a:pt x="1" y="10"/>
                  </a:cubicBezTo>
                  <a:cubicBezTo>
                    <a:pt x="3" y="13"/>
                    <a:pt x="8" y="13"/>
                    <a:pt x="11" y="13"/>
                  </a:cubicBezTo>
                  <a:cubicBezTo>
                    <a:pt x="4" y="13"/>
                    <a:pt x="1" y="6"/>
                    <a:pt x="2" y="1"/>
                  </a:cubicBezTo>
                </a:path>
              </a:pathLst>
            </a:custGeom>
            <a:solidFill>
              <a:srgbClr val="BA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085" name="Freeform 918">
              <a:extLst>
                <a:ext uri="{FF2B5EF4-FFF2-40B4-BE49-F238E27FC236}">
                  <a16:creationId xmlns:a16="http://schemas.microsoft.com/office/drawing/2014/main" id="{4F8EFCEE-4395-4B00-981A-EFACE690C70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9" y="3720"/>
              <a:ext cx="107" cy="165"/>
            </a:xfrm>
            <a:custGeom>
              <a:avLst/>
              <a:gdLst>
                <a:gd name="T0" fmla="*/ 662 w 43"/>
                <a:gd name="T1" fmla="*/ 0 h 62"/>
                <a:gd name="T2" fmla="*/ 465 w 43"/>
                <a:gd name="T3" fmla="*/ 21 h 62"/>
                <a:gd name="T4" fmla="*/ 229 w 43"/>
                <a:gd name="T5" fmla="*/ 532 h 62"/>
                <a:gd name="T6" fmla="*/ 137 w 43"/>
                <a:gd name="T7" fmla="*/ 1168 h 62"/>
                <a:gd name="T8" fmla="*/ 261 w 43"/>
                <a:gd name="T9" fmla="*/ 567 h 62"/>
                <a:gd name="T10" fmla="*/ 600 w 43"/>
                <a:gd name="T11" fmla="*/ 623 h 62"/>
                <a:gd name="T12" fmla="*/ 341 w 43"/>
                <a:gd name="T13" fmla="*/ 431 h 62"/>
                <a:gd name="T14" fmla="*/ 662 w 43"/>
                <a:gd name="T15" fmla="*/ 0 h 6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3" h="62">
                  <a:moveTo>
                    <a:pt x="43" y="0"/>
                  </a:moveTo>
                  <a:cubicBezTo>
                    <a:pt x="43" y="0"/>
                    <a:pt x="33" y="0"/>
                    <a:pt x="30" y="1"/>
                  </a:cubicBezTo>
                  <a:cubicBezTo>
                    <a:pt x="30" y="1"/>
                    <a:pt x="20" y="22"/>
                    <a:pt x="15" y="28"/>
                  </a:cubicBezTo>
                  <a:cubicBezTo>
                    <a:pt x="10" y="35"/>
                    <a:pt x="0" y="50"/>
                    <a:pt x="9" y="62"/>
                  </a:cubicBezTo>
                  <a:cubicBezTo>
                    <a:pt x="9" y="62"/>
                    <a:pt x="7" y="35"/>
                    <a:pt x="17" y="30"/>
                  </a:cubicBezTo>
                  <a:cubicBezTo>
                    <a:pt x="17" y="30"/>
                    <a:pt x="35" y="32"/>
                    <a:pt x="39" y="33"/>
                  </a:cubicBezTo>
                  <a:cubicBezTo>
                    <a:pt x="39" y="33"/>
                    <a:pt x="18" y="31"/>
                    <a:pt x="22" y="23"/>
                  </a:cubicBezTo>
                  <a:cubicBezTo>
                    <a:pt x="26" y="16"/>
                    <a:pt x="24" y="1"/>
                    <a:pt x="43" y="0"/>
                  </a:cubicBezTo>
                  <a:close/>
                </a:path>
              </a:pathLst>
            </a:custGeom>
            <a:solidFill>
              <a:srgbClr val="BA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086" name="Freeform 919">
              <a:extLst>
                <a:ext uri="{FF2B5EF4-FFF2-40B4-BE49-F238E27FC236}">
                  <a16:creationId xmlns:a16="http://schemas.microsoft.com/office/drawing/2014/main" id="{AF9B1FFB-5EF6-485F-9AE6-2383C206C6C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9" y="3592"/>
              <a:ext cx="110" cy="29"/>
            </a:xfrm>
            <a:custGeom>
              <a:avLst/>
              <a:gdLst>
                <a:gd name="T0" fmla="*/ 688 w 44"/>
                <a:gd name="T1" fmla="*/ 200 h 11"/>
                <a:gd name="T2" fmla="*/ 0 w 44"/>
                <a:gd name="T3" fmla="*/ 145 h 11"/>
                <a:gd name="T4" fmla="*/ 688 w 44"/>
                <a:gd name="T5" fmla="*/ 20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4" h="11">
                  <a:moveTo>
                    <a:pt x="44" y="11"/>
                  </a:moveTo>
                  <a:cubicBezTo>
                    <a:pt x="44" y="11"/>
                    <a:pt x="17" y="0"/>
                    <a:pt x="0" y="8"/>
                  </a:cubicBezTo>
                  <a:cubicBezTo>
                    <a:pt x="0" y="8"/>
                    <a:pt x="16" y="3"/>
                    <a:pt x="44" y="11"/>
                  </a:cubicBezTo>
                  <a:close/>
                </a:path>
              </a:pathLst>
            </a:custGeom>
            <a:solidFill>
              <a:srgbClr val="BA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087" name="Freeform 920">
              <a:extLst>
                <a:ext uri="{FF2B5EF4-FFF2-40B4-BE49-F238E27FC236}">
                  <a16:creationId xmlns:a16="http://schemas.microsoft.com/office/drawing/2014/main" id="{E6B83DC1-A775-4DF4-ABB0-EF36D8FE2C9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4" y="3677"/>
              <a:ext cx="122" cy="24"/>
            </a:xfrm>
            <a:custGeom>
              <a:avLst/>
              <a:gdLst>
                <a:gd name="T0" fmla="*/ 757 w 49"/>
                <a:gd name="T1" fmla="*/ 171 h 9"/>
                <a:gd name="T2" fmla="*/ 0 w 49"/>
                <a:gd name="T3" fmla="*/ 35 h 9"/>
                <a:gd name="T4" fmla="*/ 757 w 49"/>
                <a:gd name="T5" fmla="*/ 17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9" h="9">
                  <a:moveTo>
                    <a:pt x="49" y="9"/>
                  </a:moveTo>
                  <a:cubicBezTo>
                    <a:pt x="49" y="9"/>
                    <a:pt x="29" y="0"/>
                    <a:pt x="0" y="2"/>
                  </a:cubicBezTo>
                  <a:cubicBezTo>
                    <a:pt x="0" y="2"/>
                    <a:pt x="34" y="3"/>
                    <a:pt x="49" y="9"/>
                  </a:cubicBezTo>
                  <a:close/>
                </a:path>
              </a:pathLst>
            </a:custGeom>
            <a:solidFill>
              <a:srgbClr val="BA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088" name="Freeform 921">
              <a:extLst>
                <a:ext uri="{FF2B5EF4-FFF2-40B4-BE49-F238E27FC236}">
                  <a16:creationId xmlns:a16="http://schemas.microsoft.com/office/drawing/2014/main" id="{1196CB41-A202-4783-AFD2-31A22D0155A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4" y="3560"/>
              <a:ext cx="7" cy="37"/>
            </a:xfrm>
            <a:custGeom>
              <a:avLst/>
              <a:gdLst>
                <a:gd name="T0" fmla="*/ 37 w 3"/>
                <a:gd name="T1" fmla="*/ 0 h 14"/>
                <a:gd name="T2" fmla="*/ 0 w 3"/>
                <a:gd name="T3" fmla="*/ 259 h 14"/>
                <a:gd name="T4" fmla="*/ 37 w 3"/>
                <a:gd name="T5" fmla="*/ 259 h 14"/>
                <a:gd name="T6" fmla="*/ 37 w 3"/>
                <a:gd name="T7" fmla="*/ 0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14">
                  <a:moveTo>
                    <a:pt x="3" y="0"/>
                  </a:moveTo>
                  <a:cubicBezTo>
                    <a:pt x="0" y="14"/>
                    <a:pt x="0" y="14"/>
                    <a:pt x="0" y="14"/>
                  </a:cubicBezTo>
                  <a:cubicBezTo>
                    <a:pt x="3" y="14"/>
                    <a:pt x="3" y="14"/>
                    <a:pt x="3" y="14"/>
                  </a:cubicBezTo>
                  <a:cubicBezTo>
                    <a:pt x="3" y="14"/>
                    <a:pt x="0" y="9"/>
                    <a:pt x="3" y="0"/>
                  </a:cubicBezTo>
                  <a:close/>
                </a:path>
              </a:pathLst>
            </a:custGeom>
            <a:solidFill>
              <a:srgbClr val="BA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089" name="Freeform 922">
              <a:extLst>
                <a:ext uri="{FF2B5EF4-FFF2-40B4-BE49-F238E27FC236}">
                  <a16:creationId xmlns:a16="http://schemas.microsoft.com/office/drawing/2014/main" id="{6705401E-70A7-4175-9BB6-82548E40D1A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9" y="3651"/>
              <a:ext cx="20" cy="29"/>
            </a:xfrm>
            <a:custGeom>
              <a:avLst/>
              <a:gdLst>
                <a:gd name="T0" fmla="*/ 33 w 8"/>
                <a:gd name="T1" fmla="*/ 0 h 11"/>
                <a:gd name="T2" fmla="*/ 0 w 8"/>
                <a:gd name="T3" fmla="*/ 166 h 11"/>
                <a:gd name="T4" fmla="*/ 125 w 8"/>
                <a:gd name="T5" fmla="*/ 200 h 11"/>
                <a:gd name="T6" fmla="*/ 33 w 8"/>
                <a:gd name="T7" fmla="*/ 0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11">
                  <a:moveTo>
                    <a:pt x="2" y="0"/>
                  </a:moveTo>
                  <a:cubicBezTo>
                    <a:pt x="0" y="9"/>
                    <a:pt x="0" y="9"/>
                    <a:pt x="0" y="9"/>
                  </a:cubicBezTo>
                  <a:cubicBezTo>
                    <a:pt x="8" y="11"/>
                    <a:pt x="8" y="11"/>
                    <a:pt x="8" y="11"/>
                  </a:cubicBezTo>
                  <a:cubicBezTo>
                    <a:pt x="8" y="11"/>
                    <a:pt x="0" y="9"/>
                    <a:pt x="2" y="0"/>
                  </a:cubicBezTo>
                  <a:close/>
                </a:path>
              </a:pathLst>
            </a:custGeom>
            <a:solidFill>
              <a:srgbClr val="BA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090" name="Freeform 923">
              <a:extLst>
                <a:ext uri="{FF2B5EF4-FFF2-40B4-BE49-F238E27FC236}">
                  <a16:creationId xmlns:a16="http://schemas.microsoft.com/office/drawing/2014/main" id="{58FAB66A-495C-4BC9-B545-33CF4D6592D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1" y="3717"/>
              <a:ext cx="23" cy="19"/>
            </a:xfrm>
            <a:custGeom>
              <a:avLst/>
              <a:gdLst>
                <a:gd name="T0" fmla="*/ 0 w 9"/>
                <a:gd name="T1" fmla="*/ 141 h 7"/>
                <a:gd name="T2" fmla="*/ 33 w 9"/>
                <a:gd name="T3" fmla="*/ 22 h 7"/>
                <a:gd name="T4" fmla="*/ 151 w 9"/>
                <a:gd name="T5" fmla="*/ 38 h 7"/>
                <a:gd name="T6" fmla="*/ 0 w 9"/>
                <a:gd name="T7" fmla="*/ 141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7">
                  <a:moveTo>
                    <a:pt x="0" y="7"/>
                  </a:moveTo>
                  <a:cubicBezTo>
                    <a:pt x="2" y="1"/>
                    <a:pt x="2" y="1"/>
                    <a:pt x="2" y="1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9" y="2"/>
                    <a:pt x="2" y="0"/>
                    <a:pt x="0" y="7"/>
                  </a:cubicBezTo>
                  <a:close/>
                </a:path>
              </a:pathLst>
            </a:custGeom>
            <a:solidFill>
              <a:srgbClr val="BA9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</p:grpSp>
      <p:grpSp>
        <p:nvGrpSpPr>
          <p:cNvPr id="43019" name="pair-of-beige-trousers">
            <a:extLst>
              <a:ext uri="{FF2B5EF4-FFF2-40B4-BE49-F238E27FC236}">
                <a16:creationId xmlns:a16="http://schemas.microsoft.com/office/drawing/2014/main" id="{3A5CCC6C-FBAA-425E-A655-01A999148DBB}"/>
              </a:ext>
            </a:extLst>
          </p:cNvPr>
          <p:cNvGrpSpPr>
            <a:grpSpLocks/>
          </p:cNvGrpSpPr>
          <p:nvPr/>
        </p:nvGrpSpPr>
        <p:grpSpPr bwMode="auto">
          <a:xfrm>
            <a:off x="8543925" y="3152775"/>
            <a:ext cx="998538" cy="3209925"/>
            <a:chOff x="4551" y="1874"/>
            <a:chExt cx="689" cy="2214"/>
          </a:xfrm>
        </p:grpSpPr>
        <p:sp>
          <p:nvSpPr>
            <p:cNvPr id="43040" name="Freeform 925">
              <a:extLst>
                <a:ext uri="{FF2B5EF4-FFF2-40B4-BE49-F238E27FC236}">
                  <a16:creationId xmlns:a16="http://schemas.microsoft.com/office/drawing/2014/main" id="{1A6C289A-8A89-4674-A7CC-D92E3A743B4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1" y="1874"/>
              <a:ext cx="689" cy="2214"/>
            </a:xfrm>
            <a:custGeom>
              <a:avLst/>
              <a:gdLst>
                <a:gd name="T0" fmla="*/ 149 w 422"/>
                <a:gd name="T1" fmla="*/ 0 h 1273"/>
                <a:gd name="T2" fmla="*/ 1701 w 422"/>
                <a:gd name="T3" fmla="*/ 0 h 1273"/>
                <a:gd name="T4" fmla="*/ 1749 w 422"/>
                <a:gd name="T5" fmla="*/ 1379 h 1273"/>
                <a:gd name="T6" fmla="*/ 1618 w 422"/>
                <a:gd name="T7" fmla="*/ 4099 h 1273"/>
                <a:gd name="T8" fmla="*/ 1618 w 422"/>
                <a:gd name="T9" fmla="*/ 6428 h 1273"/>
                <a:gd name="T10" fmla="*/ 1066 w 422"/>
                <a:gd name="T11" fmla="*/ 6428 h 1273"/>
                <a:gd name="T12" fmla="*/ 989 w 422"/>
                <a:gd name="T13" fmla="*/ 4226 h 1273"/>
                <a:gd name="T14" fmla="*/ 922 w 422"/>
                <a:gd name="T15" fmla="*/ 2151 h 1273"/>
                <a:gd name="T16" fmla="*/ 859 w 422"/>
                <a:gd name="T17" fmla="*/ 4265 h 1273"/>
                <a:gd name="T18" fmla="*/ 784 w 422"/>
                <a:gd name="T19" fmla="*/ 6404 h 1273"/>
                <a:gd name="T20" fmla="*/ 206 w 422"/>
                <a:gd name="T21" fmla="*/ 6385 h 1273"/>
                <a:gd name="T22" fmla="*/ 184 w 422"/>
                <a:gd name="T23" fmla="*/ 4099 h 1273"/>
                <a:gd name="T24" fmla="*/ 96 w 422"/>
                <a:gd name="T25" fmla="*/ 1445 h 1273"/>
                <a:gd name="T26" fmla="*/ 149 w 422"/>
                <a:gd name="T27" fmla="*/ 0 h 1273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422" h="1273">
                  <a:moveTo>
                    <a:pt x="34" y="0"/>
                  </a:moveTo>
                  <a:cubicBezTo>
                    <a:pt x="34" y="0"/>
                    <a:pt x="198" y="71"/>
                    <a:pt x="391" y="0"/>
                  </a:cubicBezTo>
                  <a:cubicBezTo>
                    <a:pt x="391" y="0"/>
                    <a:pt x="422" y="139"/>
                    <a:pt x="402" y="262"/>
                  </a:cubicBezTo>
                  <a:cubicBezTo>
                    <a:pt x="382" y="385"/>
                    <a:pt x="372" y="673"/>
                    <a:pt x="372" y="779"/>
                  </a:cubicBezTo>
                  <a:cubicBezTo>
                    <a:pt x="372" y="886"/>
                    <a:pt x="372" y="1222"/>
                    <a:pt x="372" y="1222"/>
                  </a:cubicBezTo>
                  <a:cubicBezTo>
                    <a:pt x="372" y="1222"/>
                    <a:pt x="307" y="1257"/>
                    <a:pt x="245" y="1222"/>
                  </a:cubicBezTo>
                  <a:cubicBezTo>
                    <a:pt x="245" y="1222"/>
                    <a:pt x="235" y="886"/>
                    <a:pt x="227" y="803"/>
                  </a:cubicBezTo>
                  <a:cubicBezTo>
                    <a:pt x="220" y="721"/>
                    <a:pt x="240" y="406"/>
                    <a:pt x="212" y="409"/>
                  </a:cubicBezTo>
                  <a:cubicBezTo>
                    <a:pt x="185" y="411"/>
                    <a:pt x="197" y="811"/>
                    <a:pt x="197" y="811"/>
                  </a:cubicBezTo>
                  <a:cubicBezTo>
                    <a:pt x="197" y="811"/>
                    <a:pt x="175" y="1185"/>
                    <a:pt x="180" y="1217"/>
                  </a:cubicBezTo>
                  <a:cubicBezTo>
                    <a:pt x="180" y="1217"/>
                    <a:pt x="127" y="1273"/>
                    <a:pt x="47" y="1214"/>
                  </a:cubicBezTo>
                  <a:cubicBezTo>
                    <a:pt x="47" y="1214"/>
                    <a:pt x="47" y="843"/>
                    <a:pt x="42" y="779"/>
                  </a:cubicBezTo>
                  <a:cubicBezTo>
                    <a:pt x="37" y="715"/>
                    <a:pt x="35" y="335"/>
                    <a:pt x="22" y="275"/>
                  </a:cubicBezTo>
                  <a:cubicBezTo>
                    <a:pt x="0" y="166"/>
                    <a:pt x="34" y="0"/>
                    <a:pt x="34" y="0"/>
                  </a:cubicBezTo>
                  <a:close/>
                </a:path>
              </a:pathLst>
            </a:custGeom>
            <a:solidFill>
              <a:srgbClr val="FBC9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041" name="Freeform 926">
              <a:extLst>
                <a:ext uri="{FF2B5EF4-FFF2-40B4-BE49-F238E27FC236}">
                  <a16:creationId xmlns:a16="http://schemas.microsoft.com/office/drawing/2014/main" id="{F3B51C07-92AA-4E4F-8BFB-7FB5D89A5D0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1" y="1874"/>
              <a:ext cx="689" cy="2214"/>
            </a:xfrm>
            <a:custGeom>
              <a:avLst/>
              <a:gdLst>
                <a:gd name="T0" fmla="*/ 149 w 422"/>
                <a:gd name="T1" fmla="*/ 0 h 1273"/>
                <a:gd name="T2" fmla="*/ 1701 w 422"/>
                <a:gd name="T3" fmla="*/ 0 h 1273"/>
                <a:gd name="T4" fmla="*/ 1749 w 422"/>
                <a:gd name="T5" fmla="*/ 1379 h 1273"/>
                <a:gd name="T6" fmla="*/ 1618 w 422"/>
                <a:gd name="T7" fmla="*/ 4099 h 1273"/>
                <a:gd name="T8" fmla="*/ 1618 w 422"/>
                <a:gd name="T9" fmla="*/ 6428 h 1273"/>
                <a:gd name="T10" fmla="*/ 1066 w 422"/>
                <a:gd name="T11" fmla="*/ 6428 h 1273"/>
                <a:gd name="T12" fmla="*/ 989 w 422"/>
                <a:gd name="T13" fmla="*/ 4226 h 1273"/>
                <a:gd name="T14" fmla="*/ 922 w 422"/>
                <a:gd name="T15" fmla="*/ 2151 h 1273"/>
                <a:gd name="T16" fmla="*/ 859 w 422"/>
                <a:gd name="T17" fmla="*/ 4265 h 1273"/>
                <a:gd name="T18" fmla="*/ 784 w 422"/>
                <a:gd name="T19" fmla="*/ 6404 h 1273"/>
                <a:gd name="T20" fmla="*/ 206 w 422"/>
                <a:gd name="T21" fmla="*/ 6385 h 1273"/>
                <a:gd name="T22" fmla="*/ 184 w 422"/>
                <a:gd name="T23" fmla="*/ 4099 h 1273"/>
                <a:gd name="T24" fmla="*/ 96 w 422"/>
                <a:gd name="T25" fmla="*/ 1445 h 1273"/>
                <a:gd name="T26" fmla="*/ 149 w 422"/>
                <a:gd name="T27" fmla="*/ 0 h 1273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422" h="1273">
                  <a:moveTo>
                    <a:pt x="34" y="0"/>
                  </a:moveTo>
                  <a:cubicBezTo>
                    <a:pt x="34" y="0"/>
                    <a:pt x="198" y="71"/>
                    <a:pt x="391" y="0"/>
                  </a:cubicBezTo>
                  <a:cubicBezTo>
                    <a:pt x="391" y="0"/>
                    <a:pt x="422" y="139"/>
                    <a:pt x="402" y="262"/>
                  </a:cubicBezTo>
                  <a:cubicBezTo>
                    <a:pt x="382" y="385"/>
                    <a:pt x="372" y="673"/>
                    <a:pt x="372" y="779"/>
                  </a:cubicBezTo>
                  <a:cubicBezTo>
                    <a:pt x="372" y="886"/>
                    <a:pt x="372" y="1222"/>
                    <a:pt x="372" y="1222"/>
                  </a:cubicBezTo>
                  <a:cubicBezTo>
                    <a:pt x="372" y="1222"/>
                    <a:pt x="307" y="1257"/>
                    <a:pt x="245" y="1222"/>
                  </a:cubicBezTo>
                  <a:cubicBezTo>
                    <a:pt x="245" y="1222"/>
                    <a:pt x="235" y="886"/>
                    <a:pt x="227" y="803"/>
                  </a:cubicBezTo>
                  <a:cubicBezTo>
                    <a:pt x="220" y="721"/>
                    <a:pt x="240" y="406"/>
                    <a:pt x="212" y="409"/>
                  </a:cubicBezTo>
                  <a:cubicBezTo>
                    <a:pt x="185" y="411"/>
                    <a:pt x="197" y="811"/>
                    <a:pt x="197" y="811"/>
                  </a:cubicBezTo>
                  <a:cubicBezTo>
                    <a:pt x="197" y="811"/>
                    <a:pt x="175" y="1185"/>
                    <a:pt x="180" y="1217"/>
                  </a:cubicBezTo>
                  <a:cubicBezTo>
                    <a:pt x="180" y="1217"/>
                    <a:pt x="127" y="1273"/>
                    <a:pt x="47" y="1214"/>
                  </a:cubicBezTo>
                  <a:cubicBezTo>
                    <a:pt x="47" y="1214"/>
                    <a:pt x="47" y="843"/>
                    <a:pt x="42" y="779"/>
                  </a:cubicBezTo>
                  <a:cubicBezTo>
                    <a:pt x="37" y="715"/>
                    <a:pt x="35" y="335"/>
                    <a:pt x="22" y="275"/>
                  </a:cubicBezTo>
                  <a:cubicBezTo>
                    <a:pt x="0" y="166"/>
                    <a:pt x="34" y="0"/>
                    <a:pt x="34" y="0"/>
                  </a:cubicBezTo>
                  <a:close/>
                </a:path>
              </a:pathLst>
            </a:custGeom>
            <a:noFill/>
            <a:ln w="7938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042" name="Freeform 927">
              <a:extLst>
                <a:ext uri="{FF2B5EF4-FFF2-40B4-BE49-F238E27FC236}">
                  <a16:creationId xmlns:a16="http://schemas.microsoft.com/office/drawing/2014/main" id="{0674B207-A995-4639-87EA-DCED04A69720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5" y="2557"/>
              <a:ext cx="118" cy="58"/>
            </a:xfrm>
            <a:custGeom>
              <a:avLst/>
              <a:gdLst>
                <a:gd name="T0" fmla="*/ 0 w 72"/>
                <a:gd name="T1" fmla="*/ 0 h 33"/>
                <a:gd name="T2" fmla="*/ 316 w 72"/>
                <a:gd name="T3" fmla="*/ 7 h 33"/>
                <a:gd name="T4" fmla="*/ 0 w 72"/>
                <a:gd name="T5" fmla="*/ 0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2" h="33">
                  <a:moveTo>
                    <a:pt x="0" y="0"/>
                  </a:moveTo>
                  <a:cubicBezTo>
                    <a:pt x="0" y="0"/>
                    <a:pt x="33" y="33"/>
                    <a:pt x="72" y="1"/>
                  </a:cubicBezTo>
                  <a:cubicBezTo>
                    <a:pt x="72" y="1"/>
                    <a:pt x="43" y="2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043" name="Freeform 928">
              <a:extLst>
                <a:ext uri="{FF2B5EF4-FFF2-40B4-BE49-F238E27FC236}">
                  <a16:creationId xmlns:a16="http://schemas.microsoft.com/office/drawing/2014/main" id="{2EFE6C1E-1A49-4075-AD4D-6C78DE11703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4" y="1942"/>
              <a:ext cx="289" cy="88"/>
            </a:xfrm>
            <a:custGeom>
              <a:avLst/>
              <a:gdLst>
                <a:gd name="T0" fmla="*/ 8 w 177"/>
                <a:gd name="T1" fmla="*/ 0 h 51"/>
                <a:gd name="T2" fmla="*/ 771 w 177"/>
                <a:gd name="T3" fmla="*/ 226 h 51"/>
                <a:gd name="T4" fmla="*/ 0 w 177"/>
                <a:gd name="T5" fmla="*/ 21 h 51"/>
                <a:gd name="T6" fmla="*/ 8 w 177"/>
                <a:gd name="T7" fmla="*/ 0 h 5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7" h="51">
                  <a:moveTo>
                    <a:pt x="2" y="0"/>
                  </a:moveTo>
                  <a:cubicBezTo>
                    <a:pt x="2" y="0"/>
                    <a:pt x="70" y="42"/>
                    <a:pt x="177" y="44"/>
                  </a:cubicBezTo>
                  <a:cubicBezTo>
                    <a:pt x="177" y="44"/>
                    <a:pt x="107" y="51"/>
                    <a:pt x="0" y="4"/>
                  </a:cubicBezTo>
                  <a:lnTo>
                    <a:pt x="2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044" name="Freeform 929">
              <a:extLst>
                <a:ext uri="{FF2B5EF4-FFF2-40B4-BE49-F238E27FC236}">
                  <a16:creationId xmlns:a16="http://schemas.microsoft.com/office/drawing/2014/main" id="{79012D9E-7528-49D4-9E68-A58DF7FCC633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9" y="1929"/>
              <a:ext cx="57" cy="91"/>
            </a:xfrm>
            <a:custGeom>
              <a:avLst/>
              <a:gdLst>
                <a:gd name="T0" fmla="*/ 34 w 35"/>
                <a:gd name="T1" fmla="*/ 0 h 52"/>
                <a:gd name="T2" fmla="*/ 130 w 35"/>
                <a:gd name="T3" fmla="*/ 130 h 52"/>
                <a:gd name="T4" fmla="*/ 0 w 35"/>
                <a:gd name="T5" fmla="*/ 278 h 52"/>
                <a:gd name="T6" fmla="*/ 147 w 35"/>
                <a:gd name="T7" fmla="*/ 130 h 52"/>
                <a:gd name="T8" fmla="*/ 34 w 35"/>
                <a:gd name="T9" fmla="*/ 0 h 5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52">
                  <a:moveTo>
                    <a:pt x="8" y="0"/>
                  </a:moveTo>
                  <a:cubicBezTo>
                    <a:pt x="8" y="0"/>
                    <a:pt x="28" y="5"/>
                    <a:pt x="30" y="24"/>
                  </a:cubicBezTo>
                  <a:cubicBezTo>
                    <a:pt x="32" y="42"/>
                    <a:pt x="0" y="52"/>
                    <a:pt x="0" y="52"/>
                  </a:cubicBezTo>
                  <a:cubicBezTo>
                    <a:pt x="0" y="52"/>
                    <a:pt x="35" y="45"/>
                    <a:pt x="34" y="24"/>
                  </a:cubicBezTo>
                  <a:cubicBezTo>
                    <a:pt x="34" y="3"/>
                    <a:pt x="8" y="0"/>
                    <a:pt x="8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045" name="Oval 930">
              <a:extLst>
                <a:ext uri="{FF2B5EF4-FFF2-40B4-BE49-F238E27FC236}">
                  <a16:creationId xmlns:a16="http://schemas.microsoft.com/office/drawing/2014/main" id="{3D560640-0520-46F2-9CCC-C0B504C0C6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79" y="1936"/>
              <a:ext cx="56" cy="65"/>
            </a:xfrm>
            <a:prstGeom prst="ellipse">
              <a:avLst/>
            </a:prstGeom>
            <a:solidFill>
              <a:srgbClr val="AF7F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046" name="Oval 931">
              <a:extLst>
                <a:ext uri="{FF2B5EF4-FFF2-40B4-BE49-F238E27FC236}">
                  <a16:creationId xmlns:a16="http://schemas.microsoft.com/office/drawing/2014/main" id="{1B9ABE65-7D57-449D-BA98-EECDFF361B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79" y="1936"/>
              <a:ext cx="56" cy="65"/>
            </a:xfrm>
            <a:prstGeom prst="ellipse">
              <a:avLst/>
            </a:prstGeom>
            <a:noFill/>
            <a:ln w="7938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047" name="Freeform 932">
              <a:extLst>
                <a:ext uri="{FF2B5EF4-FFF2-40B4-BE49-F238E27FC236}">
                  <a16:creationId xmlns:a16="http://schemas.microsoft.com/office/drawing/2014/main" id="{36BDB35C-3A68-406E-B1B1-076A537ABF2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4" y="1933"/>
              <a:ext cx="235" cy="71"/>
            </a:xfrm>
            <a:custGeom>
              <a:avLst/>
              <a:gdLst>
                <a:gd name="T0" fmla="*/ 0 w 144"/>
                <a:gd name="T1" fmla="*/ 213 h 41"/>
                <a:gd name="T2" fmla="*/ 627 w 144"/>
                <a:gd name="T3" fmla="*/ 28 h 41"/>
                <a:gd name="T4" fmla="*/ 627 w 144"/>
                <a:gd name="T5" fmla="*/ 0 h 41"/>
                <a:gd name="T6" fmla="*/ 0 w 144"/>
                <a:gd name="T7" fmla="*/ 213 h 4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4" h="41">
                  <a:moveTo>
                    <a:pt x="0" y="41"/>
                  </a:moveTo>
                  <a:cubicBezTo>
                    <a:pt x="0" y="41"/>
                    <a:pt x="112" y="30"/>
                    <a:pt x="144" y="5"/>
                  </a:cubicBezTo>
                  <a:cubicBezTo>
                    <a:pt x="144" y="0"/>
                    <a:pt x="144" y="0"/>
                    <a:pt x="144" y="0"/>
                  </a:cubicBezTo>
                  <a:cubicBezTo>
                    <a:pt x="144" y="0"/>
                    <a:pt x="126" y="20"/>
                    <a:pt x="0" y="4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048" name="Freeform 933">
              <a:extLst>
                <a:ext uri="{FF2B5EF4-FFF2-40B4-BE49-F238E27FC236}">
                  <a16:creationId xmlns:a16="http://schemas.microsoft.com/office/drawing/2014/main" id="{166222E0-94AA-4D3F-8B67-BB9C8E556EB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9" y="2009"/>
              <a:ext cx="49" cy="432"/>
            </a:xfrm>
            <a:custGeom>
              <a:avLst/>
              <a:gdLst>
                <a:gd name="T0" fmla="*/ 5 w 30"/>
                <a:gd name="T1" fmla="*/ 1312 h 248"/>
                <a:gd name="T2" fmla="*/ 0 w 30"/>
                <a:gd name="T3" fmla="*/ 0 h 248"/>
                <a:gd name="T4" fmla="*/ 5 w 30"/>
                <a:gd name="T5" fmla="*/ 1312 h 24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248">
                  <a:moveTo>
                    <a:pt x="1" y="248"/>
                  </a:moveTo>
                  <a:cubicBezTo>
                    <a:pt x="1" y="248"/>
                    <a:pt x="30" y="149"/>
                    <a:pt x="0" y="0"/>
                  </a:cubicBezTo>
                  <a:cubicBezTo>
                    <a:pt x="0" y="0"/>
                    <a:pt x="22" y="139"/>
                    <a:pt x="1" y="248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049" name="Freeform 934">
              <a:extLst>
                <a:ext uri="{FF2B5EF4-FFF2-40B4-BE49-F238E27FC236}">
                  <a16:creationId xmlns:a16="http://schemas.microsoft.com/office/drawing/2014/main" id="{C0BA11F1-2D82-4E9A-814C-14CD913CFE7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9" y="2001"/>
              <a:ext cx="162" cy="210"/>
            </a:xfrm>
            <a:custGeom>
              <a:avLst/>
              <a:gdLst>
                <a:gd name="T0" fmla="*/ 434 w 99"/>
                <a:gd name="T1" fmla="*/ 0 h 121"/>
                <a:gd name="T2" fmla="*/ 0 w 99"/>
                <a:gd name="T3" fmla="*/ 632 h 121"/>
                <a:gd name="T4" fmla="*/ 434 w 99"/>
                <a:gd name="T5" fmla="*/ 0 h 1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9" h="121">
                  <a:moveTo>
                    <a:pt x="99" y="0"/>
                  </a:moveTo>
                  <a:cubicBezTo>
                    <a:pt x="99" y="0"/>
                    <a:pt x="71" y="89"/>
                    <a:pt x="0" y="121"/>
                  </a:cubicBezTo>
                  <a:cubicBezTo>
                    <a:pt x="0" y="121"/>
                    <a:pt x="63" y="114"/>
                    <a:pt x="99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050" name="Freeform 935">
              <a:extLst>
                <a:ext uri="{FF2B5EF4-FFF2-40B4-BE49-F238E27FC236}">
                  <a16:creationId xmlns:a16="http://schemas.microsoft.com/office/drawing/2014/main" id="{E8603652-8252-4469-94B9-989FB7109ADA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7" y="1994"/>
              <a:ext cx="165" cy="217"/>
            </a:xfrm>
            <a:custGeom>
              <a:avLst/>
              <a:gdLst>
                <a:gd name="T0" fmla="*/ 0 w 101"/>
                <a:gd name="T1" fmla="*/ 0 h 125"/>
                <a:gd name="T2" fmla="*/ 441 w 101"/>
                <a:gd name="T3" fmla="*/ 654 h 125"/>
                <a:gd name="T4" fmla="*/ 0 w 101"/>
                <a:gd name="T5" fmla="*/ 0 h 1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1" h="125">
                  <a:moveTo>
                    <a:pt x="0" y="0"/>
                  </a:moveTo>
                  <a:cubicBezTo>
                    <a:pt x="0" y="0"/>
                    <a:pt x="30" y="93"/>
                    <a:pt x="101" y="125"/>
                  </a:cubicBezTo>
                  <a:cubicBezTo>
                    <a:pt x="101" y="125"/>
                    <a:pt x="35" y="114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051" name="Freeform 936">
              <a:extLst>
                <a:ext uri="{FF2B5EF4-FFF2-40B4-BE49-F238E27FC236}">
                  <a16:creationId xmlns:a16="http://schemas.microsoft.com/office/drawing/2014/main" id="{B61FBB7E-2029-4A6C-9F71-4EB0F236519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2" y="2442"/>
              <a:ext cx="142" cy="286"/>
            </a:xfrm>
            <a:custGeom>
              <a:avLst/>
              <a:gdLst>
                <a:gd name="T0" fmla="*/ 366 w 87"/>
                <a:gd name="T1" fmla="*/ 441 h 164"/>
                <a:gd name="T2" fmla="*/ 173 w 87"/>
                <a:gd name="T3" fmla="*/ 277 h 164"/>
                <a:gd name="T4" fmla="*/ 0 w 87"/>
                <a:gd name="T5" fmla="*/ 0 h 164"/>
                <a:gd name="T6" fmla="*/ 104 w 87"/>
                <a:gd name="T7" fmla="*/ 249 h 164"/>
                <a:gd name="T8" fmla="*/ 243 w 87"/>
                <a:gd name="T9" fmla="*/ 445 h 164"/>
                <a:gd name="T10" fmla="*/ 317 w 87"/>
                <a:gd name="T11" fmla="*/ 870 h 164"/>
                <a:gd name="T12" fmla="*/ 349 w 87"/>
                <a:gd name="T13" fmla="*/ 612 h 164"/>
                <a:gd name="T14" fmla="*/ 379 w 87"/>
                <a:gd name="T15" fmla="*/ 450 h 16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7" h="164">
                  <a:moveTo>
                    <a:pt x="84" y="83"/>
                  </a:moveTo>
                  <a:cubicBezTo>
                    <a:pt x="68" y="83"/>
                    <a:pt x="49" y="64"/>
                    <a:pt x="40" y="52"/>
                  </a:cubicBezTo>
                  <a:cubicBezTo>
                    <a:pt x="26" y="34"/>
                    <a:pt x="16" y="16"/>
                    <a:pt x="0" y="0"/>
                  </a:cubicBezTo>
                  <a:cubicBezTo>
                    <a:pt x="12" y="9"/>
                    <a:pt x="17" y="34"/>
                    <a:pt x="24" y="47"/>
                  </a:cubicBezTo>
                  <a:cubicBezTo>
                    <a:pt x="32" y="63"/>
                    <a:pt x="44" y="72"/>
                    <a:pt x="56" y="84"/>
                  </a:cubicBezTo>
                  <a:cubicBezTo>
                    <a:pt x="79" y="106"/>
                    <a:pt x="67" y="136"/>
                    <a:pt x="73" y="164"/>
                  </a:cubicBezTo>
                  <a:cubicBezTo>
                    <a:pt x="77" y="148"/>
                    <a:pt x="77" y="131"/>
                    <a:pt x="80" y="115"/>
                  </a:cubicBezTo>
                  <a:cubicBezTo>
                    <a:pt x="82" y="106"/>
                    <a:pt x="83" y="93"/>
                    <a:pt x="87" y="85"/>
                  </a:cubicBezTo>
                </a:path>
              </a:pathLst>
            </a:custGeom>
            <a:solidFill>
              <a:srgbClr val="EBA6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052" name="Freeform 937">
              <a:extLst>
                <a:ext uri="{FF2B5EF4-FFF2-40B4-BE49-F238E27FC236}">
                  <a16:creationId xmlns:a16="http://schemas.microsoft.com/office/drawing/2014/main" id="{3EA74DF2-F0E2-4D36-B9D6-D1786D96070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7" y="2472"/>
              <a:ext cx="129" cy="285"/>
            </a:xfrm>
            <a:custGeom>
              <a:avLst/>
              <a:gdLst>
                <a:gd name="T0" fmla="*/ 0 w 79"/>
                <a:gd name="T1" fmla="*/ 351 h 164"/>
                <a:gd name="T2" fmla="*/ 194 w 79"/>
                <a:gd name="T3" fmla="*/ 242 h 164"/>
                <a:gd name="T4" fmla="*/ 345 w 79"/>
                <a:gd name="T5" fmla="*/ 0 h 164"/>
                <a:gd name="T6" fmla="*/ 227 w 79"/>
                <a:gd name="T7" fmla="*/ 229 h 164"/>
                <a:gd name="T8" fmla="*/ 109 w 79"/>
                <a:gd name="T9" fmla="*/ 421 h 164"/>
                <a:gd name="T10" fmla="*/ 34 w 79"/>
                <a:gd name="T11" fmla="*/ 860 h 164"/>
                <a:gd name="T12" fmla="*/ 26 w 79"/>
                <a:gd name="T13" fmla="*/ 520 h 164"/>
                <a:gd name="T14" fmla="*/ 0 w 79"/>
                <a:gd name="T15" fmla="*/ 363 h 16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9" h="164">
                  <a:moveTo>
                    <a:pt x="0" y="67"/>
                  </a:moveTo>
                  <a:cubicBezTo>
                    <a:pt x="16" y="62"/>
                    <a:pt x="33" y="61"/>
                    <a:pt x="45" y="46"/>
                  </a:cubicBezTo>
                  <a:cubicBezTo>
                    <a:pt x="57" y="32"/>
                    <a:pt x="68" y="15"/>
                    <a:pt x="79" y="0"/>
                  </a:cubicBezTo>
                  <a:cubicBezTo>
                    <a:pt x="68" y="13"/>
                    <a:pt x="62" y="30"/>
                    <a:pt x="52" y="44"/>
                  </a:cubicBezTo>
                  <a:cubicBezTo>
                    <a:pt x="43" y="56"/>
                    <a:pt x="33" y="67"/>
                    <a:pt x="25" y="80"/>
                  </a:cubicBezTo>
                  <a:cubicBezTo>
                    <a:pt x="8" y="105"/>
                    <a:pt x="8" y="136"/>
                    <a:pt x="8" y="164"/>
                  </a:cubicBezTo>
                  <a:cubicBezTo>
                    <a:pt x="8" y="142"/>
                    <a:pt x="5" y="121"/>
                    <a:pt x="6" y="99"/>
                  </a:cubicBezTo>
                  <a:cubicBezTo>
                    <a:pt x="6" y="89"/>
                    <a:pt x="5" y="77"/>
                    <a:pt x="0" y="69"/>
                  </a:cubicBezTo>
                </a:path>
              </a:pathLst>
            </a:custGeom>
            <a:solidFill>
              <a:srgbClr val="FDDF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053" name="Freeform 938">
              <a:extLst>
                <a:ext uri="{FF2B5EF4-FFF2-40B4-BE49-F238E27FC236}">
                  <a16:creationId xmlns:a16="http://schemas.microsoft.com/office/drawing/2014/main" id="{D8166697-7949-4D85-B635-54DC755BFC7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4" y="2001"/>
              <a:ext cx="62" cy="201"/>
            </a:xfrm>
            <a:custGeom>
              <a:avLst/>
              <a:gdLst>
                <a:gd name="T0" fmla="*/ 165 w 38"/>
                <a:gd name="T1" fmla="*/ 0 h 116"/>
                <a:gd name="T2" fmla="*/ 0 w 38"/>
                <a:gd name="T3" fmla="*/ 28 h 116"/>
                <a:gd name="T4" fmla="*/ 62 w 38"/>
                <a:gd name="T5" fmla="*/ 603 h 116"/>
                <a:gd name="T6" fmla="*/ 55 w 38"/>
                <a:gd name="T7" fmla="*/ 156 h 116"/>
                <a:gd name="T8" fmla="*/ 165 w 38"/>
                <a:gd name="T9" fmla="*/ 0 h 1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116">
                  <a:moveTo>
                    <a:pt x="38" y="0"/>
                  </a:moveTo>
                  <a:cubicBezTo>
                    <a:pt x="38" y="0"/>
                    <a:pt x="14" y="6"/>
                    <a:pt x="0" y="5"/>
                  </a:cubicBezTo>
                  <a:cubicBezTo>
                    <a:pt x="0" y="5"/>
                    <a:pt x="17" y="67"/>
                    <a:pt x="14" y="116"/>
                  </a:cubicBezTo>
                  <a:cubicBezTo>
                    <a:pt x="14" y="116"/>
                    <a:pt x="15" y="43"/>
                    <a:pt x="13" y="30"/>
                  </a:cubicBezTo>
                  <a:cubicBezTo>
                    <a:pt x="11" y="18"/>
                    <a:pt x="8" y="10"/>
                    <a:pt x="38" y="0"/>
                  </a:cubicBezTo>
                  <a:close/>
                </a:path>
              </a:pathLst>
            </a:custGeom>
            <a:solidFill>
              <a:srgbClr val="EBA6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054" name="Freeform 939">
              <a:extLst>
                <a:ext uri="{FF2B5EF4-FFF2-40B4-BE49-F238E27FC236}">
                  <a16:creationId xmlns:a16="http://schemas.microsoft.com/office/drawing/2014/main" id="{9036EAA1-F92F-4243-A223-FF6FEAC676C4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8" y="1935"/>
              <a:ext cx="63" cy="62"/>
            </a:xfrm>
            <a:custGeom>
              <a:avLst/>
              <a:gdLst>
                <a:gd name="T0" fmla="*/ 0 w 39"/>
                <a:gd name="T1" fmla="*/ 0 h 36"/>
                <a:gd name="T2" fmla="*/ 8 w 39"/>
                <a:gd name="T3" fmla="*/ 184 h 36"/>
                <a:gd name="T4" fmla="*/ 0 w 39"/>
                <a:gd name="T5" fmla="*/ 0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36">
                  <a:moveTo>
                    <a:pt x="0" y="0"/>
                  </a:moveTo>
                  <a:cubicBezTo>
                    <a:pt x="0" y="0"/>
                    <a:pt x="20" y="18"/>
                    <a:pt x="2" y="36"/>
                  </a:cubicBezTo>
                  <a:cubicBezTo>
                    <a:pt x="2" y="36"/>
                    <a:pt x="39" y="14"/>
                    <a:pt x="0" y="0"/>
                  </a:cubicBezTo>
                  <a:close/>
                </a:path>
              </a:pathLst>
            </a:custGeom>
            <a:solidFill>
              <a:srgbClr val="EBA6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055" name="Freeform 940">
              <a:extLst>
                <a:ext uri="{FF2B5EF4-FFF2-40B4-BE49-F238E27FC236}">
                  <a16:creationId xmlns:a16="http://schemas.microsoft.com/office/drawing/2014/main" id="{45D8914C-D779-4BAE-A6DA-D4CA607B9CA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6" y="3376"/>
              <a:ext cx="124" cy="656"/>
            </a:xfrm>
            <a:custGeom>
              <a:avLst/>
              <a:gdLst>
                <a:gd name="T0" fmla="*/ 330 w 76"/>
                <a:gd name="T1" fmla="*/ 0 h 377"/>
                <a:gd name="T2" fmla="*/ 269 w 76"/>
                <a:gd name="T3" fmla="*/ 1853 h 377"/>
                <a:gd name="T4" fmla="*/ 0 w 76"/>
                <a:gd name="T5" fmla="*/ 1965 h 377"/>
                <a:gd name="T6" fmla="*/ 227 w 76"/>
                <a:gd name="T7" fmla="*/ 1660 h 377"/>
                <a:gd name="T8" fmla="*/ 330 w 76"/>
                <a:gd name="T9" fmla="*/ 0 h 37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6" h="377">
                  <a:moveTo>
                    <a:pt x="76" y="0"/>
                  </a:moveTo>
                  <a:cubicBezTo>
                    <a:pt x="76" y="0"/>
                    <a:pt x="58" y="324"/>
                    <a:pt x="62" y="352"/>
                  </a:cubicBezTo>
                  <a:cubicBezTo>
                    <a:pt x="62" y="352"/>
                    <a:pt x="41" y="377"/>
                    <a:pt x="0" y="373"/>
                  </a:cubicBezTo>
                  <a:cubicBezTo>
                    <a:pt x="0" y="373"/>
                    <a:pt x="53" y="366"/>
                    <a:pt x="52" y="315"/>
                  </a:cubicBezTo>
                  <a:cubicBezTo>
                    <a:pt x="50" y="264"/>
                    <a:pt x="73" y="14"/>
                    <a:pt x="76" y="0"/>
                  </a:cubicBezTo>
                  <a:close/>
                </a:path>
              </a:pathLst>
            </a:custGeom>
            <a:solidFill>
              <a:srgbClr val="EBA6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056" name="Freeform 941">
              <a:extLst>
                <a:ext uri="{FF2B5EF4-FFF2-40B4-BE49-F238E27FC236}">
                  <a16:creationId xmlns:a16="http://schemas.microsoft.com/office/drawing/2014/main" id="{00B4D630-4A31-4503-933B-B52AF02C52E0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7" y="2757"/>
              <a:ext cx="21" cy="496"/>
            </a:xfrm>
            <a:custGeom>
              <a:avLst/>
              <a:gdLst>
                <a:gd name="T0" fmla="*/ 42 w 13"/>
                <a:gd name="T1" fmla="*/ 0 h 285"/>
                <a:gd name="T2" fmla="*/ 47 w 13"/>
                <a:gd name="T3" fmla="*/ 1502 h 285"/>
                <a:gd name="T4" fmla="*/ 42 w 13"/>
                <a:gd name="T5" fmla="*/ 0 h 28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285">
                  <a:moveTo>
                    <a:pt x="10" y="0"/>
                  </a:moveTo>
                  <a:cubicBezTo>
                    <a:pt x="10" y="0"/>
                    <a:pt x="13" y="253"/>
                    <a:pt x="11" y="285"/>
                  </a:cubicBezTo>
                  <a:cubicBezTo>
                    <a:pt x="11" y="285"/>
                    <a:pt x="0" y="45"/>
                    <a:pt x="10" y="0"/>
                  </a:cubicBezTo>
                  <a:close/>
                </a:path>
              </a:pathLst>
            </a:custGeom>
            <a:solidFill>
              <a:srgbClr val="EBA6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057" name="Freeform 942">
              <a:extLst>
                <a:ext uri="{FF2B5EF4-FFF2-40B4-BE49-F238E27FC236}">
                  <a16:creationId xmlns:a16="http://schemas.microsoft.com/office/drawing/2014/main" id="{885D6F41-A58C-49E3-B4D2-6C6F19F19BC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2" y="2223"/>
              <a:ext cx="111" cy="1786"/>
            </a:xfrm>
            <a:custGeom>
              <a:avLst/>
              <a:gdLst>
                <a:gd name="T0" fmla="*/ 0 w 68"/>
                <a:gd name="T1" fmla="*/ 0 h 1027"/>
                <a:gd name="T2" fmla="*/ 47 w 68"/>
                <a:gd name="T3" fmla="*/ 454 h 1027"/>
                <a:gd name="T4" fmla="*/ 104 w 68"/>
                <a:gd name="T5" fmla="*/ 2741 h 1027"/>
                <a:gd name="T6" fmla="*/ 144 w 68"/>
                <a:gd name="T7" fmla="*/ 5308 h 1027"/>
                <a:gd name="T8" fmla="*/ 291 w 68"/>
                <a:gd name="T9" fmla="*/ 5401 h 1027"/>
                <a:gd name="T10" fmla="*/ 186 w 68"/>
                <a:gd name="T11" fmla="*/ 5066 h 1027"/>
                <a:gd name="T12" fmla="*/ 295 w 68"/>
                <a:gd name="T13" fmla="*/ 3250 h 1027"/>
                <a:gd name="T14" fmla="*/ 149 w 68"/>
                <a:gd name="T15" fmla="*/ 2925 h 1027"/>
                <a:gd name="T16" fmla="*/ 0 w 68"/>
                <a:gd name="T17" fmla="*/ 0 h 102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8" h="1027">
                  <a:moveTo>
                    <a:pt x="0" y="0"/>
                  </a:moveTo>
                  <a:cubicBezTo>
                    <a:pt x="0" y="0"/>
                    <a:pt x="4" y="61"/>
                    <a:pt x="11" y="86"/>
                  </a:cubicBezTo>
                  <a:cubicBezTo>
                    <a:pt x="18" y="111"/>
                    <a:pt x="23" y="459"/>
                    <a:pt x="24" y="521"/>
                  </a:cubicBezTo>
                  <a:cubicBezTo>
                    <a:pt x="25" y="583"/>
                    <a:pt x="40" y="968"/>
                    <a:pt x="33" y="1009"/>
                  </a:cubicBezTo>
                  <a:cubicBezTo>
                    <a:pt x="33" y="1009"/>
                    <a:pt x="52" y="1024"/>
                    <a:pt x="67" y="1027"/>
                  </a:cubicBezTo>
                  <a:cubicBezTo>
                    <a:pt x="67" y="1027"/>
                    <a:pt x="43" y="1013"/>
                    <a:pt x="43" y="963"/>
                  </a:cubicBezTo>
                  <a:cubicBezTo>
                    <a:pt x="43" y="913"/>
                    <a:pt x="21" y="636"/>
                    <a:pt x="68" y="618"/>
                  </a:cubicBezTo>
                  <a:cubicBezTo>
                    <a:pt x="68" y="618"/>
                    <a:pt x="36" y="610"/>
                    <a:pt x="34" y="556"/>
                  </a:cubicBezTo>
                  <a:cubicBezTo>
                    <a:pt x="33" y="502"/>
                    <a:pt x="61" y="112"/>
                    <a:pt x="0" y="0"/>
                  </a:cubicBezTo>
                  <a:close/>
                </a:path>
              </a:pathLst>
            </a:custGeom>
            <a:solidFill>
              <a:srgbClr val="FDDF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058" name="Freeform 943">
              <a:extLst>
                <a:ext uri="{FF2B5EF4-FFF2-40B4-BE49-F238E27FC236}">
                  <a16:creationId xmlns:a16="http://schemas.microsoft.com/office/drawing/2014/main" id="{F7D2BB70-7570-444C-91C6-867AD906B92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4" y="2119"/>
              <a:ext cx="122" cy="283"/>
            </a:xfrm>
            <a:custGeom>
              <a:avLst/>
              <a:gdLst>
                <a:gd name="T0" fmla="*/ 0 w 75"/>
                <a:gd name="T1" fmla="*/ 319 h 163"/>
                <a:gd name="T2" fmla="*/ 322 w 75"/>
                <a:gd name="T3" fmla="*/ 0 h 163"/>
                <a:gd name="T4" fmla="*/ 172 w 75"/>
                <a:gd name="T5" fmla="*/ 292 h 163"/>
                <a:gd name="T6" fmla="*/ 111 w 75"/>
                <a:gd name="T7" fmla="*/ 852 h 163"/>
                <a:gd name="T8" fmla="*/ 0 w 75"/>
                <a:gd name="T9" fmla="*/ 319 h 1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" h="163">
                  <a:moveTo>
                    <a:pt x="0" y="61"/>
                  </a:moveTo>
                  <a:cubicBezTo>
                    <a:pt x="0" y="61"/>
                    <a:pt x="48" y="49"/>
                    <a:pt x="75" y="0"/>
                  </a:cubicBezTo>
                  <a:cubicBezTo>
                    <a:pt x="75" y="0"/>
                    <a:pt x="57" y="43"/>
                    <a:pt x="40" y="56"/>
                  </a:cubicBezTo>
                  <a:cubicBezTo>
                    <a:pt x="24" y="69"/>
                    <a:pt x="24" y="117"/>
                    <a:pt x="26" y="163"/>
                  </a:cubicBezTo>
                  <a:lnTo>
                    <a:pt x="0" y="61"/>
                  </a:lnTo>
                  <a:close/>
                </a:path>
              </a:pathLst>
            </a:custGeom>
            <a:solidFill>
              <a:srgbClr val="FDDF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059" name="Freeform 944">
              <a:extLst>
                <a:ext uri="{FF2B5EF4-FFF2-40B4-BE49-F238E27FC236}">
                  <a16:creationId xmlns:a16="http://schemas.microsoft.com/office/drawing/2014/main" id="{26D0FECD-13FB-494A-9BB0-DB4CA772BE6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8" y="1961"/>
              <a:ext cx="91" cy="236"/>
            </a:xfrm>
            <a:custGeom>
              <a:avLst/>
              <a:gdLst>
                <a:gd name="T0" fmla="*/ 63 w 56"/>
                <a:gd name="T1" fmla="*/ 0 h 136"/>
                <a:gd name="T2" fmla="*/ 18 w 56"/>
                <a:gd name="T3" fmla="*/ 711 h 136"/>
                <a:gd name="T4" fmla="*/ 241 w 56"/>
                <a:gd name="T5" fmla="*/ 507 h 136"/>
                <a:gd name="T6" fmla="*/ 54 w 56"/>
                <a:gd name="T7" fmla="*/ 554 h 136"/>
                <a:gd name="T8" fmla="*/ 63 w 56"/>
                <a:gd name="T9" fmla="*/ 0 h 1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" h="136">
                  <a:moveTo>
                    <a:pt x="15" y="0"/>
                  </a:moveTo>
                  <a:cubicBezTo>
                    <a:pt x="15" y="0"/>
                    <a:pt x="0" y="94"/>
                    <a:pt x="4" y="136"/>
                  </a:cubicBezTo>
                  <a:cubicBezTo>
                    <a:pt x="4" y="136"/>
                    <a:pt x="42" y="118"/>
                    <a:pt x="56" y="97"/>
                  </a:cubicBezTo>
                  <a:cubicBezTo>
                    <a:pt x="56" y="97"/>
                    <a:pt x="11" y="127"/>
                    <a:pt x="12" y="106"/>
                  </a:cubicBezTo>
                  <a:cubicBezTo>
                    <a:pt x="13" y="84"/>
                    <a:pt x="15" y="0"/>
                    <a:pt x="15" y="0"/>
                  </a:cubicBezTo>
                  <a:close/>
                </a:path>
              </a:pathLst>
            </a:custGeom>
            <a:solidFill>
              <a:srgbClr val="FDDF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060" name="Freeform 945">
              <a:extLst>
                <a:ext uri="{FF2B5EF4-FFF2-40B4-BE49-F238E27FC236}">
                  <a16:creationId xmlns:a16="http://schemas.microsoft.com/office/drawing/2014/main" id="{8AF16990-C3A1-4EF0-8642-A8453AF7BAA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9" y="1882"/>
              <a:ext cx="86" cy="98"/>
            </a:xfrm>
            <a:custGeom>
              <a:avLst/>
              <a:gdLst>
                <a:gd name="T0" fmla="*/ 39 w 53"/>
                <a:gd name="T1" fmla="*/ 0 h 56"/>
                <a:gd name="T2" fmla="*/ 13 w 53"/>
                <a:gd name="T3" fmla="*/ 179 h 56"/>
                <a:gd name="T4" fmla="*/ 227 w 53"/>
                <a:gd name="T5" fmla="*/ 301 h 56"/>
                <a:gd name="T6" fmla="*/ 39 w 53"/>
                <a:gd name="T7" fmla="*/ 0 h 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3" h="56">
                  <a:moveTo>
                    <a:pt x="9" y="0"/>
                  </a:moveTo>
                  <a:cubicBezTo>
                    <a:pt x="3" y="33"/>
                    <a:pt x="3" y="33"/>
                    <a:pt x="3" y="33"/>
                  </a:cubicBezTo>
                  <a:cubicBezTo>
                    <a:pt x="3" y="33"/>
                    <a:pt x="40" y="54"/>
                    <a:pt x="53" y="56"/>
                  </a:cubicBezTo>
                  <a:cubicBezTo>
                    <a:pt x="53" y="56"/>
                    <a:pt x="0" y="37"/>
                    <a:pt x="9" y="0"/>
                  </a:cubicBezTo>
                  <a:close/>
                </a:path>
              </a:pathLst>
            </a:custGeom>
            <a:solidFill>
              <a:srgbClr val="FDDF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061" name="Freeform 946">
              <a:extLst>
                <a:ext uri="{FF2B5EF4-FFF2-40B4-BE49-F238E27FC236}">
                  <a16:creationId xmlns:a16="http://schemas.microsoft.com/office/drawing/2014/main" id="{62EEAA82-04FF-4AB7-A1FA-AA342CD83BCF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7" y="1999"/>
              <a:ext cx="155" cy="203"/>
            </a:xfrm>
            <a:custGeom>
              <a:avLst/>
              <a:gdLst>
                <a:gd name="T0" fmla="*/ 0 w 95"/>
                <a:gd name="T1" fmla="*/ 0 h 117"/>
                <a:gd name="T2" fmla="*/ 400 w 95"/>
                <a:gd name="T3" fmla="*/ 611 h 117"/>
                <a:gd name="T4" fmla="*/ 408 w 95"/>
                <a:gd name="T5" fmla="*/ 382 h 117"/>
                <a:gd name="T6" fmla="*/ 290 w 95"/>
                <a:gd name="T7" fmla="*/ 455 h 117"/>
                <a:gd name="T8" fmla="*/ 0 w 95"/>
                <a:gd name="T9" fmla="*/ 0 h 1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5" h="117">
                  <a:moveTo>
                    <a:pt x="0" y="0"/>
                  </a:moveTo>
                  <a:cubicBezTo>
                    <a:pt x="0" y="0"/>
                    <a:pt x="31" y="89"/>
                    <a:pt x="92" y="117"/>
                  </a:cubicBezTo>
                  <a:cubicBezTo>
                    <a:pt x="92" y="117"/>
                    <a:pt x="95" y="81"/>
                    <a:pt x="94" y="73"/>
                  </a:cubicBezTo>
                  <a:cubicBezTo>
                    <a:pt x="94" y="73"/>
                    <a:pt x="85" y="108"/>
                    <a:pt x="67" y="87"/>
                  </a:cubicBezTo>
                  <a:cubicBezTo>
                    <a:pt x="49" y="65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BA6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062" name="Freeform 947">
              <a:extLst>
                <a:ext uri="{FF2B5EF4-FFF2-40B4-BE49-F238E27FC236}">
                  <a16:creationId xmlns:a16="http://schemas.microsoft.com/office/drawing/2014/main" id="{E3CCDAC6-CD56-47FD-A681-6F4D1EE44F3F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2" y="3199"/>
              <a:ext cx="102" cy="332"/>
            </a:xfrm>
            <a:custGeom>
              <a:avLst/>
              <a:gdLst>
                <a:gd name="T0" fmla="*/ 21 w 63"/>
                <a:gd name="T1" fmla="*/ 0 h 191"/>
                <a:gd name="T2" fmla="*/ 81 w 63"/>
                <a:gd name="T3" fmla="*/ 372 h 191"/>
                <a:gd name="T4" fmla="*/ 267 w 63"/>
                <a:gd name="T5" fmla="*/ 610 h 191"/>
                <a:gd name="T6" fmla="*/ 89 w 63"/>
                <a:gd name="T7" fmla="*/ 513 h 191"/>
                <a:gd name="T8" fmla="*/ 76 w 63"/>
                <a:gd name="T9" fmla="*/ 1003 h 191"/>
                <a:gd name="T10" fmla="*/ 21 w 63"/>
                <a:gd name="T11" fmla="*/ 447 h 191"/>
                <a:gd name="T12" fmla="*/ 0 w 63"/>
                <a:gd name="T13" fmla="*/ 28 h 19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3" h="191">
                  <a:moveTo>
                    <a:pt x="5" y="0"/>
                  </a:moveTo>
                  <a:cubicBezTo>
                    <a:pt x="6" y="24"/>
                    <a:pt x="8" y="49"/>
                    <a:pt x="19" y="71"/>
                  </a:cubicBezTo>
                  <a:cubicBezTo>
                    <a:pt x="30" y="93"/>
                    <a:pt x="48" y="100"/>
                    <a:pt x="63" y="116"/>
                  </a:cubicBezTo>
                  <a:cubicBezTo>
                    <a:pt x="50" y="113"/>
                    <a:pt x="32" y="108"/>
                    <a:pt x="21" y="98"/>
                  </a:cubicBezTo>
                  <a:cubicBezTo>
                    <a:pt x="19" y="129"/>
                    <a:pt x="20" y="160"/>
                    <a:pt x="18" y="191"/>
                  </a:cubicBezTo>
                  <a:cubicBezTo>
                    <a:pt x="0" y="162"/>
                    <a:pt x="8" y="118"/>
                    <a:pt x="5" y="85"/>
                  </a:cubicBezTo>
                  <a:cubicBezTo>
                    <a:pt x="2" y="60"/>
                    <a:pt x="5" y="29"/>
                    <a:pt x="0" y="5"/>
                  </a:cubicBezTo>
                </a:path>
              </a:pathLst>
            </a:custGeom>
            <a:solidFill>
              <a:srgbClr val="FDDF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063" name="Freeform 948">
              <a:extLst>
                <a:ext uri="{FF2B5EF4-FFF2-40B4-BE49-F238E27FC236}">
                  <a16:creationId xmlns:a16="http://schemas.microsoft.com/office/drawing/2014/main" id="{2D45BC67-007D-4ABE-95F4-9A9483C9007D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7" y="3399"/>
              <a:ext cx="84" cy="47"/>
            </a:xfrm>
            <a:custGeom>
              <a:avLst/>
              <a:gdLst>
                <a:gd name="T0" fmla="*/ 0 w 52"/>
                <a:gd name="T1" fmla="*/ 16 h 27"/>
                <a:gd name="T2" fmla="*/ 94 w 52"/>
                <a:gd name="T3" fmla="*/ 42 h 27"/>
                <a:gd name="T4" fmla="*/ 220 w 52"/>
                <a:gd name="T5" fmla="*/ 85 h 27"/>
                <a:gd name="T6" fmla="*/ 0 w 52"/>
                <a:gd name="T7" fmla="*/ 5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2" h="27">
                  <a:moveTo>
                    <a:pt x="0" y="3"/>
                  </a:moveTo>
                  <a:cubicBezTo>
                    <a:pt x="0" y="0"/>
                    <a:pt x="14" y="6"/>
                    <a:pt x="22" y="8"/>
                  </a:cubicBezTo>
                  <a:cubicBezTo>
                    <a:pt x="33" y="12"/>
                    <a:pt x="41" y="16"/>
                    <a:pt x="52" y="16"/>
                  </a:cubicBezTo>
                  <a:cubicBezTo>
                    <a:pt x="36" y="27"/>
                    <a:pt x="13" y="10"/>
                    <a:pt x="0" y="1"/>
                  </a:cubicBezTo>
                </a:path>
              </a:pathLst>
            </a:custGeom>
            <a:solidFill>
              <a:srgbClr val="FDDF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064" name="Freeform 949">
              <a:extLst>
                <a:ext uri="{FF2B5EF4-FFF2-40B4-BE49-F238E27FC236}">
                  <a16:creationId xmlns:a16="http://schemas.microsoft.com/office/drawing/2014/main" id="{FEF85CA4-BC28-4798-B9CB-29A196EE0EC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9" y="3253"/>
              <a:ext cx="120" cy="85"/>
            </a:xfrm>
            <a:custGeom>
              <a:avLst/>
              <a:gdLst>
                <a:gd name="T0" fmla="*/ 0 w 74"/>
                <a:gd name="T1" fmla="*/ 255 h 49"/>
                <a:gd name="T2" fmla="*/ 316 w 74"/>
                <a:gd name="T3" fmla="*/ 0 h 49"/>
                <a:gd name="T4" fmla="*/ 170 w 74"/>
                <a:gd name="T5" fmla="*/ 184 h 49"/>
                <a:gd name="T6" fmla="*/ 21 w 74"/>
                <a:gd name="T7" fmla="*/ 234 h 4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4" h="49">
                  <a:moveTo>
                    <a:pt x="0" y="49"/>
                  </a:moveTo>
                  <a:cubicBezTo>
                    <a:pt x="21" y="31"/>
                    <a:pt x="60" y="27"/>
                    <a:pt x="74" y="0"/>
                  </a:cubicBezTo>
                  <a:cubicBezTo>
                    <a:pt x="63" y="13"/>
                    <a:pt x="54" y="27"/>
                    <a:pt x="40" y="35"/>
                  </a:cubicBezTo>
                  <a:cubicBezTo>
                    <a:pt x="29" y="40"/>
                    <a:pt x="17" y="42"/>
                    <a:pt x="5" y="45"/>
                  </a:cubicBezTo>
                </a:path>
              </a:pathLst>
            </a:custGeom>
            <a:solidFill>
              <a:srgbClr val="FDDF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</p:grpSp>
      <p:grpSp>
        <p:nvGrpSpPr>
          <p:cNvPr id="43020" name="Light-green-t-shirt-illustration">
            <a:extLst>
              <a:ext uri="{FF2B5EF4-FFF2-40B4-BE49-F238E27FC236}">
                <a16:creationId xmlns:a16="http://schemas.microsoft.com/office/drawing/2014/main" id="{AEBA9611-59F8-4D6D-891E-14E7CC765BBD}"/>
              </a:ext>
            </a:extLst>
          </p:cNvPr>
          <p:cNvGrpSpPr>
            <a:grpSpLocks/>
          </p:cNvGrpSpPr>
          <p:nvPr/>
        </p:nvGrpSpPr>
        <p:grpSpPr bwMode="auto">
          <a:xfrm>
            <a:off x="8372475" y="1952625"/>
            <a:ext cx="1339850" cy="1971675"/>
            <a:chOff x="4325" y="1012"/>
            <a:chExt cx="890" cy="1311"/>
          </a:xfrm>
        </p:grpSpPr>
        <p:sp>
          <p:nvSpPr>
            <p:cNvPr id="43021" name="Freeform 951">
              <a:extLst>
                <a:ext uri="{FF2B5EF4-FFF2-40B4-BE49-F238E27FC236}">
                  <a16:creationId xmlns:a16="http://schemas.microsoft.com/office/drawing/2014/main" id="{BC1698C6-2100-4D9A-B38B-744DB256EC2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5" y="1012"/>
              <a:ext cx="890" cy="1311"/>
            </a:xfrm>
            <a:custGeom>
              <a:avLst/>
              <a:gdLst>
                <a:gd name="T0" fmla="*/ 836 w 547"/>
                <a:gd name="T1" fmla="*/ 0 h 756"/>
                <a:gd name="T2" fmla="*/ 1565 w 547"/>
                <a:gd name="T3" fmla="*/ 0 h 756"/>
                <a:gd name="T4" fmla="*/ 1985 w 547"/>
                <a:gd name="T5" fmla="*/ 343 h 756"/>
                <a:gd name="T6" fmla="*/ 2356 w 547"/>
                <a:gd name="T7" fmla="*/ 1618 h 756"/>
                <a:gd name="T8" fmla="*/ 1972 w 547"/>
                <a:gd name="T9" fmla="*/ 1762 h 756"/>
                <a:gd name="T10" fmla="*/ 1970 w 547"/>
                <a:gd name="T11" fmla="*/ 1748 h 756"/>
                <a:gd name="T12" fmla="*/ 1951 w 547"/>
                <a:gd name="T13" fmla="*/ 1930 h 756"/>
                <a:gd name="T14" fmla="*/ 1938 w 547"/>
                <a:gd name="T15" fmla="*/ 2551 h 756"/>
                <a:gd name="T16" fmla="*/ 2013 w 547"/>
                <a:gd name="T17" fmla="*/ 3539 h 756"/>
                <a:gd name="T18" fmla="*/ 351 w 547"/>
                <a:gd name="T19" fmla="*/ 3539 h 756"/>
                <a:gd name="T20" fmla="*/ 413 w 547"/>
                <a:gd name="T21" fmla="*/ 2535 h 756"/>
                <a:gd name="T22" fmla="*/ 410 w 547"/>
                <a:gd name="T23" fmla="*/ 1967 h 756"/>
                <a:gd name="T24" fmla="*/ 400 w 547"/>
                <a:gd name="T25" fmla="*/ 1748 h 756"/>
                <a:gd name="T26" fmla="*/ 397 w 547"/>
                <a:gd name="T27" fmla="*/ 1814 h 756"/>
                <a:gd name="T28" fmla="*/ 0 w 547"/>
                <a:gd name="T29" fmla="*/ 1675 h 756"/>
                <a:gd name="T30" fmla="*/ 405 w 547"/>
                <a:gd name="T31" fmla="*/ 349 h 756"/>
                <a:gd name="T32" fmla="*/ 836 w 547"/>
                <a:gd name="T33" fmla="*/ 0 h 75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547" h="756">
                  <a:moveTo>
                    <a:pt x="194" y="0"/>
                  </a:moveTo>
                  <a:cubicBezTo>
                    <a:pt x="194" y="0"/>
                    <a:pt x="260" y="55"/>
                    <a:pt x="363" y="0"/>
                  </a:cubicBezTo>
                  <a:cubicBezTo>
                    <a:pt x="363" y="0"/>
                    <a:pt x="438" y="43"/>
                    <a:pt x="461" y="66"/>
                  </a:cubicBezTo>
                  <a:cubicBezTo>
                    <a:pt x="461" y="66"/>
                    <a:pt x="535" y="118"/>
                    <a:pt x="547" y="310"/>
                  </a:cubicBezTo>
                  <a:cubicBezTo>
                    <a:pt x="547" y="310"/>
                    <a:pt x="492" y="332"/>
                    <a:pt x="458" y="338"/>
                  </a:cubicBezTo>
                  <a:cubicBezTo>
                    <a:pt x="457" y="335"/>
                    <a:pt x="457" y="335"/>
                    <a:pt x="457" y="335"/>
                  </a:cubicBezTo>
                  <a:cubicBezTo>
                    <a:pt x="457" y="335"/>
                    <a:pt x="452" y="346"/>
                    <a:pt x="453" y="370"/>
                  </a:cubicBezTo>
                  <a:cubicBezTo>
                    <a:pt x="454" y="394"/>
                    <a:pt x="459" y="444"/>
                    <a:pt x="450" y="489"/>
                  </a:cubicBezTo>
                  <a:cubicBezTo>
                    <a:pt x="450" y="489"/>
                    <a:pt x="471" y="632"/>
                    <a:pt x="467" y="679"/>
                  </a:cubicBezTo>
                  <a:cubicBezTo>
                    <a:pt x="467" y="679"/>
                    <a:pt x="242" y="756"/>
                    <a:pt x="82" y="679"/>
                  </a:cubicBezTo>
                  <a:cubicBezTo>
                    <a:pt x="82" y="679"/>
                    <a:pt x="86" y="536"/>
                    <a:pt x="96" y="486"/>
                  </a:cubicBezTo>
                  <a:cubicBezTo>
                    <a:pt x="96" y="486"/>
                    <a:pt x="90" y="397"/>
                    <a:pt x="95" y="377"/>
                  </a:cubicBezTo>
                  <a:cubicBezTo>
                    <a:pt x="99" y="358"/>
                    <a:pt x="93" y="342"/>
                    <a:pt x="93" y="335"/>
                  </a:cubicBezTo>
                  <a:cubicBezTo>
                    <a:pt x="92" y="348"/>
                    <a:pt x="92" y="348"/>
                    <a:pt x="92" y="348"/>
                  </a:cubicBezTo>
                  <a:cubicBezTo>
                    <a:pt x="92" y="348"/>
                    <a:pt x="25" y="354"/>
                    <a:pt x="0" y="321"/>
                  </a:cubicBezTo>
                  <a:cubicBezTo>
                    <a:pt x="0" y="321"/>
                    <a:pt x="24" y="120"/>
                    <a:pt x="94" y="67"/>
                  </a:cubicBezTo>
                  <a:cubicBezTo>
                    <a:pt x="94" y="67"/>
                    <a:pt x="172" y="11"/>
                    <a:pt x="194" y="0"/>
                  </a:cubicBezTo>
                  <a:close/>
                </a:path>
              </a:pathLst>
            </a:custGeom>
            <a:solidFill>
              <a:srgbClr val="CFE5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022" name="Freeform 952">
              <a:extLst>
                <a:ext uri="{FF2B5EF4-FFF2-40B4-BE49-F238E27FC236}">
                  <a16:creationId xmlns:a16="http://schemas.microsoft.com/office/drawing/2014/main" id="{F845611D-3A75-4B4D-9A16-5B7BC4C1785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5" y="1012"/>
              <a:ext cx="890" cy="1311"/>
            </a:xfrm>
            <a:custGeom>
              <a:avLst/>
              <a:gdLst>
                <a:gd name="T0" fmla="*/ 836 w 547"/>
                <a:gd name="T1" fmla="*/ 0 h 756"/>
                <a:gd name="T2" fmla="*/ 1565 w 547"/>
                <a:gd name="T3" fmla="*/ 0 h 756"/>
                <a:gd name="T4" fmla="*/ 1985 w 547"/>
                <a:gd name="T5" fmla="*/ 343 h 756"/>
                <a:gd name="T6" fmla="*/ 2356 w 547"/>
                <a:gd name="T7" fmla="*/ 1618 h 756"/>
                <a:gd name="T8" fmla="*/ 1972 w 547"/>
                <a:gd name="T9" fmla="*/ 1762 h 756"/>
                <a:gd name="T10" fmla="*/ 1970 w 547"/>
                <a:gd name="T11" fmla="*/ 1748 h 756"/>
                <a:gd name="T12" fmla="*/ 1951 w 547"/>
                <a:gd name="T13" fmla="*/ 1930 h 756"/>
                <a:gd name="T14" fmla="*/ 1938 w 547"/>
                <a:gd name="T15" fmla="*/ 2551 h 756"/>
                <a:gd name="T16" fmla="*/ 2013 w 547"/>
                <a:gd name="T17" fmla="*/ 3539 h 756"/>
                <a:gd name="T18" fmla="*/ 351 w 547"/>
                <a:gd name="T19" fmla="*/ 3539 h 756"/>
                <a:gd name="T20" fmla="*/ 413 w 547"/>
                <a:gd name="T21" fmla="*/ 2535 h 756"/>
                <a:gd name="T22" fmla="*/ 410 w 547"/>
                <a:gd name="T23" fmla="*/ 1967 h 756"/>
                <a:gd name="T24" fmla="*/ 400 w 547"/>
                <a:gd name="T25" fmla="*/ 1748 h 756"/>
                <a:gd name="T26" fmla="*/ 397 w 547"/>
                <a:gd name="T27" fmla="*/ 1814 h 756"/>
                <a:gd name="T28" fmla="*/ 0 w 547"/>
                <a:gd name="T29" fmla="*/ 1675 h 756"/>
                <a:gd name="T30" fmla="*/ 405 w 547"/>
                <a:gd name="T31" fmla="*/ 349 h 756"/>
                <a:gd name="T32" fmla="*/ 836 w 547"/>
                <a:gd name="T33" fmla="*/ 0 h 75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547" h="756">
                  <a:moveTo>
                    <a:pt x="194" y="0"/>
                  </a:moveTo>
                  <a:cubicBezTo>
                    <a:pt x="194" y="0"/>
                    <a:pt x="260" y="55"/>
                    <a:pt x="363" y="0"/>
                  </a:cubicBezTo>
                  <a:cubicBezTo>
                    <a:pt x="363" y="0"/>
                    <a:pt x="438" y="43"/>
                    <a:pt x="461" y="66"/>
                  </a:cubicBezTo>
                  <a:cubicBezTo>
                    <a:pt x="461" y="66"/>
                    <a:pt x="535" y="118"/>
                    <a:pt x="547" y="310"/>
                  </a:cubicBezTo>
                  <a:cubicBezTo>
                    <a:pt x="547" y="310"/>
                    <a:pt x="492" y="332"/>
                    <a:pt x="458" y="338"/>
                  </a:cubicBezTo>
                  <a:cubicBezTo>
                    <a:pt x="457" y="335"/>
                    <a:pt x="457" y="335"/>
                    <a:pt x="457" y="335"/>
                  </a:cubicBezTo>
                  <a:cubicBezTo>
                    <a:pt x="457" y="335"/>
                    <a:pt x="452" y="346"/>
                    <a:pt x="453" y="370"/>
                  </a:cubicBezTo>
                  <a:cubicBezTo>
                    <a:pt x="454" y="394"/>
                    <a:pt x="459" y="444"/>
                    <a:pt x="450" y="489"/>
                  </a:cubicBezTo>
                  <a:cubicBezTo>
                    <a:pt x="450" y="489"/>
                    <a:pt x="471" y="632"/>
                    <a:pt x="467" y="679"/>
                  </a:cubicBezTo>
                  <a:cubicBezTo>
                    <a:pt x="467" y="679"/>
                    <a:pt x="242" y="756"/>
                    <a:pt x="82" y="679"/>
                  </a:cubicBezTo>
                  <a:cubicBezTo>
                    <a:pt x="82" y="679"/>
                    <a:pt x="86" y="536"/>
                    <a:pt x="96" y="486"/>
                  </a:cubicBezTo>
                  <a:cubicBezTo>
                    <a:pt x="96" y="486"/>
                    <a:pt x="90" y="397"/>
                    <a:pt x="95" y="377"/>
                  </a:cubicBezTo>
                  <a:cubicBezTo>
                    <a:pt x="99" y="358"/>
                    <a:pt x="93" y="342"/>
                    <a:pt x="93" y="335"/>
                  </a:cubicBezTo>
                  <a:cubicBezTo>
                    <a:pt x="92" y="348"/>
                    <a:pt x="92" y="348"/>
                    <a:pt x="92" y="348"/>
                  </a:cubicBezTo>
                  <a:cubicBezTo>
                    <a:pt x="92" y="348"/>
                    <a:pt x="25" y="354"/>
                    <a:pt x="0" y="321"/>
                  </a:cubicBezTo>
                  <a:cubicBezTo>
                    <a:pt x="0" y="321"/>
                    <a:pt x="24" y="120"/>
                    <a:pt x="94" y="67"/>
                  </a:cubicBezTo>
                  <a:cubicBezTo>
                    <a:pt x="94" y="67"/>
                    <a:pt x="172" y="11"/>
                    <a:pt x="194" y="0"/>
                  </a:cubicBezTo>
                  <a:close/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023" name="Freeform 953">
              <a:extLst>
                <a:ext uri="{FF2B5EF4-FFF2-40B4-BE49-F238E27FC236}">
                  <a16:creationId xmlns:a16="http://schemas.microsoft.com/office/drawing/2014/main" id="{B3D44BAF-39DE-4FF4-B60C-7C502168C75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6" y="1483"/>
              <a:ext cx="15" cy="110"/>
            </a:xfrm>
            <a:custGeom>
              <a:avLst/>
              <a:gdLst>
                <a:gd name="T0" fmla="*/ 0 w 9"/>
                <a:gd name="T1" fmla="*/ 335 h 63"/>
                <a:gd name="T2" fmla="*/ 42 w 9"/>
                <a:gd name="T3" fmla="*/ 0 h 6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63">
                  <a:moveTo>
                    <a:pt x="0" y="63"/>
                  </a:moveTo>
                  <a:cubicBezTo>
                    <a:pt x="0" y="63"/>
                    <a:pt x="1" y="20"/>
                    <a:pt x="9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024" name="Freeform 954">
              <a:extLst>
                <a:ext uri="{FF2B5EF4-FFF2-40B4-BE49-F238E27FC236}">
                  <a16:creationId xmlns:a16="http://schemas.microsoft.com/office/drawing/2014/main" id="{31D6CBBA-9B0B-4FEF-95D5-6B656FE005FA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5" y="1473"/>
              <a:ext cx="13" cy="120"/>
            </a:xfrm>
            <a:custGeom>
              <a:avLst/>
              <a:gdLst>
                <a:gd name="T0" fmla="*/ 34 w 8"/>
                <a:gd name="T1" fmla="*/ 363 h 69"/>
                <a:gd name="T2" fmla="*/ 0 w 8"/>
                <a:gd name="T3" fmla="*/ 0 h 6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69">
                  <a:moveTo>
                    <a:pt x="8" y="69"/>
                  </a:moveTo>
                  <a:cubicBezTo>
                    <a:pt x="8" y="69"/>
                    <a:pt x="6" y="18"/>
                    <a:pt x="0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025" name="Freeform 955">
              <a:extLst>
                <a:ext uri="{FF2B5EF4-FFF2-40B4-BE49-F238E27FC236}">
                  <a16:creationId xmlns:a16="http://schemas.microsoft.com/office/drawing/2014/main" id="{50E0BD88-988F-4809-B1EF-18ACF1AC3E19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2" y="1466"/>
              <a:ext cx="11" cy="43"/>
            </a:xfrm>
            <a:custGeom>
              <a:avLst/>
              <a:gdLst>
                <a:gd name="T0" fmla="*/ 5 w 7"/>
                <a:gd name="T1" fmla="*/ 127 h 25"/>
                <a:gd name="T2" fmla="*/ 27 w 7"/>
                <a:gd name="T3" fmla="*/ 0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5">
                  <a:moveTo>
                    <a:pt x="1" y="25"/>
                  </a:moveTo>
                  <a:cubicBezTo>
                    <a:pt x="1" y="25"/>
                    <a:pt x="0" y="6"/>
                    <a:pt x="7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026" name="Freeform 956">
              <a:extLst>
                <a:ext uri="{FF2B5EF4-FFF2-40B4-BE49-F238E27FC236}">
                  <a16:creationId xmlns:a16="http://schemas.microsoft.com/office/drawing/2014/main" id="{6D6A2891-7244-49C1-A9E4-274EADB5E31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5" y="1471"/>
              <a:ext cx="16" cy="38"/>
            </a:xfrm>
            <a:custGeom>
              <a:avLst/>
              <a:gdLst>
                <a:gd name="T0" fmla="*/ 42 w 10"/>
                <a:gd name="T1" fmla="*/ 114 h 22"/>
                <a:gd name="T2" fmla="*/ 0 w 10"/>
                <a:gd name="T3" fmla="*/ 0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2">
                  <a:moveTo>
                    <a:pt x="10" y="22"/>
                  </a:moveTo>
                  <a:cubicBezTo>
                    <a:pt x="10" y="22"/>
                    <a:pt x="7" y="7"/>
                    <a:pt x="0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027" name="Freeform 957">
              <a:extLst>
                <a:ext uri="{FF2B5EF4-FFF2-40B4-BE49-F238E27FC236}">
                  <a16:creationId xmlns:a16="http://schemas.microsoft.com/office/drawing/2014/main" id="{802F9493-AC73-4115-A39B-D395C3E86ED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1" y="1031"/>
              <a:ext cx="334" cy="66"/>
            </a:xfrm>
            <a:custGeom>
              <a:avLst/>
              <a:gdLst>
                <a:gd name="T0" fmla="*/ 0 w 205"/>
                <a:gd name="T1" fmla="*/ 0 h 38"/>
                <a:gd name="T2" fmla="*/ 433 w 205"/>
                <a:gd name="T3" fmla="*/ 200 h 38"/>
                <a:gd name="T4" fmla="*/ 886 w 205"/>
                <a:gd name="T5" fmla="*/ 0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5" h="38">
                  <a:moveTo>
                    <a:pt x="0" y="0"/>
                  </a:moveTo>
                  <a:cubicBezTo>
                    <a:pt x="0" y="0"/>
                    <a:pt x="28" y="38"/>
                    <a:pt x="100" y="38"/>
                  </a:cubicBezTo>
                  <a:cubicBezTo>
                    <a:pt x="171" y="38"/>
                    <a:pt x="205" y="0"/>
                    <a:pt x="205" y="0"/>
                  </a:cubicBezTo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028" name="Freeform 958">
              <a:extLst>
                <a:ext uri="{FF2B5EF4-FFF2-40B4-BE49-F238E27FC236}">
                  <a16:creationId xmlns:a16="http://schemas.microsoft.com/office/drawing/2014/main" id="{D9FBDB4E-732F-4BF9-B651-21511E98889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9" y="1018"/>
              <a:ext cx="189" cy="77"/>
            </a:xfrm>
            <a:custGeom>
              <a:avLst/>
              <a:gdLst>
                <a:gd name="T0" fmla="*/ 29 w 116"/>
                <a:gd name="T1" fmla="*/ 0 h 44"/>
                <a:gd name="T2" fmla="*/ 502 w 116"/>
                <a:gd name="T3" fmla="*/ 119 h 44"/>
                <a:gd name="T4" fmla="*/ 0 w 116"/>
                <a:gd name="T5" fmla="*/ 21 h 44"/>
                <a:gd name="T6" fmla="*/ 29 w 116"/>
                <a:gd name="T7" fmla="*/ 0 h 4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6" h="44">
                  <a:moveTo>
                    <a:pt x="7" y="0"/>
                  </a:moveTo>
                  <a:cubicBezTo>
                    <a:pt x="7" y="0"/>
                    <a:pt x="55" y="34"/>
                    <a:pt x="116" y="22"/>
                  </a:cubicBezTo>
                  <a:cubicBezTo>
                    <a:pt x="116" y="22"/>
                    <a:pt x="57" y="44"/>
                    <a:pt x="0" y="4"/>
                  </a:cubicBezTo>
                  <a:lnTo>
                    <a:pt x="7" y="0"/>
                  </a:lnTo>
                  <a:close/>
                </a:path>
              </a:pathLst>
            </a:custGeom>
            <a:solidFill>
              <a:srgbClr val="E5F1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029" name="Freeform 959">
              <a:extLst>
                <a:ext uri="{FF2B5EF4-FFF2-40B4-BE49-F238E27FC236}">
                  <a16:creationId xmlns:a16="http://schemas.microsoft.com/office/drawing/2014/main" id="{8F450936-9FFC-47C3-A5BF-24C2E47D0BE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0" y="1397"/>
              <a:ext cx="75" cy="97"/>
            </a:xfrm>
            <a:custGeom>
              <a:avLst/>
              <a:gdLst>
                <a:gd name="T0" fmla="*/ 109 w 46"/>
                <a:gd name="T1" fmla="*/ 291 h 56"/>
                <a:gd name="T2" fmla="*/ 62 w 46"/>
                <a:gd name="T3" fmla="*/ 185 h 56"/>
                <a:gd name="T4" fmla="*/ 34 w 46"/>
                <a:gd name="T5" fmla="*/ 147 h 56"/>
                <a:gd name="T6" fmla="*/ 0 w 46"/>
                <a:gd name="T7" fmla="*/ 99 h 56"/>
                <a:gd name="T8" fmla="*/ 111 w 46"/>
                <a:gd name="T9" fmla="*/ 243 h 56"/>
                <a:gd name="T10" fmla="*/ 157 w 46"/>
                <a:gd name="T11" fmla="*/ 120 h 56"/>
                <a:gd name="T12" fmla="*/ 199 w 46"/>
                <a:gd name="T13" fmla="*/ 0 h 56"/>
                <a:gd name="T14" fmla="*/ 160 w 46"/>
                <a:gd name="T15" fmla="*/ 140 h 56"/>
                <a:gd name="T16" fmla="*/ 139 w 46"/>
                <a:gd name="T17" fmla="*/ 213 h 56"/>
                <a:gd name="T18" fmla="*/ 111 w 46"/>
                <a:gd name="T19" fmla="*/ 291 h 5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6" h="56">
                  <a:moveTo>
                    <a:pt x="25" y="56"/>
                  </a:moveTo>
                  <a:cubicBezTo>
                    <a:pt x="21" y="49"/>
                    <a:pt x="18" y="42"/>
                    <a:pt x="14" y="36"/>
                  </a:cubicBezTo>
                  <a:cubicBezTo>
                    <a:pt x="12" y="33"/>
                    <a:pt x="10" y="30"/>
                    <a:pt x="8" y="28"/>
                  </a:cubicBezTo>
                  <a:cubicBezTo>
                    <a:pt x="6" y="25"/>
                    <a:pt x="2" y="22"/>
                    <a:pt x="0" y="19"/>
                  </a:cubicBezTo>
                  <a:cubicBezTo>
                    <a:pt x="11" y="26"/>
                    <a:pt x="19" y="37"/>
                    <a:pt x="26" y="47"/>
                  </a:cubicBezTo>
                  <a:cubicBezTo>
                    <a:pt x="30" y="40"/>
                    <a:pt x="32" y="30"/>
                    <a:pt x="36" y="23"/>
                  </a:cubicBezTo>
                  <a:cubicBezTo>
                    <a:pt x="39" y="15"/>
                    <a:pt x="41" y="7"/>
                    <a:pt x="46" y="0"/>
                  </a:cubicBezTo>
                  <a:cubicBezTo>
                    <a:pt x="45" y="9"/>
                    <a:pt x="40" y="18"/>
                    <a:pt x="37" y="27"/>
                  </a:cubicBezTo>
                  <a:cubicBezTo>
                    <a:pt x="36" y="32"/>
                    <a:pt x="34" y="37"/>
                    <a:pt x="32" y="41"/>
                  </a:cubicBezTo>
                  <a:cubicBezTo>
                    <a:pt x="30" y="46"/>
                    <a:pt x="27" y="51"/>
                    <a:pt x="26" y="56"/>
                  </a:cubicBezTo>
                </a:path>
              </a:pathLst>
            </a:custGeom>
            <a:solidFill>
              <a:srgbClr val="E9F3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030" name="Freeform 960">
              <a:extLst>
                <a:ext uri="{FF2B5EF4-FFF2-40B4-BE49-F238E27FC236}">
                  <a16:creationId xmlns:a16="http://schemas.microsoft.com/office/drawing/2014/main" id="{1053C904-398B-41A6-A0E3-08B4A1B1C8F5}"/>
                </a:ext>
              </a:extLst>
            </p:cNvPr>
            <p:cNvSpPr>
              <a:spLocks/>
            </p:cNvSpPr>
            <p:nvPr/>
          </p:nvSpPr>
          <p:spPr bwMode="auto">
            <a:xfrm>
              <a:off x="5039" y="1398"/>
              <a:ext cx="50" cy="75"/>
            </a:xfrm>
            <a:custGeom>
              <a:avLst/>
              <a:gdLst>
                <a:gd name="T0" fmla="*/ 5 w 31"/>
                <a:gd name="T1" fmla="*/ 101 h 43"/>
                <a:gd name="T2" fmla="*/ 0 w 31"/>
                <a:gd name="T3" fmla="*/ 101 h 43"/>
                <a:gd name="T4" fmla="*/ 47 w 31"/>
                <a:gd name="T5" fmla="*/ 176 h 43"/>
                <a:gd name="T6" fmla="*/ 60 w 31"/>
                <a:gd name="T7" fmla="*/ 228 h 43"/>
                <a:gd name="T8" fmla="*/ 90 w 31"/>
                <a:gd name="T9" fmla="*/ 127 h 43"/>
                <a:gd name="T10" fmla="*/ 131 w 31"/>
                <a:gd name="T11" fmla="*/ 0 h 43"/>
                <a:gd name="T12" fmla="*/ 90 w 31"/>
                <a:gd name="T13" fmla="*/ 73 h 43"/>
                <a:gd name="T14" fmla="*/ 68 w 31"/>
                <a:gd name="T15" fmla="*/ 148 h 43"/>
                <a:gd name="T16" fmla="*/ 0 w 31"/>
                <a:gd name="T17" fmla="*/ 94 h 4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1" h="43">
                  <a:moveTo>
                    <a:pt x="1" y="19"/>
                  </a:moveTo>
                  <a:cubicBezTo>
                    <a:pt x="0" y="19"/>
                    <a:pt x="0" y="19"/>
                    <a:pt x="0" y="19"/>
                  </a:cubicBezTo>
                  <a:cubicBezTo>
                    <a:pt x="4" y="23"/>
                    <a:pt x="8" y="28"/>
                    <a:pt x="11" y="33"/>
                  </a:cubicBezTo>
                  <a:cubicBezTo>
                    <a:pt x="13" y="36"/>
                    <a:pt x="13" y="39"/>
                    <a:pt x="14" y="43"/>
                  </a:cubicBezTo>
                  <a:cubicBezTo>
                    <a:pt x="15" y="36"/>
                    <a:pt x="19" y="31"/>
                    <a:pt x="22" y="24"/>
                  </a:cubicBezTo>
                  <a:cubicBezTo>
                    <a:pt x="26" y="16"/>
                    <a:pt x="28" y="8"/>
                    <a:pt x="31" y="0"/>
                  </a:cubicBezTo>
                  <a:cubicBezTo>
                    <a:pt x="27" y="3"/>
                    <a:pt x="24" y="9"/>
                    <a:pt x="22" y="14"/>
                  </a:cubicBezTo>
                  <a:cubicBezTo>
                    <a:pt x="20" y="18"/>
                    <a:pt x="16" y="23"/>
                    <a:pt x="16" y="28"/>
                  </a:cubicBezTo>
                  <a:cubicBezTo>
                    <a:pt x="17" y="22"/>
                    <a:pt x="1" y="22"/>
                    <a:pt x="0" y="18"/>
                  </a:cubicBezTo>
                </a:path>
              </a:pathLst>
            </a:custGeom>
            <a:solidFill>
              <a:srgbClr val="E9F3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031" name="Freeform 961">
              <a:extLst>
                <a:ext uri="{FF2B5EF4-FFF2-40B4-BE49-F238E27FC236}">
                  <a16:creationId xmlns:a16="http://schemas.microsoft.com/office/drawing/2014/main" id="{EAA59A8C-4171-45A0-9AF8-C7E1F75CCDF2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8" y="1445"/>
              <a:ext cx="64" cy="144"/>
            </a:xfrm>
            <a:custGeom>
              <a:avLst/>
              <a:gdLst>
                <a:gd name="T0" fmla="*/ 49 w 39"/>
                <a:gd name="T1" fmla="*/ 0 h 83"/>
                <a:gd name="T2" fmla="*/ 18 w 39"/>
                <a:gd name="T3" fmla="*/ 106 h 83"/>
                <a:gd name="T4" fmla="*/ 5 w 39"/>
                <a:gd name="T5" fmla="*/ 229 h 83"/>
                <a:gd name="T6" fmla="*/ 13 w 39"/>
                <a:gd name="T7" fmla="*/ 347 h 83"/>
                <a:gd name="T8" fmla="*/ 21 w 39"/>
                <a:gd name="T9" fmla="*/ 434 h 83"/>
                <a:gd name="T10" fmla="*/ 97 w 39"/>
                <a:gd name="T11" fmla="*/ 397 h 83"/>
                <a:gd name="T12" fmla="*/ 172 w 39"/>
                <a:gd name="T13" fmla="*/ 364 h 83"/>
                <a:gd name="T14" fmla="*/ 30 w 39"/>
                <a:gd name="T15" fmla="*/ 278 h 83"/>
                <a:gd name="T16" fmla="*/ 41 w 39"/>
                <a:gd name="T17" fmla="*/ 135 h 83"/>
                <a:gd name="T18" fmla="*/ 41 w 39"/>
                <a:gd name="T19" fmla="*/ 21 h 8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9" h="83">
                  <a:moveTo>
                    <a:pt x="11" y="0"/>
                  </a:moveTo>
                  <a:cubicBezTo>
                    <a:pt x="12" y="8"/>
                    <a:pt x="7" y="14"/>
                    <a:pt x="4" y="20"/>
                  </a:cubicBezTo>
                  <a:cubicBezTo>
                    <a:pt x="0" y="28"/>
                    <a:pt x="1" y="36"/>
                    <a:pt x="1" y="44"/>
                  </a:cubicBezTo>
                  <a:cubicBezTo>
                    <a:pt x="1" y="52"/>
                    <a:pt x="2" y="59"/>
                    <a:pt x="3" y="66"/>
                  </a:cubicBezTo>
                  <a:cubicBezTo>
                    <a:pt x="4" y="72"/>
                    <a:pt x="5" y="78"/>
                    <a:pt x="5" y="83"/>
                  </a:cubicBezTo>
                  <a:cubicBezTo>
                    <a:pt x="10" y="79"/>
                    <a:pt x="16" y="79"/>
                    <a:pt x="22" y="76"/>
                  </a:cubicBezTo>
                  <a:cubicBezTo>
                    <a:pt x="27" y="73"/>
                    <a:pt x="32" y="69"/>
                    <a:pt x="39" y="70"/>
                  </a:cubicBezTo>
                  <a:cubicBezTo>
                    <a:pt x="26" y="72"/>
                    <a:pt x="8" y="71"/>
                    <a:pt x="7" y="53"/>
                  </a:cubicBezTo>
                  <a:cubicBezTo>
                    <a:pt x="7" y="44"/>
                    <a:pt x="8" y="35"/>
                    <a:pt x="9" y="26"/>
                  </a:cubicBezTo>
                  <a:cubicBezTo>
                    <a:pt x="10" y="18"/>
                    <a:pt x="9" y="11"/>
                    <a:pt x="9" y="4"/>
                  </a:cubicBezTo>
                </a:path>
              </a:pathLst>
            </a:custGeom>
            <a:solidFill>
              <a:srgbClr val="A6D0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032" name="Freeform 962">
              <a:extLst>
                <a:ext uri="{FF2B5EF4-FFF2-40B4-BE49-F238E27FC236}">
                  <a16:creationId xmlns:a16="http://schemas.microsoft.com/office/drawing/2014/main" id="{76A404FC-61E4-4639-8117-E02A47DC579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2" y="1461"/>
              <a:ext cx="59" cy="151"/>
            </a:xfrm>
            <a:custGeom>
              <a:avLst/>
              <a:gdLst>
                <a:gd name="T0" fmla="*/ 75 w 36"/>
                <a:gd name="T1" fmla="*/ 0 h 87"/>
                <a:gd name="T2" fmla="*/ 151 w 36"/>
                <a:gd name="T3" fmla="*/ 241 h 87"/>
                <a:gd name="T4" fmla="*/ 129 w 36"/>
                <a:gd name="T5" fmla="*/ 455 h 87"/>
                <a:gd name="T6" fmla="*/ 62 w 36"/>
                <a:gd name="T7" fmla="*/ 446 h 87"/>
                <a:gd name="T8" fmla="*/ 0 w 36"/>
                <a:gd name="T9" fmla="*/ 427 h 87"/>
                <a:gd name="T10" fmla="*/ 75 w 36"/>
                <a:gd name="T11" fmla="*/ 377 h 87"/>
                <a:gd name="T12" fmla="*/ 105 w 36"/>
                <a:gd name="T13" fmla="*/ 234 h 87"/>
                <a:gd name="T14" fmla="*/ 67 w 36"/>
                <a:gd name="T15" fmla="*/ 5 h 8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6" h="87">
                  <a:moveTo>
                    <a:pt x="17" y="0"/>
                  </a:moveTo>
                  <a:cubicBezTo>
                    <a:pt x="25" y="16"/>
                    <a:pt x="36" y="27"/>
                    <a:pt x="34" y="46"/>
                  </a:cubicBezTo>
                  <a:cubicBezTo>
                    <a:pt x="32" y="60"/>
                    <a:pt x="29" y="73"/>
                    <a:pt x="29" y="87"/>
                  </a:cubicBezTo>
                  <a:cubicBezTo>
                    <a:pt x="25" y="84"/>
                    <a:pt x="18" y="85"/>
                    <a:pt x="14" y="85"/>
                  </a:cubicBezTo>
                  <a:cubicBezTo>
                    <a:pt x="8" y="85"/>
                    <a:pt x="5" y="84"/>
                    <a:pt x="0" y="82"/>
                  </a:cubicBezTo>
                  <a:cubicBezTo>
                    <a:pt x="6" y="82"/>
                    <a:pt x="13" y="77"/>
                    <a:pt x="17" y="72"/>
                  </a:cubicBezTo>
                  <a:cubicBezTo>
                    <a:pt x="23" y="65"/>
                    <a:pt x="24" y="55"/>
                    <a:pt x="24" y="45"/>
                  </a:cubicBezTo>
                  <a:cubicBezTo>
                    <a:pt x="26" y="29"/>
                    <a:pt x="17" y="16"/>
                    <a:pt x="15" y="1"/>
                  </a:cubicBezTo>
                </a:path>
              </a:pathLst>
            </a:custGeom>
            <a:solidFill>
              <a:srgbClr val="A6D0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033" name="Freeform 963">
              <a:extLst>
                <a:ext uri="{FF2B5EF4-FFF2-40B4-BE49-F238E27FC236}">
                  <a16:creationId xmlns:a16="http://schemas.microsoft.com/office/drawing/2014/main" id="{7A24EE5A-114C-4609-B718-993D2CA5578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5" y="1036"/>
              <a:ext cx="168" cy="83"/>
            </a:xfrm>
            <a:custGeom>
              <a:avLst/>
              <a:gdLst>
                <a:gd name="T0" fmla="*/ 447 w 103"/>
                <a:gd name="T1" fmla="*/ 0 h 48"/>
                <a:gd name="T2" fmla="*/ 0 w 103"/>
                <a:gd name="T3" fmla="*/ 197 h 48"/>
                <a:gd name="T4" fmla="*/ 447 w 103"/>
                <a:gd name="T5" fmla="*/ 0 h 4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3" h="48">
                  <a:moveTo>
                    <a:pt x="103" y="0"/>
                  </a:moveTo>
                  <a:cubicBezTo>
                    <a:pt x="103" y="0"/>
                    <a:pt x="76" y="39"/>
                    <a:pt x="0" y="38"/>
                  </a:cubicBezTo>
                  <a:cubicBezTo>
                    <a:pt x="0" y="38"/>
                    <a:pt x="72" y="48"/>
                    <a:pt x="103" y="0"/>
                  </a:cubicBezTo>
                  <a:close/>
                </a:path>
              </a:pathLst>
            </a:custGeom>
            <a:solidFill>
              <a:srgbClr val="A6D0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034" name="Freeform 964">
              <a:extLst>
                <a:ext uri="{FF2B5EF4-FFF2-40B4-BE49-F238E27FC236}">
                  <a16:creationId xmlns:a16="http://schemas.microsoft.com/office/drawing/2014/main" id="{ECA704CE-EDF5-41C9-BF23-F988B498E05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0" y="1591"/>
              <a:ext cx="271" cy="196"/>
            </a:xfrm>
            <a:custGeom>
              <a:avLst/>
              <a:gdLst>
                <a:gd name="T0" fmla="*/ 0 w 166"/>
                <a:gd name="T1" fmla="*/ 0 h 113"/>
                <a:gd name="T2" fmla="*/ 184 w 166"/>
                <a:gd name="T3" fmla="*/ 62 h 113"/>
                <a:gd name="T4" fmla="*/ 351 w 166"/>
                <a:gd name="T5" fmla="*/ 142 h 113"/>
                <a:gd name="T6" fmla="*/ 509 w 166"/>
                <a:gd name="T7" fmla="*/ 220 h 113"/>
                <a:gd name="T8" fmla="*/ 679 w 166"/>
                <a:gd name="T9" fmla="*/ 460 h 113"/>
                <a:gd name="T10" fmla="*/ 722 w 166"/>
                <a:gd name="T11" fmla="*/ 590 h 113"/>
                <a:gd name="T12" fmla="*/ 539 w 166"/>
                <a:gd name="T13" fmla="*/ 304 h 113"/>
                <a:gd name="T14" fmla="*/ 325 w 166"/>
                <a:gd name="T15" fmla="*/ 177 h 113"/>
                <a:gd name="T16" fmla="*/ 118 w 166"/>
                <a:gd name="T17" fmla="*/ 69 h 113"/>
                <a:gd name="T18" fmla="*/ 54 w 166"/>
                <a:gd name="T19" fmla="*/ 28 h 113"/>
                <a:gd name="T20" fmla="*/ 0 w 166"/>
                <a:gd name="T21" fmla="*/ 5 h 11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66" h="113">
                  <a:moveTo>
                    <a:pt x="0" y="0"/>
                  </a:moveTo>
                  <a:cubicBezTo>
                    <a:pt x="0" y="3"/>
                    <a:pt x="37" y="11"/>
                    <a:pt x="42" y="12"/>
                  </a:cubicBezTo>
                  <a:cubicBezTo>
                    <a:pt x="55" y="17"/>
                    <a:pt x="68" y="22"/>
                    <a:pt x="81" y="27"/>
                  </a:cubicBezTo>
                  <a:cubicBezTo>
                    <a:pt x="94" y="30"/>
                    <a:pt x="106" y="34"/>
                    <a:pt x="117" y="42"/>
                  </a:cubicBezTo>
                  <a:cubicBezTo>
                    <a:pt x="132" y="53"/>
                    <a:pt x="146" y="71"/>
                    <a:pt x="156" y="88"/>
                  </a:cubicBezTo>
                  <a:cubicBezTo>
                    <a:pt x="160" y="95"/>
                    <a:pt x="164" y="104"/>
                    <a:pt x="166" y="113"/>
                  </a:cubicBezTo>
                  <a:cubicBezTo>
                    <a:pt x="150" y="97"/>
                    <a:pt x="140" y="74"/>
                    <a:pt x="124" y="58"/>
                  </a:cubicBezTo>
                  <a:cubicBezTo>
                    <a:pt x="111" y="46"/>
                    <a:pt x="91" y="41"/>
                    <a:pt x="75" y="34"/>
                  </a:cubicBezTo>
                  <a:cubicBezTo>
                    <a:pt x="59" y="27"/>
                    <a:pt x="43" y="21"/>
                    <a:pt x="27" y="13"/>
                  </a:cubicBezTo>
                  <a:cubicBezTo>
                    <a:pt x="23" y="10"/>
                    <a:pt x="17" y="6"/>
                    <a:pt x="12" y="5"/>
                  </a:cubicBezTo>
                  <a:cubicBezTo>
                    <a:pt x="7" y="4"/>
                    <a:pt x="4" y="5"/>
                    <a:pt x="0" y="1"/>
                  </a:cubicBezTo>
                </a:path>
              </a:pathLst>
            </a:custGeom>
            <a:solidFill>
              <a:srgbClr val="E5F1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035" name="Freeform 965">
              <a:extLst>
                <a:ext uri="{FF2B5EF4-FFF2-40B4-BE49-F238E27FC236}">
                  <a16:creationId xmlns:a16="http://schemas.microsoft.com/office/drawing/2014/main" id="{DEC906CE-7B3C-40A2-9A6F-9F5016AA6EC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8" y="1638"/>
              <a:ext cx="149" cy="170"/>
            </a:xfrm>
            <a:custGeom>
              <a:avLst/>
              <a:gdLst>
                <a:gd name="T0" fmla="*/ 0 w 92"/>
                <a:gd name="T1" fmla="*/ 0 h 98"/>
                <a:gd name="T2" fmla="*/ 102 w 92"/>
                <a:gd name="T3" fmla="*/ 94 h 98"/>
                <a:gd name="T4" fmla="*/ 228 w 92"/>
                <a:gd name="T5" fmla="*/ 265 h 98"/>
                <a:gd name="T6" fmla="*/ 317 w 92"/>
                <a:gd name="T7" fmla="*/ 413 h 98"/>
                <a:gd name="T8" fmla="*/ 390 w 92"/>
                <a:gd name="T9" fmla="*/ 512 h 98"/>
                <a:gd name="T10" fmla="*/ 322 w 92"/>
                <a:gd name="T11" fmla="*/ 418 h 98"/>
                <a:gd name="T12" fmla="*/ 251 w 92"/>
                <a:gd name="T13" fmla="*/ 265 h 98"/>
                <a:gd name="T14" fmla="*/ 170 w 92"/>
                <a:gd name="T15" fmla="*/ 114 h 98"/>
                <a:gd name="T16" fmla="*/ 13 w 92"/>
                <a:gd name="T17" fmla="*/ 5 h 9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2" h="98">
                  <a:moveTo>
                    <a:pt x="0" y="0"/>
                  </a:moveTo>
                  <a:cubicBezTo>
                    <a:pt x="3" y="8"/>
                    <a:pt x="17" y="14"/>
                    <a:pt x="24" y="18"/>
                  </a:cubicBezTo>
                  <a:cubicBezTo>
                    <a:pt x="36" y="27"/>
                    <a:pt x="45" y="39"/>
                    <a:pt x="54" y="51"/>
                  </a:cubicBezTo>
                  <a:cubicBezTo>
                    <a:pt x="62" y="60"/>
                    <a:pt x="67" y="71"/>
                    <a:pt x="75" y="79"/>
                  </a:cubicBezTo>
                  <a:cubicBezTo>
                    <a:pt x="80" y="86"/>
                    <a:pt x="87" y="91"/>
                    <a:pt x="92" y="98"/>
                  </a:cubicBezTo>
                  <a:cubicBezTo>
                    <a:pt x="86" y="95"/>
                    <a:pt x="80" y="86"/>
                    <a:pt x="76" y="80"/>
                  </a:cubicBezTo>
                  <a:cubicBezTo>
                    <a:pt x="69" y="71"/>
                    <a:pt x="65" y="61"/>
                    <a:pt x="59" y="51"/>
                  </a:cubicBezTo>
                  <a:cubicBezTo>
                    <a:pt x="53" y="41"/>
                    <a:pt x="48" y="31"/>
                    <a:pt x="40" y="22"/>
                  </a:cubicBezTo>
                  <a:cubicBezTo>
                    <a:pt x="31" y="11"/>
                    <a:pt x="17" y="5"/>
                    <a:pt x="3" y="1"/>
                  </a:cubicBezTo>
                </a:path>
              </a:pathLst>
            </a:custGeom>
            <a:solidFill>
              <a:srgbClr val="E5F1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036" name="Freeform 966">
              <a:extLst>
                <a:ext uri="{FF2B5EF4-FFF2-40B4-BE49-F238E27FC236}">
                  <a16:creationId xmlns:a16="http://schemas.microsoft.com/office/drawing/2014/main" id="{9D4CC631-48BF-4AFC-91FF-6FB370B3D3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1" y="1575"/>
              <a:ext cx="60" cy="28"/>
            </a:xfrm>
            <a:custGeom>
              <a:avLst/>
              <a:gdLst>
                <a:gd name="T0" fmla="*/ 50 w 37"/>
                <a:gd name="T1" fmla="*/ 86 h 16"/>
                <a:gd name="T2" fmla="*/ 47 w 37"/>
                <a:gd name="T3" fmla="*/ 28 h 16"/>
                <a:gd name="T4" fmla="*/ 157 w 37"/>
                <a:gd name="T5" fmla="*/ 65 h 16"/>
                <a:gd name="T6" fmla="*/ 34 w 37"/>
                <a:gd name="T7" fmla="*/ 0 h 16"/>
                <a:gd name="T8" fmla="*/ 5 w 37"/>
                <a:gd name="T9" fmla="*/ 21 h 16"/>
                <a:gd name="T10" fmla="*/ 39 w 37"/>
                <a:gd name="T11" fmla="*/ 86 h 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7" h="16">
                  <a:moveTo>
                    <a:pt x="12" y="16"/>
                  </a:moveTo>
                  <a:cubicBezTo>
                    <a:pt x="6" y="12"/>
                    <a:pt x="2" y="6"/>
                    <a:pt x="11" y="5"/>
                  </a:cubicBezTo>
                  <a:cubicBezTo>
                    <a:pt x="20" y="4"/>
                    <a:pt x="29" y="12"/>
                    <a:pt x="37" y="12"/>
                  </a:cubicBezTo>
                  <a:cubicBezTo>
                    <a:pt x="28" y="9"/>
                    <a:pt x="18" y="0"/>
                    <a:pt x="8" y="0"/>
                  </a:cubicBezTo>
                  <a:cubicBezTo>
                    <a:pt x="4" y="0"/>
                    <a:pt x="1" y="0"/>
                    <a:pt x="1" y="4"/>
                  </a:cubicBezTo>
                  <a:cubicBezTo>
                    <a:pt x="0" y="10"/>
                    <a:pt x="7" y="12"/>
                    <a:pt x="9" y="16"/>
                  </a:cubicBezTo>
                </a:path>
              </a:pathLst>
            </a:custGeom>
            <a:solidFill>
              <a:srgbClr val="E9F3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037" name="Freeform 967">
              <a:extLst>
                <a:ext uri="{FF2B5EF4-FFF2-40B4-BE49-F238E27FC236}">
                  <a16:creationId xmlns:a16="http://schemas.microsoft.com/office/drawing/2014/main" id="{D3ED693C-AB8D-4BF9-8DB5-8A38ECC8160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3" y="1617"/>
              <a:ext cx="59" cy="36"/>
            </a:xfrm>
            <a:custGeom>
              <a:avLst/>
              <a:gdLst>
                <a:gd name="T0" fmla="*/ 102 w 36"/>
                <a:gd name="T1" fmla="*/ 98 h 21"/>
                <a:gd name="T2" fmla="*/ 70 w 36"/>
                <a:gd name="T3" fmla="*/ 36 h 21"/>
                <a:gd name="T4" fmla="*/ 159 w 36"/>
                <a:gd name="T5" fmla="*/ 65 h 21"/>
                <a:gd name="T6" fmla="*/ 49 w 36"/>
                <a:gd name="T7" fmla="*/ 15 h 21"/>
                <a:gd name="T8" fmla="*/ 89 w 36"/>
                <a:gd name="T9" fmla="*/ 106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21">
                  <a:moveTo>
                    <a:pt x="23" y="19"/>
                  </a:moveTo>
                  <a:cubicBezTo>
                    <a:pt x="19" y="17"/>
                    <a:pt x="10" y="10"/>
                    <a:pt x="16" y="7"/>
                  </a:cubicBezTo>
                  <a:cubicBezTo>
                    <a:pt x="21" y="5"/>
                    <a:pt x="31" y="12"/>
                    <a:pt x="36" y="13"/>
                  </a:cubicBezTo>
                  <a:cubicBezTo>
                    <a:pt x="28" y="13"/>
                    <a:pt x="21" y="0"/>
                    <a:pt x="11" y="3"/>
                  </a:cubicBezTo>
                  <a:cubicBezTo>
                    <a:pt x="0" y="7"/>
                    <a:pt x="19" y="17"/>
                    <a:pt x="20" y="21"/>
                  </a:cubicBezTo>
                </a:path>
              </a:pathLst>
            </a:custGeom>
            <a:solidFill>
              <a:srgbClr val="E9F3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038" name="Freeform 968">
              <a:extLst>
                <a:ext uri="{FF2B5EF4-FFF2-40B4-BE49-F238E27FC236}">
                  <a16:creationId xmlns:a16="http://schemas.microsoft.com/office/drawing/2014/main" id="{96A1275F-3D41-4060-8297-5D924C11F78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6" y="1189"/>
              <a:ext cx="89" cy="201"/>
            </a:xfrm>
            <a:custGeom>
              <a:avLst/>
              <a:gdLst>
                <a:gd name="T0" fmla="*/ 0 w 55"/>
                <a:gd name="T1" fmla="*/ 589 h 116"/>
                <a:gd name="T2" fmla="*/ 89 w 55"/>
                <a:gd name="T3" fmla="*/ 208 h 116"/>
                <a:gd name="T4" fmla="*/ 233 w 55"/>
                <a:gd name="T5" fmla="*/ 0 h 116"/>
                <a:gd name="T6" fmla="*/ 157 w 55"/>
                <a:gd name="T7" fmla="*/ 147 h 116"/>
                <a:gd name="T8" fmla="*/ 97 w 55"/>
                <a:gd name="T9" fmla="*/ 303 h 116"/>
                <a:gd name="T10" fmla="*/ 8 w 55"/>
                <a:gd name="T11" fmla="*/ 603 h 1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5" h="116">
                  <a:moveTo>
                    <a:pt x="0" y="113"/>
                  </a:moveTo>
                  <a:cubicBezTo>
                    <a:pt x="16" y="96"/>
                    <a:pt x="10" y="61"/>
                    <a:pt x="21" y="40"/>
                  </a:cubicBezTo>
                  <a:cubicBezTo>
                    <a:pt x="28" y="27"/>
                    <a:pt x="43" y="5"/>
                    <a:pt x="55" y="0"/>
                  </a:cubicBezTo>
                  <a:cubicBezTo>
                    <a:pt x="47" y="3"/>
                    <a:pt x="41" y="20"/>
                    <a:pt x="37" y="28"/>
                  </a:cubicBezTo>
                  <a:cubicBezTo>
                    <a:pt x="32" y="38"/>
                    <a:pt x="27" y="47"/>
                    <a:pt x="23" y="58"/>
                  </a:cubicBezTo>
                  <a:cubicBezTo>
                    <a:pt x="15" y="78"/>
                    <a:pt x="13" y="97"/>
                    <a:pt x="2" y="116"/>
                  </a:cubicBezTo>
                </a:path>
              </a:pathLst>
            </a:custGeom>
            <a:solidFill>
              <a:srgbClr val="E5F1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3039" name="Freeform 969">
              <a:extLst>
                <a:ext uri="{FF2B5EF4-FFF2-40B4-BE49-F238E27FC236}">
                  <a16:creationId xmlns:a16="http://schemas.microsoft.com/office/drawing/2014/main" id="{2E23DCB1-332D-43C5-AAD6-05A67B2458D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1" y="1201"/>
              <a:ext cx="98" cy="197"/>
            </a:xfrm>
            <a:custGeom>
              <a:avLst/>
              <a:gdLst>
                <a:gd name="T0" fmla="*/ 256 w 60"/>
                <a:gd name="T1" fmla="*/ 588 h 114"/>
                <a:gd name="T2" fmla="*/ 136 w 60"/>
                <a:gd name="T3" fmla="*/ 213 h 114"/>
                <a:gd name="T4" fmla="*/ 0 w 60"/>
                <a:gd name="T5" fmla="*/ 0 h 114"/>
                <a:gd name="T6" fmla="*/ 105 w 60"/>
                <a:gd name="T7" fmla="*/ 135 h 114"/>
                <a:gd name="T8" fmla="*/ 193 w 60"/>
                <a:gd name="T9" fmla="*/ 242 h 114"/>
                <a:gd name="T10" fmla="*/ 261 w 60"/>
                <a:gd name="T11" fmla="*/ 574 h 1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0" h="114">
                  <a:moveTo>
                    <a:pt x="59" y="114"/>
                  </a:moveTo>
                  <a:cubicBezTo>
                    <a:pt x="50" y="88"/>
                    <a:pt x="47" y="64"/>
                    <a:pt x="31" y="41"/>
                  </a:cubicBezTo>
                  <a:cubicBezTo>
                    <a:pt x="22" y="28"/>
                    <a:pt x="11" y="11"/>
                    <a:pt x="0" y="0"/>
                  </a:cubicBezTo>
                  <a:cubicBezTo>
                    <a:pt x="8" y="8"/>
                    <a:pt x="15" y="18"/>
                    <a:pt x="24" y="26"/>
                  </a:cubicBezTo>
                  <a:cubicBezTo>
                    <a:pt x="31" y="33"/>
                    <a:pt x="38" y="39"/>
                    <a:pt x="44" y="47"/>
                  </a:cubicBezTo>
                  <a:cubicBezTo>
                    <a:pt x="55" y="66"/>
                    <a:pt x="53" y="95"/>
                    <a:pt x="60" y="111"/>
                  </a:cubicBezTo>
                </a:path>
              </a:pathLst>
            </a:custGeom>
            <a:solidFill>
              <a:srgbClr val="E5F1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</p:grpSp>
    </p:spTree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 1">
            <a:extLst>
              <a:ext uri="{FF2B5EF4-FFF2-40B4-BE49-F238E27FC236}">
                <a16:creationId xmlns:a16="http://schemas.microsoft.com/office/drawing/2014/main" id="{048BC67E-7B0A-450F-9938-16E28CDAE32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Old ladies</a:t>
            </a:r>
          </a:p>
        </p:txBody>
      </p:sp>
      <p:pic>
        <p:nvPicPr>
          <p:cNvPr id="4" name="Image 3">
            <a:extLst>
              <a:ext uri="{FF2B5EF4-FFF2-40B4-BE49-F238E27FC236}">
                <a16:creationId xmlns:a16="http://schemas.microsoft.com/office/drawing/2014/main" id="{80BFF965-40ED-48A2-80CF-F855FAF104B1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440032" y="2237330"/>
            <a:ext cx="883847" cy="3529292"/>
          </a:xfrm>
          <a:prstGeom prst="rect">
            <a:avLst/>
          </a:prstGeom>
        </p:spPr>
      </p:pic>
      <p:pic>
        <p:nvPicPr>
          <p:cNvPr id="6" name="Image 5" descr="Une image contenant personne&#10;&#10;Description générée automatiquement">
            <a:extLst>
              <a:ext uri="{FF2B5EF4-FFF2-40B4-BE49-F238E27FC236}">
                <a16:creationId xmlns:a16="http://schemas.microsoft.com/office/drawing/2014/main" id="{4FCF0607-5D17-48EF-A854-84558DC6D8BC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328248" y="1700808"/>
            <a:ext cx="1645784" cy="3760921"/>
          </a:xfrm>
          <a:prstGeom prst="rect">
            <a:avLst/>
          </a:prstGeom>
        </p:spPr>
      </p:pic>
      <p:pic>
        <p:nvPicPr>
          <p:cNvPr id="8" name="Image 7">
            <a:extLst>
              <a:ext uri="{FF2B5EF4-FFF2-40B4-BE49-F238E27FC236}">
                <a16:creationId xmlns:a16="http://schemas.microsoft.com/office/drawing/2014/main" id="{DA83E351-1041-4D3A-AEBC-CD4059EB16B6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376411" y="1950842"/>
            <a:ext cx="871656" cy="4102269"/>
          </a:xfrm>
          <a:prstGeom prst="rect">
            <a:avLst/>
          </a:prstGeom>
        </p:spPr>
      </p:pic>
      <p:pic>
        <p:nvPicPr>
          <p:cNvPr id="10" name="Image 9" descr="Une image contenant intérieur&#10;&#10;Description générée automatiquement">
            <a:extLst>
              <a:ext uri="{FF2B5EF4-FFF2-40B4-BE49-F238E27FC236}">
                <a16:creationId xmlns:a16="http://schemas.microsoft.com/office/drawing/2014/main" id="{DAF88927-AA9D-457C-9DB4-FC8FF5C16D5B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295800" y="1447056"/>
            <a:ext cx="792414" cy="385235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765644860"/>
      </p:ext>
    </p:extLst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674" name="Rectangle 2">
            <a:extLst>
              <a:ext uri="{FF2B5EF4-FFF2-40B4-BE49-F238E27FC236}">
                <a16:creationId xmlns:a16="http://schemas.microsoft.com/office/drawing/2014/main" id="{678036D6-182F-4594-A0BA-0C5659E21C05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Pregnant woman</a:t>
            </a:r>
          </a:p>
        </p:txBody>
      </p:sp>
      <p:sp>
        <p:nvSpPr>
          <p:cNvPr id="44034" name="Freeform 3">
            <a:extLst>
              <a:ext uri="{FF2B5EF4-FFF2-40B4-BE49-F238E27FC236}">
                <a16:creationId xmlns:a16="http://schemas.microsoft.com/office/drawing/2014/main" id="{5BBDFDFF-9C66-44B5-A191-FFBD7B698BAA}"/>
              </a:ext>
            </a:extLst>
          </p:cNvPr>
          <p:cNvSpPr>
            <a:spLocks/>
          </p:cNvSpPr>
          <p:nvPr/>
        </p:nvSpPr>
        <p:spPr bwMode="auto">
          <a:xfrm>
            <a:off x="9166225" y="1444625"/>
            <a:ext cx="9525" cy="4763"/>
          </a:xfrm>
          <a:custGeom>
            <a:avLst/>
            <a:gdLst>
              <a:gd name="T0" fmla="*/ 2147483646 w 6"/>
              <a:gd name="T1" fmla="*/ 2147483646 h 3"/>
              <a:gd name="T2" fmla="*/ 0 w 6"/>
              <a:gd name="T3" fmla="*/ 0 h 3"/>
              <a:gd name="T4" fmla="*/ 0 w 6"/>
              <a:gd name="T5" fmla="*/ 2147483646 h 3"/>
              <a:gd name="T6" fmla="*/ 2147483646 w 6"/>
              <a:gd name="T7" fmla="*/ 2147483646 h 3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6" h="3">
                <a:moveTo>
                  <a:pt x="6" y="3"/>
                </a:moveTo>
                <a:lnTo>
                  <a:pt x="0" y="0"/>
                </a:lnTo>
                <a:lnTo>
                  <a:pt x="0" y="3"/>
                </a:lnTo>
                <a:lnTo>
                  <a:pt x="6" y="3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fr-FR"/>
          </a:p>
        </p:txBody>
      </p:sp>
      <p:sp>
        <p:nvSpPr>
          <p:cNvPr id="44035" name="Freeform 4">
            <a:extLst>
              <a:ext uri="{FF2B5EF4-FFF2-40B4-BE49-F238E27FC236}">
                <a16:creationId xmlns:a16="http://schemas.microsoft.com/office/drawing/2014/main" id="{D9AF60CB-5F2F-41B1-9001-0936696FB5DC}"/>
              </a:ext>
            </a:extLst>
          </p:cNvPr>
          <p:cNvSpPr>
            <a:spLocks/>
          </p:cNvSpPr>
          <p:nvPr/>
        </p:nvSpPr>
        <p:spPr bwMode="auto">
          <a:xfrm>
            <a:off x="7397750" y="1571625"/>
            <a:ext cx="12700" cy="4763"/>
          </a:xfrm>
          <a:custGeom>
            <a:avLst/>
            <a:gdLst>
              <a:gd name="T0" fmla="*/ 2147483646 w 8"/>
              <a:gd name="T1" fmla="*/ 0 h 3"/>
              <a:gd name="T2" fmla="*/ 0 w 8"/>
              <a:gd name="T3" fmla="*/ 2147483646 h 3"/>
              <a:gd name="T4" fmla="*/ 0 w 8"/>
              <a:gd name="T5" fmla="*/ 2147483646 h 3"/>
              <a:gd name="T6" fmla="*/ 2147483646 w 8"/>
              <a:gd name="T7" fmla="*/ 0 h 3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8" h="3">
                <a:moveTo>
                  <a:pt x="8" y="0"/>
                </a:moveTo>
                <a:lnTo>
                  <a:pt x="0" y="2"/>
                </a:lnTo>
                <a:lnTo>
                  <a:pt x="0" y="3"/>
                </a:lnTo>
                <a:lnTo>
                  <a:pt x="8" y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fr-FR"/>
          </a:p>
        </p:txBody>
      </p:sp>
      <p:grpSp>
        <p:nvGrpSpPr>
          <p:cNvPr id="44036" name="pregnant-woman-side-profile">
            <a:extLst>
              <a:ext uri="{FF2B5EF4-FFF2-40B4-BE49-F238E27FC236}">
                <a16:creationId xmlns:a16="http://schemas.microsoft.com/office/drawing/2014/main" id="{AF3568F4-4792-48F5-BE62-F1918BB96C62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6781800" y="1355725"/>
            <a:ext cx="1263650" cy="4953000"/>
            <a:chOff x="1215" y="360"/>
            <a:chExt cx="691" cy="2709"/>
          </a:xfrm>
        </p:grpSpPr>
        <p:sp>
          <p:nvSpPr>
            <p:cNvPr id="44204" name="AutoShape 190">
              <a:extLst>
                <a:ext uri="{FF2B5EF4-FFF2-40B4-BE49-F238E27FC236}">
                  <a16:creationId xmlns:a16="http://schemas.microsoft.com/office/drawing/2014/main" id="{A06289BF-0E54-4945-AF17-94D1343C3EA2}"/>
                </a:ext>
              </a:extLst>
            </p:cNvPr>
            <p:cNvSpPr>
              <a:spLocks noChangeAspect="1" noChangeArrowheads="1" noTextEdit="1"/>
            </p:cNvSpPr>
            <p:nvPr/>
          </p:nvSpPr>
          <p:spPr bwMode="auto">
            <a:xfrm>
              <a:off x="1215" y="360"/>
              <a:ext cx="691" cy="270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4205" name="Freeform 192">
              <a:extLst>
                <a:ext uri="{FF2B5EF4-FFF2-40B4-BE49-F238E27FC236}">
                  <a16:creationId xmlns:a16="http://schemas.microsoft.com/office/drawing/2014/main" id="{E8B5CCDF-28BD-4168-95CD-52D1749E0C4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8" y="343"/>
              <a:ext cx="613" cy="2709"/>
            </a:xfrm>
            <a:custGeom>
              <a:avLst/>
              <a:gdLst>
                <a:gd name="T0" fmla="*/ 160 w 955"/>
                <a:gd name="T1" fmla="*/ 77 h 4233"/>
                <a:gd name="T2" fmla="*/ 169 w 955"/>
                <a:gd name="T3" fmla="*/ 103 h 4233"/>
                <a:gd name="T4" fmla="*/ 174 w 955"/>
                <a:gd name="T5" fmla="*/ 116 h 4233"/>
                <a:gd name="T6" fmla="*/ 163 w 955"/>
                <a:gd name="T7" fmla="*/ 132 h 4233"/>
                <a:gd name="T8" fmla="*/ 159 w 955"/>
                <a:gd name="T9" fmla="*/ 144 h 4233"/>
                <a:gd name="T10" fmla="*/ 155 w 955"/>
                <a:gd name="T11" fmla="*/ 161 h 4233"/>
                <a:gd name="T12" fmla="*/ 124 w 955"/>
                <a:gd name="T13" fmla="*/ 169 h 4233"/>
                <a:gd name="T14" fmla="*/ 114 w 955"/>
                <a:gd name="T15" fmla="*/ 205 h 4233"/>
                <a:gd name="T16" fmla="*/ 125 w 955"/>
                <a:gd name="T17" fmla="*/ 225 h 4233"/>
                <a:gd name="T18" fmla="*/ 191 w 955"/>
                <a:gd name="T19" fmla="*/ 279 h 4233"/>
                <a:gd name="T20" fmla="*/ 219 w 955"/>
                <a:gd name="T21" fmla="*/ 309 h 4233"/>
                <a:gd name="T22" fmla="*/ 192 w 955"/>
                <a:gd name="T23" fmla="*/ 341 h 4233"/>
                <a:gd name="T24" fmla="*/ 245 w 955"/>
                <a:gd name="T25" fmla="*/ 460 h 4233"/>
                <a:gd name="T26" fmla="*/ 147 w 955"/>
                <a:gd name="T27" fmla="*/ 577 h 4233"/>
                <a:gd name="T28" fmla="*/ 117 w 955"/>
                <a:gd name="T29" fmla="*/ 786 h 4233"/>
                <a:gd name="T30" fmla="*/ 114 w 955"/>
                <a:gd name="T31" fmla="*/ 814 h 4233"/>
                <a:gd name="T32" fmla="*/ 90 w 955"/>
                <a:gd name="T33" fmla="*/ 931 h 4233"/>
                <a:gd name="T34" fmla="*/ 127 w 955"/>
                <a:gd name="T35" fmla="*/ 1038 h 4233"/>
                <a:gd name="T36" fmla="*/ 158 w 955"/>
                <a:gd name="T37" fmla="*/ 1048 h 4233"/>
                <a:gd name="T38" fmla="*/ 181 w 955"/>
                <a:gd name="T39" fmla="*/ 1054 h 4233"/>
                <a:gd name="T40" fmla="*/ 163 w 955"/>
                <a:gd name="T41" fmla="*/ 1067 h 4233"/>
                <a:gd name="T42" fmla="*/ 153 w 955"/>
                <a:gd name="T43" fmla="*/ 1066 h 4233"/>
                <a:gd name="T44" fmla="*/ 130 w 955"/>
                <a:gd name="T45" fmla="*/ 1067 h 4233"/>
                <a:gd name="T46" fmla="*/ 131 w 955"/>
                <a:gd name="T47" fmla="*/ 1071 h 4233"/>
                <a:gd name="T48" fmla="*/ 156 w 955"/>
                <a:gd name="T49" fmla="*/ 1082 h 4233"/>
                <a:gd name="T50" fmla="*/ 168 w 955"/>
                <a:gd name="T51" fmla="*/ 1085 h 4233"/>
                <a:gd name="T52" fmla="*/ 166 w 955"/>
                <a:gd name="T53" fmla="*/ 1097 h 4233"/>
                <a:gd name="T54" fmla="*/ 158 w 955"/>
                <a:gd name="T55" fmla="*/ 1103 h 4233"/>
                <a:gd name="T56" fmla="*/ 149 w 955"/>
                <a:gd name="T57" fmla="*/ 1107 h 4233"/>
                <a:gd name="T58" fmla="*/ 138 w 955"/>
                <a:gd name="T59" fmla="*/ 1108 h 4233"/>
                <a:gd name="T60" fmla="*/ 124 w 955"/>
                <a:gd name="T61" fmla="*/ 1105 h 4233"/>
                <a:gd name="T62" fmla="*/ 111 w 955"/>
                <a:gd name="T63" fmla="*/ 1107 h 4233"/>
                <a:gd name="T64" fmla="*/ 89 w 955"/>
                <a:gd name="T65" fmla="*/ 1105 h 4233"/>
                <a:gd name="T66" fmla="*/ 22 w 955"/>
                <a:gd name="T67" fmla="*/ 1082 h 4233"/>
                <a:gd name="T68" fmla="*/ 30 w 955"/>
                <a:gd name="T69" fmla="*/ 1019 h 4233"/>
                <a:gd name="T70" fmla="*/ 31 w 955"/>
                <a:gd name="T71" fmla="*/ 846 h 4233"/>
                <a:gd name="T72" fmla="*/ 39 w 955"/>
                <a:gd name="T73" fmla="*/ 799 h 4233"/>
                <a:gd name="T74" fmla="*/ 31 w 955"/>
                <a:gd name="T75" fmla="*/ 664 h 4233"/>
                <a:gd name="T76" fmla="*/ 3 w 955"/>
                <a:gd name="T77" fmla="*/ 547 h 4233"/>
                <a:gd name="T78" fmla="*/ 52 w 955"/>
                <a:gd name="T79" fmla="*/ 456 h 4233"/>
                <a:gd name="T80" fmla="*/ 36 w 955"/>
                <a:gd name="T81" fmla="*/ 403 h 4233"/>
                <a:gd name="T82" fmla="*/ 28 w 955"/>
                <a:gd name="T83" fmla="*/ 298 h 4233"/>
                <a:gd name="T84" fmla="*/ 31 w 955"/>
                <a:gd name="T85" fmla="*/ 200 h 4233"/>
                <a:gd name="T86" fmla="*/ 55 w 955"/>
                <a:gd name="T87" fmla="*/ 140 h 4233"/>
                <a:gd name="T88" fmla="*/ 141 w 955"/>
                <a:gd name="T89" fmla="*/ 35 h 4233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955"/>
                <a:gd name="T136" fmla="*/ 0 h 4233"/>
                <a:gd name="T137" fmla="*/ 955 w 955"/>
                <a:gd name="T138" fmla="*/ 4233 h 4233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955" h="4233">
                  <a:moveTo>
                    <a:pt x="533" y="131"/>
                  </a:moveTo>
                  <a:cubicBezTo>
                    <a:pt x="533" y="131"/>
                    <a:pt x="594" y="176"/>
                    <a:pt x="607" y="295"/>
                  </a:cubicBezTo>
                  <a:cubicBezTo>
                    <a:pt x="611" y="326"/>
                    <a:pt x="605" y="340"/>
                    <a:pt x="614" y="353"/>
                  </a:cubicBezTo>
                  <a:cubicBezTo>
                    <a:pt x="623" y="366"/>
                    <a:pt x="637" y="385"/>
                    <a:pt x="642" y="393"/>
                  </a:cubicBezTo>
                  <a:cubicBezTo>
                    <a:pt x="647" y="401"/>
                    <a:pt x="655" y="415"/>
                    <a:pt x="662" y="420"/>
                  </a:cubicBezTo>
                  <a:cubicBezTo>
                    <a:pt x="668" y="425"/>
                    <a:pt x="663" y="438"/>
                    <a:pt x="658" y="443"/>
                  </a:cubicBezTo>
                  <a:cubicBezTo>
                    <a:pt x="654" y="448"/>
                    <a:pt x="646" y="457"/>
                    <a:pt x="622" y="470"/>
                  </a:cubicBezTo>
                  <a:cubicBezTo>
                    <a:pt x="620" y="471"/>
                    <a:pt x="604" y="479"/>
                    <a:pt x="616" y="505"/>
                  </a:cubicBezTo>
                  <a:cubicBezTo>
                    <a:pt x="616" y="505"/>
                    <a:pt x="624" y="516"/>
                    <a:pt x="604" y="526"/>
                  </a:cubicBezTo>
                  <a:cubicBezTo>
                    <a:pt x="604" y="526"/>
                    <a:pt x="608" y="544"/>
                    <a:pt x="602" y="548"/>
                  </a:cubicBezTo>
                  <a:cubicBezTo>
                    <a:pt x="597" y="553"/>
                    <a:pt x="588" y="562"/>
                    <a:pt x="588" y="565"/>
                  </a:cubicBezTo>
                  <a:cubicBezTo>
                    <a:pt x="588" y="568"/>
                    <a:pt x="591" y="603"/>
                    <a:pt x="585" y="615"/>
                  </a:cubicBezTo>
                  <a:cubicBezTo>
                    <a:pt x="581" y="625"/>
                    <a:pt x="579" y="638"/>
                    <a:pt x="545" y="643"/>
                  </a:cubicBezTo>
                  <a:cubicBezTo>
                    <a:pt x="511" y="647"/>
                    <a:pt x="473" y="642"/>
                    <a:pt x="469" y="645"/>
                  </a:cubicBezTo>
                  <a:cubicBezTo>
                    <a:pt x="465" y="649"/>
                    <a:pt x="436" y="663"/>
                    <a:pt x="420" y="751"/>
                  </a:cubicBezTo>
                  <a:cubicBezTo>
                    <a:pt x="419" y="760"/>
                    <a:pt x="422" y="769"/>
                    <a:pt x="429" y="781"/>
                  </a:cubicBezTo>
                  <a:cubicBezTo>
                    <a:pt x="437" y="792"/>
                    <a:pt x="449" y="808"/>
                    <a:pt x="453" y="822"/>
                  </a:cubicBezTo>
                  <a:cubicBezTo>
                    <a:pt x="457" y="836"/>
                    <a:pt x="460" y="842"/>
                    <a:pt x="474" y="856"/>
                  </a:cubicBezTo>
                  <a:cubicBezTo>
                    <a:pt x="488" y="871"/>
                    <a:pt x="546" y="933"/>
                    <a:pt x="558" y="943"/>
                  </a:cubicBezTo>
                  <a:cubicBezTo>
                    <a:pt x="599" y="977"/>
                    <a:pt x="690" y="1043"/>
                    <a:pt x="725" y="1065"/>
                  </a:cubicBezTo>
                  <a:cubicBezTo>
                    <a:pt x="759" y="1086"/>
                    <a:pt x="791" y="1103"/>
                    <a:pt x="809" y="1139"/>
                  </a:cubicBezTo>
                  <a:cubicBezTo>
                    <a:pt x="826" y="1176"/>
                    <a:pt x="829" y="1162"/>
                    <a:pt x="829" y="1179"/>
                  </a:cubicBezTo>
                  <a:cubicBezTo>
                    <a:pt x="829" y="1197"/>
                    <a:pt x="822" y="1195"/>
                    <a:pt x="819" y="1209"/>
                  </a:cubicBezTo>
                  <a:cubicBezTo>
                    <a:pt x="815" y="1224"/>
                    <a:pt x="797" y="1289"/>
                    <a:pt x="726" y="1301"/>
                  </a:cubicBezTo>
                  <a:cubicBezTo>
                    <a:pt x="726" y="1301"/>
                    <a:pt x="713" y="1311"/>
                    <a:pt x="719" y="1319"/>
                  </a:cubicBezTo>
                  <a:cubicBezTo>
                    <a:pt x="725" y="1327"/>
                    <a:pt x="955" y="1522"/>
                    <a:pt x="927" y="1754"/>
                  </a:cubicBezTo>
                  <a:cubicBezTo>
                    <a:pt x="899" y="1986"/>
                    <a:pt x="820" y="2053"/>
                    <a:pt x="641" y="2130"/>
                  </a:cubicBezTo>
                  <a:cubicBezTo>
                    <a:pt x="617" y="2141"/>
                    <a:pt x="560" y="2149"/>
                    <a:pt x="555" y="2203"/>
                  </a:cubicBezTo>
                  <a:cubicBezTo>
                    <a:pt x="549" y="2258"/>
                    <a:pt x="588" y="2478"/>
                    <a:pt x="480" y="2847"/>
                  </a:cubicBezTo>
                  <a:cubicBezTo>
                    <a:pt x="464" y="2902"/>
                    <a:pt x="442" y="2974"/>
                    <a:pt x="444" y="2998"/>
                  </a:cubicBezTo>
                  <a:cubicBezTo>
                    <a:pt x="445" y="3022"/>
                    <a:pt x="445" y="3030"/>
                    <a:pt x="440" y="3039"/>
                  </a:cubicBezTo>
                  <a:cubicBezTo>
                    <a:pt x="436" y="3047"/>
                    <a:pt x="438" y="3080"/>
                    <a:pt x="429" y="3106"/>
                  </a:cubicBezTo>
                  <a:cubicBezTo>
                    <a:pt x="420" y="3131"/>
                    <a:pt x="382" y="3200"/>
                    <a:pt x="376" y="3263"/>
                  </a:cubicBezTo>
                  <a:cubicBezTo>
                    <a:pt x="369" y="3326"/>
                    <a:pt x="345" y="3515"/>
                    <a:pt x="339" y="3553"/>
                  </a:cubicBezTo>
                  <a:cubicBezTo>
                    <a:pt x="333" y="3591"/>
                    <a:pt x="301" y="3861"/>
                    <a:pt x="371" y="3901"/>
                  </a:cubicBezTo>
                  <a:cubicBezTo>
                    <a:pt x="441" y="3941"/>
                    <a:pt x="456" y="3944"/>
                    <a:pt x="481" y="3960"/>
                  </a:cubicBezTo>
                  <a:cubicBezTo>
                    <a:pt x="506" y="3975"/>
                    <a:pt x="533" y="3988"/>
                    <a:pt x="554" y="3991"/>
                  </a:cubicBezTo>
                  <a:cubicBezTo>
                    <a:pt x="574" y="3994"/>
                    <a:pt x="587" y="3993"/>
                    <a:pt x="596" y="3999"/>
                  </a:cubicBezTo>
                  <a:cubicBezTo>
                    <a:pt x="606" y="4006"/>
                    <a:pt x="615" y="4016"/>
                    <a:pt x="627" y="4019"/>
                  </a:cubicBezTo>
                  <a:cubicBezTo>
                    <a:pt x="639" y="4022"/>
                    <a:pt x="684" y="4021"/>
                    <a:pt x="684" y="4021"/>
                  </a:cubicBezTo>
                  <a:cubicBezTo>
                    <a:pt x="684" y="4021"/>
                    <a:pt x="700" y="4039"/>
                    <a:pt x="683" y="4059"/>
                  </a:cubicBezTo>
                  <a:cubicBezTo>
                    <a:pt x="666" y="4079"/>
                    <a:pt x="627" y="4079"/>
                    <a:pt x="617" y="4074"/>
                  </a:cubicBezTo>
                  <a:cubicBezTo>
                    <a:pt x="608" y="4068"/>
                    <a:pt x="609" y="4066"/>
                    <a:pt x="603" y="4066"/>
                  </a:cubicBezTo>
                  <a:cubicBezTo>
                    <a:pt x="596" y="4066"/>
                    <a:pt x="579" y="4067"/>
                    <a:pt x="579" y="4067"/>
                  </a:cubicBezTo>
                  <a:cubicBezTo>
                    <a:pt x="579" y="4067"/>
                    <a:pt x="569" y="4079"/>
                    <a:pt x="545" y="4079"/>
                  </a:cubicBezTo>
                  <a:cubicBezTo>
                    <a:pt x="521" y="4080"/>
                    <a:pt x="502" y="4078"/>
                    <a:pt x="494" y="4074"/>
                  </a:cubicBezTo>
                  <a:cubicBezTo>
                    <a:pt x="486" y="4071"/>
                    <a:pt x="475" y="4068"/>
                    <a:pt x="457" y="4068"/>
                  </a:cubicBezTo>
                  <a:cubicBezTo>
                    <a:pt x="457" y="4068"/>
                    <a:pt x="486" y="4079"/>
                    <a:pt x="496" y="4087"/>
                  </a:cubicBezTo>
                  <a:cubicBezTo>
                    <a:pt x="506" y="4094"/>
                    <a:pt x="545" y="4113"/>
                    <a:pt x="559" y="4118"/>
                  </a:cubicBezTo>
                  <a:cubicBezTo>
                    <a:pt x="573" y="4123"/>
                    <a:pt x="583" y="4127"/>
                    <a:pt x="589" y="4129"/>
                  </a:cubicBezTo>
                  <a:cubicBezTo>
                    <a:pt x="595" y="4130"/>
                    <a:pt x="605" y="4134"/>
                    <a:pt x="605" y="4137"/>
                  </a:cubicBezTo>
                  <a:cubicBezTo>
                    <a:pt x="636" y="4140"/>
                    <a:pt x="636" y="4140"/>
                    <a:pt x="636" y="4140"/>
                  </a:cubicBezTo>
                  <a:cubicBezTo>
                    <a:pt x="636" y="4140"/>
                    <a:pt x="638" y="4145"/>
                    <a:pt x="637" y="4147"/>
                  </a:cubicBezTo>
                  <a:cubicBezTo>
                    <a:pt x="637" y="4150"/>
                    <a:pt x="645" y="4172"/>
                    <a:pt x="628" y="4185"/>
                  </a:cubicBezTo>
                  <a:cubicBezTo>
                    <a:pt x="616" y="4194"/>
                    <a:pt x="608" y="4191"/>
                    <a:pt x="608" y="4191"/>
                  </a:cubicBezTo>
                  <a:cubicBezTo>
                    <a:pt x="608" y="4191"/>
                    <a:pt x="605" y="4202"/>
                    <a:pt x="598" y="4207"/>
                  </a:cubicBezTo>
                  <a:cubicBezTo>
                    <a:pt x="591" y="4212"/>
                    <a:pt x="577" y="4207"/>
                    <a:pt x="577" y="4207"/>
                  </a:cubicBezTo>
                  <a:cubicBezTo>
                    <a:pt x="577" y="4207"/>
                    <a:pt x="573" y="4221"/>
                    <a:pt x="564" y="4223"/>
                  </a:cubicBezTo>
                  <a:cubicBezTo>
                    <a:pt x="556" y="4226"/>
                    <a:pt x="534" y="4218"/>
                    <a:pt x="534" y="4218"/>
                  </a:cubicBezTo>
                  <a:cubicBezTo>
                    <a:pt x="534" y="4218"/>
                    <a:pt x="531" y="4227"/>
                    <a:pt x="522" y="4230"/>
                  </a:cubicBezTo>
                  <a:cubicBezTo>
                    <a:pt x="514" y="4233"/>
                    <a:pt x="492" y="4233"/>
                    <a:pt x="487" y="4227"/>
                  </a:cubicBezTo>
                  <a:cubicBezTo>
                    <a:pt x="482" y="4222"/>
                    <a:pt x="469" y="4215"/>
                    <a:pt x="469" y="4215"/>
                  </a:cubicBezTo>
                  <a:cubicBezTo>
                    <a:pt x="469" y="4215"/>
                    <a:pt x="468" y="4233"/>
                    <a:pt x="456" y="4233"/>
                  </a:cubicBezTo>
                  <a:cubicBezTo>
                    <a:pt x="443" y="4233"/>
                    <a:pt x="420" y="4224"/>
                    <a:pt x="420" y="4224"/>
                  </a:cubicBezTo>
                  <a:cubicBezTo>
                    <a:pt x="420" y="4224"/>
                    <a:pt x="412" y="4220"/>
                    <a:pt x="407" y="4222"/>
                  </a:cubicBezTo>
                  <a:cubicBezTo>
                    <a:pt x="402" y="4224"/>
                    <a:pt x="367" y="4231"/>
                    <a:pt x="338" y="4216"/>
                  </a:cubicBezTo>
                  <a:cubicBezTo>
                    <a:pt x="310" y="4201"/>
                    <a:pt x="289" y="4189"/>
                    <a:pt x="243" y="4184"/>
                  </a:cubicBezTo>
                  <a:cubicBezTo>
                    <a:pt x="197" y="4180"/>
                    <a:pt x="105" y="4174"/>
                    <a:pt x="84" y="4126"/>
                  </a:cubicBezTo>
                  <a:cubicBezTo>
                    <a:pt x="63" y="4078"/>
                    <a:pt x="78" y="4040"/>
                    <a:pt x="88" y="3997"/>
                  </a:cubicBezTo>
                  <a:cubicBezTo>
                    <a:pt x="98" y="3954"/>
                    <a:pt x="110" y="3929"/>
                    <a:pt x="112" y="3886"/>
                  </a:cubicBezTo>
                  <a:cubicBezTo>
                    <a:pt x="114" y="3844"/>
                    <a:pt x="96" y="3637"/>
                    <a:pt x="87" y="3566"/>
                  </a:cubicBezTo>
                  <a:cubicBezTo>
                    <a:pt x="77" y="3495"/>
                    <a:pt x="89" y="3313"/>
                    <a:pt x="119" y="3229"/>
                  </a:cubicBezTo>
                  <a:cubicBezTo>
                    <a:pt x="148" y="3145"/>
                    <a:pt x="141" y="3144"/>
                    <a:pt x="141" y="3119"/>
                  </a:cubicBezTo>
                  <a:cubicBezTo>
                    <a:pt x="140" y="3095"/>
                    <a:pt x="143" y="3061"/>
                    <a:pt x="147" y="3048"/>
                  </a:cubicBezTo>
                  <a:cubicBezTo>
                    <a:pt x="150" y="3036"/>
                    <a:pt x="148" y="2930"/>
                    <a:pt x="135" y="2872"/>
                  </a:cubicBezTo>
                  <a:cubicBezTo>
                    <a:pt x="123" y="2814"/>
                    <a:pt x="105" y="2670"/>
                    <a:pt x="117" y="2533"/>
                  </a:cubicBezTo>
                  <a:cubicBezTo>
                    <a:pt x="121" y="2488"/>
                    <a:pt x="131" y="2405"/>
                    <a:pt x="105" y="2367"/>
                  </a:cubicBezTo>
                  <a:cubicBezTo>
                    <a:pt x="80" y="2330"/>
                    <a:pt x="0" y="2223"/>
                    <a:pt x="12" y="2085"/>
                  </a:cubicBezTo>
                  <a:cubicBezTo>
                    <a:pt x="24" y="1946"/>
                    <a:pt x="72" y="1871"/>
                    <a:pt x="113" y="1826"/>
                  </a:cubicBezTo>
                  <a:cubicBezTo>
                    <a:pt x="155" y="1781"/>
                    <a:pt x="195" y="1755"/>
                    <a:pt x="197" y="1741"/>
                  </a:cubicBezTo>
                  <a:cubicBezTo>
                    <a:pt x="197" y="1741"/>
                    <a:pt x="163" y="1656"/>
                    <a:pt x="156" y="1623"/>
                  </a:cubicBezTo>
                  <a:cubicBezTo>
                    <a:pt x="150" y="1589"/>
                    <a:pt x="139" y="1568"/>
                    <a:pt x="137" y="1539"/>
                  </a:cubicBezTo>
                  <a:cubicBezTo>
                    <a:pt x="135" y="1511"/>
                    <a:pt x="137" y="1435"/>
                    <a:pt x="129" y="1392"/>
                  </a:cubicBezTo>
                  <a:cubicBezTo>
                    <a:pt x="121" y="1349"/>
                    <a:pt x="108" y="1156"/>
                    <a:pt x="108" y="1136"/>
                  </a:cubicBezTo>
                  <a:cubicBezTo>
                    <a:pt x="108" y="1136"/>
                    <a:pt x="67" y="1054"/>
                    <a:pt x="76" y="931"/>
                  </a:cubicBezTo>
                  <a:cubicBezTo>
                    <a:pt x="86" y="807"/>
                    <a:pt x="102" y="778"/>
                    <a:pt x="119" y="762"/>
                  </a:cubicBezTo>
                  <a:cubicBezTo>
                    <a:pt x="137" y="746"/>
                    <a:pt x="184" y="692"/>
                    <a:pt x="193" y="658"/>
                  </a:cubicBezTo>
                  <a:cubicBezTo>
                    <a:pt x="203" y="625"/>
                    <a:pt x="212" y="584"/>
                    <a:pt x="205" y="535"/>
                  </a:cubicBezTo>
                  <a:cubicBezTo>
                    <a:pt x="197" y="487"/>
                    <a:pt x="139" y="342"/>
                    <a:pt x="164" y="285"/>
                  </a:cubicBezTo>
                  <a:cubicBezTo>
                    <a:pt x="189" y="228"/>
                    <a:pt x="303" y="0"/>
                    <a:pt x="533" y="131"/>
                  </a:cubicBezTo>
                  <a:close/>
                </a:path>
              </a:pathLst>
            </a:custGeom>
            <a:solidFill>
              <a:srgbClr val="F8F3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4206" name="Freeform 193">
              <a:extLst>
                <a:ext uri="{FF2B5EF4-FFF2-40B4-BE49-F238E27FC236}">
                  <a16:creationId xmlns:a16="http://schemas.microsoft.com/office/drawing/2014/main" id="{7E05AF68-B994-4CF3-8AC9-4E8BF7EAD15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88" y="474"/>
              <a:ext cx="365" cy="2576"/>
            </a:xfrm>
            <a:custGeom>
              <a:avLst/>
              <a:gdLst>
                <a:gd name="T0" fmla="*/ 50 w 570"/>
                <a:gd name="T1" fmla="*/ 424 h 4026"/>
                <a:gd name="T2" fmla="*/ 51 w 570"/>
                <a:gd name="T3" fmla="*/ 371 h 4026"/>
                <a:gd name="T4" fmla="*/ 44 w 570"/>
                <a:gd name="T5" fmla="*/ 311 h 4026"/>
                <a:gd name="T6" fmla="*/ 27 w 570"/>
                <a:gd name="T7" fmla="*/ 188 h 4026"/>
                <a:gd name="T8" fmla="*/ 71 w 570"/>
                <a:gd name="T9" fmla="*/ 118 h 4026"/>
                <a:gd name="T10" fmla="*/ 56 w 570"/>
                <a:gd name="T11" fmla="*/ 37 h 4026"/>
                <a:gd name="T12" fmla="*/ 43 w 570"/>
                <a:gd name="T13" fmla="*/ 20 h 4026"/>
                <a:gd name="T14" fmla="*/ 51 w 570"/>
                <a:gd name="T15" fmla="*/ 118 h 4026"/>
                <a:gd name="T16" fmla="*/ 20 w 570"/>
                <a:gd name="T17" fmla="*/ 189 h 4026"/>
                <a:gd name="T18" fmla="*/ 34 w 570"/>
                <a:gd name="T19" fmla="*/ 310 h 4026"/>
                <a:gd name="T20" fmla="*/ 41 w 570"/>
                <a:gd name="T21" fmla="*/ 371 h 4026"/>
                <a:gd name="T22" fmla="*/ 29 w 570"/>
                <a:gd name="T23" fmla="*/ 424 h 4026"/>
                <a:gd name="T24" fmla="*/ 28 w 570"/>
                <a:gd name="T25" fmla="*/ 566 h 4026"/>
                <a:gd name="T26" fmla="*/ 35 w 570"/>
                <a:gd name="T27" fmla="*/ 698 h 4026"/>
                <a:gd name="T28" fmla="*/ 37 w 570"/>
                <a:gd name="T29" fmla="*/ 763 h 4026"/>
                <a:gd name="T30" fmla="*/ 23 w 570"/>
                <a:gd name="T31" fmla="*/ 880 h 4026"/>
                <a:gd name="T32" fmla="*/ 23 w 570"/>
                <a:gd name="T33" fmla="*/ 993 h 4026"/>
                <a:gd name="T34" fmla="*/ 64 w 570"/>
                <a:gd name="T35" fmla="*/ 1042 h 4026"/>
                <a:gd name="T36" fmla="*/ 107 w 570"/>
                <a:gd name="T37" fmla="*/ 1052 h 4026"/>
                <a:gd name="T38" fmla="*/ 120 w 570"/>
                <a:gd name="T39" fmla="*/ 1054 h 4026"/>
                <a:gd name="T40" fmla="*/ 109 w 570"/>
                <a:gd name="T41" fmla="*/ 1050 h 4026"/>
                <a:gd name="T42" fmla="*/ 33 w 570"/>
                <a:gd name="T43" fmla="*/ 1027 h 4026"/>
                <a:gd name="T44" fmla="*/ 34 w 570"/>
                <a:gd name="T45" fmla="*/ 964 h 4026"/>
                <a:gd name="T46" fmla="*/ 40 w 570"/>
                <a:gd name="T47" fmla="*/ 796 h 4026"/>
                <a:gd name="T48" fmla="*/ 59 w 570"/>
                <a:gd name="T49" fmla="*/ 744 h 4026"/>
                <a:gd name="T50" fmla="*/ 51 w 570"/>
                <a:gd name="T51" fmla="*/ 609 h 4026"/>
                <a:gd name="T52" fmla="*/ 15 w 570"/>
                <a:gd name="T53" fmla="*/ 494 h 4026"/>
                <a:gd name="T54" fmla="*/ 49 w 570"/>
                <a:gd name="T55" fmla="*/ 429 h 4026"/>
                <a:gd name="T56" fmla="*/ 80 w 570"/>
                <a:gd name="T57" fmla="*/ 475 h 4026"/>
                <a:gd name="T58" fmla="*/ 77 w 570"/>
                <a:gd name="T59" fmla="*/ 468 h 4026"/>
                <a:gd name="T60" fmla="*/ 58 w 570"/>
                <a:gd name="T61" fmla="*/ 431 h 4026"/>
                <a:gd name="T62" fmla="*/ 147 w 570"/>
                <a:gd name="T63" fmla="*/ 1014 h 4026"/>
                <a:gd name="T64" fmla="*/ 141 w 570"/>
                <a:gd name="T65" fmla="*/ 1011 h 4026"/>
                <a:gd name="T66" fmla="*/ 127 w 570"/>
                <a:gd name="T67" fmla="*/ 1052 h 4026"/>
                <a:gd name="T68" fmla="*/ 128 w 570"/>
                <a:gd name="T69" fmla="*/ 1053 h 4026"/>
                <a:gd name="T70" fmla="*/ 131 w 570"/>
                <a:gd name="T71" fmla="*/ 1052 h 4026"/>
                <a:gd name="T72" fmla="*/ 143 w 570"/>
                <a:gd name="T73" fmla="*/ 1051 h 4026"/>
                <a:gd name="T74" fmla="*/ 143 w 570"/>
                <a:gd name="T75" fmla="*/ 1050 h 402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570"/>
                <a:gd name="T115" fmla="*/ 0 h 4026"/>
                <a:gd name="T116" fmla="*/ 570 w 570"/>
                <a:gd name="T117" fmla="*/ 4026 h 402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570" h="4026">
                  <a:moveTo>
                    <a:pt x="165" y="1652"/>
                  </a:moveTo>
                  <a:cubicBezTo>
                    <a:pt x="174" y="1639"/>
                    <a:pt x="183" y="1629"/>
                    <a:pt x="191" y="1619"/>
                  </a:cubicBezTo>
                  <a:cubicBezTo>
                    <a:pt x="233" y="1574"/>
                    <a:pt x="241" y="1556"/>
                    <a:pt x="243" y="1541"/>
                  </a:cubicBezTo>
                  <a:cubicBezTo>
                    <a:pt x="243" y="1541"/>
                    <a:pt x="198" y="1451"/>
                    <a:pt x="192" y="1417"/>
                  </a:cubicBezTo>
                  <a:cubicBezTo>
                    <a:pt x="186" y="1384"/>
                    <a:pt x="172" y="1336"/>
                    <a:pt x="170" y="1307"/>
                  </a:cubicBezTo>
                  <a:cubicBezTo>
                    <a:pt x="169" y="1278"/>
                    <a:pt x="174" y="1231"/>
                    <a:pt x="168" y="1187"/>
                  </a:cubicBezTo>
                  <a:cubicBezTo>
                    <a:pt x="145" y="1007"/>
                    <a:pt x="186" y="949"/>
                    <a:pt x="186" y="929"/>
                  </a:cubicBezTo>
                  <a:cubicBezTo>
                    <a:pt x="186" y="929"/>
                    <a:pt x="91" y="841"/>
                    <a:pt x="101" y="717"/>
                  </a:cubicBezTo>
                  <a:cubicBezTo>
                    <a:pt x="110" y="594"/>
                    <a:pt x="143" y="555"/>
                    <a:pt x="161" y="539"/>
                  </a:cubicBezTo>
                  <a:cubicBezTo>
                    <a:pt x="179" y="523"/>
                    <a:pt x="262" y="485"/>
                    <a:pt x="271" y="451"/>
                  </a:cubicBezTo>
                  <a:cubicBezTo>
                    <a:pt x="281" y="418"/>
                    <a:pt x="210" y="436"/>
                    <a:pt x="226" y="390"/>
                  </a:cubicBezTo>
                  <a:cubicBezTo>
                    <a:pt x="263" y="283"/>
                    <a:pt x="191" y="199"/>
                    <a:pt x="216" y="142"/>
                  </a:cubicBezTo>
                  <a:cubicBezTo>
                    <a:pt x="233" y="101"/>
                    <a:pt x="287" y="82"/>
                    <a:pt x="345" y="124"/>
                  </a:cubicBezTo>
                  <a:cubicBezTo>
                    <a:pt x="299" y="0"/>
                    <a:pt x="186" y="29"/>
                    <a:pt x="164" y="78"/>
                  </a:cubicBezTo>
                  <a:cubicBezTo>
                    <a:pt x="139" y="135"/>
                    <a:pt x="197" y="280"/>
                    <a:pt x="205" y="328"/>
                  </a:cubicBezTo>
                  <a:cubicBezTo>
                    <a:pt x="212" y="377"/>
                    <a:pt x="203" y="418"/>
                    <a:pt x="193" y="451"/>
                  </a:cubicBezTo>
                  <a:cubicBezTo>
                    <a:pt x="184" y="485"/>
                    <a:pt x="137" y="539"/>
                    <a:pt x="119" y="555"/>
                  </a:cubicBezTo>
                  <a:cubicBezTo>
                    <a:pt x="102" y="571"/>
                    <a:pt x="86" y="600"/>
                    <a:pt x="76" y="724"/>
                  </a:cubicBezTo>
                  <a:cubicBezTo>
                    <a:pt x="67" y="847"/>
                    <a:pt x="108" y="929"/>
                    <a:pt x="108" y="929"/>
                  </a:cubicBezTo>
                  <a:cubicBezTo>
                    <a:pt x="108" y="949"/>
                    <a:pt x="121" y="1142"/>
                    <a:pt x="129" y="1185"/>
                  </a:cubicBezTo>
                  <a:cubicBezTo>
                    <a:pt x="137" y="1228"/>
                    <a:pt x="135" y="1304"/>
                    <a:pt x="137" y="1332"/>
                  </a:cubicBezTo>
                  <a:cubicBezTo>
                    <a:pt x="139" y="1361"/>
                    <a:pt x="150" y="1382"/>
                    <a:pt x="156" y="1416"/>
                  </a:cubicBezTo>
                  <a:cubicBezTo>
                    <a:pt x="163" y="1449"/>
                    <a:pt x="197" y="1534"/>
                    <a:pt x="197" y="1534"/>
                  </a:cubicBezTo>
                  <a:cubicBezTo>
                    <a:pt x="195" y="1548"/>
                    <a:pt x="155" y="1574"/>
                    <a:pt x="113" y="1619"/>
                  </a:cubicBezTo>
                  <a:cubicBezTo>
                    <a:pt x="72" y="1664"/>
                    <a:pt x="24" y="1739"/>
                    <a:pt x="12" y="1878"/>
                  </a:cubicBezTo>
                  <a:cubicBezTo>
                    <a:pt x="0" y="2016"/>
                    <a:pt x="80" y="2123"/>
                    <a:pt x="105" y="2160"/>
                  </a:cubicBezTo>
                  <a:cubicBezTo>
                    <a:pt x="131" y="2198"/>
                    <a:pt x="121" y="2281"/>
                    <a:pt x="117" y="2326"/>
                  </a:cubicBezTo>
                  <a:cubicBezTo>
                    <a:pt x="105" y="2463"/>
                    <a:pt x="123" y="2607"/>
                    <a:pt x="135" y="2665"/>
                  </a:cubicBezTo>
                  <a:cubicBezTo>
                    <a:pt x="148" y="2723"/>
                    <a:pt x="150" y="2829"/>
                    <a:pt x="147" y="2841"/>
                  </a:cubicBezTo>
                  <a:cubicBezTo>
                    <a:pt x="143" y="2854"/>
                    <a:pt x="140" y="2888"/>
                    <a:pt x="141" y="2912"/>
                  </a:cubicBezTo>
                  <a:cubicBezTo>
                    <a:pt x="141" y="2937"/>
                    <a:pt x="148" y="2938"/>
                    <a:pt x="119" y="3022"/>
                  </a:cubicBezTo>
                  <a:cubicBezTo>
                    <a:pt x="89" y="3106"/>
                    <a:pt x="77" y="3288"/>
                    <a:pt x="87" y="3359"/>
                  </a:cubicBezTo>
                  <a:cubicBezTo>
                    <a:pt x="96" y="3430"/>
                    <a:pt x="114" y="3637"/>
                    <a:pt x="112" y="3679"/>
                  </a:cubicBezTo>
                  <a:cubicBezTo>
                    <a:pt x="110" y="3722"/>
                    <a:pt x="98" y="3747"/>
                    <a:pt x="88" y="3790"/>
                  </a:cubicBezTo>
                  <a:cubicBezTo>
                    <a:pt x="78" y="3833"/>
                    <a:pt x="63" y="3871"/>
                    <a:pt x="84" y="3919"/>
                  </a:cubicBezTo>
                  <a:cubicBezTo>
                    <a:pt x="105" y="3967"/>
                    <a:pt x="197" y="3973"/>
                    <a:pt x="243" y="3977"/>
                  </a:cubicBezTo>
                  <a:cubicBezTo>
                    <a:pt x="289" y="3982"/>
                    <a:pt x="310" y="3994"/>
                    <a:pt x="338" y="4009"/>
                  </a:cubicBezTo>
                  <a:cubicBezTo>
                    <a:pt x="367" y="4024"/>
                    <a:pt x="402" y="4017"/>
                    <a:pt x="407" y="4015"/>
                  </a:cubicBezTo>
                  <a:cubicBezTo>
                    <a:pt x="412" y="4013"/>
                    <a:pt x="420" y="4017"/>
                    <a:pt x="420" y="4017"/>
                  </a:cubicBezTo>
                  <a:cubicBezTo>
                    <a:pt x="420" y="4017"/>
                    <a:pt x="443" y="4026"/>
                    <a:pt x="456" y="4026"/>
                  </a:cubicBezTo>
                  <a:cubicBezTo>
                    <a:pt x="461" y="4026"/>
                    <a:pt x="465" y="4022"/>
                    <a:pt x="466" y="4018"/>
                  </a:cubicBezTo>
                  <a:cubicBezTo>
                    <a:pt x="452" y="4019"/>
                    <a:pt x="433" y="4018"/>
                    <a:pt x="416" y="4009"/>
                  </a:cubicBezTo>
                  <a:cubicBezTo>
                    <a:pt x="388" y="3994"/>
                    <a:pt x="367" y="3982"/>
                    <a:pt x="321" y="3977"/>
                  </a:cubicBezTo>
                  <a:cubicBezTo>
                    <a:pt x="275" y="3973"/>
                    <a:pt x="145" y="3967"/>
                    <a:pt x="124" y="3919"/>
                  </a:cubicBezTo>
                  <a:cubicBezTo>
                    <a:pt x="103" y="3871"/>
                    <a:pt x="106" y="3836"/>
                    <a:pt x="116" y="3793"/>
                  </a:cubicBezTo>
                  <a:cubicBezTo>
                    <a:pt x="126" y="3750"/>
                    <a:pt x="128" y="3724"/>
                    <a:pt x="130" y="3682"/>
                  </a:cubicBezTo>
                  <a:cubicBezTo>
                    <a:pt x="132" y="3639"/>
                    <a:pt x="143" y="3445"/>
                    <a:pt x="133" y="3374"/>
                  </a:cubicBezTo>
                  <a:cubicBezTo>
                    <a:pt x="124" y="3304"/>
                    <a:pt x="124" y="3122"/>
                    <a:pt x="154" y="3038"/>
                  </a:cubicBezTo>
                  <a:cubicBezTo>
                    <a:pt x="183" y="2954"/>
                    <a:pt x="219" y="2937"/>
                    <a:pt x="219" y="2912"/>
                  </a:cubicBezTo>
                  <a:cubicBezTo>
                    <a:pt x="218" y="2888"/>
                    <a:pt x="221" y="2854"/>
                    <a:pt x="225" y="2841"/>
                  </a:cubicBezTo>
                  <a:cubicBezTo>
                    <a:pt x="228" y="2829"/>
                    <a:pt x="226" y="2723"/>
                    <a:pt x="213" y="2665"/>
                  </a:cubicBezTo>
                  <a:cubicBezTo>
                    <a:pt x="201" y="2607"/>
                    <a:pt x="183" y="2463"/>
                    <a:pt x="195" y="2326"/>
                  </a:cubicBezTo>
                  <a:cubicBezTo>
                    <a:pt x="199" y="2281"/>
                    <a:pt x="209" y="2198"/>
                    <a:pt x="183" y="2160"/>
                  </a:cubicBezTo>
                  <a:cubicBezTo>
                    <a:pt x="158" y="2123"/>
                    <a:pt x="47" y="2023"/>
                    <a:pt x="59" y="1885"/>
                  </a:cubicBezTo>
                  <a:cubicBezTo>
                    <a:pt x="65" y="1819"/>
                    <a:pt x="76" y="1753"/>
                    <a:pt x="107" y="1694"/>
                  </a:cubicBezTo>
                  <a:cubicBezTo>
                    <a:pt x="117" y="1675"/>
                    <a:pt x="158" y="1632"/>
                    <a:pt x="185" y="1638"/>
                  </a:cubicBezTo>
                  <a:cubicBezTo>
                    <a:pt x="216" y="1646"/>
                    <a:pt x="243" y="1689"/>
                    <a:pt x="257" y="1714"/>
                  </a:cubicBezTo>
                  <a:cubicBezTo>
                    <a:pt x="275" y="1746"/>
                    <a:pt x="290" y="1781"/>
                    <a:pt x="304" y="1814"/>
                  </a:cubicBezTo>
                  <a:cubicBezTo>
                    <a:pt x="319" y="1849"/>
                    <a:pt x="338" y="1882"/>
                    <a:pt x="355" y="1916"/>
                  </a:cubicBezTo>
                  <a:cubicBezTo>
                    <a:pt x="326" y="1888"/>
                    <a:pt x="310" y="1826"/>
                    <a:pt x="295" y="1788"/>
                  </a:cubicBezTo>
                  <a:cubicBezTo>
                    <a:pt x="285" y="1763"/>
                    <a:pt x="274" y="1736"/>
                    <a:pt x="263" y="1711"/>
                  </a:cubicBezTo>
                  <a:cubicBezTo>
                    <a:pt x="253" y="1687"/>
                    <a:pt x="234" y="1669"/>
                    <a:pt x="222" y="1646"/>
                  </a:cubicBezTo>
                  <a:cubicBezTo>
                    <a:pt x="211" y="1624"/>
                    <a:pt x="208" y="1586"/>
                    <a:pt x="192" y="1569"/>
                  </a:cubicBezTo>
                  <a:moveTo>
                    <a:pt x="558" y="3871"/>
                  </a:moveTo>
                  <a:cubicBezTo>
                    <a:pt x="563" y="3870"/>
                    <a:pt x="567" y="3868"/>
                    <a:pt x="570" y="3866"/>
                  </a:cubicBezTo>
                  <a:cubicBezTo>
                    <a:pt x="562" y="3863"/>
                    <a:pt x="552" y="3861"/>
                    <a:pt x="535" y="3861"/>
                  </a:cubicBezTo>
                  <a:cubicBezTo>
                    <a:pt x="535" y="3861"/>
                    <a:pt x="547" y="3865"/>
                    <a:pt x="558" y="3871"/>
                  </a:cubicBezTo>
                  <a:close/>
                  <a:moveTo>
                    <a:pt x="485" y="4015"/>
                  </a:moveTo>
                  <a:cubicBezTo>
                    <a:pt x="485" y="4015"/>
                    <a:pt x="483" y="4016"/>
                    <a:pt x="482" y="4016"/>
                  </a:cubicBezTo>
                  <a:cubicBezTo>
                    <a:pt x="484" y="4018"/>
                    <a:pt x="486" y="4019"/>
                    <a:pt x="487" y="4020"/>
                  </a:cubicBezTo>
                  <a:cubicBezTo>
                    <a:pt x="492" y="4025"/>
                    <a:pt x="511" y="4026"/>
                    <a:pt x="520" y="4024"/>
                  </a:cubicBezTo>
                  <a:cubicBezTo>
                    <a:pt x="509" y="4021"/>
                    <a:pt x="498" y="4017"/>
                    <a:pt x="498" y="4017"/>
                  </a:cubicBezTo>
                  <a:cubicBezTo>
                    <a:pt x="498" y="4017"/>
                    <a:pt x="490" y="4013"/>
                    <a:pt x="485" y="4015"/>
                  </a:cubicBezTo>
                  <a:close/>
                  <a:moveTo>
                    <a:pt x="546" y="4014"/>
                  </a:moveTo>
                  <a:cubicBezTo>
                    <a:pt x="551" y="4016"/>
                    <a:pt x="557" y="4017"/>
                    <a:pt x="561" y="4017"/>
                  </a:cubicBezTo>
                  <a:cubicBezTo>
                    <a:pt x="555" y="4012"/>
                    <a:pt x="547" y="4008"/>
                    <a:pt x="547" y="4008"/>
                  </a:cubicBezTo>
                  <a:cubicBezTo>
                    <a:pt x="547" y="4008"/>
                    <a:pt x="547" y="4011"/>
                    <a:pt x="546" y="4014"/>
                  </a:cubicBezTo>
                  <a:close/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4207" name="Freeform 194">
              <a:extLst>
                <a:ext uri="{FF2B5EF4-FFF2-40B4-BE49-F238E27FC236}">
                  <a16:creationId xmlns:a16="http://schemas.microsoft.com/office/drawing/2014/main" id="{9584F4C0-A0DE-421A-9A0E-300CA1015D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8" y="343"/>
              <a:ext cx="613" cy="2709"/>
            </a:xfrm>
            <a:custGeom>
              <a:avLst/>
              <a:gdLst>
                <a:gd name="T0" fmla="*/ 160 w 955"/>
                <a:gd name="T1" fmla="*/ 77 h 4233"/>
                <a:gd name="T2" fmla="*/ 169 w 955"/>
                <a:gd name="T3" fmla="*/ 103 h 4233"/>
                <a:gd name="T4" fmla="*/ 174 w 955"/>
                <a:gd name="T5" fmla="*/ 116 h 4233"/>
                <a:gd name="T6" fmla="*/ 163 w 955"/>
                <a:gd name="T7" fmla="*/ 132 h 4233"/>
                <a:gd name="T8" fmla="*/ 159 w 955"/>
                <a:gd name="T9" fmla="*/ 144 h 4233"/>
                <a:gd name="T10" fmla="*/ 155 w 955"/>
                <a:gd name="T11" fmla="*/ 161 h 4233"/>
                <a:gd name="T12" fmla="*/ 124 w 955"/>
                <a:gd name="T13" fmla="*/ 169 h 4233"/>
                <a:gd name="T14" fmla="*/ 114 w 955"/>
                <a:gd name="T15" fmla="*/ 205 h 4233"/>
                <a:gd name="T16" fmla="*/ 125 w 955"/>
                <a:gd name="T17" fmla="*/ 225 h 4233"/>
                <a:gd name="T18" fmla="*/ 191 w 955"/>
                <a:gd name="T19" fmla="*/ 279 h 4233"/>
                <a:gd name="T20" fmla="*/ 219 w 955"/>
                <a:gd name="T21" fmla="*/ 309 h 4233"/>
                <a:gd name="T22" fmla="*/ 192 w 955"/>
                <a:gd name="T23" fmla="*/ 341 h 4233"/>
                <a:gd name="T24" fmla="*/ 245 w 955"/>
                <a:gd name="T25" fmla="*/ 460 h 4233"/>
                <a:gd name="T26" fmla="*/ 147 w 955"/>
                <a:gd name="T27" fmla="*/ 577 h 4233"/>
                <a:gd name="T28" fmla="*/ 117 w 955"/>
                <a:gd name="T29" fmla="*/ 786 h 4233"/>
                <a:gd name="T30" fmla="*/ 114 w 955"/>
                <a:gd name="T31" fmla="*/ 814 h 4233"/>
                <a:gd name="T32" fmla="*/ 90 w 955"/>
                <a:gd name="T33" fmla="*/ 931 h 4233"/>
                <a:gd name="T34" fmla="*/ 127 w 955"/>
                <a:gd name="T35" fmla="*/ 1038 h 4233"/>
                <a:gd name="T36" fmla="*/ 158 w 955"/>
                <a:gd name="T37" fmla="*/ 1048 h 4233"/>
                <a:gd name="T38" fmla="*/ 181 w 955"/>
                <a:gd name="T39" fmla="*/ 1054 h 4233"/>
                <a:gd name="T40" fmla="*/ 163 w 955"/>
                <a:gd name="T41" fmla="*/ 1067 h 4233"/>
                <a:gd name="T42" fmla="*/ 153 w 955"/>
                <a:gd name="T43" fmla="*/ 1066 h 4233"/>
                <a:gd name="T44" fmla="*/ 130 w 955"/>
                <a:gd name="T45" fmla="*/ 1067 h 4233"/>
                <a:gd name="T46" fmla="*/ 131 w 955"/>
                <a:gd name="T47" fmla="*/ 1071 h 4233"/>
                <a:gd name="T48" fmla="*/ 156 w 955"/>
                <a:gd name="T49" fmla="*/ 1082 h 4233"/>
                <a:gd name="T50" fmla="*/ 168 w 955"/>
                <a:gd name="T51" fmla="*/ 1085 h 4233"/>
                <a:gd name="T52" fmla="*/ 166 w 955"/>
                <a:gd name="T53" fmla="*/ 1097 h 4233"/>
                <a:gd name="T54" fmla="*/ 158 w 955"/>
                <a:gd name="T55" fmla="*/ 1103 h 4233"/>
                <a:gd name="T56" fmla="*/ 149 w 955"/>
                <a:gd name="T57" fmla="*/ 1107 h 4233"/>
                <a:gd name="T58" fmla="*/ 138 w 955"/>
                <a:gd name="T59" fmla="*/ 1108 h 4233"/>
                <a:gd name="T60" fmla="*/ 124 w 955"/>
                <a:gd name="T61" fmla="*/ 1105 h 4233"/>
                <a:gd name="T62" fmla="*/ 111 w 955"/>
                <a:gd name="T63" fmla="*/ 1107 h 4233"/>
                <a:gd name="T64" fmla="*/ 89 w 955"/>
                <a:gd name="T65" fmla="*/ 1105 h 4233"/>
                <a:gd name="T66" fmla="*/ 22 w 955"/>
                <a:gd name="T67" fmla="*/ 1082 h 4233"/>
                <a:gd name="T68" fmla="*/ 30 w 955"/>
                <a:gd name="T69" fmla="*/ 1019 h 4233"/>
                <a:gd name="T70" fmla="*/ 31 w 955"/>
                <a:gd name="T71" fmla="*/ 846 h 4233"/>
                <a:gd name="T72" fmla="*/ 39 w 955"/>
                <a:gd name="T73" fmla="*/ 799 h 4233"/>
                <a:gd name="T74" fmla="*/ 31 w 955"/>
                <a:gd name="T75" fmla="*/ 664 h 4233"/>
                <a:gd name="T76" fmla="*/ 3 w 955"/>
                <a:gd name="T77" fmla="*/ 547 h 4233"/>
                <a:gd name="T78" fmla="*/ 52 w 955"/>
                <a:gd name="T79" fmla="*/ 456 h 4233"/>
                <a:gd name="T80" fmla="*/ 36 w 955"/>
                <a:gd name="T81" fmla="*/ 403 h 4233"/>
                <a:gd name="T82" fmla="*/ 28 w 955"/>
                <a:gd name="T83" fmla="*/ 298 h 4233"/>
                <a:gd name="T84" fmla="*/ 31 w 955"/>
                <a:gd name="T85" fmla="*/ 200 h 4233"/>
                <a:gd name="T86" fmla="*/ 55 w 955"/>
                <a:gd name="T87" fmla="*/ 140 h 4233"/>
                <a:gd name="T88" fmla="*/ 141 w 955"/>
                <a:gd name="T89" fmla="*/ 35 h 4233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955"/>
                <a:gd name="T136" fmla="*/ 0 h 4233"/>
                <a:gd name="T137" fmla="*/ 955 w 955"/>
                <a:gd name="T138" fmla="*/ 4233 h 4233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955" h="4233">
                  <a:moveTo>
                    <a:pt x="533" y="131"/>
                  </a:moveTo>
                  <a:cubicBezTo>
                    <a:pt x="533" y="131"/>
                    <a:pt x="594" y="176"/>
                    <a:pt x="607" y="295"/>
                  </a:cubicBezTo>
                  <a:cubicBezTo>
                    <a:pt x="611" y="326"/>
                    <a:pt x="605" y="340"/>
                    <a:pt x="614" y="353"/>
                  </a:cubicBezTo>
                  <a:cubicBezTo>
                    <a:pt x="623" y="366"/>
                    <a:pt x="637" y="385"/>
                    <a:pt x="642" y="393"/>
                  </a:cubicBezTo>
                  <a:cubicBezTo>
                    <a:pt x="647" y="401"/>
                    <a:pt x="655" y="415"/>
                    <a:pt x="662" y="420"/>
                  </a:cubicBezTo>
                  <a:cubicBezTo>
                    <a:pt x="668" y="425"/>
                    <a:pt x="663" y="438"/>
                    <a:pt x="658" y="443"/>
                  </a:cubicBezTo>
                  <a:cubicBezTo>
                    <a:pt x="654" y="448"/>
                    <a:pt x="646" y="457"/>
                    <a:pt x="622" y="470"/>
                  </a:cubicBezTo>
                  <a:cubicBezTo>
                    <a:pt x="620" y="471"/>
                    <a:pt x="604" y="479"/>
                    <a:pt x="616" y="505"/>
                  </a:cubicBezTo>
                  <a:cubicBezTo>
                    <a:pt x="616" y="505"/>
                    <a:pt x="624" y="516"/>
                    <a:pt x="604" y="526"/>
                  </a:cubicBezTo>
                  <a:cubicBezTo>
                    <a:pt x="604" y="526"/>
                    <a:pt x="608" y="544"/>
                    <a:pt x="602" y="548"/>
                  </a:cubicBezTo>
                  <a:cubicBezTo>
                    <a:pt x="597" y="553"/>
                    <a:pt x="588" y="562"/>
                    <a:pt x="588" y="565"/>
                  </a:cubicBezTo>
                  <a:cubicBezTo>
                    <a:pt x="588" y="568"/>
                    <a:pt x="591" y="603"/>
                    <a:pt x="585" y="615"/>
                  </a:cubicBezTo>
                  <a:cubicBezTo>
                    <a:pt x="581" y="625"/>
                    <a:pt x="579" y="638"/>
                    <a:pt x="545" y="643"/>
                  </a:cubicBezTo>
                  <a:cubicBezTo>
                    <a:pt x="511" y="647"/>
                    <a:pt x="473" y="642"/>
                    <a:pt x="469" y="645"/>
                  </a:cubicBezTo>
                  <a:cubicBezTo>
                    <a:pt x="465" y="649"/>
                    <a:pt x="436" y="663"/>
                    <a:pt x="420" y="751"/>
                  </a:cubicBezTo>
                  <a:cubicBezTo>
                    <a:pt x="419" y="760"/>
                    <a:pt x="422" y="769"/>
                    <a:pt x="429" y="781"/>
                  </a:cubicBezTo>
                  <a:cubicBezTo>
                    <a:pt x="437" y="792"/>
                    <a:pt x="449" y="808"/>
                    <a:pt x="453" y="822"/>
                  </a:cubicBezTo>
                  <a:cubicBezTo>
                    <a:pt x="457" y="836"/>
                    <a:pt x="460" y="842"/>
                    <a:pt x="474" y="856"/>
                  </a:cubicBezTo>
                  <a:cubicBezTo>
                    <a:pt x="488" y="871"/>
                    <a:pt x="546" y="933"/>
                    <a:pt x="558" y="943"/>
                  </a:cubicBezTo>
                  <a:cubicBezTo>
                    <a:pt x="599" y="977"/>
                    <a:pt x="690" y="1043"/>
                    <a:pt x="725" y="1065"/>
                  </a:cubicBezTo>
                  <a:cubicBezTo>
                    <a:pt x="759" y="1086"/>
                    <a:pt x="791" y="1103"/>
                    <a:pt x="809" y="1139"/>
                  </a:cubicBezTo>
                  <a:cubicBezTo>
                    <a:pt x="826" y="1176"/>
                    <a:pt x="829" y="1162"/>
                    <a:pt x="829" y="1179"/>
                  </a:cubicBezTo>
                  <a:cubicBezTo>
                    <a:pt x="829" y="1197"/>
                    <a:pt x="822" y="1195"/>
                    <a:pt x="819" y="1209"/>
                  </a:cubicBezTo>
                  <a:cubicBezTo>
                    <a:pt x="815" y="1224"/>
                    <a:pt x="797" y="1289"/>
                    <a:pt x="726" y="1301"/>
                  </a:cubicBezTo>
                  <a:cubicBezTo>
                    <a:pt x="726" y="1301"/>
                    <a:pt x="713" y="1311"/>
                    <a:pt x="719" y="1319"/>
                  </a:cubicBezTo>
                  <a:cubicBezTo>
                    <a:pt x="725" y="1327"/>
                    <a:pt x="955" y="1522"/>
                    <a:pt x="927" y="1754"/>
                  </a:cubicBezTo>
                  <a:cubicBezTo>
                    <a:pt x="899" y="1986"/>
                    <a:pt x="820" y="2053"/>
                    <a:pt x="641" y="2130"/>
                  </a:cubicBezTo>
                  <a:cubicBezTo>
                    <a:pt x="617" y="2141"/>
                    <a:pt x="560" y="2149"/>
                    <a:pt x="555" y="2203"/>
                  </a:cubicBezTo>
                  <a:cubicBezTo>
                    <a:pt x="549" y="2258"/>
                    <a:pt x="588" y="2478"/>
                    <a:pt x="480" y="2847"/>
                  </a:cubicBezTo>
                  <a:cubicBezTo>
                    <a:pt x="464" y="2902"/>
                    <a:pt x="442" y="2974"/>
                    <a:pt x="444" y="2998"/>
                  </a:cubicBezTo>
                  <a:cubicBezTo>
                    <a:pt x="445" y="3022"/>
                    <a:pt x="445" y="3030"/>
                    <a:pt x="440" y="3039"/>
                  </a:cubicBezTo>
                  <a:cubicBezTo>
                    <a:pt x="436" y="3047"/>
                    <a:pt x="438" y="3080"/>
                    <a:pt x="429" y="3106"/>
                  </a:cubicBezTo>
                  <a:cubicBezTo>
                    <a:pt x="420" y="3131"/>
                    <a:pt x="382" y="3200"/>
                    <a:pt x="376" y="3263"/>
                  </a:cubicBezTo>
                  <a:cubicBezTo>
                    <a:pt x="369" y="3326"/>
                    <a:pt x="345" y="3515"/>
                    <a:pt x="339" y="3553"/>
                  </a:cubicBezTo>
                  <a:cubicBezTo>
                    <a:pt x="333" y="3591"/>
                    <a:pt x="301" y="3861"/>
                    <a:pt x="371" y="3901"/>
                  </a:cubicBezTo>
                  <a:cubicBezTo>
                    <a:pt x="441" y="3941"/>
                    <a:pt x="456" y="3944"/>
                    <a:pt x="481" y="3960"/>
                  </a:cubicBezTo>
                  <a:cubicBezTo>
                    <a:pt x="506" y="3975"/>
                    <a:pt x="533" y="3988"/>
                    <a:pt x="554" y="3991"/>
                  </a:cubicBezTo>
                  <a:cubicBezTo>
                    <a:pt x="574" y="3994"/>
                    <a:pt x="587" y="3993"/>
                    <a:pt x="596" y="3999"/>
                  </a:cubicBezTo>
                  <a:cubicBezTo>
                    <a:pt x="606" y="4006"/>
                    <a:pt x="615" y="4016"/>
                    <a:pt x="627" y="4019"/>
                  </a:cubicBezTo>
                  <a:cubicBezTo>
                    <a:pt x="639" y="4022"/>
                    <a:pt x="684" y="4021"/>
                    <a:pt x="684" y="4021"/>
                  </a:cubicBezTo>
                  <a:cubicBezTo>
                    <a:pt x="684" y="4021"/>
                    <a:pt x="700" y="4039"/>
                    <a:pt x="683" y="4059"/>
                  </a:cubicBezTo>
                  <a:cubicBezTo>
                    <a:pt x="666" y="4079"/>
                    <a:pt x="627" y="4079"/>
                    <a:pt x="617" y="4074"/>
                  </a:cubicBezTo>
                  <a:cubicBezTo>
                    <a:pt x="608" y="4068"/>
                    <a:pt x="609" y="4066"/>
                    <a:pt x="603" y="4066"/>
                  </a:cubicBezTo>
                  <a:cubicBezTo>
                    <a:pt x="596" y="4066"/>
                    <a:pt x="579" y="4067"/>
                    <a:pt x="579" y="4067"/>
                  </a:cubicBezTo>
                  <a:cubicBezTo>
                    <a:pt x="579" y="4067"/>
                    <a:pt x="569" y="4079"/>
                    <a:pt x="545" y="4079"/>
                  </a:cubicBezTo>
                  <a:cubicBezTo>
                    <a:pt x="521" y="4080"/>
                    <a:pt x="502" y="4078"/>
                    <a:pt x="494" y="4074"/>
                  </a:cubicBezTo>
                  <a:cubicBezTo>
                    <a:pt x="486" y="4071"/>
                    <a:pt x="475" y="4068"/>
                    <a:pt x="457" y="4068"/>
                  </a:cubicBezTo>
                  <a:cubicBezTo>
                    <a:pt x="457" y="4068"/>
                    <a:pt x="486" y="4079"/>
                    <a:pt x="496" y="4087"/>
                  </a:cubicBezTo>
                  <a:cubicBezTo>
                    <a:pt x="506" y="4094"/>
                    <a:pt x="545" y="4113"/>
                    <a:pt x="559" y="4118"/>
                  </a:cubicBezTo>
                  <a:cubicBezTo>
                    <a:pt x="573" y="4123"/>
                    <a:pt x="583" y="4127"/>
                    <a:pt x="589" y="4129"/>
                  </a:cubicBezTo>
                  <a:cubicBezTo>
                    <a:pt x="595" y="4130"/>
                    <a:pt x="605" y="4134"/>
                    <a:pt x="605" y="4137"/>
                  </a:cubicBezTo>
                  <a:cubicBezTo>
                    <a:pt x="636" y="4140"/>
                    <a:pt x="636" y="4140"/>
                    <a:pt x="636" y="4140"/>
                  </a:cubicBezTo>
                  <a:cubicBezTo>
                    <a:pt x="636" y="4140"/>
                    <a:pt x="638" y="4145"/>
                    <a:pt x="637" y="4147"/>
                  </a:cubicBezTo>
                  <a:cubicBezTo>
                    <a:pt x="637" y="4150"/>
                    <a:pt x="645" y="4172"/>
                    <a:pt x="628" y="4185"/>
                  </a:cubicBezTo>
                  <a:cubicBezTo>
                    <a:pt x="616" y="4194"/>
                    <a:pt x="608" y="4191"/>
                    <a:pt x="608" y="4191"/>
                  </a:cubicBezTo>
                  <a:cubicBezTo>
                    <a:pt x="608" y="4191"/>
                    <a:pt x="605" y="4202"/>
                    <a:pt x="598" y="4207"/>
                  </a:cubicBezTo>
                  <a:cubicBezTo>
                    <a:pt x="591" y="4212"/>
                    <a:pt x="577" y="4207"/>
                    <a:pt x="577" y="4207"/>
                  </a:cubicBezTo>
                  <a:cubicBezTo>
                    <a:pt x="577" y="4207"/>
                    <a:pt x="573" y="4221"/>
                    <a:pt x="564" y="4224"/>
                  </a:cubicBezTo>
                  <a:cubicBezTo>
                    <a:pt x="556" y="4226"/>
                    <a:pt x="534" y="4218"/>
                    <a:pt x="534" y="4218"/>
                  </a:cubicBezTo>
                  <a:cubicBezTo>
                    <a:pt x="534" y="4218"/>
                    <a:pt x="531" y="4227"/>
                    <a:pt x="522" y="4230"/>
                  </a:cubicBezTo>
                  <a:cubicBezTo>
                    <a:pt x="514" y="4233"/>
                    <a:pt x="492" y="4233"/>
                    <a:pt x="487" y="4227"/>
                  </a:cubicBezTo>
                  <a:cubicBezTo>
                    <a:pt x="482" y="4222"/>
                    <a:pt x="469" y="4215"/>
                    <a:pt x="469" y="4215"/>
                  </a:cubicBezTo>
                  <a:cubicBezTo>
                    <a:pt x="469" y="4215"/>
                    <a:pt x="468" y="4233"/>
                    <a:pt x="456" y="4233"/>
                  </a:cubicBezTo>
                  <a:cubicBezTo>
                    <a:pt x="443" y="4233"/>
                    <a:pt x="420" y="4224"/>
                    <a:pt x="420" y="4224"/>
                  </a:cubicBezTo>
                  <a:cubicBezTo>
                    <a:pt x="420" y="4224"/>
                    <a:pt x="412" y="4220"/>
                    <a:pt x="407" y="4222"/>
                  </a:cubicBezTo>
                  <a:cubicBezTo>
                    <a:pt x="402" y="4224"/>
                    <a:pt x="367" y="4231"/>
                    <a:pt x="338" y="4216"/>
                  </a:cubicBezTo>
                  <a:cubicBezTo>
                    <a:pt x="310" y="4201"/>
                    <a:pt x="289" y="4189"/>
                    <a:pt x="243" y="4184"/>
                  </a:cubicBezTo>
                  <a:cubicBezTo>
                    <a:pt x="197" y="4180"/>
                    <a:pt x="105" y="4174"/>
                    <a:pt x="84" y="4126"/>
                  </a:cubicBezTo>
                  <a:cubicBezTo>
                    <a:pt x="63" y="4078"/>
                    <a:pt x="78" y="4040"/>
                    <a:pt x="88" y="3997"/>
                  </a:cubicBezTo>
                  <a:cubicBezTo>
                    <a:pt x="98" y="3954"/>
                    <a:pt x="110" y="3929"/>
                    <a:pt x="112" y="3886"/>
                  </a:cubicBezTo>
                  <a:cubicBezTo>
                    <a:pt x="114" y="3844"/>
                    <a:pt x="96" y="3637"/>
                    <a:pt x="87" y="3566"/>
                  </a:cubicBezTo>
                  <a:cubicBezTo>
                    <a:pt x="77" y="3495"/>
                    <a:pt x="89" y="3313"/>
                    <a:pt x="119" y="3229"/>
                  </a:cubicBezTo>
                  <a:cubicBezTo>
                    <a:pt x="148" y="3145"/>
                    <a:pt x="141" y="3144"/>
                    <a:pt x="141" y="3119"/>
                  </a:cubicBezTo>
                  <a:cubicBezTo>
                    <a:pt x="140" y="3095"/>
                    <a:pt x="143" y="3061"/>
                    <a:pt x="147" y="3048"/>
                  </a:cubicBezTo>
                  <a:cubicBezTo>
                    <a:pt x="150" y="3036"/>
                    <a:pt x="148" y="2930"/>
                    <a:pt x="135" y="2872"/>
                  </a:cubicBezTo>
                  <a:cubicBezTo>
                    <a:pt x="123" y="2814"/>
                    <a:pt x="105" y="2670"/>
                    <a:pt x="117" y="2533"/>
                  </a:cubicBezTo>
                  <a:cubicBezTo>
                    <a:pt x="121" y="2488"/>
                    <a:pt x="131" y="2405"/>
                    <a:pt x="105" y="2367"/>
                  </a:cubicBezTo>
                  <a:cubicBezTo>
                    <a:pt x="80" y="2330"/>
                    <a:pt x="0" y="2223"/>
                    <a:pt x="12" y="2085"/>
                  </a:cubicBezTo>
                  <a:cubicBezTo>
                    <a:pt x="24" y="1946"/>
                    <a:pt x="72" y="1871"/>
                    <a:pt x="113" y="1826"/>
                  </a:cubicBezTo>
                  <a:cubicBezTo>
                    <a:pt x="155" y="1781"/>
                    <a:pt x="195" y="1755"/>
                    <a:pt x="197" y="1741"/>
                  </a:cubicBezTo>
                  <a:cubicBezTo>
                    <a:pt x="197" y="1741"/>
                    <a:pt x="163" y="1656"/>
                    <a:pt x="156" y="1623"/>
                  </a:cubicBezTo>
                  <a:cubicBezTo>
                    <a:pt x="150" y="1589"/>
                    <a:pt x="139" y="1568"/>
                    <a:pt x="137" y="1539"/>
                  </a:cubicBezTo>
                  <a:cubicBezTo>
                    <a:pt x="135" y="1511"/>
                    <a:pt x="137" y="1435"/>
                    <a:pt x="129" y="1392"/>
                  </a:cubicBezTo>
                  <a:cubicBezTo>
                    <a:pt x="121" y="1349"/>
                    <a:pt x="108" y="1156"/>
                    <a:pt x="108" y="1136"/>
                  </a:cubicBezTo>
                  <a:cubicBezTo>
                    <a:pt x="108" y="1136"/>
                    <a:pt x="67" y="1054"/>
                    <a:pt x="76" y="931"/>
                  </a:cubicBezTo>
                  <a:cubicBezTo>
                    <a:pt x="86" y="807"/>
                    <a:pt x="102" y="778"/>
                    <a:pt x="119" y="762"/>
                  </a:cubicBezTo>
                  <a:cubicBezTo>
                    <a:pt x="137" y="746"/>
                    <a:pt x="184" y="692"/>
                    <a:pt x="193" y="658"/>
                  </a:cubicBezTo>
                  <a:cubicBezTo>
                    <a:pt x="203" y="625"/>
                    <a:pt x="212" y="584"/>
                    <a:pt x="205" y="535"/>
                  </a:cubicBezTo>
                  <a:cubicBezTo>
                    <a:pt x="197" y="487"/>
                    <a:pt x="139" y="342"/>
                    <a:pt x="164" y="285"/>
                  </a:cubicBezTo>
                  <a:cubicBezTo>
                    <a:pt x="189" y="228"/>
                    <a:pt x="303" y="0"/>
                    <a:pt x="533" y="131"/>
                  </a:cubicBezTo>
                  <a:close/>
                </a:path>
              </a:pathLst>
            </a:custGeom>
            <a:noFill/>
            <a:ln w="2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4208" name="Freeform 195">
              <a:extLst>
                <a:ext uri="{FF2B5EF4-FFF2-40B4-BE49-F238E27FC236}">
                  <a16:creationId xmlns:a16="http://schemas.microsoft.com/office/drawing/2014/main" id="{AEC3EAF8-DAFE-4F8E-82F0-AFF2E8B6D76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2" y="351"/>
              <a:ext cx="426" cy="428"/>
            </a:xfrm>
            <a:custGeom>
              <a:avLst/>
              <a:gdLst>
                <a:gd name="T0" fmla="*/ 174 w 664"/>
                <a:gd name="T1" fmla="*/ 33 h 669"/>
                <a:gd name="T2" fmla="*/ 155 w 664"/>
                <a:gd name="T3" fmla="*/ 40 h 669"/>
                <a:gd name="T4" fmla="*/ 150 w 664"/>
                <a:gd name="T5" fmla="*/ 46 h 669"/>
                <a:gd name="T6" fmla="*/ 144 w 664"/>
                <a:gd name="T7" fmla="*/ 58 h 669"/>
                <a:gd name="T8" fmla="*/ 135 w 664"/>
                <a:gd name="T9" fmla="*/ 84 h 669"/>
                <a:gd name="T10" fmla="*/ 117 w 664"/>
                <a:gd name="T11" fmla="*/ 79 h 669"/>
                <a:gd name="T12" fmla="*/ 99 w 664"/>
                <a:gd name="T13" fmla="*/ 75 h 669"/>
                <a:gd name="T14" fmla="*/ 89 w 664"/>
                <a:gd name="T15" fmla="*/ 78 h 669"/>
                <a:gd name="T16" fmla="*/ 87 w 664"/>
                <a:gd name="T17" fmla="*/ 83 h 669"/>
                <a:gd name="T18" fmla="*/ 83 w 664"/>
                <a:gd name="T19" fmla="*/ 90 h 669"/>
                <a:gd name="T20" fmla="*/ 87 w 664"/>
                <a:gd name="T21" fmla="*/ 118 h 669"/>
                <a:gd name="T22" fmla="*/ 87 w 664"/>
                <a:gd name="T23" fmla="*/ 138 h 669"/>
                <a:gd name="T24" fmla="*/ 53 w 664"/>
                <a:gd name="T25" fmla="*/ 116 h 669"/>
                <a:gd name="T26" fmla="*/ 49 w 664"/>
                <a:gd name="T27" fmla="*/ 87 h 669"/>
                <a:gd name="T28" fmla="*/ 49 w 664"/>
                <a:gd name="T29" fmla="*/ 65 h 669"/>
                <a:gd name="T30" fmla="*/ 47 w 664"/>
                <a:gd name="T31" fmla="*/ 65 h 669"/>
                <a:gd name="T32" fmla="*/ 41 w 664"/>
                <a:gd name="T33" fmla="*/ 86 h 669"/>
                <a:gd name="T34" fmla="*/ 46 w 664"/>
                <a:gd name="T35" fmla="*/ 119 h 669"/>
                <a:gd name="T36" fmla="*/ 43 w 664"/>
                <a:gd name="T37" fmla="*/ 116 h 669"/>
                <a:gd name="T38" fmla="*/ 40 w 664"/>
                <a:gd name="T39" fmla="*/ 136 h 669"/>
                <a:gd name="T40" fmla="*/ 30 w 664"/>
                <a:gd name="T41" fmla="*/ 166 h 669"/>
                <a:gd name="T42" fmla="*/ 30 w 664"/>
                <a:gd name="T43" fmla="*/ 144 h 669"/>
                <a:gd name="T44" fmla="*/ 24 w 664"/>
                <a:gd name="T45" fmla="*/ 158 h 669"/>
                <a:gd name="T46" fmla="*/ 19 w 664"/>
                <a:gd name="T47" fmla="*/ 175 h 669"/>
                <a:gd name="T48" fmla="*/ 15 w 664"/>
                <a:gd name="T49" fmla="*/ 163 h 669"/>
                <a:gd name="T50" fmla="*/ 15 w 664"/>
                <a:gd name="T51" fmla="*/ 172 h 669"/>
                <a:gd name="T52" fmla="*/ 11 w 664"/>
                <a:gd name="T53" fmla="*/ 159 h 669"/>
                <a:gd name="T54" fmla="*/ 10 w 664"/>
                <a:gd name="T55" fmla="*/ 147 h 669"/>
                <a:gd name="T56" fmla="*/ 7 w 664"/>
                <a:gd name="T57" fmla="*/ 153 h 669"/>
                <a:gd name="T58" fmla="*/ 5 w 664"/>
                <a:gd name="T59" fmla="*/ 161 h 669"/>
                <a:gd name="T60" fmla="*/ 5 w 664"/>
                <a:gd name="T61" fmla="*/ 146 h 669"/>
                <a:gd name="T62" fmla="*/ 6 w 664"/>
                <a:gd name="T63" fmla="*/ 129 h 669"/>
                <a:gd name="T64" fmla="*/ 3 w 664"/>
                <a:gd name="T65" fmla="*/ 84 h 669"/>
                <a:gd name="T66" fmla="*/ 30 w 664"/>
                <a:gd name="T67" fmla="*/ 54 h 669"/>
                <a:gd name="T68" fmla="*/ 52 w 664"/>
                <a:gd name="T69" fmla="*/ 51 h 669"/>
                <a:gd name="T70" fmla="*/ 87 w 664"/>
                <a:gd name="T71" fmla="*/ 10 h 669"/>
                <a:gd name="T72" fmla="*/ 146 w 664"/>
                <a:gd name="T73" fmla="*/ 10 h 669"/>
                <a:gd name="T74" fmla="*/ 162 w 664"/>
                <a:gd name="T75" fmla="*/ 20 h 669"/>
                <a:gd name="T76" fmla="*/ 174 w 664"/>
                <a:gd name="T77" fmla="*/ 33 h 669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664"/>
                <a:gd name="T118" fmla="*/ 0 h 669"/>
                <a:gd name="T119" fmla="*/ 664 w 664"/>
                <a:gd name="T120" fmla="*/ 669 h 669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664" h="669">
                  <a:moveTo>
                    <a:pt x="660" y="127"/>
                  </a:moveTo>
                  <a:cubicBezTo>
                    <a:pt x="657" y="140"/>
                    <a:pt x="601" y="134"/>
                    <a:pt x="588" y="153"/>
                  </a:cubicBezTo>
                  <a:cubicBezTo>
                    <a:pt x="575" y="172"/>
                    <a:pt x="584" y="164"/>
                    <a:pt x="569" y="176"/>
                  </a:cubicBezTo>
                  <a:cubicBezTo>
                    <a:pt x="569" y="176"/>
                    <a:pt x="574" y="198"/>
                    <a:pt x="546" y="224"/>
                  </a:cubicBezTo>
                  <a:cubicBezTo>
                    <a:pt x="546" y="224"/>
                    <a:pt x="544" y="313"/>
                    <a:pt x="511" y="323"/>
                  </a:cubicBezTo>
                  <a:cubicBezTo>
                    <a:pt x="478" y="333"/>
                    <a:pt x="459" y="323"/>
                    <a:pt x="443" y="304"/>
                  </a:cubicBezTo>
                  <a:cubicBezTo>
                    <a:pt x="427" y="285"/>
                    <a:pt x="392" y="283"/>
                    <a:pt x="376" y="287"/>
                  </a:cubicBezTo>
                  <a:cubicBezTo>
                    <a:pt x="360" y="291"/>
                    <a:pt x="349" y="303"/>
                    <a:pt x="338" y="299"/>
                  </a:cubicBezTo>
                  <a:cubicBezTo>
                    <a:pt x="338" y="299"/>
                    <a:pt x="331" y="307"/>
                    <a:pt x="327" y="317"/>
                  </a:cubicBezTo>
                  <a:cubicBezTo>
                    <a:pt x="323" y="327"/>
                    <a:pt x="321" y="340"/>
                    <a:pt x="316" y="342"/>
                  </a:cubicBezTo>
                  <a:cubicBezTo>
                    <a:pt x="311" y="344"/>
                    <a:pt x="327" y="432"/>
                    <a:pt x="330" y="450"/>
                  </a:cubicBezTo>
                  <a:cubicBezTo>
                    <a:pt x="333" y="468"/>
                    <a:pt x="349" y="529"/>
                    <a:pt x="327" y="527"/>
                  </a:cubicBezTo>
                  <a:cubicBezTo>
                    <a:pt x="305" y="525"/>
                    <a:pt x="216" y="484"/>
                    <a:pt x="203" y="445"/>
                  </a:cubicBezTo>
                  <a:cubicBezTo>
                    <a:pt x="190" y="406"/>
                    <a:pt x="182" y="369"/>
                    <a:pt x="187" y="332"/>
                  </a:cubicBezTo>
                  <a:cubicBezTo>
                    <a:pt x="192" y="295"/>
                    <a:pt x="194" y="263"/>
                    <a:pt x="187" y="248"/>
                  </a:cubicBezTo>
                  <a:cubicBezTo>
                    <a:pt x="178" y="248"/>
                    <a:pt x="178" y="248"/>
                    <a:pt x="178" y="248"/>
                  </a:cubicBezTo>
                  <a:cubicBezTo>
                    <a:pt x="178" y="248"/>
                    <a:pt x="157" y="290"/>
                    <a:pt x="154" y="326"/>
                  </a:cubicBezTo>
                  <a:cubicBezTo>
                    <a:pt x="149" y="394"/>
                    <a:pt x="186" y="408"/>
                    <a:pt x="173" y="454"/>
                  </a:cubicBezTo>
                  <a:cubicBezTo>
                    <a:pt x="173" y="454"/>
                    <a:pt x="165" y="453"/>
                    <a:pt x="162" y="442"/>
                  </a:cubicBezTo>
                  <a:cubicBezTo>
                    <a:pt x="162" y="442"/>
                    <a:pt x="165" y="487"/>
                    <a:pt x="151" y="517"/>
                  </a:cubicBezTo>
                  <a:cubicBezTo>
                    <a:pt x="137" y="547"/>
                    <a:pt x="109" y="593"/>
                    <a:pt x="110" y="635"/>
                  </a:cubicBezTo>
                  <a:cubicBezTo>
                    <a:pt x="110" y="635"/>
                    <a:pt x="111" y="564"/>
                    <a:pt x="113" y="549"/>
                  </a:cubicBezTo>
                  <a:cubicBezTo>
                    <a:pt x="113" y="549"/>
                    <a:pt x="110" y="588"/>
                    <a:pt x="94" y="603"/>
                  </a:cubicBezTo>
                  <a:cubicBezTo>
                    <a:pt x="78" y="618"/>
                    <a:pt x="60" y="639"/>
                    <a:pt x="74" y="669"/>
                  </a:cubicBezTo>
                  <a:cubicBezTo>
                    <a:pt x="74" y="669"/>
                    <a:pt x="54" y="645"/>
                    <a:pt x="57" y="622"/>
                  </a:cubicBezTo>
                  <a:cubicBezTo>
                    <a:pt x="57" y="622"/>
                    <a:pt x="51" y="641"/>
                    <a:pt x="59" y="657"/>
                  </a:cubicBezTo>
                  <a:cubicBezTo>
                    <a:pt x="59" y="657"/>
                    <a:pt x="42" y="627"/>
                    <a:pt x="40" y="605"/>
                  </a:cubicBezTo>
                  <a:cubicBezTo>
                    <a:pt x="38" y="583"/>
                    <a:pt x="48" y="576"/>
                    <a:pt x="37" y="563"/>
                  </a:cubicBezTo>
                  <a:cubicBezTo>
                    <a:pt x="37" y="563"/>
                    <a:pt x="30" y="575"/>
                    <a:pt x="26" y="583"/>
                  </a:cubicBezTo>
                  <a:cubicBezTo>
                    <a:pt x="22" y="591"/>
                    <a:pt x="19" y="612"/>
                    <a:pt x="19" y="612"/>
                  </a:cubicBezTo>
                  <a:cubicBezTo>
                    <a:pt x="19" y="612"/>
                    <a:pt x="15" y="586"/>
                    <a:pt x="21" y="557"/>
                  </a:cubicBezTo>
                  <a:cubicBezTo>
                    <a:pt x="27" y="528"/>
                    <a:pt x="31" y="521"/>
                    <a:pt x="24" y="494"/>
                  </a:cubicBezTo>
                  <a:cubicBezTo>
                    <a:pt x="17" y="467"/>
                    <a:pt x="0" y="371"/>
                    <a:pt x="10" y="321"/>
                  </a:cubicBezTo>
                  <a:cubicBezTo>
                    <a:pt x="20" y="271"/>
                    <a:pt x="61" y="211"/>
                    <a:pt x="111" y="208"/>
                  </a:cubicBezTo>
                  <a:cubicBezTo>
                    <a:pt x="161" y="205"/>
                    <a:pt x="193" y="208"/>
                    <a:pt x="198" y="193"/>
                  </a:cubicBezTo>
                  <a:cubicBezTo>
                    <a:pt x="198" y="193"/>
                    <a:pt x="213" y="74"/>
                    <a:pt x="328" y="37"/>
                  </a:cubicBezTo>
                  <a:cubicBezTo>
                    <a:pt x="443" y="0"/>
                    <a:pt x="528" y="22"/>
                    <a:pt x="553" y="37"/>
                  </a:cubicBezTo>
                  <a:cubicBezTo>
                    <a:pt x="578" y="52"/>
                    <a:pt x="604" y="72"/>
                    <a:pt x="616" y="78"/>
                  </a:cubicBezTo>
                  <a:cubicBezTo>
                    <a:pt x="628" y="84"/>
                    <a:pt x="664" y="110"/>
                    <a:pt x="660" y="127"/>
                  </a:cubicBezTo>
                  <a:close/>
                </a:path>
              </a:pathLst>
            </a:custGeom>
            <a:solidFill>
              <a:srgbClr val="FCEC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4209" name="Freeform 196">
              <a:extLst>
                <a:ext uri="{FF2B5EF4-FFF2-40B4-BE49-F238E27FC236}">
                  <a16:creationId xmlns:a16="http://schemas.microsoft.com/office/drawing/2014/main" id="{433D0800-A27B-46DD-AED3-BED82B6745B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2" y="351"/>
              <a:ext cx="426" cy="428"/>
            </a:xfrm>
            <a:custGeom>
              <a:avLst/>
              <a:gdLst>
                <a:gd name="T0" fmla="*/ 174 w 664"/>
                <a:gd name="T1" fmla="*/ 33 h 669"/>
                <a:gd name="T2" fmla="*/ 155 w 664"/>
                <a:gd name="T3" fmla="*/ 40 h 669"/>
                <a:gd name="T4" fmla="*/ 150 w 664"/>
                <a:gd name="T5" fmla="*/ 46 h 669"/>
                <a:gd name="T6" fmla="*/ 144 w 664"/>
                <a:gd name="T7" fmla="*/ 58 h 669"/>
                <a:gd name="T8" fmla="*/ 135 w 664"/>
                <a:gd name="T9" fmla="*/ 84 h 669"/>
                <a:gd name="T10" fmla="*/ 117 w 664"/>
                <a:gd name="T11" fmla="*/ 79 h 669"/>
                <a:gd name="T12" fmla="*/ 99 w 664"/>
                <a:gd name="T13" fmla="*/ 75 h 669"/>
                <a:gd name="T14" fmla="*/ 89 w 664"/>
                <a:gd name="T15" fmla="*/ 78 h 669"/>
                <a:gd name="T16" fmla="*/ 87 w 664"/>
                <a:gd name="T17" fmla="*/ 83 h 669"/>
                <a:gd name="T18" fmla="*/ 83 w 664"/>
                <a:gd name="T19" fmla="*/ 90 h 669"/>
                <a:gd name="T20" fmla="*/ 87 w 664"/>
                <a:gd name="T21" fmla="*/ 118 h 669"/>
                <a:gd name="T22" fmla="*/ 87 w 664"/>
                <a:gd name="T23" fmla="*/ 138 h 669"/>
                <a:gd name="T24" fmla="*/ 53 w 664"/>
                <a:gd name="T25" fmla="*/ 116 h 669"/>
                <a:gd name="T26" fmla="*/ 49 w 664"/>
                <a:gd name="T27" fmla="*/ 87 h 669"/>
                <a:gd name="T28" fmla="*/ 49 w 664"/>
                <a:gd name="T29" fmla="*/ 65 h 669"/>
                <a:gd name="T30" fmla="*/ 47 w 664"/>
                <a:gd name="T31" fmla="*/ 65 h 669"/>
                <a:gd name="T32" fmla="*/ 41 w 664"/>
                <a:gd name="T33" fmla="*/ 86 h 669"/>
                <a:gd name="T34" fmla="*/ 46 w 664"/>
                <a:gd name="T35" fmla="*/ 119 h 669"/>
                <a:gd name="T36" fmla="*/ 43 w 664"/>
                <a:gd name="T37" fmla="*/ 116 h 669"/>
                <a:gd name="T38" fmla="*/ 40 w 664"/>
                <a:gd name="T39" fmla="*/ 136 h 669"/>
                <a:gd name="T40" fmla="*/ 30 w 664"/>
                <a:gd name="T41" fmla="*/ 166 h 669"/>
                <a:gd name="T42" fmla="*/ 30 w 664"/>
                <a:gd name="T43" fmla="*/ 144 h 669"/>
                <a:gd name="T44" fmla="*/ 24 w 664"/>
                <a:gd name="T45" fmla="*/ 158 h 669"/>
                <a:gd name="T46" fmla="*/ 19 w 664"/>
                <a:gd name="T47" fmla="*/ 175 h 669"/>
                <a:gd name="T48" fmla="*/ 15 w 664"/>
                <a:gd name="T49" fmla="*/ 163 h 669"/>
                <a:gd name="T50" fmla="*/ 15 w 664"/>
                <a:gd name="T51" fmla="*/ 172 h 669"/>
                <a:gd name="T52" fmla="*/ 11 w 664"/>
                <a:gd name="T53" fmla="*/ 159 h 669"/>
                <a:gd name="T54" fmla="*/ 10 w 664"/>
                <a:gd name="T55" fmla="*/ 147 h 669"/>
                <a:gd name="T56" fmla="*/ 7 w 664"/>
                <a:gd name="T57" fmla="*/ 153 h 669"/>
                <a:gd name="T58" fmla="*/ 5 w 664"/>
                <a:gd name="T59" fmla="*/ 161 h 669"/>
                <a:gd name="T60" fmla="*/ 5 w 664"/>
                <a:gd name="T61" fmla="*/ 146 h 669"/>
                <a:gd name="T62" fmla="*/ 6 w 664"/>
                <a:gd name="T63" fmla="*/ 129 h 669"/>
                <a:gd name="T64" fmla="*/ 3 w 664"/>
                <a:gd name="T65" fmla="*/ 84 h 669"/>
                <a:gd name="T66" fmla="*/ 30 w 664"/>
                <a:gd name="T67" fmla="*/ 54 h 669"/>
                <a:gd name="T68" fmla="*/ 52 w 664"/>
                <a:gd name="T69" fmla="*/ 51 h 669"/>
                <a:gd name="T70" fmla="*/ 87 w 664"/>
                <a:gd name="T71" fmla="*/ 10 h 669"/>
                <a:gd name="T72" fmla="*/ 146 w 664"/>
                <a:gd name="T73" fmla="*/ 10 h 669"/>
                <a:gd name="T74" fmla="*/ 162 w 664"/>
                <a:gd name="T75" fmla="*/ 20 h 669"/>
                <a:gd name="T76" fmla="*/ 174 w 664"/>
                <a:gd name="T77" fmla="*/ 33 h 669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664"/>
                <a:gd name="T118" fmla="*/ 0 h 669"/>
                <a:gd name="T119" fmla="*/ 664 w 664"/>
                <a:gd name="T120" fmla="*/ 669 h 669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664" h="669">
                  <a:moveTo>
                    <a:pt x="660" y="127"/>
                  </a:moveTo>
                  <a:cubicBezTo>
                    <a:pt x="657" y="140"/>
                    <a:pt x="601" y="134"/>
                    <a:pt x="588" y="153"/>
                  </a:cubicBezTo>
                  <a:cubicBezTo>
                    <a:pt x="575" y="172"/>
                    <a:pt x="584" y="164"/>
                    <a:pt x="569" y="176"/>
                  </a:cubicBezTo>
                  <a:cubicBezTo>
                    <a:pt x="569" y="176"/>
                    <a:pt x="574" y="198"/>
                    <a:pt x="546" y="224"/>
                  </a:cubicBezTo>
                  <a:cubicBezTo>
                    <a:pt x="546" y="224"/>
                    <a:pt x="544" y="313"/>
                    <a:pt x="511" y="323"/>
                  </a:cubicBezTo>
                  <a:cubicBezTo>
                    <a:pt x="478" y="333"/>
                    <a:pt x="459" y="323"/>
                    <a:pt x="443" y="304"/>
                  </a:cubicBezTo>
                  <a:cubicBezTo>
                    <a:pt x="427" y="285"/>
                    <a:pt x="392" y="283"/>
                    <a:pt x="376" y="287"/>
                  </a:cubicBezTo>
                  <a:cubicBezTo>
                    <a:pt x="360" y="291"/>
                    <a:pt x="349" y="303"/>
                    <a:pt x="338" y="299"/>
                  </a:cubicBezTo>
                  <a:cubicBezTo>
                    <a:pt x="338" y="299"/>
                    <a:pt x="331" y="307"/>
                    <a:pt x="327" y="317"/>
                  </a:cubicBezTo>
                  <a:cubicBezTo>
                    <a:pt x="323" y="327"/>
                    <a:pt x="321" y="340"/>
                    <a:pt x="316" y="342"/>
                  </a:cubicBezTo>
                  <a:cubicBezTo>
                    <a:pt x="311" y="344"/>
                    <a:pt x="327" y="432"/>
                    <a:pt x="330" y="450"/>
                  </a:cubicBezTo>
                  <a:cubicBezTo>
                    <a:pt x="333" y="468"/>
                    <a:pt x="349" y="529"/>
                    <a:pt x="327" y="527"/>
                  </a:cubicBezTo>
                  <a:cubicBezTo>
                    <a:pt x="305" y="525"/>
                    <a:pt x="216" y="484"/>
                    <a:pt x="203" y="445"/>
                  </a:cubicBezTo>
                  <a:cubicBezTo>
                    <a:pt x="190" y="406"/>
                    <a:pt x="182" y="369"/>
                    <a:pt x="187" y="332"/>
                  </a:cubicBezTo>
                  <a:cubicBezTo>
                    <a:pt x="192" y="295"/>
                    <a:pt x="194" y="263"/>
                    <a:pt x="187" y="248"/>
                  </a:cubicBezTo>
                  <a:cubicBezTo>
                    <a:pt x="178" y="248"/>
                    <a:pt x="178" y="248"/>
                    <a:pt x="178" y="248"/>
                  </a:cubicBezTo>
                  <a:cubicBezTo>
                    <a:pt x="178" y="248"/>
                    <a:pt x="157" y="290"/>
                    <a:pt x="154" y="326"/>
                  </a:cubicBezTo>
                  <a:cubicBezTo>
                    <a:pt x="149" y="394"/>
                    <a:pt x="186" y="408"/>
                    <a:pt x="173" y="454"/>
                  </a:cubicBezTo>
                  <a:cubicBezTo>
                    <a:pt x="173" y="454"/>
                    <a:pt x="165" y="453"/>
                    <a:pt x="162" y="442"/>
                  </a:cubicBezTo>
                  <a:cubicBezTo>
                    <a:pt x="162" y="442"/>
                    <a:pt x="165" y="487"/>
                    <a:pt x="151" y="517"/>
                  </a:cubicBezTo>
                  <a:cubicBezTo>
                    <a:pt x="137" y="547"/>
                    <a:pt x="109" y="593"/>
                    <a:pt x="110" y="635"/>
                  </a:cubicBezTo>
                  <a:cubicBezTo>
                    <a:pt x="110" y="635"/>
                    <a:pt x="111" y="564"/>
                    <a:pt x="113" y="549"/>
                  </a:cubicBezTo>
                  <a:cubicBezTo>
                    <a:pt x="113" y="549"/>
                    <a:pt x="110" y="588"/>
                    <a:pt x="94" y="603"/>
                  </a:cubicBezTo>
                  <a:cubicBezTo>
                    <a:pt x="78" y="618"/>
                    <a:pt x="60" y="639"/>
                    <a:pt x="74" y="669"/>
                  </a:cubicBezTo>
                  <a:cubicBezTo>
                    <a:pt x="74" y="669"/>
                    <a:pt x="54" y="645"/>
                    <a:pt x="57" y="622"/>
                  </a:cubicBezTo>
                  <a:cubicBezTo>
                    <a:pt x="57" y="622"/>
                    <a:pt x="51" y="641"/>
                    <a:pt x="59" y="657"/>
                  </a:cubicBezTo>
                  <a:cubicBezTo>
                    <a:pt x="59" y="657"/>
                    <a:pt x="42" y="627"/>
                    <a:pt x="40" y="605"/>
                  </a:cubicBezTo>
                  <a:cubicBezTo>
                    <a:pt x="38" y="583"/>
                    <a:pt x="48" y="576"/>
                    <a:pt x="37" y="563"/>
                  </a:cubicBezTo>
                  <a:cubicBezTo>
                    <a:pt x="37" y="563"/>
                    <a:pt x="30" y="575"/>
                    <a:pt x="26" y="583"/>
                  </a:cubicBezTo>
                  <a:cubicBezTo>
                    <a:pt x="22" y="591"/>
                    <a:pt x="19" y="612"/>
                    <a:pt x="19" y="612"/>
                  </a:cubicBezTo>
                  <a:cubicBezTo>
                    <a:pt x="19" y="612"/>
                    <a:pt x="15" y="586"/>
                    <a:pt x="21" y="557"/>
                  </a:cubicBezTo>
                  <a:cubicBezTo>
                    <a:pt x="27" y="528"/>
                    <a:pt x="31" y="521"/>
                    <a:pt x="24" y="494"/>
                  </a:cubicBezTo>
                  <a:cubicBezTo>
                    <a:pt x="17" y="467"/>
                    <a:pt x="0" y="371"/>
                    <a:pt x="10" y="321"/>
                  </a:cubicBezTo>
                  <a:cubicBezTo>
                    <a:pt x="20" y="271"/>
                    <a:pt x="61" y="211"/>
                    <a:pt x="111" y="208"/>
                  </a:cubicBezTo>
                  <a:cubicBezTo>
                    <a:pt x="161" y="205"/>
                    <a:pt x="193" y="208"/>
                    <a:pt x="198" y="193"/>
                  </a:cubicBezTo>
                  <a:cubicBezTo>
                    <a:pt x="198" y="193"/>
                    <a:pt x="213" y="74"/>
                    <a:pt x="328" y="37"/>
                  </a:cubicBezTo>
                  <a:cubicBezTo>
                    <a:pt x="443" y="0"/>
                    <a:pt x="528" y="22"/>
                    <a:pt x="553" y="37"/>
                  </a:cubicBezTo>
                  <a:cubicBezTo>
                    <a:pt x="578" y="52"/>
                    <a:pt x="604" y="72"/>
                    <a:pt x="616" y="78"/>
                  </a:cubicBezTo>
                  <a:cubicBezTo>
                    <a:pt x="628" y="84"/>
                    <a:pt x="664" y="110"/>
                    <a:pt x="660" y="127"/>
                  </a:cubicBezTo>
                  <a:close/>
                </a:path>
              </a:pathLst>
            </a:custGeom>
            <a:noFill/>
            <a:ln w="2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4210" name="Freeform 197">
              <a:extLst>
                <a:ext uri="{FF2B5EF4-FFF2-40B4-BE49-F238E27FC236}">
                  <a16:creationId xmlns:a16="http://schemas.microsoft.com/office/drawing/2014/main" id="{52A5C176-9A37-47A9-90AE-2268A65120A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0" y="473"/>
              <a:ext cx="24" cy="42"/>
            </a:xfrm>
            <a:custGeom>
              <a:avLst/>
              <a:gdLst>
                <a:gd name="T0" fmla="*/ 8 w 38"/>
                <a:gd name="T1" fmla="*/ 1 h 65"/>
                <a:gd name="T2" fmla="*/ 0 w 38"/>
                <a:gd name="T3" fmla="*/ 4 h 65"/>
                <a:gd name="T4" fmla="*/ 3 w 38"/>
                <a:gd name="T5" fmla="*/ 16 h 65"/>
                <a:gd name="T6" fmla="*/ 5 w 38"/>
                <a:gd name="T7" fmla="*/ 16 h 65"/>
                <a:gd name="T8" fmla="*/ 8 w 38"/>
                <a:gd name="T9" fmla="*/ 1 h 6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8"/>
                <a:gd name="T16" fmla="*/ 0 h 65"/>
                <a:gd name="T17" fmla="*/ 38 w 38"/>
                <a:gd name="T18" fmla="*/ 65 h 6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8" h="65">
                  <a:moveTo>
                    <a:pt x="31" y="1"/>
                  </a:moveTo>
                  <a:cubicBezTo>
                    <a:pt x="31" y="1"/>
                    <a:pt x="8" y="0"/>
                    <a:pt x="0" y="14"/>
                  </a:cubicBezTo>
                  <a:cubicBezTo>
                    <a:pt x="0" y="14"/>
                    <a:pt x="11" y="43"/>
                    <a:pt x="10" y="57"/>
                  </a:cubicBezTo>
                  <a:cubicBezTo>
                    <a:pt x="10" y="57"/>
                    <a:pt x="13" y="65"/>
                    <a:pt x="19" y="57"/>
                  </a:cubicBezTo>
                  <a:cubicBezTo>
                    <a:pt x="19" y="57"/>
                    <a:pt x="38" y="34"/>
                    <a:pt x="31" y="1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4211" name="Freeform 198">
              <a:extLst>
                <a:ext uri="{FF2B5EF4-FFF2-40B4-BE49-F238E27FC236}">
                  <a16:creationId xmlns:a16="http://schemas.microsoft.com/office/drawing/2014/main" id="{DE214ABE-8450-4533-821D-8F31B6B9722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8" y="533"/>
              <a:ext cx="69" cy="101"/>
            </a:xfrm>
            <a:custGeom>
              <a:avLst/>
              <a:gdLst>
                <a:gd name="T0" fmla="*/ 17 w 107"/>
                <a:gd name="T1" fmla="*/ 5 h 158"/>
                <a:gd name="T2" fmla="*/ 5 w 107"/>
                <a:gd name="T3" fmla="*/ 6 h 158"/>
                <a:gd name="T4" fmla="*/ 8 w 107"/>
                <a:gd name="T5" fmla="*/ 29 h 158"/>
                <a:gd name="T6" fmla="*/ 24 w 107"/>
                <a:gd name="T7" fmla="*/ 41 h 158"/>
                <a:gd name="T8" fmla="*/ 28 w 107"/>
                <a:gd name="T9" fmla="*/ 38 h 1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07"/>
                <a:gd name="T16" fmla="*/ 0 h 158"/>
                <a:gd name="T17" fmla="*/ 107 w 107"/>
                <a:gd name="T18" fmla="*/ 158 h 15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07" h="158">
                  <a:moveTo>
                    <a:pt x="64" y="21"/>
                  </a:moveTo>
                  <a:cubicBezTo>
                    <a:pt x="64" y="21"/>
                    <a:pt x="37" y="0"/>
                    <a:pt x="18" y="24"/>
                  </a:cubicBezTo>
                  <a:cubicBezTo>
                    <a:pt x="0" y="49"/>
                    <a:pt x="13" y="83"/>
                    <a:pt x="30" y="109"/>
                  </a:cubicBezTo>
                  <a:cubicBezTo>
                    <a:pt x="48" y="136"/>
                    <a:pt x="74" y="158"/>
                    <a:pt x="90" y="157"/>
                  </a:cubicBezTo>
                  <a:cubicBezTo>
                    <a:pt x="107" y="155"/>
                    <a:pt x="106" y="144"/>
                    <a:pt x="106" y="144"/>
                  </a:cubicBezTo>
                </a:path>
              </a:pathLst>
            </a:custGeom>
            <a:noFill/>
            <a:ln w="2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4212" name="Freeform 199">
              <a:extLst>
                <a:ext uri="{FF2B5EF4-FFF2-40B4-BE49-F238E27FC236}">
                  <a16:creationId xmlns:a16="http://schemas.microsoft.com/office/drawing/2014/main" id="{2F78362D-9431-42A8-9AD2-557864E469D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1" y="552"/>
              <a:ext cx="30" cy="31"/>
            </a:xfrm>
            <a:custGeom>
              <a:avLst/>
              <a:gdLst>
                <a:gd name="T0" fmla="*/ 0 w 46"/>
                <a:gd name="T1" fmla="*/ 6 h 49"/>
                <a:gd name="T2" fmla="*/ 5 w 46"/>
                <a:gd name="T3" fmla="*/ 1 h 49"/>
                <a:gd name="T4" fmla="*/ 13 w 46"/>
                <a:gd name="T5" fmla="*/ 4 h 49"/>
                <a:gd name="T6" fmla="*/ 10 w 46"/>
                <a:gd name="T7" fmla="*/ 8 h 49"/>
                <a:gd name="T8" fmla="*/ 5 w 46"/>
                <a:gd name="T9" fmla="*/ 13 h 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46"/>
                <a:gd name="T16" fmla="*/ 0 h 49"/>
                <a:gd name="T17" fmla="*/ 46 w 46"/>
                <a:gd name="T18" fmla="*/ 49 h 4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46" h="49">
                  <a:moveTo>
                    <a:pt x="0" y="25"/>
                  </a:moveTo>
                  <a:cubicBezTo>
                    <a:pt x="0" y="25"/>
                    <a:pt x="1" y="5"/>
                    <a:pt x="17" y="2"/>
                  </a:cubicBezTo>
                  <a:cubicBezTo>
                    <a:pt x="33" y="0"/>
                    <a:pt x="46" y="16"/>
                    <a:pt x="46" y="16"/>
                  </a:cubicBezTo>
                  <a:cubicBezTo>
                    <a:pt x="46" y="16"/>
                    <a:pt x="40" y="23"/>
                    <a:pt x="37" y="32"/>
                  </a:cubicBezTo>
                  <a:cubicBezTo>
                    <a:pt x="35" y="41"/>
                    <a:pt x="23" y="49"/>
                    <a:pt x="20" y="49"/>
                  </a:cubicBezTo>
                </a:path>
              </a:pathLst>
            </a:custGeom>
            <a:noFill/>
            <a:ln w="2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4213" name="Freeform 200">
              <a:extLst>
                <a:ext uri="{FF2B5EF4-FFF2-40B4-BE49-F238E27FC236}">
                  <a16:creationId xmlns:a16="http://schemas.microsoft.com/office/drawing/2014/main" id="{2DCCB5F8-99BC-44AA-86D0-6A2EDD85C86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5" y="579"/>
              <a:ext cx="45" cy="29"/>
            </a:xfrm>
            <a:custGeom>
              <a:avLst/>
              <a:gdLst>
                <a:gd name="T0" fmla="*/ 6 w 71"/>
                <a:gd name="T1" fmla="*/ 3 h 46"/>
                <a:gd name="T2" fmla="*/ 10 w 71"/>
                <a:gd name="T3" fmla="*/ 1 h 46"/>
                <a:gd name="T4" fmla="*/ 12 w 71"/>
                <a:gd name="T5" fmla="*/ 1 h 46"/>
                <a:gd name="T6" fmla="*/ 13 w 71"/>
                <a:gd name="T7" fmla="*/ 4 h 46"/>
                <a:gd name="T8" fmla="*/ 16 w 71"/>
                <a:gd name="T9" fmla="*/ 8 h 46"/>
                <a:gd name="T10" fmla="*/ 16 w 71"/>
                <a:gd name="T11" fmla="*/ 11 h 46"/>
                <a:gd name="T12" fmla="*/ 10 w 71"/>
                <a:gd name="T13" fmla="*/ 9 h 46"/>
                <a:gd name="T14" fmla="*/ 0 w 71"/>
                <a:gd name="T15" fmla="*/ 3 h 4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71"/>
                <a:gd name="T25" fmla="*/ 0 h 46"/>
                <a:gd name="T26" fmla="*/ 71 w 71"/>
                <a:gd name="T27" fmla="*/ 46 h 4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71" h="46">
                  <a:moveTo>
                    <a:pt x="23" y="11"/>
                  </a:moveTo>
                  <a:cubicBezTo>
                    <a:pt x="23" y="11"/>
                    <a:pt x="32" y="9"/>
                    <a:pt x="36" y="4"/>
                  </a:cubicBezTo>
                  <a:cubicBezTo>
                    <a:pt x="41" y="0"/>
                    <a:pt x="41" y="2"/>
                    <a:pt x="48" y="2"/>
                  </a:cubicBezTo>
                  <a:cubicBezTo>
                    <a:pt x="54" y="2"/>
                    <a:pt x="53" y="7"/>
                    <a:pt x="52" y="14"/>
                  </a:cubicBezTo>
                  <a:cubicBezTo>
                    <a:pt x="51" y="21"/>
                    <a:pt x="56" y="25"/>
                    <a:pt x="62" y="30"/>
                  </a:cubicBezTo>
                  <a:cubicBezTo>
                    <a:pt x="67" y="34"/>
                    <a:pt x="71" y="45"/>
                    <a:pt x="64" y="44"/>
                  </a:cubicBezTo>
                  <a:cubicBezTo>
                    <a:pt x="56" y="44"/>
                    <a:pt x="47" y="32"/>
                    <a:pt x="36" y="35"/>
                  </a:cubicBezTo>
                  <a:cubicBezTo>
                    <a:pt x="17" y="42"/>
                    <a:pt x="19" y="46"/>
                    <a:pt x="0" y="9"/>
                  </a:cubicBezTo>
                </a:path>
              </a:pathLst>
            </a:custGeom>
            <a:noFill/>
            <a:ln w="2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4214" name="Freeform 201">
              <a:extLst>
                <a:ext uri="{FF2B5EF4-FFF2-40B4-BE49-F238E27FC236}">
                  <a16:creationId xmlns:a16="http://schemas.microsoft.com/office/drawing/2014/main" id="{7DBAAE5D-669A-4DEA-A368-6A08492444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1" y="653"/>
              <a:ext cx="20" cy="44"/>
            </a:xfrm>
            <a:custGeom>
              <a:avLst/>
              <a:gdLst>
                <a:gd name="T0" fmla="*/ 0 w 32"/>
                <a:gd name="T1" fmla="*/ 0 h 69"/>
                <a:gd name="T2" fmla="*/ 8 w 32"/>
                <a:gd name="T3" fmla="*/ 18 h 69"/>
                <a:gd name="T4" fmla="*/ 0 60000 65536"/>
                <a:gd name="T5" fmla="*/ 0 60000 65536"/>
                <a:gd name="T6" fmla="*/ 0 w 32"/>
                <a:gd name="T7" fmla="*/ 0 h 69"/>
                <a:gd name="T8" fmla="*/ 32 w 32"/>
                <a:gd name="T9" fmla="*/ 69 h 69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2" h="69">
                  <a:moveTo>
                    <a:pt x="0" y="0"/>
                  </a:moveTo>
                  <a:cubicBezTo>
                    <a:pt x="0" y="0"/>
                    <a:pt x="2" y="45"/>
                    <a:pt x="32" y="69"/>
                  </a:cubicBezTo>
                </a:path>
              </a:pathLst>
            </a:custGeom>
            <a:noFill/>
            <a:ln w="2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4215" name="Freeform 202">
              <a:extLst>
                <a:ext uri="{FF2B5EF4-FFF2-40B4-BE49-F238E27FC236}">
                  <a16:creationId xmlns:a16="http://schemas.microsoft.com/office/drawing/2014/main" id="{BF4F0606-F027-4F90-8C91-D19037A88FA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3" y="766"/>
              <a:ext cx="79" cy="104"/>
            </a:xfrm>
            <a:custGeom>
              <a:avLst/>
              <a:gdLst>
                <a:gd name="T0" fmla="*/ 0 w 123"/>
                <a:gd name="T1" fmla="*/ 1 h 162"/>
                <a:gd name="T2" fmla="*/ 31 w 123"/>
                <a:gd name="T3" fmla="*/ 43 h 162"/>
                <a:gd name="T4" fmla="*/ 0 60000 65536"/>
                <a:gd name="T5" fmla="*/ 0 60000 65536"/>
                <a:gd name="T6" fmla="*/ 0 w 123"/>
                <a:gd name="T7" fmla="*/ 0 h 162"/>
                <a:gd name="T8" fmla="*/ 123 w 123"/>
                <a:gd name="T9" fmla="*/ 162 h 162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23" h="162">
                  <a:moveTo>
                    <a:pt x="0" y="5"/>
                  </a:moveTo>
                  <a:cubicBezTo>
                    <a:pt x="0" y="5"/>
                    <a:pt x="123" y="0"/>
                    <a:pt x="118" y="162"/>
                  </a:cubicBezTo>
                </a:path>
              </a:pathLst>
            </a:custGeom>
            <a:noFill/>
            <a:ln w="2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4216" name="Freeform 203">
              <a:extLst>
                <a:ext uri="{FF2B5EF4-FFF2-40B4-BE49-F238E27FC236}">
                  <a16:creationId xmlns:a16="http://schemas.microsoft.com/office/drawing/2014/main" id="{7945A84C-2F77-4A7A-ABA9-D08083ED13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4" y="916"/>
              <a:ext cx="223" cy="1036"/>
            </a:xfrm>
            <a:custGeom>
              <a:avLst/>
              <a:gdLst>
                <a:gd name="T0" fmla="*/ 53 w 347"/>
                <a:gd name="T1" fmla="*/ 0 h 1618"/>
                <a:gd name="T2" fmla="*/ 51 w 347"/>
                <a:gd name="T3" fmla="*/ 5 h 1618"/>
                <a:gd name="T4" fmla="*/ 48 w 347"/>
                <a:gd name="T5" fmla="*/ 21 h 1618"/>
                <a:gd name="T6" fmla="*/ 46 w 347"/>
                <a:gd name="T7" fmla="*/ 55 h 1618"/>
                <a:gd name="T8" fmla="*/ 41 w 347"/>
                <a:gd name="T9" fmla="*/ 124 h 1618"/>
                <a:gd name="T10" fmla="*/ 44 w 347"/>
                <a:gd name="T11" fmla="*/ 149 h 1618"/>
                <a:gd name="T12" fmla="*/ 58 w 347"/>
                <a:gd name="T13" fmla="*/ 231 h 1618"/>
                <a:gd name="T14" fmla="*/ 73 w 347"/>
                <a:gd name="T15" fmla="*/ 299 h 1618"/>
                <a:gd name="T16" fmla="*/ 87 w 347"/>
                <a:gd name="T17" fmla="*/ 340 h 1618"/>
                <a:gd name="T18" fmla="*/ 91 w 347"/>
                <a:gd name="T19" fmla="*/ 375 h 1618"/>
                <a:gd name="T20" fmla="*/ 89 w 347"/>
                <a:gd name="T21" fmla="*/ 390 h 1618"/>
                <a:gd name="T22" fmla="*/ 84 w 347"/>
                <a:gd name="T23" fmla="*/ 409 h 1618"/>
                <a:gd name="T24" fmla="*/ 80 w 347"/>
                <a:gd name="T25" fmla="*/ 416 h 1618"/>
                <a:gd name="T26" fmla="*/ 70 w 347"/>
                <a:gd name="T27" fmla="*/ 423 h 1618"/>
                <a:gd name="T28" fmla="*/ 64 w 347"/>
                <a:gd name="T29" fmla="*/ 425 h 1618"/>
                <a:gd name="T30" fmla="*/ 54 w 347"/>
                <a:gd name="T31" fmla="*/ 421 h 1618"/>
                <a:gd name="T32" fmla="*/ 46 w 347"/>
                <a:gd name="T33" fmla="*/ 421 h 1618"/>
                <a:gd name="T34" fmla="*/ 39 w 347"/>
                <a:gd name="T35" fmla="*/ 419 h 1618"/>
                <a:gd name="T36" fmla="*/ 36 w 347"/>
                <a:gd name="T37" fmla="*/ 414 h 1618"/>
                <a:gd name="T38" fmla="*/ 31 w 347"/>
                <a:gd name="T39" fmla="*/ 411 h 1618"/>
                <a:gd name="T40" fmla="*/ 26 w 347"/>
                <a:gd name="T41" fmla="*/ 407 h 1618"/>
                <a:gd name="T42" fmla="*/ 22 w 347"/>
                <a:gd name="T43" fmla="*/ 406 h 1618"/>
                <a:gd name="T44" fmla="*/ 22 w 347"/>
                <a:gd name="T45" fmla="*/ 401 h 1618"/>
                <a:gd name="T46" fmla="*/ 26 w 347"/>
                <a:gd name="T47" fmla="*/ 397 h 1618"/>
                <a:gd name="T48" fmla="*/ 30 w 347"/>
                <a:gd name="T49" fmla="*/ 395 h 1618"/>
                <a:gd name="T50" fmla="*/ 33 w 347"/>
                <a:gd name="T51" fmla="*/ 393 h 1618"/>
                <a:gd name="T52" fmla="*/ 35 w 347"/>
                <a:gd name="T53" fmla="*/ 381 h 1618"/>
                <a:gd name="T54" fmla="*/ 37 w 347"/>
                <a:gd name="T55" fmla="*/ 373 h 1618"/>
                <a:gd name="T56" fmla="*/ 38 w 347"/>
                <a:gd name="T57" fmla="*/ 362 h 1618"/>
                <a:gd name="T58" fmla="*/ 39 w 347"/>
                <a:gd name="T59" fmla="*/ 343 h 1618"/>
                <a:gd name="T60" fmla="*/ 42 w 347"/>
                <a:gd name="T61" fmla="*/ 332 h 1618"/>
                <a:gd name="T62" fmla="*/ 42 w 347"/>
                <a:gd name="T63" fmla="*/ 323 h 1618"/>
                <a:gd name="T64" fmla="*/ 24 w 347"/>
                <a:gd name="T65" fmla="*/ 273 h 1618"/>
                <a:gd name="T66" fmla="*/ 0 w 347"/>
                <a:gd name="T67" fmla="*/ 222 h 1618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347"/>
                <a:gd name="T103" fmla="*/ 0 h 1618"/>
                <a:gd name="T104" fmla="*/ 347 w 347"/>
                <a:gd name="T105" fmla="*/ 1618 h 1618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347" h="1618">
                  <a:moveTo>
                    <a:pt x="197" y="0"/>
                  </a:moveTo>
                  <a:cubicBezTo>
                    <a:pt x="197" y="0"/>
                    <a:pt x="190" y="3"/>
                    <a:pt x="191" y="19"/>
                  </a:cubicBezTo>
                  <a:cubicBezTo>
                    <a:pt x="192" y="35"/>
                    <a:pt x="187" y="67"/>
                    <a:pt x="181" y="80"/>
                  </a:cubicBezTo>
                  <a:cubicBezTo>
                    <a:pt x="175" y="92"/>
                    <a:pt x="179" y="169"/>
                    <a:pt x="175" y="210"/>
                  </a:cubicBezTo>
                  <a:cubicBezTo>
                    <a:pt x="171" y="251"/>
                    <a:pt x="165" y="430"/>
                    <a:pt x="156" y="473"/>
                  </a:cubicBezTo>
                  <a:cubicBezTo>
                    <a:pt x="147" y="515"/>
                    <a:pt x="156" y="533"/>
                    <a:pt x="167" y="569"/>
                  </a:cubicBezTo>
                  <a:cubicBezTo>
                    <a:pt x="177" y="605"/>
                    <a:pt x="219" y="823"/>
                    <a:pt x="221" y="878"/>
                  </a:cubicBezTo>
                  <a:cubicBezTo>
                    <a:pt x="224" y="933"/>
                    <a:pt x="264" y="1111"/>
                    <a:pt x="275" y="1139"/>
                  </a:cubicBezTo>
                  <a:cubicBezTo>
                    <a:pt x="285" y="1167"/>
                    <a:pt x="318" y="1257"/>
                    <a:pt x="326" y="1296"/>
                  </a:cubicBezTo>
                  <a:cubicBezTo>
                    <a:pt x="334" y="1335"/>
                    <a:pt x="344" y="1411"/>
                    <a:pt x="344" y="1429"/>
                  </a:cubicBezTo>
                  <a:cubicBezTo>
                    <a:pt x="345" y="1448"/>
                    <a:pt x="347" y="1469"/>
                    <a:pt x="338" y="1485"/>
                  </a:cubicBezTo>
                  <a:cubicBezTo>
                    <a:pt x="330" y="1502"/>
                    <a:pt x="315" y="1551"/>
                    <a:pt x="314" y="1559"/>
                  </a:cubicBezTo>
                  <a:cubicBezTo>
                    <a:pt x="313" y="1568"/>
                    <a:pt x="309" y="1578"/>
                    <a:pt x="300" y="1584"/>
                  </a:cubicBezTo>
                  <a:cubicBezTo>
                    <a:pt x="292" y="1590"/>
                    <a:pt x="270" y="1605"/>
                    <a:pt x="263" y="1611"/>
                  </a:cubicBezTo>
                  <a:cubicBezTo>
                    <a:pt x="256" y="1616"/>
                    <a:pt x="248" y="1618"/>
                    <a:pt x="239" y="1616"/>
                  </a:cubicBezTo>
                  <a:cubicBezTo>
                    <a:pt x="230" y="1614"/>
                    <a:pt x="208" y="1611"/>
                    <a:pt x="202" y="1604"/>
                  </a:cubicBezTo>
                  <a:cubicBezTo>
                    <a:pt x="202" y="1604"/>
                    <a:pt x="184" y="1602"/>
                    <a:pt x="174" y="1602"/>
                  </a:cubicBezTo>
                  <a:cubicBezTo>
                    <a:pt x="163" y="1602"/>
                    <a:pt x="155" y="1603"/>
                    <a:pt x="147" y="1596"/>
                  </a:cubicBezTo>
                  <a:cubicBezTo>
                    <a:pt x="140" y="1589"/>
                    <a:pt x="133" y="1582"/>
                    <a:pt x="135" y="1578"/>
                  </a:cubicBezTo>
                  <a:cubicBezTo>
                    <a:pt x="135" y="1578"/>
                    <a:pt x="124" y="1573"/>
                    <a:pt x="118" y="1567"/>
                  </a:cubicBezTo>
                  <a:cubicBezTo>
                    <a:pt x="113" y="1561"/>
                    <a:pt x="99" y="1558"/>
                    <a:pt x="99" y="1551"/>
                  </a:cubicBezTo>
                  <a:cubicBezTo>
                    <a:pt x="99" y="1551"/>
                    <a:pt x="90" y="1553"/>
                    <a:pt x="85" y="1546"/>
                  </a:cubicBezTo>
                  <a:cubicBezTo>
                    <a:pt x="80" y="1539"/>
                    <a:pt x="78" y="1530"/>
                    <a:pt x="82" y="1526"/>
                  </a:cubicBezTo>
                  <a:cubicBezTo>
                    <a:pt x="85" y="1523"/>
                    <a:pt x="92" y="1515"/>
                    <a:pt x="99" y="1513"/>
                  </a:cubicBezTo>
                  <a:cubicBezTo>
                    <a:pt x="106" y="1511"/>
                    <a:pt x="109" y="1509"/>
                    <a:pt x="111" y="1505"/>
                  </a:cubicBezTo>
                  <a:cubicBezTo>
                    <a:pt x="113" y="1502"/>
                    <a:pt x="121" y="1503"/>
                    <a:pt x="123" y="1495"/>
                  </a:cubicBezTo>
                  <a:cubicBezTo>
                    <a:pt x="124" y="1486"/>
                    <a:pt x="130" y="1464"/>
                    <a:pt x="133" y="1453"/>
                  </a:cubicBezTo>
                  <a:cubicBezTo>
                    <a:pt x="135" y="1441"/>
                    <a:pt x="139" y="1432"/>
                    <a:pt x="140" y="1422"/>
                  </a:cubicBezTo>
                  <a:cubicBezTo>
                    <a:pt x="140" y="1413"/>
                    <a:pt x="144" y="1404"/>
                    <a:pt x="143" y="1381"/>
                  </a:cubicBezTo>
                  <a:cubicBezTo>
                    <a:pt x="143" y="1359"/>
                    <a:pt x="145" y="1328"/>
                    <a:pt x="148" y="1306"/>
                  </a:cubicBezTo>
                  <a:cubicBezTo>
                    <a:pt x="152" y="1284"/>
                    <a:pt x="154" y="1276"/>
                    <a:pt x="159" y="1263"/>
                  </a:cubicBezTo>
                  <a:cubicBezTo>
                    <a:pt x="164" y="1250"/>
                    <a:pt x="163" y="1253"/>
                    <a:pt x="160" y="1231"/>
                  </a:cubicBezTo>
                  <a:cubicBezTo>
                    <a:pt x="156" y="1209"/>
                    <a:pt x="115" y="1081"/>
                    <a:pt x="90" y="1039"/>
                  </a:cubicBezTo>
                  <a:cubicBezTo>
                    <a:pt x="65" y="997"/>
                    <a:pt x="11" y="875"/>
                    <a:pt x="0" y="843"/>
                  </a:cubicBezTo>
                </a:path>
              </a:pathLst>
            </a:custGeom>
            <a:noFill/>
            <a:ln w="2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4217" name="Freeform 204">
              <a:extLst>
                <a:ext uri="{FF2B5EF4-FFF2-40B4-BE49-F238E27FC236}">
                  <a16:creationId xmlns:a16="http://schemas.microsoft.com/office/drawing/2014/main" id="{D6703F6D-B561-4B22-8848-CF303117C1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2" y="1867"/>
              <a:ext cx="25" cy="33"/>
            </a:xfrm>
            <a:custGeom>
              <a:avLst/>
              <a:gdLst>
                <a:gd name="T0" fmla="*/ 0 w 38"/>
                <a:gd name="T1" fmla="*/ 12 h 53"/>
                <a:gd name="T2" fmla="*/ 3 w 38"/>
                <a:gd name="T3" fmla="*/ 12 h 53"/>
                <a:gd name="T4" fmla="*/ 6 w 38"/>
                <a:gd name="T5" fmla="*/ 11 h 53"/>
                <a:gd name="T6" fmla="*/ 11 w 38"/>
                <a:gd name="T7" fmla="*/ 0 h 53"/>
                <a:gd name="T8" fmla="*/ 5 w 38"/>
                <a:gd name="T9" fmla="*/ 7 h 53"/>
                <a:gd name="T10" fmla="*/ 0 w 38"/>
                <a:gd name="T11" fmla="*/ 12 h 5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38"/>
                <a:gd name="T19" fmla="*/ 0 h 53"/>
                <a:gd name="T20" fmla="*/ 38 w 38"/>
                <a:gd name="T21" fmla="*/ 53 h 5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38" h="53">
                  <a:moveTo>
                    <a:pt x="0" y="51"/>
                  </a:moveTo>
                  <a:cubicBezTo>
                    <a:pt x="0" y="51"/>
                    <a:pt x="7" y="51"/>
                    <a:pt x="11" y="52"/>
                  </a:cubicBezTo>
                  <a:cubicBezTo>
                    <a:pt x="16" y="53"/>
                    <a:pt x="17" y="51"/>
                    <a:pt x="21" y="43"/>
                  </a:cubicBezTo>
                  <a:cubicBezTo>
                    <a:pt x="25" y="36"/>
                    <a:pt x="38" y="0"/>
                    <a:pt x="38" y="0"/>
                  </a:cubicBezTo>
                  <a:cubicBezTo>
                    <a:pt x="38" y="0"/>
                    <a:pt x="20" y="29"/>
                    <a:pt x="16" y="32"/>
                  </a:cubicBezTo>
                  <a:cubicBezTo>
                    <a:pt x="12" y="35"/>
                    <a:pt x="0" y="51"/>
                    <a:pt x="0" y="51"/>
                  </a:cubicBezTo>
                  <a:close/>
                </a:path>
              </a:pathLst>
            </a:custGeom>
            <a:noFill/>
            <a:ln w="2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4218" name="Freeform 205">
              <a:extLst>
                <a:ext uri="{FF2B5EF4-FFF2-40B4-BE49-F238E27FC236}">
                  <a16:creationId xmlns:a16="http://schemas.microsoft.com/office/drawing/2014/main" id="{F4AD3533-7E1D-48A0-841D-47565DDA2E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7" y="1898"/>
              <a:ext cx="25" cy="10"/>
            </a:xfrm>
            <a:custGeom>
              <a:avLst/>
              <a:gdLst>
                <a:gd name="T0" fmla="*/ 0 w 39"/>
                <a:gd name="T1" fmla="*/ 4 h 16"/>
                <a:gd name="T2" fmla="*/ 5 w 39"/>
                <a:gd name="T3" fmla="*/ 3 h 16"/>
                <a:gd name="T4" fmla="*/ 10 w 39"/>
                <a:gd name="T5" fmla="*/ 0 h 16"/>
                <a:gd name="T6" fmla="*/ 0 60000 65536"/>
                <a:gd name="T7" fmla="*/ 0 60000 65536"/>
                <a:gd name="T8" fmla="*/ 0 60000 65536"/>
                <a:gd name="T9" fmla="*/ 0 w 39"/>
                <a:gd name="T10" fmla="*/ 0 h 16"/>
                <a:gd name="T11" fmla="*/ 39 w 39"/>
                <a:gd name="T12" fmla="*/ 16 h 1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9" h="16">
                  <a:moveTo>
                    <a:pt x="0" y="16"/>
                  </a:moveTo>
                  <a:cubicBezTo>
                    <a:pt x="5" y="11"/>
                    <a:pt x="14" y="13"/>
                    <a:pt x="21" y="11"/>
                  </a:cubicBezTo>
                  <a:cubicBezTo>
                    <a:pt x="29" y="9"/>
                    <a:pt x="33" y="4"/>
                    <a:pt x="39" y="0"/>
                  </a:cubicBezTo>
                </a:path>
              </a:pathLst>
            </a:custGeom>
            <a:noFill/>
            <a:ln w="2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4219" name="Freeform 206">
              <a:extLst>
                <a:ext uri="{FF2B5EF4-FFF2-40B4-BE49-F238E27FC236}">
                  <a16:creationId xmlns:a16="http://schemas.microsoft.com/office/drawing/2014/main" id="{8AD0DFD4-1473-4126-B480-7324DD2BC3A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8" y="1900"/>
              <a:ext cx="9" cy="6"/>
            </a:xfrm>
            <a:custGeom>
              <a:avLst/>
              <a:gdLst>
                <a:gd name="T0" fmla="*/ 4 w 14"/>
                <a:gd name="T1" fmla="*/ 2 h 10"/>
                <a:gd name="T2" fmla="*/ 0 w 14"/>
                <a:gd name="T3" fmla="*/ 1 h 10"/>
                <a:gd name="T4" fmla="*/ 0 60000 65536"/>
                <a:gd name="T5" fmla="*/ 0 60000 65536"/>
                <a:gd name="T6" fmla="*/ 0 w 14"/>
                <a:gd name="T7" fmla="*/ 0 h 10"/>
                <a:gd name="T8" fmla="*/ 14 w 14"/>
                <a:gd name="T9" fmla="*/ 10 h 10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4" h="10">
                  <a:moveTo>
                    <a:pt x="14" y="10"/>
                  </a:moveTo>
                  <a:cubicBezTo>
                    <a:pt x="12" y="0"/>
                    <a:pt x="6" y="0"/>
                    <a:pt x="0" y="5"/>
                  </a:cubicBezTo>
                </a:path>
              </a:pathLst>
            </a:custGeom>
            <a:noFill/>
            <a:ln w="1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4220" name="Freeform 207">
              <a:extLst>
                <a:ext uri="{FF2B5EF4-FFF2-40B4-BE49-F238E27FC236}">
                  <a16:creationId xmlns:a16="http://schemas.microsoft.com/office/drawing/2014/main" id="{04C3DCF7-7AD4-4C0D-9BD8-04677A5B798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5" y="1859"/>
              <a:ext cx="6" cy="8"/>
            </a:xfrm>
            <a:custGeom>
              <a:avLst/>
              <a:gdLst>
                <a:gd name="T0" fmla="*/ 0 w 9"/>
                <a:gd name="T1" fmla="*/ 0 h 11"/>
                <a:gd name="T2" fmla="*/ 1 w 9"/>
                <a:gd name="T3" fmla="*/ 4 h 11"/>
                <a:gd name="T4" fmla="*/ 3 w 9"/>
                <a:gd name="T5" fmla="*/ 1 h 11"/>
                <a:gd name="T6" fmla="*/ 0 60000 65536"/>
                <a:gd name="T7" fmla="*/ 0 60000 65536"/>
                <a:gd name="T8" fmla="*/ 0 60000 65536"/>
                <a:gd name="T9" fmla="*/ 0 w 9"/>
                <a:gd name="T10" fmla="*/ 0 h 11"/>
                <a:gd name="T11" fmla="*/ 9 w 9"/>
                <a:gd name="T12" fmla="*/ 11 h 11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9" h="11">
                  <a:moveTo>
                    <a:pt x="0" y="0"/>
                  </a:moveTo>
                  <a:cubicBezTo>
                    <a:pt x="0" y="4"/>
                    <a:pt x="2" y="8"/>
                    <a:pt x="4" y="11"/>
                  </a:cubicBezTo>
                  <a:cubicBezTo>
                    <a:pt x="5" y="9"/>
                    <a:pt x="6" y="5"/>
                    <a:pt x="9" y="4"/>
                  </a:cubicBezTo>
                </a:path>
              </a:pathLst>
            </a:custGeom>
            <a:noFill/>
            <a:ln w="2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4221" name="Freeform 208">
              <a:extLst>
                <a:ext uri="{FF2B5EF4-FFF2-40B4-BE49-F238E27FC236}">
                  <a16:creationId xmlns:a16="http://schemas.microsoft.com/office/drawing/2014/main" id="{377E76B5-6F97-4B90-BD73-9FFED1F6751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0" y="1870"/>
              <a:ext cx="60" cy="57"/>
            </a:xfrm>
            <a:custGeom>
              <a:avLst/>
              <a:gdLst>
                <a:gd name="T0" fmla="*/ 24 w 93"/>
                <a:gd name="T1" fmla="*/ 1 h 88"/>
                <a:gd name="T2" fmla="*/ 25 w 93"/>
                <a:gd name="T3" fmla="*/ 3 h 88"/>
                <a:gd name="T4" fmla="*/ 23 w 93"/>
                <a:gd name="T5" fmla="*/ 6 h 88"/>
                <a:gd name="T6" fmla="*/ 22 w 93"/>
                <a:gd name="T7" fmla="*/ 11 h 88"/>
                <a:gd name="T8" fmla="*/ 21 w 93"/>
                <a:gd name="T9" fmla="*/ 15 h 88"/>
                <a:gd name="T10" fmla="*/ 19 w 93"/>
                <a:gd name="T11" fmla="*/ 18 h 88"/>
                <a:gd name="T12" fmla="*/ 16 w 93"/>
                <a:gd name="T13" fmla="*/ 19 h 88"/>
                <a:gd name="T14" fmla="*/ 14 w 93"/>
                <a:gd name="T15" fmla="*/ 21 h 88"/>
                <a:gd name="T16" fmla="*/ 6 w 93"/>
                <a:gd name="T17" fmla="*/ 23 h 88"/>
                <a:gd name="T18" fmla="*/ 3 w 93"/>
                <a:gd name="T19" fmla="*/ 23 h 88"/>
                <a:gd name="T20" fmla="*/ 0 w 93"/>
                <a:gd name="T21" fmla="*/ 23 h 8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93"/>
                <a:gd name="T34" fmla="*/ 0 h 88"/>
                <a:gd name="T35" fmla="*/ 93 w 93"/>
                <a:gd name="T36" fmla="*/ 88 h 88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93" h="88">
                  <a:moveTo>
                    <a:pt x="90" y="1"/>
                  </a:moveTo>
                  <a:cubicBezTo>
                    <a:pt x="88" y="0"/>
                    <a:pt x="90" y="7"/>
                    <a:pt x="91" y="9"/>
                  </a:cubicBezTo>
                  <a:cubicBezTo>
                    <a:pt x="93" y="17"/>
                    <a:pt x="91" y="18"/>
                    <a:pt x="87" y="24"/>
                  </a:cubicBezTo>
                  <a:cubicBezTo>
                    <a:pt x="85" y="30"/>
                    <a:pt x="83" y="36"/>
                    <a:pt x="81" y="41"/>
                  </a:cubicBezTo>
                  <a:cubicBezTo>
                    <a:pt x="79" y="46"/>
                    <a:pt x="78" y="50"/>
                    <a:pt x="76" y="54"/>
                  </a:cubicBezTo>
                  <a:cubicBezTo>
                    <a:pt x="75" y="57"/>
                    <a:pt x="74" y="63"/>
                    <a:pt x="72" y="66"/>
                  </a:cubicBezTo>
                  <a:cubicBezTo>
                    <a:pt x="70" y="68"/>
                    <a:pt x="64" y="69"/>
                    <a:pt x="61" y="71"/>
                  </a:cubicBezTo>
                  <a:cubicBezTo>
                    <a:pt x="58" y="72"/>
                    <a:pt x="53" y="73"/>
                    <a:pt x="50" y="75"/>
                  </a:cubicBezTo>
                  <a:cubicBezTo>
                    <a:pt x="42" y="78"/>
                    <a:pt x="34" y="80"/>
                    <a:pt x="25" y="83"/>
                  </a:cubicBezTo>
                  <a:cubicBezTo>
                    <a:pt x="21" y="84"/>
                    <a:pt x="17" y="85"/>
                    <a:pt x="12" y="85"/>
                  </a:cubicBezTo>
                  <a:cubicBezTo>
                    <a:pt x="8" y="85"/>
                    <a:pt x="3" y="88"/>
                    <a:pt x="0" y="87"/>
                  </a:cubicBezTo>
                </a:path>
              </a:pathLst>
            </a:custGeom>
            <a:noFill/>
            <a:ln w="2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4222" name="Freeform 209">
              <a:extLst>
                <a:ext uri="{FF2B5EF4-FFF2-40B4-BE49-F238E27FC236}">
                  <a16:creationId xmlns:a16="http://schemas.microsoft.com/office/drawing/2014/main" id="{B907B2F4-B9C0-43D5-AD41-26A1247668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1" y="1907"/>
              <a:ext cx="5" cy="8"/>
            </a:xfrm>
            <a:custGeom>
              <a:avLst/>
              <a:gdLst>
                <a:gd name="T0" fmla="*/ 2 w 9"/>
                <a:gd name="T1" fmla="*/ 3 h 13"/>
                <a:gd name="T2" fmla="*/ 1 w 9"/>
                <a:gd name="T3" fmla="*/ 1 h 13"/>
                <a:gd name="T4" fmla="*/ 0 w 9"/>
                <a:gd name="T5" fmla="*/ 0 h 13"/>
                <a:gd name="T6" fmla="*/ 0 60000 65536"/>
                <a:gd name="T7" fmla="*/ 0 60000 65536"/>
                <a:gd name="T8" fmla="*/ 0 60000 65536"/>
                <a:gd name="T9" fmla="*/ 0 w 9"/>
                <a:gd name="T10" fmla="*/ 0 h 13"/>
                <a:gd name="T11" fmla="*/ 9 w 9"/>
                <a:gd name="T12" fmla="*/ 13 h 13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9" h="13">
                  <a:moveTo>
                    <a:pt x="9" y="13"/>
                  </a:moveTo>
                  <a:cubicBezTo>
                    <a:pt x="8" y="10"/>
                    <a:pt x="9" y="7"/>
                    <a:pt x="7" y="4"/>
                  </a:cubicBezTo>
                  <a:cubicBezTo>
                    <a:pt x="5" y="2"/>
                    <a:pt x="2" y="2"/>
                    <a:pt x="0" y="0"/>
                  </a:cubicBezTo>
                </a:path>
              </a:pathLst>
            </a:custGeom>
            <a:noFill/>
            <a:ln w="1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4223" name="Freeform 210">
              <a:extLst>
                <a:ext uri="{FF2B5EF4-FFF2-40B4-BE49-F238E27FC236}">
                  <a16:creationId xmlns:a16="http://schemas.microsoft.com/office/drawing/2014/main" id="{51A5151A-18BA-4FD0-BA17-DB6C3F4FD09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3" y="1887"/>
              <a:ext cx="2" cy="4"/>
            </a:xfrm>
            <a:custGeom>
              <a:avLst/>
              <a:gdLst>
                <a:gd name="T0" fmla="*/ 0 w 3"/>
                <a:gd name="T1" fmla="*/ 0 h 6"/>
                <a:gd name="T2" fmla="*/ 1 w 3"/>
                <a:gd name="T3" fmla="*/ 2 h 6"/>
                <a:gd name="T4" fmla="*/ 0 60000 65536"/>
                <a:gd name="T5" fmla="*/ 0 60000 65536"/>
                <a:gd name="T6" fmla="*/ 0 w 3"/>
                <a:gd name="T7" fmla="*/ 0 h 6"/>
                <a:gd name="T8" fmla="*/ 3 w 3"/>
                <a:gd name="T9" fmla="*/ 6 h 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" h="6">
                  <a:moveTo>
                    <a:pt x="0" y="0"/>
                  </a:moveTo>
                  <a:cubicBezTo>
                    <a:pt x="0" y="2"/>
                    <a:pt x="1" y="4"/>
                    <a:pt x="3" y="6"/>
                  </a:cubicBezTo>
                </a:path>
              </a:pathLst>
            </a:custGeom>
            <a:noFill/>
            <a:ln w="1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4224" name="Freeform 211">
              <a:extLst>
                <a:ext uri="{FF2B5EF4-FFF2-40B4-BE49-F238E27FC236}">
                  <a16:creationId xmlns:a16="http://schemas.microsoft.com/office/drawing/2014/main" id="{EC006268-4AB8-4CD0-BC45-F7FED3EE9DF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2" y="1905"/>
              <a:ext cx="5" cy="4"/>
            </a:xfrm>
            <a:custGeom>
              <a:avLst/>
              <a:gdLst>
                <a:gd name="T0" fmla="*/ 1 w 9"/>
                <a:gd name="T1" fmla="*/ 0 h 7"/>
                <a:gd name="T2" fmla="*/ 2 w 9"/>
                <a:gd name="T3" fmla="*/ 1 h 7"/>
                <a:gd name="T4" fmla="*/ 0 60000 65536"/>
                <a:gd name="T5" fmla="*/ 0 60000 65536"/>
                <a:gd name="T6" fmla="*/ 0 w 9"/>
                <a:gd name="T7" fmla="*/ 0 h 7"/>
                <a:gd name="T8" fmla="*/ 9 w 9"/>
                <a:gd name="T9" fmla="*/ 7 h 7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9" h="7">
                  <a:moveTo>
                    <a:pt x="1" y="0"/>
                  </a:moveTo>
                  <a:cubicBezTo>
                    <a:pt x="0" y="0"/>
                    <a:pt x="7" y="6"/>
                    <a:pt x="9" y="7"/>
                  </a:cubicBezTo>
                </a:path>
              </a:pathLst>
            </a:custGeom>
            <a:noFill/>
            <a:ln w="1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4225" name="Freeform 212">
              <a:extLst>
                <a:ext uri="{FF2B5EF4-FFF2-40B4-BE49-F238E27FC236}">
                  <a16:creationId xmlns:a16="http://schemas.microsoft.com/office/drawing/2014/main" id="{17325E1D-0A60-49FD-83D7-B0A3AFFE1F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2" y="1918"/>
              <a:ext cx="6" cy="4"/>
            </a:xfrm>
            <a:custGeom>
              <a:avLst/>
              <a:gdLst>
                <a:gd name="T0" fmla="*/ 0 w 10"/>
                <a:gd name="T1" fmla="*/ 0 h 7"/>
                <a:gd name="T2" fmla="*/ 2 w 10"/>
                <a:gd name="T3" fmla="*/ 1 h 7"/>
                <a:gd name="T4" fmla="*/ 0 60000 65536"/>
                <a:gd name="T5" fmla="*/ 0 60000 65536"/>
                <a:gd name="T6" fmla="*/ 0 w 10"/>
                <a:gd name="T7" fmla="*/ 0 h 7"/>
                <a:gd name="T8" fmla="*/ 10 w 10"/>
                <a:gd name="T9" fmla="*/ 7 h 7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0" h="7">
                  <a:moveTo>
                    <a:pt x="0" y="0"/>
                  </a:moveTo>
                  <a:cubicBezTo>
                    <a:pt x="2" y="3"/>
                    <a:pt x="6" y="6"/>
                    <a:pt x="10" y="7"/>
                  </a:cubicBezTo>
                </a:path>
              </a:pathLst>
            </a:custGeom>
            <a:noFill/>
            <a:ln w="1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4226" name="Freeform 213">
              <a:extLst>
                <a:ext uri="{FF2B5EF4-FFF2-40B4-BE49-F238E27FC236}">
                  <a16:creationId xmlns:a16="http://schemas.microsoft.com/office/drawing/2014/main" id="{B8D4B996-B2EC-43CE-B507-9CB3EC2CE7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6" y="1927"/>
              <a:ext cx="11" cy="6"/>
            </a:xfrm>
            <a:custGeom>
              <a:avLst/>
              <a:gdLst>
                <a:gd name="T0" fmla="*/ 0 w 17"/>
                <a:gd name="T1" fmla="*/ 0 h 10"/>
                <a:gd name="T2" fmla="*/ 5 w 17"/>
                <a:gd name="T3" fmla="*/ 2 h 10"/>
                <a:gd name="T4" fmla="*/ 0 60000 65536"/>
                <a:gd name="T5" fmla="*/ 0 60000 65536"/>
                <a:gd name="T6" fmla="*/ 0 w 17"/>
                <a:gd name="T7" fmla="*/ 0 h 10"/>
                <a:gd name="T8" fmla="*/ 17 w 17"/>
                <a:gd name="T9" fmla="*/ 10 h 10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7" h="10">
                  <a:moveTo>
                    <a:pt x="0" y="0"/>
                  </a:moveTo>
                  <a:cubicBezTo>
                    <a:pt x="2" y="8"/>
                    <a:pt x="11" y="9"/>
                    <a:pt x="17" y="10"/>
                  </a:cubicBezTo>
                </a:path>
              </a:pathLst>
            </a:custGeom>
            <a:noFill/>
            <a:ln w="1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4227" name="Freeform 214">
              <a:extLst>
                <a:ext uri="{FF2B5EF4-FFF2-40B4-BE49-F238E27FC236}">
                  <a16:creationId xmlns:a16="http://schemas.microsoft.com/office/drawing/2014/main" id="{9AC504CF-09A2-4446-88BD-0FD04D0789B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6" y="1874"/>
              <a:ext cx="6" cy="10"/>
            </a:xfrm>
            <a:custGeom>
              <a:avLst/>
              <a:gdLst>
                <a:gd name="T0" fmla="*/ 0 w 9"/>
                <a:gd name="T1" fmla="*/ 1 h 17"/>
                <a:gd name="T2" fmla="*/ 1 w 9"/>
                <a:gd name="T3" fmla="*/ 0 h 17"/>
                <a:gd name="T4" fmla="*/ 3 w 9"/>
                <a:gd name="T5" fmla="*/ 4 h 17"/>
                <a:gd name="T6" fmla="*/ 0 60000 65536"/>
                <a:gd name="T7" fmla="*/ 0 60000 65536"/>
                <a:gd name="T8" fmla="*/ 0 60000 65536"/>
                <a:gd name="T9" fmla="*/ 0 w 9"/>
                <a:gd name="T10" fmla="*/ 0 h 17"/>
                <a:gd name="T11" fmla="*/ 9 w 9"/>
                <a:gd name="T12" fmla="*/ 17 h 17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9" h="17">
                  <a:moveTo>
                    <a:pt x="0" y="2"/>
                  </a:moveTo>
                  <a:cubicBezTo>
                    <a:pt x="0" y="2"/>
                    <a:pt x="0" y="1"/>
                    <a:pt x="1" y="0"/>
                  </a:cubicBezTo>
                  <a:cubicBezTo>
                    <a:pt x="3" y="6"/>
                    <a:pt x="6" y="11"/>
                    <a:pt x="9" y="17"/>
                  </a:cubicBezTo>
                </a:path>
              </a:pathLst>
            </a:custGeom>
            <a:noFill/>
            <a:ln w="2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4228" name="Freeform 215">
              <a:extLst>
                <a:ext uri="{FF2B5EF4-FFF2-40B4-BE49-F238E27FC236}">
                  <a16:creationId xmlns:a16="http://schemas.microsoft.com/office/drawing/2014/main" id="{6F00CD85-28C9-4DD5-B812-5069184B91D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3" y="1879"/>
              <a:ext cx="56" cy="64"/>
            </a:xfrm>
            <a:custGeom>
              <a:avLst/>
              <a:gdLst>
                <a:gd name="T0" fmla="*/ 1 w 88"/>
                <a:gd name="T1" fmla="*/ 26 h 100"/>
                <a:gd name="T2" fmla="*/ 2 w 88"/>
                <a:gd name="T3" fmla="*/ 26 h 100"/>
                <a:gd name="T4" fmla="*/ 3 w 88"/>
                <a:gd name="T5" fmla="*/ 24 h 100"/>
                <a:gd name="T6" fmla="*/ 6 w 88"/>
                <a:gd name="T7" fmla="*/ 22 h 100"/>
                <a:gd name="T8" fmla="*/ 13 w 88"/>
                <a:gd name="T9" fmla="*/ 18 h 100"/>
                <a:gd name="T10" fmla="*/ 18 w 88"/>
                <a:gd name="T11" fmla="*/ 13 h 100"/>
                <a:gd name="T12" fmla="*/ 20 w 88"/>
                <a:gd name="T13" fmla="*/ 4 h 100"/>
                <a:gd name="T14" fmla="*/ 23 w 88"/>
                <a:gd name="T15" fmla="*/ 0 h 10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88"/>
                <a:gd name="T25" fmla="*/ 0 h 100"/>
                <a:gd name="T26" fmla="*/ 88 w 88"/>
                <a:gd name="T27" fmla="*/ 100 h 100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88" h="100">
                  <a:moveTo>
                    <a:pt x="1" y="99"/>
                  </a:moveTo>
                  <a:cubicBezTo>
                    <a:pt x="0" y="100"/>
                    <a:pt x="5" y="98"/>
                    <a:pt x="6" y="97"/>
                  </a:cubicBezTo>
                  <a:cubicBezTo>
                    <a:pt x="8" y="96"/>
                    <a:pt x="11" y="95"/>
                    <a:pt x="13" y="93"/>
                  </a:cubicBezTo>
                  <a:cubicBezTo>
                    <a:pt x="17" y="90"/>
                    <a:pt x="21" y="88"/>
                    <a:pt x="25" y="85"/>
                  </a:cubicBezTo>
                  <a:cubicBezTo>
                    <a:pt x="33" y="79"/>
                    <a:pt x="40" y="73"/>
                    <a:pt x="49" y="67"/>
                  </a:cubicBezTo>
                  <a:cubicBezTo>
                    <a:pt x="57" y="62"/>
                    <a:pt x="65" y="58"/>
                    <a:pt x="69" y="49"/>
                  </a:cubicBezTo>
                  <a:cubicBezTo>
                    <a:pt x="74" y="39"/>
                    <a:pt x="76" y="27"/>
                    <a:pt x="80" y="16"/>
                  </a:cubicBezTo>
                  <a:cubicBezTo>
                    <a:pt x="82" y="11"/>
                    <a:pt x="86" y="5"/>
                    <a:pt x="88" y="0"/>
                  </a:cubicBezTo>
                </a:path>
              </a:pathLst>
            </a:custGeom>
            <a:noFill/>
            <a:ln w="2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4229" name="Freeform 216">
              <a:extLst>
                <a:ext uri="{FF2B5EF4-FFF2-40B4-BE49-F238E27FC236}">
                  <a16:creationId xmlns:a16="http://schemas.microsoft.com/office/drawing/2014/main" id="{373F2AB1-FC18-4F41-B19E-1F7AC7AC4B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4" y="1668"/>
              <a:ext cx="25" cy="85"/>
            </a:xfrm>
            <a:custGeom>
              <a:avLst/>
              <a:gdLst>
                <a:gd name="T0" fmla="*/ 1 w 40"/>
                <a:gd name="T1" fmla="*/ 35 h 132"/>
                <a:gd name="T2" fmla="*/ 3 w 40"/>
                <a:gd name="T3" fmla="*/ 21 h 132"/>
                <a:gd name="T4" fmla="*/ 10 w 40"/>
                <a:gd name="T5" fmla="*/ 0 h 132"/>
                <a:gd name="T6" fmla="*/ 0 60000 65536"/>
                <a:gd name="T7" fmla="*/ 0 60000 65536"/>
                <a:gd name="T8" fmla="*/ 0 60000 65536"/>
                <a:gd name="T9" fmla="*/ 0 w 40"/>
                <a:gd name="T10" fmla="*/ 0 h 132"/>
                <a:gd name="T11" fmla="*/ 40 w 40"/>
                <a:gd name="T12" fmla="*/ 132 h 132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40" h="132">
                  <a:moveTo>
                    <a:pt x="1" y="132"/>
                  </a:moveTo>
                  <a:cubicBezTo>
                    <a:pt x="1" y="132"/>
                    <a:pt x="0" y="100"/>
                    <a:pt x="13" y="78"/>
                  </a:cubicBezTo>
                  <a:cubicBezTo>
                    <a:pt x="26" y="56"/>
                    <a:pt x="36" y="13"/>
                    <a:pt x="40" y="0"/>
                  </a:cubicBezTo>
                </a:path>
              </a:pathLst>
            </a:custGeom>
            <a:noFill/>
            <a:ln w="2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4230" name="Freeform 217">
              <a:extLst>
                <a:ext uri="{FF2B5EF4-FFF2-40B4-BE49-F238E27FC236}">
                  <a16:creationId xmlns:a16="http://schemas.microsoft.com/office/drawing/2014/main" id="{2A2939E6-400C-459F-8CBA-8ED914A86D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1" y="1152"/>
              <a:ext cx="63" cy="27"/>
            </a:xfrm>
            <a:custGeom>
              <a:avLst/>
              <a:gdLst>
                <a:gd name="T0" fmla="*/ 26 w 98"/>
                <a:gd name="T1" fmla="*/ 10 h 42"/>
                <a:gd name="T2" fmla="*/ 10 w 98"/>
                <a:gd name="T3" fmla="*/ 6 h 42"/>
                <a:gd name="T4" fmla="*/ 0 w 98"/>
                <a:gd name="T5" fmla="*/ 0 h 42"/>
                <a:gd name="T6" fmla="*/ 0 60000 65536"/>
                <a:gd name="T7" fmla="*/ 0 60000 65536"/>
                <a:gd name="T8" fmla="*/ 0 60000 65536"/>
                <a:gd name="T9" fmla="*/ 0 w 98"/>
                <a:gd name="T10" fmla="*/ 0 h 42"/>
                <a:gd name="T11" fmla="*/ 98 w 98"/>
                <a:gd name="T12" fmla="*/ 42 h 42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98" h="42">
                  <a:moveTo>
                    <a:pt x="98" y="37"/>
                  </a:moveTo>
                  <a:cubicBezTo>
                    <a:pt x="98" y="37"/>
                    <a:pt x="54" y="42"/>
                    <a:pt x="35" y="25"/>
                  </a:cubicBezTo>
                  <a:cubicBezTo>
                    <a:pt x="16" y="8"/>
                    <a:pt x="9" y="2"/>
                    <a:pt x="0" y="0"/>
                  </a:cubicBezTo>
                </a:path>
              </a:pathLst>
            </a:custGeom>
            <a:noFill/>
            <a:ln w="2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4231" name="Freeform 218">
              <a:extLst>
                <a:ext uri="{FF2B5EF4-FFF2-40B4-BE49-F238E27FC236}">
                  <a16:creationId xmlns:a16="http://schemas.microsoft.com/office/drawing/2014/main" id="{DB58D83B-01F1-479A-9773-7E76A0BC3A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6" y="1132"/>
              <a:ext cx="15" cy="8"/>
            </a:xfrm>
            <a:custGeom>
              <a:avLst/>
              <a:gdLst>
                <a:gd name="T0" fmla="*/ 7 w 23"/>
                <a:gd name="T1" fmla="*/ 3 h 12"/>
                <a:gd name="T2" fmla="*/ 0 w 23"/>
                <a:gd name="T3" fmla="*/ 0 h 12"/>
                <a:gd name="T4" fmla="*/ 0 60000 65536"/>
                <a:gd name="T5" fmla="*/ 0 60000 65536"/>
                <a:gd name="T6" fmla="*/ 0 w 23"/>
                <a:gd name="T7" fmla="*/ 0 h 12"/>
                <a:gd name="T8" fmla="*/ 23 w 23"/>
                <a:gd name="T9" fmla="*/ 12 h 12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23" h="12">
                  <a:moveTo>
                    <a:pt x="23" y="12"/>
                  </a:moveTo>
                  <a:cubicBezTo>
                    <a:pt x="23" y="12"/>
                    <a:pt x="4" y="4"/>
                    <a:pt x="0" y="0"/>
                  </a:cubicBezTo>
                </a:path>
              </a:pathLst>
            </a:custGeom>
            <a:noFill/>
            <a:ln w="2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4232" name="Freeform 219">
              <a:extLst>
                <a:ext uri="{FF2B5EF4-FFF2-40B4-BE49-F238E27FC236}">
                  <a16:creationId xmlns:a16="http://schemas.microsoft.com/office/drawing/2014/main" id="{BF096FDA-4704-475E-AF3F-918B89A3621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8" y="1202"/>
              <a:ext cx="37" cy="55"/>
            </a:xfrm>
            <a:custGeom>
              <a:avLst/>
              <a:gdLst>
                <a:gd name="T0" fmla="*/ 14 w 59"/>
                <a:gd name="T1" fmla="*/ 0 h 87"/>
                <a:gd name="T2" fmla="*/ 11 w 59"/>
                <a:gd name="T3" fmla="*/ 5 h 87"/>
                <a:gd name="T4" fmla="*/ 0 w 59"/>
                <a:gd name="T5" fmla="*/ 22 h 87"/>
                <a:gd name="T6" fmla="*/ 0 60000 65536"/>
                <a:gd name="T7" fmla="*/ 0 60000 65536"/>
                <a:gd name="T8" fmla="*/ 0 60000 65536"/>
                <a:gd name="T9" fmla="*/ 0 w 59"/>
                <a:gd name="T10" fmla="*/ 0 h 87"/>
                <a:gd name="T11" fmla="*/ 59 w 59"/>
                <a:gd name="T12" fmla="*/ 87 h 87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59" h="87">
                  <a:moveTo>
                    <a:pt x="58" y="0"/>
                  </a:moveTo>
                  <a:cubicBezTo>
                    <a:pt x="58" y="0"/>
                    <a:pt x="59" y="12"/>
                    <a:pt x="46" y="21"/>
                  </a:cubicBezTo>
                  <a:cubicBezTo>
                    <a:pt x="33" y="29"/>
                    <a:pt x="7" y="48"/>
                    <a:pt x="0" y="87"/>
                  </a:cubicBezTo>
                </a:path>
              </a:pathLst>
            </a:custGeom>
            <a:noFill/>
            <a:ln w="1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4233" name="Freeform 220">
              <a:extLst>
                <a:ext uri="{FF2B5EF4-FFF2-40B4-BE49-F238E27FC236}">
                  <a16:creationId xmlns:a16="http://schemas.microsoft.com/office/drawing/2014/main" id="{143461FD-FE10-4DDA-BDB4-A71C69CF3D7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1" y="374"/>
              <a:ext cx="258" cy="100"/>
            </a:xfrm>
            <a:custGeom>
              <a:avLst/>
              <a:gdLst>
                <a:gd name="T0" fmla="*/ 0 w 401"/>
                <a:gd name="T1" fmla="*/ 41 h 156"/>
                <a:gd name="T2" fmla="*/ 12 w 401"/>
                <a:gd name="T3" fmla="*/ 24 h 156"/>
                <a:gd name="T4" fmla="*/ 40 w 401"/>
                <a:gd name="T5" fmla="*/ 3 h 156"/>
                <a:gd name="T6" fmla="*/ 74 w 401"/>
                <a:gd name="T7" fmla="*/ 2 h 156"/>
                <a:gd name="T8" fmla="*/ 107 w 401"/>
                <a:gd name="T9" fmla="*/ 8 h 1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401"/>
                <a:gd name="T16" fmla="*/ 0 h 156"/>
                <a:gd name="T17" fmla="*/ 401 w 401"/>
                <a:gd name="T18" fmla="*/ 156 h 1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401" h="156">
                  <a:moveTo>
                    <a:pt x="0" y="156"/>
                  </a:moveTo>
                  <a:cubicBezTo>
                    <a:pt x="0" y="156"/>
                    <a:pt x="31" y="113"/>
                    <a:pt x="45" y="90"/>
                  </a:cubicBezTo>
                  <a:cubicBezTo>
                    <a:pt x="60" y="68"/>
                    <a:pt x="109" y="12"/>
                    <a:pt x="151" y="10"/>
                  </a:cubicBezTo>
                  <a:cubicBezTo>
                    <a:pt x="193" y="7"/>
                    <a:pt x="246" y="0"/>
                    <a:pt x="278" y="8"/>
                  </a:cubicBezTo>
                  <a:cubicBezTo>
                    <a:pt x="309" y="16"/>
                    <a:pt x="362" y="11"/>
                    <a:pt x="401" y="33"/>
                  </a:cubicBezTo>
                </a:path>
              </a:pathLst>
            </a:custGeom>
            <a:noFill/>
            <a:ln w="1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4234" name="Freeform 221">
              <a:extLst>
                <a:ext uri="{FF2B5EF4-FFF2-40B4-BE49-F238E27FC236}">
                  <a16:creationId xmlns:a16="http://schemas.microsoft.com/office/drawing/2014/main" id="{740A1A3A-26B6-4216-A328-DA52E4FF3A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0" y="407"/>
              <a:ext cx="262" cy="50"/>
            </a:xfrm>
            <a:custGeom>
              <a:avLst/>
              <a:gdLst>
                <a:gd name="T0" fmla="*/ 108 w 408"/>
                <a:gd name="T1" fmla="*/ 10 h 77"/>
                <a:gd name="T2" fmla="*/ 80 w 408"/>
                <a:gd name="T3" fmla="*/ 10 h 77"/>
                <a:gd name="T4" fmla="*/ 36 w 408"/>
                <a:gd name="T5" fmla="*/ 3 h 77"/>
                <a:gd name="T6" fmla="*/ 0 w 408"/>
                <a:gd name="T7" fmla="*/ 21 h 7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408"/>
                <a:gd name="T13" fmla="*/ 0 h 77"/>
                <a:gd name="T14" fmla="*/ 408 w 408"/>
                <a:gd name="T15" fmla="*/ 77 h 7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408" h="77">
                  <a:moveTo>
                    <a:pt x="408" y="37"/>
                  </a:moveTo>
                  <a:cubicBezTo>
                    <a:pt x="408" y="37"/>
                    <a:pt x="341" y="54"/>
                    <a:pt x="304" y="36"/>
                  </a:cubicBezTo>
                  <a:cubicBezTo>
                    <a:pt x="267" y="17"/>
                    <a:pt x="181" y="0"/>
                    <a:pt x="136" y="12"/>
                  </a:cubicBezTo>
                  <a:cubicBezTo>
                    <a:pt x="91" y="24"/>
                    <a:pt x="36" y="50"/>
                    <a:pt x="0" y="77"/>
                  </a:cubicBezTo>
                </a:path>
              </a:pathLst>
            </a:custGeom>
            <a:noFill/>
            <a:ln w="1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4235" name="Freeform 222">
              <a:extLst>
                <a:ext uri="{FF2B5EF4-FFF2-40B4-BE49-F238E27FC236}">
                  <a16:creationId xmlns:a16="http://schemas.microsoft.com/office/drawing/2014/main" id="{60490D1F-4EE7-4024-86DE-06309E84A7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5" y="433"/>
              <a:ext cx="196" cy="26"/>
            </a:xfrm>
            <a:custGeom>
              <a:avLst/>
              <a:gdLst>
                <a:gd name="T0" fmla="*/ 81 w 306"/>
                <a:gd name="T1" fmla="*/ 1 h 40"/>
                <a:gd name="T2" fmla="*/ 66 w 306"/>
                <a:gd name="T3" fmla="*/ 10 h 40"/>
                <a:gd name="T4" fmla="*/ 39 w 306"/>
                <a:gd name="T5" fmla="*/ 7 h 40"/>
                <a:gd name="T6" fmla="*/ 17 w 306"/>
                <a:gd name="T7" fmla="*/ 5 h 40"/>
                <a:gd name="T8" fmla="*/ 0 w 306"/>
                <a:gd name="T9" fmla="*/ 3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40"/>
                <a:gd name="T17" fmla="*/ 306 w 306"/>
                <a:gd name="T18" fmla="*/ 40 h 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40">
                  <a:moveTo>
                    <a:pt x="306" y="5"/>
                  </a:moveTo>
                  <a:cubicBezTo>
                    <a:pt x="306" y="5"/>
                    <a:pt x="284" y="40"/>
                    <a:pt x="252" y="37"/>
                  </a:cubicBezTo>
                  <a:cubicBezTo>
                    <a:pt x="220" y="33"/>
                    <a:pt x="181" y="18"/>
                    <a:pt x="149" y="25"/>
                  </a:cubicBezTo>
                  <a:cubicBezTo>
                    <a:pt x="117" y="31"/>
                    <a:pt x="95" y="26"/>
                    <a:pt x="66" y="15"/>
                  </a:cubicBezTo>
                  <a:cubicBezTo>
                    <a:pt x="37" y="5"/>
                    <a:pt x="18" y="0"/>
                    <a:pt x="0" y="11"/>
                  </a:cubicBezTo>
                </a:path>
              </a:pathLst>
            </a:custGeom>
            <a:noFill/>
            <a:ln w="1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4236" name="Freeform 223">
              <a:extLst>
                <a:ext uri="{FF2B5EF4-FFF2-40B4-BE49-F238E27FC236}">
                  <a16:creationId xmlns:a16="http://schemas.microsoft.com/office/drawing/2014/main" id="{16C96C47-3222-42DC-936A-433C53739E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9" y="452"/>
              <a:ext cx="230" cy="26"/>
            </a:xfrm>
            <a:custGeom>
              <a:avLst/>
              <a:gdLst>
                <a:gd name="T0" fmla="*/ 95 w 358"/>
                <a:gd name="T1" fmla="*/ 4 h 41"/>
                <a:gd name="T2" fmla="*/ 78 w 358"/>
                <a:gd name="T3" fmla="*/ 10 h 41"/>
                <a:gd name="T4" fmla="*/ 35 w 358"/>
                <a:gd name="T5" fmla="*/ 3 h 41"/>
                <a:gd name="T6" fmla="*/ 0 w 358"/>
                <a:gd name="T7" fmla="*/ 8 h 41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358"/>
                <a:gd name="T13" fmla="*/ 0 h 41"/>
                <a:gd name="T14" fmla="*/ 358 w 358"/>
                <a:gd name="T15" fmla="*/ 41 h 41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358" h="41">
                  <a:moveTo>
                    <a:pt x="358" y="18"/>
                  </a:moveTo>
                  <a:cubicBezTo>
                    <a:pt x="358" y="18"/>
                    <a:pt x="329" y="41"/>
                    <a:pt x="293" y="38"/>
                  </a:cubicBezTo>
                  <a:cubicBezTo>
                    <a:pt x="258" y="35"/>
                    <a:pt x="163" y="19"/>
                    <a:pt x="130" y="11"/>
                  </a:cubicBezTo>
                  <a:cubicBezTo>
                    <a:pt x="97" y="4"/>
                    <a:pt x="41" y="0"/>
                    <a:pt x="0" y="31"/>
                  </a:cubicBezTo>
                </a:path>
              </a:pathLst>
            </a:custGeom>
            <a:noFill/>
            <a:ln w="1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4237" name="Freeform 224">
              <a:extLst>
                <a:ext uri="{FF2B5EF4-FFF2-40B4-BE49-F238E27FC236}">
                  <a16:creationId xmlns:a16="http://schemas.microsoft.com/office/drawing/2014/main" id="{6414378A-E130-4483-B402-F05388DCBD2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0" y="490"/>
              <a:ext cx="212" cy="29"/>
            </a:xfrm>
            <a:custGeom>
              <a:avLst/>
              <a:gdLst>
                <a:gd name="T0" fmla="*/ 87 w 331"/>
                <a:gd name="T1" fmla="*/ 2 h 45"/>
                <a:gd name="T2" fmla="*/ 61 w 331"/>
                <a:gd name="T3" fmla="*/ 8 h 45"/>
                <a:gd name="T4" fmla="*/ 24 w 331"/>
                <a:gd name="T5" fmla="*/ 2 h 45"/>
                <a:gd name="T6" fmla="*/ 0 w 331"/>
                <a:gd name="T7" fmla="*/ 0 h 45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331"/>
                <a:gd name="T13" fmla="*/ 0 h 45"/>
                <a:gd name="T14" fmla="*/ 331 w 331"/>
                <a:gd name="T15" fmla="*/ 45 h 45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331" h="45">
                  <a:moveTo>
                    <a:pt x="331" y="7"/>
                  </a:moveTo>
                  <a:cubicBezTo>
                    <a:pt x="331" y="7"/>
                    <a:pt x="296" y="45"/>
                    <a:pt x="234" y="31"/>
                  </a:cubicBezTo>
                  <a:cubicBezTo>
                    <a:pt x="172" y="16"/>
                    <a:pt x="129" y="7"/>
                    <a:pt x="89" y="7"/>
                  </a:cubicBezTo>
                  <a:cubicBezTo>
                    <a:pt x="49" y="7"/>
                    <a:pt x="20" y="11"/>
                    <a:pt x="0" y="0"/>
                  </a:cubicBezTo>
                </a:path>
              </a:pathLst>
            </a:custGeom>
            <a:noFill/>
            <a:ln w="1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4238" name="Freeform 225">
              <a:extLst>
                <a:ext uri="{FF2B5EF4-FFF2-40B4-BE49-F238E27FC236}">
                  <a16:creationId xmlns:a16="http://schemas.microsoft.com/office/drawing/2014/main" id="{2B4328B7-2DDC-49E1-B2CC-AE42C29E14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5" y="511"/>
              <a:ext cx="84" cy="42"/>
            </a:xfrm>
            <a:custGeom>
              <a:avLst/>
              <a:gdLst>
                <a:gd name="T0" fmla="*/ 35 w 130"/>
                <a:gd name="T1" fmla="*/ 13 h 66"/>
                <a:gd name="T2" fmla="*/ 29 w 130"/>
                <a:gd name="T3" fmla="*/ 13 h 66"/>
                <a:gd name="T4" fmla="*/ 14 w 130"/>
                <a:gd name="T5" fmla="*/ 12 h 66"/>
                <a:gd name="T6" fmla="*/ 0 w 130"/>
                <a:gd name="T7" fmla="*/ 0 h 66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30"/>
                <a:gd name="T13" fmla="*/ 0 h 66"/>
                <a:gd name="T14" fmla="*/ 130 w 130"/>
                <a:gd name="T15" fmla="*/ 66 h 6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30" h="66">
                  <a:moveTo>
                    <a:pt x="130" y="49"/>
                  </a:moveTo>
                  <a:cubicBezTo>
                    <a:pt x="130" y="49"/>
                    <a:pt x="117" y="44"/>
                    <a:pt x="108" y="51"/>
                  </a:cubicBezTo>
                  <a:cubicBezTo>
                    <a:pt x="99" y="57"/>
                    <a:pt x="70" y="66"/>
                    <a:pt x="52" y="47"/>
                  </a:cubicBezTo>
                  <a:cubicBezTo>
                    <a:pt x="35" y="27"/>
                    <a:pt x="0" y="0"/>
                    <a:pt x="0" y="0"/>
                  </a:cubicBezTo>
                </a:path>
              </a:pathLst>
            </a:custGeom>
            <a:noFill/>
            <a:ln w="1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4239" name="Freeform 226">
              <a:extLst>
                <a:ext uri="{FF2B5EF4-FFF2-40B4-BE49-F238E27FC236}">
                  <a16:creationId xmlns:a16="http://schemas.microsoft.com/office/drawing/2014/main" id="{629A9F52-866D-4672-AC9C-8038D0E82B8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6" y="509"/>
              <a:ext cx="79" cy="69"/>
            </a:xfrm>
            <a:custGeom>
              <a:avLst/>
              <a:gdLst>
                <a:gd name="T0" fmla="*/ 33 w 123"/>
                <a:gd name="T1" fmla="*/ 25 h 108"/>
                <a:gd name="T2" fmla="*/ 24 w 123"/>
                <a:gd name="T3" fmla="*/ 27 h 108"/>
                <a:gd name="T4" fmla="*/ 14 w 123"/>
                <a:gd name="T5" fmla="*/ 23 h 108"/>
                <a:gd name="T6" fmla="*/ 6 w 123"/>
                <a:gd name="T7" fmla="*/ 14 h 108"/>
                <a:gd name="T8" fmla="*/ 0 w 123"/>
                <a:gd name="T9" fmla="*/ 0 h 10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23"/>
                <a:gd name="T16" fmla="*/ 0 h 108"/>
                <a:gd name="T17" fmla="*/ 123 w 123"/>
                <a:gd name="T18" fmla="*/ 108 h 10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23" h="108">
                  <a:moveTo>
                    <a:pt x="123" y="96"/>
                  </a:moveTo>
                  <a:cubicBezTo>
                    <a:pt x="111" y="100"/>
                    <a:pt x="104" y="108"/>
                    <a:pt x="91" y="106"/>
                  </a:cubicBezTo>
                  <a:cubicBezTo>
                    <a:pt x="78" y="103"/>
                    <a:pt x="65" y="98"/>
                    <a:pt x="54" y="89"/>
                  </a:cubicBezTo>
                  <a:cubicBezTo>
                    <a:pt x="40" y="79"/>
                    <a:pt x="32" y="67"/>
                    <a:pt x="24" y="53"/>
                  </a:cubicBezTo>
                  <a:cubicBezTo>
                    <a:pt x="14" y="36"/>
                    <a:pt x="12" y="16"/>
                    <a:pt x="0" y="0"/>
                  </a:cubicBezTo>
                </a:path>
              </a:pathLst>
            </a:custGeom>
            <a:noFill/>
            <a:ln w="1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4240" name="Freeform 227">
              <a:extLst>
                <a:ext uri="{FF2B5EF4-FFF2-40B4-BE49-F238E27FC236}">
                  <a16:creationId xmlns:a16="http://schemas.microsoft.com/office/drawing/2014/main" id="{C40C6939-8C60-4F6F-BA38-8DA1FFB8560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8" y="572"/>
              <a:ext cx="58" cy="29"/>
            </a:xfrm>
            <a:custGeom>
              <a:avLst/>
              <a:gdLst>
                <a:gd name="T0" fmla="*/ 24 w 90"/>
                <a:gd name="T1" fmla="*/ 8 h 46"/>
                <a:gd name="T2" fmla="*/ 0 w 90"/>
                <a:gd name="T3" fmla="*/ 0 h 46"/>
                <a:gd name="T4" fmla="*/ 0 60000 65536"/>
                <a:gd name="T5" fmla="*/ 0 60000 65536"/>
                <a:gd name="T6" fmla="*/ 0 w 90"/>
                <a:gd name="T7" fmla="*/ 0 h 46"/>
                <a:gd name="T8" fmla="*/ 90 w 90"/>
                <a:gd name="T9" fmla="*/ 46 h 4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90" h="46">
                  <a:moveTo>
                    <a:pt x="90" y="33"/>
                  </a:moveTo>
                  <a:cubicBezTo>
                    <a:pt x="54" y="46"/>
                    <a:pt x="26" y="26"/>
                    <a:pt x="0" y="0"/>
                  </a:cubicBezTo>
                </a:path>
              </a:pathLst>
            </a:custGeom>
            <a:noFill/>
            <a:ln w="1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4241" name="Freeform 228">
              <a:extLst>
                <a:ext uri="{FF2B5EF4-FFF2-40B4-BE49-F238E27FC236}">
                  <a16:creationId xmlns:a16="http://schemas.microsoft.com/office/drawing/2014/main" id="{5C7616AB-4099-4AC1-9266-B722F82C80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6" y="534"/>
              <a:ext cx="88" cy="106"/>
            </a:xfrm>
            <a:custGeom>
              <a:avLst/>
              <a:gdLst>
                <a:gd name="T0" fmla="*/ 37 w 136"/>
                <a:gd name="T1" fmla="*/ 43 h 165"/>
                <a:gd name="T2" fmla="*/ 7 w 136"/>
                <a:gd name="T3" fmla="*/ 34 h 165"/>
                <a:gd name="T4" fmla="*/ 3 w 136"/>
                <a:gd name="T5" fmla="*/ 20 h 165"/>
                <a:gd name="T6" fmla="*/ 3 w 136"/>
                <a:gd name="T7" fmla="*/ 11 h 165"/>
                <a:gd name="T8" fmla="*/ 0 w 136"/>
                <a:gd name="T9" fmla="*/ 0 h 16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36"/>
                <a:gd name="T16" fmla="*/ 0 h 165"/>
                <a:gd name="T17" fmla="*/ 136 w 136"/>
                <a:gd name="T18" fmla="*/ 165 h 16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36" h="165">
                  <a:moveTo>
                    <a:pt x="136" y="162"/>
                  </a:moveTo>
                  <a:cubicBezTo>
                    <a:pt x="95" y="165"/>
                    <a:pt x="52" y="165"/>
                    <a:pt x="26" y="127"/>
                  </a:cubicBezTo>
                  <a:cubicBezTo>
                    <a:pt x="15" y="111"/>
                    <a:pt x="13" y="93"/>
                    <a:pt x="12" y="74"/>
                  </a:cubicBezTo>
                  <a:cubicBezTo>
                    <a:pt x="12" y="63"/>
                    <a:pt x="11" y="53"/>
                    <a:pt x="10" y="42"/>
                  </a:cubicBezTo>
                  <a:cubicBezTo>
                    <a:pt x="9" y="27"/>
                    <a:pt x="2" y="14"/>
                    <a:pt x="0" y="0"/>
                  </a:cubicBezTo>
                </a:path>
              </a:pathLst>
            </a:custGeom>
            <a:noFill/>
            <a:ln w="1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4242" name="Freeform 229">
              <a:extLst>
                <a:ext uri="{FF2B5EF4-FFF2-40B4-BE49-F238E27FC236}">
                  <a16:creationId xmlns:a16="http://schemas.microsoft.com/office/drawing/2014/main" id="{6DEB89BA-345E-4C7B-8269-77DF8C83A9E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6" y="606"/>
              <a:ext cx="45" cy="13"/>
            </a:xfrm>
            <a:custGeom>
              <a:avLst/>
              <a:gdLst>
                <a:gd name="T0" fmla="*/ 19 w 70"/>
                <a:gd name="T1" fmla="*/ 5 h 21"/>
                <a:gd name="T2" fmla="*/ 12 w 70"/>
                <a:gd name="T3" fmla="*/ 4 h 21"/>
                <a:gd name="T4" fmla="*/ 0 w 70"/>
                <a:gd name="T5" fmla="*/ 0 h 21"/>
                <a:gd name="T6" fmla="*/ 0 60000 65536"/>
                <a:gd name="T7" fmla="*/ 0 60000 65536"/>
                <a:gd name="T8" fmla="*/ 0 60000 65536"/>
                <a:gd name="T9" fmla="*/ 0 w 70"/>
                <a:gd name="T10" fmla="*/ 0 h 21"/>
                <a:gd name="T11" fmla="*/ 70 w 70"/>
                <a:gd name="T12" fmla="*/ 21 h 21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70" h="21">
                  <a:moveTo>
                    <a:pt x="70" y="21"/>
                  </a:moveTo>
                  <a:cubicBezTo>
                    <a:pt x="62" y="20"/>
                    <a:pt x="55" y="19"/>
                    <a:pt x="47" y="19"/>
                  </a:cubicBezTo>
                  <a:cubicBezTo>
                    <a:pt x="31" y="19"/>
                    <a:pt x="11" y="12"/>
                    <a:pt x="0" y="0"/>
                  </a:cubicBezTo>
                </a:path>
              </a:pathLst>
            </a:custGeom>
            <a:noFill/>
            <a:ln w="1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4243" name="Freeform 230">
              <a:extLst>
                <a:ext uri="{FF2B5EF4-FFF2-40B4-BE49-F238E27FC236}">
                  <a16:creationId xmlns:a16="http://schemas.microsoft.com/office/drawing/2014/main" id="{A1E43995-FFA6-4F90-A2F9-A44673EAF0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7" y="606"/>
              <a:ext cx="32" cy="5"/>
            </a:xfrm>
            <a:custGeom>
              <a:avLst/>
              <a:gdLst>
                <a:gd name="T0" fmla="*/ 13 w 50"/>
                <a:gd name="T1" fmla="*/ 1 h 7"/>
                <a:gd name="T2" fmla="*/ 10 w 50"/>
                <a:gd name="T3" fmla="*/ 1 h 7"/>
                <a:gd name="T4" fmla="*/ 0 w 50"/>
                <a:gd name="T5" fmla="*/ 1 h 7"/>
                <a:gd name="T6" fmla="*/ 0 60000 65536"/>
                <a:gd name="T7" fmla="*/ 0 60000 65536"/>
                <a:gd name="T8" fmla="*/ 0 60000 65536"/>
                <a:gd name="T9" fmla="*/ 0 w 50"/>
                <a:gd name="T10" fmla="*/ 0 h 7"/>
                <a:gd name="T11" fmla="*/ 50 w 50"/>
                <a:gd name="T12" fmla="*/ 7 h 7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50" h="7">
                  <a:moveTo>
                    <a:pt x="50" y="3"/>
                  </a:moveTo>
                  <a:cubicBezTo>
                    <a:pt x="46" y="0"/>
                    <a:pt x="41" y="2"/>
                    <a:pt x="37" y="2"/>
                  </a:cubicBezTo>
                  <a:cubicBezTo>
                    <a:pt x="25" y="4"/>
                    <a:pt x="13" y="7"/>
                    <a:pt x="0" y="3"/>
                  </a:cubicBezTo>
                </a:path>
              </a:pathLst>
            </a:custGeom>
            <a:noFill/>
            <a:ln w="1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4244" name="Freeform 231">
              <a:extLst>
                <a:ext uri="{FF2B5EF4-FFF2-40B4-BE49-F238E27FC236}">
                  <a16:creationId xmlns:a16="http://schemas.microsoft.com/office/drawing/2014/main" id="{7EA93E3C-E09B-49EC-874E-4362695B2C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4" y="643"/>
              <a:ext cx="75" cy="36"/>
            </a:xfrm>
            <a:custGeom>
              <a:avLst/>
              <a:gdLst>
                <a:gd name="T0" fmla="*/ 31 w 117"/>
                <a:gd name="T1" fmla="*/ 13 h 57"/>
                <a:gd name="T2" fmla="*/ 20 w 117"/>
                <a:gd name="T3" fmla="*/ 13 h 57"/>
                <a:gd name="T4" fmla="*/ 0 w 117"/>
                <a:gd name="T5" fmla="*/ 0 h 57"/>
                <a:gd name="T6" fmla="*/ 0 60000 65536"/>
                <a:gd name="T7" fmla="*/ 0 60000 65536"/>
                <a:gd name="T8" fmla="*/ 0 60000 65536"/>
                <a:gd name="T9" fmla="*/ 0 w 117"/>
                <a:gd name="T10" fmla="*/ 0 h 57"/>
                <a:gd name="T11" fmla="*/ 117 w 117"/>
                <a:gd name="T12" fmla="*/ 57 h 57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17" h="57">
                  <a:moveTo>
                    <a:pt x="117" y="51"/>
                  </a:moveTo>
                  <a:cubicBezTo>
                    <a:pt x="103" y="50"/>
                    <a:pt x="91" y="57"/>
                    <a:pt x="77" y="53"/>
                  </a:cubicBezTo>
                  <a:cubicBezTo>
                    <a:pt x="47" y="47"/>
                    <a:pt x="22" y="19"/>
                    <a:pt x="0" y="0"/>
                  </a:cubicBezTo>
                </a:path>
              </a:pathLst>
            </a:custGeom>
            <a:noFill/>
            <a:ln w="1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4245" name="Freeform 232">
              <a:extLst>
                <a:ext uri="{FF2B5EF4-FFF2-40B4-BE49-F238E27FC236}">
                  <a16:creationId xmlns:a16="http://schemas.microsoft.com/office/drawing/2014/main" id="{C4300BD7-711F-4E54-85EE-F247918089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8" y="666"/>
              <a:ext cx="30" cy="5"/>
            </a:xfrm>
            <a:custGeom>
              <a:avLst/>
              <a:gdLst>
                <a:gd name="T0" fmla="*/ 12 w 47"/>
                <a:gd name="T1" fmla="*/ 0 h 8"/>
                <a:gd name="T2" fmla="*/ 0 w 47"/>
                <a:gd name="T3" fmla="*/ 0 h 8"/>
                <a:gd name="T4" fmla="*/ 0 60000 65536"/>
                <a:gd name="T5" fmla="*/ 0 60000 65536"/>
                <a:gd name="T6" fmla="*/ 0 w 47"/>
                <a:gd name="T7" fmla="*/ 0 h 8"/>
                <a:gd name="T8" fmla="*/ 47 w 47"/>
                <a:gd name="T9" fmla="*/ 8 h 8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47" h="8">
                  <a:moveTo>
                    <a:pt x="47" y="0"/>
                  </a:moveTo>
                  <a:cubicBezTo>
                    <a:pt x="37" y="8"/>
                    <a:pt x="12" y="1"/>
                    <a:pt x="0" y="0"/>
                  </a:cubicBezTo>
                </a:path>
              </a:pathLst>
            </a:custGeom>
            <a:noFill/>
            <a:ln w="1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4246" name="Freeform 233">
              <a:extLst>
                <a:ext uri="{FF2B5EF4-FFF2-40B4-BE49-F238E27FC236}">
                  <a16:creationId xmlns:a16="http://schemas.microsoft.com/office/drawing/2014/main" id="{2977AC9F-ACCD-45DB-83D8-F6A7E566FE8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1" y="489"/>
              <a:ext cx="83" cy="173"/>
            </a:xfrm>
            <a:custGeom>
              <a:avLst/>
              <a:gdLst>
                <a:gd name="T0" fmla="*/ 34 w 130"/>
                <a:gd name="T1" fmla="*/ 1 h 271"/>
                <a:gd name="T2" fmla="*/ 29 w 130"/>
                <a:gd name="T3" fmla="*/ 1 h 271"/>
                <a:gd name="T4" fmla="*/ 23 w 130"/>
                <a:gd name="T5" fmla="*/ 2 h 271"/>
                <a:gd name="T6" fmla="*/ 9 w 130"/>
                <a:gd name="T7" fmla="*/ 11 h 271"/>
                <a:gd name="T8" fmla="*/ 1 w 130"/>
                <a:gd name="T9" fmla="*/ 37 h 271"/>
                <a:gd name="T10" fmla="*/ 4 w 130"/>
                <a:gd name="T11" fmla="*/ 53 h 271"/>
                <a:gd name="T12" fmla="*/ 8 w 130"/>
                <a:gd name="T13" fmla="*/ 70 h 27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30"/>
                <a:gd name="T22" fmla="*/ 0 h 271"/>
                <a:gd name="T23" fmla="*/ 130 w 130"/>
                <a:gd name="T24" fmla="*/ 271 h 271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30" h="271">
                  <a:moveTo>
                    <a:pt x="130" y="2"/>
                  </a:moveTo>
                  <a:cubicBezTo>
                    <a:pt x="125" y="0"/>
                    <a:pt x="118" y="3"/>
                    <a:pt x="112" y="4"/>
                  </a:cubicBezTo>
                  <a:cubicBezTo>
                    <a:pt x="104" y="5"/>
                    <a:pt x="95" y="6"/>
                    <a:pt x="87" y="8"/>
                  </a:cubicBezTo>
                  <a:cubicBezTo>
                    <a:pt x="67" y="13"/>
                    <a:pt x="49" y="29"/>
                    <a:pt x="34" y="43"/>
                  </a:cubicBezTo>
                  <a:cubicBezTo>
                    <a:pt x="9" y="68"/>
                    <a:pt x="0" y="108"/>
                    <a:pt x="5" y="143"/>
                  </a:cubicBezTo>
                  <a:cubicBezTo>
                    <a:pt x="7" y="163"/>
                    <a:pt x="12" y="184"/>
                    <a:pt x="16" y="204"/>
                  </a:cubicBezTo>
                  <a:cubicBezTo>
                    <a:pt x="21" y="227"/>
                    <a:pt x="32" y="247"/>
                    <a:pt x="32" y="271"/>
                  </a:cubicBezTo>
                </a:path>
              </a:pathLst>
            </a:custGeom>
            <a:noFill/>
            <a:ln w="1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4247" name="Freeform 234">
              <a:extLst>
                <a:ext uri="{FF2B5EF4-FFF2-40B4-BE49-F238E27FC236}">
                  <a16:creationId xmlns:a16="http://schemas.microsoft.com/office/drawing/2014/main" id="{7B573FD1-8D47-4D3E-A575-E85376F7FFB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6" y="522"/>
              <a:ext cx="29" cy="173"/>
            </a:xfrm>
            <a:custGeom>
              <a:avLst/>
              <a:gdLst>
                <a:gd name="T0" fmla="*/ 1 w 46"/>
                <a:gd name="T1" fmla="*/ 0 h 271"/>
                <a:gd name="T2" fmla="*/ 0 w 46"/>
                <a:gd name="T3" fmla="*/ 7 h 271"/>
                <a:gd name="T4" fmla="*/ 4 w 46"/>
                <a:gd name="T5" fmla="*/ 24 h 271"/>
                <a:gd name="T6" fmla="*/ 11 w 46"/>
                <a:gd name="T7" fmla="*/ 46 h 271"/>
                <a:gd name="T8" fmla="*/ 5 w 46"/>
                <a:gd name="T9" fmla="*/ 70 h 2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46"/>
                <a:gd name="T16" fmla="*/ 0 h 271"/>
                <a:gd name="T17" fmla="*/ 46 w 46"/>
                <a:gd name="T18" fmla="*/ 271 h 27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46" h="271">
                  <a:moveTo>
                    <a:pt x="3" y="0"/>
                  </a:moveTo>
                  <a:cubicBezTo>
                    <a:pt x="4" y="8"/>
                    <a:pt x="0" y="18"/>
                    <a:pt x="0" y="27"/>
                  </a:cubicBezTo>
                  <a:cubicBezTo>
                    <a:pt x="1" y="50"/>
                    <a:pt x="10" y="71"/>
                    <a:pt x="18" y="92"/>
                  </a:cubicBezTo>
                  <a:cubicBezTo>
                    <a:pt x="29" y="120"/>
                    <a:pt x="41" y="146"/>
                    <a:pt x="43" y="177"/>
                  </a:cubicBezTo>
                  <a:cubicBezTo>
                    <a:pt x="46" y="210"/>
                    <a:pt x="40" y="243"/>
                    <a:pt x="21" y="271"/>
                  </a:cubicBezTo>
                </a:path>
              </a:pathLst>
            </a:custGeom>
            <a:noFill/>
            <a:ln w="1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4248" name="Freeform 235">
              <a:extLst>
                <a:ext uri="{FF2B5EF4-FFF2-40B4-BE49-F238E27FC236}">
                  <a16:creationId xmlns:a16="http://schemas.microsoft.com/office/drawing/2014/main" id="{7A125A34-38C5-42D4-96E9-E66D4C4780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5" y="500"/>
              <a:ext cx="42" cy="172"/>
            </a:xfrm>
            <a:custGeom>
              <a:avLst/>
              <a:gdLst>
                <a:gd name="T0" fmla="*/ 17 w 66"/>
                <a:gd name="T1" fmla="*/ 0 h 268"/>
                <a:gd name="T2" fmla="*/ 13 w 66"/>
                <a:gd name="T3" fmla="*/ 8 h 268"/>
                <a:gd name="T4" fmla="*/ 5 w 66"/>
                <a:gd name="T5" fmla="*/ 24 h 268"/>
                <a:gd name="T6" fmla="*/ 6 w 66"/>
                <a:gd name="T7" fmla="*/ 44 h 268"/>
                <a:gd name="T8" fmla="*/ 4 w 66"/>
                <a:gd name="T9" fmla="*/ 57 h 268"/>
                <a:gd name="T10" fmla="*/ 0 w 66"/>
                <a:gd name="T11" fmla="*/ 71 h 26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66"/>
                <a:gd name="T19" fmla="*/ 0 h 268"/>
                <a:gd name="T20" fmla="*/ 66 w 66"/>
                <a:gd name="T21" fmla="*/ 268 h 268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66" h="268">
                  <a:moveTo>
                    <a:pt x="66" y="0"/>
                  </a:moveTo>
                  <a:cubicBezTo>
                    <a:pt x="63" y="12"/>
                    <a:pt x="56" y="21"/>
                    <a:pt x="49" y="31"/>
                  </a:cubicBezTo>
                  <a:cubicBezTo>
                    <a:pt x="35" y="50"/>
                    <a:pt x="25" y="68"/>
                    <a:pt x="21" y="91"/>
                  </a:cubicBezTo>
                  <a:cubicBezTo>
                    <a:pt x="16" y="116"/>
                    <a:pt x="22" y="142"/>
                    <a:pt x="22" y="168"/>
                  </a:cubicBezTo>
                  <a:cubicBezTo>
                    <a:pt x="21" y="184"/>
                    <a:pt x="19" y="200"/>
                    <a:pt x="18" y="216"/>
                  </a:cubicBezTo>
                  <a:cubicBezTo>
                    <a:pt x="17" y="236"/>
                    <a:pt x="9" y="251"/>
                    <a:pt x="0" y="268"/>
                  </a:cubicBezTo>
                </a:path>
              </a:pathLst>
            </a:custGeom>
            <a:noFill/>
            <a:ln w="1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4249" name="Freeform 236">
              <a:extLst>
                <a:ext uri="{FF2B5EF4-FFF2-40B4-BE49-F238E27FC236}">
                  <a16:creationId xmlns:a16="http://schemas.microsoft.com/office/drawing/2014/main" id="{A506FDA7-B5DB-4465-9CEC-1EC57696EBA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7" y="2555"/>
              <a:ext cx="117" cy="391"/>
            </a:xfrm>
            <a:custGeom>
              <a:avLst/>
              <a:gdLst>
                <a:gd name="T0" fmla="*/ 48 w 183"/>
                <a:gd name="T1" fmla="*/ 160 h 611"/>
                <a:gd name="T2" fmla="*/ 37 w 183"/>
                <a:gd name="T3" fmla="*/ 152 h 611"/>
                <a:gd name="T4" fmla="*/ 27 w 183"/>
                <a:gd name="T5" fmla="*/ 147 h 611"/>
                <a:gd name="T6" fmla="*/ 12 w 183"/>
                <a:gd name="T7" fmla="*/ 134 h 611"/>
                <a:gd name="T8" fmla="*/ 1 w 183"/>
                <a:gd name="T9" fmla="*/ 92 h 611"/>
                <a:gd name="T10" fmla="*/ 11 w 183"/>
                <a:gd name="T11" fmla="*/ 34 h 611"/>
                <a:gd name="T12" fmla="*/ 20 w 183"/>
                <a:gd name="T13" fmla="*/ 0 h 6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83"/>
                <a:gd name="T22" fmla="*/ 0 h 611"/>
                <a:gd name="T23" fmla="*/ 183 w 183"/>
                <a:gd name="T24" fmla="*/ 611 h 611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83" h="611">
                  <a:moveTo>
                    <a:pt x="183" y="611"/>
                  </a:moveTo>
                  <a:cubicBezTo>
                    <a:pt x="165" y="602"/>
                    <a:pt x="149" y="591"/>
                    <a:pt x="140" y="582"/>
                  </a:cubicBezTo>
                  <a:cubicBezTo>
                    <a:pt x="130" y="573"/>
                    <a:pt x="112" y="564"/>
                    <a:pt x="102" y="560"/>
                  </a:cubicBezTo>
                  <a:cubicBezTo>
                    <a:pt x="93" y="556"/>
                    <a:pt x="86" y="549"/>
                    <a:pt x="46" y="513"/>
                  </a:cubicBezTo>
                  <a:cubicBezTo>
                    <a:pt x="5" y="477"/>
                    <a:pt x="3" y="394"/>
                    <a:pt x="1" y="352"/>
                  </a:cubicBezTo>
                  <a:cubicBezTo>
                    <a:pt x="0" y="310"/>
                    <a:pt x="26" y="193"/>
                    <a:pt x="43" y="129"/>
                  </a:cubicBezTo>
                  <a:cubicBezTo>
                    <a:pt x="60" y="64"/>
                    <a:pt x="75" y="0"/>
                    <a:pt x="75" y="0"/>
                  </a:cubicBezTo>
                </a:path>
              </a:pathLst>
            </a:custGeom>
            <a:noFill/>
            <a:ln w="2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4250" name="Freeform 237">
              <a:extLst>
                <a:ext uri="{FF2B5EF4-FFF2-40B4-BE49-F238E27FC236}">
                  <a16:creationId xmlns:a16="http://schemas.microsoft.com/office/drawing/2014/main" id="{0B3653A0-C74C-4CE1-8633-30A6C6CCFB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1" y="2988"/>
              <a:ext cx="58" cy="37"/>
            </a:xfrm>
            <a:custGeom>
              <a:avLst/>
              <a:gdLst>
                <a:gd name="T0" fmla="*/ 24 w 90"/>
                <a:gd name="T1" fmla="*/ 15 h 58"/>
                <a:gd name="T2" fmla="*/ 23 w 90"/>
                <a:gd name="T3" fmla="*/ 13 h 58"/>
                <a:gd name="T4" fmla="*/ 21 w 90"/>
                <a:gd name="T5" fmla="*/ 12 h 58"/>
                <a:gd name="T6" fmla="*/ 17 w 90"/>
                <a:gd name="T7" fmla="*/ 8 h 58"/>
                <a:gd name="T8" fmla="*/ 14 w 90"/>
                <a:gd name="T9" fmla="*/ 6 h 58"/>
                <a:gd name="T10" fmla="*/ 12 w 90"/>
                <a:gd name="T11" fmla="*/ 6 h 58"/>
                <a:gd name="T12" fmla="*/ 6 w 90"/>
                <a:gd name="T13" fmla="*/ 4 h 58"/>
                <a:gd name="T14" fmla="*/ 3 w 90"/>
                <a:gd name="T15" fmla="*/ 2 h 58"/>
                <a:gd name="T16" fmla="*/ 0 w 90"/>
                <a:gd name="T17" fmla="*/ 0 h 5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90"/>
                <a:gd name="T28" fmla="*/ 0 h 58"/>
                <a:gd name="T29" fmla="*/ 90 w 90"/>
                <a:gd name="T30" fmla="*/ 58 h 58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90" h="58">
                  <a:moveTo>
                    <a:pt x="90" y="58"/>
                  </a:moveTo>
                  <a:cubicBezTo>
                    <a:pt x="88" y="57"/>
                    <a:pt x="86" y="53"/>
                    <a:pt x="85" y="51"/>
                  </a:cubicBezTo>
                  <a:cubicBezTo>
                    <a:pt x="82" y="49"/>
                    <a:pt x="80" y="47"/>
                    <a:pt x="77" y="45"/>
                  </a:cubicBezTo>
                  <a:cubicBezTo>
                    <a:pt x="70" y="42"/>
                    <a:pt x="66" y="38"/>
                    <a:pt x="62" y="32"/>
                  </a:cubicBezTo>
                  <a:cubicBezTo>
                    <a:pt x="59" y="27"/>
                    <a:pt x="58" y="26"/>
                    <a:pt x="53" y="24"/>
                  </a:cubicBezTo>
                  <a:cubicBezTo>
                    <a:pt x="50" y="23"/>
                    <a:pt x="46" y="23"/>
                    <a:pt x="43" y="22"/>
                  </a:cubicBezTo>
                  <a:cubicBezTo>
                    <a:pt x="36" y="20"/>
                    <a:pt x="28" y="18"/>
                    <a:pt x="22" y="14"/>
                  </a:cubicBezTo>
                  <a:cubicBezTo>
                    <a:pt x="18" y="12"/>
                    <a:pt x="14" y="10"/>
                    <a:pt x="11" y="8"/>
                  </a:cubicBezTo>
                  <a:cubicBezTo>
                    <a:pt x="7" y="6"/>
                    <a:pt x="3" y="2"/>
                    <a:pt x="0" y="0"/>
                  </a:cubicBezTo>
                </a:path>
              </a:pathLst>
            </a:custGeom>
            <a:noFill/>
            <a:ln w="2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4251" name="Freeform 238">
              <a:extLst>
                <a:ext uri="{FF2B5EF4-FFF2-40B4-BE49-F238E27FC236}">
                  <a16:creationId xmlns:a16="http://schemas.microsoft.com/office/drawing/2014/main" id="{10AEEC62-326E-471F-B0E3-B50B0C52CB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5" y="2985"/>
              <a:ext cx="6" cy="10"/>
            </a:xfrm>
            <a:custGeom>
              <a:avLst/>
              <a:gdLst>
                <a:gd name="T0" fmla="*/ 3 w 9"/>
                <a:gd name="T1" fmla="*/ 4 h 16"/>
                <a:gd name="T2" fmla="*/ 0 w 9"/>
                <a:gd name="T3" fmla="*/ 0 h 16"/>
                <a:gd name="T4" fmla="*/ 0 60000 65536"/>
                <a:gd name="T5" fmla="*/ 0 60000 65536"/>
                <a:gd name="T6" fmla="*/ 0 w 9"/>
                <a:gd name="T7" fmla="*/ 0 h 16"/>
                <a:gd name="T8" fmla="*/ 9 w 9"/>
                <a:gd name="T9" fmla="*/ 16 h 1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9" h="16">
                  <a:moveTo>
                    <a:pt x="9" y="16"/>
                  </a:moveTo>
                  <a:cubicBezTo>
                    <a:pt x="5" y="12"/>
                    <a:pt x="0" y="6"/>
                    <a:pt x="0" y="0"/>
                  </a:cubicBezTo>
                </a:path>
              </a:pathLst>
            </a:custGeom>
            <a:noFill/>
            <a:ln w="2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4252" name="Freeform 239">
              <a:extLst>
                <a:ext uri="{FF2B5EF4-FFF2-40B4-BE49-F238E27FC236}">
                  <a16:creationId xmlns:a16="http://schemas.microsoft.com/office/drawing/2014/main" id="{2ED6F4EB-17C6-4CF4-9AE6-8C2D659216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3" y="2999"/>
              <a:ext cx="55" cy="36"/>
            </a:xfrm>
            <a:custGeom>
              <a:avLst/>
              <a:gdLst>
                <a:gd name="T0" fmla="*/ 22 w 86"/>
                <a:gd name="T1" fmla="*/ 15 h 56"/>
                <a:gd name="T2" fmla="*/ 21 w 86"/>
                <a:gd name="T3" fmla="*/ 13 h 56"/>
                <a:gd name="T4" fmla="*/ 19 w 86"/>
                <a:gd name="T5" fmla="*/ 11 h 56"/>
                <a:gd name="T6" fmla="*/ 17 w 86"/>
                <a:gd name="T7" fmla="*/ 10 h 56"/>
                <a:gd name="T8" fmla="*/ 15 w 86"/>
                <a:gd name="T9" fmla="*/ 6 h 56"/>
                <a:gd name="T10" fmla="*/ 8 w 86"/>
                <a:gd name="T11" fmla="*/ 5 h 56"/>
                <a:gd name="T12" fmla="*/ 2 w 86"/>
                <a:gd name="T13" fmla="*/ 1 h 56"/>
                <a:gd name="T14" fmla="*/ 0 w 86"/>
                <a:gd name="T15" fmla="*/ 0 h 5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86"/>
                <a:gd name="T25" fmla="*/ 0 h 56"/>
                <a:gd name="T26" fmla="*/ 86 w 86"/>
                <a:gd name="T27" fmla="*/ 56 h 5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86" h="56">
                  <a:moveTo>
                    <a:pt x="86" y="56"/>
                  </a:moveTo>
                  <a:cubicBezTo>
                    <a:pt x="84" y="53"/>
                    <a:pt x="85" y="51"/>
                    <a:pt x="81" y="48"/>
                  </a:cubicBezTo>
                  <a:cubicBezTo>
                    <a:pt x="78" y="46"/>
                    <a:pt x="75" y="44"/>
                    <a:pt x="71" y="42"/>
                  </a:cubicBezTo>
                  <a:cubicBezTo>
                    <a:pt x="69" y="40"/>
                    <a:pt x="66" y="38"/>
                    <a:pt x="65" y="35"/>
                  </a:cubicBezTo>
                  <a:cubicBezTo>
                    <a:pt x="63" y="31"/>
                    <a:pt x="63" y="27"/>
                    <a:pt x="59" y="24"/>
                  </a:cubicBezTo>
                  <a:cubicBezTo>
                    <a:pt x="51" y="20"/>
                    <a:pt x="40" y="20"/>
                    <a:pt x="32" y="17"/>
                  </a:cubicBezTo>
                  <a:cubicBezTo>
                    <a:pt x="22" y="15"/>
                    <a:pt x="15" y="10"/>
                    <a:pt x="7" y="5"/>
                  </a:cubicBezTo>
                  <a:cubicBezTo>
                    <a:pt x="5" y="4"/>
                    <a:pt x="2" y="1"/>
                    <a:pt x="0" y="0"/>
                  </a:cubicBezTo>
                </a:path>
              </a:pathLst>
            </a:custGeom>
            <a:noFill/>
            <a:ln w="2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4253" name="Freeform 240">
              <a:extLst>
                <a:ext uri="{FF2B5EF4-FFF2-40B4-BE49-F238E27FC236}">
                  <a16:creationId xmlns:a16="http://schemas.microsoft.com/office/drawing/2014/main" id="{C0BBEA17-10FE-4128-BF65-3E9346E0AE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8" y="2994"/>
              <a:ext cx="5" cy="11"/>
            </a:xfrm>
            <a:custGeom>
              <a:avLst/>
              <a:gdLst>
                <a:gd name="T0" fmla="*/ 2 w 9"/>
                <a:gd name="T1" fmla="*/ 5 h 17"/>
                <a:gd name="T2" fmla="*/ 0 w 9"/>
                <a:gd name="T3" fmla="*/ 0 h 17"/>
                <a:gd name="T4" fmla="*/ 0 60000 65536"/>
                <a:gd name="T5" fmla="*/ 0 60000 65536"/>
                <a:gd name="T6" fmla="*/ 0 w 9"/>
                <a:gd name="T7" fmla="*/ 0 h 17"/>
                <a:gd name="T8" fmla="*/ 9 w 9"/>
                <a:gd name="T9" fmla="*/ 17 h 17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9" h="17">
                  <a:moveTo>
                    <a:pt x="9" y="17"/>
                  </a:moveTo>
                  <a:cubicBezTo>
                    <a:pt x="6" y="12"/>
                    <a:pt x="2" y="7"/>
                    <a:pt x="0" y="0"/>
                  </a:cubicBezTo>
                </a:path>
              </a:pathLst>
            </a:custGeom>
            <a:noFill/>
            <a:ln w="2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4254" name="Freeform 241">
              <a:extLst>
                <a:ext uri="{FF2B5EF4-FFF2-40B4-BE49-F238E27FC236}">
                  <a16:creationId xmlns:a16="http://schemas.microsoft.com/office/drawing/2014/main" id="{CCAEA66E-76D1-4EC8-B13C-FE82E4D62E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2" y="3008"/>
              <a:ext cx="49" cy="35"/>
            </a:xfrm>
            <a:custGeom>
              <a:avLst/>
              <a:gdLst>
                <a:gd name="T0" fmla="*/ 20 w 76"/>
                <a:gd name="T1" fmla="*/ 14 h 55"/>
                <a:gd name="T2" fmla="*/ 16 w 76"/>
                <a:gd name="T3" fmla="*/ 10 h 55"/>
                <a:gd name="T4" fmla="*/ 11 w 76"/>
                <a:gd name="T5" fmla="*/ 6 h 55"/>
                <a:gd name="T6" fmla="*/ 8 w 76"/>
                <a:gd name="T7" fmla="*/ 6 h 55"/>
                <a:gd name="T8" fmla="*/ 6 w 76"/>
                <a:gd name="T9" fmla="*/ 4 h 55"/>
                <a:gd name="T10" fmla="*/ 0 w 76"/>
                <a:gd name="T11" fmla="*/ 0 h 5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76"/>
                <a:gd name="T19" fmla="*/ 0 h 55"/>
                <a:gd name="T20" fmla="*/ 76 w 76"/>
                <a:gd name="T21" fmla="*/ 55 h 55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76" h="55">
                  <a:moveTo>
                    <a:pt x="75" y="55"/>
                  </a:moveTo>
                  <a:cubicBezTo>
                    <a:pt x="76" y="47"/>
                    <a:pt x="66" y="43"/>
                    <a:pt x="61" y="38"/>
                  </a:cubicBezTo>
                  <a:cubicBezTo>
                    <a:pt x="55" y="32"/>
                    <a:pt x="51" y="25"/>
                    <a:pt x="42" y="23"/>
                  </a:cubicBezTo>
                  <a:cubicBezTo>
                    <a:pt x="39" y="23"/>
                    <a:pt x="35" y="23"/>
                    <a:pt x="31" y="22"/>
                  </a:cubicBezTo>
                  <a:cubicBezTo>
                    <a:pt x="27" y="21"/>
                    <a:pt x="25" y="18"/>
                    <a:pt x="22" y="15"/>
                  </a:cubicBezTo>
                  <a:cubicBezTo>
                    <a:pt x="15" y="9"/>
                    <a:pt x="6" y="6"/>
                    <a:pt x="0" y="0"/>
                  </a:cubicBezTo>
                </a:path>
              </a:pathLst>
            </a:custGeom>
            <a:noFill/>
            <a:ln w="2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4255" name="Freeform 242">
              <a:extLst>
                <a:ext uri="{FF2B5EF4-FFF2-40B4-BE49-F238E27FC236}">
                  <a16:creationId xmlns:a16="http://schemas.microsoft.com/office/drawing/2014/main" id="{B7587113-8191-4D88-9733-5C3701DD79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7" y="3005"/>
              <a:ext cx="3" cy="8"/>
            </a:xfrm>
            <a:custGeom>
              <a:avLst/>
              <a:gdLst>
                <a:gd name="T0" fmla="*/ 1 w 5"/>
                <a:gd name="T1" fmla="*/ 3 h 12"/>
                <a:gd name="T2" fmla="*/ 0 w 5"/>
                <a:gd name="T3" fmla="*/ 0 h 12"/>
                <a:gd name="T4" fmla="*/ 0 60000 65536"/>
                <a:gd name="T5" fmla="*/ 0 60000 65536"/>
                <a:gd name="T6" fmla="*/ 0 w 5"/>
                <a:gd name="T7" fmla="*/ 0 h 12"/>
                <a:gd name="T8" fmla="*/ 5 w 5"/>
                <a:gd name="T9" fmla="*/ 12 h 12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5" h="12">
                  <a:moveTo>
                    <a:pt x="5" y="12"/>
                  </a:moveTo>
                  <a:cubicBezTo>
                    <a:pt x="2" y="9"/>
                    <a:pt x="0" y="4"/>
                    <a:pt x="0" y="0"/>
                  </a:cubicBezTo>
                </a:path>
              </a:pathLst>
            </a:custGeom>
            <a:noFill/>
            <a:ln w="2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4256" name="Freeform 243">
              <a:extLst>
                <a:ext uri="{FF2B5EF4-FFF2-40B4-BE49-F238E27FC236}">
                  <a16:creationId xmlns:a16="http://schemas.microsoft.com/office/drawing/2014/main" id="{E98498B9-ADB4-45B8-A33E-936E32A6AD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1" y="3016"/>
              <a:ext cx="38" cy="25"/>
            </a:xfrm>
            <a:custGeom>
              <a:avLst/>
              <a:gdLst>
                <a:gd name="T0" fmla="*/ 15 w 60"/>
                <a:gd name="T1" fmla="*/ 10 h 39"/>
                <a:gd name="T2" fmla="*/ 8 w 60"/>
                <a:gd name="T3" fmla="*/ 3 h 39"/>
                <a:gd name="T4" fmla="*/ 0 w 60"/>
                <a:gd name="T5" fmla="*/ 0 h 39"/>
                <a:gd name="T6" fmla="*/ 0 60000 65536"/>
                <a:gd name="T7" fmla="*/ 0 60000 65536"/>
                <a:gd name="T8" fmla="*/ 0 60000 65536"/>
                <a:gd name="T9" fmla="*/ 0 w 60"/>
                <a:gd name="T10" fmla="*/ 0 h 39"/>
                <a:gd name="T11" fmla="*/ 60 w 60"/>
                <a:gd name="T12" fmla="*/ 39 h 39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60" h="39">
                  <a:moveTo>
                    <a:pt x="60" y="39"/>
                  </a:moveTo>
                  <a:cubicBezTo>
                    <a:pt x="55" y="27"/>
                    <a:pt x="43" y="18"/>
                    <a:pt x="32" y="12"/>
                  </a:cubicBezTo>
                  <a:cubicBezTo>
                    <a:pt x="22" y="7"/>
                    <a:pt x="9" y="9"/>
                    <a:pt x="0" y="0"/>
                  </a:cubicBezTo>
                </a:path>
              </a:pathLst>
            </a:custGeom>
            <a:noFill/>
            <a:ln w="2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4257" name="Freeform 244">
              <a:extLst>
                <a:ext uri="{FF2B5EF4-FFF2-40B4-BE49-F238E27FC236}">
                  <a16:creationId xmlns:a16="http://schemas.microsoft.com/office/drawing/2014/main" id="{69CAFB68-DEF9-4388-9091-F5B5025D8BB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5" y="2818"/>
              <a:ext cx="18" cy="119"/>
            </a:xfrm>
            <a:custGeom>
              <a:avLst/>
              <a:gdLst>
                <a:gd name="T0" fmla="*/ 1 w 28"/>
                <a:gd name="T1" fmla="*/ 0 h 187"/>
                <a:gd name="T2" fmla="*/ 5 w 28"/>
                <a:gd name="T3" fmla="*/ 24 h 187"/>
                <a:gd name="T4" fmla="*/ 4 w 28"/>
                <a:gd name="T5" fmla="*/ 36 h 187"/>
                <a:gd name="T6" fmla="*/ 4 w 28"/>
                <a:gd name="T7" fmla="*/ 42 h 187"/>
                <a:gd name="T8" fmla="*/ 8 w 28"/>
                <a:gd name="T9" fmla="*/ 48 h 18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8"/>
                <a:gd name="T16" fmla="*/ 0 h 187"/>
                <a:gd name="T17" fmla="*/ 28 w 28"/>
                <a:gd name="T18" fmla="*/ 187 h 18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8" h="187">
                  <a:moveTo>
                    <a:pt x="2" y="0"/>
                  </a:moveTo>
                  <a:cubicBezTo>
                    <a:pt x="0" y="33"/>
                    <a:pt x="18" y="63"/>
                    <a:pt x="18" y="95"/>
                  </a:cubicBezTo>
                  <a:cubicBezTo>
                    <a:pt x="19" y="110"/>
                    <a:pt x="17" y="124"/>
                    <a:pt x="16" y="139"/>
                  </a:cubicBezTo>
                  <a:cubicBezTo>
                    <a:pt x="16" y="148"/>
                    <a:pt x="15" y="156"/>
                    <a:pt x="16" y="164"/>
                  </a:cubicBezTo>
                  <a:cubicBezTo>
                    <a:pt x="18" y="175"/>
                    <a:pt x="23" y="179"/>
                    <a:pt x="28" y="187"/>
                  </a:cubicBezTo>
                </a:path>
              </a:pathLst>
            </a:custGeom>
            <a:noFill/>
            <a:ln w="2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4258" name="Freeform 245">
              <a:extLst>
                <a:ext uri="{FF2B5EF4-FFF2-40B4-BE49-F238E27FC236}">
                  <a16:creationId xmlns:a16="http://schemas.microsoft.com/office/drawing/2014/main" id="{B0F1D024-A0BE-4539-8D2F-66167FA1AE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1" y="2937"/>
              <a:ext cx="5" cy="1"/>
            </a:xfrm>
            <a:custGeom>
              <a:avLst/>
              <a:gdLst>
                <a:gd name="T0" fmla="*/ 0 w 8"/>
                <a:gd name="T1" fmla="*/ 0 h 2"/>
                <a:gd name="T2" fmla="*/ 2 w 8"/>
                <a:gd name="T3" fmla="*/ 1 h 2"/>
                <a:gd name="T4" fmla="*/ 0 60000 65536"/>
                <a:gd name="T5" fmla="*/ 0 60000 65536"/>
                <a:gd name="T6" fmla="*/ 0 w 8"/>
                <a:gd name="T7" fmla="*/ 0 h 2"/>
                <a:gd name="T8" fmla="*/ 8 w 8"/>
                <a:gd name="T9" fmla="*/ 2 h 2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8" h="2">
                  <a:moveTo>
                    <a:pt x="0" y="0"/>
                  </a:moveTo>
                  <a:cubicBezTo>
                    <a:pt x="3" y="1"/>
                    <a:pt x="6" y="1"/>
                    <a:pt x="8" y="2"/>
                  </a:cubicBezTo>
                </a:path>
              </a:pathLst>
            </a:custGeom>
            <a:noFill/>
            <a:ln w="2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4259" name="Freeform 246">
              <a:extLst>
                <a:ext uri="{FF2B5EF4-FFF2-40B4-BE49-F238E27FC236}">
                  <a16:creationId xmlns:a16="http://schemas.microsoft.com/office/drawing/2014/main" id="{09F4E998-33D0-4960-9AC4-22481A36D2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4" y="2990"/>
              <a:ext cx="22" cy="20"/>
            </a:xfrm>
            <a:custGeom>
              <a:avLst/>
              <a:gdLst>
                <a:gd name="T0" fmla="*/ 1 w 34"/>
                <a:gd name="T1" fmla="*/ 0 h 30"/>
                <a:gd name="T2" fmla="*/ 1 w 34"/>
                <a:gd name="T3" fmla="*/ 1 h 30"/>
                <a:gd name="T4" fmla="*/ 0 w 34"/>
                <a:gd name="T5" fmla="*/ 3 h 30"/>
                <a:gd name="T6" fmla="*/ 2 w 34"/>
                <a:gd name="T7" fmla="*/ 7 h 30"/>
                <a:gd name="T8" fmla="*/ 3 w 34"/>
                <a:gd name="T9" fmla="*/ 9 h 30"/>
                <a:gd name="T10" fmla="*/ 4 w 34"/>
                <a:gd name="T11" fmla="*/ 9 h 30"/>
                <a:gd name="T12" fmla="*/ 5 w 34"/>
                <a:gd name="T13" fmla="*/ 7 h 30"/>
                <a:gd name="T14" fmla="*/ 6 w 34"/>
                <a:gd name="T15" fmla="*/ 6 h 30"/>
                <a:gd name="T16" fmla="*/ 8 w 34"/>
                <a:gd name="T17" fmla="*/ 3 h 30"/>
                <a:gd name="T18" fmla="*/ 9 w 34"/>
                <a:gd name="T19" fmla="*/ 1 h 3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34"/>
                <a:gd name="T31" fmla="*/ 0 h 30"/>
                <a:gd name="T32" fmla="*/ 34 w 34"/>
                <a:gd name="T33" fmla="*/ 30 h 30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34" h="30">
                  <a:moveTo>
                    <a:pt x="4" y="0"/>
                  </a:moveTo>
                  <a:cubicBezTo>
                    <a:pt x="4" y="2"/>
                    <a:pt x="2" y="4"/>
                    <a:pt x="1" y="5"/>
                  </a:cubicBezTo>
                  <a:cubicBezTo>
                    <a:pt x="0" y="7"/>
                    <a:pt x="0" y="9"/>
                    <a:pt x="0" y="11"/>
                  </a:cubicBezTo>
                  <a:cubicBezTo>
                    <a:pt x="0" y="16"/>
                    <a:pt x="3" y="21"/>
                    <a:pt x="7" y="24"/>
                  </a:cubicBezTo>
                  <a:cubicBezTo>
                    <a:pt x="8" y="25"/>
                    <a:pt x="10" y="26"/>
                    <a:pt x="12" y="28"/>
                  </a:cubicBezTo>
                  <a:cubicBezTo>
                    <a:pt x="13" y="28"/>
                    <a:pt x="15" y="30"/>
                    <a:pt x="16" y="30"/>
                  </a:cubicBezTo>
                  <a:cubicBezTo>
                    <a:pt x="17" y="30"/>
                    <a:pt x="19" y="27"/>
                    <a:pt x="20" y="26"/>
                  </a:cubicBezTo>
                  <a:cubicBezTo>
                    <a:pt x="22" y="24"/>
                    <a:pt x="23" y="22"/>
                    <a:pt x="25" y="20"/>
                  </a:cubicBezTo>
                  <a:cubicBezTo>
                    <a:pt x="27" y="17"/>
                    <a:pt x="30" y="14"/>
                    <a:pt x="31" y="11"/>
                  </a:cubicBezTo>
                  <a:cubicBezTo>
                    <a:pt x="32" y="9"/>
                    <a:pt x="34" y="6"/>
                    <a:pt x="33" y="4"/>
                  </a:cubicBezTo>
                </a:path>
              </a:pathLst>
            </a:custGeom>
            <a:noFill/>
            <a:ln w="1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4260" name="Freeform 247">
              <a:extLst>
                <a:ext uri="{FF2B5EF4-FFF2-40B4-BE49-F238E27FC236}">
                  <a16:creationId xmlns:a16="http://schemas.microsoft.com/office/drawing/2014/main" id="{7A07EB29-B1AD-4243-A63C-D8AC954FB9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0" y="3017"/>
              <a:ext cx="16" cy="10"/>
            </a:xfrm>
            <a:custGeom>
              <a:avLst/>
              <a:gdLst>
                <a:gd name="T0" fmla="*/ 4 w 25"/>
                <a:gd name="T1" fmla="*/ 0 h 16"/>
                <a:gd name="T2" fmla="*/ 3 w 25"/>
                <a:gd name="T3" fmla="*/ 1 h 16"/>
                <a:gd name="T4" fmla="*/ 2 w 25"/>
                <a:gd name="T5" fmla="*/ 2 h 16"/>
                <a:gd name="T6" fmla="*/ 1 w 25"/>
                <a:gd name="T7" fmla="*/ 3 h 16"/>
                <a:gd name="T8" fmla="*/ 3 w 25"/>
                <a:gd name="T9" fmla="*/ 4 h 16"/>
                <a:gd name="T10" fmla="*/ 4 w 25"/>
                <a:gd name="T11" fmla="*/ 4 h 16"/>
                <a:gd name="T12" fmla="*/ 5 w 25"/>
                <a:gd name="T13" fmla="*/ 3 h 16"/>
                <a:gd name="T14" fmla="*/ 6 w 25"/>
                <a:gd name="T15" fmla="*/ 2 h 16"/>
                <a:gd name="T16" fmla="*/ 6 w 25"/>
                <a:gd name="T17" fmla="*/ 2 h 1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25"/>
                <a:gd name="T28" fmla="*/ 0 h 16"/>
                <a:gd name="T29" fmla="*/ 25 w 25"/>
                <a:gd name="T30" fmla="*/ 16 h 1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25" h="16">
                  <a:moveTo>
                    <a:pt x="14" y="0"/>
                  </a:moveTo>
                  <a:cubicBezTo>
                    <a:pt x="12" y="0"/>
                    <a:pt x="11" y="0"/>
                    <a:pt x="9" y="1"/>
                  </a:cubicBezTo>
                  <a:cubicBezTo>
                    <a:pt x="8" y="3"/>
                    <a:pt x="7" y="4"/>
                    <a:pt x="6" y="6"/>
                  </a:cubicBezTo>
                  <a:cubicBezTo>
                    <a:pt x="4" y="7"/>
                    <a:pt x="0" y="10"/>
                    <a:pt x="4" y="12"/>
                  </a:cubicBezTo>
                  <a:cubicBezTo>
                    <a:pt x="5" y="13"/>
                    <a:pt x="8" y="13"/>
                    <a:pt x="9" y="14"/>
                  </a:cubicBezTo>
                  <a:cubicBezTo>
                    <a:pt x="11" y="15"/>
                    <a:pt x="12" y="16"/>
                    <a:pt x="14" y="15"/>
                  </a:cubicBezTo>
                  <a:cubicBezTo>
                    <a:pt x="16" y="14"/>
                    <a:pt x="18" y="12"/>
                    <a:pt x="19" y="10"/>
                  </a:cubicBezTo>
                  <a:cubicBezTo>
                    <a:pt x="20" y="9"/>
                    <a:pt x="21" y="8"/>
                    <a:pt x="22" y="7"/>
                  </a:cubicBezTo>
                  <a:cubicBezTo>
                    <a:pt x="23" y="7"/>
                    <a:pt x="24" y="7"/>
                    <a:pt x="25" y="6"/>
                  </a:cubicBezTo>
                </a:path>
              </a:pathLst>
            </a:custGeom>
            <a:noFill/>
            <a:ln w="1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4261" name="Freeform 248">
              <a:extLst>
                <a:ext uri="{FF2B5EF4-FFF2-40B4-BE49-F238E27FC236}">
                  <a16:creationId xmlns:a16="http://schemas.microsoft.com/office/drawing/2014/main" id="{61A9313B-2A5B-4DAD-845A-D65C2048515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9" y="3026"/>
              <a:ext cx="17" cy="14"/>
            </a:xfrm>
            <a:custGeom>
              <a:avLst/>
              <a:gdLst>
                <a:gd name="T0" fmla="*/ 4 w 26"/>
                <a:gd name="T1" fmla="*/ 0 h 21"/>
                <a:gd name="T2" fmla="*/ 3 w 26"/>
                <a:gd name="T3" fmla="*/ 1 h 21"/>
                <a:gd name="T4" fmla="*/ 2 w 26"/>
                <a:gd name="T5" fmla="*/ 2 h 21"/>
                <a:gd name="T6" fmla="*/ 1 w 26"/>
                <a:gd name="T7" fmla="*/ 5 h 21"/>
                <a:gd name="T8" fmla="*/ 2 w 26"/>
                <a:gd name="T9" fmla="*/ 5 h 21"/>
                <a:gd name="T10" fmla="*/ 3 w 26"/>
                <a:gd name="T11" fmla="*/ 6 h 21"/>
                <a:gd name="T12" fmla="*/ 5 w 26"/>
                <a:gd name="T13" fmla="*/ 5 h 21"/>
                <a:gd name="T14" fmla="*/ 7 w 26"/>
                <a:gd name="T15" fmla="*/ 3 h 21"/>
                <a:gd name="T16" fmla="*/ 7 w 26"/>
                <a:gd name="T17" fmla="*/ 2 h 2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26"/>
                <a:gd name="T28" fmla="*/ 0 h 21"/>
                <a:gd name="T29" fmla="*/ 26 w 26"/>
                <a:gd name="T30" fmla="*/ 21 h 21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26" h="21">
                  <a:moveTo>
                    <a:pt x="14" y="0"/>
                  </a:moveTo>
                  <a:cubicBezTo>
                    <a:pt x="14" y="2"/>
                    <a:pt x="12" y="2"/>
                    <a:pt x="11" y="3"/>
                  </a:cubicBezTo>
                  <a:cubicBezTo>
                    <a:pt x="10" y="4"/>
                    <a:pt x="8" y="6"/>
                    <a:pt x="7" y="7"/>
                  </a:cubicBezTo>
                  <a:cubicBezTo>
                    <a:pt x="4" y="10"/>
                    <a:pt x="0" y="14"/>
                    <a:pt x="5" y="17"/>
                  </a:cubicBezTo>
                  <a:cubicBezTo>
                    <a:pt x="6" y="18"/>
                    <a:pt x="7" y="18"/>
                    <a:pt x="8" y="18"/>
                  </a:cubicBezTo>
                  <a:cubicBezTo>
                    <a:pt x="9" y="19"/>
                    <a:pt x="10" y="20"/>
                    <a:pt x="11" y="20"/>
                  </a:cubicBezTo>
                  <a:cubicBezTo>
                    <a:pt x="14" y="21"/>
                    <a:pt x="16" y="20"/>
                    <a:pt x="18" y="18"/>
                  </a:cubicBezTo>
                  <a:cubicBezTo>
                    <a:pt x="20" y="17"/>
                    <a:pt x="23" y="15"/>
                    <a:pt x="24" y="12"/>
                  </a:cubicBezTo>
                  <a:cubicBezTo>
                    <a:pt x="25" y="10"/>
                    <a:pt x="26" y="7"/>
                    <a:pt x="25" y="6"/>
                  </a:cubicBezTo>
                </a:path>
              </a:pathLst>
            </a:custGeom>
            <a:noFill/>
            <a:ln w="1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4262" name="Freeform 249">
              <a:extLst>
                <a:ext uri="{FF2B5EF4-FFF2-40B4-BE49-F238E27FC236}">
                  <a16:creationId xmlns:a16="http://schemas.microsoft.com/office/drawing/2014/main" id="{EC8280EF-1072-431A-BCD5-24F3E7AC1F0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1" y="3033"/>
              <a:ext cx="17" cy="12"/>
            </a:xfrm>
            <a:custGeom>
              <a:avLst/>
              <a:gdLst>
                <a:gd name="T0" fmla="*/ 4 w 27"/>
                <a:gd name="T1" fmla="*/ 0 h 19"/>
                <a:gd name="T2" fmla="*/ 3 w 27"/>
                <a:gd name="T3" fmla="*/ 1 h 19"/>
                <a:gd name="T4" fmla="*/ 3 w 27"/>
                <a:gd name="T5" fmla="*/ 1 h 19"/>
                <a:gd name="T6" fmla="*/ 1 w 27"/>
                <a:gd name="T7" fmla="*/ 3 h 19"/>
                <a:gd name="T8" fmla="*/ 3 w 27"/>
                <a:gd name="T9" fmla="*/ 4 h 19"/>
                <a:gd name="T10" fmla="*/ 7 w 27"/>
                <a:gd name="T11" fmla="*/ 2 h 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7"/>
                <a:gd name="T19" fmla="*/ 0 h 19"/>
                <a:gd name="T20" fmla="*/ 27 w 27"/>
                <a:gd name="T21" fmla="*/ 19 h 19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7" h="19">
                  <a:moveTo>
                    <a:pt x="16" y="0"/>
                  </a:moveTo>
                  <a:cubicBezTo>
                    <a:pt x="14" y="0"/>
                    <a:pt x="13" y="0"/>
                    <a:pt x="12" y="1"/>
                  </a:cubicBezTo>
                  <a:cubicBezTo>
                    <a:pt x="11" y="1"/>
                    <a:pt x="10" y="2"/>
                    <a:pt x="9" y="4"/>
                  </a:cubicBezTo>
                  <a:cubicBezTo>
                    <a:pt x="6" y="6"/>
                    <a:pt x="0" y="8"/>
                    <a:pt x="2" y="12"/>
                  </a:cubicBezTo>
                  <a:cubicBezTo>
                    <a:pt x="4" y="15"/>
                    <a:pt x="9" y="19"/>
                    <a:pt x="13" y="17"/>
                  </a:cubicBezTo>
                  <a:cubicBezTo>
                    <a:pt x="18" y="13"/>
                    <a:pt x="21" y="6"/>
                    <a:pt x="27" y="6"/>
                  </a:cubicBezTo>
                </a:path>
              </a:pathLst>
            </a:custGeom>
            <a:noFill/>
            <a:ln w="1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4263" name="Freeform 250">
              <a:extLst>
                <a:ext uri="{FF2B5EF4-FFF2-40B4-BE49-F238E27FC236}">
                  <a16:creationId xmlns:a16="http://schemas.microsoft.com/office/drawing/2014/main" id="{A1593C07-840D-48FB-B974-318FF9E5A57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2" y="3031"/>
              <a:ext cx="15" cy="14"/>
            </a:xfrm>
            <a:custGeom>
              <a:avLst/>
              <a:gdLst>
                <a:gd name="T0" fmla="*/ 4 w 23"/>
                <a:gd name="T1" fmla="*/ 0 h 21"/>
                <a:gd name="T2" fmla="*/ 1 w 23"/>
                <a:gd name="T3" fmla="*/ 2 h 21"/>
                <a:gd name="T4" fmla="*/ 1 w 23"/>
                <a:gd name="T5" fmla="*/ 5 h 21"/>
                <a:gd name="T6" fmla="*/ 3 w 23"/>
                <a:gd name="T7" fmla="*/ 6 h 21"/>
                <a:gd name="T8" fmla="*/ 5 w 23"/>
                <a:gd name="T9" fmla="*/ 5 h 21"/>
                <a:gd name="T10" fmla="*/ 7 w 23"/>
                <a:gd name="T11" fmla="*/ 4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3"/>
                <a:gd name="T19" fmla="*/ 0 h 21"/>
                <a:gd name="T20" fmla="*/ 23 w 23"/>
                <a:gd name="T21" fmla="*/ 21 h 21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3" h="21">
                  <a:moveTo>
                    <a:pt x="14" y="0"/>
                  </a:moveTo>
                  <a:cubicBezTo>
                    <a:pt x="11" y="3"/>
                    <a:pt x="7" y="3"/>
                    <a:pt x="4" y="6"/>
                  </a:cubicBezTo>
                  <a:cubicBezTo>
                    <a:pt x="0" y="9"/>
                    <a:pt x="1" y="14"/>
                    <a:pt x="4" y="17"/>
                  </a:cubicBezTo>
                  <a:cubicBezTo>
                    <a:pt x="7" y="19"/>
                    <a:pt x="10" y="21"/>
                    <a:pt x="13" y="20"/>
                  </a:cubicBezTo>
                  <a:cubicBezTo>
                    <a:pt x="15" y="19"/>
                    <a:pt x="17" y="17"/>
                    <a:pt x="18" y="16"/>
                  </a:cubicBezTo>
                  <a:cubicBezTo>
                    <a:pt x="20" y="15"/>
                    <a:pt x="21" y="14"/>
                    <a:pt x="23" y="13"/>
                  </a:cubicBezTo>
                </a:path>
              </a:pathLst>
            </a:custGeom>
            <a:noFill/>
            <a:ln w="1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4264" name="Freeform 251">
              <a:extLst>
                <a:ext uri="{FF2B5EF4-FFF2-40B4-BE49-F238E27FC236}">
                  <a16:creationId xmlns:a16="http://schemas.microsoft.com/office/drawing/2014/main" id="{DEAB2D21-E18C-429A-8066-8B7C36673C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9" y="2944"/>
              <a:ext cx="11" cy="2"/>
            </a:xfrm>
            <a:custGeom>
              <a:avLst/>
              <a:gdLst>
                <a:gd name="T0" fmla="*/ 6 w 16"/>
                <a:gd name="T1" fmla="*/ 1 h 3"/>
                <a:gd name="T2" fmla="*/ 0 w 16"/>
                <a:gd name="T3" fmla="*/ 1 h 3"/>
                <a:gd name="T4" fmla="*/ 0 60000 65536"/>
                <a:gd name="T5" fmla="*/ 0 60000 65536"/>
                <a:gd name="T6" fmla="*/ 0 w 16"/>
                <a:gd name="T7" fmla="*/ 0 h 3"/>
                <a:gd name="T8" fmla="*/ 16 w 16"/>
                <a:gd name="T9" fmla="*/ 3 h 3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6" h="3">
                  <a:moveTo>
                    <a:pt x="16" y="3"/>
                  </a:moveTo>
                  <a:cubicBezTo>
                    <a:pt x="11" y="0"/>
                    <a:pt x="6" y="1"/>
                    <a:pt x="0" y="1"/>
                  </a:cubicBezTo>
                </a:path>
              </a:pathLst>
            </a:custGeom>
            <a:noFill/>
            <a:ln w="2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4265" name="Freeform 252">
              <a:extLst>
                <a:ext uri="{FF2B5EF4-FFF2-40B4-BE49-F238E27FC236}">
                  <a16:creationId xmlns:a16="http://schemas.microsoft.com/office/drawing/2014/main" id="{D91E3157-9E33-4721-9BF3-70BEA13C784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2" y="2906"/>
              <a:ext cx="26" cy="8"/>
            </a:xfrm>
            <a:custGeom>
              <a:avLst/>
              <a:gdLst>
                <a:gd name="T0" fmla="*/ 11 w 40"/>
                <a:gd name="T1" fmla="*/ 3 h 12"/>
                <a:gd name="T2" fmla="*/ 5 w 40"/>
                <a:gd name="T3" fmla="*/ 2 h 12"/>
                <a:gd name="T4" fmla="*/ 0 w 40"/>
                <a:gd name="T5" fmla="*/ 0 h 12"/>
                <a:gd name="T6" fmla="*/ 0 60000 65536"/>
                <a:gd name="T7" fmla="*/ 0 60000 65536"/>
                <a:gd name="T8" fmla="*/ 0 60000 65536"/>
                <a:gd name="T9" fmla="*/ 0 w 40"/>
                <a:gd name="T10" fmla="*/ 0 h 12"/>
                <a:gd name="T11" fmla="*/ 40 w 40"/>
                <a:gd name="T12" fmla="*/ 12 h 12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40" h="12">
                  <a:moveTo>
                    <a:pt x="40" y="12"/>
                  </a:moveTo>
                  <a:cubicBezTo>
                    <a:pt x="33" y="11"/>
                    <a:pt x="27" y="9"/>
                    <a:pt x="19" y="8"/>
                  </a:cubicBezTo>
                  <a:cubicBezTo>
                    <a:pt x="12" y="7"/>
                    <a:pt x="5" y="6"/>
                    <a:pt x="0" y="0"/>
                  </a:cubicBezTo>
                </a:path>
              </a:pathLst>
            </a:custGeom>
            <a:noFill/>
            <a:ln w="2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4266" name="Freeform 253">
              <a:extLst>
                <a:ext uri="{FF2B5EF4-FFF2-40B4-BE49-F238E27FC236}">
                  <a16:creationId xmlns:a16="http://schemas.microsoft.com/office/drawing/2014/main" id="{ADDBFF68-BA27-408D-96AB-7233893892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0" y="2917"/>
              <a:ext cx="18" cy="15"/>
            </a:xfrm>
            <a:custGeom>
              <a:avLst/>
              <a:gdLst>
                <a:gd name="T0" fmla="*/ 1 w 28"/>
                <a:gd name="T1" fmla="*/ 0 h 24"/>
                <a:gd name="T2" fmla="*/ 1 w 28"/>
                <a:gd name="T3" fmla="*/ 1 h 24"/>
                <a:gd name="T4" fmla="*/ 1 w 28"/>
                <a:gd name="T5" fmla="*/ 3 h 24"/>
                <a:gd name="T6" fmla="*/ 1 w 28"/>
                <a:gd name="T7" fmla="*/ 5 h 24"/>
                <a:gd name="T8" fmla="*/ 3 w 28"/>
                <a:gd name="T9" fmla="*/ 5 h 24"/>
                <a:gd name="T10" fmla="*/ 5 w 28"/>
                <a:gd name="T11" fmla="*/ 6 h 24"/>
                <a:gd name="T12" fmla="*/ 6 w 28"/>
                <a:gd name="T13" fmla="*/ 6 h 24"/>
                <a:gd name="T14" fmla="*/ 8 w 28"/>
                <a:gd name="T15" fmla="*/ 5 h 24"/>
                <a:gd name="T16" fmla="*/ 7 w 28"/>
                <a:gd name="T17" fmla="*/ 1 h 24"/>
                <a:gd name="T18" fmla="*/ 7 w 28"/>
                <a:gd name="T19" fmla="*/ 0 h 2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28"/>
                <a:gd name="T31" fmla="*/ 0 h 24"/>
                <a:gd name="T32" fmla="*/ 28 w 28"/>
                <a:gd name="T33" fmla="*/ 24 h 24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28" h="24">
                  <a:moveTo>
                    <a:pt x="4" y="0"/>
                  </a:moveTo>
                  <a:cubicBezTo>
                    <a:pt x="4" y="1"/>
                    <a:pt x="3" y="2"/>
                    <a:pt x="3" y="4"/>
                  </a:cubicBezTo>
                  <a:cubicBezTo>
                    <a:pt x="2" y="6"/>
                    <a:pt x="2" y="8"/>
                    <a:pt x="1" y="10"/>
                  </a:cubicBezTo>
                  <a:cubicBezTo>
                    <a:pt x="0" y="13"/>
                    <a:pt x="1" y="16"/>
                    <a:pt x="4" y="19"/>
                  </a:cubicBezTo>
                  <a:cubicBezTo>
                    <a:pt x="5" y="21"/>
                    <a:pt x="7" y="21"/>
                    <a:pt x="10" y="21"/>
                  </a:cubicBezTo>
                  <a:cubicBezTo>
                    <a:pt x="13" y="21"/>
                    <a:pt x="16" y="21"/>
                    <a:pt x="19" y="22"/>
                  </a:cubicBezTo>
                  <a:cubicBezTo>
                    <a:pt x="21" y="22"/>
                    <a:pt x="22" y="23"/>
                    <a:pt x="24" y="24"/>
                  </a:cubicBezTo>
                  <a:cubicBezTo>
                    <a:pt x="27" y="24"/>
                    <a:pt x="28" y="23"/>
                    <a:pt x="28" y="20"/>
                  </a:cubicBezTo>
                  <a:cubicBezTo>
                    <a:pt x="28" y="14"/>
                    <a:pt x="25" y="7"/>
                    <a:pt x="27" y="1"/>
                  </a:cubicBezTo>
                  <a:cubicBezTo>
                    <a:pt x="27" y="0"/>
                    <a:pt x="27" y="0"/>
                    <a:pt x="27" y="0"/>
                  </a:cubicBezTo>
                </a:path>
              </a:pathLst>
            </a:custGeom>
            <a:noFill/>
            <a:ln w="1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4267" name="Freeform 254">
              <a:extLst>
                <a:ext uri="{FF2B5EF4-FFF2-40B4-BE49-F238E27FC236}">
                  <a16:creationId xmlns:a16="http://schemas.microsoft.com/office/drawing/2014/main" id="{7453F93C-290D-44DD-AFB0-AABC221D459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0" y="518"/>
              <a:ext cx="49" cy="22"/>
            </a:xfrm>
            <a:custGeom>
              <a:avLst/>
              <a:gdLst>
                <a:gd name="T0" fmla="*/ 18 w 77"/>
                <a:gd name="T1" fmla="*/ 6 h 34"/>
                <a:gd name="T2" fmla="*/ 10 w 77"/>
                <a:gd name="T3" fmla="*/ 1 h 34"/>
                <a:gd name="T4" fmla="*/ 0 w 77"/>
                <a:gd name="T5" fmla="*/ 5 h 34"/>
                <a:gd name="T6" fmla="*/ 10 w 77"/>
                <a:gd name="T7" fmla="*/ 1 h 34"/>
                <a:gd name="T8" fmla="*/ 18 w 77"/>
                <a:gd name="T9" fmla="*/ 6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7"/>
                <a:gd name="T16" fmla="*/ 0 h 34"/>
                <a:gd name="T17" fmla="*/ 77 w 77"/>
                <a:gd name="T18" fmla="*/ 34 h 3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7" h="34">
                  <a:moveTo>
                    <a:pt x="73" y="25"/>
                  </a:moveTo>
                  <a:cubicBezTo>
                    <a:pt x="67" y="34"/>
                    <a:pt x="53" y="6"/>
                    <a:pt x="38" y="5"/>
                  </a:cubicBezTo>
                  <a:cubicBezTo>
                    <a:pt x="23" y="5"/>
                    <a:pt x="0" y="20"/>
                    <a:pt x="0" y="20"/>
                  </a:cubicBezTo>
                  <a:cubicBezTo>
                    <a:pt x="0" y="20"/>
                    <a:pt x="19" y="0"/>
                    <a:pt x="39" y="1"/>
                  </a:cubicBezTo>
                  <a:cubicBezTo>
                    <a:pt x="58" y="2"/>
                    <a:pt x="77" y="19"/>
                    <a:pt x="73" y="25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4268" name="Freeform 255">
              <a:extLst>
                <a:ext uri="{FF2B5EF4-FFF2-40B4-BE49-F238E27FC236}">
                  <a16:creationId xmlns:a16="http://schemas.microsoft.com/office/drawing/2014/main" id="{0E636866-6FEE-4A39-B478-491C56F4EEF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7" y="538"/>
              <a:ext cx="36" cy="13"/>
            </a:xfrm>
            <a:custGeom>
              <a:avLst/>
              <a:gdLst>
                <a:gd name="T0" fmla="*/ 15 w 56"/>
                <a:gd name="T1" fmla="*/ 2 h 21"/>
                <a:gd name="T2" fmla="*/ 12 w 56"/>
                <a:gd name="T3" fmla="*/ 0 h 21"/>
                <a:gd name="T4" fmla="*/ 6 w 56"/>
                <a:gd name="T5" fmla="*/ 2 h 21"/>
                <a:gd name="T6" fmla="*/ 0 w 56"/>
                <a:gd name="T7" fmla="*/ 5 h 21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56"/>
                <a:gd name="T13" fmla="*/ 0 h 21"/>
                <a:gd name="T14" fmla="*/ 56 w 56"/>
                <a:gd name="T15" fmla="*/ 21 h 21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56" h="21">
                  <a:moveTo>
                    <a:pt x="56" y="11"/>
                  </a:moveTo>
                  <a:cubicBezTo>
                    <a:pt x="56" y="11"/>
                    <a:pt x="54" y="0"/>
                    <a:pt x="47" y="0"/>
                  </a:cubicBezTo>
                  <a:cubicBezTo>
                    <a:pt x="40" y="1"/>
                    <a:pt x="32" y="6"/>
                    <a:pt x="22" y="10"/>
                  </a:cubicBezTo>
                  <a:cubicBezTo>
                    <a:pt x="12" y="15"/>
                    <a:pt x="7" y="21"/>
                    <a:pt x="0" y="21"/>
                  </a:cubicBezTo>
                </a:path>
              </a:pathLst>
            </a:custGeom>
            <a:noFill/>
            <a:ln w="2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4269" name="Freeform 256">
              <a:extLst>
                <a:ext uri="{FF2B5EF4-FFF2-40B4-BE49-F238E27FC236}">
                  <a16:creationId xmlns:a16="http://schemas.microsoft.com/office/drawing/2014/main" id="{7774F167-E1D2-49A4-ADE8-C1A56CC01B4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6" y="569"/>
              <a:ext cx="7" cy="21"/>
            </a:xfrm>
            <a:custGeom>
              <a:avLst/>
              <a:gdLst>
                <a:gd name="T0" fmla="*/ 1 w 11"/>
                <a:gd name="T1" fmla="*/ 0 h 33"/>
                <a:gd name="T2" fmla="*/ 1 w 11"/>
                <a:gd name="T3" fmla="*/ 2 h 33"/>
                <a:gd name="T4" fmla="*/ 2 w 11"/>
                <a:gd name="T5" fmla="*/ 4 h 33"/>
                <a:gd name="T6" fmla="*/ 3 w 11"/>
                <a:gd name="T7" fmla="*/ 8 h 33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1"/>
                <a:gd name="T13" fmla="*/ 0 h 33"/>
                <a:gd name="T14" fmla="*/ 11 w 11"/>
                <a:gd name="T15" fmla="*/ 33 h 33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1" h="33">
                  <a:moveTo>
                    <a:pt x="5" y="0"/>
                  </a:moveTo>
                  <a:cubicBezTo>
                    <a:pt x="5" y="0"/>
                    <a:pt x="5" y="4"/>
                    <a:pt x="2" y="7"/>
                  </a:cubicBezTo>
                  <a:cubicBezTo>
                    <a:pt x="0" y="10"/>
                    <a:pt x="5" y="13"/>
                    <a:pt x="6" y="17"/>
                  </a:cubicBezTo>
                  <a:cubicBezTo>
                    <a:pt x="7" y="21"/>
                    <a:pt x="11" y="33"/>
                    <a:pt x="11" y="33"/>
                  </a:cubicBezTo>
                </a:path>
              </a:pathLst>
            </a:custGeom>
            <a:noFill/>
            <a:ln w="1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4270" name="Freeform 257">
              <a:extLst>
                <a:ext uri="{FF2B5EF4-FFF2-40B4-BE49-F238E27FC236}">
                  <a16:creationId xmlns:a16="http://schemas.microsoft.com/office/drawing/2014/main" id="{E6FEE70E-4C1E-453A-B0C7-A8DE227E33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4" y="621"/>
              <a:ext cx="22" cy="17"/>
            </a:xfrm>
            <a:custGeom>
              <a:avLst/>
              <a:gdLst>
                <a:gd name="T0" fmla="*/ 10 w 33"/>
                <a:gd name="T1" fmla="*/ 4 h 28"/>
                <a:gd name="T2" fmla="*/ 0 w 33"/>
                <a:gd name="T3" fmla="*/ 6 h 28"/>
                <a:gd name="T4" fmla="*/ 5 w 33"/>
                <a:gd name="T5" fmla="*/ 4 h 28"/>
                <a:gd name="T6" fmla="*/ 7 w 33"/>
                <a:gd name="T7" fmla="*/ 3 h 28"/>
                <a:gd name="T8" fmla="*/ 9 w 33"/>
                <a:gd name="T9" fmla="*/ 3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3"/>
                <a:gd name="T16" fmla="*/ 0 h 28"/>
                <a:gd name="T17" fmla="*/ 33 w 33"/>
                <a:gd name="T18" fmla="*/ 28 h 2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3" h="28">
                  <a:moveTo>
                    <a:pt x="33" y="16"/>
                  </a:moveTo>
                  <a:cubicBezTo>
                    <a:pt x="26" y="0"/>
                    <a:pt x="8" y="24"/>
                    <a:pt x="0" y="28"/>
                  </a:cubicBezTo>
                  <a:cubicBezTo>
                    <a:pt x="6" y="28"/>
                    <a:pt x="10" y="22"/>
                    <a:pt x="15" y="18"/>
                  </a:cubicBezTo>
                  <a:cubicBezTo>
                    <a:pt x="17" y="17"/>
                    <a:pt x="20" y="15"/>
                    <a:pt x="23" y="14"/>
                  </a:cubicBezTo>
                  <a:cubicBezTo>
                    <a:pt x="26" y="14"/>
                    <a:pt x="29" y="16"/>
                    <a:pt x="32" y="15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4271" name="Freeform 258">
              <a:extLst>
                <a:ext uri="{FF2B5EF4-FFF2-40B4-BE49-F238E27FC236}">
                  <a16:creationId xmlns:a16="http://schemas.microsoft.com/office/drawing/2014/main" id="{E0833D72-1BB1-43FB-935F-9D13E75391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3" y="626"/>
              <a:ext cx="6" cy="12"/>
            </a:xfrm>
            <a:custGeom>
              <a:avLst/>
              <a:gdLst>
                <a:gd name="T0" fmla="*/ 2 w 10"/>
                <a:gd name="T1" fmla="*/ 5 h 19"/>
                <a:gd name="T2" fmla="*/ 0 w 10"/>
                <a:gd name="T3" fmla="*/ 0 h 19"/>
                <a:gd name="T4" fmla="*/ 0 60000 65536"/>
                <a:gd name="T5" fmla="*/ 0 60000 65536"/>
                <a:gd name="T6" fmla="*/ 0 w 10"/>
                <a:gd name="T7" fmla="*/ 0 h 19"/>
                <a:gd name="T8" fmla="*/ 10 w 10"/>
                <a:gd name="T9" fmla="*/ 19 h 19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0" h="19">
                  <a:moveTo>
                    <a:pt x="10" y="19"/>
                  </a:moveTo>
                  <a:cubicBezTo>
                    <a:pt x="3" y="14"/>
                    <a:pt x="0" y="9"/>
                    <a:pt x="0" y="0"/>
                  </a:cubicBezTo>
                </a:path>
              </a:pathLst>
            </a:custGeom>
            <a:noFill/>
            <a:ln w="2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4272" name="Freeform 259">
              <a:extLst>
                <a:ext uri="{FF2B5EF4-FFF2-40B4-BE49-F238E27FC236}">
                  <a16:creationId xmlns:a16="http://schemas.microsoft.com/office/drawing/2014/main" id="{9CAE4F4E-584A-43E9-9AC0-C26ABCBBF2F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1" y="950"/>
              <a:ext cx="15" cy="15"/>
            </a:xfrm>
            <a:custGeom>
              <a:avLst/>
              <a:gdLst>
                <a:gd name="T0" fmla="*/ 0 w 24"/>
                <a:gd name="T1" fmla="*/ 7 h 23"/>
                <a:gd name="T2" fmla="*/ 6 w 24"/>
                <a:gd name="T3" fmla="*/ 0 h 23"/>
                <a:gd name="T4" fmla="*/ 0 60000 65536"/>
                <a:gd name="T5" fmla="*/ 0 60000 65536"/>
                <a:gd name="T6" fmla="*/ 0 w 24"/>
                <a:gd name="T7" fmla="*/ 0 h 23"/>
                <a:gd name="T8" fmla="*/ 24 w 24"/>
                <a:gd name="T9" fmla="*/ 23 h 23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24" h="23">
                  <a:moveTo>
                    <a:pt x="0" y="23"/>
                  </a:moveTo>
                  <a:cubicBezTo>
                    <a:pt x="0" y="16"/>
                    <a:pt x="19" y="7"/>
                    <a:pt x="24" y="0"/>
                  </a:cubicBezTo>
                </a:path>
              </a:pathLst>
            </a:custGeom>
            <a:noFill/>
            <a:ln w="2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4273" name="Freeform 260">
              <a:extLst>
                <a:ext uri="{FF2B5EF4-FFF2-40B4-BE49-F238E27FC236}">
                  <a16:creationId xmlns:a16="http://schemas.microsoft.com/office/drawing/2014/main" id="{C308F7AC-5363-4F41-98F7-560F707F384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3" y="942"/>
              <a:ext cx="14" cy="128"/>
            </a:xfrm>
            <a:custGeom>
              <a:avLst/>
              <a:gdLst>
                <a:gd name="T0" fmla="*/ 5 w 23"/>
                <a:gd name="T1" fmla="*/ 52 h 200"/>
                <a:gd name="T2" fmla="*/ 2 w 23"/>
                <a:gd name="T3" fmla="*/ 33 h 200"/>
                <a:gd name="T4" fmla="*/ 0 w 23"/>
                <a:gd name="T5" fmla="*/ 0 h 200"/>
                <a:gd name="T6" fmla="*/ 0 60000 65536"/>
                <a:gd name="T7" fmla="*/ 0 60000 65536"/>
                <a:gd name="T8" fmla="*/ 0 60000 65536"/>
                <a:gd name="T9" fmla="*/ 0 w 23"/>
                <a:gd name="T10" fmla="*/ 0 h 200"/>
                <a:gd name="T11" fmla="*/ 23 w 23"/>
                <a:gd name="T12" fmla="*/ 200 h 20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3" h="200">
                  <a:moveTo>
                    <a:pt x="23" y="200"/>
                  </a:moveTo>
                  <a:cubicBezTo>
                    <a:pt x="23" y="200"/>
                    <a:pt x="18" y="147"/>
                    <a:pt x="10" y="128"/>
                  </a:cubicBezTo>
                  <a:cubicBezTo>
                    <a:pt x="3" y="108"/>
                    <a:pt x="1" y="31"/>
                    <a:pt x="0" y="0"/>
                  </a:cubicBezTo>
                </a:path>
              </a:pathLst>
            </a:custGeom>
            <a:noFill/>
            <a:ln w="2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4274" name="Freeform 261">
              <a:extLst>
                <a:ext uri="{FF2B5EF4-FFF2-40B4-BE49-F238E27FC236}">
                  <a16:creationId xmlns:a16="http://schemas.microsoft.com/office/drawing/2014/main" id="{0E5B1EB1-C60B-4C41-8574-426F8741E81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3" y="666"/>
              <a:ext cx="31" cy="26"/>
            </a:xfrm>
            <a:custGeom>
              <a:avLst/>
              <a:gdLst>
                <a:gd name="T0" fmla="*/ 12 w 48"/>
                <a:gd name="T1" fmla="*/ 1 h 41"/>
                <a:gd name="T2" fmla="*/ 12 w 48"/>
                <a:gd name="T3" fmla="*/ 3 h 41"/>
                <a:gd name="T4" fmla="*/ 10 w 48"/>
                <a:gd name="T5" fmla="*/ 5 h 41"/>
                <a:gd name="T6" fmla="*/ 9 w 48"/>
                <a:gd name="T7" fmla="*/ 8 h 41"/>
                <a:gd name="T8" fmla="*/ 9 w 48"/>
                <a:gd name="T9" fmla="*/ 10 h 41"/>
                <a:gd name="T10" fmla="*/ 8 w 48"/>
                <a:gd name="T11" fmla="*/ 10 h 41"/>
                <a:gd name="T12" fmla="*/ 5 w 48"/>
                <a:gd name="T13" fmla="*/ 10 h 41"/>
                <a:gd name="T14" fmla="*/ 3 w 48"/>
                <a:gd name="T15" fmla="*/ 8 h 41"/>
                <a:gd name="T16" fmla="*/ 1 w 48"/>
                <a:gd name="T17" fmla="*/ 6 h 41"/>
                <a:gd name="T18" fmla="*/ 0 w 48"/>
                <a:gd name="T19" fmla="*/ 4 h 41"/>
                <a:gd name="T20" fmla="*/ 2 w 48"/>
                <a:gd name="T21" fmla="*/ 4 h 41"/>
                <a:gd name="T22" fmla="*/ 4 w 48"/>
                <a:gd name="T23" fmla="*/ 3 h 41"/>
                <a:gd name="T24" fmla="*/ 7 w 48"/>
                <a:gd name="T25" fmla="*/ 2 h 41"/>
                <a:gd name="T26" fmla="*/ 10 w 48"/>
                <a:gd name="T27" fmla="*/ 1 h 41"/>
                <a:gd name="T28" fmla="*/ 12 w 48"/>
                <a:gd name="T29" fmla="*/ 0 h 41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48"/>
                <a:gd name="T46" fmla="*/ 0 h 41"/>
                <a:gd name="T47" fmla="*/ 48 w 48"/>
                <a:gd name="T48" fmla="*/ 41 h 41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48" h="41">
                  <a:moveTo>
                    <a:pt x="45" y="1"/>
                  </a:moveTo>
                  <a:cubicBezTo>
                    <a:pt x="48" y="4"/>
                    <a:pt x="46" y="9"/>
                    <a:pt x="43" y="12"/>
                  </a:cubicBezTo>
                  <a:cubicBezTo>
                    <a:pt x="41" y="14"/>
                    <a:pt x="37" y="17"/>
                    <a:pt x="35" y="20"/>
                  </a:cubicBezTo>
                  <a:cubicBezTo>
                    <a:pt x="32" y="23"/>
                    <a:pt x="34" y="28"/>
                    <a:pt x="34" y="31"/>
                  </a:cubicBezTo>
                  <a:cubicBezTo>
                    <a:pt x="34" y="33"/>
                    <a:pt x="34" y="35"/>
                    <a:pt x="34" y="37"/>
                  </a:cubicBezTo>
                  <a:cubicBezTo>
                    <a:pt x="34" y="40"/>
                    <a:pt x="33" y="41"/>
                    <a:pt x="31" y="41"/>
                  </a:cubicBezTo>
                  <a:cubicBezTo>
                    <a:pt x="27" y="41"/>
                    <a:pt x="23" y="39"/>
                    <a:pt x="20" y="37"/>
                  </a:cubicBezTo>
                  <a:cubicBezTo>
                    <a:pt x="17" y="35"/>
                    <a:pt x="13" y="33"/>
                    <a:pt x="11" y="30"/>
                  </a:cubicBezTo>
                  <a:cubicBezTo>
                    <a:pt x="8" y="28"/>
                    <a:pt x="7" y="25"/>
                    <a:pt x="5" y="23"/>
                  </a:cubicBezTo>
                  <a:cubicBezTo>
                    <a:pt x="3" y="21"/>
                    <a:pt x="1" y="19"/>
                    <a:pt x="0" y="18"/>
                  </a:cubicBezTo>
                  <a:cubicBezTo>
                    <a:pt x="2" y="16"/>
                    <a:pt x="6" y="17"/>
                    <a:pt x="8" y="16"/>
                  </a:cubicBezTo>
                  <a:cubicBezTo>
                    <a:pt x="11" y="15"/>
                    <a:pt x="13" y="13"/>
                    <a:pt x="15" y="12"/>
                  </a:cubicBezTo>
                  <a:cubicBezTo>
                    <a:pt x="18" y="11"/>
                    <a:pt x="22" y="9"/>
                    <a:pt x="26" y="8"/>
                  </a:cubicBezTo>
                  <a:cubicBezTo>
                    <a:pt x="29" y="7"/>
                    <a:pt x="32" y="5"/>
                    <a:pt x="35" y="4"/>
                  </a:cubicBezTo>
                  <a:cubicBezTo>
                    <a:pt x="37" y="3"/>
                    <a:pt x="41" y="1"/>
                    <a:pt x="44" y="0"/>
                  </a:cubicBezTo>
                </a:path>
              </a:pathLst>
            </a:custGeom>
            <a:solidFill>
              <a:srgbClr val="F9CB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4275" name="Freeform 262">
              <a:extLst>
                <a:ext uri="{FF2B5EF4-FFF2-40B4-BE49-F238E27FC236}">
                  <a16:creationId xmlns:a16="http://schemas.microsoft.com/office/drawing/2014/main" id="{873E0383-48B4-40ED-A946-E4FF35BCF24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8" y="663"/>
              <a:ext cx="36" cy="15"/>
            </a:xfrm>
            <a:custGeom>
              <a:avLst/>
              <a:gdLst>
                <a:gd name="T0" fmla="*/ 15 w 56"/>
                <a:gd name="T1" fmla="*/ 1 h 23"/>
                <a:gd name="T2" fmla="*/ 11 w 56"/>
                <a:gd name="T3" fmla="*/ 2 h 23"/>
                <a:gd name="T4" fmla="*/ 7 w 56"/>
                <a:gd name="T5" fmla="*/ 3 h 23"/>
                <a:gd name="T6" fmla="*/ 4 w 56"/>
                <a:gd name="T7" fmla="*/ 5 h 23"/>
                <a:gd name="T8" fmla="*/ 2 w 56"/>
                <a:gd name="T9" fmla="*/ 5 h 23"/>
                <a:gd name="T10" fmla="*/ 0 w 56"/>
                <a:gd name="T11" fmla="*/ 5 h 23"/>
                <a:gd name="T12" fmla="*/ 4 w 56"/>
                <a:gd name="T13" fmla="*/ 6 h 23"/>
                <a:gd name="T14" fmla="*/ 8 w 56"/>
                <a:gd name="T15" fmla="*/ 4 h 23"/>
                <a:gd name="T16" fmla="*/ 12 w 56"/>
                <a:gd name="T17" fmla="*/ 3 h 23"/>
                <a:gd name="T18" fmla="*/ 15 w 56"/>
                <a:gd name="T19" fmla="*/ 2 h 2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56"/>
                <a:gd name="T31" fmla="*/ 0 h 23"/>
                <a:gd name="T32" fmla="*/ 56 w 56"/>
                <a:gd name="T33" fmla="*/ 23 h 23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56" h="23">
                  <a:moveTo>
                    <a:pt x="55" y="3"/>
                  </a:moveTo>
                  <a:cubicBezTo>
                    <a:pt x="52" y="0"/>
                    <a:pt x="44" y="6"/>
                    <a:pt x="41" y="7"/>
                  </a:cubicBezTo>
                  <a:cubicBezTo>
                    <a:pt x="37" y="10"/>
                    <a:pt x="32" y="11"/>
                    <a:pt x="27" y="13"/>
                  </a:cubicBezTo>
                  <a:cubicBezTo>
                    <a:pt x="23" y="15"/>
                    <a:pt x="19" y="17"/>
                    <a:pt x="14" y="18"/>
                  </a:cubicBezTo>
                  <a:cubicBezTo>
                    <a:pt x="12" y="19"/>
                    <a:pt x="10" y="20"/>
                    <a:pt x="7" y="20"/>
                  </a:cubicBezTo>
                  <a:cubicBezTo>
                    <a:pt x="5" y="20"/>
                    <a:pt x="2" y="18"/>
                    <a:pt x="0" y="18"/>
                  </a:cubicBezTo>
                  <a:cubicBezTo>
                    <a:pt x="2" y="21"/>
                    <a:pt x="10" y="23"/>
                    <a:pt x="14" y="22"/>
                  </a:cubicBezTo>
                  <a:cubicBezTo>
                    <a:pt x="19" y="21"/>
                    <a:pt x="24" y="16"/>
                    <a:pt x="29" y="14"/>
                  </a:cubicBezTo>
                  <a:cubicBezTo>
                    <a:pt x="34" y="12"/>
                    <a:pt x="39" y="12"/>
                    <a:pt x="44" y="9"/>
                  </a:cubicBezTo>
                  <a:cubicBezTo>
                    <a:pt x="47" y="7"/>
                    <a:pt x="53" y="3"/>
                    <a:pt x="56" y="7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4276" name="Freeform 263">
              <a:extLst>
                <a:ext uri="{FF2B5EF4-FFF2-40B4-BE49-F238E27FC236}">
                  <a16:creationId xmlns:a16="http://schemas.microsoft.com/office/drawing/2014/main" id="{A324B01A-887F-4078-83DA-CF29EC81E4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3" y="676"/>
              <a:ext cx="25" cy="7"/>
            </a:xfrm>
            <a:custGeom>
              <a:avLst/>
              <a:gdLst>
                <a:gd name="T0" fmla="*/ 1 w 39"/>
                <a:gd name="T1" fmla="*/ 1 h 10"/>
                <a:gd name="T2" fmla="*/ 6 w 39"/>
                <a:gd name="T3" fmla="*/ 1 h 10"/>
                <a:gd name="T4" fmla="*/ 8 w 39"/>
                <a:gd name="T5" fmla="*/ 1 h 10"/>
                <a:gd name="T6" fmla="*/ 10 w 39"/>
                <a:gd name="T7" fmla="*/ 1 h 10"/>
                <a:gd name="T8" fmla="*/ 10 w 39"/>
                <a:gd name="T9" fmla="*/ 4 h 10"/>
                <a:gd name="T10" fmla="*/ 8 w 39"/>
                <a:gd name="T11" fmla="*/ 2 h 10"/>
                <a:gd name="T12" fmla="*/ 5 w 39"/>
                <a:gd name="T13" fmla="*/ 1 h 10"/>
                <a:gd name="T14" fmla="*/ 0 w 39"/>
                <a:gd name="T15" fmla="*/ 1 h 1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39"/>
                <a:gd name="T25" fmla="*/ 0 h 10"/>
                <a:gd name="T26" fmla="*/ 39 w 39"/>
                <a:gd name="T27" fmla="*/ 10 h 10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39" h="10">
                  <a:moveTo>
                    <a:pt x="3" y="1"/>
                  </a:moveTo>
                  <a:cubicBezTo>
                    <a:pt x="8" y="0"/>
                    <a:pt x="16" y="2"/>
                    <a:pt x="22" y="3"/>
                  </a:cubicBezTo>
                  <a:cubicBezTo>
                    <a:pt x="25" y="3"/>
                    <a:pt x="27" y="3"/>
                    <a:pt x="30" y="4"/>
                  </a:cubicBezTo>
                  <a:cubicBezTo>
                    <a:pt x="34" y="4"/>
                    <a:pt x="36" y="3"/>
                    <a:pt x="39" y="2"/>
                  </a:cubicBezTo>
                  <a:cubicBezTo>
                    <a:pt x="37" y="5"/>
                    <a:pt x="36" y="6"/>
                    <a:pt x="36" y="10"/>
                  </a:cubicBezTo>
                  <a:cubicBezTo>
                    <a:pt x="35" y="6"/>
                    <a:pt x="31" y="6"/>
                    <a:pt x="28" y="6"/>
                  </a:cubicBezTo>
                  <a:cubicBezTo>
                    <a:pt x="25" y="5"/>
                    <a:pt x="22" y="4"/>
                    <a:pt x="19" y="4"/>
                  </a:cubicBezTo>
                  <a:cubicBezTo>
                    <a:pt x="12" y="3"/>
                    <a:pt x="6" y="3"/>
                    <a:pt x="0" y="1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4277" name="Freeform 264">
              <a:extLst>
                <a:ext uri="{FF2B5EF4-FFF2-40B4-BE49-F238E27FC236}">
                  <a16:creationId xmlns:a16="http://schemas.microsoft.com/office/drawing/2014/main" id="{396EDB7C-1640-444F-B862-C322DF1F06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5" y="679"/>
              <a:ext cx="19" cy="16"/>
            </a:xfrm>
            <a:custGeom>
              <a:avLst/>
              <a:gdLst>
                <a:gd name="T0" fmla="*/ 1 w 31"/>
                <a:gd name="T1" fmla="*/ 0 h 24"/>
                <a:gd name="T2" fmla="*/ 7 w 31"/>
                <a:gd name="T3" fmla="*/ 6 h 24"/>
                <a:gd name="T4" fmla="*/ 6 w 31"/>
                <a:gd name="T5" fmla="*/ 7 h 24"/>
                <a:gd name="T6" fmla="*/ 5 w 31"/>
                <a:gd name="T7" fmla="*/ 6 h 24"/>
                <a:gd name="T8" fmla="*/ 2 w 31"/>
                <a:gd name="T9" fmla="*/ 4 h 24"/>
                <a:gd name="T10" fmla="*/ 1 w 31"/>
                <a:gd name="T11" fmla="*/ 2 h 24"/>
                <a:gd name="T12" fmla="*/ 0 w 31"/>
                <a:gd name="T13" fmla="*/ 1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31"/>
                <a:gd name="T22" fmla="*/ 0 h 24"/>
                <a:gd name="T23" fmla="*/ 31 w 31"/>
                <a:gd name="T24" fmla="*/ 24 h 24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31" h="24">
                  <a:moveTo>
                    <a:pt x="1" y="0"/>
                  </a:moveTo>
                  <a:cubicBezTo>
                    <a:pt x="9" y="9"/>
                    <a:pt x="22" y="14"/>
                    <a:pt x="31" y="21"/>
                  </a:cubicBezTo>
                  <a:cubicBezTo>
                    <a:pt x="30" y="21"/>
                    <a:pt x="29" y="23"/>
                    <a:pt x="28" y="24"/>
                  </a:cubicBezTo>
                  <a:cubicBezTo>
                    <a:pt x="26" y="22"/>
                    <a:pt x="23" y="21"/>
                    <a:pt x="21" y="19"/>
                  </a:cubicBezTo>
                  <a:cubicBezTo>
                    <a:pt x="18" y="17"/>
                    <a:pt x="15" y="15"/>
                    <a:pt x="12" y="13"/>
                  </a:cubicBezTo>
                  <a:cubicBezTo>
                    <a:pt x="10" y="11"/>
                    <a:pt x="7" y="9"/>
                    <a:pt x="5" y="7"/>
                  </a:cubicBezTo>
                  <a:cubicBezTo>
                    <a:pt x="3" y="5"/>
                    <a:pt x="2" y="3"/>
                    <a:pt x="0" y="1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4278" name="Freeform 265">
              <a:extLst>
                <a:ext uri="{FF2B5EF4-FFF2-40B4-BE49-F238E27FC236}">
                  <a16:creationId xmlns:a16="http://schemas.microsoft.com/office/drawing/2014/main" id="{15D0F896-16F9-4863-82A7-A92CBF90FE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8" y="547"/>
              <a:ext cx="23" cy="19"/>
            </a:xfrm>
            <a:custGeom>
              <a:avLst/>
              <a:gdLst>
                <a:gd name="T0" fmla="*/ 0 w 36"/>
                <a:gd name="T1" fmla="*/ 4 h 30"/>
                <a:gd name="T2" fmla="*/ 6 w 36"/>
                <a:gd name="T3" fmla="*/ 1 h 30"/>
                <a:gd name="T4" fmla="*/ 10 w 36"/>
                <a:gd name="T5" fmla="*/ 0 h 30"/>
                <a:gd name="T6" fmla="*/ 8 w 36"/>
                <a:gd name="T7" fmla="*/ 8 h 30"/>
                <a:gd name="T8" fmla="*/ 0 w 36"/>
                <a:gd name="T9" fmla="*/ 4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6"/>
                <a:gd name="T16" fmla="*/ 0 h 30"/>
                <a:gd name="T17" fmla="*/ 36 w 36"/>
                <a:gd name="T18" fmla="*/ 30 h 3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6" h="30">
                  <a:moveTo>
                    <a:pt x="0" y="14"/>
                  </a:moveTo>
                  <a:cubicBezTo>
                    <a:pt x="0" y="14"/>
                    <a:pt x="17" y="3"/>
                    <a:pt x="23" y="3"/>
                  </a:cubicBezTo>
                  <a:cubicBezTo>
                    <a:pt x="29" y="3"/>
                    <a:pt x="36" y="0"/>
                    <a:pt x="36" y="0"/>
                  </a:cubicBezTo>
                  <a:cubicBezTo>
                    <a:pt x="29" y="30"/>
                    <a:pt x="29" y="30"/>
                    <a:pt x="29" y="30"/>
                  </a:cubicBezTo>
                  <a:cubicBezTo>
                    <a:pt x="29" y="30"/>
                    <a:pt x="1" y="17"/>
                    <a:pt x="0" y="1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4279" name="Freeform 266">
              <a:extLst>
                <a:ext uri="{FF2B5EF4-FFF2-40B4-BE49-F238E27FC236}">
                  <a16:creationId xmlns:a16="http://schemas.microsoft.com/office/drawing/2014/main" id="{49BCAB6E-6A95-4F17-948A-9303770791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1" y="547"/>
              <a:ext cx="14" cy="20"/>
            </a:xfrm>
            <a:custGeom>
              <a:avLst/>
              <a:gdLst>
                <a:gd name="T0" fmla="*/ 4 w 22"/>
                <a:gd name="T1" fmla="*/ 0 h 31"/>
                <a:gd name="T2" fmla="*/ 3 w 22"/>
                <a:gd name="T3" fmla="*/ 8 h 31"/>
                <a:gd name="T4" fmla="*/ 1 w 22"/>
                <a:gd name="T5" fmla="*/ 8 h 31"/>
                <a:gd name="T6" fmla="*/ 2 w 22"/>
                <a:gd name="T7" fmla="*/ 1 h 31"/>
                <a:gd name="T8" fmla="*/ 4 w 22"/>
                <a:gd name="T9" fmla="*/ 0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"/>
                <a:gd name="T16" fmla="*/ 0 h 31"/>
                <a:gd name="T17" fmla="*/ 22 w 22"/>
                <a:gd name="T18" fmla="*/ 31 h 3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" h="31">
                  <a:moveTo>
                    <a:pt x="16" y="0"/>
                  </a:moveTo>
                  <a:cubicBezTo>
                    <a:pt x="16" y="0"/>
                    <a:pt x="22" y="19"/>
                    <a:pt x="10" y="31"/>
                  </a:cubicBezTo>
                  <a:cubicBezTo>
                    <a:pt x="4" y="29"/>
                    <a:pt x="4" y="29"/>
                    <a:pt x="4" y="29"/>
                  </a:cubicBezTo>
                  <a:cubicBezTo>
                    <a:pt x="4" y="29"/>
                    <a:pt x="0" y="13"/>
                    <a:pt x="8" y="3"/>
                  </a:cubicBezTo>
                  <a:lnTo>
                    <a:pt x="16" y="0"/>
                  </a:lnTo>
                  <a:close/>
                </a:path>
              </a:pathLst>
            </a:custGeom>
            <a:solidFill>
              <a:srgbClr val="4B64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4280" name="Freeform 267">
              <a:extLst>
                <a:ext uri="{FF2B5EF4-FFF2-40B4-BE49-F238E27FC236}">
                  <a16:creationId xmlns:a16="http://schemas.microsoft.com/office/drawing/2014/main" id="{DA3074EE-5868-44C0-BD40-6FB8AC965D4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1" y="547"/>
              <a:ext cx="14" cy="20"/>
            </a:xfrm>
            <a:custGeom>
              <a:avLst/>
              <a:gdLst>
                <a:gd name="T0" fmla="*/ 4 w 22"/>
                <a:gd name="T1" fmla="*/ 0 h 31"/>
                <a:gd name="T2" fmla="*/ 3 w 22"/>
                <a:gd name="T3" fmla="*/ 8 h 31"/>
                <a:gd name="T4" fmla="*/ 1 w 22"/>
                <a:gd name="T5" fmla="*/ 8 h 31"/>
                <a:gd name="T6" fmla="*/ 2 w 22"/>
                <a:gd name="T7" fmla="*/ 1 h 31"/>
                <a:gd name="T8" fmla="*/ 4 w 22"/>
                <a:gd name="T9" fmla="*/ 0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"/>
                <a:gd name="T16" fmla="*/ 0 h 31"/>
                <a:gd name="T17" fmla="*/ 22 w 22"/>
                <a:gd name="T18" fmla="*/ 31 h 3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" h="31">
                  <a:moveTo>
                    <a:pt x="16" y="0"/>
                  </a:moveTo>
                  <a:cubicBezTo>
                    <a:pt x="16" y="0"/>
                    <a:pt x="22" y="19"/>
                    <a:pt x="10" y="31"/>
                  </a:cubicBezTo>
                  <a:cubicBezTo>
                    <a:pt x="4" y="29"/>
                    <a:pt x="4" y="29"/>
                    <a:pt x="4" y="29"/>
                  </a:cubicBezTo>
                  <a:cubicBezTo>
                    <a:pt x="4" y="29"/>
                    <a:pt x="0" y="13"/>
                    <a:pt x="8" y="3"/>
                  </a:cubicBezTo>
                  <a:lnTo>
                    <a:pt x="16" y="0"/>
                  </a:lnTo>
                  <a:close/>
                </a:path>
              </a:pathLst>
            </a:custGeom>
            <a:noFill/>
            <a:ln w="0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4281" name="Freeform 268">
              <a:extLst>
                <a:ext uri="{FF2B5EF4-FFF2-40B4-BE49-F238E27FC236}">
                  <a16:creationId xmlns:a16="http://schemas.microsoft.com/office/drawing/2014/main" id="{5C359200-535E-470E-A966-51826497B5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6" y="543"/>
              <a:ext cx="19" cy="6"/>
            </a:xfrm>
            <a:custGeom>
              <a:avLst/>
              <a:gdLst>
                <a:gd name="T0" fmla="*/ 3 w 30"/>
                <a:gd name="T1" fmla="*/ 1 h 10"/>
                <a:gd name="T2" fmla="*/ 8 w 30"/>
                <a:gd name="T3" fmla="*/ 0 h 10"/>
                <a:gd name="T4" fmla="*/ 4 w 30"/>
                <a:gd name="T5" fmla="*/ 2 h 10"/>
                <a:gd name="T6" fmla="*/ 0 w 30"/>
                <a:gd name="T7" fmla="*/ 2 h 10"/>
                <a:gd name="T8" fmla="*/ 3 w 30"/>
                <a:gd name="T9" fmla="*/ 1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"/>
                <a:gd name="T16" fmla="*/ 0 h 10"/>
                <a:gd name="T17" fmla="*/ 30 w 30"/>
                <a:gd name="T18" fmla="*/ 10 h 1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" h="10">
                  <a:moveTo>
                    <a:pt x="12" y="5"/>
                  </a:moveTo>
                  <a:cubicBezTo>
                    <a:pt x="18" y="5"/>
                    <a:pt x="25" y="4"/>
                    <a:pt x="30" y="0"/>
                  </a:cubicBezTo>
                  <a:cubicBezTo>
                    <a:pt x="27" y="5"/>
                    <a:pt x="22" y="8"/>
                    <a:pt x="16" y="9"/>
                  </a:cubicBezTo>
                  <a:cubicBezTo>
                    <a:pt x="12" y="9"/>
                    <a:pt x="2" y="10"/>
                    <a:pt x="0" y="8"/>
                  </a:cubicBezTo>
                  <a:cubicBezTo>
                    <a:pt x="4" y="8"/>
                    <a:pt x="8" y="6"/>
                    <a:pt x="12" y="5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4282" name="Freeform 269">
              <a:extLst>
                <a:ext uri="{FF2B5EF4-FFF2-40B4-BE49-F238E27FC236}">
                  <a16:creationId xmlns:a16="http://schemas.microsoft.com/office/drawing/2014/main" id="{0FB3D387-836A-4A5F-A913-320DF415D7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9" y="552"/>
              <a:ext cx="3" cy="13"/>
            </a:xfrm>
            <a:custGeom>
              <a:avLst/>
              <a:gdLst>
                <a:gd name="T0" fmla="*/ 1 w 5"/>
                <a:gd name="T1" fmla="*/ 2 h 20"/>
                <a:gd name="T2" fmla="*/ 1 w 5"/>
                <a:gd name="T3" fmla="*/ 0 h 20"/>
                <a:gd name="T4" fmla="*/ 1 w 5"/>
                <a:gd name="T5" fmla="*/ 3 h 20"/>
                <a:gd name="T6" fmla="*/ 1 w 5"/>
                <a:gd name="T7" fmla="*/ 1 h 2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5"/>
                <a:gd name="T13" fmla="*/ 0 h 20"/>
                <a:gd name="T14" fmla="*/ 5 w 5"/>
                <a:gd name="T15" fmla="*/ 20 h 2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5" h="20">
                  <a:moveTo>
                    <a:pt x="5" y="6"/>
                  </a:moveTo>
                  <a:cubicBezTo>
                    <a:pt x="5" y="4"/>
                    <a:pt x="5" y="2"/>
                    <a:pt x="4" y="0"/>
                  </a:cubicBezTo>
                  <a:cubicBezTo>
                    <a:pt x="1" y="0"/>
                    <a:pt x="0" y="10"/>
                    <a:pt x="1" y="13"/>
                  </a:cubicBezTo>
                  <a:cubicBezTo>
                    <a:pt x="2" y="20"/>
                    <a:pt x="5" y="7"/>
                    <a:pt x="5" y="5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4283" name="Freeform 270">
              <a:extLst>
                <a:ext uri="{FF2B5EF4-FFF2-40B4-BE49-F238E27FC236}">
                  <a16:creationId xmlns:a16="http://schemas.microsoft.com/office/drawing/2014/main" id="{44CAEAD6-5818-4986-AA8F-3ACCECA32A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7" y="565"/>
              <a:ext cx="6" cy="8"/>
            </a:xfrm>
            <a:custGeom>
              <a:avLst/>
              <a:gdLst>
                <a:gd name="T0" fmla="*/ 1 w 9"/>
                <a:gd name="T1" fmla="*/ 1 h 11"/>
                <a:gd name="T2" fmla="*/ 2 w 9"/>
                <a:gd name="T3" fmla="*/ 4 h 11"/>
                <a:gd name="T4" fmla="*/ 0 w 9"/>
                <a:gd name="T5" fmla="*/ 1 h 11"/>
                <a:gd name="T6" fmla="*/ 0 w 9"/>
                <a:gd name="T7" fmla="*/ 1 h 11"/>
                <a:gd name="T8" fmla="*/ 1 w 9"/>
                <a:gd name="T9" fmla="*/ 1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"/>
                <a:gd name="T16" fmla="*/ 0 h 11"/>
                <a:gd name="T17" fmla="*/ 9 w 9"/>
                <a:gd name="T18" fmla="*/ 11 h 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" h="11">
                  <a:moveTo>
                    <a:pt x="4" y="1"/>
                  </a:moveTo>
                  <a:cubicBezTo>
                    <a:pt x="6" y="0"/>
                    <a:pt x="9" y="7"/>
                    <a:pt x="7" y="11"/>
                  </a:cubicBezTo>
                  <a:cubicBezTo>
                    <a:pt x="7" y="8"/>
                    <a:pt x="4" y="3"/>
                    <a:pt x="0" y="3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1" y="1"/>
                    <a:pt x="1" y="2"/>
                    <a:pt x="1" y="2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4284" name="Freeform 271">
              <a:extLst>
                <a:ext uri="{FF2B5EF4-FFF2-40B4-BE49-F238E27FC236}">
                  <a16:creationId xmlns:a16="http://schemas.microsoft.com/office/drawing/2014/main" id="{60CDEFAC-C5F3-4C43-9D3F-BFF5E1273F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8" y="546"/>
              <a:ext cx="27" cy="21"/>
            </a:xfrm>
            <a:custGeom>
              <a:avLst/>
              <a:gdLst>
                <a:gd name="T0" fmla="*/ 11 w 43"/>
                <a:gd name="T1" fmla="*/ 0 h 33"/>
                <a:gd name="T2" fmla="*/ 5 w 43"/>
                <a:gd name="T3" fmla="*/ 2 h 33"/>
                <a:gd name="T4" fmla="*/ 0 w 43"/>
                <a:gd name="T5" fmla="*/ 4 h 33"/>
                <a:gd name="T6" fmla="*/ 8 w 43"/>
                <a:gd name="T7" fmla="*/ 8 h 33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43"/>
                <a:gd name="T13" fmla="*/ 0 h 33"/>
                <a:gd name="T14" fmla="*/ 43 w 43"/>
                <a:gd name="T15" fmla="*/ 33 h 33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43" h="33">
                  <a:moveTo>
                    <a:pt x="43" y="0"/>
                  </a:moveTo>
                  <a:cubicBezTo>
                    <a:pt x="43" y="0"/>
                    <a:pt x="29" y="5"/>
                    <a:pt x="21" y="6"/>
                  </a:cubicBezTo>
                  <a:cubicBezTo>
                    <a:pt x="12" y="6"/>
                    <a:pt x="0" y="16"/>
                    <a:pt x="0" y="16"/>
                  </a:cubicBezTo>
                  <a:cubicBezTo>
                    <a:pt x="0" y="16"/>
                    <a:pt x="21" y="32"/>
                    <a:pt x="33" y="33"/>
                  </a:cubicBezTo>
                </a:path>
              </a:pathLst>
            </a:custGeom>
            <a:noFill/>
            <a:ln w="2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4285" name="Freeform 272">
              <a:extLst>
                <a:ext uri="{FF2B5EF4-FFF2-40B4-BE49-F238E27FC236}">
                  <a16:creationId xmlns:a16="http://schemas.microsoft.com/office/drawing/2014/main" id="{8CE14855-2D34-4DC4-9D49-64B853AD7A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3" y="549"/>
              <a:ext cx="9" cy="8"/>
            </a:xfrm>
            <a:custGeom>
              <a:avLst/>
              <a:gdLst>
                <a:gd name="T0" fmla="*/ 3 w 14"/>
                <a:gd name="T1" fmla="*/ 1 h 13"/>
                <a:gd name="T2" fmla="*/ 3 w 14"/>
                <a:gd name="T3" fmla="*/ 2 h 13"/>
                <a:gd name="T4" fmla="*/ 2 w 14"/>
                <a:gd name="T5" fmla="*/ 3 h 13"/>
                <a:gd name="T6" fmla="*/ 1 w 14"/>
                <a:gd name="T7" fmla="*/ 2 h 13"/>
                <a:gd name="T8" fmla="*/ 1 w 14"/>
                <a:gd name="T9" fmla="*/ 1 h 13"/>
                <a:gd name="T10" fmla="*/ 3 w 14"/>
                <a:gd name="T11" fmla="*/ 1 h 13"/>
                <a:gd name="T12" fmla="*/ 4 w 14"/>
                <a:gd name="T13" fmla="*/ 1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4"/>
                <a:gd name="T22" fmla="*/ 0 h 13"/>
                <a:gd name="T23" fmla="*/ 14 w 14"/>
                <a:gd name="T24" fmla="*/ 13 h 13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4" h="13">
                  <a:moveTo>
                    <a:pt x="13" y="4"/>
                  </a:moveTo>
                  <a:cubicBezTo>
                    <a:pt x="10" y="3"/>
                    <a:pt x="9" y="8"/>
                    <a:pt x="9" y="10"/>
                  </a:cubicBezTo>
                  <a:cubicBezTo>
                    <a:pt x="8" y="12"/>
                    <a:pt x="8" y="13"/>
                    <a:pt x="6" y="13"/>
                  </a:cubicBezTo>
                  <a:cubicBezTo>
                    <a:pt x="4" y="13"/>
                    <a:pt x="2" y="13"/>
                    <a:pt x="1" y="11"/>
                  </a:cubicBezTo>
                  <a:cubicBezTo>
                    <a:pt x="0" y="8"/>
                    <a:pt x="3" y="4"/>
                    <a:pt x="5" y="3"/>
                  </a:cubicBezTo>
                  <a:cubicBezTo>
                    <a:pt x="7" y="1"/>
                    <a:pt x="13" y="0"/>
                    <a:pt x="13" y="4"/>
                  </a:cubicBezTo>
                  <a:cubicBezTo>
                    <a:pt x="14" y="4"/>
                    <a:pt x="14" y="4"/>
                    <a:pt x="14" y="4"/>
                  </a:cubicBezTo>
                </a:path>
              </a:pathLst>
            </a:custGeom>
            <a:solidFill>
              <a:srgbClr val="213D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4286" name="Freeform 273">
              <a:extLst>
                <a:ext uri="{FF2B5EF4-FFF2-40B4-BE49-F238E27FC236}">
                  <a16:creationId xmlns:a16="http://schemas.microsoft.com/office/drawing/2014/main" id="{4FAD31C4-1AC4-47CE-B546-1551677931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3" y="558"/>
              <a:ext cx="8" cy="6"/>
            </a:xfrm>
            <a:custGeom>
              <a:avLst/>
              <a:gdLst>
                <a:gd name="T0" fmla="*/ 2 w 12"/>
                <a:gd name="T1" fmla="*/ 1 h 9"/>
                <a:gd name="T2" fmla="*/ 2 w 12"/>
                <a:gd name="T3" fmla="*/ 2 h 9"/>
                <a:gd name="T4" fmla="*/ 1 w 12"/>
                <a:gd name="T5" fmla="*/ 0 h 9"/>
                <a:gd name="T6" fmla="*/ 0 60000 65536"/>
                <a:gd name="T7" fmla="*/ 0 60000 65536"/>
                <a:gd name="T8" fmla="*/ 0 60000 65536"/>
                <a:gd name="T9" fmla="*/ 0 w 12"/>
                <a:gd name="T10" fmla="*/ 0 h 9"/>
                <a:gd name="T11" fmla="*/ 12 w 12"/>
                <a:gd name="T12" fmla="*/ 9 h 9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2" h="9">
                  <a:moveTo>
                    <a:pt x="7" y="1"/>
                  </a:moveTo>
                  <a:cubicBezTo>
                    <a:pt x="5" y="3"/>
                    <a:pt x="12" y="7"/>
                    <a:pt x="6" y="8"/>
                  </a:cubicBezTo>
                  <a:cubicBezTo>
                    <a:pt x="2" y="9"/>
                    <a:pt x="0" y="0"/>
                    <a:pt x="5" y="0"/>
                  </a:cubicBezTo>
                </a:path>
              </a:pathLst>
            </a:custGeom>
            <a:solidFill>
              <a:srgbClr val="85A3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4287" name="Oval 274">
              <a:extLst>
                <a:ext uri="{FF2B5EF4-FFF2-40B4-BE49-F238E27FC236}">
                  <a16:creationId xmlns:a16="http://schemas.microsoft.com/office/drawing/2014/main" id="{A0498A5F-01F9-4691-A37D-8DB3DB405E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47" y="554"/>
              <a:ext cx="3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latin typeface="Calibri" panose="020F0502020204030204" pitchFamily="34" charset="0"/>
              </a:endParaRPr>
            </a:p>
          </p:txBody>
        </p:sp>
        <p:sp>
          <p:nvSpPr>
            <p:cNvPr id="44288" name="Freeform 275">
              <a:extLst>
                <a:ext uri="{FF2B5EF4-FFF2-40B4-BE49-F238E27FC236}">
                  <a16:creationId xmlns:a16="http://schemas.microsoft.com/office/drawing/2014/main" id="{0B27264B-DDDB-49CA-B645-83074CA13A7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2" y="1061"/>
              <a:ext cx="26" cy="68"/>
            </a:xfrm>
            <a:custGeom>
              <a:avLst/>
              <a:gdLst>
                <a:gd name="T0" fmla="*/ 4 w 41"/>
                <a:gd name="T1" fmla="*/ 4 h 105"/>
                <a:gd name="T2" fmla="*/ 0 w 41"/>
                <a:gd name="T3" fmla="*/ 10 h 105"/>
                <a:gd name="T4" fmla="*/ 2 w 41"/>
                <a:gd name="T5" fmla="*/ 23 h 105"/>
                <a:gd name="T6" fmla="*/ 4 w 41"/>
                <a:gd name="T7" fmla="*/ 27 h 105"/>
                <a:gd name="T8" fmla="*/ 6 w 41"/>
                <a:gd name="T9" fmla="*/ 25 h 105"/>
                <a:gd name="T10" fmla="*/ 10 w 41"/>
                <a:gd name="T11" fmla="*/ 16 h 105"/>
                <a:gd name="T12" fmla="*/ 8 w 41"/>
                <a:gd name="T13" fmla="*/ 10 h 105"/>
                <a:gd name="T14" fmla="*/ 4 w 41"/>
                <a:gd name="T15" fmla="*/ 4 h 10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41"/>
                <a:gd name="T25" fmla="*/ 0 h 105"/>
                <a:gd name="T26" fmla="*/ 41 w 41"/>
                <a:gd name="T27" fmla="*/ 105 h 105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41" h="105">
                  <a:moveTo>
                    <a:pt x="16" y="14"/>
                  </a:moveTo>
                  <a:cubicBezTo>
                    <a:pt x="1" y="0"/>
                    <a:pt x="0" y="30"/>
                    <a:pt x="0" y="39"/>
                  </a:cubicBezTo>
                  <a:cubicBezTo>
                    <a:pt x="0" y="54"/>
                    <a:pt x="1" y="70"/>
                    <a:pt x="6" y="84"/>
                  </a:cubicBezTo>
                  <a:cubicBezTo>
                    <a:pt x="8" y="89"/>
                    <a:pt x="12" y="96"/>
                    <a:pt x="16" y="99"/>
                  </a:cubicBezTo>
                  <a:cubicBezTo>
                    <a:pt x="23" y="105"/>
                    <a:pt x="23" y="98"/>
                    <a:pt x="25" y="92"/>
                  </a:cubicBezTo>
                  <a:cubicBezTo>
                    <a:pt x="29" y="79"/>
                    <a:pt x="39" y="69"/>
                    <a:pt x="40" y="57"/>
                  </a:cubicBezTo>
                  <a:cubicBezTo>
                    <a:pt x="41" y="47"/>
                    <a:pt x="35" y="43"/>
                    <a:pt x="30" y="36"/>
                  </a:cubicBezTo>
                  <a:cubicBezTo>
                    <a:pt x="24" y="29"/>
                    <a:pt x="21" y="22"/>
                    <a:pt x="17" y="15"/>
                  </a:cubicBezTo>
                </a:path>
              </a:pathLst>
            </a:custGeom>
            <a:solidFill>
              <a:srgbClr val="F9CB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4289" name="Freeform 276">
              <a:extLst>
                <a:ext uri="{FF2B5EF4-FFF2-40B4-BE49-F238E27FC236}">
                  <a16:creationId xmlns:a16="http://schemas.microsoft.com/office/drawing/2014/main" id="{24EC52B3-0B60-4015-8DA2-064A8D6416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5" y="1061"/>
              <a:ext cx="16" cy="67"/>
            </a:xfrm>
            <a:custGeom>
              <a:avLst/>
              <a:gdLst>
                <a:gd name="T0" fmla="*/ 7 w 24"/>
                <a:gd name="T1" fmla="*/ 2 h 104"/>
                <a:gd name="T2" fmla="*/ 1 w 24"/>
                <a:gd name="T3" fmla="*/ 12 h 104"/>
                <a:gd name="T4" fmla="*/ 7 w 24"/>
                <a:gd name="T5" fmla="*/ 28 h 104"/>
                <a:gd name="T6" fmla="*/ 0 60000 65536"/>
                <a:gd name="T7" fmla="*/ 0 60000 65536"/>
                <a:gd name="T8" fmla="*/ 0 60000 65536"/>
                <a:gd name="T9" fmla="*/ 0 w 24"/>
                <a:gd name="T10" fmla="*/ 0 h 104"/>
                <a:gd name="T11" fmla="*/ 24 w 24"/>
                <a:gd name="T12" fmla="*/ 104 h 10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4" h="104">
                  <a:moveTo>
                    <a:pt x="24" y="6"/>
                  </a:moveTo>
                  <a:cubicBezTo>
                    <a:pt x="24" y="6"/>
                    <a:pt x="0" y="0"/>
                    <a:pt x="2" y="45"/>
                  </a:cubicBezTo>
                  <a:cubicBezTo>
                    <a:pt x="5" y="89"/>
                    <a:pt x="17" y="101"/>
                    <a:pt x="22" y="104"/>
                  </a:cubicBezTo>
                </a:path>
              </a:pathLst>
            </a:custGeom>
            <a:noFill/>
            <a:ln w="1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4290" name="Freeform 277">
              <a:extLst>
                <a:ext uri="{FF2B5EF4-FFF2-40B4-BE49-F238E27FC236}">
                  <a16:creationId xmlns:a16="http://schemas.microsoft.com/office/drawing/2014/main" id="{C8ABB11E-5A00-400A-BF04-203A98708D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3" y="1090"/>
              <a:ext cx="5" cy="14"/>
            </a:xfrm>
            <a:custGeom>
              <a:avLst/>
              <a:gdLst>
                <a:gd name="T0" fmla="*/ 2 w 9"/>
                <a:gd name="T1" fmla="*/ 0 h 21"/>
                <a:gd name="T2" fmla="*/ 1 w 9"/>
                <a:gd name="T3" fmla="*/ 6 h 21"/>
                <a:gd name="T4" fmla="*/ 0 60000 65536"/>
                <a:gd name="T5" fmla="*/ 0 60000 65536"/>
                <a:gd name="T6" fmla="*/ 0 w 9"/>
                <a:gd name="T7" fmla="*/ 0 h 21"/>
                <a:gd name="T8" fmla="*/ 9 w 9"/>
                <a:gd name="T9" fmla="*/ 21 h 2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9" h="21">
                  <a:moveTo>
                    <a:pt x="9" y="0"/>
                  </a:moveTo>
                  <a:cubicBezTo>
                    <a:pt x="9" y="0"/>
                    <a:pt x="0" y="12"/>
                    <a:pt x="8" y="21"/>
                  </a:cubicBezTo>
                </a:path>
              </a:pathLst>
            </a:custGeom>
            <a:noFill/>
            <a:ln w="1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4291" name="Freeform 278">
              <a:extLst>
                <a:ext uri="{FF2B5EF4-FFF2-40B4-BE49-F238E27FC236}">
                  <a16:creationId xmlns:a16="http://schemas.microsoft.com/office/drawing/2014/main" id="{BC558BF5-F46D-4C7B-823C-E47D812F35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3" y="407"/>
              <a:ext cx="34" cy="60"/>
            </a:xfrm>
            <a:custGeom>
              <a:avLst/>
              <a:gdLst>
                <a:gd name="T0" fmla="*/ 0 w 52"/>
                <a:gd name="T1" fmla="*/ 25 h 93"/>
                <a:gd name="T2" fmla="*/ 5 w 52"/>
                <a:gd name="T3" fmla="*/ 12 h 93"/>
                <a:gd name="T4" fmla="*/ 10 w 52"/>
                <a:gd name="T5" fmla="*/ 5 h 93"/>
                <a:gd name="T6" fmla="*/ 14 w 52"/>
                <a:gd name="T7" fmla="*/ 0 h 93"/>
                <a:gd name="T8" fmla="*/ 10 w 52"/>
                <a:gd name="T9" fmla="*/ 6 h 93"/>
                <a:gd name="T10" fmla="*/ 6 w 52"/>
                <a:gd name="T11" fmla="*/ 15 h 93"/>
                <a:gd name="T12" fmla="*/ 1 w 52"/>
                <a:gd name="T13" fmla="*/ 23 h 9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52"/>
                <a:gd name="T22" fmla="*/ 0 h 93"/>
                <a:gd name="T23" fmla="*/ 52 w 52"/>
                <a:gd name="T24" fmla="*/ 93 h 93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52" h="93">
                  <a:moveTo>
                    <a:pt x="0" y="93"/>
                  </a:moveTo>
                  <a:cubicBezTo>
                    <a:pt x="5" y="78"/>
                    <a:pt x="11" y="61"/>
                    <a:pt x="19" y="46"/>
                  </a:cubicBezTo>
                  <a:cubicBezTo>
                    <a:pt x="24" y="37"/>
                    <a:pt x="29" y="28"/>
                    <a:pt x="35" y="20"/>
                  </a:cubicBezTo>
                  <a:cubicBezTo>
                    <a:pt x="39" y="12"/>
                    <a:pt x="47" y="7"/>
                    <a:pt x="52" y="0"/>
                  </a:cubicBezTo>
                  <a:cubicBezTo>
                    <a:pt x="49" y="8"/>
                    <a:pt x="42" y="17"/>
                    <a:pt x="38" y="24"/>
                  </a:cubicBezTo>
                  <a:cubicBezTo>
                    <a:pt x="32" y="35"/>
                    <a:pt x="28" y="46"/>
                    <a:pt x="21" y="56"/>
                  </a:cubicBezTo>
                  <a:cubicBezTo>
                    <a:pt x="14" y="66"/>
                    <a:pt x="7" y="76"/>
                    <a:pt x="2" y="87"/>
                  </a:cubicBezTo>
                </a:path>
              </a:pathLst>
            </a:custGeom>
            <a:solidFill>
              <a:srgbClr val="CC9A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4292" name="Freeform 279">
              <a:extLst>
                <a:ext uri="{FF2B5EF4-FFF2-40B4-BE49-F238E27FC236}">
                  <a16:creationId xmlns:a16="http://schemas.microsoft.com/office/drawing/2014/main" id="{BE90FB39-C8B5-48EE-8D95-396072A8712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0" y="405"/>
              <a:ext cx="46" cy="49"/>
            </a:xfrm>
            <a:custGeom>
              <a:avLst/>
              <a:gdLst>
                <a:gd name="T0" fmla="*/ 0 w 72"/>
                <a:gd name="T1" fmla="*/ 20 h 77"/>
                <a:gd name="T2" fmla="*/ 4 w 72"/>
                <a:gd name="T3" fmla="*/ 15 h 77"/>
                <a:gd name="T4" fmla="*/ 8 w 72"/>
                <a:gd name="T5" fmla="*/ 8 h 77"/>
                <a:gd name="T6" fmla="*/ 19 w 72"/>
                <a:gd name="T7" fmla="*/ 0 h 77"/>
                <a:gd name="T8" fmla="*/ 15 w 72"/>
                <a:gd name="T9" fmla="*/ 3 h 77"/>
                <a:gd name="T10" fmla="*/ 8 w 72"/>
                <a:gd name="T11" fmla="*/ 11 h 77"/>
                <a:gd name="T12" fmla="*/ 1 w 72"/>
                <a:gd name="T13" fmla="*/ 18 h 7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72"/>
                <a:gd name="T22" fmla="*/ 0 h 77"/>
                <a:gd name="T23" fmla="*/ 72 w 72"/>
                <a:gd name="T24" fmla="*/ 77 h 77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72" h="77">
                  <a:moveTo>
                    <a:pt x="0" y="77"/>
                  </a:moveTo>
                  <a:cubicBezTo>
                    <a:pt x="4" y="71"/>
                    <a:pt x="9" y="66"/>
                    <a:pt x="14" y="60"/>
                  </a:cubicBezTo>
                  <a:cubicBezTo>
                    <a:pt x="20" y="51"/>
                    <a:pt x="25" y="42"/>
                    <a:pt x="31" y="33"/>
                  </a:cubicBezTo>
                  <a:cubicBezTo>
                    <a:pt x="40" y="20"/>
                    <a:pt x="54" y="1"/>
                    <a:pt x="72" y="0"/>
                  </a:cubicBezTo>
                  <a:cubicBezTo>
                    <a:pt x="67" y="5"/>
                    <a:pt x="61" y="8"/>
                    <a:pt x="57" y="13"/>
                  </a:cubicBezTo>
                  <a:cubicBezTo>
                    <a:pt x="47" y="22"/>
                    <a:pt x="40" y="34"/>
                    <a:pt x="32" y="44"/>
                  </a:cubicBezTo>
                  <a:cubicBezTo>
                    <a:pt x="26" y="53"/>
                    <a:pt x="16" y="69"/>
                    <a:pt x="5" y="73"/>
                  </a:cubicBezTo>
                </a:path>
              </a:pathLst>
            </a:custGeom>
            <a:solidFill>
              <a:srgbClr val="CC9A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4293" name="Freeform 280">
              <a:extLst>
                <a:ext uri="{FF2B5EF4-FFF2-40B4-BE49-F238E27FC236}">
                  <a16:creationId xmlns:a16="http://schemas.microsoft.com/office/drawing/2014/main" id="{98B633B7-CC9E-4F92-B3FC-912E928200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1" y="459"/>
              <a:ext cx="75" cy="36"/>
            </a:xfrm>
            <a:custGeom>
              <a:avLst/>
              <a:gdLst>
                <a:gd name="T0" fmla="*/ 1 w 118"/>
                <a:gd name="T1" fmla="*/ 8 h 57"/>
                <a:gd name="T2" fmla="*/ 14 w 118"/>
                <a:gd name="T3" fmla="*/ 3 h 57"/>
                <a:gd name="T4" fmla="*/ 31 w 118"/>
                <a:gd name="T5" fmla="*/ 3 h 57"/>
                <a:gd name="T6" fmla="*/ 16 w 118"/>
                <a:gd name="T7" fmla="*/ 4 h 57"/>
                <a:gd name="T8" fmla="*/ 4 w 118"/>
                <a:gd name="T9" fmla="*/ 8 h 57"/>
                <a:gd name="T10" fmla="*/ 9 w 118"/>
                <a:gd name="T11" fmla="*/ 8 h 57"/>
                <a:gd name="T12" fmla="*/ 13 w 118"/>
                <a:gd name="T13" fmla="*/ 8 h 57"/>
                <a:gd name="T14" fmla="*/ 6 w 118"/>
                <a:gd name="T15" fmla="*/ 9 h 57"/>
                <a:gd name="T16" fmla="*/ 11 w 118"/>
                <a:gd name="T17" fmla="*/ 10 h 57"/>
                <a:gd name="T18" fmla="*/ 7 w 118"/>
                <a:gd name="T19" fmla="*/ 11 h 57"/>
                <a:gd name="T20" fmla="*/ 11 w 118"/>
                <a:gd name="T21" fmla="*/ 13 h 57"/>
                <a:gd name="T22" fmla="*/ 15 w 118"/>
                <a:gd name="T23" fmla="*/ 15 h 57"/>
                <a:gd name="T24" fmla="*/ 10 w 118"/>
                <a:gd name="T25" fmla="*/ 14 h 57"/>
                <a:gd name="T26" fmla="*/ 5 w 118"/>
                <a:gd name="T27" fmla="*/ 13 h 57"/>
                <a:gd name="T28" fmla="*/ 0 w 118"/>
                <a:gd name="T29" fmla="*/ 11 h 57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118"/>
                <a:gd name="T46" fmla="*/ 0 h 57"/>
                <a:gd name="T47" fmla="*/ 118 w 118"/>
                <a:gd name="T48" fmla="*/ 57 h 57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118" h="57">
                  <a:moveTo>
                    <a:pt x="3" y="32"/>
                  </a:moveTo>
                  <a:cubicBezTo>
                    <a:pt x="20" y="21"/>
                    <a:pt x="35" y="15"/>
                    <a:pt x="55" y="11"/>
                  </a:cubicBezTo>
                  <a:cubicBezTo>
                    <a:pt x="73" y="7"/>
                    <a:pt x="100" y="0"/>
                    <a:pt x="118" y="9"/>
                  </a:cubicBezTo>
                  <a:cubicBezTo>
                    <a:pt x="99" y="5"/>
                    <a:pt x="79" y="11"/>
                    <a:pt x="62" y="18"/>
                  </a:cubicBezTo>
                  <a:cubicBezTo>
                    <a:pt x="48" y="25"/>
                    <a:pt x="30" y="28"/>
                    <a:pt x="15" y="33"/>
                  </a:cubicBezTo>
                  <a:cubicBezTo>
                    <a:pt x="22" y="33"/>
                    <a:pt x="27" y="31"/>
                    <a:pt x="34" y="31"/>
                  </a:cubicBezTo>
                  <a:cubicBezTo>
                    <a:pt x="39" y="32"/>
                    <a:pt x="47" y="34"/>
                    <a:pt x="52" y="32"/>
                  </a:cubicBezTo>
                  <a:cubicBezTo>
                    <a:pt x="43" y="30"/>
                    <a:pt x="34" y="36"/>
                    <a:pt x="25" y="37"/>
                  </a:cubicBezTo>
                  <a:cubicBezTo>
                    <a:pt x="31" y="38"/>
                    <a:pt x="40" y="36"/>
                    <a:pt x="45" y="39"/>
                  </a:cubicBezTo>
                  <a:cubicBezTo>
                    <a:pt x="40" y="41"/>
                    <a:pt x="28" y="39"/>
                    <a:pt x="26" y="46"/>
                  </a:cubicBezTo>
                  <a:cubicBezTo>
                    <a:pt x="30" y="49"/>
                    <a:pt x="36" y="49"/>
                    <a:pt x="42" y="50"/>
                  </a:cubicBezTo>
                  <a:cubicBezTo>
                    <a:pt x="46" y="52"/>
                    <a:pt x="51" y="54"/>
                    <a:pt x="56" y="57"/>
                  </a:cubicBezTo>
                  <a:cubicBezTo>
                    <a:pt x="50" y="56"/>
                    <a:pt x="44" y="56"/>
                    <a:pt x="38" y="55"/>
                  </a:cubicBezTo>
                  <a:cubicBezTo>
                    <a:pt x="32" y="54"/>
                    <a:pt x="27" y="51"/>
                    <a:pt x="21" y="50"/>
                  </a:cubicBezTo>
                  <a:cubicBezTo>
                    <a:pt x="13" y="49"/>
                    <a:pt x="7" y="45"/>
                    <a:pt x="0" y="43"/>
                  </a:cubicBezTo>
                </a:path>
              </a:pathLst>
            </a:custGeom>
            <a:solidFill>
              <a:srgbClr val="CC9A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4294" name="Freeform 281">
              <a:extLst>
                <a:ext uri="{FF2B5EF4-FFF2-40B4-BE49-F238E27FC236}">
                  <a16:creationId xmlns:a16="http://schemas.microsoft.com/office/drawing/2014/main" id="{B8864B1A-A92B-4D1F-9E0C-BAF270C1A64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1" y="491"/>
              <a:ext cx="67" cy="35"/>
            </a:xfrm>
            <a:custGeom>
              <a:avLst/>
              <a:gdLst>
                <a:gd name="T0" fmla="*/ 1 w 104"/>
                <a:gd name="T1" fmla="*/ 0 h 56"/>
                <a:gd name="T2" fmla="*/ 12 w 104"/>
                <a:gd name="T3" fmla="*/ 4 h 56"/>
                <a:gd name="T4" fmla="*/ 22 w 104"/>
                <a:gd name="T5" fmla="*/ 5 h 56"/>
                <a:gd name="T6" fmla="*/ 28 w 104"/>
                <a:gd name="T7" fmla="*/ 5 h 56"/>
                <a:gd name="T8" fmla="*/ 15 w 104"/>
                <a:gd name="T9" fmla="*/ 6 h 56"/>
                <a:gd name="T10" fmla="*/ 23 w 104"/>
                <a:gd name="T11" fmla="*/ 8 h 56"/>
                <a:gd name="T12" fmla="*/ 9 w 104"/>
                <a:gd name="T13" fmla="*/ 6 h 56"/>
                <a:gd name="T14" fmla="*/ 5 w 104"/>
                <a:gd name="T15" fmla="*/ 4 h 56"/>
                <a:gd name="T16" fmla="*/ 10 w 104"/>
                <a:gd name="T17" fmla="*/ 8 h 56"/>
                <a:gd name="T18" fmla="*/ 18 w 104"/>
                <a:gd name="T19" fmla="*/ 13 h 56"/>
                <a:gd name="T20" fmla="*/ 12 w 104"/>
                <a:gd name="T21" fmla="*/ 11 h 56"/>
                <a:gd name="T22" fmla="*/ 15 w 104"/>
                <a:gd name="T23" fmla="*/ 14 h 56"/>
                <a:gd name="T24" fmla="*/ 0 w 104"/>
                <a:gd name="T25" fmla="*/ 3 h 5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104"/>
                <a:gd name="T40" fmla="*/ 0 h 56"/>
                <a:gd name="T41" fmla="*/ 104 w 104"/>
                <a:gd name="T42" fmla="*/ 56 h 5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104" h="56">
                  <a:moveTo>
                    <a:pt x="2" y="0"/>
                  </a:moveTo>
                  <a:cubicBezTo>
                    <a:pt x="16" y="8"/>
                    <a:pt x="26" y="16"/>
                    <a:pt x="43" y="17"/>
                  </a:cubicBezTo>
                  <a:cubicBezTo>
                    <a:pt x="56" y="18"/>
                    <a:pt x="69" y="16"/>
                    <a:pt x="82" y="19"/>
                  </a:cubicBezTo>
                  <a:cubicBezTo>
                    <a:pt x="89" y="21"/>
                    <a:pt x="97" y="19"/>
                    <a:pt x="104" y="21"/>
                  </a:cubicBezTo>
                  <a:cubicBezTo>
                    <a:pt x="87" y="24"/>
                    <a:pt x="71" y="23"/>
                    <a:pt x="54" y="23"/>
                  </a:cubicBezTo>
                  <a:cubicBezTo>
                    <a:pt x="62" y="24"/>
                    <a:pt x="80" y="27"/>
                    <a:pt x="86" y="33"/>
                  </a:cubicBezTo>
                  <a:cubicBezTo>
                    <a:pt x="67" y="34"/>
                    <a:pt x="51" y="26"/>
                    <a:pt x="34" y="23"/>
                  </a:cubicBezTo>
                  <a:cubicBezTo>
                    <a:pt x="28" y="22"/>
                    <a:pt x="22" y="20"/>
                    <a:pt x="17" y="18"/>
                  </a:cubicBezTo>
                  <a:cubicBezTo>
                    <a:pt x="25" y="21"/>
                    <a:pt x="32" y="29"/>
                    <a:pt x="39" y="34"/>
                  </a:cubicBezTo>
                  <a:cubicBezTo>
                    <a:pt x="49" y="41"/>
                    <a:pt x="59" y="49"/>
                    <a:pt x="69" y="55"/>
                  </a:cubicBezTo>
                  <a:cubicBezTo>
                    <a:pt x="60" y="55"/>
                    <a:pt x="50" y="49"/>
                    <a:pt x="43" y="44"/>
                  </a:cubicBezTo>
                  <a:cubicBezTo>
                    <a:pt x="48" y="47"/>
                    <a:pt x="54" y="52"/>
                    <a:pt x="59" y="56"/>
                  </a:cubicBezTo>
                  <a:cubicBezTo>
                    <a:pt x="40" y="45"/>
                    <a:pt x="11" y="33"/>
                    <a:pt x="0" y="12"/>
                  </a:cubicBezTo>
                </a:path>
              </a:pathLst>
            </a:custGeom>
            <a:solidFill>
              <a:srgbClr val="CC9A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4295" name="Freeform 282">
              <a:extLst>
                <a:ext uri="{FF2B5EF4-FFF2-40B4-BE49-F238E27FC236}">
                  <a16:creationId xmlns:a16="http://schemas.microsoft.com/office/drawing/2014/main" id="{EA8BCD65-059C-49AB-B169-C926B62FC8C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0" y="505"/>
              <a:ext cx="35" cy="44"/>
            </a:xfrm>
            <a:custGeom>
              <a:avLst/>
              <a:gdLst>
                <a:gd name="T0" fmla="*/ 0 w 56"/>
                <a:gd name="T1" fmla="*/ 0 h 68"/>
                <a:gd name="T2" fmla="*/ 3 w 56"/>
                <a:gd name="T3" fmla="*/ 4 h 68"/>
                <a:gd name="T4" fmla="*/ 8 w 56"/>
                <a:gd name="T5" fmla="*/ 9 h 68"/>
                <a:gd name="T6" fmla="*/ 14 w 56"/>
                <a:gd name="T7" fmla="*/ 18 h 68"/>
                <a:gd name="T8" fmla="*/ 8 w 56"/>
                <a:gd name="T9" fmla="*/ 12 h 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6"/>
                <a:gd name="T16" fmla="*/ 0 h 68"/>
                <a:gd name="T17" fmla="*/ 56 w 56"/>
                <a:gd name="T18" fmla="*/ 68 h 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6" h="68">
                  <a:moveTo>
                    <a:pt x="0" y="0"/>
                  </a:moveTo>
                  <a:cubicBezTo>
                    <a:pt x="2" y="5"/>
                    <a:pt x="8" y="10"/>
                    <a:pt x="12" y="14"/>
                  </a:cubicBezTo>
                  <a:cubicBezTo>
                    <a:pt x="18" y="21"/>
                    <a:pt x="25" y="27"/>
                    <a:pt x="32" y="34"/>
                  </a:cubicBezTo>
                  <a:cubicBezTo>
                    <a:pt x="42" y="45"/>
                    <a:pt x="49" y="54"/>
                    <a:pt x="56" y="68"/>
                  </a:cubicBezTo>
                  <a:cubicBezTo>
                    <a:pt x="47" y="62"/>
                    <a:pt x="40" y="52"/>
                    <a:pt x="33" y="44"/>
                  </a:cubicBezTo>
                </a:path>
              </a:pathLst>
            </a:custGeom>
            <a:solidFill>
              <a:srgbClr val="CC9A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4296" name="Freeform 283">
              <a:extLst>
                <a:ext uri="{FF2B5EF4-FFF2-40B4-BE49-F238E27FC236}">
                  <a16:creationId xmlns:a16="http://schemas.microsoft.com/office/drawing/2014/main" id="{D47E30F9-E0FC-492B-A9DB-35816A7BC9A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8" y="505"/>
              <a:ext cx="20" cy="30"/>
            </a:xfrm>
            <a:custGeom>
              <a:avLst/>
              <a:gdLst>
                <a:gd name="T0" fmla="*/ 0 w 31"/>
                <a:gd name="T1" fmla="*/ 0 h 46"/>
                <a:gd name="T2" fmla="*/ 5 w 31"/>
                <a:gd name="T3" fmla="*/ 7 h 46"/>
                <a:gd name="T4" fmla="*/ 8 w 31"/>
                <a:gd name="T5" fmla="*/ 13 h 46"/>
                <a:gd name="T6" fmla="*/ 3 w 31"/>
                <a:gd name="T7" fmla="*/ 5 h 46"/>
                <a:gd name="T8" fmla="*/ 1 w 31"/>
                <a:gd name="T9" fmla="*/ 1 h 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1"/>
                <a:gd name="T16" fmla="*/ 0 h 46"/>
                <a:gd name="T17" fmla="*/ 31 w 31"/>
                <a:gd name="T18" fmla="*/ 46 h 4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1" h="46">
                  <a:moveTo>
                    <a:pt x="0" y="0"/>
                  </a:moveTo>
                  <a:cubicBezTo>
                    <a:pt x="5" y="9"/>
                    <a:pt x="13" y="15"/>
                    <a:pt x="19" y="23"/>
                  </a:cubicBezTo>
                  <a:cubicBezTo>
                    <a:pt x="24" y="30"/>
                    <a:pt x="26" y="38"/>
                    <a:pt x="31" y="46"/>
                  </a:cubicBezTo>
                  <a:cubicBezTo>
                    <a:pt x="22" y="40"/>
                    <a:pt x="15" y="29"/>
                    <a:pt x="10" y="20"/>
                  </a:cubicBezTo>
                  <a:cubicBezTo>
                    <a:pt x="8" y="16"/>
                    <a:pt x="0" y="7"/>
                    <a:pt x="1" y="3"/>
                  </a:cubicBezTo>
                </a:path>
              </a:pathLst>
            </a:custGeom>
            <a:solidFill>
              <a:srgbClr val="CC9A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4297" name="Freeform 284">
              <a:extLst>
                <a:ext uri="{FF2B5EF4-FFF2-40B4-BE49-F238E27FC236}">
                  <a16:creationId xmlns:a16="http://schemas.microsoft.com/office/drawing/2014/main" id="{510918D3-2BE3-4FAD-BC6B-CC281FC3E49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6" y="516"/>
              <a:ext cx="19" cy="41"/>
            </a:xfrm>
            <a:custGeom>
              <a:avLst/>
              <a:gdLst>
                <a:gd name="T0" fmla="*/ 1 w 30"/>
                <a:gd name="T1" fmla="*/ 1 h 64"/>
                <a:gd name="T2" fmla="*/ 4 w 30"/>
                <a:gd name="T3" fmla="*/ 8 h 64"/>
                <a:gd name="T4" fmla="*/ 8 w 30"/>
                <a:gd name="T5" fmla="*/ 17 h 64"/>
                <a:gd name="T6" fmla="*/ 3 w 30"/>
                <a:gd name="T7" fmla="*/ 7 h 64"/>
                <a:gd name="T8" fmla="*/ 3 w 30"/>
                <a:gd name="T9" fmla="*/ 12 h 64"/>
                <a:gd name="T10" fmla="*/ 0 w 30"/>
                <a:gd name="T11" fmla="*/ 0 h 6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30"/>
                <a:gd name="T19" fmla="*/ 0 h 64"/>
                <a:gd name="T20" fmla="*/ 30 w 30"/>
                <a:gd name="T21" fmla="*/ 64 h 64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30" h="64">
                  <a:moveTo>
                    <a:pt x="2" y="3"/>
                  </a:moveTo>
                  <a:cubicBezTo>
                    <a:pt x="10" y="11"/>
                    <a:pt x="11" y="23"/>
                    <a:pt x="14" y="33"/>
                  </a:cubicBezTo>
                  <a:cubicBezTo>
                    <a:pt x="18" y="43"/>
                    <a:pt x="26" y="53"/>
                    <a:pt x="30" y="64"/>
                  </a:cubicBezTo>
                  <a:cubicBezTo>
                    <a:pt x="20" y="52"/>
                    <a:pt x="13" y="42"/>
                    <a:pt x="9" y="27"/>
                  </a:cubicBezTo>
                  <a:cubicBezTo>
                    <a:pt x="9" y="33"/>
                    <a:pt x="12" y="40"/>
                    <a:pt x="12" y="46"/>
                  </a:cubicBezTo>
                  <a:cubicBezTo>
                    <a:pt x="1" y="33"/>
                    <a:pt x="5" y="14"/>
                    <a:pt x="0" y="0"/>
                  </a:cubicBezTo>
                </a:path>
              </a:pathLst>
            </a:custGeom>
            <a:solidFill>
              <a:srgbClr val="CC9A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4298" name="Freeform 285">
              <a:extLst>
                <a:ext uri="{FF2B5EF4-FFF2-40B4-BE49-F238E27FC236}">
                  <a16:creationId xmlns:a16="http://schemas.microsoft.com/office/drawing/2014/main" id="{57245B62-4038-494D-A34E-FE34DB3D97E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2" y="549"/>
              <a:ext cx="11" cy="52"/>
            </a:xfrm>
            <a:custGeom>
              <a:avLst/>
              <a:gdLst>
                <a:gd name="T0" fmla="*/ 3 w 16"/>
                <a:gd name="T1" fmla="*/ 1 h 80"/>
                <a:gd name="T2" fmla="*/ 6 w 16"/>
                <a:gd name="T3" fmla="*/ 22 h 80"/>
                <a:gd name="T4" fmla="*/ 3 w 16"/>
                <a:gd name="T5" fmla="*/ 14 h 80"/>
                <a:gd name="T6" fmla="*/ 2 w 16"/>
                <a:gd name="T7" fmla="*/ 21 h 80"/>
                <a:gd name="T8" fmla="*/ 1 w 16"/>
                <a:gd name="T9" fmla="*/ 10 h 80"/>
                <a:gd name="T10" fmla="*/ 2 w 16"/>
                <a:gd name="T11" fmla="*/ 0 h 8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6"/>
                <a:gd name="T19" fmla="*/ 0 h 80"/>
                <a:gd name="T20" fmla="*/ 16 w 16"/>
                <a:gd name="T21" fmla="*/ 80 h 80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6" h="80">
                  <a:moveTo>
                    <a:pt x="9" y="3"/>
                  </a:moveTo>
                  <a:cubicBezTo>
                    <a:pt x="13" y="28"/>
                    <a:pt x="12" y="54"/>
                    <a:pt x="16" y="80"/>
                  </a:cubicBezTo>
                  <a:cubicBezTo>
                    <a:pt x="10" y="75"/>
                    <a:pt x="7" y="56"/>
                    <a:pt x="8" y="50"/>
                  </a:cubicBezTo>
                  <a:cubicBezTo>
                    <a:pt x="5" y="59"/>
                    <a:pt x="7" y="69"/>
                    <a:pt x="7" y="79"/>
                  </a:cubicBezTo>
                  <a:cubicBezTo>
                    <a:pt x="1" y="66"/>
                    <a:pt x="0" y="51"/>
                    <a:pt x="1" y="37"/>
                  </a:cubicBezTo>
                  <a:cubicBezTo>
                    <a:pt x="1" y="24"/>
                    <a:pt x="6" y="12"/>
                    <a:pt x="6" y="0"/>
                  </a:cubicBezTo>
                </a:path>
              </a:pathLst>
            </a:custGeom>
            <a:solidFill>
              <a:srgbClr val="CC9A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4299" name="Freeform 286">
              <a:extLst>
                <a:ext uri="{FF2B5EF4-FFF2-40B4-BE49-F238E27FC236}">
                  <a16:creationId xmlns:a16="http://schemas.microsoft.com/office/drawing/2014/main" id="{A4B285A7-5205-4EF9-A4C3-D3298631FE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0" y="491"/>
              <a:ext cx="52" cy="37"/>
            </a:xfrm>
            <a:custGeom>
              <a:avLst/>
              <a:gdLst>
                <a:gd name="T0" fmla="*/ 22 w 80"/>
                <a:gd name="T1" fmla="*/ 1 h 59"/>
                <a:gd name="T2" fmla="*/ 0 w 80"/>
                <a:gd name="T3" fmla="*/ 6 h 59"/>
                <a:gd name="T4" fmla="*/ 9 w 80"/>
                <a:gd name="T5" fmla="*/ 3 h 59"/>
                <a:gd name="T6" fmla="*/ 16 w 80"/>
                <a:gd name="T7" fmla="*/ 3 h 59"/>
                <a:gd name="T8" fmla="*/ 7 w 80"/>
                <a:gd name="T9" fmla="*/ 4 h 59"/>
                <a:gd name="T10" fmla="*/ 12 w 80"/>
                <a:gd name="T11" fmla="*/ 4 h 59"/>
                <a:gd name="T12" fmla="*/ 6 w 80"/>
                <a:gd name="T13" fmla="*/ 9 h 59"/>
                <a:gd name="T14" fmla="*/ 18 w 80"/>
                <a:gd name="T15" fmla="*/ 4 h 59"/>
                <a:gd name="T16" fmla="*/ 8 w 80"/>
                <a:gd name="T17" fmla="*/ 14 h 59"/>
                <a:gd name="T18" fmla="*/ 16 w 80"/>
                <a:gd name="T19" fmla="*/ 6 h 59"/>
                <a:gd name="T20" fmla="*/ 21 w 80"/>
                <a:gd name="T21" fmla="*/ 1 h 5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80"/>
                <a:gd name="T34" fmla="*/ 0 h 59"/>
                <a:gd name="T35" fmla="*/ 80 w 80"/>
                <a:gd name="T36" fmla="*/ 59 h 59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80" h="59">
                  <a:moveTo>
                    <a:pt x="80" y="2"/>
                  </a:moveTo>
                  <a:cubicBezTo>
                    <a:pt x="53" y="0"/>
                    <a:pt x="22" y="8"/>
                    <a:pt x="0" y="23"/>
                  </a:cubicBezTo>
                  <a:cubicBezTo>
                    <a:pt x="11" y="17"/>
                    <a:pt x="22" y="14"/>
                    <a:pt x="34" y="12"/>
                  </a:cubicBezTo>
                  <a:cubicBezTo>
                    <a:pt x="42" y="11"/>
                    <a:pt x="51" y="11"/>
                    <a:pt x="59" y="9"/>
                  </a:cubicBezTo>
                  <a:cubicBezTo>
                    <a:pt x="48" y="4"/>
                    <a:pt x="35" y="16"/>
                    <a:pt x="24" y="18"/>
                  </a:cubicBezTo>
                  <a:cubicBezTo>
                    <a:pt x="30" y="16"/>
                    <a:pt x="38" y="15"/>
                    <a:pt x="44" y="15"/>
                  </a:cubicBezTo>
                  <a:cubicBezTo>
                    <a:pt x="35" y="20"/>
                    <a:pt x="28" y="29"/>
                    <a:pt x="22" y="38"/>
                  </a:cubicBezTo>
                  <a:cubicBezTo>
                    <a:pt x="30" y="27"/>
                    <a:pt x="52" y="19"/>
                    <a:pt x="65" y="16"/>
                  </a:cubicBezTo>
                  <a:cubicBezTo>
                    <a:pt x="47" y="23"/>
                    <a:pt x="42" y="45"/>
                    <a:pt x="31" y="59"/>
                  </a:cubicBezTo>
                  <a:cubicBezTo>
                    <a:pt x="42" y="47"/>
                    <a:pt x="51" y="35"/>
                    <a:pt x="59" y="22"/>
                  </a:cubicBezTo>
                  <a:cubicBezTo>
                    <a:pt x="63" y="15"/>
                    <a:pt x="69" y="7"/>
                    <a:pt x="77" y="4"/>
                  </a:cubicBezTo>
                </a:path>
              </a:pathLst>
            </a:custGeom>
            <a:solidFill>
              <a:srgbClr val="CC9A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4300" name="Freeform 287">
              <a:extLst>
                <a:ext uri="{FF2B5EF4-FFF2-40B4-BE49-F238E27FC236}">
                  <a16:creationId xmlns:a16="http://schemas.microsoft.com/office/drawing/2014/main" id="{3E01CC85-F582-4272-B06D-2306D7B4993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2" y="496"/>
              <a:ext cx="21" cy="69"/>
            </a:xfrm>
            <a:custGeom>
              <a:avLst/>
              <a:gdLst>
                <a:gd name="T0" fmla="*/ 7 w 34"/>
                <a:gd name="T1" fmla="*/ 0 h 109"/>
                <a:gd name="T2" fmla="*/ 4 w 34"/>
                <a:gd name="T3" fmla="*/ 6 h 109"/>
                <a:gd name="T4" fmla="*/ 1 w 34"/>
                <a:gd name="T5" fmla="*/ 15 h 109"/>
                <a:gd name="T6" fmla="*/ 4 w 34"/>
                <a:gd name="T7" fmla="*/ 10 h 109"/>
                <a:gd name="T8" fmla="*/ 1 w 34"/>
                <a:gd name="T9" fmla="*/ 18 h 109"/>
                <a:gd name="T10" fmla="*/ 4 w 34"/>
                <a:gd name="T11" fmla="*/ 13 h 109"/>
                <a:gd name="T12" fmla="*/ 1 w 34"/>
                <a:gd name="T13" fmla="*/ 28 h 109"/>
                <a:gd name="T14" fmla="*/ 4 w 34"/>
                <a:gd name="T15" fmla="*/ 10 h 109"/>
                <a:gd name="T16" fmla="*/ 8 w 34"/>
                <a:gd name="T17" fmla="*/ 3 h 10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34"/>
                <a:gd name="T28" fmla="*/ 0 h 109"/>
                <a:gd name="T29" fmla="*/ 34 w 34"/>
                <a:gd name="T30" fmla="*/ 109 h 109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34" h="109">
                  <a:moveTo>
                    <a:pt x="31" y="0"/>
                  </a:moveTo>
                  <a:cubicBezTo>
                    <a:pt x="32" y="10"/>
                    <a:pt x="24" y="17"/>
                    <a:pt x="19" y="24"/>
                  </a:cubicBezTo>
                  <a:cubicBezTo>
                    <a:pt x="12" y="34"/>
                    <a:pt x="8" y="45"/>
                    <a:pt x="5" y="57"/>
                  </a:cubicBezTo>
                  <a:cubicBezTo>
                    <a:pt x="5" y="51"/>
                    <a:pt x="10" y="43"/>
                    <a:pt x="14" y="40"/>
                  </a:cubicBezTo>
                  <a:cubicBezTo>
                    <a:pt x="11" y="50"/>
                    <a:pt x="8" y="59"/>
                    <a:pt x="5" y="69"/>
                  </a:cubicBezTo>
                  <a:cubicBezTo>
                    <a:pt x="7" y="63"/>
                    <a:pt x="9" y="55"/>
                    <a:pt x="14" y="51"/>
                  </a:cubicBezTo>
                  <a:cubicBezTo>
                    <a:pt x="12" y="70"/>
                    <a:pt x="0" y="89"/>
                    <a:pt x="4" y="109"/>
                  </a:cubicBezTo>
                  <a:cubicBezTo>
                    <a:pt x="3" y="87"/>
                    <a:pt x="11" y="59"/>
                    <a:pt x="20" y="40"/>
                  </a:cubicBezTo>
                  <a:cubicBezTo>
                    <a:pt x="25" y="30"/>
                    <a:pt x="33" y="20"/>
                    <a:pt x="34" y="9"/>
                  </a:cubicBezTo>
                </a:path>
              </a:pathLst>
            </a:custGeom>
            <a:solidFill>
              <a:srgbClr val="CC9A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4301" name="Freeform 288">
              <a:extLst>
                <a:ext uri="{FF2B5EF4-FFF2-40B4-BE49-F238E27FC236}">
                  <a16:creationId xmlns:a16="http://schemas.microsoft.com/office/drawing/2014/main" id="{299541B3-79CA-4799-9696-3FFDABDD4A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6" y="498"/>
              <a:ext cx="162" cy="18"/>
            </a:xfrm>
            <a:custGeom>
              <a:avLst/>
              <a:gdLst>
                <a:gd name="T0" fmla="*/ 0 w 253"/>
                <a:gd name="T1" fmla="*/ 1 h 28"/>
                <a:gd name="T2" fmla="*/ 13 w 253"/>
                <a:gd name="T3" fmla="*/ 1 h 28"/>
                <a:gd name="T4" fmla="*/ 24 w 253"/>
                <a:gd name="T5" fmla="*/ 3 h 28"/>
                <a:gd name="T6" fmla="*/ 41 w 253"/>
                <a:gd name="T7" fmla="*/ 6 h 28"/>
                <a:gd name="T8" fmla="*/ 51 w 253"/>
                <a:gd name="T9" fmla="*/ 6 h 28"/>
                <a:gd name="T10" fmla="*/ 58 w 253"/>
                <a:gd name="T11" fmla="*/ 6 h 28"/>
                <a:gd name="T12" fmla="*/ 67 w 253"/>
                <a:gd name="T13" fmla="*/ 1 h 28"/>
                <a:gd name="T14" fmla="*/ 61 w 253"/>
                <a:gd name="T15" fmla="*/ 5 h 28"/>
                <a:gd name="T16" fmla="*/ 53 w 253"/>
                <a:gd name="T17" fmla="*/ 7 h 28"/>
                <a:gd name="T18" fmla="*/ 36 w 253"/>
                <a:gd name="T19" fmla="*/ 6 h 28"/>
                <a:gd name="T20" fmla="*/ 0 w 253"/>
                <a:gd name="T21" fmla="*/ 1 h 2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253"/>
                <a:gd name="T34" fmla="*/ 0 h 28"/>
                <a:gd name="T35" fmla="*/ 253 w 253"/>
                <a:gd name="T36" fmla="*/ 28 h 28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253" h="28">
                  <a:moveTo>
                    <a:pt x="0" y="2"/>
                  </a:moveTo>
                  <a:cubicBezTo>
                    <a:pt x="17" y="1"/>
                    <a:pt x="33" y="0"/>
                    <a:pt x="49" y="1"/>
                  </a:cubicBezTo>
                  <a:cubicBezTo>
                    <a:pt x="64" y="2"/>
                    <a:pt x="77" y="7"/>
                    <a:pt x="91" y="9"/>
                  </a:cubicBezTo>
                  <a:cubicBezTo>
                    <a:pt x="113" y="12"/>
                    <a:pt x="134" y="20"/>
                    <a:pt x="156" y="22"/>
                  </a:cubicBezTo>
                  <a:cubicBezTo>
                    <a:pt x="169" y="24"/>
                    <a:pt x="182" y="23"/>
                    <a:pt x="195" y="24"/>
                  </a:cubicBezTo>
                  <a:cubicBezTo>
                    <a:pt x="204" y="25"/>
                    <a:pt x="210" y="26"/>
                    <a:pt x="218" y="22"/>
                  </a:cubicBezTo>
                  <a:cubicBezTo>
                    <a:pt x="228" y="17"/>
                    <a:pt x="241" y="6"/>
                    <a:pt x="253" y="5"/>
                  </a:cubicBezTo>
                  <a:cubicBezTo>
                    <a:pt x="251" y="10"/>
                    <a:pt x="240" y="17"/>
                    <a:pt x="234" y="19"/>
                  </a:cubicBezTo>
                  <a:cubicBezTo>
                    <a:pt x="224" y="25"/>
                    <a:pt x="214" y="26"/>
                    <a:pt x="202" y="27"/>
                  </a:cubicBezTo>
                  <a:cubicBezTo>
                    <a:pt x="180" y="28"/>
                    <a:pt x="160" y="26"/>
                    <a:pt x="138" y="22"/>
                  </a:cubicBezTo>
                  <a:cubicBezTo>
                    <a:pt x="92" y="14"/>
                    <a:pt x="47" y="5"/>
                    <a:pt x="0" y="5"/>
                  </a:cubicBezTo>
                </a:path>
              </a:pathLst>
            </a:custGeom>
            <a:solidFill>
              <a:srgbClr val="CC9A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4302" name="Freeform 289">
              <a:extLst>
                <a:ext uri="{FF2B5EF4-FFF2-40B4-BE49-F238E27FC236}">
                  <a16:creationId xmlns:a16="http://schemas.microsoft.com/office/drawing/2014/main" id="{91484417-8121-4BF9-BB7C-DF35C169FF8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4" y="457"/>
              <a:ext cx="150" cy="26"/>
            </a:xfrm>
            <a:custGeom>
              <a:avLst/>
              <a:gdLst>
                <a:gd name="T0" fmla="*/ 0 w 233"/>
                <a:gd name="T1" fmla="*/ 2 h 40"/>
                <a:gd name="T2" fmla="*/ 15 w 233"/>
                <a:gd name="T3" fmla="*/ 3 h 40"/>
                <a:gd name="T4" fmla="*/ 30 w 233"/>
                <a:gd name="T5" fmla="*/ 5 h 40"/>
                <a:gd name="T6" fmla="*/ 47 w 233"/>
                <a:gd name="T7" fmla="*/ 9 h 40"/>
                <a:gd name="T8" fmla="*/ 62 w 233"/>
                <a:gd name="T9" fmla="*/ 10 h 40"/>
                <a:gd name="T10" fmla="*/ 59 w 233"/>
                <a:gd name="T11" fmla="*/ 10 h 40"/>
                <a:gd name="T12" fmla="*/ 49 w 233"/>
                <a:gd name="T13" fmla="*/ 10 h 40"/>
                <a:gd name="T14" fmla="*/ 32 w 233"/>
                <a:gd name="T15" fmla="*/ 7 h 40"/>
                <a:gd name="T16" fmla="*/ 17 w 233"/>
                <a:gd name="T17" fmla="*/ 3 h 40"/>
                <a:gd name="T18" fmla="*/ 1 w 233"/>
                <a:gd name="T19" fmla="*/ 5 h 4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233"/>
                <a:gd name="T31" fmla="*/ 0 h 40"/>
                <a:gd name="T32" fmla="*/ 233 w 233"/>
                <a:gd name="T33" fmla="*/ 40 h 40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233" h="40">
                  <a:moveTo>
                    <a:pt x="0" y="7"/>
                  </a:moveTo>
                  <a:cubicBezTo>
                    <a:pt x="19" y="0"/>
                    <a:pt x="40" y="6"/>
                    <a:pt x="59" y="10"/>
                  </a:cubicBezTo>
                  <a:cubicBezTo>
                    <a:pt x="77" y="13"/>
                    <a:pt x="96" y="16"/>
                    <a:pt x="114" y="20"/>
                  </a:cubicBezTo>
                  <a:cubicBezTo>
                    <a:pt x="135" y="25"/>
                    <a:pt x="156" y="29"/>
                    <a:pt x="177" y="34"/>
                  </a:cubicBezTo>
                  <a:cubicBezTo>
                    <a:pt x="194" y="37"/>
                    <a:pt x="217" y="40"/>
                    <a:pt x="233" y="35"/>
                  </a:cubicBezTo>
                  <a:cubicBezTo>
                    <a:pt x="229" y="38"/>
                    <a:pt x="224" y="38"/>
                    <a:pt x="219" y="39"/>
                  </a:cubicBezTo>
                  <a:cubicBezTo>
                    <a:pt x="208" y="40"/>
                    <a:pt x="195" y="40"/>
                    <a:pt x="184" y="39"/>
                  </a:cubicBezTo>
                  <a:cubicBezTo>
                    <a:pt x="162" y="36"/>
                    <a:pt x="141" y="30"/>
                    <a:pt x="120" y="25"/>
                  </a:cubicBezTo>
                  <a:cubicBezTo>
                    <a:pt x="102" y="20"/>
                    <a:pt x="82" y="15"/>
                    <a:pt x="63" y="12"/>
                  </a:cubicBezTo>
                  <a:cubicBezTo>
                    <a:pt x="45" y="10"/>
                    <a:pt x="18" y="7"/>
                    <a:pt x="1" y="16"/>
                  </a:cubicBezTo>
                </a:path>
              </a:pathLst>
            </a:custGeom>
            <a:solidFill>
              <a:srgbClr val="CC9A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4303" name="Freeform 290">
              <a:extLst>
                <a:ext uri="{FF2B5EF4-FFF2-40B4-BE49-F238E27FC236}">
                  <a16:creationId xmlns:a16="http://schemas.microsoft.com/office/drawing/2014/main" id="{1610D1A5-58BE-4928-8B30-AA63A4BA9ED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0" y="416"/>
              <a:ext cx="102" cy="16"/>
            </a:xfrm>
            <a:custGeom>
              <a:avLst/>
              <a:gdLst>
                <a:gd name="T0" fmla="*/ 0 w 159"/>
                <a:gd name="T1" fmla="*/ 6 h 25"/>
                <a:gd name="T2" fmla="*/ 12 w 159"/>
                <a:gd name="T3" fmla="*/ 3 h 25"/>
                <a:gd name="T4" fmla="*/ 22 w 159"/>
                <a:gd name="T5" fmla="*/ 1 h 25"/>
                <a:gd name="T6" fmla="*/ 32 w 159"/>
                <a:gd name="T7" fmla="*/ 1 h 25"/>
                <a:gd name="T8" fmla="*/ 42 w 159"/>
                <a:gd name="T9" fmla="*/ 3 h 25"/>
                <a:gd name="T10" fmla="*/ 23 w 159"/>
                <a:gd name="T11" fmla="*/ 1 h 25"/>
                <a:gd name="T12" fmla="*/ 4 w 159"/>
                <a:gd name="T13" fmla="*/ 6 h 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59"/>
                <a:gd name="T22" fmla="*/ 0 h 25"/>
                <a:gd name="T23" fmla="*/ 159 w 159"/>
                <a:gd name="T24" fmla="*/ 25 h 25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59" h="25">
                  <a:moveTo>
                    <a:pt x="0" y="25"/>
                  </a:moveTo>
                  <a:cubicBezTo>
                    <a:pt x="14" y="24"/>
                    <a:pt x="31" y="16"/>
                    <a:pt x="45" y="12"/>
                  </a:cubicBezTo>
                  <a:cubicBezTo>
                    <a:pt x="59" y="8"/>
                    <a:pt x="72" y="4"/>
                    <a:pt x="86" y="2"/>
                  </a:cubicBezTo>
                  <a:cubicBezTo>
                    <a:pt x="97" y="0"/>
                    <a:pt x="110" y="0"/>
                    <a:pt x="121" y="2"/>
                  </a:cubicBezTo>
                  <a:cubicBezTo>
                    <a:pt x="132" y="3"/>
                    <a:pt x="149" y="4"/>
                    <a:pt x="159" y="10"/>
                  </a:cubicBezTo>
                  <a:cubicBezTo>
                    <a:pt x="135" y="11"/>
                    <a:pt x="112" y="2"/>
                    <a:pt x="88" y="5"/>
                  </a:cubicBezTo>
                  <a:cubicBezTo>
                    <a:pt x="63" y="9"/>
                    <a:pt x="38" y="15"/>
                    <a:pt x="14" y="22"/>
                  </a:cubicBezTo>
                </a:path>
              </a:pathLst>
            </a:custGeom>
            <a:solidFill>
              <a:srgbClr val="CC9A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4304" name="Freeform 291">
              <a:extLst>
                <a:ext uri="{FF2B5EF4-FFF2-40B4-BE49-F238E27FC236}">
                  <a16:creationId xmlns:a16="http://schemas.microsoft.com/office/drawing/2014/main" id="{41BCE91D-77B5-494E-8ADE-99A54203DA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4" y="378"/>
              <a:ext cx="142" cy="38"/>
            </a:xfrm>
            <a:custGeom>
              <a:avLst/>
              <a:gdLst>
                <a:gd name="T0" fmla="*/ 1 w 221"/>
                <a:gd name="T1" fmla="*/ 14 h 59"/>
                <a:gd name="T2" fmla="*/ 13 w 221"/>
                <a:gd name="T3" fmla="*/ 4 h 59"/>
                <a:gd name="T4" fmla="*/ 20 w 221"/>
                <a:gd name="T5" fmla="*/ 2 h 59"/>
                <a:gd name="T6" fmla="*/ 28 w 221"/>
                <a:gd name="T7" fmla="*/ 1 h 59"/>
                <a:gd name="T8" fmla="*/ 43 w 221"/>
                <a:gd name="T9" fmla="*/ 1 h 59"/>
                <a:gd name="T10" fmla="*/ 58 w 221"/>
                <a:gd name="T11" fmla="*/ 3 h 59"/>
                <a:gd name="T12" fmla="*/ 55 w 221"/>
                <a:gd name="T13" fmla="*/ 2 h 59"/>
                <a:gd name="T14" fmla="*/ 46 w 221"/>
                <a:gd name="T15" fmla="*/ 2 h 59"/>
                <a:gd name="T16" fmla="*/ 24 w 221"/>
                <a:gd name="T17" fmla="*/ 4 h 59"/>
                <a:gd name="T18" fmla="*/ 10 w 221"/>
                <a:gd name="T19" fmla="*/ 9 h 59"/>
                <a:gd name="T20" fmla="*/ 0 w 221"/>
                <a:gd name="T21" fmla="*/ 15 h 5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221"/>
                <a:gd name="T34" fmla="*/ 0 h 59"/>
                <a:gd name="T35" fmla="*/ 221 w 221"/>
                <a:gd name="T36" fmla="*/ 59 h 59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221" h="59">
                  <a:moveTo>
                    <a:pt x="3" y="51"/>
                  </a:moveTo>
                  <a:cubicBezTo>
                    <a:pt x="18" y="36"/>
                    <a:pt x="27" y="23"/>
                    <a:pt x="48" y="16"/>
                  </a:cubicBezTo>
                  <a:cubicBezTo>
                    <a:pt x="57" y="13"/>
                    <a:pt x="65" y="9"/>
                    <a:pt x="75" y="7"/>
                  </a:cubicBezTo>
                  <a:cubicBezTo>
                    <a:pt x="85" y="5"/>
                    <a:pt x="94" y="5"/>
                    <a:pt x="104" y="4"/>
                  </a:cubicBezTo>
                  <a:cubicBezTo>
                    <a:pt x="123" y="2"/>
                    <a:pt x="144" y="0"/>
                    <a:pt x="163" y="1"/>
                  </a:cubicBezTo>
                  <a:cubicBezTo>
                    <a:pt x="183" y="2"/>
                    <a:pt x="202" y="12"/>
                    <a:pt x="221" y="11"/>
                  </a:cubicBezTo>
                  <a:cubicBezTo>
                    <a:pt x="217" y="12"/>
                    <a:pt x="212" y="9"/>
                    <a:pt x="208" y="8"/>
                  </a:cubicBezTo>
                  <a:cubicBezTo>
                    <a:pt x="196" y="6"/>
                    <a:pt x="184" y="7"/>
                    <a:pt x="172" y="7"/>
                  </a:cubicBezTo>
                  <a:cubicBezTo>
                    <a:pt x="145" y="6"/>
                    <a:pt x="118" y="10"/>
                    <a:pt x="92" y="15"/>
                  </a:cubicBezTo>
                  <a:cubicBezTo>
                    <a:pt x="74" y="19"/>
                    <a:pt x="55" y="25"/>
                    <a:pt x="38" y="33"/>
                  </a:cubicBezTo>
                  <a:cubicBezTo>
                    <a:pt x="24" y="40"/>
                    <a:pt x="13" y="52"/>
                    <a:pt x="0" y="59"/>
                  </a:cubicBezTo>
                </a:path>
              </a:pathLst>
            </a:custGeom>
            <a:solidFill>
              <a:srgbClr val="CC9A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4305" name="Freeform 292">
              <a:extLst>
                <a:ext uri="{FF2B5EF4-FFF2-40B4-BE49-F238E27FC236}">
                  <a16:creationId xmlns:a16="http://schemas.microsoft.com/office/drawing/2014/main" id="{CC2F6132-860E-4D88-81D8-C1CE829A1E1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3" y="628"/>
              <a:ext cx="66" cy="19"/>
            </a:xfrm>
            <a:custGeom>
              <a:avLst/>
              <a:gdLst>
                <a:gd name="T0" fmla="*/ 27 w 103"/>
                <a:gd name="T1" fmla="*/ 6 h 29"/>
                <a:gd name="T2" fmla="*/ 20 w 103"/>
                <a:gd name="T3" fmla="*/ 7 h 29"/>
                <a:gd name="T4" fmla="*/ 12 w 103"/>
                <a:gd name="T5" fmla="*/ 6 h 29"/>
                <a:gd name="T6" fmla="*/ 0 w 103"/>
                <a:gd name="T7" fmla="*/ 0 h 29"/>
                <a:gd name="T8" fmla="*/ 18 w 103"/>
                <a:gd name="T9" fmla="*/ 8 h 29"/>
                <a:gd name="T10" fmla="*/ 27 w 103"/>
                <a:gd name="T11" fmla="*/ 5 h 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03"/>
                <a:gd name="T19" fmla="*/ 0 h 29"/>
                <a:gd name="T20" fmla="*/ 103 w 103"/>
                <a:gd name="T21" fmla="*/ 29 h 29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03" h="29">
                  <a:moveTo>
                    <a:pt x="101" y="20"/>
                  </a:moveTo>
                  <a:cubicBezTo>
                    <a:pt x="94" y="19"/>
                    <a:pt x="84" y="22"/>
                    <a:pt x="77" y="23"/>
                  </a:cubicBezTo>
                  <a:cubicBezTo>
                    <a:pt x="65" y="25"/>
                    <a:pt x="54" y="23"/>
                    <a:pt x="43" y="21"/>
                  </a:cubicBezTo>
                  <a:cubicBezTo>
                    <a:pt x="25" y="18"/>
                    <a:pt x="14" y="10"/>
                    <a:pt x="0" y="0"/>
                  </a:cubicBezTo>
                  <a:cubicBezTo>
                    <a:pt x="21" y="12"/>
                    <a:pt x="43" y="26"/>
                    <a:pt x="68" y="28"/>
                  </a:cubicBezTo>
                  <a:cubicBezTo>
                    <a:pt x="82" y="29"/>
                    <a:pt x="92" y="23"/>
                    <a:pt x="103" y="18"/>
                  </a:cubicBezTo>
                </a:path>
              </a:pathLst>
            </a:custGeom>
            <a:solidFill>
              <a:srgbClr val="CC9A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4306" name="Freeform 293">
              <a:extLst>
                <a:ext uri="{FF2B5EF4-FFF2-40B4-BE49-F238E27FC236}">
                  <a16:creationId xmlns:a16="http://schemas.microsoft.com/office/drawing/2014/main" id="{3C61D8E9-2362-4A83-8E03-FC2208C87F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5" y="587"/>
              <a:ext cx="46" cy="10"/>
            </a:xfrm>
            <a:custGeom>
              <a:avLst/>
              <a:gdLst>
                <a:gd name="T0" fmla="*/ 19 w 71"/>
                <a:gd name="T1" fmla="*/ 4 h 17"/>
                <a:gd name="T2" fmla="*/ 9 w 71"/>
                <a:gd name="T3" fmla="*/ 3 h 17"/>
                <a:gd name="T4" fmla="*/ 0 w 71"/>
                <a:gd name="T5" fmla="*/ 0 h 17"/>
                <a:gd name="T6" fmla="*/ 15 w 71"/>
                <a:gd name="T7" fmla="*/ 4 h 1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71"/>
                <a:gd name="T13" fmla="*/ 0 h 17"/>
                <a:gd name="T14" fmla="*/ 71 w 71"/>
                <a:gd name="T15" fmla="*/ 17 h 1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71" h="17">
                  <a:moveTo>
                    <a:pt x="71" y="17"/>
                  </a:moveTo>
                  <a:cubicBezTo>
                    <a:pt x="61" y="13"/>
                    <a:pt x="45" y="17"/>
                    <a:pt x="33" y="14"/>
                  </a:cubicBezTo>
                  <a:cubicBezTo>
                    <a:pt x="21" y="11"/>
                    <a:pt x="9" y="8"/>
                    <a:pt x="0" y="0"/>
                  </a:cubicBezTo>
                  <a:cubicBezTo>
                    <a:pt x="19" y="12"/>
                    <a:pt x="33" y="17"/>
                    <a:pt x="56" y="17"/>
                  </a:cubicBezTo>
                </a:path>
              </a:pathLst>
            </a:custGeom>
            <a:solidFill>
              <a:srgbClr val="CC9A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4307" name="Freeform 294">
              <a:extLst>
                <a:ext uri="{FF2B5EF4-FFF2-40B4-BE49-F238E27FC236}">
                  <a16:creationId xmlns:a16="http://schemas.microsoft.com/office/drawing/2014/main" id="{8EB3BB6C-35BF-4B0A-B0E9-25AA777F4E8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4" y="561"/>
              <a:ext cx="25" cy="100"/>
            </a:xfrm>
            <a:custGeom>
              <a:avLst/>
              <a:gdLst>
                <a:gd name="T0" fmla="*/ 3 w 39"/>
                <a:gd name="T1" fmla="*/ 8 h 157"/>
                <a:gd name="T2" fmla="*/ 8 w 39"/>
                <a:gd name="T3" fmla="*/ 28 h 157"/>
                <a:gd name="T4" fmla="*/ 8 w 39"/>
                <a:gd name="T5" fmla="*/ 41 h 157"/>
                <a:gd name="T6" fmla="*/ 10 w 39"/>
                <a:gd name="T7" fmla="*/ 36 h 157"/>
                <a:gd name="T8" fmla="*/ 9 w 39"/>
                <a:gd name="T9" fmla="*/ 25 h 157"/>
                <a:gd name="T10" fmla="*/ 6 w 39"/>
                <a:gd name="T11" fmla="*/ 13 h 157"/>
                <a:gd name="T12" fmla="*/ 8 w 39"/>
                <a:gd name="T13" fmla="*/ 22 h 157"/>
                <a:gd name="T14" fmla="*/ 4 w 39"/>
                <a:gd name="T15" fmla="*/ 10 h 157"/>
                <a:gd name="T16" fmla="*/ 0 w 39"/>
                <a:gd name="T17" fmla="*/ 0 h 15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39"/>
                <a:gd name="T28" fmla="*/ 0 h 157"/>
                <a:gd name="T29" fmla="*/ 39 w 39"/>
                <a:gd name="T30" fmla="*/ 157 h 157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39" h="157">
                  <a:moveTo>
                    <a:pt x="12" y="30"/>
                  </a:moveTo>
                  <a:cubicBezTo>
                    <a:pt x="22" y="56"/>
                    <a:pt x="29" y="82"/>
                    <a:pt x="33" y="109"/>
                  </a:cubicBezTo>
                  <a:cubicBezTo>
                    <a:pt x="36" y="126"/>
                    <a:pt x="39" y="140"/>
                    <a:pt x="33" y="157"/>
                  </a:cubicBezTo>
                  <a:cubicBezTo>
                    <a:pt x="37" y="151"/>
                    <a:pt x="36" y="144"/>
                    <a:pt x="36" y="138"/>
                  </a:cubicBezTo>
                  <a:cubicBezTo>
                    <a:pt x="37" y="123"/>
                    <a:pt x="37" y="109"/>
                    <a:pt x="35" y="95"/>
                  </a:cubicBezTo>
                  <a:cubicBezTo>
                    <a:pt x="33" y="80"/>
                    <a:pt x="29" y="64"/>
                    <a:pt x="24" y="49"/>
                  </a:cubicBezTo>
                  <a:cubicBezTo>
                    <a:pt x="29" y="61"/>
                    <a:pt x="30" y="72"/>
                    <a:pt x="32" y="84"/>
                  </a:cubicBezTo>
                  <a:cubicBezTo>
                    <a:pt x="25" y="69"/>
                    <a:pt x="22" y="53"/>
                    <a:pt x="16" y="38"/>
                  </a:cubicBezTo>
                  <a:cubicBezTo>
                    <a:pt x="12" y="27"/>
                    <a:pt x="2" y="9"/>
                    <a:pt x="0" y="0"/>
                  </a:cubicBezTo>
                </a:path>
              </a:pathLst>
            </a:custGeom>
            <a:solidFill>
              <a:srgbClr val="CC9A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4308" name="Freeform 295">
              <a:extLst>
                <a:ext uri="{FF2B5EF4-FFF2-40B4-BE49-F238E27FC236}">
                  <a16:creationId xmlns:a16="http://schemas.microsoft.com/office/drawing/2014/main" id="{AA6D950C-7C7B-41B0-8663-40886010A2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3" y="600"/>
              <a:ext cx="37" cy="119"/>
            </a:xfrm>
            <a:custGeom>
              <a:avLst/>
              <a:gdLst>
                <a:gd name="T0" fmla="*/ 11 w 59"/>
                <a:gd name="T1" fmla="*/ 0 h 186"/>
                <a:gd name="T2" fmla="*/ 12 w 59"/>
                <a:gd name="T3" fmla="*/ 11 h 186"/>
                <a:gd name="T4" fmla="*/ 8 w 59"/>
                <a:gd name="T5" fmla="*/ 27 h 186"/>
                <a:gd name="T6" fmla="*/ 0 w 59"/>
                <a:gd name="T7" fmla="*/ 49 h 186"/>
                <a:gd name="T8" fmla="*/ 8 w 59"/>
                <a:gd name="T9" fmla="*/ 29 h 186"/>
                <a:gd name="T10" fmla="*/ 4 w 59"/>
                <a:gd name="T11" fmla="*/ 44 h 186"/>
                <a:gd name="T12" fmla="*/ 6 w 59"/>
                <a:gd name="T13" fmla="*/ 38 h 186"/>
                <a:gd name="T14" fmla="*/ 10 w 59"/>
                <a:gd name="T15" fmla="*/ 24 h 186"/>
                <a:gd name="T16" fmla="*/ 12 w 59"/>
                <a:gd name="T17" fmla="*/ 2 h 18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59"/>
                <a:gd name="T28" fmla="*/ 0 h 186"/>
                <a:gd name="T29" fmla="*/ 59 w 59"/>
                <a:gd name="T30" fmla="*/ 186 h 18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59" h="186">
                  <a:moveTo>
                    <a:pt x="43" y="0"/>
                  </a:moveTo>
                  <a:cubicBezTo>
                    <a:pt x="48" y="10"/>
                    <a:pt x="49" y="30"/>
                    <a:pt x="48" y="41"/>
                  </a:cubicBezTo>
                  <a:cubicBezTo>
                    <a:pt x="47" y="62"/>
                    <a:pt x="40" y="83"/>
                    <a:pt x="32" y="101"/>
                  </a:cubicBezTo>
                  <a:cubicBezTo>
                    <a:pt x="20" y="129"/>
                    <a:pt x="8" y="157"/>
                    <a:pt x="0" y="186"/>
                  </a:cubicBezTo>
                  <a:cubicBezTo>
                    <a:pt x="6" y="160"/>
                    <a:pt x="16" y="130"/>
                    <a:pt x="33" y="109"/>
                  </a:cubicBezTo>
                  <a:cubicBezTo>
                    <a:pt x="26" y="124"/>
                    <a:pt x="11" y="149"/>
                    <a:pt x="14" y="165"/>
                  </a:cubicBezTo>
                  <a:cubicBezTo>
                    <a:pt x="18" y="161"/>
                    <a:pt x="20" y="153"/>
                    <a:pt x="22" y="147"/>
                  </a:cubicBezTo>
                  <a:cubicBezTo>
                    <a:pt x="29" y="129"/>
                    <a:pt x="36" y="111"/>
                    <a:pt x="42" y="93"/>
                  </a:cubicBezTo>
                  <a:cubicBezTo>
                    <a:pt x="50" y="69"/>
                    <a:pt x="59" y="33"/>
                    <a:pt x="50" y="8"/>
                  </a:cubicBezTo>
                </a:path>
              </a:pathLst>
            </a:custGeom>
            <a:solidFill>
              <a:srgbClr val="CC9A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4309" name="Freeform 296">
              <a:extLst>
                <a:ext uri="{FF2B5EF4-FFF2-40B4-BE49-F238E27FC236}">
                  <a16:creationId xmlns:a16="http://schemas.microsoft.com/office/drawing/2014/main" id="{201FCD5D-0D86-49C2-AB4C-4A6387FD8ED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9" y="580"/>
              <a:ext cx="26" cy="133"/>
            </a:xfrm>
            <a:custGeom>
              <a:avLst/>
              <a:gdLst>
                <a:gd name="T0" fmla="*/ 3 w 41"/>
                <a:gd name="T1" fmla="*/ 1 h 208"/>
                <a:gd name="T2" fmla="*/ 2 w 41"/>
                <a:gd name="T3" fmla="*/ 11 h 208"/>
                <a:gd name="T4" fmla="*/ 7 w 41"/>
                <a:gd name="T5" fmla="*/ 30 h 208"/>
                <a:gd name="T6" fmla="*/ 10 w 41"/>
                <a:gd name="T7" fmla="*/ 43 h 208"/>
                <a:gd name="T8" fmla="*/ 9 w 41"/>
                <a:gd name="T9" fmla="*/ 54 h 208"/>
                <a:gd name="T10" fmla="*/ 6 w 41"/>
                <a:gd name="T11" fmla="*/ 40 h 208"/>
                <a:gd name="T12" fmla="*/ 7 w 41"/>
                <a:gd name="T13" fmla="*/ 49 h 208"/>
                <a:gd name="T14" fmla="*/ 7 w 41"/>
                <a:gd name="T15" fmla="*/ 43 h 208"/>
                <a:gd name="T16" fmla="*/ 4 w 41"/>
                <a:gd name="T17" fmla="*/ 29 h 208"/>
                <a:gd name="T18" fmla="*/ 2 w 41"/>
                <a:gd name="T19" fmla="*/ 13 h 208"/>
                <a:gd name="T20" fmla="*/ 1 w 41"/>
                <a:gd name="T21" fmla="*/ 0 h 20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41"/>
                <a:gd name="T34" fmla="*/ 0 h 208"/>
                <a:gd name="T35" fmla="*/ 41 w 41"/>
                <a:gd name="T36" fmla="*/ 208 h 208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41" h="208">
                  <a:moveTo>
                    <a:pt x="9" y="3"/>
                  </a:moveTo>
                  <a:cubicBezTo>
                    <a:pt x="3" y="9"/>
                    <a:pt x="7" y="32"/>
                    <a:pt x="8" y="40"/>
                  </a:cubicBezTo>
                  <a:cubicBezTo>
                    <a:pt x="11" y="66"/>
                    <a:pt x="19" y="91"/>
                    <a:pt x="29" y="115"/>
                  </a:cubicBezTo>
                  <a:cubicBezTo>
                    <a:pt x="35" y="131"/>
                    <a:pt x="38" y="146"/>
                    <a:pt x="38" y="163"/>
                  </a:cubicBezTo>
                  <a:cubicBezTo>
                    <a:pt x="38" y="175"/>
                    <a:pt x="41" y="199"/>
                    <a:pt x="35" y="208"/>
                  </a:cubicBezTo>
                  <a:cubicBezTo>
                    <a:pt x="36" y="189"/>
                    <a:pt x="27" y="170"/>
                    <a:pt x="26" y="151"/>
                  </a:cubicBezTo>
                  <a:cubicBezTo>
                    <a:pt x="30" y="161"/>
                    <a:pt x="30" y="177"/>
                    <a:pt x="29" y="188"/>
                  </a:cubicBezTo>
                  <a:cubicBezTo>
                    <a:pt x="27" y="181"/>
                    <a:pt x="28" y="173"/>
                    <a:pt x="27" y="165"/>
                  </a:cubicBezTo>
                  <a:cubicBezTo>
                    <a:pt x="26" y="147"/>
                    <a:pt x="20" y="129"/>
                    <a:pt x="15" y="111"/>
                  </a:cubicBezTo>
                  <a:cubicBezTo>
                    <a:pt x="11" y="91"/>
                    <a:pt x="10" y="70"/>
                    <a:pt x="6" y="50"/>
                  </a:cubicBezTo>
                  <a:cubicBezTo>
                    <a:pt x="3" y="34"/>
                    <a:pt x="0" y="17"/>
                    <a:pt x="3" y="0"/>
                  </a:cubicBezTo>
                </a:path>
              </a:pathLst>
            </a:custGeom>
            <a:solidFill>
              <a:srgbClr val="CC9A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4310" name="Freeform 297">
              <a:extLst>
                <a:ext uri="{FF2B5EF4-FFF2-40B4-BE49-F238E27FC236}">
                  <a16:creationId xmlns:a16="http://schemas.microsoft.com/office/drawing/2014/main" id="{EB566167-52C6-417D-9F8A-88E518B535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1" y="381"/>
              <a:ext cx="102" cy="32"/>
            </a:xfrm>
            <a:custGeom>
              <a:avLst/>
              <a:gdLst>
                <a:gd name="T0" fmla="*/ 5 w 158"/>
                <a:gd name="T1" fmla="*/ 3 h 51"/>
                <a:gd name="T2" fmla="*/ 34 w 158"/>
                <a:gd name="T3" fmla="*/ 2 h 51"/>
                <a:gd name="T4" fmla="*/ 21 w 158"/>
                <a:gd name="T5" fmla="*/ 3 h 51"/>
                <a:gd name="T6" fmla="*/ 43 w 158"/>
                <a:gd name="T7" fmla="*/ 8 h 51"/>
                <a:gd name="T8" fmla="*/ 17 w 158"/>
                <a:gd name="T9" fmla="*/ 6 h 51"/>
                <a:gd name="T10" fmla="*/ 26 w 158"/>
                <a:gd name="T11" fmla="*/ 8 h 51"/>
                <a:gd name="T12" fmla="*/ 37 w 158"/>
                <a:gd name="T13" fmla="*/ 12 h 51"/>
                <a:gd name="T14" fmla="*/ 26 w 158"/>
                <a:gd name="T15" fmla="*/ 10 h 51"/>
                <a:gd name="T16" fmla="*/ 32 w 158"/>
                <a:gd name="T17" fmla="*/ 13 h 51"/>
                <a:gd name="T18" fmla="*/ 18 w 158"/>
                <a:gd name="T19" fmla="*/ 9 h 51"/>
                <a:gd name="T20" fmla="*/ 0 w 158"/>
                <a:gd name="T21" fmla="*/ 10 h 51"/>
                <a:gd name="T22" fmla="*/ 18 w 158"/>
                <a:gd name="T23" fmla="*/ 9 h 51"/>
                <a:gd name="T24" fmla="*/ 4 w 158"/>
                <a:gd name="T25" fmla="*/ 8 h 51"/>
                <a:gd name="T26" fmla="*/ 21 w 158"/>
                <a:gd name="T27" fmla="*/ 4 h 51"/>
                <a:gd name="T28" fmla="*/ 14 w 158"/>
                <a:gd name="T29" fmla="*/ 4 h 51"/>
                <a:gd name="T30" fmla="*/ 5 w 158"/>
                <a:gd name="T31" fmla="*/ 4 h 51"/>
                <a:gd name="T32" fmla="*/ 10 w 158"/>
                <a:gd name="T33" fmla="*/ 3 h 51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158"/>
                <a:gd name="T52" fmla="*/ 0 h 51"/>
                <a:gd name="T53" fmla="*/ 158 w 158"/>
                <a:gd name="T54" fmla="*/ 51 h 51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158" h="51">
                  <a:moveTo>
                    <a:pt x="18" y="12"/>
                  </a:moveTo>
                  <a:cubicBezTo>
                    <a:pt x="52" y="10"/>
                    <a:pt x="89" y="0"/>
                    <a:pt x="124" y="8"/>
                  </a:cubicBezTo>
                  <a:cubicBezTo>
                    <a:pt x="110" y="13"/>
                    <a:pt x="91" y="8"/>
                    <a:pt x="76" y="9"/>
                  </a:cubicBezTo>
                  <a:cubicBezTo>
                    <a:pt x="103" y="14"/>
                    <a:pt x="133" y="16"/>
                    <a:pt x="158" y="30"/>
                  </a:cubicBezTo>
                  <a:cubicBezTo>
                    <a:pt x="128" y="24"/>
                    <a:pt x="94" y="23"/>
                    <a:pt x="63" y="23"/>
                  </a:cubicBezTo>
                  <a:cubicBezTo>
                    <a:pt x="75" y="23"/>
                    <a:pt x="88" y="27"/>
                    <a:pt x="99" y="31"/>
                  </a:cubicBezTo>
                  <a:cubicBezTo>
                    <a:pt x="109" y="34"/>
                    <a:pt x="129" y="40"/>
                    <a:pt x="136" y="49"/>
                  </a:cubicBezTo>
                  <a:cubicBezTo>
                    <a:pt x="123" y="50"/>
                    <a:pt x="111" y="41"/>
                    <a:pt x="97" y="42"/>
                  </a:cubicBezTo>
                  <a:cubicBezTo>
                    <a:pt x="105" y="43"/>
                    <a:pt x="114" y="46"/>
                    <a:pt x="121" y="51"/>
                  </a:cubicBezTo>
                  <a:cubicBezTo>
                    <a:pt x="103" y="48"/>
                    <a:pt x="86" y="39"/>
                    <a:pt x="67" y="37"/>
                  </a:cubicBezTo>
                  <a:cubicBezTo>
                    <a:pt x="45" y="33"/>
                    <a:pt x="23" y="41"/>
                    <a:pt x="0" y="41"/>
                  </a:cubicBezTo>
                  <a:cubicBezTo>
                    <a:pt x="22" y="41"/>
                    <a:pt x="45" y="38"/>
                    <a:pt x="66" y="37"/>
                  </a:cubicBezTo>
                  <a:cubicBezTo>
                    <a:pt x="53" y="31"/>
                    <a:pt x="30" y="29"/>
                    <a:pt x="16" y="34"/>
                  </a:cubicBezTo>
                  <a:cubicBezTo>
                    <a:pt x="36" y="31"/>
                    <a:pt x="57" y="16"/>
                    <a:pt x="77" y="18"/>
                  </a:cubicBezTo>
                  <a:cubicBezTo>
                    <a:pt x="69" y="17"/>
                    <a:pt x="60" y="16"/>
                    <a:pt x="52" y="15"/>
                  </a:cubicBezTo>
                  <a:cubicBezTo>
                    <a:pt x="40" y="15"/>
                    <a:pt x="29" y="18"/>
                    <a:pt x="18" y="18"/>
                  </a:cubicBezTo>
                  <a:cubicBezTo>
                    <a:pt x="23" y="14"/>
                    <a:pt x="29" y="11"/>
                    <a:pt x="35" y="9"/>
                  </a:cubicBezTo>
                </a:path>
              </a:pathLst>
            </a:custGeom>
            <a:solidFill>
              <a:srgbClr val="F9EF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4311" name="Freeform 298">
              <a:extLst>
                <a:ext uri="{FF2B5EF4-FFF2-40B4-BE49-F238E27FC236}">
                  <a16:creationId xmlns:a16="http://schemas.microsoft.com/office/drawing/2014/main" id="{A11E5B53-AA29-4A8C-8126-6797FE187FE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9" y="416"/>
              <a:ext cx="80" cy="30"/>
            </a:xfrm>
            <a:custGeom>
              <a:avLst/>
              <a:gdLst>
                <a:gd name="T0" fmla="*/ 2 w 125"/>
                <a:gd name="T1" fmla="*/ 4 h 46"/>
                <a:gd name="T2" fmla="*/ 16 w 125"/>
                <a:gd name="T3" fmla="*/ 1 h 46"/>
                <a:gd name="T4" fmla="*/ 33 w 125"/>
                <a:gd name="T5" fmla="*/ 5 h 46"/>
                <a:gd name="T6" fmla="*/ 27 w 125"/>
                <a:gd name="T7" fmla="*/ 5 h 46"/>
                <a:gd name="T8" fmla="*/ 14 w 125"/>
                <a:gd name="T9" fmla="*/ 3 h 46"/>
                <a:gd name="T10" fmla="*/ 28 w 125"/>
                <a:gd name="T11" fmla="*/ 7 h 46"/>
                <a:gd name="T12" fmla="*/ 21 w 125"/>
                <a:gd name="T13" fmla="*/ 7 h 46"/>
                <a:gd name="T14" fmla="*/ 29 w 125"/>
                <a:gd name="T15" fmla="*/ 8 h 46"/>
                <a:gd name="T16" fmla="*/ 27 w 125"/>
                <a:gd name="T17" fmla="*/ 8 h 46"/>
                <a:gd name="T18" fmla="*/ 31 w 125"/>
                <a:gd name="T19" fmla="*/ 9 h 46"/>
                <a:gd name="T20" fmla="*/ 19 w 125"/>
                <a:gd name="T21" fmla="*/ 8 h 46"/>
                <a:gd name="T22" fmla="*/ 33 w 125"/>
                <a:gd name="T23" fmla="*/ 12 h 46"/>
                <a:gd name="T24" fmla="*/ 15 w 125"/>
                <a:gd name="T25" fmla="*/ 12 h 46"/>
                <a:gd name="T26" fmla="*/ 6 w 125"/>
                <a:gd name="T27" fmla="*/ 13 h 46"/>
                <a:gd name="T28" fmla="*/ 0 w 125"/>
                <a:gd name="T29" fmla="*/ 13 h 46"/>
                <a:gd name="T30" fmla="*/ 17 w 125"/>
                <a:gd name="T31" fmla="*/ 10 h 46"/>
                <a:gd name="T32" fmla="*/ 4 w 125"/>
                <a:gd name="T33" fmla="*/ 10 h 46"/>
                <a:gd name="T34" fmla="*/ 19 w 125"/>
                <a:gd name="T35" fmla="*/ 7 h 46"/>
                <a:gd name="T36" fmla="*/ 7 w 125"/>
                <a:gd name="T37" fmla="*/ 7 h 46"/>
                <a:gd name="T38" fmla="*/ 9 w 125"/>
                <a:gd name="T39" fmla="*/ 5 h 46"/>
                <a:gd name="T40" fmla="*/ 1 w 125"/>
                <a:gd name="T41" fmla="*/ 5 h 46"/>
                <a:gd name="T42" fmla="*/ 5 w 125"/>
                <a:gd name="T43" fmla="*/ 3 h 4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125"/>
                <a:gd name="T67" fmla="*/ 0 h 46"/>
                <a:gd name="T68" fmla="*/ 125 w 125"/>
                <a:gd name="T69" fmla="*/ 46 h 4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125" h="46">
                  <a:moveTo>
                    <a:pt x="8" y="14"/>
                  </a:moveTo>
                  <a:cubicBezTo>
                    <a:pt x="20" y="0"/>
                    <a:pt x="44" y="4"/>
                    <a:pt x="61" y="5"/>
                  </a:cubicBezTo>
                  <a:cubicBezTo>
                    <a:pt x="82" y="8"/>
                    <a:pt x="103" y="16"/>
                    <a:pt x="123" y="17"/>
                  </a:cubicBezTo>
                  <a:cubicBezTo>
                    <a:pt x="120" y="24"/>
                    <a:pt x="109" y="18"/>
                    <a:pt x="103" y="17"/>
                  </a:cubicBezTo>
                  <a:cubicBezTo>
                    <a:pt x="87" y="13"/>
                    <a:pt x="70" y="13"/>
                    <a:pt x="54" y="13"/>
                  </a:cubicBezTo>
                  <a:cubicBezTo>
                    <a:pt x="71" y="11"/>
                    <a:pt x="92" y="14"/>
                    <a:pt x="107" y="23"/>
                  </a:cubicBezTo>
                  <a:cubicBezTo>
                    <a:pt x="99" y="22"/>
                    <a:pt x="87" y="20"/>
                    <a:pt x="79" y="24"/>
                  </a:cubicBezTo>
                  <a:cubicBezTo>
                    <a:pt x="89" y="24"/>
                    <a:pt x="101" y="23"/>
                    <a:pt x="109" y="27"/>
                  </a:cubicBezTo>
                  <a:cubicBezTo>
                    <a:pt x="108" y="27"/>
                    <a:pt x="106" y="30"/>
                    <a:pt x="103" y="30"/>
                  </a:cubicBezTo>
                  <a:cubicBezTo>
                    <a:pt x="108" y="32"/>
                    <a:pt x="115" y="31"/>
                    <a:pt x="119" y="32"/>
                  </a:cubicBezTo>
                  <a:cubicBezTo>
                    <a:pt x="105" y="35"/>
                    <a:pt x="88" y="27"/>
                    <a:pt x="74" y="28"/>
                  </a:cubicBezTo>
                  <a:cubicBezTo>
                    <a:pt x="89" y="32"/>
                    <a:pt x="112" y="31"/>
                    <a:pt x="125" y="41"/>
                  </a:cubicBezTo>
                  <a:cubicBezTo>
                    <a:pt x="103" y="42"/>
                    <a:pt x="82" y="36"/>
                    <a:pt x="60" y="41"/>
                  </a:cubicBezTo>
                  <a:cubicBezTo>
                    <a:pt x="48" y="44"/>
                    <a:pt x="36" y="46"/>
                    <a:pt x="24" y="46"/>
                  </a:cubicBezTo>
                  <a:cubicBezTo>
                    <a:pt x="16" y="46"/>
                    <a:pt x="7" y="44"/>
                    <a:pt x="0" y="46"/>
                  </a:cubicBezTo>
                  <a:cubicBezTo>
                    <a:pt x="20" y="37"/>
                    <a:pt x="45" y="41"/>
                    <a:pt x="66" y="36"/>
                  </a:cubicBezTo>
                  <a:cubicBezTo>
                    <a:pt x="53" y="32"/>
                    <a:pt x="30" y="34"/>
                    <a:pt x="17" y="37"/>
                  </a:cubicBezTo>
                  <a:cubicBezTo>
                    <a:pt x="35" y="35"/>
                    <a:pt x="53" y="29"/>
                    <a:pt x="70" y="25"/>
                  </a:cubicBezTo>
                  <a:cubicBezTo>
                    <a:pt x="63" y="18"/>
                    <a:pt x="38" y="24"/>
                    <a:pt x="27" y="24"/>
                  </a:cubicBezTo>
                  <a:cubicBezTo>
                    <a:pt x="29" y="23"/>
                    <a:pt x="32" y="21"/>
                    <a:pt x="34" y="20"/>
                  </a:cubicBezTo>
                  <a:cubicBezTo>
                    <a:pt x="24" y="17"/>
                    <a:pt x="12" y="23"/>
                    <a:pt x="3" y="19"/>
                  </a:cubicBezTo>
                  <a:cubicBezTo>
                    <a:pt x="5" y="13"/>
                    <a:pt x="12" y="13"/>
                    <a:pt x="18" y="12"/>
                  </a:cubicBezTo>
                </a:path>
              </a:pathLst>
            </a:custGeom>
            <a:solidFill>
              <a:srgbClr val="F9EF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4312" name="Freeform 299">
              <a:extLst>
                <a:ext uri="{FF2B5EF4-FFF2-40B4-BE49-F238E27FC236}">
                  <a16:creationId xmlns:a16="http://schemas.microsoft.com/office/drawing/2014/main" id="{F56608AE-FE3B-4DCB-B909-4E2F296CF59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7" y="452"/>
              <a:ext cx="79" cy="16"/>
            </a:xfrm>
            <a:custGeom>
              <a:avLst/>
              <a:gdLst>
                <a:gd name="T0" fmla="*/ 0 w 123"/>
                <a:gd name="T1" fmla="*/ 1 h 24"/>
                <a:gd name="T2" fmla="*/ 17 w 123"/>
                <a:gd name="T3" fmla="*/ 1 h 24"/>
                <a:gd name="T4" fmla="*/ 33 w 123"/>
                <a:gd name="T5" fmla="*/ 3 h 24"/>
                <a:gd name="T6" fmla="*/ 28 w 123"/>
                <a:gd name="T7" fmla="*/ 2 h 24"/>
                <a:gd name="T8" fmla="*/ 22 w 123"/>
                <a:gd name="T9" fmla="*/ 2 h 24"/>
                <a:gd name="T10" fmla="*/ 28 w 123"/>
                <a:gd name="T11" fmla="*/ 3 h 24"/>
                <a:gd name="T12" fmla="*/ 24 w 123"/>
                <a:gd name="T13" fmla="*/ 3 h 24"/>
                <a:gd name="T14" fmla="*/ 29 w 123"/>
                <a:gd name="T15" fmla="*/ 7 h 24"/>
                <a:gd name="T16" fmla="*/ 24 w 123"/>
                <a:gd name="T17" fmla="*/ 6 h 24"/>
                <a:gd name="T18" fmla="*/ 25 w 123"/>
                <a:gd name="T19" fmla="*/ 7 h 24"/>
                <a:gd name="T20" fmla="*/ 13 w 123"/>
                <a:gd name="T21" fmla="*/ 4 h 24"/>
                <a:gd name="T22" fmla="*/ 1 w 123"/>
                <a:gd name="T23" fmla="*/ 3 h 2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123"/>
                <a:gd name="T37" fmla="*/ 0 h 24"/>
                <a:gd name="T38" fmla="*/ 123 w 123"/>
                <a:gd name="T39" fmla="*/ 24 h 24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123" h="24">
                  <a:moveTo>
                    <a:pt x="0" y="4"/>
                  </a:moveTo>
                  <a:cubicBezTo>
                    <a:pt x="22" y="9"/>
                    <a:pt x="43" y="0"/>
                    <a:pt x="65" y="1"/>
                  </a:cubicBezTo>
                  <a:cubicBezTo>
                    <a:pt x="82" y="1"/>
                    <a:pt x="108" y="3"/>
                    <a:pt x="123" y="9"/>
                  </a:cubicBezTo>
                  <a:cubicBezTo>
                    <a:pt x="119" y="10"/>
                    <a:pt x="113" y="8"/>
                    <a:pt x="108" y="7"/>
                  </a:cubicBezTo>
                  <a:cubicBezTo>
                    <a:pt x="100" y="6"/>
                    <a:pt x="90" y="6"/>
                    <a:pt x="82" y="6"/>
                  </a:cubicBezTo>
                  <a:cubicBezTo>
                    <a:pt x="89" y="8"/>
                    <a:pt x="100" y="9"/>
                    <a:pt x="106" y="12"/>
                  </a:cubicBezTo>
                  <a:cubicBezTo>
                    <a:pt x="101" y="13"/>
                    <a:pt x="95" y="11"/>
                    <a:pt x="89" y="12"/>
                  </a:cubicBezTo>
                  <a:cubicBezTo>
                    <a:pt x="93" y="18"/>
                    <a:pt x="103" y="21"/>
                    <a:pt x="109" y="24"/>
                  </a:cubicBezTo>
                  <a:cubicBezTo>
                    <a:pt x="104" y="22"/>
                    <a:pt x="91" y="15"/>
                    <a:pt x="88" y="21"/>
                  </a:cubicBezTo>
                  <a:cubicBezTo>
                    <a:pt x="90" y="22"/>
                    <a:pt x="92" y="24"/>
                    <a:pt x="93" y="24"/>
                  </a:cubicBezTo>
                  <a:cubicBezTo>
                    <a:pt x="79" y="23"/>
                    <a:pt x="64" y="15"/>
                    <a:pt x="49" y="14"/>
                  </a:cubicBezTo>
                  <a:cubicBezTo>
                    <a:pt x="35" y="12"/>
                    <a:pt x="17" y="17"/>
                    <a:pt x="5" y="10"/>
                  </a:cubicBezTo>
                </a:path>
              </a:pathLst>
            </a:custGeom>
            <a:solidFill>
              <a:srgbClr val="F9EF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4313" name="Freeform 300">
              <a:extLst>
                <a:ext uri="{FF2B5EF4-FFF2-40B4-BE49-F238E27FC236}">
                  <a16:creationId xmlns:a16="http://schemas.microsoft.com/office/drawing/2014/main" id="{B95E30AD-6179-469A-98D4-BAA1C52A14A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5" y="471"/>
              <a:ext cx="107" cy="38"/>
            </a:xfrm>
            <a:custGeom>
              <a:avLst/>
              <a:gdLst>
                <a:gd name="T0" fmla="*/ 7 w 166"/>
                <a:gd name="T1" fmla="*/ 0 h 59"/>
                <a:gd name="T2" fmla="*/ 23 w 166"/>
                <a:gd name="T3" fmla="*/ 4 h 59"/>
                <a:gd name="T4" fmla="*/ 41 w 166"/>
                <a:gd name="T5" fmla="*/ 6 h 59"/>
                <a:gd name="T6" fmla="*/ 28 w 166"/>
                <a:gd name="T7" fmla="*/ 6 h 59"/>
                <a:gd name="T8" fmla="*/ 37 w 166"/>
                <a:gd name="T9" fmla="*/ 7 h 59"/>
                <a:gd name="T10" fmla="*/ 44 w 166"/>
                <a:gd name="T11" fmla="*/ 8 h 59"/>
                <a:gd name="T12" fmla="*/ 36 w 166"/>
                <a:gd name="T13" fmla="*/ 9 h 59"/>
                <a:gd name="T14" fmla="*/ 41 w 166"/>
                <a:gd name="T15" fmla="*/ 9 h 59"/>
                <a:gd name="T16" fmla="*/ 36 w 166"/>
                <a:gd name="T17" fmla="*/ 10 h 59"/>
                <a:gd name="T18" fmla="*/ 39 w 166"/>
                <a:gd name="T19" fmla="*/ 11 h 59"/>
                <a:gd name="T20" fmla="*/ 23 w 166"/>
                <a:gd name="T21" fmla="*/ 10 h 59"/>
                <a:gd name="T22" fmla="*/ 30 w 166"/>
                <a:gd name="T23" fmla="*/ 11 h 59"/>
                <a:gd name="T24" fmla="*/ 38 w 166"/>
                <a:gd name="T25" fmla="*/ 12 h 59"/>
                <a:gd name="T26" fmla="*/ 31 w 166"/>
                <a:gd name="T27" fmla="*/ 14 h 59"/>
                <a:gd name="T28" fmla="*/ 35 w 166"/>
                <a:gd name="T29" fmla="*/ 15 h 59"/>
                <a:gd name="T30" fmla="*/ 28 w 166"/>
                <a:gd name="T31" fmla="*/ 14 h 59"/>
                <a:gd name="T32" fmla="*/ 19 w 166"/>
                <a:gd name="T33" fmla="*/ 12 h 59"/>
                <a:gd name="T34" fmla="*/ 0 w 166"/>
                <a:gd name="T35" fmla="*/ 10 h 59"/>
                <a:gd name="T36" fmla="*/ 19 w 166"/>
                <a:gd name="T37" fmla="*/ 11 h 59"/>
                <a:gd name="T38" fmla="*/ 9 w 166"/>
                <a:gd name="T39" fmla="*/ 8 h 59"/>
                <a:gd name="T40" fmla="*/ 21 w 166"/>
                <a:gd name="T41" fmla="*/ 8 h 59"/>
                <a:gd name="T42" fmla="*/ 15 w 166"/>
                <a:gd name="T43" fmla="*/ 6 h 59"/>
                <a:gd name="T44" fmla="*/ 20 w 166"/>
                <a:gd name="T45" fmla="*/ 6 h 59"/>
                <a:gd name="T46" fmla="*/ 8 w 166"/>
                <a:gd name="T47" fmla="*/ 2 h 59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w 166"/>
                <a:gd name="T73" fmla="*/ 0 h 59"/>
                <a:gd name="T74" fmla="*/ 166 w 166"/>
                <a:gd name="T75" fmla="*/ 59 h 59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T72" t="T73" r="T74" b="T75"/>
              <a:pathLst>
                <a:path w="166" h="59">
                  <a:moveTo>
                    <a:pt x="26" y="0"/>
                  </a:moveTo>
                  <a:cubicBezTo>
                    <a:pt x="47" y="2"/>
                    <a:pt x="65" y="9"/>
                    <a:pt x="84" y="16"/>
                  </a:cubicBezTo>
                  <a:cubicBezTo>
                    <a:pt x="102" y="22"/>
                    <a:pt x="133" y="28"/>
                    <a:pt x="151" y="22"/>
                  </a:cubicBezTo>
                  <a:cubicBezTo>
                    <a:pt x="135" y="22"/>
                    <a:pt x="120" y="21"/>
                    <a:pt x="104" y="25"/>
                  </a:cubicBezTo>
                  <a:cubicBezTo>
                    <a:pt x="113" y="28"/>
                    <a:pt x="127" y="25"/>
                    <a:pt x="137" y="26"/>
                  </a:cubicBezTo>
                  <a:cubicBezTo>
                    <a:pt x="146" y="28"/>
                    <a:pt x="157" y="27"/>
                    <a:pt x="166" y="30"/>
                  </a:cubicBezTo>
                  <a:cubicBezTo>
                    <a:pt x="156" y="32"/>
                    <a:pt x="144" y="28"/>
                    <a:pt x="135" y="32"/>
                  </a:cubicBezTo>
                  <a:cubicBezTo>
                    <a:pt x="141" y="35"/>
                    <a:pt x="148" y="33"/>
                    <a:pt x="154" y="33"/>
                  </a:cubicBezTo>
                  <a:cubicBezTo>
                    <a:pt x="148" y="35"/>
                    <a:pt x="142" y="37"/>
                    <a:pt x="135" y="38"/>
                  </a:cubicBezTo>
                  <a:cubicBezTo>
                    <a:pt x="138" y="40"/>
                    <a:pt x="142" y="42"/>
                    <a:pt x="145" y="42"/>
                  </a:cubicBezTo>
                  <a:cubicBezTo>
                    <a:pt x="124" y="48"/>
                    <a:pt x="103" y="28"/>
                    <a:pt x="83" y="35"/>
                  </a:cubicBezTo>
                  <a:cubicBezTo>
                    <a:pt x="92" y="39"/>
                    <a:pt x="103" y="38"/>
                    <a:pt x="112" y="41"/>
                  </a:cubicBezTo>
                  <a:cubicBezTo>
                    <a:pt x="122" y="44"/>
                    <a:pt x="131" y="48"/>
                    <a:pt x="142" y="47"/>
                  </a:cubicBezTo>
                  <a:cubicBezTo>
                    <a:pt x="134" y="45"/>
                    <a:pt x="121" y="44"/>
                    <a:pt x="115" y="50"/>
                  </a:cubicBezTo>
                  <a:cubicBezTo>
                    <a:pt x="120" y="52"/>
                    <a:pt x="124" y="55"/>
                    <a:pt x="128" y="58"/>
                  </a:cubicBezTo>
                  <a:cubicBezTo>
                    <a:pt x="120" y="59"/>
                    <a:pt x="110" y="54"/>
                    <a:pt x="104" y="52"/>
                  </a:cubicBezTo>
                  <a:cubicBezTo>
                    <a:pt x="92" y="49"/>
                    <a:pt x="82" y="48"/>
                    <a:pt x="70" y="46"/>
                  </a:cubicBezTo>
                  <a:cubicBezTo>
                    <a:pt x="47" y="43"/>
                    <a:pt x="23" y="35"/>
                    <a:pt x="0" y="36"/>
                  </a:cubicBezTo>
                  <a:cubicBezTo>
                    <a:pt x="22" y="31"/>
                    <a:pt x="52" y="32"/>
                    <a:pt x="73" y="40"/>
                  </a:cubicBezTo>
                  <a:cubicBezTo>
                    <a:pt x="60" y="38"/>
                    <a:pt x="48" y="31"/>
                    <a:pt x="34" y="29"/>
                  </a:cubicBezTo>
                  <a:cubicBezTo>
                    <a:pt x="47" y="25"/>
                    <a:pt x="63" y="27"/>
                    <a:pt x="77" y="28"/>
                  </a:cubicBezTo>
                  <a:cubicBezTo>
                    <a:pt x="69" y="27"/>
                    <a:pt x="61" y="26"/>
                    <a:pt x="54" y="24"/>
                  </a:cubicBezTo>
                  <a:cubicBezTo>
                    <a:pt x="60" y="24"/>
                    <a:pt x="68" y="27"/>
                    <a:pt x="74" y="25"/>
                  </a:cubicBezTo>
                  <a:cubicBezTo>
                    <a:pt x="70" y="11"/>
                    <a:pt x="42" y="9"/>
                    <a:pt x="30" y="6"/>
                  </a:cubicBezTo>
                </a:path>
              </a:pathLst>
            </a:custGeom>
            <a:solidFill>
              <a:srgbClr val="F9EF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4314" name="Freeform 301">
              <a:extLst>
                <a:ext uri="{FF2B5EF4-FFF2-40B4-BE49-F238E27FC236}">
                  <a16:creationId xmlns:a16="http://schemas.microsoft.com/office/drawing/2014/main" id="{9AE6A3BE-5F61-4009-8714-65755203D4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5" y="505"/>
              <a:ext cx="104" cy="49"/>
            </a:xfrm>
            <a:custGeom>
              <a:avLst/>
              <a:gdLst>
                <a:gd name="T0" fmla="*/ 36 w 161"/>
                <a:gd name="T1" fmla="*/ 5 h 76"/>
                <a:gd name="T2" fmla="*/ 21 w 161"/>
                <a:gd name="T3" fmla="*/ 3 h 76"/>
                <a:gd name="T4" fmla="*/ 12 w 161"/>
                <a:gd name="T5" fmla="*/ 2 h 76"/>
                <a:gd name="T6" fmla="*/ 3 w 161"/>
                <a:gd name="T7" fmla="*/ 1 h 76"/>
                <a:gd name="T8" fmla="*/ 16 w 161"/>
                <a:gd name="T9" fmla="*/ 4 h 76"/>
                <a:gd name="T10" fmla="*/ 7 w 161"/>
                <a:gd name="T11" fmla="*/ 4 h 76"/>
                <a:gd name="T12" fmla="*/ 12 w 161"/>
                <a:gd name="T13" fmla="*/ 4 h 76"/>
                <a:gd name="T14" fmla="*/ 11 w 161"/>
                <a:gd name="T15" fmla="*/ 4 h 76"/>
                <a:gd name="T16" fmla="*/ 21 w 161"/>
                <a:gd name="T17" fmla="*/ 6 h 76"/>
                <a:gd name="T18" fmla="*/ 13 w 161"/>
                <a:gd name="T19" fmla="*/ 7 h 76"/>
                <a:gd name="T20" fmla="*/ 0 w 161"/>
                <a:gd name="T21" fmla="*/ 11 h 76"/>
                <a:gd name="T22" fmla="*/ 17 w 161"/>
                <a:gd name="T23" fmla="*/ 9 h 76"/>
                <a:gd name="T24" fmla="*/ 8 w 161"/>
                <a:gd name="T25" fmla="*/ 12 h 76"/>
                <a:gd name="T26" fmla="*/ 28 w 161"/>
                <a:gd name="T27" fmla="*/ 11 h 76"/>
                <a:gd name="T28" fmla="*/ 37 w 161"/>
                <a:gd name="T29" fmla="*/ 16 h 76"/>
                <a:gd name="T30" fmla="*/ 43 w 161"/>
                <a:gd name="T31" fmla="*/ 21 h 76"/>
                <a:gd name="T32" fmla="*/ 40 w 161"/>
                <a:gd name="T33" fmla="*/ 15 h 76"/>
                <a:gd name="T34" fmla="*/ 34 w 161"/>
                <a:gd name="T35" fmla="*/ 10 h 76"/>
                <a:gd name="T36" fmla="*/ 39 w 161"/>
                <a:gd name="T37" fmla="*/ 13 h 76"/>
                <a:gd name="T38" fmla="*/ 29 w 161"/>
                <a:gd name="T39" fmla="*/ 8 h 76"/>
                <a:gd name="T40" fmla="*/ 37 w 161"/>
                <a:gd name="T41" fmla="*/ 7 h 76"/>
                <a:gd name="T42" fmla="*/ 34 w 161"/>
                <a:gd name="T43" fmla="*/ 6 h 7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161"/>
                <a:gd name="T67" fmla="*/ 0 h 76"/>
                <a:gd name="T68" fmla="*/ 161 w 161"/>
                <a:gd name="T69" fmla="*/ 76 h 7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161" h="76">
                  <a:moveTo>
                    <a:pt x="131" y="19"/>
                  </a:moveTo>
                  <a:cubicBezTo>
                    <a:pt x="114" y="15"/>
                    <a:pt x="96" y="18"/>
                    <a:pt x="79" y="13"/>
                  </a:cubicBezTo>
                  <a:cubicBezTo>
                    <a:pt x="67" y="10"/>
                    <a:pt x="56" y="7"/>
                    <a:pt x="44" y="6"/>
                  </a:cubicBezTo>
                  <a:cubicBezTo>
                    <a:pt x="33" y="5"/>
                    <a:pt x="23" y="0"/>
                    <a:pt x="12" y="1"/>
                  </a:cubicBezTo>
                  <a:cubicBezTo>
                    <a:pt x="28" y="6"/>
                    <a:pt x="46" y="4"/>
                    <a:pt x="59" y="15"/>
                  </a:cubicBezTo>
                  <a:cubicBezTo>
                    <a:pt x="47" y="13"/>
                    <a:pt x="38" y="12"/>
                    <a:pt x="26" y="14"/>
                  </a:cubicBezTo>
                  <a:cubicBezTo>
                    <a:pt x="32" y="15"/>
                    <a:pt x="39" y="12"/>
                    <a:pt x="45" y="14"/>
                  </a:cubicBezTo>
                  <a:cubicBezTo>
                    <a:pt x="43" y="14"/>
                    <a:pt x="41" y="15"/>
                    <a:pt x="40" y="15"/>
                  </a:cubicBezTo>
                  <a:cubicBezTo>
                    <a:pt x="45" y="26"/>
                    <a:pt x="66" y="21"/>
                    <a:pt x="76" y="25"/>
                  </a:cubicBezTo>
                  <a:cubicBezTo>
                    <a:pt x="68" y="29"/>
                    <a:pt x="56" y="26"/>
                    <a:pt x="48" y="26"/>
                  </a:cubicBezTo>
                  <a:cubicBezTo>
                    <a:pt x="31" y="28"/>
                    <a:pt x="14" y="34"/>
                    <a:pt x="0" y="42"/>
                  </a:cubicBezTo>
                  <a:cubicBezTo>
                    <a:pt x="19" y="33"/>
                    <a:pt x="43" y="32"/>
                    <a:pt x="64" y="33"/>
                  </a:cubicBezTo>
                  <a:cubicBezTo>
                    <a:pt x="53" y="38"/>
                    <a:pt x="41" y="41"/>
                    <a:pt x="30" y="47"/>
                  </a:cubicBezTo>
                  <a:cubicBezTo>
                    <a:pt x="56" y="42"/>
                    <a:pt x="78" y="32"/>
                    <a:pt x="105" y="41"/>
                  </a:cubicBezTo>
                  <a:cubicBezTo>
                    <a:pt x="118" y="46"/>
                    <a:pt x="128" y="53"/>
                    <a:pt x="139" y="61"/>
                  </a:cubicBezTo>
                  <a:cubicBezTo>
                    <a:pt x="146" y="66"/>
                    <a:pt x="156" y="70"/>
                    <a:pt x="161" y="76"/>
                  </a:cubicBezTo>
                  <a:cubicBezTo>
                    <a:pt x="155" y="76"/>
                    <a:pt x="151" y="61"/>
                    <a:pt x="148" y="57"/>
                  </a:cubicBezTo>
                  <a:cubicBezTo>
                    <a:pt x="142" y="47"/>
                    <a:pt x="135" y="42"/>
                    <a:pt x="125" y="38"/>
                  </a:cubicBezTo>
                  <a:cubicBezTo>
                    <a:pt x="133" y="40"/>
                    <a:pt x="139" y="44"/>
                    <a:pt x="147" y="48"/>
                  </a:cubicBezTo>
                  <a:cubicBezTo>
                    <a:pt x="137" y="36"/>
                    <a:pt x="120" y="38"/>
                    <a:pt x="109" y="31"/>
                  </a:cubicBezTo>
                  <a:cubicBezTo>
                    <a:pt x="116" y="31"/>
                    <a:pt x="134" y="32"/>
                    <a:pt x="138" y="27"/>
                  </a:cubicBezTo>
                  <a:cubicBezTo>
                    <a:pt x="133" y="26"/>
                    <a:pt x="128" y="26"/>
                    <a:pt x="124" y="24"/>
                  </a:cubicBezTo>
                </a:path>
              </a:pathLst>
            </a:custGeom>
            <a:solidFill>
              <a:srgbClr val="F9EF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4315" name="Freeform 302">
              <a:extLst>
                <a:ext uri="{FF2B5EF4-FFF2-40B4-BE49-F238E27FC236}">
                  <a16:creationId xmlns:a16="http://schemas.microsoft.com/office/drawing/2014/main" id="{CC0EB795-C3D3-4496-8B28-3F711DF810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5" y="539"/>
              <a:ext cx="39" cy="37"/>
            </a:xfrm>
            <a:custGeom>
              <a:avLst/>
              <a:gdLst>
                <a:gd name="T0" fmla="*/ 14 w 60"/>
                <a:gd name="T1" fmla="*/ 4 h 57"/>
                <a:gd name="T2" fmla="*/ 0 w 60"/>
                <a:gd name="T3" fmla="*/ 0 h 57"/>
                <a:gd name="T4" fmla="*/ 10 w 60"/>
                <a:gd name="T5" fmla="*/ 8 h 57"/>
                <a:gd name="T6" fmla="*/ 2 w 60"/>
                <a:gd name="T7" fmla="*/ 4 h 57"/>
                <a:gd name="T8" fmla="*/ 7 w 60"/>
                <a:gd name="T9" fmla="*/ 7 h 57"/>
                <a:gd name="T10" fmla="*/ 3 w 60"/>
                <a:gd name="T11" fmla="*/ 6 h 57"/>
                <a:gd name="T12" fmla="*/ 6 w 60"/>
                <a:gd name="T13" fmla="*/ 10 h 57"/>
                <a:gd name="T14" fmla="*/ 1 w 60"/>
                <a:gd name="T15" fmla="*/ 7 h 57"/>
                <a:gd name="T16" fmla="*/ 15 w 60"/>
                <a:gd name="T17" fmla="*/ 14 h 57"/>
                <a:gd name="T18" fmla="*/ 9 w 60"/>
                <a:gd name="T19" fmla="*/ 11 h 57"/>
                <a:gd name="T20" fmla="*/ 16 w 60"/>
                <a:gd name="T21" fmla="*/ 12 h 57"/>
                <a:gd name="T22" fmla="*/ 12 w 60"/>
                <a:gd name="T23" fmla="*/ 9 h 57"/>
                <a:gd name="T24" fmla="*/ 12 w 60"/>
                <a:gd name="T25" fmla="*/ 3 h 5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60"/>
                <a:gd name="T40" fmla="*/ 0 h 57"/>
                <a:gd name="T41" fmla="*/ 60 w 60"/>
                <a:gd name="T42" fmla="*/ 57 h 57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60" h="57">
                  <a:moveTo>
                    <a:pt x="53" y="15"/>
                  </a:moveTo>
                  <a:cubicBezTo>
                    <a:pt x="45" y="23"/>
                    <a:pt x="6" y="8"/>
                    <a:pt x="0" y="0"/>
                  </a:cubicBezTo>
                  <a:cubicBezTo>
                    <a:pt x="10" y="12"/>
                    <a:pt x="30" y="11"/>
                    <a:pt x="37" y="27"/>
                  </a:cubicBezTo>
                  <a:cubicBezTo>
                    <a:pt x="26" y="29"/>
                    <a:pt x="18" y="14"/>
                    <a:pt x="6" y="15"/>
                  </a:cubicBezTo>
                  <a:cubicBezTo>
                    <a:pt x="12" y="20"/>
                    <a:pt x="18" y="23"/>
                    <a:pt x="24" y="26"/>
                  </a:cubicBezTo>
                  <a:cubicBezTo>
                    <a:pt x="21" y="24"/>
                    <a:pt x="17" y="22"/>
                    <a:pt x="13" y="22"/>
                  </a:cubicBezTo>
                  <a:cubicBezTo>
                    <a:pt x="12" y="29"/>
                    <a:pt x="18" y="34"/>
                    <a:pt x="22" y="39"/>
                  </a:cubicBezTo>
                  <a:cubicBezTo>
                    <a:pt x="16" y="34"/>
                    <a:pt x="9" y="27"/>
                    <a:pt x="2" y="26"/>
                  </a:cubicBezTo>
                  <a:cubicBezTo>
                    <a:pt x="9" y="39"/>
                    <a:pt x="42" y="57"/>
                    <a:pt x="56" y="51"/>
                  </a:cubicBezTo>
                  <a:cubicBezTo>
                    <a:pt x="47" y="53"/>
                    <a:pt x="40" y="44"/>
                    <a:pt x="33" y="40"/>
                  </a:cubicBezTo>
                  <a:cubicBezTo>
                    <a:pt x="41" y="43"/>
                    <a:pt x="52" y="43"/>
                    <a:pt x="60" y="43"/>
                  </a:cubicBezTo>
                  <a:cubicBezTo>
                    <a:pt x="55" y="38"/>
                    <a:pt x="47" y="36"/>
                    <a:pt x="41" y="34"/>
                  </a:cubicBezTo>
                  <a:cubicBezTo>
                    <a:pt x="56" y="35"/>
                    <a:pt x="54" y="19"/>
                    <a:pt x="45" y="12"/>
                  </a:cubicBezTo>
                </a:path>
              </a:pathLst>
            </a:custGeom>
            <a:solidFill>
              <a:srgbClr val="F9EF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4316" name="Freeform 303">
              <a:extLst>
                <a:ext uri="{FF2B5EF4-FFF2-40B4-BE49-F238E27FC236}">
                  <a16:creationId xmlns:a16="http://schemas.microsoft.com/office/drawing/2014/main" id="{0A27B9A9-6332-40AA-B910-66A9CBC8B2E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3" y="567"/>
              <a:ext cx="39" cy="28"/>
            </a:xfrm>
            <a:custGeom>
              <a:avLst/>
              <a:gdLst>
                <a:gd name="T0" fmla="*/ 2 w 61"/>
                <a:gd name="T1" fmla="*/ 0 h 43"/>
                <a:gd name="T2" fmla="*/ 16 w 61"/>
                <a:gd name="T3" fmla="*/ 5 h 43"/>
                <a:gd name="T4" fmla="*/ 8 w 61"/>
                <a:gd name="T5" fmla="*/ 3 h 43"/>
                <a:gd name="T6" fmla="*/ 14 w 61"/>
                <a:gd name="T7" fmla="*/ 6 h 43"/>
                <a:gd name="T8" fmla="*/ 14 w 61"/>
                <a:gd name="T9" fmla="*/ 9 h 43"/>
                <a:gd name="T10" fmla="*/ 15 w 61"/>
                <a:gd name="T11" fmla="*/ 12 h 43"/>
                <a:gd name="T12" fmla="*/ 0 w 61"/>
                <a:gd name="T13" fmla="*/ 1 h 4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61"/>
                <a:gd name="T22" fmla="*/ 0 h 43"/>
                <a:gd name="T23" fmla="*/ 61 w 61"/>
                <a:gd name="T24" fmla="*/ 43 h 43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61" h="43">
                  <a:moveTo>
                    <a:pt x="7" y="0"/>
                  </a:moveTo>
                  <a:cubicBezTo>
                    <a:pt x="24" y="5"/>
                    <a:pt x="40" y="24"/>
                    <a:pt x="61" y="15"/>
                  </a:cubicBezTo>
                  <a:cubicBezTo>
                    <a:pt x="53" y="22"/>
                    <a:pt x="41" y="13"/>
                    <a:pt x="33" y="12"/>
                  </a:cubicBezTo>
                  <a:cubicBezTo>
                    <a:pt x="37" y="17"/>
                    <a:pt x="47" y="21"/>
                    <a:pt x="54" y="21"/>
                  </a:cubicBezTo>
                  <a:cubicBezTo>
                    <a:pt x="41" y="19"/>
                    <a:pt x="45" y="32"/>
                    <a:pt x="55" y="33"/>
                  </a:cubicBezTo>
                  <a:cubicBezTo>
                    <a:pt x="47" y="33"/>
                    <a:pt x="52" y="40"/>
                    <a:pt x="56" y="43"/>
                  </a:cubicBezTo>
                  <a:cubicBezTo>
                    <a:pt x="36" y="34"/>
                    <a:pt x="15" y="15"/>
                    <a:pt x="0" y="4"/>
                  </a:cubicBezTo>
                </a:path>
              </a:pathLst>
            </a:custGeom>
            <a:solidFill>
              <a:srgbClr val="F9EF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4317" name="Freeform 304">
              <a:extLst>
                <a:ext uri="{FF2B5EF4-FFF2-40B4-BE49-F238E27FC236}">
                  <a16:creationId xmlns:a16="http://schemas.microsoft.com/office/drawing/2014/main" id="{EBFF339B-4E95-41CE-A614-32D4F993575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6" y="581"/>
              <a:ext cx="44" cy="57"/>
            </a:xfrm>
            <a:custGeom>
              <a:avLst/>
              <a:gdLst>
                <a:gd name="T0" fmla="*/ 1 w 68"/>
                <a:gd name="T1" fmla="*/ 0 h 89"/>
                <a:gd name="T2" fmla="*/ 6 w 68"/>
                <a:gd name="T3" fmla="*/ 5 h 89"/>
                <a:gd name="T4" fmla="*/ 18 w 68"/>
                <a:gd name="T5" fmla="*/ 9 h 89"/>
                <a:gd name="T6" fmla="*/ 8 w 68"/>
                <a:gd name="T7" fmla="*/ 7 h 89"/>
                <a:gd name="T8" fmla="*/ 12 w 68"/>
                <a:gd name="T9" fmla="*/ 10 h 89"/>
                <a:gd name="T10" fmla="*/ 6 w 68"/>
                <a:gd name="T11" fmla="*/ 8 h 89"/>
                <a:gd name="T12" fmla="*/ 11 w 68"/>
                <a:gd name="T13" fmla="*/ 11 h 89"/>
                <a:gd name="T14" fmla="*/ 7 w 68"/>
                <a:gd name="T15" fmla="*/ 10 h 89"/>
                <a:gd name="T16" fmla="*/ 12 w 68"/>
                <a:gd name="T17" fmla="*/ 17 h 89"/>
                <a:gd name="T18" fmla="*/ 18 w 68"/>
                <a:gd name="T19" fmla="*/ 22 h 89"/>
                <a:gd name="T20" fmla="*/ 10 w 68"/>
                <a:gd name="T21" fmla="*/ 18 h 89"/>
                <a:gd name="T22" fmla="*/ 15 w 68"/>
                <a:gd name="T23" fmla="*/ 24 h 89"/>
                <a:gd name="T24" fmla="*/ 9 w 68"/>
                <a:gd name="T25" fmla="*/ 19 h 89"/>
                <a:gd name="T26" fmla="*/ 9 w 68"/>
                <a:gd name="T27" fmla="*/ 21 h 89"/>
                <a:gd name="T28" fmla="*/ 1 w 68"/>
                <a:gd name="T29" fmla="*/ 13 h 89"/>
                <a:gd name="T30" fmla="*/ 4 w 68"/>
                <a:gd name="T31" fmla="*/ 16 h 89"/>
                <a:gd name="T32" fmla="*/ 0 w 68"/>
                <a:gd name="T33" fmla="*/ 8 h 89"/>
                <a:gd name="T34" fmla="*/ 5 w 68"/>
                <a:gd name="T35" fmla="*/ 11 h 89"/>
                <a:gd name="T36" fmla="*/ 1 w 68"/>
                <a:gd name="T37" fmla="*/ 1 h 89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68"/>
                <a:gd name="T58" fmla="*/ 0 h 89"/>
                <a:gd name="T59" fmla="*/ 68 w 68"/>
                <a:gd name="T60" fmla="*/ 89 h 89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68" h="89">
                  <a:moveTo>
                    <a:pt x="3" y="0"/>
                  </a:moveTo>
                  <a:cubicBezTo>
                    <a:pt x="6" y="8"/>
                    <a:pt x="16" y="15"/>
                    <a:pt x="24" y="18"/>
                  </a:cubicBezTo>
                  <a:cubicBezTo>
                    <a:pt x="36" y="24"/>
                    <a:pt x="54" y="34"/>
                    <a:pt x="67" y="34"/>
                  </a:cubicBezTo>
                  <a:cubicBezTo>
                    <a:pt x="53" y="34"/>
                    <a:pt x="41" y="30"/>
                    <a:pt x="28" y="27"/>
                  </a:cubicBezTo>
                  <a:cubicBezTo>
                    <a:pt x="34" y="30"/>
                    <a:pt x="39" y="34"/>
                    <a:pt x="45" y="36"/>
                  </a:cubicBezTo>
                  <a:cubicBezTo>
                    <a:pt x="39" y="33"/>
                    <a:pt x="32" y="29"/>
                    <a:pt x="25" y="32"/>
                  </a:cubicBezTo>
                  <a:cubicBezTo>
                    <a:pt x="28" y="37"/>
                    <a:pt x="35" y="40"/>
                    <a:pt x="40" y="42"/>
                  </a:cubicBezTo>
                  <a:cubicBezTo>
                    <a:pt x="36" y="39"/>
                    <a:pt x="31" y="36"/>
                    <a:pt x="26" y="38"/>
                  </a:cubicBezTo>
                  <a:cubicBezTo>
                    <a:pt x="28" y="49"/>
                    <a:pt x="37" y="56"/>
                    <a:pt x="45" y="62"/>
                  </a:cubicBezTo>
                  <a:cubicBezTo>
                    <a:pt x="53" y="69"/>
                    <a:pt x="59" y="78"/>
                    <a:pt x="68" y="84"/>
                  </a:cubicBezTo>
                  <a:cubicBezTo>
                    <a:pt x="65" y="80"/>
                    <a:pt x="44" y="67"/>
                    <a:pt x="38" y="69"/>
                  </a:cubicBezTo>
                  <a:cubicBezTo>
                    <a:pt x="40" y="77"/>
                    <a:pt x="50" y="84"/>
                    <a:pt x="56" y="89"/>
                  </a:cubicBezTo>
                  <a:cubicBezTo>
                    <a:pt x="50" y="82"/>
                    <a:pt x="41" y="73"/>
                    <a:pt x="32" y="72"/>
                  </a:cubicBezTo>
                  <a:cubicBezTo>
                    <a:pt x="30" y="76"/>
                    <a:pt x="31" y="78"/>
                    <a:pt x="34" y="80"/>
                  </a:cubicBezTo>
                  <a:cubicBezTo>
                    <a:pt x="28" y="67"/>
                    <a:pt x="6" y="60"/>
                    <a:pt x="2" y="48"/>
                  </a:cubicBezTo>
                  <a:cubicBezTo>
                    <a:pt x="7" y="51"/>
                    <a:pt x="11" y="56"/>
                    <a:pt x="15" y="61"/>
                  </a:cubicBezTo>
                  <a:cubicBezTo>
                    <a:pt x="17" y="51"/>
                    <a:pt x="4" y="38"/>
                    <a:pt x="0" y="29"/>
                  </a:cubicBezTo>
                  <a:cubicBezTo>
                    <a:pt x="4" y="35"/>
                    <a:pt x="11" y="42"/>
                    <a:pt x="19" y="42"/>
                  </a:cubicBezTo>
                  <a:cubicBezTo>
                    <a:pt x="20" y="30"/>
                    <a:pt x="1" y="16"/>
                    <a:pt x="1" y="5"/>
                  </a:cubicBezTo>
                </a:path>
              </a:pathLst>
            </a:custGeom>
            <a:solidFill>
              <a:srgbClr val="F9EF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4318" name="Freeform 305">
              <a:extLst>
                <a:ext uri="{FF2B5EF4-FFF2-40B4-BE49-F238E27FC236}">
                  <a16:creationId xmlns:a16="http://schemas.microsoft.com/office/drawing/2014/main" id="{5F23B683-BE44-4F46-9463-929E8E0573B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7" y="632"/>
              <a:ext cx="42" cy="37"/>
            </a:xfrm>
            <a:custGeom>
              <a:avLst/>
              <a:gdLst>
                <a:gd name="T0" fmla="*/ 0 w 65"/>
                <a:gd name="T1" fmla="*/ 1 h 58"/>
                <a:gd name="T2" fmla="*/ 17 w 65"/>
                <a:gd name="T3" fmla="*/ 10 h 58"/>
                <a:gd name="T4" fmla="*/ 6 w 65"/>
                <a:gd name="T5" fmla="*/ 6 h 58"/>
                <a:gd name="T6" fmla="*/ 14 w 65"/>
                <a:gd name="T7" fmla="*/ 11 h 58"/>
                <a:gd name="T8" fmla="*/ 11 w 65"/>
                <a:gd name="T9" fmla="*/ 10 h 58"/>
                <a:gd name="T10" fmla="*/ 14 w 65"/>
                <a:gd name="T11" fmla="*/ 14 h 58"/>
                <a:gd name="T12" fmla="*/ 12 w 65"/>
                <a:gd name="T13" fmla="*/ 12 h 58"/>
                <a:gd name="T14" fmla="*/ 14 w 65"/>
                <a:gd name="T15" fmla="*/ 15 h 58"/>
                <a:gd name="T16" fmla="*/ 8 w 65"/>
                <a:gd name="T17" fmla="*/ 10 h 58"/>
                <a:gd name="T18" fmla="*/ 1 w 65"/>
                <a:gd name="T19" fmla="*/ 0 h 5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65"/>
                <a:gd name="T31" fmla="*/ 0 h 58"/>
                <a:gd name="T32" fmla="*/ 65 w 65"/>
                <a:gd name="T33" fmla="*/ 58 h 58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65" h="58">
                  <a:moveTo>
                    <a:pt x="0" y="3"/>
                  </a:moveTo>
                  <a:cubicBezTo>
                    <a:pt x="14" y="24"/>
                    <a:pt x="45" y="23"/>
                    <a:pt x="65" y="37"/>
                  </a:cubicBezTo>
                  <a:cubicBezTo>
                    <a:pt x="53" y="35"/>
                    <a:pt x="36" y="21"/>
                    <a:pt x="25" y="23"/>
                  </a:cubicBezTo>
                  <a:cubicBezTo>
                    <a:pt x="32" y="33"/>
                    <a:pt x="45" y="34"/>
                    <a:pt x="52" y="43"/>
                  </a:cubicBezTo>
                  <a:cubicBezTo>
                    <a:pt x="48" y="42"/>
                    <a:pt x="44" y="39"/>
                    <a:pt x="41" y="37"/>
                  </a:cubicBezTo>
                  <a:cubicBezTo>
                    <a:pt x="42" y="44"/>
                    <a:pt x="47" y="52"/>
                    <a:pt x="52" y="55"/>
                  </a:cubicBezTo>
                  <a:cubicBezTo>
                    <a:pt x="52" y="51"/>
                    <a:pt x="49" y="48"/>
                    <a:pt x="46" y="47"/>
                  </a:cubicBezTo>
                  <a:cubicBezTo>
                    <a:pt x="46" y="51"/>
                    <a:pt x="48" y="55"/>
                    <a:pt x="50" y="58"/>
                  </a:cubicBezTo>
                  <a:cubicBezTo>
                    <a:pt x="45" y="51"/>
                    <a:pt x="35" y="44"/>
                    <a:pt x="29" y="37"/>
                  </a:cubicBezTo>
                  <a:cubicBezTo>
                    <a:pt x="19" y="25"/>
                    <a:pt x="11" y="12"/>
                    <a:pt x="1" y="0"/>
                  </a:cubicBezTo>
                </a:path>
              </a:pathLst>
            </a:custGeom>
            <a:solidFill>
              <a:srgbClr val="F9EF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4319" name="Freeform 306">
              <a:extLst>
                <a:ext uri="{FF2B5EF4-FFF2-40B4-BE49-F238E27FC236}">
                  <a16:creationId xmlns:a16="http://schemas.microsoft.com/office/drawing/2014/main" id="{66E35441-0692-4267-BF33-350648D1710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0" y="363"/>
              <a:ext cx="84" cy="20"/>
            </a:xfrm>
            <a:custGeom>
              <a:avLst/>
              <a:gdLst>
                <a:gd name="T0" fmla="*/ 0 w 131"/>
                <a:gd name="T1" fmla="*/ 3 h 31"/>
                <a:gd name="T2" fmla="*/ 19 w 131"/>
                <a:gd name="T3" fmla="*/ 1 h 31"/>
                <a:gd name="T4" fmla="*/ 35 w 131"/>
                <a:gd name="T5" fmla="*/ 3 h 31"/>
                <a:gd name="T6" fmla="*/ 31 w 131"/>
                <a:gd name="T7" fmla="*/ 3 h 31"/>
                <a:gd name="T8" fmla="*/ 24 w 131"/>
                <a:gd name="T9" fmla="*/ 2 h 31"/>
                <a:gd name="T10" fmla="*/ 30 w 131"/>
                <a:gd name="T11" fmla="*/ 4 h 31"/>
                <a:gd name="T12" fmla="*/ 27 w 131"/>
                <a:gd name="T13" fmla="*/ 3 h 31"/>
                <a:gd name="T14" fmla="*/ 34 w 131"/>
                <a:gd name="T15" fmla="*/ 8 h 31"/>
                <a:gd name="T16" fmla="*/ 2 w 131"/>
                <a:gd name="T17" fmla="*/ 5 h 31"/>
                <a:gd name="T18" fmla="*/ 10 w 131"/>
                <a:gd name="T19" fmla="*/ 3 h 31"/>
                <a:gd name="T20" fmla="*/ 3 w 131"/>
                <a:gd name="T21" fmla="*/ 4 h 31"/>
                <a:gd name="T22" fmla="*/ 4 w 131"/>
                <a:gd name="T23" fmla="*/ 3 h 31"/>
                <a:gd name="T24" fmla="*/ 2 w 131"/>
                <a:gd name="T25" fmla="*/ 3 h 3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131"/>
                <a:gd name="T40" fmla="*/ 0 h 31"/>
                <a:gd name="T41" fmla="*/ 131 w 131"/>
                <a:gd name="T42" fmla="*/ 31 h 31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131" h="31">
                  <a:moveTo>
                    <a:pt x="0" y="9"/>
                  </a:moveTo>
                  <a:cubicBezTo>
                    <a:pt x="24" y="0"/>
                    <a:pt x="48" y="0"/>
                    <a:pt x="73" y="1"/>
                  </a:cubicBezTo>
                  <a:cubicBezTo>
                    <a:pt x="91" y="2"/>
                    <a:pt x="115" y="3"/>
                    <a:pt x="131" y="12"/>
                  </a:cubicBezTo>
                  <a:cubicBezTo>
                    <a:pt x="126" y="13"/>
                    <a:pt x="124" y="10"/>
                    <a:pt x="119" y="9"/>
                  </a:cubicBezTo>
                  <a:cubicBezTo>
                    <a:pt x="111" y="7"/>
                    <a:pt x="100" y="7"/>
                    <a:pt x="91" y="8"/>
                  </a:cubicBezTo>
                  <a:cubicBezTo>
                    <a:pt x="99" y="10"/>
                    <a:pt x="108" y="9"/>
                    <a:pt x="115" y="15"/>
                  </a:cubicBezTo>
                  <a:cubicBezTo>
                    <a:pt x="111" y="17"/>
                    <a:pt x="105" y="13"/>
                    <a:pt x="101" y="11"/>
                  </a:cubicBezTo>
                  <a:cubicBezTo>
                    <a:pt x="108" y="18"/>
                    <a:pt x="128" y="20"/>
                    <a:pt x="130" y="31"/>
                  </a:cubicBezTo>
                  <a:cubicBezTo>
                    <a:pt x="90" y="5"/>
                    <a:pt x="50" y="11"/>
                    <a:pt x="7" y="19"/>
                  </a:cubicBezTo>
                  <a:cubicBezTo>
                    <a:pt x="16" y="17"/>
                    <a:pt x="29" y="14"/>
                    <a:pt x="38" y="10"/>
                  </a:cubicBezTo>
                  <a:cubicBezTo>
                    <a:pt x="29" y="12"/>
                    <a:pt x="19" y="16"/>
                    <a:pt x="10" y="15"/>
                  </a:cubicBezTo>
                  <a:cubicBezTo>
                    <a:pt x="13" y="14"/>
                    <a:pt x="14" y="11"/>
                    <a:pt x="16" y="10"/>
                  </a:cubicBezTo>
                  <a:cubicBezTo>
                    <a:pt x="14" y="9"/>
                    <a:pt x="11" y="8"/>
                    <a:pt x="8" y="9"/>
                  </a:cubicBezTo>
                </a:path>
              </a:pathLst>
            </a:custGeom>
            <a:solidFill>
              <a:srgbClr val="F9EF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4320" name="Freeform 307">
              <a:extLst>
                <a:ext uri="{FF2B5EF4-FFF2-40B4-BE49-F238E27FC236}">
                  <a16:creationId xmlns:a16="http://schemas.microsoft.com/office/drawing/2014/main" id="{C36D1BE5-CE77-4859-833F-0A32A1C9ED3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3" y="509"/>
              <a:ext cx="30" cy="102"/>
            </a:xfrm>
            <a:custGeom>
              <a:avLst/>
              <a:gdLst>
                <a:gd name="T0" fmla="*/ 7 w 47"/>
                <a:gd name="T1" fmla="*/ 1 h 160"/>
                <a:gd name="T2" fmla="*/ 1 w 47"/>
                <a:gd name="T3" fmla="*/ 8 h 160"/>
                <a:gd name="T4" fmla="*/ 2 w 47"/>
                <a:gd name="T5" fmla="*/ 18 h 160"/>
                <a:gd name="T6" fmla="*/ 8 w 47"/>
                <a:gd name="T7" fmla="*/ 30 h 160"/>
                <a:gd name="T8" fmla="*/ 11 w 47"/>
                <a:gd name="T9" fmla="*/ 41 h 160"/>
                <a:gd name="T10" fmla="*/ 9 w 47"/>
                <a:gd name="T11" fmla="*/ 36 h 160"/>
                <a:gd name="T12" fmla="*/ 8 w 47"/>
                <a:gd name="T13" fmla="*/ 24 h 160"/>
                <a:gd name="T14" fmla="*/ 11 w 47"/>
                <a:gd name="T15" fmla="*/ 39 h 160"/>
                <a:gd name="T16" fmla="*/ 10 w 47"/>
                <a:gd name="T17" fmla="*/ 29 h 160"/>
                <a:gd name="T18" fmla="*/ 12 w 47"/>
                <a:gd name="T19" fmla="*/ 40 h 160"/>
                <a:gd name="T20" fmla="*/ 10 w 47"/>
                <a:gd name="T21" fmla="*/ 8 h 160"/>
                <a:gd name="T22" fmla="*/ 10 w 47"/>
                <a:gd name="T23" fmla="*/ 31 h 160"/>
                <a:gd name="T24" fmla="*/ 10 w 47"/>
                <a:gd name="T25" fmla="*/ 3 h 160"/>
                <a:gd name="T26" fmla="*/ 4 w 47"/>
                <a:gd name="T27" fmla="*/ 14 h 160"/>
                <a:gd name="T28" fmla="*/ 5 w 47"/>
                <a:gd name="T29" fmla="*/ 7 h 160"/>
                <a:gd name="T30" fmla="*/ 4 w 47"/>
                <a:gd name="T31" fmla="*/ 13 h 160"/>
                <a:gd name="T32" fmla="*/ 4 w 47"/>
                <a:gd name="T33" fmla="*/ 9 h 160"/>
                <a:gd name="T34" fmla="*/ 3 w 47"/>
                <a:gd name="T35" fmla="*/ 10 h 160"/>
                <a:gd name="T36" fmla="*/ 5 w 47"/>
                <a:gd name="T37" fmla="*/ 0 h 160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47"/>
                <a:gd name="T58" fmla="*/ 0 h 160"/>
                <a:gd name="T59" fmla="*/ 47 w 47"/>
                <a:gd name="T60" fmla="*/ 160 h 160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47" h="160">
                  <a:moveTo>
                    <a:pt x="26" y="1"/>
                  </a:moveTo>
                  <a:cubicBezTo>
                    <a:pt x="16" y="12"/>
                    <a:pt x="9" y="17"/>
                    <a:pt x="5" y="32"/>
                  </a:cubicBezTo>
                  <a:cubicBezTo>
                    <a:pt x="0" y="46"/>
                    <a:pt x="3" y="57"/>
                    <a:pt x="8" y="70"/>
                  </a:cubicBezTo>
                  <a:cubicBezTo>
                    <a:pt x="15" y="86"/>
                    <a:pt x="25" y="99"/>
                    <a:pt x="31" y="114"/>
                  </a:cubicBezTo>
                  <a:cubicBezTo>
                    <a:pt x="37" y="129"/>
                    <a:pt x="38" y="145"/>
                    <a:pt x="40" y="160"/>
                  </a:cubicBezTo>
                  <a:cubicBezTo>
                    <a:pt x="36" y="153"/>
                    <a:pt x="36" y="145"/>
                    <a:pt x="35" y="138"/>
                  </a:cubicBezTo>
                  <a:cubicBezTo>
                    <a:pt x="32" y="124"/>
                    <a:pt x="28" y="109"/>
                    <a:pt x="29" y="94"/>
                  </a:cubicBezTo>
                  <a:cubicBezTo>
                    <a:pt x="39" y="112"/>
                    <a:pt x="37" y="133"/>
                    <a:pt x="44" y="151"/>
                  </a:cubicBezTo>
                  <a:cubicBezTo>
                    <a:pt x="42" y="138"/>
                    <a:pt x="38" y="125"/>
                    <a:pt x="37" y="112"/>
                  </a:cubicBezTo>
                  <a:cubicBezTo>
                    <a:pt x="42" y="125"/>
                    <a:pt x="45" y="140"/>
                    <a:pt x="47" y="154"/>
                  </a:cubicBezTo>
                  <a:cubicBezTo>
                    <a:pt x="37" y="113"/>
                    <a:pt x="9" y="71"/>
                    <a:pt x="37" y="32"/>
                  </a:cubicBezTo>
                  <a:cubicBezTo>
                    <a:pt x="26" y="58"/>
                    <a:pt x="29" y="93"/>
                    <a:pt x="38" y="119"/>
                  </a:cubicBezTo>
                  <a:cubicBezTo>
                    <a:pt x="25" y="82"/>
                    <a:pt x="23" y="45"/>
                    <a:pt x="37" y="9"/>
                  </a:cubicBezTo>
                  <a:cubicBezTo>
                    <a:pt x="28" y="23"/>
                    <a:pt x="19" y="37"/>
                    <a:pt x="17" y="54"/>
                  </a:cubicBezTo>
                  <a:cubicBezTo>
                    <a:pt x="19" y="46"/>
                    <a:pt x="18" y="37"/>
                    <a:pt x="19" y="29"/>
                  </a:cubicBezTo>
                  <a:cubicBezTo>
                    <a:pt x="19" y="37"/>
                    <a:pt x="18" y="44"/>
                    <a:pt x="16" y="52"/>
                  </a:cubicBezTo>
                  <a:cubicBezTo>
                    <a:pt x="16" y="46"/>
                    <a:pt x="17" y="40"/>
                    <a:pt x="14" y="35"/>
                  </a:cubicBezTo>
                  <a:cubicBezTo>
                    <a:pt x="13" y="36"/>
                    <a:pt x="12" y="37"/>
                    <a:pt x="11" y="39"/>
                  </a:cubicBezTo>
                  <a:cubicBezTo>
                    <a:pt x="9" y="27"/>
                    <a:pt x="17" y="13"/>
                    <a:pt x="19" y="0"/>
                  </a:cubicBezTo>
                </a:path>
              </a:pathLst>
            </a:custGeom>
            <a:solidFill>
              <a:srgbClr val="F9EF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4321" name="Freeform 308">
              <a:extLst>
                <a:ext uri="{FF2B5EF4-FFF2-40B4-BE49-F238E27FC236}">
                  <a16:creationId xmlns:a16="http://schemas.microsoft.com/office/drawing/2014/main" id="{0F601466-8FBA-497E-B44F-656D7EAA24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6" y="542"/>
              <a:ext cx="35" cy="134"/>
            </a:xfrm>
            <a:custGeom>
              <a:avLst/>
              <a:gdLst>
                <a:gd name="T0" fmla="*/ 2 w 55"/>
                <a:gd name="T1" fmla="*/ 0 h 210"/>
                <a:gd name="T2" fmla="*/ 1 w 55"/>
                <a:gd name="T3" fmla="*/ 8 h 210"/>
                <a:gd name="T4" fmla="*/ 3 w 55"/>
                <a:gd name="T5" fmla="*/ 30 h 210"/>
                <a:gd name="T6" fmla="*/ 7 w 55"/>
                <a:gd name="T7" fmla="*/ 48 h 210"/>
                <a:gd name="T8" fmla="*/ 10 w 55"/>
                <a:gd name="T9" fmla="*/ 55 h 210"/>
                <a:gd name="T10" fmla="*/ 7 w 55"/>
                <a:gd name="T11" fmla="*/ 41 h 210"/>
                <a:gd name="T12" fmla="*/ 6 w 55"/>
                <a:gd name="T13" fmla="*/ 27 h 210"/>
                <a:gd name="T14" fmla="*/ 8 w 55"/>
                <a:gd name="T15" fmla="*/ 34 h 210"/>
                <a:gd name="T16" fmla="*/ 11 w 55"/>
                <a:gd name="T17" fmla="*/ 47 h 210"/>
                <a:gd name="T18" fmla="*/ 7 w 55"/>
                <a:gd name="T19" fmla="*/ 33 h 210"/>
                <a:gd name="T20" fmla="*/ 10 w 55"/>
                <a:gd name="T21" fmla="*/ 42 h 210"/>
                <a:gd name="T22" fmla="*/ 6 w 55"/>
                <a:gd name="T23" fmla="*/ 26 h 210"/>
                <a:gd name="T24" fmla="*/ 14 w 55"/>
                <a:gd name="T25" fmla="*/ 39 h 210"/>
                <a:gd name="T26" fmla="*/ 2 w 55"/>
                <a:gd name="T27" fmla="*/ 2 h 210"/>
                <a:gd name="T28" fmla="*/ 3 w 55"/>
                <a:gd name="T29" fmla="*/ 15 h 210"/>
                <a:gd name="T30" fmla="*/ 8 w 55"/>
                <a:gd name="T31" fmla="*/ 38 h 210"/>
                <a:gd name="T32" fmla="*/ 3 w 55"/>
                <a:gd name="T33" fmla="*/ 25 h 210"/>
                <a:gd name="T34" fmla="*/ 2 w 55"/>
                <a:gd name="T35" fmla="*/ 6 h 210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55"/>
                <a:gd name="T55" fmla="*/ 0 h 210"/>
                <a:gd name="T56" fmla="*/ 55 w 55"/>
                <a:gd name="T57" fmla="*/ 210 h 210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55" h="210">
                  <a:moveTo>
                    <a:pt x="6" y="0"/>
                  </a:moveTo>
                  <a:cubicBezTo>
                    <a:pt x="6" y="10"/>
                    <a:pt x="5" y="20"/>
                    <a:pt x="5" y="30"/>
                  </a:cubicBezTo>
                  <a:cubicBezTo>
                    <a:pt x="3" y="58"/>
                    <a:pt x="6" y="86"/>
                    <a:pt x="9" y="114"/>
                  </a:cubicBezTo>
                  <a:cubicBezTo>
                    <a:pt x="12" y="138"/>
                    <a:pt x="18" y="163"/>
                    <a:pt x="27" y="186"/>
                  </a:cubicBezTo>
                  <a:cubicBezTo>
                    <a:pt x="30" y="194"/>
                    <a:pt x="36" y="202"/>
                    <a:pt x="38" y="210"/>
                  </a:cubicBezTo>
                  <a:cubicBezTo>
                    <a:pt x="29" y="195"/>
                    <a:pt x="31" y="173"/>
                    <a:pt x="28" y="157"/>
                  </a:cubicBezTo>
                  <a:cubicBezTo>
                    <a:pt x="26" y="143"/>
                    <a:pt x="18" y="119"/>
                    <a:pt x="24" y="105"/>
                  </a:cubicBezTo>
                  <a:cubicBezTo>
                    <a:pt x="27" y="114"/>
                    <a:pt x="28" y="123"/>
                    <a:pt x="30" y="132"/>
                  </a:cubicBezTo>
                  <a:cubicBezTo>
                    <a:pt x="33" y="148"/>
                    <a:pt x="40" y="166"/>
                    <a:pt x="41" y="182"/>
                  </a:cubicBezTo>
                  <a:cubicBezTo>
                    <a:pt x="34" y="164"/>
                    <a:pt x="29" y="145"/>
                    <a:pt x="26" y="125"/>
                  </a:cubicBezTo>
                  <a:cubicBezTo>
                    <a:pt x="30" y="137"/>
                    <a:pt x="36" y="149"/>
                    <a:pt x="40" y="161"/>
                  </a:cubicBezTo>
                  <a:cubicBezTo>
                    <a:pt x="35" y="140"/>
                    <a:pt x="20" y="119"/>
                    <a:pt x="22" y="97"/>
                  </a:cubicBezTo>
                  <a:cubicBezTo>
                    <a:pt x="36" y="110"/>
                    <a:pt x="47" y="134"/>
                    <a:pt x="55" y="151"/>
                  </a:cubicBezTo>
                  <a:cubicBezTo>
                    <a:pt x="30" y="110"/>
                    <a:pt x="0" y="59"/>
                    <a:pt x="8" y="8"/>
                  </a:cubicBezTo>
                  <a:cubicBezTo>
                    <a:pt x="2" y="22"/>
                    <a:pt x="9" y="43"/>
                    <a:pt x="12" y="57"/>
                  </a:cubicBezTo>
                  <a:cubicBezTo>
                    <a:pt x="17" y="86"/>
                    <a:pt x="26" y="115"/>
                    <a:pt x="32" y="144"/>
                  </a:cubicBezTo>
                  <a:cubicBezTo>
                    <a:pt x="28" y="128"/>
                    <a:pt x="18" y="112"/>
                    <a:pt x="13" y="96"/>
                  </a:cubicBezTo>
                  <a:cubicBezTo>
                    <a:pt x="4" y="71"/>
                    <a:pt x="1" y="51"/>
                    <a:pt x="8" y="25"/>
                  </a:cubicBezTo>
                </a:path>
              </a:pathLst>
            </a:custGeom>
            <a:solidFill>
              <a:srgbClr val="F9EF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4322" name="Freeform 309">
              <a:extLst>
                <a:ext uri="{FF2B5EF4-FFF2-40B4-BE49-F238E27FC236}">
                  <a16:creationId xmlns:a16="http://schemas.microsoft.com/office/drawing/2014/main" id="{722C4F28-46B6-4D6E-A6F9-90DF20538C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1" y="543"/>
              <a:ext cx="16" cy="112"/>
            </a:xfrm>
            <a:custGeom>
              <a:avLst/>
              <a:gdLst>
                <a:gd name="T0" fmla="*/ 4 w 25"/>
                <a:gd name="T1" fmla="*/ 0 h 175"/>
                <a:gd name="T2" fmla="*/ 1 w 25"/>
                <a:gd name="T3" fmla="*/ 15 h 175"/>
                <a:gd name="T4" fmla="*/ 3 w 25"/>
                <a:gd name="T5" fmla="*/ 31 h 175"/>
                <a:gd name="T6" fmla="*/ 4 w 25"/>
                <a:gd name="T7" fmla="*/ 38 h 175"/>
                <a:gd name="T8" fmla="*/ 4 w 25"/>
                <a:gd name="T9" fmla="*/ 26 h 175"/>
                <a:gd name="T10" fmla="*/ 4 w 25"/>
                <a:gd name="T11" fmla="*/ 34 h 175"/>
                <a:gd name="T12" fmla="*/ 2 w 25"/>
                <a:gd name="T13" fmla="*/ 45 h 175"/>
                <a:gd name="T14" fmla="*/ 3 w 25"/>
                <a:gd name="T15" fmla="*/ 38 h 175"/>
                <a:gd name="T16" fmla="*/ 3 w 25"/>
                <a:gd name="T17" fmla="*/ 46 h 175"/>
                <a:gd name="T18" fmla="*/ 3 w 25"/>
                <a:gd name="T19" fmla="*/ 33 h 175"/>
                <a:gd name="T20" fmla="*/ 3 w 25"/>
                <a:gd name="T21" fmla="*/ 15 h 175"/>
                <a:gd name="T22" fmla="*/ 6 w 25"/>
                <a:gd name="T23" fmla="*/ 34 h 175"/>
                <a:gd name="T24" fmla="*/ 1 w 25"/>
                <a:gd name="T25" fmla="*/ 15 h 175"/>
                <a:gd name="T26" fmla="*/ 1 w 25"/>
                <a:gd name="T27" fmla="*/ 8 h 175"/>
                <a:gd name="T28" fmla="*/ 3 w 25"/>
                <a:gd name="T29" fmla="*/ 3 h 175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25"/>
                <a:gd name="T46" fmla="*/ 0 h 175"/>
                <a:gd name="T47" fmla="*/ 25 w 25"/>
                <a:gd name="T48" fmla="*/ 175 h 175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25" h="175">
                  <a:moveTo>
                    <a:pt x="16" y="0"/>
                  </a:moveTo>
                  <a:cubicBezTo>
                    <a:pt x="4" y="12"/>
                    <a:pt x="2" y="42"/>
                    <a:pt x="2" y="58"/>
                  </a:cubicBezTo>
                  <a:cubicBezTo>
                    <a:pt x="2" y="78"/>
                    <a:pt x="7" y="98"/>
                    <a:pt x="12" y="117"/>
                  </a:cubicBezTo>
                  <a:cubicBezTo>
                    <a:pt x="14" y="126"/>
                    <a:pt x="18" y="138"/>
                    <a:pt x="14" y="147"/>
                  </a:cubicBezTo>
                  <a:cubicBezTo>
                    <a:pt x="7" y="140"/>
                    <a:pt x="11" y="108"/>
                    <a:pt x="14" y="100"/>
                  </a:cubicBezTo>
                  <a:cubicBezTo>
                    <a:pt x="18" y="108"/>
                    <a:pt x="16" y="121"/>
                    <a:pt x="15" y="130"/>
                  </a:cubicBezTo>
                  <a:cubicBezTo>
                    <a:pt x="15" y="140"/>
                    <a:pt x="15" y="167"/>
                    <a:pt x="7" y="173"/>
                  </a:cubicBezTo>
                  <a:cubicBezTo>
                    <a:pt x="5" y="164"/>
                    <a:pt x="7" y="151"/>
                    <a:pt x="12" y="143"/>
                  </a:cubicBezTo>
                  <a:cubicBezTo>
                    <a:pt x="14" y="153"/>
                    <a:pt x="13" y="165"/>
                    <a:pt x="13" y="175"/>
                  </a:cubicBezTo>
                  <a:cubicBezTo>
                    <a:pt x="13" y="158"/>
                    <a:pt x="14" y="141"/>
                    <a:pt x="13" y="124"/>
                  </a:cubicBezTo>
                  <a:cubicBezTo>
                    <a:pt x="13" y="102"/>
                    <a:pt x="10" y="81"/>
                    <a:pt x="11" y="60"/>
                  </a:cubicBezTo>
                  <a:cubicBezTo>
                    <a:pt x="18" y="80"/>
                    <a:pt x="25" y="109"/>
                    <a:pt x="22" y="130"/>
                  </a:cubicBezTo>
                  <a:cubicBezTo>
                    <a:pt x="14" y="107"/>
                    <a:pt x="5" y="83"/>
                    <a:pt x="2" y="59"/>
                  </a:cubicBezTo>
                  <a:cubicBezTo>
                    <a:pt x="0" y="49"/>
                    <a:pt x="0" y="40"/>
                    <a:pt x="4" y="30"/>
                  </a:cubicBezTo>
                  <a:cubicBezTo>
                    <a:pt x="7" y="23"/>
                    <a:pt x="12" y="17"/>
                    <a:pt x="13" y="9"/>
                  </a:cubicBezTo>
                </a:path>
              </a:pathLst>
            </a:custGeom>
            <a:solidFill>
              <a:srgbClr val="F9EF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4323" name="Freeform 310">
              <a:extLst>
                <a:ext uri="{FF2B5EF4-FFF2-40B4-BE49-F238E27FC236}">
                  <a16:creationId xmlns:a16="http://schemas.microsoft.com/office/drawing/2014/main" id="{A81DDF5D-377C-4106-BFCB-28FFC71C0E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2" y="1417"/>
              <a:ext cx="127" cy="396"/>
            </a:xfrm>
            <a:custGeom>
              <a:avLst/>
              <a:gdLst>
                <a:gd name="T0" fmla="*/ 3 w 198"/>
                <a:gd name="T1" fmla="*/ 24 h 618"/>
                <a:gd name="T2" fmla="*/ 31 w 198"/>
                <a:gd name="T3" fmla="*/ 81 h 618"/>
                <a:gd name="T4" fmla="*/ 44 w 198"/>
                <a:gd name="T5" fmla="*/ 122 h 618"/>
                <a:gd name="T6" fmla="*/ 40 w 198"/>
                <a:gd name="T7" fmla="*/ 140 h 618"/>
                <a:gd name="T8" fmla="*/ 40 w 198"/>
                <a:gd name="T9" fmla="*/ 163 h 618"/>
                <a:gd name="T10" fmla="*/ 44 w 198"/>
                <a:gd name="T11" fmla="*/ 95 h 618"/>
                <a:gd name="T12" fmla="*/ 22 w 198"/>
                <a:gd name="T13" fmla="*/ 49 h 618"/>
                <a:gd name="T14" fmla="*/ 11 w 198"/>
                <a:gd name="T15" fmla="*/ 24 h 618"/>
                <a:gd name="T16" fmla="*/ 0 w 198"/>
                <a:gd name="T17" fmla="*/ 0 h 61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98"/>
                <a:gd name="T28" fmla="*/ 0 h 618"/>
                <a:gd name="T29" fmla="*/ 198 w 198"/>
                <a:gd name="T30" fmla="*/ 618 h 618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98" h="618">
                  <a:moveTo>
                    <a:pt x="12" y="91"/>
                  </a:moveTo>
                  <a:cubicBezTo>
                    <a:pt x="36" y="167"/>
                    <a:pt x="85" y="235"/>
                    <a:pt x="120" y="307"/>
                  </a:cubicBezTo>
                  <a:cubicBezTo>
                    <a:pt x="142" y="354"/>
                    <a:pt x="162" y="411"/>
                    <a:pt x="165" y="463"/>
                  </a:cubicBezTo>
                  <a:cubicBezTo>
                    <a:pt x="166" y="490"/>
                    <a:pt x="160" y="506"/>
                    <a:pt x="152" y="532"/>
                  </a:cubicBezTo>
                  <a:cubicBezTo>
                    <a:pt x="147" y="551"/>
                    <a:pt x="141" y="599"/>
                    <a:pt x="149" y="618"/>
                  </a:cubicBezTo>
                  <a:cubicBezTo>
                    <a:pt x="160" y="532"/>
                    <a:pt x="198" y="448"/>
                    <a:pt x="166" y="362"/>
                  </a:cubicBezTo>
                  <a:cubicBezTo>
                    <a:pt x="145" y="302"/>
                    <a:pt x="111" y="245"/>
                    <a:pt x="82" y="188"/>
                  </a:cubicBezTo>
                  <a:cubicBezTo>
                    <a:pt x="67" y="157"/>
                    <a:pt x="48" y="124"/>
                    <a:pt x="40" y="93"/>
                  </a:cubicBezTo>
                  <a:cubicBezTo>
                    <a:pt x="31" y="59"/>
                    <a:pt x="11" y="33"/>
                    <a:pt x="0" y="0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4324" name="Freeform 311">
              <a:extLst>
                <a:ext uri="{FF2B5EF4-FFF2-40B4-BE49-F238E27FC236}">
                  <a16:creationId xmlns:a16="http://schemas.microsoft.com/office/drawing/2014/main" id="{18F11FDB-038D-4BE7-86FC-4D5949E76DD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0" y="1621"/>
              <a:ext cx="173" cy="108"/>
            </a:xfrm>
            <a:custGeom>
              <a:avLst/>
              <a:gdLst>
                <a:gd name="T0" fmla="*/ 0 w 270"/>
                <a:gd name="T1" fmla="*/ 44 h 169"/>
                <a:gd name="T2" fmla="*/ 8 w 270"/>
                <a:gd name="T3" fmla="*/ 30 h 169"/>
                <a:gd name="T4" fmla="*/ 11 w 270"/>
                <a:gd name="T5" fmla="*/ 19 h 169"/>
                <a:gd name="T6" fmla="*/ 20 w 270"/>
                <a:gd name="T7" fmla="*/ 24 h 169"/>
                <a:gd name="T8" fmla="*/ 43 w 270"/>
                <a:gd name="T9" fmla="*/ 15 h 169"/>
                <a:gd name="T10" fmla="*/ 71 w 270"/>
                <a:gd name="T11" fmla="*/ 0 h 169"/>
                <a:gd name="T12" fmla="*/ 61 w 270"/>
                <a:gd name="T13" fmla="*/ 8 h 169"/>
                <a:gd name="T14" fmla="*/ 49 w 270"/>
                <a:gd name="T15" fmla="*/ 15 h 169"/>
                <a:gd name="T16" fmla="*/ 35 w 270"/>
                <a:gd name="T17" fmla="*/ 25 h 169"/>
                <a:gd name="T18" fmla="*/ 1 w 270"/>
                <a:gd name="T19" fmla="*/ 43 h 16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270"/>
                <a:gd name="T31" fmla="*/ 0 h 169"/>
                <a:gd name="T32" fmla="*/ 270 w 270"/>
                <a:gd name="T33" fmla="*/ 169 h 169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270" h="169">
                  <a:moveTo>
                    <a:pt x="0" y="169"/>
                  </a:moveTo>
                  <a:cubicBezTo>
                    <a:pt x="0" y="155"/>
                    <a:pt x="24" y="133"/>
                    <a:pt x="29" y="116"/>
                  </a:cubicBezTo>
                  <a:cubicBezTo>
                    <a:pt x="33" y="100"/>
                    <a:pt x="33" y="86"/>
                    <a:pt x="42" y="71"/>
                  </a:cubicBezTo>
                  <a:cubicBezTo>
                    <a:pt x="50" y="89"/>
                    <a:pt x="54" y="94"/>
                    <a:pt x="76" y="93"/>
                  </a:cubicBezTo>
                  <a:cubicBezTo>
                    <a:pt x="107" y="93"/>
                    <a:pt x="137" y="72"/>
                    <a:pt x="163" y="57"/>
                  </a:cubicBezTo>
                  <a:cubicBezTo>
                    <a:pt x="199" y="35"/>
                    <a:pt x="241" y="32"/>
                    <a:pt x="270" y="0"/>
                  </a:cubicBezTo>
                  <a:cubicBezTo>
                    <a:pt x="257" y="9"/>
                    <a:pt x="244" y="20"/>
                    <a:pt x="231" y="30"/>
                  </a:cubicBezTo>
                  <a:cubicBezTo>
                    <a:pt x="217" y="40"/>
                    <a:pt x="202" y="48"/>
                    <a:pt x="188" y="58"/>
                  </a:cubicBezTo>
                  <a:cubicBezTo>
                    <a:pt x="169" y="71"/>
                    <a:pt x="151" y="85"/>
                    <a:pt x="131" y="96"/>
                  </a:cubicBezTo>
                  <a:cubicBezTo>
                    <a:pt x="88" y="120"/>
                    <a:pt x="36" y="127"/>
                    <a:pt x="3" y="165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4325" name="Freeform 312">
              <a:extLst>
                <a:ext uri="{FF2B5EF4-FFF2-40B4-BE49-F238E27FC236}">
                  <a16:creationId xmlns:a16="http://schemas.microsoft.com/office/drawing/2014/main" id="{394D5211-FA4D-4B52-9BED-51B3C1821E4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7" y="1143"/>
              <a:ext cx="83" cy="51"/>
            </a:xfrm>
            <a:custGeom>
              <a:avLst/>
              <a:gdLst>
                <a:gd name="T0" fmla="*/ 32 w 130"/>
                <a:gd name="T1" fmla="*/ 15 h 79"/>
                <a:gd name="T2" fmla="*/ 27 w 130"/>
                <a:gd name="T3" fmla="*/ 15 h 79"/>
                <a:gd name="T4" fmla="*/ 24 w 130"/>
                <a:gd name="T5" fmla="*/ 14 h 79"/>
                <a:gd name="T6" fmla="*/ 17 w 130"/>
                <a:gd name="T7" fmla="*/ 10 h 79"/>
                <a:gd name="T8" fmla="*/ 0 w 130"/>
                <a:gd name="T9" fmla="*/ 0 h 79"/>
                <a:gd name="T10" fmla="*/ 7 w 130"/>
                <a:gd name="T11" fmla="*/ 5 h 79"/>
                <a:gd name="T12" fmla="*/ 13 w 130"/>
                <a:gd name="T13" fmla="*/ 10 h 79"/>
                <a:gd name="T14" fmla="*/ 22 w 130"/>
                <a:gd name="T15" fmla="*/ 14 h 79"/>
                <a:gd name="T16" fmla="*/ 27 w 130"/>
                <a:gd name="T17" fmla="*/ 16 h 79"/>
                <a:gd name="T18" fmla="*/ 34 w 130"/>
                <a:gd name="T19" fmla="*/ 21 h 79"/>
                <a:gd name="T20" fmla="*/ 33 w 130"/>
                <a:gd name="T21" fmla="*/ 15 h 7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130"/>
                <a:gd name="T34" fmla="*/ 0 h 79"/>
                <a:gd name="T35" fmla="*/ 130 w 130"/>
                <a:gd name="T36" fmla="*/ 79 h 79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130" h="79">
                  <a:moveTo>
                    <a:pt x="124" y="55"/>
                  </a:moveTo>
                  <a:cubicBezTo>
                    <a:pt x="118" y="54"/>
                    <a:pt x="112" y="55"/>
                    <a:pt x="107" y="54"/>
                  </a:cubicBezTo>
                  <a:cubicBezTo>
                    <a:pt x="101" y="53"/>
                    <a:pt x="96" y="51"/>
                    <a:pt x="91" y="49"/>
                  </a:cubicBezTo>
                  <a:cubicBezTo>
                    <a:pt x="80" y="47"/>
                    <a:pt x="72" y="43"/>
                    <a:pt x="63" y="36"/>
                  </a:cubicBezTo>
                  <a:cubicBezTo>
                    <a:pt x="44" y="22"/>
                    <a:pt x="22" y="11"/>
                    <a:pt x="0" y="0"/>
                  </a:cubicBezTo>
                  <a:cubicBezTo>
                    <a:pt x="8" y="8"/>
                    <a:pt x="19" y="13"/>
                    <a:pt x="28" y="20"/>
                  </a:cubicBezTo>
                  <a:cubicBezTo>
                    <a:pt x="35" y="26"/>
                    <a:pt x="43" y="31"/>
                    <a:pt x="51" y="35"/>
                  </a:cubicBezTo>
                  <a:cubicBezTo>
                    <a:pt x="62" y="41"/>
                    <a:pt x="74" y="46"/>
                    <a:pt x="85" y="51"/>
                  </a:cubicBezTo>
                  <a:cubicBezTo>
                    <a:pt x="92" y="54"/>
                    <a:pt x="100" y="57"/>
                    <a:pt x="107" y="60"/>
                  </a:cubicBezTo>
                  <a:cubicBezTo>
                    <a:pt x="118" y="64"/>
                    <a:pt x="122" y="72"/>
                    <a:pt x="130" y="79"/>
                  </a:cubicBezTo>
                  <a:cubicBezTo>
                    <a:pt x="123" y="72"/>
                    <a:pt x="123" y="64"/>
                    <a:pt x="125" y="55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4326" name="Freeform 313">
              <a:extLst>
                <a:ext uri="{FF2B5EF4-FFF2-40B4-BE49-F238E27FC236}">
                  <a16:creationId xmlns:a16="http://schemas.microsoft.com/office/drawing/2014/main" id="{5CCEA48A-E214-4A5E-996E-7CFAB707865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4" y="626"/>
              <a:ext cx="68" cy="104"/>
            </a:xfrm>
            <a:custGeom>
              <a:avLst/>
              <a:gdLst>
                <a:gd name="T0" fmla="*/ 1 w 105"/>
                <a:gd name="T1" fmla="*/ 1 h 162"/>
                <a:gd name="T2" fmla="*/ 5 w 105"/>
                <a:gd name="T3" fmla="*/ 4 h 162"/>
                <a:gd name="T4" fmla="*/ 9 w 105"/>
                <a:gd name="T5" fmla="*/ 5 h 162"/>
                <a:gd name="T6" fmla="*/ 9 w 105"/>
                <a:gd name="T7" fmla="*/ 10 h 162"/>
                <a:gd name="T8" fmla="*/ 10 w 105"/>
                <a:gd name="T9" fmla="*/ 15 h 162"/>
                <a:gd name="T10" fmla="*/ 17 w 105"/>
                <a:gd name="T11" fmla="*/ 31 h 162"/>
                <a:gd name="T12" fmla="*/ 28 w 105"/>
                <a:gd name="T13" fmla="*/ 43 h 162"/>
                <a:gd name="T14" fmla="*/ 10 w 105"/>
                <a:gd name="T15" fmla="*/ 22 h 162"/>
                <a:gd name="T16" fmla="*/ 0 w 105"/>
                <a:gd name="T17" fmla="*/ 0 h 16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05"/>
                <a:gd name="T28" fmla="*/ 0 h 162"/>
                <a:gd name="T29" fmla="*/ 105 w 105"/>
                <a:gd name="T30" fmla="*/ 162 h 162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05" h="162">
                  <a:moveTo>
                    <a:pt x="5" y="5"/>
                  </a:moveTo>
                  <a:cubicBezTo>
                    <a:pt x="7" y="9"/>
                    <a:pt x="13" y="12"/>
                    <a:pt x="17" y="14"/>
                  </a:cubicBezTo>
                  <a:cubicBezTo>
                    <a:pt x="20" y="16"/>
                    <a:pt x="29" y="18"/>
                    <a:pt x="32" y="20"/>
                  </a:cubicBezTo>
                  <a:cubicBezTo>
                    <a:pt x="35" y="23"/>
                    <a:pt x="33" y="32"/>
                    <a:pt x="33" y="36"/>
                  </a:cubicBezTo>
                  <a:cubicBezTo>
                    <a:pt x="34" y="44"/>
                    <a:pt x="36" y="52"/>
                    <a:pt x="38" y="59"/>
                  </a:cubicBezTo>
                  <a:cubicBezTo>
                    <a:pt x="43" y="78"/>
                    <a:pt x="50" y="100"/>
                    <a:pt x="62" y="117"/>
                  </a:cubicBezTo>
                  <a:cubicBezTo>
                    <a:pt x="74" y="134"/>
                    <a:pt x="93" y="145"/>
                    <a:pt x="105" y="162"/>
                  </a:cubicBezTo>
                  <a:cubicBezTo>
                    <a:pt x="76" y="143"/>
                    <a:pt x="54" y="116"/>
                    <a:pt x="39" y="85"/>
                  </a:cubicBezTo>
                  <a:cubicBezTo>
                    <a:pt x="24" y="56"/>
                    <a:pt x="24" y="24"/>
                    <a:pt x="0" y="0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4327" name="Freeform 314">
              <a:extLst>
                <a:ext uri="{FF2B5EF4-FFF2-40B4-BE49-F238E27FC236}">
                  <a16:creationId xmlns:a16="http://schemas.microsoft.com/office/drawing/2014/main" id="{3CC732B9-1155-4644-B7B2-820F9DE773A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8" y="617"/>
              <a:ext cx="9" cy="23"/>
            </a:xfrm>
            <a:custGeom>
              <a:avLst/>
              <a:gdLst>
                <a:gd name="T0" fmla="*/ 3 w 15"/>
                <a:gd name="T1" fmla="*/ 8 h 36"/>
                <a:gd name="T2" fmla="*/ 1 w 15"/>
                <a:gd name="T3" fmla="*/ 4 h 36"/>
                <a:gd name="T4" fmla="*/ 3 w 15"/>
                <a:gd name="T5" fmla="*/ 1 h 36"/>
                <a:gd name="T6" fmla="*/ 1 w 15"/>
                <a:gd name="T7" fmla="*/ 4 h 36"/>
                <a:gd name="T8" fmla="*/ 2 w 15"/>
                <a:gd name="T9" fmla="*/ 10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5"/>
                <a:gd name="T16" fmla="*/ 0 h 36"/>
                <a:gd name="T17" fmla="*/ 15 w 15"/>
                <a:gd name="T18" fmla="*/ 36 h 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5" h="36">
                  <a:moveTo>
                    <a:pt x="13" y="33"/>
                  </a:moveTo>
                  <a:cubicBezTo>
                    <a:pt x="7" y="31"/>
                    <a:pt x="4" y="22"/>
                    <a:pt x="5" y="16"/>
                  </a:cubicBezTo>
                  <a:cubicBezTo>
                    <a:pt x="6" y="9"/>
                    <a:pt x="10" y="6"/>
                    <a:pt x="15" y="2"/>
                  </a:cubicBezTo>
                  <a:cubicBezTo>
                    <a:pt x="7" y="0"/>
                    <a:pt x="1" y="9"/>
                    <a:pt x="1" y="16"/>
                  </a:cubicBezTo>
                  <a:cubicBezTo>
                    <a:pt x="0" y="24"/>
                    <a:pt x="5" y="31"/>
                    <a:pt x="11" y="36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4328" name="Freeform 315">
              <a:extLst>
                <a:ext uri="{FF2B5EF4-FFF2-40B4-BE49-F238E27FC236}">
                  <a16:creationId xmlns:a16="http://schemas.microsoft.com/office/drawing/2014/main" id="{FDA11E5C-8ADC-4778-BC0D-6E4D7974717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7" y="695"/>
              <a:ext cx="11" cy="32"/>
            </a:xfrm>
            <a:custGeom>
              <a:avLst/>
              <a:gdLst>
                <a:gd name="T0" fmla="*/ 2 w 17"/>
                <a:gd name="T1" fmla="*/ 0 h 50"/>
                <a:gd name="T2" fmla="*/ 3 w 17"/>
                <a:gd name="T3" fmla="*/ 3 h 50"/>
                <a:gd name="T4" fmla="*/ 1 w 17"/>
                <a:gd name="T5" fmla="*/ 13 h 50"/>
                <a:gd name="T6" fmla="*/ 2 w 17"/>
                <a:gd name="T7" fmla="*/ 7 h 50"/>
                <a:gd name="T8" fmla="*/ 3 w 17"/>
                <a:gd name="T9" fmla="*/ 1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7"/>
                <a:gd name="T16" fmla="*/ 0 h 50"/>
                <a:gd name="T17" fmla="*/ 17 w 17"/>
                <a:gd name="T18" fmla="*/ 50 h 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7" h="50">
                  <a:moveTo>
                    <a:pt x="8" y="0"/>
                  </a:moveTo>
                  <a:cubicBezTo>
                    <a:pt x="17" y="4"/>
                    <a:pt x="14" y="5"/>
                    <a:pt x="10" y="13"/>
                  </a:cubicBezTo>
                  <a:cubicBezTo>
                    <a:pt x="5" y="24"/>
                    <a:pt x="9" y="38"/>
                    <a:pt x="5" y="50"/>
                  </a:cubicBezTo>
                  <a:cubicBezTo>
                    <a:pt x="0" y="45"/>
                    <a:pt x="4" y="32"/>
                    <a:pt x="6" y="26"/>
                  </a:cubicBezTo>
                  <a:cubicBezTo>
                    <a:pt x="7" y="19"/>
                    <a:pt x="6" y="9"/>
                    <a:pt x="9" y="3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4329" name="Freeform 316">
              <a:extLst>
                <a:ext uri="{FF2B5EF4-FFF2-40B4-BE49-F238E27FC236}">
                  <a16:creationId xmlns:a16="http://schemas.microsoft.com/office/drawing/2014/main" id="{D1F41CE8-B1D6-4997-9443-BA3F5191E3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5" y="539"/>
              <a:ext cx="22" cy="12"/>
            </a:xfrm>
            <a:custGeom>
              <a:avLst/>
              <a:gdLst>
                <a:gd name="T0" fmla="*/ 1 w 35"/>
                <a:gd name="T1" fmla="*/ 5 h 18"/>
                <a:gd name="T2" fmla="*/ 5 w 35"/>
                <a:gd name="T3" fmla="*/ 2 h 18"/>
                <a:gd name="T4" fmla="*/ 9 w 35"/>
                <a:gd name="T5" fmla="*/ 0 h 18"/>
                <a:gd name="T6" fmla="*/ 9 w 35"/>
                <a:gd name="T7" fmla="*/ 0 h 18"/>
                <a:gd name="T8" fmla="*/ 4 w 35"/>
                <a:gd name="T9" fmla="*/ 1 h 18"/>
                <a:gd name="T10" fmla="*/ 0 w 35"/>
                <a:gd name="T11" fmla="*/ 5 h 1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35"/>
                <a:gd name="T19" fmla="*/ 0 h 18"/>
                <a:gd name="T20" fmla="*/ 35 w 35"/>
                <a:gd name="T21" fmla="*/ 18 h 18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35" h="18">
                  <a:moveTo>
                    <a:pt x="2" y="16"/>
                  </a:moveTo>
                  <a:cubicBezTo>
                    <a:pt x="9" y="13"/>
                    <a:pt x="14" y="10"/>
                    <a:pt x="20" y="7"/>
                  </a:cubicBezTo>
                  <a:cubicBezTo>
                    <a:pt x="24" y="4"/>
                    <a:pt x="31" y="3"/>
                    <a:pt x="35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0" y="2"/>
                    <a:pt x="22" y="3"/>
                    <a:pt x="17" y="4"/>
                  </a:cubicBezTo>
                  <a:cubicBezTo>
                    <a:pt x="9" y="5"/>
                    <a:pt x="3" y="10"/>
                    <a:pt x="0" y="18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4330" name="Freeform 317">
              <a:extLst>
                <a:ext uri="{FF2B5EF4-FFF2-40B4-BE49-F238E27FC236}">
                  <a16:creationId xmlns:a16="http://schemas.microsoft.com/office/drawing/2014/main" id="{DC74768F-C06E-44FA-A769-086FCD41E8B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4" y="435"/>
              <a:ext cx="79" cy="113"/>
            </a:xfrm>
            <a:custGeom>
              <a:avLst/>
              <a:gdLst>
                <a:gd name="T0" fmla="*/ 32 w 124"/>
                <a:gd name="T1" fmla="*/ 1 h 177"/>
                <a:gd name="T2" fmla="*/ 22 w 124"/>
                <a:gd name="T3" fmla="*/ 4 h 177"/>
                <a:gd name="T4" fmla="*/ 15 w 124"/>
                <a:gd name="T5" fmla="*/ 9 h 177"/>
                <a:gd name="T6" fmla="*/ 11 w 124"/>
                <a:gd name="T7" fmla="*/ 12 h 177"/>
                <a:gd name="T8" fmla="*/ 10 w 124"/>
                <a:gd name="T9" fmla="*/ 15 h 177"/>
                <a:gd name="T10" fmla="*/ 5 w 124"/>
                <a:gd name="T11" fmla="*/ 24 h 177"/>
                <a:gd name="T12" fmla="*/ 4 w 124"/>
                <a:gd name="T13" fmla="*/ 31 h 177"/>
                <a:gd name="T14" fmla="*/ 3 w 124"/>
                <a:gd name="T15" fmla="*/ 39 h 177"/>
                <a:gd name="T16" fmla="*/ 0 w 124"/>
                <a:gd name="T17" fmla="*/ 46 h 177"/>
                <a:gd name="T18" fmla="*/ 4 w 124"/>
                <a:gd name="T19" fmla="*/ 40 h 177"/>
                <a:gd name="T20" fmla="*/ 7 w 124"/>
                <a:gd name="T21" fmla="*/ 31 h 177"/>
                <a:gd name="T22" fmla="*/ 9 w 124"/>
                <a:gd name="T23" fmla="*/ 26 h 177"/>
                <a:gd name="T24" fmla="*/ 12 w 124"/>
                <a:gd name="T25" fmla="*/ 19 h 177"/>
                <a:gd name="T26" fmla="*/ 15 w 124"/>
                <a:gd name="T27" fmla="*/ 13 h 177"/>
                <a:gd name="T28" fmla="*/ 19 w 124"/>
                <a:gd name="T29" fmla="*/ 9 h 177"/>
                <a:gd name="T30" fmla="*/ 25 w 124"/>
                <a:gd name="T31" fmla="*/ 4 h 177"/>
                <a:gd name="T32" fmla="*/ 32 w 124"/>
                <a:gd name="T33" fmla="*/ 0 h 17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124"/>
                <a:gd name="T52" fmla="*/ 0 h 177"/>
                <a:gd name="T53" fmla="*/ 124 w 124"/>
                <a:gd name="T54" fmla="*/ 177 h 177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124" h="177">
                  <a:moveTo>
                    <a:pt x="124" y="4"/>
                  </a:moveTo>
                  <a:cubicBezTo>
                    <a:pt x="115" y="11"/>
                    <a:pt x="97" y="13"/>
                    <a:pt x="86" y="16"/>
                  </a:cubicBezTo>
                  <a:cubicBezTo>
                    <a:pt x="73" y="20"/>
                    <a:pt x="64" y="22"/>
                    <a:pt x="56" y="34"/>
                  </a:cubicBezTo>
                  <a:cubicBezTo>
                    <a:pt x="52" y="39"/>
                    <a:pt x="49" y="41"/>
                    <a:pt x="45" y="45"/>
                  </a:cubicBezTo>
                  <a:cubicBezTo>
                    <a:pt x="40" y="49"/>
                    <a:pt x="41" y="54"/>
                    <a:pt x="40" y="60"/>
                  </a:cubicBezTo>
                  <a:cubicBezTo>
                    <a:pt x="37" y="73"/>
                    <a:pt x="30" y="82"/>
                    <a:pt x="21" y="92"/>
                  </a:cubicBezTo>
                  <a:cubicBezTo>
                    <a:pt x="14" y="99"/>
                    <a:pt x="16" y="111"/>
                    <a:pt x="14" y="120"/>
                  </a:cubicBezTo>
                  <a:cubicBezTo>
                    <a:pt x="13" y="130"/>
                    <a:pt x="13" y="140"/>
                    <a:pt x="11" y="150"/>
                  </a:cubicBezTo>
                  <a:cubicBezTo>
                    <a:pt x="8" y="159"/>
                    <a:pt x="4" y="168"/>
                    <a:pt x="0" y="177"/>
                  </a:cubicBezTo>
                  <a:cubicBezTo>
                    <a:pt x="8" y="174"/>
                    <a:pt x="12" y="160"/>
                    <a:pt x="16" y="154"/>
                  </a:cubicBezTo>
                  <a:cubicBezTo>
                    <a:pt x="22" y="142"/>
                    <a:pt x="26" y="131"/>
                    <a:pt x="29" y="119"/>
                  </a:cubicBezTo>
                  <a:cubicBezTo>
                    <a:pt x="31" y="112"/>
                    <a:pt x="32" y="104"/>
                    <a:pt x="34" y="97"/>
                  </a:cubicBezTo>
                  <a:cubicBezTo>
                    <a:pt x="36" y="88"/>
                    <a:pt x="42" y="82"/>
                    <a:pt x="47" y="74"/>
                  </a:cubicBezTo>
                  <a:cubicBezTo>
                    <a:pt x="51" y="67"/>
                    <a:pt x="54" y="59"/>
                    <a:pt x="58" y="52"/>
                  </a:cubicBezTo>
                  <a:cubicBezTo>
                    <a:pt x="61" y="45"/>
                    <a:pt x="68" y="40"/>
                    <a:pt x="74" y="34"/>
                  </a:cubicBezTo>
                  <a:cubicBezTo>
                    <a:pt x="82" y="28"/>
                    <a:pt x="89" y="21"/>
                    <a:pt x="99" y="16"/>
                  </a:cubicBezTo>
                  <a:cubicBezTo>
                    <a:pt x="108" y="11"/>
                    <a:pt x="117" y="8"/>
                    <a:pt x="124" y="0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4331" name="Freeform 318">
              <a:extLst>
                <a:ext uri="{FF2B5EF4-FFF2-40B4-BE49-F238E27FC236}">
                  <a16:creationId xmlns:a16="http://schemas.microsoft.com/office/drawing/2014/main" id="{01F46B18-4065-47AB-A60F-9557DD36F66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3" y="581"/>
              <a:ext cx="29" cy="21"/>
            </a:xfrm>
            <a:custGeom>
              <a:avLst/>
              <a:gdLst>
                <a:gd name="T0" fmla="*/ 11 w 46"/>
                <a:gd name="T1" fmla="*/ 8 h 33"/>
                <a:gd name="T2" fmla="*/ 9 w 46"/>
                <a:gd name="T3" fmla="*/ 5 h 33"/>
                <a:gd name="T4" fmla="*/ 9 w 46"/>
                <a:gd name="T5" fmla="*/ 2 h 33"/>
                <a:gd name="T6" fmla="*/ 6 w 46"/>
                <a:gd name="T7" fmla="*/ 2 h 33"/>
                <a:gd name="T8" fmla="*/ 3 w 46"/>
                <a:gd name="T9" fmla="*/ 4 h 33"/>
                <a:gd name="T10" fmla="*/ 1 w 46"/>
                <a:gd name="T11" fmla="*/ 6 h 33"/>
                <a:gd name="T12" fmla="*/ 3 w 46"/>
                <a:gd name="T13" fmla="*/ 7 h 33"/>
                <a:gd name="T14" fmla="*/ 7 w 46"/>
                <a:gd name="T15" fmla="*/ 5 h 33"/>
                <a:gd name="T16" fmla="*/ 11 w 46"/>
                <a:gd name="T17" fmla="*/ 8 h 3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46"/>
                <a:gd name="T28" fmla="*/ 0 h 33"/>
                <a:gd name="T29" fmla="*/ 46 w 46"/>
                <a:gd name="T30" fmla="*/ 33 h 33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46" h="33">
                  <a:moveTo>
                    <a:pt x="46" y="33"/>
                  </a:moveTo>
                  <a:cubicBezTo>
                    <a:pt x="44" y="28"/>
                    <a:pt x="39" y="26"/>
                    <a:pt x="36" y="21"/>
                  </a:cubicBezTo>
                  <a:cubicBezTo>
                    <a:pt x="34" y="16"/>
                    <a:pt x="37" y="10"/>
                    <a:pt x="35" y="6"/>
                  </a:cubicBezTo>
                  <a:cubicBezTo>
                    <a:pt x="33" y="0"/>
                    <a:pt x="28" y="4"/>
                    <a:pt x="25" y="7"/>
                  </a:cubicBezTo>
                  <a:cubicBezTo>
                    <a:pt x="19" y="11"/>
                    <a:pt x="15" y="13"/>
                    <a:pt x="9" y="15"/>
                  </a:cubicBezTo>
                  <a:cubicBezTo>
                    <a:pt x="2" y="17"/>
                    <a:pt x="0" y="18"/>
                    <a:pt x="3" y="25"/>
                  </a:cubicBezTo>
                  <a:cubicBezTo>
                    <a:pt x="6" y="33"/>
                    <a:pt x="7" y="32"/>
                    <a:pt x="12" y="27"/>
                  </a:cubicBezTo>
                  <a:cubicBezTo>
                    <a:pt x="16" y="23"/>
                    <a:pt x="20" y="19"/>
                    <a:pt x="27" y="19"/>
                  </a:cubicBezTo>
                  <a:cubicBezTo>
                    <a:pt x="35" y="20"/>
                    <a:pt x="37" y="31"/>
                    <a:pt x="43" y="31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4332" name="Freeform 319">
              <a:extLst>
                <a:ext uri="{FF2B5EF4-FFF2-40B4-BE49-F238E27FC236}">
                  <a16:creationId xmlns:a16="http://schemas.microsoft.com/office/drawing/2014/main" id="{E9E6A41C-D628-495F-98AC-0C4A766D3A3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1" y="555"/>
              <a:ext cx="25" cy="31"/>
            </a:xfrm>
            <a:custGeom>
              <a:avLst/>
              <a:gdLst>
                <a:gd name="T0" fmla="*/ 11 w 38"/>
                <a:gd name="T1" fmla="*/ 3 h 49"/>
                <a:gd name="T2" fmla="*/ 9 w 38"/>
                <a:gd name="T3" fmla="*/ 2 h 49"/>
                <a:gd name="T4" fmla="*/ 6 w 38"/>
                <a:gd name="T5" fmla="*/ 1 h 49"/>
                <a:gd name="T6" fmla="*/ 2 w 38"/>
                <a:gd name="T7" fmla="*/ 2 h 49"/>
                <a:gd name="T8" fmla="*/ 3 w 38"/>
                <a:gd name="T9" fmla="*/ 13 h 49"/>
                <a:gd name="T10" fmla="*/ 4 w 38"/>
                <a:gd name="T11" fmla="*/ 6 h 49"/>
                <a:gd name="T12" fmla="*/ 10 w 38"/>
                <a:gd name="T13" fmla="*/ 2 h 4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38"/>
                <a:gd name="T22" fmla="*/ 0 h 49"/>
                <a:gd name="T23" fmla="*/ 38 w 38"/>
                <a:gd name="T24" fmla="*/ 49 h 49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38" h="49">
                  <a:moveTo>
                    <a:pt x="38" y="12"/>
                  </a:moveTo>
                  <a:cubicBezTo>
                    <a:pt x="36" y="11"/>
                    <a:pt x="35" y="8"/>
                    <a:pt x="32" y="6"/>
                  </a:cubicBezTo>
                  <a:cubicBezTo>
                    <a:pt x="29" y="4"/>
                    <a:pt x="25" y="3"/>
                    <a:pt x="22" y="2"/>
                  </a:cubicBezTo>
                  <a:cubicBezTo>
                    <a:pt x="15" y="1"/>
                    <a:pt x="13" y="0"/>
                    <a:pt x="8" y="6"/>
                  </a:cubicBezTo>
                  <a:cubicBezTo>
                    <a:pt x="0" y="19"/>
                    <a:pt x="4" y="38"/>
                    <a:pt x="12" y="49"/>
                  </a:cubicBezTo>
                  <a:cubicBezTo>
                    <a:pt x="9" y="42"/>
                    <a:pt x="10" y="32"/>
                    <a:pt x="13" y="25"/>
                  </a:cubicBezTo>
                  <a:cubicBezTo>
                    <a:pt x="15" y="20"/>
                    <a:pt x="29" y="1"/>
                    <a:pt x="35" y="7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4333" name="Freeform 320">
              <a:extLst>
                <a:ext uri="{FF2B5EF4-FFF2-40B4-BE49-F238E27FC236}">
                  <a16:creationId xmlns:a16="http://schemas.microsoft.com/office/drawing/2014/main" id="{6A02B16D-8734-4063-8DF5-6277B2DA224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6" y="955"/>
              <a:ext cx="54" cy="332"/>
            </a:xfrm>
            <a:custGeom>
              <a:avLst/>
              <a:gdLst>
                <a:gd name="T0" fmla="*/ 13 w 84"/>
                <a:gd name="T1" fmla="*/ 0 h 520"/>
                <a:gd name="T2" fmla="*/ 7 w 84"/>
                <a:gd name="T3" fmla="*/ 20 h 520"/>
                <a:gd name="T4" fmla="*/ 6 w 84"/>
                <a:gd name="T5" fmla="*/ 47 h 520"/>
                <a:gd name="T6" fmla="*/ 5 w 84"/>
                <a:gd name="T7" fmla="*/ 73 h 520"/>
                <a:gd name="T8" fmla="*/ 3 w 84"/>
                <a:gd name="T9" fmla="*/ 101 h 520"/>
                <a:gd name="T10" fmla="*/ 1 w 84"/>
                <a:gd name="T11" fmla="*/ 117 h 520"/>
                <a:gd name="T12" fmla="*/ 8 w 84"/>
                <a:gd name="T13" fmla="*/ 135 h 520"/>
                <a:gd name="T14" fmla="*/ 5 w 84"/>
                <a:gd name="T15" fmla="*/ 117 h 520"/>
                <a:gd name="T16" fmla="*/ 6 w 84"/>
                <a:gd name="T17" fmla="*/ 101 h 520"/>
                <a:gd name="T18" fmla="*/ 14 w 84"/>
                <a:gd name="T19" fmla="*/ 75 h 520"/>
                <a:gd name="T20" fmla="*/ 21 w 84"/>
                <a:gd name="T21" fmla="*/ 70 h 520"/>
                <a:gd name="T22" fmla="*/ 17 w 84"/>
                <a:gd name="T23" fmla="*/ 63 h 520"/>
                <a:gd name="T24" fmla="*/ 14 w 84"/>
                <a:gd name="T25" fmla="*/ 36 h 520"/>
                <a:gd name="T26" fmla="*/ 14 w 84"/>
                <a:gd name="T27" fmla="*/ 2 h 52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84"/>
                <a:gd name="T43" fmla="*/ 0 h 520"/>
                <a:gd name="T44" fmla="*/ 84 w 84"/>
                <a:gd name="T45" fmla="*/ 520 h 520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84" h="520">
                  <a:moveTo>
                    <a:pt x="48" y="0"/>
                  </a:moveTo>
                  <a:cubicBezTo>
                    <a:pt x="19" y="12"/>
                    <a:pt x="26" y="49"/>
                    <a:pt x="26" y="75"/>
                  </a:cubicBezTo>
                  <a:cubicBezTo>
                    <a:pt x="26" y="110"/>
                    <a:pt x="24" y="146"/>
                    <a:pt x="22" y="181"/>
                  </a:cubicBezTo>
                  <a:cubicBezTo>
                    <a:pt x="20" y="214"/>
                    <a:pt x="22" y="247"/>
                    <a:pt x="19" y="279"/>
                  </a:cubicBezTo>
                  <a:cubicBezTo>
                    <a:pt x="15" y="315"/>
                    <a:pt x="17" y="353"/>
                    <a:pt x="12" y="389"/>
                  </a:cubicBezTo>
                  <a:cubicBezTo>
                    <a:pt x="9" y="410"/>
                    <a:pt x="0" y="429"/>
                    <a:pt x="1" y="451"/>
                  </a:cubicBezTo>
                  <a:cubicBezTo>
                    <a:pt x="2" y="473"/>
                    <a:pt x="18" y="503"/>
                    <a:pt x="28" y="520"/>
                  </a:cubicBezTo>
                  <a:cubicBezTo>
                    <a:pt x="16" y="503"/>
                    <a:pt x="18" y="471"/>
                    <a:pt x="17" y="450"/>
                  </a:cubicBezTo>
                  <a:cubicBezTo>
                    <a:pt x="17" y="429"/>
                    <a:pt x="21" y="408"/>
                    <a:pt x="22" y="387"/>
                  </a:cubicBezTo>
                  <a:cubicBezTo>
                    <a:pt x="24" y="354"/>
                    <a:pt x="29" y="314"/>
                    <a:pt x="53" y="289"/>
                  </a:cubicBezTo>
                  <a:cubicBezTo>
                    <a:pt x="60" y="282"/>
                    <a:pt x="72" y="275"/>
                    <a:pt x="76" y="267"/>
                  </a:cubicBezTo>
                  <a:cubicBezTo>
                    <a:pt x="84" y="254"/>
                    <a:pt x="72" y="251"/>
                    <a:pt x="66" y="241"/>
                  </a:cubicBezTo>
                  <a:cubicBezTo>
                    <a:pt x="46" y="211"/>
                    <a:pt x="49" y="175"/>
                    <a:pt x="49" y="141"/>
                  </a:cubicBezTo>
                  <a:cubicBezTo>
                    <a:pt x="49" y="99"/>
                    <a:pt x="14" y="43"/>
                    <a:pt x="49" y="7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4334" name="Freeform 321">
              <a:extLst>
                <a:ext uri="{FF2B5EF4-FFF2-40B4-BE49-F238E27FC236}">
                  <a16:creationId xmlns:a16="http://schemas.microsoft.com/office/drawing/2014/main" id="{C08EF977-3AF5-4298-8BEE-F5BD096D926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9" y="1205"/>
              <a:ext cx="46" cy="77"/>
            </a:xfrm>
            <a:custGeom>
              <a:avLst/>
              <a:gdLst>
                <a:gd name="T0" fmla="*/ 16 w 71"/>
                <a:gd name="T1" fmla="*/ 1 h 120"/>
                <a:gd name="T2" fmla="*/ 6 w 71"/>
                <a:gd name="T3" fmla="*/ 12 h 120"/>
                <a:gd name="T4" fmla="*/ 1 w 71"/>
                <a:gd name="T5" fmla="*/ 31 h 120"/>
                <a:gd name="T6" fmla="*/ 9 w 71"/>
                <a:gd name="T7" fmla="*/ 12 h 120"/>
                <a:gd name="T8" fmla="*/ 19 w 71"/>
                <a:gd name="T9" fmla="*/ 0 h 1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1"/>
                <a:gd name="T16" fmla="*/ 0 h 120"/>
                <a:gd name="T17" fmla="*/ 71 w 71"/>
                <a:gd name="T18" fmla="*/ 120 h 12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1" h="120">
                  <a:moveTo>
                    <a:pt x="60" y="3"/>
                  </a:moveTo>
                  <a:cubicBezTo>
                    <a:pt x="57" y="21"/>
                    <a:pt x="32" y="30"/>
                    <a:pt x="22" y="43"/>
                  </a:cubicBezTo>
                  <a:cubicBezTo>
                    <a:pt x="7" y="62"/>
                    <a:pt x="1" y="96"/>
                    <a:pt x="3" y="120"/>
                  </a:cubicBezTo>
                  <a:cubicBezTo>
                    <a:pt x="0" y="94"/>
                    <a:pt x="14" y="63"/>
                    <a:pt x="32" y="44"/>
                  </a:cubicBezTo>
                  <a:cubicBezTo>
                    <a:pt x="44" y="30"/>
                    <a:pt x="71" y="23"/>
                    <a:pt x="68" y="0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4335" name="Freeform 322">
              <a:extLst>
                <a:ext uri="{FF2B5EF4-FFF2-40B4-BE49-F238E27FC236}">
                  <a16:creationId xmlns:a16="http://schemas.microsoft.com/office/drawing/2014/main" id="{87D87E6E-FC63-4BA1-A69A-80FC6E2165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8" y="1858"/>
              <a:ext cx="48" cy="46"/>
            </a:xfrm>
            <a:custGeom>
              <a:avLst/>
              <a:gdLst>
                <a:gd name="T0" fmla="*/ 0 w 75"/>
                <a:gd name="T1" fmla="*/ 17 h 72"/>
                <a:gd name="T2" fmla="*/ 3 w 75"/>
                <a:gd name="T3" fmla="*/ 16 h 72"/>
                <a:gd name="T4" fmla="*/ 5 w 75"/>
                <a:gd name="T5" fmla="*/ 16 h 72"/>
                <a:gd name="T6" fmla="*/ 9 w 75"/>
                <a:gd name="T7" fmla="*/ 13 h 72"/>
                <a:gd name="T8" fmla="*/ 13 w 75"/>
                <a:gd name="T9" fmla="*/ 8 h 72"/>
                <a:gd name="T10" fmla="*/ 18 w 75"/>
                <a:gd name="T11" fmla="*/ 0 h 72"/>
                <a:gd name="T12" fmla="*/ 15 w 75"/>
                <a:gd name="T13" fmla="*/ 8 h 72"/>
                <a:gd name="T14" fmla="*/ 10 w 75"/>
                <a:gd name="T15" fmla="*/ 14 h 72"/>
                <a:gd name="T16" fmla="*/ 6 w 75"/>
                <a:gd name="T17" fmla="*/ 17 h 72"/>
                <a:gd name="T18" fmla="*/ 1 w 75"/>
                <a:gd name="T19" fmla="*/ 19 h 7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75"/>
                <a:gd name="T31" fmla="*/ 0 h 72"/>
                <a:gd name="T32" fmla="*/ 75 w 75"/>
                <a:gd name="T33" fmla="*/ 72 h 72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75" h="72">
                  <a:moveTo>
                    <a:pt x="0" y="65"/>
                  </a:moveTo>
                  <a:cubicBezTo>
                    <a:pt x="4" y="65"/>
                    <a:pt x="7" y="61"/>
                    <a:pt x="12" y="61"/>
                  </a:cubicBezTo>
                  <a:cubicBezTo>
                    <a:pt x="14" y="61"/>
                    <a:pt x="17" y="62"/>
                    <a:pt x="19" y="61"/>
                  </a:cubicBezTo>
                  <a:cubicBezTo>
                    <a:pt x="25" y="59"/>
                    <a:pt x="30" y="52"/>
                    <a:pt x="34" y="48"/>
                  </a:cubicBezTo>
                  <a:cubicBezTo>
                    <a:pt x="40" y="42"/>
                    <a:pt x="44" y="35"/>
                    <a:pt x="50" y="29"/>
                  </a:cubicBezTo>
                  <a:cubicBezTo>
                    <a:pt x="58" y="20"/>
                    <a:pt x="64" y="12"/>
                    <a:pt x="68" y="0"/>
                  </a:cubicBezTo>
                  <a:cubicBezTo>
                    <a:pt x="75" y="14"/>
                    <a:pt x="64" y="22"/>
                    <a:pt x="58" y="32"/>
                  </a:cubicBezTo>
                  <a:cubicBezTo>
                    <a:pt x="52" y="40"/>
                    <a:pt x="46" y="48"/>
                    <a:pt x="39" y="54"/>
                  </a:cubicBezTo>
                  <a:cubicBezTo>
                    <a:pt x="34" y="58"/>
                    <a:pt x="29" y="63"/>
                    <a:pt x="24" y="66"/>
                  </a:cubicBezTo>
                  <a:cubicBezTo>
                    <a:pt x="18" y="70"/>
                    <a:pt x="8" y="70"/>
                    <a:pt x="1" y="72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4336" name="Freeform 323">
              <a:extLst>
                <a:ext uri="{FF2B5EF4-FFF2-40B4-BE49-F238E27FC236}">
                  <a16:creationId xmlns:a16="http://schemas.microsoft.com/office/drawing/2014/main" id="{8BF40E4D-4054-4BE5-B66B-2E36A1A6668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0" y="1868"/>
              <a:ext cx="66" cy="59"/>
            </a:xfrm>
            <a:custGeom>
              <a:avLst/>
              <a:gdLst>
                <a:gd name="T0" fmla="*/ 0 w 104"/>
                <a:gd name="T1" fmla="*/ 19 h 91"/>
                <a:gd name="T2" fmla="*/ 8 w 104"/>
                <a:gd name="T3" fmla="*/ 22 h 91"/>
                <a:gd name="T4" fmla="*/ 13 w 104"/>
                <a:gd name="T5" fmla="*/ 20 h 91"/>
                <a:gd name="T6" fmla="*/ 17 w 104"/>
                <a:gd name="T7" fmla="*/ 19 h 91"/>
                <a:gd name="T8" fmla="*/ 18 w 104"/>
                <a:gd name="T9" fmla="*/ 16 h 91"/>
                <a:gd name="T10" fmla="*/ 20 w 104"/>
                <a:gd name="T11" fmla="*/ 12 h 91"/>
                <a:gd name="T12" fmla="*/ 26 w 104"/>
                <a:gd name="T13" fmla="*/ 0 h 91"/>
                <a:gd name="T14" fmla="*/ 24 w 104"/>
                <a:gd name="T15" fmla="*/ 10 h 91"/>
                <a:gd name="T16" fmla="*/ 22 w 104"/>
                <a:gd name="T17" fmla="*/ 16 h 91"/>
                <a:gd name="T18" fmla="*/ 18 w 104"/>
                <a:gd name="T19" fmla="*/ 19 h 91"/>
                <a:gd name="T20" fmla="*/ 15 w 104"/>
                <a:gd name="T21" fmla="*/ 21 h 91"/>
                <a:gd name="T22" fmla="*/ 1 w 104"/>
                <a:gd name="T23" fmla="*/ 21 h 9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104"/>
                <a:gd name="T37" fmla="*/ 0 h 91"/>
                <a:gd name="T38" fmla="*/ 104 w 104"/>
                <a:gd name="T39" fmla="*/ 91 h 91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104" h="91">
                  <a:moveTo>
                    <a:pt x="0" y="71"/>
                  </a:moveTo>
                  <a:cubicBezTo>
                    <a:pt x="7" y="78"/>
                    <a:pt x="19" y="84"/>
                    <a:pt x="30" y="82"/>
                  </a:cubicBezTo>
                  <a:cubicBezTo>
                    <a:pt x="36" y="81"/>
                    <a:pt x="43" y="77"/>
                    <a:pt x="49" y="74"/>
                  </a:cubicBezTo>
                  <a:cubicBezTo>
                    <a:pt x="54" y="72"/>
                    <a:pt x="59" y="71"/>
                    <a:pt x="64" y="68"/>
                  </a:cubicBezTo>
                  <a:cubicBezTo>
                    <a:pt x="68" y="65"/>
                    <a:pt x="69" y="64"/>
                    <a:pt x="71" y="60"/>
                  </a:cubicBezTo>
                  <a:cubicBezTo>
                    <a:pt x="73" y="53"/>
                    <a:pt x="75" y="47"/>
                    <a:pt x="79" y="41"/>
                  </a:cubicBezTo>
                  <a:cubicBezTo>
                    <a:pt x="88" y="27"/>
                    <a:pt x="97" y="16"/>
                    <a:pt x="101" y="0"/>
                  </a:cubicBezTo>
                  <a:cubicBezTo>
                    <a:pt x="104" y="12"/>
                    <a:pt x="97" y="26"/>
                    <a:pt x="94" y="36"/>
                  </a:cubicBezTo>
                  <a:cubicBezTo>
                    <a:pt x="91" y="44"/>
                    <a:pt x="90" y="52"/>
                    <a:pt x="86" y="58"/>
                  </a:cubicBezTo>
                  <a:cubicBezTo>
                    <a:pt x="83" y="65"/>
                    <a:pt x="79" y="66"/>
                    <a:pt x="73" y="68"/>
                  </a:cubicBezTo>
                  <a:cubicBezTo>
                    <a:pt x="67" y="70"/>
                    <a:pt x="62" y="74"/>
                    <a:pt x="56" y="76"/>
                  </a:cubicBezTo>
                  <a:cubicBezTo>
                    <a:pt x="40" y="83"/>
                    <a:pt x="16" y="91"/>
                    <a:pt x="1" y="75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4337" name="Freeform 324">
              <a:extLst>
                <a:ext uri="{FF2B5EF4-FFF2-40B4-BE49-F238E27FC236}">
                  <a16:creationId xmlns:a16="http://schemas.microsoft.com/office/drawing/2014/main" id="{C8E0453F-9A4C-4BCE-BBD2-D7A30437CE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2" y="1878"/>
              <a:ext cx="72" cy="60"/>
            </a:xfrm>
            <a:custGeom>
              <a:avLst/>
              <a:gdLst>
                <a:gd name="T0" fmla="*/ 0 w 112"/>
                <a:gd name="T1" fmla="*/ 24 h 94"/>
                <a:gd name="T2" fmla="*/ 10 w 112"/>
                <a:gd name="T3" fmla="*/ 22 h 94"/>
                <a:gd name="T4" fmla="*/ 16 w 112"/>
                <a:gd name="T5" fmla="*/ 17 h 94"/>
                <a:gd name="T6" fmla="*/ 19 w 112"/>
                <a:gd name="T7" fmla="*/ 15 h 94"/>
                <a:gd name="T8" fmla="*/ 24 w 112"/>
                <a:gd name="T9" fmla="*/ 11 h 94"/>
                <a:gd name="T10" fmla="*/ 27 w 112"/>
                <a:gd name="T11" fmla="*/ 6 h 94"/>
                <a:gd name="T12" fmla="*/ 30 w 112"/>
                <a:gd name="T13" fmla="*/ 0 h 94"/>
                <a:gd name="T14" fmla="*/ 28 w 112"/>
                <a:gd name="T15" fmla="*/ 7 h 94"/>
                <a:gd name="T16" fmla="*/ 26 w 112"/>
                <a:gd name="T17" fmla="*/ 12 h 94"/>
                <a:gd name="T18" fmla="*/ 19 w 112"/>
                <a:gd name="T19" fmla="*/ 19 h 94"/>
                <a:gd name="T20" fmla="*/ 12 w 112"/>
                <a:gd name="T21" fmla="*/ 23 h 94"/>
                <a:gd name="T22" fmla="*/ 8 w 112"/>
                <a:gd name="T23" fmla="*/ 24 h 94"/>
                <a:gd name="T24" fmla="*/ 2 w 112"/>
                <a:gd name="T25" fmla="*/ 24 h 9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112"/>
                <a:gd name="T40" fmla="*/ 0 h 94"/>
                <a:gd name="T41" fmla="*/ 112 w 112"/>
                <a:gd name="T42" fmla="*/ 94 h 94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112" h="94">
                  <a:moveTo>
                    <a:pt x="0" y="93"/>
                  </a:moveTo>
                  <a:cubicBezTo>
                    <a:pt x="12" y="89"/>
                    <a:pt x="26" y="91"/>
                    <a:pt x="38" y="86"/>
                  </a:cubicBezTo>
                  <a:cubicBezTo>
                    <a:pt x="48" y="82"/>
                    <a:pt x="53" y="74"/>
                    <a:pt x="60" y="66"/>
                  </a:cubicBezTo>
                  <a:cubicBezTo>
                    <a:pt x="62" y="63"/>
                    <a:pt x="67" y="60"/>
                    <a:pt x="71" y="58"/>
                  </a:cubicBezTo>
                  <a:cubicBezTo>
                    <a:pt x="77" y="53"/>
                    <a:pt x="83" y="48"/>
                    <a:pt x="88" y="42"/>
                  </a:cubicBezTo>
                  <a:cubicBezTo>
                    <a:pt x="94" y="36"/>
                    <a:pt x="98" y="29"/>
                    <a:pt x="102" y="22"/>
                  </a:cubicBezTo>
                  <a:cubicBezTo>
                    <a:pt x="105" y="16"/>
                    <a:pt x="111" y="6"/>
                    <a:pt x="111" y="0"/>
                  </a:cubicBezTo>
                  <a:cubicBezTo>
                    <a:pt x="112" y="8"/>
                    <a:pt x="108" y="19"/>
                    <a:pt x="105" y="27"/>
                  </a:cubicBezTo>
                  <a:cubicBezTo>
                    <a:pt x="103" y="33"/>
                    <a:pt x="101" y="39"/>
                    <a:pt x="98" y="45"/>
                  </a:cubicBezTo>
                  <a:cubicBezTo>
                    <a:pt x="95" y="56"/>
                    <a:pt x="80" y="64"/>
                    <a:pt x="70" y="71"/>
                  </a:cubicBezTo>
                  <a:cubicBezTo>
                    <a:pt x="63" y="78"/>
                    <a:pt x="54" y="82"/>
                    <a:pt x="46" y="88"/>
                  </a:cubicBezTo>
                  <a:cubicBezTo>
                    <a:pt x="40" y="92"/>
                    <a:pt x="36" y="94"/>
                    <a:pt x="29" y="93"/>
                  </a:cubicBezTo>
                  <a:cubicBezTo>
                    <a:pt x="22" y="93"/>
                    <a:pt x="14" y="92"/>
                    <a:pt x="8" y="92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4338" name="Freeform 325">
              <a:extLst>
                <a:ext uri="{FF2B5EF4-FFF2-40B4-BE49-F238E27FC236}">
                  <a16:creationId xmlns:a16="http://schemas.microsoft.com/office/drawing/2014/main" id="{0B226EEE-FD15-4B42-9410-F0C06D1E0E8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8" y="1877"/>
              <a:ext cx="63" cy="71"/>
            </a:xfrm>
            <a:custGeom>
              <a:avLst/>
              <a:gdLst>
                <a:gd name="T0" fmla="*/ 0 w 97"/>
                <a:gd name="T1" fmla="*/ 28 h 110"/>
                <a:gd name="T2" fmla="*/ 9 w 97"/>
                <a:gd name="T3" fmla="*/ 27 h 110"/>
                <a:gd name="T4" fmla="*/ 12 w 97"/>
                <a:gd name="T5" fmla="*/ 24 h 110"/>
                <a:gd name="T6" fmla="*/ 15 w 97"/>
                <a:gd name="T7" fmla="*/ 23 h 110"/>
                <a:gd name="T8" fmla="*/ 18 w 97"/>
                <a:gd name="T9" fmla="*/ 22 h 110"/>
                <a:gd name="T10" fmla="*/ 19 w 97"/>
                <a:gd name="T11" fmla="*/ 17 h 110"/>
                <a:gd name="T12" fmla="*/ 23 w 97"/>
                <a:gd name="T13" fmla="*/ 8 h 110"/>
                <a:gd name="T14" fmla="*/ 26 w 97"/>
                <a:gd name="T15" fmla="*/ 0 h 110"/>
                <a:gd name="T16" fmla="*/ 25 w 97"/>
                <a:gd name="T17" fmla="*/ 5 h 110"/>
                <a:gd name="T18" fmla="*/ 25 w 97"/>
                <a:gd name="T19" fmla="*/ 11 h 110"/>
                <a:gd name="T20" fmla="*/ 23 w 97"/>
                <a:gd name="T21" fmla="*/ 17 h 110"/>
                <a:gd name="T22" fmla="*/ 16 w 97"/>
                <a:gd name="T23" fmla="*/ 24 h 110"/>
                <a:gd name="T24" fmla="*/ 13 w 97"/>
                <a:gd name="T25" fmla="*/ 25 h 110"/>
                <a:gd name="T26" fmla="*/ 10 w 97"/>
                <a:gd name="T27" fmla="*/ 28 h 110"/>
                <a:gd name="T28" fmla="*/ 6 w 97"/>
                <a:gd name="T29" fmla="*/ 29 h 110"/>
                <a:gd name="T30" fmla="*/ 1 w 97"/>
                <a:gd name="T31" fmla="*/ 29 h 110"/>
                <a:gd name="T32" fmla="*/ 1 w 97"/>
                <a:gd name="T33" fmla="*/ 29 h 110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97"/>
                <a:gd name="T52" fmla="*/ 0 h 110"/>
                <a:gd name="T53" fmla="*/ 97 w 97"/>
                <a:gd name="T54" fmla="*/ 110 h 110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97" h="110">
                  <a:moveTo>
                    <a:pt x="0" y="104"/>
                  </a:moveTo>
                  <a:cubicBezTo>
                    <a:pt x="12" y="104"/>
                    <a:pt x="24" y="109"/>
                    <a:pt x="33" y="100"/>
                  </a:cubicBezTo>
                  <a:cubicBezTo>
                    <a:pt x="37" y="97"/>
                    <a:pt x="40" y="93"/>
                    <a:pt x="45" y="90"/>
                  </a:cubicBezTo>
                  <a:cubicBezTo>
                    <a:pt x="48" y="87"/>
                    <a:pt x="51" y="88"/>
                    <a:pt x="56" y="86"/>
                  </a:cubicBezTo>
                  <a:cubicBezTo>
                    <a:pt x="61" y="85"/>
                    <a:pt x="61" y="85"/>
                    <a:pt x="63" y="80"/>
                  </a:cubicBezTo>
                  <a:cubicBezTo>
                    <a:pt x="64" y="75"/>
                    <a:pt x="67" y="70"/>
                    <a:pt x="69" y="64"/>
                  </a:cubicBezTo>
                  <a:cubicBezTo>
                    <a:pt x="73" y="52"/>
                    <a:pt x="78" y="41"/>
                    <a:pt x="84" y="30"/>
                  </a:cubicBezTo>
                  <a:cubicBezTo>
                    <a:pt x="88" y="22"/>
                    <a:pt x="96" y="9"/>
                    <a:pt x="96" y="0"/>
                  </a:cubicBezTo>
                  <a:cubicBezTo>
                    <a:pt x="97" y="6"/>
                    <a:pt x="94" y="12"/>
                    <a:pt x="93" y="18"/>
                  </a:cubicBezTo>
                  <a:cubicBezTo>
                    <a:pt x="92" y="26"/>
                    <a:pt x="92" y="33"/>
                    <a:pt x="90" y="41"/>
                  </a:cubicBezTo>
                  <a:cubicBezTo>
                    <a:pt x="87" y="49"/>
                    <a:pt x="87" y="57"/>
                    <a:pt x="83" y="64"/>
                  </a:cubicBezTo>
                  <a:cubicBezTo>
                    <a:pt x="78" y="74"/>
                    <a:pt x="69" y="84"/>
                    <a:pt x="60" y="89"/>
                  </a:cubicBezTo>
                  <a:cubicBezTo>
                    <a:pt x="56" y="91"/>
                    <a:pt x="51" y="93"/>
                    <a:pt x="47" y="95"/>
                  </a:cubicBezTo>
                  <a:cubicBezTo>
                    <a:pt x="43" y="98"/>
                    <a:pt x="40" y="102"/>
                    <a:pt x="36" y="104"/>
                  </a:cubicBezTo>
                  <a:cubicBezTo>
                    <a:pt x="32" y="106"/>
                    <a:pt x="27" y="106"/>
                    <a:pt x="23" y="108"/>
                  </a:cubicBezTo>
                  <a:cubicBezTo>
                    <a:pt x="17" y="110"/>
                    <a:pt x="8" y="110"/>
                    <a:pt x="2" y="107"/>
                  </a:cubicBezTo>
                  <a:cubicBezTo>
                    <a:pt x="2" y="107"/>
                    <a:pt x="1" y="107"/>
                    <a:pt x="1" y="107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4339" name="Freeform 326">
              <a:extLst>
                <a:ext uri="{FF2B5EF4-FFF2-40B4-BE49-F238E27FC236}">
                  <a16:creationId xmlns:a16="http://schemas.microsoft.com/office/drawing/2014/main" id="{369D5D8F-D738-4B3F-A21C-A476C7AD9D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8" y="2663"/>
              <a:ext cx="182" cy="290"/>
            </a:xfrm>
            <a:custGeom>
              <a:avLst/>
              <a:gdLst>
                <a:gd name="T0" fmla="*/ 10 w 284"/>
                <a:gd name="T1" fmla="*/ 0 h 452"/>
                <a:gd name="T2" fmla="*/ 2 w 284"/>
                <a:gd name="T3" fmla="*/ 56 h 452"/>
                <a:gd name="T4" fmla="*/ 15 w 284"/>
                <a:gd name="T5" fmla="*/ 92 h 452"/>
                <a:gd name="T6" fmla="*/ 46 w 284"/>
                <a:gd name="T7" fmla="*/ 114 h 452"/>
                <a:gd name="T8" fmla="*/ 66 w 284"/>
                <a:gd name="T9" fmla="*/ 118 h 452"/>
                <a:gd name="T10" fmla="*/ 75 w 284"/>
                <a:gd name="T11" fmla="*/ 117 h 452"/>
                <a:gd name="T12" fmla="*/ 56 w 284"/>
                <a:gd name="T13" fmla="*/ 111 h 452"/>
                <a:gd name="T14" fmla="*/ 25 w 284"/>
                <a:gd name="T15" fmla="*/ 90 h 452"/>
                <a:gd name="T16" fmla="*/ 7 w 284"/>
                <a:gd name="T17" fmla="*/ 62 h 452"/>
                <a:gd name="T18" fmla="*/ 10 w 284"/>
                <a:gd name="T19" fmla="*/ 0 h 45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284"/>
                <a:gd name="T31" fmla="*/ 0 h 452"/>
                <a:gd name="T32" fmla="*/ 284 w 284"/>
                <a:gd name="T33" fmla="*/ 452 h 452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284" h="452">
                  <a:moveTo>
                    <a:pt x="37" y="0"/>
                  </a:moveTo>
                  <a:cubicBezTo>
                    <a:pt x="37" y="0"/>
                    <a:pt x="0" y="158"/>
                    <a:pt x="8" y="212"/>
                  </a:cubicBezTo>
                  <a:cubicBezTo>
                    <a:pt x="16" y="265"/>
                    <a:pt x="18" y="316"/>
                    <a:pt x="58" y="349"/>
                  </a:cubicBezTo>
                  <a:cubicBezTo>
                    <a:pt x="99" y="383"/>
                    <a:pt x="175" y="434"/>
                    <a:pt x="175" y="434"/>
                  </a:cubicBezTo>
                  <a:cubicBezTo>
                    <a:pt x="175" y="434"/>
                    <a:pt x="230" y="452"/>
                    <a:pt x="251" y="448"/>
                  </a:cubicBezTo>
                  <a:cubicBezTo>
                    <a:pt x="271" y="443"/>
                    <a:pt x="284" y="444"/>
                    <a:pt x="284" y="444"/>
                  </a:cubicBezTo>
                  <a:cubicBezTo>
                    <a:pt x="284" y="444"/>
                    <a:pt x="243" y="429"/>
                    <a:pt x="214" y="419"/>
                  </a:cubicBezTo>
                  <a:cubicBezTo>
                    <a:pt x="186" y="410"/>
                    <a:pt x="116" y="370"/>
                    <a:pt x="95" y="342"/>
                  </a:cubicBezTo>
                  <a:cubicBezTo>
                    <a:pt x="73" y="313"/>
                    <a:pt x="35" y="262"/>
                    <a:pt x="26" y="233"/>
                  </a:cubicBezTo>
                  <a:cubicBezTo>
                    <a:pt x="17" y="204"/>
                    <a:pt x="21" y="31"/>
                    <a:pt x="37" y="0"/>
                  </a:cubicBezTo>
                  <a:close/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4340" name="Freeform 327">
              <a:extLst>
                <a:ext uri="{FF2B5EF4-FFF2-40B4-BE49-F238E27FC236}">
                  <a16:creationId xmlns:a16="http://schemas.microsoft.com/office/drawing/2014/main" id="{108D983E-CD0E-4232-B97B-7EEA811FAD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9" y="2935"/>
              <a:ext cx="101" cy="12"/>
            </a:xfrm>
            <a:custGeom>
              <a:avLst/>
              <a:gdLst>
                <a:gd name="T0" fmla="*/ 16 w 158"/>
                <a:gd name="T1" fmla="*/ 4 h 20"/>
                <a:gd name="T2" fmla="*/ 15 w 158"/>
                <a:gd name="T3" fmla="*/ 2 h 20"/>
                <a:gd name="T4" fmla="*/ 22 w 158"/>
                <a:gd name="T5" fmla="*/ 2 h 20"/>
                <a:gd name="T6" fmla="*/ 28 w 158"/>
                <a:gd name="T7" fmla="*/ 2 h 20"/>
                <a:gd name="T8" fmla="*/ 35 w 158"/>
                <a:gd name="T9" fmla="*/ 4 h 20"/>
                <a:gd name="T10" fmla="*/ 42 w 158"/>
                <a:gd name="T11" fmla="*/ 4 h 20"/>
                <a:gd name="T12" fmla="*/ 31 w 158"/>
                <a:gd name="T13" fmla="*/ 2 h 20"/>
                <a:gd name="T14" fmla="*/ 20 w 158"/>
                <a:gd name="T15" fmla="*/ 1 h 20"/>
                <a:gd name="T16" fmla="*/ 11 w 158"/>
                <a:gd name="T17" fmla="*/ 1 h 20"/>
                <a:gd name="T18" fmla="*/ 0 w 158"/>
                <a:gd name="T19" fmla="*/ 1 h 2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58"/>
                <a:gd name="T31" fmla="*/ 0 h 20"/>
                <a:gd name="T32" fmla="*/ 158 w 158"/>
                <a:gd name="T33" fmla="*/ 20 h 20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58" h="20">
                  <a:moveTo>
                    <a:pt x="61" y="18"/>
                  </a:moveTo>
                  <a:cubicBezTo>
                    <a:pt x="57" y="16"/>
                    <a:pt x="55" y="12"/>
                    <a:pt x="56" y="8"/>
                  </a:cubicBezTo>
                  <a:cubicBezTo>
                    <a:pt x="63" y="5"/>
                    <a:pt x="74" y="9"/>
                    <a:pt x="83" y="9"/>
                  </a:cubicBezTo>
                  <a:cubicBezTo>
                    <a:pt x="91" y="9"/>
                    <a:pt x="101" y="8"/>
                    <a:pt x="108" y="11"/>
                  </a:cubicBezTo>
                  <a:cubicBezTo>
                    <a:pt x="118" y="15"/>
                    <a:pt x="121" y="20"/>
                    <a:pt x="132" y="20"/>
                  </a:cubicBezTo>
                  <a:cubicBezTo>
                    <a:pt x="140" y="20"/>
                    <a:pt x="150" y="16"/>
                    <a:pt x="158" y="17"/>
                  </a:cubicBezTo>
                  <a:cubicBezTo>
                    <a:pt x="144" y="17"/>
                    <a:pt x="132" y="14"/>
                    <a:pt x="119" y="8"/>
                  </a:cubicBezTo>
                  <a:cubicBezTo>
                    <a:pt x="103" y="1"/>
                    <a:pt x="95" y="0"/>
                    <a:pt x="78" y="2"/>
                  </a:cubicBezTo>
                  <a:cubicBezTo>
                    <a:pt x="65" y="4"/>
                    <a:pt x="53" y="6"/>
                    <a:pt x="40" y="7"/>
                  </a:cubicBezTo>
                  <a:cubicBezTo>
                    <a:pt x="26" y="8"/>
                    <a:pt x="14" y="3"/>
                    <a:pt x="0" y="1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4341" name="Freeform 328">
              <a:extLst>
                <a:ext uri="{FF2B5EF4-FFF2-40B4-BE49-F238E27FC236}">
                  <a16:creationId xmlns:a16="http://schemas.microsoft.com/office/drawing/2014/main" id="{AC65760D-0249-4FE7-BE98-CD81D754F2C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0" y="3004"/>
              <a:ext cx="32" cy="23"/>
            </a:xfrm>
            <a:custGeom>
              <a:avLst/>
              <a:gdLst>
                <a:gd name="T0" fmla="*/ 0 w 50"/>
                <a:gd name="T1" fmla="*/ 0 h 35"/>
                <a:gd name="T2" fmla="*/ 5 w 50"/>
                <a:gd name="T3" fmla="*/ 6 h 35"/>
                <a:gd name="T4" fmla="*/ 13 w 50"/>
                <a:gd name="T5" fmla="*/ 10 h 35"/>
                <a:gd name="T6" fmla="*/ 6 w 50"/>
                <a:gd name="T7" fmla="*/ 5 h 35"/>
                <a:gd name="T8" fmla="*/ 3 w 50"/>
                <a:gd name="T9" fmla="*/ 3 h 35"/>
                <a:gd name="T10" fmla="*/ 0 w 50"/>
                <a:gd name="T11" fmla="*/ 1 h 3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50"/>
                <a:gd name="T19" fmla="*/ 0 h 35"/>
                <a:gd name="T20" fmla="*/ 50 w 50"/>
                <a:gd name="T21" fmla="*/ 35 h 35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50" h="35">
                  <a:moveTo>
                    <a:pt x="0" y="0"/>
                  </a:moveTo>
                  <a:cubicBezTo>
                    <a:pt x="1" y="12"/>
                    <a:pt x="11" y="19"/>
                    <a:pt x="20" y="21"/>
                  </a:cubicBezTo>
                  <a:cubicBezTo>
                    <a:pt x="31" y="23"/>
                    <a:pt x="42" y="26"/>
                    <a:pt x="50" y="35"/>
                  </a:cubicBezTo>
                  <a:cubicBezTo>
                    <a:pt x="42" y="27"/>
                    <a:pt x="33" y="21"/>
                    <a:pt x="23" y="17"/>
                  </a:cubicBezTo>
                  <a:cubicBezTo>
                    <a:pt x="18" y="15"/>
                    <a:pt x="14" y="14"/>
                    <a:pt x="10" y="11"/>
                  </a:cubicBezTo>
                  <a:cubicBezTo>
                    <a:pt x="6" y="9"/>
                    <a:pt x="3" y="4"/>
                    <a:pt x="0" y="2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4342" name="Freeform 329">
              <a:extLst>
                <a:ext uri="{FF2B5EF4-FFF2-40B4-BE49-F238E27FC236}">
                  <a16:creationId xmlns:a16="http://schemas.microsoft.com/office/drawing/2014/main" id="{D2B7C4C1-A7A9-4EE7-A89F-6EB09AB6E07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1" y="3012"/>
              <a:ext cx="32" cy="17"/>
            </a:xfrm>
            <a:custGeom>
              <a:avLst/>
              <a:gdLst>
                <a:gd name="T0" fmla="*/ 1 w 50"/>
                <a:gd name="T1" fmla="*/ 0 h 26"/>
                <a:gd name="T2" fmla="*/ 5 w 50"/>
                <a:gd name="T3" fmla="*/ 3 h 26"/>
                <a:gd name="T4" fmla="*/ 13 w 50"/>
                <a:gd name="T5" fmla="*/ 7 h 26"/>
                <a:gd name="T6" fmla="*/ 6 w 50"/>
                <a:gd name="T7" fmla="*/ 1 h 26"/>
                <a:gd name="T8" fmla="*/ 0 w 50"/>
                <a:gd name="T9" fmla="*/ 1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0"/>
                <a:gd name="T16" fmla="*/ 0 h 26"/>
                <a:gd name="T17" fmla="*/ 50 w 50"/>
                <a:gd name="T18" fmla="*/ 26 h 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0" h="26">
                  <a:moveTo>
                    <a:pt x="2" y="0"/>
                  </a:moveTo>
                  <a:cubicBezTo>
                    <a:pt x="3" y="8"/>
                    <a:pt x="16" y="8"/>
                    <a:pt x="21" y="9"/>
                  </a:cubicBezTo>
                  <a:cubicBezTo>
                    <a:pt x="31" y="12"/>
                    <a:pt x="42" y="19"/>
                    <a:pt x="50" y="26"/>
                  </a:cubicBezTo>
                  <a:cubicBezTo>
                    <a:pt x="42" y="18"/>
                    <a:pt x="33" y="8"/>
                    <a:pt x="22" y="5"/>
                  </a:cubicBezTo>
                  <a:cubicBezTo>
                    <a:pt x="16" y="2"/>
                    <a:pt x="6" y="2"/>
                    <a:pt x="0" y="1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4343" name="Freeform 330">
              <a:extLst>
                <a:ext uri="{FF2B5EF4-FFF2-40B4-BE49-F238E27FC236}">
                  <a16:creationId xmlns:a16="http://schemas.microsoft.com/office/drawing/2014/main" id="{3E367F55-48C8-401F-8E42-5EBD9FDBFDE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1" y="2994"/>
              <a:ext cx="25" cy="17"/>
            </a:xfrm>
            <a:custGeom>
              <a:avLst/>
              <a:gdLst>
                <a:gd name="T0" fmla="*/ 0 w 39"/>
                <a:gd name="T1" fmla="*/ 0 h 27"/>
                <a:gd name="T2" fmla="*/ 4 w 39"/>
                <a:gd name="T3" fmla="*/ 5 h 27"/>
                <a:gd name="T4" fmla="*/ 10 w 39"/>
                <a:gd name="T5" fmla="*/ 7 h 27"/>
                <a:gd name="T6" fmla="*/ 4 w 39"/>
                <a:gd name="T7" fmla="*/ 4 h 27"/>
                <a:gd name="T8" fmla="*/ 0 w 39"/>
                <a:gd name="T9" fmla="*/ 1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9"/>
                <a:gd name="T16" fmla="*/ 0 h 27"/>
                <a:gd name="T17" fmla="*/ 39 w 39"/>
                <a:gd name="T18" fmla="*/ 27 h 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9" h="27">
                  <a:moveTo>
                    <a:pt x="0" y="0"/>
                  </a:moveTo>
                  <a:cubicBezTo>
                    <a:pt x="6" y="4"/>
                    <a:pt x="8" y="15"/>
                    <a:pt x="16" y="19"/>
                  </a:cubicBezTo>
                  <a:cubicBezTo>
                    <a:pt x="22" y="23"/>
                    <a:pt x="31" y="25"/>
                    <a:pt x="39" y="27"/>
                  </a:cubicBezTo>
                  <a:cubicBezTo>
                    <a:pt x="31" y="26"/>
                    <a:pt x="23" y="18"/>
                    <a:pt x="17" y="14"/>
                  </a:cubicBezTo>
                  <a:cubicBezTo>
                    <a:pt x="11" y="10"/>
                    <a:pt x="4" y="6"/>
                    <a:pt x="0" y="2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4344" name="Freeform 331">
              <a:extLst>
                <a:ext uri="{FF2B5EF4-FFF2-40B4-BE49-F238E27FC236}">
                  <a16:creationId xmlns:a16="http://schemas.microsoft.com/office/drawing/2014/main" id="{7A8D8144-81CA-47D7-8FBB-07CA08FA7A1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8" y="2983"/>
              <a:ext cx="19" cy="15"/>
            </a:xfrm>
            <a:custGeom>
              <a:avLst/>
              <a:gdLst>
                <a:gd name="T0" fmla="*/ 1 w 30"/>
                <a:gd name="T1" fmla="*/ 1 h 23"/>
                <a:gd name="T2" fmla="*/ 8 w 30"/>
                <a:gd name="T3" fmla="*/ 7 h 23"/>
                <a:gd name="T4" fmla="*/ 0 w 30"/>
                <a:gd name="T5" fmla="*/ 0 h 23"/>
                <a:gd name="T6" fmla="*/ 0 60000 65536"/>
                <a:gd name="T7" fmla="*/ 0 60000 65536"/>
                <a:gd name="T8" fmla="*/ 0 60000 65536"/>
                <a:gd name="T9" fmla="*/ 0 w 30"/>
                <a:gd name="T10" fmla="*/ 0 h 23"/>
                <a:gd name="T11" fmla="*/ 30 w 30"/>
                <a:gd name="T12" fmla="*/ 23 h 23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0" h="23">
                  <a:moveTo>
                    <a:pt x="1" y="2"/>
                  </a:moveTo>
                  <a:cubicBezTo>
                    <a:pt x="7" y="12"/>
                    <a:pt x="17" y="23"/>
                    <a:pt x="30" y="23"/>
                  </a:cubicBezTo>
                  <a:cubicBezTo>
                    <a:pt x="20" y="22"/>
                    <a:pt x="7" y="7"/>
                    <a:pt x="0" y="0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4345" name="Freeform 332">
              <a:extLst>
                <a:ext uri="{FF2B5EF4-FFF2-40B4-BE49-F238E27FC236}">
                  <a16:creationId xmlns:a16="http://schemas.microsoft.com/office/drawing/2014/main" id="{39AEE57C-8E65-4865-AB10-30A39A6851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5" y="2992"/>
              <a:ext cx="7" cy="13"/>
            </a:xfrm>
            <a:custGeom>
              <a:avLst/>
              <a:gdLst>
                <a:gd name="T0" fmla="*/ 1 w 11"/>
                <a:gd name="T1" fmla="*/ 1 h 20"/>
                <a:gd name="T2" fmla="*/ 1 w 11"/>
                <a:gd name="T3" fmla="*/ 3 h 20"/>
                <a:gd name="T4" fmla="*/ 2 w 11"/>
                <a:gd name="T5" fmla="*/ 5 h 20"/>
                <a:gd name="T6" fmla="*/ 2 w 11"/>
                <a:gd name="T7" fmla="*/ 0 h 2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1"/>
                <a:gd name="T13" fmla="*/ 0 h 20"/>
                <a:gd name="T14" fmla="*/ 11 w 11"/>
                <a:gd name="T15" fmla="*/ 20 h 2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1" h="20">
                  <a:moveTo>
                    <a:pt x="4" y="1"/>
                  </a:moveTo>
                  <a:cubicBezTo>
                    <a:pt x="1" y="2"/>
                    <a:pt x="0" y="7"/>
                    <a:pt x="1" y="10"/>
                  </a:cubicBezTo>
                  <a:cubicBezTo>
                    <a:pt x="1" y="14"/>
                    <a:pt x="4" y="16"/>
                    <a:pt x="7" y="20"/>
                  </a:cubicBezTo>
                  <a:cubicBezTo>
                    <a:pt x="3" y="14"/>
                    <a:pt x="11" y="4"/>
                    <a:pt x="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4346" name="Freeform 333">
              <a:extLst>
                <a:ext uri="{FF2B5EF4-FFF2-40B4-BE49-F238E27FC236}">
                  <a16:creationId xmlns:a16="http://schemas.microsoft.com/office/drawing/2014/main" id="{13860D0D-4C2F-4418-80DC-88AD8F67CB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3" y="2994"/>
              <a:ext cx="10" cy="12"/>
            </a:xfrm>
            <a:custGeom>
              <a:avLst/>
              <a:gdLst>
                <a:gd name="T0" fmla="*/ 3 w 15"/>
                <a:gd name="T1" fmla="*/ 1 h 20"/>
                <a:gd name="T2" fmla="*/ 0 w 15"/>
                <a:gd name="T3" fmla="*/ 4 h 20"/>
                <a:gd name="T4" fmla="*/ 4 w 15"/>
                <a:gd name="T5" fmla="*/ 0 h 20"/>
                <a:gd name="T6" fmla="*/ 0 60000 65536"/>
                <a:gd name="T7" fmla="*/ 0 60000 65536"/>
                <a:gd name="T8" fmla="*/ 0 60000 65536"/>
                <a:gd name="T9" fmla="*/ 0 w 15"/>
                <a:gd name="T10" fmla="*/ 0 h 20"/>
                <a:gd name="T11" fmla="*/ 15 w 15"/>
                <a:gd name="T12" fmla="*/ 20 h 2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5" h="20">
                  <a:moveTo>
                    <a:pt x="12" y="1"/>
                  </a:moveTo>
                  <a:cubicBezTo>
                    <a:pt x="13" y="7"/>
                    <a:pt x="4" y="16"/>
                    <a:pt x="0" y="20"/>
                  </a:cubicBezTo>
                  <a:cubicBezTo>
                    <a:pt x="6" y="19"/>
                    <a:pt x="15" y="7"/>
                    <a:pt x="1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4347" name="Freeform 334">
              <a:extLst>
                <a:ext uri="{FF2B5EF4-FFF2-40B4-BE49-F238E27FC236}">
                  <a16:creationId xmlns:a16="http://schemas.microsoft.com/office/drawing/2014/main" id="{533EF7F8-F01E-41AA-8785-553143B6DA3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2" y="3017"/>
              <a:ext cx="5" cy="7"/>
            </a:xfrm>
            <a:custGeom>
              <a:avLst/>
              <a:gdLst>
                <a:gd name="T0" fmla="*/ 2 w 8"/>
                <a:gd name="T1" fmla="*/ 1 h 10"/>
                <a:gd name="T2" fmla="*/ 1 w 8"/>
                <a:gd name="T3" fmla="*/ 4 h 10"/>
                <a:gd name="T4" fmla="*/ 2 w 8"/>
                <a:gd name="T5" fmla="*/ 0 h 10"/>
                <a:gd name="T6" fmla="*/ 0 60000 65536"/>
                <a:gd name="T7" fmla="*/ 0 60000 65536"/>
                <a:gd name="T8" fmla="*/ 0 60000 65536"/>
                <a:gd name="T9" fmla="*/ 0 w 8"/>
                <a:gd name="T10" fmla="*/ 0 h 10"/>
                <a:gd name="T11" fmla="*/ 8 w 8"/>
                <a:gd name="T12" fmla="*/ 10 h 1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8" h="10">
                  <a:moveTo>
                    <a:pt x="8" y="2"/>
                  </a:moveTo>
                  <a:cubicBezTo>
                    <a:pt x="6" y="3"/>
                    <a:pt x="0" y="8"/>
                    <a:pt x="4" y="10"/>
                  </a:cubicBezTo>
                  <a:cubicBezTo>
                    <a:pt x="6" y="7"/>
                    <a:pt x="8" y="4"/>
                    <a:pt x="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4348" name="Freeform 335">
              <a:extLst>
                <a:ext uri="{FF2B5EF4-FFF2-40B4-BE49-F238E27FC236}">
                  <a16:creationId xmlns:a16="http://schemas.microsoft.com/office/drawing/2014/main" id="{6062F120-725C-440B-98B8-65911B1778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3" y="3028"/>
              <a:ext cx="7" cy="10"/>
            </a:xfrm>
            <a:custGeom>
              <a:avLst/>
              <a:gdLst>
                <a:gd name="T0" fmla="*/ 2 w 11"/>
                <a:gd name="T1" fmla="*/ 1 h 15"/>
                <a:gd name="T2" fmla="*/ 1 w 11"/>
                <a:gd name="T3" fmla="*/ 3 h 15"/>
                <a:gd name="T4" fmla="*/ 3 w 11"/>
                <a:gd name="T5" fmla="*/ 0 h 15"/>
                <a:gd name="T6" fmla="*/ 0 60000 65536"/>
                <a:gd name="T7" fmla="*/ 0 60000 65536"/>
                <a:gd name="T8" fmla="*/ 0 60000 65536"/>
                <a:gd name="T9" fmla="*/ 0 w 11"/>
                <a:gd name="T10" fmla="*/ 0 h 15"/>
                <a:gd name="T11" fmla="*/ 11 w 11"/>
                <a:gd name="T12" fmla="*/ 15 h 15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1" h="15">
                  <a:moveTo>
                    <a:pt x="8" y="1"/>
                  </a:moveTo>
                  <a:cubicBezTo>
                    <a:pt x="7" y="4"/>
                    <a:pt x="0" y="7"/>
                    <a:pt x="1" y="10"/>
                  </a:cubicBezTo>
                  <a:cubicBezTo>
                    <a:pt x="4" y="15"/>
                    <a:pt x="11" y="3"/>
                    <a:pt x="1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4349" name="Freeform 336">
              <a:extLst>
                <a:ext uri="{FF2B5EF4-FFF2-40B4-BE49-F238E27FC236}">
                  <a16:creationId xmlns:a16="http://schemas.microsoft.com/office/drawing/2014/main" id="{6A92A82A-EF18-4DA8-8926-720158E954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5" y="3036"/>
              <a:ext cx="9" cy="7"/>
            </a:xfrm>
            <a:custGeom>
              <a:avLst/>
              <a:gdLst>
                <a:gd name="T0" fmla="*/ 3 w 15"/>
                <a:gd name="T1" fmla="*/ 1 h 11"/>
                <a:gd name="T2" fmla="*/ 1 w 15"/>
                <a:gd name="T3" fmla="*/ 3 h 11"/>
                <a:gd name="T4" fmla="*/ 3 w 15"/>
                <a:gd name="T5" fmla="*/ 0 h 11"/>
                <a:gd name="T6" fmla="*/ 0 60000 65536"/>
                <a:gd name="T7" fmla="*/ 0 60000 65536"/>
                <a:gd name="T8" fmla="*/ 0 60000 65536"/>
                <a:gd name="T9" fmla="*/ 0 w 15"/>
                <a:gd name="T10" fmla="*/ 0 h 11"/>
                <a:gd name="T11" fmla="*/ 15 w 15"/>
                <a:gd name="T12" fmla="*/ 11 h 11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5" h="11">
                  <a:moveTo>
                    <a:pt x="15" y="1"/>
                  </a:moveTo>
                  <a:cubicBezTo>
                    <a:pt x="14" y="5"/>
                    <a:pt x="8" y="10"/>
                    <a:pt x="5" y="11"/>
                  </a:cubicBezTo>
                  <a:cubicBezTo>
                    <a:pt x="0" y="7"/>
                    <a:pt x="13" y="1"/>
                    <a:pt x="1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4350" name="Freeform 337">
              <a:extLst>
                <a:ext uri="{FF2B5EF4-FFF2-40B4-BE49-F238E27FC236}">
                  <a16:creationId xmlns:a16="http://schemas.microsoft.com/office/drawing/2014/main" id="{098B6DEB-A7C9-4595-B2E2-E8F5CA4206C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7" y="3036"/>
              <a:ext cx="8" cy="6"/>
            </a:xfrm>
            <a:custGeom>
              <a:avLst/>
              <a:gdLst>
                <a:gd name="T0" fmla="*/ 3 w 12"/>
                <a:gd name="T1" fmla="*/ 1 h 9"/>
                <a:gd name="T2" fmla="*/ 1 w 12"/>
                <a:gd name="T3" fmla="*/ 3 h 9"/>
                <a:gd name="T4" fmla="*/ 0 w 12"/>
                <a:gd name="T5" fmla="*/ 1 h 9"/>
                <a:gd name="T6" fmla="*/ 3 w 12"/>
                <a:gd name="T7" fmla="*/ 1 h 9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2"/>
                <a:gd name="T13" fmla="*/ 0 h 9"/>
                <a:gd name="T14" fmla="*/ 12 w 12"/>
                <a:gd name="T15" fmla="*/ 9 h 9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2" h="9">
                  <a:moveTo>
                    <a:pt x="12" y="2"/>
                  </a:moveTo>
                  <a:cubicBezTo>
                    <a:pt x="10" y="5"/>
                    <a:pt x="7" y="7"/>
                    <a:pt x="3" y="9"/>
                  </a:cubicBezTo>
                  <a:cubicBezTo>
                    <a:pt x="2" y="8"/>
                    <a:pt x="0" y="6"/>
                    <a:pt x="0" y="4"/>
                  </a:cubicBezTo>
                  <a:cubicBezTo>
                    <a:pt x="1" y="0"/>
                    <a:pt x="8" y="0"/>
                    <a:pt x="1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4351" name="Freeform 338">
              <a:extLst>
                <a:ext uri="{FF2B5EF4-FFF2-40B4-BE49-F238E27FC236}">
                  <a16:creationId xmlns:a16="http://schemas.microsoft.com/office/drawing/2014/main" id="{B78430EB-7C68-442E-9453-B5C38451DE6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1" y="2919"/>
              <a:ext cx="4" cy="12"/>
            </a:xfrm>
            <a:custGeom>
              <a:avLst/>
              <a:gdLst>
                <a:gd name="T0" fmla="*/ 1 w 7"/>
                <a:gd name="T1" fmla="*/ 0 h 19"/>
                <a:gd name="T2" fmla="*/ 1 w 7"/>
                <a:gd name="T3" fmla="*/ 4 h 19"/>
                <a:gd name="T4" fmla="*/ 1 w 7"/>
                <a:gd name="T5" fmla="*/ 0 h 19"/>
                <a:gd name="T6" fmla="*/ 0 60000 65536"/>
                <a:gd name="T7" fmla="*/ 0 60000 65536"/>
                <a:gd name="T8" fmla="*/ 0 60000 65536"/>
                <a:gd name="T9" fmla="*/ 0 w 7"/>
                <a:gd name="T10" fmla="*/ 0 h 19"/>
                <a:gd name="T11" fmla="*/ 7 w 7"/>
                <a:gd name="T12" fmla="*/ 19 h 19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7" h="19">
                  <a:moveTo>
                    <a:pt x="7" y="0"/>
                  </a:moveTo>
                  <a:cubicBezTo>
                    <a:pt x="4" y="5"/>
                    <a:pt x="7" y="12"/>
                    <a:pt x="7" y="18"/>
                  </a:cubicBezTo>
                  <a:cubicBezTo>
                    <a:pt x="0" y="19"/>
                    <a:pt x="1" y="4"/>
                    <a:pt x="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4352" name="Freeform 339">
              <a:extLst>
                <a:ext uri="{FF2B5EF4-FFF2-40B4-BE49-F238E27FC236}">
                  <a16:creationId xmlns:a16="http://schemas.microsoft.com/office/drawing/2014/main" id="{9005560F-25E0-435B-BA56-FDEA612A1B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2" y="540"/>
              <a:ext cx="8" cy="7"/>
            </a:xfrm>
            <a:custGeom>
              <a:avLst/>
              <a:gdLst>
                <a:gd name="T0" fmla="*/ 2 w 13"/>
                <a:gd name="T1" fmla="*/ 0 h 11"/>
                <a:gd name="T2" fmla="*/ 3 w 13"/>
                <a:gd name="T3" fmla="*/ 2 h 11"/>
                <a:gd name="T4" fmla="*/ 1 w 13"/>
                <a:gd name="T5" fmla="*/ 3 h 11"/>
                <a:gd name="T6" fmla="*/ 2 w 13"/>
                <a:gd name="T7" fmla="*/ 0 h 11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3"/>
                <a:gd name="T13" fmla="*/ 0 h 11"/>
                <a:gd name="T14" fmla="*/ 13 w 13"/>
                <a:gd name="T15" fmla="*/ 11 h 11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3" h="11">
                  <a:moveTo>
                    <a:pt x="8" y="0"/>
                  </a:moveTo>
                  <a:cubicBezTo>
                    <a:pt x="11" y="1"/>
                    <a:pt x="13" y="3"/>
                    <a:pt x="13" y="6"/>
                  </a:cubicBezTo>
                  <a:cubicBezTo>
                    <a:pt x="10" y="8"/>
                    <a:pt x="5" y="10"/>
                    <a:pt x="2" y="11"/>
                  </a:cubicBezTo>
                  <a:cubicBezTo>
                    <a:pt x="0" y="5"/>
                    <a:pt x="2" y="2"/>
                    <a:pt x="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4353" name="Freeform 340">
              <a:extLst>
                <a:ext uri="{FF2B5EF4-FFF2-40B4-BE49-F238E27FC236}">
                  <a16:creationId xmlns:a16="http://schemas.microsoft.com/office/drawing/2014/main" id="{2E127F73-8237-4C05-AF9B-FB2945FCD4D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5" y="621"/>
              <a:ext cx="27" cy="14"/>
            </a:xfrm>
            <a:custGeom>
              <a:avLst/>
              <a:gdLst>
                <a:gd name="T0" fmla="*/ 2 w 42"/>
                <a:gd name="T1" fmla="*/ 0 h 23"/>
                <a:gd name="T2" fmla="*/ 4 w 42"/>
                <a:gd name="T3" fmla="*/ 5 h 23"/>
                <a:gd name="T4" fmla="*/ 11 w 42"/>
                <a:gd name="T5" fmla="*/ 1 h 23"/>
                <a:gd name="T6" fmla="*/ 6 w 42"/>
                <a:gd name="T7" fmla="*/ 2 h 23"/>
                <a:gd name="T8" fmla="*/ 1 w 42"/>
                <a:gd name="T9" fmla="*/ 1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42"/>
                <a:gd name="T16" fmla="*/ 0 h 23"/>
                <a:gd name="T17" fmla="*/ 42 w 42"/>
                <a:gd name="T18" fmla="*/ 23 h 2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42" h="23">
                  <a:moveTo>
                    <a:pt x="6" y="0"/>
                  </a:moveTo>
                  <a:cubicBezTo>
                    <a:pt x="0" y="0"/>
                    <a:pt x="3" y="23"/>
                    <a:pt x="15" y="22"/>
                  </a:cubicBezTo>
                  <a:cubicBezTo>
                    <a:pt x="26" y="22"/>
                    <a:pt x="27" y="5"/>
                    <a:pt x="42" y="6"/>
                  </a:cubicBezTo>
                  <a:cubicBezTo>
                    <a:pt x="33" y="2"/>
                    <a:pt x="28" y="7"/>
                    <a:pt x="21" y="11"/>
                  </a:cubicBezTo>
                  <a:cubicBezTo>
                    <a:pt x="13" y="16"/>
                    <a:pt x="6" y="12"/>
                    <a:pt x="4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4354" name="Freeform 341">
              <a:extLst>
                <a:ext uri="{FF2B5EF4-FFF2-40B4-BE49-F238E27FC236}">
                  <a16:creationId xmlns:a16="http://schemas.microsoft.com/office/drawing/2014/main" id="{47DA91F8-F85C-4FC8-827B-168B9319C1D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7" y="589"/>
              <a:ext cx="25" cy="32"/>
            </a:xfrm>
            <a:custGeom>
              <a:avLst/>
              <a:gdLst>
                <a:gd name="T0" fmla="*/ 10 w 38"/>
                <a:gd name="T1" fmla="*/ 11 h 50"/>
                <a:gd name="T2" fmla="*/ 4 w 38"/>
                <a:gd name="T3" fmla="*/ 13 h 50"/>
                <a:gd name="T4" fmla="*/ 5 w 38"/>
                <a:gd name="T5" fmla="*/ 8 h 50"/>
                <a:gd name="T6" fmla="*/ 0 w 38"/>
                <a:gd name="T7" fmla="*/ 0 h 50"/>
                <a:gd name="T8" fmla="*/ 6 w 38"/>
                <a:gd name="T9" fmla="*/ 8 h 50"/>
                <a:gd name="T10" fmla="*/ 6 w 38"/>
                <a:gd name="T11" fmla="*/ 8 h 50"/>
                <a:gd name="T12" fmla="*/ 11 w 38"/>
                <a:gd name="T13" fmla="*/ 11 h 5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38"/>
                <a:gd name="T22" fmla="*/ 0 h 50"/>
                <a:gd name="T23" fmla="*/ 38 w 38"/>
                <a:gd name="T24" fmla="*/ 50 h 50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38" h="50">
                  <a:moveTo>
                    <a:pt x="35" y="42"/>
                  </a:moveTo>
                  <a:cubicBezTo>
                    <a:pt x="30" y="37"/>
                    <a:pt x="19" y="48"/>
                    <a:pt x="14" y="50"/>
                  </a:cubicBezTo>
                  <a:cubicBezTo>
                    <a:pt x="14" y="40"/>
                    <a:pt x="30" y="42"/>
                    <a:pt x="18" y="31"/>
                  </a:cubicBezTo>
                  <a:cubicBezTo>
                    <a:pt x="10" y="23"/>
                    <a:pt x="4" y="12"/>
                    <a:pt x="0" y="0"/>
                  </a:cubicBezTo>
                  <a:cubicBezTo>
                    <a:pt x="5" y="10"/>
                    <a:pt x="15" y="18"/>
                    <a:pt x="19" y="28"/>
                  </a:cubicBezTo>
                  <a:cubicBezTo>
                    <a:pt x="20" y="28"/>
                    <a:pt x="21" y="28"/>
                    <a:pt x="21" y="28"/>
                  </a:cubicBezTo>
                  <a:cubicBezTo>
                    <a:pt x="24" y="34"/>
                    <a:pt x="32" y="38"/>
                    <a:pt x="38" y="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4355" name="Freeform 342">
              <a:extLst>
                <a:ext uri="{FF2B5EF4-FFF2-40B4-BE49-F238E27FC236}">
                  <a16:creationId xmlns:a16="http://schemas.microsoft.com/office/drawing/2014/main" id="{A503D0AE-F554-477F-8E40-BEB61E09791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1" y="729"/>
              <a:ext cx="41" cy="23"/>
            </a:xfrm>
            <a:custGeom>
              <a:avLst/>
              <a:gdLst>
                <a:gd name="T0" fmla="*/ 17 w 64"/>
                <a:gd name="T1" fmla="*/ 0 h 36"/>
                <a:gd name="T2" fmla="*/ 15 w 64"/>
                <a:gd name="T3" fmla="*/ 5 h 36"/>
                <a:gd name="T4" fmla="*/ 11 w 64"/>
                <a:gd name="T5" fmla="*/ 8 h 36"/>
                <a:gd name="T6" fmla="*/ 0 w 64"/>
                <a:gd name="T7" fmla="*/ 10 h 36"/>
                <a:gd name="T8" fmla="*/ 11 w 64"/>
                <a:gd name="T9" fmla="*/ 6 h 36"/>
                <a:gd name="T10" fmla="*/ 17 w 64"/>
                <a:gd name="T11" fmla="*/ 1 h 3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64"/>
                <a:gd name="T19" fmla="*/ 0 h 36"/>
                <a:gd name="T20" fmla="*/ 64 w 64"/>
                <a:gd name="T21" fmla="*/ 36 h 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64" h="36">
                  <a:moveTo>
                    <a:pt x="64" y="0"/>
                  </a:moveTo>
                  <a:cubicBezTo>
                    <a:pt x="60" y="5"/>
                    <a:pt x="60" y="13"/>
                    <a:pt x="56" y="18"/>
                  </a:cubicBezTo>
                  <a:cubicBezTo>
                    <a:pt x="51" y="23"/>
                    <a:pt x="46" y="27"/>
                    <a:pt x="41" y="29"/>
                  </a:cubicBezTo>
                  <a:cubicBezTo>
                    <a:pt x="27" y="36"/>
                    <a:pt x="15" y="36"/>
                    <a:pt x="0" y="36"/>
                  </a:cubicBezTo>
                  <a:cubicBezTo>
                    <a:pt x="13" y="35"/>
                    <a:pt x="30" y="30"/>
                    <a:pt x="42" y="24"/>
                  </a:cubicBezTo>
                  <a:cubicBezTo>
                    <a:pt x="49" y="19"/>
                    <a:pt x="62" y="13"/>
                    <a:pt x="62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4356" name="Freeform 343">
              <a:extLst>
                <a:ext uri="{FF2B5EF4-FFF2-40B4-BE49-F238E27FC236}">
                  <a16:creationId xmlns:a16="http://schemas.microsoft.com/office/drawing/2014/main" id="{F124CE4B-AFF6-4137-918A-9C60BF1AFD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1" y="629"/>
              <a:ext cx="37" cy="77"/>
            </a:xfrm>
            <a:custGeom>
              <a:avLst/>
              <a:gdLst>
                <a:gd name="T0" fmla="*/ 0 w 57"/>
                <a:gd name="T1" fmla="*/ 3 h 120"/>
                <a:gd name="T2" fmla="*/ 2 w 57"/>
                <a:gd name="T3" fmla="*/ 12 h 120"/>
                <a:gd name="T4" fmla="*/ 3 w 57"/>
                <a:gd name="T5" fmla="*/ 19 h 120"/>
                <a:gd name="T6" fmla="*/ 16 w 57"/>
                <a:gd name="T7" fmla="*/ 31 h 120"/>
                <a:gd name="T8" fmla="*/ 8 w 57"/>
                <a:gd name="T9" fmla="*/ 22 h 120"/>
                <a:gd name="T10" fmla="*/ 3 w 57"/>
                <a:gd name="T11" fmla="*/ 13 h 120"/>
                <a:gd name="T12" fmla="*/ 3 w 57"/>
                <a:gd name="T13" fmla="*/ 0 h 120"/>
                <a:gd name="T14" fmla="*/ 1 w 57"/>
                <a:gd name="T15" fmla="*/ 3 h 12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57"/>
                <a:gd name="T25" fmla="*/ 0 h 120"/>
                <a:gd name="T26" fmla="*/ 57 w 57"/>
                <a:gd name="T27" fmla="*/ 120 h 120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57" h="120">
                  <a:moveTo>
                    <a:pt x="0" y="13"/>
                  </a:moveTo>
                  <a:cubicBezTo>
                    <a:pt x="7" y="21"/>
                    <a:pt x="6" y="33"/>
                    <a:pt x="8" y="43"/>
                  </a:cubicBezTo>
                  <a:cubicBezTo>
                    <a:pt x="9" y="52"/>
                    <a:pt x="10" y="61"/>
                    <a:pt x="13" y="70"/>
                  </a:cubicBezTo>
                  <a:cubicBezTo>
                    <a:pt x="19" y="93"/>
                    <a:pt x="40" y="105"/>
                    <a:pt x="57" y="120"/>
                  </a:cubicBezTo>
                  <a:cubicBezTo>
                    <a:pt x="43" y="115"/>
                    <a:pt x="34" y="94"/>
                    <a:pt x="28" y="82"/>
                  </a:cubicBezTo>
                  <a:cubicBezTo>
                    <a:pt x="23" y="73"/>
                    <a:pt x="16" y="63"/>
                    <a:pt x="13" y="52"/>
                  </a:cubicBezTo>
                  <a:cubicBezTo>
                    <a:pt x="9" y="37"/>
                    <a:pt x="8" y="16"/>
                    <a:pt x="12" y="0"/>
                  </a:cubicBezTo>
                  <a:cubicBezTo>
                    <a:pt x="10" y="5"/>
                    <a:pt x="7" y="8"/>
                    <a:pt x="3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4357" name="Freeform 344">
              <a:extLst>
                <a:ext uri="{FF2B5EF4-FFF2-40B4-BE49-F238E27FC236}">
                  <a16:creationId xmlns:a16="http://schemas.microsoft.com/office/drawing/2014/main" id="{5F37E4D8-B2DC-4FAE-94E9-91725D7C98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7" y="439"/>
              <a:ext cx="38" cy="99"/>
            </a:xfrm>
            <a:custGeom>
              <a:avLst/>
              <a:gdLst>
                <a:gd name="T0" fmla="*/ 0 w 59"/>
                <a:gd name="T1" fmla="*/ 0 h 154"/>
                <a:gd name="T2" fmla="*/ 15 w 59"/>
                <a:gd name="T3" fmla="*/ 41 h 154"/>
                <a:gd name="T4" fmla="*/ 0 w 59"/>
                <a:gd name="T5" fmla="*/ 0 h 154"/>
                <a:gd name="T6" fmla="*/ 0 60000 65536"/>
                <a:gd name="T7" fmla="*/ 0 60000 65536"/>
                <a:gd name="T8" fmla="*/ 0 60000 65536"/>
                <a:gd name="T9" fmla="*/ 0 w 59"/>
                <a:gd name="T10" fmla="*/ 0 h 154"/>
                <a:gd name="T11" fmla="*/ 59 w 59"/>
                <a:gd name="T12" fmla="*/ 154 h 15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59" h="154">
                  <a:moveTo>
                    <a:pt x="0" y="0"/>
                  </a:moveTo>
                  <a:cubicBezTo>
                    <a:pt x="0" y="0"/>
                    <a:pt x="52" y="46"/>
                    <a:pt x="59" y="154"/>
                  </a:cubicBezTo>
                  <a:cubicBezTo>
                    <a:pt x="59" y="154"/>
                    <a:pt x="45" y="61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4358" name="Freeform 345">
              <a:extLst>
                <a:ext uri="{FF2B5EF4-FFF2-40B4-BE49-F238E27FC236}">
                  <a16:creationId xmlns:a16="http://schemas.microsoft.com/office/drawing/2014/main" id="{E420D471-DD81-47C8-8427-F85EE2281E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7" y="524"/>
              <a:ext cx="23" cy="14"/>
            </a:xfrm>
            <a:custGeom>
              <a:avLst/>
              <a:gdLst>
                <a:gd name="T0" fmla="*/ 10 w 36"/>
                <a:gd name="T1" fmla="*/ 0 h 22"/>
                <a:gd name="T2" fmla="*/ 0 w 36"/>
                <a:gd name="T3" fmla="*/ 6 h 22"/>
                <a:gd name="T4" fmla="*/ 5 w 36"/>
                <a:gd name="T5" fmla="*/ 3 h 22"/>
                <a:gd name="T6" fmla="*/ 9 w 36"/>
                <a:gd name="T7" fmla="*/ 0 h 22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36"/>
                <a:gd name="T13" fmla="*/ 0 h 22"/>
                <a:gd name="T14" fmla="*/ 36 w 36"/>
                <a:gd name="T15" fmla="*/ 22 h 22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36" h="22">
                  <a:moveTo>
                    <a:pt x="36" y="0"/>
                  </a:moveTo>
                  <a:cubicBezTo>
                    <a:pt x="25" y="0"/>
                    <a:pt x="3" y="9"/>
                    <a:pt x="0" y="22"/>
                  </a:cubicBezTo>
                  <a:cubicBezTo>
                    <a:pt x="5" y="21"/>
                    <a:pt x="13" y="14"/>
                    <a:pt x="18" y="11"/>
                  </a:cubicBezTo>
                  <a:cubicBezTo>
                    <a:pt x="22" y="8"/>
                    <a:pt x="30" y="0"/>
                    <a:pt x="3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4359" name="Freeform 346">
              <a:extLst>
                <a:ext uri="{FF2B5EF4-FFF2-40B4-BE49-F238E27FC236}">
                  <a16:creationId xmlns:a16="http://schemas.microsoft.com/office/drawing/2014/main" id="{89541C27-DE26-43F5-829E-BED28E60453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3" y="767"/>
              <a:ext cx="74" cy="102"/>
            </a:xfrm>
            <a:custGeom>
              <a:avLst/>
              <a:gdLst>
                <a:gd name="T0" fmla="*/ 0 w 116"/>
                <a:gd name="T1" fmla="*/ 3 h 159"/>
                <a:gd name="T2" fmla="*/ 29 w 116"/>
                <a:gd name="T3" fmla="*/ 42 h 159"/>
                <a:gd name="T4" fmla="*/ 0 w 116"/>
                <a:gd name="T5" fmla="*/ 3 h 159"/>
                <a:gd name="T6" fmla="*/ 0 60000 65536"/>
                <a:gd name="T7" fmla="*/ 0 60000 65536"/>
                <a:gd name="T8" fmla="*/ 0 60000 65536"/>
                <a:gd name="T9" fmla="*/ 0 w 116"/>
                <a:gd name="T10" fmla="*/ 0 h 159"/>
                <a:gd name="T11" fmla="*/ 116 w 116"/>
                <a:gd name="T12" fmla="*/ 159 h 159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16" h="159">
                  <a:moveTo>
                    <a:pt x="0" y="10"/>
                  </a:moveTo>
                  <a:cubicBezTo>
                    <a:pt x="0" y="10"/>
                    <a:pt x="115" y="0"/>
                    <a:pt x="111" y="159"/>
                  </a:cubicBezTo>
                  <a:cubicBezTo>
                    <a:pt x="111" y="159"/>
                    <a:pt x="116" y="27"/>
                    <a:pt x="0" y="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4360" name="Freeform 347">
              <a:extLst>
                <a:ext uri="{FF2B5EF4-FFF2-40B4-BE49-F238E27FC236}">
                  <a16:creationId xmlns:a16="http://schemas.microsoft.com/office/drawing/2014/main" id="{677FB9FB-D181-4F21-9FA4-90D74C0FE5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9" y="907"/>
              <a:ext cx="19" cy="128"/>
            </a:xfrm>
            <a:custGeom>
              <a:avLst/>
              <a:gdLst>
                <a:gd name="T0" fmla="*/ 8 w 30"/>
                <a:gd name="T1" fmla="*/ 2 h 200"/>
                <a:gd name="T2" fmla="*/ 5 w 30"/>
                <a:gd name="T3" fmla="*/ 6 h 200"/>
                <a:gd name="T4" fmla="*/ 4 w 30"/>
                <a:gd name="T5" fmla="*/ 12 h 200"/>
                <a:gd name="T6" fmla="*/ 3 w 30"/>
                <a:gd name="T7" fmla="*/ 22 h 200"/>
                <a:gd name="T8" fmla="*/ 1 w 30"/>
                <a:gd name="T9" fmla="*/ 35 h 200"/>
                <a:gd name="T10" fmla="*/ 1 w 30"/>
                <a:gd name="T11" fmla="*/ 52 h 200"/>
                <a:gd name="T12" fmla="*/ 1 w 30"/>
                <a:gd name="T13" fmla="*/ 47 h 200"/>
                <a:gd name="T14" fmla="*/ 1 w 30"/>
                <a:gd name="T15" fmla="*/ 35 h 200"/>
                <a:gd name="T16" fmla="*/ 1 w 30"/>
                <a:gd name="T17" fmla="*/ 18 h 200"/>
                <a:gd name="T18" fmla="*/ 3 w 30"/>
                <a:gd name="T19" fmla="*/ 6 h 200"/>
                <a:gd name="T20" fmla="*/ 6 w 30"/>
                <a:gd name="T21" fmla="*/ 0 h 20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30"/>
                <a:gd name="T34" fmla="*/ 0 h 200"/>
                <a:gd name="T35" fmla="*/ 30 w 30"/>
                <a:gd name="T36" fmla="*/ 200 h 200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30" h="200">
                  <a:moveTo>
                    <a:pt x="30" y="8"/>
                  </a:moveTo>
                  <a:cubicBezTo>
                    <a:pt x="27" y="13"/>
                    <a:pt x="23" y="16"/>
                    <a:pt x="21" y="22"/>
                  </a:cubicBezTo>
                  <a:cubicBezTo>
                    <a:pt x="18" y="29"/>
                    <a:pt x="18" y="36"/>
                    <a:pt x="16" y="44"/>
                  </a:cubicBezTo>
                  <a:cubicBezTo>
                    <a:pt x="15" y="57"/>
                    <a:pt x="13" y="70"/>
                    <a:pt x="11" y="83"/>
                  </a:cubicBezTo>
                  <a:cubicBezTo>
                    <a:pt x="8" y="101"/>
                    <a:pt x="6" y="118"/>
                    <a:pt x="5" y="135"/>
                  </a:cubicBezTo>
                  <a:cubicBezTo>
                    <a:pt x="3" y="157"/>
                    <a:pt x="5" y="179"/>
                    <a:pt x="4" y="200"/>
                  </a:cubicBezTo>
                  <a:cubicBezTo>
                    <a:pt x="1" y="195"/>
                    <a:pt x="1" y="187"/>
                    <a:pt x="1" y="181"/>
                  </a:cubicBezTo>
                  <a:cubicBezTo>
                    <a:pt x="0" y="164"/>
                    <a:pt x="0" y="148"/>
                    <a:pt x="1" y="131"/>
                  </a:cubicBezTo>
                  <a:cubicBezTo>
                    <a:pt x="2" y="110"/>
                    <a:pt x="1" y="89"/>
                    <a:pt x="4" y="68"/>
                  </a:cubicBezTo>
                  <a:cubicBezTo>
                    <a:pt x="5" y="54"/>
                    <a:pt x="5" y="39"/>
                    <a:pt x="9" y="25"/>
                  </a:cubicBezTo>
                  <a:cubicBezTo>
                    <a:pt x="12" y="16"/>
                    <a:pt x="22" y="9"/>
                    <a:pt x="2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4361" name="Freeform 348">
              <a:extLst>
                <a:ext uri="{FF2B5EF4-FFF2-40B4-BE49-F238E27FC236}">
                  <a16:creationId xmlns:a16="http://schemas.microsoft.com/office/drawing/2014/main" id="{CE464759-449F-4BDF-82E6-5F257BD3FA6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0" y="928"/>
              <a:ext cx="170" cy="156"/>
            </a:xfrm>
            <a:custGeom>
              <a:avLst/>
              <a:gdLst>
                <a:gd name="T0" fmla="*/ 0 w 265"/>
                <a:gd name="T1" fmla="*/ 0 h 244"/>
                <a:gd name="T2" fmla="*/ 41 w 265"/>
                <a:gd name="T3" fmla="*/ 33 h 244"/>
                <a:gd name="T4" fmla="*/ 57 w 265"/>
                <a:gd name="T5" fmla="*/ 45 h 244"/>
                <a:gd name="T6" fmla="*/ 69 w 265"/>
                <a:gd name="T7" fmla="*/ 56 h 244"/>
                <a:gd name="T8" fmla="*/ 64 w 265"/>
                <a:gd name="T9" fmla="*/ 64 h 244"/>
                <a:gd name="T10" fmla="*/ 56 w 265"/>
                <a:gd name="T11" fmla="*/ 49 h 244"/>
                <a:gd name="T12" fmla="*/ 37 w 265"/>
                <a:gd name="T13" fmla="*/ 33 h 244"/>
                <a:gd name="T14" fmla="*/ 20 w 265"/>
                <a:gd name="T15" fmla="*/ 19 h 244"/>
                <a:gd name="T16" fmla="*/ 2 w 265"/>
                <a:gd name="T17" fmla="*/ 4 h 24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265"/>
                <a:gd name="T28" fmla="*/ 0 h 244"/>
                <a:gd name="T29" fmla="*/ 265 w 265"/>
                <a:gd name="T30" fmla="*/ 244 h 244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265" h="244">
                  <a:moveTo>
                    <a:pt x="0" y="0"/>
                  </a:moveTo>
                  <a:cubicBezTo>
                    <a:pt x="29" y="60"/>
                    <a:pt x="105" y="90"/>
                    <a:pt x="155" y="128"/>
                  </a:cubicBezTo>
                  <a:cubicBezTo>
                    <a:pt x="175" y="143"/>
                    <a:pt x="195" y="156"/>
                    <a:pt x="216" y="170"/>
                  </a:cubicBezTo>
                  <a:cubicBezTo>
                    <a:pt x="231" y="180"/>
                    <a:pt x="265" y="190"/>
                    <a:pt x="262" y="212"/>
                  </a:cubicBezTo>
                  <a:cubicBezTo>
                    <a:pt x="247" y="205"/>
                    <a:pt x="242" y="232"/>
                    <a:pt x="242" y="244"/>
                  </a:cubicBezTo>
                  <a:cubicBezTo>
                    <a:pt x="225" y="226"/>
                    <a:pt x="238" y="203"/>
                    <a:pt x="214" y="187"/>
                  </a:cubicBezTo>
                  <a:cubicBezTo>
                    <a:pt x="188" y="169"/>
                    <a:pt x="164" y="150"/>
                    <a:pt x="140" y="128"/>
                  </a:cubicBezTo>
                  <a:cubicBezTo>
                    <a:pt x="120" y="109"/>
                    <a:pt x="97" y="91"/>
                    <a:pt x="75" y="74"/>
                  </a:cubicBezTo>
                  <a:cubicBezTo>
                    <a:pt x="50" y="54"/>
                    <a:pt x="21" y="46"/>
                    <a:pt x="8" y="1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4362" name="Freeform 349">
              <a:extLst>
                <a:ext uri="{FF2B5EF4-FFF2-40B4-BE49-F238E27FC236}">
                  <a16:creationId xmlns:a16="http://schemas.microsoft.com/office/drawing/2014/main" id="{C28703A7-47B1-42B3-B663-7F5B536EBA1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4" y="1212"/>
              <a:ext cx="160" cy="314"/>
            </a:xfrm>
            <a:custGeom>
              <a:avLst/>
              <a:gdLst>
                <a:gd name="T0" fmla="*/ 0 w 250"/>
                <a:gd name="T1" fmla="*/ 0 h 490"/>
                <a:gd name="T2" fmla="*/ 41 w 250"/>
                <a:gd name="T3" fmla="*/ 129 h 490"/>
                <a:gd name="T4" fmla="*/ 0 w 250"/>
                <a:gd name="T5" fmla="*/ 0 h 490"/>
                <a:gd name="T6" fmla="*/ 0 60000 65536"/>
                <a:gd name="T7" fmla="*/ 0 60000 65536"/>
                <a:gd name="T8" fmla="*/ 0 60000 65536"/>
                <a:gd name="T9" fmla="*/ 0 w 250"/>
                <a:gd name="T10" fmla="*/ 0 h 490"/>
                <a:gd name="T11" fmla="*/ 250 w 250"/>
                <a:gd name="T12" fmla="*/ 490 h 49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50" h="490">
                  <a:moveTo>
                    <a:pt x="0" y="0"/>
                  </a:moveTo>
                  <a:cubicBezTo>
                    <a:pt x="0" y="0"/>
                    <a:pt x="250" y="196"/>
                    <a:pt x="156" y="490"/>
                  </a:cubicBezTo>
                  <a:cubicBezTo>
                    <a:pt x="156" y="490"/>
                    <a:pt x="242" y="246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4363" name="Freeform 350">
              <a:extLst>
                <a:ext uri="{FF2B5EF4-FFF2-40B4-BE49-F238E27FC236}">
                  <a16:creationId xmlns:a16="http://schemas.microsoft.com/office/drawing/2014/main" id="{3855E9C0-616C-481F-9717-37093A89B0A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7" y="1652"/>
              <a:ext cx="34" cy="85"/>
            </a:xfrm>
            <a:custGeom>
              <a:avLst/>
              <a:gdLst>
                <a:gd name="T0" fmla="*/ 14 w 53"/>
                <a:gd name="T1" fmla="*/ 1 h 134"/>
                <a:gd name="T2" fmla="*/ 11 w 53"/>
                <a:gd name="T3" fmla="*/ 8 h 134"/>
                <a:gd name="T4" fmla="*/ 8 w 53"/>
                <a:gd name="T5" fmla="*/ 16 h 134"/>
                <a:gd name="T6" fmla="*/ 1 w 53"/>
                <a:gd name="T7" fmla="*/ 34 h 134"/>
                <a:gd name="T8" fmla="*/ 5 w 53"/>
                <a:gd name="T9" fmla="*/ 16 h 134"/>
                <a:gd name="T10" fmla="*/ 13 w 53"/>
                <a:gd name="T11" fmla="*/ 0 h 13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53"/>
                <a:gd name="T19" fmla="*/ 0 h 134"/>
                <a:gd name="T20" fmla="*/ 53 w 53"/>
                <a:gd name="T21" fmla="*/ 134 h 134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53" h="134">
                  <a:moveTo>
                    <a:pt x="53" y="1"/>
                  </a:moveTo>
                  <a:cubicBezTo>
                    <a:pt x="50" y="11"/>
                    <a:pt x="43" y="20"/>
                    <a:pt x="40" y="31"/>
                  </a:cubicBezTo>
                  <a:cubicBezTo>
                    <a:pt x="36" y="41"/>
                    <a:pt x="35" y="52"/>
                    <a:pt x="31" y="62"/>
                  </a:cubicBezTo>
                  <a:cubicBezTo>
                    <a:pt x="24" y="86"/>
                    <a:pt x="6" y="110"/>
                    <a:pt x="1" y="134"/>
                  </a:cubicBezTo>
                  <a:cubicBezTo>
                    <a:pt x="0" y="111"/>
                    <a:pt x="12" y="86"/>
                    <a:pt x="20" y="65"/>
                  </a:cubicBezTo>
                  <a:cubicBezTo>
                    <a:pt x="27" y="44"/>
                    <a:pt x="35" y="16"/>
                    <a:pt x="4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4364" name="Freeform 351">
              <a:extLst>
                <a:ext uri="{FF2B5EF4-FFF2-40B4-BE49-F238E27FC236}">
                  <a16:creationId xmlns:a16="http://schemas.microsoft.com/office/drawing/2014/main" id="{BF283E01-0CA8-4A11-86F9-696960EE660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6" y="2003"/>
              <a:ext cx="70" cy="330"/>
            </a:xfrm>
            <a:custGeom>
              <a:avLst/>
              <a:gdLst>
                <a:gd name="T0" fmla="*/ 29 w 110"/>
                <a:gd name="T1" fmla="*/ 0 h 516"/>
                <a:gd name="T2" fmla="*/ 16 w 110"/>
                <a:gd name="T3" fmla="*/ 56 h 516"/>
                <a:gd name="T4" fmla="*/ 5 w 110"/>
                <a:gd name="T5" fmla="*/ 100 h 516"/>
                <a:gd name="T6" fmla="*/ 4 w 110"/>
                <a:gd name="T7" fmla="*/ 114 h 516"/>
                <a:gd name="T8" fmla="*/ 2 w 110"/>
                <a:gd name="T9" fmla="*/ 126 h 516"/>
                <a:gd name="T10" fmla="*/ 2 w 110"/>
                <a:gd name="T11" fmla="*/ 113 h 516"/>
                <a:gd name="T12" fmla="*/ 3 w 110"/>
                <a:gd name="T13" fmla="*/ 83 h 516"/>
                <a:gd name="T14" fmla="*/ 16 w 110"/>
                <a:gd name="T15" fmla="*/ 48 h 516"/>
                <a:gd name="T16" fmla="*/ 29 w 110"/>
                <a:gd name="T17" fmla="*/ 0 h 51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10"/>
                <a:gd name="T28" fmla="*/ 0 h 516"/>
                <a:gd name="T29" fmla="*/ 110 w 110"/>
                <a:gd name="T30" fmla="*/ 516 h 51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10" h="516">
                  <a:moveTo>
                    <a:pt x="110" y="0"/>
                  </a:moveTo>
                  <a:cubicBezTo>
                    <a:pt x="110" y="0"/>
                    <a:pt x="91" y="135"/>
                    <a:pt x="62" y="216"/>
                  </a:cubicBezTo>
                  <a:cubicBezTo>
                    <a:pt x="32" y="297"/>
                    <a:pt x="19" y="357"/>
                    <a:pt x="20" y="384"/>
                  </a:cubicBezTo>
                  <a:cubicBezTo>
                    <a:pt x="22" y="411"/>
                    <a:pt x="19" y="425"/>
                    <a:pt x="15" y="437"/>
                  </a:cubicBezTo>
                  <a:cubicBezTo>
                    <a:pt x="11" y="449"/>
                    <a:pt x="16" y="447"/>
                    <a:pt x="8" y="481"/>
                  </a:cubicBezTo>
                  <a:cubicBezTo>
                    <a:pt x="0" y="516"/>
                    <a:pt x="7" y="456"/>
                    <a:pt x="7" y="433"/>
                  </a:cubicBezTo>
                  <a:cubicBezTo>
                    <a:pt x="7" y="411"/>
                    <a:pt x="6" y="339"/>
                    <a:pt x="11" y="317"/>
                  </a:cubicBezTo>
                  <a:cubicBezTo>
                    <a:pt x="16" y="296"/>
                    <a:pt x="55" y="208"/>
                    <a:pt x="62" y="184"/>
                  </a:cubicBezTo>
                  <a:cubicBezTo>
                    <a:pt x="68" y="160"/>
                    <a:pt x="110" y="0"/>
                    <a:pt x="11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4365" name="Freeform 352">
              <a:extLst>
                <a:ext uri="{FF2B5EF4-FFF2-40B4-BE49-F238E27FC236}">
                  <a16:creationId xmlns:a16="http://schemas.microsoft.com/office/drawing/2014/main" id="{017A8101-3EC4-4216-A2A4-152BCE49B6E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6" y="2670"/>
              <a:ext cx="68" cy="247"/>
            </a:xfrm>
            <a:custGeom>
              <a:avLst/>
              <a:gdLst>
                <a:gd name="T0" fmla="*/ 10 w 107"/>
                <a:gd name="T1" fmla="*/ 0 h 386"/>
                <a:gd name="T2" fmla="*/ 4 w 107"/>
                <a:gd name="T3" fmla="*/ 61 h 386"/>
                <a:gd name="T4" fmla="*/ 27 w 107"/>
                <a:gd name="T5" fmla="*/ 101 h 386"/>
                <a:gd name="T6" fmla="*/ 2 w 107"/>
                <a:gd name="T7" fmla="*/ 70 h 386"/>
                <a:gd name="T8" fmla="*/ 10 w 107"/>
                <a:gd name="T9" fmla="*/ 0 h 3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07"/>
                <a:gd name="T16" fmla="*/ 0 h 386"/>
                <a:gd name="T17" fmla="*/ 107 w 107"/>
                <a:gd name="T18" fmla="*/ 386 h 38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07" h="386">
                  <a:moveTo>
                    <a:pt x="40" y="0"/>
                  </a:moveTo>
                  <a:cubicBezTo>
                    <a:pt x="40" y="0"/>
                    <a:pt x="0" y="140"/>
                    <a:pt x="14" y="232"/>
                  </a:cubicBezTo>
                  <a:cubicBezTo>
                    <a:pt x="27" y="324"/>
                    <a:pt x="66" y="362"/>
                    <a:pt x="107" y="386"/>
                  </a:cubicBezTo>
                  <a:cubicBezTo>
                    <a:pt x="107" y="386"/>
                    <a:pt x="14" y="336"/>
                    <a:pt x="7" y="268"/>
                  </a:cubicBezTo>
                  <a:cubicBezTo>
                    <a:pt x="0" y="200"/>
                    <a:pt x="2" y="68"/>
                    <a:pt x="4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4366" name="Freeform 353">
              <a:extLst>
                <a:ext uri="{FF2B5EF4-FFF2-40B4-BE49-F238E27FC236}">
                  <a16:creationId xmlns:a16="http://schemas.microsoft.com/office/drawing/2014/main" id="{27117EF8-D5A3-4117-BCC1-04E301745AE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2" y="2868"/>
              <a:ext cx="112" cy="49"/>
            </a:xfrm>
            <a:custGeom>
              <a:avLst/>
              <a:gdLst>
                <a:gd name="T0" fmla="*/ 46 w 174"/>
                <a:gd name="T1" fmla="*/ 20 h 77"/>
                <a:gd name="T2" fmla="*/ 35 w 174"/>
                <a:gd name="T3" fmla="*/ 16 h 77"/>
                <a:gd name="T4" fmla="*/ 32 w 174"/>
                <a:gd name="T5" fmla="*/ 13 h 77"/>
                <a:gd name="T6" fmla="*/ 25 w 174"/>
                <a:gd name="T7" fmla="*/ 12 h 77"/>
                <a:gd name="T8" fmla="*/ 0 w 174"/>
                <a:gd name="T9" fmla="*/ 0 h 77"/>
                <a:gd name="T10" fmla="*/ 17 w 174"/>
                <a:gd name="T11" fmla="*/ 11 h 77"/>
                <a:gd name="T12" fmla="*/ 28 w 174"/>
                <a:gd name="T13" fmla="*/ 15 h 77"/>
                <a:gd name="T14" fmla="*/ 36 w 174"/>
                <a:gd name="T15" fmla="*/ 18 h 77"/>
                <a:gd name="T16" fmla="*/ 46 w 174"/>
                <a:gd name="T17" fmla="*/ 20 h 7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74"/>
                <a:gd name="T28" fmla="*/ 0 h 77"/>
                <a:gd name="T29" fmla="*/ 174 w 174"/>
                <a:gd name="T30" fmla="*/ 77 h 77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74" h="77">
                  <a:moveTo>
                    <a:pt x="174" y="77"/>
                  </a:moveTo>
                  <a:cubicBezTo>
                    <a:pt x="162" y="70"/>
                    <a:pt x="139" y="76"/>
                    <a:pt x="131" y="62"/>
                  </a:cubicBezTo>
                  <a:cubicBezTo>
                    <a:pt x="126" y="52"/>
                    <a:pt x="132" y="53"/>
                    <a:pt x="118" y="52"/>
                  </a:cubicBezTo>
                  <a:cubicBezTo>
                    <a:pt x="110" y="51"/>
                    <a:pt x="102" y="49"/>
                    <a:pt x="94" y="47"/>
                  </a:cubicBezTo>
                  <a:cubicBezTo>
                    <a:pt x="59" y="38"/>
                    <a:pt x="32" y="16"/>
                    <a:pt x="0" y="0"/>
                  </a:cubicBezTo>
                  <a:cubicBezTo>
                    <a:pt x="23" y="11"/>
                    <a:pt x="42" y="31"/>
                    <a:pt x="66" y="41"/>
                  </a:cubicBezTo>
                  <a:cubicBezTo>
                    <a:pt x="80" y="47"/>
                    <a:pt x="94" y="51"/>
                    <a:pt x="107" y="56"/>
                  </a:cubicBezTo>
                  <a:cubicBezTo>
                    <a:pt x="118" y="60"/>
                    <a:pt x="124" y="67"/>
                    <a:pt x="135" y="70"/>
                  </a:cubicBezTo>
                  <a:cubicBezTo>
                    <a:pt x="148" y="73"/>
                    <a:pt x="161" y="74"/>
                    <a:pt x="173" y="7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4367" name="Freeform 354">
              <a:extLst>
                <a:ext uri="{FF2B5EF4-FFF2-40B4-BE49-F238E27FC236}">
                  <a16:creationId xmlns:a16="http://schemas.microsoft.com/office/drawing/2014/main" id="{CDAA6556-0DCA-4580-BF6A-2E31B4E7E1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5" y="2924"/>
              <a:ext cx="112" cy="63"/>
            </a:xfrm>
            <a:custGeom>
              <a:avLst/>
              <a:gdLst>
                <a:gd name="T0" fmla="*/ 1 w 174"/>
                <a:gd name="T1" fmla="*/ 0 h 98"/>
                <a:gd name="T2" fmla="*/ 5 w 174"/>
                <a:gd name="T3" fmla="*/ 4 h 98"/>
                <a:gd name="T4" fmla="*/ 9 w 174"/>
                <a:gd name="T5" fmla="*/ 7 h 98"/>
                <a:gd name="T6" fmla="*/ 19 w 174"/>
                <a:gd name="T7" fmla="*/ 14 h 98"/>
                <a:gd name="T8" fmla="*/ 31 w 174"/>
                <a:gd name="T9" fmla="*/ 19 h 98"/>
                <a:gd name="T10" fmla="*/ 38 w 174"/>
                <a:gd name="T11" fmla="*/ 21 h 98"/>
                <a:gd name="T12" fmla="*/ 46 w 174"/>
                <a:gd name="T13" fmla="*/ 26 h 98"/>
                <a:gd name="T14" fmla="*/ 39 w 174"/>
                <a:gd name="T15" fmla="*/ 24 h 98"/>
                <a:gd name="T16" fmla="*/ 31 w 174"/>
                <a:gd name="T17" fmla="*/ 21 h 98"/>
                <a:gd name="T18" fmla="*/ 17 w 174"/>
                <a:gd name="T19" fmla="*/ 14 h 98"/>
                <a:gd name="T20" fmla="*/ 12 w 174"/>
                <a:gd name="T21" fmla="*/ 10 h 98"/>
                <a:gd name="T22" fmla="*/ 6 w 174"/>
                <a:gd name="T23" fmla="*/ 7 h 98"/>
                <a:gd name="T24" fmla="*/ 0 w 174"/>
                <a:gd name="T25" fmla="*/ 1 h 9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174"/>
                <a:gd name="T40" fmla="*/ 0 h 98"/>
                <a:gd name="T41" fmla="*/ 174 w 174"/>
                <a:gd name="T42" fmla="*/ 98 h 98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174" h="98">
                  <a:moveTo>
                    <a:pt x="1" y="0"/>
                  </a:moveTo>
                  <a:cubicBezTo>
                    <a:pt x="4" y="6"/>
                    <a:pt x="14" y="9"/>
                    <a:pt x="19" y="14"/>
                  </a:cubicBezTo>
                  <a:cubicBezTo>
                    <a:pt x="23" y="18"/>
                    <a:pt x="28" y="22"/>
                    <a:pt x="32" y="26"/>
                  </a:cubicBezTo>
                  <a:cubicBezTo>
                    <a:pt x="44" y="35"/>
                    <a:pt x="59" y="41"/>
                    <a:pt x="72" y="49"/>
                  </a:cubicBezTo>
                  <a:cubicBezTo>
                    <a:pt x="86" y="58"/>
                    <a:pt x="99" y="66"/>
                    <a:pt x="115" y="72"/>
                  </a:cubicBezTo>
                  <a:cubicBezTo>
                    <a:pt x="124" y="76"/>
                    <a:pt x="133" y="78"/>
                    <a:pt x="143" y="81"/>
                  </a:cubicBezTo>
                  <a:cubicBezTo>
                    <a:pt x="152" y="85"/>
                    <a:pt x="168" y="90"/>
                    <a:pt x="174" y="98"/>
                  </a:cubicBezTo>
                  <a:cubicBezTo>
                    <a:pt x="165" y="94"/>
                    <a:pt x="155" y="91"/>
                    <a:pt x="145" y="88"/>
                  </a:cubicBezTo>
                  <a:cubicBezTo>
                    <a:pt x="135" y="85"/>
                    <a:pt x="125" y="80"/>
                    <a:pt x="115" y="77"/>
                  </a:cubicBezTo>
                  <a:cubicBezTo>
                    <a:pt x="95" y="73"/>
                    <a:pt x="81" y="65"/>
                    <a:pt x="65" y="52"/>
                  </a:cubicBezTo>
                  <a:cubicBezTo>
                    <a:pt x="58" y="48"/>
                    <a:pt x="52" y="43"/>
                    <a:pt x="46" y="38"/>
                  </a:cubicBezTo>
                  <a:cubicBezTo>
                    <a:pt x="40" y="33"/>
                    <a:pt x="32" y="32"/>
                    <a:pt x="25" y="27"/>
                  </a:cubicBezTo>
                  <a:cubicBezTo>
                    <a:pt x="15" y="19"/>
                    <a:pt x="9" y="8"/>
                    <a:pt x="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4368" name="Freeform 355">
              <a:extLst>
                <a:ext uri="{FF2B5EF4-FFF2-40B4-BE49-F238E27FC236}">
                  <a16:creationId xmlns:a16="http://schemas.microsoft.com/office/drawing/2014/main" id="{9DE1F210-B22E-4AAE-9D82-1B84988C805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4" y="2835"/>
              <a:ext cx="23" cy="98"/>
            </a:xfrm>
            <a:custGeom>
              <a:avLst/>
              <a:gdLst>
                <a:gd name="T0" fmla="*/ 1 w 35"/>
                <a:gd name="T1" fmla="*/ 1 h 153"/>
                <a:gd name="T2" fmla="*/ 4 w 35"/>
                <a:gd name="T3" fmla="*/ 22 h 153"/>
                <a:gd name="T4" fmla="*/ 10 w 35"/>
                <a:gd name="T5" fmla="*/ 40 h 153"/>
                <a:gd name="T6" fmla="*/ 6 w 35"/>
                <a:gd name="T7" fmla="*/ 26 h 153"/>
                <a:gd name="T8" fmla="*/ 2 w 35"/>
                <a:gd name="T9" fmla="*/ 0 h 1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"/>
                <a:gd name="T16" fmla="*/ 0 h 153"/>
                <a:gd name="T17" fmla="*/ 35 w 35"/>
                <a:gd name="T18" fmla="*/ 153 h 15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" h="153">
                  <a:moveTo>
                    <a:pt x="4" y="4"/>
                  </a:moveTo>
                  <a:cubicBezTo>
                    <a:pt x="8" y="32"/>
                    <a:pt x="19" y="56"/>
                    <a:pt x="14" y="86"/>
                  </a:cubicBezTo>
                  <a:cubicBezTo>
                    <a:pt x="11" y="106"/>
                    <a:pt x="0" y="152"/>
                    <a:pt x="35" y="153"/>
                  </a:cubicBezTo>
                  <a:cubicBezTo>
                    <a:pt x="12" y="140"/>
                    <a:pt x="18" y="122"/>
                    <a:pt x="22" y="100"/>
                  </a:cubicBezTo>
                  <a:cubicBezTo>
                    <a:pt x="28" y="64"/>
                    <a:pt x="7" y="34"/>
                    <a:pt x="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4369" name="Freeform 356">
              <a:extLst>
                <a:ext uri="{FF2B5EF4-FFF2-40B4-BE49-F238E27FC236}">
                  <a16:creationId xmlns:a16="http://schemas.microsoft.com/office/drawing/2014/main" id="{FFF2D92F-7F22-4948-A84B-61BAE906400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8" y="2846"/>
              <a:ext cx="19" cy="75"/>
            </a:xfrm>
            <a:custGeom>
              <a:avLst/>
              <a:gdLst>
                <a:gd name="T0" fmla="*/ 3 w 29"/>
                <a:gd name="T1" fmla="*/ 0 h 116"/>
                <a:gd name="T2" fmla="*/ 7 w 29"/>
                <a:gd name="T3" fmla="*/ 15 h 116"/>
                <a:gd name="T4" fmla="*/ 7 w 29"/>
                <a:gd name="T5" fmla="*/ 31 h 116"/>
                <a:gd name="T6" fmla="*/ 5 w 29"/>
                <a:gd name="T7" fmla="*/ 24 h 116"/>
                <a:gd name="T8" fmla="*/ 1 w 29"/>
                <a:gd name="T9" fmla="*/ 23 h 116"/>
                <a:gd name="T10" fmla="*/ 2 w 29"/>
                <a:gd name="T11" fmla="*/ 6 h 1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9"/>
                <a:gd name="T19" fmla="*/ 0 h 116"/>
                <a:gd name="T20" fmla="*/ 29 w 29"/>
                <a:gd name="T21" fmla="*/ 116 h 11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9" h="116">
                  <a:moveTo>
                    <a:pt x="11" y="0"/>
                  </a:moveTo>
                  <a:cubicBezTo>
                    <a:pt x="24" y="2"/>
                    <a:pt x="25" y="43"/>
                    <a:pt x="26" y="54"/>
                  </a:cubicBezTo>
                  <a:cubicBezTo>
                    <a:pt x="26" y="71"/>
                    <a:pt x="29" y="100"/>
                    <a:pt x="24" y="116"/>
                  </a:cubicBezTo>
                  <a:cubicBezTo>
                    <a:pt x="19" y="106"/>
                    <a:pt x="17" y="99"/>
                    <a:pt x="16" y="88"/>
                  </a:cubicBezTo>
                  <a:cubicBezTo>
                    <a:pt x="15" y="71"/>
                    <a:pt x="11" y="74"/>
                    <a:pt x="2" y="86"/>
                  </a:cubicBezTo>
                  <a:cubicBezTo>
                    <a:pt x="0" y="64"/>
                    <a:pt x="7" y="43"/>
                    <a:pt x="7" y="21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4370" name="Freeform 357">
              <a:extLst>
                <a:ext uri="{FF2B5EF4-FFF2-40B4-BE49-F238E27FC236}">
                  <a16:creationId xmlns:a16="http://schemas.microsoft.com/office/drawing/2014/main" id="{97E092D7-329F-4408-B5B9-AB8A5E9A83B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5" y="759"/>
              <a:ext cx="651" cy="1577"/>
            </a:xfrm>
            <a:custGeom>
              <a:avLst/>
              <a:gdLst>
                <a:gd name="T0" fmla="*/ 208 w 1015"/>
                <a:gd name="T1" fmla="*/ 177 h 2465"/>
                <a:gd name="T2" fmla="*/ 231 w 1015"/>
                <a:gd name="T3" fmla="*/ 122 h 2465"/>
                <a:gd name="T4" fmla="*/ 175 w 1015"/>
                <a:gd name="T5" fmla="*/ 83 h 2465"/>
                <a:gd name="T6" fmla="*/ 115 w 1015"/>
                <a:gd name="T7" fmla="*/ 31 h 2465"/>
                <a:gd name="T8" fmla="*/ 76 w 1015"/>
                <a:gd name="T9" fmla="*/ 1 h 2465"/>
                <a:gd name="T10" fmla="*/ 54 w 1015"/>
                <a:gd name="T11" fmla="*/ 10 h 2465"/>
                <a:gd name="T12" fmla="*/ 28 w 1015"/>
                <a:gd name="T13" fmla="*/ 109 h 2465"/>
                <a:gd name="T14" fmla="*/ 38 w 1015"/>
                <a:gd name="T15" fmla="*/ 132 h 2465"/>
                <a:gd name="T16" fmla="*/ 38 w 1015"/>
                <a:gd name="T17" fmla="*/ 127 h 2465"/>
                <a:gd name="T18" fmla="*/ 30 w 1015"/>
                <a:gd name="T19" fmla="*/ 74 h 2465"/>
                <a:gd name="T20" fmla="*/ 31 w 1015"/>
                <a:gd name="T21" fmla="*/ 59 h 2465"/>
                <a:gd name="T22" fmla="*/ 40 w 1015"/>
                <a:gd name="T23" fmla="*/ 30 h 2465"/>
                <a:gd name="T24" fmla="*/ 74 w 1015"/>
                <a:gd name="T25" fmla="*/ 4 h 2465"/>
                <a:gd name="T26" fmla="*/ 122 w 1015"/>
                <a:gd name="T27" fmla="*/ 56 h 2465"/>
                <a:gd name="T28" fmla="*/ 108 w 1015"/>
                <a:gd name="T29" fmla="*/ 115 h 2465"/>
                <a:gd name="T30" fmla="*/ 107 w 1015"/>
                <a:gd name="T31" fmla="*/ 120 h 2465"/>
                <a:gd name="T32" fmla="*/ 103 w 1015"/>
                <a:gd name="T33" fmla="*/ 188 h 2465"/>
                <a:gd name="T34" fmla="*/ 105 w 1015"/>
                <a:gd name="T35" fmla="*/ 213 h 2465"/>
                <a:gd name="T36" fmla="*/ 120 w 1015"/>
                <a:gd name="T37" fmla="*/ 294 h 2465"/>
                <a:gd name="T38" fmla="*/ 133 w 1015"/>
                <a:gd name="T39" fmla="*/ 363 h 2465"/>
                <a:gd name="T40" fmla="*/ 148 w 1015"/>
                <a:gd name="T41" fmla="*/ 404 h 2465"/>
                <a:gd name="T42" fmla="*/ 152 w 1015"/>
                <a:gd name="T43" fmla="*/ 439 h 2465"/>
                <a:gd name="T44" fmla="*/ 151 w 1015"/>
                <a:gd name="T45" fmla="*/ 453 h 2465"/>
                <a:gd name="T46" fmla="*/ 144 w 1015"/>
                <a:gd name="T47" fmla="*/ 473 h 2465"/>
                <a:gd name="T48" fmla="*/ 140 w 1015"/>
                <a:gd name="T49" fmla="*/ 479 h 2465"/>
                <a:gd name="T50" fmla="*/ 130 w 1015"/>
                <a:gd name="T51" fmla="*/ 486 h 2465"/>
                <a:gd name="T52" fmla="*/ 124 w 1015"/>
                <a:gd name="T53" fmla="*/ 487 h 2465"/>
                <a:gd name="T54" fmla="*/ 114 w 1015"/>
                <a:gd name="T55" fmla="*/ 484 h 2465"/>
                <a:gd name="T56" fmla="*/ 107 w 1015"/>
                <a:gd name="T57" fmla="*/ 484 h 2465"/>
                <a:gd name="T58" fmla="*/ 100 w 1015"/>
                <a:gd name="T59" fmla="*/ 482 h 2465"/>
                <a:gd name="T60" fmla="*/ 97 w 1015"/>
                <a:gd name="T61" fmla="*/ 478 h 2465"/>
                <a:gd name="T62" fmla="*/ 92 w 1015"/>
                <a:gd name="T63" fmla="*/ 475 h 2465"/>
                <a:gd name="T64" fmla="*/ 87 w 1015"/>
                <a:gd name="T65" fmla="*/ 471 h 2465"/>
                <a:gd name="T66" fmla="*/ 83 w 1015"/>
                <a:gd name="T67" fmla="*/ 469 h 2465"/>
                <a:gd name="T68" fmla="*/ 83 w 1015"/>
                <a:gd name="T69" fmla="*/ 464 h 2465"/>
                <a:gd name="T70" fmla="*/ 87 w 1015"/>
                <a:gd name="T71" fmla="*/ 461 h 2465"/>
                <a:gd name="T72" fmla="*/ 90 w 1015"/>
                <a:gd name="T73" fmla="*/ 459 h 2465"/>
                <a:gd name="T74" fmla="*/ 94 w 1015"/>
                <a:gd name="T75" fmla="*/ 456 h 2465"/>
                <a:gd name="T76" fmla="*/ 96 w 1015"/>
                <a:gd name="T77" fmla="*/ 445 h 2465"/>
                <a:gd name="T78" fmla="*/ 98 w 1015"/>
                <a:gd name="T79" fmla="*/ 437 h 2465"/>
                <a:gd name="T80" fmla="*/ 99 w 1015"/>
                <a:gd name="T81" fmla="*/ 426 h 2465"/>
                <a:gd name="T82" fmla="*/ 100 w 1015"/>
                <a:gd name="T83" fmla="*/ 406 h 2465"/>
                <a:gd name="T84" fmla="*/ 103 w 1015"/>
                <a:gd name="T85" fmla="*/ 395 h 2465"/>
                <a:gd name="T86" fmla="*/ 103 w 1015"/>
                <a:gd name="T87" fmla="*/ 387 h 2465"/>
                <a:gd name="T88" fmla="*/ 85 w 1015"/>
                <a:gd name="T89" fmla="*/ 337 h 2465"/>
                <a:gd name="T90" fmla="*/ 62 w 1015"/>
                <a:gd name="T91" fmla="*/ 285 h 2465"/>
                <a:gd name="T92" fmla="*/ 62 w 1015"/>
                <a:gd name="T93" fmla="*/ 286 h 2465"/>
                <a:gd name="T94" fmla="*/ 60 w 1015"/>
                <a:gd name="T95" fmla="*/ 281 h 2465"/>
                <a:gd name="T96" fmla="*/ 18 w 1015"/>
                <a:gd name="T97" fmla="*/ 339 h 2465"/>
                <a:gd name="T98" fmla="*/ 30 w 1015"/>
                <a:gd name="T99" fmla="*/ 449 h 2465"/>
                <a:gd name="T100" fmla="*/ 23 w 1015"/>
                <a:gd name="T101" fmla="*/ 598 h 2465"/>
                <a:gd name="T102" fmla="*/ 176 w 1015"/>
                <a:gd name="T103" fmla="*/ 601 h 2465"/>
                <a:gd name="T104" fmla="*/ 207 w 1015"/>
                <a:gd name="T105" fmla="*/ 467 h 2465"/>
                <a:gd name="T106" fmla="*/ 263 w 1015"/>
                <a:gd name="T107" fmla="*/ 287 h 2465"/>
                <a:gd name="T108" fmla="*/ 208 w 1015"/>
                <a:gd name="T109" fmla="*/ 177 h 2465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w 1015"/>
                <a:gd name="T166" fmla="*/ 0 h 2465"/>
                <a:gd name="T167" fmla="*/ 1015 w 1015"/>
                <a:gd name="T168" fmla="*/ 2465 h 2465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T165" t="T166" r="T167" b="T168"/>
              <a:pathLst>
                <a:path w="1015" h="2465">
                  <a:moveTo>
                    <a:pt x="790" y="675"/>
                  </a:moveTo>
                  <a:cubicBezTo>
                    <a:pt x="930" y="631"/>
                    <a:pt x="877" y="466"/>
                    <a:pt x="877" y="466"/>
                  </a:cubicBezTo>
                  <a:cubicBezTo>
                    <a:pt x="877" y="466"/>
                    <a:pt x="732" y="359"/>
                    <a:pt x="663" y="317"/>
                  </a:cubicBezTo>
                  <a:cubicBezTo>
                    <a:pt x="593" y="276"/>
                    <a:pt x="498" y="214"/>
                    <a:pt x="436" y="118"/>
                  </a:cubicBezTo>
                  <a:cubicBezTo>
                    <a:pt x="375" y="22"/>
                    <a:pt x="328" y="8"/>
                    <a:pt x="287" y="4"/>
                  </a:cubicBezTo>
                  <a:cubicBezTo>
                    <a:pt x="245" y="0"/>
                    <a:pt x="205" y="39"/>
                    <a:pt x="205" y="39"/>
                  </a:cubicBezTo>
                  <a:cubicBezTo>
                    <a:pt x="59" y="153"/>
                    <a:pt x="95" y="357"/>
                    <a:pt x="105" y="419"/>
                  </a:cubicBezTo>
                  <a:cubicBezTo>
                    <a:pt x="111" y="454"/>
                    <a:pt x="130" y="486"/>
                    <a:pt x="145" y="507"/>
                  </a:cubicBezTo>
                  <a:cubicBezTo>
                    <a:pt x="145" y="496"/>
                    <a:pt x="144" y="489"/>
                    <a:pt x="144" y="486"/>
                  </a:cubicBezTo>
                  <a:cubicBezTo>
                    <a:pt x="144" y="486"/>
                    <a:pt x="103" y="404"/>
                    <a:pt x="112" y="281"/>
                  </a:cubicBezTo>
                  <a:cubicBezTo>
                    <a:pt x="114" y="260"/>
                    <a:pt x="116" y="242"/>
                    <a:pt x="118" y="227"/>
                  </a:cubicBezTo>
                  <a:cubicBezTo>
                    <a:pt x="120" y="186"/>
                    <a:pt x="128" y="148"/>
                    <a:pt x="149" y="114"/>
                  </a:cubicBezTo>
                  <a:cubicBezTo>
                    <a:pt x="149" y="114"/>
                    <a:pt x="199" y="18"/>
                    <a:pt x="279" y="15"/>
                  </a:cubicBezTo>
                  <a:cubicBezTo>
                    <a:pt x="358" y="12"/>
                    <a:pt x="430" y="122"/>
                    <a:pt x="461" y="212"/>
                  </a:cubicBezTo>
                  <a:cubicBezTo>
                    <a:pt x="487" y="287"/>
                    <a:pt x="468" y="396"/>
                    <a:pt x="408" y="440"/>
                  </a:cubicBezTo>
                  <a:cubicBezTo>
                    <a:pt x="408" y="446"/>
                    <a:pt x="407" y="451"/>
                    <a:pt x="407" y="456"/>
                  </a:cubicBezTo>
                  <a:cubicBezTo>
                    <a:pt x="403" y="497"/>
                    <a:pt x="397" y="676"/>
                    <a:pt x="388" y="719"/>
                  </a:cubicBezTo>
                  <a:cubicBezTo>
                    <a:pt x="379" y="761"/>
                    <a:pt x="388" y="779"/>
                    <a:pt x="399" y="815"/>
                  </a:cubicBezTo>
                  <a:cubicBezTo>
                    <a:pt x="409" y="851"/>
                    <a:pt x="451" y="1069"/>
                    <a:pt x="453" y="1124"/>
                  </a:cubicBezTo>
                  <a:cubicBezTo>
                    <a:pt x="456" y="1179"/>
                    <a:pt x="496" y="1357"/>
                    <a:pt x="507" y="1385"/>
                  </a:cubicBezTo>
                  <a:cubicBezTo>
                    <a:pt x="517" y="1413"/>
                    <a:pt x="550" y="1503"/>
                    <a:pt x="558" y="1542"/>
                  </a:cubicBezTo>
                  <a:cubicBezTo>
                    <a:pt x="566" y="1581"/>
                    <a:pt x="576" y="1657"/>
                    <a:pt x="576" y="1675"/>
                  </a:cubicBezTo>
                  <a:cubicBezTo>
                    <a:pt x="577" y="1694"/>
                    <a:pt x="579" y="1715"/>
                    <a:pt x="570" y="1731"/>
                  </a:cubicBezTo>
                  <a:cubicBezTo>
                    <a:pt x="562" y="1748"/>
                    <a:pt x="547" y="1797"/>
                    <a:pt x="546" y="1805"/>
                  </a:cubicBezTo>
                  <a:cubicBezTo>
                    <a:pt x="545" y="1814"/>
                    <a:pt x="541" y="1824"/>
                    <a:pt x="532" y="1830"/>
                  </a:cubicBezTo>
                  <a:cubicBezTo>
                    <a:pt x="524" y="1836"/>
                    <a:pt x="502" y="1851"/>
                    <a:pt x="495" y="1857"/>
                  </a:cubicBezTo>
                  <a:cubicBezTo>
                    <a:pt x="488" y="1862"/>
                    <a:pt x="480" y="1864"/>
                    <a:pt x="471" y="1862"/>
                  </a:cubicBezTo>
                  <a:cubicBezTo>
                    <a:pt x="462" y="1860"/>
                    <a:pt x="440" y="1857"/>
                    <a:pt x="434" y="1850"/>
                  </a:cubicBezTo>
                  <a:cubicBezTo>
                    <a:pt x="434" y="1850"/>
                    <a:pt x="416" y="1848"/>
                    <a:pt x="406" y="1848"/>
                  </a:cubicBezTo>
                  <a:cubicBezTo>
                    <a:pt x="395" y="1848"/>
                    <a:pt x="387" y="1849"/>
                    <a:pt x="379" y="1842"/>
                  </a:cubicBezTo>
                  <a:cubicBezTo>
                    <a:pt x="372" y="1835"/>
                    <a:pt x="365" y="1828"/>
                    <a:pt x="367" y="1824"/>
                  </a:cubicBezTo>
                  <a:cubicBezTo>
                    <a:pt x="367" y="1824"/>
                    <a:pt x="356" y="1819"/>
                    <a:pt x="350" y="1813"/>
                  </a:cubicBezTo>
                  <a:cubicBezTo>
                    <a:pt x="345" y="1807"/>
                    <a:pt x="331" y="1804"/>
                    <a:pt x="331" y="1797"/>
                  </a:cubicBezTo>
                  <a:cubicBezTo>
                    <a:pt x="331" y="1797"/>
                    <a:pt x="322" y="1799"/>
                    <a:pt x="317" y="1792"/>
                  </a:cubicBezTo>
                  <a:cubicBezTo>
                    <a:pt x="312" y="1785"/>
                    <a:pt x="310" y="1776"/>
                    <a:pt x="314" y="1772"/>
                  </a:cubicBezTo>
                  <a:cubicBezTo>
                    <a:pt x="317" y="1769"/>
                    <a:pt x="324" y="1761"/>
                    <a:pt x="331" y="1759"/>
                  </a:cubicBezTo>
                  <a:cubicBezTo>
                    <a:pt x="338" y="1757"/>
                    <a:pt x="341" y="1755"/>
                    <a:pt x="343" y="1751"/>
                  </a:cubicBezTo>
                  <a:cubicBezTo>
                    <a:pt x="345" y="1748"/>
                    <a:pt x="353" y="1749"/>
                    <a:pt x="355" y="1741"/>
                  </a:cubicBezTo>
                  <a:cubicBezTo>
                    <a:pt x="356" y="1732"/>
                    <a:pt x="362" y="1710"/>
                    <a:pt x="365" y="1699"/>
                  </a:cubicBezTo>
                  <a:cubicBezTo>
                    <a:pt x="367" y="1687"/>
                    <a:pt x="371" y="1678"/>
                    <a:pt x="372" y="1668"/>
                  </a:cubicBezTo>
                  <a:cubicBezTo>
                    <a:pt x="372" y="1659"/>
                    <a:pt x="376" y="1650"/>
                    <a:pt x="375" y="1627"/>
                  </a:cubicBezTo>
                  <a:cubicBezTo>
                    <a:pt x="375" y="1605"/>
                    <a:pt x="377" y="1574"/>
                    <a:pt x="380" y="1552"/>
                  </a:cubicBezTo>
                  <a:cubicBezTo>
                    <a:pt x="384" y="1530"/>
                    <a:pt x="386" y="1522"/>
                    <a:pt x="391" y="1509"/>
                  </a:cubicBezTo>
                  <a:cubicBezTo>
                    <a:pt x="396" y="1496"/>
                    <a:pt x="395" y="1499"/>
                    <a:pt x="392" y="1477"/>
                  </a:cubicBezTo>
                  <a:cubicBezTo>
                    <a:pt x="388" y="1455"/>
                    <a:pt x="347" y="1327"/>
                    <a:pt x="322" y="1285"/>
                  </a:cubicBezTo>
                  <a:cubicBezTo>
                    <a:pt x="297" y="1243"/>
                    <a:pt x="243" y="1121"/>
                    <a:pt x="232" y="1089"/>
                  </a:cubicBezTo>
                  <a:cubicBezTo>
                    <a:pt x="233" y="1091"/>
                    <a:pt x="233" y="1091"/>
                    <a:pt x="233" y="1091"/>
                  </a:cubicBezTo>
                  <a:cubicBezTo>
                    <a:pt x="233" y="1091"/>
                    <a:pt x="231" y="1085"/>
                    <a:pt x="227" y="1075"/>
                  </a:cubicBezTo>
                  <a:cubicBezTo>
                    <a:pt x="163" y="1131"/>
                    <a:pt x="88" y="1232"/>
                    <a:pt x="67" y="1295"/>
                  </a:cubicBezTo>
                  <a:cubicBezTo>
                    <a:pt x="0" y="1496"/>
                    <a:pt x="53" y="1587"/>
                    <a:pt x="111" y="1715"/>
                  </a:cubicBezTo>
                  <a:cubicBezTo>
                    <a:pt x="169" y="1843"/>
                    <a:pt x="87" y="2285"/>
                    <a:pt x="87" y="2285"/>
                  </a:cubicBezTo>
                  <a:cubicBezTo>
                    <a:pt x="459" y="2465"/>
                    <a:pt x="667" y="2297"/>
                    <a:pt x="667" y="2297"/>
                  </a:cubicBezTo>
                  <a:cubicBezTo>
                    <a:pt x="751" y="2081"/>
                    <a:pt x="775" y="1869"/>
                    <a:pt x="785" y="1783"/>
                  </a:cubicBezTo>
                  <a:cubicBezTo>
                    <a:pt x="795" y="1697"/>
                    <a:pt x="979" y="1317"/>
                    <a:pt x="997" y="1095"/>
                  </a:cubicBezTo>
                  <a:cubicBezTo>
                    <a:pt x="1015" y="873"/>
                    <a:pt x="790" y="675"/>
                    <a:pt x="790" y="675"/>
                  </a:cubicBezTo>
                  <a:close/>
                </a:path>
              </a:pathLst>
            </a:custGeom>
            <a:solidFill>
              <a:srgbClr val="1B7B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4371" name="Freeform 358">
              <a:extLst>
                <a:ext uri="{FF2B5EF4-FFF2-40B4-BE49-F238E27FC236}">
                  <a16:creationId xmlns:a16="http://schemas.microsoft.com/office/drawing/2014/main" id="{0242597C-2E3E-4E6A-B994-6B35C9EC99A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65" y="759"/>
              <a:ext cx="280" cy="1517"/>
            </a:xfrm>
            <a:custGeom>
              <a:avLst/>
              <a:gdLst>
                <a:gd name="T0" fmla="*/ 40 w 437"/>
                <a:gd name="T1" fmla="*/ 449 h 2371"/>
                <a:gd name="T2" fmla="*/ 29 w 437"/>
                <a:gd name="T3" fmla="*/ 339 h 2371"/>
                <a:gd name="T4" fmla="*/ 63 w 437"/>
                <a:gd name="T5" fmla="*/ 290 h 2371"/>
                <a:gd name="T6" fmla="*/ 61 w 437"/>
                <a:gd name="T7" fmla="*/ 285 h 2371"/>
                <a:gd name="T8" fmla="*/ 61 w 437"/>
                <a:gd name="T9" fmla="*/ 286 h 2371"/>
                <a:gd name="T10" fmla="*/ 60 w 437"/>
                <a:gd name="T11" fmla="*/ 282 h 2371"/>
                <a:gd name="T12" fmla="*/ 18 w 437"/>
                <a:gd name="T13" fmla="*/ 339 h 2371"/>
                <a:gd name="T14" fmla="*/ 29 w 437"/>
                <a:gd name="T15" fmla="*/ 449 h 2371"/>
                <a:gd name="T16" fmla="*/ 23 w 437"/>
                <a:gd name="T17" fmla="*/ 598 h 2371"/>
                <a:gd name="T18" fmla="*/ 115 w 437"/>
                <a:gd name="T19" fmla="*/ 620 h 2371"/>
                <a:gd name="T20" fmla="*/ 35 w 437"/>
                <a:gd name="T21" fmla="*/ 598 h 2371"/>
                <a:gd name="T22" fmla="*/ 40 w 437"/>
                <a:gd name="T23" fmla="*/ 449 h 2371"/>
                <a:gd name="T24" fmla="*/ 38 w 437"/>
                <a:gd name="T25" fmla="*/ 132 h 2371"/>
                <a:gd name="T26" fmla="*/ 38 w 437"/>
                <a:gd name="T27" fmla="*/ 127 h 2371"/>
                <a:gd name="T28" fmla="*/ 29 w 437"/>
                <a:gd name="T29" fmla="*/ 74 h 2371"/>
                <a:gd name="T30" fmla="*/ 31 w 437"/>
                <a:gd name="T31" fmla="*/ 60 h 2371"/>
                <a:gd name="T32" fmla="*/ 39 w 437"/>
                <a:gd name="T33" fmla="*/ 30 h 2371"/>
                <a:gd name="T34" fmla="*/ 74 w 437"/>
                <a:gd name="T35" fmla="*/ 4 h 2371"/>
                <a:gd name="T36" fmla="*/ 74 w 437"/>
                <a:gd name="T37" fmla="*/ 4 h 2371"/>
                <a:gd name="T38" fmla="*/ 80 w 437"/>
                <a:gd name="T39" fmla="*/ 2 h 2371"/>
                <a:gd name="T40" fmla="*/ 76 w 437"/>
                <a:gd name="T41" fmla="*/ 1 h 2371"/>
                <a:gd name="T42" fmla="*/ 54 w 437"/>
                <a:gd name="T43" fmla="*/ 10 h 2371"/>
                <a:gd name="T44" fmla="*/ 28 w 437"/>
                <a:gd name="T45" fmla="*/ 109 h 2371"/>
                <a:gd name="T46" fmla="*/ 38 w 437"/>
                <a:gd name="T47" fmla="*/ 132 h 2371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w 437"/>
                <a:gd name="T73" fmla="*/ 0 h 2371"/>
                <a:gd name="T74" fmla="*/ 437 w 437"/>
                <a:gd name="T75" fmla="*/ 2371 h 2371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T72" t="T73" r="T74" b="T75"/>
              <a:pathLst>
                <a:path w="437" h="2371">
                  <a:moveTo>
                    <a:pt x="155" y="1715"/>
                  </a:moveTo>
                  <a:cubicBezTo>
                    <a:pt x="97" y="1587"/>
                    <a:pt x="44" y="1496"/>
                    <a:pt x="111" y="1295"/>
                  </a:cubicBezTo>
                  <a:cubicBezTo>
                    <a:pt x="129" y="1242"/>
                    <a:pt x="184" y="1163"/>
                    <a:pt x="239" y="1106"/>
                  </a:cubicBezTo>
                  <a:cubicBezTo>
                    <a:pt x="236" y="1099"/>
                    <a:pt x="234" y="1093"/>
                    <a:pt x="232" y="1089"/>
                  </a:cubicBezTo>
                  <a:cubicBezTo>
                    <a:pt x="233" y="1091"/>
                    <a:pt x="233" y="1091"/>
                    <a:pt x="233" y="1091"/>
                  </a:cubicBezTo>
                  <a:cubicBezTo>
                    <a:pt x="233" y="1091"/>
                    <a:pt x="231" y="1085"/>
                    <a:pt x="227" y="1075"/>
                  </a:cubicBezTo>
                  <a:cubicBezTo>
                    <a:pt x="163" y="1131"/>
                    <a:pt x="88" y="1232"/>
                    <a:pt x="67" y="1295"/>
                  </a:cubicBezTo>
                  <a:cubicBezTo>
                    <a:pt x="0" y="1496"/>
                    <a:pt x="53" y="1587"/>
                    <a:pt x="111" y="1715"/>
                  </a:cubicBezTo>
                  <a:cubicBezTo>
                    <a:pt x="169" y="1843"/>
                    <a:pt x="87" y="2285"/>
                    <a:pt x="87" y="2285"/>
                  </a:cubicBezTo>
                  <a:cubicBezTo>
                    <a:pt x="228" y="2353"/>
                    <a:pt x="345" y="2371"/>
                    <a:pt x="437" y="2368"/>
                  </a:cubicBezTo>
                  <a:cubicBezTo>
                    <a:pt x="353" y="2365"/>
                    <a:pt x="178" y="2339"/>
                    <a:pt x="131" y="2285"/>
                  </a:cubicBezTo>
                  <a:cubicBezTo>
                    <a:pt x="84" y="2231"/>
                    <a:pt x="213" y="1843"/>
                    <a:pt x="155" y="1715"/>
                  </a:cubicBezTo>
                  <a:close/>
                  <a:moveTo>
                    <a:pt x="145" y="507"/>
                  </a:moveTo>
                  <a:cubicBezTo>
                    <a:pt x="145" y="496"/>
                    <a:pt x="144" y="489"/>
                    <a:pt x="144" y="486"/>
                  </a:cubicBezTo>
                  <a:cubicBezTo>
                    <a:pt x="144" y="486"/>
                    <a:pt x="103" y="404"/>
                    <a:pt x="112" y="281"/>
                  </a:cubicBezTo>
                  <a:cubicBezTo>
                    <a:pt x="114" y="260"/>
                    <a:pt x="116" y="242"/>
                    <a:pt x="118" y="227"/>
                  </a:cubicBezTo>
                  <a:cubicBezTo>
                    <a:pt x="120" y="186"/>
                    <a:pt x="128" y="148"/>
                    <a:pt x="149" y="114"/>
                  </a:cubicBezTo>
                  <a:cubicBezTo>
                    <a:pt x="149" y="114"/>
                    <a:pt x="199" y="18"/>
                    <a:pt x="279" y="15"/>
                  </a:cubicBezTo>
                  <a:cubicBezTo>
                    <a:pt x="280" y="15"/>
                    <a:pt x="281" y="15"/>
                    <a:pt x="283" y="15"/>
                  </a:cubicBezTo>
                  <a:cubicBezTo>
                    <a:pt x="289" y="12"/>
                    <a:pt x="297" y="9"/>
                    <a:pt x="305" y="7"/>
                  </a:cubicBezTo>
                  <a:cubicBezTo>
                    <a:pt x="298" y="5"/>
                    <a:pt x="292" y="5"/>
                    <a:pt x="287" y="4"/>
                  </a:cubicBezTo>
                  <a:cubicBezTo>
                    <a:pt x="245" y="0"/>
                    <a:pt x="205" y="39"/>
                    <a:pt x="205" y="39"/>
                  </a:cubicBezTo>
                  <a:cubicBezTo>
                    <a:pt x="59" y="153"/>
                    <a:pt x="95" y="357"/>
                    <a:pt x="105" y="419"/>
                  </a:cubicBezTo>
                  <a:cubicBezTo>
                    <a:pt x="111" y="454"/>
                    <a:pt x="130" y="486"/>
                    <a:pt x="145" y="507"/>
                  </a:cubicBezTo>
                  <a:close/>
                </a:path>
              </a:pathLst>
            </a:custGeom>
            <a:solidFill>
              <a:srgbClr val="2590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4372" name="Freeform 359">
              <a:extLst>
                <a:ext uri="{FF2B5EF4-FFF2-40B4-BE49-F238E27FC236}">
                  <a16:creationId xmlns:a16="http://schemas.microsoft.com/office/drawing/2014/main" id="{B85C7704-3B63-4D7C-852D-98B2625E345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9" y="768"/>
              <a:ext cx="206" cy="1184"/>
            </a:xfrm>
            <a:custGeom>
              <a:avLst/>
              <a:gdLst>
                <a:gd name="T0" fmla="*/ 84 w 320"/>
                <a:gd name="T1" fmla="*/ 436 h 1849"/>
                <a:gd name="T2" fmla="*/ 80 w 320"/>
                <a:gd name="T3" fmla="*/ 401 h 1849"/>
                <a:gd name="T4" fmla="*/ 66 w 320"/>
                <a:gd name="T5" fmla="*/ 360 h 1849"/>
                <a:gd name="T6" fmla="*/ 52 w 320"/>
                <a:gd name="T7" fmla="*/ 291 h 1849"/>
                <a:gd name="T8" fmla="*/ 37 w 320"/>
                <a:gd name="T9" fmla="*/ 210 h 1849"/>
                <a:gd name="T10" fmla="*/ 34 w 320"/>
                <a:gd name="T11" fmla="*/ 185 h 1849"/>
                <a:gd name="T12" fmla="*/ 39 w 320"/>
                <a:gd name="T13" fmla="*/ 116 h 1849"/>
                <a:gd name="T14" fmla="*/ 40 w 320"/>
                <a:gd name="T15" fmla="*/ 111 h 1849"/>
                <a:gd name="T16" fmla="*/ 51 w 320"/>
                <a:gd name="T17" fmla="*/ 60 h 1849"/>
                <a:gd name="T18" fmla="*/ 46 w 320"/>
                <a:gd name="T19" fmla="*/ 49 h 1849"/>
                <a:gd name="T20" fmla="*/ 33 w 320"/>
                <a:gd name="T21" fmla="*/ 28 h 1849"/>
                <a:gd name="T22" fmla="*/ 7 w 320"/>
                <a:gd name="T23" fmla="*/ 2 h 1849"/>
                <a:gd name="T24" fmla="*/ 3 w 320"/>
                <a:gd name="T25" fmla="*/ 0 h 1849"/>
                <a:gd name="T26" fmla="*/ 0 w 320"/>
                <a:gd name="T27" fmla="*/ 1 h 1849"/>
                <a:gd name="T28" fmla="*/ 42 w 320"/>
                <a:gd name="T29" fmla="*/ 52 h 1849"/>
                <a:gd name="T30" fmla="*/ 28 w 320"/>
                <a:gd name="T31" fmla="*/ 111 h 1849"/>
                <a:gd name="T32" fmla="*/ 28 w 320"/>
                <a:gd name="T33" fmla="*/ 116 h 1849"/>
                <a:gd name="T34" fmla="*/ 23 w 320"/>
                <a:gd name="T35" fmla="*/ 185 h 1849"/>
                <a:gd name="T36" fmla="*/ 26 w 320"/>
                <a:gd name="T37" fmla="*/ 210 h 1849"/>
                <a:gd name="T38" fmla="*/ 40 w 320"/>
                <a:gd name="T39" fmla="*/ 291 h 1849"/>
                <a:gd name="T40" fmla="*/ 54 w 320"/>
                <a:gd name="T41" fmla="*/ 360 h 1849"/>
                <a:gd name="T42" fmla="*/ 68 w 320"/>
                <a:gd name="T43" fmla="*/ 401 h 1849"/>
                <a:gd name="T44" fmla="*/ 73 w 320"/>
                <a:gd name="T45" fmla="*/ 436 h 1849"/>
                <a:gd name="T46" fmla="*/ 71 w 320"/>
                <a:gd name="T47" fmla="*/ 451 h 1849"/>
                <a:gd name="T48" fmla="*/ 64 w 320"/>
                <a:gd name="T49" fmla="*/ 470 h 1849"/>
                <a:gd name="T50" fmla="*/ 61 w 320"/>
                <a:gd name="T51" fmla="*/ 476 h 1849"/>
                <a:gd name="T52" fmla="*/ 52 w 320"/>
                <a:gd name="T53" fmla="*/ 484 h 1849"/>
                <a:gd name="T54" fmla="*/ 51 w 320"/>
                <a:gd name="T55" fmla="*/ 484 h 1849"/>
                <a:gd name="T56" fmla="*/ 57 w 320"/>
                <a:gd name="T57" fmla="*/ 485 h 1849"/>
                <a:gd name="T58" fmla="*/ 63 w 320"/>
                <a:gd name="T59" fmla="*/ 484 h 1849"/>
                <a:gd name="T60" fmla="*/ 73 w 320"/>
                <a:gd name="T61" fmla="*/ 476 h 1849"/>
                <a:gd name="T62" fmla="*/ 77 w 320"/>
                <a:gd name="T63" fmla="*/ 470 h 1849"/>
                <a:gd name="T64" fmla="*/ 83 w 320"/>
                <a:gd name="T65" fmla="*/ 451 h 1849"/>
                <a:gd name="T66" fmla="*/ 84 w 320"/>
                <a:gd name="T67" fmla="*/ 436 h 1849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320"/>
                <a:gd name="T103" fmla="*/ 0 h 1849"/>
                <a:gd name="T104" fmla="*/ 320 w 320"/>
                <a:gd name="T105" fmla="*/ 1849 h 1849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320" h="1849">
                  <a:moveTo>
                    <a:pt x="317" y="1660"/>
                  </a:moveTo>
                  <a:cubicBezTo>
                    <a:pt x="317" y="1642"/>
                    <a:pt x="307" y="1566"/>
                    <a:pt x="299" y="1527"/>
                  </a:cubicBezTo>
                  <a:cubicBezTo>
                    <a:pt x="291" y="1488"/>
                    <a:pt x="259" y="1398"/>
                    <a:pt x="248" y="1370"/>
                  </a:cubicBezTo>
                  <a:cubicBezTo>
                    <a:pt x="237" y="1342"/>
                    <a:pt x="197" y="1164"/>
                    <a:pt x="195" y="1109"/>
                  </a:cubicBezTo>
                  <a:cubicBezTo>
                    <a:pt x="192" y="1054"/>
                    <a:pt x="151" y="836"/>
                    <a:pt x="140" y="800"/>
                  </a:cubicBezTo>
                  <a:cubicBezTo>
                    <a:pt x="129" y="764"/>
                    <a:pt x="120" y="746"/>
                    <a:pt x="129" y="704"/>
                  </a:cubicBezTo>
                  <a:cubicBezTo>
                    <a:pt x="139" y="661"/>
                    <a:pt x="144" y="482"/>
                    <a:pt x="148" y="441"/>
                  </a:cubicBezTo>
                  <a:cubicBezTo>
                    <a:pt x="148" y="436"/>
                    <a:pt x="149" y="431"/>
                    <a:pt x="149" y="425"/>
                  </a:cubicBezTo>
                  <a:cubicBezTo>
                    <a:pt x="209" y="381"/>
                    <a:pt x="216" y="301"/>
                    <a:pt x="190" y="226"/>
                  </a:cubicBezTo>
                  <a:cubicBezTo>
                    <a:pt x="188" y="220"/>
                    <a:pt x="175" y="190"/>
                    <a:pt x="173" y="184"/>
                  </a:cubicBezTo>
                  <a:cubicBezTo>
                    <a:pt x="158" y="155"/>
                    <a:pt x="144" y="134"/>
                    <a:pt x="126" y="105"/>
                  </a:cubicBezTo>
                  <a:cubicBezTo>
                    <a:pt x="87" y="44"/>
                    <a:pt x="56" y="19"/>
                    <a:pt x="27" y="6"/>
                  </a:cubicBezTo>
                  <a:cubicBezTo>
                    <a:pt x="23" y="6"/>
                    <a:pt x="13" y="0"/>
                    <a:pt x="9" y="0"/>
                  </a:cubicBezTo>
                  <a:cubicBezTo>
                    <a:pt x="2" y="0"/>
                    <a:pt x="6" y="1"/>
                    <a:pt x="0" y="3"/>
                  </a:cubicBezTo>
                  <a:cubicBezTo>
                    <a:pt x="70" y="20"/>
                    <a:pt x="130" y="117"/>
                    <a:pt x="158" y="197"/>
                  </a:cubicBezTo>
                  <a:cubicBezTo>
                    <a:pt x="184" y="272"/>
                    <a:pt x="165" y="381"/>
                    <a:pt x="105" y="425"/>
                  </a:cubicBezTo>
                  <a:cubicBezTo>
                    <a:pt x="105" y="431"/>
                    <a:pt x="104" y="436"/>
                    <a:pt x="104" y="441"/>
                  </a:cubicBezTo>
                  <a:cubicBezTo>
                    <a:pt x="100" y="482"/>
                    <a:pt x="94" y="661"/>
                    <a:pt x="85" y="704"/>
                  </a:cubicBezTo>
                  <a:cubicBezTo>
                    <a:pt x="76" y="746"/>
                    <a:pt x="85" y="764"/>
                    <a:pt x="96" y="800"/>
                  </a:cubicBezTo>
                  <a:cubicBezTo>
                    <a:pt x="106" y="836"/>
                    <a:pt x="148" y="1054"/>
                    <a:pt x="150" y="1109"/>
                  </a:cubicBezTo>
                  <a:cubicBezTo>
                    <a:pt x="153" y="1164"/>
                    <a:pt x="193" y="1342"/>
                    <a:pt x="204" y="1370"/>
                  </a:cubicBezTo>
                  <a:cubicBezTo>
                    <a:pt x="214" y="1398"/>
                    <a:pt x="247" y="1488"/>
                    <a:pt x="255" y="1527"/>
                  </a:cubicBezTo>
                  <a:cubicBezTo>
                    <a:pt x="263" y="1566"/>
                    <a:pt x="273" y="1642"/>
                    <a:pt x="273" y="1660"/>
                  </a:cubicBezTo>
                  <a:cubicBezTo>
                    <a:pt x="274" y="1679"/>
                    <a:pt x="276" y="1700"/>
                    <a:pt x="267" y="1716"/>
                  </a:cubicBezTo>
                  <a:cubicBezTo>
                    <a:pt x="259" y="1733"/>
                    <a:pt x="244" y="1782"/>
                    <a:pt x="243" y="1790"/>
                  </a:cubicBezTo>
                  <a:cubicBezTo>
                    <a:pt x="242" y="1799"/>
                    <a:pt x="238" y="1809"/>
                    <a:pt x="229" y="1815"/>
                  </a:cubicBezTo>
                  <a:cubicBezTo>
                    <a:pt x="221" y="1821"/>
                    <a:pt x="199" y="1836"/>
                    <a:pt x="192" y="1842"/>
                  </a:cubicBezTo>
                  <a:cubicBezTo>
                    <a:pt x="192" y="1842"/>
                    <a:pt x="191" y="1842"/>
                    <a:pt x="191" y="1843"/>
                  </a:cubicBezTo>
                  <a:cubicBezTo>
                    <a:pt x="199" y="1844"/>
                    <a:pt x="207" y="1846"/>
                    <a:pt x="212" y="1847"/>
                  </a:cubicBezTo>
                  <a:cubicBezTo>
                    <a:pt x="221" y="1849"/>
                    <a:pt x="229" y="1847"/>
                    <a:pt x="236" y="1842"/>
                  </a:cubicBezTo>
                  <a:cubicBezTo>
                    <a:pt x="243" y="1836"/>
                    <a:pt x="265" y="1821"/>
                    <a:pt x="274" y="1815"/>
                  </a:cubicBezTo>
                  <a:cubicBezTo>
                    <a:pt x="282" y="1809"/>
                    <a:pt x="286" y="1799"/>
                    <a:pt x="287" y="1790"/>
                  </a:cubicBezTo>
                  <a:cubicBezTo>
                    <a:pt x="288" y="1782"/>
                    <a:pt x="303" y="1733"/>
                    <a:pt x="311" y="1716"/>
                  </a:cubicBezTo>
                  <a:cubicBezTo>
                    <a:pt x="320" y="1700"/>
                    <a:pt x="318" y="1679"/>
                    <a:pt x="317" y="1660"/>
                  </a:cubicBezTo>
                  <a:close/>
                </a:path>
              </a:pathLst>
            </a:custGeom>
            <a:solidFill>
              <a:srgbClr val="156B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4373" name="Freeform 360">
              <a:extLst>
                <a:ext uri="{FF2B5EF4-FFF2-40B4-BE49-F238E27FC236}">
                  <a16:creationId xmlns:a16="http://schemas.microsoft.com/office/drawing/2014/main" id="{9F243CB7-9DEB-42F3-9372-FC5E416D45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5" y="759"/>
              <a:ext cx="651" cy="1577"/>
            </a:xfrm>
            <a:custGeom>
              <a:avLst/>
              <a:gdLst>
                <a:gd name="T0" fmla="*/ 208 w 1015"/>
                <a:gd name="T1" fmla="*/ 177 h 2465"/>
                <a:gd name="T2" fmla="*/ 231 w 1015"/>
                <a:gd name="T3" fmla="*/ 122 h 2465"/>
                <a:gd name="T4" fmla="*/ 175 w 1015"/>
                <a:gd name="T5" fmla="*/ 83 h 2465"/>
                <a:gd name="T6" fmla="*/ 115 w 1015"/>
                <a:gd name="T7" fmla="*/ 31 h 2465"/>
                <a:gd name="T8" fmla="*/ 76 w 1015"/>
                <a:gd name="T9" fmla="*/ 1 h 2465"/>
                <a:gd name="T10" fmla="*/ 54 w 1015"/>
                <a:gd name="T11" fmla="*/ 10 h 2465"/>
                <a:gd name="T12" fmla="*/ 28 w 1015"/>
                <a:gd name="T13" fmla="*/ 109 h 2465"/>
                <a:gd name="T14" fmla="*/ 38 w 1015"/>
                <a:gd name="T15" fmla="*/ 132 h 2465"/>
                <a:gd name="T16" fmla="*/ 38 w 1015"/>
                <a:gd name="T17" fmla="*/ 127 h 2465"/>
                <a:gd name="T18" fmla="*/ 30 w 1015"/>
                <a:gd name="T19" fmla="*/ 74 h 2465"/>
                <a:gd name="T20" fmla="*/ 31 w 1015"/>
                <a:gd name="T21" fmla="*/ 59 h 2465"/>
                <a:gd name="T22" fmla="*/ 40 w 1015"/>
                <a:gd name="T23" fmla="*/ 30 h 2465"/>
                <a:gd name="T24" fmla="*/ 74 w 1015"/>
                <a:gd name="T25" fmla="*/ 4 h 2465"/>
                <a:gd name="T26" fmla="*/ 122 w 1015"/>
                <a:gd name="T27" fmla="*/ 56 h 2465"/>
                <a:gd name="T28" fmla="*/ 108 w 1015"/>
                <a:gd name="T29" fmla="*/ 115 h 2465"/>
                <a:gd name="T30" fmla="*/ 107 w 1015"/>
                <a:gd name="T31" fmla="*/ 120 h 2465"/>
                <a:gd name="T32" fmla="*/ 103 w 1015"/>
                <a:gd name="T33" fmla="*/ 188 h 2465"/>
                <a:gd name="T34" fmla="*/ 105 w 1015"/>
                <a:gd name="T35" fmla="*/ 213 h 2465"/>
                <a:gd name="T36" fmla="*/ 120 w 1015"/>
                <a:gd name="T37" fmla="*/ 294 h 2465"/>
                <a:gd name="T38" fmla="*/ 133 w 1015"/>
                <a:gd name="T39" fmla="*/ 363 h 2465"/>
                <a:gd name="T40" fmla="*/ 148 w 1015"/>
                <a:gd name="T41" fmla="*/ 404 h 2465"/>
                <a:gd name="T42" fmla="*/ 152 w 1015"/>
                <a:gd name="T43" fmla="*/ 439 h 2465"/>
                <a:gd name="T44" fmla="*/ 151 w 1015"/>
                <a:gd name="T45" fmla="*/ 453 h 2465"/>
                <a:gd name="T46" fmla="*/ 144 w 1015"/>
                <a:gd name="T47" fmla="*/ 473 h 2465"/>
                <a:gd name="T48" fmla="*/ 140 w 1015"/>
                <a:gd name="T49" fmla="*/ 479 h 2465"/>
                <a:gd name="T50" fmla="*/ 130 w 1015"/>
                <a:gd name="T51" fmla="*/ 486 h 2465"/>
                <a:gd name="T52" fmla="*/ 124 w 1015"/>
                <a:gd name="T53" fmla="*/ 487 h 2465"/>
                <a:gd name="T54" fmla="*/ 114 w 1015"/>
                <a:gd name="T55" fmla="*/ 484 h 2465"/>
                <a:gd name="T56" fmla="*/ 107 w 1015"/>
                <a:gd name="T57" fmla="*/ 484 h 2465"/>
                <a:gd name="T58" fmla="*/ 100 w 1015"/>
                <a:gd name="T59" fmla="*/ 482 h 2465"/>
                <a:gd name="T60" fmla="*/ 97 w 1015"/>
                <a:gd name="T61" fmla="*/ 478 h 2465"/>
                <a:gd name="T62" fmla="*/ 92 w 1015"/>
                <a:gd name="T63" fmla="*/ 475 h 2465"/>
                <a:gd name="T64" fmla="*/ 87 w 1015"/>
                <a:gd name="T65" fmla="*/ 471 h 2465"/>
                <a:gd name="T66" fmla="*/ 83 w 1015"/>
                <a:gd name="T67" fmla="*/ 469 h 2465"/>
                <a:gd name="T68" fmla="*/ 83 w 1015"/>
                <a:gd name="T69" fmla="*/ 464 h 2465"/>
                <a:gd name="T70" fmla="*/ 87 w 1015"/>
                <a:gd name="T71" fmla="*/ 461 h 2465"/>
                <a:gd name="T72" fmla="*/ 90 w 1015"/>
                <a:gd name="T73" fmla="*/ 459 h 2465"/>
                <a:gd name="T74" fmla="*/ 94 w 1015"/>
                <a:gd name="T75" fmla="*/ 456 h 2465"/>
                <a:gd name="T76" fmla="*/ 96 w 1015"/>
                <a:gd name="T77" fmla="*/ 445 h 2465"/>
                <a:gd name="T78" fmla="*/ 98 w 1015"/>
                <a:gd name="T79" fmla="*/ 437 h 2465"/>
                <a:gd name="T80" fmla="*/ 99 w 1015"/>
                <a:gd name="T81" fmla="*/ 426 h 2465"/>
                <a:gd name="T82" fmla="*/ 100 w 1015"/>
                <a:gd name="T83" fmla="*/ 406 h 2465"/>
                <a:gd name="T84" fmla="*/ 103 w 1015"/>
                <a:gd name="T85" fmla="*/ 395 h 2465"/>
                <a:gd name="T86" fmla="*/ 103 w 1015"/>
                <a:gd name="T87" fmla="*/ 387 h 2465"/>
                <a:gd name="T88" fmla="*/ 85 w 1015"/>
                <a:gd name="T89" fmla="*/ 337 h 2465"/>
                <a:gd name="T90" fmla="*/ 62 w 1015"/>
                <a:gd name="T91" fmla="*/ 285 h 2465"/>
                <a:gd name="T92" fmla="*/ 62 w 1015"/>
                <a:gd name="T93" fmla="*/ 286 h 2465"/>
                <a:gd name="T94" fmla="*/ 60 w 1015"/>
                <a:gd name="T95" fmla="*/ 281 h 2465"/>
                <a:gd name="T96" fmla="*/ 18 w 1015"/>
                <a:gd name="T97" fmla="*/ 339 h 2465"/>
                <a:gd name="T98" fmla="*/ 30 w 1015"/>
                <a:gd name="T99" fmla="*/ 449 h 2465"/>
                <a:gd name="T100" fmla="*/ 23 w 1015"/>
                <a:gd name="T101" fmla="*/ 598 h 2465"/>
                <a:gd name="T102" fmla="*/ 176 w 1015"/>
                <a:gd name="T103" fmla="*/ 601 h 2465"/>
                <a:gd name="T104" fmla="*/ 207 w 1015"/>
                <a:gd name="T105" fmla="*/ 467 h 2465"/>
                <a:gd name="T106" fmla="*/ 263 w 1015"/>
                <a:gd name="T107" fmla="*/ 287 h 2465"/>
                <a:gd name="T108" fmla="*/ 208 w 1015"/>
                <a:gd name="T109" fmla="*/ 177 h 2465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w 1015"/>
                <a:gd name="T166" fmla="*/ 0 h 2465"/>
                <a:gd name="T167" fmla="*/ 1015 w 1015"/>
                <a:gd name="T168" fmla="*/ 2465 h 2465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T165" t="T166" r="T167" b="T168"/>
              <a:pathLst>
                <a:path w="1015" h="2465">
                  <a:moveTo>
                    <a:pt x="790" y="675"/>
                  </a:moveTo>
                  <a:cubicBezTo>
                    <a:pt x="930" y="631"/>
                    <a:pt x="877" y="466"/>
                    <a:pt x="877" y="466"/>
                  </a:cubicBezTo>
                  <a:cubicBezTo>
                    <a:pt x="877" y="466"/>
                    <a:pt x="732" y="359"/>
                    <a:pt x="663" y="317"/>
                  </a:cubicBezTo>
                  <a:cubicBezTo>
                    <a:pt x="593" y="276"/>
                    <a:pt x="498" y="214"/>
                    <a:pt x="436" y="118"/>
                  </a:cubicBezTo>
                  <a:cubicBezTo>
                    <a:pt x="375" y="22"/>
                    <a:pt x="328" y="8"/>
                    <a:pt x="287" y="4"/>
                  </a:cubicBezTo>
                  <a:cubicBezTo>
                    <a:pt x="245" y="0"/>
                    <a:pt x="205" y="39"/>
                    <a:pt x="205" y="39"/>
                  </a:cubicBezTo>
                  <a:cubicBezTo>
                    <a:pt x="59" y="153"/>
                    <a:pt x="95" y="357"/>
                    <a:pt x="105" y="419"/>
                  </a:cubicBezTo>
                  <a:cubicBezTo>
                    <a:pt x="111" y="454"/>
                    <a:pt x="130" y="486"/>
                    <a:pt x="145" y="507"/>
                  </a:cubicBezTo>
                  <a:cubicBezTo>
                    <a:pt x="145" y="496"/>
                    <a:pt x="144" y="489"/>
                    <a:pt x="144" y="486"/>
                  </a:cubicBezTo>
                  <a:cubicBezTo>
                    <a:pt x="144" y="486"/>
                    <a:pt x="103" y="404"/>
                    <a:pt x="112" y="281"/>
                  </a:cubicBezTo>
                  <a:cubicBezTo>
                    <a:pt x="114" y="260"/>
                    <a:pt x="116" y="242"/>
                    <a:pt x="118" y="227"/>
                  </a:cubicBezTo>
                  <a:cubicBezTo>
                    <a:pt x="120" y="186"/>
                    <a:pt x="128" y="148"/>
                    <a:pt x="149" y="114"/>
                  </a:cubicBezTo>
                  <a:cubicBezTo>
                    <a:pt x="149" y="114"/>
                    <a:pt x="199" y="18"/>
                    <a:pt x="279" y="15"/>
                  </a:cubicBezTo>
                  <a:cubicBezTo>
                    <a:pt x="358" y="12"/>
                    <a:pt x="430" y="122"/>
                    <a:pt x="461" y="212"/>
                  </a:cubicBezTo>
                  <a:cubicBezTo>
                    <a:pt x="487" y="287"/>
                    <a:pt x="468" y="396"/>
                    <a:pt x="408" y="440"/>
                  </a:cubicBezTo>
                  <a:cubicBezTo>
                    <a:pt x="408" y="446"/>
                    <a:pt x="407" y="451"/>
                    <a:pt x="407" y="456"/>
                  </a:cubicBezTo>
                  <a:cubicBezTo>
                    <a:pt x="403" y="497"/>
                    <a:pt x="397" y="676"/>
                    <a:pt x="388" y="719"/>
                  </a:cubicBezTo>
                  <a:cubicBezTo>
                    <a:pt x="379" y="761"/>
                    <a:pt x="388" y="779"/>
                    <a:pt x="399" y="815"/>
                  </a:cubicBezTo>
                  <a:cubicBezTo>
                    <a:pt x="409" y="851"/>
                    <a:pt x="451" y="1069"/>
                    <a:pt x="453" y="1124"/>
                  </a:cubicBezTo>
                  <a:cubicBezTo>
                    <a:pt x="456" y="1179"/>
                    <a:pt x="496" y="1357"/>
                    <a:pt x="507" y="1385"/>
                  </a:cubicBezTo>
                  <a:cubicBezTo>
                    <a:pt x="517" y="1413"/>
                    <a:pt x="550" y="1503"/>
                    <a:pt x="558" y="1542"/>
                  </a:cubicBezTo>
                  <a:cubicBezTo>
                    <a:pt x="566" y="1581"/>
                    <a:pt x="576" y="1657"/>
                    <a:pt x="576" y="1675"/>
                  </a:cubicBezTo>
                  <a:cubicBezTo>
                    <a:pt x="577" y="1694"/>
                    <a:pt x="579" y="1715"/>
                    <a:pt x="570" y="1731"/>
                  </a:cubicBezTo>
                  <a:cubicBezTo>
                    <a:pt x="562" y="1748"/>
                    <a:pt x="547" y="1797"/>
                    <a:pt x="546" y="1805"/>
                  </a:cubicBezTo>
                  <a:cubicBezTo>
                    <a:pt x="545" y="1814"/>
                    <a:pt x="541" y="1824"/>
                    <a:pt x="532" y="1830"/>
                  </a:cubicBezTo>
                  <a:cubicBezTo>
                    <a:pt x="524" y="1836"/>
                    <a:pt x="502" y="1851"/>
                    <a:pt x="495" y="1857"/>
                  </a:cubicBezTo>
                  <a:cubicBezTo>
                    <a:pt x="488" y="1862"/>
                    <a:pt x="480" y="1864"/>
                    <a:pt x="471" y="1862"/>
                  </a:cubicBezTo>
                  <a:cubicBezTo>
                    <a:pt x="462" y="1860"/>
                    <a:pt x="440" y="1857"/>
                    <a:pt x="434" y="1850"/>
                  </a:cubicBezTo>
                  <a:cubicBezTo>
                    <a:pt x="434" y="1850"/>
                    <a:pt x="416" y="1848"/>
                    <a:pt x="406" y="1848"/>
                  </a:cubicBezTo>
                  <a:cubicBezTo>
                    <a:pt x="395" y="1848"/>
                    <a:pt x="387" y="1849"/>
                    <a:pt x="379" y="1842"/>
                  </a:cubicBezTo>
                  <a:cubicBezTo>
                    <a:pt x="372" y="1835"/>
                    <a:pt x="365" y="1828"/>
                    <a:pt x="367" y="1824"/>
                  </a:cubicBezTo>
                  <a:cubicBezTo>
                    <a:pt x="367" y="1824"/>
                    <a:pt x="356" y="1819"/>
                    <a:pt x="350" y="1813"/>
                  </a:cubicBezTo>
                  <a:cubicBezTo>
                    <a:pt x="345" y="1807"/>
                    <a:pt x="331" y="1804"/>
                    <a:pt x="331" y="1797"/>
                  </a:cubicBezTo>
                  <a:cubicBezTo>
                    <a:pt x="331" y="1797"/>
                    <a:pt x="322" y="1799"/>
                    <a:pt x="317" y="1792"/>
                  </a:cubicBezTo>
                  <a:cubicBezTo>
                    <a:pt x="312" y="1785"/>
                    <a:pt x="310" y="1776"/>
                    <a:pt x="314" y="1772"/>
                  </a:cubicBezTo>
                  <a:cubicBezTo>
                    <a:pt x="317" y="1769"/>
                    <a:pt x="324" y="1761"/>
                    <a:pt x="331" y="1759"/>
                  </a:cubicBezTo>
                  <a:cubicBezTo>
                    <a:pt x="338" y="1757"/>
                    <a:pt x="341" y="1755"/>
                    <a:pt x="343" y="1751"/>
                  </a:cubicBezTo>
                  <a:cubicBezTo>
                    <a:pt x="345" y="1748"/>
                    <a:pt x="353" y="1749"/>
                    <a:pt x="355" y="1741"/>
                  </a:cubicBezTo>
                  <a:cubicBezTo>
                    <a:pt x="356" y="1732"/>
                    <a:pt x="362" y="1710"/>
                    <a:pt x="365" y="1699"/>
                  </a:cubicBezTo>
                  <a:cubicBezTo>
                    <a:pt x="367" y="1687"/>
                    <a:pt x="371" y="1678"/>
                    <a:pt x="372" y="1668"/>
                  </a:cubicBezTo>
                  <a:cubicBezTo>
                    <a:pt x="372" y="1659"/>
                    <a:pt x="376" y="1650"/>
                    <a:pt x="375" y="1627"/>
                  </a:cubicBezTo>
                  <a:cubicBezTo>
                    <a:pt x="375" y="1605"/>
                    <a:pt x="377" y="1574"/>
                    <a:pt x="380" y="1552"/>
                  </a:cubicBezTo>
                  <a:cubicBezTo>
                    <a:pt x="384" y="1530"/>
                    <a:pt x="386" y="1522"/>
                    <a:pt x="391" y="1509"/>
                  </a:cubicBezTo>
                  <a:cubicBezTo>
                    <a:pt x="396" y="1496"/>
                    <a:pt x="395" y="1499"/>
                    <a:pt x="392" y="1477"/>
                  </a:cubicBezTo>
                  <a:cubicBezTo>
                    <a:pt x="388" y="1455"/>
                    <a:pt x="347" y="1327"/>
                    <a:pt x="322" y="1285"/>
                  </a:cubicBezTo>
                  <a:cubicBezTo>
                    <a:pt x="297" y="1243"/>
                    <a:pt x="243" y="1121"/>
                    <a:pt x="232" y="1089"/>
                  </a:cubicBezTo>
                  <a:cubicBezTo>
                    <a:pt x="233" y="1091"/>
                    <a:pt x="233" y="1091"/>
                    <a:pt x="233" y="1091"/>
                  </a:cubicBezTo>
                  <a:cubicBezTo>
                    <a:pt x="233" y="1091"/>
                    <a:pt x="231" y="1085"/>
                    <a:pt x="227" y="1075"/>
                  </a:cubicBezTo>
                  <a:cubicBezTo>
                    <a:pt x="163" y="1131"/>
                    <a:pt x="88" y="1232"/>
                    <a:pt x="67" y="1295"/>
                  </a:cubicBezTo>
                  <a:cubicBezTo>
                    <a:pt x="0" y="1496"/>
                    <a:pt x="53" y="1587"/>
                    <a:pt x="111" y="1715"/>
                  </a:cubicBezTo>
                  <a:cubicBezTo>
                    <a:pt x="169" y="1843"/>
                    <a:pt x="87" y="2285"/>
                    <a:pt x="87" y="2285"/>
                  </a:cubicBezTo>
                  <a:cubicBezTo>
                    <a:pt x="459" y="2465"/>
                    <a:pt x="667" y="2297"/>
                    <a:pt x="667" y="2297"/>
                  </a:cubicBezTo>
                  <a:cubicBezTo>
                    <a:pt x="751" y="2081"/>
                    <a:pt x="775" y="1869"/>
                    <a:pt x="785" y="1783"/>
                  </a:cubicBezTo>
                  <a:cubicBezTo>
                    <a:pt x="795" y="1697"/>
                    <a:pt x="979" y="1317"/>
                    <a:pt x="997" y="1095"/>
                  </a:cubicBezTo>
                  <a:cubicBezTo>
                    <a:pt x="1015" y="873"/>
                    <a:pt x="790" y="675"/>
                    <a:pt x="790" y="675"/>
                  </a:cubicBezTo>
                  <a:close/>
                </a:path>
              </a:pathLst>
            </a:custGeom>
            <a:noFill/>
            <a:ln w="2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4374" name="Freeform 361">
              <a:extLst>
                <a:ext uri="{FF2B5EF4-FFF2-40B4-BE49-F238E27FC236}">
                  <a16:creationId xmlns:a16="http://schemas.microsoft.com/office/drawing/2014/main" id="{C906229A-ECAC-47E1-90D7-8C0A9CC4B2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5" y="1880"/>
              <a:ext cx="15" cy="19"/>
            </a:xfrm>
            <a:custGeom>
              <a:avLst/>
              <a:gdLst>
                <a:gd name="T0" fmla="*/ 7 w 23"/>
                <a:gd name="T1" fmla="*/ 0 h 30"/>
                <a:gd name="T2" fmla="*/ 3 w 23"/>
                <a:gd name="T3" fmla="*/ 4 h 30"/>
                <a:gd name="T4" fmla="*/ 0 w 23"/>
                <a:gd name="T5" fmla="*/ 7 h 30"/>
                <a:gd name="T6" fmla="*/ 3 w 23"/>
                <a:gd name="T7" fmla="*/ 7 h 30"/>
                <a:gd name="T8" fmla="*/ 7 w 23"/>
                <a:gd name="T9" fmla="*/ 0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3"/>
                <a:gd name="T16" fmla="*/ 0 h 30"/>
                <a:gd name="T17" fmla="*/ 23 w 23"/>
                <a:gd name="T18" fmla="*/ 30 h 3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3" h="30">
                  <a:moveTo>
                    <a:pt x="23" y="0"/>
                  </a:moveTo>
                  <a:cubicBezTo>
                    <a:pt x="23" y="0"/>
                    <a:pt x="17" y="10"/>
                    <a:pt x="11" y="15"/>
                  </a:cubicBezTo>
                  <a:cubicBezTo>
                    <a:pt x="5" y="19"/>
                    <a:pt x="0" y="27"/>
                    <a:pt x="0" y="27"/>
                  </a:cubicBezTo>
                  <a:cubicBezTo>
                    <a:pt x="0" y="27"/>
                    <a:pt x="6" y="30"/>
                    <a:pt x="10" y="27"/>
                  </a:cubicBezTo>
                  <a:cubicBezTo>
                    <a:pt x="15" y="25"/>
                    <a:pt x="21" y="8"/>
                    <a:pt x="23" y="0"/>
                  </a:cubicBezTo>
                  <a:close/>
                </a:path>
              </a:pathLst>
            </a:custGeom>
            <a:solidFill>
              <a:srgbClr val="1B7B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4375" name="Freeform 362">
              <a:extLst>
                <a:ext uri="{FF2B5EF4-FFF2-40B4-BE49-F238E27FC236}">
                  <a16:creationId xmlns:a16="http://schemas.microsoft.com/office/drawing/2014/main" id="{3D2769F5-D552-44E3-A0A3-7010A12DD88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2" y="2885"/>
              <a:ext cx="253" cy="86"/>
            </a:xfrm>
            <a:custGeom>
              <a:avLst/>
              <a:gdLst>
                <a:gd name="T0" fmla="*/ 46 w 393"/>
                <a:gd name="T1" fmla="*/ 0 h 134"/>
                <a:gd name="T2" fmla="*/ 64 w 393"/>
                <a:gd name="T3" fmla="*/ 3 h 134"/>
                <a:gd name="T4" fmla="*/ 98 w 393"/>
                <a:gd name="T5" fmla="*/ 12 h 134"/>
                <a:gd name="T6" fmla="*/ 86 w 393"/>
                <a:gd name="T7" fmla="*/ 33 h 134"/>
                <a:gd name="T8" fmla="*/ 51 w 393"/>
                <a:gd name="T9" fmla="*/ 34 h 134"/>
                <a:gd name="T10" fmla="*/ 42 w 393"/>
                <a:gd name="T11" fmla="*/ 30 h 134"/>
                <a:gd name="T12" fmla="*/ 32 w 393"/>
                <a:gd name="T13" fmla="*/ 24 h 134"/>
                <a:gd name="T14" fmla="*/ 20 w 393"/>
                <a:gd name="T15" fmla="*/ 15 h 134"/>
                <a:gd name="T16" fmla="*/ 8 w 393"/>
                <a:gd name="T17" fmla="*/ 9 h 134"/>
                <a:gd name="T18" fmla="*/ 0 w 393"/>
                <a:gd name="T19" fmla="*/ 2 h 134"/>
                <a:gd name="T20" fmla="*/ 48 w 393"/>
                <a:gd name="T21" fmla="*/ 9 h 134"/>
                <a:gd name="T22" fmla="*/ 52 w 393"/>
                <a:gd name="T23" fmla="*/ 3 h 134"/>
                <a:gd name="T24" fmla="*/ 46 w 393"/>
                <a:gd name="T25" fmla="*/ 0 h 13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393"/>
                <a:gd name="T40" fmla="*/ 0 h 134"/>
                <a:gd name="T41" fmla="*/ 393 w 393"/>
                <a:gd name="T42" fmla="*/ 134 h 134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393" h="134">
                  <a:moveTo>
                    <a:pt x="174" y="0"/>
                  </a:moveTo>
                  <a:cubicBezTo>
                    <a:pt x="174" y="0"/>
                    <a:pt x="212" y="2"/>
                    <a:pt x="242" y="11"/>
                  </a:cubicBezTo>
                  <a:cubicBezTo>
                    <a:pt x="272" y="19"/>
                    <a:pt x="353" y="30"/>
                    <a:pt x="366" y="46"/>
                  </a:cubicBezTo>
                  <a:cubicBezTo>
                    <a:pt x="378" y="63"/>
                    <a:pt x="393" y="116"/>
                    <a:pt x="322" y="125"/>
                  </a:cubicBezTo>
                  <a:cubicBezTo>
                    <a:pt x="251" y="134"/>
                    <a:pt x="191" y="129"/>
                    <a:pt x="191" y="129"/>
                  </a:cubicBezTo>
                  <a:cubicBezTo>
                    <a:pt x="191" y="129"/>
                    <a:pt x="164" y="115"/>
                    <a:pt x="157" y="110"/>
                  </a:cubicBezTo>
                  <a:cubicBezTo>
                    <a:pt x="150" y="105"/>
                    <a:pt x="125" y="93"/>
                    <a:pt x="119" y="91"/>
                  </a:cubicBezTo>
                  <a:cubicBezTo>
                    <a:pt x="113" y="88"/>
                    <a:pt x="83" y="63"/>
                    <a:pt x="75" y="58"/>
                  </a:cubicBezTo>
                  <a:cubicBezTo>
                    <a:pt x="67" y="54"/>
                    <a:pt x="36" y="39"/>
                    <a:pt x="31" y="34"/>
                  </a:cubicBezTo>
                  <a:cubicBezTo>
                    <a:pt x="27" y="29"/>
                    <a:pt x="0" y="6"/>
                    <a:pt x="0" y="6"/>
                  </a:cubicBezTo>
                  <a:cubicBezTo>
                    <a:pt x="0" y="6"/>
                    <a:pt x="124" y="65"/>
                    <a:pt x="178" y="35"/>
                  </a:cubicBezTo>
                  <a:cubicBezTo>
                    <a:pt x="201" y="22"/>
                    <a:pt x="193" y="11"/>
                    <a:pt x="193" y="11"/>
                  </a:cubicBezTo>
                  <a:lnTo>
                    <a:pt x="174" y="0"/>
                  </a:lnTo>
                  <a:close/>
                </a:path>
              </a:pathLst>
            </a:custGeom>
            <a:solidFill>
              <a:srgbClr val="1B7B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4376" name="Freeform 363">
              <a:extLst>
                <a:ext uri="{FF2B5EF4-FFF2-40B4-BE49-F238E27FC236}">
                  <a16:creationId xmlns:a16="http://schemas.microsoft.com/office/drawing/2014/main" id="{A5394C05-4FE6-4C8E-97EC-9573C127FF6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502" y="2885"/>
              <a:ext cx="253" cy="84"/>
            </a:xfrm>
            <a:custGeom>
              <a:avLst/>
              <a:gdLst>
                <a:gd name="T0" fmla="*/ 6 w 393"/>
                <a:gd name="T1" fmla="*/ 8 h 131"/>
                <a:gd name="T2" fmla="*/ 33 w 393"/>
                <a:gd name="T3" fmla="*/ 12 h 131"/>
                <a:gd name="T4" fmla="*/ 0 w 393"/>
                <a:gd name="T5" fmla="*/ 2 h 131"/>
                <a:gd name="T6" fmla="*/ 6 w 393"/>
                <a:gd name="T7" fmla="*/ 8 h 131"/>
                <a:gd name="T8" fmla="*/ 98 w 393"/>
                <a:gd name="T9" fmla="*/ 12 h 131"/>
                <a:gd name="T10" fmla="*/ 64 w 393"/>
                <a:gd name="T11" fmla="*/ 3 h 131"/>
                <a:gd name="T12" fmla="*/ 46 w 393"/>
                <a:gd name="T13" fmla="*/ 0 h 131"/>
                <a:gd name="T14" fmla="*/ 48 w 393"/>
                <a:gd name="T15" fmla="*/ 1 h 131"/>
                <a:gd name="T16" fmla="*/ 57 w 393"/>
                <a:gd name="T17" fmla="*/ 3 h 131"/>
                <a:gd name="T18" fmla="*/ 89 w 393"/>
                <a:gd name="T19" fmla="*/ 12 h 131"/>
                <a:gd name="T20" fmla="*/ 79 w 393"/>
                <a:gd name="T21" fmla="*/ 33 h 131"/>
                <a:gd name="T22" fmla="*/ 60 w 393"/>
                <a:gd name="T23" fmla="*/ 34 h 131"/>
                <a:gd name="T24" fmla="*/ 86 w 393"/>
                <a:gd name="T25" fmla="*/ 33 h 131"/>
                <a:gd name="T26" fmla="*/ 98 w 393"/>
                <a:gd name="T27" fmla="*/ 12 h 13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393"/>
                <a:gd name="T43" fmla="*/ 0 h 131"/>
                <a:gd name="T44" fmla="*/ 393 w 393"/>
                <a:gd name="T45" fmla="*/ 131 h 131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393" h="131">
                  <a:moveTo>
                    <a:pt x="25" y="28"/>
                  </a:moveTo>
                  <a:cubicBezTo>
                    <a:pt x="55" y="38"/>
                    <a:pt x="93" y="46"/>
                    <a:pt x="122" y="43"/>
                  </a:cubicBezTo>
                  <a:cubicBezTo>
                    <a:pt x="66" y="38"/>
                    <a:pt x="0" y="6"/>
                    <a:pt x="0" y="6"/>
                  </a:cubicBezTo>
                  <a:cubicBezTo>
                    <a:pt x="0" y="6"/>
                    <a:pt x="16" y="19"/>
                    <a:pt x="25" y="28"/>
                  </a:cubicBezTo>
                  <a:close/>
                  <a:moveTo>
                    <a:pt x="366" y="46"/>
                  </a:moveTo>
                  <a:cubicBezTo>
                    <a:pt x="353" y="30"/>
                    <a:pt x="272" y="19"/>
                    <a:pt x="242" y="11"/>
                  </a:cubicBezTo>
                  <a:cubicBezTo>
                    <a:pt x="212" y="2"/>
                    <a:pt x="174" y="0"/>
                    <a:pt x="174" y="0"/>
                  </a:cubicBezTo>
                  <a:cubicBezTo>
                    <a:pt x="181" y="4"/>
                    <a:pt x="181" y="4"/>
                    <a:pt x="181" y="4"/>
                  </a:cubicBezTo>
                  <a:cubicBezTo>
                    <a:pt x="191" y="6"/>
                    <a:pt x="202" y="8"/>
                    <a:pt x="213" y="11"/>
                  </a:cubicBezTo>
                  <a:cubicBezTo>
                    <a:pt x="242" y="19"/>
                    <a:pt x="324" y="30"/>
                    <a:pt x="336" y="46"/>
                  </a:cubicBezTo>
                  <a:cubicBezTo>
                    <a:pt x="349" y="63"/>
                    <a:pt x="364" y="116"/>
                    <a:pt x="293" y="125"/>
                  </a:cubicBezTo>
                  <a:cubicBezTo>
                    <a:pt x="268" y="128"/>
                    <a:pt x="244" y="130"/>
                    <a:pt x="224" y="130"/>
                  </a:cubicBezTo>
                  <a:cubicBezTo>
                    <a:pt x="248" y="131"/>
                    <a:pt x="284" y="130"/>
                    <a:pt x="322" y="125"/>
                  </a:cubicBezTo>
                  <a:cubicBezTo>
                    <a:pt x="393" y="116"/>
                    <a:pt x="378" y="63"/>
                    <a:pt x="366" y="46"/>
                  </a:cubicBezTo>
                  <a:close/>
                </a:path>
              </a:pathLst>
            </a:custGeom>
            <a:solidFill>
              <a:srgbClr val="2595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4377" name="Freeform 364">
              <a:extLst>
                <a:ext uri="{FF2B5EF4-FFF2-40B4-BE49-F238E27FC236}">
                  <a16:creationId xmlns:a16="http://schemas.microsoft.com/office/drawing/2014/main" id="{F15C733C-17D6-4BE3-A640-B53E6256DBF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3" y="2880"/>
              <a:ext cx="414" cy="197"/>
            </a:xfrm>
            <a:custGeom>
              <a:avLst/>
              <a:gdLst>
                <a:gd name="T0" fmla="*/ 11 w 645"/>
                <a:gd name="T1" fmla="*/ 1 h 309"/>
                <a:gd name="T2" fmla="*/ 3 w 645"/>
                <a:gd name="T3" fmla="*/ 36 h 309"/>
                <a:gd name="T4" fmla="*/ 8 w 645"/>
                <a:gd name="T5" fmla="*/ 58 h 309"/>
                <a:gd name="T6" fmla="*/ 41 w 645"/>
                <a:gd name="T7" fmla="*/ 63 h 309"/>
                <a:gd name="T8" fmla="*/ 63 w 645"/>
                <a:gd name="T9" fmla="*/ 68 h 309"/>
                <a:gd name="T10" fmla="*/ 129 w 645"/>
                <a:gd name="T11" fmla="*/ 75 h 309"/>
                <a:gd name="T12" fmla="*/ 155 w 645"/>
                <a:gd name="T13" fmla="*/ 45 h 309"/>
                <a:gd name="T14" fmla="*/ 127 w 645"/>
                <a:gd name="T15" fmla="*/ 37 h 309"/>
                <a:gd name="T16" fmla="*/ 125 w 645"/>
                <a:gd name="T17" fmla="*/ 43 h 309"/>
                <a:gd name="T18" fmla="*/ 72 w 645"/>
                <a:gd name="T19" fmla="*/ 46 h 309"/>
                <a:gd name="T20" fmla="*/ 18 w 645"/>
                <a:gd name="T21" fmla="*/ 21 h 309"/>
                <a:gd name="T22" fmla="*/ 11 w 645"/>
                <a:gd name="T23" fmla="*/ 1 h 30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645"/>
                <a:gd name="T37" fmla="*/ 0 h 309"/>
                <a:gd name="T38" fmla="*/ 645 w 645"/>
                <a:gd name="T39" fmla="*/ 309 h 309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645" h="309">
                  <a:moveTo>
                    <a:pt x="41" y="4"/>
                  </a:moveTo>
                  <a:cubicBezTo>
                    <a:pt x="32" y="0"/>
                    <a:pt x="0" y="83"/>
                    <a:pt x="13" y="141"/>
                  </a:cubicBezTo>
                  <a:cubicBezTo>
                    <a:pt x="26" y="199"/>
                    <a:pt x="33" y="222"/>
                    <a:pt x="33" y="222"/>
                  </a:cubicBezTo>
                  <a:cubicBezTo>
                    <a:pt x="33" y="222"/>
                    <a:pt x="117" y="237"/>
                    <a:pt x="156" y="243"/>
                  </a:cubicBezTo>
                  <a:cubicBezTo>
                    <a:pt x="196" y="250"/>
                    <a:pt x="206" y="250"/>
                    <a:pt x="237" y="263"/>
                  </a:cubicBezTo>
                  <a:cubicBezTo>
                    <a:pt x="268" y="276"/>
                    <a:pt x="393" y="309"/>
                    <a:pt x="487" y="289"/>
                  </a:cubicBezTo>
                  <a:cubicBezTo>
                    <a:pt x="581" y="269"/>
                    <a:pt x="645" y="205"/>
                    <a:pt x="584" y="172"/>
                  </a:cubicBezTo>
                  <a:cubicBezTo>
                    <a:pt x="523" y="139"/>
                    <a:pt x="496" y="143"/>
                    <a:pt x="482" y="143"/>
                  </a:cubicBezTo>
                  <a:cubicBezTo>
                    <a:pt x="482" y="143"/>
                    <a:pt x="492" y="155"/>
                    <a:pt x="472" y="166"/>
                  </a:cubicBezTo>
                  <a:cubicBezTo>
                    <a:pt x="452" y="178"/>
                    <a:pt x="399" y="214"/>
                    <a:pt x="271" y="177"/>
                  </a:cubicBezTo>
                  <a:cubicBezTo>
                    <a:pt x="130" y="137"/>
                    <a:pt x="77" y="118"/>
                    <a:pt x="67" y="82"/>
                  </a:cubicBezTo>
                  <a:cubicBezTo>
                    <a:pt x="57" y="46"/>
                    <a:pt x="69" y="18"/>
                    <a:pt x="41" y="4"/>
                  </a:cubicBezTo>
                  <a:close/>
                </a:path>
              </a:pathLst>
            </a:custGeom>
            <a:solidFill>
              <a:srgbClr val="1B7B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4378" name="Freeform 365">
              <a:extLst>
                <a:ext uri="{FF2B5EF4-FFF2-40B4-BE49-F238E27FC236}">
                  <a16:creationId xmlns:a16="http://schemas.microsoft.com/office/drawing/2014/main" id="{8459A26B-8A1D-43F6-B691-7F4C2D2FB1C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339" y="2882"/>
              <a:ext cx="398" cy="187"/>
            </a:xfrm>
            <a:custGeom>
              <a:avLst/>
              <a:gdLst>
                <a:gd name="T0" fmla="*/ 11 w 620"/>
                <a:gd name="T1" fmla="*/ 20 h 293"/>
                <a:gd name="T2" fmla="*/ 4 w 620"/>
                <a:gd name="T3" fmla="*/ 1 h 293"/>
                <a:gd name="T4" fmla="*/ 0 w 620"/>
                <a:gd name="T5" fmla="*/ 7 h 293"/>
                <a:gd name="T6" fmla="*/ 5 w 620"/>
                <a:gd name="T7" fmla="*/ 6 h 293"/>
                <a:gd name="T8" fmla="*/ 56 w 620"/>
                <a:gd name="T9" fmla="*/ 45 h 293"/>
                <a:gd name="T10" fmla="*/ 87 w 620"/>
                <a:gd name="T11" fmla="*/ 49 h 293"/>
                <a:gd name="T12" fmla="*/ 65 w 620"/>
                <a:gd name="T13" fmla="*/ 45 h 293"/>
                <a:gd name="T14" fmla="*/ 11 w 620"/>
                <a:gd name="T15" fmla="*/ 20 h 293"/>
                <a:gd name="T16" fmla="*/ 148 w 620"/>
                <a:gd name="T17" fmla="*/ 44 h 293"/>
                <a:gd name="T18" fmla="*/ 121 w 620"/>
                <a:gd name="T19" fmla="*/ 36 h 293"/>
                <a:gd name="T20" fmla="*/ 121 w 620"/>
                <a:gd name="T21" fmla="*/ 37 h 293"/>
                <a:gd name="T22" fmla="*/ 139 w 620"/>
                <a:gd name="T23" fmla="*/ 44 h 293"/>
                <a:gd name="T24" fmla="*/ 113 w 620"/>
                <a:gd name="T25" fmla="*/ 75 h 293"/>
                <a:gd name="T26" fmla="*/ 100 w 620"/>
                <a:gd name="T27" fmla="*/ 76 h 293"/>
                <a:gd name="T28" fmla="*/ 123 w 620"/>
                <a:gd name="T29" fmla="*/ 75 h 293"/>
                <a:gd name="T30" fmla="*/ 148 w 620"/>
                <a:gd name="T31" fmla="*/ 44 h 293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620"/>
                <a:gd name="T49" fmla="*/ 0 h 293"/>
                <a:gd name="T50" fmla="*/ 620 w 620"/>
                <a:gd name="T51" fmla="*/ 293 h 293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620" h="293">
                  <a:moveTo>
                    <a:pt x="42" y="79"/>
                  </a:moveTo>
                  <a:cubicBezTo>
                    <a:pt x="32" y="43"/>
                    <a:pt x="44" y="15"/>
                    <a:pt x="16" y="1"/>
                  </a:cubicBezTo>
                  <a:cubicBezTo>
                    <a:pt x="13" y="0"/>
                    <a:pt x="6" y="10"/>
                    <a:pt x="0" y="26"/>
                  </a:cubicBezTo>
                  <a:cubicBezTo>
                    <a:pt x="3" y="40"/>
                    <a:pt x="19" y="3"/>
                    <a:pt x="19" y="25"/>
                  </a:cubicBezTo>
                  <a:cubicBezTo>
                    <a:pt x="17" y="128"/>
                    <a:pt x="70" y="134"/>
                    <a:pt x="212" y="174"/>
                  </a:cubicBezTo>
                  <a:cubicBezTo>
                    <a:pt x="261" y="189"/>
                    <a:pt x="300" y="192"/>
                    <a:pt x="329" y="190"/>
                  </a:cubicBezTo>
                  <a:cubicBezTo>
                    <a:pt x="306" y="188"/>
                    <a:pt x="279" y="183"/>
                    <a:pt x="246" y="174"/>
                  </a:cubicBezTo>
                  <a:cubicBezTo>
                    <a:pt x="105" y="134"/>
                    <a:pt x="52" y="115"/>
                    <a:pt x="42" y="79"/>
                  </a:cubicBezTo>
                  <a:close/>
                  <a:moveTo>
                    <a:pt x="559" y="169"/>
                  </a:moveTo>
                  <a:cubicBezTo>
                    <a:pt x="498" y="136"/>
                    <a:pt x="471" y="140"/>
                    <a:pt x="457" y="140"/>
                  </a:cubicBezTo>
                  <a:cubicBezTo>
                    <a:pt x="457" y="140"/>
                    <a:pt x="458" y="141"/>
                    <a:pt x="458" y="143"/>
                  </a:cubicBezTo>
                  <a:cubicBezTo>
                    <a:pt x="474" y="146"/>
                    <a:pt x="495" y="154"/>
                    <a:pt x="524" y="169"/>
                  </a:cubicBezTo>
                  <a:cubicBezTo>
                    <a:pt x="585" y="202"/>
                    <a:pt x="521" y="266"/>
                    <a:pt x="427" y="286"/>
                  </a:cubicBezTo>
                  <a:cubicBezTo>
                    <a:pt x="412" y="289"/>
                    <a:pt x="395" y="291"/>
                    <a:pt x="378" y="292"/>
                  </a:cubicBezTo>
                  <a:cubicBezTo>
                    <a:pt x="407" y="293"/>
                    <a:pt x="436" y="292"/>
                    <a:pt x="462" y="286"/>
                  </a:cubicBezTo>
                  <a:cubicBezTo>
                    <a:pt x="556" y="266"/>
                    <a:pt x="620" y="202"/>
                    <a:pt x="559" y="169"/>
                  </a:cubicBezTo>
                  <a:close/>
                </a:path>
              </a:pathLst>
            </a:custGeom>
            <a:solidFill>
              <a:srgbClr val="2595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4379" name="Freeform 366">
              <a:extLst>
                <a:ext uri="{FF2B5EF4-FFF2-40B4-BE49-F238E27FC236}">
                  <a16:creationId xmlns:a16="http://schemas.microsoft.com/office/drawing/2014/main" id="{9D84A6DF-E71E-4F8C-B461-2A0B4BCF1F2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3" y="2880"/>
              <a:ext cx="414" cy="197"/>
            </a:xfrm>
            <a:custGeom>
              <a:avLst/>
              <a:gdLst>
                <a:gd name="T0" fmla="*/ 11 w 645"/>
                <a:gd name="T1" fmla="*/ 1 h 309"/>
                <a:gd name="T2" fmla="*/ 3 w 645"/>
                <a:gd name="T3" fmla="*/ 36 h 309"/>
                <a:gd name="T4" fmla="*/ 8 w 645"/>
                <a:gd name="T5" fmla="*/ 58 h 309"/>
                <a:gd name="T6" fmla="*/ 41 w 645"/>
                <a:gd name="T7" fmla="*/ 63 h 309"/>
                <a:gd name="T8" fmla="*/ 63 w 645"/>
                <a:gd name="T9" fmla="*/ 68 h 309"/>
                <a:gd name="T10" fmla="*/ 129 w 645"/>
                <a:gd name="T11" fmla="*/ 75 h 309"/>
                <a:gd name="T12" fmla="*/ 155 w 645"/>
                <a:gd name="T13" fmla="*/ 45 h 309"/>
                <a:gd name="T14" fmla="*/ 127 w 645"/>
                <a:gd name="T15" fmla="*/ 37 h 309"/>
                <a:gd name="T16" fmla="*/ 125 w 645"/>
                <a:gd name="T17" fmla="*/ 43 h 309"/>
                <a:gd name="T18" fmla="*/ 72 w 645"/>
                <a:gd name="T19" fmla="*/ 46 h 309"/>
                <a:gd name="T20" fmla="*/ 18 w 645"/>
                <a:gd name="T21" fmla="*/ 21 h 309"/>
                <a:gd name="T22" fmla="*/ 11 w 645"/>
                <a:gd name="T23" fmla="*/ 1 h 30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645"/>
                <a:gd name="T37" fmla="*/ 0 h 309"/>
                <a:gd name="T38" fmla="*/ 645 w 645"/>
                <a:gd name="T39" fmla="*/ 309 h 309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645" h="309">
                  <a:moveTo>
                    <a:pt x="41" y="4"/>
                  </a:moveTo>
                  <a:cubicBezTo>
                    <a:pt x="32" y="0"/>
                    <a:pt x="0" y="83"/>
                    <a:pt x="13" y="141"/>
                  </a:cubicBezTo>
                  <a:cubicBezTo>
                    <a:pt x="26" y="199"/>
                    <a:pt x="33" y="222"/>
                    <a:pt x="33" y="222"/>
                  </a:cubicBezTo>
                  <a:cubicBezTo>
                    <a:pt x="33" y="222"/>
                    <a:pt x="117" y="237"/>
                    <a:pt x="156" y="243"/>
                  </a:cubicBezTo>
                  <a:cubicBezTo>
                    <a:pt x="196" y="250"/>
                    <a:pt x="206" y="250"/>
                    <a:pt x="237" y="263"/>
                  </a:cubicBezTo>
                  <a:cubicBezTo>
                    <a:pt x="268" y="276"/>
                    <a:pt x="393" y="309"/>
                    <a:pt x="487" y="289"/>
                  </a:cubicBezTo>
                  <a:cubicBezTo>
                    <a:pt x="581" y="269"/>
                    <a:pt x="645" y="205"/>
                    <a:pt x="584" y="172"/>
                  </a:cubicBezTo>
                  <a:cubicBezTo>
                    <a:pt x="523" y="139"/>
                    <a:pt x="496" y="143"/>
                    <a:pt x="482" y="143"/>
                  </a:cubicBezTo>
                  <a:cubicBezTo>
                    <a:pt x="482" y="143"/>
                    <a:pt x="492" y="155"/>
                    <a:pt x="472" y="166"/>
                  </a:cubicBezTo>
                  <a:cubicBezTo>
                    <a:pt x="452" y="178"/>
                    <a:pt x="399" y="214"/>
                    <a:pt x="271" y="177"/>
                  </a:cubicBezTo>
                  <a:cubicBezTo>
                    <a:pt x="130" y="137"/>
                    <a:pt x="77" y="118"/>
                    <a:pt x="67" y="82"/>
                  </a:cubicBezTo>
                  <a:cubicBezTo>
                    <a:pt x="57" y="46"/>
                    <a:pt x="69" y="18"/>
                    <a:pt x="41" y="4"/>
                  </a:cubicBezTo>
                  <a:close/>
                </a:path>
              </a:pathLst>
            </a:custGeom>
            <a:noFill/>
            <a:ln w="2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4380" name="Freeform 367">
              <a:extLst>
                <a:ext uri="{FF2B5EF4-FFF2-40B4-BE49-F238E27FC236}">
                  <a16:creationId xmlns:a16="http://schemas.microsoft.com/office/drawing/2014/main" id="{738C814E-1474-4A4E-91BA-3400C322612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2" y="2885"/>
              <a:ext cx="253" cy="86"/>
            </a:xfrm>
            <a:custGeom>
              <a:avLst/>
              <a:gdLst>
                <a:gd name="T0" fmla="*/ 46 w 393"/>
                <a:gd name="T1" fmla="*/ 0 h 134"/>
                <a:gd name="T2" fmla="*/ 64 w 393"/>
                <a:gd name="T3" fmla="*/ 3 h 134"/>
                <a:gd name="T4" fmla="*/ 98 w 393"/>
                <a:gd name="T5" fmla="*/ 12 h 134"/>
                <a:gd name="T6" fmla="*/ 86 w 393"/>
                <a:gd name="T7" fmla="*/ 33 h 134"/>
                <a:gd name="T8" fmla="*/ 51 w 393"/>
                <a:gd name="T9" fmla="*/ 34 h 134"/>
                <a:gd name="T10" fmla="*/ 42 w 393"/>
                <a:gd name="T11" fmla="*/ 30 h 134"/>
                <a:gd name="T12" fmla="*/ 32 w 393"/>
                <a:gd name="T13" fmla="*/ 24 h 134"/>
                <a:gd name="T14" fmla="*/ 20 w 393"/>
                <a:gd name="T15" fmla="*/ 15 h 134"/>
                <a:gd name="T16" fmla="*/ 8 w 393"/>
                <a:gd name="T17" fmla="*/ 9 h 134"/>
                <a:gd name="T18" fmla="*/ 0 w 393"/>
                <a:gd name="T19" fmla="*/ 2 h 134"/>
                <a:gd name="T20" fmla="*/ 48 w 393"/>
                <a:gd name="T21" fmla="*/ 9 h 134"/>
                <a:gd name="T22" fmla="*/ 52 w 393"/>
                <a:gd name="T23" fmla="*/ 3 h 134"/>
                <a:gd name="T24" fmla="*/ 46 w 393"/>
                <a:gd name="T25" fmla="*/ 0 h 13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393"/>
                <a:gd name="T40" fmla="*/ 0 h 134"/>
                <a:gd name="T41" fmla="*/ 393 w 393"/>
                <a:gd name="T42" fmla="*/ 134 h 134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393" h="134">
                  <a:moveTo>
                    <a:pt x="174" y="0"/>
                  </a:moveTo>
                  <a:cubicBezTo>
                    <a:pt x="174" y="0"/>
                    <a:pt x="212" y="2"/>
                    <a:pt x="242" y="11"/>
                  </a:cubicBezTo>
                  <a:cubicBezTo>
                    <a:pt x="272" y="19"/>
                    <a:pt x="353" y="30"/>
                    <a:pt x="366" y="46"/>
                  </a:cubicBezTo>
                  <a:cubicBezTo>
                    <a:pt x="378" y="63"/>
                    <a:pt x="393" y="116"/>
                    <a:pt x="322" y="125"/>
                  </a:cubicBezTo>
                  <a:cubicBezTo>
                    <a:pt x="251" y="134"/>
                    <a:pt x="191" y="129"/>
                    <a:pt x="191" y="129"/>
                  </a:cubicBezTo>
                  <a:cubicBezTo>
                    <a:pt x="191" y="129"/>
                    <a:pt x="164" y="115"/>
                    <a:pt x="157" y="110"/>
                  </a:cubicBezTo>
                  <a:cubicBezTo>
                    <a:pt x="150" y="105"/>
                    <a:pt x="125" y="93"/>
                    <a:pt x="119" y="91"/>
                  </a:cubicBezTo>
                  <a:cubicBezTo>
                    <a:pt x="113" y="88"/>
                    <a:pt x="83" y="63"/>
                    <a:pt x="75" y="58"/>
                  </a:cubicBezTo>
                  <a:cubicBezTo>
                    <a:pt x="67" y="54"/>
                    <a:pt x="36" y="39"/>
                    <a:pt x="31" y="34"/>
                  </a:cubicBezTo>
                  <a:cubicBezTo>
                    <a:pt x="27" y="29"/>
                    <a:pt x="0" y="6"/>
                    <a:pt x="0" y="6"/>
                  </a:cubicBezTo>
                  <a:cubicBezTo>
                    <a:pt x="0" y="6"/>
                    <a:pt x="124" y="65"/>
                    <a:pt x="178" y="35"/>
                  </a:cubicBezTo>
                  <a:cubicBezTo>
                    <a:pt x="201" y="22"/>
                    <a:pt x="193" y="11"/>
                    <a:pt x="193" y="11"/>
                  </a:cubicBezTo>
                  <a:lnTo>
                    <a:pt x="174" y="0"/>
                  </a:lnTo>
                  <a:close/>
                </a:path>
              </a:pathLst>
            </a:custGeom>
            <a:noFill/>
            <a:ln w="2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4381" name="Freeform 368">
              <a:extLst>
                <a:ext uri="{FF2B5EF4-FFF2-40B4-BE49-F238E27FC236}">
                  <a16:creationId xmlns:a16="http://schemas.microsoft.com/office/drawing/2014/main" id="{9C26EE7F-34C2-444E-B55D-154A99CCF1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0" y="3004"/>
              <a:ext cx="188" cy="59"/>
            </a:xfrm>
            <a:custGeom>
              <a:avLst/>
              <a:gdLst>
                <a:gd name="T0" fmla="*/ 0 w 293"/>
                <a:gd name="T1" fmla="*/ 0 h 91"/>
                <a:gd name="T2" fmla="*/ 35 w 293"/>
                <a:gd name="T3" fmla="*/ 8 h 91"/>
                <a:gd name="T4" fmla="*/ 78 w 293"/>
                <a:gd name="T5" fmla="*/ 25 h 91"/>
                <a:gd name="T6" fmla="*/ 0 60000 65536"/>
                <a:gd name="T7" fmla="*/ 0 60000 65536"/>
                <a:gd name="T8" fmla="*/ 0 60000 65536"/>
                <a:gd name="T9" fmla="*/ 0 w 293"/>
                <a:gd name="T10" fmla="*/ 0 h 91"/>
                <a:gd name="T11" fmla="*/ 293 w 293"/>
                <a:gd name="T12" fmla="*/ 91 h 91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93" h="91">
                  <a:moveTo>
                    <a:pt x="0" y="0"/>
                  </a:moveTo>
                  <a:cubicBezTo>
                    <a:pt x="0" y="0"/>
                    <a:pt x="103" y="21"/>
                    <a:pt x="132" y="30"/>
                  </a:cubicBezTo>
                  <a:cubicBezTo>
                    <a:pt x="161" y="38"/>
                    <a:pt x="219" y="80"/>
                    <a:pt x="293" y="91"/>
                  </a:cubicBezTo>
                </a:path>
              </a:pathLst>
            </a:custGeom>
            <a:noFill/>
            <a:ln w="2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4382" name="Freeform 369">
              <a:extLst>
                <a:ext uri="{FF2B5EF4-FFF2-40B4-BE49-F238E27FC236}">
                  <a16:creationId xmlns:a16="http://schemas.microsoft.com/office/drawing/2014/main" id="{F9F091EC-1803-42B5-99D4-A4BC91810CC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4" y="933"/>
              <a:ext cx="212" cy="219"/>
            </a:xfrm>
            <a:custGeom>
              <a:avLst/>
              <a:gdLst>
                <a:gd name="T0" fmla="*/ 0 w 331"/>
                <a:gd name="T1" fmla="*/ 0 h 343"/>
                <a:gd name="T2" fmla="*/ 47 w 331"/>
                <a:gd name="T3" fmla="*/ 30 h 343"/>
                <a:gd name="T4" fmla="*/ 77 w 331"/>
                <a:gd name="T5" fmla="*/ 52 h 343"/>
                <a:gd name="T6" fmla="*/ 74 w 331"/>
                <a:gd name="T7" fmla="*/ 89 h 343"/>
                <a:gd name="T8" fmla="*/ 60 w 331"/>
                <a:gd name="T9" fmla="*/ 51 h 343"/>
                <a:gd name="T10" fmla="*/ 0 w 331"/>
                <a:gd name="T11" fmla="*/ 0 h 34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331"/>
                <a:gd name="T19" fmla="*/ 0 h 343"/>
                <a:gd name="T20" fmla="*/ 331 w 331"/>
                <a:gd name="T21" fmla="*/ 343 h 34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331" h="343">
                  <a:moveTo>
                    <a:pt x="0" y="0"/>
                  </a:moveTo>
                  <a:cubicBezTo>
                    <a:pt x="0" y="0"/>
                    <a:pt x="135" y="81"/>
                    <a:pt x="181" y="115"/>
                  </a:cubicBezTo>
                  <a:cubicBezTo>
                    <a:pt x="226" y="150"/>
                    <a:pt x="295" y="199"/>
                    <a:pt x="295" y="199"/>
                  </a:cubicBezTo>
                  <a:cubicBezTo>
                    <a:pt x="295" y="199"/>
                    <a:pt x="325" y="300"/>
                    <a:pt x="281" y="343"/>
                  </a:cubicBezTo>
                  <a:cubicBezTo>
                    <a:pt x="281" y="343"/>
                    <a:pt x="331" y="265"/>
                    <a:pt x="230" y="195"/>
                  </a:cubicBezTo>
                  <a:cubicBezTo>
                    <a:pt x="129" y="124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2590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4383" name="Freeform 370">
              <a:extLst>
                <a:ext uri="{FF2B5EF4-FFF2-40B4-BE49-F238E27FC236}">
                  <a16:creationId xmlns:a16="http://schemas.microsoft.com/office/drawing/2014/main" id="{5ADA72CC-D1BA-4F68-8ACF-A7DB613486A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8" y="1196"/>
              <a:ext cx="212" cy="411"/>
            </a:xfrm>
            <a:custGeom>
              <a:avLst/>
              <a:gdLst>
                <a:gd name="T0" fmla="*/ 0 w 330"/>
                <a:gd name="T1" fmla="*/ 0 h 643"/>
                <a:gd name="T2" fmla="*/ 40 w 330"/>
                <a:gd name="T3" fmla="*/ 168 h 643"/>
                <a:gd name="T4" fmla="*/ 0 w 330"/>
                <a:gd name="T5" fmla="*/ 0 h 643"/>
                <a:gd name="T6" fmla="*/ 0 60000 65536"/>
                <a:gd name="T7" fmla="*/ 0 60000 65536"/>
                <a:gd name="T8" fmla="*/ 0 60000 65536"/>
                <a:gd name="T9" fmla="*/ 0 w 330"/>
                <a:gd name="T10" fmla="*/ 0 h 643"/>
                <a:gd name="T11" fmla="*/ 330 w 330"/>
                <a:gd name="T12" fmla="*/ 643 h 643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30" h="643">
                  <a:moveTo>
                    <a:pt x="0" y="0"/>
                  </a:moveTo>
                  <a:cubicBezTo>
                    <a:pt x="0" y="0"/>
                    <a:pt x="330" y="258"/>
                    <a:pt x="150" y="643"/>
                  </a:cubicBezTo>
                  <a:cubicBezTo>
                    <a:pt x="150" y="643"/>
                    <a:pt x="308" y="321"/>
                    <a:pt x="0" y="0"/>
                  </a:cubicBezTo>
                  <a:close/>
                </a:path>
              </a:pathLst>
            </a:custGeom>
            <a:solidFill>
              <a:srgbClr val="2590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4384" name="Freeform 371">
              <a:extLst>
                <a:ext uri="{FF2B5EF4-FFF2-40B4-BE49-F238E27FC236}">
                  <a16:creationId xmlns:a16="http://schemas.microsoft.com/office/drawing/2014/main" id="{8772820E-A4E8-4911-A069-C57ABA63664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8" y="1193"/>
              <a:ext cx="132" cy="49"/>
            </a:xfrm>
            <a:custGeom>
              <a:avLst/>
              <a:gdLst>
                <a:gd name="T0" fmla="*/ 38 w 206"/>
                <a:gd name="T1" fmla="*/ 3 h 76"/>
                <a:gd name="T2" fmla="*/ 32 w 206"/>
                <a:gd name="T3" fmla="*/ 4 h 76"/>
                <a:gd name="T4" fmla="*/ 22 w 206"/>
                <a:gd name="T5" fmla="*/ 8 h 76"/>
                <a:gd name="T6" fmla="*/ 10 w 206"/>
                <a:gd name="T7" fmla="*/ 13 h 76"/>
                <a:gd name="T8" fmla="*/ 0 w 206"/>
                <a:gd name="T9" fmla="*/ 17 h 76"/>
                <a:gd name="T10" fmla="*/ 16 w 206"/>
                <a:gd name="T11" fmla="*/ 14 h 76"/>
                <a:gd name="T12" fmla="*/ 28 w 206"/>
                <a:gd name="T13" fmla="*/ 11 h 76"/>
                <a:gd name="T14" fmla="*/ 36 w 206"/>
                <a:gd name="T15" fmla="*/ 9 h 76"/>
                <a:gd name="T16" fmla="*/ 54 w 206"/>
                <a:gd name="T17" fmla="*/ 21 h 76"/>
                <a:gd name="T18" fmla="*/ 46 w 206"/>
                <a:gd name="T19" fmla="*/ 11 h 76"/>
                <a:gd name="T20" fmla="*/ 38 w 206"/>
                <a:gd name="T21" fmla="*/ 2 h 7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206"/>
                <a:gd name="T34" fmla="*/ 0 h 76"/>
                <a:gd name="T35" fmla="*/ 206 w 206"/>
                <a:gd name="T36" fmla="*/ 76 h 7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206" h="76">
                  <a:moveTo>
                    <a:pt x="143" y="10"/>
                  </a:moveTo>
                  <a:cubicBezTo>
                    <a:pt x="133" y="0"/>
                    <a:pt x="129" y="8"/>
                    <a:pt x="122" y="14"/>
                  </a:cubicBezTo>
                  <a:cubicBezTo>
                    <a:pt x="110" y="23"/>
                    <a:pt x="100" y="25"/>
                    <a:pt x="86" y="30"/>
                  </a:cubicBezTo>
                  <a:cubicBezTo>
                    <a:pt x="69" y="35"/>
                    <a:pt x="53" y="39"/>
                    <a:pt x="37" y="48"/>
                  </a:cubicBezTo>
                  <a:cubicBezTo>
                    <a:pt x="26" y="54"/>
                    <a:pt x="13" y="62"/>
                    <a:pt x="0" y="64"/>
                  </a:cubicBezTo>
                  <a:cubicBezTo>
                    <a:pt x="18" y="64"/>
                    <a:pt x="41" y="52"/>
                    <a:pt x="61" y="49"/>
                  </a:cubicBezTo>
                  <a:cubicBezTo>
                    <a:pt x="77" y="46"/>
                    <a:pt x="91" y="47"/>
                    <a:pt x="107" y="40"/>
                  </a:cubicBezTo>
                  <a:cubicBezTo>
                    <a:pt x="118" y="35"/>
                    <a:pt x="122" y="31"/>
                    <a:pt x="135" y="32"/>
                  </a:cubicBezTo>
                  <a:cubicBezTo>
                    <a:pt x="166" y="35"/>
                    <a:pt x="185" y="56"/>
                    <a:pt x="206" y="76"/>
                  </a:cubicBezTo>
                  <a:cubicBezTo>
                    <a:pt x="195" y="65"/>
                    <a:pt x="186" y="53"/>
                    <a:pt x="176" y="41"/>
                  </a:cubicBezTo>
                  <a:cubicBezTo>
                    <a:pt x="168" y="32"/>
                    <a:pt x="149" y="19"/>
                    <a:pt x="146" y="8"/>
                  </a:cubicBezTo>
                </a:path>
              </a:pathLst>
            </a:custGeom>
            <a:solidFill>
              <a:srgbClr val="2590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</p:grpSp>
      <p:grpSp>
        <p:nvGrpSpPr>
          <p:cNvPr id="44037" name="pregnant-woman-profile-view-illustration">
            <a:extLst>
              <a:ext uri="{FF2B5EF4-FFF2-40B4-BE49-F238E27FC236}">
                <a16:creationId xmlns:a16="http://schemas.microsoft.com/office/drawing/2014/main" id="{48E1EA0D-F7C6-4C2D-A347-E499A2AC07CC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4038600" y="1355725"/>
            <a:ext cx="1233488" cy="4951413"/>
            <a:chOff x="225" y="315"/>
            <a:chExt cx="675" cy="2709"/>
          </a:xfrm>
        </p:grpSpPr>
        <p:sp>
          <p:nvSpPr>
            <p:cNvPr id="44038" name="AutoShape 373">
              <a:extLst>
                <a:ext uri="{FF2B5EF4-FFF2-40B4-BE49-F238E27FC236}">
                  <a16:creationId xmlns:a16="http://schemas.microsoft.com/office/drawing/2014/main" id="{93BB2249-20F2-4ADE-8541-623F48885EF5}"/>
                </a:ext>
              </a:extLst>
            </p:cNvPr>
            <p:cNvSpPr>
              <a:spLocks noChangeAspect="1" noChangeArrowheads="1" noTextEdit="1"/>
            </p:cNvSpPr>
            <p:nvPr/>
          </p:nvSpPr>
          <p:spPr bwMode="auto">
            <a:xfrm>
              <a:off x="225" y="315"/>
              <a:ext cx="675" cy="270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4039" name="Freeform 375">
              <a:extLst>
                <a:ext uri="{FF2B5EF4-FFF2-40B4-BE49-F238E27FC236}">
                  <a16:creationId xmlns:a16="http://schemas.microsoft.com/office/drawing/2014/main" id="{0684F198-3D9C-44DD-98D2-0996342DF4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" y="298"/>
              <a:ext cx="616" cy="2724"/>
            </a:xfrm>
            <a:custGeom>
              <a:avLst/>
              <a:gdLst>
                <a:gd name="T0" fmla="*/ 163 w 955"/>
                <a:gd name="T1" fmla="*/ 79 h 4232"/>
                <a:gd name="T2" fmla="*/ 172 w 955"/>
                <a:gd name="T3" fmla="*/ 104 h 4232"/>
                <a:gd name="T4" fmla="*/ 177 w 955"/>
                <a:gd name="T5" fmla="*/ 118 h 4232"/>
                <a:gd name="T6" fmla="*/ 165 w 955"/>
                <a:gd name="T7" fmla="*/ 135 h 4232"/>
                <a:gd name="T8" fmla="*/ 162 w 955"/>
                <a:gd name="T9" fmla="*/ 146 h 4232"/>
                <a:gd name="T10" fmla="*/ 157 w 955"/>
                <a:gd name="T11" fmla="*/ 163 h 4232"/>
                <a:gd name="T12" fmla="*/ 126 w 955"/>
                <a:gd name="T13" fmla="*/ 172 h 4232"/>
                <a:gd name="T14" fmla="*/ 115 w 955"/>
                <a:gd name="T15" fmla="*/ 208 h 4232"/>
                <a:gd name="T16" fmla="*/ 127 w 955"/>
                <a:gd name="T17" fmla="*/ 228 h 4232"/>
                <a:gd name="T18" fmla="*/ 195 w 955"/>
                <a:gd name="T19" fmla="*/ 284 h 4232"/>
                <a:gd name="T20" fmla="*/ 223 w 955"/>
                <a:gd name="T21" fmla="*/ 315 h 4232"/>
                <a:gd name="T22" fmla="*/ 195 w 955"/>
                <a:gd name="T23" fmla="*/ 347 h 4232"/>
                <a:gd name="T24" fmla="*/ 249 w 955"/>
                <a:gd name="T25" fmla="*/ 467 h 4232"/>
                <a:gd name="T26" fmla="*/ 149 w 955"/>
                <a:gd name="T27" fmla="*/ 588 h 4232"/>
                <a:gd name="T28" fmla="*/ 119 w 955"/>
                <a:gd name="T29" fmla="*/ 799 h 4232"/>
                <a:gd name="T30" fmla="*/ 115 w 955"/>
                <a:gd name="T31" fmla="*/ 828 h 4232"/>
                <a:gd name="T32" fmla="*/ 91 w 955"/>
                <a:gd name="T33" fmla="*/ 947 h 4232"/>
                <a:gd name="T34" fmla="*/ 129 w 955"/>
                <a:gd name="T35" fmla="*/ 1056 h 4232"/>
                <a:gd name="T36" fmla="*/ 160 w 955"/>
                <a:gd name="T37" fmla="*/ 1066 h 4232"/>
                <a:gd name="T38" fmla="*/ 183 w 955"/>
                <a:gd name="T39" fmla="*/ 1072 h 4232"/>
                <a:gd name="T40" fmla="*/ 166 w 955"/>
                <a:gd name="T41" fmla="*/ 1087 h 4232"/>
                <a:gd name="T42" fmla="*/ 155 w 955"/>
                <a:gd name="T43" fmla="*/ 1084 h 4232"/>
                <a:gd name="T44" fmla="*/ 133 w 955"/>
                <a:gd name="T45" fmla="*/ 1087 h 4232"/>
                <a:gd name="T46" fmla="*/ 133 w 955"/>
                <a:gd name="T47" fmla="*/ 1090 h 4232"/>
                <a:gd name="T48" fmla="*/ 158 w 955"/>
                <a:gd name="T49" fmla="*/ 1101 h 4232"/>
                <a:gd name="T50" fmla="*/ 170 w 955"/>
                <a:gd name="T51" fmla="*/ 1104 h 4232"/>
                <a:gd name="T52" fmla="*/ 168 w 955"/>
                <a:gd name="T53" fmla="*/ 1116 h 4232"/>
                <a:gd name="T54" fmla="*/ 161 w 955"/>
                <a:gd name="T55" fmla="*/ 1121 h 4232"/>
                <a:gd name="T56" fmla="*/ 152 w 955"/>
                <a:gd name="T57" fmla="*/ 1126 h 4232"/>
                <a:gd name="T58" fmla="*/ 140 w 955"/>
                <a:gd name="T59" fmla="*/ 1128 h 4232"/>
                <a:gd name="T60" fmla="*/ 126 w 955"/>
                <a:gd name="T61" fmla="*/ 1124 h 4232"/>
                <a:gd name="T62" fmla="*/ 113 w 955"/>
                <a:gd name="T63" fmla="*/ 1126 h 4232"/>
                <a:gd name="T64" fmla="*/ 91 w 955"/>
                <a:gd name="T65" fmla="*/ 1124 h 4232"/>
                <a:gd name="T66" fmla="*/ 23 w 955"/>
                <a:gd name="T67" fmla="*/ 1101 h 4232"/>
                <a:gd name="T68" fmla="*/ 30 w 955"/>
                <a:gd name="T69" fmla="*/ 1036 h 4232"/>
                <a:gd name="T70" fmla="*/ 32 w 955"/>
                <a:gd name="T71" fmla="*/ 861 h 4232"/>
                <a:gd name="T72" fmla="*/ 39 w 955"/>
                <a:gd name="T73" fmla="*/ 813 h 4232"/>
                <a:gd name="T74" fmla="*/ 32 w 955"/>
                <a:gd name="T75" fmla="*/ 675 h 4232"/>
                <a:gd name="T76" fmla="*/ 3 w 955"/>
                <a:gd name="T77" fmla="*/ 555 h 4232"/>
                <a:gd name="T78" fmla="*/ 54 w 955"/>
                <a:gd name="T79" fmla="*/ 464 h 4232"/>
                <a:gd name="T80" fmla="*/ 37 w 955"/>
                <a:gd name="T81" fmla="*/ 411 h 4232"/>
                <a:gd name="T82" fmla="*/ 29 w 955"/>
                <a:gd name="T83" fmla="*/ 303 h 4232"/>
                <a:gd name="T84" fmla="*/ 32 w 955"/>
                <a:gd name="T85" fmla="*/ 203 h 4232"/>
                <a:gd name="T86" fmla="*/ 55 w 955"/>
                <a:gd name="T87" fmla="*/ 142 h 4232"/>
                <a:gd name="T88" fmla="*/ 143 w 955"/>
                <a:gd name="T89" fmla="*/ 35 h 4232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955"/>
                <a:gd name="T136" fmla="*/ 0 h 4232"/>
                <a:gd name="T137" fmla="*/ 955 w 955"/>
                <a:gd name="T138" fmla="*/ 4232 h 4232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955" h="4232">
                  <a:moveTo>
                    <a:pt x="533" y="131"/>
                  </a:moveTo>
                  <a:cubicBezTo>
                    <a:pt x="533" y="131"/>
                    <a:pt x="594" y="175"/>
                    <a:pt x="607" y="294"/>
                  </a:cubicBezTo>
                  <a:cubicBezTo>
                    <a:pt x="611" y="326"/>
                    <a:pt x="605" y="339"/>
                    <a:pt x="614" y="352"/>
                  </a:cubicBezTo>
                  <a:cubicBezTo>
                    <a:pt x="623" y="365"/>
                    <a:pt x="637" y="384"/>
                    <a:pt x="642" y="392"/>
                  </a:cubicBezTo>
                  <a:cubicBezTo>
                    <a:pt x="647" y="401"/>
                    <a:pt x="655" y="414"/>
                    <a:pt x="662" y="419"/>
                  </a:cubicBezTo>
                  <a:cubicBezTo>
                    <a:pt x="668" y="425"/>
                    <a:pt x="663" y="437"/>
                    <a:pt x="659" y="442"/>
                  </a:cubicBezTo>
                  <a:cubicBezTo>
                    <a:pt x="654" y="448"/>
                    <a:pt x="646" y="456"/>
                    <a:pt x="623" y="469"/>
                  </a:cubicBezTo>
                  <a:cubicBezTo>
                    <a:pt x="620" y="471"/>
                    <a:pt x="605" y="479"/>
                    <a:pt x="616" y="504"/>
                  </a:cubicBezTo>
                  <a:cubicBezTo>
                    <a:pt x="616" y="504"/>
                    <a:pt x="625" y="515"/>
                    <a:pt x="605" y="526"/>
                  </a:cubicBezTo>
                  <a:cubicBezTo>
                    <a:pt x="605" y="526"/>
                    <a:pt x="608" y="543"/>
                    <a:pt x="603" y="548"/>
                  </a:cubicBezTo>
                  <a:cubicBezTo>
                    <a:pt x="597" y="552"/>
                    <a:pt x="589" y="561"/>
                    <a:pt x="589" y="564"/>
                  </a:cubicBezTo>
                  <a:cubicBezTo>
                    <a:pt x="589" y="567"/>
                    <a:pt x="591" y="602"/>
                    <a:pt x="585" y="614"/>
                  </a:cubicBezTo>
                  <a:cubicBezTo>
                    <a:pt x="581" y="624"/>
                    <a:pt x="579" y="637"/>
                    <a:pt x="545" y="642"/>
                  </a:cubicBezTo>
                  <a:cubicBezTo>
                    <a:pt x="511" y="647"/>
                    <a:pt x="473" y="642"/>
                    <a:pt x="470" y="645"/>
                  </a:cubicBezTo>
                  <a:cubicBezTo>
                    <a:pt x="466" y="648"/>
                    <a:pt x="436" y="662"/>
                    <a:pt x="420" y="751"/>
                  </a:cubicBezTo>
                  <a:cubicBezTo>
                    <a:pt x="419" y="759"/>
                    <a:pt x="422" y="768"/>
                    <a:pt x="430" y="780"/>
                  </a:cubicBezTo>
                  <a:cubicBezTo>
                    <a:pt x="437" y="792"/>
                    <a:pt x="449" y="807"/>
                    <a:pt x="453" y="821"/>
                  </a:cubicBezTo>
                  <a:cubicBezTo>
                    <a:pt x="457" y="835"/>
                    <a:pt x="461" y="841"/>
                    <a:pt x="474" y="855"/>
                  </a:cubicBezTo>
                  <a:cubicBezTo>
                    <a:pt x="488" y="870"/>
                    <a:pt x="546" y="932"/>
                    <a:pt x="558" y="942"/>
                  </a:cubicBezTo>
                  <a:cubicBezTo>
                    <a:pt x="600" y="976"/>
                    <a:pt x="690" y="1043"/>
                    <a:pt x="725" y="1064"/>
                  </a:cubicBezTo>
                  <a:cubicBezTo>
                    <a:pt x="760" y="1085"/>
                    <a:pt x="792" y="1102"/>
                    <a:pt x="809" y="1139"/>
                  </a:cubicBezTo>
                  <a:cubicBezTo>
                    <a:pt x="826" y="1175"/>
                    <a:pt x="830" y="1161"/>
                    <a:pt x="830" y="1179"/>
                  </a:cubicBezTo>
                  <a:cubicBezTo>
                    <a:pt x="830" y="1196"/>
                    <a:pt x="822" y="1194"/>
                    <a:pt x="819" y="1209"/>
                  </a:cubicBezTo>
                  <a:cubicBezTo>
                    <a:pt x="816" y="1223"/>
                    <a:pt x="798" y="1288"/>
                    <a:pt x="726" y="1300"/>
                  </a:cubicBezTo>
                  <a:cubicBezTo>
                    <a:pt x="726" y="1300"/>
                    <a:pt x="714" y="1311"/>
                    <a:pt x="720" y="1319"/>
                  </a:cubicBezTo>
                  <a:cubicBezTo>
                    <a:pt x="726" y="1327"/>
                    <a:pt x="955" y="1521"/>
                    <a:pt x="927" y="1753"/>
                  </a:cubicBezTo>
                  <a:cubicBezTo>
                    <a:pt x="899" y="1985"/>
                    <a:pt x="820" y="2052"/>
                    <a:pt x="642" y="2129"/>
                  </a:cubicBezTo>
                  <a:cubicBezTo>
                    <a:pt x="617" y="2140"/>
                    <a:pt x="560" y="2148"/>
                    <a:pt x="555" y="2203"/>
                  </a:cubicBezTo>
                  <a:cubicBezTo>
                    <a:pt x="550" y="2257"/>
                    <a:pt x="588" y="2477"/>
                    <a:pt x="480" y="2847"/>
                  </a:cubicBezTo>
                  <a:cubicBezTo>
                    <a:pt x="464" y="2902"/>
                    <a:pt x="442" y="2973"/>
                    <a:pt x="444" y="2997"/>
                  </a:cubicBezTo>
                  <a:cubicBezTo>
                    <a:pt x="445" y="3021"/>
                    <a:pt x="445" y="3030"/>
                    <a:pt x="440" y="3038"/>
                  </a:cubicBezTo>
                  <a:cubicBezTo>
                    <a:pt x="436" y="3046"/>
                    <a:pt x="438" y="3079"/>
                    <a:pt x="429" y="3105"/>
                  </a:cubicBezTo>
                  <a:cubicBezTo>
                    <a:pt x="420" y="3131"/>
                    <a:pt x="383" y="3199"/>
                    <a:pt x="376" y="3262"/>
                  </a:cubicBezTo>
                  <a:cubicBezTo>
                    <a:pt x="369" y="3325"/>
                    <a:pt x="346" y="3514"/>
                    <a:pt x="340" y="3552"/>
                  </a:cubicBezTo>
                  <a:cubicBezTo>
                    <a:pt x="334" y="3590"/>
                    <a:pt x="302" y="3860"/>
                    <a:pt x="372" y="3900"/>
                  </a:cubicBezTo>
                  <a:cubicBezTo>
                    <a:pt x="442" y="3940"/>
                    <a:pt x="456" y="3944"/>
                    <a:pt x="481" y="3959"/>
                  </a:cubicBezTo>
                  <a:cubicBezTo>
                    <a:pt x="506" y="3974"/>
                    <a:pt x="534" y="3987"/>
                    <a:pt x="554" y="3990"/>
                  </a:cubicBezTo>
                  <a:cubicBezTo>
                    <a:pt x="574" y="3993"/>
                    <a:pt x="587" y="3992"/>
                    <a:pt x="596" y="3998"/>
                  </a:cubicBezTo>
                  <a:cubicBezTo>
                    <a:pt x="606" y="4005"/>
                    <a:pt x="615" y="4015"/>
                    <a:pt x="627" y="4018"/>
                  </a:cubicBezTo>
                  <a:cubicBezTo>
                    <a:pt x="639" y="4021"/>
                    <a:pt x="684" y="4020"/>
                    <a:pt x="684" y="4020"/>
                  </a:cubicBezTo>
                  <a:cubicBezTo>
                    <a:pt x="684" y="4020"/>
                    <a:pt x="700" y="4038"/>
                    <a:pt x="683" y="4058"/>
                  </a:cubicBezTo>
                  <a:cubicBezTo>
                    <a:pt x="666" y="4079"/>
                    <a:pt x="627" y="4078"/>
                    <a:pt x="618" y="4073"/>
                  </a:cubicBezTo>
                  <a:cubicBezTo>
                    <a:pt x="608" y="4068"/>
                    <a:pt x="609" y="4066"/>
                    <a:pt x="603" y="4066"/>
                  </a:cubicBezTo>
                  <a:cubicBezTo>
                    <a:pt x="596" y="4066"/>
                    <a:pt x="579" y="4066"/>
                    <a:pt x="579" y="4066"/>
                  </a:cubicBezTo>
                  <a:cubicBezTo>
                    <a:pt x="579" y="4066"/>
                    <a:pt x="569" y="4078"/>
                    <a:pt x="545" y="4079"/>
                  </a:cubicBezTo>
                  <a:cubicBezTo>
                    <a:pt x="521" y="4079"/>
                    <a:pt x="502" y="4077"/>
                    <a:pt x="494" y="4074"/>
                  </a:cubicBezTo>
                  <a:cubicBezTo>
                    <a:pt x="486" y="4070"/>
                    <a:pt x="475" y="4068"/>
                    <a:pt x="457" y="4067"/>
                  </a:cubicBezTo>
                  <a:cubicBezTo>
                    <a:pt x="457" y="4067"/>
                    <a:pt x="486" y="4079"/>
                    <a:pt x="496" y="4086"/>
                  </a:cubicBezTo>
                  <a:cubicBezTo>
                    <a:pt x="507" y="4093"/>
                    <a:pt x="545" y="4112"/>
                    <a:pt x="559" y="4117"/>
                  </a:cubicBezTo>
                  <a:cubicBezTo>
                    <a:pt x="573" y="4123"/>
                    <a:pt x="583" y="4126"/>
                    <a:pt x="589" y="4128"/>
                  </a:cubicBezTo>
                  <a:cubicBezTo>
                    <a:pt x="595" y="4129"/>
                    <a:pt x="605" y="4133"/>
                    <a:pt x="605" y="4137"/>
                  </a:cubicBezTo>
                  <a:cubicBezTo>
                    <a:pt x="636" y="4140"/>
                    <a:pt x="636" y="4140"/>
                    <a:pt x="636" y="4140"/>
                  </a:cubicBezTo>
                  <a:cubicBezTo>
                    <a:pt x="636" y="4140"/>
                    <a:pt x="638" y="4145"/>
                    <a:pt x="638" y="4147"/>
                  </a:cubicBezTo>
                  <a:cubicBezTo>
                    <a:pt x="637" y="4149"/>
                    <a:pt x="645" y="4172"/>
                    <a:pt x="628" y="4185"/>
                  </a:cubicBezTo>
                  <a:cubicBezTo>
                    <a:pt x="616" y="4194"/>
                    <a:pt x="608" y="4191"/>
                    <a:pt x="608" y="4191"/>
                  </a:cubicBezTo>
                  <a:cubicBezTo>
                    <a:pt x="608" y="4191"/>
                    <a:pt x="605" y="4201"/>
                    <a:pt x="598" y="4206"/>
                  </a:cubicBezTo>
                  <a:cubicBezTo>
                    <a:pt x="591" y="4211"/>
                    <a:pt x="577" y="4207"/>
                    <a:pt x="577" y="4207"/>
                  </a:cubicBezTo>
                  <a:cubicBezTo>
                    <a:pt x="577" y="4207"/>
                    <a:pt x="573" y="4221"/>
                    <a:pt x="564" y="4223"/>
                  </a:cubicBezTo>
                  <a:cubicBezTo>
                    <a:pt x="556" y="4225"/>
                    <a:pt x="534" y="4217"/>
                    <a:pt x="534" y="4217"/>
                  </a:cubicBezTo>
                  <a:cubicBezTo>
                    <a:pt x="534" y="4217"/>
                    <a:pt x="531" y="4226"/>
                    <a:pt x="522" y="4229"/>
                  </a:cubicBezTo>
                  <a:cubicBezTo>
                    <a:pt x="514" y="4232"/>
                    <a:pt x="493" y="4232"/>
                    <a:pt x="487" y="4227"/>
                  </a:cubicBezTo>
                  <a:cubicBezTo>
                    <a:pt x="482" y="4221"/>
                    <a:pt x="469" y="4215"/>
                    <a:pt x="469" y="4215"/>
                  </a:cubicBezTo>
                  <a:cubicBezTo>
                    <a:pt x="469" y="4215"/>
                    <a:pt x="468" y="4232"/>
                    <a:pt x="456" y="4232"/>
                  </a:cubicBezTo>
                  <a:cubicBezTo>
                    <a:pt x="443" y="4232"/>
                    <a:pt x="420" y="4223"/>
                    <a:pt x="420" y="4223"/>
                  </a:cubicBezTo>
                  <a:cubicBezTo>
                    <a:pt x="420" y="4223"/>
                    <a:pt x="413" y="4219"/>
                    <a:pt x="407" y="4221"/>
                  </a:cubicBezTo>
                  <a:cubicBezTo>
                    <a:pt x="402" y="4224"/>
                    <a:pt x="367" y="4230"/>
                    <a:pt x="338" y="4215"/>
                  </a:cubicBezTo>
                  <a:cubicBezTo>
                    <a:pt x="310" y="4201"/>
                    <a:pt x="290" y="4188"/>
                    <a:pt x="244" y="4184"/>
                  </a:cubicBezTo>
                  <a:cubicBezTo>
                    <a:pt x="198" y="4179"/>
                    <a:pt x="106" y="4174"/>
                    <a:pt x="85" y="4126"/>
                  </a:cubicBezTo>
                  <a:cubicBezTo>
                    <a:pt x="64" y="4078"/>
                    <a:pt x="78" y="4040"/>
                    <a:pt x="88" y="3997"/>
                  </a:cubicBezTo>
                  <a:cubicBezTo>
                    <a:pt x="98" y="3954"/>
                    <a:pt x="111" y="3928"/>
                    <a:pt x="113" y="3886"/>
                  </a:cubicBezTo>
                  <a:cubicBezTo>
                    <a:pt x="115" y="3843"/>
                    <a:pt x="96" y="3636"/>
                    <a:pt x="87" y="3565"/>
                  </a:cubicBezTo>
                  <a:cubicBezTo>
                    <a:pt x="78" y="3495"/>
                    <a:pt x="90" y="3312"/>
                    <a:pt x="119" y="3228"/>
                  </a:cubicBezTo>
                  <a:cubicBezTo>
                    <a:pt x="148" y="3144"/>
                    <a:pt x="141" y="3143"/>
                    <a:pt x="141" y="3119"/>
                  </a:cubicBezTo>
                  <a:cubicBezTo>
                    <a:pt x="140" y="3095"/>
                    <a:pt x="143" y="3060"/>
                    <a:pt x="147" y="3048"/>
                  </a:cubicBezTo>
                  <a:cubicBezTo>
                    <a:pt x="151" y="3035"/>
                    <a:pt x="148" y="2929"/>
                    <a:pt x="136" y="2871"/>
                  </a:cubicBezTo>
                  <a:cubicBezTo>
                    <a:pt x="123" y="2813"/>
                    <a:pt x="106" y="2669"/>
                    <a:pt x="118" y="2532"/>
                  </a:cubicBezTo>
                  <a:cubicBezTo>
                    <a:pt x="121" y="2488"/>
                    <a:pt x="131" y="2404"/>
                    <a:pt x="106" y="2367"/>
                  </a:cubicBezTo>
                  <a:cubicBezTo>
                    <a:pt x="80" y="2329"/>
                    <a:pt x="0" y="2223"/>
                    <a:pt x="12" y="2084"/>
                  </a:cubicBezTo>
                  <a:cubicBezTo>
                    <a:pt x="24" y="1945"/>
                    <a:pt x="72" y="1871"/>
                    <a:pt x="114" y="1825"/>
                  </a:cubicBezTo>
                  <a:cubicBezTo>
                    <a:pt x="155" y="1780"/>
                    <a:pt x="195" y="1755"/>
                    <a:pt x="198" y="1740"/>
                  </a:cubicBezTo>
                  <a:cubicBezTo>
                    <a:pt x="198" y="1740"/>
                    <a:pt x="163" y="1656"/>
                    <a:pt x="156" y="1622"/>
                  </a:cubicBezTo>
                  <a:cubicBezTo>
                    <a:pt x="150" y="1588"/>
                    <a:pt x="139" y="1568"/>
                    <a:pt x="137" y="1539"/>
                  </a:cubicBezTo>
                  <a:cubicBezTo>
                    <a:pt x="136" y="1510"/>
                    <a:pt x="137" y="1435"/>
                    <a:pt x="129" y="1391"/>
                  </a:cubicBezTo>
                  <a:cubicBezTo>
                    <a:pt x="121" y="1348"/>
                    <a:pt x="108" y="1156"/>
                    <a:pt x="108" y="1135"/>
                  </a:cubicBezTo>
                  <a:cubicBezTo>
                    <a:pt x="108" y="1135"/>
                    <a:pt x="67" y="1053"/>
                    <a:pt x="76" y="930"/>
                  </a:cubicBezTo>
                  <a:cubicBezTo>
                    <a:pt x="86" y="806"/>
                    <a:pt x="102" y="778"/>
                    <a:pt x="120" y="762"/>
                  </a:cubicBezTo>
                  <a:cubicBezTo>
                    <a:pt x="137" y="746"/>
                    <a:pt x="184" y="691"/>
                    <a:pt x="193" y="657"/>
                  </a:cubicBezTo>
                  <a:cubicBezTo>
                    <a:pt x="203" y="624"/>
                    <a:pt x="213" y="583"/>
                    <a:pt x="205" y="535"/>
                  </a:cubicBezTo>
                  <a:cubicBezTo>
                    <a:pt x="197" y="486"/>
                    <a:pt x="140" y="341"/>
                    <a:pt x="165" y="284"/>
                  </a:cubicBezTo>
                  <a:cubicBezTo>
                    <a:pt x="190" y="227"/>
                    <a:pt x="303" y="0"/>
                    <a:pt x="533" y="131"/>
                  </a:cubicBezTo>
                  <a:close/>
                </a:path>
              </a:pathLst>
            </a:custGeom>
            <a:solidFill>
              <a:srgbClr val="F8F3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4040" name="Freeform 376">
              <a:extLst>
                <a:ext uri="{FF2B5EF4-FFF2-40B4-BE49-F238E27FC236}">
                  <a16:creationId xmlns:a16="http://schemas.microsoft.com/office/drawing/2014/main" id="{CF3013BB-8781-4F74-B789-BC2AE5BF879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98" y="430"/>
              <a:ext cx="368" cy="2591"/>
            </a:xfrm>
            <a:custGeom>
              <a:avLst/>
              <a:gdLst>
                <a:gd name="T0" fmla="*/ 52 w 570"/>
                <a:gd name="T1" fmla="*/ 432 h 4026"/>
                <a:gd name="T2" fmla="*/ 52 w 570"/>
                <a:gd name="T3" fmla="*/ 378 h 4026"/>
                <a:gd name="T4" fmla="*/ 45 w 570"/>
                <a:gd name="T5" fmla="*/ 317 h 4026"/>
                <a:gd name="T6" fmla="*/ 27 w 570"/>
                <a:gd name="T7" fmla="*/ 191 h 4026"/>
                <a:gd name="T8" fmla="*/ 73 w 570"/>
                <a:gd name="T9" fmla="*/ 120 h 4026"/>
                <a:gd name="T10" fmla="*/ 58 w 570"/>
                <a:gd name="T11" fmla="*/ 38 h 4026"/>
                <a:gd name="T12" fmla="*/ 45 w 570"/>
                <a:gd name="T13" fmla="*/ 21 h 4026"/>
                <a:gd name="T14" fmla="*/ 52 w 570"/>
                <a:gd name="T15" fmla="*/ 120 h 4026"/>
                <a:gd name="T16" fmla="*/ 21 w 570"/>
                <a:gd name="T17" fmla="*/ 193 h 4026"/>
                <a:gd name="T18" fmla="*/ 35 w 570"/>
                <a:gd name="T19" fmla="*/ 316 h 4026"/>
                <a:gd name="T20" fmla="*/ 42 w 570"/>
                <a:gd name="T21" fmla="*/ 377 h 4026"/>
                <a:gd name="T22" fmla="*/ 31 w 570"/>
                <a:gd name="T23" fmla="*/ 432 h 4026"/>
                <a:gd name="T24" fmla="*/ 28 w 570"/>
                <a:gd name="T25" fmla="*/ 576 h 4026"/>
                <a:gd name="T26" fmla="*/ 37 w 570"/>
                <a:gd name="T27" fmla="*/ 710 h 4026"/>
                <a:gd name="T28" fmla="*/ 38 w 570"/>
                <a:gd name="T29" fmla="*/ 777 h 4026"/>
                <a:gd name="T30" fmla="*/ 23 w 570"/>
                <a:gd name="T31" fmla="*/ 895 h 4026"/>
                <a:gd name="T32" fmla="*/ 24 w 570"/>
                <a:gd name="T33" fmla="*/ 1010 h 4026"/>
                <a:gd name="T34" fmla="*/ 66 w 570"/>
                <a:gd name="T35" fmla="*/ 1061 h 4026"/>
                <a:gd name="T36" fmla="*/ 110 w 570"/>
                <a:gd name="T37" fmla="*/ 1070 h 4026"/>
                <a:gd name="T38" fmla="*/ 123 w 570"/>
                <a:gd name="T39" fmla="*/ 1073 h 4026"/>
                <a:gd name="T40" fmla="*/ 112 w 570"/>
                <a:gd name="T41" fmla="*/ 1068 h 4026"/>
                <a:gd name="T42" fmla="*/ 34 w 570"/>
                <a:gd name="T43" fmla="*/ 1045 h 4026"/>
                <a:gd name="T44" fmla="*/ 35 w 570"/>
                <a:gd name="T45" fmla="*/ 981 h 4026"/>
                <a:gd name="T46" fmla="*/ 41 w 570"/>
                <a:gd name="T47" fmla="*/ 810 h 4026"/>
                <a:gd name="T48" fmla="*/ 61 w 570"/>
                <a:gd name="T49" fmla="*/ 757 h 4026"/>
                <a:gd name="T50" fmla="*/ 53 w 570"/>
                <a:gd name="T51" fmla="*/ 620 h 4026"/>
                <a:gd name="T52" fmla="*/ 16 w 570"/>
                <a:gd name="T53" fmla="*/ 503 h 4026"/>
                <a:gd name="T54" fmla="*/ 50 w 570"/>
                <a:gd name="T55" fmla="*/ 437 h 4026"/>
                <a:gd name="T56" fmla="*/ 82 w 570"/>
                <a:gd name="T57" fmla="*/ 484 h 4026"/>
                <a:gd name="T58" fmla="*/ 79 w 570"/>
                <a:gd name="T59" fmla="*/ 477 h 4026"/>
                <a:gd name="T60" fmla="*/ 59 w 570"/>
                <a:gd name="T61" fmla="*/ 439 h 4026"/>
                <a:gd name="T62" fmla="*/ 150 w 570"/>
                <a:gd name="T63" fmla="*/ 1032 h 4026"/>
                <a:gd name="T64" fmla="*/ 144 w 570"/>
                <a:gd name="T65" fmla="*/ 1029 h 4026"/>
                <a:gd name="T66" fmla="*/ 130 w 570"/>
                <a:gd name="T67" fmla="*/ 1070 h 4026"/>
                <a:gd name="T68" fmla="*/ 131 w 570"/>
                <a:gd name="T69" fmla="*/ 1072 h 4026"/>
                <a:gd name="T70" fmla="*/ 134 w 570"/>
                <a:gd name="T71" fmla="*/ 1071 h 4026"/>
                <a:gd name="T72" fmla="*/ 147 w 570"/>
                <a:gd name="T73" fmla="*/ 1070 h 4026"/>
                <a:gd name="T74" fmla="*/ 147 w 570"/>
                <a:gd name="T75" fmla="*/ 1068 h 402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570"/>
                <a:gd name="T115" fmla="*/ 0 h 4026"/>
                <a:gd name="T116" fmla="*/ 570 w 570"/>
                <a:gd name="T117" fmla="*/ 4026 h 402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570" h="4026">
                  <a:moveTo>
                    <a:pt x="165" y="1652"/>
                  </a:moveTo>
                  <a:cubicBezTo>
                    <a:pt x="174" y="1640"/>
                    <a:pt x="183" y="1629"/>
                    <a:pt x="192" y="1619"/>
                  </a:cubicBezTo>
                  <a:cubicBezTo>
                    <a:pt x="233" y="1574"/>
                    <a:pt x="241" y="1556"/>
                    <a:pt x="243" y="1542"/>
                  </a:cubicBezTo>
                  <a:cubicBezTo>
                    <a:pt x="243" y="1542"/>
                    <a:pt x="199" y="1451"/>
                    <a:pt x="192" y="1418"/>
                  </a:cubicBezTo>
                  <a:cubicBezTo>
                    <a:pt x="186" y="1384"/>
                    <a:pt x="172" y="1337"/>
                    <a:pt x="171" y="1308"/>
                  </a:cubicBezTo>
                  <a:cubicBezTo>
                    <a:pt x="169" y="1279"/>
                    <a:pt x="174" y="1231"/>
                    <a:pt x="168" y="1188"/>
                  </a:cubicBezTo>
                  <a:cubicBezTo>
                    <a:pt x="145" y="1007"/>
                    <a:pt x="186" y="950"/>
                    <a:pt x="186" y="929"/>
                  </a:cubicBezTo>
                  <a:cubicBezTo>
                    <a:pt x="186" y="929"/>
                    <a:pt x="91" y="841"/>
                    <a:pt x="101" y="718"/>
                  </a:cubicBezTo>
                  <a:cubicBezTo>
                    <a:pt x="110" y="594"/>
                    <a:pt x="143" y="555"/>
                    <a:pt x="161" y="539"/>
                  </a:cubicBezTo>
                  <a:cubicBezTo>
                    <a:pt x="179" y="523"/>
                    <a:pt x="262" y="485"/>
                    <a:pt x="271" y="451"/>
                  </a:cubicBezTo>
                  <a:cubicBezTo>
                    <a:pt x="281" y="418"/>
                    <a:pt x="210" y="436"/>
                    <a:pt x="226" y="390"/>
                  </a:cubicBezTo>
                  <a:cubicBezTo>
                    <a:pt x="263" y="283"/>
                    <a:pt x="191" y="199"/>
                    <a:pt x="216" y="142"/>
                  </a:cubicBezTo>
                  <a:cubicBezTo>
                    <a:pt x="233" y="102"/>
                    <a:pt x="287" y="82"/>
                    <a:pt x="345" y="124"/>
                  </a:cubicBezTo>
                  <a:cubicBezTo>
                    <a:pt x="299" y="0"/>
                    <a:pt x="186" y="30"/>
                    <a:pt x="165" y="78"/>
                  </a:cubicBezTo>
                  <a:cubicBezTo>
                    <a:pt x="140" y="135"/>
                    <a:pt x="197" y="280"/>
                    <a:pt x="205" y="329"/>
                  </a:cubicBezTo>
                  <a:cubicBezTo>
                    <a:pt x="213" y="377"/>
                    <a:pt x="203" y="418"/>
                    <a:pt x="193" y="451"/>
                  </a:cubicBezTo>
                  <a:cubicBezTo>
                    <a:pt x="184" y="485"/>
                    <a:pt x="137" y="540"/>
                    <a:pt x="120" y="556"/>
                  </a:cubicBezTo>
                  <a:cubicBezTo>
                    <a:pt x="102" y="572"/>
                    <a:pt x="86" y="600"/>
                    <a:pt x="76" y="724"/>
                  </a:cubicBezTo>
                  <a:cubicBezTo>
                    <a:pt x="67" y="847"/>
                    <a:pt x="108" y="929"/>
                    <a:pt x="108" y="929"/>
                  </a:cubicBezTo>
                  <a:cubicBezTo>
                    <a:pt x="108" y="950"/>
                    <a:pt x="121" y="1142"/>
                    <a:pt x="129" y="1185"/>
                  </a:cubicBezTo>
                  <a:cubicBezTo>
                    <a:pt x="137" y="1229"/>
                    <a:pt x="136" y="1304"/>
                    <a:pt x="137" y="1333"/>
                  </a:cubicBezTo>
                  <a:cubicBezTo>
                    <a:pt x="139" y="1362"/>
                    <a:pt x="150" y="1382"/>
                    <a:pt x="156" y="1416"/>
                  </a:cubicBezTo>
                  <a:cubicBezTo>
                    <a:pt x="163" y="1450"/>
                    <a:pt x="198" y="1534"/>
                    <a:pt x="198" y="1534"/>
                  </a:cubicBezTo>
                  <a:cubicBezTo>
                    <a:pt x="195" y="1549"/>
                    <a:pt x="155" y="1574"/>
                    <a:pt x="114" y="1619"/>
                  </a:cubicBezTo>
                  <a:cubicBezTo>
                    <a:pt x="72" y="1665"/>
                    <a:pt x="24" y="1739"/>
                    <a:pt x="12" y="1878"/>
                  </a:cubicBezTo>
                  <a:cubicBezTo>
                    <a:pt x="0" y="2017"/>
                    <a:pt x="80" y="2123"/>
                    <a:pt x="106" y="2161"/>
                  </a:cubicBezTo>
                  <a:cubicBezTo>
                    <a:pt x="131" y="2198"/>
                    <a:pt x="121" y="2282"/>
                    <a:pt x="118" y="2326"/>
                  </a:cubicBezTo>
                  <a:cubicBezTo>
                    <a:pt x="106" y="2463"/>
                    <a:pt x="123" y="2607"/>
                    <a:pt x="136" y="2665"/>
                  </a:cubicBezTo>
                  <a:cubicBezTo>
                    <a:pt x="148" y="2723"/>
                    <a:pt x="151" y="2829"/>
                    <a:pt x="147" y="2842"/>
                  </a:cubicBezTo>
                  <a:cubicBezTo>
                    <a:pt x="143" y="2854"/>
                    <a:pt x="140" y="2889"/>
                    <a:pt x="141" y="2913"/>
                  </a:cubicBezTo>
                  <a:cubicBezTo>
                    <a:pt x="141" y="2937"/>
                    <a:pt x="148" y="2938"/>
                    <a:pt x="119" y="3022"/>
                  </a:cubicBezTo>
                  <a:cubicBezTo>
                    <a:pt x="90" y="3106"/>
                    <a:pt x="78" y="3289"/>
                    <a:pt x="87" y="3359"/>
                  </a:cubicBezTo>
                  <a:cubicBezTo>
                    <a:pt x="96" y="3430"/>
                    <a:pt x="115" y="3637"/>
                    <a:pt x="113" y="3680"/>
                  </a:cubicBezTo>
                  <a:cubicBezTo>
                    <a:pt x="111" y="3722"/>
                    <a:pt x="98" y="3748"/>
                    <a:pt x="88" y="3791"/>
                  </a:cubicBezTo>
                  <a:cubicBezTo>
                    <a:pt x="78" y="3834"/>
                    <a:pt x="64" y="3872"/>
                    <a:pt x="85" y="3920"/>
                  </a:cubicBezTo>
                  <a:cubicBezTo>
                    <a:pt x="106" y="3968"/>
                    <a:pt x="198" y="3973"/>
                    <a:pt x="244" y="3978"/>
                  </a:cubicBezTo>
                  <a:cubicBezTo>
                    <a:pt x="290" y="3982"/>
                    <a:pt x="310" y="3995"/>
                    <a:pt x="338" y="4009"/>
                  </a:cubicBezTo>
                  <a:cubicBezTo>
                    <a:pt x="367" y="4024"/>
                    <a:pt x="402" y="4018"/>
                    <a:pt x="407" y="4015"/>
                  </a:cubicBezTo>
                  <a:cubicBezTo>
                    <a:pt x="413" y="4013"/>
                    <a:pt x="420" y="4017"/>
                    <a:pt x="420" y="4017"/>
                  </a:cubicBezTo>
                  <a:cubicBezTo>
                    <a:pt x="420" y="4017"/>
                    <a:pt x="443" y="4026"/>
                    <a:pt x="456" y="4026"/>
                  </a:cubicBezTo>
                  <a:cubicBezTo>
                    <a:pt x="461" y="4026"/>
                    <a:pt x="465" y="4022"/>
                    <a:pt x="467" y="4019"/>
                  </a:cubicBezTo>
                  <a:cubicBezTo>
                    <a:pt x="453" y="4019"/>
                    <a:pt x="433" y="4018"/>
                    <a:pt x="416" y="4009"/>
                  </a:cubicBezTo>
                  <a:cubicBezTo>
                    <a:pt x="388" y="3995"/>
                    <a:pt x="368" y="3982"/>
                    <a:pt x="322" y="3978"/>
                  </a:cubicBezTo>
                  <a:cubicBezTo>
                    <a:pt x="276" y="3973"/>
                    <a:pt x="146" y="3967"/>
                    <a:pt x="125" y="3919"/>
                  </a:cubicBezTo>
                  <a:cubicBezTo>
                    <a:pt x="104" y="3871"/>
                    <a:pt x="106" y="3836"/>
                    <a:pt x="116" y="3793"/>
                  </a:cubicBezTo>
                  <a:cubicBezTo>
                    <a:pt x="126" y="3750"/>
                    <a:pt x="128" y="3725"/>
                    <a:pt x="130" y="3682"/>
                  </a:cubicBezTo>
                  <a:cubicBezTo>
                    <a:pt x="132" y="3640"/>
                    <a:pt x="143" y="3445"/>
                    <a:pt x="133" y="3375"/>
                  </a:cubicBezTo>
                  <a:cubicBezTo>
                    <a:pt x="124" y="3304"/>
                    <a:pt x="124" y="3122"/>
                    <a:pt x="154" y="3038"/>
                  </a:cubicBezTo>
                  <a:cubicBezTo>
                    <a:pt x="183" y="2954"/>
                    <a:pt x="219" y="2937"/>
                    <a:pt x="219" y="2913"/>
                  </a:cubicBezTo>
                  <a:cubicBezTo>
                    <a:pt x="218" y="2889"/>
                    <a:pt x="221" y="2854"/>
                    <a:pt x="225" y="2842"/>
                  </a:cubicBezTo>
                  <a:cubicBezTo>
                    <a:pt x="229" y="2829"/>
                    <a:pt x="226" y="2723"/>
                    <a:pt x="214" y="2665"/>
                  </a:cubicBezTo>
                  <a:cubicBezTo>
                    <a:pt x="201" y="2607"/>
                    <a:pt x="184" y="2463"/>
                    <a:pt x="196" y="2326"/>
                  </a:cubicBezTo>
                  <a:cubicBezTo>
                    <a:pt x="199" y="2282"/>
                    <a:pt x="209" y="2198"/>
                    <a:pt x="184" y="2161"/>
                  </a:cubicBezTo>
                  <a:cubicBezTo>
                    <a:pt x="158" y="2123"/>
                    <a:pt x="47" y="2024"/>
                    <a:pt x="59" y="1885"/>
                  </a:cubicBezTo>
                  <a:cubicBezTo>
                    <a:pt x="65" y="1820"/>
                    <a:pt x="76" y="1753"/>
                    <a:pt x="107" y="1695"/>
                  </a:cubicBezTo>
                  <a:cubicBezTo>
                    <a:pt x="117" y="1675"/>
                    <a:pt x="158" y="1633"/>
                    <a:pt x="185" y="1639"/>
                  </a:cubicBezTo>
                  <a:cubicBezTo>
                    <a:pt x="216" y="1646"/>
                    <a:pt x="243" y="1690"/>
                    <a:pt x="257" y="1715"/>
                  </a:cubicBezTo>
                  <a:cubicBezTo>
                    <a:pt x="275" y="1746"/>
                    <a:pt x="290" y="1782"/>
                    <a:pt x="304" y="1815"/>
                  </a:cubicBezTo>
                  <a:cubicBezTo>
                    <a:pt x="320" y="1850"/>
                    <a:pt x="338" y="1882"/>
                    <a:pt x="355" y="1917"/>
                  </a:cubicBezTo>
                  <a:cubicBezTo>
                    <a:pt x="326" y="1889"/>
                    <a:pt x="310" y="1826"/>
                    <a:pt x="295" y="1789"/>
                  </a:cubicBezTo>
                  <a:cubicBezTo>
                    <a:pt x="285" y="1763"/>
                    <a:pt x="275" y="1736"/>
                    <a:pt x="264" y="1711"/>
                  </a:cubicBezTo>
                  <a:cubicBezTo>
                    <a:pt x="253" y="1687"/>
                    <a:pt x="234" y="1669"/>
                    <a:pt x="222" y="1646"/>
                  </a:cubicBezTo>
                  <a:cubicBezTo>
                    <a:pt x="211" y="1624"/>
                    <a:pt x="208" y="1587"/>
                    <a:pt x="192" y="1569"/>
                  </a:cubicBezTo>
                  <a:moveTo>
                    <a:pt x="558" y="3871"/>
                  </a:moveTo>
                  <a:cubicBezTo>
                    <a:pt x="563" y="3870"/>
                    <a:pt x="567" y="3868"/>
                    <a:pt x="570" y="3867"/>
                  </a:cubicBezTo>
                  <a:cubicBezTo>
                    <a:pt x="562" y="3864"/>
                    <a:pt x="552" y="3862"/>
                    <a:pt x="535" y="3861"/>
                  </a:cubicBezTo>
                  <a:cubicBezTo>
                    <a:pt x="535" y="3861"/>
                    <a:pt x="547" y="3866"/>
                    <a:pt x="558" y="3871"/>
                  </a:cubicBezTo>
                  <a:close/>
                  <a:moveTo>
                    <a:pt x="485" y="4015"/>
                  </a:moveTo>
                  <a:cubicBezTo>
                    <a:pt x="485" y="4016"/>
                    <a:pt x="484" y="4016"/>
                    <a:pt x="482" y="4016"/>
                  </a:cubicBezTo>
                  <a:cubicBezTo>
                    <a:pt x="484" y="4018"/>
                    <a:pt x="486" y="4019"/>
                    <a:pt x="487" y="4021"/>
                  </a:cubicBezTo>
                  <a:cubicBezTo>
                    <a:pt x="492" y="4026"/>
                    <a:pt x="511" y="4026"/>
                    <a:pt x="520" y="4024"/>
                  </a:cubicBezTo>
                  <a:cubicBezTo>
                    <a:pt x="509" y="4021"/>
                    <a:pt x="498" y="4017"/>
                    <a:pt x="498" y="4017"/>
                  </a:cubicBezTo>
                  <a:cubicBezTo>
                    <a:pt x="498" y="4017"/>
                    <a:pt x="491" y="4013"/>
                    <a:pt x="485" y="4015"/>
                  </a:cubicBezTo>
                  <a:close/>
                  <a:moveTo>
                    <a:pt x="546" y="4015"/>
                  </a:moveTo>
                  <a:cubicBezTo>
                    <a:pt x="551" y="4016"/>
                    <a:pt x="557" y="4017"/>
                    <a:pt x="561" y="4017"/>
                  </a:cubicBezTo>
                  <a:cubicBezTo>
                    <a:pt x="555" y="4013"/>
                    <a:pt x="547" y="4009"/>
                    <a:pt x="547" y="4009"/>
                  </a:cubicBezTo>
                  <a:cubicBezTo>
                    <a:pt x="547" y="4009"/>
                    <a:pt x="547" y="4011"/>
                    <a:pt x="546" y="4015"/>
                  </a:cubicBezTo>
                  <a:close/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4041" name="Freeform 377">
              <a:extLst>
                <a:ext uri="{FF2B5EF4-FFF2-40B4-BE49-F238E27FC236}">
                  <a16:creationId xmlns:a16="http://schemas.microsoft.com/office/drawing/2014/main" id="{9C3AE33F-BD6C-4394-B30D-92F2F8A88E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" y="298"/>
              <a:ext cx="616" cy="2724"/>
            </a:xfrm>
            <a:custGeom>
              <a:avLst/>
              <a:gdLst>
                <a:gd name="T0" fmla="*/ 163 w 955"/>
                <a:gd name="T1" fmla="*/ 79 h 4232"/>
                <a:gd name="T2" fmla="*/ 172 w 955"/>
                <a:gd name="T3" fmla="*/ 104 h 4232"/>
                <a:gd name="T4" fmla="*/ 177 w 955"/>
                <a:gd name="T5" fmla="*/ 118 h 4232"/>
                <a:gd name="T6" fmla="*/ 165 w 955"/>
                <a:gd name="T7" fmla="*/ 135 h 4232"/>
                <a:gd name="T8" fmla="*/ 162 w 955"/>
                <a:gd name="T9" fmla="*/ 146 h 4232"/>
                <a:gd name="T10" fmla="*/ 157 w 955"/>
                <a:gd name="T11" fmla="*/ 163 h 4232"/>
                <a:gd name="T12" fmla="*/ 126 w 955"/>
                <a:gd name="T13" fmla="*/ 172 h 4232"/>
                <a:gd name="T14" fmla="*/ 115 w 955"/>
                <a:gd name="T15" fmla="*/ 208 h 4232"/>
                <a:gd name="T16" fmla="*/ 127 w 955"/>
                <a:gd name="T17" fmla="*/ 228 h 4232"/>
                <a:gd name="T18" fmla="*/ 195 w 955"/>
                <a:gd name="T19" fmla="*/ 284 h 4232"/>
                <a:gd name="T20" fmla="*/ 223 w 955"/>
                <a:gd name="T21" fmla="*/ 315 h 4232"/>
                <a:gd name="T22" fmla="*/ 195 w 955"/>
                <a:gd name="T23" fmla="*/ 347 h 4232"/>
                <a:gd name="T24" fmla="*/ 249 w 955"/>
                <a:gd name="T25" fmla="*/ 467 h 4232"/>
                <a:gd name="T26" fmla="*/ 149 w 955"/>
                <a:gd name="T27" fmla="*/ 588 h 4232"/>
                <a:gd name="T28" fmla="*/ 119 w 955"/>
                <a:gd name="T29" fmla="*/ 799 h 4232"/>
                <a:gd name="T30" fmla="*/ 115 w 955"/>
                <a:gd name="T31" fmla="*/ 828 h 4232"/>
                <a:gd name="T32" fmla="*/ 91 w 955"/>
                <a:gd name="T33" fmla="*/ 947 h 4232"/>
                <a:gd name="T34" fmla="*/ 129 w 955"/>
                <a:gd name="T35" fmla="*/ 1056 h 4232"/>
                <a:gd name="T36" fmla="*/ 160 w 955"/>
                <a:gd name="T37" fmla="*/ 1066 h 4232"/>
                <a:gd name="T38" fmla="*/ 183 w 955"/>
                <a:gd name="T39" fmla="*/ 1072 h 4232"/>
                <a:gd name="T40" fmla="*/ 166 w 955"/>
                <a:gd name="T41" fmla="*/ 1087 h 4232"/>
                <a:gd name="T42" fmla="*/ 155 w 955"/>
                <a:gd name="T43" fmla="*/ 1084 h 4232"/>
                <a:gd name="T44" fmla="*/ 133 w 955"/>
                <a:gd name="T45" fmla="*/ 1087 h 4232"/>
                <a:gd name="T46" fmla="*/ 133 w 955"/>
                <a:gd name="T47" fmla="*/ 1090 h 4232"/>
                <a:gd name="T48" fmla="*/ 158 w 955"/>
                <a:gd name="T49" fmla="*/ 1101 h 4232"/>
                <a:gd name="T50" fmla="*/ 170 w 955"/>
                <a:gd name="T51" fmla="*/ 1104 h 4232"/>
                <a:gd name="T52" fmla="*/ 168 w 955"/>
                <a:gd name="T53" fmla="*/ 1116 h 4232"/>
                <a:gd name="T54" fmla="*/ 161 w 955"/>
                <a:gd name="T55" fmla="*/ 1121 h 4232"/>
                <a:gd name="T56" fmla="*/ 152 w 955"/>
                <a:gd name="T57" fmla="*/ 1126 h 4232"/>
                <a:gd name="T58" fmla="*/ 140 w 955"/>
                <a:gd name="T59" fmla="*/ 1128 h 4232"/>
                <a:gd name="T60" fmla="*/ 126 w 955"/>
                <a:gd name="T61" fmla="*/ 1124 h 4232"/>
                <a:gd name="T62" fmla="*/ 113 w 955"/>
                <a:gd name="T63" fmla="*/ 1126 h 4232"/>
                <a:gd name="T64" fmla="*/ 91 w 955"/>
                <a:gd name="T65" fmla="*/ 1124 h 4232"/>
                <a:gd name="T66" fmla="*/ 23 w 955"/>
                <a:gd name="T67" fmla="*/ 1101 h 4232"/>
                <a:gd name="T68" fmla="*/ 30 w 955"/>
                <a:gd name="T69" fmla="*/ 1036 h 4232"/>
                <a:gd name="T70" fmla="*/ 32 w 955"/>
                <a:gd name="T71" fmla="*/ 861 h 4232"/>
                <a:gd name="T72" fmla="*/ 39 w 955"/>
                <a:gd name="T73" fmla="*/ 813 h 4232"/>
                <a:gd name="T74" fmla="*/ 32 w 955"/>
                <a:gd name="T75" fmla="*/ 675 h 4232"/>
                <a:gd name="T76" fmla="*/ 3 w 955"/>
                <a:gd name="T77" fmla="*/ 555 h 4232"/>
                <a:gd name="T78" fmla="*/ 54 w 955"/>
                <a:gd name="T79" fmla="*/ 464 h 4232"/>
                <a:gd name="T80" fmla="*/ 37 w 955"/>
                <a:gd name="T81" fmla="*/ 411 h 4232"/>
                <a:gd name="T82" fmla="*/ 29 w 955"/>
                <a:gd name="T83" fmla="*/ 303 h 4232"/>
                <a:gd name="T84" fmla="*/ 32 w 955"/>
                <a:gd name="T85" fmla="*/ 203 h 4232"/>
                <a:gd name="T86" fmla="*/ 55 w 955"/>
                <a:gd name="T87" fmla="*/ 142 h 4232"/>
                <a:gd name="T88" fmla="*/ 143 w 955"/>
                <a:gd name="T89" fmla="*/ 35 h 4232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955"/>
                <a:gd name="T136" fmla="*/ 0 h 4232"/>
                <a:gd name="T137" fmla="*/ 955 w 955"/>
                <a:gd name="T138" fmla="*/ 4232 h 4232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955" h="4232">
                  <a:moveTo>
                    <a:pt x="533" y="131"/>
                  </a:moveTo>
                  <a:cubicBezTo>
                    <a:pt x="533" y="131"/>
                    <a:pt x="594" y="175"/>
                    <a:pt x="607" y="294"/>
                  </a:cubicBezTo>
                  <a:cubicBezTo>
                    <a:pt x="611" y="326"/>
                    <a:pt x="605" y="339"/>
                    <a:pt x="614" y="352"/>
                  </a:cubicBezTo>
                  <a:cubicBezTo>
                    <a:pt x="623" y="365"/>
                    <a:pt x="637" y="384"/>
                    <a:pt x="642" y="392"/>
                  </a:cubicBezTo>
                  <a:cubicBezTo>
                    <a:pt x="647" y="401"/>
                    <a:pt x="655" y="414"/>
                    <a:pt x="662" y="419"/>
                  </a:cubicBezTo>
                  <a:cubicBezTo>
                    <a:pt x="668" y="425"/>
                    <a:pt x="663" y="437"/>
                    <a:pt x="659" y="442"/>
                  </a:cubicBezTo>
                  <a:cubicBezTo>
                    <a:pt x="654" y="448"/>
                    <a:pt x="646" y="456"/>
                    <a:pt x="623" y="469"/>
                  </a:cubicBezTo>
                  <a:cubicBezTo>
                    <a:pt x="620" y="471"/>
                    <a:pt x="605" y="479"/>
                    <a:pt x="616" y="504"/>
                  </a:cubicBezTo>
                  <a:cubicBezTo>
                    <a:pt x="616" y="504"/>
                    <a:pt x="625" y="515"/>
                    <a:pt x="605" y="526"/>
                  </a:cubicBezTo>
                  <a:cubicBezTo>
                    <a:pt x="605" y="526"/>
                    <a:pt x="608" y="543"/>
                    <a:pt x="603" y="548"/>
                  </a:cubicBezTo>
                  <a:cubicBezTo>
                    <a:pt x="597" y="552"/>
                    <a:pt x="589" y="561"/>
                    <a:pt x="589" y="564"/>
                  </a:cubicBezTo>
                  <a:cubicBezTo>
                    <a:pt x="589" y="567"/>
                    <a:pt x="591" y="602"/>
                    <a:pt x="585" y="614"/>
                  </a:cubicBezTo>
                  <a:cubicBezTo>
                    <a:pt x="581" y="624"/>
                    <a:pt x="579" y="637"/>
                    <a:pt x="545" y="642"/>
                  </a:cubicBezTo>
                  <a:cubicBezTo>
                    <a:pt x="511" y="647"/>
                    <a:pt x="473" y="642"/>
                    <a:pt x="470" y="645"/>
                  </a:cubicBezTo>
                  <a:cubicBezTo>
                    <a:pt x="466" y="648"/>
                    <a:pt x="436" y="662"/>
                    <a:pt x="420" y="751"/>
                  </a:cubicBezTo>
                  <a:cubicBezTo>
                    <a:pt x="419" y="759"/>
                    <a:pt x="422" y="768"/>
                    <a:pt x="430" y="780"/>
                  </a:cubicBezTo>
                  <a:cubicBezTo>
                    <a:pt x="437" y="792"/>
                    <a:pt x="449" y="807"/>
                    <a:pt x="453" y="821"/>
                  </a:cubicBezTo>
                  <a:cubicBezTo>
                    <a:pt x="457" y="835"/>
                    <a:pt x="461" y="841"/>
                    <a:pt x="474" y="855"/>
                  </a:cubicBezTo>
                  <a:cubicBezTo>
                    <a:pt x="488" y="870"/>
                    <a:pt x="546" y="932"/>
                    <a:pt x="558" y="942"/>
                  </a:cubicBezTo>
                  <a:cubicBezTo>
                    <a:pt x="600" y="976"/>
                    <a:pt x="690" y="1043"/>
                    <a:pt x="725" y="1064"/>
                  </a:cubicBezTo>
                  <a:cubicBezTo>
                    <a:pt x="760" y="1085"/>
                    <a:pt x="792" y="1102"/>
                    <a:pt x="809" y="1139"/>
                  </a:cubicBezTo>
                  <a:cubicBezTo>
                    <a:pt x="826" y="1175"/>
                    <a:pt x="830" y="1161"/>
                    <a:pt x="830" y="1179"/>
                  </a:cubicBezTo>
                  <a:cubicBezTo>
                    <a:pt x="830" y="1196"/>
                    <a:pt x="822" y="1194"/>
                    <a:pt x="819" y="1209"/>
                  </a:cubicBezTo>
                  <a:cubicBezTo>
                    <a:pt x="816" y="1223"/>
                    <a:pt x="798" y="1288"/>
                    <a:pt x="726" y="1300"/>
                  </a:cubicBezTo>
                  <a:cubicBezTo>
                    <a:pt x="726" y="1300"/>
                    <a:pt x="714" y="1311"/>
                    <a:pt x="720" y="1319"/>
                  </a:cubicBezTo>
                  <a:cubicBezTo>
                    <a:pt x="726" y="1327"/>
                    <a:pt x="955" y="1521"/>
                    <a:pt x="927" y="1753"/>
                  </a:cubicBezTo>
                  <a:cubicBezTo>
                    <a:pt x="899" y="1985"/>
                    <a:pt x="820" y="2052"/>
                    <a:pt x="642" y="2129"/>
                  </a:cubicBezTo>
                  <a:cubicBezTo>
                    <a:pt x="617" y="2140"/>
                    <a:pt x="560" y="2148"/>
                    <a:pt x="555" y="2203"/>
                  </a:cubicBezTo>
                  <a:cubicBezTo>
                    <a:pt x="550" y="2257"/>
                    <a:pt x="588" y="2477"/>
                    <a:pt x="480" y="2847"/>
                  </a:cubicBezTo>
                  <a:cubicBezTo>
                    <a:pt x="464" y="2902"/>
                    <a:pt x="442" y="2973"/>
                    <a:pt x="444" y="2997"/>
                  </a:cubicBezTo>
                  <a:cubicBezTo>
                    <a:pt x="445" y="3021"/>
                    <a:pt x="445" y="3030"/>
                    <a:pt x="440" y="3038"/>
                  </a:cubicBezTo>
                  <a:cubicBezTo>
                    <a:pt x="436" y="3046"/>
                    <a:pt x="438" y="3079"/>
                    <a:pt x="429" y="3105"/>
                  </a:cubicBezTo>
                  <a:cubicBezTo>
                    <a:pt x="420" y="3131"/>
                    <a:pt x="383" y="3199"/>
                    <a:pt x="376" y="3262"/>
                  </a:cubicBezTo>
                  <a:cubicBezTo>
                    <a:pt x="369" y="3325"/>
                    <a:pt x="346" y="3514"/>
                    <a:pt x="340" y="3552"/>
                  </a:cubicBezTo>
                  <a:cubicBezTo>
                    <a:pt x="334" y="3590"/>
                    <a:pt x="302" y="3860"/>
                    <a:pt x="372" y="3900"/>
                  </a:cubicBezTo>
                  <a:cubicBezTo>
                    <a:pt x="442" y="3940"/>
                    <a:pt x="456" y="3944"/>
                    <a:pt x="481" y="3959"/>
                  </a:cubicBezTo>
                  <a:cubicBezTo>
                    <a:pt x="506" y="3974"/>
                    <a:pt x="534" y="3987"/>
                    <a:pt x="554" y="3990"/>
                  </a:cubicBezTo>
                  <a:cubicBezTo>
                    <a:pt x="574" y="3993"/>
                    <a:pt x="587" y="3992"/>
                    <a:pt x="596" y="3998"/>
                  </a:cubicBezTo>
                  <a:cubicBezTo>
                    <a:pt x="606" y="4005"/>
                    <a:pt x="615" y="4015"/>
                    <a:pt x="627" y="4018"/>
                  </a:cubicBezTo>
                  <a:cubicBezTo>
                    <a:pt x="639" y="4021"/>
                    <a:pt x="684" y="4020"/>
                    <a:pt x="684" y="4020"/>
                  </a:cubicBezTo>
                  <a:cubicBezTo>
                    <a:pt x="684" y="4020"/>
                    <a:pt x="700" y="4038"/>
                    <a:pt x="683" y="4058"/>
                  </a:cubicBezTo>
                  <a:cubicBezTo>
                    <a:pt x="666" y="4079"/>
                    <a:pt x="627" y="4078"/>
                    <a:pt x="618" y="4073"/>
                  </a:cubicBezTo>
                  <a:cubicBezTo>
                    <a:pt x="608" y="4068"/>
                    <a:pt x="609" y="4066"/>
                    <a:pt x="603" y="4066"/>
                  </a:cubicBezTo>
                  <a:cubicBezTo>
                    <a:pt x="596" y="4066"/>
                    <a:pt x="579" y="4066"/>
                    <a:pt x="579" y="4066"/>
                  </a:cubicBezTo>
                  <a:cubicBezTo>
                    <a:pt x="579" y="4066"/>
                    <a:pt x="569" y="4078"/>
                    <a:pt x="545" y="4079"/>
                  </a:cubicBezTo>
                  <a:cubicBezTo>
                    <a:pt x="521" y="4079"/>
                    <a:pt x="502" y="4077"/>
                    <a:pt x="494" y="4074"/>
                  </a:cubicBezTo>
                  <a:cubicBezTo>
                    <a:pt x="486" y="4070"/>
                    <a:pt x="475" y="4068"/>
                    <a:pt x="457" y="4067"/>
                  </a:cubicBezTo>
                  <a:cubicBezTo>
                    <a:pt x="457" y="4067"/>
                    <a:pt x="486" y="4079"/>
                    <a:pt x="496" y="4086"/>
                  </a:cubicBezTo>
                  <a:cubicBezTo>
                    <a:pt x="507" y="4093"/>
                    <a:pt x="545" y="4112"/>
                    <a:pt x="559" y="4117"/>
                  </a:cubicBezTo>
                  <a:cubicBezTo>
                    <a:pt x="573" y="4123"/>
                    <a:pt x="583" y="4126"/>
                    <a:pt x="589" y="4128"/>
                  </a:cubicBezTo>
                  <a:cubicBezTo>
                    <a:pt x="595" y="4129"/>
                    <a:pt x="605" y="4133"/>
                    <a:pt x="605" y="4137"/>
                  </a:cubicBezTo>
                  <a:cubicBezTo>
                    <a:pt x="636" y="4140"/>
                    <a:pt x="636" y="4140"/>
                    <a:pt x="636" y="4140"/>
                  </a:cubicBezTo>
                  <a:cubicBezTo>
                    <a:pt x="636" y="4140"/>
                    <a:pt x="638" y="4145"/>
                    <a:pt x="638" y="4147"/>
                  </a:cubicBezTo>
                  <a:cubicBezTo>
                    <a:pt x="637" y="4149"/>
                    <a:pt x="645" y="4172"/>
                    <a:pt x="628" y="4185"/>
                  </a:cubicBezTo>
                  <a:cubicBezTo>
                    <a:pt x="616" y="4194"/>
                    <a:pt x="608" y="4191"/>
                    <a:pt x="608" y="4191"/>
                  </a:cubicBezTo>
                  <a:cubicBezTo>
                    <a:pt x="608" y="4191"/>
                    <a:pt x="605" y="4201"/>
                    <a:pt x="598" y="4206"/>
                  </a:cubicBezTo>
                  <a:cubicBezTo>
                    <a:pt x="591" y="4211"/>
                    <a:pt x="577" y="4207"/>
                    <a:pt x="577" y="4207"/>
                  </a:cubicBezTo>
                  <a:cubicBezTo>
                    <a:pt x="577" y="4207"/>
                    <a:pt x="573" y="4221"/>
                    <a:pt x="564" y="4223"/>
                  </a:cubicBezTo>
                  <a:cubicBezTo>
                    <a:pt x="556" y="4225"/>
                    <a:pt x="534" y="4217"/>
                    <a:pt x="534" y="4217"/>
                  </a:cubicBezTo>
                  <a:cubicBezTo>
                    <a:pt x="534" y="4217"/>
                    <a:pt x="531" y="4226"/>
                    <a:pt x="522" y="4229"/>
                  </a:cubicBezTo>
                  <a:cubicBezTo>
                    <a:pt x="514" y="4232"/>
                    <a:pt x="493" y="4232"/>
                    <a:pt x="487" y="4227"/>
                  </a:cubicBezTo>
                  <a:cubicBezTo>
                    <a:pt x="482" y="4221"/>
                    <a:pt x="469" y="4215"/>
                    <a:pt x="469" y="4215"/>
                  </a:cubicBezTo>
                  <a:cubicBezTo>
                    <a:pt x="469" y="4215"/>
                    <a:pt x="468" y="4232"/>
                    <a:pt x="456" y="4232"/>
                  </a:cubicBezTo>
                  <a:cubicBezTo>
                    <a:pt x="443" y="4232"/>
                    <a:pt x="420" y="4223"/>
                    <a:pt x="420" y="4223"/>
                  </a:cubicBezTo>
                  <a:cubicBezTo>
                    <a:pt x="420" y="4223"/>
                    <a:pt x="413" y="4219"/>
                    <a:pt x="407" y="4221"/>
                  </a:cubicBezTo>
                  <a:cubicBezTo>
                    <a:pt x="402" y="4224"/>
                    <a:pt x="367" y="4230"/>
                    <a:pt x="338" y="4215"/>
                  </a:cubicBezTo>
                  <a:cubicBezTo>
                    <a:pt x="310" y="4201"/>
                    <a:pt x="290" y="4188"/>
                    <a:pt x="244" y="4184"/>
                  </a:cubicBezTo>
                  <a:cubicBezTo>
                    <a:pt x="198" y="4179"/>
                    <a:pt x="106" y="4174"/>
                    <a:pt x="85" y="4126"/>
                  </a:cubicBezTo>
                  <a:cubicBezTo>
                    <a:pt x="64" y="4078"/>
                    <a:pt x="78" y="4040"/>
                    <a:pt x="88" y="3997"/>
                  </a:cubicBezTo>
                  <a:cubicBezTo>
                    <a:pt x="98" y="3954"/>
                    <a:pt x="111" y="3928"/>
                    <a:pt x="113" y="3886"/>
                  </a:cubicBezTo>
                  <a:cubicBezTo>
                    <a:pt x="115" y="3843"/>
                    <a:pt x="96" y="3636"/>
                    <a:pt x="87" y="3565"/>
                  </a:cubicBezTo>
                  <a:cubicBezTo>
                    <a:pt x="78" y="3495"/>
                    <a:pt x="90" y="3312"/>
                    <a:pt x="119" y="3228"/>
                  </a:cubicBezTo>
                  <a:cubicBezTo>
                    <a:pt x="148" y="3144"/>
                    <a:pt x="141" y="3143"/>
                    <a:pt x="141" y="3119"/>
                  </a:cubicBezTo>
                  <a:cubicBezTo>
                    <a:pt x="140" y="3095"/>
                    <a:pt x="143" y="3060"/>
                    <a:pt x="147" y="3048"/>
                  </a:cubicBezTo>
                  <a:cubicBezTo>
                    <a:pt x="151" y="3035"/>
                    <a:pt x="148" y="2929"/>
                    <a:pt x="136" y="2871"/>
                  </a:cubicBezTo>
                  <a:cubicBezTo>
                    <a:pt x="123" y="2813"/>
                    <a:pt x="106" y="2669"/>
                    <a:pt x="118" y="2532"/>
                  </a:cubicBezTo>
                  <a:cubicBezTo>
                    <a:pt x="121" y="2488"/>
                    <a:pt x="131" y="2404"/>
                    <a:pt x="106" y="2367"/>
                  </a:cubicBezTo>
                  <a:cubicBezTo>
                    <a:pt x="80" y="2329"/>
                    <a:pt x="0" y="2223"/>
                    <a:pt x="12" y="2084"/>
                  </a:cubicBezTo>
                  <a:cubicBezTo>
                    <a:pt x="24" y="1945"/>
                    <a:pt x="72" y="1871"/>
                    <a:pt x="114" y="1825"/>
                  </a:cubicBezTo>
                  <a:cubicBezTo>
                    <a:pt x="155" y="1780"/>
                    <a:pt x="195" y="1755"/>
                    <a:pt x="198" y="1740"/>
                  </a:cubicBezTo>
                  <a:cubicBezTo>
                    <a:pt x="198" y="1740"/>
                    <a:pt x="163" y="1656"/>
                    <a:pt x="156" y="1622"/>
                  </a:cubicBezTo>
                  <a:cubicBezTo>
                    <a:pt x="150" y="1588"/>
                    <a:pt x="139" y="1568"/>
                    <a:pt x="137" y="1539"/>
                  </a:cubicBezTo>
                  <a:cubicBezTo>
                    <a:pt x="136" y="1510"/>
                    <a:pt x="137" y="1435"/>
                    <a:pt x="129" y="1391"/>
                  </a:cubicBezTo>
                  <a:cubicBezTo>
                    <a:pt x="121" y="1348"/>
                    <a:pt x="108" y="1156"/>
                    <a:pt x="108" y="1135"/>
                  </a:cubicBezTo>
                  <a:cubicBezTo>
                    <a:pt x="108" y="1135"/>
                    <a:pt x="67" y="1053"/>
                    <a:pt x="76" y="930"/>
                  </a:cubicBezTo>
                  <a:cubicBezTo>
                    <a:pt x="86" y="806"/>
                    <a:pt x="102" y="778"/>
                    <a:pt x="120" y="762"/>
                  </a:cubicBezTo>
                  <a:cubicBezTo>
                    <a:pt x="137" y="746"/>
                    <a:pt x="184" y="691"/>
                    <a:pt x="193" y="657"/>
                  </a:cubicBezTo>
                  <a:cubicBezTo>
                    <a:pt x="203" y="624"/>
                    <a:pt x="213" y="583"/>
                    <a:pt x="205" y="535"/>
                  </a:cubicBezTo>
                  <a:cubicBezTo>
                    <a:pt x="197" y="486"/>
                    <a:pt x="140" y="341"/>
                    <a:pt x="165" y="284"/>
                  </a:cubicBezTo>
                  <a:cubicBezTo>
                    <a:pt x="190" y="227"/>
                    <a:pt x="303" y="0"/>
                    <a:pt x="533" y="131"/>
                  </a:cubicBezTo>
                  <a:close/>
                </a:path>
              </a:pathLst>
            </a:custGeom>
            <a:noFill/>
            <a:ln w="2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4042" name="Freeform 378">
              <a:extLst>
                <a:ext uri="{FF2B5EF4-FFF2-40B4-BE49-F238E27FC236}">
                  <a16:creationId xmlns:a16="http://schemas.microsoft.com/office/drawing/2014/main" id="{F04DEA5D-821F-4BC9-A814-6ABEE9B0B5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" y="306"/>
              <a:ext cx="428" cy="431"/>
            </a:xfrm>
            <a:custGeom>
              <a:avLst/>
              <a:gdLst>
                <a:gd name="T0" fmla="*/ 177 w 664"/>
                <a:gd name="T1" fmla="*/ 34 h 669"/>
                <a:gd name="T2" fmla="*/ 157 w 664"/>
                <a:gd name="T3" fmla="*/ 41 h 669"/>
                <a:gd name="T4" fmla="*/ 153 w 664"/>
                <a:gd name="T5" fmla="*/ 47 h 669"/>
                <a:gd name="T6" fmla="*/ 146 w 664"/>
                <a:gd name="T7" fmla="*/ 60 h 669"/>
                <a:gd name="T8" fmla="*/ 137 w 664"/>
                <a:gd name="T9" fmla="*/ 86 h 669"/>
                <a:gd name="T10" fmla="*/ 119 w 664"/>
                <a:gd name="T11" fmla="*/ 81 h 669"/>
                <a:gd name="T12" fmla="*/ 101 w 664"/>
                <a:gd name="T13" fmla="*/ 77 h 669"/>
                <a:gd name="T14" fmla="*/ 91 w 664"/>
                <a:gd name="T15" fmla="*/ 80 h 669"/>
                <a:gd name="T16" fmla="*/ 88 w 664"/>
                <a:gd name="T17" fmla="*/ 84 h 669"/>
                <a:gd name="T18" fmla="*/ 84 w 664"/>
                <a:gd name="T19" fmla="*/ 91 h 669"/>
                <a:gd name="T20" fmla="*/ 88 w 664"/>
                <a:gd name="T21" fmla="*/ 120 h 669"/>
                <a:gd name="T22" fmla="*/ 88 w 664"/>
                <a:gd name="T23" fmla="*/ 141 h 669"/>
                <a:gd name="T24" fmla="*/ 54 w 664"/>
                <a:gd name="T25" fmla="*/ 119 h 669"/>
                <a:gd name="T26" fmla="*/ 50 w 664"/>
                <a:gd name="T27" fmla="*/ 89 h 669"/>
                <a:gd name="T28" fmla="*/ 50 w 664"/>
                <a:gd name="T29" fmla="*/ 66 h 669"/>
                <a:gd name="T30" fmla="*/ 48 w 664"/>
                <a:gd name="T31" fmla="*/ 66 h 669"/>
                <a:gd name="T32" fmla="*/ 41 w 664"/>
                <a:gd name="T33" fmla="*/ 87 h 669"/>
                <a:gd name="T34" fmla="*/ 46 w 664"/>
                <a:gd name="T35" fmla="*/ 121 h 669"/>
                <a:gd name="T36" fmla="*/ 43 w 664"/>
                <a:gd name="T37" fmla="*/ 119 h 669"/>
                <a:gd name="T38" fmla="*/ 41 w 664"/>
                <a:gd name="T39" fmla="*/ 139 h 669"/>
                <a:gd name="T40" fmla="*/ 30 w 664"/>
                <a:gd name="T41" fmla="*/ 169 h 669"/>
                <a:gd name="T42" fmla="*/ 30 w 664"/>
                <a:gd name="T43" fmla="*/ 147 h 669"/>
                <a:gd name="T44" fmla="*/ 25 w 664"/>
                <a:gd name="T45" fmla="*/ 161 h 669"/>
                <a:gd name="T46" fmla="*/ 20 w 664"/>
                <a:gd name="T47" fmla="*/ 179 h 669"/>
                <a:gd name="T48" fmla="*/ 15 w 664"/>
                <a:gd name="T49" fmla="*/ 166 h 669"/>
                <a:gd name="T50" fmla="*/ 15 w 664"/>
                <a:gd name="T51" fmla="*/ 176 h 669"/>
                <a:gd name="T52" fmla="*/ 11 w 664"/>
                <a:gd name="T53" fmla="*/ 162 h 669"/>
                <a:gd name="T54" fmla="*/ 10 w 664"/>
                <a:gd name="T55" fmla="*/ 151 h 669"/>
                <a:gd name="T56" fmla="*/ 7 w 664"/>
                <a:gd name="T57" fmla="*/ 156 h 669"/>
                <a:gd name="T58" fmla="*/ 5 w 664"/>
                <a:gd name="T59" fmla="*/ 164 h 669"/>
                <a:gd name="T60" fmla="*/ 6 w 664"/>
                <a:gd name="T61" fmla="*/ 149 h 669"/>
                <a:gd name="T62" fmla="*/ 6 w 664"/>
                <a:gd name="T63" fmla="*/ 132 h 669"/>
                <a:gd name="T64" fmla="*/ 3 w 664"/>
                <a:gd name="T65" fmla="*/ 86 h 669"/>
                <a:gd name="T66" fmla="*/ 30 w 664"/>
                <a:gd name="T67" fmla="*/ 55 h 669"/>
                <a:gd name="T68" fmla="*/ 54 w 664"/>
                <a:gd name="T69" fmla="*/ 52 h 669"/>
                <a:gd name="T70" fmla="*/ 88 w 664"/>
                <a:gd name="T71" fmla="*/ 10 h 669"/>
                <a:gd name="T72" fmla="*/ 148 w 664"/>
                <a:gd name="T73" fmla="*/ 10 h 669"/>
                <a:gd name="T74" fmla="*/ 165 w 664"/>
                <a:gd name="T75" fmla="*/ 21 h 669"/>
                <a:gd name="T76" fmla="*/ 177 w 664"/>
                <a:gd name="T77" fmla="*/ 34 h 669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664"/>
                <a:gd name="T118" fmla="*/ 0 h 669"/>
                <a:gd name="T119" fmla="*/ 664 w 664"/>
                <a:gd name="T120" fmla="*/ 669 h 669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664" h="669">
                  <a:moveTo>
                    <a:pt x="660" y="127"/>
                  </a:moveTo>
                  <a:cubicBezTo>
                    <a:pt x="656" y="141"/>
                    <a:pt x="601" y="134"/>
                    <a:pt x="588" y="153"/>
                  </a:cubicBezTo>
                  <a:cubicBezTo>
                    <a:pt x="575" y="172"/>
                    <a:pt x="584" y="164"/>
                    <a:pt x="569" y="176"/>
                  </a:cubicBezTo>
                  <a:cubicBezTo>
                    <a:pt x="569" y="176"/>
                    <a:pt x="574" y="198"/>
                    <a:pt x="546" y="224"/>
                  </a:cubicBezTo>
                  <a:cubicBezTo>
                    <a:pt x="546" y="224"/>
                    <a:pt x="544" y="313"/>
                    <a:pt x="511" y="323"/>
                  </a:cubicBezTo>
                  <a:cubicBezTo>
                    <a:pt x="478" y="333"/>
                    <a:pt x="459" y="323"/>
                    <a:pt x="443" y="304"/>
                  </a:cubicBezTo>
                  <a:cubicBezTo>
                    <a:pt x="427" y="285"/>
                    <a:pt x="392" y="283"/>
                    <a:pt x="376" y="287"/>
                  </a:cubicBezTo>
                  <a:cubicBezTo>
                    <a:pt x="360" y="291"/>
                    <a:pt x="349" y="303"/>
                    <a:pt x="338" y="299"/>
                  </a:cubicBezTo>
                  <a:cubicBezTo>
                    <a:pt x="338" y="299"/>
                    <a:pt x="331" y="307"/>
                    <a:pt x="327" y="317"/>
                  </a:cubicBezTo>
                  <a:cubicBezTo>
                    <a:pt x="323" y="327"/>
                    <a:pt x="321" y="340"/>
                    <a:pt x="316" y="342"/>
                  </a:cubicBezTo>
                  <a:cubicBezTo>
                    <a:pt x="311" y="344"/>
                    <a:pt x="327" y="432"/>
                    <a:pt x="330" y="450"/>
                  </a:cubicBezTo>
                  <a:cubicBezTo>
                    <a:pt x="333" y="468"/>
                    <a:pt x="349" y="529"/>
                    <a:pt x="327" y="527"/>
                  </a:cubicBezTo>
                  <a:cubicBezTo>
                    <a:pt x="305" y="525"/>
                    <a:pt x="216" y="484"/>
                    <a:pt x="203" y="445"/>
                  </a:cubicBezTo>
                  <a:cubicBezTo>
                    <a:pt x="190" y="406"/>
                    <a:pt x="182" y="369"/>
                    <a:pt x="187" y="332"/>
                  </a:cubicBezTo>
                  <a:cubicBezTo>
                    <a:pt x="192" y="295"/>
                    <a:pt x="194" y="263"/>
                    <a:pt x="187" y="248"/>
                  </a:cubicBezTo>
                  <a:cubicBezTo>
                    <a:pt x="178" y="248"/>
                    <a:pt x="178" y="248"/>
                    <a:pt x="178" y="248"/>
                  </a:cubicBezTo>
                  <a:cubicBezTo>
                    <a:pt x="178" y="248"/>
                    <a:pt x="156" y="290"/>
                    <a:pt x="154" y="326"/>
                  </a:cubicBezTo>
                  <a:cubicBezTo>
                    <a:pt x="149" y="394"/>
                    <a:pt x="186" y="408"/>
                    <a:pt x="173" y="454"/>
                  </a:cubicBezTo>
                  <a:cubicBezTo>
                    <a:pt x="173" y="454"/>
                    <a:pt x="165" y="453"/>
                    <a:pt x="162" y="442"/>
                  </a:cubicBezTo>
                  <a:cubicBezTo>
                    <a:pt x="162" y="442"/>
                    <a:pt x="165" y="487"/>
                    <a:pt x="151" y="517"/>
                  </a:cubicBezTo>
                  <a:cubicBezTo>
                    <a:pt x="137" y="547"/>
                    <a:pt x="109" y="593"/>
                    <a:pt x="110" y="635"/>
                  </a:cubicBezTo>
                  <a:cubicBezTo>
                    <a:pt x="110" y="635"/>
                    <a:pt x="111" y="564"/>
                    <a:pt x="113" y="549"/>
                  </a:cubicBezTo>
                  <a:cubicBezTo>
                    <a:pt x="113" y="549"/>
                    <a:pt x="110" y="588"/>
                    <a:pt x="94" y="603"/>
                  </a:cubicBezTo>
                  <a:cubicBezTo>
                    <a:pt x="78" y="618"/>
                    <a:pt x="60" y="639"/>
                    <a:pt x="74" y="669"/>
                  </a:cubicBezTo>
                  <a:cubicBezTo>
                    <a:pt x="74" y="669"/>
                    <a:pt x="54" y="645"/>
                    <a:pt x="57" y="622"/>
                  </a:cubicBezTo>
                  <a:cubicBezTo>
                    <a:pt x="57" y="622"/>
                    <a:pt x="51" y="641"/>
                    <a:pt x="59" y="657"/>
                  </a:cubicBezTo>
                  <a:cubicBezTo>
                    <a:pt x="59" y="657"/>
                    <a:pt x="42" y="627"/>
                    <a:pt x="40" y="605"/>
                  </a:cubicBezTo>
                  <a:cubicBezTo>
                    <a:pt x="38" y="583"/>
                    <a:pt x="48" y="576"/>
                    <a:pt x="37" y="563"/>
                  </a:cubicBezTo>
                  <a:cubicBezTo>
                    <a:pt x="37" y="563"/>
                    <a:pt x="30" y="575"/>
                    <a:pt x="26" y="583"/>
                  </a:cubicBezTo>
                  <a:cubicBezTo>
                    <a:pt x="22" y="591"/>
                    <a:pt x="19" y="612"/>
                    <a:pt x="19" y="612"/>
                  </a:cubicBezTo>
                  <a:cubicBezTo>
                    <a:pt x="19" y="612"/>
                    <a:pt x="15" y="586"/>
                    <a:pt x="21" y="557"/>
                  </a:cubicBezTo>
                  <a:cubicBezTo>
                    <a:pt x="27" y="528"/>
                    <a:pt x="31" y="521"/>
                    <a:pt x="24" y="494"/>
                  </a:cubicBezTo>
                  <a:cubicBezTo>
                    <a:pt x="17" y="467"/>
                    <a:pt x="0" y="371"/>
                    <a:pt x="10" y="321"/>
                  </a:cubicBezTo>
                  <a:cubicBezTo>
                    <a:pt x="20" y="271"/>
                    <a:pt x="61" y="211"/>
                    <a:pt x="111" y="208"/>
                  </a:cubicBezTo>
                  <a:cubicBezTo>
                    <a:pt x="161" y="205"/>
                    <a:pt x="193" y="208"/>
                    <a:pt x="198" y="193"/>
                  </a:cubicBezTo>
                  <a:cubicBezTo>
                    <a:pt x="198" y="193"/>
                    <a:pt x="213" y="74"/>
                    <a:pt x="328" y="37"/>
                  </a:cubicBezTo>
                  <a:cubicBezTo>
                    <a:pt x="443" y="0"/>
                    <a:pt x="528" y="22"/>
                    <a:pt x="553" y="37"/>
                  </a:cubicBezTo>
                  <a:cubicBezTo>
                    <a:pt x="578" y="52"/>
                    <a:pt x="604" y="72"/>
                    <a:pt x="616" y="78"/>
                  </a:cubicBezTo>
                  <a:cubicBezTo>
                    <a:pt x="628" y="84"/>
                    <a:pt x="664" y="110"/>
                    <a:pt x="660" y="127"/>
                  </a:cubicBezTo>
                  <a:close/>
                </a:path>
              </a:pathLst>
            </a:custGeom>
            <a:solidFill>
              <a:srgbClr val="FCEC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4043" name="Freeform 379">
              <a:extLst>
                <a:ext uri="{FF2B5EF4-FFF2-40B4-BE49-F238E27FC236}">
                  <a16:creationId xmlns:a16="http://schemas.microsoft.com/office/drawing/2014/main" id="{B4DE3462-7315-41FE-8933-FBAEAFE09B3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" y="306"/>
              <a:ext cx="428" cy="431"/>
            </a:xfrm>
            <a:custGeom>
              <a:avLst/>
              <a:gdLst>
                <a:gd name="T0" fmla="*/ 177 w 664"/>
                <a:gd name="T1" fmla="*/ 34 h 669"/>
                <a:gd name="T2" fmla="*/ 157 w 664"/>
                <a:gd name="T3" fmla="*/ 41 h 669"/>
                <a:gd name="T4" fmla="*/ 153 w 664"/>
                <a:gd name="T5" fmla="*/ 47 h 669"/>
                <a:gd name="T6" fmla="*/ 146 w 664"/>
                <a:gd name="T7" fmla="*/ 60 h 669"/>
                <a:gd name="T8" fmla="*/ 137 w 664"/>
                <a:gd name="T9" fmla="*/ 86 h 669"/>
                <a:gd name="T10" fmla="*/ 119 w 664"/>
                <a:gd name="T11" fmla="*/ 81 h 669"/>
                <a:gd name="T12" fmla="*/ 101 w 664"/>
                <a:gd name="T13" fmla="*/ 77 h 669"/>
                <a:gd name="T14" fmla="*/ 91 w 664"/>
                <a:gd name="T15" fmla="*/ 80 h 669"/>
                <a:gd name="T16" fmla="*/ 88 w 664"/>
                <a:gd name="T17" fmla="*/ 84 h 669"/>
                <a:gd name="T18" fmla="*/ 84 w 664"/>
                <a:gd name="T19" fmla="*/ 91 h 669"/>
                <a:gd name="T20" fmla="*/ 88 w 664"/>
                <a:gd name="T21" fmla="*/ 120 h 669"/>
                <a:gd name="T22" fmla="*/ 88 w 664"/>
                <a:gd name="T23" fmla="*/ 141 h 669"/>
                <a:gd name="T24" fmla="*/ 54 w 664"/>
                <a:gd name="T25" fmla="*/ 119 h 669"/>
                <a:gd name="T26" fmla="*/ 50 w 664"/>
                <a:gd name="T27" fmla="*/ 89 h 669"/>
                <a:gd name="T28" fmla="*/ 50 w 664"/>
                <a:gd name="T29" fmla="*/ 66 h 669"/>
                <a:gd name="T30" fmla="*/ 48 w 664"/>
                <a:gd name="T31" fmla="*/ 66 h 669"/>
                <a:gd name="T32" fmla="*/ 41 w 664"/>
                <a:gd name="T33" fmla="*/ 87 h 669"/>
                <a:gd name="T34" fmla="*/ 46 w 664"/>
                <a:gd name="T35" fmla="*/ 121 h 669"/>
                <a:gd name="T36" fmla="*/ 43 w 664"/>
                <a:gd name="T37" fmla="*/ 119 h 669"/>
                <a:gd name="T38" fmla="*/ 41 w 664"/>
                <a:gd name="T39" fmla="*/ 139 h 669"/>
                <a:gd name="T40" fmla="*/ 30 w 664"/>
                <a:gd name="T41" fmla="*/ 169 h 669"/>
                <a:gd name="T42" fmla="*/ 30 w 664"/>
                <a:gd name="T43" fmla="*/ 147 h 669"/>
                <a:gd name="T44" fmla="*/ 25 w 664"/>
                <a:gd name="T45" fmla="*/ 161 h 669"/>
                <a:gd name="T46" fmla="*/ 20 w 664"/>
                <a:gd name="T47" fmla="*/ 179 h 669"/>
                <a:gd name="T48" fmla="*/ 15 w 664"/>
                <a:gd name="T49" fmla="*/ 166 h 669"/>
                <a:gd name="T50" fmla="*/ 15 w 664"/>
                <a:gd name="T51" fmla="*/ 176 h 669"/>
                <a:gd name="T52" fmla="*/ 11 w 664"/>
                <a:gd name="T53" fmla="*/ 162 h 669"/>
                <a:gd name="T54" fmla="*/ 10 w 664"/>
                <a:gd name="T55" fmla="*/ 151 h 669"/>
                <a:gd name="T56" fmla="*/ 7 w 664"/>
                <a:gd name="T57" fmla="*/ 156 h 669"/>
                <a:gd name="T58" fmla="*/ 5 w 664"/>
                <a:gd name="T59" fmla="*/ 164 h 669"/>
                <a:gd name="T60" fmla="*/ 6 w 664"/>
                <a:gd name="T61" fmla="*/ 149 h 669"/>
                <a:gd name="T62" fmla="*/ 6 w 664"/>
                <a:gd name="T63" fmla="*/ 132 h 669"/>
                <a:gd name="T64" fmla="*/ 3 w 664"/>
                <a:gd name="T65" fmla="*/ 86 h 669"/>
                <a:gd name="T66" fmla="*/ 30 w 664"/>
                <a:gd name="T67" fmla="*/ 55 h 669"/>
                <a:gd name="T68" fmla="*/ 54 w 664"/>
                <a:gd name="T69" fmla="*/ 52 h 669"/>
                <a:gd name="T70" fmla="*/ 88 w 664"/>
                <a:gd name="T71" fmla="*/ 10 h 669"/>
                <a:gd name="T72" fmla="*/ 148 w 664"/>
                <a:gd name="T73" fmla="*/ 10 h 669"/>
                <a:gd name="T74" fmla="*/ 165 w 664"/>
                <a:gd name="T75" fmla="*/ 21 h 669"/>
                <a:gd name="T76" fmla="*/ 177 w 664"/>
                <a:gd name="T77" fmla="*/ 34 h 669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664"/>
                <a:gd name="T118" fmla="*/ 0 h 669"/>
                <a:gd name="T119" fmla="*/ 664 w 664"/>
                <a:gd name="T120" fmla="*/ 669 h 669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664" h="669">
                  <a:moveTo>
                    <a:pt x="660" y="127"/>
                  </a:moveTo>
                  <a:cubicBezTo>
                    <a:pt x="656" y="141"/>
                    <a:pt x="601" y="134"/>
                    <a:pt x="588" y="153"/>
                  </a:cubicBezTo>
                  <a:cubicBezTo>
                    <a:pt x="575" y="172"/>
                    <a:pt x="584" y="164"/>
                    <a:pt x="569" y="176"/>
                  </a:cubicBezTo>
                  <a:cubicBezTo>
                    <a:pt x="569" y="176"/>
                    <a:pt x="574" y="198"/>
                    <a:pt x="546" y="224"/>
                  </a:cubicBezTo>
                  <a:cubicBezTo>
                    <a:pt x="546" y="224"/>
                    <a:pt x="544" y="313"/>
                    <a:pt x="511" y="323"/>
                  </a:cubicBezTo>
                  <a:cubicBezTo>
                    <a:pt x="478" y="333"/>
                    <a:pt x="459" y="323"/>
                    <a:pt x="443" y="304"/>
                  </a:cubicBezTo>
                  <a:cubicBezTo>
                    <a:pt x="427" y="285"/>
                    <a:pt x="392" y="283"/>
                    <a:pt x="376" y="287"/>
                  </a:cubicBezTo>
                  <a:cubicBezTo>
                    <a:pt x="360" y="291"/>
                    <a:pt x="349" y="303"/>
                    <a:pt x="338" y="299"/>
                  </a:cubicBezTo>
                  <a:cubicBezTo>
                    <a:pt x="338" y="299"/>
                    <a:pt x="331" y="307"/>
                    <a:pt x="327" y="317"/>
                  </a:cubicBezTo>
                  <a:cubicBezTo>
                    <a:pt x="323" y="327"/>
                    <a:pt x="321" y="340"/>
                    <a:pt x="316" y="342"/>
                  </a:cubicBezTo>
                  <a:cubicBezTo>
                    <a:pt x="311" y="344"/>
                    <a:pt x="327" y="432"/>
                    <a:pt x="330" y="450"/>
                  </a:cubicBezTo>
                  <a:cubicBezTo>
                    <a:pt x="333" y="468"/>
                    <a:pt x="349" y="529"/>
                    <a:pt x="327" y="527"/>
                  </a:cubicBezTo>
                  <a:cubicBezTo>
                    <a:pt x="305" y="525"/>
                    <a:pt x="216" y="484"/>
                    <a:pt x="203" y="445"/>
                  </a:cubicBezTo>
                  <a:cubicBezTo>
                    <a:pt x="190" y="406"/>
                    <a:pt x="182" y="369"/>
                    <a:pt x="187" y="332"/>
                  </a:cubicBezTo>
                  <a:cubicBezTo>
                    <a:pt x="192" y="295"/>
                    <a:pt x="194" y="263"/>
                    <a:pt x="187" y="248"/>
                  </a:cubicBezTo>
                  <a:cubicBezTo>
                    <a:pt x="178" y="248"/>
                    <a:pt x="178" y="248"/>
                    <a:pt x="178" y="248"/>
                  </a:cubicBezTo>
                  <a:cubicBezTo>
                    <a:pt x="178" y="248"/>
                    <a:pt x="156" y="290"/>
                    <a:pt x="154" y="326"/>
                  </a:cubicBezTo>
                  <a:cubicBezTo>
                    <a:pt x="149" y="394"/>
                    <a:pt x="186" y="408"/>
                    <a:pt x="173" y="454"/>
                  </a:cubicBezTo>
                  <a:cubicBezTo>
                    <a:pt x="173" y="454"/>
                    <a:pt x="165" y="453"/>
                    <a:pt x="162" y="442"/>
                  </a:cubicBezTo>
                  <a:cubicBezTo>
                    <a:pt x="162" y="442"/>
                    <a:pt x="165" y="487"/>
                    <a:pt x="151" y="517"/>
                  </a:cubicBezTo>
                  <a:cubicBezTo>
                    <a:pt x="137" y="547"/>
                    <a:pt x="109" y="593"/>
                    <a:pt x="110" y="635"/>
                  </a:cubicBezTo>
                  <a:cubicBezTo>
                    <a:pt x="110" y="635"/>
                    <a:pt x="111" y="564"/>
                    <a:pt x="113" y="549"/>
                  </a:cubicBezTo>
                  <a:cubicBezTo>
                    <a:pt x="113" y="549"/>
                    <a:pt x="110" y="588"/>
                    <a:pt x="94" y="603"/>
                  </a:cubicBezTo>
                  <a:cubicBezTo>
                    <a:pt x="78" y="618"/>
                    <a:pt x="60" y="639"/>
                    <a:pt x="74" y="669"/>
                  </a:cubicBezTo>
                  <a:cubicBezTo>
                    <a:pt x="74" y="669"/>
                    <a:pt x="54" y="645"/>
                    <a:pt x="57" y="622"/>
                  </a:cubicBezTo>
                  <a:cubicBezTo>
                    <a:pt x="57" y="622"/>
                    <a:pt x="51" y="641"/>
                    <a:pt x="59" y="657"/>
                  </a:cubicBezTo>
                  <a:cubicBezTo>
                    <a:pt x="59" y="657"/>
                    <a:pt x="42" y="627"/>
                    <a:pt x="40" y="605"/>
                  </a:cubicBezTo>
                  <a:cubicBezTo>
                    <a:pt x="38" y="583"/>
                    <a:pt x="48" y="576"/>
                    <a:pt x="37" y="563"/>
                  </a:cubicBezTo>
                  <a:cubicBezTo>
                    <a:pt x="37" y="563"/>
                    <a:pt x="30" y="575"/>
                    <a:pt x="26" y="583"/>
                  </a:cubicBezTo>
                  <a:cubicBezTo>
                    <a:pt x="22" y="591"/>
                    <a:pt x="19" y="612"/>
                    <a:pt x="19" y="612"/>
                  </a:cubicBezTo>
                  <a:cubicBezTo>
                    <a:pt x="19" y="612"/>
                    <a:pt x="15" y="586"/>
                    <a:pt x="21" y="557"/>
                  </a:cubicBezTo>
                  <a:cubicBezTo>
                    <a:pt x="27" y="528"/>
                    <a:pt x="31" y="521"/>
                    <a:pt x="24" y="494"/>
                  </a:cubicBezTo>
                  <a:cubicBezTo>
                    <a:pt x="17" y="467"/>
                    <a:pt x="0" y="371"/>
                    <a:pt x="10" y="321"/>
                  </a:cubicBezTo>
                  <a:cubicBezTo>
                    <a:pt x="20" y="271"/>
                    <a:pt x="61" y="211"/>
                    <a:pt x="111" y="208"/>
                  </a:cubicBezTo>
                  <a:cubicBezTo>
                    <a:pt x="161" y="205"/>
                    <a:pt x="193" y="208"/>
                    <a:pt x="198" y="193"/>
                  </a:cubicBezTo>
                  <a:cubicBezTo>
                    <a:pt x="198" y="193"/>
                    <a:pt x="213" y="74"/>
                    <a:pt x="328" y="37"/>
                  </a:cubicBezTo>
                  <a:cubicBezTo>
                    <a:pt x="443" y="0"/>
                    <a:pt x="528" y="22"/>
                    <a:pt x="553" y="37"/>
                  </a:cubicBezTo>
                  <a:cubicBezTo>
                    <a:pt x="578" y="52"/>
                    <a:pt x="604" y="72"/>
                    <a:pt x="616" y="78"/>
                  </a:cubicBezTo>
                  <a:cubicBezTo>
                    <a:pt x="628" y="84"/>
                    <a:pt x="664" y="110"/>
                    <a:pt x="660" y="127"/>
                  </a:cubicBezTo>
                  <a:close/>
                </a:path>
              </a:pathLst>
            </a:custGeom>
            <a:noFill/>
            <a:ln w="2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4044" name="Freeform 380">
              <a:extLst>
                <a:ext uri="{FF2B5EF4-FFF2-40B4-BE49-F238E27FC236}">
                  <a16:creationId xmlns:a16="http://schemas.microsoft.com/office/drawing/2014/main" id="{A64FD8ED-D615-4C94-B8E3-5D0D6743CBF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" y="430"/>
              <a:ext cx="24" cy="41"/>
            </a:xfrm>
            <a:custGeom>
              <a:avLst/>
              <a:gdLst>
                <a:gd name="T0" fmla="*/ 8 w 38"/>
                <a:gd name="T1" fmla="*/ 0 h 65"/>
                <a:gd name="T2" fmla="*/ 0 w 38"/>
                <a:gd name="T3" fmla="*/ 4 h 65"/>
                <a:gd name="T4" fmla="*/ 3 w 38"/>
                <a:gd name="T5" fmla="*/ 14 h 65"/>
                <a:gd name="T6" fmla="*/ 5 w 38"/>
                <a:gd name="T7" fmla="*/ 14 h 65"/>
                <a:gd name="T8" fmla="*/ 8 w 38"/>
                <a:gd name="T9" fmla="*/ 0 h 6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8"/>
                <a:gd name="T16" fmla="*/ 0 h 65"/>
                <a:gd name="T17" fmla="*/ 38 w 38"/>
                <a:gd name="T18" fmla="*/ 65 h 6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8" h="65">
                  <a:moveTo>
                    <a:pt x="32" y="0"/>
                  </a:moveTo>
                  <a:cubicBezTo>
                    <a:pt x="32" y="0"/>
                    <a:pt x="8" y="0"/>
                    <a:pt x="0" y="14"/>
                  </a:cubicBezTo>
                  <a:cubicBezTo>
                    <a:pt x="0" y="14"/>
                    <a:pt x="11" y="43"/>
                    <a:pt x="11" y="56"/>
                  </a:cubicBezTo>
                  <a:cubicBezTo>
                    <a:pt x="11" y="56"/>
                    <a:pt x="13" y="65"/>
                    <a:pt x="20" y="56"/>
                  </a:cubicBezTo>
                  <a:cubicBezTo>
                    <a:pt x="20" y="56"/>
                    <a:pt x="38" y="34"/>
                    <a:pt x="32" y="0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4045" name="Freeform 381">
              <a:extLst>
                <a:ext uri="{FF2B5EF4-FFF2-40B4-BE49-F238E27FC236}">
                  <a16:creationId xmlns:a16="http://schemas.microsoft.com/office/drawing/2014/main" id="{DB03C74D-7234-43D8-A670-E7BFD71ACC3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" y="489"/>
              <a:ext cx="69" cy="102"/>
            </a:xfrm>
            <a:custGeom>
              <a:avLst/>
              <a:gdLst>
                <a:gd name="T0" fmla="*/ 17 w 107"/>
                <a:gd name="T1" fmla="*/ 6 h 159"/>
                <a:gd name="T2" fmla="*/ 5 w 107"/>
                <a:gd name="T3" fmla="*/ 6 h 159"/>
                <a:gd name="T4" fmla="*/ 8 w 107"/>
                <a:gd name="T5" fmla="*/ 30 h 159"/>
                <a:gd name="T6" fmla="*/ 25 w 107"/>
                <a:gd name="T7" fmla="*/ 42 h 159"/>
                <a:gd name="T8" fmla="*/ 28 w 107"/>
                <a:gd name="T9" fmla="*/ 38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07"/>
                <a:gd name="T16" fmla="*/ 0 h 159"/>
                <a:gd name="T17" fmla="*/ 107 w 107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07" h="159">
                  <a:moveTo>
                    <a:pt x="64" y="22"/>
                  </a:moveTo>
                  <a:cubicBezTo>
                    <a:pt x="64" y="22"/>
                    <a:pt x="37" y="0"/>
                    <a:pt x="19" y="24"/>
                  </a:cubicBezTo>
                  <a:cubicBezTo>
                    <a:pt x="0" y="49"/>
                    <a:pt x="13" y="83"/>
                    <a:pt x="30" y="110"/>
                  </a:cubicBezTo>
                  <a:cubicBezTo>
                    <a:pt x="48" y="136"/>
                    <a:pt x="74" y="159"/>
                    <a:pt x="91" y="157"/>
                  </a:cubicBezTo>
                  <a:cubicBezTo>
                    <a:pt x="107" y="156"/>
                    <a:pt x="106" y="144"/>
                    <a:pt x="106" y="144"/>
                  </a:cubicBezTo>
                </a:path>
              </a:pathLst>
            </a:custGeom>
            <a:noFill/>
            <a:ln w="2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4046" name="Freeform 382">
              <a:extLst>
                <a:ext uri="{FF2B5EF4-FFF2-40B4-BE49-F238E27FC236}">
                  <a16:creationId xmlns:a16="http://schemas.microsoft.com/office/drawing/2014/main" id="{72965DC7-05DD-4B04-96BE-30708FEAA60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" y="509"/>
              <a:ext cx="30" cy="31"/>
            </a:xfrm>
            <a:custGeom>
              <a:avLst/>
              <a:gdLst>
                <a:gd name="T0" fmla="*/ 0 w 46"/>
                <a:gd name="T1" fmla="*/ 6 h 49"/>
                <a:gd name="T2" fmla="*/ 5 w 46"/>
                <a:gd name="T3" fmla="*/ 1 h 49"/>
                <a:gd name="T4" fmla="*/ 13 w 46"/>
                <a:gd name="T5" fmla="*/ 4 h 49"/>
                <a:gd name="T6" fmla="*/ 10 w 46"/>
                <a:gd name="T7" fmla="*/ 8 h 49"/>
                <a:gd name="T8" fmla="*/ 5 w 46"/>
                <a:gd name="T9" fmla="*/ 13 h 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46"/>
                <a:gd name="T16" fmla="*/ 0 h 49"/>
                <a:gd name="T17" fmla="*/ 46 w 46"/>
                <a:gd name="T18" fmla="*/ 49 h 4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46" h="49">
                  <a:moveTo>
                    <a:pt x="0" y="24"/>
                  </a:moveTo>
                  <a:cubicBezTo>
                    <a:pt x="0" y="24"/>
                    <a:pt x="1" y="4"/>
                    <a:pt x="17" y="2"/>
                  </a:cubicBezTo>
                  <a:cubicBezTo>
                    <a:pt x="33" y="0"/>
                    <a:pt x="46" y="15"/>
                    <a:pt x="46" y="15"/>
                  </a:cubicBezTo>
                  <a:cubicBezTo>
                    <a:pt x="46" y="15"/>
                    <a:pt x="40" y="22"/>
                    <a:pt x="37" y="31"/>
                  </a:cubicBezTo>
                  <a:cubicBezTo>
                    <a:pt x="35" y="40"/>
                    <a:pt x="23" y="49"/>
                    <a:pt x="20" y="49"/>
                  </a:cubicBezTo>
                </a:path>
              </a:pathLst>
            </a:custGeom>
            <a:noFill/>
            <a:ln w="2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4047" name="Freeform 383">
              <a:extLst>
                <a:ext uri="{FF2B5EF4-FFF2-40B4-BE49-F238E27FC236}">
                  <a16:creationId xmlns:a16="http://schemas.microsoft.com/office/drawing/2014/main" id="{74541FBA-A2A9-4E20-8FC3-7ED02FA35E1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" y="535"/>
              <a:ext cx="47" cy="30"/>
            </a:xfrm>
            <a:custGeom>
              <a:avLst/>
              <a:gdLst>
                <a:gd name="T0" fmla="*/ 7 w 72"/>
                <a:gd name="T1" fmla="*/ 3 h 47"/>
                <a:gd name="T2" fmla="*/ 10 w 72"/>
                <a:gd name="T3" fmla="*/ 1 h 47"/>
                <a:gd name="T4" fmla="*/ 13 w 72"/>
                <a:gd name="T5" fmla="*/ 1 h 47"/>
                <a:gd name="T6" fmla="*/ 14 w 72"/>
                <a:gd name="T7" fmla="*/ 4 h 47"/>
                <a:gd name="T8" fmla="*/ 17 w 72"/>
                <a:gd name="T9" fmla="*/ 8 h 47"/>
                <a:gd name="T10" fmla="*/ 18 w 72"/>
                <a:gd name="T11" fmla="*/ 12 h 47"/>
                <a:gd name="T12" fmla="*/ 10 w 72"/>
                <a:gd name="T13" fmla="*/ 10 h 47"/>
                <a:gd name="T14" fmla="*/ 0 w 72"/>
                <a:gd name="T15" fmla="*/ 3 h 4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72"/>
                <a:gd name="T25" fmla="*/ 0 h 47"/>
                <a:gd name="T26" fmla="*/ 72 w 72"/>
                <a:gd name="T27" fmla="*/ 47 h 47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72" h="47">
                  <a:moveTo>
                    <a:pt x="23" y="12"/>
                  </a:moveTo>
                  <a:cubicBezTo>
                    <a:pt x="23" y="12"/>
                    <a:pt x="32" y="10"/>
                    <a:pt x="37" y="5"/>
                  </a:cubicBezTo>
                  <a:cubicBezTo>
                    <a:pt x="41" y="0"/>
                    <a:pt x="41" y="2"/>
                    <a:pt x="48" y="2"/>
                  </a:cubicBezTo>
                  <a:cubicBezTo>
                    <a:pt x="54" y="2"/>
                    <a:pt x="53" y="8"/>
                    <a:pt x="52" y="15"/>
                  </a:cubicBezTo>
                  <a:cubicBezTo>
                    <a:pt x="51" y="22"/>
                    <a:pt x="56" y="26"/>
                    <a:pt x="62" y="30"/>
                  </a:cubicBezTo>
                  <a:cubicBezTo>
                    <a:pt x="67" y="34"/>
                    <a:pt x="72" y="45"/>
                    <a:pt x="64" y="45"/>
                  </a:cubicBezTo>
                  <a:cubicBezTo>
                    <a:pt x="56" y="44"/>
                    <a:pt x="47" y="32"/>
                    <a:pt x="37" y="36"/>
                  </a:cubicBezTo>
                  <a:cubicBezTo>
                    <a:pt x="17" y="42"/>
                    <a:pt x="19" y="47"/>
                    <a:pt x="0" y="9"/>
                  </a:cubicBezTo>
                </a:path>
              </a:pathLst>
            </a:custGeom>
            <a:noFill/>
            <a:ln w="2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4048" name="Freeform 384">
              <a:extLst>
                <a:ext uri="{FF2B5EF4-FFF2-40B4-BE49-F238E27FC236}">
                  <a16:creationId xmlns:a16="http://schemas.microsoft.com/office/drawing/2014/main" id="{6F1FC7A1-4861-4A6C-B03C-8059DF31F32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3" y="609"/>
              <a:ext cx="20" cy="45"/>
            </a:xfrm>
            <a:custGeom>
              <a:avLst/>
              <a:gdLst>
                <a:gd name="T0" fmla="*/ 0 w 32"/>
                <a:gd name="T1" fmla="*/ 0 h 69"/>
                <a:gd name="T2" fmla="*/ 8 w 32"/>
                <a:gd name="T3" fmla="*/ 19 h 69"/>
                <a:gd name="T4" fmla="*/ 0 60000 65536"/>
                <a:gd name="T5" fmla="*/ 0 60000 65536"/>
                <a:gd name="T6" fmla="*/ 0 w 32"/>
                <a:gd name="T7" fmla="*/ 0 h 69"/>
                <a:gd name="T8" fmla="*/ 32 w 32"/>
                <a:gd name="T9" fmla="*/ 69 h 69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2" h="69">
                  <a:moveTo>
                    <a:pt x="0" y="0"/>
                  </a:moveTo>
                  <a:cubicBezTo>
                    <a:pt x="0" y="0"/>
                    <a:pt x="2" y="45"/>
                    <a:pt x="32" y="69"/>
                  </a:cubicBezTo>
                </a:path>
              </a:pathLst>
            </a:custGeom>
            <a:noFill/>
            <a:ln w="2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4049" name="Freeform 385">
              <a:extLst>
                <a:ext uri="{FF2B5EF4-FFF2-40B4-BE49-F238E27FC236}">
                  <a16:creationId xmlns:a16="http://schemas.microsoft.com/office/drawing/2014/main" id="{19445E98-60A9-425B-B088-D73FBFE825B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" y="724"/>
              <a:ext cx="80" cy="105"/>
            </a:xfrm>
            <a:custGeom>
              <a:avLst/>
              <a:gdLst>
                <a:gd name="T0" fmla="*/ 0 w 123"/>
                <a:gd name="T1" fmla="*/ 1 h 163"/>
                <a:gd name="T2" fmla="*/ 33 w 123"/>
                <a:gd name="T3" fmla="*/ 44 h 163"/>
                <a:gd name="T4" fmla="*/ 0 60000 65536"/>
                <a:gd name="T5" fmla="*/ 0 60000 65536"/>
                <a:gd name="T6" fmla="*/ 0 w 123"/>
                <a:gd name="T7" fmla="*/ 0 h 163"/>
                <a:gd name="T8" fmla="*/ 123 w 123"/>
                <a:gd name="T9" fmla="*/ 163 h 163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23" h="163">
                  <a:moveTo>
                    <a:pt x="0" y="5"/>
                  </a:moveTo>
                  <a:cubicBezTo>
                    <a:pt x="0" y="5"/>
                    <a:pt x="123" y="0"/>
                    <a:pt x="118" y="163"/>
                  </a:cubicBezTo>
                </a:path>
              </a:pathLst>
            </a:custGeom>
            <a:noFill/>
            <a:ln w="2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4050" name="Freeform 386">
              <a:extLst>
                <a:ext uri="{FF2B5EF4-FFF2-40B4-BE49-F238E27FC236}">
                  <a16:creationId xmlns:a16="http://schemas.microsoft.com/office/drawing/2014/main" id="{AE8BFE7F-C228-40C7-BB76-16E5D4D44AC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" y="875"/>
              <a:ext cx="223" cy="1041"/>
            </a:xfrm>
            <a:custGeom>
              <a:avLst/>
              <a:gdLst>
                <a:gd name="T0" fmla="*/ 52 w 346"/>
                <a:gd name="T1" fmla="*/ 0 h 1617"/>
                <a:gd name="T2" fmla="*/ 51 w 346"/>
                <a:gd name="T3" fmla="*/ 5 h 1617"/>
                <a:gd name="T4" fmla="*/ 48 w 346"/>
                <a:gd name="T5" fmla="*/ 21 h 1617"/>
                <a:gd name="T6" fmla="*/ 46 w 346"/>
                <a:gd name="T7" fmla="*/ 56 h 1617"/>
                <a:gd name="T8" fmla="*/ 41 w 346"/>
                <a:gd name="T9" fmla="*/ 126 h 1617"/>
                <a:gd name="T10" fmla="*/ 44 w 346"/>
                <a:gd name="T11" fmla="*/ 152 h 1617"/>
                <a:gd name="T12" fmla="*/ 59 w 346"/>
                <a:gd name="T13" fmla="*/ 234 h 1617"/>
                <a:gd name="T14" fmla="*/ 73 w 346"/>
                <a:gd name="T15" fmla="*/ 304 h 1617"/>
                <a:gd name="T16" fmla="*/ 87 w 346"/>
                <a:gd name="T17" fmla="*/ 346 h 1617"/>
                <a:gd name="T18" fmla="*/ 92 w 346"/>
                <a:gd name="T19" fmla="*/ 381 h 1617"/>
                <a:gd name="T20" fmla="*/ 90 w 346"/>
                <a:gd name="T21" fmla="*/ 396 h 1617"/>
                <a:gd name="T22" fmla="*/ 84 w 346"/>
                <a:gd name="T23" fmla="*/ 416 h 1617"/>
                <a:gd name="T24" fmla="*/ 80 w 346"/>
                <a:gd name="T25" fmla="*/ 422 h 1617"/>
                <a:gd name="T26" fmla="*/ 70 w 346"/>
                <a:gd name="T27" fmla="*/ 429 h 1617"/>
                <a:gd name="T28" fmla="*/ 64 w 346"/>
                <a:gd name="T29" fmla="*/ 431 h 1617"/>
                <a:gd name="T30" fmla="*/ 54 w 346"/>
                <a:gd name="T31" fmla="*/ 428 h 1617"/>
                <a:gd name="T32" fmla="*/ 46 w 346"/>
                <a:gd name="T33" fmla="*/ 427 h 1617"/>
                <a:gd name="T34" fmla="*/ 39 w 346"/>
                <a:gd name="T35" fmla="*/ 426 h 1617"/>
                <a:gd name="T36" fmla="*/ 36 w 346"/>
                <a:gd name="T37" fmla="*/ 421 h 1617"/>
                <a:gd name="T38" fmla="*/ 32 w 346"/>
                <a:gd name="T39" fmla="*/ 418 h 1617"/>
                <a:gd name="T40" fmla="*/ 26 w 346"/>
                <a:gd name="T41" fmla="*/ 413 h 1617"/>
                <a:gd name="T42" fmla="*/ 23 w 346"/>
                <a:gd name="T43" fmla="*/ 413 h 1617"/>
                <a:gd name="T44" fmla="*/ 22 w 346"/>
                <a:gd name="T45" fmla="*/ 407 h 1617"/>
                <a:gd name="T46" fmla="*/ 26 w 346"/>
                <a:gd name="T47" fmla="*/ 403 h 1617"/>
                <a:gd name="T48" fmla="*/ 30 w 346"/>
                <a:gd name="T49" fmla="*/ 402 h 1617"/>
                <a:gd name="T50" fmla="*/ 33 w 346"/>
                <a:gd name="T51" fmla="*/ 399 h 1617"/>
                <a:gd name="T52" fmla="*/ 35 w 346"/>
                <a:gd name="T53" fmla="*/ 388 h 1617"/>
                <a:gd name="T54" fmla="*/ 37 w 346"/>
                <a:gd name="T55" fmla="*/ 379 h 1617"/>
                <a:gd name="T56" fmla="*/ 38 w 346"/>
                <a:gd name="T57" fmla="*/ 368 h 1617"/>
                <a:gd name="T58" fmla="*/ 39 w 346"/>
                <a:gd name="T59" fmla="*/ 348 h 1617"/>
                <a:gd name="T60" fmla="*/ 43 w 346"/>
                <a:gd name="T61" fmla="*/ 337 h 1617"/>
                <a:gd name="T62" fmla="*/ 43 w 346"/>
                <a:gd name="T63" fmla="*/ 328 h 1617"/>
                <a:gd name="T64" fmla="*/ 24 w 346"/>
                <a:gd name="T65" fmla="*/ 277 h 1617"/>
                <a:gd name="T66" fmla="*/ 0 w 346"/>
                <a:gd name="T67" fmla="*/ 225 h 1617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346"/>
                <a:gd name="T103" fmla="*/ 0 h 1617"/>
                <a:gd name="T104" fmla="*/ 346 w 346"/>
                <a:gd name="T105" fmla="*/ 1617 h 1617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346" h="1617">
                  <a:moveTo>
                    <a:pt x="196" y="0"/>
                  </a:moveTo>
                  <a:cubicBezTo>
                    <a:pt x="196" y="0"/>
                    <a:pt x="189" y="2"/>
                    <a:pt x="190" y="18"/>
                  </a:cubicBezTo>
                  <a:cubicBezTo>
                    <a:pt x="191" y="35"/>
                    <a:pt x="187" y="67"/>
                    <a:pt x="180" y="79"/>
                  </a:cubicBezTo>
                  <a:cubicBezTo>
                    <a:pt x="174" y="92"/>
                    <a:pt x="178" y="168"/>
                    <a:pt x="174" y="209"/>
                  </a:cubicBezTo>
                  <a:cubicBezTo>
                    <a:pt x="170" y="251"/>
                    <a:pt x="165" y="429"/>
                    <a:pt x="155" y="472"/>
                  </a:cubicBezTo>
                  <a:cubicBezTo>
                    <a:pt x="146" y="515"/>
                    <a:pt x="155" y="532"/>
                    <a:pt x="166" y="568"/>
                  </a:cubicBezTo>
                  <a:cubicBezTo>
                    <a:pt x="177" y="604"/>
                    <a:pt x="218" y="823"/>
                    <a:pt x="221" y="877"/>
                  </a:cubicBezTo>
                  <a:cubicBezTo>
                    <a:pt x="223" y="932"/>
                    <a:pt x="263" y="1111"/>
                    <a:pt x="274" y="1139"/>
                  </a:cubicBezTo>
                  <a:cubicBezTo>
                    <a:pt x="285" y="1167"/>
                    <a:pt x="317" y="1257"/>
                    <a:pt x="325" y="1296"/>
                  </a:cubicBezTo>
                  <a:cubicBezTo>
                    <a:pt x="333" y="1335"/>
                    <a:pt x="343" y="1410"/>
                    <a:pt x="344" y="1429"/>
                  </a:cubicBezTo>
                  <a:cubicBezTo>
                    <a:pt x="344" y="1447"/>
                    <a:pt x="346" y="1468"/>
                    <a:pt x="337" y="1485"/>
                  </a:cubicBezTo>
                  <a:cubicBezTo>
                    <a:pt x="329" y="1501"/>
                    <a:pt x="314" y="1550"/>
                    <a:pt x="313" y="1558"/>
                  </a:cubicBezTo>
                  <a:cubicBezTo>
                    <a:pt x="312" y="1567"/>
                    <a:pt x="308" y="1578"/>
                    <a:pt x="300" y="1583"/>
                  </a:cubicBezTo>
                  <a:cubicBezTo>
                    <a:pt x="291" y="1589"/>
                    <a:pt x="269" y="1604"/>
                    <a:pt x="262" y="1610"/>
                  </a:cubicBezTo>
                  <a:cubicBezTo>
                    <a:pt x="255" y="1616"/>
                    <a:pt x="247" y="1617"/>
                    <a:pt x="238" y="1615"/>
                  </a:cubicBezTo>
                  <a:cubicBezTo>
                    <a:pt x="229" y="1613"/>
                    <a:pt x="207" y="1611"/>
                    <a:pt x="201" y="1604"/>
                  </a:cubicBezTo>
                  <a:cubicBezTo>
                    <a:pt x="201" y="1604"/>
                    <a:pt x="183" y="1602"/>
                    <a:pt x="173" y="1602"/>
                  </a:cubicBezTo>
                  <a:cubicBezTo>
                    <a:pt x="162" y="1602"/>
                    <a:pt x="154" y="1602"/>
                    <a:pt x="147" y="1595"/>
                  </a:cubicBezTo>
                  <a:cubicBezTo>
                    <a:pt x="139" y="1588"/>
                    <a:pt x="132" y="1581"/>
                    <a:pt x="135" y="1578"/>
                  </a:cubicBezTo>
                  <a:cubicBezTo>
                    <a:pt x="135" y="1578"/>
                    <a:pt x="123" y="1572"/>
                    <a:pt x="118" y="1566"/>
                  </a:cubicBezTo>
                  <a:cubicBezTo>
                    <a:pt x="112" y="1561"/>
                    <a:pt x="98" y="1557"/>
                    <a:pt x="98" y="1550"/>
                  </a:cubicBezTo>
                  <a:cubicBezTo>
                    <a:pt x="98" y="1550"/>
                    <a:pt x="89" y="1553"/>
                    <a:pt x="84" y="1546"/>
                  </a:cubicBezTo>
                  <a:cubicBezTo>
                    <a:pt x="79" y="1539"/>
                    <a:pt x="77" y="1529"/>
                    <a:pt x="81" y="1526"/>
                  </a:cubicBezTo>
                  <a:cubicBezTo>
                    <a:pt x="84" y="1522"/>
                    <a:pt x="91" y="1514"/>
                    <a:pt x="98" y="1512"/>
                  </a:cubicBezTo>
                  <a:cubicBezTo>
                    <a:pt x="105" y="1510"/>
                    <a:pt x="108" y="1508"/>
                    <a:pt x="110" y="1505"/>
                  </a:cubicBezTo>
                  <a:cubicBezTo>
                    <a:pt x="113" y="1501"/>
                    <a:pt x="120" y="1502"/>
                    <a:pt x="122" y="1494"/>
                  </a:cubicBezTo>
                  <a:cubicBezTo>
                    <a:pt x="123" y="1485"/>
                    <a:pt x="129" y="1464"/>
                    <a:pt x="132" y="1452"/>
                  </a:cubicBezTo>
                  <a:cubicBezTo>
                    <a:pt x="135" y="1441"/>
                    <a:pt x="138" y="1431"/>
                    <a:pt x="139" y="1422"/>
                  </a:cubicBezTo>
                  <a:cubicBezTo>
                    <a:pt x="140" y="1412"/>
                    <a:pt x="143" y="1403"/>
                    <a:pt x="142" y="1381"/>
                  </a:cubicBezTo>
                  <a:cubicBezTo>
                    <a:pt x="142" y="1358"/>
                    <a:pt x="144" y="1328"/>
                    <a:pt x="147" y="1306"/>
                  </a:cubicBezTo>
                  <a:cubicBezTo>
                    <a:pt x="151" y="1284"/>
                    <a:pt x="153" y="1276"/>
                    <a:pt x="158" y="1262"/>
                  </a:cubicBezTo>
                  <a:cubicBezTo>
                    <a:pt x="163" y="1249"/>
                    <a:pt x="162" y="1252"/>
                    <a:pt x="159" y="1230"/>
                  </a:cubicBezTo>
                  <a:cubicBezTo>
                    <a:pt x="155" y="1209"/>
                    <a:pt x="115" y="1080"/>
                    <a:pt x="90" y="1038"/>
                  </a:cubicBezTo>
                  <a:cubicBezTo>
                    <a:pt x="65" y="996"/>
                    <a:pt x="11" y="874"/>
                    <a:pt x="0" y="842"/>
                  </a:cubicBezTo>
                </a:path>
              </a:pathLst>
            </a:custGeom>
            <a:noFill/>
            <a:ln w="2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4051" name="Freeform 387">
              <a:extLst>
                <a:ext uri="{FF2B5EF4-FFF2-40B4-BE49-F238E27FC236}">
                  <a16:creationId xmlns:a16="http://schemas.microsoft.com/office/drawing/2014/main" id="{C40A8313-D5B7-46E8-92A3-B867A5558B0F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" y="1830"/>
              <a:ext cx="25" cy="34"/>
            </a:xfrm>
            <a:custGeom>
              <a:avLst/>
              <a:gdLst>
                <a:gd name="T0" fmla="*/ 0 w 38"/>
                <a:gd name="T1" fmla="*/ 13 h 53"/>
                <a:gd name="T2" fmla="*/ 3 w 38"/>
                <a:gd name="T3" fmla="*/ 13 h 53"/>
                <a:gd name="T4" fmla="*/ 6 w 38"/>
                <a:gd name="T5" fmla="*/ 12 h 53"/>
                <a:gd name="T6" fmla="*/ 11 w 38"/>
                <a:gd name="T7" fmla="*/ 0 h 53"/>
                <a:gd name="T8" fmla="*/ 5 w 38"/>
                <a:gd name="T9" fmla="*/ 8 h 53"/>
                <a:gd name="T10" fmla="*/ 0 w 38"/>
                <a:gd name="T11" fmla="*/ 13 h 5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38"/>
                <a:gd name="T19" fmla="*/ 0 h 53"/>
                <a:gd name="T20" fmla="*/ 38 w 38"/>
                <a:gd name="T21" fmla="*/ 53 h 5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38" h="53">
                  <a:moveTo>
                    <a:pt x="0" y="51"/>
                  </a:moveTo>
                  <a:cubicBezTo>
                    <a:pt x="0" y="51"/>
                    <a:pt x="7" y="51"/>
                    <a:pt x="12" y="52"/>
                  </a:cubicBezTo>
                  <a:cubicBezTo>
                    <a:pt x="16" y="53"/>
                    <a:pt x="17" y="51"/>
                    <a:pt x="21" y="43"/>
                  </a:cubicBezTo>
                  <a:cubicBezTo>
                    <a:pt x="25" y="36"/>
                    <a:pt x="38" y="0"/>
                    <a:pt x="38" y="0"/>
                  </a:cubicBezTo>
                  <a:cubicBezTo>
                    <a:pt x="38" y="0"/>
                    <a:pt x="20" y="30"/>
                    <a:pt x="16" y="33"/>
                  </a:cubicBezTo>
                  <a:cubicBezTo>
                    <a:pt x="12" y="36"/>
                    <a:pt x="0" y="51"/>
                    <a:pt x="0" y="51"/>
                  </a:cubicBezTo>
                  <a:close/>
                </a:path>
              </a:pathLst>
            </a:custGeom>
            <a:noFill/>
            <a:ln w="2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4052" name="Freeform 388">
              <a:extLst>
                <a:ext uri="{FF2B5EF4-FFF2-40B4-BE49-F238E27FC236}">
                  <a16:creationId xmlns:a16="http://schemas.microsoft.com/office/drawing/2014/main" id="{4EB38FB9-A917-4F3A-8B97-31B68B441FDD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" y="1862"/>
              <a:ext cx="25" cy="10"/>
            </a:xfrm>
            <a:custGeom>
              <a:avLst/>
              <a:gdLst>
                <a:gd name="T0" fmla="*/ 0 w 39"/>
                <a:gd name="T1" fmla="*/ 4 h 16"/>
                <a:gd name="T2" fmla="*/ 5 w 39"/>
                <a:gd name="T3" fmla="*/ 3 h 16"/>
                <a:gd name="T4" fmla="*/ 10 w 39"/>
                <a:gd name="T5" fmla="*/ 0 h 16"/>
                <a:gd name="T6" fmla="*/ 0 60000 65536"/>
                <a:gd name="T7" fmla="*/ 0 60000 65536"/>
                <a:gd name="T8" fmla="*/ 0 60000 65536"/>
                <a:gd name="T9" fmla="*/ 0 w 39"/>
                <a:gd name="T10" fmla="*/ 0 h 16"/>
                <a:gd name="T11" fmla="*/ 39 w 39"/>
                <a:gd name="T12" fmla="*/ 16 h 1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9" h="16">
                  <a:moveTo>
                    <a:pt x="0" y="16"/>
                  </a:moveTo>
                  <a:cubicBezTo>
                    <a:pt x="5" y="12"/>
                    <a:pt x="14" y="13"/>
                    <a:pt x="21" y="11"/>
                  </a:cubicBezTo>
                  <a:cubicBezTo>
                    <a:pt x="29" y="9"/>
                    <a:pt x="33" y="5"/>
                    <a:pt x="39" y="0"/>
                  </a:cubicBezTo>
                </a:path>
              </a:pathLst>
            </a:custGeom>
            <a:noFill/>
            <a:ln w="2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4053" name="Freeform 389">
              <a:extLst>
                <a:ext uri="{FF2B5EF4-FFF2-40B4-BE49-F238E27FC236}">
                  <a16:creationId xmlns:a16="http://schemas.microsoft.com/office/drawing/2014/main" id="{0BD1B78E-7AC1-45BD-B285-C806CBFFF58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" y="1864"/>
              <a:ext cx="10" cy="6"/>
            </a:xfrm>
            <a:custGeom>
              <a:avLst/>
              <a:gdLst>
                <a:gd name="T0" fmla="*/ 5 w 15"/>
                <a:gd name="T1" fmla="*/ 2 h 10"/>
                <a:gd name="T2" fmla="*/ 0 w 15"/>
                <a:gd name="T3" fmla="*/ 1 h 10"/>
                <a:gd name="T4" fmla="*/ 0 60000 65536"/>
                <a:gd name="T5" fmla="*/ 0 60000 65536"/>
                <a:gd name="T6" fmla="*/ 0 w 15"/>
                <a:gd name="T7" fmla="*/ 0 h 10"/>
                <a:gd name="T8" fmla="*/ 15 w 15"/>
                <a:gd name="T9" fmla="*/ 10 h 10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5" h="10">
                  <a:moveTo>
                    <a:pt x="15" y="10"/>
                  </a:moveTo>
                  <a:cubicBezTo>
                    <a:pt x="12" y="1"/>
                    <a:pt x="6" y="0"/>
                    <a:pt x="0" y="5"/>
                  </a:cubicBezTo>
                </a:path>
              </a:pathLst>
            </a:custGeom>
            <a:noFill/>
            <a:ln w="1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4054" name="Freeform 390">
              <a:extLst>
                <a:ext uri="{FF2B5EF4-FFF2-40B4-BE49-F238E27FC236}">
                  <a16:creationId xmlns:a16="http://schemas.microsoft.com/office/drawing/2014/main" id="{F3A08B8F-793D-4926-B41F-22099BFD7406}"/>
                </a:ext>
              </a:extLst>
            </p:cNvPr>
            <p:cNvSpPr>
              <a:spLocks/>
            </p:cNvSpPr>
            <p:nvPr/>
          </p:nvSpPr>
          <p:spPr bwMode="auto">
            <a:xfrm>
              <a:off x="537" y="1823"/>
              <a:ext cx="6" cy="8"/>
            </a:xfrm>
            <a:custGeom>
              <a:avLst/>
              <a:gdLst>
                <a:gd name="T0" fmla="*/ 0 w 9"/>
                <a:gd name="T1" fmla="*/ 0 h 12"/>
                <a:gd name="T2" fmla="*/ 1 w 9"/>
                <a:gd name="T3" fmla="*/ 3 h 12"/>
                <a:gd name="T4" fmla="*/ 3 w 9"/>
                <a:gd name="T5" fmla="*/ 1 h 12"/>
                <a:gd name="T6" fmla="*/ 0 60000 65536"/>
                <a:gd name="T7" fmla="*/ 0 60000 65536"/>
                <a:gd name="T8" fmla="*/ 0 60000 65536"/>
                <a:gd name="T9" fmla="*/ 0 w 9"/>
                <a:gd name="T10" fmla="*/ 0 h 12"/>
                <a:gd name="T11" fmla="*/ 9 w 9"/>
                <a:gd name="T12" fmla="*/ 12 h 12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9" h="12">
                  <a:moveTo>
                    <a:pt x="0" y="0"/>
                  </a:moveTo>
                  <a:cubicBezTo>
                    <a:pt x="0" y="4"/>
                    <a:pt x="2" y="8"/>
                    <a:pt x="4" y="12"/>
                  </a:cubicBezTo>
                  <a:cubicBezTo>
                    <a:pt x="5" y="9"/>
                    <a:pt x="6" y="6"/>
                    <a:pt x="9" y="4"/>
                  </a:cubicBezTo>
                </a:path>
              </a:pathLst>
            </a:custGeom>
            <a:noFill/>
            <a:ln w="2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4055" name="Freeform 391">
              <a:extLst>
                <a:ext uri="{FF2B5EF4-FFF2-40B4-BE49-F238E27FC236}">
                  <a16:creationId xmlns:a16="http://schemas.microsoft.com/office/drawing/2014/main" id="{84FACC1C-1BBD-49A5-AFAA-1D43C8BE1B43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" y="1834"/>
              <a:ext cx="60" cy="57"/>
            </a:xfrm>
            <a:custGeom>
              <a:avLst/>
              <a:gdLst>
                <a:gd name="T0" fmla="*/ 24 w 93"/>
                <a:gd name="T1" fmla="*/ 1 h 88"/>
                <a:gd name="T2" fmla="*/ 25 w 93"/>
                <a:gd name="T3" fmla="*/ 3 h 88"/>
                <a:gd name="T4" fmla="*/ 23 w 93"/>
                <a:gd name="T5" fmla="*/ 6 h 88"/>
                <a:gd name="T6" fmla="*/ 22 w 93"/>
                <a:gd name="T7" fmla="*/ 11 h 88"/>
                <a:gd name="T8" fmla="*/ 21 w 93"/>
                <a:gd name="T9" fmla="*/ 15 h 88"/>
                <a:gd name="T10" fmla="*/ 19 w 93"/>
                <a:gd name="T11" fmla="*/ 18 h 88"/>
                <a:gd name="T12" fmla="*/ 16 w 93"/>
                <a:gd name="T13" fmla="*/ 19 h 88"/>
                <a:gd name="T14" fmla="*/ 14 w 93"/>
                <a:gd name="T15" fmla="*/ 21 h 88"/>
                <a:gd name="T16" fmla="*/ 6 w 93"/>
                <a:gd name="T17" fmla="*/ 23 h 88"/>
                <a:gd name="T18" fmla="*/ 3 w 93"/>
                <a:gd name="T19" fmla="*/ 23 h 88"/>
                <a:gd name="T20" fmla="*/ 0 w 93"/>
                <a:gd name="T21" fmla="*/ 23 h 8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93"/>
                <a:gd name="T34" fmla="*/ 0 h 88"/>
                <a:gd name="T35" fmla="*/ 93 w 93"/>
                <a:gd name="T36" fmla="*/ 88 h 88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93" h="88">
                  <a:moveTo>
                    <a:pt x="90" y="1"/>
                  </a:moveTo>
                  <a:cubicBezTo>
                    <a:pt x="88" y="0"/>
                    <a:pt x="91" y="7"/>
                    <a:pt x="91" y="9"/>
                  </a:cubicBezTo>
                  <a:cubicBezTo>
                    <a:pt x="93" y="17"/>
                    <a:pt x="91" y="18"/>
                    <a:pt x="87" y="25"/>
                  </a:cubicBezTo>
                  <a:cubicBezTo>
                    <a:pt x="85" y="30"/>
                    <a:pt x="83" y="36"/>
                    <a:pt x="81" y="42"/>
                  </a:cubicBezTo>
                  <a:cubicBezTo>
                    <a:pt x="80" y="46"/>
                    <a:pt x="78" y="50"/>
                    <a:pt x="76" y="55"/>
                  </a:cubicBezTo>
                  <a:cubicBezTo>
                    <a:pt x="75" y="58"/>
                    <a:pt x="74" y="64"/>
                    <a:pt x="72" y="66"/>
                  </a:cubicBezTo>
                  <a:cubicBezTo>
                    <a:pt x="70" y="68"/>
                    <a:pt x="64" y="70"/>
                    <a:pt x="61" y="71"/>
                  </a:cubicBezTo>
                  <a:cubicBezTo>
                    <a:pt x="58" y="73"/>
                    <a:pt x="54" y="74"/>
                    <a:pt x="50" y="75"/>
                  </a:cubicBezTo>
                  <a:cubicBezTo>
                    <a:pt x="42" y="78"/>
                    <a:pt x="34" y="80"/>
                    <a:pt x="25" y="83"/>
                  </a:cubicBezTo>
                  <a:cubicBezTo>
                    <a:pt x="21" y="84"/>
                    <a:pt x="17" y="85"/>
                    <a:pt x="12" y="85"/>
                  </a:cubicBezTo>
                  <a:cubicBezTo>
                    <a:pt x="8" y="86"/>
                    <a:pt x="3" y="88"/>
                    <a:pt x="0" y="87"/>
                  </a:cubicBezTo>
                </a:path>
              </a:pathLst>
            </a:custGeom>
            <a:noFill/>
            <a:ln w="2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4056" name="Freeform 392">
              <a:extLst>
                <a:ext uri="{FF2B5EF4-FFF2-40B4-BE49-F238E27FC236}">
                  <a16:creationId xmlns:a16="http://schemas.microsoft.com/office/drawing/2014/main" id="{83866036-0BAD-49FD-8BD7-6CA70BF9D20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" y="1871"/>
              <a:ext cx="5" cy="8"/>
            </a:xfrm>
            <a:custGeom>
              <a:avLst/>
              <a:gdLst>
                <a:gd name="T0" fmla="*/ 2 w 8"/>
                <a:gd name="T1" fmla="*/ 3 h 12"/>
                <a:gd name="T2" fmla="*/ 2 w 8"/>
                <a:gd name="T3" fmla="*/ 1 h 12"/>
                <a:gd name="T4" fmla="*/ 0 w 8"/>
                <a:gd name="T5" fmla="*/ 0 h 12"/>
                <a:gd name="T6" fmla="*/ 0 60000 65536"/>
                <a:gd name="T7" fmla="*/ 0 60000 65536"/>
                <a:gd name="T8" fmla="*/ 0 60000 65536"/>
                <a:gd name="T9" fmla="*/ 0 w 8"/>
                <a:gd name="T10" fmla="*/ 0 h 12"/>
                <a:gd name="T11" fmla="*/ 8 w 8"/>
                <a:gd name="T12" fmla="*/ 12 h 12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8" h="12">
                  <a:moveTo>
                    <a:pt x="8" y="12"/>
                  </a:moveTo>
                  <a:cubicBezTo>
                    <a:pt x="8" y="9"/>
                    <a:pt x="8" y="6"/>
                    <a:pt x="6" y="4"/>
                  </a:cubicBezTo>
                  <a:cubicBezTo>
                    <a:pt x="4" y="1"/>
                    <a:pt x="2" y="1"/>
                    <a:pt x="0" y="0"/>
                  </a:cubicBezTo>
                </a:path>
              </a:pathLst>
            </a:custGeom>
            <a:noFill/>
            <a:ln w="1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4057" name="Freeform 393">
              <a:extLst>
                <a:ext uri="{FF2B5EF4-FFF2-40B4-BE49-F238E27FC236}">
                  <a16:creationId xmlns:a16="http://schemas.microsoft.com/office/drawing/2014/main" id="{A8894668-E4F5-467D-BE20-DF1691AFDC50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" y="1851"/>
              <a:ext cx="2" cy="4"/>
            </a:xfrm>
            <a:custGeom>
              <a:avLst/>
              <a:gdLst>
                <a:gd name="T0" fmla="*/ 0 w 3"/>
                <a:gd name="T1" fmla="*/ 0 h 5"/>
                <a:gd name="T2" fmla="*/ 1 w 3"/>
                <a:gd name="T3" fmla="*/ 2 h 5"/>
                <a:gd name="T4" fmla="*/ 0 60000 65536"/>
                <a:gd name="T5" fmla="*/ 0 60000 65536"/>
                <a:gd name="T6" fmla="*/ 0 w 3"/>
                <a:gd name="T7" fmla="*/ 0 h 5"/>
                <a:gd name="T8" fmla="*/ 3 w 3"/>
                <a:gd name="T9" fmla="*/ 5 h 5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" h="5">
                  <a:moveTo>
                    <a:pt x="0" y="0"/>
                  </a:moveTo>
                  <a:cubicBezTo>
                    <a:pt x="0" y="2"/>
                    <a:pt x="2" y="4"/>
                    <a:pt x="3" y="5"/>
                  </a:cubicBezTo>
                </a:path>
              </a:pathLst>
            </a:custGeom>
            <a:noFill/>
            <a:ln w="1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4058" name="Freeform 394">
              <a:extLst>
                <a:ext uri="{FF2B5EF4-FFF2-40B4-BE49-F238E27FC236}">
                  <a16:creationId xmlns:a16="http://schemas.microsoft.com/office/drawing/2014/main" id="{2A26FA60-7C03-482A-AE73-E31E4A767957}"/>
                </a:ext>
              </a:extLst>
            </p:cNvPr>
            <p:cNvSpPr>
              <a:spLocks/>
            </p:cNvSpPr>
            <p:nvPr/>
          </p:nvSpPr>
          <p:spPr bwMode="auto">
            <a:xfrm>
              <a:off x="534" y="1869"/>
              <a:ext cx="6" cy="5"/>
            </a:xfrm>
            <a:custGeom>
              <a:avLst/>
              <a:gdLst>
                <a:gd name="T0" fmla="*/ 1 w 9"/>
                <a:gd name="T1" fmla="*/ 0 h 8"/>
                <a:gd name="T2" fmla="*/ 3 w 9"/>
                <a:gd name="T3" fmla="*/ 2 h 8"/>
                <a:gd name="T4" fmla="*/ 0 60000 65536"/>
                <a:gd name="T5" fmla="*/ 0 60000 65536"/>
                <a:gd name="T6" fmla="*/ 0 w 9"/>
                <a:gd name="T7" fmla="*/ 0 h 8"/>
                <a:gd name="T8" fmla="*/ 9 w 9"/>
                <a:gd name="T9" fmla="*/ 8 h 8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9" h="8">
                  <a:moveTo>
                    <a:pt x="1" y="0"/>
                  </a:moveTo>
                  <a:cubicBezTo>
                    <a:pt x="0" y="1"/>
                    <a:pt x="7" y="7"/>
                    <a:pt x="9" y="8"/>
                  </a:cubicBezTo>
                </a:path>
              </a:pathLst>
            </a:custGeom>
            <a:noFill/>
            <a:ln w="1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4059" name="Freeform 395">
              <a:extLst>
                <a:ext uri="{FF2B5EF4-FFF2-40B4-BE49-F238E27FC236}">
                  <a16:creationId xmlns:a16="http://schemas.microsoft.com/office/drawing/2014/main" id="{DB5FE8C4-2A00-4BB8-8BA6-AFF855E43452}"/>
                </a:ext>
              </a:extLst>
            </p:cNvPr>
            <p:cNvSpPr>
              <a:spLocks/>
            </p:cNvSpPr>
            <p:nvPr/>
          </p:nvSpPr>
          <p:spPr bwMode="auto">
            <a:xfrm>
              <a:off x="564" y="1882"/>
              <a:ext cx="7" cy="4"/>
            </a:xfrm>
            <a:custGeom>
              <a:avLst/>
              <a:gdLst>
                <a:gd name="T0" fmla="*/ 0 w 10"/>
                <a:gd name="T1" fmla="*/ 0 h 7"/>
                <a:gd name="T2" fmla="*/ 4 w 10"/>
                <a:gd name="T3" fmla="*/ 1 h 7"/>
                <a:gd name="T4" fmla="*/ 0 60000 65536"/>
                <a:gd name="T5" fmla="*/ 0 60000 65536"/>
                <a:gd name="T6" fmla="*/ 0 w 10"/>
                <a:gd name="T7" fmla="*/ 0 h 7"/>
                <a:gd name="T8" fmla="*/ 10 w 10"/>
                <a:gd name="T9" fmla="*/ 7 h 7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0" h="7">
                  <a:moveTo>
                    <a:pt x="0" y="0"/>
                  </a:moveTo>
                  <a:cubicBezTo>
                    <a:pt x="2" y="3"/>
                    <a:pt x="6" y="6"/>
                    <a:pt x="10" y="7"/>
                  </a:cubicBezTo>
                </a:path>
              </a:pathLst>
            </a:custGeom>
            <a:noFill/>
            <a:ln w="1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4060" name="Freeform 396">
              <a:extLst>
                <a:ext uri="{FF2B5EF4-FFF2-40B4-BE49-F238E27FC236}">
                  <a16:creationId xmlns:a16="http://schemas.microsoft.com/office/drawing/2014/main" id="{2361F69A-FA10-42AE-A81D-0F7F3D34ACE7}"/>
                </a:ext>
              </a:extLst>
            </p:cNvPr>
            <p:cNvSpPr>
              <a:spLocks/>
            </p:cNvSpPr>
            <p:nvPr/>
          </p:nvSpPr>
          <p:spPr bwMode="auto">
            <a:xfrm>
              <a:off x="598" y="1891"/>
              <a:ext cx="11" cy="6"/>
            </a:xfrm>
            <a:custGeom>
              <a:avLst/>
              <a:gdLst>
                <a:gd name="T0" fmla="*/ 0 w 17"/>
                <a:gd name="T1" fmla="*/ 0 h 10"/>
                <a:gd name="T2" fmla="*/ 5 w 17"/>
                <a:gd name="T3" fmla="*/ 2 h 10"/>
                <a:gd name="T4" fmla="*/ 0 60000 65536"/>
                <a:gd name="T5" fmla="*/ 0 60000 65536"/>
                <a:gd name="T6" fmla="*/ 0 w 17"/>
                <a:gd name="T7" fmla="*/ 0 h 10"/>
                <a:gd name="T8" fmla="*/ 17 w 17"/>
                <a:gd name="T9" fmla="*/ 10 h 10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7" h="10">
                  <a:moveTo>
                    <a:pt x="0" y="0"/>
                  </a:moveTo>
                  <a:cubicBezTo>
                    <a:pt x="2" y="8"/>
                    <a:pt x="11" y="9"/>
                    <a:pt x="17" y="10"/>
                  </a:cubicBezTo>
                </a:path>
              </a:pathLst>
            </a:custGeom>
            <a:noFill/>
            <a:ln w="1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4061" name="Freeform 397">
              <a:extLst>
                <a:ext uri="{FF2B5EF4-FFF2-40B4-BE49-F238E27FC236}">
                  <a16:creationId xmlns:a16="http://schemas.microsoft.com/office/drawing/2014/main" id="{D23ACD0E-5513-4E56-85BC-EBE0A8DAC7F8}"/>
                </a:ext>
              </a:extLst>
            </p:cNvPr>
            <p:cNvSpPr>
              <a:spLocks/>
            </p:cNvSpPr>
            <p:nvPr/>
          </p:nvSpPr>
          <p:spPr bwMode="auto">
            <a:xfrm>
              <a:off x="609" y="1837"/>
              <a:ext cx="5" cy="11"/>
            </a:xfrm>
            <a:custGeom>
              <a:avLst/>
              <a:gdLst>
                <a:gd name="T0" fmla="*/ 0 w 9"/>
                <a:gd name="T1" fmla="*/ 1 h 17"/>
                <a:gd name="T2" fmla="*/ 1 w 9"/>
                <a:gd name="T3" fmla="*/ 0 h 17"/>
                <a:gd name="T4" fmla="*/ 2 w 9"/>
                <a:gd name="T5" fmla="*/ 5 h 17"/>
                <a:gd name="T6" fmla="*/ 0 60000 65536"/>
                <a:gd name="T7" fmla="*/ 0 60000 65536"/>
                <a:gd name="T8" fmla="*/ 0 60000 65536"/>
                <a:gd name="T9" fmla="*/ 0 w 9"/>
                <a:gd name="T10" fmla="*/ 0 h 17"/>
                <a:gd name="T11" fmla="*/ 9 w 9"/>
                <a:gd name="T12" fmla="*/ 17 h 17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9" h="17">
                  <a:moveTo>
                    <a:pt x="0" y="3"/>
                  </a:moveTo>
                  <a:cubicBezTo>
                    <a:pt x="0" y="2"/>
                    <a:pt x="0" y="1"/>
                    <a:pt x="1" y="0"/>
                  </a:cubicBezTo>
                  <a:cubicBezTo>
                    <a:pt x="4" y="6"/>
                    <a:pt x="6" y="12"/>
                    <a:pt x="9" y="17"/>
                  </a:cubicBezTo>
                </a:path>
              </a:pathLst>
            </a:custGeom>
            <a:noFill/>
            <a:ln w="2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4062" name="Freeform 398">
              <a:extLst>
                <a:ext uri="{FF2B5EF4-FFF2-40B4-BE49-F238E27FC236}">
                  <a16:creationId xmlns:a16="http://schemas.microsoft.com/office/drawing/2014/main" id="{C26AFFBB-3491-45E0-AE9A-AD4C88A1E8D0}"/>
                </a:ext>
              </a:extLst>
            </p:cNvPr>
            <p:cNvSpPr>
              <a:spLocks/>
            </p:cNvSpPr>
            <p:nvPr/>
          </p:nvSpPr>
          <p:spPr bwMode="auto">
            <a:xfrm>
              <a:off x="556" y="1842"/>
              <a:ext cx="56" cy="65"/>
            </a:xfrm>
            <a:custGeom>
              <a:avLst/>
              <a:gdLst>
                <a:gd name="T0" fmla="*/ 0 w 87"/>
                <a:gd name="T1" fmla="*/ 27 h 100"/>
                <a:gd name="T2" fmla="*/ 1 w 87"/>
                <a:gd name="T3" fmla="*/ 27 h 100"/>
                <a:gd name="T4" fmla="*/ 3 w 87"/>
                <a:gd name="T5" fmla="*/ 26 h 100"/>
                <a:gd name="T6" fmla="*/ 6 w 87"/>
                <a:gd name="T7" fmla="*/ 23 h 100"/>
                <a:gd name="T8" fmla="*/ 13 w 87"/>
                <a:gd name="T9" fmla="*/ 19 h 100"/>
                <a:gd name="T10" fmla="*/ 18 w 87"/>
                <a:gd name="T11" fmla="*/ 14 h 100"/>
                <a:gd name="T12" fmla="*/ 21 w 87"/>
                <a:gd name="T13" fmla="*/ 5 h 100"/>
                <a:gd name="T14" fmla="*/ 23 w 87"/>
                <a:gd name="T15" fmla="*/ 0 h 10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87"/>
                <a:gd name="T25" fmla="*/ 0 h 100"/>
                <a:gd name="T26" fmla="*/ 87 w 87"/>
                <a:gd name="T27" fmla="*/ 100 h 100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87" h="100">
                  <a:moveTo>
                    <a:pt x="0" y="99"/>
                  </a:moveTo>
                  <a:cubicBezTo>
                    <a:pt x="0" y="100"/>
                    <a:pt x="4" y="98"/>
                    <a:pt x="5" y="98"/>
                  </a:cubicBezTo>
                  <a:cubicBezTo>
                    <a:pt x="8" y="96"/>
                    <a:pt x="10" y="95"/>
                    <a:pt x="12" y="94"/>
                  </a:cubicBezTo>
                  <a:cubicBezTo>
                    <a:pt x="16" y="91"/>
                    <a:pt x="20" y="88"/>
                    <a:pt x="24" y="85"/>
                  </a:cubicBezTo>
                  <a:cubicBezTo>
                    <a:pt x="32" y="79"/>
                    <a:pt x="39" y="73"/>
                    <a:pt x="48" y="68"/>
                  </a:cubicBezTo>
                  <a:cubicBezTo>
                    <a:pt x="56" y="62"/>
                    <a:pt x="64" y="58"/>
                    <a:pt x="68" y="50"/>
                  </a:cubicBezTo>
                  <a:cubicBezTo>
                    <a:pt x="73" y="39"/>
                    <a:pt x="75" y="28"/>
                    <a:pt x="79" y="17"/>
                  </a:cubicBezTo>
                  <a:cubicBezTo>
                    <a:pt x="81" y="11"/>
                    <a:pt x="85" y="6"/>
                    <a:pt x="87" y="0"/>
                  </a:cubicBezTo>
                </a:path>
              </a:pathLst>
            </a:custGeom>
            <a:noFill/>
            <a:ln w="2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4063" name="Freeform 399">
              <a:extLst>
                <a:ext uri="{FF2B5EF4-FFF2-40B4-BE49-F238E27FC236}">
                  <a16:creationId xmlns:a16="http://schemas.microsoft.com/office/drawing/2014/main" id="{89F206B4-7EF6-48B7-B303-6F9E8D336C98}"/>
                </a:ext>
              </a:extLst>
            </p:cNvPr>
            <p:cNvSpPr>
              <a:spLocks/>
            </p:cNvSpPr>
            <p:nvPr/>
          </p:nvSpPr>
          <p:spPr bwMode="auto">
            <a:xfrm>
              <a:off x="657" y="1631"/>
              <a:ext cx="26" cy="85"/>
            </a:xfrm>
            <a:custGeom>
              <a:avLst/>
              <a:gdLst>
                <a:gd name="T0" fmla="*/ 0 w 40"/>
                <a:gd name="T1" fmla="*/ 35 h 132"/>
                <a:gd name="T2" fmla="*/ 3 w 40"/>
                <a:gd name="T3" fmla="*/ 21 h 132"/>
                <a:gd name="T4" fmla="*/ 11 w 40"/>
                <a:gd name="T5" fmla="*/ 0 h 132"/>
                <a:gd name="T6" fmla="*/ 0 60000 65536"/>
                <a:gd name="T7" fmla="*/ 0 60000 65536"/>
                <a:gd name="T8" fmla="*/ 0 60000 65536"/>
                <a:gd name="T9" fmla="*/ 0 w 40"/>
                <a:gd name="T10" fmla="*/ 0 h 132"/>
                <a:gd name="T11" fmla="*/ 40 w 40"/>
                <a:gd name="T12" fmla="*/ 132 h 132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40" h="132">
                  <a:moveTo>
                    <a:pt x="0" y="132"/>
                  </a:moveTo>
                  <a:cubicBezTo>
                    <a:pt x="0" y="132"/>
                    <a:pt x="0" y="99"/>
                    <a:pt x="12" y="77"/>
                  </a:cubicBezTo>
                  <a:cubicBezTo>
                    <a:pt x="25" y="55"/>
                    <a:pt x="36" y="12"/>
                    <a:pt x="40" y="0"/>
                  </a:cubicBezTo>
                </a:path>
              </a:pathLst>
            </a:custGeom>
            <a:noFill/>
            <a:ln w="2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4064" name="Freeform 400">
              <a:extLst>
                <a:ext uri="{FF2B5EF4-FFF2-40B4-BE49-F238E27FC236}">
                  <a16:creationId xmlns:a16="http://schemas.microsoft.com/office/drawing/2014/main" id="{7AC990E0-04F9-4A6A-A7CE-81D73CC83F1D}"/>
                </a:ext>
              </a:extLst>
            </p:cNvPr>
            <p:cNvSpPr>
              <a:spLocks/>
            </p:cNvSpPr>
            <p:nvPr/>
          </p:nvSpPr>
          <p:spPr bwMode="auto">
            <a:xfrm>
              <a:off x="704" y="1111"/>
              <a:ext cx="63" cy="27"/>
            </a:xfrm>
            <a:custGeom>
              <a:avLst/>
              <a:gdLst>
                <a:gd name="T0" fmla="*/ 26 w 98"/>
                <a:gd name="T1" fmla="*/ 10 h 42"/>
                <a:gd name="T2" fmla="*/ 10 w 98"/>
                <a:gd name="T3" fmla="*/ 6 h 42"/>
                <a:gd name="T4" fmla="*/ 0 w 98"/>
                <a:gd name="T5" fmla="*/ 0 h 42"/>
                <a:gd name="T6" fmla="*/ 0 60000 65536"/>
                <a:gd name="T7" fmla="*/ 0 60000 65536"/>
                <a:gd name="T8" fmla="*/ 0 60000 65536"/>
                <a:gd name="T9" fmla="*/ 0 w 98"/>
                <a:gd name="T10" fmla="*/ 0 h 42"/>
                <a:gd name="T11" fmla="*/ 98 w 98"/>
                <a:gd name="T12" fmla="*/ 42 h 42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98" h="42">
                  <a:moveTo>
                    <a:pt x="98" y="37"/>
                  </a:moveTo>
                  <a:cubicBezTo>
                    <a:pt x="98" y="37"/>
                    <a:pt x="54" y="42"/>
                    <a:pt x="35" y="25"/>
                  </a:cubicBezTo>
                  <a:cubicBezTo>
                    <a:pt x="16" y="9"/>
                    <a:pt x="9" y="2"/>
                    <a:pt x="0" y="0"/>
                  </a:cubicBezTo>
                </a:path>
              </a:pathLst>
            </a:custGeom>
            <a:noFill/>
            <a:ln w="2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4065" name="Freeform 401">
              <a:extLst>
                <a:ext uri="{FF2B5EF4-FFF2-40B4-BE49-F238E27FC236}">
                  <a16:creationId xmlns:a16="http://schemas.microsoft.com/office/drawing/2014/main" id="{788D067C-8597-4117-89B8-2D558FAE23B4}"/>
                </a:ext>
              </a:extLst>
            </p:cNvPr>
            <p:cNvSpPr>
              <a:spLocks/>
            </p:cNvSpPr>
            <p:nvPr/>
          </p:nvSpPr>
          <p:spPr bwMode="auto">
            <a:xfrm>
              <a:off x="669" y="1093"/>
              <a:ext cx="15" cy="7"/>
            </a:xfrm>
            <a:custGeom>
              <a:avLst/>
              <a:gdLst>
                <a:gd name="T0" fmla="*/ 7 w 23"/>
                <a:gd name="T1" fmla="*/ 2 h 12"/>
                <a:gd name="T2" fmla="*/ 0 w 23"/>
                <a:gd name="T3" fmla="*/ 0 h 12"/>
                <a:gd name="T4" fmla="*/ 0 60000 65536"/>
                <a:gd name="T5" fmla="*/ 0 60000 65536"/>
                <a:gd name="T6" fmla="*/ 0 w 23"/>
                <a:gd name="T7" fmla="*/ 0 h 12"/>
                <a:gd name="T8" fmla="*/ 23 w 23"/>
                <a:gd name="T9" fmla="*/ 12 h 12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23" h="12">
                  <a:moveTo>
                    <a:pt x="23" y="12"/>
                  </a:moveTo>
                  <a:cubicBezTo>
                    <a:pt x="23" y="12"/>
                    <a:pt x="4" y="3"/>
                    <a:pt x="0" y="0"/>
                  </a:cubicBezTo>
                </a:path>
              </a:pathLst>
            </a:custGeom>
            <a:noFill/>
            <a:ln w="2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4066" name="Freeform 402">
              <a:extLst>
                <a:ext uri="{FF2B5EF4-FFF2-40B4-BE49-F238E27FC236}">
                  <a16:creationId xmlns:a16="http://schemas.microsoft.com/office/drawing/2014/main" id="{E5D5B097-F3C7-4952-A3B6-36F758A08F21}"/>
                </a:ext>
              </a:extLst>
            </p:cNvPr>
            <p:cNvSpPr>
              <a:spLocks/>
            </p:cNvSpPr>
            <p:nvPr/>
          </p:nvSpPr>
          <p:spPr bwMode="auto">
            <a:xfrm>
              <a:off x="710" y="1161"/>
              <a:ext cx="38" cy="56"/>
            </a:xfrm>
            <a:custGeom>
              <a:avLst/>
              <a:gdLst>
                <a:gd name="T0" fmla="*/ 15 w 59"/>
                <a:gd name="T1" fmla="*/ 0 h 87"/>
                <a:gd name="T2" fmla="*/ 12 w 59"/>
                <a:gd name="T3" fmla="*/ 6 h 87"/>
                <a:gd name="T4" fmla="*/ 0 w 59"/>
                <a:gd name="T5" fmla="*/ 23 h 87"/>
                <a:gd name="T6" fmla="*/ 0 60000 65536"/>
                <a:gd name="T7" fmla="*/ 0 60000 65536"/>
                <a:gd name="T8" fmla="*/ 0 60000 65536"/>
                <a:gd name="T9" fmla="*/ 0 w 59"/>
                <a:gd name="T10" fmla="*/ 0 h 87"/>
                <a:gd name="T11" fmla="*/ 59 w 59"/>
                <a:gd name="T12" fmla="*/ 87 h 87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59" h="87">
                  <a:moveTo>
                    <a:pt x="58" y="0"/>
                  </a:moveTo>
                  <a:cubicBezTo>
                    <a:pt x="58" y="0"/>
                    <a:pt x="59" y="12"/>
                    <a:pt x="46" y="21"/>
                  </a:cubicBezTo>
                  <a:cubicBezTo>
                    <a:pt x="33" y="30"/>
                    <a:pt x="7" y="49"/>
                    <a:pt x="0" y="87"/>
                  </a:cubicBezTo>
                </a:path>
              </a:pathLst>
            </a:custGeom>
            <a:noFill/>
            <a:ln w="1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4067" name="Freeform 403">
              <a:extLst>
                <a:ext uri="{FF2B5EF4-FFF2-40B4-BE49-F238E27FC236}">
                  <a16:creationId xmlns:a16="http://schemas.microsoft.com/office/drawing/2014/main" id="{DB8FE99B-4297-4445-AE87-9811D374B3A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" y="330"/>
              <a:ext cx="258" cy="100"/>
            </a:xfrm>
            <a:custGeom>
              <a:avLst/>
              <a:gdLst>
                <a:gd name="T0" fmla="*/ 0 w 401"/>
                <a:gd name="T1" fmla="*/ 41 h 156"/>
                <a:gd name="T2" fmla="*/ 12 w 401"/>
                <a:gd name="T3" fmla="*/ 24 h 156"/>
                <a:gd name="T4" fmla="*/ 40 w 401"/>
                <a:gd name="T5" fmla="*/ 3 h 156"/>
                <a:gd name="T6" fmla="*/ 74 w 401"/>
                <a:gd name="T7" fmla="*/ 2 h 156"/>
                <a:gd name="T8" fmla="*/ 107 w 401"/>
                <a:gd name="T9" fmla="*/ 8 h 1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401"/>
                <a:gd name="T16" fmla="*/ 0 h 156"/>
                <a:gd name="T17" fmla="*/ 401 w 401"/>
                <a:gd name="T18" fmla="*/ 156 h 1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401" h="156">
                  <a:moveTo>
                    <a:pt x="0" y="156"/>
                  </a:moveTo>
                  <a:cubicBezTo>
                    <a:pt x="0" y="156"/>
                    <a:pt x="31" y="112"/>
                    <a:pt x="45" y="90"/>
                  </a:cubicBezTo>
                  <a:cubicBezTo>
                    <a:pt x="60" y="67"/>
                    <a:pt x="109" y="12"/>
                    <a:pt x="151" y="9"/>
                  </a:cubicBezTo>
                  <a:cubicBezTo>
                    <a:pt x="193" y="6"/>
                    <a:pt x="246" y="0"/>
                    <a:pt x="278" y="8"/>
                  </a:cubicBezTo>
                  <a:cubicBezTo>
                    <a:pt x="309" y="16"/>
                    <a:pt x="362" y="10"/>
                    <a:pt x="401" y="33"/>
                  </a:cubicBezTo>
                </a:path>
              </a:pathLst>
            </a:custGeom>
            <a:noFill/>
            <a:ln w="1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4068" name="Freeform 404">
              <a:extLst>
                <a:ext uri="{FF2B5EF4-FFF2-40B4-BE49-F238E27FC236}">
                  <a16:creationId xmlns:a16="http://schemas.microsoft.com/office/drawing/2014/main" id="{A380ED65-D6EE-4C25-8161-F80D2DA2DF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" y="363"/>
              <a:ext cx="264" cy="49"/>
            </a:xfrm>
            <a:custGeom>
              <a:avLst/>
              <a:gdLst>
                <a:gd name="T0" fmla="*/ 110 w 409"/>
                <a:gd name="T1" fmla="*/ 10 h 77"/>
                <a:gd name="T2" fmla="*/ 82 w 409"/>
                <a:gd name="T3" fmla="*/ 10 h 77"/>
                <a:gd name="T4" fmla="*/ 37 w 409"/>
                <a:gd name="T5" fmla="*/ 3 h 77"/>
                <a:gd name="T6" fmla="*/ 0 w 409"/>
                <a:gd name="T7" fmla="*/ 20 h 7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409"/>
                <a:gd name="T13" fmla="*/ 0 h 77"/>
                <a:gd name="T14" fmla="*/ 409 w 409"/>
                <a:gd name="T15" fmla="*/ 77 h 7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409" h="77">
                  <a:moveTo>
                    <a:pt x="409" y="37"/>
                  </a:moveTo>
                  <a:cubicBezTo>
                    <a:pt x="409" y="37"/>
                    <a:pt x="341" y="54"/>
                    <a:pt x="304" y="36"/>
                  </a:cubicBezTo>
                  <a:cubicBezTo>
                    <a:pt x="267" y="17"/>
                    <a:pt x="181" y="0"/>
                    <a:pt x="136" y="12"/>
                  </a:cubicBezTo>
                  <a:cubicBezTo>
                    <a:pt x="92" y="24"/>
                    <a:pt x="36" y="50"/>
                    <a:pt x="0" y="77"/>
                  </a:cubicBezTo>
                </a:path>
              </a:pathLst>
            </a:custGeom>
            <a:noFill/>
            <a:ln w="1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4069" name="Freeform 405">
              <a:extLst>
                <a:ext uri="{FF2B5EF4-FFF2-40B4-BE49-F238E27FC236}">
                  <a16:creationId xmlns:a16="http://schemas.microsoft.com/office/drawing/2014/main" id="{C356709A-23D0-470F-8593-22EA632AD9F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" y="388"/>
              <a:ext cx="198" cy="27"/>
            </a:xfrm>
            <a:custGeom>
              <a:avLst/>
              <a:gdLst>
                <a:gd name="T0" fmla="*/ 83 w 306"/>
                <a:gd name="T1" fmla="*/ 1 h 41"/>
                <a:gd name="T2" fmla="*/ 68 w 306"/>
                <a:gd name="T3" fmla="*/ 11 h 41"/>
                <a:gd name="T4" fmla="*/ 40 w 306"/>
                <a:gd name="T5" fmla="*/ 7 h 41"/>
                <a:gd name="T6" fmla="*/ 18 w 306"/>
                <a:gd name="T7" fmla="*/ 5 h 41"/>
                <a:gd name="T8" fmla="*/ 0 w 306"/>
                <a:gd name="T9" fmla="*/ 3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41"/>
                <a:gd name="T17" fmla="*/ 306 w 306"/>
                <a:gd name="T18" fmla="*/ 41 h 4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41">
                  <a:moveTo>
                    <a:pt x="306" y="5"/>
                  </a:moveTo>
                  <a:cubicBezTo>
                    <a:pt x="306" y="5"/>
                    <a:pt x="284" y="41"/>
                    <a:pt x="252" y="37"/>
                  </a:cubicBezTo>
                  <a:cubicBezTo>
                    <a:pt x="220" y="33"/>
                    <a:pt x="181" y="18"/>
                    <a:pt x="149" y="25"/>
                  </a:cubicBezTo>
                  <a:cubicBezTo>
                    <a:pt x="117" y="32"/>
                    <a:pt x="95" y="26"/>
                    <a:pt x="66" y="16"/>
                  </a:cubicBezTo>
                  <a:cubicBezTo>
                    <a:pt x="37" y="5"/>
                    <a:pt x="18" y="0"/>
                    <a:pt x="0" y="12"/>
                  </a:cubicBezTo>
                </a:path>
              </a:pathLst>
            </a:custGeom>
            <a:noFill/>
            <a:ln w="1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4070" name="Freeform 406">
              <a:extLst>
                <a:ext uri="{FF2B5EF4-FFF2-40B4-BE49-F238E27FC236}">
                  <a16:creationId xmlns:a16="http://schemas.microsoft.com/office/drawing/2014/main" id="{0B45FA21-4E69-4405-8360-0D3CC8E55E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" y="407"/>
              <a:ext cx="231" cy="26"/>
            </a:xfrm>
            <a:custGeom>
              <a:avLst/>
              <a:gdLst>
                <a:gd name="T0" fmla="*/ 96 w 358"/>
                <a:gd name="T1" fmla="*/ 4 h 41"/>
                <a:gd name="T2" fmla="*/ 79 w 358"/>
                <a:gd name="T3" fmla="*/ 10 h 41"/>
                <a:gd name="T4" fmla="*/ 35 w 358"/>
                <a:gd name="T5" fmla="*/ 3 h 41"/>
                <a:gd name="T6" fmla="*/ 0 w 358"/>
                <a:gd name="T7" fmla="*/ 8 h 41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358"/>
                <a:gd name="T13" fmla="*/ 0 h 41"/>
                <a:gd name="T14" fmla="*/ 358 w 358"/>
                <a:gd name="T15" fmla="*/ 41 h 41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358" h="41">
                  <a:moveTo>
                    <a:pt x="358" y="18"/>
                  </a:moveTo>
                  <a:cubicBezTo>
                    <a:pt x="358" y="18"/>
                    <a:pt x="329" y="41"/>
                    <a:pt x="294" y="38"/>
                  </a:cubicBezTo>
                  <a:cubicBezTo>
                    <a:pt x="258" y="36"/>
                    <a:pt x="163" y="20"/>
                    <a:pt x="130" y="12"/>
                  </a:cubicBezTo>
                  <a:cubicBezTo>
                    <a:pt x="97" y="4"/>
                    <a:pt x="41" y="0"/>
                    <a:pt x="0" y="32"/>
                  </a:cubicBezTo>
                </a:path>
              </a:pathLst>
            </a:custGeom>
            <a:noFill/>
            <a:ln w="1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4071" name="Freeform 407">
              <a:extLst>
                <a:ext uri="{FF2B5EF4-FFF2-40B4-BE49-F238E27FC236}">
                  <a16:creationId xmlns:a16="http://schemas.microsoft.com/office/drawing/2014/main" id="{7CFA1BC0-76F6-4687-B834-4C5B78614A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" y="446"/>
              <a:ext cx="213" cy="29"/>
            </a:xfrm>
            <a:custGeom>
              <a:avLst/>
              <a:gdLst>
                <a:gd name="T0" fmla="*/ 88 w 331"/>
                <a:gd name="T1" fmla="*/ 2 h 45"/>
                <a:gd name="T2" fmla="*/ 62 w 331"/>
                <a:gd name="T3" fmla="*/ 8 h 45"/>
                <a:gd name="T4" fmla="*/ 24 w 331"/>
                <a:gd name="T5" fmla="*/ 2 h 45"/>
                <a:gd name="T6" fmla="*/ 0 w 331"/>
                <a:gd name="T7" fmla="*/ 0 h 45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331"/>
                <a:gd name="T13" fmla="*/ 0 h 45"/>
                <a:gd name="T14" fmla="*/ 331 w 331"/>
                <a:gd name="T15" fmla="*/ 45 h 45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331" h="45">
                  <a:moveTo>
                    <a:pt x="331" y="6"/>
                  </a:moveTo>
                  <a:cubicBezTo>
                    <a:pt x="331" y="6"/>
                    <a:pt x="295" y="45"/>
                    <a:pt x="233" y="30"/>
                  </a:cubicBezTo>
                  <a:cubicBezTo>
                    <a:pt x="171" y="16"/>
                    <a:pt x="128" y="6"/>
                    <a:pt x="88" y="6"/>
                  </a:cubicBezTo>
                  <a:cubicBezTo>
                    <a:pt x="48" y="6"/>
                    <a:pt x="19" y="10"/>
                    <a:pt x="0" y="0"/>
                  </a:cubicBezTo>
                </a:path>
              </a:pathLst>
            </a:custGeom>
            <a:noFill/>
            <a:ln w="1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4072" name="Freeform 408">
              <a:extLst>
                <a:ext uri="{FF2B5EF4-FFF2-40B4-BE49-F238E27FC236}">
                  <a16:creationId xmlns:a16="http://schemas.microsoft.com/office/drawing/2014/main" id="{1C8FE0CD-2668-4F90-838C-2E40068A1A1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" y="468"/>
              <a:ext cx="85" cy="42"/>
            </a:xfrm>
            <a:custGeom>
              <a:avLst/>
              <a:gdLst>
                <a:gd name="T0" fmla="*/ 36 w 131"/>
                <a:gd name="T1" fmla="*/ 13 h 66"/>
                <a:gd name="T2" fmla="*/ 29 w 131"/>
                <a:gd name="T3" fmla="*/ 13 h 66"/>
                <a:gd name="T4" fmla="*/ 14 w 131"/>
                <a:gd name="T5" fmla="*/ 11 h 66"/>
                <a:gd name="T6" fmla="*/ 0 w 131"/>
                <a:gd name="T7" fmla="*/ 0 h 66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31"/>
                <a:gd name="T13" fmla="*/ 0 h 66"/>
                <a:gd name="T14" fmla="*/ 131 w 131"/>
                <a:gd name="T15" fmla="*/ 66 h 6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31" h="66">
                  <a:moveTo>
                    <a:pt x="131" y="48"/>
                  </a:moveTo>
                  <a:cubicBezTo>
                    <a:pt x="131" y="48"/>
                    <a:pt x="117" y="43"/>
                    <a:pt x="108" y="50"/>
                  </a:cubicBezTo>
                  <a:cubicBezTo>
                    <a:pt x="99" y="57"/>
                    <a:pt x="70" y="66"/>
                    <a:pt x="52" y="46"/>
                  </a:cubicBezTo>
                  <a:cubicBezTo>
                    <a:pt x="35" y="26"/>
                    <a:pt x="0" y="0"/>
                    <a:pt x="0" y="0"/>
                  </a:cubicBezTo>
                </a:path>
              </a:pathLst>
            </a:custGeom>
            <a:noFill/>
            <a:ln w="1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4073" name="Freeform 409">
              <a:extLst>
                <a:ext uri="{FF2B5EF4-FFF2-40B4-BE49-F238E27FC236}">
                  <a16:creationId xmlns:a16="http://schemas.microsoft.com/office/drawing/2014/main" id="{18F3887B-D837-4724-A393-C1EBB30022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" y="465"/>
              <a:ext cx="79" cy="69"/>
            </a:xfrm>
            <a:custGeom>
              <a:avLst/>
              <a:gdLst>
                <a:gd name="T0" fmla="*/ 33 w 123"/>
                <a:gd name="T1" fmla="*/ 26 h 107"/>
                <a:gd name="T2" fmla="*/ 24 w 123"/>
                <a:gd name="T3" fmla="*/ 28 h 107"/>
                <a:gd name="T4" fmla="*/ 14 w 123"/>
                <a:gd name="T5" fmla="*/ 24 h 107"/>
                <a:gd name="T6" fmla="*/ 6 w 123"/>
                <a:gd name="T7" fmla="*/ 14 h 107"/>
                <a:gd name="T8" fmla="*/ 0 w 123"/>
                <a:gd name="T9" fmla="*/ 0 h 10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23"/>
                <a:gd name="T16" fmla="*/ 0 h 107"/>
                <a:gd name="T17" fmla="*/ 123 w 123"/>
                <a:gd name="T18" fmla="*/ 107 h 10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23" h="107">
                  <a:moveTo>
                    <a:pt x="123" y="96"/>
                  </a:moveTo>
                  <a:cubicBezTo>
                    <a:pt x="111" y="100"/>
                    <a:pt x="104" y="107"/>
                    <a:pt x="91" y="105"/>
                  </a:cubicBezTo>
                  <a:cubicBezTo>
                    <a:pt x="78" y="102"/>
                    <a:pt x="65" y="97"/>
                    <a:pt x="54" y="89"/>
                  </a:cubicBezTo>
                  <a:cubicBezTo>
                    <a:pt x="40" y="79"/>
                    <a:pt x="32" y="66"/>
                    <a:pt x="24" y="52"/>
                  </a:cubicBezTo>
                  <a:cubicBezTo>
                    <a:pt x="14" y="36"/>
                    <a:pt x="12" y="15"/>
                    <a:pt x="0" y="0"/>
                  </a:cubicBezTo>
                </a:path>
              </a:pathLst>
            </a:custGeom>
            <a:noFill/>
            <a:ln w="1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4074" name="Freeform 410">
              <a:extLst>
                <a:ext uri="{FF2B5EF4-FFF2-40B4-BE49-F238E27FC236}">
                  <a16:creationId xmlns:a16="http://schemas.microsoft.com/office/drawing/2014/main" id="{56B40B82-93C1-4F4C-A45E-6F5237433C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" y="529"/>
              <a:ext cx="58" cy="29"/>
            </a:xfrm>
            <a:custGeom>
              <a:avLst/>
              <a:gdLst>
                <a:gd name="T0" fmla="*/ 24 w 90"/>
                <a:gd name="T1" fmla="*/ 9 h 45"/>
                <a:gd name="T2" fmla="*/ 0 w 90"/>
                <a:gd name="T3" fmla="*/ 0 h 45"/>
                <a:gd name="T4" fmla="*/ 0 60000 65536"/>
                <a:gd name="T5" fmla="*/ 0 60000 65536"/>
                <a:gd name="T6" fmla="*/ 0 w 90"/>
                <a:gd name="T7" fmla="*/ 0 h 45"/>
                <a:gd name="T8" fmla="*/ 90 w 90"/>
                <a:gd name="T9" fmla="*/ 45 h 45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90" h="45">
                  <a:moveTo>
                    <a:pt x="90" y="32"/>
                  </a:moveTo>
                  <a:cubicBezTo>
                    <a:pt x="54" y="45"/>
                    <a:pt x="26" y="26"/>
                    <a:pt x="0" y="0"/>
                  </a:cubicBezTo>
                </a:path>
              </a:pathLst>
            </a:custGeom>
            <a:noFill/>
            <a:ln w="1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4075" name="Freeform 411">
              <a:extLst>
                <a:ext uri="{FF2B5EF4-FFF2-40B4-BE49-F238E27FC236}">
                  <a16:creationId xmlns:a16="http://schemas.microsoft.com/office/drawing/2014/main" id="{DF5A663F-EA32-455D-85F9-98E9E6F98B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" y="490"/>
              <a:ext cx="88" cy="107"/>
            </a:xfrm>
            <a:custGeom>
              <a:avLst/>
              <a:gdLst>
                <a:gd name="T0" fmla="*/ 37 w 136"/>
                <a:gd name="T1" fmla="*/ 43 h 166"/>
                <a:gd name="T2" fmla="*/ 7 w 136"/>
                <a:gd name="T3" fmla="*/ 35 h 166"/>
                <a:gd name="T4" fmla="*/ 3 w 136"/>
                <a:gd name="T5" fmla="*/ 20 h 166"/>
                <a:gd name="T6" fmla="*/ 3 w 136"/>
                <a:gd name="T7" fmla="*/ 12 h 166"/>
                <a:gd name="T8" fmla="*/ 0 w 136"/>
                <a:gd name="T9" fmla="*/ 0 h 16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36"/>
                <a:gd name="T16" fmla="*/ 0 h 166"/>
                <a:gd name="T17" fmla="*/ 136 w 136"/>
                <a:gd name="T18" fmla="*/ 166 h 16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36" h="166">
                  <a:moveTo>
                    <a:pt x="136" y="162"/>
                  </a:moveTo>
                  <a:cubicBezTo>
                    <a:pt x="95" y="165"/>
                    <a:pt x="52" y="166"/>
                    <a:pt x="26" y="128"/>
                  </a:cubicBezTo>
                  <a:cubicBezTo>
                    <a:pt x="15" y="112"/>
                    <a:pt x="13" y="93"/>
                    <a:pt x="12" y="74"/>
                  </a:cubicBezTo>
                  <a:cubicBezTo>
                    <a:pt x="12" y="64"/>
                    <a:pt x="11" y="53"/>
                    <a:pt x="10" y="43"/>
                  </a:cubicBezTo>
                  <a:cubicBezTo>
                    <a:pt x="9" y="28"/>
                    <a:pt x="2" y="14"/>
                    <a:pt x="0" y="0"/>
                  </a:cubicBezTo>
                </a:path>
              </a:pathLst>
            </a:custGeom>
            <a:noFill/>
            <a:ln w="1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4076" name="Freeform 412">
              <a:extLst>
                <a:ext uri="{FF2B5EF4-FFF2-40B4-BE49-F238E27FC236}">
                  <a16:creationId xmlns:a16="http://schemas.microsoft.com/office/drawing/2014/main" id="{2F838FED-4FDD-4017-B8F7-BA7E7C1BC78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" y="562"/>
              <a:ext cx="46" cy="14"/>
            </a:xfrm>
            <a:custGeom>
              <a:avLst/>
              <a:gdLst>
                <a:gd name="T0" fmla="*/ 20 w 70"/>
                <a:gd name="T1" fmla="*/ 6 h 21"/>
                <a:gd name="T2" fmla="*/ 13 w 70"/>
                <a:gd name="T3" fmla="*/ 6 h 21"/>
                <a:gd name="T4" fmla="*/ 0 w 70"/>
                <a:gd name="T5" fmla="*/ 0 h 21"/>
                <a:gd name="T6" fmla="*/ 0 60000 65536"/>
                <a:gd name="T7" fmla="*/ 0 60000 65536"/>
                <a:gd name="T8" fmla="*/ 0 60000 65536"/>
                <a:gd name="T9" fmla="*/ 0 w 70"/>
                <a:gd name="T10" fmla="*/ 0 h 21"/>
                <a:gd name="T11" fmla="*/ 70 w 70"/>
                <a:gd name="T12" fmla="*/ 21 h 21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70" h="21">
                  <a:moveTo>
                    <a:pt x="70" y="21"/>
                  </a:moveTo>
                  <a:cubicBezTo>
                    <a:pt x="63" y="21"/>
                    <a:pt x="55" y="19"/>
                    <a:pt x="47" y="19"/>
                  </a:cubicBezTo>
                  <a:cubicBezTo>
                    <a:pt x="31" y="19"/>
                    <a:pt x="11" y="12"/>
                    <a:pt x="0" y="0"/>
                  </a:cubicBezTo>
                </a:path>
              </a:pathLst>
            </a:custGeom>
            <a:noFill/>
            <a:ln w="1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4077" name="Freeform 413">
              <a:extLst>
                <a:ext uri="{FF2B5EF4-FFF2-40B4-BE49-F238E27FC236}">
                  <a16:creationId xmlns:a16="http://schemas.microsoft.com/office/drawing/2014/main" id="{D97A96CD-7BA6-46CE-AB70-C7B87704B1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" y="563"/>
              <a:ext cx="32" cy="4"/>
            </a:xfrm>
            <a:custGeom>
              <a:avLst/>
              <a:gdLst>
                <a:gd name="T0" fmla="*/ 14 w 49"/>
                <a:gd name="T1" fmla="*/ 1 h 7"/>
                <a:gd name="T2" fmla="*/ 10 w 49"/>
                <a:gd name="T3" fmla="*/ 1 h 7"/>
                <a:gd name="T4" fmla="*/ 0 w 49"/>
                <a:gd name="T5" fmla="*/ 1 h 7"/>
                <a:gd name="T6" fmla="*/ 0 60000 65536"/>
                <a:gd name="T7" fmla="*/ 0 60000 65536"/>
                <a:gd name="T8" fmla="*/ 0 60000 65536"/>
                <a:gd name="T9" fmla="*/ 0 w 49"/>
                <a:gd name="T10" fmla="*/ 0 h 7"/>
                <a:gd name="T11" fmla="*/ 49 w 49"/>
                <a:gd name="T12" fmla="*/ 7 h 7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49" h="7">
                  <a:moveTo>
                    <a:pt x="49" y="3"/>
                  </a:moveTo>
                  <a:cubicBezTo>
                    <a:pt x="46" y="0"/>
                    <a:pt x="40" y="2"/>
                    <a:pt x="36" y="2"/>
                  </a:cubicBezTo>
                  <a:cubicBezTo>
                    <a:pt x="24" y="4"/>
                    <a:pt x="12" y="7"/>
                    <a:pt x="0" y="3"/>
                  </a:cubicBezTo>
                </a:path>
              </a:pathLst>
            </a:custGeom>
            <a:noFill/>
            <a:ln w="1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4078" name="Freeform 414">
              <a:extLst>
                <a:ext uri="{FF2B5EF4-FFF2-40B4-BE49-F238E27FC236}">
                  <a16:creationId xmlns:a16="http://schemas.microsoft.com/office/drawing/2014/main" id="{6CEB6D45-276F-49A9-8D33-9B9123ABE6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" y="600"/>
              <a:ext cx="75" cy="36"/>
            </a:xfrm>
            <a:custGeom>
              <a:avLst/>
              <a:gdLst>
                <a:gd name="T0" fmla="*/ 31 w 117"/>
                <a:gd name="T1" fmla="*/ 13 h 57"/>
                <a:gd name="T2" fmla="*/ 20 w 117"/>
                <a:gd name="T3" fmla="*/ 13 h 57"/>
                <a:gd name="T4" fmla="*/ 0 w 117"/>
                <a:gd name="T5" fmla="*/ 0 h 57"/>
                <a:gd name="T6" fmla="*/ 0 60000 65536"/>
                <a:gd name="T7" fmla="*/ 0 60000 65536"/>
                <a:gd name="T8" fmla="*/ 0 60000 65536"/>
                <a:gd name="T9" fmla="*/ 0 w 117"/>
                <a:gd name="T10" fmla="*/ 0 h 57"/>
                <a:gd name="T11" fmla="*/ 117 w 117"/>
                <a:gd name="T12" fmla="*/ 57 h 57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17" h="57">
                  <a:moveTo>
                    <a:pt x="117" y="51"/>
                  </a:moveTo>
                  <a:cubicBezTo>
                    <a:pt x="103" y="51"/>
                    <a:pt x="91" y="57"/>
                    <a:pt x="77" y="54"/>
                  </a:cubicBezTo>
                  <a:cubicBezTo>
                    <a:pt x="47" y="47"/>
                    <a:pt x="22" y="19"/>
                    <a:pt x="0" y="0"/>
                  </a:cubicBezTo>
                </a:path>
              </a:pathLst>
            </a:custGeom>
            <a:noFill/>
            <a:ln w="1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4079" name="Freeform 415">
              <a:extLst>
                <a:ext uri="{FF2B5EF4-FFF2-40B4-BE49-F238E27FC236}">
                  <a16:creationId xmlns:a16="http://schemas.microsoft.com/office/drawing/2014/main" id="{2DEFE267-6ED7-402E-BE68-7D45A04155A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" y="623"/>
              <a:ext cx="30" cy="5"/>
            </a:xfrm>
            <a:custGeom>
              <a:avLst/>
              <a:gdLst>
                <a:gd name="T0" fmla="*/ 13 w 46"/>
                <a:gd name="T1" fmla="*/ 0 h 8"/>
                <a:gd name="T2" fmla="*/ 0 w 46"/>
                <a:gd name="T3" fmla="*/ 1 h 8"/>
                <a:gd name="T4" fmla="*/ 0 60000 65536"/>
                <a:gd name="T5" fmla="*/ 0 60000 65536"/>
                <a:gd name="T6" fmla="*/ 0 w 46"/>
                <a:gd name="T7" fmla="*/ 0 h 8"/>
                <a:gd name="T8" fmla="*/ 46 w 46"/>
                <a:gd name="T9" fmla="*/ 8 h 8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46" h="8">
                  <a:moveTo>
                    <a:pt x="46" y="0"/>
                  </a:moveTo>
                  <a:cubicBezTo>
                    <a:pt x="36" y="8"/>
                    <a:pt x="11" y="2"/>
                    <a:pt x="0" y="1"/>
                  </a:cubicBezTo>
                </a:path>
              </a:pathLst>
            </a:custGeom>
            <a:noFill/>
            <a:ln w="1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4080" name="Freeform 416">
              <a:extLst>
                <a:ext uri="{FF2B5EF4-FFF2-40B4-BE49-F238E27FC236}">
                  <a16:creationId xmlns:a16="http://schemas.microsoft.com/office/drawing/2014/main" id="{291DEC2A-DE93-4B29-94A3-9CE04318F58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" y="444"/>
              <a:ext cx="84" cy="175"/>
            </a:xfrm>
            <a:custGeom>
              <a:avLst/>
              <a:gdLst>
                <a:gd name="T0" fmla="*/ 35 w 130"/>
                <a:gd name="T1" fmla="*/ 1 h 271"/>
                <a:gd name="T2" fmla="*/ 30 w 130"/>
                <a:gd name="T3" fmla="*/ 1 h 271"/>
                <a:gd name="T4" fmla="*/ 23 w 130"/>
                <a:gd name="T5" fmla="*/ 3 h 271"/>
                <a:gd name="T6" fmla="*/ 9 w 130"/>
                <a:gd name="T7" fmla="*/ 12 h 271"/>
                <a:gd name="T8" fmla="*/ 1 w 130"/>
                <a:gd name="T9" fmla="*/ 38 h 271"/>
                <a:gd name="T10" fmla="*/ 4 w 130"/>
                <a:gd name="T11" fmla="*/ 55 h 271"/>
                <a:gd name="T12" fmla="*/ 9 w 130"/>
                <a:gd name="T13" fmla="*/ 73 h 27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30"/>
                <a:gd name="T22" fmla="*/ 0 h 271"/>
                <a:gd name="T23" fmla="*/ 130 w 130"/>
                <a:gd name="T24" fmla="*/ 271 h 271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30" h="271">
                  <a:moveTo>
                    <a:pt x="130" y="2"/>
                  </a:moveTo>
                  <a:cubicBezTo>
                    <a:pt x="125" y="0"/>
                    <a:pt x="118" y="3"/>
                    <a:pt x="112" y="4"/>
                  </a:cubicBezTo>
                  <a:cubicBezTo>
                    <a:pt x="104" y="6"/>
                    <a:pt x="96" y="7"/>
                    <a:pt x="87" y="9"/>
                  </a:cubicBezTo>
                  <a:cubicBezTo>
                    <a:pt x="67" y="13"/>
                    <a:pt x="49" y="29"/>
                    <a:pt x="34" y="44"/>
                  </a:cubicBezTo>
                  <a:cubicBezTo>
                    <a:pt x="9" y="68"/>
                    <a:pt x="0" y="109"/>
                    <a:pt x="5" y="143"/>
                  </a:cubicBezTo>
                  <a:cubicBezTo>
                    <a:pt x="8" y="163"/>
                    <a:pt x="12" y="184"/>
                    <a:pt x="16" y="204"/>
                  </a:cubicBezTo>
                  <a:cubicBezTo>
                    <a:pt x="21" y="227"/>
                    <a:pt x="32" y="247"/>
                    <a:pt x="32" y="271"/>
                  </a:cubicBezTo>
                </a:path>
              </a:pathLst>
            </a:custGeom>
            <a:noFill/>
            <a:ln w="1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4081" name="Freeform 417">
              <a:extLst>
                <a:ext uri="{FF2B5EF4-FFF2-40B4-BE49-F238E27FC236}">
                  <a16:creationId xmlns:a16="http://schemas.microsoft.com/office/drawing/2014/main" id="{06D09B48-2855-41CD-9826-D7FBE78575D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" y="478"/>
              <a:ext cx="29" cy="174"/>
            </a:xfrm>
            <a:custGeom>
              <a:avLst/>
              <a:gdLst>
                <a:gd name="T0" fmla="*/ 1 w 46"/>
                <a:gd name="T1" fmla="*/ 0 h 271"/>
                <a:gd name="T2" fmla="*/ 0 w 46"/>
                <a:gd name="T3" fmla="*/ 8 h 271"/>
                <a:gd name="T4" fmla="*/ 4 w 46"/>
                <a:gd name="T5" fmla="*/ 24 h 271"/>
                <a:gd name="T6" fmla="*/ 11 w 46"/>
                <a:gd name="T7" fmla="*/ 47 h 271"/>
                <a:gd name="T8" fmla="*/ 5 w 46"/>
                <a:gd name="T9" fmla="*/ 72 h 2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46"/>
                <a:gd name="T16" fmla="*/ 0 h 271"/>
                <a:gd name="T17" fmla="*/ 46 w 46"/>
                <a:gd name="T18" fmla="*/ 271 h 27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46" h="271">
                  <a:moveTo>
                    <a:pt x="3" y="0"/>
                  </a:moveTo>
                  <a:cubicBezTo>
                    <a:pt x="4" y="9"/>
                    <a:pt x="0" y="19"/>
                    <a:pt x="0" y="28"/>
                  </a:cubicBezTo>
                  <a:cubicBezTo>
                    <a:pt x="1" y="51"/>
                    <a:pt x="10" y="71"/>
                    <a:pt x="18" y="92"/>
                  </a:cubicBezTo>
                  <a:cubicBezTo>
                    <a:pt x="29" y="120"/>
                    <a:pt x="41" y="146"/>
                    <a:pt x="43" y="177"/>
                  </a:cubicBezTo>
                  <a:cubicBezTo>
                    <a:pt x="46" y="210"/>
                    <a:pt x="40" y="243"/>
                    <a:pt x="21" y="271"/>
                  </a:cubicBezTo>
                </a:path>
              </a:pathLst>
            </a:custGeom>
            <a:noFill/>
            <a:ln w="1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4082" name="Freeform 418">
              <a:extLst>
                <a:ext uri="{FF2B5EF4-FFF2-40B4-BE49-F238E27FC236}">
                  <a16:creationId xmlns:a16="http://schemas.microsoft.com/office/drawing/2014/main" id="{E0888C18-14A0-4607-877A-4B27C053069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" y="457"/>
              <a:ext cx="42" cy="172"/>
            </a:xfrm>
            <a:custGeom>
              <a:avLst/>
              <a:gdLst>
                <a:gd name="T0" fmla="*/ 17 w 66"/>
                <a:gd name="T1" fmla="*/ 0 h 268"/>
                <a:gd name="T2" fmla="*/ 13 w 66"/>
                <a:gd name="T3" fmla="*/ 8 h 268"/>
                <a:gd name="T4" fmla="*/ 5 w 66"/>
                <a:gd name="T5" fmla="*/ 24 h 268"/>
                <a:gd name="T6" fmla="*/ 6 w 66"/>
                <a:gd name="T7" fmla="*/ 44 h 268"/>
                <a:gd name="T8" fmla="*/ 4 w 66"/>
                <a:gd name="T9" fmla="*/ 57 h 268"/>
                <a:gd name="T10" fmla="*/ 0 w 66"/>
                <a:gd name="T11" fmla="*/ 71 h 26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66"/>
                <a:gd name="T19" fmla="*/ 0 h 268"/>
                <a:gd name="T20" fmla="*/ 66 w 66"/>
                <a:gd name="T21" fmla="*/ 268 h 268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66" h="268">
                  <a:moveTo>
                    <a:pt x="66" y="0"/>
                  </a:moveTo>
                  <a:cubicBezTo>
                    <a:pt x="63" y="11"/>
                    <a:pt x="56" y="20"/>
                    <a:pt x="49" y="30"/>
                  </a:cubicBezTo>
                  <a:cubicBezTo>
                    <a:pt x="36" y="49"/>
                    <a:pt x="25" y="67"/>
                    <a:pt x="21" y="90"/>
                  </a:cubicBezTo>
                  <a:cubicBezTo>
                    <a:pt x="17" y="116"/>
                    <a:pt x="22" y="141"/>
                    <a:pt x="22" y="167"/>
                  </a:cubicBezTo>
                  <a:cubicBezTo>
                    <a:pt x="21" y="183"/>
                    <a:pt x="19" y="200"/>
                    <a:pt x="18" y="216"/>
                  </a:cubicBezTo>
                  <a:cubicBezTo>
                    <a:pt x="17" y="235"/>
                    <a:pt x="9" y="251"/>
                    <a:pt x="0" y="268"/>
                  </a:cubicBezTo>
                </a:path>
              </a:pathLst>
            </a:custGeom>
            <a:noFill/>
            <a:ln w="1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4083" name="Freeform 419">
              <a:extLst>
                <a:ext uri="{FF2B5EF4-FFF2-40B4-BE49-F238E27FC236}">
                  <a16:creationId xmlns:a16="http://schemas.microsoft.com/office/drawing/2014/main" id="{42FE5ADE-FE5A-4EAD-9097-D523EEA4D9E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" y="2523"/>
              <a:ext cx="118" cy="394"/>
            </a:xfrm>
            <a:custGeom>
              <a:avLst/>
              <a:gdLst>
                <a:gd name="T0" fmla="*/ 20 w 183"/>
                <a:gd name="T1" fmla="*/ 0 h 612"/>
                <a:gd name="T2" fmla="*/ 12 w 183"/>
                <a:gd name="T3" fmla="*/ 34 h 612"/>
                <a:gd name="T4" fmla="*/ 1 w 183"/>
                <a:gd name="T5" fmla="*/ 94 h 612"/>
                <a:gd name="T6" fmla="*/ 12 w 183"/>
                <a:gd name="T7" fmla="*/ 136 h 612"/>
                <a:gd name="T8" fmla="*/ 28 w 183"/>
                <a:gd name="T9" fmla="*/ 149 h 612"/>
                <a:gd name="T10" fmla="*/ 37 w 183"/>
                <a:gd name="T11" fmla="*/ 155 h 612"/>
                <a:gd name="T12" fmla="*/ 49 w 183"/>
                <a:gd name="T13" fmla="*/ 164 h 6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83"/>
                <a:gd name="T22" fmla="*/ 0 h 612"/>
                <a:gd name="T23" fmla="*/ 183 w 183"/>
                <a:gd name="T24" fmla="*/ 612 h 612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83" h="612">
                  <a:moveTo>
                    <a:pt x="75" y="0"/>
                  </a:moveTo>
                  <a:cubicBezTo>
                    <a:pt x="75" y="0"/>
                    <a:pt x="60" y="65"/>
                    <a:pt x="43" y="129"/>
                  </a:cubicBezTo>
                  <a:cubicBezTo>
                    <a:pt x="27" y="194"/>
                    <a:pt x="0" y="311"/>
                    <a:pt x="1" y="352"/>
                  </a:cubicBezTo>
                  <a:cubicBezTo>
                    <a:pt x="3" y="394"/>
                    <a:pt x="5" y="478"/>
                    <a:pt x="46" y="513"/>
                  </a:cubicBezTo>
                  <a:cubicBezTo>
                    <a:pt x="86" y="549"/>
                    <a:pt x="93" y="556"/>
                    <a:pt x="102" y="560"/>
                  </a:cubicBezTo>
                  <a:cubicBezTo>
                    <a:pt x="112" y="565"/>
                    <a:pt x="130" y="573"/>
                    <a:pt x="140" y="582"/>
                  </a:cubicBezTo>
                  <a:cubicBezTo>
                    <a:pt x="149" y="591"/>
                    <a:pt x="165" y="602"/>
                    <a:pt x="183" y="612"/>
                  </a:cubicBezTo>
                </a:path>
              </a:pathLst>
            </a:custGeom>
            <a:noFill/>
            <a:ln w="2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4084" name="Freeform 420">
              <a:extLst>
                <a:ext uri="{FF2B5EF4-FFF2-40B4-BE49-F238E27FC236}">
                  <a16:creationId xmlns:a16="http://schemas.microsoft.com/office/drawing/2014/main" id="{1262ADFC-290C-4253-8B22-1AF021D2E810}"/>
                </a:ext>
              </a:extLst>
            </p:cNvPr>
            <p:cNvSpPr>
              <a:spLocks/>
            </p:cNvSpPr>
            <p:nvPr/>
          </p:nvSpPr>
          <p:spPr bwMode="auto">
            <a:xfrm>
              <a:off x="634" y="2958"/>
              <a:ext cx="58" cy="38"/>
            </a:xfrm>
            <a:custGeom>
              <a:avLst/>
              <a:gdLst>
                <a:gd name="T0" fmla="*/ 24 w 90"/>
                <a:gd name="T1" fmla="*/ 16 h 58"/>
                <a:gd name="T2" fmla="*/ 23 w 90"/>
                <a:gd name="T3" fmla="*/ 14 h 58"/>
                <a:gd name="T4" fmla="*/ 21 w 90"/>
                <a:gd name="T5" fmla="*/ 12 h 58"/>
                <a:gd name="T6" fmla="*/ 17 w 90"/>
                <a:gd name="T7" fmla="*/ 9 h 58"/>
                <a:gd name="T8" fmla="*/ 14 w 90"/>
                <a:gd name="T9" fmla="*/ 7 h 58"/>
                <a:gd name="T10" fmla="*/ 12 w 90"/>
                <a:gd name="T11" fmla="*/ 6 h 58"/>
                <a:gd name="T12" fmla="*/ 6 w 90"/>
                <a:gd name="T13" fmla="*/ 4 h 58"/>
                <a:gd name="T14" fmla="*/ 3 w 90"/>
                <a:gd name="T15" fmla="*/ 2 h 58"/>
                <a:gd name="T16" fmla="*/ 0 w 90"/>
                <a:gd name="T17" fmla="*/ 0 h 5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90"/>
                <a:gd name="T28" fmla="*/ 0 h 58"/>
                <a:gd name="T29" fmla="*/ 90 w 90"/>
                <a:gd name="T30" fmla="*/ 58 h 58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90" h="58">
                  <a:moveTo>
                    <a:pt x="90" y="58"/>
                  </a:moveTo>
                  <a:cubicBezTo>
                    <a:pt x="88" y="57"/>
                    <a:pt x="86" y="52"/>
                    <a:pt x="85" y="51"/>
                  </a:cubicBezTo>
                  <a:cubicBezTo>
                    <a:pt x="82" y="48"/>
                    <a:pt x="80" y="46"/>
                    <a:pt x="77" y="45"/>
                  </a:cubicBezTo>
                  <a:cubicBezTo>
                    <a:pt x="70" y="41"/>
                    <a:pt x="66" y="37"/>
                    <a:pt x="62" y="31"/>
                  </a:cubicBezTo>
                  <a:cubicBezTo>
                    <a:pt x="59" y="27"/>
                    <a:pt x="58" y="25"/>
                    <a:pt x="53" y="23"/>
                  </a:cubicBezTo>
                  <a:cubicBezTo>
                    <a:pt x="50" y="22"/>
                    <a:pt x="46" y="22"/>
                    <a:pt x="43" y="21"/>
                  </a:cubicBezTo>
                  <a:cubicBezTo>
                    <a:pt x="36" y="20"/>
                    <a:pt x="28" y="17"/>
                    <a:pt x="22" y="14"/>
                  </a:cubicBezTo>
                  <a:cubicBezTo>
                    <a:pt x="18" y="11"/>
                    <a:pt x="14" y="9"/>
                    <a:pt x="11" y="7"/>
                  </a:cubicBezTo>
                  <a:cubicBezTo>
                    <a:pt x="7" y="5"/>
                    <a:pt x="4" y="2"/>
                    <a:pt x="0" y="0"/>
                  </a:cubicBezTo>
                </a:path>
              </a:pathLst>
            </a:custGeom>
            <a:noFill/>
            <a:ln w="2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4085" name="Freeform 421">
              <a:extLst>
                <a:ext uri="{FF2B5EF4-FFF2-40B4-BE49-F238E27FC236}">
                  <a16:creationId xmlns:a16="http://schemas.microsoft.com/office/drawing/2014/main" id="{DD1458E9-F371-4602-8206-E9E6E2A8F5AC}"/>
                </a:ext>
              </a:extLst>
            </p:cNvPr>
            <p:cNvSpPr>
              <a:spLocks/>
            </p:cNvSpPr>
            <p:nvPr/>
          </p:nvSpPr>
          <p:spPr bwMode="auto">
            <a:xfrm>
              <a:off x="638" y="2955"/>
              <a:ext cx="5" cy="10"/>
            </a:xfrm>
            <a:custGeom>
              <a:avLst/>
              <a:gdLst>
                <a:gd name="T0" fmla="*/ 2 w 9"/>
                <a:gd name="T1" fmla="*/ 5 h 15"/>
                <a:gd name="T2" fmla="*/ 0 w 9"/>
                <a:gd name="T3" fmla="*/ 0 h 15"/>
                <a:gd name="T4" fmla="*/ 0 60000 65536"/>
                <a:gd name="T5" fmla="*/ 0 60000 65536"/>
                <a:gd name="T6" fmla="*/ 0 w 9"/>
                <a:gd name="T7" fmla="*/ 0 h 15"/>
                <a:gd name="T8" fmla="*/ 9 w 9"/>
                <a:gd name="T9" fmla="*/ 15 h 15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9" h="15">
                  <a:moveTo>
                    <a:pt x="9" y="15"/>
                  </a:moveTo>
                  <a:cubicBezTo>
                    <a:pt x="5" y="12"/>
                    <a:pt x="0" y="5"/>
                    <a:pt x="0" y="0"/>
                  </a:cubicBezTo>
                </a:path>
              </a:pathLst>
            </a:custGeom>
            <a:noFill/>
            <a:ln w="2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4086" name="Freeform 422">
              <a:extLst>
                <a:ext uri="{FF2B5EF4-FFF2-40B4-BE49-F238E27FC236}">
                  <a16:creationId xmlns:a16="http://schemas.microsoft.com/office/drawing/2014/main" id="{7EE235EB-D2FA-47AB-9A77-80F3CF1509D5}"/>
                </a:ext>
              </a:extLst>
            </p:cNvPr>
            <p:cNvSpPr>
              <a:spLocks/>
            </p:cNvSpPr>
            <p:nvPr/>
          </p:nvSpPr>
          <p:spPr bwMode="auto">
            <a:xfrm>
              <a:off x="616" y="2970"/>
              <a:ext cx="55" cy="36"/>
            </a:xfrm>
            <a:custGeom>
              <a:avLst/>
              <a:gdLst>
                <a:gd name="T0" fmla="*/ 22 w 86"/>
                <a:gd name="T1" fmla="*/ 15 h 56"/>
                <a:gd name="T2" fmla="*/ 21 w 86"/>
                <a:gd name="T3" fmla="*/ 13 h 56"/>
                <a:gd name="T4" fmla="*/ 19 w 86"/>
                <a:gd name="T5" fmla="*/ 11 h 56"/>
                <a:gd name="T6" fmla="*/ 17 w 86"/>
                <a:gd name="T7" fmla="*/ 9 h 56"/>
                <a:gd name="T8" fmla="*/ 15 w 86"/>
                <a:gd name="T9" fmla="*/ 6 h 56"/>
                <a:gd name="T10" fmla="*/ 8 w 86"/>
                <a:gd name="T11" fmla="*/ 5 h 56"/>
                <a:gd name="T12" fmla="*/ 2 w 86"/>
                <a:gd name="T13" fmla="*/ 1 h 56"/>
                <a:gd name="T14" fmla="*/ 0 w 86"/>
                <a:gd name="T15" fmla="*/ 0 h 5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86"/>
                <a:gd name="T25" fmla="*/ 0 h 56"/>
                <a:gd name="T26" fmla="*/ 86 w 86"/>
                <a:gd name="T27" fmla="*/ 56 h 5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86" h="56">
                  <a:moveTo>
                    <a:pt x="86" y="56"/>
                  </a:moveTo>
                  <a:cubicBezTo>
                    <a:pt x="84" y="52"/>
                    <a:pt x="85" y="51"/>
                    <a:pt x="81" y="48"/>
                  </a:cubicBezTo>
                  <a:cubicBezTo>
                    <a:pt x="78" y="45"/>
                    <a:pt x="75" y="43"/>
                    <a:pt x="72" y="41"/>
                  </a:cubicBezTo>
                  <a:cubicBezTo>
                    <a:pt x="69" y="39"/>
                    <a:pt x="66" y="37"/>
                    <a:pt x="65" y="34"/>
                  </a:cubicBezTo>
                  <a:cubicBezTo>
                    <a:pt x="63" y="30"/>
                    <a:pt x="63" y="26"/>
                    <a:pt x="59" y="24"/>
                  </a:cubicBezTo>
                  <a:cubicBezTo>
                    <a:pt x="51" y="20"/>
                    <a:pt x="40" y="19"/>
                    <a:pt x="32" y="17"/>
                  </a:cubicBezTo>
                  <a:cubicBezTo>
                    <a:pt x="23" y="14"/>
                    <a:pt x="15" y="10"/>
                    <a:pt x="7" y="4"/>
                  </a:cubicBezTo>
                  <a:cubicBezTo>
                    <a:pt x="5" y="3"/>
                    <a:pt x="2" y="1"/>
                    <a:pt x="0" y="0"/>
                  </a:cubicBezTo>
                </a:path>
              </a:pathLst>
            </a:custGeom>
            <a:noFill/>
            <a:ln w="2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4087" name="Freeform 423">
              <a:extLst>
                <a:ext uri="{FF2B5EF4-FFF2-40B4-BE49-F238E27FC236}">
                  <a16:creationId xmlns:a16="http://schemas.microsoft.com/office/drawing/2014/main" id="{E7C5E6B7-6156-426D-8462-A2A2A0B8C544}"/>
                </a:ext>
              </a:extLst>
            </p:cNvPr>
            <p:cNvSpPr>
              <a:spLocks/>
            </p:cNvSpPr>
            <p:nvPr/>
          </p:nvSpPr>
          <p:spPr bwMode="auto">
            <a:xfrm>
              <a:off x="620" y="2964"/>
              <a:ext cx="6" cy="12"/>
            </a:xfrm>
            <a:custGeom>
              <a:avLst/>
              <a:gdLst>
                <a:gd name="T0" fmla="*/ 3 w 9"/>
                <a:gd name="T1" fmla="*/ 5 h 18"/>
                <a:gd name="T2" fmla="*/ 0 w 9"/>
                <a:gd name="T3" fmla="*/ 0 h 18"/>
                <a:gd name="T4" fmla="*/ 0 60000 65536"/>
                <a:gd name="T5" fmla="*/ 0 60000 65536"/>
                <a:gd name="T6" fmla="*/ 0 w 9"/>
                <a:gd name="T7" fmla="*/ 0 h 18"/>
                <a:gd name="T8" fmla="*/ 9 w 9"/>
                <a:gd name="T9" fmla="*/ 18 h 18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9" h="18">
                  <a:moveTo>
                    <a:pt x="9" y="18"/>
                  </a:moveTo>
                  <a:cubicBezTo>
                    <a:pt x="6" y="12"/>
                    <a:pt x="2" y="7"/>
                    <a:pt x="0" y="0"/>
                  </a:cubicBezTo>
                </a:path>
              </a:pathLst>
            </a:custGeom>
            <a:noFill/>
            <a:ln w="2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4088" name="Freeform 424">
              <a:extLst>
                <a:ext uri="{FF2B5EF4-FFF2-40B4-BE49-F238E27FC236}">
                  <a16:creationId xmlns:a16="http://schemas.microsoft.com/office/drawing/2014/main" id="{6A55DE3E-3E32-41DB-B31C-0F7A5C40E0ED}"/>
                </a:ext>
              </a:extLst>
            </p:cNvPr>
            <p:cNvSpPr>
              <a:spLocks/>
            </p:cNvSpPr>
            <p:nvPr/>
          </p:nvSpPr>
          <p:spPr bwMode="auto">
            <a:xfrm>
              <a:off x="594" y="2978"/>
              <a:ext cx="49" cy="35"/>
            </a:xfrm>
            <a:custGeom>
              <a:avLst/>
              <a:gdLst>
                <a:gd name="T0" fmla="*/ 20 w 76"/>
                <a:gd name="T1" fmla="*/ 14 h 55"/>
                <a:gd name="T2" fmla="*/ 16 w 76"/>
                <a:gd name="T3" fmla="*/ 10 h 55"/>
                <a:gd name="T4" fmla="*/ 11 w 76"/>
                <a:gd name="T5" fmla="*/ 6 h 55"/>
                <a:gd name="T6" fmla="*/ 8 w 76"/>
                <a:gd name="T7" fmla="*/ 6 h 55"/>
                <a:gd name="T8" fmla="*/ 6 w 76"/>
                <a:gd name="T9" fmla="*/ 4 h 55"/>
                <a:gd name="T10" fmla="*/ 0 w 76"/>
                <a:gd name="T11" fmla="*/ 0 h 5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76"/>
                <a:gd name="T19" fmla="*/ 0 h 55"/>
                <a:gd name="T20" fmla="*/ 76 w 76"/>
                <a:gd name="T21" fmla="*/ 55 h 55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76" h="55">
                  <a:moveTo>
                    <a:pt x="75" y="55"/>
                  </a:moveTo>
                  <a:cubicBezTo>
                    <a:pt x="76" y="47"/>
                    <a:pt x="66" y="43"/>
                    <a:pt x="61" y="38"/>
                  </a:cubicBezTo>
                  <a:cubicBezTo>
                    <a:pt x="55" y="32"/>
                    <a:pt x="51" y="25"/>
                    <a:pt x="42" y="24"/>
                  </a:cubicBezTo>
                  <a:cubicBezTo>
                    <a:pt x="39" y="23"/>
                    <a:pt x="35" y="23"/>
                    <a:pt x="31" y="22"/>
                  </a:cubicBezTo>
                  <a:cubicBezTo>
                    <a:pt x="27" y="21"/>
                    <a:pt x="25" y="18"/>
                    <a:pt x="22" y="15"/>
                  </a:cubicBezTo>
                  <a:cubicBezTo>
                    <a:pt x="15" y="9"/>
                    <a:pt x="6" y="6"/>
                    <a:pt x="0" y="0"/>
                  </a:cubicBezTo>
                </a:path>
              </a:pathLst>
            </a:custGeom>
            <a:noFill/>
            <a:ln w="2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4089" name="Freeform 425">
              <a:extLst>
                <a:ext uri="{FF2B5EF4-FFF2-40B4-BE49-F238E27FC236}">
                  <a16:creationId xmlns:a16="http://schemas.microsoft.com/office/drawing/2014/main" id="{BF89224D-6577-433C-B3A7-18092607B7D6}"/>
                </a:ext>
              </a:extLst>
            </p:cNvPr>
            <p:cNvSpPr>
              <a:spLocks/>
            </p:cNvSpPr>
            <p:nvPr/>
          </p:nvSpPr>
          <p:spPr bwMode="auto">
            <a:xfrm>
              <a:off x="599" y="2976"/>
              <a:ext cx="4" cy="7"/>
            </a:xfrm>
            <a:custGeom>
              <a:avLst/>
              <a:gdLst>
                <a:gd name="T0" fmla="*/ 2 w 6"/>
                <a:gd name="T1" fmla="*/ 3 h 11"/>
                <a:gd name="T2" fmla="*/ 0 w 6"/>
                <a:gd name="T3" fmla="*/ 0 h 11"/>
                <a:gd name="T4" fmla="*/ 0 60000 65536"/>
                <a:gd name="T5" fmla="*/ 0 60000 65536"/>
                <a:gd name="T6" fmla="*/ 0 w 6"/>
                <a:gd name="T7" fmla="*/ 0 h 11"/>
                <a:gd name="T8" fmla="*/ 6 w 6"/>
                <a:gd name="T9" fmla="*/ 11 h 1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6" h="11">
                  <a:moveTo>
                    <a:pt x="6" y="11"/>
                  </a:moveTo>
                  <a:cubicBezTo>
                    <a:pt x="2" y="8"/>
                    <a:pt x="0" y="4"/>
                    <a:pt x="0" y="0"/>
                  </a:cubicBezTo>
                </a:path>
              </a:pathLst>
            </a:custGeom>
            <a:noFill/>
            <a:ln w="2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4090" name="Freeform 426">
              <a:extLst>
                <a:ext uri="{FF2B5EF4-FFF2-40B4-BE49-F238E27FC236}">
                  <a16:creationId xmlns:a16="http://schemas.microsoft.com/office/drawing/2014/main" id="{77445A5F-EC1F-432D-BDE6-5524E713B85F}"/>
                </a:ext>
              </a:extLst>
            </p:cNvPr>
            <p:cNvSpPr>
              <a:spLocks/>
            </p:cNvSpPr>
            <p:nvPr/>
          </p:nvSpPr>
          <p:spPr bwMode="auto">
            <a:xfrm>
              <a:off x="563" y="2986"/>
              <a:ext cx="38" cy="25"/>
            </a:xfrm>
            <a:custGeom>
              <a:avLst/>
              <a:gdLst>
                <a:gd name="T0" fmla="*/ 15 w 60"/>
                <a:gd name="T1" fmla="*/ 10 h 39"/>
                <a:gd name="T2" fmla="*/ 8 w 60"/>
                <a:gd name="T3" fmla="*/ 3 h 39"/>
                <a:gd name="T4" fmla="*/ 0 w 60"/>
                <a:gd name="T5" fmla="*/ 0 h 39"/>
                <a:gd name="T6" fmla="*/ 0 60000 65536"/>
                <a:gd name="T7" fmla="*/ 0 60000 65536"/>
                <a:gd name="T8" fmla="*/ 0 60000 65536"/>
                <a:gd name="T9" fmla="*/ 0 w 60"/>
                <a:gd name="T10" fmla="*/ 0 h 39"/>
                <a:gd name="T11" fmla="*/ 60 w 60"/>
                <a:gd name="T12" fmla="*/ 39 h 39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60" h="39">
                  <a:moveTo>
                    <a:pt x="60" y="39"/>
                  </a:moveTo>
                  <a:cubicBezTo>
                    <a:pt x="55" y="28"/>
                    <a:pt x="43" y="19"/>
                    <a:pt x="32" y="13"/>
                  </a:cubicBezTo>
                  <a:cubicBezTo>
                    <a:pt x="22" y="7"/>
                    <a:pt x="9" y="9"/>
                    <a:pt x="0" y="0"/>
                  </a:cubicBezTo>
                </a:path>
              </a:pathLst>
            </a:custGeom>
            <a:noFill/>
            <a:ln w="2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4091" name="Freeform 427">
              <a:extLst>
                <a:ext uri="{FF2B5EF4-FFF2-40B4-BE49-F238E27FC236}">
                  <a16:creationId xmlns:a16="http://schemas.microsoft.com/office/drawing/2014/main" id="{6FCF9EF1-3A68-4B15-A974-3CB309BFCA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" y="2787"/>
              <a:ext cx="19" cy="120"/>
            </a:xfrm>
            <a:custGeom>
              <a:avLst/>
              <a:gdLst>
                <a:gd name="T0" fmla="*/ 1 w 29"/>
                <a:gd name="T1" fmla="*/ 0 h 187"/>
                <a:gd name="T2" fmla="*/ 5 w 29"/>
                <a:gd name="T3" fmla="*/ 25 h 187"/>
                <a:gd name="T4" fmla="*/ 5 w 29"/>
                <a:gd name="T5" fmla="*/ 37 h 187"/>
                <a:gd name="T6" fmla="*/ 5 w 29"/>
                <a:gd name="T7" fmla="*/ 44 h 187"/>
                <a:gd name="T8" fmla="*/ 8 w 29"/>
                <a:gd name="T9" fmla="*/ 49 h 18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187"/>
                <a:gd name="T17" fmla="*/ 29 w 29"/>
                <a:gd name="T18" fmla="*/ 187 h 18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187">
                  <a:moveTo>
                    <a:pt x="3" y="0"/>
                  </a:moveTo>
                  <a:cubicBezTo>
                    <a:pt x="0" y="33"/>
                    <a:pt x="18" y="63"/>
                    <a:pt x="19" y="95"/>
                  </a:cubicBezTo>
                  <a:cubicBezTo>
                    <a:pt x="19" y="110"/>
                    <a:pt x="17" y="124"/>
                    <a:pt x="17" y="139"/>
                  </a:cubicBezTo>
                  <a:cubicBezTo>
                    <a:pt x="16" y="148"/>
                    <a:pt x="15" y="156"/>
                    <a:pt x="17" y="165"/>
                  </a:cubicBezTo>
                  <a:cubicBezTo>
                    <a:pt x="18" y="175"/>
                    <a:pt x="23" y="179"/>
                    <a:pt x="29" y="187"/>
                  </a:cubicBezTo>
                </a:path>
              </a:pathLst>
            </a:custGeom>
            <a:noFill/>
            <a:ln w="2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4092" name="Freeform 428">
              <a:extLst>
                <a:ext uri="{FF2B5EF4-FFF2-40B4-BE49-F238E27FC236}">
                  <a16:creationId xmlns:a16="http://schemas.microsoft.com/office/drawing/2014/main" id="{55245CE1-02EF-4EB9-8B3E-DFBD7278620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" y="2906"/>
              <a:ext cx="5" cy="2"/>
            </a:xfrm>
            <a:custGeom>
              <a:avLst/>
              <a:gdLst>
                <a:gd name="T0" fmla="*/ 0 w 8"/>
                <a:gd name="T1" fmla="*/ 0 h 2"/>
                <a:gd name="T2" fmla="*/ 2 w 8"/>
                <a:gd name="T3" fmla="*/ 2 h 2"/>
                <a:gd name="T4" fmla="*/ 0 60000 65536"/>
                <a:gd name="T5" fmla="*/ 0 60000 65536"/>
                <a:gd name="T6" fmla="*/ 0 w 8"/>
                <a:gd name="T7" fmla="*/ 0 h 2"/>
                <a:gd name="T8" fmla="*/ 8 w 8"/>
                <a:gd name="T9" fmla="*/ 2 h 2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8" h="2">
                  <a:moveTo>
                    <a:pt x="0" y="0"/>
                  </a:moveTo>
                  <a:cubicBezTo>
                    <a:pt x="2" y="1"/>
                    <a:pt x="5" y="2"/>
                    <a:pt x="8" y="2"/>
                  </a:cubicBezTo>
                </a:path>
              </a:pathLst>
            </a:custGeom>
            <a:noFill/>
            <a:ln w="2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4093" name="Freeform 429">
              <a:extLst>
                <a:ext uri="{FF2B5EF4-FFF2-40B4-BE49-F238E27FC236}">
                  <a16:creationId xmlns:a16="http://schemas.microsoft.com/office/drawing/2014/main" id="{636D4264-8BEE-4696-90B7-DEBAFC829B5F}"/>
                </a:ext>
              </a:extLst>
            </p:cNvPr>
            <p:cNvSpPr>
              <a:spLocks/>
            </p:cNvSpPr>
            <p:nvPr/>
          </p:nvSpPr>
          <p:spPr bwMode="auto">
            <a:xfrm>
              <a:off x="687" y="2960"/>
              <a:ext cx="22" cy="20"/>
            </a:xfrm>
            <a:custGeom>
              <a:avLst/>
              <a:gdLst>
                <a:gd name="T0" fmla="*/ 1 w 34"/>
                <a:gd name="T1" fmla="*/ 0 h 31"/>
                <a:gd name="T2" fmla="*/ 1 w 34"/>
                <a:gd name="T3" fmla="*/ 2 h 31"/>
                <a:gd name="T4" fmla="*/ 0 w 34"/>
                <a:gd name="T5" fmla="*/ 3 h 31"/>
                <a:gd name="T6" fmla="*/ 2 w 34"/>
                <a:gd name="T7" fmla="*/ 6 h 31"/>
                <a:gd name="T8" fmla="*/ 3 w 34"/>
                <a:gd name="T9" fmla="*/ 8 h 31"/>
                <a:gd name="T10" fmla="*/ 4 w 34"/>
                <a:gd name="T11" fmla="*/ 8 h 31"/>
                <a:gd name="T12" fmla="*/ 5 w 34"/>
                <a:gd name="T13" fmla="*/ 7 h 31"/>
                <a:gd name="T14" fmla="*/ 6 w 34"/>
                <a:gd name="T15" fmla="*/ 5 h 31"/>
                <a:gd name="T16" fmla="*/ 8 w 34"/>
                <a:gd name="T17" fmla="*/ 3 h 31"/>
                <a:gd name="T18" fmla="*/ 9 w 34"/>
                <a:gd name="T19" fmla="*/ 1 h 3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34"/>
                <a:gd name="T31" fmla="*/ 0 h 31"/>
                <a:gd name="T32" fmla="*/ 34 w 34"/>
                <a:gd name="T33" fmla="*/ 31 h 31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34" h="31">
                  <a:moveTo>
                    <a:pt x="4" y="0"/>
                  </a:moveTo>
                  <a:cubicBezTo>
                    <a:pt x="4" y="2"/>
                    <a:pt x="2" y="4"/>
                    <a:pt x="2" y="6"/>
                  </a:cubicBezTo>
                  <a:cubicBezTo>
                    <a:pt x="1" y="8"/>
                    <a:pt x="0" y="9"/>
                    <a:pt x="0" y="11"/>
                  </a:cubicBezTo>
                  <a:cubicBezTo>
                    <a:pt x="0" y="16"/>
                    <a:pt x="3" y="21"/>
                    <a:pt x="7" y="24"/>
                  </a:cubicBezTo>
                  <a:cubicBezTo>
                    <a:pt x="8" y="25"/>
                    <a:pt x="10" y="27"/>
                    <a:pt x="12" y="28"/>
                  </a:cubicBezTo>
                  <a:cubicBezTo>
                    <a:pt x="13" y="29"/>
                    <a:pt x="15" y="31"/>
                    <a:pt x="16" y="30"/>
                  </a:cubicBezTo>
                  <a:cubicBezTo>
                    <a:pt x="17" y="30"/>
                    <a:pt x="19" y="28"/>
                    <a:pt x="20" y="27"/>
                  </a:cubicBezTo>
                  <a:cubicBezTo>
                    <a:pt x="22" y="25"/>
                    <a:pt x="23" y="23"/>
                    <a:pt x="25" y="20"/>
                  </a:cubicBezTo>
                  <a:cubicBezTo>
                    <a:pt x="27" y="17"/>
                    <a:pt x="30" y="15"/>
                    <a:pt x="31" y="11"/>
                  </a:cubicBezTo>
                  <a:cubicBezTo>
                    <a:pt x="32" y="9"/>
                    <a:pt x="34" y="7"/>
                    <a:pt x="34" y="5"/>
                  </a:cubicBezTo>
                </a:path>
              </a:pathLst>
            </a:custGeom>
            <a:noFill/>
            <a:ln w="1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4094" name="Freeform 430">
              <a:extLst>
                <a:ext uri="{FF2B5EF4-FFF2-40B4-BE49-F238E27FC236}">
                  <a16:creationId xmlns:a16="http://schemas.microsoft.com/office/drawing/2014/main" id="{34975CC8-E7FA-4197-8D36-0918169C9A99}"/>
                </a:ext>
              </a:extLst>
            </p:cNvPr>
            <p:cNvSpPr>
              <a:spLocks/>
            </p:cNvSpPr>
            <p:nvPr/>
          </p:nvSpPr>
          <p:spPr bwMode="auto">
            <a:xfrm>
              <a:off x="672" y="2987"/>
              <a:ext cx="17" cy="10"/>
            </a:xfrm>
            <a:custGeom>
              <a:avLst/>
              <a:gdLst>
                <a:gd name="T0" fmla="*/ 5 w 25"/>
                <a:gd name="T1" fmla="*/ 0 h 16"/>
                <a:gd name="T2" fmla="*/ 3 w 25"/>
                <a:gd name="T3" fmla="*/ 1 h 16"/>
                <a:gd name="T4" fmla="*/ 2 w 25"/>
                <a:gd name="T5" fmla="*/ 2 h 16"/>
                <a:gd name="T6" fmla="*/ 1 w 25"/>
                <a:gd name="T7" fmla="*/ 3 h 16"/>
                <a:gd name="T8" fmla="*/ 3 w 25"/>
                <a:gd name="T9" fmla="*/ 4 h 16"/>
                <a:gd name="T10" fmla="*/ 5 w 25"/>
                <a:gd name="T11" fmla="*/ 4 h 16"/>
                <a:gd name="T12" fmla="*/ 6 w 25"/>
                <a:gd name="T13" fmla="*/ 3 h 16"/>
                <a:gd name="T14" fmla="*/ 7 w 25"/>
                <a:gd name="T15" fmla="*/ 2 h 16"/>
                <a:gd name="T16" fmla="*/ 8 w 25"/>
                <a:gd name="T17" fmla="*/ 2 h 1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25"/>
                <a:gd name="T28" fmla="*/ 0 h 16"/>
                <a:gd name="T29" fmla="*/ 25 w 25"/>
                <a:gd name="T30" fmla="*/ 16 h 1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25" h="16">
                  <a:moveTo>
                    <a:pt x="14" y="0"/>
                  </a:moveTo>
                  <a:cubicBezTo>
                    <a:pt x="12" y="0"/>
                    <a:pt x="11" y="0"/>
                    <a:pt x="9" y="2"/>
                  </a:cubicBezTo>
                  <a:cubicBezTo>
                    <a:pt x="8" y="3"/>
                    <a:pt x="7" y="5"/>
                    <a:pt x="6" y="6"/>
                  </a:cubicBezTo>
                  <a:cubicBezTo>
                    <a:pt x="4" y="7"/>
                    <a:pt x="0" y="11"/>
                    <a:pt x="4" y="12"/>
                  </a:cubicBezTo>
                  <a:cubicBezTo>
                    <a:pt x="6" y="13"/>
                    <a:pt x="8" y="13"/>
                    <a:pt x="9" y="14"/>
                  </a:cubicBezTo>
                  <a:cubicBezTo>
                    <a:pt x="12" y="15"/>
                    <a:pt x="12" y="16"/>
                    <a:pt x="15" y="15"/>
                  </a:cubicBezTo>
                  <a:cubicBezTo>
                    <a:pt x="17" y="14"/>
                    <a:pt x="18" y="12"/>
                    <a:pt x="19" y="10"/>
                  </a:cubicBezTo>
                  <a:cubicBezTo>
                    <a:pt x="20" y="9"/>
                    <a:pt x="21" y="8"/>
                    <a:pt x="22" y="7"/>
                  </a:cubicBezTo>
                  <a:cubicBezTo>
                    <a:pt x="23" y="7"/>
                    <a:pt x="24" y="7"/>
                    <a:pt x="25" y="7"/>
                  </a:cubicBezTo>
                </a:path>
              </a:pathLst>
            </a:custGeom>
            <a:noFill/>
            <a:ln w="1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4095" name="Freeform 431">
              <a:extLst>
                <a:ext uri="{FF2B5EF4-FFF2-40B4-BE49-F238E27FC236}">
                  <a16:creationId xmlns:a16="http://schemas.microsoft.com/office/drawing/2014/main" id="{468A3DEC-962E-4FA2-8226-B2D27D3943E9}"/>
                </a:ext>
              </a:extLst>
            </p:cNvPr>
            <p:cNvSpPr>
              <a:spLocks/>
            </p:cNvSpPr>
            <p:nvPr/>
          </p:nvSpPr>
          <p:spPr bwMode="auto">
            <a:xfrm>
              <a:off x="652" y="2996"/>
              <a:ext cx="17" cy="14"/>
            </a:xfrm>
            <a:custGeom>
              <a:avLst/>
              <a:gdLst>
                <a:gd name="T0" fmla="*/ 4 w 26"/>
                <a:gd name="T1" fmla="*/ 0 h 21"/>
                <a:gd name="T2" fmla="*/ 3 w 26"/>
                <a:gd name="T3" fmla="*/ 1 h 21"/>
                <a:gd name="T4" fmla="*/ 2 w 26"/>
                <a:gd name="T5" fmla="*/ 2 h 21"/>
                <a:gd name="T6" fmla="*/ 1 w 26"/>
                <a:gd name="T7" fmla="*/ 5 h 21"/>
                <a:gd name="T8" fmla="*/ 2 w 26"/>
                <a:gd name="T9" fmla="*/ 6 h 21"/>
                <a:gd name="T10" fmla="*/ 3 w 26"/>
                <a:gd name="T11" fmla="*/ 6 h 21"/>
                <a:gd name="T12" fmla="*/ 5 w 26"/>
                <a:gd name="T13" fmla="*/ 6 h 21"/>
                <a:gd name="T14" fmla="*/ 7 w 26"/>
                <a:gd name="T15" fmla="*/ 3 h 21"/>
                <a:gd name="T16" fmla="*/ 7 w 26"/>
                <a:gd name="T17" fmla="*/ 2 h 2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26"/>
                <a:gd name="T28" fmla="*/ 0 h 21"/>
                <a:gd name="T29" fmla="*/ 26 w 26"/>
                <a:gd name="T30" fmla="*/ 21 h 21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26" h="21">
                  <a:moveTo>
                    <a:pt x="14" y="0"/>
                  </a:moveTo>
                  <a:cubicBezTo>
                    <a:pt x="14" y="2"/>
                    <a:pt x="12" y="3"/>
                    <a:pt x="11" y="4"/>
                  </a:cubicBezTo>
                  <a:cubicBezTo>
                    <a:pt x="10" y="5"/>
                    <a:pt x="8" y="6"/>
                    <a:pt x="7" y="8"/>
                  </a:cubicBezTo>
                  <a:cubicBezTo>
                    <a:pt x="4" y="10"/>
                    <a:pt x="0" y="15"/>
                    <a:pt x="5" y="18"/>
                  </a:cubicBezTo>
                  <a:cubicBezTo>
                    <a:pt x="6" y="18"/>
                    <a:pt x="7" y="18"/>
                    <a:pt x="8" y="19"/>
                  </a:cubicBezTo>
                  <a:cubicBezTo>
                    <a:pt x="9" y="19"/>
                    <a:pt x="10" y="20"/>
                    <a:pt x="11" y="20"/>
                  </a:cubicBezTo>
                  <a:cubicBezTo>
                    <a:pt x="14" y="21"/>
                    <a:pt x="16" y="20"/>
                    <a:pt x="18" y="19"/>
                  </a:cubicBezTo>
                  <a:cubicBezTo>
                    <a:pt x="21" y="17"/>
                    <a:pt x="23" y="15"/>
                    <a:pt x="24" y="12"/>
                  </a:cubicBezTo>
                  <a:cubicBezTo>
                    <a:pt x="25" y="11"/>
                    <a:pt x="26" y="7"/>
                    <a:pt x="25" y="6"/>
                  </a:cubicBezTo>
                </a:path>
              </a:pathLst>
            </a:custGeom>
            <a:noFill/>
            <a:ln w="1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4096" name="Freeform 432">
              <a:extLst>
                <a:ext uri="{FF2B5EF4-FFF2-40B4-BE49-F238E27FC236}">
                  <a16:creationId xmlns:a16="http://schemas.microsoft.com/office/drawing/2014/main" id="{F326958A-A05C-42DC-84F4-398E22109169}"/>
                </a:ext>
              </a:extLst>
            </p:cNvPr>
            <p:cNvSpPr>
              <a:spLocks/>
            </p:cNvSpPr>
            <p:nvPr/>
          </p:nvSpPr>
          <p:spPr bwMode="auto">
            <a:xfrm>
              <a:off x="623" y="3003"/>
              <a:ext cx="18" cy="13"/>
            </a:xfrm>
            <a:custGeom>
              <a:avLst/>
              <a:gdLst>
                <a:gd name="T0" fmla="*/ 5 w 27"/>
                <a:gd name="T1" fmla="*/ 0 h 20"/>
                <a:gd name="T2" fmla="*/ 3 w 27"/>
                <a:gd name="T3" fmla="*/ 1 h 20"/>
                <a:gd name="T4" fmla="*/ 3 w 27"/>
                <a:gd name="T5" fmla="*/ 1 h 20"/>
                <a:gd name="T6" fmla="*/ 1 w 27"/>
                <a:gd name="T7" fmla="*/ 3 h 20"/>
                <a:gd name="T8" fmla="*/ 4 w 27"/>
                <a:gd name="T9" fmla="*/ 5 h 20"/>
                <a:gd name="T10" fmla="*/ 8 w 27"/>
                <a:gd name="T11" fmla="*/ 2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7"/>
                <a:gd name="T19" fmla="*/ 0 h 20"/>
                <a:gd name="T20" fmla="*/ 27 w 27"/>
                <a:gd name="T21" fmla="*/ 20 h 20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7" h="20">
                  <a:moveTo>
                    <a:pt x="16" y="0"/>
                  </a:moveTo>
                  <a:cubicBezTo>
                    <a:pt x="14" y="1"/>
                    <a:pt x="13" y="0"/>
                    <a:pt x="12" y="1"/>
                  </a:cubicBezTo>
                  <a:cubicBezTo>
                    <a:pt x="11" y="2"/>
                    <a:pt x="10" y="3"/>
                    <a:pt x="9" y="4"/>
                  </a:cubicBezTo>
                  <a:cubicBezTo>
                    <a:pt x="6" y="6"/>
                    <a:pt x="0" y="8"/>
                    <a:pt x="2" y="12"/>
                  </a:cubicBezTo>
                  <a:cubicBezTo>
                    <a:pt x="4" y="15"/>
                    <a:pt x="10" y="20"/>
                    <a:pt x="13" y="17"/>
                  </a:cubicBezTo>
                  <a:cubicBezTo>
                    <a:pt x="18" y="14"/>
                    <a:pt x="21" y="7"/>
                    <a:pt x="27" y="6"/>
                  </a:cubicBezTo>
                </a:path>
              </a:pathLst>
            </a:custGeom>
            <a:noFill/>
            <a:ln w="1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4097" name="Freeform 433">
              <a:extLst>
                <a:ext uri="{FF2B5EF4-FFF2-40B4-BE49-F238E27FC236}">
                  <a16:creationId xmlns:a16="http://schemas.microsoft.com/office/drawing/2014/main" id="{1442C2FF-CB02-4EAC-A3C9-109BBC349450}"/>
                </a:ext>
              </a:extLst>
            </p:cNvPr>
            <p:cNvSpPr>
              <a:spLocks/>
            </p:cNvSpPr>
            <p:nvPr/>
          </p:nvSpPr>
          <p:spPr bwMode="auto">
            <a:xfrm>
              <a:off x="585" y="3001"/>
              <a:ext cx="15" cy="15"/>
            </a:xfrm>
            <a:custGeom>
              <a:avLst/>
              <a:gdLst>
                <a:gd name="T0" fmla="*/ 4 w 22"/>
                <a:gd name="T1" fmla="*/ 0 h 22"/>
                <a:gd name="T2" fmla="*/ 1 w 22"/>
                <a:gd name="T3" fmla="*/ 2 h 22"/>
                <a:gd name="T4" fmla="*/ 1 w 22"/>
                <a:gd name="T5" fmla="*/ 5 h 22"/>
                <a:gd name="T6" fmla="*/ 3 w 22"/>
                <a:gd name="T7" fmla="*/ 7 h 22"/>
                <a:gd name="T8" fmla="*/ 5 w 22"/>
                <a:gd name="T9" fmla="*/ 5 h 22"/>
                <a:gd name="T10" fmla="*/ 7 w 22"/>
                <a:gd name="T11" fmla="*/ 5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2"/>
                <a:gd name="T19" fmla="*/ 0 h 22"/>
                <a:gd name="T20" fmla="*/ 22 w 22"/>
                <a:gd name="T21" fmla="*/ 22 h 22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2" h="22">
                  <a:moveTo>
                    <a:pt x="13" y="0"/>
                  </a:moveTo>
                  <a:cubicBezTo>
                    <a:pt x="10" y="3"/>
                    <a:pt x="6" y="3"/>
                    <a:pt x="3" y="6"/>
                  </a:cubicBezTo>
                  <a:cubicBezTo>
                    <a:pt x="0" y="10"/>
                    <a:pt x="0" y="14"/>
                    <a:pt x="4" y="17"/>
                  </a:cubicBezTo>
                  <a:cubicBezTo>
                    <a:pt x="6" y="19"/>
                    <a:pt x="9" y="22"/>
                    <a:pt x="12" y="20"/>
                  </a:cubicBezTo>
                  <a:cubicBezTo>
                    <a:pt x="14" y="20"/>
                    <a:pt x="16" y="18"/>
                    <a:pt x="18" y="16"/>
                  </a:cubicBezTo>
                  <a:cubicBezTo>
                    <a:pt x="19" y="15"/>
                    <a:pt x="20" y="14"/>
                    <a:pt x="22" y="14"/>
                  </a:cubicBezTo>
                </a:path>
              </a:pathLst>
            </a:custGeom>
            <a:noFill/>
            <a:ln w="1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4098" name="Freeform 434">
              <a:extLst>
                <a:ext uri="{FF2B5EF4-FFF2-40B4-BE49-F238E27FC236}">
                  <a16:creationId xmlns:a16="http://schemas.microsoft.com/office/drawing/2014/main" id="{E899B2C2-0A95-4244-9FBD-050DC8779B86}"/>
                </a:ext>
              </a:extLst>
            </p:cNvPr>
            <p:cNvSpPr>
              <a:spLocks/>
            </p:cNvSpPr>
            <p:nvPr/>
          </p:nvSpPr>
          <p:spPr bwMode="auto">
            <a:xfrm>
              <a:off x="662" y="2914"/>
              <a:ext cx="11" cy="1"/>
            </a:xfrm>
            <a:custGeom>
              <a:avLst/>
              <a:gdLst>
                <a:gd name="T0" fmla="*/ 5 w 17"/>
                <a:gd name="T1" fmla="*/ 1 h 2"/>
                <a:gd name="T2" fmla="*/ 0 w 17"/>
                <a:gd name="T3" fmla="*/ 0 h 2"/>
                <a:gd name="T4" fmla="*/ 0 60000 65536"/>
                <a:gd name="T5" fmla="*/ 0 60000 65536"/>
                <a:gd name="T6" fmla="*/ 0 w 17"/>
                <a:gd name="T7" fmla="*/ 0 h 2"/>
                <a:gd name="T8" fmla="*/ 17 w 17"/>
                <a:gd name="T9" fmla="*/ 2 h 2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7" h="2">
                  <a:moveTo>
                    <a:pt x="17" y="2"/>
                  </a:moveTo>
                  <a:cubicBezTo>
                    <a:pt x="11" y="0"/>
                    <a:pt x="6" y="0"/>
                    <a:pt x="0" y="0"/>
                  </a:cubicBezTo>
                </a:path>
              </a:pathLst>
            </a:custGeom>
            <a:noFill/>
            <a:ln w="2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4099" name="Freeform 435">
              <a:extLst>
                <a:ext uri="{FF2B5EF4-FFF2-40B4-BE49-F238E27FC236}">
                  <a16:creationId xmlns:a16="http://schemas.microsoft.com/office/drawing/2014/main" id="{985A2A74-AE16-49EA-B731-7C8FB3F96551}"/>
                </a:ext>
              </a:extLst>
            </p:cNvPr>
            <p:cNvSpPr>
              <a:spLocks/>
            </p:cNvSpPr>
            <p:nvPr/>
          </p:nvSpPr>
          <p:spPr bwMode="auto">
            <a:xfrm>
              <a:off x="675" y="2876"/>
              <a:ext cx="26" cy="8"/>
            </a:xfrm>
            <a:custGeom>
              <a:avLst/>
              <a:gdLst>
                <a:gd name="T0" fmla="*/ 10 w 41"/>
                <a:gd name="T1" fmla="*/ 3 h 12"/>
                <a:gd name="T2" fmla="*/ 5 w 41"/>
                <a:gd name="T3" fmla="*/ 2 h 12"/>
                <a:gd name="T4" fmla="*/ 0 w 41"/>
                <a:gd name="T5" fmla="*/ 0 h 12"/>
                <a:gd name="T6" fmla="*/ 0 60000 65536"/>
                <a:gd name="T7" fmla="*/ 0 60000 65536"/>
                <a:gd name="T8" fmla="*/ 0 60000 65536"/>
                <a:gd name="T9" fmla="*/ 0 w 41"/>
                <a:gd name="T10" fmla="*/ 0 h 12"/>
                <a:gd name="T11" fmla="*/ 41 w 41"/>
                <a:gd name="T12" fmla="*/ 12 h 12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41" h="12">
                  <a:moveTo>
                    <a:pt x="41" y="12"/>
                  </a:moveTo>
                  <a:cubicBezTo>
                    <a:pt x="33" y="11"/>
                    <a:pt x="27" y="8"/>
                    <a:pt x="19" y="7"/>
                  </a:cubicBezTo>
                  <a:cubicBezTo>
                    <a:pt x="12" y="6"/>
                    <a:pt x="5" y="5"/>
                    <a:pt x="0" y="0"/>
                  </a:cubicBezTo>
                </a:path>
              </a:pathLst>
            </a:custGeom>
            <a:noFill/>
            <a:ln w="2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4100" name="Freeform 436">
              <a:extLst>
                <a:ext uri="{FF2B5EF4-FFF2-40B4-BE49-F238E27FC236}">
                  <a16:creationId xmlns:a16="http://schemas.microsoft.com/office/drawing/2014/main" id="{2E016C43-3E1C-4B1C-B4F4-8287DD1C3A72}"/>
                </a:ext>
              </a:extLst>
            </p:cNvPr>
            <p:cNvSpPr>
              <a:spLocks/>
            </p:cNvSpPr>
            <p:nvPr/>
          </p:nvSpPr>
          <p:spPr bwMode="auto">
            <a:xfrm>
              <a:off x="723" y="2886"/>
              <a:ext cx="18" cy="16"/>
            </a:xfrm>
            <a:custGeom>
              <a:avLst/>
              <a:gdLst>
                <a:gd name="T0" fmla="*/ 1 w 27"/>
                <a:gd name="T1" fmla="*/ 0 h 25"/>
                <a:gd name="T2" fmla="*/ 1 w 27"/>
                <a:gd name="T3" fmla="*/ 1 h 25"/>
                <a:gd name="T4" fmla="*/ 0 w 27"/>
                <a:gd name="T5" fmla="*/ 3 h 25"/>
                <a:gd name="T6" fmla="*/ 1 w 27"/>
                <a:gd name="T7" fmla="*/ 5 h 25"/>
                <a:gd name="T8" fmla="*/ 3 w 27"/>
                <a:gd name="T9" fmla="*/ 6 h 25"/>
                <a:gd name="T10" fmla="*/ 5 w 27"/>
                <a:gd name="T11" fmla="*/ 6 h 25"/>
                <a:gd name="T12" fmla="*/ 7 w 27"/>
                <a:gd name="T13" fmla="*/ 6 h 25"/>
                <a:gd name="T14" fmla="*/ 8 w 27"/>
                <a:gd name="T15" fmla="*/ 5 h 25"/>
                <a:gd name="T16" fmla="*/ 7 w 27"/>
                <a:gd name="T17" fmla="*/ 1 h 25"/>
                <a:gd name="T18" fmla="*/ 7 w 27"/>
                <a:gd name="T19" fmla="*/ 0 h 2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27"/>
                <a:gd name="T31" fmla="*/ 0 h 25"/>
                <a:gd name="T32" fmla="*/ 27 w 27"/>
                <a:gd name="T33" fmla="*/ 25 h 25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27" h="25">
                  <a:moveTo>
                    <a:pt x="3" y="0"/>
                  </a:moveTo>
                  <a:cubicBezTo>
                    <a:pt x="3" y="1"/>
                    <a:pt x="3" y="3"/>
                    <a:pt x="2" y="4"/>
                  </a:cubicBezTo>
                  <a:cubicBezTo>
                    <a:pt x="1" y="6"/>
                    <a:pt x="1" y="8"/>
                    <a:pt x="0" y="10"/>
                  </a:cubicBezTo>
                  <a:cubicBezTo>
                    <a:pt x="0" y="14"/>
                    <a:pt x="0" y="16"/>
                    <a:pt x="3" y="19"/>
                  </a:cubicBezTo>
                  <a:cubicBezTo>
                    <a:pt x="4" y="21"/>
                    <a:pt x="6" y="22"/>
                    <a:pt x="9" y="22"/>
                  </a:cubicBezTo>
                  <a:cubicBezTo>
                    <a:pt x="12" y="21"/>
                    <a:pt x="15" y="22"/>
                    <a:pt x="18" y="22"/>
                  </a:cubicBezTo>
                  <a:cubicBezTo>
                    <a:pt x="20" y="23"/>
                    <a:pt x="21" y="23"/>
                    <a:pt x="23" y="24"/>
                  </a:cubicBezTo>
                  <a:cubicBezTo>
                    <a:pt x="26" y="25"/>
                    <a:pt x="27" y="23"/>
                    <a:pt x="27" y="21"/>
                  </a:cubicBezTo>
                  <a:cubicBezTo>
                    <a:pt x="27" y="14"/>
                    <a:pt x="24" y="8"/>
                    <a:pt x="26" y="1"/>
                  </a:cubicBezTo>
                  <a:cubicBezTo>
                    <a:pt x="26" y="1"/>
                    <a:pt x="26" y="0"/>
                    <a:pt x="26" y="0"/>
                  </a:cubicBezTo>
                </a:path>
              </a:pathLst>
            </a:custGeom>
            <a:noFill/>
            <a:ln w="1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4101" name="Freeform 437">
              <a:extLst>
                <a:ext uri="{FF2B5EF4-FFF2-40B4-BE49-F238E27FC236}">
                  <a16:creationId xmlns:a16="http://schemas.microsoft.com/office/drawing/2014/main" id="{93106768-A33B-4346-80B3-A216053BC9C7}"/>
                </a:ext>
              </a:extLst>
            </p:cNvPr>
            <p:cNvSpPr>
              <a:spLocks/>
            </p:cNvSpPr>
            <p:nvPr/>
          </p:nvSpPr>
          <p:spPr bwMode="auto">
            <a:xfrm>
              <a:off x="632" y="474"/>
              <a:ext cx="50" cy="23"/>
            </a:xfrm>
            <a:custGeom>
              <a:avLst/>
              <a:gdLst>
                <a:gd name="T0" fmla="*/ 20 w 77"/>
                <a:gd name="T1" fmla="*/ 7 h 35"/>
                <a:gd name="T2" fmla="*/ 10 w 77"/>
                <a:gd name="T3" fmla="*/ 2 h 35"/>
                <a:gd name="T4" fmla="*/ 0 w 77"/>
                <a:gd name="T5" fmla="*/ 6 h 35"/>
                <a:gd name="T6" fmla="*/ 10 w 77"/>
                <a:gd name="T7" fmla="*/ 1 h 35"/>
                <a:gd name="T8" fmla="*/ 20 w 77"/>
                <a:gd name="T9" fmla="*/ 7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7"/>
                <a:gd name="T16" fmla="*/ 0 h 35"/>
                <a:gd name="T17" fmla="*/ 77 w 77"/>
                <a:gd name="T18" fmla="*/ 35 h 3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7" h="35">
                  <a:moveTo>
                    <a:pt x="73" y="25"/>
                  </a:moveTo>
                  <a:cubicBezTo>
                    <a:pt x="67" y="35"/>
                    <a:pt x="53" y="6"/>
                    <a:pt x="38" y="6"/>
                  </a:cubicBezTo>
                  <a:cubicBezTo>
                    <a:pt x="23" y="5"/>
                    <a:pt x="0" y="20"/>
                    <a:pt x="0" y="20"/>
                  </a:cubicBezTo>
                  <a:cubicBezTo>
                    <a:pt x="0" y="20"/>
                    <a:pt x="19" y="0"/>
                    <a:pt x="39" y="1"/>
                  </a:cubicBezTo>
                  <a:cubicBezTo>
                    <a:pt x="58" y="2"/>
                    <a:pt x="77" y="19"/>
                    <a:pt x="73" y="25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4102" name="Freeform 438">
              <a:extLst>
                <a:ext uri="{FF2B5EF4-FFF2-40B4-BE49-F238E27FC236}">
                  <a16:creationId xmlns:a16="http://schemas.microsoft.com/office/drawing/2014/main" id="{B276E0EC-1DA6-4B68-98A2-F8A5930033E5}"/>
                </a:ext>
              </a:extLst>
            </p:cNvPr>
            <p:cNvSpPr>
              <a:spLocks/>
            </p:cNvSpPr>
            <p:nvPr/>
          </p:nvSpPr>
          <p:spPr bwMode="auto">
            <a:xfrm>
              <a:off x="630" y="494"/>
              <a:ext cx="36" cy="13"/>
            </a:xfrm>
            <a:custGeom>
              <a:avLst/>
              <a:gdLst>
                <a:gd name="T0" fmla="*/ 15 w 56"/>
                <a:gd name="T1" fmla="*/ 2 h 21"/>
                <a:gd name="T2" fmla="*/ 12 w 56"/>
                <a:gd name="T3" fmla="*/ 1 h 21"/>
                <a:gd name="T4" fmla="*/ 6 w 56"/>
                <a:gd name="T5" fmla="*/ 2 h 21"/>
                <a:gd name="T6" fmla="*/ 0 w 56"/>
                <a:gd name="T7" fmla="*/ 5 h 21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56"/>
                <a:gd name="T13" fmla="*/ 0 h 21"/>
                <a:gd name="T14" fmla="*/ 56 w 56"/>
                <a:gd name="T15" fmla="*/ 21 h 21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56" h="21">
                  <a:moveTo>
                    <a:pt x="56" y="11"/>
                  </a:moveTo>
                  <a:cubicBezTo>
                    <a:pt x="56" y="11"/>
                    <a:pt x="54" y="0"/>
                    <a:pt x="47" y="1"/>
                  </a:cubicBezTo>
                  <a:cubicBezTo>
                    <a:pt x="40" y="1"/>
                    <a:pt x="32" y="6"/>
                    <a:pt x="22" y="11"/>
                  </a:cubicBezTo>
                  <a:cubicBezTo>
                    <a:pt x="12" y="15"/>
                    <a:pt x="7" y="21"/>
                    <a:pt x="0" y="21"/>
                  </a:cubicBezTo>
                </a:path>
              </a:pathLst>
            </a:custGeom>
            <a:noFill/>
            <a:ln w="1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4103" name="Freeform 439">
              <a:extLst>
                <a:ext uri="{FF2B5EF4-FFF2-40B4-BE49-F238E27FC236}">
                  <a16:creationId xmlns:a16="http://schemas.microsoft.com/office/drawing/2014/main" id="{4D77B885-5C93-479D-891F-B1F138236D17}"/>
                </a:ext>
              </a:extLst>
            </p:cNvPr>
            <p:cNvSpPr>
              <a:spLocks/>
            </p:cNvSpPr>
            <p:nvPr/>
          </p:nvSpPr>
          <p:spPr bwMode="auto">
            <a:xfrm>
              <a:off x="659" y="525"/>
              <a:ext cx="6" cy="21"/>
            </a:xfrm>
            <a:custGeom>
              <a:avLst/>
              <a:gdLst>
                <a:gd name="T0" fmla="*/ 1 w 10"/>
                <a:gd name="T1" fmla="*/ 0 h 33"/>
                <a:gd name="T2" fmla="*/ 1 w 10"/>
                <a:gd name="T3" fmla="*/ 2 h 33"/>
                <a:gd name="T4" fmla="*/ 1 w 10"/>
                <a:gd name="T5" fmla="*/ 4 h 33"/>
                <a:gd name="T6" fmla="*/ 2 w 10"/>
                <a:gd name="T7" fmla="*/ 8 h 33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0"/>
                <a:gd name="T13" fmla="*/ 0 h 33"/>
                <a:gd name="T14" fmla="*/ 10 w 10"/>
                <a:gd name="T15" fmla="*/ 33 h 33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0" h="33">
                  <a:moveTo>
                    <a:pt x="4" y="0"/>
                  </a:moveTo>
                  <a:cubicBezTo>
                    <a:pt x="4" y="0"/>
                    <a:pt x="4" y="4"/>
                    <a:pt x="2" y="7"/>
                  </a:cubicBezTo>
                  <a:cubicBezTo>
                    <a:pt x="0" y="10"/>
                    <a:pt x="4" y="14"/>
                    <a:pt x="5" y="18"/>
                  </a:cubicBezTo>
                  <a:cubicBezTo>
                    <a:pt x="6" y="22"/>
                    <a:pt x="10" y="33"/>
                    <a:pt x="10" y="33"/>
                  </a:cubicBezTo>
                </a:path>
              </a:pathLst>
            </a:custGeom>
            <a:noFill/>
            <a:ln w="1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4104" name="Freeform 440">
              <a:extLst>
                <a:ext uri="{FF2B5EF4-FFF2-40B4-BE49-F238E27FC236}">
                  <a16:creationId xmlns:a16="http://schemas.microsoft.com/office/drawing/2014/main" id="{C113C502-9367-4F98-8B40-13EA4A6570AF}"/>
                </a:ext>
              </a:extLst>
            </p:cNvPr>
            <p:cNvSpPr>
              <a:spLocks/>
            </p:cNvSpPr>
            <p:nvPr/>
          </p:nvSpPr>
          <p:spPr bwMode="auto">
            <a:xfrm>
              <a:off x="687" y="577"/>
              <a:ext cx="22" cy="19"/>
            </a:xfrm>
            <a:custGeom>
              <a:avLst/>
              <a:gdLst>
                <a:gd name="T0" fmla="*/ 10 w 33"/>
                <a:gd name="T1" fmla="*/ 5 h 29"/>
                <a:gd name="T2" fmla="*/ 0 w 33"/>
                <a:gd name="T3" fmla="*/ 8 h 29"/>
                <a:gd name="T4" fmla="*/ 5 w 33"/>
                <a:gd name="T5" fmla="*/ 5 h 29"/>
                <a:gd name="T6" fmla="*/ 7 w 33"/>
                <a:gd name="T7" fmla="*/ 5 h 29"/>
                <a:gd name="T8" fmla="*/ 9 w 33"/>
                <a:gd name="T9" fmla="*/ 5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3"/>
                <a:gd name="T16" fmla="*/ 0 h 29"/>
                <a:gd name="T17" fmla="*/ 33 w 33"/>
                <a:gd name="T18" fmla="*/ 29 h 2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3" h="29">
                  <a:moveTo>
                    <a:pt x="33" y="16"/>
                  </a:moveTo>
                  <a:cubicBezTo>
                    <a:pt x="26" y="0"/>
                    <a:pt x="8" y="25"/>
                    <a:pt x="0" y="28"/>
                  </a:cubicBezTo>
                  <a:cubicBezTo>
                    <a:pt x="6" y="29"/>
                    <a:pt x="11" y="23"/>
                    <a:pt x="15" y="19"/>
                  </a:cubicBezTo>
                  <a:cubicBezTo>
                    <a:pt x="17" y="17"/>
                    <a:pt x="20" y="15"/>
                    <a:pt x="23" y="15"/>
                  </a:cubicBezTo>
                  <a:cubicBezTo>
                    <a:pt x="26" y="14"/>
                    <a:pt x="29" y="16"/>
                    <a:pt x="32" y="15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4105" name="Freeform 441">
              <a:extLst>
                <a:ext uri="{FF2B5EF4-FFF2-40B4-BE49-F238E27FC236}">
                  <a16:creationId xmlns:a16="http://schemas.microsoft.com/office/drawing/2014/main" id="{2BF3B83E-9C0F-4675-B0AE-846746138B9B}"/>
                </a:ext>
              </a:extLst>
            </p:cNvPr>
            <p:cNvSpPr>
              <a:spLocks/>
            </p:cNvSpPr>
            <p:nvPr/>
          </p:nvSpPr>
          <p:spPr bwMode="auto">
            <a:xfrm>
              <a:off x="676" y="583"/>
              <a:ext cx="6" cy="11"/>
            </a:xfrm>
            <a:custGeom>
              <a:avLst/>
              <a:gdLst>
                <a:gd name="T0" fmla="*/ 2 w 10"/>
                <a:gd name="T1" fmla="*/ 4 h 18"/>
                <a:gd name="T2" fmla="*/ 0 w 10"/>
                <a:gd name="T3" fmla="*/ 0 h 18"/>
                <a:gd name="T4" fmla="*/ 0 60000 65536"/>
                <a:gd name="T5" fmla="*/ 0 60000 65536"/>
                <a:gd name="T6" fmla="*/ 0 w 10"/>
                <a:gd name="T7" fmla="*/ 0 h 18"/>
                <a:gd name="T8" fmla="*/ 10 w 10"/>
                <a:gd name="T9" fmla="*/ 18 h 18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0" h="18">
                  <a:moveTo>
                    <a:pt x="10" y="18"/>
                  </a:moveTo>
                  <a:cubicBezTo>
                    <a:pt x="3" y="13"/>
                    <a:pt x="0" y="9"/>
                    <a:pt x="0" y="0"/>
                  </a:cubicBezTo>
                </a:path>
              </a:pathLst>
            </a:custGeom>
            <a:noFill/>
            <a:ln w="1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4106" name="Freeform 442">
              <a:extLst>
                <a:ext uri="{FF2B5EF4-FFF2-40B4-BE49-F238E27FC236}">
                  <a16:creationId xmlns:a16="http://schemas.microsoft.com/office/drawing/2014/main" id="{F00AEAAC-8FA3-4C21-AF5E-215C92818BF5}"/>
                </a:ext>
              </a:extLst>
            </p:cNvPr>
            <p:cNvSpPr>
              <a:spLocks/>
            </p:cNvSpPr>
            <p:nvPr/>
          </p:nvSpPr>
          <p:spPr bwMode="auto">
            <a:xfrm>
              <a:off x="543" y="908"/>
              <a:ext cx="15" cy="16"/>
            </a:xfrm>
            <a:custGeom>
              <a:avLst/>
              <a:gdLst>
                <a:gd name="T0" fmla="*/ 0 w 24"/>
                <a:gd name="T1" fmla="*/ 7 h 24"/>
                <a:gd name="T2" fmla="*/ 6 w 24"/>
                <a:gd name="T3" fmla="*/ 0 h 24"/>
                <a:gd name="T4" fmla="*/ 0 60000 65536"/>
                <a:gd name="T5" fmla="*/ 0 60000 65536"/>
                <a:gd name="T6" fmla="*/ 0 w 24"/>
                <a:gd name="T7" fmla="*/ 0 h 24"/>
                <a:gd name="T8" fmla="*/ 24 w 24"/>
                <a:gd name="T9" fmla="*/ 24 h 2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24" h="24">
                  <a:moveTo>
                    <a:pt x="0" y="24"/>
                  </a:moveTo>
                  <a:cubicBezTo>
                    <a:pt x="0" y="16"/>
                    <a:pt x="20" y="8"/>
                    <a:pt x="24" y="0"/>
                  </a:cubicBezTo>
                </a:path>
              </a:pathLst>
            </a:custGeom>
            <a:noFill/>
            <a:ln w="2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4107" name="Freeform 443">
              <a:extLst>
                <a:ext uri="{FF2B5EF4-FFF2-40B4-BE49-F238E27FC236}">
                  <a16:creationId xmlns:a16="http://schemas.microsoft.com/office/drawing/2014/main" id="{3CE5B11A-1CD0-4099-B69D-6096502783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" y="901"/>
              <a:ext cx="15" cy="128"/>
            </a:xfrm>
            <a:custGeom>
              <a:avLst/>
              <a:gdLst>
                <a:gd name="T0" fmla="*/ 7 w 23"/>
                <a:gd name="T1" fmla="*/ 53 h 199"/>
                <a:gd name="T2" fmla="*/ 3 w 23"/>
                <a:gd name="T3" fmla="*/ 34 h 199"/>
                <a:gd name="T4" fmla="*/ 0 w 23"/>
                <a:gd name="T5" fmla="*/ 0 h 199"/>
                <a:gd name="T6" fmla="*/ 0 60000 65536"/>
                <a:gd name="T7" fmla="*/ 0 60000 65536"/>
                <a:gd name="T8" fmla="*/ 0 60000 65536"/>
                <a:gd name="T9" fmla="*/ 0 w 23"/>
                <a:gd name="T10" fmla="*/ 0 h 199"/>
                <a:gd name="T11" fmla="*/ 23 w 23"/>
                <a:gd name="T12" fmla="*/ 199 h 199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3" h="199">
                  <a:moveTo>
                    <a:pt x="23" y="199"/>
                  </a:moveTo>
                  <a:cubicBezTo>
                    <a:pt x="23" y="199"/>
                    <a:pt x="18" y="147"/>
                    <a:pt x="11" y="127"/>
                  </a:cubicBezTo>
                  <a:cubicBezTo>
                    <a:pt x="3" y="107"/>
                    <a:pt x="1" y="31"/>
                    <a:pt x="0" y="0"/>
                  </a:cubicBezTo>
                </a:path>
              </a:pathLst>
            </a:custGeom>
            <a:noFill/>
            <a:ln w="2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4108" name="Freeform 444">
              <a:extLst>
                <a:ext uri="{FF2B5EF4-FFF2-40B4-BE49-F238E27FC236}">
                  <a16:creationId xmlns:a16="http://schemas.microsoft.com/office/drawing/2014/main" id="{5B203037-093F-46B8-B5BB-738BC0C04D03}"/>
                </a:ext>
              </a:extLst>
            </p:cNvPr>
            <p:cNvSpPr>
              <a:spLocks/>
            </p:cNvSpPr>
            <p:nvPr/>
          </p:nvSpPr>
          <p:spPr bwMode="auto">
            <a:xfrm>
              <a:off x="667" y="623"/>
              <a:ext cx="30" cy="26"/>
            </a:xfrm>
            <a:custGeom>
              <a:avLst/>
              <a:gdLst>
                <a:gd name="T0" fmla="*/ 11 w 47"/>
                <a:gd name="T1" fmla="*/ 1 h 41"/>
                <a:gd name="T2" fmla="*/ 11 w 47"/>
                <a:gd name="T3" fmla="*/ 3 h 41"/>
                <a:gd name="T4" fmla="*/ 9 w 47"/>
                <a:gd name="T5" fmla="*/ 5 h 41"/>
                <a:gd name="T6" fmla="*/ 8 w 47"/>
                <a:gd name="T7" fmla="*/ 8 h 41"/>
                <a:gd name="T8" fmla="*/ 8 w 47"/>
                <a:gd name="T9" fmla="*/ 10 h 41"/>
                <a:gd name="T10" fmla="*/ 8 w 47"/>
                <a:gd name="T11" fmla="*/ 10 h 41"/>
                <a:gd name="T12" fmla="*/ 5 w 47"/>
                <a:gd name="T13" fmla="*/ 10 h 41"/>
                <a:gd name="T14" fmla="*/ 3 w 47"/>
                <a:gd name="T15" fmla="*/ 8 h 41"/>
                <a:gd name="T16" fmla="*/ 1 w 47"/>
                <a:gd name="T17" fmla="*/ 6 h 41"/>
                <a:gd name="T18" fmla="*/ 0 w 47"/>
                <a:gd name="T19" fmla="*/ 4 h 41"/>
                <a:gd name="T20" fmla="*/ 2 w 47"/>
                <a:gd name="T21" fmla="*/ 4 h 41"/>
                <a:gd name="T22" fmla="*/ 4 w 47"/>
                <a:gd name="T23" fmla="*/ 3 h 41"/>
                <a:gd name="T24" fmla="*/ 6 w 47"/>
                <a:gd name="T25" fmla="*/ 2 h 41"/>
                <a:gd name="T26" fmla="*/ 9 w 47"/>
                <a:gd name="T27" fmla="*/ 1 h 41"/>
                <a:gd name="T28" fmla="*/ 11 w 47"/>
                <a:gd name="T29" fmla="*/ 0 h 41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47"/>
                <a:gd name="T46" fmla="*/ 0 h 41"/>
                <a:gd name="T47" fmla="*/ 47 w 47"/>
                <a:gd name="T48" fmla="*/ 41 h 41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47" h="41">
                  <a:moveTo>
                    <a:pt x="44" y="1"/>
                  </a:moveTo>
                  <a:cubicBezTo>
                    <a:pt x="47" y="5"/>
                    <a:pt x="45" y="10"/>
                    <a:pt x="42" y="12"/>
                  </a:cubicBezTo>
                  <a:cubicBezTo>
                    <a:pt x="40" y="15"/>
                    <a:pt x="36" y="17"/>
                    <a:pt x="34" y="20"/>
                  </a:cubicBezTo>
                  <a:cubicBezTo>
                    <a:pt x="31" y="23"/>
                    <a:pt x="33" y="28"/>
                    <a:pt x="33" y="32"/>
                  </a:cubicBezTo>
                  <a:cubicBezTo>
                    <a:pt x="33" y="34"/>
                    <a:pt x="33" y="36"/>
                    <a:pt x="33" y="38"/>
                  </a:cubicBezTo>
                  <a:cubicBezTo>
                    <a:pt x="33" y="40"/>
                    <a:pt x="32" y="41"/>
                    <a:pt x="30" y="41"/>
                  </a:cubicBezTo>
                  <a:cubicBezTo>
                    <a:pt x="26" y="41"/>
                    <a:pt x="22" y="39"/>
                    <a:pt x="19" y="37"/>
                  </a:cubicBezTo>
                  <a:cubicBezTo>
                    <a:pt x="16" y="35"/>
                    <a:pt x="12" y="33"/>
                    <a:pt x="10" y="31"/>
                  </a:cubicBezTo>
                  <a:cubicBezTo>
                    <a:pt x="8" y="28"/>
                    <a:pt x="6" y="26"/>
                    <a:pt x="4" y="23"/>
                  </a:cubicBezTo>
                  <a:cubicBezTo>
                    <a:pt x="2" y="22"/>
                    <a:pt x="0" y="20"/>
                    <a:pt x="0" y="18"/>
                  </a:cubicBezTo>
                  <a:cubicBezTo>
                    <a:pt x="2" y="16"/>
                    <a:pt x="5" y="17"/>
                    <a:pt x="7" y="16"/>
                  </a:cubicBezTo>
                  <a:cubicBezTo>
                    <a:pt x="10" y="15"/>
                    <a:pt x="12" y="14"/>
                    <a:pt x="14" y="13"/>
                  </a:cubicBezTo>
                  <a:cubicBezTo>
                    <a:pt x="18" y="11"/>
                    <a:pt x="21" y="10"/>
                    <a:pt x="25" y="8"/>
                  </a:cubicBezTo>
                  <a:cubicBezTo>
                    <a:pt x="28" y="7"/>
                    <a:pt x="31" y="6"/>
                    <a:pt x="34" y="4"/>
                  </a:cubicBezTo>
                  <a:cubicBezTo>
                    <a:pt x="36" y="3"/>
                    <a:pt x="40" y="1"/>
                    <a:pt x="43" y="0"/>
                  </a:cubicBezTo>
                </a:path>
              </a:pathLst>
            </a:custGeom>
            <a:solidFill>
              <a:srgbClr val="F9CB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4109" name="Freeform 445">
              <a:extLst>
                <a:ext uri="{FF2B5EF4-FFF2-40B4-BE49-F238E27FC236}">
                  <a16:creationId xmlns:a16="http://schemas.microsoft.com/office/drawing/2014/main" id="{666E75EB-950C-4A05-A325-4CA25C03D3A5}"/>
                </a:ext>
              </a:extLst>
            </p:cNvPr>
            <p:cNvSpPr>
              <a:spLocks/>
            </p:cNvSpPr>
            <p:nvPr/>
          </p:nvSpPr>
          <p:spPr bwMode="auto">
            <a:xfrm>
              <a:off x="661" y="620"/>
              <a:ext cx="36" cy="16"/>
            </a:xfrm>
            <a:custGeom>
              <a:avLst/>
              <a:gdLst>
                <a:gd name="T0" fmla="*/ 15 w 56"/>
                <a:gd name="T1" fmla="*/ 1 h 24"/>
                <a:gd name="T2" fmla="*/ 11 w 56"/>
                <a:gd name="T3" fmla="*/ 2 h 24"/>
                <a:gd name="T4" fmla="*/ 7 w 56"/>
                <a:gd name="T5" fmla="*/ 4 h 24"/>
                <a:gd name="T6" fmla="*/ 4 w 56"/>
                <a:gd name="T7" fmla="*/ 6 h 24"/>
                <a:gd name="T8" fmla="*/ 2 w 56"/>
                <a:gd name="T9" fmla="*/ 6 h 24"/>
                <a:gd name="T10" fmla="*/ 0 w 56"/>
                <a:gd name="T11" fmla="*/ 5 h 24"/>
                <a:gd name="T12" fmla="*/ 4 w 56"/>
                <a:gd name="T13" fmla="*/ 7 h 24"/>
                <a:gd name="T14" fmla="*/ 8 w 56"/>
                <a:gd name="T15" fmla="*/ 4 h 24"/>
                <a:gd name="T16" fmla="*/ 12 w 56"/>
                <a:gd name="T17" fmla="*/ 3 h 24"/>
                <a:gd name="T18" fmla="*/ 15 w 56"/>
                <a:gd name="T19" fmla="*/ 2 h 2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56"/>
                <a:gd name="T31" fmla="*/ 0 h 24"/>
                <a:gd name="T32" fmla="*/ 56 w 56"/>
                <a:gd name="T33" fmla="*/ 24 h 24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56" h="24">
                  <a:moveTo>
                    <a:pt x="55" y="4"/>
                  </a:moveTo>
                  <a:cubicBezTo>
                    <a:pt x="52" y="0"/>
                    <a:pt x="44" y="6"/>
                    <a:pt x="42" y="7"/>
                  </a:cubicBezTo>
                  <a:cubicBezTo>
                    <a:pt x="37" y="10"/>
                    <a:pt x="32" y="11"/>
                    <a:pt x="27" y="14"/>
                  </a:cubicBezTo>
                  <a:cubicBezTo>
                    <a:pt x="23" y="16"/>
                    <a:pt x="19" y="17"/>
                    <a:pt x="14" y="19"/>
                  </a:cubicBezTo>
                  <a:cubicBezTo>
                    <a:pt x="12" y="19"/>
                    <a:pt x="10" y="20"/>
                    <a:pt x="7" y="20"/>
                  </a:cubicBezTo>
                  <a:cubicBezTo>
                    <a:pt x="5" y="20"/>
                    <a:pt x="2" y="19"/>
                    <a:pt x="0" y="18"/>
                  </a:cubicBezTo>
                  <a:cubicBezTo>
                    <a:pt x="2" y="22"/>
                    <a:pt x="10" y="24"/>
                    <a:pt x="14" y="23"/>
                  </a:cubicBezTo>
                  <a:cubicBezTo>
                    <a:pt x="19" y="21"/>
                    <a:pt x="24" y="17"/>
                    <a:pt x="29" y="14"/>
                  </a:cubicBezTo>
                  <a:cubicBezTo>
                    <a:pt x="34" y="12"/>
                    <a:pt x="39" y="12"/>
                    <a:pt x="44" y="9"/>
                  </a:cubicBezTo>
                  <a:cubicBezTo>
                    <a:pt x="47" y="8"/>
                    <a:pt x="53" y="3"/>
                    <a:pt x="56" y="7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4110" name="Freeform 446">
              <a:extLst>
                <a:ext uri="{FF2B5EF4-FFF2-40B4-BE49-F238E27FC236}">
                  <a16:creationId xmlns:a16="http://schemas.microsoft.com/office/drawing/2014/main" id="{DA508E71-82F0-4A6B-B73E-2741CA60A127}"/>
                </a:ext>
              </a:extLst>
            </p:cNvPr>
            <p:cNvSpPr>
              <a:spLocks/>
            </p:cNvSpPr>
            <p:nvPr/>
          </p:nvSpPr>
          <p:spPr bwMode="auto">
            <a:xfrm>
              <a:off x="666" y="633"/>
              <a:ext cx="25" cy="6"/>
            </a:xfrm>
            <a:custGeom>
              <a:avLst/>
              <a:gdLst>
                <a:gd name="T0" fmla="*/ 1 w 39"/>
                <a:gd name="T1" fmla="*/ 1 h 10"/>
                <a:gd name="T2" fmla="*/ 6 w 39"/>
                <a:gd name="T3" fmla="*/ 1 h 10"/>
                <a:gd name="T4" fmla="*/ 8 w 39"/>
                <a:gd name="T5" fmla="*/ 1 h 10"/>
                <a:gd name="T6" fmla="*/ 10 w 39"/>
                <a:gd name="T7" fmla="*/ 1 h 10"/>
                <a:gd name="T8" fmla="*/ 10 w 39"/>
                <a:gd name="T9" fmla="*/ 2 h 10"/>
                <a:gd name="T10" fmla="*/ 8 w 39"/>
                <a:gd name="T11" fmla="*/ 1 h 10"/>
                <a:gd name="T12" fmla="*/ 5 w 39"/>
                <a:gd name="T13" fmla="*/ 1 h 10"/>
                <a:gd name="T14" fmla="*/ 0 w 39"/>
                <a:gd name="T15" fmla="*/ 1 h 1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39"/>
                <a:gd name="T25" fmla="*/ 0 h 10"/>
                <a:gd name="T26" fmla="*/ 39 w 39"/>
                <a:gd name="T27" fmla="*/ 10 h 10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39" h="10">
                  <a:moveTo>
                    <a:pt x="3" y="2"/>
                  </a:moveTo>
                  <a:cubicBezTo>
                    <a:pt x="8" y="0"/>
                    <a:pt x="17" y="2"/>
                    <a:pt x="22" y="3"/>
                  </a:cubicBezTo>
                  <a:cubicBezTo>
                    <a:pt x="25" y="3"/>
                    <a:pt x="28" y="4"/>
                    <a:pt x="31" y="4"/>
                  </a:cubicBezTo>
                  <a:cubicBezTo>
                    <a:pt x="34" y="4"/>
                    <a:pt x="36" y="3"/>
                    <a:pt x="39" y="2"/>
                  </a:cubicBezTo>
                  <a:cubicBezTo>
                    <a:pt x="37" y="5"/>
                    <a:pt x="36" y="7"/>
                    <a:pt x="36" y="10"/>
                  </a:cubicBezTo>
                  <a:cubicBezTo>
                    <a:pt x="35" y="6"/>
                    <a:pt x="32" y="6"/>
                    <a:pt x="28" y="6"/>
                  </a:cubicBezTo>
                  <a:cubicBezTo>
                    <a:pt x="25" y="5"/>
                    <a:pt x="22" y="5"/>
                    <a:pt x="19" y="4"/>
                  </a:cubicBezTo>
                  <a:cubicBezTo>
                    <a:pt x="12" y="4"/>
                    <a:pt x="6" y="3"/>
                    <a:pt x="0" y="1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4111" name="Freeform 447">
              <a:extLst>
                <a:ext uri="{FF2B5EF4-FFF2-40B4-BE49-F238E27FC236}">
                  <a16:creationId xmlns:a16="http://schemas.microsoft.com/office/drawing/2014/main" id="{63562DA5-733B-4C72-8E21-8D0BAAFF2254}"/>
                </a:ext>
              </a:extLst>
            </p:cNvPr>
            <p:cNvSpPr>
              <a:spLocks/>
            </p:cNvSpPr>
            <p:nvPr/>
          </p:nvSpPr>
          <p:spPr bwMode="auto">
            <a:xfrm>
              <a:off x="667" y="636"/>
              <a:ext cx="21" cy="16"/>
            </a:xfrm>
            <a:custGeom>
              <a:avLst/>
              <a:gdLst>
                <a:gd name="T0" fmla="*/ 1 w 32"/>
                <a:gd name="T1" fmla="*/ 0 h 24"/>
                <a:gd name="T2" fmla="*/ 9 w 32"/>
                <a:gd name="T3" fmla="*/ 6 h 24"/>
                <a:gd name="T4" fmla="*/ 8 w 32"/>
                <a:gd name="T5" fmla="*/ 7 h 24"/>
                <a:gd name="T6" fmla="*/ 6 w 32"/>
                <a:gd name="T7" fmla="*/ 6 h 24"/>
                <a:gd name="T8" fmla="*/ 3 w 32"/>
                <a:gd name="T9" fmla="*/ 4 h 24"/>
                <a:gd name="T10" fmla="*/ 1 w 32"/>
                <a:gd name="T11" fmla="*/ 2 h 24"/>
                <a:gd name="T12" fmla="*/ 0 w 32"/>
                <a:gd name="T13" fmla="*/ 1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32"/>
                <a:gd name="T22" fmla="*/ 0 h 24"/>
                <a:gd name="T23" fmla="*/ 32 w 32"/>
                <a:gd name="T24" fmla="*/ 24 h 24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32" h="24">
                  <a:moveTo>
                    <a:pt x="1" y="0"/>
                  </a:moveTo>
                  <a:cubicBezTo>
                    <a:pt x="9" y="10"/>
                    <a:pt x="22" y="14"/>
                    <a:pt x="32" y="21"/>
                  </a:cubicBezTo>
                  <a:cubicBezTo>
                    <a:pt x="30" y="22"/>
                    <a:pt x="29" y="23"/>
                    <a:pt x="28" y="24"/>
                  </a:cubicBezTo>
                  <a:cubicBezTo>
                    <a:pt x="26" y="22"/>
                    <a:pt x="23" y="21"/>
                    <a:pt x="21" y="20"/>
                  </a:cubicBezTo>
                  <a:cubicBezTo>
                    <a:pt x="18" y="18"/>
                    <a:pt x="15" y="15"/>
                    <a:pt x="12" y="13"/>
                  </a:cubicBezTo>
                  <a:cubicBezTo>
                    <a:pt x="10" y="11"/>
                    <a:pt x="7" y="9"/>
                    <a:pt x="5" y="7"/>
                  </a:cubicBezTo>
                  <a:cubicBezTo>
                    <a:pt x="3" y="6"/>
                    <a:pt x="2" y="3"/>
                    <a:pt x="0" y="2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4112" name="Freeform 448">
              <a:extLst>
                <a:ext uri="{FF2B5EF4-FFF2-40B4-BE49-F238E27FC236}">
                  <a16:creationId xmlns:a16="http://schemas.microsoft.com/office/drawing/2014/main" id="{AF96EB09-37BD-44F8-A7FF-1DB2544AEB6B}"/>
                </a:ext>
              </a:extLst>
            </p:cNvPr>
            <p:cNvSpPr>
              <a:spLocks/>
            </p:cNvSpPr>
            <p:nvPr/>
          </p:nvSpPr>
          <p:spPr bwMode="auto">
            <a:xfrm>
              <a:off x="640" y="504"/>
              <a:ext cx="23" cy="18"/>
            </a:xfrm>
            <a:custGeom>
              <a:avLst/>
              <a:gdLst>
                <a:gd name="T0" fmla="*/ 0 w 36"/>
                <a:gd name="T1" fmla="*/ 3 h 29"/>
                <a:gd name="T2" fmla="*/ 6 w 36"/>
                <a:gd name="T3" fmla="*/ 1 h 29"/>
                <a:gd name="T4" fmla="*/ 10 w 36"/>
                <a:gd name="T5" fmla="*/ 0 h 29"/>
                <a:gd name="T6" fmla="*/ 8 w 36"/>
                <a:gd name="T7" fmla="*/ 7 h 29"/>
                <a:gd name="T8" fmla="*/ 0 w 36"/>
                <a:gd name="T9" fmla="*/ 3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6"/>
                <a:gd name="T16" fmla="*/ 0 h 29"/>
                <a:gd name="T17" fmla="*/ 36 w 36"/>
                <a:gd name="T18" fmla="*/ 29 h 2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6" h="29">
                  <a:moveTo>
                    <a:pt x="0" y="13"/>
                  </a:moveTo>
                  <a:cubicBezTo>
                    <a:pt x="0" y="13"/>
                    <a:pt x="17" y="3"/>
                    <a:pt x="23" y="2"/>
                  </a:cubicBezTo>
                  <a:cubicBezTo>
                    <a:pt x="29" y="2"/>
                    <a:pt x="36" y="0"/>
                    <a:pt x="36" y="0"/>
                  </a:cubicBezTo>
                  <a:cubicBezTo>
                    <a:pt x="29" y="29"/>
                    <a:pt x="29" y="29"/>
                    <a:pt x="29" y="29"/>
                  </a:cubicBezTo>
                  <a:cubicBezTo>
                    <a:pt x="29" y="29"/>
                    <a:pt x="1" y="16"/>
                    <a:pt x="0" y="1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4113" name="Freeform 449">
              <a:extLst>
                <a:ext uri="{FF2B5EF4-FFF2-40B4-BE49-F238E27FC236}">
                  <a16:creationId xmlns:a16="http://schemas.microsoft.com/office/drawing/2014/main" id="{81249777-A5D9-4555-883D-42182B1B55CC}"/>
                </a:ext>
              </a:extLst>
            </p:cNvPr>
            <p:cNvSpPr>
              <a:spLocks/>
            </p:cNvSpPr>
            <p:nvPr/>
          </p:nvSpPr>
          <p:spPr bwMode="auto">
            <a:xfrm>
              <a:off x="654" y="504"/>
              <a:ext cx="14" cy="19"/>
            </a:xfrm>
            <a:custGeom>
              <a:avLst/>
              <a:gdLst>
                <a:gd name="T0" fmla="*/ 4 w 22"/>
                <a:gd name="T1" fmla="*/ 0 h 30"/>
                <a:gd name="T2" fmla="*/ 3 w 22"/>
                <a:gd name="T3" fmla="*/ 8 h 30"/>
                <a:gd name="T4" fmla="*/ 1 w 22"/>
                <a:gd name="T5" fmla="*/ 7 h 30"/>
                <a:gd name="T6" fmla="*/ 2 w 22"/>
                <a:gd name="T7" fmla="*/ 1 h 30"/>
                <a:gd name="T8" fmla="*/ 4 w 22"/>
                <a:gd name="T9" fmla="*/ 0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"/>
                <a:gd name="T16" fmla="*/ 0 h 30"/>
                <a:gd name="T17" fmla="*/ 22 w 22"/>
                <a:gd name="T18" fmla="*/ 30 h 3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" h="30">
                  <a:moveTo>
                    <a:pt x="16" y="0"/>
                  </a:moveTo>
                  <a:cubicBezTo>
                    <a:pt x="16" y="0"/>
                    <a:pt x="22" y="18"/>
                    <a:pt x="10" y="30"/>
                  </a:cubicBezTo>
                  <a:cubicBezTo>
                    <a:pt x="4" y="28"/>
                    <a:pt x="4" y="28"/>
                    <a:pt x="4" y="28"/>
                  </a:cubicBezTo>
                  <a:cubicBezTo>
                    <a:pt x="4" y="28"/>
                    <a:pt x="0" y="12"/>
                    <a:pt x="8" y="2"/>
                  </a:cubicBezTo>
                  <a:lnTo>
                    <a:pt x="16" y="0"/>
                  </a:lnTo>
                  <a:close/>
                </a:path>
              </a:pathLst>
            </a:custGeom>
            <a:solidFill>
              <a:srgbClr val="4B64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4114" name="Freeform 450">
              <a:extLst>
                <a:ext uri="{FF2B5EF4-FFF2-40B4-BE49-F238E27FC236}">
                  <a16:creationId xmlns:a16="http://schemas.microsoft.com/office/drawing/2014/main" id="{663BB2AD-508B-4EFA-B340-A03E42880948}"/>
                </a:ext>
              </a:extLst>
            </p:cNvPr>
            <p:cNvSpPr>
              <a:spLocks/>
            </p:cNvSpPr>
            <p:nvPr/>
          </p:nvSpPr>
          <p:spPr bwMode="auto">
            <a:xfrm>
              <a:off x="654" y="504"/>
              <a:ext cx="14" cy="19"/>
            </a:xfrm>
            <a:custGeom>
              <a:avLst/>
              <a:gdLst>
                <a:gd name="T0" fmla="*/ 4 w 22"/>
                <a:gd name="T1" fmla="*/ 0 h 30"/>
                <a:gd name="T2" fmla="*/ 3 w 22"/>
                <a:gd name="T3" fmla="*/ 8 h 30"/>
                <a:gd name="T4" fmla="*/ 1 w 22"/>
                <a:gd name="T5" fmla="*/ 7 h 30"/>
                <a:gd name="T6" fmla="*/ 2 w 22"/>
                <a:gd name="T7" fmla="*/ 1 h 30"/>
                <a:gd name="T8" fmla="*/ 4 w 22"/>
                <a:gd name="T9" fmla="*/ 0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"/>
                <a:gd name="T16" fmla="*/ 0 h 30"/>
                <a:gd name="T17" fmla="*/ 22 w 22"/>
                <a:gd name="T18" fmla="*/ 30 h 3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" h="30">
                  <a:moveTo>
                    <a:pt x="16" y="0"/>
                  </a:moveTo>
                  <a:cubicBezTo>
                    <a:pt x="16" y="0"/>
                    <a:pt x="22" y="18"/>
                    <a:pt x="10" y="30"/>
                  </a:cubicBezTo>
                  <a:cubicBezTo>
                    <a:pt x="4" y="28"/>
                    <a:pt x="4" y="28"/>
                    <a:pt x="4" y="28"/>
                  </a:cubicBezTo>
                  <a:cubicBezTo>
                    <a:pt x="4" y="28"/>
                    <a:pt x="0" y="12"/>
                    <a:pt x="8" y="2"/>
                  </a:cubicBezTo>
                  <a:lnTo>
                    <a:pt x="16" y="0"/>
                  </a:lnTo>
                  <a:close/>
                </a:path>
              </a:pathLst>
            </a:custGeom>
            <a:noFill/>
            <a:ln w="0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4115" name="Freeform 451">
              <a:extLst>
                <a:ext uri="{FF2B5EF4-FFF2-40B4-BE49-F238E27FC236}">
                  <a16:creationId xmlns:a16="http://schemas.microsoft.com/office/drawing/2014/main" id="{0622E2AA-EC87-4967-B2F5-0174531748B5}"/>
                </a:ext>
              </a:extLst>
            </p:cNvPr>
            <p:cNvSpPr>
              <a:spLocks/>
            </p:cNvSpPr>
            <p:nvPr/>
          </p:nvSpPr>
          <p:spPr bwMode="auto">
            <a:xfrm>
              <a:off x="658" y="499"/>
              <a:ext cx="20" cy="7"/>
            </a:xfrm>
            <a:custGeom>
              <a:avLst/>
              <a:gdLst>
                <a:gd name="T0" fmla="*/ 3 w 30"/>
                <a:gd name="T1" fmla="*/ 2 h 10"/>
                <a:gd name="T2" fmla="*/ 9 w 30"/>
                <a:gd name="T3" fmla="*/ 0 h 10"/>
                <a:gd name="T4" fmla="*/ 5 w 30"/>
                <a:gd name="T5" fmla="*/ 3 h 10"/>
                <a:gd name="T6" fmla="*/ 0 w 30"/>
                <a:gd name="T7" fmla="*/ 3 h 10"/>
                <a:gd name="T8" fmla="*/ 3 w 30"/>
                <a:gd name="T9" fmla="*/ 2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"/>
                <a:gd name="T16" fmla="*/ 0 h 10"/>
                <a:gd name="T17" fmla="*/ 30 w 30"/>
                <a:gd name="T18" fmla="*/ 10 h 1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" h="10">
                  <a:moveTo>
                    <a:pt x="12" y="5"/>
                  </a:moveTo>
                  <a:cubicBezTo>
                    <a:pt x="18" y="5"/>
                    <a:pt x="25" y="4"/>
                    <a:pt x="30" y="0"/>
                  </a:cubicBezTo>
                  <a:cubicBezTo>
                    <a:pt x="27" y="5"/>
                    <a:pt x="22" y="8"/>
                    <a:pt x="16" y="9"/>
                  </a:cubicBezTo>
                  <a:cubicBezTo>
                    <a:pt x="12" y="9"/>
                    <a:pt x="2" y="10"/>
                    <a:pt x="0" y="9"/>
                  </a:cubicBezTo>
                  <a:cubicBezTo>
                    <a:pt x="4" y="8"/>
                    <a:pt x="8" y="6"/>
                    <a:pt x="12" y="6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4116" name="Freeform 452">
              <a:extLst>
                <a:ext uri="{FF2B5EF4-FFF2-40B4-BE49-F238E27FC236}">
                  <a16:creationId xmlns:a16="http://schemas.microsoft.com/office/drawing/2014/main" id="{9A510701-A712-406E-8ED5-8D03AF846207}"/>
                </a:ext>
              </a:extLst>
            </p:cNvPr>
            <p:cNvSpPr>
              <a:spLocks/>
            </p:cNvSpPr>
            <p:nvPr/>
          </p:nvSpPr>
          <p:spPr bwMode="auto">
            <a:xfrm>
              <a:off x="661" y="508"/>
              <a:ext cx="4" cy="14"/>
            </a:xfrm>
            <a:custGeom>
              <a:avLst/>
              <a:gdLst>
                <a:gd name="T0" fmla="*/ 1 w 6"/>
                <a:gd name="T1" fmla="*/ 2 h 21"/>
                <a:gd name="T2" fmla="*/ 1 w 6"/>
                <a:gd name="T3" fmla="*/ 0 h 21"/>
                <a:gd name="T4" fmla="*/ 1 w 6"/>
                <a:gd name="T5" fmla="*/ 4 h 21"/>
                <a:gd name="T6" fmla="*/ 2 w 6"/>
                <a:gd name="T7" fmla="*/ 1 h 21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6"/>
                <a:gd name="T13" fmla="*/ 0 h 21"/>
                <a:gd name="T14" fmla="*/ 6 w 6"/>
                <a:gd name="T15" fmla="*/ 21 h 21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6" h="21">
                  <a:moveTo>
                    <a:pt x="5" y="6"/>
                  </a:moveTo>
                  <a:cubicBezTo>
                    <a:pt x="5" y="4"/>
                    <a:pt x="5" y="2"/>
                    <a:pt x="4" y="0"/>
                  </a:cubicBezTo>
                  <a:cubicBezTo>
                    <a:pt x="1" y="0"/>
                    <a:pt x="0" y="11"/>
                    <a:pt x="1" y="13"/>
                  </a:cubicBezTo>
                  <a:cubicBezTo>
                    <a:pt x="2" y="21"/>
                    <a:pt x="5" y="8"/>
                    <a:pt x="6" y="5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4117" name="Freeform 453">
              <a:extLst>
                <a:ext uri="{FF2B5EF4-FFF2-40B4-BE49-F238E27FC236}">
                  <a16:creationId xmlns:a16="http://schemas.microsoft.com/office/drawing/2014/main" id="{903ED2A1-4D54-443A-B723-94DF7EC494BA}"/>
                </a:ext>
              </a:extLst>
            </p:cNvPr>
            <p:cNvSpPr>
              <a:spLocks/>
            </p:cNvSpPr>
            <p:nvPr/>
          </p:nvSpPr>
          <p:spPr bwMode="auto">
            <a:xfrm>
              <a:off x="660" y="522"/>
              <a:ext cx="5" cy="7"/>
            </a:xfrm>
            <a:custGeom>
              <a:avLst/>
              <a:gdLst>
                <a:gd name="T0" fmla="*/ 1 w 9"/>
                <a:gd name="T1" fmla="*/ 0 h 11"/>
                <a:gd name="T2" fmla="*/ 1 w 9"/>
                <a:gd name="T3" fmla="*/ 3 h 11"/>
                <a:gd name="T4" fmla="*/ 1 w 9"/>
                <a:gd name="T5" fmla="*/ 1 h 11"/>
                <a:gd name="T6" fmla="*/ 0 w 9"/>
                <a:gd name="T7" fmla="*/ 1 h 11"/>
                <a:gd name="T8" fmla="*/ 1 w 9"/>
                <a:gd name="T9" fmla="*/ 1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"/>
                <a:gd name="T16" fmla="*/ 0 h 11"/>
                <a:gd name="T17" fmla="*/ 9 w 9"/>
                <a:gd name="T18" fmla="*/ 11 h 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" h="11">
                  <a:moveTo>
                    <a:pt x="4" y="0"/>
                  </a:moveTo>
                  <a:cubicBezTo>
                    <a:pt x="6" y="0"/>
                    <a:pt x="9" y="6"/>
                    <a:pt x="7" y="11"/>
                  </a:cubicBezTo>
                  <a:cubicBezTo>
                    <a:pt x="7" y="7"/>
                    <a:pt x="4" y="3"/>
                    <a:pt x="1" y="2"/>
                  </a:cubicBezTo>
                  <a:cubicBezTo>
                    <a:pt x="0" y="2"/>
                    <a:pt x="0" y="1"/>
                    <a:pt x="0" y="1"/>
                  </a:cubicBezTo>
                  <a:cubicBezTo>
                    <a:pt x="1" y="0"/>
                    <a:pt x="1" y="1"/>
                    <a:pt x="1" y="1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4118" name="Freeform 454">
              <a:extLst>
                <a:ext uri="{FF2B5EF4-FFF2-40B4-BE49-F238E27FC236}">
                  <a16:creationId xmlns:a16="http://schemas.microsoft.com/office/drawing/2014/main" id="{7110AE57-C9DC-4CAC-8C52-D404B43BE336}"/>
                </a:ext>
              </a:extLst>
            </p:cNvPr>
            <p:cNvSpPr>
              <a:spLocks/>
            </p:cNvSpPr>
            <p:nvPr/>
          </p:nvSpPr>
          <p:spPr bwMode="auto">
            <a:xfrm>
              <a:off x="640" y="502"/>
              <a:ext cx="28" cy="22"/>
            </a:xfrm>
            <a:custGeom>
              <a:avLst/>
              <a:gdLst>
                <a:gd name="T0" fmla="*/ 12 w 43"/>
                <a:gd name="T1" fmla="*/ 0 h 34"/>
                <a:gd name="T2" fmla="*/ 6 w 43"/>
                <a:gd name="T3" fmla="*/ 2 h 34"/>
                <a:gd name="T4" fmla="*/ 0 w 43"/>
                <a:gd name="T5" fmla="*/ 5 h 34"/>
                <a:gd name="T6" fmla="*/ 9 w 43"/>
                <a:gd name="T7" fmla="*/ 9 h 34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43"/>
                <a:gd name="T13" fmla="*/ 0 h 34"/>
                <a:gd name="T14" fmla="*/ 43 w 43"/>
                <a:gd name="T15" fmla="*/ 34 h 34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43" h="34">
                  <a:moveTo>
                    <a:pt x="43" y="0"/>
                  </a:moveTo>
                  <a:cubicBezTo>
                    <a:pt x="43" y="0"/>
                    <a:pt x="29" y="5"/>
                    <a:pt x="21" y="6"/>
                  </a:cubicBezTo>
                  <a:cubicBezTo>
                    <a:pt x="13" y="7"/>
                    <a:pt x="0" y="17"/>
                    <a:pt x="0" y="17"/>
                  </a:cubicBezTo>
                  <a:cubicBezTo>
                    <a:pt x="0" y="17"/>
                    <a:pt x="21" y="32"/>
                    <a:pt x="33" y="34"/>
                  </a:cubicBezTo>
                </a:path>
              </a:pathLst>
            </a:custGeom>
            <a:noFill/>
            <a:ln w="1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4119" name="Freeform 455">
              <a:extLst>
                <a:ext uri="{FF2B5EF4-FFF2-40B4-BE49-F238E27FC236}">
                  <a16:creationId xmlns:a16="http://schemas.microsoft.com/office/drawing/2014/main" id="{8C32310F-3BDD-4296-8690-BD184A281524}"/>
                </a:ext>
              </a:extLst>
            </p:cNvPr>
            <p:cNvSpPr>
              <a:spLocks/>
            </p:cNvSpPr>
            <p:nvPr/>
          </p:nvSpPr>
          <p:spPr bwMode="auto">
            <a:xfrm>
              <a:off x="656" y="505"/>
              <a:ext cx="9" cy="9"/>
            </a:xfrm>
            <a:custGeom>
              <a:avLst/>
              <a:gdLst>
                <a:gd name="T0" fmla="*/ 3 w 14"/>
                <a:gd name="T1" fmla="*/ 1 h 14"/>
                <a:gd name="T2" fmla="*/ 3 w 14"/>
                <a:gd name="T3" fmla="*/ 3 h 14"/>
                <a:gd name="T4" fmla="*/ 2 w 14"/>
                <a:gd name="T5" fmla="*/ 3 h 14"/>
                <a:gd name="T6" fmla="*/ 1 w 14"/>
                <a:gd name="T7" fmla="*/ 3 h 14"/>
                <a:gd name="T8" fmla="*/ 1 w 14"/>
                <a:gd name="T9" fmla="*/ 1 h 14"/>
                <a:gd name="T10" fmla="*/ 4 w 14"/>
                <a:gd name="T11" fmla="*/ 1 h 14"/>
                <a:gd name="T12" fmla="*/ 4 w 14"/>
                <a:gd name="T13" fmla="*/ 1 h 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4"/>
                <a:gd name="T22" fmla="*/ 0 h 14"/>
                <a:gd name="T23" fmla="*/ 14 w 14"/>
                <a:gd name="T24" fmla="*/ 14 h 14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4" h="14">
                  <a:moveTo>
                    <a:pt x="13" y="5"/>
                  </a:moveTo>
                  <a:cubicBezTo>
                    <a:pt x="10" y="3"/>
                    <a:pt x="9" y="8"/>
                    <a:pt x="9" y="11"/>
                  </a:cubicBezTo>
                  <a:cubicBezTo>
                    <a:pt x="8" y="13"/>
                    <a:pt x="8" y="13"/>
                    <a:pt x="6" y="13"/>
                  </a:cubicBezTo>
                  <a:cubicBezTo>
                    <a:pt x="4" y="14"/>
                    <a:pt x="2" y="13"/>
                    <a:pt x="1" y="12"/>
                  </a:cubicBezTo>
                  <a:cubicBezTo>
                    <a:pt x="0" y="9"/>
                    <a:pt x="3" y="5"/>
                    <a:pt x="5" y="3"/>
                  </a:cubicBezTo>
                  <a:cubicBezTo>
                    <a:pt x="7" y="1"/>
                    <a:pt x="13" y="0"/>
                    <a:pt x="14" y="4"/>
                  </a:cubicBezTo>
                  <a:cubicBezTo>
                    <a:pt x="14" y="4"/>
                    <a:pt x="14" y="4"/>
                    <a:pt x="14" y="5"/>
                  </a:cubicBezTo>
                </a:path>
              </a:pathLst>
            </a:custGeom>
            <a:solidFill>
              <a:srgbClr val="213D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4120" name="Freeform 456">
              <a:extLst>
                <a:ext uri="{FF2B5EF4-FFF2-40B4-BE49-F238E27FC236}">
                  <a16:creationId xmlns:a16="http://schemas.microsoft.com/office/drawing/2014/main" id="{8DC02760-BFDE-4881-B138-6A52489BFD26}"/>
                </a:ext>
              </a:extLst>
            </p:cNvPr>
            <p:cNvSpPr>
              <a:spLocks/>
            </p:cNvSpPr>
            <p:nvPr/>
          </p:nvSpPr>
          <p:spPr bwMode="auto">
            <a:xfrm>
              <a:off x="656" y="515"/>
              <a:ext cx="7" cy="6"/>
            </a:xfrm>
            <a:custGeom>
              <a:avLst/>
              <a:gdLst>
                <a:gd name="T0" fmla="*/ 1 w 12"/>
                <a:gd name="T1" fmla="*/ 1 h 10"/>
                <a:gd name="T2" fmla="*/ 1 w 12"/>
                <a:gd name="T3" fmla="*/ 2 h 10"/>
                <a:gd name="T4" fmla="*/ 1 w 12"/>
                <a:gd name="T5" fmla="*/ 1 h 10"/>
                <a:gd name="T6" fmla="*/ 0 60000 65536"/>
                <a:gd name="T7" fmla="*/ 0 60000 65536"/>
                <a:gd name="T8" fmla="*/ 0 60000 65536"/>
                <a:gd name="T9" fmla="*/ 0 w 12"/>
                <a:gd name="T10" fmla="*/ 0 h 10"/>
                <a:gd name="T11" fmla="*/ 12 w 12"/>
                <a:gd name="T12" fmla="*/ 10 h 1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2" h="10">
                  <a:moveTo>
                    <a:pt x="7" y="1"/>
                  </a:moveTo>
                  <a:cubicBezTo>
                    <a:pt x="5" y="3"/>
                    <a:pt x="12" y="7"/>
                    <a:pt x="6" y="9"/>
                  </a:cubicBezTo>
                  <a:cubicBezTo>
                    <a:pt x="2" y="10"/>
                    <a:pt x="0" y="0"/>
                    <a:pt x="5" y="1"/>
                  </a:cubicBezTo>
                </a:path>
              </a:pathLst>
            </a:custGeom>
            <a:solidFill>
              <a:srgbClr val="85A3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4121" name="Oval 457">
              <a:extLst>
                <a:ext uri="{FF2B5EF4-FFF2-40B4-BE49-F238E27FC236}">
                  <a16:creationId xmlns:a16="http://schemas.microsoft.com/office/drawing/2014/main" id="{145E0CAE-D0AB-4006-BC3E-3984E977A6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0" y="511"/>
              <a:ext cx="3" cy="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latin typeface="Calibri" panose="020F0502020204030204" pitchFamily="34" charset="0"/>
              </a:endParaRPr>
            </a:p>
          </p:txBody>
        </p:sp>
        <p:sp>
          <p:nvSpPr>
            <p:cNvPr id="44122" name="Freeform 458">
              <a:extLst>
                <a:ext uri="{FF2B5EF4-FFF2-40B4-BE49-F238E27FC236}">
                  <a16:creationId xmlns:a16="http://schemas.microsoft.com/office/drawing/2014/main" id="{B516FD9C-A09D-4671-8E79-A30622278F4A}"/>
                </a:ext>
              </a:extLst>
            </p:cNvPr>
            <p:cNvSpPr>
              <a:spLocks/>
            </p:cNvSpPr>
            <p:nvPr/>
          </p:nvSpPr>
          <p:spPr bwMode="auto">
            <a:xfrm>
              <a:off x="805" y="1020"/>
              <a:ext cx="27" cy="68"/>
            </a:xfrm>
            <a:custGeom>
              <a:avLst/>
              <a:gdLst>
                <a:gd name="T0" fmla="*/ 5 w 41"/>
                <a:gd name="T1" fmla="*/ 4 h 105"/>
                <a:gd name="T2" fmla="*/ 0 w 41"/>
                <a:gd name="T3" fmla="*/ 11 h 105"/>
                <a:gd name="T4" fmla="*/ 2 w 41"/>
                <a:gd name="T5" fmla="*/ 23 h 105"/>
                <a:gd name="T6" fmla="*/ 5 w 41"/>
                <a:gd name="T7" fmla="*/ 27 h 105"/>
                <a:gd name="T8" fmla="*/ 7 w 41"/>
                <a:gd name="T9" fmla="*/ 25 h 105"/>
                <a:gd name="T10" fmla="*/ 11 w 41"/>
                <a:gd name="T11" fmla="*/ 16 h 105"/>
                <a:gd name="T12" fmla="*/ 9 w 41"/>
                <a:gd name="T13" fmla="*/ 10 h 105"/>
                <a:gd name="T14" fmla="*/ 5 w 41"/>
                <a:gd name="T15" fmla="*/ 4 h 10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41"/>
                <a:gd name="T25" fmla="*/ 0 h 105"/>
                <a:gd name="T26" fmla="*/ 41 w 41"/>
                <a:gd name="T27" fmla="*/ 105 h 105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41" h="105">
                  <a:moveTo>
                    <a:pt x="16" y="14"/>
                  </a:moveTo>
                  <a:cubicBezTo>
                    <a:pt x="1" y="0"/>
                    <a:pt x="0" y="31"/>
                    <a:pt x="0" y="40"/>
                  </a:cubicBezTo>
                  <a:cubicBezTo>
                    <a:pt x="0" y="55"/>
                    <a:pt x="1" y="70"/>
                    <a:pt x="6" y="84"/>
                  </a:cubicBezTo>
                  <a:cubicBezTo>
                    <a:pt x="8" y="89"/>
                    <a:pt x="12" y="97"/>
                    <a:pt x="16" y="100"/>
                  </a:cubicBezTo>
                  <a:cubicBezTo>
                    <a:pt x="23" y="105"/>
                    <a:pt x="23" y="99"/>
                    <a:pt x="25" y="92"/>
                  </a:cubicBezTo>
                  <a:cubicBezTo>
                    <a:pt x="29" y="80"/>
                    <a:pt x="39" y="70"/>
                    <a:pt x="40" y="57"/>
                  </a:cubicBezTo>
                  <a:cubicBezTo>
                    <a:pt x="41" y="47"/>
                    <a:pt x="35" y="43"/>
                    <a:pt x="30" y="36"/>
                  </a:cubicBezTo>
                  <a:cubicBezTo>
                    <a:pt x="24" y="30"/>
                    <a:pt x="21" y="22"/>
                    <a:pt x="17" y="15"/>
                  </a:cubicBezTo>
                </a:path>
              </a:pathLst>
            </a:custGeom>
            <a:solidFill>
              <a:srgbClr val="F9CB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4123" name="Freeform 459">
              <a:extLst>
                <a:ext uri="{FF2B5EF4-FFF2-40B4-BE49-F238E27FC236}">
                  <a16:creationId xmlns:a16="http://schemas.microsoft.com/office/drawing/2014/main" id="{769C7779-8A25-4142-A6C4-61031DA9B022}"/>
                </a:ext>
              </a:extLst>
            </p:cNvPr>
            <p:cNvSpPr>
              <a:spLocks/>
            </p:cNvSpPr>
            <p:nvPr/>
          </p:nvSpPr>
          <p:spPr bwMode="auto">
            <a:xfrm>
              <a:off x="799" y="1020"/>
              <a:ext cx="15" cy="68"/>
            </a:xfrm>
            <a:custGeom>
              <a:avLst/>
              <a:gdLst>
                <a:gd name="T0" fmla="*/ 6 w 24"/>
                <a:gd name="T1" fmla="*/ 2 h 105"/>
                <a:gd name="T2" fmla="*/ 1 w 24"/>
                <a:gd name="T3" fmla="*/ 12 h 105"/>
                <a:gd name="T4" fmla="*/ 6 w 24"/>
                <a:gd name="T5" fmla="*/ 28 h 105"/>
                <a:gd name="T6" fmla="*/ 0 60000 65536"/>
                <a:gd name="T7" fmla="*/ 0 60000 65536"/>
                <a:gd name="T8" fmla="*/ 0 60000 65536"/>
                <a:gd name="T9" fmla="*/ 0 w 24"/>
                <a:gd name="T10" fmla="*/ 0 h 105"/>
                <a:gd name="T11" fmla="*/ 24 w 24"/>
                <a:gd name="T12" fmla="*/ 105 h 105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4" h="105">
                  <a:moveTo>
                    <a:pt x="24" y="6"/>
                  </a:moveTo>
                  <a:cubicBezTo>
                    <a:pt x="24" y="6"/>
                    <a:pt x="0" y="0"/>
                    <a:pt x="2" y="45"/>
                  </a:cubicBezTo>
                  <a:cubicBezTo>
                    <a:pt x="5" y="89"/>
                    <a:pt x="17" y="101"/>
                    <a:pt x="22" y="105"/>
                  </a:cubicBezTo>
                </a:path>
              </a:pathLst>
            </a:custGeom>
            <a:noFill/>
            <a:ln w="1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4124" name="Freeform 460">
              <a:extLst>
                <a:ext uri="{FF2B5EF4-FFF2-40B4-BE49-F238E27FC236}">
                  <a16:creationId xmlns:a16="http://schemas.microsoft.com/office/drawing/2014/main" id="{CC45EEF0-9E38-4C8F-8112-F84371AA11A4}"/>
                </a:ext>
              </a:extLst>
            </p:cNvPr>
            <p:cNvSpPr>
              <a:spLocks/>
            </p:cNvSpPr>
            <p:nvPr/>
          </p:nvSpPr>
          <p:spPr bwMode="auto">
            <a:xfrm>
              <a:off x="816" y="1049"/>
              <a:ext cx="7" cy="15"/>
            </a:xfrm>
            <a:custGeom>
              <a:avLst/>
              <a:gdLst>
                <a:gd name="T0" fmla="*/ 4 w 10"/>
                <a:gd name="T1" fmla="*/ 0 h 22"/>
                <a:gd name="T2" fmla="*/ 3 w 10"/>
                <a:gd name="T3" fmla="*/ 7 h 22"/>
                <a:gd name="T4" fmla="*/ 0 60000 65536"/>
                <a:gd name="T5" fmla="*/ 0 60000 65536"/>
                <a:gd name="T6" fmla="*/ 0 w 10"/>
                <a:gd name="T7" fmla="*/ 0 h 22"/>
                <a:gd name="T8" fmla="*/ 10 w 10"/>
                <a:gd name="T9" fmla="*/ 22 h 22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0" h="22">
                  <a:moveTo>
                    <a:pt x="10" y="0"/>
                  </a:moveTo>
                  <a:cubicBezTo>
                    <a:pt x="10" y="0"/>
                    <a:pt x="0" y="12"/>
                    <a:pt x="8" y="22"/>
                  </a:cubicBezTo>
                </a:path>
              </a:pathLst>
            </a:custGeom>
            <a:noFill/>
            <a:ln w="1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4125" name="Freeform 461">
              <a:extLst>
                <a:ext uri="{FF2B5EF4-FFF2-40B4-BE49-F238E27FC236}">
                  <a16:creationId xmlns:a16="http://schemas.microsoft.com/office/drawing/2014/main" id="{BF1C7EAC-356A-4EC9-B8F9-9349661E729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" y="363"/>
              <a:ext cx="33" cy="60"/>
            </a:xfrm>
            <a:custGeom>
              <a:avLst/>
              <a:gdLst>
                <a:gd name="T0" fmla="*/ 0 w 51"/>
                <a:gd name="T1" fmla="*/ 25 h 93"/>
                <a:gd name="T2" fmla="*/ 5 w 51"/>
                <a:gd name="T3" fmla="*/ 12 h 93"/>
                <a:gd name="T4" fmla="*/ 9 w 51"/>
                <a:gd name="T5" fmla="*/ 5 h 93"/>
                <a:gd name="T6" fmla="*/ 14 w 51"/>
                <a:gd name="T7" fmla="*/ 0 h 93"/>
                <a:gd name="T8" fmla="*/ 10 w 51"/>
                <a:gd name="T9" fmla="*/ 6 h 93"/>
                <a:gd name="T10" fmla="*/ 5 w 51"/>
                <a:gd name="T11" fmla="*/ 15 h 93"/>
                <a:gd name="T12" fmla="*/ 1 w 51"/>
                <a:gd name="T13" fmla="*/ 23 h 9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51"/>
                <a:gd name="T22" fmla="*/ 0 h 93"/>
                <a:gd name="T23" fmla="*/ 51 w 51"/>
                <a:gd name="T24" fmla="*/ 93 h 93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51" h="93">
                  <a:moveTo>
                    <a:pt x="0" y="93"/>
                  </a:moveTo>
                  <a:cubicBezTo>
                    <a:pt x="4" y="77"/>
                    <a:pt x="11" y="60"/>
                    <a:pt x="19" y="46"/>
                  </a:cubicBezTo>
                  <a:cubicBezTo>
                    <a:pt x="23" y="37"/>
                    <a:pt x="28" y="28"/>
                    <a:pt x="34" y="19"/>
                  </a:cubicBezTo>
                  <a:cubicBezTo>
                    <a:pt x="38" y="12"/>
                    <a:pt x="46" y="7"/>
                    <a:pt x="51" y="0"/>
                  </a:cubicBezTo>
                  <a:cubicBezTo>
                    <a:pt x="48" y="8"/>
                    <a:pt x="41" y="16"/>
                    <a:pt x="37" y="24"/>
                  </a:cubicBezTo>
                  <a:cubicBezTo>
                    <a:pt x="31" y="34"/>
                    <a:pt x="27" y="46"/>
                    <a:pt x="20" y="55"/>
                  </a:cubicBezTo>
                  <a:cubicBezTo>
                    <a:pt x="13" y="65"/>
                    <a:pt x="6" y="75"/>
                    <a:pt x="1" y="86"/>
                  </a:cubicBezTo>
                </a:path>
              </a:pathLst>
            </a:custGeom>
            <a:solidFill>
              <a:srgbClr val="CC9A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4126" name="Freeform 462">
              <a:extLst>
                <a:ext uri="{FF2B5EF4-FFF2-40B4-BE49-F238E27FC236}">
                  <a16:creationId xmlns:a16="http://schemas.microsoft.com/office/drawing/2014/main" id="{CF4D23B2-046D-4E3B-AE44-CA2F2FD75A8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" y="360"/>
              <a:ext cx="47" cy="50"/>
            </a:xfrm>
            <a:custGeom>
              <a:avLst/>
              <a:gdLst>
                <a:gd name="T0" fmla="*/ 0 w 72"/>
                <a:gd name="T1" fmla="*/ 21 h 78"/>
                <a:gd name="T2" fmla="*/ 4 w 72"/>
                <a:gd name="T3" fmla="*/ 16 h 78"/>
                <a:gd name="T4" fmla="*/ 8 w 72"/>
                <a:gd name="T5" fmla="*/ 9 h 78"/>
                <a:gd name="T6" fmla="*/ 20 w 72"/>
                <a:gd name="T7" fmla="*/ 0 h 78"/>
                <a:gd name="T8" fmla="*/ 16 w 72"/>
                <a:gd name="T9" fmla="*/ 3 h 78"/>
                <a:gd name="T10" fmla="*/ 9 w 72"/>
                <a:gd name="T11" fmla="*/ 12 h 78"/>
                <a:gd name="T12" fmla="*/ 1 w 72"/>
                <a:gd name="T13" fmla="*/ 19 h 7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72"/>
                <a:gd name="T22" fmla="*/ 0 h 78"/>
                <a:gd name="T23" fmla="*/ 72 w 72"/>
                <a:gd name="T24" fmla="*/ 78 h 78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72" h="78">
                  <a:moveTo>
                    <a:pt x="0" y="78"/>
                  </a:moveTo>
                  <a:cubicBezTo>
                    <a:pt x="4" y="72"/>
                    <a:pt x="9" y="67"/>
                    <a:pt x="14" y="61"/>
                  </a:cubicBezTo>
                  <a:cubicBezTo>
                    <a:pt x="20" y="52"/>
                    <a:pt x="25" y="42"/>
                    <a:pt x="31" y="34"/>
                  </a:cubicBezTo>
                  <a:cubicBezTo>
                    <a:pt x="40" y="21"/>
                    <a:pt x="54" y="1"/>
                    <a:pt x="72" y="0"/>
                  </a:cubicBezTo>
                  <a:cubicBezTo>
                    <a:pt x="67" y="5"/>
                    <a:pt x="61" y="9"/>
                    <a:pt x="57" y="13"/>
                  </a:cubicBezTo>
                  <a:cubicBezTo>
                    <a:pt x="47" y="22"/>
                    <a:pt x="40" y="34"/>
                    <a:pt x="32" y="45"/>
                  </a:cubicBezTo>
                  <a:cubicBezTo>
                    <a:pt x="26" y="53"/>
                    <a:pt x="16" y="69"/>
                    <a:pt x="5" y="73"/>
                  </a:cubicBezTo>
                </a:path>
              </a:pathLst>
            </a:custGeom>
            <a:solidFill>
              <a:srgbClr val="CC9A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4127" name="Freeform 463">
              <a:extLst>
                <a:ext uri="{FF2B5EF4-FFF2-40B4-BE49-F238E27FC236}">
                  <a16:creationId xmlns:a16="http://schemas.microsoft.com/office/drawing/2014/main" id="{DBCFAB3F-EB6A-46E4-9C8C-95346A926E9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" y="415"/>
              <a:ext cx="76" cy="36"/>
            </a:xfrm>
            <a:custGeom>
              <a:avLst/>
              <a:gdLst>
                <a:gd name="T0" fmla="*/ 1 w 118"/>
                <a:gd name="T1" fmla="*/ 8 h 56"/>
                <a:gd name="T2" fmla="*/ 15 w 118"/>
                <a:gd name="T3" fmla="*/ 3 h 56"/>
                <a:gd name="T4" fmla="*/ 32 w 118"/>
                <a:gd name="T5" fmla="*/ 2 h 56"/>
                <a:gd name="T6" fmla="*/ 17 w 118"/>
                <a:gd name="T7" fmla="*/ 5 h 56"/>
                <a:gd name="T8" fmla="*/ 4 w 118"/>
                <a:gd name="T9" fmla="*/ 9 h 56"/>
                <a:gd name="T10" fmla="*/ 9 w 118"/>
                <a:gd name="T11" fmla="*/ 8 h 56"/>
                <a:gd name="T12" fmla="*/ 14 w 118"/>
                <a:gd name="T13" fmla="*/ 8 h 56"/>
                <a:gd name="T14" fmla="*/ 6 w 118"/>
                <a:gd name="T15" fmla="*/ 10 h 56"/>
                <a:gd name="T16" fmla="*/ 12 w 118"/>
                <a:gd name="T17" fmla="*/ 10 h 56"/>
                <a:gd name="T18" fmla="*/ 7 w 118"/>
                <a:gd name="T19" fmla="*/ 12 h 56"/>
                <a:gd name="T20" fmla="*/ 11 w 118"/>
                <a:gd name="T21" fmla="*/ 14 h 56"/>
                <a:gd name="T22" fmla="*/ 15 w 118"/>
                <a:gd name="T23" fmla="*/ 15 h 56"/>
                <a:gd name="T24" fmla="*/ 10 w 118"/>
                <a:gd name="T25" fmla="*/ 15 h 56"/>
                <a:gd name="T26" fmla="*/ 6 w 118"/>
                <a:gd name="T27" fmla="*/ 14 h 56"/>
                <a:gd name="T28" fmla="*/ 0 w 118"/>
                <a:gd name="T29" fmla="*/ 11 h 5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118"/>
                <a:gd name="T46" fmla="*/ 0 h 56"/>
                <a:gd name="T47" fmla="*/ 118 w 118"/>
                <a:gd name="T48" fmla="*/ 56 h 5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118" h="56">
                  <a:moveTo>
                    <a:pt x="3" y="31"/>
                  </a:moveTo>
                  <a:cubicBezTo>
                    <a:pt x="20" y="20"/>
                    <a:pt x="35" y="14"/>
                    <a:pt x="55" y="10"/>
                  </a:cubicBezTo>
                  <a:cubicBezTo>
                    <a:pt x="73" y="7"/>
                    <a:pt x="100" y="0"/>
                    <a:pt x="118" y="8"/>
                  </a:cubicBezTo>
                  <a:cubicBezTo>
                    <a:pt x="99" y="4"/>
                    <a:pt x="79" y="10"/>
                    <a:pt x="62" y="18"/>
                  </a:cubicBezTo>
                  <a:cubicBezTo>
                    <a:pt x="48" y="24"/>
                    <a:pt x="30" y="28"/>
                    <a:pt x="15" y="32"/>
                  </a:cubicBezTo>
                  <a:cubicBezTo>
                    <a:pt x="22" y="32"/>
                    <a:pt x="27" y="30"/>
                    <a:pt x="34" y="31"/>
                  </a:cubicBezTo>
                  <a:cubicBezTo>
                    <a:pt x="39" y="31"/>
                    <a:pt x="47" y="33"/>
                    <a:pt x="52" y="31"/>
                  </a:cubicBezTo>
                  <a:cubicBezTo>
                    <a:pt x="43" y="30"/>
                    <a:pt x="34" y="35"/>
                    <a:pt x="25" y="36"/>
                  </a:cubicBezTo>
                  <a:cubicBezTo>
                    <a:pt x="32" y="37"/>
                    <a:pt x="40" y="35"/>
                    <a:pt x="45" y="38"/>
                  </a:cubicBezTo>
                  <a:cubicBezTo>
                    <a:pt x="40" y="40"/>
                    <a:pt x="28" y="39"/>
                    <a:pt x="26" y="45"/>
                  </a:cubicBezTo>
                  <a:cubicBezTo>
                    <a:pt x="31" y="48"/>
                    <a:pt x="37" y="48"/>
                    <a:pt x="42" y="50"/>
                  </a:cubicBezTo>
                  <a:cubicBezTo>
                    <a:pt x="47" y="51"/>
                    <a:pt x="51" y="54"/>
                    <a:pt x="56" y="56"/>
                  </a:cubicBezTo>
                  <a:cubicBezTo>
                    <a:pt x="50" y="55"/>
                    <a:pt x="44" y="55"/>
                    <a:pt x="38" y="54"/>
                  </a:cubicBezTo>
                  <a:cubicBezTo>
                    <a:pt x="32" y="54"/>
                    <a:pt x="27" y="51"/>
                    <a:pt x="21" y="50"/>
                  </a:cubicBezTo>
                  <a:cubicBezTo>
                    <a:pt x="13" y="48"/>
                    <a:pt x="7" y="45"/>
                    <a:pt x="0" y="42"/>
                  </a:cubicBezTo>
                </a:path>
              </a:pathLst>
            </a:custGeom>
            <a:solidFill>
              <a:srgbClr val="CC9A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4128" name="Freeform 464">
              <a:extLst>
                <a:ext uri="{FF2B5EF4-FFF2-40B4-BE49-F238E27FC236}">
                  <a16:creationId xmlns:a16="http://schemas.microsoft.com/office/drawing/2014/main" id="{E0872443-4199-421D-A96F-B43462CAFB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" y="446"/>
              <a:ext cx="67" cy="36"/>
            </a:xfrm>
            <a:custGeom>
              <a:avLst/>
              <a:gdLst>
                <a:gd name="T0" fmla="*/ 1 w 104"/>
                <a:gd name="T1" fmla="*/ 0 h 56"/>
                <a:gd name="T2" fmla="*/ 12 w 104"/>
                <a:gd name="T3" fmla="*/ 5 h 56"/>
                <a:gd name="T4" fmla="*/ 22 w 104"/>
                <a:gd name="T5" fmla="*/ 5 h 56"/>
                <a:gd name="T6" fmla="*/ 28 w 104"/>
                <a:gd name="T7" fmla="*/ 6 h 56"/>
                <a:gd name="T8" fmla="*/ 15 w 104"/>
                <a:gd name="T9" fmla="*/ 6 h 56"/>
                <a:gd name="T10" fmla="*/ 23 w 104"/>
                <a:gd name="T11" fmla="*/ 9 h 56"/>
                <a:gd name="T12" fmla="*/ 9 w 104"/>
                <a:gd name="T13" fmla="*/ 6 h 56"/>
                <a:gd name="T14" fmla="*/ 5 w 104"/>
                <a:gd name="T15" fmla="*/ 5 h 56"/>
                <a:gd name="T16" fmla="*/ 10 w 104"/>
                <a:gd name="T17" fmla="*/ 10 h 56"/>
                <a:gd name="T18" fmla="*/ 18 w 104"/>
                <a:gd name="T19" fmla="*/ 15 h 56"/>
                <a:gd name="T20" fmla="*/ 12 w 104"/>
                <a:gd name="T21" fmla="*/ 12 h 56"/>
                <a:gd name="T22" fmla="*/ 15 w 104"/>
                <a:gd name="T23" fmla="*/ 15 h 56"/>
                <a:gd name="T24" fmla="*/ 0 w 104"/>
                <a:gd name="T25" fmla="*/ 3 h 5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104"/>
                <a:gd name="T40" fmla="*/ 0 h 56"/>
                <a:gd name="T41" fmla="*/ 104 w 104"/>
                <a:gd name="T42" fmla="*/ 56 h 5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104" h="56">
                  <a:moveTo>
                    <a:pt x="2" y="0"/>
                  </a:moveTo>
                  <a:cubicBezTo>
                    <a:pt x="16" y="9"/>
                    <a:pt x="27" y="17"/>
                    <a:pt x="43" y="18"/>
                  </a:cubicBezTo>
                  <a:cubicBezTo>
                    <a:pt x="57" y="18"/>
                    <a:pt x="69" y="17"/>
                    <a:pt x="82" y="20"/>
                  </a:cubicBezTo>
                  <a:cubicBezTo>
                    <a:pt x="89" y="21"/>
                    <a:pt x="97" y="19"/>
                    <a:pt x="104" y="21"/>
                  </a:cubicBezTo>
                  <a:cubicBezTo>
                    <a:pt x="87" y="24"/>
                    <a:pt x="71" y="23"/>
                    <a:pt x="54" y="23"/>
                  </a:cubicBezTo>
                  <a:cubicBezTo>
                    <a:pt x="62" y="24"/>
                    <a:pt x="80" y="27"/>
                    <a:pt x="86" y="34"/>
                  </a:cubicBezTo>
                  <a:cubicBezTo>
                    <a:pt x="68" y="34"/>
                    <a:pt x="52" y="26"/>
                    <a:pt x="34" y="23"/>
                  </a:cubicBezTo>
                  <a:cubicBezTo>
                    <a:pt x="28" y="22"/>
                    <a:pt x="22" y="21"/>
                    <a:pt x="17" y="18"/>
                  </a:cubicBezTo>
                  <a:cubicBezTo>
                    <a:pt x="25" y="22"/>
                    <a:pt x="32" y="30"/>
                    <a:pt x="39" y="35"/>
                  </a:cubicBezTo>
                  <a:cubicBezTo>
                    <a:pt x="49" y="42"/>
                    <a:pt x="59" y="49"/>
                    <a:pt x="69" y="56"/>
                  </a:cubicBezTo>
                  <a:cubicBezTo>
                    <a:pt x="60" y="55"/>
                    <a:pt x="50" y="49"/>
                    <a:pt x="43" y="44"/>
                  </a:cubicBezTo>
                  <a:cubicBezTo>
                    <a:pt x="48" y="48"/>
                    <a:pt x="54" y="52"/>
                    <a:pt x="59" y="56"/>
                  </a:cubicBezTo>
                  <a:cubicBezTo>
                    <a:pt x="40" y="46"/>
                    <a:pt x="11" y="33"/>
                    <a:pt x="0" y="13"/>
                  </a:cubicBezTo>
                </a:path>
              </a:pathLst>
            </a:custGeom>
            <a:solidFill>
              <a:srgbClr val="CC9A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4129" name="Freeform 465">
              <a:extLst>
                <a:ext uri="{FF2B5EF4-FFF2-40B4-BE49-F238E27FC236}">
                  <a16:creationId xmlns:a16="http://schemas.microsoft.com/office/drawing/2014/main" id="{CD20238B-2775-42F0-AA63-CAC9D1D7EE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" y="462"/>
              <a:ext cx="36" cy="44"/>
            </a:xfrm>
            <a:custGeom>
              <a:avLst/>
              <a:gdLst>
                <a:gd name="T0" fmla="*/ 0 w 56"/>
                <a:gd name="T1" fmla="*/ 0 h 68"/>
                <a:gd name="T2" fmla="*/ 3 w 56"/>
                <a:gd name="T3" fmla="*/ 3 h 68"/>
                <a:gd name="T4" fmla="*/ 9 w 56"/>
                <a:gd name="T5" fmla="*/ 9 h 68"/>
                <a:gd name="T6" fmla="*/ 15 w 56"/>
                <a:gd name="T7" fmla="*/ 18 h 68"/>
                <a:gd name="T8" fmla="*/ 9 w 56"/>
                <a:gd name="T9" fmla="*/ 12 h 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6"/>
                <a:gd name="T16" fmla="*/ 0 h 68"/>
                <a:gd name="T17" fmla="*/ 56 w 56"/>
                <a:gd name="T18" fmla="*/ 68 h 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6" h="68">
                  <a:moveTo>
                    <a:pt x="0" y="0"/>
                  </a:moveTo>
                  <a:cubicBezTo>
                    <a:pt x="2" y="5"/>
                    <a:pt x="8" y="10"/>
                    <a:pt x="12" y="13"/>
                  </a:cubicBezTo>
                  <a:cubicBezTo>
                    <a:pt x="18" y="20"/>
                    <a:pt x="25" y="26"/>
                    <a:pt x="32" y="33"/>
                  </a:cubicBezTo>
                  <a:cubicBezTo>
                    <a:pt x="42" y="44"/>
                    <a:pt x="49" y="54"/>
                    <a:pt x="56" y="68"/>
                  </a:cubicBezTo>
                  <a:cubicBezTo>
                    <a:pt x="48" y="61"/>
                    <a:pt x="40" y="52"/>
                    <a:pt x="34" y="43"/>
                  </a:cubicBezTo>
                </a:path>
              </a:pathLst>
            </a:custGeom>
            <a:solidFill>
              <a:srgbClr val="CC9A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4130" name="Freeform 466">
              <a:extLst>
                <a:ext uri="{FF2B5EF4-FFF2-40B4-BE49-F238E27FC236}">
                  <a16:creationId xmlns:a16="http://schemas.microsoft.com/office/drawing/2014/main" id="{34FEBBFD-5FF2-4B14-BF52-C3F9A8CC42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" y="461"/>
              <a:ext cx="20" cy="30"/>
            </a:xfrm>
            <a:custGeom>
              <a:avLst/>
              <a:gdLst>
                <a:gd name="T0" fmla="*/ 0 w 31"/>
                <a:gd name="T1" fmla="*/ 0 h 46"/>
                <a:gd name="T2" fmla="*/ 5 w 31"/>
                <a:gd name="T3" fmla="*/ 7 h 46"/>
                <a:gd name="T4" fmla="*/ 8 w 31"/>
                <a:gd name="T5" fmla="*/ 13 h 46"/>
                <a:gd name="T6" fmla="*/ 3 w 31"/>
                <a:gd name="T7" fmla="*/ 5 h 46"/>
                <a:gd name="T8" fmla="*/ 1 w 31"/>
                <a:gd name="T9" fmla="*/ 1 h 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1"/>
                <a:gd name="T16" fmla="*/ 0 h 46"/>
                <a:gd name="T17" fmla="*/ 31 w 31"/>
                <a:gd name="T18" fmla="*/ 46 h 4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1" h="46">
                  <a:moveTo>
                    <a:pt x="0" y="0"/>
                  </a:moveTo>
                  <a:cubicBezTo>
                    <a:pt x="5" y="9"/>
                    <a:pt x="13" y="15"/>
                    <a:pt x="19" y="23"/>
                  </a:cubicBezTo>
                  <a:cubicBezTo>
                    <a:pt x="24" y="30"/>
                    <a:pt x="26" y="39"/>
                    <a:pt x="31" y="46"/>
                  </a:cubicBezTo>
                  <a:cubicBezTo>
                    <a:pt x="23" y="40"/>
                    <a:pt x="15" y="29"/>
                    <a:pt x="10" y="20"/>
                  </a:cubicBezTo>
                  <a:cubicBezTo>
                    <a:pt x="8" y="16"/>
                    <a:pt x="0" y="8"/>
                    <a:pt x="1" y="4"/>
                  </a:cubicBezTo>
                </a:path>
              </a:pathLst>
            </a:custGeom>
            <a:solidFill>
              <a:srgbClr val="CC9A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4131" name="Freeform 467">
              <a:extLst>
                <a:ext uri="{FF2B5EF4-FFF2-40B4-BE49-F238E27FC236}">
                  <a16:creationId xmlns:a16="http://schemas.microsoft.com/office/drawing/2014/main" id="{33148FB7-84AA-4C00-81FB-2FB0305590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" y="471"/>
              <a:ext cx="19" cy="42"/>
            </a:xfrm>
            <a:custGeom>
              <a:avLst/>
              <a:gdLst>
                <a:gd name="T0" fmla="*/ 1 w 30"/>
                <a:gd name="T1" fmla="*/ 1 h 64"/>
                <a:gd name="T2" fmla="*/ 4 w 30"/>
                <a:gd name="T3" fmla="*/ 9 h 64"/>
                <a:gd name="T4" fmla="*/ 8 w 30"/>
                <a:gd name="T5" fmla="*/ 18 h 64"/>
                <a:gd name="T6" fmla="*/ 3 w 30"/>
                <a:gd name="T7" fmla="*/ 8 h 64"/>
                <a:gd name="T8" fmla="*/ 3 w 30"/>
                <a:gd name="T9" fmla="*/ 13 h 64"/>
                <a:gd name="T10" fmla="*/ 0 w 30"/>
                <a:gd name="T11" fmla="*/ 0 h 6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30"/>
                <a:gd name="T19" fmla="*/ 0 h 64"/>
                <a:gd name="T20" fmla="*/ 30 w 30"/>
                <a:gd name="T21" fmla="*/ 64 h 64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30" h="64">
                  <a:moveTo>
                    <a:pt x="2" y="3"/>
                  </a:moveTo>
                  <a:cubicBezTo>
                    <a:pt x="10" y="11"/>
                    <a:pt x="11" y="23"/>
                    <a:pt x="15" y="33"/>
                  </a:cubicBezTo>
                  <a:cubicBezTo>
                    <a:pt x="19" y="44"/>
                    <a:pt x="27" y="53"/>
                    <a:pt x="30" y="64"/>
                  </a:cubicBezTo>
                  <a:cubicBezTo>
                    <a:pt x="20" y="53"/>
                    <a:pt x="13" y="42"/>
                    <a:pt x="9" y="27"/>
                  </a:cubicBezTo>
                  <a:cubicBezTo>
                    <a:pt x="9" y="34"/>
                    <a:pt x="12" y="40"/>
                    <a:pt x="12" y="46"/>
                  </a:cubicBezTo>
                  <a:cubicBezTo>
                    <a:pt x="1" y="33"/>
                    <a:pt x="5" y="15"/>
                    <a:pt x="0" y="0"/>
                  </a:cubicBezTo>
                </a:path>
              </a:pathLst>
            </a:custGeom>
            <a:solidFill>
              <a:srgbClr val="CC9A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4132" name="Freeform 468">
              <a:extLst>
                <a:ext uri="{FF2B5EF4-FFF2-40B4-BE49-F238E27FC236}">
                  <a16:creationId xmlns:a16="http://schemas.microsoft.com/office/drawing/2014/main" id="{1B2FFDEA-234B-4C42-8FBB-3866C4DC303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" y="506"/>
              <a:ext cx="10" cy="51"/>
            </a:xfrm>
            <a:custGeom>
              <a:avLst/>
              <a:gdLst>
                <a:gd name="T0" fmla="*/ 3 w 16"/>
                <a:gd name="T1" fmla="*/ 1 h 80"/>
                <a:gd name="T2" fmla="*/ 4 w 16"/>
                <a:gd name="T3" fmla="*/ 21 h 80"/>
                <a:gd name="T4" fmla="*/ 2 w 16"/>
                <a:gd name="T5" fmla="*/ 13 h 80"/>
                <a:gd name="T6" fmla="*/ 2 w 16"/>
                <a:gd name="T7" fmla="*/ 20 h 80"/>
                <a:gd name="T8" fmla="*/ 1 w 16"/>
                <a:gd name="T9" fmla="*/ 10 h 80"/>
                <a:gd name="T10" fmla="*/ 2 w 16"/>
                <a:gd name="T11" fmla="*/ 0 h 8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6"/>
                <a:gd name="T19" fmla="*/ 0 h 80"/>
                <a:gd name="T20" fmla="*/ 16 w 16"/>
                <a:gd name="T21" fmla="*/ 80 h 80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6" h="80">
                  <a:moveTo>
                    <a:pt x="9" y="3"/>
                  </a:moveTo>
                  <a:cubicBezTo>
                    <a:pt x="13" y="29"/>
                    <a:pt x="12" y="55"/>
                    <a:pt x="16" y="80"/>
                  </a:cubicBezTo>
                  <a:cubicBezTo>
                    <a:pt x="10" y="76"/>
                    <a:pt x="7" y="57"/>
                    <a:pt x="8" y="50"/>
                  </a:cubicBezTo>
                  <a:cubicBezTo>
                    <a:pt x="6" y="59"/>
                    <a:pt x="7" y="70"/>
                    <a:pt x="7" y="79"/>
                  </a:cubicBezTo>
                  <a:cubicBezTo>
                    <a:pt x="1" y="66"/>
                    <a:pt x="0" y="51"/>
                    <a:pt x="1" y="37"/>
                  </a:cubicBezTo>
                  <a:cubicBezTo>
                    <a:pt x="2" y="25"/>
                    <a:pt x="6" y="13"/>
                    <a:pt x="6" y="0"/>
                  </a:cubicBezTo>
                </a:path>
              </a:pathLst>
            </a:custGeom>
            <a:solidFill>
              <a:srgbClr val="CC9A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4133" name="Freeform 469">
              <a:extLst>
                <a:ext uri="{FF2B5EF4-FFF2-40B4-BE49-F238E27FC236}">
                  <a16:creationId xmlns:a16="http://schemas.microsoft.com/office/drawing/2014/main" id="{C57BB1CD-6278-4449-AE0E-CF2FCB2CDF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" y="446"/>
              <a:ext cx="52" cy="39"/>
            </a:xfrm>
            <a:custGeom>
              <a:avLst/>
              <a:gdLst>
                <a:gd name="T0" fmla="*/ 22 w 80"/>
                <a:gd name="T1" fmla="*/ 1 h 60"/>
                <a:gd name="T2" fmla="*/ 0 w 80"/>
                <a:gd name="T3" fmla="*/ 7 h 60"/>
                <a:gd name="T4" fmla="*/ 9 w 80"/>
                <a:gd name="T5" fmla="*/ 3 h 60"/>
                <a:gd name="T6" fmla="*/ 16 w 80"/>
                <a:gd name="T7" fmla="*/ 3 h 60"/>
                <a:gd name="T8" fmla="*/ 7 w 80"/>
                <a:gd name="T9" fmla="*/ 5 h 60"/>
                <a:gd name="T10" fmla="*/ 12 w 80"/>
                <a:gd name="T11" fmla="*/ 5 h 60"/>
                <a:gd name="T12" fmla="*/ 6 w 80"/>
                <a:gd name="T13" fmla="*/ 10 h 60"/>
                <a:gd name="T14" fmla="*/ 18 w 80"/>
                <a:gd name="T15" fmla="*/ 5 h 60"/>
                <a:gd name="T16" fmla="*/ 9 w 80"/>
                <a:gd name="T17" fmla="*/ 16 h 60"/>
                <a:gd name="T18" fmla="*/ 16 w 80"/>
                <a:gd name="T19" fmla="*/ 6 h 60"/>
                <a:gd name="T20" fmla="*/ 21 w 80"/>
                <a:gd name="T21" fmla="*/ 1 h 6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80"/>
                <a:gd name="T34" fmla="*/ 0 h 60"/>
                <a:gd name="T35" fmla="*/ 80 w 80"/>
                <a:gd name="T36" fmla="*/ 60 h 60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80" h="60">
                  <a:moveTo>
                    <a:pt x="80" y="3"/>
                  </a:moveTo>
                  <a:cubicBezTo>
                    <a:pt x="54" y="0"/>
                    <a:pt x="22" y="8"/>
                    <a:pt x="0" y="23"/>
                  </a:cubicBezTo>
                  <a:cubicBezTo>
                    <a:pt x="12" y="17"/>
                    <a:pt x="22" y="14"/>
                    <a:pt x="34" y="13"/>
                  </a:cubicBezTo>
                  <a:cubicBezTo>
                    <a:pt x="42" y="11"/>
                    <a:pt x="52" y="11"/>
                    <a:pt x="59" y="9"/>
                  </a:cubicBezTo>
                  <a:cubicBezTo>
                    <a:pt x="48" y="5"/>
                    <a:pt x="35" y="16"/>
                    <a:pt x="24" y="18"/>
                  </a:cubicBezTo>
                  <a:cubicBezTo>
                    <a:pt x="31" y="17"/>
                    <a:pt x="38" y="16"/>
                    <a:pt x="44" y="15"/>
                  </a:cubicBezTo>
                  <a:cubicBezTo>
                    <a:pt x="35" y="21"/>
                    <a:pt x="28" y="30"/>
                    <a:pt x="22" y="39"/>
                  </a:cubicBezTo>
                  <a:cubicBezTo>
                    <a:pt x="30" y="27"/>
                    <a:pt x="52" y="19"/>
                    <a:pt x="65" y="16"/>
                  </a:cubicBezTo>
                  <a:cubicBezTo>
                    <a:pt x="47" y="24"/>
                    <a:pt x="42" y="46"/>
                    <a:pt x="32" y="60"/>
                  </a:cubicBezTo>
                  <a:cubicBezTo>
                    <a:pt x="42" y="47"/>
                    <a:pt x="51" y="35"/>
                    <a:pt x="59" y="22"/>
                  </a:cubicBezTo>
                  <a:cubicBezTo>
                    <a:pt x="64" y="15"/>
                    <a:pt x="69" y="7"/>
                    <a:pt x="77" y="4"/>
                  </a:cubicBezTo>
                </a:path>
              </a:pathLst>
            </a:custGeom>
            <a:solidFill>
              <a:srgbClr val="CC9A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4134" name="Freeform 470">
              <a:extLst>
                <a:ext uri="{FF2B5EF4-FFF2-40B4-BE49-F238E27FC236}">
                  <a16:creationId xmlns:a16="http://schemas.microsoft.com/office/drawing/2014/main" id="{96BAE466-BF71-47FB-87F1-0FE01F2E65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" y="452"/>
              <a:ext cx="22" cy="70"/>
            </a:xfrm>
            <a:custGeom>
              <a:avLst/>
              <a:gdLst>
                <a:gd name="T0" fmla="*/ 8 w 34"/>
                <a:gd name="T1" fmla="*/ 0 h 108"/>
                <a:gd name="T2" fmla="*/ 5 w 34"/>
                <a:gd name="T3" fmla="*/ 6 h 108"/>
                <a:gd name="T4" fmla="*/ 1 w 34"/>
                <a:gd name="T5" fmla="*/ 15 h 108"/>
                <a:gd name="T6" fmla="*/ 4 w 34"/>
                <a:gd name="T7" fmla="*/ 10 h 108"/>
                <a:gd name="T8" fmla="*/ 2 w 34"/>
                <a:gd name="T9" fmla="*/ 19 h 108"/>
                <a:gd name="T10" fmla="*/ 4 w 34"/>
                <a:gd name="T11" fmla="*/ 14 h 108"/>
                <a:gd name="T12" fmla="*/ 1 w 34"/>
                <a:gd name="T13" fmla="*/ 29 h 108"/>
                <a:gd name="T14" fmla="*/ 5 w 34"/>
                <a:gd name="T15" fmla="*/ 10 h 108"/>
                <a:gd name="T16" fmla="*/ 9 w 34"/>
                <a:gd name="T17" fmla="*/ 3 h 10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34"/>
                <a:gd name="T28" fmla="*/ 0 h 108"/>
                <a:gd name="T29" fmla="*/ 34 w 34"/>
                <a:gd name="T30" fmla="*/ 108 h 108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34" h="108">
                  <a:moveTo>
                    <a:pt x="31" y="0"/>
                  </a:moveTo>
                  <a:cubicBezTo>
                    <a:pt x="32" y="9"/>
                    <a:pt x="24" y="16"/>
                    <a:pt x="19" y="23"/>
                  </a:cubicBezTo>
                  <a:cubicBezTo>
                    <a:pt x="12" y="33"/>
                    <a:pt x="8" y="45"/>
                    <a:pt x="5" y="56"/>
                  </a:cubicBezTo>
                  <a:cubicBezTo>
                    <a:pt x="5" y="51"/>
                    <a:pt x="10" y="42"/>
                    <a:pt x="14" y="39"/>
                  </a:cubicBezTo>
                  <a:cubicBezTo>
                    <a:pt x="11" y="49"/>
                    <a:pt x="8" y="59"/>
                    <a:pt x="6" y="69"/>
                  </a:cubicBezTo>
                  <a:cubicBezTo>
                    <a:pt x="7" y="62"/>
                    <a:pt x="9" y="55"/>
                    <a:pt x="14" y="50"/>
                  </a:cubicBezTo>
                  <a:cubicBezTo>
                    <a:pt x="12" y="69"/>
                    <a:pt x="0" y="88"/>
                    <a:pt x="4" y="108"/>
                  </a:cubicBezTo>
                  <a:cubicBezTo>
                    <a:pt x="3" y="87"/>
                    <a:pt x="11" y="59"/>
                    <a:pt x="20" y="39"/>
                  </a:cubicBezTo>
                  <a:cubicBezTo>
                    <a:pt x="25" y="29"/>
                    <a:pt x="33" y="20"/>
                    <a:pt x="34" y="9"/>
                  </a:cubicBezTo>
                </a:path>
              </a:pathLst>
            </a:custGeom>
            <a:solidFill>
              <a:srgbClr val="CC9A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4135" name="Freeform 471">
              <a:extLst>
                <a:ext uri="{FF2B5EF4-FFF2-40B4-BE49-F238E27FC236}">
                  <a16:creationId xmlns:a16="http://schemas.microsoft.com/office/drawing/2014/main" id="{A074644F-228A-4D2D-9936-06078A8FCF5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" y="454"/>
              <a:ext cx="164" cy="19"/>
            </a:xfrm>
            <a:custGeom>
              <a:avLst/>
              <a:gdLst>
                <a:gd name="T0" fmla="*/ 0 w 253"/>
                <a:gd name="T1" fmla="*/ 1 h 29"/>
                <a:gd name="T2" fmla="*/ 14 w 253"/>
                <a:gd name="T3" fmla="*/ 1 h 29"/>
                <a:gd name="T4" fmla="*/ 25 w 253"/>
                <a:gd name="T5" fmla="*/ 3 h 29"/>
                <a:gd name="T6" fmla="*/ 42 w 253"/>
                <a:gd name="T7" fmla="*/ 7 h 29"/>
                <a:gd name="T8" fmla="*/ 53 w 253"/>
                <a:gd name="T9" fmla="*/ 7 h 29"/>
                <a:gd name="T10" fmla="*/ 59 w 253"/>
                <a:gd name="T11" fmla="*/ 6 h 29"/>
                <a:gd name="T12" fmla="*/ 69 w 253"/>
                <a:gd name="T13" fmla="*/ 1 h 29"/>
                <a:gd name="T14" fmla="*/ 64 w 253"/>
                <a:gd name="T15" fmla="*/ 6 h 29"/>
                <a:gd name="T16" fmla="*/ 55 w 253"/>
                <a:gd name="T17" fmla="*/ 8 h 29"/>
                <a:gd name="T18" fmla="*/ 38 w 253"/>
                <a:gd name="T19" fmla="*/ 6 h 29"/>
                <a:gd name="T20" fmla="*/ 0 w 253"/>
                <a:gd name="T21" fmla="*/ 2 h 2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253"/>
                <a:gd name="T34" fmla="*/ 0 h 29"/>
                <a:gd name="T35" fmla="*/ 253 w 253"/>
                <a:gd name="T36" fmla="*/ 29 h 29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253" h="29">
                  <a:moveTo>
                    <a:pt x="0" y="2"/>
                  </a:moveTo>
                  <a:cubicBezTo>
                    <a:pt x="17" y="1"/>
                    <a:pt x="33" y="0"/>
                    <a:pt x="49" y="2"/>
                  </a:cubicBezTo>
                  <a:cubicBezTo>
                    <a:pt x="64" y="3"/>
                    <a:pt x="77" y="7"/>
                    <a:pt x="92" y="9"/>
                  </a:cubicBezTo>
                  <a:cubicBezTo>
                    <a:pt x="113" y="12"/>
                    <a:pt x="134" y="20"/>
                    <a:pt x="156" y="23"/>
                  </a:cubicBezTo>
                  <a:cubicBezTo>
                    <a:pt x="169" y="24"/>
                    <a:pt x="182" y="23"/>
                    <a:pt x="195" y="25"/>
                  </a:cubicBezTo>
                  <a:cubicBezTo>
                    <a:pt x="204" y="25"/>
                    <a:pt x="210" y="26"/>
                    <a:pt x="218" y="22"/>
                  </a:cubicBezTo>
                  <a:cubicBezTo>
                    <a:pt x="228" y="17"/>
                    <a:pt x="241" y="6"/>
                    <a:pt x="253" y="5"/>
                  </a:cubicBezTo>
                  <a:cubicBezTo>
                    <a:pt x="251" y="10"/>
                    <a:pt x="240" y="17"/>
                    <a:pt x="234" y="20"/>
                  </a:cubicBezTo>
                  <a:cubicBezTo>
                    <a:pt x="224" y="25"/>
                    <a:pt x="214" y="26"/>
                    <a:pt x="202" y="27"/>
                  </a:cubicBezTo>
                  <a:cubicBezTo>
                    <a:pt x="180" y="29"/>
                    <a:pt x="160" y="26"/>
                    <a:pt x="138" y="22"/>
                  </a:cubicBezTo>
                  <a:cubicBezTo>
                    <a:pt x="92" y="14"/>
                    <a:pt x="47" y="6"/>
                    <a:pt x="0" y="6"/>
                  </a:cubicBezTo>
                </a:path>
              </a:pathLst>
            </a:custGeom>
            <a:solidFill>
              <a:srgbClr val="CC9A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4136" name="Freeform 472">
              <a:extLst>
                <a:ext uri="{FF2B5EF4-FFF2-40B4-BE49-F238E27FC236}">
                  <a16:creationId xmlns:a16="http://schemas.microsoft.com/office/drawing/2014/main" id="{36EE00F0-B2BA-4D0A-A299-3B4F33F1CE5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" y="413"/>
              <a:ext cx="151" cy="26"/>
            </a:xfrm>
            <a:custGeom>
              <a:avLst/>
              <a:gdLst>
                <a:gd name="T0" fmla="*/ 0 w 233"/>
                <a:gd name="T1" fmla="*/ 2 h 41"/>
                <a:gd name="T2" fmla="*/ 16 w 233"/>
                <a:gd name="T3" fmla="*/ 3 h 41"/>
                <a:gd name="T4" fmla="*/ 31 w 233"/>
                <a:gd name="T5" fmla="*/ 5 h 41"/>
                <a:gd name="T6" fmla="*/ 49 w 233"/>
                <a:gd name="T7" fmla="*/ 9 h 41"/>
                <a:gd name="T8" fmla="*/ 64 w 233"/>
                <a:gd name="T9" fmla="*/ 9 h 41"/>
                <a:gd name="T10" fmla="*/ 60 w 233"/>
                <a:gd name="T11" fmla="*/ 10 h 41"/>
                <a:gd name="T12" fmla="*/ 50 w 233"/>
                <a:gd name="T13" fmla="*/ 10 h 41"/>
                <a:gd name="T14" fmla="*/ 33 w 233"/>
                <a:gd name="T15" fmla="*/ 6 h 41"/>
                <a:gd name="T16" fmla="*/ 17 w 233"/>
                <a:gd name="T17" fmla="*/ 3 h 41"/>
                <a:gd name="T18" fmla="*/ 1 w 233"/>
                <a:gd name="T19" fmla="*/ 4 h 4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233"/>
                <a:gd name="T31" fmla="*/ 0 h 41"/>
                <a:gd name="T32" fmla="*/ 233 w 233"/>
                <a:gd name="T33" fmla="*/ 41 h 41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233" h="41">
                  <a:moveTo>
                    <a:pt x="0" y="7"/>
                  </a:moveTo>
                  <a:cubicBezTo>
                    <a:pt x="19" y="0"/>
                    <a:pt x="40" y="7"/>
                    <a:pt x="59" y="10"/>
                  </a:cubicBezTo>
                  <a:cubicBezTo>
                    <a:pt x="77" y="14"/>
                    <a:pt x="96" y="16"/>
                    <a:pt x="114" y="20"/>
                  </a:cubicBezTo>
                  <a:cubicBezTo>
                    <a:pt x="135" y="25"/>
                    <a:pt x="156" y="30"/>
                    <a:pt x="177" y="34"/>
                  </a:cubicBezTo>
                  <a:cubicBezTo>
                    <a:pt x="194" y="37"/>
                    <a:pt x="217" y="41"/>
                    <a:pt x="233" y="35"/>
                  </a:cubicBezTo>
                  <a:cubicBezTo>
                    <a:pt x="229" y="38"/>
                    <a:pt x="224" y="39"/>
                    <a:pt x="219" y="39"/>
                  </a:cubicBezTo>
                  <a:cubicBezTo>
                    <a:pt x="208" y="40"/>
                    <a:pt x="195" y="40"/>
                    <a:pt x="184" y="39"/>
                  </a:cubicBezTo>
                  <a:cubicBezTo>
                    <a:pt x="162" y="37"/>
                    <a:pt x="141" y="31"/>
                    <a:pt x="121" y="25"/>
                  </a:cubicBezTo>
                  <a:cubicBezTo>
                    <a:pt x="102" y="20"/>
                    <a:pt x="83" y="16"/>
                    <a:pt x="63" y="13"/>
                  </a:cubicBezTo>
                  <a:cubicBezTo>
                    <a:pt x="45" y="10"/>
                    <a:pt x="18" y="7"/>
                    <a:pt x="2" y="16"/>
                  </a:cubicBezTo>
                </a:path>
              </a:pathLst>
            </a:custGeom>
            <a:solidFill>
              <a:srgbClr val="CC9A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4137" name="Freeform 473">
              <a:extLst>
                <a:ext uri="{FF2B5EF4-FFF2-40B4-BE49-F238E27FC236}">
                  <a16:creationId xmlns:a16="http://schemas.microsoft.com/office/drawing/2014/main" id="{6A1932CC-4A10-44CB-9444-BA36B4068AA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" y="371"/>
              <a:ext cx="102" cy="16"/>
            </a:xfrm>
            <a:custGeom>
              <a:avLst/>
              <a:gdLst>
                <a:gd name="T0" fmla="*/ 0 w 159"/>
                <a:gd name="T1" fmla="*/ 6 h 25"/>
                <a:gd name="T2" fmla="*/ 12 w 159"/>
                <a:gd name="T3" fmla="*/ 3 h 25"/>
                <a:gd name="T4" fmla="*/ 22 w 159"/>
                <a:gd name="T5" fmla="*/ 1 h 25"/>
                <a:gd name="T6" fmla="*/ 32 w 159"/>
                <a:gd name="T7" fmla="*/ 1 h 25"/>
                <a:gd name="T8" fmla="*/ 42 w 159"/>
                <a:gd name="T9" fmla="*/ 3 h 25"/>
                <a:gd name="T10" fmla="*/ 23 w 159"/>
                <a:gd name="T11" fmla="*/ 2 h 25"/>
                <a:gd name="T12" fmla="*/ 4 w 159"/>
                <a:gd name="T13" fmla="*/ 6 h 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59"/>
                <a:gd name="T22" fmla="*/ 0 h 25"/>
                <a:gd name="T23" fmla="*/ 159 w 159"/>
                <a:gd name="T24" fmla="*/ 25 h 25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59" h="25">
                  <a:moveTo>
                    <a:pt x="0" y="25"/>
                  </a:moveTo>
                  <a:cubicBezTo>
                    <a:pt x="14" y="24"/>
                    <a:pt x="32" y="16"/>
                    <a:pt x="45" y="12"/>
                  </a:cubicBezTo>
                  <a:cubicBezTo>
                    <a:pt x="59" y="9"/>
                    <a:pt x="72" y="4"/>
                    <a:pt x="86" y="2"/>
                  </a:cubicBezTo>
                  <a:cubicBezTo>
                    <a:pt x="97" y="0"/>
                    <a:pt x="110" y="1"/>
                    <a:pt x="121" y="2"/>
                  </a:cubicBezTo>
                  <a:cubicBezTo>
                    <a:pt x="132" y="4"/>
                    <a:pt x="150" y="4"/>
                    <a:pt x="159" y="11"/>
                  </a:cubicBezTo>
                  <a:cubicBezTo>
                    <a:pt x="135" y="11"/>
                    <a:pt x="112" y="2"/>
                    <a:pt x="88" y="6"/>
                  </a:cubicBezTo>
                  <a:cubicBezTo>
                    <a:pt x="63" y="9"/>
                    <a:pt x="38" y="15"/>
                    <a:pt x="15" y="22"/>
                  </a:cubicBezTo>
                </a:path>
              </a:pathLst>
            </a:custGeom>
            <a:solidFill>
              <a:srgbClr val="CC9A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4138" name="Freeform 474">
              <a:extLst>
                <a:ext uri="{FF2B5EF4-FFF2-40B4-BE49-F238E27FC236}">
                  <a16:creationId xmlns:a16="http://schemas.microsoft.com/office/drawing/2014/main" id="{E9DAE6F3-F4FD-493A-8750-C35EEC2A90C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" y="334"/>
              <a:ext cx="144" cy="37"/>
            </a:xfrm>
            <a:custGeom>
              <a:avLst/>
              <a:gdLst>
                <a:gd name="T0" fmla="*/ 1 w 222"/>
                <a:gd name="T1" fmla="*/ 13 h 58"/>
                <a:gd name="T2" fmla="*/ 13 w 222"/>
                <a:gd name="T3" fmla="*/ 4 h 58"/>
                <a:gd name="T4" fmla="*/ 21 w 222"/>
                <a:gd name="T5" fmla="*/ 2 h 58"/>
                <a:gd name="T6" fmla="*/ 28 w 222"/>
                <a:gd name="T7" fmla="*/ 1 h 58"/>
                <a:gd name="T8" fmla="*/ 45 w 222"/>
                <a:gd name="T9" fmla="*/ 0 h 58"/>
                <a:gd name="T10" fmla="*/ 60 w 222"/>
                <a:gd name="T11" fmla="*/ 3 h 58"/>
                <a:gd name="T12" fmla="*/ 57 w 222"/>
                <a:gd name="T13" fmla="*/ 2 h 58"/>
                <a:gd name="T14" fmla="*/ 47 w 222"/>
                <a:gd name="T15" fmla="*/ 2 h 58"/>
                <a:gd name="T16" fmla="*/ 25 w 222"/>
                <a:gd name="T17" fmla="*/ 4 h 58"/>
                <a:gd name="T18" fmla="*/ 10 w 222"/>
                <a:gd name="T19" fmla="*/ 8 h 58"/>
                <a:gd name="T20" fmla="*/ 0 w 222"/>
                <a:gd name="T21" fmla="*/ 15 h 5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222"/>
                <a:gd name="T34" fmla="*/ 0 h 58"/>
                <a:gd name="T35" fmla="*/ 222 w 222"/>
                <a:gd name="T36" fmla="*/ 58 h 58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222" h="58">
                  <a:moveTo>
                    <a:pt x="3" y="50"/>
                  </a:moveTo>
                  <a:cubicBezTo>
                    <a:pt x="18" y="35"/>
                    <a:pt x="27" y="22"/>
                    <a:pt x="48" y="15"/>
                  </a:cubicBezTo>
                  <a:cubicBezTo>
                    <a:pt x="57" y="12"/>
                    <a:pt x="65" y="8"/>
                    <a:pt x="75" y="6"/>
                  </a:cubicBezTo>
                  <a:cubicBezTo>
                    <a:pt x="85" y="4"/>
                    <a:pt x="94" y="4"/>
                    <a:pt x="104" y="3"/>
                  </a:cubicBezTo>
                  <a:cubicBezTo>
                    <a:pt x="123" y="1"/>
                    <a:pt x="144" y="0"/>
                    <a:pt x="163" y="0"/>
                  </a:cubicBezTo>
                  <a:cubicBezTo>
                    <a:pt x="183" y="1"/>
                    <a:pt x="202" y="12"/>
                    <a:pt x="222" y="10"/>
                  </a:cubicBezTo>
                  <a:cubicBezTo>
                    <a:pt x="217" y="11"/>
                    <a:pt x="212" y="8"/>
                    <a:pt x="208" y="8"/>
                  </a:cubicBezTo>
                  <a:cubicBezTo>
                    <a:pt x="196" y="6"/>
                    <a:pt x="184" y="7"/>
                    <a:pt x="172" y="6"/>
                  </a:cubicBezTo>
                  <a:cubicBezTo>
                    <a:pt x="145" y="5"/>
                    <a:pt x="118" y="9"/>
                    <a:pt x="92" y="14"/>
                  </a:cubicBezTo>
                  <a:cubicBezTo>
                    <a:pt x="74" y="18"/>
                    <a:pt x="55" y="24"/>
                    <a:pt x="38" y="33"/>
                  </a:cubicBezTo>
                  <a:cubicBezTo>
                    <a:pt x="24" y="40"/>
                    <a:pt x="14" y="51"/>
                    <a:pt x="0" y="58"/>
                  </a:cubicBezTo>
                </a:path>
              </a:pathLst>
            </a:custGeom>
            <a:solidFill>
              <a:srgbClr val="CC9A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4139" name="Freeform 475">
              <a:extLst>
                <a:ext uri="{FF2B5EF4-FFF2-40B4-BE49-F238E27FC236}">
                  <a16:creationId xmlns:a16="http://schemas.microsoft.com/office/drawing/2014/main" id="{6FD6B5B0-527B-4016-9DF8-1E3B298A068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" y="585"/>
              <a:ext cx="67" cy="19"/>
            </a:xfrm>
            <a:custGeom>
              <a:avLst/>
              <a:gdLst>
                <a:gd name="T0" fmla="*/ 28 w 103"/>
                <a:gd name="T1" fmla="*/ 5 h 30"/>
                <a:gd name="T2" fmla="*/ 21 w 103"/>
                <a:gd name="T3" fmla="*/ 6 h 30"/>
                <a:gd name="T4" fmla="*/ 12 w 103"/>
                <a:gd name="T5" fmla="*/ 5 h 30"/>
                <a:gd name="T6" fmla="*/ 0 w 103"/>
                <a:gd name="T7" fmla="*/ 0 h 30"/>
                <a:gd name="T8" fmla="*/ 19 w 103"/>
                <a:gd name="T9" fmla="*/ 7 h 30"/>
                <a:gd name="T10" fmla="*/ 29 w 103"/>
                <a:gd name="T11" fmla="*/ 5 h 3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03"/>
                <a:gd name="T19" fmla="*/ 0 h 30"/>
                <a:gd name="T20" fmla="*/ 103 w 103"/>
                <a:gd name="T21" fmla="*/ 30 h 30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03" h="30">
                  <a:moveTo>
                    <a:pt x="101" y="20"/>
                  </a:moveTo>
                  <a:cubicBezTo>
                    <a:pt x="94" y="19"/>
                    <a:pt x="85" y="22"/>
                    <a:pt x="77" y="23"/>
                  </a:cubicBezTo>
                  <a:cubicBezTo>
                    <a:pt x="65" y="25"/>
                    <a:pt x="54" y="23"/>
                    <a:pt x="43" y="21"/>
                  </a:cubicBezTo>
                  <a:cubicBezTo>
                    <a:pt x="25" y="18"/>
                    <a:pt x="14" y="11"/>
                    <a:pt x="0" y="0"/>
                  </a:cubicBezTo>
                  <a:cubicBezTo>
                    <a:pt x="21" y="13"/>
                    <a:pt x="44" y="26"/>
                    <a:pt x="68" y="28"/>
                  </a:cubicBezTo>
                  <a:cubicBezTo>
                    <a:pt x="82" y="30"/>
                    <a:pt x="92" y="23"/>
                    <a:pt x="103" y="19"/>
                  </a:cubicBezTo>
                </a:path>
              </a:pathLst>
            </a:custGeom>
            <a:solidFill>
              <a:srgbClr val="CC9A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4140" name="Freeform 476">
              <a:extLst>
                <a:ext uri="{FF2B5EF4-FFF2-40B4-BE49-F238E27FC236}">
                  <a16:creationId xmlns:a16="http://schemas.microsoft.com/office/drawing/2014/main" id="{E434351F-4484-4E11-BED3-0255BCF196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" y="543"/>
              <a:ext cx="46" cy="11"/>
            </a:xfrm>
            <a:custGeom>
              <a:avLst/>
              <a:gdLst>
                <a:gd name="T0" fmla="*/ 19 w 71"/>
                <a:gd name="T1" fmla="*/ 4 h 18"/>
                <a:gd name="T2" fmla="*/ 9 w 71"/>
                <a:gd name="T3" fmla="*/ 4 h 18"/>
                <a:gd name="T4" fmla="*/ 0 w 71"/>
                <a:gd name="T5" fmla="*/ 0 h 18"/>
                <a:gd name="T6" fmla="*/ 15 w 71"/>
                <a:gd name="T7" fmla="*/ 4 h 18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71"/>
                <a:gd name="T13" fmla="*/ 0 h 18"/>
                <a:gd name="T14" fmla="*/ 71 w 71"/>
                <a:gd name="T15" fmla="*/ 18 h 18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71" h="18">
                  <a:moveTo>
                    <a:pt x="71" y="18"/>
                  </a:moveTo>
                  <a:cubicBezTo>
                    <a:pt x="61" y="14"/>
                    <a:pt x="45" y="17"/>
                    <a:pt x="34" y="14"/>
                  </a:cubicBezTo>
                  <a:cubicBezTo>
                    <a:pt x="22" y="12"/>
                    <a:pt x="9" y="9"/>
                    <a:pt x="0" y="0"/>
                  </a:cubicBezTo>
                  <a:cubicBezTo>
                    <a:pt x="19" y="12"/>
                    <a:pt x="33" y="18"/>
                    <a:pt x="56" y="18"/>
                  </a:cubicBezTo>
                </a:path>
              </a:pathLst>
            </a:custGeom>
            <a:solidFill>
              <a:srgbClr val="CC9A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4141" name="Freeform 477">
              <a:extLst>
                <a:ext uri="{FF2B5EF4-FFF2-40B4-BE49-F238E27FC236}">
                  <a16:creationId xmlns:a16="http://schemas.microsoft.com/office/drawing/2014/main" id="{44922B6B-6319-47B5-A717-977A2EB578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" y="517"/>
              <a:ext cx="25" cy="102"/>
            </a:xfrm>
            <a:custGeom>
              <a:avLst/>
              <a:gdLst>
                <a:gd name="T0" fmla="*/ 3 w 39"/>
                <a:gd name="T1" fmla="*/ 8 h 158"/>
                <a:gd name="T2" fmla="*/ 8 w 39"/>
                <a:gd name="T3" fmla="*/ 29 h 158"/>
                <a:gd name="T4" fmla="*/ 9 w 39"/>
                <a:gd name="T5" fmla="*/ 43 h 158"/>
                <a:gd name="T6" fmla="*/ 10 w 39"/>
                <a:gd name="T7" fmla="*/ 37 h 158"/>
                <a:gd name="T8" fmla="*/ 9 w 39"/>
                <a:gd name="T9" fmla="*/ 25 h 158"/>
                <a:gd name="T10" fmla="*/ 6 w 39"/>
                <a:gd name="T11" fmla="*/ 14 h 158"/>
                <a:gd name="T12" fmla="*/ 8 w 39"/>
                <a:gd name="T13" fmla="*/ 23 h 158"/>
                <a:gd name="T14" fmla="*/ 4 w 39"/>
                <a:gd name="T15" fmla="*/ 10 h 158"/>
                <a:gd name="T16" fmla="*/ 0 w 39"/>
                <a:gd name="T17" fmla="*/ 0 h 15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39"/>
                <a:gd name="T28" fmla="*/ 0 h 158"/>
                <a:gd name="T29" fmla="*/ 39 w 39"/>
                <a:gd name="T30" fmla="*/ 158 h 158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39" h="158">
                  <a:moveTo>
                    <a:pt x="12" y="30"/>
                  </a:moveTo>
                  <a:cubicBezTo>
                    <a:pt x="22" y="56"/>
                    <a:pt x="29" y="82"/>
                    <a:pt x="33" y="109"/>
                  </a:cubicBezTo>
                  <a:cubicBezTo>
                    <a:pt x="36" y="126"/>
                    <a:pt x="39" y="141"/>
                    <a:pt x="34" y="158"/>
                  </a:cubicBezTo>
                  <a:cubicBezTo>
                    <a:pt x="37" y="152"/>
                    <a:pt x="36" y="145"/>
                    <a:pt x="37" y="138"/>
                  </a:cubicBezTo>
                  <a:cubicBezTo>
                    <a:pt x="37" y="123"/>
                    <a:pt x="38" y="110"/>
                    <a:pt x="35" y="95"/>
                  </a:cubicBezTo>
                  <a:cubicBezTo>
                    <a:pt x="33" y="80"/>
                    <a:pt x="29" y="64"/>
                    <a:pt x="24" y="50"/>
                  </a:cubicBezTo>
                  <a:cubicBezTo>
                    <a:pt x="29" y="61"/>
                    <a:pt x="30" y="73"/>
                    <a:pt x="32" y="85"/>
                  </a:cubicBezTo>
                  <a:cubicBezTo>
                    <a:pt x="25" y="69"/>
                    <a:pt x="22" y="53"/>
                    <a:pt x="16" y="38"/>
                  </a:cubicBezTo>
                  <a:cubicBezTo>
                    <a:pt x="12" y="27"/>
                    <a:pt x="2" y="10"/>
                    <a:pt x="0" y="0"/>
                  </a:cubicBezTo>
                </a:path>
              </a:pathLst>
            </a:custGeom>
            <a:solidFill>
              <a:srgbClr val="CC9A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4142" name="Freeform 478">
              <a:extLst>
                <a:ext uri="{FF2B5EF4-FFF2-40B4-BE49-F238E27FC236}">
                  <a16:creationId xmlns:a16="http://schemas.microsoft.com/office/drawing/2014/main" id="{C66E2A78-E18E-43A9-BBED-F12171DE18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" y="556"/>
              <a:ext cx="38" cy="120"/>
            </a:xfrm>
            <a:custGeom>
              <a:avLst/>
              <a:gdLst>
                <a:gd name="T0" fmla="*/ 12 w 59"/>
                <a:gd name="T1" fmla="*/ 0 h 186"/>
                <a:gd name="T2" fmla="*/ 13 w 59"/>
                <a:gd name="T3" fmla="*/ 11 h 186"/>
                <a:gd name="T4" fmla="*/ 9 w 59"/>
                <a:gd name="T5" fmla="*/ 28 h 186"/>
                <a:gd name="T6" fmla="*/ 0 w 59"/>
                <a:gd name="T7" fmla="*/ 50 h 186"/>
                <a:gd name="T8" fmla="*/ 9 w 59"/>
                <a:gd name="T9" fmla="*/ 30 h 186"/>
                <a:gd name="T10" fmla="*/ 4 w 59"/>
                <a:gd name="T11" fmla="*/ 45 h 186"/>
                <a:gd name="T12" fmla="*/ 6 w 59"/>
                <a:gd name="T13" fmla="*/ 39 h 186"/>
                <a:gd name="T14" fmla="*/ 11 w 59"/>
                <a:gd name="T15" fmla="*/ 25 h 186"/>
                <a:gd name="T16" fmla="*/ 14 w 59"/>
                <a:gd name="T17" fmla="*/ 2 h 18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59"/>
                <a:gd name="T28" fmla="*/ 0 h 186"/>
                <a:gd name="T29" fmla="*/ 59 w 59"/>
                <a:gd name="T30" fmla="*/ 186 h 18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59" h="186">
                  <a:moveTo>
                    <a:pt x="43" y="0"/>
                  </a:moveTo>
                  <a:cubicBezTo>
                    <a:pt x="48" y="10"/>
                    <a:pt x="49" y="31"/>
                    <a:pt x="48" y="42"/>
                  </a:cubicBezTo>
                  <a:cubicBezTo>
                    <a:pt x="47" y="62"/>
                    <a:pt x="40" y="83"/>
                    <a:pt x="32" y="102"/>
                  </a:cubicBezTo>
                  <a:cubicBezTo>
                    <a:pt x="20" y="129"/>
                    <a:pt x="8" y="157"/>
                    <a:pt x="0" y="186"/>
                  </a:cubicBezTo>
                  <a:cubicBezTo>
                    <a:pt x="6" y="160"/>
                    <a:pt x="16" y="130"/>
                    <a:pt x="33" y="110"/>
                  </a:cubicBezTo>
                  <a:cubicBezTo>
                    <a:pt x="26" y="124"/>
                    <a:pt x="11" y="149"/>
                    <a:pt x="14" y="166"/>
                  </a:cubicBezTo>
                  <a:cubicBezTo>
                    <a:pt x="18" y="162"/>
                    <a:pt x="20" y="153"/>
                    <a:pt x="22" y="148"/>
                  </a:cubicBezTo>
                  <a:cubicBezTo>
                    <a:pt x="29" y="130"/>
                    <a:pt x="36" y="111"/>
                    <a:pt x="42" y="93"/>
                  </a:cubicBezTo>
                  <a:cubicBezTo>
                    <a:pt x="50" y="69"/>
                    <a:pt x="59" y="33"/>
                    <a:pt x="50" y="8"/>
                  </a:cubicBezTo>
                </a:path>
              </a:pathLst>
            </a:custGeom>
            <a:solidFill>
              <a:srgbClr val="CC9A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4143" name="Freeform 479">
              <a:extLst>
                <a:ext uri="{FF2B5EF4-FFF2-40B4-BE49-F238E27FC236}">
                  <a16:creationId xmlns:a16="http://schemas.microsoft.com/office/drawing/2014/main" id="{B2640047-0124-482F-91DD-A7B9A73101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" y="536"/>
              <a:ext cx="27" cy="135"/>
            </a:xfrm>
            <a:custGeom>
              <a:avLst/>
              <a:gdLst>
                <a:gd name="T0" fmla="*/ 3 w 41"/>
                <a:gd name="T1" fmla="*/ 1 h 209"/>
                <a:gd name="T2" fmla="*/ 2 w 41"/>
                <a:gd name="T3" fmla="*/ 11 h 209"/>
                <a:gd name="T4" fmla="*/ 9 w 41"/>
                <a:gd name="T5" fmla="*/ 31 h 209"/>
                <a:gd name="T6" fmla="*/ 11 w 41"/>
                <a:gd name="T7" fmla="*/ 44 h 209"/>
                <a:gd name="T8" fmla="*/ 10 w 41"/>
                <a:gd name="T9" fmla="*/ 56 h 209"/>
                <a:gd name="T10" fmla="*/ 7 w 41"/>
                <a:gd name="T11" fmla="*/ 41 h 209"/>
                <a:gd name="T12" fmla="*/ 9 w 41"/>
                <a:gd name="T13" fmla="*/ 50 h 209"/>
                <a:gd name="T14" fmla="*/ 8 w 41"/>
                <a:gd name="T15" fmla="*/ 45 h 209"/>
                <a:gd name="T16" fmla="*/ 5 w 41"/>
                <a:gd name="T17" fmla="*/ 30 h 209"/>
                <a:gd name="T18" fmla="*/ 2 w 41"/>
                <a:gd name="T19" fmla="*/ 14 h 209"/>
                <a:gd name="T20" fmla="*/ 1 w 41"/>
                <a:gd name="T21" fmla="*/ 0 h 20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41"/>
                <a:gd name="T34" fmla="*/ 0 h 209"/>
                <a:gd name="T35" fmla="*/ 41 w 41"/>
                <a:gd name="T36" fmla="*/ 209 h 209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41" h="209">
                  <a:moveTo>
                    <a:pt x="9" y="3"/>
                  </a:moveTo>
                  <a:cubicBezTo>
                    <a:pt x="3" y="9"/>
                    <a:pt x="7" y="32"/>
                    <a:pt x="8" y="40"/>
                  </a:cubicBezTo>
                  <a:cubicBezTo>
                    <a:pt x="11" y="66"/>
                    <a:pt x="19" y="92"/>
                    <a:pt x="29" y="116"/>
                  </a:cubicBezTo>
                  <a:cubicBezTo>
                    <a:pt x="35" y="132"/>
                    <a:pt x="38" y="147"/>
                    <a:pt x="38" y="164"/>
                  </a:cubicBezTo>
                  <a:cubicBezTo>
                    <a:pt x="38" y="175"/>
                    <a:pt x="41" y="199"/>
                    <a:pt x="35" y="209"/>
                  </a:cubicBezTo>
                  <a:cubicBezTo>
                    <a:pt x="36" y="189"/>
                    <a:pt x="27" y="170"/>
                    <a:pt x="26" y="151"/>
                  </a:cubicBezTo>
                  <a:cubicBezTo>
                    <a:pt x="31" y="161"/>
                    <a:pt x="30" y="177"/>
                    <a:pt x="29" y="188"/>
                  </a:cubicBezTo>
                  <a:cubicBezTo>
                    <a:pt x="27" y="181"/>
                    <a:pt x="28" y="173"/>
                    <a:pt x="28" y="165"/>
                  </a:cubicBezTo>
                  <a:cubicBezTo>
                    <a:pt x="26" y="147"/>
                    <a:pt x="20" y="129"/>
                    <a:pt x="15" y="111"/>
                  </a:cubicBezTo>
                  <a:cubicBezTo>
                    <a:pt x="11" y="91"/>
                    <a:pt x="10" y="71"/>
                    <a:pt x="6" y="51"/>
                  </a:cubicBezTo>
                  <a:cubicBezTo>
                    <a:pt x="4" y="34"/>
                    <a:pt x="0" y="17"/>
                    <a:pt x="3" y="0"/>
                  </a:cubicBezTo>
                </a:path>
              </a:pathLst>
            </a:custGeom>
            <a:solidFill>
              <a:srgbClr val="CC9A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4144" name="Freeform 480">
              <a:extLst>
                <a:ext uri="{FF2B5EF4-FFF2-40B4-BE49-F238E27FC236}">
                  <a16:creationId xmlns:a16="http://schemas.microsoft.com/office/drawing/2014/main" id="{34934E2F-F2F7-4830-93E0-4EEC88691E2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" y="336"/>
              <a:ext cx="101" cy="32"/>
            </a:xfrm>
            <a:custGeom>
              <a:avLst/>
              <a:gdLst>
                <a:gd name="T0" fmla="*/ 5 w 157"/>
                <a:gd name="T1" fmla="*/ 3 h 51"/>
                <a:gd name="T2" fmla="*/ 33 w 157"/>
                <a:gd name="T3" fmla="*/ 3 h 51"/>
                <a:gd name="T4" fmla="*/ 20 w 157"/>
                <a:gd name="T5" fmla="*/ 3 h 51"/>
                <a:gd name="T6" fmla="*/ 42 w 157"/>
                <a:gd name="T7" fmla="*/ 8 h 51"/>
                <a:gd name="T8" fmla="*/ 17 w 157"/>
                <a:gd name="T9" fmla="*/ 6 h 51"/>
                <a:gd name="T10" fmla="*/ 26 w 157"/>
                <a:gd name="T11" fmla="*/ 8 h 51"/>
                <a:gd name="T12" fmla="*/ 36 w 157"/>
                <a:gd name="T13" fmla="*/ 12 h 51"/>
                <a:gd name="T14" fmla="*/ 26 w 157"/>
                <a:gd name="T15" fmla="*/ 10 h 51"/>
                <a:gd name="T16" fmla="*/ 32 w 157"/>
                <a:gd name="T17" fmla="*/ 13 h 51"/>
                <a:gd name="T18" fmla="*/ 17 w 157"/>
                <a:gd name="T19" fmla="*/ 9 h 51"/>
                <a:gd name="T20" fmla="*/ 0 w 157"/>
                <a:gd name="T21" fmla="*/ 10 h 51"/>
                <a:gd name="T22" fmla="*/ 17 w 157"/>
                <a:gd name="T23" fmla="*/ 9 h 51"/>
                <a:gd name="T24" fmla="*/ 4 w 157"/>
                <a:gd name="T25" fmla="*/ 8 h 51"/>
                <a:gd name="T26" fmla="*/ 21 w 157"/>
                <a:gd name="T27" fmla="*/ 5 h 51"/>
                <a:gd name="T28" fmla="*/ 14 w 157"/>
                <a:gd name="T29" fmla="*/ 4 h 51"/>
                <a:gd name="T30" fmla="*/ 5 w 157"/>
                <a:gd name="T31" fmla="*/ 5 h 51"/>
                <a:gd name="T32" fmla="*/ 9 w 157"/>
                <a:gd name="T33" fmla="*/ 3 h 51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157"/>
                <a:gd name="T52" fmla="*/ 0 h 51"/>
                <a:gd name="T53" fmla="*/ 157 w 157"/>
                <a:gd name="T54" fmla="*/ 51 h 51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157" h="51">
                  <a:moveTo>
                    <a:pt x="17" y="13"/>
                  </a:moveTo>
                  <a:cubicBezTo>
                    <a:pt x="51" y="11"/>
                    <a:pt x="88" y="0"/>
                    <a:pt x="123" y="9"/>
                  </a:cubicBezTo>
                  <a:cubicBezTo>
                    <a:pt x="109" y="14"/>
                    <a:pt x="90" y="8"/>
                    <a:pt x="75" y="9"/>
                  </a:cubicBezTo>
                  <a:cubicBezTo>
                    <a:pt x="102" y="14"/>
                    <a:pt x="132" y="17"/>
                    <a:pt x="157" y="30"/>
                  </a:cubicBezTo>
                  <a:cubicBezTo>
                    <a:pt x="127" y="25"/>
                    <a:pt x="93" y="23"/>
                    <a:pt x="62" y="23"/>
                  </a:cubicBezTo>
                  <a:cubicBezTo>
                    <a:pt x="74" y="24"/>
                    <a:pt x="87" y="27"/>
                    <a:pt x="98" y="31"/>
                  </a:cubicBezTo>
                  <a:cubicBezTo>
                    <a:pt x="108" y="35"/>
                    <a:pt x="128" y="40"/>
                    <a:pt x="135" y="50"/>
                  </a:cubicBezTo>
                  <a:cubicBezTo>
                    <a:pt x="123" y="50"/>
                    <a:pt x="110" y="42"/>
                    <a:pt x="96" y="42"/>
                  </a:cubicBezTo>
                  <a:cubicBezTo>
                    <a:pt x="104" y="44"/>
                    <a:pt x="113" y="47"/>
                    <a:pt x="120" y="51"/>
                  </a:cubicBezTo>
                  <a:cubicBezTo>
                    <a:pt x="102" y="48"/>
                    <a:pt x="85" y="40"/>
                    <a:pt x="66" y="37"/>
                  </a:cubicBezTo>
                  <a:cubicBezTo>
                    <a:pt x="44" y="34"/>
                    <a:pt x="22" y="42"/>
                    <a:pt x="0" y="41"/>
                  </a:cubicBezTo>
                  <a:cubicBezTo>
                    <a:pt x="21" y="41"/>
                    <a:pt x="44" y="38"/>
                    <a:pt x="65" y="37"/>
                  </a:cubicBezTo>
                  <a:cubicBezTo>
                    <a:pt x="52" y="32"/>
                    <a:pt x="29" y="30"/>
                    <a:pt x="16" y="34"/>
                  </a:cubicBezTo>
                  <a:cubicBezTo>
                    <a:pt x="35" y="31"/>
                    <a:pt x="56" y="17"/>
                    <a:pt x="76" y="19"/>
                  </a:cubicBezTo>
                  <a:cubicBezTo>
                    <a:pt x="68" y="18"/>
                    <a:pt x="59" y="16"/>
                    <a:pt x="51" y="16"/>
                  </a:cubicBezTo>
                  <a:cubicBezTo>
                    <a:pt x="39" y="15"/>
                    <a:pt x="28" y="19"/>
                    <a:pt x="17" y="19"/>
                  </a:cubicBezTo>
                  <a:cubicBezTo>
                    <a:pt x="22" y="15"/>
                    <a:pt x="28" y="12"/>
                    <a:pt x="34" y="10"/>
                  </a:cubicBezTo>
                </a:path>
              </a:pathLst>
            </a:custGeom>
            <a:solidFill>
              <a:srgbClr val="F9EF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4145" name="Freeform 481">
              <a:extLst>
                <a:ext uri="{FF2B5EF4-FFF2-40B4-BE49-F238E27FC236}">
                  <a16:creationId xmlns:a16="http://schemas.microsoft.com/office/drawing/2014/main" id="{484BB170-B968-41BA-9005-722C610A8E8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" y="372"/>
              <a:ext cx="81" cy="30"/>
            </a:xfrm>
            <a:custGeom>
              <a:avLst/>
              <a:gdLst>
                <a:gd name="T0" fmla="*/ 2 w 125"/>
                <a:gd name="T1" fmla="*/ 4 h 47"/>
                <a:gd name="T2" fmla="*/ 17 w 125"/>
                <a:gd name="T3" fmla="*/ 2 h 47"/>
                <a:gd name="T4" fmla="*/ 34 w 125"/>
                <a:gd name="T5" fmla="*/ 4 h 47"/>
                <a:gd name="T6" fmla="*/ 28 w 125"/>
                <a:gd name="T7" fmla="*/ 4 h 47"/>
                <a:gd name="T8" fmla="*/ 15 w 125"/>
                <a:gd name="T9" fmla="*/ 3 h 47"/>
                <a:gd name="T10" fmla="*/ 29 w 125"/>
                <a:gd name="T11" fmla="*/ 6 h 47"/>
                <a:gd name="T12" fmla="*/ 21 w 125"/>
                <a:gd name="T13" fmla="*/ 6 h 47"/>
                <a:gd name="T14" fmla="*/ 30 w 125"/>
                <a:gd name="T15" fmla="*/ 7 h 47"/>
                <a:gd name="T16" fmla="*/ 28 w 125"/>
                <a:gd name="T17" fmla="*/ 8 h 47"/>
                <a:gd name="T18" fmla="*/ 32 w 125"/>
                <a:gd name="T19" fmla="*/ 8 h 47"/>
                <a:gd name="T20" fmla="*/ 20 w 125"/>
                <a:gd name="T21" fmla="*/ 7 h 47"/>
                <a:gd name="T22" fmla="*/ 34 w 125"/>
                <a:gd name="T23" fmla="*/ 11 h 47"/>
                <a:gd name="T24" fmla="*/ 16 w 125"/>
                <a:gd name="T25" fmla="*/ 11 h 47"/>
                <a:gd name="T26" fmla="*/ 6 w 125"/>
                <a:gd name="T27" fmla="*/ 12 h 47"/>
                <a:gd name="T28" fmla="*/ 0 w 125"/>
                <a:gd name="T29" fmla="*/ 12 h 47"/>
                <a:gd name="T30" fmla="*/ 18 w 125"/>
                <a:gd name="T31" fmla="*/ 10 h 47"/>
                <a:gd name="T32" fmla="*/ 5 w 125"/>
                <a:gd name="T33" fmla="*/ 10 h 47"/>
                <a:gd name="T34" fmla="*/ 19 w 125"/>
                <a:gd name="T35" fmla="*/ 7 h 47"/>
                <a:gd name="T36" fmla="*/ 7 w 125"/>
                <a:gd name="T37" fmla="*/ 6 h 47"/>
                <a:gd name="T38" fmla="*/ 9 w 125"/>
                <a:gd name="T39" fmla="*/ 5 h 47"/>
                <a:gd name="T40" fmla="*/ 1 w 125"/>
                <a:gd name="T41" fmla="*/ 5 h 47"/>
                <a:gd name="T42" fmla="*/ 5 w 125"/>
                <a:gd name="T43" fmla="*/ 3 h 47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125"/>
                <a:gd name="T67" fmla="*/ 0 h 47"/>
                <a:gd name="T68" fmla="*/ 125 w 125"/>
                <a:gd name="T69" fmla="*/ 47 h 47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125" h="47">
                  <a:moveTo>
                    <a:pt x="8" y="14"/>
                  </a:moveTo>
                  <a:cubicBezTo>
                    <a:pt x="20" y="0"/>
                    <a:pt x="44" y="4"/>
                    <a:pt x="61" y="6"/>
                  </a:cubicBezTo>
                  <a:cubicBezTo>
                    <a:pt x="82" y="8"/>
                    <a:pt x="103" y="16"/>
                    <a:pt x="123" y="17"/>
                  </a:cubicBezTo>
                  <a:cubicBezTo>
                    <a:pt x="120" y="24"/>
                    <a:pt x="109" y="19"/>
                    <a:pt x="103" y="17"/>
                  </a:cubicBezTo>
                  <a:cubicBezTo>
                    <a:pt x="87" y="14"/>
                    <a:pt x="70" y="13"/>
                    <a:pt x="54" y="13"/>
                  </a:cubicBezTo>
                  <a:cubicBezTo>
                    <a:pt x="71" y="11"/>
                    <a:pt x="93" y="15"/>
                    <a:pt x="108" y="24"/>
                  </a:cubicBezTo>
                  <a:cubicBezTo>
                    <a:pt x="99" y="23"/>
                    <a:pt x="87" y="20"/>
                    <a:pt x="79" y="24"/>
                  </a:cubicBezTo>
                  <a:cubicBezTo>
                    <a:pt x="89" y="24"/>
                    <a:pt x="101" y="23"/>
                    <a:pt x="110" y="27"/>
                  </a:cubicBezTo>
                  <a:cubicBezTo>
                    <a:pt x="108" y="28"/>
                    <a:pt x="106" y="30"/>
                    <a:pt x="103" y="31"/>
                  </a:cubicBezTo>
                  <a:cubicBezTo>
                    <a:pt x="108" y="32"/>
                    <a:pt x="115" y="31"/>
                    <a:pt x="119" y="33"/>
                  </a:cubicBezTo>
                  <a:cubicBezTo>
                    <a:pt x="106" y="35"/>
                    <a:pt x="88" y="28"/>
                    <a:pt x="74" y="28"/>
                  </a:cubicBezTo>
                  <a:cubicBezTo>
                    <a:pt x="89" y="33"/>
                    <a:pt x="112" y="31"/>
                    <a:pt x="125" y="42"/>
                  </a:cubicBezTo>
                  <a:cubicBezTo>
                    <a:pt x="103" y="43"/>
                    <a:pt x="82" y="37"/>
                    <a:pt x="60" y="42"/>
                  </a:cubicBezTo>
                  <a:cubicBezTo>
                    <a:pt x="48" y="44"/>
                    <a:pt x="36" y="47"/>
                    <a:pt x="24" y="47"/>
                  </a:cubicBezTo>
                  <a:cubicBezTo>
                    <a:pt x="16" y="47"/>
                    <a:pt x="8" y="44"/>
                    <a:pt x="0" y="46"/>
                  </a:cubicBezTo>
                  <a:cubicBezTo>
                    <a:pt x="20" y="37"/>
                    <a:pt x="45" y="42"/>
                    <a:pt x="66" y="37"/>
                  </a:cubicBezTo>
                  <a:cubicBezTo>
                    <a:pt x="53" y="32"/>
                    <a:pt x="30" y="35"/>
                    <a:pt x="17" y="38"/>
                  </a:cubicBezTo>
                  <a:cubicBezTo>
                    <a:pt x="35" y="35"/>
                    <a:pt x="53" y="30"/>
                    <a:pt x="71" y="26"/>
                  </a:cubicBezTo>
                  <a:cubicBezTo>
                    <a:pt x="63" y="18"/>
                    <a:pt x="38" y="24"/>
                    <a:pt x="27" y="24"/>
                  </a:cubicBezTo>
                  <a:cubicBezTo>
                    <a:pt x="29" y="23"/>
                    <a:pt x="32" y="21"/>
                    <a:pt x="34" y="20"/>
                  </a:cubicBezTo>
                  <a:cubicBezTo>
                    <a:pt x="24" y="17"/>
                    <a:pt x="12" y="23"/>
                    <a:pt x="3" y="19"/>
                  </a:cubicBezTo>
                  <a:cubicBezTo>
                    <a:pt x="5" y="14"/>
                    <a:pt x="12" y="13"/>
                    <a:pt x="18" y="12"/>
                  </a:cubicBezTo>
                </a:path>
              </a:pathLst>
            </a:custGeom>
            <a:solidFill>
              <a:srgbClr val="F9EF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4146" name="Freeform 482">
              <a:extLst>
                <a:ext uri="{FF2B5EF4-FFF2-40B4-BE49-F238E27FC236}">
                  <a16:creationId xmlns:a16="http://schemas.microsoft.com/office/drawing/2014/main" id="{367B25BF-A6E3-408C-B262-CBB822166F0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" y="408"/>
              <a:ext cx="79" cy="16"/>
            </a:xfrm>
            <a:custGeom>
              <a:avLst/>
              <a:gdLst>
                <a:gd name="T0" fmla="*/ 0 w 123"/>
                <a:gd name="T1" fmla="*/ 1 h 24"/>
                <a:gd name="T2" fmla="*/ 17 w 123"/>
                <a:gd name="T3" fmla="*/ 0 h 24"/>
                <a:gd name="T4" fmla="*/ 33 w 123"/>
                <a:gd name="T5" fmla="*/ 2 h 24"/>
                <a:gd name="T6" fmla="*/ 29 w 123"/>
                <a:gd name="T7" fmla="*/ 2 h 24"/>
                <a:gd name="T8" fmla="*/ 22 w 123"/>
                <a:gd name="T9" fmla="*/ 1 h 24"/>
                <a:gd name="T10" fmla="*/ 28 w 123"/>
                <a:gd name="T11" fmla="*/ 3 h 24"/>
                <a:gd name="T12" fmla="*/ 24 w 123"/>
                <a:gd name="T13" fmla="*/ 3 h 24"/>
                <a:gd name="T14" fmla="*/ 29 w 123"/>
                <a:gd name="T15" fmla="*/ 7 h 24"/>
                <a:gd name="T16" fmla="*/ 24 w 123"/>
                <a:gd name="T17" fmla="*/ 6 h 24"/>
                <a:gd name="T18" fmla="*/ 25 w 123"/>
                <a:gd name="T19" fmla="*/ 7 h 24"/>
                <a:gd name="T20" fmla="*/ 13 w 123"/>
                <a:gd name="T21" fmla="*/ 4 h 24"/>
                <a:gd name="T22" fmla="*/ 1 w 123"/>
                <a:gd name="T23" fmla="*/ 3 h 2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123"/>
                <a:gd name="T37" fmla="*/ 0 h 24"/>
                <a:gd name="T38" fmla="*/ 123 w 123"/>
                <a:gd name="T39" fmla="*/ 24 h 24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123" h="24">
                  <a:moveTo>
                    <a:pt x="0" y="3"/>
                  </a:moveTo>
                  <a:cubicBezTo>
                    <a:pt x="22" y="8"/>
                    <a:pt x="44" y="0"/>
                    <a:pt x="66" y="0"/>
                  </a:cubicBezTo>
                  <a:cubicBezTo>
                    <a:pt x="82" y="0"/>
                    <a:pt x="108" y="2"/>
                    <a:pt x="123" y="8"/>
                  </a:cubicBezTo>
                  <a:cubicBezTo>
                    <a:pt x="119" y="10"/>
                    <a:pt x="113" y="7"/>
                    <a:pt x="109" y="6"/>
                  </a:cubicBezTo>
                  <a:cubicBezTo>
                    <a:pt x="100" y="5"/>
                    <a:pt x="91" y="6"/>
                    <a:pt x="82" y="5"/>
                  </a:cubicBezTo>
                  <a:cubicBezTo>
                    <a:pt x="89" y="7"/>
                    <a:pt x="100" y="8"/>
                    <a:pt x="107" y="12"/>
                  </a:cubicBezTo>
                  <a:cubicBezTo>
                    <a:pt x="101" y="13"/>
                    <a:pt x="95" y="11"/>
                    <a:pt x="89" y="11"/>
                  </a:cubicBezTo>
                  <a:cubicBezTo>
                    <a:pt x="93" y="17"/>
                    <a:pt x="103" y="20"/>
                    <a:pt x="109" y="24"/>
                  </a:cubicBezTo>
                  <a:cubicBezTo>
                    <a:pt x="104" y="22"/>
                    <a:pt x="92" y="14"/>
                    <a:pt x="88" y="21"/>
                  </a:cubicBezTo>
                  <a:cubicBezTo>
                    <a:pt x="90" y="21"/>
                    <a:pt x="92" y="23"/>
                    <a:pt x="94" y="24"/>
                  </a:cubicBezTo>
                  <a:cubicBezTo>
                    <a:pt x="79" y="22"/>
                    <a:pt x="64" y="15"/>
                    <a:pt x="49" y="13"/>
                  </a:cubicBezTo>
                  <a:cubicBezTo>
                    <a:pt x="35" y="12"/>
                    <a:pt x="18" y="17"/>
                    <a:pt x="5" y="9"/>
                  </a:cubicBezTo>
                </a:path>
              </a:pathLst>
            </a:custGeom>
            <a:solidFill>
              <a:srgbClr val="F9EF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4147" name="Freeform 483">
              <a:extLst>
                <a:ext uri="{FF2B5EF4-FFF2-40B4-BE49-F238E27FC236}">
                  <a16:creationId xmlns:a16="http://schemas.microsoft.com/office/drawing/2014/main" id="{E98C62C8-EB50-4F07-8A23-CF3904F7182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" y="428"/>
              <a:ext cx="107" cy="37"/>
            </a:xfrm>
            <a:custGeom>
              <a:avLst/>
              <a:gdLst>
                <a:gd name="T0" fmla="*/ 7 w 166"/>
                <a:gd name="T1" fmla="*/ 0 h 58"/>
                <a:gd name="T2" fmla="*/ 23 w 166"/>
                <a:gd name="T3" fmla="*/ 4 h 58"/>
                <a:gd name="T4" fmla="*/ 41 w 166"/>
                <a:gd name="T5" fmla="*/ 5 h 58"/>
                <a:gd name="T6" fmla="*/ 28 w 166"/>
                <a:gd name="T7" fmla="*/ 6 h 58"/>
                <a:gd name="T8" fmla="*/ 37 w 166"/>
                <a:gd name="T9" fmla="*/ 7 h 58"/>
                <a:gd name="T10" fmla="*/ 44 w 166"/>
                <a:gd name="T11" fmla="*/ 8 h 58"/>
                <a:gd name="T12" fmla="*/ 37 w 166"/>
                <a:gd name="T13" fmla="*/ 8 h 58"/>
                <a:gd name="T14" fmla="*/ 41 w 166"/>
                <a:gd name="T15" fmla="*/ 8 h 58"/>
                <a:gd name="T16" fmla="*/ 37 w 166"/>
                <a:gd name="T17" fmla="*/ 10 h 58"/>
                <a:gd name="T18" fmla="*/ 39 w 166"/>
                <a:gd name="T19" fmla="*/ 11 h 58"/>
                <a:gd name="T20" fmla="*/ 23 w 166"/>
                <a:gd name="T21" fmla="*/ 9 h 58"/>
                <a:gd name="T22" fmla="*/ 30 w 166"/>
                <a:gd name="T23" fmla="*/ 11 h 58"/>
                <a:gd name="T24" fmla="*/ 38 w 166"/>
                <a:gd name="T25" fmla="*/ 12 h 58"/>
                <a:gd name="T26" fmla="*/ 31 w 166"/>
                <a:gd name="T27" fmla="*/ 13 h 58"/>
                <a:gd name="T28" fmla="*/ 35 w 166"/>
                <a:gd name="T29" fmla="*/ 15 h 58"/>
                <a:gd name="T30" fmla="*/ 28 w 166"/>
                <a:gd name="T31" fmla="*/ 13 h 58"/>
                <a:gd name="T32" fmla="*/ 19 w 166"/>
                <a:gd name="T33" fmla="*/ 12 h 58"/>
                <a:gd name="T34" fmla="*/ 0 w 166"/>
                <a:gd name="T35" fmla="*/ 10 h 58"/>
                <a:gd name="T36" fmla="*/ 19 w 166"/>
                <a:gd name="T37" fmla="*/ 11 h 58"/>
                <a:gd name="T38" fmla="*/ 9 w 166"/>
                <a:gd name="T39" fmla="*/ 7 h 58"/>
                <a:gd name="T40" fmla="*/ 21 w 166"/>
                <a:gd name="T41" fmla="*/ 7 h 58"/>
                <a:gd name="T42" fmla="*/ 15 w 166"/>
                <a:gd name="T43" fmla="*/ 6 h 58"/>
                <a:gd name="T44" fmla="*/ 20 w 166"/>
                <a:gd name="T45" fmla="*/ 6 h 58"/>
                <a:gd name="T46" fmla="*/ 8 w 166"/>
                <a:gd name="T47" fmla="*/ 1 h 58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w 166"/>
                <a:gd name="T73" fmla="*/ 0 h 58"/>
                <a:gd name="T74" fmla="*/ 166 w 166"/>
                <a:gd name="T75" fmla="*/ 58 h 58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T72" t="T73" r="T74" b="T75"/>
              <a:pathLst>
                <a:path w="166" h="58">
                  <a:moveTo>
                    <a:pt x="26" y="0"/>
                  </a:moveTo>
                  <a:cubicBezTo>
                    <a:pt x="47" y="1"/>
                    <a:pt x="65" y="9"/>
                    <a:pt x="85" y="15"/>
                  </a:cubicBezTo>
                  <a:cubicBezTo>
                    <a:pt x="102" y="21"/>
                    <a:pt x="133" y="28"/>
                    <a:pt x="151" y="21"/>
                  </a:cubicBezTo>
                  <a:cubicBezTo>
                    <a:pt x="135" y="21"/>
                    <a:pt x="120" y="20"/>
                    <a:pt x="104" y="24"/>
                  </a:cubicBezTo>
                  <a:cubicBezTo>
                    <a:pt x="113" y="27"/>
                    <a:pt x="127" y="24"/>
                    <a:pt x="137" y="26"/>
                  </a:cubicBezTo>
                  <a:cubicBezTo>
                    <a:pt x="146" y="27"/>
                    <a:pt x="157" y="26"/>
                    <a:pt x="166" y="29"/>
                  </a:cubicBezTo>
                  <a:cubicBezTo>
                    <a:pt x="156" y="32"/>
                    <a:pt x="145" y="27"/>
                    <a:pt x="136" y="31"/>
                  </a:cubicBezTo>
                  <a:cubicBezTo>
                    <a:pt x="141" y="34"/>
                    <a:pt x="148" y="33"/>
                    <a:pt x="154" y="33"/>
                  </a:cubicBezTo>
                  <a:cubicBezTo>
                    <a:pt x="148" y="34"/>
                    <a:pt x="142" y="36"/>
                    <a:pt x="136" y="37"/>
                  </a:cubicBezTo>
                  <a:cubicBezTo>
                    <a:pt x="138" y="39"/>
                    <a:pt x="142" y="41"/>
                    <a:pt x="145" y="42"/>
                  </a:cubicBezTo>
                  <a:cubicBezTo>
                    <a:pt x="124" y="47"/>
                    <a:pt x="103" y="28"/>
                    <a:pt x="83" y="34"/>
                  </a:cubicBezTo>
                  <a:cubicBezTo>
                    <a:pt x="92" y="38"/>
                    <a:pt x="103" y="38"/>
                    <a:pt x="112" y="40"/>
                  </a:cubicBezTo>
                  <a:cubicBezTo>
                    <a:pt x="122" y="43"/>
                    <a:pt x="132" y="47"/>
                    <a:pt x="142" y="46"/>
                  </a:cubicBezTo>
                  <a:cubicBezTo>
                    <a:pt x="134" y="45"/>
                    <a:pt x="121" y="43"/>
                    <a:pt x="115" y="49"/>
                  </a:cubicBezTo>
                  <a:cubicBezTo>
                    <a:pt x="120" y="51"/>
                    <a:pt x="124" y="54"/>
                    <a:pt x="128" y="57"/>
                  </a:cubicBezTo>
                  <a:cubicBezTo>
                    <a:pt x="121" y="58"/>
                    <a:pt x="111" y="54"/>
                    <a:pt x="104" y="52"/>
                  </a:cubicBezTo>
                  <a:cubicBezTo>
                    <a:pt x="92" y="48"/>
                    <a:pt x="82" y="47"/>
                    <a:pt x="70" y="45"/>
                  </a:cubicBezTo>
                  <a:cubicBezTo>
                    <a:pt x="47" y="42"/>
                    <a:pt x="24" y="35"/>
                    <a:pt x="0" y="36"/>
                  </a:cubicBezTo>
                  <a:cubicBezTo>
                    <a:pt x="22" y="31"/>
                    <a:pt x="52" y="31"/>
                    <a:pt x="73" y="40"/>
                  </a:cubicBezTo>
                  <a:cubicBezTo>
                    <a:pt x="60" y="37"/>
                    <a:pt x="48" y="30"/>
                    <a:pt x="34" y="28"/>
                  </a:cubicBezTo>
                  <a:cubicBezTo>
                    <a:pt x="48" y="25"/>
                    <a:pt x="63" y="27"/>
                    <a:pt x="77" y="27"/>
                  </a:cubicBezTo>
                  <a:cubicBezTo>
                    <a:pt x="69" y="26"/>
                    <a:pt x="61" y="25"/>
                    <a:pt x="54" y="23"/>
                  </a:cubicBezTo>
                  <a:cubicBezTo>
                    <a:pt x="60" y="24"/>
                    <a:pt x="68" y="27"/>
                    <a:pt x="74" y="24"/>
                  </a:cubicBezTo>
                  <a:cubicBezTo>
                    <a:pt x="70" y="10"/>
                    <a:pt x="42" y="8"/>
                    <a:pt x="30" y="5"/>
                  </a:cubicBezTo>
                </a:path>
              </a:pathLst>
            </a:custGeom>
            <a:solidFill>
              <a:srgbClr val="F9EF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4148" name="Freeform 484">
              <a:extLst>
                <a:ext uri="{FF2B5EF4-FFF2-40B4-BE49-F238E27FC236}">
                  <a16:creationId xmlns:a16="http://schemas.microsoft.com/office/drawing/2014/main" id="{257747EB-4872-4271-9B5D-AF64F1340BE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" y="461"/>
              <a:ext cx="104" cy="50"/>
            </a:xfrm>
            <a:custGeom>
              <a:avLst/>
              <a:gdLst>
                <a:gd name="T0" fmla="*/ 36 w 161"/>
                <a:gd name="T1" fmla="*/ 5 h 77"/>
                <a:gd name="T2" fmla="*/ 21 w 161"/>
                <a:gd name="T3" fmla="*/ 4 h 77"/>
                <a:gd name="T4" fmla="*/ 12 w 161"/>
                <a:gd name="T5" fmla="*/ 2 h 77"/>
                <a:gd name="T6" fmla="*/ 3 w 161"/>
                <a:gd name="T7" fmla="*/ 1 h 77"/>
                <a:gd name="T8" fmla="*/ 16 w 161"/>
                <a:gd name="T9" fmla="*/ 4 h 77"/>
                <a:gd name="T10" fmla="*/ 7 w 161"/>
                <a:gd name="T11" fmla="*/ 4 h 77"/>
                <a:gd name="T12" fmla="*/ 12 w 161"/>
                <a:gd name="T13" fmla="*/ 4 h 77"/>
                <a:gd name="T14" fmla="*/ 11 w 161"/>
                <a:gd name="T15" fmla="*/ 4 h 77"/>
                <a:gd name="T16" fmla="*/ 21 w 161"/>
                <a:gd name="T17" fmla="*/ 6 h 77"/>
                <a:gd name="T18" fmla="*/ 13 w 161"/>
                <a:gd name="T19" fmla="*/ 8 h 77"/>
                <a:gd name="T20" fmla="*/ 0 w 161"/>
                <a:gd name="T21" fmla="*/ 12 h 77"/>
                <a:gd name="T22" fmla="*/ 17 w 161"/>
                <a:gd name="T23" fmla="*/ 9 h 77"/>
                <a:gd name="T24" fmla="*/ 8 w 161"/>
                <a:gd name="T25" fmla="*/ 13 h 77"/>
                <a:gd name="T26" fmla="*/ 28 w 161"/>
                <a:gd name="T27" fmla="*/ 12 h 77"/>
                <a:gd name="T28" fmla="*/ 37 w 161"/>
                <a:gd name="T29" fmla="*/ 17 h 77"/>
                <a:gd name="T30" fmla="*/ 43 w 161"/>
                <a:gd name="T31" fmla="*/ 21 h 77"/>
                <a:gd name="T32" fmla="*/ 40 w 161"/>
                <a:gd name="T33" fmla="*/ 16 h 77"/>
                <a:gd name="T34" fmla="*/ 34 w 161"/>
                <a:gd name="T35" fmla="*/ 10 h 77"/>
                <a:gd name="T36" fmla="*/ 39 w 161"/>
                <a:gd name="T37" fmla="*/ 13 h 77"/>
                <a:gd name="T38" fmla="*/ 29 w 161"/>
                <a:gd name="T39" fmla="*/ 9 h 77"/>
                <a:gd name="T40" fmla="*/ 37 w 161"/>
                <a:gd name="T41" fmla="*/ 8 h 77"/>
                <a:gd name="T42" fmla="*/ 34 w 161"/>
                <a:gd name="T43" fmla="*/ 6 h 77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161"/>
                <a:gd name="T67" fmla="*/ 0 h 77"/>
                <a:gd name="T68" fmla="*/ 161 w 161"/>
                <a:gd name="T69" fmla="*/ 77 h 77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161" h="77">
                  <a:moveTo>
                    <a:pt x="131" y="20"/>
                  </a:moveTo>
                  <a:cubicBezTo>
                    <a:pt x="114" y="15"/>
                    <a:pt x="96" y="18"/>
                    <a:pt x="79" y="14"/>
                  </a:cubicBezTo>
                  <a:cubicBezTo>
                    <a:pt x="67" y="11"/>
                    <a:pt x="56" y="7"/>
                    <a:pt x="44" y="6"/>
                  </a:cubicBezTo>
                  <a:cubicBezTo>
                    <a:pt x="33" y="5"/>
                    <a:pt x="23" y="0"/>
                    <a:pt x="13" y="1"/>
                  </a:cubicBezTo>
                  <a:cubicBezTo>
                    <a:pt x="28" y="7"/>
                    <a:pt x="46" y="4"/>
                    <a:pt x="59" y="15"/>
                  </a:cubicBezTo>
                  <a:cubicBezTo>
                    <a:pt x="47" y="13"/>
                    <a:pt x="38" y="12"/>
                    <a:pt x="26" y="14"/>
                  </a:cubicBezTo>
                  <a:cubicBezTo>
                    <a:pt x="32" y="16"/>
                    <a:pt x="39" y="13"/>
                    <a:pt x="45" y="15"/>
                  </a:cubicBezTo>
                  <a:cubicBezTo>
                    <a:pt x="43" y="15"/>
                    <a:pt x="41" y="16"/>
                    <a:pt x="40" y="16"/>
                  </a:cubicBezTo>
                  <a:cubicBezTo>
                    <a:pt x="45" y="26"/>
                    <a:pt x="66" y="21"/>
                    <a:pt x="76" y="25"/>
                  </a:cubicBezTo>
                  <a:cubicBezTo>
                    <a:pt x="68" y="29"/>
                    <a:pt x="56" y="26"/>
                    <a:pt x="48" y="27"/>
                  </a:cubicBezTo>
                  <a:cubicBezTo>
                    <a:pt x="31" y="28"/>
                    <a:pt x="14" y="34"/>
                    <a:pt x="0" y="42"/>
                  </a:cubicBezTo>
                  <a:cubicBezTo>
                    <a:pt x="19" y="34"/>
                    <a:pt x="43" y="32"/>
                    <a:pt x="64" y="34"/>
                  </a:cubicBezTo>
                  <a:cubicBezTo>
                    <a:pt x="53" y="38"/>
                    <a:pt x="41" y="42"/>
                    <a:pt x="30" y="47"/>
                  </a:cubicBezTo>
                  <a:cubicBezTo>
                    <a:pt x="56" y="42"/>
                    <a:pt x="78" y="33"/>
                    <a:pt x="105" y="41"/>
                  </a:cubicBezTo>
                  <a:cubicBezTo>
                    <a:pt x="118" y="46"/>
                    <a:pt x="128" y="53"/>
                    <a:pt x="140" y="62"/>
                  </a:cubicBezTo>
                  <a:cubicBezTo>
                    <a:pt x="146" y="66"/>
                    <a:pt x="156" y="70"/>
                    <a:pt x="161" y="76"/>
                  </a:cubicBezTo>
                  <a:cubicBezTo>
                    <a:pt x="155" y="77"/>
                    <a:pt x="151" y="62"/>
                    <a:pt x="148" y="57"/>
                  </a:cubicBezTo>
                  <a:cubicBezTo>
                    <a:pt x="142" y="48"/>
                    <a:pt x="135" y="42"/>
                    <a:pt x="125" y="39"/>
                  </a:cubicBezTo>
                  <a:cubicBezTo>
                    <a:pt x="133" y="40"/>
                    <a:pt x="140" y="44"/>
                    <a:pt x="147" y="48"/>
                  </a:cubicBezTo>
                  <a:cubicBezTo>
                    <a:pt x="137" y="36"/>
                    <a:pt x="120" y="39"/>
                    <a:pt x="109" y="32"/>
                  </a:cubicBezTo>
                  <a:cubicBezTo>
                    <a:pt x="116" y="32"/>
                    <a:pt x="134" y="32"/>
                    <a:pt x="138" y="28"/>
                  </a:cubicBezTo>
                  <a:cubicBezTo>
                    <a:pt x="134" y="26"/>
                    <a:pt x="129" y="26"/>
                    <a:pt x="124" y="25"/>
                  </a:cubicBezTo>
                </a:path>
              </a:pathLst>
            </a:custGeom>
            <a:solidFill>
              <a:srgbClr val="F9EF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4149" name="Freeform 485">
              <a:extLst>
                <a:ext uri="{FF2B5EF4-FFF2-40B4-BE49-F238E27FC236}">
                  <a16:creationId xmlns:a16="http://schemas.microsoft.com/office/drawing/2014/main" id="{6E1025A9-F418-4E67-B15A-B00355252D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" y="495"/>
              <a:ext cx="39" cy="38"/>
            </a:xfrm>
            <a:custGeom>
              <a:avLst/>
              <a:gdLst>
                <a:gd name="T0" fmla="*/ 14 w 60"/>
                <a:gd name="T1" fmla="*/ 5 h 58"/>
                <a:gd name="T2" fmla="*/ 0 w 60"/>
                <a:gd name="T3" fmla="*/ 0 h 58"/>
                <a:gd name="T4" fmla="*/ 10 w 60"/>
                <a:gd name="T5" fmla="*/ 8 h 58"/>
                <a:gd name="T6" fmla="*/ 2 w 60"/>
                <a:gd name="T7" fmla="*/ 5 h 58"/>
                <a:gd name="T8" fmla="*/ 7 w 60"/>
                <a:gd name="T9" fmla="*/ 7 h 58"/>
                <a:gd name="T10" fmla="*/ 3 w 60"/>
                <a:gd name="T11" fmla="*/ 6 h 58"/>
                <a:gd name="T12" fmla="*/ 6 w 60"/>
                <a:gd name="T13" fmla="*/ 11 h 58"/>
                <a:gd name="T14" fmla="*/ 1 w 60"/>
                <a:gd name="T15" fmla="*/ 7 h 58"/>
                <a:gd name="T16" fmla="*/ 15 w 60"/>
                <a:gd name="T17" fmla="*/ 14 h 58"/>
                <a:gd name="T18" fmla="*/ 9 w 60"/>
                <a:gd name="T19" fmla="*/ 11 h 58"/>
                <a:gd name="T20" fmla="*/ 16 w 60"/>
                <a:gd name="T21" fmla="*/ 12 h 58"/>
                <a:gd name="T22" fmla="*/ 12 w 60"/>
                <a:gd name="T23" fmla="*/ 9 h 58"/>
                <a:gd name="T24" fmla="*/ 12 w 60"/>
                <a:gd name="T25" fmla="*/ 4 h 5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60"/>
                <a:gd name="T40" fmla="*/ 0 h 58"/>
                <a:gd name="T41" fmla="*/ 60 w 60"/>
                <a:gd name="T42" fmla="*/ 58 h 58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60" h="58">
                  <a:moveTo>
                    <a:pt x="53" y="16"/>
                  </a:moveTo>
                  <a:cubicBezTo>
                    <a:pt x="45" y="23"/>
                    <a:pt x="6" y="8"/>
                    <a:pt x="0" y="0"/>
                  </a:cubicBezTo>
                  <a:cubicBezTo>
                    <a:pt x="10" y="13"/>
                    <a:pt x="31" y="11"/>
                    <a:pt x="37" y="27"/>
                  </a:cubicBezTo>
                  <a:cubicBezTo>
                    <a:pt x="26" y="29"/>
                    <a:pt x="18" y="15"/>
                    <a:pt x="7" y="16"/>
                  </a:cubicBezTo>
                  <a:cubicBezTo>
                    <a:pt x="12" y="20"/>
                    <a:pt x="18" y="23"/>
                    <a:pt x="24" y="26"/>
                  </a:cubicBezTo>
                  <a:cubicBezTo>
                    <a:pt x="21" y="25"/>
                    <a:pt x="17" y="23"/>
                    <a:pt x="13" y="22"/>
                  </a:cubicBezTo>
                  <a:cubicBezTo>
                    <a:pt x="13" y="30"/>
                    <a:pt x="18" y="34"/>
                    <a:pt x="22" y="39"/>
                  </a:cubicBezTo>
                  <a:cubicBezTo>
                    <a:pt x="16" y="35"/>
                    <a:pt x="9" y="27"/>
                    <a:pt x="2" y="26"/>
                  </a:cubicBezTo>
                  <a:cubicBezTo>
                    <a:pt x="9" y="39"/>
                    <a:pt x="42" y="58"/>
                    <a:pt x="56" y="52"/>
                  </a:cubicBezTo>
                  <a:cubicBezTo>
                    <a:pt x="47" y="53"/>
                    <a:pt x="40" y="44"/>
                    <a:pt x="33" y="40"/>
                  </a:cubicBezTo>
                  <a:cubicBezTo>
                    <a:pt x="41" y="43"/>
                    <a:pt x="52" y="44"/>
                    <a:pt x="60" y="43"/>
                  </a:cubicBezTo>
                  <a:cubicBezTo>
                    <a:pt x="55" y="38"/>
                    <a:pt x="47" y="36"/>
                    <a:pt x="41" y="34"/>
                  </a:cubicBezTo>
                  <a:cubicBezTo>
                    <a:pt x="56" y="36"/>
                    <a:pt x="54" y="20"/>
                    <a:pt x="45" y="13"/>
                  </a:cubicBezTo>
                </a:path>
              </a:pathLst>
            </a:custGeom>
            <a:solidFill>
              <a:srgbClr val="F9EF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4150" name="Freeform 486">
              <a:extLst>
                <a:ext uri="{FF2B5EF4-FFF2-40B4-BE49-F238E27FC236}">
                  <a16:creationId xmlns:a16="http://schemas.microsoft.com/office/drawing/2014/main" id="{2A7F9D8F-8AF1-4CA0-8D42-DD6D32096C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" y="524"/>
              <a:ext cx="39" cy="27"/>
            </a:xfrm>
            <a:custGeom>
              <a:avLst/>
              <a:gdLst>
                <a:gd name="T0" fmla="*/ 2 w 61"/>
                <a:gd name="T1" fmla="*/ 0 h 43"/>
                <a:gd name="T2" fmla="*/ 16 w 61"/>
                <a:gd name="T3" fmla="*/ 4 h 43"/>
                <a:gd name="T4" fmla="*/ 8 w 61"/>
                <a:gd name="T5" fmla="*/ 3 h 43"/>
                <a:gd name="T6" fmla="*/ 14 w 61"/>
                <a:gd name="T7" fmla="*/ 5 h 43"/>
                <a:gd name="T8" fmla="*/ 14 w 61"/>
                <a:gd name="T9" fmla="*/ 8 h 43"/>
                <a:gd name="T10" fmla="*/ 15 w 61"/>
                <a:gd name="T11" fmla="*/ 11 h 43"/>
                <a:gd name="T12" fmla="*/ 0 w 61"/>
                <a:gd name="T13" fmla="*/ 1 h 4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61"/>
                <a:gd name="T22" fmla="*/ 0 h 43"/>
                <a:gd name="T23" fmla="*/ 61 w 61"/>
                <a:gd name="T24" fmla="*/ 43 h 43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61" h="43">
                  <a:moveTo>
                    <a:pt x="7" y="0"/>
                  </a:moveTo>
                  <a:cubicBezTo>
                    <a:pt x="24" y="6"/>
                    <a:pt x="40" y="25"/>
                    <a:pt x="61" y="16"/>
                  </a:cubicBezTo>
                  <a:cubicBezTo>
                    <a:pt x="53" y="23"/>
                    <a:pt x="41" y="14"/>
                    <a:pt x="33" y="13"/>
                  </a:cubicBezTo>
                  <a:cubicBezTo>
                    <a:pt x="38" y="18"/>
                    <a:pt x="47" y="22"/>
                    <a:pt x="54" y="21"/>
                  </a:cubicBezTo>
                  <a:cubicBezTo>
                    <a:pt x="42" y="19"/>
                    <a:pt x="45" y="33"/>
                    <a:pt x="55" y="33"/>
                  </a:cubicBezTo>
                  <a:cubicBezTo>
                    <a:pt x="47" y="33"/>
                    <a:pt x="52" y="40"/>
                    <a:pt x="56" y="43"/>
                  </a:cubicBezTo>
                  <a:cubicBezTo>
                    <a:pt x="36" y="35"/>
                    <a:pt x="15" y="16"/>
                    <a:pt x="0" y="4"/>
                  </a:cubicBezTo>
                </a:path>
              </a:pathLst>
            </a:custGeom>
            <a:solidFill>
              <a:srgbClr val="F9EF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4151" name="Freeform 487">
              <a:extLst>
                <a:ext uri="{FF2B5EF4-FFF2-40B4-BE49-F238E27FC236}">
                  <a16:creationId xmlns:a16="http://schemas.microsoft.com/office/drawing/2014/main" id="{4FA4BAB2-52C4-45BF-B3DE-4596EF327A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" y="537"/>
              <a:ext cx="44" cy="57"/>
            </a:xfrm>
            <a:custGeom>
              <a:avLst/>
              <a:gdLst>
                <a:gd name="T0" fmla="*/ 1 w 68"/>
                <a:gd name="T1" fmla="*/ 0 h 89"/>
                <a:gd name="T2" fmla="*/ 6 w 68"/>
                <a:gd name="T3" fmla="*/ 5 h 89"/>
                <a:gd name="T4" fmla="*/ 18 w 68"/>
                <a:gd name="T5" fmla="*/ 9 h 89"/>
                <a:gd name="T6" fmla="*/ 8 w 68"/>
                <a:gd name="T7" fmla="*/ 8 h 89"/>
                <a:gd name="T8" fmla="*/ 12 w 68"/>
                <a:gd name="T9" fmla="*/ 10 h 89"/>
                <a:gd name="T10" fmla="*/ 6 w 68"/>
                <a:gd name="T11" fmla="*/ 8 h 89"/>
                <a:gd name="T12" fmla="*/ 11 w 68"/>
                <a:gd name="T13" fmla="*/ 11 h 89"/>
                <a:gd name="T14" fmla="*/ 7 w 68"/>
                <a:gd name="T15" fmla="*/ 10 h 89"/>
                <a:gd name="T16" fmla="*/ 12 w 68"/>
                <a:gd name="T17" fmla="*/ 17 h 89"/>
                <a:gd name="T18" fmla="*/ 18 w 68"/>
                <a:gd name="T19" fmla="*/ 22 h 89"/>
                <a:gd name="T20" fmla="*/ 10 w 68"/>
                <a:gd name="T21" fmla="*/ 19 h 89"/>
                <a:gd name="T22" fmla="*/ 15 w 68"/>
                <a:gd name="T23" fmla="*/ 24 h 89"/>
                <a:gd name="T24" fmla="*/ 9 w 68"/>
                <a:gd name="T25" fmla="*/ 19 h 89"/>
                <a:gd name="T26" fmla="*/ 9 w 68"/>
                <a:gd name="T27" fmla="*/ 21 h 89"/>
                <a:gd name="T28" fmla="*/ 1 w 68"/>
                <a:gd name="T29" fmla="*/ 13 h 89"/>
                <a:gd name="T30" fmla="*/ 4 w 68"/>
                <a:gd name="T31" fmla="*/ 16 h 89"/>
                <a:gd name="T32" fmla="*/ 0 w 68"/>
                <a:gd name="T33" fmla="*/ 8 h 89"/>
                <a:gd name="T34" fmla="*/ 5 w 68"/>
                <a:gd name="T35" fmla="*/ 11 h 89"/>
                <a:gd name="T36" fmla="*/ 1 w 68"/>
                <a:gd name="T37" fmla="*/ 1 h 89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68"/>
                <a:gd name="T58" fmla="*/ 0 h 89"/>
                <a:gd name="T59" fmla="*/ 68 w 68"/>
                <a:gd name="T60" fmla="*/ 89 h 89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68" h="89">
                  <a:moveTo>
                    <a:pt x="3" y="0"/>
                  </a:moveTo>
                  <a:cubicBezTo>
                    <a:pt x="6" y="8"/>
                    <a:pt x="16" y="15"/>
                    <a:pt x="24" y="19"/>
                  </a:cubicBezTo>
                  <a:cubicBezTo>
                    <a:pt x="36" y="25"/>
                    <a:pt x="54" y="34"/>
                    <a:pt x="67" y="35"/>
                  </a:cubicBezTo>
                  <a:cubicBezTo>
                    <a:pt x="53" y="35"/>
                    <a:pt x="41" y="31"/>
                    <a:pt x="28" y="28"/>
                  </a:cubicBezTo>
                  <a:cubicBezTo>
                    <a:pt x="34" y="30"/>
                    <a:pt x="39" y="35"/>
                    <a:pt x="45" y="36"/>
                  </a:cubicBezTo>
                  <a:cubicBezTo>
                    <a:pt x="39" y="34"/>
                    <a:pt x="32" y="29"/>
                    <a:pt x="25" y="33"/>
                  </a:cubicBezTo>
                  <a:cubicBezTo>
                    <a:pt x="28" y="37"/>
                    <a:pt x="35" y="40"/>
                    <a:pt x="40" y="42"/>
                  </a:cubicBezTo>
                  <a:cubicBezTo>
                    <a:pt x="36" y="40"/>
                    <a:pt x="31" y="36"/>
                    <a:pt x="26" y="39"/>
                  </a:cubicBezTo>
                  <a:cubicBezTo>
                    <a:pt x="28" y="49"/>
                    <a:pt x="37" y="56"/>
                    <a:pt x="45" y="63"/>
                  </a:cubicBezTo>
                  <a:cubicBezTo>
                    <a:pt x="53" y="69"/>
                    <a:pt x="59" y="79"/>
                    <a:pt x="68" y="84"/>
                  </a:cubicBezTo>
                  <a:cubicBezTo>
                    <a:pt x="65" y="81"/>
                    <a:pt x="44" y="67"/>
                    <a:pt x="38" y="70"/>
                  </a:cubicBezTo>
                  <a:cubicBezTo>
                    <a:pt x="40" y="78"/>
                    <a:pt x="50" y="84"/>
                    <a:pt x="56" y="89"/>
                  </a:cubicBezTo>
                  <a:cubicBezTo>
                    <a:pt x="50" y="83"/>
                    <a:pt x="41" y="73"/>
                    <a:pt x="32" y="73"/>
                  </a:cubicBezTo>
                  <a:cubicBezTo>
                    <a:pt x="30" y="77"/>
                    <a:pt x="31" y="78"/>
                    <a:pt x="34" y="80"/>
                  </a:cubicBezTo>
                  <a:cubicBezTo>
                    <a:pt x="28" y="67"/>
                    <a:pt x="6" y="61"/>
                    <a:pt x="2" y="48"/>
                  </a:cubicBezTo>
                  <a:cubicBezTo>
                    <a:pt x="7" y="51"/>
                    <a:pt x="11" y="57"/>
                    <a:pt x="15" y="61"/>
                  </a:cubicBezTo>
                  <a:cubicBezTo>
                    <a:pt x="17" y="51"/>
                    <a:pt x="4" y="38"/>
                    <a:pt x="0" y="29"/>
                  </a:cubicBezTo>
                  <a:cubicBezTo>
                    <a:pt x="4" y="36"/>
                    <a:pt x="11" y="43"/>
                    <a:pt x="19" y="42"/>
                  </a:cubicBezTo>
                  <a:cubicBezTo>
                    <a:pt x="20" y="30"/>
                    <a:pt x="2" y="16"/>
                    <a:pt x="1" y="5"/>
                  </a:cubicBezTo>
                </a:path>
              </a:pathLst>
            </a:custGeom>
            <a:solidFill>
              <a:srgbClr val="F9EF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4152" name="Freeform 488">
              <a:extLst>
                <a:ext uri="{FF2B5EF4-FFF2-40B4-BE49-F238E27FC236}">
                  <a16:creationId xmlns:a16="http://schemas.microsoft.com/office/drawing/2014/main" id="{FC439F77-52F4-48FA-86EC-DDE1AB6879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" y="589"/>
              <a:ext cx="42" cy="38"/>
            </a:xfrm>
            <a:custGeom>
              <a:avLst/>
              <a:gdLst>
                <a:gd name="T0" fmla="*/ 0 w 65"/>
                <a:gd name="T1" fmla="*/ 1 h 58"/>
                <a:gd name="T2" fmla="*/ 17 w 65"/>
                <a:gd name="T3" fmla="*/ 10 h 58"/>
                <a:gd name="T4" fmla="*/ 6 w 65"/>
                <a:gd name="T5" fmla="*/ 6 h 58"/>
                <a:gd name="T6" fmla="*/ 14 w 65"/>
                <a:gd name="T7" fmla="*/ 12 h 58"/>
                <a:gd name="T8" fmla="*/ 11 w 65"/>
                <a:gd name="T9" fmla="*/ 10 h 58"/>
                <a:gd name="T10" fmla="*/ 14 w 65"/>
                <a:gd name="T11" fmla="*/ 15 h 58"/>
                <a:gd name="T12" fmla="*/ 12 w 65"/>
                <a:gd name="T13" fmla="*/ 13 h 58"/>
                <a:gd name="T14" fmla="*/ 14 w 65"/>
                <a:gd name="T15" fmla="*/ 16 h 58"/>
                <a:gd name="T16" fmla="*/ 8 w 65"/>
                <a:gd name="T17" fmla="*/ 10 h 58"/>
                <a:gd name="T18" fmla="*/ 1 w 65"/>
                <a:gd name="T19" fmla="*/ 0 h 5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65"/>
                <a:gd name="T31" fmla="*/ 0 h 58"/>
                <a:gd name="T32" fmla="*/ 65 w 65"/>
                <a:gd name="T33" fmla="*/ 58 h 58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65" h="58">
                  <a:moveTo>
                    <a:pt x="0" y="2"/>
                  </a:moveTo>
                  <a:cubicBezTo>
                    <a:pt x="14" y="24"/>
                    <a:pt x="45" y="22"/>
                    <a:pt x="65" y="37"/>
                  </a:cubicBezTo>
                  <a:cubicBezTo>
                    <a:pt x="53" y="34"/>
                    <a:pt x="36" y="20"/>
                    <a:pt x="25" y="22"/>
                  </a:cubicBezTo>
                  <a:cubicBezTo>
                    <a:pt x="32" y="32"/>
                    <a:pt x="45" y="34"/>
                    <a:pt x="52" y="42"/>
                  </a:cubicBezTo>
                  <a:cubicBezTo>
                    <a:pt x="48" y="42"/>
                    <a:pt x="44" y="39"/>
                    <a:pt x="41" y="37"/>
                  </a:cubicBezTo>
                  <a:cubicBezTo>
                    <a:pt x="42" y="43"/>
                    <a:pt x="47" y="51"/>
                    <a:pt x="53" y="54"/>
                  </a:cubicBezTo>
                  <a:cubicBezTo>
                    <a:pt x="52" y="51"/>
                    <a:pt x="49" y="47"/>
                    <a:pt x="46" y="47"/>
                  </a:cubicBezTo>
                  <a:cubicBezTo>
                    <a:pt x="46" y="51"/>
                    <a:pt x="48" y="54"/>
                    <a:pt x="50" y="58"/>
                  </a:cubicBezTo>
                  <a:cubicBezTo>
                    <a:pt x="45" y="50"/>
                    <a:pt x="35" y="43"/>
                    <a:pt x="29" y="36"/>
                  </a:cubicBezTo>
                  <a:cubicBezTo>
                    <a:pt x="19" y="25"/>
                    <a:pt x="11" y="11"/>
                    <a:pt x="1" y="0"/>
                  </a:cubicBezTo>
                </a:path>
              </a:pathLst>
            </a:custGeom>
            <a:solidFill>
              <a:srgbClr val="F9EF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4153" name="Freeform 489">
              <a:extLst>
                <a:ext uri="{FF2B5EF4-FFF2-40B4-BE49-F238E27FC236}">
                  <a16:creationId xmlns:a16="http://schemas.microsoft.com/office/drawing/2014/main" id="{957D6E59-7457-46F3-ADB9-4B79F5F016F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" y="318"/>
              <a:ext cx="83" cy="20"/>
            </a:xfrm>
            <a:custGeom>
              <a:avLst/>
              <a:gdLst>
                <a:gd name="T0" fmla="*/ 0 w 130"/>
                <a:gd name="T1" fmla="*/ 3 h 31"/>
                <a:gd name="T2" fmla="*/ 19 w 130"/>
                <a:gd name="T3" fmla="*/ 1 h 31"/>
                <a:gd name="T4" fmla="*/ 34 w 130"/>
                <a:gd name="T5" fmla="*/ 3 h 31"/>
                <a:gd name="T6" fmla="*/ 31 w 130"/>
                <a:gd name="T7" fmla="*/ 3 h 31"/>
                <a:gd name="T8" fmla="*/ 23 w 130"/>
                <a:gd name="T9" fmla="*/ 2 h 31"/>
                <a:gd name="T10" fmla="*/ 30 w 130"/>
                <a:gd name="T11" fmla="*/ 4 h 31"/>
                <a:gd name="T12" fmla="*/ 26 w 130"/>
                <a:gd name="T13" fmla="*/ 3 h 31"/>
                <a:gd name="T14" fmla="*/ 33 w 130"/>
                <a:gd name="T15" fmla="*/ 8 h 31"/>
                <a:gd name="T16" fmla="*/ 2 w 130"/>
                <a:gd name="T17" fmla="*/ 5 h 31"/>
                <a:gd name="T18" fmla="*/ 10 w 130"/>
                <a:gd name="T19" fmla="*/ 3 h 31"/>
                <a:gd name="T20" fmla="*/ 3 w 130"/>
                <a:gd name="T21" fmla="*/ 4 h 31"/>
                <a:gd name="T22" fmla="*/ 4 w 130"/>
                <a:gd name="T23" fmla="*/ 3 h 31"/>
                <a:gd name="T24" fmla="*/ 2 w 130"/>
                <a:gd name="T25" fmla="*/ 3 h 3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130"/>
                <a:gd name="T40" fmla="*/ 0 h 31"/>
                <a:gd name="T41" fmla="*/ 130 w 130"/>
                <a:gd name="T42" fmla="*/ 31 h 31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130" h="31">
                  <a:moveTo>
                    <a:pt x="0" y="10"/>
                  </a:moveTo>
                  <a:cubicBezTo>
                    <a:pt x="23" y="0"/>
                    <a:pt x="47" y="0"/>
                    <a:pt x="72" y="1"/>
                  </a:cubicBezTo>
                  <a:cubicBezTo>
                    <a:pt x="90" y="2"/>
                    <a:pt x="114" y="3"/>
                    <a:pt x="130" y="12"/>
                  </a:cubicBezTo>
                  <a:cubicBezTo>
                    <a:pt x="126" y="13"/>
                    <a:pt x="123" y="10"/>
                    <a:pt x="118" y="9"/>
                  </a:cubicBezTo>
                  <a:cubicBezTo>
                    <a:pt x="110" y="7"/>
                    <a:pt x="99" y="8"/>
                    <a:pt x="90" y="8"/>
                  </a:cubicBezTo>
                  <a:cubicBezTo>
                    <a:pt x="98" y="11"/>
                    <a:pt x="108" y="10"/>
                    <a:pt x="114" y="15"/>
                  </a:cubicBezTo>
                  <a:cubicBezTo>
                    <a:pt x="110" y="17"/>
                    <a:pt x="104" y="13"/>
                    <a:pt x="100" y="12"/>
                  </a:cubicBezTo>
                  <a:cubicBezTo>
                    <a:pt x="107" y="18"/>
                    <a:pt x="127" y="21"/>
                    <a:pt x="129" y="31"/>
                  </a:cubicBezTo>
                  <a:cubicBezTo>
                    <a:pt x="89" y="5"/>
                    <a:pt x="49" y="12"/>
                    <a:pt x="6" y="19"/>
                  </a:cubicBezTo>
                  <a:cubicBezTo>
                    <a:pt x="16" y="17"/>
                    <a:pt x="28" y="15"/>
                    <a:pt x="37" y="11"/>
                  </a:cubicBezTo>
                  <a:cubicBezTo>
                    <a:pt x="29" y="13"/>
                    <a:pt x="18" y="16"/>
                    <a:pt x="9" y="15"/>
                  </a:cubicBezTo>
                  <a:cubicBezTo>
                    <a:pt x="12" y="14"/>
                    <a:pt x="14" y="12"/>
                    <a:pt x="15" y="11"/>
                  </a:cubicBezTo>
                  <a:cubicBezTo>
                    <a:pt x="13" y="9"/>
                    <a:pt x="10" y="8"/>
                    <a:pt x="7" y="9"/>
                  </a:cubicBezTo>
                </a:path>
              </a:pathLst>
            </a:custGeom>
            <a:solidFill>
              <a:srgbClr val="F9EF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4154" name="Freeform 490">
              <a:extLst>
                <a:ext uri="{FF2B5EF4-FFF2-40B4-BE49-F238E27FC236}">
                  <a16:creationId xmlns:a16="http://schemas.microsoft.com/office/drawing/2014/main" id="{E8B83149-FE30-4330-A813-5D86460C28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" y="465"/>
              <a:ext cx="30" cy="102"/>
            </a:xfrm>
            <a:custGeom>
              <a:avLst/>
              <a:gdLst>
                <a:gd name="T0" fmla="*/ 7 w 47"/>
                <a:gd name="T1" fmla="*/ 1 h 159"/>
                <a:gd name="T2" fmla="*/ 1 w 47"/>
                <a:gd name="T3" fmla="*/ 8 h 159"/>
                <a:gd name="T4" fmla="*/ 2 w 47"/>
                <a:gd name="T5" fmla="*/ 19 h 159"/>
                <a:gd name="T6" fmla="*/ 8 w 47"/>
                <a:gd name="T7" fmla="*/ 30 h 159"/>
                <a:gd name="T8" fmla="*/ 11 w 47"/>
                <a:gd name="T9" fmla="*/ 42 h 159"/>
                <a:gd name="T10" fmla="*/ 9 w 47"/>
                <a:gd name="T11" fmla="*/ 37 h 159"/>
                <a:gd name="T12" fmla="*/ 8 w 47"/>
                <a:gd name="T13" fmla="*/ 24 h 159"/>
                <a:gd name="T14" fmla="*/ 11 w 47"/>
                <a:gd name="T15" fmla="*/ 40 h 159"/>
                <a:gd name="T16" fmla="*/ 10 w 47"/>
                <a:gd name="T17" fmla="*/ 30 h 159"/>
                <a:gd name="T18" fmla="*/ 12 w 47"/>
                <a:gd name="T19" fmla="*/ 40 h 159"/>
                <a:gd name="T20" fmla="*/ 10 w 47"/>
                <a:gd name="T21" fmla="*/ 8 h 159"/>
                <a:gd name="T22" fmla="*/ 10 w 47"/>
                <a:gd name="T23" fmla="*/ 31 h 159"/>
                <a:gd name="T24" fmla="*/ 10 w 47"/>
                <a:gd name="T25" fmla="*/ 2 h 159"/>
                <a:gd name="T26" fmla="*/ 4 w 47"/>
                <a:gd name="T27" fmla="*/ 14 h 159"/>
                <a:gd name="T28" fmla="*/ 5 w 47"/>
                <a:gd name="T29" fmla="*/ 8 h 159"/>
                <a:gd name="T30" fmla="*/ 4 w 47"/>
                <a:gd name="T31" fmla="*/ 13 h 159"/>
                <a:gd name="T32" fmla="*/ 4 w 47"/>
                <a:gd name="T33" fmla="*/ 9 h 159"/>
                <a:gd name="T34" fmla="*/ 3 w 47"/>
                <a:gd name="T35" fmla="*/ 10 h 159"/>
                <a:gd name="T36" fmla="*/ 5 w 47"/>
                <a:gd name="T37" fmla="*/ 0 h 159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47"/>
                <a:gd name="T58" fmla="*/ 0 h 159"/>
                <a:gd name="T59" fmla="*/ 47 w 47"/>
                <a:gd name="T60" fmla="*/ 159 h 159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47" h="159">
                  <a:moveTo>
                    <a:pt x="26" y="1"/>
                  </a:moveTo>
                  <a:cubicBezTo>
                    <a:pt x="16" y="11"/>
                    <a:pt x="10" y="17"/>
                    <a:pt x="5" y="32"/>
                  </a:cubicBezTo>
                  <a:cubicBezTo>
                    <a:pt x="0" y="46"/>
                    <a:pt x="3" y="56"/>
                    <a:pt x="8" y="70"/>
                  </a:cubicBezTo>
                  <a:cubicBezTo>
                    <a:pt x="15" y="85"/>
                    <a:pt x="25" y="98"/>
                    <a:pt x="31" y="114"/>
                  </a:cubicBezTo>
                  <a:cubicBezTo>
                    <a:pt x="37" y="128"/>
                    <a:pt x="38" y="144"/>
                    <a:pt x="40" y="159"/>
                  </a:cubicBezTo>
                  <a:cubicBezTo>
                    <a:pt x="37" y="153"/>
                    <a:pt x="36" y="144"/>
                    <a:pt x="35" y="138"/>
                  </a:cubicBezTo>
                  <a:cubicBezTo>
                    <a:pt x="32" y="123"/>
                    <a:pt x="28" y="108"/>
                    <a:pt x="29" y="93"/>
                  </a:cubicBezTo>
                  <a:cubicBezTo>
                    <a:pt x="39" y="111"/>
                    <a:pt x="37" y="132"/>
                    <a:pt x="44" y="150"/>
                  </a:cubicBezTo>
                  <a:cubicBezTo>
                    <a:pt x="42" y="138"/>
                    <a:pt x="38" y="124"/>
                    <a:pt x="37" y="111"/>
                  </a:cubicBezTo>
                  <a:cubicBezTo>
                    <a:pt x="42" y="124"/>
                    <a:pt x="45" y="139"/>
                    <a:pt x="47" y="153"/>
                  </a:cubicBezTo>
                  <a:cubicBezTo>
                    <a:pt x="37" y="112"/>
                    <a:pt x="9" y="70"/>
                    <a:pt x="37" y="32"/>
                  </a:cubicBezTo>
                  <a:cubicBezTo>
                    <a:pt x="26" y="57"/>
                    <a:pt x="29" y="93"/>
                    <a:pt x="39" y="118"/>
                  </a:cubicBezTo>
                  <a:cubicBezTo>
                    <a:pt x="25" y="82"/>
                    <a:pt x="23" y="44"/>
                    <a:pt x="37" y="8"/>
                  </a:cubicBezTo>
                  <a:cubicBezTo>
                    <a:pt x="28" y="22"/>
                    <a:pt x="19" y="36"/>
                    <a:pt x="17" y="53"/>
                  </a:cubicBezTo>
                  <a:cubicBezTo>
                    <a:pt x="19" y="45"/>
                    <a:pt x="18" y="36"/>
                    <a:pt x="19" y="28"/>
                  </a:cubicBezTo>
                  <a:cubicBezTo>
                    <a:pt x="19" y="36"/>
                    <a:pt x="18" y="44"/>
                    <a:pt x="16" y="51"/>
                  </a:cubicBezTo>
                  <a:cubicBezTo>
                    <a:pt x="17" y="45"/>
                    <a:pt x="17" y="40"/>
                    <a:pt x="14" y="34"/>
                  </a:cubicBezTo>
                  <a:cubicBezTo>
                    <a:pt x="14" y="35"/>
                    <a:pt x="12" y="37"/>
                    <a:pt x="11" y="38"/>
                  </a:cubicBezTo>
                  <a:cubicBezTo>
                    <a:pt x="9" y="26"/>
                    <a:pt x="17" y="12"/>
                    <a:pt x="19" y="0"/>
                  </a:cubicBezTo>
                </a:path>
              </a:pathLst>
            </a:custGeom>
            <a:solidFill>
              <a:srgbClr val="F9EF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4155" name="Freeform 491">
              <a:extLst>
                <a:ext uri="{FF2B5EF4-FFF2-40B4-BE49-F238E27FC236}">
                  <a16:creationId xmlns:a16="http://schemas.microsoft.com/office/drawing/2014/main" id="{FB0F9D31-BC2D-4C28-9BA6-6DF8243D5AE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" y="498"/>
              <a:ext cx="36" cy="135"/>
            </a:xfrm>
            <a:custGeom>
              <a:avLst/>
              <a:gdLst>
                <a:gd name="T0" fmla="*/ 2 w 55"/>
                <a:gd name="T1" fmla="*/ 0 h 210"/>
                <a:gd name="T2" fmla="*/ 1 w 55"/>
                <a:gd name="T3" fmla="*/ 8 h 210"/>
                <a:gd name="T4" fmla="*/ 3 w 55"/>
                <a:gd name="T5" fmla="*/ 30 h 210"/>
                <a:gd name="T6" fmla="*/ 8 w 55"/>
                <a:gd name="T7" fmla="*/ 50 h 210"/>
                <a:gd name="T8" fmla="*/ 10 w 55"/>
                <a:gd name="T9" fmla="*/ 56 h 210"/>
                <a:gd name="T10" fmla="*/ 8 w 55"/>
                <a:gd name="T11" fmla="*/ 42 h 210"/>
                <a:gd name="T12" fmla="*/ 7 w 55"/>
                <a:gd name="T13" fmla="*/ 28 h 210"/>
                <a:gd name="T14" fmla="*/ 9 w 55"/>
                <a:gd name="T15" fmla="*/ 35 h 210"/>
                <a:gd name="T16" fmla="*/ 12 w 55"/>
                <a:gd name="T17" fmla="*/ 49 h 210"/>
                <a:gd name="T18" fmla="*/ 7 w 55"/>
                <a:gd name="T19" fmla="*/ 33 h 210"/>
                <a:gd name="T20" fmla="*/ 12 w 55"/>
                <a:gd name="T21" fmla="*/ 43 h 210"/>
                <a:gd name="T22" fmla="*/ 6 w 55"/>
                <a:gd name="T23" fmla="*/ 26 h 210"/>
                <a:gd name="T24" fmla="*/ 16 w 55"/>
                <a:gd name="T25" fmla="*/ 40 h 210"/>
                <a:gd name="T26" fmla="*/ 3 w 55"/>
                <a:gd name="T27" fmla="*/ 2 h 210"/>
                <a:gd name="T28" fmla="*/ 3 w 55"/>
                <a:gd name="T29" fmla="*/ 15 h 210"/>
                <a:gd name="T30" fmla="*/ 9 w 55"/>
                <a:gd name="T31" fmla="*/ 39 h 210"/>
                <a:gd name="T32" fmla="*/ 4 w 55"/>
                <a:gd name="T33" fmla="*/ 26 h 210"/>
                <a:gd name="T34" fmla="*/ 2 w 55"/>
                <a:gd name="T35" fmla="*/ 6 h 210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55"/>
                <a:gd name="T55" fmla="*/ 0 h 210"/>
                <a:gd name="T56" fmla="*/ 55 w 55"/>
                <a:gd name="T57" fmla="*/ 210 h 210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55" h="210">
                  <a:moveTo>
                    <a:pt x="6" y="0"/>
                  </a:moveTo>
                  <a:cubicBezTo>
                    <a:pt x="6" y="10"/>
                    <a:pt x="5" y="20"/>
                    <a:pt x="5" y="30"/>
                  </a:cubicBezTo>
                  <a:cubicBezTo>
                    <a:pt x="4" y="59"/>
                    <a:pt x="6" y="86"/>
                    <a:pt x="9" y="114"/>
                  </a:cubicBezTo>
                  <a:cubicBezTo>
                    <a:pt x="12" y="139"/>
                    <a:pt x="18" y="163"/>
                    <a:pt x="27" y="187"/>
                  </a:cubicBezTo>
                  <a:cubicBezTo>
                    <a:pt x="31" y="194"/>
                    <a:pt x="36" y="202"/>
                    <a:pt x="38" y="210"/>
                  </a:cubicBezTo>
                  <a:cubicBezTo>
                    <a:pt x="29" y="195"/>
                    <a:pt x="31" y="174"/>
                    <a:pt x="28" y="157"/>
                  </a:cubicBezTo>
                  <a:cubicBezTo>
                    <a:pt x="26" y="143"/>
                    <a:pt x="18" y="119"/>
                    <a:pt x="24" y="106"/>
                  </a:cubicBezTo>
                  <a:cubicBezTo>
                    <a:pt x="27" y="114"/>
                    <a:pt x="28" y="124"/>
                    <a:pt x="30" y="132"/>
                  </a:cubicBezTo>
                  <a:cubicBezTo>
                    <a:pt x="33" y="149"/>
                    <a:pt x="40" y="166"/>
                    <a:pt x="41" y="183"/>
                  </a:cubicBezTo>
                  <a:cubicBezTo>
                    <a:pt x="35" y="164"/>
                    <a:pt x="29" y="145"/>
                    <a:pt x="26" y="126"/>
                  </a:cubicBezTo>
                  <a:cubicBezTo>
                    <a:pt x="31" y="138"/>
                    <a:pt x="36" y="149"/>
                    <a:pt x="41" y="161"/>
                  </a:cubicBezTo>
                  <a:cubicBezTo>
                    <a:pt x="35" y="141"/>
                    <a:pt x="20" y="119"/>
                    <a:pt x="22" y="97"/>
                  </a:cubicBezTo>
                  <a:cubicBezTo>
                    <a:pt x="36" y="110"/>
                    <a:pt x="47" y="134"/>
                    <a:pt x="55" y="151"/>
                  </a:cubicBezTo>
                  <a:cubicBezTo>
                    <a:pt x="30" y="110"/>
                    <a:pt x="0" y="59"/>
                    <a:pt x="9" y="8"/>
                  </a:cubicBezTo>
                  <a:cubicBezTo>
                    <a:pt x="2" y="23"/>
                    <a:pt x="9" y="43"/>
                    <a:pt x="12" y="57"/>
                  </a:cubicBezTo>
                  <a:cubicBezTo>
                    <a:pt x="17" y="87"/>
                    <a:pt x="26" y="115"/>
                    <a:pt x="32" y="144"/>
                  </a:cubicBezTo>
                  <a:cubicBezTo>
                    <a:pt x="28" y="128"/>
                    <a:pt x="18" y="112"/>
                    <a:pt x="13" y="96"/>
                  </a:cubicBezTo>
                  <a:cubicBezTo>
                    <a:pt x="4" y="71"/>
                    <a:pt x="1" y="51"/>
                    <a:pt x="8" y="25"/>
                  </a:cubicBezTo>
                </a:path>
              </a:pathLst>
            </a:custGeom>
            <a:solidFill>
              <a:srgbClr val="F9EF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4156" name="Freeform 492">
              <a:extLst>
                <a:ext uri="{FF2B5EF4-FFF2-40B4-BE49-F238E27FC236}">
                  <a16:creationId xmlns:a16="http://schemas.microsoft.com/office/drawing/2014/main" id="{3EE7FA31-9BF8-4359-9E58-EB0F32BAD7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" y="499"/>
              <a:ext cx="16" cy="113"/>
            </a:xfrm>
            <a:custGeom>
              <a:avLst/>
              <a:gdLst>
                <a:gd name="T0" fmla="*/ 4 w 25"/>
                <a:gd name="T1" fmla="*/ 0 h 175"/>
                <a:gd name="T2" fmla="*/ 1 w 25"/>
                <a:gd name="T3" fmla="*/ 15 h 175"/>
                <a:gd name="T4" fmla="*/ 3 w 25"/>
                <a:gd name="T5" fmla="*/ 32 h 175"/>
                <a:gd name="T6" fmla="*/ 4 w 25"/>
                <a:gd name="T7" fmla="*/ 40 h 175"/>
                <a:gd name="T8" fmla="*/ 4 w 25"/>
                <a:gd name="T9" fmla="*/ 27 h 175"/>
                <a:gd name="T10" fmla="*/ 4 w 25"/>
                <a:gd name="T11" fmla="*/ 35 h 175"/>
                <a:gd name="T12" fmla="*/ 2 w 25"/>
                <a:gd name="T13" fmla="*/ 46 h 175"/>
                <a:gd name="T14" fmla="*/ 3 w 25"/>
                <a:gd name="T15" fmla="*/ 38 h 175"/>
                <a:gd name="T16" fmla="*/ 3 w 25"/>
                <a:gd name="T17" fmla="*/ 47 h 175"/>
                <a:gd name="T18" fmla="*/ 4 w 25"/>
                <a:gd name="T19" fmla="*/ 34 h 175"/>
                <a:gd name="T20" fmla="*/ 3 w 25"/>
                <a:gd name="T21" fmla="*/ 16 h 175"/>
                <a:gd name="T22" fmla="*/ 6 w 25"/>
                <a:gd name="T23" fmla="*/ 35 h 175"/>
                <a:gd name="T24" fmla="*/ 1 w 25"/>
                <a:gd name="T25" fmla="*/ 16 h 175"/>
                <a:gd name="T26" fmla="*/ 1 w 25"/>
                <a:gd name="T27" fmla="*/ 8 h 175"/>
                <a:gd name="T28" fmla="*/ 3 w 25"/>
                <a:gd name="T29" fmla="*/ 3 h 175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25"/>
                <a:gd name="T46" fmla="*/ 0 h 175"/>
                <a:gd name="T47" fmla="*/ 25 w 25"/>
                <a:gd name="T48" fmla="*/ 175 h 175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25" h="175">
                  <a:moveTo>
                    <a:pt x="16" y="0"/>
                  </a:moveTo>
                  <a:cubicBezTo>
                    <a:pt x="4" y="12"/>
                    <a:pt x="2" y="43"/>
                    <a:pt x="2" y="58"/>
                  </a:cubicBezTo>
                  <a:cubicBezTo>
                    <a:pt x="3" y="79"/>
                    <a:pt x="7" y="98"/>
                    <a:pt x="12" y="117"/>
                  </a:cubicBezTo>
                  <a:cubicBezTo>
                    <a:pt x="14" y="126"/>
                    <a:pt x="18" y="138"/>
                    <a:pt x="15" y="148"/>
                  </a:cubicBezTo>
                  <a:cubicBezTo>
                    <a:pt x="7" y="141"/>
                    <a:pt x="11" y="109"/>
                    <a:pt x="15" y="100"/>
                  </a:cubicBezTo>
                  <a:cubicBezTo>
                    <a:pt x="18" y="108"/>
                    <a:pt x="16" y="121"/>
                    <a:pt x="15" y="130"/>
                  </a:cubicBezTo>
                  <a:cubicBezTo>
                    <a:pt x="15" y="140"/>
                    <a:pt x="15" y="168"/>
                    <a:pt x="7" y="173"/>
                  </a:cubicBezTo>
                  <a:cubicBezTo>
                    <a:pt x="5" y="164"/>
                    <a:pt x="7" y="151"/>
                    <a:pt x="12" y="143"/>
                  </a:cubicBezTo>
                  <a:cubicBezTo>
                    <a:pt x="14" y="153"/>
                    <a:pt x="13" y="165"/>
                    <a:pt x="13" y="175"/>
                  </a:cubicBezTo>
                  <a:cubicBezTo>
                    <a:pt x="13" y="158"/>
                    <a:pt x="14" y="141"/>
                    <a:pt x="14" y="124"/>
                  </a:cubicBezTo>
                  <a:cubicBezTo>
                    <a:pt x="13" y="103"/>
                    <a:pt x="10" y="82"/>
                    <a:pt x="11" y="60"/>
                  </a:cubicBezTo>
                  <a:cubicBezTo>
                    <a:pt x="18" y="80"/>
                    <a:pt x="25" y="109"/>
                    <a:pt x="22" y="130"/>
                  </a:cubicBezTo>
                  <a:cubicBezTo>
                    <a:pt x="14" y="107"/>
                    <a:pt x="6" y="84"/>
                    <a:pt x="2" y="60"/>
                  </a:cubicBezTo>
                  <a:cubicBezTo>
                    <a:pt x="0" y="49"/>
                    <a:pt x="0" y="40"/>
                    <a:pt x="4" y="30"/>
                  </a:cubicBezTo>
                  <a:cubicBezTo>
                    <a:pt x="7" y="23"/>
                    <a:pt x="12" y="18"/>
                    <a:pt x="13" y="10"/>
                  </a:cubicBezTo>
                </a:path>
              </a:pathLst>
            </a:custGeom>
            <a:solidFill>
              <a:srgbClr val="F9EF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4157" name="Freeform 493">
              <a:extLst>
                <a:ext uri="{FF2B5EF4-FFF2-40B4-BE49-F238E27FC236}">
                  <a16:creationId xmlns:a16="http://schemas.microsoft.com/office/drawing/2014/main" id="{EADEC2CB-108A-4F59-BA7A-FDCE434D2D9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" y="1379"/>
              <a:ext cx="128" cy="397"/>
            </a:xfrm>
            <a:custGeom>
              <a:avLst/>
              <a:gdLst>
                <a:gd name="T0" fmla="*/ 3 w 198"/>
                <a:gd name="T1" fmla="*/ 24 h 617"/>
                <a:gd name="T2" fmla="*/ 32 w 198"/>
                <a:gd name="T3" fmla="*/ 82 h 617"/>
                <a:gd name="T4" fmla="*/ 45 w 198"/>
                <a:gd name="T5" fmla="*/ 123 h 617"/>
                <a:gd name="T6" fmla="*/ 41 w 198"/>
                <a:gd name="T7" fmla="*/ 142 h 617"/>
                <a:gd name="T8" fmla="*/ 40 w 198"/>
                <a:gd name="T9" fmla="*/ 164 h 617"/>
                <a:gd name="T10" fmla="*/ 45 w 198"/>
                <a:gd name="T11" fmla="*/ 96 h 617"/>
                <a:gd name="T12" fmla="*/ 22 w 198"/>
                <a:gd name="T13" fmla="*/ 50 h 617"/>
                <a:gd name="T14" fmla="*/ 11 w 198"/>
                <a:gd name="T15" fmla="*/ 24 h 617"/>
                <a:gd name="T16" fmla="*/ 0 w 198"/>
                <a:gd name="T17" fmla="*/ 0 h 61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98"/>
                <a:gd name="T28" fmla="*/ 0 h 617"/>
                <a:gd name="T29" fmla="*/ 198 w 198"/>
                <a:gd name="T30" fmla="*/ 617 h 617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98" h="617">
                  <a:moveTo>
                    <a:pt x="12" y="90"/>
                  </a:moveTo>
                  <a:cubicBezTo>
                    <a:pt x="36" y="166"/>
                    <a:pt x="85" y="235"/>
                    <a:pt x="120" y="307"/>
                  </a:cubicBezTo>
                  <a:cubicBezTo>
                    <a:pt x="142" y="353"/>
                    <a:pt x="162" y="410"/>
                    <a:pt x="165" y="462"/>
                  </a:cubicBezTo>
                  <a:cubicBezTo>
                    <a:pt x="166" y="489"/>
                    <a:pt x="160" y="506"/>
                    <a:pt x="153" y="531"/>
                  </a:cubicBezTo>
                  <a:cubicBezTo>
                    <a:pt x="147" y="551"/>
                    <a:pt x="141" y="599"/>
                    <a:pt x="149" y="617"/>
                  </a:cubicBezTo>
                  <a:cubicBezTo>
                    <a:pt x="160" y="531"/>
                    <a:pt x="198" y="447"/>
                    <a:pt x="167" y="361"/>
                  </a:cubicBezTo>
                  <a:cubicBezTo>
                    <a:pt x="145" y="301"/>
                    <a:pt x="111" y="244"/>
                    <a:pt x="82" y="187"/>
                  </a:cubicBezTo>
                  <a:cubicBezTo>
                    <a:pt x="67" y="157"/>
                    <a:pt x="48" y="123"/>
                    <a:pt x="40" y="92"/>
                  </a:cubicBezTo>
                  <a:cubicBezTo>
                    <a:pt x="31" y="59"/>
                    <a:pt x="12" y="32"/>
                    <a:pt x="0" y="0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4158" name="Freeform 494">
              <a:extLst>
                <a:ext uri="{FF2B5EF4-FFF2-40B4-BE49-F238E27FC236}">
                  <a16:creationId xmlns:a16="http://schemas.microsoft.com/office/drawing/2014/main" id="{CFC47D4B-8DA0-4841-914D-76B9182CE159}"/>
                </a:ext>
              </a:extLst>
            </p:cNvPr>
            <p:cNvSpPr>
              <a:spLocks/>
            </p:cNvSpPr>
            <p:nvPr/>
          </p:nvSpPr>
          <p:spPr bwMode="auto">
            <a:xfrm>
              <a:off x="663" y="1583"/>
              <a:ext cx="174" cy="109"/>
            </a:xfrm>
            <a:custGeom>
              <a:avLst/>
              <a:gdLst>
                <a:gd name="T0" fmla="*/ 0 w 270"/>
                <a:gd name="T1" fmla="*/ 45 h 169"/>
                <a:gd name="T2" fmla="*/ 8 w 270"/>
                <a:gd name="T3" fmla="*/ 31 h 169"/>
                <a:gd name="T4" fmla="*/ 11 w 270"/>
                <a:gd name="T5" fmla="*/ 19 h 169"/>
                <a:gd name="T6" fmla="*/ 21 w 270"/>
                <a:gd name="T7" fmla="*/ 25 h 169"/>
                <a:gd name="T8" fmla="*/ 44 w 270"/>
                <a:gd name="T9" fmla="*/ 15 h 169"/>
                <a:gd name="T10" fmla="*/ 72 w 270"/>
                <a:gd name="T11" fmla="*/ 0 h 169"/>
                <a:gd name="T12" fmla="*/ 62 w 270"/>
                <a:gd name="T13" fmla="*/ 8 h 169"/>
                <a:gd name="T14" fmla="*/ 50 w 270"/>
                <a:gd name="T15" fmla="*/ 15 h 169"/>
                <a:gd name="T16" fmla="*/ 35 w 270"/>
                <a:gd name="T17" fmla="*/ 26 h 169"/>
                <a:gd name="T18" fmla="*/ 1 w 270"/>
                <a:gd name="T19" fmla="*/ 45 h 16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270"/>
                <a:gd name="T31" fmla="*/ 0 h 169"/>
                <a:gd name="T32" fmla="*/ 270 w 270"/>
                <a:gd name="T33" fmla="*/ 169 h 169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270" h="169">
                  <a:moveTo>
                    <a:pt x="0" y="169"/>
                  </a:moveTo>
                  <a:cubicBezTo>
                    <a:pt x="0" y="155"/>
                    <a:pt x="24" y="133"/>
                    <a:pt x="29" y="116"/>
                  </a:cubicBezTo>
                  <a:cubicBezTo>
                    <a:pt x="33" y="100"/>
                    <a:pt x="34" y="86"/>
                    <a:pt x="42" y="71"/>
                  </a:cubicBezTo>
                  <a:cubicBezTo>
                    <a:pt x="50" y="90"/>
                    <a:pt x="54" y="94"/>
                    <a:pt x="76" y="94"/>
                  </a:cubicBezTo>
                  <a:cubicBezTo>
                    <a:pt x="107" y="93"/>
                    <a:pt x="138" y="72"/>
                    <a:pt x="163" y="57"/>
                  </a:cubicBezTo>
                  <a:cubicBezTo>
                    <a:pt x="199" y="36"/>
                    <a:pt x="241" y="33"/>
                    <a:pt x="270" y="0"/>
                  </a:cubicBezTo>
                  <a:cubicBezTo>
                    <a:pt x="257" y="9"/>
                    <a:pt x="244" y="21"/>
                    <a:pt x="231" y="30"/>
                  </a:cubicBezTo>
                  <a:cubicBezTo>
                    <a:pt x="218" y="40"/>
                    <a:pt x="202" y="48"/>
                    <a:pt x="188" y="58"/>
                  </a:cubicBezTo>
                  <a:cubicBezTo>
                    <a:pt x="169" y="71"/>
                    <a:pt x="151" y="85"/>
                    <a:pt x="131" y="96"/>
                  </a:cubicBezTo>
                  <a:cubicBezTo>
                    <a:pt x="88" y="120"/>
                    <a:pt x="36" y="128"/>
                    <a:pt x="3" y="166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4159" name="Freeform 495">
              <a:extLst>
                <a:ext uri="{FF2B5EF4-FFF2-40B4-BE49-F238E27FC236}">
                  <a16:creationId xmlns:a16="http://schemas.microsoft.com/office/drawing/2014/main" id="{2518AA42-8298-4B65-87F3-65C3ADB3692B}"/>
                </a:ext>
              </a:extLst>
            </p:cNvPr>
            <p:cNvSpPr>
              <a:spLocks/>
            </p:cNvSpPr>
            <p:nvPr/>
          </p:nvSpPr>
          <p:spPr bwMode="auto">
            <a:xfrm>
              <a:off x="679" y="1103"/>
              <a:ext cx="84" cy="51"/>
            </a:xfrm>
            <a:custGeom>
              <a:avLst/>
              <a:gdLst>
                <a:gd name="T0" fmla="*/ 34 w 130"/>
                <a:gd name="T1" fmla="*/ 15 h 80"/>
                <a:gd name="T2" fmla="*/ 29 w 130"/>
                <a:gd name="T3" fmla="*/ 14 h 80"/>
                <a:gd name="T4" fmla="*/ 25 w 130"/>
                <a:gd name="T5" fmla="*/ 13 h 80"/>
                <a:gd name="T6" fmla="*/ 17 w 130"/>
                <a:gd name="T7" fmla="*/ 10 h 80"/>
                <a:gd name="T8" fmla="*/ 0 w 130"/>
                <a:gd name="T9" fmla="*/ 0 h 80"/>
                <a:gd name="T10" fmla="*/ 8 w 130"/>
                <a:gd name="T11" fmla="*/ 5 h 80"/>
                <a:gd name="T12" fmla="*/ 14 w 130"/>
                <a:gd name="T13" fmla="*/ 9 h 80"/>
                <a:gd name="T14" fmla="*/ 23 w 130"/>
                <a:gd name="T15" fmla="*/ 13 h 80"/>
                <a:gd name="T16" fmla="*/ 29 w 130"/>
                <a:gd name="T17" fmla="*/ 15 h 80"/>
                <a:gd name="T18" fmla="*/ 35 w 130"/>
                <a:gd name="T19" fmla="*/ 21 h 80"/>
                <a:gd name="T20" fmla="*/ 34 w 130"/>
                <a:gd name="T21" fmla="*/ 14 h 8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130"/>
                <a:gd name="T34" fmla="*/ 0 h 80"/>
                <a:gd name="T35" fmla="*/ 130 w 130"/>
                <a:gd name="T36" fmla="*/ 80 h 80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130" h="80">
                  <a:moveTo>
                    <a:pt x="124" y="56"/>
                  </a:moveTo>
                  <a:cubicBezTo>
                    <a:pt x="118" y="55"/>
                    <a:pt x="112" y="55"/>
                    <a:pt x="107" y="54"/>
                  </a:cubicBezTo>
                  <a:cubicBezTo>
                    <a:pt x="101" y="54"/>
                    <a:pt x="96" y="51"/>
                    <a:pt x="91" y="50"/>
                  </a:cubicBezTo>
                  <a:cubicBezTo>
                    <a:pt x="80" y="47"/>
                    <a:pt x="72" y="44"/>
                    <a:pt x="64" y="37"/>
                  </a:cubicBezTo>
                  <a:cubicBezTo>
                    <a:pt x="44" y="22"/>
                    <a:pt x="22" y="11"/>
                    <a:pt x="0" y="0"/>
                  </a:cubicBezTo>
                  <a:cubicBezTo>
                    <a:pt x="8" y="8"/>
                    <a:pt x="19" y="14"/>
                    <a:pt x="28" y="21"/>
                  </a:cubicBezTo>
                  <a:cubicBezTo>
                    <a:pt x="35" y="27"/>
                    <a:pt x="43" y="31"/>
                    <a:pt x="51" y="35"/>
                  </a:cubicBezTo>
                  <a:cubicBezTo>
                    <a:pt x="63" y="42"/>
                    <a:pt x="74" y="46"/>
                    <a:pt x="86" y="51"/>
                  </a:cubicBezTo>
                  <a:cubicBezTo>
                    <a:pt x="93" y="55"/>
                    <a:pt x="100" y="57"/>
                    <a:pt x="108" y="60"/>
                  </a:cubicBezTo>
                  <a:cubicBezTo>
                    <a:pt x="118" y="65"/>
                    <a:pt x="123" y="73"/>
                    <a:pt x="130" y="80"/>
                  </a:cubicBezTo>
                  <a:cubicBezTo>
                    <a:pt x="123" y="72"/>
                    <a:pt x="123" y="64"/>
                    <a:pt x="125" y="55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4160" name="Freeform 496">
              <a:extLst>
                <a:ext uri="{FF2B5EF4-FFF2-40B4-BE49-F238E27FC236}">
                  <a16:creationId xmlns:a16="http://schemas.microsoft.com/office/drawing/2014/main" id="{B9B73FF3-3F52-4F90-AB2E-81F830EC3135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" y="583"/>
              <a:ext cx="68" cy="104"/>
            </a:xfrm>
            <a:custGeom>
              <a:avLst/>
              <a:gdLst>
                <a:gd name="T0" fmla="*/ 2 w 105"/>
                <a:gd name="T1" fmla="*/ 1 h 162"/>
                <a:gd name="T2" fmla="*/ 5 w 105"/>
                <a:gd name="T3" fmla="*/ 4 h 162"/>
                <a:gd name="T4" fmla="*/ 9 w 105"/>
                <a:gd name="T5" fmla="*/ 5 h 162"/>
                <a:gd name="T6" fmla="*/ 9 w 105"/>
                <a:gd name="T7" fmla="*/ 10 h 162"/>
                <a:gd name="T8" fmla="*/ 10 w 105"/>
                <a:gd name="T9" fmla="*/ 15 h 162"/>
                <a:gd name="T10" fmla="*/ 17 w 105"/>
                <a:gd name="T11" fmla="*/ 31 h 162"/>
                <a:gd name="T12" fmla="*/ 28 w 105"/>
                <a:gd name="T13" fmla="*/ 43 h 162"/>
                <a:gd name="T14" fmla="*/ 10 w 105"/>
                <a:gd name="T15" fmla="*/ 22 h 162"/>
                <a:gd name="T16" fmla="*/ 0 w 105"/>
                <a:gd name="T17" fmla="*/ 0 h 16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05"/>
                <a:gd name="T28" fmla="*/ 0 h 162"/>
                <a:gd name="T29" fmla="*/ 105 w 105"/>
                <a:gd name="T30" fmla="*/ 162 h 162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05" h="162">
                  <a:moveTo>
                    <a:pt x="6" y="5"/>
                  </a:moveTo>
                  <a:cubicBezTo>
                    <a:pt x="7" y="10"/>
                    <a:pt x="13" y="13"/>
                    <a:pt x="17" y="15"/>
                  </a:cubicBezTo>
                  <a:cubicBezTo>
                    <a:pt x="20" y="17"/>
                    <a:pt x="30" y="18"/>
                    <a:pt x="32" y="20"/>
                  </a:cubicBezTo>
                  <a:cubicBezTo>
                    <a:pt x="35" y="24"/>
                    <a:pt x="33" y="32"/>
                    <a:pt x="33" y="37"/>
                  </a:cubicBezTo>
                  <a:cubicBezTo>
                    <a:pt x="34" y="44"/>
                    <a:pt x="36" y="52"/>
                    <a:pt x="38" y="59"/>
                  </a:cubicBezTo>
                  <a:cubicBezTo>
                    <a:pt x="43" y="78"/>
                    <a:pt x="50" y="100"/>
                    <a:pt x="62" y="117"/>
                  </a:cubicBezTo>
                  <a:cubicBezTo>
                    <a:pt x="74" y="134"/>
                    <a:pt x="94" y="146"/>
                    <a:pt x="105" y="162"/>
                  </a:cubicBezTo>
                  <a:cubicBezTo>
                    <a:pt x="76" y="143"/>
                    <a:pt x="55" y="116"/>
                    <a:pt x="39" y="86"/>
                  </a:cubicBezTo>
                  <a:cubicBezTo>
                    <a:pt x="25" y="56"/>
                    <a:pt x="24" y="24"/>
                    <a:pt x="0" y="0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4161" name="Freeform 497">
              <a:extLst>
                <a:ext uri="{FF2B5EF4-FFF2-40B4-BE49-F238E27FC236}">
                  <a16:creationId xmlns:a16="http://schemas.microsoft.com/office/drawing/2014/main" id="{4FEEDAB0-8478-4A46-8C90-D810A20DA1E3}"/>
                </a:ext>
              </a:extLst>
            </p:cNvPr>
            <p:cNvSpPr>
              <a:spLocks/>
            </p:cNvSpPr>
            <p:nvPr/>
          </p:nvSpPr>
          <p:spPr bwMode="auto">
            <a:xfrm>
              <a:off x="670" y="574"/>
              <a:ext cx="10" cy="23"/>
            </a:xfrm>
            <a:custGeom>
              <a:avLst/>
              <a:gdLst>
                <a:gd name="T0" fmla="*/ 4 w 15"/>
                <a:gd name="T1" fmla="*/ 8 h 36"/>
                <a:gd name="T2" fmla="*/ 1 w 15"/>
                <a:gd name="T3" fmla="*/ 4 h 36"/>
                <a:gd name="T4" fmla="*/ 5 w 15"/>
                <a:gd name="T5" fmla="*/ 1 h 36"/>
                <a:gd name="T6" fmla="*/ 1 w 15"/>
                <a:gd name="T7" fmla="*/ 4 h 36"/>
                <a:gd name="T8" fmla="*/ 3 w 15"/>
                <a:gd name="T9" fmla="*/ 10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5"/>
                <a:gd name="T16" fmla="*/ 0 h 36"/>
                <a:gd name="T17" fmla="*/ 15 w 15"/>
                <a:gd name="T18" fmla="*/ 36 h 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5" h="36">
                  <a:moveTo>
                    <a:pt x="14" y="32"/>
                  </a:moveTo>
                  <a:cubicBezTo>
                    <a:pt x="7" y="30"/>
                    <a:pt x="5" y="21"/>
                    <a:pt x="5" y="15"/>
                  </a:cubicBezTo>
                  <a:cubicBezTo>
                    <a:pt x="6" y="9"/>
                    <a:pt x="10" y="5"/>
                    <a:pt x="15" y="1"/>
                  </a:cubicBezTo>
                  <a:cubicBezTo>
                    <a:pt x="7" y="0"/>
                    <a:pt x="2" y="9"/>
                    <a:pt x="1" y="15"/>
                  </a:cubicBezTo>
                  <a:cubicBezTo>
                    <a:pt x="0" y="24"/>
                    <a:pt x="5" y="30"/>
                    <a:pt x="11" y="36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4162" name="Freeform 498">
              <a:extLst>
                <a:ext uri="{FF2B5EF4-FFF2-40B4-BE49-F238E27FC236}">
                  <a16:creationId xmlns:a16="http://schemas.microsoft.com/office/drawing/2014/main" id="{8F906532-7087-46B0-B47C-F427A5A3A526}"/>
                </a:ext>
              </a:extLst>
            </p:cNvPr>
            <p:cNvSpPr>
              <a:spLocks/>
            </p:cNvSpPr>
            <p:nvPr/>
          </p:nvSpPr>
          <p:spPr bwMode="auto">
            <a:xfrm>
              <a:off x="670" y="652"/>
              <a:ext cx="11" cy="32"/>
            </a:xfrm>
            <a:custGeom>
              <a:avLst/>
              <a:gdLst>
                <a:gd name="T0" fmla="*/ 2 w 17"/>
                <a:gd name="T1" fmla="*/ 0 h 50"/>
                <a:gd name="T2" fmla="*/ 3 w 17"/>
                <a:gd name="T3" fmla="*/ 3 h 50"/>
                <a:gd name="T4" fmla="*/ 1 w 17"/>
                <a:gd name="T5" fmla="*/ 13 h 50"/>
                <a:gd name="T6" fmla="*/ 2 w 17"/>
                <a:gd name="T7" fmla="*/ 7 h 50"/>
                <a:gd name="T8" fmla="*/ 3 w 17"/>
                <a:gd name="T9" fmla="*/ 1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7"/>
                <a:gd name="T16" fmla="*/ 0 h 50"/>
                <a:gd name="T17" fmla="*/ 17 w 17"/>
                <a:gd name="T18" fmla="*/ 50 h 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7" h="50">
                  <a:moveTo>
                    <a:pt x="8" y="0"/>
                  </a:moveTo>
                  <a:cubicBezTo>
                    <a:pt x="17" y="5"/>
                    <a:pt x="14" y="5"/>
                    <a:pt x="10" y="13"/>
                  </a:cubicBezTo>
                  <a:cubicBezTo>
                    <a:pt x="5" y="24"/>
                    <a:pt x="9" y="39"/>
                    <a:pt x="5" y="50"/>
                  </a:cubicBezTo>
                  <a:cubicBezTo>
                    <a:pt x="0" y="46"/>
                    <a:pt x="4" y="32"/>
                    <a:pt x="6" y="26"/>
                  </a:cubicBezTo>
                  <a:cubicBezTo>
                    <a:pt x="7" y="19"/>
                    <a:pt x="6" y="9"/>
                    <a:pt x="10" y="3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4163" name="Freeform 499">
              <a:extLst>
                <a:ext uri="{FF2B5EF4-FFF2-40B4-BE49-F238E27FC236}">
                  <a16:creationId xmlns:a16="http://schemas.microsoft.com/office/drawing/2014/main" id="{22541397-64CE-4548-9183-E867ED66B86D}"/>
                </a:ext>
              </a:extLst>
            </p:cNvPr>
            <p:cNvSpPr>
              <a:spLocks/>
            </p:cNvSpPr>
            <p:nvPr/>
          </p:nvSpPr>
          <p:spPr bwMode="auto">
            <a:xfrm>
              <a:off x="627" y="495"/>
              <a:ext cx="23" cy="12"/>
            </a:xfrm>
            <a:custGeom>
              <a:avLst/>
              <a:gdLst>
                <a:gd name="T0" fmla="*/ 1 w 35"/>
                <a:gd name="T1" fmla="*/ 4 h 19"/>
                <a:gd name="T2" fmla="*/ 6 w 35"/>
                <a:gd name="T3" fmla="*/ 2 h 19"/>
                <a:gd name="T4" fmla="*/ 10 w 35"/>
                <a:gd name="T5" fmla="*/ 0 h 19"/>
                <a:gd name="T6" fmla="*/ 10 w 35"/>
                <a:gd name="T7" fmla="*/ 0 h 19"/>
                <a:gd name="T8" fmla="*/ 5 w 35"/>
                <a:gd name="T9" fmla="*/ 1 h 19"/>
                <a:gd name="T10" fmla="*/ 0 w 35"/>
                <a:gd name="T11" fmla="*/ 5 h 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35"/>
                <a:gd name="T19" fmla="*/ 0 h 19"/>
                <a:gd name="T20" fmla="*/ 35 w 35"/>
                <a:gd name="T21" fmla="*/ 19 h 19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35" h="19">
                  <a:moveTo>
                    <a:pt x="2" y="16"/>
                  </a:moveTo>
                  <a:cubicBezTo>
                    <a:pt x="9" y="13"/>
                    <a:pt x="14" y="11"/>
                    <a:pt x="20" y="7"/>
                  </a:cubicBezTo>
                  <a:cubicBezTo>
                    <a:pt x="25" y="4"/>
                    <a:pt x="31" y="3"/>
                    <a:pt x="35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0" y="2"/>
                    <a:pt x="23" y="3"/>
                    <a:pt x="17" y="4"/>
                  </a:cubicBezTo>
                  <a:cubicBezTo>
                    <a:pt x="9" y="5"/>
                    <a:pt x="3" y="11"/>
                    <a:pt x="0" y="19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4164" name="Freeform 500">
              <a:extLst>
                <a:ext uri="{FF2B5EF4-FFF2-40B4-BE49-F238E27FC236}">
                  <a16:creationId xmlns:a16="http://schemas.microsoft.com/office/drawing/2014/main" id="{CE513EF0-BAFB-4D56-BE9E-B06509ADE3C3}"/>
                </a:ext>
              </a:extLst>
            </p:cNvPr>
            <p:cNvSpPr>
              <a:spLocks/>
            </p:cNvSpPr>
            <p:nvPr/>
          </p:nvSpPr>
          <p:spPr bwMode="auto">
            <a:xfrm>
              <a:off x="567" y="390"/>
              <a:ext cx="80" cy="115"/>
            </a:xfrm>
            <a:custGeom>
              <a:avLst/>
              <a:gdLst>
                <a:gd name="T0" fmla="*/ 33 w 124"/>
                <a:gd name="T1" fmla="*/ 1 h 178"/>
                <a:gd name="T2" fmla="*/ 23 w 124"/>
                <a:gd name="T3" fmla="*/ 5 h 178"/>
                <a:gd name="T4" fmla="*/ 15 w 124"/>
                <a:gd name="T5" fmla="*/ 9 h 178"/>
                <a:gd name="T6" fmla="*/ 12 w 124"/>
                <a:gd name="T7" fmla="*/ 12 h 178"/>
                <a:gd name="T8" fmla="*/ 10 w 124"/>
                <a:gd name="T9" fmla="*/ 16 h 178"/>
                <a:gd name="T10" fmla="*/ 5 w 124"/>
                <a:gd name="T11" fmla="*/ 25 h 178"/>
                <a:gd name="T12" fmla="*/ 3 w 124"/>
                <a:gd name="T13" fmla="*/ 32 h 178"/>
                <a:gd name="T14" fmla="*/ 3 w 124"/>
                <a:gd name="T15" fmla="*/ 41 h 178"/>
                <a:gd name="T16" fmla="*/ 0 w 124"/>
                <a:gd name="T17" fmla="*/ 48 h 178"/>
                <a:gd name="T18" fmla="*/ 4 w 124"/>
                <a:gd name="T19" fmla="*/ 41 h 178"/>
                <a:gd name="T20" fmla="*/ 8 w 124"/>
                <a:gd name="T21" fmla="*/ 32 h 178"/>
                <a:gd name="T22" fmla="*/ 9 w 124"/>
                <a:gd name="T23" fmla="*/ 26 h 178"/>
                <a:gd name="T24" fmla="*/ 12 w 124"/>
                <a:gd name="T25" fmla="*/ 20 h 178"/>
                <a:gd name="T26" fmla="*/ 15 w 124"/>
                <a:gd name="T27" fmla="*/ 14 h 178"/>
                <a:gd name="T28" fmla="*/ 19 w 124"/>
                <a:gd name="T29" fmla="*/ 10 h 178"/>
                <a:gd name="T30" fmla="*/ 26 w 124"/>
                <a:gd name="T31" fmla="*/ 4 h 178"/>
                <a:gd name="T32" fmla="*/ 34 w 124"/>
                <a:gd name="T33" fmla="*/ 0 h 17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124"/>
                <a:gd name="T52" fmla="*/ 0 h 178"/>
                <a:gd name="T53" fmla="*/ 124 w 124"/>
                <a:gd name="T54" fmla="*/ 178 h 17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124" h="178">
                  <a:moveTo>
                    <a:pt x="123" y="4"/>
                  </a:moveTo>
                  <a:cubicBezTo>
                    <a:pt x="114" y="12"/>
                    <a:pt x="96" y="14"/>
                    <a:pt x="85" y="17"/>
                  </a:cubicBezTo>
                  <a:cubicBezTo>
                    <a:pt x="72" y="20"/>
                    <a:pt x="63" y="23"/>
                    <a:pt x="55" y="34"/>
                  </a:cubicBezTo>
                  <a:cubicBezTo>
                    <a:pt x="51" y="39"/>
                    <a:pt x="49" y="41"/>
                    <a:pt x="44" y="45"/>
                  </a:cubicBezTo>
                  <a:cubicBezTo>
                    <a:pt x="39" y="50"/>
                    <a:pt x="40" y="54"/>
                    <a:pt x="39" y="60"/>
                  </a:cubicBezTo>
                  <a:cubicBezTo>
                    <a:pt x="37" y="73"/>
                    <a:pt x="29" y="83"/>
                    <a:pt x="20" y="92"/>
                  </a:cubicBezTo>
                  <a:cubicBezTo>
                    <a:pt x="13" y="99"/>
                    <a:pt x="15" y="111"/>
                    <a:pt x="13" y="120"/>
                  </a:cubicBezTo>
                  <a:cubicBezTo>
                    <a:pt x="12" y="130"/>
                    <a:pt x="12" y="140"/>
                    <a:pt x="10" y="150"/>
                  </a:cubicBezTo>
                  <a:cubicBezTo>
                    <a:pt x="7" y="160"/>
                    <a:pt x="3" y="168"/>
                    <a:pt x="0" y="178"/>
                  </a:cubicBezTo>
                  <a:cubicBezTo>
                    <a:pt x="7" y="175"/>
                    <a:pt x="11" y="161"/>
                    <a:pt x="15" y="154"/>
                  </a:cubicBezTo>
                  <a:cubicBezTo>
                    <a:pt x="21" y="143"/>
                    <a:pt x="26" y="132"/>
                    <a:pt x="28" y="119"/>
                  </a:cubicBezTo>
                  <a:cubicBezTo>
                    <a:pt x="30" y="112"/>
                    <a:pt x="31" y="104"/>
                    <a:pt x="33" y="97"/>
                  </a:cubicBezTo>
                  <a:cubicBezTo>
                    <a:pt x="35" y="88"/>
                    <a:pt x="41" y="82"/>
                    <a:pt x="46" y="74"/>
                  </a:cubicBezTo>
                  <a:cubicBezTo>
                    <a:pt x="51" y="67"/>
                    <a:pt x="53" y="60"/>
                    <a:pt x="57" y="52"/>
                  </a:cubicBezTo>
                  <a:cubicBezTo>
                    <a:pt x="61" y="45"/>
                    <a:pt x="67" y="40"/>
                    <a:pt x="73" y="35"/>
                  </a:cubicBezTo>
                  <a:cubicBezTo>
                    <a:pt x="81" y="28"/>
                    <a:pt x="89" y="21"/>
                    <a:pt x="98" y="16"/>
                  </a:cubicBezTo>
                  <a:cubicBezTo>
                    <a:pt x="107" y="11"/>
                    <a:pt x="116" y="8"/>
                    <a:pt x="124" y="0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4165" name="Freeform 501">
              <a:extLst>
                <a:ext uri="{FF2B5EF4-FFF2-40B4-BE49-F238E27FC236}">
                  <a16:creationId xmlns:a16="http://schemas.microsoft.com/office/drawing/2014/main" id="{0633656D-91BC-47A1-B6AF-39F5F63A6DF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" y="537"/>
              <a:ext cx="30" cy="21"/>
            </a:xfrm>
            <a:custGeom>
              <a:avLst/>
              <a:gdLst>
                <a:gd name="T0" fmla="*/ 12 w 47"/>
                <a:gd name="T1" fmla="*/ 8 h 33"/>
                <a:gd name="T2" fmla="*/ 10 w 47"/>
                <a:gd name="T3" fmla="*/ 6 h 33"/>
                <a:gd name="T4" fmla="*/ 9 w 47"/>
                <a:gd name="T5" fmla="*/ 2 h 33"/>
                <a:gd name="T6" fmla="*/ 6 w 47"/>
                <a:gd name="T7" fmla="*/ 2 h 33"/>
                <a:gd name="T8" fmla="*/ 3 w 47"/>
                <a:gd name="T9" fmla="*/ 4 h 33"/>
                <a:gd name="T10" fmla="*/ 1 w 47"/>
                <a:gd name="T11" fmla="*/ 7 h 33"/>
                <a:gd name="T12" fmla="*/ 3 w 47"/>
                <a:gd name="T13" fmla="*/ 7 h 33"/>
                <a:gd name="T14" fmla="*/ 7 w 47"/>
                <a:gd name="T15" fmla="*/ 5 h 33"/>
                <a:gd name="T16" fmla="*/ 11 w 47"/>
                <a:gd name="T17" fmla="*/ 8 h 3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47"/>
                <a:gd name="T28" fmla="*/ 0 h 33"/>
                <a:gd name="T29" fmla="*/ 47 w 47"/>
                <a:gd name="T30" fmla="*/ 33 h 33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47" h="33">
                  <a:moveTo>
                    <a:pt x="47" y="33"/>
                  </a:moveTo>
                  <a:cubicBezTo>
                    <a:pt x="44" y="28"/>
                    <a:pt x="39" y="27"/>
                    <a:pt x="36" y="22"/>
                  </a:cubicBezTo>
                  <a:cubicBezTo>
                    <a:pt x="34" y="16"/>
                    <a:pt x="37" y="10"/>
                    <a:pt x="35" y="6"/>
                  </a:cubicBezTo>
                  <a:cubicBezTo>
                    <a:pt x="33" y="0"/>
                    <a:pt x="28" y="4"/>
                    <a:pt x="25" y="7"/>
                  </a:cubicBezTo>
                  <a:cubicBezTo>
                    <a:pt x="19" y="11"/>
                    <a:pt x="15" y="13"/>
                    <a:pt x="9" y="15"/>
                  </a:cubicBezTo>
                  <a:cubicBezTo>
                    <a:pt x="2" y="17"/>
                    <a:pt x="0" y="18"/>
                    <a:pt x="3" y="26"/>
                  </a:cubicBezTo>
                  <a:cubicBezTo>
                    <a:pt x="6" y="33"/>
                    <a:pt x="7" y="33"/>
                    <a:pt x="12" y="28"/>
                  </a:cubicBezTo>
                  <a:cubicBezTo>
                    <a:pt x="17" y="23"/>
                    <a:pt x="20" y="19"/>
                    <a:pt x="27" y="20"/>
                  </a:cubicBezTo>
                  <a:cubicBezTo>
                    <a:pt x="35" y="21"/>
                    <a:pt x="37" y="31"/>
                    <a:pt x="43" y="32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4166" name="Freeform 502">
              <a:extLst>
                <a:ext uri="{FF2B5EF4-FFF2-40B4-BE49-F238E27FC236}">
                  <a16:creationId xmlns:a16="http://schemas.microsoft.com/office/drawing/2014/main" id="{3A06B3DB-C596-411B-A312-4A86DBE0BDD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" y="511"/>
              <a:ext cx="25" cy="32"/>
            </a:xfrm>
            <a:custGeom>
              <a:avLst/>
              <a:gdLst>
                <a:gd name="T0" fmla="*/ 11 w 38"/>
                <a:gd name="T1" fmla="*/ 3 h 50"/>
                <a:gd name="T2" fmla="*/ 9 w 38"/>
                <a:gd name="T3" fmla="*/ 2 h 50"/>
                <a:gd name="T4" fmla="*/ 6 w 38"/>
                <a:gd name="T5" fmla="*/ 1 h 50"/>
                <a:gd name="T6" fmla="*/ 2 w 38"/>
                <a:gd name="T7" fmla="*/ 2 h 50"/>
                <a:gd name="T8" fmla="*/ 3 w 38"/>
                <a:gd name="T9" fmla="*/ 13 h 50"/>
                <a:gd name="T10" fmla="*/ 4 w 38"/>
                <a:gd name="T11" fmla="*/ 6 h 50"/>
                <a:gd name="T12" fmla="*/ 10 w 38"/>
                <a:gd name="T13" fmla="*/ 2 h 5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38"/>
                <a:gd name="T22" fmla="*/ 0 h 50"/>
                <a:gd name="T23" fmla="*/ 38 w 38"/>
                <a:gd name="T24" fmla="*/ 50 h 50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38" h="50">
                  <a:moveTo>
                    <a:pt x="38" y="13"/>
                  </a:moveTo>
                  <a:cubicBezTo>
                    <a:pt x="36" y="11"/>
                    <a:pt x="35" y="8"/>
                    <a:pt x="32" y="6"/>
                  </a:cubicBezTo>
                  <a:cubicBezTo>
                    <a:pt x="29" y="4"/>
                    <a:pt x="25" y="4"/>
                    <a:pt x="22" y="3"/>
                  </a:cubicBezTo>
                  <a:cubicBezTo>
                    <a:pt x="15" y="1"/>
                    <a:pt x="13" y="0"/>
                    <a:pt x="8" y="7"/>
                  </a:cubicBezTo>
                  <a:cubicBezTo>
                    <a:pt x="0" y="19"/>
                    <a:pt x="5" y="38"/>
                    <a:pt x="12" y="50"/>
                  </a:cubicBezTo>
                  <a:cubicBezTo>
                    <a:pt x="9" y="43"/>
                    <a:pt x="10" y="33"/>
                    <a:pt x="13" y="25"/>
                  </a:cubicBezTo>
                  <a:cubicBezTo>
                    <a:pt x="15" y="20"/>
                    <a:pt x="30" y="2"/>
                    <a:pt x="35" y="8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4167" name="Freeform 503">
              <a:extLst>
                <a:ext uri="{FF2B5EF4-FFF2-40B4-BE49-F238E27FC236}">
                  <a16:creationId xmlns:a16="http://schemas.microsoft.com/office/drawing/2014/main" id="{6FAE389B-440F-42FD-851B-A989352892D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" y="914"/>
              <a:ext cx="54" cy="334"/>
            </a:xfrm>
            <a:custGeom>
              <a:avLst/>
              <a:gdLst>
                <a:gd name="T0" fmla="*/ 13 w 84"/>
                <a:gd name="T1" fmla="*/ 0 h 520"/>
                <a:gd name="T2" fmla="*/ 7 w 84"/>
                <a:gd name="T3" fmla="*/ 20 h 520"/>
                <a:gd name="T4" fmla="*/ 6 w 84"/>
                <a:gd name="T5" fmla="*/ 48 h 520"/>
                <a:gd name="T6" fmla="*/ 5 w 84"/>
                <a:gd name="T7" fmla="*/ 74 h 520"/>
                <a:gd name="T8" fmla="*/ 3 w 84"/>
                <a:gd name="T9" fmla="*/ 103 h 520"/>
                <a:gd name="T10" fmla="*/ 1 w 84"/>
                <a:gd name="T11" fmla="*/ 119 h 520"/>
                <a:gd name="T12" fmla="*/ 8 w 84"/>
                <a:gd name="T13" fmla="*/ 138 h 520"/>
                <a:gd name="T14" fmla="*/ 5 w 84"/>
                <a:gd name="T15" fmla="*/ 119 h 520"/>
                <a:gd name="T16" fmla="*/ 6 w 84"/>
                <a:gd name="T17" fmla="*/ 102 h 520"/>
                <a:gd name="T18" fmla="*/ 14 w 84"/>
                <a:gd name="T19" fmla="*/ 76 h 520"/>
                <a:gd name="T20" fmla="*/ 21 w 84"/>
                <a:gd name="T21" fmla="*/ 71 h 520"/>
                <a:gd name="T22" fmla="*/ 17 w 84"/>
                <a:gd name="T23" fmla="*/ 64 h 520"/>
                <a:gd name="T24" fmla="*/ 14 w 84"/>
                <a:gd name="T25" fmla="*/ 37 h 520"/>
                <a:gd name="T26" fmla="*/ 14 w 84"/>
                <a:gd name="T27" fmla="*/ 2 h 52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84"/>
                <a:gd name="T43" fmla="*/ 0 h 520"/>
                <a:gd name="T44" fmla="*/ 84 w 84"/>
                <a:gd name="T45" fmla="*/ 520 h 520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84" h="520">
                  <a:moveTo>
                    <a:pt x="48" y="0"/>
                  </a:moveTo>
                  <a:cubicBezTo>
                    <a:pt x="19" y="12"/>
                    <a:pt x="26" y="48"/>
                    <a:pt x="26" y="75"/>
                  </a:cubicBezTo>
                  <a:cubicBezTo>
                    <a:pt x="26" y="110"/>
                    <a:pt x="24" y="145"/>
                    <a:pt x="22" y="180"/>
                  </a:cubicBezTo>
                  <a:cubicBezTo>
                    <a:pt x="21" y="213"/>
                    <a:pt x="22" y="246"/>
                    <a:pt x="19" y="279"/>
                  </a:cubicBezTo>
                  <a:cubicBezTo>
                    <a:pt x="15" y="315"/>
                    <a:pt x="17" y="353"/>
                    <a:pt x="12" y="388"/>
                  </a:cubicBezTo>
                  <a:cubicBezTo>
                    <a:pt x="9" y="409"/>
                    <a:pt x="0" y="428"/>
                    <a:pt x="1" y="450"/>
                  </a:cubicBezTo>
                  <a:cubicBezTo>
                    <a:pt x="2" y="473"/>
                    <a:pt x="18" y="502"/>
                    <a:pt x="28" y="520"/>
                  </a:cubicBezTo>
                  <a:cubicBezTo>
                    <a:pt x="16" y="502"/>
                    <a:pt x="18" y="471"/>
                    <a:pt x="18" y="450"/>
                  </a:cubicBezTo>
                  <a:cubicBezTo>
                    <a:pt x="18" y="429"/>
                    <a:pt x="21" y="407"/>
                    <a:pt x="22" y="386"/>
                  </a:cubicBezTo>
                  <a:cubicBezTo>
                    <a:pt x="24" y="353"/>
                    <a:pt x="29" y="314"/>
                    <a:pt x="53" y="288"/>
                  </a:cubicBezTo>
                  <a:cubicBezTo>
                    <a:pt x="60" y="281"/>
                    <a:pt x="72" y="274"/>
                    <a:pt x="77" y="266"/>
                  </a:cubicBezTo>
                  <a:cubicBezTo>
                    <a:pt x="84" y="254"/>
                    <a:pt x="72" y="250"/>
                    <a:pt x="66" y="240"/>
                  </a:cubicBezTo>
                  <a:cubicBezTo>
                    <a:pt x="47" y="210"/>
                    <a:pt x="49" y="174"/>
                    <a:pt x="49" y="140"/>
                  </a:cubicBezTo>
                  <a:cubicBezTo>
                    <a:pt x="49" y="98"/>
                    <a:pt x="14" y="42"/>
                    <a:pt x="49" y="7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4168" name="Freeform 504">
              <a:extLst>
                <a:ext uri="{FF2B5EF4-FFF2-40B4-BE49-F238E27FC236}">
                  <a16:creationId xmlns:a16="http://schemas.microsoft.com/office/drawing/2014/main" id="{26B52FFE-20E4-4C83-9A61-2D4701FCA031}"/>
                </a:ext>
              </a:extLst>
            </p:cNvPr>
            <p:cNvSpPr>
              <a:spLocks/>
            </p:cNvSpPr>
            <p:nvPr/>
          </p:nvSpPr>
          <p:spPr bwMode="auto">
            <a:xfrm>
              <a:off x="712" y="1165"/>
              <a:ext cx="46" cy="77"/>
            </a:xfrm>
            <a:custGeom>
              <a:avLst/>
              <a:gdLst>
                <a:gd name="T0" fmla="*/ 16 w 71"/>
                <a:gd name="T1" fmla="*/ 1 h 120"/>
                <a:gd name="T2" fmla="*/ 6 w 71"/>
                <a:gd name="T3" fmla="*/ 12 h 120"/>
                <a:gd name="T4" fmla="*/ 1 w 71"/>
                <a:gd name="T5" fmla="*/ 31 h 120"/>
                <a:gd name="T6" fmla="*/ 9 w 71"/>
                <a:gd name="T7" fmla="*/ 12 h 120"/>
                <a:gd name="T8" fmla="*/ 19 w 71"/>
                <a:gd name="T9" fmla="*/ 0 h 1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1"/>
                <a:gd name="T16" fmla="*/ 0 h 120"/>
                <a:gd name="T17" fmla="*/ 71 w 71"/>
                <a:gd name="T18" fmla="*/ 120 h 12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1" h="120">
                  <a:moveTo>
                    <a:pt x="60" y="3"/>
                  </a:moveTo>
                  <a:cubicBezTo>
                    <a:pt x="57" y="21"/>
                    <a:pt x="32" y="30"/>
                    <a:pt x="22" y="43"/>
                  </a:cubicBezTo>
                  <a:cubicBezTo>
                    <a:pt x="7" y="62"/>
                    <a:pt x="2" y="96"/>
                    <a:pt x="4" y="120"/>
                  </a:cubicBezTo>
                  <a:cubicBezTo>
                    <a:pt x="0" y="94"/>
                    <a:pt x="14" y="63"/>
                    <a:pt x="32" y="44"/>
                  </a:cubicBezTo>
                  <a:cubicBezTo>
                    <a:pt x="45" y="31"/>
                    <a:pt x="71" y="24"/>
                    <a:pt x="68" y="0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4169" name="Freeform 505">
              <a:extLst>
                <a:ext uri="{FF2B5EF4-FFF2-40B4-BE49-F238E27FC236}">
                  <a16:creationId xmlns:a16="http://schemas.microsoft.com/office/drawing/2014/main" id="{B2A86FE0-B5FE-46D9-A069-6413BE11C282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" y="1822"/>
              <a:ext cx="48" cy="46"/>
            </a:xfrm>
            <a:custGeom>
              <a:avLst/>
              <a:gdLst>
                <a:gd name="T0" fmla="*/ 0 w 75"/>
                <a:gd name="T1" fmla="*/ 17 h 71"/>
                <a:gd name="T2" fmla="*/ 3 w 75"/>
                <a:gd name="T3" fmla="*/ 17 h 71"/>
                <a:gd name="T4" fmla="*/ 5 w 75"/>
                <a:gd name="T5" fmla="*/ 17 h 71"/>
                <a:gd name="T6" fmla="*/ 9 w 75"/>
                <a:gd name="T7" fmla="*/ 12 h 71"/>
                <a:gd name="T8" fmla="*/ 13 w 75"/>
                <a:gd name="T9" fmla="*/ 8 h 71"/>
                <a:gd name="T10" fmla="*/ 18 w 75"/>
                <a:gd name="T11" fmla="*/ 0 h 71"/>
                <a:gd name="T12" fmla="*/ 15 w 75"/>
                <a:gd name="T13" fmla="*/ 8 h 71"/>
                <a:gd name="T14" fmla="*/ 10 w 75"/>
                <a:gd name="T15" fmla="*/ 15 h 71"/>
                <a:gd name="T16" fmla="*/ 6 w 75"/>
                <a:gd name="T17" fmla="*/ 18 h 71"/>
                <a:gd name="T18" fmla="*/ 1 w 75"/>
                <a:gd name="T19" fmla="*/ 19 h 7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75"/>
                <a:gd name="T31" fmla="*/ 0 h 71"/>
                <a:gd name="T32" fmla="*/ 75 w 75"/>
                <a:gd name="T33" fmla="*/ 71 h 71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75" h="71">
                  <a:moveTo>
                    <a:pt x="0" y="65"/>
                  </a:moveTo>
                  <a:cubicBezTo>
                    <a:pt x="4" y="64"/>
                    <a:pt x="7" y="61"/>
                    <a:pt x="12" y="61"/>
                  </a:cubicBezTo>
                  <a:cubicBezTo>
                    <a:pt x="14" y="60"/>
                    <a:pt x="17" y="61"/>
                    <a:pt x="20" y="61"/>
                  </a:cubicBezTo>
                  <a:cubicBezTo>
                    <a:pt x="25" y="59"/>
                    <a:pt x="30" y="51"/>
                    <a:pt x="34" y="47"/>
                  </a:cubicBezTo>
                  <a:cubicBezTo>
                    <a:pt x="40" y="41"/>
                    <a:pt x="44" y="34"/>
                    <a:pt x="50" y="28"/>
                  </a:cubicBezTo>
                  <a:cubicBezTo>
                    <a:pt x="58" y="20"/>
                    <a:pt x="65" y="11"/>
                    <a:pt x="68" y="0"/>
                  </a:cubicBezTo>
                  <a:cubicBezTo>
                    <a:pt x="75" y="13"/>
                    <a:pt x="65" y="21"/>
                    <a:pt x="58" y="31"/>
                  </a:cubicBezTo>
                  <a:cubicBezTo>
                    <a:pt x="52" y="39"/>
                    <a:pt x="47" y="48"/>
                    <a:pt x="39" y="54"/>
                  </a:cubicBezTo>
                  <a:cubicBezTo>
                    <a:pt x="35" y="57"/>
                    <a:pt x="30" y="63"/>
                    <a:pt x="25" y="66"/>
                  </a:cubicBezTo>
                  <a:cubicBezTo>
                    <a:pt x="18" y="69"/>
                    <a:pt x="8" y="70"/>
                    <a:pt x="1" y="71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4170" name="Freeform 506">
              <a:extLst>
                <a:ext uri="{FF2B5EF4-FFF2-40B4-BE49-F238E27FC236}">
                  <a16:creationId xmlns:a16="http://schemas.microsoft.com/office/drawing/2014/main" id="{D52015B5-FC50-4B82-AFAA-DFC2BCA94172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" y="1833"/>
              <a:ext cx="67" cy="58"/>
            </a:xfrm>
            <a:custGeom>
              <a:avLst/>
              <a:gdLst>
                <a:gd name="T0" fmla="*/ 0 w 105"/>
                <a:gd name="T1" fmla="*/ 19 h 90"/>
                <a:gd name="T2" fmla="*/ 8 w 105"/>
                <a:gd name="T3" fmla="*/ 22 h 90"/>
                <a:gd name="T4" fmla="*/ 13 w 105"/>
                <a:gd name="T5" fmla="*/ 19 h 90"/>
                <a:gd name="T6" fmla="*/ 17 w 105"/>
                <a:gd name="T7" fmla="*/ 18 h 90"/>
                <a:gd name="T8" fmla="*/ 19 w 105"/>
                <a:gd name="T9" fmla="*/ 15 h 90"/>
                <a:gd name="T10" fmla="*/ 20 w 105"/>
                <a:gd name="T11" fmla="*/ 11 h 90"/>
                <a:gd name="T12" fmla="*/ 26 w 105"/>
                <a:gd name="T13" fmla="*/ 0 h 90"/>
                <a:gd name="T14" fmla="*/ 24 w 105"/>
                <a:gd name="T15" fmla="*/ 10 h 90"/>
                <a:gd name="T16" fmla="*/ 22 w 105"/>
                <a:gd name="T17" fmla="*/ 15 h 90"/>
                <a:gd name="T18" fmla="*/ 19 w 105"/>
                <a:gd name="T19" fmla="*/ 18 h 90"/>
                <a:gd name="T20" fmla="*/ 15 w 105"/>
                <a:gd name="T21" fmla="*/ 20 h 90"/>
                <a:gd name="T22" fmla="*/ 1 w 105"/>
                <a:gd name="T23" fmla="*/ 20 h 9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105"/>
                <a:gd name="T37" fmla="*/ 0 h 90"/>
                <a:gd name="T38" fmla="*/ 105 w 105"/>
                <a:gd name="T39" fmla="*/ 90 h 90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105" h="90">
                  <a:moveTo>
                    <a:pt x="0" y="70"/>
                  </a:moveTo>
                  <a:cubicBezTo>
                    <a:pt x="7" y="77"/>
                    <a:pt x="20" y="84"/>
                    <a:pt x="30" y="81"/>
                  </a:cubicBezTo>
                  <a:cubicBezTo>
                    <a:pt x="36" y="80"/>
                    <a:pt x="43" y="76"/>
                    <a:pt x="49" y="73"/>
                  </a:cubicBezTo>
                  <a:cubicBezTo>
                    <a:pt x="54" y="71"/>
                    <a:pt x="59" y="70"/>
                    <a:pt x="64" y="67"/>
                  </a:cubicBezTo>
                  <a:cubicBezTo>
                    <a:pt x="68" y="65"/>
                    <a:pt x="69" y="64"/>
                    <a:pt x="71" y="59"/>
                  </a:cubicBezTo>
                  <a:cubicBezTo>
                    <a:pt x="73" y="52"/>
                    <a:pt x="75" y="47"/>
                    <a:pt x="79" y="40"/>
                  </a:cubicBezTo>
                  <a:cubicBezTo>
                    <a:pt x="88" y="27"/>
                    <a:pt x="97" y="15"/>
                    <a:pt x="101" y="0"/>
                  </a:cubicBezTo>
                  <a:cubicBezTo>
                    <a:pt x="105" y="11"/>
                    <a:pt x="97" y="25"/>
                    <a:pt x="94" y="36"/>
                  </a:cubicBezTo>
                  <a:cubicBezTo>
                    <a:pt x="91" y="43"/>
                    <a:pt x="90" y="51"/>
                    <a:pt x="86" y="58"/>
                  </a:cubicBezTo>
                  <a:cubicBezTo>
                    <a:pt x="83" y="64"/>
                    <a:pt x="79" y="65"/>
                    <a:pt x="73" y="68"/>
                  </a:cubicBezTo>
                  <a:cubicBezTo>
                    <a:pt x="67" y="70"/>
                    <a:pt x="62" y="73"/>
                    <a:pt x="56" y="75"/>
                  </a:cubicBezTo>
                  <a:cubicBezTo>
                    <a:pt x="40" y="82"/>
                    <a:pt x="16" y="90"/>
                    <a:pt x="1" y="74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4171" name="Freeform 507">
              <a:extLst>
                <a:ext uri="{FF2B5EF4-FFF2-40B4-BE49-F238E27FC236}">
                  <a16:creationId xmlns:a16="http://schemas.microsoft.com/office/drawing/2014/main" id="{ED19F47E-3618-4C51-B971-FC7102E71837}"/>
                </a:ext>
              </a:extLst>
            </p:cNvPr>
            <p:cNvSpPr>
              <a:spLocks/>
            </p:cNvSpPr>
            <p:nvPr/>
          </p:nvSpPr>
          <p:spPr bwMode="auto">
            <a:xfrm>
              <a:off x="534" y="1842"/>
              <a:ext cx="73" cy="60"/>
            </a:xfrm>
            <a:custGeom>
              <a:avLst/>
              <a:gdLst>
                <a:gd name="T0" fmla="*/ 0 w 112"/>
                <a:gd name="T1" fmla="*/ 24 h 94"/>
                <a:gd name="T2" fmla="*/ 10 w 112"/>
                <a:gd name="T3" fmla="*/ 22 h 94"/>
                <a:gd name="T4" fmla="*/ 16 w 112"/>
                <a:gd name="T5" fmla="*/ 17 h 94"/>
                <a:gd name="T6" fmla="*/ 20 w 112"/>
                <a:gd name="T7" fmla="*/ 15 h 94"/>
                <a:gd name="T8" fmla="*/ 24 w 112"/>
                <a:gd name="T9" fmla="*/ 11 h 94"/>
                <a:gd name="T10" fmla="*/ 28 w 112"/>
                <a:gd name="T11" fmla="*/ 6 h 94"/>
                <a:gd name="T12" fmla="*/ 31 w 112"/>
                <a:gd name="T13" fmla="*/ 0 h 94"/>
                <a:gd name="T14" fmla="*/ 29 w 112"/>
                <a:gd name="T15" fmla="*/ 7 h 94"/>
                <a:gd name="T16" fmla="*/ 27 w 112"/>
                <a:gd name="T17" fmla="*/ 12 h 94"/>
                <a:gd name="T18" fmla="*/ 20 w 112"/>
                <a:gd name="T19" fmla="*/ 19 h 94"/>
                <a:gd name="T20" fmla="*/ 13 w 112"/>
                <a:gd name="T21" fmla="*/ 23 h 94"/>
                <a:gd name="T22" fmla="*/ 8 w 112"/>
                <a:gd name="T23" fmla="*/ 24 h 94"/>
                <a:gd name="T24" fmla="*/ 2 w 112"/>
                <a:gd name="T25" fmla="*/ 24 h 9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112"/>
                <a:gd name="T40" fmla="*/ 0 h 94"/>
                <a:gd name="T41" fmla="*/ 112 w 112"/>
                <a:gd name="T42" fmla="*/ 94 h 94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112" h="94">
                  <a:moveTo>
                    <a:pt x="0" y="93"/>
                  </a:moveTo>
                  <a:cubicBezTo>
                    <a:pt x="12" y="89"/>
                    <a:pt x="27" y="91"/>
                    <a:pt x="39" y="86"/>
                  </a:cubicBezTo>
                  <a:cubicBezTo>
                    <a:pt x="48" y="82"/>
                    <a:pt x="53" y="75"/>
                    <a:pt x="60" y="67"/>
                  </a:cubicBezTo>
                  <a:cubicBezTo>
                    <a:pt x="63" y="63"/>
                    <a:pt x="67" y="60"/>
                    <a:pt x="71" y="58"/>
                  </a:cubicBezTo>
                  <a:cubicBezTo>
                    <a:pt x="77" y="53"/>
                    <a:pt x="83" y="48"/>
                    <a:pt x="88" y="43"/>
                  </a:cubicBezTo>
                  <a:cubicBezTo>
                    <a:pt x="94" y="37"/>
                    <a:pt x="98" y="29"/>
                    <a:pt x="102" y="22"/>
                  </a:cubicBezTo>
                  <a:cubicBezTo>
                    <a:pt x="105" y="16"/>
                    <a:pt x="111" y="7"/>
                    <a:pt x="111" y="0"/>
                  </a:cubicBezTo>
                  <a:cubicBezTo>
                    <a:pt x="112" y="9"/>
                    <a:pt x="108" y="20"/>
                    <a:pt x="105" y="27"/>
                  </a:cubicBezTo>
                  <a:cubicBezTo>
                    <a:pt x="103" y="34"/>
                    <a:pt x="101" y="39"/>
                    <a:pt x="99" y="45"/>
                  </a:cubicBezTo>
                  <a:cubicBezTo>
                    <a:pt x="95" y="56"/>
                    <a:pt x="80" y="65"/>
                    <a:pt x="71" y="72"/>
                  </a:cubicBezTo>
                  <a:cubicBezTo>
                    <a:pt x="63" y="78"/>
                    <a:pt x="54" y="83"/>
                    <a:pt x="46" y="88"/>
                  </a:cubicBezTo>
                  <a:cubicBezTo>
                    <a:pt x="40" y="92"/>
                    <a:pt x="36" y="94"/>
                    <a:pt x="29" y="94"/>
                  </a:cubicBezTo>
                  <a:cubicBezTo>
                    <a:pt x="23" y="93"/>
                    <a:pt x="15" y="92"/>
                    <a:pt x="8" y="92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4172" name="Freeform 508">
              <a:extLst>
                <a:ext uri="{FF2B5EF4-FFF2-40B4-BE49-F238E27FC236}">
                  <a16:creationId xmlns:a16="http://schemas.microsoft.com/office/drawing/2014/main" id="{98322C0A-0EA9-4ED0-AE5F-5BA0D890D0D6}"/>
                </a:ext>
              </a:extLst>
            </p:cNvPr>
            <p:cNvSpPr>
              <a:spLocks/>
            </p:cNvSpPr>
            <p:nvPr/>
          </p:nvSpPr>
          <p:spPr bwMode="auto">
            <a:xfrm>
              <a:off x="571" y="1841"/>
              <a:ext cx="62" cy="71"/>
            </a:xfrm>
            <a:custGeom>
              <a:avLst/>
              <a:gdLst>
                <a:gd name="T0" fmla="*/ 0 w 97"/>
                <a:gd name="T1" fmla="*/ 28 h 111"/>
                <a:gd name="T2" fmla="*/ 8 w 97"/>
                <a:gd name="T3" fmla="*/ 27 h 111"/>
                <a:gd name="T4" fmla="*/ 12 w 97"/>
                <a:gd name="T5" fmla="*/ 24 h 111"/>
                <a:gd name="T6" fmla="*/ 15 w 97"/>
                <a:gd name="T7" fmla="*/ 23 h 111"/>
                <a:gd name="T8" fmla="*/ 17 w 97"/>
                <a:gd name="T9" fmla="*/ 21 h 111"/>
                <a:gd name="T10" fmla="*/ 18 w 97"/>
                <a:gd name="T11" fmla="*/ 17 h 111"/>
                <a:gd name="T12" fmla="*/ 22 w 97"/>
                <a:gd name="T13" fmla="*/ 8 h 111"/>
                <a:gd name="T14" fmla="*/ 25 w 97"/>
                <a:gd name="T15" fmla="*/ 0 h 111"/>
                <a:gd name="T16" fmla="*/ 24 w 97"/>
                <a:gd name="T17" fmla="*/ 5 h 111"/>
                <a:gd name="T18" fmla="*/ 24 w 97"/>
                <a:gd name="T19" fmla="*/ 11 h 111"/>
                <a:gd name="T20" fmla="*/ 22 w 97"/>
                <a:gd name="T21" fmla="*/ 17 h 111"/>
                <a:gd name="T22" fmla="*/ 15 w 97"/>
                <a:gd name="T23" fmla="*/ 23 h 111"/>
                <a:gd name="T24" fmla="*/ 12 w 97"/>
                <a:gd name="T25" fmla="*/ 25 h 111"/>
                <a:gd name="T26" fmla="*/ 10 w 97"/>
                <a:gd name="T27" fmla="*/ 28 h 111"/>
                <a:gd name="T28" fmla="*/ 6 w 97"/>
                <a:gd name="T29" fmla="*/ 28 h 111"/>
                <a:gd name="T30" fmla="*/ 1 w 97"/>
                <a:gd name="T31" fmla="*/ 28 h 111"/>
                <a:gd name="T32" fmla="*/ 1 w 97"/>
                <a:gd name="T33" fmla="*/ 28 h 111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97"/>
                <a:gd name="T52" fmla="*/ 0 h 111"/>
                <a:gd name="T53" fmla="*/ 97 w 97"/>
                <a:gd name="T54" fmla="*/ 111 h 111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97" h="111">
                  <a:moveTo>
                    <a:pt x="0" y="105"/>
                  </a:moveTo>
                  <a:cubicBezTo>
                    <a:pt x="12" y="104"/>
                    <a:pt x="24" y="109"/>
                    <a:pt x="33" y="101"/>
                  </a:cubicBezTo>
                  <a:cubicBezTo>
                    <a:pt x="37" y="97"/>
                    <a:pt x="40" y="93"/>
                    <a:pt x="45" y="90"/>
                  </a:cubicBezTo>
                  <a:cubicBezTo>
                    <a:pt x="49" y="88"/>
                    <a:pt x="51" y="88"/>
                    <a:pt x="56" y="87"/>
                  </a:cubicBezTo>
                  <a:cubicBezTo>
                    <a:pt x="61" y="85"/>
                    <a:pt x="61" y="86"/>
                    <a:pt x="63" y="81"/>
                  </a:cubicBezTo>
                  <a:cubicBezTo>
                    <a:pt x="64" y="75"/>
                    <a:pt x="67" y="70"/>
                    <a:pt x="69" y="65"/>
                  </a:cubicBezTo>
                  <a:cubicBezTo>
                    <a:pt x="73" y="53"/>
                    <a:pt x="78" y="41"/>
                    <a:pt x="84" y="30"/>
                  </a:cubicBezTo>
                  <a:cubicBezTo>
                    <a:pt x="88" y="22"/>
                    <a:pt x="96" y="10"/>
                    <a:pt x="96" y="0"/>
                  </a:cubicBezTo>
                  <a:cubicBezTo>
                    <a:pt x="97" y="6"/>
                    <a:pt x="94" y="12"/>
                    <a:pt x="93" y="18"/>
                  </a:cubicBezTo>
                  <a:cubicBezTo>
                    <a:pt x="92" y="26"/>
                    <a:pt x="92" y="34"/>
                    <a:pt x="90" y="41"/>
                  </a:cubicBezTo>
                  <a:cubicBezTo>
                    <a:pt x="88" y="49"/>
                    <a:pt x="87" y="57"/>
                    <a:pt x="83" y="64"/>
                  </a:cubicBezTo>
                  <a:cubicBezTo>
                    <a:pt x="78" y="74"/>
                    <a:pt x="69" y="84"/>
                    <a:pt x="60" y="89"/>
                  </a:cubicBezTo>
                  <a:cubicBezTo>
                    <a:pt x="56" y="92"/>
                    <a:pt x="51" y="93"/>
                    <a:pt x="47" y="95"/>
                  </a:cubicBezTo>
                  <a:cubicBezTo>
                    <a:pt x="43" y="98"/>
                    <a:pt x="40" y="102"/>
                    <a:pt x="36" y="104"/>
                  </a:cubicBezTo>
                  <a:cubicBezTo>
                    <a:pt x="32" y="106"/>
                    <a:pt x="27" y="107"/>
                    <a:pt x="23" y="108"/>
                  </a:cubicBezTo>
                  <a:cubicBezTo>
                    <a:pt x="17" y="111"/>
                    <a:pt x="8" y="110"/>
                    <a:pt x="2" y="108"/>
                  </a:cubicBezTo>
                  <a:cubicBezTo>
                    <a:pt x="2" y="108"/>
                    <a:pt x="1" y="107"/>
                    <a:pt x="1" y="107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4173" name="Freeform 509">
              <a:extLst>
                <a:ext uri="{FF2B5EF4-FFF2-40B4-BE49-F238E27FC236}">
                  <a16:creationId xmlns:a16="http://schemas.microsoft.com/office/drawing/2014/main" id="{F0247B62-8F66-4490-8175-2AE7201B9A1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" y="2632"/>
              <a:ext cx="183" cy="291"/>
            </a:xfrm>
            <a:custGeom>
              <a:avLst/>
              <a:gdLst>
                <a:gd name="T0" fmla="*/ 10 w 285"/>
                <a:gd name="T1" fmla="*/ 0 h 452"/>
                <a:gd name="T2" fmla="*/ 2 w 285"/>
                <a:gd name="T3" fmla="*/ 57 h 452"/>
                <a:gd name="T4" fmla="*/ 15 w 285"/>
                <a:gd name="T5" fmla="*/ 93 h 452"/>
                <a:gd name="T6" fmla="*/ 46 w 285"/>
                <a:gd name="T7" fmla="*/ 116 h 452"/>
                <a:gd name="T8" fmla="*/ 66 w 285"/>
                <a:gd name="T9" fmla="*/ 119 h 452"/>
                <a:gd name="T10" fmla="*/ 76 w 285"/>
                <a:gd name="T11" fmla="*/ 118 h 452"/>
                <a:gd name="T12" fmla="*/ 57 w 285"/>
                <a:gd name="T13" fmla="*/ 112 h 452"/>
                <a:gd name="T14" fmla="*/ 25 w 285"/>
                <a:gd name="T15" fmla="*/ 91 h 452"/>
                <a:gd name="T16" fmla="*/ 7 w 285"/>
                <a:gd name="T17" fmla="*/ 62 h 452"/>
                <a:gd name="T18" fmla="*/ 10 w 285"/>
                <a:gd name="T19" fmla="*/ 0 h 45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285"/>
                <a:gd name="T31" fmla="*/ 0 h 452"/>
                <a:gd name="T32" fmla="*/ 285 w 285"/>
                <a:gd name="T33" fmla="*/ 452 h 452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285" h="452">
                  <a:moveTo>
                    <a:pt x="37" y="0"/>
                  </a:moveTo>
                  <a:cubicBezTo>
                    <a:pt x="37" y="0"/>
                    <a:pt x="0" y="158"/>
                    <a:pt x="8" y="211"/>
                  </a:cubicBezTo>
                  <a:cubicBezTo>
                    <a:pt x="16" y="264"/>
                    <a:pt x="18" y="315"/>
                    <a:pt x="59" y="349"/>
                  </a:cubicBezTo>
                  <a:cubicBezTo>
                    <a:pt x="99" y="383"/>
                    <a:pt x="175" y="434"/>
                    <a:pt x="175" y="434"/>
                  </a:cubicBezTo>
                  <a:cubicBezTo>
                    <a:pt x="175" y="434"/>
                    <a:pt x="230" y="452"/>
                    <a:pt x="251" y="447"/>
                  </a:cubicBezTo>
                  <a:cubicBezTo>
                    <a:pt x="271" y="443"/>
                    <a:pt x="285" y="444"/>
                    <a:pt x="285" y="444"/>
                  </a:cubicBezTo>
                  <a:cubicBezTo>
                    <a:pt x="285" y="444"/>
                    <a:pt x="243" y="428"/>
                    <a:pt x="214" y="419"/>
                  </a:cubicBezTo>
                  <a:cubicBezTo>
                    <a:pt x="186" y="410"/>
                    <a:pt x="116" y="369"/>
                    <a:pt x="95" y="341"/>
                  </a:cubicBezTo>
                  <a:cubicBezTo>
                    <a:pt x="73" y="313"/>
                    <a:pt x="35" y="262"/>
                    <a:pt x="26" y="232"/>
                  </a:cubicBezTo>
                  <a:cubicBezTo>
                    <a:pt x="17" y="203"/>
                    <a:pt x="21" y="30"/>
                    <a:pt x="37" y="0"/>
                  </a:cubicBezTo>
                  <a:close/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4174" name="Freeform 510">
              <a:extLst>
                <a:ext uri="{FF2B5EF4-FFF2-40B4-BE49-F238E27FC236}">
                  <a16:creationId xmlns:a16="http://schemas.microsoft.com/office/drawing/2014/main" id="{6D287BF7-576D-4ACB-984C-DE29AEA18C99}"/>
                </a:ext>
              </a:extLst>
            </p:cNvPr>
            <p:cNvSpPr>
              <a:spLocks/>
            </p:cNvSpPr>
            <p:nvPr/>
          </p:nvSpPr>
          <p:spPr bwMode="auto">
            <a:xfrm>
              <a:off x="621" y="2905"/>
              <a:ext cx="102" cy="13"/>
            </a:xfrm>
            <a:custGeom>
              <a:avLst/>
              <a:gdLst>
                <a:gd name="T0" fmla="*/ 16 w 158"/>
                <a:gd name="T1" fmla="*/ 5 h 20"/>
                <a:gd name="T2" fmla="*/ 15 w 158"/>
                <a:gd name="T3" fmla="*/ 2 h 20"/>
                <a:gd name="T4" fmla="*/ 23 w 158"/>
                <a:gd name="T5" fmla="*/ 2 h 20"/>
                <a:gd name="T6" fmla="*/ 29 w 158"/>
                <a:gd name="T7" fmla="*/ 3 h 20"/>
                <a:gd name="T8" fmla="*/ 36 w 158"/>
                <a:gd name="T9" fmla="*/ 5 h 20"/>
                <a:gd name="T10" fmla="*/ 43 w 158"/>
                <a:gd name="T11" fmla="*/ 5 h 20"/>
                <a:gd name="T12" fmla="*/ 32 w 158"/>
                <a:gd name="T13" fmla="*/ 2 h 20"/>
                <a:gd name="T14" fmla="*/ 21 w 158"/>
                <a:gd name="T15" fmla="*/ 1 h 20"/>
                <a:gd name="T16" fmla="*/ 11 w 158"/>
                <a:gd name="T17" fmla="*/ 2 h 20"/>
                <a:gd name="T18" fmla="*/ 0 w 158"/>
                <a:gd name="T19" fmla="*/ 0 h 2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58"/>
                <a:gd name="T31" fmla="*/ 0 h 20"/>
                <a:gd name="T32" fmla="*/ 158 w 158"/>
                <a:gd name="T33" fmla="*/ 20 h 20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58" h="20">
                  <a:moveTo>
                    <a:pt x="61" y="17"/>
                  </a:moveTo>
                  <a:cubicBezTo>
                    <a:pt x="57" y="15"/>
                    <a:pt x="55" y="12"/>
                    <a:pt x="56" y="7"/>
                  </a:cubicBezTo>
                  <a:cubicBezTo>
                    <a:pt x="63" y="4"/>
                    <a:pt x="74" y="8"/>
                    <a:pt x="83" y="8"/>
                  </a:cubicBezTo>
                  <a:cubicBezTo>
                    <a:pt x="91" y="9"/>
                    <a:pt x="101" y="8"/>
                    <a:pt x="109" y="11"/>
                  </a:cubicBezTo>
                  <a:cubicBezTo>
                    <a:pt x="118" y="14"/>
                    <a:pt x="121" y="20"/>
                    <a:pt x="132" y="20"/>
                  </a:cubicBezTo>
                  <a:cubicBezTo>
                    <a:pt x="140" y="20"/>
                    <a:pt x="150" y="15"/>
                    <a:pt x="158" y="16"/>
                  </a:cubicBezTo>
                  <a:cubicBezTo>
                    <a:pt x="144" y="16"/>
                    <a:pt x="132" y="13"/>
                    <a:pt x="119" y="7"/>
                  </a:cubicBezTo>
                  <a:cubicBezTo>
                    <a:pt x="104" y="0"/>
                    <a:pt x="95" y="0"/>
                    <a:pt x="78" y="2"/>
                  </a:cubicBezTo>
                  <a:cubicBezTo>
                    <a:pt x="65" y="3"/>
                    <a:pt x="53" y="5"/>
                    <a:pt x="40" y="6"/>
                  </a:cubicBezTo>
                  <a:cubicBezTo>
                    <a:pt x="26" y="7"/>
                    <a:pt x="14" y="2"/>
                    <a:pt x="0" y="0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4175" name="Freeform 511">
              <a:extLst>
                <a:ext uri="{FF2B5EF4-FFF2-40B4-BE49-F238E27FC236}">
                  <a16:creationId xmlns:a16="http://schemas.microsoft.com/office/drawing/2014/main" id="{5113AE34-62AA-4FF5-AA50-D8287ECF5596}"/>
                </a:ext>
              </a:extLst>
            </p:cNvPr>
            <p:cNvSpPr>
              <a:spLocks/>
            </p:cNvSpPr>
            <p:nvPr/>
          </p:nvSpPr>
          <p:spPr bwMode="auto">
            <a:xfrm>
              <a:off x="603" y="2975"/>
              <a:ext cx="32" cy="22"/>
            </a:xfrm>
            <a:custGeom>
              <a:avLst/>
              <a:gdLst>
                <a:gd name="T0" fmla="*/ 0 w 50"/>
                <a:gd name="T1" fmla="*/ 0 h 34"/>
                <a:gd name="T2" fmla="*/ 5 w 50"/>
                <a:gd name="T3" fmla="*/ 5 h 34"/>
                <a:gd name="T4" fmla="*/ 13 w 50"/>
                <a:gd name="T5" fmla="*/ 9 h 34"/>
                <a:gd name="T6" fmla="*/ 6 w 50"/>
                <a:gd name="T7" fmla="*/ 4 h 34"/>
                <a:gd name="T8" fmla="*/ 3 w 50"/>
                <a:gd name="T9" fmla="*/ 3 h 34"/>
                <a:gd name="T10" fmla="*/ 0 w 50"/>
                <a:gd name="T11" fmla="*/ 1 h 3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50"/>
                <a:gd name="T19" fmla="*/ 0 h 34"/>
                <a:gd name="T20" fmla="*/ 50 w 50"/>
                <a:gd name="T21" fmla="*/ 34 h 34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50" h="34">
                  <a:moveTo>
                    <a:pt x="0" y="0"/>
                  </a:moveTo>
                  <a:cubicBezTo>
                    <a:pt x="1" y="11"/>
                    <a:pt x="12" y="18"/>
                    <a:pt x="20" y="20"/>
                  </a:cubicBezTo>
                  <a:cubicBezTo>
                    <a:pt x="31" y="23"/>
                    <a:pt x="42" y="26"/>
                    <a:pt x="50" y="34"/>
                  </a:cubicBezTo>
                  <a:cubicBezTo>
                    <a:pt x="42" y="26"/>
                    <a:pt x="33" y="20"/>
                    <a:pt x="23" y="16"/>
                  </a:cubicBezTo>
                  <a:cubicBezTo>
                    <a:pt x="18" y="14"/>
                    <a:pt x="14" y="13"/>
                    <a:pt x="10" y="10"/>
                  </a:cubicBezTo>
                  <a:cubicBezTo>
                    <a:pt x="6" y="8"/>
                    <a:pt x="3" y="3"/>
                    <a:pt x="0" y="1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4176" name="Freeform 512">
              <a:extLst>
                <a:ext uri="{FF2B5EF4-FFF2-40B4-BE49-F238E27FC236}">
                  <a16:creationId xmlns:a16="http://schemas.microsoft.com/office/drawing/2014/main" id="{D32850DC-E876-4033-91D8-601D9518C14A}"/>
                </a:ext>
              </a:extLst>
            </p:cNvPr>
            <p:cNvSpPr>
              <a:spLocks/>
            </p:cNvSpPr>
            <p:nvPr/>
          </p:nvSpPr>
          <p:spPr bwMode="auto">
            <a:xfrm>
              <a:off x="563" y="2983"/>
              <a:ext cx="33" cy="16"/>
            </a:xfrm>
            <a:custGeom>
              <a:avLst/>
              <a:gdLst>
                <a:gd name="T0" fmla="*/ 1 w 50"/>
                <a:gd name="T1" fmla="*/ 0 h 25"/>
                <a:gd name="T2" fmla="*/ 6 w 50"/>
                <a:gd name="T3" fmla="*/ 3 h 25"/>
                <a:gd name="T4" fmla="*/ 15 w 50"/>
                <a:gd name="T5" fmla="*/ 6 h 25"/>
                <a:gd name="T6" fmla="*/ 7 w 50"/>
                <a:gd name="T7" fmla="*/ 1 h 25"/>
                <a:gd name="T8" fmla="*/ 0 w 50"/>
                <a:gd name="T9" fmla="*/ 0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0"/>
                <a:gd name="T16" fmla="*/ 0 h 25"/>
                <a:gd name="T17" fmla="*/ 50 w 50"/>
                <a:gd name="T18" fmla="*/ 25 h 2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0" h="25">
                  <a:moveTo>
                    <a:pt x="2" y="0"/>
                  </a:moveTo>
                  <a:cubicBezTo>
                    <a:pt x="3" y="7"/>
                    <a:pt x="16" y="7"/>
                    <a:pt x="21" y="9"/>
                  </a:cubicBezTo>
                  <a:cubicBezTo>
                    <a:pt x="31" y="11"/>
                    <a:pt x="42" y="18"/>
                    <a:pt x="50" y="25"/>
                  </a:cubicBezTo>
                  <a:cubicBezTo>
                    <a:pt x="42" y="18"/>
                    <a:pt x="33" y="8"/>
                    <a:pt x="23" y="4"/>
                  </a:cubicBezTo>
                  <a:cubicBezTo>
                    <a:pt x="16" y="2"/>
                    <a:pt x="6" y="1"/>
                    <a:pt x="0" y="0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4177" name="Freeform 513">
              <a:extLst>
                <a:ext uri="{FF2B5EF4-FFF2-40B4-BE49-F238E27FC236}">
                  <a16:creationId xmlns:a16="http://schemas.microsoft.com/office/drawing/2014/main" id="{4543ABDA-FFC6-4E5C-894A-4FF4219FFF6E}"/>
                </a:ext>
              </a:extLst>
            </p:cNvPr>
            <p:cNvSpPr>
              <a:spLocks/>
            </p:cNvSpPr>
            <p:nvPr/>
          </p:nvSpPr>
          <p:spPr bwMode="auto">
            <a:xfrm>
              <a:off x="623" y="2964"/>
              <a:ext cx="26" cy="17"/>
            </a:xfrm>
            <a:custGeom>
              <a:avLst/>
              <a:gdLst>
                <a:gd name="T0" fmla="*/ 0 w 39"/>
                <a:gd name="T1" fmla="*/ 0 h 26"/>
                <a:gd name="T2" fmla="*/ 5 w 39"/>
                <a:gd name="T3" fmla="*/ 5 h 26"/>
                <a:gd name="T4" fmla="*/ 11 w 39"/>
                <a:gd name="T5" fmla="*/ 7 h 26"/>
                <a:gd name="T6" fmla="*/ 5 w 39"/>
                <a:gd name="T7" fmla="*/ 4 h 26"/>
                <a:gd name="T8" fmla="*/ 0 w 39"/>
                <a:gd name="T9" fmla="*/ 1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9"/>
                <a:gd name="T16" fmla="*/ 0 h 26"/>
                <a:gd name="T17" fmla="*/ 39 w 39"/>
                <a:gd name="T18" fmla="*/ 26 h 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9" h="26">
                  <a:moveTo>
                    <a:pt x="0" y="0"/>
                  </a:moveTo>
                  <a:cubicBezTo>
                    <a:pt x="6" y="3"/>
                    <a:pt x="8" y="14"/>
                    <a:pt x="16" y="18"/>
                  </a:cubicBezTo>
                  <a:cubicBezTo>
                    <a:pt x="22" y="22"/>
                    <a:pt x="31" y="24"/>
                    <a:pt x="39" y="26"/>
                  </a:cubicBezTo>
                  <a:cubicBezTo>
                    <a:pt x="31" y="25"/>
                    <a:pt x="23" y="18"/>
                    <a:pt x="17" y="13"/>
                  </a:cubicBezTo>
                  <a:cubicBezTo>
                    <a:pt x="11" y="10"/>
                    <a:pt x="4" y="5"/>
                    <a:pt x="0" y="1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4178" name="Freeform 514">
              <a:extLst>
                <a:ext uri="{FF2B5EF4-FFF2-40B4-BE49-F238E27FC236}">
                  <a16:creationId xmlns:a16="http://schemas.microsoft.com/office/drawing/2014/main" id="{79CD883C-205B-4226-B10B-6B0677D77FF0}"/>
                </a:ext>
              </a:extLst>
            </p:cNvPr>
            <p:cNvSpPr>
              <a:spLocks/>
            </p:cNvSpPr>
            <p:nvPr/>
          </p:nvSpPr>
          <p:spPr bwMode="auto">
            <a:xfrm>
              <a:off x="640" y="2954"/>
              <a:ext cx="20" cy="15"/>
            </a:xfrm>
            <a:custGeom>
              <a:avLst/>
              <a:gdLst>
                <a:gd name="T0" fmla="*/ 1 w 30"/>
                <a:gd name="T1" fmla="*/ 1 h 23"/>
                <a:gd name="T2" fmla="*/ 9 w 30"/>
                <a:gd name="T3" fmla="*/ 7 h 23"/>
                <a:gd name="T4" fmla="*/ 0 w 30"/>
                <a:gd name="T5" fmla="*/ 0 h 23"/>
                <a:gd name="T6" fmla="*/ 0 60000 65536"/>
                <a:gd name="T7" fmla="*/ 0 60000 65536"/>
                <a:gd name="T8" fmla="*/ 0 60000 65536"/>
                <a:gd name="T9" fmla="*/ 0 w 30"/>
                <a:gd name="T10" fmla="*/ 0 h 23"/>
                <a:gd name="T11" fmla="*/ 30 w 30"/>
                <a:gd name="T12" fmla="*/ 23 h 23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0" h="23">
                  <a:moveTo>
                    <a:pt x="1" y="1"/>
                  </a:moveTo>
                  <a:cubicBezTo>
                    <a:pt x="7" y="12"/>
                    <a:pt x="17" y="22"/>
                    <a:pt x="30" y="23"/>
                  </a:cubicBezTo>
                  <a:cubicBezTo>
                    <a:pt x="20" y="21"/>
                    <a:pt x="7" y="6"/>
                    <a:pt x="0" y="0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4179" name="Freeform 515">
              <a:extLst>
                <a:ext uri="{FF2B5EF4-FFF2-40B4-BE49-F238E27FC236}">
                  <a16:creationId xmlns:a16="http://schemas.microsoft.com/office/drawing/2014/main" id="{54C0B9C3-7ADF-45C4-8C79-A22952CA38BB}"/>
                </a:ext>
              </a:extLst>
            </p:cNvPr>
            <p:cNvSpPr>
              <a:spLocks/>
            </p:cNvSpPr>
            <p:nvPr/>
          </p:nvSpPr>
          <p:spPr bwMode="auto">
            <a:xfrm>
              <a:off x="689" y="2963"/>
              <a:ext cx="6" cy="12"/>
            </a:xfrm>
            <a:custGeom>
              <a:avLst/>
              <a:gdLst>
                <a:gd name="T0" fmla="*/ 1 w 10"/>
                <a:gd name="T1" fmla="*/ 0 h 19"/>
                <a:gd name="T2" fmla="*/ 0 w 10"/>
                <a:gd name="T3" fmla="*/ 3 h 19"/>
                <a:gd name="T4" fmla="*/ 1 w 10"/>
                <a:gd name="T5" fmla="*/ 5 h 19"/>
                <a:gd name="T6" fmla="*/ 1 w 10"/>
                <a:gd name="T7" fmla="*/ 0 h 19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0"/>
                <a:gd name="T13" fmla="*/ 0 h 19"/>
                <a:gd name="T14" fmla="*/ 10 w 10"/>
                <a:gd name="T15" fmla="*/ 19 h 19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0" h="19">
                  <a:moveTo>
                    <a:pt x="3" y="0"/>
                  </a:moveTo>
                  <a:cubicBezTo>
                    <a:pt x="0" y="1"/>
                    <a:pt x="0" y="6"/>
                    <a:pt x="0" y="9"/>
                  </a:cubicBezTo>
                  <a:cubicBezTo>
                    <a:pt x="0" y="14"/>
                    <a:pt x="3" y="16"/>
                    <a:pt x="6" y="19"/>
                  </a:cubicBezTo>
                  <a:cubicBezTo>
                    <a:pt x="2" y="14"/>
                    <a:pt x="10" y="3"/>
                    <a:pt x="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4180" name="Freeform 516">
              <a:extLst>
                <a:ext uri="{FF2B5EF4-FFF2-40B4-BE49-F238E27FC236}">
                  <a16:creationId xmlns:a16="http://schemas.microsoft.com/office/drawing/2014/main" id="{267A0D51-638B-4BA1-8312-C7C304E961B2}"/>
                </a:ext>
              </a:extLst>
            </p:cNvPr>
            <p:cNvSpPr>
              <a:spLocks/>
            </p:cNvSpPr>
            <p:nvPr/>
          </p:nvSpPr>
          <p:spPr bwMode="auto">
            <a:xfrm>
              <a:off x="696" y="2964"/>
              <a:ext cx="10" cy="13"/>
            </a:xfrm>
            <a:custGeom>
              <a:avLst/>
              <a:gdLst>
                <a:gd name="T0" fmla="*/ 3 w 15"/>
                <a:gd name="T1" fmla="*/ 0 h 20"/>
                <a:gd name="T2" fmla="*/ 0 w 15"/>
                <a:gd name="T3" fmla="*/ 5 h 20"/>
                <a:gd name="T4" fmla="*/ 4 w 15"/>
                <a:gd name="T5" fmla="*/ 0 h 20"/>
                <a:gd name="T6" fmla="*/ 0 60000 65536"/>
                <a:gd name="T7" fmla="*/ 0 60000 65536"/>
                <a:gd name="T8" fmla="*/ 0 60000 65536"/>
                <a:gd name="T9" fmla="*/ 0 w 15"/>
                <a:gd name="T10" fmla="*/ 0 h 20"/>
                <a:gd name="T11" fmla="*/ 15 w 15"/>
                <a:gd name="T12" fmla="*/ 20 h 2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5" h="20">
                  <a:moveTo>
                    <a:pt x="12" y="0"/>
                  </a:moveTo>
                  <a:cubicBezTo>
                    <a:pt x="13" y="7"/>
                    <a:pt x="4" y="15"/>
                    <a:pt x="0" y="20"/>
                  </a:cubicBezTo>
                  <a:cubicBezTo>
                    <a:pt x="7" y="18"/>
                    <a:pt x="15" y="6"/>
                    <a:pt x="1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4181" name="Freeform 517">
              <a:extLst>
                <a:ext uri="{FF2B5EF4-FFF2-40B4-BE49-F238E27FC236}">
                  <a16:creationId xmlns:a16="http://schemas.microsoft.com/office/drawing/2014/main" id="{69424B8B-DECB-493F-A66C-715F4312E0FC}"/>
                </a:ext>
              </a:extLst>
            </p:cNvPr>
            <p:cNvSpPr>
              <a:spLocks/>
            </p:cNvSpPr>
            <p:nvPr/>
          </p:nvSpPr>
          <p:spPr bwMode="auto">
            <a:xfrm>
              <a:off x="675" y="2988"/>
              <a:ext cx="6" cy="6"/>
            </a:xfrm>
            <a:custGeom>
              <a:avLst/>
              <a:gdLst>
                <a:gd name="T0" fmla="*/ 2 w 9"/>
                <a:gd name="T1" fmla="*/ 1 h 9"/>
                <a:gd name="T2" fmla="*/ 1 w 9"/>
                <a:gd name="T3" fmla="*/ 3 h 9"/>
                <a:gd name="T4" fmla="*/ 3 w 9"/>
                <a:gd name="T5" fmla="*/ 0 h 9"/>
                <a:gd name="T6" fmla="*/ 0 60000 65536"/>
                <a:gd name="T7" fmla="*/ 0 60000 65536"/>
                <a:gd name="T8" fmla="*/ 0 60000 65536"/>
                <a:gd name="T9" fmla="*/ 0 w 9"/>
                <a:gd name="T10" fmla="*/ 0 h 9"/>
                <a:gd name="T11" fmla="*/ 9 w 9"/>
                <a:gd name="T12" fmla="*/ 9 h 9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9" h="9">
                  <a:moveTo>
                    <a:pt x="8" y="1"/>
                  </a:moveTo>
                  <a:cubicBezTo>
                    <a:pt x="6" y="2"/>
                    <a:pt x="0" y="8"/>
                    <a:pt x="4" y="9"/>
                  </a:cubicBezTo>
                  <a:cubicBezTo>
                    <a:pt x="6" y="7"/>
                    <a:pt x="8" y="3"/>
                    <a:pt x="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4182" name="Freeform 518">
              <a:extLst>
                <a:ext uri="{FF2B5EF4-FFF2-40B4-BE49-F238E27FC236}">
                  <a16:creationId xmlns:a16="http://schemas.microsoft.com/office/drawing/2014/main" id="{6528509F-1758-47DB-8322-7DB9EB38C28A}"/>
                </a:ext>
              </a:extLst>
            </p:cNvPr>
            <p:cNvSpPr>
              <a:spLocks/>
            </p:cNvSpPr>
            <p:nvPr/>
          </p:nvSpPr>
          <p:spPr bwMode="auto">
            <a:xfrm>
              <a:off x="656" y="2998"/>
              <a:ext cx="7" cy="10"/>
            </a:xfrm>
            <a:custGeom>
              <a:avLst/>
              <a:gdLst>
                <a:gd name="T0" fmla="*/ 2 w 11"/>
                <a:gd name="T1" fmla="*/ 1 h 15"/>
                <a:gd name="T2" fmla="*/ 1 w 11"/>
                <a:gd name="T3" fmla="*/ 3 h 15"/>
                <a:gd name="T4" fmla="*/ 3 w 11"/>
                <a:gd name="T5" fmla="*/ 0 h 15"/>
                <a:gd name="T6" fmla="*/ 0 60000 65536"/>
                <a:gd name="T7" fmla="*/ 0 60000 65536"/>
                <a:gd name="T8" fmla="*/ 0 60000 65536"/>
                <a:gd name="T9" fmla="*/ 0 w 11"/>
                <a:gd name="T10" fmla="*/ 0 h 15"/>
                <a:gd name="T11" fmla="*/ 11 w 11"/>
                <a:gd name="T12" fmla="*/ 15 h 15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1" h="15">
                  <a:moveTo>
                    <a:pt x="8" y="2"/>
                  </a:moveTo>
                  <a:cubicBezTo>
                    <a:pt x="7" y="4"/>
                    <a:pt x="0" y="8"/>
                    <a:pt x="1" y="10"/>
                  </a:cubicBezTo>
                  <a:cubicBezTo>
                    <a:pt x="4" y="15"/>
                    <a:pt x="11" y="3"/>
                    <a:pt x="1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4183" name="Freeform 519">
              <a:extLst>
                <a:ext uri="{FF2B5EF4-FFF2-40B4-BE49-F238E27FC236}">
                  <a16:creationId xmlns:a16="http://schemas.microsoft.com/office/drawing/2014/main" id="{9F465ED1-CC05-4EE2-9B25-1AC5FECB6BD0}"/>
                </a:ext>
              </a:extLst>
            </p:cNvPr>
            <p:cNvSpPr>
              <a:spLocks/>
            </p:cNvSpPr>
            <p:nvPr/>
          </p:nvSpPr>
          <p:spPr bwMode="auto">
            <a:xfrm>
              <a:off x="628" y="3006"/>
              <a:ext cx="10" cy="8"/>
            </a:xfrm>
            <a:custGeom>
              <a:avLst/>
              <a:gdLst>
                <a:gd name="T0" fmla="*/ 5 w 15"/>
                <a:gd name="T1" fmla="*/ 1 h 12"/>
                <a:gd name="T2" fmla="*/ 1 w 15"/>
                <a:gd name="T3" fmla="*/ 3 h 12"/>
                <a:gd name="T4" fmla="*/ 5 w 15"/>
                <a:gd name="T5" fmla="*/ 0 h 12"/>
                <a:gd name="T6" fmla="*/ 0 60000 65536"/>
                <a:gd name="T7" fmla="*/ 0 60000 65536"/>
                <a:gd name="T8" fmla="*/ 0 60000 65536"/>
                <a:gd name="T9" fmla="*/ 0 w 15"/>
                <a:gd name="T10" fmla="*/ 0 h 12"/>
                <a:gd name="T11" fmla="*/ 15 w 15"/>
                <a:gd name="T12" fmla="*/ 12 h 12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5" h="12">
                  <a:moveTo>
                    <a:pt x="15" y="2"/>
                  </a:moveTo>
                  <a:cubicBezTo>
                    <a:pt x="13" y="5"/>
                    <a:pt x="8" y="10"/>
                    <a:pt x="4" y="12"/>
                  </a:cubicBezTo>
                  <a:cubicBezTo>
                    <a:pt x="0" y="7"/>
                    <a:pt x="12" y="1"/>
                    <a:pt x="1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4184" name="Freeform 520">
              <a:extLst>
                <a:ext uri="{FF2B5EF4-FFF2-40B4-BE49-F238E27FC236}">
                  <a16:creationId xmlns:a16="http://schemas.microsoft.com/office/drawing/2014/main" id="{EC615C70-23F8-4F58-97ED-F9DB15D96045}"/>
                </a:ext>
              </a:extLst>
            </p:cNvPr>
            <p:cNvSpPr>
              <a:spLocks/>
            </p:cNvSpPr>
            <p:nvPr/>
          </p:nvSpPr>
          <p:spPr bwMode="auto">
            <a:xfrm>
              <a:off x="589" y="3007"/>
              <a:ext cx="8" cy="5"/>
            </a:xfrm>
            <a:custGeom>
              <a:avLst/>
              <a:gdLst>
                <a:gd name="T0" fmla="*/ 3 w 12"/>
                <a:gd name="T1" fmla="*/ 1 h 9"/>
                <a:gd name="T2" fmla="*/ 1 w 12"/>
                <a:gd name="T3" fmla="*/ 2 h 9"/>
                <a:gd name="T4" fmla="*/ 0 w 12"/>
                <a:gd name="T5" fmla="*/ 1 h 9"/>
                <a:gd name="T6" fmla="*/ 3 w 12"/>
                <a:gd name="T7" fmla="*/ 1 h 9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2"/>
                <a:gd name="T13" fmla="*/ 0 h 9"/>
                <a:gd name="T14" fmla="*/ 12 w 12"/>
                <a:gd name="T15" fmla="*/ 9 h 9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2" h="9">
                  <a:moveTo>
                    <a:pt x="12" y="3"/>
                  </a:moveTo>
                  <a:cubicBezTo>
                    <a:pt x="10" y="5"/>
                    <a:pt x="7" y="8"/>
                    <a:pt x="4" y="9"/>
                  </a:cubicBezTo>
                  <a:cubicBezTo>
                    <a:pt x="3" y="8"/>
                    <a:pt x="0" y="6"/>
                    <a:pt x="0" y="4"/>
                  </a:cubicBezTo>
                  <a:cubicBezTo>
                    <a:pt x="1" y="0"/>
                    <a:pt x="8" y="1"/>
                    <a:pt x="1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4185" name="Freeform 521">
              <a:extLst>
                <a:ext uri="{FF2B5EF4-FFF2-40B4-BE49-F238E27FC236}">
                  <a16:creationId xmlns:a16="http://schemas.microsoft.com/office/drawing/2014/main" id="{FB93B6B1-CC85-4952-B4D7-2704C76F8A58}"/>
                </a:ext>
              </a:extLst>
            </p:cNvPr>
            <p:cNvSpPr>
              <a:spLocks/>
            </p:cNvSpPr>
            <p:nvPr/>
          </p:nvSpPr>
          <p:spPr bwMode="auto">
            <a:xfrm>
              <a:off x="734" y="2888"/>
              <a:ext cx="4" cy="12"/>
            </a:xfrm>
            <a:custGeom>
              <a:avLst/>
              <a:gdLst>
                <a:gd name="T0" fmla="*/ 1 w 7"/>
                <a:gd name="T1" fmla="*/ 0 h 19"/>
                <a:gd name="T2" fmla="*/ 1 w 7"/>
                <a:gd name="T3" fmla="*/ 4 h 19"/>
                <a:gd name="T4" fmla="*/ 1 w 7"/>
                <a:gd name="T5" fmla="*/ 1 h 19"/>
                <a:gd name="T6" fmla="*/ 0 60000 65536"/>
                <a:gd name="T7" fmla="*/ 0 60000 65536"/>
                <a:gd name="T8" fmla="*/ 0 60000 65536"/>
                <a:gd name="T9" fmla="*/ 0 w 7"/>
                <a:gd name="T10" fmla="*/ 0 h 19"/>
                <a:gd name="T11" fmla="*/ 7 w 7"/>
                <a:gd name="T12" fmla="*/ 19 h 19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7" h="19">
                  <a:moveTo>
                    <a:pt x="7" y="0"/>
                  </a:moveTo>
                  <a:cubicBezTo>
                    <a:pt x="4" y="5"/>
                    <a:pt x="7" y="12"/>
                    <a:pt x="7" y="18"/>
                  </a:cubicBezTo>
                  <a:cubicBezTo>
                    <a:pt x="0" y="19"/>
                    <a:pt x="1" y="4"/>
                    <a:pt x="3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4186" name="Freeform 522">
              <a:extLst>
                <a:ext uri="{FF2B5EF4-FFF2-40B4-BE49-F238E27FC236}">
                  <a16:creationId xmlns:a16="http://schemas.microsoft.com/office/drawing/2014/main" id="{7F7B2363-D1FE-4FD7-8789-CFD734CC532C}"/>
                </a:ext>
              </a:extLst>
            </p:cNvPr>
            <p:cNvSpPr>
              <a:spLocks/>
            </p:cNvSpPr>
            <p:nvPr/>
          </p:nvSpPr>
          <p:spPr bwMode="auto">
            <a:xfrm>
              <a:off x="654" y="496"/>
              <a:ext cx="9" cy="7"/>
            </a:xfrm>
            <a:custGeom>
              <a:avLst/>
              <a:gdLst>
                <a:gd name="T0" fmla="*/ 3 w 13"/>
                <a:gd name="T1" fmla="*/ 0 h 11"/>
                <a:gd name="T2" fmla="*/ 4 w 13"/>
                <a:gd name="T3" fmla="*/ 2 h 11"/>
                <a:gd name="T4" fmla="*/ 1 w 13"/>
                <a:gd name="T5" fmla="*/ 3 h 11"/>
                <a:gd name="T6" fmla="*/ 3 w 13"/>
                <a:gd name="T7" fmla="*/ 0 h 11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3"/>
                <a:gd name="T13" fmla="*/ 0 h 11"/>
                <a:gd name="T14" fmla="*/ 13 w 13"/>
                <a:gd name="T15" fmla="*/ 11 h 11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3" h="11">
                  <a:moveTo>
                    <a:pt x="9" y="0"/>
                  </a:moveTo>
                  <a:cubicBezTo>
                    <a:pt x="11" y="2"/>
                    <a:pt x="13" y="4"/>
                    <a:pt x="13" y="6"/>
                  </a:cubicBezTo>
                  <a:cubicBezTo>
                    <a:pt x="10" y="8"/>
                    <a:pt x="5" y="10"/>
                    <a:pt x="2" y="11"/>
                  </a:cubicBezTo>
                  <a:cubicBezTo>
                    <a:pt x="0" y="5"/>
                    <a:pt x="2" y="3"/>
                    <a:pt x="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4187" name="Freeform 523">
              <a:extLst>
                <a:ext uri="{FF2B5EF4-FFF2-40B4-BE49-F238E27FC236}">
                  <a16:creationId xmlns:a16="http://schemas.microsoft.com/office/drawing/2014/main" id="{8F694B27-979B-47E6-B674-27C0F569B3FA}"/>
                </a:ext>
              </a:extLst>
            </p:cNvPr>
            <p:cNvSpPr>
              <a:spLocks/>
            </p:cNvSpPr>
            <p:nvPr/>
          </p:nvSpPr>
          <p:spPr bwMode="auto">
            <a:xfrm>
              <a:off x="678" y="577"/>
              <a:ext cx="27" cy="15"/>
            </a:xfrm>
            <a:custGeom>
              <a:avLst/>
              <a:gdLst>
                <a:gd name="T0" fmla="*/ 2 w 42"/>
                <a:gd name="T1" fmla="*/ 0 h 24"/>
                <a:gd name="T2" fmla="*/ 4 w 42"/>
                <a:gd name="T3" fmla="*/ 6 h 24"/>
                <a:gd name="T4" fmla="*/ 11 w 42"/>
                <a:gd name="T5" fmla="*/ 2 h 24"/>
                <a:gd name="T6" fmla="*/ 6 w 42"/>
                <a:gd name="T7" fmla="*/ 3 h 24"/>
                <a:gd name="T8" fmla="*/ 1 w 42"/>
                <a:gd name="T9" fmla="*/ 1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42"/>
                <a:gd name="T16" fmla="*/ 0 h 24"/>
                <a:gd name="T17" fmla="*/ 42 w 42"/>
                <a:gd name="T18" fmla="*/ 24 h 2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42" h="24">
                  <a:moveTo>
                    <a:pt x="6" y="0"/>
                  </a:moveTo>
                  <a:cubicBezTo>
                    <a:pt x="0" y="0"/>
                    <a:pt x="3" y="24"/>
                    <a:pt x="15" y="23"/>
                  </a:cubicBezTo>
                  <a:cubicBezTo>
                    <a:pt x="26" y="22"/>
                    <a:pt x="27" y="5"/>
                    <a:pt x="42" y="7"/>
                  </a:cubicBezTo>
                  <a:cubicBezTo>
                    <a:pt x="33" y="2"/>
                    <a:pt x="28" y="7"/>
                    <a:pt x="21" y="12"/>
                  </a:cubicBezTo>
                  <a:cubicBezTo>
                    <a:pt x="13" y="16"/>
                    <a:pt x="6" y="12"/>
                    <a:pt x="4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4188" name="Freeform 524">
              <a:extLst>
                <a:ext uri="{FF2B5EF4-FFF2-40B4-BE49-F238E27FC236}">
                  <a16:creationId xmlns:a16="http://schemas.microsoft.com/office/drawing/2014/main" id="{A2F8119E-7E69-4BE0-B5A3-410D3F19ECB3}"/>
                </a:ext>
              </a:extLst>
            </p:cNvPr>
            <p:cNvSpPr>
              <a:spLocks/>
            </p:cNvSpPr>
            <p:nvPr/>
          </p:nvSpPr>
          <p:spPr bwMode="auto">
            <a:xfrm>
              <a:off x="700" y="545"/>
              <a:ext cx="25" cy="32"/>
            </a:xfrm>
            <a:custGeom>
              <a:avLst/>
              <a:gdLst>
                <a:gd name="T0" fmla="*/ 10 w 38"/>
                <a:gd name="T1" fmla="*/ 12 h 49"/>
                <a:gd name="T2" fmla="*/ 4 w 38"/>
                <a:gd name="T3" fmla="*/ 14 h 49"/>
                <a:gd name="T4" fmla="*/ 5 w 38"/>
                <a:gd name="T5" fmla="*/ 8 h 49"/>
                <a:gd name="T6" fmla="*/ 0 w 38"/>
                <a:gd name="T7" fmla="*/ 0 h 49"/>
                <a:gd name="T8" fmla="*/ 6 w 38"/>
                <a:gd name="T9" fmla="*/ 8 h 49"/>
                <a:gd name="T10" fmla="*/ 6 w 38"/>
                <a:gd name="T11" fmla="*/ 8 h 49"/>
                <a:gd name="T12" fmla="*/ 11 w 38"/>
                <a:gd name="T13" fmla="*/ 10 h 4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38"/>
                <a:gd name="T22" fmla="*/ 0 h 49"/>
                <a:gd name="T23" fmla="*/ 38 w 38"/>
                <a:gd name="T24" fmla="*/ 49 h 49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38" h="49">
                  <a:moveTo>
                    <a:pt x="35" y="41"/>
                  </a:moveTo>
                  <a:cubicBezTo>
                    <a:pt x="30" y="37"/>
                    <a:pt x="19" y="47"/>
                    <a:pt x="14" y="49"/>
                  </a:cubicBezTo>
                  <a:cubicBezTo>
                    <a:pt x="14" y="39"/>
                    <a:pt x="30" y="42"/>
                    <a:pt x="18" y="30"/>
                  </a:cubicBezTo>
                  <a:cubicBezTo>
                    <a:pt x="10" y="22"/>
                    <a:pt x="4" y="11"/>
                    <a:pt x="0" y="0"/>
                  </a:cubicBezTo>
                  <a:cubicBezTo>
                    <a:pt x="5" y="10"/>
                    <a:pt x="15" y="18"/>
                    <a:pt x="20" y="27"/>
                  </a:cubicBezTo>
                  <a:cubicBezTo>
                    <a:pt x="20" y="27"/>
                    <a:pt x="21" y="27"/>
                    <a:pt x="21" y="27"/>
                  </a:cubicBezTo>
                  <a:cubicBezTo>
                    <a:pt x="24" y="33"/>
                    <a:pt x="32" y="37"/>
                    <a:pt x="38" y="3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4189" name="Freeform 525">
              <a:extLst>
                <a:ext uri="{FF2B5EF4-FFF2-40B4-BE49-F238E27FC236}">
                  <a16:creationId xmlns:a16="http://schemas.microsoft.com/office/drawing/2014/main" id="{1C104A93-79A9-4A9C-BED9-A683FE757A8B}"/>
                </a:ext>
              </a:extLst>
            </p:cNvPr>
            <p:cNvSpPr>
              <a:spLocks/>
            </p:cNvSpPr>
            <p:nvPr/>
          </p:nvSpPr>
          <p:spPr bwMode="auto">
            <a:xfrm>
              <a:off x="633" y="686"/>
              <a:ext cx="41" cy="23"/>
            </a:xfrm>
            <a:custGeom>
              <a:avLst/>
              <a:gdLst>
                <a:gd name="T0" fmla="*/ 17 w 64"/>
                <a:gd name="T1" fmla="*/ 0 h 35"/>
                <a:gd name="T2" fmla="*/ 15 w 64"/>
                <a:gd name="T3" fmla="*/ 5 h 35"/>
                <a:gd name="T4" fmla="*/ 11 w 64"/>
                <a:gd name="T5" fmla="*/ 8 h 35"/>
                <a:gd name="T6" fmla="*/ 0 w 64"/>
                <a:gd name="T7" fmla="*/ 10 h 35"/>
                <a:gd name="T8" fmla="*/ 11 w 64"/>
                <a:gd name="T9" fmla="*/ 7 h 35"/>
                <a:gd name="T10" fmla="*/ 17 w 64"/>
                <a:gd name="T11" fmla="*/ 1 h 3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64"/>
                <a:gd name="T19" fmla="*/ 0 h 35"/>
                <a:gd name="T20" fmla="*/ 64 w 64"/>
                <a:gd name="T21" fmla="*/ 35 h 35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64" h="35">
                  <a:moveTo>
                    <a:pt x="64" y="0"/>
                  </a:moveTo>
                  <a:cubicBezTo>
                    <a:pt x="61" y="4"/>
                    <a:pt x="60" y="12"/>
                    <a:pt x="56" y="18"/>
                  </a:cubicBezTo>
                  <a:cubicBezTo>
                    <a:pt x="52" y="22"/>
                    <a:pt x="46" y="26"/>
                    <a:pt x="41" y="29"/>
                  </a:cubicBezTo>
                  <a:cubicBezTo>
                    <a:pt x="27" y="35"/>
                    <a:pt x="16" y="35"/>
                    <a:pt x="0" y="35"/>
                  </a:cubicBezTo>
                  <a:cubicBezTo>
                    <a:pt x="13" y="34"/>
                    <a:pt x="30" y="29"/>
                    <a:pt x="42" y="23"/>
                  </a:cubicBezTo>
                  <a:cubicBezTo>
                    <a:pt x="50" y="19"/>
                    <a:pt x="62" y="13"/>
                    <a:pt x="62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4190" name="Freeform 526">
              <a:extLst>
                <a:ext uri="{FF2B5EF4-FFF2-40B4-BE49-F238E27FC236}">
                  <a16:creationId xmlns:a16="http://schemas.microsoft.com/office/drawing/2014/main" id="{61A247DA-E1DC-4858-B45F-8A679861EB8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3" y="586"/>
              <a:ext cx="38" cy="77"/>
            </a:xfrm>
            <a:custGeom>
              <a:avLst/>
              <a:gdLst>
                <a:gd name="T0" fmla="*/ 0 w 58"/>
                <a:gd name="T1" fmla="*/ 3 h 119"/>
                <a:gd name="T2" fmla="*/ 2 w 58"/>
                <a:gd name="T3" fmla="*/ 12 h 119"/>
                <a:gd name="T4" fmla="*/ 4 w 58"/>
                <a:gd name="T5" fmla="*/ 19 h 119"/>
                <a:gd name="T6" fmla="*/ 16 w 58"/>
                <a:gd name="T7" fmla="*/ 32 h 119"/>
                <a:gd name="T8" fmla="*/ 8 w 58"/>
                <a:gd name="T9" fmla="*/ 22 h 119"/>
                <a:gd name="T10" fmla="*/ 4 w 58"/>
                <a:gd name="T11" fmla="*/ 14 h 119"/>
                <a:gd name="T12" fmla="*/ 3 w 58"/>
                <a:gd name="T13" fmla="*/ 0 h 119"/>
                <a:gd name="T14" fmla="*/ 1 w 58"/>
                <a:gd name="T15" fmla="*/ 3 h 11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58"/>
                <a:gd name="T25" fmla="*/ 0 h 119"/>
                <a:gd name="T26" fmla="*/ 58 w 58"/>
                <a:gd name="T27" fmla="*/ 119 h 119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58" h="119">
                  <a:moveTo>
                    <a:pt x="0" y="13"/>
                  </a:moveTo>
                  <a:cubicBezTo>
                    <a:pt x="7" y="21"/>
                    <a:pt x="7" y="33"/>
                    <a:pt x="8" y="43"/>
                  </a:cubicBezTo>
                  <a:cubicBezTo>
                    <a:pt x="9" y="52"/>
                    <a:pt x="10" y="61"/>
                    <a:pt x="13" y="70"/>
                  </a:cubicBezTo>
                  <a:cubicBezTo>
                    <a:pt x="19" y="93"/>
                    <a:pt x="40" y="104"/>
                    <a:pt x="58" y="119"/>
                  </a:cubicBezTo>
                  <a:cubicBezTo>
                    <a:pt x="43" y="114"/>
                    <a:pt x="34" y="93"/>
                    <a:pt x="28" y="81"/>
                  </a:cubicBezTo>
                  <a:cubicBezTo>
                    <a:pt x="23" y="72"/>
                    <a:pt x="16" y="62"/>
                    <a:pt x="13" y="52"/>
                  </a:cubicBezTo>
                  <a:cubicBezTo>
                    <a:pt x="9" y="36"/>
                    <a:pt x="8" y="15"/>
                    <a:pt x="12" y="0"/>
                  </a:cubicBezTo>
                  <a:cubicBezTo>
                    <a:pt x="10" y="4"/>
                    <a:pt x="7" y="7"/>
                    <a:pt x="4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4191" name="Freeform 527">
              <a:extLst>
                <a:ext uri="{FF2B5EF4-FFF2-40B4-BE49-F238E27FC236}">
                  <a16:creationId xmlns:a16="http://schemas.microsoft.com/office/drawing/2014/main" id="{0D39F817-0D1C-4551-8820-F902049D53EB}"/>
                </a:ext>
              </a:extLst>
            </p:cNvPr>
            <p:cNvSpPr>
              <a:spLocks/>
            </p:cNvSpPr>
            <p:nvPr/>
          </p:nvSpPr>
          <p:spPr bwMode="auto">
            <a:xfrm>
              <a:off x="650" y="395"/>
              <a:ext cx="38" cy="99"/>
            </a:xfrm>
            <a:custGeom>
              <a:avLst/>
              <a:gdLst>
                <a:gd name="T0" fmla="*/ 0 w 58"/>
                <a:gd name="T1" fmla="*/ 0 h 154"/>
                <a:gd name="T2" fmla="*/ 16 w 58"/>
                <a:gd name="T3" fmla="*/ 41 h 154"/>
                <a:gd name="T4" fmla="*/ 0 w 58"/>
                <a:gd name="T5" fmla="*/ 0 h 154"/>
                <a:gd name="T6" fmla="*/ 0 60000 65536"/>
                <a:gd name="T7" fmla="*/ 0 60000 65536"/>
                <a:gd name="T8" fmla="*/ 0 60000 65536"/>
                <a:gd name="T9" fmla="*/ 0 w 58"/>
                <a:gd name="T10" fmla="*/ 0 h 154"/>
                <a:gd name="T11" fmla="*/ 58 w 58"/>
                <a:gd name="T12" fmla="*/ 154 h 15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58" h="154">
                  <a:moveTo>
                    <a:pt x="0" y="0"/>
                  </a:moveTo>
                  <a:cubicBezTo>
                    <a:pt x="0" y="0"/>
                    <a:pt x="51" y="46"/>
                    <a:pt x="58" y="154"/>
                  </a:cubicBezTo>
                  <a:cubicBezTo>
                    <a:pt x="58" y="154"/>
                    <a:pt x="44" y="62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4192" name="Freeform 528">
              <a:extLst>
                <a:ext uri="{FF2B5EF4-FFF2-40B4-BE49-F238E27FC236}">
                  <a16:creationId xmlns:a16="http://schemas.microsoft.com/office/drawing/2014/main" id="{3C079956-F306-4A09-8360-B006CE4B2CF6}"/>
                </a:ext>
              </a:extLst>
            </p:cNvPr>
            <p:cNvSpPr>
              <a:spLocks/>
            </p:cNvSpPr>
            <p:nvPr/>
          </p:nvSpPr>
          <p:spPr bwMode="auto">
            <a:xfrm>
              <a:off x="629" y="480"/>
              <a:ext cx="23" cy="14"/>
            </a:xfrm>
            <a:custGeom>
              <a:avLst/>
              <a:gdLst>
                <a:gd name="T0" fmla="*/ 10 w 36"/>
                <a:gd name="T1" fmla="*/ 0 h 22"/>
                <a:gd name="T2" fmla="*/ 0 w 36"/>
                <a:gd name="T3" fmla="*/ 6 h 22"/>
                <a:gd name="T4" fmla="*/ 5 w 36"/>
                <a:gd name="T5" fmla="*/ 3 h 22"/>
                <a:gd name="T6" fmla="*/ 9 w 36"/>
                <a:gd name="T7" fmla="*/ 1 h 22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36"/>
                <a:gd name="T13" fmla="*/ 0 h 22"/>
                <a:gd name="T14" fmla="*/ 36 w 36"/>
                <a:gd name="T15" fmla="*/ 22 h 22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36" h="22">
                  <a:moveTo>
                    <a:pt x="36" y="0"/>
                  </a:moveTo>
                  <a:cubicBezTo>
                    <a:pt x="25" y="0"/>
                    <a:pt x="3" y="9"/>
                    <a:pt x="0" y="22"/>
                  </a:cubicBezTo>
                  <a:cubicBezTo>
                    <a:pt x="6" y="21"/>
                    <a:pt x="13" y="14"/>
                    <a:pt x="18" y="11"/>
                  </a:cubicBezTo>
                  <a:cubicBezTo>
                    <a:pt x="22" y="8"/>
                    <a:pt x="30" y="1"/>
                    <a:pt x="35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4193" name="Freeform 529">
              <a:extLst>
                <a:ext uri="{FF2B5EF4-FFF2-40B4-BE49-F238E27FC236}">
                  <a16:creationId xmlns:a16="http://schemas.microsoft.com/office/drawing/2014/main" id="{BF4DEDDC-9E30-466C-A634-2FA051133D5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" y="724"/>
              <a:ext cx="75" cy="103"/>
            </a:xfrm>
            <a:custGeom>
              <a:avLst/>
              <a:gdLst>
                <a:gd name="T0" fmla="*/ 0 w 116"/>
                <a:gd name="T1" fmla="*/ 3 h 159"/>
                <a:gd name="T2" fmla="*/ 30 w 116"/>
                <a:gd name="T3" fmla="*/ 43 h 159"/>
                <a:gd name="T4" fmla="*/ 0 w 116"/>
                <a:gd name="T5" fmla="*/ 3 h 159"/>
                <a:gd name="T6" fmla="*/ 0 60000 65536"/>
                <a:gd name="T7" fmla="*/ 0 60000 65536"/>
                <a:gd name="T8" fmla="*/ 0 60000 65536"/>
                <a:gd name="T9" fmla="*/ 0 w 116"/>
                <a:gd name="T10" fmla="*/ 0 h 159"/>
                <a:gd name="T11" fmla="*/ 116 w 116"/>
                <a:gd name="T12" fmla="*/ 159 h 159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16" h="159">
                  <a:moveTo>
                    <a:pt x="0" y="11"/>
                  </a:moveTo>
                  <a:cubicBezTo>
                    <a:pt x="0" y="11"/>
                    <a:pt x="115" y="0"/>
                    <a:pt x="111" y="159"/>
                  </a:cubicBezTo>
                  <a:cubicBezTo>
                    <a:pt x="111" y="159"/>
                    <a:pt x="116" y="27"/>
                    <a:pt x="0" y="1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4194" name="Freeform 530">
              <a:extLst>
                <a:ext uri="{FF2B5EF4-FFF2-40B4-BE49-F238E27FC236}">
                  <a16:creationId xmlns:a16="http://schemas.microsoft.com/office/drawing/2014/main" id="{22D0E9AF-42C9-47D4-8D43-50ECFEDAE88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" y="865"/>
              <a:ext cx="20" cy="130"/>
            </a:xfrm>
            <a:custGeom>
              <a:avLst/>
              <a:gdLst>
                <a:gd name="T0" fmla="*/ 8 w 31"/>
                <a:gd name="T1" fmla="*/ 2 h 201"/>
                <a:gd name="T2" fmla="*/ 6 w 31"/>
                <a:gd name="T3" fmla="*/ 6 h 201"/>
                <a:gd name="T4" fmla="*/ 5 w 31"/>
                <a:gd name="T5" fmla="*/ 12 h 201"/>
                <a:gd name="T6" fmla="*/ 3 w 31"/>
                <a:gd name="T7" fmla="*/ 23 h 201"/>
                <a:gd name="T8" fmla="*/ 1 w 31"/>
                <a:gd name="T9" fmla="*/ 37 h 201"/>
                <a:gd name="T10" fmla="*/ 1 w 31"/>
                <a:gd name="T11" fmla="*/ 54 h 201"/>
                <a:gd name="T12" fmla="*/ 1 w 31"/>
                <a:gd name="T13" fmla="*/ 49 h 201"/>
                <a:gd name="T14" fmla="*/ 1 w 31"/>
                <a:gd name="T15" fmla="*/ 36 h 201"/>
                <a:gd name="T16" fmla="*/ 1 w 31"/>
                <a:gd name="T17" fmla="*/ 18 h 201"/>
                <a:gd name="T18" fmla="*/ 3 w 31"/>
                <a:gd name="T19" fmla="*/ 7 h 201"/>
                <a:gd name="T20" fmla="*/ 6 w 31"/>
                <a:gd name="T21" fmla="*/ 0 h 20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31"/>
                <a:gd name="T34" fmla="*/ 0 h 201"/>
                <a:gd name="T35" fmla="*/ 31 w 31"/>
                <a:gd name="T36" fmla="*/ 201 h 201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31" h="201">
                  <a:moveTo>
                    <a:pt x="31" y="8"/>
                  </a:moveTo>
                  <a:cubicBezTo>
                    <a:pt x="27" y="13"/>
                    <a:pt x="24" y="17"/>
                    <a:pt x="21" y="22"/>
                  </a:cubicBezTo>
                  <a:cubicBezTo>
                    <a:pt x="18" y="29"/>
                    <a:pt x="18" y="37"/>
                    <a:pt x="17" y="44"/>
                  </a:cubicBezTo>
                  <a:cubicBezTo>
                    <a:pt x="15" y="58"/>
                    <a:pt x="13" y="71"/>
                    <a:pt x="11" y="84"/>
                  </a:cubicBezTo>
                  <a:cubicBezTo>
                    <a:pt x="9" y="101"/>
                    <a:pt x="7" y="118"/>
                    <a:pt x="5" y="136"/>
                  </a:cubicBezTo>
                  <a:cubicBezTo>
                    <a:pt x="3" y="157"/>
                    <a:pt x="5" y="179"/>
                    <a:pt x="4" y="201"/>
                  </a:cubicBezTo>
                  <a:cubicBezTo>
                    <a:pt x="1" y="195"/>
                    <a:pt x="1" y="188"/>
                    <a:pt x="1" y="182"/>
                  </a:cubicBezTo>
                  <a:cubicBezTo>
                    <a:pt x="0" y="165"/>
                    <a:pt x="0" y="148"/>
                    <a:pt x="1" y="131"/>
                  </a:cubicBezTo>
                  <a:cubicBezTo>
                    <a:pt x="2" y="110"/>
                    <a:pt x="2" y="89"/>
                    <a:pt x="4" y="68"/>
                  </a:cubicBezTo>
                  <a:cubicBezTo>
                    <a:pt x="5" y="54"/>
                    <a:pt x="5" y="39"/>
                    <a:pt x="9" y="26"/>
                  </a:cubicBezTo>
                  <a:cubicBezTo>
                    <a:pt x="12" y="16"/>
                    <a:pt x="22" y="10"/>
                    <a:pt x="2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4195" name="Freeform 531">
              <a:extLst>
                <a:ext uri="{FF2B5EF4-FFF2-40B4-BE49-F238E27FC236}">
                  <a16:creationId xmlns:a16="http://schemas.microsoft.com/office/drawing/2014/main" id="{8352FE1B-8D18-4CF1-BD9F-35E94449A335}"/>
                </a:ext>
              </a:extLst>
            </p:cNvPr>
            <p:cNvSpPr>
              <a:spLocks/>
            </p:cNvSpPr>
            <p:nvPr/>
          </p:nvSpPr>
          <p:spPr bwMode="auto">
            <a:xfrm>
              <a:off x="633" y="887"/>
              <a:ext cx="170" cy="157"/>
            </a:xfrm>
            <a:custGeom>
              <a:avLst/>
              <a:gdLst>
                <a:gd name="T0" fmla="*/ 0 w 264"/>
                <a:gd name="T1" fmla="*/ 0 h 244"/>
                <a:gd name="T2" fmla="*/ 41 w 264"/>
                <a:gd name="T3" fmla="*/ 34 h 244"/>
                <a:gd name="T4" fmla="*/ 57 w 264"/>
                <a:gd name="T5" fmla="*/ 46 h 244"/>
                <a:gd name="T6" fmla="*/ 70 w 264"/>
                <a:gd name="T7" fmla="*/ 57 h 244"/>
                <a:gd name="T8" fmla="*/ 64 w 264"/>
                <a:gd name="T9" fmla="*/ 65 h 244"/>
                <a:gd name="T10" fmla="*/ 57 w 264"/>
                <a:gd name="T11" fmla="*/ 50 h 244"/>
                <a:gd name="T12" fmla="*/ 37 w 264"/>
                <a:gd name="T13" fmla="*/ 34 h 244"/>
                <a:gd name="T14" fmla="*/ 20 w 264"/>
                <a:gd name="T15" fmla="*/ 20 h 244"/>
                <a:gd name="T16" fmla="*/ 2 w 264"/>
                <a:gd name="T17" fmla="*/ 4 h 24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264"/>
                <a:gd name="T28" fmla="*/ 0 h 244"/>
                <a:gd name="T29" fmla="*/ 264 w 264"/>
                <a:gd name="T30" fmla="*/ 244 h 244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264" h="244">
                  <a:moveTo>
                    <a:pt x="0" y="0"/>
                  </a:moveTo>
                  <a:cubicBezTo>
                    <a:pt x="28" y="60"/>
                    <a:pt x="104" y="90"/>
                    <a:pt x="154" y="128"/>
                  </a:cubicBezTo>
                  <a:cubicBezTo>
                    <a:pt x="174" y="143"/>
                    <a:pt x="194" y="156"/>
                    <a:pt x="215" y="171"/>
                  </a:cubicBezTo>
                  <a:cubicBezTo>
                    <a:pt x="230" y="180"/>
                    <a:pt x="264" y="191"/>
                    <a:pt x="261" y="212"/>
                  </a:cubicBezTo>
                  <a:cubicBezTo>
                    <a:pt x="246" y="205"/>
                    <a:pt x="241" y="233"/>
                    <a:pt x="241" y="244"/>
                  </a:cubicBezTo>
                  <a:cubicBezTo>
                    <a:pt x="225" y="226"/>
                    <a:pt x="237" y="204"/>
                    <a:pt x="214" y="188"/>
                  </a:cubicBezTo>
                  <a:cubicBezTo>
                    <a:pt x="187" y="169"/>
                    <a:pt x="163" y="150"/>
                    <a:pt x="140" y="129"/>
                  </a:cubicBezTo>
                  <a:cubicBezTo>
                    <a:pt x="119" y="110"/>
                    <a:pt x="96" y="91"/>
                    <a:pt x="74" y="74"/>
                  </a:cubicBezTo>
                  <a:cubicBezTo>
                    <a:pt x="49" y="54"/>
                    <a:pt x="21" y="46"/>
                    <a:pt x="8" y="1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4196" name="Freeform 532">
              <a:extLst>
                <a:ext uri="{FF2B5EF4-FFF2-40B4-BE49-F238E27FC236}">
                  <a16:creationId xmlns:a16="http://schemas.microsoft.com/office/drawing/2014/main" id="{F45D43F7-BDC5-4970-B09B-E63738A3EF5C}"/>
                </a:ext>
              </a:extLst>
            </p:cNvPr>
            <p:cNvSpPr>
              <a:spLocks/>
            </p:cNvSpPr>
            <p:nvPr/>
          </p:nvSpPr>
          <p:spPr bwMode="auto">
            <a:xfrm>
              <a:off x="777" y="1172"/>
              <a:ext cx="162" cy="316"/>
            </a:xfrm>
            <a:custGeom>
              <a:avLst/>
              <a:gdLst>
                <a:gd name="T0" fmla="*/ 0 w 250"/>
                <a:gd name="T1" fmla="*/ 0 h 490"/>
                <a:gd name="T2" fmla="*/ 42 w 250"/>
                <a:gd name="T3" fmla="*/ 132 h 490"/>
                <a:gd name="T4" fmla="*/ 0 w 250"/>
                <a:gd name="T5" fmla="*/ 0 h 490"/>
                <a:gd name="T6" fmla="*/ 0 60000 65536"/>
                <a:gd name="T7" fmla="*/ 0 60000 65536"/>
                <a:gd name="T8" fmla="*/ 0 60000 65536"/>
                <a:gd name="T9" fmla="*/ 0 w 250"/>
                <a:gd name="T10" fmla="*/ 0 h 490"/>
                <a:gd name="T11" fmla="*/ 250 w 250"/>
                <a:gd name="T12" fmla="*/ 490 h 49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50" h="490">
                  <a:moveTo>
                    <a:pt x="0" y="0"/>
                  </a:moveTo>
                  <a:cubicBezTo>
                    <a:pt x="0" y="0"/>
                    <a:pt x="250" y="196"/>
                    <a:pt x="156" y="490"/>
                  </a:cubicBezTo>
                  <a:cubicBezTo>
                    <a:pt x="156" y="490"/>
                    <a:pt x="242" y="246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4197" name="Freeform 533">
              <a:extLst>
                <a:ext uri="{FF2B5EF4-FFF2-40B4-BE49-F238E27FC236}">
                  <a16:creationId xmlns:a16="http://schemas.microsoft.com/office/drawing/2014/main" id="{9DF6A5F9-F0A2-47D8-AEDF-38770CD91B4A}"/>
                </a:ext>
              </a:extLst>
            </p:cNvPr>
            <p:cNvSpPr>
              <a:spLocks/>
            </p:cNvSpPr>
            <p:nvPr/>
          </p:nvSpPr>
          <p:spPr bwMode="auto">
            <a:xfrm>
              <a:off x="649" y="1614"/>
              <a:ext cx="34" cy="86"/>
            </a:xfrm>
            <a:custGeom>
              <a:avLst/>
              <a:gdLst>
                <a:gd name="T0" fmla="*/ 14 w 53"/>
                <a:gd name="T1" fmla="*/ 1 h 134"/>
                <a:gd name="T2" fmla="*/ 11 w 53"/>
                <a:gd name="T3" fmla="*/ 8 h 134"/>
                <a:gd name="T4" fmla="*/ 8 w 53"/>
                <a:gd name="T5" fmla="*/ 17 h 134"/>
                <a:gd name="T6" fmla="*/ 1 w 53"/>
                <a:gd name="T7" fmla="*/ 35 h 134"/>
                <a:gd name="T8" fmla="*/ 5 w 53"/>
                <a:gd name="T9" fmla="*/ 17 h 134"/>
                <a:gd name="T10" fmla="*/ 13 w 53"/>
                <a:gd name="T11" fmla="*/ 0 h 13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53"/>
                <a:gd name="T19" fmla="*/ 0 h 134"/>
                <a:gd name="T20" fmla="*/ 53 w 53"/>
                <a:gd name="T21" fmla="*/ 134 h 134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53" h="134">
                  <a:moveTo>
                    <a:pt x="53" y="1"/>
                  </a:moveTo>
                  <a:cubicBezTo>
                    <a:pt x="50" y="11"/>
                    <a:pt x="43" y="20"/>
                    <a:pt x="40" y="31"/>
                  </a:cubicBezTo>
                  <a:cubicBezTo>
                    <a:pt x="37" y="41"/>
                    <a:pt x="35" y="52"/>
                    <a:pt x="32" y="62"/>
                  </a:cubicBezTo>
                  <a:cubicBezTo>
                    <a:pt x="24" y="87"/>
                    <a:pt x="6" y="110"/>
                    <a:pt x="1" y="134"/>
                  </a:cubicBezTo>
                  <a:cubicBezTo>
                    <a:pt x="0" y="112"/>
                    <a:pt x="12" y="87"/>
                    <a:pt x="20" y="65"/>
                  </a:cubicBezTo>
                  <a:cubicBezTo>
                    <a:pt x="27" y="45"/>
                    <a:pt x="35" y="16"/>
                    <a:pt x="4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4198" name="Freeform 534">
              <a:extLst>
                <a:ext uri="{FF2B5EF4-FFF2-40B4-BE49-F238E27FC236}">
                  <a16:creationId xmlns:a16="http://schemas.microsoft.com/office/drawing/2014/main" id="{5BAD3C7F-2687-47AC-8169-A2BC9A727BDD}"/>
                </a:ext>
              </a:extLst>
            </p:cNvPr>
            <p:cNvSpPr>
              <a:spLocks/>
            </p:cNvSpPr>
            <p:nvPr/>
          </p:nvSpPr>
          <p:spPr bwMode="auto">
            <a:xfrm>
              <a:off x="569" y="1967"/>
              <a:ext cx="70" cy="332"/>
            </a:xfrm>
            <a:custGeom>
              <a:avLst/>
              <a:gdLst>
                <a:gd name="T0" fmla="*/ 29 w 109"/>
                <a:gd name="T1" fmla="*/ 0 h 516"/>
                <a:gd name="T2" fmla="*/ 16 w 109"/>
                <a:gd name="T3" fmla="*/ 57 h 516"/>
                <a:gd name="T4" fmla="*/ 5 w 109"/>
                <a:gd name="T5" fmla="*/ 102 h 516"/>
                <a:gd name="T6" fmla="*/ 4 w 109"/>
                <a:gd name="T7" fmla="*/ 116 h 516"/>
                <a:gd name="T8" fmla="*/ 2 w 109"/>
                <a:gd name="T9" fmla="*/ 128 h 516"/>
                <a:gd name="T10" fmla="*/ 2 w 109"/>
                <a:gd name="T11" fmla="*/ 116 h 516"/>
                <a:gd name="T12" fmla="*/ 3 w 109"/>
                <a:gd name="T13" fmla="*/ 85 h 516"/>
                <a:gd name="T14" fmla="*/ 16 w 109"/>
                <a:gd name="T15" fmla="*/ 49 h 516"/>
                <a:gd name="T16" fmla="*/ 29 w 109"/>
                <a:gd name="T17" fmla="*/ 0 h 51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09"/>
                <a:gd name="T28" fmla="*/ 0 h 516"/>
                <a:gd name="T29" fmla="*/ 109 w 109"/>
                <a:gd name="T30" fmla="*/ 516 h 51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09" h="516">
                  <a:moveTo>
                    <a:pt x="109" y="0"/>
                  </a:moveTo>
                  <a:cubicBezTo>
                    <a:pt x="109" y="0"/>
                    <a:pt x="90" y="135"/>
                    <a:pt x="61" y="216"/>
                  </a:cubicBezTo>
                  <a:cubicBezTo>
                    <a:pt x="32" y="298"/>
                    <a:pt x="18" y="358"/>
                    <a:pt x="20" y="384"/>
                  </a:cubicBezTo>
                  <a:cubicBezTo>
                    <a:pt x="21" y="411"/>
                    <a:pt x="18" y="426"/>
                    <a:pt x="14" y="438"/>
                  </a:cubicBezTo>
                  <a:cubicBezTo>
                    <a:pt x="10" y="450"/>
                    <a:pt x="16" y="447"/>
                    <a:pt x="8" y="482"/>
                  </a:cubicBezTo>
                  <a:cubicBezTo>
                    <a:pt x="0" y="516"/>
                    <a:pt x="6" y="456"/>
                    <a:pt x="6" y="434"/>
                  </a:cubicBezTo>
                  <a:cubicBezTo>
                    <a:pt x="6" y="411"/>
                    <a:pt x="5" y="339"/>
                    <a:pt x="10" y="318"/>
                  </a:cubicBezTo>
                  <a:cubicBezTo>
                    <a:pt x="16" y="296"/>
                    <a:pt x="54" y="208"/>
                    <a:pt x="61" y="184"/>
                  </a:cubicBezTo>
                  <a:cubicBezTo>
                    <a:pt x="68" y="160"/>
                    <a:pt x="109" y="0"/>
                    <a:pt x="10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4199" name="Freeform 535">
              <a:extLst>
                <a:ext uri="{FF2B5EF4-FFF2-40B4-BE49-F238E27FC236}">
                  <a16:creationId xmlns:a16="http://schemas.microsoft.com/office/drawing/2014/main" id="{0831FFB3-6DEB-473E-A960-C417BE1CAA3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" y="2638"/>
              <a:ext cx="68" cy="250"/>
            </a:xfrm>
            <a:custGeom>
              <a:avLst/>
              <a:gdLst>
                <a:gd name="T0" fmla="*/ 11 w 106"/>
                <a:gd name="T1" fmla="*/ 0 h 387"/>
                <a:gd name="T2" fmla="*/ 3 w 106"/>
                <a:gd name="T3" fmla="*/ 63 h 387"/>
                <a:gd name="T4" fmla="*/ 28 w 106"/>
                <a:gd name="T5" fmla="*/ 104 h 387"/>
                <a:gd name="T6" fmla="*/ 2 w 106"/>
                <a:gd name="T7" fmla="*/ 72 h 387"/>
                <a:gd name="T8" fmla="*/ 11 w 106"/>
                <a:gd name="T9" fmla="*/ 0 h 38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06"/>
                <a:gd name="T16" fmla="*/ 0 h 387"/>
                <a:gd name="T17" fmla="*/ 106 w 106"/>
                <a:gd name="T18" fmla="*/ 387 h 38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06" h="387">
                  <a:moveTo>
                    <a:pt x="40" y="0"/>
                  </a:moveTo>
                  <a:cubicBezTo>
                    <a:pt x="40" y="0"/>
                    <a:pt x="0" y="140"/>
                    <a:pt x="13" y="232"/>
                  </a:cubicBezTo>
                  <a:cubicBezTo>
                    <a:pt x="26" y="324"/>
                    <a:pt x="65" y="363"/>
                    <a:pt x="106" y="387"/>
                  </a:cubicBezTo>
                  <a:cubicBezTo>
                    <a:pt x="106" y="387"/>
                    <a:pt x="13" y="336"/>
                    <a:pt x="6" y="268"/>
                  </a:cubicBezTo>
                  <a:cubicBezTo>
                    <a:pt x="0" y="200"/>
                    <a:pt x="1" y="68"/>
                    <a:pt x="4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4200" name="Freeform 536">
              <a:extLst>
                <a:ext uri="{FF2B5EF4-FFF2-40B4-BE49-F238E27FC236}">
                  <a16:creationId xmlns:a16="http://schemas.microsoft.com/office/drawing/2014/main" id="{50579ED8-547F-4504-991D-0596668D18F5}"/>
                </a:ext>
              </a:extLst>
            </p:cNvPr>
            <p:cNvSpPr>
              <a:spLocks/>
            </p:cNvSpPr>
            <p:nvPr/>
          </p:nvSpPr>
          <p:spPr bwMode="auto">
            <a:xfrm>
              <a:off x="585" y="2837"/>
              <a:ext cx="113" cy="50"/>
            </a:xfrm>
            <a:custGeom>
              <a:avLst/>
              <a:gdLst>
                <a:gd name="T0" fmla="*/ 47 w 175"/>
                <a:gd name="T1" fmla="*/ 21 h 77"/>
                <a:gd name="T2" fmla="*/ 36 w 175"/>
                <a:gd name="T3" fmla="*/ 17 h 77"/>
                <a:gd name="T4" fmla="*/ 32 w 175"/>
                <a:gd name="T5" fmla="*/ 14 h 77"/>
                <a:gd name="T6" fmla="*/ 25 w 175"/>
                <a:gd name="T7" fmla="*/ 13 h 77"/>
                <a:gd name="T8" fmla="*/ 0 w 175"/>
                <a:gd name="T9" fmla="*/ 0 h 77"/>
                <a:gd name="T10" fmla="*/ 18 w 175"/>
                <a:gd name="T11" fmla="*/ 12 h 77"/>
                <a:gd name="T12" fmla="*/ 29 w 175"/>
                <a:gd name="T13" fmla="*/ 15 h 77"/>
                <a:gd name="T14" fmla="*/ 37 w 175"/>
                <a:gd name="T15" fmla="*/ 19 h 77"/>
                <a:gd name="T16" fmla="*/ 46 w 175"/>
                <a:gd name="T17" fmla="*/ 21 h 7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75"/>
                <a:gd name="T28" fmla="*/ 0 h 77"/>
                <a:gd name="T29" fmla="*/ 175 w 175"/>
                <a:gd name="T30" fmla="*/ 77 h 77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75" h="77">
                  <a:moveTo>
                    <a:pt x="175" y="77"/>
                  </a:moveTo>
                  <a:cubicBezTo>
                    <a:pt x="162" y="71"/>
                    <a:pt x="139" y="76"/>
                    <a:pt x="131" y="62"/>
                  </a:cubicBezTo>
                  <a:cubicBezTo>
                    <a:pt x="126" y="53"/>
                    <a:pt x="132" y="53"/>
                    <a:pt x="119" y="52"/>
                  </a:cubicBezTo>
                  <a:cubicBezTo>
                    <a:pt x="110" y="51"/>
                    <a:pt x="102" y="50"/>
                    <a:pt x="94" y="47"/>
                  </a:cubicBezTo>
                  <a:cubicBezTo>
                    <a:pt x="59" y="38"/>
                    <a:pt x="32" y="17"/>
                    <a:pt x="0" y="0"/>
                  </a:cubicBezTo>
                  <a:cubicBezTo>
                    <a:pt x="24" y="11"/>
                    <a:pt x="42" y="31"/>
                    <a:pt x="66" y="41"/>
                  </a:cubicBezTo>
                  <a:cubicBezTo>
                    <a:pt x="80" y="47"/>
                    <a:pt x="94" y="51"/>
                    <a:pt x="108" y="56"/>
                  </a:cubicBezTo>
                  <a:cubicBezTo>
                    <a:pt x="118" y="60"/>
                    <a:pt x="124" y="67"/>
                    <a:pt x="136" y="70"/>
                  </a:cubicBezTo>
                  <a:cubicBezTo>
                    <a:pt x="148" y="73"/>
                    <a:pt x="161" y="74"/>
                    <a:pt x="174" y="7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4201" name="Freeform 537">
              <a:extLst>
                <a:ext uri="{FF2B5EF4-FFF2-40B4-BE49-F238E27FC236}">
                  <a16:creationId xmlns:a16="http://schemas.microsoft.com/office/drawing/2014/main" id="{767BB3F4-7DE4-4007-9580-B8051E0D1FE7}"/>
                </a:ext>
              </a:extLst>
            </p:cNvPr>
            <p:cNvSpPr>
              <a:spLocks/>
            </p:cNvSpPr>
            <p:nvPr/>
          </p:nvSpPr>
          <p:spPr bwMode="auto">
            <a:xfrm>
              <a:off x="558" y="2894"/>
              <a:ext cx="112" cy="63"/>
            </a:xfrm>
            <a:custGeom>
              <a:avLst/>
              <a:gdLst>
                <a:gd name="T0" fmla="*/ 1 w 174"/>
                <a:gd name="T1" fmla="*/ 0 h 98"/>
                <a:gd name="T2" fmla="*/ 5 w 174"/>
                <a:gd name="T3" fmla="*/ 4 h 98"/>
                <a:gd name="T4" fmla="*/ 9 w 174"/>
                <a:gd name="T5" fmla="*/ 7 h 98"/>
                <a:gd name="T6" fmla="*/ 19 w 174"/>
                <a:gd name="T7" fmla="*/ 14 h 98"/>
                <a:gd name="T8" fmla="*/ 31 w 174"/>
                <a:gd name="T9" fmla="*/ 19 h 98"/>
                <a:gd name="T10" fmla="*/ 38 w 174"/>
                <a:gd name="T11" fmla="*/ 22 h 98"/>
                <a:gd name="T12" fmla="*/ 46 w 174"/>
                <a:gd name="T13" fmla="*/ 26 h 98"/>
                <a:gd name="T14" fmla="*/ 39 w 174"/>
                <a:gd name="T15" fmla="*/ 24 h 98"/>
                <a:gd name="T16" fmla="*/ 31 w 174"/>
                <a:gd name="T17" fmla="*/ 21 h 98"/>
                <a:gd name="T18" fmla="*/ 17 w 174"/>
                <a:gd name="T19" fmla="*/ 14 h 98"/>
                <a:gd name="T20" fmla="*/ 12 w 174"/>
                <a:gd name="T21" fmla="*/ 10 h 98"/>
                <a:gd name="T22" fmla="*/ 6 w 174"/>
                <a:gd name="T23" fmla="*/ 7 h 98"/>
                <a:gd name="T24" fmla="*/ 0 w 174"/>
                <a:gd name="T25" fmla="*/ 1 h 9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174"/>
                <a:gd name="T40" fmla="*/ 0 h 98"/>
                <a:gd name="T41" fmla="*/ 174 w 174"/>
                <a:gd name="T42" fmla="*/ 98 h 98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174" h="98">
                  <a:moveTo>
                    <a:pt x="1" y="0"/>
                  </a:moveTo>
                  <a:cubicBezTo>
                    <a:pt x="4" y="6"/>
                    <a:pt x="14" y="10"/>
                    <a:pt x="19" y="14"/>
                  </a:cubicBezTo>
                  <a:cubicBezTo>
                    <a:pt x="23" y="18"/>
                    <a:pt x="28" y="22"/>
                    <a:pt x="32" y="26"/>
                  </a:cubicBezTo>
                  <a:cubicBezTo>
                    <a:pt x="44" y="36"/>
                    <a:pt x="59" y="41"/>
                    <a:pt x="72" y="49"/>
                  </a:cubicBezTo>
                  <a:cubicBezTo>
                    <a:pt x="86" y="58"/>
                    <a:pt x="99" y="66"/>
                    <a:pt x="115" y="73"/>
                  </a:cubicBezTo>
                  <a:cubicBezTo>
                    <a:pt x="124" y="77"/>
                    <a:pt x="133" y="79"/>
                    <a:pt x="143" y="82"/>
                  </a:cubicBezTo>
                  <a:cubicBezTo>
                    <a:pt x="152" y="85"/>
                    <a:pt x="168" y="90"/>
                    <a:pt x="174" y="98"/>
                  </a:cubicBezTo>
                  <a:cubicBezTo>
                    <a:pt x="165" y="95"/>
                    <a:pt x="155" y="92"/>
                    <a:pt x="145" y="88"/>
                  </a:cubicBezTo>
                  <a:cubicBezTo>
                    <a:pt x="135" y="85"/>
                    <a:pt x="125" y="80"/>
                    <a:pt x="115" y="78"/>
                  </a:cubicBezTo>
                  <a:cubicBezTo>
                    <a:pt x="95" y="74"/>
                    <a:pt x="81" y="65"/>
                    <a:pt x="65" y="53"/>
                  </a:cubicBezTo>
                  <a:cubicBezTo>
                    <a:pt x="59" y="48"/>
                    <a:pt x="53" y="43"/>
                    <a:pt x="46" y="38"/>
                  </a:cubicBezTo>
                  <a:cubicBezTo>
                    <a:pt x="40" y="34"/>
                    <a:pt x="32" y="32"/>
                    <a:pt x="25" y="27"/>
                  </a:cubicBezTo>
                  <a:cubicBezTo>
                    <a:pt x="15" y="20"/>
                    <a:pt x="9" y="9"/>
                    <a:pt x="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4202" name="Freeform 538">
              <a:extLst>
                <a:ext uri="{FF2B5EF4-FFF2-40B4-BE49-F238E27FC236}">
                  <a16:creationId xmlns:a16="http://schemas.microsoft.com/office/drawing/2014/main" id="{5E4C399C-1B8B-4AC5-A26D-C21E5FC8D9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" y="2804"/>
              <a:ext cx="22" cy="98"/>
            </a:xfrm>
            <a:custGeom>
              <a:avLst/>
              <a:gdLst>
                <a:gd name="T0" fmla="*/ 1 w 35"/>
                <a:gd name="T1" fmla="*/ 1 h 153"/>
                <a:gd name="T2" fmla="*/ 4 w 35"/>
                <a:gd name="T3" fmla="*/ 22 h 153"/>
                <a:gd name="T4" fmla="*/ 9 w 35"/>
                <a:gd name="T5" fmla="*/ 40 h 153"/>
                <a:gd name="T6" fmla="*/ 6 w 35"/>
                <a:gd name="T7" fmla="*/ 26 h 153"/>
                <a:gd name="T8" fmla="*/ 2 w 35"/>
                <a:gd name="T9" fmla="*/ 0 h 1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"/>
                <a:gd name="T16" fmla="*/ 0 h 153"/>
                <a:gd name="T17" fmla="*/ 35 w 35"/>
                <a:gd name="T18" fmla="*/ 153 h 15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" h="153">
                  <a:moveTo>
                    <a:pt x="4" y="5"/>
                  </a:moveTo>
                  <a:cubicBezTo>
                    <a:pt x="8" y="33"/>
                    <a:pt x="19" y="57"/>
                    <a:pt x="14" y="86"/>
                  </a:cubicBezTo>
                  <a:cubicBezTo>
                    <a:pt x="11" y="107"/>
                    <a:pt x="0" y="153"/>
                    <a:pt x="35" y="153"/>
                  </a:cubicBezTo>
                  <a:cubicBezTo>
                    <a:pt x="12" y="140"/>
                    <a:pt x="18" y="122"/>
                    <a:pt x="22" y="100"/>
                  </a:cubicBezTo>
                  <a:cubicBezTo>
                    <a:pt x="28" y="64"/>
                    <a:pt x="7" y="34"/>
                    <a:pt x="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4203" name="Freeform 539">
              <a:extLst>
                <a:ext uri="{FF2B5EF4-FFF2-40B4-BE49-F238E27FC236}">
                  <a16:creationId xmlns:a16="http://schemas.microsoft.com/office/drawing/2014/main" id="{8B3B7B09-3C02-4015-A8C2-23E0B2F3DA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" y="2815"/>
              <a:ext cx="19" cy="75"/>
            </a:xfrm>
            <a:custGeom>
              <a:avLst/>
              <a:gdLst>
                <a:gd name="T0" fmla="*/ 3 w 29"/>
                <a:gd name="T1" fmla="*/ 0 h 116"/>
                <a:gd name="T2" fmla="*/ 7 w 29"/>
                <a:gd name="T3" fmla="*/ 15 h 116"/>
                <a:gd name="T4" fmla="*/ 7 w 29"/>
                <a:gd name="T5" fmla="*/ 31 h 116"/>
                <a:gd name="T6" fmla="*/ 5 w 29"/>
                <a:gd name="T7" fmla="*/ 25 h 116"/>
                <a:gd name="T8" fmla="*/ 1 w 29"/>
                <a:gd name="T9" fmla="*/ 23 h 116"/>
                <a:gd name="T10" fmla="*/ 2 w 29"/>
                <a:gd name="T11" fmla="*/ 6 h 1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9"/>
                <a:gd name="T19" fmla="*/ 0 h 116"/>
                <a:gd name="T20" fmla="*/ 29 w 29"/>
                <a:gd name="T21" fmla="*/ 116 h 11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9" h="116">
                  <a:moveTo>
                    <a:pt x="11" y="0"/>
                  </a:moveTo>
                  <a:cubicBezTo>
                    <a:pt x="24" y="3"/>
                    <a:pt x="25" y="43"/>
                    <a:pt x="26" y="54"/>
                  </a:cubicBezTo>
                  <a:cubicBezTo>
                    <a:pt x="27" y="72"/>
                    <a:pt x="29" y="100"/>
                    <a:pt x="24" y="116"/>
                  </a:cubicBezTo>
                  <a:cubicBezTo>
                    <a:pt x="19" y="107"/>
                    <a:pt x="17" y="99"/>
                    <a:pt x="17" y="89"/>
                  </a:cubicBezTo>
                  <a:cubicBezTo>
                    <a:pt x="15" y="71"/>
                    <a:pt x="11" y="74"/>
                    <a:pt x="2" y="86"/>
                  </a:cubicBezTo>
                  <a:cubicBezTo>
                    <a:pt x="0" y="64"/>
                    <a:pt x="7" y="43"/>
                    <a:pt x="7" y="21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</p:grpSp>
    </p:spTree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698" name="Rectangle 2">
            <a:extLst>
              <a:ext uri="{FF2B5EF4-FFF2-40B4-BE49-F238E27FC236}">
                <a16:creationId xmlns:a16="http://schemas.microsoft.com/office/drawing/2014/main" id="{C3EE740E-8404-47AD-A313-1DA16D84E146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Excess weight</a:t>
            </a:r>
          </a:p>
        </p:txBody>
      </p:sp>
      <p:grpSp>
        <p:nvGrpSpPr>
          <p:cNvPr id="45058" name="overweight-female-body-medical-illustration">
            <a:extLst>
              <a:ext uri="{FF2B5EF4-FFF2-40B4-BE49-F238E27FC236}">
                <a16:creationId xmlns:a16="http://schemas.microsoft.com/office/drawing/2014/main" id="{1B64AEB3-D54A-41E7-A19D-73BB0129C897}"/>
              </a:ext>
            </a:extLst>
          </p:cNvPr>
          <p:cNvGrpSpPr>
            <a:grpSpLocks/>
          </p:cNvGrpSpPr>
          <p:nvPr/>
        </p:nvGrpSpPr>
        <p:grpSpPr bwMode="auto">
          <a:xfrm>
            <a:off x="6091238" y="1420813"/>
            <a:ext cx="1676400" cy="4435475"/>
            <a:chOff x="2877" y="961"/>
            <a:chExt cx="1056" cy="2794"/>
          </a:xfrm>
        </p:grpSpPr>
        <p:grpSp>
          <p:nvGrpSpPr>
            <p:cNvPr id="45850" name="Group 4">
              <a:extLst>
                <a:ext uri="{FF2B5EF4-FFF2-40B4-BE49-F238E27FC236}">
                  <a16:creationId xmlns:a16="http://schemas.microsoft.com/office/drawing/2014/main" id="{B3F9EFFC-B2E1-4A7C-8753-3982C146250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877" y="961"/>
              <a:ext cx="1056" cy="2794"/>
              <a:chOff x="2877" y="961"/>
              <a:chExt cx="1056" cy="2794"/>
            </a:xfrm>
          </p:grpSpPr>
          <p:sp>
            <p:nvSpPr>
              <p:cNvPr id="45882" name="Freeform 5">
                <a:extLst>
                  <a:ext uri="{FF2B5EF4-FFF2-40B4-BE49-F238E27FC236}">
                    <a16:creationId xmlns:a16="http://schemas.microsoft.com/office/drawing/2014/main" id="{B6BB71F4-3986-4B52-9870-A4791B1C19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1" y="1162"/>
                <a:ext cx="241" cy="209"/>
              </a:xfrm>
              <a:custGeom>
                <a:avLst/>
                <a:gdLst>
                  <a:gd name="T0" fmla="*/ 26 w 178"/>
                  <a:gd name="T1" fmla="*/ 0 h 155"/>
                  <a:gd name="T2" fmla="*/ 22 w 178"/>
                  <a:gd name="T3" fmla="*/ 12 h 155"/>
                  <a:gd name="T4" fmla="*/ 68 w 178"/>
                  <a:gd name="T5" fmla="*/ 289 h 155"/>
                  <a:gd name="T6" fmla="*/ 229 w 178"/>
                  <a:gd name="T7" fmla="*/ 380 h 155"/>
                  <a:gd name="T8" fmla="*/ 390 w 178"/>
                  <a:gd name="T9" fmla="*/ 282 h 155"/>
                  <a:gd name="T10" fmla="*/ 441 w 178"/>
                  <a:gd name="T11" fmla="*/ 71 h 15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78" h="155">
                    <a:moveTo>
                      <a:pt x="10" y="0"/>
                    </a:moveTo>
                    <a:cubicBezTo>
                      <a:pt x="10" y="2"/>
                      <a:pt x="10" y="3"/>
                      <a:pt x="9" y="5"/>
                    </a:cubicBezTo>
                    <a:cubicBezTo>
                      <a:pt x="0" y="37"/>
                      <a:pt x="14" y="90"/>
                      <a:pt x="27" y="118"/>
                    </a:cubicBezTo>
                    <a:cubicBezTo>
                      <a:pt x="39" y="145"/>
                      <a:pt x="72" y="155"/>
                      <a:pt x="92" y="155"/>
                    </a:cubicBezTo>
                    <a:cubicBezTo>
                      <a:pt x="112" y="155"/>
                      <a:pt x="144" y="142"/>
                      <a:pt x="157" y="115"/>
                    </a:cubicBezTo>
                    <a:cubicBezTo>
                      <a:pt x="167" y="94"/>
                      <a:pt x="178" y="59"/>
                      <a:pt x="178" y="29"/>
                    </a:cubicBezTo>
                  </a:path>
                </a:pathLst>
              </a:custGeom>
              <a:solidFill>
                <a:srgbClr val="FEF2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883" name="Freeform 6">
                <a:extLst>
                  <a:ext uri="{FF2B5EF4-FFF2-40B4-BE49-F238E27FC236}">
                    <a16:creationId xmlns:a16="http://schemas.microsoft.com/office/drawing/2014/main" id="{61F4EEA4-4265-4715-B6D8-8906DA0373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5" y="1052"/>
                <a:ext cx="227" cy="149"/>
              </a:xfrm>
              <a:custGeom>
                <a:avLst/>
                <a:gdLst>
                  <a:gd name="T0" fmla="*/ 415 w 168"/>
                  <a:gd name="T1" fmla="*/ 268 h 111"/>
                  <a:gd name="T2" fmla="*/ 407 w 168"/>
                  <a:gd name="T3" fmla="*/ 215 h 111"/>
                  <a:gd name="T4" fmla="*/ 395 w 168"/>
                  <a:gd name="T5" fmla="*/ 142 h 111"/>
                  <a:gd name="T6" fmla="*/ 373 w 168"/>
                  <a:gd name="T7" fmla="*/ 58 h 111"/>
                  <a:gd name="T8" fmla="*/ 353 w 168"/>
                  <a:gd name="T9" fmla="*/ 38 h 111"/>
                  <a:gd name="T10" fmla="*/ 308 w 168"/>
                  <a:gd name="T11" fmla="*/ 38 h 111"/>
                  <a:gd name="T12" fmla="*/ 291 w 168"/>
                  <a:gd name="T13" fmla="*/ 47 h 111"/>
                  <a:gd name="T14" fmla="*/ 282 w 168"/>
                  <a:gd name="T15" fmla="*/ 36 h 111"/>
                  <a:gd name="T16" fmla="*/ 265 w 168"/>
                  <a:gd name="T17" fmla="*/ 48 h 111"/>
                  <a:gd name="T18" fmla="*/ 246 w 168"/>
                  <a:gd name="T19" fmla="*/ 5 h 111"/>
                  <a:gd name="T20" fmla="*/ 208 w 168"/>
                  <a:gd name="T21" fmla="*/ 43 h 111"/>
                  <a:gd name="T22" fmla="*/ 188 w 168"/>
                  <a:gd name="T23" fmla="*/ 9 h 111"/>
                  <a:gd name="T24" fmla="*/ 150 w 168"/>
                  <a:gd name="T25" fmla="*/ 35 h 111"/>
                  <a:gd name="T26" fmla="*/ 104 w 168"/>
                  <a:gd name="T27" fmla="*/ 48 h 111"/>
                  <a:gd name="T28" fmla="*/ 82 w 168"/>
                  <a:gd name="T29" fmla="*/ 28 h 111"/>
                  <a:gd name="T30" fmla="*/ 58 w 168"/>
                  <a:gd name="T31" fmla="*/ 64 h 111"/>
                  <a:gd name="T32" fmla="*/ 49 w 168"/>
                  <a:gd name="T33" fmla="*/ 42 h 111"/>
                  <a:gd name="T34" fmla="*/ 9 w 168"/>
                  <a:gd name="T35" fmla="*/ 109 h 111"/>
                  <a:gd name="T36" fmla="*/ 9 w 168"/>
                  <a:gd name="T37" fmla="*/ 146 h 111"/>
                  <a:gd name="T38" fmla="*/ 5 w 168"/>
                  <a:gd name="T39" fmla="*/ 175 h 111"/>
                  <a:gd name="T40" fmla="*/ 0 w 168"/>
                  <a:gd name="T41" fmla="*/ 191 h 111"/>
                  <a:gd name="T42" fmla="*/ 0 w 168"/>
                  <a:gd name="T43" fmla="*/ 199 h 111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8" h="111">
                    <a:moveTo>
                      <a:pt x="168" y="111"/>
                    </a:moveTo>
                    <a:cubicBezTo>
                      <a:pt x="166" y="105"/>
                      <a:pt x="166" y="96"/>
                      <a:pt x="165" y="89"/>
                    </a:cubicBezTo>
                    <a:cubicBezTo>
                      <a:pt x="163" y="79"/>
                      <a:pt x="161" y="70"/>
                      <a:pt x="160" y="59"/>
                    </a:cubicBezTo>
                    <a:cubicBezTo>
                      <a:pt x="160" y="46"/>
                      <a:pt x="156" y="34"/>
                      <a:pt x="151" y="24"/>
                    </a:cubicBezTo>
                    <a:cubicBezTo>
                      <a:pt x="148" y="19"/>
                      <a:pt x="149" y="15"/>
                      <a:pt x="143" y="16"/>
                    </a:cubicBezTo>
                    <a:cubicBezTo>
                      <a:pt x="136" y="17"/>
                      <a:pt x="132" y="25"/>
                      <a:pt x="125" y="16"/>
                    </a:cubicBezTo>
                    <a:cubicBezTo>
                      <a:pt x="123" y="17"/>
                      <a:pt x="120" y="19"/>
                      <a:pt x="118" y="19"/>
                    </a:cubicBezTo>
                    <a:cubicBezTo>
                      <a:pt x="117" y="19"/>
                      <a:pt x="117" y="15"/>
                      <a:pt x="115" y="15"/>
                    </a:cubicBezTo>
                    <a:cubicBezTo>
                      <a:pt x="112" y="16"/>
                      <a:pt x="110" y="19"/>
                      <a:pt x="107" y="20"/>
                    </a:cubicBezTo>
                    <a:cubicBezTo>
                      <a:pt x="104" y="16"/>
                      <a:pt x="105" y="3"/>
                      <a:pt x="100" y="2"/>
                    </a:cubicBezTo>
                    <a:cubicBezTo>
                      <a:pt x="94" y="0"/>
                      <a:pt x="87" y="14"/>
                      <a:pt x="84" y="18"/>
                    </a:cubicBezTo>
                    <a:cubicBezTo>
                      <a:pt x="81" y="15"/>
                      <a:pt x="81" y="4"/>
                      <a:pt x="76" y="4"/>
                    </a:cubicBezTo>
                    <a:cubicBezTo>
                      <a:pt x="71" y="2"/>
                      <a:pt x="66" y="12"/>
                      <a:pt x="61" y="14"/>
                    </a:cubicBezTo>
                    <a:cubicBezTo>
                      <a:pt x="53" y="1"/>
                      <a:pt x="49" y="9"/>
                      <a:pt x="42" y="20"/>
                    </a:cubicBezTo>
                    <a:cubicBezTo>
                      <a:pt x="39" y="18"/>
                      <a:pt x="38" y="11"/>
                      <a:pt x="33" y="12"/>
                    </a:cubicBezTo>
                    <a:cubicBezTo>
                      <a:pt x="27" y="13"/>
                      <a:pt x="26" y="23"/>
                      <a:pt x="24" y="27"/>
                    </a:cubicBezTo>
                    <a:cubicBezTo>
                      <a:pt x="22" y="24"/>
                      <a:pt x="22" y="20"/>
                      <a:pt x="20" y="17"/>
                    </a:cubicBezTo>
                    <a:cubicBezTo>
                      <a:pt x="11" y="20"/>
                      <a:pt x="6" y="37"/>
                      <a:pt x="4" y="45"/>
                    </a:cubicBezTo>
                    <a:cubicBezTo>
                      <a:pt x="3" y="50"/>
                      <a:pt x="5" y="55"/>
                      <a:pt x="4" y="60"/>
                    </a:cubicBezTo>
                    <a:cubicBezTo>
                      <a:pt x="4" y="64"/>
                      <a:pt x="3" y="68"/>
                      <a:pt x="2" y="72"/>
                    </a:cubicBezTo>
                    <a:cubicBezTo>
                      <a:pt x="2" y="74"/>
                      <a:pt x="1" y="76"/>
                      <a:pt x="0" y="79"/>
                    </a:cubicBezTo>
                    <a:cubicBezTo>
                      <a:pt x="0" y="80"/>
                      <a:pt x="0" y="81"/>
                      <a:pt x="0" y="82"/>
                    </a:cubicBezTo>
                  </a:path>
                </a:pathLst>
              </a:custGeom>
              <a:solidFill>
                <a:srgbClr val="FEF2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884" name="Freeform 7">
                <a:extLst>
                  <a:ext uri="{FF2B5EF4-FFF2-40B4-BE49-F238E27FC236}">
                    <a16:creationId xmlns:a16="http://schemas.microsoft.com/office/drawing/2014/main" id="{ABF9D35B-38BA-4172-AB35-827546FACD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7" y="1293"/>
                <a:ext cx="1056" cy="2462"/>
              </a:xfrm>
              <a:custGeom>
                <a:avLst/>
                <a:gdLst>
                  <a:gd name="T0" fmla="*/ 1247 w 779"/>
                  <a:gd name="T1" fmla="*/ 174 h 1826"/>
                  <a:gd name="T2" fmla="*/ 1750 w 779"/>
                  <a:gd name="T3" fmla="*/ 875 h 1826"/>
                  <a:gd name="T4" fmla="*/ 1872 w 779"/>
                  <a:gd name="T5" fmla="*/ 1582 h 1826"/>
                  <a:gd name="T6" fmla="*/ 1892 w 779"/>
                  <a:gd name="T7" fmla="*/ 1857 h 1826"/>
                  <a:gd name="T8" fmla="*/ 1892 w 779"/>
                  <a:gd name="T9" fmla="*/ 1912 h 1826"/>
                  <a:gd name="T10" fmla="*/ 1933 w 779"/>
                  <a:gd name="T11" fmla="*/ 2103 h 1826"/>
                  <a:gd name="T12" fmla="*/ 1915 w 779"/>
                  <a:gd name="T13" fmla="*/ 2198 h 1826"/>
                  <a:gd name="T14" fmla="*/ 1819 w 779"/>
                  <a:gd name="T15" fmla="*/ 2300 h 1826"/>
                  <a:gd name="T16" fmla="*/ 1772 w 779"/>
                  <a:gd name="T17" fmla="*/ 2280 h 1826"/>
                  <a:gd name="T18" fmla="*/ 1750 w 779"/>
                  <a:gd name="T19" fmla="*/ 2258 h 1826"/>
                  <a:gd name="T20" fmla="*/ 1743 w 779"/>
                  <a:gd name="T21" fmla="*/ 2152 h 1826"/>
                  <a:gd name="T22" fmla="*/ 1758 w 779"/>
                  <a:gd name="T23" fmla="*/ 1947 h 1826"/>
                  <a:gd name="T24" fmla="*/ 1724 w 779"/>
                  <a:gd name="T25" fmla="*/ 1831 h 1826"/>
                  <a:gd name="T26" fmla="*/ 1578 w 779"/>
                  <a:gd name="T27" fmla="*/ 1307 h 1826"/>
                  <a:gd name="T28" fmla="*/ 1487 w 779"/>
                  <a:gd name="T29" fmla="*/ 1081 h 1826"/>
                  <a:gd name="T30" fmla="*/ 1564 w 779"/>
                  <a:gd name="T31" fmla="*/ 1487 h 1826"/>
                  <a:gd name="T32" fmla="*/ 1441 w 779"/>
                  <a:gd name="T33" fmla="*/ 2885 h 1826"/>
                  <a:gd name="T34" fmla="*/ 1333 w 779"/>
                  <a:gd name="T35" fmla="*/ 3746 h 1826"/>
                  <a:gd name="T36" fmla="*/ 1251 w 779"/>
                  <a:gd name="T37" fmla="*/ 4160 h 1826"/>
                  <a:gd name="T38" fmla="*/ 1311 w 779"/>
                  <a:gd name="T39" fmla="*/ 4373 h 1826"/>
                  <a:gd name="T40" fmla="*/ 1285 w 779"/>
                  <a:gd name="T41" fmla="*/ 4447 h 1826"/>
                  <a:gd name="T42" fmla="*/ 1158 w 779"/>
                  <a:gd name="T43" fmla="*/ 4456 h 1826"/>
                  <a:gd name="T44" fmla="*/ 1038 w 779"/>
                  <a:gd name="T45" fmla="*/ 4370 h 1826"/>
                  <a:gd name="T46" fmla="*/ 1034 w 779"/>
                  <a:gd name="T47" fmla="*/ 4222 h 1826"/>
                  <a:gd name="T48" fmla="*/ 1051 w 779"/>
                  <a:gd name="T49" fmla="*/ 4076 h 1826"/>
                  <a:gd name="T50" fmla="*/ 957 w 779"/>
                  <a:gd name="T51" fmla="*/ 3098 h 1826"/>
                  <a:gd name="T52" fmla="*/ 946 w 779"/>
                  <a:gd name="T53" fmla="*/ 3485 h 1826"/>
                  <a:gd name="T54" fmla="*/ 895 w 779"/>
                  <a:gd name="T55" fmla="*/ 4165 h 1826"/>
                  <a:gd name="T56" fmla="*/ 910 w 779"/>
                  <a:gd name="T57" fmla="*/ 4305 h 1826"/>
                  <a:gd name="T58" fmla="*/ 874 w 779"/>
                  <a:gd name="T59" fmla="*/ 4448 h 1826"/>
                  <a:gd name="T60" fmla="*/ 714 w 779"/>
                  <a:gd name="T61" fmla="*/ 4459 h 1826"/>
                  <a:gd name="T62" fmla="*/ 630 w 779"/>
                  <a:gd name="T63" fmla="*/ 4412 h 1826"/>
                  <a:gd name="T64" fmla="*/ 678 w 779"/>
                  <a:gd name="T65" fmla="*/ 4249 h 1826"/>
                  <a:gd name="T66" fmla="*/ 689 w 779"/>
                  <a:gd name="T67" fmla="*/ 4080 h 1826"/>
                  <a:gd name="T68" fmla="*/ 573 w 779"/>
                  <a:gd name="T69" fmla="*/ 3232 h 1826"/>
                  <a:gd name="T70" fmla="*/ 327 w 779"/>
                  <a:gd name="T71" fmla="*/ 2097 h 1826"/>
                  <a:gd name="T72" fmla="*/ 464 w 779"/>
                  <a:gd name="T73" fmla="*/ 1199 h 1826"/>
                  <a:gd name="T74" fmla="*/ 454 w 779"/>
                  <a:gd name="T75" fmla="*/ 1081 h 1826"/>
                  <a:gd name="T76" fmla="*/ 268 w 779"/>
                  <a:gd name="T77" fmla="*/ 1664 h 1826"/>
                  <a:gd name="T78" fmla="*/ 184 w 779"/>
                  <a:gd name="T79" fmla="*/ 1940 h 1826"/>
                  <a:gd name="T80" fmla="*/ 195 w 779"/>
                  <a:gd name="T81" fmla="*/ 2014 h 1826"/>
                  <a:gd name="T82" fmla="*/ 187 w 779"/>
                  <a:gd name="T83" fmla="*/ 2235 h 1826"/>
                  <a:gd name="T84" fmla="*/ 195 w 779"/>
                  <a:gd name="T85" fmla="*/ 2275 h 1826"/>
                  <a:gd name="T86" fmla="*/ 187 w 779"/>
                  <a:gd name="T87" fmla="*/ 2318 h 1826"/>
                  <a:gd name="T88" fmla="*/ 56 w 779"/>
                  <a:gd name="T89" fmla="*/ 2253 h 1826"/>
                  <a:gd name="T90" fmla="*/ 7 w 779"/>
                  <a:gd name="T91" fmla="*/ 2155 h 1826"/>
                  <a:gd name="T92" fmla="*/ 35 w 779"/>
                  <a:gd name="T93" fmla="*/ 1979 h 1826"/>
                  <a:gd name="T94" fmla="*/ 50 w 779"/>
                  <a:gd name="T95" fmla="*/ 1912 h 1826"/>
                  <a:gd name="T96" fmla="*/ 57 w 779"/>
                  <a:gd name="T97" fmla="*/ 1760 h 1826"/>
                  <a:gd name="T98" fmla="*/ 110 w 779"/>
                  <a:gd name="T99" fmla="*/ 1247 h 1826"/>
                  <a:gd name="T100" fmla="*/ 324 w 779"/>
                  <a:gd name="T101" fmla="*/ 351 h 1826"/>
                  <a:gd name="T102" fmla="*/ 790 w 779"/>
                  <a:gd name="T103" fmla="*/ 0 h 182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0" t="0" r="r" b="b"/>
                <a:pathLst>
                  <a:path w="779" h="1826">
                    <a:moveTo>
                      <a:pt x="462" y="1"/>
                    </a:moveTo>
                    <a:cubicBezTo>
                      <a:pt x="462" y="37"/>
                      <a:pt x="476" y="59"/>
                      <a:pt x="501" y="71"/>
                    </a:cubicBezTo>
                    <a:cubicBezTo>
                      <a:pt x="544" y="92"/>
                      <a:pt x="608" y="71"/>
                      <a:pt x="650" y="143"/>
                    </a:cubicBezTo>
                    <a:cubicBezTo>
                      <a:pt x="692" y="215"/>
                      <a:pt x="682" y="257"/>
                      <a:pt x="702" y="357"/>
                    </a:cubicBezTo>
                    <a:cubicBezTo>
                      <a:pt x="716" y="426"/>
                      <a:pt x="730" y="485"/>
                      <a:pt x="736" y="509"/>
                    </a:cubicBezTo>
                    <a:cubicBezTo>
                      <a:pt x="747" y="555"/>
                      <a:pt x="745" y="576"/>
                      <a:pt x="752" y="645"/>
                    </a:cubicBezTo>
                    <a:cubicBezTo>
                      <a:pt x="755" y="674"/>
                      <a:pt x="755" y="697"/>
                      <a:pt x="756" y="718"/>
                    </a:cubicBezTo>
                    <a:cubicBezTo>
                      <a:pt x="756" y="731"/>
                      <a:pt x="760" y="746"/>
                      <a:pt x="760" y="757"/>
                    </a:cubicBezTo>
                    <a:cubicBezTo>
                      <a:pt x="761" y="766"/>
                      <a:pt x="759" y="772"/>
                      <a:pt x="760" y="780"/>
                    </a:cubicBezTo>
                    <a:cubicBezTo>
                      <a:pt x="760" y="780"/>
                      <a:pt x="760" y="780"/>
                      <a:pt x="760" y="780"/>
                    </a:cubicBezTo>
                    <a:cubicBezTo>
                      <a:pt x="762" y="793"/>
                      <a:pt x="764" y="803"/>
                      <a:pt x="766" y="808"/>
                    </a:cubicBezTo>
                    <a:cubicBezTo>
                      <a:pt x="772" y="826"/>
                      <a:pt x="774" y="854"/>
                      <a:pt x="776" y="858"/>
                    </a:cubicBezTo>
                    <a:cubicBezTo>
                      <a:pt x="779" y="862"/>
                      <a:pt x="778" y="874"/>
                      <a:pt x="776" y="879"/>
                    </a:cubicBezTo>
                    <a:cubicBezTo>
                      <a:pt x="774" y="884"/>
                      <a:pt x="772" y="890"/>
                      <a:pt x="769" y="897"/>
                    </a:cubicBezTo>
                    <a:cubicBezTo>
                      <a:pt x="767" y="902"/>
                      <a:pt x="761" y="913"/>
                      <a:pt x="758" y="919"/>
                    </a:cubicBezTo>
                    <a:cubicBezTo>
                      <a:pt x="755" y="926"/>
                      <a:pt x="741" y="934"/>
                      <a:pt x="730" y="938"/>
                    </a:cubicBezTo>
                    <a:cubicBezTo>
                      <a:pt x="722" y="942"/>
                      <a:pt x="706" y="949"/>
                      <a:pt x="704" y="946"/>
                    </a:cubicBezTo>
                    <a:cubicBezTo>
                      <a:pt x="700" y="939"/>
                      <a:pt x="705" y="933"/>
                      <a:pt x="711" y="930"/>
                    </a:cubicBezTo>
                    <a:cubicBezTo>
                      <a:pt x="714" y="927"/>
                      <a:pt x="704" y="935"/>
                      <a:pt x="702" y="928"/>
                    </a:cubicBezTo>
                    <a:cubicBezTo>
                      <a:pt x="701" y="926"/>
                      <a:pt x="701" y="925"/>
                      <a:pt x="702" y="921"/>
                    </a:cubicBezTo>
                    <a:cubicBezTo>
                      <a:pt x="700" y="917"/>
                      <a:pt x="701" y="917"/>
                      <a:pt x="704" y="912"/>
                    </a:cubicBezTo>
                    <a:cubicBezTo>
                      <a:pt x="698" y="911"/>
                      <a:pt x="699" y="889"/>
                      <a:pt x="700" y="878"/>
                    </a:cubicBezTo>
                    <a:cubicBezTo>
                      <a:pt x="699" y="869"/>
                      <a:pt x="696" y="841"/>
                      <a:pt x="701" y="822"/>
                    </a:cubicBezTo>
                    <a:cubicBezTo>
                      <a:pt x="704" y="810"/>
                      <a:pt x="707" y="801"/>
                      <a:pt x="706" y="794"/>
                    </a:cubicBezTo>
                    <a:cubicBezTo>
                      <a:pt x="706" y="793"/>
                      <a:pt x="706" y="792"/>
                      <a:pt x="705" y="791"/>
                    </a:cubicBezTo>
                    <a:cubicBezTo>
                      <a:pt x="702" y="787"/>
                      <a:pt x="694" y="760"/>
                      <a:pt x="692" y="747"/>
                    </a:cubicBezTo>
                    <a:cubicBezTo>
                      <a:pt x="689" y="735"/>
                      <a:pt x="682" y="707"/>
                      <a:pt x="672" y="679"/>
                    </a:cubicBezTo>
                    <a:cubicBezTo>
                      <a:pt x="650" y="611"/>
                      <a:pt x="636" y="557"/>
                      <a:pt x="634" y="533"/>
                    </a:cubicBezTo>
                    <a:cubicBezTo>
                      <a:pt x="632" y="509"/>
                      <a:pt x="603" y="453"/>
                      <a:pt x="597" y="441"/>
                    </a:cubicBezTo>
                    <a:cubicBezTo>
                      <a:pt x="597" y="441"/>
                      <a:pt x="597" y="441"/>
                      <a:pt x="597" y="441"/>
                    </a:cubicBezTo>
                    <a:cubicBezTo>
                      <a:pt x="596" y="458"/>
                      <a:pt x="594" y="475"/>
                      <a:pt x="594" y="489"/>
                    </a:cubicBezTo>
                    <a:cubicBezTo>
                      <a:pt x="594" y="517"/>
                      <a:pt x="610" y="545"/>
                      <a:pt x="628" y="607"/>
                    </a:cubicBezTo>
                    <a:cubicBezTo>
                      <a:pt x="646" y="669"/>
                      <a:pt x="649" y="759"/>
                      <a:pt x="643" y="855"/>
                    </a:cubicBezTo>
                    <a:cubicBezTo>
                      <a:pt x="637" y="951"/>
                      <a:pt x="602" y="1125"/>
                      <a:pt x="578" y="1177"/>
                    </a:cubicBezTo>
                    <a:cubicBezTo>
                      <a:pt x="554" y="1229"/>
                      <a:pt x="552" y="1261"/>
                      <a:pt x="550" y="1319"/>
                    </a:cubicBezTo>
                    <a:cubicBezTo>
                      <a:pt x="548" y="1377"/>
                      <a:pt x="557" y="1444"/>
                      <a:pt x="535" y="1528"/>
                    </a:cubicBezTo>
                    <a:cubicBezTo>
                      <a:pt x="513" y="1612"/>
                      <a:pt x="506" y="1626"/>
                      <a:pt x="502" y="1664"/>
                    </a:cubicBezTo>
                    <a:cubicBezTo>
                      <a:pt x="502" y="1678"/>
                      <a:pt x="504" y="1684"/>
                      <a:pt x="502" y="1697"/>
                    </a:cubicBezTo>
                    <a:cubicBezTo>
                      <a:pt x="498" y="1717"/>
                      <a:pt x="498" y="1714"/>
                      <a:pt x="508" y="1733"/>
                    </a:cubicBezTo>
                    <a:cubicBezTo>
                      <a:pt x="517" y="1746"/>
                      <a:pt x="521" y="1778"/>
                      <a:pt x="526" y="1784"/>
                    </a:cubicBezTo>
                    <a:cubicBezTo>
                      <a:pt x="531" y="1790"/>
                      <a:pt x="528" y="1796"/>
                      <a:pt x="526" y="1800"/>
                    </a:cubicBezTo>
                    <a:cubicBezTo>
                      <a:pt x="530" y="1809"/>
                      <a:pt x="519" y="1814"/>
                      <a:pt x="516" y="1814"/>
                    </a:cubicBezTo>
                    <a:cubicBezTo>
                      <a:pt x="517" y="1825"/>
                      <a:pt x="497" y="1824"/>
                      <a:pt x="492" y="1819"/>
                    </a:cubicBezTo>
                    <a:cubicBezTo>
                      <a:pt x="486" y="1825"/>
                      <a:pt x="471" y="1825"/>
                      <a:pt x="465" y="1818"/>
                    </a:cubicBezTo>
                    <a:cubicBezTo>
                      <a:pt x="456" y="1826"/>
                      <a:pt x="439" y="1826"/>
                      <a:pt x="428" y="1815"/>
                    </a:cubicBezTo>
                    <a:cubicBezTo>
                      <a:pt x="417" y="1805"/>
                      <a:pt x="416" y="1794"/>
                      <a:pt x="417" y="1783"/>
                    </a:cubicBezTo>
                    <a:cubicBezTo>
                      <a:pt x="419" y="1772"/>
                      <a:pt x="416" y="1769"/>
                      <a:pt x="414" y="1756"/>
                    </a:cubicBezTo>
                    <a:cubicBezTo>
                      <a:pt x="411" y="1742"/>
                      <a:pt x="412" y="1729"/>
                      <a:pt x="415" y="1722"/>
                    </a:cubicBezTo>
                    <a:cubicBezTo>
                      <a:pt x="419" y="1713"/>
                      <a:pt x="420" y="1709"/>
                      <a:pt x="420" y="1699"/>
                    </a:cubicBezTo>
                    <a:cubicBezTo>
                      <a:pt x="420" y="1690"/>
                      <a:pt x="416" y="1675"/>
                      <a:pt x="422" y="1663"/>
                    </a:cubicBezTo>
                    <a:cubicBezTo>
                      <a:pt x="430" y="1617"/>
                      <a:pt x="401" y="1533"/>
                      <a:pt x="397" y="1422"/>
                    </a:cubicBezTo>
                    <a:cubicBezTo>
                      <a:pt x="397" y="1409"/>
                      <a:pt x="385" y="1276"/>
                      <a:pt x="384" y="1264"/>
                    </a:cubicBezTo>
                    <a:cubicBezTo>
                      <a:pt x="384" y="1264"/>
                      <a:pt x="384" y="1264"/>
                      <a:pt x="384" y="1264"/>
                    </a:cubicBezTo>
                    <a:cubicBezTo>
                      <a:pt x="384" y="1276"/>
                      <a:pt x="381" y="1409"/>
                      <a:pt x="380" y="1422"/>
                    </a:cubicBezTo>
                    <a:cubicBezTo>
                      <a:pt x="373" y="1554"/>
                      <a:pt x="349" y="1619"/>
                      <a:pt x="357" y="1663"/>
                    </a:cubicBezTo>
                    <a:cubicBezTo>
                      <a:pt x="363" y="1675"/>
                      <a:pt x="359" y="1690"/>
                      <a:pt x="359" y="1699"/>
                    </a:cubicBezTo>
                    <a:cubicBezTo>
                      <a:pt x="359" y="1709"/>
                      <a:pt x="361" y="1713"/>
                      <a:pt x="365" y="1722"/>
                    </a:cubicBezTo>
                    <a:cubicBezTo>
                      <a:pt x="367" y="1729"/>
                      <a:pt x="368" y="1742"/>
                      <a:pt x="365" y="1756"/>
                    </a:cubicBezTo>
                    <a:cubicBezTo>
                      <a:pt x="363" y="1769"/>
                      <a:pt x="361" y="1772"/>
                      <a:pt x="362" y="1783"/>
                    </a:cubicBezTo>
                    <a:cubicBezTo>
                      <a:pt x="363" y="1794"/>
                      <a:pt x="362" y="1805"/>
                      <a:pt x="351" y="1815"/>
                    </a:cubicBezTo>
                    <a:cubicBezTo>
                      <a:pt x="340" y="1826"/>
                      <a:pt x="324" y="1826"/>
                      <a:pt x="314" y="1818"/>
                    </a:cubicBezTo>
                    <a:cubicBezTo>
                      <a:pt x="308" y="1825"/>
                      <a:pt x="293" y="1825"/>
                      <a:pt x="287" y="1819"/>
                    </a:cubicBezTo>
                    <a:cubicBezTo>
                      <a:pt x="283" y="1824"/>
                      <a:pt x="263" y="1825"/>
                      <a:pt x="264" y="1814"/>
                    </a:cubicBezTo>
                    <a:cubicBezTo>
                      <a:pt x="260" y="1814"/>
                      <a:pt x="250" y="1809"/>
                      <a:pt x="253" y="1800"/>
                    </a:cubicBezTo>
                    <a:cubicBezTo>
                      <a:pt x="251" y="1796"/>
                      <a:pt x="248" y="1790"/>
                      <a:pt x="253" y="1784"/>
                    </a:cubicBezTo>
                    <a:cubicBezTo>
                      <a:pt x="258" y="1778"/>
                      <a:pt x="263" y="1746"/>
                      <a:pt x="272" y="1733"/>
                    </a:cubicBezTo>
                    <a:cubicBezTo>
                      <a:pt x="282" y="1714"/>
                      <a:pt x="281" y="1717"/>
                      <a:pt x="278" y="1697"/>
                    </a:cubicBezTo>
                    <a:cubicBezTo>
                      <a:pt x="275" y="1684"/>
                      <a:pt x="278" y="1678"/>
                      <a:pt x="277" y="1664"/>
                    </a:cubicBezTo>
                    <a:cubicBezTo>
                      <a:pt x="273" y="1626"/>
                      <a:pt x="267" y="1620"/>
                      <a:pt x="245" y="1536"/>
                    </a:cubicBezTo>
                    <a:cubicBezTo>
                      <a:pt x="223" y="1452"/>
                      <a:pt x="232" y="1377"/>
                      <a:pt x="230" y="1319"/>
                    </a:cubicBezTo>
                    <a:cubicBezTo>
                      <a:pt x="228" y="1261"/>
                      <a:pt x="226" y="1229"/>
                      <a:pt x="202" y="1177"/>
                    </a:cubicBezTo>
                    <a:cubicBezTo>
                      <a:pt x="178" y="1125"/>
                      <a:pt x="137" y="951"/>
                      <a:pt x="131" y="855"/>
                    </a:cubicBezTo>
                    <a:cubicBezTo>
                      <a:pt x="125" y="759"/>
                      <a:pt x="134" y="669"/>
                      <a:pt x="152" y="607"/>
                    </a:cubicBezTo>
                    <a:cubicBezTo>
                      <a:pt x="170" y="545"/>
                      <a:pt x="186" y="517"/>
                      <a:pt x="186" y="489"/>
                    </a:cubicBezTo>
                    <a:cubicBezTo>
                      <a:pt x="186" y="475"/>
                      <a:pt x="183" y="458"/>
                      <a:pt x="182" y="441"/>
                    </a:cubicBezTo>
                    <a:cubicBezTo>
                      <a:pt x="182" y="441"/>
                      <a:pt x="182" y="441"/>
                      <a:pt x="182" y="441"/>
                    </a:cubicBezTo>
                    <a:cubicBezTo>
                      <a:pt x="176" y="453"/>
                      <a:pt x="148" y="509"/>
                      <a:pt x="146" y="533"/>
                    </a:cubicBezTo>
                    <a:cubicBezTo>
                      <a:pt x="144" y="557"/>
                      <a:pt x="130" y="611"/>
                      <a:pt x="108" y="679"/>
                    </a:cubicBezTo>
                    <a:cubicBezTo>
                      <a:pt x="98" y="707"/>
                      <a:pt x="90" y="735"/>
                      <a:pt x="88" y="747"/>
                    </a:cubicBezTo>
                    <a:cubicBezTo>
                      <a:pt x="85" y="760"/>
                      <a:pt x="77" y="787"/>
                      <a:pt x="74" y="791"/>
                    </a:cubicBezTo>
                    <a:cubicBezTo>
                      <a:pt x="73" y="792"/>
                      <a:pt x="73" y="793"/>
                      <a:pt x="73" y="794"/>
                    </a:cubicBezTo>
                    <a:cubicBezTo>
                      <a:pt x="72" y="801"/>
                      <a:pt x="75" y="810"/>
                      <a:pt x="78" y="822"/>
                    </a:cubicBezTo>
                    <a:cubicBezTo>
                      <a:pt x="83" y="841"/>
                      <a:pt x="81" y="869"/>
                      <a:pt x="79" y="878"/>
                    </a:cubicBezTo>
                    <a:cubicBezTo>
                      <a:pt x="81" y="889"/>
                      <a:pt x="81" y="911"/>
                      <a:pt x="75" y="912"/>
                    </a:cubicBezTo>
                    <a:cubicBezTo>
                      <a:pt x="78" y="917"/>
                      <a:pt x="79" y="917"/>
                      <a:pt x="77" y="921"/>
                    </a:cubicBezTo>
                    <a:cubicBezTo>
                      <a:pt x="79" y="925"/>
                      <a:pt x="79" y="926"/>
                      <a:pt x="78" y="928"/>
                    </a:cubicBezTo>
                    <a:cubicBezTo>
                      <a:pt x="75" y="935"/>
                      <a:pt x="65" y="927"/>
                      <a:pt x="69" y="930"/>
                    </a:cubicBezTo>
                    <a:cubicBezTo>
                      <a:pt x="74" y="933"/>
                      <a:pt x="79" y="939"/>
                      <a:pt x="75" y="946"/>
                    </a:cubicBezTo>
                    <a:cubicBezTo>
                      <a:pt x="74" y="949"/>
                      <a:pt x="57" y="942"/>
                      <a:pt x="50" y="938"/>
                    </a:cubicBezTo>
                    <a:cubicBezTo>
                      <a:pt x="39" y="934"/>
                      <a:pt x="25" y="926"/>
                      <a:pt x="22" y="919"/>
                    </a:cubicBezTo>
                    <a:cubicBezTo>
                      <a:pt x="18" y="913"/>
                      <a:pt x="12" y="902"/>
                      <a:pt x="10" y="897"/>
                    </a:cubicBezTo>
                    <a:cubicBezTo>
                      <a:pt x="8" y="890"/>
                      <a:pt x="5" y="884"/>
                      <a:pt x="3" y="879"/>
                    </a:cubicBezTo>
                    <a:cubicBezTo>
                      <a:pt x="1" y="874"/>
                      <a:pt x="0" y="862"/>
                      <a:pt x="3" y="858"/>
                    </a:cubicBezTo>
                    <a:cubicBezTo>
                      <a:pt x="5" y="854"/>
                      <a:pt x="8" y="826"/>
                      <a:pt x="14" y="808"/>
                    </a:cubicBezTo>
                    <a:cubicBezTo>
                      <a:pt x="15" y="803"/>
                      <a:pt x="17" y="793"/>
                      <a:pt x="20" y="780"/>
                    </a:cubicBezTo>
                    <a:cubicBezTo>
                      <a:pt x="20" y="780"/>
                      <a:pt x="20" y="780"/>
                      <a:pt x="20" y="780"/>
                    </a:cubicBezTo>
                    <a:cubicBezTo>
                      <a:pt x="21" y="772"/>
                      <a:pt x="18" y="766"/>
                      <a:pt x="19" y="757"/>
                    </a:cubicBezTo>
                    <a:cubicBezTo>
                      <a:pt x="20" y="746"/>
                      <a:pt x="23" y="731"/>
                      <a:pt x="23" y="718"/>
                    </a:cubicBezTo>
                    <a:cubicBezTo>
                      <a:pt x="24" y="697"/>
                      <a:pt x="25" y="674"/>
                      <a:pt x="28" y="645"/>
                    </a:cubicBezTo>
                    <a:cubicBezTo>
                      <a:pt x="35" y="576"/>
                      <a:pt x="33" y="555"/>
                      <a:pt x="44" y="509"/>
                    </a:cubicBezTo>
                    <a:cubicBezTo>
                      <a:pt x="49" y="485"/>
                      <a:pt x="64" y="426"/>
                      <a:pt x="78" y="357"/>
                    </a:cubicBezTo>
                    <a:cubicBezTo>
                      <a:pt x="98" y="257"/>
                      <a:pt x="88" y="215"/>
                      <a:pt x="130" y="143"/>
                    </a:cubicBezTo>
                    <a:cubicBezTo>
                      <a:pt x="172" y="71"/>
                      <a:pt x="235" y="92"/>
                      <a:pt x="278" y="71"/>
                    </a:cubicBezTo>
                    <a:cubicBezTo>
                      <a:pt x="303" y="59"/>
                      <a:pt x="317" y="36"/>
                      <a:pt x="317" y="0"/>
                    </a:cubicBezTo>
                  </a:path>
                </a:pathLst>
              </a:custGeom>
              <a:solidFill>
                <a:srgbClr val="FEF2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885" name="Freeform 8">
                <a:extLst>
                  <a:ext uri="{FF2B5EF4-FFF2-40B4-BE49-F238E27FC236}">
                    <a16:creationId xmlns:a16="http://schemas.microsoft.com/office/drawing/2014/main" id="{6462E942-8C62-49D1-8996-D1A1184F9A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0" y="1193"/>
                <a:ext cx="23" cy="44"/>
              </a:xfrm>
              <a:custGeom>
                <a:avLst/>
                <a:gdLst>
                  <a:gd name="T0" fmla="*/ 32 w 17"/>
                  <a:gd name="T1" fmla="*/ 34 h 32"/>
                  <a:gd name="T2" fmla="*/ 26 w 17"/>
                  <a:gd name="T3" fmla="*/ 0 h 32"/>
                  <a:gd name="T4" fmla="*/ 7 w 17"/>
                  <a:gd name="T5" fmla="*/ 21 h 32"/>
                  <a:gd name="T6" fmla="*/ 5 w 17"/>
                  <a:gd name="T7" fmla="*/ 15 h 32"/>
                  <a:gd name="T8" fmla="*/ 5 w 17"/>
                  <a:gd name="T9" fmla="*/ 15 h 32"/>
                  <a:gd name="T10" fmla="*/ 0 w 17"/>
                  <a:gd name="T11" fmla="*/ 74 h 32"/>
                  <a:gd name="T12" fmla="*/ 1 w 17"/>
                  <a:gd name="T13" fmla="*/ 74 h 32"/>
                  <a:gd name="T14" fmla="*/ 35 w 17"/>
                  <a:gd name="T15" fmla="*/ 34 h 32"/>
                  <a:gd name="T16" fmla="*/ 32 w 17"/>
                  <a:gd name="T17" fmla="*/ 34 h 3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7" h="32">
                    <a:moveTo>
                      <a:pt x="13" y="13"/>
                    </a:moveTo>
                    <a:cubicBezTo>
                      <a:pt x="17" y="6"/>
                      <a:pt x="12" y="6"/>
                      <a:pt x="10" y="0"/>
                    </a:cubicBezTo>
                    <a:cubicBezTo>
                      <a:pt x="6" y="1"/>
                      <a:pt x="4" y="4"/>
                      <a:pt x="3" y="8"/>
                    </a:cubicBezTo>
                    <a:cubicBezTo>
                      <a:pt x="2" y="7"/>
                      <a:pt x="2" y="7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13"/>
                      <a:pt x="1" y="20"/>
                      <a:pt x="0" y="28"/>
                    </a:cubicBezTo>
                    <a:cubicBezTo>
                      <a:pt x="1" y="28"/>
                      <a:pt x="1" y="28"/>
                      <a:pt x="1" y="28"/>
                    </a:cubicBezTo>
                    <a:cubicBezTo>
                      <a:pt x="10" y="32"/>
                      <a:pt x="11" y="20"/>
                      <a:pt x="14" y="13"/>
                    </a:cubicBezTo>
                    <a:cubicBezTo>
                      <a:pt x="13" y="13"/>
                      <a:pt x="13" y="13"/>
                      <a:pt x="13" y="13"/>
                    </a:cubicBezTo>
                    <a:close/>
                  </a:path>
                </a:pathLst>
              </a:custGeom>
              <a:solidFill>
                <a:srgbClr val="FEF2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886" name="Freeform 9">
                <a:extLst>
                  <a:ext uri="{FF2B5EF4-FFF2-40B4-BE49-F238E27FC236}">
                    <a16:creationId xmlns:a16="http://schemas.microsoft.com/office/drawing/2014/main" id="{528C82A7-9925-434B-A0FE-94FDD66B7E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0" y="1158"/>
                <a:ext cx="25" cy="79"/>
              </a:xfrm>
              <a:custGeom>
                <a:avLst/>
                <a:gdLst>
                  <a:gd name="T0" fmla="*/ 46 w 18"/>
                  <a:gd name="T1" fmla="*/ 20 h 58"/>
                  <a:gd name="T2" fmla="*/ 49 w 18"/>
                  <a:gd name="T3" fmla="*/ 0 h 58"/>
                  <a:gd name="T4" fmla="*/ 35 w 18"/>
                  <a:gd name="T5" fmla="*/ 37 h 58"/>
                  <a:gd name="T6" fmla="*/ 6 w 18"/>
                  <a:gd name="T7" fmla="*/ 65 h 58"/>
                  <a:gd name="T8" fmla="*/ 0 w 18"/>
                  <a:gd name="T9" fmla="*/ 97 h 58"/>
                  <a:gd name="T10" fmla="*/ 0 w 18"/>
                  <a:gd name="T11" fmla="*/ 93 h 58"/>
                  <a:gd name="T12" fmla="*/ 0 w 18"/>
                  <a:gd name="T13" fmla="*/ 98 h 58"/>
                  <a:gd name="T14" fmla="*/ 43 w 18"/>
                  <a:gd name="T15" fmla="*/ 138 h 58"/>
                  <a:gd name="T16" fmla="*/ 43 w 18"/>
                  <a:gd name="T17" fmla="*/ 138 h 58"/>
                  <a:gd name="T18" fmla="*/ 46 w 18"/>
                  <a:gd name="T19" fmla="*/ 20 h 5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8" h="58">
                    <a:moveTo>
                      <a:pt x="17" y="8"/>
                    </a:moveTo>
                    <a:cubicBezTo>
                      <a:pt x="18" y="5"/>
                      <a:pt x="18" y="2"/>
                      <a:pt x="18" y="0"/>
                    </a:cubicBezTo>
                    <a:cubicBezTo>
                      <a:pt x="17" y="5"/>
                      <a:pt x="15" y="9"/>
                      <a:pt x="13" y="15"/>
                    </a:cubicBezTo>
                    <a:cubicBezTo>
                      <a:pt x="12" y="20"/>
                      <a:pt x="11" y="28"/>
                      <a:pt x="2" y="26"/>
                    </a:cubicBezTo>
                    <a:cubicBezTo>
                      <a:pt x="0" y="29"/>
                      <a:pt x="1" y="34"/>
                      <a:pt x="0" y="38"/>
                    </a:cubicBezTo>
                    <a:cubicBezTo>
                      <a:pt x="0" y="38"/>
                      <a:pt x="0" y="38"/>
                      <a:pt x="0" y="37"/>
                    </a:cubicBezTo>
                    <a:cubicBezTo>
                      <a:pt x="0" y="39"/>
                      <a:pt x="0" y="39"/>
                      <a:pt x="0" y="39"/>
                    </a:cubicBezTo>
                    <a:cubicBezTo>
                      <a:pt x="5" y="45"/>
                      <a:pt x="5" y="58"/>
                      <a:pt x="16" y="54"/>
                    </a:cubicBezTo>
                    <a:cubicBezTo>
                      <a:pt x="16" y="54"/>
                      <a:pt x="16" y="54"/>
                      <a:pt x="16" y="54"/>
                    </a:cubicBezTo>
                    <a:cubicBezTo>
                      <a:pt x="14" y="37"/>
                      <a:pt x="14" y="21"/>
                      <a:pt x="17" y="8"/>
                    </a:cubicBezTo>
                    <a:close/>
                  </a:path>
                </a:pathLst>
              </a:custGeom>
              <a:solidFill>
                <a:srgbClr val="FEF2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887" name="Freeform 10">
                <a:extLst>
                  <a:ext uri="{FF2B5EF4-FFF2-40B4-BE49-F238E27FC236}">
                    <a16:creationId xmlns:a16="http://schemas.microsoft.com/office/drawing/2014/main" id="{2170BEDD-FFA2-4618-8EF5-68E94ABAAD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9" y="961"/>
                <a:ext cx="303" cy="254"/>
              </a:xfrm>
              <a:custGeom>
                <a:avLst/>
                <a:gdLst>
                  <a:gd name="T0" fmla="*/ 26 w 224"/>
                  <a:gd name="T1" fmla="*/ 184 h 188"/>
                  <a:gd name="T2" fmla="*/ 9 w 224"/>
                  <a:gd name="T3" fmla="*/ 274 h 188"/>
                  <a:gd name="T4" fmla="*/ 26 w 224"/>
                  <a:gd name="T5" fmla="*/ 308 h 188"/>
                  <a:gd name="T6" fmla="*/ 20 w 224"/>
                  <a:gd name="T7" fmla="*/ 328 h 188"/>
                  <a:gd name="T8" fmla="*/ 30 w 224"/>
                  <a:gd name="T9" fmla="*/ 343 h 188"/>
                  <a:gd name="T10" fmla="*/ 20 w 224"/>
                  <a:gd name="T11" fmla="*/ 374 h 188"/>
                  <a:gd name="T12" fmla="*/ 26 w 224"/>
                  <a:gd name="T13" fmla="*/ 386 h 188"/>
                  <a:gd name="T14" fmla="*/ 20 w 224"/>
                  <a:gd name="T15" fmla="*/ 405 h 188"/>
                  <a:gd name="T16" fmla="*/ 35 w 224"/>
                  <a:gd name="T17" fmla="*/ 427 h 188"/>
                  <a:gd name="T18" fmla="*/ 41 w 224"/>
                  <a:gd name="T19" fmla="*/ 454 h 188"/>
                  <a:gd name="T20" fmla="*/ 43 w 224"/>
                  <a:gd name="T21" fmla="*/ 423 h 188"/>
                  <a:gd name="T22" fmla="*/ 72 w 224"/>
                  <a:gd name="T23" fmla="*/ 399 h 188"/>
                  <a:gd name="T24" fmla="*/ 89 w 224"/>
                  <a:gd name="T25" fmla="*/ 343 h 188"/>
                  <a:gd name="T26" fmla="*/ 93 w 224"/>
                  <a:gd name="T27" fmla="*/ 313 h 188"/>
                  <a:gd name="T28" fmla="*/ 93 w 224"/>
                  <a:gd name="T29" fmla="*/ 276 h 188"/>
                  <a:gd name="T30" fmla="*/ 134 w 224"/>
                  <a:gd name="T31" fmla="*/ 207 h 188"/>
                  <a:gd name="T32" fmla="*/ 143 w 224"/>
                  <a:gd name="T33" fmla="*/ 232 h 188"/>
                  <a:gd name="T34" fmla="*/ 166 w 224"/>
                  <a:gd name="T35" fmla="*/ 196 h 188"/>
                  <a:gd name="T36" fmla="*/ 188 w 224"/>
                  <a:gd name="T37" fmla="*/ 215 h 188"/>
                  <a:gd name="T38" fmla="*/ 235 w 224"/>
                  <a:gd name="T39" fmla="*/ 199 h 188"/>
                  <a:gd name="T40" fmla="*/ 273 w 224"/>
                  <a:gd name="T41" fmla="*/ 176 h 188"/>
                  <a:gd name="T42" fmla="*/ 292 w 224"/>
                  <a:gd name="T43" fmla="*/ 209 h 188"/>
                  <a:gd name="T44" fmla="*/ 331 w 224"/>
                  <a:gd name="T45" fmla="*/ 170 h 188"/>
                  <a:gd name="T46" fmla="*/ 349 w 224"/>
                  <a:gd name="T47" fmla="*/ 215 h 188"/>
                  <a:gd name="T48" fmla="*/ 369 w 224"/>
                  <a:gd name="T49" fmla="*/ 203 h 188"/>
                  <a:gd name="T50" fmla="*/ 377 w 224"/>
                  <a:gd name="T51" fmla="*/ 212 h 188"/>
                  <a:gd name="T52" fmla="*/ 394 w 224"/>
                  <a:gd name="T53" fmla="*/ 204 h 188"/>
                  <a:gd name="T54" fmla="*/ 437 w 224"/>
                  <a:gd name="T55" fmla="*/ 204 h 188"/>
                  <a:gd name="T56" fmla="*/ 457 w 224"/>
                  <a:gd name="T57" fmla="*/ 224 h 188"/>
                  <a:gd name="T58" fmla="*/ 479 w 224"/>
                  <a:gd name="T59" fmla="*/ 311 h 188"/>
                  <a:gd name="T60" fmla="*/ 492 w 224"/>
                  <a:gd name="T61" fmla="*/ 385 h 188"/>
                  <a:gd name="T62" fmla="*/ 503 w 224"/>
                  <a:gd name="T63" fmla="*/ 443 h 188"/>
                  <a:gd name="T64" fmla="*/ 519 w 224"/>
                  <a:gd name="T65" fmla="*/ 423 h 188"/>
                  <a:gd name="T66" fmla="*/ 528 w 224"/>
                  <a:gd name="T67" fmla="*/ 457 h 188"/>
                  <a:gd name="T68" fmla="*/ 553 w 224"/>
                  <a:gd name="T69" fmla="*/ 363 h 188"/>
                  <a:gd name="T70" fmla="*/ 553 w 224"/>
                  <a:gd name="T71" fmla="*/ 311 h 188"/>
                  <a:gd name="T72" fmla="*/ 546 w 224"/>
                  <a:gd name="T73" fmla="*/ 272 h 188"/>
                  <a:gd name="T74" fmla="*/ 555 w 224"/>
                  <a:gd name="T75" fmla="*/ 245 h 188"/>
                  <a:gd name="T76" fmla="*/ 545 w 224"/>
                  <a:gd name="T77" fmla="*/ 196 h 188"/>
                  <a:gd name="T78" fmla="*/ 540 w 224"/>
                  <a:gd name="T79" fmla="*/ 124 h 188"/>
                  <a:gd name="T80" fmla="*/ 498 w 224"/>
                  <a:gd name="T81" fmla="*/ 82 h 188"/>
                  <a:gd name="T82" fmla="*/ 453 w 224"/>
                  <a:gd name="T83" fmla="*/ 35 h 188"/>
                  <a:gd name="T84" fmla="*/ 411 w 224"/>
                  <a:gd name="T85" fmla="*/ 22 h 188"/>
                  <a:gd name="T86" fmla="*/ 372 w 224"/>
                  <a:gd name="T87" fmla="*/ 9 h 188"/>
                  <a:gd name="T88" fmla="*/ 311 w 224"/>
                  <a:gd name="T89" fmla="*/ 0 h 188"/>
                  <a:gd name="T90" fmla="*/ 292 w 224"/>
                  <a:gd name="T91" fmla="*/ 7 h 188"/>
                  <a:gd name="T92" fmla="*/ 260 w 224"/>
                  <a:gd name="T93" fmla="*/ 7 h 188"/>
                  <a:gd name="T94" fmla="*/ 235 w 224"/>
                  <a:gd name="T95" fmla="*/ 9 h 188"/>
                  <a:gd name="T96" fmla="*/ 227 w 224"/>
                  <a:gd name="T97" fmla="*/ 16 h 188"/>
                  <a:gd name="T98" fmla="*/ 212 w 224"/>
                  <a:gd name="T99" fmla="*/ 16 h 188"/>
                  <a:gd name="T100" fmla="*/ 156 w 224"/>
                  <a:gd name="T101" fmla="*/ 27 h 188"/>
                  <a:gd name="T102" fmla="*/ 134 w 224"/>
                  <a:gd name="T103" fmla="*/ 47 h 188"/>
                  <a:gd name="T104" fmla="*/ 124 w 224"/>
                  <a:gd name="T105" fmla="*/ 63 h 188"/>
                  <a:gd name="T106" fmla="*/ 99 w 224"/>
                  <a:gd name="T107" fmla="*/ 72 h 188"/>
                  <a:gd name="T108" fmla="*/ 87 w 224"/>
                  <a:gd name="T109" fmla="*/ 92 h 188"/>
                  <a:gd name="T110" fmla="*/ 57 w 224"/>
                  <a:gd name="T111" fmla="*/ 99 h 188"/>
                  <a:gd name="T112" fmla="*/ 41 w 224"/>
                  <a:gd name="T113" fmla="*/ 157 h 188"/>
                  <a:gd name="T114" fmla="*/ 27 w 224"/>
                  <a:gd name="T115" fmla="*/ 181 h 188"/>
                  <a:gd name="T116" fmla="*/ 26 w 224"/>
                  <a:gd name="T117" fmla="*/ 184 h 188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0" t="0" r="r" b="b"/>
                <a:pathLst>
                  <a:path w="224" h="188">
                    <a:moveTo>
                      <a:pt x="10" y="75"/>
                    </a:moveTo>
                    <a:cubicBezTo>
                      <a:pt x="9" y="87"/>
                      <a:pt x="0" y="100"/>
                      <a:pt x="4" y="111"/>
                    </a:cubicBezTo>
                    <a:cubicBezTo>
                      <a:pt x="7" y="117"/>
                      <a:pt x="10" y="118"/>
                      <a:pt x="10" y="125"/>
                    </a:cubicBezTo>
                    <a:cubicBezTo>
                      <a:pt x="9" y="127"/>
                      <a:pt x="8" y="131"/>
                      <a:pt x="8" y="133"/>
                    </a:cubicBezTo>
                    <a:cubicBezTo>
                      <a:pt x="9" y="136"/>
                      <a:pt x="11" y="137"/>
                      <a:pt x="12" y="139"/>
                    </a:cubicBezTo>
                    <a:cubicBezTo>
                      <a:pt x="13" y="145"/>
                      <a:pt x="8" y="147"/>
                      <a:pt x="8" y="152"/>
                    </a:cubicBezTo>
                    <a:cubicBezTo>
                      <a:pt x="8" y="153"/>
                      <a:pt x="10" y="155"/>
                      <a:pt x="10" y="157"/>
                    </a:cubicBezTo>
                    <a:cubicBezTo>
                      <a:pt x="10" y="159"/>
                      <a:pt x="8" y="163"/>
                      <a:pt x="8" y="164"/>
                    </a:cubicBezTo>
                    <a:cubicBezTo>
                      <a:pt x="9" y="168"/>
                      <a:pt x="12" y="170"/>
                      <a:pt x="14" y="173"/>
                    </a:cubicBezTo>
                    <a:cubicBezTo>
                      <a:pt x="15" y="177"/>
                      <a:pt x="15" y="181"/>
                      <a:pt x="16" y="184"/>
                    </a:cubicBezTo>
                    <a:cubicBezTo>
                      <a:pt x="17" y="180"/>
                      <a:pt x="16" y="175"/>
                      <a:pt x="18" y="172"/>
                    </a:cubicBezTo>
                    <a:cubicBezTo>
                      <a:pt x="27" y="174"/>
                      <a:pt x="28" y="166"/>
                      <a:pt x="29" y="161"/>
                    </a:cubicBezTo>
                    <a:cubicBezTo>
                      <a:pt x="31" y="153"/>
                      <a:pt x="35" y="147"/>
                      <a:pt x="36" y="139"/>
                    </a:cubicBezTo>
                    <a:cubicBezTo>
                      <a:pt x="37" y="135"/>
                      <a:pt x="38" y="131"/>
                      <a:pt x="38" y="127"/>
                    </a:cubicBezTo>
                    <a:cubicBezTo>
                      <a:pt x="39" y="122"/>
                      <a:pt x="37" y="117"/>
                      <a:pt x="38" y="112"/>
                    </a:cubicBezTo>
                    <a:cubicBezTo>
                      <a:pt x="40" y="104"/>
                      <a:pt x="45" y="87"/>
                      <a:pt x="54" y="84"/>
                    </a:cubicBezTo>
                    <a:cubicBezTo>
                      <a:pt x="56" y="87"/>
                      <a:pt x="56" y="91"/>
                      <a:pt x="58" y="94"/>
                    </a:cubicBezTo>
                    <a:cubicBezTo>
                      <a:pt x="60" y="90"/>
                      <a:pt x="61" y="80"/>
                      <a:pt x="67" y="79"/>
                    </a:cubicBezTo>
                    <a:cubicBezTo>
                      <a:pt x="72" y="78"/>
                      <a:pt x="73" y="85"/>
                      <a:pt x="76" y="87"/>
                    </a:cubicBezTo>
                    <a:cubicBezTo>
                      <a:pt x="83" y="76"/>
                      <a:pt x="87" y="68"/>
                      <a:pt x="95" y="81"/>
                    </a:cubicBezTo>
                    <a:cubicBezTo>
                      <a:pt x="100" y="79"/>
                      <a:pt x="105" y="69"/>
                      <a:pt x="110" y="71"/>
                    </a:cubicBezTo>
                    <a:cubicBezTo>
                      <a:pt x="115" y="71"/>
                      <a:pt x="115" y="82"/>
                      <a:pt x="118" y="85"/>
                    </a:cubicBezTo>
                    <a:cubicBezTo>
                      <a:pt x="121" y="81"/>
                      <a:pt x="128" y="67"/>
                      <a:pt x="134" y="69"/>
                    </a:cubicBezTo>
                    <a:cubicBezTo>
                      <a:pt x="139" y="70"/>
                      <a:pt x="138" y="83"/>
                      <a:pt x="141" y="87"/>
                    </a:cubicBezTo>
                    <a:cubicBezTo>
                      <a:pt x="144" y="86"/>
                      <a:pt x="146" y="83"/>
                      <a:pt x="149" y="82"/>
                    </a:cubicBezTo>
                    <a:cubicBezTo>
                      <a:pt x="151" y="82"/>
                      <a:pt x="151" y="86"/>
                      <a:pt x="152" y="86"/>
                    </a:cubicBezTo>
                    <a:cubicBezTo>
                      <a:pt x="154" y="86"/>
                      <a:pt x="157" y="84"/>
                      <a:pt x="159" y="83"/>
                    </a:cubicBezTo>
                    <a:cubicBezTo>
                      <a:pt x="166" y="92"/>
                      <a:pt x="170" y="84"/>
                      <a:pt x="177" y="83"/>
                    </a:cubicBezTo>
                    <a:cubicBezTo>
                      <a:pt x="183" y="82"/>
                      <a:pt x="182" y="86"/>
                      <a:pt x="185" y="91"/>
                    </a:cubicBezTo>
                    <a:cubicBezTo>
                      <a:pt x="190" y="101"/>
                      <a:pt x="194" y="113"/>
                      <a:pt x="194" y="126"/>
                    </a:cubicBezTo>
                    <a:cubicBezTo>
                      <a:pt x="195" y="137"/>
                      <a:pt x="197" y="146"/>
                      <a:pt x="199" y="156"/>
                    </a:cubicBezTo>
                    <a:cubicBezTo>
                      <a:pt x="200" y="164"/>
                      <a:pt x="200" y="173"/>
                      <a:pt x="203" y="180"/>
                    </a:cubicBezTo>
                    <a:cubicBezTo>
                      <a:pt x="204" y="176"/>
                      <a:pt x="206" y="173"/>
                      <a:pt x="210" y="172"/>
                    </a:cubicBezTo>
                    <a:cubicBezTo>
                      <a:pt x="212" y="178"/>
                      <a:pt x="217" y="178"/>
                      <a:pt x="213" y="185"/>
                    </a:cubicBezTo>
                    <a:cubicBezTo>
                      <a:pt x="219" y="188"/>
                      <a:pt x="213" y="149"/>
                      <a:pt x="223" y="147"/>
                    </a:cubicBezTo>
                    <a:cubicBezTo>
                      <a:pt x="218" y="143"/>
                      <a:pt x="224" y="132"/>
                      <a:pt x="223" y="126"/>
                    </a:cubicBezTo>
                    <a:cubicBezTo>
                      <a:pt x="223" y="118"/>
                      <a:pt x="220" y="116"/>
                      <a:pt x="221" y="110"/>
                    </a:cubicBezTo>
                    <a:cubicBezTo>
                      <a:pt x="221" y="108"/>
                      <a:pt x="224" y="104"/>
                      <a:pt x="224" y="99"/>
                    </a:cubicBezTo>
                    <a:cubicBezTo>
                      <a:pt x="224" y="93"/>
                      <a:pt x="220" y="85"/>
                      <a:pt x="220" y="79"/>
                    </a:cubicBezTo>
                    <a:cubicBezTo>
                      <a:pt x="220" y="76"/>
                      <a:pt x="219" y="53"/>
                      <a:pt x="218" y="50"/>
                    </a:cubicBezTo>
                    <a:cubicBezTo>
                      <a:pt x="216" y="47"/>
                      <a:pt x="205" y="36"/>
                      <a:pt x="201" y="33"/>
                    </a:cubicBezTo>
                    <a:cubicBezTo>
                      <a:pt x="192" y="26"/>
                      <a:pt x="193" y="19"/>
                      <a:pt x="183" y="14"/>
                    </a:cubicBezTo>
                    <a:cubicBezTo>
                      <a:pt x="178" y="21"/>
                      <a:pt x="170" y="12"/>
                      <a:pt x="166" y="9"/>
                    </a:cubicBezTo>
                    <a:cubicBezTo>
                      <a:pt x="162" y="16"/>
                      <a:pt x="154" y="6"/>
                      <a:pt x="150" y="4"/>
                    </a:cubicBezTo>
                    <a:cubicBezTo>
                      <a:pt x="147" y="14"/>
                      <a:pt x="132" y="0"/>
                      <a:pt x="126" y="0"/>
                    </a:cubicBezTo>
                    <a:cubicBezTo>
                      <a:pt x="121" y="0"/>
                      <a:pt x="122" y="2"/>
                      <a:pt x="118" y="3"/>
                    </a:cubicBezTo>
                    <a:cubicBezTo>
                      <a:pt x="114" y="4"/>
                      <a:pt x="109" y="4"/>
                      <a:pt x="105" y="3"/>
                    </a:cubicBezTo>
                    <a:cubicBezTo>
                      <a:pt x="100" y="3"/>
                      <a:pt x="99" y="3"/>
                      <a:pt x="95" y="4"/>
                    </a:cubicBezTo>
                    <a:cubicBezTo>
                      <a:pt x="95" y="4"/>
                      <a:pt x="93" y="7"/>
                      <a:pt x="92" y="7"/>
                    </a:cubicBezTo>
                    <a:cubicBezTo>
                      <a:pt x="90" y="8"/>
                      <a:pt x="88" y="6"/>
                      <a:pt x="86" y="7"/>
                    </a:cubicBezTo>
                    <a:cubicBezTo>
                      <a:pt x="82" y="9"/>
                      <a:pt x="66" y="7"/>
                      <a:pt x="63" y="11"/>
                    </a:cubicBezTo>
                    <a:cubicBezTo>
                      <a:pt x="61" y="14"/>
                      <a:pt x="56" y="15"/>
                      <a:pt x="54" y="19"/>
                    </a:cubicBezTo>
                    <a:cubicBezTo>
                      <a:pt x="51" y="22"/>
                      <a:pt x="53" y="24"/>
                      <a:pt x="50" y="26"/>
                    </a:cubicBezTo>
                    <a:cubicBezTo>
                      <a:pt x="47" y="28"/>
                      <a:pt x="43" y="27"/>
                      <a:pt x="40" y="29"/>
                    </a:cubicBezTo>
                    <a:cubicBezTo>
                      <a:pt x="37" y="32"/>
                      <a:pt x="39" y="35"/>
                      <a:pt x="35" y="37"/>
                    </a:cubicBezTo>
                    <a:cubicBezTo>
                      <a:pt x="28" y="39"/>
                      <a:pt x="27" y="35"/>
                      <a:pt x="23" y="40"/>
                    </a:cubicBezTo>
                    <a:cubicBezTo>
                      <a:pt x="22" y="42"/>
                      <a:pt x="21" y="61"/>
                      <a:pt x="16" y="64"/>
                    </a:cubicBezTo>
                    <a:cubicBezTo>
                      <a:pt x="14" y="65"/>
                      <a:pt x="11" y="69"/>
                      <a:pt x="11" y="73"/>
                    </a:cubicBezTo>
                    <a:lnTo>
                      <a:pt x="10" y="75"/>
                    </a:lnTo>
                    <a:close/>
                  </a:path>
                </a:pathLst>
              </a:custGeom>
              <a:solidFill>
                <a:srgbClr val="E7C7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888" name="Freeform 11">
                <a:extLst>
                  <a:ext uri="{FF2B5EF4-FFF2-40B4-BE49-F238E27FC236}">
                    <a16:creationId xmlns:a16="http://schemas.microsoft.com/office/drawing/2014/main" id="{D2D051D5-B0A9-4196-BEF4-5E81966AB5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1" y="1743"/>
                <a:ext cx="81" cy="72"/>
              </a:xfrm>
              <a:custGeom>
                <a:avLst/>
                <a:gdLst>
                  <a:gd name="T0" fmla="*/ 1 w 60"/>
                  <a:gd name="T1" fmla="*/ 71 h 53"/>
                  <a:gd name="T2" fmla="*/ 69 w 60"/>
                  <a:gd name="T3" fmla="*/ 1 h 53"/>
                  <a:gd name="T4" fmla="*/ 146 w 60"/>
                  <a:gd name="T5" fmla="*/ 62 h 53"/>
                  <a:gd name="T6" fmla="*/ 78 w 60"/>
                  <a:gd name="T7" fmla="*/ 130 h 53"/>
                  <a:gd name="T8" fmla="*/ 1 w 60"/>
                  <a:gd name="T9" fmla="*/ 71 h 5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0" h="53">
                    <a:moveTo>
                      <a:pt x="1" y="28"/>
                    </a:moveTo>
                    <a:cubicBezTo>
                      <a:pt x="0" y="14"/>
                      <a:pt x="12" y="2"/>
                      <a:pt x="28" y="1"/>
                    </a:cubicBezTo>
                    <a:cubicBezTo>
                      <a:pt x="44" y="0"/>
                      <a:pt x="58" y="11"/>
                      <a:pt x="59" y="25"/>
                    </a:cubicBezTo>
                    <a:cubicBezTo>
                      <a:pt x="60" y="38"/>
                      <a:pt x="48" y="50"/>
                      <a:pt x="32" y="52"/>
                    </a:cubicBezTo>
                    <a:cubicBezTo>
                      <a:pt x="16" y="53"/>
                      <a:pt x="2" y="42"/>
                      <a:pt x="1" y="28"/>
                    </a:cubicBezTo>
                    <a:close/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889" name="Freeform 12">
                <a:extLst>
                  <a:ext uri="{FF2B5EF4-FFF2-40B4-BE49-F238E27FC236}">
                    <a16:creationId xmlns:a16="http://schemas.microsoft.com/office/drawing/2014/main" id="{9BED335B-1DB2-4CDD-8B6E-11B21C8B9A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1" y="1770"/>
                <a:ext cx="21" cy="18"/>
              </a:xfrm>
              <a:custGeom>
                <a:avLst/>
                <a:gdLst>
                  <a:gd name="T0" fmla="*/ 1 w 16"/>
                  <a:gd name="T1" fmla="*/ 19 h 13"/>
                  <a:gd name="T2" fmla="*/ 18 w 16"/>
                  <a:gd name="T3" fmla="*/ 0 h 13"/>
                  <a:gd name="T4" fmla="*/ 37 w 16"/>
                  <a:gd name="T5" fmla="*/ 15 h 13"/>
                  <a:gd name="T6" fmla="*/ 21 w 16"/>
                  <a:gd name="T7" fmla="*/ 35 h 13"/>
                  <a:gd name="T8" fmla="*/ 1 w 16"/>
                  <a:gd name="T9" fmla="*/ 19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13">
                    <a:moveTo>
                      <a:pt x="1" y="7"/>
                    </a:moveTo>
                    <a:cubicBezTo>
                      <a:pt x="0" y="3"/>
                      <a:pt x="3" y="0"/>
                      <a:pt x="8" y="0"/>
                    </a:cubicBezTo>
                    <a:cubicBezTo>
                      <a:pt x="12" y="0"/>
                      <a:pt x="15" y="2"/>
                      <a:pt x="16" y="6"/>
                    </a:cubicBezTo>
                    <a:cubicBezTo>
                      <a:pt x="16" y="10"/>
                      <a:pt x="13" y="13"/>
                      <a:pt x="9" y="13"/>
                    </a:cubicBezTo>
                    <a:cubicBezTo>
                      <a:pt x="5" y="13"/>
                      <a:pt x="1" y="11"/>
                      <a:pt x="1" y="7"/>
                    </a:cubicBezTo>
                    <a:close/>
                  </a:path>
                </a:pathLst>
              </a:custGeom>
              <a:solidFill>
                <a:srgbClr val="FEE6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890" name="Freeform 13">
                <a:extLst>
                  <a:ext uri="{FF2B5EF4-FFF2-40B4-BE49-F238E27FC236}">
                    <a16:creationId xmlns:a16="http://schemas.microsoft.com/office/drawing/2014/main" id="{17F9F346-7FA0-431E-946D-6B36D0F9B3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8" y="1743"/>
                <a:ext cx="83" cy="72"/>
              </a:xfrm>
              <a:custGeom>
                <a:avLst/>
                <a:gdLst>
                  <a:gd name="T0" fmla="*/ 148 w 61"/>
                  <a:gd name="T1" fmla="*/ 71 h 53"/>
                  <a:gd name="T2" fmla="*/ 82 w 61"/>
                  <a:gd name="T3" fmla="*/ 1 h 53"/>
                  <a:gd name="T4" fmla="*/ 1 w 61"/>
                  <a:gd name="T5" fmla="*/ 62 h 53"/>
                  <a:gd name="T6" fmla="*/ 71 w 61"/>
                  <a:gd name="T7" fmla="*/ 130 h 53"/>
                  <a:gd name="T8" fmla="*/ 148 w 61"/>
                  <a:gd name="T9" fmla="*/ 71 h 5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1" h="53">
                    <a:moveTo>
                      <a:pt x="59" y="28"/>
                    </a:moveTo>
                    <a:cubicBezTo>
                      <a:pt x="61" y="14"/>
                      <a:pt x="48" y="2"/>
                      <a:pt x="32" y="1"/>
                    </a:cubicBezTo>
                    <a:cubicBezTo>
                      <a:pt x="16" y="0"/>
                      <a:pt x="2" y="11"/>
                      <a:pt x="1" y="25"/>
                    </a:cubicBezTo>
                    <a:cubicBezTo>
                      <a:pt x="0" y="38"/>
                      <a:pt x="12" y="50"/>
                      <a:pt x="28" y="52"/>
                    </a:cubicBezTo>
                    <a:cubicBezTo>
                      <a:pt x="44" y="53"/>
                      <a:pt x="58" y="42"/>
                      <a:pt x="59" y="28"/>
                    </a:cubicBezTo>
                    <a:close/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891" name="Freeform 14">
                <a:extLst>
                  <a:ext uri="{FF2B5EF4-FFF2-40B4-BE49-F238E27FC236}">
                    <a16:creationId xmlns:a16="http://schemas.microsoft.com/office/drawing/2014/main" id="{6F9BB3D0-55AB-4493-9046-DEAA22F606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8" y="1769"/>
                <a:ext cx="23" cy="20"/>
              </a:xfrm>
              <a:custGeom>
                <a:avLst/>
                <a:gdLst>
                  <a:gd name="T0" fmla="*/ 41 w 17"/>
                  <a:gd name="T1" fmla="*/ 16 h 15"/>
                  <a:gd name="T2" fmla="*/ 22 w 17"/>
                  <a:gd name="T3" fmla="*/ 36 h 15"/>
                  <a:gd name="T4" fmla="*/ 0 w 17"/>
                  <a:gd name="T5" fmla="*/ 20 h 15"/>
                  <a:gd name="T6" fmla="*/ 20 w 17"/>
                  <a:gd name="T7" fmla="*/ 0 h 15"/>
                  <a:gd name="T8" fmla="*/ 41 w 17"/>
                  <a:gd name="T9" fmla="*/ 16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15">
                    <a:moveTo>
                      <a:pt x="16" y="7"/>
                    </a:moveTo>
                    <a:cubicBezTo>
                      <a:pt x="17" y="11"/>
                      <a:pt x="13" y="14"/>
                      <a:pt x="9" y="15"/>
                    </a:cubicBezTo>
                    <a:cubicBezTo>
                      <a:pt x="4" y="15"/>
                      <a:pt x="0" y="12"/>
                      <a:pt x="0" y="8"/>
                    </a:cubicBezTo>
                    <a:cubicBezTo>
                      <a:pt x="0" y="4"/>
                      <a:pt x="3" y="1"/>
                      <a:pt x="8" y="0"/>
                    </a:cubicBezTo>
                    <a:cubicBezTo>
                      <a:pt x="12" y="0"/>
                      <a:pt x="16" y="3"/>
                      <a:pt x="16" y="7"/>
                    </a:cubicBezTo>
                    <a:close/>
                  </a:path>
                </a:pathLst>
              </a:custGeom>
              <a:solidFill>
                <a:srgbClr val="FEE6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892" name="Freeform 15">
                <a:extLst>
                  <a:ext uri="{FF2B5EF4-FFF2-40B4-BE49-F238E27FC236}">
                    <a16:creationId xmlns:a16="http://schemas.microsoft.com/office/drawing/2014/main" id="{5BE95F76-40B9-48AD-89E5-ED86B940F3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0" y="1858"/>
                <a:ext cx="204" cy="347"/>
              </a:xfrm>
              <a:custGeom>
                <a:avLst/>
                <a:gdLst>
                  <a:gd name="T0" fmla="*/ 0 w 151"/>
                  <a:gd name="T1" fmla="*/ 36 h 257"/>
                  <a:gd name="T2" fmla="*/ 157 w 151"/>
                  <a:gd name="T3" fmla="*/ 42 h 257"/>
                  <a:gd name="T4" fmla="*/ 224 w 151"/>
                  <a:gd name="T5" fmla="*/ 26 h 257"/>
                  <a:gd name="T6" fmla="*/ 288 w 151"/>
                  <a:gd name="T7" fmla="*/ 1 h 257"/>
                  <a:gd name="T8" fmla="*/ 272 w 151"/>
                  <a:gd name="T9" fmla="*/ 153 h 257"/>
                  <a:gd name="T10" fmla="*/ 307 w 151"/>
                  <a:gd name="T11" fmla="*/ 312 h 257"/>
                  <a:gd name="T12" fmla="*/ 350 w 151"/>
                  <a:gd name="T13" fmla="*/ 525 h 257"/>
                  <a:gd name="T14" fmla="*/ 345 w 151"/>
                  <a:gd name="T15" fmla="*/ 618 h 257"/>
                  <a:gd name="T16" fmla="*/ 245 w 151"/>
                  <a:gd name="T17" fmla="*/ 631 h 257"/>
                  <a:gd name="T18" fmla="*/ 286 w 151"/>
                  <a:gd name="T19" fmla="*/ 536 h 257"/>
                  <a:gd name="T20" fmla="*/ 218 w 151"/>
                  <a:gd name="T21" fmla="*/ 563 h 257"/>
                  <a:gd name="T22" fmla="*/ 239 w 151"/>
                  <a:gd name="T23" fmla="*/ 483 h 257"/>
                  <a:gd name="T24" fmla="*/ 218 w 151"/>
                  <a:gd name="T25" fmla="*/ 413 h 257"/>
                  <a:gd name="T26" fmla="*/ 155 w 151"/>
                  <a:gd name="T27" fmla="*/ 262 h 257"/>
                  <a:gd name="T28" fmla="*/ 170 w 151"/>
                  <a:gd name="T29" fmla="*/ 115 h 257"/>
                  <a:gd name="T30" fmla="*/ 108 w 151"/>
                  <a:gd name="T31" fmla="*/ 85 h 257"/>
                  <a:gd name="T32" fmla="*/ 63 w 151"/>
                  <a:gd name="T33" fmla="*/ 84 h 257"/>
                  <a:gd name="T34" fmla="*/ 5 w 151"/>
                  <a:gd name="T35" fmla="*/ 41 h 257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151" h="257">
                    <a:moveTo>
                      <a:pt x="0" y="15"/>
                    </a:moveTo>
                    <a:cubicBezTo>
                      <a:pt x="18" y="22"/>
                      <a:pt x="45" y="21"/>
                      <a:pt x="64" y="17"/>
                    </a:cubicBezTo>
                    <a:cubicBezTo>
                      <a:pt x="73" y="16"/>
                      <a:pt x="82" y="13"/>
                      <a:pt x="91" y="10"/>
                    </a:cubicBezTo>
                    <a:cubicBezTo>
                      <a:pt x="98" y="8"/>
                      <a:pt x="111" y="0"/>
                      <a:pt x="117" y="1"/>
                    </a:cubicBezTo>
                    <a:cubicBezTo>
                      <a:pt x="119" y="19"/>
                      <a:pt x="110" y="43"/>
                      <a:pt x="110" y="62"/>
                    </a:cubicBezTo>
                    <a:cubicBezTo>
                      <a:pt x="109" y="85"/>
                      <a:pt x="117" y="105"/>
                      <a:pt x="124" y="127"/>
                    </a:cubicBezTo>
                    <a:cubicBezTo>
                      <a:pt x="134" y="155"/>
                      <a:pt x="140" y="184"/>
                      <a:pt x="142" y="213"/>
                    </a:cubicBezTo>
                    <a:cubicBezTo>
                      <a:pt x="143" y="224"/>
                      <a:pt x="151" y="243"/>
                      <a:pt x="140" y="251"/>
                    </a:cubicBezTo>
                    <a:cubicBezTo>
                      <a:pt x="133" y="257"/>
                      <a:pt x="108" y="256"/>
                      <a:pt x="99" y="256"/>
                    </a:cubicBezTo>
                    <a:cubicBezTo>
                      <a:pt x="103" y="248"/>
                      <a:pt x="128" y="226"/>
                      <a:pt x="116" y="218"/>
                    </a:cubicBezTo>
                    <a:cubicBezTo>
                      <a:pt x="109" y="213"/>
                      <a:pt x="94" y="225"/>
                      <a:pt x="88" y="229"/>
                    </a:cubicBezTo>
                    <a:cubicBezTo>
                      <a:pt x="87" y="218"/>
                      <a:pt x="96" y="207"/>
                      <a:pt x="97" y="196"/>
                    </a:cubicBezTo>
                    <a:cubicBezTo>
                      <a:pt x="99" y="185"/>
                      <a:pt x="92" y="178"/>
                      <a:pt x="88" y="168"/>
                    </a:cubicBezTo>
                    <a:cubicBezTo>
                      <a:pt x="80" y="149"/>
                      <a:pt x="69" y="127"/>
                      <a:pt x="63" y="107"/>
                    </a:cubicBezTo>
                    <a:cubicBezTo>
                      <a:pt x="58" y="86"/>
                      <a:pt x="79" y="67"/>
                      <a:pt x="69" y="47"/>
                    </a:cubicBezTo>
                    <a:cubicBezTo>
                      <a:pt x="65" y="37"/>
                      <a:pt x="55" y="37"/>
                      <a:pt x="44" y="35"/>
                    </a:cubicBezTo>
                    <a:cubicBezTo>
                      <a:pt x="38" y="35"/>
                      <a:pt x="32" y="36"/>
                      <a:pt x="26" y="34"/>
                    </a:cubicBezTo>
                    <a:cubicBezTo>
                      <a:pt x="16" y="31"/>
                      <a:pt x="12" y="21"/>
                      <a:pt x="2" y="16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893" name="Freeform 16">
                <a:extLst>
                  <a:ext uri="{FF2B5EF4-FFF2-40B4-BE49-F238E27FC236}">
                    <a16:creationId xmlns:a16="http://schemas.microsoft.com/office/drawing/2014/main" id="{2FD28E4D-E301-43C7-830C-1D69EBC13F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8" y="1634"/>
                <a:ext cx="206" cy="231"/>
              </a:xfrm>
              <a:custGeom>
                <a:avLst/>
                <a:gdLst>
                  <a:gd name="T0" fmla="*/ 369 w 152"/>
                  <a:gd name="T1" fmla="*/ 22 h 171"/>
                  <a:gd name="T2" fmla="*/ 316 w 152"/>
                  <a:gd name="T3" fmla="*/ 140 h 171"/>
                  <a:gd name="T4" fmla="*/ 301 w 152"/>
                  <a:gd name="T5" fmla="*/ 316 h 171"/>
                  <a:gd name="T6" fmla="*/ 191 w 152"/>
                  <a:gd name="T7" fmla="*/ 405 h 171"/>
                  <a:gd name="T8" fmla="*/ 0 w 152"/>
                  <a:gd name="T9" fmla="*/ 401 h 171"/>
                  <a:gd name="T10" fmla="*/ 107 w 152"/>
                  <a:gd name="T11" fmla="*/ 385 h 171"/>
                  <a:gd name="T12" fmla="*/ 222 w 152"/>
                  <a:gd name="T13" fmla="*/ 311 h 171"/>
                  <a:gd name="T14" fmla="*/ 260 w 152"/>
                  <a:gd name="T15" fmla="*/ 209 h 171"/>
                  <a:gd name="T16" fmla="*/ 195 w 152"/>
                  <a:gd name="T17" fmla="*/ 135 h 171"/>
                  <a:gd name="T18" fmla="*/ 182 w 152"/>
                  <a:gd name="T19" fmla="*/ 62 h 171"/>
                  <a:gd name="T20" fmla="*/ 249 w 152"/>
                  <a:gd name="T21" fmla="*/ 49 h 171"/>
                  <a:gd name="T22" fmla="*/ 301 w 152"/>
                  <a:gd name="T23" fmla="*/ 9 h 171"/>
                  <a:gd name="T24" fmla="*/ 378 w 152"/>
                  <a:gd name="T25" fmla="*/ 15 h 171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52" h="171">
                    <a:moveTo>
                      <a:pt x="148" y="9"/>
                    </a:moveTo>
                    <a:cubicBezTo>
                      <a:pt x="129" y="24"/>
                      <a:pt x="127" y="33"/>
                      <a:pt x="127" y="57"/>
                    </a:cubicBezTo>
                    <a:cubicBezTo>
                      <a:pt x="126" y="80"/>
                      <a:pt x="132" y="107"/>
                      <a:pt x="121" y="128"/>
                    </a:cubicBezTo>
                    <a:cubicBezTo>
                      <a:pt x="112" y="146"/>
                      <a:pt x="98" y="157"/>
                      <a:pt x="77" y="164"/>
                    </a:cubicBezTo>
                    <a:cubicBezTo>
                      <a:pt x="53" y="171"/>
                      <a:pt x="24" y="166"/>
                      <a:pt x="0" y="163"/>
                    </a:cubicBezTo>
                    <a:cubicBezTo>
                      <a:pt x="14" y="160"/>
                      <a:pt x="28" y="162"/>
                      <a:pt x="43" y="156"/>
                    </a:cubicBezTo>
                    <a:cubicBezTo>
                      <a:pt x="60" y="150"/>
                      <a:pt x="77" y="139"/>
                      <a:pt x="89" y="126"/>
                    </a:cubicBezTo>
                    <a:cubicBezTo>
                      <a:pt x="100" y="114"/>
                      <a:pt x="108" y="102"/>
                      <a:pt x="105" y="85"/>
                    </a:cubicBezTo>
                    <a:cubicBezTo>
                      <a:pt x="103" y="65"/>
                      <a:pt x="91" y="66"/>
                      <a:pt x="78" y="55"/>
                    </a:cubicBezTo>
                    <a:cubicBezTo>
                      <a:pt x="72" y="49"/>
                      <a:pt x="65" y="34"/>
                      <a:pt x="73" y="25"/>
                    </a:cubicBezTo>
                    <a:cubicBezTo>
                      <a:pt x="79" y="20"/>
                      <a:pt x="93" y="23"/>
                      <a:pt x="100" y="20"/>
                    </a:cubicBezTo>
                    <a:cubicBezTo>
                      <a:pt x="108" y="16"/>
                      <a:pt x="112" y="7"/>
                      <a:pt x="121" y="4"/>
                    </a:cubicBezTo>
                    <a:cubicBezTo>
                      <a:pt x="131" y="0"/>
                      <a:pt x="142" y="3"/>
                      <a:pt x="152" y="6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894" name="Freeform 17">
                <a:extLst>
                  <a:ext uri="{FF2B5EF4-FFF2-40B4-BE49-F238E27FC236}">
                    <a16:creationId xmlns:a16="http://schemas.microsoft.com/office/drawing/2014/main" id="{3AD16C64-BDB9-4F3F-A3FB-F6A88BC5DB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9" y="1750"/>
                <a:ext cx="249" cy="115"/>
              </a:xfrm>
              <a:custGeom>
                <a:avLst/>
                <a:gdLst>
                  <a:gd name="T0" fmla="*/ 87 w 184"/>
                  <a:gd name="T1" fmla="*/ 166 h 85"/>
                  <a:gd name="T2" fmla="*/ 275 w 184"/>
                  <a:gd name="T3" fmla="*/ 203 h 85"/>
                  <a:gd name="T4" fmla="*/ 456 w 184"/>
                  <a:gd name="T5" fmla="*/ 97 h 85"/>
                  <a:gd name="T6" fmla="*/ 388 w 184"/>
                  <a:gd name="T7" fmla="*/ 135 h 85"/>
                  <a:gd name="T8" fmla="*/ 300 w 184"/>
                  <a:gd name="T9" fmla="*/ 156 h 85"/>
                  <a:gd name="T10" fmla="*/ 160 w 184"/>
                  <a:gd name="T11" fmla="*/ 149 h 85"/>
                  <a:gd name="T12" fmla="*/ 5 w 184"/>
                  <a:gd name="T13" fmla="*/ 0 h 85"/>
                  <a:gd name="T14" fmla="*/ 97 w 184"/>
                  <a:gd name="T15" fmla="*/ 177 h 8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84" h="85">
                    <a:moveTo>
                      <a:pt x="35" y="67"/>
                    </a:moveTo>
                    <a:cubicBezTo>
                      <a:pt x="51" y="84"/>
                      <a:pt x="90" y="85"/>
                      <a:pt x="111" y="82"/>
                    </a:cubicBezTo>
                    <a:cubicBezTo>
                      <a:pt x="136" y="79"/>
                      <a:pt x="175" y="66"/>
                      <a:pt x="184" y="39"/>
                    </a:cubicBezTo>
                    <a:cubicBezTo>
                      <a:pt x="175" y="42"/>
                      <a:pt x="166" y="50"/>
                      <a:pt x="157" y="55"/>
                    </a:cubicBezTo>
                    <a:cubicBezTo>
                      <a:pt x="144" y="62"/>
                      <a:pt x="135" y="63"/>
                      <a:pt x="121" y="63"/>
                    </a:cubicBezTo>
                    <a:cubicBezTo>
                      <a:pt x="101" y="63"/>
                      <a:pt x="82" y="67"/>
                      <a:pt x="64" y="60"/>
                    </a:cubicBezTo>
                    <a:cubicBezTo>
                      <a:pt x="32" y="50"/>
                      <a:pt x="19" y="26"/>
                      <a:pt x="2" y="0"/>
                    </a:cubicBezTo>
                    <a:cubicBezTo>
                      <a:pt x="0" y="21"/>
                      <a:pt x="18" y="64"/>
                      <a:pt x="39" y="72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895" name="Freeform 18">
                <a:extLst>
                  <a:ext uri="{FF2B5EF4-FFF2-40B4-BE49-F238E27FC236}">
                    <a16:creationId xmlns:a16="http://schemas.microsoft.com/office/drawing/2014/main" id="{B458631F-5452-4BEA-8E1C-EC5EA9492D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5" y="1877"/>
                <a:ext cx="50" cy="274"/>
              </a:xfrm>
              <a:custGeom>
                <a:avLst/>
                <a:gdLst>
                  <a:gd name="T0" fmla="*/ 62 w 37"/>
                  <a:gd name="T1" fmla="*/ 42 h 203"/>
                  <a:gd name="T2" fmla="*/ 84 w 37"/>
                  <a:gd name="T3" fmla="*/ 142 h 203"/>
                  <a:gd name="T4" fmla="*/ 74 w 37"/>
                  <a:gd name="T5" fmla="*/ 261 h 203"/>
                  <a:gd name="T6" fmla="*/ 36 w 37"/>
                  <a:gd name="T7" fmla="*/ 499 h 203"/>
                  <a:gd name="T8" fmla="*/ 7 w 37"/>
                  <a:gd name="T9" fmla="*/ 344 h 203"/>
                  <a:gd name="T10" fmla="*/ 51 w 37"/>
                  <a:gd name="T11" fmla="*/ 236 h 203"/>
                  <a:gd name="T12" fmla="*/ 47 w 37"/>
                  <a:gd name="T13" fmla="*/ 105 h 203"/>
                  <a:gd name="T14" fmla="*/ 42 w 37"/>
                  <a:gd name="T15" fmla="*/ 0 h 20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7" h="203">
                    <a:moveTo>
                      <a:pt x="25" y="17"/>
                    </a:moveTo>
                    <a:cubicBezTo>
                      <a:pt x="21" y="29"/>
                      <a:pt x="32" y="46"/>
                      <a:pt x="34" y="58"/>
                    </a:cubicBezTo>
                    <a:cubicBezTo>
                      <a:pt x="37" y="75"/>
                      <a:pt x="35" y="90"/>
                      <a:pt x="30" y="106"/>
                    </a:cubicBezTo>
                    <a:cubicBezTo>
                      <a:pt x="21" y="138"/>
                      <a:pt x="6" y="168"/>
                      <a:pt x="15" y="203"/>
                    </a:cubicBezTo>
                    <a:cubicBezTo>
                      <a:pt x="4" y="183"/>
                      <a:pt x="0" y="162"/>
                      <a:pt x="3" y="140"/>
                    </a:cubicBezTo>
                    <a:cubicBezTo>
                      <a:pt x="5" y="122"/>
                      <a:pt x="19" y="114"/>
                      <a:pt x="21" y="96"/>
                    </a:cubicBezTo>
                    <a:cubicBezTo>
                      <a:pt x="24" y="78"/>
                      <a:pt x="17" y="60"/>
                      <a:pt x="19" y="43"/>
                    </a:cubicBezTo>
                    <a:cubicBezTo>
                      <a:pt x="20" y="27"/>
                      <a:pt x="27" y="15"/>
                      <a:pt x="17" y="0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896" name="Freeform 19">
                <a:extLst>
                  <a:ext uri="{FF2B5EF4-FFF2-40B4-BE49-F238E27FC236}">
                    <a16:creationId xmlns:a16="http://schemas.microsoft.com/office/drawing/2014/main" id="{CC95DFC9-523C-424C-A06B-69739DB0D3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1" y="1839"/>
                <a:ext cx="205" cy="109"/>
              </a:xfrm>
              <a:custGeom>
                <a:avLst/>
                <a:gdLst>
                  <a:gd name="T0" fmla="*/ 14 w 151"/>
                  <a:gd name="T1" fmla="*/ 0 h 81"/>
                  <a:gd name="T2" fmla="*/ 185 w 151"/>
                  <a:gd name="T3" fmla="*/ 77 h 81"/>
                  <a:gd name="T4" fmla="*/ 377 w 151"/>
                  <a:gd name="T5" fmla="*/ 30 h 81"/>
                  <a:gd name="T6" fmla="*/ 124 w 151"/>
                  <a:gd name="T7" fmla="*/ 198 h 81"/>
                  <a:gd name="T8" fmla="*/ 77 w 151"/>
                  <a:gd name="T9" fmla="*/ 93 h 81"/>
                  <a:gd name="T10" fmla="*/ 10 w 151"/>
                  <a:gd name="T11" fmla="*/ 9 h 8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1" h="81">
                    <a:moveTo>
                      <a:pt x="5" y="0"/>
                    </a:moveTo>
                    <a:cubicBezTo>
                      <a:pt x="23" y="18"/>
                      <a:pt x="48" y="28"/>
                      <a:pt x="74" y="31"/>
                    </a:cubicBezTo>
                    <a:cubicBezTo>
                      <a:pt x="96" y="32"/>
                      <a:pt x="135" y="28"/>
                      <a:pt x="151" y="12"/>
                    </a:cubicBezTo>
                    <a:cubicBezTo>
                      <a:pt x="113" y="32"/>
                      <a:pt x="67" y="39"/>
                      <a:pt x="49" y="81"/>
                    </a:cubicBezTo>
                    <a:cubicBezTo>
                      <a:pt x="48" y="62"/>
                      <a:pt x="45" y="50"/>
                      <a:pt x="31" y="38"/>
                    </a:cubicBezTo>
                    <a:cubicBezTo>
                      <a:pt x="23" y="31"/>
                      <a:pt x="0" y="18"/>
                      <a:pt x="4" y="4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897" name="Freeform 20">
                <a:extLst>
                  <a:ext uri="{FF2B5EF4-FFF2-40B4-BE49-F238E27FC236}">
                    <a16:creationId xmlns:a16="http://schemas.microsoft.com/office/drawing/2014/main" id="{2741348A-70C7-42C0-B73F-9D3DB7979E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8" y="2265"/>
                <a:ext cx="332" cy="65"/>
              </a:xfrm>
              <a:custGeom>
                <a:avLst/>
                <a:gdLst>
                  <a:gd name="T0" fmla="*/ 149 w 245"/>
                  <a:gd name="T1" fmla="*/ 83 h 48"/>
                  <a:gd name="T2" fmla="*/ 260 w 245"/>
                  <a:gd name="T3" fmla="*/ 61 h 48"/>
                  <a:gd name="T4" fmla="*/ 369 w 245"/>
                  <a:gd name="T5" fmla="*/ 87 h 48"/>
                  <a:gd name="T6" fmla="*/ 610 w 245"/>
                  <a:gd name="T7" fmla="*/ 0 h 48"/>
                  <a:gd name="T8" fmla="*/ 500 w 245"/>
                  <a:gd name="T9" fmla="*/ 92 h 48"/>
                  <a:gd name="T10" fmla="*/ 363 w 245"/>
                  <a:gd name="T11" fmla="*/ 110 h 48"/>
                  <a:gd name="T12" fmla="*/ 0 w 245"/>
                  <a:gd name="T13" fmla="*/ 84 h 4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5" h="48">
                    <a:moveTo>
                      <a:pt x="60" y="33"/>
                    </a:moveTo>
                    <a:cubicBezTo>
                      <a:pt x="74" y="33"/>
                      <a:pt x="89" y="23"/>
                      <a:pt x="105" y="24"/>
                    </a:cubicBezTo>
                    <a:cubicBezTo>
                      <a:pt x="120" y="25"/>
                      <a:pt x="134" y="32"/>
                      <a:pt x="148" y="35"/>
                    </a:cubicBezTo>
                    <a:cubicBezTo>
                      <a:pt x="181" y="41"/>
                      <a:pt x="220" y="20"/>
                      <a:pt x="245" y="0"/>
                    </a:cubicBezTo>
                    <a:cubicBezTo>
                      <a:pt x="237" y="14"/>
                      <a:pt x="215" y="29"/>
                      <a:pt x="201" y="37"/>
                    </a:cubicBezTo>
                    <a:cubicBezTo>
                      <a:pt x="184" y="46"/>
                      <a:pt x="164" y="42"/>
                      <a:pt x="146" y="44"/>
                    </a:cubicBezTo>
                    <a:cubicBezTo>
                      <a:pt x="97" y="48"/>
                      <a:pt x="49" y="34"/>
                      <a:pt x="0" y="34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898" name="Freeform 21">
                <a:extLst>
                  <a:ext uri="{FF2B5EF4-FFF2-40B4-BE49-F238E27FC236}">
                    <a16:creationId xmlns:a16="http://schemas.microsoft.com/office/drawing/2014/main" id="{23EED2D0-3AB5-438B-8591-4E625A2542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2" y="2099"/>
                <a:ext cx="125" cy="308"/>
              </a:xfrm>
              <a:custGeom>
                <a:avLst/>
                <a:gdLst>
                  <a:gd name="T0" fmla="*/ 130 w 92"/>
                  <a:gd name="T1" fmla="*/ 0 h 228"/>
                  <a:gd name="T2" fmla="*/ 163 w 92"/>
                  <a:gd name="T3" fmla="*/ 97 h 228"/>
                  <a:gd name="T4" fmla="*/ 197 w 92"/>
                  <a:gd name="T5" fmla="*/ 227 h 228"/>
                  <a:gd name="T6" fmla="*/ 221 w 92"/>
                  <a:gd name="T7" fmla="*/ 353 h 228"/>
                  <a:gd name="T8" fmla="*/ 226 w 92"/>
                  <a:gd name="T9" fmla="*/ 451 h 228"/>
                  <a:gd name="T10" fmla="*/ 205 w 92"/>
                  <a:gd name="T11" fmla="*/ 562 h 228"/>
                  <a:gd name="T12" fmla="*/ 189 w 92"/>
                  <a:gd name="T13" fmla="*/ 498 h 228"/>
                  <a:gd name="T14" fmla="*/ 143 w 92"/>
                  <a:gd name="T15" fmla="*/ 416 h 228"/>
                  <a:gd name="T16" fmla="*/ 0 w 92"/>
                  <a:gd name="T17" fmla="*/ 427 h 228"/>
                  <a:gd name="T18" fmla="*/ 160 w 92"/>
                  <a:gd name="T19" fmla="*/ 301 h 228"/>
                  <a:gd name="T20" fmla="*/ 76 w 92"/>
                  <a:gd name="T21" fmla="*/ 223 h 228"/>
                  <a:gd name="T22" fmla="*/ 120 w 92"/>
                  <a:gd name="T23" fmla="*/ 168 h 228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92" h="228">
                    <a:moveTo>
                      <a:pt x="52" y="0"/>
                    </a:moveTo>
                    <a:cubicBezTo>
                      <a:pt x="51" y="10"/>
                      <a:pt x="62" y="29"/>
                      <a:pt x="65" y="39"/>
                    </a:cubicBezTo>
                    <a:cubicBezTo>
                      <a:pt x="71" y="57"/>
                      <a:pt x="76" y="73"/>
                      <a:pt x="79" y="92"/>
                    </a:cubicBezTo>
                    <a:cubicBezTo>
                      <a:pt x="82" y="109"/>
                      <a:pt x="85" y="126"/>
                      <a:pt x="88" y="143"/>
                    </a:cubicBezTo>
                    <a:cubicBezTo>
                      <a:pt x="90" y="155"/>
                      <a:pt x="90" y="170"/>
                      <a:pt x="90" y="183"/>
                    </a:cubicBezTo>
                    <a:cubicBezTo>
                      <a:pt x="89" y="196"/>
                      <a:pt x="77" y="216"/>
                      <a:pt x="82" y="228"/>
                    </a:cubicBezTo>
                    <a:cubicBezTo>
                      <a:pt x="82" y="219"/>
                      <a:pt x="77" y="210"/>
                      <a:pt x="75" y="202"/>
                    </a:cubicBezTo>
                    <a:cubicBezTo>
                      <a:pt x="71" y="188"/>
                      <a:pt x="71" y="177"/>
                      <a:pt x="57" y="169"/>
                    </a:cubicBezTo>
                    <a:cubicBezTo>
                      <a:pt x="38" y="159"/>
                      <a:pt x="21" y="181"/>
                      <a:pt x="0" y="173"/>
                    </a:cubicBezTo>
                    <a:cubicBezTo>
                      <a:pt x="0" y="146"/>
                      <a:pt x="50" y="137"/>
                      <a:pt x="64" y="122"/>
                    </a:cubicBezTo>
                    <a:cubicBezTo>
                      <a:pt x="92" y="91"/>
                      <a:pt x="53" y="89"/>
                      <a:pt x="30" y="90"/>
                    </a:cubicBezTo>
                    <a:cubicBezTo>
                      <a:pt x="30" y="79"/>
                      <a:pt x="43" y="76"/>
                      <a:pt x="48" y="68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899" name="Freeform 22">
                <a:extLst>
                  <a:ext uri="{FF2B5EF4-FFF2-40B4-BE49-F238E27FC236}">
                    <a16:creationId xmlns:a16="http://schemas.microsoft.com/office/drawing/2014/main" id="{3BBECD10-8421-4FA7-A2DF-F5D324A871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3" y="2373"/>
                <a:ext cx="239" cy="81"/>
              </a:xfrm>
              <a:custGeom>
                <a:avLst/>
                <a:gdLst>
                  <a:gd name="T0" fmla="*/ 84 w 176"/>
                  <a:gd name="T1" fmla="*/ 58 h 60"/>
                  <a:gd name="T2" fmla="*/ 259 w 176"/>
                  <a:gd name="T3" fmla="*/ 147 h 60"/>
                  <a:gd name="T4" fmla="*/ 441 w 176"/>
                  <a:gd name="T5" fmla="*/ 9 h 60"/>
                  <a:gd name="T6" fmla="*/ 243 w 176"/>
                  <a:gd name="T7" fmla="*/ 78 h 60"/>
                  <a:gd name="T8" fmla="*/ 0 w 176"/>
                  <a:gd name="T9" fmla="*/ 0 h 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6" h="60">
                    <a:moveTo>
                      <a:pt x="34" y="24"/>
                    </a:moveTo>
                    <a:cubicBezTo>
                      <a:pt x="47" y="46"/>
                      <a:pt x="78" y="60"/>
                      <a:pt x="104" y="60"/>
                    </a:cubicBezTo>
                    <a:cubicBezTo>
                      <a:pt x="135" y="59"/>
                      <a:pt x="164" y="30"/>
                      <a:pt x="176" y="4"/>
                    </a:cubicBezTo>
                    <a:cubicBezTo>
                      <a:pt x="147" y="19"/>
                      <a:pt x="134" y="42"/>
                      <a:pt x="97" y="32"/>
                    </a:cubicBezTo>
                    <a:cubicBezTo>
                      <a:pt x="64" y="22"/>
                      <a:pt x="32" y="7"/>
                      <a:pt x="0" y="0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900" name="Freeform 23">
                <a:extLst>
                  <a:ext uri="{FF2B5EF4-FFF2-40B4-BE49-F238E27FC236}">
                    <a16:creationId xmlns:a16="http://schemas.microsoft.com/office/drawing/2014/main" id="{3BDD06B5-E1FA-4892-B24F-EE8D71A841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8" y="1690"/>
                <a:ext cx="92" cy="285"/>
              </a:xfrm>
              <a:custGeom>
                <a:avLst/>
                <a:gdLst>
                  <a:gd name="T0" fmla="*/ 124 w 68"/>
                  <a:gd name="T1" fmla="*/ 7 h 212"/>
                  <a:gd name="T2" fmla="*/ 141 w 68"/>
                  <a:gd name="T3" fmla="*/ 220 h 212"/>
                  <a:gd name="T4" fmla="*/ 114 w 68"/>
                  <a:gd name="T5" fmla="*/ 429 h 212"/>
                  <a:gd name="T6" fmla="*/ 87 w 68"/>
                  <a:gd name="T7" fmla="*/ 487 h 212"/>
                  <a:gd name="T8" fmla="*/ 51 w 68"/>
                  <a:gd name="T9" fmla="*/ 495 h 212"/>
                  <a:gd name="T10" fmla="*/ 5 w 68"/>
                  <a:gd name="T11" fmla="*/ 445 h 212"/>
                  <a:gd name="T12" fmla="*/ 43 w 68"/>
                  <a:gd name="T13" fmla="*/ 376 h 212"/>
                  <a:gd name="T14" fmla="*/ 57 w 68"/>
                  <a:gd name="T15" fmla="*/ 282 h 212"/>
                  <a:gd name="T16" fmla="*/ 37 w 68"/>
                  <a:gd name="T17" fmla="*/ 184 h 212"/>
                  <a:gd name="T18" fmla="*/ 74 w 68"/>
                  <a:gd name="T19" fmla="*/ 136 h 212"/>
                  <a:gd name="T20" fmla="*/ 84 w 68"/>
                  <a:gd name="T21" fmla="*/ 63 h 212"/>
                  <a:gd name="T22" fmla="*/ 106 w 68"/>
                  <a:gd name="T23" fmla="*/ 0 h 21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68" h="212">
                    <a:moveTo>
                      <a:pt x="50" y="3"/>
                    </a:moveTo>
                    <a:cubicBezTo>
                      <a:pt x="46" y="36"/>
                      <a:pt x="46" y="60"/>
                      <a:pt x="57" y="91"/>
                    </a:cubicBezTo>
                    <a:cubicBezTo>
                      <a:pt x="68" y="122"/>
                      <a:pt x="62" y="148"/>
                      <a:pt x="46" y="176"/>
                    </a:cubicBezTo>
                    <a:cubicBezTo>
                      <a:pt x="42" y="184"/>
                      <a:pt x="39" y="192"/>
                      <a:pt x="35" y="200"/>
                    </a:cubicBezTo>
                    <a:cubicBezTo>
                      <a:pt x="29" y="211"/>
                      <a:pt x="30" y="212"/>
                      <a:pt x="21" y="204"/>
                    </a:cubicBezTo>
                    <a:cubicBezTo>
                      <a:pt x="18" y="202"/>
                      <a:pt x="3" y="186"/>
                      <a:pt x="2" y="183"/>
                    </a:cubicBezTo>
                    <a:cubicBezTo>
                      <a:pt x="0" y="173"/>
                      <a:pt x="14" y="162"/>
                      <a:pt x="18" y="155"/>
                    </a:cubicBezTo>
                    <a:cubicBezTo>
                      <a:pt x="24" y="143"/>
                      <a:pt x="26" y="128"/>
                      <a:pt x="23" y="116"/>
                    </a:cubicBezTo>
                    <a:cubicBezTo>
                      <a:pt x="20" y="103"/>
                      <a:pt x="9" y="90"/>
                      <a:pt x="15" y="76"/>
                    </a:cubicBezTo>
                    <a:cubicBezTo>
                      <a:pt x="19" y="67"/>
                      <a:pt x="27" y="66"/>
                      <a:pt x="30" y="56"/>
                    </a:cubicBezTo>
                    <a:cubicBezTo>
                      <a:pt x="33" y="46"/>
                      <a:pt x="31" y="35"/>
                      <a:pt x="34" y="26"/>
                    </a:cubicBezTo>
                    <a:cubicBezTo>
                      <a:pt x="37" y="17"/>
                      <a:pt x="42" y="9"/>
                      <a:pt x="43" y="0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901" name="Freeform 24">
                <a:extLst>
                  <a:ext uri="{FF2B5EF4-FFF2-40B4-BE49-F238E27FC236}">
                    <a16:creationId xmlns:a16="http://schemas.microsoft.com/office/drawing/2014/main" id="{A1CE5C56-AD02-41E4-B223-61C174FE5A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6" y="1967"/>
                <a:ext cx="128" cy="451"/>
              </a:xfrm>
              <a:custGeom>
                <a:avLst/>
                <a:gdLst>
                  <a:gd name="T0" fmla="*/ 198 w 95"/>
                  <a:gd name="T1" fmla="*/ 26 h 334"/>
                  <a:gd name="T2" fmla="*/ 225 w 95"/>
                  <a:gd name="T3" fmla="*/ 134 h 334"/>
                  <a:gd name="T4" fmla="*/ 193 w 95"/>
                  <a:gd name="T5" fmla="*/ 262 h 334"/>
                  <a:gd name="T6" fmla="*/ 132 w 95"/>
                  <a:gd name="T7" fmla="*/ 465 h 334"/>
                  <a:gd name="T8" fmla="*/ 77 w 95"/>
                  <a:gd name="T9" fmla="*/ 641 h 334"/>
                  <a:gd name="T10" fmla="*/ 47 w 95"/>
                  <a:gd name="T11" fmla="*/ 724 h 334"/>
                  <a:gd name="T12" fmla="*/ 58 w 95"/>
                  <a:gd name="T13" fmla="*/ 822 h 334"/>
                  <a:gd name="T14" fmla="*/ 15 w 95"/>
                  <a:gd name="T15" fmla="*/ 764 h 334"/>
                  <a:gd name="T16" fmla="*/ 24 w 95"/>
                  <a:gd name="T17" fmla="*/ 662 h 334"/>
                  <a:gd name="T18" fmla="*/ 73 w 95"/>
                  <a:gd name="T19" fmla="*/ 498 h 334"/>
                  <a:gd name="T20" fmla="*/ 73 w 95"/>
                  <a:gd name="T21" fmla="*/ 385 h 334"/>
                  <a:gd name="T22" fmla="*/ 119 w 95"/>
                  <a:gd name="T23" fmla="*/ 259 h 334"/>
                  <a:gd name="T24" fmla="*/ 120 w 95"/>
                  <a:gd name="T25" fmla="*/ 119 h 334"/>
                  <a:gd name="T26" fmla="*/ 121 w 95"/>
                  <a:gd name="T27" fmla="*/ 0 h 334"/>
                  <a:gd name="T28" fmla="*/ 199 w 95"/>
                  <a:gd name="T29" fmla="*/ 26 h 334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95" h="334">
                    <a:moveTo>
                      <a:pt x="81" y="10"/>
                    </a:moveTo>
                    <a:cubicBezTo>
                      <a:pt x="89" y="26"/>
                      <a:pt x="95" y="35"/>
                      <a:pt x="92" y="54"/>
                    </a:cubicBezTo>
                    <a:cubicBezTo>
                      <a:pt x="89" y="71"/>
                      <a:pt x="84" y="90"/>
                      <a:pt x="79" y="107"/>
                    </a:cubicBezTo>
                    <a:cubicBezTo>
                      <a:pt x="71" y="134"/>
                      <a:pt x="60" y="161"/>
                      <a:pt x="54" y="189"/>
                    </a:cubicBezTo>
                    <a:cubicBezTo>
                      <a:pt x="48" y="214"/>
                      <a:pt x="40" y="238"/>
                      <a:pt x="31" y="261"/>
                    </a:cubicBezTo>
                    <a:cubicBezTo>
                      <a:pt x="27" y="271"/>
                      <a:pt x="20" y="284"/>
                      <a:pt x="19" y="294"/>
                    </a:cubicBezTo>
                    <a:cubicBezTo>
                      <a:pt x="19" y="306"/>
                      <a:pt x="25" y="320"/>
                      <a:pt x="24" y="334"/>
                    </a:cubicBezTo>
                    <a:cubicBezTo>
                      <a:pt x="20" y="325"/>
                      <a:pt x="11" y="318"/>
                      <a:pt x="6" y="310"/>
                    </a:cubicBezTo>
                    <a:cubicBezTo>
                      <a:pt x="0" y="300"/>
                      <a:pt x="5" y="280"/>
                      <a:pt x="10" y="269"/>
                    </a:cubicBezTo>
                    <a:cubicBezTo>
                      <a:pt x="20" y="243"/>
                      <a:pt x="34" y="232"/>
                      <a:pt x="30" y="202"/>
                    </a:cubicBezTo>
                    <a:cubicBezTo>
                      <a:pt x="27" y="186"/>
                      <a:pt x="25" y="171"/>
                      <a:pt x="30" y="156"/>
                    </a:cubicBezTo>
                    <a:cubicBezTo>
                      <a:pt x="35" y="138"/>
                      <a:pt x="45" y="123"/>
                      <a:pt x="48" y="105"/>
                    </a:cubicBezTo>
                    <a:cubicBezTo>
                      <a:pt x="51" y="86"/>
                      <a:pt x="48" y="67"/>
                      <a:pt x="49" y="48"/>
                    </a:cubicBezTo>
                    <a:cubicBezTo>
                      <a:pt x="49" y="34"/>
                      <a:pt x="45" y="13"/>
                      <a:pt x="50" y="0"/>
                    </a:cubicBezTo>
                    <a:cubicBezTo>
                      <a:pt x="60" y="1"/>
                      <a:pt x="74" y="1"/>
                      <a:pt x="82" y="10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902" name="Freeform 25">
                <a:extLst>
                  <a:ext uri="{FF2B5EF4-FFF2-40B4-BE49-F238E27FC236}">
                    <a16:creationId xmlns:a16="http://schemas.microsoft.com/office/drawing/2014/main" id="{920F5EBF-C998-4A44-B21D-0583822AED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0" y="2451"/>
                <a:ext cx="68" cy="111"/>
              </a:xfrm>
              <a:custGeom>
                <a:avLst/>
                <a:gdLst>
                  <a:gd name="T0" fmla="*/ 65 w 50"/>
                  <a:gd name="T1" fmla="*/ 9 h 82"/>
                  <a:gd name="T2" fmla="*/ 125 w 50"/>
                  <a:gd name="T3" fmla="*/ 176 h 82"/>
                  <a:gd name="T4" fmla="*/ 78 w 50"/>
                  <a:gd name="T5" fmla="*/ 93 h 82"/>
                  <a:gd name="T6" fmla="*/ 86 w 50"/>
                  <a:gd name="T7" fmla="*/ 0 h 8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0" h="82">
                    <a:moveTo>
                      <a:pt x="26" y="4"/>
                    </a:moveTo>
                    <a:cubicBezTo>
                      <a:pt x="0" y="19"/>
                      <a:pt x="27" y="82"/>
                      <a:pt x="50" y="71"/>
                    </a:cubicBezTo>
                    <a:cubicBezTo>
                      <a:pt x="44" y="60"/>
                      <a:pt x="33" y="52"/>
                      <a:pt x="31" y="38"/>
                    </a:cubicBezTo>
                    <a:cubicBezTo>
                      <a:pt x="30" y="26"/>
                      <a:pt x="38" y="12"/>
                      <a:pt x="34" y="0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903" name="Freeform 26">
                <a:extLst>
                  <a:ext uri="{FF2B5EF4-FFF2-40B4-BE49-F238E27FC236}">
                    <a16:creationId xmlns:a16="http://schemas.microsoft.com/office/drawing/2014/main" id="{443F53E1-AE4B-4BD9-98D3-8EB3A03F69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8" y="2368"/>
                <a:ext cx="45" cy="104"/>
              </a:xfrm>
              <a:custGeom>
                <a:avLst/>
                <a:gdLst>
                  <a:gd name="T0" fmla="*/ 20 w 33"/>
                  <a:gd name="T1" fmla="*/ 1 h 77"/>
                  <a:gd name="T2" fmla="*/ 35 w 33"/>
                  <a:gd name="T3" fmla="*/ 189 h 77"/>
                  <a:gd name="T4" fmla="*/ 0 w 33"/>
                  <a:gd name="T5" fmla="*/ 0 h 7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" h="77">
                    <a:moveTo>
                      <a:pt x="8" y="1"/>
                    </a:moveTo>
                    <a:cubicBezTo>
                      <a:pt x="16" y="26"/>
                      <a:pt x="33" y="50"/>
                      <a:pt x="14" y="77"/>
                    </a:cubicBezTo>
                    <a:cubicBezTo>
                      <a:pt x="6" y="52"/>
                      <a:pt x="24" y="19"/>
                      <a:pt x="0" y="0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904" name="Freeform 27">
                <a:extLst>
                  <a:ext uri="{FF2B5EF4-FFF2-40B4-BE49-F238E27FC236}">
                    <a16:creationId xmlns:a16="http://schemas.microsoft.com/office/drawing/2014/main" id="{FA285329-3EA9-48FB-9BBA-29C1E69E18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3" y="1927"/>
                <a:ext cx="132" cy="519"/>
              </a:xfrm>
              <a:custGeom>
                <a:avLst/>
                <a:gdLst>
                  <a:gd name="T0" fmla="*/ 22 w 98"/>
                  <a:gd name="T1" fmla="*/ 51 h 385"/>
                  <a:gd name="T2" fmla="*/ 121 w 98"/>
                  <a:gd name="T3" fmla="*/ 35 h 385"/>
                  <a:gd name="T4" fmla="*/ 160 w 98"/>
                  <a:gd name="T5" fmla="*/ 171 h 385"/>
                  <a:gd name="T6" fmla="*/ 171 w 98"/>
                  <a:gd name="T7" fmla="*/ 429 h 385"/>
                  <a:gd name="T8" fmla="*/ 199 w 98"/>
                  <a:gd name="T9" fmla="*/ 693 h 385"/>
                  <a:gd name="T10" fmla="*/ 216 w 98"/>
                  <a:gd name="T11" fmla="*/ 944 h 385"/>
                  <a:gd name="T12" fmla="*/ 182 w 98"/>
                  <a:gd name="T13" fmla="*/ 752 h 385"/>
                  <a:gd name="T14" fmla="*/ 156 w 98"/>
                  <a:gd name="T15" fmla="*/ 745 h 385"/>
                  <a:gd name="T16" fmla="*/ 147 w 98"/>
                  <a:gd name="T17" fmla="*/ 701 h 385"/>
                  <a:gd name="T18" fmla="*/ 140 w 98"/>
                  <a:gd name="T19" fmla="*/ 578 h 385"/>
                  <a:gd name="T20" fmla="*/ 0 w 98"/>
                  <a:gd name="T21" fmla="*/ 80 h 38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98" h="385">
                    <a:moveTo>
                      <a:pt x="9" y="21"/>
                    </a:moveTo>
                    <a:cubicBezTo>
                      <a:pt x="23" y="16"/>
                      <a:pt x="35" y="0"/>
                      <a:pt x="50" y="14"/>
                    </a:cubicBezTo>
                    <a:cubicBezTo>
                      <a:pt x="64" y="27"/>
                      <a:pt x="63" y="53"/>
                      <a:pt x="65" y="70"/>
                    </a:cubicBezTo>
                    <a:cubicBezTo>
                      <a:pt x="69" y="105"/>
                      <a:pt x="69" y="140"/>
                      <a:pt x="70" y="175"/>
                    </a:cubicBezTo>
                    <a:cubicBezTo>
                      <a:pt x="72" y="211"/>
                      <a:pt x="79" y="247"/>
                      <a:pt x="82" y="283"/>
                    </a:cubicBezTo>
                    <a:cubicBezTo>
                      <a:pt x="84" y="315"/>
                      <a:pt x="98" y="353"/>
                      <a:pt x="88" y="385"/>
                    </a:cubicBezTo>
                    <a:cubicBezTo>
                      <a:pt x="86" y="362"/>
                      <a:pt x="94" y="326"/>
                      <a:pt x="74" y="307"/>
                    </a:cubicBezTo>
                    <a:cubicBezTo>
                      <a:pt x="71" y="304"/>
                      <a:pt x="67" y="307"/>
                      <a:pt x="64" y="304"/>
                    </a:cubicBezTo>
                    <a:cubicBezTo>
                      <a:pt x="59" y="299"/>
                      <a:pt x="60" y="292"/>
                      <a:pt x="60" y="286"/>
                    </a:cubicBezTo>
                    <a:cubicBezTo>
                      <a:pt x="58" y="269"/>
                      <a:pt x="56" y="253"/>
                      <a:pt x="57" y="236"/>
                    </a:cubicBezTo>
                    <a:cubicBezTo>
                      <a:pt x="58" y="203"/>
                      <a:pt x="60" y="15"/>
                      <a:pt x="0" y="33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905" name="Freeform 28">
                <a:extLst>
                  <a:ext uri="{FF2B5EF4-FFF2-40B4-BE49-F238E27FC236}">
                    <a16:creationId xmlns:a16="http://schemas.microsoft.com/office/drawing/2014/main" id="{54ABED05-DF28-4BA8-89F5-A7BB7B7DF9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9" y="2454"/>
                <a:ext cx="57" cy="102"/>
              </a:xfrm>
              <a:custGeom>
                <a:avLst/>
                <a:gdLst>
                  <a:gd name="T0" fmla="*/ 65 w 42"/>
                  <a:gd name="T1" fmla="*/ 0 h 76"/>
                  <a:gd name="T2" fmla="*/ 56 w 42"/>
                  <a:gd name="T3" fmla="*/ 94 h 76"/>
                  <a:gd name="T4" fmla="*/ 0 w 42"/>
                  <a:gd name="T5" fmla="*/ 149 h 76"/>
                  <a:gd name="T6" fmla="*/ 83 w 42"/>
                  <a:gd name="T7" fmla="*/ 119 h 76"/>
                  <a:gd name="T8" fmla="*/ 88 w 42"/>
                  <a:gd name="T9" fmla="*/ 21 h 7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2" h="76">
                    <a:moveTo>
                      <a:pt x="26" y="0"/>
                    </a:moveTo>
                    <a:cubicBezTo>
                      <a:pt x="26" y="12"/>
                      <a:pt x="24" y="28"/>
                      <a:pt x="22" y="39"/>
                    </a:cubicBezTo>
                    <a:cubicBezTo>
                      <a:pt x="19" y="50"/>
                      <a:pt x="0" y="56"/>
                      <a:pt x="0" y="62"/>
                    </a:cubicBezTo>
                    <a:cubicBezTo>
                      <a:pt x="2" y="76"/>
                      <a:pt x="29" y="54"/>
                      <a:pt x="33" y="49"/>
                    </a:cubicBezTo>
                    <a:cubicBezTo>
                      <a:pt x="42" y="38"/>
                      <a:pt x="41" y="21"/>
                      <a:pt x="35" y="9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906" name="Freeform 29">
                <a:extLst>
                  <a:ext uri="{FF2B5EF4-FFF2-40B4-BE49-F238E27FC236}">
                    <a16:creationId xmlns:a16="http://schemas.microsoft.com/office/drawing/2014/main" id="{88D751E3-2DDB-43EC-8DDE-30FD546442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7" y="1421"/>
                <a:ext cx="198" cy="490"/>
              </a:xfrm>
              <a:custGeom>
                <a:avLst/>
                <a:gdLst>
                  <a:gd name="T0" fmla="*/ 161 w 146"/>
                  <a:gd name="T1" fmla="*/ 184 h 363"/>
                  <a:gd name="T2" fmla="*/ 279 w 146"/>
                  <a:gd name="T3" fmla="*/ 645 h 363"/>
                  <a:gd name="T4" fmla="*/ 365 w 146"/>
                  <a:gd name="T5" fmla="*/ 892 h 363"/>
                  <a:gd name="T6" fmla="*/ 324 w 146"/>
                  <a:gd name="T7" fmla="*/ 724 h 363"/>
                  <a:gd name="T8" fmla="*/ 279 w 146"/>
                  <a:gd name="T9" fmla="*/ 448 h 363"/>
                  <a:gd name="T10" fmla="*/ 212 w 146"/>
                  <a:gd name="T11" fmla="*/ 188 h 363"/>
                  <a:gd name="T12" fmla="*/ 0 w 146"/>
                  <a:gd name="T13" fmla="*/ 0 h 363"/>
                  <a:gd name="T14" fmla="*/ 161 w 146"/>
                  <a:gd name="T15" fmla="*/ 184 h 36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46" h="363">
                    <a:moveTo>
                      <a:pt x="65" y="75"/>
                    </a:moveTo>
                    <a:cubicBezTo>
                      <a:pt x="82" y="106"/>
                      <a:pt x="105" y="222"/>
                      <a:pt x="112" y="262"/>
                    </a:cubicBezTo>
                    <a:cubicBezTo>
                      <a:pt x="118" y="302"/>
                      <a:pt x="136" y="335"/>
                      <a:pt x="146" y="363"/>
                    </a:cubicBezTo>
                    <a:cubicBezTo>
                      <a:pt x="146" y="363"/>
                      <a:pt x="137" y="326"/>
                      <a:pt x="130" y="294"/>
                    </a:cubicBezTo>
                    <a:cubicBezTo>
                      <a:pt x="124" y="262"/>
                      <a:pt x="118" y="216"/>
                      <a:pt x="112" y="182"/>
                    </a:cubicBezTo>
                    <a:cubicBezTo>
                      <a:pt x="105" y="147"/>
                      <a:pt x="116" y="139"/>
                      <a:pt x="85" y="76"/>
                    </a:cubicBezTo>
                    <a:cubicBezTo>
                      <a:pt x="54" y="14"/>
                      <a:pt x="29" y="4"/>
                      <a:pt x="0" y="0"/>
                    </a:cubicBezTo>
                    <a:cubicBezTo>
                      <a:pt x="13" y="6"/>
                      <a:pt x="50" y="44"/>
                      <a:pt x="65" y="75"/>
                    </a:cubicBezTo>
                    <a:close/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907" name="Freeform 30">
                <a:extLst>
                  <a:ext uri="{FF2B5EF4-FFF2-40B4-BE49-F238E27FC236}">
                    <a16:creationId xmlns:a16="http://schemas.microsoft.com/office/drawing/2014/main" id="{0ABBA2B5-3820-4C61-AD46-A247F3F6C7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9" y="1672"/>
                <a:ext cx="39" cy="256"/>
              </a:xfrm>
              <a:custGeom>
                <a:avLst/>
                <a:gdLst>
                  <a:gd name="T0" fmla="*/ 54 w 29"/>
                  <a:gd name="T1" fmla="*/ 15 h 190"/>
                  <a:gd name="T2" fmla="*/ 20 w 29"/>
                  <a:gd name="T3" fmla="*/ 245 h 190"/>
                  <a:gd name="T4" fmla="*/ 0 w 29"/>
                  <a:gd name="T5" fmla="*/ 365 h 190"/>
                  <a:gd name="T6" fmla="*/ 42 w 29"/>
                  <a:gd name="T7" fmla="*/ 465 h 190"/>
                  <a:gd name="T8" fmla="*/ 36 w 29"/>
                  <a:gd name="T9" fmla="*/ 345 h 190"/>
                  <a:gd name="T10" fmla="*/ 62 w 29"/>
                  <a:gd name="T11" fmla="*/ 291 h 190"/>
                  <a:gd name="T12" fmla="*/ 48 w 29"/>
                  <a:gd name="T13" fmla="*/ 224 h 190"/>
                  <a:gd name="T14" fmla="*/ 56 w 29"/>
                  <a:gd name="T15" fmla="*/ 90 h 190"/>
                  <a:gd name="T16" fmla="*/ 54 w 29"/>
                  <a:gd name="T17" fmla="*/ 36 h 190"/>
                  <a:gd name="T18" fmla="*/ 70 w 29"/>
                  <a:gd name="T19" fmla="*/ 0 h 19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9" h="190">
                    <a:moveTo>
                      <a:pt x="22" y="6"/>
                    </a:moveTo>
                    <a:cubicBezTo>
                      <a:pt x="4" y="6"/>
                      <a:pt x="14" y="83"/>
                      <a:pt x="8" y="100"/>
                    </a:cubicBezTo>
                    <a:cubicBezTo>
                      <a:pt x="3" y="116"/>
                      <a:pt x="0" y="132"/>
                      <a:pt x="0" y="149"/>
                    </a:cubicBezTo>
                    <a:cubicBezTo>
                      <a:pt x="0" y="169"/>
                      <a:pt x="7" y="175"/>
                      <a:pt x="17" y="190"/>
                    </a:cubicBezTo>
                    <a:cubicBezTo>
                      <a:pt x="16" y="173"/>
                      <a:pt x="10" y="158"/>
                      <a:pt x="15" y="141"/>
                    </a:cubicBezTo>
                    <a:cubicBezTo>
                      <a:pt x="17" y="133"/>
                      <a:pt x="23" y="126"/>
                      <a:pt x="25" y="119"/>
                    </a:cubicBezTo>
                    <a:cubicBezTo>
                      <a:pt x="26" y="109"/>
                      <a:pt x="21" y="100"/>
                      <a:pt x="20" y="91"/>
                    </a:cubicBezTo>
                    <a:cubicBezTo>
                      <a:pt x="19" y="73"/>
                      <a:pt x="25" y="55"/>
                      <a:pt x="23" y="37"/>
                    </a:cubicBezTo>
                    <a:cubicBezTo>
                      <a:pt x="23" y="29"/>
                      <a:pt x="20" y="23"/>
                      <a:pt x="22" y="15"/>
                    </a:cubicBezTo>
                    <a:cubicBezTo>
                      <a:pt x="23" y="10"/>
                      <a:pt x="28" y="6"/>
                      <a:pt x="29" y="0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908" name="Freeform 31">
                <a:extLst>
                  <a:ext uri="{FF2B5EF4-FFF2-40B4-BE49-F238E27FC236}">
                    <a16:creationId xmlns:a16="http://schemas.microsoft.com/office/drawing/2014/main" id="{081B8C6D-39E6-4873-98D8-D71EEBFCA7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7" y="1400"/>
                <a:ext cx="214" cy="71"/>
              </a:xfrm>
              <a:custGeom>
                <a:avLst/>
                <a:gdLst>
                  <a:gd name="T0" fmla="*/ 0 w 158"/>
                  <a:gd name="T1" fmla="*/ 126 h 53"/>
                  <a:gd name="T2" fmla="*/ 99 w 158"/>
                  <a:gd name="T3" fmla="*/ 126 h 53"/>
                  <a:gd name="T4" fmla="*/ 190 w 158"/>
                  <a:gd name="T5" fmla="*/ 122 h 53"/>
                  <a:gd name="T6" fmla="*/ 393 w 158"/>
                  <a:gd name="T7" fmla="*/ 79 h 53"/>
                  <a:gd name="T8" fmla="*/ 187 w 158"/>
                  <a:gd name="T9" fmla="*/ 91 h 53"/>
                  <a:gd name="T10" fmla="*/ 69 w 158"/>
                  <a:gd name="T11" fmla="*/ 0 h 5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8" h="53">
                    <a:moveTo>
                      <a:pt x="0" y="52"/>
                    </a:moveTo>
                    <a:cubicBezTo>
                      <a:pt x="13" y="45"/>
                      <a:pt x="26" y="51"/>
                      <a:pt x="40" y="52"/>
                    </a:cubicBezTo>
                    <a:cubicBezTo>
                      <a:pt x="53" y="53"/>
                      <a:pt x="64" y="52"/>
                      <a:pt x="76" y="51"/>
                    </a:cubicBezTo>
                    <a:cubicBezTo>
                      <a:pt x="103" y="50"/>
                      <a:pt x="134" y="47"/>
                      <a:pt x="158" y="33"/>
                    </a:cubicBezTo>
                    <a:cubicBezTo>
                      <a:pt x="130" y="30"/>
                      <a:pt x="104" y="42"/>
                      <a:pt x="75" y="38"/>
                    </a:cubicBezTo>
                    <a:cubicBezTo>
                      <a:pt x="62" y="36"/>
                      <a:pt x="11" y="22"/>
                      <a:pt x="28" y="0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909" name="Freeform 32">
                <a:extLst>
                  <a:ext uri="{FF2B5EF4-FFF2-40B4-BE49-F238E27FC236}">
                    <a16:creationId xmlns:a16="http://schemas.microsoft.com/office/drawing/2014/main" id="{CCC5B9C9-4B00-49B3-987C-857DC42A59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8" y="1439"/>
                <a:ext cx="203" cy="73"/>
              </a:xfrm>
              <a:custGeom>
                <a:avLst/>
                <a:gdLst>
                  <a:gd name="T0" fmla="*/ 9 w 150"/>
                  <a:gd name="T1" fmla="*/ 42 h 54"/>
                  <a:gd name="T2" fmla="*/ 160 w 150"/>
                  <a:gd name="T3" fmla="*/ 50 h 54"/>
                  <a:gd name="T4" fmla="*/ 219 w 150"/>
                  <a:gd name="T5" fmla="*/ 68 h 54"/>
                  <a:gd name="T6" fmla="*/ 310 w 150"/>
                  <a:gd name="T7" fmla="*/ 134 h 54"/>
                  <a:gd name="T8" fmla="*/ 357 w 150"/>
                  <a:gd name="T9" fmla="*/ 64 h 54"/>
                  <a:gd name="T10" fmla="*/ 273 w 150"/>
                  <a:gd name="T11" fmla="*/ 58 h 54"/>
                  <a:gd name="T12" fmla="*/ 217 w 150"/>
                  <a:gd name="T13" fmla="*/ 42 h 54"/>
                  <a:gd name="T14" fmla="*/ 0 w 150"/>
                  <a:gd name="T15" fmla="*/ 42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50" h="54">
                    <a:moveTo>
                      <a:pt x="4" y="17"/>
                    </a:moveTo>
                    <a:cubicBezTo>
                      <a:pt x="20" y="28"/>
                      <a:pt x="45" y="17"/>
                      <a:pt x="64" y="20"/>
                    </a:cubicBezTo>
                    <a:cubicBezTo>
                      <a:pt x="72" y="21"/>
                      <a:pt x="82" y="23"/>
                      <a:pt x="89" y="27"/>
                    </a:cubicBezTo>
                    <a:cubicBezTo>
                      <a:pt x="97" y="32"/>
                      <a:pt x="117" y="48"/>
                      <a:pt x="125" y="54"/>
                    </a:cubicBezTo>
                    <a:cubicBezTo>
                      <a:pt x="130" y="50"/>
                      <a:pt x="150" y="32"/>
                      <a:pt x="144" y="26"/>
                    </a:cubicBezTo>
                    <a:cubicBezTo>
                      <a:pt x="140" y="22"/>
                      <a:pt x="114" y="26"/>
                      <a:pt x="110" y="24"/>
                    </a:cubicBezTo>
                    <a:cubicBezTo>
                      <a:pt x="105" y="21"/>
                      <a:pt x="92" y="20"/>
                      <a:pt x="87" y="17"/>
                    </a:cubicBezTo>
                    <a:cubicBezTo>
                      <a:pt x="60" y="0"/>
                      <a:pt x="28" y="29"/>
                      <a:pt x="0" y="17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910" name="Freeform 33">
                <a:extLst>
                  <a:ext uri="{FF2B5EF4-FFF2-40B4-BE49-F238E27FC236}">
                    <a16:creationId xmlns:a16="http://schemas.microsoft.com/office/drawing/2014/main" id="{0CC78CB6-2CA7-41D0-9252-1526D488C0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8" y="1234"/>
                <a:ext cx="87" cy="36"/>
              </a:xfrm>
              <a:custGeom>
                <a:avLst/>
                <a:gdLst>
                  <a:gd name="T0" fmla="*/ 83 w 64"/>
                  <a:gd name="T1" fmla="*/ 31 h 27"/>
                  <a:gd name="T2" fmla="*/ 132 w 64"/>
                  <a:gd name="T3" fmla="*/ 7 h 27"/>
                  <a:gd name="T4" fmla="*/ 159 w 64"/>
                  <a:gd name="T5" fmla="*/ 63 h 27"/>
                  <a:gd name="T6" fmla="*/ 99 w 64"/>
                  <a:gd name="T7" fmla="*/ 36 h 27"/>
                  <a:gd name="T8" fmla="*/ 50 w 64"/>
                  <a:gd name="T9" fmla="*/ 63 h 27"/>
                  <a:gd name="T10" fmla="*/ 35 w 64"/>
                  <a:gd name="T11" fmla="*/ 36 h 27"/>
                  <a:gd name="T12" fmla="*/ 0 w 64"/>
                  <a:gd name="T13" fmla="*/ 5 h 27"/>
                  <a:gd name="T14" fmla="*/ 50 w 64"/>
                  <a:gd name="T15" fmla="*/ 28 h 2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4" h="27">
                    <a:moveTo>
                      <a:pt x="33" y="13"/>
                    </a:moveTo>
                    <a:cubicBezTo>
                      <a:pt x="40" y="12"/>
                      <a:pt x="42" y="0"/>
                      <a:pt x="52" y="3"/>
                    </a:cubicBezTo>
                    <a:cubicBezTo>
                      <a:pt x="60" y="6"/>
                      <a:pt x="64" y="19"/>
                      <a:pt x="63" y="26"/>
                    </a:cubicBezTo>
                    <a:cubicBezTo>
                      <a:pt x="60" y="13"/>
                      <a:pt x="50" y="10"/>
                      <a:pt x="40" y="15"/>
                    </a:cubicBezTo>
                    <a:cubicBezTo>
                      <a:pt x="31" y="19"/>
                      <a:pt x="30" y="27"/>
                      <a:pt x="20" y="26"/>
                    </a:cubicBezTo>
                    <a:cubicBezTo>
                      <a:pt x="24" y="17"/>
                      <a:pt x="22" y="17"/>
                      <a:pt x="14" y="15"/>
                    </a:cubicBezTo>
                    <a:cubicBezTo>
                      <a:pt x="7" y="13"/>
                      <a:pt x="3" y="9"/>
                      <a:pt x="0" y="2"/>
                    </a:cubicBezTo>
                    <a:cubicBezTo>
                      <a:pt x="8" y="4"/>
                      <a:pt x="14" y="7"/>
                      <a:pt x="20" y="12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911" name="Freeform 34">
                <a:extLst>
                  <a:ext uri="{FF2B5EF4-FFF2-40B4-BE49-F238E27FC236}">
                    <a16:creationId xmlns:a16="http://schemas.microsoft.com/office/drawing/2014/main" id="{F00D8A92-0ACF-4D66-8BB2-64AB352D58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8" y="1143"/>
                <a:ext cx="77" cy="103"/>
              </a:xfrm>
              <a:custGeom>
                <a:avLst/>
                <a:gdLst>
                  <a:gd name="T0" fmla="*/ 84 w 57"/>
                  <a:gd name="T1" fmla="*/ 5 h 76"/>
                  <a:gd name="T2" fmla="*/ 16 w 57"/>
                  <a:gd name="T3" fmla="*/ 27 h 76"/>
                  <a:gd name="T4" fmla="*/ 0 w 57"/>
                  <a:gd name="T5" fmla="*/ 84 h 76"/>
                  <a:gd name="T6" fmla="*/ 30 w 57"/>
                  <a:gd name="T7" fmla="*/ 138 h 76"/>
                  <a:gd name="T8" fmla="*/ 63 w 57"/>
                  <a:gd name="T9" fmla="*/ 190 h 76"/>
                  <a:gd name="T10" fmla="*/ 49 w 57"/>
                  <a:gd name="T11" fmla="*/ 133 h 76"/>
                  <a:gd name="T12" fmla="*/ 35 w 57"/>
                  <a:gd name="T13" fmla="*/ 103 h 76"/>
                  <a:gd name="T14" fmla="*/ 55 w 57"/>
                  <a:gd name="T15" fmla="*/ 92 h 76"/>
                  <a:gd name="T16" fmla="*/ 105 w 57"/>
                  <a:gd name="T17" fmla="*/ 77 h 76"/>
                  <a:gd name="T18" fmla="*/ 36 w 57"/>
                  <a:gd name="T19" fmla="*/ 76 h 76"/>
                  <a:gd name="T20" fmla="*/ 51 w 57"/>
                  <a:gd name="T21" fmla="*/ 30 h 76"/>
                  <a:gd name="T22" fmla="*/ 85 w 57"/>
                  <a:gd name="T23" fmla="*/ 27 h 76"/>
                  <a:gd name="T24" fmla="*/ 124 w 57"/>
                  <a:gd name="T25" fmla="*/ 37 h 76"/>
                  <a:gd name="T26" fmla="*/ 135 w 57"/>
                  <a:gd name="T27" fmla="*/ 26 h 76"/>
                  <a:gd name="T28" fmla="*/ 78 w 57"/>
                  <a:gd name="T29" fmla="*/ 7 h 7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57" h="76">
                    <a:moveTo>
                      <a:pt x="34" y="2"/>
                    </a:moveTo>
                    <a:cubicBezTo>
                      <a:pt x="23" y="0"/>
                      <a:pt x="13" y="1"/>
                      <a:pt x="7" y="11"/>
                    </a:cubicBezTo>
                    <a:cubicBezTo>
                      <a:pt x="4" y="18"/>
                      <a:pt x="0" y="27"/>
                      <a:pt x="0" y="34"/>
                    </a:cubicBezTo>
                    <a:cubicBezTo>
                      <a:pt x="0" y="45"/>
                      <a:pt x="6" y="48"/>
                      <a:pt x="12" y="55"/>
                    </a:cubicBezTo>
                    <a:cubicBezTo>
                      <a:pt x="18" y="62"/>
                      <a:pt x="17" y="70"/>
                      <a:pt x="26" y="76"/>
                    </a:cubicBezTo>
                    <a:cubicBezTo>
                      <a:pt x="21" y="69"/>
                      <a:pt x="23" y="60"/>
                      <a:pt x="20" y="53"/>
                    </a:cubicBezTo>
                    <a:cubicBezTo>
                      <a:pt x="19" y="50"/>
                      <a:pt x="14" y="44"/>
                      <a:pt x="14" y="41"/>
                    </a:cubicBezTo>
                    <a:cubicBezTo>
                      <a:pt x="14" y="35"/>
                      <a:pt x="17" y="36"/>
                      <a:pt x="22" y="37"/>
                    </a:cubicBezTo>
                    <a:cubicBezTo>
                      <a:pt x="31" y="38"/>
                      <a:pt x="36" y="38"/>
                      <a:pt x="43" y="31"/>
                    </a:cubicBezTo>
                    <a:cubicBezTo>
                      <a:pt x="33" y="33"/>
                      <a:pt x="24" y="36"/>
                      <a:pt x="15" y="30"/>
                    </a:cubicBezTo>
                    <a:cubicBezTo>
                      <a:pt x="7" y="24"/>
                      <a:pt x="13" y="15"/>
                      <a:pt x="21" y="12"/>
                    </a:cubicBezTo>
                    <a:cubicBezTo>
                      <a:pt x="26" y="11"/>
                      <a:pt x="30" y="11"/>
                      <a:pt x="35" y="11"/>
                    </a:cubicBezTo>
                    <a:cubicBezTo>
                      <a:pt x="40" y="11"/>
                      <a:pt x="46" y="15"/>
                      <a:pt x="50" y="15"/>
                    </a:cubicBezTo>
                    <a:cubicBezTo>
                      <a:pt x="53" y="15"/>
                      <a:pt x="57" y="15"/>
                      <a:pt x="55" y="10"/>
                    </a:cubicBezTo>
                    <a:cubicBezTo>
                      <a:pt x="54" y="6"/>
                      <a:pt x="36" y="4"/>
                      <a:pt x="32" y="3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912" name="Freeform 35">
                <a:extLst>
                  <a:ext uri="{FF2B5EF4-FFF2-40B4-BE49-F238E27FC236}">
                    <a16:creationId xmlns:a16="http://schemas.microsoft.com/office/drawing/2014/main" id="{8114B94A-43F6-4705-A937-87A296DB55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1" y="1145"/>
                <a:ext cx="85" cy="52"/>
              </a:xfrm>
              <a:custGeom>
                <a:avLst/>
                <a:gdLst>
                  <a:gd name="T0" fmla="*/ 32 w 63"/>
                  <a:gd name="T1" fmla="*/ 7 h 39"/>
                  <a:gd name="T2" fmla="*/ 0 w 63"/>
                  <a:gd name="T3" fmla="*/ 31 h 39"/>
                  <a:gd name="T4" fmla="*/ 51 w 63"/>
                  <a:gd name="T5" fmla="*/ 23 h 39"/>
                  <a:gd name="T6" fmla="*/ 90 w 63"/>
                  <a:gd name="T7" fmla="*/ 36 h 39"/>
                  <a:gd name="T8" fmla="*/ 113 w 63"/>
                  <a:gd name="T9" fmla="*/ 59 h 39"/>
                  <a:gd name="T10" fmla="*/ 108 w 63"/>
                  <a:gd name="T11" fmla="*/ 73 h 39"/>
                  <a:gd name="T12" fmla="*/ 108 w 63"/>
                  <a:gd name="T13" fmla="*/ 92 h 39"/>
                  <a:gd name="T14" fmla="*/ 127 w 63"/>
                  <a:gd name="T15" fmla="*/ 64 h 39"/>
                  <a:gd name="T16" fmla="*/ 152 w 63"/>
                  <a:gd name="T17" fmla="*/ 43 h 39"/>
                  <a:gd name="T18" fmla="*/ 131 w 63"/>
                  <a:gd name="T19" fmla="*/ 21 h 39"/>
                  <a:gd name="T20" fmla="*/ 89 w 63"/>
                  <a:gd name="T21" fmla="*/ 1 h 3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3" h="39">
                    <a:moveTo>
                      <a:pt x="13" y="3"/>
                    </a:moveTo>
                    <a:cubicBezTo>
                      <a:pt x="9" y="2"/>
                      <a:pt x="1" y="8"/>
                      <a:pt x="0" y="13"/>
                    </a:cubicBezTo>
                    <a:cubicBezTo>
                      <a:pt x="6" y="16"/>
                      <a:pt x="15" y="10"/>
                      <a:pt x="21" y="10"/>
                    </a:cubicBezTo>
                    <a:cubicBezTo>
                      <a:pt x="27" y="10"/>
                      <a:pt x="32" y="12"/>
                      <a:pt x="37" y="15"/>
                    </a:cubicBezTo>
                    <a:cubicBezTo>
                      <a:pt x="41" y="17"/>
                      <a:pt x="47" y="19"/>
                      <a:pt x="46" y="25"/>
                    </a:cubicBezTo>
                    <a:cubicBezTo>
                      <a:pt x="46" y="28"/>
                      <a:pt x="44" y="29"/>
                      <a:pt x="44" y="31"/>
                    </a:cubicBezTo>
                    <a:cubicBezTo>
                      <a:pt x="43" y="34"/>
                      <a:pt x="43" y="35"/>
                      <a:pt x="44" y="39"/>
                    </a:cubicBezTo>
                    <a:cubicBezTo>
                      <a:pt x="51" y="38"/>
                      <a:pt x="49" y="32"/>
                      <a:pt x="52" y="27"/>
                    </a:cubicBezTo>
                    <a:cubicBezTo>
                      <a:pt x="55" y="23"/>
                      <a:pt x="62" y="24"/>
                      <a:pt x="62" y="18"/>
                    </a:cubicBezTo>
                    <a:cubicBezTo>
                      <a:pt x="63" y="10"/>
                      <a:pt x="57" y="11"/>
                      <a:pt x="53" y="9"/>
                    </a:cubicBezTo>
                    <a:cubicBezTo>
                      <a:pt x="47" y="6"/>
                      <a:pt x="44" y="0"/>
                      <a:pt x="36" y="1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913" name="Freeform 36">
                <a:extLst>
                  <a:ext uri="{FF2B5EF4-FFF2-40B4-BE49-F238E27FC236}">
                    <a16:creationId xmlns:a16="http://schemas.microsoft.com/office/drawing/2014/main" id="{7168501A-904A-4028-8787-082AAB7A55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7" y="1219"/>
                <a:ext cx="37" cy="24"/>
              </a:xfrm>
              <a:custGeom>
                <a:avLst/>
                <a:gdLst>
                  <a:gd name="T0" fmla="*/ 0 w 27"/>
                  <a:gd name="T1" fmla="*/ 43 h 18"/>
                  <a:gd name="T2" fmla="*/ 29 w 27"/>
                  <a:gd name="T3" fmla="*/ 0 h 18"/>
                  <a:gd name="T4" fmla="*/ 7 w 27"/>
                  <a:gd name="T5" fmla="*/ 27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7" h="18">
                    <a:moveTo>
                      <a:pt x="0" y="18"/>
                    </a:moveTo>
                    <a:cubicBezTo>
                      <a:pt x="3" y="8"/>
                      <a:pt x="27" y="14"/>
                      <a:pt x="11" y="0"/>
                    </a:cubicBezTo>
                    <a:cubicBezTo>
                      <a:pt x="20" y="7"/>
                      <a:pt x="7" y="8"/>
                      <a:pt x="3" y="11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914" name="Freeform 37">
                <a:extLst>
                  <a:ext uri="{FF2B5EF4-FFF2-40B4-BE49-F238E27FC236}">
                    <a16:creationId xmlns:a16="http://schemas.microsoft.com/office/drawing/2014/main" id="{3C462A20-4716-4D2A-9E87-A3774B4276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4" y="1317"/>
                <a:ext cx="77" cy="31"/>
              </a:xfrm>
              <a:custGeom>
                <a:avLst/>
                <a:gdLst>
                  <a:gd name="T0" fmla="*/ 42 w 57"/>
                  <a:gd name="T1" fmla="*/ 47 h 23"/>
                  <a:gd name="T2" fmla="*/ 69 w 57"/>
                  <a:gd name="T3" fmla="*/ 57 h 23"/>
                  <a:gd name="T4" fmla="*/ 100 w 57"/>
                  <a:gd name="T5" fmla="*/ 49 h 23"/>
                  <a:gd name="T6" fmla="*/ 140 w 57"/>
                  <a:gd name="T7" fmla="*/ 0 h 23"/>
                  <a:gd name="T8" fmla="*/ 77 w 57"/>
                  <a:gd name="T9" fmla="*/ 30 h 23"/>
                  <a:gd name="T10" fmla="*/ 0 w 57"/>
                  <a:gd name="T11" fmla="*/ 12 h 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7" h="23">
                    <a:moveTo>
                      <a:pt x="17" y="19"/>
                    </a:moveTo>
                    <a:cubicBezTo>
                      <a:pt x="21" y="20"/>
                      <a:pt x="24" y="22"/>
                      <a:pt x="28" y="23"/>
                    </a:cubicBezTo>
                    <a:cubicBezTo>
                      <a:pt x="31" y="23"/>
                      <a:pt x="37" y="21"/>
                      <a:pt x="41" y="20"/>
                    </a:cubicBezTo>
                    <a:cubicBezTo>
                      <a:pt x="50" y="16"/>
                      <a:pt x="56" y="10"/>
                      <a:pt x="57" y="0"/>
                    </a:cubicBezTo>
                    <a:cubicBezTo>
                      <a:pt x="52" y="10"/>
                      <a:pt x="42" y="15"/>
                      <a:pt x="31" y="12"/>
                    </a:cubicBezTo>
                    <a:cubicBezTo>
                      <a:pt x="21" y="10"/>
                      <a:pt x="8" y="10"/>
                      <a:pt x="0" y="5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915" name="Freeform 38">
                <a:extLst>
                  <a:ext uri="{FF2B5EF4-FFF2-40B4-BE49-F238E27FC236}">
                    <a16:creationId xmlns:a16="http://schemas.microsoft.com/office/drawing/2014/main" id="{CF55EF30-1F09-4D0E-9F55-1C0643ED00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2" y="1230"/>
                <a:ext cx="88" cy="132"/>
              </a:xfrm>
              <a:custGeom>
                <a:avLst/>
                <a:gdLst>
                  <a:gd name="T0" fmla="*/ 0 w 65"/>
                  <a:gd name="T1" fmla="*/ 234 h 98"/>
                  <a:gd name="T2" fmla="*/ 129 w 65"/>
                  <a:gd name="T3" fmla="*/ 136 h 98"/>
                  <a:gd name="T4" fmla="*/ 160 w 65"/>
                  <a:gd name="T5" fmla="*/ 0 h 98"/>
                  <a:gd name="T6" fmla="*/ 119 w 65"/>
                  <a:gd name="T7" fmla="*/ 73 h 98"/>
                  <a:gd name="T8" fmla="*/ 92 w 65"/>
                  <a:gd name="T9" fmla="*/ 96 h 98"/>
                  <a:gd name="T10" fmla="*/ 69 w 65"/>
                  <a:gd name="T11" fmla="*/ 96 h 98"/>
                  <a:gd name="T12" fmla="*/ 68 w 65"/>
                  <a:gd name="T13" fmla="*/ 147 h 98"/>
                  <a:gd name="T14" fmla="*/ 22 w 65"/>
                  <a:gd name="T15" fmla="*/ 216 h 9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5" h="98">
                    <a:moveTo>
                      <a:pt x="0" y="96"/>
                    </a:moveTo>
                    <a:cubicBezTo>
                      <a:pt x="26" y="98"/>
                      <a:pt x="42" y="75"/>
                      <a:pt x="52" y="56"/>
                    </a:cubicBezTo>
                    <a:cubicBezTo>
                      <a:pt x="62" y="38"/>
                      <a:pt x="65" y="20"/>
                      <a:pt x="64" y="0"/>
                    </a:cubicBezTo>
                    <a:cubicBezTo>
                      <a:pt x="59" y="10"/>
                      <a:pt x="57" y="21"/>
                      <a:pt x="48" y="30"/>
                    </a:cubicBezTo>
                    <a:cubicBezTo>
                      <a:pt x="45" y="33"/>
                      <a:pt x="41" y="38"/>
                      <a:pt x="37" y="39"/>
                    </a:cubicBezTo>
                    <a:cubicBezTo>
                      <a:pt x="35" y="40"/>
                      <a:pt x="29" y="38"/>
                      <a:pt x="28" y="39"/>
                    </a:cubicBezTo>
                    <a:cubicBezTo>
                      <a:pt x="24" y="41"/>
                      <a:pt x="28" y="56"/>
                      <a:pt x="27" y="60"/>
                    </a:cubicBezTo>
                    <a:cubicBezTo>
                      <a:pt x="26" y="71"/>
                      <a:pt x="17" y="82"/>
                      <a:pt x="9" y="88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916" name="Freeform 39">
                <a:extLst>
                  <a:ext uri="{FF2B5EF4-FFF2-40B4-BE49-F238E27FC236}">
                    <a16:creationId xmlns:a16="http://schemas.microsoft.com/office/drawing/2014/main" id="{C63BECED-E6A7-4A85-80AD-46DEBA7C67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9" y="1150"/>
                <a:ext cx="15" cy="118"/>
              </a:xfrm>
              <a:custGeom>
                <a:avLst/>
                <a:gdLst>
                  <a:gd name="T0" fmla="*/ 15 w 11"/>
                  <a:gd name="T1" fmla="*/ 12 h 87"/>
                  <a:gd name="T2" fmla="*/ 27 w 11"/>
                  <a:gd name="T3" fmla="*/ 107 h 87"/>
                  <a:gd name="T4" fmla="*/ 22 w 11"/>
                  <a:gd name="T5" fmla="*/ 161 h 87"/>
                  <a:gd name="T6" fmla="*/ 0 w 11"/>
                  <a:gd name="T7" fmla="*/ 217 h 87"/>
                  <a:gd name="T8" fmla="*/ 14 w 11"/>
                  <a:gd name="T9" fmla="*/ 98 h 87"/>
                  <a:gd name="T10" fmla="*/ 19 w 11"/>
                  <a:gd name="T11" fmla="*/ 0 h 8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87">
                    <a:moveTo>
                      <a:pt x="6" y="5"/>
                    </a:moveTo>
                    <a:cubicBezTo>
                      <a:pt x="10" y="16"/>
                      <a:pt x="11" y="31"/>
                      <a:pt x="11" y="43"/>
                    </a:cubicBezTo>
                    <a:cubicBezTo>
                      <a:pt x="11" y="50"/>
                      <a:pt x="10" y="58"/>
                      <a:pt x="9" y="65"/>
                    </a:cubicBezTo>
                    <a:cubicBezTo>
                      <a:pt x="8" y="73"/>
                      <a:pt x="2" y="79"/>
                      <a:pt x="0" y="87"/>
                    </a:cubicBezTo>
                    <a:cubicBezTo>
                      <a:pt x="3" y="72"/>
                      <a:pt x="4" y="55"/>
                      <a:pt x="5" y="39"/>
                    </a:cubicBezTo>
                    <a:cubicBezTo>
                      <a:pt x="5" y="30"/>
                      <a:pt x="0" y="7"/>
                      <a:pt x="7" y="0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917" name="Freeform 40">
                <a:extLst>
                  <a:ext uri="{FF2B5EF4-FFF2-40B4-BE49-F238E27FC236}">
                    <a16:creationId xmlns:a16="http://schemas.microsoft.com/office/drawing/2014/main" id="{577E79BF-2B66-43C0-939E-06B6059EAC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0" y="1149"/>
                <a:ext cx="33" cy="48"/>
              </a:xfrm>
              <a:custGeom>
                <a:avLst/>
                <a:gdLst>
                  <a:gd name="T0" fmla="*/ 0 w 24"/>
                  <a:gd name="T1" fmla="*/ 23 h 36"/>
                  <a:gd name="T2" fmla="*/ 34 w 24"/>
                  <a:gd name="T3" fmla="*/ 57 h 36"/>
                  <a:gd name="T4" fmla="*/ 54 w 24"/>
                  <a:gd name="T5" fmla="*/ 85 h 36"/>
                  <a:gd name="T6" fmla="*/ 56 w 24"/>
                  <a:gd name="T7" fmla="*/ 5 h 36"/>
                  <a:gd name="T8" fmla="*/ 11 w 24"/>
                  <a:gd name="T9" fmla="*/ 0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36">
                    <a:moveTo>
                      <a:pt x="0" y="10"/>
                    </a:moveTo>
                    <a:cubicBezTo>
                      <a:pt x="5" y="15"/>
                      <a:pt x="9" y="17"/>
                      <a:pt x="13" y="24"/>
                    </a:cubicBezTo>
                    <a:cubicBezTo>
                      <a:pt x="14" y="27"/>
                      <a:pt x="16" y="36"/>
                      <a:pt x="20" y="36"/>
                    </a:cubicBezTo>
                    <a:cubicBezTo>
                      <a:pt x="24" y="26"/>
                      <a:pt x="22" y="12"/>
                      <a:pt x="22" y="2"/>
                    </a:cubicBezTo>
                    <a:cubicBezTo>
                      <a:pt x="17" y="8"/>
                      <a:pt x="10" y="5"/>
                      <a:pt x="4" y="0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918" name="Freeform 41">
                <a:extLst>
                  <a:ext uri="{FF2B5EF4-FFF2-40B4-BE49-F238E27FC236}">
                    <a16:creationId xmlns:a16="http://schemas.microsoft.com/office/drawing/2014/main" id="{B33CD662-3F07-4CCB-B965-0916E10E6B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2" y="1073"/>
                <a:ext cx="86" cy="83"/>
              </a:xfrm>
              <a:custGeom>
                <a:avLst/>
                <a:gdLst>
                  <a:gd name="T0" fmla="*/ 10 w 63"/>
                  <a:gd name="T1" fmla="*/ 0 h 61"/>
                  <a:gd name="T2" fmla="*/ 57 w 63"/>
                  <a:gd name="T3" fmla="*/ 22 h 61"/>
                  <a:gd name="T4" fmla="*/ 102 w 63"/>
                  <a:gd name="T5" fmla="*/ 30 h 61"/>
                  <a:gd name="T6" fmla="*/ 138 w 63"/>
                  <a:gd name="T7" fmla="*/ 48 h 61"/>
                  <a:gd name="T8" fmla="*/ 160 w 63"/>
                  <a:gd name="T9" fmla="*/ 154 h 61"/>
                  <a:gd name="T10" fmla="*/ 102 w 63"/>
                  <a:gd name="T11" fmla="*/ 65 h 61"/>
                  <a:gd name="T12" fmla="*/ 78 w 63"/>
                  <a:gd name="T13" fmla="*/ 68 h 61"/>
                  <a:gd name="T14" fmla="*/ 42 w 63"/>
                  <a:gd name="T15" fmla="*/ 57 h 61"/>
                  <a:gd name="T16" fmla="*/ 15 w 63"/>
                  <a:gd name="T17" fmla="*/ 35 h 61"/>
                  <a:gd name="T18" fmla="*/ 0 w 63"/>
                  <a:gd name="T19" fmla="*/ 5 h 6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63" h="61">
                    <a:moveTo>
                      <a:pt x="4" y="0"/>
                    </a:moveTo>
                    <a:cubicBezTo>
                      <a:pt x="1" y="10"/>
                      <a:pt x="17" y="14"/>
                      <a:pt x="23" y="9"/>
                    </a:cubicBezTo>
                    <a:cubicBezTo>
                      <a:pt x="30" y="13"/>
                      <a:pt x="32" y="13"/>
                      <a:pt x="40" y="12"/>
                    </a:cubicBezTo>
                    <a:cubicBezTo>
                      <a:pt x="47" y="11"/>
                      <a:pt x="51" y="11"/>
                      <a:pt x="54" y="19"/>
                    </a:cubicBezTo>
                    <a:cubicBezTo>
                      <a:pt x="60" y="31"/>
                      <a:pt x="63" y="48"/>
                      <a:pt x="63" y="61"/>
                    </a:cubicBezTo>
                    <a:cubicBezTo>
                      <a:pt x="58" y="52"/>
                      <a:pt x="54" y="28"/>
                      <a:pt x="40" y="26"/>
                    </a:cubicBezTo>
                    <a:cubicBezTo>
                      <a:pt x="37" y="25"/>
                      <a:pt x="34" y="27"/>
                      <a:pt x="31" y="27"/>
                    </a:cubicBezTo>
                    <a:cubicBezTo>
                      <a:pt x="26" y="27"/>
                      <a:pt x="21" y="25"/>
                      <a:pt x="17" y="23"/>
                    </a:cubicBezTo>
                    <a:cubicBezTo>
                      <a:pt x="11" y="21"/>
                      <a:pt x="9" y="19"/>
                      <a:pt x="6" y="14"/>
                    </a:cubicBezTo>
                    <a:cubicBezTo>
                      <a:pt x="4" y="11"/>
                      <a:pt x="0" y="5"/>
                      <a:pt x="0" y="2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919" name="Freeform 42">
                <a:extLst>
                  <a:ext uri="{FF2B5EF4-FFF2-40B4-BE49-F238E27FC236}">
                    <a16:creationId xmlns:a16="http://schemas.microsoft.com/office/drawing/2014/main" id="{41CF92AA-8203-4E9F-9FF8-2012930156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6" y="1199"/>
                <a:ext cx="17" cy="33"/>
              </a:xfrm>
              <a:custGeom>
                <a:avLst/>
                <a:gdLst>
                  <a:gd name="T0" fmla="*/ 0 w 13"/>
                  <a:gd name="T1" fmla="*/ 16 h 25"/>
                  <a:gd name="T2" fmla="*/ 17 w 13"/>
                  <a:gd name="T3" fmla="*/ 58 h 25"/>
                  <a:gd name="T4" fmla="*/ 21 w 13"/>
                  <a:gd name="T5" fmla="*/ 0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25">
                    <a:moveTo>
                      <a:pt x="0" y="7"/>
                    </a:moveTo>
                    <a:cubicBezTo>
                      <a:pt x="1" y="14"/>
                      <a:pt x="3" y="20"/>
                      <a:pt x="8" y="25"/>
                    </a:cubicBezTo>
                    <a:cubicBezTo>
                      <a:pt x="13" y="18"/>
                      <a:pt x="6" y="8"/>
                      <a:pt x="9" y="0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920" name="Freeform 43">
                <a:extLst>
                  <a:ext uri="{FF2B5EF4-FFF2-40B4-BE49-F238E27FC236}">
                    <a16:creationId xmlns:a16="http://schemas.microsoft.com/office/drawing/2014/main" id="{DCC86FF9-7963-419D-89A2-8424233033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4" y="1211"/>
                <a:ext cx="11" cy="16"/>
              </a:xfrm>
              <a:custGeom>
                <a:avLst/>
                <a:gdLst>
                  <a:gd name="T0" fmla="*/ 1 w 8"/>
                  <a:gd name="T1" fmla="*/ 0 h 12"/>
                  <a:gd name="T2" fmla="*/ 0 w 8"/>
                  <a:gd name="T3" fmla="*/ 28 h 12"/>
                  <a:gd name="T4" fmla="*/ 21 w 8"/>
                  <a:gd name="T5" fmla="*/ 15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2">
                    <a:moveTo>
                      <a:pt x="1" y="0"/>
                    </a:moveTo>
                    <a:cubicBezTo>
                      <a:pt x="0" y="4"/>
                      <a:pt x="0" y="8"/>
                      <a:pt x="0" y="12"/>
                    </a:cubicBezTo>
                    <a:cubicBezTo>
                      <a:pt x="4" y="12"/>
                      <a:pt x="8" y="9"/>
                      <a:pt x="8" y="6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921" name="Freeform 44">
                <a:extLst>
                  <a:ext uri="{FF2B5EF4-FFF2-40B4-BE49-F238E27FC236}">
                    <a16:creationId xmlns:a16="http://schemas.microsoft.com/office/drawing/2014/main" id="{311D3AD8-7AE2-4C5A-959B-727BF98E62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0" y="1235"/>
                <a:ext cx="39" cy="34"/>
              </a:xfrm>
              <a:custGeom>
                <a:avLst/>
                <a:gdLst>
                  <a:gd name="T0" fmla="*/ 51 w 29"/>
                  <a:gd name="T1" fmla="*/ 0 h 25"/>
                  <a:gd name="T2" fmla="*/ 1 w 29"/>
                  <a:gd name="T3" fmla="*/ 63 h 25"/>
                  <a:gd name="T4" fmla="*/ 70 w 29"/>
                  <a:gd name="T5" fmla="*/ 20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9" h="25">
                    <a:moveTo>
                      <a:pt x="21" y="0"/>
                    </a:moveTo>
                    <a:cubicBezTo>
                      <a:pt x="11" y="0"/>
                      <a:pt x="0" y="15"/>
                      <a:pt x="1" y="25"/>
                    </a:cubicBezTo>
                    <a:cubicBezTo>
                      <a:pt x="9" y="16"/>
                      <a:pt x="15" y="4"/>
                      <a:pt x="29" y="8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922" name="Freeform 45">
                <a:extLst>
                  <a:ext uri="{FF2B5EF4-FFF2-40B4-BE49-F238E27FC236}">
                    <a16:creationId xmlns:a16="http://schemas.microsoft.com/office/drawing/2014/main" id="{D4B7784F-B24A-4066-9242-9C29E4E6D1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6" y="2187"/>
                <a:ext cx="88" cy="32"/>
              </a:xfrm>
              <a:custGeom>
                <a:avLst/>
                <a:gdLst>
                  <a:gd name="T0" fmla="*/ 50 w 65"/>
                  <a:gd name="T1" fmla="*/ 15 h 24"/>
                  <a:gd name="T2" fmla="*/ 30 w 65"/>
                  <a:gd name="T3" fmla="*/ 27 h 24"/>
                  <a:gd name="T4" fmla="*/ 0 w 65"/>
                  <a:gd name="T5" fmla="*/ 41 h 24"/>
                  <a:gd name="T6" fmla="*/ 30 w 65"/>
                  <a:gd name="T7" fmla="*/ 43 h 24"/>
                  <a:gd name="T8" fmla="*/ 77 w 65"/>
                  <a:gd name="T9" fmla="*/ 37 h 24"/>
                  <a:gd name="T10" fmla="*/ 118 w 65"/>
                  <a:gd name="T11" fmla="*/ 37 h 24"/>
                  <a:gd name="T12" fmla="*/ 161 w 65"/>
                  <a:gd name="T13" fmla="*/ 48 h 24"/>
                  <a:gd name="T14" fmla="*/ 141 w 65"/>
                  <a:gd name="T15" fmla="*/ 33 h 24"/>
                  <a:gd name="T16" fmla="*/ 125 w 65"/>
                  <a:gd name="T17" fmla="*/ 16 h 24"/>
                  <a:gd name="T18" fmla="*/ 64 w 65"/>
                  <a:gd name="T19" fmla="*/ 7 h 2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65" h="24">
                    <a:moveTo>
                      <a:pt x="20" y="6"/>
                    </a:moveTo>
                    <a:cubicBezTo>
                      <a:pt x="19" y="9"/>
                      <a:pt x="15" y="10"/>
                      <a:pt x="12" y="11"/>
                    </a:cubicBezTo>
                    <a:cubicBezTo>
                      <a:pt x="8" y="14"/>
                      <a:pt x="4" y="15"/>
                      <a:pt x="0" y="17"/>
                    </a:cubicBezTo>
                    <a:cubicBezTo>
                      <a:pt x="1" y="23"/>
                      <a:pt x="9" y="19"/>
                      <a:pt x="12" y="18"/>
                    </a:cubicBezTo>
                    <a:cubicBezTo>
                      <a:pt x="18" y="16"/>
                      <a:pt x="25" y="16"/>
                      <a:pt x="31" y="16"/>
                    </a:cubicBezTo>
                    <a:cubicBezTo>
                      <a:pt x="36" y="15"/>
                      <a:pt x="41" y="15"/>
                      <a:pt x="47" y="16"/>
                    </a:cubicBezTo>
                    <a:cubicBezTo>
                      <a:pt x="52" y="18"/>
                      <a:pt x="59" y="24"/>
                      <a:pt x="65" y="20"/>
                    </a:cubicBezTo>
                    <a:cubicBezTo>
                      <a:pt x="63" y="17"/>
                      <a:pt x="60" y="16"/>
                      <a:pt x="57" y="14"/>
                    </a:cubicBezTo>
                    <a:cubicBezTo>
                      <a:pt x="55" y="12"/>
                      <a:pt x="53" y="9"/>
                      <a:pt x="50" y="7"/>
                    </a:cubicBezTo>
                    <a:cubicBezTo>
                      <a:pt x="43" y="1"/>
                      <a:pt x="34" y="0"/>
                      <a:pt x="26" y="3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923" name="Freeform 46">
                <a:extLst>
                  <a:ext uri="{FF2B5EF4-FFF2-40B4-BE49-F238E27FC236}">
                    <a16:creationId xmlns:a16="http://schemas.microsoft.com/office/drawing/2014/main" id="{94F0E491-5B81-4222-B431-195E53E0AC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4" y="2385"/>
                <a:ext cx="127" cy="1091"/>
              </a:xfrm>
              <a:custGeom>
                <a:avLst/>
                <a:gdLst>
                  <a:gd name="T0" fmla="*/ 0 w 94"/>
                  <a:gd name="T1" fmla="*/ 0 h 809"/>
                  <a:gd name="T2" fmla="*/ 212 w 94"/>
                  <a:gd name="T3" fmla="*/ 150 h 809"/>
                  <a:gd name="T4" fmla="*/ 227 w 94"/>
                  <a:gd name="T5" fmla="*/ 449 h 809"/>
                  <a:gd name="T6" fmla="*/ 212 w 94"/>
                  <a:gd name="T7" fmla="*/ 1022 h 809"/>
                  <a:gd name="T8" fmla="*/ 188 w 94"/>
                  <a:gd name="T9" fmla="*/ 1330 h 809"/>
                  <a:gd name="T10" fmla="*/ 170 w 94"/>
                  <a:gd name="T11" fmla="*/ 1540 h 809"/>
                  <a:gd name="T12" fmla="*/ 119 w 94"/>
                  <a:gd name="T13" fmla="*/ 1984 h 809"/>
                  <a:gd name="T14" fmla="*/ 153 w 94"/>
                  <a:gd name="T15" fmla="*/ 1570 h 809"/>
                  <a:gd name="T16" fmla="*/ 139 w 94"/>
                  <a:gd name="T17" fmla="*/ 1226 h 809"/>
                  <a:gd name="T18" fmla="*/ 78 w 94"/>
                  <a:gd name="T19" fmla="*/ 1118 h 809"/>
                  <a:gd name="T20" fmla="*/ 142 w 94"/>
                  <a:gd name="T21" fmla="*/ 962 h 809"/>
                  <a:gd name="T22" fmla="*/ 0 w 94"/>
                  <a:gd name="T23" fmla="*/ 0 h 809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94" h="809">
                    <a:moveTo>
                      <a:pt x="0" y="0"/>
                    </a:moveTo>
                    <a:cubicBezTo>
                      <a:pt x="26" y="33"/>
                      <a:pt x="78" y="48"/>
                      <a:pt x="86" y="61"/>
                    </a:cubicBezTo>
                    <a:cubicBezTo>
                      <a:pt x="94" y="75"/>
                      <a:pt x="92" y="145"/>
                      <a:pt x="92" y="183"/>
                    </a:cubicBezTo>
                    <a:cubicBezTo>
                      <a:pt x="92" y="220"/>
                      <a:pt x="89" y="385"/>
                      <a:pt x="86" y="417"/>
                    </a:cubicBezTo>
                    <a:cubicBezTo>
                      <a:pt x="84" y="449"/>
                      <a:pt x="75" y="506"/>
                      <a:pt x="76" y="542"/>
                    </a:cubicBezTo>
                    <a:cubicBezTo>
                      <a:pt x="77" y="578"/>
                      <a:pt x="73" y="590"/>
                      <a:pt x="69" y="628"/>
                    </a:cubicBezTo>
                    <a:cubicBezTo>
                      <a:pt x="65" y="667"/>
                      <a:pt x="40" y="715"/>
                      <a:pt x="48" y="809"/>
                    </a:cubicBezTo>
                    <a:cubicBezTo>
                      <a:pt x="40" y="779"/>
                      <a:pt x="58" y="699"/>
                      <a:pt x="62" y="640"/>
                    </a:cubicBezTo>
                    <a:cubicBezTo>
                      <a:pt x="66" y="581"/>
                      <a:pt x="68" y="525"/>
                      <a:pt x="56" y="500"/>
                    </a:cubicBezTo>
                    <a:cubicBezTo>
                      <a:pt x="44" y="475"/>
                      <a:pt x="24" y="469"/>
                      <a:pt x="32" y="456"/>
                    </a:cubicBezTo>
                    <a:cubicBezTo>
                      <a:pt x="40" y="443"/>
                      <a:pt x="60" y="445"/>
                      <a:pt x="58" y="392"/>
                    </a:cubicBezTo>
                    <a:cubicBezTo>
                      <a:pt x="57" y="339"/>
                      <a:pt x="84" y="252"/>
                      <a:pt x="0" y="0"/>
                    </a:cubicBezTo>
                    <a:close/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924" name="Freeform 47">
                <a:extLst>
                  <a:ext uri="{FF2B5EF4-FFF2-40B4-BE49-F238E27FC236}">
                    <a16:creationId xmlns:a16="http://schemas.microsoft.com/office/drawing/2014/main" id="{5A87668F-8D75-4290-BDAD-EB72275C04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0" y="2252"/>
                <a:ext cx="196" cy="1278"/>
              </a:xfrm>
              <a:custGeom>
                <a:avLst/>
                <a:gdLst>
                  <a:gd name="T0" fmla="*/ 316 w 145"/>
                  <a:gd name="T1" fmla="*/ 0 h 948"/>
                  <a:gd name="T2" fmla="*/ 250 w 145"/>
                  <a:gd name="T3" fmla="*/ 914 h 948"/>
                  <a:gd name="T4" fmla="*/ 119 w 145"/>
                  <a:gd name="T5" fmla="*/ 1370 h 948"/>
                  <a:gd name="T6" fmla="*/ 77 w 145"/>
                  <a:gd name="T7" fmla="*/ 2025 h 948"/>
                  <a:gd name="T8" fmla="*/ 0 w 145"/>
                  <a:gd name="T9" fmla="*/ 2323 h 948"/>
                  <a:gd name="T10" fmla="*/ 51 w 145"/>
                  <a:gd name="T11" fmla="*/ 1964 h 948"/>
                  <a:gd name="T12" fmla="*/ 58 w 145"/>
                  <a:gd name="T13" fmla="*/ 1448 h 948"/>
                  <a:gd name="T14" fmla="*/ 26 w 145"/>
                  <a:gd name="T15" fmla="*/ 1359 h 948"/>
                  <a:gd name="T16" fmla="*/ 114 w 145"/>
                  <a:gd name="T17" fmla="*/ 1223 h 948"/>
                  <a:gd name="T18" fmla="*/ 253 w 145"/>
                  <a:gd name="T19" fmla="*/ 584 h 948"/>
                  <a:gd name="T20" fmla="*/ 280 w 145"/>
                  <a:gd name="T21" fmla="*/ 121 h 94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45" h="948">
                    <a:moveTo>
                      <a:pt x="128" y="0"/>
                    </a:moveTo>
                    <a:cubicBezTo>
                      <a:pt x="139" y="66"/>
                      <a:pt x="145" y="233"/>
                      <a:pt x="101" y="373"/>
                    </a:cubicBezTo>
                    <a:cubicBezTo>
                      <a:pt x="57" y="513"/>
                      <a:pt x="49" y="488"/>
                      <a:pt x="48" y="559"/>
                    </a:cubicBezTo>
                    <a:cubicBezTo>
                      <a:pt x="46" y="630"/>
                      <a:pt x="54" y="750"/>
                      <a:pt x="31" y="826"/>
                    </a:cubicBezTo>
                    <a:cubicBezTo>
                      <a:pt x="9" y="902"/>
                      <a:pt x="2" y="928"/>
                      <a:pt x="0" y="948"/>
                    </a:cubicBezTo>
                    <a:cubicBezTo>
                      <a:pt x="1" y="918"/>
                      <a:pt x="11" y="849"/>
                      <a:pt x="21" y="802"/>
                    </a:cubicBezTo>
                    <a:cubicBezTo>
                      <a:pt x="30" y="756"/>
                      <a:pt x="29" y="615"/>
                      <a:pt x="24" y="591"/>
                    </a:cubicBezTo>
                    <a:cubicBezTo>
                      <a:pt x="18" y="567"/>
                      <a:pt x="0" y="563"/>
                      <a:pt x="10" y="555"/>
                    </a:cubicBezTo>
                    <a:cubicBezTo>
                      <a:pt x="21" y="547"/>
                      <a:pt x="44" y="523"/>
                      <a:pt x="46" y="499"/>
                    </a:cubicBezTo>
                    <a:cubicBezTo>
                      <a:pt x="49" y="475"/>
                      <a:pt x="84" y="311"/>
                      <a:pt x="102" y="238"/>
                    </a:cubicBezTo>
                    <a:cubicBezTo>
                      <a:pt x="121" y="164"/>
                      <a:pt x="126" y="62"/>
                      <a:pt x="113" y="50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925" name="Freeform 48">
                <a:extLst>
                  <a:ext uri="{FF2B5EF4-FFF2-40B4-BE49-F238E27FC236}">
                    <a16:creationId xmlns:a16="http://schemas.microsoft.com/office/drawing/2014/main" id="{37C29920-2DB4-4E4F-BF90-B70A944655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8" y="2985"/>
                <a:ext cx="146" cy="57"/>
              </a:xfrm>
              <a:custGeom>
                <a:avLst/>
                <a:gdLst>
                  <a:gd name="T0" fmla="*/ 0 w 108"/>
                  <a:gd name="T1" fmla="*/ 0 h 42"/>
                  <a:gd name="T2" fmla="*/ 118 w 108"/>
                  <a:gd name="T3" fmla="*/ 45 h 42"/>
                  <a:gd name="T4" fmla="*/ 181 w 108"/>
                  <a:gd name="T5" fmla="*/ 42 h 42"/>
                  <a:gd name="T6" fmla="*/ 254 w 108"/>
                  <a:gd name="T7" fmla="*/ 1 h 42"/>
                  <a:gd name="T8" fmla="*/ 254 w 108"/>
                  <a:gd name="T9" fmla="*/ 83 h 42"/>
                  <a:gd name="T10" fmla="*/ 173 w 108"/>
                  <a:gd name="T11" fmla="*/ 96 h 42"/>
                  <a:gd name="T12" fmla="*/ 89 w 108"/>
                  <a:gd name="T13" fmla="*/ 88 h 42"/>
                  <a:gd name="T14" fmla="*/ 1 w 108"/>
                  <a:gd name="T15" fmla="*/ 5 h 4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8" h="42">
                    <a:moveTo>
                      <a:pt x="0" y="0"/>
                    </a:moveTo>
                    <a:cubicBezTo>
                      <a:pt x="13" y="16"/>
                      <a:pt x="28" y="16"/>
                      <a:pt x="47" y="18"/>
                    </a:cubicBezTo>
                    <a:cubicBezTo>
                      <a:pt x="56" y="18"/>
                      <a:pt x="65" y="20"/>
                      <a:pt x="73" y="17"/>
                    </a:cubicBezTo>
                    <a:cubicBezTo>
                      <a:pt x="84" y="14"/>
                      <a:pt x="91" y="2"/>
                      <a:pt x="103" y="1"/>
                    </a:cubicBezTo>
                    <a:cubicBezTo>
                      <a:pt x="107" y="7"/>
                      <a:pt x="108" y="27"/>
                      <a:pt x="103" y="33"/>
                    </a:cubicBezTo>
                    <a:cubicBezTo>
                      <a:pt x="96" y="42"/>
                      <a:pt x="81" y="37"/>
                      <a:pt x="70" y="38"/>
                    </a:cubicBezTo>
                    <a:cubicBezTo>
                      <a:pt x="59" y="38"/>
                      <a:pt x="47" y="41"/>
                      <a:pt x="36" y="35"/>
                    </a:cubicBezTo>
                    <a:cubicBezTo>
                      <a:pt x="23" y="27"/>
                      <a:pt x="18" y="3"/>
                      <a:pt x="1" y="2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926" name="Freeform 49">
                <a:extLst>
                  <a:ext uri="{FF2B5EF4-FFF2-40B4-BE49-F238E27FC236}">
                    <a16:creationId xmlns:a16="http://schemas.microsoft.com/office/drawing/2014/main" id="{89E7F0AB-84F8-44FB-BE35-086FCF2634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9" y="3507"/>
                <a:ext cx="58" cy="152"/>
              </a:xfrm>
              <a:custGeom>
                <a:avLst/>
                <a:gdLst>
                  <a:gd name="T0" fmla="*/ 84 w 43"/>
                  <a:gd name="T1" fmla="*/ 0 h 113"/>
                  <a:gd name="T2" fmla="*/ 58 w 43"/>
                  <a:gd name="T3" fmla="*/ 153 h 113"/>
                  <a:gd name="T4" fmla="*/ 89 w 43"/>
                  <a:gd name="T5" fmla="*/ 274 h 113"/>
                  <a:gd name="T6" fmla="*/ 22 w 43"/>
                  <a:gd name="T7" fmla="*/ 262 h 113"/>
                  <a:gd name="T8" fmla="*/ 51 w 43"/>
                  <a:gd name="T9" fmla="*/ 225 h 113"/>
                  <a:gd name="T10" fmla="*/ 27 w 43"/>
                  <a:gd name="T11" fmla="*/ 174 h 113"/>
                  <a:gd name="T12" fmla="*/ 77 w 43"/>
                  <a:gd name="T13" fmla="*/ 36 h 1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3" h="113">
                    <a:moveTo>
                      <a:pt x="34" y="0"/>
                    </a:moveTo>
                    <a:cubicBezTo>
                      <a:pt x="32" y="21"/>
                      <a:pt x="19" y="40"/>
                      <a:pt x="24" y="63"/>
                    </a:cubicBezTo>
                    <a:cubicBezTo>
                      <a:pt x="27" y="76"/>
                      <a:pt x="43" y="100"/>
                      <a:pt x="36" y="113"/>
                    </a:cubicBezTo>
                    <a:cubicBezTo>
                      <a:pt x="37" y="96"/>
                      <a:pt x="19" y="103"/>
                      <a:pt x="9" y="108"/>
                    </a:cubicBezTo>
                    <a:cubicBezTo>
                      <a:pt x="7" y="100"/>
                      <a:pt x="18" y="100"/>
                      <a:pt x="21" y="92"/>
                    </a:cubicBezTo>
                    <a:cubicBezTo>
                      <a:pt x="24" y="81"/>
                      <a:pt x="15" y="79"/>
                      <a:pt x="11" y="71"/>
                    </a:cubicBezTo>
                    <a:cubicBezTo>
                      <a:pt x="0" y="47"/>
                      <a:pt x="30" y="36"/>
                      <a:pt x="31" y="15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927" name="Freeform 50">
                <a:extLst>
                  <a:ext uri="{FF2B5EF4-FFF2-40B4-BE49-F238E27FC236}">
                    <a16:creationId xmlns:a16="http://schemas.microsoft.com/office/drawing/2014/main" id="{BD396655-7994-44A7-B181-133C897661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1" y="3502"/>
                <a:ext cx="29" cy="118"/>
              </a:xfrm>
              <a:custGeom>
                <a:avLst/>
                <a:gdLst>
                  <a:gd name="T0" fmla="*/ 42 w 22"/>
                  <a:gd name="T1" fmla="*/ 0 h 88"/>
                  <a:gd name="T2" fmla="*/ 0 w 22"/>
                  <a:gd name="T3" fmla="*/ 212 h 8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88">
                    <a:moveTo>
                      <a:pt x="18" y="0"/>
                    </a:moveTo>
                    <a:cubicBezTo>
                      <a:pt x="18" y="27"/>
                      <a:pt x="22" y="67"/>
                      <a:pt x="0" y="88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928" name="Freeform 51">
                <a:extLst>
                  <a:ext uri="{FF2B5EF4-FFF2-40B4-BE49-F238E27FC236}">
                    <a16:creationId xmlns:a16="http://schemas.microsoft.com/office/drawing/2014/main" id="{52E9662D-789A-459D-84D5-652F4272BA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6" y="3449"/>
                <a:ext cx="39" cy="240"/>
              </a:xfrm>
              <a:custGeom>
                <a:avLst/>
                <a:gdLst>
                  <a:gd name="T0" fmla="*/ 42 w 29"/>
                  <a:gd name="T1" fmla="*/ 69 h 178"/>
                  <a:gd name="T2" fmla="*/ 43 w 29"/>
                  <a:gd name="T3" fmla="*/ 266 h 178"/>
                  <a:gd name="T4" fmla="*/ 69 w 29"/>
                  <a:gd name="T5" fmla="*/ 338 h 178"/>
                  <a:gd name="T6" fmla="*/ 48 w 29"/>
                  <a:gd name="T7" fmla="*/ 437 h 178"/>
                  <a:gd name="T8" fmla="*/ 56 w 29"/>
                  <a:gd name="T9" fmla="*/ 367 h 178"/>
                  <a:gd name="T10" fmla="*/ 30 w 29"/>
                  <a:gd name="T11" fmla="*/ 348 h 178"/>
                  <a:gd name="T12" fmla="*/ 27 w 29"/>
                  <a:gd name="T13" fmla="*/ 270 h 178"/>
                  <a:gd name="T14" fmla="*/ 27 w 29"/>
                  <a:gd name="T15" fmla="*/ 0 h 17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9" h="178">
                    <a:moveTo>
                      <a:pt x="17" y="28"/>
                    </a:moveTo>
                    <a:cubicBezTo>
                      <a:pt x="24" y="57"/>
                      <a:pt x="21" y="81"/>
                      <a:pt x="18" y="108"/>
                    </a:cubicBezTo>
                    <a:cubicBezTo>
                      <a:pt x="17" y="121"/>
                      <a:pt x="26" y="126"/>
                      <a:pt x="28" y="138"/>
                    </a:cubicBezTo>
                    <a:cubicBezTo>
                      <a:pt x="29" y="149"/>
                      <a:pt x="26" y="169"/>
                      <a:pt x="20" y="178"/>
                    </a:cubicBezTo>
                    <a:cubicBezTo>
                      <a:pt x="23" y="171"/>
                      <a:pt x="26" y="157"/>
                      <a:pt x="23" y="150"/>
                    </a:cubicBezTo>
                    <a:cubicBezTo>
                      <a:pt x="20" y="142"/>
                      <a:pt x="16" y="146"/>
                      <a:pt x="12" y="142"/>
                    </a:cubicBezTo>
                    <a:cubicBezTo>
                      <a:pt x="0" y="130"/>
                      <a:pt x="7" y="125"/>
                      <a:pt x="11" y="110"/>
                    </a:cubicBezTo>
                    <a:cubicBezTo>
                      <a:pt x="22" y="76"/>
                      <a:pt x="9" y="35"/>
                      <a:pt x="11" y="0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929" name="Freeform 52">
                <a:extLst>
                  <a:ext uri="{FF2B5EF4-FFF2-40B4-BE49-F238E27FC236}">
                    <a16:creationId xmlns:a16="http://schemas.microsoft.com/office/drawing/2014/main" id="{F67B67EF-9569-4678-BB5A-795248481F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7" y="2271"/>
                <a:ext cx="233" cy="287"/>
              </a:xfrm>
              <a:custGeom>
                <a:avLst/>
                <a:gdLst>
                  <a:gd name="T0" fmla="*/ 0 w 172"/>
                  <a:gd name="T1" fmla="*/ 0 h 213"/>
                  <a:gd name="T2" fmla="*/ 112 w 172"/>
                  <a:gd name="T3" fmla="*/ 57 h 213"/>
                  <a:gd name="T4" fmla="*/ 211 w 172"/>
                  <a:gd name="T5" fmla="*/ 190 h 213"/>
                  <a:gd name="T6" fmla="*/ 371 w 172"/>
                  <a:gd name="T7" fmla="*/ 521 h 213"/>
                  <a:gd name="T8" fmla="*/ 321 w 172"/>
                  <a:gd name="T9" fmla="*/ 283 h 213"/>
                  <a:gd name="T10" fmla="*/ 259 w 172"/>
                  <a:gd name="T11" fmla="*/ 168 h 213"/>
                  <a:gd name="T12" fmla="*/ 72 w 172"/>
                  <a:gd name="T13" fmla="*/ 5 h 2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2" h="213">
                    <a:moveTo>
                      <a:pt x="0" y="0"/>
                    </a:moveTo>
                    <a:cubicBezTo>
                      <a:pt x="18" y="4"/>
                      <a:pt x="33" y="7"/>
                      <a:pt x="45" y="23"/>
                    </a:cubicBezTo>
                    <a:cubicBezTo>
                      <a:pt x="59" y="41"/>
                      <a:pt x="71" y="60"/>
                      <a:pt x="85" y="78"/>
                    </a:cubicBezTo>
                    <a:cubicBezTo>
                      <a:pt x="119" y="118"/>
                      <a:pt x="147" y="160"/>
                      <a:pt x="149" y="213"/>
                    </a:cubicBezTo>
                    <a:cubicBezTo>
                      <a:pt x="172" y="192"/>
                      <a:pt x="140" y="136"/>
                      <a:pt x="129" y="116"/>
                    </a:cubicBezTo>
                    <a:cubicBezTo>
                      <a:pt x="120" y="100"/>
                      <a:pt x="114" y="84"/>
                      <a:pt x="104" y="69"/>
                    </a:cubicBezTo>
                    <a:cubicBezTo>
                      <a:pt x="83" y="41"/>
                      <a:pt x="57" y="23"/>
                      <a:pt x="29" y="2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930" name="Freeform 53">
                <a:extLst>
                  <a:ext uri="{FF2B5EF4-FFF2-40B4-BE49-F238E27FC236}">
                    <a16:creationId xmlns:a16="http://schemas.microsoft.com/office/drawing/2014/main" id="{AA00E69D-712A-4E4D-9011-25FCEB70DF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6" y="1184"/>
                <a:ext cx="16" cy="105"/>
              </a:xfrm>
              <a:custGeom>
                <a:avLst/>
                <a:gdLst>
                  <a:gd name="T0" fmla="*/ 5 w 12"/>
                  <a:gd name="T1" fmla="*/ 0 h 78"/>
                  <a:gd name="T2" fmla="*/ 5 w 12"/>
                  <a:gd name="T3" fmla="*/ 98 h 78"/>
                  <a:gd name="T4" fmla="*/ 16 w 12"/>
                  <a:gd name="T5" fmla="*/ 151 h 78"/>
                  <a:gd name="T6" fmla="*/ 28 w 12"/>
                  <a:gd name="T7" fmla="*/ 190 h 78"/>
                  <a:gd name="T8" fmla="*/ 20 w 12"/>
                  <a:gd name="T9" fmla="*/ 83 h 78"/>
                  <a:gd name="T10" fmla="*/ 15 w 12"/>
                  <a:gd name="T11" fmla="*/ 0 h 7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78">
                    <a:moveTo>
                      <a:pt x="2" y="0"/>
                    </a:moveTo>
                    <a:cubicBezTo>
                      <a:pt x="2" y="14"/>
                      <a:pt x="0" y="26"/>
                      <a:pt x="2" y="40"/>
                    </a:cubicBezTo>
                    <a:cubicBezTo>
                      <a:pt x="3" y="47"/>
                      <a:pt x="5" y="54"/>
                      <a:pt x="7" y="62"/>
                    </a:cubicBezTo>
                    <a:cubicBezTo>
                      <a:pt x="8" y="68"/>
                      <a:pt x="11" y="72"/>
                      <a:pt x="12" y="78"/>
                    </a:cubicBezTo>
                    <a:cubicBezTo>
                      <a:pt x="8" y="63"/>
                      <a:pt x="9" y="49"/>
                      <a:pt x="8" y="34"/>
                    </a:cubicBezTo>
                    <a:cubicBezTo>
                      <a:pt x="7" y="26"/>
                      <a:pt x="2" y="7"/>
                      <a:pt x="6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931" name="Freeform 54">
                <a:extLst>
                  <a:ext uri="{FF2B5EF4-FFF2-40B4-BE49-F238E27FC236}">
                    <a16:creationId xmlns:a16="http://schemas.microsoft.com/office/drawing/2014/main" id="{4BBAD79F-C2C8-42F1-93AD-42E98C8FAB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6" y="1192"/>
                <a:ext cx="18" cy="46"/>
              </a:xfrm>
              <a:custGeom>
                <a:avLst/>
                <a:gdLst>
                  <a:gd name="T0" fmla="*/ 29 w 13"/>
                  <a:gd name="T1" fmla="*/ 0 h 34"/>
                  <a:gd name="T2" fmla="*/ 6 w 13"/>
                  <a:gd name="T3" fmla="*/ 57 h 34"/>
                  <a:gd name="T4" fmla="*/ 35 w 13"/>
                  <a:gd name="T5" fmla="*/ 84 h 34"/>
                  <a:gd name="T6" fmla="*/ 21 w 13"/>
                  <a:gd name="T7" fmla="*/ 57 h 34"/>
                  <a:gd name="T8" fmla="*/ 33 w 13"/>
                  <a:gd name="T9" fmla="*/ 42 h 34"/>
                  <a:gd name="T10" fmla="*/ 35 w 13"/>
                  <a:gd name="T11" fmla="*/ 9 h 3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" h="34">
                    <a:moveTo>
                      <a:pt x="11" y="0"/>
                    </a:moveTo>
                    <a:cubicBezTo>
                      <a:pt x="8" y="7"/>
                      <a:pt x="4" y="15"/>
                      <a:pt x="2" y="23"/>
                    </a:cubicBezTo>
                    <a:cubicBezTo>
                      <a:pt x="0" y="30"/>
                      <a:pt x="6" y="33"/>
                      <a:pt x="13" y="34"/>
                    </a:cubicBezTo>
                    <a:cubicBezTo>
                      <a:pt x="9" y="31"/>
                      <a:pt x="6" y="27"/>
                      <a:pt x="8" y="23"/>
                    </a:cubicBezTo>
                    <a:cubicBezTo>
                      <a:pt x="8" y="20"/>
                      <a:pt x="11" y="19"/>
                      <a:pt x="12" y="17"/>
                    </a:cubicBezTo>
                    <a:cubicBezTo>
                      <a:pt x="13" y="13"/>
                      <a:pt x="11" y="9"/>
                      <a:pt x="13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932" name="Freeform 55">
                <a:extLst>
                  <a:ext uri="{FF2B5EF4-FFF2-40B4-BE49-F238E27FC236}">
                    <a16:creationId xmlns:a16="http://schemas.microsoft.com/office/drawing/2014/main" id="{87A0332A-3E66-40AB-A9CA-243B9468F7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6" y="1307"/>
                <a:ext cx="49" cy="9"/>
              </a:xfrm>
              <a:custGeom>
                <a:avLst/>
                <a:gdLst>
                  <a:gd name="T0" fmla="*/ 0 w 36"/>
                  <a:gd name="T1" fmla="*/ 6 h 7"/>
                  <a:gd name="T2" fmla="*/ 91 w 36"/>
                  <a:gd name="T3" fmla="*/ 15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6" h="7">
                    <a:moveTo>
                      <a:pt x="0" y="3"/>
                    </a:moveTo>
                    <a:cubicBezTo>
                      <a:pt x="11" y="2"/>
                      <a:pt x="27" y="0"/>
                      <a:pt x="36" y="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933" name="Freeform 56">
                <a:extLst>
                  <a:ext uri="{FF2B5EF4-FFF2-40B4-BE49-F238E27FC236}">
                    <a16:creationId xmlns:a16="http://schemas.microsoft.com/office/drawing/2014/main" id="{9A9FB3CB-C18F-48C3-B7BF-CABE3E6A07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1" y="978"/>
                <a:ext cx="97" cy="144"/>
              </a:xfrm>
              <a:custGeom>
                <a:avLst/>
                <a:gdLst>
                  <a:gd name="T0" fmla="*/ 129 w 72"/>
                  <a:gd name="T1" fmla="*/ 12 h 107"/>
                  <a:gd name="T2" fmla="*/ 119 w 72"/>
                  <a:gd name="T3" fmla="*/ 35 h 107"/>
                  <a:gd name="T4" fmla="*/ 96 w 72"/>
                  <a:gd name="T5" fmla="*/ 54 h 107"/>
                  <a:gd name="T6" fmla="*/ 77 w 72"/>
                  <a:gd name="T7" fmla="*/ 77 h 107"/>
                  <a:gd name="T8" fmla="*/ 54 w 72"/>
                  <a:gd name="T9" fmla="*/ 85 h 107"/>
                  <a:gd name="T10" fmla="*/ 43 w 72"/>
                  <a:gd name="T11" fmla="*/ 110 h 107"/>
                  <a:gd name="T12" fmla="*/ 27 w 72"/>
                  <a:gd name="T13" fmla="*/ 140 h 107"/>
                  <a:gd name="T14" fmla="*/ 12 w 72"/>
                  <a:gd name="T15" fmla="*/ 174 h 107"/>
                  <a:gd name="T16" fmla="*/ 5 w 72"/>
                  <a:gd name="T17" fmla="*/ 206 h 107"/>
                  <a:gd name="T18" fmla="*/ 20 w 72"/>
                  <a:gd name="T19" fmla="*/ 261 h 107"/>
                  <a:gd name="T20" fmla="*/ 40 w 72"/>
                  <a:gd name="T21" fmla="*/ 217 h 107"/>
                  <a:gd name="T22" fmla="*/ 47 w 72"/>
                  <a:gd name="T23" fmla="*/ 157 h 107"/>
                  <a:gd name="T24" fmla="*/ 84 w 72"/>
                  <a:gd name="T25" fmla="*/ 110 h 107"/>
                  <a:gd name="T26" fmla="*/ 113 w 72"/>
                  <a:gd name="T27" fmla="*/ 77 h 107"/>
                  <a:gd name="T28" fmla="*/ 136 w 72"/>
                  <a:gd name="T29" fmla="*/ 42 h 107"/>
                  <a:gd name="T30" fmla="*/ 176 w 72"/>
                  <a:gd name="T31" fmla="*/ 15 h 107"/>
                  <a:gd name="T32" fmla="*/ 135 w 72"/>
                  <a:gd name="T33" fmla="*/ 12 h 10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72" h="107">
                    <a:moveTo>
                      <a:pt x="53" y="5"/>
                    </a:moveTo>
                    <a:cubicBezTo>
                      <a:pt x="50" y="7"/>
                      <a:pt x="50" y="11"/>
                      <a:pt x="48" y="14"/>
                    </a:cubicBezTo>
                    <a:cubicBezTo>
                      <a:pt x="45" y="18"/>
                      <a:pt x="42" y="20"/>
                      <a:pt x="39" y="22"/>
                    </a:cubicBezTo>
                    <a:cubicBezTo>
                      <a:pt x="36" y="25"/>
                      <a:pt x="34" y="29"/>
                      <a:pt x="31" y="31"/>
                    </a:cubicBezTo>
                    <a:cubicBezTo>
                      <a:pt x="26" y="33"/>
                      <a:pt x="25" y="31"/>
                      <a:pt x="22" y="35"/>
                    </a:cubicBezTo>
                    <a:cubicBezTo>
                      <a:pt x="19" y="38"/>
                      <a:pt x="19" y="42"/>
                      <a:pt x="18" y="45"/>
                    </a:cubicBezTo>
                    <a:cubicBezTo>
                      <a:pt x="16" y="50"/>
                      <a:pt x="15" y="52"/>
                      <a:pt x="11" y="57"/>
                    </a:cubicBezTo>
                    <a:cubicBezTo>
                      <a:pt x="6" y="62"/>
                      <a:pt x="6" y="64"/>
                      <a:pt x="5" y="71"/>
                    </a:cubicBezTo>
                    <a:cubicBezTo>
                      <a:pt x="5" y="75"/>
                      <a:pt x="0" y="80"/>
                      <a:pt x="2" y="85"/>
                    </a:cubicBezTo>
                    <a:cubicBezTo>
                      <a:pt x="13" y="80"/>
                      <a:pt x="6" y="103"/>
                      <a:pt x="8" y="107"/>
                    </a:cubicBezTo>
                    <a:cubicBezTo>
                      <a:pt x="12" y="101"/>
                      <a:pt x="12" y="94"/>
                      <a:pt x="16" y="89"/>
                    </a:cubicBezTo>
                    <a:cubicBezTo>
                      <a:pt x="12" y="84"/>
                      <a:pt x="8" y="60"/>
                      <a:pt x="19" y="65"/>
                    </a:cubicBezTo>
                    <a:cubicBezTo>
                      <a:pt x="18" y="58"/>
                      <a:pt x="25" y="37"/>
                      <a:pt x="34" y="45"/>
                    </a:cubicBezTo>
                    <a:cubicBezTo>
                      <a:pt x="29" y="38"/>
                      <a:pt x="38" y="29"/>
                      <a:pt x="46" y="31"/>
                    </a:cubicBezTo>
                    <a:cubicBezTo>
                      <a:pt x="46" y="27"/>
                      <a:pt x="48" y="10"/>
                      <a:pt x="56" y="17"/>
                    </a:cubicBezTo>
                    <a:cubicBezTo>
                      <a:pt x="57" y="10"/>
                      <a:pt x="63" y="0"/>
                      <a:pt x="72" y="6"/>
                    </a:cubicBezTo>
                    <a:cubicBezTo>
                      <a:pt x="67" y="0"/>
                      <a:pt x="61" y="7"/>
                      <a:pt x="55" y="5"/>
                    </a:cubicBezTo>
                  </a:path>
                </a:pathLst>
              </a:custGeom>
              <a:solidFill>
                <a:srgbClr val="F9F0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934" name="Freeform 57">
                <a:extLst>
                  <a:ext uri="{FF2B5EF4-FFF2-40B4-BE49-F238E27FC236}">
                    <a16:creationId xmlns:a16="http://schemas.microsoft.com/office/drawing/2014/main" id="{6CAD79D9-F3AD-4B11-A257-DD13BFB7FE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8" y="1474"/>
                <a:ext cx="125" cy="20"/>
              </a:xfrm>
              <a:custGeom>
                <a:avLst/>
                <a:gdLst>
                  <a:gd name="T0" fmla="*/ 0 w 92"/>
                  <a:gd name="T1" fmla="*/ 0 h 15"/>
                  <a:gd name="T2" fmla="*/ 117 w 92"/>
                  <a:gd name="T3" fmla="*/ 15 h 15"/>
                  <a:gd name="T4" fmla="*/ 231 w 92"/>
                  <a:gd name="T5" fmla="*/ 20 h 15"/>
                  <a:gd name="T6" fmla="*/ 113 w 92"/>
                  <a:gd name="T7" fmla="*/ 28 h 15"/>
                  <a:gd name="T8" fmla="*/ 0 w 92"/>
                  <a:gd name="T9" fmla="*/ 0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2" h="15">
                    <a:moveTo>
                      <a:pt x="0" y="0"/>
                    </a:moveTo>
                    <a:cubicBezTo>
                      <a:pt x="20" y="5"/>
                      <a:pt x="29" y="8"/>
                      <a:pt x="46" y="6"/>
                    </a:cubicBezTo>
                    <a:cubicBezTo>
                      <a:pt x="63" y="4"/>
                      <a:pt x="81" y="0"/>
                      <a:pt x="92" y="8"/>
                    </a:cubicBezTo>
                    <a:cubicBezTo>
                      <a:pt x="82" y="5"/>
                      <a:pt x="57" y="8"/>
                      <a:pt x="45" y="12"/>
                    </a:cubicBezTo>
                    <a:cubicBezTo>
                      <a:pt x="33" y="15"/>
                      <a:pt x="6" y="5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935" name="Freeform 58">
                <a:extLst>
                  <a:ext uri="{FF2B5EF4-FFF2-40B4-BE49-F238E27FC236}">
                    <a16:creationId xmlns:a16="http://schemas.microsoft.com/office/drawing/2014/main" id="{1FFDC9AE-4956-4E09-90F0-CA8FB21A87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7" y="1477"/>
                <a:ext cx="81" cy="10"/>
              </a:xfrm>
              <a:custGeom>
                <a:avLst/>
                <a:gdLst>
                  <a:gd name="T0" fmla="*/ 0 w 60"/>
                  <a:gd name="T1" fmla="*/ 6 h 8"/>
                  <a:gd name="T2" fmla="*/ 147 w 60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0" h="8">
                    <a:moveTo>
                      <a:pt x="0" y="3"/>
                    </a:moveTo>
                    <a:cubicBezTo>
                      <a:pt x="22" y="6"/>
                      <a:pt x="44" y="8"/>
                      <a:pt x="6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936" name="Freeform 59">
                <a:extLst>
                  <a:ext uri="{FF2B5EF4-FFF2-40B4-BE49-F238E27FC236}">
                    <a16:creationId xmlns:a16="http://schemas.microsoft.com/office/drawing/2014/main" id="{1B0E97DF-90B3-4D10-8B7B-0A82E8FB9E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7" y="1421"/>
                <a:ext cx="142" cy="213"/>
              </a:xfrm>
              <a:custGeom>
                <a:avLst/>
                <a:gdLst>
                  <a:gd name="T0" fmla="*/ 260 w 105"/>
                  <a:gd name="T1" fmla="*/ 1 h 158"/>
                  <a:gd name="T2" fmla="*/ 82 w 105"/>
                  <a:gd name="T3" fmla="*/ 135 h 158"/>
                  <a:gd name="T4" fmla="*/ 0 w 105"/>
                  <a:gd name="T5" fmla="*/ 387 h 158"/>
                  <a:gd name="T6" fmla="*/ 104 w 105"/>
                  <a:gd name="T7" fmla="*/ 127 h 158"/>
                  <a:gd name="T8" fmla="*/ 260 w 105"/>
                  <a:gd name="T9" fmla="*/ 1 h 15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5" h="158">
                    <a:moveTo>
                      <a:pt x="105" y="1"/>
                    </a:moveTo>
                    <a:cubicBezTo>
                      <a:pt x="82" y="0"/>
                      <a:pt x="51" y="24"/>
                      <a:pt x="33" y="55"/>
                    </a:cubicBezTo>
                    <a:cubicBezTo>
                      <a:pt x="15" y="87"/>
                      <a:pt x="4" y="127"/>
                      <a:pt x="0" y="158"/>
                    </a:cubicBezTo>
                    <a:cubicBezTo>
                      <a:pt x="5" y="136"/>
                      <a:pt x="32" y="66"/>
                      <a:pt x="42" y="52"/>
                    </a:cubicBezTo>
                    <a:cubicBezTo>
                      <a:pt x="52" y="38"/>
                      <a:pt x="78" y="2"/>
                      <a:pt x="105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937" name="Freeform 60">
                <a:extLst>
                  <a:ext uri="{FF2B5EF4-FFF2-40B4-BE49-F238E27FC236}">
                    <a16:creationId xmlns:a16="http://schemas.microsoft.com/office/drawing/2014/main" id="{65A4125F-373B-4A53-ADB0-CB30F58FCC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2" y="1982"/>
                <a:ext cx="23" cy="236"/>
              </a:xfrm>
              <a:custGeom>
                <a:avLst/>
                <a:gdLst>
                  <a:gd name="T0" fmla="*/ 42 w 17"/>
                  <a:gd name="T1" fmla="*/ 0 h 175"/>
                  <a:gd name="T2" fmla="*/ 0 w 17"/>
                  <a:gd name="T3" fmla="*/ 429 h 17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175">
                    <a:moveTo>
                      <a:pt x="17" y="0"/>
                    </a:moveTo>
                    <a:cubicBezTo>
                      <a:pt x="10" y="22"/>
                      <a:pt x="1" y="113"/>
                      <a:pt x="0" y="17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938" name="Freeform 61">
                <a:extLst>
                  <a:ext uri="{FF2B5EF4-FFF2-40B4-BE49-F238E27FC236}">
                    <a16:creationId xmlns:a16="http://schemas.microsoft.com/office/drawing/2014/main" id="{C2205D6C-9557-4D85-BD01-7BD37C0B50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1" y="2369"/>
                <a:ext cx="16" cy="80"/>
              </a:xfrm>
              <a:custGeom>
                <a:avLst/>
                <a:gdLst>
                  <a:gd name="T0" fmla="*/ 28 w 12"/>
                  <a:gd name="T1" fmla="*/ 0 h 59"/>
                  <a:gd name="T2" fmla="*/ 0 w 12"/>
                  <a:gd name="T3" fmla="*/ 146 h 5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59">
                    <a:moveTo>
                      <a:pt x="12" y="0"/>
                    </a:moveTo>
                    <a:cubicBezTo>
                      <a:pt x="5" y="13"/>
                      <a:pt x="0" y="36"/>
                      <a:pt x="0" y="5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939" name="Freeform 62">
                <a:extLst>
                  <a:ext uri="{FF2B5EF4-FFF2-40B4-BE49-F238E27FC236}">
                    <a16:creationId xmlns:a16="http://schemas.microsoft.com/office/drawing/2014/main" id="{9750591E-1800-4845-8345-5C5672C4C4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5" y="1935"/>
                <a:ext cx="37" cy="156"/>
              </a:xfrm>
              <a:custGeom>
                <a:avLst/>
                <a:gdLst>
                  <a:gd name="T0" fmla="*/ 45 w 28"/>
                  <a:gd name="T1" fmla="*/ 1 h 116"/>
                  <a:gd name="T2" fmla="*/ 44 w 28"/>
                  <a:gd name="T3" fmla="*/ 148 h 116"/>
                  <a:gd name="T4" fmla="*/ 1 w 28"/>
                  <a:gd name="T5" fmla="*/ 282 h 116"/>
                  <a:gd name="T6" fmla="*/ 37 w 28"/>
                  <a:gd name="T7" fmla="*/ 198 h 116"/>
                  <a:gd name="T8" fmla="*/ 63 w 28"/>
                  <a:gd name="T9" fmla="*/ 125 h 116"/>
                  <a:gd name="T10" fmla="*/ 59 w 28"/>
                  <a:gd name="T11" fmla="*/ 58 h 116"/>
                  <a:gd name="T12" fmla="*/ 49 w 28"/>
                  <a:gd name="T13" fmla="*/ 0 h 1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8" h="116">
                    <a:moveTo>
                      <a:pt x="20" y="1"/>
                    </a:moveTo>
                    <a:cubicBezTo>
                      <a:pt x="21" y="22"/>
                      <a:pt x="24" y="40"/>
                      <a:pt x="19" y="61"/>
                    </a:cubicBezTo>
                    <a:cubicBezTo>
                      <a:pt x="15" y="80"/>
                      <a:pt x="0" y="95"/>
                      <a:pt x="1" y="116"/>
                    </a:cubicBezTo>
                    <a:cubicBezTo>
                      <a:pt x="5" y="103"/>
                      <a:pt x="8" y="92"/>
                      <a:pt x="16" y="81"/>
                    </a:cubicBezTo>
                    <a:cubicBezTo>
                      <a:pt x="23" y="73"/>
                      <a:pt x="26" y="62"/>
                      <a:pt x="27" y="51"/>
                    </a:cubicBezTo>
                    <a:cubicBezTo>
                      <a:pt x="28" y="43"/>
                      <a:pt x="28" y="33"/>
                      <a:pt x="26" y="24"/>
                    </a:cubicBezTo>
                    <a:cubicBezTo>
                      <a:pt x="25" y="16"/>
                      <a:pt x="21" y="9"/>
                      <a:pt x="21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940" name="Freeform 63">
                <a:extLst>
                  <a:ext uri="{FF2B5EF4-FFF2-40B4-BE49-F238E27FC236}">
                    <a16:creationId xmlns:a16="http://schemas.microsoft.com/office/drawing/2014/main" id="{718E7FB9-6A58-48CF-8AF0-7238C9A80B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4" y="1623"/>
                <a:ext cx="26" cy="111"/>
              </a:xfrm>
              <a:custGeom>
                <a:avLst/>
                <a:gdLst>
                  <a:gd name="T0" fmla="*/ 1 w 19"/>
                  <a:gd name="T1" fmla="*/ 0 h 82"/>
                  <a:gd name="T2" fmla="*/ 36 w 19"/>
                  <a:gd name="T3" fmla="*/ 89 h 82"/>
                  <a:gd name="T4" fmla="*/ 29 w 19"/>
                  <a:gd name="T5" fmla="*/ 203 h 82"/>
                  <a:gd name="T6" fmla="*/ 36 w 19"/>
                  <a:gd name="T7" fmla="*/ 139 h 82"/>
                  <a:gd name="T8" fmla="*/ 47 w 19"/>
                  <a:gd name="T9" fmla="*/ 77 h 82"/>
                  <a:gd name="T10" fmla="*/ 34 w 19"/>
                  <a:gd name="T11" fmla="*/ 32 h 82"/>
                  <a:gd name="T12" fmla="*/ 0 w 19"/>
                  <a:gd name="T13" fmla="*/ 0 h 8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82">
                    <a:moveTo>
                      <a:pt x="1" y="0"/>
                    </a:moveTo>
                    <a:cubicBezTo>
                      <a:pt x="9" y="11"/>
                      <a:pt x="13" y="22"/>
                      <a:pt x="14" y="36"/>
                    </a:cubicBezTo>
                    <a:cubicBezTo>
                      <a:pt x="14" y="50"/>
                      <a:pt x="6" y="69"/>
                      <a:pt x="11" y="82"/>
                    </a:cubicBezTo>
                    <a:cubicBezTo>
                      <a:pt x="12" y="73"/>
                      <a:pt x="13" y="65"/>
                      <a:pt x="14" y="56"/>
                    </a:cubicBezTo>
                    <a:cubicBezTo>
                      <a:pt x="16" y="48"/>
                      <a:pt x="19" y="40"/>
                      <a:pt x="18" y="31"/>
                    </a:cubicBezTo>
                    <a:cubicBezTo>
                      <a:pt x="18" y="25"/>
                      <a:pt x="17" y="18"/>
                      <a:pt x="13" y="13"/>
                    </a:cubicBezTo>
                    <a:cubicBezTo>
                      <a:pt x="9" y="8"/>
                      <a:pt x="4" y="5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941" name="Freeform 64">
                <a:extLst>
                  <a:ext uri="{FF2B5EF4-FFF2-40B4-BE49-F238E27FC236}">
                    <a16:creationId xmlns:a16="http://schemas.microsoft.com/office/drawing/2014/main" id="{5133AD7D-8BCC-47B2-B36D-303218454E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7" y="2031"/>
                <a:ext cx="68" cy="221"/>
              </a:xfrm>
              <a:custGeom>
                <a:avLst/>
                <a:gdLst>
                  <a:gd name="T0" fmla="*/ 10 w 50"/>
                  <a:gd name="T1" fmla="*/ 0 h 164"/>
                  <a:gd name="T2" fmla="*/ 125 w 50"/>
                  <a:gd name="T3" fmla="*/ 402 h 16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0" h="164">
                    <a:moveTo>
                      <a:pt x="4" y="0"/>
                    </a:moveTo>
                    <a:cubicBezTo>
                      <a:pt x="0" y="29"/>
                      <a:pt x="36" y="124"/>
                      <a:pt x="50" y="16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942" name="Freeform 65">
                <a:extLst>
                  <a:ext uri="{FF2B5EF4-FFF2-40B4-BE49-F238E27FC236}">
                    <a16:creationId xmlns:a16="http://schemas.microsoft.com/office/drawing/2014/main" id="{8739BBBC-DFC4-4B4E-8AF7-6C485F489E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7" y="2389"/>
                <a:ext cx="14" cy="56"/>
              </a:xfrm>
              <a:custGeom>
                <a:avLst/>
                <a:gdLst>
                  <a:gd name="T0" fmla="*/ 28 w 10"/>
                  <a:gd name="T1" fmla="*/ 0 h 41"/>
                  <a:gd name="T2" fmla="*/ 1 w 10"/>
                  <a:gd name="T3" fmla="*/ 104 h 4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41">
                    <a:moveTo>
                      <a:pt x="10" y="0"/>
                    </a:moveTo>
                    <a:cubicBezTo>
                      <a:pt x="2" y="16"/>
                      <a:pt x="0" y="25"/>
                      <a:pt x="1" y="4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943" name="Freeform 66">
                <a:extLst>
                  <a:ext uri="{FF2B5EF4-FFF2-40B4-BE49-F238E27FC236}">
                    <a16:creationId xmlns:a16="http://schemas.microsoft.com/office/drawing/2014/main" id="{06DAEC81-609B-4A25-9C09-81CFC5DB38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0" y="2280"/>
                <a:ext cx="143" cy="72"/>
              </a:xfrm>
              <a:custGeom>
                <a:avLst/>
                <a:gdLst>
                  <a:gd name="T0" fmla="*/ 0 w 106"/>
                  <a:gd name="T1" fmla="*/ 128 h 53"/>
                  <a:gd name="T2" fmla="*/ 260 w 106"/>
                  <a:gd name="T3" fmla="*/ 0 h 53"/>
                  <a:gd name="T4" fmla="*/ 0 w 106"/>
                  <a:gd name="T5" fmla="*/ 128 h 5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6" h="53">
                    <a:moveTo>
                      <a:pt x="0" y="51"/>
                    </a:moveTo>
                    <a:cubicBezTo>
                      <a:pt x="37" y="53"/>
                      <a:pt x="60" y="43"/>
                      <a:pt x="106" y="0"/>
                    </a:cubicBezTo>
                    <a:cubicBezTo>
                      <a:pt x="96" y="7"/>
                      <a:pt x="39" y="51"/>
                      <a:pt x="0" y="5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944" name="Freeform 67">
                <a:extLst>
                  <a:ext uri="{FF2B5EF4-FFF2-40B4-BE49-F238E27FC236}">
                    <a16:creationId xmlns:a16="http://schemas.microsoft.com/office/drawing/2014/main" id="{07054061-3B11-4A18-99DC-B28C88C791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1" y="2426"/>
                <a:ext cx="114" cy="647"/>
              </a:xfrm>
              <a:custGeom>
                <a:avLst/>
                <a:gdLst>
                  <a:gd name="T0" fmla="*/ 210 w 84"/>
                  <a:gd name="T1" fmla="*/ 0 h 480"/>
                  <a:gd name="T2" fmla="*/ 20 w 84"/>
                  <a:gd name="T3" fmla="*/ 167 h 480"/>
                  <a:gd name="T4" fmla="*/ 14 w 84"/>
                  <a:gd name="T5" fmla="*/ 798 h 480"/>
                  <a:gd name="T6" fmla="*/ 15 w 84"/>
                  <a:gd name="T7" fmla="*/ 1175 h 480"/>
                  <a:gd name="T8" fmla="*/ 41 w 84"/>
                  <a:gd name="T9" fmla="*/ 747 h 480"/>
                  <a:gd name="T10" fmla="*/ 210 w 84"/>
                  <a:gd name="T11" fmla="*/ 0 h 48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4" h="480">
                    <a:moveTo>
                      <a:pt x="84" y="0"/>
                    </a:moveTo>
                    <a:cubicBezTo>
                      <a:pt x="68" y="7"/>
                      <a:pt x="13" y="23"/>
                      <a:pt x="8" y="68"/>
                    </a:cubicBezTo>
                    <a:cubicBezTo>
                      <a:pt x="4" y="114"/>
                      <a:pt x="9" y="247"/>
                      <a:pt x="5" y="326"/>
                    </a:cubicBezTo>
                    <a:cubicBezTo>
                      <a:pt x="2" y="405"/>
                      <a:pt x="5" y="465"/>
                      <a:pt x="6" y="480"/>
                    </a:cubicBezTo>
                    <a:cubicBezTo>
                      <a:pt x="5" y="452"/>
                      <a:pt x="5" y="342"/>
                      <a:pt x="16" y="305"/>
                    </a:cubicBezTo>
                    <a:cubicBezTo>
                      <a:pt x="27" y="267"/>
                      <a:pt x="0" y="55"/>
                      <a:pt x="8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945" name="Freeform 68">
                <a:extLst>
                  <a:ext uri="{FF2B5EF4-FFF2-40B4-BE49-F238E27FC236}">
                    <a16:creationId xmlns:a16="http://schemas.microsoft.com/office/drawing/2014/main" id="{BDC82FA5-8C5A-449F-A04D-B2D5B0300B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2" y="2244"/>
                <a:ext cx="64" cy="454"/>
              </a:xfrm>
              <a:custGeom>
                <a:avLst/>
                <a:gdLst>
                  <a:gd name="T0" fmla="*/ 26 w 47"/>
                  <a:gd name="T1" fmla="*/ 119 h 337"/>
                  <a:gd name="T2" fmla="*/ 118 w 47"/>
                  <a:gd name="T3" fmla="*/ 824 h 337"/>
                  <a:gd name="T4" fmla="*/ 26 w 47"/>
                  <a:gd name="T5" fmla="*/ 119 h 33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7" h="337">
                    <a:moveTo>
                      <a:pt x="10" y="48"/>
                    </a:moveTo>
                    <a:cubicBezTo>
                      <a:pt x="23" y="0"/>
                      <a:pt x="15" y="241"/>
                      <a:pt x="47" y="337"/>
                    </a:cubicBezTo>
                    <a:cubicBezTo>
                      <a:pt x="45" y="323"/>
                      <a:pt x="0" y="135"/>
                      <a:pt x="10" y="4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946" name="Freeform 69">
                <a:extLst>
                  <a:ext uri="{FF2B5EF4-FFF2-40B4-BE49-F238E27FC236}">
                    <a16:creationId xmlns:a16="http://schemas.microsoft.com/office/drawing/2014/main" id="{60B4DCD5-DBBA-4442-9B18-C999549988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0" y="3123"/>
                <a:ext cx="51" cy="314"/>
              </a:xfrm>
              <a:custGeom>
                <a:avLst/>
                <a:gdLst>
                  <a:gd name="T0" fmla="*/ 36 w 38"/>
                  <a:gd name="T1" fmla="*/ 0 h 233"/>
                  <a:gd name="T2" fmla="*/ 91 w 38"/>
                  <a:gd name="T3" fmla="*/ 570 h 233"/>
                  <a:gd name="T4" fmla="*/ 36 w 38"/>
                  <a:gd name="T5" fmla="*/ 0 h 2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8" h="233">
                    <a:moveTo>
                      <a:pt x="15" y="0"/>
                    </a:moveTo>
                    <a:cubicBezTo>
                      <a:pt x="15" y="38"/>
                      <a:pt x="0" y="144"/>
                      <a:pt x="38" y="233"/>
                    </a:cubicBezTo>
                    <a:cubicBezTo>
                      <a:pt x="30" y="209"/>
                      <a:pt x="14" y="34"/>
                      <a:pt x="1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947" name="Freeform 70">
                <a:extLst>
                  <a:ext uri="{FF2B5EF4-FFF2-40B4-BE49-F238E27FC236}">
                    <a16:creationId xmlns:a16="http://schemas.microsoft.com/office/drawing/2014/main" id="{E798BC46-063B-42FD-B214-65049425E6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8" y="3259"/>
                <a:ext cx="48" cy="255"/>
              </a:xfrm>
              <a:custGeom>
                <a:avLst/>
                <a:gdLst>
                  <a:gd name="T0" fmla="*/ 0 w 36"/>
                  <a:gd name="T1" fmla="*/ 0 h 189"/>
                  <a:gd name="T2" fmla="*/ 59 w 36"/>
                  <a:gd name="T3" fmla="*/ 464 h 189"/>
                  <a:gd name="T4" fmla="*/ 0 w 36"/>
                  <a:gd name="T5" fmla="*/ 0 h 18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6" h="189">
                    <a:moveTo>
                      <a:pt x="0" y="0"/>
                    </a:moveTo>
                    <a:cubicBezTo>
                      <a:pt x="10" y="28"/>
                      <a:pt x="36" y="121"/>
                      <a:pt x="25" y="189"/>
                    </a:cubicBezTo>
                    <a:cubicBezTo>
                      <a:pt x="32" y="166"/>
                      <a:pt x="23" y="79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948" name="Freeform 71">
                <a:extLst>
                  <a:ext uri="{FF2B5EF4-FFF2-40B4-BE49-F238E27FC236}">
                    <a16:creationId xmlns:a16="http://schemas.microsoft.com/office/drawing/2014/main" id="{E9757EC6-8314-4BDE-A67A-3511ED13DD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3" y="3551"/>
                <a:ext cx="45" cy="106"/>
              </a:xfrm>
              <a:custGeom>
                <a:avLst/>
                <a:gdLst>
                  <a:gd name="T0" fmla="*/ 35 w 33"/>
                  <a:gd name="T1" fmla="*/ 0 h 78"/>
                  <a:gd name="T2" fmla="*/ 37 w 33"/>
                  <a:gd name="T3" fmla="*/ 98 h 78"/>
                  <a:gd name="T4" fmla="*/ 0 w 33"/>
                  <a:gd name="T5" fmla="*/ 196 h 78"/>
                  <a:gd name="T6" fmla="*/ 35 w 33"/>
                  <a:gd name="T7" fmla="*/ 128 h 78"/>
                  <a:gd name="T8" fmla="*/ 83 w 33"/>
                  <a:gd name="T9" fmla="*/ 105 h 78"/>
                  <a:gd name="T10" fmla="*/ 41 w 33"/>
                  <a:gd name="T11" fmla="*/ 5 h 7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3" h="78">
                    <a:moveTo>
                      <a:pt x="14" y="0"/>
                    </a:moveTo>
                    <a:cubicBezTo>
                      <a:pt x="6" y="10"/>
                      <a:pt x="18" y="27"/>
                      <a:pt x="15" y="39"/>
                    </a:cubicBezTo>
                    <a:cubicBezTo>
                      <a:pt x="11" y="52"/>
                      <a:pt x="2" y="63"/>
                      <a:pt x="0" y="78"/>
                    </a:cubicBezTo>
                    <a:cubicBezTo>
                      <a:pt x="3" y="69"/>
                      <a:pt x="8" y="59"/>
                      <a:pt x="14" y="51"/>
                    </a:cubicBezTo>
                    <a:cubicBezTo>
                      <a:pt x="19" y="45"/>
                      <a:pt x="25" y="44"/>
                      <a:pt x="33" y="42"/>
                    </a:cubicBezTo>
                    <a:cubicBezTo>
                      <a:pt x="22" y="34"/>
                      <a:pt x="11" y="17"/>
                      <a:pt x="16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949" name="Freeform 72">
                <a:extLst>
                  <a:ext uri="{FF2B5EF4-FFF2-40B4-BE49-F238E27FC236}">
                    <a16:creationId xmlns:a16="http://schemas.microsoft.com/office/drawing/2014/main" id="{23F3B3D5-6196-45F7-A6A4-FDD93C07E4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4" y="3562"/>
                <a:ext cx="34" cy="103"/>
              </a:xfrm>
              <a:custGeom>
                <a:avLst/>
                <a:gdLst>
                  <a:gd name="T0" fmla="*/ 10 w 25"/>
                  <a:gd name="T1" fmla="*/ 0 h 76"/>
                  <a:gd name="T2" fmla="*/ 26 w 25"/>
                  <a:gd name="T3" fmla="*/ 95 h 76"/>
                  <a:gd name="T4" fmla="*/ 10 w 25"/>
                  <a:gd name="T5" fmla="*/ 125 h 76"/>
                  <a:gd name="T6" fmla="*/ 7 w 25"/>
                  <a:gd name="T7" fmla="*/ 190 h 76"/>
                  <a:gd name="T8" fmla="*/ 20 w 25"/>
                  <a:gd name="T9" fmla="*/ 134 h 76"/>
                  <a:gd name="T10" fmla="*/ 50 w 25"/>
                  <a:gd name="T11" fmla="*/ 110 h 76"/>
                  <a:gd name="T12" fmla="*/ 41 w 25"/>
                  <a:gd name="T13" fmla="*/ 89 h 76"/>
                  <a:gd name="T14" fmla="*/ 26 w 25"/>
                  <a:gd name="T15" fmla="*/ 35 h 7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5" h="76">
                    <a:moveTo>
                      <a:pt x="4" y="0"/>
                    </a:moveTo>
                    <a:cubicBezTo>
                      <a:pt x="0" y="12"/>
                      <a:pt x="9" y="26"/>
                      <a:pt x="10" y="38"/>
                    </a:cubicBezTo>
                    <a:cubicBezTo>
                      <a:pt x="10" y="44"/>
                      <a:pt x="7" y="45"/>
                      <a:pt x="4" y="50"/>
                    </a:cubicBezTo>
                    <a:cubicBezTo>
                      <a:pt x="1" y="57"/>
                      <a:pt x="1" y="68"/>
                      <a:pt x="3" y="76"/>
                    </a:cubicBezTo>
                    <a:cubicBezTo>
                      <a:pt x="4" y="70"/>
                      <a:pt x="4" y="60"/>
                      <a:pt x="8" y="54"/>
                    </a:cubicBezTo>
                    <a:cubicBezTo>
                      <a:pt x="11" y="49"/>
                      <a:pt x="17" y="49"/>
                      <a:pt x="20" y="44"/>
                    </a:cubicBezTo>
                    <a:cubicBezTo>
                      <a:pt x="25" y="38"/>
                      <a:pt x="20" y="40"/>
                      <a:pt x="16" y="36"/>
                    </a:cubicBezTo>
                    <a:cubicBezTo>
                      <a:pt x="12" y="31"/>
                      <a:pt x="13" y="21"/>
                      <a:pt x="10" y="1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950" name="Freeform 73">
                <a:extLst>
                  <a:ext uri="{FF2B5EF4-FFF2-40B4-BE49-F238E27FC236}">
                    <a16:creationId xmlns:a16="http://schemas.microsoft.com/office/drawing/2014/main" id="{DFF44505-DDB6-4596-88BD-7582900AE5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3" y="1439"/>
                <a:ext cx="69" cy="56"/>
              </a:xfrm>
              <a:custGeom>
                <a:avLst/>
                <a:gdLst>
                  <a:gd name="T0" fmla="*/ 15 w 51"/>
                  <a:gd name="T1" fmla="*/ 100 h 42"/>
                  <a:gd name="T2" fmla="*/ 68 w 51"/>
                  <a:gd name="T3" fmla="*/ 63 h 42"/>
                  <a:gd name="T4" fmla="*/ 126 w 51"/>
                  <a:gd name="T5" fmla="*/ 48 h 42"/>
                  <a:gd name="T6" fmla="*/ 0 w 51"/>
                  <a:gd name="T7" fmla="*/ 36 h 4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1" h="42">
                    <a:moveTo>
                      <a:pt x="6" y="42"/>
                    </a:moveTo>
                    <a:cubicBezTo>
                      <a:pt x="12" y="36"/>
                      <a:pt x="18" y="30"/>
                      <a:pt x="27" y="26"/>
                    </a:cubicBezTo>
                    <a:cubicBezTo>
                      <a:pt x="34" y="23"/>
                      <a:pt x="45" y="24"/>
                      <a:pt x="51" y="20"/>
                    </a:cubicBezTo>
                    <a:cubicBezTo>
                      <a:pt x="43" y="14"/>
                      <a:pt x="5" y="0"/>
                      <a:pt x="0" y="15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951" name="Freeform 74">
                <a:extLst>
                  <a:ext uri="{FF2B5EF4-FFF2-40B4-BE49-F238E27FC236}">
                    <a16:creationId xmlns:a16="http://schemas.microsoft.com/office/drawing/2014/main" id="{AA790C0D-B10E-43A6-8DE0-3D3E44D0A3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0" y="1327"/>
                <a:ext cx="85" cy="154"/>
              </a:xfrm>
              <a:custGeom>
                <a:avLst/>
                <a:gdLst>
                  <a:gd name="T0" fmla="*/ 98 w 63"/>
                  <a:gd name="T1" fmla="*/ 212 h 114"/>
                  <a:gd name="T2" fmla="*/ 119 w 63"/>
                  <a:gd name="T3" fmla="*/ 111 h 114"/>
                  <a:gd name="T4" fmla="*/ 155 w 63"/>
                  <a:gd name="T5" fmla="*/ 0 h 114"/>
                  <a:gd name="T6" fmla="*/ 43 w 63"/>
                  <a:gd name="T7" fmla="*/ 85 h 114"/>
                  <a:gd name="T8" fmla="*/ 54 w 63"/>
                  <a:gd name="T9" fmla="*/ 170 h 114"/>
                  <a:gd name="T10" fmla="*/ 20 w 63"/>
                  <a:gd name="T11" fmla="*/ 230 h 114"/>
                  <a:gd name="T12" fmla="*/ 0 w 63"/>
                  <a:gd name="T13" fmla="*/ 281 h 1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3" h="114">
                    <a:moveTo>
                      <a:pt x="40" y="86"/>
                    </a:moveTo>
                    <a:cubicBezTo>
                      <a:pt x="32" y="73"/>
                      <a:pt x="44" y="57"/>
                      <a:pt x="48" y="45"/>
                    </a:cubicBezTo>
                    <a:cubicBezTo>
                      <a:pt x="54" y="30"/>
                      <a:pt x="60" y="15"/>
                      <a:pt x="63" y="0"/>
                    </a:cubicBezTo>
                    <a:cubicBezTo>
                      <a:pt x="53" y="18"/>
                      <a:pt x="40" y="33"/>
                      <a:pt x="18" y="35"/>
                    </a:cubicBezTo>
                    <a:cubicBezTo>
                      <a:pt x="28" y="45"/>
                      <a:pt x="28" y="55"/>
                      <a:pt x="22" y="69"/>
                    </a:cubicBezTo>
                    <a:cubicBezTo>
                      <a:pt x="18" y="77"/>
                      <a:pt x="13" y="85"/>
                      <a:pt x="8" y="93"/>
                    </a:cubicBezTo>
                    <a:cubicBezTo>
                      <a:pt x="4" y="100"/>
                      <a:pt x="3" y="106"/>
                      <a:pt x="0" y="114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952" name="Freeform 75">
                <a:extLst>
                  <a:ext uri="{FF2B5EF4-FFF2-40B4-BE49-F238E27FC236}">
                    <a16:creationId xmlns:a16="http://schemas.microsoft.com/office/drawing/2014/main" id="{EB4666A2-F09C-4238-AA99-7707DE98D4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4" y="1385"/>
                <a:ext cx="65" cy="74"/>
              </a:xfrm>
              <a:custGeom>
                <a:avLst/>
                <a:gdLst>
                  <a:gd name="T0" fmla="*/ 62 w 48"/>
                  <a:gd name="T1" fmla="*/ 0 h 55"/>
                  <a:gd name="T2" fmla="*/ 69 w 48"/>
                  <a:gd name="T3" fmla="*/ 70 h 55"/>
                  <a:gd name="T4" fmla="*/ 89 w 48"/>
                  <a:gd name="T5" fmla="*/ 110 h 55"/>
                  <a:gd name="T6" fmla="*/ 119 w 48"/>
                  <a:gd name="T7" fmla="*/ 129 h 55"/>
                  <a:gd name="T8" fmla="*/ 0 w 48"/>
                  <a:gd name="T9" fmla="*/ 135 h 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8" h="55">
                    <a:moveTo>
                      <a:pt x="25" y="0"/>
                    </a:moveTo>
                    <a:cubicBezTo>
                      <a:pt x="25" y="10"/>
                      <a:pt x="24" y="19"/>
                      <a:pt x="28" y="29"/>
                    </a:cubicBezTo>
                    <a:cubicBezTo>
                      <a:pt x="30" y="34"/>
                      <a:pt x="32" y="41"/>
                      <a:pt x="36" y="45"/>
                    </a:cubicBezTo>
                    <a:cubicBezTo>
                      <a:pt x="39" y="49"/>
                      <a:pt x="44" y="50"/>
                      <a:pt x="48" y="53"/>
                    </a:cubicBezTo>
                    <a:cubicBezTo>
                      <a:pt x="33" y="49"/>
                      <a:pt x="15" y="50"/>
                      <a:pt x="0" y="55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953" name="Freeform 76">
                <a:extLst>
                  <a:ext uri="{FF2B5EF4-FFF2-40B4-BE49-F238E27FC236}">
                    <a16:creationId xmlns:a16="http://schemas.microsoft.com/office/drawing/2014/main" id="{55ECE2F4-4349-4E55-BFB6-DAEBBFEF8F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8" y="1416"/>
                <a:ext cx="103" cy="69"/>
              </a:xfrm>
              <a:custGeom>
                <a:avLst/>
                <a:gdLst>
                  <a:gd name="T0" fmla="*/ 0 w 76"/>
                  <a:gd name="T1" fmla="*/ 84 h 51"/>
                  <a:gd name="T2" fmla="*/ 79 w 76"/>
                  <a:gd name="T3" fmla="*/ 78 h 51"/>
                  <a:gd name="T4" fmla="*/ 190 w 76"/>
                  <a:gd name="T5" fmla="*/ 0 h 51"/>
                  <a:gd name="T6" fmla="*/ 156 w 76"/>
                  <a:gd name="T7" fmla="*/ 84 h 51"/>
                  <a:gd name="T8" fmla="*/ 61 w 76"/>
                  <a:gd name="T9" fmla="*/ 126 h 5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6" h="51">
                    <a:moveTo>
                      <a:pt x="0" y="34"/>
                    </a:moveTo>
                    <a:cubicBezTo>
                      <a:pt x="13" y="41"/>
                      <a:pt x="19" y="37"/>
                      <a:pt x="32" y="32"/>
                    </a:cubicBezTo>
                    <a:cubicBezTo>
                      <a:pt x="51" y="24"/>
                      <a:pt x="65" y="19"/>
                      <a:pt x="76" y="0"/>
                    </a:cubicBezTo>
                    <a:cubicBezTo>
                      <a:pt x="71" y="11"/>
                      <a:pt x="68" y="23"/>
                      <a:pt x="63" y="34"/>
                    </a:cubicBezTo>
                    <a:cubicBezTo>
                      <a:pt x="54" y="51"/>
                      <a:pt x="41" y="49"/>
                      <a:pt x="24" y="51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954" name="Freeform 77">
                <a:extLst>
                  <a:ext uri="{FF2B5EF4-FFF2-40B4-BE49-F238E27FC236}">
                    <a16:creationId xmlns:a16="http://schemas.microsoft.com/office/drawing/2014/main" id="{A6791FD1-FA4D-40C3-8B8C-F2090857A5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1" y="1344"/>
                <a:ext cx="37" cy="115"/>
              </a:xfrm>
              <a:custGeom>
                <a:avLst/>
                <a:gdLst>
                  <a:gd name="T0" fmla="*/ 0 w 28"/>
                  <a:gd name="T1" fmla="*/ 0 h 85"/>
                  <a:gd name="T2" fmla="*/ 28 w 28"/>
                  <a:gd name="T3" fmla="*/ 129 h 85"/>
                  <a:gd name="T4" fmla="*/ 65 w 28"/>
                  <a:gd name="T5" fmla="*/ 211 h 8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85">
                    <a:moveTo>
                      <a:pt x="0" y="0"/>
                    </a:moveTo>
                    <a:cubicBezTo>
                      <a:pt x="2" y="18"/>
                      <a:pt x="4" y="35"/>
                      <a:pt x="12" y="52"/>
                    </a:cubicBezTo>
                    <a:cubicBezTo>
                      <a:pt x="17" y="62"/>
                      <a:pt x="28" y="74"/>
                      <a:pt x="28" y="8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955" name="Freeform 78">
                <a:extLst>
                  <a:ext uri="{FF2B5EF4-FFF2-40B4-BE49-F238E27FC236}">
                    <a16:creationId xmlns:a16="http://schemas.microsoft.com/office/drawing/2014/main" id="{0A85E0F2-94BF-453B-BD39-5AD3629D12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4" y="1342"/>
                <a:ext cx="142" cy="81"/>
              </a:xfrm>
              <a:custGeom>
                <a:avLst/>
                <a:gdLst>
                  <a:gd name="T0" fmla="*/ 0 w 105"/>
                  <a:gd name="T1" fmla="*/ 16 h 60"/>
                  <a:gd name="T2" fmla="*/ 58 w 105"/>
                  <a:gd name="T3" fmla="*/ 47 h 60"/>
                  <a:gd name="T4" fmla="*/ 126 w 105"/>
                  <a:gd name="T5" fmla="*/ 62 h 60"/>
                  <a:gd name="T6" fmla="*/ 260 w 105"/>
                  <a:gd name="T7" fmla="*/ 0 h 60"/>
                  <a:gd name="T8" fmla="*/ 223 w 105"/>
                  <a:gd name="T9" fmla="*/ 62 h 60"/>
                  <a:gd name="T10" fmla="*/ 188 w 105"/>
                  <a:gd name="T11" fmla="*/ 147 h 60"/>
                  <a:gd name="T12" fmla="*/ 154 w 105"/>
                  <a:gd name="T13" fmla="*/ 82 h 60"/>
                  <a:gd name="T14" fmla="*/ 105 w 105"/>
                  <a:gd name="T15" fmla="*/ 78 h 60"/>
                  <a:gd name="T16" fmla="*/ 37 w 105"/>
                  <a:gd name="T17" fmla="*/ 47 h 60"/>
                  <a:gd name="T18" fmla="*/ 16 w 105"/>
                  <a:gd name="T19" fmla="*/ 36 h 60"/>
                  <a:gd name="T20" fmla="*/ 7 w 105"/>
                  <a:gd name="T21" fmla="*/ 20 h 6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05" h="60">
                    <a:moveTo>
                      <a:pt x="0" y="7"/>
                    </a:moveTo>
                    <a:cubicBezTo>
                      <a:pt x="4" y="12"/>
                      <a:pt x="17" y="16"/>
                      <a:pt x="24" y="19"/>
                    </a:cubicBezTo>
                    <a:cubicBezTo>
                      <a:pt x="32" y="23"/>
                      <a:pt x="42" y="23"/>
                      <a:pt x="51" y="25"/>
                    </a:cubicBezTo>
                    <a:cubicBezTo>
                      <a:pt x="72" y="27"/>
                      <a:pt x="91" y="15"/>
                      <a:pt x="105" y="0"/>
                    </a:cubicBezTo>
                    <a:cubicBezTo>
                      <a:pt x="96" y="8"/>
                      <a:pt x="99" y="17"/>
                      <a:pt x="90" y="25"/>
                    </a:cubicBezTo>
                    <a:cubicBezTo>
                      <a:pt x="84" y="32"/>
                      <a:pt x="76" y="52"/>
                      <a:pt x="76" y="60"/>
                    </a:cubicBezTo>
                    <a:cubicBezTo>
                      <a:pt x="75" y="52"/>
                      <a:pt x="71" y="34"/>
                      <a:pt x="62" y="33"/>
                    </a:cubicBezTo>
                    <a:cubicBezTo>
                      <a:pt x="55" y="33"/>
                      <a:pt x="50" y="34"/>
                      <a:pt x="43" y="32"/>
                    </a:cubicBezTo>
                    <a:cubicBezTo>
                      <a:pt x="32" y="30"/>
                      <a:pt x="24" y="25"/>
                      <a:pt x="15" y="19"/>
                    </a:cubicBezTo>
                    <a:cubicBezTo>
                      <a:pt x="12" y="17"/>
                      <a:pt x="10" y="17"/>
                      <a:pt x="7" y="15"/>
                    </a:cubicBezTo>
                    <a:cubicBezTo>
                      <a:pt x="5" y="12"/>
                      <a:pt x="6" y="10"/>
                      <a:pt x="3" y="8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956" name="Freeform 79">
                <a:extLst>
                  <a:ext uri="{FF2B5EF4-FFF2-40B4-BE49-F238E27FC236}">
                    <a16:creationId xmlns:a16="http://schemas.microsoft.com/office/drawing/2014/main" id="{2741E928-00DA-416C-A7E0-EC2F268353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2" y="1005"/>
                <a:ext cx="42" cy="190"/>
              </a:xfrm>
              <a:custGeom>
                <a:avLst/>
                <a:gdLst>
                  <a:gd name="T0" fmla="*/ 1 w 31"/>
                  <a:gd name="T1" fmla="*/ 127 h 141"/>
                  <a:gd name="T2" fmla="*/ 22 w 31"/>
                  <a:gd name="T3" fmla="*/ 193 h 141"/>
                  <a:gd name="T4" fmla="*/ 30 w 31"/>
                  <a:gd name="T5" fmla="*/ 245 h 141"/>
                  <a:gd name="T6" fmla="*/ 42 w 31"/>
                  <a:gd name="T7" fmla="*/ 345 h 141"/>
                  <a:gd name="T8" fmla="*/ 62 w 31"/>
                  <a:gd name="T9" fmla="*/ 329 h 141"/>
                  <a:gd name="T10" fmla="*/ 77 w 31"/>
                  <a:gd name="T11" fmla="*/ 282 h 141"/>
                  <a:gd name="T12" fmla="*/ 62 w 31"/>
                  <a:gd name="T13" fmla="*/ 239 h 141"/>
                  <a:gd name="T14" fmla="*/ 77 w 31"/>
                  <a:gd name="T15" fmla="*/ 155 h 141"/>
                  <a:gd name="T16" fmla="*/ 68 w 31"/>
                  <a:gd name="T17" fmla="*/ 115 h 141"/>
                  <a:gd name="T18" fmla="*/ 64 w 31"/>
                  <a:gd name="T19" fmla="*/ 63 h 141"/>
                  <a:gd name="T20" fmla="*/ 7 w 31"/>
                  <a:gd name="T21" fmla="*/ 0 h 141"/>
                  <a:gd name="T22" fmla="*/ 51 w 31"/>
                  <a:gd name="T23" fmla="*/ 69 h 141"/>
                  <a:gd name="T24" fmla="*/ 42 w 31"/>
                  <a:gd name="T25" fmla="*/ 120 h 141"/>
                  <a:gd name="T26" fmla="*/ 41 w 31"/>
                  <a:gd name="T27" fmla="*/ 182 h 141"/>
                  <a:gd name="T28" fmla="*/ 26 w 31"/>
                  <a:gd name="T29" fmla="*/ 163 h 141"/>
                  <a:gd name="T30" fmla="*/ 27 w 31"/>
                  <a:gd name="T31" fmla="*/ 177 h 141"/>
                  <a:gd name="T32" fmla="*/ 0 w 31"/>
                  <a:gd name="T33" fmla="*/ 129 h 141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31" h="141">
                    <a:moveTo>
                      <a:pt x="1" y="52"/>
                    </a:moveTo>
                    <a:cubicBezTo>
                      <a:pt x="1" y="61"/>
                      <a:pt x="7" y="71"/>
                      <a:pt x="9" y="79"/>
                    </a:cubicBezTo>
                    <a:cubicBezTo>
                      <a:pt x="11" y="87"/>
                      <a:pt x="12" y="92"/>
                      <a:pt x="12" y="100"/>
                    </a:cubicBezTo>
                    <a:cubicBezTo>
                      <a:pt x="12" y="114"/>
                      <a:pt x="18" y="127"/>
                      <a:pt x="17" y="141"/>
                    </a:cubicBezTo>
                    <a:cubicBezTo>
                      <a:pt x="20" y="138"/>
                      <a:pt x="20" y="134"/>
                      <a:pt x="25" y="134"/>
                    </a:cubicBezTo>
                    <a:cubicBezTo>
                      <a:pt x="25" y="127"/>
                      <a:pt x="30" y="121"/>
                      <a:pt x="31" y="115"/>
                    </a:cubicBezTo>
                    <a:cubicBezTo>
                      <a:pt x="31" y="108"/>
                      <a:pt x="25" y="104"/>
                      <a:pt x="25" y="97"/>
                    </a:cubicBezTo>
                    <a:cubicBezTo>
                      <a:pt x="26" y="86"/>
                      <a:pt x="31" y="74"/>
                      <a:pt x="31" y="63"/>
                    </a:cubicBezTo>
                    <a:cubicBezTo>
                      <a:pt x="31" y="57"/>
                      <a:pt x="28" y="52"/>
                      <a:pt x="27" y="47"/>
                    </a:cubicBezTo>
                    <a:cubicBezTo>
                      <a:pt x="26" y="40"/>
                      <a:pt x="27" y="33"/>
                      <a:pt x="26" y="26"/>
                    </a:cubicBezTo>
                    <a:cubicBezTo>
                      <a:pt x="25" y="10"/>
                      <a:pt x="13" y="9"/>
                      <a:pt x="3" y="0"/>
                    </a:cubicBezTo>
                    <a:cubicBezTo>
                      <a:pt x="11" y="7"/>
                      <a:pt x="18" y="18"/>
                      <a:pt x="21" y="28"/>
                    </a:cubicBezTo>
                    <a:cubicBezTo>
                      <a:pt x="23" y="33"/>
                      <a:pt x="28" y="53"/>
                      <a:pt x="17" y="49"/>
                    </a:cubicBezTo>
                    <a:cubicBezTo>
                      <a:pt x="19" y="55"/>
                      <a:pt x="23" y="70"/>
                      <a:pt x="16" y="74"/>
                    </a:cubicBezTo>
                    <a:cubicBezTo>
                      <a:pt x="14" y="71"/>
                      <a:pt x="12" y="69"/>
                      <a:pt x="10" y="67"/>
                    </a:cubicBezTo>
                    <a:cubicBezTo>
                      <a:pt x="11" y="69"/>
                      <a:pt x="11" y="70"/>
                      <a:pt x="11" y="72"/>
                    </a:cubicBezTo>
                    <a:cubicBezTo>
                      <a:pt x="6" y="67"/>
                      <a:pt x="2" y="60"/>
                      <a:pt x="0" y="53"/>
                    </a:cubicBezTo>
                  </a:path>
                </a:pathLst>
              </a:custGeom>
              <a:solidFill>
                <a:srgbClr val="DDB2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957" name="Freeform 80">
                <a:extLst>
                  <a:ext uri="{FF2B5EF4-FFF2-40B4-BE49-F238E27FC236}">
                    <a16:creationId xmlns:a16="http://schemas.microsoft.com/office/drawing/2014/main" id="{B5C622EC-5DE2-47A6-8202-49D0AA5A16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6" y="1040"/>
                <a:ext cx="104" cy="40"/>
              </a:xfrm>
              <a:custGeom>
                <a:avLst/>
                <a:gdLst>
                  <a:gd name="T0" fmla="*/ 1 w 77"/>
                  <a:gd name="T1" fmla="*/ 21 h 30"/>
                  <a:gd name="T2" fmla="*/ 1 w 77"/>
                  <a:gd name="T3" fmla="*/ 33 h 30"/>
                  <a:gd name="T4" fmla="*/ 43 w 77"/>
                  <a:gd name="T5" fmla="*/ 15 h 30"/>
                  <a:gd name="T6" fmla="*/ 69 w 77"/>
                  <a:gd name="T7" fmla="*/ 49 h 30"/>
                  <a:gd name="T8" fmla="*/ 100 w 77"/>
                  <a:gd name="T9" fmla="*/ 55 h 30"/>
                  <a:gd name="T10" fmla="*/ 120 w 77"/>
                  <a:gd name="T11" fmla="*/ 49 h 30"/>
                  <a:gd name="T12" fmla="*/ 134 w 77"/>
                  <a:gd name="T13" fmla="*/ 55 h 30"/>
                  <a:gd name="T14" fmla="*/ 146 w 77"/>
                  <a:gd name="T15" fmla="*/ 52 h 30"/>
                  <a:gd name="T16" fmla="*/ 182 w 77"/>
                  <a:gd name="T17" fmla="*/ 71 h 30"/>
                  <a:gd name="T18" fmla="*/ 162 w 77"/>
                  <a:gd name="T19" fmla="*/ 37 h 30"/>
                  <a:gd name="T20" fmla="*/ 126 w 77"/>
                  <a:gd name="T21" fmla="*/ 1 h 30"/>
                  <a:gd name="T22" fmla="*/ 78 w 77"/>
                  <a:gd name="T23" fmla="*/ 0 h 30"/>
                  <a:gd name="T24" fmla="*/ 47 w 77"/>
                  <a:gd name="T25" fmla="*/ 7 h 30"/>
                  <a:gd name="T26" fmla="*/ 9 w 77"/>
                  <a:gd name="T27" fmla="*/ 1 h 3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77" h="30">
                    <a:moveTo>
                      <a:pt x="1" y="9"/>
                    </a:moveTo>
                    <a:cubicBezTo>
                      <a:pt x="0" y="11"/>
                      <a:pt x="0" y="13"/>
                      <a:pt x="1" y="14"/>
                    </a:cubicBezTo>
                    <a:cubicBezTo>
                      <a:pt x="6" y="11"/>
                      <a:pt x="10" y="5"/>
                      <a:pt x="18" y="6"/>
                    </a:cubicBezTo>
                    <a:cubicBezTo>
                      <a:pt x="25" y="8"/>
                      <a:pt x="29" y="14"/>
                      <a:pt x="28" y="21"/>
                    </a:cubicBezTo>
                    <a:cubicBezTo>
                      <a:pt x="32" y="16"/>
                      <a:pt x="40" y="16"/>
                      <a:pt x="41" y="23"/>
                    </a:cubicBezTo>
                    <a:cubicBezTo>
                      <a:pt x="43" y="22"/>
                      <a:pt x="46" y="20"/>
                      <a:pt x="49" y="21"/>
                    </a:cubicBezTo>
                    <a:cubicBezTo>
                      <a:pt x="51" y="21"/>
                      <a:pt x="53" y="23"/>
                      <a:pt x="54" y="23"/>
                    </a:cubicBezTo>
                    <a:cubicBezTo>
                      <a:pt x="56" y="24"/>
                      <a:pt x="57" y="22"/>
                      <a:pt x="59" y="22"/>
                    </a:cubicBezTo>
                    <a:cubicBezTo>
                      <a:pt x="67" y="21"/>
                      <a:pt x="73" y="20"/>
                      <a:pt x="74" y="30"/>
                    </a:cubicBezTo>
                    <a:cubicBezTo>
                      <a:pt x="77" y="21"/>
                      <a:pt x="74" y="16"/>
                      <a:pt x="66" y="16"/>
                    </a:cubicBezTo>
                    <a:cubicBezTo>
                      <a:pt x="55" y="15"/>
                      <a:pt x="49" y="14"/>
                      <a:pt x="51" y="1"/>
                    </a:cubicBezTo>
                    <a:cubicBezTo>
                      <a:pt x="44" y="7"/>
                      <a:pt x="35" y="13"/>
                      <a:pt x="32" y="0"/>
                    </a:cubicBezTo>
                    <a:cubicBezTo>
                      <a:pt x="28" y="0"/>
                      <a:pt x="24" y="3"/>
                      <a:pt x="19" y="3"/>
                    </a:cubicBezTo>
                    <a:cubicBezTo>
                      <a:pt x="14" y="4"/>
                      <a:pt x="9" y="3"/>
                      <a:pt x="4" y="1"/>
                    </a:cubicBezTo>
                  </a:path>
                </a:pathLst>
              </a:custGeom>
              <a:solidFill>
                <a:srgbClr val="DDB2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958" name="Freeform 81">
                <a:extLst>
                  <a:ext uri="{FF2B5EF4-FFF2-40B4-BE49-F238E27FC236}">
                    <a16:creationId xmlns:a16="http://schemas.microsoft.com/office/drawing/2014/main" id="{80E46D47-E33F-43DE-8E31-B45EF55A93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9" y="971"/>
                <a:ext cx="28" cy="71"/>
              </a:xfrm>
              <a:custGeom>
                <a:avLst/>
                <a:gdLst>
                  <a:gd name="T0" fmla="*/ 9 w 21"/>
                  <a:gd name="T1" fmla="*/ 9 h 53"/>
                  <a:gd name="T2" fmla="*/ 48 w 21"/>
                  <a:gd name="T3" fmla="*/ 15 h 53"/>
                  <a:gd name="T4" fmla="*/ 36 w 21"/>
                  <a:gd name="T5" fmla="*/ 36 h 53"/>
                  <a:gd name="T6" fmla="*/ 23 w 21"/>
                  <a:gd name="T7" fmla="*/ 70 h 53"/>
                  <a:gd name="T8" fmla="*/ 33 w 21"/>
                  <a:gd name="T9" fmla="*/ 84 h 53"/>
                  <a:gd name="T10" fmla="*/ 31 w 21"/>
                  <a:gd name="T11" fmla="*/ 96 h 53"/>
                  <a:gd name="T12" fmla="*/ 28 w 21"/>
                  <a:gd name="T13" fmla="*/ 111 h 53"/>
                  <a:gd name="T14" fmla="*/ 37 w 21"/>
                  <a:gd name="T15" fmla="*/ 127 h 53"/>
                  <a:gd name="T16" fmla="*/ 16 w 21"/>
                  <a:gd name="T17" fmla="*/ 63 h 53"/>
                  <a:gd name="T18" fmla="*/ 7 w 21"/>
                  <a:gd name="T19" fmla="*/ 42 h 53"/>
                  <a:gd name="T20" fmla="*/ 15 w 21"/>
                  <a:gd name="T21" fmla="*/ 23 h 53"/>
                  <a:gd name="T22" fmla="*/ 0 w 21"/>
                  <a:gd name="T23" fmla="*/ 0 h 5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1" h="53">
                    <a:moveTo>
                      <a:pt x="4" y="4"/>
                    </a:moveTo>
                    <a:cubicBezTo>
                      <a:pt x="9" y="4"/>
                      <a:pt x="18" y="2"/>
                      <a:pt x="20" y="6"/>
                    </a:cubicBezTo>
                    <a:cubicBezTo>
                      <a:pt x="14" y="6"/>
                      <a:pt x="9" y="12"/>
                      <a:pt x="15" y="15"/>
                    </a:cubicBezTo>
                    <a:cubicBezTo>
                      <a:pt x="3" y="16"/>
                      <a:pt x="21" y="27"/>
                      <a:pt x="10" y="29"/>
                    </a:cubicBezTo>
                    <a:cubicBezTo>
                      <a:pt x="10" y="32"/>
                      <a:pt x="14" y="33"/>
                      <a:pt x="14" y="35"/>
                    </a:cubicBezTo>
                    <a:cubicBezTo>
                      <a:pt x="16" y="39"/>
                      <a:pt x="14" y="37"/>
                      <a:pt x="13" y="40"/>
                    </a:cubicBezTo>
                    <a:cubicBezTo>
                      <a:pt x="13" y="42"/>
                      <a:pt x="11" y="42"/>
                      <a:pt x="12" y="46"/>
                    </a:cubicBezTo>
                    <a:cubicBezTo>
                      <a:pt x="12" y="49"/>
                      <a:pt x="15" y="51"/>
                      <a:pt x="16" y="53"/>
                    </a:cubicBezTo>
                    <a:cubicBezTo>
                      <a:pt x="3" y="46"/>
                      <a:pt x="10" y="36"/>
                      <a:pt x="7" y="26"/>
                    </a:cubicBezTo>
                    <a:cubicBezTo>
                      <a:pt x="6" y="23"/>
                      <a:pt x="3" y="20"/>
                      <a:pt x="3" y="17"/>
                    </a:cubicBezTo>
                    <a:cubicBezTo>
                      <a:pt x="3" y="15"/>
                      <a:pt x="5" y="13"/>
                      <a:pt x="6" y="10"/>
                    </a:cubicBezTo>
                    <a:cubicBezTo>
                      <a:pt x="6" y="5"/>
                      <a:pt x="5" y="2"/>
                      <a:pt x="0" y="0"/>
                    </a:cubicBezTo>
                  </a:path>
                </a:pathLst>
              </a:custGeom>
              <a:solidFill>
                <a:srgbClr val="DDB2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959" name="Freeform 82">
                <a:extLst>
                  <a:ext uri="{FF2B5EF4-FFF2-40B4-BE49-F238E27FC236}">
                    <a16:creationId xmlns:a16="http://schemas.microsoft.com/office/drawing/2014/main" id="{B7371ED3-B80A-4245-A936-E6F780F9E1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8" y="2538"/>
                <a:ext cx="40" cy="217"/>
              </a:xfrm>
              <a:custGeom>
                <a:avLst/>
                <a:gdLst>
                  <a:gd name="T0" fmla="*/ 14 w 29"/>
                  <a:gd name="T1" fmla="*/ 0 h 161"/>
                  <a:gd name="T2" fmla="*/ 14 w 29"/>
                  <a:gd name="T3" fmla="*/ 62 h 161"/>
                  <a:gd name="T4" fmla="*/ 76 w 29"/>
                  <a:gd name="T5" fmla="*/ 120 h 161"/>
                  <a:gd name="T6" fmla="*/ 50 w 29"/>
                  <a:gd name="T7" fmla="*/ 209 h 161"/>
                  <a:gd name="T8" fmla="*/ 14 w 29"/>
                  <a:gd name="T9" fmla="*/ 297 h 161"/>
                  <a:gd name="T10" fmla="*/ 0 w 29"/>
                  <a:gd name="T11" fmla="*/ 394 h 16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9" h="161">
                    <a:moveTo>
                      <a:pt x="5" y="0"/>
                    </a:moveTo>
                    <a:cubicBezTo>
                      <a:pt x="7" y="8"/>
                      <a:pt x="4" y="16"/>
                      <a:pt x="5" y="25"/>
                    </a:cubicBezTo>
                    <a:cubicBezTo>
                      <a:pt x="8" y="38"/>
                      <a:pt x="16" y="46"/>
                      <a:pt x="29" y="49"/>
                    </a:cubicBezTo>
                    <a:cubicBezTo>
                      <a:pt x="13" y="52"/>
                      <a:pt x="6" y="73"/>
                      <a:pt x="19" y="85"/>
                    </a:cubicBezTo>
                    <a:cubicBezTo>
                      <a:pt x="2" y="86"/>
                      <a:pt x="5" y="110"/>
                      <a:pt x="5" y="121"/>
                    </a:cubicBezTo>
                    <a:cubicBezTo>
                      <a:pt x="5" y="133"/>
                      <a:pt x="3" y="149"/>
                      <a:pt x="0" y="16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960" name="Freeform 83">
                <a:extLst>
                  <a:ext uri="{FF2B5EF4-FFF2-40B4-BE49-F238E27FC236}">
                    <a16:creationId xmlns:a16="http://schemas.microsoft.com/office/drawing/2014/main" id="{6AA635F4-1744-4595-B599-2616CDFCD7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3" y="2442"/>
                <a:ext cx="82" cy="225"/>
              </a:xfrm>
              <a:custGeom>
                <a:avLst/>
                <a:gdLst>
                  <a:gd name="T0" fmla="*/ 0 w 60"/>
                  <a:gd name="T1" fmla="*/ 0 h 167"/>
                  <a:gd name="T2" fmla="*/ 1 w 60"/>
                  <a:gd name="T3" fmla="*/ 167 h 167"/>
                  <a:gd name="T4" fmla="*/ 19 w 60"/>
                  <a:gd name="T5" fmla="*/ 249 h 167"/>
                  <a:gd name="T6" fmla="*/ 77 w 60"/>
                  <a:gd name="T7" fmla="*/ 319 h 167"/>
                  <a:gd name="T8" fmla="*/ 131 w 60"/>
                  <a:gd name="T9" fmla="*/ 338 h 167"/>
                  <a:gd name="T10" fmla="*/ 153 w 60"/>
                  <a:gd name="T11" fmla="*/ 408 h 16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0" h="167">
                    <a:moveTo>
                      <a:pt x="0" y="0"/>
                    </a:moveTo>
                    <a:cubicBezTo>
                      <a:pt x="9" y="16"/>
                      <a:pt x="19" y="55"/>
                      <a:pt x="1" y="68"/>
                    </a:cubicBezTo>
                    <a:cubicBezTo>
                      <a:pt x="21" y="56"/>
                      <a:pt x="24" y="98"/>
                      <a:pt x="7" y="102"/>
                    </a:cubicBezTo>
                    <a:cubicBezTo>
                      <a:pt x="34" y="83"/>
                      <a:pt x="29" y="117"/>
                      <a:pt x="30" y="131"/>
                    </a:cubicBezTo>
                    <a:cubicBezTo>
                      <a:pt x="38" y="133"/>
                      <a:pt x="44" y="131"/>
                      <a:pt x="51" y="138"/>
                    </a:cubicBezTo>
                    <a:cubicBezTo>
                      <a:pt x="59" y="146"/>
                      <a:pt x="57" y="158"/>
                      <a:pt x="60" y="167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961" name="Freeform 84">
                <a:extLst>
                  <a:ext uri="{FF2B5EF4-FFF2-40B4-BE49-F238E27FC236}">
                    <a16:creationId xmlns:a16="http://schemas.microsoft.com/office/drawing/2014/main" id="{4FBEA1F4-4098-4F34-960A-37F15DE52E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8" y="1660"/>
                <a:ext cx="288" cy="218"/>
              </a:xfrm>
              <a:custGeom>
                <a:avLst/>
                <a:gdLst>
                  <a:gd name="T0" fmla="*/ 531 w 212"/>
                  <a:gd name="T1" fmla="*/ 261 h 162"/>
                  <a:gd name="T2" fmla="*/ 247 w 212"/>
                  <a:gd name="T3" fmla="*/ 388 h 162"/>
                  <a:gd name="T4" fmla="*/ 5 w 212"/>
                  <a:gd name="T5" fmla="*/ 141 h 162"/>
                  <a:gd name="T6" fmla="*/ 0 w 212"/>
                  <a:gd name="T7" fmla="*/ 0 h 16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2" h="162">
                    <a:moveTo>
                      <a:pt x="212" y="107"/>
                    </a:moveTo>
                    <a:cubicBezTo>
                      <a:pt x="206" y="111"/>
                      <a:pt x="185" y="162"/>
                      <a:pt x="99" y="159"/>
                    </a:cubicBezTo>
                    <a:cubicBezTo>
                      <a:pt x="17" y="157"/>
                      <a:pt x="3" y="103"/>
                      <a:pt x="2" y="58"/>
                    </a:cubicBezTo>
                    <a:cubicBezTo>
                      <a:pt x="1" y="35"/>
                      <a:pt x="9" y="11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962" name="Freeform 85">
                <a:extLst>
                  <a:ext uri="{FF2B5EF4-FFF2-40B4-BE49-F238E27FC236}">
                    <a16:creationId xmlns:a16="http://schemas.microsoft.com/office/drawing/2014/main" id="{D563FB01-84A6-47B4-BF43-1C0093F32B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1" y="1770"/>
                <a:ext cx="21" cy="18"/>
              </a:xfrm>
              <a:custGeom>
                <a:avLst/>
                <a:gdLst>
                  <a:gd name="T0" fmla="*/ 1 w 16"/>
                  <a:gd name="T1" fmla="*/ 19 h 13"/>
                  <a:gd name="T2" fmla="*/ 18 w 16"/>
                  <a:gd name="T3" fmla="*/ 0 h 13"/>
                  <a:gd name="T4" fmla="*/ 37 w 16"/>
                  <a:gd name="T5" fmla="*/ 15 h 13"/>
                  <a:gd name="T6" fmla="*/ 21 w 16"/>
                  <a:gd name="T7" fmla="*/ 35 h 13"/>
                  <a:gd name="T8" fmla="*/ 1 w 16"/>
                  <a:gd name="T9" fmla="*/ 19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13">
                    <a:moveTo>
                      <a:pt x="1" y="7"/>
                    </a:moveTo>
                    <a:cubicBezTo>
                      <a:pt x="0" y="3"/>
                      <a:pt x="3" y="0"/>
                      <a:pt x="8" y="0"/>
                    </a:cubicBezTo>
                    <a:cubicBezTo>
                      <a:pt x="12" y="0"/>
                      <a:pt x="15" y="2"/>
                      <a:pt x="16" y="6"/>
                    </a:cubicBezTo>
                    <a:cubicBezTo>
                      <a:pt x="16" y="10"/>
                      <a:pt x="13" y="13"/>
                      <a:pt x="9" y="13"/>
                    </a:cubicBezTo>
                    <a:cubicBezTo>
                      <a:pt x="5" y="13"/>
                      <a:pt x="1" y="11"/>
                      <a:pt x="1" y="7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AE7A6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963" name="Freeform 86">
                <a:extLst>
                  <a:ext uri="{FF2B5EF4-FFF2-40B4-BE49-F238E27FC236}">
                    <a16:creationId xmlns:a16="http://schemas.microsoft.com/office/drawing/2014/main" id="{3808B4E8-0040-4311-9366-2EEDBCA240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8" y="1769"/>
                <a:ext cx="23" cy="20"/>
              </a:xfrm>
              <a:custGeom>
                <a:avLst/>
                <a:gdLst>
                  <a:gd name="T0" fmla="*/ 41 w 17"/>
                  <a:gd name="T1" fmla="*/ 16 h 15"/>
                  <a:gd name="T2" fmla="*/ 22 w 17"/>
                  <a:gd name="T3" fmla="*/ 36 h 15"/>
                  <a:gd name="T4" fmla="*/ 0 w 17"/>
                  <a:gd name="T5" fmla="*/ 20 h 15"/>
                  <a:gd name="T6" fmla="*/ 20 w 17"/>
                  <a:gd name="T7" fmla="*/ 0 h 15"/>
                  <a:gd name="T8" fmla="*/ 41 w 17"/>
                  <a:gd name="T9" fmla="*/ 16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15">
                    <a:moveTo>
                      <a:pt x="16" y="7"/>
                    </a:moveTo>
                    <a:cubicBezTo>
                      <a:pt x="17" y="11"/>
                      <a:pt x="13" y="14"/>
                      <a:pt x="9" y="15"/>
                    </a:cubicBezTo>
                    <a:cubicBezTo>
                      <a:pt x="4" y="15"/>
                      <a:pt x="0" y="12"/>
                      <a:pt x="0" y="8"/>
                    </a:cubicBezTo>
                    <a:cubicBezTo>
                      <a:pt x="0" y="4"/>
                      <a:pt x="3" y="1"/>
                      <a:pt x="8" y="0"/>
                    </a:cubicBezTo>
                    <a:cubicBezTo>
                      <a:pt x="12" y="0"/>
                      <a:pt x="16" y="3"/>
                      <a:pt x="16" y="7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AE7A6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964" name="Freeform 87">
                <a:extLst>
                  <a:ext uri="{FF2B5EF4-FFF2-40B4-BE49-F238E27FC236}">
                    <a16:creationId xmlns:a16="http://schemas.microsoft.com/office/drawing/2014/main" id="{AAA7117D-4845-42AA-8C2D-47AA1CB0AC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1" y="1827"/>
                <a:ext cx="4" cy="61"/>
              </a:xfrm>
              <a:custGeom>
                <a:avLst/>
                <a:gdLst>
                  <a:gd name="T0" fmla="*/ 7 w 3"/>
                  <a:gd name="T1" fmla="*/ 0 h 45"/>
                  <a:gd name="T2" fmla="*/ 5 w 3"/>
                  <a:gd name="T3" fmla="*/ 113 h 4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45">
                    <a:moveTo>
                      <a:pt x="3" y="0"/>
                    </a:moveTo>
                    <a:cubicBezTo>
                      <a:pt x="0" y="15"/>
                      <a:pt x="1" y="30"/>
                      <a:pt x="2" y="45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965" name="Freeform 88">
                <a:extLst>
                  <a:ext uri="{FF2B5EF4-FFF2-40B4-BE49-F238E27FC236}">
                    <a16:creationId xmlns:a16="http://schemas.microsoft.com/office/drawing/2014/main" id="{E6FF6DA6-6000-4DC0-A186-BF76347DC3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2" y="2263"/>
                <a:ext cx="274" cy="196"/>
              </a:xfrm>
              <a:custGeom>
                <a:avLst/>
                <a:gdLst>
                  <a:gd name="T0" fmla="*/ 505 w 202"/>
                  <a:gd name="T1" fmla="*/ 353 h 146"/>
                  <a:gd name="T2" fmla="*/ 259 w 202"/>
                  <a:gd name="T3" fmla="*/ 189 h 146"/>
                  <a:gd name="T4" fmla="*/ 0 w 202"/>
                  <a:gd name="T5" fmla="*/ 7 h 14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2" h="146">
                    <a:moveTo>
                      <a:pt x="202" y="146"/>
                    </a:moveTo>
                    <a:cubicBezTo>
                      <a:pt x="157" y="138"/>
                      <a:pt x="128" y="111"/>
                      <a:pt x="104" y="78"/>
                    </a:cubicBezTo>
                    <a:cubicBezTo>
                      <a:pt x="74" y="38"/>
                      <a:pt x="29" y="0"/>
                      <a:pt x="0" y="3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966" name="Freeform 89">
                <a:extLst>
                  <a:ext uri="{FF2B5EF4-FFF2-40B4-BE49-F238E27FC236}">
                    <a16:creationId xmlns:a16="http://schemas.microsoft.com/office/drawing/2014/main" id="{63A26413-4D77-4639-AA4B-1365599A44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8" y="2463"/>
                <a:ext cx="11" cy="540"/>
              </a:xfrm>
              <a:custGeom>
                <a:avLst/>
                <a:gdLst>
                  <a:gd name="T0" fmla="*/ 0 w 8"/>
                  <a:gd name="T1" fmla="*/ 984 h 400"/>
                  <a:gd name="T2" fmla="*/ 6 w 8"/>
                  <a:gd name="T3" fmla="*/ 824 h 400"/>
                  <a:gd name="T4" fmla="*/ 19 w 8"/>
                  <a:gd name="T5" fmla="*/ 386 h 400"/>
                  <a:gd name="T6" fmla="*/ 14 w 8"/>
                  <a:gd name="T7" fmla="*/ 0 h 40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400">
                    <a:moveTo>
                      <a:pt x="0" y="400"/>
                    </a:moveTo>
                    <a:cubicBezTo>
                      <a:pt x="2" y="356"/>
                      <a:pt x="0" y="397"/>
                      <a:pt x="2" y="335"/>
                    </a:cubicBezTo>
                    <a:cubicBezTo>
                      <a:pt x="3" y="311"/>
                      <a:pt x="8" y="200"/>
                      <a:pt x="7" y="157"/>
                    </a:cubicBezTo>
                    <a:cubicBezTo>
                      <a:pt x="7" y="113"/>
                      <a:pt x="5" y="50"/>
                      <a:pt x="5" y="0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967" name="Freeform 90">
                <a:extLst>
                  <a:ext uri="{FF2B5EF4-FFF2-40B4-BE49-F238E27FC236}">
                    <a16:creationId xmlns:a16="http://schemas.microsoft.com/office/drawing/2014/main" id="{FB1E54EA-192E-42F9-BABE-07A1AD4A72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5" y="1223"/>
                <a:ext cx="59" cy="24"/>
              </a:xfrm>
              <a:custGeom>
                <a:avLst/>
                <a:gdLst>
                  <a:gd name="T0" fmla="*/ 99 w 44"/>
                  <a:gd name="T1" fmla="*/ 0 h 18"/>
                  <a:gd name="T2" fmla="*/ 105 w 44"/>
                  <a:gd name="T3" fmla="*/ 16 h 18"/>
                  <a:gd name="T4" fmla="*/ 90 w 44"/>
                  <a:gd name="T5" fmla="*/ 23 h 18"/>
                  <a:gd name="T6" fmla="*/ 70 w 44"/>
                  <a:gd name="T7" fmla="*/ 37 h 18"/>
                  <a:gd name="T8" fmla="*/ 38 w 44"/>
                  <a:gd name="T9" fmla="*/ 37 h 18"/>
                  <a:gd name="T10" fmla="*/ 16 w 44"/>
                  <a:gd name="T11" fmla="*/ 23 h 18"/>
                  <a:gd name="T12" fmla="*/ 1 w 44"/>
                  <a:gd name="T13" fmla="*/ 16 h 18"/>
                  <a:gd name="T14" fmla="*/ 9 w 44"/>
                  <a:gd name="T15" fmla="*/ 0 h 1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4" h="18">
                    <a:moveTo>
                      <a:pt x="41" y="0"/>
                    </a:moveTo>
                    <a:cubicBezTo>
                      <a:pt x="42" y="2"/>
                      <a:pt x="44" y="5"/>
                      <a:pt x="43" y="7"/>
                    </a:cubicBezTo>
                    <a:cubicBezTo>
                      <a:pt x="43" y="11"/>
                      <a:pt x="40" y="10"/>
                      <a:pt x="37" y="10"/>
                    </a:cubicBezTo>
                    <a:cubicBezTo>
                      <a:pt x="34" y="12"/>
                      <a:pt x="32" y="14"/>
                      <a:pt x="29" y="16"/>
                    </a:cubicBezTo>
                    <a:cubicBezTo>
                      <a:pt x="25" y="18"/>
                      <a:pt x="19" y="18"/>
                      <a:pt x="16" y="16"/>
                    </a:cubicBezTo>
                    <a:cubicBezTo>
                      <a:pt x="13" y="14"/>
                      <a:pt x="11" y="12"/>
                      <a:pt x="7" y="10"/>
                    </a:cubicBezTo>
                    <a:cubicBezTo>
                      <a:pt x="4" y="10"/>
                      <a:pt x="2" y="11"/>
                      <a:pt x="1" y="7"/>
                    </a:cubicBezTo>
                    <a:cubicBezTo>
                      <a:pt x="0" y="5"/>
                      <a:pt x="2" y="2"/>
                      <a:pt x="4" y="0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968" name="Freeform 91">
                <a:extLst>
                  <a:ext uri="{FF2B5EF4-FFF2-40B4-BE49-F238E27FC236}">
                    <a16:creationId xmlns:a16="http://schemas.microsoft.com/office/drawing/2014/main" id="{1E7CB0A5-CF19-48BE-A8D8-22CB5D5330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1" y="1204"/>
                <a:ext cx="231" cy="167"/>
              </a:xfrm>
              <a:custGeom>
                <a:avLst/>
                <a:gdLst>
                  <a:gd name="T0" fmla="*/ 0 w 171"/>
                  <a:gd name="T1" fmla="*/ 20 h 124"/>
                  <a:gd name="T2" fmla="*/ 49 w 171"/>
                  <a:gd name="T3" fmla="*/ 213 h 124"/>
                  <a:gd name="T4" fmla="*/ 209 w 171"/>
                  <a:gd name="T5" fmla="*/ 303 h 124"/>
                  <a:gd name="T6" fmla="*/ 370 w 171"/>
                  <a:gd name="T7" fmla="*/ 205 h 124"/>
                  <a:gd name="T8" fmla="*/ 421 w 171"/>
                  <a:gd name="T9" fmla="*/ 0 h 1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1" h="124">
                    <a:moveTo>
                      <a:pt x="0" y="8"/>
                    </a:moveTo>
                    <a:cubicBezTo>
                      <a:pt x="2" y="36"/>
                      <a:pt x="11" y="68"/>
                      <a:pt x="20" y="87"/>
                    </a:cubicBezTo>
                    <a:cubicBezTo>
                      <a:pt x="32" y="114"/>
                      <a:pt x="65" y="124"/>
                      <a:pt x="85" y="124"/>
                    </a:cubicBezTo>
                    <a:cubicBezTo>
                      <a:pt x="105" y="124"/>
                      <a:pt x="137" y="111"/>
                      <a:pt x="150" y="84"/>
                    </a:cubicBezTo>
                    <a:cubicBezTo>
                      <a:pt x="159" y="64"/>
                      <a:pt x="170" y="30"/>
                      <a:pt x="171" y="0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969" name="Freeform 92">
                <a:extLst>
                  <a:ext uri="{FF2B5EF4-FFF2-40B4-BE49-F238E27FC236}">
                    <a16:creationId xmlns:a16="http://schemas.microsoft.com/office/drawing/2014/main" id="{3B66471A-640D-4DA9-9BD5-DC591BE59A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1" y="1331"/>
                <a:ext cx="86" cy="23"/>
              </a:xfrm>
              <a:custGeom>
                <a:avLst/>
                <a:gdLst>
                  <a:gd name="T0" fmla="*/ 0 w 63"/>
                  <a:gd name="T1" fmla="*/ 0 h 17"/>
                  <a:gd name="T2" fmla="*/ 78 w 63"/>
                  <a:gd name="T3" fmla="*/ 42 h 17"/>
                  <a:gd name="T4" fmla="*/ 160 w 63"/>
                  <a:gd name="T5" fmla="*/ 1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3" h="17">
                    <a:moveTo>
                      <a:pt x="0" y="0"/>
                    </a:moveTo>
                    <a:cubicBezTo>
                      <a:pt x="8" y="13"/>
                      <a:pt x="19" y="17"/>
                      <a:pt x="31" y="17"/>
                    </a:cubicBezTo>
                    <a:cubicBezTo>
                      <a:pt x="43" y="17"/>
                      <a:pt x="62" y="4"/>
                      <a:pt x="63" y="1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970" name="Freeform 93">
                <a:extLst>
                  <a:ext uri="{FF2B5EF4-FFF2-40B4-BE49-F238E27FC236}">
                    <a16:creationId xmlns:a16="http://schemas.microsoft.com/office/drawing/2014/main" id="{4F6DDA07-27A4-40FE-BBB5-9EE9AE4810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5" y="1923"/>
                <a:ext cx="53" cy="221"/>
              </a:xfrm>
              <a:custGeom>
                <a:avLst/>
                <a:gdLst>
                  <a:gd name="T0" fmla="*/ 71 w 39"/>
                  <a:gd name="T1" fmla="*/ 0 h 164"/>
                  <a:gd name="T2" fmla="*/ 86 w 39"/>
                  <a:gd name="T3" fmla="*/ 152 h 164"/>
                  <a:gd name="T4" fmla="*/ 26 w 39"/>
                  <a:gd name="T5" fmla="*/ 402 h 16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9" h="164">
                    <a:moveTo>
                      <a:pt x="28" y="0"/>
                    </a:moveTo>
                    <a:cubicBezTo>
                      <a:pt x="32" y="24"/>
                      <a:pt x="39" y="38"/>
                      <a:pt x="34" y="62"/>
                    </a:cubicBezTo>
                    <a:cubicBezTo>
                      <a:pt x="27" y="96"/>
                      <a:pt x="0" y="129"/>
                      <a:pt x="10" y="164"/>
                    </a:cubicBezTo>
                  </a:path>
                </a:pathLst>
              </a:custGeom>
              <a:noFill/>
              <a:ln w="4763" cap="rnd">
                <a:solidFill>
                  <a:srgbClr val="D8BB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971" name="Freeform 94">
                <a:extLst>
                  <a:ext uri="{FF2B5EF4-FFF2-40B4-BE49-F238E27FC236}">
                    <a16:creationId xmlns:a16="http://schemas.microsoft.com/office/drawing/2014/main" id="{E6C3C121-DB44-4D16-A8A3-255F76999A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6" y="1663"/>
                <a:ext cx="309" cy="215"/>
              </a:xfrm>
              <a:custGeom>
                <a:avLst/>
                <a:gdLst>
                  <a:gd name="T0" fmla="*/ 0 w 228"/>
                  <a:gd name="T1" fmla="*/ 254 h 160"/>
                  <a:gd name="T2" fmla="*/ 279 w 228"/>
                  <a:gd name="T3" fmla="*/ 382 h 160"/>
                  <a:gd name="T4" fmla="*/ 511 w 228"/>
                  <a:gd name="T5" fmla="*/ 69 h 160"/>
                  <a:gd name="T6" fmla="*/ 542 w 228"/>
                  <a:gd name="T7" fmla="*/ 0 h 16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8" h="160">
                    <a:moveTo>
                      <a:pt x="0" y="105"/>
                    </a:moveTo>
                    <a:cubicBezTo>
                      <a:pt x="6" y="109"/>
                      <a:pt x="27" y="160"/>
                      <a:pt x="112" y="157"/>
                    </a:cubicBezTo>
                    <a:cubicBezTo>
                      <a:pt x="228" y="153"/>
                      <a:pt x="205" y="68"/>
                      <a:pt x="205" y="28"/>
                    </a:cubicBezTo>
                    <a:cubicBezTo>
                      <a:pt x="205" y="6"/>
                      <a:pt x="218" y="0"/>
                      <a:pt x="218" y="0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972" name="Freeform 95">
                <a:extLst>
                  <a:ext uri="{FF2B5EF4-FFF2-40B4-BE49-F238E27FC236}">
                    <a16:creationId xmlns:a16="http://schemas.microsoft.com/office/drawing/2014/main" id="{3A71AEA4-DD43-4C7E-83AC-B7ACCEB700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6" y="1824"/>
                <a:ext cx="6" cy="64"/>
              </a:xfrm>
              <a:custGeom>
                <a:avLst/>
                <a:gdLst>
                  <a:gd name="T0" fmla="*/ 14 w 4"/>
                  <a:gd name="T1" fmla="*/ 0 h 47"/>
                  <a:gd name="T2" fmla="*/ 0 w 4"/>
                  <a:gd name="T3" fmla="*/ 118 h 4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47">
                    <a:moveTo>
                      <a:pt x="4" y="0"/>
                    </a:moveTo>
                    <a:cubicBezTo>
                      <a:pt x="3" y="18"/>
                      <a:pt x="1" y="32"/>
                      <a:pt x="0" y="47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973" name="Freeform 96">
                <a:extLst>
                  <a:ext uri="{FF2B5EF4-FFF2-40B4-BE49-F238E27FC236}">
                    <a16:creationId xmlns:a16="http://schemas.microsoft.com/office/drawing/2014/main" id="{31750FD1-CC02-418A-B3E9-B6A302582F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3" y="2211"/>
                <a:ext cx="526" cy="130"/>
              </a:xfrm>
              <a:custGeom>
                <a:avLst/>
                <a:gdLst>
                  <a:gd name="T0" fmla="*/ 967 w 388"/>
                  <a:gd name="T1" fmla="*/ 0 h 96"/>
                  <a:gd name="T2" fmla="*/ 663 w 388"/>
                  <a:gd name="T3" fmla="*/ 222 h 96"/>
                  <a:gd name="T4" fmla="*/ 434 w 388"/>
                  <a:gd name="T5" fmla="*/ 238 h 96"/>
                  <a:gd name="T6" fmla="*/ 301 w 388"/>
                  <a:gd name="T7" fmla="*/ 222 h 96"/>
                  <a:gd name="T8" fmla="*/ 0 w 388"/>
                  <a:gd name="T9" fmla="*/ 0 h 9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8" h="96">
                    <a:moveTo>
                      <a:pt x="388" y="0"/>
                    </a:moveTo>
                    <a:cubicBezTo>
                      <a:pt x="350" y="31"/>
                      <a:pt x="314" y="77"/>
                      <a:pt x="266" y="89"/>
                    </a:cubicBezTo>
                    <a:cubicBezTo>
                      <a:pt x="237" y="95"/>
                      <a:pt x="221" y="96"/>
                      <a:pt x="174" y="96"/>
                    </a:cubicBezTo>
                    <a:cubicBezTo>
                      <a:pt x="155" y="95"/>
                      <a:pt x="140" y="93"/>
                      <a:pt x="121" y="89"/>
                    </a:cubicBezTo>
                    <a:cubicBezTo>
                      <a:pt x="73" y="77"/>
                      <a:pt x="37" y="31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AE7A6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974" name="Freeform 97">
                <a:extLst>
                  <a:ext uri="{FF2B5EF4-FFF2-40B4-BE49-F238E27FC236}">
                    <a16:creationId xmlns:a16="http://schemas.microsoft.com/office/drawing/2014/main" id="{C06F67AB-4A91-4460-8B55-5771545A15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6" y="2368"/>
                <a:ext cx="133" cy="91"/>
              </a:xfrm>
              <a:custGeom>
                <a:avLst/>
                <a:gdLst>
                  <a:gd name="T0" fmla="*/ 246 w 98"/>
                  <a:gd name="T1" fmla="*/ 0 h 68"/>
                  <a:gd name="T2" fmla="*/ 0 w 98"/>
                  <a:gd name="T3" fmla="*/ 163 h 6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8" h="68">
                    <a:moveTo>
                      <a:pt x="98" y="0"/>
                    </a:moveTo>
                    <a:cubicBezTo>
                      <a:pt x="73" y="33"/>
                      <a:pt x="44" y="60"/>
                      <a:pt x="0" y="68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975" name="Freeform 98">
                <a:extLst>
                  <a:ext uri="{FF2B5EF4-FFF2-40B4-BE49-F238E27FC236}">
                    <a16:creationId xmlns:a16="http://schemas.microsoft.com/office/drawing/2014/main" id="{98D5BEE9-6BF2-4A26-921A-3DBB7FACB1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7" y="1293"/>
                <a:ext cx="1056" cy="2462"/>
              </a:xfrm>
              <a:custGeom>
                <a:avLst/>
                <a:gdLst>
                  <a:gd name="T0" fmla="*/ 1247 w 779"/>
                  <a:gd name="T1" fmla="*/ 174 h 1826"/>
                  <a:gd name="T2" fmla="*/ 1750 w 779"/>
                  <a:gd name="T3" fmla="*/ 875 h 1826"/>
                  <a:gd name="T4" fmla="*/ 1872 w 779"/>
                  <a:gd name="T5" fmla="*/ 1582 h 1826"/>
                  <a:gd name="T6" fmla="*/ 1892 w 779"/>
                  <a:gd name="T7" fmla="*/ 1857 h 1826"/>
                  <a:gd name="T8" fmla="*/ 1892 w 779"/>
                  <a:gd name="T9" fmla="*/ 1912 h 1826"/>
                  <a:gd name="T10" fmla="*/ 1933 w 779"/>
                  <a:gd name="T11" fmla="*/ 2103 h 1826"/>
                  <a:gd name="T12" fmla="*/ 1915 w 779"/>
                  <a:gd name="T13" fmla="*/ 2198 h 1826"/>
                  <a:gd name="T14" fmla="*/ 1819 w 779"/>
                  <a:gd name="T15" fmla="*/ 2300 h 1826"/>
                  <a:gd name="T16" fmla="*/ 1772 w 779"/>
                  <a:gd name="T17" fmla="*/ 2280 h 1826"/>
                  <a:gd name="T18" fmla="*/ 1750 w 779"/>
                  <a:gd name="T19" fmla="*/ 2258 h 1826"/>
                  <a:gd name="T20" fmla="*/ 1743 w 779"/>
                  <a:gd name="T21" fmla="*/ 2152 h 1826"/>
                  <a:gd name="T22" fmla="*/ 1758 w 779"/>
                  <a:gd name="T23" fmla="*/ 1947 h 1826"/>
                  <a:gd name="T24" fmla="*/ 1724 w 779"/>
                  <a:gd name="T25" fmla="*/ 1831 h 1826"/>
                  <a:gd name="T26" fmla="*/ 1578 w 779"/>
                  <a:gd name="T27" fmla="*/ 1307 h 1826"/>
                  <a:gd name="T28" fmla="*/ 1487 w 779"/>
                  <a:gd name="T29" fmla="*/ 1081 h 1826"/>
                  <a:gd name="T30" fmla="*/ 1564 w 779"/>
                  <a:gd name="T31" fmla="*/ 1487 h 1826"/>
                  <a:gd name="T32" fmla="*/ 1441 w 779"/>
                  <a:gd name="T33" fmla="*/ 2885 h 1826"/>
                  <a:gd name="T34" fmla="*/ 1333 w 779"/>
                  <a:gd name="T35" fmla="*/ 3746 h 1826"/>
                  <a:gd name="T36" fmla="*/ 1251 w 779"/>
                  <a:gd name="T37" fmla="*/ 4160 h 1826"/>
                  <a:gd name="T38" fmla="*/ 1311 w 779"/>
                  <a:gd name="T39" fmla="*/ 4373 h 1826"/>
                  <a:gd name="T40" fmla="*/ 1285 w 779"/>
                  <a:gd name="T41" fmla="*/ 4447 h 1826"/>
                  <a:gd name="T42" fmla="*/ 1158 w 779"/>
                  <a:gd name="T43" fmla="*/ 4456 h 1826"/>
                  <a:gd name="T44" fmla="*/ 1038 w 779"/>
                  <a:gd name="T45" fmla="*/ 4370 h 1826"/>
                  <a:gd name="T46" fmla="*/ 1034 w 779"/>
                  <a:gd name="T47" fmla="*/ 4222 h 1826"/>
                  <a:gd name="T48" fmla="*/ 1051 w 779"/>
                  <a:gd name="T49" fmla="*/ 4076 h 1826"/>
                  <a:gd name="T50" fmla="*/ 957 w 779"/>
                  <a:gd name="T51" fmla="*/ 3098 h 1826"/>
                  <a:gd name="T52" fmla="*/ 946 w 779"/>
                  <a:gd name="T53" fmla="*/ 3485 h 1826"/>
                  <a:gd name="T54" fmla="*/ 895 w 779"/>
                  <a:gd name="T55" fmla="*/ 4165 h 1826"/>
                  <a:gd name="T56" fmla="*/ 910 w 779"/>
                  <a:gd name="T57" fmla="*/ 4305 h 1826"/>
                  <a:gd name="T58" fmla="*/ 874 w 779"/>
                  <a:gd name="T59" fmla="*/ 4448 h 1826"/>
                  <a:gd name="T60" fmla="*/ 714 w 779"/>
                  <a:gd name="T61" fmla="*/ 4459 h 1826"/>
                  <a:gd name="T62" fmla="*/ 630 w 779"/>
                  <a:gd name="T63" fmla="*/ 4412 h 1826"/>
                  <a:gd name="T64" fmla="*/ 678 w 779"/>
                  <a:gd name="T65" fmla="*/ 4249 h 1826"/>
                  <a:gd name="T66" fmla="*/ 689 w 779"/>
                  <a:gd name="T67" fmla="*/ 4080 h 1826"/>
                  <a:gd name="T68" fmla="*/ 573 w 779"/>
                  <a:gd name="T69" fmla="*/ 3232 h 1826"/>
                  <a:gd name="T70" fmla="*/ 327 w 779"/>
                  <a:gd name="T71" fmla="*/ 2097 h 1826"/>
                  <a:gd name="T72" fmla="*/ 464 w 779"/>
                  <a:gd name="T73" fmla="*/ 1199 h 1826"/>
                  <a:gd name="T74" fmla="*/ 454 w 779"/>
                  <a:gd name="T75" fmla="*/ 1081 h 1826"/>
                  <a:gd name="T76" fmla="*/ 268 w 779"/>
                  <a:gd name="T77" fmla="*/ 1664 h 1826"/>
                  <a:gd name="T78" fmla="*/ 184 w 779"/>
                  <a:gd name="T79" fmla="*/ 1940 h 1826"/>
                  <a:gd name="T80" fmla="*/ 195 w 779"/>
                  <a:gd name="T81" fmla="*/ 2014 h 1826"/>
                  <a:gd name="T82" fmla="*/ 187 w 779"/>
                  <a:gd name="T83" fmla="*/ 2235 h 1826"/>
                  <a:gd name="T84" fmla="*/ 195 w 779"/>
                  <a:gd name="T85" fmla="*/ 2275 h 1826"/>
                  <a:gd name="T86" fmla="*/ 187 w 779"/>
                  <a:gd name="T87" fmla="*/ 2318 h 1826"/>
                  <a:gd name="T88" fmla="*/ 56 w 779"/>
                  <a:gd name="T89" fmla="*/ 2253 h 1826"/>
                  <a:gd name="T90" fmla="*/ 7 w 779"/>
                  <a:gd name="T91" fmla="*/ 2155 h 1826"/>
                  <a:gd name="T92" fmla="*/ 35 w 779"/>
                  <a:gd name="T93" fmla="*/ 1979 h 1826"/>
                  <a:gd name="T94" fmla="*/ 50 w 779"/>
                  <a:gd name="T95" fmla="*/ 1912 h 1826"/>
                  <a:gd name="T96" fmla="*/ 57 w 779"/>
                  <a:gd name="T97" fmla="*/ 1760 h 1826"/>
                  <a:gd name="T98" fmla="*/ 110 w 779"/>
                  <a:gd name="T99" fmla="*/ 1247 h 1826"/>
                  <a:gd name="T100" fmla="*/ 324 w 779"/>
                  <a:gd name="T101" fmla="*/ 351 h 1826"/>
                  <a:gd name="T102" fmla="*/ 790 w 779"/>
                  <a:gd name="T103" fmla="*/ 0 h 182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0" t="0" r="r" b="b"/>
                <a:pathLst>
                  <a:path w="779" h="1826">
                    <a:moveTo>
                      <a:pt x="462" y="1"/>
                    </a:moveTo>
                    <a:cubicBezTo>
                      <a:pt x="462" y="37"/>
                      <a:pt x="476" y="59"/>
                      <a:pt x="501" y="71"/>
                    </a:cubicBezTo>
                    <a:cubicBezTo>
                      <a:pt x="544" y="92"/>
                      <a:pt x="608" y="71"/>
                      <a:pt x="650" y="143"/>
                    </a:cubicBezTo>
                    <a:cubicBezTo>
                      <a:pt x="692" y="215"/>
                      <a:pt x="682" y="257"/>
                      <a:pt x="702" y="357"/>
                    </a:cubicBezTo>
                    <a:cubicBezTo>
                      <a:pt x="716" y="426"/>
                      <a:pt x="730" y="485"/>
                      <a:pt x="736" y="509"/>
                    </a:cubicBezTo>
                    <a:cubicBezTo>
                      <a:pt x="747" y="555"/>
                      <a:pt x="745" y="576"/>
                      <a:pt x="752" y="645"/>
                    </a:cubicBezTo>
                    <a:cubicBezTo>
                      <a:pt x="755" y="674"/>
                      <a:pt x="755" y="697"/>
                      <a:pt x="756" y="718"/>
                    </a:cubicBezTo>
                    <a:cubicBezTo>
                      <a:pt x="756" y="731"/>
                      <a:pt x="760" y="746"/>
                      <a:pt x="760" y="757"/>
                    </a:cubicBezTo>
                    <a:cubicBezTo>
                      <a:pt x="761" y="766"/>
                      <a:pt x="759" y="772"/>
                      <a:pt x="760" y="780"/>
                    </a:cubicBezTo>
                    <a:cubicBezTo>
                      <a:pt x="760" y="780"/>
                      <a:pt x="760" y="780"/>
                      <a:pt x="760" y="780"/>
                    </a:cubicBezTo>
                    <a:cubicBezTo>
                      <a:pt x="762" y="793"/>
                      <a:pt x="764" y="803"/>
                      <a:pt x="766" y="808"/>
                    </a:cubicBezTo>
                    <a:cubicBezTo>
                      <a:pt x="772" y="826"/>
                      <a:pt x="774" y="854"/>
                      <a:pt x="776" y="858"/>
                    </a:cubicBezTo>
                    <a:cubicBezTo>
                      <a:pt x="779" y="862"/>
                      <a:pt x="778" y="874"/>
                      <a:pt x="776" y="879"/>
                    </a:cubicBezTo>
                    <a:cubicBezTo>
                      <a:pt x="774" y="884"/>
                      <a:pt x="772" y="890"/>
                      <a:pt x="769" y="897"/>
                    </a:cubicBezTo>
                    <a:cubicBezTo>
                      <a:pt x="767" y="902"/>
                      <a:pt x="761" y="913"/>
                      <a:pt x="758" y="919"/>
                    </a:cubicBezTo>
                    <a:cubicBezTo>
                      <a:pt x="755" y="926"/>
                      <a:pt x="741" y="934"/>
                      <a:pt x="730" y="938"/>
                    </a:cubicBezTo>
                    <a:cubicBezTo>
                      <a:pt x="722" y="942"/>
                      <a:pt x="706" y="949"/>
                      <a:pt x="704" y="946"/>
                    </a:cubicBezTo>
                    <a:cubicBezTo>
                      <a:pt x="700" y="939"/>
                      <a:pt x="705" y="933"/>
                      <a:pt x="711" y="930"/>
                    </a:cubicBezTo>
                    <a:cubicBezTo>
                      <a:pt x="714" y="927"/>
                      <a:pt x="704" y="935"/>
                      <a:pt x="702" y="928"/>
                    </a:cubicBezTo>
                    <a:cubicBezTo>
                      <a:pt x="701" y="926"/>
                      <a:pt x="701" y="925"/>
                      <a:pt x="702" y="921"/>
                    </a:cubicBezTo>
                    <a:cubicBezTo>
                      <a:pt x="700" y="917"/>
                      <a:pt x="701" y="917"/>
                      <a:pt x="704" y="912"/>
                    </a:cubicBezTo>
                    <a:cubicBezTo>
                      <a:pt x="698" y="911"/>
                      <a:pt x="699" y="889"/>
                      <a:pt x="700" y="878"/>
                    </a:cubicBezTo>
                    <a:cubicBezTo>
                      <a:pt x="699" y="869"/>
                      <a:pt x="696" y="841"/>
                      <a:pt x="701" y="822"/>
                    </a:cubicBezTo>
                    <a:cubicBezTo>
                      <a:pt x="704" y="810"/>
                      <a:pt x="707" y="801"/>
                      <a:pt x="706" y="794"/>
                    </a:cubicBezTo>
                    <a:cubicBezTo>
                      <a:pt x="706" y="793"/>
                      <a:pt x="706" y="792"/>
                      <a:pt x="705" y="791"/>
                    </a:cubicBezTo>
                    <a:cubicBezTo>
                      <a:pt x="702" y="787"/>
                      <a:pt x="694" y="760"/>
                      <a:pt x="692" y="747"/>
                    </a:cubicBezTo>
                    <a:cubicBezTo>
                      <a:pt x="689" y="735"/>
                      <a:pt x="682" y="707"/>
                      <a:pt x="672" y="679"/>
                    </a:cubicBezTo>
                    <a:cubicBezTo>
                      <a:pt x="650" y="611"/>
                      <a:pt x="636" y="557"/>
                      <a:pt x="634" y="533"/>
                    </a:cubicBezTo>
                    <a:cubicBezTo>
                      <a:pt x="632" y="509"/>
                      <a:pt x="603" y="453"/>
                      <a:pt x="597" y="441"/>
                    </a:cubicBezTo>
                    <a:cubicBezTo>
                      <a:pt x="597" y="441"/>
                      <a:pt x="597" y="441"/>
                      <a:pt x="597" y="441"/>
                    </a:cubicBezTo>
                    <a:cubicBezTo>
                      <a:pt x="596" y="458"/>
                      <a:pt x="594" y="475"/>
                      <a:pt x="594" y="489"/>
                    </a:cubicBezTo>
                    <a:cubicBezTo>
                      <a:pt x="594" y="517"/>
                      <a:pt x="610" y="545"/>
                      <a:pt x="628" y="607"/>
                    </a:cubicBezTo>
                    <a:cubicBezTo>
                      <a:pt x="646" y="669"/>
                      <a:pt x="649" y="759"/>
                      <a:pt x="643" y="855"/>
                    </a:cubicBezTo>
                    <a:cubicBezTo>
                      <a:pt x="637" y="951"/>
                      <a:pt x="602" y="1125"/>
                      <a:pt x="578" y="1177"/>
                    </a:cubicBezTo>
                    <a:cubicBezTo>
                      <a:pt x="554" y="1229"/>
                      <a:pt x="552" y="1261"/>
                      <a:pt x="550" y="1319"/>
                    </a:cubicBezTo>
                    <a:cubicBezTo>
                      <a:pt x="548" y="1377"/>
                      <a:pt x="557" y="1444"/>
                      <a:pt x="535" y="1528"/>
                    </a:cubicBezTo>
                    <a:cubicBezTo>
                      <a:pt x="513" y="1612"/>
                      <a:pt x="506" y="1626"/>
                      <a:pt x="502" y="1664"/>
                    </a:cubicBezTo>
                    <a:cubicBezTo>
                      <a:pt x="502" y="1678"/>
                      <a:pt x="504" y="1684"/>
                      <a:pt x="502" y="1697"/>
                    </a:cubicBezTo>
                    <a:cubicBezTo>
                      <a:pt x="498" y="1717"/>
                      <a:pt x="498" y="1714"/>
                      <a:pt x="508" y="1733"/>
                    </a:cubicBezTo>
                    <a:cubicBezTo>
                      <a:pt x="517" y="1746"/>
                      <a:pt x="521" y="1778"/>
                      <a:pt x="526" y="1784"/>
                    </a:cubicBezTo>
                    <a:cubicBezTo>
                      <a:pt x="531" y="1790"/>
                      <a:pt x="528" y="1796"/>
                      <a:pt x="526" y="1800"/>
                    </a:cubicBezTo>
                    <a:cubicBezTo>
                      <a:pt x="530" y="1809"/>
                      <a:pt x="519" y="1814"/>
                      <a:pt x="516" y="1814"/>
                    </a:cubicBezTo>
                    <a:cubicBezTo>
                      <a:pt x="517" y="1825"/>
                      <a:pt x="497" y="1824"/>
                      <a:pt x="492" y="1819"/>
                    </a:cubicBezTo>
                    <a:cubicBezTo>
                      <a:pt x="486" y="1825"/>
                      <a:pt x="471" y="1825"/>
                      <a:pt x="465" y="1818"/>
                    </a:cubicBezTo>
                    <a:cubicBezTo>
                      <a:pt x="456" y="1826"/>
                      <a:pt x="439" y="1826"/>
                      <a:pt x="428" y="1815"/>
                    </a:cubicBezTo>
                    <a:cubicBezTo>
                      <a:pt x="417" y="1805"/>
                      <a:pt x="416" y="1794"/>
                      <a:pt x="417" y="1783"/>
                    </a:cubicBezTo>
                    <a:cubicBezTo>
                      <a:pt x="419" y="1772"/>
                      <a:pt x="416" y="1769"/>
                      <a:pt x="414" y="1756"/>
                    </a:cubicBezTo>
                    <a:cubicBezTo>
                      <a:pt x="411" y="1742"/>
                      <a:pt x="412" y="1729"/>
                      <a:pt x="415" y="1722"/>
                    </a:cubicBezTo>
                    <a:cubicBezTo>
                      <a:pt x="419" y="1713"/>
                      <a:pt x="420" y="1709"/>
                      <a:pt x="420" y="1699"/>
                    </a:cubicBezTo>
                    <a:cubicBezTo>
                      <a:pt x="420" y="1690"/>
                      <a:pt x="416" y="1675"/>
                      <a:pt x="422" y="1663"/>
                    </a:cubicBezTo>
                    <a:cubicBezTo>
                      <a:pt x="430" y="1617"/>
                      <a:pt x="401" y="1533"/>
                      <a:pt x="397" y="1422"/>
                    </a:cubicBezTo>
                    <a:cubicBezTo>
                      <a:pt x="397" y="1409"/>
                      <a:pt x="385" y="1276"/>
                      <a:pt x="384" y="1264"/>
                    </a:cubicBezTo>
                    <a:cubicBezTo>
                      <a:pt x="384" y="1264"/>
                      <a:pt x="384" y="1264"/>
                      <a:pt x="384" y="1264"/>
                    </a:cubicBezTo>
                    <a:cubicBezTo>
                      <a:pt x="384" y="1276"/>
                      <a:pt x="381" y="1409"/>
                      <a:pt x="380" y="1422"/>
                    </a:cubicBezTo>
                    <a:cubicBezTo>
                      <a:pt x="373" y="1554"/>
                      <a:pt x="349" y="1619"/>
                      <a:pt x="357" y="1663"/>
                    </a:cubicBezTo>
                    <a:cubicBezTo>
                      <a:pt x="363" y="1675"/>
                      <a:pt x="359" y="1690"/>
                      <a:pt x="359" y="1699"/>
                    </a:cubicBezTo>
                    <a:cubicBezTo>
                      <a:pt x="359" y="1709"/>
                      <a:pt x="361" y="1713"/>
                      <a:pt x="365" y="1722"/>
                    </a:cubicBezTo>
                    <a:cubicBezTo>
                      <a:pt x="367" y="1729"/>
                      <a:pt x="368" y="1742"/>
                      <a:pt x="365" y="1756"/>
                    </a:cubicBezTo>
                    <a:cubicBezTo>
                      <a:pt x="363" y="1769"/>
                      <a:pt x="361" y="1772"/>
                      <a:pt x="362" y="1783"/>
                    </a:cubicBezTo>
                    <a:cubicBezTo>
                      <a:pt x="363" y="1794"/>
                      <a:pt x="362" y="1805"/>
                      <a:pt x="351" y="1815"/>
                    </a:cubicBezTo>
                    <a:cubicBezTo>
                      <a:pt x="340" y="1826"/>
                      <a:pt x="324" y="1826"/>
                      <a:pt x="314" y="1818"/>
                    </a:cubicBezTo>
                    <a:cubicBezTo>
                      <a:pt x="308" y="1825"/>
                      <a:pt x="293" y="1825"/>
                      <a:pt x="287" y="1819"/>
                    </a:cubicBezTo>
                    <a:cubicBezTo>
                      <a:pt x="283" y="1824"/>
                      <a:pt x="263" y="1825"/>
                      <a:pt x="264" y="1814"/>
                    </a:cubicBezTo>
                    <a:cubicBezTo>
                      <a:pt x="260" y="1814"/>
                      <a:pt x="250" y="1809"/>
                      <a:pt x="253" y="1800"/>
                    </a:cubicBezTo>
                    <a:cubicBezTo>
                      <a:pt x="251" y="1796"/>
                      <a:pt x="248" y="1790"/>
                      <a:pt x="253" y="1784"/>
                    </a:cubicBezTo>
                    <a:cubicBezTo>
                      <a:pt x="258" y="1778"/>
                      <a:pt x="263" y="1746"/>
                      <a:pt x="272" y="1733"/>
                    </a:cubicBezTo>
                    <a:cubicBezTo>
                      <a:pt x="282" y="1714"/>
                      <a:pt x="281" y="1717"/>
                      <a:pt x="278" y="1697"/>
                    </a:cubicBezTo>
                    <a:cubicBezTo>
                      <a:pt x="275" y="1684"/>
                      <a:pt x="278" y="1678"/>
                      <a:pt x="277" y="1664"/>
                    </a:cubicBezTo>
                    <a:cubicBezTo>
                      <a:pt x="273" y="1626"/>
                      <a:pt x="267" y="1620"/>
                      <a:pt x="245" y="1536"/>
                    </a:cubicBezTo>
                    <a:cubicBezTo>
                      <a:pt x="223" y="1452"/>
                      <a:pt x="232" y="1377"/>
                      <a:pt x="230" y="1319"/>
                    </a:cubicBezTo>
                    <a:cubicBezTo>
                      <a:pt x="228" y="1261"/>
                      <a:pt x="226" y="1229"/>
                      <a:pt x="202" y="1177"/>
                    </a:cubicBezTo>
                    <a:cubicBezTo>
                      <a:pt x="178" y="1125"/>
                      <a:pt x="137" y="951"/>
                      <a:pt x="131" y="855"/>
                    </a:cubicBezTo>
                    <a:cubicBezTo>
                      <a:pt x="125" y="759"/>
                      <a:pt x="134" y="669"/>
                      <a:pt x="152" y="607"/>
                    </a:cubicBezTo>
                    <a:cubicBezTo>
                      <a:pt x="170" y="545"/>
                      <a:pt x="186" y="517"/>
                      <a:pt x="186" y="489"/>
                    </a:cubicBezTo>
                    <a:cubicBezTo>
                      <a:pt x="186" y="475"/>
                      <a:pt x="183" y="458"/>
                      <a:pt x="182" y="441"/>
                    </a:cubicBezTo>
                    <a:cubicBezTo>
                      <a:pt x="182" y="441"/>
                      <a:pt x="182" y="441"/>
                      <a:pt x="182" y="441"/>
                    </a:cubicBezTo>
                    <a:cubicBezTo>
                      <a:pt x="176" y="453"/>
                      <a:pt x="148" y="509"/>
                      <a:pt x="146" y="533"/>
                    </a:cubicBezTo>
                    <a:cubicBezTo>
                      <a:pt x="144" y="557"/>
                      <a:pt x="130" y="611"/>
                      <a:pt x="108" y="679"/>
                    </a:cubicBezTo>
                    <a:cubicBezTo>
                      <a:pt x="98" y="707"/>
                      <a:pt x="90" y="735"/>
                      <a:pt x="88" y="747"/>
                    </a:cubicBezTo>
                    <a:cubicBezTo>
                      <a:pt x="85" y="760"/>
                      <a:pt x="77" y="787"/>
                      <a:pt x="74" y="791"/>
                    </a:cubicBezTo>
                    <a:cubicBezTo>
                      <a:pt x="73" y="792"/>
                      <a:pt x="73" y="793"/>
                      <a:pt x="73" y="794"/>
                    </a:cubicBezTo>
                    <a:cubicBezTo>
                      <a:pt x="72" y="801"/>
                      <a:pt x="75" y="810"/>
                      <a:pt x="78" y="822"/>
                    </a:cubicBezTo>
                    <a:cubicBezTo>
                      <a:pt x="83" y="841"/>
                      <a:pt x="81" y="869"/>
                      <a:pt x="79" y="878"/>
                    </a:cubicBezTo>
                    <a:cubicBezTo>
                      <a:pt x="81" y="889"/>
                      <a:pt x="81" y="911"/>
                      <a:pt x="75" y="912"/>
                    </a:cubicBezTo>
                    <a:cubicBezTo>
                      <a:pt x="78" y="917"/>
                      <a:pt x="79" y="917"/>
                      <a:pt x="77" y="921"/>
                    </a:cubicBezTo>
                    <a:cubicBezTo>
                      <a:pt x="79" y="925"/>
                      <a:pt x="79" y="926"/>
                      <a:pt x="78" y="928"/>
                    </a:cubicBezTo>
                    <a:cubicBezTo>
                      <a:pt x="75" y="935"/>
                      <a:pt x="65" y="927"/>
                      <a:pt x="69" y="930"/>
                    </a:cubicBezTo>
                    <a:cubicBezTo>
                      <a:pt x="74" y="933"/>
                      <a:pt x="79" y="939"/>
                      <a:pt x="75" y="946"/>
                    </a:cubicBezTo>
                    <a:cubicBezTo>
                      <a:pt x="74" y="949"/>
                      <a:pt x="57" y="942"/>
                      <a:pt x="50" y="938"/>
                    </a:cubicBezTo>
                    <a:cubicBezTo>
                      <a:pt x="39" y="934"/>
                      <a:pt x="25" y="926"/>
                      <a:pt x="22" y="919"/>
                    </a:cubicBezTo>
                    <a:cubicBezTo>
                      <a:pt x="18" y="913"/>
                      <a:pt x="12" y="902"/>
                      <a:pt x="10" y="897"/>
                    </a:cubicBezTo>
                    <a:cubicBezTo>
                      <a:pt x="8" y="890"/>
                      <a:pt x="5" y="884"/>
                      <a:pt x="3" y="879"/>
                    </a:cubicBezTo>
                    <a:cubicBezTo>
                      <a:pt x="1" y="874"/>
                      <a:pt x="0" y="862"/>
                      <a:pt x="3" y="858"/>
                    </a:cubicBezTo>
                    <a:cubicBezTo>
                      <a:pt x="5" y="854"/>
                      <a:pt x="8" y="826"/>
                      <a:pt x="14" y="808"/>
                    </a:cubicBezTo>
                    <a:cubicBezTo>
                      <a:pt x="15" y="803"/>
                      <a:pt x="17" y="793"/>
                      <a:pt x="20" y="780"/>
                    </a:cubicBezTo>
                    <a:cubicBezTo>
                      <a:pt x="20" y="780"/>
                      <a:pt x="20" y="780"/>
                      <a:pt x="20" y="780"/>
                    </a:cubicBezTo>
                    <a:cubicBezTo>
                      <a:pt x="21" y="772"/>
                      <a:pt x="18" y="766"/>
                      <a:pt x="19" y="757"/>
                    </a:cubicBezTo>
                    <a:cubicBezTo>
                      <a:pt x="20" y="746"/>
                      <a:pt x="23" y="731"/>
                      <a:pt x="23" y="718"/>
                    </a:cubicBezTo>
                    <a:cubicBezTo>
                      <a:pt x="24" y="697"/>
                      <a:pt x="25" y="674"/>
                      <a:pt x="28" y="645"/>
                    </a:cubicBezTo>
                    <a:cubicBezTo>
                      <a:pt x="35" y="576"/>
                      <a:pt x="33" y="555"/>
                      <a:pt x="44" y="509"/>
                    </a:cubicBezTo>
                    <a:cubicBezTo>
                      <a:pt x="49" y="485"/>
                      <a:pt x="64" y="426"/>
                      <a:pt x="78" y="357"/>
                    </a:cubicBezTo>
                    <a:cubicBezTo>
                      <a:pt x="98" y="257"/>
                      <a:pt x="88" y="215"/>
                      <a:pt x="130" y="143"/>
                    </a:cubicBezTo>
                    <a:cubicBezTo>
                      <a:pt x="172" y="71"/>
                      <a:pt x="235" y="92"/>
                      <a:pt x="278" y="71"/>
                    </a:cubicBezTo>
                    <a:cubicBezTo>
                      <a:pt x="303" y="59"/>
                      <a:pt x="317" y="36"/>
                      <a:pt x="317" y="0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976" name="Freeform 99">
                <a:extLst>
                  <a:ext uri="{FF2B5EF4-FFF2-40B4-BE49-F238E27FC236}">
                    <a16:creationId xmlns:a16="http://schemas.microsoft.com/office/drawing/2014/main" id="{7B0D401B-18CB-47C4-85BA-731AEFE947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3" y="1923"/>
                <a:ext cx="53" cy="221"/>
              </a:xfrm>
              <a:custGeom>
                <a:avLst/>
                <a:gdLst>
                  <a:gd name="T0" fmla="*/ 30 w 39"/>
                  <a:gd name="T1" fmla="*/ 0 h 164"/>
                  <a:gd name="T2" fmla="*/ 15 w 39"/>
                  <a:gd name="T3" fmla="*/ 152 h 164"/>
                  <a:gd name="T4" fmla="*/ 76 w 39"/>
                  <a:gd name="T5" fmla="*/ 402 h 16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9" h="164">
                    <a:moveTo>
                      <a:pt x="12" y="0"/>
                    </a:moveTo>
                    <a:cubicBezTo>
                      <a:pt x="7" y="24"/>
                      <a:pt x="0" y="38"/>
                      <a:pt x="6" y="62"/>
                    </a:cubicBezTo>
                    <a:cubicBezTo>
                      <a:pt x="13" y="96"/>
                      <a:pt x="39" y="129"/>
                      <a:pt x="30" y="164"/>
                    </a:cubicBezTo>
                  </a:path>
                </a:pathLst>
              </a:custGeom>
              <a:noFill/>
              <a:ln w="4763" cap="rnd">
                <a:solidFill>
                  <a:srgbClr val="D8BB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977" name="Freeform 100">
                <a:extLst>
                  <a:ext uri="{FF2B5EF4-FFF2-40B4-BE49-F238E27FC236}">
                    <a16:creationId xmlns:a16="http://schemas.microsoft.com/office/drawing/2014/main" id="{7E8B1F14-A011-49A5-874D-8977BAE20D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1" y="1211"/>
                <a:ext cx="18" cy="26"/>
              </a:xfrm>
              <a:custGeom>
                <a:avLst/>
                <a:gdLst>
                  <a:gd name="T0" fmla="*/ 0 w 13"/>
                  <a:gd name="T1" fmla="*/ 40 h 19"/>
                  <a:gd name="T2" fmla="*/ 35 w 13"/>
                  <a:gd name="T3" fmla="*/ 0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19">
                    <a:moveTo>
                      <a:pt x="0" y="15"/>
                    </a:moveTo>
                    <a:cubicBezTo>
                      <a:pt x="9" y="19"/>
                      <a:pt x="10" y="7"/>
                      <a:pt x="13" y="0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978" name="Freeform 101">
                <a:extLst>
                  <a:ext uri="{FF2B5EF4-FFF2-40B4-BE49-F238E27FC236}">
                    <a16:creationId xmlns:a16="http://schemas.microsoft.com/office/drawing/2014/main" id="{1B634784-4724-4428-B5FD-AA3D101321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0" y="1211"/>
                <a:ext cx="22" cy="26"/>
              </a:xfrm>
              <a:custGeom>
                <a:avLst/>
                <a:gdLst>
                  <a:gd name="T0" fmla="*/ 0 w 16"/>
                  <a:gd name="T1" fmla="*/ 0 h 19"/>
                  <a:gd name="T2" fmla="*/ 41 w 16"/>
                  <a:gd name="T3" fmla="*/ 40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19">
                    <a:moveTo>
                      <a:pt x="0" y="0"/>
                    </a:moveTo>
                    <a:cubicBezTo>
                      <a:pt x="5" y="7"/>
                      <a:pt x="5" y="19"/>
                      <a:pt x="16" y="15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979" name="Freeform 102">
                <a:extLst>
                  <a:ext uri="{FF2B5EF4-FFF2-40B4-BE49-F238E27FC236}">
                    <a16:creationId xmlns:a16="http://schemas.microsoft.com/office/drawing/2014/main" id="{DC041A08-1954-4218-95A0-1BA766247B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0" y="1208"/>
                <a:ext cx="1" cy="3"/>
              </a:xfrm>
              <a:custGeom>
                <a:avLst/>
                <a:gdLst>
                  <a:gd name="T0" fmla="*/ 0 w 1"/>
                  <a:gd name="T1" fmla="*/ 5 h 2"/>
                  <a:gd name="T2" fmla="*/ 0 w 1"/>
                  <a:gd name="T3" fmla="*/ 0 h 2"/>
                  <a:gd name="T4" fmla="*/ 0 w 1"/>
                  <a:gd name="T5" fmla="*/ 8 h 2"/>
                  <a:gd name="T6" fmla="*/ 0 w 1"/>
                  <a:gd name="T7" fmla="*/ 8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980" name="Freeform 103">
                <a:extLst>
                  <a:ext uri="{FF2B5EF4-FFF2-40B4-BE49-F238E27FC236}">
                    <a16:creationId xmlns:a16="http://schemas.microsoft.com/office/drawing/2014/main" id="{2DD5F533-B332-4D8F-8C73-E6AB008318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5" y="1936"/>
                <a:ext cx="62" cy="50"/>
              </a:xfrm>
              <a:custGeom>
                <a:avLst/>
                <a:gdLst>
                  <a:gd name="T0" fmla="*/ 0 w 46"/>
                  <a:gd name="T1" fmla="*/ 0 h 37"/>
                  <a:gd name="T2" fmla="*/ 113 w 46"/>
                  <a:gd name="T3" fmla="*/ 92 h 3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6" h="37">
                    <a:moveTo>
                      <a:pt x="0" y="0"/>
                    </a:moveTo>
                    <a:cubicBezTo>
                      <a:pt x="17" y="10"/>
                      <a:pt x="40" y="17"/>
                      <a:pt x="46" y="37"/>
                    </a:cubicBezTo>
                  </a:path>
                </a:pathLst>
              </a:custGeom>
              <a:noFill/>
              <a:ln w="4763" cap="rnd">
                <a:solidFill>
                  <a:srgbClr val="AE7A6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981" name="Freeform 104">
                <a:extLst>
                  <a:ext uri="{FF2B5EF4-FFF2-40B4-BE49-F238E27FC236}">
                    <a16:creationId xmlns:a16="http://schemas.microsoft.com/office/drawing/2014/main" id="{B5F761DA-3DBE-4A76-A43C-9D9E92B2F0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6" y="1932"/>
                <a:ext cx="58" cy="50"/>
              </a:xfrm>
              <a:custGeom>
                <a:avLst/>
                <a:gdLst>
                  <a:gd name="T0" fmla="*/ 0 w 43"/>
                  <a:gd name="T1" fmla="*/ 92 h 37"/>
                  <a:gd name="T2" fmla="*/ 105 w 43"/>
                  <a:gd name="T3" fmla="*/ 0 h 3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3" h="37">
                    <a:moveTo>
                      <a:pt x="0" y="37"/>
                    </a:moveTo>
                    <a:cubicBezTo>
                      <a:pt x="13" y="24"/>
                      <a:pt x="24" y="6"/>
                      <a:pt x="43" y="0"/>
                    </a:cubicBezTo>
                  </a:path>
                </a:pathLst>
              </a:custGeom>
              <a:noFill/>
              <a:ln w="4763" cap="rnd">
                <a:solidFill>
                  <a:srgbClr val="AE7A6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982" name="Freeform 105">
                <a:extLst>
                  <a:ext uri="{FF2B5EF4-FFF2-40B4-BE49-F238E27FC236}">
                    <a16:creationId xmlns:a16="http://schemas.microsoft.com/office/drawing/2014/main" id="{EA52C197-3F05-41AE-BE90-17823BF294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3" y="2241"/>
                <a:ext cx="91" cy="62"/>
              </a:xfrm>
              <a:custGeom>
                <a:avLst/>
                <a:gdLst>
                  <a:gd name="T0" fmla="*/ 0 w 67"/>
                  <a:gd name="T1" fmla="*/ 113 h 46"/>
                  <a:gd name="T2" fmla="*/ 168 w 67"/>
                  <a:gd name="T3" fmla="*/ 0 h 4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7" h="46">
                    <a:moveTo>
                      <a:pt x="0" y="46"/>
                    </a:moveTo>
                    <a:cubicBezTo>
                      <a:pt x="24" y="14"/>
                      <a:pt x="67" y="0"/>
                      <a:pt x="67" y="0"/>
                    </a:cubicBezTo>
                  </a:path>
                </a:pathLst>
              </a:custGeom>
              <a:noFill/>
              <a:ln w="4763" cap="rnd">
                <a:solidFill>
                  <a:srgbClr val="AE7A6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983" name="Freeform 106">
                <a:extLst>
                  <a:ext uri="{FF2B5EF4-FFF2-40B4-BE49-F238E27FC236}">
                    <a16:creationId xmlns:a16="http://schemas.microsoft.com/office/drawing/2014/main" id="{4C042470-5645-40B9-9E90-5FA6B149DB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6" y="2284"/>
                <a:ext cx="234" cy="37"/>
              </a:xfrm>
              <a:custGeom>
                <a:avLst/>
                <a:gdLst>
                  <a:gd name="T0" fmla="*/ 0 w 173"/>
                  <a:gd name="T1" fmla="*/ 29 h 27"/>
                  <a:gd name="T2" fmla="*/ 197 w 173"/>
                  <a:gd name="T3" fmla="*/ 15 h 27"/>
                  <a:gd name="T4" fmla="*/ 429 w 173"/>
                  <a:gd name="T5" fmla="*/ 7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3" h="27">
                    <a:moveTo>
                      <a:pt x="0" y="11"/>
                    </a:moveTo>
                    <a:cubicBezTo>
                      <a:pt x="29" y="27"/>
                      <a:pt x="45" y="0"/>
                      <a:pt x="80" y="6"/>
                    </a:cubicBezTo>
                    <a:cubicBezTo>
                      <a:pt x="114" y="11"/>
                      <a:pt x="141" y="16"/>
                      <a:pt x="173" y="3"/>
                    </a:cubicBezTo>
                  </a:path>
                </a:pathLst>
              </a:custGeom>
              <a:noFill/>
              <a:ln w="4763" cap="rnd">
                <a:solidFill>
                  <a:srgbClr val="AE7A6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984" name="Freeform 107">
                <a:extLst>
                  <a:ext uri="{FF2B5EF4-FFF2-40B4-BE49-F238E27FC236}">
                    <a16:creationId xmlns:a16="http://schemas.microsoft.com/office/drawing/2014/main" id="{65487291-E45A-4F59-83C6-32251BDC14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7" y="2968"/>
                <a:ext cx="101" cy="43"/>
              </a:xfrm>
              <a:custGeom>
                <a:avLst/>
                <a:gdLst>
                  <a:gd name="T0" fmla="*/ 0 w 74"/>
                  <a:gd name="T1" fmla="*/ 0 h 32"/>
                  <a:gd name="T2" fmla="*/ 188 w 74"/>
                  <a:gd name="T3" fmla="*/ 65 h 3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4" h="32">
                    <a:moveTo>
                      <a:pt x="0" y="0"/>
                    </a:moveTo>
                    <a:cubicBezTo>
                      <a:pt x="18" y="29"/>
                      <a:pt x="40" y="32"/>
                      <a:pt x="74" y="27"/>
                    </a:cubicBezTo>
                  </a:path>
                </a:pathLst>
              </a:custGeom>
              <a:noFill/>
              <a:ln w="4763" cap="rnd">
                <a:solidFill>
                  <a:srgbClr val="AE7A6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985" name="Freeform 108">
                <a:extLst>
                  <a:ext uri="{FF2B5EF4-FFF2-40B4-BE49-F238E27FC236}">
                    <a16:creationId xmlns:a16="http://schemas.microsoft.com/office/drawing/2014/main" id="{FD9F0D7E-9717-4525-B9E7-D0B38242D8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3" y="2968"/>
                <a:ext cx="102" cy="36"/>
              </a:xfrm>
              <a:custGeom>
                <a:avLst/>
                <a:gdLst>
                  <a:gd name="T0" fmla="*/ 0 w 75"/>
                  <a:gd name="T1" fmla="*/ 49 h 27"/>
                  <a:gd name="T2" fmla="*/ 189 w 75"/>
                  <a:gd name="T3" fmla="*/ 0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5" h="27">
                    <a:moveTo>
                      <a:pt x="0" y="21"/>
                    </a:moveTo>
                    <a:cubicBezTo>
                      <a:pt x="30" y="27"/>
                      <a:pt x="59" y="11"/>
                      <a:pt x="75" y="0"/>
                    </a:cubicBezTo>
                  </a:path>
                </a:pathLst>
              </a:custGeom>
              <a:noFill/>
              <a:ln w="4763" cap="rnd">
                <a:solidFill>
                  <a:srgbClr val="AE7A6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986" name="Freeform 109">
                <a:extLst>
                  <a:ext uri="{FF2B5EF4-FFF2-40B4-BE49-F238E27FC236}">
                    <a16:creationId xmlns:a16="http://schemas.microsoft.com/office/drawing/2014/main" id="{23EF8EC8-3CF7-4F27-AC38-7FB6ABA3EF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9" y="2186"/>
                <a:ext cx="53" cy="16"/>
              </a:xfrm>
              <a:custGeom>
                <a:avLst/>
                <a:gdLst>
                  <a:gd name="T0" fmla="*/ 0 w 39"/>
                  <a:gd name="T1" fmla="*/ 28 h 12"/>
                  <a:gd name="T2" fmla="*/ 48 w 39"/>
                  <a:gd name="T3" fmla="*/ 0 h 12"/>
                  <a:gd name="T4" fmla="*/ 98 w 39"/>
                  <a:gd name="T5" fmla="*/ 27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9" h="12">
                    <a:moveTo>
                      <a:pt x="0" y="12"/>
                    </a:moveTo>
                    <a:cubicBezTo>
                      <a:pt x="8" y="4"/>
                      <a:pt x="11" y="0"/>
                      <a:pt x="19" y="0"/>
                    </a:cubicBezTo>
                    <a:cubicBezTo>
                      <a:pt x="28" y="0"/>
                      <a:pt x="30" y="2"/>
                      <a:pt x="39" y="11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987" name="Freeform 110">
                <a:extLst>
                  <a:ext uri="{FF2B5EF4-FFF2-40B4-BE49-F238E27FC236}">
                    <a16:creationId xmlns:a16="http://schemas.microsoft.com/office/drawing/2014/main" id="{5E582953-9981-4902-AE75-EF42C16349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0" y="2194"/>
                <a:ext cx="32" cy="11"/>
              </a:xfrm>
              <a:custGeom>
                <a:avLst/>
                <a:gdLst>
                  <a:gd name="T0" fmla="*/ 0 w 24"/>
                  <a:gd name="T1" fmla="*/ 0 h 8"/>
                  <a:gd name="T2" fmla="*/ 57 w 24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8">
                    <a:moveTo>
                      <a:pt x="0" y="0"/>
                    </a:moveTo>
                    <a:cubicBezTo>
                      <a:pt x="3" y="8"/>
                      <a:pt x="20" y="8"/>
                      <a:pt x="24" y="0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988" name="Freeform 111">
                <a:extLst>
                  <a:ext uri="{FF2B5EF4-FFF2-40B4-BE49-F238E27FC236}">
                    <a16:creationId xmlns:a16="http://schemas.microsoft.com/office/drawing/2014/main" id="{63E54E02-46F8-4FC4-933C-8CC58AB8C6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3" y="1466"/>
                <a:ext cx="137" cy="15"/>
              </a:xfrm>
              <a:custGeom>
                <a:avLst/>
                <a:gdLst>
                  <a:gd name="T0" fmla="*/ 0 w 101"/>
                  <a:gd name="T1" fmla="*/ 0 h 11"/>
                  <a:gd name="T2" fmla="*/ 68 w 101"/>
                  <a:gd name="T3" fmla="*/ 14 h 11"/>
                  <a:gd name="T4" fmla="*/ 145 w 101"/>
                  <a:gd name="T5" fmla="*/ 14 h 11"/>
                  <a:gd name="T6" fmla="*/ 247 w 101"/>
                  <a:gd name="T7" fmla="*/ 20 h 11"/>
                  <a:gd name="T8" fmla="*/ 252 w 101"/>
                  <a:gd name="T9" fmla="*/ 27 h 11"/>
                  <a:gd name="T10" fmla="*/ 252 w 101"/>
                  <a:gd name="T11" fmla="*/ 27 h 11"/>
                  <a:gd name="T12" fmla="*/ 250 w 101"/>
                  <a:gd name="T13" fmla="*/ 15 h 11"/>
                  <a:gd name="T14" fmla="*/ 145 w 101"/>
                  <a:gd name="T15" fmla="*/ 7 h 11"/>
                  <a:gd name="T16" fmla="*/ 71 w 101"/>
                  <a:gd name="T17" fmla="*/ 7 h 11"/>
                  <a:gd name="T18" fmla="*/ 0 w 101"/>
                  <a:gd name="T19" fmla="*/ 0 h 1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01" h="11">
                    <a:moveTo>
                      <a:pt x="0" y="0"/>
                    </a:moveTo>
                    <a:cubicBezTo>
                      <a:pt x="5" y="0"/>
                      <a:pt x="22" y="3"/>
                      <a:pt x="27" y="5"/>
                    </a:cubicBezTo>
                    <a:cubicBezTo>
                      <a:pt x="33" y="7"/>
                      <a:pt x="45" y="6"/>
                      <a:pt x="58" y="5"/>
                    </a:cubicBezTo>
                    <a:cubicBezTo>
                      <a:pt x="75" y="4"/>
                      <a:pt x="93" y="2"/>
                      <a:pt x="99" y="8"/>
                    </a:cubicBezTo>
                    <a:cubicBezTo>
                      <a:pt x="100" y="8"/>
                      <a:pt x="101" y="10"/>
                      <a:pt x="101" y="11"/>
                    </a:cubicBezTo>
                    <a:cubicBezTo>
                      <a:pt x="101" y="11"/>
                      <a:pt x="101" y="11"/>
                      <a:pt x="101" y="11"/>
                    </a:cubicBezTo>
                    <a:cubicBezTo>
                      <a:pt x="101" y="9"/>
                      <a:pt x="101" y="7"/>
                      <a:pt x="100" y="6"/>
                    </a:cubicBezTo>
                    <a:cubicBezTo>
                      <a:pt x="94" y="0"/>
                      <a:pt x="76" y="2"/>
                      <a:pt x="58" y="3"/>
                    </a:cubicBezTo>
                    <a:cubicBezTo>
                      <a:pt x="45" y="4"/>
                      <a:pt x="33" y="5"/>
                      <a:pt x="28" y="3"/>
                    </a:cubicBezTo>
                    <a:cubicBezTo>
                      <a:pt x="23" y="1"/>
                      <a:pt x="6" y="0"/>
                      <a:pt x="0" y="0"/>
                    </a:cubicBezTo>
                    <a:close/>
                  </a:path>
                </a:pathLst>
              </a:custGeom>
              <a:solidFill>
                <a:srgbClr val="AE7A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989" name="Freeform 112">
                <a:extLst>
                  <a:ext uri="{FF2B5EF4-FFF2-40B4-BE49-F238E27FC236}">
                    <a16:creationId xmlns:a16="http://schemas.microsoft.com/office/drawing/2014/main" id="{7A2C3848-0B77-4D92-BE3E-F0C9ACE37E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6" y="1497"/>
                <a:ext cx="26" cy="15"/>
              </a:xfrm>
              <a:custGeom>
                <a:avLst/>
                <a:gdLst>
                  <a:gd name="T0" fmla="*/ 0 w 19"/>
                  <a:gd name="T1" fmla="*/ 0 h 11"/>
                  <a:gd name="T2" fmla="*/ 21 w 19"/>
                  <a:gd name="T3" fmla="*/ 27 h 11"/>
                  <a:gd name="T4" fmla="*/ 49 w 19"/>
                  <a:gd name="T5" fmla="*/ 1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11">
                    <a:moveTo>
                      <a:pt x="0" y="0"/>
                    </a:moveTo>
                    <a:cubicBezTo>
                      <a:pt x="3" y="7"/>
                      <a:pt x="5" y="10"/>
                      <a:pt x="8" y="11"/>
                    </a:cubicBezTo>
                    <a:cubicBezTo>
                      <a:pt x="11" y="11"/>
                      <a:pt x="15" y="7"/>
                      <a:pt x="19" y="1"/>
                    </a:cubicBezTo>
                  </a:path>
                </a:pathLst>
              </a:custGeom>
              <a:noFill/>
              <a:ln w="4763" cap="rnd">
                <a:solidFill>
                  <a:srgbClr val="AE7A6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990" name="Freeform 113">
                <a:extLst>
                  <a:ext uri="{FF2B5EF4-FFF2-40B4-BE49-F238E27FC236}">
                    <a16:creationId xmlns:a16="http://schemas.microsoft.com/office/drawing/2014/main" id="{F94539F3-4039-4245-B83A-D2C72405B2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6" y="3690"/>
                <a:ext cx="23" cy="54"/>
              </a:xfrm>
              <a:custGeom>
                <a:avLst/>
                <a:gdLst>
                  <a:gd name="T0" fmla="*/ 41 w 17"/>
                  <a:gd name="T1" fmla="*/ 0 h 40"/>
                  <a:gd name="T2" fmla="*/ 30 w 17"/>
                  <a:gd name="T3" fmla="*/ 32 h 40"/>
                  <a:gd name="T4" fmla="*/ 15 w 17"/>
                  <a:gd name="T5" fmla="*/ 99 h 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40">
                    <a:moveTo>
                      <a:pt x="16" y="0"/>
                    </a:moveTo>
                    <a:cubicBezTo>
                      <a:pt x="17" y="4"/>
                      <a:pt x="15" y="9"/>
                      <a:pt x="12" y="13"/>
                    </a:cubicBezTo>
                    <a:cubicBezTo>
                      <a:pt x="8" y="17"/>
                      <a:pt x="0" y="32"/>
                      <a:pt x="6" y="40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991" name="Freeform 114">
                <a:extLst>
                  <a:ext uri="{FF2B5EF4-FFF2-40B4-BE49-F238E27FC236}">
                    <a16:creationId xmlns:a16="http://schemas.microsoft.com/office/drawing/2014/main" id="{5CAE4EE4-F2B8-413D-BB00-FDD17CBD78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1" y="3693"/>
                <a:ext cx="32" cy="53"/>
              </a:xfrm>
              <a:custGeom>
                <a:avLst/>
                <a:gdLst>
                  <a:gd name="T0" fmla="*/ 57 w 24"/>
                  <a:gd name="T1" fmla="*/ 0 h 39"/>
                  <a:gd name="T2" fmla="*/ 23 w 24"/>
                  <a:gd name="T3" fmla="*/ 35 h 39"/>
                  <a:gd name="T4" fmla="*/ 9 w 24"/>
                  <a:gd name="T5" fmla="*/ 98 h 3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39">
                    <a:moveTo>
                      <a:pt x="24" y="0"/>
                    </a:moveTo>
                    <a:cubicBezTo>
                      <a:pt x="21" y="7"/>
                      <a:pt x="13" y="12"/>
                      <a:pt x="10" y="14"/>
                    </a:cubicBezTo>
                    <a:cubicBezTo>
                      <a:pt x="3" y="22"/>
                      <a:pt x="0" y="31"/>
                      <a:pt x="4" y="39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992" name="Freeform 115">
                <a:extLst>
                  <a:ext uri="{FF2B5EF4-FFF2-40B4-BE49-F238E27FC236}">
                    <a16:creationId xmlns:a16="http://schemas.microsoft.com/office/drawing/2014/main" id="{1AB6D25D-8563-4E7E-8E03-CD1FDF2B7C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4" y="3690"/>
                <a:ext cx="35" cy="52"/>
              </a:xfrm>
              <a:custGeom>
                <a:avLst/>
                <a:gdLst>
                  <a:gd name="T0" fmla="*/ 63 w 26"/>
                  <a:gd name="T1" fmla="*/ 0 h 38"/>
                  <a:gd name="T2" fmla="*/ 27 w 26"/>
                  <a:gd name="T3" fmla="*/ 41 h 38"/>
                  <a:gd name="T4" fmla="*/ 1 w 26"/>
                  <a:gd name="T5" fmla="*/ 97 h 3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38">
                    <a:moveTo>
                      <a:pt x="26" y="0"/>
                    </a:moveTo>
                    <a:cubicBezTo>
                      <a:pt x="21" y="5"/>
                      <a:pt x="16" y="11"/>
                      <a:pt x="11" y="16"/>
                    </a:cubicBezTo>
                    <a:cubicBezTo>
                      <a:pt x="6" y="21"/>
                      <a:pt x="0" y="29"/>
                      <a:pt x="1" y="38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993" name="Freeform 116">
                <a:extLst>
                  <a:ext uri="{FF2B5EF4-FFF2-40B4-BE49-F238E27FC236}">
                    <a16:creationId xmlns:a16="http://schemas.microsoft.com/office/drawing/2014/main" id="{3CB3E838-EAE9-4B69-A96F-2E1983EB23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0" y="3684"/>
                <a:ext cx="25" cy="37"/>
              </a:xfrm>
              <a:custGeom>
                <a:avLst/>
                <a:gdLst>
                  <a:gd name="T0" fmla="*/ 49 w 18"/>
                  <a:gd name="T1" fmla="*/ 0 h 28"/>
                  <a:gd name="T2" fmla="*/ 19 w 18"/>
                  <a:gd name="T3" fmla="*/ 26 h 28"/>
                  <a:gd name="T4" fmla="*/ 0 w 18"/>
                  <a:gd name="T5" fmla="*/ 65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28">
                    <a:moveTo>
                      <a:pt x="18" y="0"/>
                    </a:moveTo>
                    <a:cubicBezTo>
                      <a:pt x="16" y="4"/>
                      <a:pt x="11" y="8"/>
                      <a:pt x="7" y="11"/>
                    </a:cubicBezTo>
                    <a:cubicBezTo>
                      <a:pt x="4" y="15"/>
                      <a:pt x="0" y="22"/>
                      <a:pt x="0" y="28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994" name="Freeform 117">
                <a:extLst>
                  <a:ext uri="{FF2B5EF4-FFF2-40B4-BE49-F238E27FC236}">
                    <a16:creationId xmlns:a16="http://schemas.microsoft.com/office/drawing/2014/main" id="{7378FF81-861E-4D4F-B015-5E97FEE194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1" y="3713"/>
                <a:ext cx="35" cy="18"/>
              </a:xfrm>
              <a:custGeom>
                <a:avLst/>
                <a:gdLst>
                  <a:gd name="T0" fmla="*/ 0 w 26"/>
                  <a:gd name="T1" fmla="*/ 35 h 13"/>
                  <a:gd name="T2" fmla="*/ 48 w 26"/>
                  <a:gd name="T3" fmla="*/ 35 h 13"/>
                  <a:gd name="T4" fmla="*/ 35 w 26"/>
                  <a:gd name="T5" fmla="*/ 0 h 13"/>
                  <a:gd name="T6" fmla="*/ 0 w 26"/>
                  <a:gd name="T7" fmla="*/ 35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13">
                    <a:moveTo>
                      <a:pt x="0" y="13"/>
                    </a:moveTo>
                    <a:cubicBezTo>
                      <a:pt x="8" y="11"/>
                      <a:pt x="18" y="12"/>
                      <a:pt x="20" y="13"/>
                    </a:cubicBezTo>
                    <a:cubicBezTo>
                      <a:pt x="26" y="4"/>
                      <a:pt x="19" y="0"/>
                      <a:pt x="14" y="0"/>
                    </a:cubicBezTo>
                    <a:cubicBezTo>
                      <a:pt x="3" y="0"/>
                      <a:pt x="0" y="10"/>
                      <a:pt x="0" y="13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995" name="Freeform 118">
                <a:extLst>
                  <a:ext uri="{FF2B5EF4-FFF2-40B4-BE49-F238E27FC236}">
                    <a16:creationId xmlns:a16="http://schemas.microsoft.com/office/drawing/2014/main" id="{B68E0884-3283-4E99-994F-ADA81ABC98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4" y="3725"/>
                <a:ext cx="18" cy="15"/>
              </a:xfrm>
              <a:custGeom>
                <a:avLst/>
                <a:gdLst>
                  <a:gd name="T0" fmla="*/ 0 w 13"/>
                  <a:gd name="T1" fmla="*/ 27 h 11"/>
                  <a:gd name="T2" fmla="*/ 35 w 13"/>
                  <a:gd name="T3" fmla="*/ 27 h 11"/>
                  <a:gd name="T4" fmla="*/ 0 w 13"/>
                  <a:gd name="T5" fmla="*/ 27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1">
                    <a:moveTo>
                      <a:pt x="0" y="11"/>
                    </a:moveTo>
                    <a:cubicBezTo>
                      <a:pt x="2" y="11"/>
                      <a:pt x="11" y="9"/>
                      <a:pt x="13" y="11"/>
                    </a:cubicBezTo>
                    <a:cubicBezTo>
                      <a:pt x="12" y="2"/>
                      <a:pt x="0" y="0"/>
                      <a:pt x="0" y="11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996" name="Freeform 119">
                <a:extLst>
                  <a:ext uri="{FF2B5EF4-FFF2-40B4-BE49-F238E27FC236}">
                    <a16:creationId xmlns:a16="http://schemas.microsoft.com/office/drawing/2014/main" id="{DC6D05D5-041B-484D-A4EE-4F0867EC26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3" y="3729"/>
                <a:ext cx="14" cy="13"/>
              </a:xfrm>
              <a:custGeom>
                <a:avLst/>
                <a:gdLst>
                  <a:gd name="T0" fmla="*/ 0 w 10"/>
                  <a:gd name="T1" fmla="*/ 25 h 9"/>
                  <a:gd name="T2" fmla="*/ 28 w 10"/>
                  <a:gd name="T3" fmla="*/ 20 h 9"/>
                  <a:gd name="T4" fmla="*/ 0 w 10"/>
                  <a:gd name="T5" fmla="*/ 25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9">
                    <a:moveTo>
                      <a:pt x="0" y="8"/>
                    </a:moveTo>
                    <a:cubicBezTo>
                      <a:pt x="2" y="9"/>
                      <a:pt x="8" y="9"/>
                      <a:pt x="10" y="7"/>
                    </a:cubicBezTo>
                    <a:cubicBezTo>
                      <a:pt x="9" y="0"/>
                      <a:pt x="0" y="3"/>
                      <a:pt x="0" y="8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997" name="Freeform 120">
                <a:extLst>
                  <a:ext uri="{FF2B5EF4-FFF2-40B4-BE49-F238E27FC236}">
                    <a16:creationId xmlns:a16="http://schemas.microsoft.com/office/drawing/2014/main" id="{8179E38E-444C-4662-BDE3-4E49DF5A49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3" y="3717"/>
                <a:ext cx="12" cy="11"/>
              </a:xfrm>
              <a:custGeom>
                <a:avLst/>
                <a:gdLst>
                  <a:gd name="T0" fmla="*/ 0 w 9"/>
                  <a:gd name="T1" fmla="*/ 14 h 8"/>
                  <a:gd name="T2" fmla="*/ 20 w 9"/>
                  <a:gd name="T3" fmla="*/ 19 h 8"/>
                  <a:gd name="T4" fmla="*/ 0 w 9"/>
                  <a:gd name="T5" fmla="*/ 14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8">
                    <a:moveTo>
                      <a:pt x="0" y="5"/>
                    </a:moveTo>
                    <a:cubicBezTo>
                      <a:pt x="1" y="7"/>
                      <a:pt x="5" y="8"/>
                      <a:pt x="8" y="7"/>
                    </a:cubicBezTo>
                    <a:cubicBezTo>
                      <a:pt x="9" y="0"/>
                      <a:pt x="2" y="1"/>
                      <a:pt x="0" y="5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998" name="Freeform 121">
                <a:extLst>
                  <a:ext uri="{FF2B5EF4-FFF2-40B4-BE49-F238E27FC236}">
                    <a16:creationId xmlns:a16="http://schemas.microsoft.com/office/drawing/2014/main" id="{50AC6FC1-77D6-42CE-88D5-E5D78EB741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9" y="2494"/>
                <a:ext cx="53" cy="42"/>
              </a:xfrm>
              <a:custGeom>
                <a:avLst/>
                <a:gdLst>
                  <a:gd name="T0" fmla="*/ 0 w 39"/>
                  <a:gd name="T1" fmla="*/ 0 h 31"/>
                  <a:gd name="T2" fmla="*/ 35 w 39"/>
                  <a:gd name="T3" fmla="*/ 41 h 31"/>
                  <a:gd name="T4" fmla="*/ 77 w 39"/>
                  <a:gd name="T5" fmla="*/ 64 h 31"/>
                  <a:gd name="T6" fmla="*/ 98 w 39"/>
                  <a:gd name="T7" fmla="*/ 77 h 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9" h="31">
                    <a:moveTo>
                      <a:pt x="0" y="0"/>
                    </a:moveTo>
                    <a:cubicBezTo>
                      <a:pt x="4" y="2"/>
                      <a:pt x="9" y="13"/>
                      <a:pt x="14" y="16"/>
                    </a:cubicBezTo>
                    <a:cubicBezTo>
                      <a:pt x="19" y="21"/>
                      <a:pt x="26" y="23"/>
                      <a:pt x="31" y="26"/>
                    </a:cubicBezTo>
                    <a:cubicBezTo>
                      <a:pt x="34" y="28"/>
                      <a:pt x="37" y="29"/>
                      <a:pt x="39" y="31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999" name="Freeform 122">
                <a:extLst>
                  <a:ext uri="{FF2B5EF4-FFF2-40B4-BE49-F238E27FC236}">
                    <a16:creationId xmlns:a16="http://schemas.microsoft.com/office/drawing/2014/main" id="{1F9A915D-FA84-4D88-96F8-91E2D464B4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0" y="2504"/>
                <a:ext cx="41" cy="42"/>
              </a:xfrm>
              <a:custGeom>
                <a:avLst/>
                <a:gdLst>
                  <a:gd name="T0" fmla="*/ 77 w 30"/>
                  <a:gd name="T1" fmla="*/ 77 h 31"/>
                  <a:gd name="T2" fmla="*/ 26 w 30"/>
                  <a:gd name="T3" fmla="*/ 45 h 31"/>
                  <a:gd name="T4" fmla="*/ 0 w 30"/>
                  <a:gd name="T5" fmla="*/ 0 h 3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0" h="31">
                    <a:moveTo>
                      <a:pt x="30" y="31"/>
                    </a:moveTo>
                    <a:cubicBezTo>
                      <a:pt x="21" y="22"/>
                      <a:pt x="16" y="21"/>
                      <a:pt x="10" y="18"/>
                    </a:cubicBezTo>
                    <a:cubicBezTo>
                      <a:pt x="10" y="16"/>
                      <a:pt x="4" y="5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000" name="Freeform 123">
                <a:extLst>
                  <a:ext uri="{FF2B5EF4-FFF2-40B4-BE49-F238E27FC236}">
                    <a16:creationId xmlns:a16="http://schemas.microsoft.com/office/drawing/2014/main" id="{98194BF1-C998-46D0-84CB-0BB63C3007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6" y="2450"/>
                <a:ext cx="56" cy="74"/>
              </a:xfrm>
              <a:custGeom>
                <a:avLst/>
                <a:gdLst>
                  <a:gd name="T0" fmla="*/ 104 w 41"/>
                  <a:gd name="T1" fmla="*/ 135 h 55"/>
                  <a:gd name="T2" fmla="*/ 61 w 41"/>
                  <a:gd name="T3" fmla="*/ 94 h 55"/>
                  <a:gd name="T4" fmla="*/ 56 w 41"/>
                  <a:gd name="T5" fmla="*/ 30 h 55"/>
                  <a:gd name="T6" fmla="*/ 37 w 41"/>
                  <a:gd name="T7" fmla="*/ 0 h 55"/>
                  <a:gd name="T8" fmla="*/ 0 w 41"/>
                  <a:gd name="T9" fmla="*/ 51 h 55"/>
                  <a:gd name="T10" fmla="*/ 7 w 41"/>
                  <a:gd name="T11" fmla="*/ 100 h 5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1" h="55">
                    <a:moveTo>
                      <a:pt x="41" y="55"/>
                    </a:moveTo>
                    <a:cubicBezTo>
                      <a:pt x="30" y="55"/>
                      <a:pt x="24" y="45"/>
                      <a:pt x="24" y="39"/>
                    </a:cubicBezTo>
                    <a:cubicBezTo>
                      <a:pt x="22" y="33"/>
                      <a:pt x="22" y="16"/>
                      <a:pt x="22" y="12"/>
                    </a:cubicBezTo>
                    <a:cubicBezTo>
                      <a:pt x="22" y="7"/>
                      <a:pt x="21" y="1"/>
                      <a:pt x="15" y="0"/>
                    </a:cubicBezTo>
                    <a:cubicBezTo>
                      <a:pt x="8" y="5"/>
                      <a:pt x="0" y="14"/>
                      <a:pt x="0" y="21"/>
                    </a:cubicBezTo>
                    <a:cubicBezTo>
                      <a:pt x="0" y="28"/>
                      <a:pt x="4" y="34"/>
                      <a:pt x="3" y="41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001" name="Freeform 124">
                <a:extLst>
                  <a:ext uri="{FF2B5EF4-FFF2-40B4-BE49-F238E27FC236}">
                    <a16:creationId xmlns:a16="http://schemas.microsoft.com/office/drawing/2014/main" id="{DEB780BC-FE6E-4E86-A516-834CB346E2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1" y="2559"/>
                <a:ext cx="19" cy="8"/>
              </a:xfrm>
              <a:custGeom>
                <a:avLst/>
                <a:gdLst>
                  <a:gd name="T0" fmla="*/ 35 w 14"/>
                  <a:gd name="T1" fmla="*/ 15 h 6"/>
                  <a:gd name="T2" fmla="*/ 0 w 14"/>
                  <a:gd name="T3" fmla="*/ 7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6">
                    <a:moveTo>
                      <a:pt x="14" y="6"/>
                    </a:moveTo>
                    <a:cubicBezTo>
                      <a:pt x="9" y="2"/>
                      <a:pt x="2" y="0"/>
                      <a:pt x="0" y="3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002" name="Freeform 125">
                <a:extLst>
                  <a:ext uri="{FF2B5EF4-FFF2-40B4-BE49-F238E27FC236}">
                    <a16:creationId xmlns:a16="http://schemas.microsoft.com/office/drawing/2014/main" id="{0D23072B-48E0-456F-85BC-6CD70C1527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6" y="2525"/>
                <a:ext cx="9" cy="9"/>
              </a:xfrm>
              <a:custGeom>
                <a:avLst/>
                <a:gdLst>
                  <a:gd name="T0" fmla="*/ 15 w 7"/>
                  <a:gd name="T1" fmla="*/ 8 h 6"/>
                  <a:gd name="T2" fmla="*/ 0 w 7"/>
                  <a:gd name="T3" fmla="*/ 21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6">
                    <a:moveTo>
                      <a:pt x="7" y="2"/>
                    </a:moveTo>
                    <a:cubicBezTo>
                      <a:pt x="5" y="0"/>
                      <a:pt x="4" y="4"/>
                      <a:pt x="0" y="6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003" name="Freeform 126">
                <a:extLst>
                  <a:ext uri="{FF2B5EF4-FFF2-40B4-BE49-F238E27FC236}">
                    <a16:creationId xmlns:a16="http://schemas.microsoft.com/office/drawing/2014/main" id="{4E1604BC-E448-4CAD-A940-16E67870D8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3" y="2500"/>
                <a:ext cx="7" cy="4"/>
              </a:xfrm>
              <a:custGeom>
                <a:avLst/>
                <a:gdLst>
                  <a:gd name="T0" fmla="*/ 14 w 5"/>
                  <a:gd name="T1" fmla="*/ 7 h 3"/>
                  <a:gd name="T2" fmla="*/ 0 w 5"/>
                  <a:gd name="T3" fmla="*/ 5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3">
                    <a:moveTo>
                      <a:pt x="5" y="3"/>
                    </a:moveTo>
                    <a:cubicBezTo>
                      <a:pt x="2" y="0"/>
                      <a:pt x="1" y="1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004" name="Freeform 127">
                <a:extLst>
                  <a:ext uri="{FF2B5EF4-FFF2-40B4-BE49-F238E27FC236}">
                    <a16:creationId xmlns:a16="http://schemas.microsoft.com/office/drawing/2014/main" id="{4245ED38-193B-4F4F-9B9B-F31C4C59F5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1" y="2443"/>
                <a:ext cx="4" cy="14"/>
              </a:xfrm>
              <a:custGeom>
                <a:avLst/>
                <a:gdLst>
                  <a:gd name="T0" fmla="*/ 7 w 3"/>
                  <a:gd name="T1" fmla="*/ 28 h 10"/>
                  <a:gd name="T2" fmla="*/ 0 w 3"/>
                  <a:gd name="T3" fmla="*/ 0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0">
                    <a:moveTo>
                      <a:pt x="3" y="10"/>
                    </a:moveTo>
                    <a:cubicBezTo>
                      <a:pt x="3" y="6"/>
                      <a:pt x="1" y="3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005" name="Freeform 128">
                <a:extLst>
                  <a:ext uri="{FF2B5EF4-FFF2-40B4-BE49-F238E27FC236}">
                    <a16:creationId xmlns:a16="http://schemas.microsoft.com/office/drawing/2014/main" id="{952B010E-F0B4-48C9-AD35-BED47E358E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7" y="2447"/>
                <a:ext cx="10" cy="3"/>
              </a:xfrm>
              <a:custGeom>
                <a:avLst/>
                <a:gdLst>
                  <a:gd name="T0" fmla="*/ 20 w 7"/>
                  <a:gd name="T1" fmla="*/ 8 h 2"/>
                  <a:gd name="T2" fmla="*/ 0 w 7"/>
                  <a:gd name="T3" fmla="*/ 8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2">
                    <a:moveTo>
                      <a:pt x="7" y="2"/>
                    </a:moveTo>
                    <a:cubicBezTo>
                      <a:pt x="4" y="0"/>
                      <a:pt x="2" y="1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006" name="Freeform 129">
                <a:extLst>
                  <a:ext uri="{FF2B5EF4-FFF2-40B4-BE49-F238E27FC236}">
                    <a16:creationId xmlns:a16="http://schemas.microsoft.com/office/drawing/2014/main" id="{0765AD95-98FB-492A-9EE7-7B1865FD5B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9" y="2476"/>
                <a:ext cx="5" cy="2"/>
              </a:xfrm>
              <a:custGeom>
                <a:avLst/>
                <a:gdLst>
                  <a:gd name="T0" fmla="*/ 8 w 4"/>
                  <a:gd name="T1" fmla="*/ 2 h 2"/>
                  <a:gd name="T2" fmla="*/ 0 w 4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0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007" name="Freeform 130">
                <a:extLst>
                  <a:ext uri="{FF2B5EF4-FFF2-40B4-BE49-F238E27FC236}">
                    <a16:creationId xmlns:a16="http://schemas.microsoft.com/office/drawing/2014/main" id="{2D9C606C-DBBE-4964-AF82-E41226263D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2467"/>
                <a:ext cx="28" cy="40"/>
              </a:xfrm>
              <a:custGeom>
                <a:avLst/>
                <a:gdLst>
                  <a:gd name="T0" fmla="*/ 49 w 21"/>
                  <a:gd name="T1" fmla="*/ 76 h 29"/>
                  <a:gd name="T2" fmla="*/ 20 w 21"/>
                  <a:gd name="T3" fmla="*/ 55 h 29"/>
                  <a:gd name="T4" fmla="*/ 0 w 21"/>
                  <a:gd name="T5" fmla="*/ 0 h 2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29">
                    <a:moveTo>
                      <a:pt x="21" y="29"/>
                    </a:moveTo>
                    <a:cubicBezTo>
                      <a:pt x="18" y="26"/>
                      <a:pt x="11" y="28"/>
                      <a:pt x="8" y="21"/>
                    </a:cubicBezTo>
                    <a:cubicBezTo>
                      <a:pt x="6" y="15"/>
                      <a:pt x="1" y="10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008" name="Freeform 131">
                <a:extLst>
                  <a:ext uri="{FF2B5EF4-FFF2-40B4-BE49-F238E27FC236}">
                    <a16:creationId xmlns:a16="http://schemas.microsoft.com/office/drawing/2014/main" id="{BF771842-7302-4EF9-944D-403EF6F212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8" y="2458"/>
                <a:ext cx="18" cy="36"/>
              </a:xfrm>
              <a:custGeom>
                <a:avLst/>
                <a:gdLst>
                  <a:gd name="T0" fmla="*/ 35 w 13"/>
                  <a:gd name="T1" fmla="*/ 64 h 27"/>
                  <a:gd name="T2" fmla="*/ 21 w 13"/>
                  <a:gd name="T3" fmla="*/ 55 h 27"/>
                  <a:gd name="T4" fmla="*/ 0 w 13"/>
                  <a:gd name="T5" fmla="*/ 0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27">
                    <a:moveTo>
                      <a:pt x="13" y="27"/>
                    </a:moveTo>
                    <a:cubicBezTo>
                      <a:pt x="13" y="23"/>
                      <a:pt x="11" y="25"/>
                      <a:pt x="8" y="23"/>
                    </a:cubicBezTo>
                    <a:cubicBezTo>
                      <a:pt x="5" y="21"/>
                      <a:pt x="1" y="6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009" name="Freeform 132">
                <a:extLst>
                  <a:ext uri="{FF2B5EF4-FFF2-40B4-BE49-F238E27FC236}">
                    <a16:creationId xmlns:a16="http://schemas.microsoft.com/office/drawing/2014/main" id="{43CBF2BF-98BF-4D13-AEC7-067A362E5C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4" y="2503"/>
                <a:ext cx="4" cy="14"/>
              </a:xfrm>
              <a:custGeom>
                <a:avLst/>
                <a:gdLst>
                  <a:gd name="T0" fmla="*/ 7 w 3"/>
                  <a:gd name="T1" fmla="*/ 0 h 11"/>
                  <a:gd name="T2" fmla="*/ 1 w 3"/>
                  <a:gd name="T3" fmla="*/ 23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1">
                    <a:moveTo>
                      <a:pt x="3" y="0"/>
                    </a:moveTo>
                    <a:cubicBezTo>
                      <a:pt x="0" y="1"/>
                      <a:pt x="1" y="8"/>
                      <a:pt x="1" y="11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010" name="Freeform 133">
                <a:extLst>
                  <a:ext uri="{FF2B5EF4-FFF2-40B4-BE49-F238E27FC236}">
                    <a16:creationId xmlns:a16="http://schemas.microsoft.com/office/drawing/2014/main" id="{4483F553-865F-43B5-82C3-21AABAC732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6" y="1274"/>
                <a:ext cx="96" cy="19"/>
              </a:xfrm>
              <a:custGeom>
                <a:avLst/>
                <a:gdLst>
                  <a:gd name="T0" fmla="*/ 20 w 71"/>
                  <a:gd name="T1" fmla="*/ 22 h 14"/>
                  <a:gd name="T2" fmla="*/ 37 w 71"/>
                  <a:gd name="T3" fmla="*/ 30 h 14"/>
                  <a:gd name="T4" fmla="*/ 92 w 71"/>
                  <a:gd name="T5" fmla="*/ 35 h 14"/>
                  <a:gd name="T6" fmla="*/ 92 w 71"/>
                  <a:gd name="T7" fmla="*/ 35 h 14"/>
                  <a:gd name="T8" fmla="*/ 135 w 71"/>
                  <a:gd name="T9" fmla="*/ 30 h 14"/>
                  <a:gd name="T10" fmla="*/ 155 w 71"/>
                  <a:gd name="T11" fmla="*/ 22 h 14"/>
                  <a:gd name="T12" fmla="*/ 176 w 71"/>
                  <a:gd name="T13" fmla="*/ 5 h 14"/>
                  <a:gd name="T14" fmla="*/ 114 w 71"/>
                  <a:gd name="T15" fmla="*/ 0 h 14"/>
                  <a:gd name="T16" fmla="*/ 87 w 71"/>
                  <a:gd name="T17" fmla="*/ 0 h 14"/>
                  <a:gd name="T18" fmla="*/ 87 w 71"/>
                  <a:gd name="T19" fmla="*/ 0 h 14"/>
                  <a:gd name="T20" fmla="*/ 62 w 71"/>
                  <a:gd name="T21" fmla="*/ 0 h 14"/>
                  <a:gd name="T22" fmla="*/ 0 w 71"/>
                  <a:gd name="T23" fmla="*/ 5 h 1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71" h="14">
                    <a:moveTo>
                      <a:pt x="8" y="9"/>
                    </a:moveTo>
                    <a:cubicBezTo>
                      <a:pt x="8" y="9"/>
                      <a:pt x="10" y="11"/>
                      <a:pt x="15" y="12"/>
                    </a:cubicBezTo>
                    <a:cubicBezTo>
                      <a:pt x="21" y="13"/>
                      <a:pt x="32" y="14"/>
                      <a:pt x="37" y="14"/>
                    </a:cubicBezTo>
                    <a:cubicBezTo>
                      <a:pt x="37" y="14"/>
                      <a:pt x="37" y="14"/>
                      <a:pt x="37" y="14"/>
                    </a:cubicBezTo>
                    <a:cubicBezTo>
                      <a:pt x="41" y="14"/>
                      <a:pt x="50" y="13"/>
                      <a:pt x="55" y="12"/>
                    </a:cubicBezTo>
                    <a:cubicBezTo>
                      <a:pt x="61" y="11"/>
                      <a:pt x="63" y="9"/>
                      <a:pt x="63" y="9"/>
                    </a:cubicBezTo>
                    <a:cubicBezTo>
                      <a:pt x="71" y="2"/>
                      <a:pt x="71" y="2"/>
                      <a:pt x="71" y="2"/>
                    </a:cubicBezTo>
                    <a:cubicBezTo>
                      <a:pt x="64" y="3"/>
                      <a:pt x="50" y="0"/>
                      <a:pt x="46" y="0"/>
                    </a:cubicBezTo>
                    <a:cubicBezTo>
                      <a:pt x="42" y="0"/>
                      <a:pt x="39" y="0"/>
                      <a:pt x="35" y="0"/>
                    </a:cubicBezTo>
                    <a:cubicBezTo>
                      <a:pt x="35" y="0"/>
                      <a:pt x="35" y="0"/>
                      <a:pt x="35" y="0"/>
                    </a:cubicBezTo>
                    <a:cubicBezTo>
                      <a:pt x="32" y="0"/>
                      <a:pt x="29" y="0"/>
                      <a:pt x="25" y="0"/>
                    </a:cubicBezTo>
                    <a:cubicBezTo>
                      <a:pt x="20" y="0"/>
                      <a:pt x="6" y="3"/>
                      <a:pt x="0" y="2"/>
                    </a:cubicBezTo>
                  </a:path>
                </a:pathLst>
              </a:custGeom>
              <a:solidFill>
                <a:srgbClr val="FDDE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011" name="Freeform 134">
                <a:extLst>
                  <a:ext uri="{FF2B5EF4-FFF2-40B4-BE49-F238E27FC236}">
                    <a16:creationId xmlns:a16="http://schemas.microsoft.com/office/drawing/2014/main" id="{E99ABBC0-34DF-48BA-8C9F-7E1EFACE8E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6" y="1274"/>
                <a:ext cx="47" cy="4"/>
              </a:xfrm>
              <a:custGeom>
                <a:avLst/>
                <a:gdLst>
                  <a:gd name="T0" fmla="*/ 73 w 35"/>
                  <a:gd name="T1" fmla="*/ 0 h 3"/>
                  <a:gd name="T2" fmla="*/ 62 w 35"/>
                  <a:gd name="T3" fmla="*/ 0 h 3"/>
                  <a:gd name="T4" fmla="*/ 38 w 35"/>
                  <a:gd name="T5" fmla="*/ 1 h 3"/>
                  <a:gd name="T6" fmla="*/ 0 w 35"/>
                  <a:gd name="T7" fmla="*/ 5 h 3"/>
                  <a:gd name="T8" fmla="*/ 0 w 35"/>
                  <a:gd name="T9" fmla="*/ 5 h 3"/>
                  <a:gd name="T10" fmla="*/ 42 w 35"/>
                  <a:gd name="T11" fmla="*/ 5 h 3"/>
                  <a:gd name="T12" fmla="*/ 62 w 35"/>
                  <a:gd name="T13" fmla="*/ 1 h 3"/>
                  <a:gd name="T14" fmla="*/ 85 w 35"/>
                  <a:gd name="T15" fmla="*/ 1 h 3"/>
                  <a:gd name="T16" fmla="*/ 85 w 35"/>
                  <a:gd name="T17" fmla="*/ 0 h 3"/>
                  <a:gd name="T18" fmla="*/ 73 w 35"/>
                  <a:gd name="T19" fmla="*/ 0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5" h="3">
                    <a:moveTo>
                      <a:pt x="30" y="0"/>
                    </a:moveTo>
                    <a:cubicBezTo>
                      <a:pt x="25" y="0"/>
                      <a:pt x="25" y="0"/>
                      <a:pt x="25" y="0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1" y="2"/>
                      <a:pt x="4" y="3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4" y="3"/>
                      <a:pt x="11" y="3"/>
                      <a:pt x="17" y="2"/>
                    </a:cubicBezTo>
                    <a:cubicBezTo>
                      <a:pt x="25" y="1"/>
                      <a:pt x="25" y="1"/>
                      <a:pt x="25" y="1"/>
                    </a:cubicBezTo>
                    <a:cubicBezTo>
                      <a:pt x="35" y="1"/>
                      <a:pt x="35" y="1"/>
                      <a:pt x="35" y="1"/>
                    </a:cubicBezTo>
                    <a:cubicBezTo>
                      <a:pt x="35" y="0"/>
                      <a:pt x="35" y="0"/>
                      <a:pt x="35" y="0"/>
                    </a:cubicBezTo>
                    <a:lnTo>
                      <a:pt x="30" y="0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012" name="Freeform 135">
                <a:extLst>
                  <a:ext uri="{FF2B5EF4-FFF2-40B4-BE49-F238E27FC236}">
                    <a16:creationId xmlns:a16="http://schemas.microsoft.com/office/drawing/2014/main" id="{606C7397-FC0E-4CA9-AC0F-A278FEA08E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3" y="1274"/>
                <a:ext cx="49" cy="4"/>
              </a:xfrm>
              <a:custGeom>
                <a:avLst/>
                <a:gdLst>
                  <a:gd name="T0" fmla="*/ 0 w 36"/>
                  <a:gd name="T1" fmla="*/ 1 h 3"/>
                  <a:gd name="T2" fmla="*/ 27 w 36"/>
                  <a:gd name="T3" fmla="*/ 1 h 3"/>
                  <a:gd name="T4" fmla="*/ 48 w 36"/>
                  <a:gd name="T5" fmla="*/ 5 h 3"/>
                  <a:gd name="T6" fmla="*/ 91 w 36"/>
                  <a:gd name="T7" fmla="*/ 5 h 3"/>
                  <a:gd name="T8" fmla="*/ 91 w 36"/>
                  <a:gd name="T9" fmla="*/ 5 h 3"/>
                  <a:gd name="T10" fmla="*/ 48 w 36"/>
                  <a:gd name="T11" fmla="*/ 1 h 3"/>
                  <a:gd name="T12" fmla="*/ 27 w 36"/>
                  <a:gd name="T13" fmla="*/ 0 h 3"/>
                  <a:gd name="T14" fmla="*/ 0 w 36"/>
                  <a:gd name="T15" fmla="*/ 0 h 3"/>
                  <a:gd name="T16" fmla="*/ 0 w 36"/>
                  <a:gd name="T17" fmla="*/ 1 h 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6" h="3">
                    <a:moveTo>
                      <a:pt x="0" y="1"/>
                    </a:moveTo>
                    <a:cubicBezTo>
                      <a:pt x="11" y="1"/>
                      <a:pt x="11" y="1"/>
                      <a:pt x="11" y="1"/>
                    </a:cubicBezTo>
                    <a:cubicBezTo>
                      <a:pt x="19" y="2"/>
                      <a:pt x="19" y="2"/>
                      <a:pt x="19" y="2"/>
                    </a:cubicBezTo>
                    <a:cubicBezTo>
                      <a:pt x="25" y="3"/>
                      <a:pt x="31" y="3"/>
                      <a:pt x="36" y="2"/>
                    </a:cubicBezTo>
                    <a:cubicBezTo>
                      <a:pt x="36" y="2"/>
                      <a:pt x="36" y="2"/>
                      <a:pt x="36" y="2"/>
                    </a:cubicBezTo>
                    <a:cubicBezTo>
                      <a:pt x="32" y="3"/>
                      <a:pt x="25" y="2"/>
                      <a:pt x="19" y="1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013" name="Freeform 136">
                <a:extLst>
                  <a:ext uri="{FF2B5EF4-FFF2-40B4-BE49-F238E27FC236}">
                    <a16:creationId xmlns:a16="http://schemas.microsoft.com/office/drawing/2014/main" id="{4A7333CA-92AC-4CE5-A32D-BEF198AC81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3" y="1281"/>
                <a:ext cx="81" cy="3"/>
              </a:xfrm>
              <a:custGeom>
                <a:avLst/>
                <a:gdLst>
                  <a:gd name="T0" fmla="*/ 120 w 60"/>
                  <a:gd name="T1" fmla="*/ 0 h 2"/>
                  <a:gd name="T2" fmla="*/ 93 w 60"/>
                  <a:gd name="T3" fmla="*/ 0 h 2"/>
                  <a:gd name="T4" fmla="*/ 74 w 60"/>
                  <a:gd name="T5" fmla="*/ 0 h 2"/>
                  <a:gd name="T6" fmla="*/ 55 w 60"/>
                  <a:gd name="T7" fmla="*/ 0 h 2"/>
                  <a:gd name="T8" fmla="*/ 30 w 60"/>
                  <a:gd name="T9" fmla="*/ 0 h 2"/>
                  <a:gd name="T10" fmla="*/ 0 w 60"/>
                  <a:gd name="T11" fmla="*/ 0 h 2"/>
                  <a:gd name="T12" fmla="*/ 30 w 60"/>
                  <a:gd name="T13" fmla="*/ 0 h 2"/>
                  <a:gd name="T14" fmla="*/ 55 w 60"/>
                  <a:gd name="T15" fmla="*/ 5 h 2"/>
                  <a:gd name="T16" fmla="*/ 74 w 60"/>
                  <a:gd name="T17" fmla="*/ 5 h 2"/>
                  <a:gd name="T18" fmla="*/ 97 w 60"/>
                  <a:gd name="T19" fmla="*/ 5 h 2"/>
                  <a:gd name="T20" fmla="*/ 120 w 60"/>
                  <a:gd name="T21" fmla="*/ 5 h 2"/>
                  <a:gd name="T22" fmla="*/ 147 w 60"/>
                  <a:gd name="T23" fmla="*/ 0 h 2"/>
                  <a:gd name="T24" fmla="*/ 120 w 60"/>
                  <a:gd name="T25" fmla="*/ 0 h 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60" h="2">
                    <a:moveTo>
                      <a:pt x="49" y="0"/>
                    </a:moveTo>
                    <a:cubicBezTo>
                      <a:pt x="46" y="0"/>
                      <a:pt x="42" y="0"/>
                      <a:pt x="38" y="0"/>
                    </a:cubicBezTo>
                    <a:cubicBezTo>
                      <a:pt x="35" y="0"/>
                      <a:pt x="32" y="1"/>
                      <a:pt x="30" y="0"/>
                    </a:cubicBezTo>
                    <a:cubicBezTo>
                      <a:pt x="28" y="1"/>
                      <a:pt x="25" y="0"/>
                      <a:pt x="22" y="0"/>
                    </a:cubicBezTo>
                    <a:cubicBezTo>
                      <a:pt x="19" y="0"/>
                      <a:pt x="15" y="0"/>
                      <a:pt x="12" y="0"/>
                    </a:cubicBezTo>
                    <a:cubicBezTo>
                      <a:pt x="6" y="1"/>
                      <a:pt x="3" y="1"/>
                      <a:pt x="0" y="0"/>
                    </a:cubicBezTo>
                    <a:cubicBezTo>
                      <a:pt x="3" y="1"/>
                      <a:pt x="6" y="1"/>
                      <a:pt x="12" y="0"/>
                    </a:cubicBezTo>
                    <a:cubicBezTo>
                      <a:pt x="15" y="0"/>
                      <a:pt x="19" y="1"/>
                      <a:pt x="22" y="1"/>
                    </a:cubicBezTo>
                    <a:cubicBezTo>
                      <a:pt x="25" y="1"/>
                      <a:pt x="28" y="2"/>
                      <a:pt x="30" y="1"/>
                    </a:cubicBezTo>
                    <a:cubicBezTo>
                      <a:pt x="32" y="2"/>
                      <a:pt x="35" y="1"/>
                      <a:pt x="39" y="1"/>
                    </a:cubicBezTo>
                    <a:cubicBezTo>
                      <a:pt x="42" y="1"/>
                      <a:pt x="46" y="0"/>
                      <a:pt x="49" y="1"/>
                    </a:cubicBezTo>
                    <a:cubicBezTo>
                      <a:pt x="55" y="1"/>
                      <a:pt x="57" y="1"/>
                      <a:pt x="60" y="0"/>
                    </a:cubicBezTo>
                    <a:cubicBezTo>
                      <a:pt x="58" y="1"/>
                      <a:pt x="54" y="1"/>
                      <a:pt x="49" y="0"/>
                    </a:cubicBez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014" name="Freeform 137">
                <a:extLst>
                  <a:ext uri="{FF2B5EF4-FFF2-40B4-BE49-F238E27FC236}">
                    <a16:creationId xmlns:a16="http://schemas.microsoft.com/office/drawing/2014/main" id="{D7308E38-4D1F-46CF-BFA3-8885AB8EDE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7" y="1286"/>
                <a:ext cx="74" cy="7"/>
              </a:xfrm>
              <a:custGeom>
                <a:avLst/>
                <a:gdLst>
                  <a:gd name="T0" fmla="*/ 114 w 55"/>
                  <a:gd name="T1" fmla="*/ 6 h 5"/>
                  <a:gd name="T2" fmla="*/ 70 w 55"/>
                  <a:gd name="T3" fmla="*/ 11 h 5"/>
                  <a:gd name="T4" fmla="*/ 20 w 55"/>
                  <a:gd name="T5" fmla="*/ 6 h 5"/>
                  <a:gd name="T6" fmla="*/ 0 w 55"/>
                  <a:gd name="T7" fmla="*/ 0 h 5"/>
                  <a:gd name="T8" fmla="*/ 16 w 55"/>
                  <a:gd name="T9" fmla="*/ 6 h 5"/>
                  <a:gd name="T10" fmla="*/ 70 w 55"/>
                  <a:gd name="T11" fmla="*/ 14 h 5"/>
                  <a:gd name="T12" fmla="*/ 70 w 55"/>
                  <a:gd name="T13" fmla="*/ 14 h 5"/>
                  <a:gd name="T14" fmla="*/ 70 w 55"/>
                  <a:gd name="T15" fmla="*/ 14 h 5"/>
                  <a:gd name="T16" fmla="*/ 70 w 55"/>
                  <a:gd name="T17" fmla="*/ 14 h 5"/>
                  <a:gd name="T18" fmla="*/ 70 w 55"/>
                  <a:gd name="T19" fmla="*/ 14 h 5"/>
                  <a:gd name="T20" fmla="*/ 117 w 55"/>
                  <a:gd name="T21" fmla="*/ 6 h 5"/>
                  <a:gd name="T22" fmla="*/ 135 w 55"/>
                  <a:gd name="T23" fmla="*/ 0 h 5"/>
                  <a:gd name="T24" fmla="*/ 114 w 55"/>
                  <a:gd name="T25" fmla="*/ 6 h 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55" h="5">
                    <a:moveTo>
                      <a:pt x="47" y="2"/>
                    </a:moveTo>
                    <a:cubicBezTo>
                      <a:pt x="42" y="3"/>
                      <a:pt x="33" y="4"/>
                      <a:pt x="29" y="4"/>
                    </a:cubicBezTo>
                    <a:cubicBezTo>
                      <a:pt x="24" y="4"/>
                      <a:pt x="13" y="3"/>
                      <a:pt x="8" y="2"/>
                    </a:cubicBezTo>
                    <a:cubicBezTo>
                      <a:pt x="3" y="1"/>
                      <a:pt x="0" y="0"/>
                      <a:pt x="0" y="0"/>
                    </a:cubicBezTo>
                    <a:cubicBezTo>
                      <a:pt x="0" y="0"/>
                      <a:pt x="1" y="1"/>
                      <a:pt x="7" y="2"/>
                    </a:cubicBezTo>
                    <a:cubicBezTo>
                      <a:pt x="12" y="4"/>
                      <a:pt x="24" y="5"/>
                      <a:pt x="29" y="5"/>
                    </a:cubicBezTo>
                    <a:cubicBezTo>
                      <a:pt x="29" y="5"/>
                      <a:pt x="29" y="5"/>
                      <a:pt x="29" y="5"/>
                    </a:cubicBezTo>
                    <a:cubicBezTo>
                      <a:pt x="29" y="5"/>
                      <a:pt x="29" y="5"/>
                      <a:pt x="29" y="5"/>
                    </a:cubicBezTo>
                    <a:cubicBezTo>
                      <a:pt x="29" y="5"/>
                      <a:pt x="29" y="5"/>
                      <a:pt x="29" y="5"/>
                    </a:cubicBezTo>
                    <a:cubicBezTo>
                      <a:pt x="29" y="5"/>
                      <a:pt x="29" y="5"/>
                      <a:pt x="29" y="5"/>
                    </a:cubicBezTo>
                    <a:cubicBezTo>
                      <a:pt x="33" y="5"/>
                      <a:pt x="42" y="4"/>
                      <a:pt x="48" y="2"/>
                    </a:cubicBezTo>
                    <a:cubicBezTo>
                      <a:pt x="53" y="1"/>
                      <a:pt x="55" y="0"/>
                      <a:pt x="55" y="0"/>
                    </a:cubicBezTo>
                    <a:cubicBezTo>
                      <a:pt x="55" y="0"/>
                      <a:pt x="52" y="1"/>
                      <a:pt x="47" y="2"/>
                    </a:cubicBez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015" name="Freeform 138">
                <a:extLst>
                  <a:ext uri="{FF2B5EF4-FFF2-40B4-BE49-F238E27FC236}">
                    <a16:creationId xmlns:a16="http://schemas.microsoft.com/office/drawing/2014/main" id="{9FD4B1B1-DA0D-4C66-A9CF-5E2C2D2233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0" y="3581"/>
                <a:ext cx="5" cy="28"/>
              </a:xfrm>
              <a:custGeom>
                <a:avLst/>
                <a:gdLst>
                  <a:gd name="T0" fmla="*/ 8 w 4"/>
                  <a:gd name="T1" fmla="*/ 0 h 21"/>
                  <a:gd name="T2" fmla="*/ 0 w 4"/>
                  <a:gd name="T3" fmla="*/ 49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1">
                    <a:moveTo>
                      <a:pt x="4" y="0"/>
                    </a:moveTo>
                    <a:cubicBezTo>
                      <a:pt x="4" y="8"/>
                      <a:pt x="0" y="21"/>
                      <a:pt x="0" y="21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016" name="Freeform 139">
                <a:extLst>
                  <a:ext uri="{FF2B5EF4-FFF2-40B4-BE49-F238E27FC236}">
                    <a16:creationId xmlns:a16="http://schemas.microsoft.com/office/drawing/2014/main" id="{726AC8E5-7EC9-4348-8BB2-8F69C3FF4B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3" y="1162"/>
                <a:ext cx="50" cy="22"/>
              </a:xfrm>
              <a:custGeom>
                <a:avLst/>
                <a:gdLst>
                  <a:gd name="T0" fmla="*/ 92 w 37"/>
                  <a:gd name="T1" fmla="*/ 29 h 16"/>
                  <a:gd name="T2" fmla="*/ 82 w 37"/>
                  <a:gd name="T3" fmla="*/ 34 h 16"/>
                  <a:gd name="T4" fmla="*/ 41 w 37"/>
                  <a:gd name="T5" fmla="*/ 41 h 16"/>
                  <a:gd name="T6" fmla="*/ 0 w 37"/>
                  <a:gd name="T7" fmla="*/ 23 h 16"/>
                  <a:gd name="T8" fmla="*/ 43 w 37"/>
                  <a:gd name="T9" fmla="*/ 0 h 16"/>
                  <a:gd name="T10" fmla="*/ 84 w 37"/>
                  <a:gd name="T11" fmla="*/ 21 h 16"/>
                  <a:gd name="T12" fmla="*/ 92 w 37"/>
                  <a:gd name="T13" fmla="*/ 29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7" h="16">
                    <a:moveTo>
                      <a:pt x="37" y="11"/>
                    </a:moveTo>
                    <a:cubicBezTo>
                      <a:pt x="37" y="13"/>
                      <a:pt x="35" y="12"/>
                      <a:pt x="33" y="13"/>
                    </a:cubicBezTo>
                    <a:cubicBezTo>
                      <a:pt x="31" y="13"/>
                      <a:pt x="25" y="16"/>
                      <a:pt x="16" y="16"/>
                    </a:cubicBezTo>
                    <a:cubicBezTo>
                      <a:pt x="7" y="16"/>
                      <a:pt x="1" y="9"/>
                      <a:pt x="0" y="9"/>
                    </a:cubicBezTo>
                    <a:cubicBezTo>
                      <a:pt x="2" y="6"/>
                      <a:pt x="7" y="0"/>
                      <a:pt x="18" y="0"/>
                    </a:cubicBezTo>
                    <a:cubicBezTo>
                      <a:pt x="27" y="0"/>
                      <a:pt x="31" y="5"/>
                      <a:pt x="34" y="8"/>
                    </a:cubicBezTo>
                    <a:cubicBezTo>
                      <a:pt x="36" y="9"/>
                      <a:pt x="37" y="10"/>
                      <a:pt x="37" y="1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017" name="Freeform 140">
                <a:extLst>
                  <a:ext uri="{FF2B5EF4-FFF2-40B4-BE49-F238E27FC236}">
                    <a16:creationId xmlns:a16="http://schemas.microsoft.com/office/drawing/2014/main" id="{B6A1F867-0010-43F0-B439-B46322A361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7" y="1162"/>
                <a:ext cx="50" cy="22"/>
              </a:xfrm>
              <a:custGeom>
                <a:avLst/>
                <a:gdLst>
                  <a:gd name="T0" fmla="*/ 0 w 37"/>
                  <a:gd name="T1" fmla="*/ 29 h 16"/>
                  <a:gd name="T2" fmla="*/ 9 w 37"/>
                  <a:gd name="T3" fmla="*/ 34 h 16"/>
                  <a:gd name="T4" fmla="*/ 51 w 37"/>
                  <a:gd name="T5" fmla="*/ 41 h 16"/>
                  <a:gd name="T6" fmla="*/ 92 w 37"/>
                  <a:gd name="T7" fmla="*/ 23 h 16"/>
                  <a:gd name="T8" fmla="*/ 47 w 37"/>
                  <a:gd name="T9" fmla="*/ 0 h 16"/>
                  <a:gd name="T10" fmla="*/ 7 w 37"/>
                  <a:gd name="T11" fmla="*/ 21 h 16"/>
                  <a:gd name="T12" fmla="*/ 0 w 37"/>
                  <a:gd name="T13" fmla="*/ 29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7" h="16">
                    <a:moveTo>
                      <a:pt x="0" y="11"/>
                    </a:moveTo>
                    <a:cubicBezTo>
                      <a:pt x="0" y="13"/>
                      <a:pt x="2" y="12"/>
                      <a:pt x="4" y="13"/>
                    </a:cubicBezTo>
                    <a:cubicBezTo>
                      <a:pt x="6" y="13"/>
                      <a:pt x="13" y="16"/>
                      <a:pt x="21" y="16"/>
                    </a:cubicBezTo>
                    <a:cubicBezTo>
                      <a:pt x="30" y="16"/>
                      <a:pt x="36" y="9"/>
                      <a:pt x="37" y="9"/>
                    </a:cubicBezTo>
                    <a:cubicBezTo>
                      <a:pt x="36" y="6"/>
                      <a:pt x="30" y="0"/>
                      <a:pt x="19" y="0"/>
                    </a:cubicBezTo>
                    <a:cubicBezTo>
                      <a:pt x="10" y="0"/>
                      <a:pt x="7" y="5"/>
                      <a:pt x="3" y="8"/>
                    </a:cubicBezTo>
                    <a:cubicBezTo>
                      <a:pt x="2" y="9"/>
                      <a:pt x="0" y="10"/>
                      <a:pt x="0" y="1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018" name="Oval 141">
                <a:extLst>
                  <a:ext uri="{FF2B5EF4-FFF2-40B4-BE49-F238E27FC236}">
                    <a16:creationId xmlns:a16="http://schemas.microsoft.com/office/drawing/2014/main" id="{0BABBD12-879D-4689-BA5C-812947F474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37" y="1162"/>
                <a:ext cx="21" cy="22"/>
              </a:xfrm>
              <a:prstGeom prst="ellipse">
                <a:avLst/>
              </a:prstGeom>
              <a:solidFill>
                <a:srgbClr val="9EC6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019" name="Oval 142">
                <a:extLst>
                  <a:ext uri="{FF2B5EF4-FFF2-40B4-BE49-F238E27FC236}">
                    <a16:creationId xmlns:a16="http://schemas.microsoft.com/office/drawing/2014/main" id="{FE6A67B2-DE80-40E7-8455-007E9ACAAB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52" y="1162"/>
                <a:ext cx="22" cy="22"/>
              </a:xfrm>
              <a:prstGeom prst="ellipse">
                <a:avLst/>
              </a:prstGeom>
              <a:solidFill>
                <a:srgbClr val="9EC6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020" name="Oval 143">
                <a:extLst>
                  <a:ext uri="{FF2B5EF4-FFF2-40B4-BE49-F238E27FC236}">
                    <a16:creationId xmlns:a16="http://schemas.microsoft.com/office/drawing/2014/main" id="{CA468845-E9F2-4A1D-8EB1-528254E7D6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37" y="1162"/>
                <a:ext cx="21" cy="22"/>
              </a:xfrm>
              <a:prstGeom prst="ellipse">
                <a:avLst/>
              </a:prstGeom>
              <a:noFill/>
              <a:ln w="3175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021" name="Oval 144">
                <a:extLst>
                  <a:ext uri="{FF2B5EF4-FFF2-40B4-BE49-F238E27FC236}">
                    <a16:creationId xmlns:a16="http://schemas.microsoft.com/office/drawing/2014/main" id="{A7E2125C-F8E8-473D-A4A3-A8EBFF0C4C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45" y="1170"/>
                <a:ext cx="7" cy="6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022" name="Freeform 145">
                <a:extLst>
                  <a:ext uri="{FF2B5EF4-FFF2-40B4-BE49-F238E27FC236}">
                    <a16:creationId xmlns:a16="http://schemas.microsoft.com/office/drawing/2014/main" id="{46B7BD24-CC4E-44B9-8F65-70888CABB3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3" y="1162"/>
                <a:ext cx="50" cy="22"/>
              </a:xfrm>
              <a:custGeom>
                <a:avLst/>
                <a:gdLst>
                  <a:gd name="T0" fmla="*/ 92 w 37"/>
                  <a:gd name="T1" fmla="*/ 29 h 16"/>
                  <a:gd name="T2" fmla="*/ 82 w 37"/>
                  <a:gd name="T3" fmla="*/ 34 h 16"/>
                  <a:gd name="T4" fmla="*/ 41 w 37"/>
                  <a:gd name="T5" fmla="*/ 41 h 16"/>
                  <a:gd name="T6" fmla="*/ 0 w 37"/>
                  <a:gd name="T7" fmla="*/ 23 h 16"/>
                  <a:gd name="T8" fmla="*/ 43 w 37"/>
                  <a:gd name="T9" fmla="*/ 0 h 16"/>
                  <a:gd name="T10" fmla="*/ 84 w 37"/>
                  <a:gd name="T11" fmla="*/ 21 h 16"/>
                  <a:gd name="T12" fmla="*/ 92 w 37"/>
                  <a:gd name="T13" fmla="*/ 29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7" h="16">
                    <a:moveTo>
                      <a:pt x="37" y="11"/>
                    </a:moveTo>
                    <a:cubicBezTo>
                      <a:pt x="37" y="13"/>
                      <a:pt x="35" y="12"/>
                      <a:pt x="33" y="13"/>
                    </a:cubicBezTo>
                    <a:cubicBezTo>
                      <a:pt x="31" y="13"/>
                      <a:pt x="25" y="16"/>
                      <a:pt x="16" y="16"/>
                    </a:cubicBezTo>
                    <a:cubicBezTo>
                      <a:pt x="7" y="16"/>
                      <a:pt x="1" y="9"/>
                      <a:pt x="0" y="9"/>
                    </a:cubicBezTo>
                    <a:cubicBezTo>
                      <a:pt x="2" y="6"/>
                      <a:pt x="7" y="0"/>
                      <a:pt x="18" y="0"/>
                    </a:cubicBezTo>
                    <a:cubicBezTo>
                      <a:pt x="27" y="0"/>
                      <a:pt x="31" y="5"/>
                      <a:pt x="34" y="8"/>
                    </a:cubicBezTo>
                    <a:cubicBezTo>
                      <a:pt x="36" y="9"/>
                      <a:pt x="37" y="10"/>
                      <a:pt x="37" y="11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023" name="Freeform 146">
                <a:extLst>
                  <a:ext uri="{FF2B5EF4-FFF2-40B4-BE49-F238E27FC236}">
                    <a16:creationId xmlns:a16="http://schemas.microsoft.com/office/drawing/2014/main" id="{128F32FD-C756-45A4-842E-118EB10DAE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2" y="1153"/>
                <a:ext cx="50" cy="15"/>
              </a:xfrm>
              <a:custGeom>
                <a:avLst/>
                <a:gdLst>
                  <a:gd name="T0" fmla="*/ 92 w 37"/>
                  <a:gd name="T1" fmla="*/ 27 h 11"/>
                  <a:gd name="T2" fmla="*/ 0 w 37"/>
                  <a:gd name="T3" fmla="*/ 26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7" h="11">
                    <a:moveTo>
                      <a:pt x="37" y="11"/>
                    </a:moveTo>
                    <a:cubicBezTo>
                      <a:pt x="28" y="2"/>
                      <a:pt x="11" y="0"/>
                      <a:pt x="0" y="10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024" name="Freeform 147">
                <a:extLst>
                  <a:ext uri="{FF2B5EF4-FFF2-40B4-BE49-F238E27FC236}">
                    <a16:creationId xmlns:a16="http://schemas.microsoft.com/office/drawing/2014/main" id="{76B1D1BB-2749-4ACE-9E7C-9D1E66E4AA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8" y="1131"/>
                <a:ext cx="64" cy="23"/>
              </a:xfrm>
              <a:custGeom>
                <a:avLst/>
                <a:gdLst>
                  <a:gd name="T0" fmla="*/ 118 w 47"/>
                  <a:gd name="T1" fmla="*/ 26 h 17"/>
                  <a:gd name="T2" fmla="*/ 0 w 47"/>
                  <a:gd name="T3" fmla="*/ 42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7" h="17">
                    <a:moveTo>
                      <a:pt x="47" y="10"/>
                    </a:moveTo>
                    <a:cubicBezTo>
                      <a:pt x="38" y="6"/>
                      <a:pt x="13" y="0"/>
                      <a:pt x="0" y="17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025" name="Oval 148">
                <a:extLst>
                  <a:ext uri="{FF2B5EF4-FFF2-40B4-BE49-F238E27FC236}">
                    <a16:creationId xmlns:a16="http://schemas.microsoft.com/office/drawing/2014/main" id="{0CD923A0-CFE1-4887-99E9-A18304596F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52" y="1162"/>
                <a:ext cx="22" cy="22"/>
              </a:xfrm>
              <a:prstGeom prst="ellipse">
                <a:avLst/>
              </a:prstGeom>
              <a:noFill/>
              <a:ln w="3175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026" name="Oval 149">
                <a:extLst>
                  <a:ext uri="{FF2B5EF4-FFF2-40B4-BE49-F238E27FC236}">
                    <a16:creationId xmlns:a16="http://schemas.microsoft.com/office/drawing/2014/main" id="{BAAE7080-8BAC-42F0-9DA8-C77F9C5483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60" y="1170"/>
                <a:ext cx="7" cy="6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027" name="Freeform 150">
                <a:extLst>
                  <a:ext uri="{FF2B5EF4-FFF2-40B4-BE49-F238E27FC236}">
                    <a16:creationId xmlns:a16="http://schemas.microsoft.com/office/drawing/2014/main" id="{44BFB9F9-3916-46FF-A8D7-6AF498A4EA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7" y="1162"/>
                <a:ext cx="50" cy="22"/>
              </a:xfrm>
              <a:custGeom>
                <a:avLst/>
                <a:gdLst>
                  <a:gd name="T0" fmla="*/ 0 w 37"/>
                  <a:gd name="T1" fmla="*/ 29 h 16"/>
                  <a:gd name="T2" fmla="*/ 9 w 37"/>
                  <a:gd name="T3" fmla="*/ 34 h 16"/>
                  <a:gd name="T4" fmla="*/ 51 w 37"/>
                  <a:gd name="T5" fmla="*/ 41 h 16"/>
                  <a:gd name="T6" fmla="*/ 92 w 37"/>
                  <a:gd name="T7" fmla="*/ 23 h 16"/>
                  <a:gd name="T8" fmla="*/ 47 w 37"/>
                  <a:gd name="T9" fmla="*/ 0 h 16"/>
                  <a:gd name="T10" fmla="*/ 7 w 37"/>
                  <a:gd name="T11" fmla="*/ 21 h 16"/>
                  <a:gd name="T12" fmla="*/ 0 w 37"/>
                  <a:gd name="T13" fmla="*/ 29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7" h="16">
                    <a:moveTo>
                      <a:pt x="0" y="11"/>
                    </a:moveTo>
                    <a:cubicBezTo>
                      <a:pt x="0" y="13"/>
                      <a:pt x="2" y="12"/>
                      <a:pt x="4" y="13"/>
                    </a:cubicBezTo>
                    <a:cubicBezTo>
                      <a:pt x="6" y="13"/>
                      <a:pt x="13" y="16"/>
                      <a:pt x="21" y="16"/>
                    </a:cubicBezTo>
                    <a:cubicBezTo>
                      <a:pt x="30" y="16"/>
                      <a:pt x="36" y="9"/>
                      <a:pt x="37" y="9"/>
                    </a:cubicBezTo>
                    <a:cubicBezTo>
                      <a:pt x="36" y="6"/>
                      <a:pt x="30" y="0"/>
                      <a:pt x="19" y="0"/>
                    </a:cubicBezTo>
                    <a:cubicBezTo>
                      <a:pt x="10" y="0"/>
                      <a:pt x="7" y="5"/>
                      <a:pt x="3" y="8"/>
                    </a:cubicBezTo>
                    <a:cubicBezTo>
                      <a:pt x="2" y="9"/>
                      <a:pt x="0" y="10"/>
                      <a:pt x="0" y="11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028" name="Freeform 151">
                <a:extLst>
                  <a:ext uri="{FF2B5EF4-FFF2-40B4-BE49-F238E27FC236}">
                    <a16:creationId xmlns:a16="http://schemas.microsoft.com/office/drawing/2014/main" id="{82E670C9-623D-4DD7-9C56-619796851C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8" y="1153"/>
                <a:ext cx="51" cy="15"/>
              </a:xfrm>
              <a:custGeom>
                <a:avLst/>
                <a:gdLst>
                  <a:gd name="T0" fmla="*/ 0 w 37"/>
                  <a:gd name="T1" fmla="*/ 27 h 11"/>
                  <a:gd name="T2" fmla="*/ 96 w 37"/>
                  <a:gd name="T3" fmla="*/ 26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7" h="11">
                    <a:moveTo>
                      <a:pt x="0" y="11"/>
                    </a:moveTo>
                    <a:cubicBezTo>
                      <a:pt x="9" y="2"/>
                      <a:pt x="26" y="0"/>
                      <a:pt x="37" y="10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029" name="Freeform 152">
                <a:extLst>
                  <a:ext uri="{FF2B5EF4-FFF2-40B4-BE49-F238E27FC236}">
                    <a16:creationId xmlns:a16="http://schemas.microsoft.com/office/drawing/2014/main" id="{960B05FC-F8C2-45D9-A34E-DD2B16A54E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8" y="1133"/>
                <a:ext cx="64" cy="21"/>
              </a:xfrm>
              <a:custGeom>
                <a:avLst/>
                <a:gdLst>
                  <a:gd name="T0" fmla="*/ 0 w 47"/>
                  <a:gd name="T1" fmla="*/ 21 h 16"/>
                  <a:gd name="T2" fmla="*/ 118 w 47"/>
                  <a:gd name="T3" fmla="*/ 37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7" h="16">
                    <a:moveTo>
                      <a:pt x="0" y="9"/>
                    </a:moveTo>
                    <a:cubicBezTo>
                      <a:pt x="9" y="5"/>
                      <a:pt x="32" y="0"/>
                      <a:pt x="47" y="16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030" name="Freeform 153">
                <a:extLst>
                  <a:ext uri="{FF2B5EF4-FFF2-40B4-BE49-F238E27FC236}">
                    <a16:creationId xmlns:a16="http://schemas.microsoft.com/office/drawing/2014/main" id="{F0E62684-7034-49ED-8614-38FE086E2C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8" y="1166"/>
                <a:ext cx="10" cy="29"/>
              </a:xfrm>
              <a:custGeom>
                <a:avLst/>
                <a:gdLst>
                  <a:gd name="T0" fmla="*/ 19 w 7"/>
                  <a:gd name="T1" fmla="*/ 8 h 21"/>
                  <a:gd name="T2" fmla="*/ 13 w 7"/>
                  <a:gd name="T3" fmla="*/ 55 h 21"/>
                  <a:gd name="T4" fmla="*/ 13 w 7"/>
                  <a:gd name="T5" fmla="*/ 55 h 21"/>
                  <a:gd name="T6" fmla="*/ 14 w 7"/>
                  <a:gd name="T7" fmla="*/ 1 h 21"/>
                  <a:gd name="T8" fmla="*/ 19 w 7"/>
                  <a:gd name="T9" fmla="*/ 8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21">
                    <a:moveTo>
                      <a:pt x="6" y="3"/>
                    </a:moveTo>
                    <a:cubicBezTo>
                      <a:pt x="3" y="7"/>
                      <a:pt x="1" y="11"/>
                      <a:pt x="4" y="21"/>
                    </a:cubicBezTo>
                    <a:cubicBezTo>
                      <a:pt x="4" y="21"/>
                      <a:pt x="4" y="21"/>
                      <a:pt x="4" y="21"/>
                    </a:cubicBezTo>
                    <a:cubicBezTo>
                      <a:pt x="0" y="10"/>
                      <a:pt x="1" y="7"/>
                      <a:pt x="5" y="1"/>
                    </a:cubicBezTo>
                    <a:cubicBezTo>
                      <a:pt x="5" y="0"/>
                      <a:pt x="7" y="2"/>
                      <a:pt x="6" y="3"/>
                    </a:cubicBez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031" name="Oval 154">
                <a:extLst>
                  <a:ext uri="{FF2B5EF4-FFF2-40B4-BE49-F238E27FC236}">
                    <a16:creationId xmlns:a16="http://schemas.microsoft.com/office/drawing/2014/main" id="{547C7E1E-4D6F-4FE4-B537-147D7291FE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42" y="1168"/>
                <a:ext cx="6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032" name="Oval 155">
                <a:extLst>
                  <a:ext uri="{FF2B5EF4-FFF2-40B4-BE49-F238E27FC236}">
                    <a16:creationId xmlns:a16="http://schemas.microsoft.com/office/drawing/2014/main" id="{41F69209-EA19-4B7B-92C3-5443941DDA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57" y="1168"/>
                <a:ext cx="6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033" name="Freeform 156">
                <a:extLst>
                  <a:ext uri="{FF2B5EF4-FFF2-40B4-BE49-F238E27FC236}">
                    <a16:creationId xmlns:a16="http://schemas.microsoft.com/office/drawing/2014/main" id="{6C1AEDB3-C883-4B71-B2EA-6B8EBBEEF8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4" y="2161"/>
                <a:ext cx="69" cy="38"/>
              </a:xfrm>
              <a:custGeom>
                <a:avLst/>
                <a:gdLst>
                  <a:gd name="T0" fmla="*/ 0 w 51"/>
                  <a:gd name="T1" fmla="*/ 48 h 28"/>
                  <a:gd name="T2" fmla="*/ 99 w 51"/>
                  <a:gd name="T3" fmla="*/ 71 h 28"/>
                  <a:gd name="T4" fmla="*/ 0 w 51"/>
                  <a:gd name="T5" fmla="*/ 45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1" h="28">
                    <a:moveTo>
                      <a:pt x="0" y="19"/>
                    </a:moveTo>
                    <a:cubicBezTo>
                      <a:pt x="11" y="10"/>
                      <a:pt x="34" y="15"/>
                      <a:pt x="40" y="28"/>
                    </a:cubicBezTo>
                    <a:cubicBezTo>
                      <a:pt x="51" y="18"/>
                      <a:pt x="9" y="0"/>
                      <a:pt x="0" y="1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034" name="Freeform 157">
                <a:extLst>
                  <a:ext uri="{FF2B5EF4-FFF2-40B4-BE49-F238E27FC236}">
                    <a16:creationId xmlns:a16="http://schemas.microsoft.com/office/drawing/2014/main" id="{4FE2111F-A534-40CB-9280-8729149943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6" y="3692"/>
                <a:ext cx="20" cy="13"/>
              </a:xfrm>
              <a:custGeom>
                <a:avLst/>
                <a:gdLst>
                  <a:gd name="T0" fmla="*/ 12 w 15"/>
                  <a:gd name="T1" fmla="*/ 1 h 10"/>
                  <a:gd name="T2" fmla="*/ 31 w 15"/>
                  <a:gd name="T3" fmla="*/ 7 h 10"/>
                  <a:gd name="T4" fmla="*/ 12 w 15"/>
                  <a:gd name="T5" fmla="*/ 9 h 10"/>
                  <a:gd name="T6" fmla="*/ 0 w 15"/>
                  <a:gd name="T7" fmla="*/ 16 h 10"/>
                  <a:gd name="T8" fmla="*/ 27 w 15"/>
                  <a:gd name="T9" fmla="*/ 22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0">
                    <a:moveTo>
                      <a:pt x="5" y="1"/>
                    </a:moveTo>
                    <a:cubicBezTo>
                      <a:pt x="7" y="2"/>
                      <a:pt x="12" y="0"/>
                      <a:pt x="13" y="3"/>
                    </a:cubicBezTo>
                    <a:cubicBezTo>
                      <a:pt x="15" y="9"/>
                      <a:pt x="6" y="5"/>
                      <a:pt x="5" y="4"/>
                    </a:cubicBezTo>
                    <a:cubicBezTo>
                      <a:pt x="3" y="4"/>
                      <a:pt x="0" y="4"/>
                      <a:pt x="0" y="7"/>
                    </a:cubicBezTo>
                    <a:cubicBezTo>
                      <a:pt x="1" y="10"/>
                      <a:pt x="9" y="9"/>
                      <a:pt x="11" y="10"/>
                    </a:cubicBezTo>
                  </a:path>
                </a:pathLst>
              </a:custGeom>
              <a:noFill/>
              <a:ln w="7938" cap="flat">
                <a:solidFill>
                  <a:srgbClr val="FEF2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035" name="Freeform 158">
                <a:extLst>
                  <a:ext uri="{FF2B5EF4-FFF2-40B4-BE49-F238E27FC236}">
                    <a16:creationId xmlns:a16="http://schemas.microsoft.com/office/drawing/2014/main" id="{82FEEF96-E3E5-4F6A-8731-E3F7A5A9EB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5" y="3693"/>
                <a:ext cx="11" cy="11"/>
              </a:xfrm>
              <a:custGeom>
                <a:avLst/>
                <a:gdLst>
                  <a:gd name="T0" fmla="*/ 21 w 8"/>
                  <a:gd name="T1" fmla="*/ 14 h 8"/>
                  <a:gd name="T2" fmla="*/ 0 w 8"/>
                  <a:gd name="T3" fmla="*/ 1 h 8"/>
                  <a:gd name="T4" fmla="*/ 15 w 8"/>
                  <a:gd name="T5" fmla="*/ 21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8">
                    <a:moveTo>
                      <a:pt x="8" y="5"/>
                    </a:moveTo>
                    <a:cubicBezTo>
                      <a:pt x="7" y="2"/>
                      <a:pt x="3" y="0"/>
                      <a:pt x="0" y="1"/>
                    </a:cubicBezTo>
                    <a:cubicBezTo>
                      <a:pt x="0" y="4"/>
                      <a:pt x="3" y="7"/>
                      <a:pt x="6" y="8"/>
                    </a:cubicBezTo>
                  </a:path>
                </a:pathLst>
              </a:custGeom>
              <a:noFill/>
              <a:ln w="7938" cap="flat">
                <a:solidFill>
                  <a:srgbClr val="FEF2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036" name="Freeform 159">
                <a:extLst>
                  <a:ext uri="{FF2B5EF4-FFF2-40B4-BE49-F238E27FC236}">
                    <a16:creationId xmlns:a16="http://schemas.microsoft.com/office/drawing/2014/main" id="{67708765-18C0-4F6D-8F42-DB4CCECF46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3" y="3688"/>
                <a:ext cx="19" cy="13"/>
              </a:xfrm>
              <a:custGeom>
                <a:avLst/>
                <a:gdLst>
                  <a:gd name="T0" fmla="*/ 35 w 14"/>
                  <a:gd name="T1" fmla="*/ 13 h 10"/>
                  <a:gd name="T2" fmla="*/ 14 w 14"/>
                  <a:gd name="T3" fmla="*/ 5 h 10"/>
                  <a:gd name="T4" fmla="*/ 33 w 14"/>
                  <a:gd name="T5" fmla="*/ 22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0">
                    <a:moveTo>
                      <a:pt x="14" y="6"/>
                    </a:moveTo>
                    <a:cubicBezTo>
                      <a:pt x="13" y="5"/>
                      <a:pt x="7" y="0"/>
                      <a:pt x="5" y="2"/>
                    </a:cubicBezTo>
                    <a:cubicBezTo>
                      <a:pt x="0" y="6"/>
                      <a:pt x="11" y="10"/>
                      <a:pt x="13" y="10"/>
                    </a:cubicBezTo>
                  </a:path>
                </a:pathLst>
              </a:custGeom>
              <a:noFill/>
              <a:ln w="7938" cap="flat">
                <a:solidFill>
                  <a:srgbClr val="FEF2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037" name="Freeform 160">
                <a:extLst>
                  <a:ext uri="{FF2B5EF4-FFF2-40B4-BE49-F238E27FC236}">
                    <a16:creationId xmlns:a16="http://schemas.microsoft.com/office/drawing/2014/main" id="{1E496C29-2E49-4330-B38E-11F79FE7EB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9" y="3684"/>
                <a:ext cx="7" cy="6"/>
              </a:xfrm>
              <a:custGeom>
                <a:avLst/>
                <a:gdLst>
                  <a:gd name="T0" fmla="*/ 14 w 5"/>
                  <a:gd name="T1" fmla="*/ 8 h 5"/>
                  <a:gd name="T2" fmla="*/ 0 w 5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5">
                    <a:moveTo>
                      <a:pt x="5" y="5"/>
                    </a:moveTo>
                    <a:cubicBezTo>
                      <a:pt x="4" y="2"/>
                      <a:pt x="2" y="1"/>
                      <a:pt x="0" y="0"/>
                    </a:cubicBezTo>
                  </a:path>
                </a:pathLst>
              </a:custGeom>
              <a:noFill/>
              <a:ln w="7938" cap="flat">
                <a:solidFill>
                  <a:srgbClr val="FEF2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038" name="Freeform 161">
                <a:extLst>
                  <a:ext uri="{FF2B5EF4-FFF2-40B4-BE49-F238E27FC236}">
                    <a16:creationId xmlns:a16="http://schemas.microsoft.com/office/drawing/2014/main" id="{BFF7166F-E625-4C41-8278-7B3144E6D9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466"/>
                <a:ext cx="138" cy="15"/>
              </a:xfrm>
              <a:custGeom>
                <a:avLst/>
                <a:gdLst>
                  <a:gd name="T0" fmla="*/ 253 w 102"/>
                  <a:gd name="T1" fmla="*/ 0 h 11"/>
                  <a:gd name="T2" fmla="*/ 183 w 102"/>
                  <a:gd name="T3" fmla="*/ 14 h 11"/>
                  <a:gd name="T4" fmla="*/ 106 w 102"/>
                  <a:gd name="T5" fmla="*/ 14 h 11"/>
                  <a:gd name="T6" fmla="*/ 7 w 102"/>
                  <a:gd name="T7" fmla="*/ 20 h 11"/>
                  <a:gd name="T8" fmla="*/ 0 w 102"/>
                  <a:gd name="T9" fmla="*/ 27 h 11"/>
                  <a:gd name="T10" fmla="*/ 0 w 102"/>
                  <a:gd name="T11" fmla="*/ 27 h 11"/>
                  <a:gd name="T12" fmla="*/ 1 w 102"/>
                  <a:gd name="T13" fmla="*/ 15 h 11"/>
                  <a:gd name="T14" fmla="*/ 106 w 102"/>
                  <a:gd name="T15" fmla="*/ 7 h 11"/>
                  <a:gd name="T16" fmla="*/ 181 w 102"/>
                  <a:gd name="T17" fmla="*/ 7 h 11"/>
                  <a:gd name="T18" fmla="*/ 253 w 102"/>
                  <a:gd name="T19" fmla="*/ 0 h 1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02" h="11">
                    <a:moveTo>
                      <a:pt x="102" y="0"/>
                    </a:moveTo>
                    <a:cubicBezTo>
                      <a:pt x="96" y="0"/>
                      <a:pt x="79" y="3"/>
                      <a:pt x="74" y="5"/>
                    </a:cubicBezTo>
                    <a:cubicBezTo>
                      <a:pt x="69" y="7"/>
                      <a:pt x="56" y="6"/>
                      <a:pt x="43" y="5"/>
                    </a:cubicBezTo>
                    <a:cubicBezTo>
                      <a:pt x="27" y="4"/>
                      <a:pt x="8" y="2"/>
                      <a:pt x="3" y="8"/>
                    </a:cubicBezTo>
                    <a:cubicBezTo>
                      <a:pt x="2" y="8"/>
                      <a:pt x="0" y="10"/>
                      <a:pt x="0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9"/>
                      <a:pt x="0" y="7"/>
                      <a:pt x="1" y="6"/>
                    </a:cubicBezTo>
                    <a:cubicBezTo>
                      <a:pt x="7" y="0"/>
                      <a:pt x="25" y="2"/>
                      <a:pt x="43" y="3"/>
                    </a:cubicBezTo>
                    <a:cubicBezTo>
                      <a:pt x="56" y="4"/>
                      <a:pt x="68" y="5"/>
                      <a:pt x="73" y="3"/>
                    </a:cubicBezTo>
                    <a:cubicBezTo>
                      <a:pt x="79" y="1"/>
                      <a:pt x="95" y="0"/>
                      <a:pt x="102" y="0"/>
                    </a:cubicBezTo>
                    <a:close/>
                  </a:path>
                </a:pathLst>
              </a:custGeom>
              <a:solidFill>
                <a:srgbClr val="AE7A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039" name="Freeform 162">
                <a:extLst>
                  <a:ext uri="{FF2B5EF4-FFF2-40B4-BE49-F238E27FC236}">
                    <a16:creationId xmlns:a16="http://schemas.microsoft.com/office/drawing/2014/main" id="{87BACFE1-7786-4A6C-9282-3E30F6062C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1" y="3690"/>
                <a:ext cx="25" cy="54"/>
              </a:xfrm>
              <a:custGeom>
                <a:avLst/>
                <a:gdLst>
                  <a:gd name="T0" fmla="*/ 6 w 18"/>
                  <a:gd name="T1" fmla="*/ 0 h 40"/>
                  <a:gd name="T2" fmla="*/ 14 w 18"/>
                  <a:gd name="T3" fmla="*/ 32 h 40"/>
                  <a:gd name="T4" fmla="*/ 29 w 18"/>
                  <a:gd name="T5" fmla="*/ 99 h 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40">
                    <a:moveTo>
                      <a:pt x="2" y="0"/>
                    </a:moveTo>
                    <a:cubicBezTo>
                      <a:pt x="0" y="4"/>
                      <a:pt x="2" y="9"/>
                      <a:pt x="5" y="13"/>
                    </a:cubicBezTo>
                    <a:cubicBezTo>
                      <a:pt x="10" y="17"/>
                      <a:pt x="18" y="32"/>
                      <a:pt x="11" y="40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040" name="Freeform 163">
                <a:extLst>
                  <a:ext uri="{FF2B5EF4-FFF2-40B4-BE49-F238E27FC236}">
                    <a16:creationId xmlns:a16="http://schemas.microsoft.com/office/drawing/2014/main" id="{C54D0438-C28F-4A51-BF67-4E902DAC74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7" y="3693"/>
                <a:ext cx="33" cy="53"/>
              </a:xfrm>
              <a:custGeom>
                <a:avLst/>
                <a:gdLst>
                  <a:gd name="T0" fmla="*/ 0 w 24"/>
                  <a:gd name="T1" fmla="*/ 0 h 39"/>
                  <a:gd name="T2" fmla="*/ 36 w 24"/>
                  <a:gd name="T3" fmla="*/ 35 h 39"/>
                  <a:gd name="T4" fmla="*/ 54 w 24"/>
                  <a:gd name="T5" fmla="*/ 98 h 3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39">
                    <a:moveTo>
                      <a:pt x="0" y="0"/>
                    </a:moveTo>
                    <a:cubicBezTo>
                      <a:pt x="4" y="7"/>
                      <a:pt x="12" y="12"/>
                      <a:pt x="14" y="14"/>
                    </a:cubicBezTo>
                    <a:cubicBezTo>
                      <a:pt x="22" y="22"/>
                      <a:pt x="24" y="31"/>
                      <a:pt x="20" y="39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041" name="Freeform 164">
                <a:extLst>
                  <a:ext uri="{FF2B5EF4-FFF2-40B4-BE49-F238E27FC236}">
                    <a16:creationId xmlns:a16="http://schemas.microsoft.com/office/drawing/2014/main" id="{5AB5FD25-A3B4-481D-A6CD-7269C7FC2B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1" y="3690"/>
                <a:ext cx="37" cy="52"/>
              </a:xfrm>
              <a:custGeom>
                <a:avLst/>
                <a:gdLst>
                  <a:gd name="T0" fmla="*/ 0 w 27"/>
                  <a:gd name="T1" fmla="*/ 0 h 38"/>
                  <a:gd name="T2" fmla="*/ 40 w 27"/>
                  <a:gd name="T3" fmla="*/ 41 h 38"/>
                  <a:gd name="T4" fmla="*/ 67 w 27"/>
                  <a:gd name="T5" fmla="*/ 97 h 3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7" h="38">
                    <a:moveTo>
                      <a:pt x="0" y="0"/>
                    </a:moveTo>
                    <a:cubicBezTo>
                      <a:pt x="5" y="5"/>
                      <a:pt x="10" y="11"/>
                      <a:pt x="15" y="16"/>
                    </a:cubicBezTo>
                    <a:cubicBezTo>
                      <a:pt x="20" y="21"/>
                      <a:pt x="27" y="29"/>
                      <a:pt x="26" y="38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042" name="Freeform 165">
                <a:extLst>
                  <a:ext uri="{FF2B5EF4-FFF2-40B4-BE49-F238E27FC236}">
                    <a16:creationId xmlns:a16="http://schemas.microsoft.com/office/drawing/2014/main" id="{4A9AFA9E-9EFB-4738-9921-3004AC1E25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6" y="3684"/>
                <a:ext cx="24" cy="37"/>
              </a:xfrm>
              <a:custGeom>
                <a:avLst/>
                <a:gdLst>
                  <a:gd name="T0" fmla="*/ 0 w 18"/>
                  <a:gd name="T1" fmla="*/ 0 h 28"/>
                  <a:gd name="T2" fmla="*/ 27 w 18"/>
                  <a:gd name="T3" fmla="*/ 26 h 28"/>
                  <a:gd name="T4" fmla="*/ 43 w 18"/>
                  <a:gd name="T5" fmla="*/ 65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28">
                    <a:moveTo>
                      <a:pt x="0" y="0"/>
                    </a:moveTo>
                    <a:cubicBezTo>
                      <a:pt x="3" y="4"/>
                      <a:pt x="7" y="8"/>
                      <a:pt x="11" y="11"/>
                    </a:cubicBezTo>
                    <a:cubicBezTo>
                      <a:pt x="14" y="15"/>
                      <a:pt x="18" y="22"/>
                      <a:pt x="18" y="28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043" name="Freeform 166">
                <a:extLst>
                  <a:ext uri="{FF2B5EF4-FFF2-40B4-BE49-F238E27FC236}">
                    <a16:creationId xmlns:a16="http://schemas.microsoft.com/office/drawing/2014/main" id="{B5EBF5D8-0819-4F9C-A521-1C9743A1A4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4" y="3713"/>
                <a:ext cx="35" cy="18"/>
              </a:xfrm>
              <a:custGeom>
                <a:avLst/>
                <a:gdLst>
                  <a:gd name="T0" fmla="*/ 63 w 26"/>
                  <a:gd name="T1" fmla="*/ 35 h 13"/>
                  <a:gd name="T2" fmla="*/ 16 w 26"/>
                  <a:gd name="T3" fmla="*/ 35 h 13"/>
                  <a:gd name="T4" fmla="*/ 30 w 26"/>
                  <a:gd name="T5" fmla="*/ 0 h 13"/>
                  <a:gd name="T6" fmla="*/ 63 w 26"/>
                  <a:gd name="T7" fmla="*/ 35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13">
                    <a:moveTo>
                      <a:pt x="26" y="13"/>
                    </a:moveTo>
                    <a:cubicBezTo>
                      <a:pt x="18" y="11"/>
                      <a:pt x="9" y="12"/>
                      <a:pt x="7" y="13"/>
                    </a:cubicBezTo>
                    <a:cubicBezTo>
                      <a:pt x="0" y="4"/>
                      <a:pt x="7" y="0"/>
                      <a:pt x="12" y="0"/>
                    </a:cubicBezTo>
                    <a:cubicBezTo>
                      <a:pt x="24" y="0"/>
                      <a:pt x="26" y="10"/>
                      <a:pt x="26" y="13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044" name="Freeform 167">
                <a:extLst>
                  <a:ext uri="{FF2B5EF4-FFF2-40B4-BE49-F238E27FC236}">
                    <a16:creationId xmlns:a16="http://schemas.microsoft.com/office/drawing/2014/main" id="{BAA7B086-5411-4078-A503-FFBE05C104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0" y="3725"/>
                <a:ext cx="16" cy="15"/>
              </a:xfrm>
              <a:custGeom>
                <a:avLst/>
                <a:gdLst>
                  <a:gd name="T0" fmla="*/ 28 w 12"/>
                  <a:gd name="T1" fmla="*/ 27 h 11"/>
                  <a:gd name="T2" fmla="*/ 0 w 12"/>
                  <a:gd name="T3" fmla="*/ 27 h 11"/>
                  <a:gd name="T4" fmla="*/ 28 w 12"/>
                  <a:gd name="T5" fmla="*/ 27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1">
                    <a:moveTo>
                      <a:pt x="12" y="11"/>
                    </a:moveTo>
                    <a:cubicBezTo>
                      <a:pt x="10" y="11"/>
                      <a:pt x="2" y="9"/>
                      <a:pt x="0" y="11"/>
                    </a:cubicBezTo>
                    <a:cubicBezTo>
                      <a:pt x="1" y="2"/>
                      <a:pt x="12" y="0"/>
                      <a:pt x="12" y="11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045" name="Freeform 168">
                <a:extLst>
                  <a:ext uri="{FF2B5EF4-FFF2-40B4-BE49-F238E27FC236}">
                    <a16:creationId xmlns:a16="http://schemas.microsoft.com/office/drawing/2014/main" id="{3E24126B-F9C5-4622-85E9-A3A93FC852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4" y="3729"/>
                <a:ext cx="15" cy="13"/>
              </a:xfrm>
              <a:custGeom>
                <a:avLst/>
                <a:gdLst>
                  <a:gd name="T0" fmla="*/ 27 w 11"/>
                  <a:gd name="T1" fmla="*/ 25 h 9"/>
                  <a:gd name="T2" fmla="*/ 0 w 11"/>
                  <a:gd name="T3" fmla="*/ 20 h 9"/>
                  <a:gd name="T4" fmla="*/ 27 w 11"/>
                  <a:gd name="T5" fmla="*/ 25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9">
                    <a:moveTo>
                      <a:pt x="11" y="8"/>
                    </a:moveTo>
                    <a:cubicBezTo>
                      <a:pt x="8" y="9"/>
                      <a:pt x="3" y="9"/>
                      <a:pt x="0" y="7"/>
                    </a:cubicBezTo>
                    <a:cubicBezTo>
                      <a:pt x="1" y="0"/>
                      <a:pt x="11" y="3"/>
                      <a:pt x="11" y="8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046" name="Freeform 169">
                <a:extLst>
                  <a:ext uri="{FF2B5EF4-FFF2-40B4-BE49-F238E27FC236}">
                    <a16:creationId xmlns:a16="http://schemas.microsoft.com/office/drawing/2014/main" id="{4005990E-6EB7-4F83-9D4E-49BE570A25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5" y="3717"/>
                <a:ext cx="12" cy="11"/>
              </a:xfrm>
              <a:custGeom>
                <a:avLst/>
                <a:gdLst>
                  <a:gd name="T0" fmla="*/ 21 w 9"/>
                  <a:gd name="T1" fmla="*/ 14 h 8"/>
                  <a:gd name="T2" fmla="*/ 1 w 9"/>
                  <a:gd name="T3" fmla="*/ 19 h 8"/>
                  <a:gd name="T4" fmla="*/ 21 w 9"/>
                  <a:gd name="T5" fmla="*/ 14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8">
                    <a:moveTo>
                      <a:pt x="9" y="5"/>
                    </a:moveTo>
                    <a:cubicBezTo>
                      <a:pt x="8" y="7"/>
                      <a:pt x="4" y="8"/>
                      <a:pt x="1" y="7"/>
                    </a:cubicBezTo>
                    <a:cubicBezTo>
                      <a:pt x="0" y="0"/>
                      <a:pt x="8" y="1"/>
                      <a:pt x="9" y="5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047" name="Freeform 170">
                <a:extLst>
                  <a:ext uri="{FF2B5EF4-FFF2-40B4-BE49-F238E27FC236}">
                    <a16:creationId xmlns:a16="http://schemas.microsoft.com/office/drawing/2014/main" id="{492013EA-1E3E-4B03-9033-AD944098BF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9" y="2494"/>
                <a:ext cx="53" cy="42"/>
              </a:xfrm>
              <a:custGeom>
                <a:avLst/>
                <a:gdLst>
                  <a:gd name="T0" fmla="*/ 0 w 39"/>
                  <a:gd name="T1" fmla="*/ 77 h 31"/>
                  <a:gd name="T2" fmla="*/ 20 w 39"/>
                  <a:gd name="T3" fmla="*/ 64 h 31"/>
                  <a:gd name="T4" fmla="*/ 63 w 39"/>
                  <a:gd name="T5" fmla="*/ 41 h 31"/>
                  <a:gd name="T6" fmla="*/ 98 w 39"/>
                  <a:gd name="T7" fmla="*/ 0 h 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9" h="31">
                    <a:moveTo>
                      <a:pt x="0" y="31"/>
                    </a:moveTo>
                    <a:cubicBezTo>
                      <a:pt x="2" y="29"/>
                      <a:pt x="5" y="28"/>
                      <a:pt x="8" y="26"/>
                    </a:cubicBezTo>
                    <a:cubicBezTo>
                      <a:pt x="13" y="23"/>
                      <a:pt x="20" y="21"/>
                      <a:pt x="25" y="16"/>
                    </a:cubicBezTo>
                    <a:cubicBezTo>
                      <a:pt x="30" y="13"/>
                      <a:pt x="36" y="2"/>
                      <a:pt x="39" y="0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048" name="Freeform 171">
                <a:extLst>
                  <a:ext uri="{FF2B5EF4-FFF2-40B4-BE49-F238E27FC236}">
                    <a16:creationId xmlns:a16="http://schemas.microsoft.com/office/drawing/2014/main" id="{0A117147-39DA-4C14-9569-77F9757C9D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0" y="2504"/>
                <a:ext cx="42" cy="42"/>
              </a:xfrm>
              <a:custGeom>
                <a:avLst/>
                <a:gdLst>
                  <a:gd name="T0" fmla="*/ 77 w 31"/>
                  <a:gd name="T1" fmla="*/ 0 h 31"/>
                  <a:gd name="T2" fmla="*/ 50 w 31"/>
                  <a:gd name="T3" fmla="*/ 45 h 31"/>
                  <a:gd name="T4" fmla="*/ 0 w 31"/>
                  <a:gd name="T5" fmla="*/ 77 h 3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1" h="31">
                    <a:moveTo>
                      <a:pt x="31" y="0"/>
                    </a:moveTo>
                    <a:cubicBezTo>
                      <a:pt x="26" y="5"/>
                      <a:pt x="20" y="16"/>
                      <a:pt x="20" y="18"/>
                    </a:cubicBezTo>
                    <a:cubicBezTo>
                      <a:pt x="14" y="21"/>
                      <a:pt x="9" y="22"/>
                      <a:pt x="0" y="31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049" name="Freeform 172">
                <a:extLst>
                  <a:ext uri="{FF2B5EF4-FFF2-40B4-BE49-F238E27FC236}">
                    <a16:creationId xmlns:a16="http://schemas.microsoft.com/office/drawing/2014/main" id="{8F146AD4-C221-425E-B15F-70B41D61F9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0" y="2450"/>
                <a:ext cx="56" cy="74"/>
              </a:xfrm>
              <a:custGeom>
                <a:avLst/>
                <a:gdLst>
                  <a:gd name="T0" fmla="*/ 96 w 41"/>
                  <a:gd name="T1" fmla="*/ 100 h 55"/>
                  <a:gd name="T2" fmla="*/ 102 w 41"/>
                  <a:gd name="T3" fmla="*/ 51 h 55"/>
                  <a:gd name="T4" fmla="*/ 63 w 41"/>
                  <a:gd name="T5" fmla="*/ 0 h 55"/>
                  <a:gd name="T6" fmla="*/ 49 w 41"/>
                  <a:gd name="T7" fmla="*/ 30 h 55"/>
                  <a:gd name="T8" fmla="*/ 41 w 41"/>
                  <a:gd name="T9" fmla="*/ 94 h 55"/>
                  <a:gd name="T10" fmla="*/ 0 w 41"/>
                  <a:gd name="T11" fmla="*/ 135 h 5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1" h="55">
                    <a:moveTo>
                      <a:pt x="37" y="41"/>
                    </a:moveTo>
                    <a:cubicBezTo>
                      <a:pt x="36" y="34"/>
                      <a:pt x="41" y="28"/>
                      <a:pt x="40" y="21"/>
                    </a:cubicBezTo>
                    <a:cubicBezTo>
                      <a:pt x="40" y="14"/>
                      <a:pt x="33" y="5"/>
                      <a:pt x="25" y="0"/>
                    </a:cubicBezTo>
                    <a:cubicBezTo>
                      <a:pt x="19" y="1"/>
                      <a:pt x="19" y="7"/>
                      <a:pt x="19" y="12"/>
                    </a:cubicBezTo>
                    <a:cubicBezTo>
                      <a:pt x="19" y="16"/>
                      <a:pt x="18" y="33"/>
                      <a:pt x="16" y="39"/>
                    </a:cubicBezTo>
                    <a:cubicBezTo>
                      <a:pt x="16" y="45"/>
                      <a:pt x="10" y="55"/>
                      <a:pt x="0" y="55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050" name="Freeform 173">
                <a:extLst>
                  <a:ext uri="{FF2B5EF4-FFF2-40B4-BE49-F238E27FC236}">
                    <a16:creationId xmlns:a16="http://schemas.microsoft.com/office/drawing/2014/main" id="{180BA5E4-12AC-4CBA-8F07-C75760423D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1" y="2559"/>
                <a:ext cx="18" cy="8"/>
              </a:xfrm>
              <a:custGeom>
                <a:avLst/>
                <a:gdLst>
                  <a:gd name="T0" fmla="*/ 35 w 13"/>
                  <a:gd name="T1" fmla="*/ 7 h 6"/>
                  <a:gd name="T2" fmla="*/ 0 w 13"/>
                  <a:gd name="T3" fmla="*/ 15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6">
                    <a:moveTo>
                      <a:pt x="13" y="3"/>
                    </a:moveTo>
                    <a:cubicBezTo>
                      <a:pt x="11" y="0"/>
                      <a:pt x="4" y="2"/>
                      <a:pt x="0" y="6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051" name="Freeform 174">
                <a:extLst>
                  <a:ext uri="{FF2B5EF4-FFF2-40B4-BE49-F238E27FC236}">
                    <a16:creationId xmlns:a16="http://schemas.microsoft.com/office/drawing/2014/main" id="{86961430-A05A-47C2-B653-F34DCD2CC5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5" y="2525"/>
                <a:ext cx="10" cy="9"/>
              </a:xfrm>
              <a:custGeom>
                <a:avLst/>
                <a:gdLst>
                  <a:gd name="T0" fmla="*/ 20 w 7"/>
                  <a:gd name="T1" fmla="*/ 21 h 6"/>
                  <a:gd name="T2" fmla="*/ 0 w 7"/>
                  <a:gd name="T3" fmla="*/ 8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6">
                    <a:moveTo>
                      <a:pt x="7" y="6"/>
                    </a:moveTo>
                    <a:cubicBezTo>
                      <a:pt x="4" y="4"/>
                      <a:pt x="3" y="0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052" name="Freeform 175">
                <a:extLst>
                  <a:ext uri="{FF2B5EF4-FFF2-40B4-BE49-F238E27FC236}">
                    <a16:creationId xmlns:a16="http://schemas.microsoft.com/office/drawing/2014/main" id="{C83571C7-4B6D-4FA9-AE79-32E9D15F20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2" y="2500"/>
                <a:ext cx="6" cy="4"/>
              </a:xfrm>
              <a:custGeom>
                <a:avLst/>
                <a:gdLst>
                  <a:gd name="T0" fmla="*/ 8 w 5"/>
                  <a:gd name="T1" fmla="*/ 5 h 3"/>
                  <a:gd name="T2" fmla="*/ 0 w 5"/>
                  <a:gd name="T3" fmla="*/ 7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3">
                    <a:moveTo>
                      <a:pt x="5" y="2"/>
                    </a:moveTo>
                    <a:cubicBezTo>
                      <a:pt x="3" y="1"/>
                      <a:pt x="2" y="0"/>
                      <a:pt x="0" y="3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053" name="Freeform 176">
                <a:extLst>
                  <a:ext uri="{FF2B5EF4-FFF2-40B4-BE49-F238E27FC236}">
                    <a16:creationId xmlns:a16="http://schemas.microsoft.com/office/drawing/2014/main" id="{47554DFA-AE0A-41B0-9811-C9DDD4C662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6" y="2443"/>
                <a:ext cx="4" cy="14"/>
              </a:xfrm>
              <a:custGeom>
                <a:avLst/>
                <a:gdLst>
                  <a:gd name="T0" fmla="*/ 7 w 3"/>
                  <a:gd name="T1" fmla="*/ 0 h 10"/>
                  <a:gd name="T2" fmla="*/ 1 w 3"/>
                  <a:gd name="T3" fmla="*/ 28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0">
                    <a:moveTo>
                      <a:pt x="3" y="0"/>
                    </a:moveTo>
                    <a:cubicBezTo>
                      <a:pt x="2" y="3"/>
                      <a:pt x="0" y="6"/>
                      <a:pt x="1" y="10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054" name="Freeform 177">
                <a:extLst>
                  <a:ext uri="{FF2B5EF4-FFF2-40B4-BE49-F238E27FC236}">
                    <a16:creationId xmlns:a16="http://schemas.microsoft.com/office/drawing/2014/main" id="{A07072AE-AD6E-4AE8-89B3-389626A99F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4" y="2447"/>
                <a:ext cx="9" cy="3"/>
              </a:xfrm>
              <a:custGeom>
                <a:avLst/>
                <a:gdLst>
                  <a:gd name="T0" fmla="*/ 15 w 7"/>
                  <a:gd name="T1" fmla="*/ 8 h 2"/>
                  <a:gd name="T2" fmla="*/ 0 w 7"/>
                  <a:gd name="T3" fmla="*/ 8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2">
                    <a:moveTo>
                      <a:pt x="7" y="2"/>
                    </a:moveTo>
                    <a:cubicBezTo>
                      <a:pt x="5" y="1"/>
                      <a:pt x="3" y="0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055" name="Freeform 178">
                <a:extLst>
                  <a:ext uri="{FF2B5EF4-FFF2-40B4-BE49-F238E27FC236}">
                    <a16:creationId xmlns:a16="http://schemas.microsoft.com/office/drawing/2014/main" id="{6BBE403A-1C5A-4F42-8732-029847AF47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6" y="2476"/>
                <a:ext cx="7" cy="2"/>
              </a:xfrm>
              <a:custGeom>
                <a:avLst/>
                <a:gdLst>
                  <a:gd name="T0" fmla="*/ 14 w 5"/>
                  <a:gd name="T1" fmla="*/ 0 h 2"/>
                  <a:gd name="T2" fmla="*/ 0 w 5"/>
                  <a:gd name="T3" fmla="*/ 2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2">
                    <a:moveTo>
                      <a:pt x="5" y="0"/>
                    </a:moveTo>
                    <a:cubicBezTo>
                      <a:pt x="3" y="0"/>
                      <a:pt x="2" y="1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056" name="Freeform 179">
                <a:extLst>
                  <a:ext uri="{FF2B5EF4-FFF2-40B4-BE49-F238E27FC236}">
                    <a16:creationId xmlns:a16="http://schemas.microsoft.com/office/drawing/2014/main" id="{768483D2-6697-408A-A2AE-A53A4E2E74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2" y="2467"/>
                <a:ext cx="27" cy="40"/>
              </a:xfrm>
              <a:custGeom>
                <a:avLst/>
                <a:gdLst>
                  <a:gd name="T0" fmla="*/ 49 w 20"/>
                  <a:gd name="T1" fmla="*/ 0 h 29"/>
                  <a:gd name="T2" fmla="*/ 30 w 20"/>
                  <a:gd name="T3" fmla="*/ 55 h 29"/>
                  <a:gd name="T4" fmla="*/ 0 w 20"/>
                  <a:gd name="T5" fmla="*/ 76 h 2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29">
                    <a:moveTo>
                      <a:pt x="20" y="0"/>
                    </a:moveTo>
                    <a:cubicBezTo>
                      <a:pt x="20" y="10"/>
                      <a:pt x="14" y="15"/>
                      <a:pt x="12" y="21"/>
                    </a:cubicBezTo>
                    <a:cubicBezTo>
                      <a:pt x="10" y="28"/>
                      <a:pt x="3" y="26"/>
                      <a:pt x="0" y="29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057" name="Freeform 180">
                <a:extLst>
                  <a:ext uri="{FF2B5EF4-FFF2-40B4-BE49-F238E27FC236}">
                    <a16:creationId xmlns:a16="http://schemas.microsoft.com/office/drawing/2014/main" id="{FCE03CF6-67C1-411A-9915-DFB48D6A0D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4" y="2458"/>
                <a:ext cx="18" cy="36"/>
              </a:xfrm>
              <a:custGeom>
                <a:avLst/>
                <a:gdLst>
                  <a:gd name="T0" fmla="*/ 35 w 13"/>
                  <a:gd name="T1" fmla="*/ 0 h 27"/>
                  <a:gd name="T2" fmla="*/ 15 w 13"/>
                  <a:gd name="T3" fmla="*/ 55 h 27"/>
                  <a:gd name="T4" fmla="*/ 0 w 13"/>
                  <a:gd name="T5" fmla="*/ 64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27">
                    <a:moveTo>
                      <a:pt x="13" y="0"/>
                    </a:moveTo>
                    <a:cubicBezTo>
                      <a:pt x="12" y="6"/>
                      <a:pt x="9" y="21"/>
                      <a:pt x="6" y="23"/>
                    </a:cubicBezTo>
                    <a:cubicBezTo>
                      <a:pt x="3" y="25"/>
                      <a:pt x="1" y="23"/>
                      <a:pt x="0" y="27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058" name="Freeform 181">
                <a:extLst>
                  <a:ext uri="{FF2B5EF4-FFF2-40B4-BE49-F238E27FC236}">
                    <a16:creationId xmlns:a16="http://schemas.microsoft.com/office/drawing/2014/main" id="{529D83B7-9BD9-4FC7-AFF2-2857A1AE61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4" y="2503"/>
                <a:ext cx="3" cy="14"/>
              </a:xfrm>
              <a:custGeom>
                <a:avLst/>
                <a:gdLst>
                  <a:gd name="T0" fmla="*/ 0 w 2"/>
                  <a:gd name="T1" fmla="*/ 0 h 11"/>
                  <a:gd name="T2" fmla="*/ 5 w 2"/>
                  <a:gd name="T3" fmla="*/ 23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1">
                    <a:moveTo>
                      <a:pt x="0" y="0"/>
                    </a:moveTo>
                    <a:cubicBezTo>
                      <a:pt x="2" y="1"/>
                      <a:pt x="1" y="8"/>
                      <a:pt x="1" y="11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059" name="Freeform 182">
                <a:extLst>
                  <a:ext uri="{FF2B5EF4-FFF2-40B4-BE49-F238E27FC236}">
                    <a16:creationId xmlns:a16="http://schemas.microsoft.com/office/drawing/2014/main" id="{DE2EA498-42D9-4FBB-B157-0E23E5D3FA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7" y="3581"/>
                <a:ext cx="5" cy="28"/>
              </a:xfrm>
              <a:custGeom>
                <a:avLst/>
                <a:gdLst>
                  <a:gd name="T0" fmla="*/ 0 w 4"/>
                  <a:gd name="T1" fmla="*/ 0 h 21"/>
                  <a:gd name="T2" fmla="*/ 8 w 4"/>
                  <a:gd name="T3" fmla="*/ 49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1">
                    <a:moveTo>
                      <a:pt x="0" y="0"/>
                    </a:moveTo>
                    <a:cubicBezTo>
                      <a:pt x="0" y="8"/>
                      <a:pt x="4" y="21"/>
                      <a:pt x="4" y="21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060" name="Freeform 183">
                <a:extLst>
                  <a:ext uri="{FF2B5EF4-FFF2-40B4-BE49-F238E27FC236}">
                    <a16:creationId xmlns:a16="http://schemas.microsoft.com/office/drawing/2014/main" id="{D5B96B0D-882C-4B89-B8A9-899F1523AA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6" y="3692"/>
                <a:ext cx="20" cy="13"/>
              </a:xfrm>
              <a:custGeom>
                <a:avLst/>
                <a:gdLst>
                  <a:gd name="T0" fmla="*/ 21 w 15"/>
                  <a:gd name="T1" fmla="*/ 1 h 10"/>
                  <a:gd name="T2" fmla="*/ 5 w 15"/>
                  <a:gd name="T3" fmla="*/ 7 h 10"/>
                  <a:gd name="T4" fmla="*/ 23 w 15"/>
                  <a:gd name="T5" fmla="*/ 9 h 10"/>
                  <a:gd name="T6" fmla="*/ 33 w 15"/>
                  <a:gd name="T7" fmla="*/ 16 h 10"/>
                  <a:gd name="T8" fmla="*/ 7 w 15"/>
                  <a:gd name="T9" fmla="*/ 22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0">
                    <a:moveTo>
                      <a:pt x="9" y="1"/>
                    </a:moveTo>
                    <a:cubicBezTo>
                      <a:pt x="7" y="2"/>
                      <a:pt x="3" y="0"/>
                      <a:pt x="2" y="3"/>
                    </a:cubicBezTo>
                    <a:cubicBezTo>
                      <a:pt x="0" y="9"/>
                      <a:pt x="8" y="5"/>
                      <a:pt x="10" y="4"/>
                    </a:cubicBezTo>
                    <a:cubicBezTo>
                      <a:pt x="11" y="4"/>
                      <a:pt x="15" y="4"/>
                      <a:pt x="14" y="7"/>
                    </a:cubicBezTo>
                    <a:cubicBezTo>
                      <a:pt x="13" y="10"/>
                      <a:pt x="6" y="9"/>
                      <a:pt x="3" y="10"/>
                    </a:cubicBezTo>
                  </a:path>
                </a:pathLst>
              </a:custGeom>
              <a:noFill/>
              <a:ln w="7938" cap="flat">
                <a:solidFill>
                  <a:srgbClr val="FEF2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061" name="Freeform 184">
                <a:extLst>
                  <a:ext uri="{FF2B5EF4-FFF2-40B4-BE49-F238E27FC236}">
                    <a16:creationId xmlns:a16="http://schemas.microsoft.com/office/drawing/2014/main" id="{3189433F-2D81-48BB-84A8-EE963B0FDA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4" y="3693"/>
                <a:ext cx="13" cy="11"/>
              </a:xfrm>
              <a:custGeom>
                <a:avLst/>
                <a:gdLst>
                  <a:gd name="T0" fmla="*/ 0 w 9"/>
                  <a:gd name="T1" fmla="*/ 14 h 8"/>
                  <a:gd name="T2" fmla="*/ 27 w 9"/>
                  <a:gd name="T3" fmla="*/ 1 h 8"/>
                  <a:gd name="T4" fmla="*/ 9 w 9"/>
                  <a:gd name="T5" fmla="*/ 21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8">
                    <a:moveTo>
                      <a:pt x="0" y="5"/>
                    </a:moveTo>
                    <a:cubicBezTo>
                      <a:pt x="1" y="2"/>
                      <a:pt x="5" y="0"/>
                      <a:pt x="9" y="1"/>
                    </a:cubicBezTo>
                    <a:cubicBezTo>
                      <a:pt x="8" y="4"/>
                      <a:pt x="6" y="7"/>
                      <a:pt x="3" y="8"/>
                    </a:cubicBezTo>
                  </a:path>
                </a:pathLst>
              </a:custGeom>
              <a:noFill/>
              <a:ln w="7938" cap="flat">
                <a:solidFill>
                  <a:srgbClr val="FEF2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062" name="Freeform 185">
                <a:extLst>
                  <a:ext uri="{FF2B5EF4-FFF2-40B4-BE49-F238E27FC236}">
                    <a16:creationId xmlns:a16="http://schemas.microsoft.com/office/drawing/2014/main" id="{DDF5D5D3-85BD-4D17-88B7-F6735518F9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9" y="3688"/>
                <a:ext cx="19" cy="13"/>
              </a:xfrm>
              <a:custGeom>
                <a:avLst/>
                <a:gdLst>
                  <a:gd name="T0" fmla="*/ 0 w 14"/>
                  <a:gd name="T1" fmla="*/ 13 h 10"/>
                  <a:gd name="T2" fmla="*/ 26 w 14"/>
                  <a:gd name="T3" fmla="*/ 5 h 10"/>
                  <a:gd name="T4" fmla="*/ 5 w 14"/>
                  <a:gd name="T5" fmla="*/ 22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0">
                    <a:moveTo>
                      <a:pt x="0" y="6"/>
                    </a:moveTo>
                    <a:cubicBezTo>
                      <a:pt x="2" y="5"/>
                      <a:pt x="7" y="0"/>
                      <a:pt x="10" y="2"/>
                    </a:cubicBezTo>
                    <a:cubicBezTo>
                      <a:pt x="14" y="6"/>
                      <a:pt x="4" y="10"/>
                      <a:pt x="2" y="10"/>
                    </a:cubicBezTo>
                  </a:path>
                </a:pathLst>
              </a:custGeom>
              <a:noFill/>
              <a:ln w="7938" cap="flat">
                <a:solidFill>
                  <a:srgbClr val="FEF2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063" name="Freeform 186">
                <a:extLst>
                  <a:ext uri="{FF2B5EF4-FFF2-40B4-BE49-F238E27FC236}">
                    <a16:creationId xmlns:a16="http://schemas.microsoft.com/office/drawing/2014/main" id="{E65A36B0-23D1-43E4-BDF9-03727951F7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4" y="3684"/>
                <a:ext cx="7" cy="6"/>
              </a:xfrm>
              <a:custGeom>
                <a:avLst/>
                <a:gdLst>
                  <a:gd name="T0" fmla="*/ 0 w 5"/>
                  <a:gd name="T1" fmla="*/ 8 h 5"/>
                  <a:gd name="T2" fmla="*/ 14 w 5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5">
                    <a:moveTo>
                      <a:pt x="0" y="5"/>
                    </a:moveTo>
                    <a:cubicBezTo>
                      <a:pt x="1" y="2"/>
                      <a:pt x="3" y="1"/>
                      <a:pt x="5" y="0"/>
                    </a:cubicBezTo>
                  </a:path>
                </a:pathLst>
              </a:custGeom>
              <a:noFill/>
              <a:ln w="7938" cap="flat">
                <a:solidFill>
                  <a:srgbClr val="FEF2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064" name="Freeform 187">
                <a:extLst>
                  <a:ext uri="{FF2B5EF4-FFF2-40B4-BE49-F238E27FC236}">
                    <a16:creationId xmlns:a16="http://schemas.microsoft.com/office/drawing/2014/main" id="{0CBC0C38-015E-4E28-A873-20506B2DE9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9" y="961"/>
                <a:ext cx="303" cy="250"/>
              </a:xfrm>
              <a:custGeom>
                <a:avLst/>
                <a:gdLst>
                  <a:gd name="T0" fmla="*/ 529 w 224"/>
                  <a:gd name="T1" fmla="*/ 457 h 185"/>
                  <a:gd name="T2" fmla="*/ 553 w 224"/>
                  <a:gd name="T3" fmla="*/ 364 h 185"/>
                  <a:gd name="T4" fmla="*/ 553 w 224"/>
                  <a:gd name="T5" fmla="*/ 311 h 185"/>
                  <a:gd name="T6" fmla="*/ 546 w 224"/>
                  <a:gd name="T7" fmla="*/ 272 h 185"/>
                  <a:gd name="T8" fmla="*/ 555 w 224"/>
                  <a:gd name="T9" fmla="*/ 245 h 185"/>
                  <a:gd name="T10" fmla="*/ 545 w 224"/>
                  <a:gd name="T11" fmla="*/ 196 h 185"/>
                  <a:gd name="T12" fmla="*/ 540 w 224"/>
                  <a:gd name="T13" fmla="*/ 124 h 185"/>
                  <a:gd name="T14" fmla="*/ 498 w 224"/>
                  <a:gd name="T15" fmla="*/ 82 h 185"/>
                  <a:gd name="T16" fmla="*/ 453 w 224"/>
                  <a:gd name="T17" fmla="*/ 35 h 185"/>
                  <a:gd name="T18" fmla="*/ 411 w 224"/>
                  <a:gd name="T19" fmla="*/ 22 h 185"/>
                  <a:gd name="T20" fmla="*/ 372 w 224"/>
                  <a:gd name="T21" fmla="*/ 9 h 185"/>
                  <a:gd name="T22" fmla="*/ 311 w 224"/>
                  <a:gd name="T23" fmla="*/ 0 h 185"/>
                  <a:gd name="T24" fmla="*/ 292 w 224"/>
                  <a:gd name="T25" fmla="*/ 7 h 185"/>
                  <a:gd name="T26" fmla="*/ 260 w 224"/>
                  <a:gd name="T27" fmla="*/ 7 h 185"/>
                  <a:gd name="T28" fmla="*/ 235 w 224"/>
                  <a:gd name="T29" fmla="*/ 9 h 185"/>
                  <a:gd name="T30" fmla="*/ 227 w 224"/>
                  <a:gd name="T31" fmla="*/ 16 h 185"/>
                  <a:gd name="T32" fmla="*/ 212 w 224"/>
                  <a:gd name="T33" fmla="*/ 16 h 185"/>
                  <a:gd name="T34" fmla="*/ 156 w 224"/>
                  <a:gd name="T35" fmla="*/ 27 h 185"/>
                  <a:gd name="T36" fmla="*/ 134 w 224"/>
                  <a:gd name="T37" fmla="*/ 47 h 185"/>
                  <a:gd name="T38" fmla="*/ 124 w 224"/>
                  <a:gd name="T39" fmla="*/ 64 h 185"/>
                  <a:gd name="T40" fmla="*/ 99 w 224"/>
                  <a:gd name="T41" fmla="*/ 72 h 185"/>
                  <a:gd name="T42" fmla="*/ 87 w 224"/>
                  <a:gd name="T43" fmla="*/ 92 h 185"/>
                  <a:gd name="T44" fmla="*/ 57 w 224"/>
                  <a:gd name="T45" fmla="*/ 99 h 185"/>
                  <a:gd name="T46" fmla="*/ 41 w 224"/>
                  <a:gd name="T47" fmla="*/ 157 h 185"/>
                  <a:gd name="T48" fmla="*/ 27 w 224"/>
                  <a:gd name="T49" fmla="*/ 181 h 185"/>
                  <a:gd name="T50" fmla="*/ 26 w 224"/>
                  <a:gd name="T51" fmla="*/ 184 h 185"/>
                  <a:gd name="T52" fmla="*/ 9 w 224"/>
                  <a:gd name="T53" fmla="*/ 274 h 185"/>
                  <a:gd name="T54" fmla="*/ 26 w 224"/>
                  <a:gd name="T55" fmla="*/ 308 h 185"/>
                  <a:gd name="T56" fmla="*/ 20 w 224"/>
                  <a:gd name="T57" fmla="*/ 328 h 185"/>
                  <a:gd name="T58" fmla="*/ 30 w 224"/>
                  <a:gd name="T59" fmla="*/ 343 h 185"/>
                  <a:gd name="T60" fmla="*/ 20 w 224"/>
                  <a:gd name="T61" fmla="*/ 374 h 185"/>
                  <a:gd name="T62" fmla="*/ 26 w 224"/>
                  <a:gd name="T63" fmla="*/ 386 h 185"/>
                  <a:gd name="T64" fmla="*/ 20 w 224"/>
                  <a:gd name="T65" fmla="*/ 405 h 185"/>
                  <a:gd name="T66" fmla="*/ 35 w 224"/>
                  <a:gd name="T67" fmla="*/ 427 h 185"/>
                  <a:gd name="T68" fmla="*/ 41 w 224"/>
                  <a:gd name="T69" fmla="*/ 451 h 185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224" h="185">
                    <a:moveTo>
                      <a:pt x="214" y="185"/>
                    </a:moveTo>
                    <a:cubicBezTo>
                      <a:pt x="219" y="183"/>
                      <a:pt x="214" y="149"/>
                      <a:pt x="223" y="147"/>
                    </a:cubicBezTo>
                    <a:cubicBezTo>
                      <a:pt x="218" y="143"/>
                      <a:pt x="224" y="132"/>
                      <a:pt x="223" y="126"/>
                    </a:cubicBezTo>
                    <a:cubicBezTo>
                      <a:pt x="223" y="118"/>
                      <a:pt x="220" y="116"/>
                      <a:pt x="221" y="110"/>
                    </a:cubicBezTo>
                    <a:cubicBezTo>
                      <a:pt x="221" y="108"/>
                      <a:pt x="224" y="104"/>
                      <a:pt x="224" y="99"/>
                    </a:cubicBezTo>
                    <a:cubicBezTo>
                      <a:pt x="224" y="93"/>
                      <a:pt x="220" y="85"/>
                      <a:pt x="220" y="79"/>
                    </a:cubicBezTo>
                    <a:cubicBezTo>
                      <a:pt x="220" y="76"/>
                      <a:pt x="219" y="53"/>
                      <a:pt x="218" y="50"/>
                    </a:cubicBezTo>
                    <a:cubicBezTo>
                      <a:pt x="216" y="47"/>
                      <a:pt x="205" y="36"/>
                      <a:pt x="201" y="33"/>
                    </a:cubicBezTo>
                    <a:cubicBezTo>
                      <a:pt x="192" y="26"/>
                      <a:pt x="193" y="19"/>
                      <a:pt x="183" y="14"/>
                    </a:cubicBezTo>
                    <a:cubicBezTo>
                      <a:pt x="178" y="21"/>
                      <a:pt x="170" y="12"/>
                      <a:pt x="166" y="9"/>
                    </a:cubicBezTo>
                    <a:cubicBezTo>
                      <a:pt x="162" y="16"/>
                      <a:pt x="154" y="6"/>
                      <a:pt x="150" y="4"/>
                    </a:cubicBezTo>
                    <a:cubicBezTo>
                      <a:pt x="147" y="14"/>
                      <a:pt x="132" y="0"/>
                      <a:pt x="126" y="0"/>
                    </a:cubicBezTo>
                    <a:cubicBezTo>
                      <a:pt x="121" y="0"/>
                      <a:pt x="122" y="2"/>
                      <a:pt x="118" y="3"/>
                    </a:cubicBezTo>
                    <a:cubicBezTo>
                      <a:pt x="114" y="4"/>
                      <a:pt x="109" y="4"/>
                      <a:pt x="105" y="3"/>
                    </a:cubicBezTo>
                    <a:cubicBezTo>
                      <a:pt x="100" y="3"/>
                      <a:pt x="99" y="3"/>
                      <a:pt x="95" y="4"/>
                    </a:cubicBezTo>
                    <a:cubicBezTo>
                      <a:pt x="95" y="4"/>
                      <a:pt x="93" y="7"/>
                      <a:pt x="92" y="7"/>
                    </a:cubicBezTo>
                    <a:cubicBezTo>
                      <a:pt x="90" y="8"/>
                      <a:pt x="88" y="6"/>
                      <a:pt x="86" y="7"/>
                    </a:cubicBezTo>
                    <a:cubicBezTo>
                      <a:pt x="82" y="9"/>
                      <a:pt x="66" y="7"/>
                      <a:pt x="63" y="11"/>
                    </a:cubicBezTo>
                    <a:cubicBezTo>
                      <a:pt x="61" y="14"/>
                      <a:pt x="56" y="15"/>
                      <a:pt x="54" y="19"/>
                    </a:cubicBezTo>
                    <a:cubicBezTo>
                      <a:pt x="51" y="22"/>
                      <a:pt x="53" y="24"/>
                      <a:pt x="50" y="26"/>
                    </a:cubicBezTo>
                    <a:cubicBezTo>
                      <a:pt x="47" y="28"/>
                      <a:pt x="43" y="27"/>
                      <a:pt x="40" y="29"/>
                    </a:cubicBezTo>
                    <a:cubicBezTo>
                      <a:pt x="37" y="32"/>
                      <a:pt x="39" y="35"/>
                      <a:pt x="35" y="37"/>
                    </a:cubicBezTo>
                    <a:cubicBezTo>
                      <a:pt x="28" y="39"/>
                      <a:pt x="27" y="35"/>
                      <a:pt x="23" y="40"/>
                    </a:cubicBezTo>
                    <a:cubicBezTo>
                      <a:pt x="22" y="42"/>
                      <a:pt x="21" y="61"/>
                      <a:pt x="16" y="64"/>
                    </a:cubicBezTo>
                    <a:cubicBezTo>
                      <a:pt x="14" y="65"/>
                      <a:pt x="11" y="69"/>
                      <a:pt x="11" y="73"/>
                    </a:cubicBezTo>
                    <a:cubicBezTo>
                      <a:pt x="10" y="75"/>
                      <a:pt x="10" y="75"/>
                      <a:pt x="10" y="75"/>
                    </a:cubicBezTo>
                    <a:cubicBezTo>
                      <a:pt x="9" y="87"/>
                      <a:pt x="0" y="100"/>
                      <a:pt x="4" y="111"/>
                    </a:cubicBezTo>
                    <a:cubicBezTo>
                      <a:pt x="7" y="117"/>
                      <a:pt x="10" y="118"/>
                      <a:pt x="10" y="125"/>
                    </a:cubicBezTo>
                    <a:cubicBezTo>
                      <a:pt x="9" y="127"/>
                      <a:pt x="8" y="131"/>
                      <a:pt x="8" y="133"/>
                    </a:cubicBezTo>
                    <a:cubicBezTo>
                      <a:pt x="9" y="136"/>
                      <a:pt x="11" y="137"/>
                      <a:pt x="12" y="139"/>
                    </a:cubicBezTo>
                    <a:cubicBezTo>
                      <a:pt x="13" y="145"/>
                      <a:pt x="8" y="147"/>
                      <a:pt x="8" y="152"/>
                    </a:cubicBezTo>
                    <a:cubicBezTo>
                      <a:pt x="8" y="153"/>
                      <a:pt x="10" y="155"/>
                      <a:pt x="10" y="157"/>
                    </a:cubicBezTo>
                    <a:cubicBezTo>
                      <a:pt x="10" y="159"/>
                      <a:pt x="8" y="163"/>
                      <a:pt x="8" y="164"/>
                    </a:cubicBezTo>
                    <a:cubicBezTo>
                      <a:pt x="9" y="168"/>
                      <a:pt x="12" y="170"/>
                      <a:pt x="14" y="173"/>
                    </a:cubicBezTo>
                    <a:cubicBezTo>
                      <a:pt x="15" y="177"/>
                      <a:pt x="15" y="180"/>
                      <a:pt x="16" y="183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065" name="Freeform 188">
                <a:extLst>
                  <a:ext uri="{FF2B5EF4-FFF2-40B4-BE49-F238E27FC236}">
                    <a16:creationId xmlns:a16="http://schemas.microsoft.com/office/drawing/2014/main" id="{F937FC5E-6233-45AA-BEC4-8C3A968665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7" y="1331"/>
                <a:ext cx="23" cy="24"/>
              </a:xfrm>
              <a:custGeom>
                <a:avLst/>
                <a:gdLst>
                  <a:gd name="T0" fmla="*/ 15 w 17"/>
                  <a:gd name="T1" fmla="*/ 0 h 18"/>
                  <a:gd name="T2" fmla="*/ 0 w 17"/>
                  <a:gd name="T3" fmla="*/ 12 h 18"/>
                  <a:gd name="T4" fmla="*/ 22 w 17"/>
                  <a:gd name="T5" fmla="*/ 7 h 18"/>
                  <a:gd name="T6" fmla="*/ 20 w 17"/>
                  <a:gd name="T7" fmla="*/ 28 h 18"/>
                  <a:gd name="T8" fmla="*/ 42 w 17"/>
                  <a:gd name="T9" fmla="*/ 27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18">
                    <a:moveTo>
                      <a:pt x="6" y="0"/>
                    </a:moveTo>
                    <a:cubicBezTo>
                      <a:pt x="3" y="1"/>
                      <a:pt x="1" y="2"/>
                      <a:pt x="0" y="5"/>
                    </a:cubicBezTo>
                    <a:cubicBezTo>
                      <a:pt x="3" y="8"/>
                      <a:pt x="6" y="5"/>
                      <a:pt x="9" y="3"/>
                    </a:cubicBezTo>
                    <a:cubicBezTo>
                      <a:pt x="15" y="7"/>
                      <a:pt x="8" y="9"/>
                      <a:pt x="8" y="12"/>
                    </a:cubicBezTo>
                    <a:cubicBezTo>
                      <a:pt x="9" y="18"/>
                      <a:pt x="14" y="14"/>
                      <a:pt x="17" y="11"/>
                    </a:cubicBezTo>
                  </a:path>
                </a:pathLst>
              </a:custGeom>
              <a:noFill/>
              <a:ln w="9525" cap="flat">
                <a:solidFill>
                  <a:srgbClr val="FEF2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066" name="Freeform 189">
                <a:extLst>
                  <a:ext uri="{FF2B5EF4-FFF2-40B4-BE49-F238E27FC236}">
                    <a16:creationId xmlns:a16="http://schemas.microsoft.com/office/drawing/2014/main" id="{FCB092BE-7429-45A9-94C9-0BE49D2D4A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4" y="1330"/>
                <a:ext cx="15" cy="12"/>
              </a:xfrm>
              <a:custGeom>
                <a:avLst/>
                <a:gdLst>
                  <a:gd name="T0" fmla="*/ 15 w 11"/>
                  <a:gd name="T1" fmla="*/ 0 h 9"/>
                  <a:gd name="T2" fmla="*/ 22 w 11"/>
                  <a:gd name="T3" fmla="*/ 12 h 9"/>
                  <a:gd name="T4" fmla="*/ 5 w 11"/>
                  <a:gd name="T5" fmla="*/ 5 h 9"/>
                  <a:gd name="T6" fmla="*/ 5 w 11"/>
                  <a:gd name="T7" fmla="*/ 21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9">
                    <a:moveTo>
                      <a:pt x="6" y="0"/>
                    </a:moveTo>
                    <a:cubicBezTo>
                      <a:pt x="8" y="0"/>
                      <a:pt x="11" y="3"/>
                      <a:pt x="9" y="5"/>
                    </a:cubicBezTo>
                    <a:cubicBezTo>
                      <a:pt x="6" y="7"/>
                      <a:pt x="4" y="3"/>
                      <a:pt x="2" y="2"/>
                    </a:cubicBezTo>
                    <a:cubicBezTo>
                      <a:pt x="0" y="5"/>
                      <a:pt x="0" y="7"/>
                      <a:pt x="2" y="9"/>
                    </a:cubicBezTo>
                  </a:path>
                </a:pathLst>
              </a:custGeom>
              <a:noFill/>
              <a:ln w="9525" cap="flat">
                <a:solidFill>
                  <a:srgbClr val="FEF2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067" name="Freeform 190">
                <a:extLst>
                  <a:ext uri="{FF2B5EF4-FFF2-40B4-BE49-F238E27FC236}">
                    <a16:creationId xmlns:a16="http://schemas.microsoft.com/office/drawing/2014/main" id="{878BF78E-371D-4760-9DB4-400CC58887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9" y="1342"/>
                <a:ext cx="18" cy="15"/>
              </a:xfrm>
              <a:custGeom>
                <a:avLst/>
                <a:gdLst>
                  <a:gd name="T0" fmla="*/ 19 w 13"/>
                  <a:gd name="T1" fmla="*/ 0 h 11"/>
                  <a:gd name="T2" fmla="*/ 0 w 13"/>
                  <a:gd name="T3" fmla="*/ 1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11">
                    <a:moveTo>
                      <a:pt x="7" y="0"/>
                    </a:moveTo>
                    <a:cubicBezTo>
                      <a:pt x="13" y="7"/>
                      <a:pt x="2" y="11"/>
                      <a:pt x="0" y="4"/>
                    </a:cubicBezTo>
                  </a:path>
                </a:pathLst>
              </a:custGeom>
              <a:noFill/>
              <a:ln w="9525" cap="flat">
                <a:solidFill>
                  <a:srgbClr val="FEF2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068" name="Freeform 191">
                <a:extLst>
                  <a:ext uri="{FF2B5EF4-FFF2-40B4-BE49-F238E27FC236}">
                    <a16:creationId xmlns:a16="http://schemas.microsoft.com/office/drawing/2014/main" id="{A8FA1BAD-033D-4154-905A-5CFD871637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2" y="1300"/>
                <a:ext cx="19" cy="8"/>
              </a:xfrm>
              <a:custGeom>
                <a:avLst/>
                <a:gdLst>
                  <a:gd name="T0" fmla="*/ 0 w 14"/>
                  <a:gd name="T1" fmla="*/ 15 h 6"/>
                  <a:gd name="T2" fmla="*/ 19 w 14"/>
                  <a:gd name="T3" fmla="*/ 12 h 6"/>
                  <a:gd name="T4" fmla="*/ 26 w 14"/>
                  <a:gd name="T5" fmla="*/ 0 h 6"/>
                  <a:gd name="T6" fmla="*/ 35 w 14"/>
                  <a:gd name="T7" fmla="*/ 15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6">
                    <a:moveTo>
                      <a:pt x="0" y="6"/>
                    </a:moveTo>
                    <a:cubicBezTo>
                      <a:pt x="0" y="0"/>
                      <a:pt x="6" y="0"/>
                      <a:pt x="7" y="5"/>
                    </a:cubicBezTo>
                    <a:cubicBezTo>
                      <a:pt x="9" y="4"/>
                      <a:pt x="9" y="2"/>
                      <a:pt x="10" y="0"/>
                    </a:cubicBezTo>
                    <a:cubicBezTo>
                      <a:pt x="13" y="0"/>
                      <a:pt x="14" y="3"/>
                      <a:pt x="14" y="6"/>
                    </a:cubicBezTo>
                  </a:path>
                </a:pathLst>
              </a:custGeom>
              <a:noFill/>
              <a:ln w="9525" cap="flat">
                <a:solidFill>
                  <a:srgbClr val="FEF2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069" name="Freeform 192">
                <a:extLst>
                  <a:ext uri="{FF2B5EF4-FFF2-40B4-BE49-F238E27FC236}">
                    <a16:creationId xmlns:a16="http://schemas.microsoft.com/office/drawing/2014/main" id="{5D540882-505A-4CB3-A6F8-57AE90303A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8" y="1249"/>
                <a:ext cx="11" cy="13"/>
              </a:xfrm>
              <a:custGeom>
                <a:avLst/>
                <a:gdLst>
                  <a:gd name="T0" fmla="*/ 19 w 8"/>
                  <a:gd name="T1" fmla="*/ 22 h 10"/>
                  <a:gd name="T2" fmla="*/ 21 w 8"/>
                  <a:gd name="T3" fmla="*/ 7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10">
                    <a:moveTo>
                      <a:pt x="7" y="10"/>
                    </a:moveTo>
                    <a:cubicBezTo>
                      <a:pt x="3" y="7"/>
                      <a:pt x="0" y="0"/>
                      <a:pt x="8" y="3"/>
                    </a:cubicBezTo>
                  </a:path>
                </a:pathLst>
              </a:custGeom>
              <a:noFill/>
              <a:ln w="9525" cap="flat">
                <a:solidFill>
                  <a:srgbClr val="FEF2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070" name="Freeform 193">
                <a:extLst>
                  <a:ext uri="{FF2B5EF4-FFF2-40B4-BE49-F238E27FC236}">
                    <a16:creationId xmlns:a16="http://schemas.microsoft.com/office/drawing/2014/main" id="{F90330A6-B590-4004-8E48-8CE0828B62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249"/>
                <a:ext cx="17" cy="17"/>
              </a:xfrm>
              <a:custGeom>
                <a:avLst/>
                <a:gdLst>
                  <a:gd name="T0" fmla="*/ 12 w 13"/>
                  <a:gd name="T1" fmla="*/ 29 h 13"/>
                  <a:gd name="T2" fmla="*/ 7 w 13"/>
                  <a:gd name="T3" fmla="*/ 17 h 13"/>
                  <a:gd name="T4" fmla="*/ 16 w 13"/>
                  <a:gd name="T5" fmla="*/ 1 h 13"/>
                  <a:gd name="T6" fmla="*/ 0 w 13"/>
                  <a:gd name="T7" fmla="*/ 5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13">
                    <a:moveTo>
                      <a:pt x="5" y="13"/>
                    </a:moveTo>
                    <a:cubicBezTo>
                      <a:pt x="11" y="13"/>
                      <a:pt x="13" y="3"/>
                      <a:pt x="3" y="8"/>
                    </a:cubicBezTo>
                    <a:cubicBezTo>
                      <a:pt x="4" y="6"/>
                      <a:pt x="6" y="3"/>
                      <a:pt x="7" y="1"/>
                    </a:cubicBezTo>
                    <a:cubicBezTo>
                      <a:pt x="5" y="0"/>
                      <a:pt x="2" y="0"/>
                      <a:pt x="0" y="2"/>
                    </a:cubicBezTo>
                  </a:path>
                </a:pathLst>
              </a:custGeom>
              <a:noFill/>
              <a:ln w="9525" cap="flat">
                <a:solidFill>
                  <a:srgbClr val="FEF2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071" name="Freeform 194">
                <a:extLst>
                  <a:ext uri="{FF2B5EF4-FFF2-40B4-BE49-F238E27FC236}">
                    <a16:creationId xmlns:a16="http://schemas.microsoft.com/office/drawing/2014/main" id="{D472A1D5-96BD-470F-832B-922E810A41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0" y="1131"/>
                <a:ext cx="22" cy="14"/>
              </a:xfrm>
              <a:custGeom>
                <a:avLst/>
                <a:gdLst>
                  <a:gd name="T0" fmla="*/ 29 w 16"/>
                  <a:gd name="T1" fmla="*/ 28 h 10"/>
                  <a:gd name="T2" fmla="*/ 14 w 16"/>
                  <a:gd name="T3" fmla="*/ 20 h 10"/>
                  <a:gd name="T4" fmla="*/ 8 w 16"/>
                  <a:gd name="T5" fmla="*/ 6 h 10"/>
                  <a:gd name="T6" fmla="*/ 0 w 16"/>
                  <a:gd name="T7" fmla="*/ 25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10">
                    <a:moveTo>
                      <a:pt x="11" y="10"/>
                    </a:moveTo>
                    <a:cubicBezTo>
                      <a:pt x="16" y="9"/>
                      <a:pt x="10" y="0"/>
                      <a:pt x="5" y="7"/>
                    </a:cubicBezTo>
                    <a:cubicBezTo>
                      <a:pt x="6" y="5"/>
                      <a:pt x="6" y="3"/>
                      <a:pt x="3" y="2"/>
                    </a:cubicBezTo>
                    <a:cubicBezTo>
                      <a:pt x="1" y="4"/>
                      <a:pt x="0" y="6"/>
                      <a:pt x="0" y="9"/>
                    </a:cubicBezTo>
                  </a:path>
                </a:pathLst>
              </a:custGeom>
              <a:noFill/>
              <a:ln w="9525" cap="flat">
                <a:solidFill>
                  <a:srgbClr val="FEF2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072" name="Freeform 195">
                <a:extLst>
                  <a:ext uri="{FF2B5EF4-FFF2-40B4-BE49-F238E27FC236}">
                    <a16:creationId xmlns:a16="http://schemas.microsoft.com/office/drawing/2014/main" id="{B4B08508-09AA-4000-84C5-F82D08FC98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0" y="1134"/>
                <a:ext cx="11" cy="15"/>
              </a:xfrm>
              <a:custGeom>
                <a:avLst/>
                <a:gdLst>
                  <a:gd name="T0" fmla="*/ 8 w 8"/>
                  <a:gd name="T1" fmla="*/ 27 h 11"/>
                  <a:gd name="T2" fmla="*/ 0 w 8"/>
                  <a:gd name="T3" fmla="*/ 5 h 11"/>
                  <a:gd name="T4" fmla="*/ 21 w 8"/>
                  <a:gd name="T5" fmla="*/ 19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1">
                    <a:moveTo>
                      <a:pt x="3" y="11"/>
                    </a:moveTo>
                    <a:cubicBezTo>
                      <a:pt x="2" y="8"/>
                      <a:pt x="0" y="5"/>
                      <a:pt x="0" y="2"/>
                    </a:cubicBezTo>
                    <a:cubicBezTo>
                      <a:pt x="5" y="0"/>
                      <a:pt x="5" y="6"/>
                      <a:pt x="8" y="7"/>
                    </a:cubicBezTo>
                  </a:path>
                </a:pathLst>
              </a:custGeom>
              <a:noFill/>
              <a:ln w="9525" cap="flat">
                <a:solidFill>
                  <a:srgbClr val="FEF2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073" name="Freeform 196">
                <a:extLst>
                  <a:ext uri="{FF2B5EF4-FFF2-40B4-BE49-F238E27FC236}">
                    <a16:creationId xmlns:a16="http://schemas.microsoft.com/office/drawing/2014/main" id="{173BD848-3116-4A40-984F-EE7A13E06D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8" y="1149"/>
                <a:ext cx="1" cy="5"/>
              </a:xfrm>
              <a:custGeom>
                <a:avLst/>
                <a:gdLst>
                  <a:gd name="T0" fmla="*/ 0 w 1"/>
                  <a:gd name="T1" fmla="*/ 8 h 4"/>
                  <a:gd name="T2" fmla="*/ 1 w 1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cubicBezTo>
                      <a:pt x="0" y="3"/>
                      <a:pt x="0" y="1"/>
                      <a:pt x="1" y="0"/>
                    </a:cubicBezTo>
                  </a:path>
                </a:pathLst>
              </a:custGeom>
              <a:noFill/>
              <a:ln w="9525" cap="flat">
                <a:solidFill>
                  <a:srgbClr val="FEF2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074" name="Freeform 197">
                <a:extLst>
                  <a:ext uri="{FF2B5EF4-FFF2-40B4-BE49-F238E27FC236}">
                    <a16:creationId xmlns:a16="http://schemas.microsoft.com/office/drawing/2014/main" id="{E25CD003-F0B4-415A-BDD4-D7B63D1F72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0" y="1145"/>
                <a:ext cx="8" cy="7"/>
              </a:xfrm>
              <a:custGeom>
                <a:avLst/>
                <a:gdLst>
                  <a:gd name="T0" fmla="*/ 15 w 6"/>
                  <a:gd name="T1" fmla="*/ 14 h 5"/>
                  <a:gd name="T2" fmla="*/ 0 w 6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5">
                    <a:moveTo>
                      <a:pt x="6" y="5"/>
                    </a:moveTo>
                    <a:cubicBezTo>
                      <a:pt x="3" y="4"/>
                      <a:pt x="1" y="2"/>
                      <a:pt x="0" y="0"/>
                    </a:cubicBezTo>
                  </a:path>
                </a:pathLst>
              </a:custGeom>
              <a:noFill/>
              <a:ln w="9525" cap="flat">
                <a:solidFill>
                  <a:srgbClr val="FEF2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075" name="Freeform 198">
                <a:extLst>
                  <a:ext uri="{FF2B5EF4-FFF2-40B4-BE49-F238E27FC236}">
                    <a16:creationId xmlns:a16="http://schemas.microsoft.com/office/drawing/2014/main" id="{C55F63FC-8169-4C5B-97EE-AF6FBFA492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0" y="1656"/>
                <a:ext cx="22" cy="27"/>
              </a:xfrm>
              <a:custGeom>
                <a:avLst/>
                <a:gdLst>
                  <a:gd name="T0" fmla="*/ 11 w 16"/>
                  <a:gd name="T1" fmla="*/ 20 h 20"/>
                  <a:gd name="T2" fmla="*/ 41 w 16"/>
                  <a:gd name="T3" fmla="*/ 22 h 20"/>
                  <a:gd name="T4" fmla="*/ 0 w 16"/>
                  <a:gd name="T5" fmla="*/ 49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20">
                    <a:moveTo>
                      <a:pt x="4" y="8"/>
                    </a:moveTo>
                    <a:cubicBezTo>
                      <a:pt x="9" y="6"/>
                      <a:pt x="16" y="0"/>
                      <a:pt x="16" y="9"/>
                    </a:cubicBezTo>
                    <a:cubicBezTo>
                      <a:pt x="16" y="17"/>
                      <a:pt x="6" y="18"/>
                      <a:pt x="0" y="20"/>
                    </a:cubicBezTo>
                  </a:path>
                </a:pathLst>
              </a:custGeom>
              <a:noFill/>
              <a:ln w="9525" cap="flat">
                <a:solidFill>
                  <a:srgbClr val="FEF2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076" name="Freeform 199">
                <a:extLst>
                  <a:ext uri="{FF2B5EF4-FFF2-40B4-BE49-F238E27FC236}">
                    <a16:creationId xmlns:a16="http://schemas.microsoft.com/office/drawing/2014/main" id="{226E5C89-0BB6-4B97-BAF6-37882CF6A5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6" y="1928"/>
                <a:ext cx="22" cy="26"/>
              </a:xfrm>
              <a:custGeom>
                <a:avLst/>
                <a:gdLst>
                  <a:gd name="T0" fmla="*/ 0 w 16"/>
                  <a:gd name="T1" fmla="*/ 26 h 19"/>
                  <a:gd name="T2" fmla="*/ 19 w 16"/>
                  <a:gd name="T3" fmla="*/ 0 h 19"/>
                  <a:gd name="T4" fmla="*/ 15 w 16"/>
                  <a:gd name="T5" fmla="*/ 49 h 19"/>
                  <a:gd name="T6" fmla="*/ 41 w 16"/>
                  <a:gd name="T7" fmla="*/ 19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19">
                    <a:moveTo>
                      <a:pt x="0" y="10"/>
                    </a:moveTo>
                    <a:cubicBezTo>
                      <a:pt x="1" y="6"/>
                      <a:pt x="2" y="1"/>
                      <a:pt x="7" y="0"/>
                    </a:cubicBezTo>
                    <a:cubicBezTo>
                      <a:pt x="11" y="4"/>
                      <a:pt x="7" y="14"/>
                      <a:pt x="6" y="19"/>
                    </a:cubicBezTo>
                    <a:cubicBezTo>
                      <a:pt x="10" y="17"/>
                      <a:pt x="14" y="12"/>
                      <a:pt x="16" y="7"/>
                    </a:cubicBezTo>
                  </a:path>
                </a:pathLst>
              </a:custGeom>
              <a:noFill/>
              <a:ln w="9525" cap="flat">
                <a:solidFill>
                  <a:srgbClr val="FEF2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077" name="Freeform 200">
                <a:extLst>
                  <a:ext uri="{FF2B5EF4-FFF2-40B4-BE49-F238E27FC236}">
                    <a16:creationId xmlns:a16="http://schemas.microsoft.com/office/drawing/2014/main" id="{72A9FC49-70E5-4AED-9E8A-3EBBFF7877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1" y="1969"/>
                <a:ext cx="17" cy="16"/>
              </a:xfrm>
              <a:custGeom>
                <a:avLst/>
                <a:gdLst>
                  <a:gd name="T0" fmla="*/ 29 w 13"/>
                  <a:gd name="T1" fmla="*/ 16 h 12"/>
                  <a:gd name="T2" fmla="*/ 9 w 13"/>
                  <a:gd name="T3" fmla="*/ 23 h 12"/>
                  <a:gd name="T4" fmla="*/ 27 w 13"/>
                  <a:gd name="T5" fmla="*/ 0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2">
                    <a:moveTo>
                      <a:pt x="13" y="7"/>
                    </a:moveTo>
                    <a:cubicBezTo>
                      <a:pt x="11" y="9"/>
                      <a:pt x="6" y="12"/>
                      <a:pt x="4" y="10"/>
                    </a:cubicBezTo>
                    <a:cubicBezTo>
                      <a:pt x="0" y="6"/>
                      <a:pt x="10" y="1"/>
                      <a:pt x="12" y="0"/>
                    </a:cubicBezTo>
                  </a:path>
                </a:pathLst>
              </a:custGeom>
              <a:noFill/>
              <a:ln w="9525" cap="flat">
                <a:solidFill>
                  <a:srgbClr val="FEF2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078" name="Freeform 201">
                <a:extLst>
                  <a:ext uri="{FF2B5EF4-FFF2-40B4-BE49-F238E27FC236}">
                    <a16:creationId xmlns:a16="http://schemas.microsoft.com/office/drawing/2014/main" id="{A0C4D3FA-0E6A-4737-BF7B-F96B081512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0" y="1927"/>
                <a:ext cx="19" cy="17"/>
              </a:xfrm>
              <a:custGeom>
                <a:avLst/>
                <a:gdLst>
                  <a:gd name="T0" fmla="*/ 0 w 14"/>
                  <a:gd name="T1" fmla="*/ 7 h 13"/>
                  <a:gd name="T2" fmla="*/ 26 w 14"/>
                  <a:gd name="T3" fmla="*/ 5 h 13"/>
                  <a:gd name="T4" fmla="*/ 5 w 14"/>
                  <a:gd name="T5" fmla="*/ 29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3">
                    <a:moveTo>
                      <a:pt x="0" y="3"/>
                    </a:moveTo>
                    <a:cubicBezTo>
                      <a:pt x="2" y="2"/>
                      <a:pt x="8" y="0"/>
                      <a:pt x="10" y="2"/>
                    </a:cubicBezTo>
                    <a:cubicBezTo>
                      <a:pt x="14" y="6"/>
                      <a:pt x="5" y="10"/>
                      <a:pt x="2" y="13"/>
                    </a:cubicBezTo>
                  </a:path>
                </a:pathLst>
              </a:custGeom>
              <a:noFill/>
              <a:ln w="9525" cap="flat">
                <a:solidFill>
                  <a:srgbClr val="FEF2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079" name="Freeform 202">
                <a:extLst>
                  <a:ext uri="{FF2B5EF4-FFF2-40B4-BE49-F238E27FC236}">
                    <a16:creationId xmlns:a16="http://schemas.microsoft.com/office/drawing/2014/main" id="{08E5CA7B-5E59-4753-B113-B11C6BFD2B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1" y="2086"/>
                <a:ext cx="19" cy="58"/>
              </a:xfrm>
              <a:custGeom>
                <a:avLst/>
                <a:gdLst>
                  <a:gd name="T0" fmla="*/ 1 w 14"/>
                  <a:gd name="T1" fmla="*/ 100 h 43"/>
                  <a:gd name="T2" fmla="*/ 26 w 14"/>
                  <a:gd name="T3" fmla="*/ 90 h 43"/>
                  <a:gd name="T4" fmla="*/ 10 w 14"/>
                  <a:gd name="T5" fmla="*/ 77 h 43"/>
                  <a:gd name="T6" fmla="*/ 14 w 14"/>
                  <a:gd name="T7" fmla="*/ 62 h 43"/>
                  <a:gd name="T8" fmla="*/ 0 w 14"/>
                  <a:gd name="T9" fmla="*/ 35 h 43"/>
                  <a:gd name="T10" fmla="*/ 15 w 14"/>
                  <a:gd name="T11" fmla="*/ 0 h 4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" h="43">
                    <a:moveTo>
                      <a:pt x="1" y="41"/>
                    </a:moveTo>
                    <a:cubicBezTo>
                      <a:pt x="4" y="43"/>
                      <a:pt x="8" y="40"/>
                      <a:pt x="10" y="37"/>
                    </a:cubicBezTo>
                    <a:cubicBezTo>
                      <a:pt x="9" y="34"/>
                      <a:pt x="5" y="34"/>
                      <a:pt x="4" y="31"/>
                    </a:cubicBezTo>
                    <a:cubicBezTo>
                      <a:pt x="1" y="26"/>
                      <a:pt x="3" y="29"/>
                      <a:pt x="5" y="25"/>
                    </a:cubicBezTo>
                    <a:cubicBezTo>
                      <a:pt x="9" y="18"/>
                      <a:pt x="10" y="17"/>
                      <a:pt x="0" y="14"/>
                    </a:cubicBezTo>
                    <a:cubicBezTo>
                      <a:pt x="14" y="15"/>
                      <a:pt x="9" y="6"/>
                      <a:pt x="6" y="0"/>
                    </a:cubicBezTo>
                  </a:path>
                </a:pathLst>
              </a:custGeom>
              <a:noFill/>
              <a:ln w="9525" cap="flat">
                <a:solidFill>
                  <a:srgbClr val="FEF2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6256" name="Freeform 203">
                <a:extLst>
                  <a:ext uri="{FF2B5EF4-FFF2-40B4-BE49-F238E27FC236}">
                    <a16:creationId xmlns:a16="http://schemas.microsoft.com/office/drawing/2014/main" id="{02D637B7-F330-447C-A758-9175C2BA62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9" y="1924"/>
                <a:ext cx="24" cy="46"/>
              </a:xfrm>
              <a:custGeom>
                <a:avLst/>
                <a:gdLst>
                  <a:gd name="T0" fmla="*/ 43 w 18"/>
                  <a:gd name="T1" fmla="*/ 9 h 34"/>
                  <a:gd name="T2" fmla="*/ 16 w 18"/>
                  <a:gd name="T3" fmla="*/ 7 h 34"/>
                  <a:gd name="T4" fmla="*/ 41 w 18"/>
                  <a:gd name="T5" fmla="*/ 30 h 34"/>
                  <a:gd name="T6" fmla="*/ 0 w 18"/>
                  <a:gd name="T7" fmla="*/ 50 h 34"/>
                  <a:gd name="T8" fmla="*/ 31 w 18"/>
                  <a:gd name="T9" fmla="*/ 69 h 34"/>
                  <a:gd name="T10" fmla="*/ 20 w 18"/>
                  <a:gd name="T11" fmla="*/ 84 h 3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8" h="34">
                    <a:moveTo>
                      <a:pt x="18" y="4"/>
                    </a:moveTo>
                    <a:cubicBezTo>
                      <a:pt x="17" y="1"/>
                      <a:pt x="8" y="0"/>
                      <a:pt x="7" y="3"/>
                    </a:cubicBezTo>
                    <a:cubicBezTo>
                      <a:pt x="4" y="9"/>
                      <a:pt x="14" y="9"/>
                      <a:pt x="17" y="12"/>
                    </a:cubicBezTo>
                    <a:cubicBezTo>
                      <a:pt x="14" y="18"/>
                      <a:pt x="6" y="18"/>
                      <a:pt x="0" y="20"/>
                    </a:cubicBezTo>
                    <a:cubicBezTo>
                      <a:pt x="5" y="22"/>
                      <a:pt x="9" y="25"/>
                      <a:pt x="13" y="28"/>
                    </a:cubicBezTo>
                    <a:cubicBezTo>
                      <a:pt x="10" y="29"/>
                      <a:pt x="9" y="31"/>
                      <a:pt x="8" y="34"/>
                    </a:cubicBezTo>
                  </a:path>
                </a:pathLst>
              </a:custGeom>
              <a:noFill/>
              <a:ln w="9525" cap="flat">
                <a:solidFill>
                  <a:srgbClr val="FEF2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6257" name="Freeform 204">
                <a:extLst>
                  <a:ext uri="{FF2B5EF4-FFF2-40B4-BE49-F238E27FC236}">
                    <a16:creationId xmlns:a16="http://schemas.microsoft.com/office/drawing/2014/main" id="{1FCD8DDB-346F-49F2-9858-654AAC9902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3" y="2109"/>
                <a:ext cx="28" cy="34"/>
              </a:xfrm>
              <a:custGeom>
                <a:avLst/>
                <a:gdLst>
                  <a:gd name="T0" fmla="*/ 15 w 21"/>
                  <a:gd name="T1" fmla="*/ 56 h 25"/>
                  <a:gd name="T2" fmla="*/ 16 w 21"/>
                  <a:gd name="T3" fmla="*/ 35 h 25"/>
                  <a:gd name="T4" fmla="*/ 0 w 21"/>
                  <a:gd name="T5" fmla="*/ 0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25">
                    <a:moveTo>
                      <a:pt x="6" y="22"/>
                    </a:moveTo>
                    <a:cubicBezTo>
                      <a:pt x="18" y="25"/>
                      <a:pt x="18" y="17"/>
                      <a:pt x="7" y="14"/>
                    </a:cubicBezTo>
                    <a:cubicBezTo>
                      <a:pt x="21" y="12"/>
                      <a:pt x="9" y="0"/>
                      <a:pt x="0" y="0"/>
                    </a:cubicBezTo>
                  </a:path>
                </a:pathLst>
              </a:custGeom>
              <a:noFill/>
              <a:ln w="9525" cap="flat">
                <a:solidFill>
                  <a:srgbClr val="FEF2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</p:grpSp>
        <p:sp>
          <p:nvSpPr>
            <p:cNvPr id="45851" name="Freeform 205">
              <a:extLst>
                <a:ext uri="{FF2B5EF4-FFF2-40B4-BE49-F238E27FC236}">
                  <a16:creationId xmlns:a16="http://schemas.microsoft.com/office/drawing/2014/main" id="{647A1AE7-37E1-4328-8F77-01AC6542AF8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3" y="1927"/>
              <a:ext cx="29" cy="27"/>
            </a:xfrm>
            <a:custGeom>
              <a:avLst/>
              <a:gdLst>
                <a:gd name="T0" fmla="*/ 55 w 21"/>
                <a:gd name="T1" fmla="*/ 27 h 20"/>
                <a:gd name="T2" fmla="*/ 29 w 21"/>
                <a:gd name="T3" fmla="*/ 7 h 20"/>
                <a:gd name="T4" fmla="*/ 40 w 21"/>
                <a:gd name="T5" fmla="*/ 42 h 20"/>
                <a:gd name="T6" fmla="*/ 0 w 21"/>
                <a:gd name="T7" fmla="*/ 9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20">
                  <a:moveTo>
                    <a:pt x="21" y="11"/>
                  </a:moveTo>
                  <a:cubicBezTo>
                    <a:pt x="21" y="6"/>
                    <a:pt x="16" y="0"/>
                    <a:pt x="11" y="3"/>
                  </a:cubicBezTo>
                  <a:cubicBezTo>
                    <a:pt x="11" y="8"/>
                    <a:pt x="18" y="12"/>
                    <a:pt x="15" y="17"/>
                  </a:cubicBezTo>
                  <a:cubicBezTo>
                    <a:pt x="6" y="20"/>
                    <a:pt x="5" y="10"/>
                    <a:pt x="0" y="4"/>
                  </a:cubicBezTo>
                </a:path>
              </a:pathLst>
            </a:custGeom>
            <a:noFill/>
            <a:ln w="9525" cap="flat">
              <a:solidFill>
                <a:srgbClr val="FEF2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852" name="Freeform 206">
              <a:extLst>
                <a:ext uri="{FF2B5EF4-FFF2-40B4-BE49-F238E27FC236}">
                  <a16:creationId xmlns:a16="http://schemas.microsoft.com/office/drawing/2014/main" id="{AC2F699B-E169-40D9-970E-B9DE293E97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6" y="1966"/>
              <a:ext cx="19" cy="19"/>
            </a:xfrm>
            <a:custGeom>
              <a:avLst/>
              <a:gdLst>
                <a:gd name="T0" fmla="*/ 14 w 14"/>
                <a:gd name="T1" fmla="*/ 35 h 14"/>
                <a:gd name="T2" fmla="*/ 7 w 14"/>
                <a:gd name="T3" fmla="*/ 0 h 14"/>
                <a:gd name="T4" fmla="*/ 35 w 14"/>
                <a:gd name="T5" fmla="*/ 26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4">
                  <a:moveTo>
                    <a:pt x="5" y="14"/>
                  </a:moveTo>
                  <a:cubicBezTo>
                    <a:pt x="2" y="10"/>
                    <a:pt x="0" y="5"/>
                    <a:pt x="3" y="0"/>
                  </a:cubicBezTo>
                  <a:cubicBezTo>
                    <a:pt x="7" y="3"/>
                    <a:pt x="10" y="7"/>
                    <a:pt x="14" y="10"/>
                  </a:cubicBezTo>
                </a:path>
              </a:pathLst>
            </a:custGeom>
            <a:noFill/>
            <a:ln w="9525" cap="flat">
              <a:solidFill>
                <a:srgbClr val="FEF2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853" name="Freeform 207">
              <a:extLst>
                <a:ext uri="{FF2B5EF4-FFF2-40B4-BE49-F238E27FC236}">
                  <a16:creationId xmlns:a16="http://schemas.microsoft.com/office/drawing/2014/main" id="{E72366F6-B6BC-4640-8173-E0DE09E79E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9" y="1805"/>
              <a:ext cx="55" cy="42"/>
            </a:xfrm>
            <a:custGeom>
              <a:avLst/>
              <a:gdLst>
                <a:gd name="T0" fmla="*/ 0 w 40"/>
                <a:gd name="T1" fmla="*/ 12 h 31"/>
                <a:gd name="T2" fmla="*/ 29 w 40"/>
                <a:gd name="T3" fmla="*/ 0 h 31"/>
                <a:gd name="T4" fmla="*/ 21 w 40"/>
                <a:gd name="T5" fmla="*/ 30 h 31"/>
                <a:gd name="T6" fmla="*/ 55 w 40"/>
                <a:gd name="T7" fmla="*/ 22 h 31"/>
                <a:gd name="T8" fmla="*/ 40 w 40"/>
                <a:gd name="T9" fmla="*/ 61 h 31"/>
                <a:gd name="T10" fmla="*/ 105 w 40"/>
                <a:gd name="T11" fmla="*/ 27 h 3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0" h="31">
                  <a:moveTo>
                    <a:pt x="0" y="5"/>
                  </a:moveTo>
                  <a:cubicBezTo>
                    <a:pt x="3" y="2"/>
                    <a:pt x="7" y="0"/>
                    <a:pt x="11" y="0"/>
                  </a:cubicBezTo>
                  <a:cubicBezTo>
                    <a:pt x="11" y="3"/>
                    <a:pt x="6" y="10"/>
                    <a:pt x="8" y="12"/>
                  </a:cubicBezTo>
                  <a:cubicBezTo>
                    <a:pt x="10" y="16"/>
                    <a:pt x="19" y="10"/>
                    <a:pt x="21" y="9"/>
                  </a:cubicBezTo>
                  <a:cubicBezTo>
                    <a:pt x="20" y="14"/>
                    <a:pt x="16" y="18"/>
                    <a:pt x="15" y="24"/>
                  </a:cubicBezTo>
                  <a:cubicBezTo>
                    <a:pt x="21" y="31"/>
                    <a:pt x="38" y="19"/>
                    <a:pt x="40" y="11"/>
                  </a:cubicBezTo>
                </a:path>
              </a:pathLst>
            </a:custGeom>
            <a:noFill/>
            <a:ln w="9525" cap="flat">
              <a:solidFill>
                <a:srgbClr val="FEF2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854" name="Freeform 208">
              <a:extLst>
                <a:ext uri="{FF2B5EF4-FFF2-40B4-BE49-F238E27FC236}">
                  <a16:creationId xmlns:a16="http://schemas.microsoft.com/office/drawing/2014/main" id="{C548E628-BFB4-4EFE-9BD4-CDF9FADD8B2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3" y="1801"/>
              <a:ext cx="31" cy="25"/>
            </a:xfrm>
            <a:custGeom>
              <a:avLst/>
              <a:gdLst>
                <a:gd name="T0" fmla="*/ 36 w 23"/>
                <a:gd name="T1" fmla="*/ 0 h 18"/>
                <a:gd name="T2" fmla="*/ 20 w 23"/>
                <a:gd name="T3" fmla="*/ 14 h 18"/>
                <a:gd name="T4" fmla="*/ 35 w 23"/>
                <a:gd name="T5" fmla="*/ 43 h 18"/>
                <a:gd name="T6" fmla="*/ 0 w 23"/>
                <a:gd name="T7" fmla="*/ 43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18">
                  <a:moveTo>
                    <a:pt x="15" y="0"/>
                  </a:moveTo>
                  <a:cubicBezTo>
                    <a:pt x="23" y="5"/>
                    <a:pt x="16" y="13"/>
                    <a:pt x="8" y="5"/>
                  </a:cubicBezTo>
                  <a:cubicBezTo>
                    <a:pt x="8" y="9"/>
                    <a:pt x="13" y="11"/>
                    <a:pt x="14" y="16"/>
                  </a:cubicBezTo>
                  <a:cubicBezTo>
                    <a:pt x="10" y="18"/>
                    <a:pt x="4" y="17"/>
                    <a:pt x="0" y="16"/>
                  </a:cubicBezTo>
                </a:path>
              </a:pathLst>
            </a:custGeom>
            <a:noFill/>
            <a:ln w="9525" cap="flat">
              <a:solidFill>
                <a:srgbClr val="FEF2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855" name="Freeform 209">
              <a:extLst>
                <a:ext uri="{FF2B5EF4-FFF2-40B4-BE49-F238E27FC236}">
                  <a16:creationId xmlns:a16="http://schemas.microsoft.com/office/drawing/2014/main" id="{39F5E9E2-73B1-4DEA-ADCB-B9EAF30265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0" y="1660"/>
              <a:ext cx="20" cy="20"/>
            </a:xfrm>
            <a:custGeom>
              <a:avLst/>
              <a:gdLst>
                <a:gd name="T0" fmla="*/ 36 w 15"/>
                <a:gd name="T1" fmla="*/ 16 h 15"/>
                <a:gd name="T2" fmla="*/ 20 w 15"/>
                <a:gd name="T3" fmla="*/ 1 h 15"/>
                <a:gd name="T4" fmla="*/ 33 w 15"/>
                <a:gd name="T5" fmla="*/ 31 h 15"/>
                <a:gd name="T6" fmla="*/ 0 w 15"/>
                <a:gd name="T7" fmla="*/ 21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5">
                  <a:moveTo>
                    <a:pt x="15" y="7"/>
                  </a:moveTo>
                  <a:cubicBezTo>
                    <a:pt x="14" y="3"/>
                    <a:pt x="12" y="0"/>
                    <a:pt x="8" y="1"/>
                  </a:cubicBezTo>
                  <a:cubicBezTo>
                    <a:pt x="7" y="6"/>
                    <a:pt x="12" y="9"/>
                    <a:pt x="14" y="13"/>
                  </a:cubicBezTo>
                  <a:cubicBezTo>
                    <a:pt x="9" y="15"/>
                    <a:pt x="4" y="12"/>
                    <a:pt x="0" y="9"/>
                  </a:cubicBezTo>
                </a:path>
              </a:pathLst>
            </a:custGeom>
            <a:noFill/>
            <a:ln w="9525" cap="flat">
              <a:solidFill>
                <a:srgbClr val="FEF2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856" name="Freeform 210">
              <a:extLst>
                <a:ext uri="{FF2B5EF4-FFF2-40B4-BE49-F238E27FC236}">
                  <a16:creationId xmlns:a16="http://schemas.microsoft.com/office/drawing/2014/main" id="{55BCF2AD-984D-478F-9ACB-B7943C08BD5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4" y="2213"/>
              <a:ext cx="63" cy="63"/>
            </a:xfrm>
            <a:custGeom>
              <a:avLst/>
              <a:gdLst>
                <a:gd name="T0" fmla="*/ 7 w 47"/>
                <a:gd name="T1" fmla="*/ 15 h 47"/>
                <a:gd name="T2" fmla="*/ 0 w 47"/>
                <a:gd name="T3" fmla="*/ 21 h 47"/>
                <a:gd name="T4" fmla="*/ 23 w 47"/>
                <a:gd name="T5" fmla="*/ 0 h 47"/>
                <a:gd name="T6" fmla="*/ 20 w 47"/>
                <a:gd name="T7" fmla="*/ 34 h 47"/>
                <a:gd name="T8" fmla="*/ 51 w 47"/>
                <a:gd name="T9" fmla="*/ 27 h 47"/>
                <a:gd name="T10" fmla="*/ 43 w 47"/>
                <a:gd name="T11" fmla="*/ 58 h 47"/>
                <a:gd name="T12" fmla="*/ 79 w 47"/>
                <a:gd name="T13" fmla="*/ 48 h 47"/>
                <a:gd name="T14" fmla="*/ 78 w 47"/>
                <a:gd name="T15" fmla="*/ 75 h 47"/>
                <a:gd name="T16" fmla="*/ 106 w 47"/>
                <a:gd name="T17" fmla="*/ 64 h 47"/>
                <a:gd name="T18" fmla="*/ 105 w 47"/>
                <a:gd name="T19" fmla="*/ 113 h 4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7" h="47">
                  <a:moveTo>
                    <a:pt x="3" y="6"/>
                  </a:moveTo>
                  <a:cubicBezTo>
                    <a:pt x="2" y="7"/>
                    <a:pt x="1" y="8"/>
                    <a:pt x="0" y="9"/>
                  </a:cubicBezTo>
                  <a:cubicBezTo>
                    <a:pt x="1" y="6"/>
                    <a:pt x="7" y="0"/>
                    <a:pt x="10" y="0"/>
                  </a:cubicBezTo>
                  <a:cubicBezTo>
                    <a:pt x="9" y="5"/>
                    <a:pt x="6" y="10"/>
                    <a:pt x="8" y="14"/>
                  </a:cubicBezTo>
                  <a:cubicBezTo>
                    <a:pt x="13" y="14"/>
                    <a:pt x="16" y="11"/>
                    <a:pt x="21" y="11"/>
                  </a:cubicBezTo>
                  <a:cubicBezTo>
                    <a:pt x="23" y="16"/>
                    <a:pt x="17" y="19"/>
                    <a:pt x="18" y="24"/>
                  </a:cubicBezTo>
                  <a:cubicBezTo>
                    <a:pt x="24" y="25"/>
                    <a:pt x="28" y="20"/>
                    <a:pt x="33" y="20"/>
                  </a:cubicBezTo>
                  <a:cubicBezTo>
                    <a:pt x="34" y="23"/>
                    <a:pt x="33" y="27"/>
                    <a:pt x="32" y="31"/>
                  </a:cubicBezTo>
                  <a:cubicBezTo>
                    <a:pt x="37" y="32"/>
                    <a:pt x="40" y="28"/>
                    <a:pt x="44" y="27"/>
                  </a:cubicBezTo>
                  <a:cubicBezTo>
                    <a:pt x="47" y="33"/>
                    <a:pt x="43" y="40"/>
                    <a:pt x="43" y="47"/>
                  </a:cubicBezTo>
                </a:path>
              </a:pathLst>
            </a:custGeom>
            <a:noFill/>
            <a:ln w="9525" cap="flat">
              <a:solidFill>
                <a:srgbClr val="FEF2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857" name="Freeform 211">
              <a:extLst>
                <a:ext uri="{FF2B5EF4-FFF2-40B4-BE49-F238E27FC236}">
                  <a16:creationId xmlns:a16="http://schemas.microsoft.com/office/drawing/2014/main" id="{0F555E4A-9D1A-4FA1-ACC7-1F820AFD59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1" y="2202"/>
              <a:ext cx="41" cy="54"/>
            </a:xfrm>
            <a:custGeom>
              <a:avLst/>
              <a:gdLst>
                <a:gd name="T0" fmla="*/ 77 w 30"/>
                <a:gd name="T1" fmla="*/ 32 h 40"/>
                <a:gd name="T2" fmla="*/ 51 w 30"/>
                <a:gd name="T3" fmla="*/ 32 h 40"/>
                <a:gd name="T4" fmla="*/ 56 w 30"/>
                <a:gd name="T5" fmla="*/ 62 h 40"/>
                <a:gd name="T6" fmla="*/ 15 w 30"/>
                <a:gd name="T7" fmla="*/ 32 h 40"/>
                <a:gd name="T8" fmla="*/ 29 w 30"/>
                <a:gd name="T9" fmla="*/ 74 h 40"/>
                <a:gd name="T10" fmla="*/ 0 w 30"/>
                <a:gd name="T11" fmla="*/ 51 h 40"/>
                <a:gd name="T12" fmla="*/ 21 w 30"/>
                <a:gd name="T13" fmla="*/ 99 h 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" h="40">
                  <a:moveTo>
                    <a:pt x="30" y="13"/>
                  </a:moveTo>
                  <a:cubicBezTo>
                    <a:pt x="25" y="8"/>
                    <a:pt x="17" y="0"/>
                    <a:pt x="20" y="13"/>
                  </a:cubicBezTo>
                  <a:cubicBezTo>
                    <a:pt x="21" y="16"/>
                    <a:pt x="29" y="24"/>
                    <a:pt x="22" y="25"/>
                  </a:cubicBezTo>
                  <a:cubicBezTo>
                    <a:pt x="17" y="26"/>
                    <a:pt x="10" y="16"/>
                    <a:pt x="6" y="13"/>
                  </a:cubicBezTo>
                  <a:cubicBezTo>
                    <a:pt x="5" y="19"/>
                    <a:pt x="10" y="24"/>
                    <a:pt x="11" y="30"/>
                  </a:cubicBezTo>
                  <a:cubicBezTo>
                    <a:pt x="7" y="28"/>
                    <a:pt x="4" y="24"/>
                    <a:pt x="0" y="21"/>
                  </a:cubicBezTo>
                  <a:cubicBezTo>
                    <a:pt x="2" y="27"/>
                    <a:pt x="6" y="33"/>
                    <a:pt x="8" y="40"/>
                  </a:cubicBezTo>
                </a:path>
              </a:pathLst>
            </a:custGeom>
            <a:noFill/>
            <a:ln w="9525" cap="flat">
              <a:solidFill>
                <a:srgbClr val="FEF2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858" name="Freeform 212">
              <a:extLst>
                <a:ext uri="{FF2B5EF4-FFF2-40B4-BE49-F238E27FC236}">
                  <a16:creationId xmlns:a16="http://schemas.microsoft.com/office/drawing/2014/main" id="{AEC231A2-6FD8-49DC-8EF7-E9EEB200539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0" y="2244"/>
              <a:ext cx="47" cy="56"/>
            </a:xfrm>
            <a:custGeom>
              <a:avLst/>
              <a:gdLst>
                <a:gd name="T0" fmla="*/ 9 w 35"/>
                <a:gd name="T1" fmla="*/ 100 h 42"/>
                <a:gd name="T2" fmla="*/ 7 w 35"/>
                <a:gd name="T3" fmla="*/ 76 h 42"/>
                <a:gd name="T4" fmla="*/ 28 w 35"/>
                <a:gd name="T5" fmla="*/ 95 h 42"/>
                <a:gd name="T6" fmla="*/ 28 w 35"/>
                <a:gd name="T7" fmla="*/ 55 h 42"/>
                <a:gd name="T8" fmla="*/ 70 w 35"/>
                <a:gd name="T9" fmla="*/ 65 h 42"/>
                <a:gd name="T10" fmla="*/ 75 w 35"/>
                <a:gd name="T11" fmla="*/ 0 h 4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5" h="42">
                  <a:moveTo>
                    <a:pt x="4" y="42"/>
                  </a:moveTo>
                  <a:cubicBezTo>
                    <a:pt x="0" y="40"/>
                    <a:pt x="0" y="35"/>
                    <a:pt x="3" y="32"/>
                  </a:cubicBezTo>
                  <a:cubicBezTo>
                    <a:pt x="6" y="34"/>
                    <a:pt x="8" y="39"/>
                    <a:pt x="12" y="40"/>
                  </a:cubicBezTo>
                  <a:cubicBezTo>
                    <a:pt x="13" y="35"/>
                    <a:pt x="11" y="29"/>
                    <a:pt x="12" y="23"/>
                  </a:cubicBezTo>
                  <a:cubicBezTo>
                    <a:pt x="18" y="25"/>
                    <a:pt x="22" y="35"/>
                    <a:pt x="29" y="28"/>
                  </a:cubicBezTo>
                  <a:cubicBezTo>
                    <a:pt x="35" y="23"/>
                    <a:pt x="31" y="8"/>
                    <a:pt x="31" y="0"/>
                  </a:cubicBezTo>
                </a:path>
              </a:pathLst>
            </a:custGeom>
            <a:noFill/>
            <a:ln w="9525" cap="flat">
              <a:solidFill>
                <a:srgbClr val="FEF2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859" name="Freeform 213">
              <a:extLst>
                <a:ext uri="{FF2B5EF4-FFF2-40B4-BE49-F238E27FC236}">
                  <a16:creationId xmlns:a16="http://schemas.microsoft.com/office/drawing/2014/main" id="{3DF9E6FE-97F0-429C-96C7-69F3B7D076B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7" y="2234"/>
              <a:ext cx="18" cy="26"/>
            </a:xfrm>
            <a:custGeom>
              <a:avLst/>
              <a:gdLst>
                <a:gd name="T0" fmla="*/ 26 w 13"/>
                <a:gd name="T1" fmla="*/ 36 h 19"/>
                <a:gd name="T2" fmla="*/ 24 w 13"/>
                <a:gd name="T3" fmla="*/ 7 h 19"/>
                <a:gd name="T4" fmla="*/ 14 w 13"/>
                <a:gd name="T5" fmla="*/ 49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9">
                  <a:moveTo>
                    <a:pt x="10" y="14"/>
                  </a:moveTo>
                  <a:cubicBezTo>
                    <a:pt x="12" y="11"/>
                    <a:pt x="13" y="5"/>
                    <a:pt x="9" y="3"/>
                  </a:cubicBezTo>
                  <a:cubicBezTo>
                    <a:pt x="0" y="0"/>
                    <a:pt x="3" y="16"/>
                    <a:pt x="5" y="19"/>
                  </a:cubicBezTo>
                </a:path>
              </a:pathLst>
            </a:custGeom>
            <a:noFill/>
            <a:ln w="9525" cap="flat">
              <a:solidFill>
                <a:srgbClr val="FEF2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860" name="Freeform 214">
              <a:extLst>
                <a:ext uri="{FF2B5EF4-FFF2-40B4-BE49-F238E27FC236}">
                  <a16:creationId xmlns:a16="http://schemas.microsoft.com/office/drawing/2014/main" id="{8B0F5DE6-F747-4C43-9EE3-35884C8B4B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5" y="2283"/>
              <a:ext cx="31" cy="16"/>
            </a:xfrm>
            <a:custGeom>
              <a:avLst/>
              <a:gdLst>
                <a:gd name="T0" fmla="*/ 57 w 23"/>
                <a:gd name="T1" fmla="*/ 16 h 12"/>
                <a:gd name="T2" fmla="*/ 40 w 23"/>
                <a:gd name="T3" fmla="*/ 20 h 12"/>
                <a:gd name="T4" fmla="*/ 32 w 23"/>
                <a:gd name="T5" fmla="*/ 7 h 12"/>
                <a:gd name="T6" fmla="*/ 16 w 23"/>
                <a:gd name="T7" fmla="*/ 28 h 12"/>
                <a:gd name="T8" fmla="*/ 9 w 23"/>
                <a:gd name="T9" fmla="*/ 15 h 12"/>
                <a:gd name="T10" fmla="*/ 0 w 23"/>
                <a:gd name="T11" fmla="*/ 27 h 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" h="12">
                  <a:moveTo>
                    <a:pt x="23" y="7"/>
                  </a:moveTo>
                  <a:cubicBezTo>
                    <a:pt x="23" y="2"/>
                    <a:pt x="14" y="0"/>
                    <a:pt x="16" y="8"/>
                  </a:cubicBezTo>
                  <a:cubicBezTo>
                    <a:pt x="16" y="5"/>
                    <a:pt x="15" y="4"/>
                    <a:pt x="13" y="3"/>
                  </a:cubicBezTo>
                  <a:cubicBezTo>
                    <a:pt x="10" y="5"/>
                    <a:pt x="8" y="8"/>
                    <a:pt x="7" y="12"/>
                  </a:cubicBezTo>
                  <a:cubicBezTo>
                    <a:pt x="7" y="9"/>
                    <a:pt x="6" y="7"/>
                    <a:pt x="4" y="6"/>
                  </a:cubicBezTo>
                  <a:cubicBezTo>
                    <a:pt x="3" y="7"/>
                    <a:pt x="1" y="9"/>
                    <a:pt x="0" y="11"/>
                  </a:cubicBezTo>
                </a:path>
              </a:pathLst>
            </a:custGeom>
            <a:noFill/>
            <a:ln w="9525" cap="flat">
              <a:solidFill>
                <a:srgbClr val="FEF2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861" name="Freeform 215">
              <a:extLst>
                <a:ext uri="{FF2B5EF4-FFF2-40B4-BE49-F238E27FC236}">
                  <a16:creationId xmlns:a16="http://schemas.microsoft.com/office/drawing/2014/main" id="{E608B9A7-268D-42B6-8353-73F5B1A1EE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4" y="2294"/>
              <a:ext cx="44" cy="27"/>
            </a:xfrm>
            <a:custGeom>
              <a:avLst/>
              <a:gdLst>
                <a:gd name="T0" fmla="*/ 0 w 32"/>
                <a:gd name="T1" fmla="*/ 20 h 20"/>
                <a:gd name="T2" fmla="*/ 21 w 32"/>
                <a:gd name="T3" fmla="*/ 7 h 20"/>
                <a:gd name="T4" fmla="*/ 47 w 32"/>
                <a:gd name="T5" fmla="*/ 26 h 20"/>
                <a:gd name="T6" fmla="*/ 84 w 32"/>
                <a:gd name="T7" fmla="*/ 30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20">
                  <a:moveTo>
                    <a:pt x="0" y="8"/>
                  </a:moveTo>
                  <a:cubicBezTo>
                    <a:pt x="3" y="6"/>
                    <a:pt x="4" y="3"/>
                    <a:pt x="8" y="3"/>
                  </a:cubicBezTo>
                  <a:cubicBezTo>
                    <a:pt x="11" y="10"/>
                    <a:pt x="9" y="20"/>
                    <a:pt x="18" y="10"/>
                  </a:cubicBezTo>
                  <a:cubicBezTo>
                    <a:pt x="27" y="0"/>
                    <a:pt x="26" y="1"/>
                    <a:pt x="32" y="12"/>
                  </a:cubicBezTo>
                </a:path>
              </a:pathLst>
            </a:custGeom>
            <a:noFill/>
            <a:ln w="9525" cap="flat">
              <a:solidFill>
                <a:srgbClr val="FEF2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862" name="Freeform 216">
              <a:extLst>
                <a:ext uri="{FF2B5EF4-FFF2-40B4-BE49-F238E27FC236}">
                  <a16:creationId xmlns:a16="http://schemas.microsoft.com/office/drawing/2014/main" id="{158F70CF-3867-46DB-B56A-FF9CB0B0B1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2" y="2369"/>
              <a:ext cx="38" cy="32"/>
            </a:xfrm>
            <a:custGeom>
              <a:avLst/>
              <a:gdLst>
                <a:gd name="T0" fmla="*/ 33 w 28"/>
                <a:gd name="T1" fmla="*/ 0 h 24"/>
                <a:gd name="T2" fmla="*/ 19 w 28"/>
                <a:gd name="T3" fmla="*/ 21 h 24"/>
                <a:gd name="T4" fmla="*/ 30 w 28"/>
                <a:gd name="T5" fmla="*/ 52 h 24"/>
                <a:gd name="T6" fmla="*/ 0 w 28"/>
                <a:gd name="T7" fmla="*/ 37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24">
                  <a:moveTo>
                    <a:pt x="13" y="0"/>
                  </a:moveTo>
                  <a:cubicBezTo>
                    <a:pt x="28" y="4"/>
                    <a:pt x="16" y="23"/>
                    <a:pt x="7" y="9"/>
                  </a:cubicBezTo>
                  <a:cubicBezTo>
                    <a:pt x="9" y="13"/>
                    <a:pt x="12" y="18"/>
                    <a:pt x="12" y="22"/>
                  </a:cubicBezTo>
                  <a:cubicBezTo>
                    <a:pt x="7" y="24"/>
                    <a:pt x="1" y="21"/>
                    <a:pt x="0" y="16"/>
                  </a:cubicBezTo>
                </a:path>
              </a:pathLst>
            </a:custGeom>
            <a:noFill/>
            <a:ln w="9525" cap="flat">
              <a:solidFill>
                <a:srgbClr val="FEF2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863" name="Freeform 217">
              <a:extLst>
                <a:ext uri="{FF2B5EF4-FFF2-40B4-BE49-F238E27FC236}">
                  <a16:creationId xmlns:a16="http://schemas.microsoft.com/office/drawing/2014/main" id="{92EB017E-67FF-4346-991B-06D2F7A1F4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2" y="2260"/>
              <a:ext cx="53" cy="30"/>
            </a:xfrm>
            <a:custGeom>
              <a:avLst/>
              <a:gdLst>
                <a:gd name="T0" fmla="*/ 0 w 39"/>
                <a:gd name="T1" fmla="*/ 20 h 22"/>
                <a:gd name="T2" fmla="*/ 20 w 39"/>
                <a:gd name="T3" fmla="*/ 1 h 22"/>
                <a:gd name="T4" fmla="*/ 26 w 39"/>
                <a:gd name="T5" fmla="*/ 26 h 22"/>
                <a:gd name="T6" fmla="*/ 50 w 39"/>
                <a:gd name="T7" fmla="*/ 14 h 22"/>
                <a:gd name="T8" fmla="*/ 53 w 39"/>
                <a:gd name="T9" fmla="*/ 35 h 22"/>
                <a:gd name="T10" fmla="*/ 86 w 39"/>
                <a:gd name="T11" fmla="*/ 26 h 22"/>
                <a:gd name="T12" fmla="*/ 91 w 39"/>
                <a:gd name="T13" fmla="*/ 56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9" h="22">
                  <a:moveTo>
                    <a:pt x="0" y="8"/>
                  </a:moveTo>
                  <a:cubicBezTo>
                    <a:pt x="0" y="5"/>
                    <a:pt x="5" y="0"/>
                    <a:pt x="8" y="1"/>
                  </a:cubicBezTo>
                  <a:cubicBezTo>
                    <a:pt x="11" y="3"/>
                    <a:pt x="9" y="8"/>
                    <a:pt x="10" y="10"/>
                  </a:cubicBezTo>
                  <a:cubicBezTo>
                    <a:pt x="13" y="10"/>
                    <a:pt x="16" y="7"/>
                    <a:pt x="20" y="5"/>
                  </a:cubicBezTo>
                  <a:cubicBezTo>
                    <a:pt x="21" y="8"/>
                    <a:pt x="21" y="11"/>
                    <a:pt x="21" y="14"/>
                  </a:cubicBezTo>
                  <a:cubicBezTo>
                    <a:pt x="25" y="12"/>
                    <a:pt x="29" y="7"/>
                    <a:pt x="34" y="10"/>
                  </a:cubicBezTo>
                  <a:cubicBezTo>
                    <a:pt x="38" y="12"/>
                    <a:pt x="39" y="19"/>
                    <a:pt x="36" y="22"/>
                  </a:cubicBezTo>
                </a:path>
              </a:pathLst>
            </a:custGeom>
            <a:noFill/>
            <a:ln w="9525" cap="flat">
              <a:solidFill>
                <a:srgbClr val="FEF2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864" name="Freeform 218">
              <a:extLst>
                <a:ext uri="{FF2B5EF4-FFF2-40B4-BE49-F238E27FC236}">
                  <a16:creationId xmlns:a16="http://schemas.microsoft.com/office/drawing/2014/main" id="{93321171-B527-49F3-A47B-0EB22FAAF6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0" y="2195"/>
              <a:ext cx="4" cy="6"/>
            </a:xfrm>
            <a:custGeom>
              <a:avLst/>
              <a:gdLst>
                <a:gd name="T0" fmla="*/ 7 w 3"/>
                <a:gd name="T1" fmla="*/ 14 h 4"/>
                <a:gd name="T2" fmla="*/ 0 w 3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4">
                  <a:moveTo>
                    <a:pt x="3" y="4"/>
                  </a:moveTo>
                  <a:cubicBezTo>
                    <a:pt x="2" y="3"/>
                    <a:pt x="0" y="1"/>
                    <a:pt x="0" y="0"/>
                  </a:cubicBezTo>
                </a:path>
              </a:pathLst>
            </a:custGeom>
            <a:noFill/>
            <a:ln w="9525" cap="flat">
              <a:solidFill>
                <a:srgbClr val="FEF2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865" name="Freeform 219">
              <a:extLst>
                <a:ext uri="{FF2B5EF4-FFF2-40B4-BE49-F238E27FC236}">
                  <a16:creationId xmlns:a16="http://schemas.microsoft.com/office/drawing/2014/main" id="{539E0C96-A7DF-480A-B1B6-7838DDC0F2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8" y="2198"/>
              <a:ext cx="5" cy="1"/>
            </a:xfrm>
            <a:custGeom>
              <a:avLst/>
              <a:gdLst>
                <a:gd name="T0" fmla="*/ 0 w 4"/>
                <a:gd name="T1" fmla="*/ 1 h 1"/>
                <a:gd name="T2" fmla="*/ 8 w 4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0" y="1"/>
                  </a:moveTo>
                  <a:cubicBezTo>
                    <a:pt x="1" y="0"/>
                    <a:pt x="2" y="0"/>
                    <a:pt x="4" y="0"/>
                  </a:cubicBezTo>
                </a:path>
              </a:pathLst>
            </a:custGeom>
            <a:noFill/>
            <a:ln w="9525" cap="flat">
              <a:solidFill>
                <a:srgbClr val="FEF2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866" name="Freeform 220">
              <a:extLst>
                <a:ext uri="{FF2B5EF4-FFF2-40B4-BE49-F238E27FC236}">
                  <a16:creationId xmlns:a16="http://schemas.microsoft.com/office/drawing/2014/main" id="{D64C4007-6330-4BF3-9C89-44EE5A159F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6" y="2966"/>
              <a:ext cx="30" cy="31"/>
            </a:xfrm>
            <a:custGeom>
              <a:avLst/>
              <a:gdLst>
                <a:gd name="T0" fmla="*/ 0 w 22"/>
                <a:gd name="T1" fmla="*/ 20 h 23"/>
                <a:gd name="T2" fmla="*/ 20 w 22"/>
                <a:gd name="T3" fmla="*/ 0 h 23"/>
                <a:gd name="T4" fmla="*/ 14 w 22"/>
                <a:gd name="T5" fmla="*/ 54 h 23"/>
                <a:gd name="T6" fmla="*/ 56 w 22"/>
                <a:gd name="T7" fmla="*/ 24 h 23"/>
                <a:gd name="T8" fmla="*/ 50 w 22"/>
                <a:gd name="T9" fmla="*/ 51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3">
                  <a:moveTo>
                    <a:pt x="0" y="8"/>
                  </a:moveTo>
                  <a:cubicBezTo>
                    <a:pt x="1" y="4"/>
                    <a:pt x="4" y="1"/>
                    <a:pt x="8" y="0"/>
                  </a:cubicBezTo>
                  <a:cubicBezTo>
                    <a:pt x="13" y="5"/>
                    <a:pt x="6" y="16"/>
                    <a:pt x="5" y="22"/>
                  </a:cubicBezTo>
                  <a:cubicBezTo>
                    <a:pt x="11" y="23"/>
                    <a:pt x="15" y="12"/>
                    <a:pt x="22" y="10"/>
                  </a:cubicBezTo>
                  <a:cubicBezTo>
                    <a:pt x="21" y="14"/>
                    <a:pt x="20" y="17"/>
                    <a:pt x="20" y="21"/>
                  </a:cubicBezTo>
                </a:path>
              </a:pathLst>
            </a:custGeom>
            <a:noFill/>
            <a:ln w="9525" cap="flat">
              <a:solidFill>
                <a:srgbClr val="FEF2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867" name="Freeform 221">
              <a:extLst>
                <a:ext uri="{FF2B5EF4-FFF2-40B4-BE49-F238E27FC236}">
                  <a16:creationId xmlns:a16="http://schemas.microsoft.com/office/drawing/2014/main" id="{11176A80-EEEC-4530-A775-FBB9BCF9643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2" y="2987"/>
              <a:ext cx="27" cy="24"/>
            </a:xfrm>
            <a:custGeom>
              <a:avLst/>
              <a:gdLst>
                <a:gd name="T0" fmla="*/ 41 w 20"/>
                <a:gd name="T1" fmla="*/ 37 h 18"/>
                <a:gd name="T2" fmla="*/ 20 w 20"/>
                <a:gd name="T3" fmla="*/ 43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18">
                  <a:moveTo>
                    <a:pt x="16" y="16"/>
                  </a:moveTo>
                  <a:cubicBezTo>
                    <a:pt x="20" y="0"/>
                    <a:pt x="0" y="5"/>
                    <a:pt x="8" y="18"/>
                  </a:cubicBezTo>
                </a:path>
              </a:pathLst>
            </a:custGeom>
            <a:noFill/>
            <a:ln w="9525" cap="flat">
              <a:solidFill>
                <a:srgbClr val="FEF2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868" name="Freeform 222">
              <a:extLst>
                <a:ext uri="{FF2B5EF4-FFF2-40B4-BE49-F238E27FC236}">
                  <a16:creationId xmlns:a16="http://schemas.microsoft.com/office/drawing/2014/main" id="{CB4D147C-B099-47F0-81DB-1685847E2C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5" y="2972"/>
              <a:ext cx="36" cy="40"/>
            </a:xfrm>
            <a:custGeom>
              <a:avLst/>
              <a:gdLst>
                <a:gd name="T0" fmla="*/ 1 w 27"/>
                <a:gd name="T1" fmla="*/ 71 h 30"/>
                <a:gd name="T2" fmla="*/ 15 w 27"/>
                <a:gd name="T3" fmla="*/ 31 h 30"/>
                <a:gd name="T4" fmla="*/ 37 w 27"/>
                <a:gd name="T5" fmla="*/ 71 h 30"/>
                <a:gd name="T6" fmla="*/ 64 w 27"/>
                <a:gd name="T7" fmla="*/ 0 h 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30">
                  <a:moveTo>
                    <a:pt x="1" y="30"/>
                  </a:moveTo>
                  <a:cubicBezTo>
                    <a:pt x="2" y="26"/>
                    <a:pt x="0" y="14"/>
                    <a:pt x="6" y="13"/>
                  </a:cubicBezTo>
                  <a:cubicBezTo>
                    <a:pt x="13" y="11"/>
                    <a:pt x="13" y="26"/>
                    <a:pt x="16" y="30"/>
                  </a:cubicBezTo>
                  <a:cubicBezTo>
                    <a:pt x="27" y="26"/>
                    <a:pt x="23" y="8"/>
                    <a:pt x="27" y="0"/>
                  </a:cubicBezTo>
                </a:path>
              </a:pathLst>
            </a:custGeom>
            <a:noFill/>
            <a:ln w="9525" cap="flat">
              <a:solidFill>
                <a:srgbClr val="FEF2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869" name="Freeform 223">
              <a:extLst>
                <a:ext uri="{FF2B5EF4-FFF2-40B4-BE49-F238E27FC236}">
                  <a16:creationId xmlns:a16="http://schemas.microsoft.com/office/drawing/2014/main" id="{9EC7B261-C8E2-40B9-894D-88E2A14AE9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2" y="2965"/>
              <a:ext cx="16" cy="15"/>
            </a:xfrm>
            <a:custGeom>
              <a:avLst/>
              <a:gdLst>
                <a:gd name="T0" fmla="*/ 28 w 12"/>
                <a:gd name="T1" fmla="*/ 20 h 11"/>
                <a:gd name="T2" fmla="*/ 7 w 12"/>
                <a:gd name="T3" fmla="*/ 0 h 11"/>
                <a:gd name="T4" fmla="*/ 7 w 12"/>
                <a:gd name="T5" fmla="*/ 27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1">
                  <a:moveTo>
                    <a:pt x="12" y="8"/>
                  </a:moveTo>
                  <a:cubicBezTo>
                    <a:pt x="10" y="4"/>
                    <a:pt x="7" y="0"/>
                    <a:pt x="3" y="0"/>
                  </a:cubicBezTo>
                  <a:cubicBezTo>
                    <a:pt x="0" y="3"/>
                    <a:pt x="2" y="8"/>
                    <a:pt x="3" y="11"/>
                  </a:cubicBezTo>
                </a:path>
              </a:pathLst>
            </a:custGeom>
            <a:noFill/>
            <a:ln w="9525" cap="flat">
              <a:solidFill>
                <a:srgbClr val="FEF2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870" name="Freeform 224">
              <a:extLst>
                <a:ext uri="{FF2B5EF4-FFF2-40B4-BE49-F238E27FC236}">
                  <a16:creationId xmlns:a16="http://schemas.microsoft.com/office/drawing/2014/main" id="{9FFA57FC-983B-4702-914F-7920DACF88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8" y="1765"/>
              <a:ext cx="20" cy="15"/>
            </a:xfrm>
            <a:custGeom>
              <a:avLst/>
              <a:gdLst>
                <a:gd name="T0" fmla="*/ 1 w 15"/>
                <a:gd name="T1" fmla="*/ 22 h 11"/>
                <a:gd name="T2" fmla="*/ 12 w 15"/>
                <a:gd name="T3" fmla="*/ 0 h 11"/>
                <a:gd name="T4" fmla="*/ 12 w 15"/>
                <a:gd name="T5" fmla="*/ 27 h 11"/>
                <a:gd name="T6" fmla="*/ 36 w 15"/>
                <a:gd name="T7" fmla="*/ 14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1">
                  <a:moveTo>
                    <a:pt x="1" y="9"/>
                  </a:moveTo>
                  <a:cubicBezTo>
                    <a:pt x="0" y="5"/>
                    <a:pt x="0" y="0"/>
                    <a:pt x="5" y="0"/>
                  </a:cubicBezTo>
                  <a:cubicBezTo>
                    <a:pt x="7" y="4"/>
                    <a:pt x="5" y="7"/>
                    <a:pt x="5" y="11"/>
                  </a:cubicBezTo>
                  <a:cubicBezTo>
                    <a:pt x="9" y="10"/>
                    <a:pt x="12" y="7"/>
                    <a:pt x="15" y="5"/>
                  </a:cubicBezTo>
                </a:path>
              </a:pathLst>
            </a:custGeom>
            <a:noFill/>
            <a:ln w="9525" cap="flat">
              <a:solidFill>
                <a:srgbClr val="FEE2D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871" name="Freeform 225">
              <a:extLst>
                <a:ext uri="{FF2B5EF4-FFF2-40B4-BE49-F238E27FC236}">
                  <a16:creationId xmlns:a16="http://schemas.microsoft.com/office/drawing/2014/main" id="{D9F959C6-9A0C-4F26-AE2D-6F4B8C2D42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5" y="1777"/>
              <a:ext cx="19" cy="16"/>
            </a:xfrm>
            <a:custGeom>
              <a:avLst/>
              <a:gdLst>
                <a:gd name="T0" fmla="*/ 22 w 14"/>
                <a:gd name="T1" fmla="*/ 1 h 12"/>
                <a:gd name="T2" fmla="*/ 5 w 14"/>
                <a:gd name="T3" fmla="*/ 7 h 12"/>
                <a:gd name="T4" fmla="*/ 19 w 14"/>
                <a:gd name="T5" fmla="*/ 16 h 12"/>
                <a:gd name="T6" fmla="*/ 30 w 14"/>
                <a:gd name="T7" fmla="*/ 12 h 12"/>
                <a:gd name="T8" fmla="*/ 33 w 14"/>
                <a:gd name="T9" fmla="*/ 28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2">
                  <a:moveTo>
                    <a:pt x="9" y="1"/>
                  </a:moveTo>
                  <a:cubicBezTo>
                    <a:pt x="7" y="0"/>
                    <a:pt x="3" y="1"/>
                    <a:pt x="2" y="3"/>
                  </a:cubicBezTo>
                  <a:cubicBezTo>
                    <a:pt x="0" y="6"/>
                    <a:pt x="4" y="8"/>
                    <a:pt x="7" y="7"/>
                  </a:cubicBezTo>
                  <a:cubicBezTo>
                    <a:pt x="9" y="6"/>
                    <a:pt x="9" y="2"/>
                    <a:pt x="12" y="5"/>
                  </a:cubicBezTo>
                  <a:cubicBezTo>
                    <a:pt x="14" y="7"/>
                    <a:pt x="12" y="10"/>
                    <a:pt x="13" y="12"/>
                  </a:cubicBezTo>
                </a:path>
              </a:pathLst>
            </a:custGeom>
            <a:noFill/>
            <a:ln w="9525" cap="flat">
              <a:solidFill>
                <a:srgbClr val="FEE2D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872" name="Freeform 226">
              <a:extLst>
                <a:ext uri="{FF2B5EF4-FFF2-40B4-BE49-F238E27FC236}">
                  <a16:creationId xmlns:a16="http://schemas.microsoft.com/office/drawing/2014/main" id="{4D14FA42-CE01-4285-86F8-8341A81D6D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2" y="1761"/>
              <a:ext cx="20" cy="20"/>
            </a:xfrm>
            <a:custGeom>
              <a:avLst/>
              <a:gdLst>
                <a:gd name="T0" fmla="*/ 5 w 15"/>
                <a:gd name="T1" fmla="*/ 23 h 15"/>
                <a:gd name="T2" fmla="*/ 5 w 15"/>
                <a:gd name="T3" fmla="*/ 7 h 15"/>
                <a:gd name="T4" fmla="*/ 15 w 15"/>
                <a:gd name="T5" fmla="*/ 20 h 15"/>
                <a:gd name="T6" fmla="*/ 21 w 15"/>
                <a:gd name="T7" fmla="*/ 28 h 15"/>
                <a:gd name="T8" fmla="*/ 36 w 15"/>
                <a:gd name="T9" fmla="*/ 12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5">
                  <a:moveTo>
                    <a:pt x="2" y="10"/>
                  </a:moveTo>
                  <a:cubicBezTo>
                    <a:pt x="2" y="8"/>
                    <a:pt x="0" y="5"/>
                    <a:pt x="2" y="3"/>
                  </a:cubicBezTo>
                  <a:cubicBezTo>
                    <a:pt x="5" y="0"/>
                    <a:pt x="6" y="6"/>
                    <a:pt x="6" y="8"/>
                  </a:cubicBezTo>
                  <a:cubicBezTo>
                    <a:pt x="6" y="11"/>
                    <a:pt x="6" y="15"/>
                    <a:pt x="9" y="12"/>
                  </a:cubicBezTo>
                  <a:cubicBezTo>
                    <a:pt x="12" y="10"/>
                    <a:pt x="11" y="6"/>
                    <a:pt x="15" y="5"/>
                  </a:cubicBezTo>
                </a:path>
              </a:pathLst>
            </a:custGeom>
            <a:noFill/>
            <a:ln w="9525" cap="flat">
              <a:solidFill>
                <a:srgbClr val="FEE2D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873" name="Freeform 227">
              <a:extLst>
                <a:ext uri="{FF2B5EF4-FFF2-40B4-BE49-F238E27FC236}">
                  <a16:creationId xmlns:a16="http://schemas.microsoft.com/office/drawing/2014/main" id="{EB09E123-298C-476B-8DF5-53FC503A6A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0" y="1776"/>
              <a:ext cx="17" cy="16"/>
            </a:xfrm>
            <a:custGeom>
              <a:avLst/>
              <a:gdLst>
                <a:gd name="T0" fmla="*/ 22 w 13"/>
                <a:gd name="T1" fmla="*/ 7 h 12"/>
                <a:gd name="T2" fmla="*/ 7 w 13"/>
                <a:gd name="T3" fmla="*/ 20 h 12"/>
                <a:gd name="T4" fmla="*/ 29 w 13"/>
                <a:gd name="T5" fmla="*/ 12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2">
                  <a:moveTo>
                    <a:pt x="10" y="3"/>
                  </a:moveTo>
                  <a:cubicBezTo>
                    <a:pt x="7" y="0"/>
                    <a:pt x="0" y="3"/>
                    <a:pt x="3" y="8"/>
                  </a:cubicBezTo>
                  <a:cubicBezTo>
                    <a:pt x="5" y="12"/>
                    <a:pt x="11" y="8"/>
                    <a:pt x="13" y="5"/>
                  </a:cubicBezTo>
                </a:path>
              </a:pathLst>
            </a:custGeom>
            <a:noFill/>
            <a:ln w="9525" cap="flat">
              <a:solidFill>
                <a:srgbClr val="FEE2D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874" name="Freeform 228">
              <a:extLst>
                <a:ext uri="{FF2B5EF4-FFF2-40B4-BE49-F238E27FC236}">
                  <a16:creationId xmlns:a16="http://schemas.microsoft.com/office/drawing/2014/main" id="{8AFBC14A-176F-40C1-8751-B1794217334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3" y="1784"/>
              <a:ext cx="4" cy="9"/>
            </a:xfrm>
            <a:custGeom>
              <a:avLst/>
              <a:gdLst>
                <a:gd name="T0" fmla="*/ 0 w 3"/>
                <a:gd name="T1" fmla="*/ 0 h 7"/>
                <a:gd name="T2" fmla="*/ 7 w 3"/>
                <a:gd name="T3" fmla="*/ 15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7">
                  <a:moveTo>
                    <a:pt x="0" y="0"/>
                  </a:moveTo>
                  <a:cubicBezTo>
                    <a:pt x="2" y="2"/>
                    <a:pt x="3" y="5"/>
                    <a:pt x="3" y="7"/>
                  </a:cubicBezTo>
                </a:path>
              </a:pathLst>
            </a:custGeom>
            <a:noFill/>
            <a:ln w="9525" cap="flat">
              <a:solidFill>
                <a:srgbClr val="FEE2D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875" name="Freeform 229">
              <a:extLst>
                <a:ext uri="{FF2B5EF4-FFF2-40B4-BE49-F238E27FC236}">
                  <a16:creationId xmlns:a16="http://schemas.microsoft.com/office/drawing/2014/main" id="{B64A702C-81E9-4A8F-904E-25346A4D3F1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181" y="1743"/>
              <a:ext cx="81" cy="72"/>
            </a:xfrm>
            <a:custGeom>
              <a:avLst/>
              <a:gdLst>
                <a:gd name="T0" fmla="*/ 139 w 60"/>
                <a:gd name="T1" fmla="*/ 33 h 53"/>
                <a:gd name="T2" fmla="*/ 135 w 60"/>
                <a:gd name="T3" fmla="*/ 41 h 53"/>
                <a:gd name="T4" fmla="*/ 119 w 60"/>
                <a:gd name="T5" fmla="*/ 19 h 53"/>
                <a:gd name="T6" fmla="*/ 119 w 60"/>
                <a:gd name="T7" fmla="*/ 20 h 53"/>
                <a:gd name="T8" fmla="*/ 108 w 60"/>
                <a:gd name="T9" fmla="*/ 14 h 53"/>
                <a:gd name="T10" fmla="*/ 111 w 60"/>
                <a:gd name="T11" fmla="*/ 10 h 53"/>
                <a:gd name="T12" fmla="*/ 100 w 60"/>
                <a:gd name="T13" fmla="*/ 10 h 53"/>
                <a:gd name="T14" fmla="*/ 142 w 60"/>
                <a:gd name="T15" fmla="*/ 65 h 53"/>
                <a:gd name="T16" fmla="*/ 147 w 60"/>
                <a:gd name="T17" fmla="*/ 62 h 53"/>
                <a:gd name="T18" fmla="*/ 146 w 60"/>
                <a:gd name="T19" fmla="*/ 53 h 53"/>
                <a:gd name="T20" fmla="*/ 142 w 60"/>
                <a:gd name="T21" fmla="*/ 62 h 53"/>
                <a:gd name="T22" fmla="*/ 57 w 60"/>
                <a:gd name="T23" fmla="*/ 1 h 53"/>
                <a:gd name="T24" fmla="*/ 49 w 60"/>
                <a:gd name="T25" fmla="*/ 10 h 53"/>
                <a:gd name="T26" fmla="*/ 58 w 60"/>
                <a:gd name="T27" fmla="*/ 7 h 53"/>
                <a:gd name="T28" fmla="*/ 126 w 60"/>
                <a:gd name="T29" fmla="*/ 20 h 53"/>
                <a:gd name="T30" fmla="*/ 131 w 60"/>
                <a:gd name="T31" fmla="*/ 22 h 53"/>
                <a:gd name="T32" fmla="*/ 134 w 60"/>
                <a:gd name="T33" fmla="*/ 98 h 53"/>
                <a:gd name="T34" fmla="*/ 142 w 60"/>
                <a:gd name="T35" fmla="*/ 88 h 53"/>
                <a:gd name="T36" fmla="*/ 134 w 60"/>
                <a:gd name="T37" fmla="*/ 98 h 53"/>
                <a:gd name="T38" fmla="*/ 5 w 60"/>
                <a:gd name="T39" fmla="*/ 61 h 53"/>
                <a:gd name="T40" fmla="*/ 0 w 60"/>
                <a:gd name="T41" fmla="*/ 71 h 53"/>
                <a:gd name="T42" fmla="*/ 7 w 60"/>
                <a:gd name="T43" fmla="*/ 77 h 53"/>
                <a:gd name="T44" fmla="*/ 78 w 60"/>
                <a:gd name="T45" fmla="*/ 5 h 53"/>
                <a:gd name="T46" fmla="*/ 69 w 60"/>
                <a:gd name="T47" fmla="*/ 0 h 53"/>
                <a:gd name="T48" fmla="*/ 69 w 60"/>
                <a:gd name="T49" fmla="*/ 5 h 53"/>
                <a:gd name="T50" fmla="*/ 147 w 60"/>
                <a:gd name="T51" fmla="*/ 77 h 53"/>
                <a:gd name="T52" fmla="*/ 146 w 60"/>
                <a:gd name="T53" fmla="*/ 76 h 53"/>
                <a:gd name="T54" fmla="*/ 22 w 60"/>
                <a:gd name="T55" fmla="*/ 113 h 53"/>
                <a:gd name="T56" fmla="*/ 42 w 60"/>
                <a:gd name="T57" fmla="*/ 120 h 53"/>
                <a:gd name="T58" fmla="*/ 22 w 60"/>
                <a:gd name="T59" fmla="*/ 113 h 53"/>
                <a:gd name="T60" fmla="*/ 78 w 60"/>
                <a:gd name="T61" fmla="*/ 128 h 53"/>
                <a:gd name="T62" fmla="*/ 51 w 60"/>
                <a:gd name="T63" fmla="*/ 124 h 53"/>
                <a:gd name="T64" fmla="*/ 78 w 60"/>
                <a:gd name="T65" fmla="*/ 133 h 53"/>
                <a:gd name="T66" fmla="*/ 131 w 60"/>
                <a:gd name="T67" fmla="*/ 107 h 53"/>
                <a:gd name="T68" fmla="*/ 5 w 60"/>
                <a:gd name="T69" fmla="*/ 91 h 53"/>
                <a:gd name="T70" fmla="*/ 20 w 60"/>
                <a:gd name="T71" fmla="*/ 103 h 53"/>
                <a:gd name="T72" fmla="*/ 5 w 60"/>
                <a:gd name="T73" fmla="*/ 91 h 53"/>
                <a:gd name="T74" fmla="*/ 15 w 60"/>
                <a:gd name="T75" fmla="*/ 27 h 53"/>
                <a:gd name="T76" fmla="*/ 16 w 60"/>
                <a:gd name="T77" fmla="*/ 33 h 53"/>
                <a:gd name="T78" fmla="*/ 22 w 60"/>
                <a:gd name="T79" fmla="*/ 26 h 53"/>
                <a:gd name="T80" fmla="*/ 12 w 60"/>
                <a:gd name="T81" fmla="*/ 41 h 53"/>
                <a:gd name="T82" fmla="*/ 7 w 60"/>
                <a:gd name="T83" fmla="*/ 37 h 53"/>
                <a:gd name="T84" fmla="*/ 7 w 60"/>
                <a:gd name="T85" fmla="*/ 50 h 53"/>
                <a:gd name="T86" fmla="*/ 36 w 60"/>
                <a:gd name="T87" fmla="*/ 15 h 53"/>
                <a:gd name="T88" fmla="*/ 41 w 60"/>
                <a:gd name="T89" fmla="*/ 7 h 53"/>
                <a:gd name="T90" fmla="*/ 32 w 60"/>
                <a:gd name="T91" fmla="*/ 20 h 53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60" h="53">
                  <a:moveTo>
                    <a:pt x="56" y="14"/>
                  </a:moveTo>
                  <a:cubicBezTo>
                    <a:pt x="56" y="13"/>
                    <a:pt x="56" y="13"/>
                    <a:pt x="56" y="13"/>
                  </a:cubicBezTo>
                  <a:cubicBezTo>
                    <a:pt x="55" y="13"/>
                    <a:pt x="55" y="13"/>
                    <a:pt x="54" y="13"/>
                  </a:cubicBezTo>
                  <a:cubicBezTo>
                    <a:pt x="54" y="14"/>
                    <a:pt x="55" y="15"/>
                    <a:pt x="55" y="16"/>
                  </a:cubicBezTo>
                  <a:cubicBezTo>
                    <a:pt x="56" y="15"/>
                    <a:pt x="56" y="14"/>
                    <a:pt x="56" y="14"/>
                  </a:cubicBezTo>
                  <a:close/>
                  <a:moveTo>
                    <a:pt x="48" y="7"/>
                  </a:moveTo>
                  <a:cubicBezTo>
                    <a:pt x="47" y="7"/>
                    <a:pt x="47" y="7"/>
                    <a:pt x="47" y="7"/>
                  </a:cubicBezTo>
                  <a:cubicBezTo>
                    <a:pt x="47" y="7"/>
                    <a:pt x="47" y="8"/>
                    <a:pt x="48" y="8"/>
                  </a:cubicBezTo>
                  <a:cubicBezTo>
                    <a:pt x="48" y="7"/>
                    <a:pt x="48" y="7"/>
                    <a:pt x="48" y="7"/>
                  </a:cubicBezTo>
                  <a:close/>
                  <a:moveTo>
                    <a:pt x="44" y="5"/>
                  </a:moveTo>
                  <a:cubicBezTo>
                    <a:pt x="44" y="5"/>
                    <a:pt x="44" y="5"/>
                    <a:pt x="44" y="5"/>
                  </a:cubicBezTo>
                  <a:cubicBezTo>
                    <a:pt x="45" y="4"/>
                    <a:pt x="45" y="4"/>
                    <a:pt x="45" y="4"/>
                  </a:cubicBezTo>
                  <a:cubicBezTo>
                    <a:pt x="44" y="3"/>
                    <a:pt x="42" y="3"/>
                    <a:pt x="41" y="2"/>
                  </a:cubicBezTo>
                  <a:cubicBezTo>
                    <a:pt x="41" y="3"/>
                    <a:pt x="41" y="3"/>
                    <a:pt x="41" y="4"/>
                  </a:cubicBezTo>
                  <a:cubicBezTo>
                    <a:pt x="42" y="5"/>
                    <a:pt x="43" y="5"/>
                    <a:pt x="44" y="5"/>
                  </a:cubicBezTo>
                  <a:close/>
                  <a:moveTo>
                    <a:pt x="58" y="26"/>
                  </a:moveTo>
                  <a:cubicBezTo>
                    <a:pt x="59" y="26"/>
                    <a:pt x="59" y="26"/>
                    <a:pt x="60" y="26"/>
                  </a:cubicBezTo>
                  <a:cubicBezTo>
                    <a:pt x="60" y="25"/>
                    <a:pt x="60" y="25"/>
                    <a:pt x="60" y="25"/>
                  </a:cubicBezTo>
                  <a:cubicBezTo>
                    <a:pt x="60" y="23"/>
                    <a:pt x="60" y="22"/>
                    <a:pt x="59" y="21"/>
                  </a:cubicBezTo>
                  <a:cubicBezTo>
                    <a:pt x="59" y="21"/>
                    <a:pt x="59" y="21"/>
                    <a:pt x="59" y="21"/>
                  </a:cubicBezTo>
                  <a:cubicBezTo>
                    <a:pt x="57" y="21"/>
                    <a:pt x="57" y="21"/>
                    <a:pt x="57" y="21"/>
                  </a:cubicBezTo>
                  <a:cubicBezTo>
                    <a:pt x="58" y="22"/>
                    <a:pt x="58" y="23"/>
                    <a:pt x="58" y="25"/>
                  </a:cubicBezTo>
                  <a:cubicBezTo>
                    <a:pt x="58" y="25"/>
                    <a:pt x="58" y="26"/>
                    <a:pt x="58" y="26"/>
                  </a:cubicBezTo>
                  <a:close/>
                  <a:moveTo>
                    <a:pt x="23" y="1"/>
                  </a:moveTo>
                  <a:cubicBezTo>
                    <a:pt x="22" y="1"/>
                    <a:pt x="21" y="1"/>
                    <a:pt x="21" y="2"/>
                  </a:cubicBezTo>
                  <a:cubicBezTo>
                    <a:pt x="20" y="2"/>
                    <a:pt x="20" y="3"/>
                    <a:pt x="20" y="4"/>
                  </a:cubicBezTo>
                  <a:cubicBezTo>
                    <a:pt x="20" y="4"/>
                    <a:pt x="20" y="4"/>
                    <a:pt x="20" y="4"/>
                  </a:cubicBezTo>
                  <a:cubicBezTo>
                    <a:pt x="21" y="3"/>
                    <a:pt x="23" y="3"/>
                    <a:pt x="24" y="3"/>
                  </a:cubicBezTo>
                  <a:cubicBezTo>
                    <a:pt x="24" y="2"/>
                    <a:pt x="24" y="2"/>
                    <a:pt x="23" y="1"/>
                  </a:cubicBezTo>
                  <a:close/>
                  <a:moveTo>
                    <a:pt x="51" y="8"/>
                  </a:moveTo>
                  <a:cubicBezTo>
                    <a:pt x="51" y="9"/>
                    <a:pt x="51" y="9"/>
                    <a:pt x="51" y="10"/>
                  </a:cubicBezTo>
                  <a:cubicBezTo>
                    <a:pt x="52" y="10"/>
                    <a:pt x="52" y="10"/>
                    <a:pt x="53" y="9"/>
                  </a:cubicBezTo>
                  <a:cubicBezTo>
                    <a:pt x="52" y="9"/>
                    <a:pt x="52" y="9"/>
                    <a:pt x="51" y="8"/>
                  </a:cubicBezTo>
                  <a:close/>
                  <a:moveTo>
                    <a:pt x="54" y="39"/>
                  </a:moveTo>
                  <a:cubicBezTo>
                    <a:pt x="55" y="39"/>
                    <a:pt x="56" y="39"/>
                    <a:pt x="56" y="39"/>
                  </a:cubicBezTo>
                  <a:cubicBezTo>
                    <a:pt x="57" y="38"/>
                    <a:pt x="58" y="37"/>
                    <a:pt x="58" y="35"/>
                  </a:cubicBezTo>
                  <a:cubicBezTo>
                    <a:pt x="58" y="35"/>
                    <a:pt x="58" y="34"/>
                    <a:pt x="57" y="33"/>
                  </a:cubicBezTo>
                  <a:cubicBezTo>
                    <a:pt x="56" y="35"/>
                    <a:pt x="55" y="37"/>
                    <a:pt x="54" y="39"/>
                  </a:cubicBezTo>
                  <a:close/>
                  <a:moveTo>
                    <a:pt x="2" y="28"/>
                  </a:moveTo>
                  <a:cubicBezTo>
                    <a:pt x="2" y="27"/>
                    <a:pt x="2" y="25"/>
                    <a:pt x="2" y="24"/>
                  </a:cubicBezTo>
                  <a:cubicBezTo>
                    <a:pt x="2" y="23"/>
                    <a:pt x="1" y="23"/>
                    <a:pt x="0" y="23"/>
                  </a:cubicBezTo>
                  <a:cubicBezTo>
                    <a:pt x="0" y="25"/>
                    <a:pt x="0" y="27"/>
                    <a:pt x="0" y="28"/>
                  </a:cubicBezTo>
                  <a:cubicBezTo>
                    <a:pt x="0" y="29"/>
                    <a:pt x="0" y="29"/>
                    <a:pt x="0" y="30"/>
                  </a:cubicBezTo>
                  <a:cubicBezTo>
                    <a:pt x="1" y="30"/>
                    <a:pt x="2" y="31"/>
                    <a:pt x="3" y="31"/>
                  </a:cubicBezTo>
                  <a:cubicBezTo>
                    <a:pt x="3" y="30"/>
                    <a:pt x="2" y="29"/>
                    <a:pt x="2" y="28"/>
                  </a:cubicBezTo>
                  <a:close/>
                  <a:moveTo>
                    <a:pt x="32" y="2"/>
                  </a:moveTo>
                  <a:cubicBezTo>
                    <a:pt x="33" y="2"/>
                    <a:pt x="33" y="1"/>
                    <a:pt x="34" y="0"/>
                  </a:cubicBezTo>
                  <a:cubicBezTo>
                    <a:pt x="32" y="0"/>
                    <a:pt x="30" y="0"/>
                    <a:pt x="28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8" y="1"/>
                    <a:pt x="28" y="2"/>
                    <a:pt x="28" y="2"/>
                  </a:cubicBezTo>
                  <a:cubicBezTo>
                    <a:pt x="30" y="2"/>
                    <a:pt x="31" y="2"/>
                    <a:pt x="32" y="2"/>
                  </a:cubicBezTo>
                  <a:close/>
                  <a:moveTo>
                    <a:pt x="60" y="31"/>
                  </a:moveTo>
                  <a:cubicBezTo>
                    <a:pt x="60" y="30"/>
                    <a:pt x="60" y="30"/>
                    <a:pt x="60" y="30"/>
                  </a:cubicBezTo>
                  <a:cubicBezTo>
                    <a:pt x="60" y="30"/>
                    <a:pt x="59" y="30"/>
                    <a:pt x="59" y="30"/>
                  </a:cubicBezTo>
                  <a:cubicBezTo>
                    <a:pt x="59" y="30"/>
                    <a:pt x="60" y="30"/>
                    <a:pt x="60" y="31"/>
                  </a:cubicBezTo>
                  <a:close/>
                  <a:moveTo>
                    <a:pt x="9" y="45"/>
                  </a:moveTo>
                  <a:cubicBezTo>
                    <a:pt x="11" y="47"/>
                    <a:pt x="14" y="48"/>
                    <a:pt x="16" y="50"/>
                  </a:cubicBezTo>
                  <a:cubicBezTo>
                    <a:pt x="16" y="49"/>
                    <a:pt x="17" y="48"/>
                    <a:pt x="17" y="48"/>
                  </a:cubicBezTo>
                  <a:cubicBezTo>
                    <a:pt x="15" y="47"/>
                    <a:pt x="12" y="45"/>
                    <a:pt x="10" y="43"/>
                  </a:cubicBezTo>
                  <a:cubicBezTo>
                    <a:pt x="10" y="44"/>
                    <a:pt x="9" y="44"/>
                    <a:pt x="9" y="45"/>
                  </a:cubicBezTo>
                  <a:close/>
                  <a:moveTo>
                    <a:pt x="51" y="43"/>
                  </a:moveTo>
                  <a:cubicBezTo>
                    <a:pt x="46" y="47"/>
                    <a:pt x="39" y="50"/>
                    <a:pt x="32" y="51"/>
                  </a:cubicBezTo>
                  <a:cubicBezTo>
                    <a:pt x="28" y="51"/>
                    <a:pt x="25" y="50"/>
                    <a:pt x="21" y="49"/>
                  </a:cubicBezTo>
                  <a:cubicBezTo>
                    <a:pt x="21" y="49"/>
                    <a:pt x="21" y="49"/>
                    <a:pt x="21" y="49"/>
                  </a:cubicBezTo>
                  <a:cubicBezTo>
                    <a:pt x="20" y="51"/>
                    <a:pt x="20" y="51"/>
                    <a:pt x="20" y="51"/>
                  </a:cubicBezTo>
                  <a:cubicBezTo>
                    <a:pt x="24" y="52"/>
                    <a:pt x="28" y="53"/>
                    <a:pt x="32" y="53"/>
                  </a:cubicBezTo>
                  <a:cubicBezTo>
                    <a:pt x="40" y="52"/>
                    <a:pt x="48" y="49"/>
                    <a:pt x="53" y="43"/>
                  </a:cubicBezTo>
                  <a:cubicBezTo>
                    <a:pt x="53" y="43"/>
                    <a:pt x="53" y="43"/>
                    <a:pt x="53" y="43"/>
                  </a:cubicBezTo>
                  <a:lnTo>
                    <a:pt x="51" y="43"/>
                  </a:lnTo>
                  <a:close/>
                  <a:moveTo>
                    <a:pt x="2" y="36"/>
                  </a:moveTo>
                  <a:cubicBezTo>
                    <a:pt x="3" y="38"/>
                    <a:pt x="5" y="40"/>
                    <a:pt x="6" y="42"/>
                  </a:cubicBezTo>
                  <a:cubicBezTo>
                    <a:pt x="7" y="42"/>
                    <a:pt x="7" y="41"/>
                    <a:pt x="8" y="41"/>
                  </a:cubicBezTo>
                  <a:cubicBezTo>
                    <a:pt x="7" y="40"/>
                    <a:pt x="6" y="38"/>
                    <a:pt x="5" y="37"/>
                  </a:cubicBezTo>
                  <a:cubicBezTo>
                    <a:pt x="4" y="37"/>
                    <a:pt x="3" y="36"/>
                    <a:pt x="2" y="36"/>
                  </a:cubicBezTo>
                  <a:close/>
                  <a:moveTo>
                    <a:pt x="8" y="9"/>
                  </a:moveTo>
                  <a:cubicBezTo>
                    <a:pt x="7" y="10"/>
                    <a:pt x="7" y="10"/>
                    <a:pt x="6" y="11"/>
                  </a:cubicBezTo>
                  <a:cubicBezTo>
                    <a:pt x="6" y="11"/>
                    <a:pt x="6" y="11"/>
                    <a:pt x="6" y="11"/>
                  </a:cubicBezTo>
                  <a:cubicBezTo>
                    <a:pt x="6" y="12"/>
                    <a:pt x="7" y="12"/>
                    <a:pt x="7" y="13"/>
                  </a:cubicBezTo>
                  <a:cubicBezTo>
                    <a:pt x="7" y="13"/>
                    <a:pt x="7" y="12"/>
                    <a:pt x="8" y="12"/>
                  </a:cubicBezTo>
                  <a:cubicBezTo>
                    <a:pt x="8" y="11"/>
                    <a:pt x="9" y="11"/>
                    <a:pt x="9" y="10"/>
                  </a:cubicBezTo>
                  <a:cubicBezTo>
                    <a:pt x="9" y="10"/>
                    <a:pt x="8" y="9"/>
                    <a:pt x="8" y="9"/>
                  </a:cubicBezTo>
                  <a:close/>
                  <a:moveTo>
                    <a:pt x="5" y="16"/>
                  </a:moveTo>
                  <a:cubicBezTo>
                    <a:pt x="5" y="16"/>
                    <a:pt x="4" y="16"/>
                    <a:pt x="4" y="16"/>
                  </a:cubicBezTo>
                  <a:cubicBezTo>
                    <a:pt x="4" y="15"/>
                    <a:pt x="4" y="15"/>
                    <a:pt x="3" y="15"/>
                  </a:cubicBezTo>
                  <a:cubicBezTo>
                    <a:pt x="3" y="16"/>
                    <a:pt x="2" y="17"/>
                    <a:pt x="2" y="19"/>
                  </a:cubicBezTo>
                  <a:cubicBezTo>
                    <a:pt x="2" y="19"/>
                    <a:pt x="3" y="19"/>
                    <a:pt x="3" y="20"/>
                  </a:cubicBezTo>
                  <a:cubicBezTo>
                    <a:pt x="4" y="19"/>
                    <a:pt x="4" y="18"/>
                    <a:pt x="5" y="16"/>
                  </a:cubicBezTo>
                  <a:close/>
                  <a:moveTo>
                    <a:pt x="15" y="6"/>
                  </a:moveTo>
                  <a:cubicBezTo>
                    <a:pt x="15" y="6"/>
                    <a:pt x="15" y="6"/>
                    <a:pt x="15" y="6"/>
                  </a:cubicBezTo>
                  <a:cubicBezTo>
                    <a:pt x="16" y="3"/>
                    <a:pt x="16" y="3"/>
                    <a:pt x="16" y="3"/>
                  </a:cubicBezTo>
                  <a:cubicBezTo>
                    <a:pt x="14" y="4"/>
                    <a:pt x="13" y="5"/>
                    <a:pt x="11" y="6"/>
                  </a:cubicBezTo>
                  <a:cubicBezTo>
                    <a:pt x="12" y="7"/>
                    <a:pt x="12" y="7"/>
                    <a:pt x="13" y="8"/>
                  </a:cubicBezTo>
                  <a:cubicBezTo>
                    <a:pt x="14" y="7"/>
                    <a:pt x="14" y="6"/>
                    <a:pt x="15" y="6"/>
                  </a:cubicBezTo>
                  <a:close/>
                </a:path>
              </a:pathLst>
            </a:custGeom>
            <a:solidFill>
              <a:srgbClr val="CAA7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876" name="Freeform 230">
              <a:extLst>
                <a:ext uri="{FF2B5EF4-FFF2-40B4-BE49-F238E27FC236}">
                  <a16:creationId xmlns:a16="http://schemas.microsoft.com/office/drawing/2014/main" id="{4E01B435-FD7E-47FA-A9F4-8849FFD9023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548" y="1745"/>
              <a:ext cx="83" cy="70"/>
            </a:xfrm>
            <a:custGeom>
              <a:avLst/>
              <a:gdLst>
                <a:gd name="T0" fmla="*/ 1 w 61"/>
                <a:gd name="T1" fmla="*/ 69 h 52"/>
                <a:gd name="T2" fmla="*/ 1 w 61"/>
                <a:gd name="T3" fmla="*/ 71 h 52"/>
                <a:gd name="T4" fmla="*/ 5 w 61"/>
                <a:gd name="T5" fmla="*/ 65 h 52"/>
                <a:gd name="T6" fmla="*/ 112 w 61"/>
                <a:gd name="T7" fmla="*/ 5 h 52"/>
                <a:gd name="T8" fmla="*/ 103 w 61"/>
                <a:gd name="T9" fmla="*/ 7 h 52"/>
                <a:gd name="T10" fmla="*/ 109 w 61"/>
                <a:gd name="T11" fmla="*/ 9 h 52"/>
                <a:gd name="T12" fmla="*/ 117 w 61"/>
                <a:gd name="T13" fmla="*/ 15 h 52"/>
                <a:gd name="T14" fmla="*/ 128 w 61"/>
                <a:gd name="T15" fmla="*/ 15 h 52"/>
                <a:gd name="T16" fmla="*/ 117 w 61"/>
                <a:gd name="T17" fmla="*/ 15 h 52"/>
                <a:gd name="T18" fmla="*/ 135 w 61"/>
                <a:gd name="T19" fmla="*/ 22 h 52"/>
                <a:gd name="T20" fmla="*/ 133 w 61"/>
                <a:gd name="T21" fmla="*/ 27 h 52"/>
                <a:gd name="T22" fmla="*/ 135 w 61"/>
                <a:gd name="T23" fmla="*/ 24 h 52"/>
                <a:gd name="T24" fmla="*/ 112 w 61"/>
                <a:gd name="T25" fmla="*/ 120 h 52"/>
                <a:gd name="T26" fmla="*/ 127 w 61"/>
                <a:gd name="T27" fmla="*/ 105 h 52"/>
                <a:gd name="T28" fmla="*/ 133 w 61"/>
                <a:gd name="T29" fmla="*/ 96 h 52"/>
                <a:gd name="T30" fmla="*/ 148 w 61"/>
                <a:gd name="T31" fmla="*/ 78 h 52"/>
                <a:gd name="T32" fmla="*/ 133 w 61"/>
                <a:gd name="T33" fmla="*/ 96 h 52"/>
                <a:gd name="T34" fmla="*/ 57 w 61"/>
                <a:gd name="T35" fmla="*/ 125 h 52"/>
                <a:gd name="T36" fmla="*/ 22 w 61"/>
                <a:gd name="T37" fmla="*/ 104 h 52"/>
                <a:gd name="T38" fmla="*/ 5 w 61"/>
                <a:gd name="T39" fmla="*/ 83 h 52"/>
                <a:gd name="T40" fmla="*/ 19 w 61"/>
                <a:gd name="T41" fmla="*/ 93 h 52"/>
                <a:gd name="T42" fmla="*/ 5 w 61"/>
                <a:gd name="T43" fmla="*/ 83 h 52"/>
                <a:gd name="T44" fmla="*/ 139 w 61"/>
                <a:gd name="T45" fmla="*/ 36 h 52"/>
                <a:gd name="T46" fmla="*/ 146 w 61"/>
                <a:gd name="T47" fmla="*/ 65 h 52"/>
                <a:gd name="T48" fmla="*/ 152 w 61"/>
                <a:gd name="T49" fmla="*/ 69 h 52"/>
                <a:gd name="T50" fmla="*/ 144 w 61"/>
                <a:gd name="T51" fmla="*/ 35 h 52"/>
                <a:gd name="T52" fmla="*/ 71 w 61"/>
                <a:gd name="T53" fmla="*/ 127 h 52"/>
                <a:gd name="T54" fmla="*/ 98 w 61"/>
                <a:gd name="T55" fmla="*/ 118 h 52"/>
                <a:gd name="T56" fmla="*/ 19 w 61"/>
                <a:gd name="T57" fmla="*/ 27 h 52"/>
                <a:gd name="T58" fmla="*/ 19 w 61"/>
                <a:gd name="T59" fmla="*/ 27 h 52"/>
                <a:gd name="T60" fmla="*/ 20 w 61"/>
                <a:gd name="T61" fmla="*/ 27 h 52"/>
                <a:gd name="T62" fmla="*/ 93 w 61"/>
                <a:gd name="T63" fmla="*/ 0 h 52"/>
                <a:gd name="T64" fmla="*/ 93 w 61"/>
                <a:gd name="T65" fmla="*/ 0 h 52"/>
                <a:gd name="T66" fmla="*/ 91 w 61"/>
                <a:gd name="T67" fmla="*/ 5 h 52"/>
                <a:gd name="T68" fmla="*/ 93 w 61"/>
                <a:gd name="T69" fmla="*/ 0 h 52"/>
                <a:gd name="T70" fmla="*/ 1 w 61"/>
                <a:gd name="T71" fmla="*/ 48 h 52"/>
                <a:gd name="T72" fmla="*/ 0 w 61"/>
                <a:gd name="T73" fmla="*/ 58 h 52"/>
                <a:gd name="T74" fmla="*/ 5 w 61"/>
                <a:gd name="T75" fmla="*/ 54 h 52"/>
                <a:gd name="T76" fmla="*/ 14 w 61"/>
                <a:gd name="T77" fmla="*/ 36 h 52"/>
                <a:gd name="T78" fmla="*/ 7 w 61"/>
                <a:gd name="T79" fmla="*/ 35 h 52"/>
                <a:gd name="T80" fmla="*/ 7 w 61"/>
                <a:gd name="T81" fmla="*/ 42 h 52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61" h="52">
                  <a:moveTo>
                    <a:pt x="2" y="27"/>
                  </a:moveTo>
                  <a:cubicBezTo>
                    <a:pt x="1" y="28"/>
                    <a:pt x="1" y="28"/>
                    <a:pt x="1" y="28"/>
                  </a:cubicBezTo>
                  <a:cubicBezTo>
                    <a:pt x="1" y="28"/>
                    <a:pt x="1" y="28"/>
                    <a:pt x="1" y="28"/>
                  </a:cubicBezTo>
                  <a:cubicBezTo>
                    <a:pt x="1" y="28"/>
                    <a:pt x="1" y="29"/>
                    <a:pt x="1" y="29"/>
                  </a:cubicBezTo>
                  <a:cubicBezTo>
                    <a:pt x="1" y="30"/>
                    <a:pt x="2" y="30"/>
                    <a:pt x="3" y="30"/>
                  </a:cubicBezTo>
                  <a:cubicBezTo>
                    <a:pt x="2" y="29"/>
                    <a:pt x="2" y="28"/>
                    <a:pt x="2" y="27"/>
                  </a:cubicBezTo>
                  <a:close/>
                  <a:moveTo>
                    <a:pt x="43" y="3"/>
                  </a:moveTo>
                  <a:cubicBezTo>
                    <a:pt x="44" y="3"/>
                    <a:pt x="44" y="2"/>
                    <a:pt x="44" y="2"/>
                  </a:cubicBezTo>
                  <a:cubicBezTo>
                    <a:pt x="43" y="2"/>
                    <a:pt x="42" y="1"/>
                    <a:pt x="41" y="1"/>
                  </a:cubicBezTo>
                  <a:cubicBezTo>
                    <a:pt x="41" y="2"/>
                    <a:pt x="41" y="2"/>
                    <a:pt x="41" y="3"/>
                  </a:cubicBezTo>
                  <a:cubicBezTo>
                    <a:pt x="41" y="3"/>
                    <a:pt x="41" y="3"/>
                    <a:pt x="41" y="3"/>
                  </a:cubicBezTo>
                  <a:cubicBezTo>
                    <a:pt x="42" y="3"/>
                    <a:pt x="42" y="4"/>
                    <a:pt x="43" y="4"/>
                  </a:cubicBezTo>
                  <a:cubicBezTo>
                    <a:pt x="43" y="4"/>
                    <a:pt x="43" y="3"/>
                    <a:pt x="43" y="3"/>
                  </a:cubicBezTo>
                  <a:close/>
                  <a:moveTo>
                    <a:pt x="46" y="6"/>
                  </a:moveTo>
                  <a:cubicBezTo>
                    <a:pt x="48" y="6"/>
                    <a:pt x="49" y="7"/>
                    <a:pt x="50" y="8"/>
                  </a:cubicBezTo>
                  <a:cubicBezTo>
                    <a:pt x="50" y="8"/>
                    <a:pt x="51" y="7"/>
                    <a:pt x="51" y="6"/>
                  </a:cubicBezTo>
                  <a:cubicBezTo>
                    <a:pt x="50" y="6"/>
                    <a:pt x="49" y="5"/>
                    <a:pt x="48" y="4"/>
                  </a:cubicBezTo>
                  <a:cubicBezTo>
                    <a:pt x="47" y="5"/>
                    <a:pt x="47" y="5"/>
                    <a:pt x="46" y="6"/>
                  </a:cubicBezTo>
                  <a:close/>
                  <a:moveTo>
                    <a:pt x="54" y="10"/>
                  </a:moveTo>
                  <a:cubicBezTo>
                    <a:pt x="54" y="10"/>
                    <a:pt x="54" y="9"/>
                    <a:pt x="54" y="9"/>
                  </a:cubicBezTo>
                  <a:cubicBezTo>
                    <a:pt x="54" y="10"/>
                    <a:pt x="54" y="10"/>
                    <a:pt x="54" y="10"/>
                  </a:cubicBezTo>
                  <a:cubicBezTo>
                    <a:pt x="54" y="10"/>
                    <a:pt x="54" y="11"/>
                    <a:pt x="53" y="11"/>
                  </a:cubicBezTo>
                  <a:cubicBezTo>
                    <a:pt x="54" y="11"/>
                    <a:pt x="54" y="11"/>
                    <a:pt x="55" y="11"/>
                  </a:cubicBezTo>
                  <a:cubicBezTo>
                    <a:pt x="55" y="10"/>
                    <a:pt x="55" y="10"/>
                    <a:pt x="54" y="10"/>
                  </a:cubicBezTo>
                  <a:close/>
                  <a:moveTo>
                    <a:pt x="43" y="47"/>
                  </a:moveTo>
                  <a:cubicBezTo>
                    <a:pt x="43" y="48"/>
                    <a:pt x="43" y="48"/>
                    <a:pt x="44" y="49"/>
                  </a:cubicBezTo>
                  <a:cubicBezTo>
                    <a:pt x="46" y="48"/>
                    <a:pt x="48" y="47"/>
                    <a:pt x="50" y="45"/>
                  </a:cubicBezTo>
                  <a:cubicBezTo>
                    <a:pt x="50" y="44"/>
                    <a:pt x="50" y="44"/>
                    <a:pt x="50" y="43"/>
                  </a:cubicBezTo>
                  <a:cubicBezTo>
                    <a:pt x="48" y="45"/>
                    <a:pt x="45" y="46"/>
                    <a:pt x="43" y="47"/>
                  </a:cubicBezTo>
                  <a:close/>
                  <a:moveTo>
                    <a:pt x="53" y="39"/>
                  </a:moveTo>
                  <a:cubicBezTo>
                    <a:pt x="54" y="40"/>
                    <a:pt x="54" y="41"/>
                    <a:pt x="54" y="42"/>
                  </a:cubicBezTo>
                  <a:cubicBezTo>
                    <a:pt x="56" y="39"/>
                    <a:pt x="58" y="36"/>
                    <a:pt x="59" y="32"/>
                  </a:cubicBezTo>
                  <a:cubicBezTo>
                    <a:pt x="59" y="32"/>
                    <a:pt x="58" y="32"/>
                    <a:pt x="58" y="31"/>
                  </a:cubicBezTo>
                  <a:cubicBezTo>
                    <a:pt x="57" y="34"/>
                    <a:pt x="55" y="37"/>
                    <a:pt x="53" y="39"/>
                  </a:cubicBezTo>
                  <a:close/>
                  <a:moveTo>
                    <a:pt x="8" y="43"/>
                  </a:moveTo>
                  <a:cubicBezTo>
                    <a:pt x="12" y="47"/>
                    <a:pt x="17" y="50"/>
                    <a:pt x="23" y="51"/>
                  </a:cubicBezTo>
                  <a:cubicBezTo>
                    <a:pt x="24" y="50"/>
                    <a:pt x="24" y="50"/>
                    <a:pt x="25" y="49"/>
                  </a:cubicBezTo>
                  <a:cubicBezTo>
                    <a:pt x="19" y="48"/>
                    <a:pt x="13" y="45"/>
                    <a:pt x="9" y="42"/>
                  </a:cubicBezTo>
                  <a:cubicBezTo>
                    <a:pt x="9" y="42"/>
                    <a:pt x="8" y="43"/>
                    <a:pt x="8" y="43"/>
                  </a:cubicBezTo>
                  <a:close/>
                  <a:moveTo>
                    <a:pt x="2" y="34"/>
                  </a:moveTo>
                  <a:cubicBezTo>
                    <a:pt x="2" y="36"/>
                    <a:pt x="4" y="38"/>
                    <a:pt x="5" y="40"/>
                  </a:cubicBezTo>
                  <a:cubicBezTo>
                    <a:pt x="6" y="40"/>
                    <a:pt x="6" y="39"/>
                    <a:pt x="7" y="38"/>
                  </a:cubicBezTo>
                  <a:cubicBezTo>
                    <a:pt x="6" y="37"/>
                    <a:pt x="5" y="36"/>
                    <a:pt x="4" y="34"/>
                  </a:cubicBezTo>
                  <a:cubicBezTo>
                    <a:pt x="3" y="34"/>
                    <a:pt x="2" y="34"/>
                    <a:pt x="2" y="34"/>
                  </a:cubicBezTo>
                  <a:close/>
                  <a:moveTo>
                    <a:pt x="57" y="14"/>
                  </a:moveTo>
                  <a:cubicBezTo>
                    <a:pt x="57" y="14"/>
                    <a:pt x="56" y="14"/>
                    <a:pt x="55" y="15"/>
                  </a:cubicBezTo>
                  <a:cubicBezTo>
                    <a:pt x="58" y="18"/>
                    <a:pt x="59" y="23"/>
                    <a:pt x="58" y="27"/>
                  </a:cubicBezTo>
                  <a:cubicBezTo>
                    <a:pt x="58" y="27"/>
                    <a:pt x="58" y="27"/>
                    <a:pt x="58" y="27"/>
                  </a:cubicBezTo>
                  <a:cubicBezTo>
                    <a:pt x="58" y="27"/>
                    <a:pt x="59" y="28"/>
                    <a:pt x="59" y="28"/>
                  </a:cubicBezTo>
                  <a:cubicBezTo>
                    <a:pt x="59" y="28"/>
                    <a:pt x="60" y="28"/>
                    <a:pt x="60" y="28"/>
                  </a:cubicBezTo>
                  <a:cubicBezTo>
                    <a:pt x="60" y="28"/>
                    <a:pt x="60" y="28"/>
                    <a:pt x="60" y="27"/>
                  </a:cubicBezTo>
                  <a:cubicBezTo>
                    <a:pt x="61" y="23"/>
                    <a:pt x="60" y="18"/>
                    <a:pt x="57" y="14"/>
                  </a:cubicBezTo>
                  <a:close/>
                  <a:moveTo>
                    <a:pt x="30" y="50"/>
                  </a:moveTo>
                  <a:cubicBezTo>
                    <a:pt x="29" y="50"/>
                    <a:pt x="29" y="51"/>
                    <a:pt x="28" y="52"/>
                  </a:cubicBezTo>
                  <a:cubicBezTo>
                    <a:pt x="32" y="52"/>
                    <a:pt x="36" y="51"/>
                    <a:pt x="40" y="50"/>
                  </a:cubicBezTo>
                  <a:cubicBezTo>
                    <a:pt x="39" y="50"/>
                    <a:pt x="39" y="49"/>
                    <a:pt x="39" y="48"/>
                  </a:cubicBezTo>
                  <a:cubicBezTo>
                    <a:pt x="36" y="49"/>
                    <a:pt x="33" y="50"/>
                    <a:pt x="30" y="50"/>
                  </a:cubicBezTo>
                  <a:close/>
                  <a:moveTo>
                    <a:pt x="7" y="11"/>
                  </a:moveTo>
                  <a:cubicBezTo>
                    <a:pt x="7" y="11"/>
                    <a:pt x="7" y="11"/>
                    <a:pt x="7" y="11"/>
                  </a:cubicBezTo>
                  <a:cubicBezTo>
                    <a:pt x="7" y="11"/>
                    <a:pt x="7" y="11"/>
                    <a:pt x="7" y="11"/>
                  </a:cubicBezTo>
                  <a:cubicBezTo>
                    <a:pt x="8" y="11"/>
                    <a:pt x="8" y="11"/>
                    <a:pt x="8" y="11"/>
                  </a:cubicBezTo>
                  <a:cubicBezTo>
                    <a:pt x="8" y="11"/>
                    <a:pt x="8" y="11"/>
                    <a:pt x="8" y="11"/>
                  </a:cubicBezTo>
                  <a:cubicBezTo>
                    <a:pt x="7" y="11"/>
                    <a:pt x="7" y="11"/>
                    <a:pt x="7" y="11"/>
                  </a:cubicBezTo>
                  <a:close/>
                  <a:moveTo>
                    <a:pt x="37" y="0"/>
                  </a:moveTo>
                  <a:cubicBezTo>
                    <a:pt x="37" y="0"/>
                    <a:pt x="37" y="0"/>
                    <a:pt x="37" y="0"/>
                  </a:cubicBezTo>
                  <a:cubicBezTo>
                    <a:pt x="37" y="0"/>
                    <a:pt x="37" y="0"/>
                    <a:pt x="37" y="0"/>
                  </a:cubicBezTo>
                  <a:cubicBezTo>
                    <a:pt x="37" y="0"/>
                    <a:pt x="36" y="0"/>
                    <a:pt x="36" y="1"/>
                  </a:cubicBezTo>
                  <a:cubicBezTo>
                    <a:pt x="36" y="1"/>
                    <a:pt x="36" y="1"/>
                    <a:pt x="36" y="2"/>
                  </a:cubicBezTo>
                  <a:cubicBezTo>
                    <a:pt x="36" y="2"/>
                    <a:pt x="37" y="2"/>
                    <a:pt x="37" y="2"/>
                  </a:cubicBezTo>
                  <a:cubicBezTo>
                    <a:pt x="37" y="2"/>
                    <a:pt x="37" y="1"/>
                    <a:pt x="37" y="0"/>
                  </a:cubicBezTo>
                  <a:close/>
                  <a:moveTo>
                    <a:pt x="2" y="22"/>
                  </a:moveTo>
                  <a:cubicBezTo>
                    <a:pt x="2" y="21"/>
                    <a:pt x="1" y="21"/>
                    <a:pt x="1" y="20"/>
                  </a:cubicBezTo>
                  <a:cubicBezTo>
                    <a:pt x="0" y="21"/>
                    <a:pt x="0" y="22"/>
                    <a:pt x="0" y="24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1" y="23"/>
                    <a:pt x="1" y="23"/>
                    <a:pt x="2" y="23"/>
                  </a:cubicBezTo>
                  <a:cubicBezTo>
                    <a:pt x="2" y="23"/>
                    <a:pt x="2" y="22"/>
                    <a:pt x="2" y="22"/>
                  </a:cubicBezTo>
                  <a:close/>
                  <a:moveTo>
                    <a:pt x="4" y="17"/>
                  </a:moveTo>
                  <a:cubicBezTo>
                    <a:pt x="4" y="17"/>
                    <a:pt x="4" y="16"/>
                    <a:pt x="5" y="15"/>
                  </a:cubicBezTo>
                  <a:cubicBezTo>
                    <a:pt x="5" y="15"/>
                    <a:pt x="4" y="15"/>
                    <a:pt x="4" y="15"/>
                  </a:cubicBezTo>
                  <a:cubicBezTo>
                    <a:pt x="4" y="14"/>
                    <a:pt x="3" y="14"/>
                    <a:pt x="3" y="14"/>
                  </a:cubicBezTo>
                  <a:cubicBezTo>
                    <a:pt x="3" y="15"/>
                    <a:pt x="2" y="15"/>
                    <a:pt x="2" y="16"/>
                  </a:cubicBezTo>
                  <a:cubicBezTo>
                    <a:pt x="2" y="16"/>
                    <a:pt x="2" y="17"/>
                    <a:pt x="3" y="17"/>
                  </a:cubicBezTo>
                  <a:cubicBezTo>
                    <a:pt x="3" y="17"/>
                    <a:pt x="3" y="17"/>
                    <a:pt x="4" y="17"/>
                  </a:cubicBezTo>
                  <a:close/>
                </a:path>
              </a:pathLst>
            </a:custGeom>
            <a:solidFill>
              <a:srgbClr val="CAA7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877" name="Freeform 231">
              <a:extLst>
                <a:ext uri="{FF2B5EF4-FFF2-40B4-BE49-F238E27FC236}">
                  <a16:creationId xmlns:a16="http://schemas.microsoft.com/office/drawing/2014/main" id="{8B9E0685-3F8F-4F0F-AF2B-FC56FB6448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8" y="1203"/>
              <a:ext cx="10" cy="3"/>
            </a:xfrm>
            <a:custGeom>
              <a:avLst/>
              <a:gdLst>
                <a:gd name="T0" fmla="*/ 0 w 7"/>
                <a:gd name="T1" fmla="*/ 8 h 2"/>
                <a:gd name="T2" fmla="*/ 20 w 7"/>
                <a:gd name="T3" fmla="*/ 5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">
                  <a:moveTo>
                    <a:pt x="0" y="2"/>
                  </a:moveTo>
                  <a:cubicBezTo>
                    <a:pt x="2" y="1"/>
                    <a:pt x="5" y="0"/>
                    <a:pt x="7" y="1"/>
                  </a:cubicBezTo>
                </a:path>
              </a:pathLst>
            </a:custGeom>
            <a:noFill/>
            <a:ln w="9525" cap="flat">
              <a:solidFill>
                <a:srgbClr val="FEF2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878" name="Freeform 232">
              <a:extLst>
                <a:ext uri="{FF2B5EF4-FFF2-40B4-BE49-F238E27FC236}">
                  <a16:creationId xmlns:a16="http://schemas.microsoft.com/office/drawing/2014/main" id="{E923F5A5-AC64-43F4-BFF0-67D7D4BF70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8" y="1212"/>
              <a:ext cx="9" cy="1"/>
            </a:xfrm>
            <a:custGeom>
              <a:avLst/>
              <a:gdLst>
                <a:gd name="T0" fmla="*/ 0 w 6"/>
                <a:gd name="T1" fmla="*/ 0 h 1"/>
                <a:gd name="T2" fmla="*/ 21 w 6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">
                  <a:moveTo>
                    <a:pt x="0" y="0"/>
                  </a:moveTo>
                  <a:cubicBezTo>
                    <a:pt x="2" y="0"/>
                    <a:pt x="4" y="0"/>
                    <a:pt x="6" y="0"/>
                  </a:cubicBezTo>
                </a:path>
              </a:pathLst>
            </a:custGeom>
            <a:noFill/>
            <a:ln w="9525" cap="flat">
              <a:solidFill>
                <a:srgbClr val="FEF2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879" name="Freeform 233">
              <a:extLst>
                <a:ext uri="{FF2B5EF4-FFF2-40B4-BE49-F238E27FC236}">
                  <a16:creationId xmlns:a16="http://schemas.microsoft.com/office/drawing/2014/main" id="{5009A5C7-6019-40EC-A021-7B0334385E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8" y="1218"/>
              <a:ext cx="7" cy="1"/>
            </a:xfrm>
            <a:custGeom>
              <a:avLst/>
              <a:gdLst>
                <a:gd name="T0" fmla="*/ 0 w 5"/>
                <a:gd name="T1" fmla="*/ 1 h 1"/>
                <a:gd name="T2" fmla="*/ 14 w 5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">
                  <a:moveTo>
                    <a:pt x="0" y="1"/>
                  </a:moveTo>
                  <a:cubicBezTo>
                    <a:pt x="2" y="1"/>
                    <a:pt x="4" y="1"/>
                    <a:pt x="5" y="0"/>
                  </a:cubicBezTo>
                </a:path>
              </a:pathLst>
            </a:custGeom>
            <a:noFill/>
            <a:ln w="9525" cap="flat">
              <a:solidFill>
                <a:srgbClr val="FEF2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880" name="Freeform 234">
              <a:extLst>
                <a:ext uri="{FF2B5EF4-FFF2-40B4-BE49-F238E27FC236}">
                  <a16:creationId xmlns:a16="http://schemas.microsoft.com/office/drawing/2014/main" id="{F77CD308-FBA1-4774-AED9-7F6D4D4124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6" y="2459"/>
              <a:ext cx="7" cy="18"/>
            </a:xfrm>
            <a:custGeom>
              <a:avLst/>
              <a:gdLst>
                <a:gd name="T0" fmla="*/ 0 w 5"/>
                <a:gd name="T1" fmla="*/ 35 h 13"/>
                <a:gd name="T2" fmla="*/ 14 w 5"/>
                <a:gd name="T3" fmla="*/ 0 h 13"/>
                <a:gd name="T4" fmla="*/ 0 w 5"/>
                <a:gd name="T5" fmla="*/ 11 h 13"/>
                <a:gd name="T6" fmla="*/ 6 w 5"/>
                <a:gd name="T7" fmla="*/ 8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13">
                  <a:moveTo>
                    <a:pt x="0" y="13"/>
                  </a:moveTo>
                  <a:cubicBezTo>
                    <a:pt x="0" y="9"/>
                    <a:pt x="2" y="4"/>
                    <a:pt x="5" y="0"/>
                  </a:cubicBezTo>
                  <a:cubicBezTo>
                    <a:pt x="1" y="2"/>
                    <a:pt x="2" y="2"/>
                    <a:pt x="0" y="4"/>
                  </a:cubicBezTo>
                  <a:cubicBezTo>
                    <a:pt x="2" y="6"/>
                    <a:pt x="0" y="3"/>
                    <a:pt x="2" y="3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881" name="Freeform 235">
              <a:extLst>
                <a:ext uri="{FF2B5EF4-FFF2-40B4-BE49-F238E27FC236}">
                  <a16:creationId xmlns:a16="http://schemas.microsoft.com/office/drawing/2014/main" id="{88D89354-56D1-47A7-A71F-409C443A9B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0" y="2457"/>
              <a:ext cx="28" cy="24"/>
            </a:xfrm>
            <a:custGeom>
              <a:avLst/>
              <a:gdLst>
                <a:gd name="T0" fmla="*/ 0 w 21"/>
                <a:gd name="T1" fmla="*/ 1 h 18"/>
                <a:gd name="T2" fmla="*/ 27 w 21"/>
                <a:gd name="T3" fmla="*/ 33 h 18"/>
                <a:gd name="T4" fmla="*/ 44 w 21"/>
                <a:gd name="T5" fmla="*/ 1 h 18"/>
                <a:gd name="T6" fmla="*/ 12 w 21"/>
                <a:gd name="T7" fmla="*/ 1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18">
                  <a:moveTo>
                    <a:pt x="0" y="1"/>
                  </a:moveTo>
                  <a:cubicBezTo>
                    <a:pt x="4" y="1"/>
                    <a:pt x="10" y="10"/>
                    <a:pt x="11" y="14"/>
                  </a:cubicBezTo>
                  <a:cubicBezTo>
                    <a:pt x="11" y="18"/>
                    <a:pt x="17" y="2"/>
                    <a:pt x="19" y="1"/>
                  </a:cubicBezTo>
                  <a:cubicBezTo>
                    <a:pt x="21" y="0"/>
                    <a:pt x="11" y="3"/>
                    <a:pt x="5" y="1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</p:grpSp>
      <p:grpSp>
        <p:nvGrpSpPr>
          <p:cNvPr id="45059" name="overweight-female-full-body-illustration">
            <a:extLst>
              <a:ext uri="{FF2B5EF4-FFF2-40B4-BE49-F238E27FC236}">
                <a16:creationId xmlns:a16="http://schemas.microsoft.com/office/drawing/2014/main" id="{9B928DF4-9C64-468E-B633-406DE9DC6980}"/>
              </a:ext>
            </a:extLst>
          </p:cNvPr>
          <p:cNvGrpSpPr>
            <a:grpSpLocks/>
          </p:cNvGrpSpPr>
          <p:nvPr/>
        </p:nvGrpSpPr>
        <p:grpSpPr bwMode="auto">
          <a:xfrm>
            <a:off x="8305800" y="1423988"/>
            <a:ext cx="1676400" cy="4464050"/>
            <a:chOff x="4273" y="963"/>
            <a:chExt cx="1056" cy="2812"/>
          </a:xfrm>
        </p:grpSpPr>
        <p:grpSp>
          <p:nvGrpSpPr>
            <p:cNvPr id="45547" name="Group 237">
              <a:extLst>
                <a:ext uri="{FF2B5EF4-FFF2-40B4-BE49-F238E27FC236}">
                  <a16:creationId xmlns:a16="http://schemas.microsoft.com/office/drawing/2014/main" id="{F8EC80DD-1FE6-489C-A959-FCC556529A0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273" y="963"/>
              <a:ext cx="1056" cy="2812"/>
              <a:chOff x="4273" y="963"/>
              <a:chExt cx="1056" cy="2812"/>
            </a:xfrm>
          </p:grpSpPr>
          <p:sp>
            <p:nvSpPr>
              <p:cNvPr id="45650" name="Freeform 238">
                <a:extLst>
                  <a:ext uri="{FF2B5EF4-FFF2-40B4-BE49-F238E27FC236}">
                    <a16:creationId xmlns:a16="http://schemas.microsoft.com/office/drawing/2014/main" id="{F88FE225-C4FF-44E2-A66A-87B66BD10A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5" y="3714"/>
                <a:ext cx="162" cy="61"/>
              </a:xfrm>
              <a:custGeom>
                <a:avLst/>
                <a:gdLst>
                  <a:gd name="T0" fmla="*/ 15 w 119"/>
                  <a:gd name="T1" fmla="*/ 0 h 45"/>
                  <a:gd name="T2" fmla="*/ 132 w 119"/>
                  <a:gd name="T3" fmla="*/ 104 h 45"/>
                  <a:gd name="T4" fmla="*/ 301 w 119"/>
                  <a:gd name="T5" fmla="*/ 7 h 4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9" h="45">
                    <a:moveTo>
                      <a:pt x="6" y="0"/>
                    </a:moveTo>
                    <a:cubicBezTo>
                      <a:pt x="3" y="11"/>
                      <a:pt x="0" y="38"/>
                      <a:pt x="52" y="42"/>
                    </a:cubicBezTo>
                    <a:cubicBezTo>
                      <a:pt x="103" y="45"/>
                      <a:pt x="116" y="28"/>
                      <a:pt x="119" y="3"/>
                    </a:cubicBezTo>
                  </a:path>
                </a:pathLst>
              </a:custGeom>
              <a:solidFill>
                <a:srgbClr val="383557"/>
              </a:solidFill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651" name="Freeform 239">
                <a:extLst>
                  <a:ext uri="{FF2B5EF4-FFF2-40B4-BE49-F238E27FC236}">
                    <a16:creationId xmlns:a16="http://schemas.microsoft.com/office/drawing/2014/main" id="{2D3AA0C8-AA1E-4F8E-A663-4540C07780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5" y="3714"/>
                <a:ext cx="162" cy="61"/>
              </a:xfrm>
              <a:custGeom>
                <a:avLst/>
                <a:gdLst>
                  <a:gd name="T0" fmla="*/ 15 w 119"/>
                  <a:gd name="T1" fmla="*/ 0 h 45"/>
                  <a:gd name="T2" fmla="*/ 132 w 119"/>
                  <a:gd name="T3" fmla="*/ 104 h 45"/>
                  <a:gd name="T4" fmla="*/ 301 w 119"/>
                  <a:gd name="T5" fmla="*/ 7 h 4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9" h="45">
                    <a:moveTo>
                      <a:pt x="6" y="0"/>
                    </a:moveTo>
                    <a:cubicBezTo>
                      <a:pt x="3" y="11"/>
                      <a:pt x="0" y="38"/>
                      <a:pt x="52" y="42"/>
                    </a:cubicBezTo>
                    <a:cubicBezTo>
                      <a:pt x="103" y="45"/>
                      <a:pt x="116" y="28"/>
                      <a:pt x="119" y="3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652" name="Freeform 240">
                <a:extLst>
                  <a:ext uri="{FF2B5EF4-FFF2-40B4-BE49-F238E27FC236}">
                    <a16:creationId xmlns:a16="http://schemas.microsoft.com/office/drawing/2014/main" id="{33F18822-0C09-46A4-A10B-DDA7201AF9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5" y="3651"/>
                <a:ext cx="167" cy="115"/>
              </a:xfrm>
              <a:custGeom>
                <a:avLst/>
                <a:gdLst>
                  <a:gd name="T0" fmla="*/ 19 w 123"/>
                  <a:gd name="T1" fmla="*/ 100 h 85"/>
                  <a:gd name="T2" fmla="*/ 130 w 123"/>
                  <a:gd name="T3" fmla="*/ 203 h 85"/>
                  <a:gd name="T4" fmla="*/ 300 w 123"/>
                  <a:gd name="T5" fmla="*/ 106 h 85"/>
                  <a:gd name="T6" fmla="*/ 308 w 123"/>
                  <a:gd name="T7" fmla="*/ 0 h 8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3" h="85">
                    <a:moveTo>
                      <a:pt x="7" y="41"/>
                    </a:moveTo>
                    <a:cubicBezTo>
                      <a:pt x="4" y="52"/>
                      <a:pt x="0" y="78"/>
                      <a:pt x="52" y="82"/>
                    </a:cubicBezTo>
                    <a:cubicBezTo>
                      <a:pt x="103" y="85"/>
                      <a:pt x="117" y="68"/>
                      <a:pt x="120" y="43"/>
                    </a:cubicBezTo>
                    <a:cubicBezTo>
                      <a:pt x="123" y="18"/>
                      <a:pt x="123" y="0"/>
                      <a:pt x="123" y="0"/>
                    </a:cubicBezTo>
                  </a:path>
                </a:pathLst>
              </a:custGeom>
              <a:solidFill>
                <a:srgbClr val="E7A1CE"/>
              </a:solidFill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653" name="Freeform 241">
                <a:extLst>
                  <a:ext uri="{FF2B5EF4-FFF2-40B4-BE49-F238E27FC236}">
                    <a16:creationId xmlns:a16="http://schemas.microsoft.com/office/drawing/2014/main" id="{C170C787-F183-41B0-9C3A-8A7E4DEB90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5" y="3651"/>
                <a:ext cx="167" cy="115"/>
              </a:xfrm>
              <a:custGeom>
                <a:avLst/>
                <a:gdLst>
                  <a:gd name="T0" fmla="*/ 19 w 123"/>
                  <a:gd name="T1" fmla="*/ 100 h 85"/>
                  <a:gd name="T2" fmla="*/ 130 w 123"/>
                  <a:gd name="T3" fmla="*/ 203 h 85"/>
                  <a:gd name="T4" fmla="*/ 300 w 123"/>
                  <a:gd name="T5" fmla="*/ 106 h 85"/>
                  <a:gd name="T6" fmla="*/ 308 w 123"/>
                  <a:gd name="T7" fmla="*/ 0 h 8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3" h="85">
                    <a:moveTo>
                      <a:pt x="7" y="41"/>
                    </a:moveTo>
                    <a:cubicBezTo>
                      <a:pt x="4" y="52"/>
                      <a:pt x="0" y="78"/>
                      <a:pt x="52" y="82"/>
                    </a:cubicBezTo>
                    <a:cubicBezTo>
                      <a:pt x="103" y="85"/>
                      <a:pt x="117" y="68"/>
                      <a:pt x="120" y="43"/>
                    </a:cubicBezTo>
                    <a:cubicBezTo>
                      <a:pt x="123" y="18"/>
                      <a:pt x="123" y="0"/>
                      <a:pt x="123" y="0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654" name="Freeform 242">
                <a:extLst>
                  <a:ext uri="{FF2B5EF4-FFF2-40B4-BE49-F238E27FC236}">
                    <a16:creationId xmlns:a16="http://schemas.microsoft.com/office/drawing/2014/main" id="{54A9C86B-83E0-4CDB-A92A-5FE5BA42C0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7" y="3714"/>
                <a:ext cx="161" cy="61"/>
              </a:xfrm>
              <a:custGeom>
                <a:avLst/>
                <a:gdLst>
                  <a:gd name="T0" fmla="*/ 280 w 119"/>
                  <a:gd name="T1" fmla="*/ 0 h 45"/>
                  <a:gd name="T2" fmla="*/ 166 w 119"/>
                  <a:gd name="T3" fmla="*/ 104 h 45"/>
                  <a:gd name="T4" fmla="*/ 0 w 119"/>
                  <a:gd name="T5" fmla="*/ 7 h 4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9" h="45">
                    <a:moveTo>
                      <a:pt x="113" y="0"/>
                    </a:moveTo>
                    <a:cubicBezTo>
                      <a:pt x="115" y="11"/>
                      <a:pt x="119" y="38"/>
                      <a:pt x="67" y="42"/>
                    </a:cubicBezTo>
                    <a:cubicBezTo>
                      <a:pt x="16" y="45"/>
                      <a:pt x="3" y="28"/>
                      <a:pt x="0" y="3"/>
                    </a:cubicBezTo>
                  </a:path>
                </a:pathLst>
              </a:custGeom>
              <a:solidFill>
                <a:srgbClr val="383557"/>
              </a:solidFill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655" name="Freeform 243">
                <a:extLst>
                  <a:ext uri="{FF2B5EF4-FFF2-40B4-BE49-F238E27FC236}">
                    <a16:creationId xmlns:a16="http://schemas.microsoft.com/office/drawing/2014/main" id="{017A3971-77A8-48B7-8967-458D395600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7" y="3714"/>
                <a:ext cx="161" cy="61"/>
              </a:xfrm>
              <a:custGeom>
                <a:avLst/>
                <a:gdLst>
                  <a:gd name="T0" fmla="*/ 280 w 119"/>
                  <a:gd name="T1" fmla="*/ 0 h 45"/>
                  <a:gd name="T2" fmla="*/ 166 w 119"/>
                  <a:gd name="T3" fmla="*/ 104 h 45"/>
                  <a:gd name="T4" fmla="*/ 0 w 119"/>
                  <a:gd name="T5" fmla="*/ 7 h 4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9" h="45">
                    <a:moveTo>
                      <a:pt x="113" y="0"/>
                    </a:moveTo>
                    <a:cubicBezTo>
                      <a:pt x="115" y="11"/>
                      <a:pt x="119" y="38"/>
                      <a:pt x="67" y="42"/>
                    </a:cubicBezTo>
                    <a:cubicBezTo>
                      <a:pt x="16" y="45"/>
                      <a:pt x="3" y="28"/>
                      <a:pt x="0" y="3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656" name="Freeform 244">
                <a:extLst>
                  <a:ext uri="{FF2B5EF4-FFF2-40B4-BE49-F238E27FC236}">
                    <a16:creationId xmlns:a16="http://schemas.microsoft.com/office/drawing/2014/main" id="{AFFDB067-87B7-4E3A-A61C-DB9D55E96B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2" y="3651"/>
                <a:ext cx="166" cy="115"/>
              </a:xfrm>
              <a:custGeom>
                <a:avLst/>
                <a:gdLst>
                  <a:gd name="T0" fmla="*/ 286 w 123"/>
                  <a:gd name="T1" fmla="*/ 100 h 85"/>
                  <a:gd name="T2" fmla="*/ 175 w 123"/>
                  <a:gd name="T3" fmla="*/ 203 h 85"/>
                  <a:gd name="T4" fmla="*/ 7 w 123"/>
                  <a:gd name="T5" fmla="*/ 106 h 85"/>
                  <a:gd name="T6" fmla="*/ 0 w 123"/>
                  <a:gd name="T7" fmla="*/ 0 h 8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3" h="85">
                    <a:moveTo>
                      <a:pt x="116" y="41"/>
                    </a:moveTo>
                    <a:cubicBezTo>
                      <a:pt x="118" y="52"/>
                      <a:pt x="123" y="78"/>
                      <a:pt x="71" y="82"/>
                    </a:cubicBezTo>
                    <a:cubicBezTo>
                      <a:pt x="20" y="85"/>
                      <a:pt x="5" y="68"/>
                      <a:pt x="3" y="43"/>
                    </a:cubicBezTo>
                    <a:cubicBezTo>
                      <a:pt x="0" y="18"/>
                      <a:pt x="0" y="0"/>
                      <a:pt x="0" y="0"/>
                    </a:cubicBezTo>
                  </a:path>
                </a:pathLst>
              </a:custGeom>
              <a:solidFill>
                <a:srgbClr val="E7A1CE"/>
              </a:solidFill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657" name="Freeform 245">
                <a:extLst>
                  <a:ext uri="{FF2B5EF4-FFF2-40B4-BE49-F238E27FC236}">
                    <a16:creationId xmlns:a16="http://schemas.microsoft.com/office/drawing/2014/main" id="{E4BD01E3-E2BE-4323-9D52-B23DD17103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2" y="3651"/>
                <a:ext cx="166" cy="115"/>
              </a:xfrm>
              <a:custGeom>
                <a:avLst/>
                <a:gdLst>
                  <a:gd name="T0" fmla="*/ 286 w 123"/>
                  <a:gd name="T1" fmla="*/ 100 h 85"/>
                  <a:gd name="T2" fmla="*/ 175 w 123"/>
                  <a:gd name="T3" fmla="*/ 203 h 85"/>
                  <a:gd name="T4" fmla="*/ 7 w 123"/>
                  <a:gd name="T5" fmla="*/ 106 h 85"/>
                  <a:gd name="T6" fmla="*/ 0 w 123"/>
                  <a:gd name="T7" fmla="*/ 0 h 8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3" h="85">
                    <a:moveTo>
                      <a:pt x="116" y="41"/>
                    </a:moveTo>
                    <a:cubicBezTo>
                      <a:pt x="118" y="52"/>
                      <a:pt x="123" y="78"/>
                      <a:pt x="71" y="82"/>
                    </a:cubicBezTo>
                    <a:cubicBezTo>
                      <a:pt x="20" y="85"/>
                      <a:pt x="5" y="68"/>
                      <a:pt x="3" y="43"/>
                    </a:cubicBezTo>
                    <a:cubicBezTo>
                      <a:pt x="0" y="18"/>
                      <a:pt x="0" y="0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658" name="Freeform 246">
                <a:extLst>
                  <a:ext uri="{FF2B5EF4-FFF2-40B4-BE49-F238E27FC236}">
                    <a16:creationId xmlns:a16="http://schemas.microsoft.com/office/drawing/2014/main" id="{1A6CF406-93B4-4458-B15C-72FC5FF0FB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8" y="2922"/>
                <a:ext cx="605" cy="51"/>
              </a:xfrm>
              <a:custGeom>
                <a:avLst/>
                <a:gdLst>
                  <a:gd name="T0" fmla="*/ 1036 w 446"/>
                  <a:gd name="T1" fmla="*/ 47 h 38"/>
                  <a:gd name="T2" fmla="*/ 945 w 446"/>
                  <a:gd name="T3" fmla="*/ 38 h 38"/>
                  <a:gd name="T4" fmla="*/ 665 w 446"/>
                  <a:gd name="T5" fmla="*/ 31 h 38"/>
                  <a:gd name="T6" fmla="*/ 559 w 446"/>
                  <a:gd name="T7" fmla="*/ 56 h 38"/>
                  <a:gd name="T8" fmla="*/ 454 w 446"/>
                  <a:gd name="T9" fmla="*/ 47 h 38"/>
                  <a:gd name="T10" fmla="*/ 232 w 446"/>
                  <a:gd name="T11" fmla="*/ 12 h 38"/>
                  <a:gd name="T12" fmla="*/ 0 w 446"/>
                  <a:gd name="T13" fmla="*/ 35 h 38"/>
                  <a:gd name="T14" fmla="*/ 77 w 446"/>
                  <a:gd name="T15" fmla="*/ 54 h 38"/>
                  <a:gd name="T16" fmla="*/ 254 w 446"/>
                  <a:gd name="T17" fmla="*/ 63 h 38"/>
                  <a:gd name="T18" fmla="*/ 799 w 446"/>
                  <a:gd name="T19" fmla="*/ 91 h 38"/>
                  <a:gd name="T20" fmla="*/ 964 w 446"/>
                  <a:gd name="T21" fmla="*/ 72 h 38"/>
                  <a:gd name="T22" fmla="*/ 1114 w 446"/>
                  <a:gd name="T23" fmla="*/ 42 h 38"/>
                  <a:gd name="T24" fmla="*/ 1036 w 446"/>
                  <a:gd name="T25" fmla="*/ 47 h 3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446" h="38">
                    <a:moveTo>
                      <a:pt x="415" y="19"/>
                    </a:moveTo>
                    <a:cubicBezTo>
                      <a:pt x="402" y="19"/>
                      <a:pt x="391" y="19"/>
                      <a:pt x="379" y="16"/>
                    </a:cubicBezTo>
                    <a:cubicBezTo>
                      <a:pt x="343" y="9"/>
                      <a:pt x="302" y="8"/>
                      <a:pt x="266" y="13"/>
                    </a:cubicBezTo>
                    <a:cubicBezTo>
                      <a:pt x="251" y="15"/>
                      <a:pt x="238" y="22"/>
                      <a:pt x="224" y="23"/>
                    </a:cubicBezTo>
                    <a:cubicBezTo>
                      <a:pt x="210" y="23"/>
                      <a:pt x="195" y="21"/>
                      <a:pt x="182" y="19"/>
                    </a:cubicBezTo>
                    <a:cubicBezTo>
                      <a:pt x="152" y="13"/>
                      <a:pt x="123" y="6"/>
                      <a:pt x="93" y="5"/>
                    </a:cubicBezTo>
                    <a:cubicBezTo>
                      <a:pt x="66" y="3"/>
                      <a:pt x="24" y="0"/>
                      <a:pt x="0" y="14"/>
                    </a:cubicBezTo>
                    <a:cubicBezTo>
                      <a:pt x="0" y="19"/>
                      <a:pt x="9" y="22"/>
                      <a:pt x="31" y="22"/>
                    </a:cubicBezTo>
                    <a:cubicBezTo>
                      <a:pt x="67" y="22"/>
                      <a:pt x="102" y="26"/>
                      <a:pt x="102" y="26"/>
                    </a:cubicBezTo>
                    <a:cubicBezTo>
                      <a:pt x="320" y="38"/>
                      <a:pt x="320" y="38"/>
                      <a:pt x="320" y="38"/>
                    </a:cubicBezTo>
                    <a:cubicBezTo>
                      <a:pt x="386" y="30"/>
                      <a:pt x="386" y="30"/>
                      <a:pt x="386" y="30"/>
                    </a:cubicBezTo>
                    <a:cubicBezTo>
                      <a:pt x="386" y="30"/>
                      <a:pt x="440" y="30"/>
                      <a:pt x="446" y="17"/>
                    </a:cubicBezTo>
                    <a:cubicBezTo>
                      <a:pt x="434" y="17"/>
                      <a:pt x="420" y="18"/>
                      <a:pt x="415" y="19"/>
                    </a:cubicBezTo>
                    <a:close/>
                  </a:path>
                </a:pathLst>
              </a:custGeom>
              <a:solidFill>
                <a:srgbClr val="6336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659" name="Freeform 247">
                <a:extLst>
                  <a:ext uri="{FF2B5EF4-FFF2-40B4-BE49-F238E27FC236}">
                    <a16:creationId xmlns:a16="http://schemas.microsoft.com/office/drawing/2014/main" id="{FDB593A8-0339-4BA0-8B55-BB4BC4EBB5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8" y="2922"/>
                <a:ext cx="605" cy="51"/>
              </a:xfrm>
              <a:custGeom>
                <a:avLst/>
                <a:gdLst>
                  <a:gd name="T0" fmla="*/ 1036 w 446"/>
                  <a:gd name="T1" fmla="*/ 47 h 38"/>
                  <a:gd name="T2" fmla="*/ 945 w 446"/>
                  <a:gd name="T3" fmla="*/ 38 h 38"/>
                  <a:gd name="T4" fmla="*/ 665 w 446"/>
                  <a:gd name="T5" fmla="*/ 31 h 38"/>
                  <a:gd name="T6" fmla="*/ 559 w 446"/>
                  <a:gd name="T7" fmla="*/ 56 h 38"/>
                  <a:gd name="T8" fmla="*/ 454 w 446"/>
                  <a:gd name="T9" fmla="*/ 47 h 38"/>
                  <a:gd name="T10" fmla="*/ 232 w 446"/>
                  <a:gd name="T11" fmla="*/ 12 h 38"/>
                  <a:gd name="T12" fmla="*/ 0 w 446"/>
                  <a:gd name="T13" fmla="*/ 35 h 38"/>
                  <a:gd name="T14" fmla="*/ 77 w 446"/>
                  <a:gd name="T15" fmla="*/ 54 h 38"/>
                  <a:gd name="T16" fmla="*/ 254 w 446"/>
                  <a:gd name="T17" fmla="*/ 63 h 38"/>
                  <a:gd name="T18" fmla="*/ 799 w 446"/>
                  <a:gd name="T19" fmla="*/ 91 h 38"/>
                  <a:gd name="T20" fmla="*/ 964 w 446"/>
                  <a:gd name="T21" fmla="*/ 72 h 38"/>
                  <a:gd name="T22" fmla="*/ 1114 w 446"/>
                  <a:gd name="T23" fmla="*/ 42 h 38"/>
                  <a:gd name="T24" fmla="*/ 1036 w 446"/>
                  <a:gd name="T25" fmla="*/ 47 h 3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446" h="38">
                    <a:moveTo>
                      <a:pt x="415" y="19"/>
                    </a:moveTo>
                    <a:cubicBezTo>
                      <a:pt x="402" y="19"/>
                      <a:pt x="391" y="19"/>
                      <a:pt x="379" y="16"/>
                    </a:cubicBezTo>
                    <a:cubicBezTo>
                      <a:pt x="343" y="9"/>
                      <a:pt x="302" y="8"/>
                      <a:pt x="266" y="13"/>
                    </a:cubicBezTo>
                    <a:cubicBezTo>
                      <a:pt x="251" y="15"/>
                      <a:pt x="238" y="22"/>
                      <a:pt x="224" y="23"/>
                    </a:cubicBezTo>
                    <a:cubicBezTo>
                      <a:pt x="210" y="23"/>
                      <a:pt x="195" y="21"/>
                      <a:pt x="182" y="19"/>
                    </a:cubicBezTo>
                    <a:cubicBezTo>
                      <a:pt x="152" y="13"/>
                      <a:pt x="123" y="6"/>
                      <a:pt x="93" y="5"/>
                    </a:cubicBezTo>
                    <a:cubicBezTo>
                      <a:pt x="66" y="3"/>
                      <a:pt x="24" y="0"/>
                      <a:pt x="0" y="14"/>
                    </a:cubicBezTo>
                    <a:cubicBezTo>
                      <a:pt x="0" y="19"/>
                      <a:pt x="9" y="22"/>
                      <a:pt x="31" y="22"/>
                    </a:cubicBezTo>
                    <a:cubicBezTo>
                      <a:pt x="67" y="22"/>
                      <a:pt x="102" y="26"/>
                      <a:pt x="102" y="26"/>
                    </a:cubicBezTo>
                    <a:cubicBezTo>
                      <a:pt x="320" y="38"/>
                      <a:pt x="320" y="38"/>
                      <a:pt x="320" y="38"/>
                    </a:cubicBezTo>
                    <a:cubicBezTo>
                      <a:pt x="386" y="30"/>
                      <a:pt x="386" y="30"/>
                      <a:pt x="386" y="30"/>
                    </a:cubicBezTo>
                    <a:cubicBezTo>
                      <a:pt x="386" y="30"/>
                      <a:pt x="440" y="30"/>
                      <a:pt x="446" y="17"/>
                    </a:cubicBezTo>
                    <a:cubicBezTo>
                      <a:pt x="434" y="17"/>
                      <a:pt x="420" y="18"/>
                      <a:pt x="415" y="19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660" name="Freeform 248">
                <a:extLst>
                  <a:ext uri="{FF2B5EF4-FFF2-40B4-BE49-F238E27FC236}">
                    <a16:creationId xmlns:a16="http://schemas.microsoft.com/office/drawing/2014/main" id="{9658F8EA-53D2-4F7E-99E0-494AD19F53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3" y="1294"/>
                <a:ext cx="1056" cy="2458"/>
              </a:xfrm>
              <a:custGeom>
                <a:avLst/>
                <a:gdLst>
                  <a:gd name="T0" fmla="*/ 1247 w 779"/>
                  <a:gd name="T1" fmla="*/ 174 h 1826"/>
                  <a:gd name="T2" fmla="*/ 1750 w 779"/>
                  <a:gd name="T3" fmla="*/ 871 h 1826"/>
                  <a:gd name="T4" fmla="*/ 1872 w 779"/>
                  <a:gd name="T5" fmla="*/ 1572 h 1826"/>
                  <a:gd name="T6" fmla="*/ 1892 w 779"/>
                  <a:gd name="T7" fmla="*/ 1847 h 1826"/>
                  <a:gd name="T8" fmla="*/ 1892 w 779"/>
                  <a:gd name="T9" fmla="*/ 1902 h 1826"/>
                  <a:gd name="T10" fmla="*/ 1933 w 779"/>
                  <a:gd name="T11" fmla="*/ 2093 h 1826"/>
                  <a:gd name="T12" fmla="*/ 1915 w 779"/>
                  <a:gd name="T13" fmla="*/ 2187 h 1826"/>
                  <a:gd name="T14" fmla="*/ 1819 w 779"/>
                  <a:gd name="T15" fmla="*/ 2288 h 1826"/>
                  <a:gd name="T16" fmla="*/ 1772 w 779"/>
                  <a:gd name="T17" fmla="*/ 2268 h 1826"/>
                  <a:gd name="T18" fmla="*/ 1750 w 779"/>
                  <a:gd name="T19" fmla="*/ 2247 h 1826"/>
                  <a:gd name="T20" fmla="*/ 1743 w 779"/>
                  <a:gd name="T21" fmla="*/ 2142 h 1826"/>
                  <a:gd name="T22" fmla="*/ 1758 w 779"/>
                  <a:gd name="T23" fmla="*/ 1937 h 1826"/>
                  <a:gd name="T24" fmla="*/ 1724 w 779"/>
                  <a:gd name="T25" fmla="*/ 1823 h 1826"/>
                  <a:gd name="T26" fmla="*/ 1578 w 779"/>
                  <a:gd name="T27" fmla="*/ 1299 h 1826"/>
                  <a:gd name="T28" fmla="*/ 1487 w 779"/>
                  <a:gd name="T29" fmla="*/ 1077 h 1826"/>
                  <a:gd name="T30" fmla="*/ 1564 w 779"/>
                  <a:gd name="T31" fmla="*/ 1481 h 1826"/>
                  <a:gd name="T32" fmla="*/ 1441 w 779"/>
                  <a:gd name="T33" fmla="*/ 2870 h 1826"/>
                  <a:gd name="T34" fmla="*/ 1333 w 779"/>
                  <a:gd name="T35" fmla="*/ 3727 h 1826"/>
                  <a:gd name="T36" fmla="*/ 1247 w 779"/>
                  <a:gd name="T37" fmla="*/ 4139 h 1826"/>
                  <a:gd name="T38" fmla="*/ 1311 w 779"/>
                  <a:gd name="T39" fmla="*/ 4351 h 1826"/>
                  <a:gd name="T40" fmla="*/ 1282 w 779"/>
                  <a:gd name="T41" fmla="*/ 4425 h 1826"/>
                  <a:gd name="T42" fmla="*/ 1158 w 779"/>
                  <a:gd name="T43" fmla="*/ 4434 h 1826"/>
                  <a:gd name="T44" fmla="*/ 1038 w 779"/>
                  <a:gd name="T45" fmla="*/ 4349 h 1826"/>
                  <a:gd name="T46" fmla="*/ 1034 w 779"/>
                  <a:gd name="T47" fmla="*/ 4200 h 1826"/>
                  <a:gd name="T48" fmla="*/ 1051 w 779"/>
                  <a:gd name="T49" fmla="*/ 4057 h 1826"/>
                  <a:gd name="T50" fmla="*/ 957 w 779"/>
                  <a:gd name="T51" fmla="*/ 3083 h 1826"/>
                  <a:gd name="T52" fmla="*/ 946 w 779"/>
                  <a:gd name="T53" fmla="*/ 3468 h 1826"/>
                  <a:gd name="T54" fmla="*/ 895 w 779"/>
                  <a:gd name="T55" fmla="*/ 4145 h 1826"/>
                  <a:gd name="T56" fmla="*/ 910 w 779"/>
                  <a:gd name="T57" fmla="*/ 4283 h 1826"/>
                  <a:gd name="T58" fmla="*/ 874 w 779"/>
                  <a:gd name="T59" fmla="*/ 4427 h 1826"/>
                  <a:gd name="T60" fmla="*/ 714 w 779"/>
                  <a:gd name="T61" fmla="*/ 4438 h 1826"/>
                  <a:gd name="T62" fmla="*/ 630 w 779"/>
                  <a:gd name="T63" fmla="*/ 4391 h 1826"/>
                  <a:gd name="T64" fmla="*/ 678 w 779"/>
                  <a:gd name="T65" fmla="*/ 4227 h 1826"/>
                  <a:gd name="T66" fmla="*/ 689 w 779"/>
                  <a:gd name="T67" fmla="*/ 4059 h 1826"/>
                  <a:gd name="T68" fmla="*/ 573 w 779"/>
                  <a:gd name="T69" fmla="*/ 3219 h 1826"/>
                  <a:gd name="T70" fmla="*/ 289 w 779"/>
                  <a:gd name="T71" fmla="*/ 2085 h 1826"/>
                  <a:gd name="T72" fmla="*/ 464 w 779"/>
                  <a:gd name="T73" fmla="*/ 1193 h 1826"/>
                  <a:gd name="T74" fmla="*/ 454 w 779"/>
                  <a:gd name="T75" fmla="*/ 1077 h 1826"/>
                  <a:gd name="T76" fmla="*/ 268 w 779"/>
                  <a:gd name="T77" fmla="*/ 1656 h 1826"/>
                  <a:gd name="T78" fmla="*/ 184 w 779"/>
                  <a:gd name="T79" fmla="*/ 1930 h 1826"/>
                  <a:gd name="T80" fmla="*/ 195 w 779"/>
                  <a:gd name="T81" fmla="*/ 2006 h 1826"/>
                  <a:gd name="T82" fmla="*/ 187 w 779"/>
                  <a:gd name="T83" fmla="*/ 2225 h 1826"/>
                  <a:gd name="T84" fmla="*/ 195 w 779"/>
                  <a:gd name="T85" fmla="*/ 2263 h 1826"/>
                  <a:gd name="T86" fmla="*/ 187 w 779"/>
                  <a:gd name="T87" fmla="*/ 2307 h 1826"/>
                  <a:gd name="T88" fmla="*/ 56 w 779"/>
                  <a:gd name="T89" fmla="*/ 2241 h 1826"/>
                  <a:gd name="T90" fmla="*/ 7 w 779"/>
                  <a:gd name="T91" fmla="*/ 2143 h 1826"/>
                  <a:gd name="T92" fmla="*/ 35 w 779"/>
                  <a:gd name="T93" fmla="*/ 1972 h 1826"/>
                  <a:gd name="T94" fmla="*/ 47 w 779"/>
                  <a:gd name="T95" fmla="*/ 1902 h 1826"/>
                  <a:gd name="T96" fmla="*/ 57 w 779"/>
                  <a:gd name="T97" fmla="*/ 1753 h 1826"/>
                  <a:gd name="T98" fmla="*/ 110 w 779"/>
                  <a:gd name="T99" fmla="*/ 1241 h 1826"/>
                  <a:gd name="T100" fmla="*/ 324 w 779"/>
                  <a:gd name="T101" fmla="*/ 347 h 1826"/>
                  <a:gd name="T102" fmla="*/ 790 w 779"/>
                  <a:gd name="T103" fmla="*/ 0 h 182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0" t="0" r="r" b="b"/>
                <a:pathLst>
                  <a:path w="779" h="1826">
                    <a:moveTo>
                      <a:pt x="462" y="1"/>
                    </a:moveTo>
                    <a:cubicBezTo>
                      <a:pt x="462" y="37"/>
                      <a:pt x="476" y="59"/>
                      <a:pt x="501" y="71"/>
                    </a:cubicBezTo>
                    <a:cubicBezTo>
                      <a:pt x="544" y="92"/>
                      <a:pt x="608" y="71"/>
                      <a:pt x="650" y="143"/>
                    </a:cubicBezTo>
                    <a:cubicBezTo>
                      <a:pt x="692" y="215"/>
                      <a:pt x="682" y="257"/>
                      <a:pt x="702" y="357"/>
                    </a:cubicBezTo>
                    <a:cubicBezTo>
                      <a:pt x="716" y="426"/>
                      <a:pt x="730" y="485"/>
                      <a:pt x="736" y="509"/>
                    </a:cubicBezTo>
                    <a:cubicBezTo>
                      <a:pt x="747" y="555"/>
                      <a:pt x="745" y="576"/>
                      <a:pt x="752" y="645"/>
                    </a:cubicBezTo>
                    <a:cubicBezTo>
                      <a:pt x="755" y="674"/>
                      <a:pt x="755" y="697"/>
                      <a:pt x="756" y="718"/>
                    </a:cubicBezTo>
                    <a:cubicBezTo>
                      <a:pt x="756" y="731"/>
                      <a:pt x="760" y="746"/>
                      <a:pt x="760" y="757"/>
                    </a:cubicBezTo>
                    <a:cubicBezTo>
                      <a:pt x="761" y="766"/>
                      <a:pt x="759" y="772"/>
                      <a:pt x="760" y="780"/>
                    </a:cubicBezTo>
                    <a:cubicBezTo>
                      <a:pt x="760" y="780"/>
                      <a:pt x="760" y="780"/>
                      <a:pt x="760" y="780"/>
                    </a:cubicBezTo>
                    <a:cubicBezTo>
                      <a:pt x="762" y="793"/>
                      <a:pt x="764" y="803"/>
                      <a:pt x="766" y="808"/>
                    </a:cubicBezTo>
                    <a:cubicBezTo>
                      <a:pt x="772" y="826"/>
                      <a:pt x="774" y="854"/>
                      <a:pt x="776" y="858"/>
                    </a:cubicBezTo>
                    <a:cubicBezTo>
                      <a:pt x="779" y="862"/>
                      <a:pt x="778" y="874"/>
                      <a:pt x="776" y="879"/>
                    </a:cubicBezTo>
                    <a:cubicBezTo>
                      <a:pt x="774" y="884"/>
                      <a:pt x="772" y="890"/>
                      <a:pt x="769" y="897"/>
                    </a:cubicBezTo>
                    <a:cubicBezTo>
                      <a:pt x="767" y="902"/>
                      <a:pt x="761" y="913"/>
                      <a:pt x="758" y="919"/>
                    </a:cubicBezTo>
                    <a:cubicBezTo>
                      <a:pt x="754" y="926"/>
                      <a:pt x="741" y="934"/>
                      <a:pt x="730" y="938"/>
                    </a:cubicBezTo>
                    <a:cubicBezTo>
                      <a:pt x="722" y="942"/>
                      <a:pt x="705" y="949"/>
                      <a:pt x="704" y="946"/>
                    </a:cubicBezTo>
                    <a:cubicBezTo>
                      <a:pt x="700" y="939"/>
                      <a:pt x="705" y="933"/>
                      <a:pt x="711" y="930"/>
                    </a:cubicBezTo>
                    <a:cubicBezTo>
                      <a:pt x="714" y="927"/>
                      <a:pt x="704" y="935"/>
                      <a:pt x="702" y="928"/>
                    </a:cubicBezTo>
                    <a:cubicBezTo>
                      <a:pt x="701" y="926"/>
                      <a:pt x="701" y="925"/>
                      <a:pt x="702" y="921"/>
                    </a:cubicBezTo>
                    <a:cubicBezTo>
                      <a:pt x="700" y="917"/>
                      <a:pt x="701" y="917"/>
                      <a:pt x="704" y="912"/>
                    </a:cubicBezTo>
                    <a:cubicBezTo>
                      <a:pt x="698" y="911"/>
                      <a:pt x="699" y="889"/>
                      <a:pt x="700" y="878"/>
                    </a:cubicBezTo>
                    <a:cubicBezTo>
                      <a:pt x="699" y="869"/>
                      <a:pt x="696" y="841"/>
                      <a:pt x="701" y="822"/>
                    </a:cubicBezTo>
                    <a:cubicBezTo>
                      <a:pt x="704" y="810"/>
                      <a:pt x="707" y="801"/>
                      <a:pt x="706" y="794"/>
                    </a:cubicBezTo>
                    <a:cubicBezTo>
                      <a:pt x="706" y="793"/>
                      <a:pt x="706" y="792"/>
                      <a:pt x="705" y="791"/>
                    </a:cubicBezTo>
                    <a:cubicBezTo>
                      <a:pt x="702" y="787"/>
                      <a:pt x="694" y="760"/>
                      <a:pt x="692" y="747"/>
                    </a:cubicBezTo>
                    <a:cubicBezTo>
                      <a:pt x="689" y="735"/>
                      <a:pt x="682" y="707"/>
                      <a:pt x="672" y="679"/>
                    </a:cubicBezTo>
                    <a:cubicBezTo>
                      <a:pt x="650" y="611"/>
                      <a:pt x="636" y="557"/>
                      <a:pt x="634" y="533"/>
                    </a:cubicBezTo>
                    <a:cubicBezTo>
                      <a:pt x="632" y="509"/>
                      <a:pt x="603" y="453"/>
                      <a:pt x="597" y="441"/>
                    </a:cubicBezTo>
                    <a:cubicBezTo>
                      <a:pt x="597" y="441"/>
                      <a:pt x="597" y="441"/>
                      <a:pt x="597" y="441"/>
                    </a:cubicBezTo>
                    <a:cubicBezTo>
                      <a:pt x="596" y="458"/>
                      <a:pt x="594" y="475"/>
                      <a:pt x="594" y="489"/>
                    </a:cubicBezTo>
                    <a:cubicBezTo>
                      <a:pt x="594" y="517"/>
                      <a:pt x="610" y="545"/>
                      <a:pt x="628" y="607"/>
                    </a:cubicBezTo>
                    <a:cubicBezTo>
                      <a:pt x="646" y="669"/>
                      <a:pt x="670" y="759"/>
                      <a:pt x="664" y="855"/>
                    </a:cubicBezTo>
                    <a:cubicBezTo>
                      <a:pt x="658" y="951"/>
                      <a:pt x="602" y="1125"/>
                      <a:pt x="578" y="1177"/>
                    </a:cubicBezTo>
                    <a:cubicBezTo>
                      <a:pt x="554" y="1229"/>
                      <a:pt x="552" y="1261"/>
                      <a:pt x="550" y="1319"/>
                    </a:cubicBezTo>
                    <a:cubicBezTo>
                      <a:pt x="548" y="1377"/>
                      <a:pt x="557" y="1444"/>
                      <a:pt x="535" y="1528"/>
                    </a:cubicBezTo>
                    <a:cubicBezTo>
                      <a:pt x="513" y="1612"/>
                      <a:pt x="506" y="1626"/>
                      <a:pt x="502" y="1664"/>
                    </a:cubicBezTo>
                    <a:cubicBezTo>
                      <a:pt x="502" y="1678"/>
                      <a:pt x="504" y="1684"/>
                      <a:pt x="501" y="1697"/>
                    </a:cubicBezTo>
                    <a:cubicBezTo>
                      <a:pt x="498" y="1717"/>
                      <a:pt x="497" y="1714"/>
                      <a:pt x="508" y="1733"/>
                    </a:cubicBezTo>
                    <a:cubicBezTo>
                      <a:pt x="517" y="1746"/>
                      <a:pt x="521" y="1778"/>
                      <a:pt x="526" y="1784"/>
                    </a:cubicBezTo>
                    <a:cubicBezTo>
                      <a:pt x="531" y="1790"/>
                      <a:pt x="528" y="1796"/>
                      <a:pt x="526" y="1800"/>
                    </a:cubicBezTo>
                    <a:cubicBezTo>
                      <a:pt x="530" y="1809"/>
                      <a:pt x="519" y="1814"/>
                      <a:pt x="515" y="1814"/>
                    </a:cubicBezTo>
                    <a:cubicBezTo>
                      <a:pt x="517" y="1825"/>
                      <a:pt x="497" y="1824"/>
                      <a:pt x="492" y="1819"/>
                    </a:cubicBezTo>
                    <a:cubicBezTo>
                      <a:pt x="486" y="1825"/>
                      <a:pt x="471" y="1825"/>
                      <a:pt x="465" y="1818"/>
                    </a:cubicBezTo>
                    <a:cubicBezTo>
                      <a:pt x="456" y="1826"/>
                      <a:pt x="439" y="1826"/>
                      <a:pt x="428" y="1815"/>
                    </a:cubicBezTo>
                    <a:cubicBezTo>
                      <a:pt x="417" y="1805"/>
                      <a:pt x="416" y="1794"/>
                      <a:pt x="417" y="1783"/>
                    </a:cubicBezTo>
                    <a:cubicBezTo>
                      <a:pt x="419" y="1772"/>
                      <a:pt x="416" y="1769"/>
                      <a:pt x="414" y="1756"/>
                    </a:cubicBezTo>
                    <a:cubicBezTo>
                      <a:pt x="411" y="1742"/>
                      <a:pt x="412" y="1729"/>
                      <a:pt x="415" y="1722"/>
                    </a:cubicBezTo>
                    <a:cubicBezTo>
                      <a:pt x="419" y="1713"/>
                      <a:pt x="420" y="1709"/>
                      <a:pt x="420" y="1699"/>
                    </a:cubicBezTo>
                    <a:cubicBezTo>
                      <a:pt x="420" y="1690"/>
                      <a:pt x="416" y="1675"/>
                      <a:pt x="422" y="1663"/>
                    </a:cubicBezTo>
                    <a:cubicBezTo>
                      <a:pt x="430" y="1617"/>
                      <a:pt x="401" y="1533"/>
                      <a:pt x="397" y="1422"/>
                    </a:cubicBezTo>
                    <a:cubicBezTo>
                      <a:pt x="396" y="1409"/>
                      <a:pt x="385" y="1276"/>
                      <a:pt x="384" y="1264"/>
                    </a:cubicBezTo>
                    <a:cubicBezTo>
                      <a:pt x="384" y="1264"/>
                      <a:pt x="384" y="1264"/>
                      <a:pt x="384" y="1264"/>
                    </a:cubicBezTo>
                    <a:cubicBezTo>
                      <a:pt x="384" y="1276"/>
                      <a:pt x="381" y="1409"/>
                      <a:pt x="380" y="1422"/>
                    </a:cubicBezTo>
                    <a:cubicBezTo>
                      <a:pt x="373" y="1554"/>
                      <a:pt x="349" y="1619"/>
                      <a:pt x="357" y="1663"/>
                    </a:cubicBezTo>
                    <a:cubicBezTo>
                      <a:pt x="363" y="1675"/>
                      <a:pt x="359" y="1690"/>
                      <a:pt x="359" y="1699"/>
                    </a:cubicBezTo>
                    <a:cubicBezTo>
                      <a:pt x="359" y="1709"/>
                      <a:pt x="361" y="1713"/>
                      <a:pt x="365" y="1722"/>
                    </a:cubicBezTo>
                    <a:cubicBezTo>
                      <a:pt x="367" y="1729"/>
                      <a:pt x="368" y="1742"/>
                      <a:pt x="365" y="1756"/>
                    </a:cubicBezTo>
                    <a:cubicBezTo>
                      <a:pt x="363" y="1769"/>
                      <a:pt x="361" y="1772"/>
                      <a:pt x="362" y="1783"/>
                    </a:cubicBezTo>
                    <a:cubicBezTo>
                      <a:pt x="363" y="1794"/>
                      <a:pt x="362" y="1805"/>
                      <a:pt x="351" y="1815"/>
                    </a:cubicBezTo>
                    <a:cubicBezTo>
                      <a:pt x="340" y="1826"/>
                      <a:pt x="324" y="1826"/>
                      <a:pt x="314" y="1818"/>
                    </a:cubicBezTo>
                    <a:cubicBezTo>
                      <a:pt x="308" y="1825"/>
                      <a:pt x="293" y="1825"/>
                      <a:pt x="287" y="1819"/>
                    </a:cubicBezTo>
                    <a:cubicBezTo>
                      <a:pt x="283" y="1824"/>
                      <a:pt x="263" y="1825"/>
                      <a:pt x="264" y="1814"/>
                    </a:cubicBezTo>
                    <a:cubicBezTo>
                      <a:pt x="260" y="1814"/>
                      <a:pt x="250" y="1809"/>
                      <a:pt x="253" y="1800"/>
                    </a:cubicBezTo>
                    <a:cubicBezTo>
                      <a:pt x="251" y="1796"/>
                      <a:pt x="248" y="1790"/>
                      <a:pt x="253" y="1784"/>
                    </a:cubicBezTo>
                    <a:cubicBezTo>
                      <a:pt x="258" y="1778"/>
                      <a:pt x="263" y="1746"/>
                      <a:pt x="272" y="1733"/>
                    </a:cubicBezTo>
                    <a:cubicBezTo>
                      <a:pt x="282" y="1714"/>
                      <a:pt x="281" y="1717"/>
                      <a:pt x="278" y="1697"/>
                    </a:cubicBezTo>
                    <a:cubicBezTo>
                      <a:pt x="275" y="1684"/>
                      <a:pt x="278" y="1678"/>
                      <a:pt x="277" y="1664"/>
                    </a:cubicBezTo>
                    <a:cubicBezTo>
                      <a:pt x="273" y="1626"/>
                      <a:pt x="267" y="1620"/>
                      <a:pt x="245" y="1536"/>
                    </a:cubicBezTo>
                    <a:cubicBezTo>
                      <a:pt x="223" y="1452"/>
                      <a:pt x="232" y="1377"/>
                      <a:pt x="230" y="1319"/>
                    </a:cubicBezTo>
                    <a:cubicBezTo>
                      <a:pt x="228" y="1261"/>
                      <a:pt x="226" y="1229"/>
                      <a:pt x="202" y="1177"/>
                    </a:cubicBezTo>
                    <a:cubicBezTo>
                      <a:pt x="178" y="1125"/>
                      <a:pt x="122" y="951"/>
                      <a:pt x="116" y="855"/>
                    </a:cubicBezTo>
                    <a:cubicBezTo>
                      <a:pt x="110" y="759"/>
                      <a:pt x="134" y="669"/>
                      <a:pt x="152" y="607"/>
                    </a:cubicBezTo>
                    <a:cubicBezTo>
                      <a:pt x="170" y="545"/>
                      <a:pt x="186" y="517"/>
                      <a:pt x="186" y="489"/>
                    </a:cubicBezTo>
                    <a:cubicBezTo>
                      <a:pt x="186" y="475"/>
                      <a:pt x="183" y="458"/>
                      <a:pt x="182" y="441"/>
                    </a:cubicBezTo>
                    <a:cubicBezTo>
                      <a:pt x="182" y="441"/>
                      <a:pt x="182" y="441"/>
                      <a:pt x="182" y="441"/>
                    </a:cubicBezTo>
                    <a:cubicBezTo>
                      <a:pt x="176" y="453"/>
                      <a:pt x="148" y="509"/>
                      <a:pt x="146" y="533"/>
                    </a:cubicBezTo>
                    <a:cubicBezTo>
                      <a:pt x="144" y="557"/>
                      <a:pt x="130" y="611"/>
                      <a:pt x="108" y="679"/>
                    </a:cubicBezTo>
                    <a:cubicBezTo>
                      <a:pt x="98" y="707"/>
                      <a:pt x="90" y="735"/>
                      <a:pt x="88" y="747"/>
                    </a:cubicBezTo>
                    <a:cubicBezTo>
                      <a:pt x="85" y="760"/>
                      <a:pt x="77" y="787"/>
                      <a:pt x="74" y="791"/>
                    </a:cubicBezTo>
                    <a:cubicBezTo>
                      <a:pt x="73" y="792"/>
                      <a:pt x="73" y="793"/>
                      <a:pt x="73" y="794"/>
                    </a:cubicBezTo>
                    <a:cubicBezTo>
                      <a:pt x="72" y="801"/>
                      <a:pt x="75" y="810"/>
                      <a:pt x="78" y="822"/>
                    </a:cubicBezTo>
                    <a:cubicBezTo>
                      <a:pt x="83" y="841"/>
                      <a:pt x="81" y="869"/>
                      <a:pt x="79" y="878"/>
                    </a:cubicBezTo>
                    <a:cubicBezTo>
                      <a:pt x="81" y="889"/>
                      <a:pt x="81" y="911"/>
                      <a:pt x="75" y="912"/>
                    </a:cubicBezTo>
                    <a:cubicBezTo>
                      <a:pt x="78" y="917"/>
                      <a:pt x="79" y="917"/>
                      <a:pt x="77" y="921"/>
                    </a:cubicBezTo>
                    <a:cubicBezTo>
                      <a:pt x="79" y="925"/>
                      <a:pt x="79" y="926"/>
                      <a:pt x="78" y="928"/>
                    </a:cubicBezTo>
                    <a:cubicBezTo>
                      <a:pt x="75" y="935"/>
                      <a:pt x="65" y="927"/>
                      <a:pt x="68" y="930"/>
                    </a:cubicBezTo>
                    <a:cubicBezTo>
                      <a:pt x="74" y="933"/>
                      <a:pt x="79" y="939"/>
                      <a:pt x="75" y="946"/>
                    </a:cubicBezTo>
                    <a:cubicBezTo>
                      <a:pt x="74" y="949"/>
                      <a:pt x="57" y="942"/>
                      <a:pt x="50" y="938"/>
                    </a:cubicBezTo>
                    <a:cubicBezTo>
                      <a:pt x="38" y="934"/>
                      <a:pt x="25" y="926"/>
                      <a:pt x="22" y="919"/>
                    </a:cubicBezTo>
                    <a:cubicBezTo>
                      <a:pt x="18" y="913"/>
                      <a:pt x="12" y="902"/>
                      <a:pt x="10" y="897"/>
                    </a:cubicBezTo>
                    <a:cubicBezTo>
                      <a:pt x="7" y="890"/>
                      <a:pt x="5" y="884"/>
                      <a:pt x="3" y="879"/>
                    </a:cubicBezTo>
                    <a:cubicBezTo>
                      <a:pt x="1" y="874"/>
                      <a:pt x="0" y="862"/>
                      <a:pt x="3" y="858"/>
                    </a:cubicBezTo>
                    <a:cubicBezTo>
                      <a:pt x="5" y="854"/>
                      <a:pt x="7" y="826"/>
                      <a:pt x="14" y="808"/>
                    </a:cubicBezTo>
                    <a:cubicBezTo>
                      <a:pt x="15" y="803"/>
                      <a:pt x="17" y="793"/>
                      <a:pt x="19" y="780"/>
                    </a:cubicBezTo>
                    <a:cubicBezTo>
                      <a:pt x="19" y="780"/>
                      <a:pt x="19" y="780"/>
                      <a:pt x="19" y="780"/>
                    </a:cubicBezTo>
                    <a:cubicBezTo>
                      <a:pt x="21" y="772"/>
                      <a:pt x="18" y="766"/>
                      <a:pt x="19" y="757"/>
                    </a:cubicBezTo>
                    <a:cubicBezTo>
                      <a:pt x="20" y="746"/>
                      <a:pt x="23" y="731"/>
                      <a:pt x="23" y="718"/>
                    </a:cubicBezTo>
                    <a:cubicBezTo>
                      <a:pt x="24" y="697"/>
                      <a:pt x="25" y="674"/>
                      <a:pt x="28" y="645"/>
                    </a:cubicBezTo>
                    <a:cubicBezTo>
                      <a:pt x="35" y="576"/>
                      <a:pt x="33" y="555"/>
                      <a:pt x="44" y="509"/>
                    </a:cubicBezTo>
                    <a:cubicBezTo>
                      <a:pt x="49" y="485"/>
                      <a:pt x="64" y="426"/>
                      <a:pt x="78" y="357"/>
                    </a:cubicBezTo>
                    <a:cubicBezTo>
                      <a:pt x="98" y="257"/>
                      <a:pt x="88" y="215"/>
                      <a:pt x="130" y="143"/>
                    </a:cubicBezTo>
                    <a:cubicBezTo>
                      <a:pt x="172" y="71"/>
                      <a:pt x="235" y="92"/>
                      <a:pt x="278" y="71"/>
                    </a:cubicBezTo>
                    <a:cubicBezTo>
                      <a:pt x="303" y="59"/>
                      <a:pt x="317" y="36"/>
                      <a:pt x="317" y="0"/>
                    </a:cubicBezTo>
                  </a:path>
                </a:pathLst>
              </a:custGeom>
              <a:solidFill>
                <a:srgbClr val="FEF2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661" name="Freeform 249">
                <a:extLst>
                  <a:ext uri="{FF2B5EF4-FFF2-40B4-BE49-F238E27FC236}">
                    <a16:creationId xmlns:a16="http://schemas.microsoft.com/office/drawing/2014/main" id="{CDC8FE36-E735-441E-A60C-9A53693A86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0" y="2384"/>
                <a:ext cx="127" cy="1089"/>
              </a:xfrm>
              <a:custGeom>
                <a:avLst/>
                <a:gdLst>
                  <a:gd name="T0" fmla="*/ 0 w 94"/>
                  <a:gd name="T1" fmla="*/ 0 h 809"/>
                  <a:gd name="T2" fmla="*/ 212 w 94"/>
                  <a:gd name="T3" fmla="*/ 148 h 809"/>
                  <a:gd name="T4" fmla="*/ 227 w 94"/>
                  <a:gd name="T5" fmla="*/ 446 h 809"/>
                  <a:gd name="T6" fmla="*/ 212 w 94"/>
                  <a:gd name="T7" fmla="*/ 1016 h 809"/>
                  <a:gd name="T8" fmla="*/ 188 w 94"/>
                  <a:gd name="T9" fmla="*/ 1323 h 809"/>
                  <a:gd name="T10" fmla="*/ 170 w 94"/>
                  <a:gd name="T11" fmla="*/ 1531 h 809"/>
                  <a:gd name="T12" fmla="*/ 119 w 94"/>
                  <a:gd name="T13" fmla="*/ 1973 h 809"/>
                  <a:gd name="T14" fmla="*/ 153 w 94"/>
                  <a:gd name="T15" fmla="*/ 1561 h 809"/>
                  <a:gd name="T16" fmla="*/ 139 w 94"/>
                  <a:gd name="T17" fmla="*/ 1220 h 809"/>
                  <a:gd name="T18" fmla="*/ 78 w 94"/>
                  <a:gd name="T19" fmla="*/ 1113 h 809"/>
                  <a:gd name="T20" fmla="*/ 142 w 94"/>
                  <a:gd name="T21" fmla="*/ 957 h 809"/>
                  <a:gd name="T22" fmla="*/ 0 w 94"/>
                  <a:gd name="T23" fmla="*/ 0 h 809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94" h="809">
                    <a:moveTo>
                      <a:pt x="0" y="0"/>
                    </a:moveTo>
                    <a:cubicBezTo>
                      <a:pt x="26" y="33"/>
                      <a:pt x="78" y="48"/>
                      <a:pt x="86" y="61"/>
                    </a:cubicBezTo>
                    <a:cubicBezTo>
                      <a:pt x="94" y="75"/>
                      <a:pt x="92" y="145"/>
                      <a:pt x="92" y="183"/>
                    </a:cubicBezTo>
                    <a:cubicBezTo>
                      <a:pt x="92" y="220"/>
                      <a:pt x="89" y="385"/>
                      <a:pt x="86" y="417"/>
                    </a:cubicBezTo>
                    <a:cubicBezTo>
                      <a:pt x="84" y="449"/>
                      <a:pt x="75" y="506"/>
                      <a:pt x="76" y="542"/>
                    </a:cubicBezTo>
                    <a:cubicBezTo>
                      <a:pt x="77" y="578"/>
                      <a:pt x="73" y="590"/>
                      <a:pt x="69" y="628"/>
                    </a:cubicBezTo>
                    <a:cubicBezTo>
                      <a:pt x="65" y="667"/>
                      <a:pt x="40" y="715"/>
                      <a:pt x="48" y="809"/>
                    </a:cubicBezTo>
                    <a:cubicBezTo>
                      <a:pt x="40" y="779"/>
                      <a:pt x="58" y="699"/>
                      <a:pt x="62" y="640"/>
                    </a:cubicBezTo>
                    <a:cubicBezTo>
                      <a:pt x="66" y="581"/>
                      <a:pt x="68" y="525"/>
                      <a:pt x="56" y="500"/>
                    </a:cubicBezTo>
                    <a:cubicBezTo>
                      <a:pt x="44" y="475"/>
                      <a:pt x="24" y="469"/>
                      <a:pt x="32" y="456"/>
                    </a:cubicBezTo>
                    <a:cubicBezTo>
                      <a:pt x="40" y="443"/>
                      <a:pt x="60" y="445"/>
                      <a:pt x="58" y="392"/>
                    </a:cubicBezTo>
                    <a:cubicBezTo>
                      <a:pt x="57" y="339"/>
                      <a:pt x="84" y="252"/>
                      <a:pt x="0" y="0"/>
                    </a:cubicBezTo>
                    <a:close/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662" name="Freeform 250">
                <a:extLst>
                  <a:ext uri="{FF2B5EF4-FFF2-40B4-BE49-F238E27FC236}">
                    <a16:creationId xmlns:a16="http://schemas.microsoft.com/office/drawing/2014/main" id="{AB2407E2-8172-4FA7-91F1-B410A0147E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6" y="2300"/>
                <a:ext cx="223" cy="1227"/>
              </a:xfrm>
              <a:custGeom>
                <a:avLst/>
                <a:gdLst>
                  <a:gd name="T0" fmla="*/ 365 w 165"/>
                  <a:gd name="T1" fmla="*/ 0 h 912"/>
                  <a:gd name="T2" fmla="*/ 300 w 165"/>
                  <a:gd name="T3" fmla="*/ 697 h 912"/>
                  <a:gd name="T4" fmla="*/ 119 w 165"/>
                  <a:gd name="T5" fmla="*/ 1274 h 912"/>
                  <a:gd name="T6" fmla="*/ 77 w 165"/>
                  <a:gd name="T7" fmla="*/ 1924 h 912"/>
                  <a:gd name="T8" fmla="*/ 0 w 165"/>
                  <a:gd name="T9" fmla="*/ 2221 h 912"/>
                  <a:gd name="T10" fmla="*/ 51 w 165"/>
                  <a:gd name="T11" fmla="*/ 1866 h 912"/>
                  <a:gd name="T12" fmla="*/ 58 w 165"/>
                  <a:gd name="T13" fmla="*/ 1352 h 912"/>
                  <a:gd name="T14" fmla="*/ 26 w 165"/>
                  <a:gd name="T15" fmla="*/ 1263 h 912"/>
                  <a:gd name="T16" fmla="*/ 114 w 165"/>
                  <a:gd name="T17" fmla="*/ 1127 h 912"/>
                  <a:gd name="T18" fmla="*/ 253 w 165"/>
                  <a:gd name="T19" fmla="*/ 492 h 912"/>
                  <a:gd name="T20" fmla="*/ 280 w 165"/>
                  <a:gd name="T21" fmla="*/ 35 h 91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65" h="912">
                    <a:moveTo>
                      <a:pt x="148" y="0"/>
                    </a:moveTo>
                    <a:cubicBezTo>
                      <a:pt x="158" y="67"/>
                      <a:pt x="165" y="146"/>
                      <a:pt x="121" y="286"/>
                    </a:cubicBezTo>
                    <a:cubicBezTo>
                      <a:pt x="77" y="426"/>
                      <a:pt x="49" y="452"/>
                      <a:pt x="48" y="523"/>
                    </a:cubicBezTo>
                    <a:cubicBezTo>
                      <a:pt x="46" y="594"/>
                      <a:pt x="54" y="714"/>
                      <a:pt x="31" y="790"/>
                    </a:cubicBezTo>
                    <a:cubicBezTo>
                      <a:pt x="9" y="866"/>
                      <a:pt x="2" y="892"/>
                      <a:pt x="0" y="912"/>
                    </a:cubicBezTo>
                    <a:cubicBezTo>
                      <a:pt x="1" y="882"/>
                      <a:pt x="11" y="813"/>
                      <a:pt x="21" y="766"/>
                    </a:cubicBezTo>
                    <a:cubicBezTo>
                      <a:pt x="30" y="720"/>
                      <a:pt x="29" y="579"/>
                      <a:pt x="24" y="555"/>
                    </a:cubicBezTo>
                    <a:cubicBezTo>
                      <a:pt x="18" y="531"/>
                      <a:pt x="0" y="527"/>
                      <a:pt x="10" y="519"/>
                    </a:cubicBezTo>
                    <a:cubicBezTo>
                      <a:pt x="21" y="511"/>
                      <a:pt x="44" y="487"/>
                      <a:pt x="46" y="463"/>
                    </a:cubicBezTo>
                    <a:cubicBezTo>
                      <a:pt x="49" y="439"/>
                      <a:pt x="84" y="275"/>
                      <a:pt x="102" y="202"/>
                    </a:cubicBezTo>
                    <a:cubicBezTo>
                      <a:pt x="121" y="128"/>
                      <a:pt x="126" y="26"/>
                      <a:pt x="113" y="14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663" name="Freeform 251">
                <a:extLst>
                  <a:ext uri="{FF2B5EF4-FFF2-40B4-BE49-F238E27FC236}">
                    <a16:creationId xmlns:a16="http://schemas.microsoft.com/office/drawing/2014/main" id="{21267E4F-2A09-44F5-A6AE-5CEF960C24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4" y="2983"/>
                <a:ext cx="146" cy="57"/>
              </a:xfrm>
              <a:custGeom>
                <a:avLst/>
                <a:gdLst>
                  <a:gd name="T0" fmla="*/ 0 w 108"/>
                  <a:gd name="T1" fmla="*/ 0 h 42"/>
                  <a:gd name="T2" fmla="*/ 118 w 108"/>
                  <a:gd name="T3" fmla="*/ 45 h 42"/>
                  <a:gd name="T4" fmla="*/ 181 w 108"/>
                  <a:gd name="T5" fmla="*/ 42 h 42"/>
                  <a:gd name="T6" fmla="*/ 254 w 108"/>
                  <a:gd name="T7" fmla="*/ 1 h 42"/>
                  <a:gd name="T8" fmla="*/ 254 w 108"/>
                  <a:gd name="T9" fmla="*/ 83 h 42"/>
                  <a:gd name="T10" fmla="*/ 173 w 108"/>
                  <a:gd name="T11" fmla="*/ 96 h 42"/>
                  <a:gd name="T12" fmla="*/ 89 w 108"/>
                  <a:gd name="T13" fmla="*/ 88 h 42"/>
                  <a:gd name="T14" fmla="*/ 1 w 108"/>
                  <a:gd name="T15" fmla="*/ 5 h 4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8" h="42">
                    <a:moveTo>
                      <a:pt x="0" y="0"/>
                    </a:moveTo>
                    <a:cubicBezTo>
                      <a:pt x="13" y="16"/>
                      <a:pt x="28" y="16"/>
                      <a:pt x="47" y="18"/>
                    </a:cubicBezTo>
                    <a:cubicBezTo>
                      <a:pt x="56" y="18"/>
                      <a:pt x="65" y="20"/>
                      <a:pt x="73" y="17"/>
                    </a:cubicBezTo>
                    <a:cubicBezTo>
                      <a:pt x="84" y="14"/>
                      <a:pt x="91" y="2"/>
                      <a:pt x="103" y="1"/>
                    </a:cubicBezTo>
                    <a:cubicBezTo>
                      <a:pt x="107" y="7"/>
                      <a:pt x="108" y="27"/>
                      <a:pt x="103" y="33"/>
                    </a:cubicBezTo>
                    <a:cubicBezTo>
                      <a:pt x="96" y="42"/>
                      <a:pt x="81" y="37"/>
                      <a:pt x="70" y="38"/>
                    </a:cubicBezTo>
                    <a:cubicBezTo>
                      <a:pt x="59" y="38"/>
                      <a:pt x="46" y="41"/>
                      <a:pt x="36" y="35"/>
                    </a:cubicBezTo>
                    <a:cubicBezTo>
                      <a:pt x="23" y="27"/>
                      <a:pt x="18" y="3"/>
                      <a:pt x="1" y="2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664" name="Freeform 252">
                <a:extLst>
                  <a:ext uri="{FF2B5EF4-FFF2-40B4-BE49-F238E27FC236}">
                    <a16:creationId xmlns:a16="http://schemas.microsoft.com/office/drawing/2014/main" id="{9EFF7280-06AC-4401-AA20-845EA98292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4" y="3504"/>
                <a:ext cx="59" cy="153"/>
              </a:xfrm>
              <a:custGeom>
                <a:avLst/>
                <a:gdLst>
                  <a:gd name="T0" fmla="*/ 84 w 44"/>
                  <a:gd name="T1" fmla="*/ 0 h 113"/>
                  <a:gd name="T2" fmla="*/ 62 w 44"/>
                  <a:gd name="T3" fmla="*/ 156 h 113"/>
                  <a:gd name="T4" fmla="*/ 90 w 44"/>
                  <a:gd name="T5" fmla="*/ 280 h 113"/>
                  <a:gd name="T6" fmla="*/ 23 w 44"/>
                  <a:gd name="T7" fmla="*/ 268 h 113"/>
                  <a:gd name="T8" fmla="*/ 54 w 44"/>
                  <a:gd name="T9" fmla="*/ 229 h 113"/>
                  <a:gd name="T10" fmla="*/ 28 w 44"/>
                  <a:gd name="T11" fmla="*/ 176 h 113"/>
                  <a:gd name="T12" fmla="*/ 78 w 44"/>
                  <a:gd name="T13" fmla="*/ 37 h 1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4" h="113">
                    <a:moveTo>
                      <a:pt x="35" y="0"/>
                    </a:moveTo>
                    <a:cubicBezTo>
                      <a:pt x="32" y="21"/>
                      <a:pt x="20" y="40"/>
                      <a:pt x="25" y="63"/>
                    </a:cubicBezTo>
                    <a:cubicBezTo>
                      <a:pt x="28" y="76"/>
                      <a:pt x="44" y="100"/>
                      <a:pt x="37" y="113"/>
                    </a:cubicBezTo>
                    <a:cubicBezTo>
                      <a:pt x="38" y="96"/>
                      <a:pt x="20" y="103"/>
                      <a:pt x="10" y="108"/>
                    </a:cubicBezTo>
                    <a:cubicBezTo>
                      <a:pt x="8" y="100"/>
                      <a:pt x="19" y="100"/>
                      <a:pt x="22" y="92"/>
                    </a:cubicBezTo>
                    <a:cubicBezTo>
                      <a:pt x="25" y="81"/>
                      <a:pt x="16" y="79"/>
                      <a:pt x="12" y="71"/>
                    </a:cubicBezTo>
                    <a:cubicBezTo>
                      <a:pt x="0" y="47"/>
                      <a:pt x="31" y="36"/>
                      <a:pt x="32" y="15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665" name="Freeform 253">
                <a:extLst>
                  <a:ext uri="{FF2B5EF4-FFF2-40B4-BE49-F238E27FC236}">
                    <a16:creationId xmlns:a16="http://schemas.microsoft.com/office/drawing/2014/main" id="{64EBBD0C-80FF-42B0-AE68-C298C791FD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7" y="3499"/>
                <a:ext cx="29" cy="119"/>
              </a:xfrm>
              <a:custGeom>
                <a:avLst/>
                <a:gdLst>
                  <a:gd name="T0" fmla="*/ 42 w 22"/>
                  <a:gd name="T1" fmla="*/ 0 h 88"/>
                  <a:gd name="T2" fmla="*/ 0 w 22"/>
                  <a:gd name="T3" fmla="*/ 218 h 8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88">
                    <a:moveTo>
                      <a:pt x="18" y="0"/>
                    </a:moveTo>
                    <a:cubicBezTo>
                      <a:pt x="18" y="27"/>
                      <a:pt x="22" y="67"/>
                      <a:pt x="0" y="88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666" name="Freeform 254">
                <a:extLst>
                  <a:ext uri="{FF2B5EF4-FFF2-40B4-BE49-F238E27FC236}">
                    <a16:creationId xmlns:a16="http://schemas.microsoft.com/office/drawing/2014/main" id="{E9953DAA-38C1-4068-838A-8218C11626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2" y="3447"/>
                <a:ext cx="39" cy="239"/>
              </a:xfrm>
              <a:custGeom>
                <a:avLst/>
                <a:gdLst>
                  <a:gd name="T0" fmla="*/ 42 w 29"/>
                  <a:gd name="T1" fmla="*/ 68 h 178"/>
                  <a:gd name="T2" fmla="*/ 43 w 29"/>
                  <a:gd name="T3" fmla="*/ 262 h 178"/>
                  <a:gd name="T4" fmla="*/ 69 w 29"/>
                  <a:gd name="T5" fmla="*/ 333 h 178"/>
                  <a:gd name="T6" fmla="*/ 48 w 29"/>
                  <a:gd name="T7" fmla="*/ 431 h 178"/>
                  <a:gd name="T8" fmla="*/ 56 w 29"/>
                  <a:gd name="T9" fmla="*/ 363 h 178"/>
                  <a:gd name="T10" fmla="*/ 30 w 29"/>
                  <a:gd name="T11" fmla="*/ 344 h 178"/>
                  <a:gd name="T12" fmla="*/ 27 w 29"/>
                  <a:gd name="T13" fmla="*/ 267 h 178"/>
                  <a:gd name="T14" fmla="*/ 27 w 29"/>
                  <a:gd name="T15" fmla="*/ 0 h 17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9" h="178">
                    <a:moveTo>
                      <a:pt x="17" y="28"/>
                    </a:moveTo>
                    <a:cubicBezTo>
                      <a:pt x="24" y="57"/>
                      <a:pt x="21" y="81"/>
                      <a:pt x="18" y="108"/>
                    </a:cubicBezTo>
                    <a:cubicBezTo>
                      <a:pt x="17" y="121"/>
                      <a:pt x="26" y="126"/>
                      <a:pt x="28" y="138"/>
                    </a:cubicBezTo>
                    <a:cubicBezTo>
                      <a:pt x="29" y="149"/>
                      <a:pt x="26" y="169"/>
                      <a:pt x="20" y="178"/>
                    </a:cubicBezTo>
                    <a:cubicBezTo>
                      <a:pt x="23" y="171"/>
                      <a:pt x="26" y="157"/>
                      <a:pt x="23" y="150"/>
                    </a:cubicBezTo>
                    <a:cubicBezTo>
                      <a:pt x="20" y="142"/>
                      <a:pt x="16" y="146"/>
                      <a:pt x="12" y="142"/>
                    </a:cubicBezTo>
                    <a:cubicBezTo>
                      <a:pt x="0" y="130"/>
                      <a:pt x="7" y="125"/>
                      <a:pt x="11" y="110"/>
                    </a:cubicBezTo>
                    <a:cubicBezTo>
                      <a:pt x="22" y="76"/>
                      <a:pt x="9" y="35"/>
                      <a:pt x="11" y="0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667" name="Freeform 255">
                <a:extLst>
                  <a:ext uri="{FF2B5EF4-FFF2-40B4-BE49-F238E27FC236}">
                    <a16:creationId xmlns:a16="http://schemas.microsoft.com/office/drawing/2014/main" id="{E6FCF220-70A6-40BD-ACCA-575CAEE866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7" y="2425"/>
                <a:ext cx="114" cy="646"/>
              </a:xfrm>
              <a:custGeom>
                <a:avLst/>
                <a:gdLst>
                  <a:gd name="T0" fmla="*/ 210 w 84"/>
                  <a:gd name="T1" fmla="*/ 0 h 480"/>
                  <a:gd name="T2" fmla="*/ 20 w 84"/>
                  <a:gd name="T3" fmla="*/ 167 h 480"/>
                  <a:gd name="T4" fmla="*/ 14 w 84"/>
                  <a:gd name="T5" fmla="*/ 795 h 480"/>
                  <a:gd name="T6" fmla="*/ 15 w 84"/>
                  <a:gd name="T7" fmla="*/ 1170 h 480"/>
                  <a:gd name="T8" fmla="*/ 41 w 84"/>
                  <a:gd name="T9" fmla="*/ 743 h 480"/>
                  <a:gd name="T10" fmla="*/ 210 w 84"/>
                  <a:gd name="T11" fmla="*/ 0 h 48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4" h="480">
                    <a:moveTo>
                      <a:pt x="84" y="0"/>
                    </a:moveTo>
                    <a:cubicBezTo>
                      <a:pt x="68" y="7"/>
                      <a:pt x="13" y="23"/>
                      <a:pt x="8" y="68"/>
                    </a:cubicBezTo>
                    <a:cubicBezTo>
                      <a:pt x="4" y="114"/>
                      <a:pt x="9" y="247"/>
                      <a:pt x="5" y="326"/>
                    </a:cubicBezTo>
                    <a:cubicBezTo>
                      <a:pt x="2" y="405"/>
                      <a:pt x="5" y="465"/>
                      <a:pt x="6" y="480"/>
                    </a:cubicBezTo>
                    <a:cubicBezTo>
                      <a:pt x="5" y="452"/>
                      <a:pt x="5" y="342"/>
                      <a:pt x="16" y="305"/>
                    </a:cubicBezTo>
                    <a:cubicBezTo>
                      <a:pt x="27" y="267"/>
                      <a:pt x="0" y="55"/>
                      <a:pt x="8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668" name="Freeform 256">
                <a:extLst>
                  <a:ext uri="{FF2B5EF4-FFF2-40B4-BE49-F238E27FC236}">
                    <a16:creationId xmlns:a16="http://schemas.microsoft.com/office/drawing/2014/main" id="{16D8A9D7-DA91-46A4-B492-6D54712E28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6" y="3121"/>
                <a:ext cx="51" cy="313"/>
              </a:xfrm>
              <a:custGeom>
                <a:avLst/>
                <a:gdLst>
                  <a:gd name="T0" fmla="*/ 36 w 38"/>
                  <a:gd name="T1" fmla="*/ 0 h 233"/>
                  <a:gd name="T2" fmla="*/ 91 w 38"/>
                  <a:gd name="T3" fmla="*/ 564 h 233"/>
                  <a:gd name="T4" fmla="*/ 36 w 38"/>
                  <a:gd name="T5" fmla="*/ 0 h 2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8" h="233">
                    <a:moveTo>
                      <a:pt x="15" y="0"/>
                    </a:moveTo>
                    <a:cubicBezTo>
                      <a:pt x="15" y="38"/>
                      <a:pt x="0" y="144"/>
                      <a:pt x="38" y="233"/>
                    </a:cubicBezTo>
                    <a:cubicBezTo>
                      <a:pt x="30" y="209"/>
                      <a:pt x="14" y="34"/>
                      <a:pt x="1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669" name="Freeform 257">
                <a:extLst>
                  <a:ext uri="{FF2B5EF4-FFF2-40B4-BE49-F238E27FC236}">
                    <a16:creationId xmlns:a16="http://schemas.microsoft.com/office/drawing/2014/main" id="{54EBA94C-CB76-4162-AF94-EEF94DC207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4" y="3257"/>
                <a:ext cx="48" cy="254"/>
              </a:xfrm>
              <a:custGeom>
                <a:avLst/>
                <a:gdLst>
                  <a:gd name="T0" fmla="*/ 0 w 36"/>
                  <a:gd name="T1" fmla="*/ 0 h 189"/>
                  <a:gd name="T2" fmla="*/ 59 w 36"/>
                  <a:gd name="T3" fmla="*/ 458 h 189"/>
                  <a:gd name="T4" fmla="*/ 0 w 36"/>
                  <a:gd name="T5" fmla="*/ 0 h 18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6" h="189">
                    <a:moveTo>
                      <a:pt x="0" y="0"/>
                    </a:moveTo>
                    <a:cubicBezTo>
                      <a:pt x="10" y="28"/>
                      <a:pt x="36" y="121"/>
                      <a:pt x="25" y="189"/>
                    </a:cubicBezTo>
                    <a:cubicBezTo>
                      <a:pt x="32" y="166"/>
                      <a:pt x="23" y="79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670" name="Freeform 258">
                <a:extLst>
                  <a:ext uri="{FF2B5EF4-FFF2-40B4-BE49-F238E27FC236}">
                    <a16:creationId xmlns:a16="http://schemas.microsoft.com/office/drawing/2014/main" id="{FE6EAEF7-C573-459D-A840-5210EC7974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9" y="3549"/>
                <a:ext cx="45" cy="105"/>
              </a:xfrm>
              <a:custGeom>
                <a:avLst/>
                <a:gdLst>
                  <a:gd name="T0" fmla="*/ 35 w 33"/>
                  <a:gd name="T1" fmla="*/ 0 h 78"/>
                  <a:gd name="T2" fmla="*/ 37 w 33"/>
                  <a:gd name="T3" fmla="*/ 96 h 78"/>
                  <a:gd name="T4" fmla="*/ 0 w 33"/>
                  <a:gd name="T5" fmla="*/ 190 h 78"/>
                  <a:gd name="T6" fmla="*/ 35 w 33"/>
                  <a:gd name="T7" fmla="*/ 125 h 78"/>
                  <a:gd name="T8" fmla="*/ 83 w 33"/>
                  <a:gd name="T9" fmla="*/ 104 h 78"/>
                  <a:gd name="T10" fmla="*/ 41 w 33"/>
                  <a:gd name="T11" fmla="*/ 5 h 7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3" h="78">
                    <a:moveTo>
                      <a:pt x="14" y="0"/>
                    </a:moveTo>
                    <a:cubicBezTo>
                      <a:pt x="6" y="10"/>
                      <a:pt x="18" y="27"/>
                      <a:pt x="15" y="39"/>
                    </a:cubicBezTo>
                    <a:cubicBezTo>
                      <a:pt x="11" y="52"/>
                      <a:pt x="2" y="63"/>
                      <a:pt x="0" y="78"/>
                    </a:cubicBezTo>
                    <a:cubicBezTo>
                      <a:pt x="3" y="69"/>
                      <a:pt x="8" y="59"/>
                      <a:pt x="14" y="51"/>
                    </a:cubicBezTo>
                    <a:cubicBezTo>
                      <a:pt x="19" y="45"/>
                      <a:pt x="25" y="44"/>
                      <a:pt x="33" y="42"/>
                    </a:cubicBezTo>
                    <a:cubicBezTo>
                      <a:pt x="22" y="34"/>
                      <a:pt x="11" y="17"/>
                      <a:pt x="16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671" name="Freeform 259">
                <a:extLst>
                  <a:ext uri="{FF2B5EF4-FFF2-40B4-BE49-F238E27FC236}">
                    <a16:creationId xmlns:a16="http://schemas.microsoft.com/office/drawing/2014/main" id="{C93CD409-5415-4521-8142-A02F44DA2A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0" y="3560"/>
                <a:ext cx="34" cy="102"/>
              </a:xfrm>
              <a:custGeom>
                <a:avLst/>
                <a:gdLst>
                  <a:gd name="T0" fmla="*/ 10 w 25"/>
                  <a:gd name="T1" fmla="*/ 0 h 76"/>
                  <a:gd name="T2" fmla="*/ 26 w 25"/>
                  <a:gd name="T3" fmla="*/ 91 h 76"/>
                  <a:gd name="T4" fmla="*/ 10 w 25"/>
                  <a:gd name="T5" fmla="*/ 121 h 76"/>
                  <a:gd name="T6" fmla="*/ 7 w 25"/>
                  <a:gd name="T7" fmla="*/ 184 h 76"/>
                  <a:gd name="T8" fmla="*/ 20 w 25"/>
                  <a:gd name="T9" fmla="*/ 130 h 76"/>
                  <a:gd name="T10" fmla="*/ 50 w 25"/>
                  <a:gd name="T11" fmla="*/ 106 h 76"/>
                  <a:gd name="T12" fmla="*/ 41 w 25"/>
                  <a:gd name="T13" fmla="*/ 86 h 76"/>
                  <a:gd name="T14" fmla="*/ 26 w 25"/>
                  <a:gd name="T15" fmla="*/ 35 h 7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5" h="76">
                    <a:moveTo>
                      <a:pt x="4" y="0"/>
                    </a:moveTo>
                    <a:cubicBezTo>
                      <a:pt x="0" y="12"/>
                      <a:pt x="9" y="26"/>
                      <a:pt x="10" y="38"/>
                    </a:cubicBezTo>
                    <a:cubicBezTo>
                      <a:pt x="10" y="44"/>
                      <a:pt x="7" y="45"/>
                      <a:pt x="4" y="50"/>
                    </a:cubicBezTo>
                    <a:cubicBezTo>
                      <a:pt x="0" y="57"/>
                      <a:pt x="1" y="68"/>
                      <a:pt x="3" y="76"/>
                    </a:cubicBezTo>
                    <a:cubicBezTo>
                      <a:pt x="4" y="70"/>
                      <a:pt x="4" y="60"/>
                      <a:pt x="8" y="54"/>
                    </a:cubicBezTo>
                    <a:cubicBezTo>
                      <a:pt x="11" y="49"/>
                      <a:pt x="17" y="49"/>
                      <a:pt x="20" y="44"/>
                    </a:cubicBezTo>
                    <a:cubicBezTo>
                      <a:pt x="25" y="38"/>
                      <a:pt x="20" y="40"/>
                      <a:pt x="16" y="36"/>
                    </a:cubicBezTo>
                    <a:cubicBezTo>
                      <a:pt x="12" y="31"/>
                      <a:pt x="13" y="21"/>
                      <a:pt x="10" y="1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672" name="Freeform 260">
                <a:extLst>
                  <a:ext uri="{FF2B5EF4-FFF2-40B4-BE49-F238E27FC236}">
                    <a16:creationId xmlns:a16="http://schemas.microsoft.com/office/drawing/2014/main" id="{8A0C0852-07D8-4EEF-BD46-F2E2D012FC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7" y="1163"/>
                <a:ext cx="241" cy="209"/>
              </a:xfrm>
              <a:custGeom>
                <a:avLst/>
                <a:gdLst>
                  <a:gd name="T0" fmla="*/ 26 w 178"/>
                  <a:gd name="T1" fmla="*/ 0 h 155"/>
                  <a:gd name="T2" fmla="*/ 22 w 178"/>
                  <a:gd name="T3" fmla="*/ 12 h 155"/>
                  <a:gd name="T4" fmla="*/ 68 w 178"/>
                  <a:gd name="T5" fmla="*/ 289 h 155"/>
                  <a:gd name="T6" fmla="*/ 229 w 178"/>
                  <a:gd name="T7" fmla="*/ 380 h 155"/>
                  <a:gd name="T8" fmla="*/ 390 w 178"/>
                  <a:gd name="T9" fmla="*/ 282 h 155"/>
                  <a:gd name="T10" fmla="*/ 441 w 178"/>
                  <a:gd name="T11" fmla="*/ 71 h 15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78" h="155">
                    <a:moveTo>
                      <a:pt x="10" y="0"/>
                    </a:moveTo>
                    <a:cubicBezTo>
                      <a:pt x="10" y="2"/>
                      <a:pt x="10" y="3"/>
                      <a:pt x="9" y="5"/>
                    </a:cubicBezTo>
                    <a:cubicBezTo>
                      <a:pt x="0" y="37"/>
                      <a:pt x="14" y="90"/>
                      <a:pt x="27" y="118"/>
                    </a:cubicBezTo>
                    <a:cubicBezTo>
                      <a:pt x="39" y="145"/>
                      <a:pt x="72" y="155"/>
                      <a:pt x="92" y="155"/>
                    </a:cubicBezTo>
                    <a:cubicBezTo>
                      <a:pt x="112" y="155"/>
                      <a:pt x="144" y="142"/>
                      <a:pt x="157" y="115"/>
                    </a:cubicBezTo>
                    <a:cubicBezTo>
                      <a:pt x="167" y="94"/>
                      <a:pt x="178" y="59"/>
                      <a:pt x="178" y="29"/>
                    </a:cubicBezTo>
                  </a:path>
                </a:pathLst>
              </a:custGeom>
              <a:solidFill>
                <a:srgbClr val="FEF2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673" name="Freeform 261">
                <a:extLst>
                  <a:ext uri="{FF2B5EF4-FFF2-40B4-BE49-F238E27FC236}">
                    <a16:creationId xmlns:a16="http://schemas.microsoft.com/office/drawing/2014/main" id="{79E3924B-A801-4D59-AE0E-A9424534B0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1" y="1053"/>
                <a:ext cx="227" cy="149"/>
              </a:xfrm>
              <a:custGeom>
                <a:avLst/>
                <a:gdLst>
                  <a:gd name="T0" fmla="*/ 415 w 168"/>
                  <a:gd name="T1" fmla="*/ 268 h 111"/>
                  <a:gd name="T2" fmla="*/ 407 w 168"/>
                  <a:gd name="T3" fmla="*/ 215 h 111"/>
                  <a:gd name="T4" fmla="*/ 395 w 168"/>
                  <a:gd name="T5" fmla="*/ 142 h 111"/>
                  <a:gd name="T6" fmla="*/ 373 w 168"/>
                  <a:gd name="T7" fmla="*/ 58 h 111"/>
                  <a:gd name="T8" fmla="*/ 353 w 168"/>
                  <a:gd name="T9" fmla="*/ 38 h 111"/>
                  <a:gd name="T10" fmla="*/ 308 w 168"/>
                  <a:gd name="T11" fmla="*/ 38 h 111"/>
                  <a:gd name="T12" fmla="*/ 291 w 168"/>
                  <a:gd name="T13" fmla="*/ 47 h 111"/>
                  <a:gd name="T14" fmla="*/ 282 w 168"/>
                  <a:gd name="T15" fmla="*/ 36 h 111"/>
                  <a:gd name="T16" fmla="*/ 265 w 168"/>
                  <a:gd name="T17" fmla="*/ 48 h 111"/>
                  <a:gd name="T18" fmla="*/ 246 w 168"/>
                  <a:gd name="T19" fmla="*/ 5 h 111"/>
                  <a:gd name="T20" fmla="*/ 208 w 168"/>
                  <a:gd name="T21" fmla="*/ 43 h 111"/>
                  <a:gd name="T22" fmla="*/ 188 w 168"/>
                  <a:gd name="T23" fmla="*/ 9 h 111"/>
                  <a:gd name="T24" fmla="*/ 150 w 168"/>
                  <a:gd name="T25" fmla="*/ 35 h 111"/>
                  <a:gd name="T26" fmla="*/ 104 w 168"/>
                  <a:gd name="T27" fmla="*/ 48 h 111"/>
                  <a:gd name="T28" fmla="*/ 82 w 168"/>
                  <a:gd name="T29" fmla="*/ 28 h 111"/>
                  <a:gd name="T30" fmla="*/ 58 w 168"/>
                  <a:gd name="T31" fmla="*/ 64 h 111"/>
                  <a:gd name="T32" fmla="*/ 49 w 168"/>
                  <a:gd name="T33" fmla="*/ 42 h 111"/>
                  <a:gd name="T34" fmla="*/ 9 w 168"/>
                  <a:gd name="T35" fmla="*/ 109 h 111"/>
                  <a:gd name="T36" fmla="*/ 9 w 168"/>
                  <a:gd name="T37" fmla="*/ 146 h 111"/>
                  <a:gd name="T38" fmla="*/ 5 w 168"/>
                  <a:gd name="T39" fmla="*/ 175 h 111"/>
                  <a:gd name="T40" fmla="*/ 0 w 168"/>
                  <a:gd name="T41" fmla="*/ 191 h 111"/>
                  <a:gd name="T42" fmla="*/ 0 w 168"/>
                  <a:gd name="T43" fmla="*/ 199 h 111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8" h="111">
                    <a:moveTo>
                      <a:pt x="168" y="111"/>
                    </a:moveTo>
                    <a:cubicBezTo>
                      <a:pt x="166" y="105"/>
                      <a:pt x="166" y="96"/>
                      <a:pt x="165" y="89"/>
                    </a:cubicBezTo>
                    <a:cubicBezTo>
                      <a:pt x="163" y="79"/>
                      <a:pt x="161" y="70"/>
                      <a:pt x="160" y="59"/>
                    </a:cubicBezTo>
                    <a:cubicBezTo>
                      <a:pt x="160" y="46"/>
                      <a:pt x="156" y="34"/>
                      <a:pt x="151" y="24"/>
                    </a:cubicBezTo>
                    <a:cubicBezTo>
                      <a:pt x="148" y="19"/>
                      <a:pt x="149" y="15"/>
                      <a:pt x="143" y="16"/>
                    </a:cubicBezTo>
                    <a:cubicBezTo>
                      <a:pt x="136" y="17"/>
                      <a:pt x="132" y="25"/>
                      <a:pt x="125" y="16"/>
                    </a:cubicBezTo>
                    <a:cubicBezTo>
                      <a:pt x="123" y="17"/>
                      <a:pt x="120" y="19"/>
                      <a:pt x="118" y="19"/>
                    </a:cubicBezTo>
                    <a:cubicBezTo>
                      <a:pt x="117" y="19"/>
                      <a:pt x="117" y="15"/>
                      <a:pt x="115" y="15"/>
                    </a:cubicBezTo>
                    <a:cubicBezTo>
                      <a:pt x="112" y="16"/>
                      <a:pt x="110" y="19"/>
                      <a:pt x="107" y="20"/>
                    </a:cubicBezTo>
                    <a:cubicBezTo>
                      <a:pt x="104" y="16"/>
                      <a:pt x="105" y="3"/>
                      <a:pt x="100" y="2"/>
                    </a:cubicBezTo>
                    <a:cubicBezTo>
                      <a:pt x="94" y="0"/>
                      <a:pt x="87" y="14"/>
                      <a:pt x="84" y="18"/>
                    </a:cubicBezTo>
                    <a:cubicBezTo>
                      <a:pt x="81" y="15"/>
                      <a:pt x="81" y="4"/>
                      <a:pt x="76" y="4"/>
                    </a:cubicBezTo>
                    <a:cubicBezTo>
                      <a:pt x="71" y="2"/>
                      <a:pt x="66" y="12"/>
                      <a:pt x="61" y="14"/>
                    </a:cubicBezTo>
                    <a:cubicBezTo>
                      <a:pt x="53" y="1"/>
                      <a:pt x="49" y="9"/>
                      <a:pt x="42" y="20"/>
                    </a:cubicBezTo>
                    <a:cubicBezTo>
                      <a:pt x="39" y="18"/>
                      <a:pt x="38" y="11"/>
                      <a:pt x="33" y="12"/>
                    </a:cubicBezTo>
                    <a:cubicBezTo>
                      <a:pt x="27" y="13"/>
                      <a:pt x="26" y="23"/>
                      <a:pt x="24" y="27"/>
                    </a:cubicBezTo>
                    <a:cubicBezTo>
                      <a:pt x="22" y="24"/>
                      <a:pt x="22" y="20"/>
                      <a:pt x="20" y="17"/>
                    </a:cubicBezTo>
                    <a:cubicBezTo>
                      <a:pt x="11" y="20"/>
                      <a:pt x="6" y="37"/>
                      <a:pt x="4" y="45"/>
                    </a:cubicBezTo>
                    <a:cubicBezTo>
                      <a:pt x="3" y="50"/>
                      <a:pt x="5" y="55"/>
                      <a:pt x="4" y="60"/>
                    </a:cubicBezTo>
                    <a:cubicBezTo>
                      <a:pt x="4" y="64"/>
                      <a:pt x="3" y="68"/>
                      <a:pt x="2" y="72"/>
                    </a:cubicBezTo>
                    <a:cubicBezTo>
                      <a:pt x="2" y="74"/>
                      <a:pt x="1" y="76"/>
                      <a:pt x="0" y="79"/>
                    </a:cubicBezTo>
                    <a:cubicBezTo>
                      <a:pt x="0" y="80"/>
                      <a:pt x="0" y="81"/>
                      <a:pt x="0" y="82"/>
                    </a:cubicBezTo>
                  </a:path>
                </a:pathLst>
              </a:custGeom>
              <a:solidFill>
                <a:srgbClr val="FEF2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674" name="Freeform 262">
                <a:extLst>
                  <a:ext uri="{FF2B5EF4-FFF2-40B4-BE49-F238E27FC236}">
                    <a16:creationId xmlns:a16="http://schemas.microsoft.com/office/drawing/2014/main" id="{E87665AC-C0FD-4767-A613-5FBC3F080D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3" y="1294"/>
                <a:ext cx="430" cy="1584"/>
              </a:xfrm>
              <a:custGeom>
                <a:avLst/>
                <a:gdLst>
                  <a:gd name="T0" fmla="*/ 505 w 317"/>
                  <a:gd name="T1" fmla="*/ 2869 h 1177"/>
                  <a:gd name="T2" fmla="*/ 289 w 317"/>
                  <a:gd name="T3" fmla="*/ 2085 h 1177"/>
                  <a:gd name="T4" fmla="*/ 378 w 317"/>
                  <a:gd name="T5" fmla="*/ 1480 h 1177"/>
                  <a:gd name="T6" fmla="*/ 464 w 317"/>
                  <a:gd name="T7" fmla="*/ 1192 h 1177"/>
                  <a:gd name="T8" fmla="*/ 454 w 317"/>
                  <a:gd name="T9" fmla="*/ 1074 h 1177"/>
                  <a:gd name="T10" fmla="*/ 454 w 317"/>
                  <a:gd name="T11" fmla="*/ 1074 h 1177"/>
                  <a:gd name="T12" fmla="*/ 365 w 317"/>
                  <a:gd name="T13" fmla="*/ 1299 h 1177"/>
                  <a:gd name="T14" fmla="*/ 269 w 317"/>
                  <a:gd name="T15" fmla="*/ 1655 h 1177"/>
                  <a:gd name="T16" fmla="*/ 218 w 317"/>
                  <a:gd name="T17" fmla="*/ 1821 h 1177"/>
                  <a:gd name="T18" fmla="*/ 184 w 317"/>
                  <a:gd name="T19" fmla="*/ 1929 h 1177"/>
                  <a:gd name="T20" fmla="*/ 182 w 317"/>
                  <a:gd name="T21" fmla="*/ 1937 h 1177"/>
                  <a:gd name="T22" fmla="*/ 195 w 317"/>
                  <a:gd name="T23" fmla="*/ 2003 h 1177"/>
                  <a:gd name="T24" fmla="*/ 197 w 317"/>
                  <a:gd name="T25" fmla="*/ 2141 h 1177"/>
                  <a:gd name="T26" fmla="*/ 187 w 317"/>
                  <a:gd name="T27" fmla="*/ 2222 h 1177"/>
                  <a:gd name="T28" fmla="*/ 191 w 317"/>
                  <a:gd name="T29" fmla="*/ 2243 h 1177"/>
                  <a:gd name="T30" fmla="*/ 195 w 317"/>
                  <a:gd name="T31" fmla="*/ 2262 h 1177"/>
                  <a:gd name="T32" fmla="*/ 174 w 317"/>
                  <a:gd name="T33" fmla="*/ 2268 h 1177"/>
                  <a:gd name="T34" fmla="*/ 187 w 317"/>
                  <a:gd name="T35" fmla="*/ 2305 h 1177"/>
                  <a:gd name="T36" fmla="*/ 125 w 317"/>
                  <a:gd name="T37" fmla="*/ 2285 h 1177"/>
                  <a:gd name="T38" fmla="*/ 56 w 317"/>
                  <a:gd name="T39" fmla="*/ 2241 h 1177"/>
                  <a:gd name="T40" fmla="*/ 26 w 317"/>
                  <a:gd name="T41" fmla="*/ 2186 h 1177"/>
                  <a:gd name="T42" fmla="*/ 7 w 317"/>
                  <a:gd name="T43" fmla="*/ 2143 h 1177"/>
                  <a:gd name="T44" fmla="*/ 7 w 317"/>
                  <a:gd name="T45" fmla="*/ 2091 h 1177"/>
                  <a:gd name="T46" fmla="*/ 35 w 317"/>
                  <a:gd name="T47" fmla="*/ 1969 h 1177"/>
                  <a:gd name="T48" fmla="*/ 50 w 317"/>
                  <a:gd name="T49" fmla="*/ 1902 h 1177"/>
                  <a:gd name="T50" fmla="*/ 50 w 317"/>
                  <a:gd name="T51" fmla="*/ 1902 h 1177"/>
                  <a:gd name="T52" fmla="*/ 47 w 317"/>
                  <a:gd name="T53" fmla="*/ 1845 h 1177"/>
                  <a:gd name="T54" fmla="*/ 57 w 317"/>
                  <a:gd name="T55" fmla="*/ 1750 h 1177"/>
                  <a:gd name="T56" fmla="*/ 71 w 317"/>
                  <a:gd name="T57" fmla="*/ 1572 h 1177"/>
                  <a:gd name="T58" fmla="*/ 110 w 317"/>
                  <a:gd name="T59" fmla="*/ 1241 h 1177"/>
                  <a:gd name="T60" fmla="*/ 195 w 317"/>
                  <a:gd name="T61" fmla="*/ 869 h 1177"/>
                  <a:gd name="T62" fmla="*/ 324 w 317"/>
                  <a:gd name="T63" fmla="*/ 347 h 1177"/>
                  <a:gd name="T64" fmla="*/ 693 w 317"/>
                  <a:gd name="T65" fmla="*/ 174 h 1177"/>
                  <a:gd name="T66" fmla="*/ 791 w 317"/>
                  <a:gd name="T67" fmla="*/ 0 h 1177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317" h="1177">
                    <a:moveTo>
                      <a:pt x="202" y="1177"/>
                    </a:moveTo>
                    <a:cubicBezTo>
                      <a:pt x="178" y="1125"/>
                      <a:pt x="122" y="951"/>
                      <a:pt x="116" y="855"/>
                    </a:cubicBezTo>
                    <a:cubicBezTo>
                      <a:pt x="110" y="759"/>
                      <a:pt x="134" y="669"/>
                      <a:pt x="152" y="607"/>
                    </a:cubicBezTo>
                    <a:cubicBezTo>
                      <a:pt x="170" y="545"/>
                      <a:pt x="186" y="517"/>
                      <a:pt x="186" y="489"/>
                    </a:cubicBezTo>
                    <a:cubicBezTo>
                      <a:pt x="186" y="475"/>
                      <a:pt x="183" y="458"/>
                      <a:pt x="182" y="441"/>
                    </a:cubicBezTo>
                    <a:cubicBezTo>
                      <a:pt x="182" y="441"/>
                      <a:pt x="182" y="441"/>
                      <a:pt x="182" y="441"/>
                    </a:cubicBezTo>
                    <a:cubicBezTo>
                      <a:pt x="176" y="453"/>
                      <a:pt x="148" y="509"/>
                      <a:pt x="146" y="533"/>
                    </a:cubicBezTo>
                    <a:cubicBezTo>
                      <a:pt x="144" y="557"/>
                      <a:pt x="130" y="611"/>
                      <a:pt x="108" y="679"/>
                    </a:cubicBezTo>
                    <a:cubicBezTo>
                      <a:pt x="98" y="707"/>
                      <a:pt x="90" y="735"/>
                      <a:pt x="88" y="747"/>
                    </a:cubicBezTo>
                    <a:cubicBezTo>
                      <a:pt x="85" y="760"/>
                      <a:pt x="77" y="787"/>
                      <a:pt x="74" y="791"/>
                    </a:cubicBezTo>
                    <a:cubicBezTo>
                      <a:pt x="73" y="792"/>
                      <a:pt x="73" y="793"/>
                      <a:pt x="73" y="794"/>
                    </a:cubicBezTo>
                    <a:cubicBezTo>
                      <a:pt x="72" y="801"/>
                      <a:pt x="75" y="810"/>
                      <a:pt x="78" y="822"/>
                    </a:cubicBezTo>
                    <a:cubicBezTo>
                      <a:pt x="83" y="841"/>
                      <a:pt x="81" y="869"/>
                      <a:pt x="79" y="878"/>
                    </a:cubicBezTo>
                    <a:cubicBezTo>
                      <a:pt x="81" y="889"/>
                      <a:pt x="81" y="911"/>
                      <a:pt x="75" y="912"/>
                    </a:cubicBezTo>
                    <a:cubicBezTo>
                      <a:pt x="78" y="917"/>
                      <a:pt x="79" y="917"/>
                      <a:pt x="77" y="921"/>
                    </a:cubicBezTo>
                    <a:cubicBezTo>
                      <a:pt x="79" y="925"/>
                      <a:pt x="79" y="926"/>
                      <a:pt x="78" y="928"/>
                    </a:cubicBezTo>
                    <a:cubicBezTo>
                      <a:pt x="75" y="935"/>
                      <a:pt x="65" y="927"/>
                      <a:pt x="69" y="930"/>
                    </a:cubicBezTo>
                    <a:cubicBezTo>
                      <a:pt x="74" y="933"/>
                      <a:pt x="79" y="939"/>
                      <a:pt x="75" y="946"/>
                    </a:cubicBezTo>
                    <a:cubicBezTo>
                      <a:pt x="74" y="949"/>
                      <a:pt x="57" y="942"/>
                      <a:pt x="50" y="938"/>
                    </a:cubicBezTo>
                    <a:cubicBezTo>
                      <a:pt x="39" y="934"/>
                      <a:pt x="25" y="926"/>
                      <a:pt x="22" y="919"/>
                    </a:cubicBezTo>
                    <a:cubicBezTo>
                      <a:pt x="18" y="913"/>
                      <a:pt x="12" y="902"/>
                      <a:pt x="10" y="897"/>
                    </a:cubicBezTo>
                    <a:cubicBezTo>
                      <a:pt x="8" y="890"/>
                      <a:pt x="5" y="884"/>
                      <a:pt x="3" y="879"/>
                    </a:cubicBezTo>
                    <a:cubicBezTo>
                      <a:pt x="1" y="874"/>
                      <a:pt x="0" y="862"/>
                      <a:pt x="3" y="858"/>
                    </a:cubicBezTo>
                    <a:cubicBezTo>
                      <a:pt x="5" y="854"/>
                      <a:pt x="8" y="826"/>
                      <a:pt x="14" y="808"/>
                    </a:cubicBezTo>
                    <a:cubicBezTo>
                      <a:pt x="15" y="803"/>
                      <a:pt x="17" y="793"/>
                      <a:pt x="20" y="780"/>
                    </a:cubicBezTo>
                    <a:cubicBezTo>
                      <a:pt x="20" y="780"/>
                      <a:pt x="20" y="780"/>
                      <a:pt x="20" y="780"/>
                    </a:cubicBezTo>
                    <a:cubicBezTo>
                      <a:pt x="21" y="772"/>
                      <a:pt x="18" y="766"/>
                      <a:pt x="19" y="757"/>
                    </a:cubicBezTo>
                    <a:cubicBezTo>
                      <a:pt x="20" y="746"/>
                      <a:pt x="23" y="731"/>
                      <a:pt x="23" y="718"/>
                    </a:cubicBezTo>
                    <a:cubicBezTo>
                      <a:pt x="24" y="697"/>
                      <a:pt x="25" y="674"/>
                      <a:pt x="28" y="645"/>
                    </a:cubicBezTo>
                    <a:cubicBezTo>
                      <a:pt x="35" y="576"/>
                      <a:pt x="33" y="555"/>
                      <a:pt x="44" y="509"/>
                    </a:cubicBezTo>
                    <a:cubicBezTo>
                      <a:pt x="49" y="485"/>
                      <a:pt x="64" y="426"/>
                      <a:pt x="78" y="357"/>
                    </a:cubicBezTo>
                    <a:cubicBezTo>
                      <a:pt x="98" y="257"/>
                      <a:pt x="88" y="215"/>
                      <a:pt x="130" y="143"/>
                    </a:cubicBezTo>
                    <a:cubicBezTo>
                      <a:pt x="172" y="71"/>
                      <a:pt x="235" y="92"/>
                      <a:pt x="278" y="71"/>
                    </a:cubicBezTo>
                    <a:cubicBezTo>
                      <a:pt x="303" y="59"/>
                      <a:pt x="317" y="36"/>
                      <a:pt x="317" y="0"/>
                    </a:cubicBezTo>
                  </a:path>
                </a:pathLst>
              </a:custGeom>
              <a:solidFill>
                <a:srgbClr val="FEF2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675" name="Freeform 263">
                <a:extLst>
                  <a:ext uri="{FF2B5EF4-FFF2-40B4-BE49-F238E27FC236}">
                    <a16:creationId xmlns:a16="http://schemas.microsoft.com/office/drawing/2014/main" id="{484DB588-09BB-4796-9A2A-246097FD64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9" y="1295"/>
                <a:ext cx="430" cy="1583"/>
              </a:xfrm>
              <a:custGeom>
                <a:avLst/>
                <a:gdLst>
                  <a:gd name="T0" fmla="*/ 0 w 317"/>
                  <a:gd name="T1" fmla="*/ 0 h 1176"/>
                  <a:gd name="T2" fmla="*/ 98 w 317"/>
                  <a:gd name="T3" fmla="*/ 171 h 1176"/>
                  <a:gd name="T4" fmla="*/ 469 w 317"/>
                  <a:gd name="T5" fmla="*/ 346 h 1176"/>
                  <a:gd name="T6" fmla="*/ 600 w 317"/>
                  <a:gd name="T7" fmla="*/ 868 h 1176"/>
                  <a:gd name="T8" fmla="*/ 685 w 317"/>
                  <a:gd name="T9" fmla="*/ 1240 h 1176"/>
                  <a:gd name="T10" fmla="*/ 723 w 317"/>
                  <a:gd name="T11" fmla="*/ 1571 h 1176"/>
                  <a:gd name="T12" fmla="*/ 734 w 317"/>
                  <a:gd name="T13" fmla="*/ 1749 h 1176"/>
                  <a:gd name="T14" fmla="*/ 743 w 317"/>
                  <a:gd name="T15" fmla="*/ 1844 h 1176"/>
                  <a:gd name="T16" fmla="*/ 743 w 317"/>
                  <a:gd name="T17" fmla="*/ 1901 h 1176"/>
                  <a:gd name="T18" fmla="*/ 743 w 317"/>
                  <a:gd name="T19" fmla="*/ 1901 h 1176"/>
                  <a:gd name="T20" fmla="*/ 758 w 317"/>
                  <a:gd name="T21" fmla="*/ 1968 h 1176"/>
                  <a:gd name="T22" fmla="*/ 784 w 317"/>
                  <a:gd name="T23" fmla="*/ 2090 h 1176"/>
                  <a:gd name="T24" fmla="*/ 784 w 317"/>
                  <a:gd name="T25" fmla="*/ 2142 h 1176"/>
                  <a:gd name="T26" fmla="*/ 765 w 317"/>
                  <a:gd name="T27" fmla="*/ 2185 h 1176"/>
                  <a:gd name="T28" fmla="*/ 739 w 317"/>
                  <a:gd name="T29" fmla="*/ 2240 h 1176"/>
                  <a:gd name="T30" fmla="*/ 670 w 317"/>
                  <a:gd name="T31" fmla="*/ 2284 h 1176"/>
                  <a:gd name="T32" fmla="*/ 604 w 317"/>
                  <a:gd name="T33" fmla="*/ 2305 h 1176"/>
                  <a:gd name="T34" fmla="*/ 621 w 317"/>
                  <a:gd name="T35" fmla="*/ 2267 h 1176"/>
                  <a:gd name="T36" fmla="*/ 600 w 317"/>
                  <a:gd name="T37" fmla="*/ 2261 h 1176"/>
                  <a:gd name="T38" fmla="*/ 600 w 317"/>
                  <a:gd name="T39" fmla="*/ 2243 h 1176"/>
                  <a:gd name="T40" fmla="*/ 604 w 317"/>
                  <a:gd name="T41" fmla="*/ 2221 h 1176"/>
                  <a:gd name="T42" fmla="*/ 594 w 317"/>
                  <a:gd name="T43" fmla="*/ 2140 h 1176"/>
                  <a:gd name="T44" fmla="*/ 595 w 317"/>
                  <a:gd name="T45" fmla="*/ 2002 h 1176"/>
                  <a:gd name="T46" fmla="*/ 609 w 317"/>
                  <a:gd name="T47" fmla="*/ 1933 h 1176"/>
                  <a:gd name="T48" fmla="*/ 608 w 317"/>
                  <a:gd name="T49" fmla="*/ 1926 h 1176"/>
                  <a:gd name="T50" fmla="*/ 574 w 317"/>
                  <a:gd name="T51" fmla="*/ 1819 h 1176"/>
                  <a:gd name="T52" fmla="*/ 525 w 317"/>
                  <a:gd name="T53" fmla="*/ 1654 h 1176"/>
                  <a:gd name="T54" fmla="*/ 429 w 317"/>
                  <a:gd name="T55" fmla="*/ 1298 h 1176"/>
                  <a:gd name="T56" fmla="*/ 336 w 317"/>
                  <a:gd name="T57" fmla="*/ 1073 h 1176"/>
                  <a:gd name="T58" fmla="*/ 336 w 317"/>
                  <a:gd name="T59" fmla="*/ 1073 h 1176"/>
                  <a:gd name="T60" fmla="*/ 330 w 317"/>
                  <a:gd name="T61" fmla="*/ 1190 h 1176"/>
                  <a:gd name="T62" fmla="*/ 414 w 317"/>
                  <a:gd name="T63" fmla="*/ 1478 h 1176"/>
                  <a:gd name="T64" fmla="*/ 505 w 317"/>
                  <a:gd name="T65" fmla="*/ 2084 h 1176"/>
                  <a:gd name="T66" fmla="*/ 289 w 317"/>
                  <a:gd name="T67" fmla="*/ 2869 h 117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317" h="1176">
                    <a:moveTo>
                      <a:pt x="0" y="0"/>
                    </a:moveTo>
                    <a:cubicBezTo>
                      <a:pt x="0" y="36"/>
                      <a:pt x="14" y="58"/>
                      <a:pt x="39" y="70"/>
                    </a:cubicBezTo>
                    <a:cubicBezTo>
                      <a:pt x="82" y="91"/>
                      <a:pt x="146" y="70"/>
                      <a:pt x="188" y="142"/>
                    </a:cubicBezTo>
                    <a:cubicBezTo>
                      <a:pt x="230" y="214"/>
                      <a:pt x="220" y="256"/>
                      <a:pt x="240" y="356"/>
                    </a:cubicBezTo>
                    <a:cubicBezTo>
                      <a:pt x="254" y="425"/>
                      <a:pt x="268" y="484"/>
                      <a:pt x="274" y="508"/>
                    </a:cubicBezTo>
                    <a:cubicBezTo>
                      <a:pt x="285" y="554"/>
                      <a:pt x="283" y="575"/>
                      <a:pt x="290" y="644"/>
                    </a:cubicBezTo>
                    <a:cubicBezTo>
                      <a:pt x="293" y="673"/>
                      <a:pt x="293" y="696"/>
                      <a:pt x="294" y="717"/>
                    </a:cubicBezTo>
                    <a:cubicBezTo>
                      <a:pt x="294" y="730"/>
                      <a:pt x="298" y="745"/>
                      <a:pt x="298" y="756"/>
                    </a:cubicBezTo>
                    <a:cubicBezTo>
                      <a:pt x="299" y="765"/>
                      <a:pt x="297" y="771"/>
                      <a:pt x="298" y="779"/>
                    </a:cubicBezTo>
                    <a:cubicBezTo>
                      <a:pt x="298" y="779"/>
                      <a:pt x="298" y="779"/>
                      <a:pt x="298" y="779"/>
                    </a:cubicBezTo>
                    <a:cubicBezTo>
                      <a:pt x="300" y="792"/>
                      <a:pt x="302" y="802"/>
                      <a:pt x="304" y="807"/>
                    </a:cubicBezTo>
                    <a:cubicBezTo>
                      <a:pt x="310" y="825"/>
                      <a:pt x="312" y="853"/>
                      <a:pt x="314" y="857"/>
                    </a:cubicBezTo>
                    <a:cubicBezTo>
                      <a:pt x="317" y="861"/>
                      <a:pt x="316" y="873"/>
                      <a:pt x="314" y="878"/>
                    </a:cubicBezTo>
                    <a:cubicBezTo>
                      <a:pt x="312" y="883"/>
                      <a:pt x="310" y="889"/>
                      <a:pt x="307" y="896"/>
                    </a:cubicBezTo>
                    <a:cubicBezTo>
                      <a:pt x="305" y="901"/>
                      <a:pt x="299" y="912"/>
                      <a:pt x="296" y="918"/>
                    </a:cubicBezTo>
                    <a:cubicBezTo>
                      <a:pt x="293" y="925"/>
                      <a:pt x="279" y="933"/>
                      <a:pt x="268" y="937"/>
                    </a:cubicBezTo>
                    <a:cubicBezTo>
                      <a:pt x="260" y="941"/>
                      <a:pt x="244" y="948"/>
                      <a:pt x="242" y="945"/>
                    </a:cubicBezTo>
                    <a:cubicBezTo>
                      <a:pt x="238" y="938"/>
                      <a:pt x="243" y="932"/>
                      <a:pt x="249" y="929"/>
                    </a:cubicBezTo>
                    <a:cubicBezTo>
                      <a:pt x="252" y="926"/>
                      <a:pt x="242" y="934"/>
                      <a:pt x="240" y="927"/>
                    </a:cubicBezTo>
                    <a:cubicBezTo>
                      <a:pt x="239" y="925"/>
                      <a:pt x="239" y="924"/>
                      <a:pt x="240" y="920"/>
                    </a:cubicBezTo>
                    <a:cubicBezTo>
                      <a:pt x="238" y="916"/>
                      <a:pt x="239" y="916"/>
                      <a:pt x="242" y="911"/>
                    </a:cubicBezTo>
                    <a:cubicBezTo>
                      <a:pt x="236" y="910"/>
                      <a:pt x="237" y="888"/>
                      <a:pt x="238" y="877"/>
                    </a:cubicBezTo>
                    <a:cubicBezTo>
                      <a:pt x="237" y="868"/>
                      <a:pt x="234" y="840"/>
                      <a:pt x="239" y="821"/>
                    </a:cubicBezTo>
                    <a:cubicBezTo>
                      <a:pt x="242" y="809"/>
                      <a:pt x="245" y="800"/>
                      <a:pt x="244" y="793"/>
                    </a:cubicBezTo>
                    <a:cubicBezTo>
                      <a:pt x="244" y="792"/>
                      <a:pt x="244" y="791"/>
                      <a:pt x="243" y="790"/>
                    </a:cubicBezTo>
                    <a:cubicBezTo>
                      <a:pt x="240" y="786"/>
                      <a:pt x="232" y="759"/>
                      <a:pt x="230" y="746"/>
                    </a:cubicBezTo>
                    <a:cubicBezTo>
                      <a:pt x="227" y="734"/>
                      <a:pt x="220" y="706"/>
                      <a:pt x="210" y="678"/>
                    </a:cubicBezTo>
                    <a:cubicBezTo>
                      <a:pt x="188" y="610"/>
                      <a:pt x="174" y="556"/>
                      <a:pt x="172" y="532"/>
                    </a:cubicBezTo>
                    <a:cubicBezTo>
                      <a:pt x="170" y="508"/>
                      <a:pt x="141" y="452"/>
                      <a:pt x="135" y="440"/>
                    </a:cubicBezTo>
                    <a:cubicBezTo>
                      <a:pt x="135" y="440"/>
                      <a:pt x="135" y="440"/>
                      <a:pt x="135" y="440"/>
                    </a:cubicBezTo>
                    <a:cubicBezTo>
                      <a:pt x="134" y="457"/>
                      <a:pt x="132" y="474"/>
                      <a:pt x="132" y="488"/>
                    </a:cubicBezTo>
                    <a:cubicBezTo>
                      <a:pt x="132" y="516"/>
                      <a:pt x="148" y="544"/>
                      <a:pt x="166" y="606"/>
                    </a:cubicBezTo>
                    <a:cubicBezTo>
                      <a:pt x="184" y="668"/>
                      <a:pt x="208" y="758"/>
                      <a:pt x="202" y="854"/>
                    </a:cubicBezTo>
                    <a:cubicBezTo>
                      <a:pt x="196" y="950"/>
                      <a:pt x="140" y="1124"/>
                      <a:pt x="116" y="1176"/>
                    </a:cubicBezTo>
                  </a:path>
                </a:pathLst>
              </a:custGeom>
              <a:solidFill>
                <a:srgbClr val="FEF2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676" name="Freeform 264">
                <a:extLst>
                  <a:ext uri="{FF2B5EF4-FFF2-40B4-BE49-F238E27FC236}">
                    <a16:creationId xmlns:a16="http://schemas.microsoft.com/office/drawing/2014/main" id="{18B2604F-5608-4696-957F-9567E5E7BE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6" y="1194"/>
                <a:ext cx="23" cy="43"/>
              </a:xfrm>
              <a:custGeom>
                <a:avLst/>
                <a:gdLst>
                  <a:gd name="T0" fmla="*/ 32 w 17"/>
                  <a:gd name="T1" fmla="*/ 31 h 32"/>
                  <a:gd name="T2" fmla="*/ 26 w 17"/>
                  <a:gd name="T3" fmla="*/ 0 h 32"/>
                  <a:gd name="T4" fmla="*/ 7 w 17"/>
                  <a:gd name="T5" fmla="*/ 20 h 32"/>
                  <a:gd name="T6" fmla="*/ 5 w 17"/>
                  <a:gd name="T7" fmla="*/ 15 h 32"/>
                  <a:gd name="T8" fmla="*/ 5 w 17"/>
                  <a:gd name="T9" fmla="*/ 15 h 32"/>
                  <a:gd name="T10" fmla="*/ 0 w 17"/>
                  <a:gd name="T11" fmla="*/ 69 h 32"/>
                  <a:gd name="T12" fmla="*/ 1 w 17"/>
                  <a:gd name="T13" fmla="*/ 69 h 32"/>
                  <a:gd name="T14" fmla="*/ 35 w 17"/>
                  <a:gd name="T15" fmla="*/ 31 h 32"/>
                  <a:gd name="T16" fmla="*/ 32 w 17"/>
                  <a:gd name="T17" fmla="*/ 31 h 3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7" h="32">
                    <a:moveTo>
                      <a:pt x="13" y="13"/>
                    </a:moveTo>
                    <a:cubicBezTo>
                      <a:pt x="17" y="6"/>
                      <a:pt x="12" y="6"/>
                      <a:pt x="10" y="0"/>
                    </a:cubicBezTo>
                    <a:cubicBezTo>
                      <a:pt x="6" y="1"/>
                      <a:pt x="4" y="4"/>
                      <a:pt x="3" y="8"/>
                    </a:cubicBezTo>
                    <a:cubicBezTo>
                      <a:pt x="2" y="7"/>
                      <a:pt x="2" y="7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13"/>
                      <a:pt x="1" y="20"/>
                      <a:pt x="0" y="28"/>
                    </a:cubicBezTo>
                    <a:cubicBezTo>
                      <a:pt x="1" y="28"/>
                      <a:pt x="1" y="28"/>
                      <a:pt x="1" y="28"/>
                    </a:cubicBezTo>
                    <a:cubicBezTo>
                      <a:pt x="10" y="32"/>
                      <a:pt x="11" y="20"/>
                      <a:pt x="14" y="13"/>
                    </a:cubicBezTo>
                    <a:cubicBezTo>
                      <a:pt x="13" y="13"/>
                      <a:pt x="13" y="13"/>
                      <a:pt x="13" y="13"/>
                    </a:cubicBezTo>
                    <a:close/>
                  </a:path>
                </a:pathLst>
              </a:custGeom>
              <a:solidFill>
                <a:srgbClr val="FEF2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677" name="Freeform 265">
                <a:extLst>
                  <a:ext uri="{FF2B5EF4-FFF2-40B4-BE49-F238E27FC236}">
                    <a16:creationId xmlns:a16="http://schemas.microsoft.com/office/drawing/2014/main" id="{6E95059C-F4CF-42B7-AD23-5B7DD21CF6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6" y="1159"/>
                <a:ext cx="25" cy="78"/>
              </a:xfrm>
              <a:custGeom>
                <a:avLst/>
                <a:gdLst>
                  <a:gd name="T0" fmla="*/ 46 w 18"/>
                  <a:gd name="T1" fmla="*/ 20 h 58"/>
                  <a:gd name="T2" fmla="*/ 49 w 18"/>
                  <a:gd name="T3" fmla="*/ 0 h 58"/>
                  <a:gd name="T4" fmla="*/ 35 w 18"/>
                  <a:gd name="T5" fmla="*/ 36 h 58"/>
                  <a:gd name="T6" fmla="*/ 6 w 18"/>
                  <a:gd name="T7" fmla="*/ 63 h 58"/>
                  <a:gd name="T8" fmla="*/ 0 w 18"/>
                  <a:gd name="T9" fmla="*/ 93 h 58"/>
                  <a:gd name="T10" fmla="*/ 0 w 18"/>
                  <a:gd name="T11" fmla="*/ 90 h 58"/>
                  <a:gd name="T12" fmla="*/ 0 w 18"/>
                  <a:gd name="T13" fmla="*/ 94 h 58"/>
                  <a:gd name="T14" fmla="*/ 43 w 18"/>
                  <a:gd name="T15" fmla="*/ 132 h 58"/>
                  <a:gd name="T16" fmla="*/ 43 w 18"/>
                  <a:gd name="T17" fmla="*/ 132 h 58"/>
                  <a:gd name="T18" fmla="*/ 46 w 18"/>
                  <a:gd name="T19" fmla="*/ 20 h 5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8" h="58">
                    <a:moveTo>
                      <a:pt x="17" y="8"/>
                    </a:moveTo>
                    <a:cubicBezTo>
                      <a:pt x="18" y="5"/>
                      <a:pt x="18" y="2"/>
                      <a:pt x="18" y="0"/>
                    </a:cubicBezTo>
                    <a:cubicBezTo>
                      <a:pt x="17" y="5"/>
                      <a:pt x="15" y="9"/>
                      <a:pt x="13" y="15"/>
                    </a:cubicBezTo>
                    <a:cubicBezTo>
                      <a:pt x="12" y="20"/>
                      <a:pt x="11" y="28"/>
                      <a:pt x="2" y="26"/>
                    </a:cubicBezTo>
                    <a:cubicBezTo>
                      <a:pt x="0" y="29"/>
                      <a:pt x="1" y="34"/>
                      <a:pt x="0" y="38"/>
                    </a:cubicBezTo>
                    <a:cubicBezTo>
                      <a:pt x="0" y="38"/>
                      <a:pt x="0" y="38"/>
                      <a:pt x="0" y="37"/>
                    </a:cubicBezTo>
                    <a:cubicBezTo>
                      <a:pt x="0" y="39"/>
                      <a:pt x="0" y="39"/>
                      <a:pt x="0" y="39"/>
                    </a:cubicBezTo>
                    <a:cubicBezTo>
                      <a:pt x="5" y="45"/>
                      <a:pt x="5" y="58"/>
                      <a:pt x="16" y="54"/>
                    </a:cubicBezTo>
                    <a:cubicBezTo>
                      <a:pt x="16" y="54"/>
                      <a:pt x="16" y="54"/>
                      <a:pt x="16" y="54"/>
                    </a:cubicBezTo>
                    <a:cubicBezTo>
                      <a:pt x="14" y="37"/>
                      <a:pt x="14" y="21"/>
                      <a:pt x="17" y="8"/>
                    </a:cubicBezTo>
                    <a:close/>
                  </a:path>
                </a:pathLst>
              </a:custGeom>
              <a:solidFill>
                <a:srgbClr val="FEF2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678" name="Freeform 266">
                <a:extLst>
                  <a:ext uri="{FF2B5EF4-FFF2-40B4-BE49-F238E27FC236}">
                    <a16:creationId xmlns:a16="http://schemas.microsoft.com/office/drawing/2014/main" id="{7940ECD0-BB30-47AF-BB56-7CF325A0B7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5" y="963"/>
                <a:ext cx="303" cy="253"/>
              </a:xfrm>
              <a:custGeom>
                <a:avLst/>
                <a:gdLst>
                  <a:gd name="T0" fmla="*/ 26 w 224"/>
                  <a:gd name="T1" fmla="*/ 183 h 188"/>
                  <a:gd name="T2" fmla="*/ 9 w 224"/>
                  <a:gd name="T3" fmla="*/ 270 h 188"/>
                  <a:gd name="T4" fmla="*/ 26 w 224"/>
                  <a:gd name="T5" fmla="*/ 304 h 188"/>
                  <a:gd name="T6" fmla="*/ 20 w 224"/>
                  <a:gd name="T7" fmla="*/ 324 h 188"/>
                  <a:gd name="T8" fmla="*/ 30 w 224"/>
                  <a:gd name="T9" fmla="*/ 339 h 188"/>
                  <a:gd name="T10" fmla="*/ 20 w 224"/>
                  <a:gd name="T11" fmla="*/ 371 h 188"/>
                  <a:gd name="T12" fmla="*/ 26 w 224"/>
                  <a:gd name="T13" fmla="*/ 382 h 188"/>
                  <a:gd name="T14" fmla="*/ 20 w 224"/>
                  <a:gd name="T15" fmla="*/ 400 h 188"/>
                  <a:gd name="T16" fmla="*/ 35 w 224"/>
                  <a:gd name="T17" fmla="*/ 423 h 188"/>
                  <a:gd name="T18" fmla="*/ 41 w 224"/>
                  <a:gd name="T19" fmla="*/ 449 h 188"/>
                  <a:gd name="T20" fmla="*/ 43 w 224"/>
                  <a:gd name="T21" fmla="*/ 419 h 188"/>
                  <a:gd name="T22" fmla="*/ 72 w 224"/>
                  <a:gd name="T23" fmla="*/ 393 h 188"/>
                  <a:gd name="T24" fmla="*/ 89 w 224"/>
                  <a:gd name="T25" fmla="*/ 339 h 188"/>
                  <a:gd name="T26" fmla="*/ 93 w 224"/>
                  <a:gd name="T27" fmla="*/ 310 h 188"/>
                  <a:gd name="T28" fmla="*/ 93 w 224"/>
                  <a:gd name="T29" fmla="*/ 273 h 188"/>
                  <a:gd name="T30" fmla="*/ 134 w 224"/>
                  <a:gd name="T31" fmla="*/ 205 h 188"/>
                  <a:gd name="T32" fmla="*/ 143 w 224"/>
                  <a:gd name="T33" fmla="*/ 230 h 188"/>
                  <a:gd name="T34" fmla="*/ 166 w 224"/>
                  <a:gd name="T35" fmla="*/ 192 h 188"/>
                  <a:gd name="T36" fmla="*/ 188 w 224"/>
                  <a:gd name="T37" fmla="*/ 211 h 188"/>
                  <a:gd name="T38" fmla="*/ 235 w 224"/>
                  <a:gd name="T39" fmla="*/ 198 h 188"/>
                  <a:gd name="T40" fmla="*/ 273 w 224"/>
                  <a:gd name="T41" fmla="*/ 174 h 188"/>
                  <a:gd name="T42" fmla="*/ 292 w 224"/>
                  <a:gd name="T43" fmla="*/ 206 h 188"/>
                  <a:gd name="T44" fmla="*/ 331 w 224"/>
                  <a:gd name="T45" fmla="*/ 168 h 188"/>
                  <a:gd name="T46" fmla="*/ 349 w 224"/>
                  <a:gd name="T47" fmla="*/ 211 h 188"/>
                  <a:gd name="T48" fmla="*/ 369 w 224"/>
                  <a:gd name="T49" fmla="*/ 199 h 188"/>
                  <a:gd name="T50" fmla="*/ 377 w 224"/>
                  <a:gd name="T51" fmla="*/ 210 h 188"/>
                  <a:gd name="T52" fmla="*/ 394 w 224"/>
                  <a:gd name="T53" fmla="*/ 203 h 188"/>
                  <a:gd name="T54" fmla="*/ 437 w 224"/>
                  <a:gd name="T55" fmla="*/ 203 h 188"/>
                  <a:gd name="T56" fmla="*/ 457 w 224"/>
                  <a:gd name="T57" fmla="*/ 221 h 188"/>
                  <a:gd name="T58" fmla="*/ 479 w 224"/>
                  <a:gd name="T59" fmla="*/ 308 h 188"/>
                  <a:gd name="T60" fmla="*/ 492 w 224"/>
                  <a:gd name="T61" fmla="*/ 381 h 188"/>
                  <a:gd name="T62" fmla="*/ 503 w 224"/>
                  <a:gd name="T63" fmla="*/ 439 h 188"/>
                  <a:gd name="T64" fmla="*/ 519 w 224"/>
                  <a:gd name="T65" fmla="*/ 419 h 188"/>
                  <a:gd name="T66" fmla="*/ 528 w 224"/>
                  <a:gd name="T67" fmla="*/ 451 h 188"/>
                  <a:gd name="T68" fmla="*/ 553 w 224"/>
                  <a:gd name="T69" fmla="*/ 358 h 188"/>
                  <a:gd name="T70" fmla="*/ 553 w 224"/>
                  <a:gd name="T71" fmla="*/ 308 h 188"/>
                  <a:gd name="T72" fmla="*/ 546 w 224"/>
                  <a:gd name="T73" fmla="*/ 268 h 188"/>
                  <a:gd name="T74" fmla="*/ 555 w 224"/>
                  <a:gd name="T75" fmla="*/ 241 h 188"/>
                  <a:gd name="T76" fmla="*/ 545 w 224"/>
                  <a:gd name="T77" fmla="*/ 192 h 188"/>
                  <a:gd name="T78" fmla="*/ 540 w 224"/>
                  <a:gd name="T79" fmla="*/ 121 h 188"/>
                  <a:gd name="T80" fmla="*/ 498 w 224"/>
                  <a:gd name="T81" fmla="*/ 79 h 188"/>
                  <a:gd name="T82" fmla="*/ 453 w 224"/>
                  <a:gd name="T83" fmla="*/ 35 h 188"/>
                  <a:gd name="T84" fmla="*/ 411 w 224"/>
                  <a:gd name="T85" fmla="*/ 22 h 188"/>
                  <a:gd name="T86" fmla="*/ 372 w 224"/>
                  <a:gd name="T87" fmla="*/ 9 h 188"/>
                  <a:gd name="T88" fmla="*/ 311 w 224"/>
                  <a:gd name="T89" fmla="*/ 0 h 188"/>
                  <a:gd name="T90" fmla="*/ 292 w 224"/>
                  <a:gd name="T91" fmla="*/ 7 h 188"/>
                  <a:gd name="T92" fmla="*/ 260 w 224"/>
                  <a:gd name="T93" fmla="*/ 7 h 188"/>
                  <a:gd name="T94" fmla="*/ 235 w 224"/>
                  <a:gd name="T95" fmla="*/ 9 h 188"/>
                  <a:gd name="T96" fmla="*/ 227 w 224"/>
                  <a:gd name="T97" fmla="*/ 16 h 188"/>
                  <a:gd name="T98" fmla="*/ 212 w 224"/>
                  <a:gd name="T99" fmla="*/ 16 h 188"/>
                  <a:gd name="T100" fmla="*/ 156 w 224"/>
                  <a:gd name="T101" fmla="*/ 27 h 188"/>
                  <a:gd name="T102" fmla="*/ 134 w 224"/>
                  <a:gd name="T103" fmla="*/ 47 h 188"/>
                  <a:gd name="T104" fmla="*/ 124 w 224"/>
                  <a:gd name="T105" fmla="*/ 63 h 188"/>
                  <a:gd name="T106" fmla="*/ 99 w 224"/>
                  <a:gd name="T107" fmla="*/ 70 h 188"/>
                  <a:gd name="T108" fmla="*/ 87 w 224"/>
                  <a:gd name="T109" fmla="*/ 90 h 188"/>
                  <a:gd name="T110" fmla="*/ 57 w 224"/>
                  <a:gd name="T111" fmla="*/ 98 h 188"/>
                  <a:gd name="T112" fmla="*/ 41 w 224"/>
                  <a:gd name="T113" fmla="*/ 156 h 188"/>
                  <a:gd name="T114" fmla="*/ 27 w 224"/>
                  <a:gd name="T115" fmla="*/ 178 h 188"/>
                  <a:gd name="T116" fmla="*/ 26 w 224"/>
                  <a:gd name="T117" fmla="*/ 183 h 188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0" t="0" r="r" b="b"/>
                <a:pathLst>
                  <a:path w="224" h="188">
                    <a:moveTo>
                      <a:pt x="10" y="75"/>
                    </a:moveTo>
                    <a:cubicBezTo>
                      <a:pt x="9" y="87"/>
                      <a:pt x="0" y="100"/>
                      <a:pt x="4" y="111"/>
                    </a:cubicBezTo>
                    <a:cubicBezTo>
                      <a:pt x="7" y="117"/>
                      <a:pt x="10" y="118"/>
                      <a:pt x="10" y="125"/>
                    </a:cubicBezTo>
                    <a:cubicBezTo>
                      <a:pt x="9" y="127"/>
                      <a:pt x="8" y="131"/>
                      <a:pt x="8" y="133"/>
                    </a:cubicBezTo>
                    <a:cubicBezTo>
                      <a:pt x="9" y="136"/>
                      <a:pt x="11" y="137"/>
                      <a:pt x="12" y="139"/>
                    </a:cubicBezTo>
                    <a:cubicBezTo>
                      <a:pt x="13" y="145"/>
                      <a:pt x="8" y="147"/>
                      <a:pt x="8" y="152"/>
                    </a:cubicBezTo>
                    <a:cubicBezTo>
                      <a:pt x="8" y="153"/>
                      <a:pt x="10" y="155"/>
                      <a:pt x="10" y="157"/>
                    </a:cubicBezTo>
                    <a:cubicBezTo>
                      <a:pt x="10" y="159"/>
                      <a:pt x="8" y="163"/>
                      <a:pt x="8" y="164"/>
                    </a:cubicBezTo>
                    <a:cubicBezTo>
                      <a:pt x="9" y="168"/>
                      <a:pt x="12" y="170"/>
                      <a:pt x="14" y="173"/>
                    </a:cubicBezTo>
                    <a:cubicBezTo>
                      <a:pt x="15" y="177"/>
                      <a:pt x="15" y="181"/>
                      <a:pt x="16" y="184"/>
                    </a:cubicBezTo>
                    <a:cubicBezTo>
                      <a:pt x="17" y="180"/>
                      <a:pt x="16" y="175"/>
                      <a:pt x="18" y="172"/>
                    </a:cubicBezTo>
                    <a:cubicBezTo>
                      <a:pt x="27" y="174"/>
                      <a:pt x="28" y="166"/>
                      <a:pt x="29" y="161"/>
                    </a:cubicBezTo>
                    <a:cubicBezTo>
                      <a:pt x="31" y="153"/>
                      <a:pt x="35" y="147"/>
                      <a:pt x="36" y="139"/>
                    </a:cubicBezTo>
                    <a:cubicBezTo>
                      <a:pt x="37" y="135"/>
                      <a:pt x="38" y="131"/>
                      <a:pt x="38" y="127"/>
                    </a:cubicBezTo>
                    <a:cubicBezTo>
                      <a:pt x="39" y="122"/>
                      <a:pt x="37" y="117"/>
                      <a:pt x="38" y="112"/>
                    </a:cubicBezTo>
                    <a:cubicBezTo>
                      <a:pt x="40" y="104"/>
                      <a:pt x="45" y="87"/>
                      <a:pt x="54" y="84"/>
                    </a:cubicBezTo>
                    <a:cubicBezTo>
                      <a:pt x="56" y="87"/>
                      <a:pt x="56" y="91"/>
                      <a:pt x="58" y="94"/>
                    </a:cubicBezTo>
                    <a:cubicBezTo>
                      <a:pt x="60" y="90"/>
                      <a:pt x="61" y="80"/>
                      <a:pt x="67" y="79"/>
                    </a:cubicBezTo>
                    <a:cubicBezTo>
                      <a:pt x="72" y="78"/>
                      <a:pt x="73" y="85"/>
                      <a:pt x="76" y="87"/>
                    </a:cubicBezTo>
                    <a:cubicBezTo>
                      <a:pt x="83" y="76"/>
                      <a:pt x="87" y="68"/>
                      <a:pt x="95" y="81"/>
                    </a:cubicBezTo>
                    <a:cubicBezTo>
                      <a:pt x="100" y="79"/>
                      <a:pt x="105" y="69"/>
                      <a:pt x="110" y="71"/>
                    </a:cubicBezTo>
                    <a:cubicBezTo>
                      <a:pt x="115" y="71"/>
                      <a:pt x="115" y="82"/>
                      <a:pt x="118" y="85"/>
                    </a:cubicBezTo>
                    <a:cubicBezTo>
                      <a:pt x="121" y="81"/>
                      <a:pt x="128" y="67"/>
                      <a:pt x="134" y="69"/>
                    </a:cubicBezTo>
                    <a:cubicBezTo>
                      <a:pt x="139" y="70"/>
                      <a:pt x="138" y="83"/>
                      <a:pt x="141" y="87"/>
                    </a:cubicBezTo>
                    <a:cubicBezTo>
                      <a:pt x="144" y="86"/>
                      <a:pt x="146" y="83"/>
                      <a:pt x="149" y="82"/>
                    </a:cubicBezTo>
                    <a:cubicBezTo>
                      <a:pt x="151" y="82"/>
                      <a:pt x="151" y="86"/>
                      <a:pt x="152" y="86"/>
                    </a:cubicBezTo>
                    <a:cubicBezTo>
                      <a:pt x="154" y="86"/>
                      <a:pt x="157" y="84"/>
                      <a:pt x="159" y="83"/>
                    </a:cubicBezTo>
                    <a:cubicBezTo>
                      <a:pt x="166" y="92"/>
                      <a:pt x="170" y="84"/>
                      <a:pt x="177" y="83"/>
                    </a:cubicBezTo>
                    <a:cubicBezTo>
                      <a:pt x="183" y="82"/>
                      <a:pt x="182" y="86"/>
                      <a:pt x="185" y="91"/>
                    </a:cubicBezTo>
                    <a:cubicBezTo>
                      <a:pt x="190" y="101"/>
                      <a:pt x="194" y="113"/>
                      <a:pt x="194" y="126"/>
                    </a:cubicBezTo>
                    <a:cubicBezTo>
                      <a:pt x="195" y="137"/>
                      <a:pt x="197" y="146"/>
                      <a:pt x="199" y="156"/>
                    </a:cubicBezTo>
                    <a:cubicBezTo>
                      <a:pt x="200" y="164"/>
                      <a:pt x="200" y="173"/>
                      <a:pt x="203" y="180"/>
                    </a:cubicBezTo>
                    <a:cubicBezTo>
                      <a:pt x="204" y="176"/>
                      <a:pt x="206" y="173"/>
                      <a:pt x="210" y="172"/>
                    </a:cubicBezTo>
                    <a:cubicBezTo>
                      <a:pt x="212" y="178"/>
                      <a:pt x="217" y="178"/>
                      <a:pt x="213" y="185"/>
                    </a:cubicBezTo>
                    <a:cubicBezTo>
                      <a:pt x="219" y="188"/>
                      <a:pt x="213" y="149"/>
                      <a:pt x="223" y="147"/>
                    </a:cubicBezTo>
                    <a:cubicBezTo>
                      <a:pt x="218" y="143"/>
                      <a:pt x="224" y="132"/>
                      <a:pt x="223" y="126"/>
                    </a:cubicBezTo>
                    <a:cubicBezTo>
                      <a:pt x="223" y="118"/>
                      <a:pt x="220" y="116"/>
                      <a:pt x="221" y="110"/>
                    </a:cubicBezTo>
                    <a:cubicBezTo>
                      <a:pt x="221" y="108"/>
                      <a:pt x="224" y="104"/>
                      <a:pt x="224" y="99"/>
                    </a:cubicBezTo>
                    <a:cubicBezTo>
                      <a:pt x="224" y="93"/>
                      <a:pt x="220" y="85"/>
                      <a:pt x="220" y="79"/>
                    </a:cubicBezTo>
                    <a:cubicBezTo>
                      <a:pt x="220" y="76"/>
                      <a:pt x="219" y="53"/>
                      <a:pt x="218" y="50"/>
                    </a:cubicBezTo>
                    <a:cubicBezTo>
                      <a:pt x="216" y="47"/>
                      <a:pt x="205" y="36"/>
                      <a:pt x="201" y="33"/>
                    </a:cubicBezTo>
                    <a:cubicBezTo>
                      <a:pt x="192" y="26"/>
                      <a:pt x="193" y="19"/>
                      <a:pt x="183" y="14"/>
                    </a:cubicBezTo>
                    <a:cubicBezTo>
                      <a:pt x="178" y="21"/>
                      <a:pt x="170" y="12"/>
                      <a:pt x="166" y="9"/>
                    </a:cubicBezTo>
                    <a:cubicBezTo>
                      <a:pt x="162" y="16"/>
                      <a:pt x="154" y="6"/>
                      <a:pt x="150" y="4"/>
                    </a:cubicBezTo>
                    <a:cubicBezTo>
                      <a:pt x="147" y="14"/>
                      <a:pt x="132" y="0"/>
                      <a:pt x="126" y="0"/>
                    </a:cubicBezTo>
                    <a:cubicBezTo>
                      <a:pt x="121" y="0"/>
                      <a:pt x="122" y="2"/>
                      <a:pt x="118" y="3"/>
                    </a:cubicBezTo>
                    <a:cubicBezTo>
                      <a:pt x="114" y="4"/>
                      <a:pt x="109" y="4"/>
                      <a:pt x="105" y="3"/>
                    </a:cubicBezTo>
                    <a:cubicBezTo>
                      <a:pt x="100" y="3"/>
                      <a:pt x="99" y="3"/>
                      <a:pt x="95" y="4"/>
                    </a:cubicBezTo>
                    <a:cubicBezTo>
                      <a:pt x="95" y="4"/>
                      <a:pt x="93" y="7"/>
                      <a:pt x="92" y="7"/>
                    </a:cubicBezTo>
                    <a:cubicBezTo>
                      <a:pt x="90" y="8"/>
                      <a:pt x="88" y="6"/>
                      <a:pt x="86" y="7"/>
                    </a:cubicBezTo>
                    <a:cubicBezTo>
                      <a:pt x="82" y="9"/>
                      <a:pt x="66" y="7"/>
                      <a:pt x="63" y="11"/>
                    </a:cubicBezTo>
                    <a:cubicBezTo>
                      <a:pt x="61" y="14"/>
                      <a:pt x="56" y="15"/>
                      <a:pt x="54" y="19"/>
                    </a:cubicBezTo>
                    <a:cubicBezTo>
                      <a:pt x="51" y="22"/>
                      <a:pt x="53" y="24"/>
                      <a:pt x="50" y="26"/>
                    </a:cubicBezTo>
                    <a:cubicBezTo>
                      <a:pt x="47" y="28"/>
                      <a:pt x="43" y="27"/>
                      <a:pt x="40" y="29"/>
                    </a:cubicBezTo>
                    <a:cubicBezTo>
                      <a:pt x="37" y="32"/>
                      <a:pt x="39" y="35"/>
                      <a:pt x="35" y="37"/>
                    </a:cubicBezTo>
                    <a:cubicBezTo>
                      <a:pt x="28" y="39"/>
                      <a:pt x="27" y="35"/>
                      <a:pt x="23" y="40"/>
                    </a:cubicBezTo>
                    <a:cubicBezTo>
                      <a:pt x="22" y="42"/>
                      <a:pt x="21" y="61"/>
                      <a:pt x="16" y="64"/>
                    </a:cubicBezTo>
                    <a:cubicBezTo>
                      <a:pt x="14" y="65"/>
                      <a:pt x="11" y="69"/>
                      <a:pt x="11" y="73"/>
                    </a:cubicBezTo>
                    <a:lnTo>
                      <a:pt x="10" y="75"/>
                    </a:lnTo>
                    <a:close/>
                  </a:path>
                </a:pathLst>
              </a:custGeom>
              <a:solidFill>
                <a:srgbClr val="E7C7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679" name="Freeform 267">
                <a:extLst>
                  <a:ext uri="{FF2B5EF4-FFF2-40B4-BE49-F238E27FC236}">
                    <a16:creationId xmlns:a16="http://schemas.microsoft.com/office/drawing/2014/main" id="{9583F239-7BA5-49EA-B1CB-697302933D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7" y="1744"/>
                <a:ext cx="81" cy="71"/>
              </a:xfrm>
              <a:custGeom>
                <a:avLst/>
                <a:gdLst>
                  <a:gd name="T0" fmla="*/ 1 w 60"/>
                  <a:gd name="T1" fmla="*/ 68 h 53"/>
                  <a:gd name="T2" fmla="*/ 69 w 60"/>
                  <a:gd name="T3" fmla="*/ 1 h 53"/>
                  <a:gd name="T4" fmla="*/ 146 w 60"/>
                  <a:gd name="T5" fmla="*/ 59 h 53"/>
                  <a:gd name="T6" fmla="*/ 78 w 60"/>
                  <a:gd name="T7" fmla="*/ 126 h 53"/>
                  <a:gd name="T8" fmla="*/ 1 w 60"/>
                  <a:gd name="T9" fmla="*/ 68 h 5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0" h="53">
                    <a:moveTo>
                      <a:pt x="1" y="28"/>
                    </a:moveTo>
                    <a:cubicBezTo>
                      <a:pt x="0" y="14"/>
                      <a:pt x="12" y="2"/>
                      <a:pt x="28" y="1"/>
                    </a:cubicBezTo>
                    <a:cubicBezTo>
                      <a:pt x="44" y="0"/>
                      <a:pt x="58" y="11"/>
                      <a:pt x="59" y="25"/>
                    </a:cubicBezTo>
                    <a:cubicBezTo>
                      <a:pt x="60" y="38"/>
                      <a:pt x="48" y="50"/>
                      <a:pt x="32" y="52"/>
                    </a:cubicBezTo>
                    <a:cubicBezTo>
                      <a:pt x="16" y="53"/>
                      <a:pt x="2" y="42"/>
                      <a:pt x="1" y="28"/>
                    </a:cubicBezTo>
                    <a:close/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680" name="Freeform 268">
                <a:extLst>
                  <a:ext uri="{FF2B5EF4-FFF2-40B4-BE49-F238E27FC236}">
                    <a16:creationId xmlns:a16="http://schemas.microsoft.com/office/drawing/2014/main" id="{C93B8B16-705C-4EAB-BFF0-E35A88B515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7" y="1770"/>
                <a:ext cx="21" cy="18"/>
              </a:xfrm>
              <a:custGeom>
                <a:avLst/>
                <a:gdLst>
                  <a:gd name="T0" fmla="*/ 1 w 16"/>
                  <a:gd name="T1" fmla="*/ 19 h 13"/>
                  <a:gd name="T2" fmla="*/ 18 w 16"/>
                  <a:gd name="T3" fmla="*/ 0 h 13"/>
                  <a:gd name="T4" fmla="*/ 37 w 16"/>
                  <a:gd name="T5" fmla="*/ 15 h 13"/>
                  <a:gd name="T6" fmla="*/ 21 w 16"/>
                  <a:gd name="T7" fmla="*/ 35 h 13"/>
                  <a:gd name="T8" fmla="*/ 1 w 16"/>
                  <a:gd name="T9" fmla="*/ 19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13">
                    <a:moveTo>
                      <a:pt x="1" y="7"/>
                    </a:moveTo>
                    <a:cubicBezTo>
                      <a:pt x="0" y="3"/>
                      <a:pt x="3" y="0"/>
                      <a:pt x="8" y="0"/>
                    </a:cubicBezTo>
                    <a:cubicBezTo>
                      <a:pt x="12" y="0"/>
                      <a:pt x="15" y="2"/>
                      <a:pt x="16" y="6"/>
                    </a:cubicBezTo>
                    <a:cubicBezTo>
                      <a:pt x="16" y="10"/>
                      <a:pt x="13" y="13"/>
                      <a:pt x="9" y="13"/>
                    </a:cubicBezTo>
                    <a:cubicBezTo>
                      <a:pt x="5" y="13"/>
                      <a:pt x="1" y="11"/>
                      <a:pt x="1" y="7"/>
                    </a:cubicBezTo>
                    <a:close/>
                  </a:path>
                </a:pathLst>
              </a:custGeom>
              <a:solidFill>
                <a:srgbClr val="FEE6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681" name="Freeform 269">
                <a:extLst>
                  <a:ext uri="{FF2B5EF4-FFF2-40B4-BE49-F238E27FC236}">
                    <a16:creationId xmlns:a16="http://schemas.microsoft.com/office/drawing/2014/main" id="{BA5D15A5-0DA3-40FA-A4CB-D79A50CA14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4" y="1744"/>
                <a:ext cx="83" cy="71"/>
              </a:xfrm>
              <a:custGeom>
                <a:avLst/>
                <a:gdLst>
                  <a:gd name="T0" fmla="*/ 148 w 61"/>
                  <a:gd name="T1" fmla="*/ 68 h 53"/>
                  <a:gd name="T2" fmla="*/ 82 w 61"/>
                  <a:gd name="T3" fmla="*/ 1 h 53"/>
                  <a:gd name="T4" fmla="*/ 1 w 61"/>
                  <a:gd name="T5" fmla="*/ 59 h 53"/>
                  <a:gd name="T6" fmla="*/ 71 w 61"/>
                  <a:gd name="T7" fmla="*/ 126 h 53"/>
                  <a:gd name="T8" fmla="*/ 148 w 61"/>
                  <a:gd name="T9" fmla="*/ 68 h 5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1" h="53">
                    <a:moveTo>
                      <a:pt x="59" y="28"/>
                    </a:moveTo>
                    <a:cubicBezTo>
                      <a:pt x="61" y="14"/>
                      <a:pt x="48" y="2"/>
                      <a:pt x="32" y="1"/>
                    </a:cubicBezTo>
                    <a:cubicBezTo>
                      <a:pt x="16" y="0"/>
                      <a:pt x="2" y="11"/>
                      <a:pt x="1" y="25"/>
                    </a:cubicBezTo>
                    <a:cubicBezTo>
                      <a:pt x="0" y="38"/>
                      <a:pt x="12" y="50"/>
                      <a:pt x="28" y="52"/>
                    </a:cubicBezTo>
                    <a:cubicBezTo>
                      <a:pt x="44" y="53"/>
                      <a:pt x="58" y="42"/>
                      <a:pt x="59" y="28"/>
                    </a:cubicBezTo>
                    <a:close/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682" name="Freeform 270">
                <a:extLst>
                  <a:ext uri="{FF2B5EF4-FFF2-40B4-BE49-F238E27FC236}">
                    <a16:creationId xmlns:a16="http://schemas.microsoft.com/office/drawing/2014/main" id="{1BAD5E90-9E13-42E8-B4BD-C120C95707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74" y="1769"/>
                <a:ext cx="23" cy="20"/>
              </a:xfrm>
              <a:custGeom>
                <a:avLst/>
                <a:gdLst>
                  <a:gd name="T0" fmla="*/ 41 w 17"/>
                  <a:gd name="T1" fmla="*/ 16 h 15"/>
                  <a:gd name="T2" fmla="*/ 22 w 17"/>
                  <a:gd name="T3" fmla="*/ 36 h 15"/>
                  <a:gd name="T4" fmla="*/ 0 w 17"/>
                  <a:gd name="T5" fmla="*/ 20 h 15"/>
                  <a:gd name="T6" fmla="*/ 20 w 17"/>
                  <a:gd name="T7" fmla="*/ 0 h 15"/>
                  <a:gd name="T8" fmla="*/ 41 w 17"/>
                  <a:gd name="T9" fmla="*/ 16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15">
                    <a:moveTo>
                      <a:pt x="16" y="7"/>
                    </a:moveTo>
                    <a:cubicBezTo>
                      <a:pt x="17" y="11"/>
                      <a:pt x="13" y="14"/>
                      <a:pt x="9" y="15"/>
                    </a:cubicBezTo>
                    <a:cubicBezTo>
                      <a:pt x="4" y="15"/>
                      <a:pt x="0" y="12"/>
                      <a:pt x="0" y="8"/>
                    </a:cubicBezTo>
                    <a:cubicBezTo>
                      <a:pt x="0" y="4"/>
                      <a:pt x="3" y="1"/>
                      <a:pt x="8" y="0"/>
                    </a:cubicBezTo>
                    <a:cubicBezTo>
                      <a:pt x="12" y="0"/>
                      <a:pt x="16" y="3"/>
                      <a:pt x="16" y="7"/>
                    </a:cubicBezTo>
                    <a:close/>
                  </a:path>
                </a:pathLst>
              </a:custGeom>
              <a:solidFill>
                <a:srgbClr val="FEE6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683" name="Freeform 271">
                <a:extLst>
                  <a:ext uri="{FF2B5EF4-FFF2-40B4-BE49-F238E27FC236}">
                    <a16:creationId xmlns:a16="http://schemas.microsoft.com/office/drawing/2014/main" id="{E1DFD199-99E8-445C-BA7A-28EB9BC6B1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6" y="1858"/>
                <a:ext cx="204" cy="346"/>
              </a:xfrm>
              <a:custGeom>
                <a:avLst/>
                <a:gdLst>
                  <a:gd name="T0" fmla="*/ 0 w 151"/>
                  <a:gd name="T1" fmla="*/ 36 h 257"/>
                  <a:gd name="T2" fmla="*/ 157 w 151"/>
                  <a:gd name="T3" fmla="*/ 42 h 257"/>
                  <a:gd name="T4" fmla="*/ 224 w 151"/>
                  <a:gd name="T5" fmla="*/ 24 h 257"/>
                  <a:gd name="T6" fmla="*/ 288 w 151"/>
                  <a:gd name="T7" fmla="*/ 1 h 257"/>
                  <a:gd name="T8" fmla="*/ 272 w 151"/>
                  <a:gd name="T9" fmla="*/ 151 h 257"/>
                  <a:gd name="T10" fmla="*/ 307 w 151"/>
                  <a:gd name="T11" fmla="*/ 310 h 257"/>
                  <a:gd name="T12" fmla="*/ 350 w 151"/>
                  <a:gd name="T13" fmla="*/ 520 h 257"/>
                  <a:gd name="T14" fmla="*/ 345 w 151"/>
                  <a:gd name="T15" fmla="*/ 613 h 257"/>
                  <a:gd name="T16" fmla="*/ 245 w 151"/>
                  <a:gd name="T17" fmla="*/ 625 h 257"/>
                  <a:gd name="T18" fmla="*/ 286 w 151"/>
                  <a:gd name="T19" fmla="*/ 530 h 257"/>
                  <a:gd name="T20" fmla="*/ 218 w 151"/>
                  <a:gd name="T21" fmla="*/ 559 h 257"/>
                  <a:gd name="T22" fmla="*/ 239 w 151"/>
                  <a:gd name="T23" fmla="*/ 478 h 257"/>
                  <a:gd name="T24" fmla="*/ 218 w 151"/>
                  <a:gd name="T25" fmla="*/ 409 h 257"/>
                  <a:gd name="T26" fmla="*/ 155 w 151"/>
                  <a:gd name="T27" fmla="*/ 261 h 257"/>
                  <a:gd name="T28" fmla="*/ 170 w 151"/>
                  <a:gd name="T29" fmla="*/ 114 h 257"/>
                  <a:gd name="T30" fmla="*/ 108 w 151"/>
                  <a:gd name="T31" fmla="*/ 85 h 257"/>
                  <a:gd name="T32" fmla="*/ 63 w 151"/>
                  <a:gd name="T33" fmla="*/ 83 h 257"/>
                  <a:gd name="T34" fmla="*/ 5 w 151"/>
                  <a:gd name="T35" fmla="*/ 40 h 257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151" h="257">
                    <a:moveTo>
                      <a:pt x="0" y="15"/>
                    </a:moveTo>
                    <a:cubicBezTo>
                      <a:pt x="18" y="22"/>
                      <a:pt x="45" y="21"/>
                      <a:pt x="64" y="17"/>
                    </a:cubicBezTo>
                    <a:cubicBezTo>
                      <a:pt x="73" y="16"/>
                      <a:pt x="82" y="13"/>
                      <a:pt x="91" y="10"/>
                    </a:cubicBezTo>
                    <a:cubicBezTo>
                      <a:pt x="98" y="8"/>
                      <a:pt x="111" y="0"/>
                      <a:pt x="117" y="1"/>
                    </a:cubicBezTo>
                    <a:cubicBezTo>
                      <a:pt x="119" y="19"/>
                      <a:pt x="110" y="43"/>
                      <a:pt x="110" y="62"/>
                    </a:cubicBezTo>
                    <a:cubicBezTo>
                      <a:pt x="109" y="85"/>
                      <a:pt x="117" y="105"/>
                      <a:pt x="124" y="127"/>
                    </a:cubicBezTo>
                    <a:cubicBezTo>
                      <a:pt x="134" y="155"/>
                      <a:pt x="140" y="184"/>
                      <a:pt x="142" y="213"/>
                    </a:cubicBezTo>
                    <a:cubicBezTo>
                      <a:pt x="143" y="224"/>
                      <a:pt x="151" y="243"/>
                      <a:pt x="140" y="251"/>
                    </a:cubicBezTo>
                    <a:cubicBezTo>
                      <a:pt x="133" y="257"/>
                      <a:pt x="108" y="256"/>
                      <a:pt x="99" y="256"/>
                    </a:cubicBezTo>
                    <a:cubicBezTo>
                      <a:pt x="103" y="248"/>
                      <a:pt x="128" y="226"/>
                      <a:pt x="116" y="218"/>
                    </a:cubicBezTo>
                    <a:cubicBezTo>
                      <a:pt x="109" y="213"/>
                      <a:pt x="94" y="225"/>
                      <a:pt x="88" y="229"/>
                    </a:cubicBezTo>
                    <a:cubicBezTo>
                      <a:pt x="87" y="218"/>
                      <a:pt x="96" y="207"/>
                      <a:pt x="97" y="196"/>
                    </a:cubicBezTo>
                    <a:cubicBezTo>
                      <a:pt x="99" y="185"/>
                      <a:pt x="92" y="178"/>
                      <a:pt x="88" y="168"/>
                    </a:cubicBezTo>
                    <a:cubicBezTo>
                      <a:pt x="80" y="149"/>
                      <a:pt x="69" y="127"/>
                      <a:pt x="63" y="107"/>
                    </a:cubicBezTo>
                    <a:cubicBezTo>
                      <a:pt x="58" y="86"/>
                      <a:pt x="79" y="67"/>
                      <a:pt x="69" y="47"/>
                    </a:cubicBezTo>
                    <a:cubicBezTo>
                      <a:pt x="65" y="37"/>
                      <a:pt x="55" y="37"/>
                      <a:pt x="44" y="35"/>
                    </a:cubicBezTo>
                    <a:cubicBezTo>
                      <a:pt x="38" y="35"/>
                      <a:pt x="32" y="36"/>
                      <a:pt x="26" y="34"/>
                    </a:cubicBezTo>
                    <a:cubicBezTo>
                      <a:pt x="16" y="31"/>
                      <a:pt x="12" y="21"/>
                      <a:pt x="2" y="16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684" name="Freeform 272">
                <a:extLst>
                  <a:ext uri="{FF2B5EF4-FFF2-40B4-BE49-F238E27FC236}">
                    <a16:creationId xmlns:a16="http://schemas.microsoft.com/office/drawing/2014/main" id="{7330C29F-B04C-49A8-80AF-7045ABBD6B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4" y="1634"/>
                <a:ext cx="206" cy="231"/>
              </a:xfrm>
              <a:custGeom>
                <a:avLst/>
                <a:gdLst>
                  <a:gd name="T0" fmla="*/ 369 w 152"/>
                  <a:gd name="T1" fmla="*/ 22 h 171"/>
                  <a:gd name="T2" fmla="*/ 316 w 152"/>
                  <a:gd name="T3" fmla="*/ 140 h 171"/>
                  <a:gd name="T4" fmla="*/ 301 w 152"/>
                  <a:gd name="T5" fmla="*/ 316 h 171"/>
                  <a:gd name="T6" fmla="*/ 191 w 152"/>
                  <a:gd name="T7" fmla="*/ 405 h 171"/>
                  <a:gd name="T8" fmla="*/ 0 w 152"/>
                  <a:gd name="T9" fmla="*/ 401 h 171"/>
                  <a:gd name="T10" fmla="*/ 107 w 152"/>
                  <a:gd name="T11" fmla="*/ 385 h 171"/>
                  <a:gd name="T12" fmla="*/ 222 w 152"/>
                  <a:gd name="T13" fmla="*/ 311 h 171"/>
                  <a:gd name="T14" fmla="*/ 260 w 152"/>
                  <a:gd name="T15" fmla="*/ 209 h 171"/>
                  <a:gd name="T16" fmla="*/ 195 w 152"/>
                  <a:gd name="T17" fmla="*/ 135 h 171"/>
                  <a:gd name="T18" fmla="*/ 182 w 152"/>
                  <a:gd name="T19" fmla="*/ 62 h 171"/>
                  <a:gd name="T20" fmla="*/ 249 w 152"/>
                  <a:gd name="T21" fmla="*/ 49 h 171"/>
                  <a:gd name="T22" fmla="*/ 301 w 152"/>
                  <a:gd name="T23" fmla="*/ 9 h 171"/>
                  <a:gd name="T24" fmla="*/ 378 w 152"/>
                  <a:gd name="T25" fmla="*/ 15 h 171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52" h="171">
                    <a:moveTo>
                      <a:pt x="148" y="9"/>
                    </a:moveTo>
                    <a:cubicBezTo>
                      <a:pt x="129" y="24"/>
                      <a:pt x="127" y="33"/>
                      <a:pt x="127" y="57"/>
                    </a:cubicBezTo>
                    <a:cubicBezTo>
                      <a:pt x="126" y="80"/>
                      <a:pt x="132" y="107"/>
                      <a:pt x="121" y="128"/>
                    </a:cubicBezTo>
                    <a:cubicBezTo>
                      <a:pt x="112" y="146"/>
                      <a:pt x="98" y="157"/>
                      <a:pt x="77" y="164"/>
                    </a:cubicBezTo>
                    <a:cubicBezTo>
                      <a:pt x="53" y="171"/>
                      <a:pt x="24" y="166"/>
                      <a:pt x="0" y="163"/>
                    </a:cubicBezTo>
                    <a:cubicBezTo>
                      <a:pt x="14" y="160"/>
                      <a:pt x="28" y="162"/>
                      <a:pt x="43" y="156"/>
                    </a:cubicBezTo>
                    <a:cubicBezTo>
                      <a:pt x="60" y="150"/>
                      <a:pt x="77" y="139"/>
                      <a:pt x="89" y="126"/>
                    </a:cubicBezTo>
                    <a:cubicBezTo>
                      <a:pt x="100" y="114"/>
                      <a:pt x="108" y="102"/>
                      <a:pt x="105" y="85"/>
                    </a:cubicBezTo>
                    <a:cubicBezTo>
                      <a:pt x="103" y="65"/>
                      <a:pt x="91" y="66"/>
                      <a:pt x="78" y="55"/>
                    </a:cubicBezTo>
                    <a:cubicBezTo>
                      <a:pt x="72" y="49"/>
                      <a:pt x="65" y="34"/>
                      <a:pt x="73" y="25"/>
                    </a:cubicBezTo>
                    <a:cubicBezTo>
                      <a:pt x="79" y="20"/>
                      <a:pt x="93" y="23"/>
                      <a:pt x="100" y="20"/>
                    </a:cubicBezTo>
                    <a:cubicBezTo>
                      <a:pt x="108" y="16"/>
                      <a:pt x="112" y="7"/>
                      <a:pt x="121" y="4"/>
                    </a:cubicBezTo>
                    <a:cubicBezTo>
                      <a:pt x="131" y="0"/>
                      <a:pt x="142" y="3"/>
                      <a:pt x="152" y="6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685" name="Freeform 273">
                <a:extLst>
                  <a:ext uri="{FF2B5EF4-FFF2-40B4-BE49-F238E27FC236}">
                    <a16:creationId xmlns:a16="http://schemas.microsoft.com/office/drawing/2014/main" id="{5A433835-19C0-4C27-9B01-3230791DB3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5" y="1750"/>
                <a:ext cx="249" cy="115"/>
              </a:xfrm>
              <a:custGeom>
                <a:avLst/>
                <a:gdLst>
                  <a:gd name="T0" fmla="*/ 87 w 184"/>
                  <a:gd name="T1" fmla="*/ 166 h 85"/>
                  <a:gd name="T2" fmla="*/ 275 w 184"/>
                  <a:gd name="T3" fmla="*/ 203 h 85"/>
                  <a:gd name="T4" fmla="*/ 456 w 184"/>
                  <a:gd name="T5" fmla="*/ 97 h 85"/>
                  <a:gd name="T6" fmla="*/ 388 w 184"/>
                  <a:gd name="T7" fmla="*/ 135 h 85"/>
                  <a:gd name="T8" fmla="*/ 300 w 184"/>
                  <a:gd name="T9" fmla="*/ 156 h 85"/>
                  <a:gd name="T10" fmla="*/ 160 w 184"/>
                  <a:gd name="T11" fmla="*/ 149 h 85"/>
                  <a:gd name="T12" fmla="*/ 5 w 184"/>
                  <a:gd name="T13" fmla="*/ 0 h 85"/>
                  <a:gd name="T14" fmla="*/ 97 w 184"/>
                  <a:gd name="T15" fmla="*/ 177 h 8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84" h="85">
                    <a:moveTo>
                      <a:pt x="35" y="67"/>
                    </a:moveTo>
                    <a:cubicBezTo>
                      <a:pt x="51" y="84"/>
                      <a:pt x="90" y="85"/>
                      <a:pt x="111" y="82"/>
                    </a:cubicBezTo>
                    <a:cubicBezTo>
                      <a:pt x="136" y="79"/>
                      <a:pt x="175" y="66"/>
                      <a:pt x="184" y="39"/>
                    </a:cubicBezTo>
                    <a:cubicBezTo>
                      <a:pt x="175" y="42"/>
                      <a:pt x="166" y="50"/>
                      <a:pt x="157" y="55"/>
                    </a:cubicBezTo>
                    <a:cubicBezTo>
                      <a:pt x="144" y="62"/>
                      <a:pt x="135" y="63"/>
                      <a:pt x="121" y="63"/>
                    </a:cubicBezTo>
                    <a:cubicBezTo>
                      <a:pt x="101" y="63"/>
                      <a:pt x="82" y="67"/>
                      <a:pt x="64" y="60"/>
                    </a:cubicBezTo>
                    <a:cubicBezTo>
                      <a:pt x="32" y="50"/>
                      <a:pt x="19" y="26"/>
                      <a:pt x="2" y="0"/>
                    </a:cubicBezTo>
                    <a:cubicBezTo>
                      <a:pt x="0" y="21"/>
                      <a:pt x="18" y="64"/>
                      <a:pt x="39" y="72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686" name="Freeform 274">
                <a:extLst>
                  <a:ext uri="{FF2B5EF4-FFF2-40B4-BE49-F238E27FC236}">
                    <a16:creationId xmlns:a16="http://schemas.microsoft.com/office/drawing/2014/main" id="{57482985-E8F7-4356-BCB3-8B58D90A6E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1" y="1877"/>
                <a:ext cx="50" cy="273"/>
              </a:xfrm>
              <a:custGeom>
                <a:avLst/>
                <a:gdLst>
                  <a:gd name="T0" fmla="*/ 62 w 37"/>
                  <a:gd name="T1" fmla="*/ 42 h 203"/>
                  <a:gd name="T2" fmla="*/ 84 w 37"/>
                  <a:gd name="T3" fmla="*/ 141 h 203"/>
                  <a:gd name="T4" fmla="*/ 74 w 37"/>
                  <a:gd name="T5" fmla="*/ 258 h 203"/>
                  <a:gd name="T6" fmla="*/ 36 w 37"/>
                  <a:gd name="T7" fmla="*/ 494 h 203"/>
                  <a:gd name="T8" fmla="*/ 7 w 37"/>
                  <a:gd name="T9" fmla="*/ 340 h 203"/>
                  <a:gd name="T10" fmla="*/ 51 w 37"/>
                  <a:gd name="T11" fmla="*/ 233 h 203"/>
                  <a:gd name="T12" fmla="*/ 47 w 37"/>
                  <a:gd name="T13" fmla="*/ 105 h 203"/>
                  <a:gd name="T14" fmla="*/ 42 w 37"/>
                  <a:gd name="T15" fmla="*/ 0 h 20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7" h="203">
                    <a:moveTo>
                      <a:pt x="25" y="17"/>
                    </a:moveTo>
                    <a:cubicBezTo>
                      <a:pt x="21" y="29"/>
                      <a:pt x="32" y="46"/>
                      <a:pt x="34" y="58"/>
                    </a:cubicBezTo>
                    <a:cubicBezTo>
                      <a:pt x="37" y="75"/>
                      <a:pt x="35" y="90"/>
                      <a:pt x="30" y="106"/>
                    </a:cubicBezTo>
                    <a:cubicBezTo>
                      <a:pt x="21" y="138"/>
                      <a:pt x="6" y="168"/>
                      <a:pt x="15" y="203"/>
                    </a:cubicBezTo>
                    <a:cubicBezTo>
                      <a:pt x="4" y="183"/>
                      <a:pt x="0" y="162"/>
                      <a:pt x="3" y="140"/>
                    </a:cubicBezTo>
                    <a:cubicBezTo>
                      <a:pt x="5" y="122"/>
                      <a:pt x="19" y="114"/>
                      <a:pt x="21" y="96"/>
                    </a:cubicBezTo>
                    <a:cubicBezTo>
                      <a:pt x="24" y="78"/>
                      <a:pt x="17" y="60"/>
                      <a:pt x="19" y="43"/>
                    </a:cubicBezTo>
                    <a:cubicBezTo>
                      <a:pt x="20" y="27"/>
                      <a:pt x="27" y="15"/>
                      <a:pt x="17" y="0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687" name="Freeform 275">
                <a:extLst>
                  <a:ext uri="{FF2B5EF4-FFF2-40B4-BE49-F238E27FC236}">
                    <a16:creationId xmlns:a16="http://schemas.microsoft.com/office/drawing/2014/main" id="{1E8B5307-D056-4558-8CF8-502EDAC511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7" y="1839"/>
                <a:ext cx="205" cy="109"/>
              </a:xfrm>
              <a:custGeom>
                <a:avLst/>
                <a:gdLst>
                  <a:gd name="T0" fmla="*/ 14 w 151"/>
                  <a:gd name="T1" fmla="*/ 0 h 81"/>
                  <a:gd name="T2" fmla="*/ 185 w 151"/>
                  <a:gd name="T3" fmla="*/ 77 h 81"/>
                  <a:gd name="T4" fmla="*/ 377 w 151"/>
                  <a:gd name="T5" fmla="*/ 30 h 81"/>
                  <a:gd name="T6" fmla="*/ 124 w 151"/>
                  <a:gd name="T7" fmla="*/ 198 h 81"/>
                  <a:gd name="T8" fmla="*/ 77 w 151"/>
                  <a:gd name="T9" fmla="*/ 93 h 81"/>
                  <a:gd name="T10" fmla="*/ 10 w 151"/>
                  <a:gd name="T11" fmla="*/ 9 h 8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1" h="81">
                    <a:moveTo>
                      <a:pt x="5" y="0"/>
                    </a:moveTo>
                    <a:cubicBezTo>
                      <a:pt x="23" y="18"/>
                      <a:pt x="48" y="28"/>
                      <a:pt x="74" y="31"/>
                    </a:cubicBezTo>
                    <a:cubicBezTo>
                      <a:pt x="96" y="32"/>
                      <a:pt x="135" y="28"/>
                      <a:pt x="151" y="12"/>
                    </a:cubicBezTo>
                    <a:cubicBezTo>
                      <a:pt x="113" y="32"/>
                      <a:pt x="67" y="39"/>
                      <a:pt x="49" y="81"/>
                    </a:cubicBezTo>
                    <a:cubicBezTo>
                      <a:pt x="48" y="62"/>
                      <a:pt x="45" y="50"/>
                      <a:pt x="31" y="38"/>
                    </a:cubicBezTo>
                    <a:cubicBezTo>
                      <a:pt x="23" y="31"/>
                      <a:pt x="0" y="18"/>
                      <a:pt x="4" y="4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688" name="Freeform 276">
                <a:extLst>
                  <a:ext uri="{FF2B5EF4-FFF2-40B4-BE49-F238E27FC236}">
                    <a16:creationId xmlns:a16="http://schemas.microsoft.com/office/drawing/2014/main" id="{4B69A8FC-CC51-464D-96D7-4B949F576E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4" y="2265"/>
                <a:ext cx="332" cy="64"/>
              </a:xfrm>
              <a:custGeom>
                <a:avLst/>
                <a:gdLst>
                  <a:gd name="T0" fmla="*/ 149 w 245"/>
                  <a:gd name="T1" fmla="*/ 79 h 48"/>
                  <a:gd name="T2" fmla="*/ 260 w 245"/>
                  <a:gd name="T3" fmla="*/ 57 h 48"/>
                  <a:gd name="T4" fmla="*/ 369 w 245"/>
                  <a:gd name="T5" fmla="*/ 84 h 48"/>
                  <a:gd name="T6" fmla="*/ 610 w 245"/>
                  <a:gd name="T7" fmla="*/ 0 h 48"/>
                  <a:gd name="T8" fmla="*/ 500 w 245"/>
                  <a:gd name="T9" fmla="*/ 87 h 48"/>
                  <a:gd name="T10" fmla="*/ 363 w 245"/>
                  <a:gd name="T11" fmla="*/ 105 h 48"/>
                  <a:gd name="T12" fmla="*/ 0 w 245"/>
                  <a:gd name="T13" fmla="*/ 80 h 4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5" h="48">
                    <a:moveTo>
                      <a:pt x="60" y="33"/>
                    </a:moveTo>
                    <a:cubicBezTo>
                      <a:pt x="74" y="33"/>
                      <a:pt x="89" y="23"/>
                      <a:pt x="105" y="24"/>
                    </a:cubicBezTo>
                    <a:cubicBezTo>
                      <a:pt x="120" y="25"/>
                      <a:pt x="134" y="32"/>
                      <a:pt x="148" y="35"/>
                    </a:cubicBezTo>
                    <a:cubicBezTo>
                      <a:pt x="181" y="41"/>
                      <a:pt x="220" y="20"/>
                      <a:pt x="245" y="0"/>
                    </a:cubicBezTo>
                    <a:cubicBezTo>
                      <a:pt x="237" y="14"/>
                      <a:pt x="215" y="29"/>
                      <a:pt x="201" y="37"/>
                    </a:cubicBezTo>
                    <a:cubicBezTo>
                      <a:pt x="184" y="46"/>
                      <a:pt x="164" y="42"/>
                      <a:pt x="146" y="44"/>
                    </a:cubicBezTo>
                    <a:cubicBezTo>
                      <a:pt x="97" y="48"/>
                      <a:pt x="49" y="34"/>
                      <a:pt x="0" y="34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689" name="Freeform 277">
                <a:extLst>
                  <a:ext uri="{FF2B5EF4-FFF2-40B4-BE49-F238E27FC236}">
                    <a16:creationId xmlns:a16="http://schemas.microsoft.com/office/drawing/2014/main" id="{AA6333BA-4648-4206-8E7F-8F3912FBC0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2" y="2273"/>
                <a:ext cx="336" cy="71"/>
              </a:xfrm>
              <a:custGeom>
                <a:avLst/>
                <a:gdLst>
                  <a:gd name="T0" fmla="*/ 0 w 248"/>
                  <a:gd name="T1" fmla="*/ 0 h 53"/>
                  <a:gd name="T2" fmla="*/ 145 w 248"/>
                  <a:gd name="T3" fmla="*/ 86 h 53"/>
                  <a:gd name="T4" fmla="*/ 309 w 248"/>
                  <a:gd name="T5" fmla="*/ 113 h 53"/>
                  <a:gd name="T6" fmla="*/ 616 w 248"/>
                  <a:gd name="T7" fmla="*/ 42 h 53"/>
                  <a:gd name="T8" fmla="*/ 531 w 248"/>
                  <a:gd name="T9" fmla="*/ 48 h 53"/>
                  <a:gd name="T10" fmla="*/ 415 w 248"/>
                  <a:gd name="T11" fmla="*/ 38 h 53"/>
                  <a:gd name="T12" fmla="*/ 176 w 248"/>
                  <a:gd name="T13" fmla="*/ 58 h 5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8" h="53">
                    <a:moveTo>
                      <a:pt x="0" y="0"/>
                    </a:moveTo>
                    <a:cubicBezTo>
                      <a:pt x="20" y="14"/>
                      <a:pt x="34" y="28"/>
                      <a:pt x="58" y="36"/>
                    </a:cubicBezTo>
                    <a:cubicBezTo>
                      <a:pt x="79" y="44"/>
                      <a:pt x="101" y="46"/>
                      <a:pt x="124" y="47"/>
                    </a:cubicBezTo>
                    <a:cubicBezTo>
                      <a:pt x="158" y="48"/>
                      <a:pt x="231" y="53"/>
                      <a:pt x="248" y="17"/>
                    </a:cubicBezTo>
                    <a:cubicBezTo>
                      <a:pt x="240" y="10"/>
                      <a:pt x="223" y="19"/>
                      <a:pt x="213" y="20"/>
                    </a:cubicBezTo>
                    <a:cubicBezTo>
                      <a:pt x="197" y="22"/>
                      <a:pt x="183" y="18"/>
                      <a:pt x="167" y="16"/>
                    </a:cubicBezTo>
                    <a:cubicBezTo>
                      <a:pt x="133" y="14"/>
                      <a:pt x="104" y="28"/>
                      <a:pt x="71" y="24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690" name="Freeform 278">
                <a:extLst>
                  <a:ext uri="{FF2B5EF4-FFF2-40B4-BE49-F238E27FC236}">
                    <a16:creationId xmlns:a16="http://schemas.microsoft.com/office/drawing/2014/main" id="{50A96F70-0862-4D76-B228-2706975FD8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8" y="2099"/>
                <a:ext cx="125" cy="307"/>
              </a:xfrm>
              <a:custGeom>
                <a:avLst/>
                <a:gdLst>
                  <a:gd name="T0" fmla="*/ 130 w 92"/>
                  <a:gd name="T1" fmla="*/ 0 h 228"/>
                  <a:gd name="T2" fmla="*/ 163 w 92"/>
                  <a:gd name="T3" fmla="*/ 96 h 228"/>
                  <a:gd name="T4" fmla="*/ 197 w 92"/>
                  <a:gd name="T5" fmla="*/ 225 h 228"/>
                  <a:gd name="T6" fmla="*/ 221 w 92"/>
                  <a:gd name="T7" fmla="*/ 350 h 228"/>
                  <a:gd name="T8" fmla="*/ 226 w 92"/>
                  <a:gd name="T9" fmla="*/ 446 h 228"/>
                  <a:gd name="T10" fmla="*/ 205 w 92"/>
                  <a:gd name="T11" fmla="*/ 556 h 228"/>
                  <a:gd name="T12" fmla="*/ 189 w 92"/>
                  <a:gd name="T13" fmla="*/ 493 h 228"/>
                  <a:gd name="T14" fmla="*/ 143 w 92"/>
                  <a:gd name="T15" fmla="*/ 413 h 228"/>
                  <a:gd name="T16" fmla="*/ 0 w 92"/>
                  <a:gd name="T17" fmla="*/ 423 h 228"/>
                  <a:gd name="T18" fmla="*/ 160 w 92"/>
                  <a:gd name="T19" fmla="*/ 298 h 228"/>
                  <a:gd name="T20" fmla="*/ 76 w 92"/>
                  <a:gd name="T21" fmla="*/ 219 h 228"/>
                  <a:gd name="T22" fmla="*/ 120 w 92"/>
                  <a:gd name="T23" fmla="*/ 167 h 228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92" h="228">
                    <a:moveTo>
                      <a:pt x="52" y="0"/>
                    </a:moveTo>
                    <a:cubicBezTo>
                      <a:pt x="51" y="10"/>
                      <a:pt x="62" y="29"/>
                      <a:pt x="65" y="39"/>
                    </a:cubicBezTo>
                    <a:cubicBezTo>
                      <a:pt x="71" y="57"/>
                      <a:pt x="76" y="73"/>
                      <a:pt x="79" y="92"/>
                    </a:cubicBezTo>
                    <a:cubicBezTo>
                      <a:pt x="82" y="109"/>
                      <a:pt x="85" y="126"/>
                      <a:pt x="88" y="143"/>
                    </a:cubicBezTo>
                    <a:cubicBezTo>
                      <a:pt x="90" y="155"/>
                      <a:pt x="90" y="170"/>
                      <a:pt x="90" y="183"/>
                    </a:cubicBezTo>
                    <a:cubicBezTo>
                      <a:pt x="89" y="196"/>
                      <a:pt x="77" y="216"/>
                      <a:pt x="82" y="228"/>
                    </a:cubicBezTo>
                    <a:cubicBezTo>
                      <a:pt x="82" y="219"/>
                      <a:pt x="77" y="210"/>
                      <a:pt x="75" y="202"/>
                    </a:cubicBezTo>
                    <a:cubicBezTo>
                      <a:pt x="71" y="188"/>
                      <a:pt x="71" y="177"/>
                      <a:pt x="57" y="169"/>
                    </a:cubicBezTo>
                    <a:cubicBezTo>
                      <a:pt x="38" y="159"/>
                      <a:pt x="21" y="181"/>
                      <a:pt x="0" y="173"/>
                    </a:cubicBezTo>
                    <a:cubicBezTo>
                      <a:pt x="0" y="146"/>
                      <a:pt x="50" y="137"/>
                      <a:pt x="64" y="122"/>
                    </a:cubicBezTo>
                    <a:cubicBezTo>
                      <a:pt x="92" y="91"/>
                      <a:pt x="53" y="89"/>
                      <a:pt x="30" y="90"/>
                    </a:cubicBezTo>
                    <a:cubicBezTo>
                      <a:pt x="30" y="79"/>
                      <a:pt x="43" y="76"/>
                      <a:pt x="48" y="68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691" name="Freeform 279">
                <a:extLst>
                  <a:ext uri="{FF2B5EF4-FFF2-40B4-BE49-F238E27FC236}">
                    <a16:creationId xmlns:a16="http://schemas.microsoft.com/office/drawing/2014/main" id="{1C80FF6E-6FB8-416F-94EF-68CDE903B9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9" y="2372"/>
                <a:ext cx="239" cy="81"/>
              </a:xfrm>
              <a:custGeom>
                <a:avLst/>
                <a:gdLst>
                  <a:gd name="T0" fmla="*/ 84 w 176"/>
                  <a:gd name="T1" fmla="*/ 58 h 60"/>
                  <a:gd name="T2" fmla="*/ 259 w 176"/>
                  <a:gd name="T3" fmla="*/ 147 h 60"/>
                  <a:gd name="T4" fmla="*/ 441 w 176"/>
                  <a:gd name="T5" fmla="*/ 9 h 60"/>
                  <a:gd name="T6" fmla="*/ 243 w 176"/>
                  <a:gd name="T7" fmla="*/ 78 h 60"/>
                  <a:gd name="T8" fmla="*/ 0 w 176"/>
                  <a:gd name="T9" fmla="*/ 0 h 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6" h="60">
                    <a:moveTo>
                      <a:pt x="34" y="24"/>
                    </a:moveTo>
                    <a:cubicBezTo>
                      <a:pt x="47" y="46"/>
                      <a:pt x="78" y="60"/>
                      <a:pt x="104" y="60"/>
                    </a:cubicBezTo>
                    <a:cubicBezTo>
                      <a:pt x="135" y="59"/>
                      <a:pt x="164" y="30"/>
                      <a:pt x="176" y="4"/>
                    </a:cubicBezTo>
                    <a:cubicBezTo>
                      <a:pt x="147" y="19"/>
                      <a:pt x="134" y="42"/>
                      <a:pt x="97" y="32"/>
                    </a:cubicBezTo>
                    <a:cubicBezTo>
                      <a:pt x="64" y="22"/>
                      <a:pt x="32" y="7"/>
                      <a:pt x="0" y="0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692" name="Freeform 280">
                <a:extLst>
                  <a:ext uri="{FF2B5EF4-FFF2-40B4-BE49-F238E27FC236}">
                    <a16:creationId xmlns:a16="http://schemas.microsoft.com/office/drawing/2014/main" id="{2197D4C2-304C-48AB-9302-85B6F2AF19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4" y="1690"/>
                <a:ext cx="92" cy="285"/>
              </a:xfrm>
              <a:custGeom>
                <a:avLst/>
                <a:gdLst>
                  <a:gd name="T0" fmla="*/ 124 w 68"/>
                  <a:gd name="T1" fmla="*/ 7 h 212"/>
                  <a:gd name="T2" fmla="*/ 141 w 68"/>
                  <a:gd name="T3" fmla="*/ 220 h 212"/>
                  <a:gd name="T4" fmla="*/ 114 w 68"/>
                  <a:gd name="T5" fmla="*/ 429 h 212"/>
                  <a:gd name="T6" fmla="*/ 87 w 68"/>
                  <a:gd name="T7" fmla="*/ 487 h 212"/>
                  <a:gd name="T8" fmla="*/ 51 w 68"/>
                  <a:gd name="T9" fmla="*/ 495 h 212"/>
                  <a:gd name="T10" fmla="*/ 5 w 68"/>
                  <a:gd name="T11" fmla="*/ 445 h 212"/>
                  <a:gd name="T12" fmla="*/ 43 w 68"/>
                  <a:gd name="T13" fmla="*/ 376 h 212"/>
                  <a:gd name="T14" fmla="*/ 57 w 68"/>
                  <a:gd name="T15" fmla="*/ 282 h 212"/>
                  <a:gd name="T16" fmla="*/ 37 w 68"/>
                  <a:gd name="T17" fmla="*/ 184 h 212"/>
                  <a:gd name="T18" fmla="*/ 74 w 68"/>
                  <a:gd name="T19" fmla="*/ 136 h 212"/>
                  <a:gd name="T20" fmla="*/ 84 w 68"/>
                  <a:gd name="T21" fmla="*/ 63 h 212"/>
                  <a:gd name="T22" fmla="*/ 106 w 68"/>
                  <a:gd name="T23" fmla="*/ 0 h 21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68" h="212">
                    <a:moveTo>
                      <a:pt x="50" y="3"/>
                    </a:moveTo>
                    <a:cubicBezTo>
                      <a:pt x="46" y="36"/>
                      <a:pt x="46" y="60"/>
                      <a:pt x="57" y="91"/>
                    </a:cubicBezTo>
                    <a:cubicBezTo>
                      <a:pt x="68" y="122"/>
                      <a:pt x="62" y="148"/>
                      <a:pt x="46" y="176"/>
                    </a:cubicBezTo>
                    <a:cubicBezTo>
                      <a:pt x="42" y="184"/>
                      <a:pt x="39" y="192"/>
                      <a:pt x="35" y="200"/>
                    </a:cubicBezTo>
                    <a:cubicBezTo>
                      <a:pt x="29" y="211"/>
                      <a:pt x="30" y="212"/>
                      <a:pt x="21" y="204"/>
                    </a:cubicBezTo>
                    <a:cubicBezTo>
                      <a:pt x="18" y="202"/>
                      <a:pt x="3" y="186"/>
                      <a:pt x="2" y="183"/>
                    </a:cubicBezTo>
                    <a:cubicBezTo>
                      <a:pt x="0" y="173"/>
                      <a:pt x="14" y="162"/>
                      <a:pt x="18" y="155"/>
                    </a:cubicBezTo>
                    <a:cubicBezTo>
                      <a:pt x="24" y="143"/>
                      <a:pt x="26" y="128"/>
                      <a:pt x="23" y="116"/>
                    </a:cubicBezTo>
                    <a:cubicBezTo>
                      <a:pt x="20" y="103"/>
                      <a:pt x="9" y="90"/>
                      <a:pt x="15" y="76"/>
                    </a:cubicBezTo>
                    <a:cubicBezTo>
                      <a:pt x="19" y="67"/>
                      <a:pt x="27" y="66"/>
                      <a:pt x="30" y="56"/>
                    </a:cubicBezTo>
                    <a:cubicBezTo>
                      <a:pt x="33" y="46"/>
                      <a:pt x="31" y="35"/>
                      <a:pt x="34" y="26"/>
                    </a:cubicBezTo>
                    <a:cubicBezTo>
                      <a:pt x="37" y="17"/>
                      <a:pt x="42" y="9"/>
                      <a:pt x="43" y="0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693" name="Freeform 281">
                <a:extLst>
                  <a:ext uri="{FF2B5EF4-FFF2-40B4-BE49-F238E27FC236}">
                    <a16:creationId xmlns:a16="http://schemas.microsoft.com/office/drawing/2014/main" id="{6F7D406A-B855-4836-A426-47E718BF34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2" y="1967"/>
                <a:ext cx="128" cy="450"/>
              </a:xfrm>
              <a:custGeom>
                <a:avLst/>
                <a:gdLst>
                  <a:gd name="T0" fmla="*/ 198 w 95"/>
                  <a:gd name="T1" fmla="*/ 24 h 334"/>
                  <a:gd name="T2" fmla="*/ 225 w 95"/>
                  <a:gd name="T3" fmla="*/ 132 h 334"/>
                  <a:gd name="T4" fmla="*/ 193 w 95"/>
                  <a:gd name="T5" fmla="*/ 261 h 334"/>
                  <a:gd name="T6" fmla="*/ 132 w 95"/>
                  <a:gd name="T7" fmla="*/ 463 h 334"/>
                  <a:gd name="T8" fmla="*/ 77 w 95"/>
                  <a:gd name="T9" fmla="*/ 639 h 334"/>
                  <a:gd name="T10" fmla="*/ 47 w 95"/>
                  <a:gd name="T11" fmla="*/ 719 h 334"/>
                  <a:gd name="T12" fmla="*/ 58 w 95"/>
                  <a:gd name="T13" fmla="*/ 816 h 334"/>
                  <a:gd name="T14" fmla="*/ 15 w 95"/>
                  <a:gd name="T15" fmla="*/ 759 h 334"/>
                  <a:gd name="T16" fmla="*/ 24 w 95"/>
                  <a:gd name="T17" fmla="*/ 657 h 334"/>
                  <a:gd name="T18" fmla="*/ 73 w 95"/>
                  <a:gd name="T19" fmla="*/ 493 h 334"/>
                  <a:gd name="T20" fmla="*/ 73 w 95"/>
                  <a:gd name="T21" fmla="*/ 381 h 334"/>
                  <a:gd name="T22" fmla="*/ 119 w 95"/>
                  <a:gd name="T23" fmla="*/ 256 h 334"/>
                  <a:gd name="T24" fmla="*/ 120 w 95"/>
                  <a:gd name="T25" fmla="*/ 119 h 334"/>
                  <a:gd name="T26" fmla="*/ 121 w 95"/>
                  <a:gd name="T27" fmla="*/ 0 h 334"/>
                  <a:gd name="T28" fmla="*/ 199 w 95"/>
                  <a:gd name="T29" fmla="*/ 24 h 334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95" h="334">
                    <a:moveTo>
                      <a:pt x="81" y="10"/>
                    </a:moveTo>
                    <a:cubicBezTo>
                      <a:pt x="89" y="26"/>
                      <a:pt x="95" y="35"/>
                      <a:pt x="92" y="54"/>
                    </a:cubicBezTo>
                    <a:cubicBezTo>
                      <a:pt x="89" y="71"/>
                      <a:pt x="84" y="90"/>
                      <a:pt x="79" y="107"/>
                    </a:cubicBezTo>
                    <a:cubicBezTo>
                      <a:pt x="71" y="134"/>
                      <a:pt x="60" y="161"/>
                      <a:pt x="54" y="189"/>
                    </a:cubicBezTo>
                    <a:cubicBezTo>
                      <a:pt x="48" y="214"/>
                      <a:pt x="40" y="238"/>
                      <a:pt x="31" y="261"/>
                    </a:cubicBezTo>
                    <a:cubicBezTo>
                      <a:pt x="27" y="271"/>
                      <a:pt x="20" y="284"/>
                      <a:pt x="19" y="294"/>
                    </a:cubicBezTo>
                    <a:cubicBezTo>
                      <a:pt x="19" y="306"/>
                      <a:pt x="25" y="320"/>
                      <a:pt x="24" y="334"/>
                    </a:cubicBezTo>
                    <a:cubicBezTo>
                      <a:pt x="20" y="325"/>
                      <a:pt x="11" y="318"/>
                      <a:pt x="6" y="310"/>
                    </a:cubicBezTo>
                    <a:cubicBezTo>
                      <a:pt x="0" y="300"/>
                      <a:pt x="5" y="280"/>
                      <a:pt x="10" y="269"/>
                    </a:cubicBezTo>
                    <a:cubicBezTo>
                      <a:pt x="20" y="243"/>
                      <a:pt x="34" y="232"/>
                      <a:pt x="30" y="202"/>
                    </a:cubicBezTo>
                    <a:cubicBezTo>
                      <a:pt x="27" y="186"/>
                      <a:pt x="25" y="171"/>
                      <a:pt x="30" y="156"/>
                    </a:cubicBezTo>
                    <a:cubicBezTo>
                      <a:pt x="35" y="138"/>
                      <a:pt x="45" y="123"/>
                      <a:pt x="48" y="105"/>
                    </a:cubicBezTo>
                    <a:cubicBezTo>
                      <a:pt x="51" y="86"/>
                      <a:pt x="48" y="67"/>
                      <a:pt x="49" y="48"/>
                    </a:cubicBezTo>
                    <a:cubicBezTo>
                      <a:pt x="49" y="34"/>
                      <a:pt x="45" y="13"/>
                      <a:pt x="50" y="0"/>
                    </a:cubicBezTo>
                    <a:cubicBezTo>
                      <a:pt x="60" y="1"/>
                      <a:pt x="74" y="1"/>
                      <a:pt x="82" y="10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694" name="Freeform 282">
                <a:extLst>
                  <a:ext uri="{FF2B5EF4-FFF2-40B4-BE49-F238E27FC236}">
                    <a16:creationId xmlns:a16="http://schemas.microsoft.com/office/drawing/2014/main" id="{C3593E7A-BF00-4718-AE34-3AD467B1A8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6" y="2450"/>
                <a:ext cx="68" cy="111"/>
              </a:xfrm>
              <a:custGeom>
                <a:avLst/>
                <a:gdLst>
                  <a:gd name="T0" fmla="*/ 65 w 50"/>
                  <a:gd name="T1" fmla="*/ 9 h 82"/>
                  <a:gd name="T2" fmla="*/ 125 w 50"/>
                  <a:gd name="T3" fmla="*/ 176 h 82"/>
                  <a:gd name="T4" fmla="*/ 78 w 50"/>
                  <a:gd name="T5" fmla="*/ 93 h 82"/>
                  <a:gd name="T6" fmla="*/ 86 w 50"/>
                  <a:gd name="T7" fmla="*/ 0 h 8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0" h="82">
                    <a:moveTo>
                      <a:pt x="26" y="4"/>
                    </a:moveTo>
                    <a:cubicBezTo>
                      <a:pt x="0" y="19"/>
                      <a:pt x="27" y="82"/>
                      <a:pt x="50" y="71"/>
                    </a:cubicBezTo>
                    <a:cubicBezTo>
                      <a:pt x="44" y="60"/>
                      <a:pt x="33" y="52"/>
                      <a:pt x="31" y="38"/>
                    </a:cubicBezTo>
                    <a:cubicBezTo>
                      <a:pt x="30" y="26"/>
                      <a:pt x="38" y="12"/>
                      <a:pt x="34" y="0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695" name="Freeform 283">
                <a:extLst>
                  <a:ext uri="{FF2B5EF4-FFF2-40B4-BE49-F238E27FC236}">
                    <a16:creationId xmlns:a16="http://schemas.microsoft.com/office/drawing/2014/main" id="{9193CF82-A269-42C5-A398-8971A5B765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4" y="2367"/>
                <a:ext cx="45" cy="104"/>
              </a:xfrm>
              <a:custGeom>
                <a:avLst/>
                <a:gdLst>
                  <a:gd name="T0" fmla="*/ 20 w 33"/>
                  <a:gd name="T1" fmla="*/ 1 h 77"/>
                  <a:gd name="T2" fmla="*/ 35 w 33"/>
                  <a:gd name="T3" fmla="*/ 189 h 77"/>
                  <a:gd name="T4" fmla="*/ 0 w 33"/>
                  <a:gd name="T5" fmla="*/ 0 h 7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" h="77">
                    <a:moveTo>
                      <a:pt x="8" y="1"/>
                    </a:moveTo>
                    <a:cubicBezTo>
                      <a:pt x="16" y="26"/>
                      <a:pt x="33" y="50"/>
                      <a:pt x="14" y="77"/>
                    </a:cubicBezTo>
                    <a:cubicBezTo>
                      <a:pt x="6" y="52"/>
                      <a:pt x="24" y="19"/>
                      <a:pt x="0" y="0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696" name="Freeform 284">
                <a:extLst>
                  <a:ext uri="{FF2B5EF4-FFF2-40B4-BE49-F238E27FC236}">
                    <a16:creationId xmlns:a16="http://schemas.microsoft.com/office/drawing/2014/main" id="{8AC75E95-20BD-4FB0-A128-EEF9DE1BB2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9" y="1927"/>
                <a:ext cx="132" cy="518"/>
              </a:xfrm>
              <a:custGeom>
                <a:avLst/>
                <a:gdLst>
                  <a:gd name="T0" fmla="*/ 22 w 98"/>
                  <a:gd name="T1" fmla="*/ 51 h 385"/>
                  <a:gd name="T2" fmla="*/ 121 w 98"/>
                  <a:gd name="T3" fmla="*/ 35 h 385"/>
                  <a:gd name="T4" fmla="*/ 160 w 98"/>
                  <a:gd name="T5" fmla="*/ 170 h 385"/>
                  <a:gd name="T6" fmla="*/ 171 w 98"/>
                  <a:gd name="T7" fmla="*/ 425 h 385"/>
                  <a:gd name="T8" fmla="*/ 199 w 98"/>
                  <a:gd name="T9" fmla="*/ 690 h 385"/>
                  <a:gd name="T10" fmla="*/ 216 w 98"/>
                  <a:gd name="T11" fmla="*/ 938 h 385"/>
                  <a:gd name="T12" fmla="*/ 182 w 98"/>
                  <a:gd name="T13" fmla="*/ 748 h 385"/>
                  <a:gd name="T14" fmla="*/ 156 w 98"/>
                  <a:gd name="T15" fmla="*/ 740 h 385"/>
                  <a:gd name="T16" fmla="*/ 147 w 98"/>
                  <a:gd name="T17" fmla="*/ 697 h 385"/>
                  <a:gd name="T18" fmla="*/ 140 w 98"/>
                  <a:gd name="T19" fmla="*/ 576 h 385"/>
                  <a:gd name="T20" fmla="*/ 0 w 98"/>
                  <a:gd name="T21" fmla="*/ 79 h 38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98" h="385">
                    <a:moveTo>
                      <a:pt x="9" y="21"/>
                    </a:moveTo>
                    <a:cubicBezTo>
                      <a:pt x="23" y="16"/>
                      <a:pt x="35" y="0"/>
                      <a:pt x="50" y="14"/>
                    </a:cubicBezTo>
                    <a:cubicBezTo>
                      <a:pt x="64" y="27"/>
                      <a:pt x="63" y="53"/>
                      <a:pt x="65" y="70"/>
                    </a:cubicBezTo>
                    <a:cubicBezTo>
                      <a:pt x="69" y="105"/>
                      <a:pt x="69" y="140"/>
                      <a:pt x="70" y="175"/>
                    </a:cubicBezTo>
                    <a:cubicBezTo>
                      <a:pt x="72" y="211"/>
                      <a:pt x="79" y="247"/>
                      <a:pt x="82" y="283"/>
                    </a:cubicBezTo>
                    <a:cubicBezTo>
                      <a:pt x="84" y="315"/>
                      <a:pt x="98" y="353"/>
                      <a:pt x="88" y="385"/>
                    </a:cubicBezTo>
                    <a:cubicBezTo>
                      <a:pt x="86" y="362"/>
                      <a:pt x="94" y="326"/>
                      <a:pt x="74" y="307"/>
                    </a:cubicBezTo>
                    <a:cubicBezTo>
                      <a:pt x="71" y="304"/>
                      <a:pt x="67" y="307"/>
                      <a:pt x="64" y="304"/>
                    </a:cubicBezTo>
                    <a:cubicBezTo>
                      <a:pt x="59" y="299"/>
                      <a:pt x="60" y="292"/>
                      <a:pt x="60" y="286"/>
                    </a:cubicBezTo>
                    <a:cubicBezTo>
                      <a:pt x="58" y="269"/>
                      <a:pt x="56" y="253"/>
                      <a:pt x="57" y="236"/>
                    </a:cubicBezTo>
                    <a:cubicBezTo>
                      <a:pt x="58" y="203"/>
                      <a:pt x="60" y="15"/>
                      <a:pt x="0" y="33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697" name="Freeform 285">
                <a:extLst>
                  <a:ext uri="{FF2B5EF4-FFF2-40B4-BE49-F238E27FC236}">
                    <a16:creationId xmlns:a16="http://schemas.microsoft.com/office/drawing/2014/main" id="{C9C14C20-E1B7-40E9-9A4C-ACD9E38655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25" y="2453"/>
                <a:ext cx="57" cy="102"/>
              </a:xfrm>
              <a:custGeom>
                <a:avLst/>
                <a:gdLst>
                  <a:gd name="T0" fmla="*/ 65 w 42"/>
                  <a:gd name="T1" fmla="*/ 0 h 76"/>
                  <a:gd name="T2" fmla="*/ 56 w 42"/>
                  <a:gd name="T3" fmla="*/ 94 h 76"/>
                  <a:gd name="T4" fmla="*/ 0 w 42"/>
                  <a:gd name="T5" fmla="*/ 149 h 76"/>
                  <a:gd name="T6" fmla="*/ 83 w 42"/>
                  <a:gd name="T7" fmla="*/ 119 h 76"/>
                  <a:gd name="T8" fmla="*/ 88 w 42"/>
                  <a:gd name="T9" fmla="*/ 21 h 7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2" h="76">
                    <a:moveTo>
                      <a:pt x="26" y="0"/>
                    </a:moveTo>
                    <a:cubicBezTo>
                      <a:pt x="26" y="12"/>
                      <a:pt x="24" y="28"/>
                      <a:pt x="22" y="39"/>
                    </a:cubicBezTo>
                    <a:cubicBezTo>
                      <a:pt x="19" y="50"/>
                      <a:pt x="0" y="56"/>
                      <a:pt x="0" y="62"/>
                    </a:cubicBezTo>
                    <a:cubicBezTo>
                      <a:pt x="2" y="76"/>
                      <a:pt x="29" y="54"/>
                      <a:pt x="33" y="49"/>
                    </a:cubicBezTo>
                    <a:cubicBezTo>
                      <a:pt x="42" y="38"/>
                      <a:pt x="41" y="21"/>
                      <a:pt x="35" y="9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698" name="Freeform 286">
                <a:extLst>
                  <a:ext uri="{FF2B5EF4-FFF2-40B4-BE49-F238E27FC236}">
                    <a16:creationId xmlns:a16="http://schemas.microsoft.com/office/drawing/2014/main" id="{B50EF404-FCA2-4108-A7D5-6C89AE0189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43" y="1422"/>
                <a:ext cx="198" cy="488"/>
              </a:xfrm>
              <a:custGeom>
                <a:avLst/>
                <a:gdLst>
                  <a:gd name="T0" fmla="*/ 161 w 146"/>
                  <a:gd name="T1" fmla="*/ 183 h 363"/>
                  <a:gd name="T2" fmla="*/ 279 w 146"/>
                  <a:gd name="T3" fmla="*/ 636 h 363"/>
                  <a:gd name="T4" fmla="*/ 365 w 146"/>
                  <a:gd name="T5" fmla="*/ 882 h 363"/>
                  <a:gd name="T6" fmla="*/ 324 w 146"/>
                  <a:gd name="T7" fmla="*/ 714 h 363"/>
                  <a:gd name="T8" fmla="*/ 279 w 146"/>
                  <a:gd name="T9" fmla="*/ 442 h 363"/>
                  <a:gd name="T10" fmla="*/ 212 w 146"/>
                  <a:gd name="T11" fmla="*/ 184 h 363"/>
                  <a:gd name="T12" fmla="*/ 0 w 146"/>
                  <a:gd name="T13" fmla="*/ 0 h 363"/>
                  <a:gd name="T14" fmla="*/ 161 w 146"/>
                  <a:gd name="T15" fmla="*/ 183 h 36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46" h="363">
                    <a:moveTo>
                      <a:pt x="65" y="75"/>
                    </a:moveTo>
                    <a:cubicBezTo>
                      <a:pt x="82" y="106"/>
                      <a:pt x="105" y="222"/>
                      <a:pt x="112" y="262"/>
                    </a:cubicBezTo>
                    <a:cubicBezTo>
                      <a:pt x="118" y="302"/>
                      <a:pt x="136" y="335"/>
                      <a:pt x="146" y="363"/>
                    </a:cubicBezTo>
                    <a:cubicBezTo>
                      <a:pt x="146" y="363"/>
                      <a:pt x="137" y="326"/>
                      <a:pt x="130" y="294"/>
                    </a:cubicBezTo>
                    <a:cubicBezTo>
                      <a:pt x="124" y="262"/>
                      <a:pt x="118" y="216"/>
                      <a:pt x="112" y="182"/>
                    </a:cubicBezTo>
                    <a:cubicBezTo>
                      <a:pt x="105" y="147"/>
                      <a:pt x="116" y="139"/>
                      <a:pt x="85" y="76"/>
                    </a:cubicBezTo>
                    <a:cubicBezTo>
                      <a:pt x="54" y="14"/>
                      <a:pt x="29" y="4"/>
                      <a:pt x="0" y="0"/>
                    </a:cubicBezTo>
                    <a:cubicBezTo>
                      <a:pt x="13" y="6"/>
                      <a:pt x="50" y="44"/>
                      <a:pt x="65" y="75"/>
                    </a:cubicBezTo>
                    <a:close/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699" name="Freeform 287">
                <a:extLst>
                  <a:ext uri="{FF2B5EF4-FFF2-40B4-BE49-F238E27FC236}">
                    <a16:creationId xmlns:a16="http://schemas.microsoft.com/office/drawing/2014/main" id="{FD69C32A-7CFE-4B7B-A665-D80273927E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5" y="1672"/>
                <a:ext cx="39" cy="256"/>
              </a:xfrm>
              <a:custGeom>
                <a:avLst/>
                <a:gdLst>
                  <a:gd name="T0" fmla="*/ 54 w 29"/>
                  <a:gd name="T1" fmla="*/ 15 h 190"/>
                  <a:gd name="T2" fmla="*/ 20 w 29"/>
                  <a:gd name="T3" fmla="*/ 245 h 190"/>
                  <a:gd name="T4" fmla="*/ 0 w 29"/>
                  <a:gd name="T5" fmla="*/ 365 h 190"/>
                  <a:gd name="T6" fmla="*/ 42 w 29"/>
                  <a:gd name="T7" fmla="*/ 465 h 190"/>
                  <a:gd name="T8" fmla="*/ 36 w 29"/>
                  <a:gd name="T9" fmla="*/ 345 h 190"/>
                  <a:gd name="T10" fmla="*/ 62 w 29"/>
                  <a:gd name="T11" fmla="*/ 291 h 190"/>
                  <a:gd name="T12" fmla="*/ 48 w 29"/>
                  <a:gd name="T13" fmla="*/ 224 h 190"/>
                  <a:gd name="T14" fmla="*/ 56 w 29"/>
                  <a:gd name="T15" fmla="*/ 90 h 190"/>
                  <a:gd name="T16" fmla="*/ 54 w 29"/>
                  <a:gd name="T17" fmla="*/ 36 h 190"/>
                  <a:gd name="T18" fmla="*/ 70 w 29"/>
                  <a:gd name="T19" fmla="*/ 0 h 19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9" h="190">
                    <a:moveTo>
                      <a:pt x="22" y="6"/>
                    </a:moveTo>
                    <a:cubicBezTo>
                      <a:pt x="4" y="6"/>
                      <a:pt x="14" y="83"/>
                      <a:pt x="8" y="100"/>
                    </a:cubicBezTo>
                    <a:cubicBezTo>
                      <a:pt x="3" y="116"/>
                      <a:pt x="0" y="132"/>
                      <a:pt x="0" y="149"/>
                    </a:cubicBezTo>
                    <a:cubicBezTo>
                      <a:pt x="0" y="169"/>
                      <a:pt x="7" y="175"/>
                      <a:pt x="17" y="190"/>
                    </a:cubicBezTo>
                    <a:cubicBezTo>
                      <a:pt x="16" y="173"/>
                      <a:pt x="10" y="158"/>
                      <a:pt x="15" y="141"/>
                    </a:cubicBezTo>
                    <a:cubicBezTo>
                      <a:pt x="17" y="133"/>
                      <a:pt x="23" y="126"/>
                      <a:pt x="25" y="119"/>
                    </a:cubicBezTo>
                    <a:cubicBezTo>
                      <a:pt x="26" y="109"/>
                      <a:pt x="21" y="100"/>
                      <a:pt x="20" y="91"/>
                    </a:cubicBezTo>
                    <a:cubicBezTo>
                      <a:pt x="19" y="73"/>
                      <a:pt x="25" y="55"/>
                      <a:pt x="23" y="37"/>
                    </a:cubicBezTo>
                    <a:cubicBezTo>
                      <a:pt x="23" y="29"/>
                      <a:pt x="20" y="23"/>
                      <a:pt x="22" y="15"/>
                    </a:cubicBezTo>
                    <a:cubicBezTo>
                      <a:pt x="23" y="10"/>
                      <a:pt x="28" y="6"/>
                      <a:pt x="29" y="0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700" name="Freeform 288">
                <a:extLst>
                  <a:ext uri="{FF2B5EF4-FFF2-40B4-BE49-F238E27FC236}">
                    <a16:creationId xmlns:a16="http://schemas.microsoft.com/office/drawing/2014/main" id="{95E3C731-E544-4BD8-B3C3-0678C70CB0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3" y="1400"/>
                <a:ext cx="214" cy="72"/>
              </a:xfrm>
              <a:custGeom>
                <a:avLst/>
                <a:gdLst>
                  <a:gd name="T0" fmla="*/ 0 w 158"/>
                  <a:gd name="T1" fmla="*/ 130 h 53"/>
                  <a:gd name="T2" fmla="*/ 99 w 158"/>
                  <a:gd name="T3" fmla="*/ 130 h 53"/>
                  <a:gd name="T4" fmla="*/ 190 w 158"/>
                  <a:gd name="T5" fmla="*/ 128 h 53"/>
                  <a:gd name="T6" fmla="*/ 393 w 158"/>
                  <a:gd name="T7" fmla="*/ 83 h 53"/>
                  <a:gd name="T8" fmla="*/ 187 w 158"/>
                  <a:gd name="T9" fmla="*/ 96 h 53"/>
                  <a:gd name="T10" fmla="*/ 69 w 158"/>
                  <a:gd name="T11" fmla="*/ 0 h 5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8" h="53">
                    <a:moveTo>
                      <a:pt x="0" y="52"/>
                    </a:moveTo>
                    <a:cubicBezTo>
                      <a:pt x="13" y="45"/>
                      <a:pt x="26" y="51"/>
                      <a:pt x="40" y="52"/>
                    </a:cubicBezTo>
                    <a:cubicBezTo>
                      <a:pt x="53" y="53"/>
                      <a:pt x="64" y="52"/>
                      <a:pt x="76" y="51"/>
                    </a:cubicBezTo>
                    <a:cubicBezTo>
                      <a:pt x="103" y="50"/>
                      <a:pt x="134" y="47"/>
                      <a:pt x="158" y="33"/>
                    </a:cubicBezTo>
                    <a:cubicBezTo>
                      <a:pt x="130" y="30"/>
                      <a:pt x="104" y="42"/>
                      <a:pt x="75" y="38"/>
                    </a:cubicBezTo>
                    <a:cubicBezTo>
                      <a:pt x="62" y="36"/>
                      <a:pt x="11" y="22"/>
                      <a:pt x="28" y="0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701" name="Freeform 289">
                <a:extLst>
                  <a:ext uri="{FF2B5EF4-FFF2-40B4-BE49-F238E27FC236}">
                    <a16:creationId xmlns:a16="http://schemas.microsoft.com/office/drawing/2014/main" id="{A611A152-A4EE-4683-94FA-39CDE4A59A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4" y="1439"/>
                <a:ext cx="203" cy="73"/>
              </a:xfrm>
              <a:custGeom>
                <a:avLst/>
                <a:gdLst>
                  <a:gd name="T0" fmla="*/ 9 w 150"/>
                  <a:gd name="T1" fmla="*/ 42 h 54"/>
                  <a:gd name="T2" fmla="*/ 160 w 150"/>
                  <a:gd name="T3" fmla="*/ 50 h 54"/>
                  <a:gd name="T4" fmla="*/ 219 w 150"/>
                  <a:gd name="T5" fmla="*/ 68 h 54"/>
                  <a:gd name="T6" fmla="*/ 310 w 150"/>
                  <a:gd name="T7" fmla="*/ 134 h 54"/>
                  <a:gd name="T8" fmla="*/ 357 w 150"/>
                  <a:gd name="T9" fmla="*/ 64 h 54"/>
                  <a:gd name="T10" fmla="*/ 273 w 150"/>
                  <a:gd name="T11" fmla="*/ 58 h 54"/>
                  <a:gd name="T12" fmla="*/ 217 w 150"/>
                  <a:gd name="T13" fmla="*/ 42 h 54"/>
                  <a:gd name="T14" fmla="*/ 0 w 150"/>
                  <a:gd name="T15" fmla="*/ 42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50" h="54">
                    <a:moveTo>
                      <a:pt x="4" y="17"/>
                    </a:moveTo>
                    <a:cubicBezTo>
                      <a:pt x="20" y="28"/>
                      <a:pt x="45" y="17"/>
                      <a:pt x="64" y="20"/>
                    </a:cubicBezTo>
                    <a:cubicBezTo>
                      <a:pt x="72" y="21"/>
                      <a:pt x="82" y="23"/>
                      <a:pt x="89" y="27"/>
                    </a:cubicBezTo>
                    <a:cubicBezTo>
                      <a:pt x="97" y="32"/>
                      <a:pt x="117" y="48"/>
                      <a:pt x="125" y="54"/>
                    </a:cubicBezTo>
                    <a:cubicBezTo>
                      <a:pt x="130" y="50"/>
                      <a:pt x="150" y="32"/>
                      <a:pt x="144" y="26"/>
                    </a:cubicBezTo>
                    <a:cubicBezTo>
                      <a:pt x="140" y="22"/>
                      <a:pt x="114" y="26"/>
                      <a:pt x="110" y="24"/>
                    </a:cubicBezTo>
                    <a:cubicBezTo>
                      <a:pt x="105" y="21"/>
                      <a:pt x="92" y="20"/>
                      <a:pt x="87" y="17"/>
                    </a:cubicBezTo>
                    <a:cubicBezTo>
                      <a:pt x="60" y="0"/>
                      <a:pt x="28" y="29"/>
                      <a:pt x="0" y="17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702" name="Freeform 290">
                <a:extLst>
                  <a:ext uri="{FF2B5EF4-FFF2-40B4-BE49-F238E27FC236}">
                    <a16:creationId xmlns:a16="http://schemas.microsoft.com/office/drawing/2014/main" id="{D57972D9-1791-4D70-9597-585B1392DE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4" y="1235"/>
                <a:ext cx="87" cy="36"/>
              </a:xfrm>
              <a:custGeom>
                <a:avLst/>
                <a:gdLst>
                  <a:gd name="T0" fmla="*/ 83 w 64"/>
                  <a:gd name="T1" fmla="*/ 31 h 27"/>
                  <a:gd name="T2" fmla="*/ 132 w 64"/>
                  <a:gd name="T3" fmla="*/ 7 h 27"/>
                  <a:gd name="T4" fmla="*/ 159 w 64"/>
                  <a:gd name="T5" fmla="*/ 63 h 27"/>
                  <a:gd name="T6" fmla="*/ 99 w 64"/>
                  <a:gd name="T7" fmla="*/ 36 h 27"/>
                  <a:gd name="T8" fmla="*/ 50 w 64"/>
                  <a:gd name="T9" fmla="*/ 63 h 27"/>
                  <a:gd name="T10" fmla="*/ 35 w 64"/>
                  <a:gd name="T11" fmla="*/ 36 h 27"/>
                  <a:gd name="T12" fmla="*/ 0 w 64"/>
                  <a:gd name="T13" fmla="*/ 5 h 27"/>
                  <a:gd name="T14" fmla="*/ 50 w 64"/>
                  <a:gd name="T15" fmla="*/ 28 h 2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4" h="27">
                    <a:moveTo>
                      <a:pt x="33" y="13"/>
                    </a:moveTo>
                    <a:cubicBezTo>
                      <a:pt x="40" y="12"/>
                      <a:pt x="42" y="0"/>
                      <a:pt x="52" y="3"/>
                    </a:cubicBezTo>
                    <a:cubicBezTo>
                      <a:pt x="60" y="6"/>
                      <a:pt x="64" y="19"/>
                      <a:pt x="63" y="26"/>
                    </a:cubicBezTo>
                    <a:cubicBezTo>
                      <a:pt x="60" y="13"/>
                      <a:pt x="50" y="10"/>
                      <a:pt x="40" y="15"/>
                    </a:cubicBezTo>
                    <a:cubicBezTo>
                      <a:pt x="31" y="19"/>
                      <a:pt x="30" y="27"/>
                      <a:pt x="20" y="26"/>
                    </a:cubicBezTo>
                    <a:cubicBezTo>
                      <a:pt x="24" y="17"/>
                      <a:pt x="22" y="17"/>
                      <a:pt x="14" y="15"/>
                    </a:cubicBezTo>
                    <a:cubicBezTo>
                      <a:pt x="7" y="13"/>
                      <a:pt x="3" y="9"/>
                      <a:pt x="0" y="2"/>
                    </a:cubicBezTo>
                    <a:cubicBezTo>
                      <a:pt x="8" y="4"/>
                      <a:pt x="14" y="7"/>
                      <a:pt x="20" y="12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703" name="Freeform 291">
                <a:extLst>
                  <a:ext uri="{FF2B5EF4-FFF2-40B4-BE49-F238E27FC236}">
                    <a16:creationId xmlns:a16="http://schemas.microsoft.com/office/drawing/2014/main" id="{FDFDEC56-1182-4B90-83F0-C22421B1BB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4" y="1144"/>
                <a:ext cx="77" cy="103"/>
              </a:xfrm>
              <a:custGeom>
                <a:avLst/>
                <a:gdLst>
                  <a:gd name="T0" fmla="*/ 84 w 57"/>
                  <a:gd name="T1" fmla="*/ 5 h 76"/>
                  <a:gd name="T2" fmla="*/ 16 w 57"/>
                  <a:gd name="T3" fmla="*/ 27 h 76"/>
                  <a:gd name="T4" fmla="*/ 0 w 57"/>
                  <a:gd name="T5" fmla="*/ 84 h 76"/>
                  <a:gd name="T6" fmla="*/ 30 w 57"/>
                  <a:gd name="T7" fmla="*/ 138 h 76"/>
                  <a:gd name="T8" fmla="*/ 63 w 57"/>
                  <a:gd name="T9" fmla="*/ 190 h 76"/>
                  <a:gd name="T10" fmla="*/ 49 w 57"/>
                  <a:gd name="T11" fmla="*/ 133 h 76"/>
                  <a:gd name="T12" fmla="*/ 35 w 57"/>
                  <a:gd name="T13" fmla="*/ 103 h 76"/>
                  <a:gd name="T14" fmla="*/ 55 w 57"/>
                  <a:gd name="T15" fmla="*/ 92 h 76"/>
                  <a:gd name="T16" fmla="*/ 105 w 57"/>
                  <a:gd name="T17" fmla="*/ 77 h 76"/>
                  <a:gd name="T18" fmla="*/ 36 w 57"/>
                  <a:gd name="T19" fmla="*/ 76 h 76"/>
                  <a:gd name="T20" fmla="*/ 51 w 57"/>
                  <a:gd name="T21" fmla="*/ 30 h 76"/>
                  <a:gd name="T22" fmla="*/ 85 w 57"/>
                  <a:gd name="T23" fmla="*/ 27 h 76"/>
                  <a:gd name="T24" fmla="*/ 124 w 57"/>
                  <a:gd name="T25" fmla="*/ 37 h 76"/>
                  <a:gd name="T26" fmla="*/ 135 w 57"/>
                  <a:gd name="T27" fmla="*/ 26 h 76"/>
                  <a:gd name="T28" fmla="*/ 78 w 57"/>
                  <a:gd name="T29" fmla="*/ 7 h 7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57" h="76">
                    <a:moveTo>
                      <a:pt x="34" y="2"/>
                    </a:moveTo>
                    <a:cubicBezTo>
                      <a:pt x="23" y="0"/>
                      <a:pt x="13" y="1"/>
                      <a:pt x="7" y="11"/>
                    </a:cubicBezTo>
                    <a:cubicBezTo>
                      <a:pt x="4" y="18"/>
                      <a:pt x="0" y="27"/>
                      <a:pt x="0" y="34"/>
                    </a:cubicBezTo>
                    <a:cubicBezTo>
                      <a:pt x="0" y="45"/>
                      <a:pt x="6" y="48"/>
                      <a:pt x="12" y="55"/>
                    </a:cubicBezTo>
                    <a:cubicBezTo>
                      <a:pt x="18" y="62"/>
                      <a:pt x="17" y="70"/>
                      <a:pt x="26" y="76"/>
                    </a:cubicBezTo>
                    <a:cubicBezTo>
                      <a:pt x="21" y="69"/>
                      <a:pt x="23" y="60"/>
                      <a:pt x="20" y="53"/>
                    </a:cubicBezTo>
                    <a:cubicBezTo>
                      <a:pt x="19" y="50"/>
                      <a:pt x="14" y="44"/>
                      <a:pt x="14" y="41"/>
                    </a:cubicBezTo>
                    <a:cubicBezTo>
                      <a:pt x="14" y="35"/>
                      <a:pt x="17" y="36"/>
                      <a:pt x="22" y="37"/>
                    </a:cubicBezTo>
                    <a:cubicBezTo>
                      <a:pt x="31" y="38"/>
                      <a:pt x="36" y="38"/>
                      <a:pt x="43" y="31"/>
                    </a:cubicBezTo>
                    <a:cubicBezTo>
                      <a:pt x="33" y="33"/>
                      <a:pt x="24" y="36"/>
                      <a:pt x="15" y="30"/>
                    </a:cubicBezTo>
                    <a:cubicBezTo>
                      <a:pt x="7" y="24"/>
                      <a:pt x="13" y="15"/>
                      <a:pt x="21" y="12"/>
                    </a:cubicBezTo>
                    <a:cubicBezTo>
                      <a:pt x="26" y="11"/>
                      <a:pt x="30" y="11"/>
                      <a:pt x="35" y="11"/>
                    </a:cubicBezTo>
                    <a:cubicBezTo>
                      <a:pt x="40" y="11"/>
                      <a:pt x="46" y="15"/>
                      <a:pt x="50" y="15"/>
                    </a:cubicBezTo>
                    <a:cubicBezTo>
                      <a:pt x="53" y="15"/>
                      <a:pt x="57" y="15"/>
                      <a:pt x="55" y="10"/>
                    </a:cubicBezTo>
                    <a:cubicBezTo>
                      <a:pt x="54" y="6"/>
                      <a:pt x="36" y="4"/>
                      <a:pt x="32" y="3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704" name="Freeform 292">
                <a:extLst>
                  <a:ext uri="{FF2B5EF4-FFF2-40B4-BE49-F238E27FC236}">
                    <a16:creationId xmlns:a16="http://schemas.microsoft.com/office/drawing/2014/main" id="{F4810E3A-71A4-4E68-A4B4-3FC0056D83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7" y="1146"/>
                <a:ext cx="85" cy="52"/>
              </a:xfrm>
              <a:custGeom>
                <a:avLst/>
                <a:gdLst>
                  <a:gd name="T0" fmla="*/ 32 w 63"/>
                  <a:gd name="T1" fmla="*/ 7 h 39"/>
                  <a:gd name="T2" fmla="*/ 0 w 63"/>
                  <a:gd name="T3" fmla="*/ 31 h 39"/>
                  <a:gd name="T4" fmla="*/ 51 w 63"/>
                  <a:gd name="T5" fmla="*/ 23 h 39"/>
                  <a:gd name="T6" fmla="*/ 90 w 63"/>
                  <a:gd name="T7" fmla="*/ 36 h 39"/>
                  <a:gd name="T8" fmla="*/ 113 w 63"/>
                  <a:gd name="T9" fmla="*/ 59 h 39"/>
                  <a:gd name="T10" fmla="*/ 108 w 63"/>
                  <a:gd name="T11" fmla="*/ 73 h 39"/>
                  <a:gd name="T12" fmla="*/ 108 w 63"/>
                  <a:gd name="T13" fmla="*/ 92 h 39"/>
                  <a:gd name="T14" fmla="*/ 127 w 63"/>
                  <a:gd name="T15" fmla="*/ 64 h 39"/>
                  <a:gd name="T16" fmla="*/ 152 w 63"/>
                  <a:gd name="T17" fmla="*/ 43 h 39"/>
                  <a:gd name="T18" fmla="*/ 131 w 63"/>
                  <a:gd name="T19" fmla="*/ 21 h 39"/>
                  <a:gd name="T20" fmla="*/ 89 w 63"/>
                  <a:gd name="T21" fmla="*/ 1 h 3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3" h="39">
                    <a:moveTo>
                      <a:pt x="13" y="3"/>
                    </a:moveTo>
                    <a:cubicBezTo>
                      <a:pt x="9" y="2"/>
                      <a:pt x="1" y="8"/>
                      <a:pt x="0" y="13"/>
                    </a:cubicBezTo>
                    <a:cubicBezTo>
                      <a:pt x="6" y="16"/>
                      <a:pt x="15" y="10"/>
                      <a:pt x="21" y="10"/>
                    </a:cubicBezTo>
                    <a:cubicBezTo>
                      <a:pt x="27" y="10"/>
                      <a:pt x="32" y="12"/>
                      <a:pt x="37" y="15"/>
                    </a:cubicBezTo>
                    <a:cubicBezTo>
                      <a:pt x="41" y="17"/>
                      <a:pt x="47" y="19"/>
                      <a:pt x="46" y="25"/>
                    </a:cubicBezTo>
                    <a:cubicBezTo>
                      <a:pt x="46" y="28"/>
                      <a:pt x="44" y="29"/>
                      <a:pt x="44" y="31"/>
                    </a:cubicBezTo>
                    <a:cubicBezTo>
                      <a:pt x="43" y="34"/>
                      <a:pt x="43" y="35"/>
                      <a:pt x="44" y="39"/>
                    </a:cubicBezTo>
                    <a:cubicBezTo>
                      <a:pt x="51" y="38"/>
                      <a:pt x="49" y="32"/>
                      <a:pt x="52" y="27"/>
                    </a:cubicBezTo>
                    <a:cubicBezTo>
                      <a:pt x="55" y="23"/>
                      <a:pt x="62" y="24"/>
                      <a:pt x="62" y="18"/>
                    </a:cubicBezTo>
                    <a:cubicBezTo>
                      <a:pt x="63" y="10"/>
                      <a:pt x="57" y="11"/>
                      <a:pt x="53" y="9"/>
                    </a:cubicBezTo>
                    <a:cubicBezTo>
                      <a:pt x="47" y="6"/>
                      <a:pt x="44" y="0"/>
                      <a:pt x="36" y="1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705" name="Freeform 293">
                <a:extLst>
                  <a:ext uri="{FF2B5EF4-FFF2-40B4-BE49-F238E27FC236}">
                    <a16:creationId xmlns:a16="http://schemas.microsoft.com/office/drawing/2014/main" id="{7DA7E50A-2C61-4372-B24D-2204D962AC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3" y="1220"/>
                <a:ext cx="37" cy="24"/>
              </a:xfrm>
              <a:custGeom>
                <a:avLst/>
                <a:gdLst>
                  <a:gd name="T0" fmla="*/ 0 w 27"/>
                  <a:gd name="T1" fmla="*/ 43 h 18"/>
                  <a:gd name="T2" fmla="*/ 29 w 27"/>
                  <a:gd name="T3" fmla="*/ 0 h 18"/>
                  <a:gd name="T4" fmla="*/ 7 w 27"/>
                  <a:gd name="T5" fmla="*/ 27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7" h="18">
                    <a:moveTo>
                      <a:pt x="0" y="18"/>
                    </a:moveTo>
                    <a:cubicBezTo>
                      <a:pt x="3" y="8"/>
                      <a:pt x="27" y="14"/>
                      <a:pt x="11" y="0"/>
                    </a:cubicBezTo>
                    <a:cubicBezTo>
                      <a:pt x="20" y="7"/>
                      <a:pt x="7" y="8"/>
                      <a:pt x="3" y="11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706" name="Freeform 294">
                <a:extLst>
                  <a:ext uri="{FF2B5EF4-FFF2-40B4-BE49-F238E27FC236}">
                    <a16:creationId xmlns:a16="http://schemas.microsoft.com/office/drawing/2014/main" id="{958A09A3-E9FF-4E10-99CB-D5EAFEB974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0" y="1318"/>
                <a:ext cx="77" cy="31"/>
              </a:xfrm>
              <a:custGeom>
                <a:avLst/>
                <a:gdLst>
                  <a:gd name="T0" fmla="*/ 42 w 57"/>
                  <a:gd name="T1" fmla="*/ 47 h 23"/>
                  <a:gd name="T2" fmla="*/ 69 w 57"/>
                  <a:gd name="T3" fmla="*/ 57 h 23"/>
                  <a:gd name="T4" fmla="*/ 100 w 57"/>
                  <a:gd name="T5" fmla="*/ 49 h 23"/>
                  <a:gd name="T6" fmla="*/ 140 w 57"/>
                  <a:gd name="T7" fmla="*/ 0 h 23"/>
                  <a:gd name="T8" fmla="*/ 77 w 57"/>
                  <a:gd name="T9" fmla="*/ 30 h 23"/>
                  <a:gd name="T10" fmla="*/ 0 w 57"/>
                  <a:gd name="T11" fmla="*/ 12 h 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7" h="23">
                    <a:moveTo>
                      <a:pt x="17" y="19"/>
                    </a:moveTo>
                    <a:cubicBezTo>
                      <a:pt x="21" y="20"/>
                      <a:pt x="24" y="22"/>
                      <a:pt x="28" y="23"/>
                    </a:cubicBezTo>
                    <a:cubicBezTo>
                      <a:pt x="31" y="23"/>
                      <a:pt x="37" y="21"/>
                      <a:pt x="41" y="20"/>
                    </a:cubicBezTo>
                    <a:cubicBezTo>
                      <a:pt x="50" y="16"/>
                      <a:pt x="56" y="10"/>
                      <a:pt x="57" y="0"/>
                    </a:cubicBezTo>
                    <a:cubicBezTo>
                      <a:pt x="52" y="10"/>
                      <a:pt x="42" y="15"/>
                      <a:pt x="31" y="12"/>
                    </a:cubicBezTo>
                    <a:cubicBezTo>
                      <a:pt x="21" y="10"/>
                      <a:pt x="8" y="10"/>
                      <a:pt x="0" y="5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707" name="Freeform 295">
                <a:extLst>
                  <a:ext uri="{FF2B5EF4-FFF2-40B4-BE49-F238E27FC236}">
                    <a16:creationId xmlns:a16="http://schemas.microsoft.com/office/drawing/2014/main" id="{1870F039-BFBF-4C22-A648-77CD9D1DFE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8" y="1231"/>
                <a:ext cx="88" cy="132"/>
              </a:xfrm>
              <a:custGeom>
                <a:avLst/>
                <a:gdLst>
                  <a:gd name="T0" fmla="*/ 0 w 65"/>
                  <a:gd name="T1" fmla="*/ 234 h 98"/>
                  <a:gd name="T2" fmla="*/ 129 w 65"/>
                  <a:gd name="T3" fmla="*/ 136 h 98"/>
                  <a:gd name="T4" fmla="*/ 160 w 65"/>
                  <a:gd name="T5" fmla="*/ 0 h 98"/>
                  <a:gd name="T6" fmla="*/ 119 w 65"/>
                  <a:gd name="T7" fmla="*/ 73 h 98"/>
                  <a:gd name="T8" fmla="*/ 92 w 65"/>
                  <a:gd name="T9" fmla="*/ 96 h 98"/>
                  <a:gd name="T10" fmla="*/ 69 w 65"/>
                  <a:gd name="T11" fmla="*/ 96 h 98"/>
                  <a:gd name="T12" fmla="*/ 68 w 65"/>
                  <a:gd name="T13" fmla="*/ 147 h 98"/>
                  <a:gd name="T14" fmla="*/ 22 w 65"/>
                  <a:gd name="T15" fmla="*/ 216 h 9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5" h="98">
                    <a:moveTo>
                      <a:pt x="0" y="96"/>
                    </a:moveTo>
                    <a:cubicBezTo>
                      <a:pt x="26" y="98"/>
                      <a:pt x="42" y="75"/>
                      <a:pt x="52" y="56"/>
                    </a:cubicBezTo>
                    <a:cubicBezTo>
                      <a:pt x="62" y="38"/>
                      <a:pt x="65" y="20"/>
                      <a:pt x="64" y="0"/>
                    </a:cubicBezTo>
                    <a:cubicBezTo>
                      <a:pt x="59" y="10"/>
                      <a:pt x="57" y="21"/>
                      <a:pt x="48" y="30"/>
                    </a:cubicBezTo>
                    <a:cubicBezTo>
                      <a:pt x="45" y="33"/>
                      <a:pt x="41" y="38"/>
                      <a:pt x="37" y="39"/>
                    </a:cubicBezTo>
                    <a:cubicBezTo>
                      <a:pt x="35" y="40"/>
                      <a:pt x="29" y="38"/>
                      <a:pt x="28" y="39"/>
                    </a:cubicBezTo>
                    <a:cubicBezTo>
                      <a:pt x="24" y="41"/>
                      <a:pt x="28" y="56"/>
                      <a:pt x="27" y="60"/>
                    </a:cubicBezTo>
                    <a:cubicBezTo>
                      <a:pt x="26" y="71"/>
                      <a:pt x="17" y="82"/>
                      <a:pt x="9" y="88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708" name="Freeform 296">
                <a:extLst>
                  <a:ext uri="{FF2B5EF4-FFF2-40B4-BE49-F238E27FC236}">
                    <a16:creationId xmlns:a16="http://schemas.microsoft.com/office/drawing/2014/main" id="{DE882181-175B-4593-86BF-C0289371E2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5" y="1151"/>
                <a:ext cx="15" cy="117"/>
              </a:xfrm>
              <a:custGeom>
                <a:avLst/>
                <a:gdLst>
                  <a:gd name="T0" fmla="*/ 15 w 11"/>
                  <a:gd name="T1" fmla="*/ 12 h 87"/>
                  <a:gd name="T2" fmla="*/ 27 w 11"/>
                  <a:gd name="T3" fmla="*/ 105 h 87"/>
                  <a:gd name="T4" fmla="*/ 22 w 11"/>
                  <a:gd name="T5" fmla="*/ 157 h 87"/>
                  <a:gd name="T6" fmla="*/ 0 w 11"/>
                  <a:gd name="T7" fmla="*/ 211 h 87"/>
                  <a:gd name="T8" fmla="*/ 14 w 11"/>
                  <a:gd name="T9" fmla="*/ 94 h 87"/>
                  <a:gd name="T10" fmla="*/ 19 w 11"/>
                  <a:gd name="T11" fmla="*/ 0 h 8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87">
                    <a:moveTo>
                      <a:pt x="6" y="5"/>
                    </a:moveTo>
                    <a:cubicBezTo>
                      <a:pt x="10" y="16"/>
                      <a:pt x="11" y="31"/>
                      <a:pt x="11" y="43"/>
                    </a:cubicBezTo>
                    <a:cubicBezTo>
                      <a:pt x="11" y="50"/>
                      <a:pt x="10" y="58"/>
                      <a:pt x="9" y="65"/>
                    </a:cubicBezTo>
                    <a:cubicBezTo>
                      <a:pt x="8" y="73"/>
                      <a:pt x="2" y="79"/>
                      <a:pt x="0" y="87"/>
                    </a:cubicBezTo>
                    <a:cubicBezTo>
                      <a:pt x="3" y="72"/>
                      <a:pt x="4" y="55"/>
                      <a:pt x="5" y="39"/>
                    </a:cubicBezTo>
                    <a:cubicBezTo>
                      <a:pt x="5" y="30"/>
                      <a:pt x="0" y="7"/>
                      <a:pt x="7" y="0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709" name="Freeform 297">
                <a:extLst>
                  <a:ext uri="{FF2B5EF4-FFF2-40B4-BE49-F238E27FC236}">
                    <a16:creationId xmlns:a16="http://schemas.microsoft.com/office/drawing/2014/main" id="{A37A02AF-5B64-43CC-92DD-A6E74EA923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6" y="1150"/>
                <a:ext cx="33" cy="48"/>
              </a:xfrm>
              <a:custGeom>
                <a:avLst/>
                <a:gdLst>
                  <a:gd name="T0" fmla="*/ 0 w 24"/>
                  <a:gd name="T1" fmla="*/ 23 h 36"/>
                  <a:gd name="T2" fmla="*/ 34 w 24"/>
                  <a:gd name="T3" fmla="*/ 57 h 36"/>
                  <a:gd name="T4" fmla="*/ 54 w 24"/>
                  <a:gd name="T5" fmla="*/ 85 h 36"/>
                  <a:gd name="T6" fmla="*/ 56 w 24"/>
                  <a:gd name="T7" fmla="*/ 5 h 36"/>
                  <a:gd name="T8" fmla="*/ 11 w 24"/>
                  <a:gd name="T9" fmla="*/ 0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36">
                    <a:moveTo>
                      <a:pt x="0" y="10"/>
                    </a:moveTo>
                    <a:cubicBezTo>
                      <a:pt x="5" y="15"/>
                      <a:pt x="9" y="17"/>
                      <a:pt x="13" y="24"/>
                    </a:cubicBezTo>
                    <a:cubicBezTo>
                      <a:pt x="14" y="27"/>
                      <a:pt x="16" y="36"/>
                      <a:pt x="20" y="36"/>
                    </a:cubicBezTo>
                    <a:cubicBezTo>
                      <a:pt x="24" y="26"/>
                      <a:pt x="22" y="12"/>
                      <a:pt x="22" y="2"/>
                    </a:cubicBezTo>
                    <a:cubicBezTo>
                      <a:pt x="17" y="8"/>
                      <a:pt x="10" y="5"/>
                      <a:pt x="4" y="0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710" name="Freeform 298">
                <a:extLst>
                  <a:ext uri="{FF2B5EF4-FFF2-40B4-BE49-F238E27FC236}">
                    <a16:creationId xmlns:a16="http://schemas.microsoft.com/office/drawing/2014/main" id="{BE86E521-7FA5-405D-B0E9-A05ACB1679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8" y="1074"/>
                <a:ext cx="86" cy="83"/>
              </a:xfrm>
              <a:custGeom>
                <a:avLst/>
                <a:gdLst>
                  <a:gd name="T0" fmla="*/ 10 w 63"/>
                  <a:gd name="T1" fmla="*/ 0 h 61"/>
                  <a:gd name="T2" fmla="*/ 57 w 63"/>
                  <a:gd name="T3" fmla="*/ 22 h 61"/>
                  <a:gd name="T4" fmla="*/ 102 w 63"/>
                  <a:gd name="T5" fmla="*/ 30 h 61"/>
                  <a:gd name="T6" fmla="*/ 138 w 63"/>
                  <a:gd name="T7" fmla="*/ 48 h 61"/>
                  <a:gd name="T8" fmla="*/ 160 w 63"/>
                  <a:gd name="T9" fmla="*/ 154 h 61"/>
                  <a:gd name="T10" fmla="*/ 102 w 63"/>
                  <a:gd name="T11" fmla="*/ 65 h 61"/>
                  <a:gd name="T12" fmla="*/ 78 w 63"/>
                  <a:gd name="T13" fmla="*/ 68 h 61"/>
                  <a:gd name="T14" fmla="*/ 42 w 63"/>
                  <a:gd name="T15" fmla="*/ 57 h 61"/>
                  <a:gd name="T16" fmla="*/ 15 w 63"/>
                  <a:gd name="T17" fmla="*/ 35 h 61"/>
                  <a:gd name="T18" fmla="*/ 0 w 63"/>
                  <a:gd name="T19" fmla="*/ 5 h 6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63" h="61">
                    <a:moveTo>
                      <a:pt x="4" y="0"/>
                    </a:moveTo>
                    <a:cubicBezTo>
                      <a:pt x="1" y="10"/>
                      <a:pt x="17" y="14"/>
                      <a:pt x="23" y="9"/>
                    </a:cubicBezTo>
                    <a:cubicBezTo>
                      <a:pt x="30" y="13"/>
                      <a:pt x="32" y="13"/>
                      <a:pt x="40" y="12"/>
                    </a:cubicBezTo>
                    <a:cubicBezTo>
                      <a:pt x="47" y="11"/>
                      <a:pt x="51" y="11"/>
                      <a:pt x="54" y="19"/>
                    </a:cubicBezTo>
                    <a:cubicBezTo>
                      <a:pt x="60" y="31"/>
                      <a:pt x="63" y="48"/>
                      <a:pt x="63" y="61"/>
                    </a:cubicBezTo>
                    <a:cubicBezTo>
                      <a:pt x="58" y="52"/>
                      <a:pt x="54" y="28"/>
                      <a:pt x="40" y="26"/>
                    </a:cubicBezTo>
                    <a:cubicBezTo>
                      <a:pt x="37" y="25"/>
                      <a:pt x="34" y="27"/>
                      <a:pt x="31" y="27"/>
                    </a:cubicBezTo>
                    <a:cubicBezTo>
                      <a:pt x="26" y="27"/>
                      <a:pt x="21" y="25"/>
                      <a:pt x="17" y="23"/>
                    </a:cubicBezTo>
                    <a:cubicBezTo>
                      <a:pt x="11" y="21"/>
                      <a:pt x="9" y="19"/>
                      <a:pt x="6" y="14"/>
                    </a:cubicBezTo>
                    <a:cubicBezTo>
                      <a:pt x="4" y="11"/>
                      <a:pt x="0" y="5"/>
                      <a:pt x="0" y="2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711" name="Freeform 299">
                <a:extLst>
                  <a:ext uri="{FF2B5EF4-FFF2-40B4-BE49-F238E27FC236}">
                    <a16:creationId xmlns:a16="http://schemas.microsoft.com/office/drawing/2014/main" id="{7E6D66C3-4058-4B2B-9190-52DCEBEA7D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2" y="1200"/>
                <a:ext cx="17" cy="33"/>
              </a:xfrm>
              <a:custGeom>
                <a:avLst/>
                <a:gdLst>
                  <a:gd name="T0" fmla="*/ 0 w 13"/>
                  <a:gd name="T1" fmla="*/ 16 h 25"/>
                  <a:gd name="T2" fmla="*/ 17 w 13"/>
                  <a:gd name="T3" fmla="*/ 58 h 25"/>
                  <a:gd name="T4" fmla="*/ 21 w 13"/>
                  <a:gd name="T5" fmla="*/ 0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25">
                    <a:moveTo>
                      <a:pt x="0" y="7"/>
                    </a:moveTo>
                    <a:cubicBezTo>
                      <a:pt x="1" y="14"/>
                      <a:pt x="3" y="20"/>
                      <a:pt x="8" y="25"/>
                    </a:cubicBezTo>
                    <a:cubicBezTo>
                      <a:pt x="13" y="18"/>
                      <a:pt x="6" y="8"/>
                      <a:pt x="9" y="0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712" name="Freeform 300">
                <a:extLst>
                  <a:ext uri="{FF2B5EF4-FFF2-40B4-BE49-F238E27FC236}">
                    <a16:creationId xmlns:a16="http://schemas.microsoft.com/office/drawing/2014/main" id="{CA8AC765-ADA9-4DD9-BA31-B778D5A2FF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0" y="1212"/>
                <a:ext cx="11" cy="16"/>
              </a:xfrm>
              <a:custGeom>
                <a:avLst/>
                <a:gdLst>
                  <a:gd name="T0" fmla="*/ 1 w 8"/>
                  <a:gd name="T1" fmla="*/ 0 h 12"/>
                  <a:gd name="T2" fmla="*/ 0 w 8"/>
                  <a:gd name="T3" fmla="*/ 28 h 12"/>
                  <a:gd name="T4" fmla="*/ 21 w 8"/>
                  <a:gd name="T5" fmla="*/ 15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2">
                    <a:moveTo>
                      <a:pt x="1" y="0"/>
                    </a:moveTo>
                    <a:cubicBezTo>
                      <a:pt x="0" y="4"/>
                      <a:pt x="0" y="8"/>
                      <a:pt x="0" y="12"/>
                    </a:cubicBezTo>
                    <a:cubicBezTo>
                      <a:pt x="4" y="12"/>
                      <a:pt x="8" y="9"/>
                      <a:pt x="8" y="6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713" name="Freeform 301">
                <a:extLst>
                  <a:ext uri="{FF2B5EF4-FFF2-40B4-BE49-F238E27FC236}">
                    <a16:creationId xmlns:a16="http://schemas.microsoft.com/office/drawing/2014/main" id="{E4B23C78-CF81-4933-A86D-6C5CA947B2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6" y="1236"/>
                <a:ext cx="39" cy="34"/>
              </a:xfrm>
              <a:custGeom>
                <a:avLst/>
                <a:gdLst>
                  <a:gd name="T0" fmla="*/ 51 w 29"/>
                  <a:gd name="T1" fmla="*/ 0 h 25"/>
                  <a:gd name="T2" fmla="*/ 1 w 29"/>
                  <a:gd name="T3" fmla="*/ 63 h 25"/>
                  <a:gd name="T4" fmla="*/ 70 w 29"/>
                  <a:gd name="T5" fmla="*/ 20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9" h="25">
                    <a:moveTo>
                      <a:pt x="21" y="0"/>
                    </a:moveTo>
                    <a:cubicBezTo>
                      <a:pt x="11" y="0"/>
                      <a:pt x="0" y="15"/>
                      <a:pt x="1" y="25"/>
                    </a:cubicBezTo>
                    <a:cubicBezTo>
                      <a:pt x="9" y="16"/>
                      <a:pt x="15" y="4"/>
                      <a:pt x="29" y="8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714" name="Freeform 302">
                <a:extLst>
                  <a:ext uri="{FF2B5EF4-FFF2-40B4-BE49-F238E27FC236}">
                    <a16:creationId xmlns:a16="http://schemas.microsoft.com/office/drawing/2014/main" id="{F847DC08-12A9-4D09-B91F-E301CB5739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2" y="2186"/>
                <a:ext cx="88" cy="33"/>
              </a:xfrm>
              <a:custGeom>
                <a:avLst/>
                <a:gdLst>
                  <a:gd name="T0" fmla="*/ 50 w 65"/>
                  <a:gd name="T1" fmla="*/ 15 h 24"/>
                  <a:gd name="T2" fmla="*/ 30 w 65"/>
                  <a:gd name="T3" fmla="*/ 29 h 24"/>
                  <a:gd name="T4" fmla="*/ 0 w 65"/>
                  <a:gd name="T5" fmla="*/ 44 h 24"/>
                  <a:gd name="T6" fmla="*/ 30 w 65"/>
                  <a:gd name="T7" fmla="*/ 47 h 24"/>
                  <a:gd name="T8" fmla="*/ 77 w 65"/>
                  <a:gd name="T9" fmla="*/ 41 h 24"/>
                  <a:gd name="T10" fmla="*/ 118 w 65"/>
                  <a:gd name="T11" fmla="*/ 41 h 24"/>
                  <a:gd name="T12" fmla="*/ 161 w 65"/>
                  <a:gd name="T13" fmla="*/ 54 h 24"/>
                  <a:gd name="T14" fmla="*/ 141 w 65"/>
                  <a:gd name="T15" fmla="*/ 36 h 24"/>
                  <a:gd name="T16" fmla="*/ 125 w 65"/>
                  <a:gd name="T17" fmla="*/ 19 h 24"/>
                  <a:gd name="T18" fmla="*/ 64 w 65"/>
                  <a:gd name="T19" fmla="*/ 8 h 2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65" h="24">
                    <a:moveTo>
                      <a:pt x="20" y="6"/>
                    </a:moveTo>
                    <a:cubicBezTo>
                      <a:pt x="19" y="9"/>
                      <a:pt x="15" y="10"/>
                      <a:pt x="12" y="11"/>
                    </a:cubicBezTo>
                    <a:cubicBezTo>
                      <a:pt x="8" y="14"/>
                      <a:pt x="4" y="15"/>
                      <a:pt x="0" y="17"/>
                    </a:cubicBezTo>
                    <a:cubicBezTo>
                      <a:pt x="1" y="23"/>
                      <a:pt x="9" y="19"/>
                      <a:pt x="12" y="18"/>
                    </a:cubicBezTo>
                    <a:cubicBezTo>
                      <a:pt x="18" y="16"/>
                      <a:pt x="25" y="16"/>
                      <a:pt x="31" y="16"/>
                    </a:cubicBezTo>
                    <a:cubicBezTo>
                      <a:pt x="36" y="15"/>
                      <a:pt x="41" y="15"/>
                      <a:pt x="47" y="16"/>
                    </a:cubicBezTo>
                    <a:cubicBezTo>
                      <a:pt x="52" y="18"/>
                      <a:pt x="59" y="24"/>
                      <a:pt x="65" y="20"/>
                    </a:cubicBezTo>
                    <a:cubicBezTo>
                      <a:pt x="63" y="17"/>
                      <a:pt x="60" y="16"/>
                      <a:pt x="57" y="14"/>
                    </a:cubicBezTo>
                    <a:cubicBezTo>
                      <a:pt x="55" y="12"/>
                      <a:pt x="53" y="9"/>
                      <a:pt x="50" y="7"/>
                    </a:cubicBezTo>
                    <a:cubicBezTo>
                      <a:pt x="43" y="1"/>
                      <a:pt x="34" y="0"/>
                      <a:pt x="26" y="3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715" name="Freeform 303">
                <a:extLst>
                  <a:ext uri="{FF2B5EF4-FFF2-40B4-BE49-F238E27FC236}">
                    <a16:creationId xmlns:a16="http://schemas.microsoft.com/office/drawing/2014/main" id="{A22BA723-E50B-400C-88A2-1E721B467B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3" y="2270"/>
                <a:ext cx="233" cy="287"/>
              </a:xfrm>
              <a:custGeom>
                <a:avLst/>
                <a:gdLst>
                  <a:gd name="T0" fmla="*/ 0 w 172"/>
                  <a:gd name="T1" fmla="*/ 0 h 213"/>
                  <a:gd name="T2" fmla="*/ 112 w 172"/>
                  <a:gd name="T3" fmla="*/ 57 h 213"/>
                  <a:gd name="T4" fmla="*/ 211 w 172"/>
                  <a:gd name="T5" fmla="*/ 190 h 213"/>
                  <a:gd name="T6" fmla="*/ 371 w 172"/>
                  <a:gd name="T7" fmla="*/ 521 h 213"/>
                  <a:gd name="T8" fmla="*/ 321 w 172"/>
                  <a:gd name="T9" fmla="*/ 283 h 213"/>
                  <a:gd name="T10" fmla="*/ 259 w 172"/>
                  <a:gd name="T11" fmla="*/ 168 h 213"/>
                  <a:gd name="T12" fmla="*/ 72 w 172"/>
                  <a:gd name="T13" fmla="*/ 5 h 2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2" h="213">
                    <a:moveTo>
                      <a:pt x="0" y="0"/>
                    </a:moveTo>
                    <a:cubicBezTo>
                      <a:pt x="18" y="4"/>
                      <a:pt x="33" y="7"/>
                      <a:pt x="45" y="23"/>
                    </a:cubicBezTo>
                    <a:cubicBezTo>
                      <a:pt x="59" y="41"/>
                      <a:pt x="71" y="60"/>
                      <a:pt x="85" y="78"/>
                    </a:cubicBezTo>
                    <a:cubicBezTo>
                      <a:pt x="119" y="118"/>
                      <a:pt x="147" y="160"/>
                      <a:pt x="149" y="213"/>
                    </a:cubicBezTo>
                    <a:cubicBezTo>
                      <a:pt x="172" y="192"/>
                      <a:pt x="140" y="136"/>
                      <a:pt x="129" y="116"/>
                    </a:cubicBezTo>
                    <a:cubicBezTo>
                      <a:pt x="120" y="100"/>
                      <a:pt x="114" y="84"/>
                      <a:pt x="104" y="69"/>
                    </a:cubicBezTo>
                    <a:cubicBezTo>
                      <a:pt x="83" y="41"/>
                      <a:pt x="57" y="23"/>
                      <a:pt x="29" y="2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716" name="Freeform 304">
                <a:extLst>
                  <a:ext uri="{FF2B5EF4-FFF2-40B4-BE49-F238E27FC236}">
                    <a16:creationId xmlns:a16="http://schemas.microsoft.com/office/drawing/2014/main" id="{5558B9DC-0254-47E9-8CB3-A71583829B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2" y="1185"/>
                <a:ext cx="16" cy="105"/>
              </a:xfrm>
              <a:custGeom>
                <a:avLst/>
                <a:gdLst>
                  <a:gd name="T0" fmla="*/ 5 w 12"/>
                  <a:gd name="T1" fmla="*/ 0 h 78"/>
                  <a:gd name="T2" fmla="*/ 5 w 12"/>
                  <a:gd name="T3" fmla="*/ 98 h 78"/>
                  <a:gd name="T4" fmla="*/ 16 w 12"/>
                  <a:gd name="T5" fmla="*/ 151 h 78"/>
                  <a:gd name="T6" fmla="*/ 28 w 12"/>
                  <a:gd name="T7" fmla="*/ 190 h 78"/>
                  <a:gd name="T8" fmla="*/ 20 w 12"/>
                  <a:gd name="T9" fmla="*/ 83 h 78"/>
                  <a:gd name="T10" fmla="*/ 15 w 12"/>
                  <a:gd name="T11" fmla="*/ 0 h 7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78">
                    <a:moveTo>
                      <a:pt x="2" y="0"/>
                    </a:moveTo>
                    <a:cubicBezTo>
                      <a:pt x="2" y="14"/>
                      <a:pt x="0" y="26"/>
                      <a:pt x="2" y="40"/>
                    </a:cubicBezTo>
                    <a:cubicBezTo>
                      <a:pt x="3" y="47"/>
                      <a:pt x="5" y="54"/>
                      <a:pt x="7" y="62"/>
                    </a:cubicBezTo>
                    <a:cubicBezTo>
                      <a:pt x="8" y="68"/>
                      <a:pt x="11" y="72"/>
                      <a:pt x="12" y="78"/>
                    </a:cubicBezTo>
                    <a:cubicBezTo>
                      <a:pt x="8" y="63"/>
                      <a:pt x="9" y="49"/>
                      <a:pt x="8" y="34"/>
                    </a:cubicBezTo>
                    <a:cubicBezTo>
                      <a:pt x="7" y="26"/>
                      <a:pt x="2" y="7"/>
                      <a:pt x="6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717" name="Freeform 305">
                <a:extLst>
                  <a:ext uri="{FF2B5EF4-FFF2-40B4-BE49-F238E27FC236}">
                    <a16:creationId xmlns:a16="http://schemas.microsoft.com/office/drawing/2014/main" id="{D786133B-A6AA-4104-B4BB-A13D6520FC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2" y="1193"/>
                <a:ext cx="18" cy="46"/>
              </a:xfrm>
              <a:custGeom>
                <a:avLst/>
                <a:gdLst>
                  <a:gd name="T0" fmla="*/ 29 w 13"/>
                  <a:gd name="T1" fmla="*/ 0 h 34"/>
                  <a:gd name="T2" fmla="*/ 6 w 13"/>
                  <a:gd name="T3" fmla="*/ 57 h 34"/>
                  <a:gd name="T4" fmla="*/ 35 w 13"/>
                  <a:gd name="T5" fmla="*/ 84 h 34"/>
                  <a:gd name="T6" fmla="*/ 21 w 13"/>
                  <a:gd name="T7" fmla="*/ 57 h 34"/>
                  <a:gd name="T8" fmla="*/ 33 w 13"/>
                  <a:gd name="T9" fmla="*/ 42 h 34"/>
                  <a:gd name="T10" fmla="*/ 35 w 13"/>
                  <a:gd name="T11" fmla="*/ 9 h 3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" h="34">
                    <a:moveTo>
                      <a:pt x="11" y="0"/>
                    </a:moveTo>
                    <a:cubicBezTo>
                      <a:pt x="8" y="7"/>
                      <a:pt x="4" y="15"/>
                      <a:pt x="2" y="23"/>
                    </a:cubicBezTo>
                    <a:cubicBezTo>
                      <a:pt x="0" y="30"/>
                      <a:pt x="6" y="33"/>
                      <a:pt x="13" y="34"/>
                    </a:cubicBezTo>
                    <a:cubicBezTo>
                      <a:pt x="9" y="31"/>
                      <a:pt x="6" y="27"/>
                      <a:pt x="8" y="23"/>
                    </a:cubicBezTo>
                    <a:cubicBezTo>
                      <a:pt x="8" y="20"/>
                      <a:pt x="11" y="19"/>
                      <a:pt x="12" y="17"/>
                    </a:cubicBezTo>
                    <a:cubicBezTo>
                      <a:pt x="13" y="13"/>
                      <a:pt x="11" y="9"/>
                      <a:pt x="13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718" name="Freeform 306">
                <a:extLst>
                  <a:ext uri="{FF2B5EF4-FFF2-40B4-BE49-F238E27FC236}">
                    <a16:creationId xmlns:a16="http://schemas.microsoft.com/office/drawing/2014/main" id="{5CD5D8E8-98F4-47AB-9D8C-44DBD79BFF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2" y="1307"/>
                <a:ext cx="49" cy="10"/>
              </a:xfrm>
              <a:custGeom>
                <a:avLst/>
                <a:gdLst>
                  <a:gd name="T0" fmla="*/ 0 w 36"/>
                  <a:gd name="T1" fmla="*/ 9 h 7"/>
                  <a:gd name="T2" fmla="*/ 91 w 36"/>
                  <a:gd name="T3" fmla="*/ 2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6" h="7">
                    <a:moveTo>
                      <a:pt x="0" y="3"/>
                    </a:moveTo>
                    <a:cubicBezTo>
                      <a:pt x="11" y="2"/>
                      <a:pt x="27" y="0"/>
                      <a:pt x="36" y="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719" name="Freeform 307">
                <a:extLst>
                  <a:ext uri="{FF2B5EF4-FFF2-40B4-BE49-F238E27FC236}">
                    <a16:creationId xmlns:a16="http://schemas.microsoft.com/office/drawing/2014/main" id="{D71467EC-92E9-418C-9FEB-4EAB79650E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7" y="979"/>
                <a:ext cx="97" cy="144"/>
              </a:xfrm>
              <a:custGeom>
                <a:avLst/>
                <a:gdLst>
                  <a:gd name="T0" fmla="*/ 129 w 72"/>
                  <a:gd name="T1" fmla="*/ 12 h 107"/>
                  <a:gd name="T2" fmla="*/ 119 w 72"/>
                  <a:gd name="T3" fmla="*/ 35 h 107"/>
                  <a:gd name="T4" fmla="*/ 96 w 72"/>
                  <a:gd name="T5" fmla="*/ 54 h 107"/>
                  <a:gd name="T6" fmla="*/ 77 w 72"/>
                  <a:gd name="T7" fmla="*/ 77 h 107"/>
                  <a:gd name="T8" fmla="*/ 54 w 72"/>
                  <a:gd name="T9" fmla="*/ 85 h 107"/>
                  <a:gd name="T10" fmla="*/ 43 w 72"/>
                  <a:gd name="T11" fmla="*/ 110 h 107"/>
                  <a:gd name="T12" fmla="*/ 27 w 72"/>
                  <a:gd name="T13" fmla="*/ 140 h 107"/>
                  <a:gd name="T14" fmla="*/ 12 w 72"/>
                  <a:gd name="T15" fmla="*/ 174 h 107"/>
                  <a:gd name="T16" fmla="*/ 5 w 72"/>
                  <a:gd name="T17" fmla="*/ 206 h 107"/>
                  <a:gd name="T18" fmla="*/ 20 w 72"/>
                  <a:gd name="T19" fmla="*/ 261 h 107"/>
                  <a:gd name="T20" fmla="*/ 40 w 72"/>
                  <a:gd name="T21" fmla="*/ 217 h 107"/>
                  <a:gd name="T22" fmla="*/ 47 w 72"/>
                  <a:gd name="T23" fmla="*/ 157 h 107"/>
                  <a:gd name="T24" fmla="*/ 84 w 72"/>
                  <a:gd name="T25" fmla="*/ 110 h 107"/>
                  <a:gd name="T26" fmla="*/ 113 w 72"/>
                  <a:gd name="T27" fmla="*/ 77 h 107"/>
                  <a:gd name="T28" fmla="*/ 136 w 72"/>
                  <a:gd name="T29" fmla="*/ 42 h 107"/>
                  <a:gd name="T30" fmla="*/ 176 w 72"/>
                  <a:gd name="T31" fmla="*/ 15 h 107"/>
                  <a:gd name="T32" fmla="*/ 135 w 72"/>
                  <a:gd name="T33" fmla="*/ 12 h 10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72" h="107">
                    <a:moveTo>
                      <a:pt x="53" y="5"/>
                    </a:moveTo>
                    <a:cubicBezTo>
                      <a:pt x="50" y="7"/>
                      <a:pt x="50" y="11"/>
                      <a:pt x="48" y="14"/>
                    </a:cubicBezTo>
                    <a:cubicBezTo>
                      <a:pt x="45" y="18"/>
                      <a:pt x="42" y="20"/>
                      <a:pt x="39" y="22"/>
                    </a:cubicBezTo>
                    <a:cubicBezTo>
                      <a:pt x="36" y="25"/>
                      <a:pt x="34" y="29"/>
                      <a:pt x="31" y="31"/>
                    </a:cubicBezTo>
                    <a:cubicBezTo>
                      <a:pt x="26" y="33"/>
                      <a:pt x="25" y="31"/>
                      <a:pt x="22" y="35"/>
                    </a:cubicBezTo>
                    <a:cubicBezTo>
                      <a:pt x="19" y="38"/>
                      <a:pt x="19" y="42"/>
                      <a:pt x="18" y="45"/>
                    </a:cubicBezTo>
                    <a:cubicBezTo>
                      <a:pt x="16" y="50"/>
                      <a:pt x="15" y="52"/>
                      <a:pt x="11" y="57"/>
                    </a:cubicBezTo>
                    <a:cubicBezTo>
                      <a:pt x="6" y="62"/>
                      <a:pt x="6" y="64"/>
                      <a:pt x="5" y="71"/>
                    </a:cubicBezTo>
                    <a:cubicBezTo>
                      <a:pt x="5" y="75"/>
                      <a:pt x="0" y="80"/>
                      <a:pt x="2" y="85"/>
                    </a:cubicBezTo>
                    <a:cubicBezTo>
                      <a:pt x="13" y="80"/>
                      <a:pt x="6" y="103"/>
                      <a:pt x="8" y="107"/>
                    </a:cubicBezTo>
                    <a:cubicBezTo>
                      <a:pt x="12" y="101"/>
                      <a:pt x="12" y="94"/>
                      <a:pt x="16" y="89"/>
                    </a:cubicBezTo>
                    <a:cubicBezTo>
                      <a:pt x="12" y="84"/>
                      <a:pt x="8" y="60"/>
                      <a:pt x="19" y="65"/>
                    </a:cubicBezTo>
                    <a:cubicBezTo>
                      <a:pt x="18" y="58"/>
                      <a:pt x="25" y="37"/>
                      <a:pt x="34" y="45"/>
                    </a:cubicBezTo>
                    <a:cubicBezTo>
                      <a:pt x="29" y="38"/>
                      <a:pt x="38" y="29"/>
                      <a:pt x="46" y="31"/>
                    </a:cubicBezTo>
                    <a:cubicBezTo>
                      <a:pt x="46" y="27"/>
                      <a:pt x="48" y="10"/>
                      <a:pt x="56" y="17"/>
                    </a:cubicBezTo>
                    <a:cubicBezTo>
                      <a:pt x="57" y="10"/>
                      <a:pt x="63" y="0"/>
                      <a:pt x="72" y="6"/>
                    </a:cubicBezTo>
                    <a:cubicBezTo>
                      <a:pt x="67" y="0"/>
                      <a:pt x="61" y="7"/>
                      <a:pt x="55" y="5"/>
                    </a:cubicBezTo>
                  </a:path>
                </a:pathLst>
              </a:custGeom>
              <a:solidFill>
                <a:srgbClr val="F9F0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720" name="Freeform 308">
                <a:extLst>
                  <a:ext uri="{FF2B5EF4-FFF2-40B4-BE49-F238E27FC236}">
                    <a16:creationId xmlns:a16="http://schemas.microsoft.com/office/drawing/2014/main" id="{A8127EC5-C768-45C3-9D02-89FCE63791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4" y="1474"/>
                <a:ext cx="125" cy="20"/>
              </a:xfrm>
              <a:custGeom>
                <a:avLst/>
                <a:gdLst>
                  <a:gd name="T0" fmla="*/ 0 w 92"/>
                  <a:gd name="T1" fmla="*/ 0 h 15"/>
                  <a:gd name="T2" fmla="*/ 117 w 92"/>
                  <a:gd name="T3" fmla="*/ 15 h 15"/>
                  <a:gd name="T4" fmla="*/ 231 w 92"/>
                  <a:gd name="T5" fmla="*/ 20 h 15"/>
                  <a:gd name="T6" fmla="*/ 113 w 92"/>
                  <a:gd name="T7" fmla="*/ 28 h 15"/>
                  <a:gd name="T8" fmla="*/ 0 w 92"/>
                  <a:gd name="T9" fmla="*/ 0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2" h="15">
                    <a:moveTo>
                      <a:pt x="0" y="0"/>
                    </a:moveTo>
                    <a:cubicBezTo>
                      <a:pt x="20" y="5"/>
                      <a:pt x="29" y="8"/>
                      <a:pt x="46" y="6"/>
                    </a:cubicBezTo>
                    <a:cubicBezTo>
                      <a:pt x="63" y="4"/>
                      <a:pt x="81" y="0"/>
                      <a:pt x="92" y="8"/>
                    </a:cubicBezTo>
                    <a:cubicBezTo>
                      <a:pt x="82" y="5"/>
                      <a:pt x="57" y="8"/>
                      <a:pt x="45" y="12"/>
                    </a:cubicBezTo>
                    <a:cubicBezTo>
                      <a:pt x="33" y="15"/>
                      <a:pt x="6" y="5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721" name="Freeform 309">
                <a:extLst>
                  <a:ext uri="{FF2B5EF4-FFF2-40B4-BE49-F238E27FC236}">
                    <a16:creationId xmlns:a16="http://schemas.microsoft.com/office/drawing/2014/main" id="{DB362E6F-0192-4CFC-BBEC-0E275413D3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3" y="1477"/>
                <a:ext cx="81" cy="11"/>
              </a:xfrm>
              <a:custGeom>
                <a:avLst/>
                <a:gdLst>
                  <a:gd name="T0" fmla="*/ 0 w 60"/>
                  <a:gd name="T1" fmla="*/ 8 h 8"/>
                  <a:gd name="T2" fmla="*/ 147 w 60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0" h="8">
                    <a:moveTo>
                      <a:pt x="0" y="3"/>
                    </a:moveTo>
                    <a:cubicBezTo>
                      <a:pt x="22" y="6"/>
                      <a:pt x="44" y="8"/>
                      <a:pt x="6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722" name="Freeform 310">
                <a:extLst>
                  <a:ext uri="{FF2B5EF4-FFF2-40B4-BE49-F238E27FC236}">
                    <a16:creationId xmlns:a16="http://schemas.microsoft.com/office/drawing/2014/main" id="{6239150C-E846-4A07-8644-288094362E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3" y="1422"/>
                <a:ext cx="142" cy="212"/>
              </a:xfrm>
              <a:custGeom>
                <a:avLst/>
                <a:gdLst>
                  <a:gd name="T0" fmla="*/ 260 w 105"/>
                  <a:gd name="T1" fmla="*/ 1 h 158"/>
                  <a:gd name="T2" fmla="*/ 82 w 105"/>
                  <a:gd name="T3" fmla="*/ 133 h 158"/>
                  <a:gd name="T4" fmla="*/ 0 w 105"/>
                  <a:gd name="T5" fmla="*/ 381 h 158"/>
                  <a:gd name="T6" fmla="*/ 104 w 105"/>
                  <a:gd name="T7" fmla="*/ 126 h 158"/>
                  <a:gd name="T8" fmla="*/ 260 w 105"/>
                  <a:gd name="T9" fmla="*/ 1 h 15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5" h="158">
                    <a:moveTo>
                      <a:pt x="105" y="1"/>
                    </a:moveTo>
                    <a:cubicBezTo>
                      <a:pt x="82" y="0"/>
                      <a:pt x="51" y="24"/>
                      <a:pt x="33" y="55"/>
                    </a:cubicBezTo>
                    <a:cubicBezTo>
                      <a:pt x="15" y="87"/>
                      <a:pt x="4" y="127"/>
                      <a:pt x="0" y="158"/>
                    </a:cubicBezTo>
                    <a:cubicBezTo>
                      <a:pt x="5" y="136"/>
                      <a:pt x="32" y="66"/>
                      <a:pt x="42" y="52"/>
                    </a:cubicBezTo>
                    <a:cubicBezTo>
                      <a:pt x="52" y="38"/>
                      <a:pt x="78" y="2"/>
                      <a:pt x="105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723" name="Freeform 311">
                <a:extLst>
                  <a:ext uri="{FF2B5EF4-FFF2-40B4-BE49-F238E27FC236}">
                    <a16:creationId xmlns:a16="http://schemas.microsoft.com/office/drawing/2014/main" id="{F62793B5-3699-4106-B2FB-9EEAC29B84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8" y="1982"/>
                <a:ext cx="23" cy="235"/>
              </a:xfrm>
              <a:custGeom>
                <a:avLst/>
                <a:gdLst>
                  <a:gd name="T0" fmla="*/ 42 w 17"/>
                  <a:gd name="T1" fmla="*/ 0 h 175"/>
                  <a:gd name="T2" fmla="*/ 0 w 17"/>
                  <a:gd name="T3" fmla="*/ 424 h 17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175">
                    <a:moveTo>
                      <a:pt x="17" y="0"/>
                    </a:moveTo>
                    <a:cubicBezTo>
                      <a:pt x="10" y="22"/>
                      <a:pt x="1" y="113"/>
                      <a:pt x="0" y="17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724" name="Freeform 312">
                <a:extLst>
                  <a:ext uri="{FF2B5EF4-FFF2-40B4-BE49-F238E27FC236}">
                    <a16:creationId xmlns:a16="http://schemas.microsoft.com/office/drawing/2014/main" id="{DF20183C-AE66-4C18-8CC8-5B2A9167DD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7" y="2368"/>
                <a:ext cx="16" cy="80"/>
              </a:xfrm>
              <a:custGeom>
                <a:avLst/>
                <a:gdLst>
                  <a:gd name="T0" fmla="*/ 28 w 12"/>
                  <a:gd name="T1" fmla="*/ 0 h 59"/>
                  <a:gd name="T2" fmla="*/ 0 w 12"/>
                  <a:gd name="T3" fmla="*/ 146 h 5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59">
                    <a:moveTo>
                      <a:pt x="12" y="0"/>
                    </a:moveTo>
                    <a:cubicBezTo>
                      <a:pt x="5" y="13"/>
                      <a:pt x="0" y="36"/>
                      <a:pt x="0" y="5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725" name="Freeform 313">
                <a:extLst>
                  <a:ext uri="{FF2B5EF4-FFF2-40B4-BE49-F238E27FC236}">
                    <a16:creationId xmlns:a16="http://schemas.microsoft.com/office/drawing/2014/main" id="{F78A20C7-986A-49FE-963C-0B18CC2231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1" y="1935"/>
                <a:ext cx="37" cy="156"/>
              </a:xfrm>
              <a:custGeom>
                <a:avLst/>
                <a:gdLst>
                  <a:gd name="T0" fmla="*/ 45 w 28"/>
                  <a:gd name="T1" fmla="*/ 1 h 116"/>
                  <a:gd name="T2" fmla="*/ 44 w 28"/>
                  <a:gd name="T3" fmla="*/ 148 h 116"/>
                  <a:gd name="T4" fmla="*/ 1 w 28"/>
                  <a:gd name="T5" fmla="*/ 282 h 116"/>
                  <a:gd name="T6" fmla="*/ 37 w 28"/>
                  <a:gd name="T7" fmla="*/ 198 h 116"/>
                  <a:gd name="T8" fmla="*/ 63 w 28"/>
                  <a:gd name="T9" fmla="*/ 125 h 116"/>
                  <a:gd name="T10" fmla="*/ 59 w 28"/>
                  <a:gd name="T11" fmla="*/ 58 h 116"/>
                  <a:gd name="T12" fmla="*/ 49 w 28"/>
                  <a:gd name="T13" fmla="*/ 0 h 1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8" h="116">
                    <a:moveTo>
                      <a:pt x="20" y="1"/>
                    </a:moveTo>
                    <a:cubicBezTo>
                      <a:pt x="21" y="22"/>
                      <a:pt x="24" y="40"/>
                      <a:pt x="19" y="61"/>
                    </a:cubicBezTo>
                    <a:cubicBezTo>
                      <a:pt x="15" y="80"/>
                      <a:pt x="0" y="95"/>
                      <a:pt x="1" y="116"/>
                    </a:cubicBezTo>
                    <a:cubicBezTo>
                      <a:pt x="5" y="103"/>
                      <a:pt x="8" y="92"/>
                      <a:pt x="16" y="81"/>
                    </a:cubicBezTo>
                    <a:cubicBezTo>
                      <a:pt x="23" y="73"/>
                      <a:pt x="26" y="62"/>
                      <a:pt x="27" y="51"/>
                    </a:cubicBezTo>
                    <a:cubicBezTo>
                      <a:pt x="28" y="43"/>
                      <a:pt x="28" y="33"/>
                      <a:pt x="26" y="24"/>
                    </a:cubicBezTo>
                    <a:cubicBezTo>
                      <a:pt x="25" y="16"/>
                      <a:pt x="21" y="9"/>
                      <a:pt x="21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726" name="Freeform 314">
                <a:extLst>
                  <a:ext uri="{FF2B5EF4-FFF2-40B4-BE49-F238E27FC236}">
                    <a16:creationId xmlns:a16="http://schemas.microsoft.com/office/drawing/2014/main" id="{34D8FD6E-FE3E-4504-9AB4-540F8A3F50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0" y="1624"/>
                <a:ext cx="26" cy="110"/>
              </a:xfrm>
              <a:custGeom>
                <a:avLst/>
                <a:gdLst>
                  <a:gd name="T0" fmla="*/ 1 w 19"/>
                  <a:gd name="T1" fmla="*/ 0 h 82"/>
                  <a:gd name="T2" fmla="*/ 36 w 19"/>
                  <a:gd name="T3" fmla="*/ 86 h 82"/>
                  <a:gd name="T4" fmla="*/ 29 w 19"/>
                  <a:gd name="T5" fmla="*/ 199 h 82"/>
                  <a:gd name="T6" fmla="*/ 36 w 19"/>
                  <a:gd name="T7" fmla="*/ 135 h 82"/>
                  <a:gd name="T8" fmla="*/ 47 w 19"/>
                  <a:gd name="T9" fmla="*/ 75 h 82"/>
                  <a:gd name="T10" fmla="*/ 34 w 19"/>
                  <a:gd name="T11" fmla="*/ 31 h 82"/>
                  <a:gd name="T12" fmla="*/ 0 w 19"/>
                  <a:gd name="T13" fmla="*/ 0 h 8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82">
                    <a:moveTo>
                      <a:pt x="1" y="0"/>
                    </a:moveTo>
                    <a:cubicBezTo>
                      <a:pt x="9" y="11"/>
                      <a:pt x="13" y="22"/>
                      <a:pt x="14" y="36"/>
                    </a:cubicBezTo>
                    <a:cubicBezTo>
                      <a:pt x="14" y="50"/>
                      <a:pt x="6" y="69"/>
                      <a:pt x="11" y="82"/>
                    </a:cubicBezTo>
                    <a:cubicBezTo>
                      <a:pt x="12" y="73"/>
                      <a:pt x="13" y="65"/>
                      <a:pt x="14" y="56"/>
                    </a:cubicBezTo>
                    <a:cubicBezTo>
                      <a:pt x="16" y="48"/>
                      <a:pt x="19" y="40"/>
                      <a:pt x="18" y="31"/>
                    </a:cubicBezTo>
                    <a:cubicBezTo>
                      <a:pt x="18" y="25"/>
                      <a:pt x="17" y="18"/>
                      <a:pt x="13" y="13"/>
                    </a:cubicBezTo>
                    <a:cubicBezTo>
                      <a:pt x="9" y="8"/>
                      <a:pt x="4" y="5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727" name="Freeform 315">
                <a:extLst>
                  <a:ext uri="{FF2B5EF4-FFF2-40B4-BE49-F238E27FC236}">
                    <a16:creationId xmlns:a16="http://schemas.microsoft.com/office/drawing/2014/main" id="{67C94677-F7F1-400B-A173-95DCF0DE5B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3" y="2030"/>
                <a:ext cx="68" cy="221"/>
              </a:xfrm>
              <a:custGeom>
                <a:avLst/>
                <a:gdLst>
                  <a:gd name="T0" fmla="*/ 10 w 50"/>
                  <a:gd name="T1" fmla="*/ 0 h 164"/>
                  <a:gd name="T2" fmla="*/ 125 w 50"/>
                  <a:gd name="T3" fmla="*/ 402 h 16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0" h="164">
                    <a:moveTo>
                      <a:pt x="4" y="0"/>
                    </a:moveTo>
                    <a:cubicBezTo>
                      <a:pt x="0" y="29"/>
                      <a:pt x="36" y="124"/>
                      <a:pt x="50" y="16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728" name="Freeform 316">
                <a:extLst>
                  <a:ext uri="{FF2B5EF4-FFF2-40B4-BE49-F238E27FC236}">
                    <a16:creationId xmlns:a16="http://schemas.microsoft.com/office/drawing/2014/main" id="{30044F8C-58D1-456F-8ADC-9873A54A1E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23" y="2388"/>
                <a:ext cx="14" cy="56"/>
              </a:xfrm>
              <a:custGeom>
                <a:avLst/>
                <a:gdLst>
                  <a:gd name="T0" fmla="*/ 28 w 10"/>
                  <a:gd name="T1" fmla="*/ 0 h 41"/>
                  <a:gd name="T2" fmla="*/ 1 w 10"/>
                  <a:gd name="T3" fmla="*/ 104 h 4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41">
                    <a:moveTo>
                      <a:pt x="10" y="0"/>
                    </a:moveTo>
                    <a:cubicBezTo>
                      <a:pt x="2" y="16"/>
                      <a:pt x="0" y="25"/>
                      <a:pt x="1" y="4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729" name="Freeform 317">
                <a:extLst>
                  <a:ext uri="{FF2B5EF4-FFF2-40B4-BE49-F238E27FC236}">
                    <a16:creationId xmlns:a16="http://schemas.microsoft.com/office/drawing/2014/main" id="{D4F52D51-7543-4A82-B78D-1B849BD3A7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6" y="2279"/>
                <a:ext cx="143" cy="72"/>
              </a:xfrm>
              <a:custGeom>
                <a:avLst/>
                <a:gdLst>
                  <a:gd name="T0" fmla="*/ 0 w 106"/>
                  <a:gd name="T1" fmla="*/ 128 h 53"/>
                  <a:gd name="T2" fmla="*/ 260 w 106"/>
                  <a:gd name="T3" fmla="*/ 0 h 53"/>
                  <a:gd name="T4" fmla="*/ 0 w 106"/>
                  <a:gd name="T5" fmla="*/ 128 h 5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6" h="53">
                    <a:moveTo>
                      <a:pt x="0" y="51"/>
                    </a:moveTo>
                    <a:cubicBezTo>
                      <a:pt x="37" y="53"/>
                      <a:pt x="60" y="43"/>
                      <a:pt x="106" y="0"/>
                    </a:cubicBezTo>
                    <a:cubicBezTo>
                      <a:pt x="96" y="7"/>
                      <a:pt x="39" y="51"/>
                      <a:pt x="0" y="5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730" name="Freeform 318">
                <a:extLst>
                  <a:ext uri="{FF2B5EF4-FFF2-40B4-BE49-F238E27FC236}">
                    <a16:creationId xmlns:a16="http://schemas.microsoft.com/office/drawing/2014/main" id="{74F82A6A-3D4B-4167-A7E9-95801A604F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7" y="2425"/>
                <a:ext cx="114" cy="439"/>
              </a:xfrm>
              <a:custGeom>
                <a:avLst/>
                <a:gdLst>
                  <a:gd name="T0" fmla="*/ 41 w 84"/>
                  <a:gd name="T1" fmla="*/ 745 h 326"/>
                  <a:gd name="T2" fmla="*/ 210 w 84"/>
                  <a:gd name="T3" fmla="*/ 0 h 326"/>
                  <a:gd name="T4" fmla="*/ 20 w 84"/>
                  <a:gd name="T5" fmla="*/ 167 h 326"/>
                  <a:gd name="T6" fmla="*/ 14 w 84"/>
                  <a:gd name="T7" fmla="*/ 796 h 3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4" h="326">
                    <a:moveTo>
                      <a:pt x="16" y="305"/>
                    </a:moveTo>
                    <a:cubicBezTo>
                      <a:pt x="27" y="267"/>
                      <a:pt x="0" y="55"/>
                      <a:pt x="84" y="0"/>
                    </a:cubicBezTo>
                    <a:cubicBezTo>
                      <a:pt x="68" y="7"/>
                      <a:pt x="13" y="23"/>
                      <a:pt x="8" y="68"/>
                    </a:cubicBezTo>
                    <a:cubicBezTo>
                      <a:pt x="4" y="114"/>
                      <a:pt x="9" y="247"/>
                      <a:pt x="5" y="32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731" name="Freeform 319">
                <a:extLst>
                  <a:ext uri="{FF2B5EF4-FFF2-40B4-BE49-F238E27FC236}">
                    <a16:creationId xmlns:a16="http://schemas.microsoft.com/office/drawing/2014/main" id="{25EBF6AC-5502-4443-BF90-E48CE475E6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4" y="2316"/>
                <a:ext cx="76" cy="390"/>
              </a:xfrm>
              <a:custGeom>
                <a:avLst/>
                <a:gdLst>
                  <a:gd name="T0" fmla="*/ 48 w 56"/>
                  <a:gd name="T1" fmla="*/ 0 h 290"/>
                  <a:gd name="T2" fmla="*/ 140 w 56"/>
                  <a:gd name="T3" fmla="*/ 705 h 290"/>
                  <a:gd name="T4" fmla="*/ 48 w 56"/>
                  <a:gd name="T5" fmla="*/ 0 h 29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6" h="290">
                    <a:moveTo>
                      <a:pt x="19" y="0"/>
                    </a:moveTo>
                    <a:cubicBezTo>
                      <a:pt x="13" y="24"/>
                      <a:pt x="0" y="122"/>
                      <a:pt x="56" y="290"/>
                    </a:cubicBezTo>
                    <a:cubicBezTo>
                      <a:pt x="54" y="276"/>
                      <a:pt x="9" y="88"/>
                      <a:pt x="1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732" name="Freeform 320">
                <a:extLst>
                  <a:ext uri="{FF2B5EF4-FFF2-40B4-BE49-F238E27FC236}">
                    <a16:creationId xmlns:a16="http://schemas.microsoft.com/office/drawing/2014/main" id="{A9294729-AC49-4ACD-B3A0-4288AE877A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9" y="1439"/>
                <a:ext cx="69" cy="57"/>
              </a:xfrm>
              <a:custGeom>
                <a:avLst/>
                <a:gdLst>
                  <a:gd name="T0" fmla="*/ 15 w 51"/>
                  <a:gd name="T1" fmla="*/ 105 h 42"/>
                  <a:gd name="T2" fmla="*/ 68 w 51"/>
                  <a:gd name="T3" fmla="*/ 65 h 42"/>
                  <a:gd name="T4" fmla="*/ 126 w 51"/>
                  <a:gd name="T5" fmla="*/ 50 h 42"/>
                  <a:gd name="T6" fmla="*/ 0 w 51"/>
                  <a:gd name="T7" fmla="*/ 37 h 4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1" h="42">
                    <a:moveTo>
                      <a:pt x="6" y="42"/>
                    </a:moveTo>
                    <a:cubicBezTo>
                      <a:pt x="12" y="36"/>
                      <a:pt x="18" y="30"/>
                      <a:pt x="27" y="26"/>
                    </a:cubicBezTo>
                    <a:cubicBezTo>
                      <a:pt x="34" y="23"/>
                      <a:pt x="45" y="24"/>
                      <a:pt x="51" y="20"/>
                    </a:cubicBezTo>
                    <a:cubicBezTo>
                      <a:pt x="43" y="14"/>
                      <a:pt x="5" y="0"/>
                      <a:pt x="0" y="15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733" name="Freeform 321">
                <a:extLst>
                  <a:ext uri="{FF2B5EF4-FFF2-40B4-BE49-F238E27FC236}">
                    <a16:creationId xmlns:a16="http://schemas.microsoft.com/office/drawing/2014/main" id="{24485DEB-D15D-4DD4-9258-A21BBEA0C6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6" y="1328"/>
                <a:ext cx="85" cy="153"/>
              </a:xfrm>
              <a:custGeom>
                <a:avLst/>
                <a:gdLst>
                  <a:gd name="T0" fmla="*/ 98 w 63"/>
                  <a:gd name="T1" fmla="*/ 207 h 114"/>
                  <a:gd name="T2" fmla="*/ 119 w 63"/>
                  <a:gd name="T3" fmla="*/ 109 h 114"/>
                  <a:gd name="T4" fmla="*/ 155 w 63"/>
                  <a:gd name="T5" fmla="*/ 0 h 114"/>
                  <a:gd name="T6" fmla="*/ 43 w 63"/>
                  <a:gd name="T7" fmla="*/ 85 h 114"/>
                  <a:gd name="T8" fmla="*/ 54 w 63"/>
                  <a:gd name="T9" fmla="*/ 168 h 114"/>
                  <a:gd name="T10" fmla="*/ 20 w 63"/>
                  <a:gd name="T11" fmla="*/ 225 h 114"/>
                  <a:gd name="T12" fmla="*/ 0 w 63"/>
                  <a:gd name="T13" fmla="*/ 275 h 1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3" h="114">
                    <a:moveTo>
                      <a:pt x="40" y="86"/>
                    </a:moveTo>
                    <a:cubicBezTo>
                      <a:pt x="32" y="73"/>
                      <a:pt x="44" y="57"/>
                      <a:pt x="48" y="45"/>
                    </a:cubicBezTo>
                    <a:cubicBezTo>
                      <a:pt x="54" y="30"/>
                      <a:pt x="60" y="15"/>
                      <a:pt x="63" y="0"/>
                    </a:cubicBezTo>
                    <a:cubicBezTo>
                      <a:pt x="53" y="18"/>
                      <a:pt x="40" y="33"/>
                      <a:pt x="18" y="35"/>
                    </a:cubicBezTo>
                    <a:cubicBezTo>
                      <a:pt x="28" y="45"/>
                      <a:pt x="28" y="55"/>
                      <a:pt x="22" y="69"/>
                    </a:cubicBezTo>
                    <a:cubicBezTo>
                      <a:pt x="18" y="77"/>
                      <a:pt x="13" y="85"/>
                      <a:pt x="8" y="93"/>
                    </a:cubicBezTo>
                    <a:cubicBezTo>
                      <a:pt x="4" y="100"/>
                      <a:pt x="3" y="106"/>
                      <a:pt x="0" y="114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734" name="Freeform 322">
                <a:extLst>
                  <a:ext uri="{FF2B5EF4-FFF2-40B4-BE49-F238E27FC236}">
                    <a16:creationId xmlns:a16="http://schemas.microsoft.com/office/drawing/2014/main" id="{9857298F-CC81-47DD-BB19-2EC8672030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0" y="1385"/>
                <a:ext cx="65" cy="74"/>
              </a:xfrm>
              <a:custGeom>
                <a:avLst/>
                <a:gdLst>
                  <a:gd name="T0" fmla="*/ 62 w 48"/>
                  <a:gd name="T1" fmla="*/ 0 h 55"/>
                  <a:gd name="T2" fmla="*/ 69 w 48"/>
                  <a:gd name="T3" fmla="*/ 70 h 55"/>
                  <a:gd name="T4" fmla="*/ 89 w 48"/>
                  <a:gd name="T5" fmla="*/ 110 h 55"/>
                  <a:gd name="T6" fmla="*/ 119 w 48"/>
                  <a:gd name="T7" fmla="*/ 129 h 55"/>
                  <a:gd name="T8" fmla="*/ 0 w 48"/>
                  <a:gd name="T9" fmla="*/ 135 h 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8" h="55">
                    <a:moveTo>
                      <a:pt x="25" y="0"/>
                    </a:moveTo>
                    <a:cubicBezTo>
                      <a:pt x="25" y="10"/>
                      <a:pt x="24" y="19"/>
                      <a:pt x="28" y="29"/>
                    </a:cubicBezTo>
                    <a:cubicBezTo>
                      <a:pt x="30" y="34"/>
                      <a:pt x="32" y="41"/>
                      <a:pt x="36" y="45"/>
                    </a:cubicBezTo>
                    <a:cubicBezTo>
                      <a:pt x="39" y="49"/>
                      <a:pt x="44" y="50"/>
                      <a:pt x="48" y="53"/>
                    </a:cubicBezTo>
                    <a:cubicBezTo>
                      <a:pt x="33" y="49"/>
                      <a:pt x="15" y="50"/>
                      <a:pt x="0" y="55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735" name="Freeform 323">
                <a:extLst>
                  <a:ext uri="{FF2B5EF4-FFF2-40B4-BE49-F238E27FC236}">
                    <a16:creationId xmlns:a16="http://schemas.microsoft.com/office/drawing/2014/main" id="{51AAB0BB-B079-446F-9D56-EFEE6096F7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4" y="1416"/>
                <a:ext cx="103" cy="69"/>
              </a:xfrm>
              <a:custGeom>
                <a:avLst/>
                <a:gdLst>
                  <a:gd name="T0" fmla="*/ 0 w 76"/>
                  <a:gd name="T1" fmla="*/ 84 h 51"/>
                  <a:gd name="T2" fmla="*/ 79 w 76"/>
                  <a:gd name="T3" fmla="*/ 78 h 51"/>
                  <a:gd name="T4" fmla="*/ 190 w 76"/>
                  <a:gd name="T5" fmla="*/ 0 h 51"/>
                  <a:gd name="T6" fmla="*/ 156 w 76"/>
                  <a:gd name="T7" fmla="*/ 84 h 51"/>
                  <a:gd name="T8" fmla="*/ 61 w 76"/>
                  <a:gd name="T9" fmla="*/ 126 h 5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6" h="51">
                    <a:moveTo>
                      <a:pt x="0" y="34"/>
                    </a:moveTo>
                    <a:cubicBezTo>
                      <a:pt x="13" y="41"/>
                      <a:pt x="19" y="37"/>
                      <a:pt x="32" y="32"/>
                    </a:cubicBezTo>
                    <a:cubicBezTo>
                      <a:pt x="51" y="24"/>
                      <a:pt x="65" y="19"/>
                      <a:pt x="76" y="0"/>
                    </a:cubicBezTo>
                    <a:cubicBezTo>
                      <a:pt x="71" y="11"/>
                      <a:pt x="68" y="23"/>
                      <a:pt x="63" y="34"/>
                    </a:cubicBezTo>
                    <a:cubicBezTo>
                      <a:pt x="54" y="51"/>
                      <a:pt x="41" y="49"/>
                      <a:pt x="24" y="51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736" name="Freeform 324">
                <a:extLst>
                  <a:ext uri="{FF2B5EF4-FFF2-40B4-BE49-F238E27FC236}">
                    <a16:creationId xmlns:a16="http://schemas.microsoft.com/office/drawing/2014/main" id="{5ABD6462-897C-4706-91C9-93F13BDEE4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7" y="1345"/>
                <a:ext cx="37" cy="114"/>
              </a:xfrm>
              <a:custGeom>
                <a:avLst/>
                <a:gdLst>
                  <a:gd name="T0" fmla="*/ 0 w 28"/>
                  <a:gd name="T1" fmla="*/ 0 h 85"/>
                  <a:gd name="T2" fmla="*/ 28 w 28"/>
                  <a:gd name="T3" fmla="*/ 126 h 85"/>
                  <a:gd name="T4" fmla="*/ 65 w 28"/>
                  <a:gd name="T5" fmla="*/ 205 h 8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85">
                    <a:moveTo>
                      <a:pt x="0" y="0"/>
                    </a:moveTo>
                    <a:cubicBezTo>
                      <a:pt x="2" y="18"/>
                      <a:pt x="4" y="35"/>
                      <a:pt x="12" y="52"/>
                    </a:cubicBezTo>
                    <a:cubicBezTo>
                      <a:pt x="17" y="62"/>
                      <a:pt x="28" y="74"/>
                      <a:pt x="28" y="8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737" name="Freeform 325">
                <a:extLst>
                  <a:ext uri="{FF2B5EF4-FFF2-40B4-BE49-F238E27FC236}">
                    <a16:creationId xmlns:a16="http://schemas.microsoft.com/office/drawing/2014/main" id="{A4350AD6-C2E8-4CAE-A925-7BBB29097D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0" y="1342"/>
                <a:ext cx="142" cy="81"/>
              </a:xfrm>
              <a:custGeom>
                <a:avLst/>
                <a:gdLst>
                  <a:gd name="T0" fmla="*/ 0 w 105"/>
                  <a:gd name="T1" fmla="*/ 16 h 60"/>
                  <a:gd name="T2" fmla="*/ 58 w 105"/>
                  <a:gd name="T3" fmla="*/ 47 h 60"/>
                  <a:gd name="T4" fmla="*/ 126 w 105"/>
                  <a:gd name="T5" fmla="*/ 62 h 60"/>
                  <a:gd name="T6" fmla="*/ 260 w 105"/>
                  <a:gd name="T7" fmla="*/ 0 h 60"/>
                  <a:gd name="T8" fmla="*/ 223 w 105"/>
                  <a:gd name="T9" fmla="*/ 62 h 60"/>
                  <a:gd name="T10" fmla="*/ 188 w 105"/>
                  <a:gd name="T11" fmla="*/ 147 h 60"/>
                  <a:gd name="T12" fmla="*/ 154 w 105"/>
                  <a:gd name="T13" fmla="*/ 82 h 60"/>
                  <a:gd name="T14" fmla="*/ 105 w 105"/>
                  <a:gd name="T15" fmla="*/ 78 h 60"/>
                  <a:gd name="T16" fmla="*/ 37 w 105"/>
                  <a:gd name="T17" fmla="*/ 47 h 60"/>
                  <a:gd name="T18" fmla="*/ 16 w 105"/>
                  <a:gd name="T19" fmla="*/ 36 h 60"/>
                  <a:gd name="T20" fmla="*/ 7 w 105"/>
                  <a:gd name="T21" fmla="*/ 20 h 6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05" h="60">
                    <a:moveTo>
                      <a:pt x="0" y="7"/>
                    </a:moveTo>
                    <a:cubicBezTo>
                      <a:pt x="4" y="12"/>
                      <a:pt x="17" y="16"/>
                      <a:pt x="24" y="19"/>
                    </a:cubicBezTo>
                    <a:cubicBezTo>
                      <a:pt x="32" y="23"/>
                      <a:pt x="42" y="23"/>
                      <a:pt x="51" y="25"/>
                    </a:cubicBezTo>
                    <a:cubicBezTo>
                      <a:pt x="72" y="27"/>
                      <a:pt x="91" y="15"/>
                      <a:pt x="105" y="0"/>
                    </a:cubicBezTo>
                    <a:cubicBezTo>
                      <a:pt x="96" y="8"/>
                      <a:pt x="99" y="17"/>
                      <a:pt x="90" y="25"/>
                    </a:cubicBezTo>
                    <a:cubicBezTo>
                      <a:pt x="84" y="32"/>
                      <a:pt x="76" y="52"/>
                      <a:pt x="76" y="60"/>
                    </a:cubicBezTo>
                    <a:cubicBezTo>
                      <a:pt x="75" y="52"/>
                      <a:pt x="71" y="34"/>
                      <a:pt x="62" y="33"/>
                    </a:cubicBezTo>
                    <a:cubicBezTo>
                      <a:pt x="55" y="33"/>
                      <a:pt x="50" y="34"/>
                      <a:pt x="43" y="32"/>
                    </a:cubicBezTo>
                    <a:cubicBezTo>
                      <a:pt x="32" y="30"/>
                      <a:pt x="24" y="25"/>
                      <a:pt x="15" y="19"/>
                    </a:cubicBezTo>
                    <a:cubicBezTo>
                      <a:pt x="12" y="17"/>
                      <a:pt x="10" y="17"/>
                      <a:pt x="7" y="15"/>
                    </a:cubicBezTo>
                    <a:cubicBezTo>
                      <a:pt x="5" y="12"/>
                      <a:pt x="6" y="10"/>
                      <a:pt x="3" y="8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738" name="Freeform 326">
                <a:extLst>
                  <a:ext uri="{FF2B5EF4-FFF2-40B4-BE49-F238E27FC236}">
                    <a16:creationId xmlns:a16="http://schemas.microsoft.com/office/drawing/2014/main" id="{3BBB0487-5C6A-4082-806A-BC25F25490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8" y="1006"/>
                <a:ext cx="42" cy="190"/>
              </a:xfrm>
              <a:custGeom>
                <a:avLst/>
                <a:gdLst>
                  <a:gd name="T0" fmla="*/ 1 w 31"/>
                  <a:gd name="T1" fmla="*/ 127 h 141"/>
                  <a:gd name="T2" fmla="*/ 22 w 31"/>
                  <a:gd name="T3" fmla="*/ 193 h 141"/>
                  <a:gd name="T4" fmla="*/ 30 w 31"/>
                  <a:gd name="T5" fmla="*/ 245 h 141"/>
                  <a:gd name="T6" fmla="*/ 42 w 31"/>
                  <a:gd name="T7" fmla="*/ 345 h 141"/>
                  <a:gd name="T8" fmla="*/ 62 w 31"/>
                  <a:gd name="T9" fmla="*/ 329 h 141"/>
                  <a:gd name="T10" fmla="*/ 77 w 31"/>
                  <a:gd name="T11" fmla="*/ 282 h 141"/>
                  <a:gd name="T12" fmla="*/ 62 w 31"/>
                  <a:gd name="T13" fmla="*/ 239 h 141"/>
                  <a:gd name="T14" fmla="*/ 77 w 31"/>
                  <a:gd name="T15" fmla="*/ 155 h 141"/>
                  <a:gd name="T16" fmla="*/ 68 w 31"/>
                  <a:gd name="T17" fmla="*/ 115 h 141"/>
                  <a:gd name="T18" fmla="*/ 64 w 31"/>
                  <a:gd name="T19" fmla="*/ 63 h 141"/>
                  <a:gd name="T20" fmla="*/ 7 w 31"/>
                  <a:gd name="T21" fmla="*/ 0 h 141"/>
                  <a:gd name="T22" fmla="*/ 51 w 31"/>
                  <a:gd name="T23" fmla="*/ 69 h 141"/>
                  <a:gd name="T24" fmla="*/ 42 w 31"/>
                  <a:gd name="T25" fmla="*/ 120 h 141"/>
                  <a:gd name="T26" fmla="*/ 41 w 31"/>
                  <a:gd name="T27" fmla="*/ 182 h 141"/>
                  <a:gd name="T28" fmla="*/ 26 w 31"/>
                  <a:gd name="T29" fmla="*/ 163 h 141"/>
                  <a:gd name="T30" fmla="*/ 27 w 31"/>
                  <a:gd name="T31" fmla="*/ 177 h 141"/>
                  <a:gd name="T32" fmla="*/ 0 w 31"/>
                  <a:gd name="T33" fmla="*/ 129 h 141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31" h="141">
                    <a:moveTo>
                      <a:pt x="1" y="52"/>
                    </a:moveTo>
                    <a:cubicBezTo>
                      <a:pt x="1" y="61"/>
                      <a:pt x="7" y="71"/>
                      <a:pt x="9" y="79"/>
                    </a:cubicBezTo>
                    <a:cubicBezTo>
                      <a:pt x="11" y="87"/>
                      <a:pt x="12" y="92"/>
                      <a:pt x="12" y="100"/>
                    </a:cubicBezTo>
                    <a:cubicBezTo>
                      <a:pt x="12" y="114"/>
                      <a:pt x="18" y="127"/>
                      <a:pt x="17" y="141"/>
                    </a:cubicBezTo>
                    <a:cubicBezTo>
                      <a:pt x="20" y="138"/>
                      <a:pt x="20" y="134"/>
                      <a:pt x="25" y="134"/>
                    </a:cubicBezTo>
                    <a:cubicBezTo>
                      <a:pt x="25" y="127"/>
                      <a:pt x="30" y="121"/>
                      <a:pt x="31" y="115"/>
                    </a:cubicBezTo>
                    <a:cubicBezTo>
                      <a:pt x="31" y="108"/>
                      <a:pt x="25" y="104"/>
                      <a:pt x="25" y="97"/>
                    </a:cubicBezTo>
                    <a:cubicBezTo>
                      <a:pt x="26" y="86"/>
                      <a:pt x="31" y="74"/>
                      <a:pt x="31" y="63"/>
                    </a:cubicBezTo>
                    <a:cubicBezTo>
                      <a:pt x="31" y="57"/>
                      <a:pt x="28" y="52"/>
                      <a:pt x="27" y="47"/>
                    </a:cubicBezTo>
                    <a:cubicBezTo>
                      <a:pt x="26" y="40"/>
                      <a:pt x="27" y="33"/>
                      <a:pt x="26" y="26"/>
                    </a:cubicBezTo>
                    <a:cubicBezTo>
                      <a:pt x="25" y="10"/>
                      <a:pt x="13" y="9"/>
                      <a:pt x="3" y="0"/>
                    </a:cubicBezTo>
                    <a:cubicBezTo>
                      <a:pt x="11" y="7"/>
                      <a:pt x="18" y="18"/>
                      <a:pt x="21" y="28"/>
                    </a:cubicBezTo>
                    <a:cubicBezTo>
                      <a:pt x="23" y="33"/>
                      <a:pt x="28" y="53"/>
                      <a:pt x="17" y="49"/>
                    </a:cubicBezTo>
                    <a:cubicBezTo>
                      <a:pt x="19" y="55"/>
                      <a:pt x="23" y="70"/>
                      <a:pt x="16" y="74"/>
                    </a:cubicBezTo>
                    <a:cubicBezTo>
                      <a:pt x="14" y="71"/>
                      <a:pt x="12" y="69"/>
                      <a:pt x="10" y="67"/>
                    </a:cubicBezTo>
                    <a:cubicBezTo>
                      <a:pt x="11" y="69"/>
                      <a:pt x="11" y="70"/>
                      <a:pt x="11" y="72"/>
                    </a:cubicBezTo>
                    <a:cubicBezTo>
                      <a:pt x="6" y="67"/>
                      <a:pt x="2" y="60"/>
                      <a:pt x="0" y="53"/>
                    </a:cubicBezTo>
                  </a:path>
                </a:pathLst>
              </a:custGeom>
              <a:solidFill>
                <a:srgbClr val="DDB2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739" name="Freeform 327">
                <a:extLst>
                  <a:ext uri="{FF2B5EF4-FFF2-40B4-BE49-F238E27FC236}">
                    <a16:creationId xmlns:a16="http://schemas.microsoft.com/office/drawing/2014/main" id="{90B5D6CC-8FD1-41E8-AE9E-615E94014C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2" y="1041"/>
                <a:ext cx="104" cy="40"/>
              </a:xfrm>
              <a:custGeom>
                <a:avLst/>
                <a:gdLst>
                  <a:gd name="T0" fmla="*/ 1 w 77"/>
                  <a:gd name="T1" fmla="*/ 21 h 30"/>
                  <a:gd name="T2" fmla="*/ 1 w 77"/>
                  <a:gd name="T3" fmla="*/ 33 h 30"/>
                  <a:gd name="T4" fmla="*/ 43 w 77"/>
                  <a:gd name="T5" fmla="*/ 15 h 30"/>
                  <a:gd name="T6" fmla="*/ 69 w 77"/>
                  <a:gd name="T7" fmla="*/ 49 h 30"/>
                  <a:gd name="T8" fmla="*/ 100 w 77"/>
                  <a:gd name="T9" fmla="*/ 55 h 30"/>
                  <a:gd name="T10" fmla="*/ 120 w 77"/>
                  <a:gd name="T11" fmla="*/ 49 h 30"/>
                  <a:gd name="T12" fmla="*/ 134 w 77"/>
                  <a:gd name="T13" fmla="*/ 55 h 30"/>
                  <a:gd name="T14" fmla="*/ 146 w 77"/>
                  <a:gd name="T15" fmla="*/ 52 h 30"/>
                  <a:gd name="T16" fmla="*/ 182 w 77"/>
                  <a:gd name="T17" fmla="*/ 71 h 30"/>
                  <a:gd name="T18" fmla="*/ 162 w 77"/>
                  <a:gd name="T19" fmla="*/ 37 h 30"/>
                  <a:gd name="T20" fmla="*/ 126 w 77"/>
                  <a:gd name="T21" fmla="*/ 1 h 30"/>
                  <a:gd name="T22" fmla="*/ 78 w 77"/>
                  <a:gd name="T23" fmla="*/ 0 h 30"/>
                  <a:gd name="T24" fmla="*/ 47 w 77"/>
                  <a:gd name="T25" fmla="*/ 7 h 30"/>
                  <a:gd name="T26" fmla="*/ 9 w 77"/>
                  <a:gd name="T27" fmla="*/ 1 h 3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77" h="30">
                    <a:moveTo>
                      <a:pt x="1" y="9"/>
                    </a:moveTo>
                    <a:cubicBezTo>
                      <a:pt x="0" y="11"/>
                      <a:pt x="0" y="13"/>
                      <a:pt x="1" y="14"/>
                    </a:cubicBezTo>
                    <a:cubicBezTo>
                      <a:pt x="6" y="11"/>
                      <a:pt x="10" y="5"/>
                      <a:pt x="18" y="6"/>
                    </a:cubicBezTo>
                    <a:cubicBezTo>
                      <a:pt x="25" y="8"/>
                      <a:pt x="29" y="14"/>
                      <a:pt x="28" y="21"/>
                    </a:cubicBezTo>
                    <a:cubicBezTo>
                      <a:pt x="32" y="16"/>
                      <a:pt x="40" y="16"/>
                      <a:pt x="41" y="23"/>
                    </a:cubicBezTo>
                    <a:cubicBezTo>
                      <a:pt x="43" y="22"/>
                      <a:pt x="46" y="20"/>
                      <a:pt x="49" y="21"/>
                    </a:cubicBezTo>
                    <a:cubicBezTo>
                      <a:pt x="51" y="21"/>
                      <a:pt x="53" y="23"/>
                      <a:pt x="54" y="23"/>
                    </a:cubicBezTo>
                    <a:cubicBezTo>
                      <a:pt x="56" y="24"/>
                      <a:pt x="57" y="22"/>
                      <a:pt x="59" y="22"/>
                    </a:cubicBezTo>
                    <a:cubicBezTo>
                      <a:pt x="67" y="21"/>
                      <a:pt x="73" y="20"/>
                      <a:pt x="74" y="30"/>
                    </a:cubicBezTo>
                    <a:cubicBezTo>
                      <a:pt x="77" y="21"/>
                      <a:pt x="74" y="16"/>
                      <a:pt x="66" y="16"/>
                    </a:cubicBezTo>
                    <a:cubicBezTo>
                      <a:pt x="55" y="15"/>
                      <a:pt x="49" y="14"/>
                      <a:pt x="51" y="1"/>
                    </a:cubicBezTo>
                    <a:cubicBezTo>
                      <a:pt x="44" y="7"/>
                      <a:pt x="35" y="13"/>
                      <a:pt x="32" y="0"/>
                    </a:cubicBezTo>
                    <a:cubicBezTo>
                      <a:pt x="28" y="0"/>
                      <a:pt x="24" y="3"/>
                      <a:pt x="19" y="3"/>
                    </a:cubicBezTo>
                    <a:cubicBezTo>
                      <a:pt x="14" y="4"/>
                      <a:pt x="9" y="3"/>
                      <a:pt x="4" y="1"/>
                    </a:cubicBezTo>
                  </a:path>
                </a:pathLst>
              </a:custGeom>
              <a:solidFill>
                <a:srgbClr val="DDB2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740" name="Freeform 328">
                <a:extLst>
                  <a:ext uri="{FF2B5EF4-FFF2-40B4-BE49-F238E27FC236}">
                    <a16:creationId xmlns:a16="http://schemas.microsoft.com/office/drawing/2014/main" id="{9BDCFA4D-4C7D-4C11-99A5-72434CB950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5" y="972"/>
                <a:ext cx="28" cy="71"/>
              </a:xfrm>
              <a:custGeom>
                <a:avLst/>
                <a:gdLst>
                  <a:gd name="T0" fmla="*/ 9 w 21"/>
                  <a:gd name="T1" fmla="*/ 9 h 53"/>
                  <a:gd name="T2" fmla="*/ 48 w 21"/>
                  <a:gd name="T3" fmla="*/ 15 h 53"/>
                  <a:gd name="T4" fmla="*/ 36 w 21"/>
                  <a:gd name="T5" fmla="*/ 36 h 53"/>
                  <a:gd name="T6" fmla="*/ 23 w 21"/>
                  <a:gd name="T7" fmla="*/ 70 h 53"/>
                  <a:gd name="T8" fmla="*/ 33 w 21"/>
                  <a:gd name="T9" fmla="*/ 84 h 53"/>
                  <a:gd name="T10" fmla="*/ 31 w 21"/>
                  <a:gd name="T11" fmla="*/ 96 h 53"/>
                  <a:gd name="T12" fmla="*/ 28 w 21"/>
                  <a:gd name="T13" fmla="*/ 111 h 53"/>
                  <a:gd name="T14" fmla="*/ 37 w 21"/>
                  <a:gd name="T15" fmla="*/ 127 h 53"/>
                  <a:gd name="T16" fmla="*/ 16 w 21"/>
                  <a:gd name="T17" fmla="*/ 63 h 53"/>
                  <a:gd name="T18" fmla="*/ 7 w 21"/>
                  <a:gd name="T19" fmla="*/ 42 h 53"/>
                  <a:gd name="T20" fmla="*/ 15 w 21"/>
                  <a:gd name="T21" fmla="*/ 23 h 53"/>
                  <a:gd name="T22" fmla="*/ 0 w 21"/>
                  <a:gd name="T23" fmla="*/ 0 h 5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1" h="53">
                    <a:moveTo>
                      <a:pt x="4" y="4"/>
                    </a:moveTo>
                    <a:cubicBezTo>
                      <a:pt x="9" y="4"/>
                      <a:pt x="18" y="2"/>
                      <a:pt x="20" y="6"/>
                    </a:cubicBezTo>
                    <a:cubicBezTo>
                      <a:pt x="14" y="6"/>
                      <a:pt x="9" y="12"/>
                      <a:pt x="15" y="15"/>
                    </a:cubicBezTo>
                    <a:cubicBezTo>
                      <a:pt x="3" y="16"/>
                      <a:pt x="21" y="27"/>
                      <a:pt x="10" y="29"/>
                    </a:cubicBezTo>
                    <a:cubicBezTo>
                      <a:pt x="10" y="32"/>
                      <a:pt x="14" y="33"/>
                      <a:pt x="14" y="35"/>
                    </a:cubicBezTo>
                    <a:cubicBezTo>
                      <a:pt x="16" y="39"/>
                      <a:pt x="14" y="37"/>
                      <a:pt x="13" y="40"/>
                    </a:cubicBezTo>
                    <a:cubicBezTo>
                      <a:pt x="13" y="42"/>
                      <a:pt x="11" y="42"/>
                      <a:pt x="12" y="46"/>
                    </a:cubicBezTo>
                    <a:cubicBezTo>
                      <a:pt x="12" y="49"/>
                      <a:pt x="15" y="51"/>
                      <a:pt x="16" y="53"/>
                    </a:cubicBezTo>
                    <a:cubicBezTo>
                      <a:pt x="3" y="46"/>
                      <a:pt x="10" y="36"/>
                      <a:pt x="7" y="26"/>
                    </a:cubicBezTo>
                    <a:cubicBezTo>
                      <a:pt x="6" y="23"/>
                      <a:pt x="3" y="20"/>
                      <a:pt x="3" y="17"/>
                    </a:cubicBezTo>
                    <a:cubicBezTo>
                      <a:pt x="3" y="15"/>
                      <a:pt x="5" y="13"/>
                      <a:pt x="6" y="10"/>
                    </a:cubicBezTo>
                    <a:cubicBezTo>
                      <a:pt x="6" y="5"/>
                      <a:pt x="5" y="2"/>
                      <a:pt x="0" y="0"/>
                    </a:cubicBezTo>
                  </a:path>
                </a:pathLst>
              </a:custGeom>
              <a:solidFill>
                <a:srgbClr val="DDB2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741" name="Freeform 329">
                <a:extLst>
                  <a:ext uri="{FF2B5EF4-FFF2-40B4-BE49-F238E27FC236}">
                    <a16:creationId xmlns:a16="http://schemas.microsoft.com/office/drawing/2014/main" id="{B22B572F-5129-4FC3-BC6C-C11E23E08A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9" y="2893"/>
                <a:ext cx="412" cy="112"/>
              </a:xfrm>
              <a:custGeom>
                <a:avLst/>
                <a:gdLst>
                  <a:gd name="T0" fmla="*/ 0 w 304"/>
                  <a:gd name="T1" fmla="*/ 62 h 83"/>
                  <a:gd name="T2" fmla="*/ 169 w 304"/>
                  <a:gd name="T3" fmla="*/ 202 h 83"/>
                  <a:gd name="T4" fmla="*/ 272 w 304"/>
                  <a:gd name="T5" fmla="*/ 162 h 83"/>
                  <a:gd name="T6" fmla="*/ 289 w 304"/>
                  <a:gd name="T7" fmla="*/ 142 h 83"/>
                  <a:gd name="T8" fmla="*/ 289 w 304"/>
                  <a:gd name="T9" fmla="*/ 113 h 83"/>
                  <a:gd name="T10" fmla="*/ 412 w 304"/>
                  <a:gd name="T11" fmla="*/ 89 h 83"/>
                  <a:gd name="T12" fmla="*/ 553 w 304"/>
                  <a:gd name="T13" fmla="*/ 72 h 83"/>
                  <a:gd name="T14" fmla="*/ 609 w 304"/>
                  <a:gd name="T15" fmla="*/ 157 h 83"/>
                  <a:gd name="T16" fmla="*/ 735 w 304"/>
                  <a:gd name="T17" fmla="*/ 115 h 83"/>
                  <a:gd name="T18" fmla="*/ 730 w 304"/>
                  <a:gd name="T19" fmla="*/ 63 h 83"/>
                  <a:gd name="T20" fmla="*/ 358 w 304"/>
                  <a:gd name="T21" fmla="*/ 5 h 8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04" h="83">
                    <a:moveTo>
                      <a:pt x="0" y="25"/>
                    </a:moveTo>
                    <a:cubicBezTo>
                      <a:pt x="35" y="25"/>
                      <a:pt x="76" y="38"/>
                      <a:pt x="68" y="82"/>
                    </a:cubicBezTo>
                    <a:cubicBezTo>
                      <a:pt x="78" y="83"/>
                      <a:pt x="101" y="73"/>
                      <a:pt x="109" y="66"/>
                    </a:cubicBezTo>
                    <a:cubicBezTo>
                      <a:pt x="111" y="63"/>
                      <a:pt x="114" y="62"/>
                      <a:pt x="116" y="58"/>
                    </a:cubicBezTo>
                    <a:cubicBezTo>
                      <a:pt x="118" y="54"/>
                      <a:pt x="115" y="47"/>
                      <a:pt x="116" y="46"/>
                    </a:cubicBezTo>
                    <a:cubicBezTo>
                      <a:pt x="125" y="26"/>
                      <a:pt x="151" y="36"/>
                      <a:pt x="165" y="36"/>
                    </a:cubicBezTo>
                    <a:cubicBezTo>
                      <a:pt x="184" y="37"/>
                      <a:pt x="203" y="27"/>
                      <a:pt x="222" y="29"/>
                    </a:cubicBezTo>
                    <a:cubicBezTo>
                      <a:pt x="247" y="31"/>
                      <a:pt x="244" y="46"/>
                      <a:pt x="244" y="64"/>
                    </a:cubicBezTo>
                    <a:cubicBezTo>
                      <a:pt x="260" y="58"/>
                      <a:pt x="281" y="59"/>
                      <a:pt x="295" y="47"/>
                    </a:cubicBezTo>
                    <a:cubicBezTo>
                      <a:pt x="304" y="39"/>
                      <a:pt x="304" y="33"/>
                      <a:pt x="294" y="26"/>
                    </a:cubicBezTo>
                    <a:cubicBezTo>
                      <a:pt x="255" y="0"/>
                      <a:pt x="189" y="2"/>
                      <a:pt x="144" y="2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742" name="Freeform 330">
                <a:extLst>
                  <a:ext uri="{FF2B5EF4-FFF2-40B4-BE49-F238E27FC236}">
                    <a16:creationId xmlns:a16="http://schemas.microsoft.com/office/drawing/2014/main" id="{CC8A8F0B-AD9B-4DD5-A54A-D31B2BE1EC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4" y="2963"/>
                <a:ext cx="64" cy="53"/>
              </a:xfrm>
              <a:custGeom>
                <a:avLst/>
                <a:gdLst>
                  <a:gd name="T0" fmla="*/ 1 w 47"/>
                  <a:gd name="T1" fmla="*/ 1 h 39"/>
                  <a:gd name="T2" fmla="*/ 19 w 47"/>
                  <a:gd name="T3" fmla="*/ 42 h 39"/>
                  <a:gd name="T4" fmla="*/ 22 w 47"/>
                  <a:gd name="T5" fmla="*/ 77 h 39"/>
                  <a:gd name="T6" fmla="*/ 106 w 47"/>
                  <a:gd name="T7" fmla="*/ 0 h 3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7" h="39">
                    <a:moveTo>
                      <a:pt x="1" y="1"/>
                    </a:moveTo>
                    <a:cubicBezTo>
                      <a:pt x="4" y="6"/>
                      <a:pt x="6" y="12"/>
                      <a:pt x="7" y="17"/>
                    </a:cubicBezTo>
                    <a:cubicBezTo>
                      <a:pt x="8" y="24"/>
                      <a:pt x="0" y="25"/>
                      <a:pt x="9" y="31"/>
                    </a:cubicBezTo>
                    <a:cubicBezTo>
                      <a:pt x="21" y="39"/>
                      <a:pt x="47" y="11"/>
                      <a:pt x="42" y="0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743" name="Freeform 331">
                <a:extLst>
                  <a:ext uri="{FF2B5EF4-FFF2-40B4-BE49-F238E27FC236}">
                    <a16:creationId xmlns:a16="http://schemas.microsoft.com/office/drawing/2014/main" id="{6FBA5CCD-AA50-4E0D-9AB9-92E04E5A31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7" y="2893"/>
                <a:ext cx="157" cy="69"/>
              </a:xfrm>
              <a:custGeom>
                <a:avLst/>
                <a:gdLst>
                  <a:gd name="T0" fmla="*/ 0 w 116"/>
                  <a:gd name="T1" fmla="*/ 106 h 51"/>
                  <a:gd name="T2" fmla="*/ 169 w 116"/>
                  <a:gd name="T3" fmla="*/ 114 h 51"/>
                  <a:gd name="T4" fmla="*/ 217 w 116"/>
                  <a:gd name="T5" fmla="*/ 126 h 51"/>
                  <a:gd name="T6" fmla="*/ 273 w 116"/>
                  <a:gd name="T7" fmla="*/ 119 h 51"/>
                  <a:gd name="T8" fmla="*/ 15 w 116"/>
                  <a:gd name="T9" fmla="*/ 64 h 5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6" h="51">
                    <a:moveTo>
                      <a:pt x="0" y="43"/>
                    </a:moveTo>
                    <a:cubicBezTo>
                      <a:pt x="21" y="37"/>
                      <a:pt x="47" y="38"/>
                      <a:pt x="68" y="46"/>
                    </a:cubicBezTo>
                    <a:cubicBezTo>
                      <a:pt x="76" y="49"/>
                      <a:pt x="78" y="51"/>
                      <a:pt x="87" y="51"/>
                    </a:cubicBezTo>
                    <a:cubicBezTo>
                      <a:pt x="95" y="50"/>
                      <a:pt x="100" y="45"/>
                      <a:pt x="110" y="48"/>
                    </a:cubicBezTo>
                    <a:cubicBezTo>
                      <a:pt x="116" y="0"/>
                      <a:pt x="28" y="17"/>
                      <a:pt x="6" y="26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744" name="Freeform 332">
                <a:extLst>
                  <a:ext uri="{FF2B5EF4-FFF2-40B4-BE49-F238E27FC236}">
                    <a16:creationId xmlns:a16="http://schemas.microsoft.com/office/drawing/2014/main" id="{841EC982-567F-49E9-B861-48EED465C1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8" y="2951"/>
                <a:ext cx="60" cy="57"/>
              </a:xfrm>
              <a:custGeom>
                <a:avLst/>
                <a:gdLst>
                  <a:gd name="T0" fmla="*/ 0 w 44"/>
                  <a:gd name="T1" fmla="*/ 0 h 42"/>
                  <a:gd name="T2" fmla="*/ 35 w 44"/>
                  <a:gd name="T3" fmla="*/ 65 h 42"/>
                  <a:gd name="T4" fmla="*/ 75 w 44"/>
                  <a:gd name="T5" fmla="*/ 83 h 42"/>
                  <a:gd name="T6" fmla="*/ 112 w 44"/>
                  <a:gd name="T7" fmla="*/ 105 h 4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4" h="42">
                    <a:moveTo>
                      <a:pt x="0" y="0"/>
                    </a:moveTo>
                    <a:cubicBezTo>
                      <a:pt x="9" y="8"/>
                      <a:pt x="7" y="19"/>
                      <a:pt x="14" y="26"/>
                    </a:cubicBezTo>
                    <a:cubicBezTo>
                      <a:pt x="18" y="30"/>
                      <a:pt x="25" y="30"/>
                      <a:pt x="29" y="33"/>
                    </a:cubicBezTo>
                    <a:cubicBezTo>
                      <a:pt x="35" y="36"/>
                      <a:pt x="37" y="41"/>
                      <a:pt x="44" y="42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745" name="Freeform 333">
                <a:extLst>
                  <a:ext uri="{FF2B5EF4-FFF2-40B4-BE49-F238E27FC236}">
                    <a16:creationId xmlns:a16="http://schemas.microsoft.com/office/drawing/2014/main" id="{A2856E24-21E9-484B-AB76-90D4FD2FA4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1" y="2882"/>
                <a:ext cx="165" cy="96"/>
              </a:xfrm>
              <a:custGeom>
                <a:avLst/>
                <a:gdLst>
                  <a:gd name="T0" fmla="*/ 50 w 122"/>
                  <a:gd name="T1" fmla="*/ 173 h 71"/>
                  <a:gd name="T2" fmla="*/ 302 w 122"/>
                  <a:gd name="T3" fmla="*/ 100 h 71"/>
                  <a:gd name="T4" fmla="*/ 131 w 122"/>
                  <a:gd name="T5" fmla="*/ 22 h 71"/>
                  <a:gd name="T6" fmla="*/ 15 w 122"/>
                  <a:gd name="T7" fmla="*/ 30 h 71"/>
                  <a:gd name="T8" fmla="*/ 58 w 122"/>
                  <a:gd name="T9" fmla="*/ 176 h 7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2" h="71">
                    <a:moveTo>
                      <a:pt x="20" y="70"/>
                    </a:moveTo>
                    <a:cubicBezTo>
                      <a:pt x="30" y="23"/>
                      <a:pt x="93" y="62"/>
                      <a:pt x="122" y="41"/>
                    </a:cubicBezTo>
                    <a:cubicBezTo>
                      <a:pt x="112" y="20"/>
                      <a:pt x="75" y="12"/>
                      <a:pt x="53" y="9"/>
                    </a:cubicBezTo>
                    <a:cubicBezTo>
                      <a:pt x="45" y="7"/>
                      <a:pt x="12" y="0"/>
                      <a:pt x="6" y="12"/>
                    </a:cubicBezTo>
                    <a:cubicBezTo>
                      <a:pt x="0" y="24"/>
                      <a:pt x="19" y="60"/>
                      <a:pt x="24" y="71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746" name="Freeform 334">
                <a:extLst>
                  <a:ext uri="{FF2B5EF4-FFF2-40B4-BE49-F238E27FC236}">
                    <a16:creationId xmlns:a16="http://schemas.microsoft.com/office/drawing/2014/main" id="{EC76943B-E94B-4925-95BB-8E04521EE6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1" y="2927"/>
                <a:ext cx="99" cy="114"/>
              </a:xfrm>
              <a:custGeom>
                <a:avLst/>
                <a:gdLst>
                  <a:gd name="T0" fmla="*/ 42 w 73"/>
                  <a:gd name="T1" fmla="*/ 170 h 85"/>
                  <a:gd name="T2" fmla="*/ 92 w 73"/>
                  <a:gd name="T3" fmla="*/ 64 h 85"/>
                  <a:gd name="T4" fmla="*/ 182 w 73"/>
                  <a:gd name="T5" fmla="*/ 23 h 85"/>
                  <a:gd name="T6" fmla="*/ 7 w 73"/>
                  <a:gd name="T7" fmla="*/ 56 h 85"/>
                  <a:gd name="T8" fmla="*/ 9 w 73"/>
                  <a:gd name="T9" fmla="*/ 126 h 85"/>
                  <a:gd name="T10" fmla="*/ 42 w 73"/>
                  <a:gd name="T11" fmla="*/ 205 h 8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3" h="85">
                    <a:moveTo>
                      <a:pt x="17" y="71"/>
                    </a:moveTo>
                    <a:cubicBezTo>
                      <a:pt x="23" y="52"/>
                      <a:pt x="19" y="41"/>
                      <a:pt x="37" y="27"/>
                    </a:cubicBezTo>
                    <a:cubicBezTo>
                      <a:pt x="48" y="19"/>
                      <a:pt x="60" y="14"/>
                      <a:pt x="73" y="10"/>
                    </a:cubicBezTo>
                    <a:cubicBezTo>
                      <a:pt x="55" y="2"/>
                      <a:pt x="9" y="0"/>
                      <a:pt x="3" y="23"/>
                    </a:cubicBezTo>
                    <a:cubicBezTo>
                      <a:pt x="0" y="31"/>
                      <a:pt x="3" y="44"/>
                      <a:pt x="4" y="52"/>
                    </a:cubicBezTo>
                    <a:cubicBezTo>
                      <a:pt x="5" y="65"/>
                      <a:pt x="3" y="78"/>
                      <a:pt x="17" y="85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747" name="Freeform 335">
                <a:extLst>
                  <a:ext uri="{FF2B5EF4-FFF2-40B4-BE49-F238E27FC236}">
                    <a16:creationId xmlns:a16="http://schemas.microsoft.com/office/drawing/2014/main" id="{15C67FCF-DBEE-47AF-A6CD-66B2996488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9" y="2967"/>
                <a:ext cx="115" cy="104"/>
              </a:xfrm>
              <a:custGeom>
                <a:avLst/>
                <a:gdLst>
                  <a:gd name="T0" fmla="*/ 110 w 85"/>
                  <a:gd name="T1" fmla="*/ 0 h 77"/>
                  <a:gd name="T2" fmla="*/ 112 w 85"/>
                  <a:gd name="T3" fmla="*/ 49 h 77"/>
                  <a:gd name="T4" fmla="*/ 83 w 85"/>
                  <a:gd name="T5" fmla="*/ 115 h 77"/>
                  <a:gd name="T6" fmla="*/ 0 w 85"/>
                  <a:gd name="T7" fmla="*/ 150 h 77"/>
                  <a:gd name="T8" fmla="*/ 57 w 85"/>
                  <a:gd name="T9" fmla="*/ 161 h 77"/>
                  <a:gd name="T10" fmla="*/ 110 w 85"/>
                  <a:gd name="T11" fmla="*/ 170 h 77"/>
                  <a:gd name="T12" fmla="*/ 166 w 85"/>
                  <a:gd name="T13" fmla="*/ 165 h 77"/>
                  <a:gd name="T14" fmla="*/ 211 w 85"/>
                  <a:gd name="T15" fmla="*/ 105 h 7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5" h="77">
                    <a:moveTo>
                      <a:pt x="44" y="0"/>
                    </a:moveTo>
                    <a:cubicBezTo>
                      <a:pt x="43" y="7"/>
                      <a:pt x="46" y="13"/>
                      <a:pt x="45" y="20"/>
                    </a:cubicBezTo>
                    <a:cubicBezTo>
                      <a:pt x="44" y="31"/>
                      <a:pt x="41" y="40"/>
                      <a:pt x="33" y="47"/>
                    </a:cubicBezTo>
                    <a:cubicBezTo>
                      <a:pt x="23" y="59"/>
                      <a:pt x="15" y="61"/>
                      <a:pt x="0" y="61"/>
                    </a:cubicBezTo>
                    <a:cubicBezTo>
                      <a:pt x="7" y="66"/>
                      <a:pt x="15" y="66"/>
                      <a:pt x="23" y="65"/>
                    </a:cubicBezTo>
                    <a:cubicBezTo>
                      <a:pt x="34" y="64"/>
                      <a:pt x="36" y="63"/>
                      <a:pt x="44" y="69"/>
                    </a:cubicBezTo>
                    <a:cubicBezTo>
                      <a:pt x="53" y="74"/>
                      <a:pt x="58" y="77"/>
                      <a:pt x="67" y="67"/>
                    </a:cubicBezTo>
                    <a:cubicBezTo>
                      <a:pt x="73" y="61"/>
                      <a:pt x="81" y="51"/>
                      <a:pt x="85" y="43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748" name="Freeform 336">
                <a:extLst>
                  <a:ext uri="{FF2B5EF4-FFF2-40B4-BE49-F238E27FC236}">
                    <a16:creationId xmlns:a16="http://schemas.microsoft.com/office/drawing/2014/main" id="{D31F606A-136E-452D-ACC0-766F8590A2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3" y="3022"/>
                <a:ext cx="46" cy="476"/>
              </a:xfrm>
              <a:custGeom>
                <a:avLst/>
                <a:gdLst>
                  <a:gd name="T0" fmla="*/ 74 w 34"/>
                  <a:gd name="T1" fmla="*/ 291 h 353"/>
                  <a:gd name="T2" fmla="*/ 22 w 34"/>
                  <a:gd name="T3" fmla="*/ 774 h 353"/>
                  <a:gd name="T4" fmla="*/ 22 w 34"/>
                  <a:gd name="T5" fmla="*/ 866 h 353"/>
                  <a:gd name="T6" fmla="*/ 32 w 34"/>
                  <a:gd name="T7" fmla="*/ 409 h 353"/>
                  <a:gd name="T8" fmla="*/ 27 w 34"/>
                  <a:gd name="T9" fmla="*/ 0 h 353"/>
                  <a:gd name="T10" fmla="*/ 77 w 34"/>
                  <a:gd name="T11" fmla="*/ 42 h 35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4" h="353">
                    <a:moveTo>
                      <a:pt x="30" y="119"/>
                    </a:moveTo>
                    <a:cubicBezTo>
                      <a:pt x="34" y="166"/>
                      <a:pt x="18" y="252"/>
                      <a:pt x="9" y="316"/>
                    </a:cubicBezTo>
                    <a:cubicBezTo>
                      <a:pt x="6" y="327"/>
                      <a:pt x="9" y="353"/>
                      <a:pt x="9" y="353"/>
                    </a:cubicBezTo>
                    <a:cubicBezTo>
                      <a:pt x="0" y="307"/>
                      <a:pt x="9" y="207"/>
                      <a:pt x="13" y="167"/>
                    </a:cubicBezTo>
                    <a:cubicBezTo>
                      <a:pt x="18" y="127"/>
                      <a:pt x="18" y="38"/>
                      <a:pt x="11" y="0"/>
                    </a:cubicBezTo>
                    <a:cubicBezTo>
                      <a:pt x="31" y="17"/>
                      <a:pt x="31" y="17"/>
                      <a:pt x="31" y="17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749" name="Freeform 337">
                <a:extLst>
                  <a:ext uri="{FF2B5EF4-FFF2-40B4-BE49-F238E27FC236}">
                    <a16:creationId xmlns:a16="http://schemas.microsoft.com/office/drawing/2014/main" id="{38F43EDF-479B-4F62-B08B-EFEB7AF660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7" y="3037"/>
                <a:ext cx="53" cy="406"/>
              </a:xfrm>
              <a:custGeom>
                <a:avLst/>
                <a:gdLst>
                  <a:gd name="T0" fmla="*/ 0 w 39"/>
                  <a:gd name="T1" fmla="*/ 22 h 301"/>
                  <a:gd name="T2" fmla="*/ 50 w 39"/>
                  <a:gd name="T3" fmla="*/ 583 h 301"/>
                  <a:gd name="T4" fmla="*/ 98 w 39"/>
                  <a:gd name="T5" fmla="*/ 367 h 301"/>
                  <a:gd name="T6" fmla="*/ 86 w 39"/>
                  <a:gd name="T7" fmla="*/ 71 h 301"/>
                  <a:gd name="T8" fmla="*/ 72 w 39"/>
                  <a:gd name="T9" fmla="*/ 0 h 30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9" h="301">
                    <a:moveTo>
                      <a:pt x="0" y="9"/>
                    </a:moveTo>
                    <a:cubicBezTo>
                      <a:pt x="22" y="35"/>
                      <a:pt x="31" y="173"/>
                      <a:pt x="20" y="237"/>
                    </a:cubicBezTo>
                    <a:cubicBezTo>
                      <a:pt x="9" y="301"/>
                      <a:pt x="39" y="150"/>
                      <a:pt x="39" y="150"/>
                    </a:cubicBezTo>
                    <a:cubicBezTo>
                      <a:pt x="34" y="29"/>
                      <a:pt x="34" y="29"/>
                      <a:pt x="34" y="29"/>
                    </a:cubicBezTo>
                    <a:cubicBezTo>
                      <a:pt x="29" y="0"/>
                      <a:pt x="29" y="0"/>
                      <a:pt x="29" y="0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750" name="Freeform 338">
                <a:extLst>
                  <a:ext uri="{FF2B5EF4-FFF2-40B4-BE49-F238E27FC236}">
                    <a16:creationId xmlns:a16="http://schemas.microsoft.com/office/drawing/2014/main" id="{CE535265-A907-4C8E-B7FF-3E7DBE9743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5" y="3700"/>
                <a:ext cx="78" cy="47"/>
              </a:xfrm>
              <a:custGeom>
                <a:avLst/>
                <a:gdLst>
                  <a:gd name="T0" fmla="*/ 0 w 57"/>
                  <a:gd name="T1" fmla="*/ 63 h 35"/>
                  <a:gd name="T2" fmla="*/ 57 w 57"/>
                  <a:gd name="T3" fmla="*/ 73 h 35"/>
                  <a:gd name="T4" fmla="*/ 116 w 57"/>
                  <a:gd name="T5" fmla="*/ 62 h 35"/>
                  <a:gd name="T6" fmla="*/ 138 w 57"/>
                  <a:gd name="T7" fmla="*/ 20 h 35"/>
                  <a:gd name="T8" fmla="*/ 70 w 57"/>
                  <a:gd name="T9" fmla="*/ 0 h 35"/>
                  <a:gd name="T10" fmla="*/ 70 w 57"/>
                  <a:gd name="T11" fmla="*/ 58 h 3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7" h="35">
                    <a:moveTo>
                      <a:pt x="0" y="26"/>
                    </a:moveTo>
                    <a:cubicBezTo>
                      <a:pt x="10" y="24"/>
                      <a:pt x="15" y="25"/>
                      <a:pt x="23" y="30"/>
                    </a:cubicBezTo>
                    <a:cubicBezTo>
                      <a:pt x="31" y="35"/>
                      <a:pt x="37" y="31"/>
                      <a:pt x="45" y="25"/>
                    </a:cubicBezTo>
                    <a:cubicBezTo>
                      <a:pt x="49" y="22"/>
                      <a:pt x="57" y="14"/>
                      <a:pt x="54" y="8"/>
                    </a:cubicBezTo>
                    <a:cubicBezTo>
                      <a:pt x="50" y="1"/>
                      <a:pt x="34" y="0"/>
                      <a:pt x="27" y="0"/>
                    </a:cubicBezTo>
                    <a:cubicBezTo>
                      <a:pt x="37" y="8"/>
                      <a:pt x="37" y="17"/>
                      <a:pt x="27" y="24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751" name="Freeform 339">
                <a:extLst>
                  <a:ext uri="{FF2B5EF4-FFF2-40B4-BE49-F238E27FC236}">
                    <a16:creationId xmlns:a16="http://schemas.microsoft.com/office/drawing/2014/main" id="{85F48659-8265-4C6B-8154-298000CADA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6" y="3643"/>
                <a:ext cx="41" cy="32"/>
              </a:xfrm>
              <a:custGeom>
                <a:avLst/>
                <a:gdLst>
                  <a:gd name="T0" fmla="*/ 0 w 30"/>
                  <a:gd name="T1" fmla="*/ 33 h 24"/>
                  <a:gd name="T2" fmla="*/ 70 w 30"/>
                  <a:gd name="T3" fmla="*/ 57 h 24"/>
                  <a:gd name="T4" fmla="*/ 77 w 30"/>
                  <a:gd name="T5" fmla="*/ 28 h 24"/>
                  <a:gd name="T6" fmla="*/ 63 w 30"/>
                  <a:gd name="T7" fmla="*/ 15 h 24"/>
                  <a:gd name="T8" fmla="*/ 5 w 30"/>
                  <a:gd name="T9" fmla="*/ 1 h 24"/>
                  <a:gd name="T10" fmla="*/ 19 w 30"/>
                  <a:gd name="T11" fmla="*/ 41 h 2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0" h="24">
                    <a:moveTo>
                      <a:pt x="0" y="14"/>
                    </a:moveTo>
                    <a:cubicBezTo>
                      <a:pt x="8" y="20"/>
                      <a:pt x="18" y="22"/>
                      <a:pt x="27" y="24"/>
                    </a:cubicBezTo>
                    <a:cubicBezTo>
                      <a:pt x="28" y="20"/>
                      <a:pt x="30" y="16"/>
                      <a:pt x="30" y="12"/>
                    </a:cubicBezTo>
                    <a:cubicBezTo>
                      <a:pt x="29" y="6"/>
                      <a:pt x="30" y="8"/>
                      <a:pt x="25" y="6"/>
                    </a:cubicBezTo>
                    <a:cubicBezTo>
                      <a:pt x="19" y="4"/>
                      <a:pt x="8" y="0"/>
                      <a:pt x="2" y="1"/>
                    </a:cubicBezTo>
                    <a:cubicBezTo>
                      <a:pt x="6" y="3"/>
                      <a:pt x="16" y="14"/>
                      <a:pt x="7" y="17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752" name="Freeform 340">
                <a:extLst>
                  <a:ext uri="{FF2B5EF4-FFF2-40B4-BE49-F238E27FC236}">
                    <a16:creationId xmlns:a16="http://schemas.microsoft.com/office/drawing/2014/main" id="{AA19A365-4E99-4BCA-94C2-A12B97C8F6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6" y="3694"/>
                <a:ext cx="42" cy="60"/>
              </a:xfrm>
              <a:custGeom>
                <a:avLst/>
                <a:gdLst>
                  <a:gd name="T0" fmla="*/ 16 w 31"/>
                  <a:gd name="T1" fmla="*/ 1 h 44"/>
                  <a:gd name="T2" fmla="*/ 62 w 31"/>
                  <a:gd name="T3" fmla="*/ 7 h 44"/>
                  <a:gd name="T4" fmla="*/ 62 w 31"/>
                  <a:gd name="T5" fmla="*/ 56 h 44"/>
                  <a:gd name="T6" fmla="*/ 0 w 31"/>
                  <a:gd name="T7" fmla="*/ 82 h 44"/>
                  <a:gd name="T8" fmla="*/ 26 w 31"/>
                  <a:gd name="T9" fmla="*/ 61 h 44"/>
                  <a:gd name="T10" fmla="*/ 22 w 31"/>
                  <a:gd name="T11" fmla="*/ 15 h 4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1" h="44">
                    <a:moveTo>
                      <a:pt x="7" y="1"/>
                    </a:moveTo>
                    <a:cubicBezTo>
                      <a:pt x="12" y="3"/>
                      <a:pt x="20" y="0"/>
                      <a:pt x="25" y="3"/>
                    </a:cubicBezTo>
                    <a:cubicBezTo>
                      <a:pt x="31" y="7"/>
                      <a:pt x="28" y="16"/>
                      <a:pt x="25" y="22"/>
                    </a:cubicBezTo>
                    <a:cubicBezTo>
                      <a:pt x="22" y="28"/>
                      <a:pt x="6" y="44"/>
                      <a:pt x="0" y="32"/>
                    </a:cubicBezTo>
                    <a:cubicBezTo>
                      <a:pt x="3" y="29"/>
                      <a:pt x="8" y="29"/>
                      <a:pt x="10" y="24"/>
                    </a:cubicBezTo>
                    <a:cubicBezTo>
                      <a:pt x="13" y="19"/>
                      <a:pt x="9" y="12"/>
                      <a:pt x="9" y="6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753" name="Freeform 341">
                <a:extLst>
                  <a:ext uri="{FF2B5EF4-FFF2-40B4-BE49-F238E27FC236}">
                    <a16:creationId xmlns:a16="http://schemas.microsoft.com/office/drawing/2014/main" id="{6F98D2CF-8B4B-4EC2-A106-C686B1612B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4" y="2462"/>
                <a:ext cx="11" cy="539"/>
              </a:xfrm>
              <a:custGeom>
                <a:avLst/>
                <a:gdLst>
                  <a:gd name="T0" fmla="*/ 0 w 8"/>
                  <a:gd name="T1" fmla="*/ 978 h 400"/>
                  <a:gd name="T2" fmla="*/ 6 w 8"/>
                  <a:gd name="T3" fmla="*/ 819 h 400"/>
                  <a:gd name="T4" fmla="*/ 19 w 8"/>
                  <a:gd name="T5" fmla="*/ 385 h 400"/>
                  <a:gd name="T6" fmla="*/ 14 w 8"/>
                  <a:gd name="T7" fmla="*/ 0 h 40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400">
                    <a:moveTo>
                      <a:pt x="0" y="400"/>
                    </a:moveTo>
                    <a:cubicBezTo>
                      <a:pt x="2" y="356"/>
                      <a:pt x="0" y="397"/>
                      <a:pt x="2" y="335"/>
                    </a:cubicBezTo>
                    <a:cubicBezTo>
                      <a:pt x="3" y="311"/>
                      <a:pt x="8" y="200"/>
                      <a:pt x="7" y="157"/>
                    </a:cubicBezTo>
                    <a:cubicBezTo>
                      <a:pt x="7" y="113"/>
                      <a:pt x="5" y="50"/>
                      <a:pt x="5" y="0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754" name="Freeform 342">
                <a:extLst>
                  <a:ext uri="{FF2B5EF4-FFF2-40B4-BE49-F238E27FC236}">
                    <a16:creationId xmlns:a16="http://schemas.microsoft.com/office/drawing/2014/main" id="{58F2A0B2-9238-476C-B690-736B7991A1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7" y="2891"/>
                <a:ext cx="494" cy="861"/>
              </a:xfrm>
              <a:custGeom>
                <a:avLst/>
                <a:gdLst>
                  <a:gd name="T0" fmla="*/ 905 w 365"/>
                  <a:gd name="T1" fmla="*/ 0 h 640"/>
                  <a:gd name="T2" fmla="*/ 846 w 365"/>
                  <a:gd name="T3" fmla="*/ 324 h 640"/>
                  <a:gd name="T4" fmla="*/ 808 w 365"/>
                  <a:gd name="T5" fmla="*/ 833 h 640"/>
                  <a:gd name="T6" fmla="*/ 727 w 365"/>
                  <a:gd name="T7" fmla="*/ 1164 h 640"/>
                  <a:gd name="T8" fmla="*/ 724 w 365"/>
                  <a:gd name="T9" fmla="*/ 1243 h 640"/>
                  <a:gd name="T10" fmla="*/ 742 w 365"/>
                  <a:gd name="T11" fmla="*/ 1332 h 640"/>
                  <a:gd name="T12" fmla="*/ 786 w 365"/>
                  <a:gd name="T13" fmla="*/ 1456 h 640"/>
                  <a:gd name="T14" fmla="*/ 786 w 365"/>
                  <a:gd name="T15" fmla="*/ 1495 h 640"/>
                  <a:gd name="T16" fmla="*/ 758 w 365"/>
                  <a:gd name="T17" fmla="*/ 1530 h 640"/>
                  <a:gd name="T18" fmla="*/ 701 w 365"/>
                  <a:gd name="T19" fmla="*/ 1542 h 640"/>
                  <a:gd name="T20" fmla="*/ 633 w 365"/>
                  <a:gd name="T21" fmla="*/ 1539 h 640"/>
                  <a:gd name="T22" fmla="*/ 543 w 365"/>
                  <a:gd name="T23" fmla="*/ 1531 h 640"/>
                  <a:gd name="T24" fmla="*/ 517 w 365"/>
                  <a:gd name="T25" fmla="*/ 1453 h 640"/>
                  <a:gd name="T26" fmla="*/ 508 w 365"/>
                  <a:gd name="T27" fmla="*/ 1388 h 640"/>
                  <a:gd name="T28" fmla="*/ 512 w 365"/>
                  <a:gd name="T29" fmla="*/ 1305 h 640"/>
                  <a:gd name="T30" fmla="*/ 524 w 365"/>
                  <a:gd name="T31" fmla="*/ 1248 h 640"/>
                  <a:gd name="T32" fmla="*/ 528 w 365"/>
                  <a:gd name="T33" fmla="*/ 1162 h 640"/>
                  <a:gd name="T34" fmla="*/ 466 w 365"/>
                  <a:gd name="T35" fmla="*/ 573 h 640"/>
                  <a:gd name="T36" fmla="*/ 434 w 365"/>
                  <a:gd name="T37" fmla="*/ 190 h 640"/>
                  <a:gd name="T38" fmla="*/ 434 w 365"/>
                  <a:gd name="T39" fmla="*/ 190 h 640"/>
                  <a:gd name="T40" fmla="*/ 424 w 365"/>
                  <a:gd name="T41" fmla="*/ 573 h 640"/>
                  <a:gd name="T42" fmla="*/ 367 w 365"/>
                  <a:gd name="T43" fmla="*/ 1162 h 640"/>
                  <a:gd name="T44" fmla="*/ 372 w 365"/>
                  <a:gd name="T45" fmla="*/ 1248 h 640"/>
                  <a:gd name="T46" fmla="*/ 387 w 365"/>
                  <a:gd name="T47" fmla="*/ 1305 h 640"/>
                  <a:gd name="T48" fmla="*/ 387 w 365"/>
                  <a:gd name="T49" fmla="*/ 1388 h 640"/>
                  <a:gd name="T50" fmla="*/ 379 w 365"/>
                  <a:gd name="T51" fmla="*/ 1453 h 640"/>
                  <a:gd name="T52" fmla="*/ 352 w 365"/>
                  <a:gd name="T53" fmla="*/ 1531 h 640"/>
                  <a:gd name="T54" fmla="*/ 260 w 365"/>
                  <a:gd name="T55" fmla="*/ 1539 h 640"/>
                  <a:gd name="T56" fmla="*/ 194 w 365"/>
                  <a:gd name="T57" fmla="*/ 1542 h 640"/>
                  <a:gd name="T58" fmla="*/ 135 w 365"/>
                  <a:gd name="T59" fmla="*/ 1530 h 640"/>
                  <a:gd name="T60" fmla="*/ 110 w 365"/>
                  <a:gd name="T61" fmla="*/ 1495 h 640"/>
                  <a:gd name="T62" fmla="*/ 110 w 365"/>
                  <a:gd name="T63" fmla="*/ 1456 h 640"/>
                  <a:gd name="T64" fmla="*/ 156 w 365"/>
                  <a:gd name="T65" fmla="*/ 1332 h 640"/>
                  <a:gd name="T66" fmla="*/ 171 w 365"/>
                  <a:gd name="T67" fmla="*/ 1243 h 640"/>
                  <a:gd name="T68" fmla="*/ 169 w 365"/>
                  <a:gd name="T69" fmla="*/ 1164 h 640"/>
                  <a:gd name="T70" fmla="*/ 89 w 365"/>
                  <a:gd name="T71" fmla="*/ 853 h 640"/>
                  <a:gd name="T72" fmla="*/ 51 w 365"/>
                  <a:gd name="T73" fmla="*/ 324 h 640"/>
                  <a:gd name="T74" fmla="*/ 0 w 365"/>
                  <a:gd name="T75" fmla="*/ 20 h 640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0" t="0" r="r" b="b"/>
                <a:pathLst>
                  <a:path w="365" h="640">
                    <a:moveTo>
                      <a:pt x="365" y="0"/>
                    </a:moveTo>
                    <a:cubicBezTo>
                      <a:pt x="344" y="47"/>
                      <a:pt x="343" y="79"/>
                      <a:pt x="341" y="133"/>
                    </a:cubicBezTo>
                    <a:cubicBezTo>
                      <a:pt x="339" y="191"/>
                      <a:pt x="348" y="258"/>
                      <a:pt x="326" y="342"/>
                    </a:cubicBezTo>
                    <a:cubicBezTo>
                      <a:pt x="304" y="426"/>
                      <a:pt x="297" y="440"/>
                      <a:pt x="293" y="478"/>
                    </a:cubicBezTo>
                    <a:cubicBezTo>
                      <a:pt x="293" y="492"/>
                      <a:pt x="295" y="498"/>
                      <a:pt x="292" y="511"/>
                    </a:cubicBezTo>
                    <a:cubicBezTo>
                      <a:pt x="289" y="531"/>
                      <a:pt x="288" y="528"/>
                      <a:pt x="299" y="547"/>
                    </a:cubicBezTo>
                    <a:cubicBezTo>
                      <a:pt x="308" y="560"/>
                      <a:pt x="312" y="592"/>
                      <a:pt x="317" y="598"/>
                    </a:cubicBezTo>
                    <a:cubicBezTo>
                      <a:pt x="322" y="604"/>
                      <a:pt x="319" y="610"/>
                      <a:pt x="317" y="614"/>
                    </a:cubicBezTo>
                    <a:cubicBezTo>
                      <a:pt x="321" y="623"/>
                      <a:pt x="310" y="628"/>
                      <a:pt x="306" y="628"/>
                    </a:cubicBezTo>
                    <a:cubicBezTo>
                      <a:pt x="308" y="639"/>
                      <a:pt x="288" y="638"/>
                      <a:pt x="283" y="633"/>
                    </a:cubicBezTo>
                    <a:cubicBezTo>
                      <a:pt x="277" y="639"/>
                      <a:pt x="262" y="639"/>
                      <a:pt x="256" y="632"/>
                    </a:cubicBezTo>
                    <a:cubicBezTo>
                      <a:pt x="247" y="640"/>
                      <a:pt x="230" y="640"/>
                      <a:pt x="219" y="629"/>
                    </a:cubicBezTo>
                    <a:cubicBezTo>
                      <a:pt x="208" y="619"/>
                      <a:pt x="207" y="608"/>
                      <a:pt x="208" y="597"/>
                    </a:cubicBezTo>
                    <a:cubicBezTo>
                      <a:pt x="210" y="586"/>
                      <a:pt x="207" y="583"/>
                      <a:pt x="205" y="570"/>
                    </a:cubicBezTo>
                    <a:cubicBezTo>
                      <a:pt x="202" y="556"/>
                      <a:pt x="203" y="543"/>
                      <a:pt x="206" y="536"/>
                    </a:cubicBezTo>
                    <a:cubicBezTo>
                      <a:pt x="210" y="527"/>
                      <a:pt x="211" y="523"/>
                      <a:pt x="211" y="513"/>
                    </a:cubicBezTo>
                    <a:cubicBezTo>
                      <a:pt x="211" y="504"/>
                      <a:pt x="207" y="489"/>
                      <a:pt x="213" y="477"/>
                    </a:cubicBezTo>
                    <a:cubicBezTo>
                      <a:pt x="221" y="431"/>
                      <a:pt x="192" y="347"/>
                      <a:pt x="188" y="236"/>
                    </a:cubicBezTo>
                    <a:cubicBezTo>
                      <a:pt x="187" y="223"/>
                      <a:pt x="176" y="90"/>
                      <a:pt x="175" y="78"/>
                    </a:cubicBezTo>
                    <a:cubicBezTo>
                      <a:pt x="175" y="78"/>
                      <a:pt x="175" y="78"/>
                      <a:pt x="175" y="78"/>
                    </a:cubicBezTo>
                    <a:cubicBezTo>
                      <a:pt x="175" y="90"/>
                      <a:pt x="172" y="223"/>
                      <a:pt x="171" y="236"/>
                    </a:cubicBezTo>
                    <a:cubicBezTo>
                      <a:pt x="164" y="368"/>
                      <a:pt x="140" y="433"/>
                      <a:pt x="148" y="477"/>
                    </a:cubicBezTo>
                    <a:cubicBezTo>
                      <a:pt x="154" y="489"/>
                      <a:pt x="150" y="504"/>
                      <a:pt x="150" y="513"/>
                    </a:cubicBezTo>
                    <a:cubicBezTo>
                      <a:pt x="150" y="523"/>
                      <a:pt x="152" y="527"/>
                      <a:pt x="156" y="536"/>
                    </a:cubicBezTo>
                    <a:cubicBezTo>
                      <a:pt x="158" y="543"/>
                      <a:pt x="159" y="556"/>
                      <a:pt x="156" y="570"/>
                    </a:cubicBezTo>
                    <a:cubicBezTo>
                      <a:pt x="154" y="583"/>
                      <a:pt x="152" y="586"/>
                      <a:pt x="153" y="597"/>
                    </a:cubicBezTo>
                    <a:cubicBezTo>
                      <a:pt x="154" y="608"/>
                      <a:pt x="153" y="619"/>
                      <a:pt x="142" y="629"/>
                    </a:cubicBezTo>
                    <a:cubicBezTo>
                      <a:pt x="131" y="640"/>
                      <a:pt x="115" y="640"/>
                      <a:pt x="105" y="632"/>
                    </a:cubicBezTo>
                    <a:cubicBezTo>
                      <a:pt x="99" y="639"/>
                      <a:pt x="84" y="639"/>
                      <a:pt x="78" y="633"/>
                    </a:cubicBezTo>
                    <a:cubicBezTo>
                      <a:pt x="74" y="638"/>
                      <a:pt x="54" y="639"/>
                      <a:pt x="55" y="628"/>
                    </a:cubicBezTo>
                    <a:cubicBezTo>
                      <a:pt x="51" y="628"/>
                      <a:pt x="41" y="623"/>
                      <a:pt x="44" y="614"/>
                    </a:cubicBezTo>
                    <a:cubicBezTo>
                      <a:pt x="42" y="610"/>
                      <a:pt x="39" y="604"/>
                      <a:pt x="44" y="598"/>
                    </a:cubicBezTo>
                    <a:cubicBezTo>
                      <a:pt x="49" y="592"/>
                      <a:pt x="54" y="560"/>
                      <a:pt x="63" y="547"/>
                    </a:cubicBezTo>
                    <a:cubicBezTo>
                      <a:pt x="73" y="528"/>
                      <a:pt x="72" y="531"/>
                      <a:pt x="69" y="511"/>
                    </a:cubicBezTo>
                    <a:cubicBezTo>
                      <a:pt x="66" y="498"/>
                      <a:pt x="69" y="492"/>
                      <a:pt x="68" y="478"/>
                    </a:cubicBezTo>
                    <a:cubicBezTo>
                      <a:pt x="64" y="440"/>
                      <a:pt x="58" y="434"/>
                      <a:pt x="36" y="350"/>
                    </a:cubicBezTo>
                    <a:cubicBezTo>
                      <a:pt x="14" y="266"/>
                      <a:pt x="23" y="191"/>
                      <a:pt x="21" y="133"/>
                    </a:cubicBezTo>
                    <a:cubicBezTo>
                      <a:pt x="19" y="82"/>
                      <a:pt x="17" y="51"/>
                      <a:pt x="0" y="8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755" name="Freeform 343">
                <a:extLst>
                  <a:ext uri="{FF2B5EF4-FFF2-40B4-BE49-F238E27FC236}">
                    <a16:creationId xmlns:a16="http://schemas.microsoft.com/office/drawing/2014/main" id="{71F7B34C-3E5E-4221-966E-C8CD9E7A79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9" y="1295"/>
                <a:ext cx="430" cy="1596"/>
              </a:xfrm>
              <a:custGeom>
                <a:avLst/>
                <a:gdLst>
                  <a:gd name="T0" fmla="*/ 0 w 317"/>
                  <a:gd name="T1" fmla="*/ 0 h 1185"/>
                  <a:gd name="T2" fmla="*/ 98 w 317"/>
                  <a:gd name="T3" fmla="*/ 171 h 1185"/>
                  <a:gd name="T4" fmla="*/ 469 w 317"/>
                  <a:gd name="T5" fmla="*/ 346 h 1185"/>
                  <a:gd name="T6" fmla="*/ 600 w 317"/>
                  <a:gd name="T7" fmla="*/ 869 h 1185"/>
                  <a:gd name="T8" fmla="*/ 685 w 317"/>
                  <a:gd name="T9" fmla="*/ 1240 h 1185"/>
                  <a:gd name="T10" fmla="*/ 723 w 317"/>
                  <a:gd name="T11" fmla="*/ 1573 h 1185"/>
                  <a:gd name="T12" fmla="*/ 734 w 317"/>
                  <a:gd name="T13" fmla="*/ 1752 h 1185"/>
                  <a:gd name="T14" fmla="*/ 743 w 317"/>
                  <a:gd name="T15" fmla="*/ 1847 h 1185"/>
                  <a:gd name="T16" fmla="*/ 743 w 317"/>
                  <a:gd name="T17" fmla="*/ 1903 h 1185"/>
                  <a:gd name="T18" fmla="*/ 743 w 317"/>
                  <a:gd name="T19" fmla="*/ 1903 h 1185"/>
                  <a:gd name="T20" fmla="*/ 758 w 317"/>
                  <a:gd name="T21" fmla="*/ 1972 h 1185"/>
                  <a:gd name="T22" fmla="*/ 784 w 317"/>
                  <a:gd name="T23" fmla="*/ 2093 h 1185"/>
                  <a:gd name="T24" fmla="*/ 784 w 317"/>
                  <a:gd name="T25" fmla="*/ 2146 h 1185"/>
                  <a:gd name="T26" fmla="*/ 765 w 317"/>
                  <a:gd name="T27" fmla="*/ 2190 h 1185"/>
                  <a:gd name="T28" fmla="*/ 739 w 317"/>
                  <a:gd name="T29" fmla="*/ 2242 h 1185"/>
                  <a:gd name="T30" fmla="*/ 670 w 317"/>
                  <a:gd name="T31" fmla="*/ 2290 h 1185"/>
                  <a:gd name="T32" fmla="*/ 604 w 317"/>
                  <a:gd name="T33" fmla="*/ 2310 h 1185"/>
                  <a:gd name="T34" fmla="*/ 621 w 317"/>
                  <a:gd name="T35" fmla="*/ 2269 h 1185"/>
                  <a:gd name="T36" fmla="*/ 600 w 317"/>
                  <a:gd name="T37" fmla="*/ 2265 h 1185"/>
                  <a:gd name="T38" fmla="*/ 600 w 317"/>
                  <a:gd name="T39" fmla="*/ 2248 h 1185"/>
                  <a:gd name="T40" fmla="*/ 604 w 317"/>
                  <a:gd name="T41" fmla="*/ 2226 h 1185"/>
                  <a:gd name="T42" fmla="*/ 594 w 317"/>
                  <a:gd name="T43" fmla="*/ 2143 h 1185"/>
                  <a:gd name="T44" fmla="*/ 595 w 317"/>
                  <a:gd name="T45" fmla="*/ 2007 h 1185"/>
                  <a:gd name="T46" fmla="*/ 609 w 317"/>
                  <a:gd name="T47" fmla="*/ 1937 h 1185"/>
                  <a:gd name="T48" fmla="*/ 608 w 317"/>
                  <a:gd name="T49" fmla="*/ 1930 h 1185"/>
                  <a:gd name="T50" fmla="*/ 574 w 317"/>
                  <a:gd name="T51" fmla="*/ 1824 h 1185"/>
                  <a:gd name="T52" fmla="*/ 525 w 317"/>
                  <a:gd name="T53" fmla="*/ 1657 h 1185"/>
                  <a:gd name="T54" fmla="*/ 429 w 317"/>
                  <a:gd name="T55" fmla="*/ 1301 h 1185"/>
                  <a:gd name="T56" fmla="*/ 336 w 317"/>
                  <a:gd name="T57" fmla="*/ 1076 h 1185"/>
                  <a:gd name="T58" fmla="*/ 336 w 317"/>
                  <a:gd name="T59" fmla="*/ 1076 h 1185"/>
                  <a:gd name="T60" fmla="*/ 330 w 317"/>
                  <a:gd name="T61" fmla="*/ 1192 h 1185"/>
                  <a:gd name="T62" fmla="*/ 414 w 317"/>
                  <a:gd name="T63" fmla="*/ 1480 h 1185"/>
                  <a:gd name="T64" fmla="*/ 505 w 317"/>
                  <a:gd name="T65" fmla="*/ 2086 h 1185"/>
                  <a:gd name="T66" fmla="*/ 289 w 317"/>
                  <a:gd name="T67" fmla="*/ 2873 h 1185"/>
                  <a:gd name="T68" fmla="*/ 279 w 317"/>
                  <a:gd name="T69" fmla="*/ 2896 h 1185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317" h="1185">
                    <a:moveTo>
                      <a:pt x="0" y="0"/>
                    </a:moveTo>
                    <a:cubicBezTo>
                      <a:pt x="0" y="36"/>
                      <a:pt x="14" y="58"/>
                      <a:pt x="39" y="70"/>
                    </a:cubicBezTo>
                    <a:cubicBezTo>
                      <a:pt x="82" y="91"/>
                      <a:pt x="146" y="70"/>
                      <a:pt x="188" y="142"/>
                    </a:cubicBezTo>
                    <a:cubicBezTo>
                      <a:pt x="230" y="214"/>
                      <a:pt x="220" y="256"/>
                      <a:pt x="240" y="356"/>
                    </a:cubicBezTo>
                    <a:cubicBezTo>
                      <a:pt x="254" y="425"/>
                      <a:pt x="268" y="484"/>
                      <a:pt x="274" y="508"/>
                    </a:cubicBezTo>
                    <a:cubicBezTo>
                      <a:pt x="285" y="554"/>
                      <a:pt x="283" y="575"/>
                      <a:pt x="290" y="644"/>
                    </a:cubicBezTo>
                    <a:cubicBezTo>
                      <a:pt x="293" y="673"/>
                      <a:pt x="293" y="696"/>
                      <a:pt x="294" y="717"/>
                    </a:cubicBezTo>
                    <a:cubicBezTo>
                      <a:pt x="294" y="730"/>
                      <a:pt x="298" y="745"/>
                      <a:pt x="298" y="756"/>
                    </a:cubicBezTo>
                    <a:cubicBezTo>
                      <a:pt x="299" y="765"/>
                      <a:pt x="297" y="771"/>
                      <a:pt x="298" y="779"/>
                    </a:cubicBezTo>
                    <a:cubicBezTo>
                      <a:pt x="298" y="779"/>
                      <a:pt x="298" y="779"/>
                      <a:pt x="298" y="779"/>
                    </a:cubicBezTo>
                    <a:cubicBezTo>
                      <a:pt x="300" y="792"/>
                      <a:pt x="302" y="802"/>
                      <a:pt x="304" y="807"/>
                    </a:cubicBezTo>
                    <a:cubicBezTo>
                      <a:pt x="310" y="825"/>
                      <a:pt x="312" y="853"/>
                      <a:pt x="314" y="857"/>
                    </a:cubicBezTo>
                    <a:cubicBezTo>
                      <a:pt x="317" y="861"/>
                      <a:pt x="316" y="873"/>
                      <a:pt x="314" y="878"/>
                    </a:cubicBezTo>
                    <a:cubicBezTo>
                      <a:pt x="312" y="883"/>
                      <a:pt x="310" y="889"/>
                      <a:pt x="307" y="896"/>
                    </a:cubicBezTo>
                    <a:cubicBezTo>
                      <a:pt x="305" y="901"/>
                      <a:pt x="299" y="912"/>
                      <a:pt x="296" y="918"/>
                    </a:cubicBezTo>
                    <a:cubicBezTo>
                      <a:pt x="292" y="925"/>
                      <a:pt x="279" y="933"/>
                      <a:pt x="268" y="937"/>
                    </a:cubicBezTo>
                    <a:cubicBezTo>
                      <a:pt x="260" y="941"/>
                      <a:pt x="243" y="948"/>
                      <a:pt x="242" y="945"/>
                    </a:cubicBezTo>
                    <a:cubicBezTo>
                      <a:pt x="238" y="938"/>
                      <a:pt x="243" y="932"/>
                      <a:pt x="249" y="929"/>
                    </a:cubicBezTo>
                    <a:cubicBezTo>
                      <a:pt x="252" y="926"/>
                      <a:pt x="242" y="934"/>
                      <a:pt x="240" y="927"/>
                    </a:cubicBezTo>
                    <a:cubicBezTo>
                      <a:pt x="239" y="925"/>
                      <a:pt x="239" y="924"/>
                      <a:pt x="240" y="920"/>
                    </a:cubicBezTo>
                    <a:cubicBezTo>
                      <a:pt x="238" y="916"/>
                      <a:pt x="239" y="916"/>
                      <a:pt x="242" y="911"/>
                    </a:cubicBezTo>
                    <a:cubicBezTo>
                      <a:pt x="236" y="910"/>
                      <a:pt x="237" y="888"/>
                      <a:pt x="238" y="877"/>
                    </a:cubicBezTo>
                    <a:cubicBezTo>
                      <a:pt x="237" y="868"/>
                      <a:pt x="234" y="840"/>
                      <a:pt x="239" y="821"/>
                    </a:cubicBezTo>
                    <a:cubicBezTo>
                      <a:pt x="242" y="809"/>
                      <a:pt x="245" y="800"/>
                      <a:pt x="244" y="793"/>
                    </a:cubicBezTo>
                    <a:cubicBezTo>
                      <a:pt x="244" y="792"/>
                      <a:pt x="244" y="791"/>
                      <a:pt x="243" y="790"/>
                    </a:cubicBezTo>
                    <a:cubicBezTo>
                      <a:pt x="240" y="786"/>
                      <a:pt x="232" y="759"/>
                      <a:pt x="230" y="746"/>
                    </a:cubicBezTo>
                    <a:cubicBezTo>
                      <a:pt x="227" y="734"/>
                      <a:pt x="220" y="706"/>
                      <a:pt x="210" y="678"/>
                    </a:cubicBezTo>
                    <a:cubicBezTo>
                      <a:pt x="188" y="610"/>
                      <a:pt x="174" y="556"/>
                      <a:pt x="172" y="532"/>
                    </a:cubicBezTo>
                    <a:cubicBezTo>
                      <a:pt x="170" y="508"/>
                      <a:pt x="141" y="452"/>
                      <a:pt x="135" y="440"/>
                    </a:cubicBezTo>
                    <a:cubicBezTo>
                      <a:pt x="135" y="440"/>
                      <a:pt x="135" y="440"/>
                      <a:pt x="135" y="440"/>
                    </a:cubicBezTo>
                    <a:cubicBezTo>
                      <a:pt x="134" y="457"/>
                      <a:pt x="132" y="474"/>
                      <a:pt x="132" y="488"/>
                    </a:cubicBezTo>
                    <a:cubicBezTo>
                      <a:pt x="132" y="516"/>
                      <a:pt x="148" y="544"/>
                      <a:pt x="166" y="606"/>
                    </a:cubicBezTo>
                    <a:cubicBezTo>
                      <a:pt x="184" y="668"/>
                      <a:pt x="208" y="758"/>
                      <a:pt x="202" y="854"/>
                    </a:cubicBezTo>
                    <a:cubicBezTo>
                      <a:pt x="196" y="950"/>
                      <a:pt x="140" y="1124"/>
                      <a:pt x="116" y="1176"/>
                    </a:cubicBezTo>
                    <a:cubicBezTo>
                      <a:pt x="114" y="1179"/>
                      <a:pt x="113" y="1182"/>
                      <a:pt x="112" y="1185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756" name="Freeform 344">
                <a:extLst>
                  <a:ext uri="{FF2B5EF4-FFF2-40B4-BE49-F238E27FC236}">
                    <a16:creationId xmlns:a16="http://schemas.microsoft.com/office/drawing/2014/main" id="{E7D3F808-CB78-48FB-8B3C-630CD03FCB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2" y="3688"/>
                <a:ext cx="23" cy="53"/>
              </a:xfrm>
              <a:custGeom>
                <a:avLst/>
                <a:gdLst>
                  <a:gd name="T0" fmla="*/ 41 w 17"/>
                  <a:gd name="T1" fmla="*/ 0 h 40"/>
                  <a:gd name="T2" fmla="*/ 30 w 17"/>
                  <a:gd name="T3" fmla="*/ 30 h 40"/>
                  <a:gd name="T4" fmla="*/ 15 w 17"/>
                  <a:gd name="T5" fmla="*/ 93 h 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40">
                    <a:moveTo>
                      <a:pt x="16" y="0"/>
                    </a:moveTo>
                    <a:cubicBezTo>
                      <a:pt x="17" y="4"/>
                      <a:pt x="15" y="9"/>
                      <a:pt x="12" y="13"/>
                    </a:cubicBezTo>
                    <a:cubicBezTo>
                      <a:pt x="8" y="17"/>
                      <a:pt x="0" y="32"/>
                      <a:pt x="6" y="40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757" name="Freeform 345">
                <a:extLst>
                  <a:ext uri="{FF2B5EF4-FFF2-40B4-BE49-F238E27FC236}">
                    <a16:creationId xmlns:a16="http://schemas.microsoft.com/office/drawing/2014/main" id="{05DBF21B-43AF-45D8-A232-4DD877EF52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7" y="3690"/>
                <a:ext cx="32" cy="53"/>
              </a:xfrm>
              <a:custGeom>
                <a:avLst/>
                <a:gdLst>
                  <a:gd name="T0" fmla="*/ 57 w 24"/>
                  <a:gd name="T1" fmla="*/ 0 h 39"/>
                  <a:gd name="T2" fmla="*/ 23 w 24"/>
                  <a:gd name="T3" fmla="*/ 35 h 39"/>
                  <a:gd name="T4" fmla="*/ 9 w 24"/>
                  <a:gd name="T5" fmla="*/ 98 h 3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39">
                    <a:moveTo>
                      <a:pt x="24" y="0"/>
                    </a:moveTo>
                    <a:cubicBezTo>
                      <a:pt x="20" y="7"/>
                      <a:pt x="12" y="12"/>
                      <a:pt x="10" y="14"/>
                    </a:cubicBezTo>
                    <a:cubicBezTo>
                      <a:pt x="2" y="22"/>
                      <a:pt x="0" y="31"/>
                      <a:pt x="4" y="39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758" name="Freeform 346">
                <a:extLst>
                  <a:ext uri="{FF2B5EF4-FFF2-40B4-BE49-F238E27FC236}">
                    <a16:creationId xmlns:a16="http://schemas.microsoft.com/office/drawing/2014/main" id="{D1C04975-5875-4D18-A4EF-C17951AF36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0" y="3688"/>
                <a:ext cx="35" cy="51"/>
              </a:xfrm>
              <a:custGeom>
                <a:avLst/>
                <a:gdLst>
                  <a:gd name="T0" fmla="*/ 63 w 26"/>
                  <a:gd name="T1" fmla="*/ 0 h 38"/>
                  <a:gd name="T2" fmla="*/ 27 w 26"/>
                  <a:gd name="T3" fmla="*/ 38 h 38"/>
                  <a:gd name="T4" fmla="*/ 1 w 26"/>
                  <a:gd name="T5" fmla="*/ 91 h 3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38">
                    <a:moveTo>
                      <a:pt x="26" y="0"/>
                    </a:moveTo>
                    <a:cubicBezTo>
                      <a:pt x="21" y="5"/>
                      <a:pt x="16" y="11"/>
                      <a:pt x="11" y="16"/>
                    </a:cubicBezTo>
                    <a:cubicBezTo>
                      <a:pt x="6" y="21"/>
                      <a:pt x="0" y="29"/>
                      <a:pt x="1" y="38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759" name="Freeform 347">
                <a:extLst>
                  <a:ext uri="{FF2B5EF4-FFF2-40B4-BE49-F238E27FC236}">
                    <a16:creationId xmlns:a16="http://schemas.microsoft.com/office/drawing/2014/main" id="{79E2DA5F-0DFB-4576-B929-5810AA2F67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6" y="3681"/>
                <a:ext cx="25" cy="38"/>
              </a:xfrm>
              <a:custGeom>
                <a:avLst/>
                <a:gdLst>
                  <a:gd name="T0" fmla="*/ 49 w 18"/>
                  <a:gd name="T1" fmla="*/ 0 h 28"/>
                  <a:gd name="T2" fmla="*/ 19 w 18"/>
                  <a:gd name="T3" fmla="*/ 27 h 28"/>
                  <a:gd name="T4" fmla="*/ 0 w 18"/>
                  <a:gd name="T5" fmla="*/ 71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28">
                    <a:moveTo>
                      <a:pt x="18" y="0"/>
                    </a:moveTo>
                    <a:cubicBezTo>
                      <a:pt x="16" y="4"/>
                      <a:pt x="11" y="8"/>
                      <a:pt x="7" y="11"/>
                    </a:cubicBezTo>
                    <a:cubicBezTo>
                      <a:pt x="4" y="15"/>
                      <a:pt x="0" y="22"/>
                      <a:pt x="0" y="28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760" name="Freeform 348">
                <a:extLst>
                  <a:ext uri="{FF2B5EF4-FFF2-40B4-BE49-F238E27FC236}">
                    <a16:creationId xmlns:a16="http://schemas.microsoft.com/office/drawing/2014/main" id="{DC752134-14AD-4E32-9BA6-5DB31FB85D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7" y="3710"/>
                <a:ext cx="35" cy="18"/>
              </a:xfrm>
              <a:custGeom>
                <a:avLst/>
                <a:gdLst>
                  <a:gd name="T0" fmla="*/ 0 w 26"/>
                  <a:gd name="T1" fmla="*/ 35 h 13"/>
                  <a:gd name="T2" fmla="*/ 48 w 26"/>
                  <a:gd name="T3" fmla="*/ 35 h 13"/>
                  <a:gd name="T4" fmla="*/ 35 w 26"/>
                  <a:gd name="T5" fmla="*/ 0 h 13"/>
                  <a:gd name="T6" fmla="*/ 0 w 26"/>
                  <a:gd name="T7" fmla="*/ 35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13">
                    <a:moveTo>
                      <a:pt x="0" y="13"/>
                    </a:moveTo>
                    <a:cubicBezTo>
                      <a:pt x="8" y="11"/>
                      <a:pt x="18" y="12"/>
                      <a:pt x="20" y="13"/>
                    </a:cubicBezTo>
                    <a:cubicBezTo>
                      <a:pt x="26" y="4"/>
                      <a:pt x="19" y="0"/>
                      <a:pt x="14" y="0"/>
                    </a:cubicBezTo>
                    <a:cubicBezTo>
                      <a:pt x="3" y="0"/>
                      <a:pt x="0" y="10"/>
                      <a:pt x="0" y="13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761" name="Freeform 349">
                <a:extLst>
                  <a:ext uri="{FF2B5EF4-FFF2-40B4-BE49-F238E27FC236}">
                    <a16:creationId xmlns:a16="http://schemas.microsoft.com/office/drawing/2014/main" id="{8C5A7A21-6AF8-4C05-8E94-6905E32296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0" y="3723"/>
                <a:ext cx="17" cy="14"/>
              </a:xfrm>
              <a:custGeom>
                <a:avLst/>
                <a:gdLst>
                  <a:gd name="T0" fmla="*/ 0 w 12"/>
                  <a:gd name="T1" fmla="*/ 23 h 11"/>
                  <a:gd name="T2" fmla="*/ 34 w 12"/>
                  <a:gd name="T3" fmla="*/ 23 h 11"/>
                  <a:gd name="T4" fmla="*/ 0 w 12"/>
                  <a:gd name="T5" fmla="*/ 23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1">
                    <a:moveTo>
                      <a:pt x="0" y="11"/>
                    </a:moveTo>
                    <a:cubicBezTo>
                      <a:pt x="2" y="11"/>
                      <a:pt x="11" y="9"/>
                      <a:pt x="12" y="11"/>
                    </a:cubicBezTo>
                    <a:cubicBezTo>
                      <a:pt x="12" y="2"/>
                      <a:pt x="0" y="0"/>
                      <a:pt x="0" y="11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762" name="Freeform 350">
                <a:extLst>
                  <a:ext uri="{FF2B5EF4-FFF2-40B4-BE49-F238E27FC236}">
                    <a16:creationId xmlns:a16="http://schemas.microsoft.com/office/drawing/2014/main" id="{71E4D6A7-0890-473A-9EAB-E3360735AC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9" y="3727"/>
                <a:ext cx="14" cy="12"/>
              </a:xfrm>
              <a:custGeom>
                <a:avLst/>
                <a:gdLst>
                  <a:gd name="T0" fmla="*/ 0 w 10"/>
                  <a:gd name="T1" fmla="*/ 20 h 9"/>
                  <a:gd name="T2" fmla="*/ 28 w 10"/>
                  <a:gd name="T3" fmla="*/ 16 h 9"/>
                  <a:gd name="T4" fmla="*/ 0 w 10"/>
                  <a:gd name="T5" fmla="*/ 20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9">
                    <a:moveTo>
                      <a:pt x="0" y="8"/>
                    </a:moveTo>
                    <a:cubicBezTo>
                      <a:pt x="2" y="9"/>
                      <a:pt x="8" y="9"/>
                      <a:pt x="10" y="7"/>
                    </a:cubicBezTo>
                    <a:cubicBezTo>
                      <a:pt x="9" y="0"/>
                      <a:pt x="0" y="3"/>
                      <a:pt x="0" y="8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763" name="Freeform 351">
                <a:extLst>
                  <a:ext uri="{FF2B5EF4-FFF2-40B4-BE49-F238E27FC236}">
                    <a16:creationId xmlns:a16="http://schemas.microsoft.com/office/drawing/2014/main" id="{F8ABD6FD-5516-44FF-8996-92E23D7386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9" y="3714"/>
                <a:ext cx="12" cy="11"/>
              </a:xfrm>
              <a:custGeom>
                <a:avLst/>
                <a:gdLst>
                  <a:gd name="T0" fmla="*/ 0 w 9"/>
                  <a:gd name="T1" fmla="*/ 14 h 8"/>
                  <a:gd name="T2" fmla="*/ 20 w 9"/>
                  <a:gd name="T3" fmla="*/ 19 h 8"/>
                  <a:gd name="T4" fmla="*/ 0 w 9"/>
                  <a:gd name="T5" fmla="*/ 14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8">
                    <a:moveTo>
                      <a:pt x="0" y="5"/>
                    </a:moveTo>
                    <a:cubicBezTo>
                      <a:pt x="1" y="7"/>
                      <a:pt x="5" y="8"/>
                      <a:pt x="8" y="7"/>
                    </a:cubicBezTo>
                    <a:cubicBezTo>
                      <a:pt x="9" y="0"/>
                      <a:pt x="2" y="1"/>
                      <a:pt x="0" y="5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764" name="Freeform 352">
                <a:extLst>
                  <a:ext uri="{FF2B5EF4-FFF2-40B4-BE49-F238E27FC236}">
                    <a16:creationId xmlns:a16="http://schemas.microsoft.com/office/drawing/2014/main" id="{FD65C1F0-147D-425E-A6BE-7FA79B46BF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4" y="3579"/>
                <a:ext cx="6" cy="28"/>
              </a:xfrm>
              <a:custGeom>
                <a:avLst/>
                <a:gdLst>
                  <a:gd name="T0" fmla="*/ 14 w 4"/>
                  <a:gd name="T1" fmla="*/ 0 h 21"/>
                  <a:gd name="T2" fmla="*/ 0 w 4"/>
                  <a:gd name="T3" fmla="*/ 49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1">
                    <a:moveTo>
                      <a:pt x="4" y="0"/>
                    </a:moveTo>
                    <a:cubicBezTo>
                      <a:pt x="4" y="8"/>
                      <a:pt x="0" y="21"/>
                      <a:pt x="0" y="21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765" name="Freeform 353">
                <a:extLst>
                  <a:ext uri="{FF2B5EF4-FFF2-40B4-BE49-F238E27FC236}">
                    <a16:creationId xmlns:a16="http://schemas.microsoft.com/office/drawing/2014/main" id="{0D5B805A-D7CA-4A68-AD89-AB5D8E8C5A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2" y="3689"/>
                <a:ext cx="20" cy="13"/>
              </a:xfrm>
              <a:custGeom>
                <a:avLst/>
                <a:gdLst>
                  <a:gd name="T0" fmla="*/ 12 w 15"/>
                  <a:gd name="T1" fmla="*/ 1 h 10"/>
                  <a:gd name="T2" fmla="*/ 31 w 15"/>
                  <a:gd name="T3" fmla="*/ 7 h 10"/>
                  <a:gd name="T4" fmla="*/ 12 w 15"/>
                  <a:gd name="T5" fmla="*/ 9 h 10"/>
                  <a:gd name="T6" fmla="*/ 0 w 15"/>
                  <a:gd name="T7" fmla="*/ 16 h 10"/>
                  <a:gd name="T8" fmla="*/ 27 w 15"/>
                  <a:gd name="T9" fmla="*/ 22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0">
                    <a:moveTo>
                      <a:pt x="5" y="1"/>
                    </a:moveTo>
                    <a:cubicBezTo>
                      <a:pt x="7" y="2"/>
                      <a:pt x="12" y="0"/>
                      <a:pt x="13" y="3"/>
                    </a:cubicBezTo>
                    <a:cubicBezTo>
                      <a:pt x="15" y="9"/>
                      <a:pt x="6" y="5"/>
                      <a:pt x="5" y="4"/>
                    </a:cubicBezTo>
                    <a:cubicBezTo>
                      <a:pt x="3" y="4"/>
                      <a:pt x="0" y="4"/>
                      <a:pt x="0" y="7"/>
                    </a:cubicBezTo>
                    <a:cubicBezTo>
                      <a:pt x="1" y="10"/>
                      <a:pt x="9" y="9"/>
                      <a:pt x="11" y="10"/>
                    </a:cubicBezTo>
                  </a:path>
                </a:pathLst>
              </a:custGeom>
              <a:noFill/>
              <a:ln w="7938" cap="flat">
                <a:solidFill>
                  <a:srgbClr val="FEF2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766" name="Freeform 354">
                <a:extLst>
                  <a:ext uri="{FF2B5EF4-FFF2-40B4-BE49-F238E27FC236}">
                    <a16:creationId xmlns:a16="http://schemas.microsoft.com/office/drawing/2014/main" id="{439BA599-2605-4D48-8C34-0C9712DE8E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0" y="3690"/>
                <a:ext cx="12" cy="11"/>
              </a:xfrm>
              <a:custGeom>
                <a:avLst/>
                <a:gdLst>
                  <a:gd name="T0" fmla="*/ 21 w 9"/>
                  <a:gd name="T1" fmla="*/ 14 h 8"/>
                  <a:gd name="T2" fmla="*/ 0 w 9"/>
                  <a:gd name="T3" fmla="*/ 1 h 8"/>
                  <a:gd name="T4" fmla="*/ 16 w 9"/>
                  <a:gd name="T5" fmla="*/ 21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8">
                    <a:moveTo>
                      <a:pt x="9" y="5"/>
                    </a:moveTo>
                    <a:cubicBezTo>
                      <a:pt x="8" y="2"/>
                      <a:pt x="4" y="0"/>
                      <a:pt x="0" y="1"/>
                    </a:cubicBezTo>
                    <a:cubicBezTo>
                      <a:pt x="1" y="4"/>
                      <a:pt x="4" y="7"/>
                      <a:pt x="7" y="8"/>
                    </a:cubicBezTo>
                  </a:path>
                </a:pathLst>
              </a:custGeom>
              <a:noFill/>
              <a:ln w="7938" cap="flat">
                <a:solidFill>
                  <a:srgbClr val="FEF2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767" name="Freeform 355">
                <a:extLst>
                  <a:ext uri="{FF2B5EF4-FFF2-40B4-BE49-F238E27FC236}">
                    <a16:creationId xmlns:a16="http://schemas.microsoft.com/office/drawing/2014/main" id="{784B53FD-556C-4BAC-ABDE-FAF648C44D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9" y="3685"/>
                <a:ext cx="19" cy="13"/>
              </a:xfrm>
              <a:custGeom>
                <a:avLst/>
                <a:gdLst>
                  <a:gd name="T0" fmla="*/ 35 w 14"/>
                  <a:gd name="T1" fmla="*/ 13 h 10"/>
                  <a:gd name="T2" fmla="*/ 10 w 14"/>
                  <a:gd name="T3" fmla="*/ 5 h 10"/>
                  <a:gd name="T4" fmla="*/ 33 w 14"/>
                  <a:gd name="T5" fmla="*/ 22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0">
                    <a:moveTo>
                      <a:pt x="14" y="6"/>
                    </a:moveTo>
                    <a:cubicBezTo>
                      <a:pt x="12" y="5"/>
                      <a:pt x="7" y="0"/>
                      <a:pt x="4" y="2"/>
                    </a:cubicBezTo>
                    <a:cubicBezTo>
                      <a:pt x="0" y="6"/>
                      <a:pt x="11" y="10"/>
                      <a:pt x="13" y="10"/>
                    </a:cubicBezTo>
                  </a:path>
                </a:pathLst>
              </a:custGeom>
              <a:noFill/>
              <a:ln w="7938" cap="flat">
                <a:solidFill>
                  <a:srgbClr val="FEF2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768" name="Freeform 356">
                <a:extLst>
                  <a:ext uri="{FF2B5EF4-FFF2-40B4-BE49-F238E27FC236}">
                    <a16:creationId xmlns:a16="http://schemas.microsoft.com/office/drawing/2014/main" id="{C173C535-3BF0-42BC-A68B-FFE6B27DEB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5" y="3681"/>
                <a:ext cx="7" cy="7"/>
              </a:xfrm>
              <a:custGeom>
                <a:avLst/>
                <a:gdLst>
                  <a:gd name="T0" fmla="*/ 14 w 5"/>
                  <a:gd name="T1" fmla="*/ 14 h 5"/>
                  <a:gd name="T2" fmla="*/ 0 w 5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5">
                    <a:moveTo>
                      <a:pt x="5" y="5"/>
                    </a:moveTo>
                    <a:cubicBezTo>
                      <a:pt x="4" y="2"/>
                      <a:pt x="2" y="1"/>
                      <a:pt x="0" y="0"/>
                    </a:cubicBezTo>
                  </a:path>
                </a:pathLst>
              </a:custGeom>
              <a:noFill/>
              <a:ln w="7938" cap="flat">
                <a:solidFill>
                  <a:srgbClr val="FEF2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769" name="Freeform 357">
                <a:extLst>
                  <a:ext uri="{FF2B5EF4-FFF2-40B4-BE49-F238E27FC236}">
                    <a16:creationId xmlns:a16="http://schemas.microsoft.com/office/drawing/2014/main" id="{BB9B0F69-C1AA-46D9-B892-5356CDA79A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7" y="3688"/>
                <a:ext cx="25" cy="53"/>
              </a:xfrm>
              <a:custGeom>
                <a:avLst/>
                <a:gdLst>
                  <a:gd name="T0" fmla="*/ 1 w 18"/>
                  <a:gd name="T1" fmla="*/ 0 h 40"/>
                  <a:gd name="T2" fmla="*/ 14 w 18"/>
                  <a:gd name="T3" fmla="*/ 30 h 40"/>
                  <a:gd name="T4" fmla="*/ 29 w 18"/>
                  <a:gd name="T5" fmla="*/ 93 h 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40">
                    <a:moveTo>
                      <a:pt x="1" y="0"/>
                    </a:moveTo>
                    <a:cubicBezTo>
                      <a:pt x="0" y="4"/>
                      <a:pt x="2" y="9"/>
                      <a:pt x="5" y="13"/>
                    </a:cubicBezTo>
                    <a:cubicBezTo>
                      <a:pt x="10" y="17"/>
                      <a:pt x="18" y="32"/>
                      <a:pt x="11" y="40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770" name="Freeform 358">
                <a:extLst>
                  <a:ext uri="{FF2B5EF4-FFF2-40B4-BE49-F238E27FC236}">
                    <a16:creationId xmlns:a16="http://schemas.microsoft.com/office/drawing/2014/main" id="{BC2412B4-19CC-422D-9891-912BE742AA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3" y="3690"/>
                <a:ext cx="33" cy="53"/>
              </a:xfrm>
              <a:custGeom>
                <a:avLst/>
                <a:gdLst>
                  <a:gd name="T0" fmla="*/ 0 w 24"/>
                  <a:gd name="T1" fmla="*/ 0 h 39"/>
                  <a:gd name="T2" fmla="*/ 36 w 24"/>
                  <a:gd name="T3" fmla="*/ 35 h 39"/>
                  <a:gd name="T4" fmla="*/ 54 w 24"/>
                  <a:gd name="T5" fmla="*/ 98 h 3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39">
                    <a:moveTo>
                      <a:pt x="0" y="0"/>
                    </a:moveTo>
                    <a:cubicBezTo>
                      <a:pt x="4" y="7"/>
                      <a:pt x="12" y="12"/>
                      <a:pt x="14" y="14"/>
                    </a:cubicBezTo>
                    <a:cubicBezTo>
                      <a:pt x="22" y="22"/>
                      <a:pt x="24" y="31"/>
                      <a:pt x="20" y="39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771" name="Freeform 359">
                <a:extLst>
                  <a:ext uri="{FF2B5EF4-FFF2-40B4-BE49-F238E27FC236}">
                    <a16:creationId xmlns:a16="http://schemas.microsoft.com/office/drawing/2014/main" id="{BC46C918-3283-40F9-B31E-2367862F03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7" y="3688"/>
                <a:ext cx="37" cy="51"/>
              </a:xfrm>
              <a:custGeom>
                <a:avLst/>
                <a:gdLst>
                  <a:gd name="T0" fmla="*/ 0 w 27"/>
                  <a:gd name="T1" fmla="*/ 0 h 38"/>
                  <a:gd name="T2" fmla="*/ 40 w 27"/>
                  <a:gd name="T3" fmla="*/ 38 h 38"/>
                  <a:gd name="T4" fmla="*/ 67 w 27"/>
                  <a:gd name="T5" fmla="*/ 91 h 3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7" h="38">
                    <a:moveTo>
                      <a:pt x="0" y="0"/>
                    </a:moveTo>
                    <a:cubicBezTo>
                      <a:pt x="5" y="5"/>
                      <a:pt x="10" y="11"/>
                      <a:pt x="15" y="16"/>
                    </a:cubicBezTo>
                    <a:cubicBezTo>
                      <a:pt x="20" y="21"/>
                      <a:pt x="27" y="29"/>
                      <a:pt x="26" y="38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772" name="Freeform 360">
                <a:extLst>
                  <a:ext uri="{FF2B5EF4-FFF2-40B4-BE49-F238E27FC236}">
                    <a16:creationId xmlns:a16="http://schemas.microsoft.com/office/drawing/2014/main" id="{58497051-FD17-4A08-9B8D-4CF711E555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2" y="3681"/>
                <a:ext cx="24" cy="38"/>
              </a:xfrm>
              <a:custGeom>
                <a:avLst/>
                <a:gdLst>
                  <a:gd name="T0" fmla="*/ 0 w 18"/>
                  <a:gd name="T1" fmla="*/ 0 h 28"/>
                  <a:gd name="T2" fmla="*/ 27 w 18"/>
                  <a:gd name="T3" fmla="*/ 27 h 28"/>
                  <a:gd name="T4" fmla="*/ 43 w 18"/>
                  <a:gd name="T5" fmla="*/ 71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28">
                    <a:moveTo>
                      <a:pt x="0" y="0"/>
                    </a:moveTo>
                    <a:cubicBezTo>
                      <a:pt x="3" y="4"/>
                      <a:pt x="7" y="8"/>
                      <a:pt x="11" y="11"/>
                    </a:cubicBezTo>
                    <a:cubicBezTo>
                      <a:pt x="14" y="15"/>
                      <a:pt x="18" y="22"/>
                      <a:pt x="18" y="28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773" name="Freeform 361">
                <a:extLst>
                  <a:ext uri="{FF2B5EF4-FFF2-40B4-BE49-F238E27FC236}">
                    <a16:creationId xmlns:a16="http://schemas.microsoft.com/office/drawing/2014/main" id="{F0C3AC97-3C14-45AD-9288-6F2B1EE701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0" y="3710"/>
                <a:ext cx="35" cy="18"/>
              </a:xfrm>
              <a:custGeom>
                <a:avLst/>
                <a:gdLst>
                  <a:gd name="T0" fmla="*/ 63 w 26"/>
                  <a:gd name="T1" fmla="*/ 35 h 13"/>
                  <a:gd name="T2" fmla="*/ 16 w 26"/>
                  <a:gd name="T3" fmla="*/ 35 h 13"/>
                  <a:gd name="T4" fmla="*/ 30 w 26"/>
                  <a:gd name="T5" fmla="*/ 0 h 13"/>
                  <a:gd name="T6" fmla="*/ 63 w 26"/>
                  <a:gd name="T7" fmla="*/ 35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13">
                    <a:moveTo>
                      <a:pt x="26" y="13"/>
                    </a:moveTo>
                    <a:cubicBezTo>
                      <a:pt x="18" y="11"/>
                      <a:pt x="9" y="12"/>
                      <a:pt x="7" y="13"/>
                    </a:cubicBezTo>
                    <a:cubicBezTo>
                      <a:pt x="0" y="4"/>
                      <a:pt x="7" y="0"/>
                      <a:pt x="12" y="0"/>
                    </a:cubicBezTo>
                    <a:cubicBezTo>
                      <a:pt x="24" y="0"/>
                      <a:pt x="26" y="10"/>
                      <a:pt x="26" y="13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774" name="Freeform 362">
                <a:extLst>
                  <a:ext uri="{FF2B5EF4-FFF2-40B4-BE49-F238E27FC236}">
                    <a16:creationId xmlns:a16="http://schemas.microsoft.com/office/drawing/2014/main" id="{10F8D4DB-DAC2-482D-A784-4E2E906BD9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6" y="3723"/>
                <a:ext cx="16" cy="14"/>
              </a:xfrm>
              <a:custGeom>
                <a:avLst/>
                <a:gdLst>
                  <a:gd name="T0" fmla="*/ 28 w 12"/>
                  <a:gd name="T1" fmla="*/ 23 h 11"/>
                  <a:gd name="T2" fmla="*/ 0 w 12"/>
                  <a:gd name="T3" fmla="*/ 23 h 11"/>
                  <a:gd name="T4" fmla="*/ 28 w 12"/>
                  <a:gd name="T5" fmla="*/ 23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1">
                    <a:moveTo>
                      <a:pt x="12" y="11"/>
                    </a:moveTo>
                    <a:cubicBezTo>
                      <a:pt x="10" y="11"/>
                      <a:pt x="2" y="9"/>
                      <a:pt x="0" y="11"/>
                    </a:cubicBezTo>
                    <a:cubicBezTo>
                      <a:pt x="1" y="2"/>
                      <a:pt x="12" y="0"/>
                      <a:pt x="12" y="11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775" name="Freeform 363">
                <a:extLst>
                  <a:ext uri="{FF2B5EF4-FFF2-40B4-BE49-F238E27FC236}">
                    <a16:creationId xmlns:a16="http://schemas.microsoft.com/office/drawing/2014/main" id="{DD62D703-CCBC-4F99-83CE-D47F9CCC4E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50" y="3727"/>
                <a:ext cx="15" cy="12"/>
              </a:xfrm>
              <a:custGeom>
                <a:avLst/>
                <a:gdLst>
                  <a:gd name="T0" fmla="*/ 27 w 11"/>
                  <a:gd name="T1" fmla="*/ 20 h 9"/>
                  <a:gd name="T2" fmla="*/ 0 w 11"/>
                  <a:gd name="T3" fmla="*/ 16 h 9"/>
                  <a:gd name="T4" fmla="*/ 27 w 11"/>
                  <a:gd name="T5" fmla="*/ 20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9">
                    <a:moveTo>
                      <a:pt x="11" y="8"/>
                    </a:moveTo>
                    <a:cubicBezTo>
                      <a:pt x="8" y="9"/>
                      <a:pt x="3" y="9"/>
                      <a:pt x="0" y="7"/>
                    </a:cubicBezTo>
                    <a:cubicBezTo>
                      <a:pt x="1" y="0"/>
                      <a:pt x="11" y="3"/>
                      <a:pt x="11" y="8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776" name="Freeform 364">
                <a:extLst>
                  <a:ext uri="{FF2B5EF4-FFF2-40B4-BE49-F238E27FC236}">
                    <a16:creationId xmlns:a16="http://schemas.microsoft.com/office/drawing/2014/main" id="{DEB2DEC2-801F-4829-9AEC-A2BBA2E885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71" y="3714"/>
                <a:ext cx="12" cy="11"/>
              </a:xfrm>
              <a:custGeom>
                <a:avLst/>
                <a:gdLst>
                  <a:gd name="T0" fmla="*/ 21 w 9"/>
                  <a:gd name="T1" fmla="*/ 14 h 8"/>
                  <a:gd name="T2" fmla="*/ 1 w 9"/>
                  <a:gd name="T3" fmla="*/ 19 h 8"/>
                  <a:gd name="T4" fmla="*/ 21 w 9"/>
                  <a:gd name="T5" fmla="*/ 14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8">
                    <a:moveTo>
                      <a:pt x="9" y="5"/>
                    </a:moveTo>
                    <a:cubicBezTo>
                      <a:pt x="8" y="7"/>
                      <a:pt x="4" y="8"/>
                      <a:pt x="1" y="7"/>
                    </a:cubicBezTo>
                    <a:cubicBezTo>
                      <a:pt x="0" y="0"/>
                      <a:pt x="8" y="1"/>
                      <a:pt x="9" y="5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777" name="Freeform 365">
                <a:extLst>
                  <a:ext uri="{FF2B5EF4-FFF2-40B4-BE49-F238E27FC236}">
                    <a16:creationId xmlns:a16="http://schemas.microsoft.com/office/drawing/2014/main" id="{E3373D97-181D-4C59-A655-07DCC6D862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3" y="3579"/>
                <a:ext cx="5" cy="28"/>
              </a:xfrm>
              <a:custGeom>
                <a:avLst/>
                <a:gdLst>
                  <a:gd name="T0" fmla="*/ 0 w 4"/>
                  <a:gd name="T1" fmla="*/ 0 h 21"/>
                  <a:gd name="T2" fmla="*/ 8 w 4"/>
                  <a:gd name="T3" fmla="*/ 49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1">
                    <a:moveTo>
                      <a:pt x="0" y="0"/>
                    </a:moveTo>
                    <a:cubicBezTo>
                      <a:pt x="0" y="8"/>
                      <a:pt x="4" y="21"/>
                      <a:pt x="4" y="21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778" name="Freeform 366">
                <a:extLst>
                  <a:ext uri="{FF2B5EF4-FFF2-40B4-BE49-F238E27FC236}">
                    <a16:creationId xmlns:a16="http://schemas.microsoft.com/office/drawing/2014/main" id="{30ECD361-A5CF-428E-9B23-98134D209F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2" y="3689"/>
                <a:ext cx="20" cy="13"/>
              </a:xfrm>
              <a:custGeom>
                <a:avLst/>
                <a:gdLst>
                  <a:gd name="T0" fmla="*/ 21 w 15"/>
                  <a:gd name="T1" fmla="*/ 1 h 10"/>
                  <a:gd name="T2" fmla="*/ 5 w 15"/>
                  <a:gd name="T3" fmla="*/ 7 h 10"/>
                  <a:gd name="T4" fmla="*/ 21 w 15"/>
                  <a:gd name="T5" fmla="*/ 9 h 10"/>
                  <a:gd name="T6" fmla="*/ 33 w 15"/>
                  <a:gd name="T7" fmla="*/ 16 h 10"/>
                  <a:gd name="T8" fmla="*/ 7 w 15"/>
                  <a:gd name="T9" fmla="*/ 22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0">
                    <a:moveTo>
                      <a:pt x="9" y="1"/>
                    </a:moveTo>
                    <a:cubicBezTo>
                      <a:pt x="7" y="2"/>
                      <a:pt x="3" y="0"/>
                      <a:pt x="2" y="3"/>
                    </a:cubicBezTo>
                    <a:cubicBezTo>
                      <a:pt x="0" y="9"/>
                      <a:pt x="8" y="5"/>
                      <a:pt x="9" y="4"/>
                    </a:cubicBezTo>
                    <a:cubicBezTo>
                      <a:pt x="11" y="4"/>
                      <a:pt x="15" y="4"/>
                      <a:pt x="14" y="7"/>
                    </a:cubicBezTo>
                    <a:cubicBezTo>
                      <a:pt x="13" y="10"/>
                      <a:pt x="6" y="9"/>
                      <a:pt x="3" y="10"/>
                    </a:cubicBezTo>
                  </a:path>
                </a:pathLst>
              </a:custGeom>
              <a:noFill/>
              <a:ln w="7938" cap="flat">
                <a:solidFill>
                  <a:srgbClr val="FEF2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779" name="Freeform 367">
                <a:extLst>
                  <a:ext uri="{FF2B5EF4-FFF2-40B4-BE49-F238E27FC236}">
                    <a16:creationId xmlns:a16="http://schemas.microsoft.com/office/drawing/2014/main" id="{2A9EAC4D-136C-4863-BD2C-25DD2BC104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0" y="3690"/>
                <a:ext cx="13" cy="11"/>
              </a:xfrm>
              <a:custGeom>
                <a:avLst/>
                <a:gdLst>
                  <a:gd name="T0" fmla="*/ 0 w 9"/>
                  <a:gd name="T1" fmla="*/ 14 h 8"/>
                  <a:gd name="T2" fmla="*/ 27 w 9"/>
                  <a:gd name="T3" fmla="*/ 1 h 8"/>
                  <a:gd name="T4" fmla="*/ 6 w 9"/>
                  <a:gd name="T5" fmla="*/ 21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8">
                    <a:moveTo>
                      <a:pt x="0" y="5"/>
                    </a:moveTo>
                    <a:cubicBezTo>
                      <a:pt x="1" y="2"/>
                      <a:pt x="5" y="0"/>
                      <a:pt x="9" y="1"/>
                    </a:cubicBezTo>
                    <a:cubicBezTo>
                      <a:pt x="8" y="4"/>
                      <a:pt x="6" y="7"/>
                      <a:pt x="2" y="8"/>
                    </a:cubicBezTo>
                  </a:path>
                </a:pathLst>
              </a:custGeom>
              <a:noFill/>
              <a:ln w="7938" cap="flat">
                <a:solidFill>
                  <a:srgbClr val="FEF2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780" name="Freeform 368">
                <a:extLst>
                  <a:ext uri="{FF2B5EF4-FFF2-40B4-BE49-F238E27FC236}">
                    <a16:creationId xmlns:a16="http://schemas.microsoft.com/office/drawing/2014/main" id="{7755D658-E179-4260-BDE3-DDC769E9C8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5" y="3685"/>
                <a:ext cx="19" cy="13"/>
              </a:xfrm>
              <a:custGeom>
                <a:avLst/>
                <a:gdLst>
                  <a:gd name="T0" fmla="*/ 0 w 14"/>
                  <a:gd name="T1" fmla="*/ 13 h 10"/>
                  <a:gd name="T2" fmla="*/ 26 w 14"/>
                  <a:gd name="T3" fmla="*/ 5 h 10"/>
                  <a:gd name="T4" fmla="*/ 1 w 14"/>
                  <a:gd name="T5" fmla="*/ 22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0">
                    <a:moveTo>
                      <a:pt x="0" y="6"/>
                    </a:moveTo>
                    <a:cubicBezTo>
                      <a:pt x="2" y="5"/>
                      <a:pt x="7" y="0"/>
                      <a:pt x="10" y="2"/>
                    </a:cubicBezTo>
                    <a:cubicBezTo>
                      <a:pt x="14" y="6"/>
                      <a:pt x="3" y="10"/>
                      <a:pt x="1" y="10"/>
                    </a:cubicBezTo>
                  </a:path>
                </a:pathLst>
              </a:custGeom>
              <a:noFill/>
              <a:ln w="7938" cap="flat">
                <a:solidFill>
                  <a:srgbClr val="FEF2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781" name="Freeform 369">
                <a:extLst>
                  <a:ext uri="{FF2B5EF4-FFF2-40B4-BE49-F238E27FC236}">
                    <a16:creationId xmlns:a16="http://schemas.microsoft.com/office/drawing/2014/main" id="{D552E6D8-3AEB-4F3C-BDE9-C629506093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0" y="3681"/>
                <a:ext cx="7" cy="7"/>
              </a:xfrm>
              <a:custGeom>
                <a:avLst/>
                <a:gdLst>
                  <a:gd name="T0" fmla="*/ 0 w 5"/>
                  <a:gd name="T1" fmla="*/ 14 h 5"/>
                  <a:gd name="T2" fmla="*/ 14 w 5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5">
                    <a:moveTo>
                      <a:pt x="0" y="5"/>
                    </a:moveTo>
                    <a:cubicBezTo>
                      <a:pt x="1" y="2"/>
                      <a:pt x="3" y="1"/>
                      <a:pt x="5" y="0"/>
                    </a:cubicBezTo>
                  </a:path>
                </a:pathLst>
              </a:custGeom>
              <a:noFill/>
              <a:ln w="7938" cap="flat">
                <a:solidFill>
                  <a:srgbClr val="FEF2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782" name="Freeform 370">
                <a:extLst>
                  <a:ext uri="{FF2B5EF4-FFF2-40B4-BE49-F238E27FC236}">
                    <a16:creationId xmlns:a16="http://schemas.microsoft.com/office/drawing/2014/main" id="{4C9D5A32-075A-420F-B9D8-3021D42EC9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1" y="2965"/>
                <a:ext cx="31" cy="31"/>
              </a:xfrm>
              <a:custGeom>
                <a:avLst/>
                <a:gdLst>
                  <a:gd name="T0" fmla="*/ 0 w 23"/>
                  <a:gd name="T1" fmla="*/ 20 h 23"/>
                  <a:gd name="T2" fmla="*/ 22 w 23"/>
                  <a:gd name="T3" fmla="*/ 0 h 23"/>
                  <a:gd name="T4" fmla="*/ 15 w 23"/>
                  <a:gd name="T5" fmla="*/ 54 h 23"/>
                  <a:gd name="T6" fmla="*/ 57 w 23"/>
                  <a:gd name="T7" fmla="*/ 24 h 23"/>
                  <a:gd name="T8" fmla="*/ 51 w 23"/>
                  <a:gd name="T9" fmla="*/ 51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23">
                    <a:moveTo>
                      <a:pt x="0" y="8"/>
                    </a:moveTo>
                    <a:cubicBezTo>
                      <a:pt x="2" y="4"/>
                      <a:pt x="5" y="1"/>
                      <a:pt x="9" y="0"/>
                    </a:cubicBezTo>
                    <a:cubicBezTo>
                      <a:pt x="14" y="5"/>
                      <a:pt x="7" y="16"/>
                      <a:pt x="6" y="22"/>
                    </a:cubicBezTo>
                    <a:cubicBezTo>
                      <a:pt x="12" y="23"/>
                      <a:pt x="16" y="12"/>
                      <a:pt x="23" y="10"/>
                    </a:cubicBezTo>
                    <a:cubicBezTo>
                      <a:pt x="22" y="14"/>
                      <a:pt x="21" y="17"/>
                      <a:pt x="21" y="21"/>
                    </a:cubicBezTo>
                  </a:path>
                </a:pathLst>
              </a:custGeom>
              <a:noFill/>
              <a:ln w="9525" cap="flat">
                <a:solidFill>
                  <a:srgbClr val="FEF2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783" name="Freeform 371">
                <a:extLst>
                  <a:ext uri="{FF2B5EF4-FFF2-40B4-BE49-F238E27FC236}">
                    <a16:creationId xmlns:a16="http://schemas.microsoft.com/office/drawing/2014/main" id="{72456FBF-1D71-4616-A0EC-4CA4CE9EE2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1" y="2970"/>
                <a:ext cx="36" cy="40"/>
              </a:xfrm>
              <a:custGeom>
                <a:avLst/>
                <a:gdLst>
                  <a:gd name="T0" fmla="*/ 1 w 27"/>
                  <a:gd name="T1" fmla="*/ 71 h 30"/>
                  <a:gd name="T2" fmla="*/ 15 w 27"/>
                  <a:gd name="T3" fmla="*/ 31 h 30"/>
                  <a:gd name="T4" fmla="*/ 37 w 27"/>
                  <a:gd name="T5" fmla="*/ 71 h 30"/>
                  <a:gd name="T6" fmla="*/ 64 w 27"/>
                  <a:gd name="T7" fmla="*/ 0 h 3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7" h="30">
                    <a:moveTo>
                      <a:pt x="1" y="30"/>
                    </a:moveTo>
                    <a:cubicBezTo>
                      <a:pt x="2" y="26"/>
                      <a:pt x="0" y="14"/>
                      <a:pt x="6" y="13"/>
                    </a:cubicBezTo>
                    <a:cubicBezTo>
                      <a:pt x="13" y="11"/>
                      <a:pt x="13" y="26"/>
                      <a:pt x="16" y="30"/>
                    </a:cubicBezTo>
                    <a:cubicBezTo>
                      <a:pt x="27" y="26"/>
                      <a:pt x="23" y="8"/>
                      <a:pt x="27" y="0"/>
                    </a:cubicBezTo>
                  </a:path>
                </a:pathLst>
              </a:custGeom>
              <a:noFill/>
              <a:ln w="9525" cap="flat">
                <a:solidFill>
                  <a:srgbClr val="FEF2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784" name="Freeform 372">
                <a:extLst>
                  <a:ext uri="{FF2B5EF4-FFF2-40B4-BE49-F238E27FC236}">
                    <a16:creationId xmlns:a16="http://schemas.microsoft.com/office/drawing/2014/main" id="{FB5D9FDA-8080-4C0C-B15B-2095B29DA5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4" y="1660"/>
                <a:ext cx="288" cy="218"/>
              </a:xfrm>
              <a:custGeom>
                <a:avLst/>
                <a:gdLst>
                  <a:gd name="T0" fmla="*/ 531 w 212"/>
                  <a:gd name="T1" fmla="*/ 261 h 162"/>
                  <a:gd name="T2" fmla="*/ 247 w 212"/>
                  <a:gd name="T3" fmla="*/ 388 h 162"/>
                  <a:gd name="T4" fmla="*/ 5 w 212"/>
                  <a:gd name="T5" fmla="*/ 141 h 162"/>
                  <a:gd name="T6" fmla="*/ 0 w 212"/>
                  <a:gd name="T7" fmla="*/ 0 h 16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2" h="162">
                    <a:moveTo>
                      <a:pt x="212" y="107"/>
                    </a:moveTo>
                    <a:cubicBezTo>
                      <a:pt x="206" y="111"/>
                      <a:pt x="185" y="162"/>
                      <a:pt x="99" y="159"/>
                    </a:cubicBezTo>
                    <a:cubicBezTo>
                      <a:pt x="17" y="157"/>
                      <a:pt x="3" y="103"/>
                      <a:pt x="2" y="58"/>
                    </a:cubicBezTo>
                    <a:cubicBezTo>
                      <a:pt x="1" y="35"/>
                      <a:pt x="9" y="11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785" name="Freeform 373">
                <a:extLst>
                  <a:ext uri="{FF2B5EF4-FFF2-40B4-BE49-F238E27FC236}">
                    <a16:creationId xmlns:a16="http://schemas.microsoft.com/office/drawing/2014/main" id="{47D7DF57-F149-4DEC-A481-24E980451D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7" y="1770"/>
                <a:ext cx="21" cy="18"/>
              </a:xfrm>
              <a:custGeom>
                <a:avLst/>
                <a:gdLst>
                  <a:gd name="T0" fmla="*/ 1 w 16"/>
                  <a:gd name="T1" fmla="*/ 19 h 13"/>
                  <a:gd name="T2" fmla="*/ 18 w 16"/>
                  <a:gd name="T3" fmla="*/ 0 h 13"/>
                  <a:gd name="T4" fmla="*/ 37 w 16"/>
                  <a:gd name="T5" fmla="*/ 15 h 13"/>
                  <a:gd name="T6" fmla="*/ 21 w 16"/>
                  <a:gd name="T7" fmla="*/ 35 h 13"/>
                  <a:gd name="T8" fmla="*/ 1 w 16"/>
                  <a:gd name="T9" fmla="*/ 19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13">
                    <a:moveTo>
                      <a:pt x="1" y="7"/>
                    </a:moveTo>
                    <a:cubicBezTo>
                      <a:pt x="0" y="3"/>
                      <a:pt x="3" y="0"/>
                      <a:pt x="8" y="0"/>
                    </a:cubicBezTo>
                    <a:cubicBezTo>
                      <a:pt x="12" y="0"/>
                      <a:pt x="15" y="2"/>
                      <a:pt x="16" y="6"/>
                    </a:cubicBezTo>
                    <a:cubicBezTo>
                      <a:pt x="16" y="10"/>
                      <a:pt x="13" y="13"/>
                      <a:pt x="9" y="13"/>
                    </a:cubicBezTo>
                    <a:cubicBezTo>
                      <a:pt x="5" y="13"/>
                      <a:pt x="1" y="11"/>
                      <a:pt x="1" y="7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786" name="Freeform 374">
                <a:extLst>
                  <a:ext uri="{FF2B5EF4-FFF2-40B4-BE49-F238E27FC236}">
                    <a16:creationId xmlns:a16="http://schemas.microsoft.com/office/drawing/2014/main" id="{258541C3-A3FE-4EC3-A117-56920DDC31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74" y="1769"/>
                <a:ext cx="23" cy="20"/>
              </a:xfrm>
              <a:custGeom>
                <a:avLst/>
                <a:gdLst>
                  <a:gd name="T0" fmla="*/ 41 w 17"/>
                  <a:gd name="T1" fmla="*/ 16 h 15"/>
                  <a:gd name="T2" fmla="*/ 22 w 17"/>
                  <a:gd name="T3" fmla="*/ 36 h 15"/>
                  <a:gd name="T4" fmla="*/ 0 w 17"/>
                  <a:gd name="T5" fmla="*/ 20 h 15"/>
                  <a:gd name="T6" fmla="*/ 20 w 17"/>
                  <a:gd name="T7" fmla="*/ 0 h 15"/>
                  <a:gd name="T8" fmla="*/ 41 w 17"/>
                  <a:gd name="T9" fmla="*/ 16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15">
                    <a:moveTo>
                      <a:pt x="16" y="7"/>
                    </a:moveTo>
                    <a:cubicBezTo>
                      <a:pt x="17" y="11"/>
                      <a:pt x="13" y="14"/>
                      <a:pt x="9" y="15"/>
                    </a:cubicBezTo>
                    <a:cubicBezTo>
                      <a:pt x="4" y="15"/>
                      <a:pt x="0" y="12"/>
                      <a:pt x="0" y="8"/>
                    </a:cubicBezTo>
                    <a:cubicBezTo>
                      <a:pt x="0" y="4"/>
                      <a:pt x="3" y="1"/>
                      <a:pt x="8" y="0"/>
                    </a:cubicBezTo>
                    <a:cubicBezTo>
                      <a:pt x="12" y="0"/>
                      <a:pt x="16" y="3"/>
                      <a:pt x="16" y="7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787" name="Freeform 375">
                <a:extLst>
                  <a:ext uri="{FF2B5EF4-FFF2-40B4-BE49-F238E27FC236}">
                    <a16:creationId xmlns:a16="http://schemas.microsoft.com/office/drawing/2014/main" id="{7348BAD9-ABD0-4D9F-B2BD-1BE3DA552D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7" y="1827"/>
                <a:ext cx="4" cy="61"/>
              </a:xfrm>
              <a:custGeom>
                <a:avLst/>
                <a:gdLst>
                  <a:gd name="T0" fmla="*/ 7 w 3"/>
                  <a:gd name="T1" fmla="*/ 0 h 45"/>
                  <a:gd name="T2" fmla="*/ 5 w 3"/>
                  <a:gd name="T3" fmla="*/ 113 h 4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45">
                    <a:moveTo>
                      <a:pt x="3" y="0"/>
                    </a:moveTo>
                    <a:cubicBezTo>
                      <a:pt x="0" y="15"/>
                      <a:pt x="1" y="30"/>
                      <a:pt x="2" y="45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788" name="Freeform 376">
                <a:extLst>
                  <a:ext uri="{FF2B5EF4-FFF2-40B4-BE49-F238E27FC236}">
                    <a16:creationId xmlns:a16="http://schemas.microsoft.com/office/drawing/2014/main" id="{DB6AB8C1-96F0-40CE-B18A-56D40973B1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8" y="2262"/>
                <a:ext cx="274" cy="196"/>
              </a:xfrm>
              <a:custGeom>
                <a:avLst/>
                <a:gdLst>
                  <a:gd name="T0" fmla="*/ 505 w 202"/>
                  <a:gd name="T1" fmla="*/ 353 h 146"/>
                  <a:gd name="T2" fmla="*/ 259 w 202"/>
                  <a:gd name="T3" fmla="*/ 189 h 146"/>
                  <a:gd name="T4" fmla="*/ 0 w 202"/>
                  <a:gd name="T5" fmla="*/ 7 h 14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2" h="146">
                    <a:moveTo>
                      <a:pt x="202" y="146"/>
                    </a:moveTo>
                    <a:cubicBezTo>
                      <a:pt x="157" y="138"/>
                      <a:pt x="128" y="111"/>
                      <a:pt x="104" y="78"/>
                    </a:cubicBezTo>
                    <a:cubicBezTo>
                      <a:pt x="74" y="38"/>
                      <a:pt x="29" y="0"/>
                      <a:pt x="0" y="3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789" name="Freeform 377">
                <a:extLst>
                  <a:ext uri="{FF2B5EF4-FFF2-40B4-BE49-F238E27FC236}">
                    <a16:creationId xmlns:a16="http://schemas.microsoft.com/office/drawing/2014/main" id="{EE3A1601-2344-4408-AD62-CCD81D4BA4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8" y="2462"/>
                <a:ext cx="7" cy="493"/>
              </a:xfrm>
              <a:custGeom>
                <a:avLst/>
                <a:gdLst>
                  <a:gd name="T0" fmla="*/ 0 w 5"/>
                  <a:gd name="T1" fmla="*/ 894 h 366"/>
                  <a:gd name="T2" fmla="*/ 11 w 5"/>
                  <a:gd name="T3" fmla="*/ 383 h 366"/>
                  <a:gd name="T4" fmla="*/ 6 w 5"/>
                  <a:gd name="T5" fmla="*/ 0 h 36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366">
                    <a:moveTo>
                      <a:pt x="0" y="366"/>
                    </a:moveTo>
                    <a:cubicBezTo>
                      <a:pt x="1" y="342"/>
                      <a:pt x="5" y="200"/>
                      <a:pt x="4" y="157"/>
                    </a:cubicBezTo>
                    <a:cubicBezTo>
                      <a:pt x="4" y="113"/>
                      <a:pt x="2" y="50"/>
                      <a:pt x="2" y="0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790" name="Freeform 378">
                <a:extLst>
                  <a:ext uri="{FF2B5EF4-FFF2-40B4-BE49-F238E27FC236}">
                    <a16:creationId xmlns:a16="http://schemas.microsoft.com/office/drawing/2014/main" id="{D9248073-C7BD-4EF2-8651-9C6E4DED06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1" y="1224"/>
                <a:ext cx="59" cy="24"/>
              </a:xfrm>
              <a:custGeom>
                <a:avLst/>
                <a:gdLst>
                  <a:gd name="T0" fmla="*/ 99 w 44"/>
                  <a:gd name="T1" fmla="*/ 0 h 18"/>
                  <a:gd name="T2" fmla="*/ 105 w 44"/>
                  <a:gd name="T3" fmla="*/ 16 h 18"/>
                  <a:gd name="T4" fmla="*/ 90 w 44"/>
                  <a:gd name="T5" fmla="*/ 23 h 18"/>
                  <a:gd name="T6" fmla="*/ 70 w 44"/>
                  <a:gd name="T7" fmla="*/ 37 h 18"/>
                  <a:gd name="T8" fmla="*/ 38 w 44"/>
                  <a:gd name="T9" fmla="*/ 37 h 18"/>
                  <a:gd name="T10" fmla="*/ 16 w 44"/>
                  <a:gd name="T11" fmla="*/ 23 h 18"/>
                  <a:gd name="T12" fmla="*/ 1 w 44"/>
                  <a:gd name="T13" fmla="*/ 16 h 18"/>
                  <a:gd name="T14" fmla="*/ 9 w 44"/>
                  <a:gd name="T15" fmla="*/ 0 h 1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4" h="18">
                    <a:moveTo>
                      <a:pt x="41" y="0"/>
                    </a:moveTo>
                    <a:cubicBezTo>
                      <a:pt x="42" y="2"/>
                      <a:pt x="44" y="5"/>
                      <a:pt x="43" y="7"/>
                    </a:cubicBezTo>
                    <a:cubicBezTo>
                      <a:pt x="43" y="11"/>
                      <a:pt x="40" y="10"/>
                      <a:pt x="37" y="10"/>
                    </a:cubicBezTo>
                    <a:cubicBezTo>
                      <a:pt x="34" y="12"/>
                      <a:pt x="32" y="14"/>
                      <a:pt x="29" y="16"/>
                    </a:cubicBezTo>
                    <a:cubicBezTo>
                      <a:pt x="25" y="18"/>
                      <a:pt x="19" y="18"/>
                      <a:pt x="16" y="16"/>
                    </a:cubicBezTo>
                    <a:cubicBezTo>
                      <a:pt x="13" y="14"/>
                      <a:pt x="11" y="12"/>
                      <a:pt x="7" y="10"/>
                    </a:cubicBezTo>
                    <a:cubicBezTo>
                      <a:pt x="4" y="10"/>
                      <a:pt x="2" y="11"/>
                      <a:pt x="1" y="7"/>
                    </a:cubicBezTo>
                    <a:cubicBezTo>
                      <a:pt x="0" y="5"/>
                      <a:pt x="2" y="2"/>
                      <a:pt x="4" y="0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791" name="Freeform 379">
                <a:extLst>
                  <a:ext uri="{FF2B5EF4-FFF2-40B4-BE49-F238E27FC236}">
                    <a16:creationId xmlns:a16="http://schemas.microsoft.com/office/drawing/2014/main" id="{3B4BCD0B-05A5-47AE-8CED-ABFA29DA25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7" y="1205"/>
                <a:ext cx="231" cy="167"/>
              </a:xfrm>
              <a:custGeom>
                <a:avLst/>
                <a:gdLst>
                  <a:gd name="T0" fmla="*/ 0 w 171"/>
                  <a:gd name="T1" fmla="*/ 20 h 124"/>
                  <a:gd name="T2" fmla="*/ 49 w 171"/>
                  <a:gd name="T3" fmla="*/ 213 h 124"/>
                  <a:gd name="T4" fmla="*/ 209 w 171"/>
                  <a:gd name="T5" fmla="*/ 303 h 124"/>
                  <a:gd name="T6" fmla="*/ 370 w 171"/>
                  <a:gd name="T7" fmla="*/ 205 h 124"/>
                  <a:gd name="T8" fmla="*/ 421 w 171"/>
                  <a:gd name="T9" fmla="*/ 0 h 1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1" h="124">
                    <a:moveTo>
                      <a:pt x="0" y="8"/>
                    </a:moveTo>
                    <a:cubicBezTo>
                      <a:pt x="2" y="36"/>
                      <a:pt x="11" y="68"/>
                      <a:pt x="20" y="87"/>
                    </a:cubicBezTo>
                    <a:cubicBezTo>
                      <a:pt x="32" y="114"/>
                      <a:pt x="65" y="124"/>
                      <a:pt x="85" y="124"/>
                    </a:cubicBezTo>
                    <a:cubicBezTo>
                      <a:pt x="105" y="124"/>
                      <a:pt x="137" y="111"/>
                      <a:pt x="150" y="84"/>
                    </a:cubicBezTo>
                    <a:cubicBezTo>
                      <a:pt x="159" y="64"/>
                      <a:pt x="170" y="30"/>
                      <a:pt x="171" y="0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792" name="Freeform 380">
                <a:extLst>
                  <a:ext uri="{FF2B5EF4-FFF2-40B4-BE49-F238E27FC236}">
                    <a16:creationId xmlns:a16="http://schemas.microsoft.com/office/drawing/2014/main" id="{7A427F28-2A28-4A96-8B47-681E76A490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7" y="1332"/>
                <a:ext cx="86" cy="22"/>
              </a:xfrm>
              <a:custGeom>
                <a:avLst/>
                <a:gdLst>
                  <a:gd name="T0" fmla="*/ 0 w 63"/>
                  <a:gd name="T1" fmla="*/ 0 h 17"/>
                  <a:gd name="T2" fmla="*/ 78 w 63"/>
                  <a:gd name="T3" fmla="*/ 36 h 17"/>
                  <a:gd name="T4" fmla="*/ 160 w 63"/>
                  <a:gd name="T5" fmla="*/ 1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3" h="17">
                    <a:moveTo>
                      <a:pt x="0" y="0"/>
                    </a:moveTo>
                    <a:cubicBezTo>
                      <a:pt x="8" y="13"/>
                      <a:pt x="19" y="17"/>
                      <a:pt x="31" y="17"/>
                    </a:cubicBezTo>
                    <a:cubicBezTo>
                      <a:pt x="43" y="17"/>
                      <a:pt x="62" y="4"/>
                      <a:pt x="63" y="1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793" name="Freeform 381">
                <a:extLst>
                  <a:ext uri="{FF2B5EF4-FFF2-40B4-BE49-F238E27FC236}">
                    <a16:creationId xmlns:a16="http://schemas.microsoft.com/office/drawing/2014/main" id="{029430D8-50D3-44C5-8C54-E3427E6193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1" y="1923"/>
                <a:ext cx="53" cy="220"/>
              </a:xfrm>
              <a:custGeom>
                <a:avLst/>
                <a:gdLst>
                  <a:gd name="T0" fmla="*/ 71 w 39"/>
                  <a:gd name="T1" fmla="*/ 0 h 164"/>
                  <a:gd name="T2" fmla="*/ 86 w 39"/>
                  <a:gd name="T3" fmla="*/ 149 h 164"/>
                  <a:gd name="T4" fmla="*/ 26 w 39"/>
                  <a:gd name="T5" fmla="*/ 396 h 16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9" h="164">
                    <a:moveTo>
                      <a:pt x="28" y="0"/>
                    </a:moveTo>
                    <a:cubicBezTo>
                      <a:pt x="32" y="24"/>
                      <a:pt x="39" y="38"/>
                      <a:pt x="34" y="62"/>
                    </a:cubicBezTo>
                    <a:cubicBezTo>
                      <a:pt x="27" y="96"/>
                      <a:pt x="0" y="129"/>
                      <a:pt x="10" y="164"/>
                    </a:cubicBezTo>
                  </a:path>
                </a:pathLst>
              </a:custGeom>
              <a:noFill/>
              <a:ln w="4763" cap="rnd">
                <a:solidFill>
                  <a:srgbClr val="AE7A6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794" name="Freeform 382">
                <a:extLst>
                  <a:ext uri="{FF2B5EF4-FFF2-40B4-BE49-F238E27FC236}">
                    <a16:creationId xmlns:a16="http://schemas.microsoft.com/office/drawing/2014/main" id="{674210CB-4ED7-4D5D-9200-CAAE67D0BE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2" y="1663"/>
                <a:ext cx="309" cy="215"/>
              </a:xfrm>
              <a:custGeom>
                <a:avLst/>
                <a:gdLst>
                  <a:gd name="T0" fmla="*/ 0 w 228"/>
                  <a:gd name="T1" fmla="*/ 254 h 160"/>
                  <a:gd name="T2" fmla="*/ 279 w 228"/>
                  <a:gd name="T3" fmla="*/ 382 h 160"/>
                  <a:gd name="T4" fmla="*/ 511 w 228"/>
                  <a:gd name="T5" fmla="*/ 69 h 160"/>
                  <a:gd name="T6" fmla="*/ 542 w 228"/>
                  <a:gd name="T7" fmla="*/ 0 h 16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8" h="160">
                    <a:moveTo>
                      <a:pt x="0" y="105"/>
                    </a:moveTo>
                    <a:cubicBezTo>
                      <a:pt x="6" y="109"/>
                      <a:pt x="27" y="160"/>
                      <a:pt x="112" y="157"/>
                    </a:cubicBezTo>
                    <a:cubicBezTo>
                      <a:pt x="228" y="153"/>
                      <a:pt x="205" y="68"/>
                      <a:pt x="205" y="28"/>
                    </a:cubicBezTo>
                    <a:cubicBezTo>
                      <a:pt x="205" y="6"/>
                      <a:pt x="218" y="0"/>
                      <a:pt x="218" y="0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795" name="Freeform 383">
                <a:extLst>
                  <a:ext uri="{FF2B5EF4-FFF2-40B4-BE49-F238E27FC236}">
                    <a16:creationId xmlns:a16="http://schemas.microsoft.com/office/drawing/2014/main" id="{98655F18-9960-4788-A65B-6B8A626D3C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2" y="1824"/>
                <a:ext cx="6" cy="64"/>
              </a:xfrm>
              <a:custGeom>
                <a:avLst/>
                <a:gdLst>
                  <a:gd name="T0" fmla="*/ 14 w 4"/>
                  <a:gd name="T1" fmla="*/ 0 h 47"/>
                  <a:gd name="T2" fmla="*/ 0 w 4"/>
                  <a:gd name="T3" fmla="*/ 118 h 4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47">
                    <a:moveTo>
                      <a:pt x="4" y="0"/>
                    </a:moveTo>
                    <a:cubicBezTo>
                      <a:pt x="3" y="18"/>
                      <a:pt x="1" y="32"/>
                      <a:pt x="0" y="47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796" name="Freeform 384">
                <a:extLst>
                  <a:ext uri="{FF2B5EF4-FFF2-40B4-BE49-F238E27FC236}">
                    <a16:creationId xmlns:a16="http://schemas.microsoft.com/office/drawing/2014/main" id="{4F443346-FCB3-4198-8900-E5A6523F70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9" y="2211"/>
                <a:ext cx="526" cy="129"/>
              </a:xfrm>
              <a:custGeom>
                <a:avLst/>
                <a:gdLst>
                  <a:gd name="T0" fmla="*/ 967 w 388"/>
                  <a:gd name="T1" fmla="*/ 0 h 96"/>
                  <a:gd name="T2" fmla="*/ 663 w 388"/>
                  <a:gd name="T3" fmla="*/ 216 h 96"/>
                  <a:gd name="T4" fmla="*/ 434 w 388"/>
                  <a:gd name="T5" fmla="*/ 232 h 96"/>
                  <a:gd name="T6" fmla="*/ 301 w 388"/>
                  <a:gd name="T7" fmla="*/ 216 h 96"/>
                  <a:gd name="T8" fmla="*/ 0 w 388"/>
                  <a:gd name="T9" fmla="*/ 0 h 9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8" h="96">
                    <a:moveTo>
                      <a:pt x="388" y="0"/>
                    </a:moveTo>
                    <a:cubicBezTo>
                      <a:pt x="350" y="31"/>
                      <a:pt x="314" y="77"/>
                      <a:pt x="266" y="89"/>
                    </a:cubicBezTo>
                    <a:cubicBezTo>
                      <a:pt x="237" y="95"/>
                      <a:pt x="221" y="96"/>
                      <a:pt x="174" y="96"/>
                    </a:cubicBezTo>
                    <a:cubicBezTo>
                      <a:pt x="155" y="95"/>
                      <a:pt x="140" y="93"/>
                      <a:pt x="121" y="89"/>
                    </a:cubicBezTo>
                    <a:cubicBezTo>
                      <a:pt x="73" y="77"/>
                      <a:pt x="37" y="31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AE7A6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797" name="Freeform 385">
                <a:extLst>
                  <a:ext uri="{FF2B5EF4-FFF2-40B4-BE49-F238E27FC236}">
                    <a16:creationId xmlns:a16="http://schemas.microsoft.com/office/drawing/2014/main" id="{89F53046-9B5E-4CB4-A181-8DED280FAA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2" y="2367"/>
                <a:ext cx="133" cy="91"/>
              </a:xfrm>
              <a:custGeom>
                <a:avLst/>
                <a:gdLst>
                  <a:gd name="T0" fmla="*/ 246 w 98"/>
                  <a:gd name="T1" fmla="*/ 0 h 68"/>
                  <a:gd name="T2" fmla="*/ 0 w 98"/>
                  <a:gd name="T3" fmla="*/ 163 h 6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8" h="68">
                    <a:moveTo>
                      <a:pt x="98" y="0"/>
                    </a:moveTo>
                    <a:cubicBezTo>
                      <a:pt x="73" y="33"/>
                      <a:pt x="44" y="60"/>
                      <a:pt x="0" y="68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798" name="Freeform 386">
                <a:extLst>
                  <a:ext uri="{FF2B5EF4-FFF2-40B4-BE49-F238E27FC236}">
                    <a16:creationId xmlns:a16="http://schemas.microsoft.com/office/drawing/2014/main" id="{9C4A40B8-DFC6-472A-B6BB-109B5C59F4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3" y="1294"/>
                <a:ext cx="430" cy="1584"/>
              </a:xfrm>
              <a:custGeom>
                <a:avLst/>
                <a:gdLst>
                  <a:gd name="T0" fmla="*/ 505 w 317"/>
                  <a:gd name="T1" fmla="*/ 2869 h 1177"/>
                  <a:gd name="T2" fmla="*/ 289 w 317"/>
                  <a:gd name="T3" fmla="*/ 2085 h 1177"/>
                  <a:gd name="T4" fmla="*/ 378 w 317"/>
                  <a:gd name="T5" fmla="*/ 1480 h 1177"/>
                  <a:gd name="T6" fmla="*/ 464 w 317"/>
                  <a:gd name="T7" fmla="*/ 1192 h 1177"/>
                  <a:gd name="T8" fmla="*/ 454 w 317"/>
                  <a:gd name="T9" fmla="*/ 1074 h 1177"/>
                  <a:gd name="T10" fmla="*/ 454 w 317"/>
                  <a:gd name="T11" fmla="*/ 1074 h 1177"/>
                  <a:gd name="T12" fmla="*/ 365 w 317"/>
                  <a:gd name="T13" fmla="*/ 1299 h 1177"/>
                  <a:gd name="T14" fmla="*/ 269 w 317"/>
                  <a:gd name="T15" fmla="*/ 1655 h 1177"/>
                  <a:gd name="T16" fmla="*/ 218 w 317"/>
                  <a:gd name="T17" fmla="*/ 1821 h 1177"/>
                  <a:gd name="T18" fmla="*/ 184 w 317"/>
                  <a:gd name="T19" fmla="*/ 1929 h 1177"/>
                  <a:gd name="T20" fmla="*/ 182 w 317"/>
                  <a:gd name="T21" fmla="*/ 1937 h 1177"/>
                  <a:gd name="T22" fmla="*/ 195 w 317"/>
                  <a:gd name="T23" fmla="*/ 2003 h 1177"/>
                  <a:gd name="T24" fmla="*/ 197 w 317"/>
                  <a:gd name="T25" fmla="*/ 2141 h 1177"/>
                  <a:gd name="T26" fmla="*/ 187 w 317"/>
                  <a:gd name="T27" fmla="*/ 2222 h 1177"/>
                  <a:gd name="T28" fmla="*/ 191 w 317"/>
                  <a:gd name="T29" fmla="*/ 2243 h 1177"/>
                  <a:gd name="T30" fmla="*/ 195 w 317"/>
                  <a:gd name="T31" fmla="*/ 2262 h 1177"/>
                  <a:gd name="T32" fmla="*/ 174 w 317"/>
                  <a:gd name="T33" fmla="*/ 2268 h 1177"/>
                  <a:gd name="T34" fmla="*/ 187 w 317"/>
                  <a:gd name="T35" fmla="*/ 2305 h 1177"/>
                  <a:gd name="T36" fmla="*/ 125 w 317"/>
                  <a:gd name="T37" fmla="*/ 2285 h 1177"/>
                  <a:gd name="T38" fmla="*/ 56 w 317"/>
                  <a:gd name="T39" fmla="*/ 2241 h 1177"/>
                  <a:gd name="T40" fmla="*/ 26 w 317"/>
                  <a:gd name="T41" fmla="*/ 2186 h 1177"/>
                  <a:gd name="T42" fmla="*/ 7 w 317"/>
                  <a:gd name="T43" fmla="*/ 2143 h 1177"/>
                  <a:gd name="T44" fmla="*/ 7 w 317"/>
                  <a:gd name="T45" fmla="*/ 2091 h 1177"/>
                  <a:gd name="T46" fmla="*/ 35 w 317"/>
                  <a:gd name="T47" fmla="*/ 1969 h 1177"/>
                  <a:gd name="T48" fmla="*/ 50 w 317"/>
                  <a:gd name="T49" fmla="*/ 1902 h 1177"/>
                  <a:gd name="T50" fmla="*/ 50 w 317"/>
                  <a:gd name="T51" fmla="*/ 1902 h 1177"/>
                  <a:gd name="T52" fmla="*/ 47 w 317"/>
                  <a:gd name="T53" fmla="*/ 1845 h 1177"/>
                  <a:gd name="T54" fmla="*/ 57 w 317"/>
                  <a:gd name="T55" fmla="*/ 1750 h 1177"/>
                  <a:gd name="T56" fmla="*/ 71 w 317"/>
                  <a:gd name="T57" fmla="*/ 1572 h 1177"/>
                  <a:gd name="T58" fmla="*/ 110 w 317"/>
                  <a:gd name="T59" fmla="*/ 1241 h 1177"/>
                  <a:gd name="T60" fmla="*/ 195 w 317"/>
                  <a:gd name="T61" fmla="*/ 869 h 1177"/>
                  <a:gd name="T62" fmla="*/ 324 w 317"/>
                  <a:gd name="T63" fmla="*/ 347 h 1177"/>
                  <a:gd name="T64" fmla="*/ 693 w 317"/>
                  <a:gd name="T65" fmla="*/ 174 h 1177"/>
                  <a:gd name="T66" fmla="*/ 791 w 317"/>
                  <a:gd name="T67" fmla="*/ 0 h 1177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317" h="1177">
                    <a:moveTo>
                      <a:pt x="202" y="1177"/>
                    </a:moveTo>
                    <a:cubicBezTo>
                      <a:pt x="178" y="1125"/>
                      <a:pt x="122" y="951"/>
                      <a:pt x="116" y="855"/>
                    </a:cubicBezTo>
                    <a:cubicBezTo>
                      <a:pt x="110" y="759"/>
                      <a:pt x="134" y="669"/>
                      <a:pt x="152" y="607"/>
                    </a:cubicBezTo>
                    <a:cubicBezTo>
                      <a:pt x="170" y="545"/>
                      <a:pt x="186" y="517"/>
                      <a:pt x="186" y="489"/>
                    </a:cubicBezTo>
                    <a:cubicBezTo>
                      <a:pt x="186" y="475"/>
                      <a:pt x="183" y="458"/>
                      <a:pt x="182" y="441"/>
                    </a:cubicBezTo>
                    <a:cubicBezTo>
                      <a:pt x="182" y="441"/>
                      <a:pt x="182" y="441"/>
                      <a:pt x="182" y="441"/>
                    </a:cubicBezTo>
                    <a:cubicBezTo>
                      <a:pt x="176" y="453"/>
                      <a:pt x="148" y="509"/>
                      <a:pt x="146" y="533"/>
                    </a:cubicBezTo>
                    <a:cubicBezTo>
                      <a:pt x="144" y="557"/>
                      <a:pt x="130" y="611"/>
                      <a:pt x="108" y="679"/>
                    </a:cubicBezTo>
                    <a:cubicBezTo>
                      <a:pt x="98" y="707"/>
                      <a:pt x="90" y="735"/>
                      <a:pt x="88" y="747"/>
                    </a:cubicBezTo>
                    <a:cubicBezTo>
                      <a:pt x="85" y="760"/>
                      <a:pt x="77" y="787"/>
                      <a:pt x="74" y="791"/>
                    </a:cubicBezTo>
                    <a:cubicBezTo>
                      <a:pt x="73" y="792"/>
                      <a:pt x="73" y="793"/>
                      <a:pt x="73" y="794"/>
                    </a:cubicBezTo>
                    <a:cubicBezTo>
                      <a:pt x="72" y="801"/>
                      <a:pt x="75" y="810"/>
                      <a:pt x="78" y="822"/>
                    </a:cubicBezTo>
                    <a:cubicBezTo>
                      <a:pt x="83" y="841"/>
                      <a:pt x="81" y="869"/>
                      <a:pt x="79" y="878"/>
                    </a:cubicBezTo>
                    <a:cubicBezTo>
                      <a:pt x="81" y="889"/>
                      <a:pt x="81" y="911"/>
                      <a:pt x="75" y="912"/>
                    </a:cubicBezTo>
                    <a:cubicBezTo>
                      <a:pt x="78" y="917"/>
                      <a:pt x="79" y="917"/>
                      <a:pt x="77" y="921"/>
                    </a:cubicBezTo>
                    <a:cubicBezTo>
                      <a:pt x="79" y="925"/>
                      <a:pt x="79" y="926"/>
                      <a:pt x="78" y="928"/>
                    </a:cubicBezTo>
                    <a:cubicBezTo>
                      <a:pt x="75" y="935"/>
                      <a:pt x="65" y="927"/>
                      <a:pt x="69" y="930"/>
                    </a:cubicBezTo>
                    <a:cubicBezTo>
                      <a:pt x="74" y="933"/>
                      <a:pt x="79" y="939"/>
                      <a:pt x="75" y="946"/>
                    </a:cubicBezTo>
                    <a:cubicBezTo>
                      <a:pt x="74" y="949"/>
                      <a:pt x="57" y="942"/>
                      <a:pt x="50" y="938"/>
                    </a:cubicBezTo>
                    <a:cubicBezTo>
                      <a:pt x="39" y="934"/>
                      <a:pt x="25" y="926"/>
                      <a:pt x="22" y="919"/>
                    </a:cubicBezTo>
                    <a:cubicBezTo>
                      <a:pt x="18" y="913"/>
                      <a:pt x="12" y="902"/>
                      <a:pt x="10" y="897"/>
                    </a:cubicBezTo>
                    <a:cubicBezTo>
                      <a:pt x="8" y="890"/>
                      <a:pt x="5" y="884"/>
                      <a:pt x="3" y="879"/>
                    </a:cubicBezTo>
                    <a:cubicBezTo>
                      <a:pt x="1" y="874"/>
                      <a:pt x="0" y="862"/>
                      <a:pt x="3" y="858"/>
                    </a:cubicBezTo>
                    <a:cubicBezTo>
                      <a:pt x="5" y="854"/>
                      <a:pt x="8" y="826"/>
                      <a:pt x="14" y="808"/>
                    </a:cubicBezTo>
                    <a:cubicBezTo>
                      <a:pt x="15" y="803"/>
                      <a:pt x="17" y="793"/>
                      <a:pt x="20" y="780"/>
                    </a:cubicBezTo>
                    <a:cubicBezTo>
                      <a:pt x="20" y="780"/>
                      <a:pt x="20" y="780"/>
                      <a:pt x="20" y="780"/>
                    </a:cubicBezTo>
                    <a:cubicBezTo>
                      <a:pt x="21" y="772"/>
                      <a:pt x="18" y="766"/>
                      <a:pt x="19" y="757"/>
                    </a:cubicBezTo>
                    <a:cubicBezTo>
                      <a:pt x="20" y="746"/>
                      <a:pt x="23" y="731"/>
                      <a:pt x="23" y="718"/>
                    </a:cubicBezTo>
                    <a:cubicBezTo>
                      <a:pt x="24" y="697"/>
                      <a:pt x="25" y="674"/>
                      <a:pt x="28" y="645"/>
                    </a:cubicBezTo>
                    <a:cubicBezTo>
                      <a:pt x="35" y="576"/>
                      <a:pt x="33" y="555"/>
                      <a:pt x="44" y="509"/>
                    </a:cubicBezTo>
                    <a:cubicBezTo>
                      <a:pt x="49" y="485"/>
                      <a:pt x="64" y="426"/>
                      <a:pt x="78" y="357"/>
                    </a:cubicBezTo>
                    <a:cubicBezTo>
                      <a:pt x="98" y="257"/>
                      <a:pt x="88" y="215"/>
                      <a:pt x="130" y="143"/>
                    </a:cubicBezTo>
                    <a:cubicBezTo>
                      <a:pt x="172" y="71"/>
                      <a:pt x="235" y="92"/>
                      <a:pt x="278" y="71"/>
                    </a:cubicBezTo>
                    <a:cubicBezTo>
                      <a:pt x="303" y="59"/>
                      <a:pt x="317" y="36"/>
                      <a:pt x="317" y="0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799" name="Freeform 387">
                <a:extLst>
                  <a:ext uri="{FF2B5EF4-FFF2-40B4-BE49-F238E27FC236}">
                    <a16:creationId xmlns:a16="http://schemas.microsoft.com/office/drawing/2014/main" id="{8F160B46-A457-4C65-8FEA-0C08D9D5E2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9" y="1923"/>
                <a:ext cx="53" cy="220"/>
              </a:xfrm>
              <a:custGeom>
                <a:avLst/>
                <a:gdLst>
                  <a:gd name="T0" fmla="*/ 30 w 39"/>
                  <a:gd name="T1" fmla="*/ 0 h 164"/>
                  <a:gd name="T2" fmla="*/ 15 w 39"/>
                  <a:gd name="T3" fmla="*/ 149 h 164"/>
                  <a:gd name="T4" fmla="*/ 76 w 39"/>
                  <a:gd name="T5" fmla="*/ 396 h 16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9" h="164">
                    <a:moveTo>
                      <a:pt x="12" y="0"/>
                    </a:moveTo>
                    <a:cubicBezTo>
                      <a:pt x="7" y="24"/>
                      <a:pt x="0" y="38"/>
                      <a:pt x="6" y="62"/>
                    </a:cubicBezTo>
                    <a:cubicBezTo>
                      <a:pt x="13" y="96"/>
                      <a:pt x="39" y="129"/>
                      <a:pt x="30" y="164"/>
                    </a:cubicBezTo>
                  </a:path>
                </a:pathLst>
              </a:custGeom>
              <a:noFill/>
              <a:ln w="4763" cap="rnd">
                <a:solidFill>
                  <a:srgbClr val="AE7A6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800" name="Freeform 388">
                <a:extLst>
                  <a:ext uri="{FF2B5EF4-FFF2-40B4-BE49-F238E27FC236}">
                    <a16:creationId xmlns:a16="http://schemas.microsoft.com/office/drawing/2014/main" id="{D2A8B551-1D0C-4F4E-98CA-D6DD776E4C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7" y="1212"/>
                <a:ext cx="18" cy="25"/>
              </a:xfrm>
              <a:custGeom>
                <a:avLst/>
                <a:gdLst>
                  <a:gd name="T0" fmla="*/ 0 w 13"/>
                  <a:gd name="T1" fmla="*/ 34 h 19"/>
                  <a:gd name="T2" fmla="*/ 35 w 13"/>
                  <a:gd name="T3" fmla="*/ 0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19">
                    <a:moveTo>
                      <a:pt x="0" y="15"/>
                    </a:moveTo>
                    <a:cubicBezTo>
                      <a:pt x="9" y="19"/>
                      <a:pt x="10" y="7"/>
                      <a:pt x="13" y="0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801" name="Freeform 389">
                <a:extLst>
                  <a:ext uri="{FF2B5EF4-FFF2-40B4-BE49-F238E27FC236}">
                    <a16:creationId xmlns:a16="http://schemas.microsoft.com/office/drawing/2014/main" id="{E00B4E54-66B1-42E8-BFAC-3C338A025D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6" y="1212"/>
                <a:ext cx="22" cy="25"/>
              </a:xfrm>
              <a:custGeom>
                <a:avLst/>
                <a:gdLst>
                  <a:gd name="T0" fmla="*/ 0 w 16"/>
                  <a:gd name="T1" fmla="*/ 0 h 19"/>
                  <a:gd name="T2" fmla="*/ 41 w 16"/>
                  <a:gd name="T3" fmla="*/ 34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19">
                    <a:moveTo>
                      <a:pt x="0" y="0"/>
                    </a:moveTo>
                    <a:cubicBezTo>
                      <a:pt x="5" y="7"/>
                      <a:pt x="5" y="19"/>
                      <a:pt x="16" y="15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802" name="Freeform 390">
                <a:extLst>
                  <a:ext uri="{FF2B5EF4-FFF2-40B4-BE49-F238E27FC236}">
                    <a16:creationId xmlns:a16="http://schemas.microsoft.com/office/drawing/2014/main" id="{D726CA66-F1CE-44D0-AF24-33EB120416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6" y="1209"/>
                <a:ext cx="1" cy="3"/>
              </a:xfrm>
              <a:custGeom>
                <a:avLst/>
                <a:gdLst>
                  <a:gd name="T0" fmla="*/ 0 w 1"/>
                  <a:gd name="T1" fmla="*/ 5 h 2"/>
                  <a:gd name="T2" fmla="*/ 0 w 1"/>
                  <a:gd name="T3" fmla="*/ 0 h 2"/>
                  <a:gd name="T4" fmla="*/ 0 w 1"/>
                  <a:gd name="T5" fmla="*/ 8 h 2"/>
                  <a:gd name="T6" fmla="*/ 0 w 1"/>
                  <a:gd name="T7" fmla="*/ 8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803" name="Freeform 391">
                <a:extLst>
                  <a:ext uri="{FF2B5EF4-FFF2-40B4-BE49-F238E27FC236}">
                    <a16:creationId xmlns:a16="http://schemas.microsoft.com/office/drawing/2014/main" id="{6B3D0670-9570-4DFA-9E76-E4CD81CC4B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1" y="1936"/>
                <a:ext cx="62" cy="50"/>
              </a:xfrm>
              <a:custGeom>
                <a:avLst/>
                <a:gdLst>
                  <a:gd name="T0" fmla="*/ 0 w 46"/>
                  <a:gd name="T1" fmla="*/ 0 h 37"/>
                  <a:gd name="T2" fmla="*/ 113 w 46"/>
                  <a:gd name="T3" fmla="*/ 92 h 3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6" h="37">
                    <a:moveTo>
                      <a:pt x="0" y="0"/>
                    </a:moveTo>
                    <a:cubicBezTo>
                      <a:pt x="17" y="10"/>
                      <a:pt x="40" y="17"/>
                      <a:pt x="46" y="37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804" name="Freeform 392">
                <a:extLst>
                  <a:ext uri="{FF2B5EF4-FFF2-40B4-BE49-F238E27FC236}">
                    <a16:creationId xmlns:a16="http://schemas.microsoft.com/office/drawing/2014/main" id="{677B56AA-11D4-49E8-AAC9-49A5F69D2A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2" y="1932"/>
                <a:ext cx="58" cy="50"/>
              </a:xfrm>
              <a:custGeom>
                <a:avLst/>
                <a:gdLst>
                  <a:gd name="T0" fmla="*/ 0 w 43"/>
                  <a:gd name="T1" fmla="*/ 92 h 37"/>
                  <a:gd name="T2" fmla="*/ 105 w 43"/>
                  <a:gd name="T3" fmla="*/ 0 h 3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3" h="37">
                    <a:moveTo>
                      <a:pt x="0" y="37"/>
                    </a:moveTo>
                    <a:cubicBezTo>
                      <a:pt x="13" y="24"/>
                      <a:pt x="24" y="6"/>
                      <a:pt x="43" y="0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805" name="Freeform 393">
                <a:extLst>
                  <a:ext uri="{FF2B5EF4-FFF2-40B4-BE49-F238E27FC236}">
                    <a16:creationId xmlns:a16="http://schemas.microsoft.com/office/drawing/2014/main" id="{8CC53206-3C7B-407D-9DE0-BE80E3BE70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19" y="2240"/>
                <a:ext cx="91" cy="62"/>
              </a:xfrm>
              <a:custGeom>
                <a:avLst/>
                <a:gdLst>
                  <a:gd name="T0" fmla="*/ 0 w 67"/>
                  <a:gd name="T1" fmla="*/ 113 h 46"/>
                  <a:gd name="T2" fmla="*/ 168 w 67"/>
                  <a:gd name="T3" fmla="*/ 0 h 4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7" h="46">
                    <a:moveTo>
                      <a:pt x="0" y="46"/>
                    </a:moveTo>
                    <a:cubicBezTo>
                      <a:pt x="24" y="14"/>
                      <a:pt x="67" y="0"/>
                      <a:pt x="67" y="0"/>
                    </a:cubicBezTo>
                  </a:path>
                </a:pathLst>
              </a:custGeom>
              <a:noFill/>
              <a:ln w="4763" cap="rnd">
                <a:solidFill>
                  <a:srgbClr val="AE7A6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806" name="Freeform 394">
                <a:extLst>
                  <a:ext uri="{FF2B5EF4-FFF2-40B4-BE49-F238E27FC236}">
                    <a16:creationId xmlns:a16="http://schemas.microsoft.com/office/drawing/2014/main" id="{048CF831-A599-4DBC-BBAD-1658C81152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2" y="2283"/>
                <a:ext cx="234" cy="37"/>
              </a:xfrm>
              <a:custGeom>
                <a:avLst/>
                <a:gdLst>
                  <a:gd name="T0" fmla="*/ 0 w 173"/>
                  <a:gd name="T1" fmla="*/ 29 h 27"/>
                  <a:gd name="T2" fmla="*/ 197 w 173"/>
                  <a:gd name="T3" fmla="*/ 15 h 27"/>
                  <a:gd name="T4" fmla="*/ 429 w 173"/>
                  <a:gd name="T5" fmla="*/ 7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3" h="27">
                    <a:moveTo>
                      <a:pt x="0" y="11"/>
                    </a:moveTo>
                    <a:cubicBezTo>
                      <a:pt x="29" y="27"/>
                      <a:pt x="45" y="0"/>
                      <a:pt x="80" y="6"/>
                    </a:cubicBezTo>
                    <a:cubicBezTo>
                      <a:pt x="114" y="11"/>
                      <a:pt x="141" y="16"/>
                      <a:pt x="173" y="3"/>
                    </a:cubicBezTo>
                  </a:path>
                </a:pathLst>
              </a:custGeom>
              <a:noFill/>
              <a:ln w="4763" cap="rnd">
                <a:solidFill>
                  <a:srgbClr val="AE7A6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807" name="Freeform 395">
                <a:extLst>
                  <a:ext uri="{FF2B5EF4-FFF2-40B4-BE49-F238E27FC236}">
                    <a16:creationId xmlns:a16="http://schemas.microsoft.com/office/drawing/2014/main" id="{8B5976AE-0376-466A-8BFF-BB37F7AC85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5" y="2185"/>
                <a:ext cx="53" cy="16"/>
              </a:xfrm>
              <a:custGeom>
                <a:avLst/>
                <a:gdLst>
                  <a:gd name="T0" fmla="*/ 0 w 39"/>
                  <a:gd name="T1" fmla="*/ 28 h 12"/>
                  <a:gd name="T2" fmla="*/ 48 w 39"/>
                  <a:gd name="T3" fmla="*/ 0 h 12"/>
                  <a:gd name="T4" fmla="*/ 98 w 39"/>
                  <a:gd name="T5" fmla="*/ 27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9" h="12">
                    <a:moveTo>
                      <a:pt x="0" y="12"/>
                    </a:moveTo>
                    <a:cubicBezTo>
                      <a:pt x="8" y="4"/>
                      <a:pt x="11" y="0"/>
                      <a:pt x="19" y="0"/>
                    </a:cubicBezTo>
                    <a:cubicBezTo>
                      <a:pt x="28" y="0"/>
                      <a:pt x="30" y="2"/>
                      <a:pt x="39" y="11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808" name="Freeform 396">
                <a:extLst>
                  <a:ext uri="{FF2B5EF4-FFF2-40B4-BE49-F238E27FC236}">
                    <a16:creationId xmlns:a16="http://schemas.microsoft.com/office/drawing/2014/main" id="{5AE07985-77DA-47D2-A2E8-5A0CD4BD13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6" y="2193"/>
                <a:ext cx="32" cy="11"/>
              </a:xfrm>
              <a:custGeom>
                <a:avLst/>
                <a:gdLst>
                  <a:gd name="T0" fmla="*/ 0 w 24"/>
                  <a:gd name="T1" fmla="*/ 0 h 8"/>
                  <a:gd name="T2" fmla="*/ 57 w 24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8">
                    <a:moveTo>
                      <a:pt x="0" y="0"/>
                    </a:moveTo>
                    <a:cubicBezTo>
                      <a:pt x="3" y="8"/>
                      <a:pt x="20" y="8"/>
                      <a:pt x="24" y="0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809" name="Freeform 397">
                <a:extLst>
                  <a:ext uri="{FF2B5EF4-FFF2-40B4-BE49-F238E27FC236}">
                    <a16:creationId xmlns:a16="http://schemas.microsoft.com/office/drawing/2014/main" id="{0B2F232C-DE71-41C6-82FA-28C5BE6FC7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9" y="1466"/>
                <a:ext cx="137" cy="15"/>
              </a:xfrm>
              <a:custGeom>
                <a:avLst/>
                <a:gdLst>
                  <a:gd name="T0" fmla="*/ 0 w 101"/>
                  <a:gd name="T1" fmla="*/ 0 h 11"/>
                  <a:gd name="T2" fmla="*/ 68 w 101"/>
                  <a:gd name="T3" fmla="*/ 14 h 11"/>
                  <a:gd name="T4" fmla="*/ 145 w 101"/>
                  <a:gd name="T5" fmla="*/ 14 h 11"/>
                  <a:gd name="T6" fmla="*/ 247 w 101"/>
                  <a:gd name="T7" fmla="*/ 20 h 11"/>
                  <a:gd name="T8" fmla="*/ 252 w 101"/>
                  <a:gd name="T9" fmla="*/ 27 h 11"/>
                  <a:gd name="T10" fmla="*/ 252 w 101"/>
                  <a:gd name="T11" fmla="*/ 27 h 11"/>
                  <a:gd name="T12" fmla="*/ 250 w 101"/>
                  <a:gd name="T13" fmla="*/ 15 h 11"/>
                  <a:gd name="T14" fmla="*/ 145 w 101"/>
                  <a:gd name="T15" fmla="*/ 7 h 11"/>
                  <a:gd name="T16" fmla="*/ 71 w 101"/>
                  <a:gd name="T17" fmla="*/ 7 h 11"/>
                  <a:gd name="T18" fmla="*/ 0 w 101"/>
                  <a:gd name="T19" fmla="*/ 0 h 1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01" h="11">
                    <a:moveTo>
                      <a:pt x="0" y="0"/>
                    </a:moveTo>
                    <a:cubicBezTo>
                      <a:pt x="5" y="0"/>
                      <a:pt x="22" y="3"/>
                      <a:pt x="27" y="5"/>
                    </a:cubicBezTo>
                    <a:cubicBezTo>
                      <a:pt x="33" y="7"/>
                      <a:pt x="45" y="6"/>
                      <a:pt x="58" y="5"/>
                    </a:cubicBezTo>
                    <a:cubicBezTo>
                      <a:pt x="75" y="4"/>
                      <a:pt x="93" y="2"/>
                      <a:pt x="99" y="8"/>
                    </a:cubicBezTo>
                    <a:cubicBezTo>
                      <a:pt x="100" y="8"/>
                      <a:pt x="101" y="10"/>
                      <a:pt x="101" y="11"/>
                    </a:cubicBezTo>
                    <a:cubicBezTo>
                      <a:pt x="101" y="11"/>
                      <a:pt x="101" y="11"/>
                      <a:pt x="101" y="11"/>
                    </a:cubicBezTo>
                    <a:cubicBezTo>
                      <a:pt x="101" y="9"/>
                      <a:pt x="101" y="7"/>
                      <a:pt x="100" y="6"/>
                    </a:cubicBezTo>
                    <a:cubicBezTo>
                      <a:pt x="94" y="0"/>
                      <a:pt x="76" y="2"/>
                      <a:pt x="58" y="3"/>
                    </a:cubicBezTo>
                    <a:cubicBezTo>
                      <a:pt x="45" y="4"/>
                      <a:pt x="33" y="5"/>
                      <a:pt x="28" y="3"/>
                    </a:cubicBezTo>
                    <a:cubicBezTo>
                      <a:pt x="23" y="1"/>
                      <a:pt x="6" y="0"/>
                      <a:pt x="0" y="0"/>
                    </a:cubicBez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810" name="Freeform 398">
                <a:extLst>
                  <a:ext uri="{FF2B5EF4-FFF2-40B4-BE49-F238E27FC236}">
                    <a16:creationId xmlns:a16="http://schemas.microsoft.com/office/drawing/2014/main" id="{E51D362E-50F5-4AB0-A67D-D77E4E4645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2" y="1497"/>
                <a:ext cx="26" cy="15"/>
              </a:xfrm>
              <a:custGeom>
                <a:avLst/>
                <a:gdLst>
                  <a:gd name="T0" fmla="*/ 0 w 19"/>
                  <a:gd name="T1" fmla="*/ 0 h 11"/>
                  <a:gd name="T2" fmla="*/ 21 w 19"/>
                  <a:gd name="T3" fmla="*/ 27 h 11"/>
                  <a:gd name="T4" fmla="*/ 49 w 19"/>
                  <a:gd name="T5" fmla="*/ 1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11">
                    <a:moveTo>
                      <a:pt x="0" y="0"/>
                    </a:moveTo>
                    <a:cubicBezTo>
                      <a:pt x="3" y="7"/>
                      <a:pt x="5" y="10"/>
                      <a:pt x="8" y="11"/>
                    </a:cubicBezTo>
                    <a:cubicBezTo>
                      <a:pt x="11" y="11"/>
                      <a:pt x="15" y="7"/>
                      <a:pt x="19" y="1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811" name="Freeform 399">
                <a:extLst>
                  <a:ext uri="{FF2B5EF4-FFF2-40B4-BE49-F238E27FC236}">
                    <a16:creationId xmlns:a16="http://schemas.microsoft.com/office/drawing/2014/main" id="{69558694-9084-4169-9DFF-398A2DA351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5" y="2493"/>
                <a:ext cx="53" cy="42"/>
              </a:xfrm>
              <a:custGeom>
                <a:avLst/>
                <a:gdLst>
                  <a:gd name="T0" fmla="*/ 0 w 39"/>
                  <a:gd name="T1" fmla="*/ 0 h 31"/>
                  <a:gd name="T2" fmla="*/ 35 w 39"/>
                  <a:gd name="T3" fmla="*/ 41 h 31"/>
                  <a:gd name="T4" fmla="*/ 77 w 39"/>
                  <a:gd name="T5" fmla="*/ 64 h 31"/>
                  <a:gd name="T6" fmla="*/ 98 w 39"/>
                  <a:gd name="T7" fmla="*/ 77 h 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9" h="31">
                    <a:moveTo>
                      <a:pt x="0" y="0"/>
                    </a:moveTo>
                    <a:cubicBezTo>
                      <a:pt x="4" y="2"/>
                      <a:pt x="9" y="13"/>
                      <a:pt x="14" y="16"/>
                    </a:cubicBezTo>
                    <a:cubicBezTo>
                      <a:pt x="19" y="21"/>
                      <a:pt x="26" y="23"/>
                      <a:pt x="31" y="26"/>
                    </a:cubicBezTo>
                    <a:cubicBezTo>
                      <a:pt x="34" y="28"/>
                      <a:pt x="37" y="29"/>
                      <a:pt x="39" y="31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812" name="Freeform 400">
                <a:extLst>
                  <a:ext uri="{FF2B5EF4-FFF2-40B4-BE49-F238E27FC236}">
                    <a16:creationId xmlns:a16="http://schemas.microsoft.com/office/drawing/2014/main" id="{414CC28F-A1AC-4FD8-B192-ED0A4663E3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6" y="2503"/>
                <a:ext cx="41" cy="42"/>
              </a:xfrm>
              <a:custGeom>
                <a:avLst/>
                <a:gdLst>
                  <a:gd name="T0" fmla="*/ 77 w 30"/>
                  <a:gd name="T1" fmla="*/ 77 h 31"/>
                  <a:gd name="T2" fmla="*/ 26 w 30"/>
                  <a:gd name="T3" fmla="*/ 45 h 31"/>
                  <a:gd name="T4" fmla="*/ 0 w 30"/>
                  <a:gd name="T5" fmla="*/ 0 h 3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0" h="31">
                    <a:moveTo>
                      <a:pt x="30" y="31"/>
                    </a:moveTo>
                    <a:cubicBezTo>
                      <a:pt x="21" y="22"/>
                      <a:pt x="16" y="21"/>
                      <a:pt x="10" y="18"/>
                    </a:cubicBezTo>
                    <a:cubicBezTo>
                      <a:pt x="10" y="16"/>
                      <a:pt x="4" y="5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813" name="Freeform 401">
                <a:extLst>
                  <a:ext uri="{FF2B5EF4-FFF2-40B4-BE49-F238E27FC236}">
                    <a16:creationId xmlns:a16="http://schemas.microsoft.com/office/drawing/2014/main" id="{8DE0B1A0-9C62-429C-B652-40CD4E0288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2" y="2449"/>
                <a:ext cx="56" cy="74"/>
              </a:xfrm>
              <a:custGeom>
                <a:avLst/>
                <a:gdLst>
                  <a:gd name="T0" fmla="*/ 104 w 41"/>
                  <a:gd name="T1" fmla="*/ 135 h 55"/>
                  <a:gd name="T2" fmla="*/ 61 w 41"/>
                  <a:gd name="T3" fmla="*/ 94 h 55"/>
                  <a:gd name="T4" fmla="*/ 56 w 41"/>
                  <a:gd name="T5" fmla="*/ 30 h 55"/>
                  <a:gd name="T6" fmla="*/ 37 w 41"/>
                  <a:gd name="T7" fmla="*/ 0 h 55"/>
                  <a:gd name="T8" fmla="*/ 0 w 41"/>
                  <a:gd name="T9" fmla="*/ 51 h 55"/>
                  <a:gd name="T10" fmla="*/ 7 w 41"/>
                  <a:gd name="T11" fmla="*/ 100 h 5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1" h="55">
                    <a:moveTo>
                      <a:pt x="41" y="55"/>
                    </a:moveTo>
                    <a:cubicBezTo>
                      <a:pt x="30" y="55"/>
                      <a:pt x="24" y="45"/>
                      <a:pt x="24" y="39"/>
                    </a:cubicBezTo>
                    <a:cubicBezTo>
                      <a:pt x="22" y="33"/>
                      <a:pt x="22" y="16"/>
                      <a:pt x="22" y="12"/>
                    </a:cubicBezTo>
                    <a:cubicBezTo>
                      <a:pt x="22" y="7"/>
                      <a:pt x="21" y="1"/>
                      <a:pt x="15" y="0"/>
                    </a:cubicBezTo>
                    <a:cubicBezTo>
                      <a:pt x="8" y="5"/>
                      <a:pt x="0" y="14"/>
                      <a:pt x="0" y="21"/>
                    </a:cubicBezTo>
                    <a:cubicBezTo>
                      <a:pt x="0" y="28"/>
                      <a:pt x="4" y="34"/>
                      <a:pt x="3" y="41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814" name="Freeform 402">
                <a:extLst>
                  <a:ext uri="{FF2B5EF4-FFF2-40B4-BE49-F238E27FC236}">
                    <a16:creationId xmlns:a16="http://schemas.microsoft.com/office/drawing/2014/main" id="{FAE0C39A-8F28-4CD7-973A-C865995728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7" y="2558"/>
                <a:ext cx="19" cy="8"/>
              </a:xfrm>
              <a:custGeom>
                <a:avLst/>
                <a:gdLst>
                  <a:gd name="T0" fmla="*/ 35 w 14"/>
                  <a:gd name="T1" fmla="*/ 15 h 6"/>
                  <a:gd name="T2" fmla="*/ 0 w 14"/>
                  <a:gd name="T3" fmla="*/ 7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6">
                    <a:moveTo>
                      <a:pt x="14" y="6"/>
                    </a:moveTo>
                    <a:cubicBezTo>
                      <a:pt x="9" y="2"/>
                      <a:pt x="2" y="0"/>
                      <a:pt x="0" y="3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815" name="Freeform 403">
                <a:extLst>
                  <a:ext uri="{FF2B5EF4-FFF2-40B4-BE49-F238E27FC236}">
                    <a16:creationId xmlns:a16="http://schemas.microsoft.com/office/drawing/2014/main" id="{F019C6BE-AF49-4F59-AC64-6AC57297BE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2" y="2524"/>
                <a:ext cx="9" cy="8"/>
              </a:xfrm>
              <a:custGeom>
                <a:avLst/>
                <a:gdLst>
                  <a:gd name="T0" fmla="*/ 15 w 7"/>
                  <a:gd name="T1" fmla="*/ 5 h 6"/>
                  <a:gd name="T2" fmla="*/ 0 w 7"/>
                  <a:gd name="T3" fmla="*/ 15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6">
                    <a:moveTo>
                      <a:pt x="7" y="2"/>
                    </a:moveTo>
                    <a:cubicBezTo>
                      <a:pt x="5" y="0"/>
                      <a:pt x="4" y="4"/>
                      <a:pt x="0" y="6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816" name="Freeform 404">
                <a:extLst>
                  <a:ext uri="{FF2B5EF4-FFF2-40B4-BE49-F238E27FC236}">
                    <a16:creationId xmlns:a16="http://schemas.microsoft.com/office/drawing/2014/main" id="{D8014542-9860-4C1C-9871-235C2B962D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9" y="2499"/>
                <a:ext cx="7" cy="4"/>
              </a:xfrm>
              <a:custGeom>
                <a:avLst/>
                <a:gdLst>
                  <a:gd name="T0" fmla="*/ 14 w 5"/>
                  <a:gd name="T1" fmla="*/ 7 h 3"/>
                  <a:gd name="T2" fmla="*/ 0 w 5"/>
                  <a:gd name="T3" fmla="*/ 5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3">
                    <a:moveTo>
                      <a:pt x="5" y="3"/>
                    </a:moveTo>
                    <a:cubicBezTo>
                      <a:pt x="2" y="0"/>
                      <a:pt x="1" y="1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817" name="Freeform 405">
                <a:extLst>
                  <a:ext uri="{FF2B5EF4-FFF2-40B4-BE49-F238E27FC236}">
                    <a16:creationId xmlns:a16="http://schemas.microsoft.com/office/drawing/2014/main" id="{55E388D3-33AC-4148-9535-5229648F21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7" y="2442"/>
                <a:ext cx="4" cy="14"/>
              </a:xfrm>
              <a:custGeom>
                <a:avLst/>
                <a:gdLst>
                  <a:gd name="T0" fmla="*/ 7 w 3"/>
                  <a:gd name="T1" fmla="*/ 28 h 10"/>
                  <a:gd name="T2" fmla="*/ 0 w 3"/>
                  <a:gd name="T3" fmla="*/ 0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0">
                    <a:moveTo>
                      <a:pt x="3" y="10"/>
                    </a:moveTo>
                    <a:cubicBezTo>
                      <a:pt x="3" y="6"/>
                      <a:pt x="1" y="3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818" name="Freeform 406">
                <a:extLst>
                  <a:ext uri="{FF2B5EF4-FFF2-40B4-BE49-F238E27FC236}">
                    <a16:creationId xmlns:a16="http://schemas.microsoft.com/office/drawing/2014/main" id="{35476AC9-F91F-4845-A43C-022DC2F824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3" y="2446"/>
                <a:ext cx="10" cy="3"/>
              </a:xfrm>
              <a:custGeom>
                <a:avLst/>
                <a:gdLst>
                  <a:gd name="T0" fmla="*/ 20 w 7"/>
                  <a:gd name="T1" fmla="*/ 8 h 2"/>
                  <a:gd name="T2" fmla="*/ 0 w 7"/>
                  <a:gd name="T3" fmla="*/ 8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2">
                    <a:moveTo>
                      <a:pt x="7" y="2"/>
                    </a:moveTo>
                    <a:cubicBezTo>
                      <a:pt x="4" y="0"/>
                      <a:pt x="2" y="1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819" name="Freeform 407">
                <a:extLst>
                  <a:ext uri="{FF2B5EF4-FFF2-40B4-BE49-F238E27FC236}">
                    <a16:creationId xmlns:a16="http://schemas.microsoft.com/office/drawing/2014/main" id="{080D7570-DFC2-4F83-B507-76C42CC460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5" y="2475"/>
                <a:ext cx="5" cy="2"/>
              </a:xfrm>
              <a:custGeom>
                <a:avLst/>
                <a:gdLst>
                  <a:gd name="T0" fmla="*/ 8 w 4"/>
                  <a:gd name="T1" fmla="*/ 2 h 2"/>
                  <a:gd name="T2" fmla="*/ 0 w 4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0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820" name="Freeform 408">
                <a:extLst>
                  <a:ext uri="{FF2B5EF4-FFF2-40B4-BE49-F238E27FC236}">
                    <a16:creationId xmlns:a16="http://schemas.microsoft.com/office/drawing/2014/main" id="{97FE1CD4-04B5-4AAB-8918-DED10C3F06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8" y="2466"/>
                <a:ext cx="28" cy="40"/>
              </a:xfrm>
              <a:custGeom>
                <a:avLst/>
                <a:gdLst>
                  <a:gd name="T0" fmla="*/ 49 w 21"/>
                  <a:gd name="T1" fmla="*/ 76 h 29"/>
                  <a:gd name="T2" fmla="*/ 20 w 21"/>
                  <a:gd name="T3" fmla="*/ 55 h 29"/>
                  <a:gd name="T4" fmla="*/ 0 w 21"/>
                  <a:gd name="T5" fmla="*/ 0 h 2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29">
                    <a:moveTo>
                      <a:pt x="21" y="29"/>
                    </a:moveTo>
                    <a:cubicBezTo>
                      <a:pt x="18" y="26"/>
                      <a:pt x="11" y="28"/>
                      <a:pt x="8" y="21"/>
                    </a:cubicBezTo>
                    <a:cubicBezTo>
                      <a:pt x="6" y="15"/>
                      <a:pt x="1" y="10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821" name="Freeform 409">
                <a:extLst>
                  <a:ext uri="{FF2B5EF4-FFF2-40B4-BE49-F238E27FC236}">
                    <a16:creationId xmlns:a16="http://schemas.microsoft.com/office/drawing/2014/main" id="{56FFF4A8-87AA-4768-AC43-6DE3F9ED6B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4" y="2457"/>
                <a:ext cx="18" cy="36"/>
              </a:xfrm>
              <a:custGeom>
                <a:avLst/>
                <a:gdLst>
                  <a:gd name="T0" fmla="*/ 35 w 13"/>
                  <a:gd name="T1" fmla="*/ 64 h 27"/>
                  <a:gd name="T2" fmla="*/ 21 w 13"/>
                  <a:gd name="T3" fmla="*/ 55 h 27"/>
                  <a:gd name="T4" fmla="*/ 0 w 13"/>
                  <a:gd name="T5" fmla="*/ 0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27">
                    <a:moveTo>
                      <a:pt x="13" y="27"/>
                    </a:moveTo>
                    <a:cubicBezTo>
                      <a:pt x="13" y="23"/>
                      <a:pt x="11" y="25"/>
                      <a:pt x="8" y="23"/>
                    </a:cubicBezTo>
                    <a:cubicBezTo>
                      <a:pt x="5" y="21"/>
                      <a:pt x="1" y="6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822" name="Freeform 410">
                <a:extLst>
                  <a:ext uri="{FF2B5EF4-FFF2-40B4-BE49-F238E27FC236}">
                    <a16:creationId xmlns:a16="http://schemas.microsoft.com/office/drawing/2014/main" id="{1BEF0437-87B0-48D1-8558-14771FE955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0" y="2501"/>
                <a:ext cx="4" cy="15"/>
              </a:xfrm>
              <a:custGeom>
                <a:avLst/>
                <a:gdLst>
                  <a:gd name="T0" fmla="*/ 7 w 3"/>
                  <a:gd name="T1" fmla="*/ 0 h 11"/>
                  <a:gd name="T2" fmla="*/ 1 w 3"/>
                  <a:gd name="T3" fmla="*/ 27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1">
                    <a:moveTo>
                      <a:pt x="3" y="0"/>
                    </a:moveTo>
                    <a:cubicBezTo>
                      <a:pt x="0" y="1"/>
                      <a:pt x="1" y="8"/>
                      <a:pt x="1" y="11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823" name="Freeform 411">
                <a:extLst>
                  <a:ext uri="{FF2B5EF4-FFF2-40B4-BE49-F238E27FC236}">
                    <a16:creationId xmlns:a16="http://schemas.microsoft.com/office/drawing/2014/main" id="{D9CF1704-E75B-4725-8739-90E5A6C952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2" y="1275"/>
                <a:ext cx="96" cy="19"/>
              </a:xfrm>
              <a:custGeom>
                <a:avLst/>
                <a:gdLst>
                  <a:gd name="T0" fmla="*/ 20 w 71"/>
                  <a:gd name="T1" fmla="*/ 22 h 14"/>
                  <a:gd name="T2" fmla="*/ 37 w 71"/>
                  <a:gd name="T3" fmla="*/ 30 h 14"/>
                  <a:gd name="T4" fmla="*/ 92 w 71"/>
                  <a:gd name="T5" fmla="*/ 35 h 14"/>
                  <a:gd name="T6" fmla="*/ 92 w 71"/>
                  <a:gd name="T7" fmla="*/ 35 h 14"/>
                  <a:gd name="T8" fmla="*/ 135 w 71"/>
                  <a:gd name="T9" fmla="*/ 30 h 14"/>
                  <a:gd name="T10" fmla="*/ 155 w 71"/>
                  <a:gd name="T11" fmla="*/ 22 h 14"/>
                  <a:gd name="T12" fmla="*/ 176 w 71"/>
                  <a:gd name="T13" fmla="*/ 5 h 14"/>
                  <a:gd name="T14" fmla="*/ 114 w 71"/>
                  <a:gd name="T15" fmla="*/ 0 h 14"/>
                  <a:gd name="T16" fmla="*/ 87 w 71"/>
                  <a:gd name="T17" fmla="*/ 0 h 14"/>
                  <a:gd name="T18" fmla="*/ 87 w 71"/>
                  <a:gd name="T19" fmla="*/ 0 h 14"/>
                  <a:gd name="T20" fmla="*/ 62 w 71"/>
                  <a:gd name="T21" fmla="*/ 0 h 14"/>
                  <a:gd name="T22" fmla="*/ 0 w 71"/>
                  <a:gd name="T23" fmla="*/ 5 h 1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71" h="14">
                    <a:moveTo>
                      <a:pt x="8" y="9"/>
                    </a:moveTo>
                    <a:cubicBezTo>
                      <a:pt x="8" y="9"/>
                      <a:pt x="10" y="11"/>
                      <a:pt x="15" y="12"/>
                    </a:cubicBezTo>
                    <a:cubicBezTo>
                      <a:pt x="21" y="13"/>
                      <a:pt x="32" y="14"/>
                      <a:pt x="37" y="14"/>
                    </a:cubicBezTo>
                    <a:cubicBezTo>
                      <a:pt x="37" y="14"/>
                      <a:pt x="37" y="14"/>
                      <a:pt x="37" y="14"/>
                    </a:cubicBezTo>
                    <a:cubicBezTo>
                      <a:pt x="41" y="14"/>
                      <a:pt x="50" y="13"/>
                      <a:pt x="55" y="12"/>
                    </a:cubicBezTo>
                    <a:cubicBezTo>
                      <a:pt x="61" y="11"/>
                      <a:pt x="63" y="9"/>
                      <a:pt x="63" y="9"/>
                    </a:cubicBezTo>
                    <a:cubicBezTo>
                      <a:pt x="71" y="2"/>
                      <a:pt x="71" y="2"/>
                      <a:pt x="71" y="2"/>
                    </a:cubicBezTo>
                    <a:cubicBezTo>
                      <a:pt x="64" y="3"/>
                      <a:pt x="50" y="0"/>
                      <a:pt x="46" y="0"/>
                    </a:cubicBezTo>
                    <a:cubicBezTo>
                      <a:pt x="42" y="0"/>
                      <a:pt x="39" y="0"/>
                      <a:pt x="35" y="0"/>
                    </a:cubicBezTo>
                    <a:cubicBezTo>
                      <a:pt x="35" y="0"/>
                      <a:pt x="35" y="0"/>
                      <a:pt x="35" y="0"/>
                    </a:cubicBezTo>
                    <a:cubicBezTo>
                      <a:pt x="32" y="0"/>
                      <a:pt x="29" y="0"/>
                      <a:pt x="25" y="0"/>
                    </a:cubicBezTo>
                    <a:cubicBezTo>
                      <a:pt x="20" y="0"/>
                      <a:pt x="6" y="3"/>
                      <a:pt x="0" y="2"/>
                    </a:cubicBezTo>
                  </a:path>
                </a:pathLst>
              </a:custGeom>
              <a:solidFill>
                <a:srgbClr val="FDDE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824" name="Freeform 412">
                <a:extLst>
                  <a:ext uri="{FF2B5EF4-FFF2-40B4-BE49-F238E27FC236}">
                    <a16:creationId xmlns:a16="http://schemas.microsoft.com/office/drawing/2014/main" id="{5E6309C2-343C-463A-93B7-C64986B88D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2" y="1275"/>
                <a:ext cx="47" cy="4"/>
              </a:xfrm>
              <a:custGeom>
                <a:avLst/>
                <a:gdLst>
                  <a:gd name="T0" fmla="*/ 73 w 35"/>
                  <a:gd name="T1" fmla="*/ 0 h 3"/>
                  <a:gd name="T2" fmla="*/ 62 w 35"/>
                  <a:gd name="T3" fmla="*/ 0 h 3"/>
                  <a:gd name="T4" fmla="*/ 38 w 35"/>
                  <a:gd name="T5" fmla="*/ 1 h 3"/>
                  <a:gd name="T6" fmla="*/ 0 w 35"/>
                  <a:gd name="T7" fmla="*/ 5 h 3"/>
                  <a:gd name="T8" fmla="*/ 0 w 35"/>
                  <a:gd name="T9" fmla="*/ 5 h 3"/>
                  <a:gd name="T10" fmla="*/ 42 w 35"/>
                  <a:gd name="T11" fmla="*/ 5 h 3"/>
                  <a:gd name="T12" fmla="*/ 62 w 35"/>
                  <a:gd name="T13" fmla="*/ 1 h 3"/>
                  <a:gd name="T14" fmla="*/ 85 w 35"/>
                  <a:gd name="T15" fmla="*/ 1 h 3"/>
                  <a:gd name="T16" fmla="*/ 85 w 35"/>
                  <a:gd name="T17" fmla="*/ 0 h 3"/>
                  <a:gd name="T18" fmla="*/ 73 w 35"/>
                  <a:gd name="T19" fmla="*/ 0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5" h="3">
                    <a:moveTo>
                      <a:pt x="30" y="0"/>
                    </a:moveTo>
                    <a:cubicBezTo>
                      <a:pt x="25" y="0"/>
                      <a:pt x="25" y="0"/>
                      <a:pt x="25" y="0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1" y="2"/>
                      <a:pt x="4" y="3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4" y="3"/>
                      <a:pt x="11" y="3"/>
                      <a:pt x="17" y="2"/>
                    </a:cubicBezTo>
                    <a:cubicBezTo>
                      <a:pt x="25" y="1"/>
                      <a:pt x="25" y="1"/>
                      <a:pt x="25" y="1"/>
                    </a:cubicBezTo>
                    <a:cubicBezTo>
                      <a:pt x="35" y="1"/>
                      <a:pt x="35" y="1"/>
                      <a:pt x="35" y="1"/>
                    </a:cubicBezTo>
                    <a:cubicBezTo>
                      <a:pt x="35" y="0"/>
                      <a:pt x="35" y="0"/>
                      <a:pt x="35" y="0"/>
                    </a:cubicBezTo>
                    <a:lnTo>
                      <a:pt x="30" y="0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825" name="Freeform 413">
                <a:extLst>
                  <a:ext uri="{FF2B5EF4-FFF2-40B4-BE49-F238E27FC236}">
                    <a16:creationId xmlns:a16="http://schemas.microsoft.com/office/drawing/2014/main" id="{16731D27-E3FA-4ABE-AE19-C8E6DA529C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9" y="1275"/>
                <a:ext cx="49" cy="4"/>
              </a:xfrm>
              <a:custGeom>
                <a:avLst/>
                <a:gdLst>
                  <a:gd name="T0" fmla="*/ 0 w 36"/>
                  <a:gd name="T1" fmla="*/ 1 h 3"/>
                  <a:gd name="T2" fmla="*/ 27 w 36"/>
                  <a:gd name="T3" fmla="*/ 1 h 3"/>
                  <a:gd name="T4" fmla="*/ 48 w 36"/>
                  <a:gd name="T5" fmla="*/ 5 h 3"/>
                  <a:gd name="T6" fmla="*/ 91 w 36"/>
                  <a:gd name="T7" fmla="*/ 5 h 3"/>
                  <a:gd name="T8" fmla="*/ 91 w 36"/>
                  <a:gd name="T9" fmla="*/ 5 h 3"/>
                  <a:gd name="T10" fmla="*/ 48 w 36"/>
                  <a:gd name="T11" fmla="*/ 1 h 3"/>
                  <a:gd name="T12" fmla="*/ 27 w 36"/>
                  <a:gd name="T13" fmla="*/ 0 h 3"/>
                  <a:gd name="T14" fmla="*/ 0 w 36"/>
                  <a:gd name="T15" fmla="*/ 0 h 3"/>
                  <a:gd name="T16" fmla="*/ 0 w 36"/>
                  <a:gd name="T17" fmla="*/ 1 h 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6" h="3">
                    <a:moveTo>
                      <a:pt x="0" y="1"/>
                    </a:moveTo>
                    <a:cubicBezTo>
                      <a:pt x="11" y="1"/>
                      <a:pt x="11" y="1"/>
                      <a:pt x="11" y="1"/>
                    </a:cubicBezTo>
                    <a:cubicBezTo>
                      <a:pt x="19" y="2"/>
                      <a:pt x="19" y="2"/>
                      <a:pt x="19" y="2"/>
                    </a:cubicBezTo>
                    <a:cubicBezTo>
                      <a:pt x="25" y="3"/>
                      <a:pt x="31" y="3"/>
                      <a:pt x="36" y="2"/>
                    </a:cubicBezTo>
                    <a:cubicBezTo>
                      <a:pt x="36" y="2"/>
                      <a:pt x="36" y="2"/>
                      <a:pt x="36" y="2"/>
                    </a:cubicBezTo>
                    <a:cubicBezTo>
                      <a:pt x="32" y="3"/>
                      <a:pt x="25" y="2"/>
                      <a:pt x="19" y="1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826" name="Freeform 414">
                <a:extLst>
                  <a:ext uri="{FF2B5EF4-FFF2-40B4-BE49-F238E27FC236}">
                    <a16:creationId xmlns:a16="http://schemas.microsoft.com/office/drawing/2014/main" id="{2B0FB2A1-E780-4533-A467-5719ADF370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9" y="1282"/>
                <a:ext cx="81" cy="2"/>
              </a:xfrm>
              <a:custGeom>
                <a:avLst/>
                <a:gdLst>
                  <a:gd name="T0" fmla="*/ 120 w 60"/>
                  <a:gd name="T1" fmla="*/ 0 h 2"/>
                  <a:gd name="T2" fmla="*/ 93 w 60"/>
                  <a:gd name="T3" fmla="*/ 0 h 2"/>
                  <a:gd name="T4" fmla="*/ 74 w 60"/>
                  <a:gd name="T5" fmla="*/ 0 h 2"/>
                  <a:gd name="T6" fmla="*/ 55 w 60"/>
                  <a:gd name="T7" fmla="*/ 0 h 2"/>
                  <a:gd name="T8" fmla="*/ 30 w 60"/>
                  <a:gd name="T9" fmla="*/ 0 h 2"/>
                  <a:gd name="T10" fmla="*/ 0 w 60"/>
                  <a:gd name="T11" fmla="*/ 0 h 2"/>
                  <a:gd name="T12" fmla="*/ 30 w 60"/>
                  <a:gd name="T13" fmla="*/ 0 h 2"/>
                  <a:gd name="T14" fmla="*/ 55 w 60"/>
                  <a:gd name="T15" fmla="*/ 1 h 2"/>
                  <a:gd name="T16" fmla="*/ 74 w 60"/>
                  <a:gd name="T17" fmla="*/ 1 h 2"/>
                  <a:gd name="T18" fmla="*/ 97 w 60"/>
                  <a:gd name="T19" fmla="*/ 1 h 2"/>
                  <a:gd name="T20" fmla="*/ 120 w 60"/>
                  <a:gd name="T21" fmla="*/ 1 h 2"/>
                  <a:gd name="T22" fmla="*/ 147 w 60"/>
                  <a:gd name="T23" fmla="*/ 0 h 2"/>
                  <a:gd name="T24" fmla="*/ 120 w 60"/>
                  <a:gd name="T25" fmla="*/ 0 h 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60" h="2">
                    <a:moveTo>
                      <a:pt x="49" y="0"/>
                    </a:moveTo>
                    <a:cubicBezTo>
                      <a:pt x="46" y="0"/>
                      <a:pt x="42" y="0"/>
                      <a:pt x="38" y="0"/>
                    </a:cubicBezTo>
                    <a:cubicBezTo>
                      <a:pt x="35" y="0"/>
                      <a:pt x="32" y="1"/>
                      <a:pt x="30" y="0"/>
                    </a:cubicBezTo>
                    <a:cubicBezTo>
                      <a:pt x="28" y="1"/>
                      <a:pt x="25" y="0"/>
                      <a:pt x="22" y="0"/>
                    </a:cubicBezTo>
                    <a:cubicBezTo>
                      <a:pt x="19" y="0"/>
                      <a:pt x="15" y="0"/>
                      <a:pt x="12" y="0"/>
                    </a:cubicBezTo>
                    <a:cubicBezTo>
                      <a:pt x="6" y="1"/>
                      <a:pt x="3" y="1"/>
                      <a:pt x="0" y="0"/>
                    </a:cubicBezTo>
                    <a:cubicBezTo>
                      <a:pt x="3" y="1"/>
                      <a:pt x="6" y="1"/>
                      <a:pt x="12" y="0"/>
                    </a:cubicBezTo>
                    <a:cubicBezTo>
                      <a:pt x="15" y="0"/>
                      <a:pt x="19" y="1"/>
                      <a:pt x="22" y="1"/>
                    </a:cubicBezTo>
                    <a:cubicBezTo>
                      <a:pt x="25" y="1"/>
                      <a:pt x="28" y="2"/>
                      <a:pt x="30" y="1"/>
                    </a:cubicBezTo>
                    <a:cubicBezTo>
                      <a:pt x="32" y="2"/>
                      <a:pt x="35" y="1"/>
                      <a:pt x="39" y="1"/>
                    </a:cubicBezTo>
                    <a:cubicBezTo>
                      <a:pt x="42" y="1"/>
                      <a:pt x="46" y="0"/>
                      <a:pt x="49" y="1"/>
                    </a:cubicBezTo>
                    <a:cubicBezTo>
                      <a:pt x="55" y="1"/>
                      <a:pt x="57" y="1"/>
                      <a:pt x="60" y="0"/>
                    </a:cubicBezTo>
                    <a:cubicBezTo>
                      <a:pt x="58" y="1"/>
                      <a:pt x="54" y="1"/>
                      <a:pt x="49" y="0"/>
                    </a:cubicBez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827" name="Freeform 415">
                <a:extLst>
                  <a:ext uri="{FF2B5EF4-FFF2-40B4-BE49-F238E27FC236}">
                    <a16:creationId xmlns:a16="http://schemas.microsoft.com/office/drawing/2014/main" id="{B6A3EE62-9BF8-4EE9-B26E-9EE92F67D2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3" y="1287"/>
                <a:ext cx="74" cy="7"/>
              </a:xfrm>
              <a:custGeom>
                <a:avLst/>
                <a:gdLst>
                  <a:gd name="T0" fmla="*/ 114 w 55"/>
                  <a:gd name="T1" fmla="*/ 6 h 5"/>
                  <a:gd name="T2" fmla="*/ 70 w 55"/>
                  <a:gd name="T3" fmla="*/ 11 h 5"/>
                  <a:gd name="T4" fmla="*/ 20 w 55"/>
                  <a:gd name="T5" fmla="*/ 6 h 5"/>
                  <a:gd name="T6" fmla="*/ 0 w 55"/>
                  <a:gd name="T7" fmla="*/ 0 h 5"/>
                  <a:gd name="T8" fmla="*/ 16 w 55"/>
                  <a:gd name="T9" fmla="*/ 6 h 5"/>
                  <a:gd name="T10" fmla="*/ 70 w 55"/>
                  <a:gd name="T11" fmla="*/ 14 h 5"/>
                  <a:gd name="T12" fmla="*/ 70 w 55"/>
                  <a:gd name="T13" fmla="*/ 14 h 5"/>
                  <a:gd name="T14" fmla="*/ 70 w 55"/>
                  <a:gd name="T15" fmla="*/ 14 h 5"/>
                  <a:gd name="T16" fmla="*/ 70 w 55"/>
                  <a:gd name="T17" fmla="*/ 14 h 5"/>
                  <a:gd name="T18" fmla="*/ 70 w 55"/>
                  <a:gd name="T19" fmla="*/ 14 h 5"/>
                  <a:gd name="T20" fmla="*/ 117 w 55"/>
                  <a:gd name="T21" fmla="*/ 6 h 5"/>
                  <a:gd name="T22" fmla="*/ 135 w 55"/>
                  <a:gd name="T23" fmla="*/ 0 h 5"/>
                  <a:gd name="T24" fmla="*/ 114 w 55"/>
                  <a:gd name="T25" fmla="*/ 6 h 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55" h="5">
                    <a:moveTo>
                      <a:pt x="47" y="2"/>
                    </a:moveTo>
                    <a:cubicBezTo>
                      <a:pt x="42" y="3"/>
                      <a:pt x="33" y="4"/>
                      <a:pt x="29" y="4"/>
                    </a:cubicBezTo>
                    <a:cubicBezTo>
                      <a:pt x="24" y="4"/>
                      <a:pt x="13" y="3"/>
                      <a:pt x="8" y="2"/>
                    </a:cubicBezTo>
                    <a:cubicBezTo>
                      <a:pt x="3" y="1"/>
                      <a:pt x="0" y="0"/>
                      <a:pt x="0" y="0"/>
                    </a:cubicBezTo>
                    <a:cubicBezTo>
                      <a:pt x="0" y="0"/>
                      <a:pt x="1" y="1"/>
                      <a:pt x="7" y="2"/>
                    </a:cubicBezTo>
                    <a:cubicBezTo>
                      <a:pt x="12" y="4"/>
                      <a:pt x="24" y="5"/>
                      <a:pt x="29" y="5"/>
                    </a:cubicBezTo>
                    <a:cubicBezTo>
                      <a:pt x="29" y="5"/>
                      <a:pt x="29" y="5"/>
                      <a:pt x="29" y="5"/>
                    </a:cubicBezTo>
                    <a:cubicBezTo>
                      <a:pt x="29" y="5"/>
                      <a:pt x="29" y="5"/>
                      <a:pt x="29" y="5"/>
                    </a:cubicBezTo>
                    <a:cubicBezTo>
                      <a:pt x="29" y="5"/>
                      <a:pt x="29" y="5"/>
                      <a:pt x="29" y="5"/>
                    </a:cubicBezTo>
                    <a:cubicBezTo>
                      <a:pt x="29" y="5"/>
                      <a:pt x="29" y="5"/>
                      <a:pt x="29" y="5"/>
                    </a:cubicBezTo>
                    <a:cubicBezTo>
                      <a:pt x="33" y="5"/>
                      <a:pt x="42" y="4"/>
                      <a:pt x="48" y="2"/>
                    </a:cubicBezTo>
                    <a:cubicBezTo>
                      <a:pt x="53" y="1"/>
                      <a:pt x="55" y="0"/>
                      <a:pt x="55" y="0"/>
                    </a:cubicBezTo>
                    <a:cubicBezTo>
                      <a:pt x="55" y="0"/>
                      <a:pt x="52" y="1"/>
                      <a:pt x="47" y="2"/>
                    </a:cubicBez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828" name="Freeform 416">
                <a:extLst>
                  <a:ext uri="{FF2B5EF4-FFF2-40B4-BE49-F238E27FC236}">
                    <a16:creationId xmlns:a16="http://schemas.microsoft.com/office/drawing/2014/main" id="{DACEA967-CBBA-4FFE-8CC2-953524128F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9" y="1163"/>
                <a:ext cx="50" cy="22"/>
              </a:xfrm>
              <a:custGeom>
                <a:avLst/>
                <a:gdLst>
                  <a:gd name="T0" fmla="*/ 92 w 37"/>
                  <a:gd name="T1" fmla="*/ 29 h 16"/>
                  <a:gd name="T2" fmla="*/ 82 w 37"/>
                  <a:gd name="T3" fmla="*/ 34 h 16"/>
                  <a:gd name="T4" fmla="*/ 41 w 37"/>
                  <a:gd name="T5" fmla="*/ 41 h 16"/>
                  <a:gd name="T6" fmla="*/ 0 w 37"/>
                  <a:gd name="T7" fmla="*/ 23 h 16"/>
                  <a:gd name="T8" fmla="*/ 43 w 37"/>
                  <a:gd name="T9" fmla="*/ 0 h 16"/>
                  <a:gd name="T10" fmla="*/ 84 w 37"/>
                  <a:gd name="T11" fmla="*/ 21 h 16"/>
                  <a:gd name="T12" fmla="*/ 92 w 37"/>
                  <a:gd name="T13" fmla="*/ 29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7" h="16">
                    <a:moveTo>
                      <a:pt x="37" y="11"/>
                    </a:moveTo>
                    <a:cubicBezTo>
                      <a:pt x="37" y="13"/>
                      <a:pt x="35" y="12"/>
                      <a:pt x="33" y="13"/>
                    </a:cubicBezTo>
                    <a:cubicBezTo>
                      <a:pt x="31" y="13"/>
                      <a:pt x="25" y="16"/>
                      <a:pt x="16" y="16"/>
                    </a:cubicBezTo>
                    <a:cubicBezTo>
                      <a:pt x="7" y="16"/>
                      <a:pt x="1" y="9"/>
                      <a:pt x="0" y="9"/>
                    </a:cubicBezTo>
                    <a:cubicBezTo>
                      <a:pt x="2" y="6"/>
                      <a:pt x="7" y="0"/>
                      <a:pt x="18" y="0"/>
                    </a:cubicBezTo>
                    <a:cubicBezTo>
                      <a:pt x="27" y="0"/>
                      <a:pt x="31" y="5"/>
                      <a:pt x="34" y="8"/>
                    </a:cubicBezTo>
                    <a:cubicBezTo>
                      <a:pt x="36" y="9"/>
                      <a:pt x="37" y="10"/>
                      <a:pt x="37" y="1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829" name="Freeform 417">
                <a:extLst>
                  <a:ext uri="{FF2B5EF4-FFF2-40B4-BE49-F238E27FC236}">
                    <a16:creationId xmlns:a16="http://schemas.microsoft.com/office/drawing/2014/main" id="{F93A8161-33A3-49B5-BC3E-4F9E2367D8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3" y="1163"/>
                <a:ext cx="50" cy="22"/>
              </a:xfrm>
              <a:custGeom>
                <a:avLst/>
                <a:gdLst>
                  <a:gd name="T0" fmla="*/ 0 w 37"/>
                  <a:gd name="T1" fmla="*/ 29 h 16"/>
                  <a:gd name="T2" fmla="*/ 9 w 37"/>
                  <a:gd name="T3" fmla="*/ 34 h 16"/>
                  <a:gd name="T4" fmla="*/ 51 w 37"/>
                  <a:gd name="T5" fmla="*/ 41 h 16"/>
                  <a:gd name="T6" fmla="*/ 92 w 37"/>
                  <a:gd name="T7" fmla="*/ 23 h 16"/>
                  <a:gd name="T8" fmla="*/ 47 w 37"/>
                  <a:gd name="T9" fmla="*/ 0 h 16"/>
                  <a:gd name="T10" fmla="*/ 7 w 37"/>
                  <a:gd name="T11" fmla="*/ 21 h 16"/>
                  <a:gd name="T12" fmla="*/ 0 w 37"/>
                  <a:gd name="T13" fmla="*/ 29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7" h="16">
                    <a:moveTo>
                      <a:pt x="0" y="11"/>
                    </a:moveTo>
                    <a:cubicBezTo>
                      <a:pt x="0" y="13"/>
                      <a:pt x="2" y="12"/>
                      <a:pt x="4" y="13"/>
                    </a:cubicBezTo>
                    <a:cubicBezTo>
                      <a:pt x="6" y="13"/>
                      <a:pt x="13" y="16"/>
                      <a:pt x="21" y="16"/>
                    </a:cubicBezTo>
                    <a:cubicBezTo>
                      <a:pt x="30" y="16"/>
                      <a:pt x="36" y="9"/>
                      <a:pt x="37" y="9"/>
                    </a:cubicBezTo>
                    <a:cubicBezTo>
                      <a:pt x="36" y="6"/>
                      <a:pt x="30" y="0"/>
                      <a:pt x="19" y="0"/>
                    </a:cubicBezTo>
                    <a:cubicBezTo>
                      <a:pt x="10" y="0"/>
                      <a:pt x="7" y="5"/>
                      <a:pt x="3" y="8"/>
                    </a:cubicBezTo>
                    <a:cubicBezTo>
                      <a:pt x="2" y="9"/>
                      <a:pt x="0" y="10"/>
                      <a:pt x="0" y="1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830" name="Oval 418">
                <a:extLst>
                  <a:ext uri="{FF2B5EF4-FFF2-40B4-BE49-F238E27FC236}">
                    <a16:creationId xmlns:a16="http://schemas.microsoft.com/office/drawing/2014/main" id="{6749A0F9-BEAB-4650-AB30-FA170843BE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33" y="1163"/>
                <a:ext cx="21" cy="22"/>
              </a:xfrm>
              <a:prstGeom prst="ellipse">
                <a:avLst/>
              </a:prstGeom>
              <a:solidFill>
                <a:srgbClr val="9EC6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831" name="Oval 419">
                <a:extLst>
                  <a:ext uri="{FF2B5EF4-FFF2-40B4-BE49-F238E27FC236}">
                    <a16:creationId xmlns:a16="http://schemas.microsoft.com/office/drawing/2014/main" id="{CD5547E2-3989-46AF-96EB-DCBCEEA575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48" y="1163"/>
                <a:ext cx="22" cy="22"/>
              </a:xfrm>
              <a:prstGeom prst="ellipse">
                <a:avLst/>
              </a:prstGeom>
              <a:solidFill>
                <a:srgbClr val="9EC6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832" name="Oval 420">
                <a:extLst>
                  <a:ext uri="{FF2B5EF4-FFF2-40B4-BE49-F238E27FC236}">
                    <a16:creationId xmlns:a16="http://schemas.microsoft.com/office/drawing/2014/main" id="{977F5202-2DFB-4B06-93FD-6DAFE8ED6A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33" y="1163"/>
                <a:ext cx="21" cy="22"/>
              </a:xfrm>
              <a:prstGeom prst="ellipse">
                <a:avLst/>
              </a:prstGeom>
              <a:noFill/>
              <a:ln w="3175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833" name="Oval 421">
                <a:extLst>
                  <a:ext uri="{FF2B5EF4-FFF2-40B4-BE49-F238E27FC236}">
                    <a16:creationId xmlns:a16="http://schemas.microsoft.com/office/drawing/2014/main" id="{48BD2321-BA71-4490-93D8-CF52C3C33E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41" y="1171"/>
                <a:ext cx="7" cy="6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834" name="Freeform 422">
                <a:extLst>
                  <a:ext uri="{FF2B5EF4-FFF2-40B4-BE49-F238E27FC236}">
                    <a16:creationId xmlns:a16="http://schemas.microsoft.com/office/drawing/2014/main" id="{1B79E82E-F47E-4F99-8F09-AFBCFAC656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9" y="1163"/>
                <a:ext cx="50" cy="22"/>
              </a:xfrm>
              <a:custGeom>
                <a:avLst/>
                <a:gdLst>
                  <a:gd name="T0" fmla="*/ 92 w 37"/>
                  <a:gd name="T1" fmla="*/ 29 h 16"/>
                  <a:gd name="T2" fmla="*/ 82 w 37"/>
                  <a:gd name="T3" fmla="*/ 34 h 16"/>
                  <a:gd name="T4" fmla="*/ 41 w 37"/>
                  <a:gd name="T5" fmla="*/ 41 h 16"/>
                  <a:gd name="T6" fmla="*/ 0 w 37"/>
                  <a:gd name="T7" fmla="*/ 23 h 16"/>
                  <a:gd name="T8" fmla="*/ 43 w 37"/>
                  <a:gd name="T9" fmla="*/ 0 h 16"/>
                  <a:gd name="T10" fmla="*/ 84 w 37"/>
                  <a:gd name="T11" fmla="*/ 21 h 16"/>
                  <a:gd name="T12" fmla="*/ 92 w 37"/>
                  <a:gd name="T13" fmla="*/ 29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7" h="16">
                    <a:moveTo>
                      <a:pt x="37" y="11"/>
                    </a:moveTo>
                    <a:cubicBezTo>
                      <a:pt x="37" y="13"/>
                      <a:pt x="35" y="12"/>
                      <a:pt x="33" y="13"/>
                    </a:cubicBezTo>
                    <a:cubicBezTo>
                      <a:pt x="31" y="13"/>
                      <a:pt x="25" y="16"/>
                      <a:pt x="16" y="16"/>
                    </a:cubicBezTo>
                    <a:cubicBezTo>
                      <a:pt x="7" y="16"/>
                      <a:pt x="1" y="9"/>
                      <a:pt x="0" y="9"/>
                    </a:cubicBezTo>
                    <a:cubicBezTo>
                      <a:pt x="2" y="6"/>
                      <a:pt x="7" y="0"/>
                      <a:pt x="18" y="0"/>
                    </a:cubicBezTo>
                    <a:cubicBezTo>
                      <a:pt x="27" y="0"/>
                      <a:pt x="31" y="5"/>
                      <a:pt x="34" y="8"/>
                    </a:cubicBezTo>
                    <a:cubicBezTo>
                      <a:pt x="36" y="9"/>
                      <a:pt x="37" y="10"/>
                      <a:pt x="37" y="11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835" name="Freeform 423">
                <a:extLst>
                  <a:ext uri="{FF2B5EF4-FFF2-40B4-BE49-F238E27FC236}">
                    <a16:creationId xmlns:a16="http://schemas.microsoft.com/office/drawing/2014/main" id="{AFFD90A2-90E4-4EB0-AA27-B3F3B76E5F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8" y="1154"/>
                <a:ext cx="50" cy="15"/>
              </a:xfrm>
              <a:custGeom>
                <a:avLst/>
                <a:gdLst>
                  <a:gd name="T0" fmla="*/ 92 w 37"/>
                  <a:gd name="T1" fmla="*/ 27 h 11"/>
                  <a:gd name="T2" fmla="*/ 0 w 37"/>
                  <a:gd name="T3" fmla="*/ 26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7" h="11">
                    <a:moveTo>
                      <a:pt x="37" y="11"/>
                    </a:moveTo>
                    <a:cubicBezTo>
                      <a:pt x="28" y="2"/>
                      <a:pt x="11" y="0"/>
                      <a:pt x="0" y="10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836" name="Freeform 424">
                <a:extLst>
                  <a:ext uri="{FF2B5EF4-FFF2-40B4-BE49-F238E27FC236}">
                    <a16:creationId xmlns:a16="http://schemas.microsoft.com/office/drawing/2014/main" id="{83FF91A8-9D7A-436C-AE0F-0134A403B6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4" y="1132"/>
                <a:ext cx="64" cy="23"/>
              </a:xfrm>
              <a:custGeom>
                <a:avLst/>
                <a:gdLst>
                  <a:gd name="T0" fmla="*/ 118 w 47"/>
                  <a:gd name="T1" fmla="*/ 26 h 17"/>
                  <a:gd name="T2" fmla="*/ 0 w 47"/>
                  <a:gd name="T3" fmla="*/ 42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7" h="17">
                    <a:moveTo>
                      <a:pt x="47" y="10"/>
                    </a:moveTo>
                    <a:cubicBezTo>
                      <a:pt x="38" y="6"/>
                      <a:pt x="13" y="0"/>
                      <a:pt x="0" y="17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837" name="Oval 425">
                <a:extLst>
                  <a:ext uri="{FF2B5EF4-FFF2-40B4-BE49-F238E27FC236}">
                    <a16:creationId xmlns:a16="http://schemas.microsoft.com/office/drawing/2014/main" id="{DBCBE19B-0A1C-4F3B-8ED7-BCB019B431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48" y="1163"/>
                <a:ext cx="22" cy="22"/>
              </a:xfrm>
              <a:prstGeom prst="ellipse">
                <a:avLst/>
              </a:prstGeom>
              <a:noFill/>
              <a:ln w="3175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838" name="Oval 426">
                <a:extLst>
                  <a:ext uri="{FF2B5EF4-FFF2-40B4-BE49-F238E27FC236}">
                    <a16:creationId xmlns:a16="http://schemas.microsoft.com/office/drawing/2014/main" id="{F020A601-FC4F-4E14-9AAD-481CD4D1B6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56" y="1171"/>
                <a:ext cx="7" cy="6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839" name="Freeform 427">
                <a:extLst>
                  <a:ext uri="{FF2B5EF4-FFF2-40B4-BE49-F238E27FC236}">
                    <a16:creationId xmlns:a16="http://schemas.microsoft.com/office/drawing/2014/main" id="{4B0D07B4-2071-4289-B8C8-54452DADD6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3" y="1163"/>
                <a:ext cx="50" cy="22"/>
              </a:xfrm>
              <a:custGeom>
                <a:avLst/>
                <a:gdLst>
                  <a:gd name="T0" fmla="*/ 0 w 37"/>
                  <a:gd name="T1" fmla="*/ 29 h 16"/>
                  <a:gd name="T2" fmla="*/ 9 w 37"/>
                  <a:gd name="T3" fmla="*/ 34 h 16"/>
                  <a:gd name="T4" fmla="*/ 51 w 37"/>
                  <a:gd name="T5" fmla="*/ 41 h 16"/>
                  <a:gd name="T6" fmla="*/ 92 w 37"/>
                  <a:gd name="T7" fmla="*/ 23 h 16"/>
                  <a:gd name="T8" fmla="*/ 47 w 37"/>
                  <a:gd name="T9" fmla="*/ 0 h 16"/>
                  <a:gd name="T10" fmla="*/ 7 w 37"/>
                  <a:gd name="T11" fmla="*/ 21 h 16"/>
                  <a:gd name="T12" fmla="*/ 0 w 37"/>
                  <a:gd name="T13" fmla="*/ 29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7" h="16">
                    <a:moveTo>
                      <a:pt x="0" y="11"/>
                    </a:moveTo>
                    <a:cubicBezTo>
                      <a:pt x="0" y="13"/>
                      <a:pt x="2" y="12"/>
                      <a:pt x="4" y="13"/>
                    </a:cubicBezTo>
                    <a:cubicBezTo>
                      <a:pt x="6" y="13"/>
                      <a:pt x="13" y="16"/>
                      <a:pt x="21" y="16"/>
                    </a:cubicBezTo>
                    <a:cubicBezTo>
                      <a:pt x="30" y="16"/>
                      <a:pt x="36" y="9"/>
                      <a:pt x="37" y="9"/>
                    </a:cubicBezTo>
                    <a:cubicBezTo>
                      <a:pt x="36" y="6"/>
                      <a:pt x="30" y="0"/>
                      <a:pt x="19" y="0"/>
                    </a:cubicBezTo>
                    <a:cubicBezTo>
                      <a:pt x="10" y="0"/>
                      <a:pt x="7" y="5"/>
                      <a:pt x="3" y="8"/>
                    </a:cubicBezTo>
                    <a:cubicBezTo>
                      <a:pt x="2" y="9"/>
                      <a:pt x="0" y="10"/>
                      <a:pt x="0" y="11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840" name="Freeform 428">
                <a:extLst>
                  <a:ext uri="{FF2B5EF4-FFF2-40B4-BE49-F238E27FC236}">
                    <a16:creationId xmlns:a16="http://schemas.microsoft.com/office/drawing/2014/main" id="{906A57EA-71EA-4B90-B9B1-0E11BCEBA3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4" y="1154"/>
                <a:ext cx="51" cy="15"/>
              </a:xfrm>
              <a:custGeom>
                <a:avLst/>
                <a:gdLst>
                  <a:gd name="T0" fmla="*/ 0 w 37"/>
                  <a:gd name="T1" fmla="*/ 27 h 11"/>
                  <a:gd name="T2" fmla="*/ 96 w 37"/>
                  <a:gd name="T3" fmla="*/ 26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7" h="11">
                    <a:moveTo>
                      <a:pt x="0" y="11"/>
                    </a:moveTo>
                    <a:cubicBezTo>
                      <a:pt x="9" y="2"/>
                      <a:pt x="26" y="0"/>
                      <a:pt x="37" y="10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841" name="Freeform 429">
                <a:extLst>
                  <a:ext uri="{FF2B5EF4-FFF2-40B4-BE49-F238E27FC236}">
                    <a16:creationId xmlns:a16="http://schemas.microsoft.com/office/drawing/2014/main" id="{C44DD743-3F0D-4DB0-AAB5-4B8CDB3164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4" y="1134"/>
                <a:ext cx="64" cy="21"/>
              </a:xfrm>
              <a:custGeom>
                <a:avLst/>
                <a:gdLst>
                  <a:gd name="T0" fmla="*/ 0 w 47"/>
                  <a:gd name="T1" fmla="*/ 21 h 16"/>
                  <a:gd name="T2" fmla="*/ 118 w 47"/>
                  <a:gd name="T3" fmla="*/ 37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7" h="16">
                    <a:moveTo>
                      <a:pt x="0" y="9"/>
                    </a:moveTo>
                    <a:cubicBezTo>
                      <a:pt x="9" y="5"/>
                      <a:pt x="32" y="0"/>
                      <a:pt x="47" y="16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842" name="Freeform 430">
                <a:extLst>
                  <a:ext uri="{FF2B5EF4-FFF2-40B4-BE49-F238E27FC236}">
                    <a16:creationId xmlns:a16="http://schemas.microsoft.com/office/drawing/2014/main" id="{F0EA470D-5EC2-4778-850E-4E9D0986CA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4" y="1167"/>
                <a:ext cx="10" cy="29"/>
              </a:xfrm>
              <a:custGeom>
                <a:avLst/>
                <a:gdLst>
                  <a:gd name="T0" fmla="*/ 19 w 7"/>
                  <a:gd name="T1" fmla="*/ 8 h 21"/>
                  <a:gd name="T2" fmla="*/ 13 w 7"/>
                  <a:gd name="T3" fmla="*/ 55 h 21"/>
                  <a:gd name="T4" fmla="*/ 13 w 7"/>
                  <a:gd name="T5" fmla="*/ 55 h 21"/>
                  <a:gd name="T6" fmla="*/ 14 w 7"/>
                  <a:gd name="T7" fmla="*/ 1 h 21"/>
                  <a:gd name="T8" fmla="*/ 19 w 7"/>
                  <a:gd name="T9" fmla="*/ 8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21">
                    <a:moveTo>
                      <a:pt x="6" y="3"/>
                    </a:moveTo>
                    <a:cubicBezTo>
                      <a:pt x="3" y="7"/>
                      <a:pt x="1" y="11"/>
                      <a:pt x="4" y="21"/>
                    </a:cubicBezTo>
                    <a:cubicBezTo>
                      <a:pt x="4" y="21"/>
                      <a:pt x="4" y="21"/>
                      <a:pt x="4" y="21"/>
                    </a:cubicBezTo>
                    <a:cubicBezTo>
                      <a:pt x="0" y="10"/>
                      <a:pt x="1" y="7"/>
                      <a:pt x="5" y="1"/>
                    </a:cubicBezTo>
                    <a:cubicBezTo>
                      <a:pt x="5" y="0"/>
                      <a:pt x="7" y="2"/>
                      <a:pt x="6" y="3"/>
                    </a:cubicBez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843" name="Oval 431">
                <a:extLst>
                  <a:ext uri="{FF2B5EF4-FFF2-40B4-BE49-F238E27FC236}">
                    <a16:creationId xmlns:a16="http://schemas.microsoft.com/office/drawing/2014/main" id="{8BE4E2D4-74E4-4543-84F4-8EE5F39DEC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38" y="1169"/>
                <a:ext cx="6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844" name="Oval 432">
                <a:extLst>
                  <a:ext uri="{FF2B5EF4-FFF2-40B4-BE49-F238E27FC236}">
                    <a16:creationId xmlns:a16="http://schemas.microsoft.com/office/drawing/2014/main" id="{E3254AFD-3043-4D4E-976A-8A070185B2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53" y="1169"/>
                <a:ext cx="6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845" name="Freeform 433">
                <a:extLst>
                  <a:ext uri="{FF2B5EF4-FFF2-40B4-BE49-F238E27FC236}">
                    <a16:creationId xmlns:a16="http://schemas.microsoft.com/office/drawing/2014/main" id="{8F5EED63-26AF-4688-AD81-9DBAFDECA0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0" y="2161"/>
                <a:ext cx="69" cy="38"/>
              </a:xfrm>
              <a:custGeom>
                <a:avLst/>
                <a:gdLst>
                  <a:gd name="T0" fmla="*/ 0 w 51"/>
                  <a:gd name="T1" fmla="*/ 48 h 28"/>
                  <a:gd name="T2" fmla="*/ 99 w 51"/>
                  <a:gd name="T3" fmla="*/ 71 h 28"/>
                  <a:gd name="T4" fmla="*/ 0 w 51"/>
                  <a:gd name="T5" fmla="*/ 45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1" h="28">
                    <a:moveTo>
                      <a:pt x="0" y="19"/>
                    </a:moveTo>
                    <a:cubicBezTo>
                      <a:pt x="11" y="10"/>
                      <a:pt x="34" y="15"/>
                      <a:pt x="40" y="28"/>
                    </a:cubicBezTo>
                    <a:cubicBezTo>
                      <a:pt x="51" y="18"/>
                      <a:pt x="9" y="0"/>
                      <a:pt x="0" y="1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846" name="Freeform 434">
                <a:extLst>
                  <a:ext uri="{FF2B5EF4-FFF2-40B4-BE49-F238E27FC236}">
                    <a16:creationId xmlns:a16="http://schemas.microsoft.com/office/drawing/2014/main" id="{A3E66FA7-80BA-4575-8210-1E0DECDD2D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7" y="1466"/>
                <a:ext cx="138" cy="15"/>
              </a:xfrm>
              <a:custGeom>
                <a:avLst/>
                <a:gdLst>
                  <a:gd name="T0" fmla="*/ 253 w 102"/>
                  <a:gd name="T1" fmla="*/ 0 h 11"/>
                  <a:gd name="T2" fmla="*/ 183 w 102"/>
                  <a:gd name="T3" fmla="*/ 14 h 11"/>
                  <a:gd name="T4" fmla="*/ 106 w 102"/>
                  <a:gd name="T5" fmla="*/ 14 h 11"/>
                  <a:gd name="T6" fmla="*/ 7 w 102"/>
                  <a:gd name="T7" fmla="*/ 20 h 11"/>
                  <a:gd name="T8" fmla="*/ 0 w 102"/>
                  <a:gd name="T9" fmla="*/ 27 h 11"/>
                  <a:gd name="T10" fmla="*/ 0 w 102"/>
                  <a:gd name="T11" fmla="*/ 27 h 11"/>
                  <a:gd name="T12" fmla="*/ 1 w 102"/>
                  <a:gd name="T13" fmla="*/ 15 h 11"/>
                  <a:gd name="T14" fmla="*/ 106 w 102"/>
                  <a:gd name="T15" fmla="*/ 7 h 11"/>
                  <a:gd name="T16" fmla="*/ 181 w 102"/>
                  <a:gd name="T17" fmla="*/ 7 h 11"/>
                  <a:gd name="T18" fmla="*/ 253 w 102"/>
                  <a:gd name="T19" fmla="*/ 0 h 1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02" h="11">
                    <a:moveTo>
                      <a:pt x="102" y="0"/>
                    </a:moveTo>
                    <a:cubicBezTo>
                      <a:pt x="96" y="0"/>
                      <a:pt x="79" y="3"/>
                      <a:pt x="74" y="5"/>
                    </a:cubicBezTo>
                    <a:cubicBezTo>
                      <a:pt x="69" y="7"/>
                      <a:pt x="56" y="6"/>
                      <a:pt x="43" y="5"/>
                    </a:cubicBezTo>
                    <a:cubicBezTo>
                      <a:pt x="27" y="4"/>
                      <a:pt x="8" y="2"/>
                      <a:pt x="3" y="8"/>
                    </a:cubicBezTo>
                    <a:cubicBezTo>
                      <a:pt x="2" y="8"/>
                      <a:pt x="0" y="10"/>
                      <a:pt x="0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9"/>
                      <a:pt x="0" y="7"/>
                      <a:pt x="1" y="6"/>
                    </a:cubicBezTo>
                    <a:cubicBezTo>
                      <a:pt x="7" y="0"/>
                      <a:pt x="25" y="2"/>
                      <a:pt x="43" y="3"/>
                    </a:cubicBezTo>
                    <a:cubicBezTo>
                      <a:pt x="56" y="4"/>
                      <a:pt x="68" y="5"/>
                      <a:pt x="73" y="3"/>
                    </a:cubicBezTo>
                    <a:cubicBezTo>
                      <a:pt x="79" y="1"/>
                      <a:pt x="95" y="0"/>
                      <a:pt x="102" y="0"/>
                    </a:cubicBez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847" name="Freeform 435">
                <a:extLst>
                  <a:ext uri="{FF2B5EF4-FFF2-40B4-BE49-F238E27FC236}">
                    <a16:creationId xmlns:a16="http://schemas.microsoft.com/office/drawing/2014/main" id="{6FA014AD-DC94-438A-B75A-6DA25F7882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25" y="2493"/>
                <a:ext cx="53" cy="42"/>
              </a:xfrm>
              <a:custGeom>
                <a:avLst/>
                <a:gdLst>
                  <a:gd name="T0" fmla="*/ 0 w 39"/>
                  <a:gd name="T1" fmla="*/ 77 h 31"/>
                  <a:gd name="T2" fmla="*/ 20 w 39"/>
                  <a:gd name="T3" fmla="*/ 64 h 31"/>
                  <a:gd name="T4" fmla="*/ 63 w 39"/>
                  <a:gd name="T5" fmla="*/ 41 h 31"/>
                  <a:gd name="T6" fmla="*/ 98 w 39"/>
                  <a:gd name="T7" fmla="*/ 0 h 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9" h="31">
                    <a:moveTo>
                      <a:pt x="0" y="31"/>
                    </a:moveTo>
                    <a:cubicBezTo>
                      <a:pt x="2" y="29"/>
                      <a:pt x="5" y="28"/>
                      <a:pt x="8" y="26"/>
                    </a:cubicBezTo>
                    <a:cubicBezTo>
                      <a:pt x="13" y="23"/>
                      <a:pt x="20" y="21"/>
                      <a:pt x="25" y="16"/>
                    </a:cubicBezTo>
                    <a:cubicBezTo>
                      <a:pt x="30" y="13"/>
                      <a:pt x="36" y="2"/>
                      <a:pt x="39" y="0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848" name="Freeform 436">
                <a:extLst>
                  <a:ext uri="{FF2B5EF4-FFF2-40B4-BE49-F238E27FC236}">
                    <a16:creationId xmlns:a16="http://schemas.microsoft.com/office/drawing/2014/main" id="{934DDFD9-1167-4D88-AB21-9B34D33E8B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36" y="2503"/>
                <a:ext cx="42" cy="42"/>
              </a:xfrm>
              <a:custGeom>
                <a:avLst/>
                <a:gdLst>
                  <a:gd name="T0" fmla="*/ 77 w 31"/>
                  <a:gd name="T1" fmla="*/ 0 h 31"/>
                  <a:gd name="T2" fmla="*/ 50 w 31"/>
                  <a:gd name="T3" fmla="*/ 45 h 31"/>
                  <a:gd name="T4" fmla="*/ 0 w 31"/>
                  <a:gd name="T5" fmla="*/ 77 h 3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1" h="31">
                    <a:moveTo>
                      <a:pt x="31" y="0"/>
                    </a:moveTo>
                    <a:cubicBezTo>
                      <a:pt x="26" y="5"/>
                      <a:pt x="20" y="16"/>
                      <a:pt x="20" y="18"/>
                    </a:cubicBezTo>
                    <a:cubicBezTo>
                      <a:pt x="14" y="21"/>
                      <a:pt x="9" y="22"/>
                      <a:pt x="0" y="31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849" name="Freeform 437">
                <a:extLst>
                  <a:ext uri="{FF2B5EF4-FFF2-40B4-BE49-F238E27FC236}">
                    <a16:creationId xmlns:a16="http://schemas.microsoft.com/office/drawing/2014/main" id="{8DFE7E04-0F77-45E4-AD5C-3E2FB7BB97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26" y="2449"/>
                <a:ext cx="56" cy="74"/>
              </a:xfrm>
              <a:custGeom>
                <a:avLst/>
                <a:gdLst>
                  <a:gd name="T0" fmla="*/ 96 w 41"/>
                  <a:gd name="T1" fmla="*/ 100 h 55"/>
                  <a:gd name="T2" fmla="*/ 102 w 41"/>
                  <a:gd name="T3" fmla="*/ 51 h 55"/>
                  <a:gd name="T4" fmla="*/ 63 w 41"/>
                  <a:gd name="T5" fmla="*/ 0 h 55"/>
                  <a:gd name="T6" fmla="*/ 49 w 41"/>
                  <a:gd name="T7" fmla="*/ 30 h 55"/>
                  <a:gd name="T8" fmla="*/ 41 w 41"/>
                  <a:gd name="T9" fmla="*/ 94 h 55"/>
                  <a:gd name="T10" fmla="*/ 0 w 41"/>
                  <a:gd name="T11" fmla="*/ 135 h 5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1" h="55">
                    <a:moveTo>
                      <a:pt x="37" y="41"/>
                    </a:moveTo>
                    <a:cubicBezTo>
                      <a:pt x="36" y="34"/>
                      <a:pt x="41" y="28"/>
                      <a:pt x="40" y="21"/>
                    </a:cubicBezTo>
                    <a:cubicBezTo>
                      <a:pt x="40" y="14"/>
                      <a:pt x="33" y="5"/>
                      <a:pt x="25" y="0"/>
                    </a:cubicBezTo>
                    <a:cubicBezTo>
                      <a:pt x="19" y="1"/>
                      <a:pt x="19" y="7"/>
                      <a:pt x="19" y="12"/>
                    </a:cubicBezTo>
                    <a:cubicBezTo>
                      <a:pt x="19" y="16"/>
                      <a:pt x="18" y="33"/>
                      <a:pt x="16" y="39"/>
                    </a:cubicBezTo>
                    <a:cubicBezTo>
                      <a:pt x="16" y="45"/>
                      <a:pt x="10" y="55"/>
                      <a:pt x="0" y="55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</p:grpSp>
        <p:sp>
          <p:nvSpPr>
            <p:cNvPr id="45548" name="Freeform 438">
              <a:extLst>
                <a:ext uri="{FF2B5EF4-FFF2-40B4-BE49-F238E27FC236}">
                  <a16:creationId xmlns:a16="http://schemas.microsoft.com/office/drawing/2014/main" id="{BF9A9504-DAA8-46E2-A310-F3B514A2FF18}"/>
                </a:ext>
              </a:extLst>
            </p:cNvPr>
            <p:cNvSpPr>
              <a:spLocks/>
            </p:cNvSpPr>
            <p:nvPr/>
          </p:nvSpPr>
          <p:spPr bwMode="auto">
            <a:xfrm>
              <a:off x="5227" y="2558"/>
              <a:ext cx="18" cy="8"/>
            </a:xfrm>
            <a:custGeom>
              <a:avLst/>
              <a:gdLst>
                <a:gd name="T0" fmla="*/ 35 w 13"/>
                <a:gd name="T1" fmla="*/ 7 h 6"/>
                <a:gd name="T2" fmla="*/ 0 w 13"/>
                <a:gd name="T3" fmla="*/ 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6">
                  <a:moveTo>
                    <a:pt x="13" y="3"/>
                  </a:moveTo>
                  <a:cubicBezTo>
                    <a:pt x="11" y="0"/>
                    <a:pt x="4" y="2"/>
                    <a:pt x="0" y="6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549" name="Freeform 439">
              <a:extLst>
                <a:ext uri="{FF2B5EF4-FFF2-40B4-BE49-F238E27FC236}">
                  <a16:creationId xmlns:a16="http://schemas.microsoft.com/office/drawing/2014/main" id="{8F9569C0-13F6-4399-9D89-6F63A9B2699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1" y="2524"/>
              <a:ext cx="10" cy="8"/>
            </a:xfrm>
            <a:custGeom>
              <a:avLst/>
              <a:gdLst>
                <a:gd name="T0" fmla="*/ 20 w 7"/>
                <a:gd name="T1" fmla="*/ 15 h 6"/>
                <a:gd name="T2" fmla="*/ 0 w 7"/>
                <a:gd name="T3" fmla="*/ 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6">
                  <a:moveTo>
                    <a:pt x="7" y="6"/>
                  </a:moveTo>
                  <a:cubicBezTo>
                    <a:pt x="4" y="4"/>
                    <a:pt x="3" y="0"/>
                    <a:pt x="0" y="2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550" name="Freeform 440">
              <a:extLst>
                <a:ext uri="{FF2B5EF4-FFF2-40B4-BE49-F238E27FC236}">
                  <a16:creationId xmlns:a16="http://schemas.microsoft.com/office/drawing/2014/main" id="{5CBF9F50-4667-415C-8EC8-85ADBDAF3566}"/>
                </a:ext>
              </a:extLst>
            </p:cNvPr>
            <p:cNvSpPr>
              <a:spLocks/>
            </p:cNvSpPr>
            <p:nvPr/>
          </p:nvSpPr>
          <p:spPr bwMode="auto">
            <a:xfrm>
              <a:off x="5278" y="2499"/>
              <a:ext cx="6" cy="4"/>
            </a:xfrm>
            <a:custGeom>
              <a:avLst/>
              <a:gdLst>
                <a:gd name="T0" fmla="*/ 8 w 5"/>
                <a:gd name="T1" fmla="*/ 5 h 3"/>
                <a:gd name="T2" fmla="*/ 0 w 5"/>
                <a:gd name="T3" fmla="*/ 7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">
                  <a:moveTo>
                    <a:pt x="5" y="2"/>
                  </a:moveTo>
                  <a:cubicBezTo>
                    <a:pt x="3" y="1"/>
                    <a:pt x="2" y="0"/>
                    <a:pt x="0" y="3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551" name="Freeform 441">
              <a:extLst>
                <a:ext uri="{FF2B5EF4-FFF2-40B4-BE49-F238E27FC236}">
                  <a16:creationId xmlns:a16="http://schemas.microsoft.com/office/drawing/2014/main" id="{289BEA84-7F62-46FA-8D3D-D2ED680ED64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52" y="2442"/>
              <a:ext cx="4" cy="14"/>
            </a:xfrm>
            <a:custGeom>
              <a:avLst/>
              <a:gdLst>
                <a:gd name="T0" fmla="*/ 7 w 3"/>
                <a:gd name="T1" fmla="*/ 0 h 10"/>
                <a:gd name="T2" fmla="*/ 1 w 3"/>
                <a:gd name="T3" fmla="*/ 28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0">
                  <a:moveTo>
                    <a:pt x="3" y="0"/>
                  </a:moveTo>
                  <a:cubicBezTo>
                    <a:pt x="2" y="3"/>
                    <a:pt x="0" y="6"/>
                    <a:pt x="1" y="10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552" name="Freeform 442">
              <a:extLst>
                <a:ext uri="{FF2B5EF4-FFF2-40B4-BE49-F238E27FC236}">
                  <a16:creationId xmlns:a16="http://schemas.microsoft.com/office/drawing/2014/main" id="{FDFCBBEF-393B-4FB9-8375-3BB4DAE7136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0" y="2446"/>
              <a:ext cx="9" cy="3"/>
            </a:xfrm>
            <a:custGeom>
              <a:avLst/>
              <a:gdLst>
                <a:gd name="T0" fmla="*/ 15 w 7"/>
                <a:gd name="T1" fmla="*/ 8 h 2"/>
                <a:gd name="T2" fmla="*/ 0 w 7"/>
                <a:gd name="T3" fmla="*/ 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">
                  <a:moveTo>
                    <a:pt x="7" y="2"/>
                  </a:moveTo>
                  <a:cubicBezTo>
                    <a:pt x="5" y="1"/>
                    <a:pt x="3" y="0"/>
                    <a:pt x="0" y="2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553" name="Freeform 443">
              <a:extLst>
                <a:ext uri="{FF2B5EF4-FFF2-40B4-BE49-F238E27FC236}">
                  <a16:creationId xmlns:a16="http://schemas.microsoft.com/office/drawing/2014/main" id="{EBC69B96-13B3-4C2A-ACEC-862DC1E3104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22" y="2475"/>
              <a:ext cx="7" cy="2"/>
            </a:xfrm>
            <a:custGeom>
              <a:avLst/>
              <a:gdLst>
                <a:gd name="T0" fmla="*/ 14 w 5"/>
                <a:gd name="T1" fmla="*/ 0 h 2"/>
                <a:gd name="T2" fmla="*/ 0 w 5"/>
                <a:gd name="T3" fmla="*/ 2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">
                  <a:moveTo>
                    <a:pt x="5" y="0"/>
                  </a:moveTo>
                  <a:cubicBezTo>
                    <a:pt x="3" y="0"/>
                    <a:pt x="2" y="1"/>
                    <a:pt x="0" y="2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554" name="Freeform 444">
              <a:extLst>
                <a:ext uri="{FF2B5EF4-FFF2-40B4-BE49-F238E27FC236}">
                  <a16:creationId xmlns:a16="http://schemas.microsoft.com/office/drawing/2014/main" id="{66086FC9-89F9-4BDC-A249-20E20A7DD699}"/>
                </a:ext>
              </a:extLst>
            </p:cNvPr>
            <p:cNvSpPr>
              <a:spLocks/>
            </p:cNvSpPr>
            <p:nvPr/>
          </p:nvSpPr>
          <p:spPr bwMode="auto">
            <a:xfrm>
              <a:off x="5248" y="2466"/>
              <a:ext cx="27" cy="40"/>
            </a:xfrm>
            <a:custGeom>
              <a:avLst/>
              <a:gdLst>
                <a:gd name="T0" fmla="*/ 49 w 20"/>
                <a:gd name="T1" fmla="*/ 0 h 29"/>
                <a:gd name="T2" fmla="*/ 30 w 20"/>
                <a:gd name="T3" fmla="*/ 55 h 29"/>
                <a:gd name="T4" fmla="*/ 0 w 20"/>
                <a:gd name="T5" fmla="*/ 76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29">
                  <a:moveTo>
                    <a:pt x="20" y="0"/>
                  </a:moveTo>
                  <a:cubicBezTo>
                    <a:pt x="20" y="10"/>
                    <a:pt x="14" y="15"/>
                    <a:pt x="12" y="21"/>
                  </a:cubicBezTo>
                  <a:cubicBezTo>
                    <a:pt x="10" y="28"/>
                    <a:pt x="3" y="26"/>
                    <a:pt x="0" y="29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555" name="Freeform 445">
              <a:extLst>
                <a:ext uri="{FF2B5EF4-FFF2-40B4-BE49-F238E27FC236}">
                  <a16:creationId xmlns:a16="http://schemas.microsoft.com/office/drawing/2014/main" id="{EBB29DFF-416F-44B9-93A5-C7EA5CC0BFF9}"/>
                </a:ext>
              </a:extLst>
            </p:cNvPr>
            <p:cNvSpPr>
              <a:spLocks/>
            </p:cNvSpPr>
            <p:nvPr/>
          </p:nvSpPr>
          <p:spPr bwMode="auto">
            <a:xfrm>
              <a:off x="5250" y="2457"/>
              <a:ext cx="18" cy="36"/>
            </a:xfrm>
            <a:custGeom>
              <a:avLst/>
              <a:gdLst>
                <a:gd name="T0" fmla="*/ 35 w 13"/>
                <a:gd name="T1" fmla="*/ 0 h 27"/>
                <a:gd name="T2" fmla="*/ 15 w 13"/>
                <a:gd name="T3" fmla="*/ 55 h 27"/>
                <a:gd name="T4" fmla="*/ 0 w 13"/>
                <a:gd name="T5" fmla="*/ 64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27">
                  <a:moveTo>
                    <a:pt x="13" y="0"/>
                  </a:moveTo>
                  <a:cubicBezTo>
                    <a:pt x="12" y="6"/>
                    <a:pt x="9" y="21"/>
                    <a:pt x="6" y="23"/>
                  </a:cubicBezTo>
                  <a:cubicBezTo>
                    <a:pt x="3" y="25"/>
                    <a:pt x="1" y="23"/>
                    <a:pt x="0" y="27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556" name="Freeform 446">
              <a:extLst>
                <a:ext uri="{FF2B5EF4-FFF2-40B4-BE49-F238E27FC236}">
                  <a16:creationId xmlns:a16="http://schemas.microsoft.com/office/drawing/2014/main" id="{147A538E-6E70-4011-AF08-75DCDF32A975}"/>
                </a:ext>
              </a:extLst>
            </p:cNvPr>
            <p:cNvSpPr>
              <a:spLocks/>
            </p:cNvSpPr>
            <p:nvPr/>
          </p:nvSpPr>
          <p:spPr bwMode="auto">
            <a:xfrm>
              <a:off x="5230" y="2501"/>
              <a:ext cx="3" cy="15"/>
            </a:xfrm>
            <a:custGeom>
              <a:avLst/>
              <a:gdLst>
                <a:gd name="T0" fmla="*/ 0 w 2"/>
                <a:gd name="T1" fmla="*/ 0 h 11"/>
                <a:gd name="T2" fmla="*/ 5 w 2"/>
                <a:gd name="T3" fmla="*/ 27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1">
                  <a:moveTo>
                    <a:pt x="0" y="0"/>
                  </a:moveTo>
                  <a:cubicBezTo>
                    <a:pt x="2" y="1"/>
                    <a:pt x="1" y="8"/>
                    <a:pt x="1" y="11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557" name="Freeform 447">
              <a:extLst>
                <a:ext uri="{FF2B5EF4-FFF2-40B4-BE49-F238E27FC236}">
                  <a16:creationId xmlns:a16="http://schemas.microsoft.com/office/drawing/2014/main" id="{19C2F876-BD05-4F1C-BAAD-02F590D1055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5" y="963"/>
              <a:ext cx="303" cy="249"/>
            </a:xfrm>
            <a:custGeom>
              <a:avLst/>
              <a:gdLst>
                <a:gd name="T0" fmla="*/ 529 w 224"/>
                <a:gd name="T1" fmla="*/ 451 h 185"/>
                <a:gd name="T2" fmla="*/ 553 w 224"/>
                <a:gd name="T3" fmla="*/ 358 h 185"/>
                <a:gd name="T4" fmla="*/ 553 w 224"/>
                <a:gd name="T5" fmla="*/ 308 h 185"/>
                <a:gd name="T6" fmla="*/ 546 w 224"/>
                <a:gd name="T7" fmla="*/ 268 h 185"/>
                <a:gd name="T8" fmla="*/ 555 w 224"/>
                <a:gd name="T9" fmla="*/ 241 h 185"/>
                <a:gd name="T10" fmla="*/ 545 w 224"/>
                <a:gd name="T11" fmla="*/ 192 h 185"/>
                <a:gd name="T12" fmla="*/ 540 w 224"/>
                <a:gd name="T13" fmla="*/ 121 h 185"/>
                <a:gd name="T14" fmla="*/ 498 w 224"/>
                <a:gd name="T15" fmla="*/ 79 h 185"/>
                <a:gd name="T16" fmla="*/ 453 w 224"/>
                <a:gd name="T17" fmla="*/ 35 h 185"/>
                <a:gd name="T18" fmla="*/ 411 w 224"/>
                <a:gd name="T19" fmla="*/ 22 h 185"/>
                <a:gd name="T20" fmla="*/ 372 w 224"/>
                <a:gd name="T21" fmla="*/ 9 h 185"/>
                <a:gd name="T22" fmla="*/ 311 w 224"/>
                <a:gd name="T23" fmla="*/ 0 h 185"/>
                <a:gd name="T24" fmla="*/ 292 w 224"/>
                <a:gd name="T25" fmla="*/ 7 h 185"/>
                <a:gd name="T26" fmla="*/ 260 w 224"/>
                <a:gd name="T27" fmla="*/ 7 h 185"/>
                <a:gd name="T28" fmla="*/ 235 w 224"/>
                <a:gd name="T29" fmla="*/ 9 h 185"/>
                <a:gd name="T30" fmla="*/ 227 w 224"/>
                <a:gd name="T31" fmla="*/ 16 h 185"/>
                <a:gd name="T32" fmla="*/ 212 w 224"/>
                <a:gd name="T33" fmla="*/ 16 h 185"/>
                <a:gd name="T34" fmla="*/ 156 w 224"/>
                <a:gd name="T35" fmla="*/ 27 h 185"/>
                <a:gd name="T36" fmla="*/ 134 w 224"/>
                <a:gd name="T37" fmla="*/ 47 h 185"/>
                <a:gd name="T38" fmla="*/ 124 w 224"/>
                <a:gd name="T39" fmla="*/ 63 h 185"/>
                <a:gd name="T40" fmla="*/ 99 w 224"/>
                <a:gd name="T41" fmla="*/ 70 h 185"/>
                <a:gd name="T42" fmla="*/ 87 w 224"/>
                <a:gd name="T43" fmla="*/ 90 h 185"/>
                <a:gd name="T44" fmla="*/ 57 w 224"/>
                <a:gd name="T45" fmla="*/ 98 h 185"/>
                <a:gd name="T46" fmla="*/ 41 w 224"/>
                <a:gd name="T47" fmla="*/ 156 h 185"/>
                <a:gd name="T48" fmla="*/ 27 w 224"/>
                <a:gd name="T49" fmla="*/ 178 h 185"/>
                <a:gd name="T50" fmla="*/ 26 w 224"/>
                <a:gd name="T51" fmla="*/ 183 h 185"/>
                <a:gd name="T52" fmla="*/ 9 w 224"/>
                <a:gd name="T53" fmla="*/ 271 h 185"/>
                <a:gd name="T54" fmla="*/ 26 w 224"/>
                <a:gd name="T55" fmla="*/ 304 h 185"/>
                <a:gd name="T56" fmla="*/ 20 w 224"/>
                <a:gd name="T57" fmla="*/ 324 h 185"/>
                <a:gd name="T58" fmla="*/ 30 w 224"/>
                <a:gd name="T59" fmla="*/ 339 h 185"/>
                <a:gd name="T60" fmla="*/ 20 w 224"/>
                <a:gd name="T61" fmla="*/ 371 h 185"/>
                <a:gd name="T62" fmla="*/ 26 w 224"/>
                <a:gd name="T63" fmla="*/ 382 h 185"/>
                <a:gd name="T64" fmla="*/ 20 w 224"/>
                <a:gd name="T65" fmla="*/ 400 h 185"/>
                <a:gd name="T66" fmla="*/ 35 w 224"/>
                <a:gd name="T67" fmla="*/ 423 h 185"/>
                <a:gd name="T68" fmla="*/ 41 w 224"/>
                <a:gd name="T69" fmla="*/ 446 h 185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224" h="185">
                  <a:moveTo>
                    <a:pt x="214" y="185"/>
                  </a:moveTo>
                  <a:cubicBezTo>
                    <a:pt x="219" y="183"/>
                    <a:pt x="214" y="149"/>
                    <a:pt x="223" y="147"/>
                  </a:cubicBezTo>
                  <a:cubicBezTo>
                    <a:pt x="218" y="143"/>
                    <a:pt x="224" y="132"/>
                    <a:pt x="223" y="126"/>
                  </a:cubicBezTo>
                  <a:cubicBezTo>
                    <a:pt x="223" y="118"/>
                    <a:pt x="220" y="116"/>
                    <a:pt x="221" y="110"/>
                  </a:cubicBezTo>
                  <a:cubicBezTo>
                    <a:pt x="221" y="108"/>
                    <a:pt x="224" y="104"/>
                    <a:pt x="224" y="99"/>
                  </a:cubicBezTo>
                  <a:cubicBezTo>
                    <a:pt x="224" y="93"/>
                    <a:pt x="220" y="85"/>
                    <a:pt x="220" y="79"/>
                  </a:cubicBezTo>
                  <a:cubicBezTo>
                    <a:pt x="220" y="76"/>
                    <a:pt x="219" y="53"/>
                    <a:pt x="218" y="50"/>
                  </a:cubicBezTo>
                  <a:cubicBezTo>
                    <a:pt x="216" y="47"/>
                    <a:pt x="205" y="36"/>
                    <a:pt x="201" y="33"/>
                  </a:cubicBezTo>
                  <a:cubicBezTo>
                    <a:pt x="192" y="26"/>
                    <a:pt x="193" y="19"/>
                    <a:pt x="183" y="14"/>
                  </a:cubicBezTo>
                  <a:cubicBezTo>
                    <a:pt x="178" y="21"/>
                    <a:pt x="170" y="12"/>
                    <a:pt x="166" y="9"/>
                  </a:cubicBezTo>
                  <a:cubicBezTo>
                    <a:pt x="162" y="16"/>
                    <a:pt x="154" y="6"/>
                    <a:pt x="150" y="4"/>
                  </a:cubicBezTo>
                  <a:cubicBezTo>
                    <a:pt x="147" y="14"/>
                    <a:pt x="132" y="0"/>
                    <a:pt x="126" y="0"/>
                  </a:cubicBezTo>
                  <a:cubicBezTo>
                    <a:pt x="121" y="0"/>
                    <a:pt x="122" y="2"/>
                    <a:pt x="118" y="3"/>
                  </a:cubicBezTo>
                  <a:cubicBezTo>
                    <a:pt x="114" y="4"/>
                    <a:pt x="109" y="4"/>
                    <a:pt x="105" y="3"/>
                  </a:cubicBezTo>
                  <a:cubicBezTo>
                    <a:pt x="100" y="3"/>
                    <a:pt x="99" y="3"/>
                    <a:pt x="95" y="4"/>
                  </a:cubicBezTo>
                  <a:cubicBezTo>
                    <a:pt x="95" y="4"/>
                    <a:pt x="93" y="7"/>
                    <a:pt x="92" y="7"/>
                  </a:cubicBezTo>
                  <a:cubicBezTo>
                    <a:pt x="90" y="8"/>
                    <a:pt x="88" y="6"/>
                    <a:pt x="86" y="7"/>
                  </a:cubicBezTo>
                  <a:cubicBezTo>
                    <a:pt x="82" y="9"/>
                    <a:pt x="66" y="7"/>
                    <a:pt x="63" y="11"/>
                  </a:cubicBezTo>
                  <a:cubicBezTo>
                    <a:pt x="61" y="14"/>
                    <a:pt x="56" y="15"/>
                    <a:pt x="54" y="19"/>
                  </a:cubicBezTo>
                  <a:cubicBezTo>
                    <a:pt x="51" y="22"/>
                    <a:pt x="53" y="24"/>
                    <a:pt x="50" y="26"/>
                  </a:cubicBezTo>
                  <a:cubicBezTo>
                    <a:pt x="47" y="28"/>
                    <a:pt x="43" y="27"/>
                    <a:pt x="40" y="29"/>
                  </a:cubicBezTo>
                  <a:cubicBezTo>
                    <a:pt x="37" y="32"/>
                    <a:pt x="39" y="35"/>
                    <a:pt x="35" y="37"/>
                  </a:cubicBezTo>
                  <a:cubicBezTo>
                    <a:pt x="28" y="39"/>
                    <a:pt x="27" y="35"/>
                    <a:pt x="23" y="40"/>
                  </a:cubicBezTo>
                  <a:cubicBezTo>
                    <a:pt x="22" y="42"/>
                    <a:pt x="21" y="61"/>
                    <a:pt x="16" y="64"/>
                  </a:cubicBezTo>
                  <a:cubicBezTo>
                    <a:pt x="14" y="65"/>
                    <a:pt x="11" y="69"/>
                    <a:pt x="11" y="73"/>
                  </a:cubicBezTo>
                  <a:cubicBezTo>
                    <a:pt x="10" y="75"/>
                    <a:pt x="10" y="75"/>
                    <a:pt x="10" y="75"/>
                  </a:cubicBezTo>
                  <a:cubicBezTo>
                    <a:pt x="9" y="87"/>
                    <a:pt x="0" y="100"/>
                    <a:pt x="4" y="111"/>
                  </a:cubicBezTo>
                  <a:cubicBezTo>
                    <a:pt x="7" y="117"/>
                    <a:pt x="10" y="118"/>
                    <a:pt x="10" y="125"/>
                  </a:cubicBezTo>
                  <a:cubicBezTo>
                    <a:pt x="9" y="127"/>
                    <a:pt x="8" y="131"/>
                    <a:pt x="8" y="133"/>
                  </a:cubicBezTo>
                  <a:cubicBezTo>
                    <a:pt x="9" y="136"/>
                    <a:pt x="11" y="137"/>
                    <a:pt x="12" y="139"/>
                  </a:cubicBezTo>
                  <a:cubicBezTo>
                    <a:pt x="13" y="145"/>
                    <a:pt x="8" y="147"/>
                    <a:pt x="8" y="152"/>
                  </a:cubicBezTo>
                  <a:cubicBezTo>
                    <a:pt x="8" y="153"/>
                    <a:pt x="10" y="155"/>
                    <a:pt x="10" y="157"/>
                  </a:cubicBezTo>
                  <a:cubicBezTo>
                    <a:pt x="10" y="159"/>
                    <a:pt x="8" y="163"/>
                    <a:pt x="8" y="164"/>
                  </a:cubicBezTo>
                  <a:cubicBezTo>
                    <a:pt x="9" y="168"/>
                    <a:pt x="12" y="170"/>
                    <a:pt x="14" y="173"/>
                  </a:cubicBezTo>
                  <a:cubicBezTo>
                    <a:pt x="15" y="177"/>
                    <a:pt x="15" y="180"/>
                    <a:pt x="16" y="183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558" name="Freeform 448">
              <a:extLst>
                <a:ext uri="{FF2B5EF4-FFF2-40B4-BE49-F238E27FC236}">
                  <a16:creationId xmlns:a16="http://schemas.microsoft.com/office/drawing/2014/main" id="{EDBEFBD8-2A81-45DE-AEDB-4D3E67CC741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3" y="1332"/>
              <a:ext cx="23" cy="24"/>
            </a:xfrm>
            <a:custGeom>
              <a:avLst/>
              <a:gdLst>
                <a:gd name="T0" fmla="*/ 15 w 17"/>
                <a:gd name="T1" fmla="*/ 0 h 18"/>
                <a:gd name="T2" fmla="*/ 0 w 17"/>
                <a:gd name="T3" fmla="*/ 12 h 18"/>
                <a:gd name="T4" fmla="*/ 22 w 17"/>
                <a:gd name="T5" fmla="*/ 7 h 18"/>
                <a:gd name="T6" fmla="*/ 20 w 17"/>
                <a:gd name="T7" fmla="*/ 28 h 18"/>
                <a:gd name="T8" fmla="*/ 42 w 17"/>
                <a:gd name="T9" fmla="*/ 27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8">
                  <a:moveTo>
                    <a:pt x="6" y="0"/>
                  </a:moveTo>
                  <a:cubicBezTo>
                    <a:pt x="3" y="1"/>
                    <a:pt x="1" y="2"/>
                    <a:pt x="0" y="5"/>
                  </a:cubicBezTo>
                  <a:cubicBezTo>
                    <a:pt x="3" y="8"/>
                    <a:pt x="6" y="5"/>
                    <a:pt x="9" y="3"/>
                  </a:cubicBezTo>
                  <a:cubicBezTo>
                    <a:pt x="15" y="7"/>
                    <a:pt x="8" y="9"/>
                    <a:pt x="8" y="12"/>
                  </a:cubicBezTo>
                  <a:cubicBezTo>
                    <a:pt x="9" y="18"/>
                    <a:pt x="14" y="14"/>
                    <a:pt x="17" y="11"/>
                  </a:cubicBezTo>
                </a:path>
              </a:pathLst>
            </a:custGeom>
            <a:noFill/>
            <a:ln w="9525" cap="flat">
              <a:solidFill>
                <a:srgbClr val="FEF2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559" name="Freeform 449">
              <a:extLst>
                <a:ext uri="{FF2B5EF4-FFF2-40B4-BE49-F238E27FC236}">
                  <a16:creationId xmlns:a16="http://schemas.microsoft.com/office/drawing/2014/main" id="{29E72D22-3AD7-46F0-B894-B3922DD7E03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0" y="1330"/>
              <a:ext cx="15" cy="12"/>
            </a:xfrm>
            <a:custGeom>
              <a:avLst/>
              <a:gdLst>
                <a:gd name="T0" fmla="*/ 15 w 11"/>
                <a:gd name="T1" fmla="*/ 0 h 9"/>
                <a:gd name="T2" fmla="*/ 22 w 11"/>
                <a:gd name="T3" fmla="*/ 12 h 9"/>
                <a:gd name="T4" fmla="*/ 5 w 11"/>
                <a:gd name="T5" fmla="*/ 5 h 9"/>
                <a:gd name="T6" fmla="*/ 5 w 11"/>
                <a:gd name="T7" fmla="*/ 21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9">
                  <a:moveTo>
                    <a:pt x="6" y="0"/>
                  </a:moveTo>
                  <a:cubicBezTo>
                    <a:pt x="8" y="0"/>
                    <a:pt x="11" y="3"/>
                    <a:pt x="9" y="5"/>
                  </a:cubicBezTo>
                  <a:cubicBezTo>
                    <a:pt x="6" y="7"/>
                    <a:pt x="4" y="3"/>
                    <a:pt x="2" y="2"/>
                  </a:cubicBezTo>
                  <a:cubicBezTo>
                    <a:pt x="0" y="5"/>
                    <a:pt x="0" y="7"/>
                    <a:pt x="2" y="9"/>
                  </a:cubicBezTo>
                </a:path>
              </a:pathLst>
            </a:custGeom>
            <a:noFill/>
            <a:ln w="9525" cap="flat">
              <a:solidFill>
                <a:srgbClr val="FEF2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560" name="Freeform 450">
              <a:extLst>
                <a:ext uri="{FF2B5EF4-FFF2-40B4-BE49-F238E27FC236}">
                  <a16:creationId xmlns:a16="http://schemas.microsoft.com/office/drawing/2014/main" id="{A75077B8-CAF4-4CC0-B634-A8E5868C767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5" y="1342"/>
              <a:ext cx="18" cy="15"/>
            </a:xfrm>
            <a:custGeom>
              <a:avLst/>
              <a:gdLst>
                <a:gd name="T0" fmla="*/ 19 w 13"/>
                <a:gd name="T1" fmla="*/ 0 h 11"/>
                <a:gd name="T2" fmla="*/ 0 w 13"/>
                <a:gd name="T3" fmla="*/ 1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1">
                  <a:moveTo>
                    <a:pt x="7" y="0"/>
                  </a:moveTo>
                  <a:cubicBezTo>
                    <a:pt x="13" y="7"/>
                    <a:pt x="2" y="11"/>
                    <a:pt x="0" y="4"/>
                  </a:cubicBezTo>
                </a:path>
              </a:pathLst>
            </a:custGeom>
            <a:noFill/>
            <a:ln w="9525" cap="flat">
              <a:solidFill>
                <a:srgbClr val="FEF2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561" name="Freeform 451">
              <a:extLst>
                <a:ext uri="{FF2B5EF4-FFF2-40B4-BE49-F238E27FC236}">
                  <a16:creationId xmlns:a16="http://schemas.microsoft.com/office/drawing/2014/main" id="{380A5BC0-763F-4F4C-939A-F0A0A3A226D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8" y="1301"/>
              <a:ext cx="19" cy="8"/>
            </a:xfrm>
            <a:custGeom>
              <a:avLst/>
              <a:gdLst>
                <a:gd name="T0" fmla="*/ 0 w 14"/>
                <a:gd name="T1" fmla="*/ 15 h 6"/>
                <a:gd name="T2" fmla="*/ 19 w 14"/>
                <a:gd name="T3" fmla="*/ 12 h 6"/>
                <a:gd name="T4" fmla="*/ 26 w 14"/>
                <a:gd name="T5" fmla="*/ 0 h 6"/>
                <a:gd name="T6" fmla="*/ 35 w 14"/>
                <a:gd name="T7" fmla="*/ 15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6">
                  <a:moveTo>
                    <a:pt x="0" y="6"/>
                  </a:moveTo>
                  <a:cubicBezTo>
                    <a:pt x="0" y="0"/>
                    <a:pt x="6" y="0"/>
                    <a:pt x="7" y="5"/>
                  </a:cubicBezTo>
                  <a:cubicBezTo>
                    <a:pt x="9" y="4"/>
                    <a:pt x="9" y="2"/>
                    <a:pt x="10" y="0"/>
                  </a:cubicBezTo>
                  <a:cubicBezTo>
                    <a:pt x="13" y="0"/>
                    <a:pt x="14" y="3"/>
                    <a:pt x="14" y="6"/>
                  </a:cubicBezTo>
                </a:path>
              </a:pathLst>
            </a:custGeom>
            <a:noFill/>
            <a:ln w="9525" cap="flat">
              <a:solidFill>
                <a:srgbClr val="FEF2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562" name="Freeform 452">
              <a:extLst>
                <a:ext uri="{FF2B5EF4-FFF2-40B4-BE49-F238E27FC236}">
                  <a16:creationId xmlns:a16="http://schemas.microsoft.com/office/drawing/2014/main" id="{9DAB5F7D-3879-4A08-8858-E58910FE204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4" y="1249"/>
              <a:ext cx="11" cy="14"/>
            </a:xfrm>
            <a:custGeom>
              <a:avLst/>
              <a:gdLst>
                <a:gd name="T0" fmla="*/ 19 w 8"/>
                <a:gd name="T1" fmla="*/ 28 h 10"/>
                <a:gd name="T2" fmla="*/ 21 w 8"/>
                <a:gd name="T3" fmla="*/ 8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0">
                  <a:moveTo>
                    <a:pt x="7" y="10"/>
                  </a:moveTo>
                  <a:cubicBezTo>
                    <a:pt x="3" y="7"/>
                    <a:pt x="0" y="0"/>
                    <a:pt x="8" y="3"/>
                  </a:cubicBezTo>
                </a:path>
              </a:pathLst>
            </a:custGeom>
            <a:noFill/>
            <a:ln w="9525" cap="flat">
              <a:solidFill>
                <a:srgbClr val="FEF2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563" name="Freeform 453">
              <a:extLst>
                <a:ext uri="{FF2B5EF4-FFF2-40B4-BE49-F238E27FC236}">
                  <a16:creationId xmlns:a16="http://schemas.microsoft.com/office/drawing/2014/main" id="{A523B2C7-F5DB-4857-9DDB-58AE6D177DCB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7" y="1249"/>
              <a:ext cx="17" cy="18"/>
            </a:xfrm>
            <a:custGeom>
              <a:avLst/>
              <a:gdLst>
                <a:gd name="T0" fmla="*/ 12 w 13"/>
                <a:gd name="T1" fmla="*/ 35 h 13"/>
                <a:gd name="T2" fmla="*/ 7 w 13"/>
                <a:gd name="T3" fmla="*/ 21 h 13"/>
                <a:gd name="T4" fmla="*/ 16 w 13"/>
                <a:gd name="T5" fmla="*/ 1 h 13"/>
                <a:gd name="T6" fmla="*/ 0 w 13"/>
                <a:gd name="T7" fmla="*/ 6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3">
                  <a:moveTo>
                    <a:pt x="5" y="13"/>
                  </a:moveTo>
                  <a:cubicBezTo>
                    <a:pt x="11" y="13"/>
                    <a:pt x="13" y="3"/>
                    <a:pt x="3" y="8"/>
                  </a:cubicBezTo>
                  <a:cubicBezTo>
                    <a:pt x="4" y="6"/>
                    <a:pt x="6" y="3"/>
                    <a:pt x="7" y="1"/>
                  </a:cubicBezTo>
                  <a:cubicBezTo>
                    <a:pt x="5" y="0"/>
                    <a:pt x="2" y="0"/>
                    <a:pt x="0" y="2"/>
                  </a:cubicBezTo>
                </a:path>
              </a:pathLst>
            </a:custGeom>
            <a:noFill/>
            <a:ln w="9525" cap="flat">
              <a:solidFill>
                <a:srgbClr val="FEF2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564" name="Freeform 454">
              <a:extLst>
                <a:ext uri="{FF2B5EF4-FFF2-40B4-BE49-F238E27FC236}">
                  <a16:creationId xmlns:a16="http://schemas.microsoft.com/office/drawing/2014/main" id="{732619FA-8719-4237-B441-82182DF1E0A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6" y="1132"/>
              <a:ext cx="22" cy="14"/>
            </a:xfrm>
            <a:custGeom>
              <a:avLst/>
              <a:gdLst>
                <a:gd name="T0" fmla="*/ 29 w 16"/>
                <a:gd name="T1" fmla="*/ 28 h 10"/>
                <a:gd name="T2" fmla="*/ 14 w 16"/>
                <a:gd name="T3" fmla="*/ 20 h 10"/>
                <a:gd name="T4" fmla="*/ 8 w 16"/>
                <a:gd name="T5" fmla="*/ 6 h 10"/>
                <a:gd name="T6" fmla="*/ 0 w 16"/>
                <a:gd name="T7" fmla="*/ 25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10">
                  <a:moveTo>
                    <a:pt x="11" y="10"/>
                  </a:moveTo>
                  <a:cubicBezTo>
                    <a:pt x="16" y="9"/>
                    <a:pt x="10" y="0"/>
                    <a:pt x="5" y="7"/>
                  </a:cubicBezTo>
                  <a:cubicBezTo>
                    <a:pt x="6" y="5"/>
                    <a:pt x="6" y="3"/>
                    <a:pt x="3" y="2"/>
                  </a:cubicBezTo>
                  <a:cubicBezTo>
                    <a:pt x="1" y="4"/>
                    <a:pt x="0" y="6"/>
                    <a:pt x="0" y="9"/>
                  </a:cubicBezTo>
                </a:path>
              </a:pathLst>
            </a:custGeom>
            <a:noFill/>
            <a:ln w="9525" cap="flat">
              <a:solidFill>
                <a:srgbClr val="FEF2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565" name="Freeform 455">
              <a:extLst>
                <a:ext uri="{FF2B5EF4-FFF2-40B4-BE49-F238E27FC236}">
                  <a16:creationId xmlns:a16="http://schemas.microsoft.com/office/drawing/2014/main" id="{758C0679-A145-4D80-AAB4-1097DD013BEC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6" y="1135"/>
              <a:ext cx="11" cy="15"/>
            </a:xfrm>
            <a:custGeom>
              <a:avLst/>
              <a:gdLst>
                <a:gd name="T0" fmla="*/ 8 w 8"/>
                <a:gd name="T1" fmla="*/ 27 h 11"/>
                <a:gd name="T2" fmla="*/ 0 w 8"/>
                <a:gd name="T3" fmla="*/ 5 h 11"/>
                <a:gd name="T4" fmla="*/ 21 w 8"/>
                <a:gd name="T5" fmla="*/ 19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1">
                  <a:moveTo>
                    <a:pt x="3" y="11"/>
                  </a:moveTo>
                  <a:cubicBezTo>
                    <a:pt x="2" y="8"/>
                    <a:pt x="0" y="5"/>
                    <a:pt x="0" y="2"/>
                  </a:cubicBezTo>
                  <a:cubicBezTo>
                    <a:pt x="5" y="0"/>
                    <a:pt x="5" y="6"/>
                    <a:pt x="8" y="7"/>
                  </a:cubicBezTo>
                </a:path>
              </a:pathLst>
            </a:custGeom>
            <a:noFill/>
            <a:ln w="9525" cap="flat">
              <a:solidFill>
                <a:srgbClr val="FEF2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566" name="Freeform 456">
              <a:extLst>
                <a:ext uri="{FF2B5EF4-FFF2-40B4-BE49-F238E27FC236}">
                  <a16:creationId xmlns:a16="http://schemas.microsoft.com/office/drawing/2014/main" id="{68E86BEB-8953-4416-86FF-73DF3F7625C1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4" y="1150"/>
              <a:ext cx="1" cy="5"/>
            </a:xfrm>
            <a:custGeom>
              <a:avLst/>
              <a:gdLst>
                <a:gd name="T0" fmla="*/ 0 w 1"/>
                <a:gd name="T1" fmla="*/ 8 h 4"/>
                <a:gd name="T2" fmla="*/ 1 w 1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4">
                  <a:moveTo>
                    <a:pt x="0" y="4"/>
                  </a:moveTo>
                  <a:cubicBezTo>
                    <a:pt x="0" y="3"/>
                    <a:pt x="0" y="1"/>
                    <a:pt x="1" y="0"/>
                  </a:cubicBezTo>
                </a:path>
              </a:pathLst>
            </a:custGeom>
            <a:noFill/>
            <a:ln w="9525" cap="flat">
              <a:solidFill>
                <a:srgbClr val="FEF2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567" name="Freeform 457">
              <a:extLst>
                <a:ext uri="{FF2B5EF4-FFF2-40B4-BE49-F238E27FC236}">
                  <a16:creationId xmlns:a16="http://schemas.microsoft.com/office/drawing/2014/main" id="{8D6FA6E9-ECCF-4BC5-A78B-C66F221A81C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6" y="1146"/>
              <a:ext cx="8" cy="7"/>
            </a:xfrm>
            <a:custGeom>
              <a:avLst/>
              <a:gdLst>
                <a:gd name="T0" fmla="*/ 15 w 6"/>
                <a:gd name="T1" fmla="*/ 14 h 5"/>
                <a:gd name="T2" fmla="*/ 0 w 6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5">
                  <a:moveTo>
                    <a:pt x="6" y="5"/>
                  </a:moveTo>
                  <a:cubicBezTo>
                    <a:pt x="3" y="4"/>
                    <a:pt x="1" y="2"/>
                    <a:pt x="0" y="0"/>
                  </a:cubicBezTo>
                </a:path>
              </a:pathLst>
            </a:custGeom>
            <a:noFill/>
            <a:ln w="9525" cap="flat">
              <a:solidFill>
                <a:srgbClr val="FEF2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568" name="Freeform 458">
              <a:extLst>
                <a:ext uri="{FF2B5EF4-FFF2-40B4-BE49-F238E27FC236}">
                  <a16:creationId xmlns:a16="http://schemas.microsoft.com/office/drawing/2014/main" id="{4F4B57FF-6236-43DB-861B-736BEB46049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6" y="1656"/>
              <a:ext cx="22" cy="27"/>
            </a:xfrm>
            <a:custGeom>
              <a:avLst/>
              <a:gdLst>
                <a:gd name="T0" fmla="*/ 11 w 16"/>
                <a:gd name="T1" fmla="*/ 20 h 20"/>
                <a:gd name="T2" fmla="*/ 41 w 16"/>
                <a:gd name="T3" fmla="*/ 22 h 20"/>
                <a:gd name="T4" fmla="*/ 0 w 16"/>
                <a:gd name="T5" fmla="*/ 49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20">
                  <a:moveTo>
                    <a:pt x="4" y="8"/>
                  </a:moveTo>
                  <a:cubicBezTo>
                    <a:pt x="9" y="6"/>
                    <a:pt x="16" y="0"/>
                    <a:pt x="16" y="9"/>
                  </a:cubicBezTo>
                  <a:cubicBezTo>
                    <a:pt x="16" y="17"/>
                    <a:pt x="6" y="18"/>
                    <a:pt x="0" y="20"/>
                  </a:cubicBezTo>
                </a:path>
              </a:pathLst>
            </a:custGeom>
            <a:noFill/>
            <a:ln w="9525" cap="flat">
              <a:solidFill>
                <a:srgbClr val="FEF2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569" name="Freeform 459">
              <a:extLst>
                <a:ext uri="{FF2B5EF4-FFF2-40B4-BE49-F238E27FC236}">
                  <a16:creationId xmlns:a16="http://schemas.microsoft.com/office/drawing/2014/main" id="{BF5C4E55-808C-4634-92FA-BFDBBFA761A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2" y="1928"/>
              <a:ext cx="22" cy="26"/>
            </a:xfrm>
            <a:custGeom>
              <a:avLst/>
              <a:gdLst>
                <a:gd name="T0" fmla="*/ 0 w 16"/>
                <a:gd name="T1" fmla="*/ 26 h 19"/>
                <a:gd name="T2" fmla="*/ 19 w 16"/>
                <a:gd name="T3" fmla="*/ 0 h 19"/>
                <a:gd name="T4" fmla="*/ 15 w 16"/>
                <a:gd name="T5" fmla="*/ 49 h 19"/>
                <a:gd name="T6" fmla="*/ 41 w 16"/>
                <a:gd name="T7" fmla="*/ 19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19">
                  <a:moveTo>
                    <a:pt x="0" y="10"/>
                  </a:moveTo>
                  <a:cubicBezTo>
                    <a:pt x="1" y="6"/>
                    <a:pt x="2" y="1"/>
                    <a:pt x="7" y="0"/>
                  </a:cubicBezTo>
                  <a:cubicBezTo>
                    <a:pt x="11" y="4"/>
                    <a:pt x="7" y="14"/>
                    <a:pt x="6" y="19"/>
                  </a:cubicBezTo>
                  <a:cubicBezTo>
                    <a:pt x="10" y="17"/>
                    <a:pt x="14" y="12"/>
                    <a:pt x="16" y="7"/>
                  </a:cubicBezTo>
                </a:path>
              </a:pathLst>
            </a:custGeom>
            <a:noFill/>
            <a:ln w="9525" cap="flat">
              <a:solidFill>
                <a:srgbClr val="FEF2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570" name="Freeform 460">
              <a:extLst>
                <a:ext uri="{FF2B5EF4-FFF2-40B4-BE49-F238E27FC236}">
                  <a16:creationId xmlns:a16="http://schemas.microsoft.com/office/drawing/2014/main" id="{50E2321F-CDCB-4845-ABBF-4081B72228A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7" y="1968"/>
              <a:ext cx="17" cy="17"/>
            </a:xfrm>
            <a:custGeom>
              <a:avLst/>
              <a:gdLst>
                <a:gd name="T0" fmla="*/ 29 w 13"/>
                <a:gd name="T1" fmla="*/ 20 h 12"/>
                <a:gd name="T2" fmla="*/ 9 w 13"/>
                <a:gd name="T3" fmla="*/ 28 h 12"/>
                <a:gd name="T4" fmla="*/ 27 w 13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2">
                  <a:moveTo>
                    <a:pt x="13" y="7"/>
                  </a:moveTo>
                  <a:cubicBezTo>
                    <a:pt x="11" y="9"/>
                    <a:pt x="6" y="12"/>
                    <a:pt x="4" y="10"/>
                  </a:cubicBezTo>
                  <a:cubicBezTo>
                    <a:pt x="0" y="6"/>
                    <a:pt x="10" y="1"/>
                    <a:pt x="12" y="0"/>
                  </a:cubicBezTo>
                </a:path>
              </a:pathLst>
            </a:custGeom>
            <a:noFill/>
            <a:ln w="9525" cap="flat">
              <a:solidFill>
                <a:srgbClr val="FEF2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571" name="Freeform 461">
              <a:extLst>
                <a:ext uri="{FF2B5EF4-FFF2-40B4-BE49-F238E27FC236}">
                  <a16:creationId xmlns:a16="http://schemas.microsoft.com/office/drawing/2014/main" id="{E0AE64A9-0190-4A9E-B7B3-BBAA10EC3CC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6" y="1927"/>
              <a:ext cx="19" cy="17"/>
            </a:xfrm>
            <a:custGeom>
              <a:avLst/>
              <a:gdLst>
                <a:gd name="T0" fmla="*/ 0 w 14"/>
                <a:gd name="T1" fmla="*/ 7 h 13"/>
                <a:gd name="T2" fmla="*/ 26 w 14"/>
                <a:gd name="T3" fmla="*/ 5 h 13"/>
                <a:gd name="T4" fmla="*/ 5 w 14"/>
                <a:gd name="T5" fmla="*/ 29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3">
                  <a:moveTo>
                    <a:pt x="0" y="3"/>
                  </a:moveTo>
                  <a:cubicBezTo>
                    <a:pt x="2" y="2"/>
                    <a:pt x="8" y="0"/>
                    <a:pt x="10" y="2"/>
                  </a:cubicBezTo>
                  <a:cubicBezTo>
                    <a:pt x="14" y="6"/>
                    <a:pt x="5" y="10"/>
                    <a:pt x="2" y="13"/>
                  </a:cubicBezTo>
                </a:path>
              </a:pathLst>
            </a:custGeom>
            <a:noFill/>
            <a:ln w="9525" cap="flat">
              <a:solidFill>
                <a:srgbClr val="FEF2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572" name="Freeform 462">
              <a:extLst>
                <a:ext uri="{FF2B5EF4-FFF2-40B4-BE49-F238E27FC236}">
                  <a16:creationId xmlns:a16="http://schemas.microsoft.com/office/drawing/2014/main" id="{A5CC3502-CC79-49A4-845D-4D2D25F94C8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7" y="2085"/>
              <a:ext cx="19" cy="58"/>
            </a:xfrm>
            <a:custGeom>
              <a:avLst/>
              <a:gdLst>
                <a:gd name="T0" fmla="*/ 1 w 14"/>
                <a:gd name="T1" fmla="*/ 100 h 43"/>
                <a:gd name="T2" fmla="*/ 26 w 14"/>
                <a:gd name="T3" fmla="*/ 90 h 43"/>
                <a:gd name="T4" fmla="*/ 10 w 14"/>
                <a:gd name="T5" fmla="*/ 77 h 43"/>
                <a:gd name="T6" fmla="*/ 14 w 14"/>
                <a:gd name="T7" fmla="*/ 62 h 43"/>
                <a:gd name="T8" fmla="*/ 0 w 14"/>
                <a:gd name="T9" fmla="*/ 35 h 43"/>
                <a:gd name="T10" fmla="*/ 15 w 14"/>
                <a:gd name="T11" fmla="*/ 0 h 4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" h="43">
                  <a:moveTo>
                    <a:pt x="1" y="41"/>
                  </a:moveTo>
                  <a:cubicBezTo>
                    <a:pt x="4" y="43"/>
                    <a:pt x="8" y="40"/>
                    <a:pt x="10" y="37"/>
                  </a:cubicBezTo>
                  <a:cubicBezTo>
                    <a:pt x="9" y="34"/>
                    <a:pt x="5" y="34"/>
                    <a:pt x="4" y="31"/>
                  </a:cubicBezTo>
                  <a:cubicBezTo>
                    <a:pt x="1" y="26"/>
                    <a:pt x="3" y="29"/>
                    <a:pt x="5" y="25"/>
                  </a:cubicBezTo>
                  <a:cubicBezTo>
                    <a:pt x="9" y="18"/>
                    <a:pt x="10" y="17"/>
                    <a:pt x="0" y="14"/>
                  </a:cubicBezTo>
                  <a:cubicBezTo>
                    <a:pt x="14" y="15"/>
                    <a:pt x="9" y="6"/>
                    <a:pt x="6" y="0"/>
                  </a:cubicBezTo>
                </a:path>
              </a:pathLst>
            </a:custGeom>
            <a:noFill/>
            <a:ln w="9525" cap="flat">
              <a:solidFill>
                <a:srgbClr val="FEF2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573" name="Freeform 463">
              <a:extLst>
                <a:ext uri="{FF2B5EF4-FFF2-40B4-BE49-F238E27FC236}">
                  <a16:creationId xmlns:a16="http://schemas.microsoft.com/office/drawing/2014/main" id="{F04412F5-36FA-4964-8A45-4481B96DCB9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5" y="1924"/>
              <a:ext cx="24" cy="46"/>
            </a:xfrm>
            <a:custGeom>
              <a:avLst/>
              <a:gdLst>
                <a:gd name="T0" fmla="*/ 43 w 18"/>
                <a:gd name="T1" fmla="*/ 9 h 34"/>
                <a:gd name="T2" fmla="*/ 16 w 18"/>
                <a:gd name="T3" fmla="*/ 7 h 34"/>
                <a:gd name="T4" fmla="*/ 41 w 18"/>
                <a:gd name="T5" fmla="*/ 30 h 34"/>
                <a:gd name="T6" fmla="*/ 0 w 18"/>
                <a:gd name="T7" fmla="*/ 50 h 34"/>
                <a:gd name="T8" fmla="*/ 31 w 18"/>
                <a:gd name="T9" fmla="*/ 69 h 34"/>
                <a:gd name="T10" fmla="*/ 20 w 18"/>
                <a:gd name="T11" fmla="*/ 84 h 3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" h="34">
                  <a:moveTo>
                    <a:pt x="18" y="4"/>
                  </a:moveTo>
                  <a:cubicBezTo>
                    <a:pt x="17" y="1"/>
                    <a:pt x="8" y="0"/>
                    <a:pt x="7" y="3"/>
                  </a:cubicBezTo>
                  <a:cubicBezTo>
                    <a:pt x="4" y="9"/>
                    <a:pt x="14" y="9"/>
                    <a:pt x="17" y="12"/>
                  </a:cubicBezTo>
                  <a:cubicBezTo>
                    <a:pt x="14" y="18"/>
                    <a:pt x="6" y="18"/>
                    <a:pt x="0" y="20"/>
                  </a:cubicBezTo>
                  <a:cubicBezTo>
                    <a:pt x="5" y="22"/>
                    <a:pt x="9" y="25"/>
                    <a:pt x="13" y="28"/>
                  </a:cubicBezTo>
                  <a:cubicBezTo>
                    <a:pt x="10" y="29"/>
                    <a:pt x="9" y="31"/>
                    <a:pt x="8" y="34"/>
                  </a:cubicBezTo>
                </a:path>
              </a:pathLst>
            </a:custGeom>
            <a:noFill/>
            <a:ln w="9525" cap="flat">
              <a:solidFill>
                <a:srgbClr val="FEF2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574" name="Freeform 464">
              <a:extLst>
                <a:ext uri="{FF2B5EF4-FFF2-40B4-BE49-F238E27FC236}">
                  <a16:creationId xmlns:a16="http://schemas.microsoft.com/office/drawing/2014/main" id="{E4E2900D-0C42-4AC5-9662-F12AF54393ED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9" y="2108"/>
              <a:ext cx="28" cy="34"/>
            </a:xfrm>
            <a:custGeom>
              <a:avLst/>
              <a:gdLst>
                <a:gd name="T0" fmla="*/ 15 w 21"/>
                <a:gd name="T1" fmla="*/ 56 h 25"/>
                <a:gd name="T2" fmla="*/ 16 w 21"/>
                <a:gd name="T3" fmla="*/ 35 h 25"/>
                <a:gd name="T4" fmla="*/ 0 w 21"/>
                <a:gd name="T5" fmla="*/ 0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25">
                  <a:moveTo>
                    <a:pt x="6" y="22"/>
                  </a:moveTo>
                  <a:cubicBezTo>
                    <a:pt x="18" y="25"/>
                    <a:pt x="18" y="17"/>
                    <a:pt x="7" y="14"/>
                  </a:cubicBezTo>
                  <a:cubicBezTo>
                    <a:pt x="21" y="12"/>
                    <a:pt x="9" y="0"/>
                    <a:pt x="0" y="0"/>
                  </a:cubicBezTo>
                </a:path>
              </a:pathLst>
            </a:custGeom>
            <a:noFill/>
            <a:ln w="9525" cap="flat">
              <a:solidFill>
                <a:srgbClr val="FEF2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575" name="Freeform 465">
              <a:extLst>
                <a:ext uri="{FF2B5EF4-FFF2-40B4-BE49-F238E27FC236}">
                  <a16:creationId xmlns:a16="http://schemas.microsoft.com/office/drawing/2014/main" id="{79470D55-869A-4643-8F59-B84E8DCF66C7}"/>
                </a:ext>
              </a:extLst>
            </p:cNvPr>
            <p:cNvSpPr>
              <a:spLocks/>
            </p:cNvSpPr>
            <p:nvPr/>
          </p:nvSpPr>
          <p:spPr bwMode="auto">
            <a:xfrm>
              <a:off x="5169" y="1927"/>
              <a:ext cx="29" cy="27"/>
            </a:xfrm>
            <a:custGeom>
              <a:avLst/>
              <a:gdLst>
                <a:gd name="T0" fmla="*/ 55 w 21"/>
                <a:gd name="T1" fmla="*/ 27 h 20"/>
                <a:gd name="T2" fmla="*/ 29 w 21"/>
                <a:gd name="T3" fmla="*/ 7 h 20"/>
                <a:gd name="T4" fmla="*/ 40 w 21"/>
                <a:gd name="T5" fmla="*/ 42 h 20"/>
                <a:gd name="T6" fmla="*/ 0 w 21"/>
                <a:gd name="T7" fmla="*/ 9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20">
                  <a:moveTo>
                    <a:pt x="21" y="11"/>
                  </a:moveTo>
                  <a:cubicBezTo>
                    <a:pt x="21" y="6"/>
                    <a:pt x="16" y="0"/>
                    <a:pt x="11" y="3"/>
                  </a:cubicBezTo>
                  <a:cubicBezTo>
                    <a:pt x="11" y="8"/>
                    <a:pt x="18" y="12"/>
                    <a:pt x="15" y="17"/>
                  </a:cubicBezTo>
                  <a:cubicBezTo>
                    <a:pt x="6" y="20"/>
                    <a:pt x="5" y="10"/>
                    <a:pt x="0" y="4"/>
                  </a:cubicBezTo>
                </a:path>
              </a:pathLst>
            </a:custGeom>
            <a:noFill/>
            <a:ln w="9525" cap="flat">
              <a:solidFill>
                <a:srgbClr val="FEF2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576" name="Freeform 466">
              <a:extLst>
                <a:ext uri="{FF2B5EF4-FFF2-40B4-BE49-F238E27FC236}">
                  <a16:creationId xmlns:a16="http://schemas.microsoft.com/office/drawing/2014/main" id="{2C59BF5F-EA49-4857-9F1C-4BF01A4F5522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2" y="1966"/>
              <a:ext cx="19" cy="19"/>
            </a:xfrm>
            <a:custGeom>
              <a:avLst/>
              <a:gdLst>
                <a:gd name="T0" fmla="*/ 14 w 14"/>
                <a:gd name="T1" fmla="*/ 35 h 14"/>
                <a:gd name="T2" fmla="*/ 7 w 14"/>
                <a:gd name="T3" fmla="*/ 0 h 14"/>
                <a:gd name="T4" fmla="*/ 35 w 14"/>
                <a:gd name="T5" fmla="*/ 26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4">
                  <a:moveTo>
                    <a:pt x="5" y="14"/>
                  </a:moveTo>
                  <a:cubicBezTo>
                    <a:pt x="2" y="10"/>
                    <a:pt x="0" y="5"/>
                    <a:pt x="3" y="0"/>
                  </a:cubicBezTo>
                  <a:cubicBezTo>
                    <a:pt x="7" y="3"/>
                    <a:pt x="10" y="7"/>
                    <a:pt x="14" y="10"/>
                  </a:cubicBezTo>
                </a:path>
              </a:pathLst>
            </a:custGeom>
            <a:noFill/>
            <a:ln w="9525" cap="flat">
              <a:solidFill>
                <a:srgbClr val="FEF2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577" name="Freeform 467">
              <a:extLst>
                <a:ext uri="{FF2B5EF4-FFF2-40B4-BE49-F238E27FC236}">
                  <a16:creationId xmlns:a16="http://schemas.microsoft.com/office/drawing/2014/main" id="{862EEDB2-B300-467F-BC1F-0175F859C34D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5" y="1805"/>
              <a:ext cx="55" cy="42"/>
            </a:xfrm>
            <a:custGeom>
              <a:avLst/>
              <a:gdLst>
                <a:gd name="T0" fmla="*/ 0 w 40"/>
                <a:gd name="T1" fmla="*/ 12 h 31"/>
                <a:gd name="T2" fmla="*/ 29 w 40"/>
                <a:gd name="T3" fmla="*/ 0 h 31"/>
                <a:gd name="T4" fmla="*/ 21 w 40"/>
                <a:gd name="T5" fmla="*/ 30 h 31"/>
                <a:gd name="T6" fmla="*/ 55 w 40"/>
                <a:gd name="T7" fmla="*/ 22 h 31"/>
                <a:gd name="T8" fmla="*/ 40 w 40"/>
                <a:gd name="T9" fmla="*/ 61 h 31"/>
                <a:gd name="T10" fmla="*/ 105 w 40"/>
                <a:gd name="T11" fmla="*/ 27 h 3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0" h="31">
                  <a:moveTo>
                    <a:pt x="0" y="5"/>
                  </a:moveTo>
                  <a:cubicBezTo>
                    <a:pt x="3" y="2"/>
                    <a:pt x="7" y="0"/>
                    <a:pt x="11" y="0"/>
                  </a:cubicBezTo>
                  <a:cubicBezTo>
                    <a:pt x="11" y="3"/>
                    <a:pt x="6" y="10"/>
                    <a:pt x="8" y="12"/>
                  </a:cubicBezTo>
                  <a:cubicBezTo>
                    <a:pt x="10" y="16"/>
                    <a:pt x="19" y="10"/>
                    <a:pt x="21" y="9"/>
                  </a:cubicBezTo>
                  <a:cubicBezTo>
                    <a:pt x="20" y="14"/>
                    <a:pt x="16" y="18"/>
                    <a:pt x="15" y="24"/>
                  </a:cubicBezTo>
                  <a:cubicBezTo>
                    <a:pt x="21" y="31"/>
                    <a:pt x="38" y="19"/>
                    <a:pt x="40" y="11"/>
                  </a:cubicBezTo>
                </a:path>
              </a:pathLst>
            </a:custGeom>
            <a:noFill/>
            <a:ln w="9525" cap="flat">
              <a:solidFill>
                <a:srgbClr val="FEF2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578" name="Freeform 468">
              <a:extLst>
                <a:ext uri="{FF2B5EF4-FFF2-40B4-BE49-F238E27FC236}">
                  <a16:creationId xmlns:a16="http://schemas.microsoft.com/office/drawing/2014/main" id="{AD9A3585-E86E-4845-B6AA-C618A266866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9" y="1801"/>
              <a:ext cx="31" cy="25"/>
            </a:xfrm>
            <a:custGeom>
              <a:avLst/>
              <a:gdLst>
                <a:gd name="T0" fmla="*/ 36 w 23"/>
                <a:gd name="T1" fmla="*/ 0 h 18"/>
                <a:gd name="T2" fmla="*/ 20 w 23"/>
                <a:gd name="T3" fmla="*/ 14 h 18"/>
                <a:gd name="T4" fmla="*/ 35 w 23"/>
                <a:gd name="T5" fmla="*/ 43 h 18"/>
                <a:gd name="T6" fmla="*/ 0 w 23"/>
                <a:gd name="T7" fmla="*/ 43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18">
                  <a:moveTo>
                    <a:pt x="15" y="0"/>
                  </a:moveTo>
                  <a:cubicBezTo>
                    <a:pt x="23" y="5"/>
                    <a:pt x="16" y="13"/>
                    <a:pt x="8" y="5"/>
                  </a:cubicBezTo>
                  <a:cubicBezTo>
                    <a:pt x="8" y="9"/>
                    <a:pt x="13" y="11"/>
                    <a:pt x="14" y="16"/>
                  </a:cubicBezTo>
                  <a:cubicBezTo>
                    <a:pt x="10" y="18"/>
                    <a:pt x="4" y="17"/>
                    <a:pt x="0" y="16"/>
                  </a:cubicBezTo>
                </a:path>
              </a:pathLst>
            </a:custGeom>
            <a:noFill/>
            <a:ln w="9525" cap="flat">
              <a:solidFill>
                <a:srgbClr val="FEF2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579" name="Freeform 469">
              <a:extLst>
                <a:ext uri="{FF2B5EF4-FFF2-40B4-BE49-F238E27FC236}">
                  <a16:creationId xmlns:a16="http://schemas.microsoft.com/office/drawing/2014/main" id="{17E33F07-444A-46AE-81A7-F426770D38B5}"/>
                </a:ext>
              </a:extLst>
            </p:cNvPr>
            <p:cNvSpPr>
              <a:spLocks/>
            </p:cNvSpPr>
            <p:nvPr/>
          </p:nvSpPr>
          <p:spPr bwMode="auto">
            <a:xfrm>
              <a:off x="5096" y="1660"/>
              <a:ext cx="20" cy="20"/>
            </a:xfrm>
            <a:custGeom>
              <a:avLst/>
              <a:gdLst>
                <a:gd name="T0" fmla="*/ 36 w 15"/>
                <a:gd name="T1" fmla="*/ 16 h 15"/>
                <a:gd name="T2" fmla="*/ 20 w 15"/>
                <a:gd name="T3" fmla="*/ 1 h 15"/>
                <a:gd name="T4" fmla="*/ 33 w 15"/>
                <a:gd name="T5" fmla="*/ 31 h 15"/>
                <a:gd name="T6" fmla="*/ 0 w 15"/>
                <a:gd name="T7" fmla="*/ 21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5">
                  <a:moveTo>
                    <a:pt x="15" y="7"/>
                  </a:moveTo>
                  <a:cubicBezTo>
                    <a:pt x="14" y="3"/>
                    <a:pt x="12" y="0"/>
                    <a:pt x="8" y="1"/>
                  </a:cubicBezTo>
                  <a:cubicBezTo>
                    <a:pt x="7" y="6"/>
                    <a:pt x="12" y="9"/>
                    <a:pt x="14" y="13"/>
                  </a:cubicBezTo>
                  <a:cubicBezTo>
                    <a:pt x="9" y="15"/>
                    <a:pt x="4" y="12"/>
                    <a:pt x="0" y="9"/>
                  </a:cubicBezTo>
                </a:path>
              </a:pathLst>
            </a:custGeom>
            <a:noFill/>
            <a:ln w="9525" cap="flat">
              <a:solidFill>
                <a:srgbClr val="FEF2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580" name="Freeform 470">
              <a:extLst>
                <a:ext uri="{FF2B5EF4-FFF2-40B4-BE49-F238E27FC236}">
                  <a16:creationId xmlns:a16="http://schemas.microsoft.com/office/drawing/2014/main" id="{CF85611D-CA87-4E96-8733-733F79B4D30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0" y="2212"/>
              <a:ext cx="63" cy="63"/>
            </a:xfrm>
            <a:custGeom>
              <a:avLst/>
              <a:gdLst>
                <a:gd name="T0" fmla="*/ 7 w 47"/>
                <a:gd name="T1" fmla="*/ 15 h 47"/>
                <a:gd name="T2" fmla="*/ 0 w 47"/>
                <a:gd name="T3" fmla="*/ 21 h 47"/>
                <a:gd name="T4" fmla="*/ 23 w 47"/>
                <a:gd name="T5" fmla="*/ 0 h 47"/>
                <a:gd name="T6" fmla="*/ 20 w 47"/>
                <a:gd name="T7" fmla="*/ 34 h 47"/>
                <a:gd name="T8" fmla="*/ 51 w 47"/>
                <a:gd name="T9" fmla="*/ 27 h 47"/>
                <a:gd name="T10" fmla="*/ 43 w 47"/>
                <a:gd name="T11" fmla="*/ 58 h 47"/>
                <a:gd name="T12" fmla="*/ 79 w 47"/>
                <a:gd name="T13" fmla="*/ 48 h 47"/>
                <a:gd name="T14" fmla="*/ 78 w 47"/>
                <a:gd name="T15" fmla="*/ 75 h 47"/>
                <a:gd name="T16" fmla="*/ 106 w 47"/>
                <a:gd name="T17" fmla="*/ 64 h 47"/>
                <a:gd name="T18" fmla="*/ 105 w 47"/>
                <a:gd name="T19" fmla="*/ 113 h 4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7" h="47">
                  <a:moveTo>
                    <a:pt x="3" y="6"/>
                  </a:moveTo>
                  <a:cubicBezTo>
                    <a:pt x="2" y="7"/>
                    <a:pt x="1" y="8"/>
                    <a:pt x="0" y="9"/>
                  </a:cubicBezTo>
                  <a:cubicBezTo>
                    <a:pt x="1" y="6"/>
                    <a:pt x="7" y="0"/>
                    <a:pt x="10" y="0"/>
                  </a:cubicBezTo>
                  <a:cubicBezTo>
                    <a:pt x="9" y="5"/>
                    <a:pt x="6" y="10"/>
                    <a:pt x="8" y="14"/>
                  </a:cubicBezTo>
                  <a:cubicBezTo>
                    <a:pt x="13" y="14"/>
                    <a:pt x="16" y="11"/>
                    <a:pt x="21" y="11"/>
                  </a:cubicBezTo>
                  <a:cubicBezTo>
                    <a:pt x="23" y="16"/>
                    <a:pt x="17" y="19"/>
                    <a:pt x="18" y="24"/>
                  </a:cubicBezTo>
                  <a:cubicBezTo>
                    <a:pt x="24" y="25"/>
                    <a:pt x="28" y="20"/>
                    <a:pt x="33" y="20"/>
                  </a:cubicBezTo>
                  <a:cubicBezTo>
                    <a:pt x="34" y="23"/>
                    <a:pt x="33" y="27"/>
                    <a:pt x="32" y="31"/>
                  </a:cubicBezTo>
                  <a:cubicBezTo>
                    <a:pt x="37" y="32"/>
                    <a:pt x="40" y="28"/>
                    <a:pt x="44" y="27"/>
                  </a:cubicBezTo>
                  <a:cubicBezTo>
                    <a:pt x="47" y="33"/>
                    <a:pt x="43" y="40"/>
                    <a:pt x="43" y="47"/>
                  </a:cubicBezTo>
                </a:path>
              </a:pathLst>
            </a:custGeom>
            <a:noFill/>
            <a:ln w="9525" cap="flat">
              <a:solidFill>
                <a:srgbClr val="FEF2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581" name="Freeform 471">
              <a:extLst>
                <a:ext uri="{FF2B5EF4-FFF2-40B4-BE49-F238E27FC236}">
                  <a16:creationId xmlns:a16="http://schemas.microsoft.com/office/drawing/2014/main" id="{31576AC4-461F-48A0-886C-0BC1B32A2068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7" y="2201"/>
              <a:ext cx="41" cy="54"/>
            </a:xfrm>
            <a:custGeom>
              <a:avLst/>
              <a:gdLst>
                <a:gd name="T0" fmla="*/ 77 w 30"/>
                <a:gd name="T1" fmla="*/ 32 h 40"/>
                <a:gd name="T2" fmla="*/ 51 w 30"/>
                <a:gd name="T3" fmla="*/ 32 h 40"/>
                <a:gd name="T4" fmla="*/ 56 w 30"/>
                <a:gd name="T5" fmla="*/ 62 h 40"/>
                <a:gd name="T6" fmla="*/ 15 w 30"/>
                <a:gd name="T7" fmla="*/ 32 h 40"/>
                <a:gd name="T8" fmla="*/ 29 w 30"/>
                <a:gd name="T9" fmla="*/ 74 h 40"/>
                <a:gd name="T10" fmla="*/ 0 w 30"/>
                <a:gd name="T11" fmla="*/ 51 h 40"/>
                <a:gd name="T12" fmla="*/ 21 w 30"/>
                <a:gd name="T13" fmla="*/ 99 h 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" h="40">
                  <a:moveTo>
                    <a:pt x="30" y="13"/>
                  </a:moveTo>
                  <a:cubicBezTo>
                    <a:pt x="25" y="8"/>
                    <a:pt x="17" y="0"/>
                    <a:pt x="20" y="13"/>
                  </a:cubicBezTo>
                  <a:cubicBezTo>
                    <a:pt x="21" y="16"/>
                    <a:pt x="29" y="24"/>
                    <a:pt x="22" y="25"/>
                  </a:cubicBezTo>
                  <a:cubicBezTo>
                    <a:pt x="17" y="26"/>
                    <a:pt x="10" y="16"/>
                    <a:pt x="6" y="13"/>
                  </a:cubicBezTo>
                  <a:cubicBezTo>
                    <a:pt x="5" y="19"/>
                    <a:pt x="10" y="24"/>
                    <a:pt x="11" y="30"/>
                  </a:cubicBezTo>
                  <a:cubicBezTo>
                    <a:pt x="7" y="28"/>
                    <a:pt x="4" y="24"/>
                    <a:pt x="0" y="21"/>
                  </a:cubicBezTo>
                  <a:cubicBezTo>
                    <a:pt x="2" y="27"/>
                    <a:pt x="6" y="33"/>
                    <a:pt x="8" y="40"/>
                  </a:cubicBezTo>
                </a:path>
              </a:pathLst>
            </a:custGeom>
            <a:noFill/>
            <a:ln w="9525" cap="flat">
              <a:solidFill>
                <a:srgbClr val="FEF2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582" name="Freeform 472">
              <a:extLst>
                <a:ext uri="{FF2B5EF4-FFF2-40B4-BE49-F238E27FC236}">
                  <a16:creationId xmlns:a16="http://schemas.microsoft.com/office/drawing/2014/main" id="{0C8B4B47-9082-45F4-BFE2-FD306C1A2493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6" y="2243"/>
              <a:ext cx="47" cy="57"/>
            </a:xfrm>
            <a:custGeom>
              <a:avLst/>
              <a:gdLst>
                <a:gd name="T0" fmla="*/ 9 w 35"/>
                <a:gd name="T1" fmla="*/ 105 h 42"/>
                <a:gd name="T2" fmla="*/ 7 w 35"/>
                <a:gd name="T3" fmla="*/ 79 h 42"/>
                <a:gd name="T4" fmla="*/ 28 w 35"/>
                <a:gd name="T5" fmla="*/ 99 h 42"/>
                <a:gd name="T6" fmla="*/ 28 w 35"/>
                <a:gd name="T7" fmla="*/ 57 h 42"/>
                <a:gd name="T8" fmla="*/ 70 w 35"/>
                <a:gd name="T9" fmla="*/ 71 h 42"/>
                <a:gd name="T10" fmla="*/ 75 w 35"/>
                <a:gd name="T11" fmla="*/ 0 h 4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5" h="42">
                  <a:moveTo>
                    <a:pt x="4" y="42"/>
                  </a:moveTo>
                  <a:cubicBezTo>
                    <a:pt x="0" y="40"/>
                    <a:pt x="0" y="35"/>
                    <a:pt x="3" y="32"/>
                  </a:cubicBezTo>
                  <a:cubicBezTo>
                    <a:pt x="6" y="34"/>
                    <a:pt x="8" y="39"/>
                    <a:pt x="12" y="40"/>
                  </a:cubicBezTo>
                  <a:cubicBezTo>
                    <a:pt x="13" y="35"/>
                    <a:pt x="11" y="29"/>
                    <a:pt x="12" y="23"/>
                  </a:cubicBezTo>
                  <a:cubicBezTo>
                    <a:pt x="18" y="25"/>
                    <a:pt x="22" y="35"/>
                    <a:pt x="29" y="28"/>
                  </a:cubicBezTo>
                  <a:cubicBezTo>
                    <a:pt x="35" y="23"/>
                    <a:pt x="31" y="8"/>
                    <a:pt x="31" y="0"/>
                  </a:cubicBezTo>
                </a:path>
              </a:pathLst>
            </a:custGeom>
            <a:noFill/>
            <a:ln w="9525" cap="flat">
              <a:solidFill>
                <a:srgbClr val="FEF2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583" name="Freeform 473">
              <a:extLst>
                <a:ext uri="{FF2B5EF4-FFF2-40B4-BE49-F238E27FC236}">
                  <a16:creationId xmlns:a16="http://schemas.microsoft.com/office/drawing/2014/main" id="{2E5AAC80-F220-492C-8006-BCCBEEB0D0B5}"/>
                </a:ext>
              </a:extLst>
            </p:cNvPr>
            <p:cNvSpPr>
              <a:spLocks/>
            </p:cNvSpPr>
            <p:nvPr/>
          </p:nvSpPr>
          <p:spPr bwMode="auto">
            <a:xfrm>
              <a:off x="5093" y="2234"/>
              <a:ext cx="18" cy="25"/>
            </a:xfrm>
            <a:custGeom>
              <a:avLst/>
              <a:gdLst>
                <a:gd name="T0" fmla="*/ 26 w 13"/>
                <a:gd name="T1" fmla="*/ 32 h 19"/>
                <a:gd name="T2" fmla="*/ 24 w 13"/>
                <a:gd name="T3" fmla="*/ 7 h 19"/>
                <a:gd name="T4" fmla="*/ 14 w 13"/>
                <a:gd name="T5" fmla="*/ 43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9">
                  <a:moveTo>
                    <a:pt x="10" y="14"/>
                  </a:moveTo>
                  <a:cubicBezTo>
                    <a:pt x="12" y="11"/>
                    <a:pt x="13" y="5"/>
                    <a:pt x="9" y="3"/>
                  </a:cubicBezTo>
                  <a:cubicBezTo>
                    <a:pt x="0" y="0"/>
                    <a:pt x="3" y="16"/>
                    <a:pt x="5" y="19"/>
                  </a:cubicBezTo>
                </a:path>
              </a:pathLst>
            </a:custGeom>
            <a:noFill/>
            <a:ln w="9525" cap="flat">
              <a:solidFill>
                <a:srgbClr val="FEF2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584" name="Freeform 474">
              <a:extLst>
                <a:ext uri="{FF2B5EF4-FFF2-40B4-BE49-F238E27FC236}">
                  <a16:creationId xmlns:a16="http://schemas.microsoft.com/office/drawing/2014/main" id="{E4E11C74-CBDA-4502-8173-764622825876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1" y="2282"/>
              <a:ext cx="31" cy="16"/>
            </a:xfrm>
            <a:custGeom>
              <a:avLst/>
              <a:gdLst>
                <a:gd name="T0" fmla="*/ 57 w 23"/>
                <a:gd name="T1" fmla="*/ 16 h 12"/>
                <a:gd name="T2" fmla="*/ 40 w 23"/>
                <a:gd name="T3" fmla="*/ 20 h 12"/>
                <a:gd name="T4" fmla="*/ 32 w 23"/>
                <a:gd name="T5" fmla="*/ 7 h 12"/>
                <a:gd name="T6" fmla="*/ 16 w 23"/>
                <a:gd name="T7" fmla="*/ 28 h 12"/>
                <a:gd name="T8" fmla="*/ 9 w 23"/>
                <a:gd name="T9" fmla="*/ 15 h 12"/>
                <a:gd name="T10" fmla="*/ 0 w 23"/>
                <a:gd name="T11" fmla="*/ 27 h 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" h="12">
                  <a:moveTo>
                    <a:pt x="23" y="7"/>
                  </a:moveTo>
                  <a:cubicBezTo>
                    <a:pt x="23" y="2"/>
                    <a:pt x="14" y="0"/>
                    <a:pt x="16" y="8"/>
                  </a:cubicBezTo>
                  <a:cubicBezTo>
                    <a:pt x="16" y="5"/>
                    <a:pt x="15" y="4"/>
                    <a:pt x="13" y="3"/>
                  </a:cubicBezTo>
                  <a:cubicBezTo>
                    <a:pt x="10" y="5"/>
                    <a:pt x="8" y="8"/>
                    <a:pt x="7" y="12"/>
                  </a:cubicBezTo>
                  <a:cubicBezTo>
                    <a:pt x="7" y="9"/>
                    <a:pt x="6" y="7"/>
                    <a:pt x="4" y="6"/>
                  </a:cubicBezTo>
                  <a:cubicBezTo>
                    <a:pt x="3" y="7"/>
                    <a:pt x="1" y="9"/>
                    <a:pt x="0" y="11"/>
                  </a:cubicBezTo>
                </a:path>
              </a:pathLst>
            </a:custGeom>
            <a:noFill/>
            <a:ln w="9525" cap="flat">
              <a:solidFill>
                <a:srgbClr val="FEF2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585" name="Freeform 475">
              <a:extLst>
                <a:ext uri="{FF2B5EF4-FFF2-40B4-BE49-F238E27FC236}">
                  <a16:creationId xmlns:a16="http://schemas.microsoft.com/office/drawing/2014/main" id="{E7AC935F-9801-4226-A880-8EAFBE9EBA0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0" y="2293"/>
              <a:ext cx="44" cy="27"/>
            </a:xfrm>
            <a:custGeom>
              <a:avLst/>
              <a:gdLst>
                <a:gd name="T0" fmla="*/ 0 w 32"/>
                <a:gd name="T1" fmla="*/ 20 h 20"/>
                <a:gd name="T2" fmla="*/ 21 w 32"/>
                <a:gd name="T3" fmla="*/ 7 h 20"/>
                <a:gd name="T4" fmla="*/ 47 w 32"/>
                <a:gd name="T5" fmla="*/ 26 h 20"/>
                <a:gd name="T6" fmla="*/ 84 w 32"/>
                <a:gd name="T7" fmla="*/ 30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20">
                  <a:moveTo>
                    <a:pt x="0" y="8"/>
                  </a:moveTo>
                  <a:cubicBezTo>
                    <a:pt x="3" y="6"/>
                    <a:pt x="4" y="3"/>
                    <a:pt x="8" y="3"/>
                  </a:cubicBezTo>
                  <a:cubicBezTo>
                    <a:pt x="11" y="10"/>
                    <a:pt x="9" y="20"/>
                    <a:pt x="18" y="10"/>
                  </a:cubicBezTo>
                  <a:cubicBezTo>
                    <a:pt x="27" y="0"/>
                    <a:pt x="26" y="1"/>
                    <a:pt x="32" y="12"/>
                  </a:cubicBezTo>
                </a:path>
              </a:pathLst>
            </a:custGeom>
            <a:noFill/>
            <a:ln w="9525" cap="flat">
              <a:solidFill>
                <a:srgbClr val="FEF2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586" name="Freeform 476">
              <a:extLst>
                <a:ext uri="{FF2B5EF4-FFF2-40B4-BE49-F238E27FC236}">
                  <a16:creationId xmlns:a16="http://schemas.microsoft.com/office/drawing/2014/main" id="{9A4A5C96-F57A-436E-B55C-C259C01EFF0F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8" y="2368"/>
              <a:ext cx="38" cy="33"/>
            </a:xfrm>
            <a:custGeom>
              <a:avLst/>
              <a:gdLst>
                <a:gd name="T0" fmla="*/ 33 w 28"/>
                <a:gd name="T1" fmla="*/ 0 h 24"/>
                <a:gd name="T2" fmla="*/ 19 w 28"/>
                <a:gd name="T3" fmla="*/ 23 h 24"/>
                <a:gd name="T4" fmla="*/ 30 w 28"/>
                <a:gd name="T5" fmla="*/ 56 h 24"/>
                <a:gd name="T6" fmla="*/ 0 w 28"/>
                <a:gd name="T7" fmla="*/ 41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24">
                  <a:moveTo>
                    <a:pt x="13" y="0"/>
                  </a:moveTo>
                  <a:cubicBezTo>
                    <a:pt x="28" y="4"/>
                    <a:pt x="16" y="23"/>
                    <a:pt x="7" y="9"/>
                  </a:cubicBezTo>
                  <a:cubicBezTo>
                    <a:pt x="9" y="13"/>
                    <a:pt x="12" y="18"/>
                    <a:pt x="12" y="22"/>
                  </a:cubicBezTo>
                  <a:cubicBezTo>
                    <a:pt x="7" y="24"/>
                    <a:pt x="1" y="21"/>
                    <a:pt x="0" y="16"/>
                  </a:cubicBezTo>
                </a:path>
              </a:pathLst>
            </a:custGeom>
            <a:noFill/>
            <a:ln w="9525" cap="flat">
              <a:solidFill>
                <a:srgbClr val="FEF2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587" name="Freeform 477">
              <a:extLst>
                <a:ext uri="{FF2B5EF4-FFF2-40B4-BE49-F238E27FC236}">
                  <a16:creationId xmlns:a16="http://schemas.microsoft.com/office/drawing/2014/main" id="{EDC0405D-3330-4BD4-9313-BA06F2EB0D4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8" y="2259"/>
              <a:ext cx="53" cy="30"/>
            </a:xfrm>
            <a:custGeom>
              <a:avLst/>
              <a:gdLst>
                <a:gd name="T0" fmla="*/ 0 w 39"/>
                <a:gd name="T1" fmla="*/ 20 h 22"/>
                <a:gd name="T2" fmla="*/ 20 w 39"/>
                <a:gd name="T3" fmla="*/ 1 h 22"/>
                <a:gd name="T4" fmla="*/ 26 w 39"/>
                <a:gd name="T5" fmla="*/ 26 h 22"/>
                <a:gd name="T6" fmla="*/ 50 w 39"/>
                <a:gd name="T7" fmla="*/ 14 h 22"/>
                <a:gd name="T8" fmla="*/ 53 w 39"/>
                <a:gd name="T9" fmla="*/ 35 h 22"/>
                <a:gd name="T10" fmla="*/ 86 w 39"/>
                <a:gd name="T11" fmla="*/ 26 h 22"/>
                <a:gd name="T12" fmla="*/ 91 w 39"/>
                <a:gd name="T13" fmla="*/ 56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9" h="22">
                  <a:moveTo>
                    <a:pt x="0" y="8"/>
                  </a:moveTo>
                  <a:cubicBezTo>
                    <a:pt x="0" y="5"/>
                    <a:pt x="5" y="0"/>
                    <a:pt x="8" y="1"/>
                  </a:cubicBezTo>
                  <a:cubicBezTo>
                    <a:pt x="11" y="3"/>
                    <a:pt x="9" y="8"/>
                    <a:pt x="10" y="10"/>
                  </a:cubicBezTo>
                  <a:cubicBezTo>
                    <a:pt x="13" y="10"/>
                    <a:pt x="16" y="7"/>
                    <a:pt x="20" y="5"/>
                  </a:cubicBezTo>
                  <a:cubicBezTo>
                    <a:pt x="21" y="8"/>
                    <a:pt x="21" y="11"/>
                    <a:pt x="21" y="14"/>
                  </a:cubicBezTo>
                  <a:cubicBezTo>
                    <a:pt x="25" y="12"/>
                    <a:pt x="29" y="7"/>
                    <a:pt x="34" y="10"/>
                  </a:cubicBezTo>
                  <a:cubicBezTo>
                    <a:pt x="38" y="12"/>
                    <a:pt x="39" y="19"/>
                    <a:pt x="36" y="22"/>
                  </a:cubicBezTo>
                </a:path>
              </a:pathLst>
            </a:custGeom>
            <a:noFill/>
            <a:ln w="9525" cap="flat">
              <a:solidFill>
                <a:srgbClr val="FEF2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588" name="Freeform 478">
              <a:extLst>
                <a:ext uri="{FF2B5EF4-FFF2-40B4-BE49-F238E27FC236}">
                  <a16:creationId xmlns:a16="http://schemas.microsoft.com/office/drawing/2014/main" id="{E2947DDC-1AB4-4339-89D3-A32273B1C81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6" y="2195"/>
              <a:ext cx="4" cy="5"/>
            </a:xfrm>
            <a:custGeom>
              <a:avLst/>
              <a:gdLst>
                <a:gd name="T0" fmla="*/ 7 w 3"/>
                <a:gd name="T1" fmla="*/ 8 h 4"/>
                <a:gd name="T2" fmla="*/ 0 w 3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4">
                  <a:moveTo>
                    <a:pt x="3" y="4"/>
                  </a:moveTo>
                  <a:cubicBezTo>
                    <a:pt x="2" y="3"/>
                    <a:pt x="0" y="1"/>
                    <a:pt x="0" y="0"/>
                  </a:cubicBezTo>
                </a:path>
              </a:pathLst>
            </a:custGeom>
            <a:noFill/>
            <a:ln w="9525" cap="flat">
              <a:solidFill>
                <a:srgbClr val="FEF2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589" name="Freeform 479">
              <a:extLst>
                <a:ext uri="{FF2B5EF4-FFF2-40B4-BE49-F238E27FC236}">
                  <a16:creationId xmlns:a16="http://schemas.microsoft.com/office/drawing/2014/main" id="{EC9AF1B5-6B94-4ABD-939A-710F1412F95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4" y="2197"/>
              <a:ext cx="5" cy="2"/>
            </a:xfrm>
            <a:custGeom>
              <a:avLst/>
              <a:gdLst>
                <a:gd name="T0" fmla="*/ 0 w 4"/>
                <a:gd name="T1" fmla="*/ 8 h 1"/>
                <a:gd name="T2" fmla="*/ 8 w 4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0" y="1"/>
                  </a:moveTo>
                  <a:cubicBezTo>
                    <a:pt x="1" y="0"/>
                    <a:pt x="2" y="0"/>
                    <a:pt x="4" y="0"/>
                  </a:cubicBezTo>
                </a:path>
              </a:pathLst>
            </a:custGeom>
            <a:noFill/>
            <a:ln w="9525" cap="flat">
              <a:solidFill>
                <a:srgbClr val="FEF2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590" name="Freeform 480">
              <a:extLst>
                <a:ext uri="{FF2B5EF4-FFF2-40B4-BE49-F238E27FC236}">
                  <a16:creationId xmlns:a16="http://schemas.microsoft.com/office/drawing/2014/main" id="{474D8EED-4380-4ECF-B288-D1D9ED971F6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4" y="1765"/>
              <a:ext cx="20" cy="15"/>
            </a:xfrm>
            <a:custGeom>
              <a:avLst/>
              <a:gdLst>
                <a:gd name="T0" fmla="*/ 1 w 15"/>
                <a:gd name="T1" fmla="*/ 22 h 11"/>
                <a:gd name="T2" fmla="*/ 12 w 15"/>
                <a:gd name="T3" fmla="*/ 0 h 11"/>
                <a:gd name="T4" fmla="*/ 12 w 15"/>
                <a:gd name="T5" fmla="*/ 27 h 11"/>
                <a:gd name="T6" fmla="*/ 36 w 15"/>
                <a:gd name="T7" fmla="*/ 14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1">
                  <a:moveTo>
                    <a:pt x="1" y="9"/>
                  </a:moveTo>
                  <a:cubicBezTo>
                    <a:pt x="0" y="5"/>
                    <a:pt x="0" y="0"/>
                    <a:pt x="5" y="0"/>
                  </a:cubicBezTo>
                  <a:cubicBezTo>
                    <a:pt x="7" y="4"/>
                    <a:pt x="5" y="7"/>
                    <a:pt x="5" y="11"/>
                  </a:cubicBezTo>
                  <a:cubicBezTo>
                    <a:pt x="9" y="10"/>
                    <a:pt x="12" y="7"/>
                    <a:pt x="15" y="5"/>
                  </a:cubicBezTo>
                </a:path>
              </a:pathLst>
            </a:custGeom>
            <a:noFill/>
            <a:ln w="9525" cap="flat">
              <a:solidFill>
                <a:srgbClr val="FEE2D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591" name="Freeform 481">
              <a:extLst>
                <a:ext uri="{FF2B5EF4-FFF2-40B4-BE49-F238E27FC236}">
                  <a16:creationId xmlns:a16="http://schemas.microsoft.com/office/drawing/2014/main" id="{551B8584-BE55-4D91-84A1-0F61921C2C6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1" y="1777"/>
              <a:ext cx="19" cy="16"/>
            </a:xfrm>
            <a:custGeom>
              <a:avLst/>
              <a:gdLst>
                <a:gd name="T0" fmla="*/ 22 w 14"/>
                <a:gd name="T1" fmla="*/ 1 h 12"/>
                <a:gd name="T2" fmla="*/ 5 w 14"/>
                <a:gd name="T3" fmla="*/ 7 h 12"/>
                <a:gd name="T4" fmla="*/ 19 w 14"/>
                <a:gd name="T5" fmla="*/ 16 h 12"/>
                <a:gd name="T6" fmla="*/ 30 w 14"/>
                <a:gd name="T7" fmla="*/ 12 h 12"/>
                <a:gd name="T8" fmla="*/ 33 w 14"/>
                <a:gd name="T9" fmla="*/ 28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2">
                  <a:moveTo>
                    <a:pt x="9" y="1"/>
                  </a:moveTo>
                  <a:cubicBezTo>
                    <a:pt x="7" y="0"/>
                    <a:pt x="3" y="1"/>
                    <a:pt x="2" y="3"/>
                  </a:cubicBezTo>
                  <a:cubicBezTo>
                    <a:pt x="0" y="6"/>
                    <a:pt x="4" y="8"/>
                    <a:pt x="7" y="7"/>
                  </a:cubicBezTo>
                  <a:cubicBezTo>
                    <a:pt x="9" y="6"/>
                    <a:pt x="9" y="2"/>
                    <a:pt x="12" y="5"/>
                  </a:cubicBezTo>
                  <a:cubicBezTo>
                    <a:pt x="14" y="7"/>
                    <a:pt x="12" y="10"/>
                    <a:pt x="13" y="12"/>
                  </a:cubicBezTo>
                </a:path>
              </a:pathLst>
            </a:custGeom>
            <a:noFill/>
            <a:ln w="9525" cap="flat">
              <a:solidFill>
                <a:srgbClr val="FEE2D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592" name="Freeform 482">
              <a:extLst>
                <a:ext uri="{FF2B5EF4-FFF2-40B4-BE49-F238E27FC236}">
                  <a16:creationId xmlns:a16="http://schemas.microsoft.com/office/drawing/2014/main" id="{826FFB6D-09D2-4B22-9678-318057631BFA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8" y="1761"/>
              <a:ext cx="20" cy="20"/>
            </a:xfrm>
            <a:custGeom>
              <a:avLst/>
              <a:gdLst>
                <a:gd name="T0" fmla="*/ 5 w 15"/>
                <a:gd name="T1" fmla="*/ 23 h 15"/>
                <a:gd name="T2" fmla="*/ 5 w 15"/>
                <a:gd name="T3" fmla="*/ 7 h 15"/>
                <a:gd name="T4" fmla="*/ 15 w 15"/>
                <a:gd name="T5" fmla="*/ 20 h 15"/>
                <a:gd name="T6" fmla="*/ 21 w 15"/>
                <a:gd name="T7" fmla="*/ 28 h 15"/>
                <a:gd name="T8" fmla="*/ 36 w 15"/>
                <a:gd name="T9" fmla="*/ 12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5">
                  <a:moveTo>
                    <a:pt x="2" y="10"/>
                  </a:moveTo>
                  <a:cubicBezTo>
                    <a:pt x="2" y="8"/>
                    <a:pt x="0" y="5"/>
                    <a:pt x="2" y="3"/>
                  </a:cubicBezTo>
                  <a:cubicBezTo>
                    <a:pt x="5" y="0"/>
                    <a:pt x="6" y="6"/>
                    <a:pt x="6" y="8"/>
                  </a:cubicBezTo>
                  <a:cubicBezTo>
                    <a:pt x="6" y="11"/>
                    <a:pt x="6" y="15"/>
                    <a:pt x="9" y="12"/>
                  </a:cubicBezTo>
                  <a:cubicBezTo>
                    <a:pt x="12" y="10"/>
                    <a:pt x="11" y="6"/>
                    <a:pt x="15" y="5"/>
                  </a:cubicBezTo>
                </a:path>
              </a:pathLst>
            </a:custGeom>
            <a:noFill/>
            <a:ln w="9525" cap="flat">
              <a:solidFill>
                <a:srgbClr val="FEE2D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593" name="Freeform 483">
              <a:extLst>
                <a:ext uri="{FF2B5EF4-FFF2-40B4-BE49-F238E27FC236}">
                  <a16:creationId xmlns:a16="http://schemas.microsoft.com/office/drawing/2014/main" id="{50D164F6-7AAC-4E7F-9BB4-85ECB8BABAA9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6" y="1776"/>
              <a:ext cx="17" cy="16"/>
            </a:xfrm>
            <a:custGeom>
              <a:avLst/>
              <a:gdLst>
                <a:gd name="T0" fmla="*/ 22 w 13"/>
                <a:gd name="T1" fmla="*/ 7 h 12"/>
                <a:gd name="T2" fmla="*/ 7 w 13"/>
                <a:gd name="T3" fmla="*/ 20 h 12"/>
                <a:gd name="T4" fmla="*/ 29 w 13"/>
                <a:gd name="T5" fmla="*/ 12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2">
                  <a:moveTo>
                    <a:pt x="10" y="3"/>
                  </a:moveTo>
                  <a:cubicBezTo>
                    <a:pt x="7" y="0"/>
                    <a:pt x="0" y="3"/>
                    <a:pt x="3" y="8"/>
                  </a:cubicBezTo>
                  <a:cubicBezTo>
                    <a:pt x="5" y="12"/>
                    <a:pt x="11" y="8"/>
                    <a:pt x="13" y="5"/>
                  </a:cubicBezTo>
                </a:path>
              </a:pathLst>
            </a:custGeom>
            <a:noFill/>
            <a:ln w="9525" cap="flat">
              <a:solidFill>
                <a:srgbClr val="FEE2D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594" name="Freeform 484">
              <a:extLst>
                <a:ext uri="{FF2B5EF4-FFF2-40B4-BE49-F238E27FC236}">
                  <a16:creationId xmlns:a16="http://schemas.microsoft.com/office/drawing/2014/main" id="{E0915331-CCFB-4079-85F1-8BC21C1FE7F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9" y="1784"/>
              <a:ext cx="4" cy="9"/>
            </a:xfrm>
            <a:custGeom>
              <a:avLst/>
              <a:gdLst>
                <a:gd name="T0" fmla="*/ 0 w 3"/>
                <a:gd name="T1" fmla="*/ 0 h 7"/>
                <a:gd name="T2" fmla="*/ 7 w 3"/>
                <a:gd name="T3" fmla="*/ 15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7">
                  <a:moveTo>
                    <a:pt x="0" y="0"/>
                  </a:moveTo>
                  <a:cubicBezTo>
                    <a:pt x="2" y="2"/>
                    <a:pt x="3" y="5"/>
                    <a:pt x="3" y="7"/>
                  </a:cubicBezTo>
                </a:path>
              </a:pathLst>
            </a:custGeom>
            <a:noFill/>
            <a:ln w="9525" cap="flat">
              <a:solidFill>
                <a:srgbClr val="FEE2D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595" name="Freeform 485">
              <a:extLst>
                <a:ext uri="{FF2B5EF4-FFF2-40B4-BE49-F238E27FC236}">
                  <a16:creationId xmlns:a16="http://schemas.microsoft.com/office/drawing/2014/main" id="{8D5F49A6-2D5A-431F-A2D6-EB3F8A3A9AD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577" y="1744"/>
              <a:ext cx="81" cy="71"/>
            </a:xfrm>
            <a:custGeom>
              <a:avLst/>
              <a:gdLst>
                <a:gd name="T0" fmla="*/ 139 w 60"/>
                <a:gd name="T1" fmla="*/ 31 h 53"/>
                <a:gd name="T2" fmla="*/ 135 w 60"/>
                <a:gd name="T3" fmla="*/ 38 h 53"/>
                <a:gd name="T4" fmla="*/ 119 w 60"/>
                <a:gd name="T5" fmla="*/ 16 h 53"/>
                <a:gd name="T6" fmla="*/ 119 w 60"/>
                <a:gd name="T7" fmla="*/ 20 h 53"/>
                <a:gd name="T8" fmla="*/ 108 w 60"/>
                <a:gd name="T9" fmla="*/ 12 h 53"/>
                <a:gd name="T10" fmla="*/ 111 w 60"/>
                <a:gd name="T11" fmla="*/ 9 h 53"/>
                <a:gd name="T12" fmla="*/ 100 w 60"/>
                <a:gd name="T13" fmla="*/ 9 h 53"/>
                <a:gd name="T14" fmla="*/ 142 w 60"/>
                <a:gd name="T15" fmla="*/ 63 h 53"/>
                <a:gd name="T16" fmla="*/ 147 w 60"/>
                <a:gd name="T17" fmla="*/ 59 h 53"/>
                <a:gd name="T18" fmla="*/ 146 w 60"/>
                <a:gd name="T19" fmla="*/ 51 h 53"/>
                <a:gd name="T20" fmla="*/ 142 w 60"/>
                <a:gd name="T21" fmla="*/ 59 h 53"/>
                <a:gd name="T22" fmla="*/ 57 w 60"/>
                <a:gd name="T23" fmla="*/ 1 h 53"/>
                <a:gd name="T24" fmla="*/ 49 w 60"/>
                <a:gd name="T25" fmla="*/ 9 h 53"/>
                <a:gd name="T26" fmla="*/ 58 w 60"/>
                <a:gd name="T27" fmla="*/ 7 h 53"/>
                <a:gd name="T28" fmla="*/ 126 w 60"/>
                <a:gd name="T29" fmla="*/ 20 h 53"/>
                <a:gd name="T30" fmla="*/ 131 w 60"/>
                <a:gd name="T31" fmla="*/ 21 h 53"/>
                <a:gd name="T32" fmla="*/ 134 w 60"/>
                <a:gd name="T33" fmla="*/ 94 h 53"/>
                <a:gd name="T34" fmla="*/ 142 w 60"/>
                <a:gd name="T35" fmla="*/ 84 h 53"/>
                <a:gd name="T36" fmla="*/ 134 w 60"/>
                <a:gd name="T37" fmla="*/ 94 h 53"/>
                <a:gd name="T38" fmla="*/ 5 w 60"/>
                <a:gd name="T39" fmla="*/ 58 h 53"/>
                <a:gd name="T40" fmla="*/ 0 w 60"/>
                <a:gd name="T41" fmla="*/ 68 h 53"/>
                <a:gd name="T42" fmla="*/ 7 w 60"/>
                <a:gd name="T43" fmla="*/ 75 h 53"/>
                <a:gd name="T44" fmla="*/ 78 w 60"/>
                <a:gd name="T45" fmla="*/ 5 h 53"/>
                <a:gd name="T46" fmla="*/ 69 w 60"/>
                <a:gd name="T47" fmla="*/ 0 h 53"/>
                <a:gd name="T48" fmla="*/ 69 w 60"/>
                <a:gd name="T49" fmla="*/ 5 h 53"/>
                <a:gd name="T50" fmla="*/ 147 w 60"/>
                <a:gd name="T51" fmla="*/ 75 h 53"/>
                <a:gd name="T52" fmla="*/ 146 w 60"/>
                <a:gd name="T53" fmla="*/ 72 h 53"/>
                <a:gd name="T54" fmla="*/ 22 w 60"/>
                <a:gd name="T55" fmla="*/ 107 h 53"/>
                <a:gd name="T56" fmla="*/ 42 w 60"/>
                <a:gd name="T57" fmla="*/ 115 h 53"/>
                <a:gd name="T58" fmla="*/ 22 w 60"/>
                <a:gd name="T59" fmla="*/ 107 h 53"/>
                <a:gd name="T60" fmla="*/ 78 w 60"/>
                <a:gd name="T61" fmla="*/ 122 h 53"/>
                <a:gd name="T62" fmla="*/ 51 w 60"/>
                <a:gd name="T63" fmla="*/ 118 h 53"/>
                <a:gd name="T64" fmla="*/ 78 w 60"/>
                <a:gd name="T65" fmla="*/ 127 h 53"/>
                <a:gd name="T66" fmla="*/ 131 w 60"/>
                <a:gd name="T67" fmla="*/ 104 h 53"/>
                <a:gd name="T68" fmla="*/ 5 w 60"/>
                <a:gd name="T69" fmla="*/ 86 h 53"/>
                <a:gd name="T70" fmla="*/ 20 w 60"/>
                <a:gd name="T71" fmla="*/ 99 h 53"/>
                <a:gd name="T72" fmla="*/ 5 w 60"/>
                <a:gd name="T73" fmla="*/ 86 h 53"/>
                <a:gd name="T74" fmla="*/ 15 w 60"/>
                <a:gd name="T75" fmla="*/ 27 h 53"/>
                <a:gd name="T76" fmla="*/ 16 w 60"/>
                <a:gd name="T77" fmla="*/ 31 h 53"/>
                <a:gd name="T78" fmla="*/ 22 w 60"/>
                <a:gd name="T79" fmla="*/ 23 h 53"/>
                <a:gd name="T80" fmla="*/ 12 w 60"/>
                <a:gd name="T81" fmla="*/ 38 h 53"/>
                <a:gd name="T82" fmla="*/ 7 w 60"/>
                <a:gd name="T83" fmla="*/ 36 h 53"/>
                <a:gd name="T84" fmla="*/ 7 w 60"/>
                <a:gd name="T85" fmla="*/ 48 h 53"/>
                <a:gd name="T86" fmla="*/ 36 w 60"/>
                <a:gd name="T87" fmla="*/ 15 h 53"/>
                <a:gd name="T88" fmla="*/ 41 w 60"/>
                <a:gd name="T89" fmla="*/ 7 h 53"/>
                <a:gd name="T90" fmla="*/ 32 w 60"/>
                <a:gd name="T91" fmla="*/ 20 h 53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60" h="53">
                  <a:moveTo>
                    <a:pt x="56" y="14"/>
                  </a:moveTo>
                  <a:cubicBezTo>
                    <a:pt x="56" y="13"/>
                    <a:pt x="56" y="13"/>
                    <a:pt x="56" y="13"/>
                  </a:cubicBezTo>
                  <a:cubicBezTo>
                    <a:pt x="55" y="13"/>
                    <a:pt x="55" y="13"/>
                    <a:pt x="54" y="13"/>
                  </a:cubicBezTo>
                  <a:cubicBezTo>
                    <a:pt x="54" y="14"/>
                    <a:pt x="55" y="15"/>
                    <a:pt x="55" y="16"/>
                  </a:cubicBezTo>
                  <a:cubicBezTo>
                    <a:pt x="56" y="15"/>
                    <a:pt x="56" y="14"/>
                    <a:pt x="56" y="14"/>
                  </a:cubicBezTo>
                  <a:close/>
                  <a:moveTo>
                    <a:pt x="48" y="7"/>
                  </a:moveTo>
                  <a:cubicBezTo>
                    <a:pt x="47" y="7"/>
                    <a:pt x="47" y="7"/>
                    <a:pt x="47" y="7"/>
                  </a:cubicBezTo>
                  <a:cubicBezTo>
                    <a:pt x="47" y="7"/>
                    <a:pt x="47" y="8"/>
                    <a:pt x="48" y="8"/>
                  </a:cubicBezTo>
                  <a:cubicBezTo>
                    <a:pt x="48" y="7"/>
                    <a:pt x="48" y="7"/>
                    <a:pt x="48" y="7"/>
                  </a:cubicBezTo>
                  <a:close/>
                  <a:moveTo>
                    <a:pt x="44" y="5"/>
                  </a:moveTo>
                  <a:cubicBezTo>
                    <a:pt x="44" y="5"/>
                    <a:pt x="44" y="5"/>
                    <a:pt x="44" y="5"/>
                  </a:cubicBezTo>
                  <a:cubicBezTo>
                    <a:pt x="45" y="4"/>
                    <a:pt x="45" y="4"/>
                    <a:pt x="45" y="4"/>
                  </a:cubicBezTo>
                  <a:cubicBezTo>
                    <a:pt x="44" y="3"/>
                    <a:pt x="42" y="3"/>
                    <a:pt x="41" y="2"/>
                  </a:cubicBezTo>
                  <a:cubicBezTo>
                    <a:pt x="41" y="3"/>
                    <a:pt x="41" y="3"/>
                    <a:pt x="41" y="4"/>
                  </a:cubicBezTo>
                  <a:cubicBezTo>
                    <a:pt x="42" y="5"/>
                    <a:pt x="43" y="5"/>
                    <a:pt x="44" y="5"/>
                  </a:cubicBezTo>
                  <a:close/>
                  <a:moveTo>
                    <a:pt x="58" y="26"/>
                  </a:moveTo>
                  <a:cubicBezTo>
                    <a:pt x="59" y="26"/>
                    <a:pt x="59" y="26"/>
                    <a:pt x="60" y="26"/>
                  </a:cubicBezTo>
                  <a:cubicBezTo>
                    <a:pt x="60" y="25"/>
                    <a:pt x="60" y="25"/>
                    <a:pt x="60" y="25"/>
                  </a:cubicBezTo>
                  <a:cubicBezTo>
                    <a:pt x="60" y="23"/>
                    <a:pt x="60" y="22"/>
                    <a:pt x="59" y="21"/>
                  </a:cubicBezTo>
                  <a:cubicBezTo>
                    <a:pt x="59" y="21"/>
                    <a:pt x="59" y="21"/>
                    <a:pt x="59" y="21"/>
                  </a:cubicBezTo>
                  <a:cubicBezTo>
                    <a:pt x="57" y="21"/>
                    <a:pt x="57" y="21"/>
                    <a:pt x="57" y="21"/>
                  </a:cubicBezTo>
                  <a:cubicBezTo>
                    <a:pt x="58" y="22"/>
                    <a:pt x="58" y="23"/>
                    <a:pt x="58" y="25"/>
                  </a:cubicBezTo>
                  <a:cubicBezTo>
                    <a:pt x="58" y="25"/>
                    <a:pt x="58" y="26"/>
                    <a:pt x="58" y="26"/>
                  </a:cubicBezTo>
                  <a:close/>
                  <a:moveTo>
                    <a:pt x="23" y="1"/>
                  </a:moveTo>
                  <a:cubicBezTo>
                    <a:pt x="22" y="1"/>
                    <a:pt x="21" y="1"/>
                    <a:pt x="21" y="2"/>
                  </a:cubicBezTo>
                  <a:cubicBezTo>
                    <a:pt x="20" y="2"/>
                    <a:pt x="20" y="3"/>
                    <a:pt x="20" y="4"/>
                  </a:cubicBezTo>
                  <a:cubicBezTo>
                    <a:pt x="20" y="4"/>
                    <a:pt x="20" y="4"/>
                    <a:pt x="20" y="4"/>
                  </a:cubicBezTo>
                  <a:cubicBezTo>
                    <a:pt x="21" y="3"/>
                    <a:pt x="23" y="3"/>
                    <a:pt x="24" y="3"/>
                  </a:cubicBezTo>
                  <a:cubicBezTo>
                    <a:pt x="24" y="2"/>
                    <a:pt x="24" y="2"/>
                    <a:pt x="23" y="1"/>
                  </a:cubicBezTo>
                  <a:close/>
                  <a:moveTo>
                    <a:pt x="51" y="8"/>
                  </a:moveTo>
                  <a:cubicBezTo>
                    <a:pt x="51" y="9"/>
                    <a:pt x="51" y="9"/>
                    <a:pt x="51" y="10"/>
                  </a:cubicBezTo>
                  <a:cubicBezTo>
                    <a:pt x="52" y="10"/>
                    <a:pt x="52" y="10"/>
                    <a:pt x="53" y="9"/>
                  </a:cubicBezTo>
                  <a:cubicBezTo>
                    <a:pt x="52" y="9"/>
                    <a:pt x="52" y="9"/>
                    <a:pt x="51" y="8"/>
                  </a:cubicBezTo>
                  <a:close/>
                  <a:moveTo>
                    <a:pt x="54" y="39"/>
                  </a:moveTo>
                  <a:cubicBezTo>
                    <a:pt x="55" y="39"/>
                    <a:pt x="56" y="39"/>
                    <a:pt x="56" y="39"/>
                  </a:cubicBezTo>
                  <a:cubicBezTo>
                    <a:pt x="57" y="38"/>
                    <a:pt x="58" y="37"/>
                    <a:pt x="58" y="35"/>
                  </a:cubicBezTo>
                  <a:cubicBezTo>
                    <a:pt x="58" y="35"/>
                    <a:pt x="58" y="34"/>
                    <a:pt x="57" y="33"/>
                  </a:cubicBezTo>
                  <a:cubicBezTo>
                    <a:pt x="56" y="35"/>
                    <a:pt x="55" y="37"/>
                    <a:pt x="54" y="39"/>
                  </a:cubicBezTo>
                  <a:close/>
                  <a:moveTo>
                    <a:pt x="2" y="28"/>
                  </a:moveTo>
                  <a:cubicBezTo>
                    <a:pt x="2" y="27"/>
                    <a:pt x="2" y="25"/>
                    <a:pt x="2" y="24"/>
                  </a:cubicBezTo>
                  <a:cubicBezTo>
                    <a:pt x="2" y="23"/>
                    <a:pt x="1" y="23"/>
                    <a:pt x="0" y="23"/>
                  </a:cubicBezTo>
                  <a:cubicBezTo>
                    <a:pt x="0" y="25"/>
                    <a:pt x="0" y="27"/>
                    <a:pt x="0" y="28"/>
                  </a:cubicBezTo>
                  <a:cubicBezTo>
                    <a:pt x="0" y="29"/>
                    <a:pt x="0" y="29"/>
                    <a:pt x="0" y="30"/>
                  </a:cubicBezTo>
                  <a:cubicBezTo>
                    <a:pt x="1" y="30"/>
                    <a:pt x="2" y="31"/>
                    <a:pt x="3" y="31"/>
                  </a:cubicBezTo>
                  <a:cubicBezTo>
                    <a:pt x="3" y="30"/>
                    <a:pt x="2" y="29"/>
                    <a:pt x="2" y="28"/>
                  </a:cubicBezTo>
                  <a:close/>
                  <a:moveTo>
                    <a:pt x="32" y="2"/>
                  </a:moveTo>
                  <a:cubicBezTo>
                    <a:pt x="33" y="2"/>
                    <a:pt x="33" y="1"/>
                    <a:pt x="34" y="0"/>
                  </a:cubicBezTo>
                  <a:cubicBezTo>
                    <a:pt x="32" y="0"/>
                    <a:pt x="30" y="0"/>
                    <a:pt x="28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8" y="1"/>
                    <a:pt x="28" y="2"/>
                    <a:pt x="28" y="2"/>
                  </a:cubicBezTo>
                  <a:cubicBezTo>
                    <a:pt x="30" y="2"/>
                    <a:pt x="31" y="2"/>
                    <a:pt x="32" y="2"/>
                  </a:cubicBezTo>
                  <a:close/>
                  <a:moveTo>
                    <a:pt x="60" y="31"/>
                  </a:moveTo>
                  <a:cubicBezTo>
                    <a:pt x="60" y="30"/>
                    <a:pt x="60" y="30"/>
                    <a:pt x="60" y="30"/>
                  </a:cubicBezTo>
                  <a:cubicBezTo>
                    <a:pt x="60" y="30"/>
                    <a:pt x="59" y="30"/>
                    <a:pt x="59" y="30"/>
                  </a:cubicBezTo>
                  <a:cubicBezTo>
                    <a:pt x="59" y="30"/>
                    <a:pt x="60" y="30"/>
                    <a:pt x="60" y="31"/>
                  </a:cubicBezTo>
                  <a:close/>
                  <a:moveTo>
                    <a:pt x="9" y="45"/>
                  </a:moveTo>
                  <a:cubicBezTo>
                    <a:pt x="11" y="47"/>
                    <a:pt x="14" y="48"/>
                    <a:pt x="16" y="50"/>
                  </a:cubicBezTo>
                  <a:cubicBezTo>
                    <a:pt x="16" y="49"/>
                    <a:pt x="17" y="48"/>
                    <a:pt x="17" y="48"/>
                  </a:cubicBezTo>
                  <a:cubicBezTo>
                    <a:pt x="15" y="47"/>
                    <a:pt x="12" y="45"/>
                    <a:pt x="10" y="43"/>
                  </a:cubicBezTo>
                  <a:cubicBezTo>
                    <a:pt x="10" y="44"/>
                    <a:pt x="9" y="44"/>
                    <a:pt x="9" y="45"/>
                  </a:cubicBezTo>
                  <a:close/>
                  <a:moveTo>
                    <a:pt x="51" y="43"/>
                  </a:moveTo>
                  <a:cubicBezTo>
                    <a:pt x="46" y="47"/>
                    <a:pt x="39" y="50"/>
                    <a:pt x="32" y="51"/>
                  </a:cubicBezTo>
                  <a:cubicBezTo>
                    <a:pt x="28" y="51"/>
                    <a:pt x="25" y="50"/>
                    <a:pt x="21" y="49"/>
                  </a:cubicBezTo>
                  <a:cubicBezTo>
                    <a:pt x="21" y="49"/>
                    <a:pt x="21" y="49"/>
                    <a:pt x="21" y="49"/>
                  </a:cubicBezTo>
                  <a:cubicBezTo>
                    <a:pt x="20" y="51"/>
                    <a:pt x="20" y="51"/>
                    <a:pt x="20" y="51"/>
                  </a:cubicBezTo>
                  <a:cubicBezTo>
                    <a:pt x="24" y="52"/>
                    <a:pt x="28" y="53"/>
                    <a:pt x="32" y="53"/>
                  </a:cubicBezTo>
                  <a:cubicBezTo>
                    <a:pt x="40" y="52"/>
                    <a:pt x="48" y="49"/>
                    <a:pt x="53" y="43"/>
                  </a:cubicBezTo>
                  <a:cubicBezTo>
                    <a:pt x="53" y="43"/>
                    <a:pt x="53" y="43"/>
                    <a:pt x="53" y="43"/>
                  </a:cubicBezTo>
                  <a:lnTo>
                    <a:pt x="51" y="43"/>
                  </a:lnTo>
                  <a:close/>
                  <a:moveTo>
                    <a:pt x="2" y="36"/>
                  </a:moveTo>
                  <a:cubicBezTo>
                    <a:pt x="3" y="38"/>
                    <a:pt x="5" y="40"/>
                    <a:pt x="6" y="42"/>
                  </a:cubicBezTo>
                  <a:cubicBezTo>
                    <a:pt x="7" y="42"/>
                    <a:pt x="7" y="41"/>
                    <a:pt x="8" y="41"/>
                  </a:cubicBezTo>
                  <a:cubicBezTo>
                    <a:pt x="7" y="40"/>
                    <a:pt x="6" y="38"/>
                    <a:pt x="5" y="37"/>
                  </a:cubicBezTo>
                  <a:cubicBezTo>
                    <a:pt x="4" y="37"/>
                    <a:pt x="3" y="36"/>
                    <a:pt x="2" y="36"/>
                  </a:cubicBezTo>
                  <a:close/>
                  <a:moveTo>
                    <a:pt x="8" y="9"/>
                  </a:moveTo>
                  <a:cubicBezTo>
                    <a:pt x="7" y="10"/>
                    <a:pt x="7" y="10"/>
                    <a:pt x="6" y="11"/>
                  </a:cubicBezTo>
                  <a:cubicBezTo>
                    <a:pt x="6" y="11"/>
                    <a:pt x="6" y="11"/>
                    <a:pt x="6" y="11"/>
                  </a:cubicBezTo>
                  <a:cubicBezTo>
                    <a:pt x="6" y="12"/>
                    <a:pt x="7" y="12"/>
                    <a:pt x="7" y="13"/>
                  </a:cubicBezTo>
                  <a:cubicBezTo>
                    <a:pt x="7" y="13"/>
                    <a:pt x="7" y="12"/>
                    <a:pt x="8" y="12"/>
                  </a:cubicBezTo>
                  <a:cubicBezTo>
                    <a:pt x="8" y="11"/>
                    <a:pt x="9" y="11"/>
                    <a:pt x="9" y="10"/>
                  </a:cubicBezTo>
                  <a:cubicBezTo>
                    <a:pt x="9" y="10"/>
                    <a:pt x="8" y="9"/>
                    <a:pt x="8" y="9"/>
                  </a:cubicBezTo>
                  <a:close/>
                  <a:moveTo>
                    <a:pt x="5" y="16"/>
                  </a:moveTo>
                  <a:cubicBezTo>
                    <a:pt x="5" y="16"/>
                    <a:pt x="4" y="16"/>
                    <a:pt x="4" y="16"/>
                  </a:cubicBezTo>
                  <a:cubicBezTo>
                    <a:pt x="4" y="15"/>
                    <a:pt x="4" y="15"/>
                    <a:pt x="3" y="15"/>
                  </a:cubicBezTo>
                  <a:cubicBezTo>
                    <a:pt x="3" y="16"/>
                    <a:pt x="2" y="17"/>
                    <a:pt x="2" y="19"/>
                  </a:cubicBezTo>
                  <a:cubicBezTo>
                    <a:pt x="2" y="19"/>
                    <a:pt x="3" y="19"/>
                    <a:pt x="3" y="20"/>
                  </a:cubicBezTo>
                  <a:cubicBezTo>
                    <a:pt x="4" y="19"/>
                    <a:pt x="4" y="18"/>
                    <a:pt x="5" y="16"/>
                  </a:cubicBezTo>
                  <a:close/>
                  <a:moveTo>
                    <a:pt x="15" y="6"/>
                  </a:moveTo>
                  <a:cubicBezTo>
                    <a:pt x="15" y="6"/>
                    <a:pt x="15" y="6"/>
                    <a:pt x="15" y="6"/>
                  </a:cubicBezTo>
                  <a:cubicBezTo>
                    <a:pt x="16" y="3"/>
                    <a:pt x="16" y="3"/>
                    <a:pt x="16" y="3"/>
                  </a:cubicBezTo>
                  <a:cubicBezTo>
                    <a:pt x="14" y="4"/>
                    <a:pt x="13" y="5"/>
                    <a:pt x="11" y="6"/>
                  </a:cubicBezTo>
                  <a:cubicBezTo>
                    <a:pt x="12" y="7"/>
                    <a:pt x="12" y="7"/>
                    <a:pt x="13" y="8"/>
                  </a:cubicBezTo>
                  <a:cubicBezTo>
                    <a:pt x="14" y="7"/>
                    <a:pt x="14" y="6"/>
                    <a:pt x="15" y="6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596" name="Freeform 486">
              <a:extLst>
                <a:ext uri="{FF2B5EF4-FFF2-40B4-BE49-F238E27FC236}">
                  <a16:creationId xmlns:a16="http://schemas.microsoft.com/office/drawing/2014/main" id="{9AEDCC62-3338-49D2-83B6-E5A8BDA0E1B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944" y="1745"/>
              <a:ext cx="83" cy="70"/>
            </a:xfrm>
            <a:custGeom>
              <a:avLst/>
              <a:gdLst>
                <a:gd name="T0" fmla="*/ 1 w 61"/>
                <a:gd name="T1" fmla="*/ 69 h 52"/>
                <a:gd name="T2" fmla="*/ 1 w 61"/>
                <a:gd name="T3" fmla="*/ 71 h 52"/>
                <a:gd name="T4" fmla="*/ 5 w 61"/>
                <a:gd name="T5" fmla="*/ 65 h 52"/>
                <a:gd name="T6" fmla="*/ 112 w 61"/>
                <a:gd name="T7" fmla="*/ 5 h 52"/>
                <a:gd name="T8" fmla="*/ 103 w 61"/>
                <a:gd name="T9" fmla="*/ 7 h 52"/>
                <a:gd name="T10" fmla="*/ 109 w 61"/>
                <a:gd name="T11" fmla="*/ 9 h 52"/>
                <a:gd name="T12" fmla="*/ 117 w 61"/>
                <a:gd name="T13" fmla="*/ 15 h 52"/>
                <a:gd name="T14" fmla="*/ 128 w 61"/>
                <a:gd name="T15" fmla="*/ 15 h 52"/>
                <a:gd name="T16" fmla="*/ 117 w 61"/>
                <a:gd name="T17" fmla="*/ 15 h 52"/>
                <a:gd name="T18" fmla="*/ 135 w 61"/>
                <a:gd name="T19" fmla="*/ 22 h 52"/>
                <a:gd name="T20" fmla="*/ 133 w 61"/>
                <a:gd name="T21" fmla="*/ 27 h 52"/>
                <a:gd name="T22" fmla="*/ 135 w 61"/>
                <a:gd name="T23" fmla="*/ 24 h 52"/>
                <a:gd name="T24" fmla="*/ 112 w 61"/>
                <a:gd name="T25" fmla="*/ 120 h 52"/>
                <a:gd name="T26" fmla="*/ 127 w 61"/>
                <a:gd name="T27" fmla="*/ 105 h 52"/>
                <a:gd name="T28" fmla="*/ 133 w 61"/>
                <a:gd name="T29" fmla="*/ 96 h 52"/>
                <a:gd name="T30" fmla="*/ 148 w 61"/>
                <a:gd name="T31" fmla="*/ 78 h 52"/>
                <a:gd name="T32" fmla="*/ 133 w 61"/>
                <a:gd name="T33" fmla="*/ 96 h 52"/>
                <a:gd name="T34" fmla="*/ 57 w 61"/>
                <a:gd name="T35" fmla="*/ 125 h 52"/>
                <a:gd name="T36" fmla="*/ 22 w 61"/>
                <a:gd name="T37" fmla="*/ 104 h 52"/>
                <a:gd name="T38" fmla="*/ 5 w 61"/>
                <a:gd name="T39" fmla="*/ 83 h 52"/>
                <a:gd name="T40" fmla="*/ 19 w 61"/>
                <a:gd name="T41" fmla="*/ 93 h 52"/>
                <a:gd name="T42" fmla="*/ 5 w 61"/>
                <a:gd name="T43" fmla="*/ 83 h 52"/>
                <a:gd name="T44" fmla="*/ 139 w 61"/>
                <a:gd name="T45" fmla="*/ 36 h 52"/>
                <a:gd name="T46" fmla="*/ 146 w 61"/>
                <a:gd name="T47" fmla="*/ 65 h 52"/>
                <a:gd name="T48" fmla="*/ 152 w 61"/>
                <a:gd name="T49" fmla="*/ 69 h 52"/>
                <a:gd name="T50" fmla="*/ 144 w 61"/>
                <a:gd name="T51" fmla="*/ 35 h 52"/>
                <a:gd name="T52" fmla="*/ 71 w 61"/>
                <a:gd name="T53" fmla="*/ 127 h 52"/>
                <a:gd name="T54" fmla="*/ 98 w 61"/>
                <a:gd name="T55" fmla="*/ 118 h 52"/>
                <a:gd name="T56" fmla="*/ 19 w 61"/>
                <a:gd name="T57" fmla="*/ 27 h 52"/>
                <a:gd name="T58" fmla="*/ 19 w 61"/>
                <a:gd name="T59" fmla="*/ 27 h 52"/>
                <a:gd name="T60" fmla="*/ 20 w 61"/>
                <a:gd name="T61" fmla="*/ 27 h 52"/>
                <a:gd name="T62" fmla="*/ 93 w 61"/>
                <a:gd name="T63" fmla="*/ 0 h 52"/>
                <a:gd name="T64" fmla="*/ 93 w 61"/>
                <a:gd name="T65" fmla="*/ 0 h 52"/>
                <a:gd name="T66" fmla="*/ 91 w 61"/>
                <a:gd name="T67" fmla="*/ 5 h 52"/>
                <a:gd name="T68" fmla="*/ 93 w 61"/>
                <a:gd name="T69" fmla="*/ 0 h 52"/>
                <a:gd name="T70" fmla="*/ 1 w 61"/>
                <a:gd name="T71" fmla="*/ 48 h 52"/>
                <a:gd name="T72" fmla="*/ 0 w 61"/>
                <a:gd name="T73" fmla="*/ 58 h 52"/>
                <a:gd name="T74" fmla="*/ 5 w 61"/>
                <a:gd name="T75" fmla="*/ 54 h 52"/>
                <a:gd name="T76" fmla="*/ 14 w 61"/>
                <a:gd name="T77" fmla="*/ 36 h 52"/>
                <a:gd name="T78" fmla="*/ 7 w 61"/>
                <a:gd name="T79" fmla="*/ 35 h 52"/>
                <a:gd name="T80" fmla="*/ 7 w 61"/>
                <a:gd name="T81" fmla="*/ 42 h 52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61" h="52">
                  <a:moveTo>
                    <a:pt x="2" y="27"/>
                  </a:moveTo>
                  <a:cubicBezTo>
                    <a:pt x="1" y="28"/>
                    <a:pt x="1" y="28"/>
                    <a:pt x="1" y="28"/>
                  </a:cubicBezTo>
                  <a:cubicBezTo>
                    <a:pt x="1" y="28"/>
                    <a:pt x="1" y="28"/>
                    <a:pt x="1" y="28"/>
                  </a:cubicBezTo>
                  <a:cubicBezTo>
                    <a:pt x="1" y="28"/>
                    <a:pt x="1" y="29"/>
                    <a:pt x="1" y="29"/>
                  </a:cubicBezTo>
                  <a:cubicBezTo>
                    <a:pt x="1" y="30"/>
                    <a:pt x="2" y="30"/>
                    <a:pt x="3" y="30"/>
                  </a:cubicBezTo>
                  <a:cubicBezTo>
                    <a:pt x="2" y="29"/>
                    <a:pt x="2" y="28"/>
                    <a:pt x="2" y="27"/>
                  </a:cubicBezTo>
                  <a:close/>
                  <a:moveTo>
                    <a:pt x="43" y="3"/>
                  </a:moveTo>
                  <a:cubicBezTo>
                    <a:pt x="44" y="3"/>
                    <a:pt x="44" y="2"/>
                    <a:pt x="44" y="2"/>
                  </a:cubicBezTo>
                  <a:cubicBezTo>
                    <a:pt x="43" y="2"/>
                    <a:pt x="42" y="1"/>
                    <a:pt x="41" y="1"/>
                  </a:cubicBezTo>
                  <a:cubicBezTo>
                    <a:pt x="41" y="2"/>
                    <a:pt x="41" y="2"/>
                    <a:pt x="41" y="3"/>
                  </a:cubicBezTo>
                  <a:cubicBezTo>
                    <a:pt x="41" y="3"/>
                    <a:pt x="41" y="3"/>
                    <a:pt x="41" y="3"/>
                  </a:cubicBezTo>
                  <a:cubicBezTo>
                    <a:pt x="42" y="3"/>
                    <a:pt x="42" y="4"/>
                    <a:pt x="43" y="4"/>
                  </a:cubicBezTo>
                  <a:cubicBezTo>
                    <a:pt x="43" y="4"/>
                    <a:pt x="43" y="3"/>
                    <a:pt x="43" y="3"/>
                  </a:cubicBezTo>
                  <a:close/>
                  <a:moveTo>
                    <a:pt x="46" y="6"/>
                  </a:moveTo>
                  <a:cubicBezTo>
                    <a:pt x="48" y="6"/>
                    <a:pt x="49" y="7"/>
                    <a:pt x="50" y="8"/>
                  </a:cubicBezTo>
                  <a:cubicBezTo>
                    <a:pt x="50" y="8"/>
                    <a:pt x="51" y="7"/>
                    <a:pt x="51" y="6"/>
                  </a:cubicBezTo>
                  <a:cubicBezTo>
                    <a:pt x="50" y="6"/>
                    <a:pt x="49" y="5"/>
                    <a:pt x="48" y="4"/>
                  </a:cubicBezTo>
                  <a:cubicBezTo>
                    <a:pt x="47" y="5"/>
                    <a:pt x="47" y="5"/>
                    <a:pt x="46" y="6"/>
                  </a:cubicBezTo>
                  <a:close/>
                  <a:moveTo>
                    <a:pt x="54" y="10"/>
                  </a:moveTo>
                  <a:cubicBezTo>
                    <a:pt x="54" y="10"/>
                    <a:pt x="54" y="9"/>
                    <a:pt x="54" y="9"/>
                  </a:cubicBezTo>
                  <a:cubicBezTo>
                    <a:pt x="54" y="10"/>
                    <a:pt x="54" y="10"/>
                    <a:pt x="54" y="10"/>
                  </a:cubicBezTo>
                  <a:cubicBezTo>
                    <a:pt x="54" y="10"/>
                    <a:pt x="54" y="11"/>
                    <a:pt x="53" y="11"/>
                  </a:cubicBezTo>
                  <a:cubicBezTo>
                    <a:pt x="54" y="11"/>
                    <a:pt x="54" y="11"/>
                    <a:pt x="55" y="11"/>
                  </a:cubicBezTo>
                  <a:cubicBezTo>
                    <a:pt x="55" y="10"/>
                    <a:pt x="55" y="10"/>
                    <a:pt x="54" y="10"/>
                  </a:cubicBezTo>
                  <a:close/>
                  <a:moveTo>
                    <a:pt x="43" y="47"/>
                  </a:moveTo>
                  <a:cubicBezTo>
                    <a:pt x="43" y="48"/>
                    <a:pt x="43" y="48"/>
                    <a:pt x="44" y="49"/>
                  </a:cubicBezTo>
                  <a:cubicBezTo>
                    <a:pt x="46" y="48"/>
                    <a:pt x="48" y="47"/>
                    <a:pt x="50" y="45"/>
                  </a:cubicBezTo>
                  <a:cubicBezTo>
                    <a:pt x="50" y="44"/>
                    <a:pt x="50" y="44"/>
                    <a:pt x="50" y="43"/>
                  </a:cubicBezTo>
                  <a:cubicBezTo>
                    <a:pt x="48" y="45"/>
                    <a:pt x="45" y="46"/>
                    <a:pt x="43" y="47"/>
                  </a:cubicBezTo>
                  <a:close/>
                  <a:moveTo>
                    <a:pt x="53" y="39"/>
                  </a:moveTo>
                  <a:cubicBezTo>
                    <a:pt x="54" y="40"/>
                    <a:pt x="54" y="41"/>
                    <a:pt x="54" y="42"/>
                  </a:cubicBezTo>
                  <a:cubicBezTo>
                    <a:pt x="56" y="39"/>
                    <a:pt x="58" y="36"/>
                    <a:pt x="59" y="32"/>
                  </a:cubicBezTo>
                  <a:cubicBezTo>
                    <a:pt x="59" y="32"/>
                    <a:pt x="58" y="32"/>
                    <a:pt x="58" y="31"/>
                  </a:cubicBezTo>
                  <a:cubicBezTo>
                    <a:pt x="57" y="34"/>
                    <a:pt x="55" y="37"/>
                    <a:pt x="53" y="39"/>
                  </a:cubicBezTo>
                  <a:close/>
                  <a:moveTo>
                    <a:pt x="8" y="43"/>
                  </a:moveTo>
                  <a:cubicBezTo>
                    <a:pt x="12" y="47"/>
                    <a:pt x="17" y="50"/>
                    <a:pt x="23" y="51"/>
                  </a:cubicBezTo>
                  <a:cubicBezTo>
                    <a:pt x="24" y="50"/>
                    <a:pt x="24" y="50"/>
                    <a:pt x="25" y="49"/>
                  </a:cubicBezTo>
                  <a:cubicBezTo>
                    <a:pt x="19" y="48"/>
                    <a:pt x="13" y="45"/>
                    <a:pt x="9" y="42"/>
                  </a:cubicBezTo>
                  <a:cubicBezTo>
                    <a:pt x="9" y="42"/>
                    <a:pt x="8" y="43"/>
                    <a:pt x="8" y="43"/>
                  </a:cubicBezTo>
                  <a:close/>
                  <a:moveTo>
                    <a:pt x="2" y="34"/>
                  </a:moveTo>
                  <a:cubicBezTo>
                    <a:pt x="2" y="36"/>
                    <a:pt x="4" y="38"/>
                    <a:pt x="5" y="40"/>
                  </a:cubicBezTo>
                  <a:cubicBezTo>
                    <a:pt x="6" y="40"/>
                    <a:pt x="6" y="39"/>
                    <a:pt x="7" y="38"/>
                  </a:cubicBezTo>
                  <a:cubicBezTo>
                    <a:pt x="6" y="37"/>
                    <a:pt x="5" y="36"/>
                    <a:pt x="4" y="34"/>
                  </a:cubicBezTo>
                  <a:cubicBezTo>
                    <a:pt x="3" y="34"/>
                    <a:pt x="2" y="34"/>
                    <a:pt x="2" y="34"/>
                  </a:cubicBezTo>
                  <a:close/>
                  <a:moveTo>
                    <a:pt x="57" y="14"/>
                  </a:moveTo>
                  <a:cubicBezTo>
                    <a:pt x="57" y="14"/>
                    <a:pt x="56" y="14"/>
                    <a:pt x="55" y="15"/>
                  </a:cubicBezTo>
                  <a:cubicBezTo>
                    <a:pt x="58" y="18"/>
                    <a:pt x="59" y="23"/>
                    <a:pt x="58" y="27"/>
                  </a:cubicBezTo>
                  <a:cubicBezTo>
                    <a:pt x="58" y="27"/>
                    <a:pt x="58" y="27"/>
                    <a:pt x="58" y="27"/>
                  </a:cubicBezTo>
                  <a:cubicBezTo>
                    <a:pt x="58" y="27"/>
                    <a:pt x="59" y="28"/>
                    <a:pt x="59" y="28"/>
                  </a:cubicBezTo>
                  <a:cubicBezTo>
                    <a:pt x="59" y="28"/>
                    <a:pt x="60" y="28"/>
                    <a:pt x="60" y="28"/>
                  </a:cubicBezTo>
                  <a:cubicBezTo>
                    <a:pt x="60" y="28"/>
                    <a:pt x="60" y="28"/>
                    <a:pt x="60" y="27"/>
                  </a:cubicBezTo>
                  <a:cubicBezTo>
                    <a:pt x="61" y="23"/>
                    <a:pt x="60" y="18"/>
                    <a:pt x="57" y="14"/>
                  </a:cubicBezTo>
                  <a:close/>
                  <a:moveTo>
                    <a:pt x="30" y="50"/>
                  </a:moveTo>
                  <a:cubicBezTo>
                    <a:pt x="29" y="50"/>
                    <a:pt x="29" y="51"/>
                    <a:pt x="28" y="52"/>
                  </a:cubicBezTo>
                  <a:cubicBezTo>
                    <a:pt x="32" y="52"/>
                    <a:pt x="36" y="51"/>
                    <a:pt x="40" y="50"/>
                  </a:cubicBezTo>
                  <a:cubicBezTo>
                    <a:pt x="39" y="50"/>
                    <a:pt x="39" y="49"/>
                    <a:pt x="39" y="48"/>
                  </a:cubicBezTo>
                  <a:cubicBezTo>
                    <a:pt x="36" y="49"/>
                    <a:pt x="33" y="50"/>
                    <a:pt x="30" y="50"/>
                  </a:cubicBezTo>
                  <a:close/>
                  <a:moveTo>
                    <a:pt x="7" y="11"/>
                  </a:moveTo>
                  <a:cubicBezTo>
                    <a:pt x="7" y="11"/>
                    <a:pt x="7" y="11"/>
                    <a:pt x="7" y="11"/>
                  </a:cubicBezTo>
                  <a:cubicBezTo>
                    <a:pt x="7" y="11"/>
                    <a:pt x="7" y="11"/>
                    <a:pt x="7" y="11"/>
                  </a:cubicBezTo>
                  <a:cubicBezTo>
                    <a:pt x="8" y="11"/>
                    <a:pt x="8" y="11"/>
                    <a:pt x="8" y="11"/>
                  </a:cubicBezTo>
                  <a:cubicBezTo>
                    <a:pt x="8" y="11"/>
                    <a:pt x="8" y="11"/>
                    <a:pt x="8" y="11"/>
                  </a:cubicBezTo>
                  <a:cubicBezTo>
                    <a:pt x="7" y="11"/>
                    <a:pt x="7" y="11"/>
                    <a:pt x="7" y="11"/>
                  </a:cubicBezTo>
                  <a:close/>
                  <a:moveTo>
                    <a:pt x="37" y="0"/>
                  </a:moveTo>
                  <a:cubicBezTo>
                    <a:pt x="37" y="0"/>
                    <a:pt x="37" y="0"/>
                    <a:pt x="37" y="0"/>
                  </a:cubicBezTo>
                  <a:cubicBezTo>
                    <a:pt x="37" y="0"/>
                    <a:pt x="37" y="0"/>
                    <a:pt x="37" y="0"/>
                  </a:cubicBezTo>
                  <a:cubicBezTo>
                    <a:pt x="37" y="0"/>
                    <a:pt x="36" y="0"/>
                    <a:pt x="36" y="1"/>
                  </a:cubicBezTo>
                  <a:cubicBezTo>
                    <a:pt x="36" y="1"/>
                    <a:pt x="36" y="1"/>
                    <a:pt x="36" y="2"/>
                  </a:cubicBezTo>
                  <a:cubicBezTo>
                    <a:pt x="36" y="2"/>
                    <a:pt x="37" y="2"/>
                    <a:pt x="37" y="2"/>
                  </a:cubicBezTo>
                  <a:cubicBezTo>
                    <a:pt x="37" y="2"/>
                    <a:pt x="37" y="1"/>
                    <a:pt x="37" y="0"/>
                  </a:cubicBezTo>
                  <a:close/>
                  <a:moveTo>
                    <a:pt x="2" y="22"/>
                  </a:moveTo>
                  <a:cubicBezTo>
                    <a:pt x="2" y="21"/>
                    <a:pt x="1" y="21"/>
                    <a:pt x="1" y="20"/>
                  </a:cubicBezTo>
                  <a:cubicBezTo>
                    <a:pt x="0" y="21"/>
                    <a:pt x="0" y="22"/>
                    <a:pt x="0" y="24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1" y="23"/>
                    <a:pt x="1" y="23"/>
                    <a:pt x="2" y="23"/>
                  </a:cubicBezTo>
                  <a:cubicBezTo>
                    <a:pt x="2" y="23"/>
                    <a:pt x="2" y="22"/>
                    <a:pt x="2" y="22"/>
                  </a:cubicBezTo>
                  <a:close/>
                  <a:moveTo>
                    <a:pt x="4" y="17"/>
                  </a:moveTo>
                  <a:cubicBezTo>
                    <a:pt x="4" y="17"/>
                    <a:pt x="4" y="16"/>
                    <a:pt x="5" y="15"/>
                  </a:cubicBezTo>
                  <a:cubicBezTo>
                    <a:pt x="5" y="15"/>
                    <a:pt x="4" y="15"/>
                    <a:pt x="4" y="15"/>
                  </a:cubicBezTo>
                  <a:cubicBezTo>
                    <a:pt x="4" y="14"/>
                    <a:pt x="3" y="14"/>
                    <a:pt x="3" y="14"/>
                  </a:cubicBezTo>
                  <a:cubicBezTo>
                    <a:pt x="3" y="15"/>
                    <a:pt x="2" y="15"/>
                    <a:pt x="2" y="16"/>
                  </a:cubicBezTo>
                  <a:cubicBezTo>
                    <a:pt x="2" y="16"/>
                    <a:pt x="2" y="17"/>
                    <a:pt x="3" y="17"/>
                  </a:cubicBezTo>
                  <a:cubicBezTo>
                    <a:pt x="3" y="17"/>
                    <a:pt x="3" y="17"/>
                    <a:pt x="4" y="17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597" name="Freeform 487">
              <a:extLst>
                <a:ext uri="{FF2B5EF4-FFF2-40B4-BE49-F238E27FC236}">
                  <a16:creationId xmlns:a16="http://schemas.microsoft.com/office/drawing/2014/main" id="{4018130F-85D0-4C93-A383-824C3A5A53C9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4" y="1204"/>
              <a:ext cx="10" cy="2"/>
            </a:xfrm>
            <a:custGeom>
              <a:avLst/>
              <a:gdLst>
                <a:gd name="T0" fmla="*/ 0 w 7"/>
                <a:gd name="T1" fmla="*/ 2 h 2"/>
                <a:gd name="T2" fmla="*/ 20 w 7"/>
                <a:gd name="T3" fmla="*/ 1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">
                  <a:moveTo>
                    <a:pt x="0" y="2"/>
                  </a:moveTo>
                  <a:cubicBezTo>
                    <a:pt x="2" y="1"/>
                    <a:pt x="5" y="0"/>
                    <a:pt x="7" y="1"/>
                  </a:cubicBezTo>
                </a:path>
              </a:pathLst>
            </a:custGeom>
            <a:noFill/>
            <a:ln w="9525" cap="flat">
              <a:solidFill>
                <a:srgbClr val="FEF2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598" name="Freeform 488">
              <a:extLst>
                <a:ext uri="{FF2B5EF4-FFF2-40B4-BE49-F238E27FC236}">
                  <a16:creationId xmlns:a16="http://schemas.microsoft.com/office/drawing/2014/main" id="{599B41DC-76CD-4778-9515-2E9DE6DEA1AB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4" y="1213"/>
              <a:ext cx="9" cy="1"/>
            </a:xfrm>
            <a:custGeom>
              <a:avLst/>
              <a:gdLst>
                <a:gd name="T0" fmla="*/ 0 w 6"/>
                <a:gd name="T1" fmla="*/ 0 h 1"/>
                <a:gd name="T2" fmla="*/ 21 w 6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">
                  <a:moveTo>
                    <a:pt x="0" y="0"/>
                  </a:moveTo>
                  <a:cubicBezTo>
                    <a:pt x="2" y="0"/>
                    <a:pt x="4" y="0"/>
                    <a:pt x="6" y="0"/>
                  </a:cubicBezTo>
                </a:path>
              </a:pathLst>
            </a:custGeom>
            <a:noFill/>
            <a:ln w="9525" cap="flat">
              <a:solidFill>
                <a:srgbClr val="FEF2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599" name="Freeform 489">
              <a:extLst>
                <a:ext uri="{FF2B5EF4-FFF2-40B4-BE49-F238E27FC236}">
                  <a16:creationId xmlns:a16="http://schemas.microsoft.com/office/drawing/2014/main" id="{9929ED09-8EFA-4DCC-923F-AC874FDD63F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4" y="1219"/>
              <a:ext cx="7" cy="1"/>
            </a:xfrm>
            <a:custGeom>
              <a:avLst/>
              <a:gdLst>
                <a:gd name="T0" fmla="*/ 0 w 5"/>
                <a:gd name="T1" fmla="*/ 1 h 1"/>
                <a:gd name="T2" fmla="*/ 14 w 5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">
                  <a:moveTo>
                    <a:pt x="0" y="1"/>
                  </a:moveTo>
                  <a:cubicBezTo>
                    <a:pt x="2" y="1"/>
                    <a:pt x="4" y="1"/>
                    <a:pt x="5" y="0"/>
                  </a:cubicBezTo>
                </a:path>
              </a:pathLst>
            </a:custGeom>
            <a:noFill/>
            <a:ln w="9525" cap="flat">
              <a:solidFill>
                <a:srgbClr val="FEF2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600" name="Freeform 490">
              <a:extLst>
                <a:ext uri="{FF2B5EF4-FFF2-40B4-BE49-F238E27FC236}">
                  <a16:creationId xmlns:a16="http://schemas.microsoft.com/office/drawing/2014/main" id="{4C2D0F25-8821-489A-978E-5AD67DCA628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0" y="1377"/>
              <a:ext cx="799" cy="1575"/>
            </a:xfrm>
            <a:custGeom>
              <a:avLst/>
              <a:gdLst>
                <a:gd name="T0" fmla="*/ 196 w 590"/>
                <a:gd name="T1" fmla="*/ 2832 h 1170"/>
                <a:gd name="T2" fmla="*/ 68 w 590"/>
                <a:gd name="T3" fmla="*/ 2057 h 1170"/>
                <a:gd name="T4" fmla="*/ 233 w 590"/>
                <a:gd name="T5" fmla="*/ 1080 h 1170"/>
                <a:gd name="T6" fmla="*/ 175 w 590"/>
                <a:gd name="T7" fmla="*/ 595 h 1170"/>
                <a:gd name="T8" fmla="*/ 259 w 590"/>
                <a:gd name="T9" fmla="*/ 62 h 1170"/>
                <a:gd name="T10" fmla="*/ 345 w 590"/>
                <a:gd name="T11" fmla="*/ 30 h 1170"/>
                <a:gd name="T12" fmla="*/ 504 w 590"/>
                <a:gd name="T13" fmla="*/ 0 h 1170"/>
                <a:gd name="T14" fmla="*/ 765 w 590"/>
                <a:gd name="T15" fmla="*/ 162 h 1170"/>
                <a:gd name="T16" fmla="*/ 1016 w 590"/>
                <a:gd name="T17" fmla="*/ 7 h 1170"/>
                <a:gd name="T18" fmla="*/ 1171 w 590"/>
                <a:gd name="T19" fmla="*/ 42 h 1170"/>
                <a:gd name="T20" fmla="*/ 1326 w 590"/>
                <a:gd name="T21" fmla="*/ 98 h 1170"/>
                <a:gd name="T22" fmla="*/ 1366 w 590"/>
                <a:gd name="T23" fmla="*/ 495 h 1170"/>
                <a:gd name="T24" fmla="*/ 1296 w 590"/>
                <a:gd name="T25" fmla="*/ 852 h 1170"/>
                <a:gd name="T26" fmla="*/ 1282 w 590"/>
                <a:gd name="T27" fmla="*/ 1054 h 1170"/>
                <a:gd name="T28" fmla="*/ 1456 w 590"/>
                <a:gd name="T29" fmla="*/ 1875 h 1170"/>
                <a:gd name="T30" fmla="*/ 1305 w 590"/>
                <a:gd name="T31" fmla="*/ 2839 h 1170"/>
                <a:gd name="T32" fmla="*/ 1228 w 590"/>
                <a:gd name="T33" fmla="*/ 2844 h 1170"/>
                <a:gd name="T34" fmla="*/ 1140 w 590"/>
                <a:gd name="T35" fmla="*/ 2838 h 1170"/>
                <a:gd name="T36" fmla="*/ 860 w 590"/>
                <a:gd name="T37" fmla="*/ 2831 h 1170"/>
                <a:gd name="T38" fmla="*/ 756 w 590"/>
                <a:gd name="T39" fmla="*/ 2854 h 1170"/>
                <a:gd name="T40" fmla="*/ 651 w 590"/>
                <a:gd name="T41" fmla="*/ 2844 h 1170"/>
                <a:gd name="T42" fmla="*/ 429 w 590"/>
                <a:gd name="T43" fmla="*/ 2811 h 1170"/>
                <a:gd name="T44" fmla="*/ 196 w 590"/>
                <a:gd name="T45" fmla="*/ 2832 h 1170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590" h="1170">
                  <a:moveTo>
                    <a:pt x="79" y="1161"/>
                  </a:moveTo>
                  <a:cubicBezTo>
                    <a:pt x="88" y="1121"/>
                    <a:pt x="54" y="1020"/>
                    <a:pt x="27" y="843"/>
                  </a:cubicBezTo>
                  <a:cubicBezTo>
                    <a:pt x="0" y="666"/>
                    <a:pt x="82" y="493"/>
                    <a:pt x="94" y="443"/>
                  </a:cubicBezTo>
                  <a:cubicBezTo>
                    <a:pt x="106" y="393"/>
                    <a:pt x="65" y="331"/>
                    <a:pt x="70" y="244"/>
                  </a:cubicBezTo>
                  <a:cubicBezTo>
                    <a:pt x="73" y="184"/>
                    <a:pt x="96" y="34"/>
                    <a:pt x="104" y="25"/>
                  </a:cubicBezTo>
                  <a:cubicBezTo>
                    <a:pt x="112" y="16"/>
                    <a:pt x="122" y="13"/>
                    <a:pt x="139" y="12"/>
                  </a:cubicBezTo>
                  <a:cubicBezTo>
                    <a:pt x="156" y="11"/>
                    <a:pt x="195" y="4"/>
                    <a:pt x="203" y="0"/>
                  </a:cubicBezTo>
                  <a:cubicBezTo>
                    <a:pt x="205" y="17"/>
                    <a:pt x="230" y="69"/>
                    <a:pt x="308" y="66"/>
                  </a:cubicBezTo>
                  <a:cubicBezTo>
                    <a:pt x="386" y="63"/>
                    <a:pt x="411" y="9"/>
                    <a:pt x="409" y="3"/>
                  </a:cubicBezTo>
                  <a:cubicBezTo>
                    <a:pt x="432" y="5"/>
                    <a:pt x="442" y="10"/>
                    <a:pt x="472" y="17"/>
                  </a:cubicBezTo>
                  <a:cubicBezTo>
                    <a:pt x="501" y="23"/>
                    <a:pt x="524" y="32"/>
                    <a:pt x="534" y="40"/>
                  </a:cubicBezTo>
                  <a:cubicBezTo>
                    <a:pt x="543" y="48"/>
                    <a:pt x="547" y="137"/>
                    <a:pt x="550" y="203"/>
                  </a:cubicBezTo>
                  <a:cubicBezTo>
                    <a:pt x="552" y="258"/>
                    <a:pt x="532" y="323"/>
                    <a:pt x="522" y="349"/>
                  </a:cubicBezTo>
                  <a:cubicBezTo>
                    <a:pt x="511" y="376"/>
                    <a:pt x="515" y="400"/>
                    <a:pt x="516" y="432"/>
                  </a:cubicBezTo>
                  <a:cubicBezTo>
                    <a:pt x="518" y="464"/>
                    <a:pt x="590" y="612"/>
                    <a:pt x="586" y="769"/>
                  </a:cubicBezTo>
                  <a:cubicBezTo>
                    <a:pt x="582" y="927"/>
                    <a:pt x="533" y="1164"/>
                    <a:pt x="526" y="1164"/>
                  </a:cubicBezTo>
                  <a:cubicBezTo>
                    <a:pt x="514" y="1164"/>
                    <a:pt x="500" y="1165"/>
                    <a:pt x="495" y="1166"/>
                  </a:cubicBezTo>
                  <a:cubicBezTo>
                    <a:pt x="482" y="1166"/>
                    <a:pt x="471" y="1166"/>
                    <a:pt x="459" y="1163"/>
                  </a:cubicBezTo>
                  <a:cubicBezTo>
                    <a:pt x="423" y="1156"/>
                    <a:pt x="382" y="1155"/>
                    <a:pt x="346" y="1160"/>
                  </a:cubicBezTo>
                  <a:cubicBezTo>
                    <a:pt x="331" y="1162"/>
                    <a:pt x="318" y="1169"/>
                    <a:pt x="304" y="1170"/>
                  </a:cubicBezTo>
                  <a:cubicBezTo>
                    <a:pt x="290" y="1170"/>
                    <a:pt x="275" y="1168"/>
                    <a:pt x="262" y="1166"/>
                  </a:cubicBezTo>
                  <a:cubicBezTo>
                    <a:pt x="232" y="1160"/>
                    <a:pt x="203" y="1153"/>
                    <a:pt x="173" y="1152"/>
                  </a:cubicBezTo>
                  <a:cubicBezTo>
                    <a:pt x="146" y="1150"/>
                    <a:pt x="104" y="1147"/>
                    <a:pt x="79" y="1161"/>
                  </a:cubicBezTo>
                  <a:close/>
                </a:path>
              </a:pathLst>
            </a:custGeom>
            <a:solidFill>
              <a:srgbClr val="9E78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601" name="Freeform 491">
              <a:extLst>
                <a:ext uri="{FF2B5EF4-FFF2-40B4-BE49-F238E27FC236}">
                  <a16:creationId xmlns:a16="http://schemas.microsoft.com/office/drawing/2014/main" id="{2A83197F-C5F7-4F95-83AF-94701DEC476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5" y="1447"/>
              <a:ext cx="217" cy="843"/>
            </a:xfrm>
            <a:custGeom>
              <a:avLst/>
              <a:gdLst>
                <a:gd name="T0" fmla="*/ 324 w 160"/>
                <a:gd name="T1" fmla="*/ 749 h 626"/>
                <a:gd name="T2" fmla="*/ 315 w 160"/>
                <a:gd name="T3" fmla="*/ 910 h 626"/>
                <a:gd name="T4" fmla="*/ 351 w 160"/>
                <a:gd name="T5" fmla="*/ 1064 h 626"/>
                <a:gd name="T6" fmla="*/ 366 w 160"/>
                <a:gd name="T7" fmla="*/ 1291 h 626"/>
                <a:gd name="T8" fmla="*/ 300 w 160"/>
                <a:gd name="T9" fmla="*/ 1365 h 626"/>
                <a:gd name="T10" fmla="*/ 226 w 160"/>
                <a:gd name="T11" fmla="*/ 1437 h 626"/>
                <a:gd name="T12" fmla="*/ 148 w 160"/>
                <a:gd name="T13" fmla="*/ 1485 h 626"/>
                <a:gd name="T14" fmla="*/ 57 w 160"/>
                <a:gd name="T15" fmla="*/ 1523 h 626"/>
                <a:gd name="T16" fmla="*/ 26 w 160"/>
                <a:gd name="T17" fmla="*/ 1480 h 626"/>
                <a:gd name="T18" fmla="*/ 134 w 160"/>
                <a:gd name="T19" fmla="*/ 1423 h 626"/>
                <a:gd name="T20" fmla="*/ 212 w 160"/>
                <a:gd name="T21" fmla="*/ 1365 h 626"/>
                <a:gd name="T22" fmla="*/ 288 w 160"/>
                <a:gd name="T23" fmla="*/ 1282 h 626"/>
                <a:gd name="T24" fmla="*/ 336 w 160"/>
                <a:gd name="T25" fmla="*/ 1162 h 626"/>
                <a:gd name="T26" fmla="*/ 344 w 160"/>
                <a:gd name="T27" fmla="*/ 1106 h 626"/>
                <a:gd name="T28" fmla="*/ 252 w 160"/>
                <a:gd name="T29" fmla="*/ 1119 h 626"/>
                <a:gd name="T30" fmla="*/ 138 w 160"/>
                <a:gd name="T31" fmla="*/ 1089 h 626"/>
                <a:gd name="T32" fmla="*/ 262 w 160"/>
                <a:gd name="T33" fmla="*/ 1030 h 626"/>
                <a:gd name="T34" fmla="*/ 259 w 160"/>
                <a:gd name="T35" fmla="*/ 964 h 626"/>
                <a:gd name="T36" fmla="*/ 197 w 160"/>
                <a:gd name="T37" fmla="*/ 959 h 626"/>
                <a:gd name="T38" fmla="*/ 278 w 160"/>
                <a:gd name="T39" fmla="*/ 910 h 626"/>
                <a:gd name="T40" fmla="*/ 267 w 160"/>
                <a:gd name="T41" fmla="*/ 831 h 626"/>
                <a:gd name="T42" fmla="*/ 212 w 160"/>
                <a:gd name="T43" fmla="*/ 820 h 626"/>
                <a:gd name="T44" fmla="*/ 92 w 160"/>
                <a:gd name="T45" fmla="*/ 811 h 626"/>
                <a:gd name="T46" fmla="*/ 285 w 160"/>
                <a:gd name="T47" fmla="*/ 739 h 626"/>
                <a:gd name="T48" fmla="*/ 339 w 160"/>
                <a:gd name="T49" fmla="*/ 629 h 626"/>
                <a:gd name="T50" fmla="*/ 377 w 160"/>
                <a:gd name="T51" fmla="*/ 514 h 626"/>
                <a:gd name="T52" fmla="*/ 377 w 160"/>
                <a:gd name="T53" fmla="*/ 438 h 626"/>
                <a:gd name="T54" fmla="*/ 226 w 160"/>
                <a:gd name="T55" fmla="*/ 382 h 626"/>
                <a:gd name="T56" fmla="*/ 336 w 160"/>
                <a:gd name="T57" fmla="*/ 323 h 626"/>
                <a:gd name="T58" fmla="*/ 262 w 160"/>
                <a:gd name="T59" fmla="*/ 255 h 626"/>
                <a:gd name="T60" fmla="*/ 315 w 160"/>
                <a:gd name="T61" fmla="*/ 218 h 626"/>
                <a:gd name="T62" fmla="*/ 264 w 160"/>
                <a:gd name="T63" fmla="*/ 174 h 626"/>
                <a:gd name="T64" fmla="*/ 357 w 160"/>
                <a:gd name="T65" fmla="*/ 0 h 626"/>
                <a:gd name="T66" fmla="*/ 387 w 160"/>
                <a:gd name="T67" fmla="*/ 184 h 626"/>
                <a:gd name="T68" fmla="*/ 387 w 160"/>
                <a:gd name="T69" fmla="*/ 409 h 62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160" h="626">
                  <a:moveTo>
                    <a:pt x="130" y="307"/>
                  </a:moveTo>
                  <a:cubicBezTo>
                    <a:pt x="131" y="329"/>
                    <a:pt x="123" y="350"/>
                    <a:pt x="126" y="373"/>
                  </a:cubicBezTo>
                  <a:cubicBezTo>
                    <a:pt x="129" y="395"/>
                    <a:pt x="135" y="416"/>
                    <a:pt x="141" y="436"/>
                  </a:cubicBezTo>
                  <a:cubicBezTo>
                    <a:pt x="151" y="466"/>
                    <a:pt x="158" y="499"/>
                    <a:pt x="147" y="529"/>
                  </a:cubicBezTo>
                  <a:cubicBezTo>
                    <a:pt x="142" y="545"/>
                    <a:pt x="134" y="550"/>
                    <a:pt x="120" y="559"/>
                  </a:cubicBezTo>
                  <a:cubicBezTo>
                    <a:pt x="108" y="567"/>
                    <a:pt x="102" y="579"/>
                    <a:pt x="91" y="588"/>
                  </a:cubicBezTo>
                  <a:cubicBezTo>
                    <a:pt x="82" y="595"/>
                    <a:pt x="69" y="601"/>
                    <a:pt x="59" y="608"/>
                  </a:cubicBezTo>
                  <a:cubicBezTo>
                    <a:pt x="49" y="614"/>
                    <a:pt x="36" y="626"/>
                    <a:pt x="23" y="624"/>
                  </a:cubicBezTo>
                  <a:cubicBezTo>
                    <a:pt x="12" y="622"/>
                    <a:pt x="0" y="617"/>
                    <a:pt x="10" y="606"/>
                  </a:cubicBezTo>
                  <a:cubicBezTo>
                    <a:pt x="19" y="596"/>
                    <a:pt x="43" y="592"/>
                    <a:pt x="54" y="583"/>
                  </a:cubicBezTo>
                  <a:cubicBezTo>
                    <a:pt x="66" y="572"/>
                    <a:pt x="72" y="570"/>
                    <a:pt x="85" y="559"/>
                  </a:cubicBezTo>
                  <a:cubicBezTo>
                    <a:pt x="94" y="552"/>
                    <a:pt x="107" y="535"/>
                    <a:pt x="115" y="525"/>
                  </a:cubicBezTo>
                  <a:cubicBezTo>
                    <a:pt x="126" y="512"/>
                    <a:pt x="131" y="492"/>
                    <a:pt x="135" y="476"/>
                  </a:cubicBezTo>
                  <a:cubicBezTo>
                    <a:pt x="137" y="470"/>
                    <a:pt x="143" y="459"/>
                    <a:pt x="138" y="453"/>
                  </a:cubicBezTo>
                  <a:cubicBezTo>
                    <a:pt x="130" y="444"/>
                    <a:pt x="109" y="455"/>
                    <a:pt x="101" y="458"/>
                  </a:cubicBezTo>
                  <a:cubicBezTo>
                    <a:pt x="90" y="461"/>
                    <a:pt x="51" y="469"/>
                    <a:pt x="55" y="446"/>
                  </a:cubicBezTo>
                  <a:cubicBezTo>
                    <a:pt x="59" y="427"/>
                    <a:pt x="94" y="434"/>
                    <a:pt x="105" y="422"/>
                  </a:cubicBezTo>
                  <a:cubicBezTo>
                    <a:pt x="112" y="414"/>
                    <a:pt x="114" y="399"/>
                    <a:pt x="104" y="395"/>
                  </a:cubicBezTo>
                  <a:cubicBezTo>
                    <a:pt x="96" y="391"/>
                    <a:pt x="87" y="400"/>
                    <a:pt x="79" y="393"/>
                  </a:cubicBezTo>
                  <a:cubicBezTo>
                    <a:pt x="89" y="383"/>
                    <a:pt x="105" y="386"/>
                    <a:pt x="111" y="373"/>
                  </a:cubicBezTo>
                  <a:cubicBezTo>
                    <a:pt x="115" y="364"/>
                    <a:pt x="112" y="348"/>
                    <a:pt x="107" y="340"/>
                  </a:cubicBezTo>
                  <a:cubicBezTo>
                    <a:pt x="100" y="328"/>
                    <a:pt x="98" y="332"/>
                    <a:pt x="85" y="336"/>
                  </a:cubicBezTo>
                  <a:cubicBezTo>
                    <a:pt x="68" y="341"/>
                    <a:pt x="53" y="337"/>
                    <a:pt x="37" y="332"/>
                  </a:cubicBezTo>
                  <a:cubicBezTo>
                    <a:pt x="65" y="332"/>
                    <a:pt x="97" y="329"/>
                    <a:pt x="114" y="303"/>
                  </a:cubicBezTo>
                  <a:cubicBezTo>
                    <a:pt x="123" y="289"/>
                    <a:pt x="129" y="273"/>
                    <a:pt x="136" y="258"/>
                  </a:cubicBezTo>
                  <a:cubicBezTo>
                    <a:pt x="144" y="243"/>
                    <a:pt x="149" y="228"/>
                    <a:pt x="151" y="211"/>
                  </a:cubicBezTo>
                  <a:cubicBezTo>
                    <a:pt x="152" y="202"/>
                    <a:pt x="155" y="188"/>
                    <a:pt x="151" y="179"/>
                  </a:cubicBezTo>
                  <a:cubicBezTo>
                    <a:pt x="142" y="162"/>
                    <a:pt x="107" y="160"/>
                    <a:pt x="91" y="157"/>
                  </a:cubicBezTo>
                  <a:cubicBezTo>
                    <a:pt x="103" y="152"/>
                    <a:pt x="134" y="150"/>
                    <a:pt x="135" y="132"/>
                  </a:cubicBezTo>
                  <a:cubicBezTo>
                    <a:pt x="136" y="116"/>
                    <a:pt x="114" y="114"/>
                    <a:pt x="105" y="104"/>
                  </a:cubicBezTo>
                  <a:cubicBezTo>
                    <a:pt x="109" y="97"/>
                    <a:pt x="123" y="97"/>
                    <a:pt x="126" y="89"/>
                  </a:cubicBezTo>
                  <a:cubicBezTo>
                    <a:pt x="132" y="76"/>
                    <a:pt x="114" y="76"/>
                    <a:pt x="106" y="71"/>
                  </a:cubicBezTo>
                  <a:cubicBezTo>
                    <a:pt x="139" y="59"/>
                    <a:pt x="137" y="29"/>
                    <a:pt x="143" y="0"/>
                  </a:cubicBezTo>
                  <a:cubicBezTo>
                    <a:pt x="160" y="15"/>
                    <a:pt x="155" y="55"/>
                    <a:pt x="155" y="76"/>
                  </a:cubicBezTo>
                  <a:cubicBezTo>
                    <a:pt x="154" y="107"/>
                    <a:pt x="149" y="137"/>
                    <a:pt x="155" y="168"/>
                  </a:cubicBezTo>
                </a:path>
              </a:pathLst>
            </a:custGeom>
            <a:solidFill>
              <a:srgbClr val="875E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602" name="Freeform 492">
              <a:extLst>
                <a:ext uri="{FF2B5EF4-FFF2-40B4-BE49-F238E27FC236}">
                  <a16:creationId xmlns:a16="http://schemas.microsoft.com/office/drawing/2014/main" id="{5B210715-FE24-4598-AC29-55E221E02B2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2" y="1962"/>
              <a:ext cx="105" cy="47"/>
            </a:xfrm>
            <a:custGeom>
              <a:avLst/>
              <a:gdLst>
                <a:gd name="T0" fmla="*/ 195 w 77"/>
                <a:gd name="T1" fmla="*/ 21 h 35"/>
                <a:gd name="T2" fmla="*/ 63 w 77"/>
                <a:gd name="T3" fmla="*/ 12 h 35"/>
                <a:gd name="T4" fmla="*/ 97 w 77"/>
                <a:gd name="T5" fmla="*/ 85 h 35"/>
                <a:gd name="T6" fmla="*/ 83 w 77"/>
                <a:gd name="T7" fmla="*/ 54 h 35"/>
                <a:gd name="T8" fmla="*/ 149 w 77"/>
                <a:gd name="T9" fmla="*/ 42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7" h="35">
                  <a:moveTo>
                    <a:pt x="77" y="9"/>
                  </a:moveTo>
                  <a:cubicBezTo>
                    <a:pt x="61" y="4"/>
                    <a:pt x="41" y="0"/>
                    <a:pt x="25" y="5"/>
                  </a:cubicBezTo>
                  <a:cubicBezTo>
                    <a:pt x="0" y="13"/>
                    <a:pt x="22" y="31"/>
                    <a:pt x="38" y="35"/>
                  </a:cubicBezTo>
                  <a:cubicBezTo>
                    <a:pt x="34" y="31"/>
                    <a:pt x="33" y="27"/>
                    <a:pt x="33" y="22"/>
                  </a:cubicBezTo>
                  <a:cubicBezTo>
                    <a:pt x="40" y="18"/>
                    <a:pt x="51" y="18"/>
                    <a:pt x="59" y="17"/>
                  </a:cubicBezTo>
                </a:path>
              </a:pathLst>
            </a:custGeom>
            <a:solidFill>
              <a:srgbClr val="875E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603" name="Freeform 493">
              <a:extLst>
                <a:ext uri="{FF2B5EF4-FFF2-40B4-BE49-F238E27FC236}">
                  <a16:creationId xmlns:a16="http://schemas.microsoft.com/office/drawing/2014/main" id="{52D79E04-27A5-41C8-8F3B-393F96A732E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7" y="1839"/>
              <a:ext cx="374" cy="84"/>
            </a:xfrm>
            <a:custGeom>
              <a:avLst/>
              <a:gdLst>
                <a:gd name="T0" fmla="*/ 0 w 276"/>
                <a:gd name="T1" fmla="*/ 89 h 62"/>
                <a:gd name="T2" fmla="*/ 341 w 276"/>
                <a:gd name="T3" fmla="*/ 16 h 62"/>
                <a:gd name="T4" fmla="*/ 687 w 276"/>
                <a:gd name="T5" fmla="*/ 110 h 62"/>
                <a:gd name="T6" fmla="*/ 511 w 276"/>
                <a:gd name="T7" fmla="*/ 79 h 62"/>
                <a:gd name="T8" fmla="*/ 348 w 276"/>
                <a:gd name="T9" fmla="*/ 79 h 62"/>
                <a:gd name="T10" fmla="*/ 274 w 276"/>
                <a:gd name="T11" fmla="*/ 103 h 62"/>
                <a:gd name="T12" fmla="*/ 195 w 276"/>
                <a:gd name="T13" fmla="*/ 89 h 62"/>
                <a:gd name="T14" fmla="*/ 125 w 276"/>
                <a:gd name="T15" fmla="*/ 103 h 62"/>
                <a:gd name="T16" fmla="*/ 9 w 276"/>
                <a:gd name="T17" fmla="*/ 93 h 6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76" h="62">
                  <a:moveTo>
                    <a:pt x="0" y="36"/>
                  </a:moveTo>
                  <a:cubicBezTo>
                    <a:pt x="45" y="62"/>
                    <a:pt x="94" y="14"/>
                    <a:pt x="137" y="7"/>
                  </a:cubicBezTo>
                  <a:cubicBezTo>
                    <a:pt x="184" y="0"/>
                    <a:pt x="229" y="41"/>
                    <a:pt x="276" y="44"/>
                  </a:cubicBezTo>
                  <a:cubicBezTo>
                    <a:pt x="251" y="41"/>
                    <a:pt x="229" y="39"/>
                    <a:pt x="205" y="32"/>
                  </a:cubicBezTo>
                  <a:cubicBezTo>
                    <a:pt x="180" y="24"/>
                    <a:pt x="164" y="20"/>
                    <a:pt x="140" y="32"/>
                  </a:cubicBezTo>
                  <a:cubicBezTo>
                    <a:pt x="130" y="37"/>
                    <a:pt x="121" y="40"/>
                    <a:pt x="110" y="41"/>
                  </a:cubicBezTo>
                  <a:cubicBezTo>
                    <a:pt x="98" y="42"/>
                    <a:pt x="89" y="36"/>
                    <a:pt x="78" y="36"/>
                  </a:cubicBezTo>
                  <a:cubicBezTo>
                    <a:pt x="69" y="36"/>
                    <a:pt x="60" y="41"/>
                    <a:pt x="50" y="41"/>
                  </a:cubicBezTo>
                  <a:cubicBezTo>
                    <a:pt x="38" y="41"/>
                    <a:pt x="16" y="43"/>
                    <a:pt x="4" y="38"/>
                  </a:cubicBezTo>
                </a:path>
              </a:pathLst>
            </a:custGeom>
            <a:solidFill>
              <a:srgbClr val="875E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604" name="Freeform 494">
              <a:extLst>
                <a:ext uri="{FF2B5EF4-FFF2-40B4-BE49-F238E27FC236}">
                  <a16:creationId xmlns:a16="http://schemas.microsoft.com/office/drawing/2014/main" id="{B57F048E-1152-43EA-84DC-4E2512EB9C81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9" y="1905"/>
              <a:ext cx="158" cy="40"/>
            </a:xfrm>
            <a:custGeom>
              <a:avLst/>
              <a:gdLst>
                <a:gd name="T0" fmla="*/ 15 w 117"/>
                <a:gd name="T1" fmla="*/ 9 h 30"/>
                <a:gd name="T2" fmla="*/ 184 w 117"/>
                <a:gd name="T3" fmla="*/ 21 h 30"/>
                <a:gd name="T4" fmla="*/ 266 w 117"/>
                <a:gd name="T5" fmla="*/ 15 h 30"/>
                <a:gd name="T6" fmla="*/ 232 w 117"/>
                <a:gd name="T7" fmla="*/ 64 h 30"/>
                <a:gd name="T8" fmla="*/ 240 w 117"/>
                <a:gd name="T9" fmla="*/ 28 h 30"/>
                <a:gd name="T10" fmla="*/ 182 w 117"/>
                <a:gd name="T11" fmla="*/ 41 h 30"/>
                <a:gd name="T12" fmla="*/ 108 w 117"/>
                <a:gd name="T13" fmla="*/ 55 h 30"/>
                <a:gd name="T14" fmla="*/ 0 w 117"/>
                <a:gd name="T15" fmla="*/ 1 h 3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7" h="30">
                  <a:moveTo>
                    <a:pt x="6" y="4"/>
                  </a:moveTo>
                  <a:cubicBezTo>
                    <a:pt x="27" y="16"/>
                    <a:pt x="52" y="14"/>
                    <a:pt x="75" y="9"/>
                  </a:cubicBezTo>
                  <a:cubicBezTo>
                    <a:pt x="82" y="8"/>
                    <a:pt x="102" y="0"/>
                    <a:pt x="108" y="6"/>
                  </a:cubicBezTo>
                  <a:cubicBezTo>
                    <a:pt x="117" y="15"/>
                    <a:pt x="106" y="30"/>
                    <a:pt x="94" y="27"/>
                  </a:cubicBezTo>
                  <a:cubicBezTo>
                    <a:pt x="104" y="25"/>
                    <a:pt x="105" y="15"/>
                    <a:pt x="98" y="12"/>
                  </a:cubicBezTo>
                  <a:cubicBezTo>
                    <a:pt x="93" y="10"/>
                    <a:pt x="79" y="16"/>
                    <a:pt x="74" y="17"/>
                  </a:cubicBezTo>
                  <a:cubicBezTo>
                    <a:pt x="63" y="21"/>
                    <a:pt x="56" y="25"/>
                    <a:pt x="44" y="23"/>
                  </a:cubicBezTo>
                  <a:cubicBezTo>
                    <a:pt x="27" y="20"/>
                    <a:pt x="17" y="4"/>
                    <a:pt x="0" y="1"/>
                  </a:cubicBezTo>
                </a:path>
              </a:pathLst>
            </a:custGeom>
            <a:solidFill>
              <a:srgbClr val="875E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605" name="Freeform 495">
              <a:extLst>
                <a:ext uri="{FF2B5EF4-FFF2-40B4-BE49-F238E27FC236}">
                  <a16:creationId xmlns:a16="http://schemas.microsoft.com/office/drawing/2014/main" id="{3EA774BF-938C-4EF3-B58F-0ED670E44A9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5" y="1563"/>
              <a:ext cx="109" cy="46"/>
            </a:xfrm>
            <a:custGeom>
              <a:avLst/>
              <a:gdLst>
                <a:gd name="T0" fmla="*/ 83 w 80"/>
                <a:gd name="T1" fmla="*/ 1 h 34"/>
                <a:gd name="T2" fmla="*/ 26 w 80"/>
                <a:gd name="T3" fmla="*/ 51 h 34"/>
                <a:gd name="T4" fmla="*/ 203 w 80"/>
                <a:gd name="T5" fmla="*/ 72 h 34"/>
                <a:gd name="T6" fmla="*/ 76 w 80"/>
                <a:gd name="T7" fmla="*/ 5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0" h="34">
                  <a:moveTo>
                    <a:pt x="33" y="1"/>
                  </a:moveTo>
                  <a:cubicBezTo>
                    <a:pt x="24" y="0"/>
                    <a:pt x="5" y="9"/>
                    <a:pt x="10" y="21"/>
                  </a:cubicBezTo>
                  <a:cubicBezTo>
                    <a:pt x="15" y="34"/>
                    <a:pt x="67" y="29"/>
                    <a:pt x="80" y="29"/>
                  </a:cubicBezTo>
                  <a:cubicBezTo>
                    <a:pt x="72" y="26"/>
                    <a:pt x="0" y="23"/>
                    <a:pt x="30" y="2"/>
                  </a:cubicBezTo>
                </a:path>
              </a:pathLst>
            </a:custGeom>
            <a:solidFill>
              <a:srgbClr val="875E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606" name="Freeform 496">
              <a:extLst>
                <a:ext uri="{FF2B5EF4-FFF2-40B4-BE49-F238E27FC236}">
                  <a16:creationId xmlns:a16="http://schemas.microsoft.com/office/drawing/2014/main" id="{91BF543F-700A-4845-A858-23038E46780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4" y="1394"/>
              <a:ext cx="175" cy="122"/>
            </a:xfrm>
            <a:custGeom>
              <a:avLst/>
              <a:gdLst>
                <a:gd name="T0" fmla="*/ 0 w 129"/>
                <a:gd name="T1" fmla="*/ 157 h 91"/>
                <a:gd name="T2" fmla="*/ 313 w 129"/>
                <a:gd name="T3" fmla="*/ 0 h 91"/>
                <a:gd name="T4" fmla="*/ 0 w 129"/>
                <a:gd name="T5" fmla="*/ 157 h 9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9" h="91">
                  <a:moveTo>
                    <a:pt x="0" y="65"/>
                  </a:moveTo>
                  <a:cubicBezTo>
                    <a:pt x="44" y="68"/>
                    <a:pt x="88" y="63"/>
                    <a:pt x="125" y="0"/>
                  </a:cubicBezTo>
                  <a:cubicBezTo>
                    <a:pt x="129" y="25"/>
                    <a:pt x="76" y="91"/>
                    <a:pt x="0" y="65"/>
                  </a:cubicBezTo>
                  <a:close/>
                </a:path>
              </a:pathLst>
            </a:custGeom>
            <a:solidFill>
              <a:srgbClr val="875E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607" name="Freeform 497">
              <a:extLst>
                <a:ext uri="{FF2B5EF4-FFF2-40B4-BE49-F238E27FC236}">
                  <a16:creationId xmlns:a16="http://schemas.microsoft.com/office/drawing/2014/main" id="{9457060C-2EDF-4690-BC3E-A23D5180FCA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5" y="2852"/>
              <a:ext cx="78" cy="44"/>
            </a:xfrm>
            <a:custGeom>
              <a:avLst/>
              <a:gdLst>
                <a:gd name="T0" fmla="*/ 121 w 58"/>
                <a:gd name="T1" fmla="*/ 15 h 33"/>
                <a:gd name="T2" fmla="*/ 27 w 58"/>
                <a:gd name="T3" fmla="*/ 28 h 33"/>
                <a:gd name="T4" fmla="*/ 141 w 58"/>
                <a:gd name="T5" fmla="*/ 71 h 33"/>
                <a:gd name="T6" fmla="*/ 54 w 58"/>
                <a:gd name="T7" fmla="*/ 43 h 33"/>
                <a:gd name="T8" fmla="*/ 87 w 58"/>
                <a:gd name="T9" fmla="*/ 23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8" h="33">
                  <a:moveTo>
                    <a:pt x="50" y="6"/>
                  </a:moveTo>
                  <a:cubicBezTo>
                    <a:pt x="40" y="5"/>
                    <a:pt x="17" y="0"/>
                    <a:pt x="11" y="12"/>
                  </a:cubicBezTo>
                  <a:cubicBezTo>
                    <a:pt x="0" y="33"/>
                    <a:pt x="46" y="33"/>
                    <a:pt x="58" y="30"/>
                  </a:cubicBezTo>
                  <a:cubicBezTo>
                    <a:pt x="46" y="31"/>
                    <a:pt x="30" y="28"/>
                    <a:pt x="22" y="18"/>
                  </a:cubicBezTo>
                  <a:cubicBezTo>
                    <a:pt x="26" y="15"/>
                    <a:pt x="31" y="12"/>
                    <a:pt x="36" y="10"/>
                  </a:cubicBezTo>
                </a:path>
              </a:pathLst>
            </a:custGeom>
            <a:solidFill>
              <a:srgbClr val="875E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608" name="Freeform 498">
              <a:extLst>
                <a:ext uri="{FF2B5EF4-FFF2-40B4-BE49-F238E27FC236}">
                  <a16:creationId xmlns:a16="http://schemas.microsoft.com/office/drawing/2014/main" id="{89F5B3B4-2D03-40C0-B84C-F643D88DE6E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6" y="2783"/>
              <a:ext cx="363" cy="167"/>
            </a:xfrm>
            <a:custGeom>
              <a:avLst/>
              <a:gdLst>
                <a:gd name="T0" fmla="*/ 0 w 268"/>
                <a:gd name="T1" fmla="*/ 271 h 124"/>
                <a:gd name="T2" fmla="*/ 223 w 268"/>
                <a:gd name="T3" fmla="*/ 256 h 124"/>
                <a:gd name="T4" fmla="*/ 442 w 268"/>
                <a:gd name="T5" fmla="*/ 263 h 124"/>
                <a:gd name="T6" fmla="*/ 622 w 268"/>
                <a:gd name="T7" fmla="*/ 218 h 124"/>
                <a:gd name="T8" fmla="*/ 666 w 268"/>
                <a:gd name="T9" fmla="*/ 0 h 124"/>
                <a:gd name="T10" fmla="*/ 618 w 268"/>
                <a:gd name="T11" fmla="*/ 120 h 124"/>
                <a:gd name="T12" fmla="*/ 440 w 268"/>
                <a:gd name="T13" fmla="*/ 105 h 124"/>
                <a:gd name="T14" fmla="*/ 553 w 268"/>
                <a:gd name="T15" fmla="*/ 163 h 124"/>
                <a:gd name="T16" fmla="*/ 408 w 268"/>
                <a:gd name="T17" fmla="*/ 195 h 124"/>
                <a:gd name="T18" fmla="*/ 462 w 268"/>
                <a:gd name="T19" fmla="*/ 234 h 124"/>
                <a:gd name="T20" fmla="*/ 358 w 268"/>
                <a:gd name="T21" fmla="*/ 226 h 124"/>
                <a:gd name="T22" fmla="*/ 183 w 268"/>
                <a:gd name="T23" fmla="*/ 245 h 124"/>
                <a:gd name="T24" fmla="*/ 0 w 268"/>
                <a:gd name="T25" fmla="*/ 271 h 12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68" h="124">
                  <a:moveTo>
                    <a:pt x="0" y="111"/>
                  </a:moveTo>
                  <a:cubicBezTo>
                    <a:pt x="25" y="123"/>
                    <a:pt x="63" y="108"/>
                    <a:pt x="90" y="105"/>
                  </a:cubicBezTo>
                  <a:cubicBezTo>
                    <a:pt x="120" y="103"/>
                    <a:pt x="148" y="104"/>
                    <a:pt x="178" y="108"/>
                  </a:cubicBezTo>
                  <a:cubicBezTo>
                    <a:pt x="209" y="112"/>
                    <a:pt x="237" y="124"/>
                    <a:pt x="250" y="89"/>
                  </a:cubicBezTo>
                  <a:cubicBezTo>
                    <a:pt x="260" y="62"/>
                    <a:pt x="261" y="29"/>
                    <a:pt x="268" y="0"/>
                  </a:cubicBezTo>
                  <a:cubicBezTo>
                    <a:pt x="259" y="13"/>
                    <a:pt x="260" y="40"/>
                    <a:pt x="249" y="49"/>
                  </a:cubicBezTo>
                  <a:cubicBezTo>
                    <a:pt x="232" y="63"/>
                    <a:pt x="195" y="49"/>
                    <a:pt x="177" y="43"/>
                  </a:cubicBezTo>
                  <a:cubicBezTo>
                    <a:pt x="190" y="44"/>
                    <a:pt x="224" y="48"/>
                    <a:pt x="222" y="67"/>
                  </a:cubicBezTo>
                  <a:cubicBezTo>
                    <a:pt x="220" y="92"/>
                    <a:pt x="178" y="83"/>
                    <a:pt x="164" y="80"/>
                  </a:cubicBezTo>
                  <a:cubicBezTo>
                    <a:pt x="173" y="78"/>
                    <a:pt x="190" y="83"/>
                    <a:pt x="186" y="96"/>
                  </a:cubicBezTo>
                  <a:cubicBezTo>
                    <a:pt x="180" y="110"/>
                    <a:pt x="151" y="98"/>
                    <a:pt x="144" y="93"/>
                  </a:cubicBezTo>
                  <a:cubicBezTo>
                    <a:pt x="134" y="99"/>
                    <a:pt x="96" y="99"/>
                    <a:pt x="74" y="100"/>
                  </a:cubicBezTo>
                  <a:cubicBezTo>
                    <a:pt x="52" y="101"/>
                    <a:pt x="22" y="123"/>
                    <a:pt x="0" y="111"/>
                  </a:cubicBezTo>
                  <a:close/>
                </a:path>
              </a:pathLst>
            </a:custGeom>
            <a:solidFill>
              <a:srgbClr val="875E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609" name="Freeform 499">
              <a:extLst>
                <a:ext uri="{FF2B5EF4-FFF2-40B4-BE49-F238E27FC236}">
                  <a16:creationId xmlns:a16="http://schemas.microsoft.com/office/drawing/2014/main" id="{533464B8-7168-45DD-936D-5B5AAAB4A7A7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1" y="2052"/>
              <a:ext cx="294" cy="812"/>
            </a:xfrm>
            <a:custGeom>
              <a:avLst/>
              <a:gdLst>
                <a:gd name="T0" fmla="*/ 490 w 217"/>
                <a:gd name="T1" fmla="*/ 199 h 603"/>
                <a:gd name="T2" fmla="*/ 531 w 217"/>
                <a:gd name="T3" fmla="*/ 570 h 603"/>
                <a:gd name="T4" fmla="*/ 524 w 217"/>
                <a:gd name="T5" fmla="*/ 869 h 603"/>
                <a:gd name="T6" fmla="*/ 476 w 217"/>
                <a:gd name="T7" fmla="*/ 1162 h 603"/>
                <a:gd name="T8" fmla="*/ 450 w 217"/>
                <a:gd name="T9" fmla="*/ 1336 h 603"/>
                <a:gd name="T10" fmla="*/ 413 w 217"/>
                <a:gd name="T11" fmla="*/ 1472 h 603"/>
                <a:gd name="T12" fmla="*/ 413 w 217"/>
                <a:gd name="T13" fmla="*/ 1298 h 603"/>
                <a:gd name="T14" fmla="*/ 275 w 217"/>
                <a:gd name="T15" fmla="*/ 1283 h 603"/>
                <a:gd name="T16" fmla="*/ 420 w 217"/>
                <a:gd name="T17" fmla="*/ 1168 h 603"/>
                <a:gd name="T18" fmla="*/ 377 w 217"/>
                <a:gd name="T19" fmla="*/ 1056 h 603"/>
                <a:gd name="T20" fmla="*/ 411 w 217"/>
                <a:gd name="T21" fmla="*/ 811 h 603"/>
                <a:gd name="T22" fmla="*/ 476 w 217"/>
                <a:gd name="T23" fmla="*/ 700 h 603"/>
                <a:gd name="T24" fmla="*/ 457 w 217"/>
                <a:gd name="T25" fmla="*/ 607 h 603"/>
                <a:gd name="T26" fmla="*/ 461 w 217"/>
                <a:gd name="T27" fmla="*/ 513 h 603"/>
                <a:gd name="T28" fmla="*/ 377 w 217"/>
                <a:gd name="T29" fmla="*/ 522 h 603"/>
                <a:gd name="T30" fmla="*/ 0 w 217"/>
                <a:gd name="T31" fmla="*/ 613 h 603"/>
                <a:gd name="T32" fmla="*/ 392 w 217"/>
                <a:gd name="T33" fmla="*/ 365 h 603"/>
                <a:gd name="T34" fmla="*/ 268 w 217"/>
                <a:gd name="T35" fmla="*/ 444 h 603"/>
                <a:gd name="T36" fmla="*/ 400 w 217"/>
                <a:gd name="T37" fmla="*/ 295 h 603"/>
                <a:gd name="T38" fmla="*/ 398 w 217"/>
                <a:gd name="T39" fmla="*/ 120 h 603"/>
                <a:gd name="T40" fmla="*/ 415 w 217"/>
                <a:gd name="T41" fmla="*/ 0 h 603"/>
                <a:gd name="T42" fmla="*/ 490 w 217"/>
                <a:gd name="T43" fmla="*/ 225 h 603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217" h="603">
                  <a:moveTo>
                    <a:pt x="197" y="82"/>
                  </a:moveTo>
                  <a:cubicBezTo>
                    <a:pt x="211" y="125"/>
                    <a:pt x="211" y="188"/>
                    <a:pt x="213" y="233"/>
                  </a:cubicBezTo>
                  <a:cubicBezTo>
                    <a:pt x="214" y="273"/>
                    <a:pt x="217" y="316"/>
                    <a:pt x="211" y="356"/>
                  </a:cubicBezTo>
                  <a:cubicBezTo>
                    <a:pt x="205" y="396"/>
                    <a:pt x="196" y="436"/>
                    <a:pt x="191" y="476"/>
                  </a:cubicBezTo>
                  <a:cubicBezTo>
                    <a:pt x="188" y="498"/>
                    <a:pt x="185" y="526"/>
                    <a:pt x="181" y="547"/>
                  </a:cubicBezTo>
                  <a:cubicBezTo>
                    <a:pt x="176" y="568"/>
                    <a:pt x="174" y="583"/>
                    <a:pt x="166" y="603"/>
                  </a:cubicBezTo>
                  <a:cubicBezTo>
                    <a:pt x="169" y="586"/>
                    <a:pt x="179" y="547"/>
                    <a:pt x="166" y="532"/>
                  </a:cubicBezTo>
                  <a:cubicBezTo>
                    <a:pt x="155" y="520"/>
                    <a:pt x="125" y="523"/>
                    <a:pt x="111" y="526"/>
                  </a:cubicBezTo>
                  <a:cubicBezTo>
                    <a:pt x="136" y="521"/>
                    <a:pt x="162" y="502"/>
                    <a:pt x="169" y="478"/>
                  </a:cubicBezTo>
                  <a:cubicBezTo>
                    <a:pt x="175" y="454"/>
                    <a:pt x="164" y="447"/>
                    <a:pt x="151" y="432"/>
                  </a:cubicBezTo>
                  <a:cubicBezTo>
                    <a:pt x="178" y="406"/>
                    <a:pt x="196" y="364"/>
                    <a:pt x="165" y="332"/>
                  </a:cubicBezTo>
                  <a:cubicBezTo>
                    <a:pt x="176" y="319"/>
                    <a:pt x="188" y="305"/>
                    <a:pt x="191" y="287"/>
                  </a:cubicBezTo>
                  <a:cubicBezTo>
                    <a:pt x="194" y="271"/>
                    <a:pt x="185" y="263"/>
                    <a:pt x="184" y="249"/>
                  </a:cubicBezTo>
                  <a:cubicBezTo>
                    <a:pt x="184" y="236"/>
                    <a:pt x="201" y="221"/>
                    <a:pt x="185" y="210"/>
                  </a:cubicBezTo>
                  <a:cubicBezTo>
                    <a:pt x="175" y="204"/>
                    <a:pt x="160" y="211"/>
                    <a:pt x="151" y="214"/>
                  </a:cubicBezTo>
                  <a:cubicBezTo>
                    <a:pt x="99" y="232"/>
                    <a:pt x="56" y="250"/>
                    <a:pt x="0" y="251"/>
                  </a:cubicBezTo>
                  <a:cubicBezTo>
                    <a:pt x="66" y="240"/>
                    <a:pt x="125" y="211"/>
                    <a:pt x="157" y="149"/>
                  </a:cubicBezTo>
                  <a:cubicBezTo>
                    <a:pt x="141" y="159"/>
                    <a:pt x="129" y="179"/>
                    <a:pt x="108" y="182"/>
                  </a:cubicBezTo>
                  <a:cubicBezTo>
                    <a:pt x="129" y="167"/>
                    <a:pt x="147" y="143"/>
                    <a:pt x="161" y="121"/>
                  </a:cubicBezTo>
                  <a:cubicBezTo>
                    <a:pt x="182" y="88"/>
                    <a:pt x="169" y="80"/>
                    <a:pt x="160" y="49"/>
                  </a:cubicBezTo>
                  <a:cubicBezTo>
                    <a:pt x="162" y="47"/>
                    <a:pt x="164" y="1"/>
                    <a:pt x="167" y="0"/>
                  </a:cubicBezTo>
                  <a:cubicBezTo>
                    <a:pt x="176" y="11"/>
                    <a:pt x="202" y="77"/>
                    <a:pt x="197" y="92"/>
                  </a:cubicBezTo>
                </a:path>
              </a:pathLst>
            </a:custGeom>
            <a:solidFill>
              <a:srgbClr val="875E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610" name="Freeform 500">
              <a:extLst>
                <a:ext uri="{FF2B5EF4-FFF2-40B4-BE49-F238E27FC236}">
                  <a16:creationId xmlns:a16="http://schemas.microsoft.com/office/drawing/2014/main" id="{72C7FF84-6D8E-432C-95E3-1E360CB10E5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0" y="2256"/>
              <a:ext cx="67" cy="92"/>
            </a:xfrm>
            <a:custGeom>
              <a:avLst/>
              <a:gdLst>
                <a:gd name="T0" fmla="*/ 90 w 49"/>
                <a:gd name="T1" fmla="*/ 168 h 68"/>
                <a:gd name="T2" fmla="*/ 14 w 49"/>
                <a:gd name="T3" fmla="*/ 69 h 68"/>
                <a:gd name="T4" fmla="*/ 126 w 49"/>
                <a:gd name="T5" fmla="*/ 87 h 68"/>
                <a:gd name="T6" fmla="*/ 41 w 49"/>
                <a:gd name="T7" fmla="*/ 112 h 6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9" h="68">
                  <a:moveTo>
                    <a:pt x="35" y="68"/>
                  </a:moveTo>
                  <a:cubicBezTo>
                    <a:pt x="21" y="65"/>
                    <a:pt x="0" y="46"/>
                    <a:pt x="5" y="28"/>
                  </a:cubicBezTo>
                  <a:cubicBezTo>
                    <a:pt x="12" y="0"/>
                    <a:pt x="40" y="21"/>
                    <a:pt x="49" y="35"/>
                  </a:cubicBezTo>
                  <a:cubicBezTo>
                    <a:pt x="33" y="23"/>
                    <a:pt x="3" y="29"/>
                    <a:pt x="16" y="45"/>
                  </a:cubicBezTo>
                </a:path>
              </a:pathLst>
            </a:custGeom>
            <a:solidFill>
              <a:srgbClr val="875E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611" name="Freeform 501">
              <a:extLst>
                <a:ext uri="{FF2B5EF4-FFF2-40B4-BE49-F238E27FC236}">
                  <a16:creationId xmlns:a16="http://schemas.microsoft.com/office/drawing/2014/main" id="{EC057E8A-FEDD-4774-808E-72A4C12701F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3" y="1384"/>
              <a:ext cx="174" cy="132"/>
            </a:xfrm>
            <a:custGeom>
              <a:avLst/>
              <a:gdLst>
                <a:gd name="T0" fmla="*/ 258 w 128"/>
                <a:gd name="T1" fmla="*/ 15 h 98"/>
                <a:gd name="T2" fmla="*/ 82 w 128"/>
                <a:gd name="T3" fmla="*/ 36 h 98"/>
                <a:gd name="T4" fmla="*/ 22 w 128"/>
                <a:gd name="T5" fmla="*/ 240 h 98"/>
                <a:gd name="T6" fmla="*/ 83 w 128"/>
                <a:gd name="T7" fmla="*/ 84 h 98"/>
                <a:gd name="T8" fmla="*/ 103 w 128"/>
                <a:gd name="T9" fmla="*/ 105 h 98"/>
                <a:gd name="T10" fmla="*/ 154 w 128"/>
                <a:gd name="T11" fmla="*/ 57 h 98"/>
                <a:gd name="T12" fmla="*/ 211 w 128"/>
                <a:gd name="T13" fmla="*/ 43 h 98"/>
                <a:gd name="T14" fmla="*/ 261 w 128"/>
                <a:gd name="T15" fmla="*/ 54 h 98"/>
                <a:gd name="T16" fmla="*/ 322 w 128"/>
                <a:gd name="T17" fmla="*/ 110 h 98"/>
                <a:gd name="T18" fmla="*/ 272 w 128"/>
                <a:gd name="T19" fmla="*/ 0 h 9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8" h="98">
                  <a:moveTo>
                    <a:pt x="103" y="6"/>
                  </a:moveTo>
                  <a:cubicBezTo>
                    <a:pt x="80" y="14"/>
                    <a:pt x="47" y="13"/>
                    <a:pt x="32" y="15"/>
                  </a:cubicBezTo>
                  <a:cubicBezTo>
                    <a:pt x="17" y="17"/>
                    <a:pt x="0" y="80"/>
                    <a:pt x="9" y="98"/>
                  </a:cubicBezTo>
                  <a:cubicBezTo>
                    <a:pt x="18" y="79"/>
                    <a:pt x="13" y="47"/>
                    <a:pt x="33" y="34"/>
                  </a:cubicBezTo>
                  <a:cubicBezTo>
                    <a:pt x="35" y="37"/>
                    <a:pt x="40" y="39"/>
                    <a:pt x="41" y="43"/>
                  </a:cubicBezTo>
                  <a:cubicBezTo>
                    <a:pt x="39" y="28"/>
                    <a:pt x="48" y="26"/>
                    <a:pt x="61" y="23"/>
                  </a:cubicBezTo>
                  <a:cubicBezTo>
                    <a:pt x="70" y="22"/>
                    <a:pt x="76" y="20"/>
                    <a:pt x="84" y="18"/>
                  </a:cubicBezTo>
                  <a:cubicBezTo>
                    <a:pt x="94" y="15"/>
                    <a:pt x="96" y="14"/>
                    <a:pt x="104" y="22"/>
                  </a:cubicBezTo>
                  <a:cubicBezTo>
                    <a:pt x="111" y="28"/>
                    <a:pt x="121" y="37"/>
                    <a:pt x="128" y="45"/>
                  </a:cubicBezTo>
                  <a:cubicBezTo>
                    <a:pt x="122" y="29"/>
                    <a:pt x="105" y="18"/>
                    <a:pt x="108" y="0"/>
                  </a:cubicBezTo>
                </a:path>
              </a:pathLst>
            </a:custGeom>
            <a:solidFill>
              <a:srgbClr val="C7AE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612" name="Freeform 502">
              <a:extLst>
                <a:ext uri="{FF2B5EF4-FFF2-40B4-BE49-F238E27FC236}">
                  <a16:creationId xmlns:a16="http://schemas.microsoft.com/office/drawing/2014/main" id="{31ED0F25-3D02-470B-8220-5502BAE9F3C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9" y="1604"/>
              <a:ext cx="128" cy="232"/>
            </a:xfrm>
            <a:custGeom>
              <a:avLst/>
              <a:gdLst>
                <a:gd name="T0" fmla="*/ 35 w 94"/>
                <a:gd name="T1" fmla="*/ 64 h 173"/>
                <a:gd name="T2" fmla="*/ 20 w 94"/>
                <a:gd name="T3" fmla="*/ 204 h 173"/>
                <a:gd name="T4" fmla="*/ 63 w 94"/>
                <a:gd name="T5" fmla="*/ 417 h 173"/>
                <a:gd name="T6" fmla="*/ 109 w 94"/>
                <a:gd name="T7" fmla="*/ 176 h 173"/>
                <a:gd name="T8" fmla="*/ 57 w 94"/>
                <a:gd name="T9" fmla="*/ 137 h 173"/>
                <a:gd name="T10" fmla="*/ 71 w 94"/>
                <a:gd name="T11" fmla="*/ 70 h 173"/>
                <a:gd name="T12" fmla="*/ 237 w 94"/>
                <a:gd name="T13" fmla="*/ 38 h 173"/>
                <a:gd name="T14" fmla="*/ 50 w 94"/>
                <a:gd name="T15" fmla="*/ 0 h 17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4" h="173">
                  <a:moveTo>
                    <a:pt x="14" y="27"/>
                  </a:moveTo>
                  <a:cubicBezTo>
                    <a:pt x="20" y="43"/>
                    <a:pt x="9" y="68"/>
                    <a:pt x="8" y="84"/>
                  </a:cubicBezTo>
                  <a:cubicBezTo>
                    <a:pt x="6" y="115"/>
                    <a:pt x="20" y="143"/>
                    <a:pt x="25" y="173"/>
                  </a:cubicBezTo>
                  <a:cubicBezTo>
                    <a:pt x="19" y="147"/>
                    <a:pt x="0" y="78"/>
                    <a:pt x="43" y="73"/>
                  </a:cubicBezTo>
                  <a:cubicBezTo>
                    <a:pt x="34" y="72"/>
                    <a:pt x="25" y="67"/>
                    <a:pt x="23" y="57"/>
                  </a:cubicBezTo>
                  <a:cubicBezTo>
                    <a:pt x="23" y="53"/>
                    <a:pt x="25" y="32"/>
                    <a:pt x="28" y="29"/>
                  </a:cubicBezTo>
                  <a:cubicBezTo>
                    <a:pt x="37" y="17"/>
                    <a:pt x="80" y="17"/>
                    <a:pt x="94" y="16"/>
                  </a:cubicBezTo>
                  <a:cubicBezTo>
                    <a:pt x="70" y="10"/>
                    <a:pt x="39" y="22"/>
                    <a:pt x="20" y="0"/>
                  </a:cubicBezTo>
                </a:path>
              </a:pathLst>
            </a:custGeom>
            <a:solidFill>
              <a:srgbClr val="C7AE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613" name="Freeform 503">
              <a:extLst>
                <a:ext uri="{FF2B5EF4-FFF2-40B4-BE49-F238E27FC236}">
                  <a16:creationId xmlns:a16="http://schemas.microsoft.com/office/drawing/2014/main" id="{7D54E4C0-758C-4FFF-9D1D-2B06F873208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4" y="1955"/>
              <a:ext cx="156" cy="505"/>
            </a:xfrm>
            <a:custGeom>
              <a:avLst/>
              <a:gdLst>
                <a:gd name="T0" fmla="*/ 222 w 115"/>
                <a:gd name="T1" fmla="*/ 0 h 375"/>
                <a:gd name="T2" fmla="*/ 288 w 115"/>
                <a:gd name="T3" fmla="*/ 15 h 375"/>
                <a:gd name="T4" fmla="*/ 208 w 115"/>
                <a:gd name="T5" fmla="*/ 43 h 375"/>
                <a:gd name="T6" fmla="*/ 222 w 115"/>
                <a:gd name="T7" fmla="*/ 120 h 375"/>
                <a:gd name="T8" fmla="*/ 205 w 115"/>
                <a:gd name="T9" fmla="*/ 162 h 375"/>
                <a:gd name="T10" fmla="*/ 187 w 115"/>
                <a:gd name="T11" fmla="*/ 203 h 375"/>
                <a:gd name="T12" fmla="*/ 174 w 115"/>
                <a:gd name="T13" fmla="*/ 331 h 375"/>
                <a:gd name="T14" fmla="*/ 130 w 115"/>
                <a:gd name="T15" fmla="*/ 393 h 375"/>
                <a:gd name="T16" fmla="*/ 191 w 115"/>
                <a:gd name="T17" fmla="*/ 471 h 375"/>
                <a:gd name="T18" fmla="*/ 107 w 115"/>
                <a:gd name="T19" fmla="*/ 501 h 375"/>
                <a:gd name="T20" fmla="*/ 176 w 115"/>
                <a:gd name="T21" fmla="*/ 562 h 375"/>
                <a:gd name="T22" fmla="*/ 118 w 115"/>
                <a:gd name="T23" fmla="*/ 711 h 375"/>
                <a:gd name="T24" fmla="*/ 9 w 115"/>
                <a:gd name="T25" fmla="*/ 916 h 375"/>
                <a:gd name="T26" fmla="*/ 52 w 115"/>
                <a:gd name="T27" fmla="*/ 508 h 375"/>
                <a:gd name="T28" fmla="*/ 92 w 115"/>
                <a:gd name="T29" fmla="*/ 345 h 375"/>
                <a:gd name="T30" fmla="*/ 160 w 115"/>
                <a:gd name="T31" fmla="*/ 121 h 375"/>
                <a:gd name="T32" fmla="*/ 222 w 115"/>
                <a:gd name="T33" fmla="*/ 0 h 37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15" h="375">
                  <a:moveTo>
                    <a:pt x="89" y="0"/>
                  </a:moveTo>
                  <a:cubicBezTo>
                    <a:pt x="93" y="7"/>
                    <a:pt x="107" y="2"/>
                    <a:pt x="115" y="6"/>
                  </a:cubicBezTo>
                  <a:cubicBezTo>
                    <a:pt x="103" y="6"/>
                    <a:pt x="88" y="5"/>
                    <a:pt x="83" y="18"/>
                  </a:cubicBezTo>
                  <a:cubicBezTo>
                    <a:pt x="79" y="28"/>
                    <a:pt x="89" y="40"/>
                    <a:pt x="89" y="49"/>
                  </a:cubicBezTo>
                  <a:cubicBezTo>
                    <a:pt x="89" y="52"/>
                    <a:pt x="83" y="61"/>
                    <a:pt x="82" y="66"/>
                  </a:cubicBezTo>
                  <a:cubicBezTo>
                    <a:pt x="80" y="77"/>
                    <a:pt x="82" y="73"/>
                    <a:pt x="75" y="83"/>
                  </a:cubicBezTo>
                  <a:cubicBezTo>
                    <a:pt x="67" y="95"/>
                    <a:pt x="49" y="125"/>
                    <a:pt x="69" y="136"/>
                  </a:cubicBezTo>
                  <a:cubicBezTo>
                    <a:pt x="58" y="133"/>
                    <a:pt x="51" y="152"/>
                    <a:pt x="52" y="161"/>
                  </a:cubicBezTo>
                  <a:cubicBezTo>
                    <a:pt x="53" y="175"/>
                    <a:pt x="68" y="184"/>
                    <a:pt x="77" y="193"/>
                  </a:cubicBezTo>
                  <a:cubicBezTo>
                    <a:pt x="63" y="190"/>
                    <a:pt x="44" y="184"/>
                    <a:pt x="43" y="205"/>
                  </a:cubicBezTo>
                  <a:cubicBezTo>
                    <a:pt x="42" y="221"/>
                    <a:pt x="58" y="227"/>
                    <a:pt x="71" y="230"/>
                  </a:cubicBezTo>
                  <a:cubicBezTo>
                    <a:pt x="32" y="215"/>
                    <a:pt x="3" y="284"/>
                    <a:pt x="47" y="291"/>
                  </a:cubicBezTo>
                  <a:cubicBezTo>
                    <a:pt x="1" y="278"/>
                    <a:pt x="9" y="348"/>
                    <a:pt x="4" y="375"/>
                  </a:cubicBezTo>
                  <a:cubicBezTo>
                    <a:pt x="0" y="318"/>
                    <a:pt x="11" y="264"/>
                    <a:pt x="21" y="208"/>
                  </a:cubicBezTo>
                  <a:cubicBezTo>
                    <a:pt x="25" y="186"/>
                    <a:pt x="29" y="163"/>
                    <a:pt x="37" y="141"/>
                  </a:cubicBezTo>
                  <a:cubicBezTo>
                    <a:pt x="46" y="112"/>
                    <a:pt x="58" y="79"/>
                    <a:pt x="64" y="50"/>
                  </a:cubicBezTo>
                  <a:cubicBezTo>
                    <a:pt x="72" y="28"/>
                    <a:pt x="86" y="10"/>
                    <a:pt x="89" y="0"/>
                  </a:cubicBezTo>
                  <a:close/>
                </a:path>
              </a:pathLst>
            </a:custGeom>
            <a:solidFill>
              <a:srgbClr val="C7AE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614" name="Freeform 504">
              <a:extLst>
                <a:ext uri="{FF2B5EF4-FFF2-40B4-BE49-F238E27FC236}">
                  <a16:creationId xmlns:a16="http://schemas.microsoft.com/office/drawing/2014/main" id="{72B767D0-F9C5-41E8-A596-040BBE4AAF5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9" y="1815"/>
              <a:ext cx="45" cy="202"/>
            </a:xfrm>
            <a:custGeom>
              <a:avLst/>
              <a:gdLst>
                <a:gd name="T0" fmla="*/ 0 w 33"/>
                <a:gd name="T1" fmla="*/ 0 h 150"/>
                <a:gd name="T2" fmla="*/ 7 w 33"/>
                <a:gd name="T3" fmla="*/ 366 h 150"/>
                <a:gd name="T4" fmla="*/ 68 w 33"/>
                <a:gd name="T5" fmla="*/ 271 h 150"/>
                <a:gd name="T6" fmla="*/ 76 w 33"/>
                <a:gd name="T7" fmla="*/ 260 h 150"/>
                <a:gd name="T8" fmla="*/ 65 w 33"/>
                <a:gd name="T9" fmla="*/ 83 h 150"/>
                <a:gd name="T10" fmla="*/ 0 w 33"/>
                <a:gd name="T11" fmla="*/ 0 h 15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3" h="150">
                  <a:moveTo>
                    <a:pt x="0" y="0"/>
                  </a:moveTo>
                  <a:cubicBezTo>
                    <a:pt x="10" y="36"/>
                    <a:pt x="22" y="89"/>
                    <a:pt x="3" y="150"/>
                  </a:cubicBezTo>
                  <a:cubicBezTo>
                    <a:pt x="17" y="126"/>
                    <a:pt x="20" y="113"/>
                    <a:pt x="27" y="111"/>
                  </a:cubicBezTo>
                  <a:cubicBezTo>
                    <a:pt x="33" y="109"/>
                    <a:pt x="32" y="109"/>
                    <a:pt x="30" y="106"/>
                  </a:cubicBezTo>
                  <a:cubicBezTo>
                    <a:pt x="22" y="88"/>
                    <a:pt x="10" y="40"/>
                    <a:pt x="26" y="34"/>
                  </a:cubicBezTo>
                  <a:cubicBezTo>
                    <a:pt x="14" y="22"/>
                    <a:pt x="0" y="10"/>
                    <a:pt x="0" y="0"/>
                  </a:cubicBezTo>
                  <a:close/>
                </a:path>
              </a:pathLst>
            </a:custGeom>
            <a:solidFill>
              <a:srgbClr val="C7AE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615" name="Freeform 505">
              <a:extLst>
                <a:ext uri="{FF2B5EF4-FFF2-40B4-BE49-F238E27FC236}">
                  <a16:creationId xmlns:a16="http://schemas.microsoft.com/office/drawing/2014/main" id="{C7406908-DC9E-425C-A045-3A695D6AD5E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9" y="2460"/>
              <a:ext cx="129" cy="404"/>
            </a:xfrm>
            <a:custGeom>
              <a:avLst/>
              <a:gdLst>
                <a:gd name="T0" fmla="*/ 1 w 95"/>
                <a:gd name="T1" fmla="*/ 5 h 300"/>
                <a:gd name="T2" fmla="*/ 33 w 95"/>
                <a:gd name="T3" fmla="*/ 241 h 300"/>
                <a:gd name="T4" fmla="*/ 71 w 95"/>
                <a:gd name="T5" fmla="*/ 413 h 300"/>
                <a:gd name="T6" fmla="*/ 139 w 95"/>
                <a:gd name="T7" fmla="*/ 733 h 300"/>
                <a:gd name="T8" fmla="*/ 238 w 95"/>
                <a:gd name="T9" fmla="*/ 681 h 300"/>
                <a:gd name="T10" fmla="*/ 148 w 95"/>
                <a:gd name="T11" fmla="*/ 664 h 300"/>
                <a:gd name="T12" fmla="*/ 196 w 95"/>
                <a:gd name="T13" fmla="*/ 607 h 300"/>
                <a:gd name="T14" fmla="*/ 118 w 95"/>
                <a:gd name="T15" fmla="*/ 527 h 300"/>
                <a:gd name="T16" fmla="*/ 216 w 95"/>
                <a:gd name="T17" fmla="*/ 366 h 300"/>
                <a:gd name="T18" fmla="*/ 105 w 95"/>
                <a:gd name="T19" fmla="*/ 276 h 300"/>
                <a:gd name="T20" fmla="*/ 77 w 95"/>
                <a:gd name="T21" fmla="*/ 168 h 300"/>
                <a:gd name="T22" fmla="*/ 48 w 95"/>
                <a:gd name="T23" fmla="*/ 78 h 300"/>
                <a:gd name="T24" fmla="*/ 7 w 95"/>
                <a:gd name="T25" fmla="*/ 0 h 30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95" h="300">
                  <a:moveTo>
                    <a:pt x="1" y="2"/>
                  </a:moveTo>
                  <a:cubicBezTo>
                    <a:pt x="0" y="22"/>
                    <a:pt x="9" y="81"/>
                    <a:pt x="13" y="99"/>
                  </a:cubicBezTo>
                  <a:cubicBezTo>
                    <a:pt x="18" y="123"/>
                    <a:pt x="24" y="146"/>
                    <a:pt x="28" y="169"/>
                  </a:cubicBezTo>
                  <a:cubicBezTo>
                    <a:pt x="35" y="213"/>
                    <a:pt x="45" y="257"/>
                    <a:pt x="55" y="300"/>
                  </a:cubicBezTo>
                  <a:cubicBezTo>
                    <a:pt x="61" y="289"/>
                    <a:pt x="82" y="274"/>
                    <a:pt x="95" y="279"/>
                  </a:cubicBezTo>
                  <a:cubicBezTo>
                    <a:pt x="91" y="277"/>
                    <a:pt x="63" y="284"/>
                    <a:pt x="59" y="272"/>
                  </a:cubicBezTo>
                  <a:cubicBezTo>
                    <a:pt x="56" y="259"/>
                    <a:pt x="70" y="254"/>
                    <a:pt x="78" y="249"/>
                  </a:cubicBezTo>
                  <a:cubicBezTo>
                    <a:pt x="61" y="248"/>
                    <a:pt x="50" y="231"/>
                    <a:pt x="47" y="215"/>
                  </a:cubicBezTo>
                  <a:cubicBezTo>
                    <a:pt x="41" y="187"/>
                    <a:pt x="66" y="164"/>
                    <a:pt x="86" y="150"/>
                  </a:cubicBezTo>
                  <a:cubicBezTo>
                    <a:pt x="68" y="172"/>
                    <a:pt x="16" y="130"/>
                    <a:pt x="42" y="113"/>
                  </a:cubicBezTo>
                  <a:cubicBezTo>
                    <a:pt x="23" y="112"/>
                    <a:pt x="16" y="78"/>
                    <a:pt x="31" y="69"/>
                  </a:cubicBezTo>
                  <a:cubicBezTo>
                    <a:pt x="19" y="61"/>
                    <a:pt x="13" y="44"/>
                    <a:pt x="19" y="32"/>
                  </a:cubicBezTo>
                  <a:cubicBezTo>
                    <a:pt x="3" y="23"/>
                    <a:pt x="3" y="15"/>
                    <a:pt x="3" y="0"/>
                  </a:cubicBezTo>
                </a:path>
              </a:pathLst>
            </a:custGeom>
            <a:solidFill>
              <a:srgbClr val="C7AE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616" name="Freeform 506">
              <a:extLst>
                <a:ext uri="{FF2B5EF4-FFF2-40B4-BE49-F238E27FC236}">
                  <a16:creationId xmlns:a16="http://schemas.microsoft.com/office/drawing/2014/main" id="{7EFF55A0-BD0E-460A-8F1E-D1785AF0B25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0" y="1377"/>
              <a:ext cx="799" cy="1575"/>
            </a:xfrm>
            <a:custGeom>
              <a:avLst/>
              <a:gdLst>
                <a:gd name="T0" fmla="*/ 196 w 590"/>
                <a:gd name="T1" fmla="*/ 2832 h 1170"/>
                <a:gd name="T2" fmla="*/ 68 w 590"/>
                <a:gd name="T3" fmla="*/ 2057 h 1170"/>
                <a:gd name="T4" fmla="*/ 233 w 590"/>
                <a:gd name="T5" fmla="*/ 1080 h 1170"/>
                <a:gd name="T6" fmla="*/ 175 w 590"/>
                <a:gd name="T7" fmla="*/ 595 h 1170"/>
                <a:gd name="T8" fmla="*/ 259 w 590"/>
                <a:gd name="T9" fmla="*/ 62 h 1170"/>
                <a:gd name="T10" fmla="*/ 345 w 590"/>
                <a:gd name="T11" fmla="*/ 30 h 1170"/>
                <a:gd name="T12" fmla="*/ 504 w 590"/>
                <a:gd name="T13" fmla="*/ 0 h 1170"/>
                <a:gd name="T14" fmla="*/ 765 w 590"/>
                <a:gd name="T15" fmla="*/ 162 h 1170"/>
                <a:gd name="T16" fmla="*/ 1016 w 590"/>
                <a:gd name="T17" fmla="*/ 7 h 1170"/>
                <a:gd name="T18" fmla="*/ 1171 w 590"/>
                <a:gd name="T19" fmla="*/ 42 h 1170"/>
                <a:gd name="T20" fmla="*/ 1326 w 590"/>
                <a:gd name="T21" fmla="*/ 98 h 1170"/>
                <a:gd name="T22" fmla="*/ 1366 w 590"/>
                <a:gd name="T23" fmla="*/ 495 h 1170"/>
                <a:gd name="T24" fmla="*/ 1296 w 590"/>
                <a:gd name="T25" fmla="*/ 852 h 1170"/>
                <a:gd name="T26" fmla="*/ 1282 w 590"/>
                <a:gd name="T27" fmla="*/ 1054 h 1170"/>
                <a:gd name="T28" fmla="*/ 1456 w 590"/>
                <a:gd name="T29" fmla="*/ 1875 h 1170"/>
                <a:gd name="T30" fmla="*/ 1305 w 590"/>
                <a:gd name="T31" fmla="*/ 2839 h 1170"/>
                <a:gd name="T32" fmla="*/ 1228 w 590"/>
                <a:gd name="T33" fmla="*/ 2844 h 1170"/>
                <a:gd name="T34" fmla="*/ 1140 w 590"/>
                <a:gd name="T35" fmla="*/ 2838 h 1170"/>
                <a:gd name="T36" fmla="*/ 860 w 590"/>
                <a:gd name="T37" fmla="*/ 2831 h 1170"/>
                <a:gd name="T38" fmla="*/ 756 w 590"/>
                <a:gd name="T39" fmla="*/ 2854 h 1170"/>
                <a:gd name="T40" fmla="*/ 651 w 590"/>
                <a:gd name="T41" fmla="*/ 2844 h 1170"/>
                <a:gd name="T42" fmla="*/ 429 w 590"/>
                <a:gd name="T43" fmla="*/ 2811 h 1170"/>
                <a:gd name="T44" fmla="*/ 196 w 590"/>
                <a:gd name="T45" fmla="*/ 2832 h 1170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590" h="1170">
                  <a:moveTo>
                    <a:pt x="79" y="1161"/>
                  </a:moveTo>
                  <a:cubicBezTo>
                    <a:pt x="88" y="1121"/>
                    <a:pt x="54" y="1020"/>
                    <a:pt x="27" y="843"/>
                  </a:cubicBezTo>
                  <a:cubicBezTo>
                    <a:pt x="0" y="666"/>
                    <a:pt x="82" y="493"/>
                    <a:pt x="94" y="443"/>
                  </a:cubicBezTo>
                  <a:cubicBezTo>
                    <a:pt x="106" y="393"/>
                    <a:pt x="65" y="331"/>
                    <a:pt x="70" y="244"/>
                  </a:cubicBezTo>
                  <a:cubicBezTo>
                    <a:pt x="73" y="184"/>
                    <a:pt x="96" y="34"/>
                    <a:pt x="104" y="25"/>
                  </a:cubicBezTo>
                  <a:cubicBezTo>
                    <a:pt x="112" y="16"/>
                    <a:pt x="122" y="13"/>
                    <a:pt x="139" y="12"/>
                  </a:cubicBezTo>
                  <a:cubicBezTo>
                    <a:pt x="156" y="11"/>
                    <a:pt x="195" y="4"/>
                    <a:pt x="203" y="0"/>
                  </a:cubicBezTo>
                  <a:cubicBezTo>
                    <a:pt x="205" y="17"/>
                    <a:pt x="230" y="69"/>
                    <a:pt x="308" y="66"/>
                  </a:cubicBezTo>
                  <a:cubicBezTo>
                    <a:pt x="386" y="63"/>
                    <a:pt x="411" y="9"/>
                    <a:pt x="409" y="3"/>
                  </a:cubicBezTo>
                  <a:cubicBezTo>
                    <a:pt x="432" y="5"/>
                    <a:pt x="442" y="10"/>
                    <a:pt x="472" y="17"/>
                  </a:cubicBezTo>
                  <a:cubicBezTo>
                    <a:pt x="501" y="23"/>
                    <a:pt x="524" y="32"/>
                    <a:pt x="534" y="40"/>
                  </a:cubicBezTo>
                  <a:cubicBezTo>
                    <a:pt x="543" y="48"/>
                    <a:pt x="547" y="137"/>
                    <a:pt x="550" y="203"/>
                  </a:cubicBezTo>
                  <a:cubicBezTo>
                    <a:pt x="552" y="258"/>
                    <a:pt x="532" y="323"/>
                    <a:pt x="522" y="349"/>
                  </a:cubicBezTo>
                  <a:cubicBezTo>
                    <a:pt x="511" y="376"/>
                    <a:pt x="515" y="400"/>
                    <a:pt x="516" y="432"/>
                  </a:cubicBezTo>
                  <a:cubicBezTo>
                    <a:pt x="518" y="464"/>
                    <a:pt x="590" y="612"/>
                    <a:pt x="586" y="769"/>
                  </a:cubicBezTo>
                  <a:cubicBezTo>
                    <a:pt x="582" y="927"/>
                    <a:pt x="533" y="1164"/>
                    <a:pt x="526" y="1164"/>
                  </a:cubicBezTo>
                  <a:cubicBezTo>
                    <a:pt x="514" y="1164"/>
                    <a:pt x="500" y="1165"/>
                    <a:pt x="495" y="1166"/>
                  </a:cubicBezTo>
                  <a:cubicBezTo>
                    <a:pt x="482" y="1166"/>
                    <a:pt x="471" y="1166"/>
                    <a:pt x="459" y="1163"/>
                  </a:cubicBezTo>
                  <a:cubicBezTo>
                    <a:pt x="423" y="1156"/>
                    <a:pt x="382" y="1155"/>
                    <a:pt x="346" y="1160"/>
                  </a:cubicBezTo>
                  <a:cubicBezTo>
                    <a:pt x="331" y="1162"/>
                    <a:pt x="318" y="1169"/>
                    <a:pt x="304" y="1170"/>
                  </a:cubicBezTo>
                  <a:cubicBezTo>
                    <a:pt x="290" y="1170"/>
                    <a:pt x="275" y="1168"/>
                    <a:pt x="262" y="1166"/>
                  </a:cubicBezTo>
                  <a:cubicBezTo>
                    <a:pt x="232" y="1160"/>
                    <a:pt x="203" y="1153"/>
                    <a:pt x="173" y="1152"/>
                  </a:cubicBezTo>
                  <a:cubicBezTo>
                    <a:pt x="146" y="1150"/>
                    <a:pt x="104" y="1147"/>
                    <a:pt x="79" y="1161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617" name="Freeform 507">
              <a:extLst>
                <a:ext uri="{FF2B5EF4-FFF2-40B4-BE49-F238E27FC236}">
                  <a16:creationId xmlns:a16="http://schemas.microsoft.com/office/drawing/2014/main" id="{FCB84D6F-496E-4359-BFB2-C7F3012C572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5" y="1842"/>
              <a:ext cx="434" cy="55"/>
            </a:xfrm>
            <a:custGeom>
              <a:avLst/>
              <a:gdLst>
                <a:gd name="T0" fmla="*/ 0 w 320"/>
                <a:gd name="T1" fmla="*/ 79 h 41"/>
                <a:gd name="T2" fmla="*/ 125 w 320"/>
                <a:gd name="T3" fmla="*/ 75 h 41"/>
                <a:gd name="T4" fmla="*/ 313 w 320"/>
                <a:gd name="T5" fmla="*/ 9 h 41"/>
                <a:gd name="T6" fmla="*/ 510 w 320"/>
                <a:gd name="T7" fmla="*/ 43 h 41"/>
                <a:gd name="T8" fmla="*/ 799 w 320"/>
                <a:gd name="T9" fmla="*/ 70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0" h="41">
                  <a:moveTo>
                    <a:pt x="0" y="33"/>
                  </a:moveTo>
                  <a:cubicBezTo>
                    <a:pt x="15" y="38"/>
                    <a:pt x="34" y="34"/>
                    <a:pt x="50" y="31"/>
                  </a:cubicBezTo>
                  <a:cubicBezTo>
                    <a:pt x="77" y="26"/>
                    <a:pt x="98" y="8"/>
                    <a:pt x="125" y="4"/>
                  </a:cubicBezTo>
                  <a:cubicBezTo>
                    <a:pt x="152" y="0"/>
                    <a:pt x="179" y="11"/>
                    <a:pt x="204" y="18"/>
                  </a:cubicBezTo>
                  <a:cubicBezTo>
                    <a:pt x="240" y="29"/>
                    <a:pt x="282" y="41"/>
                    <a:pt x="320" y="29"/>
                  </a:cubicBezTo>
                </a:path>
              </a:pathLst>
            </a:custGeom>
            <a:noFill/>
            <a:ln w="9525" cap="flat">
              <a:solidFill>
                <a:srgbClr val="B394A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618" name="Freeform 508">
              <a:extLst>
                <a:ext uri="{FF2B5EF4-FFF2-40B4-BE49-F238E27FC236}">
                  <a16:creationId xmlns:a16="http://schemas.microsoft.com/office/drawing/2014/main" id="{FF9EBADE-7244-4692-8190-76A77B275D8F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9" y="2228"/>
              <a:ext cx="202" cy="124"/>
            </a:xfrm>
            <a:custGeom>
              <a:avLst/>
              <a:gdLst>
                <a:gd name="T0" fmla="*/ 0 w 149"/>
                <a:gd name="T1" fmla="*/ 225 h 92"/>
                <a:gd name="T2" fmla="*/ 371 w 149"/>
                <a:gd name="T3" fmla="*/ 0 h 9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9" h="92">
                  <a:moveTo>
                    <a:pt x="0" y="92"/>
                  </a:moveTo>
                  <a:cubicBezTo>
                    <a:pt x="78" y="79"/>
                    <a:pt x="130" y="23"/>
                    <a:pt x="149" y="0"/>
                  </a:cubicBezTo>
                </a:path>
              </a:pathLst>
            </a:custGeom>
            <a:noFill/>
            <a:ln w="9525" cap="flat">
              <a:solidFill>
                <a:srgbClr val="B394A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619" name="Freeform 509">
              <a:extLst>
                <a:ext uri="{FF2B5EF4-FFF2-40B4-BE49-F238E27FC236}">
                  <a16:creationId xmlns:a16="http://schemas.microsoft.com/office/drawing/2014/main" id="{E7AFBA3B-C020-4E59-B359-9EC23A4C3E3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4" y="1963"/>
              <a:ext cx="109" cy="50"/>
            </a:xfrm>
            <a:custGeom>
              <a:avLst/>
              <a:gdLst>
                <a:gd name="T0" fmla="*/ 203 w 80"/>
                <a:gd name="T1" fmla="*/ 0 h 37"/>
                <a:gd name="T2" fmla="*/ 57 w 80"/>
                <a:gd name="T3" fmla="*/ 9 h 37"/>
                <a:gd name="T4" fmla="*/ 15 w 80"/>
                <a:gd name="T5" fmla="*/ 30 h 37"/>
                <a:gd name="T6" fmla="*/ 132 w 80"/>
                <a:gd name="T7" fmla="*/ 92 h 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0" h="37">
                  <a:moveTo>
                    <a:pt x="80" y="0"/>
                  </a:moveTo>
                  <a:cubicBezTo>
                    <a:pt x="61" y="11"/>
                    <a:pt x="43" y="2"/>
                    <a:pt x="23" y="4"/>
                  </a:cubicBezTo>
                  <a:cubicBezTo>
                    <a:pt x="16" y="4"/>
                    <a:pt x="8" y="3"/>
                    <a:pt x="6" y="12"/>
                  </a:cubicBezTo>
                  <a:cubicBezTo>
                    <a:pt x="0" y="33"/>
                    <a:pt x="41" y="35"/>
                    <a:pt x="52" y="37"/>
                  </a:cubicBezTo>
                </a:path>
              </a:pathLst>
            </a:custGeom>
            <a:noFill/>
            <a:ln w="9525" cap="flat">
              <a:solidFill>
                <a:srgbClr val="B394A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620" name="Freeform 510">
              <a:extLst>
                <a:ext uri="{FF2B5EF4-FFF2-40B4-BE49-F238E27FC236}">
                  <a16:creationId xmlns:a16="http://schemas.microsoft.com/office/drawing/2014/main" id="{A3FC6BBD-5999-42D4-BDB8-3EB232E77C9D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5" y="1900"/>
              <a:ext cx="191" cy="58"/>
            </a:xfrm>
            <a:custGeom>
              <a:avLst/>
              <a:gdLst>
                <a:gd name="T0" fmla="*/ 0 w 141"/>
                <a:gd name="T1" fmla="*/ 1 h 43"/>
                <a:gd name="T2" fmla="*/ 112 w 141"/>
                <a:gd name="T3" fmla="*/ 30 h 43"/>
                <a:gd name="T4" fmla="*/ 275 w 141"/>
                <a:gd name="T5" fmla="*/ 16 h 43"/>
                <a:gd name="T6" fmla="*/ 351 w 141"/>
                <a:gd name="T7" fmla="*/ 49 h 43"/>
                <a:gd name="T8" fmla="*/ 190 w 141"/>
                <a:gd name="T9" fmla="*/ 105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1" h="43">
                  <a:moveTo>
                    <a:pt x="0" y="1"/>
                  </a:moveTo>
                  <a:cubicBezTo>
                    <a:pt x="16" y="0"/>
                    <a:pt x="30" y="8"/>
                    <a:pt x="45" y="12"/>
                  </a:cubicBezTo>
                  <a:cubicBezTo>
                    <a:pt x="70" y="18"/>
                    <a:pt x="87" y="11"/>
                    <a:pt x="111" y="7"/>
                  </a:cubicBezTo>
                  <a:cubicBezTo>
                    <a:pt x="121" y="5"/>
                    <a:pt x="141" y="4"/>
                    <a:pt x="141" y="20"/>
                  </a:cubicBezTo>
                  <a:cubicBezTo>
                    <a:pt x="141" y="39"/>
                    <a:pt x="89" y="36"/>
                    <a:pt x="76" y="43"/>
                  </a:cubicBezTo>
                </a:path>
              </a:pathLst>
            </a:custGeom>
            <a:noFill/>
            <a:ln w="9525" cap="flat">
              <a:solidFill>
                <a:srgbClr val="B394A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621" name="Freeform 511">
              <a:extLst>
                <a:ext uri="{FF2B5EF4-FFF2-40B4-BE49-F238E27FC236}">
                  <a16:creationId xmlns:a16="http://schemas.microsoft.com/office/drawing/2014/main" id="{212934A2-AF6B-4994-9B63-D9BB80CECC6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2" y="1562"/>
              <a:ext cx="175" cy="63"/>
            </a:xfrm>
            <a:custGeom>
              <a:avLst/>
              <a:gdLst>
                <a:gd name="T0" fmla="*/ 72 w 129"/>
                <a:gd name="T1" fmla="*/ 5 h 47"/>
                <a:gd name="T2" fmla="*/ 7 w 129"/>
                <a:gd name="T3" fmla="*/ 52 h 47"/>
                <a:gd name="T4" fmla="*/ 322 w 129"/>
                <a:gd name="T5" fmla="*/ 63 h 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9" h="47">
                  <a:moveTo>
                    <a:pt x="29" y="2"/>
                  </a:moveTo>
                  <a:cubicBezTo>
                    <a:pt x="19" y="0"/>
                    <a:pt x="0" y="8"/>
                    <a:pt x="3" y="22"/>
                  </a:cubicBezTo>
                  <a:cubicBezTo>
                    <a:pt x="10" y="47"/>
                    <a:pt x="109" y="26"/>
                    <a:pt x="129" y="26"/>
                  </a:cubicBezTo>
                </a:path>
              </a:pathLst>
            </a:custGeom>
            <a:noFill/>
            <a:ln w="9525" cap="flat">
              <a:solidFill>
                <a:srgbClr val="B394A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622" name="Freeform 512">
              <a:extLst>
                <a:ext uri="{FF2B5EF4-FFF2-40B4-BE49-F238E27FC236}">
                  <a16:creationId xmlns:a16="http://schemas.microsoft.com/office/drawing/2014/main" id="{3A500F2E-CA2C-4664-8146-B99A0A5A933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0" y="2271"/>
              <a:ext cx="91" cy="72"/>
            </a:xfrm>
            <a:custGeom>
              <a:avLst/>
              <a:gdLst>
                <a:gd name="T0" fmla="*/ 168 w 67"/>
                <a:gd name="T1" fmla="*/ 53 h 53"/>
                <a:gd name="T2" fmla="*/ 79 w 67"/>
                <a:gd name="T3" fmla="*/ 7 h 53"/>
                <a:gd name="T4" fmla="*/ 113 w 67"/>
                <a:gd name="T5" fmla="*/ 133 h 5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7" h="53">
                  <a:moveTo>
                    <a:pt x="67" y="21"/>
                  </a:moveTo>
                  <a:cubicBezTo>
                    <a:pt x="63" y="10"/>
                    <a:pt x="43" y="0"/>
                    <a:pt x="32" y="3"/>
                  </a:cubicBezTo>
                  <a:cubicBezTo>
                    <a:pt x="0" y="11"/>
                    <a:pt x="33" y="44"/>
                    <a:pt x="45" y="53"/>
                  </a:cubicBezTo>
                </a:path>
              </a:pathLst>
            </a:custGeom>
            <a:noFill/>
            <a:ln w="9525" cap="flat">
              <a:solidFill>
                <a:srgbClr val="B394A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623" name="Freeform 513">
              <a:extLst>
                <a:ext uri="{FF2B5EF4-FFF2-40B4-BE49-F238E27FC236}">
                  <a16:creationId xmlns:a16="http://schemas.microsoft.com/office/drawing/2014/main" id="{19063911-1974-496C-92C0-9355139AC7CE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9" y="2090"/>
              <a:ext cx="171" cy="208"/>
            </a:xfrm>
            <a:custGeom>
              <a:avLst/>
              <a:gdLst>
                <a:gd name="T0" fmla="*/ 315 w 126"/>
                <a:gd name="T1" fmla="*/ 0 h 155"/>
                <a:gd name="T2" fmla="*/ 289 w 126"/>
                <a:gd name="T3" fmla="*/ 94 h 155"/>
                <a:gd name="T4" fmla="*/ 155 w 126"/>
                <a:gd name="T5" fmla="*/ 248 h 155"/>
                <a:gd name="T6" fmla="*/ 30 w 126"/>
                <a:gd name="T7" fmla="*/ 310 h 155"/>
                <a:gd name="T8" fmla="*/ 84 w 126"/>
                <a:gd name="T9" fmla="*/ 358 h 1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6" h="155">
                  <a:moveTo>
                    <a:pt x="126" y="0"/>
                  </a:moveTo>
                  <a:cubicBezTo>
                    <a:pt x="122" y="14"/>
                    <a:pt x="122" y="26"/>
                    <a:pt x="116" y="39"/>
                  </a:cubicBezTo>
                  <a:cubicBezTo>
                    <a:pt x="105" y="64"/>
                    <a:pt x="85" y="90"/>
                    <a:pt x="62" y="103"/>
                  </a:cubicBezTo>
                  <a:cubicBezTo>
                    <a:pt x="47" y="111"/>
                    <a:pt x="22" y="113"/>
                    <a:pt x="12" y="128"/>
                  </a:cubicBezTo>
                  <a:cubicBezTo>
                    <a:pt x="0" y="147"/>
                    <a:pt x="16" y="155"/>
                    <a:pt x="34" y="148"/>
                  </a:cubicBezTo>
                </a:path>
              </a:pathLst>
            </a:custGeom>
            <a:noFill/>
            <a:ln w="9525" cap="flat">
              <a:solidFill>
                <a:srgbClr val="B394A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624" name="Freeform 514">
              <a:extLst>
                <a:ext uri="{FF2B5EF4-FFF2-40B4-BE49-F238E27FC236}">
                  <a16:creationId xmlns:a16="http://schemas.microsoft.com/office/drawing/2014/main" id="{39208AB0-9E90-47FE-99BE-C2590D2461A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6" y="2849"/>
              <a:ext cx="137" cy="60"/>
            </a:xfrm>
            <a:custGeom>
              <a:avLst/>
              <a:gdLst>
                <a:gd name="T0" fmla="*/ 174 w 101"/>
                <a:gd name="T1" fmla="*/ 20 h 45"/>
                <a:gd name="T2" fmla="*/ 41 w 101"/>
                <a:gd name="T3" fmla="*/ 41 h 45"/>
                <a:gd name="T4" fmla="*/ 252 w 101"/>
                <a:gd name="T5" fmla="*/ 84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1" h="45">
                  <a:moveTo>
                    <a:pt x="69" y="8"/>
                  </a:moveTo>
                  <a:cubicBezTo>
                    <a:pt x="57" y="0"/>
                    <a:pt x="24" y="3"/>
                    <a:pt x="16" y="17"/>
                  </a:cubicBezTo>
                  <a:cubicBezTo>
                    <a:pt x="0" y="45"/>
                    <a:pt x="89" y="35"/>
                    <a:pt x="101" y="35"/>
                  </a:cubicBezTo>
                </a:path>
              </a:pathLst>
            </a:custGeom>
            <a:noFill/>
            <a:ln w="9525" cap="flat">
              <a:solidFill>
                <a:srgbClr val="C7AE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625" name="Freeform 515">
              <a:extLst>
                <a:ext uri="{FF2B5EF4-FFF2-40B4-BE49-F238E27FC236}">
                  <a16:creationId xmlns:a16="http://schemas.microsoft.com/office/drawing/2014/main" id="{EFE4EF24-801D-4153-B753-B33128436D1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9" y="1583"/>
              <a:ext cx="38" cy="33"/>
            </a:xfrm>
            <a:custGeom>
              <a:avLst/>
              <a:gdLst>
                <a:gd name="T0" fmla="*/ 62 w 28"/>
                <a:gd name="T1" fmla="*/ 44 h 24"/>
                <a:gd name="T2" fmla="*/ 57 w 28"/>
                <a:gd name="T3" fmla="*/ 0 h 24"/>
                <a:gd name="T4" fmla="*/ 42 w 28"/>
                <a:gd name="T5" fmla="*/ 47 h 24"/>
                <a:gd name="T6" fmla="*/ 22 w 28"/>
                <a:gd name="T7" fmla="*/ 0 h 24"/>
                <a:gd name="T8" fmla="*/ 0 w 28"/>
                <a:gd name="T9" fmla="*/ 62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24">
                  <a:moveTo>
                    <a:pt x="25" y="17"/>
                  </a:moveTo>
                  <a:cubicBezTo>
                    <a:pt x="28" y="12"/>
                    <a:pt x="28" y="4"/>
                    <a:pt x="23" y="0"/>
                  </a:cubicBezTo>
                  <a:cubicBezTo>
                    <a:pt x="19" y="5"/>
                    <a:pt x="17" y="12"/>
                    <a:pt x="17" y="18"/>
                  </a:cubicBezTo>
                  <a:cubicBezTo>
                    <a:pt x="17" y="12"/>
                    <a:pt x="15" y="3"/>
                    <a:pt x="9" y="0"/>
                  </a:cubicBezTo>
                  <a:cubicBezTo>
                    <a:pt x="4" y="6"/>
                    <a:pt x="0" y="16"/>
                    <a:pt x="0" y="24"/>
                  </a:cubicBezTo>
                </a:path>
              </a:pathLst>
            </a:custGeom>
            <a:noFill/>
            <a:ln w="9525" cap="flat">
              <a:solidFill>
                <a:srgbClr val="9E789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626" name="Freeform 516">
              <a:extLst>
                <a:ext uri="{FF2B5EF4-FFF2-40B4-BE49-F238E27FC236}">
                  <a16:creationId xmlns:a16="http://schemas.microsoft.com/office/drawing/2014/main" id="{9DB5F58B-EC37-47AA-B4D7-DB07E867962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0" y="1556"/>
              <a:ext cx="3" cy="15"/>
            </a:xfrm>
            <a:custGeom>
              <a:avLst/>
              <a:gdLst>
                <a:gd name="T0" fmla="*/ 8 w 2"/>
                <a:gd name="T1" fmla="*/ 27 h 11"/>
                <a:gd name="T2" fmla="*/ 5 w 2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1">
                  <a:moveTo>
                    <a:pt x="2" y="11"/>
                  </a:moveTo>
                  <a:cubicBezTo>
                    <a:pt x="1" y="7"/>
                    <a:pt x="0" y="3"/>
                    <a:pt x="1" y="0"/>
                  </a:cubicBezTo>
                </a:path>
              </a:pathLst>
            </a:custGeom>
            <a:noFill/>
            <a:ln w="9525" cap="flat">
              <a:solidFill>
                <a:srgbClr val="9E789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627" name="Freeform 517">
              <a:extLst>
                <a:ext uri="{FF2B5EF4-FFF2-40B4-BE49-F238E27FC236}">
                  <a16:creationId xmlns:a16="http://schemas.microsoft.com/office/drawing/2014/main" id="{ABAF818A-4DCF-42E0-BAD5-8E2B8428AAB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7" y="1589"/>
              <a:ext cx="32" cy="25"/>
            </a:xfrm>
            <a:custGeom>
              <a:avLst/>
              <a:gdLst>
                <a:gd name="T0" fmla="*/ 49 w 24"/>
                <a:gd name="T1" fmla="*/ 1 h 19"/>
                <a:gd name="T2" fmla="*/ 37 w 24"/>
                <a:gd name="T3" fmla="*/ 37 h 19"/>
                <a:gd name="T4" fmla="*/ 21 w 24"/>
                <a:gd name="T5" fmla="*/ 0 h 19"/>
                <a:gd name="T6" fmla="*/ 0 w 24"/>
                <a:gd name="T7" fmla="*/ 43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19">
                  <a:moveTo>
                    <a:pt x="21" y="1"/>
                  </a:moveTo>
                  <a:cubicBezTo>
                    <a:pt x="21" y="8"/>
                    <a:pt x="24" y="16"/>
                    <a:pt x="16" y="16"/>
                  </a:cubicBezTo>
                  <a:cubicBezTo>
                    <a:pt x="8" y="16"/>
                    <a:pt x="7" y="6"/>
                    <a:pt x="9" y="0"/>
                  </a:cubicBezTo>
                  <a:cubicBezTo>
                    <a:pt x="5" y="5"/>
                    <a:pt x="4" y="13"/>
                    <a:pt x="0" y="19"/>
                  </a:cubicBezTo>
                </a:path>
              </a:pathLst>
            </a:custGeom>
            <a:noFill/>
            <a:ln w="9525" cap="flat">
              <a:solidFill>
                <a:srgbClr val="9E789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628" name="Freeform 518">
              <a:extLst>
                <a:ext uri="{FF2B5EF4-FFF2-40B4-BE49-F238E27FC236}">
                  <a16:creationId xmlns:a16="http://schemas.microsoft.com/office/drawing/2014/main" id="{322F56F5-0158-4BB8-852B-46C7EB5D49F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5" y="1870"/>
              <a:ext cx="75" cy="45"/>
            </a:xfrm>
            <a:custGeom>
              <a:avLst/>
              <a:gdLst>
                <a:gd name="T0" fmla="*/ 0 w 55"/>
                <a:gd name="T1" fmla="*/ 41 h 33"/>
                <a:gd name="T2" fmla="*/ 26 w 55"/>
                <a:gd name="T3" fmla="*/ 14 h 33"/>
                <a:gd name="T4" fmla="*/ 30 w 55"/>
                <a:gd name="T5" fmla="*/ 61 h 33"/>
                <a:gd name="T6" fmla="*/ 68 w 55"/>
                <a:gd name="T7" fmla="*/ 22 h 33"/>
                <a:gd name="T8" fmla="*/ 75 w 55"/>
                <a:gd name="T9" fmla="*/ 63 h 33"/>
                <a:gd name="T10" fmla="*/ 93 w 55"/>
                <a:gd name="T11" fmla="*/ 30 h 33"/>
                <a:gd name="T12" fmla="*/ 93 w 55"/>
                <a:gd name="T13" fmla="*/ 76 h 33"/>
                <a:gd name="T14" fmla="*/ 138 w 55"/>
                <a:gd name="T15" fmla="*/ 0 h 3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5" h="33">
                  <a:moveTo>
                    <a:pt x="0" y="16"/>
                  </a:moveTo>
                  <a:cubicBezTo>
                    <a:pt x="5" y="13"/>
                    <a:pt x="6" y="9"/>
                    <a:pt x="10" y="5"/>
                  </a:cubicBezTo>
                  <a:cubicBezTo>
                    <a:pt x="11" y="12"/>
                    <a:pt x="9" y="19"/>
                    <a:pt x="12" y="24"/>
                  </a:cubicBezTo>
                  <a:cubicBezTo>
                    <a:pt x="19" y="22"/>
                    <a:pt x="21" y="14"/>
                    <a:pt x="27" y="9"/>
                  </a:cubicBezTo>
                  <a:cubicBezTo>
                    <a:pt x="31" y="13"/>
                    <a:pt x="27" y="20"/>
                    <a:pt x="29" y="25"/>
                  </a:cubicBezTo>
                  <a:cubicBezTo>
                    <a:pt x="33" y="21"/>
                    <a:pt x="34" y="16"/>
                    <a:pt x="37" y="12"/>
                  </a:cubicBezTo>
                  <a:cubicBezTo>
                    <a:pt x="37" y="18"/>
                    <a:pt x="36" y="24"/>
                    <a:pt x="37" y="30"/>
                  </a:cubicBezTo>
                  <a:cubicBezTo>
                    <a:pt x="48" y="33"/>
                    <a:pt x="55" y="8"/>
                    <a:pt x="54" y="0"/>
                  </a:cubicBezTo>
                </a:path>
              </a:pathLst>
            </a:custGeom>
            <a:noFill/>
            <a:ln w="9525" cap="flat">
              <a:solidFill>
                <a:srgbClr val="9E789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629" name="Freeform 519">
              <a:extLst>
                <a:ext uri="{FF2B5EF4-FFF2-40B4-BE49-F238E27FC236}">
                  <a16:creationId xmlns:a16="http://schemas.microsoft.com/office/drawing/2014/main" id="{BF2BB49A-E64D-43A2-9FC1-9BD71BAE187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2" y="1893"/>
              <a:ext cx="52" cy="39"/>
            </a:xfrm>
            <a:custGeom>
              <a:avLst/>
              <a:gdLst>
                <a:gd name="T0" fmla="*/ 15 w 39"/>
                <a:gd name="T1" fmla="*/ 0 h 29"/>
                <a:gd name="T2" fmla="*/ 5 w 39"/>
                <a:gd name="T3" fmla="*/ 36 h 29"/>
                <a:gd name="T4" fmla="*/ 31 w 39"/>
                <a:gd name="T5" fmla="*/ 12 h 29"/>
                <a:gd name="T6" fmla="*/ 33 w 39"/>
                <a:gd name="T7" fmla="*/ 48 h 29"/>
                <a:gd name="T8" fmla="*/ 64 w 39"/>
                <a:gd name="T9" fmla="*/ 23 h 29"/>
                <a:gd name="T10" fmla="*/ 65 w 39"/>
                <a:gd name="T11" fmla="*/ 70 h 29"/>
                <a:gd name="T12" fmla="*/ 92 w 39"/>
                <a:gd name="T13" fmla="*/ 48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9" h="29">
                  <a:moveTo>
                    <a:pt x="6" y="0"/>
                  </a:moveTo>
                  <a:cubicBezTo>
                    <a:pt x="3" y="4"/>
                    <a:pt x="0" y="10"/>
                    <a:pt x="2" y="15"/>
                  </a:cubicBezTo>
                  <a:cubicBezTo>
                    <a:pt x="8" y="15"/>
                    <a:pt x="11" y="10"/>
                    <a:pt x="13" y="5"/>
                  </a:cubicBezTo>
                  <a:cubicBezTo>
                    <a:pt x="13" y="7"/>
                    <a:pt x="11" y="18"/>
                    <a:pt x="14" y="20"/>
                  </a:cubicBezTo>
                  <a:cubicBezTo>
                    <a:pt x="20" y="22"/>
                    <a:pt x="24" y="13"/>
                    <a:pt x="27" y="10"/>
                  </a:cubicBezTo>
                  <a:cubicBezTo>
                    <a:pt x="28" y="15"/>
                    <a:pt x="23" y="24"/>
                    <a:pt x="28" y="29"/>
                  </a:cubicBezTo>
                  <a:cubicBezTo>
                    <a:pt x="33" y="28"/>
                    <a:pt x="36" y="24"/>
                    <a:pt x="39" y="20"/>
                  </a:cubicBezTo>
                </a:path>
              </a:pathLst>
            </a:custGeom>
            <a:noFill/>
            <a:ln w="9525" cap="flat">
              <a:solidFill>
                <a:srgbClr val="9E789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630" name="Freeform 520">
              <a:extLst>
                <a:ext uri="{FF2B5EF4-FFF2-40B4-BE49-F238E27FC236}">
                  <a16:creationId xmlns:a16="http://schemas.microsoft.com/office/drawing/2014/main" id="{94AB0910-4EE0-4BED-8EF7-011A0153A869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7" y="1870"/>
              <a:ext cx="50" cy="31"/>
            </a:xfrm>
            <a:custGeom>
              <a:avLst/>
              <a:gdLst>
                <a:gd name="T0" fmla="*/ 92 w 37"/>
                <a:gd name="T1" fmla="*/ 30 h 23"/>
                <a:gd name="T2" fmla="*/ 64 w 37"/>
                <a:gd name="T3" fmla="*/ 35 h 23"/>
                <a:gd name="T4" fmla="*/ 55 w 37"/>
                <a:gd name="T5" fmla="*/ 5 h 23"/>
                <a:gd name="T6" fmla="*/ 32 w 37"/>
                <a:gd name="T7" fmla="*/ 35 h 23"/>
                <a:gd name="T8" fmla="*/ 22 w 37"/>
                <a:gd name="T9" fmla="*/ 7 h 23"/>
                <a:gd name="T10" fmla="*/ 7 w 37"/>
                <a:gd name="T11" fmla="*/ 57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7" h="23">
                  <a:moveTo>
                    <a:pt x="37" y="12"/>
                  </a:moveTo>
                  <a:cubicBezTo>
                    <a:pt x="32" y="4"/>
                    <a:pt x="24" y="0"/>
                    <a:pt x="26" y="14"/>
                  </a:cubicBezTo>
                  <a:cubicBezTo>
                    <a:pt x="25" y="10"/>
                    <a:pt x="23" y="6"/>
                    <a:pt x="22" y="2"/>
                  </a:cubicBezTo>
                  <a:cubicBezTo>
                    <a:pt x="16" y="2"/>
                    <a:pt x="15" y="10"/>
                    <a:pt x="13" y="14"/>
                  </a:cubicBezTo>
                  <a:cubicBezTo>
                    <a:pt x="12" y="10"/>
                    <a:pt x="12" y="6"/>
                    <a:pt x="9" y="3"/>
                  </a:cubicBezTo>
                  <a:cubicBezTo>
                    <a:pt x="5" y="8"/>
                    <a:pt x="0" y="17"/>
                    <a:pt x="3" y="23"/>
                  </a:cubicBezTo>
                </a:path>
              </a:pathLst>
            </a:custGeom>
            <a:noFill/>
            <a:ln w="9525" cap="flat">
              <a:solidFill>
                <a:srgbClr val="9E789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631" name="Freeform 521">
              <a:extLst>
                <a:ext uri="{FF2B5EF4-FFF2-40B4-BE49-F238E27FC236}">
                  <a16:creationId xmlns:a16="http://schemas.microsoft.com/office/drawing/2014/main" id="{D1DF12C2-CA9E-4B29-97F7-2637C42B515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5" y="1936"/>
              <a:ext cx="54" cy="36"/>
            </a:xfrm>
            <a:custGeom>
              <a:avLst/>
              <a:gdLst>
                <a:gd name="T0" fmla="*/ 7 w 40"/>
                <a:gd name="T1" fmla="*/ 12 h 27"/>
                <a:gd name="T2" fmla="*/ 5 w 40"/>
                <a:gd name="T3" fmla="*/ 55 h 27"/>
                <a:gd name="T4" fmla="*/ 26 w 40"/>
                <a:gd name="T5" fmla="*/ 21 h 27"/>
                <a:gd name="T6" fmla="*/ 35 w 40"/>
                <a:gd name="T7" fmla="*/ 49 h 27"/>
                <a:gd name="T8" fmla="*/ 58 w 40"/>
                <a:gd name="T9" fmla="*/ 23 h 27"/>
                <a:gd name="T10" fmla="*/ 85 w 40"/>
                <a:gd name="T11" fmla="*/ 0 h 2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0" h="27">
                  <a:moveTo>
                    <a:pt x="3" y="5"/>
                  </a:moveTo>
                  <a:cubicBezTo>
                    <a:pt x="2" y="11"/>
                    <a:pt x="0" y="17"/>
                    <a:pt x="2" y="23"/>
                  </a:cubicBezTo>
                  <a:cubicBezTo>
                    <a:pt x="8" y="22"/>
                    <a:pt x="8" y="14"/>
                    <a:pt x="10" y="9"/>
                  </a:cubicBezTo>
                  <a:cubicBezTo>
                    <a:pt x="11" y="14"/>
                    <a:pt x="12" y="17"/>
                    <a:pt x="14" y="21"/>
                  </a:cubicBezTo>
                  <a:cubicBezTo>
                    <a:pt x="20" y="20"/>
                    <a:pt x="21" y="15"/>
                    <a:pt x="24" y="10"/>
                  </a:cubicBezTo>
                  <a:cubicBezTo>
                    <a:pt x="26" y="27"/>
                    <a:pt x="40" y="12"/>
                    <a:pt x="35" y="0"/>
                  </a:cubicBezTo>
                </a:path>
              </a:pathLst>
            </a:custGeom>
            <a:noFill/>
            <a:ln w="9525" cap="flat">
              <a:solidFill>
                <a:srgbClr val="9E789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632" name="Freeform 522">
              <a:extLst>
                <a:ext uri="{FF2B5EF4-FFF2-40B4-BE49-F238E27FC236}">
                  <a16:creationId xmlns:a16="http://schemas.microsoft.com/office/drawing/2014/main" id="{53EACF41-B0E5-4C94-B62E-76FE3E80898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3" y="1948"/>
              <a:ext cx="30" cy="37"/>
            </a:xfrm>
            <a:custGeom>
              <a:avLst/>
              <a:gdLst>
                <a:gd name="T0" fmla="*/ 56 w 22"/>
                <a:gd name="T1" fmla="*/ 55 h 27"/>
                <a:gd name="T2" fmla="*/ 35 w 22"/>
                <a:gd name="T3" fmla="*/ 15 h 27"/>
                <a:gd name="T4" fmla="*/ 26 w 22"/>
                <a:gd name="T5" fmla="*/ 70 h 27"/>
                <a:gd name="T6" fmla="*/ 0 w 22"/>
                <a:gd name="T7" fmla="*/ 0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27">
                  <a:moveTo>
                    <a:pt x="22" y="21"/>
                  </a:moveTo>
                  <a:cubicBezTo>
                    <a:pt x="19" y="16"/>
                    <a:pt x="17" y="10"/>
                    <a:pt x="14" y="6"/>
                  </a:cubicBezTo>
                  <a:cubicBezTo>
                    <a:pt x="10" y="12"/>
                    <a:pt x="13" y="21"/>
                    <a:pt x="10" y="27"/>
                  </a:cubicBezTo>
                  <a:cubicBezTo>
                    <a:pt x="0" y="21"/>
                    <a:pt x="2" y="9"/>
                    <a:pt x="0" y="0"/>
                  </a:cubicBezTo>
                </a:path>
              </a:pathLst>
            </a:custGeom>
            <a:noFill/>
            <a:ln w="9525" cap="flat">
              <a:solidFill>
                <a:srgbClr val="9E789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633" name="Freeform 523">
              <a:extLst>
                <a:ext uri="{FF2B5EF4-FFF2-40B4-BE49-F238E27FC236}">
                  <a16:creationId xmlns:a16="http://schemas.microsoft.com/office/drawing/2014/main" id="{F25D13E0-2479-4464-ABAC-2C8FCF52B5E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2" y="1998"/>
              <a:ext cx="26" cy="26"/>
            </a:xfrm>
            <a:custGeom>
              <a:avLst/>
              <a:gdLst>
                <a:gd name="T0" fmla="*/ 49 w 19"/>
                <a:gd name="T1" fmla="*/ 10 h 19"/>
                <a:gd name="T2" fmla="*/ 30 w 19"/>
                <a:gd name="T3" fmla="*/ 49 h 19"/>
                <a:gd name="T4" fmla="*/ 29 w 19"/>
                <a:gd name="T5" fmla="*/ 0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9">
                  <a:moveTo>
                    <a:pt x="19" y="4"/>
                  </a:moveTo>
                  <a:cubicBezTo>
                    <a:pt x="18" y="9"/>
                    <a:pt x="16" y="15"/>
                    <a:pt x="12" y="19"/>
                  </a:cubicBezTo>
                  <a:cubicBezTo>
                    <a:pt x="6" y="16"/>
                    <a:pt x="0" y="2"/>
                    <a:pt x="11" y="0"/>
                  </a:cubicBezTo>
                </a:path>
              </a:pathLst>
            </a:custGeom>
            <a:noFill/>
            <a:ln w="9525" cap="flat">
              <a:solidFill>
                <a:srgbClr val="9E789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634" name="Freeform 524">
              <a:extLst>
                <a:ext uri="{FF2B5EF4-FFF2-40B4-BE49-F238E27FC236}">
                  <a16:creationId xmlns:a16="http://schemas.microsoft.com/office/drawing/2014/main" id="{90357B05-23F6-4572-B0B8-A72CEF6C992F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8" y="2081"/>
              <a:ext cx="65" cy="60"/>
            </a:xfrm>
            <a:custGeom>
              <a:avLst/>
              <a:gdLst>
                <a:gd name="T0" fmla="*/ 89 w 48"/>
                <a:gd name="T1" fmla="*/ 22 h 44"/>
                <a:gd name="T2" fmla="*/ 47 w 48"/>
                <a:gd name="T3" fmla="*/ 63 h 44"/>
                <a:gd name="T4" fmla="*/ 33 w 48"/>
                <a:gd name="T5" fmla="*/ 97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44">
                  <a:moveTo>
                    <a:pt x="36" y="9"/>
                  </a:moveTo>
                  <a:cubicBezTo>
                    <a:pt x="0" y="0"/>
                    <a:pt x="48" y="32"/>
                    <a:pt x="19" y="25"/>
                  </a:cubicBezTo>
                  <a:cubicBezTo>
                    <a:pt x="33" y="32"/>
                    <a:pt x="26" y="44"/>
                    <a:pt x="13" y="38"/>
                  </a:cubicBezTo>
                </a:path>
              </a:pathLst>
            </a:custGeom>
            <a:noFill/>
            <a:ln w="9525" cap="flat">
              <a:solidFill>
                <a:srgbClr val="9E789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635" name="Freeform 525">
              <a:extLst>
                <a:ext uri="{FF2B5EF4-FFF2-40B4-BE49-F238E27FC236}">
                  <a16:creationId xmlns:a16="http://schemas.microsoft.com/office/drawing/2014/main" id="{FAE59795-FE87-4204-BA59-74B79E560C97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7" y="2281"/>
              <a:ext cx="24" cy="28"/>
            </a:xfrm>
            <a:custGeom>
              <a:avLst/>
              <a:gdLst>
                <a:gd name="T0" fmla="*/ 43 w 18"/>
                <a:gd name="T1" fmla="*/ 9 h 21"/>
                <a:gd name="T2" fmla="*/ 15 w 18"/>
                <a:gd name="T3" fmla="*/ 41 h 21"/>
                <a:gd name="T4" fmla="*/ 21 w 18"/>
                <a:gd name="T5" fmla="*/ 0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21">
                  <a:moveTo>
                    <a:pt x="18" y="4"/>
                  </a:moveTo>
                  <a:cubicBezTo>
                    <a:pt x="17" y="7"/>
                    <a:pt x="12" y="21"/>
                    <a:pt x="6" y="17"/>
                  </a:cubicBezTo>
                  <a:cubicBezTo>
                    <a:pt x="0" y="14"/>
                    <a:pt x="5" y="3"/>
                    <a:pt x="9" y="0"/>
                  </a:cubicBezTo>
                </a:path>
              </a:pathLst>
            </a:custGeom>
            <a:noFill/>
            <a:ln w="9525" cap="flat">
              <a:solidFill>
                <a:srgbClr val="9E789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636" name="Freeform 526">
              <a:extLst>
                <a:ext uri="{FF2B5EF4-FFF2-40B4-BE49-F238E27FC236}">
                  <a16:creationId xmlns:a16="http://schemas.microsoft.com/office/drawing/2014/main" id="{4265D129-CA3B-42A1-8A1D-63961670A19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1" y="2274"/>
              <a:ext cx="32" cy="27"/>
            </a:xfrm>
            <a:custGeom>
              <a:avLst/>
              <a:gdLst>
                <a:gd name="T0" fmla="*/ 41 w 24"/>
                <a:gd name="T1" fmla="*/ 49 h 20"/>
                <a:gd name="T2" fmla="*/ 23 w 24"/>
                <a:gd name="T3" fmla="*/ 22 h 20"/>
                <a:gd name="T4" fmla="*/ 36 w 24"/>
                <a:gd name="T5" fmla="*/ 0 h 20"/>
                <a:gd name="T6" fmla="*/ 0 w 24"/>
                <a:gd name="T7" fmla="*/ 1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20">
                  <a:moveTo>
                    <a:pt x="17" y="20"/>
                  </a:moveTo>
                  <a:cubicBezTo>
                    <a:pt x="22" y="10"/>
                    <a:pt x="24" y="3"/>
                    <a:pt x="10" y="9"/>
                  </a:cubicBezTo>
                  <a:cubicBezTo>
                    <a:pt x="13" y="6"/>
                    <a:pt x="15" y="3"/>
                    <a:pt x="15" y="0"/>
                  </a:cubicBezTo>
                  <a:cubicBezTo>
                    <a:pt x="10" y="0"/>
                    <a:pt x="5" y="1"/>
                    <a:pt x="0" y="1"/>
                  </a:cubicBezTo>
                </a:path>
              </a:pathLst>
            </a:custGeom>
            <a:noFill/>
            <a:ln w="9525" cap="flat">
              <a:solidFill>
                <a:srgbClr val="9E789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637" name="Freeform 527">
              <a:extLst>
                <a:ext uri="{FF2B5EF4-FFF2-40B4-BE49-F238E27FC236}">
                  <a16:creationId xmlns:a16="http://schemas.microsoft.com/office/drawing/2014/main" id="{25EDB75D-96A6-4A54-9702-26433BE62D6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3" y="2328"/>
              <a:ext cx="22" cy="19"/>
            </a:xfrm>
            <a:custGeom>
              <a:avLst/>
              <a:gdLst>
                <a:gd name="T0" fmla="*/ 41 w 16"/>
                <a:gd name="T1" fmla="*/ 14 h 14"/>
                <a:gd name="T2" fmla="*/ 6 w 16"/>
                <a:gd name="T3" fmla="*/ 35 h 14"/>
                <a:gd name="T4" fmla="*/ 26 w 16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4">
                  <a:moveTo>
                    <a:pt x="16" y="5"/>
                  </a:moveTo>
                  <a:cubicBezTo>
                    <a:pt x="11" y="7"/>
                    <a:pt x="8" y="12"/>
                    <a:pt x="2" y="14"/>
                  </a:cubicBezTo>
                  <a:cubicBezTo>
                    <a:pt x="0" y="9"/>
                    <a:pt x="5" y="3"/>
                    <a:pt x="10" y="0"/>
                  </a:cubicBezTo>
                </a:path>
              </a:pathLst>
            </a:custGeom>
            <a:noFill/>
            <a:ln w="9525" cap="flat">
              <a:solidFill>
                <a:srgbClr val="9E789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638" name="Freeform 528">
              <a:extLst>
                <a:ext uri="{FF2B5EF4-FFF2-40B4-BE49-F238E27FC236}">
                  <a16:creationId xmlns:a16="http://schemas.microsoft.com/office/drawing/2014/main" id="{C385DFE6-D7A7-445D-BAD2-DAD3947491B7}"/>
                </a:ext>
              </a:extLst>
            </p:cNvPr>
            <p:cNvSpPr>
              <a:spLocks/>
            </p:cNvSpPr>
            <p:nvPr/>
          </p:nvSpPr>
          <p:spPr bwMode="auto">
            <a:xfrm>
              <a:off x="5038" y="2221"/>
              <a:ext cx="23" cy="29"/>
            </a:xfrm>
            <a:custGeom>
              <a:avLst/>
              <a:gdLst>
                <a:gd name="T0" fmla="*/ 42 w 17"/>
                <a:gd name="T1" fmla="*/ 32 h 21"/>
                <a:gd name="T2" fmla="*/ 15 w 17"/>
                <a:gd name="T3" fmla="*/ 11 h 21"/>
                <a:gd name="T4" fmla="*/ 32 w 17"/>
                <a:gd name="T5" fmla="*/ 50 h 21"/>
                <a:gd name="T6" fmla="*/ 0 w 17"/>
                <a:gd name="T7" fmla="*/ 40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21">
                  <a:moveTo>
                    <a:pt x="17" y="12"/>
                  </a:moveTo>
                  <a:cubicBezTo>
                    <a:pt x="16" y="9"/>
                    <a:pt x="10" y="0"/>
                    <a:pt x="6" y="4"/>
                  </a:cubicBezTo>
                  <a:cubicBezTo>
                    <a:pt x="2" y="8"/>
                    <a:pt x="13" y="15"/>
                    <a:pt x="13" y="19"/>
                  </a:cubicBezTo>
                  <a:cubicBezTo>
                    <a:pt x="8" y="21"/>
                    <a:pt x="3" y="19"/>
                    <a:pt x="0" y="15"/>
                  </a:cubicBezTo>
                </a:path>
              </a:pathLst>
            </a:custGeom>
            <a:noFill/>
            <a:ln w="9525" cap="flat">
              <a:solidFill>
                <a:srgbClr val="9E789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639" name="Freeform 529">
              <a:extLst>
                <a:ext uri="{FF2B5EF4-FFF2-40B4-BE49-F238E27FC236}">
                  <a16:creationId xmlns:a16="http://schemas.microsoft.com/office/drawing/2014/main" id="{AC1A8968-DBE9-442C-87AF-098964FB25F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7" y="2888"/>
              <a:ext cx="56" cy="16"/>
            </a:xfrm>
            <a:custGeom>
              <a:avLst/>
              <a:gdLst>
                <a:gd name="T0" fmla="*/ 98 w 41"/>
                <a:gd name="T1" fmla="*/ 28 h 12"/>
                <a:gd name="T2" fmla="*/ 97 w 41"/>
                <a:gd name="T3" fmla="*/ 7 h 12"/>
                <a:gd name="T4" fmla="*/ 90 w 41"/>
                <a:gd name="T5" fmla="*/ 21 h 12"/>
                <a:gd name="T6" fmla="*/ 83 w 41"/>
                <a:gd name="T7" fmla="*/ 7 h 12"/>
                <a:gd name="T8" fmla="*/ 75 w 41"/>
                <a:gd name="T9" fmla="*/ 23 h 12"/>
                <a:gd name="T10" fmla="*/ 70 w 41"/>
                <a:gd name="T11" fmla="*/ 1 h 12"/>
                <a:gd name="T12" fmla="*/ 49 w 41"/>
                <a:gd name="T13" fmla="*/ 21 h 12"/>
                <a:gd name="T14" fmla="*/ 42 w 41"/>
                <a:gd name="T15" fmla="*/ 1 h 12"/>
                <a:gd name="T16" fmla="*/ 27 w 41"/>
                <a:gd name="T17" fmla="*/ 23 h 12"/>
                <a:gd name="T18" fmla="*/ 20 w 41"/>
                <a:gd name="T19" fmla="*/ 0 h 12"/>
                <a:gd name="T20" fmla="*/ 0 w 41"/>
                <a:gd name="T21" fmla="*/ 23 h 1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1" h="12">
                  <a:moveTo>
                    <a:pt x="39" y="12"/>
                  </a:moveTo>
                  <a:cubicBezTo>
                    <a:pt x="41" y="11"/>
                    <a:pt x="41" y="5"/>
                    <a:pt x="38" y="3"/>
                  </a:cubicBezTo>
                  <a:cubicBezTo>
                    <a:pt x="36" y="4"/>
                    <a:pt x="34" y="7"/>
                    <a:pt x="35" y="9"/>
                  </a:cubicBezTo>
                  <a:cubicBezTo>
                    <a:pt x="35" y="7"/>
                    <a:pt x="35" y="4"/>
                    <a:pt x="33" y="3"/>
                  </a:cubicBezTo>
                  <a:cubicBezTo>
                    <a:pt x="31" y="4"/>
                    <a:pt x="30" y="7"/>
                    <a:pt x="29" y="10"/>
                  </a:cubicBezTo>
                  <a:cubicBezTo>
                    <a:pt x="28" y="7"/>
                    <a:pt x="29" y="3"/>
                    <a:pt x="27" y="1"/>
                  </a:cubicBezTo>
                  <a:cubicBezTo>
                    <a:pt x="23" y="3"/>
                    <a:pt x="22" y="7"/>
                    <a:pt x="19" y="9"/>
                  </a:cubicBezTo>
                  <a:cubicBezTo>
                    <a:pt x="19" y="6"/>
                    <a:pt x="18" y="3"/>
                    <a:pt x="17" y="1"/>
                  </a:cubicBezTo>
                  <a:cubicBezTo>
                    <a:pt x="14" y="3"/>
                    <a:pt x="13" y="7"/>
                    <a:pt x="11" y="10"/>
                  </a:cubicBezTo>
                  <a:cubicBezTo>
                    <a:pt x="11" y="7"/>
                    <a:pt x="10" y="3"/>
                    <a:pt x="8" y="0"/>
                  </a:cubicBezTo>
                  <a:cubicBezTo>
                    <a:pt x="3" y="0"/>
                    <a:pt x="2" y="7"/>
                    <a:pt x="0" y="10"/>
                  </a:cubicBezTo>
                </a:path>
              </a:pathLst>
            </a:custGeom>
            <a:noFill/>
            <a:ln w="9525" cap="flat">
              <a:solidFill>
                <a:srgbClr val="9E789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640" name="Freeform 530">
              <a:extLst>
                <a:ext uri="{FF2B5EF4-FFF2-40B4-BE49-F238E27FC236}">
                  <a16:creationId xmlns:a16="http://schemas.microsoft.com/office/drawing/2014/main" id="{EB3E9D47-4AD0-4CB7-A965-71B81D4ED99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3" y="2847"/>
              <a:ext cx="26" cy="17"/>
            </a:xfrm>
            <a:custGeom>
              <a:avLst/>
              <a:gdLst>
                <a:gd name="T0" fmla="*/ 40 w 19"/>
                <a:gd name="T1" fmla="*/ 34 h 12"/>
                <a:gd name="T2" fmla="*/ 47 w 19"/>
                <a:gd name="T3" fmla="*/ 1 h 12"/>
                <a:gd name="T4" fmla="*/ 19 w 19"/>
                <a:gd name="T5" fmla="*/ 26 h 12"/>
                <a:gd name="T6" fmla="*/ 19 w 19"/>
                <a:gd name="T7" fmla="*/ 0 h 12"/>
                <a:gd name="T8" fmla="*/ 0 w 19"/>
                <a:gd name="T9" fmla="*/ 23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12">
                  <a:moveTo>
                    <a:pt x="15" y="12"/>
                  </a:moveTo>
                  <a:cubicBezTo>
                    <a:pt x="17" y="9"/>
                    <a:pt x="19" y="5"/>
                    <a:pt x="18" y="1"/>
                  </a:cubicBezTo>
                  <a:cubicBezTo>
                    <a:pt x="14" y="2"/>
                    <a:pt x="10" y="6"/>
                    <a:pt x="7" y="9"/>
                  </a:cubicBezTo>
                  <a:cubicBezTo>
                    <a:pt x="8" y="6"/>
                    <a:pt x="9" y="2"/>
                    <a:pt x="7" y="0"/>
                  </a:cubicBezTo>
                  <a:cubicBezTo>
                    <a:pt x="3" y="1"/>
                    <a:pt x="0" y="5"/>
                    <a:pt x="0" y="8"/>
                  </a:cubicBezTo>
                </a:path>
              </a:pathLst>
            </a:custGeom>
            <a:noFill/>
            <a:ln w="9525" cap="flat">
              <a:solidFill>
                <a:srgbClr val="9E789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641" name="Freeform 531">
              <a:extLst>
                <a:ext uri="{FF2B5EF4-FFF2-40B4-BE49-F238E27FC236}">
                  <a16:creationId xmlns:a16="http://schemas.microsoft.com/office/drawing/2014/main" id="{3C0FCE35-4CE6-4391-BFB2-D3F859F29D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6" y="2310"/>
              <a:ext cx="94" cy="53"/>
            </a:xfrm>
            <a:custGeom>
              <a:avLst/>
              <a:gdLst>
                <a:gd name="T0" fmla="*/ 0 w 69"/>
                <a:gd name="T1" fmla="*/ 79 h 39"/>
                <a:gd name="T2" fmla="*/ 5 w 69"/>
                <a:gd name="T3" fmla="*/ 88 h 39"/>
                <a:gd name="T4" fmla="*/ 10 w 69"/>
                <a:gd name="T5" fmla="*/ 48 h 39"/>
                <a:gd name="T6" fmla="*/ 42 w 69"/>
                <a:gd name="T7" fmla="*/ 91 h 39"/>
                <a:gd name="T8" fmla="*/ 57 w 69"/>
                <a:gd name="T9" fmla="*/ 37 h 39"/>
                <a:gd name="T10" fmla="*/ 76 w 69"/>
                <a:gd name="T11" fmla="*/ 65 h 39"/>
                <a:gd name="T12" fmla="*/ 91 w 69"/>
                <a:gd name="T13" fmla="*/ 41 h 39"/>
                <a:gd name="T14" fmla="*/ 153 w 69"/>
                <a:gd name="T15" fmla="*/ 83 h 39"/>
                <a:gd name="T16" fmla="*/ 173 w 69"/>
                <a:gd name="T17" fmla="*/ 0 h 3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9" h="39">
                  <a:moveTo>
                    <a:pt x="0" y="32"/>
                  </a:moveTo>
                  <a:cubicBezTo>
                    <a:pt x="1" y="33"/>
                    <a:pt x="2" y="34"/>
                    <a:pt x="2" y="35"/>
                  </a:cubicBezTo>
                  <a:cubicBezTo>
                    <a:pt x="1" y="30"/>
                    <a:pt x="1" y="24"/>
                    <a:pt x="4" y="19"/>
                  </a:cubicBezTo>
                  <a:cubicBezTo>
                    <a:pt x="9" y="25"/>
                    <a:pt x="11" y="32"/>
                    <a:pt x="17" y="36"/>
                  </a:cubicBezTo>
                  <a:cubicBezTo>
                    <a:pt x="23" y="31"/>
                    <a:pt x="23" y="22"/>
                    <a:pt x="23" y="15"/>
                  </a:cubicBezTo>
                  <a:cubicBezTo>
                    <a:pt x="24" y="20"/>
                    <a:pt x="26" y="23"/>
                    <a:pt x="30" y="26"/>
                  </a:cubicBezTo>
                  <a:cubicBezTo>
                    <a:pt x="31" y="24"/>
                    <a:pt x="36" y="19"/>
                    <a:pt x="36" y="16"/>
                  </a:cubicBezTo>
                  <a:cubicBezTo>
                    <a:pt x="40" y="23"/>
                    <a:pt x="50" y="39"/>
                    <a:pt x="60" y="33"/>
                  </a:cubicBezTo>
                  <a:cubicBezTo>
                    <a:pt x="69" y="27"/>
                    <a:pt x="67" y="9"/>
                    <a:pt x="68" y="0"/>
                  </a:cubicBezTo>
                </a:path>
              </a:pathLst>
            </a:custGeom>
            <a:noFill/>
            <a:ln w="9525" cap="flat">
              <a:solidFill>
                <a:srgbClr val="9E789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642" name="Freeform 532">
              <a:extLst>
                <a:ext uri="{FF2B5EF4-FFF2-40B4-BE49-F238E27FC236}">
                  <a16:creationId xmlns:a16="http://schemas.microsoft.com/office/drawing/2014/main" id="{44B772D7-98EC-4E8B-861B-8DD64ABDF3D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6" y="3662"/>
              <a:ext cx="155" cy="52"/>
            </a:xfrm>
            <a:custGeom>
              <a:avLst/>
              <a:gdLst>
                <a:gd name="T0" fmla="*/ 19 w 114"/>
                <a:gd name="T1" fmla="*/ 21 h 39"/>
                <a:gd name="T2" fmla="*/ 0 w 114"/>
                <a:gd name="T3" fmla="*/ 59 h 39"/>
                <a:gd name="T4" fmla="*/ 1 w 114"/>
                <a:gd name="T5" fmla="*/ 63 h 39"/>
                <a:gd name="T6" fmla="*/ 181 w 114"/>
                <a:gd name="T7" fmla="*/ 52 h 39"/>
                <a:gd name="T8" fmla="*/ 281 w 114"/>
                <a:gd name="T9" fmla="*/ 92 h 39"/>
                <a:gd name="T10" fmla="*/ 284 w 114"/>
                <a:gd name="T11" fmla="*/ 85 h 39"/>
                <a:gd name="T12" fmla="*/ 284 w 114"/>
                <a:gd name="T13" fmla="*/ 63 h 39"/>
                <a:gd name="T14" fmla="*/ 284 w 114"/>
                <a:gd name="T15" fmla="*/ 48 h 39"/>
                <a:gd name="T16" fmla="*/ 174 w 114"/>
                <a:gd name="T17" fmla="*/ 7 h 39"/>
                <a:gd name="T18" fmla="*/ 19 w 114"/>
                <a:gd name="T19" fmla="*/ 21 h 3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4" h="39">
                  <a:moveTo>
                    <a:pt x="7" y="9"/>
                  </a:moveTo>
                  <a:cubicBezTo>
                    <a:pt x="5" y="10"/>
                    <a:pt x="1" y="21"/>
                    <a:pt x="0" y="25"/>
                  </a:cubicBezTo>
                  <a:cubicBezTo>
                    <a:pt x="0" y="26"/>
                    <a:pt x="0" y="27"/>
                    <a:pt x="1" y="26"/>
                  </a:cubicBezTo>
                  <a:cubicBezTo>
                    <a:pt x="8" y="22"/>
                    <a:pt x="47" y="17"/>
                    <a:pt x="72" y="22"/>
                  </a:cubicBezTo>
                  <a:cubicBezTo>
                    <a:pt x="88" y="24"/>
                    <a:pt x="106" y="32"/>
                    <a:pt x="112" y="39"/>
                  </a:cubicBezTo>
                  <a:cubicBezTo>
                    <a:pt x="112" y="39"/>
                    <a:pt x="113" y="39"/>
                    <a:pt x="113" y="36"/>
                  </a:cubicBezTo>
                  <a:cubicBezTo>
                    <a:pt x="113" y="33"/>
                    <a:pt x="113" y="29"/>
                    <a:pt x="113" y="26"/>
                  </a:cubicBezTo>
                  <a:cubicBezTo>
                    <a:pt x="113" y="23"/>
                    <a:pt x="114" y="21"/>
                    <a:pt x="113" y="20"/>
                  </a:cubicBezTo>
                  <a:cubicBezTo>
                    <a:pt x="102" y="10"/>
                    <a:pt x="84" y="5"/>
                    <a:pt x="69" y="3"/>
                  </a:cubicBezTo>
                  <a:cubicBezTo>
                    <a:pt x="51" y="0"/>
                    <a:pt x="21" y="1"/>
                    <a:pt x="7" y="9"/>
                  </a:cubicBezTo>
                  <a:close/>
                </a:path>
              </a:pathLst>
            </a:custGeom>
            <a:solidFill>
              <a:srgbClr val="EFC1DF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fr-FR"/>
            </a:p>
          </p:txBody>
        </p:sp>
        <p:sp>
          <p:nvSpPr>
            <p:cNvPr id="45643" name="Freeform 533">
              <a:extLst>
                <a:ext uri="{FF2B5EF4-FFF2-40B4-BE49-F238E27FC236}">
                  <a16:creationId xmlns:a16="http://schemas.microsoft.com/office/drawing/2014/main" id="{B32BB2D8-DD4B-4ED7-840A-3B94320B1B7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0" y="3605"/>
              <a:ext cx="143" cy="53"/>
            </a:xfrm>
            <a:custGeom>
              <a:avLst/>
              <a:gdLst>
                <a:gd name="T0" fmla="*/ 24 w 106"/>
                <a:gd name="T1" fmla="*/ 22 h 39"/>
                <a:gd name="T2" fmla="*/ 1 w 106"/>
                <a:gd name="T3" fmla="*/ 72 h 39"/>
                <a:gd name="T4" fmla="*/ 5 w 106"/>
                <a:gd name="T5" fmla="*/ 72 h 39"/>
                <a:gd name="T6" fmla="*/ 140 w 106"/>
                <a:gd name="T7" fmla="*/ 53 h 39"/>
                <a:gd name="T8" fmla="*/ 259 w 106"/>
                <a:gd name="T9" fmla="*/ 98 h 39"/>
                <a:gd name="T10" fmla="*/ 254 w 106"/>
                <a:gd name="T11" fmla="*/ 41 h 39"/>
                <a:gd name="T12" fmla="*/ 131 w 106"/>
                <a:gd name="T13" fmla="*/ 0 h 39"/>
                <a:gd name="T14" fmla="*/ 24 w 106"/>
                <a:gd name="T15" fmla="*/ 22 h 3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6" h="39">
                  <a:moveTo>
                    <a:pt x="10" y="9"/>
                  </a:moveTo>
                  <a:cubicBezTo>
                    <a:pt x="4" y="13"/>
                    <a:pt x="0" y="29"/>
                    <a:pt x="1" y="29"/>
                  </a:cubicBezTo>
                  <a:cubicBezTo>
                    <a:pt x="1" y="29"/>
                    <a:pt x="2" y="29"/>
                    <a:pt x="2" y="29"/>
                  </a:cubicBezTo>
                  <a:cubicBezTo>
                    <a:pt x="12" y="25"/>
                    <a:pt x="36" y="20"/>
                    <a:pt x="57" y="21"/>
                  </a:cubicBezTo>
                  <a:cubicBezTo>
                    <a:pt x="77" y="23"/>
                    <a:pt x="101" y="33"/>
                    <a:pt x="105" y="39"/>
                  </a:cubicBezTo>
                  <a:cubicBezTo>
                    <a:pt x="105" y="39"/>
                    <a:pt x="106" y="18"/>
                    <a:pt x="103" y="16"/>
                  </a:cubicBezTo>
                  <a:cubicBezTo>
                    <a:pt x="93" y="6"/>
                    <a:pt x="72" y="0"/>
                    <a:pt x="53" y="0"/>
                  </a:cubicBezTo>
                  <a:cubicBezTo>
                    <a:pt x="27" y="0"/>
                    <a:pt x="15" y="4"/>
                    <a:pt x="10" y="9"/>
                  </a:cubicBezTo>
                  <a:close/>
                </a:path>
              </a:pathLst>
            </a:custGeom>
            <a:solidFill>
              <a:srgbClr val="EFC1DF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fr-FR"/>
            </a:p>
          </p:txBody>
        </p:sp>
        <p:sp>
          <p:nvSpPr>
            <p:cNvPr id="45644" name="Freeform 534">
              <a:extLst>
                <a:ext uri="{FF2B5EF4-FFF2-40B4-BE49-F238E27FC236}">
                  <a16:creationId xmlns:a16="http://schemas.microsoft.com/office/drawing/2014/main" id="{FEF49F99-5242-439A-8E81-4523FE6F13CD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3" y="3662"/>
              <a:ext cx="155" cy="52"/>
            </a:xfrm>
            <a:custGeom>
              <a:avLst/>
              <a:gdLst>
                <a:gd name="T0" fmla="*/ 268 w 114"/>
                <a:gd name="T1" fmla="*/ 21 h 39"/>
                <a:gd name="T2" fmla="*/ 287 w 114"/>
                <a:gd name="T3" fmla="*/ 59 h 39"/>
                <a:gd name="T4" fmla="*/ 284 w 114"/>
                <a:gd name="T5" fmla="*/ 63 h 39"/>
                <a:gd name="T6" fmla="*/ 106 w 114"/>
                <a:gd name="T7" fmla="*/ 52 h 39"/>
                <a:gd name="T8" fmla="*/ 5 w 114"/>
                <a:gd name="T9" fmla="*/ 92 h 39"/>
                <a:gd name="T10" fmla="*/ 1 w 114"/>
                <a:gd name="T11" fmla="*/ 85 h 39"/>
                <a:gd name="T12" fmla="*/ 1 w 114"/>
                <a:gd name="T13" fmla="*/ 63 h 39"/>
                <a:gd name="T14" fmla="*/ 1 w 114"/>
                <a:gd name="T15" fmla="*/ 48 h 39"/>
                <a:gd name="T16" fmla="*/ 113 w 114"/>
                <a:gd name="T17" fmla="*/ 7 h 39"/>
                <a:gd name="T18" fmla="*/ 268 w 114"/>
                <a:gd name="T19" fmla="*/ 21 h 3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4" h="39">
                  <a:moveTo>
                    <a:pt x="107" y="9"/>
                  </a:moveTo>
                  <a:cubicBezTo>
                    <a:pt x="109" y="10"/>
                    <a:pt x="113" y="21"/>
                    <a:pt x="114" y="25"/>
                  </a:cubicBezTo>
                  <a:cubicBezTo>
                    <a:pt x="114" y="26"/>
                    <a:pt x="114" y="27"/>
                    <a:pt x="113" y="26"/>
                  </a:cubicBezTo>
                  <a:cubicBezTo>
                    <a:pt x="106" y="22"/>
                    <a:pt x="67" y="17"/>
                    <a:pt x="42" y="22"/>
                  </a:cubicBezTo>
                  <a:cubicBezTo>
                    <a:pt x="26" y="24"/>
                    <a:pt x="7" y="32"/>
                    <a:pt x="2" y="39"/>
                  </a:cubicBezTo>
                  <a:cubicBezTo>
                    <a:pt x="2" y="39"/>
                    <a:pt x="1" y="39"/>
                    <a:pt x="1" y="36"/>
                  </a:cubicBezTo>
                  <a:cubicBezTo>
                    <a:pt x="1" y="33"/>
                    <a:pt x="1" y="29"/>
                    <a:pt x="1" y="26"/>
                  </a:cubicBezTo>
                  <a:cubicBezTo>
                    <a:pt x="1" y="23"/>
                    <a:pt x="0" y="21"/>
                    <a:pt x="1" y="20"/>
                  </a:cubicBezTo>
                  <a:cubicBezTo>
                    <a:pt x="12" y="10"/>
                    <a:pt x="30" y="5"/>
                    <a:pt x="45" y="3"/>
                  </a:cubicBezTo>
                  <a:cubicBezTo>
                    <a:pt x="63" y="0"/>
                    <a:pt x="93" y="1"/>
                    <a:pt x="107" y="9"/>
                  </a:cubicBezTo>
                  <a:close/>
                </a:path>
              </a:pathLst>
            </a:custGeom>
            <a:solidFill>
              <a:srgbClr val="EFC1DF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fr-FR"/>
            </a:p>
          </p:txBody>
        </p:sp>
        <p:sp>
          <p:nvSpPr>
            <p:cNvPr id="45645" name="Freeform 535">
              <a:extLst>
                <a:ext uri="{FF2B5EF4-FFF2-40B4-BE49-F238E27FC236}">
                  <a16:creationId xmlns:a16="http://schemas.microsoft.com/office/drawing/2014/main" id="{4389C9F3-3D52-46D0-B2F7-0ED072C836C0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0" y="3605"/>
              <a:ext cx="144" cy="53"/>
            </a:xfrm>
            <a:custGeom>
              <a:avLst/>
              <a:gdLst>
                <a:gd name="T0" fmla="*/ 240 w 106"/>
                <a:gd name="T1" fmla="*/ 22 h 39"/>
                <a:gd name="T2" fmla="*/ 264 w 106"/>
                <a:gd name="T3" fmla="*/ 72 h 39"/>
                <a:gd name="T4" fmla="*/ 261 w 106"/>
                <a:gd name="T5" fmla="*/ 72 h 39"/>
                <a:gd name="T6" fmla="*/ 124 w 106"/>
                <a:gd name="T7" fmla="*/ 53 h 39"/>
                <a:gd name="T8" fmla="*/ 1 w 106"/>
                <a:gd name="T9" fmla="*/ 98 h 39"/>
                <a:gd name="T10" fmla="*/ 7 w 106"/>
                <a:gd name="T11" fmla="*/ 41 h 39"/>
                <a:gd name="T12" fmla="*/ 133 w 106"/>
                <a:gd name="T13" fmla="*/ 0 h 39"/>
                <a:gd name="T14" fmla="*/ 240 w 106"/>
                <a:gd name="T15" fmla="*/ 22 h 3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6" h="39">
                  <a:moveTo>
                    <a:pt x="96" y="9"/>
                  </a:moveTo>
                  <a:cubicBezTo>
                    <a:pt x="102" y="13"/>
                    <a:pt x="106" y="29"/>
                    <a:pt x="105" y="29"/>
                  </a:cubicBezTo>
                  <a:cubicBezTo>
                    <a:pt x="105" y="29"/>
                    <a:pt x="104" y="29"/>
                    <a:pt x="104" y="29"/>
                  </a:cubicBezTo>
                  <a:cubicBezTo>
                    <a:pt x="94" y="25"/>
                    <a:pt x="70" y="20"/>
                    <a:pt x="49" y="21"/>
                  </a:cubicBezTo>
                  <a:cubicBezTo>
                    <a:pt x="29" y="23"/>
                    <a:pt x="5" y="33"/>
                    <a:pt x="1" y="39"/>
                  </a:cubicBezTo>
                  <a:cubicBezTo>
                    <a:pt x="1" y="39"/>
                    <a:pt x="0" y="18"/>
                    <a:pt x="3" y="16"/>
                  </a:cubicBezTo>
                  <a:cubicBezTo>
                    <a:pt x="13" y="6"/>
                    <a:pt x="34" y="0"/>
                    <a:pt x="53" y="0"/>
                  </a:cubicBezTo>
                  <a:cubicBezTo>
                    <a:pt x="79" y="0"/>
                    <a:pt x="91" y="4"/>
                    <a:pt x="96" y="9"/>
                  </a:cubicBezTo>
                  <a:close/>
                </a:path>
              </a:pathLst>
            </a:custGeom>
            <a:solidFill>
              <a:srgbClr val="EFC1DF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fr-FR"/>
            </a:p>
          </p:txBody>
        </p:sp>
        <p:sp>
          <p:nvSpPr>
            <p:cNvPr id="45646" name="Freeform 536">
              <a:extLst>
                <a:ext uri="{FF2B5EF4-FFF2-40B4-BE49-F238E27FC236}">
                  <a16:creationId xmlns:a16="http://schemas.microsoft.com/office/drawing/2014/main" id="{E32919F0-E97D-46A1-8E8C-F82AA535780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7" y="3605"/>
              <a:ext cx="101" cy="15"/>
            </a:xfrm>
            <a:custGeom>
              <a:avLst/>
              <a:gdLst>
                <a:gd name="T0" fmla="*/ 188 w 74"/>
                <a:gd name="T1" fmla="*/ 26 h 11"/>
                <a:gd name="T2" fmla="*/ 0 w 74"/>
                <a:gd name="T3" fmla="*/ 27 h 11"/>
                <a:gd name="T4" fmla="*/ 188 w 74"/>
                <a:gd name="T5" fmla="*/ 26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4" h="11">
                  <a:moveTo>
                    <a:pt x="74" y="10"/>
                  </a:moveTo>
                  <a:cubicBezTo>
                    <a:pt x="42" y="0"/>
                    <a:pt x="9" y="6"/>
                    <a:pt x="0" y="11"/>
                  </a:cubicBezTo>
                  <a:cubicBezTo>
                    <a:pt x="13" y="9"/>
                    <a:pt x="48" y="4"/>
                    <a:pt x="74" y="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647" name="Freeform 537">
              <a:extLst>
                <a:ext uri="{FF2B5EF4-FFF2-40B4-BE49-F238E27FC236}">
                  <a16:creationId xmlns:a16="http://schemas.microsoft.com/office/drawing/2014/main" id="{8F2B4DD2-98D4-4A6E-88AF-158AB0FFA70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5" y="3661"/>
              <a:ext cx="113" cy="18"/>
            </a:xfrm>
            <a:custGeom>
              <a:avLst/>
              <a:gdLst>
                <a:gd name="T0" fmla="*/ 0 w 83"/>
                <a:gd name="T1" fmla="*/ 22 h 14"/>
                <a:gd name="T2" fmla="*/ 210 w 83"/>
                <a:gd name="T3" fmla="*/ 30 h 14"/>
                <a:gd name="T4" fmla="*/ 0 w 83"/>
                <a:gd name="T5" fmla="*/ 22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3" h="14">
                  <a:moveTo>
                    <a:pt x="0" y="10"/>
                  </a:moveTo>
                  <a:cubicBezTo>
                    <a:pt x="11" y="7"/>
                    <a:pt x="46" y="0"/>
                    <a:pt x="83" y="14"/>
                  </a:cubicBezTo>
                  <a:cubicBezTo>
                    <a:pt x="77" y="12"/>
                    <a:pt x="32" y="4"/>
                    <a:pt x="0" y="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648" name="Freeform 538">
              <a:extLst>
                <a:ext uri="{FF2B5EF4-FFF2-40B4-BE49-F238E27FC236}">
                  <a16:creationId xmlns:a16="http://schemas.microsoft.com/office/drawing/2014/main" id="{FBDD6C2A-625C-4866-A2F6-5587FBE78C00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0" y="3605"/>
              <a:ext cx="100" cy="15"/>
            </a:xfrm>
            <a:custGeom>
              <a:avLst/>
              <a:gdLst>
                <a:gd name="T0" fmla="*/ 0 w 74"/>
                <a:gd name="T1" fmla="*/ 26 h 11"/>
                <a:gd name="T2" fmla="*/ 182 w 74"/>
                <a:gd name="T3" fmla="*/ 27 h 11"/>
                <a:gd name="T4" fmla="*/ 0 w 74"/>
                <a:gd name="T5" fmla="*/ 26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4" h="11">
                  <a:moveTo>
                    <a:pt x="0" y="10"/>
                  </a:moveTo>
                  <a:cubicBezTo>
                    <a:pt x="32" y="0"/>
                    <a:pt x="65" y="6"/>
                    <a:pt x="74" y="11"/>
                  </a:cubicBezTo>
                  <a:cubicBezTo>
                    <a:pt x="61" y="9"/>
                    <a:pt x="26" y="4"/>
                    <a:pt x="0" y="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649" name="Freeform 539">
              <a:extLst>
                <a:ext uri="{FF2B5EF4-FFF2-40B4-BE49-F238E27FC236}">
                  <a16:creationId xmlns:a16="http://schemas.microsoft.com/office/drawing/2014/main" id="{E6E6A8F5-A36C-4565-B154-EC34547ABDD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0" y="3661"/>
              <a:ext cx="113" cy="18"/>
            </a:xfrm>
            <a:custGeom>
              <a:avLst/>
              <a:gdLst>
                <a:gd name="T0" fmla="*/ 210 w 83"/>
                <a:gd name="T1" fmla="*/ 22 h 14"/>
                <a:gd name="T2" fmla="*/ 0 w 83"/>
                <a:gd name="T3" fmla="*/ 30 h 14"/>
                <a:gd name="T4" fmla="*/ 210 w 83"/>
                <a:gd name="T5" fmla="*/ 22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3" h="14">
                  <a:moveTo>
                    <a:pt x="83" y="10"/>
                  </a:moveTo>
                  <a:cubicBezTo>
                    <a:pt x="72" y="7"/>
                    <a:pt x="37" y="0"/>
                    <a:pt x="0" y="14"/>
                  </a:cubicBezTo>
                  <a:cubicBezTo>
                    <a:pt x="6" y="12"/>
                    <a:pt x="51" y="4"/>
                    <a:pt x="83" y="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</p:grpSp>
      <p:grpSp>
        <p:nvGrpSpPr>
          <p:cNvPr id="45060" name="full-body-male-excess-weight">
            <a:extLst>
              <a:ext uri="{FF2B5EF4-FFF2-40B4-BE49-F238E27FC236}">
                <a16:creationId xmlns:a16="http://schemas.microsoft.com/office/drawing/2014/main" id="{A6106960-AE9D-4082-8807-8A2D15BA0F8B}"/>
              </a:ext>
            </a:extLst>
          </p:cNvPr>
          <p:cNvGrpSpPr>
            <a:grpSpLocks/>
          </p:cNvGrpSpPr>
          <p:nvPr/>
        </p:nvGrpSpPr>
        <p:grpSpPr bwMode="auto">
          <a:xfrm>
            <a:off x="2106613" y="1419225"/>
            <a:ext cx="1474787" cy="4500563"/>
            <a:chOff x="336" y="960"/>
            <a:chExt cx="929" cy="2835"/>
          </a:xfrm>
        </p:grpSpPr>
        <p:sp>
          <p:nvSpPr>
            <p:cNvPr id="45350" name="Freeform 541">
              <a:extLst>
                <a:ext uri="{FF2B5EF4-FFF2-40B4-BE49-F238E27FC236}">
                  <a16:creationId xmlns:a16="http://schemas.microsoft.com/office/drawing/2014/main" id="{934E9A8A-384B-4D35-9A91-BD3A036C68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" y="1300"/>
              <a:ext cx="929" cy="2495"/>
            </a:xfrm>
            <a:custGeom>
              <a:avLst/>
              <a:gdLst>
                <a:gd name="T0" fmla="*/ 1275 w 685"/>
                <a:gd name="T1" fmla="*/ 182 h 1850"/>
                <a:gd name="T2" fmla="*/ 1613 w 685"/>
                <a:gd name="T3" fmla="*/ 817 h 1850"/>
                <a:gd name="T4" fmla="*/ 1701 w 685"/>
                <a:gd name="T5" fmla="*/ 1211 h 1850"/>
                <a:gd name="T6" fmla="*/ 1709 w 685"/>
                <a:gd name="T7" fmla="*/ 1730 h 1850"/>
                <a:gd name="T8" fmla="*/ 1674 w 685"/>
                <a:gd name="T9" fmla="*/ 1873 h 1850"/>
                <a:gd name="T10" fmla="*/ 1633 w 685"/>
                <a:gd name="T11" fmla="*/ 1937 h 1850"/>
                <a:gd name="T12" fmla="*/ 1547 w 685"/>
                <a:gd name="T13" fmla="*/ 1987 h 1850"/>
                <a:gd name="T14" fmla="*/ 1507 w 685"/>
                <a:gd name="T15" fmla="*/ 1957 h 1850"/>
                <a:gd name="T16" fmla="*/ 1539 w 685"/>
                <a:gd name="T17" fmla="*/ 1904 h 1850"/>
                <a:gd name="T18" fmla="*/ 1566 w 685"/>
                <a:gd name="T19" fmla="*/ 1814 h 1850"/>
                <a:gd name="T20" fmla="*/ 1533 w 685"/>
                <a:gd name="T21" fmla="*/ 1850 h 1850"/>
                <a:gd name="T22" fmla="*/ 1492 w 685"/>
                <a:gd name="T23" fmla="*/ 1783 h 1850"/>
                <a:gd name="T24" fmla="*/ 1547 w 685"/>
                <a:gd name="T25" fmla="*/ 1610 h 1850"/>
                <a:gd name="T26" fmla="*/ 1490 w 685"/>
                <a:gd name="T27" fmla="*/ 1293 h 1850"/>
                <a:gd name="T28" fmla="*/ 1409 w 685"/>
                <a:gd name="T29" fmla="*/ 1484 h 1850"/>
                <a:gd name="T30" fmla="*/ 1406 w 685"/>
                <a:gd name="T31" fmla="*/ 2498 h 1850"/>
                <a:gd name="T32" fmla="*/ 1199 w 685"/>
                <a:gd name="T33" fmla="*/ 3724 h 1850"/>
                <a:gd name="T34" fmla="*/ 1122 w 685"/>
                <a:gd name="T35" fmla="*/ 4215 h 1850"/>
                <a:gd name="T36" fmla="*/ 1210 w 685"/>
                <a:gd name="T37" fmla="*/ 4382 h 1850"/>
                <a:gd name="T38" fmla="*/ 1248 w 685"/>
                <a:gd name="T39" fmla="*/ 4469 h 1850"/>
                <a:gd name="T40" fmla="*/ 1207 w 685"/>
                <a:gd name="T41" fmla="*/ 4496 h 1850"/>
                <a:gd name="T42" fmla="*/ 1141 w 685"/>
                <a:gd name="T43" fmla="*/ 4517 h 1850"/>
                <a:gd name="T44" fmla="*/ 940 w 685"/>
                <a:gd name="T45" fmla="*/ 4498 h 1850"/>
                <a:gd name="T46" fmla="*/ 895 w 685"/>
                <a:gd name="T47" fmla="*/ 4335 h 1850"/>
                <a:gd name="T48" fmla="*/ 913 w 685"/>
                <a:gd name="T49" fmla="*/ 4085 h 1850"/>
                <a:gd name="T50" fmla="*/ 883 w 685"/>
                <a:gd name="T51" fmla="*/ 2855 h 1850"/>
                <a:gd name="T52" fmla="*/ 800 w 685"/>
                <a:gd name="T53" fmla="*/ 3160 h 1850"/>
                <a:gd name="T54" fmla="*/ 793 w 685"/>
                <a:gd name="T55" fmla="*/ 4085 h 1850"/>
                <a:gd name="T56" fmla="*/ 793 w 685"/>
                <a:gd name="T57" fmla="*/ 4391 h 1850"/>
                <a:gd name="T58" fmla="*/ 719 w 685"/>
                <a:gd name="T59" fmla="*/ 4529 h 1850"/>
                <a:gd name="T60" fmla="*/ 510 w 685"/>
                <a:gd name="T61" fmla="*/ 4506 h 1850"/>
                <a:gd name="T62" fmla="*/ 464 w 685"/>
                <a:gd name="T63" fmla="*/ 4482 h 1850"/>
                <a:gd name="T64" fmla="*/ 456 w 685"/>
                <a:gd name="T65" fmla="*/ 4465 h 1850"/>
                <a:gd name="T66" fmla="*/ 556 w 685"/>
                <a:gd name="T67" fmla="*/ 4287 h 1850"/>
                <a:gd name="T68" fmla="*/ 589 w 685"/>
                <a:gd name="T69" fmla="*/ 4152 h 1850"/>
                <a:gd name="T70" fmla="*/ 449 w 685"/>
                <a:gd name="T71" fmla="*/ 3218 h 1850"/>
                <a:gd name="T72" fmla="*/ 300 w 685"/>
                <a:gd name="T73" fmla="*/ 2020 h 1850"/>
                <a:gd name="T74" fmla="*/ 327 w 685"/>
                <a:gd name="T75" fmla="*/ 964 h 1850"/>
                <a:gd name="T76" fmla="*/ 167 w 685"/>
                <a:gd name="T77" fmla="*/ 1501 h 1850"/>
                <a:gd name="T78" fmla="*/ 184 w 685"/>
                <a:gd name="T79" fmla="*/ 1653 h 1850"/>
                <a:gd name="T80" fmla="*/ 226 w 685"/>
                <a:gd name="T81" fmla="*/ 1862 h 1850"/>
                <a:gd name="T82" fmla="*/ 161 w 685"/>
                <a:gd name="T83" fmla="*/ 1794 h 1850"/>
                <a:gd name="T84" fmla="*/ 134 w 685"/>
                <a:gd name="T85" fmla="*/ 1869 h 1850"/>
                <a:gd name="T86" fmla="*/ 184 w 685"/>
                <a:gd name="T87" fmla="*/ 1926 h 1850"/>
                <a:gd name="T88" fmla="*/ 187 w 685"/>
                <a:gd name="T89" fmla="*/ 1976 h 1850"/>
                <a:gd name="T90" fmla="*/ 138 w 685"/>
                <a:gd name="T91" fmla="*/ 1977 h 1850"/>
                <a:gd name="T92" fmla="*/ 62 w 685"/>
                <a:gd name="T93" fmla="*/ 1919 h 1850"/>
                <a:gd name="T94" fmla="*/ 22 w 685"/>
                <a:gd name="T95" fmla="*/ 1858 h 1850"/>
                <a:gd name="T96" fmla="*/ 5 w 685"/>
                <a:gd name="T97" fmla="*/ 1637 h 1850"/>
                <a:gd name="T98" fmla="*/ 37 w 685"/>
                <a:gd name="T99" fmla="*/ 985 h 1850"/>
                <a:gd name="T100" fmla="*/ 167 w 685"/>
                <a:gd name="T101" fmla="*/ 511 h 1850"/>
                <a:gd name="T102" fmla="*/ 677 w 685"/>
                <a:gd name="T103" fmla="*/ 78 h 1850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0" t="0" r="r" b="b"/>
              <a:pathLst>
                <a:path w="685" h="1850">
                  <a:moveTo>
                    <a:pt x="405" y="0"/>
                  </a:moveTo>
                  <a:cubicBezTo>
                    <a:pt x="406" y="16"/>
                    <a:pt x="410" y="31"/>
                    <a:pt x="416" y="35"/>
                  </a:cubicBezTo>
                  <a:cubicBezTo>
                    <a:pt x="436" y="44"/>
                    <a:pt x="476" y="60"/>
                    <a:pt x="511" y="74"/>
                  </a:cubicBezTo>
                  <a:cubicBezTo>
                    <a:pt x="542" y="87"/>
                    <a:pt x="557" y="90"/>
                    <a:pt x="577" y="112"/>
                  </a:cubicBezTo>
                  <a:cubicBezTo>
                    <a:pt x="597" y="133"/>
                    <a:pt x="609" y="187"/>
                    <a:pt x="618" y="208"/>
                  </a:cubicBezTo>
                  <a:cubicBezTo>
                    <a:pt x="628" y="231"/>
                    <a:pt x="646" y="321"/>
                    <a:pt x="647" y="333"/>
                  </a:cubicBezTo>
                  <a:cubicBezTo>
                    <a:pt x="648" y="336"/>
                    <a:pt x="648" y="336"/>
                    <a:pt x="648" y="336"/>
                  </a:cubicBezTo>
                  <a:cubicBezTo>
                    <a:pt x="653" y="355"/>
                    <a:pt x="664" y="382"/>
                    <a:pt x="670" y="401"/>
                  </a:cubicBezTo>
                  <a:cubicBezTo>
                    <a:pt x="675" y="420"/>
                    <a:pt x="680" y="474"/>
                    <a:pt x="682" y="494"/>
                  </a:cubicBezTo>
                  <a:cubicBezTo>
                    <a:pt x="684" y="538"/>
                    <a:pt x="685" y="581"/>
                    <a:pt x="683" y="625"/>
                  </a:cubicBezTo>
                  <a:cubicBezTo>
                    <a:pt x="683" y="639"/>
                    <a:pt x="683" y="653"/>
                    <a:pt x="683" y="667"/>
                  </a:cubicBezTo>
                  <a:cubicBezTo>
                    <a:pt x="683" y="679"/>
                    <a:pt x="685" y="696"/>
                    <a:pt x="685" y="705"/>
                  </a:cubicBezTo>
                  <a:cubicBezTo>
                    <a:pt x="685" y="715"/>
                    <a:pt x="682" y="732"/>
                    <a:pt x="681" y="739"/>
                  </a:cubicBezTo>
                  <a:cubicBezTo>
                    <a:pt x="680" y="746"/>
                    <a:pt x="677" y="755"/>
                    <a:pt x="676" y="758"/>
                  </a:cubicBezTo>
                  <a:cubicBezTo>
                    <a:pt x="675" y="761"/>
                    <a:pt x="671" y="764"/>
                    <a:pt x="671" y="764"/>
                  </a:cubicBezTo>
                  <a:cubicBezTo>
                    <a:pt x="671" y="764"/>
                    <a:pt x="664" y="775"/>
                    <a:pt x="663" y="778"/>
                  </a:cubicBezTo>
                  <a:cubicBezTo>
                    <a:pt x="662" y="780"/>
                    <a:pt x="660" y="782"/>
                    <a:pt x="660" y="782"/>
                  </a:cubicBezTo>
                  <a:cubicBezTo>
                    <a:pt x="660" y="782"/>
                    <a:pt x="658" y="786"/>
                    <a:pt x="655" y="790"/>
                  </a:cubicBezTo>
                  <a:cubicBezTo>
                    <a:pt x="652" y="793"/>
                    <a:pt x="643" y="796"/>
                    <a:pt x="643" y="796"/>
                  </a:cubicBezTo>
                  <a:cubicBezTo>
                    <a:pt x="643" y="796"/>
                    <a:pt x="632" y="803"/>
                    <a:pt x="630" y="806"/>
                  </a:cubicBezTo>
                  <a:cubicBezTo>
                    <a:pt x="628" y="808"/>
                    <a:pt x="623" y="808"/>
                    <a:pt x="620" y="810"/>
                  </a:cubicBezTo>
                  <a:cubicBezTo>
                    <a:pt x="617" y="813"/>
                    <a:pt x="608" y="815"/>
                    <a:pt x="608" y="813"/>
                  </a:cubicBezTo>
                  <a:cubicBezTo>
                    <a:pt x="607" y="810"/>
                    <a:pt x="609" y="805"/>
                    <a:pt x="609" y="805"/>
                  </a:cubicBezTo>
                  <a:cubicBezTo>
                    <a:pt x="605" y="804"/>
                    <a:pt x="602" y="804"/>
                    <a:pt x="604" y="798"/>
                  </a:cubicBezTo>
                  <a:cubicBezTo>
                    <a:pt x="606" y="791"/>
                    <a:pt x="609" y="788"/>
                    <a:pt x="620" y="788"/>
                  </a:cubicBezTo>
                  <a:cubicBezTo>
                    <a:pt x="617" y="787"/>
                    <a:pt x="613" y="787"/>
                    <a:pt x="611" y="785"/>
                  </a:cubicBezTo>
                  <a:cubicBezTo>
                    <a:pt x="609" y="783"/>
                    <a:pt x="613" y="777"/>
                    <a:pt x="617" y="776"/>
                  </a:cubicBezTo>
                  <a:cubicBezTo>
                    <a:pt x="621" y="774"/>
                    <a:pt x="628" y="774"/>
                    <a:pt x="628" y="774"/>
                  </a:cubicBezTo>
                  <a:cubicBezTo>
                    <a:pt x="629" y="770"/>
                    <a:pt x="631" y="762"/>
                    <a:pt x="631" y="762"/>
                  </a:cubicBezTo>
                  <a:cubicBezTo>
                    <a:pt x="628" y="757"/>
                    <a:pt x="628" y="741"/>
                    <a:pt x="628" y="739"/>
                  </a:cubicBezTo>
                  <a:cubicBezTo>
                    <a:pt x="628" y="736"/>
                    <a:pt x="624" y="727"/>
                    <a:pt x="623" y="727"/>
                  </a:cubicBezTo>
                  <a:cubicBezTo>
                    <a:pt x="622" y="726"/>
                    <a:pt x="620" y="728"/>
                    <a:pt x="620" y="731"/>
                  </a:cubicBezTo>
                  <a:cubicBezTo>
                    <a:pt x="620" y="734"/>
                    <a:pt x="616" y="747"/>
                    <a:pt x="614" y="754"/>
                  </a:cubicBezTo>
                  <a:cubicBezTo>
                    <a:pt x="612" y="761"/>
                    <a:pt x="610" y="779"/>
                    <a:pt x="596" y="778"/>
                  </a:cubicBezTo>
                  <a:cubicBezTo>
                    <a:pt x="587" y="778"/>
                    <a:pt x="594" y="762"/>
                    <a:pt x="594" y="759"/>
                  </a:cubicBezTo>
                  <a:cubicBezTo>
                    <a:pt x="594" y="755"/>
                    <a:pt x="598" y="731"/>
                    <a:pt x="598" y="727"/>
                  </a:cubicBezTo>
                  <a:cubicBezTo>
                    <a:pt x="597" y="723"/>
                    <a:pt x="598" y="712"/>
                    <a:pt x="599" y="708"/>
                  </a:cubicBezTo>
                  <a:cubicBezTo>
                    <a:pt x="599" y="704"/>
                    <a:pt x="609" y="678"/>
                    <a:pt x="611" y="674"/>
                  </a:cubicBezTo>
                  <a:cubicBezTo>
                    <a:pt x="612" y="671"/>
                    <a:pt x="617" y="662"/>
                    <a:pt x="620" y="656"/>
                  </a:cubicBezTo>
                  <a:cubicBezTo>
                    <a:pt x="622" y="650"/>
                    <a:pt x="623" y="646"/>
                    <a:pt x="623" y="643"/>
                  </a:cubicBezTo>
                  <a:cubicBezTo>
                    <a:pt x="622" y="633"/>
                    <a:pt x="619" y="622"/>
                    <a:pt x="618" y="612"/>
                  </a:cubicBezTo>
                  <a:cubicBezTo>
                    <a:pt x="614" y="583"/>
                    <a:pt x="604" y="555"/>
                    <a:pt x="597" y="527"/>
                  </a:cubicBezTo>
                  <a:cubicBezTo>
                    <a:pt x="591" y="509"/>
                    <a:pt x="573" y="462"/>
                    <a:pt x="571" y="443"/>
                  </a:cubicBezTo>
                  <a:cubicBezTo>
                    <a:pt x="570" y="426"/>
                    <a:pt x="557" y="410"/>
                    <a:pt x="554" y="393"/>
                  </a:cubicBezTo>
                  <a:cubicBezTo>
                    <a:pt x="562" y="441"/>
                    <a:pt x="572" y="536"/>
                    <a:pt x="565" y="605"/>
                  </a:cubicBezTo>
                  <a:cubicBezTo>
                    <a:pt x="554" y="717"/>
                    <a:pt x="553" y="696"/>
                    <a:pt x="557" y="729"/>
                  </a:cubicBezTo>
                  <a:cubicBezTo>
                    <a:pt x="557" y="753"/>
                    <a:pt x="563" y="796"/>
                    <a:pt x="565" y="824"/>
                  </a:cubicBezTo>
                  <a:cubicBezTo>
                    <a:pt x="568" y="852"/>
                    <a:pt x="567" y="908"/>
                    <a:pt x="564" y="1018"/>
                  </a:cubicBezTo>
                  <a:cubicBezTo>
                    <a:pt x="561" y="1112"/>
                    <a:pt x="532" y="1182"/>
                    <a:pt x="530" y="1205"/>
                  </a:cubicBezTo>
                  <a:cubicBezTo>
                    <a:pt x="526" y="1238"/>
                    <a:pt x="514" y="1281"/>
                    <a:pt x="500" y="1318"/>
                  </a:cubicBezTo>
                  <a:cubicBezTo>
                    <a:pt x="485" y="1356"/>
                    <a:pt x="504" y="1430"/>
                    <a:pt x="481" y="1518"/>
                  </a:cubicBezTo>
                  <a:cubicBezTo>
                    <a:pt x="456" y="1614"/>
                    <a:pt x="452" y="1662"/>
                    <a:pt x="451" y="1679"/>
                  </a:cubicBezTo>
                  <a:cubicBezTo>
                    <a:pt x="450" y="1687"/>
                    <a:pt x="448" y="1691"/>
                    <a:pt x="448" y="1693"/>
                  </a:cubicBezTo>
                  <a:cubicBezTo>
                    <a:pt x="450" y="1699"/>
                    <a:pt x="453" y="1709"/>
                    <a:pt x="450" y="1718"/>
                  </a:cubicBezTo>
                  <a:cubicBezTo>
                    <a:pt x="450" y="1720"/>
                    <a:pt x="449" y="1725"/>
                    <a:pt x="451" y="1729"/>
                  </a:cubicBezTo>
                  <a:cubicBezTo>
                    <a:pt x="453" y="1734"/>
                    <a:pt x="457" y="1741"/>
                    <a:pt x="462" y="1748"/>
                  </a:cubicBezTo>
                  <a:cubicBezTo>
                    <a:pt x="480" y="1768"/>
                    <a:pt x="478" y="1782"/>
                    <a:pt x="485" y="1786"/>
                  </a:cubicBezTo>
                  <a:cubicBezTo>
                    <a:pt x="492" y="1790"/>
                    <a:pt x="495" y="1794"/>
                    <a:pt x="498" y="1801"/>
                  </a:cubicBezTo>
                  <a:cubicBezTo>
                    <a:pt x="500" y="1808"/>
                    <a:pt x="507" y="1816"/>
                    <a:pt x="502" y="1820"/>
                  </a:cubicBezTo>
                  <a:cubicBezTo>
                    <a:pt x="501" y="1821"/>
                    <a:pt x="501" y="1821"/>
                    <a:pt x="500" y="1822"/>
                  </a:cubicBezTo>
                  <a:cubicBezTo>
                    <a:pt x="499" y="1822"/>
                    <a:pt x="499" y="1822"/>
                    <a:pt x="499" y="1822"/>
                  </a:cubicBezTo>
                  <a:cubicBezTo>
                    <a:pt x="500" y="1824"/>
                    <a:pt x="500" y="1826"/>
                    <a:pt x="499" y="1827"/>
                  </a:cubicBezTo>
                  <a:cubicBezTo>
                    <a:pt x="496" y="1832"/>
                    <a:pt x="491" y="1833"/>
                    <a:pt x="484" y="1833"/>
                  </a:cubicBezTo>
                  <a:cubicBezTo>
                    <a:pt x="484" y="1832"/>
                    <a:pt x="484" y="1832"/>
                    <a:pt x="484" y="1832"/>
                  </a:cubicBezTo>
                  <a:cubicBezTo>
                    <a:pt x="483" y="1834"/>
                    <a:pt x="483" y="1835"/>
                    <a:pt x="481" y="1837"/>
                  </a:cubicBezTo>
                  <a:cubicBezTo>
                    <a:pt x="477" y="1844"/>
                    <a:pt x="463" y="1846"/>
                    <a:pt x="457" y="1841"/>
                  </a:cubicBezTo>
                  <a:cubicBezTo>
                    <a:pt x="449" y="1845"/>
                    <a:pt x="434" y="1846"/>
                    <a:pt x="428" y="1839"/>
                  </a:cubicBezTo>
                  <a:cubicBezTo>
                    <a:pt x="424" y="1850"/>
                    <a:pt x="407" y="1848"/>
                    <a:pt x="397" y="1846"/>
                  </a:cubicBezTo>
                  <a:cubicBezTo>
                    <a:pt x="387" y="1845"/>
                    <a:pt x="382" y="1838"/>
                    <a:pt x="377" y="1834"/>
                  </a:cubicBezTo>
                  <a:cubicBezTo>
                    <a:pt x="371" y="1829"/>
                    <a:pt x="367" y="1825"/>
                    <a:pt x="368" y="1815"/>
                  </a:cubicBezTo>
                  <a:cubicBezTo>
                    <a:pt x="370" y="1804"/>
                    <a:pt x="369" y="1804"/>
                    <a:pt x="367" y="1790"/>
                  </a:cubicBezTo>
                  <a:cubicBezTo>
                    <a:pt x="367" y="1783"/>
                    <a:pt x="360" y="1780"/>
                    <a:pt x="359" y="1767"/>
                  </a:cubicBezTo>
                  <a:cubicBezTo>
                    <a:pt x="358" y="1757"/>
                    <a:pt x="366" y="1714"/>
                    <a:pt x="365" y="1708"/>
                  </a:cubicBezTo>
                  <a:cubicBezTo>
                    <a:pt x="363" y="1696"/>
                    <a:pt x="363" y="1684"/>
                    <a:pt x="367" y="1665"/>
                  </a:cubicBezTo>
                  <a:cubicBezTo>
                    <a:pt x="366" y="1665"/>
                    <a:pt x="366" y="1665"/>
                    <a:pt x="366" y="1665"/>
                  </a:cubicBezTo>
                  <a:cubicBezTo>
                    <a:pt x="373" y="1588"/>
                    <a:pt x="366" y="1550"/>
                    <a:pt x="357" y="1474"/>
                  </a:cubicBezTo>
                  <a:cubicBezTo>
                    <a:pt x="347" y="1398"/>
                    <a:pt x="358" y="1326"/>
                    <a:pt x="361" y="1290"/>
                  </a:cubicBezTo>
                  <a:cubicBezTo>
                    <a:pt x="364" y="1254"/>
                    <a:pt x="358" y="1219"/>
                    <a:pt x="354" y="1164"/>
                  </a:cubicBezTo>
                  <a:cubicBezTo>
                    <a:pt x="345" y="1087"/>
                    <a:pt x="342" y="1059"/>
                    <a:pt x="342" y="951"/>
                  </a:cubicBezTo>
                  <a:cubicBezTo>
                    <a:pt x="342" y="1128"/>
                    <a:pt x="336" y="1090"/>
                    <a:pt x="331" y="1164"/>
                  </a:cubicBezTo>
                  <a:cubicBezTo>
                    <a:pt x="327" y="1219"/>
                    <a:pt x="318" y="1252"/>
                    <a:pt x="321" y="1288"/>
                  </a:cubicBezTo>
                  <a:cubicBezTo>
                    <a:pt x="324" y="1324"/>
                    <a:pt x="338" y="1398"/>
                    <a:pt x="328" y="1474"/>
                  </a:cubicBezTo>
                  <a:cubicBezTo>
                    <a:pt x="319" y="1550"/>
                    <a:pt x="312" y="1588"/>
                    <a:pt x="319" y="1665"/>
                  </a:cubicBezTo>
                  <a:cubicBezTo>
                    <a:pt x="318" y="1665"/>
                    <a:pt x="318" y="1665"/>
                    <a:pt x="318" y="1665"/>
                  </a:cubicBezTo>
                  <a:cubicBezTo>
                    <a:pt x="322" y="1684"/>
                    <a:pt x="321" y="1696"/>
                    <a:pt x="320" y="1708"/>
                  </a:cubicBezTo>
                  <a:cubicBezTo>
                    <a:pt x="319" y="1714"/>
                    <a:pt x="327" y="1757"/>
                    <a:pt x="326" y="1767"/>
                  </a:cubicBezTo>
                  <a:cubicBezTo>
                    <a:pt x="325" y="1780"/>
                    <a:pt x="318" y="1783"/>
                    <a:pt x="318" y="1790"/>
                  </a:cubicBezTo>
                  <a:cubicBezTo>
                    <a:pt x="316" y="1804"/>
                    <a:pt x="315" y="1804"/>
                    <a:pt x="316" y="1815"/>
                  </a:cubicBezTo>
                  <a:cubicBezTo>
                    <a:pt x="318" y="1825"/>
                    <a:pt x="314" y="1829"/>
                    <a:pt x="308" y="1834"/>
                  </a:cubicBezTo>
                  <a:cubicBezTo>
                    <a:pt x="302" y="1838"/>
                    <a:pt x="298" y="1845"/>
                    <a:pt x="288" y="1846"/>
                  </a:cubicBezTo>
                  <a:cubicBezTo>
                    <a:pt x="277" y="1848"/>
                    <a:pt x="260" y="1850"/>
                    <a:pt x="256" y="1839"/>
                  </a:cubicBezTo>
                  <a:cubicBezTo>
                    <a:pt x="251" y="1846"/>
                    <a:pt x="236" y="1845"/>
                    <a:pt x="228" y="1841"/>
                  </a:cubicBezTo>
                  <a:cubicBezTo>
                    <a:pt x="222" y="1846"/>
                    <a:pt x="208" y="1844"/>
                    <a:pt x="204" y="1837"/>
                  </a:cubicBezTo>
                  <a:cubicBezTo>
                    <a:pt x="202" y="1835"/>
                    <a:pt x="202" y="1834"/>
                    <a:pt x="201" y="1832"/>
                  </a:cubicBezTo>
                  <a:cubicBezTo>
                    <a:pt x="201" y="1833"/>
                    <a:pt x="201" y="1833"/>
                    <a:pt x="201" y="1833"/>
                  </a:cubicBezTo>
                  <a:cubicBezTo>
                    <a:pt x="194" y="1833"/>
                    <a:pt x="189" y="1832"/>
                    <a:pt x="186" y="1827"/>
                  </a:cubicBezTo>
                  <a:cubicBezTo>
                    <a:pt x="185" y="1826"/>
                    <a:pt x="185" y="1824"/>
                    <a:pt x="186" y="1822"/>
                  </a:cubicBezTo>
                  <a:cubicBezTo>
                    <a:pt x="185" y="1822"/>
                    <a:pt x="185" y="1822"/>
                    <a:pt x="185" y="1822"/>
                  </a:cubicBezTo>
                  <a:cubicBezTo>
                    <a:pt x="184" y="1821"/>
                    <a:pt x="184" y="1821"/>
                    <a:pt x="183" y="1820"/>
                  </a:cubicBezTo>
                  <a:cubicBezTo>
                    <a:pt x="178" y="1816"/>
                    <a:pt x="185" y="1808"/>
                    <a:pt x="187" y="1801"/>
                  </a:cubicBezTo>
                  <a:cubicBezTo>
                    <a:pt x="190" y="1794"/>
                    <a:pt x="193" y="1790"/>
                    <a:pt x="200" y="1786"/>
                  </a:cubicBezTo>
                  <a:cubicBezTo>
                    <a:pt x="207" y="1782"/>
                    <a:pt x="205" y="1768"/>
                    <a:pt x="223" y="1748"/>
                  </a:cubicBezTo>
                  <a:cubicBezTo>
                    <a:pt x="228" y="1741"/>
                    <a:pt x="232" y="1734"/>
                    <a:pt x="234" y="1729"/>
                  </a:cubicBezTo>
                  <a:cubicBezTo>
                    <a:pt x="236" y="1725"/>
                    <a:pt x="235" y="1720"/>
                    <a:pt x="235" y="1718"/>
                  </a:cubicBezTo>
                  <a:cubicBezTo>
                    <a:pt x="232" y="1709"/>
                    <a:pt x="235" y="1699"/>
                    <a:pt x="236" y="1693"/>
                  </a:cubicBezTo>
                  <a:cubicBezTo>
                    <a:pt x="237" y="1691"/>
                    <a:pt x="235" y="1687"/>
                    <a:pt x="234" y="1679"/>
                  </a:cubicBezTo>
                  <a:cubicBezTo>
                    <a:pt x="233" y="1662"/>
                    <a:pt x="231" y="1613"/>
                    <a:pt x="204" y="1518"/>
                  </a:cubicBezTo>
                  <a:cubicBezTo>
                    <a:pt x="178" y="1424"/>
                    <a:pt x="195" y="1350"/>
                    <a:pt x="180" y="1312"/>
                  </a:cubicBezTo>
                  <a:cubicBezTo>
                    <a:pt x="166" y="1275"/>
                    <a:pt x="158" y="1216"/>
                    <a:pt x="156" y="1192"/>
                  </a:cubicBezTo>
                  <a:cubicBezTo>
                    <a:pt x="155" y="1168"/>
                    <a:pt x="126" y="1112"/>
                    <a:pt x="121" y="1018"/>
                  </a:cubicBezTo>
                  <a:cubicBezTo>
                    <a:pt x="115" y="908"/>
                    <a:pt x="117" y="852"/>
                    <a:pt x="120" y="824"/>
                  </a:cubicBezTo>
                  <a:cubicBezTo>
                    <a:pt x="122" y="796"/>
                    <a:pt x="128" y="753"/>
                    <a:pt x="128" y="729"/>
                  </a:cubicBezTo>
                  <a:cubicBezTo>
                    <a:pt x="132" y="696"/>
                    <a:pt x="130" y="717"/>
                    <a:pt x="120" y="605"/>
                  </a:cubicBezTo>
                  <a:cubicBezTo>
                    <a:pt x="113" y="536"/>
                    <a:pt x="123" y="441"/>
                    <a:pt x="131" y="393"/>
                  </a:cubicBezTo>
                  <a:cubicBezTo>
                    <a:pt x="128" y="410"/>
                    <a:pt x="115" y="426"/>
                    <a:pt x="113" y="443"/>
                  </a:cubicBezTo>
                  <a:cubicBezTo>
                    <a:pt x="112" y="462"/>
                    <a:pt x="93" y="509"/>
                    <a:pt x="88" y="527"/>
                  </a:cubicBezTo>
                  <a:cubicBezTo>
                    <a:pt x="80" y="555"/>
                    <a:pt x="71" y="583"/>
                    <a:pt x="67" y="612"/>
                  </a:cubicBezTo>
                  <a:cubicBezTo>
                    <a:pt x="66" y="622"/>
                    <a:pt x="63" y="633"/>
                    <a:pt x="62" y="643"/>
                  </a:cubicBezTo>
                  <a:cubicBezTo>
                    <a:pt x="62" y="646"/>
                    <a:pt x="63" y="650"/>
                    <a:pt x="65" y="656"/>
                  </a:cubicBezTo>
                  <a:cubicBezTo>
                    <a:pt x="68" y="662"/>
                    <a:pt x="73" y="671"/>
                    <a:pt x="74" y="674"/>
                  </a:cubicBezTo>
                  <a:cubicBezTo>
                    <a:pt x="76" y="678"/>
                    <a:pt x="86" y="704"/>
                    <a:pt x="86" y="708"/>
                  </a:cubicBezTo>
                  <a:cubicBezTo>
                    <a:pt x="87" y="712"/>
                    <a:pt x="88" y="723"/>
                    <a:pt x="87" y="727"/>
                  </a:cubicBezTo>
                  <a:cubicBezTo>
                    <a:pt x="87" y="731"/>
                    <a:pt x="91" y="755"/>
                    <a:pt x="91" y="759"/>
                  </a:cubicBezTo>
                  <a:cubicBezTo>
                    <a:pt x="91" y="762"/>
                    <a:pt x="97" y="778"/>
                    <a:pt x="89" y="778"/>
                  </a:cubicBezTo>
                  <a:cubicBezTo>
                    <a:pt x="75" y="779"/>
                    <a:pt x="72" y="761"/>
                    <a:pt x="71" y="754"/>
                  </a:cubicBezTo>
                  <a:cubicBezTo>
                    <a:pt x="69" y="747"/>
                    <a:pt x="65" y="734"/>
                    <a:pt x="65" y="731"/>
                  </a:cubicBezTo>
                  <a:cubicBezTo>
                    <a:pt x="65" y="728"/>
                    <a:pt x="63" y="726"/>
                    <a:pt x="62" y="727"/>
                  </a:cubicBezTo>
                  <a:cubicBezTo>
                    <a:pt x="61" y="727"/>
                    <a:pt x="57" y="736"/>
                    <a:pt x="57" y="739"/>
                  </a:cubicBezTo>
                  <a:cubicBezTo>
                    <a:pt x="57" y="741"/>
                    <a:pt x="56" y="757"/>
                    <a:pt x="54" y="762"/>
                  </a:cubicBezTo>
                  <a:cubicBezTo>
                    <a:pt x="54" y="762"/>
                    <a:pt x="56" y="770"/>
                    <a:pt x="56" y="774"/>
                  </a:cubicBezTo>
                  <a:cubicBezTo>
                    <a:pt x="56" y="774"/>
                    <a:pt x="64" y="774"/>
                    <a:pt x="68" y="776"/>
                  </a:cubicBezTo>
                  <a:cubicBezTo>
                    <a:pt x="72" y="777"/>
                    <a:pt x="76" y="783"/>
                    <a:pt x="74" y="785"/>
                  </a:cubicBezTo>
                  <a:cubicBezTo>
                    <a:pt x="72" y="787"/>
                    <a:pt x="68" y="787"/>
                    <a:pt x="65" y="788"/>
                  </a:cubicBezTo>
                  <a:cubicBezTo>
                    <a:pt x="76" y="788"/>
                    <a:pt x="79" y="791"/>
                    <a:pt x="81" y="798"/>
                  </a:cubicBezTo>
                  <a:cubicBezTo>
                    <a:pt x="83" y="804"/>
                    <a:pt x="80" y="804"/>
                    <a:pt x="75" y="805"/>
                  </a:cubicBezTo>
                  <a:cubicBezTo>
                    <a:pt x="75" y="805"/>
                    <a:pt x="78" y="810"/>
                    <a:pt x="77" y="813"/>
                  </a:cubicBezTo>
                  <a:cubicBezTo>
                    <a:pt x="77" y="815"/>
                    <a:pt x="68" y="813"/>
                    <a:pt x="65" y="810"/>
                  </a:cubicBezTo>
                  <a:cubicBezTo>
                    <a:pt x="62" y="808"/>
                    <a:pt x="57" y="808"/>
                    <a:pt x="55" y="806"/>
                  </a:cubicBezTo>
                  <a:cubicBezTo>
                    <a:pt x="53" y="803"/>
                    <a:pt x="42" y="796"/>
                    <a:pt x="42" y="796"/>
                  </a:cubicBezTo>
                  <a:cubicBezTo>
                    <a:pt x="42" y="796"/>
                    <a:pt x="33" y="793"/>
                    <a:pt x="30" y="790"/>
                  </a:cubicBezTo>
                  <a:cubicBezTo>
                    <a:pt x="27" y="786"/>
                    <a:pt x="25" y="782"/>
                    <a:pt x="25" y="782"/>
                  </a:cubicBezTo>
                  <a:cubicBezTo>
                    <a:pt x="25" y="782"/>
                    <a:pt x="23" y="780"/>
                    <a:pt x="22" y="778"/>
                  </a:cubicBezTo>
                  <a:cubicBezTo>
                    <a:pt x="21" y="775"/>
                    <a:pt x="14" y="764"/>
                    <a:pt x="14" y="764"/>
                  </a:cubicBezTo>
                  <a:cubicBezTo>
                    <a:pt x="14" y="764"/>
                    <a:pt x="9" y="761"/>
                    <a:pt x="9" y="758"/>
                  </a:cubicBezTo>
                  <a:cubicBezTo>
                    <a:pt x="8" y="755"/>
                    <a:pt x="5" y="746"/>
                    <a:pt x="4" y="739"/>
                  </a:cubicBezTo>
                  <a:cubicBezTo>
                    <a:pt x="3" y="732"/>
                    <a:pt x="0" y="715"/>
                    <a:pt x="0" y="705"/>
                  </a:cubicBezTo>
                  <a:cubicBezTo>
                    <a:pt x="0" y="696"/>
                    <a:pt x="2" y="679"/>
                    <a:pt x="2" y="667"/>
                  </a:cubicBezTo>
                  <a:cubicBezTo>
                    <a:pt x="2" y="653"/>
                    <a:pt x="2" y="639"/>
                    <a:pt x="2" y="625"/>
                  </a:cubicBezTo>
                  <a:cubicBezTo>
                    <a:pt x="0" y="581"/>
                    <a:pt x="1" y="538"/>
                    <a:pt x="3" y="494"/>
                  </a:cubicBezTo>
                  <a:cubicBezTo>
                    <a:pt x="4" y="474"/>
                    <a:pt x="10" y="420"/>
                    <a:pt x="15" y="401"/>
                  </a:cubicBezTo>
                  <a:cubicBezTo>
                    <a:pt x="21" y="382"/>
                    <a:pt x="32" y="355"/>
                    <a:pt x="37" y="336"/>
                  </a:cubicBezTo>
                  <a:cubicBezTo>
                    <a:pt x="38" y="333"/>
                    <a:pt x="38" y="333"/>
                    <a:pt x="38" y="333"/>
                  </a:cubicBezTo>
                  <a:cubicBezTo>
                    <a:pt x="39" y="321"/>
                    <a:pt x="57" y="231"/>
                    <a:pt x="67" y="208"/>
                  </a:cubicBezTo>
                  <a:cubicBezTo>
                    <a:pt x="76" y="187"/>
                    <a:pt x="88" y="133"/>
                    <a:pt x="108" y="112"/>
                  </a:cubicBezTo>
                  <a:cubicBezTo>
                    <a:pt x="128" y="90"/>
                    <a:pt x="143" y="87"/>
                    <a:pt x="174" y="74"/>
                  </a:cubicBezTo>
                  <a:cubicBezTo>
                    <a:pt x="209" y="60"/>
                    <a:pt x="251" y="41"/>
                    <a:pt x="271" y="32"/>
                  </a:cubicBezTo>
                  <a:cubicBezTo>
                    <a:pt x="277" y="28"/>
                    <a:pt x="278" y="16"/>
                    <a:pt x="279" y="0"/>
                  </a:cubicBezTo>
                </a:path>
              </a:pathLst>
            </a:custGeom>
            <a:solidFill>
              <a:srgbClr val="FEF2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351" name="Freeform 542">
              <a:extLst>
                <a:ext uri="{FF2B5EF4-FFF2-40B4-BE49-F238E27FC236}">
                  <a16:creationId xmlns:a16="http://schemas.microsoft.com/office/drawing/2014/main" id="{0B2CB06A-EC98-421D-9765-E88B35AB2EAC}"/>
                </a:ext>
              </a:extLst>
            </p:cNvPr>
            <p:cNvSpPr>
              <a:spLocks/>
            </p:cNvSpPr>
            <p:nvPr/>
          </p:nvSpPr>
          <p:spPr bwMode="auto">
            <a:xfrm>
              <a:off x="690" y="1029"/>
              <a:ext cx="220" cy="336"/>
            </a:xfrm>
            <a:custGeom>
              <a:avLst/>
              <a:gdLst>
                <a:gd name="T0" fmla="*/ 391 w 162"/>
                <a:gd name="T1" fmla="*/ 155 h 249"/>
                <a:gd name="T2" fmla="*/ 356 w 162"/>
                <a:gd name="T3" fmla="*/ 35 h 249"/>
                <a:gd name="T4" fmla="*/ 259 w 162"/>
                <a:gd name="T5" fmla="*/ 30 h 249"/>
                <a:gd name="T6" fmla="*/ 194 w 162"/>
                <a:gd name="T7" fmla="*/ 20 h 249"/>
                <a:gd name="T8" fmla="*/ 124 w 162"/>
                <a:gd name="T9" fmla="*/ 16 h 249"/>
                <a:gd name="T10" fmla="*/ 61 w 162"/>
                <a:gd name="T11" fmla="*/ 9 h 249"/>
                <a:gd name="T12" fmla="*/ 10 w 162"/>
                <a:gd name="T13" fmla="*/ 97 h 249"/>
                <a:gd name="T14" fmla="*/ 19 w 162"/>
                <a:gd name="T15" fmla="*/ 142 h 249"/>
                <a:gd name="T16" fmla="*/ 15 w 162"/>
                <a:gd name="T17" fmla="*/ 209 h 249"/>
                <a:gd name="T18" fmla="*/ 10 w 162"/>
                <a:gd name="T19" fmla="*/ 364 h 249"/>
                <a:gd name="T20" fmla="*/ 48 w 162"/>
                <a:gd name="T21" fmla="*/ 505 h 249"/>
                <a:gd name="T22" fmla="*/ 205 w 162"/>
                <a:gd name="T23" fmla="*/ 611 h 249"/>
                <a:gd name="T24" fmla="*/ 357 w 162"/>
                <a:gd name="T25" fmla="*/ 505 h 249"/>
                <a:gd name="T26" fmla="*/ 401 w 162"/>
                <a:gd name="T27" fmla="*/ 364 h 249"/>
                <a:gd name="T28" fmla="*/ 392 w 162"/>
                <a:gd name="T29" fmla="*/ 205 h 249"/>
                <a:gd name="T30" fmla="*/ 391 w 162"/>
                <a:gd name="T31" fmla="*/ 155 h 24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62" h="249">
                  <a:moveTo>
                    <a:pt x="156" y="63"/>
                  </a:moveTo>
                  <a:cubicBezTo>
                    <a:pt x="158" y="44"/>
                    <a:pt x="161" y="25"/>
                    <a:pt x="142" y="14"/>
                  </a:cubicBezTo>
                  <a:cubicBezTo>
                    <a:pt x="129" y="6"/>
                    <a:pt x="118" y="11"/>
                    <a:pt x="104" y="12"/>
                  </a:cubicBezTo>
                  <a:cubicBezTo>
                    <a:pt x="95" y="12"/>
                    <a:pt x="87" y="8"/>
                    <a:pt x="77" y="8"/>
                  </a:cubicBezTo>
                  <a:cubicBezTo>
                    <a:pt x="67" y="8"/>
                    <a:pt x="58" y="10"/>
                    <a:pt x="49" y="7"/>
                  </a:cubicBezTo>
                  <a:cubicBezTo>
                    <a:pt x="40" y="4"/>
                    <a:pt x="33" y="0"/>
                    <a:pt x="24" y="4"/>
                  </a:cubicBezTo>
                  <a:cubicBezTo>
                    <a:pt x="11" y="11"/>
                    <a:pt x="0" y="24"/>
                    <a:pt x="4" y="39"/>
                  </a:cubicBezTo>
                  <a:cubicBezTo>
                    <a:pt x="5" y="46"/>
                    <a:pt x="7" y="52"/>
                    <a:pt x="7" y="58"/>
                  </a:cubicBezTo>
                  <a:cubicBezTo>
                    <a:pt x="8" y="64"/>
                    <a:pt x="6" y="82"/>
                    <a:pt x="6" y="85"/>
                  </a:cubicBezTo>
                  <a:cubicBezTo>
                    <a:pt x="1" y="105"/>
                    <a:pt x="3" y="131"/>
                    <a:pt x="4" y="148"/>
                  </a:cubicBezTo>
                  <a:cubicBezTo>
                    <a:pt x="4" y="167"/>
                    <a:pt x="13" y="190"/>
                    <a:pt x="19" y="205"/>
                  </a:cubicBezTo>
                  <a:cubicBezTo>
                    <a:pt x="24" y="218"/>
                    <a:pt x="41" y="249"/>
                    <a:pt x="82" y="249"/>
                  </a:cubicBezTo>
                  <a:cubicBezTo>
                    <a:pt x="122" y="249"/>
                    <a:pt x="138" y="219"/>
                    <a:pt x="143" y="205"/>
                  </a:cubicBezTo>
                  <a:cubicBezTo>
                    <a:pt x="148" y="191"/>
                    <a:pt x="159" y="167"/>
                    <a:pt x="160" y="148"/>
                  </a:cubicBezTo>
                  <a:cubicBezTo>
                    <a:pt x="160" y="131"/>
                    <a:pt x="162" y="104"/>
                    <a:pt x="157" y="84"/>
                  </a:cubicBezTo>
                  <a:cubicBezTo>
                    <a:pt x="156" y="81"/>
                    <a:pt x="155" y="67"/>
                    <a:pt x="156" y="63"/>
                  </a:cubicBezTo>
                  <a:close/>
                </a:path>
              </a:pathLst>
            </a:custGeom>
            <a:solidFill>
              <a:srgbClr val="FEF2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352" name="Freeform 543">
              <a:extLst>
                <a:ext uri="{FF2B5EF4-FFF2-40B4-BE49-F238E27FC236}">
                  <a16:creationId xmlns:a16="http://schemas.microsoft.com/office/drawing/2014/main" id="{76762C02-DF16-43DB-A4E1-7C1EA720C69B}"/>
                </a:ext>
              </a:extLst>
            </p:cNvPr>
            <p:cNvSpPr>
              <a:spLocks/>
            </p:cNvSpPr>
            <p:nvPr/>
          </p:nvSpPr>
          <p:spPr bwMode="auto">
            <a:xfrm>
              <a:off x="670" y="1133"/>
              <a:ext cx="26" cy="105"/>
            </a:xfrm>
            <a:custGeom>
              <a:avLst/>
              <a:gdLst>
                <a:gd name="T0" fmla="*/ 49 w 19"/>
                <a:gd name="T1" fmla="*/ 174 h 78"/>
                <a:gd name="T2" fmla="*/ 47 w 19"/>
                <a:gd name="T3" fmla="*/ 90 h 78"/>
                <a:gd name="T4" fmla="*/ 47 w 19"/>
                <a:gd name="T5" fmla="*/ 90 h 78"/>
                <a:gd name="T6" fmla="*/ 30 w 19"/>
                <a:gd name="T7" fmla="*/ 42 h 78"/>
                <a:gd name="T8" fmla="*/ 29 w 19"/>
                <a:gd name="T9" fmla="*/ 22 h 78"/>
                <a:gd name="T10" fmla="*/ 26 w 19"/>
                <a:gd name="T11" fmla="*/ 12 h 78"/>
                <a:gd name="T12" fmla="*/ 26 w 19"/>
                <a:gd name="T13" fmla="*/ 12 h 78"/>
                <a:gd name="T14" fmla="*/ 21 w 19"/>
                <a:gd name="T15" fmla="*/ 5 h 78"/>
                <a:gd name="T16" fmla="*/ 0 w 19"/>
                <a:gd name="T17" fmla="*/ 20 h 78"/>
                <a:gd name="T18" fmla="*/ 7 w 19"/>
                <a:gd name="T19" fmla="*/ 69 h 78"/>
                <a:gd name="T20" fmla="*/ 10 w 19"/>
                <a:gd name="T21" fmla="*/ 114 h 78"/>
                <a:gd name="T22" fmla="*/ 15 w 19"/>
                <a:gd name="T23" fmla="*/ 147 h 78"/>
                <a:gd name="T24" fmla="*/ 29 w 19"/>
                <a:gd name="T25" fmla="*/ 171 h 78"/>
                <a:gd name="T26" fmla="*/ 49 w 19"/>
                <a:gd name="T27" fmla="*/ 190 h 78"/>
                <a:gd name="T28" fmla="*/ 49 w 19"/>
                <a:gd name="T29" fmla="*/ 174 h 7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9" h="78">
                  <a:moveTo>
                    <a:pt x="19" y="71"/>
                  </a:moveTo>
                  <a:cubicBezTo>
                    <a:pt x="18" y="61"/>
                    <a:pt x="18" y="50"/>
                    <a:pt x="18" y="37"/>
                  </a:cubicBezTo>
                  <a:cubicBezTo>
                    <a:pt x="18" y="37"/>
                    <a:pt x="18" y="37"/>
                    <a:pt x="18" y="37"/>
                  </a:cubicBezTo>
                  <a:cubicBezTo>
                    <a:pt x="16" y="30"/>
                    <a:pt x="12" y="17"/>
                    <a:pt x="12" y="17"/>
                  </a:cubicBezTo>
                  <a:cubicBezTo>
                    <a:pt x="12" y="17"/>
                    <a:pt x="11" y="13"/>
                    <a:pt x="11" y="9"/>
                  </a:cubicBezTo>
                  <a:cubicBezTo>
                    <a:pt x="10" y="8"/>
                    <a:pt x="10" y="6"/>
                    <a:pt x="10" y="5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10" y="4"/>
                    <a:pt x="8" y="2"/>
                    <a:pt x="8" y="2"/>
                  </a:cubicBezTo>
                  <a:cubicBezTo>
                    <a:pt x="5" y="0"/>
                    <a:pt x="1" y="3"/>
                    <a:pt x="0" y="8"/>
                  </a:cubicBezTo>
                  <a:cubicBezTo>
                    <a:pt x="0" y="13"/>
                    <a:pt x="3" y="24"/>
                    <a:pt x="3" y="28"/>
                  </a:cubicBezTo>
                  <a:cubicBezTo>
                    <a:pt x="2" y="31"/>
                    <a:pt x="3" y="41"/>
                    <a:pt x="4" y="47"/>
                  </a:cubicBezTo>
                  <a:cubicBezTo>
                    <a:pt x="6" y="53"/>
                    <a:pt x="5" y="56"/>
                    <a:pt x="6" y="60"/>
                  </a:cubicBezTo>
                  <a:cubicBezTo>
                    <a:pt x="8" y="64"/>
                    <a:pt x="9" y="67"/>
                    <a:pt x="11" y="70"/>
                  </a:cubicBezTo>
                  <a:cubicBezTo>
                    <a:pt x="13" y="73"/>
                    <a:pt x="17" y="77"/>
                    <a:pt x="19" y="78"/>
                  </a:cubicBezTo>
                  <a:cubicBezTo>
                    <a:pt x="19" y="75"/>
                    <a:pt x="19" y="73"/>
                    <a:pt x="19" y="71"/>
                  </a:cubicBezTo>
                  <a:close/>
                </a:path>
              </a:pathLst>
            </a:custGeom>
            <a:solidFill>
              <a:srgbClr val="FEF2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353" name="Freeform 544">
              <a:extLst>
                <a:ext uri="{FF2B5EF4-FFF2-40B4-BE49-F238E27FC236}">
                  <a16:creationId xmlns:a16="http://schemas.microsoft.com/office/drawing/2014/main" id="{4305A4F6-942D-4131-AB35-904C7891350E}"/>
                </a:ext>
              </a:extLst>
            </p:cNvPr>
            <p:cNvSpPr>
              <a:spLocks/>
            </p:cNvSpPr>
            <p:nvPr/>
          </p:nvSpPr>
          <p:spPr bwMode="auto">
            <a:xfrm>
              <a:off x="660" y="960"/>
              <a:ext cx="278" cy="228"/>
            </a:xfrm>
            <a:custGeom>
              <a:avLst/>
              <a:gdLst>
                <a:gd name="T0" fmla="*/ 443 w 205"/>
                <a:gd name="T1" fmla="*/ 281 h 169"/>
                <a:gd name="T2" fmla="*/ 448 w 205"/>
                <a:gd name="T3" fmla="*/ 332 h 169"/>
                <a:gd name="T4" fmla="*/ 454 w 205"/>
                <a:gd name="T5" fmla="*/ 416 h 169"/>
                <a:gd name="T6" fmla="*/ 456 w 205"/>
                <a:gd name="T7" fmla="*/ 416 h 169"/>
                <a:gd name="T8" fmla="*/ 471 w 205"/>
                <a:gd name="T9" fmla="*/ 356 h 169"/>
                <a:gd name="T10" fmla="*/ 475 w 205"/>
                <a:gd name="T11" fmla="*/ 337 h 169"/>
                <a:gd name="T12" fmla="*/ 476 w 205"/>
                <a:gd name="T13" fmla="*/ 325 h 169"/>
                <a:gd name="T14" fmla="*/ 476 w 205"/>
                <a:gd name="T15" fmla="*/ 325 h 169"/>
                <a:gd name="T16" fmla="*/ 481 w 205"/>
                <a:gd name="T17" fmla="*/ 318 h 169"/>
                <a:gd name="T18" fmla="*/ 496 w 205"/>
                <a:gd name="T19" fmla="*/ 325 h 169"/>
                <a:gd name="T20" fmla="*/ 499 w 205"/>
                <a:gd name="T21" fmla="*/ 325 h 169"/>
                <a:gd name="T22" fmla="*/ 499 w 205"/>
                <a:gd name="T23" fmla="*/ 267 h 169"/>
                <a:gd name="T24" fmla="*/ 491 w 205"/>
                <a:gd name="T25" fmla="*/ 204 h 169"/>
                <a:gd name="T26" fmla="*/ 481 w 205"/>
                <a:gd name="T27" fmla="*/ 146 h 169"/>
                <a:gd name="T28" fmla="*/ 460 w 205"/>
                <a:gd name="T29" fmla="*/ 85 h 169"/>
                <a:gd name="T30" fmla="*/ 357 w 205"/>
                <a:gd name="T31" fmla="*/ 20 h 169"/>
                <a:gd name="T32" fmla="*/ 294 w 205"/>
                <a:gd name="T33" fmla="*/ 1 h 169"/>
                <a:gd name="T34" fmla="*/ 243 w 205"/>
                <a:gd name="T35" fmla="*/ 0 h 169"/>
                <a:gd name="T36" fmla="*/ 118 w 205"/>
                <a:gd name="T37" fmla="*/ 43 h 169"/>
                <a:gd name="T38" fmla="*/ 64 w 205"/>
                <a:gd name="T39" fmla="*/ 73 h 169"/>
                <a:gd name="T40" fmla="*/ 33 w 205"/>
                <a:gd name="T41" fmla="*/ 125 h 169"/>
                <a:gd name="T42" fmla="*/ 12 w 205"/>
                <a:gd name="T43" fmla="*/ 171 h 169"/>
                <a:gd name="T44" fmla="*/ 16 w 205"/>
                <a:gd name="T45" fmla="*/ 197 h 169"/>
                <a:gd name="T46" fmla="*/ 1 w 205"/>
                <a:gd name="T47" fmla="*/ 219 h 169"/>
                <a:gd name="T48" fmla="*/ 9 w 205"/>
                <a:gd name="T49" fmla="*/ 240 h 169"/>
                <a:gd name="T50" fmla="*/ 12 w 205"/>
                <a:gd name="T51" fmla="*/ 270 h 169"/>
                <a:gd name="T52" fmla="*/ 26 w 205"/>
                <a:gd name="T53" fmla="*/ 322 h 169"/>
                <a:gd name="T54" fmla="*/ 26 w 205"/>
                <a:gd name="T55" fmla="*/ 322 h 169"/>
                <a:gd name="T56" fmla="*/ 37 w 205"/>
                <a:gd name="T57" fmla="*/ 318 h 169"/>
                <a:gd name="T58" fmla="*/ 42 w 205"/>
                <a:gd name="T59" fmla="*/ 325 h 169"/>
                <a:gd name="T60" fmla="*/ 42 w 205"/>
                <a:gd name="T61" fmla="*/ 325 h 169"/>
                <a:gd name="T62" fmla="*/ 45 w 205"/>
                <a:gd name="T63" fmla="*/ 337 h 169"/>
                <a:gd name="T64" fmla="*/ 47 w 205"/>
                <a:gd name="T65" fmla="*/ 356 h 169"/>
                <a:gd name="T66" fmla="*/ 62 w 205"/>
                <a:gd name="T67" fmla="*/ 406 h 169"/>
                <a:gd name="T68" fmla="*/ 62 w 205"/>
                <a:gd name="T69" fmla="*/ 406 h 169"/>
                <a:gd name="T70" fmla="*/ 71 w 205"/>
                <a:gd name="T71" fmla="*/ 333 h 169"/>
                <a:gd name="T72" fmla="*/ 72 w 205"/>
                <a:gd name="T73" fmla="*/ 267 h 169"/>
                <a:gd name="T74" fmla="*/ 64 w 205"/>
                <a:gd name="T75" fmla="*/ 220 h 169"/>
                <a:gd name="T76" fmla="*/ 114 w 205"/>
                <a:gd name="T77" fmla="*/ 135 h 169"/>
                <a:gd name="T78" fmla="*/ 176 w 205"/>
                <a:gd name="T79" fmla="*/ 142 h 169"/>
                <a:gd name="T80" fmla="*/ 247 w 205"/>
                <a:gd name="T81" fmla="*/ 146 h 169"/>
                <a:gd name="T82" fmla="*/ 315 w 205"/>
                <a:gd name="T83" fmla="*/ 155 h 169"/>
                <a:gd name="T84" fmla="*/ 408 w 205"/>
                <a:gd name="T85" fmla="*/ 161 h 169"/>
                <a:gd name="T86" fmla="*/ 443 w 205"/>
                <a:gd name="T87" fmla="*/ 281 h 169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205" h="169">
                  <a:moveTo>
                    <a:pt x="178" y="114"/>
                  </a:moveTo>
                  <a:cubicBezTo>
                    <a:pt x="177" y="118"/>
                    <a:pt x="178" y="132"/>
                    <a:pt x="179" y="135"/>
                  </a:cubicBezTo>
                  <a:cubicBezTo>
                    <a:pt x="181" y="145"/>
                    <a:pt x="182" y="157"/>
                    <a:pt x="182" y="169"/>
                  </a:cubicBezTo>
                  <a:cubicBezTo>
                    <a:pt x="183" y="169"/>
                    <a:pt x="183" y="169"/>
                    <a:pt x="183" y="169"/>
                  </a:cubicBezTo>
                  <a:cubicBezTo>
                    <a:pt x="184" y="161"/>
                    <a:pt x="189" y="145"/>
                    <a:pt x="189" y="145"/>
                  </a:cubicBezTo>
                  <a:cubicBezTo>
                    <a:pt x="189" y="145"/>
                    <a:pt x="189" y="141"/>
                    <a:pt x="190" y="137"/>
                  </a:cubicBezTo>
                  <a:cubicBezTo>
                    <a:pt x="190" y="136"/>
                    <a:pt x="191" y="134"/>
                    <a:pt x="191" y="133"/>
                  </a:cubicBezTo>
                  <a:cubicBezTo>
                    <a:pt x="191" y="133"/>
                    <a:pt x="191" y="133"/>
                    <a:pt x="191" y="133"/>
                  </a:cubicBezTo>
                  <a:cubicBezTo>
                    <a:pt x="191" y="132"/>
                    <a:pt x="193" y="130"/>
                    <a:pt x="193" y="130"/>
                  </a:cubicBezTo>
                  <a:cubicBezTo>
                    <a:pt x="195" y="128"/>
                    <a:pt x="198" y="130"/>
                    <a:pt x="199" y="133"/>
                  </a:cubicBezTo>
                  <a:cubicBezTo>
                    <a:pt x="199" y="133"/>
                    <a:pt x="199" y="133"/>
                    <a:pt x="200" y="133"/>
                  </a:cubicBezTo>
                  <a:cubicBezTo>
                    <a:pt x="205" y="126"/>
                    <a:pt x="201" y="116"/>
                    <a:pt x="200" y="109"/>
                  </a:cubicBezTo>
                  <a:cubicBezTo>
                    <a:pt x="200" y="100"/>
                    <a:pt x="202" y="91"/>
                    <a:pt x="197" y="83"/>
                  </a:cubicBezTo>
                  <a:cubicBezTo>
                    <a:pt x="192" y="73"/>
                    <a:pt x="194" y="69"/>
                    <a:pt x="193" y="59"/>
                  </a:cubicBezTo>
                  <a:cubicBezTo>
                    <a:pt x="192" y="52"/>
                    <a:pt x="188" y="40"/>
                    <a:pt x="184" y="35"/>
                  </a:cubicBezTo>
                  <a:cubicBezTo>
                    <a:pt x="173" y="20"/>
                    <a:pt x="158" y="20"/>
                    <a:pt x="143" y="8"/>
                  </a:cubicBezTo>
                  <a:cubicBezTo>
                    <a:pt x="134" y="1"/>
                    <a:pt x="130" y="2"/>
                    <a:pt x="118" y="1"/>
                  </a:cubicBezTo>
                  <a:cubicBezTo>
                    <a:pt x="111" y="1"/>
                    <a:pt x="104" y="0"/>
                    <a:pt x="97" y="0"/>
                  </a:cubicBezTo>
                  <a:cubicBezTo>
                    <a:pt x="77" y="1"/>
                    <a:pt x="64" y="7"/>
                    <a:pt x="47" y="18"/>
                  </a:cubicBezTo>
                  <a:cubicBezTo>
                    <a:pt x="41" y="22"/>
                    <a:pt x="32" y="25"/>
                    <a:pt x="26" y="30"/>
                  </a:cubicBezTo>
                  <a:cubicBezTo>
                    <a:pt x="20" y="36"/>
                    <a:pt x="17" y="44"/>
                    <a:pt x="13" y="51"/>
                  </a:cubicBezTo>
                  <a:cubicBezTo>
                    <a:pt x="10" y="58"/>
                    <a:pt x="5" y="63"/>
                    <a:pt x="5" y="70"/>
                  </a:cubicBezTo>
                  <a:cubicBezTo>
                    <a:pt x="5" y="73"/>
                    <a:pt x="8" y="76"/>
                    <a:pt x="7" y="80"/>
                  </a:cubicBezTo>
                  <a:cubicBezTo>
                    <a:pt x="6" y="83"/>
                    <a:pt x="1" y="86"/>
                    <a:pt x="1" y="89"/>
                  </a:cubicBezTo>
                  <a:cubicBezTo>
                    <a:pt x="0" y="92"/>
                    <a:pt x="3" y="95"/>
                    <a:pt x="4" y="98"/>
                  </a:cubicBezTo>
                  <a:cubicBezTo>
                    <a:pt x="5" y="102"/>
                    <a:pt x="5" y="106"/>
                    <a:pt x="5" y="110"/>
                  </a:cubicBezTo>
                  <a:cubicBezTo>
                    <a:pt x="5" y="118"/>
                    <a:pt x="6" y="124"/>
                    <a:pt x="10" y="131"/>
                  </a:cubicBezTo>
                  <a:cubicBezTo>
                    <a:pt x="10" y="131"/>
                    <a:pt x="10" y="131"/>
                    <a:pt x="10" y="131"/>
                  </a:cubicBezTo>
                  <a:cubicBezTo>
                    <a:pt x="11" y="129"/>
                    <a:pt x="13" y="129"/>
                    <a:pt x="15" y="130"/>
                  </a:cubicBezTo>
                  <a:cubicBezTo>
                    <a:pt x="15" y="130"/>
                    <a:pt x="17" y="132"/>
                    <a:pt x="17" y="133"/>
                  </a:cubicBezTo>
                  <a:cubicBezTo>
                    <a:pt x="17" y="133"/>
                    <a:pt x="17" y="133"/>
                    <a:pt x="17" y="133"/>
                  </a:cubicBezTo>
                  <a:cubicBezTo>
                    <a:pt x="17" y="134"/>
                    <a:pt x="17" y="136"/>
                    <a:pt x="18" y="137"/>
                  </a:cubicBezTo>
                  <a:cubicBezTo>
                    <a:pt x="18" y="141"/>
                    <a:pt x="19" y="145"/>
                    <a:pt x="19" y="145"/>
                  </a:cubicBezTo>
                  <a:cubicBezTo>
                    <a:pt x="19" y="145"/>
                    <a:pt x="23" y="158"/>
                    <a:pt x="25" y="165"/>
                  </a:cubicBezTo>
                  <a:cubicBezTo>
                    <a:pt x="25" y="165"/>
                    <a:pt x="25" y="165"/>
                    <a:pt x="25" y="165"/>
                  </a:cubicBezTo>
                  <a:cubicBezTo>
                    <a:pt x="25" y="155"/>
                    <a:pt x="26" y="145"/>
                    <a:pt x="28" y="136"/>
                  </a:cubicBezTo>
                  <a:cubicBezTo>
                    <a:pt x="28" y="133"/>
                    <a:pt x="30" y="115"/>
                    <a:pt x="29" y="109"/>
                  </a:cubicBezTo>
                  <a:cubicBezTo>
                    <a:pt x="29" y="103"/>
                    <a:pt x="27" y="97"/>
                    <a:pt x="26" y="90"/>
                  </a:cubicBezTo>
                  <a:cubicBezTo>
                    <a:pt x="22" y="75"/>
                    <a:pt x="33" y="62"/>
                    <a:pt x="46" y="55"/>
                  </a:cubicBezTo>
                  <a:cubicBezTo>
                    <a:pt x="55" y="51"/>
                    <a:pt x="62" y="55"/>
                    <a:pt x="71" y="58"/>
                  </a:cubicBezTo>
                  <a:cubicBezTo>
                    <a:pt x="80" y="61"/>
                    <a:pt x="89" y="59"/>
                    <a:pt x="99" y="59"/>
                  </a:cubicBezTo>
                  <a:cubicBezTo>
                    <a:pt x="109" y="59"/>
                    <a:pt x="117" y="63"/>
                    <a:pt x="126" y="63"/>
                  </a:cubicBezTo>
                  <a:cubicBezTo>
                    <a:pt x="140" y="62"/>
                    <a:pt x="151" y="57"/>
                    <a:pt x="164" y="65"/>
                  </a:cubicBezTo>
                  <a:cubicBezTo>
                    <a:pt x="183" y="76"/>
                    <a:pt x="180" y="95"/>
                    <a:pt x="178" y="114"/>
                  </a:cubicBezTo>
                  <a:close/>
                </a:path>
              </a:pathLst>
            </a:custGeom>
            <a:solidFill>
              <a:srgbClr val="A79B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354" name="Freeform 545">
              <a:extLst>
                <a:ext uri="{FF2B5EF4-FFF2-40B4-BE49-F238E27FC236}">
                  <a16:creationId xmlns:a16="http://schemas.microsoft.com/office/drawing/2014/main" id="{2D631FDB-140A-414D-820D-D2773DE18604}"/>
                </a:ext>
              </a:extLst>
            </p:cNvPr>
            <p:cNvSpPr>
              <a:spLocks/>
            </p:cNvSpPr>
            <p:nvPr/>
          </p:nvSpPr>
          <p:spPr bwMode="auto">
            <a:xfrm>
              <a:off x="906" y="1133"/>
              <a:ext cx="27" cy="105"/>
            </a:xfrm>
            <a:custGeom>
              <a:avLst/>
              <a:gdLst>
                <a:gd name="T0" fmla="*/ 47 w 20"/>
                <a:gd name="T1" fmla="*/ 20 h 78"/>
                <a:gd name="T2" fmla="*/ 30 w 20"/>
                <a:gd name="T3" fmla="*/ 5 h 78"/>
                <a:gd name="T4" fmla="*/ 26 w 20"/>
                <a:gd name="T5" fmla="*/ 12 h 78"/>
                <a:gd name="T6" fmla="*/ 26 w 20"/>
                <a:gd name="T7" fmla="*/ 12 h 78"/>
                <a:gd name="T8" fmla="*/ 22 w 20"/>
                <a:gd name="T9" fmla="*/ 22 h 78"/>
                <a:gd name="T10" fmla="*/ 20 w 20"/>
                <a:gd name="T11" fmla="*/ 42 h 78"/>
                <a:gd name="T12" fmla="*/ 5 w 20"/>
                <a:gd name="T13" fmla="*/ 100 h 78"/>
                <a:gd name="T14" fmla="*/ 1 w 20"/>
                <a:gd name="T15" fmla="*/ 100 h 78"/>
                <a:gd name="T16" fmla="*/ 1 w 20"/>
                <a:gd name="T17" fmla="*/ 174 h 78"/>
                <a:gd name="T18" fmla="*/ 0 w 20"/>
                <a:gd name="T19" fmla="*/ 190 h 78"/>
                <a:gd name="T20" fmla="*/ 0 w 20"/>
                <a:gd name="T21" fmla="*/ 190 h 78"/>
                <a:gd name="T22" fmla="*/ 22 w 20"/>
                <a:gd name="T23" fmla="*/ 171 h 78"/>
                <a:gd name="T24" fmla="*/ 32 w 20"/>
                <a:gd name="T25" fmla="*/ 147 h 78"/>
                <a:gd name="T26" fmla="*/ 36 w 20"/>
                <a:gd name="T27" fmla="*/ 114 h 78"/>
                <a:gd name="T28" fmla="*/ 42 w 20"/>
                <a:gd name="T29" fmla="*/ 69 h 78"/>
                <a:gd name="T30" fmla="*/ 47 w 20"/>
                <a:gd name="T31" fmla="*/ 20 h 78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0" h="78">
                  <a:moveTo>
                    <a:pt x="19" y="8"/>
                  </a:moveTo>
                  <a:cubicBezTo>
                    <a:pt x="19" y="3"/>
                    <a:pt x="15" y="0"/>
                    <a:pt x="12" y="2"/>
                  </a:cubicBezTo>
                  <a:cubicBezTo>
                    <a:pt x="12" y="2"/>
                    <a:pt x="10" y="4"/>
                    <a:pt x="10" y="5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10" y="6"/>
                    <a:pt x="9" y="8"/>
                    <a:pt x="9" y="9"/>
                  </a:cubicBezTo>
                  <a:cubicBezTo>
                    <a:pt x="8" y="13"/>
                    <a:pt x="8" y="17"/>
                    <a:pt x="8" y="17"/>
                  </a:cubicBezTo>
                  <a:cubicBezTo>
                    <a:pt x="8" y="17"/>
                    <a:pt x="3" y="33"/>
                    <a:pt x="2" y="41"/>
                  </a:cubicBezTo>
                  <a:cubicBezTo>
                    <a:pt x="1" y="41"/>
                    <a:pt x="1" y="41"/>
                    <a:pt x="1" y="41"/>
                  </a:cubicBezTo>
                  <a:cubicBezTo>
                    <a:pt x="2" y="52"/>
                    <a:pt x="1" y="62"/>
                    <a:pt x="1" y="71"/>
                  </a:cubicBezTo>
                  <a:cubicBezTo>
                    <a:pt x="1" y="73"/>
                    <a:pt x="0" y="75"/>
                    <a:pt x="0" y="78"/>
                  </a:cubicBezTo>
                  <a:cubicBezTo>
                    <a:pt x="0" y="78"/>
                    <a:pt x="0" y="78"/>
                    <a:pt x="0" y="78"/>
                  </a:cubicBezTo>
                  <a:cubicBezTo>
                    <a:pt x="3" y="77"/>
                    <a:pt x="7" y="73"/>
                    <a:pt x="9" y="70"/>
                  </a:cubicBezTo>
                  <a:cubicBezTo>
                    <a:pt x="11" y="67"/>
                    <a:pt x="11" y="64"/>
                    <a:pt x="13" y="60"/>
                  </a:cubicBezTo>
                  <a:cubicBezTo>
                    <a:pt x="15" y="56"/>
                    <a:pt x="14" y="53"/>
                    <a:pt x="15" y="47"/>
                  </a:cubicBezTo>
                  <a:cubicBezTo>
                    <a:pt x="17" y="41"/>
                    <a:pt x="17" y="31"/>
                    <a:pt x="17" y="28"/>
                  </a:cubicBezTo>
                  <a:cubicBezTo>
                    <a:pt x="16" y="24"/>
                    <a:pt x="20" y="13"/>
                    <a:pt x="19" y="8"/>
                  </a:cubicBezTo>
                  <a:close/>
                </a:path>
              </a:pathLst>
            </a:custGeom>
            <a:solidFill>
              <a:srgbClr val="FEF2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355" name="Freeform 546">
              <a:extLst>
                <a:ext uri="{FF2B5EF4-FFF2-40B4-BE49-F238E27FC236}">
                  <a16:creationId xmlns:a16="http://schemas.microsoft.com/office/drawing/2014/main" id="{6909600B-7C16-4E15-B7C5-0D55088D2AF6}"/>
                </a:ext>
              </a:extLst>
            </p:cNvPr>
            <p:cNvSpPr>
              <a:spLocks/>
            </p:cNvSpPr>
            <p:nvPr/>
          </p:nvSpPr>
          <p:spPr bwMode="auto">
            <a:xfrm>
              <a:off x="697" y="3713"/>
              <a:ext cx="65" cy="72"/>
            </a:xfrm>
            <a:custGeom>
              <a:avLst/>
              <a:gdLst>
                <a:gd name="T0" fmla="*/ 22 w 48"/>
                <a:gd name="T1" fmla="*/ 128 h 54"/>
                <a:gd name="T2" fmla="*/ 93 w 48"/>
                <a:gd name="T3" fmla="*/ 92 h 54"/>
                <a:gd name="T4" fmla="*/ 112 w 48"/>
                <a:gd name="T5" fmla="*/ 0 h 54"/>
                <a:gd name="T6" fmla="*/ 64 w 48"/>
                <a:gd name="T7" fmla="*/ 65 h 54"/>
                <a:gd name="T8" fmla="*/ 0 w 48"/>
                <a:gd name="T9" fmla="*/ 119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54">
                  <a:moveTo>
                    <a:pt x="9" y="54"/>
                  </a:moveTo>
                  <a:cubicBezTo>
                    <a:pt x="22" y="54"/>
                    <a:pt x="31" y="49"/>
                    <a:pt x="38" y="39"/>
                  </a:cubicBezTo>
                  <a:cubicBezTo>
                    <a:pt x="48" y="27"/>
                    <a:pt x="46" y="16"/>
                    <a:pt x="45" y="0"/>
                  </a:cubicBezTo>
                  <a:cubicBezTo>
                    <a:pt x="39" y="10"/>
                    <a:pt x="43" y="28"/>
                    <a:pt x="26" y="28"/>
                  </a:cubicBezTo>
                  <a:cubicBezTo>
                    <a:pt x="28" y="44"/>
                    <a:pt x="15" y="48"/>
                    <a:pt x="0" y="50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356" name="Freeform 547">
              <a:extLst>
                <a:ext uri="{FF2B5EF4-FFF2-40B4-BE49-F238E27FC236}">
                  <a16:creationId xmlns:a16="http://schemas.microsoft.com/office/drawing/2014/main" id="{FDE36269-F2AE-4936-8DEB-3C641A393DBB}"/>
                </a:ext>
              </a:extLst>
            </p:cNvPr>
            <p:cNvSpPr>
              <a:spLocks/>
            </p:cNvSpPr>
            <p:nvPr/>
          </p:nvSpPr>
          <p:spPr bwMode="auto">
            <a:xfrm>
              <a:off x="838" y="3713"/>
              <a:ext cx="65" cy="72"/>
            </a:xfrm>
            <a:custGeom>
              <a:avLst/>
              <a:gdLst>
                <a:gd name="T0" fmla="*/ 98 w 48"/>
                <a:gd name="T1" fmla="*/ 128 h 54"/>
                <a:gd name="T2" fmla="*/ 26 w 48"/>
                <a:gd name="T3" fmla="*/ 92 h 54"/>
                <a:gd name="T4" fmla="*/ 9 w 48"/>
                <a:gd name="T5" fmla="*/ 0 h 54"/>
                <a:gd name="T6" fmla="*/ 57 w 48"/>
                <a:gd name="T7" fmla="*/ 65 h 54"/>
                <a:gd name="T8" fmla="*/ 119 w 48"/>
                <a:gd name="T9" fmla="*/ 119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54">
                  <a:moveTo>
                    <a:pt x="39" y="54"/>
                  </a:moveTo>
                  <a:cubicBezTo>
                    <a:pt x="27" y="54"/>
                    <a:pt x="18" y="49"/>
                    <a:pt x="10" y="39"/>
                  </a:cubicBezTo>
                  <a:cubicBezTo>
                    <a:pt x="0" y="27"/>
                    <a:pt x="3" y="16"/>
                    <a:pt x="4" y="0"/>
                  </a:cubicBezTo>
                  <a:cubicBezTo>
                    <a:pt x="10" y="10"/>
                    <a:pt x="6" y="28"/>
                    <a:pt x="23" y="28"/>
                  </a:cubicBezTo>
                  <a:cubicBezTo>
                    <a:pt x="21" y="44"/>
                    <a:pt x="34" y="48"/>
                    <a:pt x="48" y="50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357" name="Freeform 548">
              <a:extLst>
                <a:ext uri="{FF2B5EF4-FFF2-40B4-BE49-F238E27FC236}">
                  <a16:creationId xmlns:a16="http://schemas.microsoft.com/office/drawing/2014/main" id="{A725A58F-2B08-46E1-A806-5DA5C7AD4877}"/>
                </a:ext>
              </a:extLst>
            </p:cNvPr>
            <p:cNvSpPr>
              <a:spLocks/>
            </p:cNvSpPr>
            <p:nvPr/>
          </p:nvSpPr>
          <p:spPr bwMode="auto">
            <a:xfrm>
              <a:off x="923" y="1614"/>
              <a:ext cx="166" cy="300"/>
            </a:xfrm>
            <a:custGeom>
              <a:avLst/>
              <a:gdLst>
                <a:gd name="T0" fmla="*/ 272 w 122"/>
                <a:gd name="T1" fmla="*/ 30 h 222"/>
                <a:gd name="T2" fmla="*/ 286 w 122"/>
                <a:gd name="T3" fmla="*/ 188 h 222"/>
                <a:gd name="T4" fmla="*/ 287 w 122"/>
                <a:gd name="T5" fmla="*/ 345 h 222"/>
                <a:gd name="T6" fmla="*/ 299 w 122"/>
                <a:gd name="T7" fmla="*/ 430 h 222"/>
                <a:gd name="T8" fmla="*/ 294 w 122"/>
                <a:gd name="T9" fmla="*/ 520 h 222"/>
                <a:gd name="T10" fmla="*/ 135 w 122"/>
                <a:gd name="T11" fmla="*/ 462 h 222"/>
                <a:gd name="T12" fmla="*/ 231 w 122"/>
                <a:gd name="T13" fmla="*/ 401 h 222"/>
                <a:gd name="T14" fmla="*/ 88 w 122"/>
                <a:gd name="T15" fmla="*/ 311 h 222"/>
                <a:gd name="T16" fmla="*/ 166 w 122"/>
                <a:gd name="T17" fmla="*/ 301 h 222"/>
                <a:gd name="T18" fmla="*/ 239 w 122"/>
                <a:gd name="T19" fmla="*/ 245 h 222"/>
                <a:gd name="T20" fmla="*/ 163 w 122"/>
                <a:gd name="T21" fmla="*/ 265 h 222"/>
                <a:gd name="T22" fmla="*/ 0 w 122"/>
                <a:gd name="T23" fmla="*/ 258 h 222"/>
                <a:gd name="T24" fmla="*/ 199 w 122"/>
                <a:gd name="T25" fmla="*/ 141 h 222"/>
                <a:gd name="T26" fmla="*/ 265 w 122"/>
                <a:gd name="T27" fmla="*/ 0 h 22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22" h="222">
                  <a:moveTo>
                    <a:pt x="108" y="12"/>
                  </a:moveTo>
                  <a:cubicBezTo>
                    <a:pt x="114" y="35"/>
                    <a:pt x="115" y="53"/>
                    <a:pt x="113" y="76"/>
                  </a:cubicBezTo>
                  <a:cubicBezTo>
                    <a:pt x="112" y="97"/>
                    <a:pt x="112" y="119"/>
                    <a:pt x="114" y="140"/>
                  </a:cubicBezTo>
                  <a:cubicBezTo>
                    <a:pt x="116" y="151"/>
                    <a:pt x="118" y="162"/>
                    <a:pt x="119" y="174"/>
                  </a:cubicBezTo>
                  <a:cubicBezTo>
                    <a:pt x="119" y="180"/>
                    <a:pt x="122" y="206"/>
                    <a:pt x="117" y="211"/>
                  </a:cubicBezTo>
                  <a:cubicBezTo>
                    <a:pt x="106" y="222"/>
                    <a:pt x="65" y="191"/>
                    <a:pt x="54" y="187"/>
                  </a:cubicBezTo>
                  <a:cubicBezTo>
                    <a:pt x="73" y="187"/>
                    <a:pt x="93" y="195"/>
                    <a:pt x="92" y="163"/>
                  </a:cubicBezTo>
                  <a:cubicBezTo>
                    <a:pt x="91" y="140"/>
                    <a:pt x="47" y="142"/>
                    <a:pt x="35" y="126"/>
                  </a:cubicBezTo>
                  <a:cubicBezTo>
                    <a:pt x="44" y="126"/>
                    <a:pt x="57" y="126"/>
                    <a:pt x="66" y="122"/>
                  </a:cubicBezTo>
                  <a:cubicBezTo>
                    <a:pt x="72" y="119"/>
                    <a:pt x="97" y="106"/>
                    <a:pt x="95" y="99"/>
                  </a:cubicBezTo>
                  <a:cubicBezTo>
                    <a:pt x="91" y="87"/>
                    <a:pt x="73" y="105"/>
                    <a:pt x="65" y="107"/>
                  </a:cubicBezTo>
                  <a:cubicBezTo>
                    <a:pt x="55" y="109"/>
                    <a:pt x="3" y="118"/>
                    <a:pt x="0" y="104"/>
                  </a:cubicBezTo>
                  <a:cubicBezTo>
                    <a:pt x="29" y="102"/>
                    <a:pt x="62" y="82"/>
                    <a:pt x="79" y="57"/>
                  </a:cubicBezTo>
                  <a:cubicBezTo>
                    <a:pt x="92" y="38"/>
                    <a:pt x="95" y="21"/>
                    <a:pt x="105" y="0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358" name="Freeform 549">
              <a:extLst>
                <a:ext uri="{FF2B5EF4-FFF2-40B4-BE49-F238E27FC236}">
                  <a16:creationId xmlns:a16="http://schemas.microsoft.com/office/drawing/2014/main" id="{E8E4B8E1-9A1A-44E0-A810-6E2059A8EA94}"/>
                </a:ext>
              </a:extLst>
            </p:cNvPr>
            <p:cNvSpPr>
              <a:spLocks/>
            </p:cNvSpPr>
            <p:nvPr/>
          </p:nvSpPr>
          <p:spPr bwMode="auto">
            <a:xfrm>
              <a:off x="803" y="1877"/>
              <a:ext cx="294" cy="587"/>
            </a:xfrm>
            <a:custGeom>
              <a:avLst/>
              <a:gdLst>
                <a:gd name="T0" fmla="*/ 503 w 217"/>
                <a:gd name="T1" fmla="*/ 0 h 435"/>
                <a:gd name="T2" fmla="*/ 532 w 217"/>
                <a:gd name="T3" fmla="*/ 115 h 435"/>
                <a:gd name="T4" fmla="*/ 539 w 217"/>
                <a:gd name="T5" fmla="*/ 251 h 435"/>
                <a:gd name="T6" fmla="*/ 519 w 217"/>
                <a:gd name="T7" fmla="*/ 506 h 435"/>
                <a:gd name="T8" fmla="*/ 513 w 217"/>
                <a:gd name="T9" fmla="*/ 723 h 435"/>
                <a:gd name="T10" fmla="*/ 511 w 217"/>
                <a:gd name="T11" fmla="*/ 830 h 435"/>
                <a:gd name="T12" fmla="*/ 408 w 217"/>
                <a:gd name="T13" fmla="*/ 916 h 435"/>
                <a:gd name="T14" fmla="*/ 490 w 217"/>
                <a:gd name="T15" fmla="*/ 783 h 435"/>
                <a:gd name="T16" fmla="*/ 383 w 217"/>
                <a:gd name="T17" fmla="*/ 870 h 435"/>
                <a:gd name="T18" fmla="*/ 182 w 217"/>
                <a:gd name="T19" fmla="*/ 1026 h 435"/>
                <a:gd name="T20" fmla="*/ 0 w 217"/>
                <a:gd name="T21" fmla="*/ 1042 h 435"/>
                <a:gd name="T22" fmla="*/ 182 w 217"/>
                <a:gd name="T23" fmla="*/ 965 h 435"/>
                <a:gd name="T24" fmla="*/ 322 w 217"/>
                <a:gd name="T25" fmla="*/ 818 h 435"/>
                <a:gd name="T26" fmla="*/ 461 w 217"/>
                <a:gd name="T27" fmla="*/ 127 h 435"/>
                <a:gd name="T28" fmla="*/ 454 w 217"/>
                <a:gd name="T29" fmla="*/ 62 h 435"/>
                <a:gd name="T30" fmla="*/ 454 w 217"/>
                <a:gd name="T31" fmla="*/ 22 h 435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17" h="435">
                  <a:moveTo>
                    <a:pt x="202" y="0"/>
                  </a:moveTo>
                  <a:cubicBezTo>
                    <a:pt x="214" y="5"/>
                    <a:pt x="213" y="36"/>
                    <a:pt x="214" y="47"/>
                  </a:cubicBezTo>
                  <a:cubicBezTo>
                    <a:pt x="216" y="65"/>
                    <a:pt x="217" y="84"/>
                    <a:pt x="217" y="102"/>
                  </a:cubicBezTo>
                  <a:cubicBezTo>
                    <a:pt x="217" y="137"/>
                    <a:pt x="214" y="172"/>
                    <a:pt x="209" y="206"/>
                  </a:cubicBezTo>
                  <a:cubicBezTo>
                    <a:pt x="205" y="236"/>
                    <a:pt x="205" y="265"/>
                    <a:pt x="207" y="294"/>
                  </a:cubicBezTo>
                  <a:cubicBezTo>
                    <a:pt x="207" y="306"/>
                    <a:pt x="210" y="326"/>
                    <a:pt x="205" y="338"/>
                  </a:cubicBezTo>
                  <a:cubicBezTo>
                    <a:pt x="199" y="353"/>
                    <a:pt x="176" y="362"/>
                    <a:pt x="164" y="373"/>
                  </a:cubicBezTo>
                  <a:cubicBezTo>
                    <a:pt x="172" y="359"/>
                    <a:pt x="207" y="342"/>
                    <a:pt x="197" y="319"/>
                  </a:cubicBezTo>
                  <a:cubicBezTo>
                    <a:pt x="187" y="295"/>
                    <a:pt x="162" y="346"/>
                    <a:pt x="154" y="354"/>
                  </a:cubicBezTo>
                  <a:cubicBezTo>
                    <a:pt x="136" y="377"/>
                    <a:pt x="100" y="405"/>
                    <a:pt x="73" y="417"/>
                  </a:cubicBezTo>
                  <a:cubicBezTo>
                    <a:pt x="56" y="424"/>
                    <a:pt x="17" y="435"/>
                    <a:pt x="0" y="424"/>
                  </a:cubicBezTo>
                  <a:cubicBezTo>
                    <a:pt x="23" y="411"/>
                    <a:pt x="50" y="407"/>
                    <a:pt x="73" y="393"/>
                  </a:cubicBezTo>
                  <a:cubicBezTo>
                    <a:pt x="97" y="380"/>
                    <a:pt x="118" y="358"/>
                    <a:pt x="130" y="333"/>
                  </a:cubicBezTo>
                  <a:cubicBezTo>
                    <a:pt x="193" y="213"/>
                    <a:pt x="183" y="84"/>
                    <a:pt x="185" y="52"/>
                  </a:cubicBezTo>
                  <a:cubicBezTo>
                    <a:pt x="185" y="43"/>
                    <a:pt x="182" y="34"/>
                    <a:pt x="182" y="25"/>
                  </a:cubicBezTo>
                  <a:cubicBezTo>
                    <a:pt x="182" y="18"/>
                    <a:pt x="191" y="15"/>
                    <a:pt x="182" y="9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359" name="Freeform 550">
              <a:extLst>
                <a:ext uri="{FF2B5EF4-FFF2-40B4-BE49-F238E27FC236}">
                  <a16:creationId xmlns:a16="http://schemas.microsoft.com/office/drawing/2014/main" id="{0545991C-BDEB-46BE-81E3-11028B6AAACF}"/>
                </a:ext>
              </a:extLst>
            </p:cNvPr>
            <p:cNvSpPr>
              <a:spLocks/>
            </p:cNvSpPr>
            <p:nvPr/>
          </p:nvSpPr>
          <p:spPr bwMode="auto">
            <a:xfrm>
              <a:off x="754" y="2472"/>
              <a:ext cx="84" cy="50"/>
            </a:xfrm>
            <a:custGeom>
              <a:avLst/>
              <a:gdLst>
                <a:gd name="T0" fmla="*/ 1 w 62"/>
                <a:gd name="T1" fmla="*/ 0 h 37"/>
                <a:gd name="T2" fmla="*/ 83 w 62"/>
                <a:gd name="T3" fmla="*/ 86 h 37"/>
                <a:gd name="T4" fmla="*/ 154 w 62"/>
                <a:gd name="T5" fmla="*/ 1 h 37"/>
                <a:gd name="T6" fmla="*/ 35 w 62"/>
                <a:gd name="T7" fmla="*/ 1 h 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2" h="37">
                  <a:moveTo>
                    <a:pt x="1" y="0"/>
                  </a:moveTo>
                  <a:cubicBezTo>
                    <a:pt x="0" y="21"/>
                    <a:pt x="12" y="33"/>
                    <a:pt x="33" y="35"/>
                  </a:cubicBezTo>
                  <a:cubicBezTo>
                    <a:pt x="60" y="37"/>
                    <a:pt x="58" y="21"/>
                    <a:pt x="62" y="1"/>
                  </a:cubicBezTo>
                  <a:cubicBezTo>
                    <a:pt x="46" y="4"/>
                    <a:pt x="31" y="1"/>
                    <a:pt x="14" y="1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360" name="Freeform 551">
              <a:extLst>
                <a:ext uri="{FF2B5EF4-FFF2-40B4-BE49-F238E27FC236}">
                  <a16:creationId xmlns:a16="http://schemas.microsoft.com/office/drawing/2014/main" id="{ACAEFF22-91CD-4BCD-A7F3-43A76A207A95}"/>
                </a:ext>
              </a:extLst>
            </p:cNvPr>
            <p:cNvSpPr>
              <a:spLocks/>
            </p:cNvSpPr>
            <p:nvPr/>
          </p:nvSpPr>
          <p:spPr bwMode="auto">
            <a:xfrm>
              <a:off x="607" y="2433"/>
              <a:ext cx="193" cy="442"/>
            </a:xfrm>
            <a:custGeom>
              <a:avLst/>
              <a:gdLst>
                <a:gd name="T0" fmla="*/ 272 w 142"/>
                <a:gd name="T1" fmla="*/ 162 h 328"/>
                <a:gd name="T2" fmla="*/ 321 w 142"/>
                <a:gd name="T3" fmla="*/ 182 h 328"/>
                <a:gd name="T4" fmla="*/ 348 w 142"/>
                <a:gd name="T5" fmla="*/ 240 h 328"/>
                <a:gd name="T6" fmla="*/ 355 w 142"/>
                <a:gd name="T7" fmla="*/ 387 h 328"/>
                <a:gd name="T8" fmla="*/ 336 w 142"/>
                <a:gd name="T9" fmla="*/ 578 h 328"/>
                <a:gd name="T10" fmla="*/ 314 w 142"/>
                <a:gd name="T11" fmla="*/ 803 h 328"/>
                <a:gd name="T12" fmla="*/ 307 w 142"/>
                <a:gd name="T13" fmla="*/ 523 h 328"/>
                <a:gd name="T14" fmla="*/ 292 w 142"/>
                <a:gd name="T15" fmla="*/ 381 h 328"/>
                <a:gd name="T16" fmla="*/ 223 w 142"/>
                <a:gd name="T17" fmla="*/ 265 h 328"/>
                <a:gd name="T18" fmla="*/ 189 w 142"/>
                <a:gd name="T19" fmla="*/ 168 h 328"/>
                <a:gd name="T20" fmla="*/ 113 w 142"/>
                <a:gd name="T21" fmla="*/ 98 h 328"/>
                <a:gd name="T22" fmla="*/ 0 w 142"/>
                <a:gd name="T23" fmla="*/ 0 h 328"/>
                <a:gd name="T24" fmla="*/ 181 w 142"/>
                <a:gd name="T25" fmla="*/ 49 h 328"/>
                <a:gd name="T26" fmla="*/ 264 w 142"/>
                <a:gd name="T27" fmla="*/ 162 h 328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42" h="328">
                  <a:moveTo>
                    <a:pt x="108" y="66"/>
                  </a:moveTo>
                  <a:cubicBezTo>
                    <a:pt x="113" y="74"/>
                    <a:pt x="121" y="70"/>
                    <a:pt x="128" y="74"/>
                  </a:cubicBezTo>
                  <a:cubicBezTo>
                    <a:pt x="137" y="80"/>
                    <a:pt x="137" y="89"/>
                    <a:pt x="138" y="98"/>
                  </a:cubicBezTo>
                  <a:cubicBezTo>
                    <a:pt x="141" y="118"/>
                    <a:pt x="142" y="139"/>
                    <a:pt x="141" y="158"/>
                  </a:cubicBezTo>
                  <a:cubicBezTo>
                    <a:pt x="140" y="184"/>
                    <a:pt x="137" y="210"/>
                    <a:pt x="134" y="236"/>
                  </a:cubicBezTo>
                  <a:cubicBezTo>
                    <a:pt x="131" y="266"/>
                    <a:pt x="131" y="299"/>
                    <a:pt x="125" y="328"/>
                  </a:cubicBezTo>
                  <a:cubicBezTo>
                    <a:pt x="123" y="291"/>
                    <a:pt x="120" y="251"/>
                    <a:pt x="122" y="214"/>
                  </a:cubicBezTo>
                  <a:cubicBezTo>
                    <a:pt x="123" y="195"/>
                    <a:pt x="123" y="174"/>
                    <a:pt x="116" y="156"/>
                  </a:cubicBezTo>
                  <a:cubicBezTo>
                    <a:pt x="109" y="139"/>
                    <a:pt x="96" y="126"/>
                    <a:pt x="89" y="108"/>
                  </a:cubicBezTo>
                  <a:cubicBezTo>
                    <a:pt x="85" y="95"/>
                    <a:pt x="83" y="81"/>
                    <a:pt x="75" y="69"/>
                  </a:cubicBezTo>
                  <a:cubicBezTo>
                    <a:pt x="68" y="58"/>
                    <a:pt x="55" y="48"/>
                    <a:pt x="45" y="40"/>
                  </a:cubicBezTo>
                  <a:cubicBezTo>
                    <a:pt x="30" y="29"/>
                    <a:pt x="10" y="15"/>
                    <a:pt x="0" y="0"/>
                  </a:cubicBezTo>
                  <a:cubicBezTo>
                    <a:pt x="24" y="0"/>
                    <a:pt x="49" y="13"/>
                    <a:pt x="72" y="20"/>
                  </a:cubicBezTo>
                  <a:cubicBezTo>
                    <a:pt x="98" y="27"/>
                    <a:pt x="89" y="49"/>
                    <a:pt x="105" y="66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361" name="Freeform 552">
              <a:extLst>
                <a:ext uri="{FF2B5EF4-FFF2-40B4-BE49-F238E27FC236}">
                  <a16:creationId xmlns:a16="http://schemas.microsoft.com/office/drawing/2014/main" id="{BAB30536-7C9F-4DF9-9863-3DD9D1261E18}"/>
                </a:ext>
              </a:extLst>
            </p:cNvPr>
            <p:cNvSpPr>
              <a:spLocks/>
            </p:cNvSpPr>
            <p:nvPr/>
          </p:nvSpPr>
          <p:spPr bwMode="auto">
            <a:xfrm>
              <a:off x="968" y="2325"/>
              <a:ext cx="129" cy="789"/>
            </a:xfrm>
            <a:custGeom>
              <a:avLst/>
              <a:gdLst>
                <a:gd name="T0" fmla="*/ 205 w 95"/>
                <a:gd name="T1" fmla="*/ 0 h 585"/>
                <a:gd name="T2" fmla="*/ 236 w 95"/>
                <a:gd name="T3" fmla="*/ 375 h 585"/>
                <a:gd name="T4" fmla="*/ 189 w 95"/>
                <a:gd name="T5" fmla="*/ 913 h 585"/>
                <a:gd name="T6" fmla="*/ 130 w 95"/>
                <a:gd name="T7" fmla="*/ 1138 h 585"/>
                <a:gd name="T8" fmla="*/ 57 w 95"/>
                <a:gd name="T9" fmla="*/ 1388 h 585"/>
                <a:gd name="T10" fmla="*/ 105 w 95"/>
                <a:gd name="T11" fmla="*/ 1071 h 585"/>
                <a:gd name="T12" fmla="*/ 128 w 95"/>
                <a:gd name="T13" fmla="*/ 417 h 585"/>
                <a:gd name="T14" fmla="*/ 35 w 95"/>
                <a:gd name="T15" fmla="*/ 235 h 585"/>
                <a:gd name="T16" fmla="*/ 148 w 95"/>
                <a:gd name="T17" fmla="*/ 140 h 585"/>
                <a:gd name="T18" fmla="*/ 205 w 95"/>
                <a:gd name="T19" fmla="*/ 0 h 58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95" h="585">
                  <a:moveTo>
                    <a:pt x="82" y="0"/>
                  </a:moveTo>
                  <a:cubicBezTo>
                    <a:pt x="95" y="44"/>
                    <a:pt x="95" y="96"/>
                    <a:pt x="94" y="153"/>
                  </a:cubicBezTo>
                  <a:cubicBezTo>
                    <a:pt x="92" y="210"/>
                    <a:pt x="87" y="318"/>
                    <a:pt x="75" y="372"/>
                  </a:cubicBezTo>
                  <a:cubicBezTo>
                    <a:pt x="63" y="425"/>
                    <a:pt x="62" y="428"/>
                    <a:pt x="52" y="464"/>
                  </a:cubicBezTo>
                  <a:cubicBezTo>
                    <a:pt x="43" y="500"/>
                    <a:pt x="32" y="548"/>
                    <a:pt x="23" y="566"/>
                  </a:cubicBezTo>
                  <a:cubicBezTo>
                    <a:pt x="14" y="585"/>
                    <a:pt x="36" y="516"/>
                    <a:pt x="42" y="437"/>
                  </a:cubicBezTo>
                  <a:cubicBezTo>
                    <a:pt x="47" y="358"/>
                    <a:pt x="59" y="210"/>
                    <a:pt x="51" y="170"/>
                  </a:cubicBezTo>
                  <a:cubicBezTo>
                    <a:pt x="43" y="130"/>
                    <a:pt x="27" y="112"/>
                    <a:pt x="14" y="96"/>
                  </a:cubicBezTo>
                  <a:cubicBezTo>
                    <a:pt x="0" y="80"/>
                    <a:pt x="35" y="69"/>
                    <a:pt x="59" y="57"/>
                  </a:cubicBezTo>
                  <a:cubicBezTo>
                    <a:pt x="72" y="49"/>
                    <a:pt x="90" y="22"/>
                    <a:pt x="82" y="0"/>
                  </a:cubicBezTo>
                  <a:close/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362" name="Freeform 553">
              <a:extLst>
                <a:ext uri="{FF2B5EF4-FFF2-40B4-BE49-F238E27FC236}">
                  <a16:creationId xmlns:a16="http://schemas.microsoft.com/office/drawing/2014/main" id="{32FCE15A-F37E-4C99-B94C-71A283DF3821}"/>
                </a:ext>
              </a:extLst>
            </p:cNvPr>
            <p:cNvSpPr>
              <a:spLocks/>
            </p:cNvSpPr>
            <p:nvPr/>
          </p:nvSpPr>
          <p:spPr bwMode="auto">
            <a:xfrm>
              <a:off x="894" y="3139"/>
              <a:ext cx="115" cy="648"/>
            </a:xfrm>
            <a:custGeom>
              <a:avLst/>
              <a:gdLst>
                <a:gd name="T0" fmla="*/ 183 w 85"/>
                <a:gd name="T1" fmla="*/ 12 h 480"/>
                <a:gd name="T2" fmla="*/ 183 w 85"/>
                <a:gd name="T3" fmla="*/ 197 h 480"/>
                <a:gd name="T4" fmla="*/ 152 w 85"/>
                <a:gd name="T5" fmla="*/ 377 h 480"/>
                <a:gd name="T6" fmla="*/ 89 w 85"/>
                <a:gd name="T7" fmla="*/ 702 h 480"/>
                <a:gd name="T8" fmla="*/ 118 w 85"/>
                <a:gd name="T9" fmla="*/ 972 h 480"/>
                <a:gd name="T10" fmla="*/ 203 w 85"/>
                <a:gd name="T11" fmla="*/ 1089 h 480"/>
                <a:gd name="T12" fmla="*/ 104 w 85"/>
                <a:gd name="T13" fmla="*/ 1165 h 480"/>
                <a:gd name="T14" fmla="*/ 126 w 85"/>
                <a:gd name="T15" fmla="*/ 1125 h 480"/>
                <a:gd name="T16" fmla="*/ 126 w 85"/>
                <a:gd name="T17" fmla="*/ 1095 h 480"/>
                <a:gd name="T18" fmla="*/ 149 w 85"/>
                <a:gd name="T19" fmla="*/ 1076 h 480"/>
                <a:gd name="T20" fmla="*/ 97 w 85"/>
                <a:gd name="T21" fmla="*/ 986 h 480"/>
                <a:gd name="T22" fmla="*/ 42 w 85"/>
                <a:gd name="T23" fmla="*/ 891 h 480"/>
                <a:gd name="T24" fmla="*/ 37 w 85"/>
                <a:gd name="T25" fmla="*/ 767 h 480"/>
                <a:gd name="T26" fmla="*/ 62 w 85"/>
                <a:gd name="T27" fmla="*/ 618 h 480"/>
                <a:gd name="T28" fmla="*/ 114 w 85"/>
                <a:gd name="T29" fmla="*/ 413 h 480"/>
                <a:gd name="T30" fmla="*/ 135 w 85"/>
                <a:gd name="T31" fmla="*/ 181 h 480"/>
                <a:gd name="T32" fmla="*/ 170 w 85"/>
                <a:gd name="T33" fmla="*/ 0 h 480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85" h="480">
                  <a:moveTo>
                    <a:pt x="74" y="5"/>
                  </a:moveTo>
                  <a:cubicBezTo>
                    <a:pt x="74" y="30"/>
                    <a:pt x="78" y="55"/>
                    <a:pt x="74" y="80"/>
                  </a:cubicBezTo>
                  <a:cubicBezTo>
                    <a:pt x="70" y="104"/>
                    <a:pt x="65" y="129"/>
                    <a:pt x="61" y="153"/>
                  </a:cubicBezTo>
                  <a:cubicBezTo>
                    <a:pt x="54" y="197"/>
                    <a:pt x="44" y="241"/>
                    <a:pt x="36" y="285"/>
                  </a:cubicBezTo>
                  <a:cubicBezTo>
                    <a:pt x="31" y="316"/>
                    <a:pt x="28" y="369"/>
                    <a:pt x="47" y="395"/>
                  </a:cubicBezTo>
                  <a:cubicBezTo>
                    <a:pt x="58" y="410"/>
                    <a:pt x="78" y="424"/>
                    <a:pt x="82" y="443"/>
                  </a:cubicBezTo>
                  <a:cubicBezTo>
                    <a:pt x="85" y="458"/>
                    <a:pt x="56" y="480"/>
                    <a:pt x="42" y="473"/>
                  </a:cubicBezTo>
                  <a:cubicBezTo>
                    <a:pt x="45" y="468"/>
                    <a:pt x="49" y="463"/>
                    <a:pt x="51" y="457"/>
                  </a:cubicBezTo>
                  <a:cubicBezTo>
                    <a:pt x="52" y="453"/>
                    <a:pt x="50" y="449"/>
                    <a:pt x="51" y="445"/>
                  </a:cubicBezTo>
                  <a:cubicBezTo>
                    <a:pt x="53" y="442"/>
                    <a:pt x="59" y="440"/>
                    <a:pt x="60" y="437"/>
                  </a:cubicBezTo>
                  <a:cubicBezTo>
                    <a:pt x="64" y="422"/>
                    <a:pt x="45" y="413"/>
                    <a:pt x="39" y="401"/>
                  </a:cubicBezTo>
                  <a:cubicBezTo>
                    <a:pt x="32" y="386"/>
                    <a:pt x="29" y="374"/>
                    <a:pt x="17" y="362"/>
                  </a:cubicBezTo>
                  <a:cubicBezTo>
                    <a:pt x="0" y="345"/>
                    <a:pt x="9" y="333"/>
                    <a:pt x="15" y="312"/>
                  </a:cubicBezTo>
                  <a:cubicBezTo>
                    <a:pt x="21" y="292"/>
                    <a:pt x="19" y="271"/>
                    <a:pt x="25" y="251"/>
                  </a:cubicBezTo>
                  <a:cubicBezTo>
                    <a:pt x="33" y="223"/>
                    <a:pt x="43" y="197"/>
                    <a:pt x="46" y="168"/>
                  </a:cubicBezTo>
                  <a:cubicBezTo>
                    <a:pt x="50" y="136"/>
                    <a:pt x="52" y="105"/>
                    <a:pt x="55" y="73"/>
                  </a:cubicBezTo>
                  <a:cubicBezTo>
                    <a:pt x="58" y="48"/>
                    <a:pt x="65" y="24"/>
                    <a:pt x="69" y="0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363" name="Freeform 554">
              <a:extLst>
                <a:ext uri="{FF2B5EF4-FFF2-40B4-BE49-F238E27FC236}">
                  <a16:creationId xmlns:a16="http://schemas.microsoft.com/office/drawing/2014/main" id="{88C09B9C-DA9E-4452-8A7E-1D1DE3527845}"/>
                </a:ext>
              </a:extLst>
            </p:cNvPr>
            <p:cNvSpPr>
              <a:spLocks/>
            </p:cNvSpPr>
            <p:nvPr/>
          </p:nvSpPr>
          <p:spPr bwMode="auto">
            <a:xfrm>
              <a:off x="934" y="3017"/>
              <a:ext cx="84" cy="188"/>
            </a:xfrm>
            <a:custGeom>
              <a:avLst/>
              <a:gdLst>
                <a:gd name="T0" fmla="*/ 152 w 62"/>
                <a:gd name="T1" fmla="*/ 0 h 140"/>
                <a:gd name="T2" fmla="*/ 103 w 62"/>
                <a:gd name="T3" fmla="*/ 115 h 140"/>
                <a:gd name="T4" fmla="*/ 0 w 62"/>
                <a:gd name="T5" fmla="*/ 200 h 140"/>
                <a:gd name="T6" fmla="*/ 77 w 62"/>
                <a:gd name="T7" fmla="*/ 235 h 140"/>
                <a:gd name="T8" fmla="*/ 107 w 62"/>
                <a:gd name="T9" fmla="*/ 338 h 140"/>
                <a:gd name="T10" fmla="*/ 141 w 62"/>
                <a:gd name="T11" fmla="*/ 99 h 14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2" h="140">
                  <a:moveTo>
                    <a:pt x="61" y="0"/>
                  </a:moveTo>
                  <a:cubicBezTo>
                    <a:pt x="52" y="13"/>
                    <a:pt x="50" y="34"/>
                    <a:pt x="41" y="48"/>
                  </a:cubicBezTo>
                  <a:cubicBezTo>
                    <a:pt x="30" y="68"/>
                    <a:pt x="17" y="72"/>
                    <a:pt x="0" y="83"/>
                  </a:cubicBezTo>
                  <a:cubicBezTo>
                    <a:pt x="5" y="95"/>
                    <a:pt x="22" y="88"/>
                    <a:pt x="31" y="97"/>
                  </a:cubicBezTo>
                  <a:cubicBezTo>
                    <a:pt x="42" y="108"/>
                    <a:pt x="36" y="127"/>
                    <a:pt x="43" y="140"/>
                  </a:cubicBezTo>
                  <a:cubicBezTo>
                    <a:pt x="62" y="114"/>
                    <a:pt x="41" y="69"/>
                    <a:pt x="57" y="41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364" name="Freeform 555">
              <a:extLst>
                <a:ext uri="{FF2B5EF4-FFF2-40B4-BE49-F238E27FC236}">
                  <a16:creationId xmlns:a16="http://schemas.microsoft.com/office/drawing/2014/main" id="{83B71C46-F1CB-40F7-B8F1-681ADAB4F8B8}"/>
                </a:ext>
              </a:extLst>
            </p:cNvPr>
            <p:cNvSpPr>
              <a:spLocks/>
            </p:cNvSpPr>
            <p:nvPr/>
          </p:nvSpPr>
          <p:spPr bwMode="auto">
            <a:xfrm>
              <a:off x="716" y="2756"/>
              <a:ext cx="72" cy="583"/>
            </a:xfrm>
            <a:custGeom>
              <a:avLst/>
              <a:gdLst>
                <a:gd name="T0" fmla="*/ 125 w 53"/>
                <a:gd name="T1" fmla="*/ 89 h 432"/>
                <a:gd name="T2" fmla="*/ 107 w 53"/>
                <a:gd name="T3" fmla="*/ 236 h 432"/>
                <a:gd name="T4" fmla="*/ 96 w 53"/>
                <a:gd name="T5" fmla="*/ 366 h 432"/>
                <a:gd name="T6" fmla="*/ 88 w 53"/>
                <a:gd name="T7" fmla="*/ 579 h 432"/>
                <a:gd name="T8" fmla="*/ 105 w 53"/>
                <a:gd name="T9" fmla="*/ 807 h 432"/>
                <a:gd name="T10" fmla="*/ 84 w 53"/>
                <a:gd name="T11" fmla="*/ 1062 h 432"/>
                <a:gd name="T12" fmla="*/ 88 w 53"/>
                <a:gd name="T13" fmla="*/ 985 h 432"/>
                <a:gd name="T14" fmla="*/ 84 w 53"/>
                <a:gd name="T15" fmla="*/ 881 h 432"/>
                <a:gd name="T16" fmla="*/ 57 w 53"/>
                <a:gd name="T17" fmla="*/ 725 h 432"/>
                <a:gd name="T18" fmla="*/ 1 w 53"/>
                <a:gd name="T19" fmla="*/ 619 h 432"/>
                <a:gd name="T20" fmla="*/ 19 w 53"/>
                <a:gd name="T21" fmla="*/ 514 h 432"/>
                <a:gd name="T22" fmla="*/ 22 w 53"/>
                <a:gd name="T23" fmla="*/ 429 h 432"/>
                <a:gd name="T24" fmla="*/ 56 w 53"/>
                <a:gd name="T25" fmla="*/ 332 h 432"/>
                <a:gd name="T26" fmla="*/ 83 w 53"/>
                <a:gd name="T27" fmla="*/ 197 h 432"/>
                <a:gd name="T28" fmla="*/ 99 w 53"/>
                <a:gd name="T29" fmla="*/ 99 h 432"/>
                <a:gd name="T30" fmla="*/ 133 w 53"/>
                <a:gd name="T31" fmla="*/ 0 h 43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53" h="432">
                  <a:moveTo>
                    <a:pt x="50" y="36"/>
                  </a:moveTo>
                  <a:cubicBezTo>
                    <a:pt x="50" y="56"/>
                    <a:pt x="45" y="76"/>
                    <a:pt x="43" y="96"/>
                  </a:cubicBezTo>
                  <a:cubicBezTo>
                    <a:pt x="42" y="113"/>
                    <a:pt x="41" y="131"/>
                    <a:pt x="38" y="149"/>
                  </a:cubicBezTo>
                  <a:cubicBezTo>
                    <a:pt x="33" y="179"/>
                    <a:pt x="32" y="205"/>
                    <a:pt x="35" y="236"/>
                  </a:cubicBezTo>
                  <a:cubicBezTo>
                    <a:pt x="39" y="267"/>
                    <a:pt x="41" y="297"/>
                    <a:pt x="42" y="328"/>
                  </a:cubicBezTo>
                  <a:cubicBezTo>
                    <a:pt x="43" y="359"/>
                    <a:pt x="47" y="404"/>
                    <a:pt x="34" y="432"/>
                  </a:cubicBezTo>
                  <a:cubicBezTo>
                    <a:pt x="31" y="422"/>
                    <a:pt x="35" y="411"/>
                    <a:pt x="35" y="401"/>
                  </a:cubicBezTo>
                  <a:cubicBezTo>
                    <a:pt x="36" y="387"/>
                    <a:pt x="35" y="373"/>
                    <a:pt x="34" y="359"/>
                  </a:cubicBezTo>
                  <a:cubicBezTo>
                    <a:pt x="34" y="335"/>
                    <a:pt x="35" y="315"/>
                    <a:pt x="23" y="295"/>
                  </a:cubicBezTo>
                  <a:cubicBezTo>
                    <a:pt x="14" y="281"/>
                    <a:pt x="2" y="269"/>
                    <a:pt x="1" y="252"/>
                  </a:cubicBezTo>
                  <a:cubicBezTo>
                    <a:pt x="0" y="236"/>
                    <a:pt x="5" y="223"/>
                    <a:pt x="7" y="209"/>
                  </a:cubicBezTo>
                  <a:cubicBezTo>
                    <a:pt x="10" y="198"/>
                    <a:pt x="7" y="186"/>
                    <a:pt x="9" y="175"/>
                  </a:cubicBezTo>
                  <a:cubicBezTo>
                    <a:pt x="12" y="161"/>
                    <a:pt x="18" y="148"/>
                    <a:pt x="22" y="135"/>
                  </a:cubicBezTo>
                  <a:cubicBezTo>
                    <a:pt x="28" y="117"/>
                    <a:pt x="29" y="98"/>
                    <a:pt x="33" y="80"/>
                  </a:cubicBezTo>
                  <a:cubicBezTo>
                    <a:pt x="36" y="66"/>
                    <a:pt x="38" y="53"/>
                    <a:pt x="40" y="40"/>
                  </a:cubicBezTo>
                  <a:cubicBezTo>
                    <a:pt x="42" y="26"/>
                    <a:pt x="52" y="13"/>
                    <a:pt x="53" y="0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365" name="Freeform 556">
              <a:extLst>
                <a:ext uri="{FF2B5EF4-FFF2-40B4-BE49-F238E27FC236}">
                  <a16:creationId xmlns:a16="http://schemas.microsoft.com/office/drawing/2014/main" id="{55D1A34B-952A-48C5-8E43-B1EFB3331133}"/>
                </a:ext>
              </a:extLst>
            </p:cNvPr>
            <p:cNvSpPr>
              <a:spLocks/>
            </p:cNvSpPr>
            <p:nvPr/>
          </p:nvSpPr>
          <p:spPr bwMode="auto">
            <a:xfrm>
              <a:off x="727" y="3405"/>
              <a:ext cx="45" cy="345"/>
            </a:xfrm>
            <a:custGeom>
              <a:avLst/>
              <a:gdLst>
                <a:gd name="T0" fmla="*/ 61 w 33"/>
                <a:gd name="T1" fmla="*/ 0 h 256"/>
                <a:gd name="T2" fmla="*/ 55 w 33"/>
                <a:gd name="T3" fmla="*/ 197 h 256"/>
                <a:gd name="T4" fmla="*/ 56 w 33"/>
                <a:gd name="T5" fmla="*/ 357 h 256"/>
                <a:gd name="T6" fmla="*/ 75 w 33"/>
                <a:gd name="T7" fmla="*/ 480 h 256"/>
                <a:gd name="T8" fmla="*/ 26 w 33"/>
                <a:gd name="T9" fmla="*/ 627 h 256"/>
                <a:gd name="T10" fmla="*/ 0 w 33"/>
                <a:gd name="T11" fmla="*/ 575 h 256"/>
                <a:gd name="T12" fmla="*/ 34 w 33"/>
                <a:gd name="T13" fmla="*/ 422 h 256"/>
                <a:gd name="T14" fmla="*/ 22 w 33"/>
                <a:gd name="T15" fmla="*/ 323 h 256"/>
                <a:gd name="T16" fmla="*/ 41 w 33"/>
                <a:gd name="T17" fmla="*/ 140 h 25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3" h="256">
                  <a:moveTo>
                    <a:pt x="24" y="0"/>
                  </a:moveTo>
                  <a:cubicBezTo>
                    <a:pt x="25" y="27"/>
                    <a:pt x="18" y="53"/>
                    <a:pt x="21" y="80"/>
                  </a:cubicBezTo>
                  <a:cubicBezTo>
                    <a:pt x="24" y="102"/>
                    <a:pt x="19" y="125"/>
                    <a:pt x="22" y="146"/>
                  </a:cubicBezTo>
                  <a:cubicBezTo>
                    <a:pt x="25" y="164"/>
                    <a:pt x="33" y="177"/>
                    <a:pt x="29" y="196"/>
                  </a:cubicBezTo>
                  <a:cubicBezTo>
                    <a:pt x="24" y="217"/>
                    <a:pt x="20" y="237"/>
                    <a:pt x="10" y="256"/>
                  </a:cubicBezTo>
                  <a:cubicBezTo>
                    <a:pt x="6" y="251"/>
                    <a:pt x="4" y="241"/>
                    <a:pt x="0" y="235"/>
                  </a:cubicBezTo>
                  <a:cubicBezTo>
                    <a:pt x="21" y="217"/>
                    <a:pt x="26" y="195"/>
                    <a:pt x="13" y="172"/>
                  </a:cubicBezTo>
                  <a:cubicBezTo>
                    <a:pt x="5" y="157"/>
                    <a:pt x="3" y="150"/>
                    <a:pt x="9" y="132"/>
                  </a:cubicBezTo>
                  <a:cubicBezTo>
                    <a:pt x="18" y="107"/>
                    <a:pt x="16" y="85"/>
                    <a:pt x="16" y="57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366" name="Freeform 557">
              <a:extLst>
                <a:ext uri="{FF2B5EF4-FFF2-40B4-BE49-F238E27FC236}">
                  <a16:creationId xmlns:a16="http://schemas.microsoft.com/office/drawing/2014/main" id="{679CC2F3-C5CB-42E0-A6DA-58EF3758915E}"/>
                </a:ext>
              </a:extLst>
            </p:cNvPr>
            <p:cNvSpPr>
              <a:spLocks/>
            </p:cNvSpPr>
            <p:nvPr/>
          </p:nvSpPr>
          <p:spPr bwMode="auto">
            <a:xfrm>
              <a:off x="516" y="2298"/>
              <a:ext cx="83" cy="93"/>
            </a:xfrm>
            <a:custGeom>
              <a:avLst/>
              <a:gdLst>
                <a:gd name="T0" fmla="*/ 19 w 61"/>
                <a:gd name="T1" fmla="*/ 1 h 69"/>
                <a:gd name="T2" fmla="*/ 14 w 61"/>
                <a:gd name="T3" fmla="*/ 142 h 69"/>
                <a:gd name="T4" fmla="*/ 154 w 61"/>
                <a:gd name="T5" fmla="*/ 168 h 69"/>
                <a:gd name="T6" fmla="*/ 71 w 61"/>
                <a:gd name="T7" fmla="*/ 96 h 69"/>
                <a:gd name="T8" fmla="*/ 7 w 61"/>
                <a:gd name="T9" fmla="*/ 0 h 6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1" h="69">
                  <a:moveTo>
                    <a:pt x="7" y="1"/>
                  </a:moveTo>
                  <a:cubicBezTo>
                    <a:pt x="6" y="17"/>
                    <a:pt x="0" y="44"/>
                    <a:pt x="5" y="58"/>
                  </a:cubicBezTo>
                  <a:cubicBezTo>
                    <a:pt x="23" y="43"/>
                    <a:pt x="45" y="62"/>
                    <a:pt x="61" y="69"/>
                  </a:cubicBezTo>
                  <a:cubicBezTo>
                    <a:pt x="49" y="60"/>
                    <a:pt x="40" y="48"/>
                    <a:pt x="28" y="39"/>
                  </a:cubicBezTo>
                  <a:cubicBezTo>
                    <a:pt x="14" y="28"/>
                    <a:pt x="13" y="14"/>
                    <a:pt x="3" y="0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367" name="Freeform 558">
              <a:extLst>
                <a:ext uri="{FF2B5EF4-FFF2-40B4-BE49-F238E27FC236}">
                  <a16:creationId xmlns:a16="http://schemas.microsoft.com/office/drawing/2014/main" id="{9B553884-94AB-40C2-A082-7D169032FB06}"/>
                </a:ext>
              </a:extLst>
            </p:cNvPr>
            <p:cNvSpPr>
              <a:spLocks/>
            </p:cNvSpPr>
            <p:nvPr/>
          </p:nvSpPr>
          <p:spPr bwMode="auto">
            <a:xfrm>
              <a:off x="603" y="1807"/>
              <a:ext cx="424" cy="81"/>
            </a:xfrm>
            <a:custGeom>
              <a:avLst/>
              <a:gdLst>
                <a:gd name="T0" fmla="*/ 1 w 312"/>
                <a:gd name="T1" fmla="*/ 120 h 60"/>
                <a:gd name="T2" fmla="*/ 370 w 312"/>
                <a:gd name="T3" fmla="*/ 35 h 60"/>
                <a:gd name="T4" fmla="*/ 783 w 312"/>
                <a:gd name="T5" fmla="*/ 147 h 60"/>
                <a:gd name="T6" fmla="*/ 356 w 312"/>
                <a:gd name="T7" fmla="*/ 5 h 60"/>
                <a:gd name="T8" fmla="*/ 0 w 312"/>
                <a:gd name="T9" fmla="*/ 120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2" h="60">
                  <a:moveTo>
                    <a:pt x="1" y="49"/>
                  </a:moveTo>
                  <a:cubicBezTo>
                    <a:pt x="43" y="26"/>
                    <a:pt x="85" y="10"/>
                    <a:pt x="147" y="14"/>
                  </a:cubicBezTo>
                  <a:cubicBezTo>
                    <a:pt x="196" y="18"/>
                    <a:pt x="291" y="52"/>
                    <a:pt x="312" y="60"/>
                  </a:cubicBezTo>
                  <a:cubicBezTo>
                    <a:pt x="279" y="41"/>
                    <a:pt x="205" y="0"/>
                    <a:pt x="142" y="2"/>
                  </a:cubicBezTo>
                  <a:cubicBezTo>
                    <a:pt x="79" y="5"/>
                    <a:pt x="25" y="21"/>
                    <a:pt x="0" y="49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368" name="Freeform 559">
              <a:extLst>
                <a:ext uri="{FF2B5EF4-FFF2-40B4-BE49-F238E27FC236}">
                  <a16:creationId xmlns:a16="http://schemas.microsoft.com/office/drawing/2014/main" id="{4A6F0D0D-5CE3-40CE-885F-05B537EB0DAB}"/>
                </a:ext>
              </a:extLst>
            </p:cNvPr>
            <p:cNvSpPr>
              <a:spLocks/>
            </p:cNvSpPr>
            <p:nvPr/>
          </p:nvSpPr>
          <p:spPr bwMode="auto">
            <a:xfrm>
              <a:off x="592" y="1723"/>
              <a:ext cx="411" cy="73"/>
            </a:xfrm>
            <a:custGeom>
              <a:avLst/>
              <a:gdLst>
                <a:gd name="T0" fmla="*/ 0 w 303"/>
                <a:gd name="T1" fmla="*/ 87 h 54"/>
                <a:gd name="T2" fmla="*/ 201 w 303"/>
                <a:gd name="T3" fmla="*/ 77 h 54"/>
                <a:gd name="T4" fmla="*/ 278 w 303"/>
                <a:gd name="T5" fmla="*/ 50 h 54"/>
                <a:gd name="T6" fmla="*/ 372 w 303"/>
                <a:gd name="T7" fmla="*/ 0 h 54"/>
                <a:gd name="T8" fmla="*/ 537 w 303"/>
                <a:gd name="T9" fmla="*/ 72 h 54"/>
                <a:gd name="T10" fmla="*/ 756 w 303"/>
                <a:gd name="T11" fmla="*/ 105 h 54"/>
                <a:gd name="T12" fmla="*/ 688 w 303"/>
                <a:gd name="T13" fmla="*/ 126 h 54"/>
                <a:gd name="T14" fmla="*/ 576 w 303"/>
                <a:gd name="T15" fmla="*/ 99 h 54"/>
                <a:gd name="T16" fmla="*/ 499 w 303"/>
                <a:gd name="T17" fmla="*/ 82 h 54"/>
                <a:gd name="T18" fmla="*/ 391 w 303"/>
                <a:gd name="T19" fmla="*/ 43 h 54"/>
                <a:gd name="T20" fmla="*/ 231 w 303"/>
                <a:gd name="T21" fmla="*/ 89 h 54"/>
                <a:gd name="T22" fmla="*/ 130 w 303"/>
                <a:gd name="T23" fmla="*/ 108 h 54"/>
                <a:gd name="T24" fmla="*/ 12 w 303"/>
                <a:gd name="T25" fmla="*/ 104 h 5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03" h="54">
                  <a:moveTo>
                    <a:pt x="0" y="35"/>
                  </a:moveTo>
                  <a:cubicBezTo>
                    <a:pt x="14" y="47"/>
                    <a:pt x="64" y="35"/>
                    <a:pt x="80" y="31"/>
                  </a:cubicBezTo>
                  <a:cubicBezTo>
                    <a:pt x="91" y="29"/>
                    <a:pt x="102" y="26"/>
                    <a:pt x="111" y="20"/>
                  </a:cubicBezTo>
                  <a:cubicBezTo>
                    <a:pt x="126" y="11"/>
                    <a:pt x="129" y="1"/>
                    <a:pt x="149" y="0"/>
                  </a:cubicBezTo>
                  <a:cubicBezTo>
                    <a:pt x="177" y="0"/>
                    <a:pt x="191" y="20"/>
                    <a:pt x="215" y="29"/>
                  </a:cubicBezTo>
                  <a:cubicBezTo>
                    <a:pt x="242" y="39"/>
                    <a:pt x="274" y="40"/>
                    <a:pt x="303" y="43"/>
                  </a:cubicBezTo>
                  <a:cubicBezTo>
                    <a:pt x="297" y="44"/>
                    <a:pt x="284" y="50"/>
                    <a:pt x="276" y="51"/>
                  </a:cubicBezTo>
                  <a:cubicBezTo>
                    <a:pt x="259" y="54"/>
                    <a:pt x="246" y="45"/>
                    <a:pt x="231" y="40"/>
                  </a:cubicBezTo>
                  <a:cubicBezTo>
                    <a:pt x="220" y="36"/>
                    <a:pt x="210" y="35"/>
                    <a:pt x="200" y="33"/>
                  </a:cubicBezTo>
                  <a:cubicBezTo>
                    <a:pt x="186" y="29"/>
                    <a:pt x="171" y="19"/>
                    <a:pt x="156" y="18"/>
                  </a:cubicBezTo>
                  <a:cubicBezTo>
                    <a:pt x="136" y="16"/>
                    <a:pt x="110" y="29"/>
                    <a:pt x="92" y="36"/>
                  </a:cubicBezTo>
                  <a:cubicBezTo>
                    <a:pt x="78" y="42"/>
                    <a:pt x="67" y="44"/>
                    <a:pt x="52" y="44"/>
                  </a:cubicBezTo>
                  <a:cubicBezTo>
                    <a:pt x="38" y="44"/>
                    <a:pt x="19" y="37"/>
                    <a:pt x="5" y="42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369" name="Freeform 560">
              <a:extLst>
                <a:ext uri="{FF2B5EF4-FFF2-40B4-BE49-F238E27FC236}">
                  <a16:creationId xmlns:a16="http://schemas.microsoft.com/office/drawing/2014/main" id="{BC548229-B678-4288-AC3B-C4139BDDFA03}"/>
                </a:ext>
              </a:extLst>
            </p:cNvPr>
            <p:cNvSpPr>
              <a:spLocks/>
            </p:cNvSpPr>
            <p:nvPr/>
          </p:nvSpPr>
          <p:spPr bwMode="auto">
            <a:xfrm>
              <a:off x="584" y="1678"/>
              <a:ext cx="49" cy="37"/>
            </a:xfrm>
            <a:custGeom>
              <a:avLst/>
              <a:gdLst>
                <a:gd name="T0" fmla="*/ 46 w 36"/>
                <a:gd name="T1" fmla="*/ 0 h 28"/>
                <a:gd name="T2" fmla="*/ 35 w 36"/>
                <a:gd name="T3" fmla="*/ 53 h 28"/>
                <a:gd name="T4" fmla="*/ 72 w 36"/>
                <a:gd name="T5" fmla="*/ 9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28">
                  <a:moveTo>
                    <a:pt x="18" y="0"/>
                  </a:moveTo>
                  <a:cubicBezTo>
                    <a:pt x="10" y="5"/>
                    <a:pt x="0" y="17"/>
                    <a:pt x="14" y="23"/>
                  </a:cubicBezTo>
                  <a:cubicBezTo>
                    <a:pt x="26" y="28"/>
                    <a:pt x="36" y="13"/>
                    <a:pt x="29" y="4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370" name="Freeform 561">
              <a:extLst>
                <a:ext uri="{FF2B5EF4-FFF2-40B4-BE49-F238E27FC236}">
                  <a16:creationId xmlns:a16="http://schemas.microsoft.com/office/drawing/2014/main" id="{44ACC4F9-3EEF-49FD-8514-E3B879335396}"/>
                </a:ext>
              </a:extLst>
            </p:cNvPr>
            <p:cNvSpPr>
              <a:spLocks/>
            </p:cNvSpPr>
            <p:nvPr/>
          </p:nvSpPr>
          <p:spPr bwMode="auto">
            <a:xfrm>
              <a:off x="968" y="1679"/>
              <a:ext cx="45" cy="34"/>
            </a:xfrm>
            <a:custGeom>
              <a:avLst/>
              <a:gdLst>
                <a:gd name="T0" fmla="*/ 26 w 33"/>
                <a:gd name="T1" fmla="*/ 7 h 25"/>
                <a:gd name="T2" fmla="*/ 50 w 33"/>
                <a:gd name="T3" fmla="*/ 53 h 25"/>
                <a:gd name="T4" fmla="*/ 41 w 33"/>
                <a:gd name="T5" fmla="*/ 0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25">
                  <a:moveTo>
                    <a:pt x="10" y="3"/>
                  </a:moveTo>
                  <a:cubicBezTo>
                    <a:pt x="0" y="10"/>
                    <a:pt x="9" y="25"/>
                    <a:pt x="20" y="21"/>
                  </a:cubicBezTo>
                  <a:cubicBezTo>
                    <a:pt x="33" y="16"/>
                    <a:pt x="29" y="0"/>
                    <a:pt x="16" y="0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371" name="Freeform 562">
              <a:extLst>
                <a:ext uri="{FF2B5EF4-FFF2-40B4-BE49-F238E27FC236}">
                  <a16:creationId xmlns:a16="http://schemas.microsoft.com/office/drawing/2014/main" id="{0D70F769-67AC-4A75-ABE1-360DDB4DC241}"/>
                </a:ext>
              </a:extLst>
            </p:cNvPr>
            <p:cNvSpPr>
              <a:spLocks/>
            </p:cNvSpPr>
            <p:nvPr/>
          </p:nvSpPr>
          <p:spPr bwMode="auto">
            <a:xfrm>
              <a:off x="765" y="1311"/>
              <a:ext cx="115" cy="160"/>
            </a:xfrm>
            <a:custGeom>
              <a:avLst/>
              <a:gdLst>
                <a:gd name="T0" fmla="*/ 0 w 85"/>
                <a:gd name="T1" fmla="*/ 106 h 119"/>
                <a:gd name="T2" fmla="*/ 42 w 85"/>
                <a:gd name="T3" fmla="*/ 253 h 119"/>
                <a:gd name="T4" fmla="*/ 106 w 85"/>
                <a:gd name="T5" fmla="*/ 206 h 119"/>
                <a:gd name="T6" fmla="*/ 93 w 85"/>
                <a:gd name="T7" fmla="*/ 227 h 119"/>
                <a:gd name="T8" fmla="*/ 43 w 85"/>
                <a:gd name="T9" fmla="*/ 168 h 119"/>
                <a:gd name="T10" fmla="*/ 118 w 85"/>
                <a:gd name="T11" fmla="*/ 136 h 119"/>
                <a:gd name="T12" fmla="*/ 211 w 85"/>
                <a:gd name="T13" fmla="*/ 0 h 119"/>
                <a:gd name="T14" fmla="*/ 129 w 85"/>
                <a:gd name="T15" fmla="*/ 106 h 119"/>
                <a:gd name="T16" fmla="*/ 20 w 85"/>
                <a:gd name="T17" fmla="*/ 120 h 11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5" h="119">
                  <a:moveTo>
                    <a:pt x="0" y="44"/>
                  </a:moveTo>
                  <a:cubicBezTo>
                    <a:pt x="1" y="60"/>
                    <a:pt x="5" y="91"/>
                    <a:pt x="17" y="104"/>
                  </a:cubicBezTo>
                  <a:cubicBezTo>
                    <a:pt x="32" y="119"/>
                    <a:pt x="45" y="101"/>
                    <a:pt x="43" y="85"/>
                  </a:cubicBezTo>
                  <a:cubicBezTo>
                    <a:pt x="42" y="88"/>
                    <a:pt x="39" y="91"/>
                    <a:pt x="38" y="94"/>
                  </a:cubicBezTo>
                  <a:cubicBezTo>
                    <a:pt x="29" y="93"/>
                    <a:pt x="15" y="80"/>
                    <a:pt x="18" y="69"/>
                  </a:cubicBezTo>
                  <a:cubicBezTo>
                    <a:pt x="20" y="55"/>
                    <a:pt x="36" y="59"/>
                    <a:pt x="47" y="56"/>
                  </a:cubicBezTo>
                  <a:cubicBezTo>
                    <a:pt x="79" y="46"/>
                    <a:pt x="81" y="28"/>
                    <a:pt x="85" y="0"/>
                  </a:cubicBezTo>
                  <a:cubicBezTo>
                    <a:pt x="80" y="15"/>
                    <a:pt x="65" y="34"/>
                    <a:pt x="52" y="44"/>
                  </a:cubicBezTo>
                  <a:cubicBezTo>
                    <a:pt x="38" y="53"/>
                    <a:pt x="23" y="50"/>
                    <a:pt x="8" y="49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372" name="Freeform 563">
              <a:extLst>
                <a:ext uri="{FF2B5EF4-FFF2-40B4-BE49-F238E27FC236}">
                  <a16:creationId xmlns:a16="http://schemas.microsoft.com/office/drawing/2014/main" id="{7F7099B3-474C-4036-97AD-7DF1F299242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" y="1634"/>
              <a:ext cx="60" cy="230"/>
            </a:xfrm>
            <a:custGeom>
              <a:avLst/>
              <a:gdLst>
                <a:gd name="T0" fmla="*/ 98 w 44"/>
                <a:gd name="T1" fmla="*/ 0 h 170"/>
                <a:gd name="T2" fmla="*/ 97 w 44"/>
                <a:gd name="T3" fmla="*/ 225 h 170"/>
                <a:gd name="T4" fmla="*/ 57 w 44"/>
                <a:gd name="T5" fmla="*/ 421 h 170"/>
                <a:gd name="T6" fmla="*/ 0 w 44"/>
                <a:gd name="T7" fmla="*/ 295 h 170"/>
                <a:gd name="T8" fmla="*/ 71 w 44"/>
                <a:gd name="T9" fmla="*/ 188 h 170"/>
                <a:gd name="T10" fmla="*/ 68 w 44"/>
                <a:gd name="T11" fmla="*/ 83 h 170"/>
                <a:gd name="T12" fmla="*/ 91 w 44"/>
                <a:gd name="T13" fmla="*/ 9 h 17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4" h="170">
                  <a:moveTo>
                    <a:pt x="39" y="0"/>
                  </a:moveTo>
                  <a:cubicBezTo>
                    <a:pt x="34" y="32"/>
                    <a:pt x="36" y="59"/>
                    <a:pt x="38" y="91"/>
                  </a:cubicBezTo>
                  <a:cubicBezTo>
                    <a:pt x="39" y="114"/>
                    <a:pt x="44" y="154"/>
                    <a:pt x="23" y="170"/>
                  </a:cubicBezTo>
                  <a:cubicBezTo>
                    <a:pt x="24" y="150"/>
                    <a:pt x="21" y="127"/>
                    <a:pt x="0" y="119"/>
                  </a:cubicBezTo>
                  <a:cubicBezTo>
                    <a:pt x="12" y="111"/>
                    <a:pt x="26" y="90"/>
                    <a:pt x="28" y="76"/>
                  </a:cubicBezTo>
                  <a:cubicBezTo>
                    <a:pt x="31" y="62"/>
                    <a:pt x="26" y="47"/>
                    <a:pt x="27" y="33"/>
                  </a:cubicBezTo>
                  <a:cubicBezTo>
                    <a:pt x="28" y="22"/>
                    <a:pt x="33" y="14"/>
                    <a:pt x="36" y="4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373" name="Freeform 564">
              <a:extLst>
                <a:ext uri="{FF2B5EF4-FFF2-40B4-BE49-F238E27FC236}">
                  <a16:creationId xmlns:a16="http://schemas.microsoft.com/office/drawing/2014/main" id="{5AA55963-2AC1-4B2E-96A0-F2D8C6836C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" y="1835"/>
              <a:ext cx="95" cy="456"/>
            </a:xfrm>
            <a:custGeom>
              <a:avLst/>
              <a:gdLst>
                <a:gd name="T0" fmla="*/ 159 w 70"/>
                <a:gd name="T1" fmla="*/ 22 h 338"/>
                <a:gd name="T2" fmla="*/ 170 w 70"/>
                <a:gd name="T3" fmla="*/ 131 h 338"/>
                <a:gd name="T4" fmla="*/ 140 w 70"/>
                <a:gd name="T5" fmla="*/ 240 h 338"/>
                <a:gd name="T6" fmla="*/ 72 w 70"/>
                <a:gd name="T7" fmla="*/ 452 h 338"/>
                <a:gd name="T8" fmla="*/ 48 w 70"/>
                <a:gd name="T9" fmla="*/ 639 h 338"/>
                <a:gd name="T10" fmla="*/ 105 w 70"/>
                <a:gd name="T11" fmla="*/ 830 h 338"/>
                <a:gd name="T12" fmla="*/ 65 w 70"/>
                <a:gd name="T13" fmla="*/ 747 h 338"/>
                <a:gd name="T14" fmla="*/ 27 w 70"/>
                <a:gd name="T15" fmla="*/ 787 h 338"/>
                <a:gd name="T16" fmla="*/ 20 w 70"/>
                <a:gd name="T17" fmla="*/ 610 h 338"/>
                <a:gd name="T18" fmla="*/ 48 w 70"/>
                <a:gd name="T19" fmla="*/ 476 h 338"/>
                <a:gd name="T20" fmla="*/ 53 w 70"/>
                <a:gd name="T21" fmla="*/ 379 h 338"/>
                <a:gd name="T22" fmla="*/ 79 w 70"/>
                <a:gd name="T23" fmla="*/ 281 h 338"/>
                <a:gd name="T24" fmla="*/ 113 w 70"/>
                <a:gd name="T25" fmla="*/ 150 h 338"/>
                <a:gd name="T26" fmla="*/ 125 w 70"/>
                <a:gd name="T27" fmla="*/ 0 h 338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70" h="338">
                  <a:moveTo>
                    <a:pt x="63" y="9"/>
                  </a:moveTo>
                  <a:cubicBezTo>
                    <a:pt x="65" y="24"/>
                    <a:pt x="70" y="38"/>
                    <a:pt x="68" y="53"/>
                  </a:cubicBezTo>
                  <a:cubicBezTo>
                    <a:pt x="66" y="68"/>
                    <a:pt x="60" y="84"/>
                    <a:pt x="56" y="98"/>
                  </a:cubicBezTo>
                  <a:cubicBezTo>
                    <a:pt x="48" y="127"/>
                    <a:pt x="37" y="155"/>
                    <a:pt x="29" y="184"/>
                  </a:cubicBezTo>
                  <a:cubicBezTo>
                    <a:pt x="22" y="206"/>
                    <a:pt x="12" y="238"/>
                    <a:pt x="19" y="260"/>
                  </a:cubicBezTo>
                  <a:cubicBezTo>
                    <a:pt x="27" y="288"/>
                    <a:pt x="49" y="305"/>
                    <a:pt x="42" y="338"/>
                  </a:cubicBezTo>
                  <a:cubicBezTo>
                    <a:pt x="42" y="325"/>
                    <a:pt x="34" y="313"/>
                    <a:pt x="26" y="305"/>
                  </a:cubicBezTo>
                  <a:cubicBezTo>
                    <a:pt x="21" y="309"/>
                    <a:pt x="17" y="316"/>
                    <a:pt x="11" y="320"/>
                  </a:cubicBezTo>
                  <a:cubicBezTo>
                    <a:pt x="15" y="299"/>
                    <a:pt x="15" y="267"/>
                    <a:pt x="8" y="248"/>
                  </a:cubicBezTo>
                  <a:cubicBezTo>
                    <a:pt x="0" y="225"/>
                    <a:pt x="14" y="217"/>
                    <a:pt x="19" y="194"/>
                  </a:cubicBezTo>
                  <a:cubicBezTo>
                    <a:pt x="22" y="181"/>
                    <a:pt x="19" y="167"/>
                    <a:pt x="21" y="154"/>
                  </a:cubicBezTo>
                  <a:cubicBezTo>
                    <a:pt x="23" y="141"/>
                    <a:pt x="28" y="127"/>
                    <a:pt x="32" y="114"/>
                  </a:cubicBezTo>
                  <a:cubicBezTo>
                    <a:pt x="38" y="96"/>
                    <a:pt x="42" y="79"/>
                    <a:pt x="45" y="61"/>
                  </a:cubicBezTo>
                  <a:cubicBezTo>
                    <a:pt x="47" y="49"/>
                    <a:pt x="66" y="6"/>
                    <a:pt x="50" y="0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374" name="Freeform 565">
              <a:extLst>
                <a:ext uri="{FF2B5EF4-FFF2-40B4-BE49-F238E27FC236}">
                  <a16:creationId xmlns:a16="http://schemas.microsoft.com/office/drawing/2014/main" id="{0B2DB1B7-8AA3-4A79-9223-52EF01F8C3B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" y="2346"/>
              <a:ext cx="22" cy="30"/>
            </a:xfrm>
            <a:custGeom>
              <a:avLst/>
              <a:gdLst>
                <a:gd name="T0" fmla="*/ 0 w 16"/>
                <a:gd name="T1" fmla="*/ 14 h 22"/>
                <a:gd name="T2" fmla="*/ 41 w 16"/>
                <a:gd name="T3" fmla="*/ 55 h 22"/>
                <a:gd name="T4" fmla="*/ 23 w 16"/>
                <a:gd name="T5" fmla="*/ 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22">
                  <a:moveTo>
                    <a:pt x="0" y="5"/>
                  </a:moveTo>
                  <a:cubicBezTo>
                    <a:pt x="3" y="13"/>
                    <a:pt x="6" y="22"/>
                    <a:pt x="16" y="21"/>
                  </a:cubicBezTo>
                  <a:cubicBezTo>
                    <a:pt x="14" y="14"/>
                    <a:pt x="10" y="6"/>
                    <a:pt x="9" y="0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375" name="Freeform 566">
              <a:extLst>
                <a:ext uri="{FF2B5EF4-FFF2-40B4-BE49-F238E27FC236}">
                  <a16:creationId xmlns:a16="http://schemas.microsoft.com/office/drawing/2014/main" id="{21F88107-4B25-486B-B804-726D9E14C2B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" y="1799"/>
              <a:ext cx="72" cy="124"/>
            </a:xfrm>
            <a:custGeom>
              <a:avLst/>
              <a:gdLst>
                <a:gd name="T0" fmla="*/ 1 w 53"/>
                <a:gd name="T1" fmla="*/ 0 h 92"/>
                <a:gd name="T2" fmla="*/ 72 w 53"/>
                <a:gd name="T3" fmla="*/ 225 h 92"/>
                <a:gd name="T4" fmla="*/ 0 w 53"/>
                <a:gd name="T5" fmla="*/ 0 h 9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3" h="92">
                  <a:moveTo>
                    <a:pt x="1" y="0"/>
                  </a:moveTo>
                  <a:cubicBezTo>
                    <a:pt x="32" y="10"/>
                    <a:pt x="53" y="66"/>
                    <a:pt x="29" y="92"/>
                  </a:cubicBezTo>
                  <a:cubicBezTo>
                    <a:pt x="29" y="59"/>
                    <a:pt x="27" y="23"/>
                    <a:pt x="0" y="0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376" name="Freeform 567">
              <a:extLst>
                <a:ext uri="{FF2B5EF4-FFF2-40B4-BE49-F238E27FC236}">
                  <a16:creationId xmlns:a16="http://schemas.microsoft.com/office/drawing/2014/main" id="{13136816-2EBA-4602-95C0-C85231F97B2D}"/>
                </a:ext>
              </a:extLst>
            </p:cNvPr>
            <p:cNvSpPr>
              <a:spLocks/>
            </p:cNvSpPr>
            <p:nvPr/>
          </p:nvSpPr>
          <p:spPr bwMode="auto">
            <a:xfrm>
              <a:off x="601" y="1373"/>
              <a:ext cx="130" cy="79"/>
            </a:xfrm>
            <a:custGeom>
              <a:avLst/>
              <a:gdLst>
                <a:gd name="T0" fmla="*/ 175 w 96"/>
                <a:gd name="T1" fmla="*/ 0 h 59"/>
                <a:gd name="T2" fmla="*/ 72 w 96"/>
                <a:gd name="T3" fmla="*/ 78 h 59"/>
                <a:gd name="T4" fmla="*/ 0 w 96"/>
                <a:gd name="T5" fmla="*/ 121 h 59"/>
                <a:gd name="T6" fmla="*/ 112 w 96"/>
                <a:gd name="T7" fmla="*/ 134 h 59"/>
                <a:gd name="T8" fmla="*/ 238 w 96"/>
                <a:gd name="T9" fmla="*/ 134 h 59"/>
                <a:gd name="T10" fmla="*/ 98 w 96"/>
                <a:gd name="T11" fmla="*/ 115 h 59"/>
                <a:gd name="T12" fmla="*/ 114 w 96"/>
                <a:gd name="T13" fmla="*/ 79 h 59"/>
                <a:gd name="T14" fmla="*/ 176 w 96"/>
                <a:gd name="T15" fmla="*/ 23 h 5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6" h="59">
                  <a:moveTo>
                    <a:pt x="70" y="0"/>
                  </a:moveTo>
                  <a:cubicBezTo>
                    <a:pt x="64" y="15"/>
                    <a:pt x="42" y="25"/>
                    <a:pt x="29" y="32"/>
                  </a:cubicBezTo>
                  <a:cubicBezTo>
                    <a:pt x="21" y="36"/>
                    <a:pt x="2" y="40"/>
                    <a:pt x="0" y="50"/>
                  </a:cubicBezTo>
                  <a:cubicBezTo>
                    <a:pt x="14" y="54"/>
                    <a:pt x="30" y="54"/>
                    <a:pt x="45" y="56"/>
                  </a:cubicBezTo>
                  <a:cubicBezTo>
                    <a:pt x="61" y="59"/>
                    <a:pt x="81" y="51"/>
                    <a:pt x="96" y="56"/>
                  </a:cubicBezTo>
                  <a:cubicBezTo>
                    <a:pt x="86" y="58"/>
                    <a:pt x="45" y="57"/>
                    <a:pt x="39" y="48"/>
                  </a:cubicBezTo>
                  <a:cubicBezTo>
                    <a:pt x="32" y="38"/>
                    <a:pt x="40" y="37"/>
                    <a:pt x="46" y="33"/>
                  </a:cubicBezTo>
                  <a:cubicBezTo>
                    <a:pt x="57" y="25"/>
                    <a:pt x="65" y="22"/>
                    <a:pt x="71" y="10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377" name="Freeform 568">
              <a:extLst>
                <a:ext uri="{FF2B5EF4-FFF2-40B4-BE49-F238E27FC236}">
                  <a16:creationId xmlns:a16="http://schemas.microsoft.com/office/drawing/2014/main" id="{87A0971A-C929-4BD6-B87D-27E510C16CE0}"/>
                </a:ext>
              </a:extLst>
            </p:cNvPr>
            <p:cNvSpPr>
              <a:spLocks/>
            </p:cNvSpPr>
            <p:nvPr/>
          </p:nvSpPr>
          <p:spPr bwMode="auto">
            <a:xfrm>
              <a:off x="880" y="1384"/>
              <a:ext cx="115" cy="68"/>
            </a:xfrm>
            <a:custGeom>
              <a:avLst/>
              <a:gdLst>
                <a:gd name="T0" fmla="*/ 0 w 85"/>
                <a:gd name="T1" fmla="*/ 121 h 51"/>
                <a:gd name="T2" fmla="*/ 211 w 85"/>
                <a:gd name="T3" fmla="*/ 76 h 51"/>
                <a:gd name="T4" fmla="*/ 134 w 85"/>
                <a:gd name="T5" fmla="*/ 28 h 51"/>
                <a:gd name="T6" fmla="*/ 43 w 85"/>
                <a:gd name="T7" fmla="*/ 0 h 51"/>
                <a:gd name="T8" fmla="*/ 139 w 85"/>
                <a:gd name="T9" fmla="*/ 69 h 51"/>
                <a:gd name="T10" fmla="*/ 16 w 85"/>
                <a:gd name="T11" fmla="*/ 113 h 5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5" h="51">
                  <a:moveTo>
                    <a:pt x="0" y="51"/>
                  </a:moveTo>
                  <a:cubicBezTo>
                    <a:pt x="26" y="48"/>
                    <a:pt x="64" y="48"/>
                    <a:pt x="85" y="32"/>
                  </a:cubicBezTo>
                  <a:cubicBezTo>
                    <a:pt x="78" y="20"/>
                    <a:pt x="66" y="18"/>
                    <a:pt x="54" y="12"/>
                  </a:cubicBezTo>
                  <a:cubicBezTo>
                    <a:pt x="43" y="7"/>
                    <a:pt x="20" y="0"/>
                    <a:pt x="18" y="0"/>
                  </a:cubicBezTo>
                  <a:cubicBezTo>
                    <a:pt x="27" y="9"/>
                    <a:pt x="58" y="12"/>
                    <a:pt x="56" y="29"/>
                  </a:cubicBezTo>
                  <a:cubicBezTo>
                    <a:pt x="54" y="41"/>
                    <a:pt x="18" y="44"/>
                    <a:pt x="7" y="48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378" name="Freeform 569">
              <a:extLst>
                <a:ext uri="{FF2B5EF4-FFF2-40B4-BE49-F238E27FC236}">
                  <a16:creationId xmlns:a16="http://schemas.microsoft.com/office/drawing/2014/main" id="{70B05E29-1A4E-483E-846E-4256ECC071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1" y="1686"/>
              <a:ext cx="75" cy="466"/>
            </a:xfrm>
            <a:custGeom>
              <a:avLst/>
              <a:gdLst>
                <a:gd name="T0" fmla="*/ 34 w 55"/>
                <a:gd name="T1" fmla="*/ 106 h 346"/>
                <a:gd name="T2" fmla="*/ 83 w 55"/>
                <a:gd name="T3" fmla="*/ 249 h 346"/>
                <a:gd name="T4" fmla="*/ 112 w 55"/>
                <a:gd name="T5" fmla="*/ 403 h 346"/>
                <a:gd name="T6" fmla="*/ 132 w 55"/>
                <a:gd name="T7" fmla="*/ 603 h 346"/>
                <a:gd name="T8" fmla="*/ 138 w 55"/>
                <a:gd name="T9" fmla="*/ 727 h 346"/>
                <a:gd name="T10" fmla="*/ 134 w 55"/>
                <a:gd name="T11" fmla="*/ 846 h 346"/>
                <a:gd name="T12" fmla="*/ 117 w 55"/>
                <a:gd name="T13" fmla="*/ 606 h 346"/>
                <a:gd name="T14" fmla="*/ 93 w 55"/>
                <a:gd name="T15" fmla="*/ 366 h 346"/>
                <a:gd name="T16" fmla="*/ 61 w 55"/>
                <a:gd name="T17" fmla="*/ 288 h 346"/>
                <a:gd name="T18" fmla="*/ 26 w 55"/>
                <a:gd name="T19" fmla="*/ 213 h 346"/>
                <a:gd name="T20" fmla="*/ 26 w 55"/>
                <a:gd name="T21" fmla="*/ 125 h 346"/>
                <a:gd name="T22" fmla="*/ 5 w 55"/>
                <a:gd name="T23" fmla="*/ 0 h 34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5" h="346">
                  <a:moveTo>
                    <a:pt x="13" y="44"/>
                  </a:moveTo>
                  <a:cubicBezTo>
                    <a:pt x="23" y="61"/>
                    <a:pt x="27" y="84"/>
                    <a:pt x="33" y="102"/>
                  </a:cubicBezTo>
                  <a:cubicBezTo>
                    <a:pt x="39" y="122"/>
                    <a:pt x="42" y="144"/>
                    <a:pt x="44" y="165"/>
                  </a:cubicBezTo>
                  <a:cubicBezTo>
                    <a:pt x="48" y="192"/>
                    <a:pt x="50" y="219"/>
                    <a:pt x="52" y="247"/>
                  </a:cubicBezTo>
                  <a:cubicBezTo>
                    <a:pt x="53" y="264"/>
                    <a:pt x="53" y="281"/>
                    <a:pt x="54" y="298"/>
                  </a:cubicBezTo>
                  <a:cubicBezTo>
                    <a:pt x="55" y="312"/>
                    <a:pt x="54" y="331"/>
                    <a:pt x="53" y="346"/>
                  </a:cubicBezTo>
                  <a:cubicBezTo>
                    <a:pt x="52" y="316"/>
                    <a:pt x="50" y="279"/>
                    <a:pt x="46" y="248"/>
                  </a:cubicBezTo>
                  <a:cubicBezTo>
                    <a:pt x="42" y="216"/>
                    <a:pt x="43" y="181"/>
                    <a:pt x="37" y="150"/>
                  </a:cubicBezTo>
                  <a:cubicBezTo>
                    <a:pt x="34" y="138"/>
                    <a:pt x="30" y="128"/>
                    <a:pt x="24" y="118"/>
                  </a:cubicBezTo>
                  <a:cubicBezTo>
                    <a:pt x="15" y="104"/>
                    <a:pt x="9" y="103"/>
                    <a:pt x="10" y="87"/>
                  </a:cubicBezTo>
                  <a:cubicBezTo>
                    <a:pt x="10" y="75"/>
                    <a:pt x="11" y="64"/>
                    <a:pt x="10" y="51"/>
                  </a:cubicBezTo>
                  <a:cubicBezTo>
                    <a:pt x="8" y="35"/>
                    <a:pt x="0" y="16"/>
                    <a:pt x="2" y="0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379" name="Freeform 570">
              <a:extLst>
                <a:ext uri="{FF2B5EF4-FFF2-40B4-BE49-F238E27FC236}">
                  <a16:creationId xmlns:a16="http://schemas.microsoft.com/office/drawing/2014/main" id="{1883D956-D983-4918-AC4C-E18847C1EFB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1" y="2352"/>
              <a:ext cx="24" cy="35"/>
            </a:xfrm>
            <a:custGeom>
              <a:avLst/>
              <a:gdLst>
                <a:gd name="T0" fmla="*/ 28 w 18"/>
                <a:gd name="T1" fmla="*/ 1 h 26"/>
                <a:gd name="T2" fmla="*/ 9 w 18"/>
                <a:gd name="T3" fmla="*/ 63 h 26"/>
                <a:gd name="T4" fmla="*/ 43 w 18"/>
                <a:gd name="T5" fmla="*/ 0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26">
                  <a:moveTo>
                    <a:pt x="12" y="1"/>
                  </a:moveTo>
                  <a:cubicBezTo>
                    <a:pt x="3" y="5"/>
                    <a:pt x="0" y="18"/>
                    <a:pt x="4" y="26"/>
                  </a:cubicBezTo>
                  <a:cubicBezTo>
                    <a:pt x="14" y="21"/>
                    <a:pt x="16" y="9"/>
                    <a:pt x="18" y="0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380" name="Freeform 571">
              <a:extLst>
                <a:ext uri="{FF2B5EF4-FFF2-40B4-BE49-F238E27FC236}">
                  <a16:creationId xmlns:a16="http://schemas.microsoft.com/office/drawing/2014/main" id="{2B991ED8-685F-4766-8EB7-5D26E89455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3" y="2181"/>
              <a:ext cx="61" cy="192"/>
            </a:xfrm>
            <a:custGeom>
              <a:avLst/>
              <a:gdLst>
                <a:gd name="T0" fmla="*/ 104 w 45"/>
                <a:gd name="T1" fmla="*/ 12 h 143"/>
                <a:gd name="T2" fmla="*/ 104 w 45"/>
                <a:gd name="T3" fmla="*/ 193 h 143"/>
                <a:gd name="T4" fmla="*/ 42 w 45"/>
                <a:gd name="T5" fmla="*/ 332 h 143"/>
                <a:gd name="T6" fmla="*/ 12 w 45"/>
                <a:gd name="T7" fmla="*/ 270 h 143"/>
                <a:gd name="T8" fmla="*/ 41 w 45"/>
                <a:gd name="T9" fmla="*/ 204 h 143"/>
                <a:gd name="T10" fmla="*/ 113 w 45"/>
                <a:gd name="T11" fmla="*/ 0 h 14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5" h="143">
                  <a:moveTo>
                    <a:pt x="42" y="5"/>
                  </a:moveTo>
                  <a:cubicBezTo>
                    <a:pt x="42" y="30"/>
                    <a:pt x="44" y="56"/>
                    <a:pt x="42" y="80"/>
                  </a:cubicBezTo>
                  <a:cubicBezTo>
                    <a:pt x="41" y="94"/>
                    <a:pt x="34" y="132"/>
                    <a:pt x="17" y="137"/>
                  </a:cubicBezTo>
                  <a:cubicBezTo>
                    <a:pt x="0" y="143"/>
                    <a:pt x="4" y="123"/>
                    <a:pt x="5" y="112"/>
                  </a:cubicBezTo>
                  <a:cubicBezTo>
                    <a:pt x="6" y="97"/>
                    <a:pt x="6" y="93"/>
                    <a:pt x="16" y="84"/>
                  </a:cubicBezTo>
                  <a:cubicBezTo>
                    <a:pt x="33" y="68"/>
                    <a:pt x="39" y="25"/>
                    <a:pt x="45" y="0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381" name="Freeform 572">
              <a:extLst>
                <a:ext uri="{FF2B5EF4-FFF2-40B4-BE49-F238E27FC236}">
                  <a16:creationId xmlns:a16="http://schemas.microsoft.com/office/drawing/2014/main" id="{1B96A295-C441-43E9-81F2-090B78DD8BA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7" y="2236"/>
              <a:ext cx="33" cy="96"/>
            </a:xfrm>
            <a:custGeom>
              <a:avLst/>
              <a:gdLst>
                <a:gd name="T0" fmla="*/ 54 w 24"/>
                <a:gd name="T1" fmla="*/ 0 h 71"/>
                <a:gd name="T2" fmla="*/ 15 w 24"/>
                <a:gd name="T3" fmla="*/ 77 h 71"/>
                <a:gd name="T4" fmla="*/ 6 w 24"/>
                <a:gd name="T5" fmla="*/ 176 h 71"/>
                <a:gd name="T6" fmla="*/ 36 w 24"/>
                <a:gd name="T7" fmla="*/ 97 h 71"/>
                <a:gd name="T8" fmla="*/ 61 w 24"/>
                <a:gd name="T9" fmla="*/ 64 h 71"/>
                <a:gd name="T10" fmla="*/ 54 w 24"/>
                <a:gd name="T11" fmla="*/ 20 h 7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71">
                  <a:moveTo>
                    <a:pt x="20" y="0"/>
                  </a:moveTo>
                  <a:cubicBezTo>
                    <a:pt x="15" y="12"/>
                    <a:pt x="8" y="19"/>
                    <a:pt x="6" y="31"/>
                  </a:cubicBezTo>
                  <a:cubicBezTo>
                    <a:pt x="5" y="41"/>
                    <a:pt x="0" y="61"/>
                    <a:pt x="2" y="71"/>
                  </a:cubicBezTo>
                  <a:cubicBezTo>
                    <a:pt x="12" y="66"/>
                    <a:pt x="10" y="49"/>
                    <a:pt x="14" y="39"/>
                  </a:cubicBezTo>
                  <a:cubicBezTo>
                    <a:pt x="16" y="35"/>
                    <a:pt x="22" y="29"/>
                    <a:pt x="23" y="26"/>
                  </a:cubicBezTo>
                  <a:cubicBezTo>
                    <a:pt x="24" y="20"/>
                    <a:pt x="20" y="14"/>
                    <a:pt x="20" y="8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382" name="Freeform 573">
              <a:extLst>
                <a:ext uri="{FF2B5EF4-FFF2-40B4-BE49-F238E27FC236}">
                  <a16:creationId xmlns:a16="http://schemas.microsoft.com/office/drawing/2014/main" id="{CE0636E2-7A36-4904-ABDA-7707B7F97BF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2" y="1680"/>
              <a:ext cx="33" cy="172"/>
            </a:xfrm>
            <a:custGeom>
              <a:avLst/>
              <a:gdLst>
                <a:gd name="T0" fmla="*/ 21 w 24"/>
                <a:gd name="T1" fmla="*/ 0 h 127"/>
                <a:gd name="T2" fmla="*/ 29 w 24"/>
                <a:gd name="T3" fmla="*/ 176 h 127"/>
                <a:gd name="T4" fmla="*/ 56 w 24"/>
                <a:gd name="T5" fmla="*/ 245 h 127"/>
                <a:gd name="T6" fmla="*/ 41 w 24"/>
                <a:gd name="T7" fmla="*/ 316 h 127"/>
                <a:gd name="T8" fmla="*/ 19 w 24"/>
                <a:gd name="T9" fmla="*/ 217 h 127"/>
                <a:gd name="T10" fmla="*/ 21 w 24"/>
                <a:gd name="T11" fmla="*/ 61 h 12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127">
                  <a:moveTo>
                    <a:pt x="8" y="0"/>
                  </a:moveTo>
                  <a:cubicBezTo>
                    <a:pt x="13" y="24"/>
                    <a:pt x="9" y="47"/>
                    <a:pt x="11" y="71"/>
                  </a:cubicBezTo>
                  <a:cubicBezTo>
                    <a:pt x="12" y="83"/>
                    <a:pt x="19" y="88"/>
                    <a:pt x="22" y="99"/>
                  </a:cubicBezTo>
                  <a:cubicBezTo>
                    <a:pt x="24" y="108"/>
                    <a:pt x="20" y="119"/>
                    <a:pt x="16" y="127"/>
                  </a:cubicBezTo>
                  <a:cubicBezTo>
                    <a:pt x="5" y="116"/>
                    <a:pt x="8" y="101"/>
                    <a:pt x="7" y="87"/>
                  </a:cubicBezTo>
                  <a:cubicBezTo>
                    <a:pt x="6" y="69"/>
                    <a:pt x="0" y="41"/>
                    <a:pt x="8" y="24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383" name="Freeform 574">
              <a:extLst>
                <a:ext uri="{FF2B5EF4-FFF2-40B4-BE49-F238E27FC236}">
                  <a16:creationId xmlns:a16="http://schemas.microsoft.com/office/drawing/2014/main" id="{F10B8BAD-F2F3-45DC-BF4D-F40CACD79CFC}"/>
                </a:ext>
              </a:extLst>
            </p:cNvPr>
            <p:cNvSpPr>
              <a:spLocks/>
            </p:cNvSpPr>
            <p:nvPr/>
          </p:nvSpPr>
          <p:spPr bwMode="auto">
            <a:xfrm>
              <a:off x="927" y="1854"/>
              <a:ext cx="152" cy="309"/>
            </a:xfrm>
            <a:custGeom>
              <a:avLst/>
              <a:gdLst>
                <a:gd name="T0" fmla="*/ 35 w 112"/>
                <a:gd name="T1" fmla="*/ 24 h 229"/>
                <a:gd name="T2" fmla="*/ 220 w 112"/>
                <a:gd name="T3" fmla="*/ 240 h 229"/>
                <a:gd name="T4" fmla="*/ 243 w 112"/>
                <a:gd name="T5" fmla="*/ 563 h 229"/>
                <a:gd name="T6" fmla="*/ 265 w 112"/>
                <a:gd name="T7" fmla="*/ 155 h 229"/>
                <a:gd name="T8" fmla="*/ 208 w 112"/>
                <a:gd name="T9" fmla="*/ 66 h 229"/>
                <a:gd name="T10" fmla="*/ 0 w 112"/>
                <a:gd name="T11" fmla="*/ 24 h 2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2" h="229">
                  <a:moveTo>
                    <a:pt x="14" y="10"/>
                  </a:moveTo>
                  <a:cubicBezTo>
                    <a:pt x="47" y="28"/>
                    <a:pt x="80" y="60"/>
                    <a:pt x="88" y="98"/>
                  </a:cubicBezTo>
                  <a:cubicBezTo>
                    <a:pt x="97" y="142"/>
                    <a:pt x="99" y="184"/>
                    <a:pt x="97" y="229"/>
                  </a:cubicBezTo>
                  <a:cubicBezTo>
                    <a:pt x="105" y="176"/>
                    <a:pt x="112" y="117"/>
                    <a:pt x="106" y="63"/>
                  </a:cubicBezTo>
                  <a:cubicBezTo>
                    <a:pt x="104" y="43"/>
                    <a:pt x="103" y="35"/>
                    <a:pt x="83" y="27"/>
                  </a:cubicBezTo>
                  <a:cubicBezTo>
                    <a:pt x="63" y="19"/>
                    <a:pt x="20" y="0"/>
                    <a:pt x="0" y="10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384" name="Freeform 575">
              <a:extLst>
                <a:ext uri="{FF2B5EF4-FFF2-40B4-BE49-F238E27FC236}">
                  <a16:creationId xmlns:a16="http://schemas.microsoft.com/office/drawing/2014/main" id="{9B9EBACB-6322-4C64-A2F7-A5A8109D52F6}"/>
                </a:ext>
              </a:extLst>
            </p:cNvPr>
            <p:cNvSpPr>
              <a:spLocks/>
            </p:cNvSpPr>
            <p:nvPr/>
          </p:nvSpPr>
          <p:spPr bwMode="auto">
            <a:xfrm>
              <a:off x="510" y="1932"/>
              <a:ext cx="24" cy="266"/>
            </a:xfrm>
            <a:custGeom>
              <a:avLst/>
              <a:gdLst>
                <a:gd name="T0" fmla="*/ 43 w 18"/>
                <a:gd name="T1" fmla="*/ 0 h 197"/>
                <a:gd name="T2" fmla="*/ 43 w 18"/>
                <a:gd name="T3" fmla="*/ 485 h 19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197">
                  <a:moveTo>
                    <a:pt x="18" y="0"/>
                  </a:moveTo>
                  <a:cubicBezTo>
                    <a:pt x="0" y="56"/>
                    <a:pt x="2" y="144"/>
                    <a:pt x="18" y="19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385" name="Freeform 576">
              <a:extLst>
                <a:ext uri="{FF2B5EF4-FFF2-40B4-BE49-F238E27FC236}">
                  <a16:creationId xmlns:a16="http://schemas.microsoft.com/office/drawing/2014/main" id="{98C8B0CB-2ABF-440C-B626-999C712AAE0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" y="1834"/>
              <a:ext cx="37" cy="232"/>
            </a:xfrm>
            <a:custGeom>
              <a:avLst/>
              <a:gdLst>
                <a:gd name="T0" fmla="*/ 70 w 27"/>
                <a:gd name="T1" fmla="*/ 0 h 172"/>
                <a:gd name="T2" fmla="*/ 21 w 27"/>
                <a:gd name="T3" fmla="*/ 422 h 17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172">
                  <a:moveTo>
                    <a:pt x="27" y="0"/>
                  </a:moveTo>
                  <a:cubicBezTo>
                    <a:pt x="16" y="21"/>
                    <a:pt x="0" y="109"/>
                    <a:pt x="8" y="17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386" name="Freeform 577">
              <a:extLst>
                <a:ext uri="{FF2B5EF4-FFF2-40B4-BE49-F238E27FC236}">
                  <a16:creationId xmlns:a16="http://schemas.microsoft.com/office/drawing/2014/main" id="{6163CBDC-822A-4A3C-8548-AAED88BF8BA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" y="1419"/>
              <a:ext cx="150" cy="215"/>
            </a:xfrm>
            <a:custGeom>
              <a:avLst/>
              <a:gdLst>
                <a:gd name="T0" fmla="*/ 106 w 110"/>
                <a:gd name="T1" fmla="*/ 148 h 160"/>
                <a:gd name="T2" fmla="*/ 0 w 110"/>
                <a:gd name="T3" fmla="*/ 388 h 160"/>
                <a:gd name="T4" fmla="*/ 106 w 110"/>
                <a:gd name="T5" fmla="*/ 99 h 160"/>
                <a:gd name="T6" fmla="*/ 280 w 110"/>
                <a:gd name="T7" fmla="*/ 0 h 160"/>
                <a:gd name="T8" fmla="*/ 106 w 110"/>
                <a:gd name="T9" fmla="*/ 148 h 1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0" h="160">
                  <a:moveTo>
                    <a:pt x="42" y="61"/>
                  </a:moveTo>
                  <a:cubicBezTo>
                    <a:pt x="32" y="85"/>
                    <a:pt x="14" y="128"/>
                    <a:pt x="0" y="160"/>
                  </a:cubicBezTo>
                  <a:cubicBezTo>
                    <a:pt x="8" y="126"/>
                    <a:pt x="28" y="69"/>
                    <a:pt x="42" y="41"/>
                  </a:cubicBezTo>
                  <a:cubicBezTo>
                    <a:pt x="57" y="13"/>
                    <a:pt x="86" y="4"/>
                    <a:pt x="110" y="0"/>
                  </a:cubicBezTo>
                  <a:cubicBezTo>
                    <a:pt x="90" y="8"/>
                    <a:pt x="58" y="32"/>
                    <a:pt x="42" y="6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387" name="Freeform 578">
              <a:extLst>
                <a:ext uri="{FF2B5EF4-FFF2-40B4-BE49-F238E27FC236}">
                  <a16:creationId xmlns:a16="http://schemas.microsoft.com/office/drawing/2014/main" id="{D4512F84-4B2B-47DD-B25C-548CCE61C47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8" y="1911"/>
              <a:ext cx="61" cy="205"/>
            </a:xfrm>
            <a:custGeom>
              <a:avLst/>
              <a:gdLst>
                <a:gd name="T0" fmla="*/ 0 w 45"/>
                <a:gd name="T1" fmla="*/ 0 h 152"/>
                <a:gd name="T2" fmla="*/ 104 w 45"/>
                <a:gd name="T3" fmla="*/ 372 h 152"/>
                <a:gd name="T4" fmla="*/ 0 w 45"/>
                <a:gd name="T5" fmla="*/ 0 h 1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5" h="152">
                  <a:moveTo>
                    <a:pt x="0" y="0"/>
                  </a:moveTo>
                  <a:cubicBezTo>
                    <a:pt x="5" y="33"/>
                    <a:pt x="36" y="93"/>
                    <a:pt x="42" y="152"/>
                  </a:cubicBezTo>
                  <a:cubicBezTo>
                    <a:pt x="40" y="113"/>
                    <a:pt x="45" y="85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388" name="Freeform 579">
              <a:extLst>
                <a:ext uri="{FF2B5EF4-FFF2-40B4-BE49-F238E27FC236}">
                  <a16:creationId xmlns:a16="http://schemas.microsoft.com/office/drawing/2014/main" id="{7DA6DC8B-6E88-4757-9A95-D8DBAEE4B811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" y="2511"/>
              <a:ext cx="50" cy="345"/>
            </a:xfrm>
            <a:custGeom>
              <a:avLst/>
              <a:gdLst>
                <a:gd name="T0" fmla="*/ 12 w 37"/>
                <a:gd name="T1" fmla="*/ 0 h 256"/>
                <a:gd name="T2" fmla="*/ 92 w 37"/>
                <a:gd name="T3" fmla="*/ 627 h 25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7" h="256">
                  <a:moveTo>
                    <a:pt x="5" y="0"/>
                  </a:moveTo>
                  <a:cubicBezTo>
                    <a:pt x="5" y="43"/>
                    <a:pt x="0" y="159"/>
                    <a:pt x="37" y="25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389" name="Freeform 580">
              <a:extLst>
                <a:ext uri="{FF2B5EF4-FFF2-40B4-BE49-F238E27FC236}">
                  <a16:creationId xmlns:a16="http://schemas.microsoft.com/office/drawing/2014/main" id="{56640514-C989-45E3-AFE1-548033C5FB9C}"/>
                </a:ext>
              </a:extLst>
            </p:cNvPr>
            <p:cNvSpPr>
              <a:spLocks/>
            </p:cNvSpPr>
            <p:nvPr/>
          </p:nvSpPr>
          <p:spPr bwMode="auto">
            <a:xfrm>
              <a:off x="811" y="2589"/>
              <a:ext cx="26" cy="297"/>
            </a:xfrm>
            <a:custGeom>
              <a:avLst/>
              <a:gdLst>
                <a:gd name="T0" fmla="*/ 7 w 19"/>
                <a:gd name="T1" fmla="*/ 0 h 220"/>
                <a:gd name="T2" fmla="*/ 49 w 19"/>
                <a:gd name="T3" fmla="*/ 541 h 2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220">
                  <a:moveTo>
                    <a:pt x="3" y="0"/>
                  </a:moveTo>
                  <a:cubicBezTo>
                    <a:pt x="0" y="54"/>
                    <a:pt x="7" y="165"/>
                    <a:pt x="19" y="22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390" name="Freeform 581">
              <a:extLst>
                <a:ext uri="{FF2B5EF4-FFF2-40B4-BE49-F238E27FC236}">
                  <a16:creationId xmlns:a16="http://schemas.microsoft.com/office/drawing/2014/main" id="{FFCB68E9-2B3F-4DE6-8830-D9C145B4E440}"/>
                </a:ext>
              </a:extLst>
            </p:cNvPr>
            <p:cNvSpPr>
              <a:spLocks/>
            </p:cNvSpPr>
            <p:nvPr/>
          </p:nvSpPr>
          <p:spPr bwMode="auto">
            <a:xfrm>
              <a:off x="824" y="3146"/>
              <a:ext cx="19" cy="200"/>
            </a:xfrm>
            <a:custGeom>
              <a:avLst/>
              <a:gdLst>
                <a:gd name="T0" fmla="*/ 22 w 14"/>
                <a:gd name="T1" fmla="*/ 0 h 148"/>
                <a:gd name="T2" fmla="*/ 35 w 14"/>
                <a:gd name="T3" fmla="*/ 365 h 14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48">
                  <a:moveTo>
                    <a:pt x="9" y="0"/>
                  </a:moveTo>
                  <a:cubicBezTo>
                    <a:pt x="0" y="45"/>
                    <a:pt x="4" y="83"/>
                    <a:pt x="14" y="14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391" name="Freeform 582">
              <a:extLst>
                <a:ext uri="{FF2B5EF4-FFF2-40B4-BE49-F238E27FC236}">
                  <a16:creationId xmlns:a16="http://schemas.microsoft.com/office/drawing/2014/main" id="{A39F8AC7-E6EC-48C0-95DE-B03F102387CC}"/>
                </a:ext>
              </a:extLst>
            </p:cNvPr>
            <p:cNvSpPr>
              <a:spLocks/>
            </p:cNvSpPr>
            <p:nvPr/>
          </p:nvSpPr>
          <p:spPr bwMode="auto">
            <a:xfrm>
              <a:off x="605" y="3193"/>
              <a:ext cx="42" cy="217"/>
            </a:xfrm>
            <a:custGeom>
              <a:avLst/>
              <a:gdLst>
                <a:gd name="T0" fmla="*/ 5 w 31"/>
                <a:gd name="T1" fmla="*/ 0 h 161"/>
                <a:gd name="T2" fmla="*/ 77 w 31"/>
                <a:gd name="T3" fmla="*/ 394 h 16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161">
                  <a:moveTo>
                    <a:pt x="2" y="0"/>
                  </a:moveTo>
                  <a:cubicBezTo>
                    <a:pt x="0" y="45"/>
                    <a:pt x="15" y="112"/>
                    <a:pt x="31" y="16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392" name="Freeform 583">
              <a:extLst>
                <a:ext uri="{FF2B5EF4-FFF2-40B4-BE49-F238E27FC236}">
                  <a16:creationId xmlns:a16="http://schemas.microsoft.com/office/drawing/2014/main" id="{550D0EBE-9256-4A64-A2C5-83267B7EB9D0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" y="1630"/>
              <a:ext cx="22" cy="91"/>
            </a:xfrm>
            <a:custGeom>
              <a:avLst/>
              <a:gdLst>
                <a:gd name="T0" fmla="*/ 23 w 16"/>
                <a:gd name="T1" fmla="*/ 0 h 67"/>
                <a:gd name="T2" fmla="*/ 41 w 16"/>
                <a:gd name="T3" fmla="*/ 168 h 6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67">
                  <a:moveTo>
                    <a:pt x="9" y="0"/>
                  </a:moveTo>
                  <a:cubicBezTo>
                    <a:pt x="0" y="23"/>
                    <a:pt x="3" y="46"/>
                    <a:pt x="16" y="6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393" name="Freeform 584">
              <a:extLst>
                <a:ext uri="{FF2B5EF4-FFF2-40B4-BE49-F238E27FC236}">
                  <a16:creationId xmlns:a16="http://schemas.microsoft.com/office/drawing/2014/main" id="{40609677-08C5-44CD-89F8-04218DDD60A3}"/>
                </a:ext>
              </a:extLst>
            </p:cNvPr>
            <p:cNvSpPr>
              <a:spLocks/>
            </p:cNvSpPr>
            <p:nvPr/>
          </p:nvSpPr>
          <p:spPr bwMode="auto">
            <a:xfrm>
              <a:off x="826" y="1694"/>
              <a:ext cx="74" cy="54"/>
            </a:xfrm>
            <a:custGeom>
              <a:avLst/>
              <a:gdLst>
                <a:gd name="T0" fmla="*/ 0 w 55"/>
                <a:gd name="T1" fmla="*/ 0 h 40"/>
                <a:gd name="T2" fmla="*/ 135 w 55"/>
                <a:gd name="T3" fmla="*/ 99 h 4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5" h="40">
                  <a:moveTo>
                    <a:pt x="0" y="0"/>
                  </a:moveTo>
                  <a:cubicBezTo>
                    <a:pt x="13" y="29"/>
                    <a:pt x="37" y="38"/>
                    <a:pt x="55" y="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394" name="Freeform 585">
              <a:extLst>
                <a:ext uri="{FF2B5EF4-FFF2-40B4-BE49-F238E27FC236}">
                  <a16:creationId xmlns:a16="http://schemas.microsoft.com/office/drawing/2014/main" id="{E2B2741C-3029-44DB-A603-5308B041BB3B}"/>
                </a:ext>
              </a:extLst>
            </p:cNvPr>
            <p:cNvSpPr>
              <a:spLocks/>
            </p:cNvSpPr>
            <p:nvPr/>
          </p:nvSpPr>
          <p:spPr bwMode="auto">
            <a:xfrm>
              <a:off x="865" y="1448"/>
              <a:ext cx="126" cy="33"/>
            </a:xfrm>
            <a:custGeom>
              <a:avLst/>
              <a:gdLst>
                <a:gd name="T0" fmla="*/ 0 w 93"/>
                <a:gd name="T1" fmla="*/ 50 h 24"/>
                <a:gd name="T2" fmla="*/ 232 w 93"/>
                <a:gd name="T3" fmla="*/ 21 h 24"/>
                <a:gd name="T4" fmla="*/ 68 w 93"/>
                <a:gd name="T5" fmla="*/ 54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3" h="24">
                  <a:moveTo>
                    <a:pt x="0" y="19"/>
                  </a:moveTo>
                  <a:cubicBezTo>
                    <a:pt x="30" y="24"/>
                    <a:pt x="64" y="0"/>
                    <a:pt x="93" y="8"/>
                  </a:cubicBezTo>
                  <a:cubicBezTo>
                    <a:pt x="71" y="13"/>
                    <a:pt x="50" y="17"/>
                    <a:pt x="27" y="2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395" name="Freeform 586">
              <a:extLst>
                <a:ext uri="{FF2B5EF4-FFF2-40B4-BE49-F238E27FC236}">
                  <a16:creationId xmlns:a16="http://schemas.microsoft.com/office/drawing/2014/main" id="{12D7FEC5-F9E7-4505-9557-8D00E4C4F2EA}"/>
                </a:ext>
              </a:extLst>
            </p:cNvPr>
            <p:cNvSpPr>
              <a:spLocks/>
            </p:cNvSpPr>
            <p:nvPr/>
          </p:nvSpPr>
          <p:spPr bwMode="auto">
            <a:xfrm>
              <a:off x="605" y="1460"/>
              <a:ext cx="133" cy="23"/>
            </a:xfrm>
            <a:custGeom>
              <a:avLst/>
              <a:gdLst>
                <a:gd name="T0" fmla="*/ 0 w 98"/>
                <a:gd name="T1" fmla="*/ 5 h 17"/>
                <a:gd name="T2" fmla="*/ 246 w 98"/>
                <a:gd name="T3" fmla="*/ 35 h 17"/>
                <a:gd name="T4" fmla="*/ 107 w 98"/>
                <a:gd name="T5" fmla="*/ 22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8" h="17">
                  <a:moveTo>
                    <a:pt x="0" y="2"/>
                  </a:moveTo>
                  <a:cubicBezTo>
                    <a:pt x="34" y="0"/>
                    <a:pt x="64" y="14"/>
                    <a:pt x="98" y="14"/>
                  </a:cubicBezTo>
                  <a:cubicBezTo>
                    <a:pt x="78" y="17"/>
                    <a:pt x="62" y="16"/>
                    <a:pt x="43" y="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396" name="Freeform 587">
              <a:extLst>
                <a:ext uri="{FF2B5EF4-FFF2-40B4-BE49-F238E27FC236}">
                  <a16:creationId xmlns:a16="http://schemas.microsoft.com/office/drawing/2014/main" id="{4CAA937A-D6D8-4D16-98CA-4807F208E7EC}"/>
                </a:ext>
              </a:extLst>
            </p:cNvPr>
            <p:cNvSpPr>
              <a:spLocks/>
            </p:cNvSpPr>
            <p:nvPr/>
          </p:nvSpPr>
          <p:spPr bwMode="auto">
            <a:xfrm>
              <a:off x="833" y="1038"/>
              <a:ext cx="71" cy="274"/>
            </a:xfrm>
            <a:custGeom>
              <a:avLst/>
              <a:gdLst>
                <a:gd name="T0" fmla="*/ 90 w 53"/>
                <a:gd name="T1" fmla="*/ 32 h 203"/>
                <a:gd name="T2" fmla="*/ 113 w 53"/>
                <a:gd name="T3" fmla="*/ 135 h 203"/>
                <a:gd name="T4" fmla="*/ 122 w 53"/>
                <a:gd name="T5" fmla="*/ 240 h 203"/>
                <a:gd name="T6" fmla="*/ 126 w 53"/>
                <a:gd name="T7" fmla="*/ 297 h 203"/>
                <a:gd name="T8" fmla="*/ 121 w 53"/>
                <a:gd name="T9" fmla="*/ 381 h 203"/>
                <a:gd name="T10" fmla="*/ 94 w 53"/>
                <a:gd name="T11" fmla="*/ 443 h 203"/>
                <a:gd name="T12" fmla="*/ 78 w 53"/>
                <a:gd name="T13" fmla="*/ 475 h 203"/>
                <a:gd name="T14" fmla="*/ 59 w 53"/>
                <a:gd name="T15" fmla="*/ 499 h 203"/>
                <a:gd name="T16" fmla="*/ 90 w 53"/>
                <a:gd name="T17" fmla="*/ 427 h 203"/>
                <a:gd name="T18" fmla="*/ 96 w 53"/>
                <a:gd name="T19" fmla="*/ 328 h 203"/>
                <a:gd name="T20" fmla="*/ 90 w 53"/>
                <a:gd name="T21" fmla="*/ 293 h 203"/>
                <a:gd name="T22" fmla="*/ 63 w 53"/>
                <a:gd name="T23" fmla="*/ 287 h 203"/>
                <a:gd name="T24" fmla="*/ 5 w 53"/>
                <a:gd name="T25" fmla="*/ 248 h 203"/>
                <a:gd name="T26" fmla="*/ 94 w 53"/>
                <a:gd name="T27" fmla="*/ 225 h 203"/>
                <a:gd name="T28" fmla="*/ 63 w 53"/>
                <a:gd name="T29" fmla="*/ 194 h 203"/>
                <a:gd name="T30" fmla="*/ 0 w 53"/>
                <a:gd name="T31" fmla="*/ 212 h 203"/>
                <a:gd name="T32" fmla="*/ 27 w 53"/>
                <a:gd name="T33" fmla="*/ 170 h 203"/>
                <a:gd name="T34" fmla="*/ 86 w 53"/>
                <a:gd name="T35" fmla="*/ 161 h 203"/>
                <a:gd name="T36" fmla="*/ 56 w 53"/>
                <a:gd name="T37" fmla="*/ 16 h 203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53" h="203">
                  <a:moveTo>
                    <a:pt x="37" y="13"/>
                  </a:moveTo>
                  <a:cubicBezTo>
                    <a:pt x="48" y="23"/>
                    <a:pt x="47" y="42"/>
                    <a:pt x="47" y="55"/>
                  </a:cubicBezTo>
                  <a:cubicBezTo>
                    <a:pt x="48" y="69"/>
                    <a:pt x="50" y="83"/>
                    <a:pt x="51" y="98"/>
                  </a:cubicBezTo>
                  <a:cubicBezTo>
                    <a:pt x="53" y="105"/>
                    <a:pt x="51" y="113"/>
                    <a:pt x="52" y="121"/>
                  </a:cubicBezTo>
                  <a:cubicBezTo>
                    <a:pt x="52" y="132"/>
                    <a:pt x="52" y="144"/>
                    <a:pt x="50" y="155"/>
                  </a:cubicBezTo>
                  <a:cubicBezTo>
                    <a:pt x="48" y="164"/>
                    <a:pt x="43" y="172"/>
                    <a:pt x="39" y="180"/>
                  </a:cubicBezTo>
                  <a:cubicBezTo>
                    <a:pt x="37" y="185"/>
                    <a:pt x="35" y="189"/>
                    <a:pt x="32" y="193"/>
                  </a:cubicBezTo>
                  <a:cubicBezTo>
                    <a:pt x="30" y="196"/>
                    <a:pt x="26" y="199"/>
                    <a:pt x="25" y="203"/>
                  </a:cubicBezTo>
                  <a:cubicBezTo>
                    <a:pt x="32" y="198"/>
                    <a:pt x="35" y="181"/>
                    <a:pt x="37" y="173"/>
                  </a:cubicBezTo>
                  <a:cubicBezTo>
                    <a:pt x="41" y="160"/>
                    <a:pt x="41" y="147"/>
                    <a:pt x="40" y="133"/>
                  </a:cubicBezTo>
                  <a:cubicBezTo>
                    <a:pt x="40" y="129"/>
                    <a:pt x="40" y="122"/>
                    <a:pt x="37" y="119"/>
                  </a:cubicBezTo>
                  <a:cubicBezTo>
                    <a:pt x="35" y="118"/>
                    <a:pt x="28" y="118"/>
                    <a:pt x="26" y="117"/>
                  </a:cubicBezTo>
                  <a:cubicBezTo>
                    <a:pt x="17" y="115"/>
                    <a:pt x="2" y="113"/>
                    <a:pt x="2" y="101"/>
                  </a:cubicBezTo>
                  <a:cubicBezTo>
                    <a:pt x="10" y="106"/>
                    <a:pt x="38" y="105"/>
                    <a:pt x="39" y="92"/>
                  </a:cubicBezTo>
                  <a:cubicBezTo>
                    <a:pt x="39" y="85"/>
                    <a:pt x="31" y="81"/>
                    <a:pt x="26" y="79"/>
                  </a:cubicBezTo>
                  <a:cubicBezTo>
                    <a:pt x="16" y="77"/>
                    <a:pt x="9" y="85"/>
                    <a:pt x="0" y="86"/>
                  </a:cubicBezTo>
                  <a:cubicBezTo>
                    <a:pt x="0" y="76"/>
                    <a:pt x="1" y="72"/>
                    <a:pt x="11" y="69"/>
                  </a:cubicBezTo>
                  <a:cubicBezTo>
                    <a:pt x="18" y="67"/>
                    <a:pt x="32" y="70"/>
                    <a:pt x="36" y="65"/>
                  </a:cubicBezTo>
                  <a:cubicBezTo>
                    <a:pt x="43" y="57"/>
                    <a:pt x="37" y="0"/>
                    <a:pt x="23" y="7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397" name="Freeform 588">
              <a:extLst>
                <a:ext uri="{FF2B5EF4-FFF2-40B4-BE49-F238E27FC236}">
                  <a16:creationId xmlns:a16="http://schemas.microsoft.com/office/drawing/2014/main" id="{62FF941D-F033-4F09-BFEE-017CFCC14FF6}"/>
                </a:ext>
              </a:extLst>
            </p:cNvPr>
            <p:cNvSpPr>
              <a:spLocks/>
            </p:cNvSpPr>
            <p:nvPr/>
          </p:nvSpPr>
          <p:spPr bwMode="auto">
            <a:xfrm>
              <a:off x="909" y="1158"/>
              <a:ext cx="18" cy="64"/>
            </a:xfrm>
            <a:custGeom>
              <a:avLst/>
              <a:gdLst>
                <a:gd name="T0" fmla="*/ 17 w 14"/>
                <a:gd name="T1" fmla="*/ 5 h 47"/>
                <a:gd name="T2" fmla="*/ 5 w 14"/>
                <a:gd name="T3" fmla="*/ 68 h 47"/>
                <a:gd name="T4" fmla="*/ 8 w 14"/>
                <a:gd name="T5" fmla="*/ 57 h 47"/>
                <a:gd name="T6" fmla="*/ 6 w 14"/>
                <a:gd name="T7" fmla="*/ 118 h 47"/>
                <a:gd name="T8" fmla="*/ 24 w 14"/>
                <a:gd name="T9" fmla="*/ 65 h 47"/>
                <a:gd name="T10" fmla="*/ 28 w 14"/>
                <a:gd name="T11" fmla="*/ 0 h 4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" h="47">
                  <a:moveTo>
                    <a:pt x="8" y="2"/>
                  </a:moveTo>
                  <a:cubicBezTo>
                    <a:pt x="7" y="10"/>
                    <a:pt x="0" y="19"/>
                    <a:pt x="2" y="27"/>
                  </a:cubicBezTo>
                  <a:cubicBezTo>
                    <a:pt x="2" y="26"/>
                    <a:pt x="3" y="24"/>
                    <a:pt x="4" y="23"/>
                  </a:cubicBezTo>
                  <a:cubicBezTo>
                    <a:pt x="13" y="26"/>
                    <a:pt x="2" y="43"/>
                    <a:pt x="3" y="47"/>
                  </a:cubicBezTo>
                  <a:cubicBezTo>
                    <a:pt x="10" y="44"/>
                    <a:pt x="11" y="32"/>
                    <a:pt x="12" y="26"/>
                  </a:cubicBezTo>
                  <a:cubicBezTo>
                    <a:pt x="14" y="17"/>
                    <a:pt x="9" y="7"/>
                    <a:pt x="13" y="0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398" name="Freeform 589">
              <a:extLst>
                <a:ext uri="{FF2B5EF4-FFF2-40B4-BE49-F238E27FC236}">
                  <a16:creationId xmlns:a16="http://schemas.microsoft.com/office/drawing/2014/main" id="{46596A7A-9CF3-40D3-94DB-E50386B78A94}"/>
                </a:ext>
              </a:extLst>
            </p:cNvPr>
            <p:cNvSpPr>
              <a:spLocks/>
            </p:cNvSpPr>
            <p:nvPr/>
          </p:nvSpPr>
          <p:spPr bwMode="auto">
            <a:xfrm>
              <a:off x="672" y="1162"/>
              <a:ext cx="24" cy="52"/>
            </a:xfrm>
            <a:custGeom>
              <a:avLst/>
              <a:gdLst>
                <a:gd name="T0" fmla="*/ 35 w 17"/>
                <a:gd name="T1" fmla="*/ 26 h 38"/>
                <a:gd name="T2" fmla="*/ 20 w 17"/>
                <a:gd name="T3" fmla="*/ 0 h 38"/>
                <a:gd name="T4" fmla="*/ 16 w 17"/>
                <a:gd name="T5" fmla="*/ 42 h 38"/>
                <a:gd name="T6" fmla="*/ 40 w 17"/>
                <a:gd name="T7" fmla="*/ 97 h 38"/>
                <a:gd name="T8" fmla="*/ 28 w 17"/>
                <a:gd name="T9" fmla="*/ 47 h 38"/>
                <a:gd name="T10" fmla="*/ 40 w 17"/>
                <a:gd name="T11" fmla="*/ 21 h 3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" h="38">
                  <a:moveTo>
                    <a:pt x="13" y="10"/>
                  </a:moveTo>
                  <a:cubicBezTo>
                    <a:pt x="9" y="7"/>
                    <a:pt x="9" y="3"/>
                    <a:pt x="7" y="0"/>
                  </a:cubicBezTo>
                  <a:cubicBezTo>
                    <a:pt x="0" y="4"/>
                    <a:pt x="5" y="12"/>
                    <a:pt x="6" y="17"/>
                  </a:cubicBezTo>
                  <a:cubicBezTo>
                    <a:pt x="8" y="23"/>
                    <a:pt x="3" y="38"/>
                    <a:pt x="14" y="38"/>
                  </a:cubicBezTo>
                  <a:cubicBezTo>
                    <a:pt x="11" y="33"/>
                    <a:pt x="7" y="24"/>
                    <a:pt x="10" y="18"/>
                  </a:cubicBezTo>
                  <a:cubicBezTo>
                    <a:pt x="12" y="13"/>
                    <a:pt x="17" y="15"/>
                    <a:pt x="14" y="8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399" name="Freeform 590">
              <a:extLst>
                <a:ext uri="{FF2B5EF4-FFF2-40B4-BE49-F238E27FC236}">
                  <a16:creationId xmlns:a16="http://schemas.microsoft.com/office/drawing/2014/main" id="{9D9A1889-AEEA-4642-91D3-B734DE21EF4C}"/>
                </a:ext>
              </a:extLst>
            </p:cNvPr>
            <p:cNvSpPr>
              <a:spLocks/>
            </p:cNvSpPr>
            <p:nvPr/>
          </p:nvSpPr>
          <p:spPr bwMode="auto">
            <a:xfrm>
              <a:off x="712" y="1131"/>
              <a:ext cx="69" cy="30"/>
            </a:xfrm>
            <a:custGeom>
              <a:avLst/>
              <a:gdLst>
                <a:gd name="T0" fmla="*/ 7 w 51"/>
                <a:gd name="T1" fmla="*/ 56 h 22"/>
                <a:gd name="T2" fmla="*/ 68 w 51"/>
                <a:gd name="T3" fmla="*/ 27 h 22"/>
                <a:gd name="T4" fmla="*/ 97 w 51"/>
                <a:gd name="T5" fmla="*/ 35 h 22"/>
                <a:gd name="T6" fmla="*/ 124 w 51"/>
                <a:gd name="T7" fmla="*/ 50 h 22"/>
                <a:gd name="T8" fmla="*/ 64 w 51"/>
                <a:gd name="T9" fmla="*/ 1 h 22"/>
                <a:gd name="T10" fmla="*/ 26 w 51"/>
                <a:gd name="T11" fmla="*/ 15 h 22"/>
                <a:gd name="T12" fmla="*/ 0 w 51"/>
                <a:gd name="T13" fmla="*/ 50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1" h="22">
                  <a:moveTo>
                    <a:pt x="3" y="22"/>
                  </a:moveTo>
                  <a:cubicBezTo>
                    <a:pt x="5" y="10"/>
                    <a:pt x="18" y="11"/>
                    <a:pt x="27" y="11"/>
                  </a:cubicBezTo>
                  <a:cubicBezTo>
                    <a:pt x="31" y="11"/>
                    <a:pt x="35" y="11"/>
                    <a:pt x="39" y="14"/>
                  </a:cubicBezTo>
                  <a:cubicBezTo>
                    <a:pt x="42" y="15"/>
                    <a:pt x="46" y="21"/>
                    <a:pt x="50" y="20"/>
                  </a:cubicBezTo>
                  <a:cubicBezTo>
                    <a:pt x="51" y="7"/>
                    <a:pt x="35" y="2"/>
                    <a:pt x="26" y="1"/>
                  </a:cubicBezTo>
                  <a:cubicBezTo>
                    <a:pt x="19" y="0"/>
                    <a:pt x="15" y="0"/>
                    <a:pt x="10" y="6"/>
                  </a:cubicBezTo>
                  <a:cubicBezTo>
                    <a:pt x="7" y="9"/>
                    <a:pt x="0" y="15"/>
                    <a:pt x="0" y="20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400" name="Freeform 591">
              <a:extLst>
                <a:ext uri="{FF2B5EF4-FFF2-40B4-BE49-F238E27FC236}">
                  <a16:creationId xmlns:a16="http://schemas.microsoft.com/office/drawing/2014/main" id="{4471AF86-7EAD-4243-816B-A475FC7272E1}"/>
                </a:ext>
              </a:extLst>
            </p:cNvPr>
            <p:cNvSpPr>
              <a:spLocks/>
            </p:cNvSpPr>
            <p:nvPr/>
          </p:nvSpPr>
          <p:spPr bwMode="auto">
            <a:xfrm>
              <a:off x="732" y="1170"/>
              <a:ext cx="40" cy="34"/>
            </a:xfrm>
            <a:custGeom>
              <a:avLst/>
              <a:gdLst>
                <a:gd name="T0" fmla="*/ 14 w 29"/>
                <a:gd name="T1" fmla="*/ 7 h 25"/>
                <a:gd name="T2" fmla="*/ 47 w 29"/>
                <a:gd name="T3" fmla="*/ 10 h 25"/>
                <a:gd name="T4" fmla="*/ 76 w 29"/>
                <a:gd name="T5" fmla="*/ 0 h 25"/>
                <a:gd name="T6" fmla="*/ 50 w 29"/>
                <a:gd name="T7" fmla="*/ 37 h 25"/>
                <a:gd name="T8" fmla="*/ 0 w 29"/>
                <a:gd name="T9" fmla="*/ 63 h 25"/>
                <a:gd name="T10" fmla="*/ 21 w 29"/>
                <a:gd name="T11" fmla="*/ 14 h 2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9" h="25">
                  <a:moveTo>
                    <a:pt x="5" y="3"/>
                  </a:moveTo>
                  <a:cubicBezTo>
                    <a:pt x="9" y="3"/>
                    <a:pt x="14" y="5"/>
                    <a:pt x="18" y="4"/>
                  </a:cubicBezTo>
                  <a:cubicBezTo>
                    <a:pt x="23" y="4"/>
                    <a:pt x="25" y="2"/>
                    <a:pt x="29" y="0"/>
                  </a:cubicBezTo>
                  <a:cubicBezTo>
                    <a:pt x="29" y="6"/>
                    <a:pt x="23" y="11"/>
                    <a:pt x="19" y="15"/>
                  </a:cubicBezTo>
                  <a:cubicBezTo>
                    <a:pt x="13" y="23"/>
                    <a:pt x="8" y="22"/>
                    <a:pt x="0" y="25"/>
                  </a:cubicBezTo>
                  <a:cubicBezTo>
                    <a:pt x="7" y="20"/>
                    <a:pt x="17" y="13"/>
                    <a:pt x="8" y="5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401" name="Freeform 592">
              <a:extLst>
                <a:ext uri="{FF2B5EF4-FFF2-40B4-BE49-F238E27FC236}">
                  <a16:creationId xmlns:a16="http://schemas.microsoft.com/office/drawing/2014/main" id="{C0626A0A-2D5A-42C6-9AD7-AE3745940414}"/>
                </a:ext>
              </a:extLst>
            </p:cNvPr>
            <p:cNvSpPr>
              <a:spLocks/>
            </p:cNvSpPr>
            <p:nvPr/>
          </p:nvSpPr>
          <p:spPr bwMode="auto">
            <a:xfrm>
              <a:off x="744" y="1220"/>
              <a:ext cx="72" cy="42"/>
            </a:xfrm>
            <a:custGeom>
              <a:avLst/>
              <a:gdLst>
                <a:gd name="T0" fmla="*/ 0 w 53"/>
                <a:gd name="T1" fmla="*/ 77 h 31"/>
                <a:gd name="T2" fmla="*/ 41 w 53"/>
                <a:gd name="T3" fmla="*/ 0 h 31"/>
                <a:gd name="T4" fmla="*/ 53 w 53"/>
                <a:gd name="T5" fmla="*/ 20 h 31"/>
                <a:gd name="T6" fmla="*/ 77 w 53"/>
                <a:gd name="T7" fmla="*/ 20 h 31"/>
                <a:gd name="T8" fmla="*/ 133 w 53"/>
                <a:gd name="T9" fmla="*/ 20 h 31"/>
                <a:gd name="T10" fmla="*/ 103 w 53"/>
                <a:gd name="T11" fmla="*/ 42 h 31"/>
                <a:gd name="T12" fmla="*/ 71 w 53"/>
                <a:gd name="T13" fmla="*/ 42 h 31"/>
                <a:gd name="T14" fmla="*/ 7 w 53"/>
                <a:gd name="T15" fmla="*/ 68 h 3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3" h="31">
                  <a:moveTo>
                    <a:pt x="0" y="31"/>
                  </a:moveTo>
                  <a:cubicBezTo>
                    <a:pt x="0" y="23"/>
                    <a:pt x="6" y="2"/>
                    <a:pt x="16" y="0"/>
                  </a:cubicBezTo>
                  <a:cubicBezTo>
                    <a:pt x="18" y="4"/>
                    <a:pt x="16" y="7"/>
                    <a:pt x="21" y="8"/>
                  </a:cubicBezTo>
                  <a:cubicBezTo>
                    <a:pt x="26" y="8"/>
                    <a:pt x="26" y="6"/>
                    <a:pt x="31" y="8"/>
                  </a:cubicBezTo>
                  <a:cubicBezTo>
                    <a:pt x="41" y="12"/>
                    <a:pt x="45" y="13"/>
                    <a:pt x="53" y="8"/>
                  </a:cubicBezTo>
                  <a:cubicBezTo>
                    <a:pt x="50" y="12"/>
                    <a:pt x="45" y="14"/>
                    <a:pt x="41" y="17"/>
                  </a:cubicBezTo>
                  <a:cubicBezTo>
                    <a:pt x="34" y="21"/>
                    <a:pt x="36" y="20"/>
                    <a:pt x="28" y="17"/>
                  </a:cubicBezTo>
                  <a:cubicBezTo>
                    <a:pt x="19" y="13"/>
                    <a:pt x="9" y="21"/>
                    <a:pt x="3" y="27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402" name="Freeform 593">
              <a:extLst>
                <a:ext uri="{FF2B5EF4-FFF2-40B4-BE49-F238E27FC236}">
                  <a16:creationId xmlns:a16="http://schemas.microsoft.com/office/drawing/2014/main" id="{57C60EC3-2715-4EAE-BBD4-0191AC22DF16}"/>
                </a:ext>
              </a:extLst>
            </p:cNvPr>
            <p:cNvSpPr>
              <a:spLocks/>
            </p:cNvSpPr>
            <p:nvPr/>
          </p:nvSpPr>
          <p:spPr bwMode="auto">
            <a:xfrm>
              <a:off x="814" y="1216"/>
              <a:ext cx="40" cy="44"/>
            </a:xfrm>
            <a:custGeom>
              <a:avLst/>
              <a:gdLst>
                <a:gd name="T0" fmla="*/ 20 w 30"/>
                <a:gd name="T1" fmla="*/ 29 h 32"/>
                <a:gd name="T2" fmla="*/ 28 w 30"/>
                <a:gd name="T3" fmla="*/ 32 h 32"/>
                <a:gd name="T4" fmla="*/ 36 w 30"/>
                <a:gd name="T5" fmla="*/ 0 h 32"/>
                <a:gd name="T6" fmla="*/ 57 w 30"/>
                <a:gd name="T7" fmla="*/ 32 h 32"/>
                <a:gd name="T8" fmla="*/ 69 w 30"/>
                <a:gd name="T9" fmla="*/ 84 h 32"/>
                <a:gd name="T10" fmla="*/ 36 w 30"/>
                <a:gd name="T11" fmla="*/ 34 h 32"/>
                <a:gd name="T12" fmla="*/ 23 w 30"/>
                <a:gd name="T13" fmla="*/ 44 h 32"/>
                <a:gd name="T14" fmla="*/ 0 w 30"/>
                <a:gd name="T15" fmla="*/ 36 h 3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0" h="32">
                  <a:moveTo>
                    <a:pt x="8" y="11"/>
                  </a:moveTo>
                  <a:cubicBezTo>
                    <a:pt x="9" y="11"/>
                    <a:pt x="10" y="11"/>
                    <a:pt x="12" y="12"/>
                  </a:cubicBezTo>
                  <a:cubicBezTo>
                    <a:pt x="14" y="9"/>
                    <a:pt x="16" y="4"/>
                    <a:pt x="15" y="0"/>
                  </a:cubicBezTo>
                  <a:cubicBezTo>
                    <a:pt x="19" y="4"/>
                    <a:pt x="22" y="7"/>
                    <a:pt x="24" y="12"/>
                  </a:cubicBezTo>
                  <a:cubicBezTo>
                    <a:pt x="26" y="17"/>
                    <a:pt x="30" y="26"/>
                    <a:pt x="29" y="32"/>
                  </a:cubicBezTo>
                  <a:cubicBezTo>
                    <a:pt x="28" y="24"/>
                    <a:pt x="24" y="11"/>
                    <a:pt x="15" y="13"/>
                  </a:cubicBezTo>
                  <a:cubicBezTo>
                    <a:pt x="13" y="14"/>
                    <a:pt x="12" y="16"/>
                    <a:pt x="10" y="17"/>
                  </a:cubicBezTo>
                  <a:cubicBezTo>
                    <a:pt x="6" y="17"/>
                    <a:pt x="3" y="14"/>
                    <a:pt x="0" y="14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403" name="Freeform 594">
              <a:extLst>
                <a:ext uri="{FF2B5EF4-FFF2-40B4-BE49-F238E27FC236}">
                  <a16:creationId xmlns:a16="http://schemas.microsoft.com/office/drawing/2014/main" id="{59085BA2-4D3F-47DC-8D13-D5A541CE3037}"/>
                </a:ext>
              </a:extLst>
            </p:cNvPr>
            <p:cNvSpPr>
              <a:spLocks/>
            </p:cNvSpPr>
            <p:nvPr/>
          </p:nvSpPr>
          <p:spPr bwMode="auto">
            <a:xfrm>
              <a:off x="735" y="1317"/>
              <a:ext cx="134" cy="45"/>
            </a:xfrm>
            <a:custGeom>
              <a:avLst/>
              <a:gdLst>
                <a:gd name="T0" fmla="*/ 0 w 99"/>
                <a:gd name="T1" fmla="*/ 14 h 33"/>
                <a:gd name="T2" fmla="*/ 134 w 99"/>
                <a:gd name="T3" fmla="*/ 82 h 33"/>
                <a:gd name="T4" fmla="*/ 196 w 99"/>
                <a:gd name="T5" fmla="*/ 65 h 33"/>
                <a:gd name="T6" fmla="*/ 245 w 99"/>
                <a:gd name="T7" fmla="*/ 1 h 33"/>
                <a:gd name="T8" fmla="*/ 191 w 99"/>
                <a:gd name="T9" fmla="*/ 42 h 33"/>
                <a:gd name="T10" fmla="*/ 134 w 99"/>
                <a:gd name="T11" fmla="*/ 65 h 33"/>
                <a:gd name="T12" fmla="*/ 83 w 99"/>
                <a:gd name="T13" fmla="*/ 65 h 33"/>
                <a:gd name="T14" fmla="*/ 16 w 99"/>
                <a:gd name="T15" fmla="*/ 10 h 3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9" h="33">
                  <a:moveTo>
                    <a:pt x="0" y="5"/>
                  </a:moveTo>
                  <a:cubicBezTo>
                    <a:pt x="10" y="23"/>
                    <a:pt x="34" y="32"/>
                    <a:pt x="54" y="32"/>
                  </a:cubicBezTo>
                  <a:cubicBezTo>
                    <a:pt x="62" y="33"/>
                    <a:pt x="71" y="30"/>
                    <a:pt x="79" y="26"/>
                  </a:cubicBezTo>
                  <a:cubicBezTo>
                    <a:pt x="85" y="22"/>
                    <a:pt x="99" y="9"/>
                    <a:pt x="99" y="1"/>
                  </a:cubicBezTo>
                  <a:cubicBezTo>
                    <a:pt x="88" y="0"/>
                    <a:pt x="85" y="10"/>
                    <a:pt x="77" y="17"/>
                  </a:cubicBezTo>
                  <a:cubicBezTo>
                    <a:pt x="70" y="23"/>
                    <a:pt x="64" y="24"/>
                    <a:pt x="54" y="26"/>
                  </a:cubicBezTo>
                  <a:cubicBezTo>
                    <a:pt x="46" y="28"/>
                    <a:pt x="41" y="28"/>
                    <a:pt x="33" y="26"/>
                  </a:cubicBezTo>
                  <a:cubicBezTo>
                    <a:pt x="22" y="23"/>
                    <a:pt x="14" y="13"/>
                    <a:pt x="7" y="4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404" name="Freeform 595">
              <a:extLst>
                <a:ext uri="{FF2B5EF4-FFF2-40B4-BE49-F238E27FC236}">
                  <a16:creationId xmlns:a16="http://schemas.microsoft.com/office/drawing/2014/main" id="{04C895E1-7C31-467A-8CEF-EE19C51C969F}"/>
                </a:ext>
              </a:extLst>
            </p:cNvPr>
            <p:cNvSpPr>
              <a:spLocks/>
            </p:cNvSpPr>
            <p:nvPr/>
          </p:nvSpPr>
          <p:spPr bwMode="auto">
            <a:xfrm>
              <a:off x="767" y="1276"/>
              <a:ext cx="57" cy="24"/>
            </a:xfrm>
            <a:custGeom>
              <a:avLst/>
              <a:gdLst>
                <a:gd name="T0" fmla="*/ 20 w 42"/>
                <a:gd name="T1" fmla="*/ 36 h 18"/>
                <a:gd name="T2" fmla="*/ 105 w 42"/>
                <a:gd name="T3" fmla="*/ 31 h 18"/>
                <a:gd name="T4" fmla="*/ 0 w 42"/>
                <a:gd name="T5" fmla="*/ 43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" h="18">
                  <a:moveTo>
                    <a:pt x="8" y="15"/>
                  </a:moveTo>
                  <a:cubicBezTo>
                    <a:pt x="16" y="10"/>
                    <a:pt x="34" y="9"/>
                    <a:pt x="42" y="13"/>
                  </a:cubicBezTo>
                  <a:cubicBezTo>
                    <a:pt x="41" y="0"/>
                    <a:pt x="2" y="8"/>
                    <a:pt x="0" y="18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405" name="Freeform 596">
              <a:extLst>
                <a:ext uri="{FF2B5EF4-FFF2-40B4-BE49-F238E27FC236}">
                  <a16:creationId xmlns:a16="http://schemas.microsoft.com/office/drawing/2014/main" id="{23E4E70C-00C0-4413-8319-745984DD3BDF}"/>
                </a:ext>
              </a:extLst>
            </p:cNvPr>
            <p:cNvSpPr>
              <a:spLocks/>
            </p:cNvSpPr>
            <p:nvPr/>
          </p:nvSpPr>
          <p:spPr bwMode="auto">
            <a:xfrm>
              <a:off x="701" y="1042"/>
              <a:ext cx="27" cy="93"/>
            </a:xfrm>
            <a:custGeom>
              <a:avLst/>
              <a:gdLst>
                <a:gd name="T0" fmla="*/ 47 w 20"/>
                <a:gd name="T1" fmla="*/ 0 h 69"/>
                <a:gd name="T2" fmla="*/ 7 w 20"/>
                <a:gd name="T3" fmla="*/ 73 h 69"/>
                <a:gd name="T4" fmla="*/ 9 w 20"/>
                <a:gd name="T5" fmla="*/ 168 h 69"/>
                <a:gd name="T6" fmla="*/ 26 w 20"/>
                <a:gd name="T7" fmla="*/ 115 h 69"/>
                <a:gd name="T8" fmla="*/ 20 w 20"/>
                <a:gd name="T9" fmla="*/ 66 h 69"/>
                <a:gd name="T10" fmla="*/ 27 w 20"/>
                <a:gd name="T11" fmla="*/ 32 h 69"/>
                <a:gd name="T12" fmla="*/ 49 w 20"/>
                <a:gd name="T13" fmla="*/ 1 h 6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69">
                  <a:moveTo>
                    <a:pt x="19" y="0"/>
                  </a:moveTo>
                  <a:cubicBezTo>
                    <a:pt x="6" y="7"/>
                    <a:pt x="0" y="16"/>
                    <a:pt x="3" y="30"/>
                  </a:cubicBezTo>
                  <a:cubicBezTo>
                    <a:pt x="5" y="44"/>
                    <a:pt x="4" y="55"/>
                    <a:pt x="4" y="69"/>
                  </a:cubicBezTo>
                  <a:cubicBezTo>
                    <a:pt x="6" y="61"/>
                    <a:pt x="10" y="54"/>
                    <a:pt x="10" y="47"/>
                  </a:cubicBezTo>
                  <a:cubicBezTo>
                    <a:pt x="10" y="40"/>
                    <a:pt x="8" y="34"/>
                    <a:pt x="8" y="27"/>
                  </a:cubicBezTo>
                  <a:cubicBezTo>
                    <a:pt x="8" y="22"/>
                    <a:pt x="9" y="18"/>
                    <a:pt x="11" y="13"/>
                  </a:cubicBezTo>
                  <a:cubicBezTo>
                    <a:pt x="13" y="7"/>
                    <a:pt x="15" y="6"/>
                    <a:pt x="2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406" name="Freeform 597">
              <a:extLst>
                <a:ext uri="{FF2B5EF4-FFF2-40B4-BE49-F238E27FC236}">
                  <a16:creationId xmlns:a16="http://schemas.microsoft.com/office/drawing/2014/main" id="{B524B457-04FA-4F35-8C0E-5EE7EBC2BA48}"/>
                </a:ext>
              </a:extLst>
            </p:cNvPr>
            <p:cNvSpPr>
              <a:spLocks/>
            </p:cNvSpPr>
            <p:nvPr/>
          </p:nvSpPr>
          <p:spPr bwMode="auto">
            <a:xfrm>
              <a:off x="697" y="1192"/>
              <a:ext cx="24" cy="103"/>
            </a:xfrm>
            <a:custGeom>
              <a:avLst/>
              <a:gdLst>
                <a:gd name="T0" fmla="*/ 12 w 18"/>
                <a:gd name="T1" fmla="*/ 0 h 76"/>
                <a:gd name="T2" fmla="*/ 43 w 18"/>
                <a:gd name="T3" fmla="*/ 190 h 7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76">
                  <a:moveTo>
                    <a:pt x="5" y="0"/>
                  </a:moveTo>
                  <a:cubicBezTo>
                    <a:pt x="0" y="24"/>
                    <a:pt x="7" y="56"/>
                    <a:pt x="18" y="7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407" name="Freeform 598">
              <a:extLst>
                <a:ext uri="{FF2B5EF4-FFF2-40B4-BE49-F238E27FC236}">
                  <a16:creationId xmlns:a16="http://schemas.microsoft.com/office/drawing/2014/main" id="{FE6DF428-BF51-4F3A-AC4E-E9EC1E98F64E}"/>
                </a:ext>
              </a:extLst>
            </p:cNvPr>
            <p:cNvSpPr>
              <a:spLocks/>
            </p:cNvSpPr>
            <p:nvPr/>
          </p:nvSpPr>
          <p:spPr bwMode="auto">
            <a:xfrm>
              <a:off x="774" y="1207"/>
              <a:ext cx="12" cy="15"/>
            </a:xfrm>
            <a:custGeom>
              <a:avLst/>
              <a:gdLst>
                <a:gd name="T0" fmla="*/ 21 w 9"/>
                <a:gd name="T1" fmla="*/ 0 h 11"/>
                <a:gd name="T2" fmla="*/ 7 w 9"/>
                <a:gd name="T3" fmla="*/ 27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1">
                  <a:moveTo>
                    <a:pt x="9" y="0"/>
                  </a:moveTo>
                  <a:cubicBezTo>
                    <a:pt x="5" y="2"/>
                    <a:pt x="0" y="7"/>
                    <a:pt x="3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408" name="Freeform 599">
              <a:extLst>
                <a:ext uri="{FF2B5EF4-FFF2-40B4-BE49-F238E27FC236}">
                  <a16:creationId xmlns:a16="http://schemas.microsoft.com/office/drawing/2014/main" id="{56670181-445E-4541-8041-5F71F83EA587}"/>
                </a:ext>
              </a:extLst>
            </p:cNvPr>
            <p:cNvSpPr>
              <a:spLocks/>
            </p:cNvSpPr>
            <p:nvPr/>
          </p:nvSpPr>
          <p:spPr bwMode="auto">
            <a:xfrm>
              <a:off x="671" y="968"/>
              <a:ext cx="92" cy="116"/>
            </a:xfrm>
            <a:custGeom>
              <a:avLst/>
              <a:gdLst>
                <a:gd name="T0" fmla="*/ 26 w 68"/>
                <a:gd name="T1" fmla="*/ 121 h 86"/>
                <a:gd name="T2" fmla="*/ 32 w 68"/>
                <a:gd name="T3" fmla="*/ 89 h 86"/>
                <a:gd name="T4" fmla="*/ 74 w 68"/>
                <a:gd name="T5" fmla="*/ 49 h 86"/>
                <a:gd name="T6" fmla="*/ 168 w 68"/>
                <a:gd name="T7" fmla="*/ 5 h 86"/>
                <a:gd name="T8" fmla="*/ 124 w 68"/>
                <a:gd name="T9" fmla="*/ 36 h 86"/>
                <a:gd name="T10" fmla="*/ 129 w 68"/>
                <a:gd name="T11" fmla="*/ 42 h 86"/>
                <a:gd name="T12" fmla="*/ 99 w 68"/>
                <a:gd name="T13" fmla="*/ 71 h 86"/>
                <a:gd name="T14" fmla="*/ 62 w 68"/>
                <a:gd name="T15" fmla="*/ 93 h 86"/>
                <a:gd name="T16" fmla="*/ 37 w 68"/>
                <a:gd name="T17" fmla="*/ 115 h 86"/>
                <a:gd name="T18" fmla="*/ 43 w 68"/>
                <a:gd name="T19" fmla="*/ 147 h 86"/>
                <a:gd name="T20" fmla="*/ 27 w 68"/>
                <a:gd name="T21" fmla="*/ 194 h 86"/>
                <a:gd name="T22" fmla="*/ 5 w 68"/>
                <a:gd name="T23" fmla="*/ 210 h 86"/>
                <a:gd name="T24" fmla="*/ 7 w 68"/>
                <a:gd name="T25" fmla="*/ 163 h 86"/>
                <a:gd name="T26" fmla="*/ 0 w 68"/>
                <a:gd name="T27" fmla="*/ 155 h 86"/>
                <a:gd name="T28" fmla="*/ 12 w 68"/>
                <a:gd name="T29" fmla="*/ 132 h 8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68" h="86">
                  <a:moveTo>
                    <a:pt x="10" y="50"/>
                  </a:moveTo>
                  <a:cubicBezTo>
                    <a:pt x="12" y="43"/>
                    <a:pt x="8" y="42"/>
                    <a:pt x="13" y="36"/>
                  </a:cubicBezTo>
                  <a:cubicBezTo>
                    <a:pt x="17" y="30"/>
                    <a:pt x="24" y="23"/>
                    <a:pt x="30" y="20"/>
                  </a:cubicBezTo>
                  <a:cubicBezTo>
                    <a:pt x="42" y="15"/>
                    <a:pt x="54" y="0"/>
                    <a:pt x="68" y="2"/>
                  </a:cubicBezTo>
                  <a:cubicBezTo>
                    <a:pt x="63" y="4"/>
                    <a:pt x="51" y="8"/>
                    <a:pt x="50" y="15"/>
                  </a:cubicBezTo>
                  <a:cubicBezTo>
                    <a:pt x="51" y="16"/>
                    <a:pt x="51" y="16"/>
                    <a:pt x="52" y="17"/>
                  </a:cubicBezTo>
                  <a:cubicBezTo>
                    <a:pt x="43" y="14"/>
                    <a:pt x="33" y="20"/>
                    <a:pt x="40" y="29"/>
                  </a:cubicBezTo>
                  <a:cubicBezTo>
                    <a:pt x="34" y="22"/>
                    <a:pt x="17" y="30"/>
                    <a:pt x="25" y="38"/>
                  </a:cubicBezTo>
                  <a:cubicBezTo>
                    <a:pt x="20" y="40"/>
                    <a:pt x="17" y="41"/>
                    <a:pt x="15" y="47"/>
                  </a:cubicBezTo>
                  <a:cubicBezTo>
                    <a:pt x="15" y="51"/>
                    <a:pt x="15" y="58"/>
                    <a:pt x="18" y="60"/>
                  </a:cubicBezTo>
                  <a:cubicBezTo>
                    <a:pt x="11" y="62"/>
                    <a:pt x="2" y="73"/>
                    <a:pt x="11" y="79"/>
                  </a:cubicBezTo>
                  <a:cubicBezTo>
                    <a:pt x="8" y="81"/>
                    <a:pt x="3" y="82"/>
                    <a:pt x="2" y="86"/>
                  </a:cubicBezTo>
                  <a:cubicBezTo>
                    <a:pt x="1" y="80"/>
                    <a:pt x="5" y="73"/>
                    <a:pt x="3" y="67"/>
                  </a:cubicBezTo>
                  <a:cubicBezTo>
                    <a:pt x="2" y="65"/>
                    <a:pt x="0" y="65"/>
                    <a:pt x="0" y="63"/>
                  </a:cubicBezTo>
                  <a:cubicBezTo>
                    <a:pt x="0" y="60"/>
                    <a:pt x="4" y="57"/>
                    <a:pt x="5" y="54"/>
                  </a:cubicBezTo>
                </a:path>
              </a:pathLst>
            </a:custGeom>
            <a:solidFill>
              <a:srgbClr val="E0DA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409" name="Freeform 600">
              <a:extLst>
                <a:ext uri="{FF2B5EF4-FFF2-40B4-BE49-F238E27FC236}">
                  <a16:creationId xmlns:a16="http://schemas.microsoft.com/office/drawing/2014/main" id="{A13A241F-1EB5-4ECB-8EF4-0CDF3BDF51A3}"/>
                </a:ext>
              </a:extLst>
            </p:cNvPr>
            <p:cNvSpPr>
              <a:spLocks/>
            </p:cNvSpPr>
            <p:nvPr/>
          </p:nvSpPr>
          <p:spPr bwMode="auto">
            <a:xfrm>
              <a:off x="871" y="988"/>
              <a:ext cx="58" cy="170"/>
            </a:xfrm>
            <a:custGeom>
              <a:avLst/>
              <a:gdLst>
                <a:gd name="T0" fmla="*/ 49 w 43"/>
                <a:gd name="T1" fmla="*/ 111 h 126"/>
                <a:gd name="T2" fmla="*/ 66 w 43"/>
                <a:gd name="T3" fmla="*/ 212 h 126"/>
                <a:gd name="T4" fmla="*/ 63 w 43"/>
                <a:gd name="T5" fmla="*/ 255 h 126"/>
                <a:gd name="T6" fmla="*/ 73 w 43"/>
                <a:gd name="T7" fmla="*/ 309 h 126"/>
                <a:gd name="T8" fmla="*/ 90 w 43"/>
                <a:gd name="T9" fmla="*/ 255 h 126"/>
                <a:gd name="T10" fmla="*/ 100 w 43"/>
                <a:gd name="T11" fmla="*/ 244 h 126"/>
                <a:gd name="T12" fmla="*/ 105 w 43"/>
                <a:gd name="T13" fmla="*/ 213 h 126"/>
                <a:gd name="T14" fmla="*/ 98 w 43"/>
                <a:gd name="T15" fmla="*/ 169 h 126"/>
                <a:gd name="T16" fmla="*/ 85 w 43"/>
                <a:gd name="T17" fmla="*/ 131 h 126"/>
                <a:gd name="T18" fmla="*/ 63 w 43"/>
                <a:gd name="T19" fmla="*/ 43 h 126"/>
                <a:gd name="T20" fmla="*/ 0 w 43"/>
                <a:gd name="T21" fmla="*/ 0 h 126"/>
                <a:gd name="T22" fmla="*/ 32 w 43"/>
                <a:gd name="T23" fmla="*/ 36 h 126"/>
                <a:gd name="T24" fmla="*/ 1 w 43"/>
                <a:gd name="T25" fmla="*/ 40 h 126"/>
                <a:gd name="T26" fmla="*/ 42 w 43"/>
                <a:gd name="T27" fmla="*/ 66 h 126"/>
                <a:gd name="T28" fmla="*/ 27 w 43"/>
                <a:gd name="T29" fmla="*/ 85 h 126"/>
                <a:gd name="T30" fmla="*/ 43 w 43"/>
                <a:gd name="T31" fmla="*/ 105 h 12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43" h="126">
                  <a:moveTo>
                    <a:pt x="20" y="45"/>
                  </a:moveTo>
                  <a:cubicBezTo>
                    <a:pt x="28" y="57"/>
                    <a:pt x="29" y="72"/>
                    <a:pt x="27" y="86"/>
                  </a:cubicBezTo>
                  <a:cubicBezTo>
                    <a:pt x="26" y="92"/>
                    <a:pt x="25" y="97"/>
                    <a:pt x="26" y="104"/>
                  </a:cubicBezTo>
                  <a:cubicBezTo>
                    <a:pt x="27" y="111"/>
                    <a:pt x="30" y="118"/>
                    <a:pt x="30" y="126"/>
                  </a:cubicBezTo>
                  <a:cubicBezTo>
                    <a:pt x="32" y="117"/>
                    <a:pt x="27" y="108"/>
                    <a:pt x="37" y="104"/>
                  </a:cubicBezTo>
                  <a:cubicBezTo>
                    <a:pt x="41" y="102"/>
                    <a:pt x="40" y="104"/>
                    <a:pt x="41" y="99"/>
                  </a:cubicBezTo>
                  <a:cubicBezTo>
                    <a:pt x="42" y="95"/>
                    <a:pt x="43" y="91"/>
                    <a:pt x="43" y="87"/>
                  </a:cubicBezTo>
                  <a:cubicBezTo>
                    <a:pt x="42" y="81"/>
                    <a:pt x="42" y="74"/>
                    <a:pt x="40" y="69"/>
                  </a:cubicBezTo>
                  <a:cubicBezTo>
                    <a:pt x="38" y="64"/>
                    <a:pt x="36" y="59"/>
                    <a:pt x="35" y="53"/>
                  </a:cubicBezTo>
                  <a:cubicBezTo>
                    <a:pt x="33" y="40"/>
                    <a:pt x="34" y="29"/>
                    <a:pt x="26" y="18"/>
                  </a:cubicBezTo>
                  <a:cubicBezTo>
                    <a:pt x="19" y="9"/>
                    <a:pt x="9" y="4"/>
                    <a:pt x="0" y="0"/>
                  </a:cubicBezTo>
                  <a:cubicBezTo>
                    <a:pt x="5" y="2"/>
                    <a:pt x="13" y="8"/>
                    <a:pt x="13" y="15"/>
                  </a:cubicBezTo>
                  <a:cubicBezTo>
                    <a:pt x="9" y="16"/>
                    <a:pt x="4" y="14"/>
                    <a:pt x="1" y="16"/>
                  </a:cubicBezTo>
                  <a:cubicBezTo>
                    <a:pt x="6" y="20"/>
                    <a:pt x="15" y="20"/>
                    <a:pt x="17" y="27"/>
                  </a:cubicBezTo>
                  <a:cubicBezTo>
                    <a:pt x="19" y="32"/>
                    <a:pt x="16" y="36"/>
                    <a:pt x="11" y="35"/>
                  </a:cubicBezTo>
                  <a:cubicBezTo>
                    <a:pt x="14" y="38"/>
                    <a:pt x="21" y="46"/>
                    <a:pt x="18" y="43"/>
                  </a:cubicBezTo>
                </a:path>
              </a:pathLst>
            </a:custGeom>
            <a:solidFill>
              <a:srgbClr val="8274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410" name="Freeform 601">
              <a:extLst>
                <a:ext uri="{FF2B5EF4-FFF2-40B4-BE49-F238E27FC236}">
                  <a16:creationId xmlns:a16="http://schemas.microsoft.com/office/drawing/2014/main" id="{6E67584E-9AFA-47F7-8D89-909A25937AE5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" y="1621"/>
              <a:ext cx="19" cy="209"/>
            </a:xfrm>
            <a:custGeom>
              <a:avLst/>
              <a:gdLst>
                <a:gd name="T0" fmla="*/ 35 w 14"/>
                <a:gd name="T1" fmla="*/ 0 h 155"/>
                <a:gd name="T2" fmla="*/ 19 w 14"/>
                <a:gd name="T3" fmla="*/ 255 h 155"/>
                <a:gd name="T4" fmla="*/ 15 w 14"/>
                <a:gd name="T5" fmla="*/ 380 h 15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55">
                  <a:moveTo>
                    <a:pt x="14" y="0"/>
                  </a:moveTo>
                  <a:cubicBezTo>
                    <a:pt x="0" y="56"/>
                    <a:pt x="6" y="66"/>
                    <a:pt x="7" y="104"/>
                  </a:cubicBezTo>
                  <a:cubicBezTo>
                    <a:pt x="8" y="116"/>
                    <a:pt x="9" y="133"/>
                    <a:pt x="6" y="155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411" name="Freeform 602">
              <a:extLst>
                <a:ext uri="{FF2B5EF4-FFF2-40B4-BE49-F238E27FC236}">
                  <a16:creationId xmlns:a16="http://schemas.microsoft.com/office/drawing/2014/main" id="{37F44BEE-BA99-499C-B443-75740410F65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5" y="1883"/>
              <a:ext cx="30" cy="25"/>
            </a:xfrm>
            <a:custGeom>
              <a:avLst/>
              <a:gdLst>
                <a:gd name="T0" fmla="*/ 55 w 22"/>
                <a:gd name="T1" fmla="*/ 43 h 19"/>
                <a:gd name="T2" fmla="*/ 50 w 22"/>
                <a:gd name="T3" fmla="*/ 18 h 19"/>
                <a:gd name="T4" fmla="*/ 35 w 22"/>
                <a:gd name="T5" fmla="*/ 42 h 19"/>
                <a:gd name="T6" fmla="*/ 27 w 22"/>
                <a:gd name="T7" fmla="*/ 12 h 19"/>
                <a:gd name="T8" fmla="*/ 0 w 22"/>
                <a:gd name="T9" fmla="*/ 42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19">
                  <a:moveTo>
                    <a:pt x="21" y="19"/>
                  </a:moveTo>
                  <a:cubicBezTo>
                    <a:pt x="21" y="15"/>
                    <a:pt x="22" y="11"/>
                    <a:pt x="20" y="8"/>
                  </a:cubicBezTo>
                  <a:cubicBezTo>
                    <a:pt x="16" y="10"/>
                    <a:pt x="16" y="15"/>
                    <a:pt x="14" y="18"/>
                  </a:cubicBezTo>
                  <a:cubicBezTo>
                    <a:pt x="7" y="17"/>
                    <a:pt x="14" y="7"/>
                    <a:pt x="11" y="5"/>
                  </a:cubicBezTo>
                  <a:cubicBezTo>
                    <a:pt x="5" y="0"/>
                    <a:pt x="0" y="15"/>
                    <a:pt x="0" y="18"/>
                  </a:cubicBezTo>
                </a:path>
              </a:pathLst>
            </a:custGeom>
            <a:noFill/>
            <a:ln w="9525" cap="flat">
              <a:solidFill>
                <a:srgbClr val="FEE2D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412" name="Freeform 603">
              <a:extLst>
                <a:ext uri="{FF2B5EF4-FFF2-40B4-BE49-F238E27FC236}">
                  <a16:creationId xmlns:a16="http://schemas.microsoft.com/office/drawing/2014/main" id="{4A30B09C-7539-4063-BFA4-C8211C79378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" y="1814"/>
              <a:ext cx="21" cy="40"/>
            </a:xfrm>
            <a:custGeom>
              <a:avLst/>
              <a:gdLst>
                <a:gd name="T0" fmla="*/ 0 w 16"/>
                <a:gd name="T1" fmla="*/ 0 h 30"/>
                <a:gd name="T2" fmla="*/ 34 w 16"/>
                <a:gd name="T3" fmla="*/ 71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30">
                  <a:moveTo>
                    <a:pt x="0" y="0"/>
                  </a:moveTo>
                  <a:cubicBezTo>
                    <a:pt x="8" y="9"/>
                    <a:pt x="16" y="18"/>
                    <a:pt x="15" y="30"/>
                  </a:cubicBezTo>
                </a:path>
              </a:pathLst>
            </a:custGeom>
            <a:noFill/>
            <a:ln w="4763" cap="rnd">
              <a:solidFill>
                <a:srgbClr val="AE7A6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413" name="Freeform 604">
              <a:extLst>
                <a:ext uri="{FF2B5EF4-FFF2-40B4-BE49-F238E27FC236}">
                  <a16:creationId xmlns:a16="http://schemas.microsoft.com/office/drawing/2014/main" id="{6E2F2976-A65F-485A-A75A-CB2B9EB6F4E9}"/>
                </a:ext>
              </a:extLst>
            </p:cNvPr>
            <p:cNvSpPr>
              <a:spLocks/>
            </p:cNvSpPr>
            <p:nvPr/>
          </p:nvSpPr>
          <p:spPr bwMode="auto">
            <a:xfrm>
              <a:off x="743" y="1319"/>
              <a:ext cx="58" cy="35"/>
            </a:xfrm>
            <a:custGeom>
              <a:avLst/>
              <a:gdLst>
                <a:gd name="T0" fmla="*/ 0 w 43"/>
                <a:gd name="T1" fmla="*/ 0 h 26"/>
                <a:gd name="T2" fmla="*/ 105 w 43"/>
                <a:gd name="T3" fmla="*/ 62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3" h="26">
                  <a:moveTo>
                    <a:pt x="0" y="0"/>
                  </a:moveTo>
                  <a:cubicBezTo>
                    <a:pt x="15" y="19"/>
                    <a:pt x="21" y="26"/>
                    <a:pt x="43" y="25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414" name="Freeform 605">
              <a:extLst>
                <a:ext uri="{FF2B5EF4-FFF2-40B4-BE49-F238E27FC236}">
                  <a16:creationId xmlns:a16="http://schemas.microsoft.com/office/drawing/2014/main" id="{AC599BDF-A08A-4596-AEE4-75E44A6704CC}"/>
                </a:ext>
              </a:extLst>
            </p:cNvPr>
            <p:cNvSpPr>
              <a:spLocks/>
            </p:cNvSpPr>
            <p:nvPr/>
          </p:nvSpPr>
          <p:spPr bwMode="auto">
            <a:xfrm>
              <a:off x="735" y="1175"/>
              <a:ext cx="41" cy="29"/>
            </a:xfrm>
            <a:custGeom>
              <a:avLst/>
              <a:gdLst>
                <a:gd name="T0" fmla="*/ 0 w 30"/>
                <a:gd name="T1" fmla="*/ 49 h 22"/>
                <a:gd name="T2" fmla="*/ 77 w 30"/>
                <a:gd name="T3" fmla="*/ 0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22">
                  <a:moveTo>
                    <a:pt x="0" y="21"/>
                  </a:moveTo>
                  <a:cubicBezTo>
                    <a:pt x="16" y="22"/>
                    <a:pt x="22" y="14"/>
                    <a:pt x="30" y="0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415" name="Freeform 606">
              <a:extLst>
                <a:ext uri="{FF2B5EF4-FFF2-40B4-BE49-F238E27FC236}">
                  <a16:creationId xmlns:a16="http://schemas.microsoft.com/office/drawing/2014/main" id="{A19EC7C5-616B-4FE1-A266-3126C834BC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7" y="1621"/>
              <a:ext cx="19" cy="209"/>
            </a:xfrm>
            <a:custGeom>
              <a:avLst/>
              <a:gdLst>
                <a:gd name="T0" fmla="*/ 0 w 14"/>
                <a:gd name="T1" fmla="*/ 0 h 155"/>
                <a:gd name="T2" fmla="*/ 19 w 14"/>
                <a:gd name="T3" fmla="*/ 255 h 155"/>
                <a:gd name="T4" fmla="*/ 20 w 14"/>
                <a:gd name="T5" fmla="*/ 380 h 15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55">
                  <a:moveTo>
                    <a:pt x="0" y="0"/>
                  </a:moveTo>
                  <a:cubicBezTo>
                    <a:pt x="14" y="56"/>
                    <a:pt x="8" y="66"/>
                    <a:pt x="7" y="104"/>
                  </a:cubicBezTo>
                  <a:cubicBezTo>
                    <a:pt x="6" y="116"/>
                    <a:pt x="4" y="133"/>
                    <a:pt x="8" y="155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416" name="Freeform 607">
              <a:extLst>
                <a:ext uri="{FF2B5EF4-FFF2-40B4-BE49-F238E27FC236}">
                  <a16:creationId xmlns:a16="http://schemas.microsoft.com/office/drawing/2014/main" id="{A2AC1CF2-1B9D-4186-ADDB-392C33E2528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6" y="1814"/>
              <a:ext cx="22" cy="40"/>
            </a:xfrm>
            <a:custGeom>
              <a:avLst/>
              <a:gdLst>
                <a:gd name="T0" fmla="*/ 41 w 16"/>
                <a:gd name="T1" fmla="*/ 0 h 30"/>
                <a:gd name="T2" fmla="*/ 1 w 16"/>
                <a:gd name="T3" fmla="*/ 71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30">
                  <a:moveTo>
                    <a:pt x="16" y="0"/>
                  </a:moveTo>
                  <a:cubicBezTo>
                    <a:pt x="8" y="9"/>
                    <a:pt x="0" y="18"/>
                    <a:pt x="1" y="30"/>
                  </a:cubicBezTo>
                </a:path>
              </a:pathLst>
            </a:custGeom>
            <a:noFill/>
            <a:ln w="4763" cap="rnd">
              <a:solidFill>
                <a:srgbClr val="AE7A6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417" name="Freeform 608">
              <a:extLst>
                <a:ext uri="{FF2B5EF4-FFF2-40B4-BE49-F238E27FC236}">
                  <a16:creationId xmlns:a16="http://schemas.microsoft.com/office/drawing/2014/main" id="{4E52330A-F04E-49F2-B42A-EC50645EC51F}"/>
                </a:ext>
              </a:extLst>
            </p:cNvPr>
            <p:cNvSpPr>
              <a:spLocks/>
            </p:cNvSpPr>
            <p:nvPr/>
          </p:nvSpPr>
          <p:spPr bwMode="auto">
            <a:xfrm>
              <a:off x="801" y="1319"/>
              <a:ext cx="57" cy="35"/>
            </a:xfrm>
            <a:custGeom>
              <a:avLst/>
              <a:gdLst>
                <a:gd name="T0" fmla="*/ 105 w 42"/>
                <a:gd name="T1" fmla="*/ 0 h 26"/>
                <a:gd name="T2" fmla="*/ 0 w 42"/>
                <a:gd name="T3" fmla="*/ 62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2" h="26">
                  <a:moveTo>
                    <a:pt x="42" y="0"/>
                  </a:moveTo>
                  <a:cubicBezTo>
                    <a:pt x="27" y="19"/>
                    <a:pt x="21" y="26"/>
                    <a:pt x="0" y="25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418" name="Freeform 609">
              <a:extLst>
                <a:ext uri="{FF2B5EF4-FFF2-40B4-BE49-F238E27FC236}">
                  <a16:creationId xmlns:a16="http://schemas.microsoft.com/office/drawing/2014/main" id="{13FB8E70-0DE8-4904-B5CE-BC66966448F0}"/>
                </a:ext>
              </a:extLst>
            </p:cNvPr>
            <p:cNvSpPr>
              <a:spLocks/>
            </p:cNvSpPr>
            <p:nvPr/>
          </p:nvSpPr>
          <p:spPr bwMode="auto">
            <a:xfrm>
              <a:off x="824" y="1170"/>
              <a:ext cx="38" cy="32"/>
            </a:xfrm>
            <a:custGeom>
              <a:avLst/>
              <a:gdLst>
                <a:gd name="T0" fmla="*/ 71 w 28"/>
                <a:gd name="T1" fmla="*/ 60 h 23"/>
                <a:gd name="T2" fmla="*/ 0 w 28"/>
                <a:gd name="T3" fmla="*/ 0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23">
                  <a:moveTo>
                    <a:pt x="28" y="22"/>
                  </a:moveTo>
                  <a:cubicBezTo>
                    <a:pt x="12" y="23"/>
                    <a:pt x="8" y="14"/>
                    <a:pt x="0" y="0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419" name="Freeform 610">
              <a:extLst>
                <a:ext uri="{FF2B5EF4-FFF2-40B4-BE49-F238E27FC236}">
                  <a16:creationId xmlns:a16="http://schemas.microsoft.com/office/drawing/2014/main" id="{5D5916BE-F23B-4F28-BAF8-7BA36AE00D1A}"/>
                </a:ext>
              </a:extLst>
            </p:cNvPr>
            <p:cNvSpPr>
              <a:spLocks/>
            </p:cNvSpPr>
            <p:nvPr/>
          </p:nvSpPr>
          <p:spPr bwMode="auto">
            <a:xfrm>
              <a:off x="777" y="1288"/>
              <a:ext cx="49" cy="8"/>
            </a:xfrm>
            <a:custGeom>
              <a:avLst/>
              <a:gdLst>
                <a:gd name="T0" fmla="*/ 0 w 36"/>
                <a:gd name="T1" fmla="*/ 15 h 6"/>
                <a:gd name="T2" fmla="*/ 91 w 36"/>
                <a:gd name="T3" fmla="*/ 12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" h="6">
                  <a:moveTo>
                    <a:pt x="0" y="6"/>
                  </a:moveTo>
                  <a:cubicBezTo>
                    <a:pt x="13" y="0"/>
                    <a:pt x="31" y="3"/>
                    <a:pt x="36" y="5"/>
                  </a:cubicBezTo>
                </a:path>
              </a:pathLst>
            </a:custGeom>
            <a:noFill/>
            <a:ln w="4763" cap="rnd">
              <a:solidFill>
                <a:srgbClr val="C2978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420" name="Freeform 611">
              <a:extLst>
                <a:ext uri="{FF2B5EF4-FFF2-40B4-BE49-F238E27FC236}">
                  <a16:creationId xmlns:a16="http://schemas.microsoft.com/office/drawing/2014/main" id="{DC5A5364-C42A-4D28-B893-10B0064B6641}"/>
                </a:ext>
              </a:extLst>
            </p:cNvPr>
            <p:cNvSpPr>
              <a:spLocks/>
            </p:cNvSpPr>
            <p:nvPr/>
          </p:nvSpPr>
          <p:spPr bwMode="auto">
            <a:xfrm>
              <a:off x="799" y="2531"/>
              <a:ext cx="1" cy="55"/>
            </a:xfrm>
            <a:custGeom>
              <a:avLst/>
              <a:gdLst>
                <a:gd name="T0" fmla="*/ 0 w 1"/>
                <a:gd name="T1" fmla="*/ 0 h 41"/>
                <a:gd name="T2" fmla="*/ 1 w 1"/>
                <a:gd name="T3" fmla="*/ 99 h 4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41">
                  <a:moveTo>
                    <a:pt x="0" y="0"/>
                  </a:moveTo>
                  <a:cubicBezTo>
                    <a:pt x="1" y="8"/>
                    <a:pt x="1" y="27"/>
                    <a:pt x="1" y="41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421" name="Freeform 612">
              <a:extLst>
                <a:ext uri="{FF2B5EF4-FFF2-40B4-BE49-F238E27FC236}">
                  <a16:creationId xmlns:a16="http://schemas.microsoft.com/office/drawing/2014/main" id="{35233735-BDC0-4010-934A-ABFE30237FD6}"/>
                </a:ext>
              </a:extLst>
            </p:cNvPr>
            <p:cNvSpPr>
              <a:spLocks/>
            </p:cNvSpPr>
            <p:nvPr/>
          </p:nvSpPr>
          <p:spPr bwMode="auto">
            <a:xfrm>
              <a:off x="690" y="1029"/>
              <a:ext cx="220" cy="336"/>
            </a:xfrm>
            <a:custGeom>
              <a:avLst/>
              <a:gdLst>
                <a:gd name="T0" fmla="*/ 391 w 162"/>
                <a:gd name="T1" fmla="*/ 155 h 249"/>
                <a:gd name="T2" fmla="*/ 356 w 162"/>
                <a:gd name="T3" fmla="*/ 35 h 249"/>
                <a:gd name="T4" fmla="*/ 259 w 162"/>
                <a:gd name="T5" fmla="*/ 30 h 249"/>
                <a:gd name="T6" fmla="*/ 194 w 162"/>
                <a:gd name="T7" fmla="*/ 20 h 249"/>
                <a:gd name="T8" fmla="*/ 124 w 162"/>
                <a:gd name="T9" fmla="*/ 16 h 249"/>
                <a:gd name="T10" fmla="*/ 61 w 162"/>
                <a:gd name="T11" fmla="*/ 9 h 249"/>
                <a:gd name="T12" fmla="*/ 10 w 162"/>
                <a:gd name="T13" fmla="*/ 97 h 249"/>
                <a:gd name="T14" fmla="*/ 19 w 162"/>
                <a:gd name="T15" fmla="*/ 142 h 249"/>
                <a:gd name="T16" fmla="*/ 15 w 162"/>
                <a:gd name="T17" fmla="*/ 209 h 249"/>
                <a:gd name="T18" fmla="*/ 10 w 162"/>
                <a:gd name="T19" fmla="*/ 364 h 249"/>
                <a:gd name="T20" fmla="*/ 48 w 162"/>
                <a:gd name="T21" fmla="*/ 505 h 249"/>
                <a:gd name="T22" fmla="*/ 205 w 162"/>
                <a:gd name="T23" fmla="*/ 611 h 249"/>
                <a:gd name="T24" fmla="*/ 357 w 162"/>
                <a:gd name="T25" fmla="*/ 505 h 249"/>
                <a:gd name="T26" fmla="*/ 401 w 162"/>
                <a:gd name="T27" fmla="*/ 364 h 249"/>
                <a:gd name="T28" fmla="*/ 392 w 162"/>
                <a:gd name="T29" fmla="*/ 205 h 249"/>
                <a:gd name="T30" fmla="*/ 391 w 162"/>
                <a:gd name="T31" fmla="*/ 155 h 24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62" h="249">
                  <a:moveTo>
                    <a:pt x="156" y="63"/>
                  </a:moveTo>
                  <a:cubicBezTo>
                    <a:pt x="158" y="44"/>
                    <a:pt x="161" y="25"/>
                    <a:pt x="142" y="14"/>
                  </a:cubicBezTo>
                  <a:cubicBezTo>
                    <a:pt x="129" y="6"/>
                    <a:pt x="118" y="11"/>
                    <a:pt x="104" y="12"/>
                  </a:cubicBezTo>
                  <a:cubicBezTo>
                    <a:pt x="95" y="12"/>
                    <a:pt x="87" y="8"/>
                    <a:pt x="77" y="8"/>
                  </a:cubicBezTo>
                  <a:cubicBezTo>
                    <a:pt x="67" y="8"/>
                    <a:pt x="58" y="10"/>
                    <a:pt x="49" y="7"/>
                  </a:cubicBezTo>
                  <a:cubicBezTo>
                    <a:pt x="40" y="4"/>
                    <a:pt x="33" y="0"/>
                    <a:pt x="24" y="4"/>
                  </a:cubicBezTo>
                  <a:cubicBezTo>
                    <a:pt x="11" y="11"/>
                    <a:pt x="0" y="24"/>
                    <a:pt x="4" y="39"/>
                  </a:cubicBezTo>
                  <a:cubicBezTo>
                    <a:pt x="5" y="46"/>
                    <a:pt x="7" y="52"/>
                    <a:pt x="7" y="58"/>
                  </a:cubicBezTo>
                  <a:cubicBezTo>
                    <a:pt x="8" y="64"/>
                    <a:pt x="6" y="82"/>
                    <a:pt x="6" y="85"/>
                  </a:cubicBezTo>
                  <a:cubicBezTo>
                    <a:pt x="1" y="105"/>
                    <a:pt x="3" y="131"/>
                    <a:pt x="4" y="148"/>
                  </a:cubicBezTo>
                  <a:cubicBezTo>
                    <a:pt x="4" y="167"/>
                    <a:pt x="13" y="190"/>
                    <a:pt x="19" y="205"/>
                  </a:cubicBezTo>
                  <a:cubicBezTo>
                    <a:pt x="24" y="218"/>
                    <a:pt x="41" y="249"/>
                    <a:pt x="82" y="249"/>
                  </a:cubicBezTo>
                  <a:cubicBezTo>
                    <a:pt x="122" y="249"/>
                    <a:pt x="138" y="219"/>
                    <a:pt x="143" y="205"/>
                  </a:cubicBezTo>
                  <a:cubicBezTo>
                    <a:pt x="148" y="191"/>
                    <a:pt x="159" y="167"/>
                    <a:pt x="160" y="148"/>
                  </a:cubicBezTo>
                  <a:cubicBezTo>
                    <a:pt x="160" y="131"/>
                    <a:pt x="162" y="104"/>
                    <a:pt x="157" y="84"/>
                  </a:cubicBezTo>
                  <a:cubicBezTo>
                    <a:pt x="156" y="81"/>
                    <a:pt x="155" y="67"/>
                    <a:pt x="156" y="63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422" name="Freeform 613">
              <a:extLst>
                <a:ext uri="{FF2B5EF4-FFF2-40B4-BE49-F238E27FC236}">
                  <a16:creationId xmlns:a16="http://schemas.microsoft.com/office/drawing/2014/main" id="{0A03642A-2F47-4ACC-BFC0-2581FE7D600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3" y="2298"/>
              <a:ext cx="534" cy="168"/>
            </a:xfrm>
            <a:custGeom>
              <a:avLst/>
              <a:gdLst>
                <a:gd name="T0" fmla="*/ 981 w 394"/>
                <a:gd name="T1" fmla="*/ 15 h 125"/>
                <a:gd name="T2" fmla="*/ 653 w 394"/>
                <a:gd name="T3" fmla="*/ 284 h 125"/>
                <a:gd name="T4" fmla="*/ 454 w 394"/>
                <a:gd name="T5" fmla="*/ 304 h 125"/>
                <a:gd name="T6" fmla="*/ 336 w 394"/>
                <a:gd name="T7" fmla="*/ 284 h 125"/>
                <a:gd name="T8" fmla="*/ 0 w 394"/>
                <a:gd name="T9" fmla="*/ 0 h 1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4" h="125">
                  <a:moveTo>
                    <a:pt x="394" y="6"/>
                  </a:moveTo>
                  <a:cubicBezTo>
                    <a:pt x="368" y="52"/>
                    <a:pt x="306" y="105"/>
                    <a:pt x="263" y="117"/>
                  </a:cubicBezTo>
                  <a:cubicBezTo>
                    <a:pt x="238" y="124"/>
                    <a:pt x="223" y="125"/>
                    <a:pt x="182" y="125"/>
                  </a:cubicBezTo>
                  <a:cubicBezTo>
                    <a:pt x="165" y="124"/>
                    <a:pt x="151" y="121"/>
                    <a:pt x="135" y="117"/>
                  </a:cubicBezTo>
                  <a:cubicBezTo>
                    <a:pt x="92" y="105"/>
                    <a:pt x="24" y="44"/>
                    <a:pt x="0" y="0"/>
                  </a:cubicBezTo>
                </a:path>
              </a:pathLst>
            </a:custGeom>
            <a:noFill/>
            <a:ln w="4763" cap="rnd">
              <a:solidFill>
                <a:srgbClr val="AE7A6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423" name="Freeform 614">
              <a:extLst>
                <a:ext uri="{FF2B5EF4-FFF2-40B4-BE49-F238E27FC236}">
                  <a16:creationId xmlns:a16="http://schemas.microsoft.com/office/drawing/2014/main" id="{54DD6942-2342-4A1F-A3C5-36FA4BD0CBE5}"/>
                </a:ext>
              </a:extLst>
            </p:cNvPr>
            <p:cNvSpPr>
              <a:spLocks/>
            </p:cNvSpPr>
            <p:nvPr/>
          </p:nvSpPr>
          <p:spPr bwMode="auto">
            <a:xfrm>
              <a:off x="748" y="1261"/>
              <a:ext cx="102" cy="17"/>
            </a:xfrm>
            <a:custGeom>
              <a:avLst/>
              <a:gdLst>
                <a:gd name="T0" fmla="*/ 0 w 75"/>
                <a:gd name="T1" fmla="*/ 1 h 13"/>
                <a:gd name="T2" fmla="*/ 26 w 75"/>
                <a:gd name="T3" fmla="*/ 21 h 13"/>
                <a:gd name="T4" fmla="*/ 78 w 75"/>
                <a:gd name="T5" fmla="*/ 29 h 13"/>
                <a:gd name="T6" fmla="*/ 146 w 75"/>
                <a:gd name="T7" fmla="*/ 24 h 13"/>
                <a:gd name="T8" fmla="*/ 180 w 75"/>
                <a:gd name="T9" fmla="*/ 9 h 13"/>
                <a:gd name="T10" fmla="*/ 189 w 75"/>
                <a:gd name="T11" fmla="*/ 0 h 13"/>
                <a:gd name="T12" fmla="*/ 140 w 75"/>
                <a:gd name="T13" fmla="*/ 1 h 13"/>
                <a:gd name="T14" fmla="*/ 117 w 75"/>
                <a:gd name="T15" fmla="*/ 0 h 13"/>
                <a:gd name="T16" fmla="*/ 97 w 75"/>
                <a:gd name="T17" fmla="*/ 1 h 13"/>
                <a:gd name="T18" fmla="*/ 61 w 75"/>
                <a:gd name="T19" fmla="*/ 0 h 13"/>
                <a:gd name="T20" fmla="*/ 1 w 75"/>
                <a:gd name="T21" fmla="*/ 0 h 1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5" h="13">
                  <a:moveTo>
                    <a:pt x="0" y="1"/>
                  </a:moveTo>
                  <a:cubicBezTo>
                    <a:pt x="1" y="3"/>
                    <a:pt x="8" y="7"/>
                    <a:pt x="10" y="9"/>
                  </a:cubicBezTo>
                  <a:cubicBezTo>
                    <a:pt x="15" y="12"/>
                    <a:pt x="22" y="13"/>
                    <a:pt x="31" y="13"/>
                  </a:cubicBezTo>
                  <a:cubicBezTo>
                    <a:pt x="40" y="13"/>
                    <a:pt x="53" y="13"/>
                    <a:pt x="58" y="11"/>
                  </a:cubicBezTo>
                  <a:cubicBezTo>
                    <a:pt x="64" y="9"/>
                    <a:pt x="68" y="6"/>
                    <a:pt x="71" y="4"/>
                  </a:cubicBezTo>
                  <a:cubicBezTo>
                    <a:pt x="71" y="4"/>
                    <a:pt x="75" y="2"/>
                    <a:pt x="75" y="0"/>
                  </a:cubicBezTo>
                  <a:cubicBezTo>
                    <a:pt x="73" y="1"/>
                    <a:pt x="60" y="1"/>
                    <a:pt x="56" y="1"/>
                  </a:cubicBezTo>
                  <a:cubicBezTo>
                    <a:pt x="53" y="0"/>
                    <a:pt x="49" y="0"/>
                    <a:pt x="46" y="0"/>
                  </a:cubicBezTo>
                  <a:cubicBezTo>
                    <a:pt x="42" y="0"/>
                    <a:pt x="41" y="1"/>
                    <a:pt x="38" y="1"/>
                  </a:cubicBezTo>
                  <a:cubicBezTo>
                    <a:pt x="34" y="0"/>
                    <a:pt x="29" y="0"/>
                    <a:pt x="24" y="0"/>
                  </a:cubicBezTo>
                  <a:cubicBezTo>
                    <a:pt x="20" y="1"/>
                    <a:pt x="6" y="1"/>
                    <a:pt x="1" y="0"/>
                  </a:cubicBezTo>
                </a:path>
              </a:pathLst>
            </a:custGeom>
            <a:solidFill>
              <a:srgbClr val="FEE7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424" name="Freeform 615">
              <a:extLst>
                <a:ext uri="{FF2B5EF4-FFF2-40B4-BE49-F238E27FC236}">
                  <a16:creationId xmlns:a16="http://schemas.microsoft.com/office/drawing/2014/main" id="{0CA85699-9CFD-42E8-89A4-6052C2FDAB97}"/>
                </a:ext>
              </a:extLst>
            </p:cNvPr>
            <p:cNvSpPr>
              <a:spLocks/>
            </p:cNvSpPr>
            <p:nvPr/>
          </p:nvSpPr>
          <p:spPr bwMode="auto">
            <a:xfrm>
              <a:off x="720" y="1150"/>
              <a:ext cx="61" cy="25"/>
            </a:xfrm>
            <a:custGeom>
              <a:avLst/>
              <a:gdLst>
                <a:gd name="T0" fmla="*/ 0 w 45"/>
                <a:gd name="T1" fmla="*/ 26 h 18"/>
                <a:gd name="T2" fmla="*/ 47 w 45"/>
                <a:gd name="T3" fmla="*/ 1 h 18"/>
                <a:gd name="T4" fmla="*/ 99 w 45"/>
                <a:gd name="T5" fmla="*/ 26 h 18"/>
                <a:gd name="T6" fmla="*/ 98 w 45"/>
                <a:gd name="T7" fmla="*/ 40 h 18"/>
                <a:gd name="T8" fmla="*/ 57 w 45"/>
                <a:gd name="T9" fmla="*/ 46 h 18"/>
                <a:gd name="T10" fmla="*/ 0 w 45"/>
                <a:gd name="T11" fmla="*/ 26 h 1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5" h="18">
                  <a:moveTo>
                    <a:pt x="0" y="10"/>
                  </a:moveTo>
                  <a:cubicBezTo>
                    <a:pt x="5" y="6"/>
                    <a:pt x="7" y="2"/>
                    <a:pt x="19" y="1"/>
                  </a:cubicBezTo>
                  <a:cubicBezTo>
                    <a:pt x="32" y="0"/>
                    <a:pt x="37" y="9"/>
                    <a:pt x="40" y="10"/>
                  </a:cubicBezTo>
                  <a:cubicBezTo>
                    <a:pt x="45" y="11"/>
                    <a:pt x="42" y="14"/>
                    <a:pt x="39" y="15"/>
                  </a:cubicBezTo>
                  <a:cubicBezTo>
                    <a:pt x="36" y="16"/>
                    <a:pt x="27" y="15"/>
                    <a:pt x="23" y="17"/>
                  </a:cubicBezTo>
                  <a:cubicBezTo>
                    <a:pt x="19" y="18"/>
                    <a:pt x="8" y="15"/>
                    <a:pt x="0" y="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425" name="Freeform 616">
              <a:extLst>
                <a:ext uri="{FF2B5EF4-FFF2-40B4-BE49-F238E27FC236}">
                  <a16:creationId xmlns:a16="http://schemas.microsoft.com/office/drawing/2014/main" id="{FD24CE99-42DC-4959-8C21-5B59AE95D897}"/>
                </a:ext>
              </a:extLst>
            </p:cNvPr>
            <p:cNvSpPr>
              <a:spLocks/>
            </p:cNvSpPr>
            <p:nvPr/>
          </p:nvSpPr>
          <p:spPr bwMode="auto">
            <a:xfrm>
              <a:off x="734" y="1152"/>
              <a:ext cx="24" cy="21"/>
            </a:xfrm>
            <a:custGeom>
              <a:avLst/>
              <a:gdLst>
                <a:gd name="T0" fmla="*/ 21 w 18"/>
                <a:gd name="T1" fmla="*/ 0 h 16"/>
                <a:gd name="T2" fmla="*/ 7 w 18"/>
                <a:gd name="T3" fmla="*/ 5 h 16"/>
                <a:gd name="T4" fmla="*/ 0 w 18"/>
                <a:gd name="T5" fmla="*/ 18 h 16"/>
                <a:gd name="T6" fmla="*/ 12 w 18"/>
                <a:gd name="T7" fmla="*/ 34 h 16"/>
                <a:gd name="T8" fmla="*/ 27 w 18"/>
                <a:gd name="T9" fmla="*/ 37 h 16"/>
                <a:gd name="T10" fmla="*/ 43 w 18"/>
                <a:gd name="T11" fmla="*/ 18 h 16"/>
                <a:gd name="T12" fmla="*/ 33 w 18"/>
                <a:gd name="T13" fmla="*/ 1 h 16"/>
                <a:gd name="T14" fmla="*/ 21 w 18"/>
                <a:gd name="T15" fmla="*/ 0 h 1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8" h="16">
                  <a:moveTo>
                    <a:pt x="9" y="0"/>
                  </a:moveTo>
                  <a:cubicBezTo>
                    <a:pt x="7" y="1"/>
                    <a:pt x="4" y="1"/>
                    <a:pt x="3" y="2"/>
                  </a:cubicBezTo>
                  <a:cubicBezTo>
                    <a:pt x="1" y="3"/>
                    <a:pt x="0" y="5"/>
                    <a:pt x="0" y="8"/>
                  </a:cubicBezTo>
                  <a:cubicBezTo>
                    <a:pt x="0" y="11"/>
                    <a:pt x="2" y="14"/>
                    <a:pt x="5" y="15"/>
                  </a:cubicBezTo>
                  <a:cubicBezTo>
                    <a:pt x="7" y="16"/>
                    <a:pt x="9" y="16"/>
                    <a:pt x="11" y="16"/>
                  </a:cubicBezTo>
                  <a:cubicBezTo>
                    <a:pt x="15" y="15"/>
                    <a:pt x="18" y="12"/>
                    <a:pt x="18" y="8"/>
                  </a:cubicBezTo>
                  <a:cubicBezTo>
                    <a:pt x="18" y="5"/>
                    <a:pt x="17" y="2"/>
                    <a:pt x="14" y="1"/>
                  </a:cubicBezTo>
                  <a:cubicBezTo>
                    <a:pt x="13" y="0"/>
                    <a:pt x="11" y="0"/>
                    <a:pt x="9" y="0"/>
                  </a:cubicBezTo>
                  <a:close/>
                </a:path>
              </a:pathLst>
            </a:custGeom>
            <a:solidFill>
              <a:srgbClr val="6B59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426" name="Freeform 617">
              <a:extLst>
                <a:ext uri="{FF2B5EF4-FFF2-40B4-BE49-F238E27FC236}">
                  <a16:creationId xmlns:a16="http://schemas.microsoft.com/office/drawing/2014/main" id="{229B49A3-E93F-4FEC-941A-DF2937F55B25}"/>
                </a:ext>
              </a:extLst>
            </p:cNvPr>
            <p:cNvSpPr>
              <a:spLocks/>
            </p:cNvSpPr>
            <p:nvPr/>
          </p:nvSpPr>
          <p:spPr bwMode="auto">
            <a:xfrm>
              <a:off x="595" y="1684"/>
              <a:ext cx="3" cy="4"/>
            </a:xfrm>
            <a:custGeom>
              <a:avLst/>
              <a:gdLst>
                <a:gd name="T0" fmla="*/ 0 w 2"/>
                <a:gd name="T1" fmla="*/ 7 h 3"/>
                <a:gd name="T2" fmla="*/ 8 w 2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3">
                  <a:moveTo>
                    <a:pt x="0" y="3"/>
                  </a:moveTo>
                  <a:cubicBezTo>
                    <a:pt x="1" y="2"/>
                    <a:pt x="1" y="1"/>
                    <a:pt x="2" y="0"/>
                  </a:cubicBezTo>
                </a:path>
              </a:pathLst>
            </a:custGeom>
            <a:noFill/>
            <a:ln w="4763" cap="rnd">
              <a:solidFill>
                <a:srgbClr val="D1AF9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427" name="Freeform 618">
              <a:extLst>
                <a:ext uri="{FF2B5EF4-FFF2-40B4-BE49-F238E27FC236}">
                  <a16:creationId xmlns:a16="http://schemas.microsoft.com/office/drawing/2014/main" id="{88D7E525-45F7-41F8-B7DC-D5BC7DBB1A6D}"/>
                </a:ext>
              </a:extLst>
            </p:cNvPr>
            <p:cNvSpPr>
              <a:spLocks/>
            </p:cNvSpPr>
            <p:nvPr/>
          </p:nvSpPr>
          <p:spPr bwMode="auto">
            <a:xfrm>
              <a:off x="597" y="1678"/>
              <a:ext cx="31" cy="32"/>
            </a:xfrm>
            <a:custGeom>
              <a:avLst/>
              <a:gdLst>
                <a:gd name="T0" fmla="*/ 27 w 23"/>
                <a:gd name="T1" fmla="*/ 0 h 24"/>
                <a:gd name="T2" fmla="*/ 57 w 23"/>
                <a:gd name="T3" fmla="*/ 28 h 24"/>
                <a:gd name="T4" fmla="*/ 27 w 23"/>
                <a:gd name="T5" fmla="*/ 57 h 24"/>
                <a:gd name="T6" fmla="*/ 0 w 23"/>
                <a:gd name="T7" fmla="*/ 41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24">
                  <a:moveTo>
                    <a:pt x="11" y="0"/>
                  </a:moveTo>
                  <a:cubicBezTo>
                    <a:pt x="18" y="0"/>
                    <a:pt x="23" y="5"/>
                    <a:pt x="23" y="12"/>
                  </a:cubicBezTo>
                  <a:cubicBezTo>
                    <a:pt x="23" y="19"/>
                    <a:pt x="18" y="24"/>
                    <a:pt x="11" y="24"/>
                  </a:cubicBezTo>
                  <a:cubicBezTo>
                    <a:pt x="6" y="24"/>
                    <a:pt x="2" y="21"/>
                    <a:pt x="0" y="17"/>
                  </a:cubicBezTo>
                </a:path>
              </a:pathLst>
            </a:custGeom>
            <a:noFill/>
            <a:ln w="4763" cap="rnd">
              <a:solidFill>
                <a:srgbClr val="D1AF9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428" name="Oval 619">
              <a:extLst>
                <a:ext uri="{FF2B5EF4-FFF2-40B4-BE49-F238E27FC236}">
                  <a16:creationId xmlns:a16="http://schemas.microsoft.com/office/drawing/2014/main" id="{410A4D07-769A-480A-AC15-C4D7456BCC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7" y="1688"/>
              <a:ext cx="9" cy="10"/>
            </a:xfrm>
            <a:prstGeom prst="ellipse">
              <a:avLst/>
            </a:prstGeom>
            <a:noFill/>
            <a:ln w="4763" cap="rnd">
              <a:solidFill>
                <a:srgbClr val="D1AF9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429" name="Freeform 620">
              <a:extLst>
                <a:ext uri="{FF2B5EF4-FFF2-40B4-BE49-F238E27FC236}">
                  <a16:creationId xmlns:a16="http://schemas.microsoft.com/office/drawing/2014/main" id="{ECB664B5-FC95-425E-9D10-5A6C74609BAF}"/>
                </a:ext>
              </a:extLst>
            </p:cNvPr>
            <p:cNvSpPr>
              <a:spLocks/>
            </p:cNvSpPr>
            <p:nvPr/>
          </p:nvSpPr>
          <p:spPr bwMode="auto">
            <a:xfrm>
              <a:off x="601" y="1451"/>
              <a:ext cx="147" cy="15"/>
            </a:xfrm>
            <a:custGeom>
              <a:avLst/>
              <a:gdLst>
                <a:gd name="T0" fmla="*/ 0 w 109"/>
                <a:gd name="T1" fmla="*/ 1 h 11"/>
                <a:gd name="T2" fmla="*/ 24 w 109"/>
                <a:gd name="T3" fmla="*/ 5 h 11"/>
                <a:gd name="T4" fmla="*/ 51 w 109"/>
                <a:gd name="T5" fmla="*/ 5 h 11"/>
                <a:gd name="T6" fmla="*/ 147 w 109"/>
                <a:gd name="T7" fmla="*/ 20 h 11"/>
                <a:gd name="T8" fmla="*/ 178 w 109"/>
                <a:gd name="T9" fmla="*/ 26 h 11"/>
                <a:gd name="T10" fmla="*/ 267 w 109"/>
                <a:gd name="T11" fmla="*/ 26 h 11"/>
                <a:gd name="T12" fmla="*/ 267 w 109"/>
                <a:gd name="T13" fmla="*/ 26 h 11"/>
                <a:gd name="T14" fmla="*/ 267 w 109"/>
                <a:gd name="T15" fmla="*/ 26 h 11"/>
                <a:gd name="T16" fmla="*/ 267 w 109"/>
                <a:gd name="T17" fmla="*/ 26 h 11"/>
                <a:gd name="T18" fmla="*/ 178 w 109"/>
                <a:gd name="T19" fmla="*/ 20 h 11"/>
                <a:gd name="T20" fmla="*/ 147 w 109"/>
                <a:gd name="T21" fmla="*/ 15 h 11"/>
                <a:gd name="T22" fmla="*/ 51 w 109"/>
                <a:gd name="T23" fmla="*/ 0 h 11"/>
                <a:gd name="T24" fmla="*/ 24 w 109"/>
                <a:gd name="T25" fmla="*/ 0 h 11"/>
                <a:gd name="T26" fmla="*/ 0 w 109"/>
                <a:gd name="T27" fmla="*/ 1 h 1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09" h="11">
                  <a:moveTo>
                    <a:pt x="0" y="1"/>
                  </a:moveTo>
                  <a:cubicBezTo>
                    <a:pt x="10" y="2"/>
                    <a:pt x="10" y="2"/>
                    <a:pt x="10" y="2"/>
                  </a:cubicBezTo>
                  <a:cubicBezTo>
                    <a:pt x="15" y="3"/>
                    <a:pt x="21" y="2"/>
                    <a:pt x="21" y="2"/>
                  </a:cubicBezTo>
                  <a:cubicBezTo>
                    <a:pt x="34" y="4"/>
                    <a:pt x="48" y="6"/>
                    <a:pt x="60" y="8"/>
                  </a:cubicBezTo>
                  <a:cubicBezTo>
                    <a:pt x="73" y="10"/>
                    <a:pt x="73" y="10"/>
                    <a:pt x="73" y="10"/>
                  </a:cubicBezTo>
                  <a:cubicBezTo>
                    <a:pt x="85" y="11"/>
                    <a:pt x="101" y="10"/>
                    <a:pt x="109" y="10"/>
                  </a:cubicBezTo>
                  <a:cubicBezTo>
                    <a:pt x="109" y="10"/>
                    <a:pt x="109" y="10"/>
                    <a:pt x="109" y="10"/>
                  </a:cubicBezTo>
                  <a:cubicBezTo>
                    <a:pt x="109" y="10"/>
                    <a:pt x="109" y="10"/>
                    <a:pt x="109" y="10"/>
                  </a:cubicBezTo>
                  <a:cubicBezTo>
                    <a:pt x="109" y="10"/>
                    <a:pt x="109" y="10"/>
                    <a:pt x="109" y="10"/>
                  </a:cubicBezTo>
                  <a:cubicBezTo>
                    <a:pt x="101" y="10"/>
                    <a:pt x="85" y="9"/>
                    <a:pt x="73" y="8"/>
                  </a:cubicBezTo>
                  <a:cubicBezTo>
                    <a:pt x="60" y="6"/>
                    <a:pt x="60" y="6"/>
                    <a:pt x="60" y="6"/>
                  </a:cubicBezTo>
                  <a:cubicBezTo>
                    <a:pt x="48" y="4"/>
                    <a:pt x="34" y="2"/>
                    <a:pt x="21" y="0"/>
                  </a:cubicBezTo>
                  <a:cubicBezTo>
                    <a:pt x="21" y="0"/>
                    <a:pt x="15" y="1"/>
                    <a:pt x="10" y="0"/>
                  </a:cubicBezTo>
                  <a:cubicBezTo>
                    <a:pt x="10" y="0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CDA8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430" name="Freeform 621">
              <a:extLst>
                <a:ext uri="{FF2B5EF4-FFF2-40B4-BE49-F238E27FC236}">
                  <a16:creationId xmlns:a16="http://schemas.microsoft.com/office/drawing/2014/main" id="{DD87D076-5B00-4E6B-B3F3-A52BD4F23683}"/>
                </a:ext>
              </a:extLst>
            </p:cNvPr>
            <p:cNvSpPr>
              <a:spLocks/>
            </p:cNvSpPr>
            <p:nvPr/>
          </p:nvSpPr>
          <p:spPr bwMode="auto">
            <a:xfrm>
              <a:off x="780" y="2171"/>
              <a:ext cx="43" cy="10"/>
            </a:xfrm>
            <a:custGeom>
              <a:avLst/>
              <a:gdLst>
                <a:gd name="T0" fmla="*/ 0 w 32"/>
                <a:gd name="T1" fmla="*/ 20 h 7"/>
                <a:gd name="T2" fmla="*/ 36 w 32"/>
                <a:gd name="T3" fmla="*/ 0 h 7"/>
                <a:gd name="T4" fmla="*/ 78 w 32"/>
                <a:gd name="T5" fmla="*/ 2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7">
                  <a:moveTo>
                    <a:pt x="0" y="7"/>
                  </a:moveTo>
                  <a:cubicBezTo>
                    <a:pt x="7" y="2"/>
                    <a:pt x="8" y="0"/>
                    <a:pt x="15" y="0"/>
                  </a:cubicBezTo>
                  <a:cubicBezTo>
                    <a:pt x="22" y="0"/>
                    <a:pt x="24" y="2"/>
                    <a:pt x="32" y="7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431" name="Freeform 622">
              <a:extLst>
                <a:ext uri="{FF2B5EF4-FFF2-40B4-BE49-F238E27FC236}">
                  <a16:creationId xmlns:a16="http://schemas.microsoft.com/office/drawing/2014/main" id="{FBCD319A-0EA7-452F-9043-7820A999F48B}"/>
                </a:ext>
              </a:extLst>
            </p:cNvPr>
            <p:cNvSpPr>
              <a:spLocks/>
            </p:cNvSpPr>
            <p:nvPr/>
          </p:nvSpPr>
          <p:spPr bwMode="auto">
            <a:xfrm>
              <a:off x="788" y="2177"/>
              <a:ext cx="27" cy="8"/>
            </a:xfrm>
            <a:custGeom>
              <a:avLst/>
              <a:gdLst>
                <a:gd name="T0" fmla="*/ 0 w 20"/>
                <a:gd name="T1" fmla="*/ 0 h 6"/>
                <a:gd name="T2" fmla="*/ 49 w 20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6">
                  <a:moveTo>
                    <a:pt x="0" y="0"/>
                  </a:moveTo>
                  <a:cubicBezTo>
                    <a:pt x="2" y="6"/>
                    <a:pt x="17" y="6"/>
                    <a:pt x="20" y="0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432" name="Freeform 623">
              <a:extLst>
                <a:ext uri="{FF2B5EF4-FFF2-40B4-BE49-F238E27FC236}">
                  <a16:creationId xmlns:a16="http://schemas.microsoft.com/office/drawing/2014/main" id="{D7ECB90F-4F78-4881-9C19-596243E5EE21}"/>
                </a:ext>
              </a:extLst>
            </p:cNvPr>
            <p:cNvSpPr>
              <a:spLocks/>
            </p:cNvSpPr>
            <p:nvPr/>
          </p:nvSpPr>
          <p:spPr bwMode="auto">
            <a:xfrm>
              <a:off x="788" y="1450"/>
              <a:ext cx="26" cy="14"/>
            </a:xfrm>
            <a:custGeom>
              <a:avLst/>
              <a:gdLst>
                <a:gd name="T0" fmla="*/ 0 w 19"/>
                <a:gd name="T1" fmla="*/ 0 h 11"/>
                <a:gd name="T2" fmla="*/ 21 w 19"/>
                <a:gd name="T3" fmla="*/ 23 h 11"/>
                <a:gd name="T4" fmla="*/ 49 w 19"/>
                <a:gd name="T5" fmla="*/ 1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1">
                  <a:moveTo>
                    <a:pt x="0" y="0"/>
                  </a:moveTo>
                  <a:cubicBezTo>
                    <a:pt x="3" y="7"/>
                    <a:pt x="5" y="11"/>
                    <a:pt x="8" y="11"/>
                  </a:cubicBezTo>
                  <a:cubicBezTo>
                    <a:pt x="11" y="11"/>
                    <a:pt x="15" y="7"/>
                    <a:pt x="19" y="1"/>
                  </a:cubicBezTo>
                </a:path>
              </a:pathLst>
            </a:custGeom>
            <a:noFill/>
            <a:ln w="4763" cap="rnd">
              <a:solidFill>
                <a:srgbClr val="BB8D7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433" name="Freeform 624">
              <a:extLst>
                <a:ext uri="{FF2B5EF4-FFF2-40B4-BE49-F238E27FC236}">
                  <a16:creationId xmlns:a16="http://schemas.microsoft.com/office/drawing/2014/main" id="{EF79C4D1-49FF-4D00-B1EE-D373C7EE2847}"/>
                </a:ext>
              </a:extLst>
            </p:cNvPr>
            <p:cNvSpPr>
              <a:spLocks/>
            </p:cNvSpPr>
            <p:nvPr/>
          </p:nvSpPr>
          <p:spPr bwMode="auto">
            <a:xfrm>
              <a:off x="765" y="1203"/>
              <a:ext cx="73" cy="35"/>
            </a:xfrm>
            <a:custGeom>
              <a:avLst/>
              <a:gdLst>
                <a:gd name="T0" fmla="*/ 27 w 54"/>
                <a:gd name="T1" fmla="*/ 0 h 26"/>
                <a:gd name="T2" fmla="*/ 9 w 54"/>
                <a:gd name="T3" fmla="*/ 43 h 26"/>
                <a:gd name="T4" fmla="*/ 32 w 54"/>
                <a:gd name="T5" fmla="*/ 47 h 26"/>
                <a:gd name="T6" fmla="*/ 58 w 54"/>
                <a:gd name="T7" fmla="*/ 63 h 26"/>
                <a:gd name="T8" fmla="*/ 72 w 54"/>
                <a:gd name="T9" fmla="*/ 63 h 26"/>
                <a:gd name="T10" fmla="*/ 100 w 54"/>
                <a:gd name="T11" fmla="*/ 48 h 26"/>
                <a:gd name="T12" fmla="*/ 124 w 54"/>
                <a:gd name="T13" fmla="*/ 47 h 26"/>
                <a:gd name="T14" fmla="*/ 108 w 54"/>
                <a:gd name="T15" fmla="*/ 1 h 2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4" h="26">
                  <a:moveTo>
                    <a:pt x="11" y="0"/>
                  </a:moveTo>
                  <a:cubicBezTo>
                    <a:pt x="7" y="0"/>
                    <a:pt x="0" y="11"/>
                    <a:pt x="4" y="18"/>
                  </a:cubicBezTo>
                  <a:cubicBezTo>
                    <a:pt x="8" y="22"/>
                    <a:pt x="10" y="18"/>
                    <a:pt x="13" y="19"/>
                  </a:cubicBezTo>
                  <a:cubicBezTo>
                    <a:pt x="16" y="20"/>
                    <a:pt x="18" y="24"/>
                    <a:pt x="24" y="26"/>
                  </a:cubicBezTo>
                  <a:cubicBezTo>
                    <a:pt x="26" y="26"/>
                    <a:pt x="26" y="26"/>
                    <a:pt x="29" y="26"/>
                  </a:cubicBezTo>
                  <a:cubicBezTo>
                    <a:pt x="35" y="24"/>
                    <a:pt x="38" y="20"/>
                    <a:pt x="41" y="20"/>
                  </a:cubicBezTo>
                  <a:cubicBezTo>
                    <a:pt x="44" y="19"/>
                    <a:pt x="46" y="23"/>
                    <a:pt x="50" y="19"/>
                  </a:cubicBezTo>
                  <a:cubicBezTo>
                    <a:pt x="54" y="12"/>
                    <a:pt x="48" y="1"/>
                    <a:pt x="44" y="1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434" name="Freeform 625">
              <a:extLst>
                <a:ext uri="{FF2B5EF4-FFF2-40B4-BE49-F238E27FC236}">
                  <a16:creationId xmlns:a16="http://schemas.microsoft.com/office/drawing/2014/main" id="{69FD0C13-13FA-48CA-A336-3E78C09D0406}"/>
                </a:ext>
              </a:extLst>
            </p:cNvPr>
            <p:cNvSpPr>
              <a:spLocks/>
            </p:cNvSpPr>
            <p:nvPr/>
          </p:nvSpPr>
          <p:spPr bwMode="auto">
            <a:xfrm>
              <a:off x="766" y="1266"/>
              <a:ext cx="65" cy="3"/>
            </a:xfrm>
            <a:custGeom>
              <a:avLst/>
              <a:gdLst>
                <a:gd name="T0" fmla="*/ 119 w 48"/>
                <a:gd name="T1" fmla="*/ 0 h 2"/>
                <a:gd name="T2" fmla="*/ 103 w 48"/>
                <a:gd name="T3" fmla="*/ 5 h 2"/>
                <a:gd name="T4" fmla="*/ 77 w 48"/>
                <a:gd name="T5" fmla="*/ 8 h 2"/>
                <a:gd name="T6" fmla="*/ 50 w 48"/>
                <a:gd name="T7" fmla="*/ 8 h 2"/>
                <a:gd name="T8" fmla="*/ 35 w 48"/>
                <a:gd name="T9" fmla="*/ 5 h 2"/>
                <a:gd name="T10" fmla="*/ 0 w 48"/>
                <a:gd name="T11" fmla="*/ 0 h 2"/>
                <a:gd name="T12" fmla="*/ 0 w 48"/>
                <a:gd name="T13" fmla="*/ 0 h 2"/>
                <a:gd name="T14" fmla="*/ 0 w 48"/>
                <a:gd name="T15" fmla="*/ 0 h 2"/>
                <a:gd name="T16" fmla="*/ 35 w 48"/>
                <a:gd name="T17" fmla="*/ 0 h 2"/>
                <a:gd name="T18" fmla="*/ 50 w 48"/>
                <a:gd name="T19" fmla="*/ 5 h 2"/>
                <a:gd name="T20" fmla="*/ 77 w 48"/>
                <a:gd name="T21" fmla="*/ 5 h 2"/>
                <a:gd name="T22" fmla="*/ 99 w 48"/>
                <a:gd name="T23" fmla="*/ 0 h 2"/>
                <a:gd name="T24" fmla="*/ 119 w 48"/>
                <a:gd name="T25" fmla="*/ 0 h 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8" h="2">
                  <a:moveTo>
                    <a:pt x="48" y="0"/>
                  </a:moveTo>
                  <a:cubicBezTo>
                    <a:pt x="41" y="1"/>
                    <a:pt x="41" y="1"/>
                    <a:pt x="41" y="1"/>
                  </a:cubicBezTo>
                  <a:cubicBezTo>
                    <a:pt x="31" y="2"/>
                    <a:pt x="31" y="2"/>
                    <a:pt x="31" y="2"/>
                  </a:cubicBezTo>
                  <a:cubicBezTo>
                    <a:pt x="20" y="2"/>
                    <a:pt x="20" y="2"/>
                    <a:pt x="20" y="2"/>
                  </a:cubicBezTo>
                  <a:cubicBezTo>
                    <a:pt x="14" y="1"/>
                    <a:pt x="14" y="1"/>
                    <a:pt x="14" y="1"/>
                  </a:cubicBezTo>
                  <a:cubicBezTo>
                    <a:pt x="9" y="2"/>
                    <a:pt x="3" y="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3" y="1"/>
                    <a:pt x="9" y="1"/>
                    <a:pt x="14" y="0"/>
                  </a:cubicBezTo>
                  <a:cubicBezTo>
                    <a:pt x="20" y="1"/>
                    <a:pt x="20" y="1"/>
                    <a:pt x="20" y="1"/>
                  </a:cubicBezTo>
                  <a:cubicBezTo>
                    <a:pt x="31" y="1"/>
                    <a:pt x="31" y="1"/>
                    <a:pt x="31" y="1"/>
                  </a:cubicBezTo>
                  <a:cubicBezTo>
                    <a:pt x="40" y="0"/>
                    <a:pt x="40" y="0"/>
                    <a:pt x="40" y="0"/>
                  </a:cubicBezTo>
                  <a:cubicBezTo>
                    <a:pt x="48" y="0"/>
                    <a:pt x="48" y="0"/>
                    <a:pt x="48" y="0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435" name="Freeform 626">
              <a:extLst>
                <a:ext uri="{FF2B5EF4-FFF2-40B4-BE49-F238E27FC236}">
                  <a16:creationId xmlns:a16="http://schemas.microsoft.com/office/drawing/2014/main" id="{2F699FF8-200A-4EDF-BC31-40B98ECA7FE9}"/>
                </a:ext>
              </a:extLst>
            </p:cNvPr>
            <p:cNvSpPr>
              <a:spLocks/>
            </p:cNvSpPr>
            <p:nvPr/>
          </p:nvSpPr>
          <p:spPr bwMode="auto">
            <a:xfrm>
              <a:off x="762" y="1273"/>
              <a:ext cx="77" cy="7"/>
            </a:xfrm>
            <a:custGeom>
              <a:avLst/>
              <a:gdLst>
                <a:gd name="T0" fmla="*/ 140 w 57"/>
                <a:gd name="T1" fmla="*/ 0 h 5"/>
                <a:gd name="T2" fmla="*/ 140 w 57"/>
                <a:gd name="T3" fmla="*/ 0 h 5"/>
                <a:gd name="T4" fmla="*/ 119 w 57"/>
                <a:gd name="T5" fmla="*/ 6 h 5"/>
                <a:gd name="T6" fmla="*/ 57 w 57"/>
                <a:gd name="T7" fmla="*/ 11 h 5"/>
                <a:gd name="T8" fmla="*/ 51 w 57"/>
                <a:gd name="T9" fmla="*/ 11 h 5"/>
                <a:gd name="T10" fmla="*/ 1 w 57"/>
                <a:gd name="T11" fmla="*/ 6 h 5"/>
                <a:gd name="T12" fmla="*/ 1 w 57"/>
                <a:gd name="T13" fmla="*/ 6 h 5"/>
                <a:gd name="T14" fmla="*/ 51 w 57"/>
                <a:gd name="T15" fmla="*/ 14 h 5"/>
                <a:gd name="T16" fmla="*/ 57 w 57"/>
                <a:gd name="T17" fmla="*/ 14 h 5"/>
                <a:gd name="T18" fmla="*/ 120 w 57"/>
                <a:gd name="T19" fmla="*/ 8 h 5"/>
                <a:gd name="T20" fmla="*/ 140 w 57"/>
                <a:gd name="T21" fmla="*/ 0 h 5"/>
                <a:gd name="T22" fmla="*/ 140 w 57"/>
                <a:gd name="T23" fmla="*/ 0 h 5"/>
                <a:gd name="T24" fmla="*/ 140 w 57"/>
                <a:gd name="T25" fmla="*/ 0 h 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7" h="5">
                  <a:moveTo>
                    <a:pt x="57" y="0"/>
                  </a:moveTo>
                  <a:cubicBezTo>
                    <a:pt x="56" y="0"/>
                    <a:pt x="57" y="0"/>
                    <a:pt x="57" y="0"/>
                  </a:cubicBezTo>
                  <a:cubicBezTo>
                    <a:pt x="54" y="2"/>
                    <a:pt x="51" y="1"/>
                    <a:pt x="48" y="2"/>
                  </a:cubicBezTo>
                  <a:cubicBezTo>
                    <a:pt x="43" y="4"/>
                    <a:pt x="31" y="4"/>
                    <a:pt x="23" y="4"/>
                  </a:cubicBezTo>
                  <a:cubicBezTo>
                    <a:pt x="21" y="4"/>
                    <a:pt x="21" y="4"/>
                    <a:pt x="21" y="4"/>
                  </a:cubicBezTo>
                  <a:cubicBezTo>
                    <a:pt x="14" y="4"/>
                    <a:pt x="4" y="4"/>
                    <a:pt x="1" y="2"/>
                  </a:cubicBezTo>
                  <a:cubicBezTo>
                    <a:pt x="0" y="2"/>
                    <a:pt x="1" y="2"/>
                    <a:pt x="1" y="2"/>
                  </a:cubicBezTo>
                  <a:cubicBezTo>
                    <a:pt x="4" y="4"/>
                    <a:pt x="11" y="5"/>
                    <a:pt x="21" y="5"/>
                  </a:cubicBezTo>
                  <a:cubicBezTo>
                    <a:pt x="23" y="5"/>
                    <a:pt x="23" y="5"/>
                    <a:pt x="23" y="5"/>
                  </a:cubicBezTo>
                  <a:cubicBezTo>
                    <a:pt x="32" y="5"/>
                    <a:pt x="43" y="5"/>
                    <a:pt x="49" y="3"/>
                  </a:cubicBezTo>
                  <a:cubicBezTo>
                    <a:pt x="52" y="1"/>
                    <a:pt x="54" y="2"/>
                    <a:pt x="57" y="0"/>
                  </a:cubicBezTo>
                  <a:cubicBezTo>
                    <a:pt x="57" y="0"/>
                    <a:pt x="57" y="0"/>
                    <a:pt x="57" y="0"/>
                  </a:cubicBezTo>
                  <a:cubicBezTo>
                    <a:pt x="57" y="0"/>
                    <a:pt x="57" y="0"/>
                    <a:pt x="57" y="0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436" name="Freeform 627">
              <a:extLst>
                <a:ext uri="{FF2B5EF4-FFF2-40B4-BE49-F238E27FC236}">
                  <a16:creationId xmlns:a16="http://schemas.microsoft.com/office/drawing/2014/main" id="{E8363963-D3E0-40B7-9B21-E8A7AF03991A}"/>
                </a:ext>
              </a:extLst>
            </p:cNvPr>
            <p:cNvSpPr>
              <a:spLocks/>
            </p:cNvSpPr>
            <p:nvPr/>
          </p:nvSpPr>
          <p:spPr bwMode="auto">
            <a:xfrm>
              <a:off x="712" y="1123"/>
              <a:ext cx="58" cy="21"/>
            </a:xfrm>
            <a:custGeom>
              <a:avLst/>
              <a:gdLst>
                <a:gd name="T0" fmla="*/ 0 w 43"/>
                <a:gd name="T1" fmla="*/ 41 h 15"/>
                <a:gd name="T2" fmla="*/ 105 w 43"/>
                <a:gd name="T3" fmla="*/ 25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3" h="15">
                  <a:moveTo>
                    <a:pt x="0" y="15"/>
                  </a:moveTo>
                  <a:cubicBezTo>
                    <a:pt x="8" y="1"/>
                    <a:pt x="33" y="0"/>
                    <a:pt x="43" y="9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437" name="Freeform 628">
              <a:extLst>
                <a:ext uri="{FF2B5EF4-FFF2-40B4-BE49-F238E27FC236}">
                  <a16:creationId xmlns:a16="http://schemas.microsoft.com/office/drawing/2014/main" id="{C8C6F1F9-1165-428F-9CF0-6045647C4AAD}"/>
                </a:ext>
              </a:extLst>
            </p:cNvPr>
            <p:cNvSpPr>
              <a:spLocks/>
            </p:cNvSpPr>
            <p:nvPr/>
          </p:nvSpPr>
          <p:spPr bwMode="auto">
            <a:xfrm>
              <a:off x="720" y="1150"/>
              <a:ext cx="61" cy="25"/>
            </a:xfrm>
            <a:custGeom>
              <a:avLst/>
              <a:gdLst>
                <a:gd name="T0" fmla="*/ 0 w 45"/>
                <a:gd name="T1" fmla="*/ 26 h 18"/>
                <a:gd name="T2" fmla="*/ 47 w 45"/>
                <a:gd name="T3" fmla="*/ 1 h 18"/>
                <a:gd name="T4" fmla="*/ 99 w 45"/>
                <a:gd name="T5" fmla="*/ 26 h 18"/>
                <a:gd name="T6" fmla="*/ 98 w 45"/>
                <a:gd name="T7" fmla="*/ 40 h 18"/>
                <a:gd name="T8" fmla="*/ 57 w 45"/>
                <a:gd name="T9" fmla="*/ 46 h 18"/>
                <a:gd name="T10" fmla="*/ 0 w 45"/>
                <a:gd name="T11" fmla="*/ 26 h 1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5" h="18">
                  <a:moveTo>
                    <a:pt x="0" y="10"/>
                  </a:moveTo>
                  <a:cubicBezTo>
                    <a:pt x="5" y="6"/>
                    <a:pt x="7" y="2"/>
                    <a:pt x="19" y="1"/>
                  </a:cubicBezTo>
                  <a:cubicBezTo>
                    <a:pt x="32" y="0"/>
                    <a:pt x="37" y="9"/>
                    <a:pt x="40" y="10"/>
                  </a:cubicBezTo>
                  <a:cubicBezTo>
                    <a:pt x="45" y="11"/>
                    <a:pt x="42" y="14"/>
                    <a:pt x="39" y="15"/>
                  </a:cubicBezTo>
                  <a:cubicBezTo>
                    <a:pt x="36" y="16"/>
                    <a:pt x="27" y="15"/>
                    <a:pt x="23" y="17"/>
                  </a:cubicBezTo>
                  <a:cubicBezTo>
                    <a:pt x="19" y="18"/>
                    <a:pt x="8" y="15"/>
                    <a:pt x="0" y="10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438" name="Oval 629">
              <a:extLst>
                <a:ext uri="{FF2B5EF4-FFF2-40B4-BE49-F238E27FC236}">
                  <a16:creationId xmlns:a16="http://schemas.microsoft.com/office/drawing/2014/main" id="{4CCC703C-6FDA-4878-B4F8-A5BB6A7642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3" y="1160"/>
              <a:ext cx="5" cy="5"/>
            </a:xfrm>
            <a:prstGeom prst="ellipse">
              <a:avLst/>
            </a:prstGeom>
            <a:solidFill>
              <a:srgbClr val="333333"/>
            </a:solidFill>
            <a:ln w="4763" cap="rnd">
              <a:solidFill>
                <a:srgbClr val="333333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439" name="Freeform 630">
              <a:extLst>
                <a:ext uri="{FF2B5EF4-FFF2-40B4-BE49-F238E27FC236}">
                  <a16:creationId xmlns:a16="http://schemas.microsoft.com/office/drawing/2014/main" id="{6AE78022-44B6-4DD9-9B8B-D15AEB3479B1}"/>
                </a:ext>
              </a:extLst>
            </p:cNvPr>
            <p:cNvSpPr>
              <a:spLocks/>
            </p:cNvSpPr>
            <p:nvPr/>
          </p:nvSpPr>
          <p:spPr bwMode="auto">
            <a:xfrm>
              <a:off x="694" y="3750"/>
              <a:ext cx="34" cy="18"/>
            </a:xfrm>
            <a:custGeom>
              <a:avLst/>
              <a:gdLst>
                <a:gd name="T0" fmla="*/ 0 w 25"/>
                <a:gd name="T1" fmla="*/ 21 h 13"/>
                <a:gd name="T2" fmla="*/ 53 w 25"/>
                <a:gd name="T3" fmla="*/ 26 h 13"/>
                <a:gd name="T4" fmla="*/ 57 w 25"/>
                <a:gd name="T5" fmla="*/ 11 h 13"/>
                <a:gd name="T6" fmla="*/ 15 w 25"/>
                <a:gd name="T7" fmla="*/ 1 h 13"/>
                <a:gd name="T8" fmla="*/ 0 w 25"/>
                <a:gd name="T9" fmla="*/ 21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13">
                  <a:moveTo>
                    <a:pt x="0" y="8"/>
                  </a:moveTo>
                  <a:cubicBezTo>
                    <a:pt x="4" y="6"/>
                    <a:pt x="18" y="8"/>
                    <a:pt x="21" y="10"/>
                  </a:cubicBezTo>
                  <a:cubicBezTo>
                    <a:pt x="23" y="13"/>
                    <a:pt x="25" y="6"/>
                    <a:pt x="23" y="4"/>
                  </a:cubicBezTo>
                  <a:cubicBezTo>
                    <a:pt x="20" y="0"/>
                    <a:pt x="11" y="0"/>
                    <a:pt x="6" y="1"/>
                  </a:cubicBezTo>
                  <a:cubicBezTo>
                    <a:pt x="2" y="2"/>
                    <a:pt x="0" y="8"/>
                    <a:pt x="0" y="8"/>
                  </a:cubicBezTo>
                  <a:close/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440" name="Freeform 631">
              <a:extLst>
                <a:ext uri="{FF2B5EF4-FFF2-40B4-BE49-F238E27FC236}">
                  <a16:creationId xmlns:a16="http://schemas.microsoft.com/office/drawing/2014/main" id="{244DE6E2-012F-408C-9054-F5703E372C7A}"/>
                </a:ext>
              </a:extLst>
            </p:cNvPr>
            <p:cNvSpPr>
              <a:spLocks/>
            </p:cNvSpPr>
            <p:nvPr/>
          </p:nvSpPr>
          <p:spPr bwMode="auto">
            <a:xfrm>
              <a:off x="681" y="3731"/>
              <a:ext cx="25" cy="50"/>
            </a:xfrm>
            <a:custGeom>
              <a:avLst/>
              <a:gdLst>
                <a:gd name="T0" fmla="*/ 43 w 19"/>
                <a:gd name="T1" fmla="*/ 0 h 37"/>
                <a:gd name="T2" fmla="*/ 9 w 19"/>
                <a:gd name="T3" fmla="*/ 49 h 37"/>
                <a:gd name="T4" fmla="*/ 7 w 19"/>
                <a:gd name="T5" fmla="*/ 92 h 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37">
                  <a:moveTo>
                    <a:pt x="19" y="0"/>
                  </a:moveTo>
                  <a:cubicBezTo>
                    <a:pt x="16" y="7"/>
                    <a:pt x="8" y="12"/>
                    <a:pt x="4" y="20"/>
                  </a:cubicBezTo>
                  <a:cubicBezTo>
                    <a:pt x="2" y="26"/>
                    <a:pt x="0" y="33"/>
                    <a:pt x="3" y="37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441" name="Freeform 632">
              <a:extLst>
                <a:ext uri="{FF2B5EF4-FFF2-40B4-BE49-F238E27FC236}">
                  <a16:creationId xmlns:a16="http://schemas.microsoft.com/office/drawing/2014/main" id="{985C0273-F409-467B-94C2-E9D7C948114A}"/>
                </a:ext>
              </a:extLst>
            </p:cNvPr>
            <p:cNvSpPr>
              <a:spLocks/>
            </p:cNvSpPr>
            <p:nvPr/>
          </p:nvSpPr>
          <p:spPr bwMode="auto">
            <a:xfrm>
              <a:off x="636" y="3722"/>
              <a:ext cx="31" cy="61"/>
            </a:xfrm>
            <a:custGeom>
              <a:avLst/>
              <a:gdLst>
                <a:gd name="T0" fmla="*/ 57 w 23"/>
                <a:gd name="T1" fmla="*/ 0 h 45"/>
                <a:gd name="T2" fmla="*/ 35 w 23"/>
                <a:gd name="T3" fmla="*/ 30 h 45"/>
                <a:gd name="T4" fmla="*/ 16 w 23"/>
                <a:gd name="T5" fmla="*/ 64 h 45"/>
                <a:gd name="T6" fmla="*/ 16 w 23"/>
                <a:gd name="T7" fmla="*/ 113 h 4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45">
                  <a:moveTo>
                    <a:pt x="23" y="0"/>
                  </a:moveTo>
                  <a:cubicBezTo>
                    <a:pt x="17" y="3"/>
                    <a:pt x="16" y="5"/>
                    <a:pt x="14" y="12"/>
                  </a:cubicBezTo>
                  <a:cubicBezTo>
                    <a:pt x="12" y="19"/>
                    <a:pt x="9" y="22"/>
                    <a:pt x="7" y="26"/>
                  </a:cubicBezTo>
                  <a:cubicBezTo>
                    <a:pt x="4" y="30"/>
                    <a:pt x="0" y="39"/>
                    <a:pt x="7" y="45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442" name="Freeform 633">
              <a:extLst>
                <a:ext uri="{FF2B5EF4-FFF2-40B4-BE49-F238E27FC236}">
                  <a16:creationId xmlns:a16="http://schemas.microsoft.com/office/drawing/2014/main" id="{CF8C619E-70D5-41E8-A3F8-2CE595DF4CF2}"/>
                </a:ext>
              </a:extLst>
            </p:cNvPr>
            <p:cNvSpPr>
              <a:spLocks/>
            </p:cNvSpPr>
            <p:nvPr/>
          </p:nvSpPr>
          <p:spPr bwMode="auto">
            <a:xfrm>
              <a:off x="609" y="3717"/>
              <a:ext cx="36" cy="54"/>
            </a:xfrm>
            <a:custGeom>
              <a:avLst/>
              <a:gdLst>
                <a:gd name="T0" fmla="*/ 64 w 27"/>
                <a:gd name="T1" fmla="*/ 0 h 40"/>
                <a:gd name="T2" fmla="*/ 23 w 27"/>
                <a:gd name="T3" fmla="*/ 36 h 40"/>
                <a:gd name="T4" fmla="*/ 7 w 27"/>
                <a:gd name="T5" fmla="*/ 74 h 40"/>
                <a:gd name="T6" fmla="*/ 0 w 27"/>
                <a:gd name="T7" fmla="*/ 99 h 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40">
                  <a:moveTo>
                    <a:pt x="27" y="0"/>
                  </a:moveTo>
                  <a:cubicBezTo>
                    <a:pt x="21" y="3"/>
                    <a:pt x="13" y="9"/>
                    <a:pt x="10" y="15"/>
                  </a:cubicBezTo>
                  <a:cubicBezTo>
                    <a:pt x="8" y="21"/>
                    <a:pt x="6" y="24"/>
                    <a:pt x="3" y="30"/>
                  </a:cubicBezTo>
                  <a:cubicBezTo>
                    <a:pt x="1" y="33"/>
                    <a:pt x="0" y="37"/>
                    <a:pt x="0" y="40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443" name="Freeform 634">
              <a:extLst>
                <a:ext uri="{FF2B5EF4-FFF2-40B4-BE49-F238E27FC236}">
                  <a16:creationId xmlns:a16="http://schemas.microsoft.com/office/drawing/2014/main" id="{835F628F-4E8F-4987-A83A-43C2AFAE2C16}"/>
                </a:ext>
              </a:extLst>
            </p:cNvPr>
            <p:cNvSpPr>
              <a:spLocks/>
            </p:cNvSpPr>
            <p:nvPr/>
          </p:nvSpPr>
          <p:spPr bwMode="auto">
            <a:xfrm>
              <a:off x="588" y="3710"/>
              <a:ext cx="42" cy="47"/>
            </a:xfrm>
            <a:custGeom>
              <a:avLst/>
              <a:gdLst>
                <a:gd name="T0" fmla="*/ 77 w 31"/>
                <a:gd name="T1" fmla="*/ 0 h 35"/>
                <a:gd name="T2" fmla="*/ 37 w 31"/>
                <a:gd name="T3" fmla="*/ 27 h 35"/>
                <a:gd name="T4" fmla="*/ 1 w 31"/>
                <a:gd name="T5" fmla="*/ 68 h 35"/>
                <a:gd name="T6" fmla="*/ 0 w 31"/>
                <a:gd name="T7" fmla="*/ 85 h 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35">
                  <a:moveTo>
                    <a:pt x="31" y="0"/>
                  </a:moveTo>
                  <a:cubicBezTo>
                    <a:pt x="24" y="2"/>
                    <a:pt x="19" y="6"/>
                    <a:pt x="15" y="11"/>
                  </a:cubicBezTo>
                  <a:cubicBezTo>
                    <a:pt x="11" y="15"/>
                    <a:pt x="4" y="19"/>
                    <a:pt x="1" y="28"/>
                  </a:cubicBezTo>
                  <a:cubicBezTo>
                    <a:pt x="1" y="30"/>
                    <a:pt x="0" y="33"/>
                    <a:pt x="0" y="35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444" name="Freeform 635">
              <a:extLst>
                <a:ext uri="{FF2B5EF4-FFF2-40B4-BE49-F238E27FC236}">
                  <a16:creationId xmlns:a16="http://schemas.microsoft.com/office/drawing/2014/main" id="{B0A16290-99BC-4A39-A833-F880383FCC43}"/>
                </a:ext>
              </a:extLst>
            </p:cNvPr>
            <p:cNvSpPr>
              <a:spLocks/>
            </p:cNvSpPr>
            <p:nvPr/>
          </p:nvSpPr>
          <p:spPr bwMode="auto">
            <a:xfrm>
              <a:off x="651" y="3764"/>
              <a:ext cx="23" cy="13"/>
            </a:xfrm>
            <a:custGeom>
              <a:avLst/>
              <a:gdLst>
                <a:gd name="T0" fmla="*/ 1 w 17"/>
                <a:gd name="T1" fmla="*/ 21 h 10"/>
                <a:gd name="T2" fmla="*/ 37 w 17"/>
                <a:gd name="T3" fmla="*/ 17 h 10"/>
                <a:gd name="T4" fmla="*/ 22 w 17"/>
                <a:gd name="T5" fmla="*/ 0 h 10"/>
                <a:gd name="T6" fmla="*/ 1 w 17"/>
                <a:gd name="T7" fmla="*/ 21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10">
                  <a:moveTo>
                    <a:pt x="1" y="9"/>
                  </a:moveTo>
                  <a:cubicBezTo>
                    <a:pt x="6" y="10"/>
                    <a:pt x="14" y="9"/>
                    <a:pt x="15" y="8"/>
                  </a:cubicBezTo>
                  <a:cubicBezTo>
                    <a:pt x="17" y="7"/>
                    <a:pt x="16" y="0"/>
                    <a:pt x="9" y="0"/>
                  </a:cubicBezTo>
                  <a:cubicBezTo>
                    <a:pt x="1" y="0"/>
                    <a:pt x="0" y="8"/>
                    <a:pt x="1" y="9"/>
                  </a:cubicBezTo>
                  <a:close/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445" name="Freeform 636">
              <a:extLst>
                <a:ext uri="{FF2B5EF4-FFF2-40B4-BE49-F238E27FC236}">
                  <a16:creationId xmlns:a16="http://schemas.microsoft.com/office/drawing/2014/main" id="{DED9EBAB-15ED-408F-9124-BE54A760BFBC}"/>
                </a:ext>
              </a:extLst>
            </p:cNvPr>
            <p:cNvSpPr>
              <a:spLocks/>
            </p:cNvSpPr>
            <p:nvPr/>
          </p:nvSpPr>
          <p:spPr bwMode="auto">
            <a:xfrm>
              <a:off x="613" y="3757"/>
              <a:ext cx="21" cy="11"/>
            </a:xfrm>
            <a:custGeom>
              <a:avLst/>
              <a:gdLst>
                <a:gd name="T0" fmla="*/ 1 w 16"/>
                <a:gd name="T1" fmla="*/ 15 h 8"/>
                <a:gd name="T2" fmla="*/ 32 w 16"/>
                <a:gd name="T3" fmla="*/ 19 h 8"/>
                <a:gd name="T4" fmla="*/ 16 w 16"/>
                <a:gd name="T5" fmla="*/ 0 h 8"/>
                <a:gd name="T6" fmla="*/ 1 w 16"/>
                <a:gd name="T7" fmla="*/ 15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8">
                  <a:moveTo>
                    <a:pt x="1" y="6"/>
                  </a:moveTo>
                  <a:cubicBezTo>
                    <a:pt x="6" y="7"/>
                    <a:pt x="13" y="8"/>
                    <a:pt x="14" y="7"/>
                  </a:cubicBezTo>
                  <a:cubicBezTo>
                    <a:pt x="16" y="7"/>
                    <a:pt x="14" y="0"/>
                    <a:pt x="7" y="0"/>
                  </a:cubicBezTo>
                  <a:cubicBezTo>
                    <a:pt x="2" y="0"/>
                    <a:pt x="0" y="5"/>
                    <a:pt x="1" y="6"/>
                  </a:cubicBezTo>
                  <a:close/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446" name="Freeform 637">
              <a:extLst>
                <a:ext uri="{FF2B5EF4-FFF2-40B4-BE49-F238E27FC236}">
                  <a16:creationId xmlns:a16="http://schemas.microsoft.com/office/drawing/2014/main" id="{14F0D3AC-93C5-4CAC-B363-92ECDEE86A11}"/>
                </a:ext>
              </a:extLst>
            </p:cNvPr>
            <p:cNvSpPr>
              <a:spLocks/>
            </p:cNvSpPr>
            <p:nvPr/>
          </p:nvSpPr>
          <p:spPr bwMode="auto">
            <a:xfrm>
              <a:off x="591" y="3752"/>
              <a:ext cx="20" cy="9"/>
            </a:xfrm>
            <a:custGeom>
              <a:avLst/>
              <a:gdLst>
                <a:gd name="T0" fmla="*/ 0 w 15"/>
                <a:gd name="T1" fmla="*/ 13 h 7"/>
                <a:gd name="T2" fmla="*/ 31 w 15"/>
                <a:gd name="T3" fmla="*/ 13 h 7"/>
                <a:gd name="T4" fmla="*/ 15 w 15"/>
                <a:gd name="T5" fmla="*/ 0 h 7"/>
                <a:gd name="T6" fmla="*/ 0 w 15"/>
                <a:gd name="T7" fmla="*/ 13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7">
                  <a:moveTo>
                    <a:pt x="0" y="6"/>
                  </a:moveTo>
                  <a:cubicBezTo>
                    <a:pt x="5" y="5"/>
                    <a:pt x="12" y="7"/>
                    <a:pt x="13" y="6"/>
                  </a:cubicBezTo>
                  <a:cubicBezTo>
                    <a:pt x="15" y="5"/>
                    <a:pt x="13" y="0"/>
                    <a:pt x="6" y="0"/>
                  </a:cubicBezTo>
                  <a:cubicBezTo>
                    <a:pt x="2" y="0"/>
                    <a:pt x="0" y="5"/>
                    <a:pt x="0" y="6"/>
                  </a:cubicBezTo>
                  <a:close/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447" name="Freeform 638">
              <a:extLst>
                <a:ext uri="{FF2B5EF4-FFF2-40B4-BE49-F238E27FC236}">
                  <a16:creationId xmlns:a16="http://schemas.microsoft.com/office/drawing/2014/main" id="{662F5358-56E2-44CC-9DC1-6436338FAC0C}"/>
                </a:ext>
              </a:extLst>
            </p:cNvPr>
            <p:cNvSpPr>
              <a:spLocks/>
            </p:cNvSpPr>
            <p:nvPr/>
          </p:nvSpPr>
          <p:spPr bwMode="auto">
            <a:xfrm>
              <a:off x="751" y="3757"/>
              <a:ext cx="7" cy="19"/>
            </a:xfrm>
            <a:custGeom>
              <a:avLst/>
              <a:gdLst>
                <a:gd name="T0" fmla="*/ 0 w 5"/>
                <a:gd name="T1" fmla="*/ 0 h 14"/>
                <a:gd name="T2" fmla="*/ 0 w 5"/>
                <a:gd name="T3" fmla="*/ 35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4">
                  <a:moveTo>
                    <a:pt x="0" y="0"/>
                  </a:moveTo>
                  <a:cubicBezTo>
                    <a:pt x="2" y="6"/>
                    <a:pt x="5" y="7"/>
                    <a:pt x="0" y="14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448" name="Freeform 639">
              <a:extLst>
                <a:ext uri="{FF2B5EF4-FFF2-40B4-BE49-F238E27FC236}">
                  <a16:creationId xmlns:a16="http://schemas.microsoft.com/office/drawing/2014/main" id="{D25A4C34-AFFB-4663-91DF-563393933E73}"/>
                </a:ext>
              </a:extLst>
            </p:cNvPr>
            <p:cNvSpPr>
              <a:spLocks/>
            </p:cNvSpPr>
            <p:nvPr/>
          </p:nvSpPr>
          <p:spPr bwMode="auto">
            <a:xfrm>
              <a:off x="766" y="3605"/>
              <a:ext cx="3" cy="20"/>
            </a:xfrm>
            <a:custGeom>
              <a:avLst/>
              <a:gdLst>
                <a:gd name="T0" fmla="*/ 8 w 2"/>
                <a:gd name="T1" fmla="*/ 0 h 15"/>
                <a:gd name="T2" fmla="*/ 0 w 2"/>
                <a:gd name="T3" fmla="*/ 36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5">
                  <a:moveTo>
                    <a:pt x="2" y="0"/>
                  </a:moveTo>
                  <a:cubicBezTo>
                    <a:pt x="2" y="4"/>
                    <a:pt x="0" y="15"/>
                    <a:pt x="0" y="15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449" name="Freeform 640">
              <a:extLst>
                <a:ext uri="{FF2B5EF4-FFF2-40B4-BE49-F238E27FC236}">
                  <a16:creationId xmlns:a16="http://schemas.microsoft.com/office/drawing/2014/main" id="{371883A0-8431-466C-99B5-B8891DDD09F6}"/>
                </a:ext>
              </a:extLst>
            </p:cNvPr>
            <p:cNvSpPr>
              <a:spLocks/>
            </p:cNvSpPr>
            <p:nvPr/>
          </p:nvSpPr>
          <p:spPr bwMode="auto">
            <a:xfrm>
              <a:off x="561" y="1761"/>
              <a:ext cx="173" cy="27"/>
            </a:xfrm>
            <a:custGeom>
              <a:avLst/>
              <a:gdLst>
                <a:gd name="T0" fmla="*/ 0 w 127"/>
                <a:gd name="T1" fmla="*/ 0 h 20"/>
                <a:gd name="T2" fmla="*/ 247 w 127"/>
                <a:gd name="T3" fmla="*/ 15 h 20"/>
                <a:gd name="T4" fmla="*/ 321 w 127"/>
                <a:gd name="T5" fmla="*/ 0 h 20"/>
                <a:gd name="T6" fmla="*/ 321 w 127"/>
                <a:gd name="T7" fmla="*/ 0 h 20"/>
                <a:gd name="T8" fmla="*/ 247 w 127"/>
                <a:gd name="T9" fmla="*/ 9 h 20"/>
                <a:gd name="T10" fmla="*/ 0 w 127"/>
                <a:gd name="T11" fmla="*/ 0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7" h="20">
                  <a:moveTo>
                    <a:pt x="0" y="0"/>
                  </a:moveTo>
                  <a:cubicBezTo>
                    <a:pt x="26" y="20"/>
                    <a:pt x="64" y="13"/>
                    <a:pt x="98" y="6"/>
                  </a:cubicBezTo>
                  <a:cubicBezTo>
                    <a:pt x="109" y="4"/>
                    <a:pt x="119" y="1"/>
                    <a:pt x="127" y="0"/>
                  </a:cubicBezTo>
                  <a:cubicBezTo>
                    <a:pt x="127" y="0"/>
                    <a:pt x="127" y="0"/>
                    <a:pt x="127" y="0"/>
                  </a:cubicBezTo>
                  <a:cubicBezTo>
                    <a:pt x="118" y="1"/>
                    <a:pt x="108" y="2"/>
                    <a:pt x="98" y="4"/>
                  </a:cubicBezTo>
                  <a:cubicBezTo>
                    <a:pt x="64" y="11"/>
                    <a:pt x="25" y="19"/>
                    <a:pt x="0" y="0"/>
                  </a:cubicBezTo>
                  <a:close/>
                </a:path>
              </a:pathLst>
            </a:custGeom>
            <a:solidFill>
              <a:srgbClr val="AE7A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450" name="Freeform 641">
              <a:extLst>
                <a:ext uri="{FF2B5EF4-FFF2-40B4-BE49-F238E27FC236}">
                  <a16:creationId xmlns:a16="http://schemas.microsoft.com/office/drawing/2014/main" id="{169517B7-980A-44CC-996E-D4F4FC64E026}"/>
                </a:ext>
              </a:extLst>
            </p:cNvPr>
            <p:cNvSpPr>
              <a:spLocks/>
            </p:cNvSpPr>
            <p:nvPr/>
          </p:nvSpPr>
          <p:spPr bwMode="auto">
            <a:xfrm>
              <a:off x="719" y="1141"/>
              <a:ext cx="55" cy="16"/>
            </a:xfrm>
            <a:custGeom>
              <a:avLst/>
              <a:gdLst>
                <a:gd name="T0" fmla="*/ 99 w 41"/>
                <a:gd name="T1" fmla="*/ 28 h 12"/>
                <a:gd name="T2" fmla="*/ 0 w 41"/>
                <a:gd name="T3" fmla="*/ 27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1" h="12">
                  <a:moveTo>
                    <a:pt x="41" y="12"/>
                  </a:moveTo>
                  <a:cubicBezTo>
                    <a:pt x="31" y="2"/>
                    <a:pt x="12" y="0"/>
                    <a:pt x="0" y="11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451" name="Freeform 642">
              <a:extLst>
                <a:ext uri="{FF2B5EF4-FFF2-40B4-BE49-F238E27FC236}">
                  <a16:creationId xmlns:a16="http://schemas.microsoft.com/office/drawing/2014/main" id="{C7BE3939-DD81-4F04-84C8-C7CE2A36A338}"/>
                </a:ext>
              </a:extLst>
            </p:cNvPr>
            <p:cNvSpPr>
              <a:spLocks/>
            </p:cNvSpPr>
            <p:nvPr/>
          </p:nvSpPr>
          <p:spPr bwMode="auto">
            <a:xfrm>
              <a:off x="672" y="1139"/>
              <a:ext cx="13" cy="25"/>
            </a:xfrm>
            <a:custGeom>
              <a:avLst/>
              <a:gdLst>
                <a:gd name="T0" fmla="*/ 27 w 9"/>
                <a:gd name="T1" fmla="*/ 49 h 18"/>
                <a:gd name="T2" fmla="*/ 0 w 9"/>
                <a:gd name="T3" fmla="*/ 29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8">
                  <a:moveTo>
                    <a:pt x="9" y="18"/>
                  </a:moveTo>
                  <a:cubicBezTo>
                    <a:pt x="8" y="12"/>
                    <a:pt x="3" y="0"/>
                    <a:pt x="0" y="11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452" name="Freeform 643">
              <a:extLst>
                <a:ext uri="{FF2B5EF4-FFF2-40B4-BE49-F238E27FC236}">
                  <a16:creationId xmlns:a16="http://schemas.microsoft.com/office/drawing/2014/main" id="{7C17F0C1-FAF7-486E-A63B-D77416BD5519}"/>
                </a:ext>
              </a:extLst>
            </p:cNvPr>
            <p:cNvSpPr>
              <a:spLocks/>
            </p:cNvSpPr>
            <p:nvPr/>
          </p:nvSpPr>
          <p:spPr bwMode="auto">
            <a:xfrm>
              <a:off x="686" y="1187"/>
              <a:ext cx="10" cy="27"/>
            </a:xfrm>
            <a:custGeom>
              <a:avLst/>
              <a:gdLst>
                <a:gd name="T0" fmla="*/ 6 w 7"/>
                <a:gd name="T1" fmla="*/ 0 h 20"/>
                <a:gd name="T2" fmla="*/ 1 w 7"/>
                <a:gd name="T3" fmla="*/ 27 h 20"/>
                <a:gd name="T4" fmla="*/ 13 w 7"/>
                <a:gd name="T5" fmla="*/ 49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20">
                  <a:moveTo>
                    <a:pt x="2" y="0"/>
                  </a:moveTo>
                  <a:cubicBezTo>
                    <a:pt x="0" y="2"/>
                    <a:pt x="1" y="5"/>
                    <a:pt x="1" y="11"/>
                  </a:cubicBezTo>
                  <a:cubicBezTo>
                    <a:pt x="2" y="17"/>
                    <a:pt x="7" y="14"/>
                    <a:pt x="4" y="20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453" name="Freeform 644">
              <a:extLst>
                <a:ext uri="{FF2B5EF4-FFF2-40B4-BE49-F238E27FC236}">
                  <a16:creationId xmlns:a16="http://schemas.microsoft.com/office/drawing/2014/main" id="{4F700588-F938-48DB-BD51-D43512F8732E}"/>
                </a:ext>
              </a:extLst>
            </p:cNvPr>
            <p:cNvSpPr>
              <a:spLocks/>
            </p:cNvSpPr>
            <p:nvPr/>
          </p:nvSpPr>
          <p:spPr bwMode="auto">
            <a:xfrm>
              <a:off x="674" y="1153"/>
              <a:ext cx="7" cy="17"/>
            </a:xfrm>
            <a:custGeom>
              <a:avLst/>
              <a:gdLst>
                <a:gd name="T0" fmla="*/ 14 w 5"/>
                <a:gd name="T1" fmla="*/ 0 h 13"/>
                <a:gd name="T2" fmla="*/ 0 w 5"/>
                <a:gd name="T3" fmla="*/ 29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3">
                  <a:moveTo>
                    <a:pt x="5" y="0"/>
                  </a:moveTo>
                  <a:cubicBezTo>
                    <a:pt x="5" y="3"/>
                    <a:pt x="0" y="7"/>
                    <a:pt x="0" y="13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454" name="Freeform 645">
              <a:extLst>
                <a:ext uri="{FF2B5EF4-FFF2-40B4-BE49-F238E27FC236}">
                  <a16:creationId xmlns:a16="http://schemas.microsoft.com/office/drawing/2014/main" id="{BE54F9E4-78B9-4BD6-91A2-CD3C2B6316FA}"/>
                </a:ext>
              </a:extLst>
            </p:cNvPr>
            <p:cNvSpPr>
              <a:spLocks/>
            </p:cNvSpPr>
            <p:nvPr/>
          </p:nvSpPr>
          <p:spPr bwMode="auto">
            <a:xfrm>
              <a:off x="670" y="1133"/>
              <a:ext cx="26" cy="105"/>
            </a:xfrm>
            <a:custGeom>
              <a:avLst/>
              <a:gdLst>
                <a:gd name="T0" fmla="*/ 49 w 19"/>
                <a:gd name="T1" fmla="*/ 174 h 78"/>
                <a:gd name="T2" fmla="*/ 47 w 19"/>
                <a:gd name="T3" fmla="*/ 90 h 78"/>
                <a:gd name="T4" fmla="*/ 47 w 19"/>
                <a:gd name="T5" fmla="*/ 90 h 78"/>
                <a:gd name="T6" fmla="*/ 30 w 19"/>
                <a:gd name="T7" fmla="*/ 42 h 78"/>
                <a:gd name="T8" fmla="*/ 29 w 19"/>
                <a:gd name="T9" fmla="*/ 22 h 78"/>
                <a:gd name="T10" fmla="*/ 26 w 19"/>
                <a:gd name="T11" fmla="*/ 12 h 78"/>
                <a:gd name="T12" fmla="*/ 26 w 19"/>
                <a:gd name="T13" fmla="*/ 12 h 78"/>
                <a:gd name="T14" fmla="*/ 21 w 19"/>
                <a:gd name="T15" fmla="*/ 5 h 78"/>
                <a:gd name="T16" fmla="*/ 0 w 19"/>
                <a:gd name="T17" fmla="*/ 20 h 78"/>
                <a:gd name="T18" fmla="*/ 7 w 19"/>
                <a:gd name="T19" fmla="*/ 69 h 78"/>
                <a:gd name="T20" fmla="*/ 10 w 19"/>
                <a:gd name="T21" fmla="*/ 114 h 78"/>
                <a:gd name="T22" fmla="*/ 15 w 19"/>
                <a:gd name="T23" fmla="*/ 147 h 78"/>
                <a:gd name="T24" fmla="*/ 29 w 19"/>
                <a:gd name="T25" fmla="*/ 171 h 78"/>
                <a:gd name="T26" fmla="*/ 49 w 19"/>
                <a:gd name="T27" fmla="*/ 190 h 78"/>
                <a:gd name="T28" fmla="*/ 49 w 19"/>
                <a:gd name="T29" fmla="*/ 174 h 7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9" h="78">
                  <a:moveTo>
                    <a:pt x="19" y="71"/>
                  </a:moveTo>
                  <a:cubicBezTo>
                    <a:pt x="18" y="61"/>
                    <a:pt x="18" y="50"/>
                    <a:pt x="18" y="37"/>
                  </a:cubicBezTo>
                  <a:cubicBezTo>
                    <a:pt x="18" y="37"/>
                    <a:pt x="18" y="37"/>
                    <a:pt x="18" y="37"/>
                  </a:cubicBezTo>
                  <a:cubicBezTo>
                    <a:pt x="16" y="30"/>
                    <a:pt x="12" y="17"/>
                    <a:pt x="12" y="17"/>
                  </a:cubicBezTo>
                  <a:cubicBezTo>
                    <a:pt x="12" y="17"/>
                    <a:pt x="11" y="13"/>
                    <a:pt x="11" y="9"/>
                  </a:cubicBezTo>
                  <a:cubicBezTo>
                    <a:pt x="10" y="8"/>
                    <a:pt x="10" y="6"/>
                    <a:pt x="10" y="5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10" y="4"/>
                    <a:pt x="8" y="2"/>
                    <a:pt x="8" y="2"/>
                  </a:cubicBezTo>
                  <a:cubicBezTo>
                    <a:pt x="5" y="0"/>
                    <a:pt x="1" y="3"/>
                    <a:pt x="0" y="8"/>
                  </a:cubicBezTo>
                  <a:cubicBezTo>
                    <a:pt x="0" y="13"/>
                    <a:pt x="3" y="24"/>
                    <a:pt x="3" y="28"/>
                  </a:cubicBezTo>
                  <a:cubicBezTo>
                    <a:pt x="2" y="31"/>
                    <a:pt x="3" y="41"/>
                    <a:pt x="4" y="47"/>
                  </a:cubicBezTo>
                  <a:cubicBezTo>
                    <a:pt x="6" y="53"/>
                    <a:pt x="5" y="56"/>
                    <a:pt x="6" y="60"/>
                  </a:cubicBezTo>
                  <a:cubicBezTo>
                    <a:pt x="8" y="64"/>
                    <a:pt x="9" y="67"/>
                    <a:pt x="11" y="70"/>
                  </a:cubicBezTo>
                  <a:cubicBezTo>
                    <a:pt x="13" y="73"/>
                    <a:pt x="17" y="77"/>
                    <a:pt x="19" y="78"/>
                  </a:cubicBezTo>
                  <a:cubicBezTo>
                    <a:pt x="19" y="75"/>
                    <a:pt x="19" y="73"/>
                    <a:pt x="19" y="71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455" name="Freeform 646">
              <a:extLst>
                <a:ext uri="{FF2B5EF4-FFF2-40B4-BE49-F238E27FC236}">
                  <a16:creationId xmlns:a16="http://schemas.microsoft.com/office/drawing/2014/main" id="{3BA0D525-A4DD-4060-891C-E163C5A3B8DD}"/>
                </a:ext>
              </a:extLst>
            </p:cNvPr>
            <p:cNvSpPr>
              <a:spLocks/>
            </p:cNvSpPr>
            <p:nvPr/>
          </p:nvSpPr>
          <p:spPr bwMode="auto">
            <a:xfrm>
              <a:off x="918" y="1139"/>
              <a:ext cx="11" cy="25"/>
            </a:xfrm>
            <a:custGeom>
              <a:avLst/>
              <a:gdLst>
                <a:gd name="T0" fmla="*/ 21 w 8"/>
                <a:gd name="T1" fmla="*/ 29 h 18"/>
                <a:gd name="T2" fmla="*/ 0 w 8"/>
                <a:gd name="T3" fmla="*/ 49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8">
                  <a:moveTo>
                    <a:pt x="8" y="11"/>
                  </a:moveTo>
                  <a:cubicBezTo>
                    <a:pt x="5" y="0"/>
                    <a:pt x="1" y="12"/>
                    <a:pt x="0" y="18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456" name="Freeform 647">
              <a:extLst>
                <a:ext uri="{FF2B5EF4-FFF2-40B4-BE49-F238E27FC236}">
                  <a16:creationId xmlns:a16="http://schemas.microsoft.com/office/drawing/2014/main" id="{26CBB761-0756-46EF-94FA-640C4A29053C}"/>
                </a:ext>
              </a:extLst>
            </p:cNvPr>
            <p:cNvSpPr>
              <a:spLocks/>
            </p:cNvSpPr>
            <p:nvPr/>
          </p:nvSpPr>
          <p:spPr bwMode="auto">
            <a:xfrm>
              <a:off x="907" y="1187"/>
              <a:ext cx="8" cy="27"/>
            </a:xfrm>
            <a:custGeom>
              <a:avLst/>
              <a:gdLst>
                <a:gd name="T0" fmla="*/ 7 w 6"/>
                <a:gd name="T1" fmla="*/ 49 h 20"/>
                <a:gd name="T2" fmla="*/ 12 w 6"/>
                <a:gd name="T3" fmla="*/ 27 h 20"/>
                <a:gd name="T4" fmla="*/ 9 w 6"/>
                <a:gd name="T5" fmla="*/ 0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20">
                  <a:moveTo>
                    <a:pt x="3" y="20"/>
                  </a:moveTo>
                  <a:cubicBezTo>
                    <a:pt x="0" y="14"/>
                    <a:pt x="5" y="17"/>
                    <a:pt x="5" y="11"/>
                  </a:cubicBezTo>
                  <a:cubicBezTo>
                    <a:pt x="6" y="5"/>
                    <a:pt x="6" y="2"/>
                    <a:pt x="4" y="0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457" name="Freeform 648">
              <a:extLst>
                <a:ext uri="{FF2B5EF4-FFF2-40B4-BE49-F238E27FC236}">
                  <a16:creationId xmlns:a16="http://schemas.microsoft.com/office/drawing/2014/main" id="{9EF19968-B98A-4EC3-9A23-AB4983CD315B}"/>
                </a:ext>
              </a:extLst>
            </p:cNvPr>
            <p:cNvSpPr>
              <a:spLocks/>
            </p:cNvSpPr>
            <p:nvPr/>
          </p:nvSpPr>
          <p:spPr bwMode="auto">
            <a:xfrm>
              <a:off x="921" y="1153"/>
              <a:ext cx="8" cy="17"/>
            </a:xfrm>
            <a:custGeom>
              <a:avLst/>
              <a:gdLst>
                <a:gd name="T0" fmla="*/ 15 w 6"/>
                <a:gd name="T1" fmla="*/ 29 h 13"/>
                <a:gd name="T2" fmla="*/ 1 w 6"/>
                <a:gd name="T3" fmla="*/ 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3">
                  <a:moveTo>
                    <a:pt x="6" y="13"/>
                  </a:moveTo>
                  <a:cubicBezTo>
                    <a:pt x="6" y="7"/>
                    <a:pt x="0" y="3"/>
                    <a:pt x="1" y="0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458" name="Oval 649">
              <a:extLst>
                <a:ext uri="{FF2B5EF4-FFF2-40B4-BE49-F238E27FC236}">
                  <a16:creationId xmlns:a16="http://schemas.microsoft.com/office/drawing/2014/main" id="{691FB9BA-8145-466A-A339-8D9729C858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39" y="1157"/>
              <a:ext cx="5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459" name="Freeform 650">
              <a:extLst>
                <a:ext uri="{FF2B5EF4-FFF2-40B4-BE49-F238E27FC236}">
                  <a16:creationId xmlns:a16="http://schemas.microsoft.com/office/drawing/2014/main" id="{6F29D1DB-763D-4508-BB11-1C59B495B787}"/>
                </a:ext>
              </a:extLst>
            </p:cNvPr>
            <p:cNvSpPr>
              <a:spLocks/>
            </p:cNvSpPr>
            <p:nvPr/>
          </p:nvSpPr>
          <p:spPr bwMode="auto">
            <a:xfrm>
              <a:off x="822" y="1150"/>
              <a:ext cx="59" cy="25"/>
            </a:xfrm>
            <a:custGeom>
              <a:avLst/>
              <a:gdLst>
                <a:gd name="T0" fmla="*/ 106 w 44"/>
                <a:gd name="T1" fmla="*/ 26 h 18"/>
                <a:gd name="T2" fmla="*/ 62 w 44"/>
                <a:gd name="T3" fmla="*/ 1 h 18"/>
                <a:gd name="T4" fmla="*/ 12 w 44"/>
                <a:gd name="T5" fmla="*/ 26 h 18"/>
                <a:gd name="T6" fmla="*/ 15 w 44"/>
                <a:gd name="T7" fmla="*/ 40 h 18"/>
                <a:gd name="T8" fmla="*/ 51 w 44"/>
                <a:gd name="T9" fmla="*/ 46 h 18"/>
                <a:gd name="T10" fmla="*/ 106 w 44"/>
                <a:gd name="T11" fmla="*/ 26 h 1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4" h="18">
                  <a:moveTo>
                    <a:pt x="44" y="10"/>
                  </a:moveTo>
                  <a:cubicBezTo>
                    <a:pt x="39" y="6"/>
                    <a:pt x="37" y="2"/>
                    <a:pt x="25" y="1"/>
                  </a:cubicBezTo>
                  <a:cubicBezTo>
                    <a:pt x="13" y="0"/>
                    <a:pt x="8" y="9"/>
                    <a:pt x="5" y="10"/>
                  </a:cubicBezTo>
                  <a:cubicBezTo>
                    <a:pt x="0" y="11"/>
                    <a:pt x="3" y="14"/>
                    <a:pt x="6" y="15"/>
                  </a:cubicBezTo>
                  <a:cubicBezTo>
                    <a:pt x="9" y="16"/>
                    <a:pt x="17" y="15"/>
                    <a:pt x="21" y="17"/>
                  </a:cubicBezTo>
                  <a:cubicBezTo>
                    <a:pt x="25" y="18"/>
                    <a:pt x="36" y="15"/>
                    <a:pt x="44" y="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460" name="Freeform 651">
              <a:extLst>
                <a:ext uri="{FF2B5EF4-FFF2-40B4-BE49-F238E27FC236}">
                  <a16:creationId xmlns:a16="http://schemas.microsoft.com/office/drawing/2014/main" id="{B7E6A7E0-9382-494C-B148-2EBB50B5D6BE}"/>
                </a:ext>
              </a:extLst>
            </p:cNvPr>
            <p:cNvSpPr>
              <a:spLocks/>
            </p:cNvSpPr>
            <p:nvPr/>
          </p:nvSpPr>
          <p:spPr bwMode="auto">
            <a:xfrm>
              <a:off x="843" y="1152"/>
              <a:ext cx="25" cy="21"/>
            </a:xfrm>
            <a:custGeom>
              <a:avLst/>
              <a:gdLst>
                <a:gd name="T0" fmla="*/ 25 w 18"/>
                <a:gd name="T1" fmla="*/ 0 h 16"/>
                <a:gd name="T2" fmla="*/ 43 w 18"/>
                <a:gd name="T3" fmla="*/ 5 h 16"/>
                <a:gd name="T4" fmla="*/ 49 w 18"/>
                <a:gd name="T5" fmla="*/ 18 h 16"/>
                <a:gd name="T6" fmla="*/ 35 w 18"/>
                <a:gd name="T7" fmla="*/ 34 h 16"/>
                <a:gd name="T8" fmla="*/ 21 w 18"/>
                <a:gd name="T9" fmla="*/ 37 h 16"/>
                <a:gd name="T10" fmla="*/ 0 w 18"/>
                <a:gd name="T11" fmla="*/ 18 h 16"/>
                <a:gd name="T12" fmla="*/ 11 w 18"/>
                <a:gd name="T13" fmla="*/ 1 h 16"/>
                <a:gd name="T14" fmla="*/ 25 w 18"/>
                <a:gd name="T15" fmla="*/ 0 h 1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8" h="16">
                  <a:moveTo>
                    <a:pt x="9" y="0"/>
                  </a:moveTo>
                  <a:cubicBezTo>
                    <a:pt x="12" y="1"/>
                    <a:pt x="14" y="1"/>
                    <a:pt x="16" y="2"/>
                  </a:cubicBezTo>
                  <a:cubicBezTo>
                    <a:pt x="17" y="3"/>
                    <a:pt x="18" y="5"/>
                    <a:pt x="18" y="8"/>
                  </a:cubicBezTo>
                  <a:cubicBezTo>
                    <a:pt x="18" y="11"/>
                    <a:pt x="16" y="14"/>
                    <a:pt x="13" y="15"/>
                  </a:cubicBezTo>
                  <a:cubicBezTo>
                    <a:pt x="11" y="16"/>
                    <a:pt x="9" y="16"/>
                    <a:pt x="8" y="16"/>
                  </a:cubicBezTo>
                  <a:cubicBezTo>
                    <a:pt x="3" y="15"/>
                    <a:pt x="0" y="12"/>
                    <a:pt x="0" y="8"/>
                  </a:cubicBezTo>
                  <a:cubicBezTo>
                    <a:pt x="0" y="5"/>
                    <a:pt x="2" y="2"/>
                    <a:pt x="4" y="1"/>
                  </a:cubicBezTo>
                  <a:cubicBezTo>
                    <a:pt x="6" y="0"/>
                    <a:pt x="7" y="0"/>
                    <a:pt x="9" y="0"/>
                  </a:cubicBezTo>
                  <a:close/>
                </a:path>
              </a:pathLst>
            </a:custGeom>
            <a:solidFill>
              <a:srgbClr val="6B59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461" name="Freeform 652">
              <a:extLst>
                <a:ext uri="{FF2B5EF4-FFF2-40B4-BE49-F238E27FC236}">
                  <a16:creationId xmlns:a16="http://schemas.microsoft.com/office/drawing/2014/main" id="{729BB944-21D2-44D8-A437-D90821A434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3" y="1684"/>
              <a:ext cx="2" cy="4"/>
            </a:xfrm>
            <a:custGeom>
              <a:avLst/>
              <a:gdLst>
                <a:gd name="T0" fmla="*/ 8 w 1"/>
                <a:gd name="T1" fmla="*/ 7 h 3"/>
                <a:gd name="T2" fmla="*/ 0 w 1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">
                  <a:moveTo>
                    <a:pt x="1" y="3"/>
                  </a:moveTo>
                  <a:cubicBezTo>
                    <a:pt x="1" y="2"/>
                    <a:pt x="1" y="1"/>
                    <a:pt x="0" y="0"/>
                  </a:cubicBezTo>
                </a:path>
              </a:pathLst>
            </a:custGeom>
            <a:noFill/>
            <a:ln w="4763" cap="rnd">
              <a:solidFill>
                <a:srgbClr val="D1AF9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462" name="Freeform 653">
              <a:extLst>
                <a:ext uri="{FF2B5EF4-FFF2-40B4-BE49-F238E27FC236}">
                  <a16:creationId xmlns:a16="http://schemas.microsoft.com/office/drawing/2014/main" id="{A0A9E4A1-D770-45EF-8907-8B99697AA821}"/>
                </a:ext>
              </a:extLst>
            </p:cNvPr>
            <p:cNvSpPr>
              <a:spLocks/>
            </p:cNvSpPr>
            <p:nvPr/>
          </p:nvSpPr>
          <p:spPr bwMode="auto">
            <a:xfrm>
              <a:off x="974" y="1678"/>
              <a:ext cx="31" cy="32"/>
            </a:xfrm>
            <a:custGeom>
              <a:avLst/>
              <a:gdLst>
                <a:gd name="T0" fmla="*/ 30 w 23"/>
                <a:gd name="T1" fmla="*/ 0 h 24"/>
                <a:gd name="T2" fmla="*/ 0 w 23"/>
                <a:gd name="T3" fmla="*/ 28 h 24"/>
                <a:gd name="T4" fmla="*/ 30 w 23"/>
                <a:gd name="T5" fmla="*/ 57 h 24"/>
                <a:gd name="T6" fmla="*/ 57 w 23"/>
                <a:gd name="T7" fmla="*/ 41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24">
                  <a:moveTo>
                    <a:pt x="12" y="0"/>
                  </a:moveTo>
                  <a:cubicBezTo>
                    <a:pt x="5" y="0"/>
                    <a:pt x="0" y="5"/>
                    <a:pt x="0" y="12"/>
                  </a:cubicBezTo>
                  <a:cubicBezTo>
                    <a:pt x="0" y="19"/>
                    <a:pt x="5" y="24"/>
                    <a:pt x="12" y="24"/>
                  </a:cubicBezTo>
                  <a:cubicBezTo>
                    <a:pt x="17" y="24"/>
                    <a:pt x="21" y="21"/>
                    <a:pt x="23" y="17"/>
                  </a:cubicBezTo>
                </a:path>
              </a:pathLst>
            </a:custGeom>
            <a:noFill/>
            <a:ln w="4763" cap="rnd">
              <a:solidFill>
                <a:srgbClr val="D1AF9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463" name="Oval 654">
              <a:extLst>
                <a:ext uri="{FF2B5EF4-FFF2-40B4-BE49-F238E27FC236}">
                  <a16:creationId xmlns:a16="http://schemas.microsoft.com/office/drawing/2014/main" id="{EBA496AD-32EB-4F08-B561-64192F1302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84" y="1688"/>
              <a:ext cx="10" cy="10"/>
            </a:xfrm>
            <a:prstGeom prst="ellipse">
              <a:avLst/>
            </a:prstGeom>
            <a:noFill/>
            <a:ln w="4763" cap="rnd">
              <a:solidFill>
                <a:srgbClr val="D1AF9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464" name="Freeform 655">
              <a:extLst>
                <a:ext uri="{FF2B5EF4-FFF2-40B4-BE49-F238E27FC236}">
                  <a16:creationId xmlns:a16="http://schemas.microsoft.com/office/drawing/2014/main" id="{C88B82E8-E1DD-4029-9DCB-16C6326492C6}"/>
                </a:ext>
              </a:extLst>
            </p:cNvPr>
            <p:cNvSpPr>
              <a:spLocks/>
            </p:cNvSpPr>
            <p:nvPr/>
          </p:nvSpPr>
          <p:spPr bwMode="auto">
            <a:xfrm>
              <a:off x="853" y="1451"/>
              <a:ext cx="148" cy="15"/>
            </a:xfrm>
            <a:custGeom>
              <a:avLst/>
              <a:gdLst>
                <a:gd name="T0" fmla="*/ 273 w 109"/>
                <a:gd name="T1" fmla="*/ 1 h 11"/>
                <a:gd name="T2" fmla="*/ 247 w 109"/>
                <a:gd name="T3" fmla="*/ 5 h 11"/>
                <a:gd name="T4" fmla="*/ 220 w 109"/>
                <a:gd name="T5" fmla="*/ 5 h 11"/>
                <a:gd name="T6" fmla="*/ 124 w 109"/>
                <a:gd name="T7" fmla="*/ 20 h 11"/>
                <a:gd name="T8" fmla="*/ 91 w 109"/>
                <a:gd name="T9" fmla="*/ 26 h 11"/>
                <a:gd name="T10" fmla="*/ 0 w 109"/>
                <a:gd name="T11" fmla="*/ 26 h 11"/>
                <a:gd name="T12" fmla="*/ 0 w 109"/>
                <a:gd name="T13" fmla="*/ 26 h 11"/>
                <a:gd name="T14" fmla="*/ 0 w 109"/>
                <a:gd name="T15" fmla="*/ 26 h 11"/>
                <a:gd name="T16" fmla="*/ 0 w 109"/>
                <a:gd name="T17" fmla="*/ 26 h 11"/>
                <a:gd name="T18" fmla="*/ 91 w 109"/>
                <a:gd name="T19" fmla="*/ 20 h 11"/>
                <a:gd name="T20" fmla="*/ 124 w 109"/>
                <a:gd name="T21" fmla="*/ 15 h 11"/>
                <a:gd name="T22" fmla="*/ 220 w 109"/>
                <a:gd name="T23" fmla="*/ 0 h 11"/>
                <a:gd name="T24" fmla="*/ 247 w 109"/>
                <a:gd name="T25" fmla="*/ 0 h 11"/>
                <a:gd name="T26" fmla="*/ 273 w 109"/>
                <a:gd name="T27" fmla="*/ 1 h 1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09" h="11">
                  <a:moveTo>
                    <a:pt x="109" y="1"/>
                  </a:moveTo>
                  <a:cubicBezTo>
                    <a:pt x="99" y="2"/>
                    <a:pt x="99" y="2"/>
                    <a:pt x="99" y="2"/>
                  </a:cubicBezTo>
                  <a:cubicBezTo>
                    <a:pt x="94" y="3"/>
                    <a:pt x="88" y="2"/>
                    <a:pt x="88" y="2"/>
                  </a:cubicBezTo>
                  <a:cubicBezTo>
                    <a:pt x="75" y="4"/>
                    <a:pt x="61" y="6"/>
                    <a:pt x="49" y="8"/>
                  </a:cubicBezTo>
                  <a:cubicBezTo>
                    <a:pt x="36" y="10"/>
                    <a:pt x="36" y="10"/>
                    <a:pt x="36" y="10"/>
                  </a:cubicBezTo>
                  <a:cubicBezTo>
                    <a:pt x="24" y="11"/>
                    <a:pt x="8" y="10"/>
                    <a:pt x="0" y="10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8" y="10"/>
                    <a:pt x="24" y="9"/>
                    <a:pt x="36" y="8"/>
                  </a:cubicBezTo>
                  <a:cubicBezTo>
                    <a:pt x="49" y="6"/>
                    <a:pt x="49" y="6"/>
                    <a:pt x="49" y="6"/>
                  </a:cubicBezTo>
                  <a:cubicBezTo>
                    <a:pt x="60" y="4"/>
                    <a:pt x="75" y="2"/>
                    <a:pt x="88" y="0"/>
                  </a:cubicBezTo>
                  <a:cubicBezTo>
                    <a:pt x="88" y="0"/>
                    <a:pt x="94" y="1"/>
                    <a:pt x="99" y="0"/>
                  </a:cubicBezTo>
                  <a:cubicBezTo>
                    <a:pt x="99" y="0"/>
                    <a:pt x="109" y="1"/>
                    <a:pt x="109" y="1"/>
                  </a:cubicBezTo>
                  <a:close/>
                </a:path>
              </a:pathLst>
            </a:custGeom>
            <a:solidFill>
              <a:srgbClr val="CDA8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465" name="Freeform 656">
              <a:extLst>
                <a:ext uri="{FF2B5EF4-FFF2-40B4-BE49-F238E27FC236}">
                  <a16:creationId xmlns:a16="http://schemas.microsoft.com/office/drawing/2014/main" id="{E5C5BE35-1A7C-469A-8CA5-9A6D88880CB6}"/>
                </a:ext>
              </a:extLst>
            </p:cNvPr>
            <p:cNvSpPr>
              <a:spLocks/>
            </p:cNvSpPr>
            <p:nvPr/>
          </p:nvSpPr>
          <p:spPr bwMode="auto">
            <a:xfrm>
              <a:off x="841" y="1125"/>
              <a:ext cx="49" cy="19"/>
            </a:xfrm>
            <a:custGeom>
              <a:avLst/>
              <a:gdLst>
                <a:gd name="T0" fmla="*/ 0 w 36"/>
                <a:gd name="T1" fmla="*/ 10 h 14"/>
                <a:gd name="T2" fmla="*/ 91 w 36"/>
                <a:gd name="T3" fmla="*/ 35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" h="14">
                  <a:moveTo>
                    <a:pt x="0" y="4"/>
                  </a:moveTo>
                  <a:cubicBezTo>
                    <a:pt x="12" y="0"/>
                    <a:pt x="29" y="0"/>
                    <a:pt x="36" y="14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466" name="Freeform 657">
              <a:extLst>
                <a:ext uri="{FF2B5EF4-FFF2-40B4-BE49-F238E27FC236}">
                  <a16:creationId xmlns:a16="http://schemas.microsoft.com/office/drawing/2014/main" id="{F9F1127A-1B72-4EAE-B07C-5AB7ABAE1FFA}"/>
                </a:ext>
              </a:extLst>
            </p:cNvPr>
            <p:cNvSpPr>
              <a:spLocks/>
            </p:cNvSpPr>
            <p:nvPr/>
          </p:nvSpPr>
          <p:spPr bwMode="auto">
            <a:xfrm>
              <a:off x="822" y="1150"/>
              <a:ext cx="59" cy="25"/>
            </a:xfrm>
            <a:custGeom>
              <a:avLst/>
              <a:gdLst>
                <a:gd name="T0" fmla="*/ 106 w 44"/>
                <a:gd name="T1" fmla="*/ 26 h 18"/>
                <a:gd name="T2" fmla="*/ 62 w 44"/>
                <a:gd name="T3" fmla="*/ 1 h 18"/>
                <a:gd name="T4" fmla="*/ 12 w 44"/>
                <a:gd name="T5" fmla="*/ 26 h 18"/>
                <a:gd name="T6" fmla="*/ 15 w 44"/>
                <a:gd name="T7" fmla="*/ 40 h 18"/>
                <a:gd name="T8" fmla="*/ 51 w 44"/>
                <a:gd name="T9" fmla="*/ 46 h 18"/>
                <a:gd name="T10" fmla="*/ 106 w 44"/>
                <a:gd name="T11" fmla="*/ 26 h 1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4" h="18">
                  <a:moveTo>
                    <a:pt x="44" y="10"/>
                  </a:moveTo>
                  <a:cubicBezTo>
                    <a:pt x="39" y="6"/>
                    <a:pt x="37" y="2"/>
                    <a:pt x="25" y="1"/>
                  </a:cubicBezTo>
                  <a:cubicBezTo>
                    <a:pt x="13" y="0"/>
                    <a:pt x="8" y="9"/>
                    <a:pt x="5" y="10"/>
                  </a:cubicBezTo>
                  <a:cubicBezTo>
                    <a:pt x="0" y="11"/>
                    <a:pt x="3" y="14"/>
                    <a:pt x="6" y="15"/>
                  </a:cubicBezTo>
                  <a:cubicBezTo>
                    <a:pt x="9" y="16"/>
                    <a:pt x="17" y="15"/>
                    <a:pt x="21" y="17"/>
                  </a:cubicBezTo>
                  <a:cubicBezTo>
                    <a:pt x="25" y="18"/>
                    <a:pt x="36" y="15"/>
                    <a:pt x="44" y="10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467" name="Oval 658">
              <a:extLst>
                <a:ext uri="{FF2B5EF4-FFF2-40B4-BE49-F238E27FC236}">
                  <a16:creationId xmlns:a16="http://schemas.microsoft.com/office/drawing/2014/main" id="{AA2BEF7C-8F76-42C8-9434-695CFC81B5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3" y="1160"/>
              <a:ext cx="7" cy="5"/>
            </a:xfrm>
            <a:prstGeom prst="ellipse">
              <a:avLst/>
            </a:prstGeom>
            <a:solidFill>
              <a:srgbClr val="333333"/>
            </a:solidFill>
            <a:ln w="4763" cap="rnd">
              <a:solidFill>
                <a:srgbClr val="333333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468" name="Freeform 659">
              <a:extLst>
                <a:ext uri="{FF2B5EF4-FFF2-40B4-BE49-F238E27FC236}">
                  <a16:creationId xmlns:a16="http://schemas.microsoft.com/office/drawing/2014/main" id="{54AD63CA-B350-4754-8B06-F45A55B47D6F}"/>
                </a:ext>
              </a:extLst>
            </p:cNvPr>
            <p:cNvSpPr>
              <a:spLocks/>
            </p:cNvSpPr>
            <p:nvPr/>
          </p:nvSpPr>
          <p:spPr bwMode="auto">
            <a:xfrm>
              <a:off x="873" y="3750"/>
              <a:ext cx="33" cy="18"/>
            </a:xfrm>
            <a:custGeom>
              <a:avLst/>
              <a:gdLst>
                <a:gd name="T0" fmla="*/ 62 w 24"/>
                <a:gd name="T1" fmla="*/ 21 h 13"/>
                <a:gd name="T2" fmla="*/ 11 w 24"/>
                <a:gd name="T3" fmla="*/ 26 h 13"/>
                <a:gd name="T4" fmla="*/ 1 w 24"/>
                <a:gd name="T5" fmla="*/ 11 h 13"/>
                <a:gd name="T6" fmla="*/ 50 w 24"/>
                <a:gd name="T7" fmla="*/ 1 h 13"/>
                <a:gd name="T8" fmla="*/ 62 w 24"/>
                <a:gd name="T9" fmla="*/ 21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3">
                  <a:moveTo>
                    <a:pt x="24" y="8"/>
                  </a:moveTo>
                  <a:cubicBezTo>
                    <a:pt x="21" y="6"/>
                    <a:pt x="7" y="8"/>
                    <a:pt x="4" y="10"/>
                  </a:cubicBezTo>
                  <a:cubicBezTo>
                    <a:pt x="1" y="13"/>
                    <a:pt x="0" y="6"/>
                    <a:pt x="1" y="4"/>
                  </a:cubicBezTo>
                  <a:cubicBezTo>
                    <a:pt x="5" y="0"/>
                    <a:pt x="14" y="0"/>
                    <a:pt x="19" y="1"/>
                  </a:cubicBezTo>
                  <a:cubicBezTo>
                    <a:pt x="23" y="2"/>
                    <a:pt x="24" y="8"/>
                    <a:pt x="24" y="8"/>
                  </a:cubicBezTo>
                  <a:close/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469" name="Freeform 660">
              <a:extLst>
                <a:ext uri="{FF2B5EF4-FFF2-40B4-BE49-F238E27FC236}">
                  <a16:creationId xmlns:a16="http://schemas.microsoft.com/office/drawing/2014/main" id="{D6A096CB-6D04-4E41-AA3C-3D9FBEA11BCA}"/>
                </a:ext>
              </a:extLst>
            </p:cNvPr>
            <p:cNvSpPr>
              <a:spLocks/>
            </p:cNvSpPr>
            <p:nvPr/>
          </p:nvSpPr>
          <p:spPr bwMode="auto">
            <a:xfrm>
              <a:off x="895" y="3731"/>
              <a:ext cx="26" cy="50"/>
            </a:xfrm>
            <a:custGeom>
              <a:avLst/>
              <a:gdLst>
                <a:gd name="T0" fmla="*/ 0 w 19"/>
                <a:gd name="T1" fmla="*/ 0 h 37"/>
                <a:gd name="T2" fmla="*/ 40 w 19"/>
                <a:gd name="T3" fmla="*/ 49 h 37"/>
                <a:gd name="T4" fmla="*/ 41 w 19"/>
                <a:gd name="T5" fmla="*/ 92 h 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37">
                  <a:moveTo>
                    <a:pt x="0" y="0"/>
                  </a:moveTo>
                  <a:cubicBezTo>
                    <a:pt x="2" y="7"/>
                    <a:pt x="11" y="12"/>
                    <a:pt x="15" y="20"/>
                  </a:cubicBezTo>
                  <a:cubicBezTo>
                    <a:pt x="17" y="26"/>
                    <a:pt x="19" y="33"/>
                    <a:pt x="16" y="37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470" name="Freeform 661">
              <a:extLst>
                <a:ext uri="{FF2B5EF4-FFF2-40B4-BE49-F238E27FC236}">
                  <a16:creationId xmlns:a16="http://schemas.microsoft.com/office/drawing/2014/main" id="{2F35E70F-9AD3-45A0-BC8D-87AA095C18FB}"/>
                </a:ext>
              </a:extLst>
            </p:cNvPr>
            <p:cNvSpPr>
              <a:spLocks/>
            </p:cNvSpPr>
            <p:nvPr/>
          </p:nvSpPr>
          <p:spPr bwMode="auto">
            <a:xfrm>
              <a:off x="934" y="3722"/>
              <a:ext cx="31" cy="61"/>
            </a:xfrm>
            <a:custGeom>
              <a:avLst/>
              <a:gdLst>
                <a:gd name="T0" fmla="*/ 0 w 23"/>
                <a:gd name="T1" fmla="*/ 0 h 45"/>
                <a:gd name="T2" fmla="*/ 22 w 23"/>
                <a:gd name="T3" fmla="*/ 30 h 45"/>
                <a:gd name="T4" fmla="*/ 40 w 23"/>
                <a:gd name="T5" fmla="*/ 64 h 45"/>
                <a:gd name="T6" fmla="*/ 40 w 23"/>
                <a:gd name="T7" fmla="*/ 113 h 4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45">
                  <a:moveTo>
                    <a:pt x="0" y="0"/>
                  </a:moveTo>
                  <a:cubicBezTo>
                    <a:pt x="6" y="3"/>
                    <a:pt x="7" y="5"/>
                    <a:pt x="9" y="12"/>
                  </a:cubicBezTo>
                  <a:cubicBezTo>
                    <a:pt x="10" y="19"/>
                    <a:pt x="14" y="22"/>
                    <a:pt x="16" y="26"/>
                  </a:cubicBezTo>
                  <a:cubicBezTo>
                    <a:pt x="19" y="30"/>
                    <a:pt x="23" y="39"/>
                    <a:pt x="16" y="45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471" name="Freeform 662">
              <a:extLst>
                <a:ext uri="{FF2B5EF4-FFF2-40B4-BE49-F238E27FC236}">
                  <a16:creationId xmlns:a16="http://schemas.microsoft.com/office/drawing/2014/main" id="{75CB0300-2F38-4FE2-9EEF-7C8C109073E3}"/>
                </a:ext>
              </a:extLst>
            </p:cNvPr>
            <p:cNvSpPr>
              <a:spLocks/>
            </p:cNvSpPr>
            <p:nvPr/>
          </p:nvSpPr>
          <p:spPr bwMode="auto">
            <a:xfrm>
              <a:off x="956" y="3717"/>
              <a:ext cx="37" cy="54"/>
            </a:xfrm>
            <a:custGeom>
              <a:avLst/>
              <a:gdLst>
                <a:gd name="T0" fmla="*/ 0 w 27"/>
                <a:gd name="T1" fmla="*/ 0 h 40"/>
                <a:gd name="T2" fmla="*/ 41 w 27"/>
                <a:gd name="T3" fmla="*/ 36 h 40"/>
                <a:gd name="T4" fmla="*/ 62 w 27"/>
                <a:gd name="T5" fmla="*/ 74 h 40"/>
                <a:gd name="T6" fmla="*/ 70 w 27"/>
                <a:gd name="T7" fmla="*/ 99 h 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40">
                  <a:moveTo>
                    <a:pt x="0" y="0"/>
                  </a:moveTo>
                  <a:cubicBezTo>
                    <a:pt x="6" y="3"/>
                    <a:pt x="14" y="9"/>
                    <a:pt x="16" y="15"/>
                  </a:cubicBezTo>
                  <a:cubicBezTo>
                    <a:pt x="19" y="21"/>
                    <a:pt x="21" y="24"/>
                    <a:pt x="24" y="30"/>
                  </a:cubicBezTo>
                  <a:cubicBezTo>
                    <a:pt x="26" y="33"/>
                    <a:pt x="27" y="37"/>
                    <a:pt x="27" y="40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472" name="Freeform 663">
              <a:extLst>
                <a:ext uri="{FF2B5EF4-FFF2-40B4-BE49-F238E27FC236}">
                  <a16:creationId xmlns:a16="http://schemas.microsoft.com/office/drawing/2014/main" id="{AEEB328E-30EC-4BC7-B8F4-224415B77F8B}"/>
                </a:ext>
              </a:extLst>
            </p:cNvPr>
            <p:cNvSpPr>
              <a:spLocks/>
            </p:cNvSpPr>
            <p:nvPr/>
          </p:nvSpPr>
          <p:spPr bwMode="auto">
            <a:xfrm>
              <a:off x="971" y="3710"/>
              <a:ext cx="42" cy="47"/>
            </a:xfrm>
            <a:custGeom>
              <a:avLst/>
              <a:gdLst>
                <a:gd name="T0" fmla="*/ 0 w 31"/>
                <a:gd name="T1" fmla="*/ 0 h 35"/>
                <a:gd name="T2" fmla="*/ 41 w 31"/>
                <a:gd name="T3" fmla="*/ 27 h 35"/>
                <a:gd name="T4" fmla="*/ 76 w 31"/>
                <a:gd name="T5" fmla="*/ 68 h 35"/>
                <a:gd name="T6" fmla="*/ 77 w 31"/>
                <a:gd name="T7" fmla="*/ 85 h 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35">
                  <a:moveTo>
                    <a:pt x="0" y="0"/>
                  </a:moveTo>
                  <a:cubicBezTo>
                    <a:pt x="7" y="2"/>
                    <a:pt x="12" y="6"/>
                    <a:pt x="16" y="11"/>
                  </a:cubicBezTo>
                  <a:cubicBezTo>
                    <a:pt x="20" y="15"/>
                    <a:pt x="27" y="19"/>
                    <a:pt x="30" y="28"/>
                  </a:cubicBezTo>
                  <a:cubicBezTo>
                    <a:pt x="30" y="30"/>
                    <a:pt x="31" y="33"/>
                    <a:pt x="31" y="35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473" name="Freeform 664">
              <a:extLst>
                <a:ext uri="{FF2B5EF4-FFF2-40B4-BE49-F238E27FC236}">
                  <a16:creationId xmlns:a16="http://schemas.microsoft.com/office/drawing/2014/main" id="{5E151A16-8A9E-40D7-882F-2010FB153F88}"/>
                </a:ext>
              </a:extLst>
            </p:cNvPr>
            <p:cNvSpPr>
              <a:spLocks/>
            </p:cNvSpPr>
            <p:nvPr/>
          </p:nvSpPr>
          <p:spPr bwMode="auto">
            <a:xfrm>
              <a:off x="927" y="3764"/>
              <a:ext cx="22" cy="13"/>
            </a:xfrm>
            <a:custGeom>
              <a:avLst/>
              <a:gdLst>
                <a:gd name="T0" fmla="*/ 41 w 16"/>
                <a:gd name="T1" fmla="*/ 21 h 10"/>
                <a:gd name="T2" fmla="*/ 1 w 16"/>
                <a:gd name="T3" fmla="*/ 17 h 10"/>
                <a:gd name="T4" fmla="*/ 21 w 16"/>
                <a:gd name="T5" fmla="*/ 0 h 10"/>
                <a:gd name="T6" fmla="*/ 41 w 16"/>
                <a:gd name="T7" fmla="*/ 21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10">
                  <a:moveTo>
                    <a:pt x="16" y="9"/>
                  </a:moveTo>
                  <a:cubicBezTo>
                    <a:pt x="11" y="10"/>
                    <a:pt x="3" y="9"/>
                    <a:pt x="1" y="8"/>
                  </a:cubicBezTo>
                  <a:cubicBezTo>
                    <a:pt x="0" y="7"/>
                    <a:pt x="0" y="0"/>
                    <a:pt x="8" y="0"/>
                  </a:cubicBezTo>
                  <a:cubicBezTo>
                    <a:pt x="15" y="0"/>
                    <a:pt x="16" y="8"/>
                    <a:pt x="16" y="9"/>
                  </a:cubicBezTo>
                  <a:close/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474" name="Freeform 665">
              <a:extLst>
                <a:ext uri="{FF2B5EF4-FFF2-40B4-BE49-F238E27FC236}">
                  <a16:creationId xmlns:a16="http://schemas.microsoft.com/office/drawing/2014/main" id="{1893D598-E863-471A-812C-FF5126AEA605}"/>
                </a:ext>
              </a:extLst>
            </p:cNvPr>
            <p:cNvSpPr>
              <a:spLocks/>
            </p:cNvSpPr>
            <p:nvPr/>
          </p:nvSpPr>
          <p:spPr bwMode="auto">
            <a:xfrm>
              <a:off x="967" y="3757"/>
              <a:ext cx="20" cy="11"/>
            </a:xfrm>
            <a:custGeom>
              <a:avLst/>
              <a:gdLst>
                <a:gd name="T0" fmla="*/ 36 w 15"/>
                <a:gd name="T1" fmla="*/ 15 h 8"/>
                <a:gd name="T2" fmla="*/ 1 w 15"/>
                <a:gd name="T3" fmla="*/ 19 h 8"/>
                <a:gd name="T4" fmla="*/ 21 w 15"/>
                <a:gd name="T5" fmla="*/ 0 h 8"/>
                <a:gd name="T6" fmla="*/ 36 w 15"/>
                <a:gd name="T7" fmla="*/ 15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8">
                  <a:moveTo>
                    <a:pt x="15" y="6"/>
                  </a:moveTo>
                  <a:cubicBezTo>
                    <a:pt x="10" y="7"/>
                    <a:pt x="3" y="8"/>
                    <a:pt x="1" y="7"/>
                  </a:cubicBezTo>
                  <a:cubicBezTo>
                    <a:pt x="0" y="7"/>
                    <a:pt x="2" y="0"/>
                    <a:pt x="9" y="0"/>
                  </a:cubicBezTo>
                  <a:cubicBezTo>
                    <a:pt x="14" y="0"/>
                    <a:pt x="15" y="5"/>
                    <a:pt x="15" y="6"/>
                  </a:cubicBezTo>
                  <a:close/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475" name="Freeform 666">
              <a:extLst>
                <a:ext uri="{FF2B5EF4-FFF2-40B4-BE49-F238E27FC236}">
                  <a16:creationId xmlns:a16="http://schemas.microsoft.com/office/drawing/2014/main" id="{42599935-099E-4E41-8FFA-007B0D2E862A}"/>
                </a:ext>
              </a:extLst>
            </p:cNvPr>
            <p:cNvSpPr>
              <a:spLocks/>
            </p:cNvSpPr>
            <p:nvPr/>
          </p:nvSpPr>
          <p:spPr bwMode="auto">
            <a:xfrm>
              <a:off x="990" y="3752"/>
              <a:ext cx="20" cy="9"/>
            </a:xfrm>
            <a:custGeom>
              <a:avLst/>
              <a:gdLst>
                <a:gd name="T0" fmla="*/ 36 w 15"/>
                <a:gd name="T1" fmla="*/ 13 h 7"/>
                <a:gd name="T2" fmla="*/ 5 w 15"/>
                <a:gd name="T3" fmla="*/ 13 h 7"/>
                <a:gd name="T4" fmla="*/ 21 w 15"/>
                <a:gd name="T5" fmla="*/ 0 h 7"/>
                <a:gd name="T6" fmla="*/ 36 w 15"/>
                <a:gd name="T7" fmla="*/ 13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7">
                  <a:moveTo>
                    <a:pt x="15" y="6"/>
                  </a:moveTo>
                  <a:cubicBezTo>
                    <a:pt x="10" y="5"/>
                    <a:pt x="3" y="7"/>
                    <a:pt x="2" y="6"/>
                  </a:cubicBezTo>
                  <a:cubicBezTo>
                    <a:pt x="0" y="5"/>
                    <a:pt x="1" y="0"/>
                    <a:pt x="9" y="0"/>
                  </a:cubicBezTo>
                  <a:cubicBezTo>
                    <a:pt x="13" y="0"/>
                    <a:pt x="15" y="5"/>
                    <a:pt x="15" y="6"/>
                  </a:cubicBezTo>
                  <a:close/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476" name="Freeform 667">
              <a:extLst>
                <a:ext uri="{FF2B5EF4-FFF2-40B4-BE49-F238E27FC236}">
                  <a16:creationId xmlns:a16="http://schemas.microsoft.com/office/drawing/2014/main" id="{C48B870E-7AD9-4EB9-9D3B-7131A323C9F6}"/>
                </a:ext>
              </a:extLst>
            </p:cNvPr>
            <p:cNvSpPr>
              <a:spLocks/>
            </p:cNvSpPr>
            <p:nvPr/>
          </p:nvSpPr>
          <p:spPr bwMode="auto">
            <a:xfrm>
              <a:off x="843" y="3757"/>
              <a:ext cx="7" cy="19"/>
            </a:xfrm>
            <a:custGeom>
              <a:avLst/>
              <a:gdLst>
                <a:gd name="T0" fmla="*/ 11 w 5"/>
                <a:gd name="T1" fmla="*/ 0 h 14"/>
                <a:gd name="T2" fmla="*/ 14 w 5"/>
                <a:gd name="T3" fmla="*/ 35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4">
                  <a:moveTo>
                    <a:pt x="4" y="0"/>
                  </a:moveTo>
                  <a:cubicBezTo>
                    <a:pt x="3" y="6"/>
                    <a:pt x="0" y="7"/>
                    <a:pt x="5" y="14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477" name="Freeform 668">
              <a:extLst>
                <a:ext uri="{FF2B5EF4-FFF2-40B4-BE49-F238E27FC236}">
                  <a16:creationId xmlns:a16="http://schemas.microsoft.com/office/drawing/2014/main" id="{FE056FB4-8F9D-4799-A383-1CEBFC90C6BC}"/>
                </a:ext>
              </a:extLst>
            </p:cNvPr>
            <p:cNvSpPr>
              <a:spLocks/>
            </p:cNvSpPr>
            <p:nvPr/>
          </p:nvSpPr>
          <p:spPr bwMode="auto">
            <a:xfrm>
              <a:off x="833" y="3605"/>
              <a:ext cx="2" cy="20"/>
            </a:xfrm>
            <a:custGeom>
              <a:avLst/>
              <a:gdLst>
                <a:gd name="T0" fmla="*/ 0 w 2"/>
                <a:gd name="T1" fmla="*/ 0 h 15"/>
                <a:gd name="T2" fmla="*/ 2 w 2"/>
                <a:gd name="T3" fmla="*/ 36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5">
                  <a:moveTo>
                    <a:pt x="0" y="0"/>
                  </a:moveTo>
                  <a:cubicBezTo>
                    <a:pt x="0" y="4"/>
                    <a:pt x="2" y="15"/>
                    <a:pt x="2" y="15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478" name="Freeform 669">
              <a:extLst>
                <a:ext uri="{FF2B5EF4-FFF2-40B4-BE49-F238E27FC236}">
                  <a16:creationId xmlns:a16="http://schemas.microsoft.com/office/drawing/2014/main" id="{138EE506-8C9E-41FB-A537-8DE983A34F35}"/>
                </a:ext>
              </a:extLst>
            </p:cNvPr>
            <p:cNvSpPr>
              <a:spLocks/>
            </p:cNvSpPr>
            <p:nvPr/>
          </p:nvSpPr>
          <p:spPr bwMode="auto">
            <a:xfrm>
              <a:off x="868" y="1761"/>
              <a:ext cx="172" cy="27"/>
            </a:xfrm>
            <a:custGeom>
              <a:avLst/>
              <a:gdLst>
                <a:gd name="T0" fmla="*/ 316 w 127"/>
                <a:gd name="T1" fmla="*/ 0 h 20"/>
                <a:gd name="T2" fmla="*/ 72 w 127"/>
                <a:gd name="T3" fmla="*/ 15 h 20"/>
                <a:gd name="T4" fmla="*/ 0 w 127"/>
                <a:gd name="T5" fmla="*/ 0 h 20"/>
                <a:gd name="T6" fmla="*/ 0 w 127"/>
                <a:gd name="T7" fmla="*/ 0 h 20"/>
                <a:gd name="T8" fmla="*/ 72 w 127"/>
                <a:gd name="T9" fmla="*/ 9 h 20"/>
                <a:gd name="T10" fmla="*/ 316 w 127"/>
                <a:gd name="T11" fmla="*/ 0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7" h="20">
                  <a:moveTo>
                    <a:pt x="127" y="0"/>
                  </a:moveTo>
                  <a:cubicBezTo>
                    <a:pt x="101" y="20"/>
                    <a:pt x="63" y="13"/>
                    <a:pt x="29" y="6"/>
                  </a:cubicBezTo>
                  <a:cubicBezTo>
                    <a:pt x="18" y="4"/>
                    <a:pt x="8" y="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8" y="1"/>
                    <a:pt x="19" y="2"/>
                    <a:pt x="29" y="4"/>
                  </a:cubicBezTo>
                  <a:cubicBezTo>
                    <a:pt x="63" y="11"/>
                    <a:pt x="102" y="19"/>
                    <a:pt x="127" y="0"/>
                  </a:cubicBezTo>
                  <a:close/>
                </a:path>
              </a:pathLst>
            </a:custGeom>
            <a:solidFill>
              <a:srgbClr val="AE7A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479" name="Freeform 670">
              <a:extLst>
                <a:ext uri="{FF2B5EF4-FFF2-40B4-BE49-F238E27FC236}">
                  <a16:creationId xmlns:a16="http://schemas.microsoft.com/office/drawing/2014/main" id="{8237D107-6569-40C6-A578-BD8CBF922402}"/>
                </a:ext>
              </a:extLst>
            </p:cNvPr>
            <p:cNvSpPr>
              <a:spLocks/>
            </p:cNvSpPr>
            <p:nvPr/>
          </p:nvSpPr>
          <p:spPr bwMode="auto">
            <a:xfrm>
              <a:off x="828" y="1141"/>
              <a:ext cx="56" cy="16"/>
            </a:xfrm>
            <a:custGeom>
              <a:avLst/>
              <a:gdLst>
                <a:gd name="T0" fmla="*/ 0 w 41"/>
                <a:gd name="T1" fmla="*/ 28 h 12"/>
                <a:gd name="T2" fmla="*/ 104 w 41"/>
                <a:gd name="T3" fmla="*/ 27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1" h="12">
                  <a:moveTo>
                    <a:pt x="0" y="12"/>
                  </a:moveTo>
                  <a:cubicBezTo>
                    <a:pt x="9" y="2"/>
                    <a:pt x="29" y="0"/>
                    <a:pt x="41" y="11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480" name="Oval 671">
              <a:extLst>
                <a:ext uri="{FF2B5EF4-FFF2-40B4-BE49-F238E27FC236}">
                  <a16:creationId xmlns:a16="http://schemas.microsoft.com/office/drawing/2014/main" id="{4578D7FE-B19A-4CCF-9A8B-5114F2650F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49" y="1157"/>
              <a:ext cx="7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481" name="Freeform 672">
              <a:extLst>
                <a:ext uri="{FF2B5EF4-FFF2-40B4-BE49-F238E27FC236}">
                  <a16:creationId xmlns:a16="http://schemas.microsoft.com/office/drawing/2014/main" id="{A8BCCFD5-8B22-44C6-9B74-4F5393567DFF}"/>
                </a:ext>
              </a:extLst>
            </p:cNvPr>
            <p:cNvSpPr>
              <a:spLocks/>
            </p:cNvSpPr>
            <p:nvPr/>
          </p:nvSpPr>
          <p:spPr bwMode="auto">
            <a:xfrm>
              <a:off x="786" y="2158"/>
              <a:ext cx="41" cy="17"/>
            </a:xfrm>
            <a:custGeom>
              <a:avLst/>
              <a:gdLst>
                <a:gd name="T0" fmla="*/ 0 w 30"/>
                <a:gd name="T1" fmla="*/ 21 h 13"/>
                <a:gd name="T2" fmla="*/ 62 w 30"/>
                <a:gd name="T3" fmla="*/ 29 h 13"/>
                <a:gd name="T4" fmla="*/ 0 w 30"/>
                <a:gd name="T5" fmla="*/ 17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13">
                  <a:moveTo>
                    <a:pt x="0" y="9"/>
                  </a:moveTo>
                  <a:cubicBezTo>
                    <a:pt x="7" y="5"/>
                    <a:pt x="20" y="7"/>
                    <a:pt x="24" y="13"/>
                  </a:cubicBezTo>
                  <a:cubicBezTo>
                    <a:pt x="30" y="8"/>
                    <a:pt x="5" y="0"/>
                    <a:pt x="0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482" name="Freeform 673">
              <a:extLst>
                <a:ext uri="{FF2B5EF4-FFF2-40B4-BE49-F238E27FC236}">
                  <a16:creationId xmlns:a16="http://schemas.microsoft.com/office/drawing/2014/main" id="{A831F92E-72FD-41A3-AA78-57D0374DC2D6}"/>
                </a:ext>
              </a:extLst>
            </p:cNvPr>
            <p:cNvSpPr>
              <a:spLocks/>
            </p:cNvSpPr>
            <p:nvPr/>
          </p:nvSpPr>
          <p:spPr bwMode="auto">
            <a:xfrm>
              <a:off x="753" y="1258"/>
              <a:ext cx="50" cy="3"/>
            </a:xfrm>
            <a:custGeom>
              <a:avLst/>
              <a:gdLst>
                <a:gd name="T0" fmla="*/ 92 w 37"/>
                <a:gd name="T1" fmla="*/ 8 h 2"/>
                <a:gd name="T2" fmla="*/ 86 w 37"/>
                <a:gd name="T3" fmla="*/ 8 h 2"/>
                <a:gd name="T4" fmla="*/ 57 w 37"/>
                <a:gd name="T5" fmla="*/ 8 h 2"/>
                <a:gd name="T6" fmla="*/ 43 w 37"/>
                <a:gd name="T7" fmla="*/ 8 h 2"/>
                <a:gd name="T8" fmla="*/ 0 w 37"/>
                <a:gd name="T9" fmla="*/ 8 h 2"/>
                <a:gd name="T10" fmla="*/ 0 w 37"/>
                <a:gd name="T11" fmla="*/ 8 h 2"/>
                <a:gd name="T12" fmla="*/ 43 w 37"/>
                <a:gd name="T13" fmla="*/ 5 h 2"/>
                <a:gd name="T14" fmla="*/ 57 w 37"/>
                <a:gd name="T15" fmla="*/ 0 h 2"/>
                <a:gd name="T16" fmla="*/ 86 w 37"/>
                <a:gd name="T17" fmla="*/ 5 h 2"/>
                <a:gd name="T18" fmla="*/ 92 w 37"/>
                <a:gd name="T19" fmla="*/ 5 h 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7" h="2">
                  <a:moveTo>
                    <a:pt x="37" y="2"/>
                  </a:moveTo>
                  <a:cubicBezTo>
                    <a:pt x="35" y="2"/>
                    <a:pt x="35" y="2"/>
                    <a:pt x="35" y="2"/>
                  </a:cubicBezTo>
                  <a:cubicBezTo>
                    <a:pt x="32" y="2"/>
                    <a:pt x="27" y="1"/>
                    <a:pt x="23" y="2"/>
                  </a:cubicBezTo>
                  <a:cubicBezTo>
                    <a:pt x="22" y="2"/>
                    <a:pt x="20" y="2"/>
                    <a:pt x="18" y="2"/>
                  </a:cubicBezTo>
                  <a:cubicBezTo>
                    <a:pt x="12" y="2"/>
                    <a:pt x="3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3" y="2"/>
                    <a:pt x="12" y="1"/>
                    <a:pt x="18" y="1"/>
                  </a:cubicBezTo>
                  <a:cubicBezTo>
                    <a:pt x="20" y="1"/>
                    <a:pt x="21" y="1"/>
                    <a:pt x="23" y="0"/>
                  </a:cubicBezTo>
                  <a:cubicBezTo>
                    <a:pt x="27" y="0"/>
                    <a:pt x="32" y="0"/>
                    <a:pt x="35" y="1"/>
                  </a:cubicBezTo>
                  <a:cubicBezTo>
                    <a:pt x="37" y="1"/>
                    <a:pt x="37" y="1"/>
                    <a:pt x="37" y="1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483" name="Freeform 674">
              <a:extLst>
                <a:ext uri="{FF2B5EF4-FFF2-40B4-BE49-F238E27FC236}">
                  <a16:creationId xmlns:a16="http://schemas.microsoft.com/office/drawing/2014/main" id="{F2EAEFC6-8848-48FB-935F-649101671AF5}"/>
                </a:ext>
              </a:extLst>
            </p:cNvPr>
            <p:cNvSpPr>
              <a:spLocks/>
            </p:cNvSpPr>
            <p:nvPr/>
          </p:nvSpPr>
          <p:spPr bwMode="auto">
            <a:xfrm>
              <a:off x="803" y="1258"/>
              <a:ext cx="49" cy="3"/>
            </a:xfrm>
            <a:custGeom>
              <a:avLst/>
              <a:gdLst>
                <a:gd name="T0" fmla="*/ 0 w 36"/>
                <a:gd name="T1" fmla="*/ 5 h 2"/>
                <a:gd name="T2" fmla="*/ 5 w 36"/>
                <a:gd name="T3" fmla="*/ 5 h 2"/>
                <a:gd name="T4" fmla="*/ 37 w 36"/>
                <a:gd name="T5" fmla="*/ 0 h 2"/>
                <a:gd name="T6" fmla="*/ 48 w 36"/>
                <a:gd name="T7" fmla="*/ 5 h 2"/>
                <a:gd name="T8" fmla="*/ 91 w 36"/>
                <a:gd name="T9" fmla="*/ 8 h 2"/>
                <a:gd name="T10" fmla="*/ 91 w 36"/>
                <a:gd name="T11" fmla="*/ 8 h 2"/>
                <a:gd name="T12" fmla="*/ 91 w 36"/>
                <a:gd name="T13" fmla="*/ 8 h 2"/>
                <a:gd name="T14" fmla="*/ 48 w 36"/>
                <a:gd name="T15" fmla="*/ 8 h 2"/>
                <a:gd name="T16" fmla="*/ 35 w 36"/>
                <a:gd name="T17" fmla="*/ 8 h 2"/>
                <a:gd name="T18" fmla="*/ 7 w 36"/>
                <a:gd name="T19" fmla="*/ 8 h 2"/>
                <a:gd name="T20" fmla="*/ 0 w 36"/>
                <a:gd name="T21" fmla="*/ 8 h 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6" h="2">
                  <a:moveTo>
                    <a:pt x="0" y="1"/>
                  </a:moveTo>
                  <a:cubicBezTo>
                    <a:pt x="2" y="1"/>
                    <a:pt x="2" y="1"/>
                    <a:pt x="2" y="1"/>
                  </a:cubicBezTo>
                  <a:cubicBezTo>
                    <a:pt x="5" y="0"/>
                    <a:pt x="11" y="0"/>
                    <a:pt x="15" y="0"/>
                  </a:cubicBezTo>
                  <a:cubicBezTo>
                    <a:pt x="16" y="1"/>
                    <a:pt x="17" y="1"/>
                    <a:pt x="19" y="1"/>
                  </a:cubicBezTo>
                  <a:cubicBezTo>
                    <a:pt x="25" y="1"/>
                    <a:pt x="34" y="2"/>
                    <a:pt x="36" y="2"/>
                  </a:cubicBezTo>
                  <a:cubicBezTo>
                    <a:pt x="36" y="2"/>
                    <a:pt x="36" y="2"/>
                    <a:pt x="36" y="2"/>
                  </a:cubicBezTo>
                  <a:cubicBezTo>
                    <a:pt x="36" y="2"/>
                    <a:pt x="36" y="2"/>
                    <a:pt x="36" y="2"/>
                  </a:cubicBezTo>
                  <a:cubicBezTo>
                    <a:pt x="34" y="2"/>
                    <a:pt x="25" y="2"/>
                    <a:pt x="19" y="2"/>
                  </a:cubicBezTo>
                  <a:cubicBezTo>
                    <a:pt x="17" y="2"/>
                    <a:pt x="16" y="2"/>
                    <a:pt x="14" y="2"/>
                  </a:cubicBezTo>
                  <a:cubicBezTo>
                    <a:pt x="10" y="1"/>
                    <a:pt x="6" y="2"/>
                    <a:pt x="3" y="2"/>
                  </a:cubicBezTo>
                  <a:cubicBezTo>
                    <a:pt x="0" y="2"/>
                    <a:pt x="0" y="2"/>
                    <a:pt x="0" y="2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484" name="Freeform 675">
              <a:extLst>
                <a:ext uri="{FF2B5EF4-FFF2-40B4-BE49-F238E27FC236}">
                  <a16:creationId xmlns:a16="http://schemas.microsoft.com/office/drawing/2014/main" id="{8F3B50EF-5605-4ED2-A206-4D6841781F8F}"/>
                </a:ext>
              </a:extLst>
            </p:cNvPr>
            <p:cNvSpPr>
              <a:spLocks/>
            </p:cNvSpPr>
            <p:nvPr/>
          </p:nvSpPr>
          <p:spPr bwMode="auto">
            <a:xfrm>
              <a:off x="746" y="2464"/>
              <a:ext cx="107" cy="67"/>
            </a:xfrm>
            <a:custGeom>
              <a:avLst/>
              <a:gdLst>
                <a:gd name="T0" fmla="*/ 183 w 79"/>
                <a:gd name="T1" fmla="*/ 0 h 50"/>
                <a:gd name="T2" fmla="*/ 171 w 79"/>
                <a:gd name="T3" fmla="*/ 91 h 50"/>
                <a:gd name="T4" fmla="*/ 98 w 79"/>
                <a:gd name="T5" fmla="*/ 118 h 50"/>
                <a:gd name="T6" fmla="*/ 22 w 79"/>
                <a:gd name="T7" fmla="*/ 86 h 50"/>
                <a:gd name="T8" fmla="*/ 9 w 79"/>
                <a:gd name="T9" fmla="*/ 0 h 50"/>
                <a:gd name="T10" fmla="*/ 7 w 79"/>
                <a:gd name="T11" fmla="*/ 0 h 50"/>
                <a:gd name="T12" fmla="*/ 20 w 79"/>
                <a:gd name="T13" fmla="*/ 90 h 50"/>
                <a:gd name="T14" fmla="*/ 98 w 79"/>
                <a:gd name="T15" fmla="*/ 121 h 50"/>
                <a:gd name="T16" fmla="*/ 175 w 79"/>
                <a:gd name="T17" fmla="*/ 94 h 50"/>
                <a:gd name="T18" fmla="*/ 187 w 79"/>
                <a:gd name="T19" fmla="*/ 0 h 50"/>
                <a:gd name="T20" fmla="*/ 183 w 79"/>
                <a:gd name="T21" fmla="*/ 0 h 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9" h="50">
                  <a:moveTo>
                    <a:pt x="74" y="0"/>
                  </a:moveTo>
                  <a:cubicBezTo>
                    <a:pt x="76" y="12"/>
                    <a:pt x="77" y="28"/>
                    <a:pt x="69" y="38"/>
                  </a:cubicBezTo>
                  <a:cubicBezTo>
                    <a:pt x="63" y="45"/>
                    <a:pt x="53" y="49"/>
                    <a:pt x="39" y="49"/>
                  </a:cubicBezTo>
                  <a:cubicBezTo>
                    <a:pt x="25" y="49"/>
                    <a:pt x="14" y="45"/>
                    <a:pt x="9" y="36"/>
                  </a:cubicBezTo>
                  <a:cubicBezTo>
                    <a:pt x="1" y="25"/>
                    <a:pt x="3" y="10"/>
                    <a:pt x="4" y="0"/>
                  </a:cubicBezTo>
                  <a:cubicBezTo>
                    <a:pt x="4" y="0"/>
                    <a:pt x="4" y="0"/>
                    <a:pt x="3" y="0"/>
                  </a:cubicBezTo>
                  <a:cubicBezTo>
                    <a:pt x="1" y="10"/>
                    <a:pt x="0" y="25"/>
                    <a:pt x="8" y="37"/>
                  </a:cubicBezTo>
                  <a:cubicBezTo>
                    <a:pt x="14" y="46"/>
                    <a:pt x="25" y="50"/>
                    <a:pt x="39" y="50"/>
                  </a:cubicBezTo>
                  <a:cubicBezTo>
                    <a:pt x="54" y="50"/>
                    <a:pt x="64" y="46"/>
                    <a:pt x="70" y="39"/>
                  </a:cubicBezTo>
                  <a:cubicBezTo>
                    <a:pt x="79" y="28"/>
                    <a:pt x="77" y="12"/>
                    <a:pt x="75" y="0"/>
                  </a:cubicBezTo>
                  <a:cubicBezTo>
                    <a:pt x="75" y="0"/>
                    <a:pt x="74" y="0"/>
                    <a:pt x="74" y="0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485" name="Freeform 676">
              <a:extLst>
                <a:ext uri="{FF2B5EF4-FFF2-40B4-BE49-F238E27FC236}">
                  <a16:creationId xmlns:a16="http://schemas.microsoft.com/office/drawing/2014/main" id="{5BB6EDE4-E014-4E22-849A-7CEB7F18ADA4}"/>
                </a:ext>
              </a:extLst>
            </p:cNvPr>
            <p:cNvSpPr>
              <a:spLocks/>
            </p:cNvSpPr>
            <p:nvPr/>
          </p:nvSpPr>
          <p:spPr bwMode="auto">
            <a:xfrm>
              <a:off x="777" y="2466"/>
              <a:ext cx="45" cy="58"/>
            </a:xfrm>
            <a:custGeom>
              <a:avLst/>
              <a:gdLst>
                <a:gd name="T0" fmla="*/ 82 w 33"/>
                <a:gd name="T1" fmla="*/ 0 h 43"/>
                <a:gd name="T2" fmla="*/ 76 w 33"/>
                <a:gd name="T3" fmla="*/ 0 h 43"/>
                <a:gd name="T4" fmla="*/ 75 w 33"/>
                <a:gd name="T5" fmla="*/ 42 h 43"/>
                <a:gd name="T6" fmla="*/ 75 w 33"/>
                <a:gd name="T7" fmla="*/ 43 h 43"/>
                <a:gd name="T8" fmla="*/ 75 w 33"/>
                <a:gd name="T9" fmla="*/ 43 h 43"/>
                <a:gd name="T10" fmla="*/ 82 w 33"/>
                <a:gd name="T11" fmla="*/ 69 h 43"/>
                <a:gd name="T12" fmla="*/ 42 w 33"/>
                <a:gd name="T13" fmla="*/ 100 h 43"/>
                <a:gd name="T14" fmla="*/ 41 w 33"/>
                <a:gd name="T15" fmla="*/ 100 h 43"/>
                <a:gd name="T16" fmla="*/ 1 w 33"/>
                <a:gd name="T17" fmla="*/ 69 h 43"/>
                <a:gd name="T18" fmla="*/ 10 w 33"/>
                <a:gd name="T19" fmla="*/ 43 h 43"/>
                <a:gd name="T20" fmla="*/ 10 w 33"/>
                <a:gd name="T21" fmla="*/ 42 h 43"/>
                <a:gd name="T22" fmla="*/ 7 w 33"/>
                <a:gd name="T23" fmla="*/ 0 h 43"/>
                <a:gd name="T24" fmla="*/ 5 w 33"/>
                <a:gd name="T25" fmla="*/ 0 h 43"/>
                <a:gd name="T26" fmla="*/ 7 w 33"/>
                <a:gd name="T27" fmla="*/ 42 h 43"/>
                <a:gd name="T28" fmla="*/ 0 w 33"/>
                <a:gd name="T29" fmla="*/ 63 h 43"/>
                <a:gd name="T30" fmla="*/ 0 w 33"/>
                <a:gd name="T31" fmla="*/ 69 h 43"/>
                <a:gd name="T32" fmla="*/ 41 w 33"/>
                <a:gd name="T33" fmla="*/ 105 h 43"/>
                <a:gd name="T34" fmla="*/ 42 w 33"/>
                <a:gd name="T35" fmla="*/ 105 h 43"/>
                <a:gd name="T36" fmla="*/ 83 w 33"/>
                <a:gd name="T37" fmla="*/ 71 h 43"/>
                <a:gd name="T38" fmla="*/ 83 w 33"/>
                <a:gd name="T39" fmla="*/ 66 h 43"/>
                <a:gd name="T40" fmla="*/ 76 w 33"/>
                <a:gd name="T41" fmla="*/ 42 h 43"/>
                <a:gd name="T42" fmla="*/ 82 w 33"/>
                <a:gd name="T43" fmla="*/ 0 h 43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33" h="43">
                  <a:moveTo>
                    <a:pt x="32" y="0"/>
                  </a:moveTo>
                  <a:cubicBezTo>
                    <a:pt x="31" y="0"/>
                    <a:pt x="31" y="0"/>
                    <a:pt x="30" y="0"/>
                  </a:cubicBezTo>
                  <a:cubicBezTo>
                    <a:pt x="30" y="8"/>
                    <a:pt x="29" y="16"/>
                    <a:pt x="29" y="17"/>
                  </a:cubicBezTo>
                  <a:cubicBezTo>
                    <a:pt x="29" y="18"/>
                    <a:pt x="29" y="18"/>
                    <a:pt x="29" y="18"/>
                  </a:cubicBezTo>
                  <a:cubicBezTo>
                    <a:pt x="29" y="18"/>
                    <a:pt x="29" y="18"/>
                    <a:pt x="29" y="18"/>
                  </a:cubicBezTo>
                  <a:cubicBezTo>
                    <a:pt x="31" y="22"/>
                    <a:pt x="33" y="25"/>
                    <a:pt x="32" y="28"/>
                  </a:cubicBezTo>
                  <a:cubicBezTo>
                    <a:pt x="31" y="32"/>
                    <a:pt x="26" y="41"/>
                    <a:pt x="17" y="41"/>
                  </a:cubicBezTo>
                  <a:cubicBezTo>
                    <a:pt x="16" y="41"/>
                    <a:pt x="16" y="41"/>
                    <a:pt x="16" y="41"/>
                  </a:cubicBezTo>
                  <a:cubicBezTo>
                    <a:pt x="8" y="41"/>
                    <a:pt x="2" y="32"/>
                    <a:pt x="1" y="28"/>
                  </a:cubicBezTo>
                  <a:cubicBezTo>
                    <a:pt x="0" y="25"/>
                    <a:pt x="2" y="21"/>
                    <a:pt x="4" y="18"/>
                  </a:cubicBezTo>
                  <a:cubicBezTo>
                    <a:pt x="4" y="17"/>
                    <a:pt x="4" y="17"/>
                    <a:pt x="4" y="17"/>
                  </a:cubicBezTo>
                  <a:cubicBezTo>
                    <a:pt x="4" y="15"/>
                    <a:pt x="4" y="8"/>
                    <a:pt x="3" y="0"/>
                  </a:cubicBezTo>
                  <a:cubicBezTo>
                    <a:pt x="3" y="0"/>
                    <a:pt x="3" y="0"/>
                    <a:pt x="2" y="0"/>
                  </a:cubicBezTo>
                  <a:cubicBezTo>
                    <a:pt x="2" y="7"/>
                    <a:pt x="3" y="15"/>
                    <a:pt x="3" y="17"/>
                  </a:cubicBezTo>
                  <a:cubicBezTo>
                    <a:pt x="1" y="21"/>
                    <a:pt x="0" y="24"/>
                    <a:pt x="0" y="26"/>
                  </a:cubicBezTo>
                  <a:cubicBezTo>
                    <a:pt x="0" y="27"/>
                    <a:pt x="0" y="28"/>
                    <a:pt x="0" y="28"/>
                  </a:cubicBezTo>
                  <a:cubicBezTo>
                    <a:pt x="1" y="33"/>
                    <a:pt x="7" y="42"/>
                    <a:pt x="16" y="43"/>
                  </a:cubicBezTo>
                  <a:cubicBezTo>
                    <a:pt x="17" y="43"/>
                    <a:pt x="17" y="43"/>
                    <a:pt x="17" y="43"/>
                  </a:cubicBezTo>
                  <a:cubicBezTo>
                    <a:pt x="27" y="42"/>
                    <a:pt x="31" y="34"/>
                    <a:pt x="33" y="29"/>
                  </a:cubicBezTo>
                  <a:cubicBezTo>
                    <a:pt x="33" y="28"/>
                    <a:pt x="33" y="27"/>
                    <a:pt x="33" y="27"/>
                  </a:cubicBezTo>
                  <a:cubicBezTo>
                    <a:pt x="33" y="24"/>
                    <a:pt x="32" y="21"/>
                    <a:pt x="30" y="17"/>
                  </a:cubicBezTo>
                  <a:cubicBezTo>
                    <a:pt x="31" y="15"/>
                    <a:pt x="31" y="7"/>
                    <a:pt x="32" y="0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486" name="Freeform 677">
              <a:extLst>
                <a:ext uri="{FF2B5EF4-FFF2-40B4-BE49-F238E27FC236}">
                  <a16:creationId xmlns:a16="http://schemas.microsoft.com/office/drawing/2014/main" id="{A7854EC3-6705-4549-A602-3DE8C58F5257}"/>
                </a:ext>
              </a:extLst>
            </p:cNvPr>
            <p:cNvSpPr>
              <a:spLocks/>
            </p:cNvSpPr>
            <p:nvPr/>
          </p:nvSpPr>
          <p:spPr bwMode="auto">
            <a:xfrm>
              <a:off x="807" y="2485"/>
              <a:ext cx="11" cy="6"/>
            </a:xfrm>
            <a:custGeom>
              <a:avLst/>
              <a:gdLst>
                <a:gd name="T0" fmla="*/ 0 w 8"/>
                <a:gd name="T1" fmla="*/ 0 h 4"/>
                <a:gd name="T2" fmla="*/ 19 w 8"/>
                <a:gd name="T3" fmla="*/ 14 h 4"/>
                <a:gd name="T4" fmla="*/ 21 w 8"/>
                <a:gd name="T5" fmla="*/ 12 h 4"/>
                <a:gd name="T6" fmla="*/ 0 w 8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4">
                  <a:moveTo>
                    <a:pt x="0" y="0"/>
                  </a:moveTo>
                  <a:cubicBezTo>
                    <a:pt x="2" y="0"/>
                    <a:pt x="6" y="3"/>
                    <a:pt x="7" y="4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6" y="1"/>
                    <a:pt x="1" y="0"/>
                    <a:pt x="0" y="0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487" name="Freeform 678">
              <a:extLst>
                <a:ext uri="{FF2B5EF4-FFF2-40B4-BE49-F238E27FC236}">
                  <a16:creationId xmlns:a16="http://schemas.microsoft.com/office/drawing/2014/main" id="{5FA18162-3707-488B-9E26-539360FA87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" y="2305"/>
              <a:ext cx="16" cy="67"/>
            </a:xfrm>
            <a:custGeom>
              <a:avLst/>
              <a:gdLst>
                <a:gd name="T0" fmla="*/ 0 w 12"/>
                <a:gd name="T1" fmla="*/ 0 h 50"/>
                <a:gd name="T2" fmla="*/ 7 w 12"/>
                <a:gd name="T3" fmla="*/ 27 h 50"/>
                <a:gd name="T4" fmla="*/ 9 w 12"/>
                <a:gd name="T5" fmla="*/ 58 h 50"/>
                <a:gd name="T6" fmla="*/ 16 w 12"/>
                <a:gd name="T7" fmla="*/ 99 h 50"/>
                <a:gd name="T8" fmla="*/ 28 w 12"/>
                <a:gd name="T9" fmla="*/ 121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50">
                  <a:moveTo>
                    <a:pt x="0" y="0"/>
                  </a:moveTo>
                  <a:cubicBezTo>
                    <a:pt x="0" y="4"/>
                    <a:pt x="2" y="6"/>
                    <a:pt x="3" y="11"/>
                  </a:cubicBezTo>
                  <a:cubicBezTo>
                    <a:pt x="3" y="16"/>
                    <a:pt x="3" y="22"/>
                    <a:pt x="4" y="24"/>
                  </a:cubicBezTo>
                  <a:cubicBezTo>
                    <a:pt x="5" y="27"/>
                    <a:pt x="7" y="38"/>
                    <a:pt x="7" y="41"/>
                  </a:cubicBezTo>
                  <a:cubicBezTo>
                    <a:pt x="8" y="44"/>
                    <a:pt x="9" y="48"/>
                    <a:pt x="12" y="50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488" name="Freeform 679">
              <a:extLst>
                <a:ext uri="{FF2B5EF4-FFF2-40B4-BE49-F238E27FC236}">
                  <a16:creationId xmlns:a16="http://schemas.microsoft.com/office/drawing/2014/main" id="{72CADBBA-18FE-45C1-BC0E-1F28390759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" y="2298"/>
              <a:ext cx="20" cy="55"/>
            </a:xfrm>
            <a:custGeom>
              <a:avLst/>
              <a:gdLst>
                <a:gd name="T0" fmla="*/ 0 w 15"/>
                <a:gd name="T1" fmla="*/ 0 h 41"/>
                <a:gd name="T2" fmla="*/ 15 w 15"/>
                <a:gd name="T3" fmla="*/ 31 h 41"/>
                <a:gd name="T4" fmla="*/ 28 w 15"/>
                <a:gd name="T5" fmla="*/ 79 h 41"/>
                <a:gd name="T6" fmla="*/ 36 w 15"/>
                <a:gd name="T7" fmla="*/ 99 h 4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41">
                  <a:moveTo>
                    <a:pt x="0" y="0"/>
                  </a:moveTo>
                  <a:cubicBezTo>
                    <a:pt x="1" y="5"/>
                    <a:pt x="4" y="10"/>
                    <a:pt x="6" y="13"/>
                  </a:cubicBezTo>
                  <a:cubicBezTo>
                    <a:pt x="8" y="17"/>
                    <a:pt x="12" y="31"/>
                    <a:pt x="12" y="33"/>
                  </a:cubicBezTo>
                  <a:cubicBezTo>
                    <a:pt x="13" y="35"/>
                    <a:pt x="15" y="41"/>
                    <a:pt x="15" y="41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489" name="Freeform 680">
              <a:extLst>
                <a:ext uri="{FF2B5EF4-FFF2-40B4-BE49-F238E27FC236}">
                  <a16:creationId xmlns:a16="http://schemas.microsoft.com/office/drawing/2014/main" id="{061BAE2B-EBF0-4BF3-BC1A-8A9AFFA73D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" y="2311"/>
              <a:ext cx="7" cy="19"/>
            </a:xfrm>
            <a:custGeom>
              <a:avLst/>
              <a:gdLst>
                <a:gd name="T0" fmla="*/ 0 w 5"/>
                <a:gd name="T1" fmla="*/ 0 h 14"/>
                <a:gd name="T2" fmla="*/ 14 w 5"/>
                <a:gd name="T3" fmla="*/ 35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4">
                  <a:moveTo>
                    <a:pt x="0" y="0"/>
                  </a:moveTo>
                  <a:cubicBezTo>
                    <a:pt x="2" y="3"/>
                    <a:pt x="5" y="14"/>
                    <a:pt x="5" y="14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490" name="Freeform 681">
              <a:extLst>
                <a:ext uri="{FF2B5EF4-FFF2-40B4-BE49-F238E27FC236}">
                  <a16:creationId xmlns:a16="http://schemas.microsoft.com/office/drawing/2014/main" id="{CA4A172A-8C5E-4932-863D-01A685E2A62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" y="2341"/>
              <a:ext cx="28" cy="43"/>
            </a:xfrm>
            <a:custGeom>
              <a:avLst/>
              <a:gdLst>
                <a:gd name="T0" fmla="*/ 1 w 21"/>
                <a:gd name="T1" fmla="*/ 0 h 32"/>
                <a:gd name="T2" fmla="*/ 1 w 21"/>
                <a:gd name="T3" fmla="*/ 31 h 32"/>
                <a:gd name="T4" fmla="*/ 21 w 21"/>
                <a:gd name="T5" fmla="*/ 56 h 32"/>
                <a:gd name="T6" fmla="*/ 49 w 21"/>
                <a:gd name="T7" fmla="*/ 78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32">
                  <a:moveTo>
                    <a:pt x="1" y="0"/>
                  </a:moveTo>
                  <a:cubicBezTo>
                    <a:pt x="2" y="6"/>
                    <a:pt x="0" y="11"/>
                    <a:pt x="1" y="13"/>
                  </a:cubicBezTo>
                  <a:cubicBezTo>
                    <a:pt x="4" y="15"/>
                    <a:pt x="9" y="21"/>
                    <a:pt x="9" y="23"/>
                  </a:cubicBezTo>
                  <a:cubicBezTo>
                    <a:pt x="13" y="24"/>
                    <a:pt x="18" y="29"/>
                    <a:pt x="21" y="32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491" name="Freeform 682">
              <a:extLst>
                <a:ext uri="{FF2B5EF4-FFF2-40B4-BE49-F238E27FC236}">
                  <a16:creationId xmlns:a16="http://schemas.microsoft.com/office/drawing/2014/main" id="{350C057A-8A2D-427F-B628-88CB77920B7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" y="2360"/>
              <a:ext cx="11" cy="3"/>
            </a:xfrm>
            <a:custGeom>
              <a:avLst/>
              <a:gdLst>
                <a:gd name="T0" fmla="*/ 0 w 8"/>
                <a:gd name="T1" fmla="*/ 0 h 2"/>
                <a:gd name="T2" fmla="*/ 21 w 8"/>
                <a:gd name="T3" fmla="*/ 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">
                  <a:moveTo>
                    <a:pt x="0" y="0"/>
                  </a:moveTo>
                  <a:cubicBezTo>
                    <a:pt x="3" y="0"/>
                    <a:pt x="8" y="2"/>
                    <a:pt x="8" y="2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492" name="Freeform 683">
              <a:extLst>
                <a:ext uri="{FF2B5EF4-FFF2-40B4-BE49-F238E27FC236}">
                  <a16:creationId xmlns:a16="http://schemas.microsoft.com/office/drawing/2014/main" id="{67054E8E-32AF-479D-A934-7FDB33BE0D4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" y="2328"/>
              <a:ext cx="17" cy="20"/>
            </a:xfrm>
            <a:custGeom>
              <a:avLst/>
              <a:gdLst>
                <a:gd name="T0" fmla="*/ 29 w 13"/>
                <a:gd name="T1" fmla="*/ 20 h 15"/>
                <a:gd name="T2" fmla="*/ 22 w 13"/>
                <a:gd name="T3" fmla="*/ 0 h 15"/>
                <a:gd name="T4" fmla="*/ 12 w 13"/>
                <a:gd name="T5" fmla="*/ 1 h 15"/>
                <a:gd name="T6" fmla="*/ 1 w 13"/>
                <a:gd name="T7" fmla="*/ 21 h 15"/>
                <a:gd name="T8" fmla="*/ 5 w 13"/>
                <a:gd name="T9" fmla="*/ 36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5">
                  <a:moveTo>
                    <a:pt x="13" y="8"/>
                  </a:moveTo>
                  <a:cubicBezTo>
                    <a:pt x="12" y="4"/>
                    <a:pt x="10" y="0"/>
                    <a:pt x="10" y="0"/>
                  </a:cubicBezTo>
                  <a:cubicBezTo>
                    <a:pt x="10" y="0"/>
                    <a:pt x="7" y="0"/>
                    <a:pt x="5" y="1"/>
                  </a:cubicBezTo>
                  <a:cubicBezTo>
                    <a:pt x="3" y="2"/>
                    <a:pt x="1" y="5"/>
                    <a:pt x="1" y="9"/>
                  </a:cubicBezTo>
                  <a:cubicBezTo>
                    <a:pt x="0" y="12"/>
                    <a:pt x="2" y="15"/>
                    <a:pt x="2" y="15"/>
                  </a:cubicBezTo>
                </a:path>
              </a:pathLst>
            </a:custGeom>
            <a:noFill/>
            <a:ln w="4763" cap="rnd">
              <a:solidFill>
                <a:srgbClr val="C9A29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493" name="Freeform 684">
              <a:extLst>
                <a:ext uri="{FF2B5EF4-FFF2-40B4-BE49-F238E27FC236}">
                  <a16:creationId xmlns:a16="http://schemas.microsoft.com/office/drawing/2014/main" id="{A7ECAEC6-511E-4458-9B0B-5155EADCE60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" y="2344"/>
              <a:ext cx="10" cy="4"/>
            </a:xfrm>
            <a:custGeom>
              <a:avLst/>
              <a:gdLst>
                <a:gd name="T0" fmla="*/ 0 w 7"/>
                <a:gd name="T1" fmla="*/ 5 h 3"/>
                <a:gd name="T2" fmla="*/ 20 w 7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3">
                  <a:moveTo>
                    <a:pt x="0" y="2"/>
                  </a:moveTo>
                  <a:cubicBezTo>
                    <a:pt x="4" y="3"/>
                    <a:pt x="5" y="2"/>
                    <a:pt x="7" y="0"/>
                  </a:cubicBezTo>
                </a:path>
              </a:pathLst>
            </a:custGeom>
            <a:noFill/>
            <a:ln w="4763" cap="rnd">
              <a:solidFill>
                <a:srgbClr val="C9A29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494" name="Freeform 685">
              <a:extLst>
                <a:ext uri="{FF2B5EF4-FFF2-40B4-BE49-F238E27FC236}">
                  <a16:creationId xmlns:a16="http://schemas.microsoft.com/office/drawing/2014/main" id="{CA078CBD-5B3C-43FE-9E0C-296F8AAADC7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" y="2334"/>
              <a:ext cx="8" cy="4"/>
            </a:xfrm>
            <a:custGeom>
              <a:avLst/>
              <a:gdLst>
                <a:gd name="T0" fmla="*/ 0 w 6"/>
                <a:gd name="T1" fmla="*/ 0 h 3"/>
                <a:gd name="T2" fmla="*/ 15 w 6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">
                  <a:moveTo>
                    <a:pt x="0" y="0"/>
                  </a:moveTo>
                  <a:cubicBezTo>
                    <a:pt x="3" y="3"/>
                    <a:pt x="5" y="1"/>
                    <a:pt x="6" y="0"/>
                  </a:cubicBezTo>
                </a:path>
              </a:pathLst>
            </a:custGeom>
            <a:noFill/>
            <a:ln w="4763" cap="rnd">
              <a:solidFill>
                <a:srgbClr val="C9A29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495" name="Freeform 686">
              <a:extLst>
                <a:ext uri="{FF2B5EF4-FFF2-40B4-BE49-F238E27FC236}">
                  <a16:creationId xmlns:a16="http://schemas.microsoft.com/office/drawing/2014/main" id="{8FCEC48E-7F05-456F-BA0C-8FDAECCA67B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" y="2306"/>
              <a:ext cx="11" cy="4"/>
            </a:xfrm>
            <a:custGeom>
              <a:avLst/>
              <a:gdLst>
                <a:gd name="T0" fmla="*/ 0 w 8"/>
                <a:gd name="T1" fmla="*/ 7 h 3"/>
                <a:gd name="T2" fmla="*/ 21 w 8"/>
                <a:gd name="T3" fmla="*/ 1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3">
                  <a:moveTo>
                    <a:pt x="0" y="3"/>
                  </a:moveTo>
                  <a:cubicBezTo>
                    <a:pt x="3" y="1"/>
                    <a:pt x="6" y="0"/>
                    <a:pt x="8" y="1"/>
                  </a:cubicBezTo>
                </a:path>
              </a:pathLst>
            </a:custGeom>
            <a:noFill/>
            <a:ln w="4763" cap="rnd">
              <a:solidFill>
                <a:srgbClr val="C9A29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496" name="Freeform 687">
              <a:extLst>
                <a:ext uri="{FF2B5EF4-FFF2-40B4-BE49-F238E27FC236}">
                  <a16:creationId xmlns:a16="http://schemas.microsoft.com/office/drawing/2014/main" id="{68771415-40B7-4778-B3C8-9DC1EB62C61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" y="2314"/>
              <a:ext cx="10" cy="3"/>
            </a:xfrm>
            <a:custGeom>
              <a:avLst/>
              <a:gdLst>
                <a:gd name="T0" fmla="*/ 0 w 7"/>
                <a:gd name="T1" fmla="*/ 0 h 2"/>
                <a:gd name="T2" fmla="*/ 20 w 7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">
                  <a:moveTo>
                    <a:pt x="0" y="0"/>
                  </a:moveTo>
                  <a:cubicBezTo>
                    <a:pt x="3" y="1"/>
                    <a:pt x="4" y="2"/>
                    <a:pt x="7" y="0"/>
                  </a:cubicBezTo>
                </a:path>
              </a:pathLst>
            </a:custGeom>
            <a:noFill/>
            <a:ln w="4763" cap="rnd">
              <a:solidFill>
                <a:srgbClr val="C9A29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497" name="Freeform 688">
              <a:extLst>
                <a:ext uri="{FF2B5EF4-FFF2-40B4-BE49-F238E27FC236}">
                  <a16:creationId xmlns:a16="http://schemas.microsoft.com/office/drawing/2014/main" id="{6A72E9DA-A321-44CD-8DBC-4235D507466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" y="2266"/>
              <a:ext cx="7" cy="25"/>
            </a:xfrm>
            <a:custGeom>
              <a:avLst/>
              <a:gdLst>
                <a:gd name="T0" fmla="*/ 14 w 5"/>
                <a:gd name="T1" fmla="*/ 0 h 19"/>
                <a:gd name="T2" fmla="*/ 8 w 5"/>
                <a:gd name="T3" fmla="*/ 18 h 19"/>
                <a:gd name="T4" fmla="*/ 6 w 5"/>
                <a:gd name="T5" fmla="*/ 34 h 19"/>
                <a:gd name="T6" fmla="*/ 0 w 5"/>
                <a:gd name="T7" fmla="*/ 43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19">
                  <a:moveTo>
                    <a:pt x="5" y="0"/>
                  </a:moveTo>
                  <a:cubicBezTo>
                    <a:pt x="5" y="3"/>
                    <a:pt x="5" y="5"/>
                    <a:pt x="3" y="8"/>
                  </a:cubicBezTo>
                  <a:cubicBezTo>
                    <a:pt x="1" y="11"/>
                    <a:pt x="3" y="13"/>
                    <a:pt x="2" y="15"/>
                  </a:cubicBezTo>
                  <a:cubicBezTo>
                    <a:pt x="1" y="16"/>
                    <a:pt x="0" y="19"/>
                    <a:pt x="0" y="19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498" name="Freeform 689">
              <a:extLst>
                <a:ext uri="{FF2B5EF4-FFF2-40B4-BE49-F238E27FC236}">
                  <a16:creationId xmlns:a16="http://schemas.microsoft.com/office/drawing/2014/main" id="{C0F7AD2C-7B6D-462B-AF1A-609FFBEFE9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" y="2360"/>
              <a:ext cx="8" cy="3"/>
            </a:xfrm>
            <a:custGeom>
              <a:avLst/>
              <a:gdLst>
                <a:gd name="T0" fmla="*/ 0 w 6"/>
                <a:gd name="T1" fmla="*/ 8 h 2"/>
                <a:gd name="T2" fmla="*/ 15 w 6"/>
                <a:gd name="T3" fmla="*/ 5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">
                  <a:moveTo>
                    <a:pt x="0" y="2"/>
                  </a:moveTo>
                  <a:cubicBezTo>
                    <a:pt x="2" y="0"/>
                    <a:pt x="4" y="1"/>
                    <a:pt x="6" y="1"/>
                  </a:cubicBezTo>
                </a:path>
              </a:pathLst>
            </a:custGeom>
            <a:noFill/>
            <a:ln w="4763" cap="rnd">
              <a:solidFill>
                <a:srgbClr val="C9A29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499" name="Freeform 690">
              <a:extLst>
                <a:ext uri="{FF2B5EF4-FFF2-40B4-BE49-F238E27FC236}">
                  <a16:creationId xmlns:a16="http://schemas.microsoft.com/office/drawing/2014/main" id="{91CF8744-8941-420D-96EA-DAF25B7D80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" y="2365"/>
              <a:ext cx="8" cy="6"/>
            </a:xfrm>
            <a:custGeom>
              <a:avLst/>
              <a:gdLst>
                <a:gd name="T0" fmla="*/ 0 w 6"/>
                <a:gd name="T1" fmla="*/ 14 h 4"/>
                <a:gd name="T2" fmla="*/ 15 w 6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4">
                  <a:moveTo>
                    <a:pt x="0" y="4"/>
                  </a:moveTo>
                  <a:cubicBezTo>
                    <a:pt x="0" y="4"/>
                    <a:pt x="5" y="1"/>
                    <a:pt x="6" y="0"/>
                  </a:cubicBezTo>
                </a:path>
              </a:pathLst>
            </a:custGeom>
            <a:noFill/>
            <a:ln w="4763" cap="rnd">
              <a:solidFill>
                <a:srgbClr val="C9A29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500" name="Freeform 691">
              <a:extLst>
                <a:ext uri="{FF2B5EF4-FFF2-40B4-BE49-F238E27FC236}">
                  <a16:creationId xmlns:a16="http://schemas.microsoft.com/office/drawing/2014/main" id="{81460CE7-F4E1-4ECE-A466-D27ABAA78E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1" y="2305"/>
              <a:ext cx="16" cy="67"/>
            </a:xfrm>
            <a:custGeom>
              <a:avLst/>
              <a:gdLst>
                <a:gd name="T0" fmla="*/ 28 w 12"/>
                <a:gd name="T1" fmla="*/ 0 h 50"/>
                <a:gd name="T2" fmla="*/ 21 w 12"/>
                <a:gd name="T3" fmla="*/ 27 h 50"/>
                <a:gd name="T4" fmla="*/ 20 w 12"/>
                <a:gd name="T5" fmla="*/ 58 h 50"/>
                <a:gd name="T6" fmla="*/ 12 w 12"/>
                <a:gd name="T7" fmla="*/ 99 h 50"/>
                <a:gd name="T8" fmla="*/ 0 w 12"/>
                <a:gd name="T9" fmla="*/ 121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50">
                  <a:moveTo>
                    <a:pt x="12" y="0"/>
                  </a:moveTo>
                  <a:cubicBezTo>
                    <a:pt x="12" y="4"/>
                    <a:pt x="9" y="6"/>
                    <a:pt x="9" y="11"/>
                  </a:cubicBezTo>
                  <a:cubicBezTo>
                    <a:pt x="9" y="16"/>
                    <a:pt x="8" y="22"/>
                    <a:pt x="8" y="24"/>
                  </a:cubicBezTo>
                  <a:cubicBezTo>
                    <a:pt x="7" y="27"/>
                    <a:pt x="5" y="38"/>
                    <a:pt x="5" y="41"/>
                  </a:cubicBezTo>
                  <a:cubicBezTo>
                    <a:pt x="4" y="44"/>
                    <a:pt x="3" y="48"/>
                    <a:pt x="0" y="50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501" name="Freeform 692">
              <a:extLst>
                <a:ext uri="{FF2B5EF4-FFF2-40B4-BE49-F238E27FC236}">
                  <a16:creationId xmlns:a16="http://schemas.microsoft.com/office/drawing/2014/main" id="{2A0CD313-BE70-4530-B0AC-245DD527F13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1" y="2298"/>
              <a:ext cx="21" cy="55"/>
            </a:xfrm>
            <a:custGeom>
              <a:avLst/>
              <a:gdLst>
                <a:gd name="T0" fmla="*/ 41 w 15"/>
                <a:gd name="T1" fmla="*/ 0 h 41"/>
                <a:gd name="T2" fmla="*/ 25 w 15"/>
                <a:gd name="T3" fmla="*/ 31 h 41"/>
                <a:gd name="T4" fmla="*/ 8 w 15"/>
                <a:gd name="T5" fmla="*/ 79 h 41"/>
                <a:gd name="T6" fmla="*/ 0 w 15"/>
                <a:gd name="T7" fmla="*/ 99 h 4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41">
                  <a:moveTo>
                    <a:pt x="15" y="0"/>
                  </a:moveTo>
                  <a:cubicBezTo>
                    <a:pt x="14" y="5"/>
                    <a:pt x="11" y="10"/>
                    <a:pt x="9" y="13"/>
                  </a:cubicBezTo>
                  <a:cubicBezTo>
                    <a:pt x="7" y="17"/>
                    <a:pt x="3" y="31"/>
                    <a:pt x="3" y="33"/>
                  </a:cubicBezTo>
                  <a:cubicBezTo>
                    <a:pt x="2" y="35"/>
                    <a:pt x="0" y="41"/>
                    <a:pt x="0" y="41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502" name="Freeform 693">
              <a:extLst>
                <a:ext uri="{FF2B5EF4-FFF2-40B4-BE49-F238E27FC236}">
                  <a16:creationId xmlns:a16="http://schemas.microsoft.com/office/drawing/2014/main" id="{162AEEA2-9442-473C-958E-1ED77C2A226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6" y="2311"/>
              <a:ext cx="7" cy="19"/>
            </a:xfrm>
            <a:custGeom>
              <a:avLst/>
              <a:gdLst>
                <a:gd name="T0" fmla="*/ 14 w 5"/>
                <a:gd name="T1" fmla="*/ 0 h 14"/>
                <a:gd name="T2" fmla="*/ 0 w 5"/>
                <a:gd name="T3" fmla="*/ 35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4">
                  <a:moveTo>
                    <a:pt x="5" y="0"/>
                  </a:moveTo>
                  <a:cubicBezTo>
                    <a:pt x="3" y="3"/>
                    <a:pt x="0" y="14"/>
                    <a:pt x="0" y="14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503" name="Freeform 694">
              <a:extLst>
                <a:ext uri="{FF2B5EF4-FFF2-40B4-BE49-F238E27FC236}">
                  <a16:creationId xmlns:a16="http://schemas.microsoft.com/office/drawing/2014/main" id="{CA3173D3-D7B5-4B92-B180-2E5170CFB4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2" y="2341"/>
              <a:ext cx="29" cy="43"/>
            </a:xfrm>
            <a:custGeom>
              <a:avLst/>
              <a:gdLst>
                <a:gd name="T0" fmla="*/ 54 w 21"/>
                <a:gd name="T1" fmla="*/ 0 h 32"/>
                <a:gd name="T2" fmla="*/ 54 w 21"/>
                <a:gd name="T3" fmla="*/ 31 h 32"/>
                <a:gd name="T4" fmla="*/ 32 w 21"/>
                <a:gd name="T5" fmla="*/ 56 h 32"/>
                <a:gd name="T6" fmla="*/ 0 w 21"/>
                <a:gd name="T7" fmla="*/ 78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32">
                  <a:moveTo>
                    <a:pt x="20" y="0"/>
                  </a:moveTo>
                  <a:cubicBezTo>
                    <a:pt x="18" y="6"/>
                    <a:pt x="21" y="11"/>
                    <a:pt x="20" y="13"/>
                  </a:cubicBezTo>
                  <a:cubicBezTo>
                    <a:pt x="16" y="15"/>
                    <a:pt x="12" y="21"/>
                    <a:pt x="12" y="23"/>
                  </a:cubicBezTo>
                  <a:cubicBezTo>
                    <a:pt x="8" y="24"/>
                    <a:pt x="2" y="29"/>
                    <a:pt x="0" y="32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504" name="Freeform 695">
              <a:extLst>
                <a:ext uri="{FF2B5EF4-FFF2-40B4-BE49-F238E27FC236}">
                  <a16:creationId xmlns:a16="http://schemas.microsoft.com/office/drawing/2014/main" id="{3D9674FE-48F1-4A98-94A4-50F6203ACB4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7" y="2360"/>
              <a:ext cx="11" cy="3"/>
            </a:xfrm>
            <a:custGeom>
              <a:avLst/>
              <a:gdLst>
                <a:gd name="T0" fmla="*/ 21 w 8"/>
                <a:gd name="T1" fmla="*/ 0 h 2"/>
                <a:gd name="T2" fmla="*/ 0 w 8"/>
                <a:gd name="T3" fmla="*/ 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">
                  <a:moveTo>
                    <a:pt x="8" y="0"/>
                  </a:moveTo>
                  <a:cubicBezTo>
                    <a:pt x="5" y="0"/>
                    <a:pt x="0" y="2"/>
                    <a:pt x="0" y="2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505" name="Freeform 696">
              <a:extLst>
                <a:ext uri="{FF2B5EF4-FFF2-40B4-BE49-F238E27FC236}">
                  <a16:creationId xmlns:a16="http://schemas.microsoft.com/office/drawing/2014/main" id="{D5D8F1C4-3D47-4ABB-A4B8-6CD4FEF5E1C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9" y="2328"/>
              <a:ext cx="18" cy="20"/>
            </a:xfrm>
            <a:custGeom>
              <a:avLst/>
              <a:gdLst>
                <a:gd name="T0" fmla="*/ 0 w 13"/>
                <a:gd name="T1" fmla="*/ 20 h 15"/>
                <a:gd name="T2" fmla="*/ 8 w 13"/>
                <a:gd name="T3" fmla="*/ 0 h 15"/>
                <a:gd name="T4" fmla="*/ 21 w 13"/>
                <a:gd name="T5" fmla="*/ 1 h 15"/>
                <a:gd name="T6" fmla="*/ 33 w 13"/>
                <a:gd name="T7" fmla="*/ 21 h 15"/>
                <a:gd name="T8" fmla="*/ 29 w 13"/>
                <a:gd name="T9" fmla="*/ 36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5">
                  <a:moveTo>
                    <a:pt x="0" y="8"/>
                  </a:moveTo>
                  <a:cubicBezTo>
                    <a:pt x="1" y="4"/>
                    <a:pt x="3" y="0"/>
                    <a:pt x="3" y="0"/>
                  </a:cubicBezTo>
                  <a:cubicBezTo>
                    <a:pt x="3" y="0"/>
                    <a:pt x="6" y="0"/>
                    <a:pt x="8" y="1"/>
                  </a:cubicBezTo>
                  <a:cubicBezTo>
                    <a:pt x="10" y="2"/>
                    <a:pt x="12" y="5"/>
                    <a:pt x="12" y="9"/>
                  </a:cubicBezTo>
                  <a:cubicBezTo>
                    <a:pt x="13" y="12"/>
                    <a:pt x="11" y="15"/>
                    <a:pt x="11" y="15"/>
                  </a:cubicBezTo>
                </a:path>
              </a:pathLst>
            </a:custGeom>
            <a:noFill/>
            <a:ln w="4763" cap="rnd">
              <a:solidFill>
                <a:srgbClr val="C9A29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506" name="Freeform 697">
              <a:extLst>
                <a:ext uri="{FF2B5EF4-FFF2-40B4-BE49-F238E27FC236}">
                  <a16:creationId xmlns:a16="http://schemas.microsoft.com/office/drawing/2014/main" id="{2F481045-1E10-4C66-BC07-E54CEA601F2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2" y="2344"/>
              <a:ext cx="8" cy="4"/>
            </a:xfrm>
            <a:custGeom>
              <a:avLst/>
              <a:gdLst>
                <a:gd name="T0" fmla="*/ 15 w 6"/>
                <a:gd name="T1" fmla="*/ 5 h 3"/>
                <a:gd name="T2" fmla="*/ 0 w 6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">
                  <a:moveTo>
                    <a:pt x="6" y="2"/>
                  </a:moveTo>
                  <a:cubicBezTo>
                    <a:pt x="3" y="3"/>
                    <a:pt x="2" y="2"/>
                    <a:pt x="0" y="0"/>
                  </a:cubicBezTo>
                </a:path>
              </a:pathLst>
            </a:custGeom>
            <a:noFill/>
            <a:ln w="4763" cap="rnd">
              <a:solidFill>
                <a:srgbClr val="C9A29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507" name="Freeform 698">
              <a:extLst>
                <a:ext uri="{FF2B5EF4-FFF2-40B4-BE49-F238E27FC236}">
                  <a16:creationId xmlns:a16="http://schemas.microsoft.com/office/drawing/2014/main" id="{0C5C9033-C388-495D-9605-BAABC345EB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5" y="2334"/>
              <a:ext cx="8" cy="4"/>
            </a:xfrm>
            <a:custGeom>
              <a:avLst/>
              <a:gdLst>
                <a:gd name="T0" fmla="*/ 15 w 6"/>
                <a:gd name="T1" fmla="*/ 0 h 3"/>
                <a:gd name="T2" fmla="*/ 0 w 6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">
                  <a:moveTo>
                    <a:pt x="6" y="0"/>
                  </a:moveTo>
                  <a:cubicBezTo>
                    <a:pt x="3" y="3"/>
                    <a:pt x="1" y="1"/>
                    <a:pt x="0" y="0"/>
                  </a:cubicBezTo>
                </a:path>
              </a:pathLst>
            </a:custGeom>
            <a:noFill/>
            <a:ln w="4763" cap="rnd">
              <a:solidFill>
                <a:srgbClr val="C9A29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508" name="Freeform 699">
              <a:extLst>
                <a:ext uri="{FF2B5EF4-FFF2-40B4-BE49-F238E27FC236}">
                  <a16:creationId xmlns:a16="http://schemas.microsoft.com/office/drawing/2014/main" id="{E2A53812-10FC-48FC-A1F5-8EE1E128FE0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9" y="2306"/>
              <a:ext cx="10" cy="4"/>
            </a:xfrm>
            <a:custGeom>
              <a:avLst/>
              <a:gdLst>
                <a:gd name="T0" fmla="*/ 16 w 8"/>
                <a:gd name="T1" fmla="*/ 7 h 3"/>
                <a:gd name="T2" fmla="*/ 0 w 8"/>
                <a:gd name="T3" fmla="*/ 1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3">
                  <a:moveTo>
                    <a:pt x="8" y="3"/>
                  </a:moveTo>
                  <a:cubicBezTo>
                    <a:pt x="5" y="1"/>
                    <a:pt x="2" y="0"/>
                    <a:pt x="0" y="1"/>
                  </a:cubicBezTo>
                </a:path>
              </a:pathLst>
            </a:custGeom>
            <a:noFill/>
            <a:ln w="4763" cap="rnd">
              <a:solidFill>
                <a:srgbClr val="C9A29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509" name="Freeform 700">
              <a:extLst>
                <a:ext uri="{FF2B5EF4-FFF2-40B4-BE49-F238E27FC236}">
                  <a16:creationId xmlns:a16="http://schemas.microsoft.com/office/drawing/2014/main" id="{6CBFCDB2-774E-4786-AF0D-AC3D1BF0F3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9" y="2314"/>
              <a:ext cx="9" cy="3"/>
            </a:xfrm>
            <a:custGeom>
              <a:avLst/>
              <a:gdLst>
                <a:gd name="T0" fmla="*/ 15 w 7"/>
                <a:gd name="T1" fmla="*/ 0 h 2"/>
                <a:gd name="T2" fmla="*/ 0 w 7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">
                  <a:moveTo>
                    <a:pt x="7" y="0"/>
                  </a:moveTo>
                  <a:cubicBezTo>
                    <a:pt x="4" y="1"/>
                    <a:pt x="3" y="2"/>
                    <a:pt x="0" y="0"/>
                  </a:cubicBezTo>
                </a:path>
              </a:pathLst>
            </a:custGeom>
            <a:noFill/>
            <a:ln w="4763" cap="rnd">
              <a:solidFill>
                <a:srgbClr val="C9A29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510" name="Freeform 701">
              <a:extLst>
                <a:ext uri="{FF2B5EF4-FFF2-40B4-BE49-F238E27FC236}">
                  <a16:creationId xmlns:a16="http://schemas.microsoft.com/office/drawing/2014/main" id="{448776AD-964D-4BED-BB8A-8697179622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0" y="2266"/>
              <a:ext cx="5" cy="25"/>
            </a:xfrm>
            <a:custGeom>
              <a:avLst/>
              <a:gdLst>
                <a:gd name="T0" fmla="*/ 0 w 4"/>
                <a:gd name="T1" fmla="*/ 0 h 19"/>
                <a:gd name="T2" fmla="*/ 5 w 4"/>
                <a:gd name="T3" fmla="*/ 18 h 19"/>
                <a:gd name="T4" fmla="*/ 6 w 4"/>
                <a:gd name="T5" fmla="*/ 34 h 19"/>
                <a:gd name="T6" fmla="*/ 8 w 4"/>
                <a:gd name="T7" fmla="*/ 43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19">
                  <a:moveTo>
                    <a:pt x="0" y="0"/>
                  </a:moveTo>
                  <a:cubicBezTo>
                    <a:pt x="0" y="3"/>
                    <a:pt x="0" y="5"/>
                    <a:pt x="2" y="8"/>
                  </a:cubicBezTo>
                  <a:cubicBezTo>
                    <a:pt x="3" y="11"/>
                    <a:pt x="2" y="13"/>
                    <a:pt x="3" y="15"/>
                  </a:cubicBezTo>
                  <a:cubicBezTo>
                    <a:pt x="4" y="16"/>
                    <a:pt x="4" y="19"/>
                    <a:pt x="4" y="19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511" name="Freeform 702">
              <a:extLst>
                <a:ext uri="{FF2B5EF4-FFF2-40B4-BE49-F238E27FC236}">
                  <a16:creationId xmlns:a16="http://schemas.microsoft.com/office/drawing/2014/main" id="{5C2DC368-8B58-4BAA-BAC1-27F2692D35D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4" y="2360"/>
              <a:ext cx="10" cy="3"/>
            </a:xfrm>
            <a:custGeom>
              <a:avLst/>
              <a:gdLst>
                <a:gd name="T0" fmla="*/ 20 w 7"/>
                <a:gd name="T1" fmla="*/ 8 h 2"/>
                <a:gd name="T2" fmla="*/ 0 w 7"/>
                <a:gd name="T3" fmla="*/ 5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">
                  <a:moveTo>
                    <a:pt x="7" y="2"/>
                  </a:moveTo>
                  <a:cubicBezTo>
                    <a:pt x="5" y="0"/>
                    <a:pt x="3" y="1"/>
                    <a:pt x="0" y="1"/>
                  </a:cubicBezTo>
                </a:path>
              </a:pathLst>
            </a:custGeom>
            <a:noFill/>
            <a:ln w="4763" cap="rnd">
              <a:solidFill>
                <a:srgbClr val="C9A29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512" name="Freeform 703">
              <a:extLst>
                <a:ext uri="{FF2B5EF4-FFF2-40B4-BE49-F238E27FC236}">
                  <a16:creationId xmlns:a16="http://schemas.microsoft.com/office/drawing/2014/main" id="{26038E6B-C93F-4145-B80B-795BEE5DD4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0" y="2365"/>
              <a:ext cx="8" cy="6"/>
            </a:xfrm>
            <a:custGeom>
              <a:avLst/>
              <a:gdLst>
                <a:gd name="T0" fmla="*/ 15 w 6"/>
                <a:gd name="T1" fmla="*/ 14 h 4"/>
                <a:gd name="T2" fmla="*/ 0 w 6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4">
                  <a:moveTo>
                    <a:pt x="6" y="4"/>
                  </a:moveTo>
                  <a:cubicBezTo>
                    <a:pt x="6" y="4"/>
                    <a:pt x="1" y="1"/>
                    <a:pt x="0" y="0"/>
                  </a:cubicBezTo>
                </a:path>
              </a:pathLst>
            </a:custGeom>
            <a:noFill/>
            <a:ln w="4763" cap="rnd">
              <a:solidFill>
                <a:srgbClr val="C9A29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513" name="Freeform 704">
              <a:extLst>
                <a:ext uri="{FF2B5EF4-FFF2-40B4-BE49-F238E27FC236}">
                  <a16:creationId xmlns:a16="http://schemas.microsoft.com/office/drawing/2014/main" id="{B45C7BB4-23B7-4639-83F4-232D041113CA}"/>
                </a:ext>
              </a:extLst>
            </p:cNvPr>
            <p:cNvSpPr>
              <a:spLocks/>
            </p:cNvSpPr>
            <p:nvPr/>
          </p:nvSpPr>
          <p:spPr bwMode="auto">
            <a:xfrm>
              <a:off x="944" y="2365"/>
              <a:ext cx="122" cy="65"/>
            </a:xfrm>
            <a:custGeom>
              <a:avLst/>
              <a:gdLst>
                <a:gd name="T0" fmla="*/ 0 w 90"/>
                <a:gd name="T1" fmla="*/ 119 h 48"/>
                <a:gd name="T2" fmla="*/ 92 w 90"/>
                <a:gd name="T3" fmla="*/ 72 h 48"/>
                <a:gd name="T4" fmla="*/ 224 w 90"/>
                <a:gd name="T5" fmla="*/ 0 h 4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0" h="48">
                  <a:moveTo>
                    <a:pt x="0" y="48"/>
                  </a:moveTo>
                  <a:cubicBezTo>
                    <a:pt x="12" y="41"/>
                    <a:pt x="23" y="34"/>
                    <a:pt x="37" y="29"/>
                  </a:cubicBezTo>
                  <a:cubicBezTo>
                    <a:pt x="56" y="22"/>
                    <a:pt x="74" y="12"/>
                    <a:pt x="90" y="0"/>
                  </a:cubicBezTo>
                </a:path>
              </a:pathLst>
            </a:custGeom>
            <a:noFill/>
            <a:ln w="4763" cap="rnd">
              <a:solidFill>
                <a:srgbClr val="AE7A6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514" name="Freeform 705">
              <a:extLst>
                <a:ext uri="{FF2B5EF4-FFF2-40B4-BE49-F238E27FC236}">
                  <a16:creationId xmlns:a16="http://schemas.microsoft.com/office/drawing/2014/main" id="{C06041DE-5EB5-45C1-94BC-A9675FCFF8D6}"/>
                </a:ext>
              </a:extLst>
            </p:cNvPr>
            <p:cNvSpPr>
              <a:spLocks/>
            </p:cNvSpPr>
            <p:nvPr/>
          </p:nvSpPr>
          <p:spPr bwMode="auto">
            <a:xfrm>
              <a:off x="552" y="2388"/>
              <a:ext cx="150" cy="62"/>
            </a:xfrm>
            <a:custGeom>
              <a:avLst/>
              <a:gdLst>
                <a:gd name="T0" fmla="*/ 0 w 111"/>
                <a:gd name="T1" fmla="*/ 0 h 46"/>
                <a:gd name="T2" fmla="*/ 274 w 111"/>
                <a:gd name="T3" fmla="*/ 113 h 4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1" h="46">
                  <a:moveTo>
                    <a:pt x="0" y="0"/>
                  </a:moveTo>
                  <a:cubicBezTo>
                    <a:pt x="32" y="7"/>
                    <a:pt x="81" y="37"/>
                    <a:pt x="111" y="46"/>
                  </a:cubicBezTo>
                </a:path>
              </a:pathLst>
            </a:custGeom>
            <a:noFill/>
            <a:ln w="4763" cap="rnd">
              <a:solidFill>
                <a:srgbClr val="AE7A6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515" name="Freeform 706">
              <a:extLst>
                <a:ext uri="{FF2B5EF4-FFF2-40B4-BE49-F238E27FC236}">
                  <a16:creationId xmlns:a16="http://schemas.microsoft.com/office/drawing/2014/main" id="{3EDEDAB4-EA07-4CC2-A579-EB0F7679BC3F}"/>
                </a:ext>
              </a:extLst>
            </p:cNvPr>
            <p:cNvSpPr>
              <a:spLocks/>
            </p:cNvSpPr>
            <p:nvPr/>
          </p:nvSpPr>
          <p:spPr bwMode="auto">
            <a:xfrm>
              <a:off x="660" y="960"/>
              <a:ext cx="278" cy="228"/>
            </a:xfrm>
            <a:custGeom>
              <a:avLst/>
              <a:gdLst>
                <a:gd name="T0" fmla="*/ 443 w 205"/>
                <a:gd name="T1" fmla="*/ 281 h 169"/>
                <a:gd name="T2" fmla="*/ 448 w 205"/>
                <a:gd name="T3" fmla="*/ 332 h 169"/>
                <a:gd name="T4" fmla="*/ 454 w 205"/>
                <a:gd name="T5" fmla="*/ 416 h 169"/>
                <a:gd name="T6" fmla="*/ 456 w 205"/>
                <a:gd name="T7" fmla="*/ 416 h 169"/>
                <a:gd name="T8" fmla="*/ 471 w 205"/>
                <a:gd name="T9" fmla="*/ 356 h 169"/>
                <a:gd name="T10" fmla="*/ 475 w 205"/>
                <a:gd name="T11" fmla="*/ 337 h 169"/>
                <a:gd name="T12" fmla="*/ 476 w 205"/>
                <a:gd name="T13" fmla="*/ 325 h 169"/>
                <a:gd name="T14" fmla="*/ 476 w 205"/>
                <a:gd name="T15" fmla="*/ 325 h 169"/>
                <a:gd name="T16" fmla="*/ 481 w 205"/>
                <a:gd name="T17" fmla="*/ 318 h 169"/>
                <a:gd name="T18" fmla="*/ 496 w 205"/>
                <a:gd name="T19" fmla="*/ 325 h 169"/>
                <a:gd name="T20" fmla="*/ 499 w 205"/>
                <a:gd name="T21" fmla="*/ 325 h 169"/>
                <a:gd name="T22" fmla="*/ 499 w 205"/>
                <a:gd name="T23" fmla="*/ 267 h 169"/>
                <a:gd name="T24" fmla="*/ 491 w 205"/>
                <a:gd name="T25" fmla="*/ 204 h 169"/>
                <a:gd name="T26" fmla="*/ 481 w 205"/>
                <a:gd name="T27" fmla="*/ 146 h 169"/>
                <a:gd name="T28" fmla="*/ 460 w 205"/>
                <a:gd name="T29" fmla="*/ 85 h 169"/>
                <a:gd name="T30" fmla="*/ 357 w 205"/>
                <a:gd name="T31" fmla="*/ 20 h 169"/>
                <a:gd name="T32" fmla="*/ 294 w 205"/>
                <a:gd name="T33" fmla="*/ 1 h 169"/>
                <a:gd name="T34" fmla="*/ 243 w 205"/>
                <a:gd name="T35" fmla="*/ 0 h 169"/>
                <a:gd name="T36" fmla="*/ 118 w 205"/>
                <a:gd name="T37" fmla="*/ 43 h 169"/>
                <a:gd name="T38" fmla="*/ 64 w 205"/>
                <a:gd name="T39" fmla="*/ 73 h 169"/>
                <a:gd name="T40" fmla="*/ 33 w 205"/>
                <a:gd name="T41" fmla="*/ 125 h 169"/>
                <a:gd name="T42" fmla="*/ 12 w 205"/>
                <a:gd name="T43" fmla="*/ 171 h 169"/>
                <a:gd name="T44" fmla="*/ 16 w 205"/>
                <a:gd name="T45" fmla="*/ 197 h 169"/>
                <a:gd name="T46" fmla="*/ 1 w 205"/>
                <a:gd name="T47" fmla="*/ 219 h 169"/>
                <a:gd name="T48" fmla="*/ 9 w 205"/>
                <a:gd name="T49" fmla="*/ 240 h 169"/>
                <a:gd name="T50" fmla="*/ 12 w 205"/>
                <a:gd name="T51" fmla="*/ 270 h 169"/>
                <a:gd name="T52" fmla="*/ 26 w 205"/>
                <a:gd name="T53" fmla="*/ 322 h 169"/>
                <a:gd name="T54" fmla="*/ 26 w 205"/>
                <a:gd name="T55" fmla="*/ 322 h 169"/>
                <a:gd name="T56" fmla="*/ 37 w 205"/>
                <a:gd name="T57" fmla="*/ 318 h 169"/>
                <a:gd name="T58" fmla="*/ 42 w 205"/>
                <a:gd name="T59" fmla="*/ 325 h 169"/>
                <a:gd name="T60" fmla="*/ 42 w 205"/>
                <a:gd name="T61" fmla="*/ 325 h 169"/>
                <a:gd name="T62" fmla="*/ 45 w 205"/>
                <a:gd name="T63" fmla="*/ 337 h 169"/>
                <a:gd name="T64" fmla="*/ 47 w 205"/>
                <a:gd name="T65" fmla="*/ 356 h 169"/>
                <a:gd name="T66" fmla="*/ 62 w 205"/>
                <a:gd name="T67" fmla="*/ 406 h 169"/>
                <a:gd name="T68" fmla="*/ 62 w 205"/>
                <a:gd name="T69" fmla="*/ 406 h 169"/>
                <a:gd name="T70" fmla="*/ 71 w 205"/>
                <a:gd name="T71" fmla="*/ 333 h 169"/>
                <a:gd name="T72" fmla="*/ 72 w 205"/>
                <a:gd name="T73" fmla="*/ 267 h 169"/>
                <a:gd name="T74" fmla="*/ 64 w 205"/>
                <a:gd name="T75" fmla="*/ 220 h 169"/>
                <a:gd name="T76" fmla="*/ 114 w 205"/>
                <a:gd name="T77" fmla="*/ 135 h 169"/>
                <a:gd name="T78" fmla="*/ 176 w 205"/>
                <a:gd name="T79" fmla="*/ 142 h 169"/>
                <a:gd name="T80" fmla="*/ 247 w 205"/>
                <a:gd name="T81" fmla="*/ 146 h 169"/>
                <a:gd name="T82" fmla="*/ 315 w 205"/>
                <a:gd name="T83" fmla="*/ 155 h 169"/>
                <a:gd name="T84" fmla="*/ 408 w 205"/>
                <a:gd name="T85" fmla="*/ 161 h 169"/>
                <a:gd name="T86" fmla="*/ 443 w 205"/>
                <a:gd name="T87" fmla="*/ 281 h 169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205" h="169">
                  <a:moveTo>
                    <a:pt x="178" y="114"/>
                  </a:moveTo>
                  <a:cubicBezTo>
                    <a:pt x="177" y="118"/>
                    <a:pt x="178" y="132"/>
                    <a:pt x="179" y="135"/>
                  </a:cubicBezTo>
                  <a:cubicBezTo>
                    <a:pt x="181" y="145"/>
                    <a:pt x="182" y="157"/>
                    <a:pt x="182" y="169"/>
                  </a:cubicBezTo>
                  <a:cubicBezTo>
                    <a:pt x="183" y="169"/>
                    <a:pt x="183" y="169"/>
                    <a:pt x="183" y="169"/>
                  </a:cubicBezTo>
                  <a:cubicBezTo>
                    <a:pt x="184" y="161"/>
                    <a:pt x="189" y="145"/>
                    <a:pt x="189" y="145"/>
                  </a:cubicBezTo>
                  <a:cubicBezTo>
                    <a:pt x="189" y="145"/>
                    <a:pt x="189" y="141"/>
                    <a:pt x="190" y="137"/>
                  </a:cubicBezTo>
                  <a:cubicBezTo>
                    <a:pt x="190" y="136"/>
                    <a:pt x="191" y="134"/>
                    <a:pt x="191" y="133"/>
                  </a:cubicBezTo>
                  <a:cubicBezTo>
                    <a:pt x="191" y="133"/>
                    <a:pt x="191" y="133"/>
                    <a:pt x="191" y="133"/>
                  </a:cubicBezTo>
                  <a:cubicBezTo>
                    <a:pt x="191" y="132"/>
                    <a:pt x="193" y="130"/>
                    <a:pt x="193" y="130"/>
                  </a:cubicBezTo>
                  <a:cubicBezTo>
                    <a:pt x="195" y="128"/>
                    <a:pt x="198" y="130"/>
                    <a:pt x="199" y="133"/>
                  </a:cubicBezTo>
                  <a:cubicBezTo>
                    <a:pt x="199" y="133"/>
                    <a:pt x="199" y="133"/>
                    <a:pt x="200" y="133"/>
                  </a:cubicBezTo>
                  <a:cubicBezTo>
                    <a:pt x="205" y="126"/>
                    <a:pt x="201" y="116"/>
                    <a:pt x="200" y="109"/>
                  </a:cubicBezTo>
                  <a:cubicBezTo>
                    <a:pt x="200" y="100"/>
                    <a:pt x="202" y="91"/>
                    <a:pt x="197" y="83"/>
                  </a:cubicBezTo>
                  <a:cubicBezTo>
                    <a:pt x="192" y="73"/>
                    <a:pt x="194" y="69"/>
                    <a:pt x="193" y="59"/>
                  </a:cubicBezTo>
                  <a:cubicBezTo>
                    <a:pt x="192" y="52"/>
                    <a:pt x="188" y="40"/>
                    <a:pt x="184" y="35"/>
                  </a:cubicBezTo>
                  <a:cubicBezTo>
                    <a:pt x="173" y="20"/>
                    <a:pt x="158" y="20"/>
                    <a:pt x="143" y="8"/>
                  </a:cubicBezTo>
                  <a:cubicBezTo>
                    <a:pt x="134" y="1"/>
                    <a:pt x="130" y="2"/>
                    <a:pt x="118" y="1"/>
                  </a:cubicBezTo>
                  <a:cubicBezTo>
                    <a:pt x="111" y="1"/>
                    <a:pt x="104" y="0"/>
                    <a:pt x="97" y="0"/>
                  </a:cubicBezTo>
                  <a:cubicBezTo>
                    <a:pt x="77" y="1"/>
                    <a:pt x="64" y="7"/>
                    <a:pt x="47" y="18"/>
                  </a:cubicBezTo>
                  <a:cubicBezTo>
                    <a:pt x="41" y="22"/>
                    <a:pt x="32" y="25"/>
                    <a:pt x="26" y="30"/>
                  </a:cubicBezTo>
                  <a:cubicBezTo>
                    <a:pt x="20" y="36"/>
                    <a:pt x="17" y="44"/>
                    <a:pt x="13" y="51"/>
                  </a:cubicBezTo>
                  <a:cubicBezTo>
                    <a:pt x="10" y="58"/>
                    <a:pt x="5" y="63"/>
                    <a:pt x="5" y="70"/>
                  </a:cubicBezTo>
                  <a:cubicBezTo>
                    <a:pt x="5" y="73"/>
                    <a:pt x="8" y="76"/>
                    <a:pt x="7" y="80"/>
                  </a:cubicBezTo>
                  <a:cubicBezTo>
                    <a:pt x="6" y="83"/>
                    <a:pt x="1" y="86"/>
                    <a:pt x="1" y="89"/>
                  </a:cubicBezTo>
                  <a:cubicBezTo>
                    <a:pt x="0" y="92"/>
                    <a:pt x="3" y="95"/>
                    <a:pt x="4" y="98"/>
                  </a:cubicBezTo>
                  <a:cubicBezTo>
                    <a:pt x="5" y="102"/>
                    <a:pt x="5" y="106"/>
                    <a:pt x="5" y="110"/>
                  </a:cubicBezTo>
                  <a:cubicBezTo>
                    <a:pt x="5" y="118"/>
                    <a:pt x="6" y="124"/>
                    <a:pt x="10" y="131"/>
                  </a:cubicBezTo>
                  <a:cubicBezTo>
                    <a:pt x="10" y="131"/>
                    <a:pt x="10" y="131"/>
                    <a:pt x="10" y="131"/>
                  </a:cubicBezTo>
                  <a:cubicBezTo>
                    <a:pt x="11" y="129"/>
                    <a:pt x="13" y="129"/>
                    <a:pt x="15" y="130"/>
                  </a:cubicBezTo>
                  <a:cubicBezTo>
                    <a:pt x="15" y="130"/>
                    <a:pt x="17" y="132"/>
                    <a:pt x="17" y="133"/>
                  </a:cubicBezTo>
                  <a:cubicBezTo>
                    <a:pt x="17" y="133"/>
                    <a:pt x="17" y="133"/>
                    <a:pt x="17" y="133"/>
                  </a:cubicBezTo>
                  <a:cubicBezTo>
                    <a:pt x="17" y="134"/>
                    <a:pt x="17" y="136"/>
                    <a:pt x="18" y="137"/>
                  </a:cubicBezTo>
                  <a:cubicBezTo>
                    <a:pt x="18" y="141"/>
                    <a:pt x="19" y="145"/>
                    <a:pt x="19" y="145"/>
                  </a:cubicBezTo>
                  <a:cubicBezTo>
                    <a:pt x="19" y="145"/>
                    <a:pt x="23" y="158"/>
                    <a:pt x="25" y="165"/>
                  </a:cubicBezTo>
                  <a:cubicBezTo>
                    <a:pt x="25" y="165"/>
                    <a:pt x="25" y="165"/>
                    <a:pt x="25" y="165"/>
                  </a:cubicBezTo>
                  <a:cubicBezTo>
                    <a:pt x="25" y="155"/>
                    <a:pt x="26" y="145"/>
                    <a:pt x="28" y="136"/>
                  </a:cubicBezTo>
                  <a:cubicBezTo>
                    <a:pt x="28" y="133"/>
                    <a:pt x="30" y="115"/>
                    <a:pt x="29" y="109"/>
                  </a:cubicBezTo>
                  <a:cubicBezTo>
                    <a:pt x="29" y="103"/>
                    <a:pt x="27" y="97"/>
                    <a:pt x="26" y="90"/>
                  </a:cubicBezTo>
                  <a:cubicBezTo>
                    <a:pt x="22" y="75"/>
                    <a:pt x="33" y="62"/>
                    <a:pt x="46" y="55"/>
                  </a:cubicBezTo>
                  <a:cubicBezTo>
                    <a:pt x="55" y="51"/>
                    <a:pt x="62" y="55"/>
                    <a:pt x="71" y="58"/>
                  </a:cubicBezTo>
                  <a:cubicBezTo>
                    <a:pt x="80" y="61"/>
                    <a:pt x="89" y="59"/>
                    <a:pt x="99" y="59"/>
                  </a:cubicBezTo>
                  <a:cubicBezTo>
                    <a:pt x="109" y="59"/>
                    <a:pt x="117" y="63"/>
                    <a:pt x="126" y="63"/>
                  </a:cubicBezTo>
                  <a:cubicBezTo>
                    <a:pt x="140" y="62"/>
                    <a:pt x="151" y="57"/>
                    <a:pt x="164" y="65"/>
                  </a:cubicBezTo>
                  <a:cubicBezTo>
                    <a:pt x="183" y="76"/>
                    <a:pt x="180" y="95"/>
                    <a:pt x="178" y="114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516" name="Freeform 707">
              <a:extLst>
                <a:ext uri="{FF2B5EF4-FFF2-40B4-BE49-F238E27FC236}">
                  <a16:creationId xmlns:a16="http://schemas.microsoft.com/office/drawing/2014/main" id="{9FBEECAB-9026-4A16-B410-41A5139B16A6}"/>
                </a:ext>
              </a:extLst>
            </p:cNvPr>
            <p:cNvSpPr>
              <a:spLocks/>
            </p:cNvSpPr>
            <p:nvPr/>
          </p:nvSpPr>
          <p:spPr bwMode="auto">
            <a:xfrm>
              <a:off x="906" y="1133"/>
              <a:ext cx="27" cy="105"/>
            </a:xfrm>
            <a:custGeom>
              <a:avLst/>
              <a:gdLst>
                <a:gd name="T0" fmla="*/ 47 w 20"/>
                <a:gd name="T1" fmla="*/ 20 h 78"/>
                <a:gd name="T2" fmla="*/ 30 w 20"/>
                <a:gd name="T3" fmla="*/ 5 h 78"/>
                <a:gd name="T4" fmla="*/ 26 w 20"/>
                <a:gd name="T5" fmla="*/ 12 h 78"/>
                <a:gd name="T6" fmla="*/ 26 w 20"/>
                <a:gd name="T7" fmla="*/ 12 h 78"/>
                <a:gd name="T8" fmla="*/ 22 w 20"/>
                <a:gd name="T9" fmla="*/ 22 h 78"/>
                <a:gd name="T10" fmla="*/ 20 w 20"/>
                <a:gd name="T11" fmla="*/ 42 h 78"/>
                <a:gd name="T12" fmla="*/ 5 w 20"/>
                <a:gd name="T13" fmla="*/ 100 h 78"/>
                <a:gd name="T14" fmla="*/ 1 w 20"/>
                <a:gd name="T15" fmla="*/ 100 h 78"/>
                <a:gd name="T16" fmla="*/ 1 w 20"/>
                <a:gd name="T17" fmla="*/ 174 h 78"/>
                <a:gd name="T18" fmla="*/ 0 w 20"/>
                <a:gd name="T19" fmla="*/ 190 h 78"/>
                <a:gd name="T20" fmla="*/ 0 w 20"/>
                <a:gd name="T21" fmla="*/ 190 h 78"/>
                <a:gd name="T22" fmla="*/ 22 w 20"/>
                <a:gd name="T23" fmla="*/ 171 h 78"/>
                <a:gd name="T24" fmla="*/ 32 w 20"/>
                <a:gd name="T25" fmla="*/ 147 h 78"/>
                <a:gd name="T26" fmla="*/ 36 w 20"/>
                <a:gd name="T27" fmla="*/ 114 h 78"/>
                <a:gd name="T28" fmla="*/ 42 w 20"/>
                <a:gd name="T29" fmla="*/ 69 h 78"/>
                <a:gd name="T30" fmla="*/ 47 w 20"/>
                <a:gd name="T31" fmla="*/ 20 h 78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0" h="78">
                  <a:moveTo>
                    <a:pt x="19" y="8"/>
                  </a:moveTo>
                  <a:cubicBezTo>
                    <a:pt x="19" y="3"/>
                    <a:pt x="15" y="0"/>
                    <a:pt x="12" y="2"/>
                  </a:cubicBezTo>
                  <a:cubicBezTo>
                    <a:pt x="12" y="2"/>
                    <a:pt x="10" y="4"/>
                    <a:pt x="10" y="5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10" y="6"/>
                    <a:pt x="9" y="8"/>
                    <a:pt x="9" y="9"/>
                  </a:cubicBezTo>
                  <a:cubicBezTo>
                    <a:pt x="8" y="13"/>
                    <a:pt x="8" y="17"/>
                    <a:pt x="8" y="17"/>
                  </a:cubicBezTo>
                  <a:cubicBezTo>
                    <a:pt x="8" y="17"/>
                    <a:pt x="3" y="33"/>
                    <a:pt x="2" y="41"/>
                  </a:cubicBezTo>
                  <a:cubicBezTo>
                    <a:pt x="1" y="41"/>
                    <a:pt x="1" y="41"/>
                    <a:pt x="1" y="41"/>
                  </a:cubicBezTo>
                  <a:cubicBezTo>
                    <a:pt x="2" y="52"/>
                    <a:pt x="1" y="62"/>
                    <a:pt x="1" y="71"/>
                  </a:cubicBezTo>
                  <a:cubicBezTo>
                    <a:pt x="1" y="73"/>
                    <a:pt x="0" y="75"/>
                    <a:pt x="0" y="78"/>
                  </a:cubicBezTo>
                  <a:cubicBezTo>
                    <a:pt x="0" y="78"/>
                    <a:pt x="0" y="78"/>
                    <a:pt x="0" y="78"/>
                  </a:cubicBezTo>
                  <a:cubicBezTo>
                    <a:pt x="3" y="77"/>
                    <a:pt x="7" y="73"/>
                    <a:pt x="9" y="70"/>
                  </a:cubicBezTo>
                  <a:cubicBezTo>
                    <a:pt x="11" y="67"/>
                    <a:pt x="11" y="64"/>
                    <a:pt x="13" y="60"/>
                  </a:cubicBezTo>
                  <a:cubicBezTo>
                    <a:pt x="15" y="56"/>
                    <a:pt x="14" y="53"/>
                    <a:pt x="15" y="47"/>
                  </a:cubicBezTo>
                  <a:cubicBezTo>
                    <a:pt x="17" y="41"/>
                    <a:pt x="17" y="31"/>
                    <a:pt x="17" y="28"/>
                  </a:cubicBezTo>
                  <a:cubicBezTo>
                    <a:pt x="16" y="24"/>
                    <a:pt x="20" y="13"/>
                    <a:pt x="19" y="8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517" name="Freeform 708">
              <a:extLst>
                <a:ext uri="{FF2B5EF4-FFF2-40B4-BE49-F238E27FC236}">
                  <a16:creationId xmlns:a16="http://schemas.microsoft.com/office/drawing/2014/main" id="{72F6DB10-D909-45E3-915B-C7B4C57D5233}"/>
                </a:ext>
              </a:extLst>
            </p:cNvPr>
            <p:cNvSpPr>
              <a:spLocks/>
            </p:cNvSpPr>
            <p:nvPr/>
          </p:nvSpPr>
          <p:spPr bwMode="auto">
            <a:xfrm>
              <a:off x="510" y="1620"/>
              <a:ext cx="20" cy="28"/>
            </a:xfrm>
            <a:custGeom>
              <a:avLst/>
              <a:gdLst>
                <a:gd name="T0" fmla="*/ 33 w 15"/>
                <a:gd name="T1" fmla="*/ 1 h 21"/>
                <a:gd name="T2" fmla="*/ 12 w 15"/>
                <a:gd name="T3" fmla="*/ 7 h 21"/>
                <a:gd name="T4" fmla="*/ 31 w 15"/>
                <a:gd name="T5" fmla="*/ 21 h 21"/>
                <a:gd name="T6" fmla="*/ 20 w 15"/>
                <a:gd name="T7" fmla="*/ 33 h 21"/>
                <a:gd name="T8" fmla="*/ 5 w 15"/>
                <a:gd name="T9" fmla="*/ 41 h 21"/>
                <a:gd name="T10" fmla="*/ 28 w 15"/>
                <a:gd name="T11" fmla="*/ 49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" h="21">
                  <a:moveTo>
                    <a:pt x="14" y="1"/>
                  </a:moveTo>
                  <a:cubicBezTo>
                    <a:pt x="11" y="0"/>
                    <a:pt x="7" y="0"/>
                    <a:pt x="5" y="3"/>
                  </a:cubicBezTo>
                  <a:cubicBezTo>
                    <a:pt x="7" y="6"/>
                    <a:pt x="13" y="6"/>
                    <a:pt x="13" y="9"/>
                  </a:cubicBezTo>
                  <a:cubicBezTo>
                    <a:pt x="15" y="15"/>
                    <a:pt x="10" y="13"/>
                    <a:pt x="8" y="14"/>
                  </a:cubicBezTo>
                  <a:cubicBezTo>
                    <a:pt x="5" y="14"/>
                    <a:pt x="0" y="12"/>
                    <a:pt x="2" y="17"/>
                  </a:cubicBezTo>
                  <a:cubicBezTo>
                    <a:pt x="4" y="20"/>
                    <a:pt x="10" y="21"/>
                    <a:pt x="12" y="21"/>
                  </a:cubicBezTo>
                </a:path>
              </a:pathLst>
            </a:custGeom>
            <a:noFill/>
            <a:ln w="9525" cap="flat">
              <a:solidFill>
                <a:srgbClr val="FEF2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518" name="Freeform 709">
              <a:extLst>
                <a:ext uri="{FF2B5EF4-FFF2-40B4-BE49-F238E27FC236}">
                  <a16:creationId xmlns:a16="http://schemas.microsoft.com/office/drawing/2014/main" id="{7BDB6899-0838-4BE0-9DCB-A813DC183F1A}"/>
                </a:ext>
              </a:extLst>
            </p:cNvPr>
            <p:cNvSpPr>
              <a:spLocks/>
            </p:cNvSpPr>
            <p:nvPr/>
          </p:nvSpPr>
          <p:spPr bwMode="auto">
            <a:xfrm>
              <a:off x="556" y="1858"/>
              <a:ext cx="23" cy="29"/>
            </a:xfrm>
            <a:custGeom>
              <a:avLst/>
              <a:gdLst>
                <a:gd name="T0" fmla="*/ 7 w 17"/>
                <a:gd name="T1" fmla="*/ 55 h 21"/>
                <a:gd name="T2" fmla="*/ 5 w 17"/>
                <a:gd name="T3" fmla="*/ 19 h 21"/>
                <a:gd name="T4" fmla="*/ 26 w 17"/>
                <a:gd name="T5" fmla="*/ 50 h 21"/>
                <a:gd name="T6" fmla="*/ 30 w 17"/>
                <a:gd name="T7" fmla="*/ 0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21">
                  <a:moveTo>
                    <a:pt x="3" y="21"/>
                  </a:moveTo>
                  <a:cubicBezTo>
                    <a:pt x="1" y="17"/>
                    <a:pt x="0" y="11"/>
                    <a:pt x="2" y="7"/>
                  </a:cubicBezTo>
                  <a:cubicBezTo>
                    <a:pt x="5" y="11"/>
                    <a:pt x="6" y="17"/>
                    <a:pt x="10" y="19"/>
                  </a:cubicBezTo>
                  <a:cubicBezTo>
                    <a:pt x="17" y="13"/>
                    <a:pt x="14" y="10"/>
                    <a:pt x="12" y="0"/>
                  </a:cubicBezTo>
                </a:path>
              </a:pathLst>
            </a:custGeom>
            <a:noFill/>
            <a:ln w="9525" cap="flat">
              <a:solidFill>
                <a:srgbClr val="FEF2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519" name="Freeform 710">
              <a:extLst>
                <a:ext uri="{FF2B5EF4-FFF2-40B4-BE49-F238E27FC236}">
                  <a16:creationId xmlns:a16="http://schemas.microsoft.com/office/drawing/2014/main" id="{FF74D456-B8E1-4BDE-9ED5-2863662AC47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4" y="1622"/>
              <a:ext cx="18" cy="30"/>
            </a:xfrm>
            <a:custGeom>
              <a:avLst/>
              <a:gdLst>
                <a:gd name="T0" fmla="*/ 0 w 13"/>
                <a:gd name="T1" fmla="*/ 1 h 22"/>
                <a:gd name="T2" fmla="*/ 15 w 13"/>
                <a:gd name="T3" fmla="*/ 0 h 22"/>
                <a:gd name="T4" fmla="*/ 0 w 13"/>
                <a:gd name="T5" fmla="*/ 26 h 22"/>
                <a:gd name="T6" fmla="*/ 11 w 13"/>
                <a:gd name="T7" fmla="*/ 56 h 22"/>
                <a:gd name="T8" fmla="*/ 19 w 13"/>
                <a:gd name="T9" fmla="*/ 56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22">
                  <a:moveTo>
                    <a:pt x="0" y="1"/>
                  </a:moveTo>
                  <a:cubicBezTo>
                    <a:pt x="1" y="1"/>
                    <a:pt x="4" y="0"/>
                    <a:pt x="6" y="0"/>
                  </a:cubicBezTo>
                  <a:cubicBezTo>
                    <a:pt x="7" y="4"/>
                    <a:pt x="2" y="6"/>
                    <a:pt x="0" y="10"/>
                  </a:cubicBezTo>
                  <a:cubicBezTo>
                    <a:pt x="13" y="10"/>
                    <a:pt x="9" y="14"/>
                    <a:pt x="4" y="22"/>
                  </a:cubicBezTo>
                  <a:cubicBezTo>
                    <a:pt x="5" y="22"/>
                    <a:pt x="6" y="22"/>
                    <a:pt x="7" y="22"/>
                  </a:cubicBezTo>
                </a:path>
              </a:pathLst>
            </a:custGeom>
            <a:noFill/>
            <a:ln w="9525" cap="flat">
              <a:solidFill>
                <a:srgbClr val="FEF2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520" name="Freeform 711">
              <a:extLst>
                <a:ext uri="{FF2B5EF4-FFF2-40B4-BE49-F238E27FC236}">
                  <a16:creationId xmlns:a16="http://schemas.microsoft.com/office/drawing/2014/main" id="{26603A3F-69D0-42E1-84DD-C35FDA89140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0" y="1810"/>
              <a:ext cx="19" cy="28"/>
            </a:xfrm>
            <a:custGeom>
              <a:avLst/>
              <a:gdLst>
                <a:gd name="T0" fmla="*/ 35 w 14"/>
                <a:gd name="T1" fmla="*/ 23 h 21"/>
                <a:gd name="T2" fmla="*/ 10 w 14"/>
                <a:gd name="T3" fmla="*/ 12 h 21"/>
                <a:gd name="T4" fmla="*/ 27 w 14"/>
                <a:gd name="T5" fmla="*/ 41 h 21"/>
                <a:gd name="T6" fmla="*/ 0 w 14"/>
                <a:gd name="T7" fmla="*/ 23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21">
                  <a:moveTo>
                    <a:pt x="14" y="10"/>
                  </a:moveTo>
                  <a:cubicBezTo>
                    <a:pt x="14" y="5"/>
                    <a:pt x="8" y="0"/>
                    <a:pt x="4" y="5"/>
                  </a:cubicBezTo>
                  <a:cubicBezTo>
                    <a:pt x="1" y="10"/>
                    <a:pt x="9" y="13"/>
                    <a:pt x="11" y="17"/>
                  </a:cubicBezTo>
                  <a:cubicBezTo>
                    <a:pt x="7" y="21"/>
                    <a:pt x="2" y="12"/>
                    <a:pt x="0" y="10"/>
                  </a:cubicBezTo>
                </a:path>
              </a:pathLst>
            </a:custGeom>
            <a:noFill/>
            <a:ln w="9525" cap="flat">
              <a:solidFill>
                <a:srgbClr val="FEF2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521" name="Freeform 712">
              <a:extLst>
                <a:ext uri="{FF2B5EF4-FFF2-40B4-BE49-F238E27FC236}">
                  <a16:creationId xmlns:a16="http://schemas.microsoft.com/office/drawing/2014/main" id="{CA3AF898-AFDD-41B2-8370-C8597B0EEE8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5" y="1845"/>
              <a:ext cx="11" cy="8"/>
            </a:xfrm>
            <a:custGeom>
              <a:avLst/>
              <a:gdLst>
                <a:gd name="T0" fmla="*/ 0 w 8"/>
                <a:gd name="T1" fmla="*/ 15 h 6"/>
                <a:gd name="T2" fmla="*/ 21 w 8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6">
                  <a:moveTo>
                    <a:pt x="0" y="6"/>
                  </a:moveTo>
                  <a:cubicBezTo>
                    <a:pt x="3" y="5"/>
                    <a:pt x="6" y="3"/>
                    <a:pt x="8" y="0"/>
                  </a:cubicBezTo>
                </a:path>
              </a:pathLst>
            </a:custGeom>
            <a:noFill/>
            <a:ln w="9525" cap="flat">
              <a:solidFill>
                <a:srgbClr val="FEF2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522" name="Freeform 713">
              <a:extLst>
                <a:ext uri="{FF2B5EF4-FFF2-40B4-BE49-F238E27FC236}">
                  <a16:creationId xmlns:a16="http://schemas.microsoft.com/office/drawing/2014/main" id="{D13C2D6C-52D4-46E3-A64E-250235EC13F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" y="1816"/>
              <a:ext cx="15" cy="17"/>
            </a:xfrm>
            <a:custGeom>
              <a:avLst/>
              <a:gdLst>
                <a:gd name="T0" fmla="*/ 1 w 11"/>
                <a:gd name="T1" fmla="*/ 20 h 12"/>
                <a:gd name="T2" fmla="*/ 27 w 11"/>
                <a:gd name="T3" fmla="*/ 0 h 12"/>
                <a:gd name="T4" fmla="*/ 7 w 11"/>
                <a:gd name="T5" fmla="*/ 34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2">
                  <a:moveTo>
                    <a:pt x="1" y="7"/>
                  </a:moveTo>
                  <a:cubicBezTo>
                    <a:pt x="0" y="1"/>
                    <a:pt x="6" y="0"/>
                    <a:pt x="11" y="0"/>
                  </a:cubicBezTo>
                  <a:cubicBezTo>
                    <a:pt x="11" y="4"/>
                    <a:pt x="5" y="8"/>
                    <a:pt x="3" y="12"/>
                  </a:cubicBezTo>
                </a:path>
              </a:pathLst>
            </a:custGeom>
            <a:noFill/>
            <a:ln w="9525" cap="flat">
              <a:solidFill>
                <a:srgbClr val="FEF2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523" name="Freeform 714">
              <a:extLst>
                <a:ext uri="{FF2B5EF4-FFF2-40B4-BE49-F238E27FC236}">
                  <a16:creationId xmlns:a16="http://schemas.microsoft.com/office/drawing/2014/main" id="{3D30E3FC-FD0F-4175-8451-90522F36193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" y="2295"/>
              <a:ext cx="49" cy="66"/>
            </a:xfrm>
            <a:custGeom>
              <a:avLst/>
              <a:gdLst>
                <a:gd name="T0" fmla="*/ 0 w 36"/>
                <a:gd name="T1" fmla="*/ 9 h 49"/>
                <a:gd name="T2" fmla="*/ 15 w 36"/>
                <a:gd name="T3" fmla="*/ 0 h 49"/>
                <a:gd name="T4" fmla="*/ 10 w 36"/>
                <a:gd name="T5" fmla="*/ 48 h 49"/>
                <a:gd name="T6" fmla="*/ 35 w 36"/>
                <a:gd name="T7" fmla="*/ 40 h 49"/>
                <a:gd name="T8" fmla="*/ 35 w 36"/>
                <a:gd name="T9" fmla="*/ 73 h 49"/>
                <a:gd name="T10" fmla="*/ 76 w 36"/>
                <a:gd name="T11" fmla="*/ 71 h 49"/>
                <a:gd name="T12" fmla="*/ 72 w 36"/>
                <a:gd name="T13" fmla="*/ 120 h 4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6" h="49">
                  <a:moveTo>
                    <a:pt x="0" y="4"/>
                  </a:moveTo>
                  <a:cubicBezTo>
                    <a:pt x="1" y="2"/>
                    <a:pt x="4" y="0"/>
                    <a:pt x="6" y="0"/>
                  </a:cubicBezTo>
                  <a:cubicBezTo>
                    <a:pt x="9" y="6"/>
                    <a:pt x="3" y="13"/>
                    <a:pt x="4" y="20"/>
                  </a:cubicBezTo>
                  <a:cubicBezTo>
                    <a:pt x="7" y="19"/>
                    <a:pt x="10" y="16"/>
                    <a:pt x="14" y="16"/>
                  </a:cubicBezTo>
                  <a:cubicBezTo>
                    <a:pt x="18" y="19"/>
                    <a:pt x="13" y="26"/>
                    <a:pt x="14" y="30"/>
                  </a:cubicBezTo>
                  <a:cubicBezTo>
                    <a:pt x="19" y="32"/>
                    <a:pt x="25" y="25"/>
                    <a:pt x="30" y="29"/>
                  </a:cubicBezTo>
                  <a:cubicBezTo>
                    <a:pt x="36" y="33"/>
                    <a:pt x="31" y="44"/>
                    <a:pt x="29" y="49"/>
                  </a:cubicBezTo>
                </a:path>
              </a:pathLst>
            </a:custGeom>
            <a:noFill/>
            <a:ln w="9525" cap="flat">
              <a:solidFill>
                <a:srgbClr val="FEF2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524" name="Freeform 715">
              <a:extLst>
                <a:ext uri="{FF2B5EF4-FFF2-40B4-BE49-F238E27FC236}">
                  <a16:creationId xmlns:a16="http://schemas.microsoft.com/office/drawing/2014/main" id="{F7907382-881E-402A-B317-4AE043AF0845}"/>
                </a:ext>
              </a:extLst>
            </p:cNvPr>
            <p:cNvSpPr>
              <a:spLocks/>
            </p:cNvSpPr>
            <p:nvPr/>
          </p:nvSpPr>
          <p:spPr bwMode="auto">
            <a:xfrm>
              <a:off x="550" y="2382"/>
              <a:ext cx="49" cy="29"/>
            </a:xfrm>
            <a:custGeom>
              <a:avLst/>
              <a:gdLst>
                <a:gd name="T0" fmla="*/ 5 w 36"/>
                <a:gd name="T1" fmla="*/ 0 h 22"/>
                <a:gd name="T2" fmla="*/ 10 w 36"/>
                <a:gd name="T3" fmla="*/ 28 h 22"/>
                <a:gd name="T4" fmla="*/ 26 w 36"/>
                <a:gd name="T5" fmla="*/ 15 h 22"/>
                <a:gd name="T6" fmla="*/ 34 w 36"/>
                <a:gd name="T7" fmla="*/ 37 h 22"/>
                <a:gd name="T8" fmla="*/ 61 w 36"/>
                <a:gd name="T9" fmla="*/ 16 h 22"/>
                <a:gd name="T10" fmla="*/ 71 w 36"/>
                <a:gd name="T11" fmla="*/ 50 h 22"/>
                <a:gd name="T12" fmla="*/ 91 w 36"/>
                <a:gd name="T13" fmla="*/ 26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6" h="22">
                  <a:moveTo>
                    <a:pt x="2" y="0"/>
                  </a:moveTo>
                  <a:cubicBezTo>
                    <a:pt x="1" y="4"/>
                    <a:pt x="0" y="9"/>
                    <a:pt x="4" y="12"/>
                  </a:cubicBezTo>
                  <a:cubicBezTo>
                    <a:pt x="6" y="10"/>
                    <a:pt x="7" y="7"/>
                    <a:pt x="10" y="6"/>
                  </a:cubicBezTo>
                  <a:cubicBezTo>
                    <a:pt x="11" y="10"/>
                    <a:pt x="11" y="14"/>
                    <a:pt x="13" y="16"/>
                  </a:cubicBezTo>
                  <a:cubicBezTo>
                    <a:pt x="16" y="13"/>
                    <a:pt x="19" y="7"/>
                    <a:pt x="24" y="7"/>
                  </a:cubicBezTo>
                  <a:cubicBezTo>
                    <a:pt x="25" y="12"/>
                    <a:pt x="25" y="18"/>
                    <a:pt x="28" y="22"/>
                  </a:cubicBezTo>
                  <a:cubicBezTo>
                    <a:pt x="31" y="19"/>
                    <a:pt x="34" y="15"/>
                    <a:pt x="36" y="11"/>
                  </a:cubicBezTo>
                </a:path>
              </a:pathLst>
            </a:custGeom>
            <a:noFill/>
            <a:ln w="9525" cap="flat">
              <a:solidFill>
                <a:srgbClr val="FEF2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525" name="Freeform 716">
              <a:extLst>
                <a:ext uri="{FF2B5EF4-FFF2-40B4-BE49-F238E27FC236}">
                  <a16:creationId xmlns:a16="http://schemas.microsoft.com/office/drawing/2014/main" id="{E668872E-0A7D-4B4E-ACCE-D8F2402A978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2" y="2301"/>
              <a:ext cx="38" cy="51"/>
            </a:xfrm>
            <a:custGeom>
              <a:avLst/>
              <a:gdLst>
                <a:gd name="T0" fmla="*/ 62 w 28"/>
                <a:gd name="T1" fmla="*/ 21 h 38"/>
                <a:gd name="T2" fmla="*/ 53 w 28"/>
                <a:gd name="T3" fmla="*/ 21 h 38"/>
                <a:gd name="T4" fmla="*/ 61 w 28"/>
                <a:gd name="T5" fmla="*/ 43 h 38"/>
                <a:gd name="T6" fmla="*/ 27 w 28"/>
                <a:gd name="T7" fmla="*/ 35 h 38"/>
                <a:gd name="T8" fmla="*/ 37 w 28"/>
                <a:gd name="T9" fmla="*/ 72 h 38"/>
                <a:gd name="T10" fmla="*/ 14 w 28"/>
                <a:gd name="T11" fmla="*/ 68 h 38"/>
                <a:gd name="T12" fmla="*/ 22 w 28"/>
                <a:gd name="T13" fmla="*/ 91 h 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" h="38">
                  <a:moveTo>
                    <a:pt x="25" y="9"/>
                  </a:moveTo>
                  <a:cubicBezTo>
                    <a:pt x="28" y="6"/>
                    <a:pt x="20" y="0"/>
                    <a:pt x="21" y="9"/>
                  </a:cubicBezTo>
                  <a:cubicBezTo>
                    <a:pt x="22" y="12"/>
                    <a:pt x="26" y="15"/>
                    <a:pt x="24" y="18"/>
                  </a:cubicBezTo>
                  <a:cubicBezTo>
                    <a:pt x="21" y="21"/>
                    <a:pt x="14" y="16"/>
                    <a:pt x="11" y="14"/>
                  </a:cubicBezTo>
                  <a:cubicBezTo>
                    <a:pt x="8" y="19"/>
                    <a:pt x="15" y="25"/>
                    <a:pt x="15" y="30"/>
                  </a:cubicBezTo>
                  <a:cubicBezTo>
                    <a:pt x="13" y="30"/>
                    <a:pt x="7" y="26"/>
                    <a:pt x="5" y="28"/>
                  </a:cubicBezTo>
                  <a:cubicBezTo>
                    <a:pt x="0" y="31"/>
                    <a:pt x="5" y="37"/>
                    <a:pt x="9" y="38"/>
                  </a:cubicBezTo>
                </a:path>
              </a:pathLst>
            </a:custGeom>
            <a:noFill/>
            <a:ln w="9525" cap="flat">
              <a:solidFill>
                <a:srgbClr val="FEF2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526" name="Freeform 717">
              <a:extLst>
                <a:ext uri="{FF2B5EF4-FFF2-40B4-BE49-F238E27FC236}">
                  <a16:creationId xmlns:a16="http://schemas.microsoft.com/office/drawing/2014/main" id="{46FA4D0A-D10C-4A55-9343-08FC981175F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8" y="2365"/>
              <a:ext cx="37" cy="33"/>
            </a:xfrm>
            <a:custGeom>
              <a:avLst/>
              <a:gdLst>
                <a:gd name="T0" fmla="*/ 67 w 27"/>
                <a:gd name="T1" fmla="*/ 0 h 24"/>
                <a:gd name="T2" fmla="*/ 64 w 27"/>
                <a:gd name="T3" fmla="*/ 23 h 24"/>
                <a:gd name="T4" fmla="*/ 47 w 27"/>
                <a:gd name="T5" fmla="*/ 8 h 24"/>
                <a:gd name="T6" fmla="*/ 44 w 27"/>
                <a:gd name="T7" fmla="*/ 36 h 24"/>
                <a:gd name="T8" fmla="*/ 26 w 27"/>
                <a:gd name="T9" fmla="*/ 29 h 24"/>
                <a:gd name="T10" fmla="*/ 0 w 27"/>
                <a:gd name="T11" fmla="*/ 32 h 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7" h="24">
                  <a:moveTo>
                    <a:pt x="26" y="0"/>
                  </a:moveTo>
                  <a:cubicBezTo>
                    <a:pt x="27" y="3"/>
                    <a:pt x="27" y="6"/>
                    <a:pt x="25" y="9"/>
                  </a:cubicBezTo>
                  <a:cubicBezTo>
                    <a:pt x="22" y="9"/>
                    <a:pt x="20" y="6"/>
                    <a:pt x="18" y="3"/>
                  </a:cubicBezTo>
                  <a:cubicBezTo>
                    <a:pt x="17" y="7"/>
                    <a:pt x="20" y="11"/>
                    <a:pt x="17" y="14"/>
                  </a:cubicBezTo>
                  <a:cubicBezTo>
                    <a:pt x="14" y="14"/>
                    <a:pt x="12" y="13"/>
                    <a:pt x="10" y="11"/>
                  </a:cubicBezTo>
                  <a:cubicBezTo>
                    <a:pt x="8" y="24"/>
                    <a:pt x="8" y="17"/>
                    <a:pt x="0" y="12"/>
                  </a:cubicBezTo>
                </a:path>
              </a:pathLst>
            </a:custGeom>
            <a:noFill/>
            <a:ln w="9525" cap="flat">
              <a:solidFill>
                <a:srgbClr val="FEF2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527" name="Freeform 718">
              <a:extLst>
                <a:ext uri="{FF2B5EF4-FFF2-40B4-BE49-F238E27FC236}">
                  <a16:creationId xmlns:a16="http://schemas.microsoft.com/office/drawing/2014/main" id="{6EA38539-1139-4CB9-848B-2AD15E841CA4}"/>
                </a:ext>
              </a:extLst>
            </p:cNvPr>
            <p:cNvSpPr>
              <a:spLocks/>
            </p:cNvSpPr>
            <p:nvPr/>
          </p:nvSpPr>
          <p:spPr bwMode="auto">
            <a:xfrm>
              <a:off x="818" y="2174"/>
              <a:ext cx="9" cy="11"/>
            </a:xfrm>
            <a:custGeom>
              <a:avLst/>
              <a:gdLst>
                <a:gd name="T0" fmla="*/ 0 w 7"/>
                <a:gd name="T1" fmla="*/ 21 h 8"/>
                <a:gd name="T2" fmla="*/ 15 w 7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8">
                  <a:moveTo>
                    <a:pt x="0" y="8"/>
                  </a:moveTo>
                  <a:cubicBezTo>
                    <a:pt x="0" y="4"/>
                    <a:pt x="4" y="2"/>
                    <a:pt x="7" y="0"/>
                  </a:cubicBezTo>
                </a:path>
              </a:pathLst>
            </a:custGeom>
            <a:noFill/>
            <a:ln w="9525" cap="flat">
              <a:solidFill>
                <a:srgbClr val="FEF2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528" name="Freeform 719">
              <a:extLst>
                <a:ext uri="{FF2B5EF4-FFF2-40B4-BE49-F238E27FC236}">
                  <a16:creationId xmlns:a16="http://schemas.microsoft.com/office/drawing/2014/main" id="{0ADF31DF-3182-4D25-B409-C8750F160593}"/>
                </a:ext>
              </a:extLst>
            </p:cNvPr>
            <p:cNvSpPr>
              <a:spLocks/>
            </p:cNvSpPr>
            <p:nvPr/>
          </p:nvSpPr>
          <p:spPr bwMode="auto">
            <a:xfrm>
              <a:off x="796" y="2535"/>
              <a:ext cx="12" cy="15"/>
            </a:xfrm>
            <a:custGeom>
              <a:avLst/>
              <a:gdLst>
                <a:gd name="T0" fmla="*/ 0 w 9"/>
                <a:gd name="T1" fmla="*/ 10 h 11"/>
                <a:gd name="T2" fmla="*/ 20 w 9"/>
                <a:gd name="T3" fmla="*/ 10 h 11"/>
                <a:gd name="T4" fmla="*/ 0 w 9"/>
                <a:gd name="T5" fmla="*/ 27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1">
                  <a:moveTo>
                    <a:pt x="0" y="4"/>
                  </a:moveTo>
                  <a:cubicBezTo>
                    <a:pt x="2" y="2"/>
                    <a:pt x="6" y="0"/>
                    <a:pt x="8" y="4"/>
                  </a:cubicBezTo>
                  <a:cubicBezTo>
                    <a:pt x="9" y="7"/>
                    <a:pt x="0" y="11"/>
                    <a:pt x="0" y="11"/>
                  </a:cubicBezTo>
                </a:path>
              </a:pathLst>
            </a:custGeom>
            <a:noFill/>
            <a:ln w="9525" cap="flat">
              <a:solidFill>
                <a:srgbClr val="FEF2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529" name="Freeform 720">
              <a:extLst>
                <a:ext uri="{FF2B5EF4-FFF2-40B4-BE49-F238E27FC236}">
                  <a16:creationId xmlns:a16="http://schemas.microsoft.com/office/drawing/2014/main" id="{79666EFA-A8F5-4FAE-BD80-CB4FA9A7EABA}"/>
                </a:ext>
              </a:extLst>
            </p:cNvPr>
            <p:cNvSpPr>
              <a:spLocks/>
            </p:cNvSpPr>
            <p:nvPr/>
          </p:nvSpPr>
          <p:spPr bwMode="auto">
            <a:xfrm>
              <a:off x="743" y="2469"/>
              <a:ext cx="12" cy="16"/>
            </a:xfrm>
            <a:custGeom>
              <a:avLst/>
              <a:gdLst>
                <a:gd name="T0" fmla="*/ 20 w 9"/>
                <a:gd name="T1" fmla="*/ 1 h 12"/>
                <a:gd name="T2" fmla="*/ 1 w 9"/>
                <a:gd name="T3" fmla="*/ 9 h 12"/>
                <a:gd name="T4" fmla="*/ 21 w 9"/>
                <a:gd name="T5" fmla="*/ 21 h 12"/>
                <a:gd name="T6" fmla="*/ 0 w 9"/>
                <a:gd name="T7" fmla="*/ 28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2">
                  <a:moveTo>
                    <a:pt x="8" y="1"/>
                  </a:moveTo>
                  <a:cubicBezTo>
                    <a:pt x="5" y="0"/>
                    <a:pt x="2" y="1"/>
                    <a:pt x="1" y="4"/>
                  </a:cubicBezTo>
                  <a:cubicBezTo>
                    <a:pt x="4" y="5"/>
                    <a:pt x="7" y="6"/>
                    <a:pt x="9" y="9"/>
                  </a:cubicBezTo>
                  <a:cubicBezTo>
                    <a:pt x="7" y="11"/>
                    <a:pt x="4" y="12"/>
                    <a:pt x="0" y="12"/>
                  </a:cubicBezTo>
                </a:path>
              </a:pathLst>
            </a:custGeom>
            <a:noFill/>
            <a:ln w="9525" cap="flat">
              <a:solidFill>
                <a:srgbClr val="FEF2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530" name="Freeform 721">
              <a:extLst>
                <a:ext uri="{FF2B5EF4-FFF2-40B4-BE49-F238E27FC236}">
                  <a16:creationId xmlns:a16="http://schemas.microsoft.com/office/drawing/2014/main" id="{FADA8B59-E91F-4214-AF99-32D14EFD24A1}"/>
                </a:ext>
              </a:extLst>
            </p:cNvPr>
            <p:cNvSpPr>
              <a:spLocks/>
            </p:cNvSpPr>
            <p:nvPr/>
          </p:nvSpPr>
          <p:spPr bwMode="auto">
            <a:xfrm>
              <a:off x="843" y="2472"/>
              <a:ext cx="13" cy="12"/>
            </a:xfrm>
            <a:custGeom>
              <a:avLst/>
              <a:gdLst>
                <a:gd name="T0" fmla="*/ 0 w 9"/>
                <a:gd name="T1" fmla="*/ 1 h 9"/>
                <a:gd name="T2" fmla="*/ 27 w 9"/>
                <a:gd name="T3" fmla="*/ 5 h 9"/>
                <a:gd name="T4" fmla="*/ 0 w 9"/>
                <a:gd name="T5" fmla="*/ 2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9">
                  <a:moveTo>
                    <a:pt x="0" y="1"/>
                  </a:moveTo>
                  <a:cubicBezTo>
                    <a:pt x="3" y="0"/>
                    <a:pt x="6" y="0"/>
                    <a:pt x="9" y="2"/>
                  </a:cubicBezTo>
                  <a:cubicBezTo>
                    <a:pt x="8" y="6"/>
                    <a:pt x="4" y="8"/>
                    <a:pt x="0" y="9"/>
                  </a:cubicBezTo>
                </a:path>
              </a:pathLst>
            </a:custGeom>
            <a:noFill/>
            <a:ln w="9525" cap="flat">
              <a:solidFill>
                <a:srgbClr val="FEF2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531" name="Freeform 722">
              <a:extLst>
                <a:ext uri="{FF2B5EF4-FFF2-40B4-BE49-F238E27FC236}">
                  <a16:creationId xmlns:a16="http://schemas.microsoft.com/office/drawing/2014/main" id="{75F5EF66-A027-4E43-B88B-D49CFEC4B5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1" y="1876"/>
              <a:ext cx="21" cy="21"/>
            </a:xfrm>
            <a:custGeom>
              <a:avLst/>
              <a:gdLst>
                <a:gd name="T0" fmla="*/ 37 w 16"/>
                <a:gd name="T1" fmla="*/ 18 h 16"/>
                <a:gd name="T2" fmla="*/ 12 w 16"/>
                <a:gd name="T3" fmla="*/ 28 h 16"/>
                <a:gd name="T4" fmla="*/ 5 w 16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6">
                  <a:moveTo>
                    <a:pt x="16" y="8"/>
                  </a:moveTo>
                  <a:cubicBezTo>
                    <a:pt x="12" y="11"/>
                    <a:pt x="11" y="16"/>
                    <a:pt x="5" y="12"/>
                  </a:cubicBezTo>
                  <a:cubicBezTo>
                    <a:pt x="0" y="8"/>
                    <a:pt x="2" y="4"/>
                    <a:pt x="2" y="0"/>
                  </a:cubicBezTo>
                </a:path>
              </a:pathLst>
            </a:custGeom>
            <a:noFill/>
            <a:ln w="9525" cap="flat">
              <a:solidFill>
                <a:srgbClr val="FEE2D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532" name="Freeform 723">
              <a:extLst>
                <a:ext uri="{FF2B5EF4-FFF2-40B4-BE49-F238E27FC236}">
                  <a16:creationId xmlns:a16="http://schemas.microsoft.com/office/drawing/2014/main" id="{5DA54F46-B023-498E-8BE7-97457D004D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" y="1297"/>
              <a:ext cx="929" cy="2498"/>
            </a:xfrm>
            <a:custGeom>
              <a:avLst/>
              <a:gdLst>
                <a:gd name="T0" fmla="*/ 1275 w 685"/>
                <a:gd name="T1" fmla="*/ 187 h 1852"/>
                <a:gd name="T2" fmla="*/ 1613 w 685"/>
                <a:gd name="T3" fmla="*/ 823 h 1852"/>
                <a:gd name="T4" fmla="*/ 1701 w 685"/>
                <a:gd name="T5" fmla="*/ 1217 h 1852"/>
                <a:gd name="T6" fmla="*/ 1709 w 685"/>
                <a:gd name="T7" fmla="*/ 1736 h 1852"/>
                <a:gd name="T8" fmla="*/ 1674 w 685"/>
                <a:gd name="T9" fmla="*/ 1879 h 1852"/>
                <a:gd name="T10" fmla="*/ 1633 w 685"/>
                <a:gd name="T11" fmla="*/ 1944 h 1852"/>
                <a:gd name="T12" fmla="*/ 1547 w 685"/>
                <a:gd name="T13" fmla="*/ 1992 h 1852"/>
                <a:gd name="T14" fmla="*/ 1507 w 685"/>
                <a:gd name="T15" fmla="*/ 1963 h 1852"/>
                <a:gd name="T16" fmla="*/ 1539 w 685"/>
                <a:gd name="T17" fmla="*/ 1909 h 1852"/>
                <a:gd name="T18" fmla="*/ 1566 w 685"/>
                <a:gd name="T19" fmla="*/ 1817 h 1852"/>
                <a:gd name="T20" fmla="*/ 1533 w 685"/>
                <a:gd name="T21" fmla="*/ 1856 h 1852"/>
                <a:gd name="T22" fmla="*/ 1492 w 685"/>
                <a:gd name="T23" fmla="*/ 1789 h 1852"/>
                <a:gd name="T24" fmla="*/ 1547 w 685"/>
                <a:gd name="T25" fmla="*/ 1616 h 1852"/>
                <a:gd name="T26" fmla="*/ 1490 w 685"/>
                <a:gd name="T27" fmla="*/ 1299 h 1852"/>
                <a:gd name="T28" fmla="*/ 1409 w 685"/>
                <a:gd name="T29" fmla="*/ 1490 h 1852"/>
                <a:gd name="T30" fmla="*/ 1406 w 685"/>
                <a:gd name="T31" fmla="*/ 2503 h 1852"/>
                <a:gd name="T32" fmla="*/ 1199 w 685"/>
                <a:gd name="T33" fmla="*/ 3729 h 1852"/>
                <a:gd name="T34" fmla="*/ 1122 w 685"/>
                <a:gd name="T35" fmla="*/ 4220 h 1852"/>
                <a:gd name="T36" fmla="*/ 1210 w 685"/>
                <a:gd name="T37" fmla="*/ 4388 h 1852"/>
                <a:gd name="T38" fmla="*/ 1248 w 685"/>
                <a:gd name="T39" fmla="*/ 4475 h 1852"/>
                <a:gd name="T40" fmla="*/ 1207 w 685"/>
                <a:gd name="T41" fmla="*/ 4502 h 1852"/>
                <a:gd name="T42" fmla="*/ 1141 w 685"/>
                <a:gd name="T43" fmla="*/ 4523 h 1852"/>
                <a:gd name="T44" fmla="*/ 940 w 685"/>
                <a:gd name="T45" fmla="*/ 4505 h 1852"/>
                <a:gd name="T46" fmla="*/ 895 w 685"/>
                <a:gd name="T47" fmla="*/ 4340 h 1852"/>
                <a:gd name="T48" fmla="*/ 913 w 685"/>
                <a:gd name="T49" fmla="*/ 4090 h 1852"/>
                <a:gd name="T50" fmla="*/ 883 w 685"/>
                <a:gd name="T51" fmla="*/ 2862 h 1852"/>
                <a:gd name="T52" fmla="*/ 800 w 685"/>
                <a:gd name="T53" fmla="*/ 3166 h 1852"/>
                <a:gd name="T54" fmla="*/ 793 w 685"/>
                <a:gd name="T55" fmla="*/ 4090 h 1852"/>
                <a:gd name="T56" fmla="*/ 793 w 685"/>
                <a:gd name="T57" fmla="*/ 4397 h 1852"/>
                <a:gd name="T58" fmla="*/ 719 w 685"/>
                <a:gd name="T59" fmla="*/ 4536 h 1852"/>
                <a:gd name="T60" fmla="*/ 510 w 685"/>
                <a:gd name="T61" fmla="*/ 4512 h 1852"/>
                <a:gd name="T62" fmla="*/ 464 w 685"/>
                <a:gd name="T63" fmla="*/ 4489 h 1852"/>
                <a:gd name="T64" fmla="*/ 456 w 685"/>
                <a:gd name="T65" fmla="*/ 4471 h 1852"/>
                <a:gd name="T66" fmla="*/ 556 w 685"/>
                <a:gd name="T67" fmla="*/ 4293 h 1852"/>
                <a:gd name="T68" fmla="*/ 589 w 685"/>
                <a:gd name="T69" fmla="*/ 4158 h 1852"/>
                <a:gd name="T70" fmla="*/ 449 w 685"/>
                <a:gd name="T71" fmla="*/ 3224 h 1852"/>
                <a:gd name="T72" fmla="*/ 300 w 685"/>
                <a:gd name="T73" fmla="*/ 2027 h 1852"/>
                <a:gd name="T74" fmla="*/ 327 w 685"/>
                <a:gd name="T75" fmla="*/ 970 h 1852"/>
                <a:gd name="T76" fmla="*/ 167 w 685"/>
                <a:gd name="T77" fmla="*/ 1507 h 1852"/>
                <a:gd name="T78" fmla="*/ 184 w 685"/>
                <a:gd name="T79" fmla="*/ 1659 h 1852"/>
                <a:gd name="T80" fmla="*/ 226 w 685"/>
                <a:gd name="T81" fmla="*/ 1867 h 1852"/>
                <a:gd name="T82" fmla="*/ 161 w 685"/>
                <a:gd name="T83" fmla="*/ 1799 h 1852"/>
                <a:gd name="T84" fmla="*/ 134 w 685"/>
                <a:gd name="T85" fmla="*/ 1874 h 1852"/>
                <a:gd name="T86" fmla="*/ 184 w 685"/>
                <a:gd name="T87" fmla="*/ 1931 h 1852"/>
                <a:gd name="T88" fmla="*/ 187 w 685"/>
                <a:gd name="T89" fmla="*/ 1980 h 1852"/>
                <a:gd name="T90" fmla="*/ 138 w 685"/>
                <a:gd name="T91" fmla="*/ 1983 h 1852"/>
                <a:gd name="T92" fmla="*/ 62 w 685"/>
                <a:gd name="T93" fmla="*/ 1923 h 1852"/>
                <a:gd name="T94" fmla="*/ 22 w 685"/>
                <a:gd name="T95" fmla="*/ 1865 h 1852"/>
                <a:gd name="T96" fmla="*/ 5 w 685"/>
                <a:gd name="T97" fmla="*/ 1642 h 1852"/>
                <a:gd name="T98" fmla="*/ 37 w 685"/>
                <a:gd name="T99" fmla="*/ 990 h 1852"/>
                <a:gd name="T100" fmla="*/ 167 w 685"/>
                <a:gd name="T101" fmla="*/ 515 h 1852"/>
                <a:gd name="T102" fmla="*/ 677 w 685"/>
                <a:gd name="T103" fmla="*/ 84 h 1852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0" t="0" r="r" b="b"/>
              <a:pathLst>
                <a:path w="685" h="1852">
                  <a:moveTo>
                    <a:pt x="406" y="0"/>
                  </a:moveTo>
                  <a:cubicBezTo>
                    <a:pt x="407" y="16"/>
                    <a:pt x="410" y="33"/>
                    <a:pt x="416" y="37"/>
                  </a:cubicBezTo>
                  <a:cubicBezTo>
                    <a:pt x="436" y="46"/>
                    <a:pt x="476" y="62"/>
                    <a:pt x="511" y="76"/>
                  </a:cubicBezTo>
                  <a:cubicBezTo>
                    <a:pt x="542" y="89"/>
                    <a:pt x="557" y="92"/>
                    <a:pt x="577" y="114"/>
                  </a:cubicBezTo>
                  <a:cubicBezTo>
                    <a:pt x="597" y="135"/>
                    <a:pt x="609" y="189"/>
                    <a:pt x="618" y="210"/>
                  </a:cubicBezTo>
                  <a:cubicBezTo>
                    <a:pt x="628" y="233"/>
                    <a:pt x="646" y="323"/>
                    <a:pt x="647" y="335"/>
                  </a:cubicBezTo>
                  <a:cubicBezTo>
                    <a:pt x="648" y="338"/>
                    <a:pt x="648" y="338"/>
                    <a:pt x="648" y="338"/>
                  </a:cubicBezTo>
                  <a:cubicBezTo>
                    <a:pt x="653" y="357"/>
                    <a:pt x="664" y="384"/>
                    <a:pt x="670" y="403"/>
                  </a:cubicBezTo>
                  <a:cubicBezTo>
                    <a:pt x="675" y="422"/>
                    <a:pt x="680" y="476"/>
                    <a:pt x="682" y="496"/>
                  </a:cubicBezTo>
                  <a:cubicBezTo>
                    <a:pt x="684" y="540"/>
                    <a:pt x="685" y="583"/>
                    <a:pt x="683" y="627"/>
                  </a:cubicBezTo>
                  <a:cubicBezTo>
                    <a:pt x="683" y="641"/>
                    <a:pt x="683" y="655"/>
                    <a:pt x="683" y="669"/>
                  </a:cubicBezTo>
                  <a:cubicBezTo>
                    <a:pt x="683" y="681"/>
                    <a:pt x="685" y="698"/>
                    <a:pt x="685" y="707"/>
                  </a:cubicBezTo>
                  <a:cubicBezTo>
                    <a:pt x="685" y="717"/>
                    <a:pt x="682" y="734"/>
                    <a:pt x="681" y="741"/>
                  </a:cubicBezTo>
                  <a:cubicBezTo>
                    <a:pt x="680" y="748"/>
                    <a:pt x="677" y="757"/>
                    <a:pt x="676" y="760"/>
                  </a:cubicBezTo>
                  <a:cubicBezTo>
                    <a:pt x="675" y="763"/>
                    <a:pt x="671" y="766"/>
                    <a:pt x="671" y="766"/>
                  </a:cubicBezTo>
                  <a:cubicBezTo>
                    <a:pt x="671" y="766"/>
                    <a:pt x="664" y="777"/>
                    <a:pt x="663" y="780"/>
                  </a:cubicBezTo>
                  <a:cubicBezTo>
                    <a:pt x="662" y="782"/>
                    <a:pt x="660" y="784"/>
                    <a:pt x="660" y="784"/>
                  </a:cubicBezTo>
                  <a:cubicBezTo>
                    <a:pt x="660" y="784"/>
                    <a:pt x="658" y="788"/>
                    <a:pt x="655" y="792"/>
                  </a:cubicBezTo>
                  <a:cubicBezTo>
                    <a:pt x="652" y="795"/>
                    <a:pt x="643" y="798"/>
                    <a:pt x="643" y="798"/>
                  </a:cubicBezTo>
                  <a:cubicBezTo>
                    <a:pt x="643" y="798"/>
                    <a:pt x="632" y="805"/>
                    <a:pt x="630" y="808"/>
                  </a:cubicBezTo>
                  <a:cubicBezTo>
                    <a:pt x="628" y="810"/>
                    <a:pt x="623" y="810"/>
                    <a:pt x="620" y="812"/>
                  </a:cubicBezTo>
                  <a:cubicBezTo>
                    <a:pt x="617" y="815"/>
                    <a:pt x="608" y="817"/>
                    <a:pt x="608" y="815"/>
                  </a:cubicBezTo>
                  <a:cubicBezTo>
                    <a:pt x="607" y="812"/>
                    <a:pt x="609" y="807"/>
                    <a:pt x="609" y="807"/>
                  </a:cubicBezTo>
                  <a:cubicBezTo>
                    <a:pt x="605" y="806"/>
                    <a:pt x="602" y="806"/>
                    <a:pt x="604" y="800"/>
                  </a:cubicBezTo>
                  <a:cubicBezTo>
                    <a:pt x="606" y="793"/>
                    <a:pt x="609" y="790"/>
                    <a:pt x="620" y="790"/>
                  </a:cubicBezTo>
                  <a:cubicBezTo>
                    <a:pt x="617" y="789"/>
                    <a:pt x="613" y="789"/>
                    <a:pt x="611" y="787"/>
                  </a:cubicBezTo>
                  <a:cubicBezTo>
                    <a:pt x="609" y="785"/>
                    <a:pt x="613" y="779"/>
                    <a:pt x="617" y="778"/>
                  </a:cubicBezTo>
                  <a:cubicBezTo>
                    <a:pt x="621" y="776"/>
                    <a:pt x="628" y="776"/>
                    <a:pt x="628" y="776"/>
                  </a:cubicBezTo>
                  <a:cubicBezTo>
                    <a:pt x="629" y="772"/>
                    <a:pt x="631" y="764"/>
                    <a:pt x="631" y="764"/>
                  </a:cubicBezTo>
                  <a:cubicBezTo>
                    <a:pt x="628" y="759"/>
                    <a:pt x="628" y="743"/>
                    <a:pt x="628" y="741"/>
                  </a:cubicBezTo>
                  <a:cubicBezTo>
                    <a:pt x="628" y="738"/>
                    <a:pt x="624" y="729"/>
                    <a:pt x="623" y="729"/>
                  </a:cubicBezTo>
                  <a:cubicBezTo>
                    <a:pt x="622" y="728"/>
                    <a:pt x="620" y="730"/>
                    <a:pt x="620" y="733"/>
                  </a:cubicBezTo>
                  <a:cubicBezTo>
                    <a:pt x="620" y="736"/>
                    <a:pt x="616" y="749"/>
                    <a:pt x="614" y="756"/>
                  </a:cubicBezTo>
                  <a:cubicBezTo>
                    <a:pt x="612" y="763"/>
                    <a:pt x="610" y="781"/>
                    <a:pt x="596" y="780"/>
                  </a:cubicBezTo>
                  <a:cubicBezTo>
                    <a:pt x="587" y="780"/>
                    <a:pt x="594" y="764"/>
                    <a:pt x="594" y="761"/>
                  </a:cubicBezTo>
                  <a:cubicBezTo>
                    <a:pt x="594" y="757"/>
                    <a:pt x="598" y="733"/>
                    <a:pt x="598" y="729"/>
                  </a:cubicBezTo>
                  <a:cubicBezTo>
                    <a:pt x="597" y="725"/>
                    <a:pt x="598" y="714"/>
                    <a:pt x="599" y="710"/>
                  </a:cubicBezTo>
                  <a:cubicBezTo>
                    <a:pt x="599" y="706"/>
                    <a:pt x="609" y="680"/>
                    <a:pt x="611" y="676"/>
                  </a:cubicBezTo>
                  <a:cubicBezTo>
                    <a:pt x="612" y="673"/>
                    <a:pt x="617" y="664"/>
                    <a:pt x="620" y="658"/>
                  </a:cubicBezTo>
                  <a:cubicBezTo>
                    <a:pt x="622" y="652"/>
                    <a:pt x="623" y="648"/>
                    <a:pt x="623" y="645"/>
                  </a:cubicBezTo>
                  <a:cubicBezTo>
                    <a:pt x="622" y="635"/>
                    <a:pt x="619" y="624"/>
                    <a:pt x="618" y="614"/>
                  </a:cubicBezTo>
                  <a:cubicBezTo>
                    <a:pt x="614" y="585"/>
                    <a:pt x="604" y="557"/>
                    <a:pt x="597" y="529"/>
                  </a:cubicBezTo>
                  <a:cubicBezTo>
                    <a:pt x="591" y="511"/>
                    <a:pt x="573" y="464"/>
                    <a:pt x="571" y="445"/>
                  </a:cubicBezTo>
                  <a:cubicBezTo>
                    <a:pt x="570" y="428"/>
                    <a:pt x="557" y="412"/>
                    <a:pt x="554" y="395"/>
                  </a:cubicBezTo>
                  <a:cubicBezTo>
                    <a:pt x="562" y="443"/>
                    <a:pt x="572" y="538"/>
                    <a:pt x="565" y="607"/>
                  </a:cubicBezTo>
                  <a:cubicBezTo>
                    <a:pt x="554" y="719"/>
                    <a:pt x="553" y="698"/>
                    <a:pt x="557" y="731"/>
                  </a:cubicBezTo>
                  <a:cubicBezTo>
                    <a:pt x="557" y="755"/>
                    <a:pt x="563" y="798"/>
                    <a:pt x="565" y="826"/>
                  </a:cubicBezTo>
                  <a:cubicBezTo>
                    <a:pt x="568" y="854"/>
                    <a:pt x="567" y="910"/>
                    <a:pt x="564" y="1020"/>
                  </a:cubicBezTo>
                  <a:cubicBezTo>
                    <a:pt x="561" y="1114"/>
                    <a:pt x="532" y="1184"/>
                    <a:pt x="530" y="1207"/>
                  </a:cubicBezTo>
                  <a:cubicBezTo>
                    <a:pt x="526" y="1240"/>
                    <a:pt x="514" y="1283"/>
                    <a:pt x="500" y="1320"/>
                  </a:cubicBezTo>
                  <a:cubicBezTo>
                    <a:pt x="485" y="1358"/>
                    <a:pt x="504" y="1432"/>
                    <a:pt x="481" y="1520"/>
                  </a:cubicBezTo>
                  <a:cubicBezTo>
                    <a:pt x="456" y="1616"/>
                    <a:pt x="452" y="1664"/>
                    <a:pt x="451" y="1681"/>
                  </a:cubicBezTo>
                  <a:cubicBezTo>
                    <a:pt x="450" y="1689"/>
                    <a:pt x="448" y="1693"/>
                    <a:pt x="448" y="1695"/>
                  </a:cubicBezTo>
                  <a:cubicBezTo>
                    <a:pt x="450" y="1701"/>
                    <a:pt x="453" y="1711"/>
                    <a:pt x="450" y="1720"/>
                  </a:cubicBezTo>
                  <a:cubicBezTo>
                    <a:pt x="450" y="1722"/>
                    <a:pt x="449" y="1727"/>
                    <a:pt x="451" y="1731"/>
                  </a:cubicBezTo>
                  <a:cubicBezTo>
                    <a:pt x="453" y="1736"/>
                    <a:pt x="457" y="1743"/>
                    <a:pt x="462" y="1750"/>
                  </a:cubicBezTo>
                  <a:cubicBezTo>
                    <a:pt x="480" y="1770"/>
                    <a:pt x="478" y="1784"/>
                    <a:pt x="485" y="1788"/>
                  </a:cubicBezTo>
                  <a:cubicBezTo>
                    <a:pt x="492" y="1792"/>
                    <a:pt x="495" y="1796"/>
                    <a:pt x="498" y="1803"/>
                  </a:cubicBezTo>
                  <a:cubicBezTo>
                    <a:pt x="500" y="1810"/>
                    <a:pt x="507" y="1818"/>
                    <a:pt x="502" y="1822"/>
                  </a:cubicBezTo>
                  <a:cubicBezTo>
                    <a:pt x="501" y="1823"/>
                    <a:pt x="501" y="1823"/>
                    <a:pt x="500" y="1824"/>
                  </a:cubicBezTo>
                  <a:cubicBezTo>
                    <a:pt x="499" y="1824"/>
                    <a:pt x="499" y="1824"/>
                    <a:pt x="499" y="1824"/>
                  </a:cubicBezTo>
                  <a:cubicBezTo>
                    <a:pt x="500" y="1826"/>
                    <a:pt x="500" y="1828"/>
                    <a:pt x="499" y="1829"/>
                  </a:cubicBezTo>
                  <a:cubicBezTo>
                    <a:pt x="496" y="1834"/>
                    <a:pt x="491" y="1835"/>
                    <a:pt x="484" y="1835"/>
                  </a:cubicBezTo>
                  <a:cubicBezTo>
                    <a:pt x="484" y="1834"/>
                    <a:pt x="484" y="1834"/>
                    <a:pt x="484" y="1834"/>
                  </a:cubicBezTo>
                  <a:cubicBezTo>
                    <a:pt x="483" y="1836"/>
                    <a:pt x="483" y="1837"/>
                    <a:pt x="481" y="1839"/>
                  </a:cubicBezTo>
                  <a:cubicBezTo>
                    <a:pt x="477" y="1846"/>
                    <a:pt x="463" y="1848"/>
                    <a:pt x="457" y="1843"/>
                  </a:cubicBezTo>
                  <a:cubicBezTo>
                    <a:pt x="449" y="1847"/>
                    <a:pt x="434" y="1848"/>
                    <a:pt x="428" y="1841"/>
                  </a:cubicBezTo>
                  <a:cubicBezTo>
                    <a:pt x="424" y="1852"/>
                    <a:pt x="407" y="1850"/>
                    <a:pt x="397" y="1848"/>
                  </a:cubicBezTo>
                  <a:cubicBezTo>
                    <a:pt x="387" y="1847"/>
                    <a:pt x="382" y="1840"/>
                    <a:pt x="377" y="1836"/>
                  </a:cubicBezTo>
                  <a:cubicBezTo>
                    <a:pt x="371" y="1831"/>
                    <a:pt x="367" y="1827"/>
                    <a:pt x="368" y="1817"/>
                  </a:cubicBezTo>
                  <a:cubicBezTo>
                    <a:pt x="370" y="1806"/>
                    <a:pt x="369" y="1806"/>
                    <a:pt x="367" y="1792"/>
                  </a:cubicBezTo>
                  <a:cubicBezTo>
                    <a:pt x="367" y="1785"/>
                    <a:pt x="360" y="1782"/>
                    <a:pt x="359" y="1769"/>
                  </a:cubicBezTo>
                  <a:cubicBezTo>
                    <a:pt x="358" y="1759"/>
                    <a:pt x="366" y="1716"/>
                    <a:pt x="365" y="1710"/>
                  </a:cubicBezTo>
                  <a:cubicBezTo>
                    <a:pt x="363" y="1698"/>
                    <a:pt x="363" y="1686"/>
                    <a:pt x="367" y="1667"/>
                  </a:cubicBezTo>
                  <a:cubicBezTo>
                    <a:pt x="366" y="1667"/>
                    <a:pt x="366" y="1667"/>
                    <a:pt x="366" y="1667"/>
                  </a:cubicBezTo>
                  <a:cubicBezTo>
                    <a:pt x="373" y="1590"/>
                    <a:pt x="366" y="1552"/>
                    <a:pt x="357" y="1476"/>
                  </a:cubicBezTo>
                  <a:cubicBezTo>
                    <a:pt x="347" y="1400"/>
                    <a:pt x="358" y="1328"/>
                    <a:pt x="361" y="1292"/>
                  </a:cubicBezTo>
                  <a:cubicBezTo>
                    <a:pt x="364" y="1256"/>
                    <a:pt x="358" y="1221"/>
                    <a:pt x="354" y="1166"/>
                  </a:cubicBezTo>
                  <a:cubicBezTo>
                    <a:pt x="345" y="1089"/>
                    <a:pt x="342" y="1061"/>
                    <a:pt x="342" y="953"/>
                  </a:cubicBezTo>
                  <a:cubicBezTo>
                    <a:pt x="342" y="1130"/>
                    <a:pt x="336" y="1092"/>
                    <a:pt x="331" y="1166"/>
                  </a:cubicBezTo>
                  <a:cubicBezTo>
                    <a:pt x="327" y="1221"/>
                    <a:pt x="318" y="1254"/>
                    <a:pt x="321" y="1290"/>
                  </a:cubicBezTo>
                  <a:cubicBezTo>
                    <a:pt x="324" y="1326"/>
                    <a:pt x="338" y="1400"/>
                    <a:pt x="328" y="1476"/>
                  </a:cubicBezTo>
                  <a:cubicBezTo>
                    <a:pt x="319" y="1552"/>
                    <a:pt x="312" y="1590"/>
                    <a:pt x="319" y="1667"/>
                  </a:cubicBezTo>
                  <a:cubicBezTo>
                    <a:pt x="318" y="1667"/>
                    <a:pt x="318" y="1667"/>
                    <a:pt x="318" y="1667"/>
                  </a:cubicBezTo>
                  <a:cubicBezTo>
                    <a:pt x="322" y="1686"/>
                    <a:pt x="321" y="1698"/>
                    <a:pt x="320" y="1710"/>
                  </a:cubicBezTo>
                  <a:cubicBezTo>
                    <a:pt x="319" y="1716"/>
                    <a:pt x="327" y="1759"/>
                    <a:pt x="326" y="1769"/>
                  </a:cubicBezTo>
                  <a:cubicBezTo>
                    <a:pt x="325" y="1782"/>
                    <a:pt x="318" y="1785"/>
                    <a:pt x="318" y="1792"/>
                  </a:cubicBezTo>
                  <a:cubicBezTo>
                    <a:pt x="316" y="1806"/>
                    <a:pt x="315" y="1806"/>
                    <a:pt x="316" y="1817"/>
                  </a:cubicBezTo>
                  <a:cubicBezTo>
                    <a:pt x="318" y="1827"/>
                    <a:pt x="314" y="1831"/>
                    <a:pt x="308" y="1836"/>
                  </a:cubicBezTo>
                  <a:cubicBezTo>
                    <a:pt x="302" y="1840"/>
                    <a:pt x="298" y="1847"/>
                    <a:pt x="288" y="1848"/>
                  </a:cubicBezTo>
                  <a:cubicBezTo>
                    <a:pt x="277" y="1850"/>
                    <a:pt x="260" y="1852"/>
                    <a:pt x="256" y="1841"/>
                  </a:cubicBezTo>
                  <a:cubicBezTo>
                    <a:pt x="251" y="1848"/>
                    <a:pt x="236" y="1847"/>
                    <a:pt x="228" y="1843"/>
                  </a:cubicBezTo>
                  <a:cubicBezTo>
                    <a:pt x="222" y="1848"/>
                    <a:pt x="208" y="1846"/>
                    <a:pt x="204" y="1839"/>
                  </a:cubicBezTo>
                  <a:cubicBezTo>
                    <a:pt x="202" y="1837"/>
                    <a:pt x="202" y="1836"/>
                    <a:pt x="201" y="1834"/>
                  </a:cubicBezTo>
                  <a:cubicBezTo>
                    <a:pt x="201" y="1835"/>
                    <a:pt x="201" y="1835"/>
                    <a:pt x="201" y="1835"/>
                  </a:cubicBezTo>
                  <a:cubicBezTo>
                    <a:pt x="194" y="1835"/>
                    <a:pt x="189" y="1834"/>
                    <a:pt x="186" y="1829"/>
                  </a:cubicBezTo>
                  <a:cubicBezTo>
                    <a:pt x="185" y="1828"/>
                    <a:pt x="185" y="1826"/>
                    <a:pt x="186" y="1824"/>
                  </a:cubicBezTo>
                  <a:cubicBezTo>
                    <a:pt x="185" y="1824"/>
                    <a:pt x="185" y="1824"/>
                    <a:pt x="185" y="1824"/>
                  </a:cubicBezTo>
                  <a:cubicBezTo>
                    <a:pt x="184" y="1823"/>
                    <a:pt x="184" y="1823"/>
                    <a:pt x="183" y="1822"/>
                  </a:cubicBezTo>
                  <a:cubicBezTo>
                    <a:pt x="178" y="1818"/>
                    <a:pt x="185" y="1810"/>
                    <a:pt x="187" y="1803"/>
                  </a:cubicBezTo>
                  <a:cubicBezTo>
                    <a:pt x="190" y="1796"/>
                    <a:pt x="193" y="1792"/>
                    <a:pt x="200" y="1788"/>
                  </a:cubicBezTo>
                  <a:cubicBezTo>
                    <a:pt x="207" y="1784"/>
                    <a:pt x="205" y="1770"/>
                    <a:pt x="223" y="1750"/>
                  </a:cubicBezTo>
                  <a:cubicBezTo>
                    <a:pt x="228" y="1743"/>
                    <a:pt x="232" y="1736"/>
                    <a:pt x="234" y="1731"/>
                  </a:cubicBezTo>
                  <a:cubicBezTo>
                    <a:pt x="236" y="1727"/>
                    <a:pt x="235" y="1722"/>
                    <a:pt x="235" y="1720"/>
                  </a:cubicBezTo>
                  <a:cubicBezTo>
                    <a:pt x="232" y="1711"/>
                    <a:pt x="235" y="1701"/>
                    <a:pt x="236" y="1695"/>
                  </a:cubicBezTo>
                  <a:cubicBezTo>
                    <a:pt x="237" y="1693"/>
                    <a:pt x="235" y="1689"/>
                    <a:pt x="234" y="1681"/>
                  </a:cubicBezTo>
                  <a:cubicBezTo>
                    <a:pt x="233" y="1664"/>
                    <a:pt x="231" y="1615"/>
                    <a:pt x="204" y="1520"/>
                  </a:cubicBezTo>
                  <a:cubicBezTo>
                    <a:pt x="178" y="1426"/>
                    <a:pt x="195" y="1352"/>
                    <a:pt x="180" y="1314"/>
                  </a:cubicBezTo>
                  <a:cubicBezTo>
                    <a:pt x="166" y="1277"/>
                    <a:pt x="158" y="1218"/>
                    <a:pt x="156" y="1194"/>
                  </a:cubicBezTo>
                  <a:cubicBezTo>
                    <a:pt x="155" y="1170"/>
                    <a:pt x="126" y="1114"/>
                    <a:pt x="121" y="1020"/>
                  </a:cubicBezTo>
                  <a:cubicBezTo>
                    <a:pt x="115" y="910"/>
                    <a:pt x="117" y="854"/>
                    <a:pt x="120" y="826"/>
                  </a:cubicBezTo>
                  <a:cubicBezTo>
                    <a:pt x="122" y="798"/>
                    <a:pt x="128" y="755"/>
                    <a:pt x="128" y="731"/>
                  </a:cubicBezTo>
                  <a:cubicBezTo>
                    <a:pt x="132" y="698"/>
                    <a:pt x="130" y="719"/>
                    <a:pt x="120" y="607"/>
                  </a:cubicBezTo>
                  <a:cubicBezTo>
                    <a:pt x="113" y="538"/>
                    <a:pt x="123" y="443"/>
                    <a:pt x="131" y="395"/>
                  </a:cubicBezTo>
                  <a:cubicBezTo>
                    <a:pt x="128" y="412"/>
                    <a:pt x="115" y="428"/>
                    <a:pt x="113" y="445"/>
                  </a:cubicBezTo>
                  <a:cubicBezTo>
                    <a:pt x="112" y="464"/>
                    <a:pt x="93" y="511"/>
                    <a:pt x="88" y="529"/>
                  </a:cubicBezTo>
                  <a:cubicBezTo>
                    <a:pt x="80" y="557"/>
                    <a:pt x="71" y="585"/>
                    <a:pt x="67" y="614"/>
                  </a:cubicBezTo>
                  <a:cubicBezTo>
                    <a:pt x="66" y="624"/>
                    <a:pt x="63" y="635"/>
                    <a:pt x="62" y="645"/>
                  </a:cubicBezTo>
                  <a:cubicBezTo>
                    <a:pt x="62" y="648"/>
                    <a:pt x="63" y="652"/>
                    <a:pt x="65" y="658"/>
                  </a:cubicBezTo>
                  <a:cubicBezTo>
                    <a:pt x="68" y="664"/>
                    <a:pt x="73" y="673"/>
                    <a:pt x="74" y="676"/>
                  </a:cubicBezTo>
                  <a:cubicBezTo>
                    <a:pt x="76" y="680"/>
                    <a:pt x="86" y="706"/>
                    <a:pt x="86" y="710"/>
                  </a:cubicBezTo>
                  <a:cubicBezTo>
                    <a:pt x="87" y="714"/>
                    <a:pt x="88" y="725"/>
                    <a:pt x="87" y="729"/>
                  </a:cubicBezTo>
                  <a:cubicBezTo>
                    <a:pt x="87" y="733"/>
                    <a:pt x="91" y="757"/>
                    <a:pt x="91" y="761"/>
                  </a:cubicBezTo>
                  <a:cubicBezTo>
                    <a:pt x="91" y="764"/>
                    <a:pt x="97" y="780"/>
                    <a:pt x="89" y="780"/>
                  </a:cubicBezTo>
                  <a:cubicBezTo>
                    <a:pt x="75" y="781"/>
                    <a:pt x="72" y="763"/>
                    <a:pt x="71" y="756"/>
                  </a:cubicBezTo>
                  <a:cubicBezTo>
                    <a:pt x="69" y="749"/>
                    <a:pt x="65" y="736"/>
                    <a:pt x="65" y="733"/>
                  </a:cubicBezTo>
                  <a:cubicBezTo>
                    <a:pt x="65" y="730"/>
                    <a:pt x="63" y="728"/>
                    <a:pt x="62" y="729"/>
                  </a:cubicBezTo>
                  <a:cubicBezTo>
                    <a:pt x="61" y="729"/>
                    <a:pt x="57" y="738"/>
                    <a:pt x="57" y="741"/>
                  </a:cubicBezTo>
                  <a:cubicBezTo>
                    <a:pt x="57" y="743"/>
                    <a:pt x="56" y="759"/>
                    <a:pt x="54" y="764"/>
                  </a:cubicBezTo>
                  <a:cubicBezTo>
                    <a:pt x="54" y="764"/>
                    <a:pt x="56" y="772"/>
                    <a:pt x="56" y="776"/>
                  </a:cubicBezTo>
                  <a:cubicBezTo>
                    <a:pt x="56" y="776"/>
                    <a:pt x="64" y="776"/>
                    <a:pt x="68" y="778"/>
                  </a:cubicBezTo>
                  <a:cubicBezTo>
                    <a:pt x="72" y="779"/>
                    <a:pt x="76" y="785"/>
                    <a:pt x="74" y="787"/>
                  </a:cubicBezTo>
                  <a:cubicBezTo>
                    <a:pt x="72" y="789"/>
                    <a:pt x="68" y="789"/>
                    <a:pt x="65" y="790"/>
                  </a:cubicBezTo>
                  <a:cubicBezTo>
                    <a:pt x="76" y="790"/>
                    <a:pt x="79" y="793"/>
                    <a:pt x="81" y="800"/>
                  </a:cubicBezTo>
                  <a:cubicBezTo>
                    <a:pt x="83" y="806"/>
                    <a:pt x="80" y="806"/>
                    <a:pt x="75" y="807"/>
                  </a:cubicBezTo>
                  <a:cubicBezTo>
                    <a:pt x="75" y="807"/>
                    <a:pt x="78" y="812"/>
                    <a:pt x="77" y="815"/>
                  </a:cubicBezTo>
                  <a:cubicBezTo>
                    <a:pt x="77" y="817"/>
                    <a:pt x="68" y="815"/>
                    <a:pt x="65" y="812"/>
                  </a:cubicBezTo>
                  <a:cubicBezTo>
                    <a:pt x="62" y="810"/>
                    <a:pt x="57" y="810"/>
                    <a:pt x="55" y="808"/>
                  </a:cubicBezTo>
                  <a:cubicBezTo>
                    <a:pt x="53" y="805"/>
                    <a:pt x="42" y="798"/>
                    <a:pt x="42" y="798"/>
                  </a:cubicBezTo>
                  <a:cubicBezTo>
                    <a:pt x="42" y="798"/>
                    <a:pt x="33" y="795"/>
                    <a:pt x="30" y="792"/>
                  </a:cubicBezTo>
                  <a:cubicBezTo>
                    <a:pt x="27" y="788"/>
                    <a:pt x="25" y="784"/>
                    <a:pt x="25" y="784"/>
                  </a:cubicBezTo>
                  <a:cubicBezTo>
                    <a:pt x="25" y="784"/>
                    <a:pt x="23" y="782"/>
                    <a:pt x="22" y="780"/>
                  </a:cubicBezTo>
                  <a:cubicBezTo>
                    <a:pt x="21" y="777"/>
                    <a:pt x="14" y="766"/>
                    <a:pt x="14" y="766"/>
                  </a:cubicBezTo>
                  <a:cubicBezTo>
                    <a:pt x="14" y="766"/>
                    <a:pt x="9" y="763"/>
                    <a:pt x="9" y="760"/>
                  </a:cubicBezTo>
                  <a:cubicBezTo>
                    <a:pt x="8" y="757"/>
                    <a:pt x="5" y="748"/>
                    <a:pt x="4" y="741"/>
                  </a:cubicBezTo>
                  <a:cubicBezTo>
                    <a:pt x="3" y="734"/>
                    <a:pt x="0" y="717"/>
                    <a:pt x="0" y="707"/>
                  </a:cubicBezTo>
                  <a:cubicBezTo>
                    <a:pt x="0" y="698"/>
                    <a:pt x="2" y="681"/>
                    <a:pt x="2" y="669"/>
                  </a:cubicBezTo>
                  <a:cubicBezTo>
                    <a:pt x="2" y="655"/>
                    <a:pt x="2" y="641"/>
                    <a:pt x="2" y="627"/>
                  </a:cubicBezTo>
                  <a:cubicBezTo>
                    <a:pt x="0" y="583"/>
                    <a:pt x="1" y="540"/>
                    <a:pt x="3" y="496"/>
                  </a:cubicBezTo>
                  <a:cubicBezTo>
                    <a:pt x="4" y="476"/>
                    <a:pt x="10" y="422"/>
                    <a:pt x="15" y="403"/>
                  </a:cubicBezTo>
                  <a:cubicBezTo>
                    <a:pt x="21" y="384"/>
                    <a:pt x="32" y="357"/>
                    <a:pt x="37" y="338"/>
                  </a:cubicBezTo>
                  <a:cubicBezTo>
                    <a:pt x="38" y="335"/>
                    <a:pt x="38" y="335"/>
                    <a:pt x="38" y="335"/>
                  </a:cubicBezTo>
                  <a:cubicBezTo>
                    <a:pt x="39" y="323"/>
                    <a:pt x="57" y="233"/>
                    <a:pt x="67" y="210"/>
                  </a:cubicBezTo>
                  <a:cubicBezTo>
                    <a:pt x="76" y="189"/>
                    <a:pt x="88" y="135"/>
                    <a:pt x="108" y="114"/>
                  </a:cubicBezTo>
                  <a:cubicBezTo>
                    <a:pt x="128" y="92"/>
                    <a:pt x="143" y="89"/>
                    <a:pt x="174" y="76"/>
                  </a:cubicBezTo>
                  <a:cubicBezTo>
                    <a:pt x="209" y="62"/>
                    <a:pt x="251" y="43"/>
                    <a:pt x="271" y="34"/>
                  </a:cubicBezTo>
                  <a:cubicBezTo>
                    <a:pt x="277" y="30"/>
                    <a:pt x="277" y="21"/>
                    <a:pt x="279" y="5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533" name="Freeform 724">
              <a:extLst>
                <a:ext uri="{FF2B5EF4-FFF2-40B4-BE49-F238E27FC236}">
                  <a16:creationId xmlns:a16="http://schemas.microsoft.com/office/drawing/2014/main" id="{416FC616-BBBB-4FE7-BCE9-9F09F8CA9ED2}"/>
                </a:ext>
              </a:extLst>
            </p:cNvPr>
            <p:cNvSpPr>
              <a:spLocks/>
            </p:cNvSpPr>
            <p:nvPr/>
          </p:nvSpPr>
          <p:spPr bwMode="auto">
            <a:xfrm>
              <a:off x="738" y="1243"/>
              <a:ext cx="13" cy="22"/>
            </a:xfrm>
            <a:custGeom>
              <a:avLst/>
              <a:gdLst>
                <a:gd name="T0" fmla="*/ 22 w 10"/>
                <a:gd name="T1" fmla="*/ 41 h 16"/>
                <a:gd name="T2" fmla="*/ 5 w 10"/>
                <a:gd name="T3" fmla="*/ 32 h 16"/>
                <a:gd name="T4" fmla="*/ 13 w 10"/>
                <a:gd name="T5" fmla="*/ 23 h 16"/>
                <a:gd name="T6" fmla="*/ 17 w 10"/>
                <a:gd name="T7" fmla="*/ 11 h 16"/>
                <a:gd name="T8" fmla="*/ 5 w 10"/>
                <a:gd name="T9" fmla="*/ 0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6">
                  <a:moveTo>
                    <a:pt x="10" y="16"/>
                  </a:moveTo>
                  <a:cubicBezTo>
                    <a:pt x="8" y="15"/>
                    <a:pt x="2" y="13"/>
                    <a:pt x="2" y="12"/>
                  </a:cubicBezTo>
                  <a:cubicBezTo>
                    <a:pt x="0" y="8"/>
                    <a:pt x="4" y="10"/>
                    <a:pt x="6" y="9"/>
                  </a:cubicBezTo>
                  <a:cubicBezTo>
                    <a:pt x="8" y="7"/>
                    <a:pt x="10" y="8"/>
                    <a:pt x="8" y="4"/>
                  </a:cubicBezTo>
                  <a:cubicBezTo>
                    <a:pt x="7" y="1"/>
                    <a:pt x="5" y="0"/>
                    <a:pt x="2" y="0"/>
                  </a:cubicBezTo>
                </a:path>
              </a:pathLst>
            </a:custGeom>
            <a:noFill/>
            <a:ln w="9525" cap="flat">
              <a:solidFill>
                <a:srgbClr val="FEF2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534" name="Freeform 725">
              <a:extLst>
                <a:ext uri="{FF2B5EF4-FFF2-40B4-BE49-F238E27FC236}">
                  <a16:creationId xmlns:a16="http://schemas.microsoft.com/office/drawing/2014/main" id="{3DC14176-D336-4A8D-9D0B-79ADD059C9CB}"/>
                </a:ext>
              </a:extLst>
            </p:cNvPr>
            <p:cNvSpPr>
              <a:spLocks/>
            </p:cNvSpPr>
            <p:nvPr/>
          </p:nvSpPr>
          <p:spPr bwMode="auto">
            <a:xfrm>
              <a:off x="780" y="1292"/>
              <a:ext cx="4" cy="9"/>
            </a:xfrm>
            <a:custGeom>
              <a:avLst/>
              <a:gdLst>
                <a:gd name="T0" fmla="*/ 0 w 3"/>
                <a:gd name="T1" fmla="*/ 0 h 7"/>
                <a:gd name="T2" fmla="*/ 7 w 3"/>
                <a:gd name="T3" fmla="*/ 15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7">
                  <a:moveTo>
                    <a:pt x="0" y="0"/>
                  </a:moveTo>
                  <a:cubicBezTo>
                    <a:pt x="1" y="2"/>
                    <a:pt x="2" y="5"/>
                    <a:pt x="3" y="7"/>
                  </a:cubicBezTo>
                </a:path>
              </a:pathLst>
            </a:custGeom>
            <a:noFill/>
            <a:ln w="9525" cap="flat">
              <a:solidFill>
                <a:srgbClr val="FEF2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535" name="Freeform 726">
              <a:extLst>
                <a:ext uri="{FF2B5EF4-FFF2-40B4-BE49-F238E27FC236}">
                  <a16:creationId xmlns:a16="http://schemas.microsoft.com/office/drawing/2014/main" id="{2E04E877-E822-4294-AEB0-20C23199C712}"/>
                </a:ext>
              </a:extLst>
            </p:cNvPr>
            <p:cNvSpPr>
              <a:spLocks/>
            </p:cNvSpPr>
            <p:nvPr/>
          </p:nvSpPr>
          <p:spPr bwMode="auto">
            <a:xfrm>
              <a:off x="746" y="1317"/>
              <a:ext cx="13" cy="17"/>
            </a:xfrm>
            <a:custGeom>
              <a:avLst/>
              <a:gdLst>
                <a:gd name="T0" fmla="*/ 0 w 10"/>
                <a:gd name="T1" fmla="*/ 14 h 12"/>
                <a:gd name="T2" fmla="*/ 22 w 10"/>
                <a:gd name="T3" fmla="*/ 6 h 12"/>
                <a:gd name="T4" fmla="*/ 13 w 10"/>
                <a:gd name="T5" fmla="*/ 34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2">
                  <a:moveTo>
                    <a:pt x="0" y="5"/>
                  </a:moveTo>
                  <a:cubicBezTo>
                    <a:pt x="3" y="3"/>
                    <a:pt x="6" y="0"/>
                    <a:pt x="10" y="2"/>
                  </a:cubicBezTo>
                  <a:cubicBezTo>
                    <a:pt x="10" y="6"/>
                    <a:pt x="9" y="9"/>
                    <a:pt x="6" y="12"/>
                  </a:cubicBezTo>
                </a:path>
              </a:pathLst>
            </a:custGeom>
            <a:noFill/>
            <a:ln w="9525" cap="flat">
              <a:solidFill>
                <a:srgbClr val="FEF2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536" name="Freeform 727">
              <a:extLst>
                <a:ext uri="{FF2B5EF4-FFF2-40B4-BE49-F238E27FC236}">
                  <a16:creationId xmlns:a16="http://schemas.microsoft.com/office/drawing/2014/main" id="{22F451F2-113E-45EF-9E09-08C6BEDCD77D}"/>
                </a:ext>
              </a:extLst>
            </p:cNvPr>
            <p:cNvSpPr>
              <a:spLocks/>
            </p:cNvSpPr>
            <p:nvPr/>
          </p:nvSpPr>
          <p:spPr bwMode="auto">
            <a:xfrm>
              <a:off x="738" y="1189"/>
              <a:ext cx="31" cy="26"/>
            </a:xfrm>
            <a:custGeom>
              <a:avLst/>
              <a:gdLst>
                <a:gd name="T0" fmla="*/ 1 w 23"/>
                <a:gd name="T1" fmla="*/ 19 h 19"/>
                <a:gd name="T2" fmla="*/ 9 w 23"/>
                <a:gd name="T3" fmla="*/ 47 h 19"/>
                <a:gd name="T4" fmla="*/ 20 w 23"/>
                <a:gd name="T5" fmla="*/ 15 h 19"/>
                <a:gd name="T6" fmla="*/ 40 w 23"/>
                <a:gd name="T7" fmla="*/ 0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19">
                  <a:moveTo>
                    <a:pt x="1" y="7"/>
                  </a:moveTo>
                  <a:cubicBezTo>
                    <a:pt x="1" y="9"/>
                    <a:pt x="0" y="19"/>
                    <a:pt x="4" y="18"/>
                  </a:cubicBezTo>
                  <a:cubicBezTo>
                    <a:pt x="8" y="18"/>
                    <a:pt x="8" y="9"/>
                    <a:pt x="8" y="6"/>
                  </a:cubicBezTo>
                  <a:cubicBezTo>
                    <a:pt x="10" y="16"/>
                    <a:pt x="23" y="5"/>
                    <a:pt x="16" y="0"/>
                  </a:cubicBezTo>
                </a:path>
              </a:pathLst>
            </a:custGeom>
            <a:noFill/>
            <a:ln w="9525" cap="flat">
              <a:solidFill>
                <a:srgbClr val="FEF2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537" name="Freeform 728">
              <a:extLst>
                <a:ext uri="{FF2B5EF4-FFF2-40B4-BE49-F238E27FC236}">
                  <a16:creationId xmlns:a16="http://schemas.microsoft.com/office/drawing/2014/main" id="{0A5D214F-9922-4E52-B670-ECD3E8BA6871}"/>
                </a:ext>
              </a:extLst>
            </p:cNvPr>
            <p:cNvSpPr>
              <a:spLocks/>
            </p:cNvSpPr>
            <p:nvPr/>
          </p:nvSpPr>
          <p:spPr bwMode="auto">
            <a:xfrm>
              <a:off x="838" y="1187"/>
              <a:ext cx="22" cy="23"/>
            </a:xfrm>
            <a:custGeom>
              <a:avLst/>
              <a:gdLst>
                <a:gd name="T0" fmla="*/ 41 w 16"/>
                <a:gd name="T1" fmla="*/ 22 h 17"/>
                <a:gd name="T2" fmla="*/ 26 w 16"/>
                <a:gd name="T3" fmla="*/ 16 h 17"/>
                <a:gd name="T4" fmla="*/ 11 w 16"/>
                <a:gd name="T5" fmla="*/ 27 h 17"/>
                <a:gd name="T6" fmla="*/ 15 w 16"/>
                <a:gd name="T7" fmla="*/ 0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17">
                  <a:moveTo>
                    <a:pt x="16" y="9"/>
                  </a:moveTo>
                  <a:cubicBezTo>
                    <a:pt x="15" y="17"/>
                    <a:pt x="8" y="15"/>
                    <a:pt x="10" y="7"/>
                  </a:cubicBezTo>
                  <a:cubicBezTo>
                    <a:pt x="8" y="9"/>
                    <a:pt x="6" y="11"/>
                    <a:pt x="4" y="11"/>
                  </a:cubicBezTo>
                  <a:cubicBezTo>
                    <a:pt x="0" y="8"/>
                    <a:pt x="2" y="2"/>
                    <a:pt x="6" y="0"/>
                  </a:cubicBezTo>
                </a:path>
              </a:pathLst>
            </a:custGeom>
            <a:noFill/>
            <a:ln w="9525" cap="flat">
              <a:solidFill>
                <a:srgbClr val="FEF2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538" name="Freeform 729">
              <a:extLst>
                <a:ext uri="{FF2B5EF4-FFF2-40B4-BE49-F238E27FC236}">
                  <a16:creationId xmlns:a16="http://schemas.microsoft.com/office/drawing/2014/main" id="{4EF9F748-7305-47F1-B145-DA2D46E2346B}"/>
                </a:ext>
              </a:extLst>
            </p:cNvPr>
            <p:cNvSpPr>
              <a:spLocks/>
            </p:cNvSpPr>
            <p:nvPr/>
          </p:nvSpPr>
          <p:spPr bwMode="auto">
            <a:xfrm>
              <a:off x="852" y="1251"/>
              <a:ext cx="12" cy="14"/>
            </a:xfrm>
            <a:custGeom>
              <a:avLst/>
              <a:gdLst>
                <a:gd name="T0" fmla="*/ 5 w 9"/>
                <a:gd name="T1" fmla="*/ 25 h 10"/>
                <a:gd name="T2" fmla="*/ 21 w 9"/>
                <a:gd name="T3" fmla="*/ 15 h 10"/>
                <a:gd name="T4" fmla="*/ 0 w 9"/>
                <a:gd name="T5" fmla="*/ 6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0">
                  <a:moveTo>
                    <a:pt x="2" y="9"/>
                  </a:moveTo>
                  <a:cubicBezTo>
                    <a:pt x="5" y="10"/>
                    <a:pt x="8" y="9"/>
                    <a:pt x="9" y="6"/>
                  </a:cubicBezTo>
                  <a:cubicBezTo>
                    <a:pt x="8" y="2"/>
                    <a:pt x="4" y="0"/>
                    <a:pt x="0" y="2"/>
                  </a:cubicBezTo>
                </a:path>
              </a:pathLst>
            </a:custGeom>
            <a:noFill/>
            <a:ln w="9525" cap="flat">
              <a:solidFill>
                <a:srgbClr val="FEF2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539" name="Freeform 730">
              <a:extLst>
                <a:ext uri="{FF2B5EF4-FFF2-40B4-BE49-F238E27FC236}">
                  <a16:creationId xmlns:a16="http://schemas.microsoft.com/office/drawing/2014/main" id="{7EC48195-48C0-4A88-B589-CAED113DEDC3}"/>
                </a:ext>
              </a:extLst>
            </p:cNvPr>
            <p:cNvSpPr>
              <a:spLocks/>
            </p:cNvSpPr>
            <p:nvPr/>
          </p:nvSpPr>
          <p:spPr bwMode="auto">
            <a:xfrm>
              <a:off x="754" y="1121"/>
              <a:ext cx="11" cy="12"/>
            </a:xfrm>
            <a:custGeom>
              <a:avLst/>
              <a:gdLst>
                <a:gd name="T0" fmla="*/ 21 w 8"/>
                <a:gd name="T1" fmla="*/ 21 h 9"/>
                <a:gd name="T2" fmla="*/ 19 w 8"/>
                <a:gd name="T3" fmla="*/ 0 h 9"/>
                <a:gd name="T4" fmla="*/ 0 w 8"/>
                <a:gd name="T5" fmla="*/ 16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9">
                  <a:moveTo>
                    <a:pt x="8" y="9"/>
                  </a:moveTo>
                  <a:cubicBezTo>
                    <a:pt x="8" y="6"/>
                    <a:pt x="8" y="3"/>
                    <a:pt x="7" y="0"/>
                  </a:cubicBezTo>
                  <a:cubicBezTo>
                    <a:pt x="4" y="2"/>
                    <a:pt x="1" y="5"/>
                    <a:pt x="0" y="7"/>
                  </a:cubicBezTo>
                </a:path>
              </a:pathLst>
            </a:custGeom>
            <a:noFill/>
            <a:ln w="9525" cap="flat">
              <a:solidFill>
                <a:srgbClr val="FEF2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540" name="Freeform 731">
              <a:extLst>
                <a:ext uri="{FF2B5EF4-FFF2-40B4-BE49-F238E27FC236}">
                  <a16:creationId xmlns:a16="http://schemas.microsoft.com/office/drawing/2014/main" id="{96D89E5E-C665-4AD7-B209-B40D33ADD14D}"/>
                </a:ext>
              </a:extLst>
            </p:cNvPr>
            <p:cNvSpPr>
              <a:spLocks/>
            </p:cNvSpPr>
            <p:nvPr/>
          </p:nvSpPr>
          <p:spPr bwMode="auto">
            <a:xfrm>
              <a:off x="846" y="1119"/>
              <a:ext cx="1" cy="12"/>
            </a:xfrm>
            <a:custGeom>
              <a:avLst/>
              <a:gdLst>
                <a:gd name="T0" fmla="*/ 0 w 1"/>
                <a:gd name="T1" fmla="*/ 21 h 9"/>
                <a:gd name="T2" fmla="*/ 0 w 1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9">
                  <a:moveTo>
                    <a:pt x="0" y="9"/>
                  </a:moveTo>
                  <a:cubicBezTo>
                    <a:pt x="0" y="6"/>
                    <a:pt x="0" y="3"/>
                    <a:pt x="0" y="0"/>
                  </a:cubicBezTo>
                </a:path>
              </a:pathLst>
            </a:custGeom>
            <a:noFill/>
            <a:ln w="9525" cap="flat">
              <a:solidFill>
                <a:srgbClr val="FEF2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541" name="Freeform 732">
              <a:extLst>
                <a:ext uri="{FF2B5EF4-FFF2-40B4-BE49-F238E27FC236}">
                  <a16:creationId xmlns:a16="http://schemas.microsoft.com/office/drawing/2014/main" id="{26D6E5BE-A036-4FD5-BB4A-A2501660A108}"/>
                </a:ext>
              </a:extLst>
            </p:cNvPr>
            <p:cNvSpPr>
              <a:spLocks/>
            </p:cNvSpPr>
            <p:nvPr/>
          </p:nvSpPr>
          <p:spPr bwMode="auto">
            <a:xfrm>
              <a:off x="880" y="2179"/>
              <a:ext cx="151" cy="235"/>
            </a:xfrm>
            <a:custGeom>
              <a:avLst/>
              <a:gdLst>
                <a:gd name="T0" fmla="*/ 279 w 111"/>
                <a:gd name="T1" fmla="*/ 0 h 174"/>
                <a:gd name="T2" fmla="*/ 207 w 111"/>
                <a:gd name="T3" fmla="*/ 217 h 174"/>
                <a:gd name="T4" fmla="*/ 146 w 111"/>
                <a:gd name="T5" fmla="*/ 317 h 174"/>
                <a:gd name="T6" fmla="*/ 0 w 111"/>
                <a:gd name="T7" fmla="*/ 428 h 17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1" h="174">
                  <a:moveTo>
                    <a:pt x="111" y="0"/>
                  </a:moveTo>
                  <a:cubicBezTo>
                    <a:pt x="103" y="25"/>
                    <a:pt x="94" y="64"/>
                    <a:pt x="82" y="88"/>
                  </a:cubicBezTo>
                  <a:cubicBezTo>
                    <a:pt x="76" y="102"/>
                    <a:pt x="67" y="117"/>
                    <a:pt x="58" y="129"/>
                  </a:cubicBezTo>
                  <a:cubicBezTo>
                    <a:pt x="43" y="152"/>
                    <a:pt x="23" y="162"/>
                    <a:pt x="0" y="174"/>
                  </a:cubicBezTo>
                </a:path>
              </a:pathLst>
            </a:custGeom>
            <a:noFill/>
            <a:ln w="4763" cap="rnd">
              <a:solidFill>
                <a:srgbClr val="AE7A6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542" name="Freeform 733">
              <a:extLst>
                <a:ext uri="{FF2B5EF4-FFF2-40B4-BE49-F238E27FC236}">
                  <a16:creationId xmlns:a16="http://schemas.microsoft.com/office/drawing/2014/main" id="{5C46ED2A-E9A8-48E4-8C52-B531304C9E1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5" y="2178"/>
              <a:ext cx="27" cy="46"/>
            </a:xfrm>
            <a:custGeom>
              <a:avLst/>
              <a:gdLst>
                <a:gd name="T0" fmla="*/ 47 w 20"/>
                <a:gd name="T1" fmla="*/ 5 h 34"/>
                <a:gd name="T2" fmla="*/ 47 w 20"/>
                <a:gd name="T3" fmla="*/ 1 h 34"/>
                <a:gd name="T4" fmla="*/ 47 w 20"/>
                <a:gd name="T5" fmla="*/ 22 h 34"/>
                <a:gd name="T6" fmla="*/ 20 w 20"/>
                <a:gd name="T7" fmla="*/ 32 h 34"/>
                <a:gd name="T8" fmla="*/ 36 w 20"/>
                <a:gd name="T9" fmla="*/ 51 h 34"/>
                <a:gd name="T10" fmla="*/ 27 w 20"/>
                <a:gd name="T11" fmla="*/ 84 h 3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" h="34">
                  <a:moveTo>
                    <a:pt x="19" y="2"/>
                  </a:moveTo>
                  <a:cubicBezTo>
                    <a:pt x="20" y="2"/>
                    <a:pt x="20" y="1"/>
                    <a:pt x="19" y="1"/>
                  </a:cubicBezTo>
                  <a:cubicBezTo>
                    <a:pt x="12" y="0"/>
                    <a:pt x="16" y="7"/>
                    <a:pt x="19" y="9"/>
                  </a:cubicBezTo>
                  <a:cubicBezTo>
                    <a:pt x="16" y="11"/>
                    <a:pt x="11" y="9"/>
                    <a:pt x="8" y="13"/>
                  </a:cubicBezTo>
                  <a:cubicBezTo>
                    <a:pt x="5" y="18"/>
                    <a:pt x="10" y="20"/>
                    <a:pt x="15" y="21"/>
                  </a:cubicBezTo>
                  <a:cubicBezTo>
                    <a:pt x="4" y="20"/>
                    <a:pt x="0" y="31"/>
                    <a:pt x="11" y="34"/>
                  </a:cubicBezTo>
                </a:path>
              </a:pathLst>
            </a:custGeom>
            <a:noFill/>
            <a:ln w="9525" cap="flat">
              <a:solidFill>
                <a:srgbClr val="FEF2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543" name="Freeform 734">
              <a:extLst>
                <a:ext uri="{FF2B5EF4-FFF2-40B4-BE49-F238E27FC236}">
                  <a16:creationId xmlns:a16="http://schemas.microsoft.com/office/drawing/2014/main" id="{8C8287DB-7E9E-4AB7-AC41-4BD02ADCCF59}"/>
                </a:ext>
              </a:extLst>
            </p:cNvPr>
            <p:cNvSpPr>
              <a:spLocks/>
            </p:cNvSpPr>
            <p:nvPr/>
          </p:nvSpPr>
          <p:spPr bwMode="auto">
            <a:xfrm>
              <a:off x="879" y="2372"/>
              <a:ext cx="50" cy="42"/>
            </a:xfrm>
            <a:custGeom>
              <a:avLst/>
              <a:gdLst>
                <a:gd name="T0" fmla="*/ 7 w 37"/>
                <a:gd name="T1" fmla="*/ 77 h 31"/>
                <a:gd name="T2" fmla="*/ 30 w 37"/>
                <a:gd name="T3" fmla="*/ 62 h 31"/>
                <a:gd name="T4" fmla="*/ 32 w 37"/>
                <a:gd name="T5" fmla="*/ 50 h 31"/>
                <a:gd name="T6" fmla="*/ 43 w 37"/>
                <a:gd name="T7" fmla="*/ 57 h 31"/>
                <a:gd name="T8" fmla="*/ 47 w 37"/>
                <a:gd name="T9" fmla="*/ 35 h 31"/>
                <a:gd name="T10" fmla="*/ 64 w 37"/>
                <a:gd name="T11" fmla="*/ 45 h 31"/>
                <a:gd name="T12" fmla="*/ 92 w 37"/>
                <a:gd name="T13" fmla="*/ 26 h 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7" h="31">
                  <a:moveTo>
                    <a:pt x="3" y="31"/>
                  </a:moveTo>
                  <a:cubicBezTo>
                    <a:pt x="0" y="23"/>
                    <a:pt x="7" y="22"/>
                    <a:pt x="12" y="25"/>
                  </a:cubicBezTo>
                  <a:cubicBezTo>
                    <a:pt x="12" y="24"/>
                    <a:pt x="13" y="22"/>
                    <a:pt x="13" y="20"/>
                  </a:cubicBezTo>
                  <a:cubicBezTo>
                    <a:pt x="15" y="20"/>
                    <a:pt x="16" y="21"/>
                    <a:pt x="18" y="23"/>
                  </a:cubicBezTo>
                  <a:cubicBezTo>
                    <a:pt x="19" y="20"/>
                    <a:pt x="18" y="17"/>
                    <a:pt x="19" y="14"/>
                  </a:cubicBezTo>
                  <a:cubicBezTo>
                    <a:pt x="21" y="16"/>
                    <a:pt x="23" y="18"/>
                    <a:pt x="26" y="18"/>
                  </a:cubicBezTo>
                  <a:cubicBezTo>
                    <a:pt x="27" y="12"/>
                    <a:pt x="29" y="0"/>
                    <a:pt x="37" y="10"/>
                  </a:cubicBezTo>
                </a:path>
              </a:pathLst>
            </a:custGeom>
            <a:noFill/>
            <a:ln w="9525" cap="flat">
              <a:solidFill>
                <a:srgbClr val="FEF2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544" name="Freeform 735">
              <a:extLst>
                <a:ext uri="{FF2B5EF4-FFF2-40B4-BE49-F238E27FC236}">
                  <a16:creationId xmlns:a16="http://schemas.microsoft.com/office/drawing/2014/main" id="{BF7C63DA-F75A-4C2D-A059-91DE9F16AE3A}"/>
                </a:ext>
              </a:extLst>
            </p:cNvPr>
            <p:cNvSpPr>
              <a:spLocks/>
            </p:cNvSpPr>
            <p:nvPr/>
          </p:nvSpPr>
          <p:spPr bwMode="auto">
            <a:xfrm>
              <a:off x="549" y="1834"/>
              <a:ext cx="197" cy="129"/>
            </a:xfrm>
            <a:custGeom>
              <a:avLst/>
              <a:gdLst>
                <a:gd name="T0" fmla="*/ 0 w 145"/>
                <a:gd name="T1" fmla="*/ 232 h 96"/>
                <a:gd name="T2" fmla="*/ 364 w 145"/>
                <a:gd name="T3" fmla="*/ 0 h 9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5" h="96">
                  <a:moveTo>
                    <a:pt x="0" y="96"/>
                  </a:moveTo>
                  <a:cubicBezTo>
                    <a:pt x="11" y="40"/>
                    <a:pt x="71" y="2"/>
                    <a:pt x="145" y="0"/>
                  </a:cubicBezTo>
                </a:path>
              </a:pathLst>
            </a:custGeom>
            <a:noFill/>
            <a:ln w="4763" cap="rnd">
              <a:solidFill>
                <a:srgbClr val="C69D8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545" name="Freeform 736">
              <a:extLst>
                <a:ext uri="{FF2B5EF4-FFF2-40B4-BE49-F238E27FC236}">
                  <a16:creationId xmlns:a16="http://schemas.microsoft.com/office/drawing/2014/main" id="{F65A333A-3145-4CFB-96C0-06C93EE7C949}"/>
                </a:ext>
              </a:extLst>
            </p:cNvPr>
            <p:cNvSpPr>
              <a:spLocks/>
            </p:cNvSpPr>
            <p:nvPr/>
          </p:nvSpPr>
          <p:spPr bwMode="auto">
            <a:xfrm>
              <a:off x="544" y="1884"/>
              <a:ext cx="40" cy="85"/>
            </a:xfrm>
            <a:custGeom>
              <a:avLst/>
              <a:gdLst>
                <a:gd name="T0" fmla="*/ 20 w 30"/>
                <a:gd name="T1" fmla="*/ 155 h 63"/>
                <a:gd name="T2" fmla="*/ 0 w 30"/>
                <a:gd name="T3" fmla="*/ 119 h 63"/>
                <a:gd name="T4" fmla="*/ 28 w 30"/>
                <a:gd name="T5" fmla="*/ 125 h 63"/>
                <a:gd name="T6" fmla="*/ 20 w 30"/>
                <a:gd name="T7" fmla="*/ 84 h 63"/>
                <a:gd name="T8" fmla="*/ 36 w 30"/>
                <a:gd name="T9" fmla="*/ 90 h 63"/>
                <a:gd name="T10" fmla="*/ 33 w 30"/>
                <a:gd name="T11" fmla="*/ 54 h 63"/>
                <a:gd name="T12" fmla="*/ 59 w 30"/>
                <a:gd name="T13" fmla="*/ 63 h 63"/>
                <a:gd name="T14" fmla="*/ 48 w 30"/>
                <a:gd name="T15" fmla="*/ 0 h 6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0" h="63">
                  <a:moveTo>
                    <a:pt x="8" y="63"/>
                  </a:moveTo>
                  <a:cubicBezTo>
                    <a:pt x="3" y="59"/>
                    <a:pt x="0" y="54"/>
                    <a:pt x="0" y="48"/>
                  </a:cubicBezTo>
                  <a:cubicBezTo>
                    <a:pt x="3" y="50"/>
                    <a:pt x="10" y="50"/>
                    <a:pt x="12" y="51"/>
                  </a:cubicBezTo>
                  <a:cubicBezTo>
                    <a:pt x="9" y="45"/>
                    <a:pt x="6" y="39"/>
                    <a:pt x="8" y="34"/>
                  </a:cubicBezTo>
                  <a:cubicBezTo>
                    <a:pt x="10" y="35"/>
                    <a:pt x="13" y="36"/>
                    <a:pt x="15" y="37"/>
                  </a:cubicBezTo>
                  <a:cubicBezTo>
                    <a:pt x="15" y="33"/>
                    <a:pt x="14" y="28"/>
                    <a:pt x="14" y="22"/>
                  </a:cubicBezTo>
                  <a:cubicBezTo>
                    <a:pt x="17" y="25"/>
                    <a:pt x="22" y="25"/>
                    <a:pt x="25" y="26"/>
                  </a:cubicBezTo>
                  <a:cubicBezTo>
                    <a:pt x="30" y="18"/>
                    <a:pt x="26" y="7"/>
                    <a:pt x="20" y="0"/>
                  </a:cubicBezTo>
                </a:path>
              </a:pathLst>
            </a:custGeom>
            <a:noFill/>
            <a:ln w="9525" cap="flat">
              <a:solidFill>
                <a:srgbClr val="FEF2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546" name="Freeform 737">
              <a:extLst>
                <a:ext uri="{FF2B5EF4-FFF2-40B4-BE49-F238E27FC236}">
                  <a16:creationId xmlns:a16="http://schemas.microsoft.com/office/drawing/2014/main" id="{64E08CFB-94AC-4F79-A9B5-28FE3483153B}"/>
                </a:ext>
              </a:extLst>
            </p:cNvPr>
            <p:cNvSpPr>
              <a:spLocks/>
            </p:cNvSpPr>
            <p:nvPr/>
          </p:nvSpPr>
          <p:spPr bwMode="auto">
            <a:xfrm>
              <a:off x="697" y="1831"/>
              <a:ext cx="45" cy="14"/>
            </a:xfrm>
            <a:custGeom>
              <a:avLst/>
              <a:gdLst>
                <a:gd name="T0" fmla="*/ 83 w 33"/>
                <a:gd name="T1" fmla="*/ 0 h 10"/>
                <a:gd name="T2" fmla="*/ 82 w 33"/>
                <a:gd name="T3" fmla="*/ 15 h 10"/>
                <a:gd name="T4" fmla="*/ 65 w 33"/>
                <a:gd name="T5" fmla="*/ 1 h 10"/>
                <a:gd name="T6" fmla="*/ 61 w 33"/>
                <a:gd name="T7" fmla="*/ 20 h 10"/>
                <a:gd name="T8" fmla="*/ 48 w 33"/>
                <a:gd name="T9" fmla="*/ 6 h 10"/>
                <a:gd name="T10" fmla="*/ 26 w 33"/>
                <a:gd name="T11" fmla="*/ 11 h 10"/>
                <a:gd name="T12" fmla="*/ 20 w 33"/>
                <a:gd name="T13" fmla="*/ 28 h 10"/>
                <a:gd name="T14" fmla="*/ 0 w 33"/>
                <a:gd name="T15" fmla="*/ 11 h 1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3" h="10">
                  <a:moveTo>
                    <a:pt x="33" y="0"/>
                  </a:moveTo>
                  <a:cubicBezTo>
                    <a:pt x="33" y="2"/>
                    <a:pt x="32" y="4"/>
                    <a:pt x="32" y="6"/>
                  </a:cubicBezTo>
                  <a:cubicBezTo>
                    <a:pt x="30" y="5"/>
                    <a:pt x="28" y="3"/>
                    <a:pt x="26" y="1"/>
                  </a:cubicBezTo>
                  <a:cubicBezTo>
                    <a:pt x="26" y="3"/>
                    <a:pt x="24" y="5"/>
                    <a:pt x="24" y="7"/>
                  </a:cubicBezTo>
                  <a:cubicBezTo>
                    <a:pt x="23" y="5"/>
                    <a:pt x="21" y="3"/>
                    <a:pt x="19" y="2"/>
                  </a:cubicBezTo>
                  <a:cubicBezTo>
                    <a:pt x="16" y="10"/>
                    <a:pt x="16" y="7"/>
                    <a:pt x="10" y="4"/>
                  </a:cubicBezTo>
                  <a:cubicBezTo>
                    <a:pt x="9" y="6"/>
                    <a:pt x="8" y="8"/>
                    <a:pt x="8" y="10"/>
                  </a:cubicBezTo>
                  <a:cubicBezTo>
                    <a:pt x="6" y="9"/>
                    <a:pt x="0" y="6"/>
                    <a:pt x="0" y="4"/>
                  </a:cubicBezTo>
                </a:path>
              </a:pathLst>
            </a:custGeom>
            <a:noFill/>
            <a:ln w="9525" cap="flat">
              <a:solidFill>
                <a:srgbClr val="FEF2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</p:grpSp>
      <p:grpSp>
        <p:nvGrpSpPr>
          <p:cNvPr id="45061" name="overweight-man-full-body-illustration">
            <a:extLst>
              <a:ext uri="{FF2B5EF4-FFF2-40B4-BE49-F238E27FC236}">
                <a16:creationId xmlns:a16="http://schemas.microsoft.com/office/drawing/2014/main" id="{CA163246-156C-491F-B608-2BD13F5DA535}"/>
              </a:ext>
            </a:extLst>
          </p:cNvPr>
          <p:cNvGrpSpPr>
            <a:grpSpLocks/>
          </p:cNvGrpSpPr>
          <p:nvPr/>
        </p:nvGrpSpPr>
        <p:grpSpPr bwMode="auto">
          <a:xfrm>
            <a:off x="4073525" y="1420813"/>
            <a:ext cx="1474788" cy="4529137"/>
            <a:chOff x="1606" y="961"/>
            <a:chExt cx="929" cy="2853"/>
          </a:xfrm>
        </p:grpSpPr>
        <p:grpSp>
          <p:nvGrpSpPr>
            <p:cNvPr id="45062" name="Group 739">
              <a:extLst>
                <a:ext uri="{FF2B5EF4-FFF2-40B4-BE49-F238E27FC236}">
                  <a16:creationId xmlns:a16="http://schemas.microsoft.com/office/drawing/2014/main" id="{AF6ABDC1-E35A-44B8-A205-AD9F7FE9525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606" y="961"/>
              <a:ext cx="929" cy="2732"/>
              <a:chOff x="1606" y="961"/>
              <a:chExt cx="929" cy="2732"/>
            </a:xfrm>
          </p:grpSpPr>
          <p:sp>
            <p:nvSpPr>
              <p:cNvPr id="45150" name="Freeform 740">
                <a:extLst>
                  <a:ext uri="{FF2B5EF4-FFF2-40B4-BE49-F238E27FC236}">
                    <a16:creationId xmlns:a16="http://schemas.microsoft.com/office/drawing/2014/main" id="{C33742A0-27F8-4E21-BD0C-05365906FC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6" y="1301"/>
                <a:ext cx="929" cy="2338"/>
              </a:xfrm>
              <a:custGeom>
                <a:avLst/>
                <a:gdLst>
                  <a:gd name="T0" fmla="*/ 1699 w 685"/>
                  <a:gd name="T1" fmla="*/ 1205 h 1737"/>
                  <a:gd name="T2" fmla="*/ 1613 w 685"/>
                  <a:gd name="T3" fmla="*/ 812 h 1737"/>
                  <a:gd name="T4" fmla="*/ 1275 w 685"/>
                  <a:gd name="T5" fmla="*/ 182 h 1737"/>
                  <a:gd name="T6" fmla="*/ 696 w 685"/>
                  <a:gd name="T7" fmla="*/ 0 h 1737"/>
                  <a:gd name="T8" fmla="*/ 269 w 685"/>
                  <a:gd name="T9" fmla="*/ 273 h 1737"/>
                  <a:gd name="T10" fmla="*/ 92 w 685"/>
                  <a:gd name="T11" fmla="*/ 818 h 1737"/>
                  <a:gd name="T12" fmla="*/ 5 w 685"/>
                  <a:gd name="T13" fmla="*/ 1524 h 1737"/>
                  <a:gd name="T14" fmla="*/ 9 w 685"/>
                  <a:gd name="T15" fmla="*/ 1802 h 1737"/>
                  <a:gd name="T16" fmla="*/ 56 w 685"/>
                  <a:gd name="T17" fmla="*/ 1897 h 1737"/>
                  <a:gd name="T18" fmla="*/ 104 w 685"/>
                  <a:gd name="T19" fmla="*/ 1941 h 1737"/>
                  <a:gd name="T20" fmla="*/ 191 w 685"/>
                  <a:gd name="T21" fmla="*/ 1983 h 1737"/>
                  <a:gd name="T22" fmla="*/ 161 w 685"/>
                  <a:gd name="T23" fmla="*/ 1922 h 1737"/>
                  <a:gd name="T24" fmla="*/ 140 w 685"/>
                  <a:gd name="T25" fmla="*/ 1888 h 1737"/>
                  <a:gd name="T26" fmla="*/ 155 w 685"/>
                  <a:gd name="T27" fmla="*/ 1774 h 1737"/>
                  <a:gd name="T28" fmla="*/ 218 w 685"/>
                  <a:gd name="T29" fmla="*/ 1897 h 1737"/>
                  <a:gd name="T30" fmla="*/ 216 w 685"/>
                  <a:gd name="T31" fmla="*/ 1727 h 1737"/>
                  <a:gd name="T32" fmla="*/ 155 w 685"/>
                  <a:gd name="T33" fmla="*/ 1567 h 1737"/>
                  <a:gd name="T34" fmla="*/ 281 w 685"/>
                  <a:gd name="T35" fmla="*/ 1079 h 1737"/>
                  <a:gd name="T36" fmla="*/ 320 w 685"/>
                  <a:gd name="T37" fmla="*/ 1777 h 1737"/>
                  <a:gd name="T38" fmla="*/ 391 w 685"/>
                  <a:gd name="T39" fmla="*/ 2906 h 1737"/>
                  <a:gd name="T40" fmla="*/ 583 w 685"/>
                  <a:gd name="T41" fmla="*/ 4095 h 1737"/>
                  <a:gd name="T42" fmla="*/ 583 w 685"/>
                  <a:gd name="T43" fmla="*/ 4216 h 1737"/>
                  <a:gd name="T44" fmla="*/ 799 w 685"/>
                  <a:gd name="T45" fmla="*/ 4165 h 1737"/>
                  <a:gd name="T46" fmla="*/ 819 w 685"/>
                  <a:gd name="T47" fmla="*/ 3594 h 1737"/>
                  <a:gd name="T48" fmla="*/ 853 w 685"/>
                  <a:gd name="T49" fmla="*/ 2319 h 1737"/>
                  <a:gd name="T50" fmla="*/ 890 w 685"/>
                  <a:gd name="T51" fmla="*/ 3594 h 1737"/>
                  <a:gd name="T52" fmla="*/ 910 w 685"/>
                  <a:gd name="T53" fmla="*/ 4165 h 1737"/>
                  <a:gd name="T54" fmla="*/ 1126 w 685"/>
                  <a:gd name="T55" fmla="*/ 4216 h 1737"/>
                  <a:gd name="T56" fmla="*/ 1126 w 685"/>
                  <a:gd name="T57" fmla="*/ 4095 h 1737"/>
                  <a:gd name="T58" fmla="*/ 1322 w 685"/>
                  <a:gd name="T59" fmla="*/ 2938 h 1737"/>
                  <a:gd name="T60" fmla="*/ 1389 w 685"/>
                  <a:gd name="T61" fmla="*/ 1777 h 1737"/>
                  <a:gd name="T62" fmla="*/ 1424 w 685"/>
                  <a:gd name="T63" fmla="*/ 1079 h 1737"/>
                  <a:gd name="T64" fmla="*/ 1554 w 685"/>
                  <a:gd name="T65" fmla="*/ 1567 h 1737"/>
                  <a:gd name="T66" fmla="*/ 1492 w 685"/>
                  <a:gd name="T67" fmla="*/ 1727 h 1737"/>
                  <a:gd name="T68" fmla="*/ 1486 w 685"/>
                  <a:gd name="T69" fmla="*/ 1897 h 1737"/>
                  <a:gd name="T70" fmla="*/ 1554 w 685"/>
                  <a:gd name="T71" fmla="*/ 1774 h 1737"/>
                  <a:gd name="T72" fmla="*/ 1566 w 685"/>
                  <a:gd name="T73" fmla="*/ 1888 h 1737"/>
                  <a:gd name="T74" fmla="*/ 1547 w 685"/>
                  <a:gd name="T75" fmla="*/ 1922 h 1737"/>
                  <a:gd name="T76" fmla="*/ 1518 w 685"/>
                  <a:gd name="T77" fmla="*/ 1983 h 1737"/>
                  <a:gd name="T78" fmla="*/ 1604 w 685"/>
                  <a:gd name="T79" fmla="*/ 1941 h 1737"/>
                  <a:gd name="T80" fmla="*/ 1653 w 685"/>
                  <a:gd name="T81" fmla="*/ 1897 h 1737"/>
                  <a:gd name="T82" fmla="*/ 1699 w 685"/>
                  <a:gd name="T83" fmla="*/ 1802 h 1737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0" t="0" r="r" b="b"/>
                <a:pathLst>
                  <a:path w="685" h="1737">
                    <a:moveTo>
                      <a:pt x="683" y="667"/>
                    </a:moveTo>
                    <a:cubicBezTo>
                      <a:pt x="682" y="653"/>
                      <a:pt x="683" y="639"/>
                      <a:pt x="683" y="625"/>
                    </a:cubicBezTo>
                    <a:cubicBezTo>
                      <a:pt x="685" y="581"/>
                      <a:pt x="684" y="538"/>
                      <a:pt x="681" y="494"/>
                    </a:cubicBezTo>
                    <a:cubicBezTo>
                      <a:pt x="680" y="474"/>
                      <a:pt x="675" y="420"/>
                      <a:pt x="669" y="401"/>
                    </a:cubicBezTo>
                    <a:cubicBezTo>
                      <a:pt x="664" y="382"/>
                      <a:pt x="653" y="355"/>
                      <a:pt x="648" y="336"/>
                    </a:cubicBezTo>
                    <a:cubicBezTo>
                      <a:pt x="647" y="333"/>
                      <a:pt x="647" y="333"/>
                      <a:pt x="647" y="333"/>
                    </a:cubicBezTo>
                    <a:cubicBezTo>
                      <a:pt x="646" y="321"/>
                      <a:pt x="628" y="231"/>
                      <a:pt x="618" y="208"/>
                    </a:cubicBezTo>
                    <a:cubicBezTo>
                      <a:pt x="609" y="187"/>
                      <a:pt x="597" y="133"/>
                      <a:pt x="577" y="112"/>
                    </a:cubicBezTo>
                    <a:cubicBezTo>
                      <a:pt x="557" y="90"/>
                      <a:pt x="541" y="87"/>
                      <a:pt x="511" y="74"/>
                    </a:cubicBezTo>
                    <a:cubicBezTo>
                      <a:pt x="476" y="60"/>
                      <a:pt x="436" y="44"/>
                      <a:pt x="416" y="35"/>
                    </a:cubicBezTo>
                    <a:cubicBezTo>
                      <a:pt x="410" y="31"/>
                      <a:pt x="406" y="16"/>
                      <a:pt x="405" y="0"/>
                    </a:cubicBezTo>
                    <a:cubicBezTo>
                      <a:pt x="279" y="0"/>
                      <a:pt x="279" y="0"/>
                      <a:pt x="279" y="0"/>
                    </a:cubicBezTo>
                    <a:cubicBezTo>
                      <a:pt x="278" y="16"/>
                      <a:pt x="276" y="28"/>
                      <a:pt x="270" y="32"/>
                    </a:cubicBezTo>
                    <a:cubicBezTo>
                      <a:pt x="250" y="41"/>
                      <a:pt x="209" y="60"/>
                      <a:pt x="174" y="74"/>
                    </a:cubicBezTo>
                    <a:cubicBezTo>
                      <a:pt x="143" y="87"/>
                      <a:pt x="128" y="90"/>
                      <a:pt x="108" y="112"/>
                    </a:cubicBezTo>
                    <a:cubicBezTo>
                      <a:pt x="88" y="133"/>
                      <a:pt x="76" y="187"/>
                      <a:pt x="67" y="208"/>
                    </a:cubicBezTo>
                    <a:cubicBezTo>
                      <a:pt x="57" y="231"/>
                      <a:pt x="39" y="321"/>
                      <a:pt x="38" y="333"/>
                    </a:cubicBezTo>
                    <a:cubicBezTo>
                      <a:pt x="37" y="336"/>
                      <a:pt x="37" y="336"/>
                      <a:pt x="37" y="336"/>
                    </a:cubicBezTo>
                    <a:cubicBezTo>
                      <a:pt x="32" y="355"/>
                      <a:pt x="21" y="382"/>
                      <a:pt x="15" y="401"/>
                    </a:cubicBezTo>
                    <a:cubicBezTo>
                      <a:pt x="10" y="420"/>
                      <a:pt x="4" y="474"/>
                      <a:pt x="3" y="494"/>
                    </a:cubicBezTo>
                    <a:cubicBezTo>
                      <a:pt x="1" y="538"/>
                      <a:pt x="0" y="581"/>
                      <a:pt x="2" y="625"/>
                    </a:cubicBezTo>
                    <a:cubicBezTo>
                      <a:pt x="2" y="639"/>
                      <a:pt x="2" y="653"/>
                      <a:pt x="2" y="667"/>
                    </a:cubicBezTo>
                    <a:cubicBezTo>
                      <a:pt x="2" y="679"/>
                      <a:pt x="0" y="696"/>
                      <a:pt x="0" y="705"/>
                    </a:cubicBezTo>
                    <a:cubicBezTo>
                      <a:pt x="0" y="715"/>
                      <a:pt x="3" y="732"/>
                      <a:pt x="4" y="739"/>
                    </a:cubicBezTo>
                    <a:cubicBezTo>
                      <a:pt x="5" y="746"/>
                      <a:pt x="8" y="755"/>
                      <a:pt x="9" y="758"/>
                    </a:cubicBezTo>
                    <a:cubicBezTo>
                      <a:pt x="9" y="761"/>
                      <a:pt x="14" y="764"/>
                      <a:pt x="14" y="764"/>
                    </a:cubicBezTo>
                    <a:cubicBezTo>
                      <a:pt x="14" y="764"/>
                      <a:pt x="21" y="775"/>
                      <a:pt x="22" y="778"/>
                    </a:cubicBezTo>
                    <a:cubicBezTo>
                      <a:pt x="23" y="780"/>
                      <a:pt x="25" y="782"/>
                      <a:pt x="25" y="782"/>
                    </a:cubicBezTo>
                    <a:cubicBezTo>
                      <a:pt x="25" y="782"/>
                      <a:pt x="27" y="786"/>
                      <a:pt x="30" y="790"/>
                    </a:cubicBezTo>
                    <a:cubicBezTo>
                      <a:pt x="33" y="793"/>
                      <a:pt x="42" y="796"/>
                      <a:pt x="42" y="796"/>
                    </a:cubicBezTo>
                    <a:cubicBezTo>
                      <a:pt x="42" y="796"/>
                      <a:pt x="53" y="803"/>
                      <a:pt x="55" y="806"/>
                    </a:cubicBezTo>
                    <a:cubicBezTo>
                      <a:pt x="57" y="808"/>
                      <a:pt x="62" y="808"/>
                      <a:pt x="65" y="810"/>
                    </a:cubicBezTo>
                    <a:cubicBezTo>
                      <a:pt x="68" y="813"/>
                      <a:pt x="77" y="815"/>
                      <a:pt x="77" y="813"/>
                    </a:cubicBezTo>
                    <a:cubicBezTo>
                      <a:pt x="78" y="810"/>
                      <a:pt x="75" y="805"/>
                      <a:pt x="75" y="805"/>
                    </a:cubicBezTo>
                    <a:cubicBezTo>
                      <a:pt x="80" y="804"/>
                      <a:pt x="83" y="804"/>
                      <a:pt x="81" y="798"/>
                    </a:cubicBezTo>
                    <a:cubicBezTo>
                      <a:pt x="79" y="791"/>
                      <a:pt x="76" y="788"/>
                      <a:pt x="65" y="788"/>
                    </a:cubicBezTo>
                    <a:cubicBezTo>
                      <a:pt x="68" y="787"/>
                      <a:pt x="72" y="787"/>
                      <a:pt x="74" y="785"/>
                    </a:cubicBezTo>
                    <a:cubicBezTo>
                      <a:pt x="75" y="783"/>
                      <a:pt x="72" y="777"/>
                      <a:pt x="68" y="776"/>
                    </a:cubicBezTo>
                    <a:cubicBezTo>
                      <a:pt x="64" y="774"/>
                      <a:pt x="56" y="774"/>
                      <a:pt x="56" y="774"/>
                    </a:cubicBezTo>
                    <a:cubicBezTo>
                      <a:pt x="56" y="770"/>
                      <a:pt x="54" y="762"/>
                      <a:pt x="54" y="762"/>
                    </a:cubicBezTo>
                    <a:cubicBezTo>
                      <a:pt x="56" y="757"/>
                      <a:pt x="57" y="741"/>
                      <a:pt x="57" y="739"/>
                    </a:cubicBezTo>
                    <a:cubicBezTo>
                      <a:pt x="57" y="736"/>
                      <a:pt x="61" y="727"/>
                      <a:pt x="62" y="727"/>
                    </a:cubicBezTo>
                    <a:cubicBezTo>
                      <a:pt x="63" y="726"/>
                      <a:pt x="65" y="728"/>
                      <a:pt x="65" y="731"/>
                    </a:cubicBezTo>
                    <a:cubicBezTo>
                      <a:pt x="65" y="734"/>
                      <a:pt x="69" y="747"/>
                      <a:pt x="71" y="754"/>
                    </a:cubicBezTo>
                    <a:cubicBezTo>
                      <a:pt x="72" y="761"/>
                      <a:pt x="74" y="779"/>
                      <a:pt x="88" y="778"/>
                    </a:cubicBezTo>
                    <a:cubicBezTo>
                      <a:pt x="97" y="778"/>
                      <a:pt x="91" y="762"/>
                      <a:pt x="91" y="759"/>
                    </a:cubicBezTo>
                    <a:cubicBezTo>
                      <a:pt x="91" y="755"/>
                      <a:pt x="87" y="731"/>
                      <a:pt x="87" y="727"/>
                    </a:cubicBezTo>
                    <a:cubicBezTo>
                      <a:pt x="88" y="723"/>
                      <a:pt x="87" y="712"/>
                      <a:pt x="86" y="708"/>
                    </a:cubicBezTo>
                    <a:cubicBezTo>
                      <a:pt x="86" y="704"/>
                      <a:pt x="76" y="678"/>
                      <a:pt x="74" y="674"/>
                    </a:cubicBezTo>
                    <a:cubicBezTo>
                      <a:pt x="73" y="671"/>
                      <a:pt x="68" y="662"/>
                      <a:pt x="65" y="656"/>
                    </a:cubicBezTo>
                    <a:cubicBezTo>
                      <a:pt x="63" y="650"/>
                      <a:pt x="62" y="646"/>
                      <a:pt x="62" y="643"/>
                    </a:cubicBezTo>
                    <a:cubicBezTo>
                      <a:pt x="62" y="633"/>
                      <a:pt x="66" y="622"/>
                      <a:pt x="67" y="612"/>
                    </a:cubicBezTo>
                    <a:cubicBezTo>
                      <a:pt x="71" y="583"/>
                      <a:pt x="80" y="555"/>
                      <a:pt x="88" y="527"/>
                    </a:cubicBezTo>
                    <a:cubicBezTo>
                      <a:pt x="93" y="509"/>
                      <a:pt x="112" y="462"/>
                      <a:pt x="113" y="443"/>
                    </a:cubicBezTo>
                    <a:cubicBezTo>
                      <a:pt x="115" y="426"/>
                      <a:pt x="128" y="410"/>
                      <a:pt x="131" y="393"/>
                    </a:cubicBezTo>
                    <a:cubicBezTo>
                      <a:pt x="123" y="441"/>
                      <a:pt x="113" y="536"/>
                      <a:pt x="120" y="605"/>
                    </a:cubicBezTo>
                    <a:cubicBezTo>
                      <a:pt x="130" y="717"/>
                      <a:pt x="132" y="696"/>
                      <a:pt x="128" y="729"/>
                    </a:cubicBezTo>
                    <a:cubicBezTo>
                      <a:pt x="128" y="753"/>
                      <a:pt x="122" y="796"/>
                      <a:pt x="120" y="824"/>
                    </a:cubicBezTo>
                    <a:cubicBezTo>
                      <a:pt x="117" y="852"/>
                      <a:pt x="115" y="908"/>
                      <a:pt x="121" y="1018"/>
                    </a:cubicBezTo>
                    <a:cubicBezTo>
                      <a:pt x="126" y="1112"/>
                      <a:pt x="155" y="1168"/>
                      <a:pt x="156" y="1192"/>
                    </a:cubicBezTo>
                    <a:cubicBezTo>
                      <a:pt x="158" y="1216"/>
                      <a:pt x="166" y="1275"/>
                      <a:pt x="180" y="1312"/>
                    </a:cubicBezTo>
                    <a:cubicBezTo>
                      <a:pt x="195" y="1350"/>
                      <a:pt x="178" y="1424"/>
                      <a:pt x="204" y="1518"/>
                    </a:cubicBezTo>
                    <a:cubicBezTo>
                      <a:pt x="231" y="1613"/>
                      <a:pt x="233" y="1662"/>
                      <a:pt x="234" y="1679"/>
                    </a:cubicBezTo>
                    <a:cubicBezTo>
                      <a:pt x="235" y="1687"/>
                      <a:pt x="237" y="1691"/>
                      <a:pt x="236" y="1693"/>
                    </a:cubicBezTo>
                    <a:cubicBezTo>
                      <a:pt x="235" y="1699"/>
                      <a:pt x="232" y="1709"/>
                      <a:pt x="235" y="1718"/>
                    </a:cubicBezTo>
                    <a:cubicBezTo>
                      <a:pt x="235" y="1720"/>
                      <a:pt x="236" y="1725"/>
                      <a:pt x="234" y="1729"/>
                    </a:cubicBezTo>
                    <a:cubicBezTo>
                      <a:pt x="233" y="1731"/>
                      <a:pt x="231" y="1734"/>
                      <a:pt x="230" y="1737"/>
                    </a:cubicBezTo>
                    <a:cubicBezTo>
                      <a:pt x="323" y="1737"/>
                      <a:pt x="323" y="1737"/>
                      <a:pt x="323" y="1737"/>
                    </a:cubicBezTo>
                    <a:cubicBezTo>
                      <a:pt x="321" y="1724"/>
                      <a:pt x="319" y="1711"/>
                      <a:pt x="320" y="1708"/>
                    </a:cubicBezTo>
                    <a:cubicBezTo>
                      <a:pt x="321" y="1696"/>
                      <a:pt x="322" y="1684"/>
                      <a:pt x="318" y="1665"/>
                    </a:cubicBezTo>
                    <a:cubicBezTo>
                      <a:pt x="319" y="1665"/>
                      <a:pt x="319" y="1665"/>
                      <a:pt x="319" y="1665"/>
                    </a:cubicBezTo>
                    <a:cubicBezTo>
                      <a:pt x="312" y="1588"/>
                      <a:pt x="319" y="1550"/>
                      <a:pt x="328" y="1474"/>
                    </a:cubicBezTo>
                    <a:cubicBezTo>
                      <a:pt x="338" y="1398"/>
                      <a:pt x="324" y="1324"/>
                      <a:pt x="321" y="1288"/>
                    </a:cubicBezTo>
                    <a:cubicBezTo>
                      <a:pt x="318" y="1252"/>
                      <a:pt x="327" y="1219"/>
                      <a:pt x="331" y="1164"/>
                    </a:cubicBezTo>
                    <a:cubicBezTo>
                      <a:pt x="336" y="1090"/>
                      <a:pt x="342" y="1128"/>
                      <a:pt x="342" y="951"/>
                    </a:cubicBezTo>
                    <a:cubicBezTo>
                      <a:pt x="342" y="1059"/>
                      <a:pt x="345" y="1087"/>
                      <a:pt x="354" y="1164"/>
                    </a:cubicBezTo>
                    <a:cubicBezTo>
                      <a:pt x="358" y="1219"/>
                      <a:pt x="364" y="1254"/>
                      <a:pt x="361" y="1290"/>
                    </a:cubicBezTo>
                    <a:cubicBezTo>
                      <a:pt x="358" y="1326"/>
                      <a:pt x="347" y="1398"/>
                      <a:pt x="357" y="1474"/>
                    </a:cubicBezTo>
                    <a:cubicBezTo>
                      <a:pt x="366" y="1550"/>
                      <a:pt x="373" y="1588"/>
                      <a:pt x="366" y="1665"/>
                    </a:cubicBezTo>
                    <a:cubicBezTo>
                      <a:pt x="367" y="1665"/>
                      <a:pt x="367" y="1665"/>
                      <a:pt x="367" y="1665"/>
                    </a:cubicBezTo>
                    <a:cubicBezTo>
                      <a:pt x="363" y="1684"/>
                      <a:pt x="363" y="1696"/>
                      <a:pt x="365" y="1708"/>
                    </a:cubicBezTo>
                    <a:cubicBezTo>
                      <a:pt x="366" y="1711"/>
                      <a:pt x="364" y="1724"/>
                      <a:pt x="362" y="1737"/>
                    </a:cubicBezTo>
                    <a:cubicBezTo>
                      <a:pt x="455" y="1737"/>
                      <a:pt x="455" y="1737"/>
                      <a:pt x="455" y="1737"/>
                    </a:cubicBezTo>
                    <a:cubicBezTo>
                      <a:pt x="453" y="1734"/>
                      <a:pt x="452" y="1731"/>
                      <a:pt x="451" y="1729"/>
                    </a:cubicBezTo>
                    <a:cubicBezTo>
                      <a:pt x="449" y="1725"/>
                      <a:pt x="450" y="1720"/>
                      <a:pt x="450" y="1718"/>
                    </a:cubicBezTo>
                    <a:cubicBezTo>
                      <a:pt x="453" y="1709"/>
                      <a:pt x="450" y="1699"/>
                      <a:pt x="448" y="1693"/>
                    </a:cubicBezTo>
                    <a:cubicBezTo>
                      <a:pt x="448" y="1691"/>
                      <a:pt x="450" y="1687"/>
                      <a:pt x="451" y="1679"/>
                    </a:cubicBezTo>
                    <a:cubicBezTo>
                      <a:pt x="452" y="1662"/>
                      <a:pt x="456" y="1614"/>
                      <a:pt x="480" y="1518"/>
                    </a:cubicBezTo>
                    <a:cubicBezTo>
                      <a:pt x="504" y="1430"/>
                      <a:pt x="485" y="1356"/>
                      <a:pt x="500" y="1318"/>
                    </a:cubicBezTo>
                    <a:cubicBezTo>
                      <a:pt x="514" y="1281"/>
                      <a:pt x="526" y="1238"/>
                      <a:pt x="530" y="1205"/>
                    </a:cubicBezTo>
                    <a:cubicBezTo>
                      <a:pt x="532" y="1182"/>
                      <a:pt x="561" y="1112"/>
                      <a:pt x="564" y="1018"/>
                    </a:cubicBezTo>
                    <a:cubicBezTo>
                      <a:pt x="567" y="908"/>
                      <a:pt x="568" y="852"/>
                      <a:pt x="565" y="824"/>
                    </a:cubicBezTo>
                    <a:cubicBezTo>
                      <a:pt x="563" y="796"/>
                      <a:pt x="557" y="753"/>
                      <a:pt x="557" y="729"/>
                    </a:cubicBezTo>
                    <a:cubicBezTo>
                      <a:pt x="553" y="696"/>
                      <a:pt x="554" y="717"/>
                      <a:pt x="565" y="605"/>
                    </a:cubicBezTo>
                    <a:cubicBezTo>
                      <a:pt x="572" y="536"/>
                      <a:pt x="562" y="441"/>
                      <a:pt x="554" y="393"/>
                    </a:cubicBezTo>
                    <a:cubicBezTo>
                      <a:pt x="557" y="410"/>
                      <a:pt x="570" y="426"/>
                      <a:pt x="571" y="443"/>
                    </a:cubicBezTo>
                    <a:cubicBezTo>
                      <a:pt x="573" y="462"/>
                      <a:pt x="591" y="509"/>
                      <a:pt x="597" y="527"/>
                    </a:cubicBezTo>
                    <a:cubicBezTo>
                      <a:pt x="604" y="555"/>
                      <a:pt x="614" y="583"/>
                      <a:pt x="618" y="612"/>
                    </a:cubicBezTo>
                    <a:cubicBezTo>
                      <a:pt x="619" y="622"/>
                      <a:pt x="622" y="633"/>
                      <a:pt x="623" y="643"/>
                    </a:cubicBezTo>
                    <a:cubicBezTo>
                      <a:pt x="623" y="646"/>
                      <a:pt x="622" y="650"/>
                      <a:pt x="620" y="656"/>
                    </a:cubicBezTo>
                    <a:cubicBezTo>
                      <a:pt x="617" y="662"/>
                      <a:pt x="612" y="671"/>
                      <a:pt x="611" y="674"/>
                    </a:cubicBezTo>
                    <a:cubicBezTo>
                      <a:pt x="609" y="678"/>
                      <a:pt x="599" y="704"/>
                      <a:pt x="598" y="708"/>
                    </a:cubicBezTo>
                    <a:cubicBezTo>
                      <a:pt x="598" y="712"/>
                      <a:pt x="597" y="723"/>
                      <a:pt x="598" y="727"/>
                    </a:cubicBezTo>
                    <a:cubicBezTo>
                      <a:pt x="598" y="731"/>
                      <a:pt x="594" y="755"/>
                      <a:pt x="594" y="759"/>
                    </a:cubicBezTo>
                    <a:cubicBezTo>
                      <a:pt x="594" y="762"/>
                      <a:pt x="587" y="778"/>
                      <a:pt x="596" y="778"/>
                    </a:cubicBezTo>
                    <a:cubicBezTo>
                      <a:pt x="610" y="779"/>
                      <a:pt x="612" y="761"/>
                      <a:pt x="614" y="754"/>
                    </a:cubicBezTo>
                    <a:cubicBezTo>
                      <a:pt x="616" y="747"/>
                      <a:pt x="620" y="734"/>
                      <a:pt x="620" y="731"/>
                    </a:cubicBezTo>
                    <a:cubicBezTo>
                      <a:pt x="620" y="728"/>
                      <a:pt x="622" y="726"/>
                      <a:pt x="623" y="727"/>
                    </a:cubicBezTo>
                    <a:cubicBezTo>
                      <a:pt x="624" y="727"/>
                      <a:pt x="628" y="736"/>
                      <a:pt x="628" y="739"/>
                    </a:cubicBezTo>
                    <a:cubicBezTo>
                      <a:pt x="628" y="741"/>
                      <a:pt x="628" y="757"/>
                      <a:pt x="630" y="762"/>
                    </a:cubicBezTo>
                    <a:cubicBezTo>
                      <a:pt x="630" y="762"/>
                      <a:pt x="629" y="770"/>
                      <a:pt x="628" y="774"/>
                    </a:cubicBezTo>
                    <a:cubicBezTo>
                      <a:pt x="628" y="774"/>
                      <a:pt x="621" y="774"/>
                      <a:pt x="617" y="776"/>
                    </a:cubicBezTo>
                    <a:cubicBezTo>
                      <a:pt x="613" y="777"/>
                      <a:pt x="609" y="783"/>
                      <a:pt x="611" y="785"/>
                    </a:cubicBezTo>
                    <a:cubicBezTo>
                      <a:pt x="613" y="787"/>
                      <a:pt x="617" y="787"/>
                      <a:pt x="620" y="788"/>
                    </a:cubicBezTo>
                    <a:cubicBezTo>
                      <a:pt x="609" y="788"/>
                      <a:pt x="606" y="791"/>
                      <a:pt x="604" y="798"/>
                    </a:cubicBezTo>
                    <a:cubicBezTo>
                      <a:pt x="602" y="804"/>
                      <a:pt x="605" y="804"/>
                      <a:pt x="609" y="805"/>
                    </a:cubicBezTo>
                    <a:cubicBezTo>
                      <a:pt x="609" y="805"/>
                      <a:pt x="607" y="810"/>
                      <a:pt x="608" y="813"/>
                    </a:cubicBezTo>
                    <a:cubicBezTo>
                      <a:pt x="608" y="815"/>
                      <a:pt x="617" y="813"/>
                      <a:pt x="620" y="810"/>
                    </a:cubicBezTo>
                    <a:cubicBezTo>
                      <a:pt x="623" y="808"/>
                      <a:pt x="628" y="808"/>
                      <a:pt x="630" y="806"/>
                    </a:cubicBezTo>
                    <a:cubicBezTo>
                      <a:pt x="632" y="803"/>
                      <a:pt x="643" y="796"/>
                      <a:pt x="643" y="796"/>
                    </a:cubicBezTo>
                    <a:cubicBezTo>
                      <a:pt x="643" y="796"/>
                      <a:pt x="652" y="793"/>
                      <a:pt x="655" y="790"/>
                    </a:cubicBezTo>
                    <a:cubicBezTo>
                      <a:pt x="658" y="786"/>
                      <a:pt x="660" y="782"/>
                      <a:pt x="660" y="782"/>
                    </a:cubicBezTo>
                    <a:cubicBezTo>
                      <a:pt x="660" y="782"/>
                      <a:pt x="662" y="780"/>
                      <a:pt x="663" y="778"/>
                    </a:cubicBezTo>
                    <a:cubicBezTo>
                      <a:pt x="664" y="775"/>
                      <a:pt x="671" y="764"/>
                      <a:pt x="671" y="764"/>
                    </a:cubicBezTo>
                    <a:cubicBezTo>
                      <a:pt x="671" y="764"/>
                      <a:pt x="675" y="761"/>
                      <a:pt x="676" y="758"/>
                    </a:cubicBezTo>
                    <a:cubicBezTo>
                      <a:pt x="677" y="755"/>
                      <a:pt x="680" y="746"/>
                      <a:pt x="681" y="739"/>
                    </a:cubicBezTo>
                    <a:cubicBezTo>
                      <a:pt x="682" y="732"/>
                      <a:pt x="685" y="715"/>
                      <a:pt x="685" y="705"/>
                    </a:cubicBezTo>
                    <a:cubicBezTo>
                      <a:pt x="685" y="696"/>
                      <a:pt x="683" y="679"/>
                      <a:pt x="683" y="667"/>
                    </a:cubicBezTo>
                    <a:close/>
                  </a:path>
                </a:pathLst>
              </a:custGeom>
              <a:solidFill>
                <a:srgbClr val="FEF2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151" name="Freeform 741">
                <a:extLst>
                  <a:ext uri="{FF2B5EF4-FFF2-40B4-BE49-F238E27FC236}">
                    <a16:creationId xmlns:a16="http://schemas.microsoft.com/office/drawing/2014/main" id="{397B35BC-F4CA-45E3-A0FF-11934FBAC1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0" y="1030"/>
                <a:ext cx="220" cy="335"/>
              </a:xfrm>
              <a:custGeom>
                <a:avLst/>
                <a:gdLst>
                  <a:gd name="T0" fmla="*/ 391 w 162"/>
                  <a:gd name="T1" fmla="*/ 153 h 249"/>
                  <a:gd name="T2" fmla="*/ 356 w 162"/>
                  <a:gd name="T3" fmla="*/ 35 h 249"/>
                  <a:gd name="T4" fmla="*/ 259 w 162"/>
                  <a:gd name="T5" fmla="*/ 30 h 249"/>
                  <a:gd name="T6" fmla="*/ 194 w 162"/>
                  <a:gd name="T7" fmla="*/ 20 h 249"/>
                  <a:gd name="T8" fmla="*/ 120 w 162"/>
                  <a:gd name="T9" fmla="*/ 16 h 249"/>
                  <a:gd name="T10" fmla="*/ 61 w 162"/>
                  <a:gd name="T11" fmla="*/ 9 h 249"/>
                  <a:gd name="T12" fmla="*/ 10 w 162"/>
                  <a:gd name="T13" fmla="*/ 94 h 249"/>
                  <a:gd name="T14" fmla="*/ 19 w 162"/>
                  <a:gd name="T15" fmla="*/ 141 h 249"/>
                  <a:gd name="T16" fmla="*/ 15 w 162"/>
                  <a:gd name="T17" fmla="*/ 206 h 249"/>
                  <a:gd name="T18" fmla="*/ 10 w 162"/>
                  <a:gd name="T19" fmla="*/ 361 h 249"/>
                  <a:gd name="T20" fmla="*/ 45 w 162"/>
                  <a:gd name="T21" fmla="*/ 499 h 249"/>
                  <a:gd name="T22" fmla="*/ 205 w 162"/>
                  <a:gd name="T23" fmla="*/ 607 h 249"/>
                  <a:gd name="T24" fmla="*/ 357 w 162"/>
                  <a:gd name="T25" fmla="*/ 499 h 249"/>
                  <a:gd name="T26" fmla="*/ 401 w 162"/>
                  <a:gd name="T27" fmla="*/ 361 h 249"/>
                  <a:gd name="T28" fmla="*/ 392 w 162"/>
                  <a:gd name="T29" fmla="*/ 204 h 249"/>
                  <a:gd name="T30" fmla="*/ 391 w 162"/>
                  <a:gd name="T31" fmla="*/ 153 h 249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62" h="249">
                    <a:moveTo>
                      <a:pt x="156" y="63"/>
                    </a:moveTo>
                    <a:cubicBezTo>
                      <a:pt x="158" y="44"/>
                      <a:pt x="160" y="25"/>
                      <a:pt x="142" y="14"/>
                    </a:cubicBezTo>
                    <a:cubicBezTo>
                      <a:pt x="129" y="6"/>
                      <a:pt x="118" y="11"/>
                      <a:pt x="104" y="12"/>
                    </a:cubicBezTo>
                    <a:cubicBezTo>
                      <a:pt x="95" y="12"/>
                      <a:pt x="87" y="8"/>
                      <a:pt x="77" y="8"/>
                    </a:cubicBezTo>
                    <a:cubicBezTo>
                      <a:pt x="67" y="8"/>
                      <a:pt x="58" y="10"/>
                      <a:pt x="48" y="7"/>
                    </a:cubicBezTo>
                    <a:cubicBezTo>
                      <a:pt x="39" y="4"/>
                      <a:pt x="33" y="0"/>
                      <a:pt x="24" y="4"/>
                    </a:cubicBezTo>
                    <a:cubicBezTo>
                      <a:pt x="11" y="11"/>
                      <a:pt x="0" y="24"/>
                      <a:pt x="4" y="39"/>
                    </a:cubicBezTo>
                    <a:cubicBezTo>
                      <a:pt x="5" y="46"/>
                      <a:pt x="7" y="52"/>
                      <a:pt x="7" y="58"/>
                    </a:cubicBezTo>
                    <a:cubicBezTo>
                      <a:pt x="8" y="64"/>
                      <a:pt x="6" y="82"/>
                      <a:pt x="6" y="85"/>
                    </a:cubicBezTo>
                    <a:cubicBezTo>
                      <a:pt x="1" y="105"/>
                      <a:pt x="3" y="131"/>
                      <a:pt x="4" y="148"/>
                    </a:cubicBezTo>
                    <a:cubicBezTo>
                      <a:pt x="4" y="167"/>
                      <a:pt x="13" y="190"/>
                      <a:pt x="18" y="205"/>
                    </a:cubicBezTo>
                    <a:cubicBezTo>
                      <a:pt x="24" y="218"/>
                      <a:pt x="41" y="249"/>
                      <a:pt x="82" y="249"/>
                    </a:cubicBezTo>
                    <a:cubicBezTo>
                      <a:pt x="122" y="249"/>
                      <a:pt x="137" y="219"/>
                      <a:pt x="143" y="205"/>
                    </a:cubicBezTo>
                    <a:cubicBezTo>
                      <a:pt x="148" y="191"/>
                      <a:pt x="159" y="167"/>
                      <a:pt x="160" y="148"/>
                    </a:cubicBezTo>
                    <a:cubicBezTo>
                      <a:pt x="160" y="131"/>
                      <a:pt x="162" y="104"/>
                      <a:pt x="157" y="84"/>
                    </a:cubicBezTo>
                    <a:cubicBezTo>
                      <a:pt x="156" y="81"/>
                      <a:pt x="155" y="67"/>
                      <a:pt x="156" y="63"/>
                    </a:cubicBezTo>
                    <a:close/>
                  </a:path>
                </a:pathLst>
              </a:custGeom>
              <a:solidFill>
                <a:srgbClr val="FEF2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152" name="Freeform 742">
                <a:extLst>
                  <a:ext uri="{FF2B5EF4-FFF2-40B4-BE49-F238E27FC236}">
                    <a16:creationId xmlns:a16="http://schemas.microsoft.com/office/drawing/2014/main" id="{EA09301C-7B53-4875-86A1-45B3A35B38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0" y="1134"/>
                <a:ext cx="26" cy="105"/>
              </a:xfrm>
              <a:custGeom>
                <a:avLst/>
                <a:gdLst>
                  <a:gd name="T0" fmla="*/ 49 w 19"/>
                  <a:gd name="T1" fmla="*/ 174 h 78"/>
                  <a:gd name="T2" fmla="*/ 47 w 19"/>
                  <a:gd name="T3" fmla="*/ 90 h 78"/>
                  <a:gd name="T4" fmla="*/ 42 w 19"/>
                  <a:gd name="T5" fmla="*/ 90 h 78"/>
                  <a:gd name="T6" fmla="*/ 30 w 19"/>
                  <a:gd name="T7" fmla="*/ 42 h 78"/>
                  <a:gd name="T8" fmla="*/ 29 w 19"/>
                  <a:gd name="T9" fmla="*/ 22 h 78"/>
                  <a:gd name="T10" fmla="*/ 26 w 19"/>
                  <a:gd name="T11" fmla="*/ 12 h 78"/>
                  <a:gd name="T12" fmla="*/ 26 w 19"/>
                  <a:gd name="T13" fmla="*/ 12 h 78"/>
                  <a:gd name="T14" fmla="*/ 19 w 19"/>
                  <a:gd name="T15" fmla="*/ 5 h 78"/>
                  <a:gd name="T16" fmla="*/ 0 w 19"/>
                  <a:gd name="T17" fmla="*/ 20 h 78"/>
                  <a:gd name="T18" fmla="*/ 7 w 19"/>
                  <a:gd name="T19" fmla="*/ 69 h 78"/>
                  <a:gd name="T20" fmla="*/ 10 w 19"/>
                  <a:gd name="T21" fmla="*/ 114 h 78"/>
                  <a:gd name="T22" fmla="*/ 15 w 19"/>
                  <a:gd name="T23" fmla="*/ 147 h 78"/>
                  <a:gd name="T24" fmla="*/ 29 w 19"/>
                  <a:gd name="T25" fmla="*/ 171 h 78"/>
                  <a:gd name="T26" fmla="*/ 49 w 19"/>
                  <a:gd name="T27" fmla="*/ 190 h 78"/>
                  <a:gd name="T28" fmla="*/ 49 w 19"/>
                  <a:gd name="T29" fmla="*/ 174 h 7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9" h="78">
                    <a:moveTo>
                      <a:pt x="19" y="71"/>
                    </a:moveTo>
                    <a:cubicBezTo>
                      <a:pt x="18" y="61"/>
                      <a:pt x="18" y="50"/>
                      <a:pt x="18" y="37"/>
                    </a:cubicBezTo>
                    <a:cubicBezTo>
                      <a:pt x="17" y="37"/>
                      <a:pt x="17" y="37"/>
                      <a:pt x="17" y="37"/>
                    </a:cubicBezTo>
                    <a:cubicBezTo>
                      <a:pt x="16" y="30"/>
                      <a:pt x="12" y="17"/>
                      <a:pt x="12" y="17"/>
                    </a:cubicBezTo>
                    <a:cubicBezTo>
                      <a:pt x="12" y="17"/>
                      <a:pt x="11" y="13"/>
                      <a:pt x="11" y="9"/>
                    </a:cubicBezTo>
                    <a:cubicBezTo>
                      <a:pt x="10" y="8"/>
                      <a:pt x="10" y="6"/>
                      <a:pt x="10" y="5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0" y="4"/>
                      <a:pt x="7" y="2"/>
                      <a:pt x="7" y="2"/>
                    </a:cubicBezTo>
                    <a:cubicBezTo>
                      <a:pt x="5" y="0"/>
                      <a:pt x="1" y="3"/>
                      <a:pt x="0" y="8"/>
                    </a:cubicBezTo>
                    <a:cubicBezTo>
                      <a:pt x="0" y="13"/>
                      <a:pt x="3" y="24"/>
                      <a:pt x="3" y="28"/>
                    </a:cubicBezTo>
                    <a:cubicBezTo>
                      <a:pt x="2" y="31"/>
                      <a:pt x="3" y="41"/>
                      <a:pt x="4" y="47"/>
                    </a:cubicBezTo>
                    <a:cubicBezTo>
                      <a:pt x="6" y="53"/>
                      <a:pt x="4" y="56"/>
                      <a:pt x="6" y="60"/>
                    </a:cubicBezTo>
                    <a:cubicBezTo>
                      <a:pt x="8" y="64"/>
                      <a:pt x="9" y="67"/>
                      <a:pt x="11" y="70"/>
                    </a:cubicBezTo>
                    <a:cubicBezTo>
                      <a:pt x="12" y="73"/>
                      <a:pt x="17" y="77"/>
                      <a:pt x="19" y="78"/>
                    </a:cubicBezTo>
                    <a:cubicBezTo>
                      <a:pt x="19" y="75"/>
                      <a:pt x="19" y="73"/>
                      <a:pt x="19" y="71"/>
                    </a:cubicBezTo>
                    <a:close/>
                  </a:path>
                </a:pathLst>
              </a:custGeom>
              <a:solidFill>
                <a:srgbClr val="FEF2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153" name="Freeform 743">
                <a:extLst>
                  <a:ext uri="{FF2B5EF4-FFF2-40B4-BE49-F238E27FC236}">
                    <a16:creationId xmlns:a16="http://schemas.microsoft.com/office/drawing/2014/main" id="{6EE7636A-5113-413C-BFEB-9DE2C3F9FB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0" y="961"/>
                <a:ext cx="278" cy="228"/>
              </a:xfrm>
              <a:custGeom>
                <a:avLst/>
                <a:gdLst>
                  <a:gd name="T0" fmla="*/ 443 w 205"/>
                  <a:gd name="T1" fmla="*/ 281 h 169"/>
                  <a:gd name="T2" fmla="*/ 448 w 205"/>
                  <a:gd name="T3" fmla="*/ 332 h 169"/>
                  <a:gd name="T4" fmla="*/ 454 w 205"/>
                  <a:gd name="T5" fmla="*/ 416 h 169"/>
                  <a:gd name="T6" fmla="*/ 456 w 205"/>
                  <a:gd name="T7" fmla="*/ 416 h 169"/>
                  <a:gd name="T8" fmla="*/ 471 w 205"/>
                  <a:gd name="T9" fmla="*/ 356 h 169"/>
                  <a:gd name="T10" fmla="*/ 475 w 205"/>
                  <a:gd name="T11" fmla="*/ 337 h 169"/>
                  <a:gd name="T12" fmla="*/ 476 w 205"/>
                  <a:gd name="T13" fmla="*/ 325 h 169"/>
                  <a:gd name="T14" fmla="*/ 476 w 205"/>
                  <a:gd name="T15" fmla="*/ 325 h 169"/>
                  <a:gd name="T16" fmla="*/ 481 w 205"/>
                  <a:gd name="T17" fmla="*/ 318 h 169"/>
                  <a:gd name="T18" fmla="*/ 496 w 205"/>
                  <a:gd name="T19" fmla="*/ 325 h 169"/>
                  <a:gd name="T20" fmla="*/ 499 w 205"/>
                  <a:gd name="T21" fmla="*/ 325 h 169"/>
                  <a:gd name="T22" fmla="*/ 499 w 205"/>
                  <a:gd name="T23" fmla="*/ 267 h 169"/>
                  <a:gd name="T24" fmla="*/ 491 w 205"/>
                  <a:gd name="T25" fmla="*/ 204 h 169"/>
                  <a:gd name="T26" fmla="*/ 481 w 205"/>
                  <a:gd name="T27" fmla="*/ 146 h 169"/>
                  <a:gd name="T28" fmla="*/ 460 w 205"/>
                  <a:gd name="T29" fmla="*/ 85 h 169"/>
                  <a:gd name="T30" fmla="*/ 357 w 205"/>
                  <a:gd name="T31" fmla="*/ 20 h 169"/>
                  <a:gd name="T32" fmla="*/ 294 w 205"/>
                  <a:gd name="T33" fmla="*/ 1 h 169"/>
                  <a:gd name="T34" fmla="*/ 243 w 205"/>
                  <a:gd name="T35" fmla="*/ 0 h 169"/>
                  <a:gd name="T36" fmla="*/ 118 w 205"/>
                  <a:gd name="T37" fmla="*/ 43 h 169"/>
                  <a:gd name="T38" fmla="*/ 64 w 205"/>
                  <a:gd name="T39" fmla="*/ 73 h 169"/>
                  <a:gd name="T40" fmla="*/ 33 w 205"/>
                  <a:gd name="T41" fmla="*/ 125 h 169"/>
                  <a:gd name="T42" fmla="*/ 12 w 205"/>
                  <a:gd name="T43" fmla="*/ 171 h 169"/>
                  <a:gd name="T44" fmla="*/ 16 w 205"/>
                  <a:gd name="T45" fmla="*/ 197 h 169"/>
                  <a:gd name="T46" fmla="*/ 1 w 205"/>
                  <a:gd name="T47" fmla="*/ 219 h 169"/>
                  <a:gd name="T48" fmla="*/ 9 w 205"/>
                  <a:gd name="T49" fmla="*/ 240 h 169"/>
                  <a:gd name="T50" fmla="*/ 12 w 205"/>
                  <a:gd name="T51" fmla="*/ 270 h 169"/>
                  <a:gd name="T52" fmla="*/ 26 w 205"/>
                  <a:gd name="T53" fmla="*/ 322 h 169"/>
                  <a:gd name="T54" fmla="*/ 26 w 205"/>
                  <a:gd name="T55" fmla="*/ 322 h 169"/>
                  <a:gd name="T56" fmla="*/ 35 w 205"/>
                  <a:gd name="T57" fmla="*/ 318 h 169"/>
                  <a:gd name="T58" fmla="*/ 42 w 205"/>
                  <a:gd name="T59" fmla="*/ 325 h 169"/>
                  <a:gd name="T60" fmla="*/ 42 w 205"/>
                  <a:gd name="T61" fmla="*/ 325 h 169"/>
                  <a:gd name="T62" fmla="*/ 45 w 205"/>
                  <a:gd name="T63" fmla="*/ 337 h 169"/>
                  <a:gd name="T64" fmla="*/ 47 w 205"/>
                  <a:gd name="T65" fmla="*/ 356 h 169"/>
                  <a:gd name="T66" fmla="*/ 61 w 205"/>
                  <a:gd name="T67" fmla="*/ 406 h 169"/>
                  <a:gd name="T68" fmla="*/ 62 w 205"/>
                  <a:gd name="T69" fmla="*/ 406 h 169"/>
                  <a:gd name="T70" fmla="*/ 71 w 205"/>
                  <a:gd name="T71" fmla="*/ 333 h 169"/>
                  <a:gd name="T72" fmla="*/ 72 w 205"/>
                  <a:gd name="T73" fmla="*/ 267 h 169"/>
                  <a:gd name="T74" fmla="*/ 64 w 205"/>
                  <a:gd name="T75" fmla="*/ 220 h 169"/>
                  <a:gd name="T76" fmla="*/ 114 w 205"/>
                  <a:gd name="T77" fmla="*/ 135 h 169"/>
                  <a:gd name="T78" fmla="*/ 175 w 205"/>
                  <a:gd name="T79" fmla="*/ 142 h 169"/>
                  <a:gd name="T80" fmla="*/ 247 w 205"/>
                  <a:gd name="T81" fmla="*/ 146 h 169"/>
                  <a:gd name="T82" fmla="*/ 315 w 205"/>
                  <a:gd name="T83" fmla="*/ 155 h 169"/>
                  <a:gd name="T84" fmla="*/ 408 w 205"/>
                  <a:gd name="T85" fmla="*/ 161 h 169"/>
                  <a:gd name="T86" fmla="*/ 443 w 205"/>
                  <a:gd name="T87" fmla="*/ 281 h 169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205" h="169">
                    <a:moveTo>
                      <a:pt x="178" y="114"/>
                    </a:moveTo>
                    <a:cubicBezTo>
                      <a:pt x="177" y="118"/>
                      <a:pt x="178" y="132"/>
                      <a:pt x="179" y="135"/>
                    </a:cubicBezTo>
                    <a:cubicBezTo>
                      <a:pt x="181" y="145"/>
                      <a:pt x="182" y="157"/>
                      <a:pt x="182" y="169"/>
                    </a:cubicBezTo>
                    <a:cubicBezTo>
                      <a:pt x="183" y="169"/>
                      <a:pt x="183" y="169"/>
                      <a:pt x="183" y="169"/>
                    </a:cubicBezTo>
                    <a:cubicBezTo>
                      <a:pt x="184" y="161"/>
                      <a:pt x="189" y="145"/>
                      <a:pt x="189" y="145"/>
                    </a:cubicBezTo>
                    <a:cubicBezTo>
                      <a:pt x="189" y="145"/>
                      <a:pt x="189" y="141"/>
                      <a:pt x="190" y="137"/>
                    </a:cubicBezTo>
                    <a:cubicBezTo>
                      <a:pt x="190" y="136"/>
                      <a:pt x="191" y="134"/>
                      <a:pt x="191" y="133"/>
                    </a:cubicBezTo>
                    <a:cubicBezTo>
                      <a:pt x="191" y="133"/>
                      <a:pt x="191" y="133"/>
                      <a:pt x="191" y="133"/>
                    </a:cubicBezTo>
                    <a:cubicBezTo>
                      <a:pt x="191" y="132"/>
                      <a:pt x="193" y="130"/>
                      <a:pt x="193" y="130"/>
                    </a:cubicBezTo>
                    <a:cubicBezTo>
                      <a:pt x="195" y="128"/>
                      <a:pt x="198" y="130"/>
                      <a:pt x="199" y="133"/>
                    </a:cubicBezTo>
                    <a:cubicBezTo>
                      <a:pt x="199" y="133"/>
                      <a:pt x="199" y="133"/>
                      <a:pt x="200" y="133"/>
                    </a:cubicBezTo>
                    <a:cubicBezTo>
                      <a:pt x="205" y="126"/>
                      <a:pt x="201" y="116"/>
                      <a:pt x="200" y="109"/>
                    </a:cubicBezTo>
                    <a:cubicBezTo>
                      <a:pt x="200" y="100"/>
                      <a:pt x="202" y="91"/>
                      <a:pt x="197" y="83"/>
                    </a:cubicBezTo>
                    <a:cubicBezTo>
                      <a:pt x="192" y="73"/>
                      <a:pt x="194" y="69"/>
                      <a:pt x="193" y="59"/>
                    </a:cubicBezTo>
                    <a:cubicBezTo>
                      <a:pt x="192" y="52"/>
                      <a:pt x="188" y="40"/>
                      <a:pt x="184" y="35"/>
                    </a:cubicBezTo>
                    <a:cubicBezTo>
                      <a:pt x="173" y="20"/>
                      <a:pt x="158" y="20"/>
                      <a:pt x="143" y="8"/>
                    </a:cubicBezTo>
                    <a:cubicBezTo>
                      <a:pt x="134" y="1"/>
                      <a:pt x="130" y="2"/>
                      <a:pt x="118" y="1"/>
                    </a:cubicBezTo>
                    <a:cubicBezTo>
                      <a:pt x="111" y="1"/>
                      <a:pt x="104" y="0"/>
                      <a:pt x="97" y="0"/>
                    </a:cubicBezTo>
                    <a:cubicBezTo>
                      <a:pt x="77" y="1"/>
                      <a:pt x="63" y="7"/>
                      <a:pt x="47" y="18"/>
                    </a:cubicBezTo>
                    <a:cubicBezTo>
                      <a:pt x="40" y="22"/>
                      <a:pt x="32" y="25"/>
                      <a:pt x="26" y="30"/>
                    </a:cubicBezTo>
                    <a:cubicBezTo>
                      <a:pt x="20" y="36"/>
                      <a:pt x="17" y="44"/>
                      <a:pt x="13" y="51"/>
                    </a:cubicBezTo>
                    <a:cubicBezTo>
                      <a:pt x="10" y="58"/>
                      <a:pt x="5" y="63"/>
                      <a:pt x="5" y="70"/>
                    </a:cubicBezTo>
                    <a:cubicBezTo>
                      <a:pt x="5" y="73"/>
                      <a:pt x="8" y="76"/>
                      <a:pt x="7" y="80"/>
                    </a:cubicBezTo>
                    <a:cubicBezTo>
                      <a:pt x="6" y="83"/>
                      <a:pt x="1" y="86"/>
                      <a:pt x="1" y="89"/>
                    </a:cubicBezTo>
                    <a:cubicBezTo>
                      <a:pt x="0" y="92"/>
                      <a:pt x="3" y="95"/>
                      <a:pt x="4" y="98"/>
                    </a:cubicBezTo>
                    <a:cubicBezTo>
                      <a:pt x="5" y="102"/>
                      <a:pt x="5" y="106"/>
                      <a:pt x="5" y="110"/>
                    </a:cubicBezTo>
                    <a:cubicBezTo>
                      <a:pt x="5" y="118"/>
                      <a:pt x="6" y="124"/>
                      <a:pt x="10" y="131"/>
                    </a:cubicBezTo>
                    <a:cubicBezTo>
                      <a:pt x="10" y="131"/>
                      <a:pt x="10" y="131"/>
                      <a:pt x="10" y="131"/>
                    </a:cubicBezTo>
                    <a:cubicBezTo>
                      <a:pt x="11" y="129"/>
                      <a:pt x="13" y="129"/>
                      <a:pt x="14" y="130"/>
                    </a:cubicBezTo>
                    <a:cubicBezTo>
                      <a:pt x="14" y="130"/>
                      <a:pt x="17" y="132"/>
                      <a:pt x="17" y="133"/>
                    </a:cubicBezTo>
                    <a:cubicBezTo>
                      <a:pt x="17" y="133"/>
                      <a:pt x="17" y="133"/>
                      <a:pt x="17" y="133"/>
                    </a:cubicBezTo>
                    <a:cubicBezTo>
                      <a:pt x="17" y="134"/>
                      <a:pt x="17" y="136"/>
                      <a:pt x="18" y="137"/>
                    </a:cubicBezTo>
                    <a:cubicBezTo>
                      <a:pt x="18" y="141"/>
                      <a:pt x="19" y="145"/>
                      <a:pt x="19" y="145"/>
                    </a:cubicBezTo>
                    <a:cubicBezTo>
                      <a:pt x="19" y="145"/>
                      <a:pt x="23" y="158"/>
                      <a:pt x="24" y="165"/>
                    </a:cubicBezTo>
                    <a:cubicBezTo>
                      <a:pt x="25" y="165"/>
                      <a:pt x="25" y="165"/>
                      <a:pt x="25" y="165"/>
                    </a:cubicBezTo>
                    <a:cubicBezTo>
                      <a:pt x="25" y="155"/>
                      <a:pt x="26" y="145"/>
                      <a:pt x="28" y="136"/>
                    </a:cubicBezTo>
                    <a:cubicBezTo>
                      <a:pt x="28" y="133"/>
                      <a:pt x="30" y="115"/>
                      <a:pt x="29" y="109"/>
                    </a:cubicBezTo>
                    <a:cubicBezTo>
                      <a:pt x="29" y="103"/>
                      <a:pt x="27" y="97"/>
                      <a:pt x="26" y="90"/>
                    </a:cubicBezTo>
                    <a:cubicBezTo>
                      <a:pt x="22" y="75"/>
                      <a:pt x="33" y="62"/>
                      <a:pt x="46" y="55"/>
                    </a:cubicBezTo>
                    <a:cubicBezTo>
                      <a:pt x="55" y="51"/>
                      <a:pt x="61" y="55"/>
                      <a:pt x="70" y="58"/>
                    </a:cubicBezTo>
                    <a:cubicBezTo>
                      <a:pt x="80" y="61"/>
                      <a:pt x="89" y="59"/>
                      <a:pt x="99" y="59"/>
                    </a:cubicBezTo>
                    <a:cubicBezTo>
                      <a:pt x="109" y="59"/>
                      <a:pt x="117" y="63"/>
                      <a:pt x="126" y="63"/>
                    </a:cubicBezTo>
                    <a:cubicBezTo>
                      <a:pt x="140" y="62"/>
                      <a:pt x="151" y="57"/>
                      <a:pt x="164" y="65"/>
                    </a:cubicBezTo>
                    <a:cubicBezTo>
                      <a:pt x="182" y="76"/>
                      <a:pt x="180" y="95"/>
                      <a:pt x="178" y="114"/>
                    </a:cubicBezTo>
                    <a:close/>
                  </a:path>
                </a:pathLst>
              </a:custGeom>
              <a:solidFill>
                <a:srgbClr val="A79B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154" name="Freeform 744">
                <a:extLst>
                  <a:ext uri="{FF2B5EF4-FFF2-40B4-BE49-F238E27FC236}">
                    <a16:creationId xmlns:a16="http://schemas.microsoft.com/office/drawing/2014/main" id="{08436834-7B92-457A-8F30-2BE625EE6E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6" y="1134"/>
                <a:ext cx="27" cy="105"/>
              </a:xfrm>
              <a:custGeom>
                <a:avLst/>
                <a:gdLst>
                  <a:gd name="T0" fmla="*/ 47 w 20"/>
                  <a:gd name="T1" fmla="*/ 20 h 78"/>
                  <a:gd name="T2" fmla="*/ 30 w 20"/>
                  <a:gd name="T3" fmla="*/ 5 h 78"/>
                  <a:gd name="T4" fmla="*/ 26 w 20"/>
                  <a:gd name="T5" fmla="*/ 12 h 78"/>
                  <a:gd name="T6" fmla="*/ 26 w 20"/>
                  <a:gd name="T7" fmla="*/ 12 h 78"/>
                  <a:gd name="T8" fmla="*/ 22 w 20"/>
                  <a:gd name="T9" fmla="*/ 22 h 78"/>
                  <a:gd name="T10" fmla="*/ 20 w 20"/>
                  <a:gd name="T11" fmla="*/ 42 h 78"/>
                  <a:gd name="T12" fmla="*/ 5 w 20"/>
                  <a:gd name="T13" fmla="*/ 100 h 78"/>
                  <a:gd name="T14" fmla="*/ 1 w 20"/>
                  <a:gd name="T15" fmla="*/ 100 h 78"/>
                  <a:gd name="T16" fmla="*/ 1 w 20"/>
                  <a:gd name="T17" fmla="*/ 174 h 78"/>
                  <a:gd name="T18" fmla="*/ 0 w 20"/>
                  <a:gd name="T19" fmla="*/ 190 h 78"/>
                  <a:gd name="T20" fmla="*/ 0 w 20"/>
                  <a:gd name="T21" fmla="*/ 190 h 78"/>
                  <a:gd name="T22" fmla="*/ 22 w 20"/>
                  <a:gd name="T23" fmla="*/ 171 h 78"/>
                  <a:gd name="T24" fmla="*/ 32 w 20"/>
                  <a:gd name="T25" fmla="*/ 147 h 78"/>
                  <a:gd name="T26" fmla="*/ 36 w 20"/>
                  <a:gd name="T27" fmla="*/ 114 h 78"/>
                  <a:gd name="T28" fmla="*/ 42 w 20"/>
                  <a:gd name="T29" fmla="*/ 69 h 78"/>
                  <a:gd name="T30" fmla="*/ 47 w 20"/>
                  <a:gd name="T31" fmla="*/ 20 h 78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20" h="78">
                    <a:moveTo>
                      <a:pt x="19" y="8"/>
                    </a:moveTo>
                    <a:cubicBezTo>
                      <a:pt x="18" y="3"/>
                      <a:pt x="15" y="0"/>
                      <a:pt x="12" y="2"/>
                    </a:cubicBezTo>
                    <a:cubicBezTo>
                      <a:pt x="12" y="2"/>
                      <a:pt x="10" y="4"/>
                      <a:pt x="10" y="5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0" y="6"/>
                      <a:pt x="9" y="8"/>
                      <a:pt x="9" y="9"/>
                    </a:cubicBezTo>
                    <a:cubicBezTo>
                      <a:pt x="8" y="13"/>
                      <a:pt x="8" y="17"/>
                      <a:pt x="8" y="17"/>
                    </a:cubicBezTo>
                    <a:cubicBezTo>
                      <a:pt x="8" y="17"/>
                      <a:pt x="3" y="33"/>
                      <a:pt x="2" y="41"/>
                    </a:cubicBezTo>
                    <a:cubicBezTo>
                      <a:pt x="1" y="41"/>
                      <a:pt x="1" y="41"/>
                      <a:pt x="1" y="41"/>
                    </a:cubicBezTo>
                    <a:cubicBezTo>
                      <a:pt x="1" y="52"/>
                      <a:pt x="1" y="62"/>
                      <a:pt x="1" y="71"/>
                    </a:cubicBezTo>
                    <a:cubicBezTo>
                      <a:pt x="1" y="73"/>
                      <a:pt x="0" y="75"/>
                      <a:pt x="0" y="78"/>
                    </a:cubicBezTo>
                    <a:cubicBezTo>
                      <a:pt x="0" y="78"/>
                      <a:pt x="0" y="78"/>
                      <a:pt x="0" y="78"/>
                    </a:cubicBezTo>
                    <a:cubicBezTo>
                      <a:pt x="3" y="77"/>
                      <a:pt x="7" y="73"/>
                      <a:pt x="9" y="70"/>
                    </a:cubicBezTo>
                    <a:cubicBezTo>
                      <a:pt x="11" y="67"/>
                      <a:pt x="11" y="64"/>
                      <a:pt x="13" y="60"/>
                    </a:cubicBezTo>
                    <a:cubicBezTo>
                      <a:pt x="15" y="56"/>
                      <a:pt x="14" y="53"/>
                      <a:pt x="15" y="47"/>
                    </a:cubicBezTo>
                    <a:cubicBezTo>
                      <a:pt x="17" y="41"/>
                      <a:pt x="17" y="31"/>
                      <a:pt x="17" y="28"/>
                    </a:cubicBezTo>
                    <a:cubicBezTo>
                      <a:pt x="16" y="24"/>
                      <a:pt x="20" y="13"/>
                      <a:pt x="19" y="8"/>
                    </a:cubicBezTo>
                    <a:close/>
                  </a:path>
                </a:pathLst>
              </a:custGeom>
              <a:solidFill>
                <a:srgbClr val="FEF2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155" name="Freeform 745">
                <a:extLst>
                  <a:ext uri="{FF2B5EF4-FFF2-40B4-BE49-F238E27FC236}">
                    <a16:creationId xmlns:a16="http://schemas.microsoft.com/office/drawing/2014/main" id="{7AF83577-55E3-4EFB-8BEA-C26DAACC15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3" y="1614"/>
                <a:ext cx="166" cy="299"/>
              </a:xfrm>
              <a:custGeom>
                <a:avLst/>
                <a:gdLst>
                  <a:gd name="T0" fmla="*/ 272 w 122"/>
                  <a:gd name="T1" fmla="*/ 30 h 222"/>
                  <a:gd name="T2" fmla="*/ 286 w 122"/>
                  <a:gd name="T3" fmla="*/ 185 h 222"/>
                  <a:gd name="T4" fmla="*/ 287 w 122"/>
                  <a:gd name="T5" fmla="*/ 343 h 222"/>
                  <a:gd name="T6" fmla="*/ 299 w 122"/>
                  <a:gd name="T7" fmla="*/ 424 h 222"/>
                  <a:gd name="T8" fmla="*/ 294 w 122"/>
                  <a:gd name="T9" fmla="*/ 516 h 222"/>
                  <a:gd name="T10" fmla="*/ 135 w 122"/>
                  <a:gd name="T11" fmla="*/ 457 h 222"/>
                  <a:gd name="T12" fmla="*/ 231 w 122"/>
                  <a:gd name="T13" fmla="*/ 399 h 222"/>
                  <a:gd name="T14" fmla="*/ 88 w 122"/>
                  <a:gd name="T15" fmla="*/ 308 h 222"/>
                  <a:gd name="T16" fmla="*/ 166 w 122"/>
                  <a:gd name="T17" fmla="*/ 298 h 222"/>
                  <a:gd name="T18" fmla="*/ 239 w 122"/>
                  <a:gd name="T19" fmla="*/ 241 h 222"/>
                  <a:gd name="T20" fmla="*/ 163 w 122"/>
                  <a:gd name="T21" fmla="*/ 261 h 222"/>
                  <a:gd name="T22" fmla="*/ 0 w 122"/>
                  <a:gd name="T23" fmla="*/ 255 h 222"/>
                  <a:gd name="T24" fmla="*/ 199 w 122"/>
                  <a:gd name="T25" fmla="*/ 140 h 222"/>
                  <a:gd name="T26" fmla="*/ 265 w 122"/>
                  <a:gd name="T27" fmla="*/ 0 h 222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22" h="222">
                    <a:moveTo>
                      <a:pt x="108" y="12"/>
                    </a:moveTo>
                    <a:cubicBezTo>
                      <a:pt x="114" y="35"/>
                      <a:pt x="115" y="53"/>
                      <a:pt x="113" y="76"/>
                    </a:cubicBezTo>
                    <a:cubicBezTo>
                      <a:pt x="112" y="97"/>
                      <a:pt x="112" y="119"/>
                      <a:pt x="114" y="140"/>
                    </a:cubicBezTo>
                    <a:cubicBezTo>
                      <a:pt x="116" y="151"/>
                      <a:pt x="118" y="162"/>
                      <a:pt x="119" y="174"/>
                    </a:cubicBezTo>
                    <a:cubicBezTo>
                      <a:pt x="119" y="180"/>
                      <a:pt x="122" y="206"/>
                      <a:pt x="117" y="211"/>
                    </a:cubicBezTo>
                    <a:cubicBezTo>
                      <a:pt x="106" y="222"/>
                      <a:pt x="65" y="191"/>
                      <a:pt x="54" y="187"/>
                    </a:cubicBezTo>
                    <a:cubicBezTo>
                      <a:pt x="73" y="187"/>
                      <a:pt x="93" y="195"/>
                      <a:pt x="92" y="163"/>
                    </a:cubicBezTo>
                    <a:cubicBezTo>
                      <a:pt x="91" y="140"/>
                      <a:pt x="47" y="142"/>
                      <a:pt x="35" y="126"/>
                    </a:cubicBezTo>
                    <a:cubicBezTo>
                      <a:pt x="44" y="126"/>
                      <a:pt x="57" y="126"/>
                      <a:pt x="66" y="122"/>
                    </a:cubicBezTo>
                    <a:cubicBezTo>
                      <a:pt x="71" y="119"/>
                      <a:pt x="97" y="106"/>
                      <a:pt x="95" y="99"/>
                    </a:cubicBezTo>
                    <a:cubicBezTo>
                      <a:pt x="91" y="87"/>
                      <a:pt x="73" y="105"/>
                      <a:pt x="65" y="107"/>
                    </a:cubicBezTo>
                    <a:cubicBezTo>
                      <a:pt x="55" y="109"/>
                      <a:pt x="3" y="118"/>
                      <a:pt x="0" y="104"/>
                    </a:cubicBezTo>
                    <a:cubicBezTo>
                      <a:pt x="29" y="102"/>
                      <a:pt x="61" y="82"/>
                      <a:pt x="79" y="57"/>
                    </a:cubicBezTo>
                    <a:cubicBezTo>
                      <a:pt x="92" y="38"/>
                      <a:pt x="95" y="21"/>
                      <a:pt x="105" y="0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156" name="Freeform 746">
                <a:extLst>
                  <a:ext uri="{FF2B5EF4-FFF2-40B4-BE49-F238E27FC236}">
                    <a16:creationId xmlns:a16="http://schemas.microsoft.com/office/drawing/2014/main" id="{3EE4689F-4B7B-4355-97EE-A7422E2969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3" y="1877"/>
                <a:ext cx="294" cy="585"/>
              </a:xfrm>
              <a:custGeom>
                <a:avLst/>
                <a:gdLst>
                  <a:gd name="T0" fmla="*/ 503 w 217"/>
                  <a:gd name="T1" fmla="*/ 0 h 435"/>
                  <a:gd name="T2" fmla="*/ 532 w 217"/>
                  <a:gd name="T3" fmla="*/ 114 h 435"/>
                  <a:gd name="T4" fmla="*/ 539 w 217"/>
                  <a:gd name="T5" fmla="*/ 247 h 435"/>
                  <a:gd name="T6" fmla="*/ 519 w 217"/>
                  <a:gd name="T7" fmla="*/ 502 h 435"/>
                  <a:gd name="T8" fmla="*/ 513 w 217"/>
                  <a:gd name="T9" fmla="*/ 714 h 435"/>
                  <a:gd name="T10" fmla="*/ 511 w 217"/>
                  <a:gd name="T11" fmla="*/ 823 h 435"/>
                  <a:gd name="T12" fmla="*/ 408 w 217"/>
                  <a:gd name="T13" fmla="*/ 908 h 435"/>
                  <a:gd name="T14" fmla="*/ 490 w 217"/>
                  <a:gd name="T15" fmla="*/ 776 h 435"/>
                  <a:gd name="T16" fmla="*/ 383 w 217"/>
                  <a:gd name="T17" fmla="*/ 861 h 435"/>
                  <a:gd name="T18" fmla="*/ 182 w 217"/>
                  <a:gd name="T19" fmla="*/ 1014 h 435"/>
                  <a:gd name="T20" fmla="*/ 0 w 217"/>
                  <a:gd name="T21" fmla="*/ 1031 h 435"/>
                  <a:gd name="T22" fmla="*/ 182 w 217"/>
                  <a:gd name="T23" fmla="*/ 956 h 435"/>
                  <a:gd name="T24" fmla="*/ 322 w 217"/>
                  <a:gd name="T25" fmla="*/ 810 h 435"/>
                  <a:gd name="T26" fmla="*/ 461 w 217"/>
                  <a:gd name="T27" fmla="*/ 126 h 435"/>
                  <a:gd name="T28" fmla="*/ 454 w 217"/>
                  <a:gd name="T29" fmla="*/ 62 h 435"/>
                  <a:gd name="T30" fmla="*/ 454 w 217"/>
                  <a:gd name="T31" fmla="*/ 22 h 435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217" h="435">
                    <a:moveTo>
                      <a:pt x="202" y="0"/>
                    </a:moveTo>
                    <a:cubicBezTo>
                      <a:pt x="214" y="5"/>
                      <a:pt x="213" y="36"/>
                      <a:pt x="214" y="47"/>
                    </a:cubicBezTo>
                    <a:cubicBezTo>
                      <a:pt x="216" y="65"/>
                      <a:pt x="217" y="84"/>
                      <a:pt x="217" y="102"/>
                    </a:cubicBezTo>
                    <a:cubicBezTo>
                      <a:pt x="217" y="137"/>
                      <a:pt x="214" y="172"/>
                      <a:pt x="209" y="206"/>
                    </a:cubicBezTo>
                    <a:cubicBezTo>
                      <a:pt x="205" y="236"/>
                      <a:pt x="205" y="265"/>
                      <a:pt x="207" y="294"/>
                    </a:cubicBezTo>
                    <a:cubicBezTo>
                      <a:pt x="207" y="306"/>
                      <a:pt x="210" y="326"/>
                      <a:pt x="205" y="338"/>
                    </a:cubicBezTo>
                    <a:cubicBezTo>
                      <a:pt x="199" y="353"/>
                      <a:pt x="176" y="362"/>
                      <a:pt x="164" y="373"/>
                    </a:cubicBezTo>
                    <a:cubicBezTo>
                      <a:pt x="172" y="359"/>
                      <a:pt x="207" y="342"/>
                      <a:pt x="197" y="319"/>
                    </a:cubicBezTo>
                    <a:cubicBezTo>
                      <a:pt x="187" y="295"/>
                      <a:pt x="162" y="346"/>
                      <a:pt x="154" y="354"/>
                    </a:cubicBezTo>
                    <a:cubicBezTo>
                      <a:pt x="136" y="377"/>
                      <a:pt x="100" y="405"/>
                      <a:pt x="73" y="417"/>
                    </a:cubicBezTo>
                    <a:cubicBezTo>
                      <a:pt x="56" y="424"/>
                      <a:pt x="17" y="435"/>
                      <a:pt x="0" y="424"/>
                    </a:cubicBezTo>
                    <a:cubicBezTo>
                      <a:pt x="23" y="411"/>
                      <a:pt x="50" y="407"/>
                      <a:pt x="73" y="393"/>
                    </a:cubicBezTo>
                    <a:cubicBezTo>
                      <a:pt x="97" y="380"/>
                      <a:pt x="118" y="358"/>
                      <a:pt x="130" y="333"/>
                    </a:cubicBezTo>
                    <a:cubicBezTo>
                      <a:pt x="193" y="213"/>
                      <a:pt x="183" y="84"/>
                      <a:pt x="185" y="52"/>
                    </a:cubicBezTo>
                    <a:cubicBezTo>
                      <a:pt x="185" y="43"/>
                      <a:pt x="182" y="34"/>
                      <a:pt x="182" y="25"/>
                    </a:cubicBezTo>
                    <a:cubicBezTo>
                      <a:pt x="182" y="18"/>
                      <a:pt x="191" y="15"/>
                      <a:pt x="182" y="9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157" name="Freeform 747">
                <a:extLst>
                  <a:ext uri="{FF2B5EF4-FFF2-40B4-BE49-F238E27FC236}">
                    <a16:creationId xmlns:a16="http://schemas.microsoft.com/office/drawing/2014/main" id="{351A4FBB-836B-4367-AF59-DD058D4645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4" y="2470"/>
                <a:ext cx="84" cy="50"/>
              </a:xfrm>
              <a:custGeom>
                <a:avLst/>
                <a:gdLst>
                  <a:gd name="T0" fmla="*/ 1 w 62"/>
                  <a:gd name="T1" fmla="*/ 0 h 37"/>
                  <a:gd name="T2" fmla="*/ 83 w 62"/>
                  <a:gd name="T3" fmla="*/ 86 h 37"/>
                  <a:gd name="T4" fmla="*/ 154 w 62"/>
                  <a:gd name="T5" fmla="*/ 1 h 37"/>
                  <a:gd name="T6" fmla="*/ 35 w 62"/>
                  <a:gd name="T7" fmla="*/ 1 h 3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2" h="37">
                    <a:moveTo>
                      <a:pt x="1" y="0"/>
                    </a:moveTo>
                    <a:cubicBezTo>
                      <a:pt x="0" y="21"/>
                      <a:pt x="12" y="33"/>
                      <a:pt x="33" y="35"/>
                    </a:cubicBezTo>
                    <a:cubicBezTo>
                      <a:pt x="60" y="37"/>
                      <a:pt x="58" y="21"/>
                      <a:pt x="62" y="1"/>
                    </a:cubicBezTo>
                    <a:cubicBezTo>
                      <a:pt x="46" y="4"/>
                      <a:pt x="31" y="1"/>
                      <a:pt x="14" y="1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158" name="Freeform 748">
                <a:extLst>
                  <a:ext uri="{FF2B5EF4-FFF2-40B4-BE49-F238E27FC236}">
                    <a16:creationId xmlns:a16="http://schemas.microsoft.com/office/drawing/2014/main" id="{C4AB7F75-BA67-417D-A6D7-0F22CDE2D1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7" y="2431"/>
                <a:ext cx="193" cy="442"/>
              </a:xfrm>
              <a:custGeom>
                <a:avLst/>
                <a:gdLst>
                  <a:gd name="T0" fmla="*/ 272 w 142"/>
                  <a:gd name="T1" fmla="*/ 162 h 328"/>
                  <a:gd name="T2" fmla="*/ 321 w 142"/>
                  <a:gd name="T3" fmla="*/ 182 h 328"/>
                  <a:gd name="T4" fmla="*/ 348 w 142"/>
                  <a:gd name="T5" fmla="*/ 240 h 328"/>
                  <a:gd name="T6" fmla="*/ 355 w 142"/>
                  <a:gd name="T7" fmla="*/ 387 h 328"/>
                  <a:gd name="T8" fmla="*/ 336 w 142"/>
                  <a:gd name="T9" fmla="*/ 578 h 328"/>
                  <a:gd name="T10" fmla="*/ 314 w 142"/>
                  <a:gd name="T11" fmla="*/ 803 h 328"/>
                  <a:gd name="T12" fmla="*/ 307 w 142"/>
                  <a:gd name="T13" fmla="*/ 523 h 328"/>
                  <a:gd name="T14" fmla="*/ 292 w 142"/>
                  <a:gd name="T15" fmla="*/ 381 h 328"/>
                  <a:gd name="T16" fmla="*/ 223 w 142"/>
                  <a:gd name="T17" fmla="*/ 265 h 328"/>
                  <a:gd name="T18" fmla="*/ 189 w 142"/>
                  <a:gd name="T19" fmla="*/ 168 h 328"/>
                  <a:gd name="T20" fmla="*/ 113 w 142"/>
                  <a:gd name="T21" fmla="*/ 98 h 328"/>
                  <a:gd name="T22" fmla="*/ 0 w 142"/>
                  <a:gd name="T23" fmla="*/ 0 h 328"/>
                  <a:gd name="T24" fmla="*/ 181 w 142"/>
                  <a:gd name="T25" fmla="*/ 49 h 328"/>
                  <a:gd name="T26" fmla="*/ 264 w 142"/>
                  <a:gd name="T27" fmla="*/ 162 h 32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42" h="328">
                    <a:moveTo>
                      <a:pt x="108" y="66"/>
                    </a:moveTo>
                    <a:cubicBezTo>
                      <a:pt x="113" y="74"/>
                      <a:pt x="121" y="70"/>
                      <a:pt x="128" y="74"/>
                    </a:cubicBezTo>
                    <a:cubicBezTo>
                      <a:pt x="137" y="80"/>
                      <a:pt x="137" y="89"/>
                      <a:pt x="138" y="98"/>
                    </a:cubicBezTo>
                    <a:cubicBezTo>
                      <a:pt x="141" y="118"/>
                      <a:pt x="142" y="139"/>
                      <a:pt x="141" y="158"/>
                    </a:cubicBezTo>
                    <a:cubicBezTo>
                      <a:pt x="140" y="184"/>
                      <a:pt x="137" y="210"/>
                      <a:pt x="134" y="236"/>
                    </a:cubicBezTo>
                    <a:cubicBezTo>
                      <a:pt x="131" y="266"/>
                      <a:pt x="131" y="299"/>
                      <a:pt x="125" y="328"/>
                    </a:cubicBezTo>
                    <a:cubicBezTo>
                      <a:pt x="123" y="291"/>
                      <a:pt x="120" y="251"/>
                      <a:pt x="122" y="214"/>
                    </a:cubicBezTo>
                    <a:cubicBezTo>
                      <a:pt x="123" y="195"/>
                      <a:pt x="123" y="174"/>
                      <a:pt x="116" y="156"/>
                    </a:cubicBezTo>
                    <a:cubicBezTo>
                      <a:pt x="109" y="139"/>
                      <a:pt x="96" y="126"/>
                      <a:pt x="89" y="108"/>
                    </a:cubicBezTo>
                    <a:cubicBezTo>
                      <a:pt x="85" y="95"/>
                      <a:pt x="83" y="81"/>
                      <a:pt x="75" y="69"/>
                    </a:cubicBezTo>
                    <a:cubicBezTo>
                      <a:pt x="68" y="58"/>
                      <a:pt x="55" y="48"/>
                      <a:pt x="45" y="40"/>
                    </a:cubicBezTo>
                    <a:cubicBezTo>
                      <a:pt x="30" y="29"/>
                      <a:pt x="10" y="15"/>
                      <a:pt x="0" y="0"/>
                    </a:cubicBezTo>
                    <a:cubicBezTo>
                      <a:pt x="24" y="0"/>
                      <a:pt x="49" y="13"/>
                      <a:pt x="72" y="20"/>
                    </a:cubicBezTo>
                    <a:cubicBezTo>
                      <a:pt x="98" y="27"/>
                      <a:pt x="89" y="49"/>
                      <a:pt x="105" y="66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159" name="Freeform 749">
                <a:extLst>
                  <a:ext uri="{FF2B5EF4-FFF2-40B4-BE49-F238E27FC236}">
                    <a16:creationId xmlns:a16="http://schemas.microsoft.com/office/drawing/2014/main" id="{2DEAF02A-C3E7-45B5-8678-921DDFF2C8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8" y="2324"/>
                <a:ext cx="129" cy="787"/>
              </a:xfrm>
              <a:custGeom>
                <a:avLst/>
                <a:gdLst>
                  <a:gd name="T0" fmla="*/ 205 w 95"/>
                  <a:gd name="T1" fmla="*/ 0 h 585"/>
                  <a:gd name="T2" fmla="*/ 236 w 95"/>
                  <a:gd name="T3" fmla="*/ 373 h 585"/>
                  <a:gd name="T4" fmla="*/ 189 w 95"/>
                  <a:gd name="T5" fmla="*/ 905 h 585"/>
                  <a:gd name="T6" fmla="*/ 130 w 95"/>
                  <a:gd name="T7" fmla="*/ 1129 h 585"/>
                  <a:gd name="T8" fmla="*/ 57 w 95"/>
                  <a:gd name="T9" fmla="*/ 1378 h 585"/>
                  <a:gd name="T10" fmla="*/ 105 w 95"/>
                  <a:gd name="T11" fmla="*/ 1064 h 585"/>
                  <a:gd name="T12" fmla="*/ 128 w 95"/>
                  <a:gd name="T13" fmla="*/ 414 h 585"/>
                  <a:gd name="T14" fmla="*/ 35 w 95"/>
                  <a:gd name="T15" fmla="*/ 234 h 585"/>
                  <a:gd name="T16" fmla="*/ 148 w 95"/>
                  <a:gd name="T17" fmla="*/ 140 h 585"/>
                  <a:gd name="T18" fmla="*/ 205 w 95"/>
                  <a:gd name="T19" fmla="*/ 0 h 58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95" h="585">
                    <a:moveTo>
                      <a:pt x="82" y="0"/>
                    </a:moveTo>
                    <a:cubicBezTo>
                      <a:pt x="95" y="44"/>
                      <a:pt x="95" y="96"/>
                      <a:pt x="94" y="153"/>
                    </a:cubicBezTo>
                    <a:cubicBezTo>
                      <a:pt x="92" y="210"/>
                      <a:pt x="87" y="318"/>
                      <a:pt x="75" y="372"/>
                    </a:cubicBezTo>
                    <a:cubicBezTo>
                      <a:pt x="63" y="425"/>
                      <a:pt x="62" y="428"/>
                      <a:pt x="52" y="464"/>
                    </a:cubicBezTo>
                    <a:cubicBezTo>
                      <a:pt x="43" y="500"/>
                      <a:pt x="32" y="548"/>
                      <a:pt x="23" y="566"/>
                    </a:cubicBezTo>
                    <a:cubicBezTo>
                      <a:pt x="14" y="585"/>
                      <a:pt x="36" y="516"/>
                      <a:pt x="42" y="437"/>
                    </a:cubicBezTo>
                    <a:cubicBezTo>
                      <a:pt x="47" y="358"/>
                      <a:pt x="59" y="210"/>
                      <a:pt x="51" y="170"/>
                    </a:cubicBezTo>
                    <a:cubicBezTo>
                      <a:pt x="43" y="130"/>
                      <a:pt x="27" y="112"/>
                      <a:pt x="14" y="96"/>
                    </a:cubicBezTo>
                    <a:cubicBezTo>
                      <a:pt x="0" y="80"/>
                      <a:pt x="35" y="69"/>
                      <a:pt x="59" y="57"/>
                    </a:cubicBezTo>
                    <a:cubicBezTo>
                      <a:pt x="72" y="49"/>
                      <a:pt x="90" y="22"/>
                      <a:pt x="82" y="0"/>
                    </a:cubicBezTo>
                    <a:close/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160" name="Freeform 750">
                <a:extLst>
                  <a:ext uri="{FF2B5EF4-FFF2-40B4-BE49-F238E27FC236}">
                    <a16:creationId xmlns:a16="http://schemas.microsoft.com/office/drawing/2014/main" id="{892EE5EC-8052-4E88-A63A-2CBA26E24F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4" y="3137"/>
                <a:ext cx="105" cy="502"/>
              </a:xfrm>
              <a:custGeom>
                <a:avLst/>
                <a:gdLst>
                  <a:gd name="T0" fmla="*/ 62 w 78"/>
                  <a:gd name="T1" fmla="*/ 910 h 373"/>
                  <a:gd name="T2" fmla="*/ 90 w 78"/>
                  <a:gd name="T3" fmla="*/ 910 h 373"/>
                  <a:gd name="T4" fmla="*/ 88 w 78"/>
                  <a:gd name="T5" fmla="*/ 696 h 373"/>
                  <a:gd name="T6" fmla="*/ 148 w 78"/>
                  <a:gd name="T7" fmla="*/ 373 h 373"/>
                  <a:gd name="T8" fmla="*/ 182 w 78"/>
                  <a:gd name="T9" fmla="*/ 195 h 373"/>
                  <a:gd name="T10" fmla="*/ 182 w 78"/>
                  <a:gd name="T11" fmla="*/ 12 h 373"/>
                  <a:gd name="T12" fmla="*/ 168 w 78"/>
                  <a:gd name="T13" fmla="*/ 0 h 373"/>
                  <a:gd name="T14" fmla="*/ 135 w 78"/>
                  <a:gd name="T15" fmla="*/ 178 h 373"/>
                  <a:gd name="T16" fmla="*/ 112 w 78"/>
                  <a:gd name="T17" fmla="*/ 409 h 373"/>
                  <a:gd name="T18" fmla="*/ 62 w 78"/>
                  <a:gd name="T19" fmla="*/ 612 h 373"/>
                  <a:gd name="T20" fmla="*/ 36 w 78"/>
                  <a:gd name="T21" fmla="*/ 760 h 373"/>
                  <a:gd name="T22" fmla="*/ 42 w 78"/>
                  <a:gd name="T23" fmla="*/ 882 h 373"/>
                  <a:gd name="T24" fmla="*/ 62 w 78"/>
                  <a:gd name="T25" fmla="*/ 91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78" h="373">
                    <a:moveTo>
                      <a:pt x="25" y="373"/>
                    </a:moveTo>
                    <a:cubicBezTo>
                      <a:pt x="37" y="373"/>
                      <a:pt x="37" y="373"/>
                      <a:pt x="37" y="373"/>
                    </a:cubicBezTo>
                    <a:cubicBezTo>
                      <a:pt x="30" y="345"/>
                      <a:pt x="32" y="308"/>
                      <a:pt x="36" y="285"/>
                    </a:cubicBezTo>
                    <a:cubicBezTo>
                      <a:pt x="44" y="241"/>
                      <a:pt x="54" y="197"/>
                      <a:pt x="61" y="153"/>
                    </a:cubicBezTo>
                    <a:cubicBezTo>
                      <a:pt x="65" y="129"/>
                      <a:pt x="70" y="104"/>
                      <a:pt x="74" y="80"/>
                    </a:cubicBezTo>
                    <a:cubicBezTo>
                      <a:pt x="78" y="55"/>
                      <a:pt x="74" y="30"/>
                      <a:pt x="74" y="5"/>
                    </a:cubicBezTo>
                    <a:cubicBezTo>
                      <a:pt x="69" y="0"/>
                      <a:pt x="69" y="0"/>
                      <a:pt x="69" y="0"/>
                    </a:cubicBezTo>
                    <a:cubicBezTo>
                      <a:pt x="65" y="24"/>
                      <a:pt x="58" y="48"/>
                      <a:pt x="55" y="73"/>
                    </a:cubicBezTo>
                    <a:cubicBezTo>
                      <a:pt x="52" y="105"/>
                      <a:pt x="50" y="136"/>
                      <a:pt x="46" y="168"/>
                    </a:cubicBezTo>
                    <a:cubicBezTo>
                      <a:pt x="43" y="197"/>
                      <a:pt x="33" y="223"/>
                      <a:pt x="25" y="251"/>
                    </a:cubicBezTo>
                    <a:cubicBezTo>
                      <a:pt x="19" y="271"/>
                      <a:pt x="21" y="292"/>
                      <a:pt x="15" y="312"/>
                    </a:cubicBezTo>
                    <a:cubicBezTo>
                      <a:pt x="9" y="333"/>
                      <a:pt x="0" y="345"/>
                      <a:pt x="17" y="362"/>
                    </a:cubicBezTo>
                    <a:cubicBezTo>
                      <a:pt x="20" y="366"/>
                      <a:pt x="23" y="369"/>
                      <a:pt x="25" y="373"/>
                    </a:cubicBezTo>
                    <a:close/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161" name="Freeform 751">
                <a:extLst>
                  <a:ext uri="{FF2B5EF4-FFF2-40B4-BE49-F238E27FC236}">
                    <a16:creationId xmlns:a16="http://schemas.microsoft.com/office/drawing/2014/main" id="{134530A8-8808-4092-8D4F-A99D6F28B9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4" y="3014"/>
                <a:ext cx="84" cy="189"/>
              </a:xfrm>
              <a:custGeom>
                <a:avLst/>
                <a:gdLst>
                  <a:gd name="T0" fmla="*/ 152 w 62"/>
                  <a:gd name="T1" fmla="*/ 0 h 140"/>
                  <a:gd name="T2" fmla="*/ 103 w 62"/>
                  <a:gd name="T3" fmla="*/ 119 h 140"/>
                  <a:gd name="T4" fmla="*/ 0 w 62"/>
                  <a:gd name="T5" fmla="*/ 204 h 140"/>
                  <a:gd name="T6" fmla="*/ 77 w 62"/>
                  <a:gd name="T7" fmla="*/ 239 h 140"/>
                  <a:gd name="T8" fmla="*/ 107 w 62"/>
                  <a:gd name="T9" fmla="*/ 344 h 140"/>
                  <a:gd name="T10" fmla="*/ 141 w 62"/>
                  <a:gd name="T11" fmla="*/ 100 h 14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2" h="140">
                    <a:moveTo>
                      <a:pt x="61" y="0"/>
                    </a:moveTo>
                    <a:cubicBezTo>
                      <a:pt x="52" y="13"/>
                      <a:pt x="50" y="34"/>
                      <a:pt x="41" y="48"/>
                    </a:cubicBezTo>
                    <a:cubicBezTo>
                      <a:pt x="30" y="68"/>
                      <a:pt x="17" y="72"/>
                      <a:pt x="0" y="83"/>
                    </a:cubicBezTo>
                    <a:cubicBezTo>
                      <a:pt x="5" y="95"/>
                      <a:pt x="22" y="88"/>
                      <a:pt x="31" y="97"/>
                    </a:cubicBezTo>
                    <a:cubicBezTo>
                      <a:pt x="42" y="108"/>
                      <a:pt x="36" y="127"/>
                      <a:pt x="43" y="140"/>
                    </a:cubicBezTo>
                    <a:cubicBezTo>
                      <a:pt x="62" y="114"/>
                      <a:pt x="41" y="69"/>
                      <a:pt x="57" y="41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162" name="Freeform 752">
                <a:extLst>
                  <a:ext uri="{FF2B5EF4-FFF2-40B4-BE49-F238E27FC236}">
                    <a16:creationId xmlns:a16="http://schemas.microsoft.com/office/drawing/2014/main" id="{E0C4C833-E24F-4C81-9AD5-1AAF7B73BC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6" y="2754"/>
                <a:ext cx="72" cy="582"/>
              </a:xfrm>
              <a:custGeom>
                <a:avLst/>
                <a:gdLst>
                  <a:gd name="T0" fmla="*/ 125 w 53"/>
                  <a:gd name="T1" fmla="*/ 89 h 432"/>
                  <a:gd name="T2" fmla="*/ 107 w 53"/>
                  <a:gd name="T3" fmla="*/ 234 h 432"/>
                  <a:gd name="T4" fmla="*/ 96 w 53"/>
                  <a:gd name="T5" fmla="*/ 365 h 432"/>
                  <a:gd name="T6" fmla="*/ 88 w 53"/>
                  <a:gd name="T7" fmla="*/ 577 h 432"/>
                  <a:gd name="T8" fmla="*/ 105 w 53"/>
                  <a:gd name="T9" fmla="*/ 802 h 432"/>
                  <a:gd name="T10" fmla="*/ 84 w 53"/>
                  <a:gd name="T11" fmla="*/ 1056 h 432"/>
                  <a:gd name="T12" fmla="*/ 88 w 53"/>
                  <a:gd name="T13" fmla="*/ 981 h 432"/>
                  <a:gd name="T14" fmla="*/ 84 w 53"/>
                  <a:gd name="T15" fmla="*/ 878 h 432"/>
                  <a:gd name="T16" fmla="*/ 57 w 53"/>
                  <a:gd name="T17" fmla="*/ 721 h 432"/>
                  <a:gd name="T18" fmla="*/ 1 w 53"/>
                  <a:gd name="T19" fmla="*/ 617 h 432"/>
                  <a:gd name="T20" fmla="*/ 19 w 53"/>
                  <a:gd name="T21" fmla="*/ 512 h 432"/>
                  <a:gd name="T22" fmla="*/ 22 w 53"/>
                  <a:gd name="T23" fmla="*/ 428 h 432"/>
                  <a:gd name="T24" fmla="*/ 56 w 53"/>
                  <a:gd name="T25" fmla="*/ 330 h 432"/>
                  <a:gd name="T26" fmla="*/ 83 w 53"/>
                  <a:gd name="T27" fmla="*/ 197 h 432"/>
                  <a:gd name="T28" fmla="*/ 99 w 53"/>
                  <a:gd name="T29" fmla="*/ 98 h 432"/>
                  <a:gd name="T30" fmla="*/ 133 w 53"/>
                  <a:gd name="T31" fmla="*/ 0 h 432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53" h="432">
                    <a:moveTo>
                      <a:pt x="50" y="36"/>
                    </a:moveTo>
                    <a:cubicBezTo>
                      <a:pt x="50" y="56"/>
                      <a:pt x="44" y="76"/>
                      <a:pt x="43" y="96"/>
                    </a:cubicBezTo>
                    <a:cubicBezTo>
                      <a:pt x="42" y="113"/>
                      <a:pt x="41" y="131"/>
                      <a:pt x="38" y="149"/>
                    </a:cubicBezTo>
                    <a:cubicBezTo>
                      <a:pt x="33" y="179"/>
                      <a:pt x="32" y="205"/>
                      <a:pt x="35" y="236"/>
                    </a:cubicBezTo>
                    <a:cubicBezTo>
                      <a:pt x="39" y="267"/>
                      <a:pt x="41" y="297"/>
                      <a:pt x="42" y="328"/>
                    </a:cubicBezTo>
                    <a:cubicBezTo>
                      <a:pt x="43" y="359"/>
                      <a:pt x="47" y="404"/>
                      <a:pt x="34" y="432"/>
                    </a:cubicBezTo>
                    <a:cubicBezTo>
                      <a:pt x="31" y="422"/>
                      <a:pt x="35" y="411"/>
                      <a:pt x="35" y="401"/>
                    </a:cubicBezTo>
                    <a:cubicBezTo>
                      <a:pt x="36" y="387"/>
                      <a:pt x="35" y="373"/>
                      <a:pt x="34" y="359"/>
                    </a:cubicBezTo>
                    <a:cubicBezTo>
                      <a:pt x="34" y="335"/>
                      <a:pt x="35" y="315"/>
                      <a:pt x="23" y="295"/>
                    </a:cubicBezTo>
                    <a:cubicBezTo>
                      <a:pt x="14" y="281"/>
                      <a:pt x="2" y="269"/>
                      <a:pt x="1" y="252"/>
                    </a:cubicBezTo>
                    <a:cubicBezTo>
                      <a:pt x="0" y="236"/>
                      <a:pt x="5" y="223"/>
                      <a:pt x="7" y="209"/>
                    </a:cubicBezTo>
                    <a:cubicBezTo>
                      <a:pt x="10" y="198"/>
                      <a:pt x="7" y="186"/>
                      <a:pt x="9" y="175"/>
                    </a:cubicBezTo>
                    <a:cubicBezTo>
                      <a:pt x="12" y="161"/>
                      <a:pt x="18" y="148"/>
                      <a:pt x="22" y="135"/>
                    </a:cubicBezTo>
                    <a:cubicBezTo>
                      <a:pt x="28" y="117"/>
                      <a:pt x="29" y="98"/>
                      <a:pt x="33" y="80"/>
                    </a:cubicBezTo>
                    <a:cubicBezTo>
                      <a:pt x="36" y="66"/>
                      <a:pt x="38" y="53"/>
                      <a:pt x="40" y="40"/>
                    </a:cubicBezTo>
                    <a:cubicBezTo>
                      <a:pt x="42" y="26"/>
                      <a:pt x="52" y="13"/>
                      <a:pt x="53" y="0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163" name="Freeform 753">
                <a:extLst>
                  <a:ext uri="{FF2B5EF4-FFF2-40B4-BE49-F238E27FC236}">
                    <a16:creationId xmlns:a16="http://schemas.microsoft.com/office/drawing/2014/main" id="{DDB99BD7-4287-44AA-BF6C-83B270A3D9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1" y="3402"/>
                <a:ext cx="35" cy="237"/>
              </a:xfrm>
              <a:custGeom>
                <a:avLst/>
                <a:gdLst>
                  <a:gd name="T0" fmla="*/ 30 w 26"/>
                  <a:gd name="T1" fmla="*/ 430 h 176"/>
                  <a:gd name="T2" fmla="*/ 63 w 26"/>
                  <a:gd name="T3" fmla="*/ 430 h 176"/>
                  <a:gd name="T4" fmla="*/ 47 w 26"/>
                  <a:gd name="T5" fmla="*/ 357 h 176"/>
                  <a:gd name="T6" fmla="*/ 43 w 26"/>
                  <a:gd name="T7" fmla="*/ 195 h 176"/>
                  <a:gd name="T8" fmla="*/ 51 w 26"/>
                  <a:gd name="T9" fmla="*/ 0 h 176"/>
                  <a:gd name="T10" fmla="*/ 32 w 26"/>
                  <a:gd name="T11" fmla="*/ 140 h 176"/>
                  <a:gd name="T12" fmla="*/ 15 w 26"/>
                  <a:gd name="T13" fmla="*/ 323 h 176"/>
                  <a:gd name="T14" fmla="*/ 24 w 26"/>
                  <a:gd name="T15" fmla="*/ 420 h 176"/>
                  <a:gd name="T16" fmla="*/ 30 w 26"/>
                  <a:gd name="T17" fmla="*/ 430 h 17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6" h="176">
                    <a:moveTo>
                      <a:pt x="12" y="176"/>
                    </a:moveTo>
                    <a:cubicBezTo>
                      <a:pt x="26" y="176"/>
                      <a:pt x="26" y="176"/>
                      <a:pt x="26" y="176"/>
                    </a:cubicBezTo>
                    <a:cubicBezTo>
                      <a:pt x="24" y="166"/>
                      <a:pt x="21" y="157"/>
                      <a:pt x="19" y="146"/>
                    </a:cubicBezTo>
                    <a:cubicBezTo>
                      <a:pt x="16" y="125"/>
                      <a:pt x="20" y="102"/>
                      <a:pt x="18" y="80"/>
                    </a:cubicBezTo>
                    <a:cubicBezTo>
                      <a:pt x="15" y="53"/>
                      <a:pt x="22" y="27"/>
                      <a:pt x="21" y="0"/>
                    </a:cubicBezTo>
                    <a:cubicBezTo>
                      <a:pt x="13" y="57"/>
                      <a:pt x="13" y="57"/>
                      <a:pt x="13" y="57"/>
                    </a:cubicBezTo>
                    <a:cubicBezTo>
                      <a:pt x="13" y="85"/>
                      <a:pt x="15" y="107"/>
                      <a:pt x="6" y="132"/>
                    </a:cubicBezTo>
                    <a:cubicBezTo>
                      <a:pt x="0" y="150"/>
                      <a:pt x="2" y="157"/>
                      <a:pt x="10" y="172"/>
                    </a:cubicBezTo>
                    <a:cubicBezTo>
                      <a:pt x="11" y="173"/>
                      <a:pt x="11" y="174"/>
                      <a:pt x="12" y="176"/>
                    </a:cubicBezTo>
                    <a:close/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164" name="Freeform 754">
                <a:extLst>
                  <a:ext uri="{FF2B5EF4-FFF2-40B4-BE49-F238E27FC236}">
                    <a16:creationId xmlns:a16="http://schemas.microsoft.com/office/drawing/2014/main" id="{054FDC14-756D-48DA-A15F-0EC6EE49A6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6" y="2297"/>
                <a:ext cx="83" cy="93"/>
              </a:xfrm>
              <a:custGeom>
                <a:avLst/>
                <a:gdLst>
                  <a:gd name="T0" fmla="*/ 19 w 61"/>
                  <a:gd name="T1" fmla="*/ 1 h 69"/>
                  <a:gd name="T2" fmla="*/ 14 w 61"/>
                  <a:gd name="T3" fmla="*/ 142 h 69"/>
                  <a:gd name="T4" fmla="*/ 154 w 61"/>
                  <a:gd name="T5" fmla="*/ 168 h 69"/>
                  <a:gd name="T6" fmla="*/ 71 w 61"/>
                  <a:gd name="T7" fmla="*/ 96 h 69"/>
                  <a:gd name="T8" fmla="*/ 7 w 61"/>
                  <a:gd name="T9" fmla="*/ 0 h 6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1" h="69">
                    <a:moveTo>
                      <a:pt x="7" y="1"/>
                    </a:moveTo>
                    <a:cubicBezTo>
                      <a:pt x="6" y="17"/>
                      <a:pt x="0" y="44"/>
                      <a:pt x="5" y="58"/>
                    </a:cubicBezTo>
                    <a:cubicBezTo>
                      <a:pt x="23" y="43"/>
                      <a:pt x="45" y="62"/>
                      <a:pt x="61" y="69"/>
                    </a:cubicBezTo>
                    <a:cubicBezTo>
                      <a:pt x="49" y="60"/>
                      <a:pt x="40" y="48"/>
                      <a:pt x="28" y="39"/>
                    </a:cubicBezTo>
                    <a:cubicBezTo>
                      <a:pt x="14" y="28"/>
                      <a:pt x="13" y="14"/>
                      <a:pt x="3" y="0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165" name="Freeform 755">
                <a:extLst>
                  <a:ext uri="{FF2B5EF4-FFF2-40B4-BE49-F238E27FC236}">
                    <a16:creationId xmlns:a16="http://schemas.microsoft.com/office/drawing/2014/main" id="{E476870A-BFAA-4123-B91A-2DA2D77A1C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3" y="1807"/>
                <a:ext cx="424" cy="80"/>
              </a:xfrm>
              <a:custGeom>
                <a:avLst/>
                <a:gdLst>
                  <a:gd name="T0" fmla="*/ 1 w 312"/>
                  <a:gd name="T1" fmla="*/ 116 h 60"/>
                  <a:gd name="T2" fmla="*/ 370 w 312"/>
                  <a:gd name="T3" fmla="*/ 33 h 60"/>
                  <a:gd name="T4" fmla="*/ 783 w 312"/>
                  <a:gd name="T5" fmla="*/ 143 h 60"/>
                  <a:gd name="T6" fmla="*/ 356 w 312"/>
                  <a:gd name="T7" fmla="*/ 5 h 60"/>
                  <a:gd name="T8" fmla="*/ 0 w 312"/>
                  <a:gd name="T9" fmla="*/ 116 h 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2" h="60">
                    <a:moveTo>
                      <a:pt x="1" y="49"/>
                    </a:moveTo>
                    <a:cubicBezTo>
                      <a:pt x="43" y="26"/>
                      <a:pt x="85" y="10"/>
                      <a:pt x="147" y="14"/>
                    </a:cubicBezTo>
                    <a:cubicBezTo>
                      <a:pt x="196" y="18"/>
                      <a:pt x="291" y="52"/>
                      <a:pt x="312" y="60"/>
                    </a:cubicBezTo>
                    <a:cubicBezTo>
                      <a:pt x="279" y="41"/>
                      <a:pt x="205" y="0"/>
                      <a:pt x="142" y="2"/>
                    </a:cubicBezTo>
                    <a:cubicBezTo>
                      <a:pt x="79" y="5"/>
                      <a:pt x="25" y="21"/>
                      <a:pt x="0" y="49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166" name="Freeform 756">
                <a:extLst>
                  <a:ext uri="{FF2B5EF4-FFF2-40B4-BE49-F238E27FC236}">
                    <a16:creationId xmlns:a16="http://schemas.microsoft.com/office/drawing/2014/main" id="{CEE135C4-F982-4632-9849-3161C53295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2" y="1723"/>
                <a:ext cx="411" cy="73"/>
              </a:xfrm>
              <a:custGeom>
                <a:avLst/>
                <a:gdLst>
                  <a:gd name="T0" fmla="*/ 0 w 303"/>
                  <a:gd name="T1" fmla="*/ 87 h 54"/>
                  <a:gd name="T2" fmla="*/ 201 w 303"/>
                  <a:gd name="T3" fmla="*/ 77 h 54"/>
                  <a:gd name="T4" fmla="*/ 278 w 303"/>
                  <a:gd name="T5" fmla="*/ 50 h 54"/>
                  <a:gd name="T6" fmla="*/ 372 w 303"/>
                  <a:gd name="T7" fmla="*/ 0 h 54"/>
                  <a:gd name="T8" fmla="*/ 537 w 303"/>
                  <a:gd name="T9" fmla="*/ 72 h 54"/>
                  <a:gd name="T10" fmla="*/ 756 w 303"/>
                  <a:gd name="T11" fmla="*/ 105 h 54"/>
                  <a:gd name="T12" fmla="*/ 688 w 303"/>
                  <a:gd name="T13" fmla="*/ 126 h 54"/>
                  <a:gd name="T14" fmla="*/ 576 w 303"/>
                  <a:gd name="T15" fmla="*/ 99 h 54"/>
                  <a:gd name="T16" fmla="*/ 499 w 303"/>
                  <a:gd name="T17" fmla="*/ 82 h 54"/>
                  <a:gd name="T18" fmla="*/ 391 w 303"/>
                  <a:gd name="T19" fmla="*/ 43 h 54"/>
                  <a:gd name="T20" fmla="*/ 231 w 303"/>
                  <a:gd name="T21" fmla="*/ 89 h 54"/>
                  <a:gd name="T22" fmla="*/ 130 w 303"/>
                  <a:gd name="T23" fmla="*/ 108 h 54"/>
                  <a:gd name="T24" fmla="*/ 12 w 303"/>
                  <a:gd name="T25" fmla="*/ 104 h 5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03" h="54">
                    <a:moveTo>
                      <a:pt x="0" y="35"/>
                    </a:moveTo>
                    <a:cubicBezTo>
                      <a:pt x="13" y="47"/>
                      <a:pt x="64" y="35"/>
                      <a:pt x="80" y="31"/>
                    </a:cubicBezTo>
                    <a:cubicBezTo>
                      <a:pt x="91" y="29"/>
                      <a:pt x="102" y="26"/>
                      <a:pt x="111" y="20"/>
                    </a:cubicBezTo>
                    <a:cubicBezTo>
                      <a:pt x="126" y="11"/>
                      <a:pt x="129" y="1"/>
                      <a:pt x="149" y="0"/>
                    </a:cubicBezTo>
                    <a:cubicBezTo>
                      <a:pt x="177" y="0"/>
                      <a:pt x="191" y="20"/>
                      <a:pt x="215" y="29"/>
                    </a:cubicBezTo>
                    <a:cubicBezTo>
                      <a:pt x="242" y="39"/>
                      <a:pt x="274" y="40"/>
                      <a:pt x="303" y="43"/>
                    </a:cubicBezTo>
                    <a:cubicBezTo>
                      <a:pt x="297" y="44"/>
                      <a:pt x="284" y="50"/>
                      <a:pt x="276" y="51"/>
                    </a:cubicBezTo>
                    <a:cubicBezTo>
                      <a:pt x="259" y="54"/>
                      <a:pt x="246" y="45"/>
                      <a:pt x="231" y="40"/>
                    </a:cubicBezTo>
                    <a:cubicBezTo>
                      <a:pt x="220" y="36"/>
                      <a:pt x="210" y="35"/>
                      <a:pt x="200" y="33"/>
                    </a:cubicBezTo>
                    <a:cubicBezTo>
                      <a:pt x="186" y="29"/>
                      <a:pt x="171" y="19"/>
                      <a:pt x="156" y="18"/>
                    </a:cubicBezTo>
                    <a:cubicBezTo>
                      <a:pt x="136" y="16"/>
                      <a:pt x="110" y="29"/>
                      <a:pt x="92" y="36"/>
                    </a:cubicBezTo>
                    <a:cubicBezTo>
                      <a:pt x="78" y="42"/>
                      <a:pt x="67" y="44"/>
                      <a:pt x="52" y="44"/>
                    </a:cubicBezTo>
                    <a:cubicBezTo>
                      <a:pt x="38" y="44"/>
                      <a:pt x="19" y="37"/>
                      <a:pt x="5" y="42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167" name="Freeform 757">
                <a:extLst>
                  <a:ext uri="{FF2B5EF4-FFF2-40B4-BE49-F238E27FC236}">
                    <a16:creationId xmlns:a16="http://schemas.microsoft.com/office/drawing/2014/main" id="{CE0CD445-59FB-425B-99F4-6432D77F67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4" y="1677"/>
                <a:ext cx="49" cy="38"/>
              </a:xfrm>
              <a:custGeom>
                <a:avLst/>
                <a:gdLst>
                  <a:gd name="T0" fmla="*/ 46 w 36"/>
                  <a:gd name="T1" fmla="*/ 0 h 28"/>
                  <a:gd name="T2" fmla="*/ 35 w 36"/>
                  <a:gd name="T3" fmla="*/ 57 h 28"/>
                  <a:gd name="T4" fmla="*/ 72 w 36"/>
                  <a:gd name="T5" fmla="*/ 10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6" h="28">
                    <a:moveTo>
                      <a:pt x="18" y="0"/>
                    </a:moveTo>
                    <a:cubicBezTo>
                      <a:pt x="10" y="5"/>
                      <a:pt x="0" y="17"/>
                      <a:pt x="14" y="23"/>
                    </a:cubicBezTo>
                    <a:cubicBezTo>
                      <a:pt x="26" y="28"/>
                      <a:pt x="36" y="13"/>
                      <a:pt x="29" y="4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168" name="Freeform 758">
                <a:extLst>
                  <a:ext uri="{FF2B5EF4-FFF2-40B4-BE49-F238E27FC236}">
                    <a16:creationId xmlns:a16="http://schemas.microsoft.com/office/drawing/2014/main" id="{2FBFE549-EEA3-4AEE-B087-01EC9E19D8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8" y="1679"/>
                <a:ext cx="45" cy="33"/>
              </a:xfrm>
              <a:custGeom>
                <a:avLst/>
                <a:gdLst>
                  <a:gd name="T0" fmla="*/ 26 w 33"/>
                  <a:gd name="T1" fmla="*/ 7 h 25"/>
                  <a:gd name="T2" fmla="*/ 50 w 33"/>
                  <a:gd name="T3" fmla="*/ 49 h 25"/>
                  <a:gd name="T4" fmla="*/ 41 w 33"/>
                  <a:gd name="T5" fmla="*/ 0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" h="25">
                    <a:moveTo>
                      <a:pt x="10" y="3"/>
                    </a:moveTo>
                    <a:cubicBezTo>
                      <a:pt x="0" y="10"/>
                      <a:pt x="9" y="25"/>
                      <a:pt x="20" y="21"/>
                    </a:cubicBezTo>
                    <a:cubicBezTo>
                      <a:pt x="33" y="16"/>
                      <a:pt x="29" y="0"/>
                      <a:pt x="16" y="0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169" name="Freeform 759">
                <a:extLst>
                  <a:ext uri="{FF2B5EF4-FFF2-40B4-BE49-F238E27FC236}">
                    <a16:creationId xmlns:a16="http://schemas.microsoft.com/office/drawing/2014/main" id="{429ED50C-DE1A-47D8-A974-BADB98F41D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5" y="1311"/>
                <a:ext cx="115" cy="160"/>
              </a:xfrm>
              <a:custGeom>
                <a:avLst/>
                <a:gdLst>
                  <a:gd name="T0" fmla="*/ 0 w 85"/>
                  <a:gd name="T1" fmla="*/ 106 h 119"/>
                  <a:gd name="T2" fmla="*/ 42 w 85"/>
                  <a:gd name="T3" fmla="*/ 253 h 119"/>
                  <a:gd name="T4" fmla="*/ 106 w 85"/>
                  <a:gd name="T5" fmla="*/ 206 h 119"/>
                  <a:gd name="T6" fmla="*/ 93 w 85"/>
                  <a:gd name="T7" fmla="*/ 227 h 119"/>
                  <a:gd name="T8" fmla="*/ 43 w 85"/>
                  <a:gd name="T9" fmla="*/ 168 h 119"/>
                  <a:gd name="T10" fmla="*/ 118 w 85"/>
                  <a:gd name="T11" fmla="*/ 136 h 119"/>
                  <a:gd name="T12" fmla="*/ 211 w 85"/>
                  <a:gd name="T13" fmla="*/ 0 h 119"/>
                  <a:gd name="T14" fmla="*/ 129 w 85"/>
                  <a:gd name="T15" fmla="*/ 106 h 119"/>
                  <a:gd name="T16" fmla="*/ 20 w 85"/>
                  <a:gd name="T17" fmla="*/ 120 h 11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5" h="119">
                    <a:moveTo>
                      <a:pt x="0" y="44"/>
                    </a:moveTo>
                    <a:cubicBezTo>
                      <a:pt x="1" y="60"/>
                      <a:pt x="5" y="91"/>
                      <a:pt x="17" y="104"/>
                    </a:cubicBezTo>
                    <a:cubicBezTo>
                      <a:pt x="32" y="119"/>
                      <a:pt x="45" y="101"/>
                      <a:pt x="43" y="85"/>
                    </a:cubicBezTo>
                    <a:cubicBezTo>
                      <a:pt x="42" y="88"/>
                      <a:pt x="39" y="91"/>
                      <a:pt x="38" y="94"/>
                    </a:cubicBezTo>
                    <a:cubicBezTo>
                      <a:pt x="29" y="93"/>
                      <a:pt x="15" y="80"/>
                      <a:pt x="18" y="69"/>
                    </a:cubicBezTo>
                    <a:cubicBezTo>
                      <a:pt x="20" y="55"/>
                      <a:pt x="36" y="59"/>
                      <a:pt x="47" y="56"/>
                    </a:cubicBezTo>
                    <a:cubicBezTo>
                      <a:pt x="79" y="46"/>
                      <a:pt x="81" y="28"/>
                      <a:pt x="85" y="0"/>
                    </a:cubicBezTo>
                    <a:cubicBezTo>
                      <a:pt x="80" y="15"/>
                      <a:pt x="65" y="34"/>
                      <a:pt x="52" y="44"/>
                    </a:cubicBezTo>
                    <a:cubicBezTo>
                      <a:pt x="38" y="53"/>
                      <a:pt x="23" y="50"/>
                      <a:pt x="8" y="49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170" name="Freeform 760">
                <a:extLst>
                  <a:ext uri="{FF2B5EF4-FFF2-40B4-BE49-F238E27FC236}">
                    <a16:creationId xmlns:a16="http://schemas.microsoft.com/office/drawing/2014/main" id="{84B98A4B-A55C-4694-8955-0D589B2FC2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7" y="1634"/>
                <a:ext cx="61" cy="229"/>
              </a:xfrm>
              <a:custGeom>
                <a:avLst/>
                <a:gdLst>
                  <a:gd name="T0" fmla="*/ 99 w 45"/>
                  <a:gd name="T1" fmla="*/ 0 h 170"/>
                  <a:gd name="T2" fmla="*/ 98 w 45"/>
                  <a:gd name="T3" fmla="*/ 224 h 170"/>
                  <a:gd name="T4" fmla="*/ 61 w 45"/>
                  <a:gd name="T5" fmla="*/ 415 h 170"/>
                  <a:gd name="T6" fmla="*/ 0 w 45"/>
                  <a:gd name="T7" fmla="*/ 291 h 170"/>
                  <a:gd name="T8" fmla="*/ 72 w 45"/>
                  <a:gd name="T9" fmla="*/ 185 h 170"/>
                  <a:gd name="T10" fmla="*/ 70 w 45"/>
                  <a:gd name="T11" fmla="*/ 79 h 170"/>
                  <a:gd name="T12" fmla="*/ 92 w 45"/>
                  <a:gd name="T13" fmla="*/ 9 h 17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5" h="170">
                    <a:moveTo>
                      <a:pt x="40" y="0"/>
                    </a:moveTo>
                    <a:cubicBezTo>
                      <a:pt x="35" y="32"/>
                      <a:pt x="37" y="59"/>
                      <a:pt x="39" y="91"/>
                    </a:cubicBezTo>
                    <a:cubicBezTo>
                      <a:pt x="40" y="114"/>
                      <a:pt x="45" y="154"/>
                      <a:pt x="24" y="170"/>
                    </a:cubicBezTo>
                    <a:cubicBezTo>
                      <a:pt x="25" y="150"/>
                      <a:pt x="22" y="127"/>
                      <a:pt x="0" y="119"/>
                    </a:cubicBezTo>
                    <a:cubicBezTo>
                      <a:pt x="13" y="111"/>
                      <a:pt x="27" y="90"/>
                      <a:pt x="29" y="76"/>
                    </a:cubicBezTo>
                    <a:cubicBezTo>
                      <a:pt x="32" y="62"/>
                      <a:pt x="27" y="47"/>
                      <a:pt x="28" y="33"/>
                    </a:cubicBezTo>
                    <a:cubicBezTo>
                      <a:pt x="29" y="22"/>
                      <a:pt x="34" y="14"/>
                      <a:pt x="37" y="4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171" name="Freeform 761">
                <a:extLst>
                  <a:ext uri="{FF2B5EF4-FFF2-40B4-BE49-F238E27FC236}">
                    <a16:creationId xmlns:a16="http://schemas.microsoft.com/office/drawing/2014/main" id="{7CA71DDA-32E3-43FC-8C6D-EFC751F218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8" y="1835"/>
                <a:ext cx="95" cy="455"/>
              </a:xfrm>
              <a:custGeom>
                <a:avLst/>
                <a:gdLst>
                  <a:gd name="T0" fmla="*/ 159 w 70"/>
                  <a:gd name="T1" fmla="*/ 22 h 338"/>
                  <a:gd name="T2" fmla="*/ 170 w 70"/>
                  <a:gd name="T3" fmla="*/ 129 h 338"/>
                  <a:gd name="T4" fmla="*/ 140 w 70"/>
                  <a:gd name="T5" fmla="*/ 240 h 338"/>
                  <a:gd name="T6" fmla="*/ 72 w 70"/>
                  <a:gd name="T7" fmla="*/ 450 h 338"/>
                  <a:gd name="T8" fmla="*/ 48 w 70"/>
                  <a:gd name="T9" fmla="*/ 634 h 338"/>
                  <a:gd name="T10" fmla="*/ 105 w 70"/>
                  <a:gd name="T11" fmla="*/ 825 h 338"/>
                  <a:gd name="T12" fmla="*/ 65 w 70"/>
                  <a:gd name="T13" fmla="*/ 744 h 338"/>
                  <a:gd name="T14" fmla="*/ 27 w 70"/>
                  <a:gd name="T15" fmla="*/ 781 h 338"/>
                  <a:gd name="T16" fmla="*/ 20 w 70"/>
                  <a:gd name="T17" fmla="*/ 606 h 338"/>
                  <a:gd name="T18" fmla="*/ 48 w 70"/>
                  <a:gd name="T19" fmla="*/ 473 h 338"/>
                  <a:gd name="T20" fmla="*/ 50 w 70"/>
                  <a:gd name="T21" fmla="*/ 376 h 338"/>
                  <a:gd name="T22" fmla="*/ 79 w 70"/>
                  <a:gd name="T23" fmla="*/ 277 h 338"/>
                  <a:gd name="T24" fmla="*/ 113 w 70"/>
                  <a:gd name="T25" fmla="*/ 148 h 338"/>
                  <a:gd name="T26" fmla="*/ 125 w 70"/>
                  <a:gd name="T27" fmla="*/ 0 h 33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70" h="338">
                    <a:moveTo>
                      <a:pt x="63" y="9"/>
                    </a:moveTo>
                    <a:cubicBezTo>
                      <a:pt x="64" y="24"/>
                      <a:pt x="70" y="38"/>
                      <a:pt x="68" y="53"/>
                    </a:cubicBezTo>
                    <a:cubicBezTo>
                      <a:pt x="66" y="68"/>
                      <a:pt x="60" y="84"/>
                      <a:pt x="56" y="98"/>
                    </a:cubicBezTo>
                    <a:cubicBezTo>
                      <a:pt x="48" y="127"/>
                      <a:pt x="37" y="155"/>
                      <a:pt x="29" y="184"/>
                    </a:cubicBezTo>
                    <a:cubicBezTo>
                      <a:pt x="22" y="206"/>
                      <a:pt x="12" y="238"/>
                      <a:pt x="19" y="260"/>
                    </a:cubicBezTo>
                    <a:cubicBezTo>
                      <a:pt x="27" y="288"/>
                      <a:pt x="49" y="305"/>
                      <a:pt x="42" y="338"/>
                    </a:cubicBezTo>
                    <a:cubicBezTo>
                      <a:pt x="42" y="325"/>
                      <a:pt x="34" y="313"/>
                      <a:pt x="26" y="305"/>
                    </a:cubicBezTo>
                    <a:cubicBezTo>
                      <a:pt x="21" y="309"/>
                      <a:pt x="17" y="316"/>
                      <a:pt x="11" y="320"/>
                    </a:cubicBezTo>
                    <a:cubicBezTo>
                      <a:pt x="15" y="299"/>
                      <a:pt x="15" y="267"/>
                      <a:pt x="8" y="248"/>
                    </a:cubicBezTo>
                    <a:cubicBezTo>
                      <a:pt x="0" y="225"/>
                      <a:pt x="14" y="217"/>
                      <a:pt x="19" y="194"/>
                    </a:cubicBezTo>
                    <a:cubicBezTo>
                      <a:pt x="22" y="181"/>
                      <a:pt x="19" y="167"/>
                      <a:pt x="20" y="154"/>
                    </a:cubicBezTo>
                    <a:cubicBezTo>
                      <a:pt x="22" y="141"/>
                      <a:pt x="28" y="127"/>
                      <a:pt x="32" y="114"/>
                    </a:cubicBezTo>
                    <a:cubicBezTo>
                      <a:pt x="38" y="96"/>
                      <a:pt x="42" y="79"/>
                      <a:pt x="45" y="61"/>
                    </a:cubicBezTo>
                    <a:cubicBezTo>
                      <a:pt x="47" y="49"/>
                      <a:pt x="66" y="6"/>
                      <a:pt x="50" y="0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172" name="Freeform 762">
                <a:extLst>
                  <a:ext uri="{FF2B5EF4-FFF2-40B4-BE49-F238E27FC236}">
                    <a16:creationId xmlns:a16="http://schemas.microsoft.com/office/drawing/2014/main" id="{C5073096-287C-4912-B726-50C11C4D1F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3" y="2345"/>
                <a:ext cx="22" cy="30"/>
              </a:xfrm>
              <a:custGeom>
                <a:avLst/>
                <a:gdLst>
                  <a:gd name="T0" fmla="*/ 0 w 16"/>
                  <a:gd name="T1" fmla="*/ 14 h 22"/>
                  <a:gd name="T2" fmla="*/ 41 w 16"/>
                  <a:gd name="T3" fmla="*/ 55 h 22"/>
                  <a:gd name="T4" fmla="*/ 23 w 16"/>
                  <a:gd name="T5" fmla="*/ 0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22">
                    <a:moveTo>
                      <a:pt x="0" y="5"/>
                    </a:moveTo>
                    <a:cubicBezTo>
                      <a:pt x="3" y="13"/>
                      <a:pt x="6" y="22"/>
                      <a:pt x="16" y="21"/>
                    </a:cubicBezTo>
                    <a:cubicBezTo>
                      <a:pt x="14" y="14"/>
                      <a:pt x="10" y="6"/>
                      <a:pt x="9" y="0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173" name="Freeform 763">
                <a:extLst>
                  <a:ext uri="{FF2B5EF4-FFF2-40B4-BE49-F238E27FC236}">
                    <a16:creationId xmlns:a16="http://schemas.microsoft.com/office/drawing/2014/main" id="{E4C511CC-DEC6-4AA4-8C1F-8097FC6FBF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4" y="1799"/>
                <a:ext cx="72" cy="123"/>
              </a:xfrm>
              <a:custGeom>
                <a:avLst/>
                <a:gdLst>
                  <a:gd name="T0" fmla="*/ 1 w 53"/>
                  <a:gd name="T1" fmla="*/ 0 h 92"/>
                  <a:gd name="T2" fmla="*/ 72 w 53"/>
                  <a:gd name="T3" fmla="*/ 219 h 92"/>
                  <a:gd name="T4" fmla="*/ 0 w 53"/>
                  <a:gd name="T5" fmla="*/ 0 h 9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3" h="92">
                    <a:moveTo>
                      <a:pt x="1" y="0"/>
                    </a:moveTo>
                    <a:cubicBezTo>
                      <a:pt x="32" y="10"/>
                      <a:pt x="53" y="66"/>
                      <a:pt x="29" y="92"/>
                    </a:cubicBezTo>
                    <a:cubicBezTo>
                      <a:pt x="29" y="59"/>
                      <a:pt x="27" y="23"/>
                      <a:pt x="0" y="0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174" name="Freeform 764">
                <a:extLst>
                  <a:ext uri="{FF2B5EF4-FFF2-40B4-BE49-F238E27FC236}">
                    <a16:creationId xmlns:a16="http://schemas.microsoft.com/office/drawing/2014/main" id="{5D170CBB-F3F4-4FED-AE62-4E327A03AE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1" y="1373"/>
                <a:ext cx="130" cy="80"/>
              </a:xfrm>
              <a:custGeom>
                <a:avLst/>
                <a:gdLst>
                  <a:gd name="T0" fmla="*/ 175 w 96"/>
                  <a:gd name="T1" fmla="*/ 0 h 59"/>
                  <a:gd name="T2" fmla="*/ 72 w 96"/>
                  <a:gd name="T3" fmla="*/ 79 h 59"/>
                  <a:gd name="T4" fmla="*/ 0 w 96"/>
                  <a:gd name="T5" fmla="*/ 125 h 59"/>
                  <a:gd name="T6" fmla="*/ 112 w 96"/>
                  <a:gd name="T7" fmla="*/ 140 h 59"/>
                  <a:gd name="T8" fmla="*/ 238 w 96"/>
                  <a:gd name="T9" fmla="*/ 140 h 59"/>
                  <a:gd name="T10" fmla="*/ 98 w 96"/>
                  <a:gd name="T11" fmla="*/ 119 h 59"/>
                  <a:gd name="T12" fmla="*/ 114 w 96"/>
                  <a:gd name="T13" fmla="*/ 83 h 59"/>
                  <a:gd name="T14" fmla="*/ 176 w 96"/>
                  <a:gd name="T15" fmla="*/ 26 h 5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6" h="59">
                    <a:moveTo>
                      <a:pt x="70" y="0"/>
                    </a:moveTo>
                    <a:cubicBezTo>
                      <a:pt x="64" y="15"/>
                      <a:pt x="42" y="25"/>
                      <a:pt x="29" y="32"/>
                    </a:cubicBezTo>
                    <a:cubicBezTo>
                      <a:pt x="21" y="36"/>
                      <a:pt x="2" y="40"/>
                      <a:pt x="0" y="50"/>
                    </a:cubicBezTo>
                    <a:cubicBezTo>
                      <a:pt x="14" y="54"/>
                      <a:pt x="30" y="54"/>
                      <a:pt x="45" y="56"/>
                    </a:cubicBezTo>
                    <a:cubicBezTo>
                      <a:pt x="61" y="59"/>
                      <a:pt x="81" y="51"/>
                      <a:pt x="96" y="56"/>
                    </a:cubicBezTo>
                    <a:cubicBezTo>
                      <a:pt x="85" y="58"/>
                      <a:pt x="45" y="57"/>
                      <a:pt x="39" y="48"/>
                    </a:cubicBezTo>
                    <a:cubicBezTo>
                      <a:pt x="32" y="38"/>
                      <a:pt x="40" y="37"/>
                      <a:pt x="46" y="33"/>
                    </a:cubicBezTo>
                    <a:cubicBezTo>
                      <a:pt x="57" y="25"/>
                      <a:pt x="65" y="22"/>
                      <a:pt x="71" y="10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175" name="Freeform 765">
                <a:extLst>
                  <a:ext uri="{FF2B5EF4-FFF2-40B4-BE49-F238E27FC236}">
                    <a16:creationId xmlns:a16="http://schemas.microsoft.com/office/drawing/2014/main" id="{ED2547E5-9D36-4B12-A965-5B4F33E6EF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0" y="1384"/>
                <a:ext cx="115" cy="69"/>
              </a:xfrm>
              <a:custGeom>
                <a:avLst/>
                <a:gdLst>
                  <a:gd name="T0" fmla="*/ 0 w 85"/>
                  <a:gd name="T1" fmla="*/ 126 h 51"/>
                  <a:gd name="T2" fmla="*/ 211 w 85"/>
                  <a:gd name="T3" fmla="*/ 78 h 51"/>
                  <a:gd name="T4" fmla="*/ 134 w 85"/>
                  <a:gd name="T5" fmla="*/ 30 h 51"/>
                  <a:gd name="T6" fmla="*/ 43 w 85"/>
                  <a:gd name="T7" fmla="*/ 0 h 51"/>
                  <a:gd name="T8" fmla="*/ 139 w 85"/>
                  <a:gd name="T9" fmla="*/ 72 h 51"/>
                  <a:gd name="T10" fmla="*/ 16 w 85"/>
                  <a:gd name="T11" fmla="*/ 119 h 5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5" h="51">
                    <a:moveTo>
                      <a:pt x="0" y="51"/>
                    </a:moveTo>
                    <a:cubicBezTo>
                      <a:pt x="25" y="48"/>
                      <a:pt x="64" y="48"/>
                      <a:pt x="85" y="32"/>
                    </a:cubicBezTo>
                    <a:cubicBezTo>
                      <a:pt x="78" y="20"/>
                      <a:pt x="66" y="18"/>
                      <a:pt x="54" y="12"/>
                    </a:cubicBezTo>
                    <a:cubicBezTo>
                      <a:pt x="43" y="7"/>
                      <a:pt x="20" y="0"/>
                      <a:pt x="18" y="0"/>
                    </a:cubicBezTo>
                    <a:cubicBezTo>
                      <a:pt x="27" y="9"/>
                      <a:pt x="58" y="12"/>
                      <a:pt x="56" y="29"/>
                    </a:cubicBezTo>
                    <a:cubicBezTo>
                      <a:pt x="54" y="41"/>
                      <a:pt x="18" y="44"/>
                      <a:pt x="7" y="48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176" name="Freeform 766">
                <a:extLst>
                  <a:ext uri="{FF2B5EF4-FFF2-40B4-BE49-F238E27FC236}">
                    <a16:creationId xmlns:a16="http://schemas.microsoft.com/office/drawing/2014/main" id="{210141FF-DFAB-4DBD-8257-5AE81724ED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1" y="1686"/>
                <a:ext cx="75" cy="465"/>
              </a:xfrm>
              <a:custGeom>
                <a:avLst/>
                <a:gdLst>
                  <a:gd name="T0" fmla="*/ 34 w 55"/>
                  <a:gd name="T1" fmla="*/ 106 h 346"/>
                  <a:gd name="T2" fmla="*/ 83 w 55"/>
                  <a:gd name="T3" fmla="*/ 247 h 346"/>
                  <a:gd name="T4" fmla="*/ 112 w 55"/>
                  <a:gd name="T5" fmla="*/ 400 h 346"/>
                  <a:gd name="T6" fmla="*/ 132 w 55"/>
                  <a:gd name="T7" fmla="*/ 599 h 346"/>
                  <a:gd name="T8" fmla="*/ 138 w 55"/>
                  <a:gd name="T9" fmla="*/ 723 h 346"/>
                  <a:gd name="T10" fmla="*/ 134 w 55"/>
                  <a:gd name="T11" fmla="*/ 840 h 346"/>
                  <a:gd name="T12" fmla="*/ 117 w 55"/>
                  <a:gd name="T13" fmla="*/ 602 h 346"/>
                  <a:gd name="T14" fmla="*/ 93 w 55"/>
                  <a:gd name="T15" fmla="*/ 364 h 346"/>
                  <a:gd name="T16" fmla="*/ 61 w 55"/>
                  <a:gd name="T17" fmla="*/ 288 h 346"/>
                  <a:gd name="T18" fmla="*/ 26 w 55"/>
                  <a:gd name="T19" fmla="*/ 211 h 346"/>
                  <a:gd name="T20" fmla="*/ 26 w 55"/>
                  <a:gd name="T21" fmla="*/ 125 h 346"/>
                  <a:gd name="T22" fmla="*/ 5 w 55"/>
                  <a:gd name="T23" fmla="*/ 0 h 34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55" h="346">
                    <a:moveTo>
                      <a:pt x="13" y="44"/>
                    </a:moveTo>
                    <a:cubicBezTo>
                      <a:pt x="23" y="61"/>
                      <a:pt x="27" y="84"/>
                      <a:pt x="33" y="102"/>
                    </a:cubicBezTo>
                    <a:cubicBezTo>
                      <a:pt x="39" y="122"/>
                      <a:pt x="42" y="144"/>
                      <a:pt x="44" y="165"/>
                    </a:cubicBezTo>
                    <a:cubicBezTo>
                      <a:pt x="48" y="192"/>
                      <a:pt x="50" y="219"/>
                      <a:pt x="52" y="247"/>
                    </a:cubicBezTo>
                    <a:cubicBezTo>
                      <a:pt x="53" y="264"/>
                      <a:pt x="53" y="281"/>
                      <a:pt x="54" y="298"/>
                    </a:cubicBezTo>
                    <a:cubicBezTo>
                      <a:pt x="55" y="312"/>
                      <a:pt x="54" y="331"/>
                      <a:pt x="53" y="346"/>
                    </a:cubicBezTo>
                    <a:cubicBezTo>
                      <a:pt x="52" y="316"/>
                      <a:pt x="50" y="279"/>
                      <a:pt x="46" y="248"/>
                    </a:cubicBezTo>
                    <a:cubicBezTo>
                      <a:pt x="42" y="216"/>
                      <a:pt x="43" y="181"/>
                      <a:pt x="37" y="150"/>
                    </a:cubicBezTo>
                    <a:cubicBezTo>
                      <a:pt x="34" y="138"/>
                      <a:pt x="30" y="128"/>
                      <a:pt x="24" y="118"/>
                    </a:cubicBezTo>
                    <a:cubicBezTo>
                      <a:pt x="15" y="104"/>
                      <a:pt x="9" y="103"/>
                      <a:pt x="10" y="87"/>
                    </a:cubicBezTo>
                    <a:cubicBezTo>
                      <a:pt x="10" y="75"/>
                      <a:pt x="11" y="64"/>
                      <a:pt x="10" y="51"/>
                    </a:cubicBezTo>
                    <a:cubicBezTo>
                      <a:pt x="8" y="35"/>
                      <a:pt x="0" y="16"/>
                      <a:pt x="2" y="0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177" name="Freeform 767">
                <a:extLst>
                  <a:ext uri="{FF2B5EF4-FFF2-40B4-BE49-F238E27FC236}">
                    <a16:creationId xmlns:a16="http://schemas.microsoft.com/office/drawing/2014/main" id="{6958C93F-DE59-4D3D-B437-CDFC69313D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1" y="2351"/>
                <a:ext cx="24" cy="35"/>
              </a:xfrm>
              <a:custGeom>
                <a:avLst/>
                <a:gdLst>
                  <a:gd name="T0" fmla="*/ 28 w 18"/>
                  <a:gd name="T1" fmla="*/ 1 h 26"/>
                  <a:gd name="T2" fmla="*/ 9 w 18"/>
                  <a:gd name="T3" fmla="*/ 63 h 26"/>
                  <a:gd name="T4" fmla="*/ 43 w 18"/>
                  <a:gd name="T5" fmla="*/ 0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26">
                    <a:moveTo>
                      <a:pt x="12" y="1"/>
                    </a:moveTo>
                    <a:cubicBezTo>
                      <a:pt x="3" y="5"/>
                      <a:pt x="0" y="18"/>
                      <a:pt x="4" y="26"/>
                    </a:cubicBezTo>
                    <a:cubicBezTo>
                      <a:pt x="14" y="21"/>
                      <a:pt x="16" y="9"/>
                      <a:pt x="18" y="0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178" name="Freeform 768">
                <a:extLst>
                  <a:ext uri="{FF2B5EF4-FFF2-40B4-BE49-F238E27FC236}">
                    <a16:creationId xmlns:a16="http://schemas.microsoft.com/office/drawing/2014/main" id="{2FFBF6E8-4002-46F4-B806-A8D2FFFF65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3" y="2180"/>
                <a:ext cx="61" cy="192"/>
              </a:xfrm>
              <a:custGeom>
                <a:avLst/>
                <a:gdLst>
                  <a:gd name="T0" fmla="*/ 104 w 45"/>
                  <a:gd name="T1" fmla="*/ 12 h 143"/>
                  <a:gd name="T2" fmla="*/ 104 w 45"/>
                  <a:gd name="T3" fmla="*/ 193 h 143"/>
                  <a:gd name="T4" fmla="*/ 42 w 45"/>
                  <a:gd name="T5" fmla="*/ 332 h 143"/>
                  <a:gd name="T6" fmla="*/ 12 w 45"/>
                  <a:gd name="T7" fmla="*/ 270 h 143"/>
                  <a:gd name="T8" fmla="*/ 41 w 45"/>
                  <a:gd name="T9" fmla="*/ 204 h 143"/>
                  <a:gd name="T10" fmla="*/ 113 w 45"/>
                  <a:gd name="T11" fmla="*/ 0 h 14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5" h="143">
                    <a:moveTo>
                      <a:pt x="42" y="5"/>
                    </a:moveTo>
                    <a:cubicBezTo>
                      <a:pt x="42" y="30"/>
                      <a:pt x="44" y="56"/>
                      <a:pt x="42" y="80"/>
                    </a:cubicBezTo>
                    <a:cubicBezTo>
                      <a:pt x="41" y="94"/>
                      <a:pt x="34" y="132"/>
                      <a:pt x="17" y="137"/>
                    </a:cubicBezTo>
                    <a:cubicBezTo>
                      <a:pt x="0" y="143"/>
                      <a:pt x="4" y="123"/>
                      <a:pt x="5" y="112"/>
                    </a:cubicBezTo>
                    <a:cubicBezTo>
                      <a:pt x="6" y="97"/>
                      <a:pt x="6" y="93"/>
                      <a:pt x="16" y="84"/>
                    </a:cubicBezTo>
                    <a:cubicBezTo>
                      <a:pt x="33" y="68"/>
                      <a:pt x="39" y="25"/>
                      <a:pt x="45" y="0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179" name="Freeform 769">
                <a:extLst>
                  <a:ext uri="{FF2B5EF4-FFF2-40B4-BE49-F238E27FC236}">
                    <a16:creationId xmlns:a16="http://schemas.microsoft.com/office/drawing/2014/main" id="{BB331284-E4F3-4A37-8898-DC0C1A6A48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7" y="2235"/>
                <a:ext cx="33" cy="95"/>
              </a:xfrm>
              <a:custGeom>
                <a:avLst/>
                <a:gdLst>
                  <a:gd name="T0" fmla="*/ 54 w 24"/>
                  <a:gd name="T1" fmla="*/ 0 h 71"/>
                  <a:gd name="T2" fmla="*/ 15 w 24"/>
                  <a:gd name="T3" fmla="*/ 74 h 71"/>
                  <a:gd name="T4" fmla="*/ 6 w 24"/>
                  <a:gd name="T5" fmla="*/ 170 h 71"/>
                  <a:gd name="T6" fmla="*/ 36 w 24"/>
                  <a:gd name="T7" fmla="*/ 94 h 71"/>
                  <a:gd name="T8" fmla="*/ 61 w 24"/>
                  <a:gd name="T9" fmla="*/ 63 h 71"/>
                  <a:gd name="T10" fmla="*/ 54 w 24"/>
                  <a:gd name="T11" fmla="*/ 20 h 7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4" h="71">
                    <a:moveTo>
                      <a:pt x="20" y="0"/>
                    </a:moveTo>
                    <a:cubicBezTo>
                      <a:pt x="15" y="12"/>
                      <a:pt x="8" y="19"/>
                      <a:pt x="6" y="31"/>
                    </a:cubicBezTo>
                    <a:cubicBezTo>
                      <a:pt x="5" y="41"/>
                      <a:pt x="0" y="61"/>
                      <a:pt x="2" y="71"/>
                    </a:cubicBezTo>
                    <a:cubicBezTo>
                      <a:pt x="12" y="66"/>
                      <a:pt x="10" y="49"/>
                      <a:pt x="14" y="39"/>
                    </a:cubicBezTo>
                    <a:cubicBezTo>
                      <a:pt x="16" y="35"/>
                      <a:pt x="22" y="29"/>
                      <a:pt x="23" y="26"/>
                    </a:cubicBezTo>
                    <a:cubicBezTo>
                      <a:pt x="24" y="20"/>
                      <a:pt x="20" y="14"/>
                      <a:pt x="20" y="8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180" name="Freeform 770">
                <a:extLst>
                  <a:ext uri="{FF2B5EF4-FFF2-40B4-BE49-F238E27FC236}">
                    <a16:creationId xmlns:a16="http://schemas.microsoft.com/office/drawing/2014/main" id="{7D494B9F-8C17-4394-96EE-48F2434F5E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2" y="1680"/>
                <a:ext cx="33" cy="171"/>
              </a:xfrm>
              <a:custGeom>
                <a:avLst/>
                <a:gdLst>
                  <a:gd name="T0" fmla="*/ 21 w 24"/>
                  <a:gd name="T1" fmla="*/ 0 h 127"/>
                  <a:gd name="T2" fmla="*/ 29 w 24"/>
                  <a:gd name="T3" fmla="*/ 174 h 127"/>
                  <a:gd name="T4" fmla="*/ 56 w 24"/>
                  <a:gd name="T5" fmla="*/ 241 h 127"/>
                  <a:gd name="T6" fmla="*/ 41 w 24"/>
                  <a:gd name="T7" fmla="*/ 310 h 127"/>
                  <a:gd name="T8" fmla="*/ 19 w 24"/>
                  <a:gd name="T9" fmla="*/ 213 h 127"/>
                  <a:gd name="T10" fmla="*/ 21 w 24"/>
                  <a:gd name="T11" fmla="*/ 58 h 12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4" h="127">
                    <a:moveTo>
                      <a:pt x="8" y="0"/>
                    </a:moveTo>
                    <a:cubicBezTo>
                      <a:pt x="13" y="24"/>
                      <a:pt x="9" y="47"/>
                      <a:pt x="11" y="71"/>
                    </a:cubicBezTo>
                    <a:cubicBezTo>
                      <a:pt x="12" y="83"/>
                      <a:pt x="19" y="88"/>
                      <a:pt x="22" y="99"/>
                    </a:cubicBezTo>
                    <a:cubicBezTo>
                      <a:pt x="24" y="108"/>
                      <a:pt x="20" y="119"/>
                      <a:pt x="16" y="127"/>
                    </a:cubicBezTo>
                    <a:cubicBezTo>
                      <a:pt x="5" y="116"/>
                      <a:pt x="8" y="101"/>
                      <a:pt x="7" y="87"/>
                    </a:cubicBezTo>
                    <a:cubicBezTo>
                      <a:pt x="6" y="69"/>
                      <a:pt x="0" y="41"/>
                      <a:pt x="8" y="24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181" name="Freeform 771">
                <a:extLst>
                  <a:ext uri="{FF2B5EF4-FFF2-40B4-BE49-F238E27FC236}">
                    <a16:creationId xmlns:a16="http://schemas.microsoft.com/office/drawing/2014/main" id="{C844E83F-3DAE-4E64-AF9A-C20B627988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7" y="1854"/>
                <a:ext cx="152" cy="308"/>
              </a:xfrm>
              <a:custGeom>
                <a:avLst/>
                <a:gdLst>
                  <a:gd name="T0" fmla="*/ 35 w 112"/>
                  <a:gd name="T1" fmla="*/ 23 h 229"/>
                  <a:gd name="T2" fmla="*/ 220 w 112"/>
                  <a:gd name="T3" fmla="*/ 239 h 229"/>
                  <a:gd name="T4" fmla="*/ 243 w 112"/>
                  <a:gd name="T5" fmla="*/ 557 h 229"/>
                  <a:gd name="T6" fmla="*/ 265 w 112"/>
                  <a:gd name="T7" fmla="*/ 153 h 229"/>
                  <a:gd name="T8" fmla="*/ 208 w 112"/>
                  <a:gd name="T9" fmla="*/ 65 h 229"/>
                  <a:gd name="T10" fmla="*/ 0 w 112"/>
                  <a:gd name="T11" fmla="*/ 23 h 22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2" h="229">
                    <a:moveTo>
                      <a:pt x="14" y="10"/>
                    </a:moveTo>
                    <a:cubicBezTo>
                      <a:pt x="47" y="28"/>
                      <a:pt x="80" y="60"/>
                      <a:pt x="88" y="98"/>
                    </a:cubicBezTo>
                    <a:cubicBezTo>
                      <a:pt x="97" y="142"/>
                      <a:pt x="99" y="184"/>
                      <a:pt x="97" y="229"/>
                    </a:cubicBezTo>
                    <a:cubicBezTo>
                      <a:pt x="105" y="176"/>
                      <a:pt x="112" y="117"/>
                      <a:pt x="106" y="63"/>
                    </a:cubicBezTo>
                    <a:cubicBezTo>
                      <a:pt x="104" y="43"/>
                      <a:pt x="103" y="35"/>
                      <a:pt x="83" y="27"/>
                    </a:cubicBezTo>
                    <a:cubicBezTo>
                      <a:pt x="63" y="19"/>
                      <a:pt x="20" y="0"/>
                      <a:pt x="0" y="10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182" name="Freeform 772">
                <a:extLst>
                  <a:ext uri="{FF2B5EF4-FFF2-40B4-BE49-F238E27FC236}">
                    <a16:creationId xmlns:a16="http://schemas.microsoft.com/office/drawing/2014/main" id="{8A2D5826-2AC3-474C-BA75-74E52CEAF8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0" y="1932"/>
                <a:ext cx="24" cy="265"/>
              </a:xfrm>
              <a:custGeom>
                <a:avLst/>
                <a:gdLst>
                  <a:gd name="T0" fmla="*/ 43 w 18"/>
                  <a:gd name="T1" fmla="*/ 0 h 197"/>
                  <a:gd name="T2" fmla="*/ 43 w 18"/>
                  <a:gd name="T3" fmla="*/ 479 h 19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197">
                    <a:moveTo>
                      <a:pt x="18" y="0"/>
                    </a:moveTo>
                    <a:cubicBezTo>
                      <a:pt x="0" y="56"/>
                      <a:pt x="2" y="144"/>
                      <a:pt x="18" y="19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183" name="Freeform 773">
                <a:extLst>
                  <a:ext uri="{FF2B5EF4-FFF2-40B4-BE49-F238E27FC236}">
                    <a16:creationId xmlns:a16="http://schemas.microsoft.com/office/drawing/2014/main" id="{171A2850-BF5A-4E41-8BBC-D01087BABF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4" y="1834"/>
                <a:ext cx="37" cy="231"/>
              </a:xfrm>
              <a:custGeom>
                <a:avLst/>
                <a:gdLst>
                  <a:gd name="T0" fmla="*/ 70 w 27"/>
                  <a:gd name="T1" fmla="*/ 0 h 172"/>
                  <a:gd name="T2" fmla="*/ 21 w 27"/>
                  <a:gd name="T3" fmla="*/ 416 h 17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7" h="172">
                    <a:moveTo>
                      <a:pt x="27" y="0"/>
                    </a:moveTo>
                    <a:cubicBezTo>
                      <a:pt x="16" y="21"/>
                      <a:pt x="0" y="109"/>
                      <a:pt x="8" y="17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184" name="Freeform 774">
                <a:extLst>
                  <a:ext uri="{FF2B5EF4-FFF2-40B4-BE49-F238E27FC236}">
                    <a16:creationId xmlns:a16="http://schemas.microsoft.com/office/drawing/2014/main" id="{CFFBBFE5-60B9-4030-BEE0-56F59F4D53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8" y="1419"/>
                <a:ext cx="150" cy="215"/>
              </a:xfrm>
              <a:custGeom>
                <a:avLst/>
                <a:gdLst>
                  <a:gd name="T0" fmla="*/ 106 w 110"/>
                  <a:gd name="T1" fmla="*/ 148 h 160"/>
                  <a:gd name="T2" fmla="*/ 0 w 110"/>
                  <a:gd name="T3" fmla="*/ 388 h 160"/>
                  <a:gd name="T4" fmla="*/ 106 w 110"/>
                  <a:gd name="T5" fmla="*/ 99 h 160"/>
                  <a:gd name="T6" fmla="*/ 280 w 110"/>
                  <a:gd name="T7" fmla="*/ 0 h 160"/>
                  <a:gd name="T8" fmla="*/ 106 w 110"/>
                  <a:gd name="T9" fmla="*/ 148 h 1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0" h="160">
                    <a:moveTo>
                      <a:pt x="42" y="61"/>
                    </a:moveTo>
                    <a:cubicBezTo>
                      <a:pt x="32" y="85"/>
                      <a:pt x="14" y="128"/>
                      <a:pt x="0" y="160"/>
                    </a:cubicBezTo>
                    <a:cubicBezTo>
                      <a:pt x="8" y="126"/>
                      <a:pt x="28" y="69"/>
                      <a:pt x="42" y="41"/>
                    </a:cubicBezTo>
                    <a:cubicBezTo>
                      <a:pt x="57" y="13"/>
                      <a:pt x="86" y="4"/>
                      <a:pt x="110" y="0"/>
                    </a:cubicBezTo>
                    <a:cubicBezTo>
                      <a:pt x="90" y="8"/>
                      <a:pt x="58" y="32"/>
                      <a:pt x="42" y="6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185" name="Freeform 775">
                <a:extLst>
                  <a:ext uri="{FF2B5EF4-FFF2-40B4-BE49-F238E27FC236}">
                    <a16:creationId xmlns:a16="http://schemas.microsoft.com/office/drawing/2014/main" id="{34843114-A0F9-4762-840C-37F7FE80BF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8" y="1910"/>
                <a:ext cx="61" cy="205"/>
              </a:xfrm>
              <a:custGeom>
                <a:avLst/>
                <a:gdLst>
                  <a:gd name="T0" fmla="*/ 0 w 45"/>
                  <a:gd name="T1" fmla="*/ 0 h 152"/>
                  <a:gd name="T2" fmla="*/ 104 w 45"/>
                  <a:gd name="T3" fmla="*/ 372 h 152"/>
                  <a:gd name="T4" fmla="*/ 0 w 45"/>
                  <a:gd name="T5" fmla="*/ 0 h 15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5" h="152">
                    <a:moveTo>
                      <a:pt x="0" y="0"/>
                    </a:moveTo>
                    <a:cubicBezTo>
                      <a:pt x="5" y="33"/>
                      <a:pt x="36" y="93"/>
                      <a:pt x="42" y="152"/>
                    </a:cubicBezTo>
                    <a:cubicBezTo>
                      <a:pt x="40" y="113"/>
                      <a:pt x="45" y="85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186" name="Freeform 776">
                <a:extLst>
                  <a:ext uri="{FF2B5EF4-FFF2-40B4-BE49-F238E27FC236}">
                    <a16:creationId xmlns:a16="http://schemas.microsoft.com/office/drawing/2014/main" id="{B20B3282-47FD-4741-BBC8-BF5DA712A7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4" y="2509"/>
                <a:ext cx="50" cy="345"/>
              </a:xfrm>
              <a:custGeom>
                <a:avLst/>
                <a:gdLst>
                  <a:gd name="T0" fmla="*/ 12 w 37"/>
                  <a:gd name="T1" fmla="*/ 0 h 256"/>
                  <a:gd name="T2" fmla="*/ 92 w 37"/>
                  <a:gd name="T3" fmla="*/ 627 h 25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7" h="256">
                    <a:moveTo>
                      <a:pt x="5" y="0"/>
                    </a:moveTo>
                    <a:cubicBezTo>
                      <a:pt x="5" y="43"/>
                      <a:pt x="0" y="159"/>
                      <a:pt x="37" y="25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187" name="Freeform 777">
                <a:extLst>
                  <a:ext uri="{FF2B5EF4-FFF2-40B4-BE49-F238E27FC236}">
                    <a16:creationId xmlns:a16="http://schemas.microsoft.com/office/drawing/2014/main" id="{FE3144F8-26DA-4BA5-8108-68986744B4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1" y="2587"/>
                <a:ext cx="26" cy="297"/>
              </a:xfrm>
              <a:custGeom>
                <a:avLst/>
                <a:gdLst>
                  <a:gd name="T0" fmla="*/ 7 w 19"/>
                  <a:gd name="T1" fmla="*/ 0 h 220"/>
                  <a:gd name="T2" fmla="*/ 49 w 19"/>
                  <a:gd name="T3" fmla="*/ 541 h 2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220">
                    <a:moveTo>
                      <a:pt x="3" y="0"/>
                    </a:moveTo>
                    <a:cubicBezTo>
                      <a:pt x="0" y="54"/>
                      <a:pt x="7" y="165"/>
                      <a:pt x="19" y="22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188" name="Freeform 778">
                <a:extLst>
                  <a:ext uri="{FF2B5EF4-FFF2-40B4-BE49-F238E27FC236}">
                    <a16:creationId xmlns:a16="http://schemas.microsoft.com/office/drawing/2014/main" id="{CA8761A0-5AFB-4DEE-9BE6-8F53765A8E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4" y="3143"/>
                <a:ext cx="19" cy="200"/>
              </a:xfrm>
              <a:custGeom>
                <a:avLst/>
                <a:gdLst>
                  <a:gd name="T0" fmla="*/ 22 w 14"/>
                  <a:gd name="T1" fmla="*/ 0 h 148"/>
                  <a:gd name="T2" fmla="*/ 35 w 14"/>
                  <a:gd name="T3" fmla="*/ 365 h 14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148">
                    <a:moveTo>
                      <a:pt x="9" y="0"/>
                    </a:moveTo>
                    <a:cubicBezTo>
                      <a:pt x="0" y="45"/>
                      <a:pt x="4" y="83"/>
                      <a:pt x="14" y="14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189" name="Freeform 779">
                <a:extLst>
                  <a:ext uri="{FF2B5EF4-FFF2-40B4-BE49-F238E27FC236}">
                    <a16:creationId xmlns:a16="http://schemas.microsoft.com/office/drawing/2014/main" id="{73CE344E-CD8C-4CDA-93E4-27C12A4812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5" y="3190"/>
                <a:ext cx="42" cy="217"/>
              </a:xfrm>
              <a:custGeom>
                <a:avLst/>
                <a:gdLst>
                  <a:gd name="T0" fmla="*/ 5 w 31"/>
                  <a:gd name="T1" fmla="*/ 0 h 161"/>
                  <a:gd name="T2" fmla="*/ 77 w 31"/>
                  <a:gd name="T3" fmla="*/ 394 h 16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1" h="161">
                    <a:moveTo>
                      <a:pt x="2" y="0"/>
                    </a:moveTo>
                    <a:cubicBezTo>
                      <a:pt x="0" y="45"/>
                      <a:pt x="15" y="112"/>
                      <a:pt x="31" y="16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190" name="Freeform 780">
                <a:extLst>
                  <a:ext uri="{FF2B5EF4-FFF2-40B4-BE49-F238E27FC236}">
                    <a16:creationId xmlns:a16="http://schemas.microsoft.com/office/drawing/2014/main" id="{F33BFF9C-BF38-4418-9614-A6D3778427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6" y="1630"/>
                <a:ext cx="22" cy="91"/>
              </a:xfrm>
              <a:custGeom>
                <a:avLst/>
                <a:gdLst>
                  <a:gd name="T0" fmla="*/ 23 w 16"/>
                  <a:gd name="T1" fmla="*/ 0 h 67"/>
                  <a:gd name="T2" fmla="*/ 41 w 16"/>
                  <a:gd name="T3" fmla="*/ 168 h 6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67">
                    <a:moveTo>
                      <a:pt x="9" y="0"/>
                    </a:moveTo>
                    <a:cubicBezTo>
                      <a:pt x="0" y="23"/>
                      <a:pt x="3" y="46"/>
                      <a:pt x="16" y="6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191" name="Freeform 781">
                <a:extLst>
                  <a:ext uri="{FF2B5EF4-FFF2-40B4-BE49-F238E27FC236}">
                    <a16:creationId xmlns:a16="http://schemas.microsoft.com/office/drawing/2014/main" id="{CF6E75D0-8078-4B53-9303-A9E92F66A6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6" y="1694"/>
                <a:ext cx="74" cy="53"/>
              </a:xfrm>
              <a:custGeom>
                <a:avLst/>
                <a:gdLst>
                  <a:gd name="T0" fmla="*/ 0 w 55"/>
                  <a:gd name="T1" fmla="*/ 0 h 40"/>
                  <a:gd name="T2" fmla="*/ 135 w 55"/>
                  <a:gd name="T3" fmla="*/ 93 h 4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5" h="40">
                    <a:moveTo>
                      <a:pt x="0" y="0"/>
                    </a:moveTo>
                    <a:cubicBezTo>
                      <a:pt x="13" y="29"/>
                      <a:pt x="37" y="38"/>
                      <a:pt x="55" y="4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192" name="Freeform 782">
                <a:extLst>
                  <a:ext uri="{FF2B5EF4-FFF2-40B4-BE49-F238E27FC236}">
                    <a16:creationId xmlns:a16="http://schemas.microsoft.com/office/drawing/2014/main" id="{F93F2DC5-2025-4B88-B585-38F2CEBC69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5" y="1449"/>
                <a:ext cx="126" cy="32"/>
              </a:xfrm>
              <a:custGeom>
                <a:avLst/>
                <a:gdLst>
                  <a:gd name="T0" fmla="*/ 0 w 93"/>
                  <a:gd name="T1" fmla="*/ 44 h 24"/>
                  <a:gd name="T2" fmla="*/ 232 w 93"/>
                  <a:gd name="T3" fmla="*/ 20 h 24"/>
                  <a:gd name="T4" fmla="*/ 68 w 93"/>
                  <a:gd name="T5" fmla="*/ 48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3" h="24">
                    <a:moveTo>
                      <a:pt x="0" y="19"/>
                    </a:moveTo>
                    <a:cubicBezTo>
                      <a:pt x="30" y="24"/>
                      <a:pt x="64" y="0"/>
                      <a:pt x="93" y="8"/>
                    </a:cubicBezTo>
                    <a:cubicBezTo>
                      <a:pt x="71" y="13"/>
                      <a:pt x="50" y="17"/>
                      <a:pt x="27" y="2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193" name="Freeform 783">
                <a:extLst>
                  <a:ext uri="{FF2B5EF4-FFF2-40B4-BE49-F238E27FC236}">
                    <a16:creationId xmlns:a16="http://schemas.microsoft.com/office/drawing/2014/main" id="{69D13851-70D9-4EAF-92E4-423EFA96CF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5" y="1461"/>
                <a:ext cx="133" cy="23"/>
              </a:xfrm>
              <a:custGeom>
                <a:avLst/>
                <a:gdLst>
                  <a:gd name="T0" fmla="*/ 0 w 98"/>
                  <a:gd name="T1" fmla="*/ 5 h 17"/>
                  <a:gd name="T2" fmla="*/ 246 w 98"/>
                  <a:gd name="T3" fmla="*/ 35 h 17"/>
                  <a:gd name="T4" fmla="*/ 107 w 98"/>
                  <a:gd name="T5" fmla="*/ 22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8" h="17">
                    <a:moveTo>
                      <a:pt x="0" y="2"/>
                    </a:moveTo>
                    <a:cubicBezTo>
                      <a:pt x="34" y="0"/>
                      <a:pt x="64" y="14"/>
                      <a:pt x="98" y="14"/>
                    </a:cubicBezTo>
                    <a:cubicBezTo>
                      <a:pt x="78" y="17"/>
                      <a:pt x="62" y="16"/>
                      <a:pt x="43" y="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194" name="Freeform 784">
                <a:extLst>
                  <a:ext uri="{FF2B5EF4-FFF2-40B4-BE49-F238E27FC236}">
                    <a16:creationId xmlns:a16="http://schemas.microsoft.com/office/drawing/2014/main" id="{2E260E08-5B1B-4FB9-8116-B624377024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3" y="1039"/>
                <a:ext cx="71" cy="274"/>
              </a:xfrm>
              <a:custGeom>
                <a:avLst/>
                <a:gdLst>
                  <a:gd name="T0" fmla="*/ 90 w 53"/>
                  <a:gd name="T1" fmla="*/ 32 h 203"/>
                  <a:gd name="T2" fmla="*/ 113 w 53"/>
                  <a:gd name="T3" fmla="*/ 135 h 203"/>
                  <a:gd name="T4" fmla="*/ 122 w 53"/>
                  <a:gd name="T5" fmla="*/ 240 h 203"/>
                  <a:gd name="T6" fmla="*/ 122 w 53"/>
                  <a:gd name="T7" fmla="*/ 297 h 203"/>
                  <a:gd name="T8" fmla="*/ 121 w 53"/>
                  <a:gd name="T9" fmla="*/ 381 h 203"/>
                  <a:gd name="T10" fmla="*/ 94 w 53"/>
                  <a:gd name="T11" fmla="*/ 443 h 203"/>
                  <a:gd name="T12" fmla="*/ 78 w 53"/>
                  <a:gd name="T13" fmla="*/ 475 h 203"/>
                  <a:gd name="T14" fmla="*/ 59 w 53"/>
                  <a:gd name="T15" fmla="*/ 499 h 203"/>
                  <a:gd name="T16" fmla="*/ 90 w 53"/>
                  <a:gd name="T17" fmla="*/ 427 h 203"/>
                  <a:gd name="T18" fmla="*/ 96 w 53"/>
                  <a:gd name="T19" fmla="*/ 328 h 203"/>
                  <a:gd name="T20" fmla="*/ 90 w 53"/>
                  <a:gd name="T21" fmla="*/ 293 h 203"/>
                  <a:gd name="T22" fmla="*/ 63 w 53"/>
                  <a:gd name="T23" fmla="*/ 287 h 203"/>
                  <a:gd name="T24" fmla="*/ 5 w 53"/>
                  <a:gd name="T25" fmla="*/ 248 h 203"/>
                  <a:gd name="T26" fmla="*/ 94 w 53"/>
                  <a:gd name="T27" fmla="*/ 225 h 203"/>
                  <a:gd name="T28" fmla="*/ 63 w 53"/>
                  <a:gd name="T29" fmla="*/ 194 h 203"/>
                  <a:gd name="T30" fmla="*/ 0 w 53"/>
                  <a:gd name="T31" fmla="*/ 212 h 203"/>
                  <a:gd name="T32" fmla="*/ 27 w 53"/>
                  <a:gd name="T33" fmla="*/ 170 h 203"/>
                  <a:gd name="T34" fmla="*/ 86 w 53"/>
                  <a:gd name="T35" fmla="*/ 161 h 203"/>
                  <a:gd name="T36" fmla="*/ 56 w 53"/>
                  <a:gd name="T37" fmla="*/ 16 h 203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53" h="203">
                    <a:moveTo>
                      <a:pt x="37" y="13"/>
                    </a:moveTo>
                    <a:cubicBezTo>
                      <a:pt x="48" y="23"/>
                      <a:pt x="47" y="42"/>
                      <a:pt x="47" y="55"/>
                    </a:cubicBezTo>
                    <a:cubicBezTo>
                      <a:pt x="48" y="69"/>
                      <a:pt x="49" y="83"/>
                      <a:pt x="51" y="98"/>
                    </a:cubicBezTo>
                    <a:cubicBezTo>
                      <a:pt x="53" y="105"/>
                      <a:pt x="51" y="113"/>
                      <a:pt x="51" y="121"/>
                    </a:cubicBezTo>
                    <a:cubicBezTo>
                      <a:pt x="51" y="132"/>
                      <a:pt x="52" y="144"/>
                      <a:pt x="50" y="155"/>
                    </a:cubicBezTo>
                    <a:cubicBezTo>
                      <a:pt x="48" y="164"/>
                      <a:pt x="43" y="172"/>
                      <a:pt x="39" y="180"/>
                    </a:cubicBezTo>
                    <a:cubicBezTo>
                      <a:pt x="37" y="185"/>
                      <a:pt x="35" y="189"/>
                      <a:pt x="32" y="193"/>
                    </a:cubicBezTo>
                    <a:cubicBezTo>
                      <a:pt x="30" y="196"/>
                      <a:pt x="26" y="199"/>
                      <a:pt x="25" y="203"/>
                    </a:cubicBezTo>
                    <a:cubicBezTo>
                      <a:pt x="32" y="198"/>
                      <a:pt x="35" y="181"/>
                      <a:pt x="37" y="173"/>
                    </a:cubicBezTo>
                    <a:cubicBezTo>
                      <a:pt x="41" y="160"/>
                      <a:pt x="41" y="147"/>
                      <a:pt x="40" y="133"/>
                    </a:cubicBezTo>
                    <a:cubicBezTo>
                      <a:pt x="40" y="129"/>
                      <a:pt x="40" y="122"/>
                      <a:pt x="37" y="119"/>
                    </a:cubicBezTo>
                    <a:cubicBezTo>
                      <a:pt x="35" y="118"/>
                      <a:pt x="28" y="118"/>
                      <a:pt x="26" y="117"/>
                    </a:cubicBezTo>
                    <a:cubicBezTo>
                      <a:pt x="17" y="115"/>
                      <a:pt x="2" y="113"/>
                      <a:pt x="2" y="101"/>
                    </a:cubicBezTo>
                    <a:cubicBezTo>
                      <a:pt x="10" y="106"/>
                      <a:pt x="38" y="105"/>
                      <a:pt x="39" y="92"/>
                    </a:cubicBezTo>
                    <a:cubicBezTo>
                      <a:pt x="39" y="85"/>
                      <a:pt x="31" y="81"/>
                      <a:pt x="26" y="79"/>
                    </a:cubicBezTo>
                    <a:cubicBezTo>
                      <a:pt x="16" y="77"/>
                      <a:pt x="9" y="85"/>
                      <a:pt x="0" y="86"/>
                    </a:cubicBezTo>
                    <a:cubicBezTo>
                      <a:pt x="0" y="76"/>
                      <a:pt x="1" y="72"/>
                      <a:pt x="11" y="69"/>
                    </a:cubicBezTo>
                    <a:cubicBezTo>
                      <a:pt x="18" y="67"/>
                      <a:pt x="32" y="70"/>
                      <a:pt x="36" y="65"/>
                    </a:cubicBezTo>
                    <a:cubicBezTo>
                      <a:pt x="43" y="57"/>
                      <a:pt x="37" y="0"/>
                      <a:pt x="23" y="7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195" name="Freeform 785">
                <a:extLst>
                  <a:ext uri="{FF2B5EF4-FFF2-40B4-BE49-F238E27FC236}">
                    <a16:creationId xmlns:a16="http://schemas.microsoft.com/office/drawing/2014/main" id="{FE635C43-F962-4D0E-AEE3-C49E1D768E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9" y="1159"/>
                <a:ext cx="17" cy="63"/>
              </a:xfrm>
              <a:custGeom>
                <a:avLst/>
                <a:gdLst>
                  <a:gd name="T0" fmla="*/ 17 w 13"/>
                  <a:gd name="T1" fmla="*/ 5 h 47"/>
                  <a:gd name="T2" fmla="*/ 5 w 13"/>
                  <a:gd name="T3" fmla="*/ 64 h 47"/>
                  <a:gd name="T4" fmla="*/ 9 w 13"/>
                  <a:gd name="T5" fmla="*/ 56 h 47"/>
                  <a:gd name="T6" fmla="*/ 7 w 13"/>
                  <a:gd name="T7" fmla="*/ 113 h 47"/>
                  <a:gd name="T8" fmla="*/ 27 w 13"/>
                  <a:gd name="T9" fmla="*/ 63 h 47"/>
                  <a:gd name="T10" fmla="*/ 29 w 13"/>
                  <a:gd name="T11" fmla="*/ 0 h 4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" h="47">
                    <a:moveTo>
                      <a:pt x="8" y="2"/>
                    </a:moveTo>
                    <a:cubicBezTo>
                      <a:pt x="7" y="10"/>
                      <a:pt x="0" y="19"/>
                      <a:pt x="2" y="27"/>
                    </a:cubicBezTo>
                    <a:cubicBezTo>
                      <a:pt x="2" y="26"/>
                      <a:pt x="3" y="24"/>
                      <a:pt x="4" y="23"/>
                    </a:cubicBezTo>
                    <a:cubicBezTo>
                      <a:pt x="13" y="26"/>
                      <a:pt x="2" y="43"/>
                      <a:pt x="3" y="47"/>
                    </a:cubicBezTo>
                    <a:cubicBezTo>
                      <a:pt x="9" y="44"/>
                      <a:pt x="11" y="32"/>
                      <a:pt x="12" y="26"/>
                    </a:cubicBezTo>
                    <a:cubicBezTo>
                      <a:pt x="13" y="17"/>
                      <a:pt x="9" y="7"/>
                      <a:pt x="13" y="0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196" name="Freeform 786">
                <a:extLst>
                  <a:ext uri="{FF2B5EF4-FFF2-40B4-BE49-F238E27FC236}">
                    <a16:creationId xmlns:a16="http://schemas.microsoft.com/office/drawing/2014/main" id="{695AA9C6-0C29-41A8-9864-6542D19D4F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2" y="1163"/>
                <a:ext cx="24" cy="51"/>
              </a:xfrm>
              <a:custGeom>
                <a:avLst/>
                <a:gdLst>
                  <a:gd name="T0" fmla="*/ 35 w 17"/>
                  <a:gd name="T1" fmla="*/ 23 h 38"/>
                  <a:gd name="T2" fmla="*/ 20 w 17"/>
                  <a:gd name="T3" fmla="*/ 0 h 38"/>
                  <a:gd name="T4" fmla="*/ 16 w 17"/>
                  <a:gd name="T5" fmla="*/ 42 h 38"/>
                  <a:gd name="T6" fmla="*/ 40 w 17"/>
                  <a:gd name="T7" fmla="*/ 91 h 38"/>
                  <a:gd name="T8" fmla="*/ 28 w 17"/>
                  <a:gd name="T9" fmla="*/ 43 h 38"/>
                  <a:gd name="T10" fmla="*/ 40 w 17"/>
                  <a:gd name="T11" fmla="*/ 20 h 3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7" h="38">
                    <a:moveTo>
                      <a:pt x="13" y="10"/>
                    </a:moveTo>
                    <a:cubicBezTo>
                      <a:pt x="9" y="7"/>
                      <a:pt x="9" y="3"/>
                      <a:pt x="7" y="0"/>
                    </a:cubicBezTo>
                    <a:cubicBezTo>
                      <a:pt x="0" y="4"/>
                      <a:pt x="5" y="12"/>
                      <a:pt x="6" y="17"/>
                    </a:cubicBezTo>
                    <a:cubicBezTo>
                      <a:pt x="7" y="23"/>
                      <a:pt x="3" y="38"/>
                      <a:pt x="14" y="38"/>
                    </a:cubicBezTo>
                    <a:cubicBezTo>
                      <a:pt x="11" y="33"/>
                      <a:pt x="7" y="24"/>
                      <a:pt x="10" y="18"/>
                    </a:cubicBezTo>
                    <a:cubicBezTo>
                      <a:pt x="12" y="13"/>
                      <a:pt x="17" y="15"/>
                      <a:pt x="14" y="8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197" name="Freeform 787">
                <a:extLst>
                  <a:ext uri="{FF2B5EF4-FFF2-40B4-BE49-F238E27FC236}">
                    <a16:creationId xmlns:a16="http://schemas.microsoft.com/office/drawing/2014/main" id="{176DF2C8-0CF1-4F95-BED8-CF5D652ACB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2" y="1132"/>
                <a:ext cx="69" cy="30"/>
              </a:xfrm>
              <a:custGeom>
                <a:avLst/>
                <a:gdLst>
                  <a:gd name="T0" fmla="*/ 7 w 51"/>
                  <a:gd name="T1" fmla="*/ 56 h 22"/>
                  <a:gd name="T2" fmla="*/ 68 w 51"/>
                  <a:gd name="T3" fmla="*/ 27 h 22"/>
                  <a:gd name="T4" fmla="*/ 97 w 51"/>
                  <a:gd name="T5" fmla="*/ 35 h 22"/>
                  <a:gd name="T6" fmla="*/ 124 w 51"/>
                  <a:gd name="T7" fmla="*/ 50 h 22"/>
                  <a:gd name="T8" fmla="*/ 64 w 51"/>
                  <a:gd name="T9" fmla="*/ 1 h 22"/>
                  <a:gd name="T10" fmla="*/ 26 w 51"/>
                  <a:gd name="T11" fmla="*/ 15 h 22"/>
                  <a:gd name="T12" fmla="*/ 0 w 51"/>
                  <a:gd name="T13" fmla="*/ 50 h 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1" h="22">
                    <a:moveTo>
                      <a:pt x="3" y="22"/>
                    </a:moveTo>
                    <a:cubicBezTo>
                      <a:pt x="5" y="10"/>
                      <a:pt x="18" y="11"/>
                      <a:pt x="27" y="11"/>
                    </a:cubicBezTo>
                    <a:cubicBezTo>
                      <a:pt x="31" y="11"/>
                      <a:pt x="35" y="11"/>
                      <a:pt x="39" y="14"/>
                    </a:cubicBezTo>
                    <a:cubicBezTo>
                      <a:pt x="42" y="15"/>
                      <a:pt x="46" y="21"/>
                      <a:pt x="50" y="20"/>
                    </a:cubicBezTo>
                    <a:cubicBezTo>
                      <a:pt x="51" y="7"/>
                      <a:pt x="35" y="2"/>
                      <a:pt x="26" y="1"/>
                    </a:cubicBezTo>
                    <a:cubicBezTo>
                      <a:pt x="19" y="0"/>
                      <a:pt x="15" y="0"/>
                      <a:pt x="10" y="6"/>
                    </a:cubicBezTo>
                    <a:cubicBezTo>
                      <a:pt x="6" y="9"/>
                      <a:pt x="0" y="15"/>
                      <a:pt x="0" y="20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198" name="Freeform 788">
                <a:extLst>
                  <a:ext uri="{FF2B5EF4-FFF2-40B4-BE49-F238E27FC236}">
                    <a16:creationId xmlns:a16="http://schemas.microsoft.com/office/drawing/2014/main" id="{BBD1BC06-B113-45E6-AF46-349EAD7156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2" y="1171"/>
                <a:ext cx="40" cy="34"/>
              </a:xfrm>
              <a:custGeom>
                <a:avLst/>
                <a:gdLst>
                  <a:gd name="T0" fmla="*/ 11 w 29"/>
                  <a:gd name="T1" fmla="*/ 7 h 25"/>
                  <a:gd name="T2" fmla="*/ 47 w 29"/>
                  <a:gd name="T3" fmla="*/ 10 h 25"/>
                  <a:gd name="T4" fmla="*/ 76 w 29"/>
                  <a:gd name="T5" fmla="*/ 0 h 25"/>
                  <a:gd name="T6" fmla="*/ 50 w 29"/>
                  <a:gd name="T7" fmla="*/ 37 h 25"/>
                  <a:gd name="T8" fmla="*/ 0 w 29"/>
                  <a:gd name="T9" fmla="*/ 63 h 25"/>
                  <a:gd name="T10" fmla="*/ 21 w 29"/>
                  <a:gd name="T11" fmla="*/ 14 h 2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9" h="25">
                    <a:moveTo>
                      <a:pt x="4" y="3"/>
                    </a:moveTo>
                    <a:cubicBezTo>
                      <a:pt x="9" y="3"/>
                      <a:pt x="13" y="5"/>
                      <a:pt x="18" y="4"/>
                    </a:cubicBezTo>
                    <a:cubicBezTo>
                      <a:pt x="23" y="4"/>
                      <a:pt x="25" y="2"/>
                      <a:pt x="29" y="0"/>
                    </a:cubicBezTo>
                    <a:cubicBezTo>
                      <a:pt x="29" y="6"/>
                      <a:pt x="23" y="11"/>
                      <a:pt x="19" y="15"/>
                    </a:cubicBezTo>
                    <a:cubicBezTo>
                      <a:pt x="13" y="23"/>
                      <a:pt x="8" y="22"/>
                      <a:pt x="0" y="25"/>
                    </a:cubicBezTo>
                    <a:cubicBezTo>
                      <a:pt x="7" y="20"/>
                      <a:pt x="17" y="13"/>
                      <a:pt x="8" y="5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199" name="Freeform 789">
                <a:extLst>
                  <a:ext uri="{FF2B5EF4-FFF2-40B4-BE49-F238E27FC236}">
                    <a16:creationId xmlns:a16="http://schemas.microsoft.com/office/drawing/2014/main" id="{3F4AF684-06CA-437D-B8CD-27EA996BE6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4" y="1221"/>
                <a:ext cx="72" cy="42"/>
              </a:xfrm>
              <a:custGeom>
                <a:avLst/>
                <a:gdLst>
                  <a:gd name="T0" fmla="*/ 0 w 53"/>
                  <a:gd name="T1" fmla="*/ 77 h 31"/>
                  <a:gd name="T2" fmla="*/ 41 w 53"/>
                  <a:gd name="T3" fmla="*/ 0 h 31"/>
                  <a:gd name="T4" fmla="*/ 53 w 53"/>
                  <a:gd name="T5" fmla="*/ 20 h 31"/>
                  <a:gd name="T6" fmla="*/ 77 w 53"/>
                  <a:gd name="T7" fmla="*/ 20 h 31"/>
                  <a:gd name="T8" fmla="*/ 133 w 53"/>
                  <a:gd name="T9" fmla="*/ 20 h 31"/>
                  <a:gd name="T10" fmla="*/ 103 w 53"/>
                  <a:gd name="T11" fmla="*/ 42 h 31"/>
                  <a:gd name="T12" fmla="*/ 71 w 53"/>
                  <a:gd name="T13" fmla="*/ 42 h 31"/>
                  <a:gd name="T14" fmla="*/ 7 w 53"/>
                  <a:gd name="T15" fmla="*/ 68 h 3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3" h="31">
                    <a:moveTo>
                      <a:pt x="0" y="31"/>
                    </a:moveTo>
                    <a:cubicBezTo>
                      <a:pt x="0" y="23"/>
                      <a:pt x="6" y="2"/>
                      <a:pt x="16" y="0"/>
                    </a:cubicBezTo>
                    <a:cubicBezTo>
                      <a:pt x="18" y="4"/>
                      <a:pt x="16" y="7"/>
                      <a:pt x="21" y="8"/>
                    </a:cubicBezTo>
                    <a:cubicBezTo>
                      <a:pt x="26" y="8"/>
                      <a:pt x="26" y="6"/>
                      <a:pt x="31" y="8"/>
                    </a:cubicBezTo>
                    <a:cubicBezTo>
                      <a:pt x="40" y="12"/>
                      <a:pt x="45" y="13"/>
                      <a:pt x="53" y="8"/>
                    </a:cubicBezTo>
                    <a:cubicBezTo>
                      <a:pt x="50" y="12"/>
                      <a:pt x="45" y="14"/>
                      <a:pt x="41" y="17"/>
                    </a:cubicBezTo>
                    <a:cubicBezTo>
                      <a:pt x="34" y="21"/>
                      <a:pt x="36" y="20"/>
                      <a:pt x="28" y="17"/>
                    </a:cubicBezTo>
                    <a:cubicBezTo>
                      <a:pt x="19" y="13"/>
                      <a:pt x="9" y="21"/>
                      <a:pt x="3" y="27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200" name="Freeform 790">
                <a:extLst>
                  <a:ext uri="{FF2B5EF4-FFF2-40B4-BE49-F238E27FC236}">
                    <a16:creationId xmlns:a16="http://schemas.microsoft.com/office/drawing/2014/main" id="{C1FF51B9-1FB3-4B13-AC9C-57FE2C2512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4" y="1217"/>
                <a:ext cx="40" cy="43"/>
              </a:xfrm>
              <a:custGeom>
                <a:avLst/>
                <a:gdLst>
                  <a:gd name="T0" fmla="*/ 20 w 30"/>
                  <a:gd name="T1" fmla="*/ 27 h 32"/>
                  <a:gd name="T2" fmla="*/ 28 w 30"/>
                  <a:gd name="T3" fmla="*/ 30 h 32"/>
                  <a:gd name="T4" fmla="*/ 36 w 30"/>
                  <a:gd name="T5" fmla="*/ 0 h 32"/>
                  <a:gd name="T6" fmla="*/ 57 w 30"/>
                  <a:gd name="T7" fmla="*/ 30 h 32"/>
                  <a:gd name="T8" fmla="*/ 69 w 30"/>
                  <a:gd name="T9" fmla="*/ 78 h 32"/>
                  <a:gd name="T10" fmla="*/ 36 w 30"/>
                  <a:gd name="T11" fmla="*/ 31 h 32"/>
                  <a:gd name="T12" fmla="*/ 23 w 30"/>
                  <a:gd name="T13" fmla="*/ 42 h 32"/>
                  <a:gd name="T14" fmla="*/ 0 w 30"/>
                  <a:gd name="T15" fmla="*/ 35 h 3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0" h="32">
                    <a:moveTo>
                      <a:pt x="8" y="11"/>
                    </a:moveTo>
                    <a:cubicBezTo>
                      <a:pt x="9" y="11"/>
                      <a:pt x="10" y="11"/>
                      <a:pt x="12" y="12"/>
                    </a:cubicBezTo>
                    <a:cubicBezTo>
                      <a:pt x="14" y="9"/>
                      <a:pt x="16" y="4"/>
                      <a:pt x="15" y="0"/>
                    </a:cubicBezTo>
                    <a:cubicBezTo>
                      <a:pt x="19" y="4"/>
                      <a:pt x="22" y="7"/>
                      <a:pt x="24" y="12"/>
                    </a:cubicBezTo>
                    <a:cubicBezTo>
                      <a:pt x="26" y="17"/>
                      <a:pt x="30" y="26"/>
                      <a:pt x="29" y="32"/>
                    </a:cubicBezTo>
                    <a:cubicBezTo>
                      <a:pt x="28" y="24"/>
                      <a:pt x="24" y="11"/>
                      <a:pt x="15" y="13"/>
                    </a:cubicBezTo>
                    <a:cubicBezTo>
                      <a:pt x="13" y="14"/>
                      <a:pt x="12" y="16"/>
                      <a:pt x="10" y="17"/>
                    </a:cubicBezTo>
                    <a:cubicBezTo>
                      <a:pt x="6" y="17"/>
                      <a:pt x="3" y="14"/>
                      <a:pt x="0" y="14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201" name="Freeform 791">
                <a:extLst>
                  <a:ext uri="{FF2B5EF4-FFF2-40B4-BE49-F238E27FC236}">
                    <a16:creationId xmlns:a16="http://schemas.microsoft.com/office/drawing/2014/main" id="{2B9CEAF3-3407-4151-8B8F-BFD2111FF4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5" y="1318"/>
                <a:ext cx="134" cy="44"/>
              </a:xfrm>
              <a:custGeom>
                <a:avLst/>
                <a:gdLst>
                  <a:gd name="T0" fmla="*/ 0 w 99"/>
                  <a:gd name="T1" fmla="*/ 12 h 33"/>
                  <a:gd name="T2" fmla="*/ 134 w 99"/>
                  <a:gd name="T3" fmla="*/ 76 h 33"/>
                  <a:gd name="T4" fmla="*/ 194 w 99"/>
                  <a:gd name="T5" fmla="*/ 63 h 33"/>
                  <a:gd name="T6" fmla="*/ 245 w 99"/>
                  <a:gd name="T7" fmla="*/ 1 h 33"/>
                  <a:gd name="T8" fmla="*/ 191 w 99"/>
                  <a:gd name="T9" fmla="*/ 41 h 33"/>
                  <a:gd name="T10" fmla="*/ 134 w 99"/>
                  <a:gd name="T11" fmla="*/ 63 h 33"/>
                  <a:gd name="T12" fmla="*/ 83 w 99"/>
                  <a:gd name="T13" fmla="*/ 63 h 33"/>
                  <a:gd name="T14" fmla="*/ 16 w 99"/>
                  <a:gd name="T15" fmla="*/ 9 h 3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9" h="33">
                    <a:moveTo>
                      <a:pt x="0" y="5"/>
                    </a:moveTo>
                    <a:cubicBezTo>
                      <a:pt x="10" y="23"/>
                      <a:pt x="34" y="32"/>
                      <a:pt x="54" y="32"/>
                    </a:cubicBezTo>
                    <a:cubicBezTo>
                      <a:pt x="62" y="33"/>
                      <a:pt x="71" y="30"/>
                      <a:pt x="78" y="26"/>
                    </a:cubicBezTo>
                    <a:cubicBezTo>
                      <a:pt x="85" y="22"/>
                      <a:pt x="99" y="9"/>
                      <a:pt x="99" y="1"/>
                    </a:cubicBezTo>
                    <a:cubicBezTo>
                      <a:pt x="88" y="0"/>
                      <a:pt x="85" y="10"/>
                      <a:pt x="77" y="17"/>
                    </a:cubicBezTo>
                    <a:cubicBezTo>
                      <a:pt x="70" y="23"/>
                      <a:pt x="64" y="24"/>
                      <a:pt x="54" y="26"/>
                    </a:cubicBezTo>
                    <a:cubicBezTo>
                      <a:pt x="46" y="28"/>
                      <a:pt x="41" y="28"/>
                      <a:pt x="33" y="26"/>
                    </a:cubicBezTo>
                    <a:cubicBezTo>
                      <a:pt x="22" y="23"/>
                      <a:pt x="14" y="13"/>
                      <a:pt x="7" y="4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202" name="Freeform 792">
                <a:extLst>
                  <a:ext uri="{FF2B5EF4-FFF2-40B4-BE49-F238E27FC236}">
                    <a16:creationId xmlns:a16="http://schemas.microsoft.com/office/drawing/2014/main" id="{84C82A2C-E0F5-4C9A-BA47-78A61AA9B5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7" y="1276"/>
                <a:ext cx="57" cy="25"/>
              </a:xfrm>
              <a:custGeom>
                <a:avLst/>
                <a:gdLst>
                  <a:gd name="T0" fmla="*/ 20 w 42"/>
                  <a:gd name="T1" fmla="*/ 40 h 18"/>
                  <a:gd name="T2" fmla="*/ 105 w 42"/>
                  <a:gd name="T3" fmla="*/ 35 h 18"/>
                  <a:gd name="T4" fmla="*/ 0 w 42"/>
                  <a:gd name="T5" fmla="*/ 49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2" h="18">
                    <a:moveTo>
                      <a:pt x="8" y="15"/>
                    </a:moveTo>
                    <a:cubicBezTo>
                      <a:pt x="16" y="10"/>
                      <a:pt x="34" y="9"/>
                      <a:pt x="42" y="13"/>
                    </a:cubicBezTo>
                    <a:cubicBezTo>
                      <a:pt x="41" y="0"/>
                      <a:pt x="2" y="8"/>
                      <a:pt x="0" y="18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203" name="Freeform 793">
                <a:extLst>
                  <a:ext uri="{FF2B5EF4-FFF2-40B4-BE49-F238E27FC236}">
                    <a16:creationId xmlns:a16="http://schemas.microsoft.com/office/drawing/2014/main" id="{477F87D1-330B-44DB-8481-BE02288B89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1" y="1043"/>
                <a:ext cx="27" cy="93"/>
              </a:xfrm>
              <a:custGeom>
                <a:avLst/>
                <a:gdLst>
                  <a:gd name="T0" fmla="*/ 47 w 20"/>
                  <a:gd name="T1" fmla="*/ 0 h 69"/>
                  <a:gd name="T2" fmla="*/ 7 w 20"/>
                  <a:gd name="T3" fmla="*/ 73 h 69"/>
                  <a:gd name="T4" fmla="*/ 9 w 20"/>
                  <a:gd name="T5" fmla="*/ 168 h 69"/>
                  <a:gd name="T6" fmla="*/ 26 w 20"/>
                  <a:gd name="T7" fmla="*/ 115 h 69"/>
                  <a:gd name="T8" fmla="*/ 20 w 20"/>
                  <a:gd name="T9" fmla="*/ 66 h 69"/>
                  <a:gd name="T10" fmla="*/ 27 w 20"/>
                  <a:gd name="T11" fmla="*/ 32 h 69"/>
                  <a:gd name="T12" fmla="*/ 49 w 20"/>
                  <a:gd name="T13" fmla="*/ 1 h 6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" h="69">
                    <a:moveTo>
                      <a:pt x="19" y="0"/>
                    </a:moveTo>
                    <a:cubicBezTo>
                      <a:pt x="6" y="7"/>
                      <a:pt x="0" y="16"/>
                      <a:pt x="3" y="30"/>
                    </a:cubicBezTo>
                    <a:cubicBezTo>
                      <a:pt x="5" y="44"/>
                      <a:pt x="4" y="55"/>
                      <a:pt x="4" y="69"/>
                    </a:cubicBezTo>
                    <a:cubicBezTo>
                      <a:pt x="6" y="61"/>
                      <a:pt x="10" y="54"/>
                      <a:pt x="10" y="47"/>
                    </a:cubicBezTo>
                    <a:cubicBezTo>
                      <a:pt x="10" y="40"/>
                      <a:pt x="8" y="34"/>
                      <a:pt x="8" y="27"/>
                    </a:cubicBezTo>
                    <a:cubicBezTo>
                      <a:pt x="8" y="22"/>
                      <a:pt x="9" y="18"/>
                      <a:pt x="11" y="13"/>
                    </a:cubicBezTo>
                    <a:cubicBezTo>
                      <a:pt x="13" y="7"/>
                      <a:pt x="15" y="6"/>
                      <a:pt x="20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204" name="Freeform 794">
                <a:extLst>
                  <a:ext uri="{FF2B5EF4-FFF2-40B4-BE49-F238E27FC236}">
                    <a16:creationId xmlns:a16="http://schemas.microsoft.com/office/drawing/2014/main" id="{45D12055-2F7B-4F2A-BF67-B9E704E3D0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7" y="1193"/>
                <a:ext cx="24" cy="102"/>
              </a:xfrm>
              <a:custGeom>
                <a:avLst/>
                <a:gdLst>
                  <a:gd name="T0" fmla="*/ 12 w 18"/>
                  <a:gd name="T1" fmla="*/ 0 h 76"/>
                  <a:gd name="T2" fmla="*/ 43 w 18"/>
                  <a:gd name="T3" fmla="*/ 184 h 7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76">
                    <a:moveTo>
                      <a:pt x="5" y="0"/>
                    </a:moveTo>
                    <a:cubicBezTo>
                      <a:pt x="0" y="24"/>
                      <a:pt x="7" y="56"/>
                      <a:pt x="18" y="7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205" name="Freeform 795">
                <a:extLst>
                  <a:ext uri="{FF2B5EF4-FFF2-40B4-BE49-F238E27FC236}">
                    <a16:creationId xmlns:a16="http://schemas.microsoft.com/office/drawing/2014/main" id="{0B12B524-327A-49F2-A558-6DBF57567F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4" y="1208"/>
                <a:ext cx="12" cy="14"/>
              </a:xfrm>
              <a:custGeom>
                <a:avLst/>
                <a:gdLst>
                  <a:gd name="T0" fmla="*/ 21 w 9"/>
                  <a:gd name="T1" fmla="*/ 0 h 11"/>
                  <a:gd name="T2" fmla="*/ 7 w 9"/>
                  <a:gd name="T3" fmla="*/ 23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11">
                    <a:moveTo>
                      <a:pt x="9" y="0"/>
                    </a:moveTo>
                    <a:cubicBezTo>
                      <a:pt x="5" y="2"/>
                      <a:pt x="0" y="7"/>
                      <a:pt x="3" y="1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206" name="Freeform 796">
                <a:extLst>
                  <a:ext uri="{FF2B5EF4-FFF2-40B4-BE49-F238E27FC236}">
                    <a16:creationId xmlns:a16="http://schemas.microsoft.com/office/drawing/2014/main" id="{AAF5D7AF-307D-45D0-8A6E-F5DD46733E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1" y="969"/>
                <a:ext cx="92" cy="116"/>
              </a:xfrm>
              <a:custGeom>
                <a:avLst/>
                <a:gdLst>
                  <a:gd name="T0" fmla="*/ 26 w 68"/>
                  <a:gd name="T1" fmla="*/ 121 h 86"/>
                  <a:gd name="T2" fmla="*/ 32 w 68"/>
                  <a:gd name="T3" fmla="*/ 89 h 86"/>
                  <a:gd name="T4" fmla="*/ 74 w 68"/>
                  <a:gd name="T5" fmla="*/ 49 h 86"/>
                  <a:gd name="T6" fmla="*/ 168 w 68"/>
                  <a:gd name="T7" fmla="*/ 5 h 86"/>
                  <a:gd name="T8" fmla="*/ 124 w 68"/>
                  <a:gd name="T9" fmla="*/ 36 h 86"/>
                  <a:gd name="T10" fmla="*/ 129 w 68"/>
                  <a:gd name="T11" fmla="*/ 42 h 86"/>
                  <a:gd name="T12" fmla="*/ 99 w 68"/>
                  <a:gd name="T13" fmla="*/ 71 h 86"/>
                  <a:gd name="T14" fmla="*/ 62 w 68"/>
                  <a:gd name="T15" fmla="*/ 93 h 86"/>
                  <a:gd name="T16" fmla="*/ 37 w 68"/>
                  <a:gd name="T17" fmla="*/ 115 h 86"/>
                  <a:gd name="T18" fmla="*/ 43 w 68"/>
                  <a:gd name="T19" fmla="*/ 147 h 86"/>
                  <a:gd name="T20" fmla="*/ 27 w 68"/>
                  <a:gd name="T21" fmla="*/ 194 h 86"/>
                  <a:gd name="T22" fmla="*/ 5 w 68"/>
                  <a:gd name="T23" fmla="*/ 210 h 86"/>
                  <a:gd name="T24" fmla="*/ 7 w 68"/>
                  <a:gd name="T25" fmla="*/ 163 h 86"/>
                  <a:gd name="T26" fmla="*/ 0 w 68"/>
                  <a:gd name="T27" fmla="*/ 155 h 86"/>
                  <a:gd name="T28" fmla="*/ 12 w 68"/>
                  <a:gd name="T29" fmla="*/ 132 h 8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68" h="86">
                    <a:moveTo>
                      <a:pt x="10" y="50"/>
                    </a:moveTo>
                    <a:cubicBezTo>
                      <a:pt x="12" y="43"/>
                      <a:pt x="8" y="42"/>
                      <a:pt x="13" y="36"/>
                    </a:cubicBezTo>
                    <a:cubicBezTo>
                      <a:pt x="17" y="30"/>
                      <a:pt x="24" y="23"/>
                      <a:pt x="30" y="20"/>
                    </a:cubicBezTo>
                    <a:cubicBezTo>
                      <a:pt x="42" y="15"/>
                      <a:pt x="54" y="0"/>
                      <a:pt x="68" y="2"/>
                    </a:cubicBezTo>
                    <a:cubicBezTo>
                      <a:pt x="63" y="4"/>
                      <a:pt x="51" y="8"/>
                      <a:pt x="50" y="15"/>
                    </a:cubicBezTo>
                    <a:cubicBezTo>
                      <a:pt x="50" y="16"/>
                      <a:pt x="51" y="16"/>
                      <a:pt x="52" y="17"/>
                    </a:cubicBezTo>
                    <a:cubicBezTo>
                      <a:pt x="43" y="14"/>
                      <a:pt x="33" y="20"/>
                      <a:pt x="40" y="29"/>
                    </a:cubicBezTo>
                    <a:cubicBezTo>
                      <a:pt x="34" y="22"/>
                      <a:pt x="17" y="30"/>
                      <a:pt x="25" y="38"/>
                    </a:cubicBezTo>
                    <a:cubicBezTo>
                      <a:pt x="20" y="40"/>
                      <a:pt x="17" y="41"/>
                      <a:pt x="15" y="47"/>
                    </a:cubicBezTo>
                    <a:cubicBezTo>
                      <a:pt x="15" y="51"/>
                      <a:pt x="15" y="58"/>
                      <a:pt x="18" y="60"/>
                    </a:cubicBezTo>
                    <a:cubicBezTo>
                      <a:pt x="11" y="62"/>
                      <a:pt x="2" y="73"/>
                      <a:pt x="11" y="79"/>
                    </a:cubicBezTo>
                    <a:cubicBezTo>
                      <a:pt x="8" y="81"/>
                      <a:pt x="3" y="82"/>
                      <a:pt x="2" y="86"/>
                    </a:cubicBezTo>
                    <a:cubicBezTo>
                      <a:pt x="1" y="80"/>
                      <a:pt x="5" y="73"/>
                      <a:pt x="3" y="67"/>
                    </a:cubicBezTo>
                    <a:cubicBezTo>
                      <a:pt x="2" y="65"/>
                      <a:pt x="0" y="65"/>
                      <a:pt x="0" y="63"/>
                    </a:cubicBezTo>
                    <a:cubicBezTo>
                      <a:pt x="0" y="60"/>
                      <a:pt x="4" y="57"/>
                      <a:pt x="5" y="54"/>
                    </a:cubicBezTo>
                  </a:path>
                </a:pathLst>
              </a:custGeom>
              <a:solidFill>
                <a:srgbClr val="E0DA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207" name="Freeform 797">
                <a:extLst>
                  <a:ext uri="{FF2B5EF4-FFF2-40B4-BE49-F238E27FC236}">
                    <a16:creationId xmlns:a16="http://schemas.microsoft.com/office/drawing/2014/main" id="{A57FB928-5000-4405-8AB2-172EB3D7B7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1" y="990"/>
                <a:ext cx="58" cy="169"/>
              </a:xfrm>
              <a:custGeom>
                <a:avLst/>
                <a:gdLst>
                  <a:gd name="T0" fmla="*/ 49 w 43"/>
                  <a:gd name="T1" fmla="*/ 107 h 126"/>
                  <a:gd name="T2" fmla="*/ 66 w 43"/>
                  <a:gd name="T3" fmla="*/ 207 h 126"/>
                  <a:gd name="T4" fmla="*/ 63 w 43"/>
                  <a:gd name="T5" fmla="*/ 249 h 126"/>
                  <a:gd name="T6" fmla="*/ 73 w 43"/>
                  <a:gd name="T7" fmla="*/ 304 h 126"/>
                  <a:gd name="T8" fmla="*/ 90 w 43"/>
                  <a:gd name="T9" fmla="*/ 249 h 126"/>
                  <a:gd name="T10" fmla="*/ 100 w 43"/>
                  <a:gd name="T11" fmla="*/ 239 h 126"/>
                  <a:gd name="T12" fmla="*/ 104 w 43"/>
                  <a:gd name="T13" fmla="*/ 211 h 126"/>
                  <a:gd name="T14" fmla="*/ 98 w 43"/>
                  <a:gd name="T15" fmla="*/ 168 h 126"/>
                  <a:gd name="T16" fmla="*/ 85 w 43"/>
                  <a:gd name="T17" fmla="*/ 127 h 126"/>
                  <a:gd name="T18" fmla="*/ 62 w 43"/>
                  <a:gd name="T19" fmla="*/ 43 h 126"/>
                  <a:gd name="T20" fmla="*/ 0 w 43"/>
                  <a:gd name="T21" fmla="*/ 0 h 126"/>
                  <a:gd name="T22" fmla="*/ 32 w 43"/>
                  <a:gd name="T23" fmla="*/ 36 h 126"/>
                  <a:gd name="T24" fmla="*/ 1 w 43"/>
                  <a:gd name="T25" fmla="*/ 38 h 126"/>
                  <a:gd name="T26" fmla="*/ 42 w 43"/>
                  <a:gd name="T27" fmla="*/ 64 h 126"/>
                  <a:gd name="T28" fmla="*/ 27 w 43"/>
                  <a:gd name="T29" fmla="*/ 85 h 126"/>
                  <a:gd name="T30" fmla="*/ 43 w 43"/>
                  <a:gd name="T31" fmla="*/ 105 h 12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43" h="126">
                    <a:moveTo>
                      <a:pt x="20" y="45"/>
                    </a:moveTo>
                    <a:cubicBezTo>
                      <a:pt x="28" y="57"/>
                      <a:pt x="29" y="72"/>
                      <a:pt x="27" y="86"/>
                    </a:cubicBezTo>
                    <a:cubicBezTo>
                      <a:pt x="26" y="92"/>
                      <a:pt x="25" y="97"/>
                      <a:pt x="26" y="104"/>
                    </a:cubicBezTo>
                    <a:cubicBezTo>
                      <a:pt x="27" y="111"/>
                      <a:pt x="30" y="118"/>
                      <a:pt x="30" y="126"/>
                    </a:cubicBezTo>
                    <a:cubicBezTo>
                      <a:pt x="32" y="117"/>
                      <a:pt x="27" y="108"/>
                      <a:pt x="37" y="104"/>
                    </a:cubicBezTo>
                    <a:cubicBezTo>
                      <a:pt x="41" y="102"/>
                      <a:pt x="40" y="104"/>
                      <a:pt x="41" y="99"/>
                    </a:cubicBezTo>
                    <a:cubicBezTo>
                      <a:pt x="42" y="95"/>
                      <a:pt x="43" y="91"/>
                      <a:pt x="42" y="87"/>
                    </a:cubicBezTo>
                    <a:cubicBezTo>
                      <a:pt x="42" y="81"/>
                      <a:pt x="42" y="74"/>
                      <a:pt x="40" y="69"/>
                    </a:cubicBezTo>
                    <a:cubicBezTo>
                      <a:pt x="38" y="64"/>
                      <a:pt x="36" y="59"/>
                      <a:pt x="35" y="53"/>
                    </a:cubicBezTo>
                    <a:cubicBezTo>
                      <a:pt x="33" y="40"/>
                      <a:pt x="34" y="29"/>
                      <a:pt x="25" y="18"/>
                    </a:cubicBezTo>
                    <a:cubicBezTo>
                      <a:pt x="19" y="9"/>
                      <a:pt x="9" y="4"/>
                      <a:pt x="0" y="0"/>
                    </a:cubicBezTo>
                    <a:cubicBezTo>
                      <a:pt x="5" y="2"/>
                      <a:pt x="13" y="8"/>
                      <a:pt x="13" y="15"/>
                    </a:cubicBezTo>
                    <a:cubicBezTo>
                      <a:pt x="9" y="16"/>
                      <a:pt x="4" y="14"/>
                      <a:pt x="1" y="16"/>
                    </a:cubicBezTo>
                    <a:cubicBezTo>
                      <a:pt x="6" y="20"/>
                      <a:pt x="15" y="20"/>
                      <a:pt x="17" y="27"/>
                    </a:cubicBezTo>
                    <a:cubicBezTo>
                      <a:pt x="19" y="32"/>
                      <a:pt x="16" y="36"/>
                      <a:pt x="11" y="35"/>
                    </a:cubicBezTo>
                    <a:cubicBezTo>
                      <a:pt x="14" y="38"/>
                      <a:pt x="21" y="46"/>
                      <a:pt x="18" y="43"/>
                    </a:cubicBezTo>
                  </a:path>
                </a:pathLst>
              </a:custGeom>
              <a:solidFill>
                <a:srgbClr val="8274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208" name="Freeform 798">
                <a:extLst>
                  <a:ext uri="{FF2B5EF4-FFF2-40B4-BE49-F238E27FC236}">
                    <a16:creationId xmlns:a16="http://schemas.microsoft.com/office/drawing/2014/main" id="{179F774A-7E6F-4DEB-A54F-40F32B7B60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9" y="1756"/>
                <a:ext cx="106" cy="75"/>
              </a:xfrm>
              <a:custGeom>
                <a:avLst/>
                <a:gdLst>
                  <a:gd name="T0" fmla="*/ 0 w 78"/>
                  <a:gd name="T1" fmla="*/ 134 h 56"/>
                  <a:gd name="T2" fmla="*/ 155 w 78"/>
                  <a:gd name="T3" fmla="*/ 0 h 5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8" h="56">
                    <a:moveTo>
                      <a:pt x="0" y="56"/>
                    </a:moveTo>
                    <a:cubicBezTo>
                      <a:pt x="20" y="26"/>
                      <a:pt x="78" y="53"/>
                      <a:pt x="62" y="0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209" name="Freeform 799">
                <a:extLst>
                  <a:ext uri="{FF2B5EF4-FFF2-40B4-BE49-F238E27FC236}">
                    <a16:creationId xmlns:a16="http://schemas.microsoft.com/office/drawing/2014/main" id="{97110197-F952-43E1-AE0E-3BEEBB8E19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6" y="1621"/>
                <a:ext cx="19" cy="209"/>
              </a:xfrm>
              <a:custGeom>
                <a:avLst/>
                <a:gdLst>
                  <a:gd name="T0" fmla="*/ 35 w 14"/>
                  <a:gd name="T1" fmla="*/ 0 h 155"/>
                  <a:gd name="T2" fmla="*/ 19 w 14"/>
                  <a:gd name="T3" fmla="*/ 255 h 155"/>
                  <a:gd name="T4" fmla="*/ 15 w 14"/>
                  <a:gd name="T5" fmla="*/ 380 h 15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55">
                    <a:moveTo>
                      <a:pt x="14" y="0"/>
                    </a:moveTo>
                    <a:cubicBezTo>
                      <a:pt x="0" y="56"/>
                      <a:pt x="6" y="66"/>
                      <a:pt x="7" y="104"/>
                    </a:cubicBezTo>
                    <a:cubicBezTo>
                      <a:pt x="8" y="116"/>
                      <a:pt x="9" y="133"/>
                      <a:pt x="6" y="155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210" name="Freeform 800">
                <a:extLst>
                  <a:ext uri="{FF2B5EF4-FFF2-40B4-BE49-F238E27FC236}">
                    <a16:creationId xmlns:a16="http://schemas.microsoft.com/office/drawing/2014/main" id="{E642ACDF-0C71-4E01-87F8-29994A9EE9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5" y="1882"/>
                <a:ext cx="30" cy="26"/>
              </a:xfrm>
              <a:custGeom>
                <a:avLst/>
                <a:gdLst>
                  <a:gd name="T0" fmla="*/ 55 w 22"/>
                  <a:gd name="T1" fmla="*/ 49 h 19"/>
                  <a:gd name="T2" fmla="*/ 50 w 22"/>
                  <a:gd name="T3" fmla="*/ 21 h 19"/>
                  <a:gd name="T4" fmla="*/ 35 w 22"/>
                  <a:gd name="T5" fmla="*/ 47 h 19"/>
                  <a:gd name="T6" fmla="*/ 27 w 22"/>
                  <a:gd name="T7" fmla="*/ 14 h 19"/>
                  <a:gd name="T8" fmla="*/ 0 w 22"/>
                  <a:gd name="T9" fmla="*/ 47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19">
                    <a:moveTo>
                      <a:pt x="21" y="19"/>
                    </a:moveTo>
                    <a:cubicBezTo>
                      <a:pt x="21" y="15"/>
                      <a:pt x="22" y="11"/>
                      <a:pt x="20" y="8"/>
                    </a:cubicBezTo>
                    <a:cubicBezTo>
                      <a:pt x="16" y="10"/>
                      <a:pt x="16" y="15"/>
                      <a:pt x="14" y="18"/>
                    </a:cubicBezTo>
                    <a:cubicBezTo>
                      <a:pt x="7" y="17"/>
                      <a:pt x="14" y="7"/>
                      <a:pt x="11" y="5"/>
                    </a:cubicBezTo>
                    <a:cubicBezTo>
                      <a:pt x="5" y="0"/>
                      <a:pt x="0" y="15"/>
                      <a:pt x="0" y="18"/>
                    </a:cubicBezTo>
                  </a:path>
                </a:pathLst>
              </a:custGeom>
              <a:noFill/>
              <a:ln w="9525" cap="flat">
                <a:solidFill>
                  <a:srgbClr val="FEE2D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211" name="Freeform 801">
                <a:extLst>
                  <a:ext uri="{FF2B5EF4-FFF2-40B4-BE49-F238E27FC236}">
                    <a16:creationId xmlns:a16="http://schemas.microsoft.com/office/drawing/2014/main" id="{35A18413-2696-4D00-8579-75283D1400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4" y="1813"/>
                <a:ext cx="21" cy="41"/>
              </a:xfrm>
              <a:custGeom>
                <a:avLst/>
                <a:gdLst>
                  <a:gd name="T0" fmla="*/ 0 w 16"/>
                  <a:gd name="T1" fmla="*/ 0 h 30"/>
                  <a:gd name="T2" fmla="*/ 34 w 16"/>
                  <a:gd name="T3" fmla="*/ 77 h 3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30">
                    <a:moveTo>
                      <a:pt x="0" y="0"/>
                    </a:moveTo>
                    <a:cubicBezTo>
                      <a:pt x="8" y="9"/>
                      <a:pt x="16" y="18"/>
                      <a:pt x="15" y="30"/>
                    </a:cubicBezTo>
                  </a:path>
                </a:pathLst>
              </a:custGeom>
              <a:noFill/>
              <a:ln w="4763" cap="rnd">
                <a:solidFill>
                  <a:srgbClr val="AE7A6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212" name="Freeform 802">
                <a:extLst>
                  <a:ext uri="{FF2B5EF4-FFF2-40B4-BE49-F238E27FC236}">
                    <a16:creationId xmlns:a16="http://schemas.microsoft.com/office/drawing/2014/main" id="{CDF6D308-A398-4B52-B9C2-D0C5A097CF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3" y="1319"/>
                <a:ext cx="58" cy="35"/>
              </a:xfrm>
              <a:custGeom>
                <a:avLst/>
                <a:gdLst>
                  <a:gd name="T0" fmla="*/ 0 w 43"/>
                  <a:gd name="T1" fmla="*/ 0 h 26"/>
                  <a:gd name="T2" fmla="*/ 105 w 43"/>
                  <a:gd name="T3" fmla="*/ 62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3" h="26">
                    <a:moveTo>
                      <a:pt x="0" y="0"/>
                    </a:moveTo>
                    <a:cubicBezTo>
                      <a:pt x="15" y="19"/>
                      <a:pt x="21" y="26"/>
                      <a:pt x="43" y="25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213" name="Freeform 803">
                <a:extLst>
                  <a:ext uri="{FF2B5EF4-FFF2-40B4-BE49-F238E27FC236}">
                    <a16:creationId xmlns:a16="http://schemas.microsoft.com/office/drawing/2014/main" id="{0268F069-E612-4E74-9FE9-ABC2ED04AA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5" y="1175"/>
                <a:ext cx="41" cy="30"/>
              </a:xfrm>
              <a:custGeom>
                <a:avLst/>
                <a:gdLst>
                  <a:gd name="T0" fmla="*/ 0 w 30"/>
                  <a:gd name="T1" fmla="*/ 55 h 22"/>
                  <a:gd name="T2" fmla="*/ 77 w 30"/>
                  <a:gd name="T3" fmla="*/ 0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0" h="22">
                    <a:moveTo>
                      <a:pt x="0" y="21"/>
                    </a:moveTo>
                    <a:cubicBezTo>
                      <a:pt x="16" y="22"/>
                      <a:pt x="22" y="14"/>
                      <a:pt x="30" y="0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214" name="Freeform 804">
                <a:extLst>
                  <a:ext uri="{FF2B5EF4-FFF2-40B4-BE49-F238E27FC236}">
                    <a16:creationId xmlns:a16="http://schemas.microsoft.com/office/drawing/2014/main" id="{0C45054B-A0B7-493B-A98F-5EBE604CB3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7" y="1621"/>
                <a:ext cx="19" cy="209"/>
              </a:xfrm>
              <a:custGeom>
                <a:avLst/>
                <a:gdLst>
                  <a:gd name="T0" fmla="*/ 0 w 14"/>
                  <a:gd name="T1" fmla="*/ 0 h 155"/>
                  <a:gd name="T2" fmla="*/ 19 w 14"/>
                  <a:gd name="T3" fmla="*/ 255 h 155"/>
                  <a:gd name="T4" fmla="*/ 20 w 14"/>
                  <a:gd name="T5" fmla="*/ 380 h 15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55">
                    <a:moveTo>
                      <a:pt x="0" y="0"/>
                    </a:moveTo>
                    <a:cubicBezTo>
                      <a:pt x="14" y="56"/>
                      <a:pt x="8" y="66"/>
                      <a:pt x="7" y="104"/>
                    </a:cubicBezTo>
                    <a:cubicBezTo>
                      <a:pt x="6" y="116"/>
                      <a:pt x="4" y="133"/>
                      <a:pt x="8" y="155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215" name="Freeform 805">
                <a:extLst>
                  <a:ext uri="{FF2B5EF4-FFF2-40B4-BE49-F238E27FC236}">
                    <a16:creationId xmlns:a16="http://schemas.microsoft.com/office/drawing/2014/main" id="{A7626687-5D96-49A1-BF35-F7636C109E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6" y="1813"/>
                <a:ext cx="22" cy="41"/>
              </a:xfrm>
              <a:custGeom>
                <a:avLst/>
                <a:gdLst>
                  <a:gd name="T0" fmla="*/ 41 w 16"/>
                  <a:gd name="T1" fmla="*/ 0 h 30"/>
                  <a:gd name="T2" fmla="*/ 1 w 16"/>
                  <a:gd name="T3" fmla="*/ 77 h 3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30">
                    <a:moveTo>
                      <a:pt x="16" y="0"/>
                    </a:moveTo>
                    <a:cubicBezTo>
                      <a:pt x="8" y="9"/>
                      <a:pt x="0" y="18"/>
                      <a:pt x="1" y="30"/>
                    </a:cubicBezTo>
                  </a:path>
                </a:pathLst>
              </a:custGeom>
              <a:noFill/>
              <a:ln w="4763" cap="rnd">
                <a:solidFill>
                  <a:srgbClr val="AE7A6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216" name="Freeform 806">
                <a:extLst>
                  <a:ext uri="{FF2B5EF4-FFF2-40B4-BE49-F238E27FC236}">
                    <a16:creationId xmlns:a16="http://schemas.microsoft.com/office/drawing/2014/main" id="{A7BDE7D8-E852-4B29-982E-1AD7FE7239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1" y="1319"/>
                <a:ext cx="57" cy="35"/>
              </a:xfrm>
              <a:custGeom>
                <a:avLst/>
                <a:gdLst>
                  <a:gd name="T0" fmla="*/ 105 w 42"/>
                  <a:gd name="T1" fmla="*/ 0 h 26"/>
                  <a:gd name="T2" fmla="*/ 0 w 42"/>
                  <a:gd name="T3" fmla="*/ 62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2" h="26">
                    <a:moveTo>
                      <a:pt x="42" y="0"/>
                    </a:moveTo>
                    <a:cubicBezTo>
                      <a:pt x="27" y="19"/>
                      <a:pt x="21" y="26"/>
                      <a:pt x="0" y="25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217" name="Freeform 807">
                <a:extLst>
                  <a:ext uri="{FF2B5EF4-FFF2-40B4-BE49-F238E27FC236}">
                    <a16:creationId xmlns:a16="http://schemas.microsoft.com/office/drawing/2014/main" id="{94F27A2D-7D12-43A8-92A3-48A04C0CB2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4" y="1171"/>
                <a:ext cx="38" cy="31"/>
              </a:xfrm>
              <a:custGeom>
                <a:avLst/>
                <a:gdLst>
                  <a:gd name="T0" fmla="*/ 71 w 28"/>
                  <a:gd name="T1" fmla="*/ 54 h 23"/>
                  <a:gd name="T2" fmla="*/ 0 w 28"/>
                  <a:gd name="T3" fmla="*/ 0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" h="23">
                    <a:moveTo>
                      <a:pt x="28" y="22"/>
                    </a:moveTo>
                    <a:cubicBezTo>
                      <a:pt x="12" y="23"/>
                      <a:pt x="8" y="14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218" name="Freeform 808">
                <a:extLst>
                  <a:ext uri="{FF2B5EF4-FFF2-40B4-BE49-F238E27FC236}">
                    <a16:creationId xmlns:a16="http://schemas.microsoft.com/office/drawing/2014/main" id="{B16FF351-4267-42D2-B6AF-DA9ACCFECF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7" y="1288"/>
                <a:ext cx="49" cy="8"/>
              </a:xfrm>
              <a:custGeom>
                <a:avLst/>
                <a:gdLst>
                  <a:gd name="T0" fmla="*/ 0 w 36"/>
                  <a:gd name="T1" fmla="*/ 15 h 6"/>
                  <a:gd name="T2" fmla="*/ 91 w 36"/>
                  <a:gd name="T3" fmla="*/ 12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6" h="6">
                    <a:moveTo>
                      <a:pt x="0" y="6"/>
                    </a:moveTo>
                    <a:cubicBezTo>
                      <a:pt x="13" y="0"/>
                      <a:pt x="31" y="3"/>
                      <a:pt x="36" y="5"/>
                    </a:cubicBezTo>
                  </a:path>
                </a:pathLst>
              </a:custGeom>
              <a:noFill/>
              <a:ln w="4763" cap="rnd">
                <a:solidFill>
                  <a:srgbClr val="C2978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219" name="Freeform 809">
                <a:extLst>
                  <a:ext uri="{FF2B5EF4-FFF2-40B4-BE49-F238E27FC236}">
                    <a16:creationId xmlns:a16="http://schemas.microsoft.com/office/drawing/2014/main" id="{B33F3C52-54BA-42DD-A661-BA799867F4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9" y="2530"/>
                <a:ext cx="1" cy="55"/>
              </a:xfrm>
              <a:custGeom>
                <a:avLst/>
                <a:gdLst>
                  <a:gd name="T0" fmla="*/ 0 w 1"/>
                  <a:gd name="T1" fmla="*/ 0 h 41"/>
                  <a:gd name="T2" fmla="*/ 1 w 1"/>
                  <a:gd name="T3" fmla="*/ 99 h 4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1">
                    <a:moveTo>
                      <a:pt x="0" y="0"/>
                    </a:moveTo>
                    <a:cubicBezTo>
                      <a:pt x="1" y="8"/>
                      <a:pt x="1" y="27"/>
                      <a:pt x="1" y="41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220" name="Freeform 810">
                <a:extLst>
                  <a:ext uri="{FF2B5EF4-FFF2-40B4-BE49-F238E27FC236}">
                    <a16:creationId xmlns:a16="http://schemas.microsoft.com/office/drawing/2014/main" id="{1B681E6A-7267-4300-B383-80386B9CC1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0" y="1030"/>
                <a:ext cx="220" cy="335"/>
              </a:xfrm>
              <a:custGeom>
                <a:avLst/>
                <a:gdLst>
                  <a:gd name="T0" fmla="*/ 391 w 162"/>
                  <a:gd name="T1" fmla="*/ 153 h 249"/>
                  <a:gd name="T2" fmla="*/ 356 w 162"/>
                  <a:gd name="T3" fmla="*/ 35 h 249"/>
                  <a:gd name="T4" fmla="*/ 259 w 162"/>
                  <a:gd name="T5" fmla="*/ 30 h 249"/>
                  <a:gd name="T6" fmla="*/ 194 w 162"/>
                  <a:gd name="T7" fmla="*/ 20 h 249"/>
                  <a:gd name="T8" fmla="*/ 120 w 162"/>
                  <a:gd name="T9" fmla="*/ 16 h 249"/>
                  <a:gd name="T10" fmla="*/ 61 w 162"/>
                  <a:gd name="T11" fmla="*/ 9 h 249"/>
                  <a:gd name="T12" fmla="*/ 10 w 162"/>
                  <a:gd name="T13" fmla="*/ 94 h 249"/>
                  <a:gd name="T14" fmla="*/ 19 w 162"/>
                  <a:gd name="T15" fmla="*/ 141 h 249"/>
                  <a:gd name="T16" fmla="*/ 15 w 162"/>
                  <a:gd name="T17" fmla="*/ 206 h 249"/>
                  <a:gd name="T18" fmla="*/ 10 w 162"/>
                  <a:gd name="T19" fmla="*/ 361 h 249"/>
                  <a:gd name="T20" fmla="*/ 45 w 162"/>
                  <a:gd name="T21" fmla="*/ 499 h 249"/>
                  <a:gd name="T22" fmla="*/ 205 w 162"/>
                  <a:gd name="T23" fmla="*/ 607 h 249"/>
                  <a:gd name="T24" fmla="*/ 357 w 162"/>
                  <a:gd name="T25" fmla="*/ 499 h 249"/>
                  <a:gd name="T26" fmla="*/ 401 w 162"/>
                  <a:gd name="T27" fmla="*/ 361 h 249"/>
                  <a:gd name="T28" fmla="*/ 392 w 162"/>
                  <a:gd name="T29" fmla="*/ 204 h 249"/>
                  <a:gd name="T30" fmla="*/ 391 w 162"/>
                  <a:gd name="T31" fmla="*/ 153 h 249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62" h="249">
                    <a:moveTo>
                      <a:pt x="156" y="63"/>
                    </a:moveTo>
                    <a:cubicBezTo>
                      <a:pt x="158" y="44"/>
                      <a:pt x="160" y="25"/>
                      <a:pt x="142" y="14"/>
                    </a:cubicBezTo>
                    <a:cubicBezTo>
                      <a:pt x="129" y="6"/>
                      <a:pt x="118" y="11"/>
                      <a:pt x="104" y="12"/>
                    </a:cubicBezTo>
                    <a:cubicBezTo>
                      <a:pt x="95" y="12"/>
                      <a:pt x="87" y="8"/>
                      <a:pt x="77" y="8"/>
                    </a:cubicBezTo>
                    <a:cubicBezTo>
                      <a:pt x="67" y="8"/>
                      <a:pt x="58" y="10"/>
                      <a:pt x="48" y="7"/>
                    </a:cubicBezTo>
                    <a:cubicBezTo>
                      <a:pt x="39" y="4"/>
                      <a:pt x="33" y="0"/>
                      <a:pt x="24" y="4"/>
                    </a:cubicBezTo>
                    <a:cubicBezTo>
                      <a:pt x="11" y="11"/>
                      <a:pt x="0" y="24"/>
                      <a:pt x="4" y="39"/>
                    </a:cubicBezTo>
                    <a:cubicBezTo>
                      <a:pt x="5" y="46"/>
                      <a:pt x="7" y="52"/>
                      <a:pt x="7" y="58"/>
                    </a:cubicBezTo>
                    <a:cubicBezTo>
                      <a:pt x="8" y="64"/>
                      <a:pt x="6" y="82"/>
                      <a:pt x="6" y="85"/>
                    </a:cubicBezTo>
                    <a:cubicBezTo>
                      <a:pt x="1" y="105"/>
                      <a:pt x="3" y="131"/>
                      <a:pt x="4" y="148"/>
                    </a:cubicBezTo>
                    <a:cubicBezTo>
                      <a:pt x="4" y="167"/>
                      <a:pt x="13" y="190"/>
                      <a:pt x="18" y="205"/>
                    </a:cubicBezTo>
                    <a:cubicBezTo>
                      <a:pt x="24" y="218"/>
                      <a:pt x="41" y="249"/>
                      <a:pt x="82" y="249"/>
                    </a:cubicBezTo>
                    <a:cubicBezTo>
                      <a:pt x="122" y="249"/>
                      <a:pt x="137" y="219"/>
                      <a:pt x="143" y="205"/>
                    </a:cubicBezTo>
                    <a:cubicBezTo>
                      <a:pt x="148" y="191"/>
                      <a:pt x="159" y="167"/>
                      <a:pt x="160" y="148"/>
                    </a:cubicBezTo>
                    <a:cubicBezTo>
                      <a:pt x="160" y="131"/>
                      <a:pt x="162" y="104"/>
                      <a:pt x="157" y="84"/>
                    </a:cubicBezTo>
                    <a:cubicBezTo>
                      <a:pt x="156" y="81"/>
                      <a:pt x="155" y="67"/>
                      <a:pt x="156" y="63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221" name="Freeform 811">
                <a:extLst>
                  <a:ext uri="{FF2B5EF4-FFF2-40B4-BE49-F238E27FC236}">
                    <a16:creationId xmlns:a16="http://schemas.microsoft.com/office/drawing/2014/main" id="{A4B60286-EACA-4043-A58A-6C1B03042B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3" y="2297"/>
                <a:ext cx="534" cy="168"/>
              </a:xfrm>
              <a:custGeom>
                <a:avLst/>
                <a:gdLst>
                  <a:gd name="T0" fmla="*/ 981 w 394"/>
                  <a:gd name="T1" fmla="*/ 15 h 125"/>
                  <a:gd name="T2" fmla="*/ 653 w 394"/>
                  <a:gd name="T3" fmla="*/ 284 h 125"/>
                  <a:gd name="T4" fmla="*/ 454 w 394"/>
                  <a:gd name="T5" fmla="*/ 304 h 125"/>
                  <a:gd name="T6" fmla="*/ 336 w 394"/>
                  <a:gd name="T7" fmla="*/ 284 h 125"/>
                  <a:gd name="T8" fmla="*/ 0 w 394"/>
                  <a:gd name="T9" fmla="*/ 0 h 1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94" h="125">
                    <a:moveTo>
                      <a:pt x="394" y="6"/>
                    </a:moveTo>
                    <a:cubicBezTo>
                      <a:pt x="368" y="52"/>
                      <a:pt x="306" y="105"/>
                      <a:pt x="263" y="117"/>
                    </a:cubicBezTo>
                    <a:cubicBezTo>
                      <a:pt x="238" y="124"/>
                      <a:pt x="223" y="125"/>
                      <a:pt x="182" y="125"/>
                    </a:cubicBezTo>
                    <a:cubicBezTo>
                      <a:pt x="165" y="124"/>
                      <a:pt x="151" y="121"/>
                      <a:pt x="135" y="117"/>
                    </a:cubicBezTo>
                    <a:cubicBezTo>
                      <a:pt x="92" y="105"/>
                      <a:pt x="24" y="44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AE7A6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222" name="Freeform 812">
                <a:extLst>
                  <a:ext uri="{FF2B5EF4-FFF2-40B4-BE49-F238E27FC236}">
                    <a16:creationId xmlns:a16="http://schemas.microsoft.com/office/drawing/2014/main" id="{EB1E0D52-4BE4-46E5-B23F-958E422478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8" y="1261"/>
                <a:ext cx="102" cy="18"/>
              </a:xfrm>
              <a:custGeom>
                <a:avLst/>
                <a:gdLst>
                  <a:gd name="T0" fmla="*/ 0 w 75"/>
                  <a:gd name="T1" fmla="*/ 1 h 13"/>
                  <a:gd name="T2" fmla="*/ 26 w 75"/>
                  <a:gd name="T3" fmla="*/ 24 h 13"/>
                  <a:gd name="T4" fmla="*/ 78 w 75"/>
                  <a:gd name="T5" fmla="*/ 35 h 13"/>
                  <a:gd name="T6" fmla="*/ 146 w 75"/>
                  <a:gd name="T7" fmla="*/ 29 h 13"/>
                  <a:gd name="T8" fmla="*/ 180 w 75"/>
                  <a:gd name="T9" fmla="*/ 11 h 13"/>
                  <a:gd name="T10" fmla="*/ 189 w 75"/>
                  <a:gd name="T11" fmla="*/ 0 h 13"/>
                  <a:gd name="T12" fmla="*/ 139 w 75"/>
                  <a:gd name="T13" fmla="*/ 1 h 13"/>
                  <a:gd name="T14" fmla="*/ 117 w 75"/>
                  <a:gd name="T15" fmla="*/ 0 h 13"/>
                  <a:gd name="T16" fmla="*/ 92 w 75"/>
                  <a:gd name="T17" fmla="*/ 1 h 13"/>
                  <a:gd name="T18" fmla="*/ 61 w 75"/>
                  <a:gd name="T19" fmla="*/ 0 h 13"/>
                  <a:gd name="T20" fmla="*/ 1 w 75"/>
                  <a:gd name="T21" fmla="*/ 0 h 1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75" h="13">
                    <a:moveTo>
                      <a:pt x="0" y="1"/>
                    </a:moveTo>
                    <a:cubicBezTo>
                      <a:pt x="1" y="3"/>
                      <a:pt x="8" y="7"/>
                      <a:pt x="10" y="9"/>
                    </a:cubicBezTo>
                    <a:cubicBezTo>
                      <a:pt x="15" y="12"/>
                      <a:pt x="22" y="13"/>
                      <a:pt x="31" y="13"/>
                    </a:cubicBezTo>
                    <a:cubicBezTo>
                      <a:pt x="40" y="13"/>
                      <a:pt x="53" y="13"/>
                      <a:pt x="58" y="11"/>
                    </a:cubicBezTo>
                    <a:cubicBezTo>
                      <a:pt x="64" y="9"/>
                      <a:pt x="68" y="6"/>
                      <a:pt x="71" y="4"/>
                    </a:cubicBezTo>
                    <a:cubicBezTo>
                      <a:pt x="71" y="4"/>
                      <a:pt x="75" y="2"/>
                      <a:pt x="75" y="0"/>
                    </a:cubicBezTo>
                    <a:cubicBezTo>
                      <a:pt x="73" y="1"/>
                      <a:pt x="60" y="1"/>
                      <a:pt x="55" y="1"/>
                    </a:cubicBezTo>
                    <a:cubicBezTo>
                      <a:pt x="52" y="0"/>
                      <a:pt x="49" y="0"/>
                      <a:pt x="46" y="0"/>
                    </a:cubicBezTo>
                    <a:cubicBezTo>
                      <a:pt x="42" y="0"/>
                      <a:pt x="41" y="1"/>
                      <a:pt x="37" y="1"/>
                    </a:cubicBezTo>
                    <a:cubicBezTo>
                      <a:pt x="34" y="0"/>
                      <a:pt x="29" y="0"/>
                      <a:pt x="24" y="0"/>
                    </a:cubicBezTo>
                    <a:cubicBezTo>
                      <a:pt x="20" y="1"/>
                      <a:pt x="6" y="1"/>
                      <a:pt x="1" y="0"/>
                    </a:cubicBezTo>
                  </a:path>
                </a:pathLst>
              </a:custGeom>
              <a:solidFill>
                <a:srgbClr val="FEE7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223" name="Freeform 813">
                <a:extLst>
                  <a:ext uri="{FF2B5EF4-FFF2-40B4-BE49-F238E27FC236}">
                    <a16:creationId xmlns:a16="http://schemas.microsoft.com/office/drawing/2014/main" id="{E99C3CB0-C2FB-4008-8D72-A69E0EEEE8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0" y="1151"/>
                <a:ext cx="60" cy="24"/>
              </a:xfrm>
              <a:custGeom>
                <a:avLst/>
                <a:gdLst>
                  <a:gd name="T0" fmla="*/ 0 w 44"/>
                  <a:gd name="T1" fmla="*/ 23 h 18"/>
                  <a:gd name="T2" fmla="*/ 48 w 44"/>
                  <a:gd name="T3" fmla="*/ 1 h 18"/>
                  <a:gd name="T4" fmla="*/ 102 w 44"/>
                  <a:gd name="T5" fmla="*/ 23 h 18"/>
                  <a:gd name="T6" fmla="*/ 98 w 44"/>
                  <a:gd name="T7" fmla="*/ 36 h 18"/>
                  <a:gd name="T8" fmla="*/ 57 w 44"/>
                  <a:gd name="T9" fmla="*/ 41 h 18"/>
                  <a:gd name="T10" fmla="*/ 0 w 44"/>
                  <a:gd name="T11" fmla="*/ 23 h 1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4" h="18">
                    <a:moveTo>
                      <a:pt x="0" y="10"/>
                    </a:moveTo>
                    <a:cubicBezTo>
                      <a:pt x="5" y="6"/>
                      <a:pt x="7" y="2"/>
                      <a:pt x="19" y="1"/>
                    </a:cubicBezTo>
                    <a:cubicBezTo>
                      <a:pt x="32" y="0"/>
                      <a:pt x="37" y="9"/>
                      <a:pt x="40" y="10"/>
                    </a:cubicBezTo>
                    <a:cubicBezTo>
                      <a:pt x="44" y="11"/>
                      <a:pt x="42" y="14"/>
                      <a:pt x="39" y="15"/>
                    </a:cubicBezTo>
                    <a:cubicBezTo>
                      <a:pt x="36" y="16"/>
                      <a:pt x="27" y="15"/>
                      <a:pt x="23" y="17"/>
                    </a:cubicBezTo>
                    <a:cubicBezTo>
                      <a:pt x="19" y="18"/>
                      <a:pt x="8" y="15"/>
                      <a:pt x="0" y="1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224" name="Freeform 814">
                <a:extLst>
                  <a:ext uri="{FF2B5EF4-FFF2-40B4-BE49-F238E27FC236}">
                    <a16:creationId xmlns:a16="http://schemas.microsoft.com/office/drawing/2014/main" id="{2EB97B97-ECAE-4ED2-B255-E9ECFC1523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4" y="1152"/>
                <a:ext cx="24" cy="22"/>
              </a:xfrm>
              <a:custGeom>
                <a:avLst/>
                <a:gdLst>
                  <a:gd name="T0" fmla="*/ 21 w 18"/>
                  <a:gd name="T1" fmla="*/ 0 h 16"/>
                  <a:gd name="T2" fmla="*/ 7 w 18"/>
                  <a:gd name="T3" fmla="*/ 6 h 16"/>
                  <a:gd name="T4" fmla="*/ 0 w 18"/>
                  <a:gd name="T5" fmla="*/ 21 h 16"/>
                  <a:gd name="T6" fmla="*/ 12 w 18"/>
                  <a:gd name="T7" fmla="*/ 40 h 16"/>
                  <a:gd name="T8" fmla="*/ 27 w 18"/>
                  <a:gd name="T9" fmla="*/ 41 h 16"/>
                  <a:gd name="T10" fmla="*/ 43 w 18"/>
                  <a:gd name="T11" fmla="*/ 21 h 16"/>
                  <a:gd name="T12" fmla="*/ 33 w 18"/>
                  <a:gd name="T13" fmla="*/ 1 h 16"/>
                  <a:gd name="T14" fmla="*/ 21 w 18"/>
                  <a:gd name="T15" fmla="*/ 0 h 1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8" h="16">
                    <a:moveTo>
                      <a:pt x="9" y="0"/>
                    </a:moveTo>
                    <a:cubicBezTo>
                      <a:pt x="7" y="1"/>
                      <a:pt x="4" y="1"/>
                      <a:pt x="3" y="2"/>
                    </a:cubicBezTo>
                    <a:cubicBezTo>
                      <a:pt x="1" y="3"/>
                      <a:pt x="0" y="5"/>
                      <a:pt x="0" y="8"/>
                    </a:cubicBezTo>
                    <a:cubicBezTo>
                      <a:pt x="0" y="11"/>
                      <a:pt x="2" y="14"/>
                      <a:pt x="5" y="15"/>
                    </a:cubicBezTo>
                    <a:cubicBezTo>
                      <a:pt x="7" y="16"/>
                      <a:pt x="9" y="16"/>
                      <a:pt x="11" y="16"/>
                    </a:cubicBezTo>
                    <a:cubicBezTo>
                      <a:pt x="15" y="15"/>
                      <a:pt x="18" y="12"/>
                      <a:pt x="18" y="8"/>
                    </a:cubicBezTo>
                    <a:cubicBezTo>
                      <a:pt x="18" y="5"/>
                      <a:pt x="16" y="2"/>
                      <a:pt x="14" y="1"/>
                    </a:cubicBezTo>
                    <a:cubicBezTo>
                      <a:pt x="13" y="0"/>
                      <a:pt x="11" y="0"/>
                      <a:pt x="9" y="0"/>
                    </a:cubicBezTo>
                    <a:close/>
                  </a:path>
                </a:pathLst>
              </a:custGeom>
              <a:solidFill>
                <a:srgbClr val="6B59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225" name="Freeform 815">
                <a:extLst>
                  <a:ext uri="{FF2B5EF4-FFF2-40B4-BE49-F238E27FC236}">
                    <a16:creationId xmlns:a16="http://schemas.microsoft.com/office/drawing/2014/main" id="{799BD9E7-6E82-4E7C-8099-5580E3BBFD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5" y="1684"/>
                <a:ext cx="3" cy="4"/>
              </a:xfrm>
              <a:custGeom>
                <a:avLst/>
                <a:gdLst>
                  <a:gd name="T0" fmla="*/ 0 w 2"/>
                  <a:gd name="T1" fmla="*/ 7 h 3"/>
                  <a:gd name="T2" fmla="*/ 8 w 2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cubicBezTo>
                      <a:pt x="1" y="2"/>
                      <a:pt x="1" y="1"/>
                      <a:pt x="2" y="0"/>
                    </a:cubicBezTo>
                  </a:path>
                </a:pathLst>
              </a:custGeom>
              <a:noFill/>
              <a:ln w="4763" cap="rnd">
                <a:solidFill>
                  <a:srgbClr val="D1A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226" name="Freeform 816">
                <a:extLst>
                  <a:ext uri="{FF2B5EF4-FFF2-40B4-BE49-F238E27FC236}">
                    <a16:creationId xmlns:a16="http://schemas.microsoft.com/office/drawing/2014/main" id="{61F900A9-0848-450F-80F0-03E782E926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7" y="1677"/>
                <a:ext cx="31" cy="33"/>
              </a:xfrm>
              <a:custGeom>
                <a:avLst/>
                <a:gdLst>
                  <a:gd name="T0" fmla="*/ 27 w 23"/>
                  <a:gd name="T1" fmla="*/ 0 h 24"/>
                  <a:gd name="T2" fmla="*/ 57 w 23"/>
                  <a:gd name="T3" fmla="*/ 32 h 24"/>
                  <a:gd name="T4" fmla="*/ 27 w 23"/>
                  <a:gd name="T5" fmla="*/ 62 h 24"/>
                  <a:gd name="T6" fmla="*/ 0 w 23"/>
                  <a:gd name="T7" fmla="*/ 44 h 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" h="24">
                    <a:moveTo>
                      <a:pt x="11" y="0"/>
                    </a:moveTo>
                    <a:cubicBezTo>
                      <a:pt x="18" y="0"/>
                      <a:pt x="23" y="5"/>
                      <a:pt x="23" y="12"/>
                    </a:cubicBezTo>
                    <a:cubicBezTo>
                      <a:pt x="23" y="19"/>
                      <a:pt x="18" y="24"/>
                      <a:pt x="11" y="24"/>
                    </a:cubicBezTo>
                    <a:cubicBezTo>
                      <a:pt x="6" y="24"/>
                      <a:pt x="2" y="21"/>
                      <a:pt x="0" y="17"/>
                    </a:cubicBezTo>
                  </a:path>
                </a:pathLst>
              </a:custGeom>
              <a:noFill/>
              <a:ln w="4763" cap="rnd">
                <a:solidFill>
                  <a:srgbClr val="D1A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227" name="Oval 817">
                <a:extLst>
                  <a:ext uri="{FF2B5EF4-FFF2-40B4-BE49-F238E27FC236}">
                    <a16:creationId xmlns:a16="http://schemas.microsoft.com/office/drawing/2014/main" id="{9EDCF040-B3AD-4FC4-9A02-E21D65B870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77" y="1688"/>
                <a:ext cx="9" cy="10"/>
              </a:xfrm>
              <a:prstGeom prst="ellipse">
                <a:avLst/>
              </a:prstGeom>
              <a:noFill/>
              <a:ln w="4763" cap="rnd">
                <a:solidFill>
                  <a:srgbClr val="D1AF9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228" name="Freeform 818">
                <a:extLst>
                  <a:ext uri="{FF2B5EF4-FFF2-40B4-BE49-F238E27FC236}">
                    <a16:creationId xmlns:a16="http://schemas.microsoft.com/office/drawing/2014/main" id="{25A457CA-2568-4FA5-A3F1-B430F99B50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1" y="1451"/>
                <a:ext cx="147" cy="15"/>
              </a:xfrm>
              <a:custGeom>
                <a:avLst/>
                <a:gdLst>
                  <a:gd name="T0" fmla="*/ 0 w 109"/>
                  <a:gd name="T1" fmla="*/ 1 h 11"/>
                  <a:gd name="T2" fmla="*/ 24 w 109"/>
                  <a:gd name="T3" fmla="*/ 5 h 11"/>
                  <a:gd name="T4" fmla="*/ 51 w 109"/>
                  <a:gd name="T5" fmla="*/ 5 h 11"/>
                  <a:gd name="T6" fmla="*/ 146 w 109"/>
                  <a:gd name="T7" fmla="*/ 20 h 11"/>
                  <a:gd name="T8" fmla="*/ 178 w 109"/>
                  <a:gd name="T9" fmla="*/ 26 h 11"/>
                  <a:gd name="T10" fmla="*/ 267 w 109"/>
                  <a:gd name="T11" fmla="*/ 26 h 11"/>
                  <a:gd name="T12" fmla="*/ 267 w 109"/>
                  <a:gd name="T13" fmla="*/ 26 h 11"/>
                  <a:gd name="T14" fmla="*/ 267 w 109"/>
                  <a:gd name="T15" fmla="*/ 26 h 11"/>
                  <a:gd name="T16" fmla="*/ 267 w 109"/>
                  <a:gd name="T17" fmla="*/ 26 h 11"/>
                  <a:gd name="T18" fmla="*/ 178 w 109"/>
                  <a:gd name="T19" fmla="*/ 20 h 11"/>
                  <a:gd name="T20" fmla="*/ 147 w 109"/>
                  <a:gd name="T21" fmla="*/ 15 h 11"/>
                  <a:gd name="T22" fmla="*/ 51 w 109"/>
                  <a:gd name="T23" fmla="*/ 0 h 11"/>
                  <a:gd name="T24" fmla="*/ 24 w 109"/>
                  <a:gd name="T25" fmla="*/ 0 h 11"/>
                  <a:gd name="T26" fmla="*/ 0 w 109"/>
                  <a:gd name="T27" fmla="*/ 1 h 1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9" h="11">
                    <a:moveTo>
                      <a:pt x="0" y="1"/>
                    </a:moveTo>
                    <a:cubicBezTo>
                      <a:pt x="10" y="2"/>
                      <a:pt x="10" y="2"/>
                      <a:pt x="10" y="2"/>
                    </a:cubicBezTo>
                    <a:cubicBezTo>
                      <a:pt x="15" y="3"/>
                      <a:pt x="21" y="2"/>
                      <a:pt x="21" y="2"/>
                    </a:cubicBezTo>
                    <a:cubicBezTo>
                      <a:pt x="34" y="4"/>
                      <a:pt x="48" y="6"/>
                      <a:pt x="59" y="8"/>
                    </a:cubicBezTo>
                    <a:cubicBezTo>
                      <a:pt x="73" y="10"/>
                      <a:pt x="73" y="10"/>
                      <a:pt x="73" y="10"/>
                    </a:cubicBezTo>
                    <a:cubicBezTo>
                      <a:pt x="85" y="11"/>
                      <a:pt x="101" y="10"/>
                      <a:pt x="109" y="10"/>
                    </a:cubicBezTo>
                    <a:cubicBezTo>
                      <a:pt x="109" y="10"/>
                      <a:pt x="109" y="10"/>
                      <a:pt x="109" y="10"/>
                    </a:cubicBezTo>
                    <a:cubicBezTo>
                      <a:pt x="109" y="10"/>
                      <a:pt x="109" y="10"/>
                      <a:pt x="109" y="10"/>
                    </a:cubicBezTo>
                    <a:cubicBezTo>
                      <a:pt x="109" y="10"/>
                      <a:pt x="109" y="10"/>
                      <a:pt x="109" y="10"/>
                    </a:cubicBezTo>
                    <a:cubicBezTo>
                      <a:pt x="101" y="10"/>
                      <a:pt x="85" y="9"/>
                      <a:pt x="73" y="8"/>
                    </a:cubicBezTo>
                    <a:cubicBezTo>
                      <a:pt x="60" y="6"/>
                      <a:pt x="60" y="6"/>
                      <a:pt x="60" y="6"/>
                    </a:cubicBezTo>
                    <a:cubicBezTo>
                      <a:pt x="48" y="4"/>
                      <a:pt x="34" y="2"/>
                      <a:pt x="21" y="0"/>
                    </a:cubicBezTo>
                    <a:cubicBezTo>
                      <a:pt x="21" y="0"/>
                      <a:pt x="15" y="1"/>
                      <a:pt x="10" y="0"/>
                    </a:cubicBezTo>
                    <a:cubicBezTo>
                      <a:pt x="1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CDA8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229" name="Freeform 819">
                <a:extLst>
                  <a:ext uri="{FF2B5EF4-FFF2-40B4-BE49-F238E27FC236}">
                    <a16:creationId xmlns:a16="http://schemas.microsoft.com/office/drawing/2014/main" id="{158CC6F0-F17D-4404-9F94-8E147A8ED5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0" y="2170"/>
                <a:ext cx="43" cy="10"/>
              </a:xfrm>
              <a:custGeom>
                <a:avLst/>
                <a:gdLst>
                  <a:gd name="T0" fmla="*/ 0 w 32"/>
                  <a:gd name="T1" fmla="*/ 20 h 7"/>
                  <a:gd name="T2" fmla="*/ 36 w 32"/>
                  <a:gd name="T3" fmla="*/ 0 h 7"/>
                  <a:gd name="T4" fmla="*/ 78 w 32"/>
                  <a:gd name="T5" fmla="*/ 2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2" h="7">
                    <a:moveTo>
                      <a:pt x="0" y="7"/>
                    </a:moveTo>
                    <a:cubicBezTo>
                      <a:pt x="7" y="2"/>
                      <a:pt x="8" y="0"/>
                      <a:pt x="15" y="0"/>
                    </a:cubicBezTo>
                    <a:cubicBezTo>
                      <a:pt x="22" y="0"/>
                      <a:pt x="24" y="2"/>
                      <a:pt x="32" y="7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230" name="Freeform 820">
                <a:extLst>
                  <a:ext uri="{FF2B5EF4-FFF2-40B4-BE49-F238E27FC236}">
                    <a16:creationId xmlns:a16="http://schemas.microsoft.com/office/drawing/2014/main" id="{615AC59B-F351-4129-99F7-FE0ABCB5D0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8" y="2176"/>
                <a:ext cx="27" cy="8"/>
              </a:xfrm>
              <a:custGeom>
                <a:avLst/>
                <a:gdLst>
                  <a:gd name="T0" fmla="*/ 0 w 20"/>
                  <a:gd name="T1" fmla="*/ 0 h 6"/>
                  <a:gd name="T2" fmla="*/ 49 w 20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6">
                    <a:moveTo>
                      <a:pt x="0" y="0"/>
                    </a:moveTo>
                    <a:cubicBezTo>
                      <a:pt x="2" y="6"/>
                      <a:pt x="17" y="6"/>
                      <a:pt x="20" y="0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231" name="Freeform 821">
                <a:extLst>
                  <a:ext uri="{FF2B5EF4-FFF2-40B4-BE49-F238E27FC236}">
                    <a16:creationId xmlns:a16="http://schemas.microsoft.com/office/drawing/2014/main" id="{5DD8ED0F-15A9-4DA3-AB7D-38862B7EAC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8" y="1450"/>
                <a:ext cx="26" cy="15"/>
              </a:xfrm>
              <a:custGeom>
                <a:avLst/>
                <a:gdLst>
                  <a:gd name="T0" fmla="*/ 0 w 19"/>
                  <a:gd name="T1" fmla="*/ 0 h 11"/>
                  <a:gd name="T2" fmla="*/ 21 w 19"/>
                  <a:gd name="T3" fmla="*/ 27 h 11"/>
                  <a:gd name="T4" fmla="*/ 49 w 19"/>
                  <a:gd name="T5" fmla="*/ 1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11">
                    <a:moveTo>
                      <a:pt x="0" y="0"/>
                    </a:moveTo>
                    <a:cubicBezTo>
                      <a:pt x="3" y="7"/>
                      <a:pt x="5" y="11"/>
                      <a:pt x="8" y="11"/>
                    </a:cubicBezTo>
                    <a:cubicBezTo>
                      <a:pt x="11" y="11"/>
                      <a:pt x="15" y="7"/>
                      <a:pt x="19" y="1"/>
                    </a:cubicBezTo>
                  </a:path>
                </a:pathLst>
              </a:custGeom>
              <a:noFill/>
              <a:ln w="4763" cap="rnd">
                <a:solidFill>
                  <a:srgbClr val="BB8D7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232" name="Freeform 822">
                <a:extLst>
                  <a:ext uri="{FF2B5EF4-FFF2-40B4-BE49-F238E27FC236}">
                    <a16:creationId xmlns:a16="http://schemas.microsoft.com/office/drawing/2014/main" id="{B191C3A4-7278-4D06-B36B-00FD0A627B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5" y="1204"/>
                <a:ext cx="73" cy="35"/>
              </a:xfrm>
              <a:custGeom>
                <a:avLst/>
                <a:gdLst>
                  <a:gd name="T0" fmla="*/ 27 w 54"/>
                  <a:gd name="T1" fmla="*/ 0 h 26"/>
                  <a:gd name="T2" fmla="*/ 9 w 54"/>
                  <a:gd name="T3" fmla="*/ 43 h 26"/>
                  <a:gd name="T4" fmla="*/ 32 w 54"/>
                  <a:gd name="T5" fmla="*/ 47 h 26"/>
                  <a:gd name="T6" fmla="*/ 58 w 54"/>
                  <a:gd name="T7" fmla="*/ 63 h 26"/>
                  <a:gd name="T8" fmla="*/ 72 w 54"/>
                  <a:gd name="T9" fmla="*/ 63 h 26"/>
                  <a:gd name="T10" fmla="*/ 100 w 54"/>
                  <a:gd name="T11" fmla="*/ 48 h 26"/>
                  <a:gd name="T12" fmla="*/ 120 w 54"/>
                  <a:gd name="T13" fmla="*/ 47 h 26"/>
                  <a:gd name="T14" fmla="*/ 108 w 54"/>
                  <a:gd name="T15" fmla="*/ 1 h 2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4" h="26">
                    <a:moveTo>
                      <a:pt x="11" y="0"/>
                    </a:moveTo>
                    <a:cubicBezTo>
                      <a:pt x="7" y="0"/>
                      <a:pt x="0" y="11"/>
                      <a:pt x="4" y="18"/>
                    </a:cubicBezTo>
                    <a:cubicBezTo>
                      <a:pt x="8" y="22"/>
                      <a:pt x="10" y="18"/>
                      <a:pt x="13" y="19"/>
                    </a:cubicBezTo>
                    <a:cubicBezTo>
                      <a:pt x="15" y="20"/>
                      <a:pt x="18" y="24"/>
                      <a:pt x="24" y="26"/>
                    </a:cubicBezTo>
                    <a:cubicBezTo>
                      <a:pt x="26" y="26"/>
                      <a:pt x="26" y="26"/>
                      <a:pt x="29" y="26"/>
                    </a:cubicBezTo>
                    <a:cubicBezTo>
                      <a:pt x="35" y="24"/>
                      <a:pt x="38" y="20"/>
                      <a:pt x="41" y="20"/>
                    </a:cubicBezTo>
                    <a:cubicBezTo>
                      <a:pt x="44" y="19"/>
                      <a:pt x="46" y="23"/>
                      <a:pt x="49" y="19"/>
                    </a:cubicBezTo>
                    <a:cubicBezTo>
                      <a:pt x="54" y="12"/>
                      <a:pt x="48" y="1"/>
                      <a:pt x="44" y="1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233" name="Freeform 823">
                <a:extLst>
                  <a:ext uri="{FF2B5EF4-FFF2-40B4-BE49-F238E27FC236}">
                    <a16:creationId xmlns:a16="http://schemas.microsoft.com/office/drawing/2014/main" id="{29B8A12D-A6BC-4CD3-93F9-EDFD8744D1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6" y="1267"/>
                <a:ext cx="65" cy="3"/>
              </a:xfrm>
              <a:custGeom>
                <a:avLst/>
                <a:gdLst>
                  <a:gd name="T0" fmla="*/ 119 w 48"/>
                  <a:gd name="T1" fmla="*/ 0 h 2"/>
                  <a:gd name="T2" fmla="*/ 103 w 48"/>
                  <a:gd name="T3" fmla="*/ 5 h 2"/>
                  <a:gd name="T4" fmla="*/ 77 w 48"/>
                  <a:gd name="T5" fmla="*/ 8 h 2"/>
                  <a:gd name="T6" fmla="*/ 50 w 48"/>
                  <a:gd name="T7" fmla="*/ 8 h 2"/>
                  <a:gd name="T8" fmla="*/ 35 w 48"/>
                  <a:gd name="T9" fmla="*/ 5 h 2"/>
                  <a:gd name="T10" fmla="*/ 0 w 48"/>
                  <a:gd name="T11" fmla="*/ 0 h 2"/>
                  <a:gd name="T12" fmla="*/ 0 w 48"/>
                  <a:gd name="T13" fmla="*/ 0 h 2"/>
                  <a:gd name="T14" fmla="*/ 0 w 48"/>
                  <a:gd name="T15" fmla="*/ 0 h 2"/>
                  <a:gd name="T16" fmla="*/ 33 w 48"/>
                  <a:gd name="T17" fmla="*/ 0 h 2"/>
                  <a:gd name="T18" fmla="*/ 50 w 48"/>
                  <a:gd name="T19" fmla="*/ 5 h 2"/>
                  <a:gd name="T20" fmla="*/ 77 w 48"/>
                  <a:gd name="T21" fmla="*/ 5 h 2"/>
                  <a:gd name="T22" fmla="*/ 99 w 48"/>
                  <a:gd name="T23" fmla="*/ 0 h 2"/>
                  <a:gd name="T24" fmla="*/ 119 w 48"/>
                  <a:gd name="T25" fmla="*/ 0 h 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48" h="2">
                    <a:moveTo>
                      <a:pt x="48" y="0"/>
                    </a:moveTo>
                    <a:cubicBezTo>
                      <a:pt x="41" y="1"/>
                      <a:pt x="41" y="1"/>
                      <a:pt x="41" y="1"/>
                    </a:cubicBezTo>
                    <a:cubicBezTo>
                      <a:pt x="31" y="2"/>
                      <a:pt x="31" y="2"/>
                      <a:pt x="31" y="2"/>
                    </a:cubicBezTo>
                    <a:cubicBezTo>
                      <a:pt x="20" y="2"/>
                      <a:pt x="20" y="2"/>
                      <a:pt x="20" y="2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9" y="2"/>
                      <a:pt x="3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3" y="1"/>
                      <a:pt x="9" y="1"/>
                      <a:pt x="13" y="0"/>
                    </a:cubicBezTo>
                    <a:cubicBezTo>
                      <a:pt x="20" y="1"/>
                      <a:pt x="20" y="1"/>
                      <a:pt x="20" y="1"/>
                    </a:cubicBezTo>
                    <a:cubicBezTo>
                      <a:pt x="31" y="1"/>
                      <a:pt x="31" y="1"/>
                      <a:pt x="31" y="1"/>
                    </a:cubicBezTo>
                    <a:cubicBezTo>
                      <a:pt x="40" y="0"/>
                      <a:pt x="40" y="0"/>
                      <a:pt x="40" y="0"/>
                    </a:cubicBezTo>
                    <a:cubicBezTo>
                      <a:pt x="48" y="0"/>
                      <a:pt x="48" y="0"/>
                      <a:pt x="48" y="0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234" name="Freeform 824">
                <a:extLst>
                  <a:ext uri="{FF2B5EF4-FFF2-40B4-BE49-F238E27FC236}">
                    <a16:creationId xmlns:a16="http://schemas.microsoft.com/office/drawing/2014/main" id="{0736799F-B625-4F49-BCFE-544BCC3EA9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2" y="1274"/>
                <a:ext cx="77" cy="6"/>
              </a:xfrm>
              <a:custGeom>
                <a:avLst/>
                <a:gdLst>
                  <a:gd name="T0" fmla="*/ 140 w 57"/>
                  <a:gd name="T1" fmla="*/ 0 h 5"/>
                  <a:gd name="T2" fmla="*/ 140 w 57"/>
                  <a:gd name="T3" fmla="*/ 0 h 5"/>
                  <a:gd name="T4" fmla="*/ 119 w 57"/>
                  <a:gd name="T5" fmla="*/ 2 h 5"/>
                  <a:gd name="T6" fmla="*/ 57 w 57"/>
                  <a:gd name="T7" fmla="*/ 7 h 5"/>
                  <a:gd name="T8" fmla="*/ 51 w 57"/>
                  <a:gd name="T9" fmla="*/ 7 h 5"/>
                  <a:gd name="T10" fmla="*/ 0 w 57"/>
                  <a:gd name="T11" fmla="*/ 2 h 5"/>
                  <a:gd name="T12" fmla="*/ 0 w 57"/>
                  <a:gd name="T13" fmla="*/ 2 h 5"/>
                  <a:gd name="T14" fmla="*/ 51 w 57"/>
                  <a:gd name="T15" fmla="*/ 8 h 5"/>
                  <a:gd name="T16" fmla="*/ 57 w 57"/>
                  <a:gd name="T17" fmla="*/ 8 h 5"/>
                  <a:gd name="T18" fmla="*/ 120 w 57"/>
                  <a:gd name="T19" fmla="*/ 6 h 5"/>
                  <a:gd name="T20" fmla="*/ 140 w 57"/>
                  <a:gd name="T21" fmla="*/ 0 h 5"/>
                  <a:gd name="T22" fmla="*/ 140 w 57"/>
                  <a:gd name="T23" fmla="*/ 0 h 5"/>
                  <a:gd name="T24" fmla="*/ 140 w 57"/>
                  <a:gd name="T25" fmla="*/ 0 h 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57" h="5">
                    <a:moveTo>
                      <a:pt x="57" y="0"/>
                    </a:moveTo>
                    <a:cubicBezTo>
                      <a:pt x="56" y="0"/>
                      <a:pt x="57" y="0"/>
                      <a:pt x="57" y="0"/>
                    </a:cubicBezTo>
                    <a:cubicBezTo>
                      <a:pt x="54" y="2"/>
                      <a:pt x="51" y="1"/>
                      <a:pt x="48" y="2"/>
                    </a:cubicBezTo>
                    <a:cubicBezTo>
                      <a:pt x="43" y="4"/>
                      <a:pt x="31" y="4"/>
                      <a:pt x="23" y="4"/>
                    </a:cubicBezTo>
                    <a:cubicBezTo>
                      <a:pt x="21" y="4"/>
                      <a:pt x="21" y="4"/>
                      <a:pt x="21" y="4"/>
                    </a:cubicBezTo>
                    <a:cubicBezTo>
                      <a:pt x="14" y="4"/>
                      <a:pt x="4" y="4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4" y="4"/>
                      <a:pt x="11" y="5"/>
                      <a:pt x="21" y="5"/>
                    </a:cubicBezTo>
                    <a:cubicBezTo>
                      <a:pt x="23" y="5"/>
                      <a:pt x="23" y="5"/>
                      <a:pt x="23" y="5"/>
                    </a:cubicBezTo>
                    <a:cubicBezTo>
                      <a:pt x="32" y="5"/>
                      <a:pt x="43" y="5"/>
                      <a:pt x="49" y="3"/>
                    </a:cubicBezTo>
                    <a:cubicBezTo>
                      <a:pt x="52" y="1"/>
                      <a:pt x="54" y="2"/>
                      <a:pt x="57" y="0"/>
                    </a:cubicBezTo>
                    <a:cubicBezTo>
                      <a:pt x="57" y="0"/>
                      <a:pt x="57" y="0"/>
                      <a:pt x="57" y="0"/>
                    </a:cubicBezTo>
                    <a:cubicBezTo>
                      <a:pt x="57" y="0"/>
                      <a:pt x="57" y="0"/>
                      <a:pt x="57" y="0"/>
                    </a:cubicBez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235" name="Freeform 825">
                <a:extLst>
                  <a:ext uri="{FF2B5EF4-FFF2-40B4-BE49-F238E27FC236}">
                    <a16:creationId xmlns:a16="http://schemas.microsoft.com/office/drawing/2014/main" id="{4A99AF2A-68FD-4A22-9BCF-AA72AD2A8B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2" y="1124"/>
                <a:ext cx="58" cy="20"/>
              </a:xfrm>
              <a:custGeom>
                <a:avLst/>
                <a:gdLst>
                  <a:gd name="T0" fmla="*/ 0 w 43"/>
                  <a:gd name="T1" fmla="*/ 36 h 15"/>
                  <a:gd name="T2" fmla="*/ 105 w 43"/>
                  <a:gd name="T3" fmla="*/ 21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3" h="15">
                    <a:moveTo>
                      <a:pt x="0" y="15"/>
                    </a:moveTo>
                    <a:cubicBezTo>
                      <a:pt x="8" y="1"/>
                      <a:pt x="33" y="0"/>
                      <a:pt x="43" y="9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236" name="Freeform 826">
                <a:extLst>
                  <a:ext uri="{FF2B5EF4-FFF2-40B4-BE49-F238E27FC236}">
                    <a16:creationId xmlns:a16="http://schemas.microsoft.com/office/drawing/2014/main" id="{16F35777-4D94-437F-B0FB-A608402794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0" y="1151"/>
                <a:ext cx="60" cy="24"/>
              </a:xfrm>
              <a:custGeom>
                <a:avLst/>
                <a:gdLst>
                  <a:gd name="T0" fmla="*/ 0 w 44"/>
                  <a:gd name="T1" fmla="*/ 23 h 18"/>
                  <a:gd name="T2" fmla="*/ 48 w 44"/>
                  <a:gd name="T3" fmla="*/ 1 h 18"/>
                  <a:gd name="T4" fmla="*/ 102 w 44"/>
                  <a:gd name="T5" fmla="*/ 23 h 18"/>
                  <a:gd name="T6" fmla="*/ 98 w 44"/>
                  <a:gd name="T7" fmla="*/ 36 h 18"/>
                  <a:gd name="T8" fmla="*/ 57 w 44"/>
                  <a:gd name="T9" fmla="*/ 41 h 18"/>
                  <a:gd name="T10" fmla="*/ 0 w 44"/>
                  <a:gd name="T11" fmla="*/ 23 h 1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4" h="18">
                    <a:moveTo>
                      <a:pt x="0" y="10"/>
                    </a:moveTo>
                    <a:cubicBezTo>
                      <a:pt x="5" y="6"/>
                      <a:pt x="7" y="2"/>
                      <a:pt x="19" y="1"/>
                    </a:cubicBezTo>
                    <a:cubicBezTo>
                      <a:pt x="32" y="0"/>
                      <a:pt x="37" y="9"/>
                      <a:pt x="40" y="10"/>
                    </a:cubicBezTo>
                    <a:cubicBezTo>
                      <a:pt x="44" y="11"/>
                      <a:pt x="42" y="14"/>
                      <a:pt x="39" y="15"/>
                    </a:cubicBezTo>
                    <a:cubicBezTo>
                      <a:pt x="36" y="16"/>
                      <a:pt x="27" y="15"/>
                      <a:pt x="23" y="17"/>
                    </a:cubicBezTo>
                    <a:cubicBezTo>
                      <a:pt x="19" y="18"/>
                      <a:pt x="8" y="15"/>
                      <a:pt x="0" y="10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237" name="Oval 827">
                <a:extLst>
                  <a:ext uri="{FF2B5EF4-FFF2-40B4-BE49-F238E27FC236}">
                    <a16:creationId xmlns:a16="http://schemas.microsoft.com/office/drawing/2014/main" id="{837FAEC9-A27A-498E-B32B-253528FAEE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13" y="1161"/>
                <a:ext cx="5" cy="5"/>
              </a:xfrm>
              <a:prstGeom prst="ellipse">
                <a:avLst/>
              </a:prstGeom>
              <a:solidFill>
                <a:srgbClr val="333333"/>
              </a:solidFill>
              <a:ln w="4763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238" name="Freeform 828">
                <a:extLst>
                  <a:ext uri="{FF2B5EF4-FFF2-40B4-BE49-F238E27FC236}">
                    <a16:creationId xmlns:a16="http://schemas.microsoft.com/office/drawing/2014/main" id="{2932290D-5BD1-4EF9-B60C-B85D99659D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6" y="3601"/>
                <a:ext cx="3" cy="20"/>
              </a:xfrm>
              <a:custGeom>
                <a:avLst/>
                <a:gdLst>
                  <a:gd name="T0" fmla="*/ 8 w 2"/>
                  <a:gd name="T1" fmla="*/ 0 h 15"/>
                  <a:gd name="T2" fmla="*/ 0 w 2"/>
                  <a:gd name="T3" fmla="*/ 36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5">
                    <a:moveTo>
                      <a:pt x="2" y="0"/>
                    </a:moveTo>
                    <a:cubicBezTo>
                      <a:pt x="2" y="4"/>
                      <a:pt x="0" y="15"/>
                      <a:pt x="0" y="15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239" name="Freeform 829">
                <a:extLst>
                  <a:ext uri="{FF2B5EF4-FFF2-40B4-BE49-F238E27FC236}">
                    <a16:creationId xmlns:a16="http://schemas.microsoft.com/office/drawing/2014/main" id="{F2601395-70C8-41A7-B07F-C31C8AB3A4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1" y="1761"/>
                <a:ext cx="173" cy="27"/>
              </a:xfrm>
              <a:custGeom>
                <a:avLst/>
                <a:gdLst>
                  <a:gd name="T0" fmla="*/ 0 w 127"/>
                  <a:gd name="T1" fmla="*/ 0 h 20"/>
                  <a:gd name="T2" fmla="*/ 247 w 127"/>
                  <a:gd name="T3" fmla="*/ 15 h 20"/>
                  <a:gd name="T4" fmla="*/ 321 w 127"/>
                  <a:gd name="T5" fmla="*/ 0 h 20"/>
                  <a:gd name="T6" fmla="*/ 321 w 127"/>
                  <a:gd name="T7" fmla="*/ 0 h 20"/>
                  <a:gd name="T8" fmla="*/ 247 w 127"/>
                  <a:gd name="T9" fmla="*/ 9 h 20"/>
                  <a:gd name="T10" fmla="*/ 0 w 127"/>
                  <a:gd name="T11" fmla="*/ 0 h 2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7" h="20">
                    <a:moveTo>
                      <a:pt x="0" y="0"/>
                    </a:moveTo>
                    <a:cubicBezTo>
                      <a:pt x="26" y="20"/>
                      <a:pt x="64" y="13"/>
                      <a:pt x="98" y="6"/>
                    </a:cubicBezTo>
                    <a:cubicBezTo>
                      <a:pt x="109" y="4"/>
                      <a:pt x="118" y="1"/>
                      <a:pt x="127" y="0"/>
                    </a:cubicBezTo>
                    <a:cubicBezTo>
                      <a:pt x="127" y="0"/>
                      <a:pt x="127" y="0"/>
                      <a:pt x="127" y="0"/>
                    </a:cubicBezTo>
                    <a:cubicBezTo>
                      <a:pt x="118" y="1"/>
                      <a:pt x="108" y="2"/>
                      <a:pt x="98" y="4"/>
                    </a:cubicBezTo>
                    <a:cubicBezTo>
                      <a:pt x="64" y="11"/>
                      <a:pt x="25" y="19"/>
                      <a:pt x="0" y="0"/>
                    </a:cubicBezTo>
                    <a:close/>
                  </a:path>
                </a:pathLst>
              </a:custGeom>
              <a:solidFill>
                <a:srgbClr val="AE7A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240" name="Freeform 830">
                <a:extLst>
                  <a:ext uri="{FF2B5EF4-FFF2-40B4-BE49-F238E27FC236}">
                    <a16:creationId xmlns:a16="http://schemas.microsoft.com/office/drawing/2014/main" id="{CBF73A6C-822E-455C-A2BC-315890FE2B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7" y="1142"/>
                <a:ext cx="57" cy="16"/>
              </a:xfrm>
              <a:custGeom>
                <a:avLst/>
                <a:gdLst>
                  <a:gd name="T0" fmla="*/ 105 w 42"/>
                  <a:gd name="T1" fmla="*/ 28 h 12"/>
                  <a:gd name="T2" fmla="*/ 0 w 42"/>
                  <a:gd name="T3" fmla="*/ 27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2" h="12">
                    <a:moveTo>
                      <a:pt x="42" y="12"/>
                    </a:moveTo>
                    <a:cubicBezTo>
                      <a:pt x="32" y="2"/>
                      <a:pt x="13" y="0"/>
                      <a:pt x="0" y="11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241" name="Freeform 831">
                <a:extLst>
                  <a:ext uri="{FF2B5EF4-FFF2-40B4-BE49-F238E27FC236}">
                    <a16:creationId xmlns:a16="http://schemas.microsoft.com/office/drawing/2014/main" id="{E328138F-F035-47E3-BA67-0D3EB4D3C9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2" y="1140"/>
                <a:ext cx="13" cy="25"/>
              </a:xfrm>
              <a:custGeom>
                <a:avLst/>
                <a:gdLst>
                  <a:gd name="T0" fmla="*/ 27 w 9"/>
                  <a:gd name="T1" fmla="*/ 49 h 18"/>
                  <a:gd name="T2" fmla="*/ 0 w 9"/>
                  <a:gd name="T3" fmla="*/ 29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18">
                    <a:moveTo>
                      <a:pt x="9" y="18"/>
                    </a:moveTo>
                    <a:cubicBezTo>
                      <a:pt x="8" y="12"/>
                      <a:pt x="3" y="0"/>
                      <a:pt x="0" y="11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242" name="Freeform 832">
                <a:extLst>
                  <a:ext uri="{FF2B5EF4-FFF2-40B4-BE49-F238E27FC236}">
                    <a16:creationId xmlns:a16="http://schemas.microsoft.com/office/drawing/2014/main" id="{88CDBFC8-4368-448B-8EFD-0A8D817BCE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6" y="1187"/>
                <a:ext cx="10" cy="27"/>
              </a:xfrm>
              <a:custGeom>
                <a:avLst/>
                <a:gdLst>
                  <a:gd name="T0" fmla="*/ 6 w 7"/>
                  <a:gd name="T1" fmla="*/ 0 h 20"/>
                  <a:gd name="T2" fmla="*/ 1 w 7"/>
                  <a:gd name="T3" fmla="*/ 27 h 20"/>
                  <a:gd name="T4" fmla="*/ 13 w 7"/>
                  <a:gd name="T5" fmla="*/ 49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20">
                    <a:moveTo>
                      <a:pt x="2" y="0"/>
                    </a:moveTo>
                    <a:cubicBezTo>
                      <a:pt x="0" y="2"/>
                      <a:pt x="1" y="5"/>
                      <a:pt x="1" y="11"/>
                    </a:cubicBezTo>
                    <a:cubicBezTo>
                      <a:pt x="2" y="17"/>
                      <a:pt x="7" y="14"/>
                      <a:pt x="4" y="20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243" name="Freeform 833">
                <a:extLst>
                  <a:ext uri="{FF2B5EF4-FFF2-40B4-BE49-F238E27FC236}">
                    <a16:creationId xmlns:a16="http://schemas.microsoft.com/office/drawing/2014/main" id="{31029F96-76C3-4279-AAE3-BEAC00B8E5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4" y="1154"/>
                <a:ext cx="7" cy="17"/>
              </a:xfrm>
              <a:custGeom>
                <a:avLst/>
                <a:gdLst>
                  <a:gd name="T0" fmla="*/ 14 w 5"/>
                  <a:gd name="T1" fmla="*/ 0 h 13"/>
                  <a:gd name="T2" fmla="*/ 0 w 5"/>
                  <a:gd name="T3" fmla="*/ 29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3">
                    <a:moveTo>
                      <a:pt x="5" y="0"/>
                    </a:moveTo>
                    <a:cubicBezTo>
                      <a:pt x="5" y="3"/>
                      <a:pt x="0" y="7"/>
                      <a:pt x="0" y="13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244" name="Freeform 834">
                <a:extLst>
                  <a:ext uri="{FF2B5EF4-FFF2-40B4-BE49-F238E27FC236}">
                    <a16:creationId xmlns:a16="http://schemas.microsoft.com/office/drawing/2014/main" id="{40ED74F5-B1C3-4D46-89EE-9910566BB0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0" y="1134"/>
                <a:ext cx="26" cy="105"/>
              </a:xfrm>
              <a:custGeom>
                <a:avLst/>
                <a:gdLst>
                  <a:gd name="T0" fmla="*/ 49 w 19"/>
                  <a:gd name="T1" fmla="*/ 174 h 78"/>
                  <a:gd name="T2" fmla="*/ 47 w 19"/>
                  <a:gd name="T3" fmla="*/ 90 h 78"/>
                  <a:gd name="T4" fmla="*/ 42 w 19"/>
                  <a:gd name="T5" fmla="*/ 90 h 78"/>
                  <a:gd name="T6" fmla="*/ 30 w 19"/>
                  <a:gd name="T7" fmla="*/ 42 h 78"/>
                  <a:gd name="T8" fmla="*/ 29 w 19"/>
                  <a:gd name="T9" fmla="*/ 22 h 78"/>
                  <a:gd name="T10" fmla="*/ 26 w 19"/>
                  <a:gd name="T11" fmla="*/ 12 h 78"/>
                  <a:gd name="T12" fmla="*/ 26 w 19"/>
                  <a:gd name="T13" fmla="*/ 12 h 78"/>
                  <a:gd name="T14" fmla="*/ 19 w 19"/>
                  <a:gd name="T15" fmla="*/ 5 h 78"/>
                  <a:gd name="T16" fmla="*/ 0 w 19"/>
                  <a:gd name="T17" fmla="*/ 20 h 78"/>
                  <a:gd name="T18" fmla="*/ 7 w 19"/>
                  <a:gd name="T19" fmla="*/ 69 h 78"/>
                  <a:gd name="T20" fmla="*/ 10 w 19"/>
                  <a:gd name="T21" fmla="*/ 114 h 78"/>
                  <a:gd name="T22" fmla="*/ 15 w 19"/>
                  <a:gd name="T23" fmla="*/ 147 h 78"/>
                  <a:gd name="T24" fmla="*/ 29 w 19"/>
                  <a:gd name="T25" fmla="*/ 171 h 78"/>
                  <a:gd name="T26" fmla="*/ 49 w 19"/>
                  <a:gd name="T27" fmla="*/ 190 h 78"/>
                  <a:gd name="T28" fmla="*/ 49 w 19"/>
                  <a:gd name="T29" fmla="*/ 174 h 7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9" h="78">
                    <a:moveTo>
                      <a:pt x="19" y="71"/>
                    </a:moveTo>
                    <a:cubicBezTo>
                      <a:pt x="18" y="61"/>
                      <a:pt x="18" y="50"/>
                      <a:pt x="18" y="37"/>
                    </a:cubicBezTo>
                    <a:cubicBezTo>
                      <a:pt x="17" y="37"/>
                      <a:pt x="17" y="37"/>
                      <a:pt x="17" y="37"/>
                    </a:cubicBezTo>
                    <a:cubicBezTo>
                      <a:pt x="16" y="30"/>
                      <a:pt x="12" y="17"/>
                      <a:pt x="12" y="17"/>
                    </a:cubicBezTo>
                    <a:cubicBezTo>
                      <a:pt x="12" y="17"/>
                      <a:pt x="11" y="13"/>
                      <a:pt x="11" y="9"/>
                    </a:cubicBezTo>
                    <a:cubicBezTo>
                      <a:pt x="10" y="8"/>
                      <a:pt x="10" y="6"/>
                      <a:pt x="10" y="5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0" y="4"/>
                      <a:pt x="7" y="2"/>
                      <a:pt x="7" y="2"/>
                    </a:cubicBezTo>
                    <a:cubicBezTo>
                      <a:pt x="5" y="0"/>
                      <a:pt x="1" y="3"/>
                      <a:pt x="0" y="8"/>
                    </a:cubicBezTo>
                    <a:cubicBezTo>
                      <a:pt x="0" y="13"/>
                      <a:pt x="3" y="24"/>
                      <a:pt x="3" y="28"/>
                    </a:cubicBezTo>
                    <a:cubicBezTo>
                      <a:pt x="2" y="31"/>
                      <a:pt x="3" y="41"/>
                      <a:pt x="4" y="47"/>
                    </a:cubicBezTo>
                    <a:cubicBezTo>
                      <a:pt x="6" y="53"/>
                      <a:pt x="4" y="56"/>
                      <a:pt x="6" y="60"/>
                    </a:cubicBezTo>
                    <a:cubicBezTo>
                      <a:pt x="8" y="64"/>
                      <a:pt x="9" y="67"/>
                      <a:pt x="11" y="70"/>
                    </a:cubicBezTo>
                    <a:cubicBezTo>
                      <a:pt x="12" y="73"/>
                      <a:pt x="17" y="77"/>
                      <a:pt x="19" y="78"/>
                    </a:cubicBezTo>
                    <a:cubicBezTo>
                      <a:pt x="19" y="75"/>
                      <a:pt x="19" y="73"/>
                      <a:pt x="19" y="71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245" name="Freeform 835">
                <a:extLst>
                  <a:ext uri="{FF2B5EF4-FFF2-40B4-BE49-F238E27FC236}">
                    <a16:creationId xmlns:a16="http://schemas.microsoft.com/office/drawing/2014/main" id="{13E36292-97F2-47B9-A92E-9AE11B96D9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8" y="1140"/>
                <a:ext cx="11" cy="25"/>
              </a:xfrm>
              <a:custGeom>
                <a:avLst/>
                <a:gdLst>
                  <a:gd name="T0" fmla="*/ 21 w 8"/>
                  <a:gd name="T1" fmla="*/ 29 h 18"/>
                  <a:gd name="T2" fmla="*/ 0 w 8"/>
                  <a:gd name="T3" fmla="*/ 49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18">
                    <a:moveTo>
                      <a:pt x="8" y="11"/>
                    </a:moveTo>
                    <a:cubicBezTo>
                      <a:pt x="5" y="0"/>
                      <a:pt x="1" y="12"/>
                      <a:pt x="0" y="18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246" name="Freeform 836">
                <a:extLst>
                  <a:ext uri="{FF2B5EF4-FFF2-40B4-BE49-F238E27FC236}">
                    <a16:creationId xmlns:a16="http://schemas.microsoft.com/office/drawing/2014/main" id="{CE1FFCB1-AB2F-4679-90C1-5C72FBEBA4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7" y="1187"/>
                <a:ext cx="8" cy="27"/>
              </a:xfrm>
              <a:custGeom>
                <a:avLst/>
                <a:gdLst>
                  <a:gd name="T0" fmla="*/ 7 w 6"/>
                  <a:gd name="T1" fmla="*/ 49 h 20"/>
                  <a:gd name="T2" fmla="*/ 12 w 6"/>
                  <a:gd name="T3" fmla="*/ 27 h 20"/>
                  <a:gd name="T4" fmla="*/ 9 w 6"/>
                  <a:gd name="T5" fmla="*/ 0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20">
                    <a:moveTo>
                      <a:pt x="3" y="20"/>
                    </a:moveTo>
                    <a:cubicBezTo>
                      <a:pt x="0" y="14"/>
                      <a:pt x="5" y="17"/>
                      <a:pt x="5" y="11"/>
                    </a:cubicBezTo>
                    <a:cubicBezTo>
                      <a:pt x="6" y="5"/>
                      <a:pt x="6" y="2"/>
                      <a:pt x="4" y="0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247" name="Freeform 837">
                <a:extLst>
                  <a:ext uri="{FF2B5EF4-FFF2-40B4-BE49-F238E27FC236}">
                    <a16:creationId xmlns:a16="http://schemas.microsoft.com/office/drawing/2014/main" id="{B3671E1C-ECE8-488C-91A5-F35C027235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1" y="1154"/>
                <a:ext cx="8" cy="17"/>
              </a:xfrm>
              <a:custGeom>
                <a:avLst/>
                <a:gdLst>
                  <a:gd name="T0" fmla="*/ 15 w 6"/>
                  <a:gd name="T1" fmla="*/ 29 h 13"/>
                  <a:gd name="T2" fmla="*/ 1 w 6"/>
                  <a:gd name="T3" fmla="*/ 0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3">
                    <a:moveTo>
                      <a:pt x="6" y="13"/>
                    </a:moveTo>
                    <a:cubicBezTo>
                      <a:pt x="6" y="7"/>
                      <a:pt x="0" y="3"/>
                      <a:pt x="1" y="0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248" name="Oval 838">
                <a:extLst>
                  <a:ext uri="{FF2B5EF4-FFF2-40B4-BE49-F238E27FC236}">
                    <a16:creationId xmlns:a16="http://schemas.microsoft.com/office/drawing/2014/main" id="{D81DC5BB-16BD-4D23-9DFE-5B41ED61F2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09" y="1158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249" name="Freeform 839">
                <a:extLst>
                  <a:ext uri="{FF2B5EF4-FFF2-40B4-BE49-F238E27FC236}">
                    <a16:creationId xmlns:a16="http://schemas.microsoft.com/office/drawing/2014/main" id="{6641521E-5BCB-4A88-A68C-442BF17942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2" y="1151"/>
                <a:ext cx="59" cy="24"/>
              </a:xfrm>
              <a:custGeom>
                <a:avLst/>
                <a:gdLst>
                  <a:gd name="T0" fmla="*/ 106 w 44"/>
                  <a:gd name="T1" fmla="*/ 23 h 18"/>
                  <a:gd name="T2" fmla="*/ 62 w 44"/>
                  <a:gd name="T3" fmla="*/ 1 h 18"/>
                  <a:gd name="T4" fmla="*/ 12 w 44"/>
                  <a:gd name="T5" fmla="*/ 23 h 18"/>
                  <a:gd name="T6" fmla="*/ 15 w 44"/>
                  <a:gd name="T7" fmla="*/ 36 h 18"/>
                  <a:gd name="T8" fmla="*/ 51 w 44"/>
                  <a:gd name="T9" fmla="*/ 41 h 18"/>
                  <a:gd name="T10" fmla="*/ 106 w 44"/>
                  <a:gd name="T11" fmla="*/ 23 h 1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4" h="18">
                    <a:moveTo>
                      <a:pt x="44" y="10"/>
                    </a:moveTo>
                    <a:cubicBezTo>
                      <a:pt x="39" y="6"/>
                      <a:pt x="37" y="2"/>
                      <a:pt x="25" y="1"/>
                    </a:cubicBezTo>
                    <a:cubicBezTo>
                      <a:pt x="13" y="0"/>
                      <a:pt x="8" y="9"/>
                      <a:pt x="5" y="10"/>
                    </a:cubicBezTo>
                    <a:cubicBezTo>
                      <a:pt x="0" y="11"/>
                      <a:pt x="3" y="14"/>
                      <a:pt x="6" y="15"/>
                    </a:cubicBezTo>
                    <a:cubicBezTo>
                      <a:pt x="9" y="16"/>
                      <a:pt x="17" y="15"/>
                      <a:pt x="21" y="17"/>
                    </a:cubicBezTo>
                    <a:cubicBezTo>
                      <a:pt x="25" y="18"/>
                      <a:pt x="36" y="15"/>
                      <a:pt x="44" y="1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250" name="Freeform 840">
                <a:extLst>
                  <a:ext uri="{FF2B5EF4-FFF2-40B4-BE49-F238E27FC236}">
                    <a16:creationId xmlns:a16="http://schemas.microsoft.com/office/drawing/2014/main" id="{5E07A5E6-81FA-4FC9-8AE5-B6A782E42D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3" y="1152"/>
                <a:ext cx="25" cy="22"/>
              </a:xfrm>
              <a:custGeom>
                <a:avLst/>
                <a:gdLst>
                  <a:gd name="T0" fmla="*/ 25 w 18"/>
                  <a:gd name="T1" fmla="*/ 0 h 16"/>
                  <a:gd name="T2" fmla="*/ 43 w 18"/>
                  <a:gd name="T3" fmla="*/ 6 h 16"/>
                  <a:gd name="T4" fmla="*/ 49 w 18"/>
                  <a:gd name="T5" fmla="*/ 21 h 16"/>
                  <a:gd name="T6" fmla="*/ 35 w 18"/>
                  <a:gd name="T7" fmla="*/ 40 h 16"/>
                  <a:gd name="T8" fmla="*/ 21 w 18"/>
                  <a:gd name="T9" fmla="*/ 41 h 16"/>
                  <a:gd name="T10" fmla="*/ 0 w 18"/>
                  <a:gd name="T11" fmla="*/ 21 h 16"/>
                  <a:gd name="T12" fmla="*/ 11 w 18"/>
                  <a:gd name="T13" fmla="*/ 1 h 16"/>
                  <a:gd name="T14" fmla="*/ 25 w 18"/>
                  <a:gd name="T15" fmla="*/ 0 h 1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8" h="16">
                    <a:moveTo>
                      <a:pt x="9" y="0"/>
                    </a:moveTo>
                    <a:cubicBezTo>
                      <a:pt x="12" y="1"/>
                      <a:pt x="14" y="1"/>
                      <a:pt x="16" y="2"/>
                    </a:cubicBezTo>
                    <a:cubicBezTo>
                      <a:pt x="17" y="3"/>
                      <a:pt x="18" y="5"/>
                      <a:pt x="18" y="8"/>
                    </a:cubicBezTo>
                    <a:cubicBezTo>
                      <a:pt x="18" y="11"/>
                      <a:pt x="16" y="14"/>
                      <a:pt x="13" y="15"/>
                    </a:cubicBezTo>
                    <a:cubicBezTo>
                      <a:pt x="11" y="16"/>
                      <a:pt x="9" y="16"/>
                      <a:pt x="8" y="16"/>
                    </a:cubicBezTo>
                    <a:cubicBezTo>
                      <a:pt x="3" y="15"/>
                      <a:pt x="0" y="12"/>
                      <a:pt x="0" y="8"/>
                    </a:cubicBezTo>
                    <a:cubicBezTo>
                      <a:pt x="0" y="5"/>
                      <a:pt x="2" y="2"/>
                      <a:pt x="4" y="1"/>
                    </a:cubicBezTo>
                    <a:cubicBezTo>
                      <a:pt x="5" y="0"/>
                      <a:pt x="7" y="0"/>
                      <a:pt x="9" y="0"/>
                    </a:cubicBezTo>
                    <a:close/>
                  </a:path>
                </a:pathLst>
              </a:custGeom>
              <a:solidFill>
                <a:srgbClr val="6B59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251" name="Freeform 841">
                <a:extLst>
                  <a:ext uri="{FF2B5EF4-FFF2-40B4-BE49-F238E27FC236}">
                    <a16:creationId xmlns:a16="http://schemas.microsoft.com/office/drawing/2014/main" id="{6FA08945-0294-47A3-AD3D-FCA26D4050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3" y="1684"/>
                <a:ext cx="2" cy="4"/>
              </a:xfrm>
              <a:custGeom>
                <a:avLst/>
                <a:gdLst>
                  <a:gd name="T0" fmla="*/ 8 w 1"/>
                  <a:gd name="T1" fmla="*/ 7 h 3"/>
                  <a:gd name="T2" fmla="*/ 0 w 1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1" y="3"/>
                    </a:moveTo>
                    <a:cubicBezTo>
                      <a:pt x="1" y="2"/>
                      <a:pt x="1" y="1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D1A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252" name="Freeform 842">
                <a:extLst>
                  <a:ext uri="{FF2B5EF4-FFF2-40B4-BE49-F238E27FC236}">
                    <a16:creationId xmlns:a16="http://schemas.microsoft.com/office/drawing/2014/main" id="{3A072A5E-7036-4EE4-963A-9B9AE49AF2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4" y="1677"/>
                <a:ext cx="31" cy="33"/>
              </a:xfrm>
              <a:custGeom>
                <a:avLst/>
                <a:gdLst>
                  <a:gd name="T0" fmla="*/ 30 w 23"/>
                  <a:gd name="T1" fmla="*/ 0 h 24"/>
                  <a:gd name="T2" fmla="*/ 0 w 23"/>
                  <a:gd name="T3" fmla="*/ 32 h 24"/>
                  <a:gd name="T4" fmla="*/ 30 w 23"/>
                  <a:gd name="T5" fmla="*/ 62 h 24"/>
                  <a:gd name="T6" fmla="*/ 57 w 23"/>
                  <a:gd name="T7" fmla="*/ 44 h 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" h="24">
                    <a:moveTo>
                      <a:pt x="12" y="0"/>
                    </a:moveTo>
                    <a:cubicBezTo>
                      <a:pt x="5" y="0"/>
                      <a:pt x="0" y="5"/>
                      <a:pt x="0" y="12"/>
                    </a:cubicBezTo>
                    <a:cubicBezTo>
                      <a:pt x="0" y="19"/>
                      <a:pt x="5" y="24"/>
                      <a:pt x="12" y="24"/>
                    </a:cubicBezTo>
                    <a:cubicBezTo>
                      <a:pt x="17" y="24"/>
                      <a:pt x="21" y="21"/>
                      <a:pt x="23" y="17"/>
                    </a:cubicBezTo>
                  </a:path>
                </a:pathLst>
              </a:custGeom>
              <a:noFill/>
              <a:ln w="4763" cap="rnd">
                <a:solidFill>
                  <a:srgbClr val="D1A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253" name="Oval 843">
                <a:extLst>
                  <a:ext uri="{FF2B5EF4-FFF2-40B4-BE49-F238E27FC236}">
                    <a16:creationId xmlns:a16="http://schemas.microsoft.com/office/drawing/2014/main" id="{0AB32E22-955B-46D3-ACB6-3D7FBD86BB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54" y="1688"/>
                <a:ext cx="10" cy="10"/>
              </a:xfrm>
              <a:prstGeom prst="ellipse">
                <a:avLst/>
              </a:prstGeom>
              <a:noFill/>
              <a:ln w="4763" cap="rnd">
                <a:solidFill>
                  <a:srgbClr val="D1AF9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254" name="Freeform 844">
                <a:extLst>
                  <a:ext uri="{FF2B5EF4-FFF2-40B4-BE49-F238E27FC236}">
                    <a16:creationId xmlns:a16="http://schemas.microsoft.com/office/drawing/2014/main" id="{C826E61C-F98B-43C4-849D-42B35BC526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3" y="1451"/>
                <a:ext cx="148" cy="15"/>
              </a:xfrm>
              <a:custGeom>
                <a:avLst/>
                <a:gdLst>
                  <a:gd name="T0" fmla="*/ 273 w 109"/>
                  <a:gd name="T1" fmla="*/ 1 h 11"/>
                  <a:gd name="T2" fmla="*/ 247 w 109"/>
                  <a:gd name="T3" fmla="*/ 5 h 11"/>
                  <a:gd name="T4" fmla="*/ 220 w 109"/>
                  <a:gd name="T5" fmla="*/ 5 h 11"/>
                  <a:gd name="T6" fmla="*/ 124 w 109"/>
                  <a:gd name="T7" fmla="*/ 20 h 11"/>
                  <a:gd name="T8" fmla="*/ 91 w 109"/>
                  <a:gd name="T9" fmla="*/ 26 h 11"/>
                  <a:gd name="T10" fmla="*/ 0 w 109"/>
                  <a:gd name="T11" fmla="*/ 26 h 11"/>
                  <a:gd name="T12" fmla="*/ 0 w 109"/>
                  <a:gd name="T13" fmla="*/ 26 h 11"/>
                  <a:gd name="T14" fmla="*/ 0 w 109"/>
                  <a:gd name="T15" fmla="*/ 26 h 11"/>
                  <a:gd name="T16" fmla="*/ 0 w 109"/>
                  <a:gd name="T17" fmla="*/ 26 h 11"/>
                  <a:gd name="T18" fmla="*/ 91 w 109"/>
                  <a:gd name="T19" fmla="*/ 20 h 11"/>
                  <a:gd name="T20" fmla="*/ 124 w 109"/>
                  <a:gd name="T21" fmla="*/ 15 h 11"/>
                  <a:gd name="T22" fmla="*/ 220 w 109"/>
                  <a:gd name="T23" fmla="*/ 0 h 11"/>
                  <a:gd name="T24" fmla="*/ 247 w 109"/>
                  <a:gd name="T25" fmla="*/ 0 h 11"/>
                  <a:gd name="T26" fmla="*/ 273 w 109"/>
                  <a:gd name="T27" fmla="*/ 1 h 1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9" h="11">
                    <a:moveTo>
                      <a:pt x="109" y="1"/>
                    </a:moveTo>
                    <a:cubicBezTo>
                      <a:pt x="99" y="2"/>
                      <a:pt x="99" y="2"/>
                      <a:pt x="99" y="2"/>
                    </a:cubicBezTo>
                    <a:cubicBezTo>
                      <a:pt x="94" y="3"/>
                      <a:pt x="88" y="2"/>
                      <a:pt x="88" y="2"/>
                    </a:cubicBezTo>
                    <a:cubicBezTo>
                      <a:pt x="75" y="4"/>
                      <a:pt x="61" y="6"/>
                      <a:pt x="49" y="8"/>
                    </a:cubicBezTo>
                    <a:cubicBezTo>
                      <a:pt x="36" y="10"/>
                      <a:pt x="36" y="10"/>
                      <a:pt x="36" y="10"/>
                    </a:cubicBezTo>
                    <a:cubicBezTo>
                      <a:pt x="24" y="11"/>
                      <a:pt x="8" y="10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8" y="10"/>
                      <a:pt x="24" y="9"/>
                      <a:pt x="36" y="8"/>
                    </a:cubicBezTo>
                    <a:cubicBezTo>
                      <a:pt x="49" y="6"/>
                      <a:pt x="49" y="6"/>
                      <a:pt x="49" y="6"/>
                    </a:cubicBezTo>
                    <a:cubicBezTo>
                      <a:pt x="60" y="4"/>
                      <a:pt x="74" y="2"/>
                      <a:pt x="88" y="0"/>
                    </a:cubicBezTo>
                    <a:cubicBezTo>
                      <a:pt x="88" y="0"/>
                      <a:pt x="94" y="1"/>
                      <a:pt x="99" y="0"/>
                    </a:cubicBezTo>
                    <a:cubicBezTo>
                      <a:pt x="99" y="0"/>
                      <a:pt x="109" y="1"/>
                      <a:pt x="109" y="1"/>
                    </a:cubicBezTo>
                    <a:close/>
                  </a:path>
                </a:pathLst>
              </a:custGeom>
              <a:solidFill>
                <a:srgbClr val="CDA8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255" name="Freeform 845">
                <a:extLst>
                  <a:ext uri="{FF2B5EF4-FFF2-40B4-BE49-F238E27FC236}">
                    <a16:creationId xmlns:a16="http://schemas.microsoft.com/office/drawing/2014/main" id="{8E79D910-8789-4435-86F6-7AE1E3BD46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1" y="1126"/>
                <a:ext cx="49" cy="18"/>
              </a:xfrm>
              <a:custGeom>
                <a:avLst/>
                <a:gdLst>
                  <a:gd name="T0" fmla="*/ 0 w 36"/>
                  <a:gd name="T1" fmla="*/ 8 h 14"/>
                  <a:gd name="T2" fmla="*/ 91 w 36"/>
                  <a:gd name="T3" fmla="*/ 30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6" h="14">
                    <a:moveTo>
                      <a:pt x="0" y="4"/>
                    </a:moveTo>
                    <a:cubicBezTo>
                      <a:pt x="12" y="0"/>
                      <a:pt x="29" y="0"/>
                      <a:pt x="36" y="14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256" name="Freeform 846">
                <a:extLst>
                  <a:ext uri="{FF2B5EF4-FFF2-40B4-BE49-F238E27FC236}">
                    <a16:creationId xmlns:a16="http://schemas.microsoft.com/office/drawing/2014/main" id="{8FC71860-41B3-46EF-BBE4-7C0974FD5B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2" y="1151"/>
                <a:ext cx="59" cy="24"/>
              </a:xfrm>
              <a:custGeom>
                <a:avLst/>
                <a:gdLst>
                  <a:gd name="T0" fmla="*/ 106 w 44"/>
                  <a:gd name="T1" fmla="*/ 23 h 18"/>
                  <a:gd name="T2" fmla="*/ 62 w 44"/>
                  <a:gd name="T3" fmla="*/ 1 h 18"/>
                  <a:gd name="T4" fmla="*/ 12 w 44"/>
                  <a:gd name="T5" fmla="*/ 23 h 18"/>
                  <a:gd name="T6" fmla="*/ 15 w 44"/>
                  <a:gd name="T7" fmla="*/ 36 h 18"/>
                  <a:gd name="T8" fmla="*/ 51 w 44"/>
                  <a:gd name="T9" fmla="*/ 41 h 18"/>
                  <a:gd name="T10" fmla="*/ 106 w 44"/>
                  <a:gd name="T11" fmla="*/ 23 h 1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4" h="18">
                    <a:moveTo>
                      <a:pt x="44" y="10"/>
                    </a:moveTo>
                    <a:cubicBezTo>
                      <a:pt x="39" y="6"/>
                      <a:pt x="37" y="2"/>
                      <a:pt x="25" y="1"/>
                    </a:cubicBezTo>
                    <a:cubicBezTo>
                      <a:pt x="13" y="0"/>
                      <a:pt x="8" y="9"/>
                      <a:pt x="5" y="10"/>
                    </a:cubicBezTo>
                    <a:cubicBezTo>
                      <a:pt x="0" y="11"/>
                      <a:pt x="3" y="14"/>
                      <a:pt x="6" y="15"/>
                    </a:cubicBezTo>
                    <a:cubicBezTo>
                      <a:pt x="9" y="16"/>
                      <a:pt x="17" y="15"/>
                      <a:pt x="21" y="17"/>
                    </a:cubicBezTo>
                    <a:cubicBezTo>
                      <a:pt x="25" y="18"/>
                      <a:pt x="36" y="15"/>
                      <a:pt x="44" y="10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257" name="Oval 847">
                <a:extLst>
                  <a:ext uri="{FF2B5EF4-FFF2-40B4-BE49-F238E27FC236}">
                    <a16:creationId xmlns:a16="http://schemas.microsoft.com/office/drawing/2014/main" id="{349DA6E9-1E85-40F1-87A2-A4FE35217D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23" y="1161"/>
                <a:ext cx="5" cy="5"/>
              </a:xfrm>
              <a:prstGeom prst="ellipse">
                <a:avLst/>
              </a:prstGeom>
              <a:solidFill>
                <a:srgbClr val="333333"/>
              </a:solidFill>
              <a:ln w="4763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258" name="Freeform 848">
                <a:extLst>
                  <a:ext uri="{FF2B5EF4-FFF2-40B4-BE49-F238E27FC236}">
                    <a16:creationId xmlns:a16="http://schemas.microsoft.com/office/drawing/2014/main" id="{9A434CFC-497B-42BE-8543-C9D9E310A3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3" y="3601"/>
                <a:ext cx="2" cy="20"/>
              </a:xfrm>
              <a:custGeom>
                <a:avLst/>
                <a:gdLst>
                  <a:gd name="T0" fmla="*/ 0 w 2"/>
                  <a:gd name="T1" fmla="*/ 0 h 15"/>
                  <a:gd name="T2" fmla="*/ 2 w 2"/>
                  <a:gd name="T3" fmla="*/ 36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5">
                    <a:moveTo>
                      <a:pt x="0" y="0"/>
                    </a:moveTo>
                    <a:cubicBezTo>
                      <a:pt x="0" y="4"/>
                      <a:pt x="2" y="15"/>
                      <a:pt x="2" y="15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259" name="Freeform 849">
                <a:extLst>
                  <a:ext uri="{FF2B5EF4-FFF2-40B4-BE49-F238E27FC236}">
                    <a16:creationId xmlns:a16="http://schemas.microsoft.com/office/drawing/2014/main" id="{AF9EB3EC-C1FA-4C86-B005-06F088A3CA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8" y="1761"/>
                <a:ext cx="172" cy="27"/>
              </a:xfrm>
              <a:custGeom>
                <a:avLst/>
                <a:gdLst>
                  <a:gd name="T0" fmla="*/ 316 w 127"/>
                  <a:gd name="T1" fmla="*/ 0 h 20"/>
                  <a:gd name="T2" fmla="*/ 72 w 127"/>
                  <a:gd name="T3" fmla="*/ 15 h 20"/>
                  <a:gd name="T4" fmla="*/ 0 w 127"/>
                  <a:gd name="T5" fmla="*/ 0 h 20"/>
                  <a:gd name="T6" fmla="*/ 0 w 127"/>
                  <a:gd name="T7" fmla="*/ 0 h 20"/>
                  <a:gd name="T8" fmla="*/ 72 w 127"/>
                  <a:gd name="T9" fmla="*/ 9 h 20"/>
                  <a:gd name="T10" fmla="*/ 316 w 127"/>
                  <a:gd name="T11" fmla="*/ 0 h 2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7" h="20">
                    <a:moveTo>
                      <a:pt x="127" y="0"/>
                    </a:moveTo>
                    <a:cubicBezTo>
                      <a:pt x="101" y="20"/>
                      <a:pt x="63" y="13"/>
                      <a:pt x="29" y="6"/>
                    </a:cubicBezTo>
                    <a:cubicBezTo>
                      <a:pt x="18" y="4"/>
                      <a:pt x="8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8" y="1"/>
                      <a:pt x="18" y="2"/>
                      <a:pt x="29" y="4"/>
                    </a:cubicBezTo>
                    <a:cubicBezTo>
                      <a:pt x="63" y="11"/>
                      <a:pt x="102" y="19"/>
                      <a:pt x="127" y="0"/>
                    </a:cubicBezTo>
                    <a:close/>
                  </a:path>
                </a:pathLst>
              </a:custGeom>
              <a:solidFill>
                <a:srgbClr val="AE7A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260" name="Freeform 850">
                <a:extLst>
                  <a:ext uri="{FF2B5EF4-FFF2-40B4-BE49-F238E27FC236}">
                    <a16:creationId xmlns:a16="http://schemas.microsoft.com/office/drawing/2014/main" id="{7711F810-697D-4D65-BEC5-3502092203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7" y="1142"/>
                <a:ext cx="57" cy="16"/>
              </a:xfrm>
              <a:custGeom>
                <a:avLst/>
                <a:gdLst>
                  <a:gd name="T0" fmla="*/ 0 w 42"/>
                  <a:gd name="T1" fmla="*/ 28 h 12"/>
                  <a:gd name="T2" fmla="*/ 105 w 42"/>
                  <a:gd name="T3" fmla="*/ 27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2" h="12">
                    <a:moveTo>
                      <a:pt x="0" y="12"/>
                    </a:moveTo>
                    <a:cubicBezTo>
                      <a:pt x="10" y="2"/>
                      <a:pt x="30" y="0"/>
                      <a:pt x="42" y="11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261" name="Oval 851">
                <a:extLst>
                  <a:ext uri="{FF2B5EF4-FFF2-40B4-BE49-F238E27FC236}">
                    <a16:creationId xmlns:a16="http://schemas.microsoft.com/office/drawing/2014/main" id="{105404DE-5143-4C5B-AD97-5E52908D39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19" y="1158"/>
                <a:ext cx="7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262" name="Freeform 852">
                <a:extLst>
                  <a:ext uri="{FF2B5EF4-FFF2-40B4-BE49-F238E27FC236}">
                    <a16:creationId xmlns:a16="http://schemas.microsoft.com/office/drawing/2014/main" id="{A61B016D-9C2F-4C92-826E-76BC3B2C7F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6" y="2157"/>
                <a:ext cx="41" cy="17"/>
              </a:xfrm>
              <a:custGeom>
                <a:avLst/>
                <a:gdLst>
                  <a:gd name="T0" fmla="*/ 0 w 30"/>
                  <a:gd name="T1" fmla="*/ 21 h 13"/>
                  <a:gd name="T2" fmla="*/ 62 w 30"/>
                  <a:gd name="T3" fmla="*/ 29 h 13"/>
                  <a:gd name="T4" fmla="*/ 0 w 30"/>
                  <a:gd name="T5" fmla="*/ 17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0" h="13">
                    <a:moveTo>
                      <a:pt x="0" y="9"/>
                    </a:moveTo>
                    <a:cubicBezTo>
                      <a:pt x="7" y="5"/>
                      <a:pt x="20" y="7"/>
                      <a:pt x="24" y="13"/>
                    </a:cubicBezTo>
                    <a:cubicBezTo>
                      <a:pt x="30" y="8"/>
                      <a:pt x="5" y="0"/>
                      <a:pt x="0" y="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263" name="Freeform 853">
                <a:extLst>
                  <a:ext uri="{FF2B5EF4-FFF2-40B4-BE49-F238E27FC236}">
                    <a16:creationId xmlns:a16="http://schemas.microsoft.com/office/drawing/2014/main" id="{9FBEB6A2-27C3-4448-887C-5F7E40167D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3" y="1259"/>
                <a:ext cx="50" cy="2"/>
              </a:xfrm>
              <a:custGeom>
                <a:avLst/>
                <a:gdLst>
                  <a:gd name="T0" fmla="*/ 92 w 37"/>
                  <a:gd name="T1" fmla="*/ 2 h 2"/>
                  <a:gd name="T2" fmla="*/ 86 w 37"/>
                  <a:gd name="T3" fmla="*/ 2 h 2"/>
                  <a:gd name="T4" fmla="*/ 57 w 37"/>
                  <a:gd name="T5" fmla="*/ 2 h 2"/>
                  <a:gd name="T6" fmla="*/ 43 w 37"/>
                  <a:gd name="T7" fmla="*/ 2 h 2"/>
                  <a:gd name="T8" fmla="*/ 0 w 37"/>
                  <a:gd name="T9" fmla="*/ 2 h 2"/>
                  <a:gd name="T10" fmla="*/ 0 w 37"/>
                  <a:gd name="T11" fmla="*/ 2 h 2"/>
                  <a:gd name="T12" fmla="*/ 43 w 37"/>
                  <a:gd name="T13" fmla="*/ 1 h 2"/>
                  <a:gd name="T14" fmla="*/ 57 w 37"/>
                  <a:gd name="T15" fmla="*/ 0 h 2"/>
                  <a:gd name="T16" fmla="*/ 86 w 37"/>
                  <a:gd name="T17" fmla="*/ 1 h 2"/>
                  <a:gd name="T18" fmla="*/ 92 w 37"/>
                  <a:gd name="T19" fmla="*/ 1 h 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7" h="2">
                    <a:moveTo>
                      <a:pt x="37" y="2"/>
                    </a:moveTo>
                    <a:cubicBezTo>
                      <a:pt x="35" y="2"/>
                      <a:pt x="35" y="2"/>
                      <a:pt x="35" y="2"/>
                    </a:cubicBezTo>
                    <a:cubicBezTo>
                      <a:pt x="32" y="2"/>
                      <a:pt x="27" y="1"/>
                      <a:pt x="23" y="2"/>
                    </a:cubicBezTo>
                    <a:cubicBezTo>
                      <a:pt x="22" y="2"/>
                      <a:pt x="20" y="2"/>
                      <a:pt x="18" y="2"/>
                    </a:cubicBezTo>
                    <a:cubicBezTo>
                      <a:pt x="12" y="2"/>
                      <a:pt x="3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3" y="2"/>
                      <a:pt x="12" y="1"/>
                      <a:pt x="18" y="1"/>
                    </a:cubicBezTo>
                    <a:cubicBezTo>
                      <a:pt x="20" y="1"/>
                      <a:pt x="21" y="1"/>
                      <a:pt x="23" y="0"/>
                    </a:cubicBezTo>
                    <a:cubicBezTo>
                      <a:pt x="27" y="0"/>
                      <a:pt x="32" y="0"/>
                      <a:pt x="35" y="1"/>
                    </a:cubicBezTo>
                    <a:cubicBezTo>
                      <a:pt x="37" y="1"/>
                      <a:pt x="37" y="1"/>
                      <a:pt x="37" y="1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264" name="Freeform 854">
                <a:extLst>
                  <a:ext uri="{FF2B5EF4-FFF2-40B4-BE49-F238E27FC236}">
                    <a16:creationId xmlns:a16="http://schemas.microsoft.com/office/drawing/2014/main" id="{1EFF1DE8-58B4-404B-878D-5482B0C0F1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3" y="1259"/>
                <a:ext cx="49" cy="2"/>
              </a:xfrm>
              <a:custGeom>
                <a:avLst/>
                <a:gdLst>
                  <a:gd name="T0" fmla="*/ 0 w 36"/>
                  <a:gd name="T1" fmla="*/ 1 h 2"/>
                  <a:gd name="T2" fmla="*/ 5 w 36"/>
                  <a:gd name="T3" fmla="*/ 1 h 2"/>
                  <a:gd name="T4" fmla="*/ 37 w 36"/>
                  <a:gd name="T5" fmla="*/ 0 h 2"/>
                  <a:gd name="T6" fmla="*/ 48 w 36"/>
                  <a:gd name="T7" fmla="*/ 1 h 2"/>
                  <a:gd name="T8" fmla="*/ 91 w 36"/>
                  <a:gd name="T9" fmla="*/ 2 h 2"/>
                  <a:gd name="T10" fmla="*/ 91 w 36"/>
                  <a:gd name="T11" fmla="*/ 2 h 2"/>
                  <a:gd name="T12" fmla="*/ 91 w 36"/>
                  <a:gd name="T13" fmla="*/ 2 h 2"/>
                  <a:gd name="T14" fmla="*/ 48 w 36"/>
                  <a:gd name="T15" fmla="*/ 2 h 2"/>
                  <a:gd name="T16" fmla="*/ 35 w 36"/>
                  <a:gd name="T17" fmla="*/ 2 h 2"/>
                  <a:gd name="T18" fmla="*/ 7 w 36"/>
                  <a:gd name="T19" fmla="*/ 2 h 2"/>
                  <a:gd name="T20" fmla="*/ 0 w 36"/>
                  <a:gd name="T21" fmla="*/ 2 h 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6" h="2">
                    <a:moveTo>
                      <a:pt x="0" y="1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5" y="0"/>
                      <a:pt x="10" y="0"/>
                      <a:pt x="15" y="0"/>
                    </a:cubicBezTo>
                    <a:cubicBezTo>
                      <a:pt x="16" y="1"/>
                      <a:pt x="17" y="1"/>
                      <a:pt x="19" y="1"/>
                    </a:cubicBezTo>
                    <a:cubicBezTo>
                      <a:pt x="25" y="1"/>
                      <a:pt x="34" y="2"/>
                      <a:pt x="36" y="2"/>
                    </a:cubicBezTo>
                    <a:cubicBezTo>
                      <a:pt x="36" y="2"/>
                      <a:pt x="36" y="2"/>
                      <a:pt x="36" y="2"/>
                    </a:cubicBezTo>
                    <a:cubicBezTo>
                      <a:pt x="36" y="2"/>
                      <a:pt x="36" y="2"/>
                      <a:pt x="36" y="2"/>
                    </a:cubicBezTo>
                    <a:cubicBezTo>
                      <a:pt x="34" y="2"/>
                      <a:pt x="25" y="2"/>
                      <a:pt x="19" y="2"/>
                    </a:cubicBezTo>
                    <a:cubicBezTo>
                      <a:pt x="17" y="2"/>
                      <a:pt x="16" y="2"/>
                      <a:pt x="14" y="2"/>
                    </a:cubicBezTo>
                    <a:cubicBezTo>
                      <a:pt x="10" y="1"/>
                      <a:pt x="6" y="2"/>
                      <a:pt x="3" y="2"/>
                    </a:cubicBezTo>
                    <a:cubicBezTo>
                      <a:pt x="0" y="2"/>
                      <a:pt x="0" y="2"/>
                      <a:pt x="0" y="2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265" name="Freeform 855">
                <a:extLst>
                  <a:ext uri="{FF2B5EF4-FFF2-40B4-BE49-F238E27FC236}">
                    <a16:creationId xmlns:a16="http://schemas.microsoft.com/office/drawing/2014/main" id="{A3669949-5EEF-4ECF-8F06-378427D06F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6" y="2462"/>
                <a:ext cx="107" cy="68"/>
              </a:xfrm>
              <a:custGeom>
                <a:avLst/>
                <a:gdLst>
                  <a:gd name="T0" fmla="*/ 183 w 79"/>
                  <a:gd name="T1" fmla="*/ 0 h 50"/>
                  <a:gd name="T2" fmla="*/ 171 w 79"/>
                  <a:gd name="T3" fmla="*/ 97 h 50"/>
                  <a:gd name="T4" fmla="*/ 98 w 79"/>
                  <a:gd name="T5" fmla="*/ 124 h 50"/>
                  <a:gd name="T6" fmla="*/ 22 w 79"/>
                  <a:gd name="T7" fmla="*/ 91 h 50"/>
                  <a:gd name="T8" fmla="*/ 9 w 79"/>
                  <a:gd name="T9" fmla="*/ 0 h 50"/>
                  <a:gd name="T10" fmla="*/ 7 w 79"/>
                  <a:gd name="T11" fmla="*/ 0 h 50"/>
                  <a:gd name="T12" fmla="*/ 20 w 79"/>
                  <a:gd name="T13" fmla="*/ 92 h 50"/>
                  <a:gd name="T14" fmla="*/ 98 w 79"/>
                  <a:gd name="T15" fmla="*/ 125 h 50"/>
                  <a:gd name="T16" fmla="*/ 175 w 79"/>
                  <a:gd name="T17" fmla="*/ 98 h 50"/>
                  <a:gd name="T18" fmla="*/ 187 w 79"/>
                  <a:gd name="T19" fmla="*/ 0 h 50"/>
                  <a:gd name="T20" fmla="*/ 183 w 79"/>
                  <a:gd name="T21" fmla="*/ 0 h 5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79" h="50">
                    <a:moveTo>
                      <a:pt x="74" y="0"/>
                    </a:moveTo>
                    <a:cubicBezTo>
                      <a:pt x="76" y="12"/>
                      <a:pt x="77" y="28"/>
                      <a:pt x="69" y="38"/>
                    </a:cubicBezTo>
                    <a:cubicBezTo>
                      <a:pt x="63" y="45"/>
                      <a:pt x="53" y="49"/>
                      <a:pt x="39" y="49"/>
                    </a:cubicBezTo>
                    <a:cubicBezTo>
                      <a:pt x="25" y="49"/>
                      <a:pt x="14" y="45"/>
                      <a:pt x="9" y="36"/>
                    </a:cubicBezTo>
                    <a:cubicBezTo>
                      <a:pt x="1" y="25"/>
                      <a:pt x="2" y="10"/>
                      <a:pt x="4" y="0"/>
                    </a:cubicBezTo>
                    <a:cubicBezTo>
                      <a:pt x="4" y="0"/>
                      <a:pt x="4" y="0"/>
                      <a:pt x="3" y="0"/>
                    </a:cubicBezTo>
                    <a:cubicBezTo>
                      <a:pt x="1" y="10"/>
                      <a:pt x="0" y="25"/>
                      <a:pt x="8" y="37"/>
                    </a:cubicBezTo>
                    <a:cubicBezTo>
                      <a:pt x="14" y="46"/>
                      <a:pt x="25" y="50"/>
                      <a:pt x="39" y="50"/>
                    </a:cubicBezTo>
                    <a:cubicBezTo>
                      <a:pt x="54" y="50"/>
                      <a:pt x="64" y="46"/>
                      <a:pt x="70" y="39"/>
                    </a:cubicBezTo>
                    <a:cubicBezTo>
                      <a:pt x="79" y="28"/>
                      <a:pt x="77" y="12"/>
                      <a:pt x="75" y="0"/>
                    </a:cubicBezTo>
                    <a:cubicBezTo>
                      <a:pt x="75" y="0"/>
                      <a:pt x="74" y="0"/>
                      <a:pt x="74" y="0"/>
                    </a:cubicBez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266" name="Freeform 856">
                <a:extLst>
                  <a:ext uri="{FF2B5EF4-FFF2-40B4-BE49-F238E27FC236}">
                    <a16:creationId xmlns:a16="http://schemas.microsoft.com/office/drawing/2014/main" id="{B82A1D23-403C-4150-85FC-5D71077FB1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7" y="2465"/>
                <a:ext cx="45" cy="58"/>
              </a:xfrm>
              <a:custGeom>
                <a:avLst/>
                <a:gdLst>
                  <a:gd name="T0" fmla="*/ 82 w 33"/>
                  <a:gd name="T1" fmla="*/ 0 h 43"/>
                  <a:gd name="T2" fmla="*/ 76 w 33"/>
                  <a:gd name="T3" fmla="*/ 0 h 43"/>
                  <a:gd name="T4" fmla="*/ 75 w 33"/>
                  <a:gd name="T5" fmla="*/ 42 h 43"/>
                  <a:gd name="T6" fmla="*/ 75 w 33"/>
                  <a:gd name="T7" fmla="*/ 43 h 43"/>
                  <a:gd name="T8" fmla="*/ 75 w 33"/>
                  <a:gd name="T9" fmla="*/ 43 h 43"/>
                  <a:gd name="T10" fmla="*/ 82 w 33"/>
                  <a:gd name="T11" fmla="*/ 69 h 43"/>
                  <a:gd name="T12" fmla="*/ 42 w 33"/>
                  <a:gd name="T13" fmla="*/ 100 h 43"/>
                  <a:gd name="T14" fmla="*/ 41 w 33"/>
                  <a:gd name="T15" fmla="*/ 100 h 43"/>
                  <a:gd name="T16" fmla="*/ 1 w 33"/>
                  <a:gd name="T17" fmla="*/ 69 h 43"/>
                  <a:gd name="T18" fmla="*/ 10 w 33"/>
                  <a:gd name="T19" fmla="*/ 43 h 43"/>
                  <a:gd name="T20" fmla="*/ 10 w 33"/>
                  <a:gd name="T21" fmla="*/ 42 h 43"/>
                  <a:gd name="T22" fmla="*/ 7 w 33"/>
                  <a:gd name="T23" fmla="*/ 0 h 43"/>
                  <a:gd name="T24" fmla="*/ 5 w 33"/>
                  <a:gd name="T25" fmla="*/ 0 h 43"/>
                  <a:gd name="T26" fmla="*/ 7 w 33"/>
                  <a:gd name="T27" fmla="*/ 42 h 43"/>
                  <a:gd name="T28" fmla="*/ 0 w 33"/>
                  <a:gd name="T29" fmla="*/ 63 h 43"/>
                  <a:gd name="T30" fmla="*/ 0 w 33"/>
                  <a:gd name="T31" fmla="*/ 69 h 43"/>
                  <a:gd name="T32" fmla="*/ 41 w 33"/>
                  <a:gd name="T33" fmla="*/ 105 h 43"/>
                  <a:gd name="T34" fmla="*/ 42 w 33"/>
                  <a:gd name="T35" fmla="*/ 105 h 43"/>
                  <a:gd name="T36" fmla="*/ 83 w 33"/>
                  <a:gd name="T37" fmla="*/ 71 h 43"/>
                  <a:gd name="T38" fmla="*/ 83 w 33"/>
                  <a:gd name="T39" fmla="*/ 66 h 43"/>
                  <a:gd name="T40" fmla="*/ 76 w 33"/>
                  <a:gd name="T41" fmla="*/ 42 h 43"/>
                  <a:gd name="T42" fmla="*/ 82 w 33"/>
                  <a:gd name="T43" fmla="*/ 0 h 4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3" h="43">
                    <a:moveTo>
                      <a:pt x="32" y="0"/>
                    </a:moveTo>
                    <a:cubicBezTo>
                      <a:pt x="31" y="0"/>
                      <a:pt x="31" y="0"/>
                      <a:pt x="30" y="0"/>
                    </a:cubicBezTo>
                    <a:cubicBezTo>
                      <a:pt x="30" y="8"/>
                      <a:pt x="29" y="16"/>
                      <a:pt x="29" y="17"/>
                    </a:cubicBezTo>
                    <a:cubicBezTo>
                      <a:pt x="29" y="18"/>
                      <a:pt x="29" y="18"/>
                      <a:pt x="29" y="18"/>
                    </a:cubicBezTo>
                    <a:cubicBezTo>
                      <a:pt x="29" y="18"/>
                      <a:pt x="29" y="18"/>
                      <a:pt x="29" y="18"/>
                    </a:cubicBezTo>
                    <a:cubicBezTo>
                      <a:pt x="31" y="22"/>
                      <a:pt x="33" y="25"/>
                      <a:pt x="32" y="28"/>
                    </a:cubicBezTo>
                    <a:cubicBezTo>
                      <a:pt x="31" y="32"/>
                      <a:pt x="26" y="41"/>
                      <a:pt x="17" y="41"/>
                    </a:cubicBezTo>
                    <a:cubicBezTo>
                      <a:pt x="16" y="41"/>
                      <a:pt x="16" y="41"/>
                      <a:pt x="16" y="41"/>
                    </a:cubicBezTo>
                    <a:cubicBezTo>
                      <a:pt x="8" y="41"/>
                      <a:pt x="2" y="32"/>
                      <a:pt x="1" y="28"/>
                    </a:cubicBezTo>
                    <a:cubicBezTo>
                      <a:pt x="0" y="25"/>
                      <a:pt x="2" y="21"/>
                      <a:pt x="4" y="18"/>
                    </a:cubicBezTo>
                    <a:cubicBezTo>
                      <a:pt x="4" y="17"/>
                      <a:pt x="4" y="17"/>
                      <a:pt x="4" y="17"/>
                    </a:cubicBezTo>
                    <a:cubicBezTo>
                      <a:pt x="4" y="15"/>
                      <a:pt x="4" y="8"/>
                      <a:pt x="3" y="0"/>
                    </a:cubicBezTo>
                    <a:cubicBezTo>
                      <a:pt x="3" y="0"/>
                      <a:pt x="3" y="0"/>
                      <a:pt x="2" y="0"/>
                    </a:cubicBezTo>
                    <a:cubicBezTo>
                      <a:pt x="2" y="7"/>
                      <a:pt x="3" y="15"/>
                      <a:pt x="3" y="17"/>
                    </a:cubicBezTo>
                    <a:cubicBezTo>
                      <a:pt x="1" y="21"/>
                      <a:pt x="0" y="24"/>
                      <a:pt x="0" y="26"/>
                    </a:cubicBezTo>
                    <a:cubicBezTo>
                      <a:pt x="0" y="27"/>
                      <a:pt x="0" y="28"/>
                      <a:pt x="0" y="28"/>
                    </a:cubicBezTo>
                    <a:cubicBezTo>
                      <a:pt x="1" y="33"/>
                      <a:pt x="7" y="42"/>
                      <a:pt x="16" y="43"/>
                    </a:cubicBezTo>
                    <a:cubicBezTo>
                      <a:pt x="17" y="43"/>
                      <a:pt x="17" y="43"/>
                      <a:pt x="17" y="43"/>
                    </a:cubicBezTo>
                    <a:cubicBezTo>
                      <a:pt x="27" y="42"/>
                      <a:pt x="31" y="34"/>
                      <a:pt x="33" y="29"/>
                    </a:cubicBezTo>
                    <a:cubicBezTo>
                      <a:pt x="33" y="28"/>
                      <a:pt x="33" y="27"/>
                      <a:pt x="33" y="27"/>
                    </a:cubicBezTo>
                    <a:cubicBezTo>
                      <a:pt x="33" y="24"/>
                      <a:pt x="32" y="21"/>
                      <a:pt x="30" y="17"/>
                    </a:cubicBezTo>
                    <a:cubicBezTo>
                      <a:pt x="31" y="15"/>
                      <a:pt x="31" y="7"/>
                      <a:pt x="32" y="0"/>
                    </a:cubicBez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267" name="Freeform 857">
                <a:extLst>
                  <a:ext uri="{FF2B5EF4-FFF2-40B4-BE49-F238E27FC236}">
                    <a16:creationId xmlns:a16="http://schemas.microsoft.com/office/drawing/2014/main" id="{E1656C4F-64BD-40D3-8122-22A75DF10A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7" y="2484"/>
                <a:ext cx="11" cy="5"/>
              </a:xfrm>
              <a:custGeom>
                <a:avLst/>
                <a:gdLst>
                  <a:gd name="T0" fmla="*/ 0 w 8"/>
                  <a:gd name="T1" fmla="*/ 0 h 4"/>
                  <a:gd name="T2" fmla="*/ 19 w 8"/>
                  <a:gd name="T3" fmla="*/ 8 h 4"/>
                  <a:gd name="T4" fmla="*/ 21 w 8"/>
                  <a:gd name="T5" fmla="*/ 6 h 4"/>
                  <a:gd name="T6" fmla="*/ 0 w 8"/>
                  <a:gd name="T7" fmla="*/ 0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4">
                    <a:moveTo>
                      <a:pt x="0" y="0"/>
                    </a:moveTo>
                    <a:cubicBezTo>
                      <a:pt x="1" y="0"/>
                      <a:pt x="6" y="3"/>
                      <a:pt x="7" y="4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6" y="1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268" name="Freeform 858">
                <a:extLst>
                  <a:ext uri="{FF2B5EF4-FFF2-40B4-BE49-F238E27FC236}">
                    <a16:creationId xmlns:a16="http://schemas.microsoft.com/office/drawing/2014/main" id="{628DA652-5166-423E-A36E-63089C1B41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4" y="2303"/>
                <a:ext cx="16" cy="68"/>
              </a:xfrm>
              <a:custGeom>
                <a:avLst/>
                <a:gdLst>
                  <a:gd name="T0" fmla="*/ 0 w 12"/>
                  <a:gd name="T1" fmla="*/ 0 h 50"/>
                  <a:gd name="T2" fmla="*/ 7 w 12"/>
                  <a:gd name="T3" fmla="*/ 27 h 50"/>
                  <a:gd name="T4" fmla="*/ 9 w 12"/>
                  <a:gd name="T5" fmla="*/ 61 h 50"/>
                  <a:gd name="T6" fmla="*/ 16 w 12"/>
                  <a:gd name="T7" fmla="*/ 103 h 50"/>
                  <a:gd name="T8" fmla="*/ 28 w 12"/>
                  <a:gd name="T9" fmla="*/ 125 h 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50">
                    <a:moveTo>
                      <a:pt x="0" y="0"/>
                    </a:moveTo>
                    <a:cubicBezTo>
                      <a:pt x="0" y="4"/>
                      <a:pt x="2" y="6"/>
                      <a:pt x="3" y="11"/>
                    </a:cubicBezTo>
                    <a:cubicBezTo>
                      <a:pt x="3" y="16"/>
                      <a:pt x="3" y="22"/>
                      <a:pt x="4" y="24"/>
                    </a:cubicBezTo>
                    <a:cubicBezTo>
                      <a:pt x="5" y="27"/>
                      <a:pt x="7" y="38"/>
                      <a:pt x="7" y="41"/>
                    </a:cubicBezTo>
                    <a:cubicBezTo>
                      <a:pt x="8" y="44"/>
                      <a:pt x="9" y="48"/>
                      <a:pt x="12" y="50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269" name="Freeform 859">
                <a:extLst>
                  <a:ext uri="{FF2B5EF4-FFF2-40B4-BE49-F238E27FC236}">
                    <a16:creationId xmlns:a16="http://schemas.microsoft.com/office/drawing/2014/main" id="{504DB4A4-70BC-45A0-8795-B7ED786C3E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0" y="2297"/>
                <a:ext cx="20" cy="55"/>
              </a:xfrm>
              <a:custGeom>
                <a:avLst/>
                <a:gdLst>
                  <a:gd name="T0" fmla="*/ 0 w 15"/>
                  <a:gd name="T1" fmla="*/ 0 h 41"/>
                  <a:gd name="T2" fmla="*/ 15 w 15"/>
                  <a:gd name="T3" fmla="*/ 31 h 41"/>
                  <a:gd name="T4" fmla="*/ 28 w 15"/>
                  <a:gd name="T5" fmla="*/ 79 h 41"/>
                  <a:gd name="T6" fmla="*/ 36 w 15"/>
                  <a:gd name="T7" fmla="*/ 99 h 4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41">
                    <a:moveTo>
                      <a:pt x="0" y="0"/>
                    </a:moveTo>
                    <a:cubicBezTo>
                      <a:pt x="1" y="5"/>
                      <a:pt x="4" y="10"/>
                      <a:pt x="6" y="13"/>
                    </a:cubicBezTo>
                    <a:cubicBezTo>
                      <a:pt x="8" y="17"/>
                      <a:pt x="11" y="31"/>
                      <a:pt x="12" y="33"/>
                    </a:cubicBezTo>
                    <a:cubicBezTo>
                      <a:pt x="13" y="35"/>
                      <a:pt x="15" y="41"/>
                      <a:pt x="15" y="41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270" name="Freeform 860">
                <a:extLst>
                  <a:ext uri="{FF2B5EF4-FFF2-40B4-BE49-F238E27FC236}">
                    <a16:creationId xmlns:a16="http://schemas.microsoft.com/office/drawing/2014/main" id="{FEEF5722-541B-4ABC-BBE9-F88727E515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8" y="2310"/>
                <a:ext cx="7" cy="19"/>
              </a:xfrm>
              <a:custGeom>
                <a:avLst/>
                <a:gdLst>
                  <a:gd name="T0" fmla="*/ 0 w 5"/>
                  <a:gd name="T1" fmla="*/ 0 h 14"/>
                  <a:gd name="T2" fmla="*/ 14 w 5"/>
                  <a:gd name="T3" fmla="*/ 35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4">
                    <a:moveTo>
                      <a:pt x="0" y="0"/>
                    </a:moveTo>
                    <a:cubicBezTo>
                      <a:pt x="2" y="3"/>
                      <a:pt x="5" y="14"/>
                      <a:pt x="5" y="14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271" name="Freeform 861">
                <a:extLst>
                  <a:ext uri="{FF2B5EF4-FFF2-40B4-BE49-F238E27FC236}">
                    <a16:creationId xmlns:a16="http://schemas.microsoft.com/office/drawing/2014/main" id="{EFB0DCB7-6CD2-49A2-87EB-DF50146273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1" y="2340"/>
                <a:ext cx="27" cy="43"/>
              </a:xfrm>
              <a:custGeom>
                <a:avLst/>
                <a:gdLst>
                  <a:gd name="T0" fmla="*/ 1 w 20"/>
                  <a:gd name="T1" fmla="*/ 0 h 32"/>
                  <a:gd name="T2" fmla="*/ 1 w 20"/>
                  <a:gd name="T3" fmla="*/ 31 h 32"/>
                  <a:gd name="T4" fmla="*/ 22 w 20"/>
                  <a:gd name="T5" fmla="*/ 56 h 32"/>
                  <a:gd name="T6" fmla="*/ 49 w 20"/>
                  <a:gd name="T7" fmla="*/ 78 h 3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32">
                    <a:moveTo>
                      <a:pt x="1" y="0"/>
                    </a:moveTo>
                    <a:cubicBezTo>
                      <a:pt x="2" y="6"/>
                      <a:pt x="0" y="11"/>
                      <a:pt x="1" y="13"/>
                    </a:cubicBezTo>
                    <a:cubicBezTo>
                      <a:pt x="4" y="15"/>
                      <a:pt x="9" y="21"/>
                      <a:pt x="9" y="23"/>
                    </a:cubicBezTo>
                    <a:cubicBezTo>
                      <a:pt x="13" y="24"/>
                      <a:pt x="18" y="29"/>
                      <a:pt x="20" y="32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272" name="Freeform 862">
                <a:extLst>
                  <a:ext uri="{FF2B5EF4-FFF2-40B4-BE49-F238E27FC236}">
                    <a16:creationId xmlns:a16="http://schemas.microsoft.com/office/drawing/2014/main" id="{2EEF5A15-6DA1-4752-8CB0-897A777005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3" y="2359"/>
                <a:ext cx="11" cy="2"/>
              </a:xfrm>
              <a:custGeom>
                <a:avLst/>
                <a:gdLst>
                  <a:gd name="T0" fmla="*/ 0 w 8"/>
                  <a:gd name="T1" fmla="*/ 0 h 2"/>
                  <a:gd name="T2" fmla="*/ 21 w 8"/>
                  <a:gd name="T3" fmla="*/ 2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2">
                    <a:moveTo>
                      <a:pt x="0" y="0"/>
                    </a:moveTo>
                    <a:cubicBezTo>
                      <a:pt x="3" y="0"/>
                      <a:pt x="8" y="2"/>
                      <a:pt x="8" y="2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273" name="Freeform 863">
                <a:extLst>
                  <a:ext uri="{FF2B5EF4-FFF2-40B4-BE49-F238E27FC236}">
                    <a16:creationId xmlns:a16="http://schemas.microsoft.com/office/drawing/2014/main" id="{20C791B6-95C2-4C8A-9007-32CC326F92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5" y="2326"/>
                <a:ext cx="17" cy="20"/>
              </a:xfrm>
              <a:custGeom>
                <a:avLst/>
                <a:gdLst>
                  <a:gd name="T0" fmla="*/ 29 w 13"/>
                  <a:gd name="T1" fmla="*/ 20 h 15"/>
                  <a:gd name="T2" fmla="*/ 22 w 13"/>
                  <a:gd name="T3" fmla="*/ 0 h 15"/>
                  <a:gd name="T4" fmla="*/ 12 w 13"/>
                  <a:gd name="T5" fmla="*/ 1 h 15"/>
                  <a:gd name="T6" fmla="*/ 1 w 13"/>
                  <a:gd name="T7" fmla="*/ 21 h 15"/>
                  <a:gd name="T8" fmla="*/ 5 w 13"/>
                  <a:gd name="T9" fmla="*/ 36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5">
                    <a:moveTo>
                      <a:pt x="13" y="8"/>
                    </a:moveTo>
                    <a:cubicBezTo>
                      <a:pt x="12" y="4"/>
                      <a:pt x="10" y="0"/>
                      <a:pt x="10" y="0"/>
                    </a:cubicBezTo>
                    <a:cubicBezTo>
                      <a:pt x="10" y="0"/>
                      <a:pt x="7" y="0"/>
                      <a:pt x="5" y="1"/>
                    </a:cubicBezTo>
                    <a:cubicBezTo>
                      <a:pt x="3" y="2"/>
                      <a:pt x="1" y="5"/>
                      <a:pt x="1" y="9"/>
                    </a:cubicBezTo>
                    <a:cubicBezTo>
                      <a:pt x="0" y="12"/>
                      <a:pt x="2" y="15"/>
                      <a:pt x="2" y="15"/>
                    </a:cubicBezTo>
                  </a:path>
                </a:pathLst>
              </a:custGeom>
              <a:noFill/>
              <a:ln w="4763" cap="rnd">
                <a:solidFill>
                  <a:srgbClr val="C9A29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274" name="Freeform 864">
                <a:extLst>
                  <a:ext uri="{FF2B5EF4-FFF2-40B4-BE49-F238E27FC236}">
                    <a16:creationId xmlns:a16="http://schemas.microsoft.com/office/drawing/2014/main" id="{E4313C27-13A7-4E16-B646-D4F241D6F9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0" y="2342"/>
                <a:ext cx="10" cy="4"/>
              </a:xfrm>
              <a:custGeom>
                <a:avLst/>
                <a:gdLst>
                  <a:gd name="T0" fmla="*/ 0 w 7"/>
                  <a:gd name="T1" fmla="*/ 5 h 3"/>
                  <a:gd name="T2" fmla="*/ 20 w 7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3">
                    <a:moveTo>
                      <a:pt x="0" y="2"/>
                    </a:moveTo>
                    <a:cubicBezTo>
                      <a:pt x="4" y="3"/>
                      <a:pt x="5" y="2"/>
                      <a:pt x="7" y="0"/>
                    </a:cubicBezTo>
                  </a:path>
                </a:pathLst>
              </a:custGeom>
              <a:noFill/>
              <a:ln w="4763" cap="rnd">
                <a:solidFill>
                  <a:srgbClr val="C9A29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275" name="Freeform 865">
                <a:extLst>
                  <a:ext uri="{FF2B5EF4-FFF2-40B4-BE49-F238E27FC236}">
                    <a16:creationId xmlns:a16="http://schemas.microsoft.com/office/drawing/2014/main" id="{39043481-8A60-456B-A91E-CCC93CD238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9" y="2333"/>
                <a:ext cx="8" cy="4"/>
              </a:xfrm>
              <a:custGeom>
                <a:avLst/>
                <a:gdLst>
                  <a:gd name="T0" fmla="*/ 0 w 6"/>
                  <a:gd name="T1" fmla="*/ 0 h 3"/>
                  <a:gd name="T2" fmla="*/ 15 w 6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3">
                    <a:moveTo>
                      <a:pt x="0" y="0"/>
                    </a:moveTo>
                    <a:cubicBezTo>
                      <a:pt x="3" y="3"/>
                      <a:pt x="5" y="1"/>
                      <a:pt x="6" y="0"/>
                    </a:cubicBezTo>
                  </a:path>
                </a:pathLst>
              </a:custGeom>
              <a:noFill/>
              <a:ln w="4763" cap="rnd">
                <a:solidFill>
                  <a:srgbClr val="C9A29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276" name="Freeform 866">
                <a:extLst>
                  <a:ext uri="{FF2B5EF4-FFF2-40B4-BE49-F238E27FC236}">
                    <a16:creationId xmlns:a16="http://schemas.microsoft.com/office/drawing/2014/main" id="{6CA1A498-58F0-4F86-9EE9-29697E8484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2" y="2305"/>
                <a:ext cx="11" cy="4"/>
              </a:xfrm>
              <a:custGeom>
                <a:avLst/>
                <a:gdLst>
                  <a:gd name="T0" fmla="*/ 0 w 8"/>
                  <a:gd name="T1" fmla="*/ 7 h 3"/>
                  <a:gd name="T2" fmla="*/ 21 w 8"/>
                  <a:gd name="T3" fmla="*/ 1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3">
                    <a:moveTo>
                      <a:pt x="0" y="3"/>
                    </a:moveTo>
                    <a:cubicBezTo>
                      <a:pt x="3" y="1"/>
                      <a:pt x="6" y="0"/>
                      <a:pt x="8" y="1"/>
                    </a:cubicBezTo>
                  </a:path>
                </a:pathLst>
              </a:custGeom>
              <a:noFill/>
              <a:ln w="4763" cap="rnd">
                <a:solidFill>
                  <a:srgbClr val="C9A29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277" name="Freeform 867">
                <a:extLst>
                  <a:ext uri="{FF2B5EF4-FFF2-40B4-BE49-F238E27FC236}">
                    <a16:creationId xmlns:a16="http://schemas.microsoft.com/office/drawing/2014/main" id="{2B4892BB-9D8B-4086-B557-E979C44B70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3" y="2313"/>
                <a:ext cx="10" cy="3"/>
              </a:xfrm>
              <a:custGeom>
                <a:avLst/>
                <a:gdLst>
                  <a:gd name="T0" fmla="*/ 0 w 7"/>
                  <a:gd name="T1" fmla="*/ 0 h 2"/>
                  <a:gd name="T2" fmla="*/ 20 w 7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2">
                    <a:moveTo>
                      <a:pt x="0" y="0"/>
                    </a:moveTo>
                    <a:cubicBezTo>
                      <a:pt x="3" y="1"/>
                      <a:pt x="4" y="2"/>
                      <a:pt x="7" y="0"/>
                    </a:cubicBezTo>
                  </a:path>
                </a:pathLst>
              </a:custGeom>
              <a:noFill/>
              <a:ln w="4763" cap="rnd">
                <a:solidFill>
                  <a:srgbClr val="C9A29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278" name="Freeform 868">
                <a:extLst>
                  <a:ext uri="{FF2B5EF4-FFF2-40B4-BE49-F238E27FC236}">
                    <a16:creationId xmlns:a16="http://schemas.microsoft.com/office/drawing/2014/main" id="{0E248527-B6B1-42F2-AA3A-8CE6C5FF06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5" y="2264"/>
                <a:ext cx="7" cy="26"/>
              </a:xfrm>
              <a:custGeom>
                <a:avLst/>
                <a:gdLst>
                  <a:gd name="T0" fmla="*/ 14 w 5"/>
                  <a:gd name="T1" fmla="*/ 0 h 19"/>
                  <a:gd name="T2" fmla="*/ 8 w 5"/>
                  <a:gd name="T3" fmla="*/ 21 h 19"/>
                  <a:gd name="T4" fmla="*/ 6 w 5"/>
                  <a:gd name="T5" fmla="*/ 40 h 19"/>
                  <a:gd name="T6" fmla="*/ 0 w 5"/>
                  <a:gd name="T7" fmla="*/ 49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19">
                    <a:moveTo>
                      <a:pt x="5" y="0"/>
                    </a:moveTo>
                    <a:cubicBezTo>
                      <a:pt x="5" y="3"/>
                      <a:pt x="5" y="5"/>
                      <a:pt x="3" y="8"/>
                    </a:cubicBezTo>
                    <a:cubicBezTo>
                      <a:pt x="1" y="11"/>
                      <a:pt x="2" y="13"/>
                      <a:pt x="2" y="15"/>
                    </a:cubicBezTo>
                    <a:cubicBezTo>
                      <a:pt x="1" y="16"/>
                      <a:pt x="0" y="19"/>
                      <a:pt x="0" y="19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279" name="Freeform 869">
                <a:extLst>
                  <a:ext uri="{FF2B5EF4-FFF2-40B4-BE49-F238E27FC236}">
                    <a16:creationId xmlns:a16="http://schemas.microsoft.com/office/drawing/2014/main" id="{94045481-31C5-4776-ADE4-CEA230FC59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8" y="2359"/>
                <a:ext cx="8" cy="2"/>
              </a:xfrm>
              <a:custGeom>
                <a:avLst/>
                <a:gdLst>
                  <a:gd name="T0" fmla="*/ 0 w 6"/>
                  <a:gd name="T1" fmla="*/ 2 h 2"/>
                  <a:gd name="T2" fmla="*/ 15 w 6"/>
                  <a:gd name="T3" fmla="*/ 1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2">
                    <a:moveTo>
                      <a:pt x="0" y="2"/>
                    </a:moveTo>
                    <a:cubicBezTo>
                      <a:pt x="2" y="0"/>
                      <a:pt x="4" y="1"/>
                      <a:pt x="6" y="1"/>
                    </a:cubicBezTo>
                  </a:path>
                </a:pathLst>
              </a:custGeom>
              <a:noFill/>
              <a:ln w="4763" cap="rnd">
                <a:solidFill>
                  <a:srgbClr val="C9A29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280" name="Freeform 870">
                <a:extLst>
                  <a:ext uri="{FF2B5EF4-FFF2-40B4-BE49-F238E27FC236}">
                    <a16:creationId xmlns:a16="http://schemas.microsoft.com/office/drawing/2014/main" id="{C0725D8E-04EE-4435-B334-8EE2C4A7B8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3" y="2364"/>
                <a:ext cx="8" cy="5"/>
              </a:xfrm>
              <a:custGeom>
                <a:avLst/>
                <a:gdLst>
                  <a:gd name="T0" fmla="*/ 0 w 6"/>
                  <a:gd name="T1" fmla="*/ 8 h 4"/>
                  <a:gd name="T2" fmla="*/ 15 w 6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4">
                    <a:moveTo>
                      <a:pt x="0" y="4"/>
                    </a:moveTo>
                    <a:cubicBezTo>
                      <a:pt x="0" y="4"/>
                      <a:pt x="5" y="1"/>
                      <a:pt x="6" y="0"/>
                    </a:cubicBezTo>
                  </a:path>
                </a:pathLst>
              </a:custGeom>
              <a:noFill/>
              <a:ln w="4763" cap="rnd">
                <a:solidFill>
                  <a:srgbClr val="C9A29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281" name="Freeform 871">
                <a:extLst>
                  <a:ext uri="{FF2B5EF4-FFF2-40B4-BE49-F238E27FC236}">
                    <a16:creationId xmlns:a16="http://schemas.microsoft.com/office/drawing/2014/main" id="{D7BC4B1D-AAC8-4DD3-A855-FE5E1B9E78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1" y="2303"/>
                <a:ext cx="16" cy="68"/>
              </a:xfrm>
              <a:custGeom>
                <a:avLst/>
                <a:gdLst>
                  <a:gd name="T0" fmla="*/ 28 w 12"/>
                  <a:gd name="T1" fmla="*/ 0 h 50"/>
                  <a:gd name="T2" fmla="*/ 21 w 12"/>
                  <a:gd name="T3" fmla="*/ 27 h 50"/>
                  <a:gd name="T4" fmla="*/ 20 w 12"/>
                  <a:gd name="T5" fmla="*/ 61 h 50"/>
                  <a:gd name="T6" fmla="*/ 12 w 12"/>
                  <a:gd name="T7" fmla="*/ 103 h 50"/>
                  <a:gd name="T8" fmla="*/ 0 w 12"/>
                  <a:gd name="T9" fmla="*/ 125 h 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50">
                    <a:moveTo>
                      <a:pt x="12" y="0"/>
                    </a:moveTo>
                    <a:cubicBezTo>
                      <a:pt x="12" y="4"/>
                      <a:pt x="9" y="6"/>
                      <a:pt x="9" y="11"/>
                    </a:cubicBezTo>
                    <a:cubicBezTo>
                      <a:pt x="9" y="16"/>
                      <a:pt x="8" y="22"/>
                      <a:pt x="8" y="24"/>
                    </a:cubicBezTo>
                    <a:cubicBezTo>
                      <a:pt x="7" y="27"/>
                      <a:pt x="5" y="38"/>
                      <a:pt x="5" y="41"/>
                    </a:cubicBezTo>
                    <a:cubicBezTo>
                      <a:pt x="4" y="44"/>
                      <a:pt x="3" y="48"/>
                      <a:pt x="0" y="50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282" name="Freeform 872">
                <a:extLst>
                  <a:ext uri="{FF2B5EF4-FFF2-40B4-BE49-F238E27FC236}">
                    <a16:creationId xmlns:a16="http://schemas.microsoft.com/office/drawing/2014/main" id="{A6710BCB-53C8-4EE3-A60D-44AF4D5876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1" y="2297"/>
                <a:ext cx="21" cy="55"/>
              </a:xfrm>
              <a:custGeom>
                <a:avLst/>
                <a:gdLst>
                  <a:gd name="T0" fmla="*/ 41 w 15"/>
                  <a:gd name="T1" fmla="*/ 0 h 41"/>
                  <a:gd name="T2" fmla="*/ 25 w 15"/>
                  <a:gd name="T3" fmla="*/ 31 h 41"/>
                  <a:gd name="T4" fmla="*/ 8 w 15"/>
                  <a:gd name="T5" fmla="*/ 79 h 41"/>
                  <a:gd name="T6" fmla="*/ 0 w 15"/>
                  <a:gd name="T7" fmla="*/ 99 h 4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41">
                    <a:moveTo>
                      <a:pt x="15" y="0"/>
                    </a:moveTo>
                    <a:cubicBezTo>
                      <a:pt x="14" y="5"/>
                      <a:pt x="11" y="10"/>
                      <a:pt x="9" y="13"/>
                    </a:cubicBezTo>
                    <a:cubicBezTo>
                      <a:pt x="7" y="17"/>
                      <a:pt x="3" y="31"/>
                      <a:pt x="3" y="33"/>
                    </a:cubicBezTo>
                    <a:cubicBezTo>
                      <a:pt x="2" y="35"/>
                      <a:pt x="0" y="41"/>
                      <a:pt x="0" y="41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283" name="Freeform 873">
                <a:extLst>
                  <a:ext uri="{FF2B5EF4-FFF2-40B4-BE49-F238E27FC236}">
                    <a16:creationId xmlns:a16="http://schemas.microsoft.com/office/drawing/2014/main" id="{AFADB1A3-CC14-4E1A-A991-64B2A8DE51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6" y="2310"/>
                <a:ext cx="7" cy="19"/>
              </a:xfrm>
              <a:custGeom>
                <a:avLst/>
                <a:gdLst>
                  <a:gd name="T0" fmla="*/ 14 w 5"/>
                  <a:gd name="T1" fmla="*/ 0 h 14"/>
                  <a:gd name="T2" fmla="*/ 0 w 5"/>
                  <a:gd name="T3" fmla="*/ 35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4">
                    <a:moveTo>
                      <a:pt x="5" y="0"/>
                    </a:moveTo>
                    <a:cubicBezTo>
                      <a:pt x="3" y="3"/>
                      <a:pt x="0" y="14"/>
                      <a:pt x="0" y="14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284" name="Freeform 874">
                <a:extLst>
                  <a:ext uri="{FF2B5EF4-FFF2-40B4-BE49-F238E27FC236}">
                    <a16:creationId xmlns:a16="http://schemas.microsoft.com/office/drawing/2014/main" id="{7B1C3B03-4F62-47E1-A546-DA86E934AE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2" y="2340"/>
                <a:ext cx="29" cy="43"/>
              </a:xfrm>
              <a:custGeom>
                <a:avLst/>
                <a:gdLst>
                  <a:gd name="T0" fmla="*/ 54 w 21"/>
                  <a:gd name="T1" fmla="*/ 0 h 32"/>
                  <a:gd name="T2" fmla="*/ 54 w 21"/>
                  <a:gd name="T3" fmla="*/ 31 h 32"/>
                  <a:gd name="T4" fmla="*/ 32 w 21"/>
                  <a:gd name="T5" fmla="*/ 56 h 32"/>
                  <a:gd name="T6" fmla="*/ 0 w 21"/>
                  <a:gd name="T7" fmla="*/ 78 h 3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32">
                    <a:moveTo>
                      <a:pt x="20" y="0"/>
                    </a:moveTo>
                    <a:cubicBezTo>
                      <a:pt x="18" y="6"/>
                      <a:pt x="21" y="11"/>
                      <a:pt x="20" y="13"/>
                    </a:cubicBezTo>
                    <a:cubicBezTo>
                      <a:pt x="16" y="15"/>
                      <a:pt x="12" y="21"/>
                      <a:pt x="12" y="23"/>
                    </a:cubicBezTo>
                    <a:cubicBezTo>
                      <a:pt x="8" y="24"/>
                      <a:pt x="2" y="29"/>
                      <a:pt x="0" y="32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285" name="Freeform 875">
                <a:extLst>
                  <a:ext uri="{FF2B5EF4-FFF2-40B4-BE49-F238E27FC236}">
                    <a16:creationId xmlns:a16="http://schemas.microsoft.com/office/drawing/2014/main" id="{C6125C2C-1904-4970-A733-F88F40CFCB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7" y="2359"/>
                <a:ext cx="11" cy="2"/>
              </a:xfrm>
              <a:custGeom>
                <a:avLst/>
                <a:gdLst>
                  <a:gd name="T0" fmla="*/ 21 w 8"/>
                  <a:gd name="T1" fmla="*/ 0 h 2"/>
                  <a:gd name="T2" fmla="*/ 0 w 8"/>
                  <a:gd name="T3" fmla="*/ 2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2">
                    <a:moveTo>
                      <a:pt x="8" y="0"/>
                    </a:moveTo>
                    <a:cubicBezTo>
                      <a:pt x="5" y="0"/>
                      <a:pt x="0" y="2"/>
                      <a:pt x="0" y="2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286" name="Freeform 876">
                <a:extLst>
                  <a:ext uri="{FF2B5EF4-FFF2-40B4-BE49-F238E27FC236}">
                    <a16:creationId xmlns:a16="http://schemas.microsoft.com/office/drawing/2014/main" id="{CE5FBF3F-96A1-414B-A593-F32AC7D3B4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9" y="2326"/>
                <a:ext cx="18" cy="20"/>
              </a:xfrm>
              <a:custGeom>
                <a:avLst/>
                <a:gdLst>
                  <a:gd name="T0" fmla="*/ 0 w 13"/>
                  <a:gd name="T1" fmla="*/ 20 h 15"/>
                  <a:gd name="T2" fmla="*/ 8 w 13"/>
                  <a:gd name="T3" fmla="*/ 0 h 15"/>
                  <a:gd name="T4" fmla="*/ 21 w 13"/>
                  <a:gd name="T5" fmla="*/ 1 h 15"/>
                  <a:gd name="T6" fmla="*/ 33 w 13"/>
                  <a:gd name="T7" fmla="*/ 21 h 15"/>
                  <a:gd name="T8" fmla="*/ 29 w 13"/>
                  <a:gd name="T9" fmla="*/ 36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5">
                    <a:moveTo>
                      <a:pt x="0" y="8"/>
                    </a:moveTo>
                    <a:cubicBezTo>
                      <a:pt x="1" y="4"/>
                      <a:pt x="3" y="0"/>
                      <a:pt x="3" y="0"/>
                    </a:cubicBezTo>
                    <a:cubicBezTo>
                      <a:pt x="3" y="0"/>
                      <a:pt x="6" y="0"/>
                      <a:pt x="8" y="1"/>
                    </a:cubicBezTo>
                    <a:cubicBezTo>
                      <a:pt x="10" y="2"/>
                      <a:pt x="12" y="5"/>
                      <a:pt x="12" y="9"/>
                    </a:cubicBezTo>
                    <a:cubicBezTo>
                      <a:pt x="13" y="12"/>
                      <a:pt x="11" y="15"/>
                      <a:pt x="11" y="15"/>
                    </a:cubicBezTo>
                  </a:path>
                </a:pathLst>
              </a:custGeom>
              <a:noFill/>
              <a:ln w="4763" cap="rnd">
                <a:solidFill>
                  <a:srgbClr val="C9A29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287" name="Freeform 877">
                <a:extLst>
                  <a:ext uri="{FF2B5EF4-FFF2-40B4-BE49-F238E27FC236}">
                    <a16:creationId xmlns:a16="http://schemas.microsoft.com/office/drawing/2014/main" id="{C5138E3F-C2EA-4A7A-9B86-4DE35228AD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2" y="2342"/>
                <a:ext cx="8" cy="4"/>
              </a:xfrm>
              <a:custGeom>
                <a:avLst/>
                <a:gdLst>
                  <a:gd name="T0" fmla="*/ 15 w 6"/>
                  <a:gd name="T1" fmla="*/ 5 h 3"/>
                  <a:gd name="T2" fmla="*/ 0 w 6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3">
                    <a:moveTo>
                      <a:pt x="6" y="2"/>
                    </a:moveTo>
                    <a:cubicBezTo>
                      <a:pt x="3" y="3"/>
                      <a:pt x="2" y="2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C9A29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288" name="Freeform 878">
                <a:extLst>
                  <a:ext uri="{FF2B5EF4-FFF2-40B4-BE49-F238E27FC236}">
                    <a16:creationId xmlns:a16="http://schemas.microsoft.com/office/drawing/2014/main" id="{79BC38C4-8201-46B7-85BA-D3B243131C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5" y="2333"/>
                <a:ext cx="6" cy="4"/>
              </a:xfrm>
              <a:custGeom>
                <a:avLst/>
                <a:gdLst>
                  <a:gd name="T0" fmla="*/ 8 w 5"/>
                  <a:gd name="T1" fmla="*/ 0 h 3"/>
                  <a:gd name="T2" fmla="*/ 0 w 5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3">
                    <a:moveTo>
                      <a:pt x="5" y="0"/>
                    </a:moveTo>
                    <a:cubicBezTo>
                      <a:pt x="3" y="3"/>
                      <a:pt x="1" y="1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C9A29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289" name="Freeform 879">
                <a:extLst>
                  <a:ext uri="{FF2B5EF4-FFF2-40B4-BE49-F238E27FC236}">
                    <a16:creationId xmlns:a16="http://schemas.microsoft.com/office/drawing/2014/main" id="{FBD91087-AAE6-4D07-9633-5E75B61E2A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9" y="2305"/>
                <a:ext cx="10" cy="4"/>
              </a:xfrm>
              <a:custGeom>
                <a:avLst/>
                <a:gdLst>
                  <a:gd name="T0" fmla="*/ 16 w 8"/>
                  <a:gd name="T1" fmla="*/ 7 h 3"/>
                  <a:gd name="T2" fmla="*/ 0 w 8"/>
                  <a:gd name="T3" fmla="*/ 1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3">
                    <a:moveTo>
                      <a:pt x="8" y="3"/>
                    </a:moveTo>
                    <a:cubicBezTo>
                      <a:pt x="5" y="1"/>
                      <a:pt x="2" y="0"/>
                      <a:pt x="0" y="1"/>
                    </a:cubicBezTo>
                  </a:path>
                </a:pathLst>
              </a:custGeom>
              <a:noFill/>
              <a:ln w="4763" cap="rnd">
                <a:solidFill>
                  <a:srgbClr val="C9A29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290" name="Freeform 880">
                <a:extLst>
                  <a:ext uri="{FF2B5EF4-FFF2-40B4-BE49-F238E27FC236}">
                    <a16:creationId xmlns:a16="http://schemas.microsoft.com/office/drawing/2014/main" id="{D3CE7172-6547-40CC-A3FF-DCDDB55B31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9" y="2313"/>
                <a:ext cx="9" cy="3"/>
              </a:xfrm>
              <a:custGeom>
                <a:avLst/>
                <a:gdLst>
                  <a:gd name="T0" fmla="*/ 15 w 7"/>
                  <a:gd name="T1" fmla="*/ 0 h 2"/>
                  <a:gd name="T2" fmla="*/ 0 w 7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2">
                    <a:moveTo>
                      <a:pt x="7" y="0"/>
                    </a:moveTo>
                    <a:cubicBezTo>
                      <a:pt x="3" y="1"/>
                      <a:pt x="3" y="2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C9A29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291" name="Freeform 881">
                <a:extLst>
                  <a:ext uri="{FF2B5EF4-FFF2-40B4-BE49-F238E27FC236}">
                    <a16:creationId xmlns:a16="http://schemas.microsoft.com/office/drawing/2014/main" id="{FC5E78BF-35B3-4613-8EE7-18C14D879B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0" y="2264"/>
                <a:ext cx="5" cy="26"/>
              </a:xfrm>
              <a:custGeom>
                <a:avLst/>
                <a:gdLst>
                  <a:gd name="T0" fmla="*/ 0 w 4"/>
                  <a:gd name="T1" fmla="*/ 0 h 19"/>
                  <a:gd name="T2" fmla="*/ 5 w 4"/>
                  <a:gd name="T3" fmla="*/ 21 h 19"/>
                  <a:gd name="T4" fmla="*/ 6 w 4"/>
                  <a:gd name="T5" fmla="*/ 40 h 19"/>
                  <a:gd name="T6" fmla="*/ 8 w 4"/>
                  <a:gd name="T7" fmla="*/ 49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19">
                    <a:moveTo>
                      <a:pt x="0" y="0"/>
                    </a:moveTo>
                    <a:cubicBezTo>
                      <a:pt x="0" y="3"/>
                      <a:pt x="0" y="5"/>
                      <a:pt x="2" y="8"/>
                    </a:cubicBezTo>
                    <a:cubicBezTo>
                      <a:pt x="3" y="11"/>
                      <a:pt x="2" y="13"/>
                      <a:pt x="3" y="15"/>
                    </a:cubicBezTo>
                    <a:cubicBezTo>
                      <a:pt x="4" y="16"/>
                      <a:pt x="4" y="19"/>
                      <a:pt x="4" y="19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292" name="Freeform 882">
                <a:extLst>
                  <a:ext uri="{FF2B5EF4-FFF2-40B4-BE49-F238E27FC236}">
                    <a16:creationId xmlns:a16="http://schemas.microsoft.com/office/drawing/2014/main" id="{9A8FEABA-A272-4F7E-9844-52B6D88E3A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4" y="2359"/>
                <a:ext cx="10" cy="2"/>
              </a:xfrm>
              <a:custGeom>
                <a:avLst/>
                <a:gdLst>
                  <a:gd name="T0" fmla="*/ 20 w 7"/>
                  <a:gd name="T1" fmla="*/ 2 h 2"/>
                  <a:gd name="T2" fmla="*/ 0 w 7"/>
                  <a:gd name="T3" fmla="*/ 1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2">
                    <a:moveTo>
                      <a:pt x="7" y="2"/>
                    </a:moveTo>
                    <a:cubicBezTo>
                      <a:pt x="5" y="0"/>
                      <a:pt x="3" y="1"/>
                      <a:pt x="0" y="1"/>
                    </a:cubicBezTo>
                  </a:path>
                </a:pathLst>
              </a:custGeom>
              <a:noFill/>
              <a:ln w="4763" cap="rnd">
                <a:solidFill>
                  <a:srgbClr val="C9A29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293" name="Freeform 883">
                <a:extLst>
                  <a:ext uri="{FF2B5EF4-FFF2-40B4-BE49-F238E27FC236}">
                    <a16:creationId xmlns:a16="http://schemas.microsoft.com/office/drawing/2014/main" id="{2AAF7BCC-311F-4D66-AF19-4C11B07712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0" y="2364"/>
                <a:ext cx="8" cy="5"/>
              </a:xfrm>
              <a:custGeom>
                <a:avLst/>
                <a:gdLst>
                  <a:gd name="T0" fmla="*/ 15 w 6"/>
                  <a:gd name="T1" fmla="*/ 8 h 4"/>
                  <a:gd name="T2" fmla="*/ 0 w 6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4">
                    <a:moveTo>
                      <a:pt x="6" y="4"/>
                    </a:moveTo>
                    <a:cubicBezTo>
                      <a:pt x="6" y="4"/>
                      <a:pt x="1" y="1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C9A29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294" name="Freeform 884">
                <a:extLst>
                  <a:ext uri="{FF2B5EF4-FFF2-40B4-BE49-F238E27FC236}">
                    <a16:creationId xmlns:a16="http://schemas.microsoft.com/office/drawing/2014/main" id="{C41FBFD2-12C4-45BC-B90D-339114E9CA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4" y="2364"/>
                <a:ext cx="122" cy="65"/>
              </a:xfrm>
              <a:custGeom>
                <a:avLst/>
                <a:gdLst>
                  <a:gd name="T0" fmla="*/ 0 w 90"/>
                  <a:gd name="T1" fmla="*/ 119 h 48"/>
                  <a:gd name="T2" fmla="*/ 92 w 90"/>
                  <a:gd name="T3" fmla="*/ 72 h 48"/>
                  <a:gd name="T4" fmla="*/ 224 w 90"/>
                  <a:gd name="T5" fmla="*/ 0 h 4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0" h="48">
                    <a:moveTo>
                      <a:pt x="0" y="48"/>
                    </a:moveTo>
                    <a:cubicBezTo>
                      <a:pt x="12" y="41"/>
                      <a:pt x="23" y="34"/>
                      <a:pt x="37" y="29"/>
                    </a:cubicBezTo>
                    <a:cubicBezTo>
                      <a:pt x="56" y="22"/>
                      <a:pt x="73" y="12"/>
                      <a:pt x="90" y="0"/>
                    </a:cubicBezTo>
                  </a:path>
                </a:pathLst>
              </a:custGeom>
              <a:noFill/>
              <a:ln w="4763" cap="rnd">
                <a:solidFill>
                  <a:srgbClr val="AE7A6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295" name="Freeform 885">
                <a:extLst>
                  <a:ext uri="{FF2B5EF4-FFF2-40B4-BE49-F238E27FC236}">
                    <a16:creationId xmlns:a16="http://schemas.microsoft.com/office/drawing/2014/main" id="{FFE0774F-6E8D-4B7F-B299-6AEFB876AA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2" y="2387"/>
                <a:ext cx="150" cy="62"/>
              </a:xfrm>
              <a:custGeom>
                <a:avLst/>
                <a:gdLst>
                  <a:gd name="T0" fmla="*/ 0 w 111"/>
                  <a:gd name="T1" fmla="*/ 0 h 46"/>
                  <a:gd name="T2" fmla="*/ 274 w 111"/>
                  <a:gd name="T3" fmla="*/ 113 h 4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1" h="46">
                    <a:moveTo>
                      <a:pt x="0" y="0"/>
                    </a:moveTo>
                    <a:cubicBezTo>
                      <a:pt x="32" y="7"/>
                      <a:pt x="81" y="37"/>
                      <a:pt x="111" y="46"/>
                    </a:cubicBezTo>
                  </a:path>
                </a:pathLst>
              </a:custGeom>
              <a:noFill/>
              <a:ln w="4763" cap="rnd">
                <a:solidFill>
                  <a:srgbClr val="AE7A6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296" name="Freeform 886">
                <a:extLst>
                  <a:ext uri="{FF2B5EF4-FFF2-40B4-BE49-F238E27FC236}">
                    <a16:creationId xmlns:a16="http://schemas.microsoft.com/office/drawing/2014/main" id="{F696E1E0-B355-4C86-819E-B352E4AE58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0" y="961"/>
                <a:ext cx="278" cy="228"/>
              </a:xfrm>
              <a:custGeom>
                <a:avLst/>
                <a:gdLst>
                  <a:gd name="T0" fmla="*/ 443 w 205"/>
                  <a:gd name="T1" fmla="*/ 281 h 169"/>
                  <a:gd name="T2" fmla="*/ 448 w 205"/>
                  <a:gd name="T3" fmla="*/ 332 h 169"/>
                  <a:gd name="T4" fmla="*/ 454 w 205"/>
                  <a:gd name="T5" fmla="*/ 416 h 169"/>
                  <a:gd name="T6" fmla="*/ 456 w 205"/>
                  <a:gd name="T7" fmla="*/ 416 h 169"/>
                  <a:gd name="T8" fmla="*/ 471 w 205"/>
                  <a:gd name="T9" fmla="*/ 356 h 169"/>
                  <a:gd name="T10" fmla="*/ 475 w 205"/>
                  <a:gd name="T11" fmla="*/ 337 h 169"/>
                  <a:gd name="T12" fmla="*/ 476 w 205"/>
                  <a:gd name="T13" fmla="*/ 325 h 169"/>
                  <a:gd name="T14" fmla="*/ 476 w 205"/>
                  <a:gd name="T15" fmla="*/ 325 h 169"/>
                  <a:gd name="T16" fmla="*/ 481 w 205"/>
                  <a:gd name="T17" fmla="*/ 318 h 169"/>
                  <a:gd name="T18" fmla="*/ 496 w 205"/>
                  <a:gd name="T19" fmla="*/ 325 h 169"/>
                  <a:gd name="T20" fmla="*/ 499 w 205"/>
                  <a:gd name="T21" fmla="*/ 325 h 169"/>
                  <a:gd name="T22" fmla="*/ 499 w 205"/>
                  <a:gd name="T23" fmla="*/ 267 h 169"/>
                  <a:gd name="T24" fmla="*/ 491 w 205"/>
                  <a:gd name="T25" fmla="*/ 204 h 169"/>
                  <a:gd name="T26" fmla="*/ 481 w 205"/>
                  <a:gd name="T27" fmla="*/ 146 h 169"/>
                  <a:gd name="T28" fmla="*/ 460 w 205"/>
                  <a:gd name="T29" fmla="*/ 85 h 169"/>
                  <a:gd name="T30" fmla="*/ 357 w 205"/>
                  <a:gd name="T31" fmla="*/ 20 h 169"/>
                  <a:gd name="T32" fmla="*/ 294 w 205"/>
                  <a:gd name="T33" fmla="*/ 1 h 169"/>
                  <a:gd name="T34" fmla="*/ 243 w 205"/>
                  <a:gd name="T35" fmla="*/ 0 h 169"/>
                  <a:gd name="T36" fmla="*/ 118 w 205"/>
                  <a:gd name="T37" fmla="*/ 43 h 169"/>
                  <a:gd name="T38" fmla="*/ 64 w 205"/>
                  <a:gd name="T39" fmla="*/ 73 h 169"/>
                  <a:gd name="T40" fmla="*/ 33 w 205"/>
                  <a:gd name="T41" fmla="*/ 125 h 169"/>
                  <a:gd name="T42" fmla="*/ 12 w 205"/>
                  <a:gd name="T43" fmla="*/ 171 h 169"/>
                  <a:gd name="T44" fmla="*/ 16 w 205"/>
                  <a:gd name="T45" fmla="*/ 197 h 169"/>
                  <a:gd name="T46" fmla="*/ 1 w 205"/>
                  <a:gd name="T47" fmla="*/ 219 h 169"/>
                  <a:gd name="T48" fmla="*/ 9 w 205"/>
                  <a:gd name="T49" fmla="*/ 240 h 169"/>
                  <a:gd name="T50" fmla="*/ 12 w 205"/>
                  <a:gd name="T51" fmla="*/ 270 h 169"/>
                  <a:gd name="T52" fmla="*/ 26 w 205"/>
                  <a:gd name="T53" fmla="*/ 322 h 169"/>
                  <a:gd name="T54" fmla="*/ 26 w 205"/>
                  <a:gd name="T55" fmla="*/ 322 h 169"/>
                  <a:gd name="T56" fmla="*/ 35 w 205"/>
                  <a:gd name="T57" fmla="*/ 318 h 169"/>
                  <a:gd name="T58" fmla="*/ 42 w 205"/>
                  <a:gd name="T59" fmla="*/ 325 h 169"/>
                  <a:gd name="T60" fmla="*/ 42 w 205"/>
                  <a:gd name="T61" fmla="*/ 325 h 169"/>
                  <a:gd name="T62" fmla="*/ 45 w 205"/>
                  <a:gd name="T63" fmla="*/ 337 h 169"/>
                  <a:gd name="T64" fmla="*/ 47 w 205"/>
                  <a:gd name="T65" fmla="*/ 356 h 169"/>
                  <a:gd name="T66" fmla="*/ 61 w 205"/>
                  <a:gd name="T67" fmla="*/ 406 h 169"/>
                  <a:gd name="T68" fmla="*/ 62 w 205"/>
                  <a:gd name="T69" fmla="*/ 406 h 169"/>
                  <a:gd name="T70" fmla="*/ 71 w 205"/>
                  <a:gd name="T71" fmla="*/ 333 h 169"/>
                  <a:gd name="T72" fmla="*/ 72 w 205"/>
                  <a:gd name="T73" fmla="*/ 267 h 169"/>
                  <a:gd name="T74" fmla="*/ 64 w 205"/>
                  <a:gd name="T75" fmla="*/ 220 h 169"/>
                  <a:gd name="T76" fmla="*/ 114 w 205"/>
                  <a:gd name="T77" fmla="*/ 135 h 169"/>
                  <a:gd name="T78" fmla="*/ 175 w 205"/>
                  <a:gd name="T79" fmla="*/ 142 h 169"/>
                  <a:gd name="T80" fmla="*/ 247 w 205"/>
                  <a:gd name="T81" fmla="*/ 146 h 169"/>
                  <a:gd name="T82" fmla="*/ 315 w 205"/>
                  <a:gd name="T83" fmla="*/ 155 h 169"/>
                  <a:gd name="T84" fmla="*/ 408 w 205"/>
                  <a:gd name="T85" fmla="*/ 161 h 169"/>
                  <a:gd name="T86" fmla="*/ 443 w 205"/>
                  <a:gd name="T87" fmla="*/ 281 h 169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205" h="169">
                    <a:moveTo>
                      <a:pt x="178" y="114"/>
                    </a:moveTo>
                    <a:cubicBezTo>
                      <a:pt x="177" y="118"/>
                      <a:pt x="178" y="132"/>
                      <a:pt x="179" y="135"/>
                    </a:cubicBezTo>
                    <a:cubicBezTo>
                      <a:pt x="181" y="145"/>
                      <a:pt x="182" y="157"/>
                      <a:pt x="182" y="169"/>
                    </a:cubicBezTo>
                    <a:cubicBezTo>
                      <a:pt x="183" y="169"/>
                      <a:pt x="183" y="169"/>
                      <a:pt x="183" y="169"/>
                    </a:cubicBezTo>
                    <a:cubicBezTo>
                      <a:pt x="184" y="161"/>
                      <a:pt x="189" y="145"/>
                      <a:pt x="189" y="145"/>
                    </a:cubicBezTo>
                    <a:cubicBezTo>
                      <a:pt x="189" y="145"/>
                      <a:pt x="189" y="141"/>
                      <a:pt x="190" y="137"/>
                    </a:cubicBezTo>
                    <a:cubicBezTo>
                      <a:pt x="190" y="136"/>
                      <a:pt x="191" y="134"/>
                      <a:pt x="191" y="133"/>
                    </a:cubicBezTo>
                    <a:cubicBezTo>
                      <a:pt x="191" y="133"/>
                      <a:pt x="191" y="133"/>
                      <a:pt x="191" y="133"/>
                    </a:cubicBezTo>
                    <a:cubicBezTo>
                      <a:pt x="191" y="132"/>
                      <a:pt x="193" y="130"/>
                      <a:pt x="193" y="130"/>
                    </a:cubicBezTo>
                    <a:cubicBezTo>
                      <a:pt x="195" y="128"/>
                      <a:pt x="198" y="130"/>
                      <a:pt x="199" y="133"/>
                    </a:cubicBezTo>
                    <a:cubicBezTo>
                      <a:pt x="199" y="133"/>
                      <a:pt x="199" y="133"/>
                      <a:pt x="200" y="133"/>
                    </a:cubicBezTo>
                    <a:cubicBezTo>
                      <a:pt x="205" y="126"/>
                      <a:pt x="201" y="116"/>
                      <a:pt x="200" y="109"/>
                    </a:cubicBezTo>
                    <a:cubicBezTo>
                      <a:pt x="200" y="100"/>
                      <a:pt x="202" y="91"/>
                      <a:pt x="197" y="83"/>
                    </a:cubicBezTo>
                    <a:cubicBezTo>
                      <a:pt x="192" y="73"/>
                      <a:pt x="194" y="69"/>
                      <a:pt x="193" y="59"/>
                    </a:cubicBezTo>
                    <a:cubicBezTo>
                      <a:pt x="192" y="52"/>
                      <a:pt x="188" y="40"/>
                      <a:pt x="184" y="35"/>
                    </a:cubicBezTo>
                    <a:cubicBezTo>
                      <a:pt x="173" y="20"/>
                      <a:pt x="158" y="20"/>
                      <a:pt x="143" y="8"/>
                    </a:cubicBezTo>
                    <a:cubicBezTo>
                      <a:pt x="134" y="1"/>
                      <a:pt x="130" y="2"/>
                      <a:pt x="118" y="1"/>
                    </a:cubicBezTo>
                    <a:cubicBezTo>
                      <a:pt x="111" y="1"/>
                      <a:pt x="104" y="0"/>
                      <a:pt x="97" y="0"/>
                    </a:cubicBezTo>
                    <a:cubicBezTo>
                      <a:pt x="77" y="1"/>
                      <a:pt x="63" y="7"/>
                      <a:pt x="47" y="18"/>
                    </a:cubicBezTo>
                    <a:cubicBezTo>
                      <a:pt x="40" y="22"/>
                      <a:pt x="32" y="25"/>
                      <a:pt x="26" y="30"/>
                    </a:cubicBezTo>
                    <a:cubicBezTo>
                      <a:pt x="20" y="36"/>
                      <a:pt x="17" y="44"/>
                      <a:pt x="13" y="51"/>
                    </a:cubicBezTo>
                    <a:cubicBezTo>
                      <a:pt x="10" y="58"/>
                      <a:pt x="5" y="63"/>
                      <a:pt x="5" y="70"/>
                    </a:cubicBezTo>
                    <a:cubicBezTo>
                      <a:pt x="5" y="73"/>
                      <a:pt x="8" y="76"/>
                      <a:pt x="7" y="80"/>
                    </a:cubicBezTo>
                    <a:cubicBezTo>
                      <a:pt x="6" y="83"/>
                      <a:pt x="1" y="86"/>
                      <a:pt x="1" y="89"/>
                    </a:cubicBezTo>
                    <a:cubicBezTo>
                      <a:pt x="0" y="92"/>
                      <a:pt x="3" y="95"/>
                      <a:pt x="4" y="98"/>
                    </a:cubicBezTo>
                    <a:cubicBezTo>
                      <a:pt x="5" y="102"/>
                      <a:pt x="5" y="106"/>
                      <a:pt x="5" y="110"/>
                    </a:cubicBezTo>
                    <a:cubicBezTo>
                      <a:pt x="5" y="118"/>
                      <a:pt x="6" y="124"/>
                      <a:pt x="10" y="131"/>
                    </a:cubicBezTo>
                    <a:cubicBezTo>
                      <a:pt x="10" y="131"/>
                      <a:pt x="10" y="131"/>
                      <a:pt x="10" y="131"/>
                    </a:cubicBezTo>
                    <a:cubicBezTo>
                      <a:pt x="11" y="129"/>
                      <a:pt x="13" y="129"/>
                      <a:pt x="14" y="130"/>
                    </a:cubicBezTo>
                    <a:cubicBezTo>
                      <a:pt x="14" y="130"/>
                      <a:pt x="17" y="132"/>
                      <a:pt x="17" y="133"/>
                    </a:cubicBezTo>
                    <a:cubicBezTo>
                      <a:pt x="17" y="133"/>
                      <a:pt x="17" y="133"/>
                      <a:pt x="17" y="133"/>
                    </a:cubicBezTo>
                    <a:cubicBezTo>
                      <a:pt x="17" y="134"/>
                      <a:pt x="17" y="136"/>
                      <a:pt x="18" y="137"/>
                    </a:cubicBezTo>
                    <a:cubicBezTo>
                      <a:pt x="18" y="141"/>
                      <a:pt x="19" y="145"/>
                      <a:pt x="19" y="145"/>
                    </a:cubicBezTo>
                    <a:cubicBezTo>
                      <a:pt x="19" y="145"/>
                      <a:pt x="23" y="158"/>
                      <a:pt x="24" y="165"/>
                    </a:cubicBezTo>
                    <a:cubicBezTo>
                      <a:pt x="25" y="165"/>
                      <a:pt x="25" y="165"/>
                      <a:pt x="25" y="165"/>
                    </a:cubicBezTo>
                    <a:cubicBezTo>
                      <a:pt x="25" y="155"/>
                      <a:pt x="26" y="145"/>
                      <a:pt x="28" y="136"/>
                    </a:cubicBezTo>
                    <a:cubicBezTo>
                      <a:pt x="28" y="133"/>
                      <a:pt x="30" y="115"/>
                      <a:pt x="29" y="109"/>
                    </a:cubicBezTo>
                    <a:cubicBezTo>
                      <a:pt x="29" y="103"/>
                      <a:pt x="27" y="97"/>
                      <a:pt x="26" y="90"/>
                    </a:cubicBezTo>
                    <a:cubicBezTo>
                      <a:pt x="22" y="75"/>
                      <a:pt x="33" y="62"/>
                      <a:pt x="46" y="55"/>
                    </a:cubicBezTo>
                    <a:cubicBezTo>
                      <a:pt x="55" y="51"/>
                      <a:pt x="61" y="55"/>
                      <a:pt x="70" y="58"/>
                    </a:cubicBezTo>
                    <a:cubicBezTo>
                      <a:pt x="80" y="61"/>
                      <a:pt x="89" y="59"/>
                      <a:pt x="99" y="59"/>
                    </a:cubicBezTo>
                    <a:cubicBezTo>
                      <a:pt x="109" y="59"/>
                      <a:pt x="117" y="63"/>
                      <a:pt x="126" y="63"/>
                    </a:cubicBezTo>
                    <a:cubicBezTo>
                      <a:pt x="140" y="62"/>
                      <a:pt x="151" y="57"/>
                      <a:pt x="164" y="65"/>
                    </a:cubicBezTo>
                    <a:cubicBezTo>
                      <a:pt x="182" y="76"/>
                      <a:pt x="180" y="95"/>
                      <a:pt x="178" y="114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297" name="Freeform 887">
                <a:extLst>
                  <a:ext uri="{FF2B5EF4-FFF2-40B4-BE49-F238E27FC236}">
                    <a16:creationId xmlns:a16="http://schemas.microsoft.com/office/drawing/2014/main" id="{2A7A1BC2-B106-49C3-946A-C33B71DCAF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6" y="1134"/>
                <a:ext cx="27" cy="105"/>
              </a:xfrm>
              <a:custGeom>
                <a:avLst/>
                <a:gdLst>
                  <a:gd name="T0" fmla="*/ 47 w 20"/>
                  <a:gd name="T1" fmla="*/ 20 h 78"/>
                  <a:gd name="T2" fmla="*/ 30 w 20"/>
                  <a:gd name="T3" fmla="*/ 5 h 78"/>
                  <a:gd name="T4" fmla="*/ 26 w 20"/>
                  <a:gd name="T5" fmla="*/ 12 h 78"/>
                  <a:gd name="T6" fmla="*/ 26 w 20"/>
                  <a:gd name="T7" fmla="*/ 12 h 78"/>
                  <a:gd name="T8" fmla="*/ 22 w 20"/>
                  <a:gd name="T9" fmla="*/ 22 h 78"/>
                  <a:gd name="T10" fmla="*/ 20 w 20"/>
                  <a:gd name="T11" fmla="*/ 42 h 78"/>
                  <a:gd name="T12" fmla="*/ 5 w 20"/>
                  <a:gd name="T13" fmla="*/ 100 h 78"/>
                  <a:gd name="T14" fmla="*/ 1 w 20"/>
                  <a:gd name="T15" fmla="*/ 100 h 78"/>
                  <a:gd name="T16" fmla="*/ 1 w 20"/>
                  <a:gd name="T17" fmla="*/ 174 h 78"/>
                  <a:gd name="T18" fmla="*/ 0 w 20"/>
                  <a:gd name="T19" fmla="*/ 190 h 78"/>
                  <a:gd name="T20" fmla="*/ 0 w 20"/>
                  <a:gd name="T21" fmla="*/ 190 h 78"/>
                  <a:gd name="T22" fmla="*/ 22 w 20"/>
                  <a:gd name="T23" fmla="*/ 171 h 78"/>
                  <a:gd name="T24" fmla="*/ 32 w 20"/>
                  <a:gd name="T25" fmla="*/ 147 h 78"/>
                  <a:gd name="T26" fmla="*/ 36 w 20"/>
                  <a:gd name="T27" fmla="*/ 114 h 78"/>
                  <a:gd name="T28" fmla="*/ 42 w 20"/>
                  <a:gd name="T29" fmla="*/ 69 h 78"/>
                  <a:gd name="T30" fmla="*/ 47 w 20"/>
                  <a:gd name="T31" fmla="*/ 20 h 78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20" h="78">
                    <a:moveTo>
                      <a:pt x="19" y="8"/>
                    </a:moveTo>
                    <a:cubicBezTo>
                      <a:pt x="18" y="3"/>
                      <a:pt x="15" y="0"/>
                      <a:pt x="12" y="2"/>
                    </a:cubicBezTo>
                    <a:cubicBezTo>
                      <a:pt x="12" y="2"/>
                      <a:pt x="10" y="4"/>
                      <a:pt x="10" y="5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0" y="6"/>
                      <a:pt x="9" y="8"/>
                      <a:pt x="9" y="9"/>
                    </a:cubicBezTo>
                    <a:cubicBezTo>
                      <a:pt x="8" y="13"/>
                      <a:pt x="8" y="17"/>
                      <a:pt x="8" y="17"/>
                    </a:cubicBezTo>
                    <a:cubicBezTo>
                      <a:pt x="8" y="17"/>
                      <a:pt x="3" y="33"/>
                      <a:pt x="2" y="41"/>
                    </a:cubicBezTo>
                    <a:cubicBezTo>
                      <a:pt x="1" y="41"/>
                      <a:pt x="1" y="41"/>
                      <a:pt x="1" y="41"/>
                    </a:cubicBezTo>
                    <a:cubicBezTo>
                      <a:pt x="1" y="52"/>
                      <a:pt x="1" y="62"/>
                      <a:pt x="1" y="71"/>
                    </a:cubicBezTo>
                    <a:cubicBezTo>
                      <a:pt x="1" y="73"/>
                      <a:pt x="0" y="75"/>
                      <a:pt x="0" y="78"/>
                    </a:cubicBezTo>
                    <a:cubicBezTo>
                      <a:pt x="0" y="78"/>
                      <a:pt x="0" y="78"/>
                      <a:pt x="0" y="78"/>
                    </a:cubicBezTo>
                    <a:cubicBezTo>
                      <a:pt x="3" y="77"/>
                      <a:pt x="7" y="73"/>
                      <a:pt x="9" y="70"/>
                    </a:cubicBezTo>
                    <a:cubicBezTo>
                      <a:pt x="11" y="67"/>
                      <a:pt x="11" y="64"/>
                      <a:pt x="13" y="60"/>
                    </a:cubicBezTo>
                    <a:cubicBezTo>
                      <a:pt x="15" y="56"/>
                      <a:pt x="14" y="53"/>
                      <a:pt x="15" y="47"/>
                    </a:cubicBezTo>
                    <a:cubicBezTo>
                      <a:pt x="17" y="41"/>
                      <a:pt x="17" y="31"/>
                      <a:pt x="17" y="28"/>
                    </a:cubicBezTo>
                    <a:cubicBezTo>
                      <a:pt x="16" y="24"/>
                      <a:pt x="20" y="13"/>
                      <a:pt x="19" y="8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298" name="Freeform 888">
                <a:extLst>
                  <a:ext uri="{FF2B5EF4-FFF2-40B4-BE49-F238E27FC236}">
                    <a16:creationId xmlns:a16="http://schemas.microsoft.com/office/drawing/2014/main" id="{84029B3E-ED22-4028-8B61-375D389479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0" y="1620"/>
                <a:ext cx="20" cy="28"/>
              </a:xfrm>
              <a:custGeom>
                <a:avLst/>
                <a:gdLst>
                  <a:gd name="T0" fmla="*/ 33 w 15"/>
                  <a:gd name="T1" fmla="*/ 1 h 21"/>
                  <a:gd name="T2" fmla="*/ 12 w 15"/>
                  <a:gd name="T3" fmla="*/ 7 h 21"/>
                  <a:gd name="T4" fmla="*/ 31 w 15"/>
                  <a:gd name="T5" fmla="*/ 21 h 21"/>
                  <a:gd name="T6" fmla="*/ 20 w 15"/>
                  <a:gd name="T7" fmla="*/ 33 h 21"/>
                  <a:gd name="T8" fmla="*/ 5 w 15"/>
                  <a:gd name="T9" fmla="*/ 41 h 21"/>
                  <a:gd name="T10" fmla="*/ 28 w 15"/>
                  <a:gd name="T11" fmla="*/ 49 h 2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" h="21">
                    <a:moveTo>
                      <a:pt x="14" y="1"/>
                    </a:moveTo>
                    <a:cubicBezTo>
                      <a:pt x="11" y="0"/>
                      <a:pt x="7" y="0"/>
                      <a:pt x="5" y="3"/>
                    </a:cubicBezTo>
                    <a:cubicBezTo>
                      <a:pt x="7" y="6"/>
                      <a:pt x="13" y="6"/>
                      <a:pt x="13" y="9"/>
                    </a:cubicBezTo>
                    <a:cubicBezTo>
                      <a:pt x="15" y="15"/>
                      <a:pt x="10" y="13"/>
                      <a:pt x="8" y="14"/>
                    </a:cubicBezTo>
                    <a:cubicBezTo>
                      <a:pt x="5" y="14"/>
                      <a:pt x="0" y="12"/>
                      <a:pt x="2" y="17"/>
                    </a:cubicBezTo>
                    <a:cubicBezTo>
                      <a:pt x="4" y="20"/>
                      <a:pt x="10" y="21"/>
                      <a:pt x="12" y="21"/>
                    </a:cubicBezTo>
                  </a:path>
                </a:pathLst>
              </a:custGeom>
              <a:noFill/>
              <a:ln w="9525" cap="flat">
                <a:solidFill>
                  <a:srgbClr val="FEF2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299" name="Freeform 889">
                <a:extLst>
                  <a:ext uri="{FF2B5EF4-FFF2-40B4-BE49-F238E27FC236}">
                    <a16:creationId xmlns:a16="http://schemas.microsoft.com/office/drawing/2014/main" id="{06F7F23D-FD30-4FBB-A503-841400101B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6" y="1858"/>
                <a:ext cx="23" cy="28"/>
              </a:xfrm>
              <a:custGeom>
                <a:avLst/>
                <a:gdLst>
                  <a:gd name="T0" fmla="*/ 7 w 17"/>
                  <a:gd name="T1" fmla="*/ 49 h 21"/>
                  <a:gd name="T2" fmla="*/ 5 w 17"/>
                  <a:gd name="T3" fmla="*/ 16 h 21"/>
                  <a:gd name="T4" fmla="*/ 26 w 17"/>
                  <a:gd name="T5" fmla="*/ 44 h 21"/>
                  <a:gd name="T6" fmla="*/ 30 w 17"/>
                  <a:gd name="T7" fmla="*/ 0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21">
                    <a:moveTo>
                      <a:pt x="3" y="21"/>
                    </a:moveTo>
                    <a:cubicBezTo>
                      <a:pt x="1" y="17"/>
                      <a:pt x="0" y="11"/>
                      <a:pt x="2" y="7"/>
                    </a:cubicBezTo>
                    <a:cubicBezTo>
                      <a:pt x="5" y="11"/>
                      <a:pt x="6" y="17"/>
                      <a:pt x="10" y="19"/>
                    </a:cubicBezTo>
                    <a:cubicBezTo>
                      <a:pt x="17" y="13"/>
                      <a:pt x="13" y="10"/>
                      <a:pt x="12" y="0"/>
                    </a:cubicBezTo>
                  </a:path>
                </a:pathLst>
              </a:custGeom>
              <a:noFill/>
              <a:ln w="9525" cap="flat">
                <a:solidFill>
                  <a:srgbClr val="FEF2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300" name="Freeform 890">
                <a:extLst>
                  <a:ext uri="{FF2B5EF4-FFF2-40B4-BE49-F238E27FC236}">
                    <a16:creationId xmlns:a16="http://schemas.microsoft.com/office/drawing/2014/main" id="{F7A7A68D-CB0D-40E5-80DC-BD1115FE47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4" y="1622"/>
                <a:ext cx="18" cy="30"/>
              </a:xfrm>
              <a:custGeom>
                <a:avLst/>
                <a:gdLst>
                  <a:gd name="T0" fmla="*/ 0 w 13"/>
                  <a:gd name="T1" fmla="*/ 1 h 22"/>
                  <a:gd name="T2" fmla="*/ 15 w 13"/>
                  <a:gd name="T3" fmla="*/ 0 h 22"/>
                  <a:gd name="T4" fmla="*/ 0 w 13"/>
                  <a:gd name="T5" fmla="*/ 26 h 22"/>
                  <a:gd name="T6" fmla="*/ 11 w 13"/>
                  <a:gd name="T7" fmla="*/ 56 h 22"/>
                  <a:gd name="T8" fmla="*/ 19 w 13"/>
                  <a:gd name="T9" fmla="*/ 56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22">
                    <a:moveTo>
                      <a:pt x="0" y="1"/>
                    </a:moveTo>
                    <a:cubicBezTo>
                      <a:pt x="1" y="1"/>
                      <a:pt x="4" y="0"/>
                      <a:pt x="6" y="0"/>
                    </a:cubicBezTo>
                    <a:cubicBezTo>
                      <a:pt x="7" y="4"/>
                      <a:pt x="2" y="6"/>
                      <a:pt x="0" y="10"/>
                    </a:cubicBezTo>
                    <a:cubicBezTo>
                      <a:pt x="13" y="10"/>
                      <a:pt x="9" y="14"/>
                      <a:pt x="4" y="22"/>
                    </a:cubicBezTo>
                    <a:cubicBezTo>
                      <a:pt x="5" y="22"/>
                      <a:pt x="6" y="22"/>
                      <a:pt x="7" y="22"/>
                    </a:cubicBezTo>
                  </a:path>
                </a:pathLst>
              </a:custGeom>
              <a:noFill/>
              <a:ln w="9525" cap="flat">
                <a:solidFill>
                  <a:srgbClr val="FEF2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301" name="Freeform 891">
                <a:extLst>
                  <a:ext uri="{FF2B5EF4-FFF2-40B4-BE49-F238E27FC236}">
                    <a16:creationId xmlns:a16="http://schemas.microsoft.com/office/drawing/2014/main" id="{F8406AD0-2F75-4579-B755-409E19FBF4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0" y="1809"/>
                <a:ext cx="19" cy="29"/>
              </a:xfrm>
              <a:custGeom>
                <a:avLst/>
                <a:gdLst>
                  <a:gd name="T0" fmla="*/ 35 w 14"/>
                  <a:gd name="T1" fmla="*/ 26 h 21"/>
                  <a:gd name="T2" fmla="*/ 10 w 14"/>
                  <a:gd name="T3" fmla="*/ 14 h 21"/>
                  <a:gd name="T4" fmla="*/ 27 w 14"/>
                  <a:gd name="T5" fmla="*/ 44 h 21"/>
                  <a:gd name="T6" fmla="*/ 0 w 14"/>
                  <a:gd name="T7" fmla="*/ 26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21">
                    <a:moveTo>
                      <a:pt x="14" y="10"/>
                    </a:moveTo>
                    <a:cubicBezTo>
                      <a:pt x="14" y="5"/>
                      <a:pt x="8" y="0"/>
                      <a:pt x="4" y="5"/>
                    </a:cubicBezTo>
                    <a:cubicBezTo>
                      <a:pt x="1" y="10"/>
                      <a:pt x="9" y="13"/>
                      <a:pt x="11" y="17"/>
                    </a:cubicBezTo>
                    <a:cubicBezTo>
                      <a:pt x="6" y="21"/>
                      <a:pt x="2" y="12"/>
                      <a:pt x="0" y="10"/>
                    </a:cubicBezTo>
                  </a:path>
                </a:pathLst>
              </a:custGeom>
              <a:noFill/>
              <a:ln w="9525" cap="flat">
                <a:solidFill>
                  <a:srgbClr val="FEF2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302" name="Freeform 892">
                <a:extLst>
                  <a:ext uri="{FF2B5EF4-FFF2-40B4-BE49-F238E27FC236}">
                    <a16:creationId xmlns:a16="http://schemas.microsoft.com/office/drawing/2014/main" id="{A121F283-EAE8-4E41-931D-118C4952ED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5" y="1844"/>
                <a:ext cx="11" cy="8"/>
              </a:xfrm>
              <a:custGeom>
                <a:avLst/>
                <a:gdLst>
                  <a:gd name="T0" fmla="*/ 0 w 8"/>
                  <a:gd name="T1" fmla="*/ 15 h 6"/>
                  <a:gd name="T2" fmla="*/ 21 w 8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6">
                    <a:moveTo>
                      <a:pt x="0" y="6"/>
                    </a:moveTo>
                    <a:cubicBezTo>
                      <a:pt x="3" y="5"/>
                      <a:pt x="6" y="3"/>
                      <a:pt x="8" y="0"/>
                    </a:cubicBezTo>
                  </a:path>
                </a:pathLst>
              </a:custGeom>
              <a:noFill/>
              <a:ln w="9525" cap="flat">
                <a:solidFill>
                  <a:srgbClr val="FEF2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303" name="Freeform 893">
                <a:extLst>
                  <a:ext uri="{FF2B5EF4-FFF2-40B4-BE49-F238E27FC236}">
                    <a16:creationId xmlns:a16="http://schemas.microsoft.com/office/drawing/2014/main" id="{AADEE7B8-3406-4039-95EA-15A44C67BE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2" y="1816"/>
                <a:ext cx="15" cy="16"/>
              </a:xfrm>
              <a:custGeom>
                <a:avLst/>
                <a:gdLst>
                  <a:gd name="T0" fmla="*/ 1 w 11"/>
                  <a:gd name="T1" fmla="*/ 16 h 12"/>
                  <a:gd name="T2" fmla="*/ 27 w 11"/>
                  <a:gd name="T3" fmla="*/ 0 h 12"/>
                  <a:gd name="T4" fmla="*/ 7 w 11"/>
                  <a:gd name="T5" fmla="*/ 28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2">
                    <a:moveTo>
                      <a:pt x="1" y="7"/>
                    </a:moveTo>
                    <a:cubicBezTo>
                      <a:pt x="0" y="1"/>
                      <a:pt x="6" y="0"/>
                      <a:pt x="11" y="0"/>
                    </a:cubicBezTo>
                    <a:cubicBezTo>
                      <a:pt x="11" y="4"/>
                      <a:pt x="5" y="8"/>
                      <a:pt x="3" y="12"/>
                    </a:cubicBezTo>
                  </a:path>
                </a:pathLst>
              </a:custGeom>
              <a:noFill/>
              <a:ln w="9525" cap="flat">
                <a:solidFill>
                  <a:srgbClr val="FEF2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304" name="Freeform 894">
                <a:extLst>
                  <a:ext uri="{FF2B5EF4-FFF2-40B4-BE49-F238E27FC236}">
                    <a16:creationId xmlns:a16="http://schemas.microsoft.com/office/drawing/2014/main" id="{2134E08E-61DD-44AE-8580-52952F1127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1" y="2294"/>
                <a:ext cx="49" cy="66"/>
              </a:xfrm>
              <a:custGeom>
                <a:avLst/>
                <a:gdLst>
                  <a:gd name="T0" fmla="*/ 0 w 36"/>
                  <a:gd name="T1" fmla="*/ 9 h 49"/>
                  <a:gd name="T2" fmla="*/ 15 w 36"/>
                  <a:gd name="T3" fmla="*/ 0 h 49"/>
                  <a:gd name="T4" fmla="*/ 10 w 36"/>
                  <a:gd name="T5" fmla="*/ 48 h 49"/>
                  <a:gd name="T6" fmla="*/ 35 w 36"/>
                  <a:gd name="T7" fmla="*/ 40 h 49"/>
                  <a:gd name="T8" fmla="*/ 35 w 36"/>
                  <a:gd name="T9" fmla="*/ 73 h 49"/>
                  <a:gd name="T10" fmla="*/ 76 w 36"/>
                  <a:gd name="T11" fmla="*/ 71 h 49"/>
                  <a:gd name="T12" fmla="*/ 72 w 36"/>
                  <a:gd name="T13" fmla="*/ 120 h 4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6" h="49">
                    <a:moveTo>
                      <a:pt x="0" y="4"/>
                    </a:moveTo>
                    <a:cubicBezTo>
                      <a:pt x="1" y="2"/>
                      <a:pt x="4" y="0"/>
                      <a:pt x="6" y="0"/>
                    </a:cubicBezTo>
                    <a:cubicBezTo>
                      <a:pt x="9" y="6"/>
                      <a:pt x="3" y="13"/>
                      <a:pt x="4" y="20"/>
                    </a:cubicBezTo>
                    <a:cubicBezTo>
                      <a:pt x="7" y="19"/>
                      <a:pt x="10" y="16"/>
                      <a:pt x="14" y="16"/>
                    </a:cubicBezTo>
                    <a:cubicBezTo>
                      <a:pt x="17" y="19"/>
                      <a:pt x="13" y="26"/>
                      <a:pt x="14" y="30"/>
                    </a:cubicBezTo>
                    <a:cubicBezTo>
                      <a:pt x="19" y="32"/>
                      <a:pt x="25" y="25"/>
                      <a:pt x="30" y="29"/>
                    </a:cubicBezTo>
                    <a:cubicBezTo>
                      <a:pt x="36" y="33"/>
                      <a:pt x="31" y="44"/>
                      <a:pt x="29" y="49"/>
                    </a:cubicBezTo>
                  </a:path>
                </a:pathLst>
              </a:custGeom>
              <a:noFill/>
              <a:ln w="9525" cap="flat">
                <a:solidFill>
                  <a:srgbClr val="FEF2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305" name="Freeform 895">
                <a:extLst>
                  <a:ext uri="{FF2B5EF4-FFF2-40B4-BE49-F238E27FC236}">
                    <a16:creationId xmlns:a16="http://schemas.microsoft.com/office/drawing/2014/main" id="{7D250DC4-A4F3-4AD4-85D4-042F7AB16E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0" y="2380"/>
                <a:ext cx="49" cy="30"/>
              </a:xfrm>
              <a:custGeom>
                <a:avLst/>
                <a:gdLst>
                  <a:gd name="T0" fmla="*/ 5 w 36"/>
                  <a:gd name="T1" fmla="*/ 0 h 22"/>
                  <a:gd name="T2" fmla="*/ 10 w 36"/>
                  <a:gd name="T3" fmla="*/ 30 h 22"/>
                  <a:gd name="T4" fmla="*/ 26 w 36"/>
                  <a:gd name="T5" fmla="*/ 15 h 22"/>
                  <a:gd name="T6" fmla="*/ 34 w 36"/>
                  <a:gd name="T7" fmla="*/ 41 h 22"/>
                  <a:gd name="T8" fmla="*/ 61 w 36"/>
                  <a:gd name="T9" fmla="*/ 19 h 22"/>
                  <a:gd name="T10" fmla="*/ 71 w 36"/>
                  <a:gd name="T11" fmla="*/ 56 h 22"/>
                  <a:gd name="T12" fmla="*/ 91 w 36"/>
                  <a:gd name="T13" fmla="*/ 27 h 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6" h="22">
                    <a:moveTo>
                      <a:pt x="2" y="0"/>
                    </a:moveTo>
                    <a:cubicBezTo>
                      <a:pt x="1" y="4"/>
                      <a:pt x="0" y="9"/>
                      <a:pt x="4" y="12"/>
                    </a:cubicBezTo>
                    <a:cubicBezTo>
                      <a:pt x="6" y="10"/>
                      <a:pt x="7" y="7"/>
                      <a:pt x="10" y="6"/>
                    </a:cubicBezTo>
                    <a:cubicBezTo>
                      <a:pt x="11" y="10"/>
                      <a:pt x="11" y="14"/>
                      <a:pt x="13" y="16"/>
                    </a:cubicBezTo>
                    <a:cubicBezTo>
                      <a:pt x="16" y="13"/>
                      <a:pt x="19" y="7"/>
                      <a:pt x="24" y="7"/>
                    </a:cubicBezTo>
                    <a:cubicBezTo>
                      <a:pt x="25" y="12"/>
                      <a:pt x="24" y="18"/>
                      <a:pt x="28" y="22"/>
                    </a:cubicBezTo>
                    <a:cubicBezTo>
                      <a:pt x="31" y="19"/>
                      <a:pt x="34" y="15"/>
                      <a:pt x="36" y="11"/>
                    </a:cubicBezTo>
                  </a:path>
                </a:pathLst>
              </a:custGeom>
              <a:noFill/>
              <a:ln w="9525" cap="flat">
                <a:solidFill>
                  <a:srgbClr val="FEF2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306" name="Freeform 896">
                <a:extLst>
                  <a:ext uri="{FF2B5EF4-FFF2-40B4-BE49-F238E27FC236}">
                    <a16:creationId xmlns:a16="http://schemas.microsoft.com/office/drawing/2014/main" id="{60AC1479-972C-462E-BE57-296C34BDD5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2" y="2299"/>
                <a:ext cx="38" cy="52"/>
              </a:xfrm>
              <a:custGeom>
                <a:avLst/>
                <a:gdLst>
                  <a:gd name="T0" fmla="*/ 62 w 28"/>
                  <a:gd name="T1" fmla="*/ 22 h 38"/>
                  <a:gd name="T2" fmla="*/ 53 w 28"/>
                  <a:gd name="T3" fmla="*/ 22 h 38"/>
                  <a:gd name="T4" fmla="*/ 57 w 28"/>
                  <a:gd name="T5" fmla="*/ 47 h 38"/>
                  <a:gd name="T6" fmla="*/ 27 w 28"/>
                  <a:gd name="T7" fmla="*/ 36 h 38"/>
                  <a:gd name="T8" fmla="*/ 37 w 28"/>
                  <a:gd name="T9" fmla="*/ 77 h 38"/>
                  <a:gd name="T10" fmla="*/ 14 w 28"/>
                  <a:gd name="T11" fmla="*/ 71 h 38"/>
                  <a:gd name="T12" fmla="*/ 22 w 28"/>
                  <a:gd name="T13" fmla="*/ 97 h 3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8" h="38">
                    <a:moveTo>
                      <a:pt x="25" y="9"/>
                    </a:moveTo>
                    <a:cubicBezTo>
                      <a:pt x="28" y="6"/>
                      <a:pt x="20" y="0"/>
                      <a:pt x="21" y="9"/>
                    </a:cubicBezTo>
                    <a:cubicBezTo>
                      <a:pt x="22" y="12"/>
                      <a:pt x="26" y="15"/>
                      <a:pt x="23" y="18"/>
                    </a:cubicBezTo>
                    <a:cubicBezTo>
                      <a:pt x="21" y="21"/>
                      <a:pt x="14" y="16"/>
                      <a:pt x="11" y="14"/>
                    </a:cubicBezTo>
                    <a:cubicBezTo>
                      <a:pt x="8" y="19"/>
                      <a:pt x="15" y="25"/>
                      <a:pt x="15" y="30"/>
                    </a:cubicBezTo>
                    <a:cubicBezTo>
                      <a:pt x="13" y="30"/>
                      <a:pt x="7" y="26"/>
                      <a:pt x="5" y="28"/>
                    </a:cubicBezTo>
                    <a:cubicBezTo>
                      <a:pt x="0" y="31"/>
                      <a:pt x="5" y="37"/>
                      <a:pt x="9" y="38"/>
                    </a:cubicBezTo>
                  </a:path>
                </a:pathLst>
              </a:custGeom>
              <a:noFill/>
              <a:ln w="9525" cap="flat">
                <a:solidFill>
                  <a:srgbClr val="FEF2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307" name="Freeform 897">
                <a:extLst>
                  <a:ext uri="{FF2B5EF4-FFF2-40B4-BE49-F238E27FC236}">
                    <a16:creationId xmlns:a16="http://schemas.microsoft.com/office/drawing/2014/main" id="{EA7108F0-75DD-44C7-848A-5C381E3E5D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8" y="2364"/>
                <a:ext cx="37" cy="32"/>
              </a:xfrm>
              <a:custGeom>
                <a:avLst/>
                <a:gdLst>
                  <a:gd name="T0" fmla="*/ 67 w 27"/>
                  <a:gd name="T1" fmla="*/ 0 h 24"/>
                  <a:gd name="T2" fmla="*/ 64 w 27"/>
                  <a:gd name="T3" fmla="*/ 21 h 24"/>
                  <a:gd name="T4" fmla="*/ 47 w 27"/>
                  <a:gd name="T5" fmla="*/ 7 h 24"/>
                  <a:gd name="T6" fmla="*/ 44 w 27"/>
                  <a:gd name="T7" fmla="*/ 33 h 24"/>
                  <a:gd name="T8" fmla="*/ 26 w 27"/>
                  <a:gd name="T9" fmla="*/ 27 h 24"/>
                  <a:gd name="T10" fmla="*/ 0 w 27"/>
                  <a:gd name="T11" fmla="*/ 28 h 2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7" h="24">
                    <a:moveTo>
                      <a:pt x="26" y="0"/>
                    </a:moveTo>
                    <a:cubicBezTo>
                      <a:pt x="26" y="3"/>
                      <a:pt x="27" y="6"/>
                      <a:pt x="25" y="9"/>
                    </a:cubicBezTo>
                    <a:cubicBezTo>
                      <a:pt x="22" y="9"/>
                      <a:pt x="20" y="6"/>
                      <a:pt x="18" y="3"/>
                    </a:cubicBezTo>
                    <a:cubicBezTo>
                      <a:pt x="17" y="7"/>
                      <a:pt x="20" y="11"/>
                      <a:pt x="17" y="14"/>
                    </a:cubicBezTo>
                    <a:cubicBezTo>
                      <a:pt x="14" y="14"/>
                      <a:pt x="12" y="13"/>
                      <a:pt x="10" y="11"/>
                    </a:cubicBezTo>
                    <a:cubicBezTo>
                      <a:pt x="8" y="24"/>
                      <a:pt x="8" y="17"/>
                      <a:pt x="0" y="12"/>
                    </a:cubicBezTo>
                  </a:path>
                </a:pathLst>
              </a:custGeom>
              <a:noFill/>
              <a:ln w="9525" cap="flat">
                <a:solidFill>
                  <a:srgbClr val="FEF2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308" name="Freeform 898">
                <a:extLst>
                  <a:ext uri="{FF2B5EF4-FFF2-40B4-BE49-F238E27FC236}">
                    <a16:creationId xmlns:a16="http://schemas.microsoft.com/office/drawing/2014/main" id="{3E0E3265-D7D8-4AFF-A353-DCD75C78B7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8" y="2173"/>
                <a:ext cx="9" cy="11"/>
              </a:xfrm>
              <a:custGeom>
                <a:avLst/>
                <a:gdLst>
                  <a:gd name="T0" fmla="*/ 0 w 7"/>
                  <a:gd name="T1" fmla="*/ 21 h 8"/>
                  <a:gd name="T2" fmla="*/ 15 w 7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8">
                    <a:moveTo>
                      <a:pt x="0" y="8"/>
                    </a:moveTo>
                    <a:cubicBezTo>
                      <a:pt x="0" y="4"/>
                      <a:pt x="4" y="2"/>
                      <a:pt x="7" y="0"/>
                    </a:cubicBezTo>
                  </a:path>
                </a:pathLst>
              </a:custGeom>
              <a:noFill/>
              <a:ln w="9525" cap="flat">
                <a:solidFill>
                  <a:srgbClr val="FEF2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309" name="Freeform 899">
                <a:extLst>
                  <a:ext uri="{FF2B5EF4-FFF2-40B4-BE49-F238E27FC236}">
                    <a16:creationId xmlns:a16="http://schemas.microsoft.com/office/drawing/2014/main" id="{0E5956F9-41F0-417E-BF29-CCF3CBDACF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6" y="2534"/>
                <a:ext cx="12" cy="14"/>
              </a:xfrm>
              <a:custGeom>
                <a:avLst/>
                <a:gdLst>
                  <a:gd name="T0" fmla="*/ 0 w 9"/>
                  <a:gd name="T1" fmla="*/ 8 h 11"/>
                  <a:gd name="T2" fmla="*/ 20 w 9"/>
                  <a:gd name="T3" fmla="*/ 8 h 11"/>
                  <a:gd name="T4" fmla="*/ 0 w 9"/>
                  <a:gd name="T5" fmla="*/ 23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1">
                    <a:moveTo>
                      <a:pt x="0" y="4"/>
                    </a:moveTo>
                    <a:cubicBezTo>
                      <a:pt x="2" y="2"/>
                      <a:pt x="6" y="0"/>
                      <a:pt x="8" y="4"/>
                    </a:cubicBezTo>
                    <a:cubicBezTo>
                      <a:pt x="9" y="7"/>
                      <a:pt x="0" y="11"/>
                      <a:pt x="0" y="11"/>
                    </a:cubicBezTo>
                  </a:path>
                </a:pathLst>
              </a:custGeom>
              <a:noFill/>
              <a:ln w="9525" cap="flat">
                <a:solidFill>
                  <a:srgbClr val="FEF2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310" name="Freeform 900">
                <a:extLst>
                  <a:ext uri="{FF2B5EF4-FFF2-40B4-BE49-F238E27FC236}">
                    <a16:creationId xmlns:a16="http://schemas.microsoft.com/office/drawing/2014/main" id="{24198814-49D4-483A-816A-EB52857312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3" y="2468"/>
                <a:ext cx="12" cy="16"/>
              </a:xfrm>
              <a:custGeom>
                <a:avLst/>
                <a:gdLst>
                  <a:gd name="T0" fmla="*/ 20 w 9"/>
                  <a:gd name="T1" fmla="*/ 1 h 12"/>
                  <a:gd name="T2" fmla="*/ 1 w 9"/>
                  <a:gd name="T3" fmla="*/ 9 h 12"/>
                  <a:gd name="T4" fmla="*/ 21 w 9"/>
                  <a:gd name="T5" fmla="*/ 21 h 12"/>
                  <a:gd name="T6" fmla="*/ 0 w 9"/>
                  <a:gd name="T7" fmla="*/ 28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12">
                    <a:moveTo>
                      <a:pt x="8" y="1"/>
                    </a:moveTo>
                    <a:cubicBezTo>
                      <a:pt x="5" y="0"/>
                      <a:pt x="2" y="1"/>
                      <a:pt x="1" y="4"/>
                    </a:cubicBezTo>
                    <a:cubicBezTo>
                      <a:pt x="4" y="5"/>
                      <a:pt x="7" y="6"/>
                      <a:pt x="9" y="9"/>
                    </a:cubicBezTo>
                    <a:cubicBezTo>
                      <a:pt x="7" y="11"/>
                      <a:pt x="4" y="12"/>
                      <a:pt x="0" y="12"/>
                    </a:cubicBezTo>
                  </a:path>
                </a:pathLst>
              </a:custGeom>
              <a:noFill/>
              <a:ln w="9525" cap="flat">
                <a:solidFill>
                  <a:srgbClr val="FEF2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311" name="Freeform 901">
                <a:extLst>
                  <a:ext uri="{FF2B5EF4-FFF2-40B4-BE49-F238E27FC236}">
                    <a16:creationId xmlns:a16="http://schemas.microsoft.com/office/drawing/2014/main" id="{157C81EF-2780-4BE0-AFCA-816EA79D37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3" y="2470"/>
                <a:ext cx="13" cy="12"/>
              </a:xfrm>
              <a:custGeom>
                <a:avLst/>
                <a:gdLst>
                  <a:gd name="T0" fmla="*/ 0 w 9"/>
                  <a:gd name="T1" fmla="*/ 1 h 9"/>
                  <a:gd name="T2" fmla="*/ 27 w 9"/>
                  <a:gd name="T3" fmla="*/ 5 h 9"/>
                  <a:gd name="T4" fmla="*/ 0 w 9"/>
                  <a:gd name="T5" fmla="*/ 21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9">
                    <a:moveTo>
                      <a:pt x="0" y="1"/>
                    </a:moveTo>
                    <a:cubicBezTo>
                      <a:pt x="3" y="0"/>
                      <a:pt x="6" y="0"/>
                      <a:pt x="9" y="2"/>
                    </a:cubicBezTo>
                    <a:cubicBezTo>
                      <a:pt x="8" y="6"/>
                      <a:pt x="4" y="8"/>
                      <a:pt x="0" y="9"/>
                    </a:cubicBezTo>
                  </a:path>
                </a:pathLst>
              </a:custGeom>
              <a:noFill/>
              <a:ln w="9525" cap="flat">
                <a:solidFill>
                  <a:srgbClr val="FEF2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312" name="Freeform 902">
                <a:extLst>
                  <a:ext uri="{FF2B5EF4-FFF2-40B4-BE49-F238E27FC236}">
                    <a16:creationId xmlns:a16="http://schemas.microsoft.com/office/drawing/2014/main" id="{14DF8272-3F14-44B4-AE99-D30C7848EF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1" y="1875"/>
                <a:ext cx="21" cy="22"/>
              </a:xfrm>
              <a:custGeom>
                <a:avLst/>
                <a:gdLst>
                  <a:gd name="T0" fmla="*/ 37 w 16"/>
                  <a:gd name="T1" fmla="*/ 21 h 16"/>
                  <a:gd name="T2" fmla="*/ 9 w 16"/>
                  <a:gd name="T3" fmla="*/ 32 h 16"/>
                  <a:gd name="T4" fmla="*/ 5 w 16"/>
                  <a:gd name="T5" fmla="*/ 0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16">
                    <a:moveTo>
                      <a:pt x="16" y="8"/>
                    </a:moveTo>
                    <a:cubicBezTo>
                      <a:pt x="12" y="11"/>
                      <a:pt x="11" y="16"/>
                      <a:pt x="4" y="12"/>
                    </a:cubicBezTo>
                    <a:cubicBezTo>
                      <a:pt x="0" y="8"/>
                      <a:pt x="2" y="4"/>
                      <a:pt x="2" y="0"/>
                    </a:cubicBezTo>
                  </a:path>
                </a:pathLst>
              </a:custGeom>
              <a:noFill/>
              <a:ln w="9525" cap="flat">
                <a:solidFill>
                  <a:srgbClr val="FEE2D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313" name="Freeform 903">
                <a:extLst>
                  <a:ext uri="{FF2B5EF4-FFF2-40B4-BE49-F238E27FC236}">
                    <a16:creationId xmlns:a16="http://schemas.microsoft.com/office/drawing/2014/main" id="{3AFD7A16-3D6F-45B7-976D-CF7426EA89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6" y="1302"/>
                <a:ext cx="377" cy="2352"/>
              </a:xfrm>
              <a:custGeom>
                <a:avLst/>
                <a:gdLst>
                  <a:gd name="T0" fmla="*/ 553 w 278"/>
                  <a:gd name="T1" fmla="*/ 4264 h 1747"/>
                  <a:gd name="T2" fmla="*/ 583 w 278"/>
                  <a:gd name="T3" fmla="*/ 4217 h 1747"/>
                  <a:gd name="T4" fmla="*/ 587 w 278"/>
                  <a:gd name="T5" fmla="*/ 4191 h 1747"/>
                  <a:gd name="T6" fmla="*/ 589 w 278"/>
                  <a:gd name="T7" fmla="*/ 4129 h 1747"/>
                  <a:gd name="T8" fmla="*/ 583 w 278"/>
                  <a:gd name="T9" fmla="*/ 4094 h 1747"/>
                  <a:gd name="T10" fmla="*/ 510 w 278"/>
                  <a:gd name="T11" fmla="*/ 3701 h 1747"/>
                  <a:gd name="T12" fmla="*/ 449 w 278"/>
                  <a:gd name="T13" fmla="*/ 3199 h 1747"/>
                  <a:gd name="T14" fmla="*/ 389 w 278"/>
                  <a:gd name="T15" fmla="*/ 2905 h 1747"/>
                  <a:gd name="T16" fmla="*/ 301 w 278"/>
                  <a:gd name="T17" fmla="*/ 2481 h 1747"/>
                  <a:gd name="T18" fmla="*/ 300 w 278"/>
                  <a:gd name="T19" fmla="*/ 2009 h 1747"/>
                  <a:gd name="T20" fmla="*/ 320 w 278"/>
                  <a:gd name="T21" fmla="*/ 1776 h 1747"/>
                  <a:gd name="T22" fmla="*/ 300 w 278"/>
                  <a:gd name="T23" fmla="*/ 1474 h 1747"/>
                  <a:gd name="T24" fmla="*/ 327 w 278"/>
                  <a:gd name="T25" fmla="*/ 957 h 1747"/>
                  <a:gd name="T26" fmla="*/ 281 w 278"/>
                  <a:gd name="T27" fmla="*/ 1078 h 1747"/>
                  <a:gd name="T28" fmla="*/ 218 w 278"/>
                  <a:gd name="T29" fmla="*/ 1283 h 1747"/>
                  <a:gd name="T30" fmla="*/ 167 w 278"/>
                  <a:gd name="T31" fmla="*/ 1492 h 1747"/>
                  <a:gd name="T32" fmla="*/ 155 w 278"/>
                  <a:gd name="T33" fmla="*/ 1566 h 1747"/>
                  <a:gd name="T34" fmla="*/ 161 w 278"/>
                  <a:gd name="T35" fmla="*/ 1598 h 1747"/>
                  <a:gd name="T36" fmla="*/ 184 w 278"/>
                  <a:gd name="T37" fmla="*/ 1642 h 1747"/>
                  <a:gd name="T38" fmla="*/ 216 w 278"/>
                  <a:gd name="T39" fmla="*/ 1726 h 1747"/>
                  <a:gd name="T40" fmla="*/ 217 w 278"/>
                  <a:gd name="T41" fmla="*/ 1770 h 1747"/>
                  <a:gd name="T42" fmla="*/ 226 w 278"/>
                  <a:gd name="T43" fmla="*/ 1851 h 1747"/>
                  <a:gd name="T44" fmla="*/ 218 w 278"/>
                  <a:gd name="T45" fmla="*/ 1896 h 1747"/>
                  <a:gd name="T46" fmla="*/ 176 w 278"/>
                  <a:gd name="T47" fmla="*/ 1838 h 1747"/>
                  <a:gd name="T48" fmla="*/ 161 w 278"/>
                  <a:gd name="T49" fmla="*/ 1781 h 1747"/>
                  <a:gd name="T50" fmla="*/ 155 w 278"/>
                  <a:gd name="T51" fmla="*/ 1770 h 1747"/>
                  <a:gd name="T52" fmla="*/ 141 w 278"/>
                  <a:gd name="T53" fmla="*/ 1801 h 1747"/>
                  <a:gd name="T54" fmla="*/ 134 w 278"/>
                  <a:gd name="T55" fmla="*/ 1858 h 1747"/>
                  <a:gd name="T56" fmla="*/ 140 w 278"/>
                  <a:gd name="T57" fmla="*/ 1888 h 1747"/>
                  <a:gd name="T58" fmla="*/ 170 w 278"/>
                  <a:gd name="T59" fmla="*/ 1890 h 1747"/>
                  <a:gd name="T60" fmla="*/ 184 w 278"/>
                  <a:gd name="T61" fmla="*/ 1914 h 1747"/>
                  <a:gd name="T62" fmla="*/ 161 w 278"/>
                  <a:gd name="T63" fmla="*/ 1921 h 1747"/>
                  <a:gd name="T64" fmla="*/ 202 w 278"/>
                  <a:gd name="T65" fmla="*/ 1945 h 1747"/>
                  <a:gd name="T66" fmla="*/ 187 w 278"/>
                  <a:gd name="T67" fmla="*/ 1962 h 1747"/>
                  <a:gd name="T68" fmla="*/ 191 w 278"/>
                  <a:gd name="T69" fmla="*/ 1982 h 1747"/>
                  <a:gd name="T70" fmla="*/ 161 w 278"/>
                  <a:gd name="T71" fmla="*/ 1974 h 1747"/>
                  <a:gd name="T72" fmla="*/ 138 w 278"/>
                  <a:gd name="T73" fmla="*/ 1964 h 1747"/>
                  <a:gd name="T74" fmla="*/ 104 w 278"/>
                  <a:gd name="T75" fmla="*/ 1940 h 1747"/>
                  <a:gd name="T76" fmla="*/ 76 w 278"/>
                  <a:gd name="T77" fmla="*/ 1925 h 1747"/>
                  <a:gd name="T78" fmla="*/ 62 w 278"/>
                  <a:gd name="T79" fmla="*/ 1905 h 1747"/>
                  <a:gd name="T80" fmla="*/ 56 w 278"/>
                  <a:gd name="T81" fmla="*/ 1896 h 1747"/>
                  <a:gd name="T82" fmla="*/ 35 w 278"/>
                  <a:gd name="T83" fmla="*/ 1862 h 1747"/>
                  <a:gd name="T84" fmla="*/ 22 w 278"/>
                  <a:gd name="T85" fmla="*/ 1847 h 1747"/>
                  <a:gd name="T86" fmla="*/ 9 w 278"/>
                  <a:gd name="T87" fmla="*/ 1801 h 1747"/>
                  <a:gd name="T88" fmla="*/ 0 w 278"/>
                  <a:gd name="T89" fmla="*/ 1718 h 1747"/>
                  <a:gd name="T90" fmla="*/ 5 w 278"/>
                  <a:gd name="T91" fmla="*/ 1626 h 1747"/>
                  <a:gd name="T92" fmla="*/ 5 w 278"/>
                  <a:gd name="T93" fmla="*/ 1523 h 1747"/>
                  <a:gd name="T94" fmla="*/ 7 w 278"/>
                  <a:gd name="T95" fmla="*/ 1204 h 1747"/>
                  <a:gd name="T96" fmla="*/ 37 w 278"/>
                  <a:gd name="T97" fmla="*/ 977 h 1747"/>
                  <a:gd name="T98" fmla="*/ 92 w 278"/>
                  <a:gd name="T99" fmla="*/ 817 h 1747"/>
                  <a:gd name="T100" fmla="*/ 96 w 278"/>
                  <a:gd name="T101" fmla="*/ 810 h 1747"/>
                  <a:gd name="T102" fmla="*/ 167 w 278"/>
                  <a:gd name="T103" fmla="*/ 506 h 1747"/>
                  <a:gd name="T104" fmla="*/ 269 w 278"/>
                  <a:gd name="T105" fmla="*/ 271 h 1747"/>
                  <a:gd name="T106" fmla="*/ 434 w 278"/>
                  <a:gd name="T107" fmla="*/ 178 h 1747"/>
                  <a:gd name="T108" fmla="*/ 673 w 278"/>
                  <a:gd name="T109" fmla="*/ 77 h 1747"/>
                  <a:gd name="T110" fmla="*/ 693 w 278"/>
                  <a:gd name="T111" fmla="*/ 0 h 1747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0" t="0" r="r" b="b"/>
                <a:pathLst>
                  <a:path w="278" h="1747">
                    <a:moveTo>
                      <a:pt x="222" y="1747"/>
                    </a:moveTo>
                    <a:cubicBezTo>
                      <a:pt x="228" y="1740"/>
                      <a:pt x="232" y="1733"/>
                      <a:pt x="234" y="1728"/>
                    </a:cubicBezTo>
                    <a:cubicBezTo>
                      <a:pt x="236" y="1724"/>
                      <a:pt x="235" y="1719"/>
                      <a:pt x="235" y="1717"/>
                    </a:cubicBezTo>
                    <a:cubicBezTo>
                      <a:pt x="232" y="1708"/>
                      <a:pt x="235" y="1698"/>
                      <a:pt x="236" y="1692"/>
                    </a:cubicBezTo>
                    <a:cubicBezTo>
                      <a:pt x="237" y="1690"/>
                      <a:pt x="235" y="1686"/>
                      <a:pt x="234" y="1678"/>
                    </a:cubicBezTo>
                    <a:cubicBezTo>
                      <a:pt x="233" y="1661"/>
                      <a:pt x="231" y="1612"/>
                      <a:pt x="204" y="1517"/>
                    </a:cubicBezTo>
                    <a:cubicBezTo>
                      <a:pt x="178" y="1423"/>
                      <a:pt x="195" y="1349"/>
                      <a:pt x="180" y="1311"/>
                    </a:cubicBezTo>
                    <a:cubicBezTo>
                      <a:pt x="166" y="1274"/>
                      <a:pt x="158" y="1215"/>
                      <a:pt x="156" y="1191"/>
                    </a:cubicBezTo>
                    <a:cubicBezTo>
                      <a:pt x="155" y="1167"/>
                      <a:pt x="126" y="1111"/>
                      <a:pt x="121" y="1017"/>
                    </a:cubicBezTo>
                    <a:cubicBezTo>
                      <a:pt x="115" y="907"/>
                      <a:pt x="117" y="851"/>
                      <a:pt x="120" y="823"/>
                    </a:cubicBezTo>
                    <a:cubicBezTo>
                      <a:pt x="122" y="795"/>
                      <a:pt x="128" y="752"/>
                      <a:pt x="128" y="728"/>
                    </a:cubicBezTo>
                    <a:cubicBezTo>
                      <a:pt x="132" y="695"/>
                      <a:pt x="130" y="716"/>
                      <a:pt x="120" y="604"/>
                    </a:cubicBezTo>
                    <a:cubicBezTo>
                      <a:pt x="113" y="535"/>
                      <a:pt x="123" y="440"/>
                      <a:pt x="131" y="392"/>
                    </a:cubicBezTo>
                    <a:cubicBezTo>
                      <a:pt x="128" y="409"/>
                      <a:pt x="115" y="425"/>
                      <a:pt x="113" y="442"/>
                    </a:cubicBezTo>
                    <a:cubicBezTo>
                      <a:pt x="112" y="461"/>
                      <a:pt x="93" y="508"/>
                      <a:pt x="88" y="526"/>
                    </a:cubicBezTo>
                    <a:cubicBezTo>
                      <a:pt x="80" y="554"/>
                      <a:pt x="71" y="582"/>
                      <a:pt x="67" y="611"/>
                    </a:cubicBezTo>
                    <a:cubicBezTo>
                      <a:pt x="66" y="621"/>
                      <a:pt x="62" y="632"/>
                      <a:pt x="62" y="642"/>
                    </a:cubicBezTo>
                    <a:cubicBezTo>
                      <a:pt x="62" y="645"/>
                      <a:pt x="63" y="649"/>
                      <a:pt x="65" y="655"/>
                    </a:cubicBezTo>
                    <a:cubicBezTo>
                      <a:pt x="68" y="661"/>
                      <a:pt x="73" y="670"/>
                      <a:pt x="74" y="673"/>
                    </a:cubicBezTo>
                    <a:cubicBezTo>
                      <a:pt x="76" y="677"/>
                      <a:pt x="86" y="703"/>
                      <a:pt x="86" y="707"/>
                    </a:cubicBezTo>
                    <a:cubicBezTo>
                      <a:pt x="87" y="711"/>
                      <a:pt x="88" y="722"/>
                      <a:pt x="87" y="726"/>
                    </a:cubicBezTo>
                    <a:cubicBezTo>
                      <a:pt x="87" y="730"/>
                      <a:pt x="91" y="754"/>
                      <a:pt x="91" y="758"/>
                    </a:cubicBezTo>
                    <a:cubicBezTo>
                      <a:pt x="91" y="761"/>
                      <a:pt x="97" y="777"/>
                      <a:pt x="88" y="777"/>
                    </a:cubicBezTo>
                    <a:cubicBezTo>
                      <a:pt x="74" y="778"/>
                      <a:pt x="72" y="760"/>
                      <a:pt x="71" y="753"/>
                    </a:cubicBezTo>
                    <a:cubicBezTo>
                      <a:pt x="69" y="746"/>
                      <a:pt x="65" y="733"/>
                      <a:pt x="65" y="730"/>
                    </a:cubicBezTo>
                    <a:cubicBezTo>
                      <a:pt x="65" y="727"/>
                      <a:pt x="63" y="725"/>
                      <a:pt x="62" y="726"/>
                    </a:cubicBezTo>
                    <a:cubicBezTo>
                      <a:pt x="61" y="726"/>
                      <a:pt x="57" y="735"/>
                      <a:pt x="57" y="738"/>
                    </a:cubicBezTo>
                    <a:cubicBezTo>
                      <a:pt x="57" y="740"/>
                      <a:pt x="56" y="756"/>
                      <a:pt x="54" y="761"/>
                    </a:cubicBezTo>
                    <a:cubicBezTo>
                      <a:pt x="54" y="761"/>
                      <a:pt x="56" y="769"/>
                      <a:pt x="56" y="773"/>
                    </a:cubicBezTo>
                    <a:cubicBezTo>
                      <a:pt x="56" y="773"/>
                      <a:pt x="64" y="773"/>
                      <a:pt x="68" y="775"/>
                    </a:cubicBezTo>
                    <a:cubicBezTo>
                      <a:pt x="72" y="776"/>
                      <a:pt x="75" y="782"/>
                      <a:pt x="74" y="784"/>
                    </a:cubicBezTo>
                    <a:cubicBezTo>
                      <a:pt x="72" y="786"/>
                      <a:pt x="68" y="786"/>
                      <a:pt x="65" y="787"/>
                    </a:cubicBezTo>
                    <a:cubicBezTo>
                      <a:pt x="76" y="787"/>
                      <a:pt x="79" y="790"/>
                      <a:pt x="81" y="797"/>
                    </a:cubicBezTo>
                    <a:cubicBezTo>
                      <a:pt x="83" y="803"/>
                      <a:pt x="80" y="803"/>
                      <a:pt x="75" y="804"/>
                    </a:cubicBezTo>
                    <a:cubicBezTo>
                      <a:pt x="75" y="804"/>
                      <a:pt x="78" y="809"/>
                      <a:pt x="77" y="812"/>
                    </a:cubicBezTo>
                    <a:cubicBezTo>
                      <a:pt x="77" y="814"/>
                      <a:pt x="68" y="812"/>
                      <a:pt x="65" y="809"/>
                    </a:cubicBezTo>
                    <a:cubicBezTo>
                      <a:pt x="62" y="807"/>
                      <a:pt x="57" y="807"/>
                      <a:pt x="55" y="805"/>
                    </a:cubicBezTo>
                    <a:cubicBezTo>
                      <a:pt x="53" y="802"/>
                      <a:pt x="42" y="795"/>
                      <a:pt x="42" y="795"/>
                    </a:cubicBezTo>
                    <a:cubicBezTo>
                      <a:pt x="42" y="795"/>
                      <a:pt x="33" y="792"/>
                      <a:pt x="30" y="789"/>
                    </a:cubicBezTo>
                    <a:cubicBezTo>
                      <a:pt x="27" y="785"/>
                      <a:pt x="25" y="781"/>
                      <a:pt x="25" y="781"/>
                    </a:cubicBezTo>
                    <a:cubicBezTo>
                      <a:pt x="25" y="781"/>
                      <a:pt x="23" y="779"/>
                      <a:pt x="22" y="777"/>
                    </a:cubicBezTo>
                    <a:cubicBezTo>
                      <a:pt x="21" y="774"/>
                      <a:pt x="14" y="763"/>
                      <a:pt x="14" y="763"/>
                    </a:cubicBezTo>
                    <a:cubicBezTo>
                      <a:pt x="14" y="763"/>
                      <a:pt x="9" y="760"/>
                      <a:pt x="9" y="757"/>
                    </a:cubicBezTo>
                    <a:cubicBezTo>
                      <a:pt x="8" y="754"/>
                      <a:pt x="5" y="745"/>
                      <a:pt x="4" y="738"/>
                    </a:cubicBezTo>
                    <a:cubicBezTo>
                      <a:pt x="3" y="731"/>
                      <a:pt x="0" y="714"/>
                      <a:pt x="0" y="704"/>
                    </a:cubicBezTo>
                    <a:cubicBezTo>
                      <a:pt x="0" y="695"/>
                      <a:pt x="2" y="678"/>
                      <a:pt x="2" y="666"/>
                    </a:cubicBezTo>
                    <a:cubicBezTo>
                      <a:pt x="2" y="652"/>
                      <a:pt x="2" y="638"/>
                      <a:pt x="2" y="624"/>
                    </a:cubicBezTo>
                    <a:cubicBezTo>
                      <a:pt x="0" y="580"/>
                      <a:pt x="1" y="537"/>
                      <a:pt x="3" y="493"/>
                    </a:cubicBezTo>
                    <a:cubicBezTo>
                      <a:pt x="4" y="473"/>
                      <a:pt x="10" y="419"/>
                      <a:pt x="15" y="400"/>
                    </a:cubicBezTo>
                    <a:cubicBezTo>
                      <a:pt x="21" y="381"/>
                      <a:pt x="32" y="354"/>
                      <a:pt x="37" y="335"/>
                    </a:cubicBezTo>
                    <a:cubicBezTo>
                      <a:pt x="38" y="332"/>
                      <a:pt x="38" y="332"/>
                      <a:pt x="38" y="332"/>
                    </a:cubicBezTo>
                    <a:cubicBezTo>
                      <a:pt x="39" y="320"/>
                      <a:pt x="57" y="230"/>
                      <a:pt x="67" y="207"/>
                    </a:cubicBezTo>
                    <a:cubicBezTo>
                      <a:pt x="76" y="186"/>
                      <a:pt x="88" y="132"/>
                      <a:pt x="108" y="111"/>
                    </a:cubicBezTo>
                    <a:cubicBezTo>
                      <a:pt x="128" y="89"/>
                      <a:pt x="143" y="86"/>
                      <a:pt x="174" y="73"/>
                    </a:cubicBezTo>
                    <a:cubicBezTo>
                      <a:pt x="209" y="59"/>
                      <a:pt x="250" y="40"/>
                      <a:pt x="270" y="31"/>
                    </a:cubicBezTo>
                    <a:cubicBezTo>
                      <a:pt x="276" y="27"/>
                      <a:pt x="277" y="16"/>
                      <a:pt x="278" y="0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314" name="Freeform 904">
                <a:extLst>
                  <a:ext uri="{FF2B5EF4-FFF2-40B4-BE49-F238E27FC236}">
                    <a16:creationId xmlns:a16="http://schemas.microsoft.com/office/drawing/2014/main" id="{87DFC1A0-152D-4EA1-9753-567391D6EC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9" y="2581"/>
                <a:ext cx="83" cy="1098"/>
              </a:xfrm>
              <a:custGeom>
                <a:avLst/>
                <a:gdLst>
                  <a:gd name="T0" fmla="*/ 118 w 61"/>
                  <a:gd name="T1" fmla="*/ 1987 h 816"/>
                  <a:gd name="T2" fmla="*/ 133 w 61"/>
                  <a:gd name="T3" fmla="*/ 1845 h 816"/>
                  <a:gd name="T4" fmla="*/ 139 w 61"/>
                  <a:gd name="T5" fmla="*/ 1740 h 816"/>
                  <a:gd name="T6" fmla="*/ 135 w 61"/>
                  <a:gd name="T7" fmla="*/ 1740 h 816"/>
                  <a:gd name="T8" fmla="*/ 113 w 61"/>
                  <a:gd name="T9" fmla="*/ 1274 h 816"/>
                  <a:gd name="T10" fmla="*/ 124 w 61"/>
                  <a:gd name="T11" fmla="*/ 826 h 816"/>
                  <a:gd name="T12" fmla="*/ 106 w 61"/>
                  <a:gd name="T13" fmla="*/ 519 h 816"/>
                  <a:gd name="T14" fmla="*/ 76 w 61"/>
                  <a:gd name="T15" fmla="*/ 0 h 816"/>
                  <a:gd name="T16" fmla="*/ 48 w 61"/>
                  <a:gd name="T17" fmla="*/ 519 h 816"/>
                  <a:gd name="T18" fmla="*/ 22 w 61"/>
                  <a:gd name="T19" fmla="*/ 821 h 816"/>
                  <a:gd name="T20" fmla="*/ 41 w 61"/>
                  <a:gd name="T21" fmla="*/ 1274 h 816"/>
                  <a:gd name="T22" fmla="*/ 19 w 61"/>
                  <a:gd name="T23" fmla="*/ 1740 h 816"/>
                  <a:gd name="T24" fmla="*/ 15 w 61"/>
                  <a:gd name="T25" fmla="*/ 1740 h 816"/>
                  <a:gd name="T26" fmla="*/ 20 w 61"/>
                  <a:gd name="T27" fmla="*/ 1845 h 816"/>
                  <a:gd name="T28" fmla="*/ 35 w 61"/>
                  <a:gd name="T29" fmla="*/ 1987 h 81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61" h="816">
                    <a:moveTo>
                      <a:pt x="47" y="816"/>
                    </a:moveTo>
                    <a:cubicBezTo>
                      <a:pt x="46" y="806"/>
                      <a:pt x="54" y="763"/>
                      <a:pt x="53" y="757"/>
                    </a:cubicBezTo>
                    <a:cubicBezTo>
                      <a:pt x="51" y="745"/>
                      <a:pt x="51" y="733"/>
                      <a:pt x="55" y="714"/>
                    </a:cubicBezTo>
                    <a:cubicBezTo>
                      <a:pt x="54" y="714"/>
                      <a:pt x="54" y="714"/>
                      <a:pt x="54" y="714"/>
                    </a:cubicBezTo>
                    <a:cubicBezTo>
                      <a:pt x="61" y="637"/>
                      <a:pt x="54" y="599"/>
                      <a:pt x="45" y="523"/>
                    </a:cubicBezTo>
                    <a:cubicBezTo>
                      <a:pt x="35" y="447"/>
                      <a:pt x="46" y="375"/>
                      <a:pt x="49" y="339"/>
                    </a:cubicBezTo>
                    <a:cubicBezTo>
                      <a:pt x="52" y="303"/>
                      <a:pt x="46" y="268"/>
                      <a:pt x="42" y="213"/>
                    </a:cubicBezTo>
                    <a:cubicBezTo>
                      <a:pt x="33" y="136"/>
                      <a:pt x="30" y="108"/>
                      <a:pt x="30" y="0"/>
                    </a:cubicBezTo>
                    <a:cubicBezTo>
                      <a:pt x="30" y="177"/>
                      <a:pt x="24" y="139"/>
                      <a:pt x="19" y="213"/>
                    </a:cubicBezTo>
                    <a:cubicBezTo>
                      <a:pt x="15" y="268"/>
                      <a:pt x="6" y="301"/>
                      <a:pt x="9" y="337"/>
                    </a:cubicBezTo>
                    <a:cubicBezTo>
                      <a:pt x="12" y="373"/>
                      <a:pt x="26" y="447"/>
                      <a:pt x="16" y="523"/>
                    </a:cubicBezTo>
                    <a:cubicBezTo>
                      <a:pt x="7" y="599"/>
                      <a:pt x="0" y="637"/>
                      <a:pt x="7" y="714"/>
                    </a:cubicBezTo>
                    <a:cubicBezTo>
                      <a:pt x="6" y="714"/>
                      <a:pt x="6" y="714"/>
                      <a:pt x="6" y="714"/>
                    </a:cubicBezTo>
                    <a:cubicBezTo>
                      <a:pt x="10" y="733"/>
                      <a:pt x="9" y="745"/>
                      <a:pt x="8" y="757"/>
                    </a:cubicBezTo>
                    <a:cubicBezTo>
                      <a:pt x="7" y="763"/>
                      <a:pt x="15" y="806"/>
                      <a:pt x="14" y="816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315" name="Freeform 905">
                <a:extLst>
                  <a:ext uri="{FF2B5EF4-FFF2-40B4-BE49-F238E27FC236}">
                    <a16:creationId xmlns:a16="http://schemas.microsoft.com/office/drawing/2014/main" id="{90977F77-30B0-487A-A13C-4F26F4347A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5" y="1301"/>
                <a:ext cx="380" cy="2353"/>
              </a:xfrm>
              <a:custGeom>
                <a:avLst/>
                <a:gdLst>
                  <a:gd name="T0" fmla="*/ 0 w 280"/>
                  <a:gd name="T1" fmla="*/ 0 h 1748"/>
                  <a:gd name="T2" fmla="*/ 27 w 280"/>
                  <a:gd name="T3" fmla="*/ 85 h 1748"/>
                  <a:gd name="T4" fmla="*/ 265 w 280"/>
                  <a:gd name="T5" fmla="*/ 182 h 1748"/>
                  <a:gd name="T6" fmla="*/ 429 w 280"/>
                  <a:gd name="T7" fmla="*/ 273 h 1748"/>
                  <a:gd name="T8" fmla="*/ 532 w 280"/>
                  <a:gd name="T9" fmla="*/ 507 h 1748"/>
                  <a:gd name="T10" fmla="*/ 604 w 280"/>
                  <a:gd name="T11" fmla="*/ 812 h 1748"/>
                  <a:gd name="T12" fmla="*/ 608 w 280"/>
                  <a:gd name="T13" fmla="*/ 818 h 1748"/>
                  <a:gd name="T14" fmla="*/ 660 w 280"/>
                  <a:gd name="T15" fmla="*/ 979 h 1748"/>
                  <a:gd name="T16" fmla="*/ 691 w 280"/>
                  <a:gd name="T17" fmla="*/ 1205 h 1748"/>
                  <a:gd name="T18" fmla="*/ 695 w 280"/>
                  <a:gd name="T19" fmla="*/ 1524 h 1748"/>
                  <a:gd name="T20" fmla="*/ 695 w 280"/>
                  <a:gd name="T21" fmla="*/ 1627 h 1748"/>
                  <a:gd name="T22" fmla="*/ 700 w 280"/>
                  <a:gd name="T23" fmla="*/ 1719 h 1748"/>
                  <a:gd name="T24" fmla="*/ 691 w 280"/>
                  <a:gd name="T25" fmla="*/ 1802 h 1748"/>
                  <a:gd name="T26" fmla="*/ 677 w 280"/>
                  <a:gd name="T27" fmla="*/ 1848 h 1748"/>
                  <a:gd name="T28" fmla="*/ 665 w 280"/>
                  <a:gd name="T29" fmla="*/ 1863 h 1748"/>
                  <a:gd name="T30" fmla="*/ 645 w 280"/>
                  <a:gd name="T31" fmla="*/ 1897 h 1748"/>
                  <a:gd name="T32" fmla="*/ 638 w 280"/>
                  <a:gd name="T33" fmla="*/ 1907 h 1748"/>
                  <a:gd name="T34" fmla="*/ 624 w 280"/>
                  <a:gd name="T35" fmla="*/ 1926 h 1748"/>
                  <a:gd name="T36" fmla="*/ 594 w 280"/>
                  <a:gd name="T37" fmla="*/ 1942 h 1748"/>
                  <a:gd name="T38" fmla="*/ 562 w 280"/>
                  <a:gd name="T39" fmla="*/ 1967 h 1748"/>
                  <a:gd name="T40" fmla="*/ 537 w 280"/>
                  <a:gd name="T41" fmla="*/ 1975 h 1748"/>
                  <a:gd name="T42" fmla="*/ 509 w 280"/>
                  <a:gd name="T43" fmla="*/ 1983 h 1748"/>
                  <a:gd name="T44" fmla="*/ 510 w 280"/>
                  <a:gd name="T45" fmla="*/ 1964 h 1748"/>
                  <a:gd name="T46" fmla="*/ 497 w 280"/>
                  <a:gd name="T47" fmla="*/ 1946 h 1748"/>
                  <a:gd name="T48" fmla="*/ 537 w 280"/>
                  <a:gd name="T49" fmla="*/ 1922 h 1748"/>
                  <a:gd name="T50" fmla="*/ 516 w 280"/>
                  <a:gd name="T51" fmla="*/ 1916 h 1748"/>
                  <a:gd name="T52" fmla="*/ 531 w 280"/>
                  <a:gd name="T53" fmla="*/ 1894 h 1748"/>
                  <a:gd name="T54" fmla="*/ 558 w 280"/>
                  <a:gd name="T55" fmla="*/ 1889 h 1748"/>
                  <a:gd name="T56" fmla="*/ 562 w 280"/>
                  <a:gd name="T57" fmla="*/ 1859 h 1748"/>
                  <a:gd name="T58" fmla="*/ 558 w 280"/>
                  <a:gd name="T59" fmla="*/ 1802 h 1748"/>
                  <a:gd name="T60" fmla="*/ 546 w 280"/>
                  <a:gd name="T61" fmla="*/ 1774 h 1748"/>
                  <a:gd name="T62" fmla="*/ 537 w 280"/>
                  <a:gd name="T63" fmla="*/ 1784 h 1748"/>
                  <a:gd name="T64" fmla="*/ 523 w 280"/>
                  <a:gd name="T65" fmla="*/ 1839 h 1748"/>
                  <a:gd name="T66" fmla="*/ 478 w 280"/>
                  <a:gd name="T67" fmla="*/ 1897 h 1748"/>
                  <a:gd name="T68" fmla="*/ 474 w 280"/>
                  <a:gd name="T69" fmla="*/ 1852 h 1748"/>
                  <a:gd name="T70" fmla="*/ 483 w 280"/>
                  <a:gd name="T71" fmla="*/ 1774 h 1748"/>
                  <a:gd name="T72" fmla="*/ 483 w 280"/>
                  <a:gd name="T73" fmla="*/ 1727 h 1748"/>
                  <a:gd name="T74" fmla="*/ 516 w 280"/>
                  <a:gd name="T75" fmla="*/ 1644 h 1748"/>
                  <a:gd name="T76" fmla="*/ 537 w 280"/>
                  <a:gd name="T77" fmla="*/ 1601 h 1748"/>
                  <a:gd name="T78" fmla="*/ 546 w 280"/>
                  <a:gd name="T79" fmla="*/ 1570 h 1748"/>
                  <a:gd name="T80" fmla="*/ 532 w 280"/>
                  <a:gd name="T81" fmla="*/ 1493 h 1748"/>
                  <a:gd name="T82" fmla="*/ 480 w 280"/>
                  <a:gd name="T83" fmla="*/ 1284 h 1748"/>
                  <a:gd name="T84" fmla="*/ 414 w 280"/>
                  <a:gd name="T85" fmla="*/ 1080 h 1748"/>
                  <a:gd name="T86" fmla="*/ 372 w 280"/>
                  <a:gd name="T87" fmla="*/ 958 h 1748"/>
                  <a:gd name="T88" fmla="*/ 400 w 280"/>
                  <a:gd name="T89" fmla="*/ 1475 h 1748"/>
                  <a:gd name="T90" fmla="*/ 380 w 280"/>
                  <a:gd name="T91" fmla="*/ 1778 h 1748"/>
                  <a:gd name="T92" fmla="*/ 400 w 280"/>
                  <a:gd name="T93" fmla="*/ 2010 h 1748"/>
                  <a:gd name="T94" fmla="*/ 398 w 280"/>
                  <a:gd name="T95" fmla="*/ 2482 h 1748"/>
                  <a:gd name="T96" fmla="*/ 314 w 280"/>
                  <a:gd name="T97" fmla="*/ 2939 h 1748"/>
                  <a:gd name="T98" fmla="*/ 238 w 280"/>
                  <a:gd name="T99" fmla="*/ 3215 h 1748"/>
                  <a:gd name="T100" fmla="*/ 187 w 280"/>
                  <a:gd name="T101" fmla="*/ 3702 h 1748"/>
                  <a:gd name="T102" fmla="*/ 114 w 280"/>
                  <a:gd name="T103" fmla="*/ 4095 h 1748"/>
                  <a:gd name="T104" fmla="*/ 107 w 280"/>
                  <a:gd name="T105" fmla="*/ 4130 h 1748"/>
                  <a:gd name="T106" fmla="*/ 113 w 280"/>
                  <a:gd name="T107" fmla="*/ 4192 h 1748"/>
                  <a:gd name="T108" fmla="*/ 114 w 280"/>
                  <a:gd name="T109" fmla="*/ 4216 h 1748"/>
                  <a:gd name="T110" fmla="*/ 143 w 280"/>
                  <a:gd name="T111" fmla="*/ 4263 h 1748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0" t="0" r="r" b="b"/>
                <a:pathLst>
                  <a:path w="280" h="1748">
                    <a:moveTo>
                      <a:pt x="0" y="0"/>
                    </a:moveTo>
                    <a:cubicBezTo>
                      <a:pt x="2" y="16"/>
                      <a:pt x="5" y="31"/>
                      <a:pt x="11" y="35"/>
                    </a:cubicBezTo>
                    <a:cubicBezTo>
                      <a:pt x="31" y="44"/>
                      <a:pt x="71" y="60"/>
                      <a:pt x="106" y="74"/>
                    </a:cubicBezTo>
                    <a:cubicBezTo>
                      <a:pt x="136" y="87"/>
                      <a:pt x="152" y="90"/>
                      <a:pt x="172" y="112"/>
                    </a:cubicBezTo>
                    <a:cubicBezTo>
                      <a:pt x="192" y="133"/>
                      <a:pt x="204" y="187"/>
                      <a:pt x="213" y="208"/>
                    </a:cubicBezTo>
                    <a:cubicBezTo>
                      <a:pt x="223" y="231"/>
                      <a:pt x="241" y="321"/>
                      <a:pt x="242" y="333"/>
                    </a:cubicBezTo>
                    <a:cubicBezTo>
                      <a:pt x="243" y="336"/>
                      <a:pt x="243" y="336"/>
                      <a:pt x="243" y="336"/>
                    </a:cubicBezTo>
                    <a:cubicBezTo>
                      <a:pt x="248" y="355"/>
                      <a:pt x="259" y="382"/>
                      <a:pt x="264" y="401"/>
                    </a:cubicBezTo>
                    <a:cubicBezTo>
                      <a:pt x="270" y="420"/>
                      <a:pt x="275" y="474"/>
                      <a:pt x="276" y="494"/>
                    </a:cubicBezTo>
                    <a:cubicBezTo>
                      <a:pt x="279" y="538"/>
                      <a:pt x="280" y="581"/>
                      <a:pt x="278" y="625"/>
                    </a:cubicBezTo>
                    <a:cubicBezTo>
                      <a:pt x="278" y="639"/>
                      <a:pt x="277" y="653"/>
                      <a:pt x="278" y="667"/>
                    </a:cubicBezTo>
                    <a:cubicBezTo>
                      <a:pt x="278" y="679"/>
                      <a:pt x="280" y="696"/>
                      <a:pt x="280" y="705"/>
                    </a:cubicBezTo>
                    <a:cubicBezTo>
                      <a:pt x="280" y="715"/>
                      <a:pt x="277" y="732"/>
                      <a:pt x="276" y="739"/>
                    </a:cubicBezTo>
                    <a:cubicBezTo>
                      <a:pt x="275" y="746"/>
                      <a:pt x="272" y="755"/>
                      <a:pt x="271" y="758"/>
                    </a:cubicBezTo>
                    <a:cubicBezTo>
                      <a:pt x="270" y="761"/>
                      <a:pt x="266" y="764"/>
                      <a:pt x="266" y="764"/>
                    </a:cubicBezTo>
                    <a:cubicBezTo>
                      <a:pt x="266" y="764"/>
                      <a:pt x="259" y="775"/>
                      <a:pt x="258" y="778"/>
                    </a:cubicBezTo>
                    <a:cubicBezTo>
                      <a:pt x="257" y="780"/>
                      <a:pt x="255" y="782"/>
                      <a:pt x="255" y="782"/>
                    </a:cubicBezTo>
                    <a:cubicBezTo>
                      <a:pt x="255" y="782"/>
                      <a:pt x="253" y="786"/>
                      <a:pt x="250" y="790"/>
                    </a:cubicBezTo>
                    <a:cubicBezTo>
                      <a:pt x="247" y="793"/>
                      <a:pt x="238" y="796"/>
                      <a:pt x="238" y="796"/>
                    </a:cubicBezTo>
                    <a:cubicBezTo>
                      <a:pt x="238" y="796"/>
                      <a:pt x="227" y="803"/>
                      <a:pt x="225" y="806"/>
                    </a:cubicBezTo>
                    <a:cubicBezTo>
                      <a:pt x="223" y="808"/>
                      <a:pt x="218" y="808"/>
                      <a:pt x="215" y="810"/>
                    </a:cubicBezTo>
                    <a:cubicBezTo>
                      <a:pt x="212" y="813"/>
                      <a:pt x="203" y="815"/>
                      <a:pt x="203" y="813"/>
                    </a:cubicBezTo>
                    <a:cubicBezTo>
                      <a:pt x="202" y="810"/>
                      <a:pt x="204" y="805"/>
                      <a:pt x="204" y="805"/>
                    </a:cubicBezTo>
                    <a:cubicBezTo>
                      <a:pt x="200" y="804"/>
                      <a:pt x="197" y="804"/>
                      <a:pt x="199" y="798"/>
                    </a:cubicBezTo>
                    <a:cubicBezTo>
                      <a:pt x="201" y="791"/>
                      <a:pt x="204" y="788"/>
                      <a:pt x="215" y="788"/>
                    </a:cubicBezTo>
                    <a:cubicBezTo>
                      <a:pt x="212" y="787"/>
                      <a:pt x="208" y="787"/>
                      <a:pt x="206" y="785"/>
                    </a:cubicBezTo>
                    <a:cubicBezTo>
                      <a:pt x="204" y="783"/>
                      <a:pt x="208" y="777"/>
                      <a:pt x="212" y="776"/>
                    </a:cubicBezTo>
                    <a:cubicBezTo>
                      <a:pt x="216" y="774"/>
                      <a:pt x="223" y="774"/>
                      <a:pt x="223" y="774"/>
                    </a:cubicBezTo>
                    <a:cubicBezTo>
                      <a:pt x="224" y="770"/>
                      <a:pt x="225" y="762"/>
                      <a:pt x="225" y="762"/>
                    </a:cubicBezTo>
                    <a:cubicBezTo>
                      <a:pt x="223" y="757"/>
                      <a:pt x="223" y="741"/>
                      <a:pt x="223" y="739"/>
                    </a:cubicBezTo>
                    <a:cubicBezTo>
                      <a:pt x="223" y="736"/>
                      <a:pt x="219" y="727"/>
                      <a:pt x="218" y="727"/>
                    </a:cubicBezTo>
                    <a:cubicBezTo>
                      <a:pt x="217" y="726"/>
                      <a:pt x="215" y="728"/>
                      <a:pt x="215" y="731"/>
                    </a:cubicBezTo>
                    <a:cubicBezTo>
                      <a:pt x="215" y="734"/>
                      <a:pt x="211" y="747"/>
                      <a:pt x="209" y="754"/>
                    </a:cubicBezTo>
                    <a:cubicBezTo>
                      <a:pt x="207" y="761"/>
                      <a:pt x="205" y="779"/>
                      <a:pt x="191" y="778"/>
                    </a:cubicBezTo>
                    <a:cubicBezTo>
                      <a:pt x="182" y="778"/>
                      <a:pt x="189" y="762"/>
                      <a:pt x="189" y="759"/>
                    </a:cubicBezTo>
                    <a:cubicBezTo>
                      <a:pt x="189" y="755"/>
                      <a:pt x="193" y="731"/>
                      <a:pt x="193" y="727"/>
                    </a:cubicBezTo>
                    <a:cubicBezTo>
                      <a:pt x="192" y="723"/>
                      <a:pt x="193" y="712"/>
                      <a:pt x="193" y="708"/>
                    </a:cubicBezTo>
                    <a:cubicBezTo>
                      <a:pt x="194" y="704"/>
                      <a:pt x="204" y="678"/>
                      <a:pt x="206" y="674"/>
                    </a:cubicBezTo>
                    <a:cubicBezTo>
                      <a:pt x="207" y="671"/>
                      <a:pt x="212" y="662"/>
                      <a:pt x="215" y="656"/>
                    </a:cubicBezTo>
                    <a:cubicBezTo>
                      <a:pt x="217" y="650"/>
                      <a:pt x="218" y="646"/>
                      <a:pt x="218" y="643"/>
                    </a:cubicBezTo>
                    <a:cubicBezTo>
                      <a:pt x="217" y="633"/>
                      <a:pt x="214" y="622"/>
                      <a:pt x="213" y="612"/>
                    </a:cubicBezTo>
                    <a:cubicBezTo>
                      <a:pt x="209" y="583"/>
                      <a:pt x="199" y="555"/>
                      <a:pt x="192" y="527"/>
                    </a:cubicBezTo>
                    <a:cubicBezTo>
                      <a:pt x="186" y="509"/>
                      <a:pt x="168" y="462"/>
                      <a:pt x="166" y="443"/>
                    </a:cubicBezTo>
                    <a:cubicBezTo>
                      <a:pt x="165" y="426"/>
                      <a:pt x="152" y="410"/>
                      <a:pt x="149" y="393"/>
                    </a:cubicBezTo>
                    <a:cubicBezTo>
                      <a:pt x="157" y="441"/>
                      <a:pt x="167" y="536"/>
                      <a:pt x="160" y="605"/>
                    </a:cubicBezTo>
                    <a:cubicBezTo>
                      <a:pt x="149" y="717"/>
                      <a:pt x="148" y="696"/>
                      <a:pt x="152" y="729"/>
                    </a:cubicBezTo>
                    <a:cubicBezTo>
                      <a:pt x="152" y="753"/>
                      <a:pt x="158" y="796"/>
                      <a:pt x="160" y="824"/>
                    </a:cubicBezTo>
                    <a:cubicBezTo>
                      <a:pt x="163" y="852"/>
                      <a:pt x="162" y="908"/>
                      <a:pt x="159" y="1018"/>
                    </a:cubicBezTo>
                    <a:cubicBezTo>
                      <a:pt x="156" y="1112"/>
                      <a:pt x="127" y="1182"/>
                      <a:pt x="125" y="1205"/>
                    </a:cubicBezTo>
                    <a:cubicBezTo>
                      <a:pt x="121" y="1238"/>
                      <a:pt x="109" y="1281"/>
                      <a:pt x="95" y="1318"/>
                    </a:cubicBezTo>
                    <a:cubicBezTo>
                      <a:pt x="80" y="1356"/>
                      <a:pt x="99" y="1430"/>
                      <a:pt x="75" y="1518"/>
                    </a:cubicBezTo>
                    <a:cubicBezTo>
                      <a:pt x="51" y="1614"/>
                      <a:pt x="47" y="1662"/>
                      <a:pt x="46" y="1679"/>
                    </a:cubicBezTo>
                    <a:cubicBezTo>
                      <a:pt x="45" y="1687"/>
                      <a:pt x="43" y="1691"/>
                      <a:pt x="43" y="1693"/>
                    </a:cubicBezTo>
                    <a:cubicBezTo>
                      <a:pt x="45" y="1699"/>
                      <a:pt x="48" y="1709"/>
                      <a:pt x="45" y="1718"/>
                    </a:cubicBezTo>
                    <a:cubicBezTo>
                      <a:pt x="45" y="1720"/>
                      <a:pt x="44" y="1725"/>
                      <a:pt x="46" y="1729"/>
                    </a:cubicBezTo>
                    <a:cubicBezTo>
                      <a:pt x="48" y="1734"/>
                      <a:pt x="52" y="1741"/>
                      <a:pt x="57" y="1748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316" name="Freeform 906">
                <a:extLst>
                  <a:ext uri="{FF2B5EF4-FFF2-40B4-BE49-F238E27FC236}">
                    <a16:creationId xmlns:a16="http://schemas.microsoft.com/office/drawing/2014/main" id="{16447D78-AED9-4DCC-BF4F-70F3453455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8" y="1244"/>
                <a:ext cx="13" cy="22"/>
              </a:xfrm>
              <a:custGeom>
                <a:avLst/>
                <a:gdLst>
                  <a:gd name="T0" fmla="*/ 22 w 10"/>
                  <a:gd name="T1" fmla="*/ 41 h 16"/>
                  <a:gd name="T2" fmla="*/ 5 w 10"/>
                  <a:gd name="T3" fmla="*/ 32 h 16"/>
                  <a:gd name="T4" fmla="*/ 13 w 10"/>
                  <a:gd name="T5" fmla="*/ 23 h 16"/>
                  <a:gd name="T6" fmla="*/ 17 w 10"/>
                  <a:gd name="T7" fmla="*/ 11 h 16"/>
                  <a:gd name="T8" fmla="*/ 5 w 10"/>
                  <a:gd name="T9" fmla="*/ 0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6">
                    <a:moveTo>
                      <a:pt x="10" y="16"/>
                    </a:moveTo>
                    <a:cubicBezTo>
                      <a:pt x="8" y="15"/>
                      <a:pt x="2" y="13"/>
                      <a:pt x="2" y="12"/>
                    </a:cubicBezTo>
                    <a:cubicBezTo>
                      <a:pt x="0" y="8"/>
                      <a:pt x="4" y="10"/>
                      <a:pt x="6" y="9"/>
                    </a:cubicBezTo>
                    <a:cubicBezTo>
                      <a:pt x="8" y="7"/>
                      <a:pt x="9" y="8"/>
                      <a:pt x="8" y="4"/>
                    </a:cubicBezTo>
                    <a:cubicBezTo>
                      <a:pt x="7" y="1"/>
                      <a:pt x="5" y="0"/>
                      <a:pt x="2" y="0"/>
                    </a:cubicBezTo>
                  </a:path>
                </a:pathLst>
              </a:custGeom>
              <a:noFill/>
              <a:ln w="9525" cap="flat">
                <a:solidFill>
                  <a:srgbClr val="FEF2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317" name="Freeform 907">
                <a:extLst>
                  <a:ext uri="{FF2B5EF4-FFF2-40B4-BE49-F238E27FC236}">
                    <a16:creationId xmlns:a16="http://schemas.microsoft.com/office/drawing/2014/main" id="{9E10EF21-AE2B-4B42-A3DD-0D60AE0A26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0" y="1292"/>
                <a:ext cx="4" cy="10"/>
              </a:xfrm>
              <a:custGeom>
                <a:avLst/>
                <a:gdLst>
                  <a:gd name="T0" fmla="*/ 0 w 3"/>
                  <a:gd name="T1" fmla="*/ 0 h 7"/>
                  <a:gd name="T2" fmla="*/ 7 w 3"/>
                  <a:gd name="T3" fmla="*/ 2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7">
                    <a:moveTo>
                      <a:pt x="0" y="0"/>
                    </a:moveTo>
                    <a:cubicBezTo>
                      <a:pt x="1" y="2"/>
                      <a:pt x="2" y="5"/>
                      <a:pt x="3" y="7"/>
                    </a:cubicBezTo>
                  </a:path>
                </a:pathLst>
              </a:custGeom>
              <a:noFill/>
              <a:ln w="9525" cap="flat">
                <a:solidFill>
                  <a:srgbClr val="FEF2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318" name="Freeform 908">
                <a:extLst>
                  <a:ext uri="{FF2B5EF4-FFF2-40B4-BE49-F238E27FC236}">
                    <a16:creationId xmlns:a16="http://schemas.microsoft.com/office/drawing/2014/main" id="{E59CD987-407E-47C4-A5B9-011C41246B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6" y="1318"/>
                <a:ext cx="13" cy="16"/>
              </a:xfrm>
              <a:custGeom>
                <a:avLst/>
                <a:gdLst>
                  <a:gd name="T0" fmla="*/ 0 w 10"/>
                  <a:gd name="T1" fmla="*/ 12 h 12"/>
                  <a:gd name="T2" fmla="*/ 22 w 10"/>
                  <a:gd name="T3" fmla="*/ 5 h 12"/>
                  <a:gd name="T4" fmla="*/ 13 w 10"/>
                  <a:gd name="T5" fmla="*/ 28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2">
                    <a:moveTo>
                      <a:pt x="0" y="5"/>
                    </a:moveTo>
                    <a:cubicBezTo>
                      <a:pt x="3" y="3"/>
                      <a:pt x="6" y="0"/>
                      <a:pt x="10" y="2"/>
                    </a:cubicBezTo>
                    <a:cubicBezTo>
                      <a:pt x="10" y="6"/>
                      <a:pt x="8" y="9"/>
                      <a:pt x="6" y="12"/>
                    </a:cubicBezTo>
                  </a:path>
                </a:pathLst>
              </a:custGeom>
              <a:noFill/>
              <a:ln w="9525" cap="flat">
                <a:solidFill>
                  <a:srgbClr val="FEF2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319" name="Freeform 909">
                <a:extLst>
                  <a:ext uri="{FF2B5EF4-FFF2-40B4-BE49-F238E27FC236}">
                    <a16:creationId xmlns:a16="http://schemas.microsoft.com/office/drawing/2014/main" id="{C03E9473-738A-4FDF-A7DB-7F33D6C08B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8" y="1190"/>
                <a:ext cx="31" cy="26"/>
              </a:xfrm>
              <a:custGeom>
                <a:avLst/>
                <a:gdLst>
                  <a:gd name="T0" fmla="*/ 1 w 23"/>
                  <a:gd name="T1" fmla="*/ 19 h 19"/>
                  <a:gd name="T2" fmla="*/ 9 w 23"/>
                  <a:gd name="T3" fmla="*/ 47 h 19"/>
                  <a:gd name="T4" fmla="*/ 20 w 23"/>
                  <a:gd name="T5" fmla="*/ 15 h 19"/>
                  <a:gd name="T6" fmla="*/ 40 w 23"/>
                  <a:gd name="T7" fmla="*/ 0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" h="19">
                    <a:moveTo>
                      <a:pt x="1" y="7"/>
                    </a:moveTo>
                    <a:cubicBezTo>
                      <a:pt x="1" y="9"/>
                      <a:pt x="0" y="19"/>
                      <a:pt x="4" y="18"/>
                    </a:cubicBezTo>
                    <a:cubicBezTo>
                      <a:pt x="8" y="18"/>
                      <a:pt x="8" y="9"/>
                      <a:pt x="8" y="6"/>
                    </a:cubicBezTo>
                    <a:cubicBezTo>
                      <a:pt x="10" y="16"/>
                      <a:pt x="23" y="5"/>
                      <a:pt x="16" y="0"/>
                    </a:cubicBezTo>
                  </a:path>
                </a:pathLst>
              </a:custGeom>
              <a:noFill/>
              <a:ln w="9525" cap="flat">
                <a:solidFill>
                  <a:srgbClr val="FEF2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320" name="Freeform 910">
                <a:extLst>
                  <a:ext uri="{FF2B5EF4-FFF2-40B4-BE49-F238E27FC236}">
                    <a16:creationId xmlns:a16="http://schemas.microsoft.com/office/drawing/2014/main" id="{E0603DD0-5DE5-4C57-828E-F6166F792C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8" y="1187"/>
                <a:ext cx="22" cy="23"/>
              </a:xfrm>
              <a:custGeom>
                <a:avLst/>
                <a:gdLst>
                  <a:gd name="T0" fmla="*/ 41 w 16"/>
                  <a:gd name="T1" fmla="*/ 22 h 17"/>
                  <a:gd name="T2" fmla="*/ 26 w 16"/>
                  <a:gd name="T3" fmla="*/ 16 h 17"/>
                  <a:gd name="T4" fmla="*/ 8 w 16"/>
                  <a:gd name="T5" fmla="*/ 27 h 17"/>
                  <a:gd name="T6" fmla="*/ 15 w 16"/>
                  <a:gd name="T7" fmla="*/ 0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17">
                    <a:moveTo>
                      <a:pt x="16" y="9"/>
                    </a:moveTo>
                    <a:cubicBezTo>
                      <a:pt x="15" y="17"/>
                      <a:pt x="8" y="15"/>
                      <a:pt x="10" y="7"/>
                    </a:cubicBezTo>
                    <a:cubicBezTo>
                      <a:pt x="8" y="9"/>
                      <a:pt x="6" y="11"/>
                      <a:pt x="3" y="11"/>
                    </a:cubicBezTo>
                    <a:cubicBezTo>
                      <a:pt x="0" y="8"/>
                      <a:pt x="2" y="2"/>
                      <a:pt x="6" y="0"/>
                    </a:cubicBezTo>
                  </a:path>
                </a:pathLst>
              </a:custGeom>
              <a:noFill/>
              <a:ln w="9525" cap="flat">
                <a:solidFill>
                  <a:srgbClr val="FEF2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321" name="Freeform 911">
                <a:extLst>
                  <a:ext uri="{FF2B5EF4-FFF2-40B4-BE49-F238E27FC236}">
                    <a16:creationId xmlns:a16="http://schemas.microsoft.com/office/drawing/2014/main" id="{4BA8E1D5-5A81-4C58-9C25-F37C305101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6" y="1134"/>
                <a:ext cx="4" cy="5"/>
              </a:xfrm>
              <a:custGeom>
                <a:avLst/>
                <a:gdLst>
                  <a:gd name="T0" fmla="*/ 7 w 3"/>
                  <a:gd name="T1" fmla="*/ 8 h 4"/>
                  <a:gd name="T2" fmla="*/ 0 w 3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4">
                    <a:moveTo>
                      <a:pt x="3" y="4"/>
                    </a:moveTo>
                    <a:cubicBezTo>
                      <a:pt x="3" y="2"/>
                      <a:pt x="2" y="1"/>
                      <a:pt x="0" y="0"/>
                    </a:cubicBezTo>
                  </a:path>
                </a:pathLst>
              </a:custGeom>
              <a:noFill/>
              <a:ln w="9525" cap="flat">
                <a:solidFill>
                  <a:srgbClr val="FEF2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322" name="Freeform 912">
                <a:extLst>
                  <a:ext uri="{FF2B5EF4-FFF2-40B4-BE49-F238E27FC236}">
                    <a16:creationId xmlns:a16="http://schemas.microsoft.com/office/drawing/2014/main" id="{DE07BA00-BAFC-4A3C-91A8-7B6C397C72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2" y="1252"/>
                <a:ext cx="12" cy="14"/>
              </a:xfrm>
              <a:custGeom>
                <a:avLst/>
                <a:gdLst>
                  <a:gd name="T0" fmla="*/ 5 w 9"/>
                  <a:gd name="T1" fmla="*/ 25 h 10"/>
                  <a:gd name="T2" fmla="*/ 21 w 9"/>
                  <a:gd name="T3" fmla="*/ 15 h 10"/>
                  <a:gd name="T4" fmla="*/ 0 w 9"/>
                  <a:gd name="T5" fmla="*/ 6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0">
                    <a:moveTo>
                      <a:pt x="2" y="9"/>
                    </a:moveTo>
                    <a:cubicBezTo>
                      <a:pt x="5" y="10"/>
                      <a:pt x="8" y="9"/>
                      <a:pt x="9" y="6"/>
                    </a:cubicBezTo>
                    <a:cubicBezTo>
                      <a:pt x="8" y="2"/>
                      <a:pt x="4" y="0"/>
                      <a:pt x="0" y="2"/>
                    </a:cubicBezTo>
                  </a:path>
                </a:pathLst>
              </a:custGeom>
              <a:noFill/>
              <a:ln w="9525" cap="flat">
                <a:solidFill>
                  <a:srgbClr val="FEF2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323" name="Freeform 913">
                <a:extLst>
                  <a:ext uri="{FF2B5EF4-FFF2-40B4-BE49-F238E27FC236}">
                    <a16:creationId xmlns:a16="http://schemas.microsoft.com/office/drawing/2014/main" id="{11174886-715F-4C69-8C0C-ED62EA43A4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4" y="1122"/>
                <a:ext cx="11" cy="12"/>
              </a:xfrm>
              <a:custGeom>
                <a:avLst/>
                <a:gdLst>
                  <a:gd name="T0" fmla="*/ 21 w 8"/>
                  <a:gd name="T1" fmla="*/ 21 h 9"/>
                  <a:gd name="T2" fmla="*/ 19 w 8"/>
                  <a:gd name="T3" fmla="*/ 0 h 9"/>
                  <a:gd name="T4" fmla="*/ 0 w 8"/>
                  <a:gd name="T5" fmla="*/ 16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9">
                    <a:moveTo>
                      <a:pt x="8" y="9"/>
                    </a:moveTo>
                    <a:cubicBezTo>
                      <a:pt x="8" y="6"/>
                      <a:pt x="8" y="3"/>
                      <a:pt x="7" y="0"/>
                    </a:cubicBezTo>
                    <a:cubicBezTo>
                      <a:pt x="4" y="2"/>
                      <a:pt x="1" y="5"/>
                      <a:pt x="0" y="7"/>
                    </a:cubicBezTo>
                  </a:path>
                </a:pathLst>
              </a:custGeom>
              <a:noFill/>
              <a:ln w="9525" cap="flat">
                <a:solidFill>
                  <a:srgbClr val="FEF2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324" name="Freeform 914">
                <a:extLst>
                  <a:ext uri="{FF2B5EF4-FFF2-40B4-BE49-F238E27FC236}">
                    <a16:creationId xmlns:a16="http://schemas.microsoft.com/office/drawing/2014/main" id="{6C10879B-1B6D-4FFB-9980-CF5A35BC4A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6" y="1120"/>
                <a:ext cx="1" cy="12"/>
              </a:xfrm>
              <a:custGeom>
                <a:avLst/>
                <a:gdLst>
                  <a:gd name="T0" fmla="*/ 0 w 1"/>
                  <a:gd name="T1" fmla="*/ 21 h 9"/>
                  <a:gd name="T2" fmla="*/ 0 w 1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9">
                    <a:moveTo>
                      <a:pt x="0" y="9"/>
                    </a:moveTo>
                    <a:cubicBezTo>
                      <a:pt x="0" y="6"/>
                      <a:pt x="0" y="3"/>
                      <a:pt x="0" y="0"/>
                    </a:cubicBezTo>
                  </a:path>
                </a:pathLst>
              </a:custGeom>
              <a:noFill/>
              <a:ln w="9525" cap="flat">
                <a:solidFill>
                  <a:srgbClr val="FEF2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325" name="Freeform 915">
                <a:extLst>
                  <a:ext uri="{FF2B5EF4-FFF2-40B4-BE49-F238E27FC236}">
                    <a16:creationId xmlns:a16="http://schemas.microsoft.com/office/drawing/2014/main" id="{1330CA85-3D45-4A17-A0D3-511B404FFE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0" y="2178"/>
                <a:ext cx="151" cy="234"/>
              </a:xfrm>
              <a:custGeom>
                <a:avLst/>
                <a:gdLst>
                  <a:gd name="T0" fmla="*/ 279 w 111"/>
                  <a:gd name="T1" fmla="*/ 0 h 174"/>
                  <a:gd name="T2" fmla="*/ 207 w 111"/>
                  <a:gd name="T3" fmla="*/ 214 h 174"/>
                  <a:gd name="T4" fmla="*/ 146 w 111"/>
                  <a:gd name="T5" fmla="*/ 313 h 174"/>
                  <a:gd name="T6" fmla="*/ 0 w 111"/>
                  <a:gd name="T7" fmla="*/ 424 h 17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1" h="174">
                    <a:moveTo>
                      <a:pt x="111" y="0"/>
                    </a:moveTo>
                    <a:cubicBezTo>
                      <a:pt x="103" y="25"/>
                      <a:pt x="94" y="64"/>
                      <a:pt x="82" y="88"/>
                    </a:cubicBezTo>
                    <a:cubicBezTo>
                      <a:pt x="76" y="102"/>
                      <a:pt x="67" y="117"/>
                      <a:pt x="58" y="129"/>
                    </a:cubicBezTo>
                    <a:cubicBezTo>
                      <a:pt x="43" y="152"/>
                      <a:pt x="23" y="162"/>
                      <a:pt x="0" y="174"/>
                    </a:cubicBezTo>
                  </a:path>
                </a:pathLst>
              </a:custGeom>
              <a:noFill/>
              <a:ln w="4763" cap="rnd">
                <a:solidFill>
                  <a:srgbClr val="AE7A6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326" name="Freeform 916">
                <a:extLst>
                  <a:ext uri="{FF2B5EF4-FFF2-40B4-BE49-F238E27FC236}">
                    <a16:creationId xmlns:a16="http://schemas.microsoft.com/office/drawing/2014/main" id="{11CA84FE-E8C1-4EB3-A65F-3EAFAF8F30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5" y="2177"/>
                <a:ext cx="27" cy="46"/>
              </a:xfrm>
              <a:custGeom>
                <a:avLst/>
                <a:gdLst>
                  <a:gd name="T0" fmla="*/ 47 w 20"/>
                  <a:gd name="T1" fmla="*/ 5 h 34"/>
                  <a:gd name="T2" fmla="*/ 47 w 20"/>
                  <a:gd name="T3" fmla="*/ 1 h 34"/>
                  <a:gd name="T4" fmla="*/ 47 w 20"/>
                  <a:gd name="T5" fmla="*/ 22 h 34"/>
                  <a:gd name="T6" fmla="*/ 20 w 20"/>
                  <a:gd name="T7" fmla="*/ 32 h 34"/>
                  <a:gd name="T8" fmla="*/ 36 w 20"/>
                  <a:gd name="T9" fmla="*/ 51 h 34"/>
                  <a:gd name="T10" fmla="*/ 27 w 20"/>
                  <a:gd name="T11" fmla="*/ 84 h 3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0" h="34">
                    <a:moveTo>
                      <a:pt x="19" y="2"/>
                    </a:moveTo>
                    <a:cubicBezTo>
                      <a:pt x="20" y="2"/>
                      <a:pt x="20" y="1"/>
                      <a:pt x="19" y="1"/>
                    </a:cubicBezTo>
                    <a:cubicBezTo>
                      <a:pt x="12" y="0"/>
                      <a:pt x="16" y="7"/>
                      <a:pt x="19" y="9"/>
                    </a:cubicBezTo>
                    <a:cubicBezTo>
                      <a:pt x="16" y="11"/>
                      <a:pt x="11" y="9"/>
                      <a:pt x="8" y="13"/>
                    </a:cubicBezTo>
                    <a:cubicBezTo>
                      <a:pt x="5" y="18"/>
                      <a:pt x="10" y="20"/>
                      <a:pt x="15" y="21"/>
                    </a:cubicBezTo>
                    <a:cubicBezTo>
                      <a:pt x="4" y="20"/>
                      <a:pt x="0" y="31"/>
                      <a:pt x="11" y="34"/>
                    </a:cubicBezTo>
                  </a:path>
                </a:pathLst>
              </a:custGeom>
              <a:noFill/>
              <a:ln w="9525" cap="flat">
                <a:solidFill>
                  <a:srgbClr val="FEF2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327" name="Freeform 917">
                <a:extLst>
                  <a:ext uri="{FF2B5EF4-FFF2-40B4-BE49-F238E27FC236}">
                    <a16:creationId xmlns:a16="http://schemas.microsoft.com/office/drawing/2014/main" id="{AA55D3AC-79EC-469B-837F-DB5432E175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9" y="2371"/>
                <a:ext cx="50" cy="41"/>
              </a:xfrm>
              <a:custGeom>
                <a:avLst/>
                <a:gdLst>
                  <a:gd name="T0" fmla="*/ 7 w 37"/>
                  <a:gd name="T1" fmla="*/ 71 h 31"/>
                  <a:gd name="T2" fmla="*/ 30 w 37"/>
                  <a:gd name="T3" fmla="*/ 58 h 31"/>
                  <a:gd name="T4" fmla="*/ 32 w 37"/>
                  <a:gd name="T5" fmla="*/ 45 h 31"/>
                  <a:gd name="T6" fmla="*/ 43 w 37"/>
                  <a:gd name="T7" fmla="*/ 53 h 31"/>
                  <a:gd name="T8" fmla="*/ 47 w 37"/>
                  <a:gd name="T9" fmla="*/ 33 h 31"/>
                  <a:gd name="T10" fmla="*/ 64 w 37"/>
                  <a:gd name="T11" fmla="*/ 42 h 31"/>
                  <a:gd name="T12" fmla="*/ 92 w 37"/>
                  <a:gd name="T13" fmla="*/ 22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7" h="31">
                    <a:moveTo>
                      <a:pt x="3" y="31"/>
                    </a:moveTo>
                    <a:cubicBezTo>
                      <a:pt x="0" y="23"/>
                      <a:pt x="7" y="22"/>
                      <a:pt x="12" y="25"/>
                    </a:cubicBezTo>
                    <a:cubicBezTo>
                      <a:pt x="12" y="24"/>
                      <a:pt x="13" y="22"/>
                      <a:pt x="13" y="20"/>
                    </a:cubicBezTo>
                    <a:cubicBezTo>
                      <a:pt x="15" y="20"/>
                      <a:pt x="16" y="21"/>
                      <a:pt x="18" y="23"/>
                    </a:cubicBezTo>
                    <a:cubicBezTo>
                      <a:pt x="19" y="20"/>
                      <a:pt x="18" y="17"/>
                      <a:pt x="19" y="14"/>
                    </a:cubicBezTo>
                    <a:cubicBezTo>
                      <a:pt x="21" y="16"/>
                      <a:pt x="23" y="18"/>
                      <a:pt x="26" y="18"/>
                    </a:cubicBezTo>
                    <a:cubicBezTo>
                      <a:pt x="27" y="12"/>
                      <a:pt x="29" y="0"/>
                      <a:pt x="37" y="10"/>
                    </a:cubicBezTo>
                  </a:path>
                </a:pathLst>
              </a:custGeom>
              <a:noFill/>
              <a:ln w="9525" cap="flat">
                <a:solidFill>
                  <a:srgbClr val="FEF2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328" name="Freeform 918">
                <a:extLst>
                  <a:ext uri="{FF2B5EF4-FFF2-40B4-BE49-F238E27FC236}">
                    <a16:creationId xmlns:a16="http://schemas.microsoft.com/office/drawing/2014/main" id="{A5C51CB8-F089-47B1-80D6-3174D0AF34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9" y="1834"/>
                <a:ext cx="197" cy="129"/>
              </a:xfrm>
              <a:custGeom>
                <a:avLst/>
                <a:gdLst>
                  <a:gd name="T0" fmla="*/ 0 w 145"/>
                  <a:gd name="T1" fmla="*/ 232 h 96"/>
                  <a:gd name="T2" fmla="*/ 364 w 145"/>
                  <a:gd name="T3" fmla="*/ 0 h 9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5" h="96">
                    <a:moveTo>
                      <a:pt x="0" y="96"/>
                    </a:moveTo>
                    <a:cubicBezTo>
                      <a:pt x="11" y="40"/>
                      <a:pt x="71" y="2"/>
                      <a:pt x="145" y="0"/>
                    </a:cubicBezTo>
                  </a:path>
                </a:pathLst>
              </a:custGeom>
              <a:noFill/>
              <a:ln w="4763" cap="rnd">
                <a:solidFill>
                  <a:srgbClr val="C69D8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329" name="Freeform 919">
                <a:extLst>
                  <a:ext uri="{FF2B5EF4-FFF2-40B4-BE49-F238E27FC236}">
                    <a16:creationId xmlns:a16="http://schemas.microsoft.com/office/drawing/2014/main" id="{CC26512D-40B7-48F6-960D-2512B56478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4" y="1883"/>
                <a:ext cx="40" cy="85"/>
              </a:xfrm>
              <a:custGeom>
                <a:avLst/>
                <a:gdLst>
                  <a:gd name="T0" fmla="*/ 20 w 30"/>
                  <a:gd name="T1" fmla="*/ 155 h 63"/>
                  <a:gd name="T2" fmla="*/ 0 w 30"/>
                  <a:gd name="T3" fmla="*/ 119 h 63"/>
                  <a:gd name="T4" fmla="*/ 28 w 30"/>
                  <a:gd name="T5" fmla="*/ 125 h 63"/>
                  <a:gd name="T6" fmla="*/ 20 w 30"/>
                  <a:gd name="T7" fmla="*/ 84 h 63"/>
                  <a:gd name="T8" fmla="*/ 36 w 30"/>
                  <a:gd name="T9" fmla="*/ 90 h 63"/>
                  <a:gd name="T10" fmla="*/ 33 w 30"/>
                  <a:gd name="T11" fmla="*/ 54 h 63"/>
                  <a:gd name="T12" fmla="*/ 59 w 30"/>
                  <a:gd name="T13" fmla="*/ 63 h 63"/>
                  <a:gd name="T14" fmla="*/ 48 w 30"/>
                  <a:gd name="T15" fmla="*/ 0 h 6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0" h="63">
                    <a:moveTo>
                      <a:pt x="8" y="63"/>
                    </a:moveTo>
                    <a:cubicBezTo>
                      <a:pt x="3" y="59"/>
                      <a:pt x="0" y="54"/>
                      <a:pt x="0" y="48"/>
                    </a:cubicBezTo>
                    <a:cubicBezTo>
                      <a:pt x="3" y="50"/>
                      <a:pt x="10" y="50"/>
                      <a:pt x="12" y="51"/>
                    </a:cubicBezTo>
                    <a:cubicBezTo>
                      <a:pt x="9" y="45"/>
                      <a:pt x="6" y="39"/>
                      <a:pt x="8" y="34"/>
                    </a:cubicBezTo>
                    <a:cubicBezTo>
                      <a:pt x="10" y="35"/>
                      <a:pt x="13" y="36"/>
                      <a:pt x="15" y="37"/>
                    </a:cubicBezTo>
                    <a:cubicBezTo>
                      <a:pt x="15" y="33"/>
                      <a:pt x="14" y="28"/>
                      <a:pt x="14" y="22"/>
                    </a:cubicBezTo>
                    <a:cubicBezTo>
                      <a:pt x="17" y="25"/>
                      <a:pt x="22" y="25"/>
                      <a:pt x="25" y="26"/>
                    </a:cubicBezTo>
                    <a:cubicBezTo>
                      <a:pt x="30" y="18"/>
                      <a:pt x="26" y="7"/>
                      <a:pt x="20" y="0"/>
                    </a:cubicBezTo>
                  </a:path>
                </a:pathLst>
              </a:custGeom>
              <a:noFill/>
              <a:ln w="9525" cap="flat">
                <a:solidFill>
                  <a:srgbClr val="FEF2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330" name="Freeform 920">
                <a:extLst>
                  <a:ext uri="{FF2B5EF4-FFF2-40B4-BE49-F238E27FC236}">
                    <a16:creationId xmlns:a16="http://schemas.microsoft.com/office/drawing/2014/main" id="{6A0CA895-CC29-4864-8452-5CF76B7B3C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7" y="1831"/>
                <a:ext cx="45" cy="13"/>
              </a:xfrm>
              <a:custGeom>
                <a:avLst/>
                <a:gdLst>
                  <a:gd name="T0" fmla="*/ 83 w 33"/>
                  <a:gd name="T1" fmla="*/ 0 h 10"/>
                  <a:gd name="T2" fmla="*/ 82 w 33"/>
                  <a:gd name="T3" fmla="*/ 13 h 10"/>
                  <a:gd name="T4" fmla="*/ 65 w 33"/>
                  <a:gd name="T5" fmla="*/ 1 h 10"/>
                  <a:gd name="T6" fmla="*/ 61 w 33"/>
                  <a:gd name="T7" fmla="*/ 16 h 10"/>
                  <a:gd name="T8" fmla="*/ 48 w 33"/>
                  <a:gd name="T9" fmla="*/ 5 h 10"/>
                  <a:gd name="T10" fmla="*/ 26 w 33"/>
                  <a:gd name="T11" fmla="*/ 9 h 10"/>
                  <a:gd name="T12" fmla="*/ 20 w 33"/>
                  <a:gd name="T13" fmla="*/ 22 h 10"/>
                  <a:gd name="T14" fmla="*/ 0 w 33"/>
                  <a:gd name="T15" fmla="*/ 9 h 1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3" h="10">
                    <a:moveTo>
                      <a:pt x="33" y="0"/>
                    </a:moveTo>
                    <a:cubicBezTo>
                      <a:pt x="33" y="2"/>
                      <a:pt x="32" y="4"/>
                      <a:pt x="32" y="6"/>
                    </a:cubicBezTo>
                    <a:cubicBezTo>
                      <a:pt x="30" y="5"/>
                      <a:pt x="28" y="3"/>
                      <a:pt x="26" y="1"/>
                    </a:cubicBezTo>
                    <a:cubicBezTo>
                      <a:pt x="26" y="3"/>
                      <a:pt x="24" y="5"/>
                      <a:pt x="24" y="7"/>
                    </a:cubicBezTo>
                    <a:cubicBezTo>
                      <a:pt x="23" y="5"/>
                      <a:pt x="21" y="3"/>
                      <a:pt x="19" y="2"/>
                    </a:cubicBezTo>
                    <a:cubicBezTo>
                      <a:pt x="16" y="10"/>
                      <a:pt x="16" y="7"/>
                      <a:pt x="10" y="4"/>
                    </a:cubicBezTo>
                    <a:cubicBezTo>
                      <a:pt x="9" y="6"/>
                      <a:pt x="8" y="8"/>
                      <a:pt x="8" y="10"/>
                    </a:cubicBezTo>
                    <a:cubicBezTo>
                      <a:pt x="6" y="9"/>
                      <a:pt x="0" y="6"/>
                      <a:pt x="0" y="4"/>
                    </a:cubicBezTo>
                  </a:path>
                </a:pathLst>
              </a:custGeom>
              <a:noFill/>
              <a:ln w="9525" cap="flat">
                <a:solidFill>
                  <a:srgbClr val="FEF2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331" name="Freeform 921">
                <a:extLst>
                  <a:ext uri="{FF2B5EF4-FFF2-40B4-BE49-F238E27FC236}">
                    <a16:creationId xmlns:a16="http://schemas.microsoft.com/office/drawing/2014/main" id="{0D7CF8D6-9590-4F81-A55B-E7C6C7F54A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0" y="2295"/>
                <a:ext cx="659" cy="1398"/>
              </a:xfrm>
              <a:custGeom>
                <a:avLst/>
                <a:gdLst>
                  <a:gd name="T0" fmla="*/ 1029 w 486"/>
                  <a:gd name="T1" fmla="*/ 215 h 1038"/>
                  <a:gd name="T2" fmla="*/ 656 w 486"/>
                  <a:gd name="T3" fmla="*/ 318 h 1038"/>
                  <a:gd name="T4" fmla="*/ 61 w 486"/>
                  <a:gd name="T5" fmla="*/ 0 h 1038"/>
                  <a:gd name="T6" fmla="*/ 62 w 486"/>
                  <a:gd name="T7" fmla="*/ 859 h 1038"/>
                  <a:gd name="T8" fmla="*/ 119 w 486"/>
                  <a:gd name="T9" fmla="*/ 1197 h 1038"/>
                  <a:gd name="T10" fmla="*/ 187 w 486"/>
                  <a:gd name="T11" fmla="*/ 1515 h 1038"/>
                  <a:gd name="T12" fmla="*/ 191 w 486"/>
                  <a:gd name="T13" fmla="*/ 1611 h 1038"/>
                  <a:gd name="T14" fmla="*/ 202 w 486"/>
                  <a:gd name="T15" fmla="*/ 1698 h 1038"/>
                  <a:gd name="T16" fmla="*/ 207 w 486"/>
                  <a:gd name="T17" fmla="*/ 1741 h 1038"/>
                  <a:gd name="T18" fmla="*/ 224 w 486"/>
                  <a:gd name="T19" fmla="*/ 1824 h 1038"/>
                  <a:gd name="T20" fmla="*/ 222 w 486"/>
                  <a:gd name="T21" fmla="*/ 2051 h 1038"/>
                  <a:gd name="T22" fmla="*/ 264 w 486"/>
                  <a:gd name="T23" fmla="*/ 2275 h 1038"/>
                  <a:gd name="T24" fmla="*/ 267 w 486"/>
                  <a:gd name="T25" fmla="*/ 2333 h 1038"/>
                  <a:gd name="T26" fmla="*/ 264 w 486"/>
                  <a:gd name="T27" fmla="*/ 2333 h 1038"/>
                  <a:gd name="T28" fmla="*/ 243 w 486"/>
                  <a:gd name="T29" fmla="*/ 2392 h 1038"/>
                  <a:gd name="T30" fmla="*/ 249 w 486"/>
                  <a:gd name="T31" fmla="*/ 2449 h 1038"/>
                  <a:gd name="T32" fmla="*/ 273 w 486"/>
                  <a:gd name="T33" fmla="*/ 2470 h 1038"/>
                  <a:gd name="T34" fmla="*/ 273 w 486"/>
                  <a:gd name="T35" fmla="*/ 2479 h 1038"/>
                  <a:gd name="T36" fmla="*/ 306 w 486"/>
                  <a:gd name="T37" fmla="*/ 2486 h 1038"/>
                  <a:gd name="T38" fmla="*/ 471 w 486"/>
                  <a:gd name="T39" fmla="*/ 2465 h 1038"/>
                  <a:gd name="T40" fmla="*/ 594 w 486"/>
                  <a:gd name="T41" fmla="*/ 2485 h 1038"/>
                  <a:gd name="T42" fmla="*/ 574 w 486"/>
                  <a:gd name="T43" fmla="*/ 2362 h 1038"/>
                  <a:gd name="T44" fmla="*/ 598 w 486"/>
                  <a:gd name="T45" fmla="*/ 2234 h 1038"/>
                  <a:gd name="T46" fmla="*/ 588 w 486"/>
                  <a:gd name="T47" fmla="*/ 2098 h 1038"/>
                  <a:gd name="T48" fmla="*/ 603 w 486"/>
                  <a:gd name="T49" fmla="*/ 1981 h 1038"/>
                  <a:gd name="T50" fmla="*/ 609 w 486"/>
                  <a:gd name="T51" fmla="*/ 1717 h 1038"/>
                  <a:gd name="T52" fmla="*/ 610 w 486"/>
                  <a:gd name="T53" fmla="*/ 1344 h 1038"/>
                  <a:gd name="T54" fmla="*/ 632 w 486"/>
                  <a:gd name="T55" fmla="*/ 985 h 1038"/>
                  <a:gd name="T56" fmla="*/ 645 w 486"/>
                  <a:gd name="T57" fmla="*/ 1329 h 1038"/>
                  <a:gd name="T58" fmla="*/ 639 w 486"/>
                  <a:gd name="T59" fmla="*/ 1620 h 1038"/>
                  <a:gd name="T60" fmla="*/ 640 w 486"/>
                  <a:gd name="T61" fmla="*/ 1803 h 1038"/>
                  <a:gd name="T62" fmla="*/ 652 w 486"/>
                  <a:gd name="T63" fmla="*/ 1981 h 1038"/>
                  <a:gd name="T64" fmla="*/ 650 w 486"/>
                  <a:gd name="T65" fmla="*/ 2162 h 1038"/>
                  <a:gd name="T66" fmla="*/ 673 w 486"/>
                  <a:gd name="T67" fmla="*/ 2362 h 1038"/>
                  <a:gd name="T68" fmla="*/ 656 w 486"/>
                  <a:gd name="T69" fmla="*/ 2474 h 1038"/>
                  <a:gd name="T70" fmla="*/ 678 w 486"/>
                  <a:gd name="T71" fmla="*/ 2485 h 1038"/>
                  <a:gd name="T72" fmla="*/ 770 w 486"/>
                  <a:gd name="T73" fmla="*/ 2453 h 1038"/>
                  <a:gd name="T74" fmla="*/ 881 w 486"/>
                  <a:gd name="T75" fmla="*/ 2446 h 1038"/>
                  <a:gd name="T76" fmla="*/ 918 w 486"/>
                  <a:gd name="T77" fmla="*/ 2463 h 1038"/>
                  <a:gd name="T78" fmla="*/ 945 w 486"/>
                  <a:gd name="T79" fmla="*/ 2485 h 1038"/>
                  <a:gd name="T80" fmla="*/ 961 w 486"/>
                  <a:gd name="T81" fmla="*/ 2509 h 1038"/>
                  <a:gd name="T82" fmla="*/ 986 w 486"/>
                  <a:gd name="T83" fmla="*/ 2478 h 1038"/>
                  <a:gd name="T84" fmla="*/ 986 w 486"/>
                  <a:gd name="T85" fmla="*/ 2428 h 1038"/>
                  <a:gd name="T86" fmla="*/ 975 w 486"/>
                  <a:gd name="T87" fmla="*/ 2345 h 1038"/>
                  <a:gd name="T88" fmla="*/ 993 w 486"/>
                  <a:gd name="T89" fmla="*/ 2240 h 1038"/>
                  <a:gd name="T90" fmla="*/ 1014 w 486"/>
                  <a:gd name="T91" fmla="*/ 2044 h 1038"/>
                  <a:gd name="T92" fmla="*/ 1032 w 486"/>
                  <a:gd name="T93" fmla="*/ 1888 h 1038"/>
                  <a:gd name="T94" fmla="*/ 1035 w 486"/>
                  <a:gd name="T95" fmla="*/ 1820 h 1038"/>
                  <a:gd name="T96" fmla="*/ 1048 w 486"/>
                  <a:gd name="T97" fmla="*/ 1731 h 1038"/>
                  <a:gd name="T98" fmla="*/ 1050 w 486"/>
                  <a:gd name="T99" fmla="*/ 1706 h 1038"/>
                  <a:gd name="T100" fmla="*/ 1050 w 486"/>
                  <a:gd name="T101" fmla="*/ 1662 h 1038"/>
                  <a:gd name="T102" fmla="*/ 1050 w 486"/>
                  <a:gd name="T103" fmla="*/ 1632 h 1038"/>
                  <a:gd name="T104" fmla="*/ 1044 w 486"/>
                  <a:gd name="T105" fmla="*/ 1585 h 1038"/>
                  <a:gd name="T106" fmla="*/ 1050 w 486"/>
                  <a:gd name="T107" fmla="*/ 1549 h 1038"/>
                  <a:gd name="T108" fmla="*/ 1050 w 486"/>
                  <a:gd name="T109" fmla="*/ 1521 h 1038"/>
                  <a:gd name="T110" fmla="*/ 1055 w 486"/>
                  <a:gd name="T111" fmla="*/ 1411 h 1038"/>
                  <a:gd name="T112" fmla="*/ 1172 w 486"/>
                  <a:gd name="T113" fmla="*/ 754 h 1038"/>
                  <a:gd name="T114" fmla="*/ 1182 w 486"/>
                  <a:gd name="T115" fmla="*/ 79 h 1038"/>
                  <a:gd name="T116" fmla="*/ 1029 w 486"/>
                  <a:gd name="T117" fmla="*/ 215 h 1038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0" t="0" r="r" b="b"/>
                <a:pathLst>
                  <a:path w="486" h="1038">
                    <a:moveTo>
                      <a:pt x="413" y="88"/>
                    </a:moveTo>
                    <a:cubicBezTo>
                      <a:pt x="383" y="106"/>
                      <a:pt x="367" y="118"/>
                      <a:pt x="263" y="130"/>
                    </a:cubicBezTo>
                    <a:cubicBezTo>
                      <a:pt x="169" y="141"/>
                      <a:pt x="46" y="44"/>
                      <a:pt x="24" y="0"/>
                    </a:cubicBezTo>
                    <a:cubicBezTo>
                      <a:pt x="0" y="102"/>
                      <a:pt x="13" y="255"/>
                      <a:pt x="25" y="352"/>
                    </a:cubicBezTo>
                    <a:cubicBezTo>
                      <a:pt x="31" y="399"/>
                      <a:pt x="36" y="444"/>
                      <a:pt x="48" y="490"/>
                    </a:cubicBezTo>
                    <a:cubicBezTo>
                      <a:pt x="59" y="533"/>
                      <a:pt x="46" y="585"/>
                      <a:pt x="75" y="620"/>
                    </a:cubicBezTo>
                    <a:cubicBezTo>
                      <a:pt x="56" y="635"/>
                      <a:pt x="87" y="642"/>
                      <a:pt x="77" y="659"/>
                    </a:cubicBezTo>
                    <a:cubicBezTo>
                      <a:pt x="66" y="677"/>
                      <a:pt x="92" y="684"/>
                      <a:pt x="81" y="695"/>
                    </a:cubicBezTo>
                    <a:cubicBezTo>
                      <a:pt x="87" y="701"/>
                      <a:pt x="80" y="704"/>
                      <a:pt x="83" y="713"/>
                    </a:cubicBezTo>
                    <a:cubicBezTo>
                      <a:pt x="87" y="724"/>
                      <a:pt x="91" y="734"/>
                      <a:pt x="90" y="746"/>
                    </a:cubicBezTo>
                    <a:cubicBezTo>
                      <a:pt x="88" y="768"/>
                      <a:pt x="87" y="818"/>
                      <a:pt x="89" y="840"/>
                    </a:cubicBezTo>
                    <a:cubicBezTo>
                      <a:pt x="94" y="879"/>
                      <a:pt x="104" y="892"/>
                      <a:pt x="106" y="931"/>
                    </a:cubicBezTo>
                    <a:cubicBezTo>
                      <a:pt x="106" y="936"/>
                      <a:pt x="107" y="945"/>
                      <a:pt x="107" y="955"/>
                    </a:cubicBezTo>
                    <a:cubicBezTo>
                      <a:pt x="106" y="955"/>
                      <a:pt x="106" y="955"/>
                      <a:pt x="106" y="955"/>
                    </a:cubicBezTo>
                    <a:cubicBezTo>
                      <a:pt x="105" y="965"/>
                      <a:pt x="102" y="971"/>
                      <a:pt x="97" y="979"/>
                    </a:cubicBezTo>
                    <a:cubicBezTo>
                      <a:pt x="108" y="983"/>
                      <a:pt x="111" y="997"/>
                      <a:pt x="100" y="1002"/>
                    </a:cubicBezTo>
                    <a:cubicBezTo>
                      <a:pt x="106" y="1003"/>
                      <a:pt x="108" y="1007"/>
                      <a:pt x="109" y="1011"/>
                    </a:cubicBezTo>
                    <a:cubicBezTo>
                      <a:pt x="109" y="1013"/>
                      <a:pt x="109" y="1014"/>
                      <a:pt x="109" y="1015"/>
                    </a:cubicBezTo>
                    <a:cubicBezTo>
                      <a:pt x="109" y="1027"/>
                      <a:pt x="123" y="1018"/>
                      <a:pt x="123" y="1018"/>
                    </a:cubicBezTo>
                    <a:cubicBezTo>
                      <a:pt x="123" y="1018"/>
                      <a:pt x="130" y="1005"/>
                      <a:pt x="189" y="1009"/>
                    </a:cubicBezTo>
                    <a:cubicBezTo>
                      <a:pt x="207" y="1010"/>
                      <a:pt x="233" y="1038"/>
                      <a:pt x="238" y="1017"/>
                    </a:cubicBezTo>
                    <a:cubicBezTo>
                      <a:pt x="240" y="1010"/>
                      <a:pt x="230" y="991"/>
                      <a:pt x="230" y="967"/>
                    </a:cubicBezTo>
                    <a:cubicBezTo>
                      <a:pt x="230" y="948"/>
                      <a:pt x="240" y="923"/>
                      <a:pt x="240" y="915"/>
                    </a:cubicBezTo>
                    <a:cubicBezTo>
                      <a:pt x="241" y="894"/>
                      <a:pt x="236" y="878"/>
                      <a:pt x="236" y="859"/>
                    </a:cubicBezTo>
                    <a:cubicBezTo>
                      <a:pt x="236" y="844"/>
                      <a:pt x="242" y="826"/>
                      <a:pt x="242" y="811"/>
                    </a:cubicBezTo>
                    <a:cubicBezTo>
                      <a:pt x="242" y="778"/>
                      <a:pt x="242" y="744"/>
                      <a:pt x="244" y="703"/>
                    </a:cubicBezTo>
                    <a:cubicBezTo>
                      <a:pt x="246" y="660"/>
                      <a:pt x="242" y="593"/>
                      <a:pt x="245" y="550"/>
                    </a:cubicBezTo>
                    <a:cubicBezTo>
                      <a:pt x="247" y="515"/>
                      <a:pt x="253" y="452"/>
                      <a:pt x="254" y="403"/>
                    </a:cubicBezTo>
                    <a:cubicBezTo>
                      <a:pt x="255" y="451"/>
                      <a:pt x="257" y="510"/>
                      <a:pt x="259" y="544"/>
                    </a:cubicBezTo>
                    <a:cubicBezTo>
                      <a:pt x="261" y="586"/>
                      <a:pt x="256" y="619"/>
                      <a:pt x="256" y="663"/>
                    </a:cubicBezTo>
                    <a:cubicBezTo>
                      <a:pt x="256" y="686"/>
                      <a:pt x="257" y="717"/>
                      <a:pt x="257" y="738"/>
                    </a:cubicBezTo>
                    <a:cubicBezTo>
                      <a:pt x="258" y="763"/>
                      <a:pt x="261" y="786"/>
                      <a:pt x="262" y="811"/>
                    </a:cubicBezTo>
                    <a:cubicBezTo>
                      <a:pt x="263" y="832"/>
                      <a:pt x="260" y="864"/>
                      <a:pt x="260" y="885"/>
                    </a:cubicBezTo>
                    <a:cubicBezTo>
                      <a:pt x="260" y="905"/>
                      <a:pt x="271" y="947"/>
                      <a:pt x="270" y="967"/>
                    </a:cubicBezTo>
                    <a:cubicBezTo>
                      <a:pt x="269" y="978"/>
                      <a:pt x="266" y="999"/>
                      <a:pt x="263" y="1013"/>
                    </a:cubicBezTo>
                    <a:cubicBezTo>
                      <a:pt x="262" y="1019"/>
                      <a:pt x="265" y="1020"/>
                      <a:pt x="272" y="1017"/>
                    </a:cubicBezTo>
                    <a:cubicBezTo>
                      <a:pt x="281" y="1011"/>
                      <a:pt x="300" y="1005"/>
                      <a:pt x="309" y="1004"/>
                    </a:cubicBezTo>
                    <a:cubicBezTo>
                      <a:pt x="316" y="1003"/>
                      <a:pt x="347" y="999"/>
                      <a:pt x="353" y="1001"/>
                    </a:cubicBezTo>
                    <a:cubicBezTo>
                      <a:pt x="358" y="1004"/>
                      <a:pt x="363" y="1006"/>
                      <a:pt x="368" y="1008"/>
                    </a:cubicBezTo>
                    <a:cubicBezTo>
                      <a:pt x="375" y="1012"/>
                      <a:pt x="376" y="1015"/>
                      <a:pt x="379" y="1017"/>
                    </a:cubicBezTo>
                    <a:cubicBezTo>
                      <a:pt x="381" y="1020"/>
                      <a:pt x="386" y="1024"/>
                      <a:pt x="386" y="1027"/>
                    </a:cubicBezTo>
                    <a:cubicBezTo>
                      <a:pt x="386" y="1021"/>
                      <a:pt x="389" y="1016"/>
                      <a:pt x="395" y="1014"/>
                    </a:cubicBezTo>
                    <a:cubicBezTo>
                      <a:pt x="391" y="1007"/>
                      <a:pt x="387" y="999"/>
                      <a:pt x="395" y="994"/>
                    </a:cubicBezTo>
                    <a:cubicBezTo>
                      <a:pt x="387" y="982"/>
                      <a:pt x="391" y="972"/>
                      <a:pt x="391" y="960"/>
                    </a:cubicBezTo>
                    <a:cubicBezTo>
                      <a:pt x="393" y="946"/>
                      <a:pt x="395" y="932"/>
                      <a:pt x="398" y="917"/>
                    </a:cubicBezTo>
                    <a:cubicBezTo>
                      <a:pt x="403" y="892"/>
                      <a:pt x="404" y="861"/>
                      <a:pt x="407" y="837"/>
                    </a:cubicBezTo>
                    <a:cubicBezTo>
                      <a:pt x="410" y="817"/>
                      <a:pt x="412" y="795"/>
                      <a:pt x="414" y="773"/>
                    </a:cubicBezTo>
                    <a:cubicBezTo>
                      <a:pt x="416" y="769"/>
                      <a:pt x="413" y="750"/>
                      <a:pt x="415" y="745"/>
                    </a:cubicBezTo>
                    <a:cubicBezTo>
                      <a:pt x="418" y="734"/>
                      <a:pt x="413" y="716"/>
                      <a:pt x="420" y="708"/>
                    </a:cubicBezTo>
                    <a:cubicBezTo>
                      <a:pt x="422" y="706"/>
                      <a:pt x="423" y="700"/>
                      <a:pt x="421" y="699"/>
                    </a:cubicBezTo>
                    <a:cubicBezTo>
                      <a:pt x="416" y="692"/>
                      <a:pt x="418" y="685"/>
                      <a:pt x="421" y="680"/>
                    </a:cubicBezTo>
                    <a:cubicBezTo>
                      <a:pt x="423" y="677"/>
                      <a:pt x="424" y="671"/>
                      <a:pt x="421" y="668"/>
                    </a:cubicBezTo>
                    <a:cubicBezTo>
                      <a:pt x="416" y="662"/>
                      <a:pt x="414" y="655"/>
                      <a:pt x="419" y="649"/>
                    </a:cubicBezTo>
                    <a:cubicBezTo>
                      <a:pt x="422" y="643"/>
                      <a:pt x="422" y="638"/>
                      <a:pt x="421" y="634"/>
                    </a:cubicBezTo>
                    <a:cubicBezTo>
                      <a:pt x="420" y="629"/>
                      <a:pt x="421" y="625"/>
                      <a:pt x="421" y="622"/>
                    </a:cubicBezTo>
                    <a:cubicBezTo>
                      <a:pt x="422" y="605"/>
                      <a:pt x="420" y="595"/>
                      <a:pt x="423" y="578"/>
                    </a:cubicBezTo>
                    <a:cubicBezTo>
                      <a:pt x="440" y="493"/>
                      <a:pt x="463" y="398"/>
                      <a:pt x="470" y="309"/>
                    </a:cubicBezTo>
                    <a:cubicBezTo>
                      <a:pt x="476" y="236"/>
                      <a:pt x="486" y="148"/>
                      <a:pt x="474" y="33"/>
                    </a:cubicBezTo>
                    <a:cubicBezTo>
                      <a:pt x="459" y="54"/>
                      <a:pt x="431" y="74"/>
                      <a:pt x="413" y="88"/>
                    </a:cubicBezTo>
                    <a:close/>
                  </a:path>
                </a:pathLst>
              </a:custGeom>
              <a:solidFill>
                <a:srgbClr val="A8D6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332" name="Freeform 922">
                <a:extLst>
                  <a:ext uri="{FF2B5EF4-FFF2-40B4-BE49-F238E27FC236}">
                    <a16:creationId xmlns:a16="http://schemas.microsoft.com/office/drawing/2014/main" id="{E74FB1BB-7D4B-4A15-9908-77C94C1823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2" y="1340"/>
                <a:ext cx="852" cy="1146"/>
              </a:xfrm>
              <a:custGeom>
                <a:avLst/>
                <a:gdLst>
                  <a:gd name="T0" fmla="*/ 1306 w 628"/>
                  <a:gd name="T1" fmla="*/ 903 h 852"/>
                  <a:gd name="T2" fmla="*/ 1567 w 628"/>
                  <a:gd name="T3" fmla="*/ 675 h 852"/>
                  <a:gd name="T4" fmla="*/ 1464 w 628"/>
                  <a:gd name="T5" fmla="*/ 369 h 852"/>
                  <a:gd name="T6" fmla="*/ 1368 w 628"/>
                  <a:gd name="T7" fmla="*/ 198 h 852"/>
                  <a:gd name="T8" fmla="*/ 1197 w 628"/>
                  <a:gd name="T9" fmla="*/ 98 h 852"/>
                  <a:gd name="T10" fmla="*/ 959 w 628"/>
                  <a:gd name="T11" fmla="*/ 12 h 852"/>
                  <a:gd name="T12" fmla="*/ 768 w 628"/>
                  <a:gd name="T13" fmla="*/ 140 h 852"/>
                  <a:gd name="T14" fmla="*/ 593 w 628"/>
                  <a:gd name="T15" fmla="*/ 0 h 852"/>
                  <a:gd name="T16" fmla="*/ 548 w 628"/>
                  <a:gd name="T17" fmla="*/ 16 h 852"/>
                  <a:gd name="T18" fmla="*/ 365 w 628"/>
                  <a:gd name="T19" fmla="*/ 87 h 852"/>
                  <a:gd name="T20" fmla="*/ 107 w 628"/>
                  <a:gd name="T21" fmla="*/ 321 h 852"/>
                  <a:gd name="T22" fmla="*/ 0 w 628"/>
                  <a:gd name="T23" fmla="*/ 712 h 852"/>
                  <a:gd name="T24" fmla="*/ 239 w 628"/>
                  <a:gd name="T25" fmla="*/ 876 h 852"/>
                  <a:gd name="T26" fmla="*/ 201 w 628"/>
                  <a:gd name="T27" fmla="*/ 1129 h 852"/>
                  <a:gd name="T28" fmla="*/ 208 w 628"/>
                  <a:gd name="T29" fmla="*/ 1493 h 852"/>
                  <a:gd name="T30" fmla="*/ 191 w 628"/>
                  <a:gd name="T31" fmla="*/ 1699 h 852"/>
                  <a:gd name="T32" fmla="*/ 799 w 628"/>
                  <a:gd name="T33" fmla="*/ 2045 h 852"/>
                  <a:gd name="T34" fmla="*/ 1175 w 628"/>
                  <a:gd name="T35" fmla="*/ 1941 h 852"/>
                  <a:gd name="T36" fmla="*/ 1338 w 628"/>
                  <a:gd name="T37" fmla="*/ 1789 h 852"/>
                  <a:gd name="T38" fmla="*/ 1346 w 628"/>
                  <a:gd name="T39" fmla="*/ 1697 h 852"/>
                  <a:gd name="T40" fmla="*/ 1338 w 628"/>
                  <a:gd name="T41" fmla="*/ 1225 h 852"/>
                  <a:gd name="T42" fmla="*/ 1306 w 628"/>
                  <a:gd name="T43" fmla="*/ 903 h 85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628" h="852">
                    <a:moveTo>
                      <a:pt x="523" y="371"/>
                    </a:moveTo>
                    <a:cubicBezTo>
                      <a:pt x="554" y="364"/>
                      <a:pt x="628" y="288"/>
                      <a:pt x="627" y="277"/>
                    </a:cubicBezTo>
                    <a:cubicBezTo>
                      <a:pt x="620" y="272"/>
                      <a:pt x="604" y="192"/>
                      <a:pt x="586" y="152"/>
                    </a:cubicBezTo>
                    <a:cubicBezTo>
                      <a:pt x="567" y="112"/>
                      <a:pt x="568" y="104"/>
                      <a:pt x="548" y="81"/>
                    </a:cubicBezTo>
                    <a:cubicBezTo>
                      <a:pt x="528" y="59"/>
                      <a:pt x="506" y="51"/>
                      <a:pt x="479" y="40"/>
                    </a:cubicBezTo>
                    <a:cubicBezTo>
                      <a:pt x="452" y="29"/>
                      <a:pt x="399" y="15"/>
                      <a:pt x="384" y="5"/>
                    </a:cubicBezTo>
                    <a:cubicBezTo>
                      <a:pt x="384" y="5"/>
                      <a:pt x="376" y="57"/>
                      <a:pt x="307" y="57"/>
                    </a:cubicBezTo>
                    <a:cubicBezTo>
                      <a:pt x="238" y="57"/>
                      <a:pt x="242" y="11"/>
                      <a:pt x="237" y="0"/>
                    </a:cubicBezTo>
                    <a:cubicBezTo>
                      <a:pt x="237" y="0"/>
                      <a:pt x="227" y="4"/>
                      <a:pt x="220" y="7"/>
                    </a:cubicBezTo>
                    <a:cubicBezTo>
                      <a:pt x="214" y="9"/>
                      <a:pt x="198" y="15"/>
                      <a:pt x="146" y="36"/>
                    </a:cubicBezTo>
                    <a:cubicBezTo>
                      <a:pt x="94" y="57"/>
                      <a:pt x="71" y="59"/>
                      <a:pt x="43" y="132"/>
                    </a:cubicBezTo>
                    <a:cubicBezTo>
                      <a:pt x="15" y="205"/>
                      <a:pt x="11" y="257"/>
                      <a:pt x="0" y="292"/>
                    </a:cubicBezTo>
                    <a:cubicBezTo>
                      <a:pt x="7" y="307"/>
                      <a:pt x="55" y="344"/>
                      <a:pt x="96" y="360"/>
                    </a:cubicBezTo>
                    <a:cubicBezTo>
                      <a:pt x="90" y="377"/>
                      <a:pt x="84" y="420"/>
                      <a:pt x="80" y="464"/>
                    </a:cubicBezTo>
                    <a:cubicBezTo>
                      <a:pt x="76" y="508"/>
                      <a:pt x="79" y="577"/>
                      <a:pt x="83" y="613"/>
                    </a:cubicBezTo>
                    <a:cubicBezTo>
                      <a:pt x="87" y="649"/>
                      <a:pt x="78" y="663"/>
                      <a:pt x="77" y="698"/>
                    </a:cubicBezTo>
                    <a:cubicBezTo>
                      <a:pt x="76" y="732"/>
                      <a:pt x="216" y="852"/>
                      <a:pt x="320" y="840"/>
                    </a:cubicBezTo>
                    <a:cubicBezTo>
                      <a:pt x="424" y="828"/>
                      <a:pt x="440" y="816"/>
                      <a:pt x="470" y="798"/>
                    </a:cubicBezTo>
                    <a:cubicBezTo>
                      <a:pt x="490" y="782"/>
                      <a:pt x="524" y="759"/>
                      <a:pt x="536" y="735"/>
                    </a:cubicBezTo>
                    <a:cubicBezTo>
                      <a:pt x="540" y="726"/>
                      <a:pt x="539" y="704"/>
                      <a:pt x="539" y="697"/>
                    </a:cubicBezTo>
                    <a:cubicBezTo>
                      <a:pt x="539" y="672"/>
                      <a:pt x="542" y="553"/>
                      <a:pt x="536" y="503"/>
                    </a:cubicBezTo>
                    <a:cubicBezTo>
                      <a:pt x="531" y="452"/>
                      <a:pt x="522" y="376"/>
                      <a:pt x="523" y="371"/>
                    </a:cubicBezTo>
                    <a:close/>
                  </a:path>
                </a:pathLst>
              </a:custGeom>
              <a:solidFill>
                <a:srgbClr val="FDCA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333" name="Freeform 923">
                <a:extLst>
                  <a:ext uri="{FF2B5EF4-FFF2-40B4-BE49-F238E27FC236}">
                    <a16:creationId xmlns:a16="http://schemas.microsoft.com/office/drawing/2014/main" id="{1985CC87-7191-4B76-9F92-7950E65A83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5" y="1611"/>
                <a:ext cx="78" cy="200"/>
              </a:xfrm>
              <a:custGeom>
                <a:avLst/>
                <a:gdLst>
                  <a:gd name="T0" fmla="*/ 120 w 58"/>
                  <a:gd name="T1" fmla="*/ 0 h 148"/>
                  <a:gd name="T2" fmla="*/ 114 w 58"/>
                  <a:gd name="T3" fmla="*/ 99 h 148"/>
                  <a:gd name="T4" fmla="*/ 120 w 58"/>
                  <a:gd name="T5" fmla="*/ 191 h 148"/>
                  <a:gd name="T6" fmla="*/ 125 w 58"/>
                  <a:gd name="T7" fmla="*/ 215 h 148"/>
                  <a:gd name="T8" fmla="*/ 125 w 58"/>
                  <a:gd name="T9" fmla="*/ 245 h 148"/>
                  <a:gd name="T10" fmla="*/ 125 w 58"/>
                  <a:gd name="T11" fmla="*/ 282 h 148"/>
                  <a:gd name="T12" fmla="*/ 114 w 58"/>
                  <a:gd name="T13" fmla="*/ 365 h 148"/>
                  <a:gd name="T14" fmla="*/ 31 w 58"/>
                  <a:gd name="T15" fmla="*/ 323 h 148"/>
                  <a:gd name="T16" fmla="*/ 83 w 58"/>
                  <a:gd name="T17" fmla="*/ 328 h 148"/>
                  <a:gd name="T18" fmla="*/ 85 w 58"/>
                  <a:gd name="T19" fmla="*/ 280 h 148"/>
                  <a:gd name="T20" fmla="*/ 0 w 58"/>
                  <a:gd name="T21" fmla="*/ 238 h 148"/>
                  <a:gd name="T22" fmla="*/ 56 w 58"/>
                  <a:gd name="T23" fmla="*/ 241 h 148"/>
                  <a:gd name="T24" fmla="*/ 43 w 58"/>
                  <a:gd name="T25" fmla="*/ 170 h 148"/>
                  <a:gd name="T26" fmla="*/ 62 w 58"/>
                  <a:gd name="T27" fmla="*/ 108 h 148"/>
                  <a:gd name="T28" fmla="*/ 100 w 58"/>
                  <a:gd name="T29" fmla="*/ 78 h 148"/>
                  <a:gd name="T30" fmla="*/ 121 w 58"/>
                  <a:gd name="T31" fmla="*/ 5 h 148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58" h="148">
                    <a:moveTo>
                      <a:pt x="49" y="0"/>
                    </a:moveTo>
                    <a:cubicBezTo>
                      <a:pt x="47" y="15"/>
                      <a:pt x="43" y="26"/>
                      <a:pt x="47" y="40"/>
                    </a:cubicBezTo>
                    <a:cubicBezTo>
                      <a:pt x="49" y="49"/>
                      <a:pt x="58" y="71"/>
                      <a:pt x="49" y="77"/>
                    </a:cubicBezTo>
                    <a:cubicBezTo>
                      <a:pt x="55" y="79"/>
                      <a:pt x="55" y="84"/>
                      <a:pt x="51" y="87"/>
                    </a:cubicBezTo>
                    <a:cubicBezTo>
                      <a:pt x="57" y="93"/>
                      <a:pt x="51" y="94"/>
                      <a:pt x="51" y="99"/>
                    </a:cubicBezTo>
                    <a:cubicBezTo>
                      <a:pt x="51" y="105"/>
                      <a:pt x="51" y="110"/>
                      <a:pt x="51" y="115"/>
                    </a:cubicBezTo>
                    <a:cubicBezTo>
                      <a:pt x="51" y="126"/>
                      <a:pt x="47" y="139"/>
                      <a:pt x="47" y="148"/>
                    </a:cubicBezTo>
                    <a:cubicBezTo>
                      <a:pt x="38" y="147"/>
                      <a:pt x="18" y="139"/>
                      <a:pt x="13" y="131"/>
                    </a:cubicBezTo>
                    <a:cubicBezTo>
                      <a:pt x="20" y="130"/>
                      <a:pt x="28" y="138"/>
                      <a:pt x="34" y="133"/>
                    </a:cubicBezTo>
                    <a:cubicBezTo>
                      <a:pt x="40" y="129"/>
                      <a:pt x="39" y="118"/>
                      <a:pt x="35" y="113"/>
                    </a:cubicBezTo>
                    <a:cubicBezTo>
                      <a:pt x="27" y="102"/>
                      <a:pt x="11" y="99"/>
                      <a:pt x="0" y="96"/>
                    </a:cubicBezTo>
                    <a:cubicBezTo>
                      <a:pt x="7" y="98"/>
                      <a:pt x="16" y="101"/>
                      <a:pt x="23" y="98"/>
                    </a:cubicBezTo>
                    <a:cubicBezTo>
                      <a:pt x="37" y="90"/>
                      <a:pt x="32" y="73"/>
                      <a:pt x="18" y="69"/>
                    </a:cubicBezTo>
                    <a:cubicBezTo>
                      <a:pt x="44" y="86"/>
                      <a:pt x="52" y="49"/>
                      <a:pt x="25" y="44"/>
                    </a:cubicBezTo>
                    <a:cubicBezTo>
                      <a:pt x="33" y="51"/>
                      <a:pt x="42" y="41"/>
                      <a:pt x="41" y="32"/>
                    </a:cubicBezTo>
                    <a:cubicBezTo>
                      <a:pt x="41" y="25"/>
                      <a:pt x="43" y="9"/>
                      <a:pt x="50" y="2"/>
                    </a:cubicBezTo>
                  </a:path>
                </a:pathLst>
              </a:custGeom>
              <a:solidFill>
                <a:srgbClr val="FDAF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334" name="Freeform 924">
                <a:extLst>
                  <a:ext uri="{FF2B5EF4-FFF2-40B4-BE49-F238E27FC236}">
                    <a16:creationId xmlns:a16="http://schemas.microsoft.com/office/drawing/2014/main" id="{99E60789-176C-4568-9133-9D06049F59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3" y="1692"/>
                <a:ext cx="47" cy="51"/>
              </a:xfrm>
              <a:custGeom>
                <a:avLst/>
                <a:gdLst>
                  <a:gd name="T0" fmla="*/ 14 w 34"/>
                  <a:gd name="T1" fmla="*/ 0 h 38"/>
                  <a:gd name="T2" fmla="*/ 84 w 34"/>
                  <a:gd name="T3" fmla="*/ 43 h 38"/>
                  <a:gd name="T4" fmla="*/ 0 w 34"/>
                  <a:gd name="T5" fmla="*/ 36 h 38"/>
                  <a:gd name="T6" fmla="*/ 40 w 34"/>
                  <a:gd name="T7" fmla="*/ 9 h 3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4" h="38">
                    <a:moveTo>
                      <a:pt x="5" y="0"/>
                    </a:moveTo>
                    <a:cubicBezTo>
                      <a:pt x="12" y="1"/>
                      <a:pt x="31" y="11"/>
                      <a:pt x="32" y="18"/>
                    </a:cubicBezTo>
                    <a:cubicBezTo>
                      <a:pt x="34" y="38"/>
                      <a:pt x="6" y="15"/>
                      <a:pt x="0" y="15"/>
                    </a:cubicBezTo>
                    <a:cubicBezTo>
                      <a:pt x="8" y="16"/>
                      <a:pt x="29" y="22"/>
                      <a:pt x="15" y="4"/>
                    </a:cubicBezTo>
                  </a:path>
                </a:pathLst>
              </a:custGeom>
              <a:solidFill>
                <a:srgbClr val="FDAF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335" name="Freeform 925">
                <a:extLst>
                  <a:ext uri="{FF2B5EF4-FFF2-40B4-BE49-F238E27FC236}">
                    <a16:creationId xmlns:a16="http://schemas.microsoft.com/office/drawing/2014/main" id="{F83D1153-B748-44D7-9954-1F4E73555F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8" y="1742"/>
                <a:ext cx="128" cy="71"/>
              </a:xfrm>
              <a:custGeom>
                <a:avLst/>
                <a:gdLst>
                  <a:gd name="T0" fmla="*/ 224 w 95"/>
                  <a:gd name="T1" fmla="*/ 0 h 53"/>
                  <a:gd name="T2" fmla="*/ 42 w 95"/>
                  <a:gd name="T3" fmla="*/ 75 h 53"/>
                  <a:gd name="T4" fmla="*/ 57 w 95"/>
                  <a:gd name="T5" fmla="*/ 122 h 53"/>
                  <a:gd name="T6" fmla="*/ 171 w 95"/>
                  <a:gd name="T7" fmla="*/ 121 h 53"/>
                  <a:gd name="T8" fmla="*/ 73 w 95"/>
                  <a:gd name="T9" fmla="*/ 86 h 53"/>
                  <a:gd name="T10" fmla="*/ 143 w 95"/>
                  <a:gd name="T11" fmla="*/ 64 h 53"/>
                  <a:gd name="T12" fmla="*/ 232 w 95"/>
                  <a:gd name="T13" fmla="*/ 0 h 5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5" h="53">
                    <a:moveTo>
                      <a:pt x="91" y="0"/>
                    </a:moveTo>
                    <a:cubicBezTo>
                      <a:pt x="76" y="24"/>
                      <a:pt x="40" y="19"/>
                      <a:pt x="17" y="31"/>
                    </a:cubicBezTo>
                    <a:cubicBezTo>
                      <a:pt x="0" y="39"/>
                      <a:pt x="5" y="50"/>
                      <a:pt x="23" y="51"/>
                    </a:cubicBezTo>
                    <a:cubicBezTo>
                      <a:pt x="38" y="53"/>
                      <a:pt x="56" y="52"/>
                      <a:pt x="70" y="50"/>
                    </a:cubicBezTo>
                    <a:cubicBezTo>
                      <a:pt x="63" y="50"/>
                      <a:pt x="20" y="49"/>
                      <a:pt x="30" y="36"/>
                    </a:cubicBezTo>
                    <a:cubicBezTo>
                      <a:pt x="34" y="31"/>
                      <a:pt x="53" y="30"/>
                      <a:pt x="59" y="27"/>
                    </a:cubicBezTo>
                    <a:cubicBezTo>
                      <a:pt x="74" y="21"/>
                      <a:pt x="84" y="11"/>
                      <a:pt x="95" y="0"/>
                    </a:cubicBezTo>
                  </a:path>
                </a:pathLst>
              </a:custGeom>
              <a:solidFill>
                <a:srgbClr val="FDAF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336" name="Freeform 926">
                <a:extLst>
                  <a:ext uri="{FF2B5EF4-FFF2-40B4-BE49-F238E27FC236}">
                    <a16:creationId xmlns:a16="http://schemas.microsoft.com/office/drawing/2014/main" id="{6FC44CC7-CA2C-4F08-A0F0-EE0257DA39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4" y="1765"/>
                <a:ext cx="77" cy="31"/>
              </a:xfrm>
              <a:custGeom>
                <a:avLst/>
                <a:gdLst>
                  <a:gd name="T0" fmla="*/ 0 w 57"/>
                  <a:gd name="T1" fmla="*/ 0 h 23"/>
                  <a:gd name="T2" fmla="*/ 66 w 57"/>
                  <a:gd name="T3" fmla="*/ 49 h 23"/>
                  <a:gd name="T4" fmla="*/ 111 w 57"/>
                  <a:gd name="T5" fmla="*/ 51 h 23"/>
                  <a:gd name="T6" fmla="*/ 124 w 57"/>
                  <a:gd name="T7" fmla="*/ 20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7" h="23">
                    <a:moveTo>
                      <a:pt x="0" y="0"/>
                    </a:moveTo>
                    <a:cubicBezTo>
                      <a:pt x="4" y="2"/>
                      <a:pt x="42" y="13"/>
                      <a:pt x="27" y="20"/>
                    </a:cubicBezTo>
                    <a:cubicBezTo>
                      <a:pt x="32" y="21"/>
                      <a:pt x="40" y="23"/>
                      <a:pt x="45" y="21"/>
                    </a:cubicBezTo>
                    <a:cubicBezTo>
                      <a:pt x="50" y="19"/>
                      <a:pt x="57" y="13"/>
                      <a:pt x="50" y="8"/>
                    </a:cubicBezTo>
                  </a:path>
                </a:pathLst>
              </a:custGeom>
              <a:solidFill>
                <a:srgbClr val="FDAF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337" name="Freeform 927">
                <a:extLst>
                  <a:ext uri="{FF2B5EF4-FFF2-40B4-BE49-F238E27FC236}">
                    <a16:creationId xmlns:a16="http://schemas.microsoft.com/office/drawing/2014/main" id="{7DD85ABA-7CB0-4570-9D5C-89B10286AC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9" y="1766"/>
                <a:ext cx="55" cy="31"/>
              </a:xfrm>
              <a:custGeom>
                <a:avLst/>
                <a:gdLst>
                  <a:gd name="T0" fmla="*/ 105 w 40"/>
                  <a:gd name="T1" fmla="*/ 0 h 23"/>
                  <a:gd name="T2" fmla="*/ 40 w 40"/>
                  <a:gd name="T3" fmla="*/ 24 h 23"/>
                  <a:gd name="T4" fmla="*/ 69 w 40"/>
                  <a:gd name="T5" fmla="*/ 42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23">
                    <a:moveTo>
                      <a:pt x="40" y="0"/>
                    </a:moveTo>
                    <a:cubicBezTo>
                      <a:pt x="33" y="8"/>
                      <a:pt x="23" y="5"/>
                      <a:pt x="15" y="10"/>
                    </a:cubicBezTo>
                    <a:cubicBezTo>
                      <a:pt x="0" y="18"/>
                      <a:pt x="16" y="23"/>
                      <a:pt x="26" y="17"/>
                    </a:cubicBezTo>
                  </a:path>
                </a:pathLst>
              </a:custGeom>
              <a:solidFill>
                <a:srgbClr val="FDAF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338" name="Freeform 928">
                <a:extLst>
                  <a:ext uri="{FF2B5EF4-FFF2-40B4-BE49-F238E27FC236}">
                    <a16:creationId xmlns:a16="http://schemas.microsoft.com/office/drawing/2014/main" id="{F59A731C-D91B-42EE-8189-C26808CFFE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8" y="1630"/>
                <a:ext cx="84" cy="205"/>
              </a:xfrm>
              <a:custGeom>
                <a:avLst/>
                <a:gdLst>
                  <a:gd name="T0" fmla="*/ 16 w 62"/>
                  <a:gd name="T1" fmla="*/ 32 h 152"/>
                  <a:gd name="T2" fmla="*/ 0 w 62"/>
                  <a:gd name="T3" fmla="*/ 132 h 152"/>
                  <a:gd name="T4" fmla="*/ 0 w 62"/>
                  <a:gd name="T5" fmla="*/ 167 h 152"/>
                  <a:gd name="T6" fmla="*/ 9 w 62"/>
                  <a:gd name="T7" fmla="*/ 205 h 152"/>
                  <a:gd name="T8" fmla="*/ 30 w 62"/>
                  <a:gd name="T9" fmla="*/ 281 h 152"/>
                  <a:gd name="T10" fmla="*/ 30 w 62"/>
                  <a:gd name="T11" fmla="*/ 367 h 152"/>
                  <a:gd name="T12" fmla="*/ 154 w 62"/>
                  <a:gd name="T13" fmla="*/ 262 h 152"/>
                  <a:gd name="T14" fmla="*/ 72 w 62"/>
                  <a:gd name="T15" fmla="*/ 309 h 152"/>
                  <a:gd name="T16" fmla="*/ 103 w 62"/>
                  <a:gd name="T17" fmla="*/ 218 h 152"/>
                  <a:gd name="T18" fmla="*/ 84 w 62"/>
                  <a:gd name="T19" fmla="*/ 167 h 152"/>
                  <a:gd name="T20" fmla="*/ 92 w 62"/>
                  <a:gd name="T21" fmla="*/ 89 h 152"/>
                  <a:gd name="T22" fmla="*/ 27 w 62"/>
                  <a:gd name="T23" fmla="*/ 0 h 15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62" h="152">
                    <a:moveTo>
                      <a:pt x="7" y="13"/>
                    </a:moveTo>
                    <a:cubicBezTo>
                      <a:pt x="10" y="25"/>
                      <a:pt x="6" y="43"/>
                      <a:pt x="0" y="54"/>
                    </a:cubicBezTo>
                    <a:cubicBezTo>
                      <a:pt x="11" y="54"/>
                      <a:pt x="6" y="65"/>
                      <a:pt x="0" y="68"/>
                    </a:cubicBezTo>
                    <a:cubicBezTo>
                      <a:pt x="7" y="70"/>
                      <a:pt x="11" y="79"/>
                      <a:pt x="4" y="84"/>
                    </a:cubicBezTo>
                    <a:cubicBezTo>
                      <a:pt x="15" y="87"/>
                      <a:pt x="12" y="105"/>
                      <a:pt x="12" y="114"/>
                    </a:cubicBezTo>
                    <a:cubicBezTo>
                      <a:pt x="12" y="126"/>
                      <a:pt x="12" y="139"/>
                      <a:pt x="12" y="150"/>
                    </a:cubicBezTo>
                    <a:cubicBezTo>
                      <a:pt x="28" y="152"/>
                      <a:pt x="55" y="120"/>
                      <a:pt x="62" y="107"/>
                    </a:cubicBezTo>
                    <a:cubicBezTo>
                      <a:pt x="54" y="109"/>
                      <a:pt x="37" y="129"/>
                      <a:pt x="29" y="126"/>
                    </a:cubicBezTo>
                    <a:cubicBezTo>
                      <a:pt x="16" y="120"/>
                      <a:pt x="37" y="94"/>
                      <a:pt x="41" y="89"/>
                    </a:cubicBezTo>
                    <a:cubicBezTo>
                      <a:pt x="27" y="94"/>
                      <a:pt x="23" y="74"/>
                      <a:pt x="34" y="68"/>
                    </a:cubicBezTo>
                    <a:cubicBezTo>
                      <a:pt x="7" y="68"/>
                      <a:pt x="30" y="45"/>
                      <a:pt x="37" y="36"/>
                    </a:cubicBezTo>
                    <a:cubicBezTo>
                      <a:pt x="13" y="35"/>
                      <a:pt x="11" y="21"/>
                      <a:pt x="11" y="0"/>
                    </a:cubicBezTo>
                  </a:path>
                </a:pathLst>
              </a:custGeom>
              <a:solidFill>
                <a:srgbClr val="FDAF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339" name="Freeform 929">
                <a:extLst>
                  <a:ext uri="{FF2B5EF4-FFF2-40B4-BE49-F238E27FC236}">
                    <a16:creationId xmlns:a16="http://schemas.microsoft.com/office/drawing/2014/main" id="{9CB8A2AD-1346-4D38-85B0-E837DBD8D7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8" y="1706"/>
                <a:ext cx="44" cy="67"/>
              </a:xfrm>
              <a:custGeom>
                <a:avLst/>
                <a:gdLst>
                  <a:gd name="T0" fmla="*/ 65 w 32"/>
                  <a:gd name="T1" fmla="*/ 0 h 50"/>
                  <a:gd name="T2" fmla="*/ 0 w 32"/>
                  <a:gd name="T3" fmla="*/ 79 h 50"/>
                  <a:gd name="T4" fmla="*/ 84 w 32"/>
                  <a:gd name="T5" fmla="*/ 46 h 50"/>
                  <a:gd name="T6" fmla="*/ 47 w 32"/>
                  <a:gd name="T7" fmla="*/ 63 h 50"/>
                  <a:gd name="T8" fmla="*/ 74 w 32"/>
                  <a:gd name="T9" fmla="*/ 15 h 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50">
                    <a:moveTo>
                      <a:pt x="25" y="0"/>
                    </a:moveTo>
                    <a:cubicBezTo>
                      <a:pt x="19" y="8"/>
                      <a:pt x="0" y="24"/>
                      <a:pt x="0" y="33"/>
                    </a:cubicBezTo>
                    <a:cubicBezTo>
                      <a:pt x="0" y="50"/>
                      <a:pt x="28" y="24"/>
                      <a:pt x="32" y="19"/>
                    </a:cubicBezTo>
                    <a:cubicBezTo>
                      <a:pt x="30" y="20"/>
                      <a:pt x="21" y="27"/>
                      <a:pt x="18" y="26"/>
                    </a:cubicBezTo>
                    <a:cubicBezTo>
                      <a:pt x="6" y="21"/>
                      <a:pt x="26" y="9"/>
                      <a:pt x="28" y="6"/>
                    </a:cubicBezTo>
                  </a:path>
                </a:pathLst>
              </a:custGeom>
              <a:solidFill>
                <a:srgbClr val="FDAF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340" name="Freeform 930">
                <a:extLst>
                  <a:ext uri="{FF2B5EF4-FFF2-40B4-BE49-F238E27FC236}">
                    <a16:creationId xmlns:a16="http://schemas.microsoft.com/office/drawing/2014/main" id="{B87DDC98-4467-4BDB-BB4C-2BF3B2D8C7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4" y="1800"/>
                <a:ext cx="41" cy="24"/>
              </a:xfrm>
              <a:custGeom>
                <a:avLst/>
                <a:gdLst>
                  <a:gd name="T0" fmla="*/ 0 w 30"/>
                  <a:gd name="T1" fmla="*/ 1 h 18"/>
                  <a:gd name="T2" fmla="*/ 77 w 30"/>
                  <a:gd name="T3" fmla="*/ 1 h 18"/>
                  <a:gd name="T4" fmla="*/ 10 w 30"/>
                  <a:gd name="T5" fmla="*/ 43 h 18"/>
                  <a:gd name="T6" fmla="*/ 34 w 30"/>
                  <a:gd name="T7" fmla="*/ 1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0" h="18">
                    <a:moveTo>
                      <a:pt x="0" y="1"/>
                    </a:moveTo>
                    <a:cubicBezTo>
                      <a:pt x="10" y="0"/>
                      <a:pt x="20" y="0"/>
                      <a:pt x="30" y="1"/>
                    </a:cubicBezTo>
                    <a:cubicBezTo>
                      <a:pt x="30" y="6"/>
                      <a:pt x="10" y="16"/>
                      <a:pt x="4" y="18"/>
                    </a:cubicBezTo>
                    <a:cubicBezTo>
                      <a:pt x="9" y="14"/>
                      <a:pt x="18" y="8"/>
                      <a:pt x="13" y="1"/>
                    </a:cubicBezTo>
                  </a:path>
                </a:pathLst>
              </a:custGeom>
              <a:solidFill>
                <a:srgbClr val="FDAF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341" name="Freeform 931">
                <a:extLst>
                  <a:ext uri="{FF2B5EF4-FFF2-40B4-BE49-F238E27FC236}">
                    <a16:creationId xmlns:a16="http://schemas.microsoft.com/office/drawing/2014/main" id="{75DEA1D7-AC74-4121-8478-AA344CFDB5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7" y="1842"/>
                <a:ext cx="30" cy="43"/>
              </a:xfrm>
              <a:custGeom>
                <a:avLst/>
                <a:gdLst>
                  <a:gd name="T0" fmla="*/ 7 w 22"/>
                  <a:gd name="T1" fmla="*/ 5 h 32"/>
                  <a:gd name="T2" fmla="*/ 56 w 22"/>
                  <a:gd name="T3" fmla="*/ 7 h 32"/>
                  <a:gd name="T4" fmla="*/ 0 w 22"/>
                  <a:gd name="T5" fmla="*/ 78 h 32"/>
                  <a:gd name="T6" fmla="*/ 26 w 22"/>
                  <a:gd name="T7" fmla="*/ 15 h 3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" h="32">
                    <a:moveTo>
                      <a:pt x="3" y="2"/>
                    </a:moveTo>
                    <a:cubicBezTo>
                      <a:pt x="9" y="2"/>
                      <a:pt x="16" y="0"/>
                      <a:pt x="22" y="3"/>
                    </a:cubicBezTo>
                    <a:cubicBezTo>
                      <a:pt x="21" y="12"/>
                      <a:pt x="7" y="25"/>
                      <a:pt x="0" y="32"/>
                    </a:cubicBezTo>
                    <a:cubicBezTo>
                      <a:pt x="7" y="25"/>
                      <a:pt x="15" y="16"/>
                      <a:pt x="10" y="6"/>
                    </a:cubicBezTo>
                  </a:path>
                </a:pathLst>
              </a:custGeom>
              <a:solidFill>
                <a:srgbClr val="FDAF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342" name="Freeform 932">
                <a:extLst>
                  <a:ext uri="{FF2B5EF4-FFF2-40B4-BE49-F238E27FC236}">
                    <a16:creationId xmlns:a16="http://schemas.microsoft.com/office/drawing/2014/main" id="{82E0A208-4AB5-4EEC-A207-6B229B3250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9" y="1896"/>
                <a:ext cx="103" cy="485"/>
              </a:xfrm>
              <a:custGeom>
                <a:avLst/>
                <a:gdLst>
                  <a:gd name="T0" fmla="*/ 152 w 76"/>
                  <a:gd name="T1" fmla="*/ 63 h 361"/>
                  <a:gd name="T2" fmla="*/ 172 w 76"/>
                  <a:gd name="T3" fmla="*/ 332 h 361"/>
                  <a:gd name="T4" fmla="*/ 172 w 76"/>
                  <a:gd name="T5" fmla="*/ 563 h 361"/>
                  <a:gd name="T6" fmla="*/ 172 w 76"/>
                  <a:gd name="T7" fmla="*/ 727 h 361"/>
                  <a:gd name="T8" fmla="*/ 61 w 76"/>
                  <a:gd name="T9" fmla="*/ 876 h 361"/>
                  <a:gd name="T10" fmla="*/ 76 w 76"/>
                  <a:gd name="T11" fmla="*/ 807 h 361"/>
                  <a:gd name="T12" fmla="*/ 0 w 76"/>
                  <a:gd name="T13" fmla="*/ 868 h 361"/>
                  <a:gd name="T14" fmla="*/ 45 w 76"/>
                  <a:gd name="T15" fmla="*/ 789 h 361"/>
                  <a:gd name="T16" fmla="*/ 84 w 76"/>
                  <a:gd name="T17" fmla="*/ 704 h 361"/>
                  <a:gd name="T18" fmla="*/ 104 w 76"/>
                  <a:gd name="T19" fmla="*/ 595 h 361"/>
                  <a:gd name="T20" fmla="*/ 27 w 76"/>
                  <a:gd name="T21" fmla="*/ 552 h 361"/>
                  <a:gd name="T22" fmla="*/ 112 w 76"/>
                  <a:gd name="T23" fmla="*/ 458 h 361"/>
                  <a:gd name="T24" fmla="*/ 119 w 76"/>
                  <a:gd name="T25" fmla="*/ 390 h 361"/>
                  <a:gd name="T26" fmla="*/ 87 w 76"/>
                  <a:gd name="T27" fmla="*/ 388 h 361"/>
                  <a:gd name="T28" fmla="*/ 127 w 76"/>
                  <a:gd name="T29" fmla="*/ 309 h 361"/>
                  <a:gd name="T30" fmla="*/ 84 w 76"/>
                  <a:gd name="T31" fmla="*/ 267 h 361"/>
                  <a:gd name="T32" fmla="*/ 104 w 76"/>
                  <a:gd name="T33" fmla="*/ 106 h 361"/>
                  <a:gd name="T34" fmla="*/ 33 w 76"/>
                  <a:gd name="T35" fmla="*/ 1 h 361"/>
                  <a:gd name="T36" fmla="*/ 107 w 76"/>
                  <a:gd name="T37" fmla="*/ 35 h 361"/>
                  <a:gd name="T38" fmla="*/ 149 w 76"/>
                  <a:gd name="T39" fmla="*/ 109 h 361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76" h="361">
                    <a:moveTo>
                      <a:pt x="61" y="26"/>
                    </a:moveTo>
                    <a:cubicBezTo>
                      <a:pt x="64" y="57"/>
                      <a:pt x="68" y="105"/>
                      <a:pt x="69" y="137"/>
                    </a:cubicBezTo>
                    <a:cubicBezTo>
                      <a:pt x="71" y="168"/>
                      <a:pt x="68" y="200"/>
                      <a:pt x="69" y="232"/>
                    </a:cubicBezTo>
                    <a:cubicBezTo>
                      <a:pt x="70" y="252"/>
                      <a:pt x="76" y="280"/>
                      <a:pt x="69" y="300"/>
                    </a:cubicBezTo>
                    <a:cubicBezTo>
                      <a:pt x="60" y="325"/>
                      <a:pt x="40" y="341"/>
                      <a:pt x="24" y="361"/>
                    </a:cubicBezTo>
                    <a:cubicBezTo>
                      <a:pt x="31" y="353"/>
                      <a:pt x="54" y="320"/>
                      <a:pt x="30" y="333"/>
                    </a:cubicBezTo>
                    <a:cubicBezTo>
                      <a:pt x="19" y="340"/>
                      <a:pt x="9" y="350"/>
                      <a:pt x="0" y="358"/>
                    </a:cubicBezTo>
                    <a:cubicBezTo>
                      <a:pt x="1" y="347"/>
                      <a:pt x="12" y="334"/>
                      <a:pt x="18" y="325"/>
                    </a:cubicBezTo>
                    <a:cubicBezTo>
                      <a:pt x="26" y="314"/>
                      <a:pt x="31" y="302"/>
                      <a:pt x="34" y="290"/>
                    </a:cubicBezTo>
                    <a:cubicBezTo>
                      <a:pt x="38" y="275"/>
                      <a:pt x="42" y="261"/>
                      <a:pt x="42" y="246"/>
                    </a:cubicBezTo>
                    <a:cubicBezTo>
                      <a:pt x="42" y="225"/>
                      <a:pt x="31" y="224"/>
                      <a:pt x="11" y="228"/>
                    </a:cubicBezTo>
                    <a:cubicBezTo>
                      <a:pt x="29" y="224"/>
                      <a:pt x="40" y="206"/>
                      <a:pt x="45" y="189"/>
                    </a:cubicBezTo>
                    <a:cubicBezTo>
                      <a:pt x="46" y="185"/>
                      <a:pt x="53" y="165"/>
                      <a:pt x="48" y="161"/>
                    </a:cubicBezTo>
                    <a:cubicBezTo>
                      <a:pt x="45" y="158"/>
                      <a:pt x="39" y="160"/>
                      <a:pt x="35" y="160"/>
                    </a:cubicBezTo>
                    <a:cubicBezTo>
                      <a:pt x="39" y="148"/>
                      <a:pt x="54" y="141"/>
                      <a:pt x="51" y="127"/>
                    </a:cubicBezTo>
                    <a:cubicBezTo>
                      <a:pt x="49" y="118"/>
                      <a:pt x="41" y="113"/>
                      <a:pt x="34" y="110"/>
                    </a:cubicBezTo>
                    <a:cubicBezTo>
                      <a:pt x="51" y="90"/>
                      <a:pt x="49" y="68"/>
                      <a:pt x="42" y="44"/>
                    </a:cubicBezTo>
                    <a:cubicBezTo>
                      <a:pt x="38" y="28"/>
                      <a:pt x="29" y="8"/>
                      <a:pt x="13" y="1"/>
                    </a:cubicBezTo>
                    <a:cubicBezTo>
                      <a:pt x="28" y="4"/>
                      <a:pt x="34" y="0"/>
                      <a:pt x="43" y="14"/>
                    </a:cubicBezTo>
                    <a:cubicBezTo>
                      <a:pt x="49" y="23"/>
                      <a:pt x="53" y="38"/>
                      <a:pt x="60" y="45"/>
                    </a:cubicBezTo>
                  </a:path>
                </a:pathLst>
              </a:custGeom>
              <a:solidFill>
                <a:srgbClr val="FDAF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343" name="Freeform 933">
                <a:extLst>
                  <a:ext uri="{FF2B5EF4-FFF2-40B4-BE49-F238E27FC236}">
                    <a16:creationId xmlns:a16="http://schemas.microsoft.com/office/drawing/2014/main" id="{7A9E557C-2E75-474E-9589-8DF5FAD9CB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6" y="1832"/>
                <a:ext cx="44" cy="89"/>
              </a:xfrm>
              <a:custGeom>
                <a:avLst/>
                <a:gdLst>
                  <a:gd name="T0" fmla="*/ 59 w 33"/>
                  <a:gd name="T1" fmla="*/ 20 h 66"/>
                  <a:gd name="T2" fmla="*/ 0 w 33"/>
                  <a:gd name="T3" fmla="*/ 63 h 66"/>
                  <a:gd name="T4" fmla="*/ 52 w 33"/>
                  <a:gd name="T5" fmla="*/ 89 h 66"/>
                  <a:gd name="T6" fmla="*/ 79 w 33"/>
                  <a:gd name="T7" fmla="*/ 162 h 66"/>
                  <a:gd name="T8" fmla="*/ 63 w 33"/>
                  <a:gd name="T9" fmla="*/ 78 h 66"/>
                  <a:gd name="T10" fmla="*/ 57 w 33"/>
                  <a:gd name="T11" fmla="*/ 0 h 6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3" h="66">
                    <a:moveTo>
                      <a:pt x="25" y="8"/>
                    </a:moveTo>
                    <a:cubicBezTo>
                      <a:pt x="19" y="21"/>
                      <a:pt x="13" y="22"/>
                      <a:pt x="0" y="26"/>
                    </a:cubicBezTo>
                    <a:cubicBezTo>
                      <a:pt x="8" y="31"/>
                      <a:pt x="16" y="29"/>
                      <a:pt x="22" y="36"/>
                    </a:cubicBezTo>
                    <a:cubicBezTo>
                      <a:pt x="29" y="45"/>
                      <a:pt x="28" y="56"/>
                      <a:pt x="33" y="66"/>
                    </a:cubicBezTo>
                    <a:cubicBezTo>
                      <a:pt x="31" y="55"/>
                      <a:pt x="29" y="43"/>
                      <a:pt x="26" y="32"/>
                    </a:cubicBezTo>
                    <a:cubicBezTo>
                      <a:pt x="22" y="19"/>
                      <a:pt x="24" y="13"/>
                      <a:pt x="24" y="0"/>
                    </a:cubicBezTo>
                  </a:path>
                </a:pathLst>
              </a:custGeom>
              <a:solidFill>
                <a:srgbClr val="FDAF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344" name="Freeform 934">
                <a:extLst>
                  <a:ext uri="{FF2B5EF4-FFF2-40B4-BE49-F238E27FC236}">
                    <a16:creationId xmlns:a16="http://schemas.microsoft.com/office/drawing/2014/main" id="{62B7992A-9C53-4BF7-AE29-C4698EFDBE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2" y="2309"/>
                <a:ext cx="435" cy="163"/>
              </a:xfrm>
              <a:custGeom>
                <a:avLst/>
                <a:gdLst>
                  <a:gd name="T0" fmla="*/ 0 w 321"/>
                  <a:gd name="T1" fmla="*/ 199 h 121"/>
                  <a:gd name="T2" fmla="*/ 275 w 321"/>
                  <a:gd name="T3" fmla="*/ 268 h 121"/>
                  <a:gd name="T4" fmla="*/ 594 w 321"/>
                  <a:gd name="T5" fmla="*/ 203 h 121"/>
                  <a:gd name="T6" fmla="*/ 798 w 321"/>
                  <a:gd name="T7" fmla="*/ 0 h 121"/>
                  <a:gd name="T8" fmla="*/ 595 w 321"/>
                  <a:gd name="T9" fmla="*/ 171 h 121"/>
                  <a:gd name="T10" fmla="*/ 0 w 321"/>
                  <a:gd name="T11" fmla="*/ 199 h 12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21" h="121">
                    <a:moveTo>
                      <a:pt x="0" y="82"/>
                    </a:moveTo>
                    <a:cubicBezTo>
                      <a:pt x="25" y="96"/>
                      <a:pt x="63" y="116"/>
                      <a:pt x="111" y="110"/>
                    </a:cubicBezTo>
                    <a:cubicBezTo>
                      <a:pt x="159" y="104"/>
                      <a:pt x="214" y="93"/>
                      <a:pt x="238" y="83"/>
                    </a:cubicBezTo>
                    <a:cubicBezTo>
                      <a:pt x="262" y="73"/>
                      <a:pt x="302" y="45"/>
                      <a:pt x="321" y="0"/>
                    </a:cubicBezTo>
                    <a:cubicBezTo>
                      <a:pt x="315" y="15"/>
                      <a:pt x="270" y="65"/>
                      <a:pt x="239" y="70"/>
                    </a:cubicBezTo>
                    <a:cubicBezTo>
                      <a:pt x="208" y="75"/>
                      <a:pt x="109" y="121"/>
                      <a:pt x="0" y="82"/>
                    </a:cubicBezTo>
                    <a:close/>
                  </a:path>
                </a:pathLst>
              </a:custGeom>
              <a:solidFill>
                <a:srgbClr val="FDAF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345" name="Freeform 935">
                <a:extLst>
                  <a:ext uri="{FF2B5EF4-FFF2-40B4-BE49-F238E27FC236}">
                    <a16:creationId xmlns:a16="http://schemas.microsoft.com/office/drawing/2014/main" id="{38C55328-7CE6-494E-9A8D-3FDD773E66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0" y="2316"/>
                <a:ext cx="111" cy="100"/>
              </a:xfrm>
              <a:custGeom>
                <a:avLst/>
                <a:gdLst>
                  <a:gd name="T0" fmla="*/ 0 w 82"/>
                  <a:gd name="T1" fmla="*/ 0 h 75"/>
                  <a:gd name="T2" fmla="*/ 114 w 82"/>
                  <a:gd name="T3" fmla="*/ 116 h 75"/>
                  <a:gd name="T4" fmla="*/ 198 w 82"/>
                  <a:gd name="T5" fmla="*/ 121 h 75"/>
                  <a:gd name="T6" fmla="*/ 114 w 82"/>
                  <a:gd name="T7" fmla="*/ 95 h 75"/>
                  <a:gd name="T8" fmla="*/ 7 w 82"/>
                  <a:gd name="T9" fmla="*/ 0 h 7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2" h="75">
                    <a:moveTo>
                      <a:pt x="0" y="0"/>
                    </a:moveTo>
                    <a:cubicBezTo>
                      <a:pt x="7" y="19"/>
                      <a:pt x="30" y="38"/>
                      <a:pt x="46" y="49"/>
                    </a:cubicBezTo>
                    <a:cubicBezTo>
                      <a:pt x="53" y="54"/>
                      <a:pt x="82" y="75"/>
                      <a:pt x="80" y="51"/>
                    </a:cubicBezTo>
                    <a:cubicBezTo>
                      <a:pt x="69" y="61"/>
                      <a:pt x="56" y="45"/>
                      <a:pt x="46" y="40"/>
                    </a:cubicBezTo>
                    <a:cubicBezTo>
                      <a:pt x="31" y="32"/>
                      <a:pt x="12" y="16"/>
                      <a:pt x="3" y="0"/>
                    </a:cubicBezTo>
                  </a:path>
                </a:pathLst>
              </a:custGeom>
              <a:solidFill>
                <a:srgbClr val="FDAF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346" name="Freeform 936">
                <a:extLst>
                  <a:ext uri="{FF2B5EF4-FFF2-40B4-BE49-F238E27FC236}">
                    <a16:creationId xmlns:a16="http://schemas.microsoft.com/office/drawing/2014/main" id="{81FF6BE6-96E1-41D2-A043-EF3AF883A2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1830"/>
                <a:ext cx="186" cy="156"/>
              </a:xfrm>
              <a:custGeom>
                <a:avLst/>
                <a:gdLst>
                  <a:gd name="T0" fmla="*/ 15 w 137"/>
                  <a:gd name="T1" fmla="*/ 282 h 116"/>
                  <a:gd name="T2" fmla="*/ 343 w 137"/>
                  <a:gd name="T3" fmla="*/ 9 h 116"/>
                  <a:gd name="T4" fmla="*/ 15 w 137"/>
                  <a:gd name="T5" fmla="*/ 282 h 1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7" h="116">
                    <a:moveTo>
                      <a:pt x="6" y="116"/>
                    </a:moveTo>
                    <a:cubicBezTo>
                      <a:pt x="9" y="80"/>
                      <a:pt x="31" y="18"/>
                      <a:pt x="137" y="4"/>
                    </a:cubicBezTo>
                    <a:cubicBezTo>
                      <a:pt x="116" y="0"/>
                      <a:pt x="0" y="2"/>
                      <a:pt x="6" y="116"/>
                    </a:cubicBezTo>
                    <a:close/>
                  </a:path>
                </a:pathLst>
              </a:custGeom>
              <a:solidFill>
                <a:srgbClr val="FDAF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347" name="Freeform 937">
                <a:extLst>
                  <a:ext uri="{FF2B5EF4-FFF2-40B4-BE49-F238E27FC236}">
                    <a16:creationId xmlns:a16="http://schemas.microsoft.com/office/drawing/2014/main" id="{325C2F0D-DA48-4B16-A42C-78E7B5534C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7" y="1379"/>
                <a:ext cx="118" cy="72"/>
              </a:xfrm>
              <a:custGeom>
                <a:avLst/>
                <a:gdLst>
                  <a:gd name="T0" fmla="*/ 0 w 87"/>
                  <a:gd name="T1" fmla="*/ 0 h 54"/>
                  <a:gd name="T2" fmla="*/ 217 w 87"/>
                  <a:gd name="T3" fmla="*/ 113 h 54"/>
                  <a:gd name="T4" fmla="*/ 0 w 87"/>
                  <a:gd name="T5" fmla="*/ 0 h 5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7" h="54">
                    <a:moveTo>
                      <a:pt x="0" y="0"/>
                    </a:moveTo>
                    <a:cubicBezTo>
                      <a:pt x="4" y="16"/>
                      <a:pt x="27" y="48"/>
                      <a:pt x="87" y="48"/>
                    </a:cubicBezTo>
                    <a:cubicBezTo>
                      <a:pt x="64" y="52"/>
                      <a:pt x="5" y="54"/>
                      <a:pt x="0" y="0"/>
                    </a:cubicBezTo>
                    <a:close/>
                  </a:path>
                </a:pathLst>
              </a:custGeom>
              <a:solidFill>
                <a:srgbClr val="FDAF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348" name="Freeform 938">
                <a:extLst>
                  <a:ext uri="{FF2B5EF4-FFF2-40B4-BE49-F238E27FC236}">
                    <a16:creationId xmlns:a16="http://schemas.microsoft.com/office/drawing/2014/main" id="{765B4F5E-77E5-4885-BD1A-E0BFF533C1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8" y="1392"/>
                <a:ext cx="198" cy="228"/>
              </a:xfrm>
              <a:custGeom>
                <a:avLst/>
                <a:gdLst>
                  <a:gd name="T0" fmla="*/ 16 w 146"/>
                  <a:gd name="T1" fmla="*/ 22 h 169"/>
                  <a:gd name="T2" fmla="*/ 130 w 146"/>
                  <a:gd name="T3" fmla="*/ 82 h 169"/>
                  <a:gd name="T4" fmla="*/ 110 w 146"/>
                  <a:gd name="T5" fmla="*/ 156 h 169"/>
                  <a:gd name="T6" fmla="*/ 176 w 146"/>
                  <a:gd name="T7" fmla="*/ 217 h 169"/>
                  <a:gd name="T8" fmla="*/ 233 w 146"/>
                  <a:gd name="T9" fmla="*/ 277 h 169"/>
                  <a:gd name="T10" fmla="*/ 316 w 146"/>
                  <a:gd name="T11" fmla="*/ 366 h 169"/>
                  <a:gd name="T12" fmla="*/ 339 w 146"/>
                  <a:gd name="T13" fmla="*/ 380 h 169"/>
                  <a:gd name="T14" fmla="*/ 365 w 146"/>
                  <a:gd name="T15" fmla="*/ 416 h 169"/>
                  <a:gd name="T16" fmla="*/ 362 w 146"/>
                  <a:gd name="T17" fmla="*/ 416 h 169"/>
                  <a:gd name="T18" fmla="*/ 232 w 146"/>
                  <a:gd name="T19" fmla="*/ 131 h 169"/>
                  <a:gd name="T20" fmla="*/ 0 w 146"/>
                  <a:gd name="T21" fmla="*/ 0 h 16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46" h="169">
                    <a:moveTo>
                      <a:pt x="7" y="9"/>
                    </a:moveTo>
                    <a:cubicBezTo>
                      <a:pt x="22" y="17"/>
                      <a:pt x="39" y="22"/>
                      <a:pt x="52" y="33"/>
                    </a:cubicBezTo>
                    <a:cubicBezTo>
                      <a:pt x="64" y="44"/>
                      <a:pt x="60" y="59"/>
                      <a:pt x="44" y="64"/>
                    </a:cubicBezTo>
                    <a:cubicBezTo>
                      <a:pt x="64" y="53"/>
                      <a:pt x="95" y="67"/>
                      <a:pt x="71" y="88"/>
                    </a:cubicBezTo>
                    <a:cubicBezTo>
                      <a:pt x="86" y="82"/>
                      <a:pt x="112" y="101"/>
                      <a:pt x="94" y="113"/>
                    </a:cubicBezTo>
                    <a:cubicBezTo>
                      <a:pt x="116" y="112"/>
                      <a:pt x="117" y="137"/>
                      <a:pt x="127" y="149"/>
                    </a:cubicBezTo>
                    <a:cubicBezTo>
                      <a:pt x="130" y="153"/>
                      <a:pt x="133" y="152"/>
                      <a:pt x="136" y="155"/>
                    </a:cubicBezTo>
                    <a:cubicBezTo>
                      <a:pt x="140" y="159"/>
                      <a:pt x="142" y="165"/>
                      <a:pt x="146" y="169"/>
                    </a:cubicBezTo>
                    <a:cubicBezTo>
                      <a:pt x="145" y="169"/>
                      <a:pt x="145" y="169"/>
                      <a:pt x="145" y="169"/>
                    </a:cubicBezTo>
                    <a:cubicBezTo>
                      <a:pt x="138" y="147"/>
                      <a:pt x="122" y="90"/>
                      <a:pt x="93" y="53"/>
                    </a:cubicBezTo>
                    <a:cubicBezTo>
                      <a:pt x="64" y="16"/>
                      <a:pt x="35" y="15"/>
                      <a:pt x="0" y="0"/>
                    </a:cubicBezTo>
                  </a:path>
                </a:pathLst>
              </a:custGeom>
              <a:solidFill>
                <a:srgbClr val="FDAF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5349" name="Freeform 939">
                <a:extLst>
                  <a:ext uri="{FF2B5EF4-FFF2-40B4-BE49-F238E27FC236}">
                    <a16:creationId xmlns:a16="http://schemas.microsoft.com/office/drawing/2014/main" id="{C0EA1E9A-ADCB-4AD3-A4AF-FB412E9209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6" y="1362"/>
                <a:ext cx="244" cy="259"/>
              </a:xfrm>
              <a:custGeom>
                <a:avLst/>
                <a:gdLst>
                  <a:gd name="T0" fmla="*/ 0 w 180"/>
                  <a:gd name="T1" fmla="*/ 471 h 192"/>
                  <a:gd name="T2" fmla="*/ 145 w 180"/>
                  <a:gd name="T3" fmla="*/ 135 h 192"/>
                  <a:gd name="T4" fmla="*/ 449 w 180"/>
                  <a:gd name="T5" fmla="*/ 0 h 192"/>
                  <a:gd name="T6" fmla="*/ 155 w 180"/>
                  <a:gd name="T7" fmla="*/ 188 h 192"/>
                  <a:gd name="T8" fmla="*/ 0 w 180"/>
                  <a:gd name="T9" fmla="*/ 471 h 1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0" h="192">
                    <a:moveTo>
                      <a:pt x="0" y="192"/>
                    </a:moveTo>
                    <a:cubicBezTo>
                      <a:pt x="6" y="144"/>
                      <a:pt x="31" y="74"/>
                      <a:pt x="58" y="55"/>
                    </a:cubicBezTo>
                    <a:cubicBezTo>
                      <a:pt x="84" y="36"/>
                      <a:pt x="160" y="10"/>
                      <a:pt x="180" y="0"/>
                    </a:cubicBezTo>
                    <a:cubicBezTo>
                      <a:pt x="164" y="7"/>
                      <a:pt x="86" y="52"/>
                      <a:pt x="62" y="76"/>
                    </a:cubicBezTo>
                    <a:cubicBezTo>
                      <a:pt x="38" y="100"/>
                      <a:pt x="10" y="167"/>
                      <a:pt x="0" y="192"/>
                    </a:cubicBezTo>
                    <a:close/>
                  </a:path>
                </a:pathLst>
              </a:custGeom>
              <a:solidFill>
                <a:srgbClr val="FEE6D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</p:grpSp>
        <p:sp>
          <p:nvSpPr>
            <p:cNvPr id="45063" name="Freeform 940">
              <a:extLst>
                <a:ext uri="{FF2B5EF4-FFF2-40B4-BE49-F238E27FC236}">
                  <a16:creationId xmlns:a16="http://schemas.microsoft.com/office/drawing/2014/main" id="{1FD6422C-5585-467A-A816-F1EA529314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2" y="1560"/>
              <a:ext cx="61" cy="233"/>
            </a:xfrm>
            <a:custGeom>
              <a:avLst/>
              <a:gdLst>
                <a:gd name="T0" fmla="*/ 37 w 45"/>
                <a:gd name="T1" fmla="*/ 0 h 173"/>
                <a:gd name="T2" fmla="*/ 1 w 45"/>
                <a:gd name="T3" fmla="*/ 154 h 173"/>
                <a:gd name="T4" fmla="*/ 15 w 45"/>
                <a:gd name="T5" fmla="*/ 283 h 173"/>
                <a:gd name="T6" fmla="*/ 20 w 45"/>
                <a:gd name="T7" fmla="*/ 339 h 173"/>
                <a:gd name="T8" fmla="*/ 20 w 45"/>
                <a:gd name="T9" fmla="*/ 423 h 173"/>
                <a:gd name="T10" fmla="*/ 113 w 45"/>
                <a:gd name="T11" fmla="*/ 378 h 173"/>
                <a:gd name="T12" fmla="*/ 50 w 45"/>
                <a:gd name="T13" fmla="*/ 345 h 173"/>
                <a:gd name="T14" fmla="*/ 84 w 45"/>
                <a:gd name="T15" fmla="*/ 288 h 173"/>
                <a:gd name="T16" fmla="*/ 57 w 45"/>
                <a:gd name="T17" fmla="*/ 193 h 173"/>
                <a:gd name="T18" fmla="*/ 45 w 45"/>
                <a:gd name="T19" fmla="*/ 119 h 173"/>
                <a:gd name="T20" fmla="*/ 41 w 45"/>
                <a:gd name="T21" fmla="*/ 27 h 17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5" h="173">
                  <a:moveTo>
                    <a:pt x="15" y="0"/>
                  </a:moveTo>
                  <a:cubicBezTo>
                    <a:pt x="7" y="20"/>
                    <a:pt x="3" y="42"/>
                    <a:pt x="1" y="63"/>
                  </a:cubicBezTo>
                  <a:cubicBezTo>
                    <a:pt x="0" y="80"/>
                    <a:pt x="12" y="99"/>
                    <a:pt x="6" y="116"/>
                  </a:cubicBezTo>
                  <a:cubicBezTo>
                    <a:pt x="18" y="120"/>
                    <a:pt x="8" y="131"/>
                    <a:pt x="8" y="139"/>
                  </a:cubicBezTo>
                  <a:cubicBezTo>
                    <a:pt x="8" y="151"/>
                    <a:pt x="11" y="159"/>
                    <a:pt x="8" y="173"/>
                  </a:cubicBezTo>
                  <a:cubicBezTo>
                    <a:pt x="13" y="157"/>
                    <a:pt x="29" y="150"/>
                    <a:pt x="45" y="155"/>
                  </a:cubicBezTo>
                  <a:cubicBezTo>
                    <a:pt x="35" y="153"/>
                    <a:pt x="22" y="152"/>
                    <a:pt x="20" y="141"/>
                  </a:cubicBezTo>
                  <a:cubicBezTo>
                    <a:pt x="18" y="132"/>
                    <a:pt x="26" y="121"/>
                    <a:pt x="34" y="118"/>
                  </a:cubicBezTo>
                  <a:cubicBezTo>
                    <a:pt x="19" y="114"/>
                    <a:pt x="1" y="87"/>
                    <a:pt x="23" y="79"/>
                  </a:cubicBezTo>
                  <a:cubicBezTo>
                    <a:pt x="0" y="81"/>
                    <a:pt x="9" y="57"/>
                    <a:pt x="18" y="48"/>
                  </a:cubicBezTo>
                  <a:cubicBezTo>
                    <a:pt x="13" y="36"/>
                    <a:pt x="4" y="22"/>
                    <a:pt x="16" y="11"/>
                  </a:cubicBezTo>
                </a:path>
              </a:pathLst>
            </a:custGeom>
            <a:solidFill>
              <a:srgbClr val="FEE6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064" name="Freeform 941">
              <a:extLst>
                <a:ext uri="{FF2B5EF4-FFF2-40B4-BE49-F238E27FC236}">
                  <a16:creationId xmlns:a16="http://schemas.microsoft.com/office/drawing/2014/main" id="{671BB98B-0D22-4D56-9025-B6D293457D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2" y="1361"/>
              <a:ext cx="61" cy="70"/>
            </a:xfrm>
            <a:custGeom>
              <a:avLst/>
              <a:gdLst>
                <a:gd name="T0" fmla="*/ 0 w 45"/>
                <a:gd name="T1" fmla="*/ 127 h 52"/>
                <a:gd name="T2" fmla="*/ 113 w 45"/>
                <a:gd name="T3" fmla="*/ 0 h 52"/>
                <a:gd name="T4" fmla="*/ 95 w 45"/>
                <a:gd name="T5" fmla="*/ 58 h 52"/>
                <a:gd name="T6" fmla="*/ 9 w 45"/>
                <a:gd name="T7" fmla="*/ 125 h 5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5" h="52">
                  <a:moveTo>
                    <a:pt x="0" y="52"/>
                  </a:moveTo>
                  <a:cubicBezTo>
                    <a:pt x="17" y="42"/>
                    <a:pt x="43" y="21"/>
                    <a:pt x="45" y="0"/>
                  </a:cubicBezTo>
                  <a:cubicBezTo>
                    <a:pt x="45" y="9"/>
                    <a:pt x="42" y="16"/>
                    <a:pt x="38" y="24"/>
                  </a:cubicBezTo>
                  <a:cubicBezTo>
                    <a:pt x="30" y="42"/>
                    <a:pt x="15" y="39"/>
                    <a:pt x="4" y="51"/>
                  </a:cubicBezTo>
                </a:path>
              </a:pathLst>
            </a:custGeom>
            <a:solidFill>
              <a:srgbClr val="FEE6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065" name="Freeform 942">
              <a:extLst>
                <a:ext uri="{FF2B5EF4-FFF2-40B4-BE49-F238E27FC236}">
                  <a16:creationId xmlns:a16="http://schemas.microsoft.com/office/drawing/2014/main" id="{EE3C6BEA-FBE2-495B-B7BA-AF1FEF47478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9" y="2001"/>
              <a:ext cx="100" cy="310"/>
            </a:xfrm>
            <a:custGeom>
              <a:avLst/>
              <a:gdLst>
                <a:gd name="T0" fmla="*/ 15 w 74"/>
                <a:gd name="T1" fmla="*/ 28 h 231"/>
                <a:gd name="T2" fmla="*/ 22 w 74"/>
                <a:gd name="T3" fmla="*/ 354 h 231"/>
                <a:gd name="T4" fmla="*/ 55 w 74"/>
                <a:gd name="T5" fmla="*/ 447 h 231"/>
                <a:gd name="T6" fmla="*/ 182 w 74"/>
                <a:gd name="T7" fmla="*/ 558 h 231"/>
                <a:gd name="T8" fmla="*/ 74 w 74"/>
                <a:gd name="T9" fmla="*/ 411 h 231"/>
                <a:gd name="T10" fmla="*/ 116 w 74"/>
                <a:gd name="T11" fmla="*/ 319 h 231"/>
                <a:gd name="T12" fmla="*/ 92 w 74"/>
                <a:gd name="T13" fmla="*/ 200 h 231"/>
                <a:gd name="T14" fmla="*/ 84 w 74"/>
                <a:gd name="T15" fmla="*/ 85 h 231"/>
                <a:gd name="T16" fmla="*/ 30 w 74"/>
                <a:gd name="T17" fmla="*/ 0 h 23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4" h="231">
                  <a:moveTo>
                    <a:pt x="6" y="12"/>
                  </a:moveTo>
                  <a:cubicBezTo>
                    <a:pt x="2" y="62"/>
                    <a:pt x="10" y="96"/>
                    <a:pt x="9" y="147"/>
                  </a:cubicBezTo>
                  <a:cubicBezTo>
                    <a:pt x="9" y="163"/>
                    <a:pt x="12" y="173"/>
                    <a:pt x="22" y="185"/>
                  </a:cubicBezTo>
                  <a:cubicBezTo>
                    <a:pt x="38" y="206"/>
                    <a:pt x="46" y="227"/>
                    <a:pt x="74" y="231"/>
                  </a:cubicBezTo>
                  <a:cubicBezTo>
                    <a:pt x="54" y="222"/>
                    <a:pt x="38" y="190"/>
                    <a:pt x="30" y="170"/>
                  </a:cubicBezTo>
                  <a:cubicBezTo>
                    <a:pt x="26" y="159"/>
                    <a:pt x="26" y="127"/>
                    <a:pt x="47" y="132"/>
                  </a:cubicBezTo>
                  <a:cubicBezTo>
                    <a:pt x="14" y="133"/>
                    <a:pt x="7" y="87"/>
                    <a:pt x="37" y="83"/>
                  </a:cubicBezTo>
                  <a:cubicBezTo>
                    <a:pt x="14" y="76"/>
                    <a:pt x="4" y="40"/>
                    <a:pt x="34" y="35"/>
                  </a:cubicBezTo>
                  <a:cubicBezTo>
                    <a:pt x="11" y="40"/>
                    <a:pt x="0" y="15"/>
                    <a:pt x="12" y="0"/>
                  </a:cubicBezTo>
                </a:path>
              </a:pathLst>
            </a:custGeom>
            <a:solidFill>
              <a:srgbClr val="FEE6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066" name="Freeform 943">
              <a:extLst>
                <a:ext uri="{FF2B5EF4-FFF2-40B4-BE49-F238E27FC236}">
                  <a16:creationId xmlns:a16="http://schemas.microsoft.com/office/drawing/2014/main" id="{0AC9EAF6-EE87-4549-ACEF-94B82880F12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1" y="1812"/>
              <a:ext cx="101" cy="15"/>
            </a:xfrm>
            <a:custGeom>
              <a:avLst/>
              <a:gdLst>
                <a:gd name="T0" fmla="*/ 0 w 74"/>
                <a:gd name="T1" fmla="*/ 0 h 11"/>
                <a:gd name="T2" fmla="*/ 188 w 74"/>
                <a:gd name="T3" fmla="*/ 7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4" h="11">
                  <a:moveTo>
                    <a:pt x="0" y="0"/>
                  </a:moveTo>
                  <a:cubicBezTo>
                    <a:pt x="20" y="11"/>
                    <a:pt x="55" y="7"/>
                    <a:pt x="74" y="3"/>
                  </a:cubicBezTo>
                </a:path>
              </a:pathLst>
            </a:custGeom>
            <a:solidFill>
              <a:srgbClr val="FDD6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067" name="Freeform 944">
              <a:extLst>
                <a:ext uri="{FF2B5EF4-FFF2-40B4-BE49-F238E27FC236}">
                  <a16:creationId xmlns:a16="http://schemas.microsoft.com/office/drawing/2014/main" id="{06465EA4-3774-4EA3-AF3D-573BD4D0C4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2" y="1780"/>
              <a:ext cx="64" cy="29"/>
            </a:xfrm>
            <a:custGeom>
              <a:avLst/>
              <a:gdLst>
                <a:gd name="T0" fmla="*/ 0 w 47"/>
                <a:gd name="T1" fmla="*/ 44 h 22"/>
                <a:gd name="T2" fmla="*/ 86 w 47"/>
                <a:gd name="T3" fmla="*/ 0 h 22"/>
                <a:gd name="T4" fmla="*/ 27 w 47"/>
                <a:gd name="T5" fmla="*/ 45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7" h="22">
                  <a:moveTo>
                    <a:pt x="0" y="19"/>
                  </a:moveTo>
                  <a:cubicBezTo>
                    <a:pt x="11" y="22"/>
                    <a:pt x="47" y="19"/>
                    <a:pt x="34" y="0"/>
                  </a:cubicBezTo>
                  <a:cubicBezTo>
                    <a:pt x="29" y="15"/>
                    <a:pt x="23" y="12"/>
                    <a:pt x="11" y="20"/>
                  </a:cubicBezTo>
                </a:path>
              </a:pathLst>
            </a:custGeom>
            <a:solidFill>
              <a:srgbClr val="FDD6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068" name="Freeform 945">
              <a:extLst>
                <a:ext uri="{FF2B5EF4-FFF2-40B4-BE49-F238E27FC236}">
                  <a16:creationId xmlns:a16="http://schemas.microsoft.com/office/drawing/2014/main" id="{8E6F0884-07BA-458E-8A66-B5EFEFFDDAC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3" y="1855"/>
              <a:ext cx="102" cy="80"/>
            </a:xfrm>
            <a:custGeom>
              <a:avLst/>
              <a:gdLst>
                <a:gd name="T0" fmla="*/ 189 w 75"/>
                <a:gd name="T1" fmla="*/ 0 h 59"/>
                <a:gd name="T2" fmla="*/ 0 w 75"/>
                <a:gd name="T3" fmla="*/ 146 h 59"/>
                <a:gd name="T4" fmla="*/ 189 w 75"/>
                <a:gd name="T5" fmla="*/ 0 h 5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5" h="59">
                  <a:moveTo>
                    <a:pt x="75" y="0"/>
                  </a:moveTo>
                  <a:cubicBezTo>
                    <a:pt x="43" y="6"/>
                    <a:pt x="10" y="28"/>
                    <a:pt x="0" y="59"/>
                  </a:cubicBezTo>
                  <a:cubicBezTo>
                    <a:pt x="7" y="48"/>
                    <a:pt x="63" y="2"/>
                    <a:pt x="75" y="0"/>
                  </a:cubicBezTo>
                  <a:close/>
                </a:path>
              </a:pathLst>
            </a:custGeom>
            <a:solidFill>
              <a:srgbClr val="FDD6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069" name="Freeform 946">
              <a:extLst>
                <a:ext uri="{FF2B5EF4-FFF2-40B4-BE49-F238E27FC236}">
                  <a16:creationId xmlns:a16="http://schemas.microsoft.com/office/drawing/2014/main" id="{EF139BDE-C213-4E11-AEDC-77787BDA857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4" y="2352"/>
              <a:ext cx="467" cy="330"/>
            </a:xfrm>
            <a:custGeom>
              <a:avLst/>
              <a:gdLst>
                <a:gd name="T0" fmla="*/ 251 w 344"/>
                <a:gd name="T1" fmla="*/ 226 h 245"/>
                <a:gd name="T2" fmla="*/ 413 w 344"/>
                <a:gd name="T3" fmla="*/ 207 h 245"/>
                <a:gd name="T4" fmla="*/ 572 w 344"/>
                <a:gd name="T5" fmla="*/ 176 h 245"/>
                <a:gd name="T6" fmla="*/ 695 w 344"/>
                <a:gd name="T7" fmla="*/ 120 h 245"/>
                <a:gd name="T8" fmla="*/ 808 w 344"/>
                <a:gd name="T9" fmla="*/ 36 h 245"/>
                <a:gd name="T10" fmla="*/ 846 w 344"/>
                <a:gd name="T11" fmla="*/ 9 h 245"/>
                <a:gd name="T12" fmla="*/ 851 w 344"/>
                <a:gd name="T13" fmla="*/ 79 h 245"/>
                <a:gd name="T14" fmla="*/ 851 w 344"/>
                <a:gd name="T15" fmla="*/ 272 h 245"/>
                <a:gd name="T16" fmla="*/ 842 w 344"/>
                <a:gd name="T17" fmla="*/ 465 h 245"/>
                <a:gd name="T18" fmla="*/ 846 w 344"/>
                <a:gd name="T19" fmla="*/ 555 h 245"/>
                <a:gd name="T20" fmla="*/ 751 w 344"/>
                <a:gd name="T21" fmla="*/ 586 h 245"/>
                <a:gd name="T22" fmla="*/ 824 w 344"/>
                <a:gd name="T23" fmla="*/ 486 h 245"/>
                <a:gd name="T24" fmla="*/ 751 w 344"/>
                <a:gd name="T25" fmla="*/ 423 h 245"/>
                <a:gd name="T26" fmla="*/ 763 w 344"/>
                <a:gd name="T27" fmla="*/ 261 h 245"/>
                <a:gd name="T28" fmla="*/ 726 w 344"/>
                <a:gd name="T29" fmla="*/ 171 h 245"/>
                <a:gd name="T30" fmla="*/ 618 w 344"/>
                <a:gd name="T31" fmla="*/ 178 h 245"/>
                <a:gd name="T32" fmla="*/ 520 w 344"/>
                <a:gd name="T33" fmla="*/ 241 h 245"/>
                <a:gd name="T34" fmla="*/ 380 w 344"/>
                <a:gd name="T35" fmla="*/ 291 h 245"/>
                <a:gd name="T36" fmla="*/ 176 w 344"/>
                <a:gd name="T37" fmla="*/ 261 h 245"/>
                <a:gd name="T38" fmla="*/ 61 w 344"/>
                <a:gd name="T39" fmla="*/ 203 h 245"/>
                <a:gd name="T40" fmla="*/ 0 w 344"/>
                <a:gd name="T41" fmla="*/ 143 h 245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344" h="245">
                  <a:moveTo>
                    <a:pt x="100" y="93"/>
                  </a:moveTo>
                  <a:cubicBezTo>
                    <a:pt x="121" y="99"/>
                    <a:pt x="144" y="90"/>
                    <a:pt x="165" y="85"/>
                  </a:cubicBezTo>
                  <a:cubicBezTo>
                    <a:pt x="187" y="81"/>
                    <a:pt x="207" y="80"/>
                    <a:pt x="228" y="72"/>
                  </a:cubicBezTo>
                  <a:cubicBezTo>
                    <a:pt x="245" y="66"/>
                    <a:pt x="261" y="57"/>
                    <a:pt x="278" y="49"/>
                  </a:cubicBezTo>
                  <a:cubicBezTo>
                    <a:pt x="296" y="42"/>
                    <a:pt x="309" y="28"/>
                    <a:pt x="323" y="15"/>
                  </a:cubicBezTo>
                  <a:cubicBezTo>
                    <a:pt x="327" y="11"/>
                    <a:pt x="333" y="0"/>
                    <a:pt x="338" y="4"/>
                  </a:cubicBezTo>
                  <a:cubicBezTo>
                    <a:pt x="344" y="8"/>
                    <a:pt x="340" y="28"/>
                    <a:pt x="340" y="33"/>
                  </a:cubicBezTo>
                  <a:cubicBezTo>
                    <a:pt x="338" y="59"/>
                    <a:pt x="338" y="84"/>
                    <a:pt x="340" y="111"/>
                  </a:cubicBezTo>
                  <a:cubicBezTo>
                    <a:pt x="342" y="137"/>
                    <a:pt x="337" y="163"/>
                    <a:pt x="337" y="190"/>
                  </a:cubicBezTo>
                  <a:cubicBezTo>
                    <a:pt x="337" y="200"/>
                    <a:pt x="342" y="218"/>
                    <a:pt x="338" y="227"/>
                  </a:cubicBezTo>
                  <a:cubicBezTo>
                    <a:pt x="331" y="245"/>
                    <a:pt x="313" y="233"/>
                    <a:pt x="300" y="240"/>
                  </a:cubicBezTo>
                  <a:cubicBezTo>
                    <a:pt x="315" y="234"/>
                    <a:pt x="331" y="216"/>
                    <a:pt x="329" y="199"/>
                  </a:cubicBezTo>
                  <a:cubicBezTo>
                    <a:pt x="327" y="181"/>
                    <a:pt x="311" y="181"/>
                    <a:pt x="300" y="173"/>
                  </a:cubicBezTo>
                  <a:cubicBezTo>
                    <a:pt x="313" y="152"/>
                    <a:pt x="344" y="121"/>
                    <a:pt x="305" y="107"/>
                  </a:cubicBezTo>
                  <a:cubicBezTo>
                    <a:pt x="317" y="83"/>
                    <a:pt x="317" y="69"/>
                    <a:pt x="290" y="70"/>
                  </a:cubicBezTo>
                  <a:cubicBezTo>
                    <a:pt x="277" y="70"/>
                    <a:pt x="259" y="67"/>
                    <a:pt x="247" y="73"/>
                  </a:cubicBezTo>
                  <a:cubicBezTo>
                    <a:pt x="232" y="79"/>
                    <a:pt x="224" y="93"/>
                    <a:pt x="208" y="99"/>
                  </a:cubicBezTo>
                  <a:cubicBezTo>
                    <a:pt x="189" y="107"/>
                    <a:pt x="172" y="115"/>
                    <a:pt x="152" y="119"/>
                  </a:cubicBezTo>
                  <a:cubicBezTo>
                    <a:pt x="126" y="124"/>
                    <a:pt x="94" y="119"/>
                    <a:pt x="71" y="107"/>
                  </a:cubicBezTo>
                  <a:cubicBezTo>
                    <a:pt x="57" y="99"/>
                    <a:pt x="36" y="93"/>
                    <a:pt x="24" y="83"/>
                  </a:cubicBezTo>
                  <a:cubicBezTo>
                    <a:pt x="17" y="77"/>
                    <a:pt x="12" y="51"/>
                    <a:pt x="0" y="59"/>
                  </a:cubicBezTo>
                </a:path>
              </a:pathLst>
            </a:custGeom>
            <a:solidFill>
              <a:srgbClr val="7BC2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070" name="Freeform 947">
              <a:extLst>
                <a:ext uri="{FF2B5EF4-FFF2-40B4-BE49-F238E27FC236}">
                  <a16:creationId xmlns:a16="http://schemas.microsoft.com/office/drawing/2014/main" id="{B20F64F2-B457-48E8-9B2F-24CB201BC6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9" y="2653"/>
              <a:ext cx="149" cy="536"/>
            </a:xfrm>
            <a:custGeom>
              <a:avLst/>
              <a:gdLst>
                <a:gd name="T0" fmla="*/ 253 w 110"/>
                <a:gd name="T1" fmla="*/ 0 h 398"/>
                <a:gd name="T2" fmla="*/ 248 w 110"/>
                <a:gd name="T3" fmla="*/ 135 h 398"/>
                <a:gd name="T4" fmla="*/ 233 w 110"/>
                <a:gd name="T5" fmla="*/ 260 h 398"/>
                <a:gd name="T6" fmla="*/ 175 w 110"/>
                <a:gd name="T7" fmla="*/ 528 h 398"/>
                <a:gd name="T8" fmla="*/ 141 w 110"/>
                <a:gd name="T9" fmla="*/ 773 h 398"/>
                <a:gd name="T10" fmla="*/ 61 w 110"/>
                <a:gd name="T11" fmla="*/ 940 h 398"/>
                <a:gd name="T12" fmla="*/ 93 w 110"/>
                <a:gd name="T13" fmla="*/ 901 h 398"/>
                <a:gd name="T14" fmla="*/ 112 w 110"/>
                <a:gd name="T15" fmla="*/ 836 h 398"/>
                <a:gd name="T16" fmla="*/ 83 w 110"/>
                <a:gd name="T17" fmla="*/ 804 h 398"/>
                <a:gd name="T18" fmla="*/ 0 w 110"/>
                <a:gd name="T19" fmla="*/ 805 h 398"/>
                <a:gd name="T20" fmla="*/ 41 w 110"/>
                <a:gd name="T21" fmla="*/ 653 h 398"/>
                <a:gd name="T22" fmla="*/ 99 w 110"/>
                <a:gd name="T23" fmla="*/ 518 h 398"/>
                <a:gd name="T24" fmla="*/ 161 w 110"/>
                <a:gd name="T25" fmla="*/ 415 h 398"/>
                <a:gd name="T26" fmla="*/ 203 w 110"/>
                <a:gd name="T27" fmla="*/ 271 h 398"/>
                <a:gd name="T28" fmla="*/ 232 w 110"/>
                <a:gd name="T29" fmla="*/ 20 h 39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10" h="398">
                  <a:moveTo>
                    <a:pt x="102" y="0"/>
                  </a:moveTo>
                  <a:cubicBezTo>
                    <a:pt x="110" y="14"/>
                    <a:pt x="101" y="40"/>
                    <a:pt x="100" y="55"/>
                  </a:cubicBezTo>
                  <a:cubicBezTo>
                    <a:pt x="99" y="72"/>
                    <a:pt x="96" y="89"/>
                    <a:pt x="94" y="106"/>
                  </a:cubicBezTo>
                  <a:cubicBezTo>
                    <a:pt x="89" y="143"/>
                    <a:pt x="74" y="179"/>
                    <a:pt x="70" y="216"/>
                  </a:cubicBezTo>
                  <a:cubicBezTo>
                    <a:pt x="68" y="250"/>
                    <a:pt x="59" y="283"/>
                    <a:pt x="57" y="316"/>
                  </a:cubicBezTo>
                  <a:cubicBezTo>
                    <a:pt x="55" y="340"/>
                    <a:pt x="64" y="398"/>
                    <a:pt x="24" y="385"/>
                  </a:cubicBezTo>
                  <a:cubicBezTo>
                    <a:pt x="25" y="377"/>
                    <a:pt x="34" y="375"/>
                    <a:pt x="38" y="369"/>
                  </a:cubicBezTo>
                  <a:cubicBezTo>
                    <a:pt x="44" y="363"/>
                    <a:pt x="46" y="350"/>
                    <a:pt x="45" y="342"/>
                  </a:cubicBezTo>
                  <a:cubicBezTo>
                    <a:pt x="44" y="328"/>
                    <a:pt x="43" y="331"/>
                    <a:pt x="33" y="329"/>
                  </a:cubicBezTo>
                  <a:cubicBezTo>
                    <a:pt x="24" y="327"/>
                    <a:pt x="9" y="328"/>
                    <a:pt x="0" y="330"/>
                  </a:cubicBezTo>
                  <a:cubicBezTo>
                    <a:pt x="36" y="336"/>
                    <a:pt x="55" y="279"/>
                    <a:pt x="16" y="267"/>
                  </a:cubicBezTo>
                  <a:cubicBezTo>
                    <a:pt x="44" y="271"/>
                    <a:pt x="68" y="226"/>
                    <a:pt x="40" y="212"/>
                  </a:cubicBezTo>
                  <a:cubicBezTo>
                    <a:pt x="62" y="199"/>
                    <a:pt x="62" y="191"/>
                    <a:pt x="65" y="170"/>
                  </a:cubicBezTo>
                  <a:cubicBezTo>
                    <a:pt x="68" y="150"/>
                    <a:pt x="77" y="130"/>
                    <a:pt x="82" y="111"/>
                  </a:cubicBezTo>
                  <a:cubicBezTo>
                    <a:pt x="91" y="77"/>
                    <a:pt x="101" y="41"/>
                    <a:pt x="93" y="8"/>
                  </a:cubicBezTo>
                </a:path>
              </a:pathLst>
            </a:custGeom>
            <a:solidFill>
              <a:srgbClr val="7BC2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071" name="Freeform 948">
              <a:extLst>
                <a:ext uri="{FF2B5EF4-FFF2-40B4-BE49-F238E27FC236}">
                  <a16:creationId xmlns:a16="http://schemas.microsoft.com/office/drawing/2014/main" id="{5902AC71-00C0-48C9-BAE3-833953CF9F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6" y="3149"/>
              <a:ext cx="125" cy="509"/>
            </a:xfrm>
            <a:custGeom>
              <a:avLst/>
              <a:gdLst>
                <a:gd name="T0" fmla="*/ 201 w 92"/>
                <a:gd name="T1" fmla="*/ 176 h 378"/>
                <a:gd name="T2" fmla="*/ 183 w 92"/>
                <a:gd name="T3" fmla="*/ 393 h 378"/>
                <a:gd name="T4" fmla="*/ 154 w 92"/>
                <a:gd name="T5" fmla="*/ 660 h 378"/>
                <a:gd name="T6" fmla="*/ 143 w 92"/>
                <a:gd name="T7" fmla="*/ 879 h 378"/>
                <a:gd name="T8" fmla="*/ 105 w 92"/>
                <a:gd name="T9" fmla="*/ 895 h 378"/>
                <a:gd name="T10" fmla="*/ 0 w 92"/>
                <a:gd name="T11" fmla="*/ 874 h 378"/>
                <a:gd name="T12" fmla="*/ 99 w 92"/>
                <a:gd name="T13" fmla="*/ 831 h 378"/>
                <a:gd name="T14" fmla="*/ 10 w 92"/>
                <a:gd name="T15" fmla="*/ 753 h 378"/>
                <a:gd name="T16" fmla="*/ 53 w 92"/>
                <a:gd name="T17" fmla="*/ 637 h 378"/>
                <a:gd name="T18" fmla="*/ 124 w 92"/>
                <a:gd name="T19" fmla="*/ 574 h 378"/>
                <a:gd name="T20" fmla="*/ 130 w 92"/>
                <a:gd name="T21" fmla="*/ 509 h 378"/>
                <a:gd name="T22" fmla="*/ 120 w 92"/>
                <a:gd name="T23" fmla="*/ 471 h 378"/>
                <a:gd name="T24" fmla="*/ 133 w 92"/>
                <a:gd name="T25" fmla="*/ 450 h 378"/>
                <a:gd name="T26" fmla="*/ 140 w 92"/>
                <a:gd name="T27" fmla="*/ 409 h 378"/>
                <a:gd name="T28" fmla="*/ 163 w 92"/>
                <a:gd name="T29" fmla="*/ 298 h 378"/>
                <a:gd name="T30" fmla="*/ 175 w 92"/>
                <a:gd name="T31" fmla="*/ 214 h 378"/>
                <a:gd name="T32" fmla="*/ 190 w 92"/>
                <a:gd name="T33" fmla="*/ 147 h 378"/>
                <a:gd name="T34" fmla="*/ 71 w 92"/>
                <a:gd name="T35" fmla="*/ 118 h 378"/>
                <a:gd name="T36" fmla="*/ 186 w 92"/>
                <a:gd name="T37" fmla="*/ 98 h 378"/>
                <a:gd name="T38" fmla="*/ 217 w 92"/>
                <a:gd name="T39" fmla="*/ 0 h 378"/>
                <a:gd name="T40" fmla="*/ 205 w 92"/>
                <a:gd name="T41" fmla="*/ 114 h 378"/>
                <a:gd name="T42" fmla="*/ 202 w 92"/>
                <a:gd name="T43" fmla="*/ 198 h 378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92" h="378">
                  <a:moveTo>
                    <a:pt x="80" y="72"/>
                  </a:moveTo>
                  <a:cubicBezTo>
                    <a:pt x="89" y="96"/>
                    <a:pt x="73" y="135"/>
                    <a:pt x="73" y="161"/>
                  </a:cubicBezTo>
                  <a:cubicBezTo>
                    <a:pt x="73" y="198"/>
                    <a:pt x="67" y="234"/>
                    <a:pt x="61" y="270"/>
                  </a:cubicBezTo>
                  <a:cubicBezTo>
                    <a:pt x="56" y="300"/>
                    <a:pt x="56" y="330"/>
                    <a:pt x="57" y="360"/>
                  </a:cubicBezTo>
                  <a:cubicBezTo>
                    <a:pt x="57" y="378"/>
                    <a:pt x="56" y="376"/>
                    <a:pt x="42" y="367"/>
                  </a:cubicBezTo>
                  <a:cubicBezTo>
                    <a:pt x="31" y="359"/>
                    <a:pt x="13" y="353"/>
                    <a:pt x="0" y="358"/>
                  </a:cubicBezTo>
                  <a:cubicBezTo>
                    <a:pt x="19" y="363"/>
                    <a:pt x="38" y="360"/>
                    <a:pt x="40" y="340"/>
                  </a:cubicBezTo>
                  <a:cubicBezTo>
                    <a:pt x="42" y="314"/>
                    <a:pt x="26" y="312"/>
                    <a:pt x="4" y="308"/>
                  </a:cubicBezTo>
                  <a:cubicBezTo>
                    <a:pt x="34" y="326"/>
                    <a:pt x="61" y="267"/>
                    <a:pt x="21" y="261"/>
                  </a:cubicBezTo>
                  <a:cubicBezTo>
                    <a:pt x="35" y="255"/>
                    <a:pt x="44" y="252"/>
                    <a:pt x="49" y="235"/>
                  </a:cubicBezTo>
                  <a:cubicBezTo>
                    <a:pt x="51" y="227"/>
                    <a:pt x="53" y="217"/>
                    <a:pt x="52" y="209"/>
                  </a:cubicBezTo>
                  <a:cubicBezTo>
                    <a:pt x="51" y="205"/>
                    <a:pt x="47" y="196"/>
                    <a:pt x="48" y="193"/>
                  </a:cubicBezTo>
                  <a:cubicBezTo>
                    <a:pt x="49" y="188"/>
                    <a:pt x="52" y="188"/>
                    <a:pt x="53" y="184"/>
                  </a:cubicBezTo>
                  <a:cubicBezTo>
                    <a:pt x="56" y="176"/>
                    <a:pt x="55" y="175"/>
                    <a:pt x="56" y="168"/>
                  </a:cubicBezTo>
                  <a:cubicBezTo>
                    <a:pt x="58" y="154"/>
                    <a:pt x="66" y="140"/>
                    <a:pt x="65" y="122"/>
                  </a:cubicBezTo>
                  <a:cubicBezTo>
                    <a:pt x="63" y="106"/>
                    <a:pt x="64" y="103"/>
                    <a:pt x="70" y="88"/>
                  </a:cubicBezTo>
                  <a:cubicBezTo>
                    <a:pt x="74" y="80"/>
                    <a:pt x="77" y="69"/>
                    <a:pt x="76" y="60"/>
                  </a:cubicBezTo>
                  <a:cubicBezTo>
                    <a:pt x="72" y="38"/>
                    <a:pt x="45" y="58"/>
                    <a:pt x="28" y="48"/>
                  </a:cubicBezTo>
                  <a:cubicBezTo>
                    <a:pt x="40" y="31"/>
                    <a:pt x="59" y="47"/>
                    <a:pt x="74" y="40"/>
                  </a:cubicBezTo>
                  <a:cubicBezTo>
                    <a:pt x="86" y="34"/>
                    <a:pt x="83" y="13"/>
                    <a:pt x="87" y="0"/>
                  </a:cubicBezTo>
                  <a:cubicBezTo>
                    <a:pt x="92" y="16"/>
                    <a:pt x="82" y="31"/>
                    <a:pt x="82" y="47"/>
                  </a:cubicBezTo>
                  <a:cubicBezTo>
                    <a:pt x="82" y="61"/>
                    <a:pt x="88" y="67"/>
                    <a:pt x="81" y="81"/>
                  </a:cubicBezTo>
                </a:path>
              </a:pathLst>
            </a:custGeom>
            <a:solidFill>
              <a:srgbClr val="7BC2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072" name="Freeform 949">
              <a:extLst>
                <a:ext uri="{FF2B5EF4-FFF2-40B4-BE49-F238E27FC236}">
                  <a16:creationId xmlns:a16="http://schemas.microsoft.com/office/drawing/2014/main" id="{79FBB309-A8C8-4FFE-A14C-06EC6474E4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7" y="3570"/>
              <a:ext cx="76" cy="42"/>
            </a:xfrm>
            <a:custGeom>
              <a:avLst/>
              <a:gdLst>
                <a:gd name="T0" fmla="*/ 0 w 56"/>
                <a:gd name="T1" fmla="*/ 15 h 31"/>
                <a:gd name="T2" fmla="*/ 133 w 56"/>
                <a:gd name="T3" fmla="*/ 77 h 31"/>
                <a:gd name="T4" fmla="*/ 84 w 56"/>
                <a:gd name="T5" fmla="*/ 51 h 31"/>
                <a:gd name="T6" fmla="*/ 15 w 56"/>
                <a:gd name="T7" fmla="*/ 15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6" h="31">
                  <a:moveTo>
                    <a:pt x="0" y="6"/>
                  </a:moveTo>
                  <a:cubicBezTo>
                    <a:pt x="18" y="0"/>
                    <a:pt x="56" y="4"/>
                    <a:pt x="53" y="31"/>
                  </a:cubicBezTo>
                  <a:cubicBezTo>
                    <a:pt x="49" y="24"/>
                    <a:pt x="43" y="15"/>
                    <a:pt x="34" y="21"/>
                  </a:cubicBezTo>
                  <a:cubicBezTo>
                    <a:pt x="29" y="12"/>
                    <a:pt x="18" y="6"/>
                    <a:pt x="6" y="6"/>
                  </a:cubicBezTo>
                </a:path>
              </a:pathLst>
            </a:custGeom>
            <a:solidFill>
              <a:srgbClr val="7BC2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073" name="Freeform 950">
              <a:extLst>
                <a:ext uri="{FF2B5EF4-FFF2-40B4-BE49-F238E27FC236}">
                  <a16:creationId xmlns:a16="http://schemas.microsoft.com/office/drawing/2014/main" id="{790C56A0-CFDB-436F-96FD-13A56148CA2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0" y="3596"/>
              <a:ext cx="78" cy="40"/>
            </a:xfrm>
            <a:custGeom>
              <a:avLst/>
              <a:gdLst>
                <a:gd name="T0" fmla="*/ 146 w 57"/>
                <a:gd name="T1" fmla="*/ 0 h 30"/>
                <a:gd name="T2" fmla="*/ 29 w 57"/>
                <a:gd name="T3" fmla="*/ 69 h 30"/>
                <a:gd name="T4" fmla="*/ 57 w 57"/>
                <a:gd name="T5" fmla="*/ 48 h 30"/>
                <a:gd name="T6" fmla="*/ 131 w 57"/>
                <a:gd name="T7" fmla="*/ 9 h 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7" h="30">
                  <a:moveTo>
                    <a:pt x="57" y="0"/>
                  </a:moveTo>
                  <a:cubicBezTo>
                    <a:pt x="44" y="3"/>
                    <a:pt x="0" y="9"/>
                    <a:pt x="11" y="29"/>
                  </a:cubicBezTo>
                  <a:cubicBezTo>
                    <a:pt x="22" y="30"/>
                    <a:pt x="19" y="24"/>
                    <a:pt x="23" y="20"/>
                  </a:cubicBezTo>
                  <a:cubicBezTo>
                    <a:pt x="32" y="12"/>
                    <a:pt x="40" y="10"/>
                    <a:pt x="51" y="4"/>
                  </a:cubicBezTo>
                </a:path>
              </a:pathLst>
            </a:custGeom>
            <a:solidFill>
              <a:srgbClr val="7BC2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074" name="Freeform 951">
              <a:extLst>
                <a:ext uri="{FF2B5EF4-FFF2-40B4-BE49-F238E27FC236}">
                  <a16:creationId xmlns:a16="http://schemas.microsoft.com/office/drawing/2014/main" id="{EAAF6AB9-16E4-45F2-AF80-3BB8C79B771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1" y="2379"/>
              <a:ext cx="149" cy="95"/>
            </a:xfrm>
            <a:custGeom>
              <a:avLst/>
              <a:gdLst>
                <a:gd name="T0" fmla="*/ 0 w 110"/>
                <a:gd name="T1" fmla="*/ 0 h 71"/>
                <a:gd name="T2" fmla="*/ 274 w 110"/>
                <a:gd name="T3" fmla="*/ 170 h 7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0" h="71">
                  <a:moveTo>
                    <a:pt x="0" y="0"/>
                  </a:moveTo>
                  <a:cubicBezTo>
                    <a:pt x="21" y="40"/>
                    <a:pt x="68" y="64"/>
                    <a:pt x="110" y="71"/>
                  </a:cubicBezTo>
                </a:path>
              </a:pathLst>
            </a:custGeom>
            <a:solidFill>
              <a:srgbClr val="7BC2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075" name="Freeform 952">
              <a:extLst>
                <a:ext uri="{FF2B5EF4-FFF2-40B4-BE49-F238E27FC236}">
                  <a16:creationId xmlns:a16="http://schemas.microsoft.com/office/drawing/2014/main" id="{035D4E4C-28E5-49ED-9D58-B78E16974E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3" y="2485"/>
              <a:ext cx="74" cy="535"/>
            </a:xfrm>
            <a:custGeom>
              <a:avLst/>
              <a:gdLst>
                <a:gd name="T0" fmla="*/ 117 w 55"/>
                <a:gd name="T1" fmla="*/ 111 h 397"/>
                <a:gd name="T2" fmla="*/ 117 w 55"/>
                <a:gd name="T3" fmla="*/ 203 h 397"/>
                <a:gd name="T4" fmla="*/ 126 w 55"/>
                <a:gd name="T5" fmla="*/ 288 h 397"/>
                <a:gd name="T6" fmla="*/ 126 w 55"/>
                <a:gd name="T7" fmla="*/ 516 h 397"/>
                <a:gd name="T8" fmla="*/ 105 w 55"/>
                <a:gd name="T9" fmla="*/ 966 h 397"/>
                <a:gd name="T10" fmla="*/ 58 w 55"/>
                <a:gd name="T11" fmla="*/ 972 h 397"/>
                <a:gd name="T12" fmla="*/ 35 w 55"/>
                <a:gd name="T13" fmla="*/ 756 h 397"/>
                <a:gd name="T14" fmla="*/ 0 w 55"/>
                <a:gd name="T15" fmla="*/ 528 h 397"/>
                <a:gd name="T16" fmla="*/ 31 w 55"/>
                <a:gd name="T17" fmla="*/ 407 h 397"/>
                <a:gd name="T18" fmla="*/ 65 w 55"/>
                <a:gd name="T19" fmla="*/ 249 h 397"/>
                <a:gd name="T20" fmla="*/ 98 w 55"/>
                <a:gd name="T21" fmla="*/ 119 h 397"/>
                <a:gd name="T22" fmla="*/ 1 w 55"/>
                <a:gd name="T23" fmla="*/ 0 h 397"/>
                <a:gd name="T24" fmla="*/ 78 w 55"/>
                <a:gd name="T25" fmla="*/ 54 h 397"/>
                <a:gd name="T26" fmla="*/ 110 w 55"/>
                <a:gd name="T27" fmla="*/ 69 h 397"/>
                <a:gd name="T28" fmla="*/ 120 w 55"/>
                <a:gd name="T29" fmla="*/ 119 h 397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55" h="397">
                  <a:moveTo>
                    <a:pt x="48" y="45"/>
                  </a:moveTo>
                  <a:cubicBezTo>
                    <a:pt x="54" y="58"/>
                    <a:pt x="48" y="70"/>
                    <a:pt x="48" y="83"/>
                  </a:cubicBezTo>
                  <a:cubicBezTo>
                    <a:pt x="48" y="94"/>
                    <a:pt x="51" y="106"/>
                    <a:pt x="52" y="118"/>
                  </a:cubicBezTo>
                  <a:cubicBezTo>
                    <a:pt x="53" y="149"/>
                    <a:pt x="51" y="181"/>
                    <a:pt x="52" y="211"/>
                  </a:cubicBezTo>
                  <a:cubicBezTo>
                    <a:pt x="55" y="274"/>
                    <a:pt x="45" y="333"/>
                    <a:pt x="43" y="395"/>
                  </a:cubicBezTo>
                  <a:cubicBezTo>
                    <a:pt x="36" y="392"/>
                    <a:pt x="29" y="392"/>
                    <a:pt x="24" y="397"/>
                  </a:cubicBezTo>
                  <a:cubicBezTo>
                    <a:pt x="40" y="380"/>
                    <a:pt x="48" y="312"/>
                    <a:pt x="14" y="309"/>
                  </a:cubicBezTo>
                  <a:cubicBezTo>
                    <a:pt x="52" y="280"/>
                    <a:pt x="45" y="230"/>
                    <a:pt x="0" y="216"/>
                  </a:cubicBezTo>
                  <a:cubicBezTo>
                    <a:pt x="16" y="203"/>
                    <a:pt x="34" y="185"/>
                    <a:pt x="13" y="166"/>
                  </a:cubicBezTo>
                  <a:cubicBezTo>
                    <a:pt x="33" y="154"/>
                    <a:pt x="51" y="120"/>
                    <a:pt x="27" y="102"/>
                  </a:cubicBezTo>
                  <a:cubicBezTo>
                    <a:pt x="38" y="80"/>
                    <a:pt x="52" y="74"/>
                    <a:pt x="40" y="48"/>
                  </a:cubicBezTo>
                  <a:cubicBezTo>
                    <a:pt x="33" y="33"/>
                    <a:pt x="12" y="11"/>
                    <a:pt x="1" y="0"/>
                  </a:cubicBezTo>
                  <a:cubicBezTo>
                    <a:pt x="9" y="2"/>
                    <a:pt x="25" y="20"/>
                    <a:pt x="32" y="22"/>
                  </a:cubicBezTo>
                  <a:cubicBezTo>
                    <a:pt x="37" y="24"/>
                    <a:pt x="39" y="27"/>
                    <a:pt x="45" y="28"/>
                  </a:cubicBezTo>
                  <a:cubicBezTo>
                    <a:pt x="45" y="35"/>
                    <a:pt x="45" y="42"/>
                    <a:pt x="49" y="48"/>
                  </a:cubicBezTo>
                </a:path>
              </a:pathLst>
            </a:custGeom>
            <a:solidFill>
              <a:srgbClr val="7BC2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076" name="Freeform 953">
              <a:extLst>
                <a:ext uri="{FF2B5EF4-FFF2-40B4-BE49-F238E27FC236}">
                  <a16:creationId xmlns:a16="http://schemas.microsoft.com/office/drawing/2014/main" id="{6F117747-2591-46FB-80B8-591E358C55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2" y="2986"/>
              <a:ext cx="54" cy="195"/>
            </a:xfrm>
            <a:custGeom>
              <a:avLst/>
              <a:gdLst>
                <a:gd name="T0" fmla="*/ 78 w 40"/>
                <a:gd name="T1" fmla="*/ 9 h 145"/>
                <a:gd name="T2" fmla="*/ 89 w 40"/>
                <a:gd name="T3" fmla="*/ 210 h 145"/>
                <a:gd name="T4" fmla="*/ 89 w 40"/>
                <a:gd name="T5" fmla="*/ 316 h 145"/>
                <a:gd name="T6" fmla="*/ 0 w 40"/>
                <a:gd name="T7" fmla="*/ 332 h 145"/>
                <a:gd name="T8" fmla="*/ 58 w 40"/>
                <a:gd name="T9" fmla="*/ 313 h 145"/>
                <a:gd name="T10" fmla="*/ 66 w 40"/>
                <a:gd name="T11" fmla="*/ 225 h 145"/>
                <a:gd name="T12" fmla="*/ 5 w 40"/>
                <a:gd name="T13" fmla="*/ 98 h 145"/>
                <a:gd name="T14" fmla="*/ 74 w 40"/>
                <a:gd name="T15" fmla="*/ 0 h 14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0" h="145">
                  <a:moveTo>
                    <a:pt x="32" y="4"/>
                  </a:moveTo>
                  <a:cubicBezTo>
                    <a:pt x="38" y="30"/>
                    <a:pt x="34" y="59"/>
                    <a:pt x="36" y="86"/>
                  </a:cubicBezTo>
                  <a:cubicBezTo>
                    <a:pt x="36" y="98"/>
                    <a:pt x="40" y="119"/>
                    <a:pt x="36" y="130"/>
                  </a:cubicBezTo>
                  <a:cubicBezTo>
                    <a:pt x="32" y="143"/>
                    <a:pt x="11" y="145"/>
                    <a:pt x="0" y="137"/>
                  </a:cubicBezTo>
                  <a:cubicBezTo>
                    <a:pt x="7" y="134"/>
                    <a:pt x="17" y="135"/>
                    <a:pt x="24" y="129"/>
                  </a:cubicBezTo>
                  <a:cubicBezTo>
                    <a:pt x="35" y="119"/>
                    <a:pt x="28" y="104"/>
                    <a:pt x="27" y="92"/>
                  </a:cubicBezTo>
                  <a:cubicBezTo>
                    <a:pt x="27" y="78"/>
                    <a:pt x="26" y="37"/>
                    <a:pt x="2" y="40"/>
                  </a:cubicBezTo>
                  <a:cubicBezTo>
                    <a:pt x="24" y="41"/>
                    <a:pt x="31" y="17"/>
                    <a:pt x="30" y="0"/>
                  </a:cubicBezTo>
                </a:path>
              </a:pathLst>
            </a:custGeom>
            <a:solidFill>
              <a:srgbClr val="7BC2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077" name="Freeform 954">
              <a:extLst>
                <a:ext uri="{FF2B5EF4-FFF2-40B4-BE49-F238E27FC236}">
                  <a16:creationId xmlns:a16="http://schemas.microsoft.com/office/drawing/2014/main" id="{D2939C5C-18D2-4AEE-977F-6B6B67CAB21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4" y="3174"/>
              <a:ext cx="37" cy="56"/>
            </a:xfrm>
            <a:custGeom>
              <a:avLst/>
              <a:gdLst>
                <a:gd name="T0" fmla="*/ 64 w 27"/>
                <a:gd name="T1" fmla="*/ 0 h 41"/>
                <a:gd name="T2" fmla="*/ 62 w 27"/>
                <a:gd name="T3" fmla="*/ 104 h 41"/>
                <a:gd name="T4" fmla="*/ 0 w 27"/>
                <a:gd name="T5" fmla="*/ 83 h 41"/>
                <a:gd name="T6" fmla="*/ 55 w 27"/>
                <a:gd name="T7" fmla="*/ 14 h 4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41">
                  <a:moveTo>
                    <a:pt x="25" y="0"/>
                  </a:moveTo>
                  <a:cubicBezTo>
                    <a:pt x="20" y="12"/>
                    <a:pt x="27" y="28"/>
                    <a:pt x="24" y="41"/>
                  </a:cubicBezTo>
                  <a:cubicBezTo>
                    <a:pt x="17" y="34"/>
                    <a:pt x="9" y="31"/>
                    <a:pt x="0" y="33"/>
                  </a:cubicBezTo>
                  <a:cubicBezTo>
                    <a:pt x="13" y="26"/>
                    <a:pt x="17" y="18"/>
                    <a:pt x="21" y="5"/>
                  </a:cubicBezTo>
                </a:path>
              </a:pathLst>
            </a:custGeom>
            <a:solidFill>
              <a:srgbClr val="7BC2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078" name="Freeform 955">
              <a:extLst>
                <a:ext uri="{FF2B5EF4-FFF2-40B4-BE49-F238E27FC236}">
                  <a16:creationId xmlns:a16="http://schemas.microsoft.com/office/drawing/2014/main" id="{D0F9CC77-A5A1-4601-825B-9F5E7F0EB38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7" y="3213"/>
              <a:ext cx="63" cy="368"/>
            </a:xfrm>
            <a:custGeom>
              <a:avLst/>
              <a:gdLst>
                <a:gd name="T0" fmla="*/ 105 w 46"/>
                <a:gd name="T1" fmla="*/ 1 h 273"/>
                <a:gd name="T2" fmla="*/ 116 w 46"/>
                <a:gd name="T3" fmla="*/ 146 h 273"/>
                <a:gd name="T4" fmla="*/ 112 w 46"/>
                <a:gd name="T5" fmla="*/ 235 h 273"/>
                <a:gd name="T6" fmla="*/ 103 w 46"/>
                <a:gd name="T7" fmla="*/ 396 h 273"/>
                <a:gd name="T8" fmla="*/ 108 w 46"/>
                <a:gd name="T9" fmla="*/ 549 h 273"/>
                <a:gd name="T10" fmla="*/ 75 w 46"/>
                <a:gd name="T11" fmla="*/ 625 h 273"/>
                <a:gd name="T12" fmla="*/ 0 w 46"/>
                <a:gd name="T13" fmla="*/ 669 h 273"/>
                <a:gd name="T14" fmla="*/ 21 w 46"/>
                <a:gd name="T15" fmla="*/ 558 h 273"/>
                <a:gd name="T16" fmla="*/ 29 w 46"/>
                <a:gd name="T17" fmla="*/ 407 h 273"/>
                <a:gd name="T18" fmla="*/ 71 w 46"/>
                <a:gd name="T19" fmla="*/ 303 h 273"/>
                <a:gd name="T20" fmla="*/ 85 w 46"/>
                <a:gd name="T21" fmla="*/ 220 h 273"/>
                <a:gd name="T22" fmla="*/ 105 w 46"/>
                <a:gd name="T23" fmla="*/ 0 h 27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6" h="273">
                  <a:moveTo>
                    <a:pt x="41" y="1"/>
                  </a:moveTo>
                  <a:cubicBezTo>
                    <a:pt x="41" y="21"/>
                    <a:pt x="45" y="39"/>
                    <a:pt x="45" y="59"/>
                  </a:cubicBezTo>
                  <a:cubicBezTo>
                    <a:pt x="46" y="71"/>
                    <a:pt x="44" y="83"/>
                    <a:pt x="44" y="96"/>
                  </a:cubicBezTo>
                  <a:cubicBezTo>
                    <a:pt x="44" y="119"/>
                    <a:pt x="42" y="139"/>
                    <a:pt x="40" y="162"/>
                  </a:cubicBezTo>
                  <a:cubicBezTo>
                    <a:pt x="37" y="182"/>
                    <a:pt x="46" y="205"/>
                    <a:pt x="42" y="224"/>
                  </a:cubicBezTo>
                  <a:cubicBezTo>
                    <a:pt x="41" y="232"/>
                    <a:pt x="34" y="249"/>
                    <a:pt x="29" y="255"/>
                  </a:cubicBezTo>
                  <a:cubicBezTo>
                    <a:pt x="22" y="264"/>
                    <a:pt x="6" y="260"/>
                    <a:pt x="0" y="273"/>
                  </a:cubicBezTo>
                  <a:cubicBezTo>
                    <a:pt x="31" y="272"/>
                    <a:pt x="44" y="234"/>
                    <a:pt x="8" y="228"/>
                  </a:cubicBezTo>
                  <a:cubicBezTo>
                    <a:pt x="46" y="233"/>
                    <a:pt x="34" y="179"/>
                    <a:pt x="11" y="166"/>
                  </a:cubicBezTo>
                  <a:cubicBezTo>
                    <a:pt x="33" y="180"/>
                    <a:pt x="29" y="133"/>
                    <a:pt x="28" y="124"/>
                  </a:cubicBezTo>
                  <a:cubicBezTo>
                    <a:pt x="26" y="110"/>
                    <a:pt x="31" y="104"/>
                    <a:pt x="33" y="90"/>
                  </a:cubicBezTo>
                  <a:cubicBezTo>
                    <a:pt x="38" y="60"/>
                    <a:pt x="33" y="28"/>
                    <a:pt x="41" y="0"/>
                  </a:cubicBezTo>
                </a:path>
              </a:pathLst>
            </a:custGeom>
            <a:solidFill>
              <a:srgbClr val="7BC2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079" name="Freeform 956">
              <a:extLst>
                <a:ext uri="{FF2B5EF4-FFF2-40B4-BE49-F238E27FC236}">
                  <a16:creationId xmlns:a16="http://schemas.microsoft.com/office/drawing/2014/main" id="{FF95827E-2D6B-45AF-9FF2-D4F608D9F8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6" y="3510"/>
              <a:ext cx="34" cy="152"/>
            </a:xfrm>
            <a:custGeom>
              <a:avLst/>
              <a:gdLst>
                <a:gd name="T0" fmla="*/ 57 w 25"/>
                <a:gd name="T1" fmla="*/ 0 h 113"/>
                <a:gd name="T2" fmla="*/ 37 w 25"/>
                <a:gd name="T3" fmla="*/ 140 h 113"/>
                <a:gd name="T4" fmla="*/ 45 w 25"/>
                <a:gd name="T5" fmla="*/ 274 h 113"/>
                <a:gd name="T6" fmla="*/ 20 w 25"/>
                <a:gd name="T7" fmla="*/ 269 h 113"/>
                <a:gd name="T8" fmla="*/ 0 w 25"/>
                <a:gd name="T9" fmla="*/ 184 h 113"/>
                <a:gd name="T10" fmla="*/ 15 w 25"/>
                <a:gd name="T11" fmla="*/ 105 h 11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" h="113">
                  <a:moveTo>
                    <a:pt x="23" y="0"/>
                  </a:moveTo>
                  <a:cubicBezTo>
                    <a:pt x="25" y="20"/>
                    <a:pt x="16" y="38"/>
                    <a:pt x="15" y="57"/>
                  </a:cubicBezTo>
                  <a:cubicBezTo>
                    <a:pt x="15" y="74"/>
                    <a:pt x="25" y="99"/>
                    <a:pt x="18" y="113"/>
                  </a:cubicBezTo>
                  <a:cubicBezTo>
                    <a:pt x="16" y="113"/>
                    <a:pt x="10" y="112"/>
                    <a:pt x="8" y="111"/>
                  </a:cubicBezTo>
                  <a:cubicBezTo>
                    <a:pt x="24" y="104"/>
                    <a:pt x="15" y="77"/>
                    <a:pt x="0" y="76"/>
                  </a:cubicBezTo>
                  <a:cubicBezTo>
                    <a:pt x="12" y="71"/>
                    <a:pt x="25" y="45"/>
                    <a:pt x="6" y="43"/>
                  </a:cubicBezTo>
                </a:path>
              </a:pathLst>
            </a:custGeom>
            <a:solidFill>
              <a:srgbClr val="7BC2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080" name="Freeform 957">
              <a:extLst>
                <a:ext uri="{FF2B5EF4-FFF2-40B4-BE49-F238E27FC236}">
                  <a16:creationId xmlns:a16="http://schemas.microsoft.com/office/drawing/2014/main" id="{7E4F20DD-D9FC-40AB-9DFB-1FEC5576757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9" y="3020"/>
              <a:ext cx="75" cy="41"/>
            </a:xfrm>
            <a:custGeom>
              <a:avLst/>
              <a:gdLst>
                <a:gd name="T0" fmla="*/ 0 w 55"/>
                <a:gd name="T1" fmla="*/ 0 h 31"/>
                <a:gd name="T2" fmla="*/ 97 w 55"/>
                <a:gd name="T3" fmla="*/ 71 h 31"/>
                <a:gd name="T4" fmla="*/ 42 w 55"/>
                <a:gd name="T5" fmla="*/ 56 h 31"/>
                <a:gd name="T6" fmla="*/ 15 w 55"/>
                <a:gd name="T7" fmla="*/ 21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5" h="31">
                  <a:moveTo>
                    <a:pt x="0" y="0"/>
                  </a:moveTo>
                  <a:cubicBezTo>
                    <a:pt x="9" y="7"/>
                    <a:pt x="55" y="8"/>
                    <a:pt x="38" y="31"/>
                  </a:cubicBezTo>
                  <a:cubicBezTo>
                    <a:pt x="34" y="20"/>
                    <a:pt x="27" y="16"/>
                    <a:pt x="17" y="24"/>
                  </a:cubicBezTo>
                  <a:cubicBezTo>
                    <a:pt x="16" y="18"/>
                    <a:pt x="14" y="11"/>
                    <a:pt x="6" y="9"/>
                  </a:cubicBezTo>
                </a:path>
              </a:pathLst>
            </a:custGeom>
            <a:solidFill>
              <a:srgbClr val="7BC2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081" name="Freeform 958">
              <a:extLst>
                <a:ext uri="{FF2B5EF4-FFF2-40B4-BE49-F238E27FC236}">
                  <a16:creationId xmlns:a16="http://schemas.microsoft.com/office/drawing/2014/main" id="{A4A14CDC-DF7A-427B-B254-17D19E7FDAA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6" y="3137"/>
              <a:ext cx="47" cy="62"/>
            </a:xfrm>
            <a:custGeom>
              <a:avLst/>
              <a:gdLst>
                <a:gd name="T0" fmla="*/ 7 w 35"/>
                <a:gd name="T1" fmla="*/ 0 h 46"/>
                <a:gd name="T2" fmla="*/ 58 w 35"/>
                <a:gd name="T3" fmla="*/ 49 h 46"/>
                <a:gd name="T4" fmla="*/ 9 w 35"/>
                <a:gd name="T5" fmla="*/ 113 h 46"/>
                <a:gd name="T6" fmla="*/ 47 w 35"/>
                <a:gd name="T7" fmla="*/ 71 h 46"/>
                <a:gd name="T8" fmla="*/ 9 w 35"/>
                <a:gd name="T9" fmla="*/ 24 h 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46">
                  <a:moveTo>
                    <a:pt x="3" y="0"/>
                  </a:moveTo>
                  <a:cubicBezTo>
                    <a:pt x="0" y="10"/>
                    <a:pt x="19" y="12"/>
                    <a:pt x="24" y="20"/>
                  </a:cubicBezTo>
                  <a:cubicBezTo>
                    <a:pt x="35" y="39"/>
                    <a:pt x="15" y="40"/>
                    <a:pt x="4" y="46"/>
                  </a:cubicBezTo>
                  <a:cubicBezTo>
                    <a:pt x="10" y="44"/>
                    <a:pt x="18" y="37"/>
                    <a:pt x="19" y="29"/>
                  </a:cubicBezTo>
                  <a:cubicBezTo>
                    <a:pt x="19" y="18"/>
                    <a:pt x="7" y="20"/>
                    <a:pt x="4" y="10"/>
                  </a:cubicBezTo>
                </a:path>
              </a:pathLst>
            </a:custGeom>
            <a:solidFill>
              <a:srgbClr val="7BC2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082" name="Freeform 959">
              <a:extLst>
                <a:ext uri="{FF2B5EF4-FFF2-40B4-BE49-F238E27FC236}">
                  <a16:creationId xmlns:a16="http://schemas.microsoft.com/office/drawing/2014/main" id="{B9081E33-800A-4587-B14E-D6D8DCC28B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0" y="2357"/>
              <a:ext cx="43" cy="508"/>
            </a:xfrm>
            <a:custGeom>
              <a:avLst/>
              <a:gdLst>
                <a:gd name="T0" fmla="*/ 30 w 32"/>
                <a:gd name="T1" fmla="*/ 0 h 377"/>
                <a:gd name="T2" fmla="*/ 78 w 32"/>
                <a:gd name="T3" fmla="*/ 923 h 37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2" h="377">
                  <a:moveTo>
                    <a:pt x="12" y="0"/>
                  </a:moveTo>
                  <a:cubicBezTo>
                    <a:pt x="4" y="65"/>
                    <a:pt x="0" y="213"/>
                    <a:pt x="32" y="377"/>
                  </a:cubicBezTo>
                </a:path>
              </a:pathLst>
            </a:custGeom>
            <a:solidFill>
              <a:srgbClr val="D8EC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083" name="Freeform 960">
              <a:extLst>
                <a:ext uri="{FF2B5EF4-FFF2-40B4-BE49-F238E27FC236}">
                  <a16:creationId xmlns:a16="http://schemas.microsoft.com/office/drawing/2014/main" id="{E187E80C-16FB-404A-98DE-68D345DE26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4" y="2406"/>
              <a:ext cx="72" cy="332"/>
            </a:xfrm>
            <a:custGeom>
              <a:avLst/>
              <a:gdLst>
                <a:gd name="T0" fmla="*/ 33 w 53"/>
                <a:gd name="T1" fmla="*/ 0 h 247"/>
                <a:gd name="T2" fmla="*/ 133 w 53"/>
                <a:gd name="T3" fmla="*/ 242 h 247"/>
                <a:gd name="T4" fmla="*/ 62 w 53"/>
                <a:gd name="T5" fmla="*/ 262 h 247"/>
                <a:gd name="T6" fmla="*/ 72 w 53"/>
                <a:gd name="T7" fmla="*/ 320 h 247"/>
                <a:gd name="T8" fmla="*/ 96 w 53"/>
                <a:gd name="T9" fmla="*/ 431 h 247"/>
                <a:gd name="T10" fmla="*/ 79 w 53"/>
                <a:gd name="T11" fmla="*/ 546 h 247"/>
                <a:gd name="T12" fmla="*/ 48 w 53"/>
                <a:gd name="T13" fmla="*/ 599 h 247"/>
                <a:gd name="T14" fmla="*/ 19 w 53"/>
                <a:gd name="T15" fmla="*/ 319 h 24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3" h="247">
                  <a:moveTo>
                    <a:pt x="13" y="0"/>
                  </a:moveTo>
                  <a:cubicBezTo>
                    <a:pt x="0" y="36"/>
                    <a:pt x="21" y="83"/>
                    <a:pt x="53" y="100"/>
                  </a:cubicBezTo>
                  <a:cubicBezTo>
                    <a:pt x="43" y="103"/>
                    <a:pt x="33" y="97"/>
                    <a:pt x="25" y="108"/>
                  </a:cubicBezTo>
                  <a:cubicBezTo>
                    <a:pt x="19" y="117"/>
                    <a:pt x="21" y="125"/>
                    <a:pt x="29" y="132"/>
                  </a:cubicBezTo>
                  <a:cubicBezTo>
                    <a:pt x="10" y="142"/>
                    <a:pt x="30" y="166"/>
                    <a:pt x="38" y="178"/>
                  </a:cubicBezTo>
                  <a:cubicBezTo>
                    <a:pt x="21" y="183"/>
                    <a:pt x="26" y="213"/>
                    <a:pt x="32" y="225"/>
                  </a:cubicBezTo>
                  <a:cubicBezTo>
                    <a:pt x="24" y="230"/>
                    <a:pt x="19" y="238"/>
                    <a:pt x="19" y="247"/>
                  </a:cubicBezTo>
                  <a:cubicBezTo>
                    <a:pt x="12" y="209"/>
                    <a:pt x="14" y="169"/>
                    <a:pt x="7" y="131"/>
                  </a:cubicBezTo>
                </a:path>
              </a:pathLst>
            </a:custGeom>
            <a:solidFill>
              <a:srgbClr val="D8EC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084" name="Freeform 961">
              <a:extLst>
                <a:ext uri="{FF2B5EF4-FFF2-40B4-BE49-F238E27FC236}">
                  <a16:creationId xmlns:a16="http://schemas.microsoft.com/office/drawing/2014/main" id="{6F82FF1A-156A-467E-9287-42EE1D22151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4" y="2562"/>
              <a:ext cx="49" cy="424"/>
            </a:xfrm>
            <a:custGeom>
              <a:avLst/>
              <a:gdLst>
                <a:gd name="T0" fmla="*/ 7 w 36"/>
                <a:gd name="T1" fmla="*/ 16 h 315"/>
                <a:gd name="T2" fmla="*/ 20 w 36"/>
                <a:gd name="T3" fmla="*/ 156 h 315"/>
                <a:gd name="T4" fmla="*/ 19 w 36"/>
                <a:gd name="T5" fmla="*/ 323 h 315"/>
                <a:gd name="T6" fmla="*/ 27 w 36"/>
                <a:gd name="T7" fmla="*/ 528 h 315"/>
                <a:gd name="T8" fmla="*/ 42 w 36"/>
                <a:gd name="T9" fmla="*/ 769 h 315"/>
                <a:gd name="T10" fmla="*/ 42 w 36"/>
                <a:gd name="T11" fmla="*/ 658 h 315"/>
                <a:gd name="T12" fmla="*/ 61 w 36"/>
                <a:gd name="T13" fmla="*/ 586 h 315"/>
                <a:gd name="T14" fmla="*/ 88 w 36"/>
                <a:gd name="T15" fmla="*/ 514 h 315"/>
                <a:gd name="T16" fmla="*/ 76 w 36"/>
                <a:gd name="T17" fmla="*/ 494 h 315"/>
                <a:gd name="T18" fmla="*/ 57 w 36"/>
                <a:gd name="T19" fmla="*/ 420 h 315"/>
                <a:gd name="T20" fmla="*/ 86 w 36"/>
                <a:gd name="T21" fmla="*/ 347 h 315"/>
                <a:gd name="T22" fmla="*/ 91 w 36"/>
                <a:gd name="T23" fmla="*/ 192 h 315"/>
                <a:gd name="T24" fmla="*/ 72 w 36"/>
                <a:gd name="T25" fmla="*/ 94 h 315"/>
                <a:gd name="T26" fmla="*/ 22 w 36"/>
                <a:gd name="T27" fmla="*/ 0 h 315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36" h="315">
                  <a:moveTo>
                    <a:pt x="3" y="7"/>
                  </a:moveTo>
                  <a:cubicBezTo>
                    <a:pt x="3" y="26"/>
                    <a:pt x="10" y="44"/>
                    <a:pt x="8" y="64"/>
                  </a:cubicBezTo>
                  <a:cubicBezTo>
                    <a:pt x="6" y="87"/>
                    <a:pt x="6" y="109"/>
                    <a:pt x="7" y="132"/>
                  </a:cubicBezTo>
                  <a:cubicBezTo>
                    <a:pt x="8" y="161"/>
                    <a:pt x="12" y="187"/>
                    <a:pt x="11" y="216"/>
                  </a:cubicBezTo>
                  <a:cubicBezTo>
                    <a:pt x="9" y="247"/>
                    <a:pt x="9" y="285"/>
                    <a:pt x="17" y="315"/>
                  </a:cubicBezTo>
                  <a:cubicBezTo>
                    <a:pt x="15" y="300"/>
                    <a:pt x="15" y="284"/>
                    <a:pt x="17" y="270"/>
                  </a:cubicBezTo>
                  <a:cubicBezTo>
                    <a:pt x="19" y="260"/>
                    <a:pt x="21" y="250"/>
                    <a:pt x="24" y="240"/>
                  </a:cubicBezTo>
                  <a:cubicBezTo>
                    <a:pt x="26" y="233"/>
                    <a:pt x="35" y="218"/>
                    <a:pt x="35" y="211"/>
                  </a:cubicBezTo>
                  <a:cubicBezTo>
                    <a:pt x="35" y="209"/>
                    <a:pt x="30" y="205"/>
                    <a:pt x="30" y="203"/>
                  </a:cubicBezTo>
                  <a:cubicBezTo>
                    <a:pt x="27" y="193"/>
                    <a:pt x="23" y="182"/>
                    <a:pt x="23" y="172"/>
                  </a:cubicBezTo>
                  <a:cubicBezTo>
                    <a:pt x="22" y="159"/>
                    <a:pt x="29" y="153"/>
                    <a:pt x="34" y="143"/>
                  </a:cubicBezTo>
                  <a:cubicBezTo>
                    <a:pt x="18" y="130"/>
                    <a:pt x="7" y="84"/>
                    <a:pt x="36" y="79"/>
                  </a:cubicBezTo>
                  <a:cubicBezTo>
                    <a:pt x="17" y="84"/>
                    <a:pt x="18" y="47"/>
                    <a:pt x="29" y="39"/>
                  </a:cubicBezTo>
                  <a:cubicBezTo>
                    <a:pt x="18" y="34"/>
                    <a:pt x="0" y="12"/>
                    <a:pt x="9" y="0"/>
                  </a:cubicBezTo>
                </a:path>
              </a:pathLst>
            </a:custGeom>
            <a:solidFill>
              <a:srgbClr val="D8EC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085" name="Freeform 962">
              <a:extLst>
                <a:ext uri="{FF2B5EF4-FFF2-40B4-BE49-F238E27FC236}">
                  <a16:creationId xmlns:a16="http://schemas.microsoft.com/office/drawing/2014/main" id="{ACD70EA0-4C99-48BB-9FA9-6DD0244128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8" y="3197"/>
              <a:ext cx="65" cy="346"/>
            </a:xfrm>
            <a:custGeom>
              <a:avLst/>
              <a:gdLst>
                <a:gd name="T0" fmla="*/ 92 w 48"/>
                <a:gd name="T1" fmla="*/ 0 h 257"/>
                <a:gd name="T2" fmla="*/ 30 w 48"/>
                <a:gd name="T3" fmla="*/ 40 h 257"/>
                <a:gd name="T4" fmla="*/ 33 w 48"/>
                <a:gd name="T5" fmla="*/ 71 h 257"/>
                <a:gd name="T6" fmla="*/ 12 w 48"/>
                <a:gd name="T7" fmla="*/ 110 h 257"/>
                <a:gd name="T8" fmla="*/ 16 w 48"/>
                <a:gd name="T9" fmla="*/ 287 h 257"/>
                <a:gd name="T10" fmla="*/ 12 w 48"/>
                <a:gd name="T11" fmla="*/ 454 h 257"/>
                <a:gd name="T12" fmla="*/ 51 w 48"/>
                <a:gd name="T13" fmla="*/ 627 h 257"/>
                <a:gd name="T14" fmla="*/ 119 w 48"/>
                <a:gd name="T15" fmla="*/ 595 h 257"/>
                <a:gd name="T16" fmla="*/ 47 w 48"/>
                <a:gd name="T17" fmla="*/ 534 h 257"/>
                <a:gd name="T18" fmla="*/ 69 w 48"/>
                <a:gd name="T19" fmla="*/ 467 h 257"/>
                <a:gd name="T20" fmla="*/ 45 w 48"/>
                <a:gd name="T21" fmla="*/ 361 h 257"/>
                <a:gd name="T22" fmla="*/ 57 w 48"/>
                <a:gd name="T23" fmla="*/ 319 h 257"/>
                <a:gd name="T24" fmla="*/ 26 w 48"/>
                <a:gd name="T25" fmla="*/ 261 h 257"/>
                <a:gd name="T26" fmla="*/ 37 w 48"/>
                <a:gd name="T27" fmla="*/ 203 h 257"/>
                <a:gd name="T28" fmla="*/ 35 w 48"/>
                <a:gd name="T29" fmla="*/ 156 h 257"/>
                <a:gd name="T30" fmla="*/ 69 w 48"/>
                <a:gd name="T31" fmla="*/ 100 h 257"/>
                <a:gd name="T32" fmla="*/ 83 w 48"/>
                <a:gd name="T33" fmla="*/ 12 h 25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48" h="257">
                  <a:moveTo>
                    <a:pt x="37" y="0"/>
                  </a:moveTo>
                  <a:cubicBezTo>
                    <a:pt x="29" y="8"/>
                    <a:pt x="16" y="5"/>
                    <a:pt x="12" y="16"/>
                  </a:cubicBezTo>
                  <a:cubicBezTo>
                    <a:pt x="10" y="21"/>
                    <a:pt x="14" y="25"/>
                    <a:pt x="13" y="29"/>
                  </a:cubicBezTo>
                  <a:cubicBezTo>
                    <a:pt x="12" y="36"/>
                    <a:pt x="7" y="39"/>
                    <a:pt x="5" y="45"/>
                  </a:cubicBezTo>
                  <a:cubicBezTo>
                    <a:pt x="0" y="64"/>
                    <a:pt x="6" y="97"/>
                    <a:pt x="7" y="117"/>
                  </a:cubicBezTo>
                  <a:cubicBezTo>
                    <a:pt x="8" y="141"/>
                    <a:pt x="7" y="163"/>
                    <a:pt x="5" y="186"/>
                  </a:cubicBezTo>
                  <a:cubicBezTo>
                    <a:pt x="3" y="211"/>
                    <a:pt x="14" y="234"/>
                    <a:pt x="21" y="257"/>
                  </a:cubicBezTo>
                  <a:cubicBezTo>
                    <a:pt x="24" y="244"/>
                    <a:pt x="34" y="240"/>
                    <a:pt x="48" y="244"/>
                  </a:cubicBezTo>
                  <a:cubicBezTo>
                    <a:pt x="35" y="240"/>
                    <a:pt x="24" y="232"/>
                    <a:pt x="19" y="219"/>
                  </a:cubicBezTo>
                  <a:cubicBezTo>
                    <a:pt x="16" y="211"/>
                    <a:pt x="14" y="192"/>
                    <a:pt x="28" y="192"/>
                  </a:cubicBezTo>
                  <a:cubicBezTo>
                    <a:pt x="14" y="186"/>
                    <a:pt x="14" y="161"/>
                    <a:pt x="18" y="148"/>
                  </a:cubicBezTo>
                  <a:cubicBezTo>
                    <a:pt x="19" y="143"/>
                    <a:pt x="24" y="136"/>
                    <a:pt x="23" y="131"/>
                  </a:cubicBezTo>
                  <a:cubicBezTo>
                    <a:pt x="22" y="124"/>
                    <a:pt x="10" y="119"/>
                    <a:pt x="10" y="107"/>
                  </a:cubicBezTo>
                  <a:cubicBezTo>
                    <a:pt x="9" y="98"/>
                    <a:pt x="14" y="91"/>
                    <a:pt x="15" y="83"/>
                  </a:cubicBezTo>
                  <a:cubicBezTo>
                    <a:pt x="16" y="75"/>
                    <a:pt x="14" y="72"/>
                    <a:pt x="14" y="64"/>
                  </a:cubicBezTo>
                  <a:cubicBezTo>
                    <a:pt x="13" y="54"/>
                    <a:pt x="16" y="41"/>
                    <a:pt x="28" y="41"/>
                  </a:cubicBezTo>
                  <a:cubicBezTo>
                    <a:pt x="12" y="26"/>
                    <a:pt x="26" y="18"/>
                    <a:pt x="33" y="5"/>
                  </a:cubicBezTo>
                </a:path>
              </a:pathLst>
            </a:custGeom>
            <a:solidFill>
              <a:srgbClr val="D8EC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086" name="Freeform 963">
              <a:extLst>
                <a:ext uri="{FF2B5EF4-FFF2-40B4-BE49-F238E27FC236}">
                  <a16:creationId xmlns:a16="http://schemas.microsoft.com/office/drawing/2014/main" id="{D2F3E75B-BD86-4C1C-96B5-1801FF8AC6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0" y="3240"/>
              <a:ext cx="78" cy="315"/>
            </a:xfrm>
            <a:custGeom>
              <a:avLst/>
              <a:gdLst>
                <a:gd name="T0" fmla="*/ 0 w 57"/>
                <a:gd name="T1" fmla="*/ 0 h 234"/>
                <a:gd name="T2" fmla="*/ 30 w 57"/>
                <a:gd name="T3" fmla="*/ 288 h 234"/>
                <a:gd name="T4" fmla="*/ 70 w 57"/>
                <a:gd name="T5" fmla="*/ 571 h 234"/>
                <a:gd name="T6" fmla="*/ 146 w 57"/>
                <a:gd name="T7" fmla="*/ 524 h 234"/>
                <a:gd name="T8" fmla="*/ 97 w 57"/>
                <a:gd name="T9" fmla="*/ 459 h 234"/>
                <a:gd name="T10" fmla="*/ 118 w 57"/>
                <a:gd name="T11" fmla="*/ 378 h 234"/>
                <a:gd name="T12" fmla="*/ 75 w 57"/>
                <a:gd name="T13" fmla="*/ 245 h 234"/>
                <a:gd name="T14" fmla="*/ 49 w 57"/>
                <a:gd name="T15" fmla="*/ 195 h 234"/>
                <a:gd name="T16" fmla="*/ 77 w 57"/>
                <a:gd name="T17" fmla="*/ 129 h 234"/>
                <a:gd name="T18" fmla="*/ 21 w 57"/>
                <a:gd name="T19" fmla="*/ 36 h 23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7" h="234">
                  <a:moveTo>
                    <a:pt x="0" y="0"/>
                  </a:moveTo>
                  <a:cubicBezTo>
                    <a:pt x="20" y="37"/>
                    <a:pt x="7" y="79"/>
                    <a:pt x="12" y="118"/>
                  </a:cubicBezTo>
                  <a:cubicBezTo>
                    <a:pt x="17" y="156"/>
                    <a:pt x="38" y="196"/>
                    <a:pt x="27" y="234"/>
                  </a:cubicBezTo>
                  <a:cubicBezTo>
                    <a:pt x="30" y="222"/>
                    <a:pt x="44" y="205"/>
                    <a:pt x="57" y="215"/>
                  </a:cubicBezTo>
                  <a:cubicBezTo>
                    <a:pt x="49" y="209"/>
                    <a:pt x="41" y="199"/>
                    <a:pt x="38" y="188"/>
                  </a:cubicBezTo>
                  <a:cubicBezTo>
                    <a:pt x="35" y="174"/>
                    <a:pt x="41" y="167"/>
                    <a:pt x="46" y="155"/>
                  </a:cubicBezTo>
                  <a:cubicBezTo>
                    <a:pt x="24" y="150"/>
                    <a:pt x="14" y="116"/>
                    <a:pt x="29" y="100"/>
                  </a:cubicBezTo>
                  <a:cubicBezTo>
                    <a:pt x="23" y="95"/>
                    <a:pt x="19" y="88"/>
                    <a:pt x="19" y="80"/>
                  </a:cubicBezTo>
                  <a:cubicBezTo>
                    <a:pt x="18" y="70"/>
                    <a:pt x="31" y="61"/>
                    <a:pt x="30" y="53"/>
                  </a:cubicBezTo>
                  <a:cubicBezTo>
                    <a:pt x="29" y="37"/>
                    <a:pt x="4" y="34"/>
                    <a:pt x="8" y="15"/>
                  </a:cubicBezTo>
                </a:path>
              </a:pathLst>
            </a:custGeom>
            <a:solidFill>
              <a:srgbClr val="D8EC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087" name="Freeform 964">
              <a:extLst>
                <a:ext uri="{FF2B5EF4-FFF2-40B4-BE49-F238E27FC236}">
                  <a16:creationId xmlns:a16="http://schemas.microsoft.com/office/drawing/2014/main" id="{3A38C38A-55E7-4E46-AC57-6AA5ACA10DC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8" y="2836"/>
              <a:ext cx="64" cy="155"/>
            </a:xfrm>
            <a:custGeom>
              <a:avLst/>
              <a:gdLst>
                <a:gd name="T0" fmla="*/ 10 w 47"/>
                <a:gd name="T1" fmla="*/ 7 h 115"/>
                <a:gd name="T2" fmla="*/ 27 w 47"/>
                <a:gd name="T3" fmla="*/ 171 h 115"/>
                <a:gd name="T4" fmla="*/ 48 w 47"/>
                <a:gd name="T5" fmla="*/ 260 h 115"/>
                <a:gd name="T6" fmla="*/ 118 w 47"/>
                <a:gd name="T7" fmla="*/ 275 h 115"/>
                <a:gd name="T8" fmla="*/ 71 w 47"/>
                <a:gd name="T9" fmla="*/ 160 h 115"/>
                <a:gd name="T10" fmla="*/ 19 w 47"/>
                <a:gd name="T11" fmla="*/ 0 h 11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7" h="115">
                  <a:moveTo>
                    <a:pt x="4" y="3"/>
                  </a:moveTo>
                  <a:cubicBezTo>
                    <a:pt x="0" y="23"/>
                    <a:pt x="8" y="50"/>
                    <a:pt x="11" y="70"/>
                  </a:cubicBezTo>
                  <a:cubicBezTo>
                    <a:pt x="12" y="78"/>
                    <a:pt x="13" y="101"/>
                    <a:pt x="19" y="106"/>
                  </a:cubicBezTo>
                  <a:cubicBezTo>
                    <a:pt x="26" y="113"/>
                    <a:pt x="39" y="104"/>
                    <a:pt x="47" y="112"/>
                  </a:cubicBezTo>
                  <a:cubicBezTo>
                    <a:pt x="28" y="115"/>
                    <a:pt x="5" y="72"/>
                    <a:pt x="28" y="65"/>
                  </a:cubicBezTo>
                  <a:cubicBezTo>
                    <a:pt x="8" y="53"/>
                    <a:pt x="11" y="20"/>
                    <a:pt x="7" y="0"/>
                  </a:cubicBezTo>
                </a:path>
              </a:pathLst>
            </a:custGeom>
            <a:solidFill>
              <a:srgbClr val="D8EC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088" name="Freeform 965">
              <a:extLst>
                <a:ext uri="{FF2B5EF4-FFF2-40B4-BE49-F238E27FC236}">
                  <a16:creationId xmlns:a16="http://schemas.microsoft.com/office/drawing/2014/main" id="{75B1DF17-062F-436A-B73B-B59A569805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9" y="2511"/>
              <a:ext cx="68" cy="332"/>
            </a:xfrm>
            <a:custGeom>
              <a:avLst/>
              <a:gdLst>
                <a:gd name="T0" fmla="*/ 0 w 50"/>
                <a:gd name="T1" fmla="*/ 0 h 247"/>
                <a:gd name="T2" fmla="*/ 125 w 50"/>
                <a:gd name="T3" fmla="*/ 5 h 247"/>
                <a:gd name="T4" fmla="*/ 50 w 50"/>
                <a:gd name="T5" fmla="*/ 54 h 247"/>
                <a:gd name="T6" fmla="*/ 56 w 50"/>
                <a:gd name="T7" fmla="*/ 126 h 247"/>
                <a:gd name="T8" fmla="*/ 68 w 50"/>
                <a:gd name="T9" fmla="*/ 169 h 247"/>
                <a:gd name="T10" fmla="*/ 61 w 50"/>
                <a:gd name="T11" fmla="*/ 219 h 247"/>
                <a:gd name="T12" fmla="*/ 65 w 50"/>
                <a:gd name="T13" fmla="*/ 599 h 24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0" h="247">
                  <a:moveTo>
                    <a:pt x="0" y="0"/>
                  </a:moveTo>
                  <a:cubicBezTo>
                    <a:pt x="17" y="7"/>
                    <a:pt x="33" y="2"/>
                    <a:pt x="50" y="2"/>
                  </a:cubicBezTo>
                  <a:cubicBezTo>
                    <a:pt x="37" y="5"/>
                    <a:pt x="24" y="7"/>
                    <a:pt x="20" y="22"/>
                  </a:cubicBezTo>
                  <a:cubicBezTo>
                    <a:pt x="35" y="31"/>
                    <a:pt x="22" y="40"/>
                    <a:pt x="22" y="52"/>
                  </a:cubicBezTo>
                  <a:cubicBezTo>
                    <a:pt x="22" y="56"/>
                    <a:pt x="26" y="65"/>
                    <a:pt x="27" y="70"/>
                  </a:cubicBezTo>
                  <a:cubicBezTo>
                    <a:pt x="27" y="77"/>
                    <a:pt x="24" y="84"/>
                    <a:pt x="24" y="90"/>
                  </a:cubicBezTo>
                  <a:cubicBezTo>
                    <a:pt x="23" y="116"/>
                    <a:pt x="28" y="222"/>
                    <a:pt x="26" y="247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089" name="Freeform 966">
              <a:extLst>
                <a:ext uri="{FF2B5EF4-FFF2-40B4-BE49-F238E27FC236}">
                  <a16:creationId xmlns:a16="http://schemas.microsoft.com/office/drawing/2014/main" id="{A6ECC12E-CE54-41B6-9F69-7A6DEF9204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5" y="2451"/>
              <a:ext cx="149" cy="60"/>
            </a:xfrm>
            <a:custGeom>
              <a:avLst/>
              <a:gdLst>
                <a:gd name="T0" fmla="*/ 0 w 110"/>
                <a:gd name="T1" fmla="*/ 112 h 44"/>
                <a:gd name="T2" fmla="*/ 180 w 110"/>
                <a:gd name="T3" fmla="*/ 46 h 44"/>
                <a:gd name="T4" fmla="*/ 229 w 110"/>
                <a:gd name="T5" fmla="*/ 0 h 44"/>
                <a:gd name="T6" fmla="*/ 274 w 110"/>
                <a:gd name="T7" fmla="*/ 15 h 4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0" h="44">
                  <a:moveTo>
                    <a:pt x="0" y="44"/>
                  </a:moveTo>
                  <a:cubicBezTo>
                    <a:pt x="26" y="36"/>
                    <a:pt x="50" y="32"/>
                    <a:pt x="72" y="18"/>
                  </a:cubicBezTo>
                  <a:cubicBezTo>
                    <a:pt x="82" y="12"/>
                    <a:pt x="90" y="17"/>
                    <a:pt x="92" y="0"/>
                  </a:cubicBezTo>
                  <a:cubicBezTo>
                    <a:pt x="97" y="6"/>
                    <a:pt x="103" y="8"/>
                    <a:pt x="110" y="6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090" name="Freeform 967">
              <a:extLst>
                <a:ext uri="{FF2B5EF4-FFF2-40B4-BE49-F238E27FC236}">
                  <a16:creationId xmlns:a16="http://schemas.microsoft.com/office/drawing/2014/main" id="{629785FF-83F3-4D20-BACA-3027D428AF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2" y="1340"/>
              <a:ext cx="852" cy="1146"/>
            </a:xfrm>
            <a:custGeom>
              <a:avLst/>
              <a:gdLst>
                <a:gd name="T0" fmla="*/ 1306 w 628"/>
                <a:gd name="T1" fmla="*/ 903 h 852"/>
                <a:gd name="T2" fmla="*/ 1567 w 628"/>
                <a:gd name="T3" fmla="*/ 675 h 852"/>
                <a:gd name="T4" fmla="*/ 1464 w 628"/>
                <a:gd name="T5" fmla="*/ 369 h 852"/>
                <a:gd name="T6" fmla="*/ 1368 w 628"/>
                <a:gd name="T7" fmla="*/ 198 h 852"/>
                <a:gd name="T8" fmla="*/ 1197 w 628"/>
                <a:gd name="T9" fmla="*/ 98 h 852"/>
                <a:gd name="T10" fmla="*/ 959 w 628"/>
                <a:gd name="T11" fmla="*/ 12 h 852"/>
                <a:gd name="T12" fmla="*/ 768 w 628"/>
                <a:gd name="T13" fmla="*/ 140 h 852"/>
                <a:gd name="T14" fmla="*/ 593 w 628"/>
                <a:gd name="T15" fmla="*/ 0 h 852"/>
                <a:gd name="T16" fmla="*/ 548 w 628"/>
                <a:gd name="T17" fmla="*/ 16 h 852"/>
                <a:gd name="T18" fmla="*/ 365 w 628"/>
                <a:gd name="T19" fmla="*/ 87 h 852"/>
                <a:gd name="T20" fmla="*/ 107 w 628"/>
                <a:gd name="T21" fmla="*/ 321 h 852"/>
                <a:gd name="T22" fmla="*/ 0 w 628"/>
                <a:gd name="T23" fmla="*/ 712 h 852"/>
                <a:gd name="T24" fmla="*/ 239 w 628"/>
                <a:gd name="T25" fmla="*/ 876 h 852"/>
                <a:gd name="T26" fmla="*/ 201 w 628"/>
                <a:gd name="T27" fmla="*/ 1129 h 852"/>
                <a:gd name="T28" fmla="*/ 208 w 628"/>
                <a:gd name="T29" fmla="*/ 1493 h 852"/>
                <a:gd name="T30" fmla="*/ 191 w 628"/>
                <a:gd name="T31" fmla="*/ 1699 h 852"/>
                <a:gd name="T32" fmla="*/ 799 w 628"/>
                <a:gd name="T33" fmla="*/ 2045 h 852"/>
                <a:gd name="T34" fmla="*/ 1175 w 628"/>
                <a:gd name="T35" fmla="*/ 1941 h 852"/>
                <a:gd name="T36" fmla="*/ 1338 w 628"/>
                <a:gd name="T37" fmla="*/ 1789 h 852"/>
                <a:gd name="T38" fmla="*/ 1346 w 628"/>
                <a:gd name="T39" fmla="*/ 1697 h 852"/>
                <a:gd name="T40" fmla="*/ 1338 w 628"/>
                <a:gd name="T41" fmla="*/ 1225 h 852"/>
                <a:gd name="T42" fmla="*/ 1306 w 628"/>
                <a:gd name="T43" fmla="*/ 903 h 852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628" h="852">
                  <a:moveTo>
                    <a:pt x="523" y="371"/>
                  </a:moveTo>
                  <a:cubicBezTo>
                    <a:pt x="554" y="364"/>
                    <a:pt x="628" y="288"/>
                    <a:pt x="627" y="277"/>
                  </a:cubicBezTo>
                  <a:cubicBezTo>
                    <a:pt x="620" y="272"/>
                    <a:pt x="604" y="192"/>
                    <a:pt x="586" y="152"/>
                  </a:cubicBezTo>
                  <a:cubicBezTo>
                    <a:pt x="567" y="112"/>
                    <a:pt x="568" y="104"/>
                    <a:pt x="548" y="81"/>
                  </a:cubicBezTo>
                  <a:cubicBezTo>
                    <a:pt x="528" y="59"/>
                    <a:pt x="506" y="51"/>
                    <a:pt x="479" y="40"/>
                  </a:cubicBezTo>
                  <a:cubicBezTo>
                    <a:pt x="452" y="29"/>
                    <a:pt x="399" y="15"/>
                    <a:pt x="384" y="5"/>
                  </a:cubicBezTo>
                  <a:cubicBezTo>
                    <a:pt x="384" y="5"/>
                    <a:pt x="376" y="57"/>
                    <a:pt x="307" y="57"/>
                  </a:cubicBezTo>
                  <a:cubicBezTo>
                    <a:pt x="238" y="57"/>
                    <a:pt x="242" y="11"/>
                    <a:pt x="237" y="0"/>
                  </a:cubicBezTo>
                  <a:cubicBezTo>
                    <a:pt x="237" y="0"/>
                    <a:pt x="227" y="4"/>
                    <a:pt x="220" y="7"/>
                  </a:cubicBezTo>
                  <a:cubicBezTo>
                    <a:pt x="214" y="9"/>
                    <a:pt x="198" y="15"/>
                    <a:pt x="146" y="36"/>
                  </a:cubicBezTo>
                  <a:cubicBezTo>
                    <a:pt x="94" y="57"/>
                    <a:pt x="71" y="59"/>
                    <a:pt x="43" y="132"/>
                  </a:cubicBezTo>
                  <a:cubicBezTo>
                    <a:pt x="15" y="205"/>
                    <a:pt x="11" y="257"/>
                    <a:pt x="0" y="292"/>
                  </a:cubicBezTo>
                  <a:cubicBezTo>
                    <a:pt x="7" y="307"/>
                    <a:pt x="55" y="344"/>
                    <a:pt x="96" y="360"/>
                  </a:cubicBezTo>
                  <a:cubicBezTo>
                    <a:pt x="90" y="377"/>
                    <a:pt x="84" y="420"/>
                    <a:pt x="80" y="464"/>
                  </a:cubicBezTo>
                  <a:cubicBezTo>
                    <a:pt x="76" y="508"/>
                    <a:pt x="79" y="577"/>
                    <a:pt x="83" y="613"/>
                  </a:cubicBezTo>
                  <a:cubicBezTo>
                    <a:pt x="87" y="649"/>
                    <a:pt x="78" y="663"/>
                    <a:pt x="77" y="698"/>
                  </a:cubicBezTo>
                  <a:cubicBezTo>
                    <a:pt x="76" y="732"/>
                    <a:pt x="216" y="852"/>
                    <a:pt x="320" y="840"/>
                  </a:cubicBezTo>
                  <a:cubicBezTo>
                    <a:pt x="424" y="828"/>
                    <a:pt x="440" y="816"/>
                    <a:pt x="470" y="798"/>
                  </a:cubicBezTo>
                  <a:cubicBezTo>
                    <a:pt x="490" y="782"/>
                    <a:pt x="524" y="759"/>
                    <a:pt x="536" y="735"/>
                  </a:cubicBezTo>
                  <a:cubicBezTo>
                    <a:pt x="540" y="726"/>
                    <a:pt x="539" y="704"/>
                    <a:pt x="539" y="697"/>
                  </a:cubicBezTo>
                  <a:cubicBezTo>
                    <a:pt x="539" y="672"/>
                    <a:pt x="542" y="553"/>
                    <a:pt x="536" y="503"/>
                  </a:cubicBezTo>
                  <a:cubicBezTo>
                    <a:pt x="531" y="452"/>
                    <a:pt x="522" y="376"/>
                    <a:pt x="523" y="371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091" name="Freeform 968">
              <a:extLst>
                <a:ext uri="{FF2B5EF4-FFF2-40B4-BE49-F238E27FC236}">
                  <a16:creationId xmlns:a16="http://schemas.microsoft.com/office/drawing/2014/main" id="{2BD6099E-845D-4307-B38A-D180135FC61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0" y="2295"/>
              <a:ext cx="659" cy="1398"/>
            </a:xfrm>
            <a:custGeom>
              <a:avLst/>
              <a:gdLst>
                <a:gd name="T0" fmla="*/ 1029 w 486"/>
                <a:gd name="T1" fmla="*/ 215 h 1038"/>
                <a:gd name="T2" fmla="*/ 656 w 486"/>
                <a:gd name="T3" fmla="*/ 318 h 1038"/>
                <a:gd name="T4" fmla="*/ 61 w 486"/>
                <a:gd name="T5" fmla="*/ 0 h 1038"/>
                <a:gd name="T6" fmla="*/ 62 w 486"/>
                <a:gd name="T7" fmla="*/ 859 h 1038"/>
                <a:gd name="T8" fmla="*/ 119 w 486"/>
                <a:gd name="T9" fmla="*/ 1197 h 1038"/>
                <a:gd name="T10" fmla="*/ 187 w 486"/>
                <a:gd name="T11" fmla="*/ 1515 h 1038"/>
                <a:gd name="T12" fmla="*/ 191 w 486"/>
                <a:gd name="T13" fmla="*/ 1611 h 1038"/>
                <a:gd name="T14" fmla="*/ 202 w 486"/>
                <a:gd name="T15" fmla="*/ 1698 h 1038"/>
                <a:gd name="T16" fmla="*/ 207 w 486"/>
                <a:gd name="T17" fmla="*/ 1741 h 1038"/>
                <a:gd name="T18" fmla="*/ 224 w 486"/>
                <a:gd name="T19" fmla="*/ 1824 h 1038"/>
                <a:gd name="T20" fmla="*/ 222 w 486"/>
                <a:gd name="T21" fmla="*/ 2051 h 1038"/>
                <a:gd name="T22" fmla="*/ 264 w 486"/>
                <a:gd name="T23" fmla="*/ 2275 h 1038"/>
                <a:gd name="T24" fmla="*/ 267 w 486"/>
                <a:gd name="T25" fmla="*/ 2333 h 1038"/>
                <a:gd name="T26" fmla="*/ 264 w 486"/>
                <a:gd name="T27" fmla="*/ 2333 h 1038"/>
                <a:gd name="T28" fmla="*/ 243 w 486"/>
                <a:gd name="T29" fmla="*/ 2392 h 1038"/>
                <a:gd name="T30" fmla="*/ 249 w 486"/>
                <a:gd name="T31" fmla="*/ 2449 h 1038"/>
                <a:gd name="T32" fmla="*/ 273 w 486"/>
                <a:gd name="T33" fmla="*/ 2470 h 1038"/>
                <a:gd name="T34" fmla="*/ 273 w 486"/>
                <a:gd name="T35" fmla="*/ 2479 h 1038"/>
                <a:gd name="T36" fmla="*/ 306 w 486"/>
                <a:gd name="T37" fmla="*/ 2486 h 1038"/>
                <a:gd name="T38" fmla="*/ 471 w 486"/>
                <a:gd name="T39" fmla="*/ 2465 h 1038"/>
                <a:gd name="T40" fmla="*/ 594 w 486"/>
                <a:gd name="T41" fmla="*/ 2485 h 1038"/>
                <a:gd name="T42" fmla="*/ 574 w 486"/>
                <a:gd name="T43" fmla="*/ 2362 h 1038"/>
                <a:gd name="T44" fmla="*/ 598 w 486"/>
                <a:gd name="T45" fmla="*/ 2234 h 1038"/>
                <a:gd name="T46" fmla="*/ 588 w 486"/>
                <a:gd name="T47" fmla="*/ 2098 h 1038"/>
                <a:gd name="T48" fmla="*/ 603 w 486"/>
                <a:gd name="T49" fmla="*/ 1981 h 1038"/>
                <a:gd name="T50" fmla="*/ 609 w 486"/>
                <a:gd name="T51" fmla="*/ 1717 h 1038"/>
                <a:gd name="T52" fmla="*/ 610 w 486"/>
                <a:gd name="T53" fmla="*/ 1344 h 1038"/>
                <a:gd name="T54" fmla="*/ 632 w 486"/>
                <a:gd name="T55" fmla="*/ 985 h 1038"/>
                <a:gd name="T56" fmla="*/ 645 w 486"/>
                <a:gd name="T57" fmla="*/ 1329 h 1038"/>
                <a:gd name="T58" fmla="*/ 639 w 486"/>
                <a:gd name="T59" fmla="*/ 1620 h 1038"/>
                <a:gd name="T60" fmla="*/ 640 w 486"/>
                <a:gd name="T61" fmla="*/ 1803 h 1038"/>
                <a:gd name="T62" fmla="*/ 652 w 486"/>
                <a:gd name="T63" fmla="*/ 1981 h 1038"/>
                <a:gd name="T64" fmla="*/ 650 w 486"/>
                <a:gd name="T65" fmla="*/ 2162 h 1038"/>
                <a:gd name="T66" fmla="*/ 673 w 486"/>
                <a:gd name="T67" fmla="*/ 2362 h 1038"/>
                <a:gd name="T68" fmla="*/ 656 w 486"/>
                <a:gd name="T69" fmla="*/ 2474 h 1038"/>
                <a:gd name="T70" fmla="*/ 678 w 486"/>
                <a:gd name="T71" fmla="*/ 2485 h 1038"/>
                <a:gd name="T72" fmla="*/ 770 w 486"/>
                <a:gd name="T73" fmla="*/ 2453 h 1038"/>
                <a:gd name="T74" fmla="*/ 881 w 486"/>
                <a:gd name="T75" fmla="*/ 2446 h 1038"/>
                <a:gd name="T76" fmla="*/ 918 w 486"/>
                <a:gd name="T77" fmla="*/ 2463 h 1038"/>
                <a:gd name="T78" fmla="*/ 945 w 486"/>
                <a:gd name="T79" fmla="*/ 2485 h 1038"/>
                <a:gd name="T80" fmla="*/ 961 w 486"/>
                <a:gd name="T81" fmla="*/ 2509 h 1038"/>
                <a:gd name="T82" fmla="*/ 986 w 486"/>
                <a:gd name="T83" fmla="*/ 2478 h 1038"/>
                <a:gd name="T84" fmla="*/ 986 w 486"/>
                <a:gd name="T85" fmla="*/ 2428 h 1038"/>
                <a:gd name="T86" fmla="*/ 975 w 486"/>
                <a:gd name="T87" fmla="*/ 2345 h 1038"/>
                <a:gd name="T88" fmla="*/ 993 w 486"/>
                <a:gd name="T89" fmla="*/ 2240 h 1038"/>
                <a:gd name="T90" fmla="*/ 1014 w 486"/>
                <a:gd name="T91" fmla="*/ 2044 h 1038"/>
                <a:gd name="T92" fmla="*/ 1032 w 486"/>
                <a:gd name="T93" fmla="*/ 1888 h 1038"/>
                <a:gd name="T94" fmla="*/ 1035 w 486"/>
                <a:gd name="T95" fmla="*/ 1820 h 1038"/>
                <a:gd name="T96" fmla="*/ 1048 w 486"/>
                <a:gd name="T97" fmla="*/ 1731 h 1038"/>
                <a:gd name="T98" fmla="*/ 1050 w 486"/>
                <a:gd name="T99" fmla="*/ 1706 h 1038"/>
                <a:gd name="T100" fmla="*/ 1050 w 486"/>
                <a:gd name="T101" fmla="*/ 1662 h 1038"/>
                <a:gd name="T102" fmla="*/ 1050 w 486"/>
                <a:gd name="T103" fmla="*/ 1632 h 1038"/>
                <a:gd name="T104" fmla="*/ 1044 w 486"/>
                <a:gd name="T105" fmla="*/ 1585 h 1038"/>
                <a:gd name="T106" fmla="*/ 1050 w 486"/>
                <a:gd name="T107" fmla="*/ 1549 h 1038"/>
                <a:gd name="T108" fmla="*/ 1050 w 486"/>
                <a:gd name="T109" fmla="*/ 1521 h 1038"/>
                <a:gd name="T110" fmla="*/ 1055 w 486"/>
                <a:gd name="T111" fmla="*/ 1411 h 1038"/>
                <a:gd name="T112" fmla="*/ 1172 w 486"/>
                <a:gd name="T113" fmla="*/ 754 h 1038"/>
                <a:gd name="T114" fmla="*/ 1182 w 486"/>
                <a:gd name="T115" fmla="*/ 79 h 1038"/>
                <a:gd name="T116" fmla="*/ 1029 w 486"/>
                <a:gd name="T117" fmla="*/ 215 h 1038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486" h="1038">
                  <a:moveTo>
                    <a:pt x="413" y="88"/>
                  </a:moveTo>
                  <a:cubicBezTo>
                    <a:pt x="383" y="106"/>
                    <a:pt x="367" y="118"/>
                    <a:pt x="263" y="130"/>
                  </a:cubicBezTo>
                  <a:cubicBezTo>
                    <a:pt x="169" y="141"/>
                    <a:pt x="46" y="44"/>
                    <a:pt x="24" y="0"/>
                  </a:cubicBezTo>
                  <a:cubicBezTo>
                    <a:pt x="0" y="102"/>
                    <a:pt x="13" y="255"/>
                    <a:pt x="25" y="352"/>
                  </a:cubicBezTo>
                  <a:cubicBezTo>
                    <a:pt x="31" y="399"/>
                    <a:pt x="36" y="444"/>
                    <a:pt x="48" y="490"/>
                  </a:cubicBezTo>
                  <a:cubicBezTo>
                    <a:pt x="59" y="533"/>
                    <a:pt x="46" y="585"/>
                    <a:pt x="75" y="620"/>
                  </a:cubicBezTo>
                  <a:cubicBezTo>
                    <a:pt x="56" y="635"/>
                    <a:pt x="87" y="642"/>
                    <a:pt x="77" y="659"/>
                  </a:cubicBezTo>
                  <a:cubicBezTo>
                    <a:pt x="66" y="677"/>
                    <a:pt x="92" y="684"/>
                    <a:pt x="81" y="695"/>
                  </a:cubicBezTo>
                  <a:cubicBezTo>
                    <a:pt x="87" y="701"/>
                    <a:pt x="80" y="704"/>
                    <a:pt x="83" y="713"/>
                  </a:cubicBezTo>
                  <a:cubicBezTo>
                    <a:pt x="87" y="724"/>
                    <a:pt x="91" y="734"/>
                    <a:pt x="90" y="746"/>
                  </a:cubicBezTo>
                  <a:cubicBezTo>
                    <a:pt x="88" y="768"/>
                    <a:pt x="87" y="818"/>
                    <a:pt x="89" y="840"/>
                  </a:cubicBezTo>
                  <a:cubicBezTo>
                    <a:pt x="94" y="879"/>
                    <a:pt x="104" y="892"/>
                    <a:pt x="106" y="931"/>
                  </a:cubicBezTo>
                  <a:cubicBezTo>
                    <a:pt x="106" y="936"/>
                    <a:pt x="107" y="945"/>
                    <a:pt x="107" y="955"/>
                  </a:cubicBezTo>
                  <a:cubicBezTo>
                    <a:pt x="106" y="955"/>
                    <a:pt x="106" y="955"/>
                    <a:pt x="106" y="955"/>
                  </a:cubicBezTo>
                  <a:cubicBezTo>
                    <a:pt x="105" y="965"/>
                    <a:pt x="102" y="971"/>
                    <a:pt x="97" y="979"/>
                  </a:cubicBezTo>
                  <a:cubicBezTo>
                    <a:pt x="108" y="983"/>
                    <a:pt x="111" y="997"/>
                    <a:pt x="100" y="1002"/>
                  </a:cubicBezTo>
                  <a:cubicBezTo>
                    <a:pt x="106" y="1003"/>
                    <a:pt x="108" y="1007"/>
                    <a:pt x="109" y="1011"/>
                  </a:cubicBezTo>
                  <a:cubicBezTo>
                    <a:pt x="109" y="1013"/>
                    <a:pt x="109" y="1014"/>
                    <a:pt x="109" y="1015"/>
                  </a:cubicBezTo>
                  <a:cubicBezTo>
                    <a:pt x="109" y="1027"/>
                    <a:pt x="123" y="1018"/>
                    <a:pt x="123" y="1018"/>
                  </a:cubicBezTo>
                  <a:cubicBezTo>
                    <a:pt x="123" y="1018"/>
                    <a:pt x="130" y="1005"/>
                    <a:pt x="189" y="1009"/>
                  </a:cubicBezTo>
                  <a:cubicBezTo>
                    <a:pt x="207" y="1010"/>
                    <a:pt x="233" y="1038"/>
                    <a:pt x="238" y="1017"/>
                  </a:cubicBezTo>
                  <a:cubicBezTo>
                    <a:pt x="240" y="1010"/>
                    <a:pt x="230" y="991"/>
                    <a:pt x="230" y="967"/>
                  </a:cubicBezTo>
                  <a:cubicBezTo>
                    <a:pt x="230" y="948"/>
                    <a:pt x="240" y="923"/>
                    <a:pt x="240" y="915"/>
                  </a:cubicBezTo>
                  <a:cubicBezTo>
                    <a:pt x="241" y="894"/>
                    <a:pt x="236" y="878"/>
                    <a:pt x="236" y="859"/>
                  </a:cubicBezTo>
                  <a:cubicBezTo>
                    <a:pt x="236" y="844"/>
                    <a:pt x="242" y="826"/>
                    <a:pt x="242" y="811"/>
                  </a:cubicBezTo>
                  <a:cubicBezTo>
                    <a:pt x="242" y="778"/>
                    <a:pt x="242" y="744"/>
                    <a:pt x="244" y="703"/>
                  </a:cubicBezTo>
                  <a:cubicBezTo>
                    <a:pt x="246" y="660"/>
                    <a:pt x="242" y="593"/>
                    <a:pt x="245" y="550"/>
                  </a:cubicBezTo>
                  <a:cubicBezTo>
                    <a:pt x="247" y="515"/>
                    <a:pt x="253" y="452"/>
                    <a:pt x="254" y="403"/>
                  </a:cubicBezTo>
                  <a:cubicBezTo>
                    <a:pt x="255" y="451"/>
                    <a:pt x="257" y="510"/>
                    <a:pt x="259" y="544"/>
                  </a:cubicBezTo>
                  <a:cubicBezTo>
                    <a:pt x="261" y="586"/>
                    <a:pt x="256" y="619"/>
                    <a:pt x="256" y="663"/>
                  </a:cubicBezTo>
                  <a:cubicBezTo>
                    <a:pt x="256" y="686"/>
                    <a:pt x="257" y="717"/>
                    <a:pt x="257" y="738"/>
                  </a:cubicBezTo>
                  <a:cubicBezTo>
                    <a:pt x="258" y="763"/>
                    <a:pt x="261" y="786"/>
                    <a:pt x="262" y="811"/>
                  </a:cubicBezTo>
                  <a:cubicBezTo>
                    <a:pt x="263" y="832"/>
                    <a:pt x="260" y="864"/>
                    <a:pt x="260" y="885"/>
                  </a:cubicBezTo>
                  <a:cubicBezTo>
                    <a:pt x="260" y="905"/>
                    <a:pt x="271" y="947"/>
                    <a:pt x="270" y="967"/>
                  </a:cubicBezTo>
                  <a:cubicBezTo>
                    <a:pt x="269" y="978"/>
                    <a:pt x="266" y="999"/>
                    <a:pt x="263" y="1013"/>
                  </a:cubicBezTo>
                  <a:cubicBezTo>
                    <a:pt x="262" y="1019"/>
                    <a:pt x="265" y="1020"/>
                    <a:pt x="272" y="1017"/>
                  </a:cubicBezTo>
                  <a:cubicBezTo>
                    <a:pt x="281" y="1011"/>
                    <a:pt x="300" y="1005"/>
                    <a:pt x="309" y="1004"/>
                  </a:cubicBezTo>
                  <a:cubicBezTo>
                    <a:pt x="316" y="1003"/>
                    <a:pt x="347" y="999"/>
                    <a:pt x="353" y="1001"/>
                  </a:cubicBezTo>
                  <a:cubicBezTo>
                    <a:pt x="358" y="1004"/>
                    <a:pt x="363" y="1006"/>
                    <a:pt x="368" y="1008"/>
                  </a:cubicBezTo>
                  <a:cubicBezTo>
                    <a:pt x="375" y="1012"/>
                    <a:pt x="376" y="1015"/>
                    <a:pt x="379" y="1017"/>
                  </a:cubicBezTo>
                  <a:cubicBezTo>
                    <a:pt x="381" y="1020"/>
                    <a:pt x="386" y="1024"/>
                    <a:pt x="386" y="1027"/>
                  </a:cubicBezTo>
                  <a:cubicBezTo>
                    <a:pt x="386" y="1021"/>
                    <a:pt x="389" y="1016"/>
                    <a:pt x="395" y="1014"/>
                  </a:cubicBezTo>
                  <a:cubicBezTo>
                    <a:pt x="391" y="1007"/>
                    <a:pt x="387" y="999"/>
                    <a:pt x="395" y="994"/>
                  </a:cubicBezTo>
                  <a:cubicBezTo>
                    <a:pt x="387" y="982"/>
                    <a:pt x="391" y="972"/>
                    <a:pt x="391" y="960"/>
                  </a:cubicBezTo>
                  <a:cubicBezTo>
                    <a:pt x="393" y="946"/>
                    <a:pt x="395" y="932"/>
                    <a:pt x="398" y="917"/>
                  </a:cubicBezTo>
                  <a:cubicBezTo>
                    <a:pt x="403" y="892"/>
                    <a:pt x="404" y="861"/>
                    <a:pt x="407" y="837"/>
                  </a:cubicBezTo>
                  <a:cubicBezTo>
                    <a:pt x="410" y="817"/>
                    <a:pt x="412" y="795"/>
                    <a:pt x="414" y="773"/>
                  </a:cubicBezTo>
                  <a:cubicBezTo>
                    <a:pt x="416" y="769"/>
                    <a:pt x="413" y="750"/>
                    <a:pt x="415" y="745"/>
                  </a:cubicBezTo>
                  <a:cubicBezTo>
                    <a:pt x="418" y="734"/>
                    <a:pt x="413" y="716"/>
                    <a:pt x="420" y="708"/>
                  </a:cubicBezTo>
                  <a:cubicBezTo>
                    <a:pt x="422" y="706"/>
                    <a:pt x="423" y="700"/>
                    <a:pt x="421" y="699"/>
                  </a:cubicBezTo>
                  <a:cubicBezTo>
                    <a:pt x="416" y="692"/>
                    <a:pt x="418" y="685"/>
                    <a:pt x="421" y="680"/>
                  </a:cubicBezTo>
                  <a:cubicBezTo>
                    <a:pt x="423" y="677"/>
                    <a:pt x="424" y="671"/>
                    <a:pt x="421" y="668"/>
                  </a:cubicBezTo>
                  <a:cubicBezTo>
                    <a:pt x="416" y="662"/>
                    <a:pt x="414" y="655"/>
                    <a:pt x="419" y="649"/>
                  </a:cubicBezTo>
                  <a:cubicBezTo>
                    <a:pt x="422" y="643"/>
                    <a:pt x="422" y="638"/>
                    <a:pt x="421" y="634"/>
                  </a:cubicBezTo>
                  <a:cubicBezTo>
                    <a:pt x="420" y="629"/>
                    <a:pt x="421" y="625"/>
                    <a:pt x="421" y="622"/>
                  </a:cubicBezTo>
                  <a:cubicBezTo>
                    <a:pt x="422" y="605"/>
                    <a:pt x="420" y="595"/>
                    <a:pt x="423" y="578"/>
                  </a:cubicBezTo>
                  <a:cubicBezTo>
                    <a:pt x="440" y="493"/>
                    <a:pt x="463" y="398"/>
                    <a:pt x="470" y="309"/>
                  </a:cubicBezTo>
                  <a:cubicBezTo>
                    <a:pt x="476" y="236"/>
                    <a:pt x="486" y="148"/>
                    <a:pt x="474" y="33"/>
                  </a:cubicBezTo>
                  <a:cubicBezTo>
                    <a:pt x="459" y="54"/>
                    <a:pt x="431" y="74"/>
                    <a:pt x="413" y="88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092" name="Freeform 969">
              <a:extLst>
                <a:ext uri="{FF2B5EF4-FFF2-40B4-BE49-F238E27FC236}">
                  <a16:creationId xmlns:a16="http://schemas.microsoft.com/office/drawing/2014/main" id="{A9945FD5-8BB3-466F-9B5B-478A558CCEE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9" y="1834"/>
              <a:ext cx="197" cy="129"/>
            </a:xfrm>
            <a:custGeom>
              <a:avLst/>
              <a:gdLst>
                <a:gd name="T0" fmla="*/ 0 w 145"/>
                <a:gd name="T1" fmla="*/ 232 h 96"/>
                <a:gd name="T2" fmla="*/ 364 w 145"/>
                <a:gd name="T3" fmla="*/ 0 h 9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5" h="96">
                  <a:moveTo>
                    <a:pt x="0" y="96"/>
                  </a:moveTo>
                  <a:cubicBezTo>
                    <a:pt x="11" y="40"/>
                    <a:pt x="71" y="2"/>
                    <a:pt x="145" y="0"/>
                  </a:cubicBezTo>
                </a:path>
              </a:pathLst>
            </a:custGeom>
            <a:noFill/>
            <a:ln w="4763" cap="flat">
              <a:solidFill>
                <a:srgbClr val="FEE6D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093" name="Freeform 970">
              <a:extLst>
                <a:ext uri="{FF2B5EF4-FFF2-40B4-BE49-F238E27FC236}">
                  <a16:creationId xmlns:a16="http://schemas.microsoft.com/office/drawing/2014/main" id="{999A975B-20EF-4ECA-B5AE-5017074E29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8" y="1609"/>
              <a:ext cx="19" cy="227"/>
            </a:xfrm>
            <a:custGeom>
              <a:avLst/>
              <a:gdLst>
                <a:gd name="T0" fmla="*/ 1 w 14"/>
                <a:gd name="T1" fmla="*/ 0 h 169"/>
                <a:gd name="T2" fmla="*/ 1 w 14"/>
                <a:gd name="T3" fmla="*/ 172 h 169"/>
                <a:gd name="T4" fmla="*/ 26 w 14"/>
                <a:gd name="T5" fmla="*/ 177 h 169"/>
                <a:gd name="T6" fmla="*/ 5 w 14"/>
                <a:gd name="T7" fmla="*/ 211 h 169"/>
                <a:gd name="T8" fmla="*/ 27 w 14"/>
                <a:gd name="T9" fmla="*/ 220 h 169"/>
                <a:gd name="T10" fmla="*/ 5 w 14"/>
                <a:gd name="T11" fmla="*/ 248 h 169"/>
                <a:gd name="T12" fmla="*/ 33 w 14"/>
                <a:gd name="T13" fmla="*/ 269 h 169"/>
                <a:gd name="T14" fmla="*/ 26 w 14"/>
                <a:gd name="T15" fmla="*/ 410 h 16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4" h="169">
                  <a:moveTo>
                    <a:pt x="1" y="0"/>
                  </a:moveTo>
                  <a:cubicBezTo>
                    <a:pt x="6" y="21"/>
                    <a:pt x="14" y="51"/>
                    <a:pt x="1" y="71"/>
                  </a:cubicBezTo>
                  <a:cubicBezTo>
                    <a:pt x="6" y="69"/>
                    <a:pt x="7" y="73"/>
                    <a:pt x="10" y="73"/>
                  </a:cubicBezTo>
                  <a:cubicBezTo>
                    <a:pt x="3" y="80"/>
                    <a:pt x="0" y="77"/>
                    <a:pt x="2" y="87"/>
                  </a:cubicBezTo>
                  <a:cubicBezTo>
                    <a:pt x="6" y="82"/>
                    <a:pt x="8" y="86"/>
                    <a:pt x="11" y="91"/>
                  </a:cubicBezTo>
                  <a:cubicBezTo>
                    <a:pt x="7" y="94"/>
                    <a:pt x="2" y="103"/>
                    <a:pt x="2" y="103"/>
                  </a:cubicBezTo>
                  <a:cubicBezTo>
                    <a:pt x="2" y="103"/>
                    <a:pt x="12" y="99"/>
                    <a:pt x="13" y="111"/>
                  </a:cubicBezTo>
                  <a:cubicBezTo>
                    <a:pt x="13" y="124"/>
                    <a:pt x="10" y="156"/>
                    <a:pt x="10" y="169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094" name="Freeform 971">
              <a:extLst>
                <a:ext uri="{FF2B5EF4-FFF2-40B4-BE49-F238E27FC236}">
                  <a16:creationId xmlns:a16="http://schemas.microsoft.com/office/drawing/2014/main" id="{E8F5BB1B-BB69-406B-8143-7723821B966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2" y="1607"/>
              <a:ext cx="29" cy="216"/>
            </a:xfrm>
            <a:custGeom>
              <a:avLst/>
              <a:gdLst>
                <a:gd name="T0" fmla="*/ 28 w 22"/>
                <a:gd name="T1" fmla="*/ 0 h 160"/>
                <a:gd name="T2" fmla="*/ 29 w 22"/>
                <a:gd name="T3" fmla="*/ 182 h 160"/>
                <a:gd name="T4" fmla="*/ 16 w 22"/>
                <a:gd name="T5" fmla="*/ 194 h 160"/>
                <a:gd name="T6" fmla="*/ 38 w 22"/>
                <a:gd name="T7" fmla="*/ 203 h 160"/>
                <a:gd name="T8" fmla="*/ 21 w 22"/>
                <a:gd name="T9" fmla="*/ 217 h 160"/>
                <a:gd name="T10" fmla="*/ 42 w 22"/>
                <a:gd name="T11" fmla="*/ 230 h 160"/>
                <a:gd name="T12" fmla="*/ 20 w 22"/>
                <a:gd name="T13" fmla="*/ 296 h 160"/>
                <a:gd name="T14" fmla="*/ 20 w 22"/>
                <a:gd name="T15" fmla="*/ 394 h 16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2" h="160">
                  <a:moveTo>
                    <a:pt x="12" y="0"/>
                  </a:moveTo>
                  <a:cubicBezTo>
                    <a:pt x="1" y="23"/>
                    <a:pt x="9" y="50"/>
                    <a:pt x="13" y="74"/>
                  </a:cubicBezTo>
                  <a:cubicBezTo>
                    <a:pt x="11" y="75"/>
                    <a:pt x="8" y="79"/>
                    <a:pt x="7" y="79"/>
                  </a:cubicBezTo>
                  <a:cubicBezTo>
                    <a:pt x="12" y="78"/>
                    <a:pt x="13" y="78"/>
                    <a:pt x="17" y="82"/>
                  </a:cubicBezTo>
                  <a:cubicBezTo>
                    <a:pt x="13" y="83"/>
                    <a:pt x="12" y="86"/>
                    <a:pt x="9" y="88"/>
                  </a:cubicBezTo>
                  <a:cubicBezTo>
                    <a:pt x="12" y="89"/>
                    <a:pt x="15" y="92"/>
                    <a:pt x="18" y="93"/>
                  </a:cubicBezTo>
                  <a:cubicBezTo>
                    <a:pt x="0" y="103"/>
                    <a:pt x="22" y="114"/>
                    <a:pt x="8" y="120"/>
                  </a:cubicBezTo>
                  <a:cubicBezTo>
                    <a:pt x="13" y="125"/>
                    <a:pt x="11" y="150"/>
                    <a:pt x="8" y="160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095" name="Freeform 972">
              <a:extLst>
                <a:ext uri="{FF2B5EF4-FFF2-40B4-BE49-F238E27FC236}">
                  <a16:creationId xmlns:a16="http://schemas.microsoft.com/office/drawing/2014/main" id="{6B10DDE0-58E2-41AA-8F43-90AA9874FA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3" y="1686"/>
              <a:ext cx="55" cy="59"/>
            </a:xfrm>
            <a:custGeom>
              <a:avLst/>
              <a:gdLst>
                <a:gd name="T0" fmla="*/ 20 w 41"/>
                <a:gd name="T1" fmla="*/ 0 h 44"/>
                <a:gd name="T2" fmla="*/ 97 w 41"/>
                <a:gd name="T3" fmla="*/ 62 h 44"/>
                <a:gd name="T4" fmla="*/ 0 w 41"/>
                <a:gd name="T5" fmla="*/ 54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" h="44">
                  <a:moveTo>
                    <a:pt x="8" y="0"/>
                  </a:moveTo>
                  <a:cubicBezTo>
                    <a:pt x="17" y="6"/>
                    <a:pt x="39" y="12"/>
                    <a:pt x="40" y="25"/>
                  </a:cubicBezTo>
                  <a:cubicBezTo>
                    <a:pt x="41" y="44"/>
                    <a:pt x="10" y="23"/>
                    <a:pt x="0" y="22"/>
                  </a:cubicBezTo>
                </a:path>
              </a:pathLst>
            </a:custGeom>
            <a:noFill/>
            <a:ln w="4763" cap="flat">
              <a:solidFill>
                <a:srgbClr val="FEE6D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096" name="Freeform 973">
              <a:extLst>
                <a:ext uri="{FF2B5EF4-FFF2-40B4-BE49-F238E27FC236}">
                  <a16:creationId xmlns:a16="http://schemas.microsoft.com/office/drawing/2014/main" id="{B7F6EA1A-0574-45E9-B53A-9F8E3292AB0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6" y="1742"/>
              <a:ext cx="57" cy="30"/>
            </a:xfrm>
            <a:custGeom>
              <a:avLst/>
              <a:gdLst>
                <a:gd name="T0" fmla="*/ 0 w 42"/>
                <a:gd name="T1" fmla="*/ 0 h 22"/>
                <a:gd name="T2" fmla="*/ 105 w 42"/>
                <a:gd name="T3" fmla="*/ 56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2" h="22">
                  <a:moveTo>
                    <a:pt x="0" y="0"/>
                  </a:moveTo>
                  <a:cubicBezTo>
                    <a:pt x="15" y="5"/>
                    <a:pt x="34" y="7"/>
                    <a:pt x="42" y="22"/>
                  </a:cubicBezTo>
                </a:path>
              </a:pathLst>
            </a:custGeom>
            <a:noFill/>
            <a:ln w="4763" cap="flat">
              <a:solidFill>
                <a:srgbClr val="FEE6D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097" name="Freeform 974">
              <a:extLst>
                <a:ext uri="{FF2B5EF4-FFF2-40B4-BE49-F238E27FC236}">
                  <a16:creationId xmlns:a16="http://schemas.microsoft.com/office/drawing/2014/main" id="{A0010F59-AB91-4967-8748-7FB12A0860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7" y="1646"/>
              <a:ext cx="53" cy="120"/>
            </a:xfrm>
            <a:custGeom>
              <a:avLst/>
              <a:gdLst>
                <a:gd name="T0" fmla="*/ 71 w 39"/>
                <a:gd name="T1" fmla="*/ 0 h 89"/>
                <a:gd name="T2" fmla="*/ 77 w 39"/>
                <a:gd name="T3" fmla="*/ 90 h 89"/>
                <a:gd name="T4" fmla="*/ 0 w 39"/>
                <a:gd name="T5" fmla="*/ 204 h 89"/>
                <a:gd name="T6" fmla="*/ 98 w 39"/>
                <a:gd name="T7" fmla="*/ 138 h 8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" h="89">
                  <a:moveTo>
                    <a:pt x="28" y="0"/>
                  </a:moveTo>
                  <a:cubicBezTo>
                    <a:pt x="26" y="13"/>
                    <a:pt x="37" y="23"/>
                    <a:pt x="31" y="37"/>
                  </a:cubicBezTo>
                  <a:cubicBezTo>
                    <a:pt x="24" y="54"/>
                    <a:pt x="5" y="65"/>
                    <a:pt x="0" y="83"/>
                  </a:cubicBezTo>
                  <a:cubicBezTo>
                    <a:pt x="14" y="89"/>
                    <a:pt x="34" y="68"/>
                    <a:pt x="39" y="56"/>
                  </a:cubicBezTo>
                </a:path>
              </a:pathLst>
            </a:custGeom>
            <a:noFill/>
            <a:ln w="4763" cap="flat">
              <a:solidFill>
                <a:srgbClr val="FEE6D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098" name="Freeform 975">
              <a:extLst>
                <a:ext uri="{FF2B5EF4-FFF2-40B4-BE49-F238E27FC236}">
                  <a16:creationId xmlns:a16="http://schemas.microsoft.com/office/drawing/2014/main" id="{EB6510ED-D68E-42A9-9906-8C216D977C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2" y="2289"/>
              <a:ext cx="130" cy="127"/>
            </a:xfrm>
            <a:custGeom>
              <a:avLst/>
              <a:gdLst>
                <a:gd name="T0" fmla="*/ 0 w 96"/>
                <a:gd name="T1" fmla="*/ 0 h 95"/>
                <a:gd name="T2" fmla="*/ 145 w 96"/>
                <a:gd name="T3" fmla="*/ 160 h 95"/>
                <a:gd name="T4" fmla="*/ 238 w 96"/>
                <a:gd name="T5" fmla="*/ 168 h 9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6" h="95">
                  <a:moveTo>
                    <a:pt x="0" y="0"/>
                  </a:moveTo>
                  <a:cubicBezTo>
                    <a:pt x="19" y="27"/>
                    <a:pt x="30" y="48"/>
                    <a:pt x="58" y="67"/>
                  </a:cubicBezTo>
                  <a:cubicBezTo>
                    <a:pt x="68" y="74"/>
                    <a:pt x="93" y="95"/>
                    <a:pt x="96" y="70"/>
                  </a:cubicBezTo>
                </a:path>
              </a:pathLst>
            </a:custGeom>
            <a:noFill/>
            <a:ln w="4763" cap="flat">
              <a:solidFill>
                <a:srgbClr val="FEE6D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099" name="Freeform 976">
              <a:extLst>
                <a:ext uri="{FF2B5EF4-FFF2-40B4-BE49-F238E27FC236}">
                  <a16:creationId xmlns:a16="http://schemas.microsoft.com/office/drawing/2014/main" id="{3E4E1F74-9A95-4210-B9FF-8CE82BFA36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4" y="2221"/>
              <a:ext cx="75" cy="175"/>
            </a:xfrm>
            <a:custGeom>
              <a:avLst/>
              <a:gdLst>
                <a:gd name="T0" fmla="*/ 138 w 55"/>
                <a:gd name="T1" fmla="*/ 0 h 130"/>
                <a:gd name="T2" fmla="*/ 86 w 55"/>
                <a:gd name="T3" fmla="*/ 183 h 130"/>
                <a:gd name="T4" fmla="*/ 15 w 55"/>
                <a:gd name="T5" fmla="*/ 295 h 130"/>
                <a:gd name="T6" fmla="*/ 91 w 55"/>
                <a:gd name="T7" fmla="*/ 245 h 1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5" h="130">
                  <a:moveTo>
                    <a:pt x="54" y="0"/>
                  </a:moveTo>
                  <a:cubicBezTo>
                    <a:pt x="55" y="27"/>
                    <a:pt x="46" y="51"/>
                    <a:pt x="34" y="75"/>
                  </a:cubicBezTo>
                  <a:cubicBezTo>
                    <a:pt x="28" y="87"/>
                    <a:pt x="0" y="111"/>
                    <a:pt x="6" y="121"/>
                  </a:cubicBezTo>
                  <a:cubicBezTo>
                    <a:pt x="12" y="130"/>
                    <a:pt x="27" y="109"/>
                    <a:pt x="36" y="100"/>
                  </a:cubicBezTo>
                </a:path>
              </a:pathLst>
            </a:custGeom>
            <a:noFill/>
            <a:ln w="4763" cap="flat">
              <a:solidFill>
                <a:srgbClr val="FEE6D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100" name="Freeform 977">
              <a:extLst>
                <a:ext uri="{FF2B5EF4-FFF2-40B4-BE49-F238E27FC236}">
                  <a16:creationId xmlns:a16="http://schemas.microsoft.com/office/drawing/2014/main" id="{1EF0809D-4E80-45CB-A7C4-3222660730C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9" y="1793"/>
              <a:ext cx="85" cy="135"/>
            </a:xfrm>
            <a:custGeom>
              <a:avLst/>
              <a:gdLst>
                <a:gd name="T0" fmla="*/ 62 w 63"/>
                <a:gd name="T1" fmla="*/ 15 h 100"/>
                <a:gd name="T2" fmla="*/ 155 w 63"/>
                <a:gd name="T3" fmla="*/ 20 h 100"/>
                <a:gd name="T4" fmla="*/ 57 w 63"/>
                <a:gd name="T5" fmla="*/ 93 h 100"/>
                <a:gd name="T6" fmla="*/ 115 w 63"/>
                <a:gd name="T7" fmla="*/ 78 h 100"/>
                <a:gd name="T8" fmla="*/ 51 w 63"/>
                <a:gd name="T9" fmla="*/ 246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3" h="100">
                  <a:moveTo>
                    <a:pt x="25" y="6"/>
                  </a:moveTo>
                  <a:cubicBezTo>
                    <a:pt x="37" y="6"/>
                    <a:pt x="54" y="0"/>
                    <a:pt x="63" y="8"/>
                  </a:cubicBezTo>
                  <a:cubicBezTo>
                    <a:pt x="50" y="14"/>
                    <a:pt x="22" y="21"/>
                    <a:pt x="23" y="38"/>
                  </a:cubicBezTo>
                  <a:cubicBezTo>
                    <a:pt x="31" y="37"/>
                    <a:pt x="39" y="33"/>
                    <a:pt x="47" y="32"/>
                  </a:cubicBezTo>
                  <a:cubicBezTo>
                    <a:pt x="56" y="53"/>
                    <a:pt x="0" y="68"/>
                    <a:pt x="21" y="100"/>
                  </a:cubicBezTo>
                </a:path>
              </a:pathLst>
            </a:custGeom>
            <a:noFill/>
            <a:ln w="4763" cap="flat">
              <a:solidFill>
                <a:srgbClr val="FEE6D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101" name="Freeform 978">
              <a:extLst>
                <a:ext uri="{FF2B5EF4-FFF2-40B4-BE49-F238E27FC236}">
                  <a16:creationId xmlns:a16="http://schemas.microsoft.com/office/drawing/2014/main" id="{4368C859-1517-4F73-AFBD-B3AD40E229A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9" y="1777"/>
              <a:ext cx="77" cy="159"/>
            </a:xfrm>
            <a:custGeom>
              <a:avLst/>
              <a:gdLst>
                <a:gd name="T0" fmla="*/ 115 w 57"/>
                <a:gd name="T1" fmla="*/ 0 h 118"/>
                <a:gd name="T2" fmla="*/ 113 w 57"/>
                <a:gd name="T3" fmla="*/ 125 h 118"/>
                <a:gd name="T4" fmla="*/ 0 w 57"/>
                <a:gd name="T5" fmla="*/ 155 h 118"/>
                <a:gd name="T6" fmla="*/ 92 w 57"/>
                <a:gd name="T7" fmla="*/ 185 h 118"/>
                <a:gd name="T8" fmla="*/ 140 w 57"/>
                <a:gd name="T9" fmla="*/ 288 h 1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7" h="118">
                  <a:moveTo>
                    <a:pt x="47" y="0"/>
                  </a:moveTo>
                  <a:cubicBezTo>
                    <a:pt x="51" y="13"/>
                    <a:pt x="57" y="41"/>
                    <a:pt x="46" y="51"/>
                  </a:cubicBezTo>
                  <a:cubicBezTo>
                    <a:pt x="34" y="61"/>
                    <a:pt x="13" y="49"/>
                    <a:pt x="0" y="63"/>
                  </a:cubicBezTo>
                  <a:cubicBezTo>
                    <a:pt x="11" y="77"/>
                    <a:pt x="24" y="68"/>
                    <a:pt x="37" y="76"/>
                  </a:cubicBezTo>
                  <a:cubicBezTo>
                    <a:pt x="50" y="85"/>
                    <a:pt x="53" y="105"/>
                    <a:pt x="57" y="118"/>
                  </a:cubicBezTo>
                </a:path>
              </a:pathLst>
            </a:custGeom>
            <a:noFill/>
            <a:ln w="4763" cap="flat">
              <a:solidFill>
                <a:srgbClr val="FEE6D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102" name="Freeform 979">
              <a:extLst>
                <a:ext uri="{FF2B5EF4-FFF2-40B4-BE49-F238E27FC236}">
                  <a16:creationId xmlns:a16="http://schemas.microsoft.com/office/drawing/2014/main" id="{190EB186-1847-433B-B0A1-6AD9DF5D0C5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8" y="1737"/>
              <a:ext cx="167" cy="84"/>
            </a:xfrm>
            <a:custGeom>
              <a:avLst/>
              <a:gdLst>
                <a:gd name="T0" fmla="*/ 308 w 123"/>
                <a:gd name="T1" fmla="*/ 0 h 63"/>
                <a:gd name="T2" fmla="*/ 124 w 123"/>
                <a:gd name="T3" fmla="*/ 80 h 63"/>
                <a:gd name="T4" fmla="*/ 278 w 123"/>
                <a:gd name="T5" fmla="*/ 123 h 6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3" h="63">
                  <a:moveTo>
                    <a:pt x="123" y="0"/>
                  </a:moveTo>
                  <a:cubicBezTo>
                    <a:pt x="112" y="25"/>
                    <a:pt x="70" y="22"/>
                    <a:pt x="49" y="34"/>
                  </a:cubicBezTo>
                  <a:cubicBezTo>
                    <a:pt x="0" y="63"/>
                    <a:pt x="97" y="53"/>
                    <a:pt x="111" y="52"/>
                  </a:cubicBezTo>
                </a:path>
              </a:pathLst>
            </a:custGeom>
            <a:noFill/>
            <a:ln w="4763" cap="flat">
              <a:solidFill>
                <a:srgbClr val="FEE6D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103" name="Freeform 980">
              <a:extLst>
                <a:ext uri="{FF2B5EF4-FFF2-40B4-BE49-F238E27FC236}">
                  <a16:creationId xmlns:a16="http://schemas.microsoft.com/office/drawing/2014/main" id="{49CD5B5D-DD2C-441B-8CBE-FDDE5482A1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4" y="1758"/>
              <a:ext cx="107" cy="49"/>
            </a:xfrm>
            <a:custGeom>
              <a:avLst/>
              <a:gdLst>
                <a:gd name="T0" fmla="*/ 0 w 79"/>
                <a:gd name="T1" fmla="*/ 0 h 36"/>
                <a:gd name="T2" fmla="*/ 164 w 79"/>
                <a:gd name="T3" fmla="*/ 61 h 36"/>
                <a:gd name="T4" fmla="*/ 26 w 79"/>
                <a:gd name="T5" fmla="*/ 65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9" h="36">
                  <a:moveTo>
                    <a:pt x="0" y="0"/>
                  </a:moveTo>
                  <a:cubicBezTo>
                    <a:pt x="8" y="5"/>
                    <a:pt x="79" y="10"/>
                    <a:pt x="66" y="24"/>
                  </a:cubicBezTo>
                  <a:cubicBezTo>
                    <a:pt x="56" y="36"/>
                    <a:pt x="27" y="17"/>
                    <a:pt x="10" y="26"/>
                  </a:cubicBezTo>
                </a:path>
              </a:pathLst>
            </a:custGeom>
            <a:noFill/>
            <a:ln w="4763" cap="flat">
              <a:solidFill>
                <a:srgbClr val="FEE6D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104" name="Freeform 981">
              <a:extLst>
                <a:ext uri="{FF2B5EF4-FFF2-40B4-BE49-F238E27FC236}">
                  <a16:creationId xmlns:a16="http://schemas.microsoft.com/office/drawing/2014/main" id="{C004FF4C-6F6F-47F5-A1C8-288B6E1A0B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0" y="1766"/>
              <a:ext cx="46" cy="37"/>
            </a:xfrm>
            <a:custGeom>
              <a:avLst/>
              <a:gdLst>
                <a:gd name="T0" fmla="*/ 84 w 34"/>
                <a:gd name="T1" fmla="*/ 0 h 27"/>
                <a:gd name="T2" fmla="*/ 0 w 34"/>
                <a:gd name="T3" fmla="*/ 34 h 27"/>
                <a:gd name="T4" fmla="*/ 74 w 34"/>
                <a:gd name="T5" fmla="*/ 36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27">
                  <a:moveTo>
                    <a:pt x="34" y="0"/>
                  </a:moveTo>
                  <a:cubicBezTo>
                    <a:pt x="24" y="9"/>
                    <a:pt x="11" y="7"/>
                    <a:pt x="0" y="13"/>
                  </a:cubicBezTo>
                  <a:cubicBezTo>
                    <a:pt x="3" y="27"/>
                    <a:pt x="21" y="19"/>
                    <a:pt x="30" y="14"/>
                  </a:cubicBezTo>
                </a:path>
              </a:pathLst>
            </a:custGeom>
            <a:noFill/>
            <a:ln w="4763" cap="flat">
              <a:solidFill>
                <a:srgbClr val="FEE6D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105" name="Freeform 982">
              <a:extLst>
                <a:ext uri="{FF2B5EF4-FFF2-40B4-BE49-F238E27FC236}">
                  <a16:creationId xmlns:a16="http://schemas.microsoft.com/office/drawing/2014/main" id="{F3943E84-C958-4E07-9D80-ED7F3F77585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7" y="1373"/>
              <a:ext cx="125" cy="73"/>
            </a:xfrm>
            <a:custGeom>
              <a:avLst/>
              <a:gdLst>
                <a:gd name="T0" fmla="*/ 0 w 92"/>
                <a:gd name="T1" fmla="*/ 0 h 54"/>
                <a:gd name="T2" fmla="*/ 231 w 92"/>
                <a:gd name="T3" fmla="*/ 128 h 5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2" h="54">
                  <a:moveTo>
                    <a:pt x="0" y="0"/>
                  </a:moveTo>
                  <a:cubicBezTo>
                    <a:pt x="0" y="39"/>
                    <a:pt x="63" y="54"/>
                    <a:pt x="92" y="52"/>
                  </a:cubicBezTo>
                </a:path>
              </a:pathLst>
            </a:custGeom>
            <a:noFill/>
            <a:ln w="4763" cap="flat">
              <a:solidFill>
                <a:srgbClr val="FEE6D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106" name="Freeform 983">
              <a:extLst>
                <a:ext uri="{FF2B5EF4-FFF2-40B4-BE49-F238E27FC236}">
                  <a16:creationId xmlns:a16="http://schemas.microsoft.com/office/drawing/2014/main" id="{9268D989-CB58-4D36-9607-624792D1C1A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4" y="3007"/>
              <a:ext cx="83" cy="62"/>
            </a:xfrm>
            <a:custGeom>
              <a:avLst/>
              <a:gdLst>
                <a:gd name="T0" fmla="*/ 0 w 61"/>
                <a:gd name="T1" fmla="*/ 0 h 46"/>
                <a:gd name="T2" fmla="*/ 135 w 61"/>
                <a:gd name="T3" fmla="*/ 63 h 46"/>
                <a:gd name="T4" fmla="*/ 15 w 61"/>
                <a:gd name="T5" fmla="*/ 69 h 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1" h="46">
                  <a:moveTo>
                    <a:pt x="0" y="0"/>
                  </a:moveTo>
                  <a:cubicBezTo>
                    <a:pt x="13" y="20"/>
                    <a:pt x="41" y="11"/>
                    <a:pt x="54" y="26"/>
                  </a:cubicBezTo>
                  <a:cubicBezTo>
                    <a:pt x="61" y="46"/>
                    <a:pt x="20" y="28"/>
                    <a:pt x="6" y="28"/>
                  </a:cubicBezTo>
                </a:path>
              </a:pathLst>
            </a:custGeom>
            <a:noFill/>
            <a:ln w="4763" cap="flat">
              <a:solidFill>
                <a:srgbClr val="F2F9F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107" name="Freeform 984">
              <a:extLst>
                <a:ext uri="{FF2B5EF4-FFF2-40B4-BE49-F238E27FC236}">
                  <a16:creationId xmlns:a16="http://schemas.microsoft.com/office/drawing/2014/main" id="{E351E2BE-0B30-49AB-A304-A2ACA16B0C3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3" y="3061"/>
              <a:ext cx="51" cy="261"/>
            </a:xfrm>
            <a:custGeom>
              <a:avLst/>
              <a:gdLst>
                <a:gd name="T0" fmla="*/ 78 w 38"/>
                <a:gd name="T1" fmla="*/ 0 h 194"/>
                <a:gd name="T2" fmla="*/ 91 w 38"/>
                <a:gd name="T3" fmla="*/ 121 h 194"/>
                <a:gd name="T4" fmla="*/ 0 w 38"/>
                <a:gd name="T5" fmla="*/ 199 h 194"/>
                <a:gd name="T6" fmla="*/ 90 w 38"/>
                <a:gd name="T7" fmla="*/ 210 h 194"/>
                <a:gd name="T8" fmla="*/ 5 w 38"/>
                <a:gd name="T9" fmla="*/ 277 h 194"/>
                <a:gd name="T10" fmla="*/ 83 w 38"/>
                <a:gd name="T11" fmla="*/ 334 h 194"/>
                <a:gd name="T12" fmla="*/ 68 w 38"/>
                <a:gd name="T13" fmla="*/ 410 h 194"/>
                <a:gd name="T14" fmla="*/ 72 w 38"/>
                <a:gd name="T15" fmla="*/ 472 h 19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8" h="194">
                  <a:moveTo>
                    <a:pt x="32" y="0"/>
                  </a:moveTo>
                  <a:cubicBezTo>
                    <a:pt x="30" y="18"/>
                    <a:pt x="37" y="34"/>
                    <a:pt x="38" y="50"/>
                  </a:cubicBezTo>
                  <a:cubicBezTo>
                    <a:pt x="38" y="88"/>
                    <a:pt x="13" y="59"/>
                    <a:pt x="0" y="82"/>
                  </a:cubicBezTo>
                  <a:cubicBezTo>
                    <a:pt x="0" y="91"/>
                    <a:pt x="29" y="78"/>
                    <a:pt x="37" y="86"/>
                  </a:cubicBezTo>
                  <a:cubicBezTo>
                    <a:pt x="34" y="97"/>
                    <a:pt x="2" y="100"/>
                    <a:pt x="2" y="114"/>
                  </a:cubicBezTo>
                  <a:cubicBezTo>
                    <a:pt x="3" y="122"/>
                    <a:pt x="38" y="105"/>
                    <a:pt x="34" y="137"/>
                  </a:cubicBezTo>
                  <a:cubicBezTo>
                    <a:pt x="32" y="148"/>
                    <a:pt x="29" y="157"/>
                    <a:pt x="28" y="169"/>
                  </a:cubicBezTo>
                  <a:cubicBezTo>
                    <a:pt x="28" y="178"/>
                    <a:pt x="33" y="184"/>
                    <a:pt x="30" y="194"/>
                  </a:cubicBezTo>
                </a:path>
              </a:pathLst>
            </a:custGeom>
            <a:noFill/>
            <a:ln w="4763" cap="flat">
              <a:solidFill>
                <a:srgbClr val="F2F9F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108" name="Freeform 985">
              <a:extLst>
                <a:ext uri="{FF2B5EF4-FFF2-40B4-BE49-F238E27FC236}">
                  <a16:creationId xmlns:a16="http://schemas.microsoft.com/office/drawing/2014/main" id="{D4C66A27-B71C-489F-8DA1-A7C4462C44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6" y="3088"/>
              <a:ext cx="80" cy="132"/>
            </a:xfrm>
            <a:custGeom>
              <a:avLst/>
              <a:gdLst>
                <a:gd name="T0" fmla="*/ 61 w 59"/>
                <a:gd name="T1" fmla="*/ 0 h 98"/>
                <a:gd name="T2" fmla="*/ 64 w 59"/>
                <a:gd name="T3" fmla="*/ 104 h 98"/>
                <a:gd name="T4" fmla="*/ 130 w 59"/>
                <a:gd name="T5" fmla="*/ 143 h 98"/>
                <a:gd name="T6" fmla="*/ 50 w 59"/>
                <a:gd name="T7" fmla="*/ 240 h 9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9" h="98">
                  <a:moveTo>
                    <a:pt x="24" y="0"/>
                  </a:moveTo>
                  <a:cubicBezTo>
                    <a:pt x="27" y="13"/>
                    <a:pt x="19" y="31"/>
                    <a:pt x="26" y="42"/>
                  </a:cubicBezTo>
                  <a:cubicBezTo>
                    <a:pt x="30" y="48"/>
                    <a:pt x="48" y="44"/>
                    <a:pt x="52" y="59"/>
                  </a:cubicBezTo>
                  <a:cubicBezTo>
                    <a:pt x="59" y="88"/>
                    <a:pt x="0" y="74"/>
                    <a:pt x="20" y="98"/>
                  </a:cubicBezTo>
                </a:path>
              </a:pathLst>
            </a:custGeom>
            <a:noFill/>
            <a:ln w="4763" cap="flat">
              <a:solidFill>
                <a:srgbClr val="F2F9F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109" name="Freeform 986">
              <a:extLst>
                <a:ext uri="{FF2B5EF4-FFF2-40B4-BE49-F238E27FC236}">
                  <a16:creationId xmlns:a16="http://schemas.microsoft.com/office/drawing/2014/main" id="{B87F3061-69DA-4C05-B6E9-A71D317792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5" y="3107"/>
              <a:ext cx="58" cy="73"/>
            </a:xfrm>
            <a:custGeom>
              <a:avLst/>
              <a:gdLst>
                <a:gd name="T0" fmla="*/ 100 w 43"/>
                <a:gd name="T1" fmla="*/ 0 h 54"/>
                <a:gd name="T2" fmla="*/ 93 w 43"/>
                <a:gd name="T3" fmla="*/ 69 h 54"/>
                <a:gd name="T4" fmla="*/ 40 w 43"/>
                <a:gd name="T5" fmla="*/ 124 h 54"/>
                <a:gd name="T6" fmla="*/ 96 w 43"/>
                <a:gd name="T7" fmla="*/ 134 h 5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3" h="54">
                  <a:moveTo>
                    <a:pt x="41" y="0"/>
                  </a:moveTo>
                  <a:cubicBezTo>
                    <a:pt x="41" y="9"/>
                    <a:pt x="43" y="21"/>
                    <a:pt x="38" y="28"/>
                  </a:cubicBezTo>
                  <a:cubicBezTo>
                    <a:pt x="33" y="37"/>
                    <a:pt x="0" y="37"/>
                    <a:pt x="16" y="50"/>
                  </a:cubicBezTo>
                  <a:cubicBezTo>
                    <a:pt x="25" y="54"/>
                    <a:pt x="34" y="49"/>
                    <a:pt x="39" y="54"/>
                  </a:cubicBezTo>
                </a:path>
              </a:pathLst>
            </a:custGeom>
            <a:noFill/>
            <a:ln w="4763" cap="flat">
              <a:solidFill>
                <a:srgbClr val="F2F9F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110" name="Freeform 987">
              <a:extLst>
                <a:ext uri="{FF2B5EF4-FFF2-40B4-BE49-F238E27FC236}">
                  <a16:creationId xmlns:a16="http://schemas.microsoft.com/office/drawing/2014/main" id="{18EDBACB-6A98-45B3-BC34-D5CEF35080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9" y="3193"/>
              <a:ext cx="76" cy="30"/>
            </a:xfrm>
            <a:custGeom>
              <a:avLst/>
              <a:gdLst>
                <a:gd name="T0" fmla="*/ 140 w 56"/>
                <a:gd name="T1" fmla="*/ 10 h 22"/>
                <a:gd name="T2" fmla="*/ 10 w 56"/>
                <a:gd name="T3" fmla="*/ 35 h 22"/>
                <a:gd name="T4" fmla="*/ 119 w 56"/>
                <a:gd name="T5" fmla="*/ 56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6" h="22">
                  <a:moveTo>
                    <a:pt x="56" y="4"/>
                  </a:moveTo>
                  <a:cubicBezTo>
                    <a:pt x="39" y="0"/>
                    <a:pt x="10" y="1"/>
                    <a:pt x="4" y="14"/>
                  </a:cubicBezTo>
                  <a:cubicBezTo>
                    <a:pt x="0" y="22"/>
                    <a:pt x="34" y="22"/>
                    <a:pt x="48" y="22"/>
                  </a:cubicBezTo>
                </a:path>
              </a:pathLst>
            </a:custGeom>
            <a:noFill/>
            <a:ln w="4763" cap="flat">
              <a:solidFill>
                <a:srgbClr val="F2F9F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111" name="Freeform 988">
              <a:extLst>
                <a:ext uri="{FF2B5EF4-FFF2-40B4-BE49-F238E27FC236}">
                  <a16:creationId xmlns:a16="http://schemas.microsoft.com/office/drawing/2014/main" id="{88E68312-41BA-4D7A-A83C-6F30A74CC8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2" y="3563"/>
              <a:ext cx="106" cy="60"/>
            </a:xfrm>
            <a:custGeom>
              <a:avLst/>
              <a:gdLst>
                <a:gd name="T0" fmla="*/ 0 w 78"/>
                <a:gd name="T1" fmla="*/ 22 h 44"/>
                <a:gd name="T2" fmla="*/ 177 w 78"/>
                <a:gd name="T3" fmla="*/ 78 h 44"/>
                <a:gd name="T4" fmla="*/ 91 w 78"/>
                <a:gd name="T5" fmla="*/ 75 h 44"/>
                <a:gd name="T6" fmla="*/ 5 w 78"/>
                <a:gd name="T7" fmla="*/ 98 h 4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8" h="44">
                  <a:moveTo>
                    <a:pt x="0" y="9"/>
                  </a:moveTo>
                  <a:cubicBezTo>
                    <a:pt x="39" y="0"/>
                    <a:pt x="78" y="19"/>
                    <a:pt x="71" y="31"/>
                  </a:cubicBezTo>
                  <a:cubicBezTo>
                    <a:pt x="65" y="44"/>
                    <a:pt x="48" y="30"/>
                    <a:pt x="36" y="29"/>
                  </a:cubicBezTo>
                  <a:cubicBezTo>
                    <a:pt x="24" y="29"/>
                    <a:pt x="13" y="35"/>
                    <a:pt x="2" y="39"/>
                  </a:cubicBezTo>
                </a:path>
              </a:pathLst>
            </a:custGeom>
            <a:noFill/>
            <a:ln w="4763" cap="flat">
              <a:solidFill>
                <a:srgbClr val="F2F9F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112" name="Freeform 989">
              <a:extLst>
                <a:ext uri="{FF2B5EF4-FFF2-40B4-BE49-F238E27FC236}">
                  <a16:creationId xmlns:a16="http://schemas.microsoft.com/office/drawing/2014/main" id="{320E7422-7797-46D7-9B2B-C1565F348D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8" y="3589"/>
              <a:ext cx="119" cy="60"/>
            </a:xfrm>
            <a:custGeom>
              <a:avLst/>
              <a:gdLst>
                <a:gd name="T0" fmla="*/ 162 w 88"/>
                <a:gd name="T1" fmla="*/ 0 h 45"/>
                <a:gd name="T2" fmla="*/ 22 w 88"/>
                <a:gd name="T3" fmla="*/ 76 h 45"/>
                <a:gd name="T4" fmla="*/ 119 w 88"/>
                <a:gd name="T5" fmla="*/ 63 h 45"/>
                <a:gd name="T6" fmla="*/ 218 w 88"/>
                <a:gd name="T7" fmla="*/ 91 h 4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8" h="45">
                  <a:moveTo>
                    <a:pt x="66" y="0"/>
                  </a:moveTo>
                  <a:cubicBezTo>
                    <a:pt x="57" y="6"/>
                    <a:pt x="0" y="11"/>
                    <a:pt x="9" y="32"/>
                  </a:cubicBezTo>
                  <a:cubicBezTo>
                    <a:pt x="15" y="45"/>
                    <a:pt x="40" y="27"/>
                    <a:pt x="48" y="26"/>
                  </a:cubicBezTo>
                  <a:cubicBezTo>
                    <a:pt x="65" y="25"/>
                    <a:pt x="72" y="35"/>
                    <a:pt x="88" y="38"/>
                  </a:cubicBezTo>
                </a:path>
              </a:pathLst>
            </a:custGeom>
            <a:noFill/>
            <a:ln w="4763" cap="flat">
              <a:solidFill>
                <a:srgbClr val="F2F9F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113" name="Freeform 990">
              <a:extLst>
                <a:ext uri="{FF2B5EF4-FFF2-40B4-BE49-F238E27FC236}">
                  <a16:creationId xmlns:a16="http://schemas.microsoft.com/office/drawing/2014/main" id="{E9D3C8BD-8A96-44AF-B17A-752711CD43C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8" y="3585"/>
              <a:ext cx="44" cy="23"/>
            </a:xfrm>
            <a:custGeom>
              <a:avLst/>
              <a:gdLst>
                <a:gd name="T0" fmla="*/ 84 w 32"/>
                <a:gd name="T1" fmla="*/ 16 h 17"/>
                <a:gd name="T2" fmla="*/ 41 w 32"/>
                <a:gd name="T3" fmla="*/ 0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2" h="17">
                  <a:moveTo>
                    <a:pt x="32" y="7"/>
                  </a:moveTo>
                  <a:cubicBezTo>
                    <a:pt x="22" y="12"/>
                    <a:pt x="0" y="17"/>
                    <a:pt x="16" y="0"/>
                  </a:cubicBezTo>
                </a:path>
              </a:pathLst>
            </a:custGeom>
            <a:noFill/>
            <a:ln w="4763" cap="flat">
              <a:solidFill>
                <a:srgbClr val="F2F9F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114" name="Freeform 991">
              <a:extLst>
                <a:ext uri="{FF2B5EF4-FFF2-40B4-BE49-F238E27FC236}">
                  <a16:creationId xmlns:a16="http://schemas.microsoft.com/office/drawing/2014/main" id="{C6A3B19E-19E3-4392-BF10-0355FA65ACC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8" y="1418"/>
              <a:ext cx="31" cy="41"/>
            </a:xfrm>
            <a:custGeom>
              <a:avLst/>
              <a:gdLst>
                <a:gd name="T0" fmla="*/ 32 w 23"/>
                <a:gd name="T1" fmla="*/ 63 h 31"/>
                <a:gd name="T2" fmla="*/ 1 w 23"/>
                <a:gd name="T3" fmla="*/ 71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31">
                  <a:moveTo>
                    <a:pt x="13" y="27"/>
                  </a:moveTo>
                  <a:cubicBezTo>
                    <a:pt x="23" y="0"/>
                    <a:pt x="0" y="9"/>
                    <a:pt x="1" y="31"/>
                  </a:cubicBezTo>
                </a:path>
              </a:pathLst>
            </a:custGeom>
            <a:noFill/>
            <a:ln w="9525" cap="flat">
              <a:solidFill>
                <a:srgbClr val="FDCA9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115" name="Freeform 992">
              <a:extLst>
                <a:ext uri="{FF2B5EF4-FFF2-40B4-BE49-F238E27FC236}">
                  <a16:creationId xmlns:a16="http://schemas.microsoft.com/office/drawing/2014/main" id="{3A1697E7-F2CC-4DA1-89FF-9637A4A7D4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7" y="1373"/>
              <a:ext cx="25" cy="30"/>
            </a:xfrm>
            <a:custGeom>
              <a:avLst/>
              <a:gdLst>
                <a:gd name="T0" fmla="*/ 5 w 19"/>
                <a:gd name="T1" fmla="*/ 14 h 22"/>
                <a:gd name="T2" fmla="*/ 1 w 19"/>
                <a:gd name="T3" fmla="*/ 14 h 22"/>
                <a:gd name="T4" fmla="*/ 28 w 19"/>
                <a:gd name="T5" fmla="*/ 0 h 22"/>
                <a:gd name="T6" fmla="*/ 12 w 19"/>
                <a:gd name="T7" fmla="*/ 30 h 22"/>
                <a:gd name="T8" fmla="*/ 38 w 19"/>
                <a:gd name="T9" fmla="*/ 22 h 22"/>
                <a:gd name="T10" fmla="*/ 16 w 19"/>
                <a:gd name="T11" fmla="*/ 56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" h="22">
                  <a:moveTo>
                    <a:pt x="2" y="5"/>
                  </a:moveTo>
                  <a:cubicBezTo>
                    <a:pt x="0" y="6"/>
                    <a:pt x="0" y="6"/>
                    <a:pt x="1" y="5"/>
                  </a:cubicBezTo>
                  <a:cubicBezTo>
                    <a:pt x="5" y="3"/>
                    <a:pt x="8" y="0"/>
                    <a:pt x="12" y="0"/>
                  </a:cubicBezTo>
                  <a:cubicBezTo>
                    <a:pt x="14" y="5"/>
                    <a:pt x="8" y="9"/>
                    <a:pt x="5" y="12"/>
                  </a:cubicBezTo>
                  <a:cubicBezTo>
                    <a:pt x="8" y="11"/>
                    <a:pt x="14" y="5"/>
                    <a:pt x="17" y="9"/>
                  </a:cubicBezTo>
                  <a:cubicBezTo>
                    <a:pt x="19" y="12"/>
                    <a:pt x="9" y="20"/>
                    <a:pt x="7" y="22"/>
                  </a:cubicBezTo>
                </a:path>
              </a:pathLst>
            </a:custGeom>
            <a:noFill/>
            <a:ln w="9525" cap="flat">
              <a:solidFill>
                <a:srgbClr val="FDCA9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116" name="Freeform 993">
              <a:extLst>
                <a:ext uri="{FF2B5EF4-FFF2-40B4-BE49-F238E27FC236}">
                  <a16:creationId xmlns:a16="http://schemas.microsoft.com/office/drawing/2014/main" id="{26FCD99E-417B-4954-B300-E2AA591278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3" y="1733"/>
              <a:ext cx="37" cy="37"/>
            </a:xfrm>
            <a:custGeom>
              <a:avLst/>
              <a:gdLst>
                <a:gd name="T0" fmla="*/ 63 w 28"/>
                <a:gd name="T1" fmla="*/ 26 h 28"/>
                <a:gd name="T2" fmla="*/ 42 w 28"/>
                <a:gd name="T3" fmla="*/ 1 h 28"/>
                <a:gd name="T4" fmla="*/ 63 w 28"/>
                <a:gd name="T5" fmla="*/ 38 h 28"/>
                <a:gd name="T6" fmla="*/ 7 w 28"/>
                <a:gd name="T7" fmla="*/ 20 h 28"/>
                <a:gd name="T8" fmla="*/ 29 w 28"/>
                <a:gd name="T9" fmla="*/ 65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28">
                  <a:moveTo>
                    <a:pt x="27" y="11"/>
                  </a:moveTo>
                  <a:cubicBezTo>
                    <a:pt x="28" y="7"/>
                    <a:pt x="23" y="0"/>
                    <a:pt x="18" y="1"/>
                  </a:cubicBezTo>
                  <a:cubicBezTo>
                    <a:pt x="15" y="7"/>
                    <a:pt x="26" y="11"/>
                    <a:pt x="27" y="17"/>
                  </a:cubicBezTo>
                  <a:cubicBezTo>
                    <a:pt x="19" y="22"/>
                    <a:pt x="11" y="10"/>
                    <a:pt x="3" y="8"/>
                  </a:cubicBezTo>
                  <a:cubicBezTo>
                    <a:pt x="0" y="15"/>
                    <a:pt x="10" y="23"/>
                    <a:pt x="13" y="28"/>
                  </a:cubicBezTo>
                </a:path>
              </a:pathLst>
            </a:custGeom>
            <a:noFill/>
            <a:ln w="9525" cap="flat">
              <a:solidFill>
                <a:srgbClr val="FDCA9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117" name="Freeform 994">
              <a:extLst>
                <a:ext uri="{FF2B5EF4-FFF2-40B4-BE49-F238E27FC236}">
                  <a16:creationId xmlns:a16="http://schemas.microsoft.com/office/drawing/2014/main" id="{8176D782-D30C-4948-ABF8-DF92D97FDA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0" y="1753"/>
              <a:ext cx="43" cy="24"/>
            </a:xfrm>
            <a:custGeom>
              <a:avLst/>
              <a:gdLst>
                <a:gd name="T0" fmla="*/ 9 w 32"/>
                <a:gd name="T1" fmla="*/ 27 h 18"/>
                <a:gd name="T2" fmla="*/ 0 w 32"/>
                <a:gd name="T3" fmla="*/ 28 h 18"/>
                <a:gd name="T4" fmla="*/ 20 w 32"/>
                <a:gd name="T5" fmla="*/ 0 h 18"/>
                <a:gd name="T6" fmla="*/ 15 w 32"/>
                <a:gd name="T7" fmla="*/ 31 h 18"/>
                <a:gd name="T8" fmla="*/ 35 w 32"/>
                <a:gd name="T9" fmla="*/ 9 h 18"/>
                <a:gd name="T10" fmla="*/ 40 w 32"/>
                <a:gd name="T11" fmla="*/ 28 h 18"/>
                <a:gd name="T12" fmla="*/ 69 w 32"/>
                <a:gd name="T13" fmla="*/ 7 h 18"/>
                <a:gd name="T14" fmla="*/ 78 w 32"/>
                <a:gd name="T15" fmla="*/ 43 h 1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2" h="18">
                  <a:moveTo>
                    <a:pt x="4" y="11"/>
                  </a:moveTo>
                  <a:cubicBezTo>
                    <a:pt x="2" y="12"/>
                    <a:pt x="1" y="12"/>
                    <a:pt x="0" y="12"/>
                  </a:cubicBezTo>
                  <a:cubicBezTo>
                    <a:pt x="1" y="8"/>
                    <a:pt x="5" y="4"/>
                    <a:pt x="8" y="0"/>
                  </a:cubicBezTo>
                  <a:cubicBezTo>
                    <a:pt x="10" y="4"/>
                    <a:pt x="6" y="9"/>
                    <a:pt x="6" y="13"/>
                  </a:cubicBezTo>
                  <a:cubicBezTo>
                    <a:pt x="10" y="12"/>
                    <a:pt x="13" y="8"/>
                    <a:pt x="14" y="4"/>
                  </a:cubicBezTo>
                  <a:cubicBezTo>
                    <a:pt x="15" y="7"/>
                    <a:pt x="15" y="10"/>
                    <a:pt x="16" y="12"/>
                  </a:cubicBezTo>
                  <a:cubicBezTo>
                    <a:pt x="21" y="11"/>
                    <a:pt x="25" y="7"/>
                    <a:pt x="28" y="3"/>
                  </a:cubicBezTo>
                  <a:cubicBezTo>
                    <a:pt x="30" y="8"/>
                    <a:pt x="28" y="14"/>
                    <a:pt x="32" y="18"/>
                  </a:cubicBezTo>
                </a:path>
              </a:pathLst>
            </a:custGeom>
            <a:noFill/>
            <a:ln w="9525" cap="flat">
              <a:solidFill>
                <a:srgbClr val="FDCA9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118" name="Freeform 995">
              <a:extLst>
                <a:ext uri="{FF2B5EF4-FFF2-40B4-BE49-F238E27FC236}">
                  <a16:creationId xmlns:a16="http://schemas.microsoft.com/office/drawing/2014/main" id="{9C9605F0-728D-47C4-99A4-8E51CDC958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2" y="1778"/>
              <a:ext cx="35" cy="37"/>
            </a:xfrm>
            <a:custGeom>
              <a:avLst/>
              <a:gdLst>
                <a:gd name="T0" fmla="*/ 0 w 26"/>
                <a:gd name="T1" fmla="*/ 19 h 27"/>
                <a:gd name="T2" fmla="*/ 12 w 26"/>
                <a:gd name="T3" fmla="*/ 64 h 27"/>
                <a:gd name="T4" fmla="*/ 22 w 26"/>
                <a:gd name="T5" fmla="*/ 19 h 27"/>
                <a:gd name="T6" fmla="*/ 54 w 26"/>
                <a:gd name="T7" fmla="*/ 0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27">
                  <a:moveTo>
                    <a:pt x="0" y="7"/>
                  </a:moveTo>
                  <a:cubicBezTo>
                    <a:pt x="0" y="11"/>
                    <a:pt x="0" y="24"/>
                    <a:pt x="5" y="25"/>
                  </a:cubicBezTo>
                  <a:cubicBezTo>
                    <a:pt x="12" y="27"/>
                    <a:pt x="10" y="10"/>
                    <a:pt x="9" y="7"/>
                  </a:cubicBezTo>
                  <a:cubicBezTo>
                    <a:pt x="9" y="24"/>
                    <a:pt x="26" y="15"/>
                    <a:pt x="22" y="0"/>
                  </a:cubicBezTo>
                </a:path>
              </a:pathLst>
            </a:custGeom>
            <a:noFill/>
            <a:ln w="9525" cap="flat">
              <a:solidFill>
                <a:srgbClr val="FDCA9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119" name="Freeform 996">
              <a:extLst>
                <a:ext uri="{FF2B5EF4-FFF2-40B4-BE49-F238E27FC236}">
                  <a16:creationId xmlns:a16="http://schemas.microsoft.com/office/drawing/2014/main" id="{E4E394BE-E79B-4141-9D40-13CACC1DF4A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6" y="1607"/>
              <a:ext cx="22" cy="26"/>
            </a:xfrm>
            <a:custGeom>
              <a:avLst/>
              <a:gdLst>
                <a:gd name="T0" fmla="*/ 41 w 16"/>
                <a:gd name="T1" fmla="*/ 0 h 19"/>
                <a:gd name="T2" fmla="*/ 8 w 16"/>
                <a:gd name="T3" fmla="*/ 10 h 19"/>
                <a:gd name="T4" fmla="*/ 40 w 16"/>
                <a:gd name="T5" fmla="*/ 19 h 19"/>
                <a:gd name="T6" fmla="*/ 0 w 16"/>
                <a:gd name="T7" fmla="*/ 49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19">
                  <a:moveTo>
                    <a:pt x="16" y="0"/>
                  </a:moveTo>
                  <a:cubicBezTo>
                    <a:pt x="11" y="0"/>
                    <a:pt x="6" y="1"/>
                    <a:pt x="3" y="4"/>
                  </a:cubicBezTo>
                  <a:cubicBezTo>
                    <a:pt x="6" y="7"/>
                    <a:pt x="11" y="5"/>
                    <a:pt x="15" y="7"/>
                  </a:cubicBezTo>
                  <a:cubicBezTo>
                    <a:pt x="15" y="14"/>
                    <a:pt x="6" y="16"/>
                    <a:pt x="0" y="19"/>
                  </a:cubicBezTo>
                </a:path>
              </a:pathLst>
            </a:custGeom>
            <a:noFill/>
            <a:ln w="9525" cap="flat">
              <a:solidFill>
                <a:srgbClr val="FDCA9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120" name="Freeform 997">
              <a:extLst>
                <a:ext uri="{FF2B5EF4-FFF2-40B4-BE49-F238E27FC236}">
                  <a16:creationId xmlns:a16="http://schemas.microsoft.com/office/drawing/2014/main" id="{C2581BA7-97DD-41FA-A6C9-8B7C7AC964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3" y="1646"/>
              <a:ext cx="21" cy="21"/>
            </a:xfrm>
            <a:custGeom>
              <a:avLst/>
              <a:gdLst>
                <a:gd name="T0" fmla="*/ 24 w 16"/>
                <a:gd name="T1" fmla="*/ 0 h 15"/>
                <a:gd name="T2" fmla="*/ 1 w 16"/>
                <a:gd name="T3" fmla="*/ 8 h 15"/>
                <a:gd name="T4" fmla="*/ 37 w 16"/>
                <a:gd name="T5" fmla="*/ 25 h 15"/>
                <a:gd name="T6" fmla="*/ 0 w 16"/>
                <a:gd name="T7" fmla="*/ 41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15">
                  <a:moveTo>
                    <a:pt x="11" y="0"/>
                  </a:moveTo>
                  <a:cubicBezTo>
                    <a:pt x="8" y="0"/>
                    <a:pt x="4" y="0"/>
                    <a:pt x="1" y="3"/>
                  </a:cubicBezTo>
                  <a:cubicBezTo>
                    <a:pt x="5" y="7"/>
                    <a:pt x="13" y="5"/>
                    <a:pt x="16" y="9"/>
                  </a:cubicBezTo>
                  <a:cubicBezTo>
                    <a:pt x="13" y="14"/>
                    <a:pt x="6" y="13"/>
                    <a:pt x="0" y="15"/>
                  </a:cubicBezTo>
                </a:path>
              </a:pathLst>
            </a:custGeom>
            <a:noFill/>
            <a:ln w="9525" cap="flat">
              <a:solidFill>
                <a:srgbClr val="FDCA9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121" name="Freeform 998">
              <a:extLst>
                <a:ext uri="{FF2B5EF4-FFF2-40B4-BE49-F238E27FC236}">
                  <a16:creationId xmlns:a16="http://schemas.microsoft.com/office/drawing/2014/main" id="{95D7AC2C-5CD4-4EAA-B0EC-A68A7F60CC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8" y="1827"/>
              <a:ext cx="32" cy="15"/>
            </a:xfrm>
            <a:custGeom>
              <a:avLst/>
              <a:gdLst>
                <a:gd name="T0" fmla="*/ 57 w 24"/>
                <a:gd name="T1" fmla="*/ 22 h 11"/>
                <a:gd name="T2" fmla="*/ 49 w 24"/>
                <a:gd name="T3" fmla="*/ 0 h 11"/>
                <a:gd name="T4" fmla="*/ 33 w 24"/>
                <a:gd name="T5" fmla="*/ 27 h 11"/>
                <a:gd name="T6" fmla="*/ 27 w 24"/>
                <a:gd name="T7" fmla="*/ 10 h 11"/>
                <a:gd name="T8" fmla="*/ 20 w 24"/>
                <a:gd name="T9" fmla="*/ 22 h 11"/>
                <a:gd name="T10" fmla="*/ 7 w 24"/>
                <a:gd name="T11" fmla="*/ 0 h 11"/>
                <a:gd name="T12" fmla="*/ 0 w 24"/>
                <a:gd name="T13" fmla="*/ 27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11">
                  <a:moveTo>
                    <a:pt x="24" y="9"/>
                  </a:moveTo>
                  <a:cubicBezTo>
                    <a:pt x="24" y="7"/>
                    <a:pt x="23" y="3"/>
                    <a:pt x="21" y="0"/>
                  </a:cubicBezTo>
                  <a:cubicBezTo>
                    <a:pt x="17" y="1"/>
                    <a:pt x="16" y="7"/>
                    <a:pt x="14" y="11"/>
                  </a:cubicBezTo>
                  <a:cubicBezTo>
                    <a:pt x="14" y="8"/>
                    <a:pt x="13" y="5"/>
                    <a:pt x="11" y="4"/>
                  </a:cubicBezTo>
                  <a:cubicBezTo>
                    <a:pt x="10" y="5"/>
                    <a:pt x="9" y="7"/>
                    <a:pt x="8" y="9"/>
                  </a:cubicBezTo>
                  <a:cubicBezTo>
                    <a:pt x="8" y="5"/>
                    <a:pt x="7" y="0"/>
                    <a:pt x="3" y="0"/>
                  </a:cubicBezTo>
                  <a:cubicBezTo>
                    <a:pt x="1" y="3"/>
                    <a:pt x="1" y="7"/>
                    <a:pt x="0" y="11"/>
                  </a:cubicBezTo>
                </a:path>
              </a:pathLst>
            </a:custGeom>
            <a:noFill/>
            <a:ln w="9525" cap="flat">
              <a:solidFill>
                <a:srgbClr val="FDCA9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122" name="Freeform 999">
              <a:extLst>
                <a:ext uri="{FF2B5EF4-FFF2-40B4-BE49-F238E27FC236}">
                  <a16:creationId xmlns:a16="http://schemas.microsoft.com/office/drawing/2014/main" id="{583FC9D3-618A-4129-B3C9-0EAC1EE59E7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2" y="1680"/>
              <a:ext cx="29" cy="19"/>
            </a:xfrm>
            <a:custGeom>
              <a:avLst/>
              <a:gdLst>
                <a:gd name="T0" fmla="*/ 6 w 21"/>
                <a:gd name="T1" fmla="*/ 30 h 14"/>
                <a:gd name="T2" fmla="*/ 23 w 21"/>
                <a:gd name="T3" fmla="*/ 0 h 14"/>
                <a:gd name="T4" fmla="*/ 21 w 21"/>
                <a:gd name="T5" fmla="*/ 35 h 14"/>
                <a:gd name="T6" fmla="*/ 55 w 21"/>
                <a:gd name="T7" fmla="*/ 5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14">
                  <a:moveTo>
                    <a:pt x="2" y="12"/>
                  </a:moveTo>
                  <a:cubicBezTo>
                    <a:pt x="0" y="7"/>
                    <a:pt x="5" y="2"/>
                    <a:pt x="9" y="0"/>
                  </a:cubicBezTo>
                  <a:cubicBezTo>
                    <a:pt x="10" y="5"/>
                    <a:pt x="5" y="10"/>
                    <a:pt x="8" y="14"/>
                  </a:cubicBezTo>
                  <a:cubicBezTo>
                    <a:pt x="12" y="12"/>
                    <a:pt x="19" y="6"/>
                    <a:pt x="21" y="2"/>
                  </a:cubicBezTo>
                </a:path>
              </a:pathLst>
            </a:custGeom>
            <a:noFill/>
            <a:ln w="9525" cap="flat">
              <a:solidFill>
                <a:srgbClr val="FDCA9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123" name="Freeform 1000">
              <a:extLst>
                <a:ext uri="{FF2B5EF4-FFF2-40B4-BE49-F238E27FC236}">
                  <a16:creationId xmlns:a16="http://schemas.microsoft.com/office/drawing/2014/main" id="{097BDDE1-F0F6-4C75-B8D5-06CF9C30165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5" y="1710"/>
              <a:ext cx="11" cy="12"/>
            </a:xfrm>
            <a:custGeom>
              <a:avLst/>
              <a:gdLst>
                <a:gd name="T0" fmla="*/ 8 w 8"/>
                <a:gd name="T1" fmla="*/ 5 h 9"/>
                <a:gd name="T2" fmla="*/ 1 w 8"/>
                <a:gd name="T3" fmla="*/ 21 h 9"/>
                <a:gd name="T4" fmla="*/ 21 w 8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9">
                  <a:moveTo>
                    <a:pt x="3" y="2"/>
                  </a:moveTo>
                  <a:cubicBezTo>
                    <a:pt x="1" y="4"/>
                    <a:pt x="0" y="7"/>
                    <a:pt x="1" y="9"/>
                  </a:cubicBezTo>
                  <a:cubicBezTo>
                    <a:pt x="5" y="8"/>
                    <a:pt x="7" y="3"/>
                    <a:pt x="8" y="0"/>
                  </a:cubicBezTo>
                </a:path>
              </a:pathLst>
            </a:custGeom>
            <a:noFill/>
            <a:ln w="9525" cap="flat">
              <a:solidFill>
                <a:srgbClr val="FDCA9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124" name="Freeform 1001">
              <a:extLst>
                <a:ext uri="{FF2B5EF4-FFF2-40B4-BE49-F238E27FC236}">
                  <a16:creationId xmlns:a16="http://schemas.microsoft.com/office/drawing/2014/main" id="{79627787-5C33-4F3D-B881-A769B4EDCCD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1" y="1737"/>
              <a:ext cx="14" cy="17"/>
            </a:xfrm>
            <a:custGeom>
              <a:avLst/>
              <a:gdLst>
                <a:gd name="T0" fmla="*/ 11 w 10"/>
                <a:gd name="T1" fmla="*/ 0 h 13"/>
                <a:gd name="T2" fmla="*/ 8 w 10"/>
                <a:gd name="T3" fmla="*/ 29 h 13"/>
                <a:gd name="T4" fmla="*/ 28 w 10"/>
                <a:gd name="T5" fmla="*/ 5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3">
                  <a:moveTo>
                    <a:pt x="4" y="0"/>
                  </a:moveTo>
                  <a:cubicBezTo>
                    <a:pt x="0" y="3"/>
                    <a:pt x="0" y="10"/>
                    <a:pt x="3" y="13"/>
                  </a:cubicBezTo>
                  <a:cubicBezTo>
                    <a:pt x="7" y="11"/>
                    <a:pt x="9" y="6"/>
                    <a:pt x="10" y="2"/>
                  </a:cubicBezTo>
                </a:path>
              </a:pathLst>
            </a:custGeom>
            <a:noFill/>
            <a:ln w="9525" cap="flat">
              <a:solidFill>
                <a:srgbClr val="FDCA9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125" name="Freeform 1002">
              <a:extLst>
                <a:ext uri="{FF2B5EF4-FFF2-40B4-BE49-F238E27FC236}">
                  <a16:creationId xmlns:a16="http://schemas.microsoft.com/office/drawing/2014/main" id="{AC5AD51E-8AB3-4C89-95AB-F7DF1A01434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4" y="1761"/>
              <a:ext cx="11" cy="13"/>
            </a:xfrm>
            <a:custGeom>
              <a:avLst/>
              <a:gdLst>
                <a:gd name="T0" fmla="*/ 21 w 8"/>
                <a:gd name="T1" fmla="*/ 0 h 10"/>
                <a:gd name="T2" fmla="*/ 0 w 8"/>
                <a:gd name="T3" fmla="*/ 22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0">
                  <a:moveTo>
                    <a:pt x="8" y="0"/>
                  </a:moveTo>
                  <a:cubicBezTo>
                    <a:pt x="4" y="2"/>
                    <a:pt x="1" y="6"/>
                    <a:pt x="0" y="10"/>
                  </a:cubicBezTo>
                </a:path>
              </a:pathLst>
            </a:custGeom>
            <a:noFill/>
            <a:ln w="9525" cap="flat">
              <a:solidFill>
                <a:srgbClr val="FDCA9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126" name="Freeform 1003">
              <a:extLst>
                <a:ext uri="{FF2B5EF4-FFF2-40B4-BE49-F238E27FC236}">
                  <a16:creationId xmlns:a16="http://schemas.microsoft.com/office/drawing/2014/main" id="{E982C9B7-B8C3-41A5-A426-B665F02F25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6" y="1610"/>
              <a:ext cx="16" cy="16"/>
            </a:xfrm>
            <a:custGeom>
              <a:avLst/>
              <a:gdLst>
                <a:gd name="T0" fmla="*/ 7 w 12"/>
                <a:gd name="T1" fmla="*/ 0 h 12"/>
                <a:gd name="T2" fmla="*/ 28 w 12"/>
                <a:gd name="T3" fmla="*/ 15 h 12"/>
                <a:gd name="T4" fmla="*/ 0 w 12"/>
                <a:gd name="T5" fmla="*/ 15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2">
                  <a:moveTo>
                    <a:pt x="3" y="0"/>
                  </a:moveTo>
                  <a:cubicBezTo>
                    <a:pt x="2" y="0"/>
                    <a:pt x="10" y="3"/>
                    <a:pt x="12" y="6"/>
                  </a:cubicBezTo>
                  <a:cubicBezTo>
                    <a:pt x="9" y="12"/>
                    <a:pt x="4" y="10"/>
                    <a:pt x="0" y="6"/>
                  </a:cubicBezTo>
                </a:path>
              </a:pathLst>
            </a:custGeom>
            <a:noFill/>
            <a:ln w="9525" cap="flat">
              <a:solidFill>
                <a:srgbClr val="FDCA9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127" name="Freeform 1004">
              <a:extLst>
                <a:ext uri="{FF2B5EF4-FFF2-40B4-BE49-F238E27FC236}">
                  <a16:creationId xmlns:a16="http://schemas.microsoft.com/office/drawing/2014/main" id="{5F2E339E-EF11-49F0-BE98-70196A50CDD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5" y="1945"/>
              <a:ext cx="16" cy="14"/>
            </a:xfrm>
            <a:custGeom>
              <a:avLst/>
              <a:gdLst>
                <a:gd name="T0" fmla="*/ 0 w 12"/>
                <a:gd name="T1" fmla="*/ 25 h 10"/>
                <a:gd name="T2" fmla="*/ 28 w 12"/>
                <a:gd name="T3" fmla="*/ 21 h 10"/>
                <a:gd name="T4" fmla="*/ 15 w 12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0">
                  <a:moveTo>
                    <a:pt x="0" y="9"/>
                  </a:moveTo>
                  <a:cubicBezTo>
                    <a:pt x="4" y="10"/>
                    <a:pt x="8" y="10"/>
                    <a:pt x="12" y="8"/>
                  </a:cubicBezTo>
                  <a:cubicBezTo>
                    <a:pt x="11" y="5"/>
                    <a:pt x="9" y="2"/>
                    <a:pt x="6" y="0"/>
                  </a:cubicBezTo>
                </a:path>
              </a:pathLst>
            </a:custGeom>
            <a:noFill/>
            <a:ln w="9525" cap="flat">
              <a:solidFill>
                <a:srgbClr val="FDCA9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128" name="Freeform 1005">
              <a:extLst>
                <a:ext uri="{FF2B5EF4-FFF2-40B4-BE49-F238E27FC236}">
                  <a16:creationId xmlns:a16="http://schemas.microsoft.com/office/drawing/2014/main" id="{F90DDCD5-A70A-468B-81AC-E030C78D06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5" y="1896"/>
              <a:ext cx="19" cy="33"/>
            </a:xfrm>
            <a:custGeom>
              <a:avLst/>
              <a:gdLst>
                <a:gd name="T0" fmla="*/ 14 w 14"/>
                <a:gd name="T1" fmla="*/ 58 h 25"/>
                <a:gd name="T2" fmla="*/ 33 w 14"/>
                <a:gd name="T3" fmla="*/ 38 h 25"/>
                <a:gd name="T4" fmla="*/ 10 w 14"/>
                <a:gd name="T5" fmla="*/ 38 h 25"/>
                <a:gd name="T6" fmla="*/ 35 w 14"/>
                <a:gd name="T7" fmla="*/ 12 h 25"/>
                <a:gd name="T8" fmla="*/ 0 w 14"/>
                <a:gd name="T9" fmla="*/ 0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25">
                  <a:moveTo>
                    <a:pt x="5" y="25"/>
                  </a:moveTo>
                  <a:cubicBezTo>
                    <a:pt x="7" y="22"/>
                    <a:pt x="10" y="20"/>
                    <a:pt x="13" y="17"/>
                  </a:cubicBezTo>
                  <a:cubicBezTo>
                    <a:pt x="10" y="17"/>
                    <a:pt x="7" y="17"/>
                    <a:pt x="4" y="17"/>
                  </a:cubicBezTo>
                  <a:cubicBezTo>
                    <a:pt x="6" y="12"/>
                    <a:pt x="11" y="9"/>
                    <a:pt x="14" y="5"/>
                  </a:cubicBezTo>
                  <a:cubicBezTo>
                    <a:pt x="11" y="1"/>
                    <a:pt x="4" y="3"/>
                    <a:pt x="0" y="0"/>
                  </a:cubicBezTo>
                </a:path>
              </a:pathLst>
            </a:custGeom>
            <a:noFill/>
            <a:ln w="9525" cap="flat">
              <a:solidFill>
                <a:srgbClr val="FDCA9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129" name="Freeform 1006">
              <a:extLst>
                <a:ext uri="{FF2B5EF4-FFF2-40B4-BE49-F238E27FC236}">
                  <a16:creationId xmlns:a16="http://schemas.microsoft.com/office/drawing/2014/main" id="{7A78638C-EF84-4D46-BBBD-AA7568FFCE7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6" y="1776"/>
              <a:ext cx="19" cy="25"/>
            </a:xfrm>
            <a:custGeom>
              <a:avLst/>
              <a:gdLst>
                <a:gd name="T0" fmla="*/ 26 w 14"/>
                <a:gd name="T1" fmla="*/ 7 h 19"/>
                <a:gd name="T2" fmla="*/ 20 w 14"/>
                <a:gd name="T3" fmla="*/ 0 h 19"/>
                <a:gd name="T4" fmla="*/ 0 w 14"/>
                <a:gd name="T5" fmla="*/ 16 h 19"/>
                <a:gd name="T6" fmla="*/ 33 w 14"/>
                <a:gd name="T7" fmla="*/ 21 h 19"/>
                <a:gd name="T8" fmla="*/ 0 w 14"/>
                <a:gd name="T9" fmla="*/ 43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9">
                  <a:moveTo>
                    <a:pt x="10" y="3"/>
                  </a:moveTo>
                  <a:cubicBezTo>
                    <a:pt x="10" y="2"/>
                    <a:pt x="9" y="1"/>
                    <a:pt x="8" y="0"/>
                  </a:cubicBezTo>
                  <a:cubicBezTo>
                    <a:pt x="5" y="1"/>
                    <a:pt x="0" y="3"/>
                    <a:pt x="0" y="7"/>
                  </a:cubicBezTo>
                  <a:cubicBezTo>
                    <a:pt x="4" y="7"/>
                    <a:pt x="12" y="5"/>
                    <a:pt x="13" y="9"/>
                  </a:cubicBezTo>
                  <a:cubicBezTo>
                    <a:pt x="14" y="15"/>
                    <a:pt x="3" y="17"/>
                    <a:pt x="0" y="19"/>
                  </a:cubicBezTo>
                </a:path>
              </a:pathLst>
            </a:custGeom>
            <a:noFill/>
            <a:ln w="9525" cap="flat">
              <a:solidFill>
                <a:srgbClr val="FDCA9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130" name="Freeform 1007">
              <a:extLst>
                <a:ext uri="{FF2B5EF4-FFF2-40B4-BE49-F238E27FC236}">
                  <a16:creationId xmlns:a16="http://schemas.microsoft.com/office/drawing/2014/main" id="{CD83A3A3-6120-4460-AFA0-C9B20FB807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6" y="1780"/>
              <a:ext cx="14" cy="16"/>
            </a:xfrm>
            <a:custGeom>
              <a:avLst/>
              <a:gdLst>
                <a:gd name="T0" fmla="*/ 21 w 10"/>
                <a:gd name="T1" fmla="*/ 0 h 12"/>
                <a:gd name="T2" fmla="*/ 28 w 10"/>
                <a:gd name="T3" fmla="*/ 23 h 12"/>
                <a:gd name="T4" fmla="*/ 6 w 10"/>
                <a:gd name="T5" fmla="*/ 12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2">
                  <a:moveTo>
                    <a:pt x="8" y="0"/>
                  </a:moveTo>
                  <a:cubicBezTo>
                    <a:pt x="8" y="4"/>
                    <a:pt x="9" y="7"/>
                    <a:pt x="10" y="10"/>
                  </a:cubicBezTo>
                  <a:cubicBezTo>
                    <a:pt x="6" y="12"/>
                    <a:pt x="0" y="10"/>
                    <a:pt x="2" y="5"/>
                  </a:cubicBezTo>
                </a:path>
              </a:pathLst>
            </a:custGeom>
            <a:noFill/>
            <a:ln w="9525" cap="flat">
              <a:solidFill>
                <a:srgbClr val="FDCA9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131" name="Freeform 1008">
              <a:extLst>
                <a:ext uri="{FF2B5EF4-FFF2-40B4-BE49-F238E27FC236}">
                  <a16:creationId xmlns:a16="http://schemas.microsoft.com/office/drawing/2014/main" id="{3C2A5185-3AD3-4EB7-972C-0738E925B5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8" y="1756"/>
              <a:ext cx="10" cy="17"/>
            </a:xfrm>
            <a:custGeom>
              <a:avLst/>
              <a:gdLst>
                <a:gd name="T0" fmla="*/ 6 w 7"/>
                <a:gd name="T1" fmla="*/ 0 h 13"/>
                <a:gd name="T2" fmla="*/ 20 w 7"/>
                <a:gd name="T3" fmla="*/ 29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3">
                  <a:moveTo>
                    <a:pt x="2" y="0"/>
                  </a:moveTo>
                  <a:cubicBezTo>
                    <a:pt x="0" y="5"/>
                    <a:pt x="5" y="10"/>
                    <a:pt x="7" y="13"/>
                  </a:cubicBezTo>
                </a:path>
              </a:pathLst>
            </a:custGeom>
            <a:noFill/>
            <a:ln w="9525" cap="flat">
              <a:solidFill>
                <a:srgbClr val="FDCA9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132" name="Freeform 1009">
              <a:extLst>
                <a:ext uri="{FF2B5EF4-FFF2-40B4-BE49-F238E27FC236}">
                  <a16:creationId xmlns:a16="http://schemas.microsoft.com/office/drawing/2014/main" id="{5E7A2152-1825-4C3D-A1CE-82628787DFE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1" y="2289"/>
              <a:ext cx="25" cy="35"/>
            </a:xfrm>
            <a:custGeom>
              <a:avLst/>
              <a:gdLst>
                <a:gd name="T0" fmla="*/ 0 w 19"/>
                <a:gd name="T1" fmla="*/ 15 h 26"/>
                <a:gd name="T2" fmla="*/ 22 w 19"/>
                <a:gd name="T3" fmla="*/ 0 h 26"/>
                <a:gd name="T4" fmla="*/ 14 w 19"/>
                <a:gd name="T5" fmla="*/ 43 h 26"/>
                <a:gd name="T6" fmla="*/ 43 w 19"/>
                <a:gd name="T7" fmla="*/ 30 h 26"/>
                <a:gd name="T8" fmla="*/ 32 w 19"/>
                <a:gd name="T9" fmla="*/ 63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26">
                  <a:moveTo>
                    <a:pt x="0" y="6"/>
                  </a:moveTo>
                  <a:cubicBezTo>
                    <a:pt x="4" y="4"/>
                    <a:pt x="6" y="1"/>
                    <a:pt x="10" y="0"/>
                  </a:cubicBezTo>
                  <a:cubicBezTo>
                    <a:pt x="12" y="7"/>
                    <a:pt x="5" y="13"/>
                    <a:pt x="6" y="18"/>
                  </a:cubicBezTo>
                  <a:cubicBezTo>
                    <a:pt x="10" y="16"/>
                    <a:pt x="14" y="11"/>
                    <a:pt x="19" y="12"/>
                  </a:cubicBezTo>
                  <a:cubicBezTo>
                    <a:pt x="19" y="18"/>
                    <a:pt x="16" y="22"/>
                    <a:pt x="14" y="26"/>
                  </a:cubicBezTo>
                </a:path>
              </a:pathLst>
            </a:custGeom>
            <a:noFill/>
            <a:ln w="9525" cap="flat">
              <a:solidFill>
                <a:srgbClr val="FDCA9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133" name="Freeform 1010">
              <a:extLst>
                <a:ext uri="{FF2B5EF4-FFF2-40B4-BE49-F238E27FC236}">
                  <a16:creationId xmlns:a16="http://schemas.microsoft.com/office/drawing/2014/main" id="{1DE26D90-3820-4AA2-A1EB-6E360B4786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4" y="2357"/>
              <a:ext cx="27" cy="22"/>
            </a:xfrm>
            <a:custGeom>
              <a:avLst/>
              <a:gdLst>
                <a:gd name="T0" fmla="*/ 27 w 20"/>
                <a:gd name="T1" fmla="*/ 0 h 16"/>
                <a:gd name="T2" fmla="*/ 7 w 20"/>
                <a:gd name="T3" fmla="*/ 15 h 16"/>
                <a:gd name="T4" fmla="*/ 9 w 20"/>
                <a:gd name="T5" fmla="*/ 41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16">
                  <a:moveTo>
                    <a:pt x="11" y="0"/>
                  </a:moveTo>
                  <a:cubicBezTo>
                    <a:pt x="20" y="7"/>
                    <a:pt x="9" y="11"/>
                    <a:pt x="3" y="6"/>
                  </a:cubicBezTo>
                  <a:cubicBezTo>
                    <a:pt x="1" y="9"/>
                    <a:pt x="0" y="14"/>
                    <a:pt x="4" y="16"/>
                  </a:cubicBezTo>
                </a:path>
              </a:pathLst>
            </a:custGeom>
            <a:noFill/>
            <a:ln w="9525" cap="flat">
              <a:solidFill>
                <a:srgbClr val="FDCA9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134" name="Freeform 1011">
              <a:extLst>
                <a:ext uri="{FF2B5EF4-FFF2-40B4-BE49-F238E27FC236}">
                  <a16:creationId xmlns:a16="http://schemas.microsoft.com/office/drawing/2014/main" id="{2A77B66F-17C7-4140-816A-C4E4167359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2" y="3705"/>
              <a:ext cx="179" cy="109"/>
            </a:xfrm>
            <a:custGeom>
              <a:avLst/>
              <a:gdLst>
                <a:gd name="T0" fmla="*/ 327 w 132"/>
                <a:gd name="T1" fmla="*/ 40 h 81"/>
                <a:gd name="T2" fmla="*/ 226 w 132"/>
                <a:gd name="T3" fmla="*/ 148 h 81"/>
                <a:gd name="T4" fmla="*/ 20 w 132"/>
                <a:gd name="T5" fmla="*/ 51 h 81"/>
                <a:gd name="T6" fmla="*/ 1 w 132"/>
                <a:gd name="T7" fmla="*/ 0 h 81"/>
                <a:gd name="T8" fmla="*/ 1 w 132"/>
                <a:gd name="T9" fmla="*/ 1 h 81"/>
                <a:gd name="T10" fmla="*/ 16 w 132"/>
                <a:gd name="T11" fmla="*/ 85 h 81"/>
                <a:gd name="T12" fmla="*/ 172 w 132"/>
                <a:gd name="T13" fmla="*/ 190 h 81"/>
                <a:gd name="T14" fmla="*/ 315 w 132"/>
                <a:gd name="T15" fmla="*/ 132 h 81"/>
                <a:gd name="T16" fmla="*/ 327 w 132"/>
                <a:gd name="T17" fmla="*/ 40 h 8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2" h="81">
                  <a:moveTo>
                    <a:pt x="131" y="16"/>
                  </a:moveTo>
                  <a:cubicBezTo>
                    <a:pt x="131" y="33"/>
                    <a:pt x="122" y="54"/>
                    <a:pt x="91" y="61"/>
                  </a:cubicBezTo>
                  <a:cubicBezTo>
                    <a:pt x="49" y="70"/>
                    <a:pt x="16" y="34"/>
                    <a:pt x="8" y="21"/>
                  </a:cubicBezTo>
                  <a:cubicBezTo>
                    <a:pt x="4" y="14"/>
                    <a:pt x="2" y="7"/>
                    <a:pt x="1" y="0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5"/>
                    <a:pt x="4" y="28"/>
                    <a:pt x="7" y="35"/>
                  </a:cubicBezTo>
                  <a:cubicBezTo>
                    <a:pt x="12" y="46"/>
                    <a:pt x="34" y="74"/>
                    <a:pt x="69" y="78"/>
                  </a:cubicBezTo>
                  <a:cubicBezTo>
                    <a:pt x="96" y="81"/>
                    <a:pt x="119" y="68"/>
                    <a:pt x="126" y="54"/>
                  </a:cubicBezTo>
                  <a:cubicBezTo>
                    <a:pt x="132" y="41"/>
                    <a:pt x="131" y="27"/>
                    <a:pt x="131" y="16"/>
                  </a:cubicBezTo>
                  <a:close/>
                </a:path>
              </a:pathLst>
            </a:custGeom>
            <a:solidFill>
              <a:srgbClr val="3C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135" name="Freeform 1012">
              <a:extLst>
                <a:ext uri="{FF2B5EF4-FFF2-40B4-BE49-F238E27FC236}">
                  <a16:creationId xmlns:a16="http://schemas.microsoft.com/office/drawing/2014/main" id="{8590E93E-88A9-4DB5-9BA4-06FB63E6605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8" y="3648"/>
              <a:ext cx="182" cy="151"/>
            </a:xfrm>
            <a:custGeom>
              <a:avLst/>
              <a:gdLst>
                <a:gd name="T0" fmla="*/ 334 w 134"/>
                <a:gd name="T1" fmla="*/ 43 h 112"/>
                <a:gd name="T2" fmla="*/ 217 w 134"/>
                <a:gd name="T3" fmla="*/ 9 h 112"/>
                <a:gd name="T4" fmla="*/ 53 w 134"/>
                <a:gd name="T5" fmla="*/ 32 h 112"/>
                <a:gd name="T6" fmla="*/ 48 w 134"/>
                <a:gd name="T7" fmla="*/ 35 h 112"/>
                <a:gd name="T8" fmla="*/ 10 w 134"/>
                <a:gd name="T9" fmla="*/ 111 h 112"/>
                <a:gd name="T10" fmla="*/ 107 w 134"/>
                <a:gd name="T11" fmla="*/ 252 h 112"/>
                <a:gd name="T12" fmla="*/ 315 w 134"/>
                <a:gd name="T13" fmla="*/ 155 h 112"/>
                <a:gd name="T14" fmla="*/ 334 w 134"/>
                <a:gd name="T15" fmla="*/ 58 h 112"/>
                <a:gd name="T16" fmla="*/ 334 w 134"/>
                <a:gd name="T17" fmla="*/ 43 h 11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4" h="112">
                  <a:moveTo>
                    <a:pt x="133" y="18"/>
                  </a:moveTo>
                  <a:cubicBezTo>
                    <a:pt x="124" y="26"/>
                    <a:pt x="102" y="5"/>
                    <a:pt x="87" y="4"/>
                  </a:cubicBezTo>
                  <a:cubicBezTo>
                    <a:pt x="28" y="0"/>
                    <a:pt x="21" y="13"/>
                    <a:pt x="21" y="13"/>
                  </a:cubicBezTo>
                  <a:cubicBezTo>
                    <a:pt x="21" y="13"/>
                    <a:pt x="20" y="14"/>
                    <a:pt x="19" y="14"/>
                  </a:cubicBezTo>
                  <a:cubicBezTo>
                    <a:pt x="13" y="25"/>
                    <a:pt x="7" y="36"/>
                    <a:pt x="4" y="45"/>
                  </a:cubicBezTo>
                  <a:cubicBezTo>
                    <a:pt x="0" y="60"/>
                    <a:pt x="1" y="94"/>
                    <a:pt x="43" y="103"/>
                  </a:cubicBezTo>
                  <a:cubicBezTo>
                    <a:pt x="84" y="112"/>
                    <a:pt x="118" y="76"/>
                    <a:pt x="126" y="63"/>
                  </a:cubicBezTo>
                  <a:cubicBezTo>
                    <a:pt x="134" y="49"/>
                    <a:pt x="133" y="34"/>
                    <a:pt x="133" y="24"/>
                  </a:cubicBezTo>
                  <a:cubicBezTo>
                    <a:pt x="133" y="22"/>
                    <a:pt x="133" y="20"/>
                    <a:pt x="133" y="18"/>
                  </a:cubicBezTo>
                  <a:close/>
                </a:path>
              </a:pathLst>
            </a:custGeom>
            <a:solidFill>
              <a:srgbClr val="816D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136" name="Freeform 1013">
              <a:extLst>
                <a:ext uri="{FF2B5EF4-FFF2-40B4-BE49-F238E27FC236}">
                  <a16:creationId xmlns:a16="http://schemas.microsoft.com/office/drawing/2014/main" id="{B7789258-113E-4370-993F-B0F6289604E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9" y="3705"/>
              <a:ext cx="179" cy="109"/>
            </a:xfrm>
            <a:custGeom>
              <a:avLst/>
              <a:gdLst>
                <a:gd name="T0" fmla="*/ 5 w 132"/>
                <a:gd name="T1" fmla="*/ 40 h 81"/>
                <a:gd name="T2" fmla="*/ 104 w 132"/>
                <a:gd name="T3" fmla="*/ 148 h 81"/>
                <a:gd name="T4" fmla="*/ 313 w 132"/>
                <a:gd name="T5" fmla="*/ 51 h 81"/>
                <a:gd name="T6" fmla="*/ 327 w 132"/>
                <a:gd name="T7" fmla="*/ 0 h 81"/>
                <a:gd name="T8" fmla="*/ 327 w 132"/>
                <a:gd name="T9" fmla="*/ 1 h 81"/>
                <a:gd name="T10" fmla="*/ 313 w 132"/>
                <a:gd name="T11" fmla="*/ 85 h 81"/>
                <a:gd name="T12" fmla="*/ 156 w 132"/>
                <a:gd name="T13" fmla="*/ 190 h 81"/>
                <a:gd name="T14" fmla="*/ 16 w 132"/>
                <a:gd name="T15" fmla="*/ 132 h 81"/>
                <a:gd name="T16" fmla="*/ 5 w 132"/>
                <a:gd name="T17" fmla="*/ 40 h 8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2" h="81">
                  <a:moveTo>
                    <a:pt x="2" y="16"/>
                  </a:moveTo>
                  <a:cubicBezTo>
                    <a:pt x="2" y="33"/>
                    <a:pt x="10" y="54"/>
                    <a:pt x="42" y="61"/>
                  </a:cubicBezTo>
                  <a:cubicBezTo>
                    <a:pt x="83" y="70"/>
                    <a:pt x="117" y="34"/>
                    <a:pt x="125" y="21"/>
                  </a:cubicBezTo>
                  <a:cubicBezTo>
                    <a:pt x="129" y="14"/>
                    <a:pt x="131" y="7"/>
                    <a:pt x="131" y="0"/>
                  </a:cubicBezTo>
                  <a:cubicBezTo>
                    <a:pt x="131" y="1"/>
                    <a:pt x="131" y="1"/>
                    <a:pt x="131" y="1"/>
                  </a:cubicBezTo>
                  <a:cubicBezTo>
                    <a:pt x="132" y="5"/>
                    <a:pt x="129" y="28"/>
                    <a:pt x="125" y="35"/>
                  </a:cubicBezTo>
                  <a:cubicBezTo>
                    <a:pt x="121" y="46"/>
                    <a:pt x="99" y="74"/>
                    <a:pt x="63" y="78"/>
                  </a:cubicBezTo>
                  <a:cubicBezTo>
                    <a:pt x="36" y="81"/>
                    <a:pt x="13" y="68"/>
                    <a:pt x="7" y="54"/>
                  </a:cubicBezTo>
                  <a:cubicBezTo>
                    <a:pt x="0" y="41"/>
                    <a:pt x="1" y="27"/>
                    <a:pt x="2" y="16"/>
                  </a:cubicBezTo>
                  <a:close/>
                </a:path>
              </a:pathLst>
            </a:custGeom>
            <a:solidFill>
              <a:srgbClr val="3C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137" name="Freeform 1014">
              <a:extLst>
                <a:ext uri="{FF2B5EF4-FFF2-40B4-BE49-F238E27FC236}">
                  <a16:creationId xmlns:a16="http://schemas.microsoft.com/office/drawing/2014/main" id="{83BCA7AB-AF4B-487E-8581-EAAC4159C7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2" y="3640"/>
              <a:ext cx="181" cy="159"/>
            </a:xfrm>
            <a:custGeom>
              <a:avLst/>
              <a:gdLst>
                <a:gd name="T0" fmla="*/ 286 w 134"/>
                <a:gd name="T1" fmla="*/ 57 h 118"/>
                <a:gd name="T2" fmla="*/ 276 w 134"/>
                <a:gd name="T3" fmla="*/ 43 h 118"/>
                <a:gd name="T4" fmla="*/ 249 w 134"/>
                <a:gd name="T5" fmla="*/ 22 h 118"/>
                <a:gd name="T6" fmla="*/ 212 w 134"/>
                <a:gd name="T7" fmla="*/ 5 h 118"/>
                <a:gd name="T8" fmla="*/ 104 w 134"/>
                <a:gd name="T9" fmla="*/ 12 h 118"/>
                <a:gd name="T10" fmla="*/ 12 w 134"/>
                <a:gd name="T11" fmla="*/ 43 h 118"/>
                <a:gd name="T12" fmla="*/ 1 w 134"/>
                <a:gd name="T13" fmla="*/ 47 h 118"/>
                <a:gd name="T14" fmla="*/ 0 w 134"/>
                <a:gd name="T15" fmla="*/ 73 h 118"/>
                <a:gd name="T16" fmla="*/ 20 w 134"/>
                <a:gd name="T17" fmla="*/ 168 h 118"/>
                <a:gd name="T18" fmla="*/ 224 w 134"/>
                <a:gd name="T19" fmla="*/ 267 h 118"/>
                <a:gd name="T20" fmla="*/ 317 w 134"/>
                <a:gd name="T21" fmla="*/ 125 h 118"/>
                <a:gd name="T22" fmla="*/ 286 w 134"/>
                <a:gd name="T23" fmla="*/ 57 h 11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34" h="118">
                  <a:moveTo>
                    <a:pt x="116" y="23"/>
                  </a:moveTo>
                  <a:cubicBezTo>
                    <a:pt x="115" y="21"/>
                    <a:pt x="113" y="19"/>
                    <a:pt x="112" y="18"/>
                  </a:cubicBezTo>
                  <a:cubicBezTo>
                    <a:pt x="109" y="16"/>
                    <a:pt x="108" y="13"/>
                    <a:pt x="101" y="9"/>
                  </a:cubicBezTo>
                  <a:cubicBezTo>
                    <a:pt x="96" y="7"/>
                    <a:pt x="91" y="5"/>
                    <a:pt x="86" y="2"/>
                  </a:cubicBezTo>
                  <a:cubicBezTo>
                    <a:pt x="80" y="0"/>
                    <a:pt x="49" y="4"/>
                    <a:pt x="42" y="5"/>
                  </a:cubicBezTo>
                  <a:cubicBezTo>
                    <a:pt x="33" y="6"/>
                    <a:pt x="14" y="12"/>
                    <a:pt x="5" y="18"/>
                  </a:cubicBezTo>
                  <a:cubicBezTo>
                    <a:pt x="3" y="19"/>
                    <a:pt x="2" y="19"/>
                    <a:pt x="1" y="19"/>
                  </a:cubicBezTo>
                  <a:cubicBezTo>
                    <a:pt x="1" y="21"/>
                    <a:pt x="1" y="25"/>
                    <a:pt x="0" y="30"/>
                  </a:cubicBezTo>
                  <a:cubicBezTo>
                    <a:pt x="0" y="40"/>
                    <a:pt x="0" y="55"/>
                    <a:pt x="8" y="69"/>
                  </a:cubicBezTo>
                  <a:cubicBezTo>
                    <a:pt x="16" y="82"/>
                    <a:pt x="49" y="118"/>
                    <a:pt x="91" y="109"/>
                  </a:cubicBezTo>
                  <a:cubicBezTo>
                    <a:pt x="133" y="100"/>
                    <a:pt x="134" y="66"/>
                    <a:pt x="129" y="51"/>
                  </a:cubicBezTo>
                  <a:cubicBezTo>
                    <a:pt x="126" y="43"/>
                    <a:pt x="121" y="32"/>
                    <a:pt x="116" y="23"/>
                  </a:cubicBezTo>
                  <a:close/>
                </a:path>
              </a:pathLst>
            </a:custGeom>
            <a:solidFill>
              <a:srgbClr val="816D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138" name="Freeform 1015">
              <a:extLst>
                <a:ext uri="{FF2B5EF4-FFF2-40B4-BE49-F238E27FC236}">
                  <a16:creationId xmlns:a16="http://schemas.microsoft.com/office/drawing/2014/main" id="{5D5F6AC6-45B8-461A-9E01-24D54B1E840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2" y="3705"/>
              <a:ext cx="179" cy="109"/>
            </a:xfrm>
            <a:custGeom>
              <a:avLst/>
              <a:gdLst>
                <a:gd name="T0" fmla="*/ 327 w 132"/>
                <a:gd name="T1" fmla="*/ 40 h 81"/>
                <a:gd name="T2" fmla="*/ 226 w 132"/>
                <a:gd name="T3" fmla="*/ 148 h 81"/>
                <a:gd name="T4" fmla="*/ 20 w 132"/>
                <a:gd name="T5" fmla="*/ 51 h 81"/>
                <a:gd name="T6" fmla="*/ 1 w 132"/>
                <a:gd name="T7" fmla="*/ 0 h 81"/>
                <a:gd name="T8" fmla="*/ 1 w 132"/>
                <a:gd name="T9" fmla="*/ 1 h 81"/>
                <a:gd name="T10" fmla="*/ 16 w 132"/>
                <a:gd name="T11" fmla="*/ 85 h 81"/>
                <a:gd name="T12" fmla="*/ 172 w 132"/>
                <a:gd name="T13" fmla="*/ 190 h 81"/>
                <a:gd name="T14" fmla="*/ 315 w 132"/>
                <a:gd name="T15" fmla="*/ 132 h 81"/>
                <a:gd name="T16" fmla="*/ 327 w 132"/>
                <a:gd name="T17" fmla="*/ 40 h 8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2" h="81">
                  <a:moveTo>
                    <a:pt x="131" y="16"/>
                  </a:moveTo>
                  <a:cubicBezTo>
                    <a:pt x="131" y="33"/>
                    <a:pt x="122" y="54"/>
                    <a:pt x="91" y="61"/>
                  </a:cubicBezTo>
                  <a:cubicBezTo>
                    <a:pt x="49" y="70"/>
                    <a:pt x="16" y="34"/>
                    <a:pt x="8" y="21"/>
                  </a:cubicBezTo>
                  <a:cubicBezTo>
                    <a:pt x="4" y="14"/>
                    <a:pt x="2" y="7"/>
                    <a:pt x="1" y="0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5"/>
                    <a:pt x="4" y="28"/>
                    <a:pt x="7" y="35"/>
                  </a:cubicBezTo>
                  <a:cubicBezTo>
                    <a:pt x="12" y="46"/>
                    <a:pt x="34" y="74"/>
                    <a:pt x="69" y="78"/>
                  </a:cubicBezTo>
                  <a:cubicBezTo>
                    <a:pt x="96" y="81"/>
                    <a:pt x="119" y="68"/>
                    <a:pt x="126" y="54"/>
                  </a:cubicBezTo>
                  <a:cubicBezTo>
                    <a:pt x="132" y="41"/>
                    <a:pt x="131" y="27"/>
                    <a:pt x="131" y="16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139" name="Freeform 1016">
              <a:extLst>
                <a:ext uri="{FF2B5EF4-FFF2-40B4-BE49-F238E27FC236}">
                  <a16:creationId xmlns:a16="http://schemas.microsoft.com/office/drawing/2014/main" id="{ADB456D4-4C0C-4434-8B2E-5A31484205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8" y="3648"/>
              <a:ext cx="182" cy="151"/>
            </a:xfrm>
            <a:custGeom>
              <a:avLst/>
              <a:gdLst>
                <a:gd name="T0" fmla="*/ 334 w 134"/>
                <a:gd name="T1" fmla="*/ 43 h 112"/>
                <a:gd name="T2" fmla="*/ 217 w 134"/>
                <a:gd name="T3" fmla="*/ 9 h 112"/>
                <a:gd name="T4" fmla="*/ 53 w 134"/>
                <a:gd name="T5" fmla="*/ 32 h 112"/>
                <a:gd name="T6" fmla="*/ 48 w 134"/>
                <a:gd name="T7" fmla="*/ 35 h 112"/>
                <a:gd name="T8" fmla="*/ 10 w 134"/>
                <a:gd name="T9" fmla="*/ 111 h 112"/>
                <a:gd name="T10" fmla="*/ 107 w 134"/>
                <a:gd name="T11" fmla="*/ 252 h 112"/>
                <a:gd name="T12" fmla="*/ 315 w 134"/>
                <a:gd name="T13" fmla="*/ 155 h 112"/>
                <a:gd name="T14" fmla="*/ 334 w 134"/>
                <a:gd name="T15" fmla="*/ 58 h 112"/>
                <a:gd name="T16" fmla="*/ 334 w 134"/>
                <a:gd name="T17" fmla="*/ 43 h 11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4" h="112">
                  <a:moveTo>
                    <a:pt x="133" y="18"/>
                  </a:moveTo>
                  <a:cubicBezTo>
                    <a:pt x="124" y="26"/>
                    <a:pt x="102" y="5"/>
                    <a:pt x="87" y="4"/>
                  </a:cubicBezTo>
                  <a:cubicBezTo>
                    <a:pt x="28" y="0"/>
                    <a:pt x="21" y="13"/>
                    <a:pt x="21" y="13"/>
                  </a:cubicBezTo>
                  <a:cubicBezTo>
                    <a:pt x="21" y="13"/>
                    <a:pt x="20" y="14"/>
                    <a:pt x="19" y="14"/>
                  </a:cubicBezTo>
                  <a:cubicBezTo>
                    <a:pt x="13" y="25"/>
                    <a:pt x="7" y="36"/>
                    <a:pt x="4" y="45"/>
                  </a:cubicBezTo>
                  <a:cubicBezTo>
                    <a:pt x="0" y="60"/>
                    <a:pt x="1" y="94"/>
                    <a:pt x="43" y="103"/>
                  </a:cubicBezTo>
                  <a:cubicBezTo>
                    <a:pt x="84" y="112"/>
                    <a:pt x="118" y="76"/>
                    <a:pt x="126" y="63"/>
                  </a:cubicBezTo>
                  <a:cubicBezTo>
                    <a:pt x="134" y="49"/>
                    <a:pt x="133" y="34"/>
                    <a:pt x="133" y="24"/>
                  </a:cubicBezTo>
                  <a:cubicBezTo>
                    <a:pt x="133" y="22"/>
                    <a:pt x="133" y="20"/>
                    <a:pt x="133" y="18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140" name="Freeform 1017">
              <a:extLst>
                <a:ext uri="{FF2B5EF4-FFF2-40B4-BE49-F238E27FC236}">
                  <a16:creationId xmlns:a16="http://schemas.microsoft.com/office/drawing/2014/main" id="{07628DF9-52DB-4ADD-BEF9-F260621EBD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9" y="3705"/>
              <a:ext cx="179" cy="109"/>
            </a:xfrm>
            <a:custGeom>
              <a:avLst/>
              <a:gdLst>
                <a:gd name="T0" fmla="*/ 5 w 132"/>
                <a:gd name="T1" fmla="*/ 40 h 81"/>
                <a:gd name="T2" fmla="*/ 104 w 132"/>
                <a:gd name="T3" fmla="*/ 148 h 81"/>
                <a:gd name="T4" fmla="*/ 313 w 132"/>
                <a:gd name="T5" fmla="*/ 51 h 81"/>
                <a:gd name="T6" fmla="*/ 327 w 132"/>
                <a:gd name="T7" fmla="*/ 0 h 81"/>
                <a:gd name="T8" fmla="*/ 327 w 132"/>
                <a:gd name="T9" fmla="*/ 1 h 81"/>
                <a:gd name="T10" fmla="*/ 313 w 132"/>
                <a:gd name="T11" fmla="*/ 85 h 81"/>
                <a:gd name="T12" fmla="*/ 156 w 132"/>
                <a:gd name="T13" fmla="*/ 190 h 81"/>
                <a:gd name="T14" fmla="*/ 16 w 132"/>
                <a:gd name="T15" fmla="*/ 132 h 81"/>
                <a:gd name="T16" fmla="*/ 5 w 132"/>
                <a:gd name="T17" fmla="*/ 40 h 8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2" h="81">
                  <a:moveTo>
                    <a:pt x="2" y="16"/>
                  </a:moveTo>
                  <a:cubicBezTo>
                    <a:pt x="2" y="33"/>
                    <a:pt x="10" y="54"/>
                    <a:pt x="42" y="61"/>
                  </a:cubicBezTo>
                  <a:cubicBezTo>
                    <a:pt x="83" y="70"/>
                    <a:pt x="117" y="34"/>
                    <a:pt x="125" y="21"/>
                  </a:cubicBezTo>
                  <a:cubicBezTo>
                    <a:pt x="129" y="14"/>
                    <a:pt x="131" y="7"/>
                    <a:pt x="131" y="0"/>
                  </a:cubicBezTo>
                  <a:cubicBezTo>
                    <a:pt x="131" y="1"/>
                    <a:pt x="131" y="1"/>
                    <a:pt x="131" y="1"/>
                  </a:cubicBezTo>
                  <a:cubicBezTo>
                    <a:pt x="132" y="5"/>
                    <a:pt x="129" y="28"/>
                    <a:pt x="125" y="35"/>
                  </a:cubicBezTo>
                  <a:cubicBezTo>
                    <a:pt x="121" y="46"/>
                    <a:pt x="99" y="74"/>
                    <a:pt x="63" y="78"/>
                  </a:cubicBezTo>
                  <a:cubicBezTo>
                    <a:pt x="36" y="81"/>
                    <a:pt x="13" y="68"/>
                    <a:pt x="7" y="54"/>
                  </a:cubicBezTo>
                  <a:cubicBezTo>
                    <a:pt x="0" y="41"/>
                    <a:pt x="1" y="27"/>
                    <a:pt x="2" y="16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141" name="Freeform 1018">
              <a:extLst>
                <a:ext uri="{FF2B5EF4-FFF2-40B4-BE49-F238E27FC236}">
                  <a16:creationId xmlns:a16="http://schemas.microsoft.com/office/drawing/2014/main" id="{815E60F6-1125-40E7-A6A6-1D292AB2679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2" y="3640"/>
              <a:ext cx="181" cy="159"/>
            </a:xfrm>
            <a:custGeom>
              <a:avLst/>
              <a:gdLst>
                <a:gd name="T0" fmla="*/ 286 w 134"/>
                <a:gd name="T1" fmla="*/ 57 h 118"/>
                <a:gd name="T2" fmla="*/ 276 w 134"/>
                <a:gd name="T3" fmla="*/ 43 h 118"/>
                <a:gd name="T4" fmla="*/ 249 w 134"/>
                <a:gd name="T5" fmla="*/ 22 h 118"/>
                <a:gd name="T6" fmla="*/ 212 w 134"/>
                <a:gd name="T7" fmla="*/ 5 h 118"/>
                <a:gd name="T8" fmla="*/ 104 w 134"/>
                <a:gd name="T9" fmla="*/ 12 h 118"/>
                <a:gd name="T10" fmla="*/ 12 w 134"/>
                <a:gd name="T11" fmla="*/ 43 h 118"/>
                <a:gd name="T12" fmla="*/ 1 w 134"/>
                <a:gd name="T13" fmla="*/ 47 h 118"/>
                <a:gd name="T14" fmla="*/ 0 w 134"/>
                <a:gd name="T15" fmla="*/ 73 h 118"/>
                <a:gd name="T16" fmla="*/ 20 w 134"/>
                <a:gd name="T17" fmla="*/ 168 h 118"/>
                <a:gd name="T18" fmla="*/ 224 w 134"/>
                <a:gd name="T19" fmla="*/ 267 h 118"/>
                <a:gd name="T20" fmla="*/ 317 w 134"/>
                <a:gd name="T21" fmla="*/ 125 h 118"/>
                <a:gd name="T22" fmla="*/ 286 w 134"/>
                <a:gd name="T23" fmla="*/ 57 h 11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34" h="118">
                  <a:moveTo>
                    <a:pt x="116" y="23"/>
                  </a:moveTo>
                  <a:cubicBezTo>
                    <a:pt x="115" y="21"/>
                    <a:pt x="113" y="19"/>
                    <a:pt x="112" y="18"/>
                  </a:cubicBezTo>
                  <a:cubicBezTo>
                    <a:pt x="109" y="16"/>
                    <a:pt x="108" y="13"/>
                    <a:pt x="101" y="9"/>
                  </a:cubicBezTo>
                  <a:cubicBezTo>
                    <a:pt x="96" y="7"/>
                    <a:pt x="91" y="5"/>
                    <a:pt x="86" y="2"/>
                  </a:cubicBezTo>
                  <a:cubicBezTo>
                    <a:pt x="80" y="0"/>
                    <a:pt x="49" y="4"/>
                    <a:pt x="42" y="5"/>
                  </a:cubicBezTo>
                  <a:cubicBezTo>
                    <a:pt x="33" y="6"/>
                    <a:pt x="14" y="12"/>
                    <a:pt x="5" y="18"/>
                  </a:cubicBezTo>
                  <a:cubicBezTo>
                    <a:pt x="3" y="19"/>
                    <a:pt x="2" y="19"/>
                    <a:pt x="1" y="19"/>
                  </a:cubicBezTo>
                  <a:cubicBezTo>
                    <a:pt x="1" y="21"/>
                    <a:pt x="1" y="25"/>
                    <a:pt x="0" y="30"/>
                  </a:cubicBezTo>
                  <a:cubicBezTo>
                    <a:pt x="0" y="40"/>
                    <a:pt x="0" y="55"/>
                    <a:pt x="8" y="69"/>
                  </a:cubicBezTo>
                  <a:cubicBezTo>
                    <a:pt x="16" y="82"/>
                    <a:pt x="49" y="118"/>
                    <a:pt x="91" y="109"/>
                  </a:cubicBezTo>
                  <a:cubicBezTo>
                    <a:pt x="133" y="100"/>
                    <a:pt x="134" y="66"/>
                    <a:pt x="129" y="51"/>
                  </a:cubicBezTo>
                  <a:cubicBezTo>
                    <a:pt x="126" y="43"/>
                    <a:pt x="121" y="32"/>
                    <a:pt x="116" y="23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142" name="Freeform 1019">
              <a:extLst>
                <a:ext uri="{FF2B5EF4-FFF2-40B4-BE49-F238E27FC236}">
                  <a16:creationId xmlns:a16="http://schemas.microsoft.com/office/drawing/2014/main" id="{CFE5535F-25CA-4D11-9CCC-1C2BD3CB74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0" y="3663"/>
              <a:ext cx="60" cy="100"/>
            </a:xfrm>
            <a:custGeom>
              <a:avLst/>
              <a:gdLst>
                <a:gd name="T0" fmla="*/ 112 w 44"/>
                <a:gd name="T1" fmla="*/ 0 h 74"/>
                <a:gd name="T2" fmla="*/ 63 w 44"/>
                <a:gd name="T3" fmla="*/ 26 h 74"/>
                <a:gd name="T4" fmla="*/ 19 w 44"/>
                <a:gd name="T5" fmla="*/ 57 h 74"/>
                <a:gd name="T6" fmla="*/ 5 w 44"/>
                <a:gd name="T7" fmla="*/ 131 h 74"/>
                <a:gd name="T8" fmla="*/ 56 w 44"/>
                <a:gd name="T9" fmla="*/ 182 h 74"/>
                <a:gd name="T10" fmla="*/ 20 w 44"/>
                <a:gd name="T11" fmla="*/ 141 h 74"/>
                <a:gd name="T12" fmla="*/ 55 w 44"/>
                <a:gd name="T13" fmla="*/ 104 h 74"/>
                <a:gd name="T14" fmla="*/ 22 w 44"/>
                <a:gd name="T15" fmla="*/ 86 h 74"/>
                <a:gd name="T16" fmla="*/ 50 w 44"/>
                <a:gd name="T17" fmla="*/ 64 h 74"/>
                <a:gd name="T18" fmla="*/ 76 w 44"/>
                <a:gd name="T19" fmla="*/ 30 h 74"/>
                <a:gd name="T20" fmla="*/ 89 w 44"/>
                <a:gd name="T21" fmla="*/ 27 h 74"/>
                <a:gd name="T22" fmla="*/ 89 w 44"/>
                <a:gd name="T23" fmla="*/ 16 h 74"/>
                <a:gd name="T24" fmla="*/ 102 w 44"/>
                <a:gd name="T25" fmla="*/ 9 h 7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4" h="74">
                  <a:moveTo>
                    <a:pt x="44" y="0"/>
                  </a:moveTo>
                  <a:cubicBezTo>
                    <a:pt x="39" y="5"/>
                    <a:pt x="31" y="6"/>
                    <a:pt x="25" y="10"/>
                  </a:cubicBezTo>
                  <a:cubicBezTo>
                    <a:pt x="19" y="13"/>
                    <a:pt x="11" y="17"/>
                    <a:pt x="7" y="23"/>
                  </a:cubicBezTo>
                  <a:cubicBezTo>
                    <a:pt x="0" y="31"/>
                    <a:pt x="0" y="43"/>
                    <a:pt x="2" y="53"/>
                  </a:cubicBezTo>
                  <a:cubicBezTo>
                    <a:pt x="4" y="63"/>
                    <a:pt x="14" y="70"/>
                    <a:pt x="22" y="74"/>
                  </a:cubicBezTo>
                  <a:cubicBezTo>
                    <a:pt x="16" y="73"/>
                    <a:pt x="10" y="62"/>
                    <a:pt x="8" y="57"/>
                  </a:cubicBezTo>
                  <a:cubicBezTo>
                    <a:pt x="6" y="49"/>
                    <a:pt x="13" y="39"/>
                    <a:pt x="21" y="42"/>
                  </a:cubicBezTo>
                  <a:cubicBezTo>
                    <a:pt x="18" y="46"/>
                    <a:pt x="9" y="39"/>
                    <a:pt x="9" y="35"/>
                  </a:cubicBezTo>
                  <a:cubicBezTo>
                    <a:pt x="9" y="30"/>
                    <a:pt x="16" y="26"/>
                    <a:pt x="20" y="26"/>
                  </a:cubicBezTo>
                  <a:cubicBezTo>
                    <a:pt x="9" y="23"/>
                    <a:pt x="26" y="14"/>
                    <a:pt x="30" y="12"/>
                  </a:cubicBezTo>
                  <a:cubicBezTo>
                    <a:pt x="31" y="12"/>
                    <a:pt x="33" y="12"/>
                    <a:pt x="35" y="11"/>
                  </a:cubicBezTo>
                  <a:cubicBezTo>
                    <a:pt x="35" y="10"/>
                    <a:pt x="34" y="8"/>
                    <a:pt x="35" y="7"/>
                  </a:cubicBezTo>
                  <a:cubicBezTo>
                    <a:pt x="36" y="5"/>
                    <a:pt x="37" y="4"/>
                    <a:pt x="40" y="4"/>
                  </a:cubicBezTo>
                </a:path>
              </a:pathLst>
            </a:custGeom>
            <a:solidFill>
              <a:srgbClr val="CEC2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143" name="Freeform 1020">
              <a:extLst>
                <a:ext uri="{FF2B5EF4-FFF2-40B4-BE49-F238E27FC236}">
                  <a16:creationId xmlns:a16="http://schemas.microsoft.com/office/drawing/2014/main" id="{22D9E0E8-CCFF-44A6-BC70-AA16B465CD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7" y="3668"/>
              <a:ext cx="72" cy="96"/>
            </a:xfrm>
            <a:custGeom>
              <a:avLst/>
              <a:gdLst>
                <a:gd name="T0" fmla="*/ 65 w 53"/>
                <a:gd name="T1" fmla="*/ 0 h 71"/>
                <a:gd name="T2" fmla="*/ 10 w 53"/>
                <a:gd name="T3" fmla="*/ 35 h 71"/>
                <a:gd name="T4" fmla="*/ 19 w 53"/>
                <a:gd name="T5" fmla="*/ 104 h 71"/>
                <a:gd name="T6" fmla="*/ 57 w 53"/>
                <a:gd name="T7" fmla="*/ 146 h 71"/>
                <a:gd name="T8" fmla="*/ 98 w 53"/>
                <a:gd name="T9" fmla="*/ 162 h 71"/>
                <a:gd name="T10" fmla="*/ 133 w 53"/>
                <a:gd name="T11" fmla="*/ 176 h 71"/>
                <a:gd name="T12" fmla="*/ 99 w 53"/>
                <a:gd name="T13" fmla="*/ 134 h 71"/>
                <a:gd name="T14" fmla="*/ 62 w 53"/>
                <a:gd name="T15" fmla="*/ 84 h 71"/>
                <a:gd name="T16" fmla="*/ 30 w 53"/>
                <a:gd name="T17" fmla="*/ 43 h 71"/>
                <a:gd name="T18" fmla="*/ 53 w 53"/>
                <a:gd name="T19" fmla="*/ 9 h 7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3" h="71">
                  <a:moveTo>
                    <a:pt x="26" y="0"/>
                  </a:moveTo>
                  <a:cubicBezTo>
                    <a:pt x="18" y="3"/>
                    <a:pt x="8" y="6"/>
                    <a:pt x="4" y="14"/>
                  </a:cubicBezTo>
                  <a:cubicBezTo>
                    <a:pt x="0" y="22"/>
                    <a:pt x="4" y="34"/>
                    <a:pt x="7" y="42"/>
                  </a:cubicBezTo>
                  <a:cubicBezTo>
                    <a:pt x="10" y="48"/>
                    <a:pt x="17" y="55"/>
                    <a:pt x="23" y="59"/>
                  </a:cubicBezTo>
                  <a:cubicBezTo>
                    <a:pt x="28" y="62"/>
                    <a:pt x="33" y="64"/>
                    <a:pt x="39" y="66"/>
                  </a:cubicBezTo>
                  <a:cubicBezTo>
                    <a:pt x="43" y="68"/>
                    <a:pt x="49" y="68"/>
                    <a:pt x="53" y="71"/>
                  </a:cubicBezTo>
                  <a:cubicBezTo>
                    <a:pt x="45" y="70"/>
                    <a:pt x="27" y="59"/>
                    <a:pt x="40" y="54"/>
                  </a:cubicBezTo>
                  <a:cubicBezTo>
                    <a:pt x="30" y="54"/>
                    <a:pt x="11" y="44"/>
                    <a:pt x="25" y="34"/>
                  </a:cubicBezTo>
                  <a:cubicBezTo>
                    <a:pt x="14" y="37"/>
                    <a:pt x="12" y="26"/>
                    <a:pt x="12" y="18"/>
                  </a:cubicBezTo>
                  <a:cubicBezTo>
                    <a:pt x="12" y="11"/>
                    <a:pt x="15" y="9"/>
                    <a:pt x="21" y="4"/>
                  </a:cubicBezTo>
                </a:path>
              </a:pathLst>
            </a:custGeom>
            <a:solidFill>
              <a:srgbClr val="CEC2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144" name="Freeform 1021">
              <a:extLst>
                <a:ext uri="{FF2B5EF4-FFF2-40B4-BE49-F238E27FC236}">
                  <a16:creationId xmlns:a16="http://schemas.microsoft.com/office/drawing/2014/main" id="{AE7F7C2E-B6B5-4F94-93A1-5AA35166F6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2" y="3652"/>
              <a:ext cx="76" cy="116"/>
            </a:xfrm>
            <a:custGeom>
              <a:avLst/>
              <a:gdLst>
                <a:gd name="T0" fmla="*/ 124 w 56"/>
                <a:gd name="T1" fmla="*/ 89 h 86"/>
                <a:gd name="T2" fmla="*/ 68 w 56"/>
                <a:gd name="T3" fmla="*/ 210 h 86"/>
                <a:gd name="T4" fmla="*/ 105 w 56"/>
                <a:gd name="T5" fmla="*/ 129 h 86"/>
                <a:gd name="T6" fmla="*/ 79 w 56"/>
                <a:gd name="T7" fmla="*/ 66 h 86"/>
                <a:gd name="T8" fmla="*/ 88 w 56"/>
                <a:gd name="T9" fmla="*/ 32 h 86"/>
                <a:gd name="T10" fmla="*/ 0 w 56"/>
                <a:gd name="T11" fmla="*/ 0 h 86"/>
                <a:gd name="T12" fmla="*/ 99 w 56"/>
                <a:gd name="T13" fmla="*/ 35 h 86"/>
                <a:gd name="T14" fmla="*/ 130 w 56"/>
                <a:gd name="T15" fmla="*/ 120 h 8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6" h="86">
                  <a:moveTo>
                    <a:pt x="49" y="36"/>
                  </a:moveTo>
                  <a:cubicBezTo>
                    <a:pt x="56" y="59"/>
                    <a:pt x="50" y="75"/>
                    <a:pt x="27" y="86"/>
                  </a:cubicBezTo>
                  <a:cubicBezTo>
                    <a:pt x="38" y="78"/>
                    <a:pt x="41" y="66"/>
                    <a:pt x="42" y="53"/>
                  </a:cubicBezTo>
                  <a:cubicBezTo>
                    <a:pt x="43" y="44"/>
                    <a:pt x="43" y="31"/>
                    <a:pt x="32" y="27"/>
                  </a:cubicBezTo>
                  <a:cubicBezTo>
                    <a:pt x="40" y="26"/>
                    <a:pt x="41" y="16"/>
                    <a:pt x="35" y="13"/>
                  </a:cubicBezTo>
                  <a:cubicBezTo>
                    <a:pt x="27" y="7"/>
                    <a:pt x="9" y="7"/>
                    <a:pt x="0" y="0"/>
                  </a:cubicBezTo>
                  <a:cubicBezTo>
                    <a:pt x="10" y="2"/>
                    <a:pt x="35" y="7"/>
                    <a:pt x="40" y="14"/>
                  </a:cubicBezTo>
                  <a:cubicBezTo>
                    <a:pt x="47" y="23"/>
                    <a:pt x="51" y="38"/>
                    <a:pt x="52" y="49"/>
                  </a:cubicBezTo>
                </a:path>
              </a:pathLst>
            </a:custGeom>
            <a:solidFill>
              <a:srgbClr val="6E5B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145" name="Freeform 1022">
              <a:extLst>
                <a:ext uri="{FF2B5EF4-FFF2-40B4-BE49-F238E27FC236}">
                  <a16:creationId xmlns:a16="http://schemas.microsoft.com/office/drawing/2014/main" id="{D3995DAC-D5CF-4313-A72C-FE697D8486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8" y="3662"/>
              <a:ext cx="64" cy="110"/>
            </a:xfrm>
            <a:custGeom>
              <a:avLst/>
              <a:gdLst>
                <a:gd name="T0" fmla="*/ 0 w 47"/>
                <a:gd name="T1" fmla="*/ 199 h 82"/>
                <a:gd name="T2" fmla="*/ 41 w 47"/>
                <a:gd name="T3" fmla="*/ 170 h 82"/>
                <a:gd name="T4" fmla="*/ 78 w 47"/>
                <a:gd name="T5" fmla="*/ 141 h 82"/>
                <a:gd name="T6" fmla="*/ 113 w 47"/>
                <a:gd name="T7" fmla="*/ 85 h 82"/>
                <a:gd name="T8" fmla="*/ 118 w 47"/>
                <a:gd name="T9" fmla="*/ 48 h 82"/>
                <a:gd name="T10" fmla="*/ 103 w 47"/>
                <a:gd name="T11" fmla="*/ 23 h 82"/>
                <a:gd name="T12" fmla="*/ 72 w 47"/>
                <a:gd name="T13" fmla="*/ 12 h 82"/>
                <a:gd name="T14" fmla="*/ 57 w 47"/>
                <a:gd name="T15" fmla="*/ 1 h 82"/>
                <a:gd name="T16" fmla="*/ 41 w 47"/>
                <a:gd name="T17" fmla="*/ 0 h 82"/>
                <a:gd name="T18" fmla="*/ 97 w 47"/>
                <a:gd name="T19" fmla="*/ 46 h 82"/>
                <a:gd name="T20" fmla="*/ 61 w 47"/>
                <a:gd name="T21" fmla="*/ 97 h 82"/>
                <a:gd name="T22" fmla="*/ 71 w 47"/>
                <a:gd name="T23" fmla="*/ 111 h 82"/>
                <a:gd name="T24" fmla="*/ 56 w 47"/>
                <a:gd name="T25" fmla="*/ 135 h 82"/>
                <a:gd name="T26" fmla="*/ 48 w 47"/>
                <a:gd name="T27" fmla="*/ 141 h 82"/>
                <a:gd name="T28" fmla="*/ 48 w 47"/>
                <a:gd name="T29" fmla="*/ 149 h 82"/>
                <a:gd name="T30" fmla="*/ 34 w 47"/>
                <a:gd name="T31" fmla="*/ 169 h 8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47" h="82">
                  <a:moveTo>
                    <a:pt x="0" y="82"/>
                  </a:moveTo>
                  <a:cubicBezTo>
                    <a:pt x="5" y="80"/>
                    <a:pt x="11" y="74"/>
                    <a:pt x="16" y="71"/>
                  </a:cubicBezTo>
                  <a:cubicBezTo>
                    <a:pt x="22" y="68"/>
                    <a:pt x="27" y="63"/>
                    <a:pt x="31" y="58"/>
                  </a:cubicBezTo>
                  <a:cubicBezTo>
                    <a:pt x="38" y="51"/>
                    <a:pt x="44" y="45"/>
                    <a:pt x="45" y="35"/>
                  </a:cubicBezTo>
                  <a:cubicBezTo>
                    <a:pt x="46" y="30"/>
                    <a:pt x="47" y="25"/>
                    <a:pt x="47" y="20"/>
                  </a:cubicBezTo>
                  <a:cubicBezTo>
                    <a:pt x="47" y="14"/>
                    <a:pt x="46" y="12"/>
                    <a:pt x="41" y="10"/>
                  </a:cubicBezTo>
                  <a:cubicBezTo>
                    <a:pt x="37" y="8"/>
                    <a:pt x="33" y="7"/>
                    <a:pt x="29" y="5"/>
                  </a:cubicBezTo>
                  <a:cubicBezTo>
                    <a:pt x="27" y="4"/>
                    <a:pt x="25" y="2"/>
                    <a:pt x="23" y="1"/>
                  </a:cubicBezTo>
                  <a:cubicBezTo>
                    <a:pt x="21" y="1"/>
                    <a:pt x="18" y="1"/>
                    <a:pt x="16" y="0"/>
                  </a:cubicBezTo>
                  <a:cubicBezTo>
                    <a:pt x="22" y="7"/>
                    <a:pt x="36" y="9"/>
                    <a:pt x="38" y="19"/>
                  </a:cubicBezTo>
                  <a:cubicBezTo>
                    <a:pt x="41" y="29"/>
                    <a:pt x="33" y="37"/>
                    <a:pt x="24" y="40"/>
                  </a:cubicBezTo>
                  <a:cubicBezTo>
                    <a:pt x="26" y="42"/>
                    <a:pt x="28" y="43"/>
                    <a:pt x="28" y="46"/>
                  </a:cubicBezTo>
                  <a:cubicBezTo>
                    <a:pt x="28" y="51"/>
                    <a:pt x="24" y="53"/>
                    <a:pt x="22" y="56"/>
                  </a:cubicBezTo>
                  <a:cubicBezTo>
                    <a:pt x="21" y="57"/>
                    <a:pt x="20" y="57"/>
                    <a:pt x="19" y="58"/>
                  </a:cubicBezTo>
                  <a:cubicBezTo>
                    <a:pt x="19" y="58"/>
                    <a:pt x="19" y="61"/>
                    <a:pt x="19" y="62"/>
                  </a:cubicBezTo>
                  <a:cubicBezTo>
                    <a:pt x="18" y="65"/>
                    <a:pt x="15" y="68"/>
                    <a:pt x="13" y="70"/>
                  </a:cubicBezTo>
                </a:path>
              </a:pathLst>
            </a:custGeom>
            <a:solidFill>
              <a:srgbClr val="6E5B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146" name="Freeform 1023">
              <a:extLst>
                <a:ext uri="{FF2B5EF4-FFF2-40B4-BE49-F238E27FC236}">
                  <a16:creationId xmlns:a16="http://schemas.microsoft.com/office/drawing/2014/main" id="{80BCD973-8F1A-49FB-9627-41B11960B5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9" y="3632"/>
              <a:ext cx="171" cy="44"/>
            </a:xfrm>
            <a:custGeom>
              <a:avLst/>
              <a:gdLst>
                <a:gd name="T0" fmla="*/ 0 w 126"/>
                <a:gd name="T1" fmla="*/ 59 h 33"/>
                <a:gd name="T2" fmla="*/ 83 w 126"/>
                <a:gd name="T3" fmla="*/ 49 h 33"/>
                <a:gd name="T4" fmla="*/ 155 w 126"/>
                <a:gd name="T5" fmla="*/ 69 h 33"/>
                <a:gd name="T6" fmla="*/ 251 w 126"/>
                <a:gd name="T7" fmla="*/ 71 h 33"/>
                <a:gd name="T8" fmla="*/ 274 w 126"/>
                <a:gd name="T9" fmla="*/ 71 h 33"/>
                <a:gd name="T10" fmla="*/ 299 w 126"/>
                <a:gd name="T11" fmla="*/ 76 h 33"/>
                <a:gd name="T12" fmla="*/ 285 w 126"/>
                <a:gd name="T13" fmla="*/ 43 h 33"/>
                <a:gd name="T14" fmla="*/ 228 w 126"/>
                <a:gd name="T15" fmla="*/ 9 h 33"/>
                <a:gd name="T16" fmla="*/ 118 w 126"/>
                <a:gd name="T17" fmla="*/ 12 h 33"/>
                <a:gd name="T18" fmla="*/ 33 w 126"/>
                <a:gd name="T19" fmla="*/ 28 h 3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6" h="33">
                  <a:moveTo>
                    <a:pt x="0" y="25"/>
                  </a:moveTo>
                  <a:cubicBezTo>
                    <a:pt x="11" y="24"/>
                    <a:pt x="22" y="20"/>
                    <a:pt x="33" y="21"/>
                  </a:cubicBezTo>
                  <a:cubicBezTo>
                    <a:pt x="44" y="21"/>
                    <a:pt x="53" y="26"/>
                    <a:pt x="62" y="29"/>
                  </a:cubicBezTo>
                  <a:cubicBezTo>
                    <a:pt x="74" y="33"/>
                    <a:pt x="88" y="31"/>
                    <a:pt x="100" y="30"/>
                  </a:cubicBezTo>
                  <a:cubicBezTo>
                    <a:pt x="104" y="30"/>
                    <a:pt x="107" y="30"/>
                    <a:pt x="110" y="30"/>
                  </a:cubicBezTo>
                  <a:cubicBezTo>
                    <a:pt x="112" y="30"/>
                    <a:pt x="117" y="32"/>
                    <a:pt x="119" y="32"/>
                  </a:cubicBezTo>
                  <a:cubicBezTo>
                    <a:pt x="126" y="31"/>
                    <a:pt x="117" y="21"/>
                    <a:pt x="114" y="18"/>
                  </a:cubicBezTo>
                  <a:cubicBezTo>
                    <a:pt x="107" y="13"/>
                    <a:pt x="99" y="7"/>
                    <a:pt x="91" y="4"/>
                  </a:cubicBezTo>
                  <a:cubicBezTo>
                    <a:pt x="77" y="0"/>
                    <a:pt x="61" y="3"/>
                    <a:pt x="47" y="5"/>
                  </a:cubicBezTo>
                  <a:cubicBezTo>
                    <a:pt x="35" y="7"/>
                    <a:pt x="22" y="6"/>
                    <a:pt x="13" y="12"/>
                  </a:cubicBezTo>
                </a:path>
              </a:pathLst>
            </a:custGeom>
            <a:solidFill>
              <a:srgbClr val="A8D6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147" name="Freeform 1024">
              <a:extLst>
                <a:ext uri="{FF2B5EF4-FFF2-40B4-BE49-F238E27FC236}">
                  <a16:creationId xmlns:a16="http://schemas.microsoft.com/office/drawing/2014/main" id="{BD2F5BB4-EFD8-490D-A2D0-9B4FD2BE43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0" y="3640"/>
              <a:ext cx="147" cy="32"/>
            </a:xfrm>
            <a:custGeom>
              <a:avLst/>
              <a:gdLst>
                <a:gd name="T0" fmla="*/ 0 w 109"/>
                <a:gd name="T1" fmla="*/ 52 h 24"/>
                <a:gd name="T2" fmla="*/ 90 w 109"/>
                <a:gd name="T3" fmla="*/ 31 h 24"/>
                <a:gd name="T4" fmla="*/ 152 w 109"/>
                <a:gd name="T5" fmla="*/ 36 h 24"/>
                <a:gd name="T6" fmla="*/ 205 w 109"/>
                <a:gd name="T7" fmla="*/ 48 h 24"/>
                <a:gd name="T8" fmla="*/ 267 w 109"/>
                <a:gd name="T9" fmla="*/ 57 h 24"/>
                <a:gd name="T10" fmla="*/ 135 w 109"/>
                <a:gd name="T11" fmla="*/ 7 h 24"/>
                <a:gd name="T12" fmla="*/ 5 w 109"/>
                <a:gd name="T13" fmla="*/ 27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9" h="24">
                  <a:moveTo>
                    <a:pt x="0" y="22"/>
                  </a:moveTo>
                  <a:cubicBezTo>
                    <a:pt x="8" y="14"/>
                    <a:pt x="27" y="14"/>
                    <a:pt x="37" y="13"/>
                  </a:cubicBezTo>
                  <a:cubicBezTo>
                    <a:pt x="45" y="13"/>
                    <a:pt x="54" y="13"/>
                    <a:pt x="62" y="15"/>
                  </a:cubicBezTo>
                  <a:cubicBezTo>
                    <a:pt x="70" y="17"/>
                    <a:pt x="75" y="21"/>
                    <a:pt x="84" y="20"/>
                  </a:cubicBezTo>
                  <a:cubicBezTo>
                    <a:pt x="93" y="20"/>
                    <a:pt x="101" y="24"/>
                    <a:pt x="109" y="24"/>
                  </a:cubicBezTo>
                  <a:cubicBezTo>
                    <a:pt x="98" y="8"/>
                    <a:pt x="73" y="3"/>
                    <a:pt x="55" y="3"/>
                  </a:cubicBezTo>
                  <a:cubicBezTo>
                    <a:pt x="40" y="3"/>
                    <a:pt x="14" y="0"/>
                    <a:pt x="2" y="11"/>
                  </a:cubicBezTo>
                </a:path>
              </a:pathLst>
            </a:custGeom>
            <a:solidFill>
              <a:srgbClr val="A8D6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148" name="Freeform 1025">
              <a:extLst>
                <a:ext uri="{FF2B5EF4-FFF2-40B4-BE49-F238E27FC236}">
                  <a16:creationId xmlns:a16="http://schemas.microsoft.com/office/drawing/2014/main" id="{75E012DF-6CDF-4133-B274-19E0CCB3B34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9" y="3659"/>
              <a:ext cx="164" cy="17"/>
            </a:xfrm>
            <a:custGeom>
              <a:avLst/>
              <a:gdLst>
                <a:gd name="T0" fmla="*/ 0 w 121"/>
                <a:gd name="T1" fmla="*/ 12 h 13"/>
                <a:gd name="T2" fmla="*/ 83 w 121"/>
                <a:gd name="T3" fmla="*/ 1 h 13"/>
                <a:gd name="T4" fmla="*/ 155 w 121"/>
                <a:gd name="T5" fmla="*/ 21 h 13"/>
                <a:gd name="T6" fmla="*/ 249 w 121"/>
                <a:gd name="T7" fmla="*/ 22 h 13"/>
                <a:gd name="T8" fmla="*/ 274 w 121"/>
                <a:gd name="T9" fmla="*/ 22 h 13"/>
                <a:gd name="T10" fmla="*/ 295 w 121"/>
                <a:gd name="T11" fmla="*/ 27 h 13"/>
                <a:gd name="T12" fmla="*/ 301 w 121"/>
                <a:gd name="T13" fmla="*/ 24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1" h="13">
                  <a:moveTo>
                    <a:pt x="0" y="5"/>
                  </a:moveTo>
                  <a:cubicBezTo>
                    <a:pt x="11" y="4"/>
                    <a:pt x="22" y="0"/>
                    <a:pt x="33" y="1"/>
                  </a:cubicBezTo>
                  <a:cubicBezTo>
                    <a:pt x="44" y="1"/>
                    <a:pt x="53" y="6"/>
                    <a:pt x="62" y="9"/>
                  </a:cubicBezTo>
                  <a:cubicBezTo>
                    <a:pt x="74" y="13"/>
                    <a:pt x="88" y="11"/>
                    <a:pt x="100" y="10"/>
                  </a:cubicBezTo>
                  <a:cubicBezTo>
                    <a:pt x="104" y="10"/>
                    <a:pt x="107" y="10"/>
                    <a:pt x="110" y="10"/>
                  </a:cubicBezTo>
                  <a:cubicBezTo>
                    <a:pt x="112" y="10"/>
                    <a:pt x="117" y="12"/>
                    <a:pt x="119" y="12"/>
                  </a:cubicBezTo>
                  <a:cubicBezTo>
                    <a:pt x="120" y="12"/>
                    <a:pt x="120" y="11"/>
                    <a:pt x="121" y="11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5149" name="Freeform 1026">
              <a:extLst>
                <a:ext uri="{FF2B5EF4-FFF2-40B4-BE49-F238E27FC236}">
                  <a16:creationId xmlns:a16="http://schemas.microsoft.com/office/drawing/2014/main" id="{5A2CDF83-17A0-4B95-9C72-FDA3EA8FE1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0" y="3658"/>
              <a:ext cx="141" cy="14"/>
            </a:xfrm>
            <a:custGeom>
              <a:avLst/>
              <a:gdLst>
                <a:gd name="T0" fmla="*/ 0 w 104"/>
                <a:gd name="T1" fmla="*/ 18 h 11"/>
                <a:gd name="T2" fmla="*/ 92 w 104"/>
                <a:gd name="T3" fmla="*/ 0 h 11"/>
                <a:gd name="T4" fmla="*/ 155 w 104"/>
                <a:gd name="T5" fmla="*/ 5 h 11"/>
                <a:gd name="T6" fmla="*/ 210 w 104"/>
                <a:gd name="T7" fmla="*/ 14 h 11"/>
                <a:gd name="T8" fmla="*/ 259 w 104"/>
                <a:gd name="T9" fmla="*/ 23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4" h="11">
                  <a:moveTo>
                    <a:pt x="0" y="9"/>
                  </a:moveTo>
                  <a:cubicBezTo>
                    <a:pt x="8" y="1"/>
                    <a:pt x="27" y="1"/>
                    <a:pt x="37" y="0"/>
                  </a:cubicBezTo>
                  <a:cubicBezTo>
                    <a:pt x="45" y="0"/>
                    <a:pt x="54" y="0"/>
                    <a:pt x="62" y="2"/>
                  </a:cubicBezTo>
                  <a:cubicBezTo>
                    <a:pt x="70" y="4"/>
                    <a:pt x="75" y="8"/>
                    <a:pt x="84" y="7"/>
                  </a:cubicBezTo>
                  <a:cubicBezTo>
                    <a:pt x="91" y="7"/>
                    <a:pt x="98" y="10"/>
                    <a:pt x="104" y="11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</p:grpSp>
    </p:spTree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746" name="Rectangle 2">
            <a:extLst>
              <a:ext uri="{FF2B5EF4-FFF2-40B4-BE49-F238E27FC236}">
                <a16:creationId xmlns:a16="http://schemas.microsoft.com/office/drawing/2014/main" id="{C83B880B-98A2-43EB-A17E-60CF4D7F1C12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Obesity (1)</a:t>
            </a:r>
          </a:p>
        </p:txBody>
      </p:sp>
      <p:grpSp>
        <p:nvGrpSpPr>
          <p:cNvPr id="46082" name="obese-female-full-body-illustration">
            <a:extLst>
              <a:ext uri="{FF2B5EF4-FFF2-40B4-BE49-F238E27FC236}">
                <a16:creationId xmlns:a16="http://schemas.microsoft.com/office/drawing/2014/main" id="{EC11DC9D-8662-480B-92B3-C41B86073DB0}"/>
              </a:ext>
            </a:extLst>
          </p:cNvPr>
          <p:cNvGrpSpPr>
            <a:grpSpLocks/>
          </p:cNvGrpSpPr>
          <p:nvPr/>
        </p:nvGrpSpPr>
        <p:grpSpPr bwMode="auto">
          <a:xfrm>
            <a:off x="6688138" y="1335088"/>
            <a:ext cx="2894012" cy="5126037"/>
            <a:chOff x="3253" y="813"/>
            <a:chExt cx="1823" cy="3229"/>
          </a:xfrm>
        </p:grpSpPr>
        <p:grpSp>
          <p:nvGrpSpPr>
            <p:cNvPr id="46481" name="Group 4">
              <a:extLst>
                <a:ext uri="{FF2B5EF4-FFF2-40B4-BE49-F238E27FC236}">
                  <a16:creationId xmlns:a16="http://schemas.microsoft.com/office/drawing/2014/main" id="{EE9CD540-ADAC-48BE-82EA-EBE005CBC84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253" y="813"/>
              <a:ext cx="1823" cy="3229"/>
              <a:chOff x="3253" y="813"/>
              <a:chExt cx="1823" cy="3229"/>
            </a:xfrm>
          </p:grpSpPr>
          <p:sp>
            <p:nvSpPr>
              <p:cNvPr id="46703" name="Freeform 5">
                <a:extLst>
                  <a:ext uri="{FF2B5EF4-FFF2-40B4-BE49-F238E27FC236}">
                    <a16:creationId xmlns:a16="http://schemas.microsoft.com/office/drawing/2014/main" id="{61655741-8486-4374-BDB9-91D30924D1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6" y="813"/>
                <a:ext cx="508" cy="399"/>
              </a:xfrm>
              <a:custGeom>
                <a:avLst/>
                <a:gdLst>
                  <a:gd name="T0" fmla="*/ 468 w 475"/>
                  <a:gd name="T1" fmla="*/ 454 h 374"/>
                  <a:gd name="T2" fmla="*/ 476 w 475"/>
                  <a:gd name="T3" fmla="*/ 448 h 374"/>
                  <a:gd name="T4" fmla="*/ 489 w 475"/>
                  <a:gd name="T5" fmla="*/ 450 h 374"/>
                  <a:gd name="T6" fmla="*/ 509 w 475"/>
                  <a:gd name="T7" fmla="*/ 444 h 374"/>
                  <a:gd name="T8" fmla="*/ 545 w 475"/>
                  <a:gd name="T9" fmla="*/ 426 h 374"/>
                  <a:gd name="T10" fmla="*/ 526 w 475"/>
                  <a:gd name="T11" fmla="*/ 399 h 374"/>
                  <a:gd name="T12" fmla="*/ 540 w 475"/>
                  <a:gd name="T13" fmla="*/ 395 h 374"/>
                  <a:gd name="T14" fmla="*/ 536 w 475"/>
                  <a:gd name="T15" fmla="*/ 384 h 374"/>
                  <a:gd name="T16" fmla="*/ 517 w 475"/>
                  <a:gd name="T17" fmla="*/ 348 h 374"/>
                  <a:gd name="T18" fmla="*/ 522 w 475"/>
                  <a:gd name="T19" fmla="*/ 330 h 374"/>
                  <a:gd name="T20" fmla="*/ 543 w 475"/>
                  <a:gd name="T21" fmla="*/ 339 h 374"/>
                  <a:gd name="T22" fmla="*/ 570 w 475"/>
                  <a:gd name="T23" fmla="*/ 334 h 374"/>
                  <a:gd name="T24" fmla="*/ 551 w 475"/>
                  <a:gd name="T25" fmla="*/ 307 h 374"/>
                  <a:gd name="T26" fmla="*/ 557 w 475"/>
                  <a:gd name="T27" fmla="*/ 301 h 374"/>
                  <a:gd name="T28" fmla="*/ 549 w 475"/>
                  <a:gd name="T29" fmla="*/ 291 h 374"/>
                  <a:gd name="T30" fmla="*/ 563 w 475"/>
                  <a:gd name="T31" fmla="*/ 291 h 374"/>
                  <a:gd name="T32" fmla="*/ 524 w 475"/>
                  <a:gd name="T33" fmla="*/ 255 h 374"/>
                  <a:gd name="T34" fmla="*/ 541 w 475"/>
                  <a:gd name="T35" fmla="*/ 248 h 374"/>
                  <a:gd name="T36" fmla="*/ 528 w 475"/>
                  <a:gd name="T37" fmla="*/ 233 h 374"/>
                  <a:gd name="T38" fmla="*/ 532 w 475"/>
                  <a:gd name="T39" fmla="*/ 219 h 374"/>
                  <a:gd name="T40" fmla="*/ 474 w 475"/>
                  <a:gd name="T41" fmla="*/ 108 h 374"/>
                  <a:gd name="T42" fmla="*/ 417 w 475"/>
                  <a:gd name="T43" fmla="*/ 45 h 374"/>
                  <a:gd name="T44" fmla="*/ 315 w 475"/>
                  <a:gd name="T45" fmla="*/ 16 h 374"/>
                  <a:gd name="T46" fmla="*/ 188 w 475"/>
                  <a:gd name="T47" fmla="*/ 29 h 374"/>
                  <a:gd name="T48" fmla="*/ 172 w 475"/>
                  <a:gd name="T49" fmla="*/ 41 h 374"/>
                  <a:gd name="T50" fmla="*/ 110 w 475"/>
                  <a:gd name="T51" fmla="*/ 69 h 374"/>
                  <a:gd name="T52" fmla="*/ 109 w 475"/>
                  <a:gd name="T53" fmla="*/ 92 h 374"/>
                  <a:gd name="T54" fmla="*/ 39 w 475"/>
                  <a:gd name="T55" fmla="*/ 205 h 374"/>
                  <a:gd name="T56" fmla="*/ 35 w 475"/>
                  <a:gd name="T57" fmla="*/ 235 h 374"/>
                  <a:gd name="T58" fmla="*/ 26 w 475"/>
                  <a:gd name="T59" fmla="*/ 270 h 374"/>
                  <a:gd name="T60" fmla="*/ 36 w 475"/>
                  <a:gd name="T61" fmla="*/ 285 h 374"/>
                  <a:gd name="T62" fmla="*/ 11 w 475"/>
                  <a:gd name="T63" fmla="*/ 367 h 374"/>
                  <a:gd name="T64" fmla="*/ 33 w 475"/>
                  <a:gd name="T65" fmla="*/ 362 h 374"/>
                  <a:gd name="T66" fmla="*/ 36 w 475"/>
                  <a:gd name="T67" fmla="*/ 369 h 374"/>
                  <a:gd name="T68" fmla="*/ 43 w 475"/>
                  <a:gd name="T69" fmla="*/ 392 h 374"/>
                  <a:gd name="T70" fmla="*/ 59 w 475"/>
                  <a:gd name="T71" fmla="*/ 384 h 374"/>
                  <a:gd name="T72" fmla="*/ 72 w 475"/>
                  <a:gd name="T73" fmla="*/ 402 h 374"/>
                  <a:gd name="T74" fmla="*/ 84 w 475"/>
                  <a:gd name="T75" fmla="*/ 413 h 374"/>
                  <a:gd name="T76" fmla="*/ 94 w 475"/>
                  <a:gd name="T77" fmla="*/ 418 h 374"/>
                  <a:gd name="T78" fmla="*/ 98 w 475"/>
                  <a:gd name="T79" fmla="*/ 426 h 374"/>
                  <a:gd name="T80" fmla="*/ 467 w 475"/>
                  <a:gd name="T81" fmla="*/ 452 h 374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475" h="374">
                    <a:moveTo>
                      <a:pt x="382" y="372"/>
                    </a:moveTo>
                    <a:cubicBezTo>
                      <a:pt x="383" y="373"/>
                      <a:pt x="382" y="374"/>
                      <a:pt x="383" y="374"/>
                    </a:cubicBezTo>
                    <a:cubicBezTo>
                      <a:pt x="386" y="369"/>
                      <a:pt x="386" y="362"/>
                      <a:pt x="387" y="356"/>
                    </a:cubicBezTo>
                    <a:cubicBezTo>
                      <a:pt x="387" y="360"/>
                      <a:pt x="388" y="365"/>
                      <a:pt x="389" y="369"/>
                    </a:cubicBezTo>
                    <a:cubicBezTo>
                      <a:pt x="390" y="363"/>
                      <a:pt x="389" y="355"/>
                      <a:pt x="391" y="349"/>
                    </a:cubicBezTo>
                    <a:cubicBezTo>
                      <a:pt x="396" y="354"/>
                      <a:pt x="396" y="364"/>
                      <a:pt x="399" y="371"/>
                    </a:cubicBezTo>
                    <a:cubicBezTo>
                      <a:pt x="397" y="360"/>
                      <a:pt x="396" y="348"/>
                      <a:pt x="394" y="337"/>
                    </a:cubicBezTo>
                    <a:cubicBezTo>
                      <a:pt x="399" y="351"/>
                      <a:pt x="405" y="356"/>
                      <a:pt x="416" y="366"/>
                    </a:cubicBezTo>
                    <a:cubicBezTo>
                      <a:pt x="409" y="353"/>
                      <a:pt x="404" y="335"/>
                      <a:pt x="405" y="321"/>
                    </a:cubicBezTo>
                    <a:cubicBezTo>
                      <a:pt x="413" y="338"/>
                      <a:pt x="428" y="346"/>
                      <a:pt x="446" y="351"/>
                    </a:cubicBezTo>
                    <a:cubicBezTo>
                      <a:pt x="431" y="348"/>
                      <a:pt x="424" y="330"/>
                      <a:pt x="418" y="318"/>
                    </a:cubicBezTo>
                    <a:cubicBezTo>
                      <a:pt x="423" y="321"/>
                      <a:pt x="426" y="326"/>
                      <a:pt x="430" y="329"/>
                    </a:cubicBezTo>
                    <a:cubicBezTo>
                      <a:pt x="436" y="332"/>
                      <a:pt x="445" y="335"/>
                      <a:pt x="452" y="336"/>
                    </a:cubicBezTo>
                    <a:cubicBezTo>
                      <a:pt x="449" y="332"/>
                      <a:pt x="445" y="328"/>
                      <a:pt x="441" y="325"/>
                    </a:cubicBezTo>
                    <a:cubicBezTo>
                      <a:pt x="444" y="327"/>
                      <a:pt x="447" y="330"/>
                      <a:pt x="449" y="331"/>
                    </a:cubicBezTo>
                    <a:cubicBezTo>
                      <a:pt x="446" y="326"/>
                      <a:pt x="441" y="321"/>
                      <a:pt x="438" y="316"/>
                    </a:cubicBezTo>
                    <a:cubicBezTo>
                      <a:pt x="445" y="320"/>
                      <a:pt x="451" y="324"/>
                      <a:pt x="458" y="327"/>
                    </a:cubicBezTo>
                    <a:cubicBezTo>
                      <a:pt x="444" y="319"/>
                      <a:pt x="424" y="305"/>
                      <a:pt x="423" y="287"/>
                    </a:cubicBezTo>
                    <a:cubicBezTo>
                      <a:pt x="436" y="297"/>
                      <a:pt x="450" y="314"/>
                      <a:pt x="468" y="318"/>
                    </a:cubicBezTo>
                    <a:cubicBezTo>
                      <a:pt x="457" y="310"/>
                      <a:pt x="419" y="289"/>
                      <a:pt x="426" y="272"/>
                    </a:cubicBezTo>
                    <a:cubicBezTo>
                      <a:pt x="437" y="291"/>
                      <a:pt x="456" y="295"/>
                      <a:pt x="475" y="303"/>
                    </a:cubicBezTo>
                    <a:cubicBezTo>
                      <a:pt x="463" y="298"/>
                      <a:pt x="453" y="288"/>
                      <a:pt x="444" y="279"/>
                    </a:cubicBezTo>
                    <a:cubicBezTo>
                      <a:pt x="437" y="271"/>
                      <a:pt x="425" y="261"/>
                      <a:pt x="423" y="250"/>
                    </a:cubicBezTo>
                    <a:cubicBezTo>
                      <a:pt x="434" y="262"/>
                      <a:pt x="450" y="271"/>
                      <a:pt x="466" y="275"/>
                    </a:cubicBezTo>
                    <a:cubicBezTo>
                      <a:pt x="457" y="268"/>
                      <a:pt x="441" y="257"/>
                      <a:pt x="438" y="245"/>
                    </a:cubicBezTo>
                    <a:cubicBezTo>
                      <a:pt x="443" y="246"/>
                      <a:pt x="446" y="251"/>
                      <a:pt x="451" y="253"/>
                    </a:cubicBezTo>
                    <a:cubicBezTo>
                      <a:pt x="456" y="255"/>
                      <a:pt x="462" y="256"/>
                      <a:pt x="467" y="257"/>
                    </a:cubicBezTo>
                    <a:cubicBezTo>
                      <a:pt x="463" y="254"/>
                      <a:pt x="459" y="251"/>
                      <a:pt x="455" y="247"/>
                    </a:cubicBezTo>
                    <a:cubicBezTo>
                      <a:pt x="456" y="248"/>
                      <a:pt x="460" y="248"/>
                      <a:pt x="461" y="249"/>
                    </a:cubicBezTo>
                    <a:cubicBezTo>
                      <a:pt x="457" y="247"/>
                      <a:pt x="453" y="243"/>
                      <a:pt x="449" y="240"/>
                    </a:cubicBezTo>
                    <a:cubicBezTo>
                      <a:pt x="457" y="244"/>
                      <a:pt x="465" y="244"/>
                      <a:pt x="472" y="245"/>
                    </a:cubicBezTo>
                    <a:cubicBezTo>
                      <a:pt x="468" y="242"/>
                      <a:pt x="464" y="242"/>
                      <a:pt x="460" y="240"/>
                    </a:cubicBezTo>
                    <a:cubicBezTo>
                      <a:pt x="453" y="237"/>
                      <a:pt x="446" y="232"/>
                      <a:pt x="440" y="227"/>
                    </a:cubicBezTo>
                    <a:cubicBezTo>
                      <a:pt x="435" y="223"/>
                      <a:pt x="431" y="217"/>
                      <a:pt x="428" y="210"/>
                    </a:cubicBezTo>
                    <a:cubicBezTo>
                      <a:pt x="442" y="213"/>
                      <a:pt x="455" y="224"/>
                      <a:pt x="469" y="223"/>
                    </a:cubicBezTo>
                    <a:cubicBezTo>
                      <a:pt x="460" y="216"/>
                      <a:pt x="448" y="214"/>
                      <a:pt x="442" y="203"/>
                    </a:cubicBezTo>
                    <a:cubicBezTo>
                      <a:pt x="443" y="204"/>
                      <a:pt x="445" y="205"/>
                      <a:pt x="447" y="206"/>
                    </a:cubicBezTo>
                    <a:cubicBezTo>
                      <a:pt x="441" y="201"/>
                      <a:pt x="436" y="197"/>
                      <a:pt x="432" y="191"/>
                    </a:cubicBezTo>
                    <a:cubicBezTo>
                      <a:pt x="440" y="196"/>
                      <a:pt x="451" y="199"/>
                      <a:pt x="461" y="198"/>
                    </a:cubicBezTo>
                    <a:cubicBezTo>
                      <a:pt x="454" y="191"/>
                      <a:pt x="443" y="187"/>
                      <a:pt x="435" y="180"/>
                    </a:cubicBezTo>
                    <a:cubicBezTo>
                      <a:pt x="420" y="168"/>
                      <a:pt x="414" y="146"/>
                      <a:pt x="407" y="128"/>
                    </a:cubicBezTo>
                    <a:cubicBezTo>
                      <a:pt x="401" y="114"/>
                      <a:pt x="394" y="102"/>
                      <a:pt x="387" y="89"/>
                    </a:cubicBezTo>
                    <a:cubicBezTo>
                      <a:pt x="381" y="80"/>
                      <a:pt x="377" y="70"/>
                      <a:pt x="371" y="62"/>
                    </a:cubicBezTo>
                    <a:cubicBezTo>
                      <a:pt x="363" y="52"/>
                      <a:pt x="351" y="44"/>
                      <a:pt x="341" y="37"/>
                    </a:cubicBezTo>
                    <a:cubicBezTo>
                      <a:pt x="328" y="27"/>
                      <a:pt x="313" y="22"/>
                      <a:pt x="297" y="22"/>
                    </a:cubicBezTo>
                    <a:cubicBezTo>
                      <a:pt x="283" y="22"/>
                      <a:pt x="271" y="18"/>
                      <a:pt x="258" y="13"/>
                    </a:cubicBezTo>
                    <a:cubicBezTo>
                      <a:pt x="243" y="7"/>
                      <a:pt x="232" y="5"/>
                      <a:pt x="215" y="5"/>
                    </a:cubicBezTo>
                    <a:cubicBezTo>
                      <a:pt x="215" y="5"/>
                      <a:pt x="177" y="0"/>
                      <a:pt x="154" y="23"/>
                    </a:cubicBezTo>
                    <a:cubicBezTo>
                      <a:pt x="147" y="33"/>
                      <a:pt x="147" y="33"/>
                      <a:pt x="147" y="33"/>
                    </a:cubicBezTo>
                    <a:cubicBezTo>
                      <a:pt x="141" y="34"/>
                      <a:pt x="141" y="34"/>
                      <a:pt x="141" y="34"/>
                    </a:cubicBezTo>
                    <a:cubicBezTo>
                      <a:pt x="133" y="33"/>
                      <a:pt x="123" y="39"/>
                      <a:pt x="117" y="43"/>
                    </a:cubicBezTo>
                    <a:cubicBezTo>
                      <a:pt x="108" y="48"/>
                      <a:pt x="98" y="51"/>
                      <a:pt x="90" y="57"/>
                    </a:cubicBezTo>
                    <a:cubicBezTo>
                      <a:pt x="74" y="68"/>
                      <a:pt x="73" y="89"/>
                      <a:pt x="58" y="101"/>
                    </a:cubicBezTo>
                    <a:cubicBezTo>
                      <a:pt x="70" y="99"/>
                      <a:pt x="81" y="85"/>
                      <a:pt x="89" y="76"/>
                    </a:cubicBezTo>
                    <a:cubicBezTo>
                      <a:pt x="83" y="98"/>
                      <a:pt x="58" y="112"/>
                      <a:pt x="45" y="130"/>
                    </a:cubicBezTo>
                    <a:cubicBezTo>
                      <a:pt x="36" y="141"/>
                      <a:pt x="36" y="155"/>
                      <a:pt x="32" y="169"/>
                    </a:cubicBezTo>
                    <a:cubicBezTo>
                      <a:pt x="28" y="183"/>
                      <a:pt x="20" y="196"/>
                      <a:pt x="13" y="209"/>
                    </a:cubicBezTo>
                    <a:cubicBezTo>
                      <a:pt x="20" y="207"/>
                      <a:pt x="25" y="200"/>
                      <a:pt x="29" y="193"/>
                    </a:cubicBezTo>
                    <a:cubicBezTo>
                      <a:pt x="25" y="207"/>
                      <a:pt x="18" y="221"/>
                      <a:pt x="11" y="234"/>
                    </a:cubicBezTo>
                    <a:cubicBezTo>
                      <a:pt x="14" y="230"/>
                      <a:pt x="17" y="225"/>
                      <a:pt x="21" y="222"/>
                    </a:cubicBezTo>
                    <a:cubicBezTo>
                      <a:pt x="20" y="242"/>
                      <a:pt x="8" y="256"/>
                      <a:pt x="0" y="272"/>
                    </a:cubicBezTo>
                    <a:cubicBezTo>
                      <a:pt x="12" y="271"/>
                      <a:pt x="26" y="244"/>
                      <a:pt x="30" y="234"/>
                    </a:cubicBezTo>
                    <a:cubicBezTo>
                      <a:pt x="32" y="242"/>
                      <a:pt x="29" y="255"/>
                      <a:pt x="27" y="264"/>
                    </a:cubicBezTo>
                    <a:cubicBezTo>
                      <a:pt x="24" y="277"/>
                      <a:pt x="16" y="291"/>
                      <a:pt x="8" y="302"/>
                    </a:cubicBezTo>
                    <a:cubicBezTo>
                      <a:pt x="19" y="291"/>
                      <a:pt x="36" y="285"/>
                      <a:pt x="39" y="269"/>
                    </a:cubicBezTo>
                    <a:cubicBezTo>
                      <a:pt x="40" y="279"/>
                      <a:pt x="35" y="290"/>
                      <a:pt x="27" y="298"/>
                    </a:cubicBezTo>
                    <a:cubicBezTo>
                      <a:pt x="30" y="296"/>
                      <a:pt x="32" y="293"/>
                      <a:pt x="35" y="290"/>
                    </a:cubicBezTo>
                    <a:cubicBezTo>
                      <a:pt x="34" y="295"/>
                      <a:pt x="32" y="300"/>
                      <a:pt x="30" y="304"/>
                    </a:cubicBezTo>
                    <a:cubicBezTo>
                      <a:pt x="35" y="304"/>
                      <a:pt x="36" y="298"/>
                      <a:pt x="40" y="296"/>
                    </a:cubicBezTo>
                    <a:cubicBezTo>
                      <a:pt x="40" y="305"/>
                      <a:pt x="39" y="313"/>
                      <a:pt x="35" y="322"/>
                    </a:cubicBezTo>
                    <a:cubicBezTo>
                      <a:pt x="32" y="329"/>
                      <a:pt x="22" y="341"/>
                      <a:pt x="23" y="349"/>
                    </a:cubicBezTo>
                    <a:cubicBezTo>
                      <a:pt x="35" y="345"/>
                      <a:pt x="43" y="327"/>
                      <a:pt x="48" y="316"/>
                    </a:cubicBezTo>
                    <a:cubicBezTo>
                      <a:pt x="52" y="334"/>
                      <a:pt x="43" y="349"/>
                      <a:pt x="36" y="365"/>
                    </a:cubicBezTo>
                    <a:cubicBezTo>
                      <a:pt x="45" y="362"/>
                      <a:pt x="57" y="340"/>
                      <a:pt x="59" y="331"/>
                    </a:cubicBezTo>
                    <a:cubicBezTo>
                      <a:pt x="59" y="342"/>
                      <a:pt x="55" y="353"/>
                      <a:pt x="54" y="363"/>
                    </a:cubicBezTo>
                    <a:cubicBezTo>
                      <a:pt x="62" y="358"/>
                      <a:pt x="62" y="345"/>
                      <a:pt x="69" y="340"/>
                    </a:cubicBezTo>
                    <a:cubicBezTo>
                      <a:pt x="70" y="346"/>
                      <a:pt x="69" y="352"/>
                      <a:pt x="69" y="357"/>
                    </a:cubicBezTo>
                    <a:cubicBezTo>
                      <a:pt x="70" y="352"/>
                      <a:pt x="71" y="344"/>
                      <a:pt x="77" y="344"/>
                    </a:cubicBezTo>
                    <a:cubicBezTo>
                      <a:pt x="78" y="349"/>
                      <a:pt x="77" y="354"/>
                      <a:pt x="78" y="359"/>
                    </a:cubicBezTo>
                    <a:cubicBezTo>
                      <a:pt x="79" y="357"/>
                      <a:pt x="79" y="354"/>
                      <a:pt x="80" y="351"/>
                    </a:cubicBezTo>
                    <a:cubicBezTo>
                      <a:pt x="81" y="353"/>
                      <a:pt x="83" y="356"/>
                      <a:pt x="84" y="356"/>
                    </a:cubicBezTo>
                    <a:lnTo>
                      <a:pt x="382" y="372"/>
                    </a:lnTo>
                    <a:close/>
                  </a:path>
                </a:pathLst>
              </a:custGeom>
              <a:solidFill>
                <a:srgbClr val="7920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704" name="Freeform 6">
                <a:extLst>
                  <a:ext uri="{FF2B5EF4-FFF2-40B4-BE49-F238E27FC236}">
                    <a16:creationId xmlns:a16="http://schemas.microsoft.com/office/drawing/2014/main" id="{0D56AC89-88D9-4054-B8B0-904424554E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6" y="813"/>
                <a:ext cx="508" cy="399"/>
              </a:xfrm>
              <a:custGeom>
                <a:avLst/>
                <a:gdLst>
                  <a:gd name="T0" fmla="*/ 581 w 475"/>
                  <a:gd name="T1" fmla="*/ 368 h 374"/>
                  <a:gd name="T2" fmla="*/ 517 w 475"/>
                  <a:gd name="T3" fmla="*/ 304 h 374"/>
                  <a:gd name="T4" fmla="*/ 536 w 475"/>
                  <a:gd name="T5" fmla="*/ 297 h 374"/>
                  <a:gd name="T6" fmla="*/ 571 w 475"/>
                  <a:gd name="T7" fmla="*/ 312 h 374"/>
                  <a:gd name="T8" fmla="*/ 564 w 475"/>
                  <a:gd name="T9" fmla="*/ 303 h 374"/>
                  <a:gd name="T10" fmla="*/ 578 w 475"/>
                  <a:gd name="T11" fmla="*/ 297 h 374"/>
                  <a:gd name="T12" fmla="*/ 539 w 475"/>
                  <a:gd name="T13" fmla="*/ 275 h 374"/>
                  <a:gd name="T14" fmla="*/ 574 w 475"/>
                  <a:gd name="T15" fmla="*/ 271 h 374"/>
                  <a:gd name="T16" fmla="*/ 547 w 475"/>
                  <a:gd name="T17" fmla="*/ 251 h 374"/>
                  <a:gd name="T18" fmla="*/ 564 w 475"/>
                  <a:gd name="T19" fmla="*/ 240 h 374"/>
                  <a:gd name="T20" fmla="*/ 497 w 475"/>
                  <a:gd name="T21" fmla="*/ 156 h 374"/>
                  <a:gd name="T22" fmla="*/ 455 w 475"/>
                  <a:gd name="T23" fmla="*/ 75 h 374"/>
                  <a:gd name="T24" fmla="*/ 364 w 475"/>
                  <a:gd name="T25" fmla="*/ 27 h 374"/>
                  <a:gd name="T26" fmla="*/ 263 w 475"/>
                  <a:gd name="T27" fmla="*/ 5 h 374"/>
                  <a:gd name="T28" fmla="*/ 180 w 475"/>
                  <a:gd name="T29" fmla="*/ 39 h 374"/>
                  <a:gd name="T30" fmla="*/ 143 w 475"/>
                  <a:gd name="T31" fmla="*/ 52 h 374"/>
                  <a:gd name="T32" fmla="*/ 71 w 475"/>
                  <a:gd name="T33" fmla="*/ 123 h 374"/>
                  <a:gd name="T34" fmla="*/ 55 w 475"/>
                  <a:gd name="T35" fmla="*/ 158 h 374"/>
                  <a:gd name="T36" fmla="*/ 16 w 475"/>
                  <a:gd name="T37" fmla="*/ 254 h 374"/>
                  <a:gd name="T38" fmla="*/ 14 w 475"/>
                  <a:gd name="T39" fmla="*/ 285 h 374"/>
                  <a:gd name="T40" fmla="*/ 0 w 475"/>
                  <a:gd name="T41" fmla="*/ 330 h 374"/>
                  <a:gd name="T42" fmla="*/ 33 w 475"/>
                  <a:gd name="T43" fmla="*/ 321 h 374"/>
                  <a:gd name="T44" fmla="*/ 48 w 475"/>
                  <a:gd name="T45" fmla="*/ 326 h 374"/>
                  <a:gd name="T46" fmla="*/ 43 w 475"/>
                  <a:gd name="T47" fmla="*/ 352 h 374"/>
                  <a:gd name="T48" fmla="*/ 49 w 475"/>
                  <a:gd name="T49" fmla="*/ 360 h 374"/>
                  <a:gd name="T50" fmla="*/ 29 w 475"/>
                  <a:gd name="T51" fmla="*/ 424 h 374"/>
                  <a:gd name="T52" fmla="*/ 45 w 475"/>
                  <a:gd name="T53" fmla="*/ 443 h 374"/>
                  <a:gd name="T54" fmla="*/ 66 w 475"/>
                  <a:gd name="T55" fmla="*/ 441 h 374"/>
                  <a:gd name="T56" fmla="*/ 84 w 475"/>
                  <a:gd name="T57" fmla="*/ 433 h 374"/>
                  <a:gd name="T58" fmla="*/ 95 w 475"/>
                  <a:gd name="T59" fmla="*/ 436 h 374"/>
                  <a:gd name="T60" fmla="*/ 103 w 475"/>
                  <a:gd name="T61" fmla="*/ 432 h 374"/>
                  <a:gd name="T62" fmla="*/ 468 w 475"/>
                  <a:gd name="T63" fmla="*/ 454 h 374"/>
                  <a:gd name="T64" fmla="*/ 476 w 475"/>
                  <a:gd name="T65" fmla="*/ 448 h 374"/>
                  <a:gd name="T66" fmla="*/ 489 w 475"/>
                  <a:gd name="T67" fmla="*/ 450 h 374"/>
                  <a:gd name="T68" fmla="*/ 509 w 475"/>
                  <a:gd name="T69" fmla="*/ 444 h 374"/>
                  <a:gd name="T70" fmla="*/ 542 w 475"/>
                  <a:gd name="T71" fmla="*/ 425 h 374"/>
                  <a:gd name="T72" fmla="*/ 526 w 475"/>
                  <a:gd name="T73" fmla="*/ 399 h 374"/>
                  <a:gd name="T74" fmla="*/ 543 w 475"/>
                  <a:gd name="T75" fmla="*/ 397 h 374"/>
                  <a:gd name="T76" fmla="*/ 536 w 475"/>
                  <a:gd name="T77" fmla="*/ 384 h 374"/>
                  <a:gd name="T78" fmla="*/ 517 w 475"/>
                  <a:gd name="T79" fmla="*/ 348 h 374"/>
                  <a:gd name="T80" fmla="*/ 522 w 475"/>
                  <a:gd name="T81" fmla="*/ 330 h 374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475" h="374">
                    <a:moveTo>
                      <a:pt x="426" y="272"/>
                    </a:moveTo>
                    <a:cubicBezTo>
                      <a:pt x="437" y="291"/>
                      <a:pt x="456" y="295"/>
                      <a:pt x="475" y="303"/>
                    </a:cubicBezTo>
                    <a:cubicBezTo>
                      <a:pt x="463" y="298"/>
                      <a:pt x="453" y="288"/>
                      <a:pt x="444" y="279"/>
                    </a:cubicBezTo>
                    <a:cubicBezTo>
                      <a:pt x="437" y="271"/>
                      <a:pt x="425" y="261"/>
                      <a:pt x="423" y="250"/>
                    </a:cubicBezTo>
                    <a:cubicBezTo>
                      <a:pt x="434" y="262"/>
                      <a:pt x="450" y="271"/>
                      <a:pt x="466" y="275"/>
                    </a:cubicBezTo>
                    <a:cubicBezTo>
                      <a:pt x="457" y="268"/>
                      <a:pt x="441" y="257"/>
                      <a:pt x="438" y="245"/>
                    </a:cubicBezTo>
                    <a:cubicBezTo>
                      <a:pt x="443" y="246"/>
                      <a:pt x="446" y="251"/>
                      <a:pt x="451" y="253"/>
                    </a:cubicBezTo>
                    <a:cubicBezTo>
                      <a:pt x="456" y="255"/>
                      <a:pt x="462" y="256"/>
                      <a:pt x="467" y="257"/>
                    </a:cubicBezTo>
                    <a:cubicBezTo>
                      <a:pt x="463" y="254"/>
                      <a:pt x="459" y="251"/>
                      <a:pt x="455" y="247"/>
                    </a:cubicBezTo>
                    <a:cubicBezTo>
                      <a:pt x="456" y="248"/>
                      <a:pt x="460" y="248"/>
                      <a:pt x="461" y="249"/>
                    </a:cubicBezTo>
                    <a:cubicBezTo>
                      <a:pt x="457" y="247"/>
                      <a:pt x="453" y="243"/>
                      <a:pt x="449" y="240"/>
                    </a:cubicBezTo>
                    <a:cubicBezTo>
                      <a:pt x="457" y="244"/>
                      <a:pt x="465" y="244"/>
                      <a:pt x="472" y="245"/>
                    </a:cubicBezTo>
                    <a:cubicBezTo>
                      <a:pt x="468" y="242"/>
                      <a:pt x="464" y="242"/>
                      <a:pt x="460" y="240"/>
                    </a:cubicBezTo>
                    <a:cubicBezTo>
                      <a:pt x="453" y="237"/>
                      <a:pt x="446" y="232"/>
                      <a:pt x="440" y="227"/>
                    </a:cubicBezTo>
                    <a:cubicBezTo>
                      <a:pt x="435" y="223"/>
                      <a:pt x="431" y="217"/>
                      <a:pt x="428" y="210"/>
                    </a:cubicBezTo>
                    <a:cubicBezTo>
                      <a:pt x="442" y="213"/>
                      <a:pt x="455" y="224"/>
                      <a:pt x="469" y="223"/>
                    </a:cubicBezTo>
                    <a:cubicBezTo>
                      <a:pt x="460" y="216"/>
                      <a:pt x="448" y="214"/>
                      <a:pt x="442" y="203"/>
                    </a:cubicBezTo>
                    <a:cubicBezTo>
                      <a:pt x="443" y="204"/>
                      <a:pt x="445" y="205"/>
                      <a:pt x="447" y="206"/>
                    </a:cubicBezTo>
                    <a:cubicBezTo>
                      <a:pt x="441" y="201"/>
                      <a:pt x="436" y="197"/>
                      <a:pt x="432" y="191"/>
                    </a:cubicBezTo>
                    <a:cubicBezTo>
                      <a:pt x="440" y="196"/>
                      <a:pt x="451" y="199"/>
                      <a:pt x="461" y="198"/>
                    </a:cubicBezTo>
                    <a:cubicBezTo>
                      <a:pt x="454" y="191"/>
                      <a:pt x="443" y="187"/>
                      <a:pt x="435" y="180"/>
                    </a:cubicBezTo>
                    <a:cubicBezTo>
                      <a:pt x="420" y="168"/>
                      <a:pt x="414" y="146"/>
                      <a:pt x="407" y="128"/>
                    </a:cubicBezTo>
                    <a:cubicBezTo>
                      <a:pt x="401" y="114"/>
                      <a:pt x="394" y="102"/>
                      <a:pt x="387" y="89"/>
                    </a:cubicBezTo>
                    <a:cubicBezTo>
                      <a:pt x="381" y="80"/>
                      <a:pt x="377" y="70"/>
                      <a:pt x="371" y="62"/>
                    </a:cubicBezTo>
                    <a:cubicBezTo>
                      <a:pt x="363" y="52"/>
                      <a:pt x="351" y="44"/>
                      <a:pt x="341" y="37"/>
                    </a:cubicBezTo>
                    <a:cubicBezTo>
                      <a:pt x="328" y="27"/>
                      <a:pt x="313" y="22"/>
                      <a:pt x="297" y="22"/>
                    </a:cubicBezTo>
                    <a:cubicBezTo>
                      <a:pt x="283" y="22"/>
                      <a:pt x="271" y="18"/>
                      <a:pt x="258" y="13"/>
                    </a:cubicBezTo>
                    <a:cubicBezTo>
                      <a:pt x="243" y="7"/>
                      <a:pt x="232" y="5"/>
                      <a:pt x="215" y="5"/>
                    </a:cubicBezTo>
                    <a:cubicBezTo>
                      <a:pt x="215" y="5"/>
                      <a:pt x="177" y="0"/>
                      <a:pt x="154" y="23"/>
                    </a:cubicBezTo>
                    <a:cubicBezTo>
                      <a:pt x="147" y="33"/>
                      <a:pt x="147" y="33"/>
                      <a:pt x="147" y="33"/>
                    </a:cubicBezTo>
                    <a:cubicBezTo>
                      <a:pt x="141" y="34"/>
                      <a:pt x="141" y="34"/>
                      <a:pt x="141" y="34"/>
                    </a:cubicBezTo>
                    <a:cubicBezTo>
                      <a:pt x="133" y="33"/>
                      <a:pt x="123" y="39"/>
                      <a:pt x="117" y="43"/>
                    </a:cubicBezTo>
                    <a:cubicBezTo>
                      <a:pt x="108" y="48"/>
                      <a:pt x="98" y="51"/>
                      <a:pt x="90" y="57"/>
                    </a:cubicBezTo>
                    <a:cubicBezTo>
                      <a:pt x="74" y="68"/>
                      <a:pt x="73" y="89"/>
                      <a:pt x="58" y="101"/>
                    </a:cubicBezTo>
                    <a:cubicBezTo>
                      <a:pt x="70" y="99"/>
                      <a:pt x="81" y="85"/>
                      <a:pt x="89" y="76"/>
                    </a:cubicBezTo>
                    <a:cubicBezTo>
                      <a:pt x="83" y="98"/>
                      <a:pt x="58" y="112"/>
                      <a:pt x="45" y="130"/>
                    </a:cubicBezTo>
                    <a:cubicBezTo>
                      <a:pt x="36" y="141"/>
                      <a:pt x="36" y="155"/>
                      <a:pt x="32" y="169"/>
                    </a:cubicBezTo>
                    <a:cubicBezTo>
                      <a:pt x="28" y="183"/>
                      <a:pt x="20" y="196"/>
                      <a:pt x="13" y="209"/>
                    </a:cubicBezTo>
                    <a:cubicBezTo>
                      <a:pt x="20" y="207"/>
                      <a:pt x="25" y="200"/>
                      <a:pt x="29" y="193"/>
                    </a:cubicBezTo>
                    <a:cubicBezTo>
                      <a:pt x="25" y="207"/>
                      <a:pt x="18" y="221"/>
                      <a:pt x="11" y="234"/>
                    </a:cubicBezTo>
                    <a:cubicBezTo>
                      <a:pt x="14" y="230"/>
                      <a:pt x="17" y="225"/>
                      <a:pt x="21" y="222"/>
                    </a:cubicBezTo>
                    <a:cubicBezTo>
                      <a:pt x="20" y="242"/>
                      <a:pt x="8" y="256"/>
                      <a:pt x="0" y="272"/>
                    </a:cubicBezTo>
                    <a:cubicBezTo>
                      <a:pt x="12" y="271"/>
                      <a:pt x="26" y="244"/>
                      <a:pt x="31" y="234"/>
                    </a:cubicBezTo>
                    <a:cubicBezTo>
                      <a:pt x="32" y="242"/>
                      <a:pt x="29" y="255"/>
                      <a:pt x="27" y="264"/>
                    </a:cubicBezTo>
                    <a:cubicBezTo>
                      <a:pt x="24" y="277"/>
                      <a:pt x="16" y="291"/>
                      <a:pt x="8" y="302"/>
                    </a:cubicBezTo>
                    <a:cubicBezTo>
                      <a:pt x="19" y="291"/>
                      <a:pt x="36" y="285"/>
                      <a:pt x="39" y="269"/>
                    </a:cubicBezTo>
                    <a:cubicBezTo>
                      <a:pt x="40" y="279"/>
                      <a:pt x="35" y="290"/>
                      <a:pt x="27" y="298"/>
                    </a:cubicBezTo>
                    <a:cubicBezTo>
                      <a:pt x="30" y="296"/>
                      <a:pt x="32" y="293"/>
                      <a:pt x="35" y="290"/>
                    </a:cubicBezTo>
                    <a:cubicBezTo>
                      <a:pt x="34" y="295"/>
                      <a:pt x="32" y="300"/>
                      <a:pt x="30" y="304"/>
                    </a:cubicBezTo>
                    <a:cubicBezTo>
                      <a:pt x="35" y="304"/>
                      <a:pt x="36" y="298"/>
                      <a:pt x="40" y="296"/>
                    </a:cubicBezTo>
                    <a:cubicBezTo>
                      <a:pt x="40" y="305"/>
                      <a:pt x="39" y="313"/>
                      <a:pt x="35" y="322"/>
                    </a:cubicBezTo>
                    <a:cubicBezTo>
                      <a:pt x="32" y="329"/>
                      <a:pt x="22" y="341"/>
                      <a:pt x="23" y="349"/>
                    </a:cubicBezTo>
                    <a:cubicBezTo>
                      <a:pt x="35" y="345"/>
                      <a:pt x="43" y="327"/>
                      <a:pt x="48" y="316"/>
                    </a:cubicBezTo>
                    <a:cubicBezTo>
                      <a:pt x="52" y="334"/>
                      <a:pt x="43" y="349"/>
                      <a:pt x="36" y="365"/>
                    </a:cubicBezTo>
                    <a:cubicBezTo>
                      <a:pt x="45" y="362"/>
                      <a:pt x="57" y="340"/>
                      <a:pt x="59" y="331"/>
                    </a:cubicBezTo>
                    <a:cubicBezTo>
                      <a:pt x="59" y="342"/>
                      <a:pt x="55" y="353"/>
                      <a:pt x="54" y="363"/>
                    </a:cubicBezTo>
                    <a:cubicBezTo>
                      <a:pt x="62" y="358"/>
                      <a:pt x="62" y="345"/>
                      <a:pt x="69" y="340"/>
                    </a:cubicBezTo>
                    <a:cubicBezTo>
                      <a:pt x="70" y="346"/>
                      <a:pt x="69" y="352"/>
                      <a:pt x="69" y="357"/>
                    </a:cubicBezTo>
                    <a:cubicBezTo>
                      <a:pt x="70" y="352"/>
                      <a:pt x="71" y="344"/>
                      <a:pt x="77" y="344"/>
                    </a:cubicBezTo>
                    <a:cubicBezTo>
                      <a:pt x="78" y="349"/>
                      <a:pt x="77" y="354"/>
                      <a:pt x="78" y="359"/>
                    </a:cubicBezTo>
                    <a:cubicBezTo>
                      <a:pt x="79" y="357"/>
                      <a:pt x="79" y="354"/>
                      <a:pt x="80" y="351"/>
                    </a:cubicBezTo>
                    <a:cubicBezTo>
                      <a:pt x="81" y="353"/>
                      <a:pt x="83" y="356"/>
                      <a:pt x="84" y="356"/>
                    </a:cubicBezTo>
                    <a:cubicBezTo>
                      <a:pt x="382" y="372"/>
                      <a:pt x="382" y="372"/>
                      <a:pt x="382" y="372"/>
                    </a:cubicBezTo>
                    <a:cubicBezTo>
                      <a:pt x="383" y="373"/>
                      <a:pt x="382" y="374"/>
                      <a:pt x="383" y="374"/>
                    </a:cubicBezTo>
                    <a:cubicBezTo>
                      <a:pt x="386" y="369"/>
                      <a:pt x="386" y="362"/>
                      <a:pt x="387" y="356"/>
                    </a:cubicBezTo>
                    <a:cubicBezTo>
                      <a:pt x="387" y="360"/>
                      <a:pt x="388" y="365"/>
                      <a:pt x="389" y="369"/>
                    </a:cubicBezTo>
                    <a:cubicBezTo>
                      <a:pt x="390" y="363"/>
                      <a:pt x="389" y="355"/>
                      <a:pt x="391" y="349"/>
                    </a:cubicBezTo>
                    <a:cubicBezTo>
                      <a:pt x="396" y="354"/>
                      <a:pt x="396" y="364"/>
                      <a:pt x="399" y="371"/>
                    </a:cubicBezTo>
                    <a:cubicBezTo>
                      <a:pt x="397" y="360"/>
                      <a:pt x="396" y="348"/>
                      <a:pt x="394" y="337"/>
                    </a:cubicBezTo>
                    <a:cubicBezTo>
                      <a:pt x="399" y="351"/>
                      <a:pt x="405" y="356"/>
                      <a:pt x="416" y="366"/>
                    </a:cubicBezTo>
                    <a:cubicBezTo>
                      <a:pt x="409" y="353"/>
                      <a:pt x="404" y="335"/>
                      <a:pt x="405" y="321"/>
                    </a:cubicBezTo>
                    <a:cubicBezTo>
                      <a:pt x="413" y="337"/>
                      <a:pt x="426" y="345"/>
                      <a:pt x="443" y="350"/>
                    </a:cubicBezTo>
                    <a:cubicBezTo>
                      <a:pt x="430" y="346"/>
                      <a:pt x="424" y="329"/>
                      <a:pt x="418" y="318"/>
                    </a:cubicBezTo>
                    <a:cubicBezTo>
                      <a:pt x="423" y="321"/>
                      <a:pt x="426" y="326"/>
                      <a:pt x="430" y="329"/>
                    </a:cubicBezTo>
                    <a:cubicBezTo>
                      <a:pt x="436" y="332"/>
                      <a:pt x="445" y="335"/>
                      <a:pt x="452" y="336"/>
                    </a:cubicBezTo>
                    <a:cubicBezTo>
                      <a:pt x="450" y="333"/>
                      <a:pt x="447" y="330"/>
                      <a:pt x="444" y="327"/>
                    </a:cubicBezTo>
                    <a:cubicBezTo>
                      <a:pt x="445" y="329"/>
                      <a:pt x="448" y="330"/>
                      <a:pt x="449" y="331"/>
                    </a:cubicBezTo>
                    <a:cubicBezTo>
                      <a:pt x="446" y="326"/>
                      <a:pt x="441" y="321"/>
                      <a:pt x="438" y="316"/>
                    </a:cubicBezTo>
                    <a:cubicBezTo>
                      <a:pt x="445" y="320"/>
                      <a:pt x="451" y="324"/>
                      <a:pt x="458" y="327"/>
                    </a:cubicBezTo>
                    <a:cubicBezTo>
                      <a:pt x="444" y="319"/>
                      <a:pt x="424" y="305"/>
                      <a:pt x="423" y="287"/>
                    </a:cubicBezTo>
                    <a:cubicBezTo>
                      <a:pt x="436" y="297"/>
                      <a:pt x="450" y="314"/>
                      <a:pt x="468" y="318"/>
                    </a:cubicBezTo>
                    <a:cubicBezTo>
                      <a:pt x="457" y="310"/>
                      <a:pt x="419" y="289"/>
                      <a:pt x="426" y="272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705" name="Freeform 7">
                <a:extLst>
                  <a:ext uri="{FF2B5EF4-FFF2-40B4-BE49-F238E27FC236}">
                    <a16:creationId xmlns:a16="http://schemas.microsoft.com/office/drawing/2014/main" id="{CC288624-667B-4177-A498-C2DEBB0AE1F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253" y="843"/>
                <a:ext cx="1823" cy="3199"/>
              </a:xfrm>
              <a:custGeom>
                <a:avLst/>
                <a:gdLst>
                  <a:gd name="T0" fmla="*/ 2014 w 1705"/>
                  <a:gd name="T1" fmla="*/ 1565 h 2997"/>
                  <a:gd name="T2" fmla="*/ 1968 w 1705"/>
                  <a:gd name="T3" fmla="*/ 1238 h 2997"/>
                  <a:gd name="T4" fmla="*/ 1943 w 1705"/>
                  <a:gd name="T5" fmla="*/ 1170 h 2997"/>
                  <a:gd name="T6" fmla="*/ 1685 w 1705"/>
                  <a:gd name="T7" fmla="*/ 715 h 2997"/>
                  <a:gd name="T8" fmla="*/ 1224 w 1705"/>
                  <a:gd name="T9" fmla="*/ 336 h 2997"/>
                  <a:gd name="T10" fmla="*/ 1253 w 1705"/>
                  <a:gd name="T11" fmla="*/ 242 h 2997"/>
                  <a:gd name="T12" fmla="*/ 1061 w 1705"/>
                  <a:gd name="T13" fmla="*/ 5 h 2997"/>
                  <a:gd name="T14" fmla="*/ 849 w 1705"/>
                  <a:gd name="T15" fmla="*/ 237 h 2997"/>
                  <a:gd name="T16" fmla="*/ 844 w 1705"/>
                  <a:gd name="T17" fmla="*/ 303 h 2997"/>
                  <a:gd name="T18" fmla="*/ 861 w 1705"/>
                  <a:gd name="T19" fmla="*/ 488 h 2997"/>
                  <a:gd name="T20" fmla="*/ 171 w 1705"/>
                  <a:gd name="T21" fmla="*/ 1145 h 2997"/>
                  <a:gd name="T22" fmla="*/ 130 w 1705"/>
                  <a:gd name="T23" fmla="*/ 1207 h 2997"/>
                  <a:gd name="T24" fmla="*/ 67 w 1705"/>
                  <a:gd name="T25" fmla="*/ 1480 h 2997"/>
                  <a:gd name="T26" fmla="*/ 40 w 1705"/>
                  <a:gd name="T27" fmla="*/ 1637 h 2997"/>
                  <a:gd name="T28" fmla="*/ 57 w 1705"/>
                  <a:gd name="T29" fmla="*/ 1888 h 2997"/>
                  <a:gd name="T30" fmla="*/ 141 w 1705"/>
                  <a:gd name="T31" fmla="*/ 1932 h 2997"/>
                  <a:gd name="T32" fmla="*/ 164 w 1705"/>
                  <a:gd name="T33" fmla="*/ 1887 h 2997"/>
                  <a:gd name="T34" fmla="*/ 215 w 1705"/>
                  <a:gd name="T35" fmla="*/ 1709 h 2997"/>
                  <a:gd name="T36" fmla="*/ 232 w 1705"/>
                  <a:gd name="T37" fmla="*/ 1582 h 2997"/>
                  <a:gd name="T38" fmla="*/ 361 w 1705"/>
                  <a:gd name="T39" fmla="*/ 1485 h 2997"/>
                  <a:gd name="T40" fmla="*/ 312 w 1705"/>
                  <a:gd name="T41" fmla="*/ 2394 h 2997"/>
                  <a:gd name="T42" fmla="*/ 349 w 1705"/>
                  <a:gd name="T43" fmla="*/ 2563 h 2997"/>
                  <a:gd name="T44" fmla="*/ 390 w 1705"/>
                  <a:gd name="T45" fmla="*/ 3282 h 2997"/>
                  <a:gd name="T46" fmla="*/ 395 w 1705"/>
                  <a:gd name="T47" fmla="*/ 3382 h 2997"/>
                  <a:gd name="T48" fmla="*/ 252 w 1705"/>
                  <a:gd name="T49" fmla="*/ 3511 h 2997"/>
                  <a:gd name="T50" fmla="*/ 211 w 1705"/>
                  <a:gd name="T51" fmla="*/ 3585 h 2997"/>
                  <a:gd name="T52" fmla="*/ 307 w 1705"/>
                  <a:gd name="T53" fmla="*/ 3640 h 2997"/>
                  <a:gd name="T54" fmla="*/ 418 w 1705"/>
                  <a:gd name="T55" fmla="*/ 3568 h 2997"/>
                  <a:gd name="T56" fmla="*/ 632 w 1705"/>
                  <a:gd name="T57" fmla="*/ 3403 h 2997"/>
                  <a:gd name="T58" fmla="*/ 874 w 1705"/>
                  <a:gd name="T59" fmla="*/ 2797 h 2997"/>
                  <a:gd name="T60" fmla="*/ 861 w 1705"/>
                  <a:gd name="T61" fmla="*/ 2592 h 2997"/>
                  <a:gd name="T62" fmla="*/ 1005 w 1705"/>
                  <a:gd name="T63" fmla="*/ 2319 h 2997"/>
                  <a:gd name="T64" fmla="*/ 1039 w 1705"/>
                  <a:gd name="T65" fmla="*/ 2064 h 2997"/>
                  <a:gd name="T66" fmla="*/ 1075 w 1705"/>
                  <a:gd name="T67" fmla="*/ 2234 h 2997"/>
                  <a:gd name="T68" fmla="*/ 1165 w 1705"/>
                  <a:gd name="T69" fmla="*/ 2547 h 2997"/>
                  <a:gd name="T70" fmla="*/ 1222 w 1705"/>
                  <a:gd name="T71" fmla="*/ 2656 h 2997"/>
                  <a:gd name="T72" fmla="*/ 1411 w 1705"/>
                  <a:gd name="T73" fmla="*/ 3319 h 2997"/>
                  <a:gd name="T74" fmla="*/ 1629 w 1705"/>
                  <a:gd name="T75" fmla="*/ 3533 h 2997"/>
                  <a:gd name="T76" fmla="*/ 1727 w 1705"/>
                  <a:gd name="T77" fmla="*/ 3612 h 2997"/>
                  <a:gd name="T78" fmla="*/ 1859 w 1705"/>
                  <a:gd name="T79" fmla="*/ 3611 h 2997"/>
                  <a:gd name="T80" fmla="*/ 1849 w 1705"/>
                  <a:gd name="T81" fmla="*/ 3520 h 2997"/>
                  <a:gd name="T82" fmla="*/ 1729 w 1705"/>
                  <a:gd name="T83" fmla="*/ 3428 h 2997"/>
                  <a:gd name="T84" fmla="*/ 1693 w 1705"/>
                  <a:gd name="T85" fmla="*/ 3319 h 2997"/>
                  <a:gd name="T86" fmla="*/ 1697 w 1705"/>
                  <a:gd name="T87" fmla="*/ 2677 h 2997"/>
                  <a:gd name="T88" fmla="*/ 1746 w 1705"/>
                  <a:gd name="T89" fmla="*/ 2438 h 2997"/>
                  <a:gd name="T90" fmla="*/ 1807 w 1705"/>
                  <a:gd name="T91" fmla="*/ 1691 h 2997"/>
                  <a:gd name="T92" fmla="*/ 1841 w 1705"/>
                  <a:gd name="T93" fmla="*/ 1565 h 2997"/>
                  <a:gd name="T94" fmla="*/ 1873 w 1705"/>
                  <a:gd name="T95" fmla="*/ 1647 h 2997"/>
                  <a:gd name="T96" fmla="*/ 1889 w 1705"/>
                  <a:gd name="T97" fmla="*/ 1862 h 2997"/>
                  <a:gd name="T98" fmla="*/ 1928 w 1705"/>
                  <a:gd name="T99" fmla="*/ 1927 h 2997"/>
                  <a:gd name="T100" fmla="*/ 1995 w 1705"/>
                  <a:gd name="T101" fmla="*/ 1920 h 2997"/>
                  <a:gd name="T102" fmla="*/ 2065 w 1705"/>
                  <a:gd name="T103" fmla="*/ 1787 h 2997"/>
                  <a:gd name="T104" fmla="*/ 479 w 1705"/>
                  <a:gd name="T105" fmla="*/ 1214 h 2997"/>
                  <a:gd name="T106" fmla="*/ 1597 w 1705"/>
                  <a:gd name="T107" fmla="*/ 1248 h 2997"/>
                  <a:gd name="T108" fmla="*/ 1597 w 1705"/>
                  <a:gd name="T109" fmla="*/ 1248 h 2997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</a:gdLst>
                <a:ahLst/>
                <a:cxnLst>
                  <a:cxn ang="T110">
                    <a:pos x="T0" y="T1"/>
                  </a:cxn>
                  <a:cxn ang="T111">
                    <a:pos x="T2" y="T3"/>
                  </a:cxn>
                  <a:cxn ang="T112">
                    <a:pos x="T4" y="T5"/>
                  </a:cxn>
                  <a:cxn ang="T113">
                    <a:pos x="T6" y="T7"/>
                  </a:cxn>
                  <a:cxn ang="T114">
                    <a:pos x="T8" y="T9"/>
                  </a:cxn>
                  <a:cxn ang="T115">
                    <a:pos x="T10" y="T11"/>
                  </a:cxn>
                  <a:cxn ang="T116">
                    <a:pos x="T12" y="T13"/>
                  </a:cxn>
                  <a:cxn ang="T117">
                    <a:pos x="T14" y="T15"/>
                  </a:cxn>
                  <a:cxn ang="T118">
                    <a:pos x="T16" y="T17"/>
                  </a:cxn>
                  <a:cxn ang="T119">
                    <a:pos x="T18" y="T19"/>
                  </a:cxn>
                  <a:cxn ang="T120">
                    <a:pos x="T20" y="T21"/>
                  </a:cxn>
                  <a:cxn ang="T121">
                    <a:pos x="T22" y="T23"/>
                  </a:cxn>
                  <a:cxn ang="T122">
                    <a:pos x="T24" y="T25"/>
                  </a:cxn>
                  <a:cxn ang="T123">
                    <a:pos x="T26" y="T27"/>
                  </a:cxn>
                  <a:cxn ang="T124">
                    <a:pos x="T28" y="T29"/>
                  </a:cxn>
                  <a:cxn ang="T125">
                    <a:pos x="T30" y="T31"/>
                  </a:cxn>
                  <a:cxn ang="T126">
                    <a:pos x="T32" y="T33"/>
                  </a:cxn>
                  <a:cxn ang="T127">
                    <a:pos x="T34" y="T35"/>
                  </a:cxn>
                  <a:cxn ang="T128">
                    <a:pos x="T36" y="T37"/>
                  </a:cxn>
                  <a:cxn ang="T129">
                    <a:pos x="T38" y="T39"/>
                  </a:cxn>
                  <a:cxn ang="T130">
                    <a:pos x="T40" y="T41"/>
                  </a:cxn>
                  <a:cxn ang="T131">
                    <a:pos x="T42" y="T43"/>
                  </a:cxn>
                  <a:cxn ang="T132">
                    <a:pos x="T44" y="T45"/>
                  </a:cxn>
                  <a:cxn ang="T133">
                    <a:pos x="T46" y="T47"/>
                  </a:cxn>
                  <a:cxn ang="T134">
                    <a:pos x="T48" y="T49"/>
                  </a:cxn>
                  <a:cxn ang="T135">
                    <a:pos x="T50" y="T51"/>
                  </a:cxn>
                  <a:cxn ang="T136">
                    <a:pos x="T52" y="T53"/>
                  </a:cxn>
                  <a:cxn ang="T137">
                    <a:pos x="T54" y="T55"/>
                  </a:cxn>
                  <a:cxn ang="T138">
                    <a:pos x="T56" y="T57"/>
                  </a:cxn>
                  <a:cxn ang="T139">
                    <a:pos x="T58" y="T59"/>
                  </a:cxn>
                  <a:cxn ang="T140">
                    <a:pos x="T60" y="T61"/>
                  </a:cxn>
                  <a:cxn ang="T141">
                    <a:pos x="T62" y="T63"/>
                  </a:cxn>
                  <a:cxn ang="T142">
                    <a:pos x="T64" y="T65"/>
                  </a:cxn>
                  <a:cxn ang="T143">
                    <a:pos x="T66" y="T67"/>
                  </a:cxn>
                  <a:cxn ang="T144">
                    <a:pos x="T68" y="T69"/>
                  </a:cxn>
                  <a:cxn ang="T145">
                    <a:pos x="T70" y="T71"/>
                  </a:cxn>
                  <a:cxn ang="T146">
                    <a:pos x="T72" y="T73"/>
                  </a:cxn>
                  <a:cxn ang="T147">
                    <a:pos x="T74" y="T75"/>
                  </a:cxn>
                  <a:cxn ang="T148">
                    <a:pos x="T76" y="T77"/>
                  </a:cxn>
                  <a:cxn ang="T149">
                    <a:pos x="T78" y="T79"/>
                  </a:cxn>
                  <a:cxn ang="T150">
                    <a:pos x="T80" y="T81"/>
                  </a:cxn>
                  <a:cxn ang="T151">
                    <a:pos x="T82" y="T83"/>
                  </a:cxn>
                  <a:cxn ang="T152">
                    <a:pos x="T84" y="T85"/>
                  </a:cxn>
                  <a:cxn ang="T153">
                    <a:pos x="T86" y="T87"/>
                  </a:cxn>
                  <a:cxn ang="T154">
                    <a:pos x="T88" y="T89"/>
                  </a:cxn>
                  <a:cxn ang="T155">
                    <a:pos x="T90" y="T91"/>
                  </a:cxn>
                  <a:cxn ang="T156">
                    <a:pos x="T92" y="T93"/>
                  </a:cxn>
                  <a:cxn ang="T157">
                    <a:pos x="T94" y="T95"/>
                  </a:cxn>
                  <a:cxn ang="T158">
                    <a:pos x="T96" y="T97"/>
                  </a:cxn>
                  <a:cxn ang="T159">
                    <a:pos x="T98" y="T99"/>
                  </a:cxn>
                  <a:cxn ang="T160">
                    <a:pos x="T100" y="T101"/>
                  </a:cxn>
                  <a:cxn ang="T161">
                    <a:pos x="T102" y="T103"/>
                  </a:cxn>
                  <a:cxn ang="T162">
                    <a:pos x="T104" y="T105"/>
                  </a:cxn>
                  <a:cxn ang="T163">
                    <a:pos x="T106" y="T107"/>
                  </a:cxn>
                  <a:cxn ang="T164">
                    <a:pos x="T108" y="T109"/>
                  </a:cxn>
                </a:cxnLst>
                <a:rect l="0" t="0" r="r" b="b"/>
                <a:pathLst>
                  <a:path w="1705" h="2997">
                    <a:moveTo>
                      <a:pt x="1672" y="1346"/>
                    </a:moveTo>
                    <a:cubicBezTo>
                      <a:pt x="1667" y="1330"/>
                      <a:pt x="1668" y="1320"/>
                      <a:pt x="1667" y="1304"/>
                    </a:cubicBezTo>
                    <a:cubicBezTo>
                      <a:pt x="1665" y="1288"/>
                      <a:pt x="1648" y="1286"/>
                      <a:pt x="1648" y="1286"/>
                    </a:cubicBezTo>
                    <a:cubicBezTo>
                      <a:pt x="1669" y="1265"/>
                      <a:pt x="1657" y="1236"/>
                      <a:pt x="1650" y="1217"/>
                    </a:cubicBezTo>
                    <a:cubicBezTo>
                      <a:pt x="1643" y="1198"/>
                      <a:pt x="1641" y="1148"/>
                      <a:pt x="1638" y="1111"/>
                    </a:cubicBezTo>
                    <a:cubicBezTo>
                      <a:pt x="1635" y="1073"/>
                      <a:pt x="1624" y="1037"/>
                      <a:pt x="1611" y="1018"/>
                    </a:cubicBezTo>
                    <a:cubicBezTo>
                      <a:pt x="1598" y="999"/>
                      <a:pt x="1599" y="996"/>
                      <a:pt x="1598" y="993"/>
                    </a:cubicBezTo>
                    <a:cubicBezTo>
                      <a:pt x="1598" y="989"/>
                      <a:pt x="1598" y="984"/>
                      <a:pt x="1596" y="983"/>
                    </a:cubicBezTo>
                    <a:cubicBezTo>
                      <a:pt x="1594" y="983"/>
                      <a:pt x="1595" y="972"/>
                      <a:pt x="1589" y="962"/>
                    </a:cubicBezTo>
                    <a:cubicBezTo>
                      <a:pt x="1584" y="951"/>
                      <a:pt x="1565" y="942"/>
                      <a:pt x="1565" y="942"/>
                    </a:cubicBezTo>
                    <a:cubicBezTo>
                      <a:pt x="1555" y="838"/>
                      <a:pt x="1516" y="760"/>
                      <a:pt x="1461" y="700"/>
                    </a:cubicBezTo>
                    <a:cubicBezTo>
                      <a:pt x="1406" y="641"/>
                      <a:pt x="1385" y="605"/>
                      <a:pt x="1379" y="588"/>
                    </a:cubicBezTo>
                    <a:cubicBezTo>
                      <a:pt x="1319" y="410"/>
                      <a:pt x="1001" y="401"/>
                      <a:pt x="1001" y="401"/>
                    </a:cubicBezTo>
                    <a:cubicBezTo>
                      <a:pt x="996" y="387"/>
                      <a:pt x="985" y="385"/>
                      <a:pt x="985" y="385"/>
                    </a:cubicBezTo>
                    <a:cubicBezTo>
                      <a:pt x="1004" y="347"/>
                      <a:pt x="1002" y="276"/>
                      <a:pt x="1002" y="276"/>
                    </a:cubicBezTo>
                    <a:cubicBezTo>
                      <a:pt x="1015" y="276"/>
                      <a:pt x="1014" y="256"/>
                      <a:pt x="1016" y="249"/>
                    </a:cubicBezTo>
                    <a:cubicBezTo>
                      <a:pt x="1017" y="242"/>
                      <a:pt x="1020" y="229"/>
                      <a:pt x="1023" y="223"/>
                    </a:cubicBezTo>
                    <a:cubicBezTo>
                      <a:pt x="1026" y="217"/>
                      <a:pt x="1029" y="209"/>
                      <a:pt x="1025" y="200"/>
                    </a:cubicBezTo>
                    <a:cubicBezTo>
                      <a:pt x="1022" y="191"/>
                      <a:pt x="1010" y="195"/>
                      <a:pt x="1010" y="195"/>
                    </a:cubicBezTo>
                    <a:cubicBezTo>
                      <a:pt x="1010" y="195"/>
                      <a:pt x="1015" y="186"/>
                      <a:pt x="1013" y="147"/>
                    </a:cubicBezTo>
                    <a:cubicBezTo>
                      <a:pt x="1006" y="0"/>
                      <a:pt x="868" y="5"/>
                      <a:pt x="868" y="5"/>
                    </a:cubicBezTo>
                    <a:cubicBezTo>
                      <a:pt x="838" y="5"/>
                      <a:pt x="838" y="5"/>
                      <a:pt x="838" y="5"/>
                    </a:cubicBezTo>
                    <a:cubicBezTo>
                      <a:pt x="838" y="5"/>
                      <a:pt x="699" y="0"/>
                      <a:pt x="693" y="147"/>
                    </a:cubicBezTo>
                    <a:cubicBezTo>
                      <a:pt x="691" y="186"/>
                      <a:pt x="695" y="195"/>
                      <a:pt x="695" y="195"/>
                    </a:cubicBezTo>
                    <a:cubicBezTo>
                      <a:pt x="695" y="195"/>
                      <a:pt x="684" y="191"/>
                      <a:pt x="680" y="200"/>
                    </a:cubicBezTo>
                    <a:cubicBezTo>
                      <a:pt x="677" y="209"/>
                      <a:pt x="679" y="217"/>
                      <a:pt x="682" y="223"/>
                    </a:cubicBezTo>
                    <a:cubicBezTo>
                      <a:pt x="685" y="229"/>
                      <a:pt x="688" y="242"/>
                      <a:pt x="690" y="249"/>
                    </a:cubicBezTo>
                    <a:cubicBezTo>
                      <a:pt x="691" y="256"/>
                      <a:pt x="691" y="276"/>
                      <a:pt x="703" y="276"/>
                    </a:cubicBezTo>
                    <a:cubicBezTo>
                      <a:pt x="703" y="276"/>
                      <a:pt x="701" y="347"/>
                      <a:pt x="721" y="385"/>
                    </a:cubicBezTo>
                    <a:cubicBezTo>
                      <a:pt x="721" y="385"/>
                      <a:pt x="709" y="387"/>
                      <a:pt x="704" y="401"/>
                    </a:cubicBezTo>
                    <a:cubicBezTo>
                      <a:pt x="704" y="401"/>
                      <a:pt x="386" y="410"/>
                      <a:pt x="326" y="588"/>
                    </a:cubicBezTo>
                    <a:cubicBezTo>
                      <a:pt x="321" y="605"/>
                      <a:pt x="299" y="641"/>
                      <a:pt x="244" y="700"/>
                    </a:cubicBezTo>
                    <a:cubicBezTo>
                      <a:pt x="189" y="760"/>
                      <a:pt x="151" y="838"/>
                      <a:pt x="140" y="942"/>
                    </a:cubicBezTo>
                    <a:cubicBezTo>
                      <a:pt x="140" y="942"/>
                      <a:pt x="122" y="951"/>
                      <a:pt x="116" y="962"/>
                    </a:cubicBezTo>
                    <a:cubicBezTo>
                      <a:pt x="110" y="972"/>
                      <a:pt x="111" y="983"/>
                      <a:pt x="109" y="983"/>
                    </a:cubicBezTo>
                    <a:cubicBezTo>
                      <a:pt x="107" y="984"/>
                      <a:pt x="108" y="989"/>
                      <a:pt x="107" y="993"/>
                    </a:cubicBezTo>
                    <a:cubicBezTo>
                      <a:pt x="106" y="996"/>
                      <a:pt x="107" y="999"/>
                      <a:pt x="94" y="1018"/>
                    </a:cubicBezTo>
                    <a:cubicBezTo>
                      <a:pt x="82" y="1037"/>
                      <a:pt x="70" y="1073"/>
                      <a:pt x="67" y="1111"/>
                    </a:cubicBezTo>
                    <a:cubicBezTo>
                      <a:pt x="65" y="1148"/>
                      <a:pt x="62" y="1198"/>
                      <a:pt x="55" y="1217"/>
                    </a:cubicBezTo>
                    <a:cubicBezTo>
                      <a:pt x="49" y="1236"/>
                      <a:pt x="37" y="1265"/>
                      <a:pt x="58" y="1286"/>
                    </a:cubicBezTo>
                    <a:cubicBezTo>
                      <a:pt x="58" y="1286"/>
                      <a:pt x="40" y="1288"/>
                      <a:pt x="39" y="1304"/>
                    </a:cubicBezTo>
                    <a:cubicBezTo>
                      <a:pt x="37" y="1320"/>
                      <a:pt x="39" y="1330"/>
                      <a:pt x="33" y="1346"/>
                    </a:cubicBezTo>
                    <a:cubicBezTo>
                      <a:pt x="28" y="1362"/>
                      <a:pt x="0" y="1451"/>
                      <a:pt x="16" y="1469"/>
                    </a:cubicBezTo>
                    <a:cubicBezTo>
                      <a:pt x="32" y="1486"/>
                      <a:pt x="29" y="1487"/>
                      <a:pt x="30" y="1495"/>
                    </a:cubicBezTo>
                    <a:cubicBezTo>
                      <a:pt x="30" y="1503"/>
                      <a:pt x="41" y="1547"/>
                      <a:pt x="47" y="1552"/>
                    </a:cubicBezTo>
                    <a:cubicBezTo>
                      <a:pt x="53" y="1558"/>
                      <a:pt x="64" y="1574"/>
                      <a:pt x="74" y="1579"/>
                    </a:cubicBezTo>
                    <a:cubicBezTo>
                      <a:pt x="83" y="1583"/>
                      <a:pt x="103" y="1603"/>
                      <a:pt x="111" y="1597"/>
                    </a:cubicBezTo>
                    <a:cubicBezTo>
                      <a:pt x="111" y="1597"/>
                      <a:pt x="115" y="1594"/>
                      <a:pt x="115" y="1589"/>
                    </a:cubicBezTo>
                    <a:cubicBezTo>
                      <a:pt x="115" y="1589"/>
                      <a:pt x="125" y="1591"/>
                      <a:pt x="129" y="1584"/>
                    </a:cubicBezTo>
                    <a:cubicBezTo>
                      <a:pt x="133" y="1578"/>
                      <a:pt x="132" y="1568"/>
                      <a:pt x="132" y="1568"/>
                    </a:cubicBezTo>
                    <a:cubicBezTo>
                      <a:pt x="132" y="1568"/>
                      <a:pt x="136" y="1560"/>
                      <a:pt x="134" y="1551"/>
                    </a:cubicBezTo>
                    <a:cubicBezTo>
                      <a:pt x="134" y="1551"/>
                      <a:pt x="158" y="1556"/>
                      <a:pt x="159" y="1531"/>
                    </a:cubicBezTo>
                    <a:cubicBezTo>
                      <a:pt x="160" y="1506"/>
                      <a:pt x="160" y="1484"/>
                      <a:pt x="166" y="1466"/>
                    </a:cubicBezTo>
                    <a:cubicBezTo>
                      <a:pt x="172" y="1448"/>
                      <a:pt x="175" y="1422"/>
                      <a:pt x="176" y="1405"/>
                    </a:cubicBezTo>
                    <a:cubicBezTo>
                      <a:pt x="178" y="1387"/>
                      <a:pt x="175" y="1364"/>
                      <a:pt x="172" y="1355"/>
                    </a:cubicBezTo>
                    <a:cubicBezTo>
                      <a:pt x="169" y="1345"/>
                      <a:pt x="167" y="1343"/>
                      <a:pt x="174" y="1333"/>
                    </a:cubicBezTo>
                    <a:cubicBezTo>
                      <a:pt x="180" y="1322"/>
                      <a:pt x="191" y="1308"/>
                      <a:pt x="190" y="1300"/>
                    </a:cubicBezTo>
                    <a:cubicBezTo>
                      <a:pt x="190" y="1293"/>
                      <a:pt x="193" y="1291"/>
                      <a:pt x="198" y="1286"/>
                    </a:cubicBezTo>
                    <a:cubicBezTo>
                      <a:pt x="203" y="1282"/>
                      <a:pt x="299" y="1224"/>
                      <a:pt x="332" y="1129"/>
                    </a:cubicBezTo>
                    <a:cubicBezTo>
                      <a:pt x="332" y="1129"/>
                      <a:pt x="321" y="1190"/>
                      <a:pt x="296" y="1221"/>
                    </a:cubicBezTo>
                    <a:cubicBezTo>
                      <a:pt x="272" y="1252"/>
                      <a:pt x="240" y="1289"/>
                      <a:pt x="227" y="1390"/>
                    </a:cubicBezTo>
                    <a:cubicBezTo>
                      <a:pt x="214" y="1491"/>
                      <a:pt x="198" y="1666"/>
                      <a:pt x="197" y="1718"/>
                    </a:cubicBezTo>
                    <a:cubicBezTo>
                      <a:pt x="196" y="1770"/>
                      <a:pt x="192" y="1892"/>
                      <a:pt x="255" y="1968"/>
                    </a:cubicBezTo>
                    <a:cubicBezTo>
                      <a:pt x="274" y="1991"/>
                      <a:pt x="278" y="2005"/>
                      <a:pt x="278" y="2005"/>
                    </a:cubicBezTo>
                    <a:cubicBezTo>
                      <a:pt x="278" y="2005"/>
                      <a:pt x="281" y="2021"/>
                      <a:pt x="279" y="2039"/>
                    </a:cubicBezTo>
                    <a:cubicBezTo>
                      <a:pt x="277" y="2057"/>
                      <a:pt x="271" y="2081"/>
                      <a:pt x="285" y="2107"/>
                    </a:cubicBezTo>
                    <a:cubicBezTo>
                      <a:pt x="299" y="2133"/>
                      <a:pt x="327" y="2164"/>
                      <a:pt x="318" y="2202"/>
                    </a:cubicBezTo>
                    <a:cubicBezTo>
                      <a:pt x="309" y="2240"/>
                      <a:pt x="247" y="2431"/>
                      <a:pt x="318" y="2660"/>
                    </a:cubicBezTo>
                    <a:cubicBezTo>
                      <a:pt x="329" y="2698"/>
                      <a:pt x="322" y="2690"/>
                      <a:pt x="319" y="2699"/>
                    </a:cubicBezTo>
                    <a:cubicBezTo>
                      <a:pt x="316" y="2708"/>
                      <a:pt x="315" y="2721"/>
                      <a:pt x="321" y="2729"/>
                    </a:cubicBezTo>
                    <a:cubicBezTo>
                      <a:pt x="327" y="2737"/>
                      <a:pt x="323" y="2755"/>
                      <a:pt x="328" y="2763"/>
                    </a:cubicBezTo>
                    <a:cubicBezTo>
                      <a:pt x="333" y="2771"/>
                      <a:pt x="330" y="2777"/>
                      <a:pt x="323" y="2781"/>
                    </a:cubicBezTo>
                    <a:cubicBezTo>
                      <a:pt x="316" y="2785"/>
                      <a:pt x="303" y="2801"/>
                      <a:pt x="292" y="2819"/>
                    </a:cubicBezTo>
                    <a:cubicBezTo>
                      <a:pt x="281" y="2837"/>
                      <a:pt x="251" y="2856"/>
                      <a:pt x="239" y="2867"/>
                    </a:cubicBezTo>
                    <a:cubicBezTo>
                      <a:pt x="227" y="2878"/>
                      <a:pt x="207" y="2886"/>
                      <a:pt x="207" y="2886"/>
                    </a:cubicBezTo>
                    <a:cubicBezTo>
                      <a:pt x="207" y="2886"/>
                      <a:pt x="197" y="2890"/>
                      <a:pt x="194" y="2895"/>
                    </a:cubicBezTo>
                    <a:cubicBezTo>
                      <a:pt x="191" y="2900"/>
                      <a:pt x="174" y="2900"/>
                      <a:pt x="177" y="2919"/>
                    </a:cubicBezTo>
                    <a:cubicBezTo>
                      <a:pt x="177" y="2919"/>
                      <a:pt x="162" y="2929"/>
                      <a:pt x="172" y="2948"/>
                    </a:cubicBezTo>
                    <a:cubicBezTo>
                      <a:pt x="172" y="2948"/>
                      <a:pt x="168" y="2965"/>
                      <a:pt x="184" y="2969"/>
                    </a:cubicBezTo>
                    <a:cubicBezTo>
                      <a:pt x="184" y="2969"/>
                      <a:pt x="193" y="2986"/>
                      <a:pt x="213" y="2978"/>
                    </a:cubicBezTo>
                    <a:cubicBezTo>
                      <a:pt x="213" y="2978"/>
                      <a:pt x="228" y="2997"/>
                      <a:pt x="251" y="2993"/>
                    </a:cubicBezTo>
                    <a:cubicBezTo>
                      <a:pt x="274" y="2989"/>
                      <a:pt x="284" y="2969"/>
                      <a:pt x="293" y="2970"/>
                    </a:cubicBezTo>
                    <a:cubicBezTo>
                      <a:pt x="303" y="2970"/>
                      <a:pt x="315" y="2969"/>
                      <a:pt x="326" y="2951"/>
                    </a:cubicBezTo>
                    <a:cubicBezTo>
                      <a:pt x="337" y="2932"/>
                      <a:pt x="338" y="2937"/>
                      <a:pt x="342" y="2934"/>
                    </a:cubicBezTo>
                    <a:cubicBezTo>
                      <a:pt x="347" y="2931"/>
                      <a:pt x="372" y="2905"/>
                      <a:pt x="372" y="2905"/>
                    </a:cubicBezTo>
                    <a:cubicBezTo>
                      <a:pt x="372" y="2905"/>
                      <a:pt x="477" y="2918"/>
                      <a:pt x="495" y="2872"/>
                    </a:cubicBezTo>
                    <a:cubicBezTo>
                      <a:pt x="513" y="2825"/>
                      <a:pt x="486" y="2812"/>
                      <a:pt x="517" y="2798"/>
                    </a:cubicBezTo>
                    <a:cubicBezTo>
                      <a:pt x="549" y="2785"/>
                      <a:pt x="550" y="2748"/>
                      <a:pt x="551" y="2729"/>
                    </a:cubicBezTo>
                    <a:cubicBezTo>
                      <a:pt x="551" y="2710"/>
                      <a:pt x="545" y="2694"/>
                      <a:pt x="575" y="2666"/>
                    </a:cubicBezTo>
                    <a:cubicBezTo>
                      <a:pt x="605" y="2638"/>
                      <a:pt x="739" y="2530"/>
                      <a:pt x="715" y="2300"/>
                    </a:cubicBezTo>
                    <a:cubicBezTo>
                      <a:pt x="708" y="2230"/>
                      <a:pt x="709" y="2196"/>
                      <a:pt x="706" y="2184"/>
                    </a:cubicBezTo>
                    <a:cubicBezTo>
                      <a:pt x="702" y="2171"/>
                      <a:pt x="714" y="2167"/>
                      <a:pt x="713" y="2154"/>
                    </a:cubicBezTo>
                    <a:cubicBezTo>
                      <a:pt x="712" y="2142"/>
                      <a:pt x="702" y="2138"/>
                      <a:pt x="704" y="2131"/>
                    </a:cubicBezTo>
                    <a:cubicBezTo>
                      <a:pt x="707" y="2124"/>
                      <a:pt x="730" y="2142"/>
                      <a:pt x="752" y="2094"/>
                    </a:cubicBezTo>
                    <a:cubicBezTo>
                      <a:pt x="774" y="2046"/>
                      <a:pt x="763" y="2047"/>
                      <a:pt x="799" y="2001"/>
                    </a:cubicBezTo>
                    <a:cubicBezTo>
                      <a:pt x="835" y="1955"/>
                      <a:pt x="827" y="1936"/>
                      <a:pt x="822" y="1907"/>
                    </a:cubicBezTo>
                    <a:cubicBezTo>
                      <a:pt x="817" y="1877"/>
                      <a:pt x="814" y="1858"/>
                      <a:pt x="827" y="1837"/>
                    </a:cubicBezTo>
                    <a:cubicBezTo>
                      <a:pt x="840" y="1816"/>
                      <a:pt x="858" y="1782"/>
                      <a:pt x="844" y="1694"/>
                    </a:cubicBezTo>
                    <a:cubicBezTo>
                      <a:pt x="844" y="1694"/>
                      <a:pt x="845" y="1699"/>
                      <a:pt x="850" y="1698"/>
                    </a:cubicBezTo>
                    <a:cubicBezTo>
                      <a:pt x="856" y="1698"/>
                      <a:pt x="856" y="1698"/>
                      <a:pt x="856" y="1698"/>
                    </a:cubicBezTo>
                    <a:cubicBezTo>
                      <a:pt x="860" y="1699"/>
                      <a:pt x="862" y="1694"/>
                      <a:pt x="862" y="1694"/>
                    </a:cubicBezTo>
                    <a:cubicBezTo>
                      <a:pt x="847" y="1782"/>
                      <a:pt x="866" y="1816"/>
                      <a:pt x="879" y="1837"/>
                    </a:cubicBezTo>
                    <a:cubicBezTo>
                      <a:pt x="892" y="1858"/>
                      <a:pt x="888" y="1877"/>
                      <a:pt x="883" y="1907"/>
                    </a:cubicBezTo>
                    <a:cubicBezTo>
                      <a:pt x="879" y="1936"/>
                      <a:pt x="870" y="1955"/>
                      <a:pt x="906" y="2001"/>
                    </a:cubicBezTo>
                    <a:cubicBezTo>
                      <a:pt x="943" y="2047"/>
                      <a:pt x="931" y="2046"/>
                      <a:pt x="953" y="2094"/>
                    </a:cubicBezTo>
                    <a:cubicBezTo>
                      <a:pt x="975" y="2142"/>
                      <a:pt x="999" y="2124"/>
                      <a:pt x="1001" y="2131"/>
                    </a:cubicBezTo>
                    <a:cubicBezTo>
                      <a:pt x="1003" y="2138"/>
                      <a:pt x="994" y="2142"/>
                      <a:pt x="993" y="2154"/>
                    </a:cubicBezTo>
                    <a:cubicBezTo>
                      <a:pt x="992" y="2167"/>
                      <a:pt x="1003" y="2171"/>
                      <a:pt x="1000" y="2184"/>
                    </a:cubicBezTo>
                    <a:cubicBezTo>
                      <a:pt x="996" y="2196"/>
                      <a:pt x="997" y="2230"/>
                      <a:pt x="990" y="2300"/>
                    </a:cubicBezTo>
                    <a:cubicBezTo>
                      <a:pt x="967" y="2530"/>
                      <a:pt x="1100" y="2638"/>
                      <a:pt x="1130" y="2666"/>
                    </a:cubicBezTo>
                    <a:cubicBezTo>
                      <a:pt x="1160" y="2694"/>
                      <a:pt x="1154" y="2710"/>
                      <a:pt x="1155" y="2729"/>
                    </a:cubicBezTo>
                    <a:cubicBezTo>
                      <a:pt x="1155" y="2748"/>
                      <a:pt x="1157" y="2785"/>
                      <a:pt x="1188" y="2798"/>
                    </a:cubicBezTo>
                    <a:cubicBezTo>
                      <a:pt x="1219" y="2812"/>
                      <a:pt x="1193" y="2825"/>
                      <a:pt x="1211" y="2872"/>
                    </a:cubicBezTo>
                    <a:cubicBezTo>
                      <a:pt x="1229" y="2918"/>
                      <a:pt x="1333" y="2905"/>
                      <a:pt x="1333" y="2905"/>
                    </a:cubicBezTo>
                    <a:cubicBezTo>
                      <a:pt x="1333" y="2905"/>
                      <a:pt x="1359" y="2931"/>
                      <a:pt x="1363" y="2934"/>
                    </a:cubicBezTo>
                    <a:cubicBezTo>
                      <a:pt x="1368" y="2937"/>
                      <a:pt x="1369" y="2932"/>
                      <a:pt x="1380" y="2951"/>
                    </a:cubicBezTo>
                    <a:cubicBezTo>
                      <a:pt x="1390" y="2969"/>
                      <a:pt x="1402" y="2970"/>
                      <a:pt x="1412" y="2970"/>
                    </a:cubicBezTo>
                    <a:cubicBezTo>
                      <a:pt x="1422" y="2969"/>
                      <a:pt x="1431" y="2989"/>
                      <a:pt x="1455" y="2993"/>
                    </a:cubicBezTo>
                    <a:cubicBezTo>
                      <a:pt x="1478" y="2997"/>
                      <a:pt x="1493" y="2978"/>
                      <a:pt x="1493" y="2978"/>
                    </a:cubicBezTo>
                    <a:cubicBezTo>
                      <a:pt x="1512" y="2986"/>
                      <a:pt x="1521" y="2969"/>
                      <a:pt x="1521" y="2969"/>
                    </a:cubicBezTo>
                    <a:cubicBezTo>
                      <a:pt x="1537" y="2965"/>
                      <a:pt x="1534" y="2948"/>
                      <a:pt x="1534" y="2948"/>
                    </a:cubicBezTo>
                    <a:cubicBezTo>
                      <a:pt x="1543" y="2929"/>
                      <a:pt x="1529" y="2919"/>
                      <a:pt x="1529" y="2919"/>
                    </a:cubicBezTo>
                    <a:cubicBezTo>
                      <a:pt x="1532" y="2900"/>
                      <a:pt x="1515" y="2900"/>
                      <a:pt x="1512" y="2895"/>
                    </a:cubicBezTo>
                    <a:cubicBezTo>
                      <a:pt x="1509" y="2890"/>
                      <a:pt x="1499" y="2886"/>
                      <a:pt x="1499" y="2886"/>
                    </a:cubicBezTo>
                    <a:cubicBezTo>
                      <a:pt x="1499" y="2886"/>
                      <a:pt x="1479" y="2878"/>
                      <a:pt x="1467" y="2867"/>
                    </a:cubicBezTo>
                    <a:cubicBezTo>
                      <a:pt x="1455" y="2856"/>
                      <a:pt x="1425" y="2837"/>
                      <a:pt x="1414" y="2819"/>
                    </a:cubicBezTo>
                    <a:cubicBezTo>
                      <a:pt x="1403" y="2801"/>
                      <a:pt x="1390" y="2785"/>
                      <a:pt x="1383" y="2781"/>
                    </a:cubicBezTo>
                    <a:cubicBezTo>
                      <a:pt x="1376" y="2777"/>
                      <a:pt x="1373" y="2771"/>
                      <a:pt x="1378" y="2763"/>
                    </a:cubicBezTo>
                    <a:cubicBezTo>
                      <a:pt x="1383" y="2755"/>
                      <a:pt x="1379" y="2737"/>
                      <a:pt x="1385" y="2729"/>
                    </a:cubicBezTo>
                    <a:cubicBezTo>
                      <a:pt x="1391" y="2721"/>
                      <a:pt x="1390" y="2708"/>
                      <a:pt x="1387" y="2699"/>
                    </a:cubicBezTo>
                    <a:cubicBezTo>
                      <a:pt x="1384" y="2690"/>
                      <a:pt x="1376" y="2698"/>
                      <a:pt x="1388" y="2660"/>
                    </a:cubicBezTo>
                    <a:cubicBezTo>
                      <a:pt x="1459" y="2431"/>
                      <a:pt x="1397" y="2240"/>
                      <a:pt x="1388" y="2202"/>
                    </a:cubicBezTo>
                    <a:cubicBezTo>
                      <a:pt x="1379" y="2164"/>
                      <a:pt x="1407" y="2133"/>
                      <a:pt x="1421" y="2107"/>
                    </a:cubicBezTo>
                    <a:cubicBezTo>
                      <a:pt x="1435" y="2081"/>
                      <a:pt x="1429" y="2057"/>
                      <a:pt x="1427" y="2039"/>
                    </a:cubicBezTo>
                    <a:cubicBezTo>
                      <a:pt x="1425" y="2021"/>
                      <a:pt x="1428" y="2005"/>
                      <a:pt x="1428" y="2005"/>
                    </a:cubicBezTo>
                    <a:cubicBezTo>
                      <a:pt x="1428" y="2005"/>
                      <a:pt x="1432" y="1991"/>
                      <a:pt x="1451" y="1968"/>
                    </a:cubicBezTo>
                    <a:cubicBezTo>
                      <a:pt x="1513" y="1892"/>
                      <a:pt x="1510" y="1770"/>
                      <a:pt x="1509" y="1718"/>
                    </a:cubicBezTo>
                    <a:cubicBezTo>
                      <a:pt x="1508" y="1666"/>
                      <a:pt x="1492" y="1491"/>
                      <a:pt x="1479" y="1390"/>
                    </a:cubicBezTo>
                    <a:cubicBezTo>
                      <a:pt x="1466" y="1289"/>
                      <a:pt x="1433" y="1252"/>
                      <a:pt x="1409" y="1221"/>
                    </a:cubicBezTo>
                    <a:cubicBezTo>
                      <a:pt x="1385" y="1190"/>
                      <a:pt x="1374" y="1129"/>
                      <a:pt x="1374" y="1129"/>
                    </a:cubicBezTo>
                    <a:cubicBezTo>
                      <a:pt x="1406" y="1224"/>
                      <a:pt x="1502" y="1282"/>
                      <a:pt x="1507" y="1286"/>
                    </a:cubicBezTo>
                    <a:cubicBezTo>
                      <a:pt x="1512" y="1291"/>
                      <a:pt x="1516" y="1293"/>
                      <a:pt x="1515" y="1300"/>
                    </a:cubicBezTo>
                    <a:cubicBezTo>
                      <a:pt x="1514" y="1308"/>
                      <a:pt x="1525" y="1322"/>
                      <a:pt x="1532" y="1333"/>
                    </a:cubicBezTo>
                    <a:cubicBezTo>
                      <a:pt x="1538" y="1343"/>
                      <a:pt x="1536" y="1345"/>
                      <a:pt x="1533" y="1355"/>
                    </a:cubicBezTo>
                    <a:cubicBezTo>
                      <a:pt x="1530" y="1364"/>
                      <a:pt x="1528" y="1387"/>
                      <a:pt x="1529" y="1405"/>
                    </a:cubicBezTo>
                    <a:cubicBezTo>
                      <a:pt x="1530" y="1422"/>
                      <a:pt x="1533" y="1448"/>
                      <a:pt x="1539" y="1466"/>
                    </a:cubicBezTo>
                    <a:cubicBezTo>
                      <a:pt x="1546" y="1484"/>
                      <a:pt x="1545" y="1506"/>
                      <a:pt x="1546" y="1531"/>
                    </a:cubicBezTo>
                    <a:cubicBezTo>
                      <a:pt x="1547" y="1556"/>
                      <a:pt x="1572" y="1551"/>
                      <a:pt x="1572" y="1551"/>
                    </a:cubicBezTo>
                    <a:cubicBezTo>
                      <a:pt x="1570" y="1560"/>
                      <a:pt x="1574" y="1568"/>
                      <a:pt x="1574" y="1568"/>
                    </a:cubicBezTo>
                    <a:cubicBezTo>
                      <a:pt x="1574" y="1568"/>
                      <a:pt x="1573" y="1578"/>
                      <a:pt x="1577" y="1584"/>
                    </a:cubicBezTo>
                    <a:cubicBezTo>
                      <a:pt x="1581" y="1591"/>
                      <a:pt x="1590" y="1589"/>
                      <a:pt x="1590" y="1589"/>
                    </a:cubicBezTo>
                    <a:cubicBezTo>
                      <a:pt x="1591" y="1594"/>
                      <a:pt x="1594" y="1597"/>
                      <a:pt x="1594" y="1597"/>
                    </a:cubicBezTo>
                    <a:cubicBezTo>
                      <a:pt x="1603" y="1603"/>
                      <a:pt x="1622" y="1583"/>
                      <a:pt x="1632" y="1579"/>
                    </a:cubicBezTo>
                    <a:cubicBezTo>
                      <a:pt x="1642" y="1574"/>
                      <a:pt x="1652" y="1558"/>
                      <a:pt x="1658" y="1552"/>
                    </a:cubicBezTo>
                    <a:cubicBezTo>
                      <a:pt x="1665" y="1547"/>
                      <a:pt x="1675" y="1503"/>
                      <a:pt x="1676" y="1495"/>
                    </a:cubicBezTo>
                    <a:cubicBezTo>
                      <a:pt x="1676" y="1487"/>
                      <a:pt x="1673" y="1486"/>
                      <a:pt x="1689" y="1469"/>
                    </a:cubicBezTo>
                    <a:cubicBezTo>
                      <a:pt x="1705" y="1451"/>
                      <a:pt x="1678" y="1362"/>
                      <a:pt x="1672" y="1346"/>
                    </a:cubicBezTo>
                    <a:close/>
                    <a:moveTo>
                      <a:pt x="372" y="1049"/>
                    </a:moveTo>
                    <a:cubicBezTo>
                      <a:pt x="375" y="1028"/>
                      <a:pt x="392" y="998"/>
                      <a:pt x="392" y="998"/>
                    </a:cubicBezTo>
                    <a:cubicBezTo>
                      <a:pt x="391" y="1011"/>
                      <a:pt x="399" y="1026"/>
                      <a:pt x="399" y="1026"/>
                    </a:cubicBezTo>
                    <a:lnTo>
                      <a:pt x="372" y="1049"/>
                    </a:lnTo>
                    <a:close/>
                    <a:moveTo>
                      <a:pt x="1307" y="1026"/>
                    </a:moveTo>
                    <a:cubicBezTo>
                      <a:pt x="1307" y="1026"/>
                      <a:pt x="1315" y="1011"/>
                      <a:pt x="1314" y="998"/>
                    </a:cubicBezTo>
                    <a:cubicBezTo>
                      <a:pt x="1314" y="998"/>
                      <a:pt x="1330" y="1028"/>
                      <a:pt x="1333" y="1049"/>
                    </a:cubicBezTo>
                    <a:lnTo>
                      <a:pt x="1307" y="1026"/>
                    </a:lnTo>
                    <a:close/>
                  </a:path>
                </a:pathLst>
              </a:custGeom>
              <a:solidFill>
                <a:srgbClr val="FEF3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706" name="Freeform 8">
                <a:extLst>
                  <a:ext uri="{FF2B5EF4-FFF2-40B4-BE49-F238E27FC236}">
                    <a16:creationId xmlns:a16="http://schemas.microsoft.com/office/drawing/2014/main" id="{F7507915-3454-4D4F-A090-C9BA9B33FD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4" y="988"/>
                <a:ext cx="53" cy="44"/>
              </a:xfrm>
              <a:custGeom>
                <a:avLst/>
                <a:gdLst>
                  <a:gd name="T0" fmla="*/ 0 w 49"/>
                  <a:gd name="T1" fmla="*/ 29 h 41"/>
                  <a:gd name="T2" fmla="*/ 51 w 49"/>
                  <a:gd name="T3" fmla="*/ 21 h 41"/>
                  <a:gd name="T4" fmla="*/ 55 w 49"/>
                  <a:gd name="T5" fmla="*/ 31 h 41"/>
                  <a:gd name="T6" fmla="*/ 0 w 49"/>
                  <a:gd name="T7" fmla="*/ 29 h 4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9" h="41">
                    <a:moveTo>
                      <a:pt x="0" y="23"/>
                    </a:moveTo>
                    <a:cubicBezTo>
                      <a:pt x="0" y="23"/>
                      <a:pt x="22" y="0"/>
                      <a:pt x="40" y="18"/>
                    </a:cubicBezTo>
                    <a:cubicBezTo>
                      <a:pt x="40" y="18"/>
                      <a:pt x="49" y="21"/>
                      <a:pt x="43" y="25"/>
                    </a:cubicBezTo>
                    <a:cubicBezTo>
                      <a:pt x="37" y="29"/>
                      <a:pt x="13" y="41"/>
                      <a:pt x="0" y="2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707" name="Freeform 9">
                <a:extLst>
                  <a:ext uri="{FF2B5EF4-FFF2-40B4-BE49-F238E27FC236}">
                    <a16:creationId xmlns:a16="http://schemas.microsoft.com/office/drawing/2014/main" id="{223C85F0-CDBF-4A60-B1B3-78FDFC7CB5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2" y="988"/>
                <a:ext cx="53" cy="44"/>
              </a:xfrm>
              <a:custGeom>
                <a:avLst/>
                <a:gdLst>
                  <a:gd name="T0" fmla="*/ 62 w 49"/>
                  <a:gd name="T1" fmla="*/ 29 h 41"/>
                  <a:gd name="T2" fmla="*/ 12 w 49"/>
                  <a:gd name="T3" fmla="*/ 21 h 41"/>
                  <a:gd name="T4" fmla="*/ 10 w 49"/>
                  <a:gd name="T5" fmla="*/ 31 h 41"/>
                  <a:gd name="T6" fmla="*/ 62 w 49"/>
                  <a:gd name="T7" fmla="*/ 29 h 4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9" h="41">
                    <a:moveTo>
                      <a:pt x="49" y="23"/>
                    </a:moveTo>
                    <a:cubicBezTo>
                      <a:pt x="49" y="23"/>
                      <a:pt x="28" y="0"/>
                      <a:pt x="9" y="18"/>
                    </a:cubicBezTo>
                    <a:cubicBezTo>
                      <a:pt x="9" y="18"/>
                      <a:pt x="0" y="21"/>
                      <a:pt x="7" y="25"/>
                    </a:cubicBezTo>
                    <a:cubicBezTo>
                      <a:pt x="13" y="29"/>
                      <a:pt x="36" y="41"/>
                      <a:pt x="49" y="2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708" name="Freeform 10">
                <a:extLst>
                  <a:ext uri="{FF2B5EF4-FFF2-40B4-BE49-F238E27FC236}">
                    <a16:creationId xmlns:a16="http://schemas.microsoft.com/office/drawing/2014/main" id="{A23D4AD8-A493-413A-A78F-849DFF8426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3" y="843"/>
                <a:ext cx="1823" cy="3199"/>
              </a:xfrm>
              <a:custGeom>
                <a:avLst/>
                <a:gdLst>
                  <a:gd name="T0" fmla="*/ 1235 w 1705"/>
                  <a:gd name="T1" fmla="*/ 237 h 2997"/>
                  <a:gd name="T2" fmla="*/ 1241 w 1705"/>
                  <a:gd name="T3" fmla="*/ 303 h 2997"/>
                  <a:gd name="T4" fmla="*/ 1223 w 1705"/>
                  <a:gd name="T5" fmla="*/ 488 h 2997"/>
                  <a:gd name="T6" fmla="*/ 1913 w 1705"/>
                  <a:gd name="T7" fmla="*/ 1145 h 2997"/>
                  <a:gd name="T8" fmla="*/ 1953 w 1705"/>
                  <a:gd name="T9" fmla="*/ 1207 h 2997"/>
                  <a:gd name="T10" fmla="*/ 2017 w 1705"/>
                  <a:gd name="T11" fmla="*/ 1480 h 2997"/>
                  <a:gd name="T12" fmla="*/ 2044 w 1705"/>
                  <a:gd name="T13" fmla="*/ 1637 h 2997"/>
                  <a:gd name="T14" fmla="*/ 2027 w 1705"/>
                  <a:gd name="T15" fmla="*/ 1888 h 2997"/>
                  <a:gd name="T16" fmla="*/ 1944 w 1705"/>
                  <a:gd name="T17" fmla="*/ 1932 h 2997"/>
                  <a:gd name="T18" fmla="*/ 1921 w 1705"/>
                  <a:gd name="T19" fmla="*/ 1887 h 2997"/>
                  <a:gd name="T20" fmla="*/ 1869 w 1705"/>
                  <a:gd name="T21" fmla="*/ 1709 h 2997"/>
                  <a:gd name="T22" fmla="*/ 1852 w 1705"/>
                  <a:gd name="T23" fmla="*/ 1582 h 2997"/>
                  <a:gd name="T24" fmla="*/ 1722 w 1705"/>
                  <a:gd name="T25" fmla="*/ 1485 h 2997"/>
                  <a:gd name="T26" fmla="*/ 1773 w 1705"/>
                  <a:gd name="T27" fmla="*/ 2394 h 2997"/>
                  <a:gd name="T28" fmla="*/ 1736 w 1705"/>
                  <a:gd name="T29" fmla="*/ 2563 h 2997"/>
                  <a:gd name="T30" fmla="*/ 1696 w 1705"/>
                  <a:gd name="T31" fmla="*/ 3282 h 2997"/>
                  <a:gd name="T32" fmla="*/ 1690 w 1705"/>
                  <a:gd name="T33" fmla="*/ 3382 h 2997"/>
                  <a:gd name="T34" fmla="*/ 1833 w 1705"/>
                  <a:gd name="T35" fmla="*/ 3511 h 2997"/>
                  <a:gd name="T36" fmla="*/ 1875 w 1705"/>
                  <a:gd name="T37" fmla="*/ 3585 h 2997"/>
                  <a:gd name="T38" fmla="*/ 1779 w 1705"/>
                  <a:gd name="T39" fmla="*/ 3640 h 2997"/>
                  <a:gd name="T40" fmla="*/ 1666 w 1705"/>
                  <a:gd name="T41" fmla="*/ 3568 h 2997"/>
                  <a:gd name="T42" fmla="*/ 1452 w 1705"/>
                  <a:gd name="T43" fmla="*/ 3403 h 2997"/>
                  <a:gd name="T44" fmla="*/ 1210 w 1705"/>
                  <a:gd name="T45" fmla="*/ 2797 h 2997"/>
                  <a:gd name="T46" fmla="*/ 1223 w 1705"/>
                  <a:gd name="T47" fmla="*/ 2592 h 2997"/>
                  <a:gd name="T48" fmla="*/ 1079 w 1705"/>
                  <a:gd name="T49" fmla="*/ 2319 h 2997"/>
                  <a:gd name="T50" fmla="*/ 1046 w 1705"/>
                  <a:gd name="T51" fmla="*/ 2064 h 2997"/>
                  <a:gd name="T52" fmla="*/ 1010 w 1705"/>
                  <a:gd name="T53" fmla="*/ 2234 h 2997"/>
                  <a:gd name="T54" fmla="*/ 920 w 1705"/>
                  <a:gd name="T55" fmla="*/ 2547 h 2997"/>
                  <a:gd name="T56" fmla="*/ 863 w 1705"/>
                  <a:gd name="T57" fmla="*/ 2656 h 2997"/>
                  <a:gd name="T58" fmla="*/ 674 w 1705"/>
                  <a:gd name="T59" fmla="*/ 3319 h 2997"/>
                  <a:gd name="T60" fmla="*/ 455 w 1705"/>
                  <a:gd name="T61" fmla="*/ 3533 h 2997"/>
                  <a:gd name="T62" fmla="*/ 358 w 1705"/>
                  <a:gd name="T63" fmla="*/ 3612 h 2997"/>
                  <a:gd name="T64" fmla="*/ 226 w 1705"/>
                  <a:gd name="T65" fmla="*/ 3611 h 2997"/>
                  <a:gd name="T66" fmla="*/ 236 w 1705"/>
                  <a:gd name="T67" fmla="*/ 3520 h 2997"/>
                  <a:gd name="T68" fmla="*/ 357 w 1705"/>
                  <a:gd name="T69" fmla="*/ 3428 h 2997"/>
                  <a:gd name="T70" fmla="*/ 392 w 1705"/>
                  <a:gd name="T71" fmla="*/ 3319 h 2997"/>
                  <a:gd name="T72" fmla="*/ 389 w 1705"/>
                  <a:gd name="T73" fmla="*/ 2677 h 2997"/>
                  <a:gd name="T74" fmla="*/ 340 w 1705"/>
                  <a:gd name="T75" fmla="*/ 2438 h 2997"/>
                  <a:gd name="T76" fmla="*/ 278 w 1705"/>
                  <a:gd name="T77" fmla="*/ 1691 h 2997"/>
                  <a:gd name="T78" fmla="*/ 243 w 1705"/>
                  <a:gd name="T79" fmla="*/ 1565 h 2997"/>
                  <a:gd name="T80" fmla="*/ 211 w 1705"/>
                  <a:gd name="T81" fmla="*/ 1647 h 2997"/>
                  <a:gd name="T82" fmla="*/ 195 w 1705"/>
                  <a:gd name="T83" fmla="*/ 1862 h 2997"/>
                  <a:gd name="T84" fmla="*/ 158 w 1705"/>
                  <a:gd name="T85" fmla="*/ 1927 h 2997"/>
                  <a:gd name="T86" fmla="*/ 90 w 1705"/>
                  <a:gd name="T87" fmla="*/ 1920 h 2997"/>
                  <a:gd name="T88" fmla="*/ 19 w 1705"/>
                  <a:gd name="T89" fmla="*/ 1787 h 2997"/>
                  <a:gd name="T90" fmla="*/ 71 w 1705"/>
                  <a:gd name="T91" fmla="*/ 1565 h 2997"/>
                  <a:gd name="T92" fmla="*/ 115 w 1705"/>
                  <a:gd name="T93" fmla="*/ 1238 h 2997"/>
                  <a:gd name="T94" fmla="*/ 142 w 1705"/>
                  <a:gd name="T95" fmla="*/ 1170 h 2997"/>
                  <a:gd name="T96" fmla="*/ 399 w 1705"/>
                  <a:gd name="T97" fmla="*/ 715 h 2997"/>
                  <a:gd name="T98" fmla="*/ 860 w 1705"/>
                  <a:gd name="T99" fmla="*/ 336 h 2997"/>
                  <a:gd name="T100" fmla="*/ 831 w 1705"/>
                  <a:gd name="T101" fmla="*/ 242 h 2997"/>
                  <a:gd name="T102" fmla="*/ 1024 w 1705"/>
                  <a:gd name="T103" fmla="*/ 5 h 2997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0" t="0" r="r" b="b"/>
                <a:pathLst>
                  <a:path w="1705" h="2997">
                    <a:moveTo>
                      <a:pt x="868" y="5"/>
                    </a:moveTo>
                    <a:cubicBezTo>
                      <a:pt x="868" y="5"/>
                      <a:pt x="1006" y="0"/>
                      <a:pt x="1013" y="147"/>
                    </a:cubicBezTo>
                    <a:cubicBezTo>
                      <a:pt x="1015" y="186"/>
                      <a:pt x="1010" y="195"/>
                      <a:pt x="1010" y="195"/>
                    </a:cubicBezTo>
                    <a:cubicBezTo>
                      <a:pt x="1010" y="195"/>
                      <a:pt x="1022" y="191"/>
                      <a:pt x="1025" y="200"/>
                    </a:cubicBezTo>
                    <a:cubicBezTo>
                      <a:pt x="1029" y="209"/>
                      <a:pt x="1026" y="217"/>
                      <a:pt x="1023" y="223"/>
                    </a:cubicBezTo>
                    <a:cubicBezTo>
                      <a:pt x="1020" y="229"/>
                      <a:pt x="1017" y="242"/>
                      <a:pt x="1016" y="249"/>
                    </a:cubicBezTo>
                    <a:cubicBezTo>
                      <a:pt x="1014" y="256"/>
                      <a:pt x="1015" y="276"/>
                      <a:pt x="1002" y="276"/>
                    </a:cubicBezTo>
                    <a:cubicBezTo>
                      <a:pt x="1002" y="276"/>
                      <a:pt x="1004" y="347"/>
                      <a:pt x="985" y="385"/>
                    </a:cubicBezTo>
                    <a:cubicBezTo>
                      <a:pt x="985" y="385"/>
                      <a:pt x="996" y="387"/>
                      <a:pt x="1001" y="401"/>
                    </a:cubicBezTo>
                    <a:cubicBezTo>
                      <a:pt x="1001" y="401"/>
                      <a:pt x="1319" y="410"/>
                      <a:pt x="1379" y="588"/>
                    </a:cubicBezTo>
                    <a:cubicBezTo>
                      <a:pt x="1385" y="605"/>
                      <a:pt x="1406" y="641"/>
                      <a:pt x="1461" y="700"/>
                    </a:cubicBezTo>
                    <a:cubicBezTo>
                      <a:pt x="1516" y="760"/>
                      <a:pt x="1555" y="838"/>
                      <a:pt x="1565" y="942"/>
                    </a:cubicBezTo>
                    <a:cubicBezTo>
                      <a:pt x="1565" y="942"/>
                      <a:pt x="1584" y="951"/>
                      <a:pt x="1589" y="962"/>
                    </a:cubicBezTo>
                    <a:cubicBezTo>
                      <a:pt x="1595" y="972"/>
                      <a:pt x="1594" y="983"/>
                      <a:pt x="1596" y="983"/>
                    </a:cubicBezTo>
                    <a:cubicBezTo>
                      <a:pt x="1598" y="984"/>
                      <a:pt x="1598" y="989"/>
                      <a:pt x="1598" y="993"/>
                    </a:cubicBezTo>
                    <a:cubicBezTo>
                      <a:pt x="1599" y="996"/>
                      <a:pt x="1598" y="999"/>
                      <a:pt x="1611" y="1018"/>
                    </a:cubicBezTo>
                    <a:cubicBezTo>
                      <a:pt x="1624" y="1037"/>
                      <a:pt x="1635" y="1073"/>
                      <a:pt x="1638" y="1111"/>
                    </a:cubicBezTo>
                    <a:cubicBezTo>
                      <a:pt x="1641" y="1148"/>
                      <a:pt x="1643" y="1198"/>
                      <a:pt x="1650" y="1217"/>
                    </a:cubicBezTo>
                    <a:cubicBezTo>
                      <a:pt x="1657" y="1236"/>
                      <a:pt x="1669" y="1265"/>
                      <a:pt x="1648" y="1286"/>
                    </a:cubicBezTo>
                    <a:cubicBezTo>
                      <a:pt x="1648" y="1286"/>
                      <a:pt x="1665" y="1288"/>
                      <a:pt x="1667" y="1304"/>
                    </a:cubicBezTo>
                    <a:cubicBezTo>
                      <a:pt x="1668" y="1320"/>
                      <a:pt x="1667" y="1330"/>
                      <a:pt x="1672" y="1346"/>
                    </a:cubicBezTo>
                    <a:cubicBezTo>
                      <a:pt x="1678" y="1362"/>
                      <a:pt x="1705" y="1451"/>
                      <a:pt x="1689" y="1469"/>
                    </a:cubicBezTo>
                    <a:cubicBezTo>
                      <a:pt x="1673" y="1486"/>
                      <a:pt x="1676" y="1487"/>
                      <a:pt x="1676" y="1495"/>
                    </a:cubicBezTo>
                    <a:cubicBezTo>
                      <a:pt x="1675" y="1503"/>
                      <a:pt x="1665" y="1547"/>
                      <a:pt x="1658" y="1552"/>
                    </a:cubicBezTo>
                    <a:cubicBezTo>
                      <a:pt x="1652" y="1558"/>
                      <a:pt x="1642" y="1574"/>
                      <a:pt x="1632" y="1579"/>
                    </a:cubicBezTo>
                    <a:cubicBezTo>
                      <a:pt x="1622" y="1583"/>
                      <a:pt x="1603" y="1603"/>
                      <a:pt x="1594" y="1597"/>
                    </a:cubicBezTo>
                    <a:cubicBezTo>
                      <a:pt x="1594" y="1597"/>
                      <a:pt x="1591" y="1594"/>
                      <a:pt x="1590" y="1589"/>
                    </a:cubicBezTo>
                    <a:cubicBezTo>
                      <a:pt x="1590" y="1589"/>
                      <a:pt x="1581" y="1591"/>
                      <a:pt x="1577" y="1584"/>
                    </a:cubicBezTo>
                    <a:cubicBezTo>
                      <a:pt x="1573" y="1578"/>
                      <a:pt x="1574" y="1568"/>
                      <a:pt x="1574" y="1568"/>
                    </a:cubicBezTo>
                    <a:cubicBezTo>
                      <a:pt x="1574" y="1568"/>
                      <a:pt x="1570" y="1560"/>
                      <a:pt x="1572" y="1551"/>
                    </a:cubicBezTo>
                    <a:cubicBezTo>
                      <a:pt x="1572" y="1551"/>
                      <a:pt x="1547" y="1556"/>
                      <a:pt x="1546" y="1531"/>
                    </a:cubicBezTo>
                    <a:cubicBezTo>
                      <a:pt x="1545" y="1506"/>
                      <a:pt x="1546" y="1484"/>
                      <a:pt x="1539" y="1466"/>
                    </a:cubicBezTo>
                    <a:cubicBezTo>
                      <a:pt x="1533" y="1448"/>
                      <a:pt x="1530" y="1422"/>
                      <a:pt x="1529" y="1405"/>
                    </a:cubicBezTo>
                    <a:cubicBezTo>
                      <a:pt x="1528" y="1387"/>
                      <a:pt x="1530" y="1364"/>
                      <a:pt x="1533" y="1355"/>
                    </a:cubicBezTo>
                    <a:cubicBezTo>
                      <a:pt x="1536" y="1345"/>
                      <a:pt x="1538" y="1343"/>
                      <a:pt x="1532" y="1333"/>
                    </a:cubicBezTo>
                    <a:cubicBezTo>
                      <a:pt x="1525" y="1322"/>
                      <a:pt x="1514" y="1308"/>
                      <a:pt x="1515" y="1300"/>
                    </a:cubicBezTo>
                    <a:cubicBezTo>
                      <a:pt x="1516" y="1293"/>
                      <a:pt x="1512" y="1291"/>
                      <a:pt x="1507" y="1286"/>
                    </a:cubicBezTo>
                    <a:cubicBezTo>
                      <a:pt x="1502" y="1282"/>
                      <a:pt x="1406" y="1224"/>
                      <a:pt x="1374" y="1129"/>
                    </a:cubicBezTo>
                    <a:cubicBezTo>
                      <a:pt x="1374" y="1129"/>
                      <a:pt x="1385" y="1190"/>
                      <a:pt x="1409" y="1221"/>
                    </a:cubicBezTo>
                    <a:cubicBezTo>
                      <a:pt x="1433" y="1252"/>
                      <a:pt x="1466" y="1289"/>
                      <a:pt x="1479" y="1390"/>
                    </a:cubicBezTo>
                    <a:cubicBezTo>
                      <a:pt x="1492" y="1491"/>
                      <a:pt x="1508" y="1666"/>
                      <a:pt x="1509" y="1718"/>
                    </a:cubicBezTo>
                    <a:cubicBezTo>
                      <a:pt x="1510" y="1770"/>
                      <a:pt x="1513" y="1892"/>
                      <a:pt x="1451" y="1968"/>
                    </a:cubicBezTo>
                    <a:cubicBezTo>
                      <a:pt x="1432" y="1991"/>
                      <a:pt x="1428" y="2005"/>
                      <a:pt x="1428" y="2005"/>
                    </a:cubicBezTo>
                    <a:cubicBezTo>
                      <a:pt x="1428" y="2005"/>
                      <a:pt x="1425" y="2021"/>
                      <a:pt x="1427" y="2039"/>
                    </a:cubicBezTo>
                    <a:cubicBezTo>
                      <a:pt x="1429" y="2057"/>
                      <a:pt x="1435" y="2081"/>
                      <a:pt x="1421" y="2107"/>
                    </a:cubicBezTo>
                    <a:cubicBezTo>
                      <a:pt x="1407" y="2133"/>
                      <a:pt x="1379" y="2164"/>
                      <a:pt x="1388" y="2202"/>
                    </a:cubicBezTo>
                    <a:cubicBezTo>
                      <a:pt x="1397" y="2240"/>
                      <a:pt x="1459" y="2431"/>
                      <a:pt x="1388" y="2660"/>
                    </a:cubicBezTo>
                    <a:cubicBezTo>
                      <a:pt x="1376" y="2698"/>
                      <a:pt x="1384" y="2690"/>
                      <a:pt x="1387" y="2699"/>
                    </a:cubicBezTo>
                    <a:cubicBezTo>
                      <a:pt x="1390" y="2708"/>
                      <a:pt x="1391" y="2721"/>
                      <a:pt x="1385" y="2729"/>
                    </a:cubicBezTo>
                    <a:cubicBezTo>
                      <a:pt x="1379" y="2737"/>
                      <a:pt x="1383" y="2755"/>
                      <a:pt x="1378" y="2763"/>
                    </a:cubicBezTo>
                    <a:cubicBezTo>
                      <a:pt x="1373" y="2771"/>
                      <a:pt x="1376" y="2777"/>
                      <a:pt x="1383" y="2781"/>
                    </a:cubicBezTo>
                    <a:cubicBezTo>
                      <a:pt x="1390" y="2785"/>
                      <a:pt x="1403" y="2801"/>
                      <a:pt x="1414" y="2819"/>
                    </a:cubicBezTo>
                    <a:cubicBezTo>
                      <a:pt x="1425" y="2837"/>
                      <a:pt x="1455" y="2856"/>
                      <a:pt x="1467" y="2867"/>
                    </a:cubicBezTo>
                    <a:cubicBezTo>
                      <a:pt x="1479" y="2878"/>
                      <a:pt x="1499" y="2886"/>
                      <a:pt x="1499" y="2886"/>
                    </a:cubicBezTo>
                    <a:cubicBezTo>
                      <a:pt x="1499" y="2886"/>
                      <a:pt x="1509" y="2890"/>
                      <a:pt x="1512" y="2895"/>
                    </a:cubicBezTo>
                    <a:cubicBezTo>
                      <a:pt x="1515" y="2900"/>
                      <a:pt x="1532" y="2900"/>
                      <a:pt x="1529" y="2919"/>
                    </a:cubicBezTo>
                    <a:cubicBezTo>
                      <a:pt x="1529" y="2919"/>
                      <a:pt x="1543" y="2929"/>
                      <a:pt x="1534" y="2948"/>
                    </a:cubicBezTo>
                    <a:cubicBezTo>
                      <a:pt x="1534" y="2948"/>
                      <a:pt x="1537" y="2965"/>
                      <a:pt x="1521" y="2969"/>
                    </a:cubicBezTo>
                    <a:cubicBezTo>
                      <a:pt x="1521" y="2969"/>
                      <a:pt x="1512" y="2986"/>
                      <a:pt x="1493" y="2978"/>
                    </a:cubicBezTo>
                    <a:cubicBezTo>
                      <a:pt x="1493" y="2978"/>
                      <a:pt x="1478" y="2997"/>
                      <a:pt x="1455" y="2993"/>
                    </a:cubicBezTo>
                    <a:cubicBezTo>
                      <a:pt x="1431" y="2989"/>
                      <a:pt x="1422" y="2969"/>
                      <a:pt x="1412" y="2970"/>
                    </a:cubicBezTo>
                    <a:cubicBezTo>
                      <a:pt x="1402" y="2970"/>
                      <a:pt x="1390" y="2969"/>
                      <a:pt x="1380" y="2951"/>
                    </a:cubicBezTo>
                    <a:cubicBezTo>
                      <a:pt x="1369" y="2932"/>
                      <a:pt x="1368" y="2937"/>
                      <a:pt x="1363" y="2934"/>
                    </a:cubicBezTo>
                    <a:cubicBezTo>
                      <a:pt x="1359" y="2931"/>
                      <a:pt x="1333" y="2905"/>
                      <a:pt x="1333" y="2905"/>
                    </a:cubicBezTo>
                    <a:cubicBezTo>
                      <a:pt x="1333" y="2905"/>
                      <a:pt x="1229" y="2918"/>
                      <a:pt x="1211" y="2872"/>
                    </a:cubicBezTo>
                    <a:cubicBezTo>
                      <a:pt x="1193" y="2825"/>
                      <a:pt x="1219" y="2812"/>
                      <a:pt x="1188" y="2798"/>
                    </a:cubicBezTo>
                    <a:cubicBezTo>
                      <a:pt x="1157" y="2785"/>
                      <a:pt x="1155" y="2748"/>
                      <a:pt x="1155" y="2729"/>
                    </a:cubicBezTo>
                    <a:cubicBezTo>
                      <a:pt x="1154" y="2710"/>
                      <a:pt x="1160" y="2694"/>
                      <a:pt x="1130" y="2666"/>
                    </a:cubicBezTo>
                    <a:cubicBezTo>
                      <a:pt x="1100" y="2638"/>
                      <a:pt x="967" y="2530"/>
                      <a:pt x="990" y="2300"/>
                    </a:cubicBezTo>
                    <a:cubicBezTo>
                      <a:pt x="997" y="2230"/>
                      <a:pt x="996" y="2196"/>
                      <a:pt x="1000" y="2184"/>
                    </a:cubicBezTo>
                    <a:cubicBezTo>
                      <a:pt x="1003" y="2171"/>
                      <a:pt x="992" y="2167"/>
                      <a:pt x="993" y="2154"/>
                    </a:cubicBezTo>
                    <a:cubicBezTo>
                      <a:pt x="994" y="2142"/>
                      <a:pt x="1003" y="2138"/>
                      <a:pt x="1001" y="2131"/>
                    </a:cubicBezTo>
                    <a:cubicBezTo>
                      <a:pt x="999" y="2124"/>
                      <a:pt x="975" y="2142"/>
                      <a:pt x="953" y="2094"/>
                    </a:cubicBezTo>
                    <a:cubicBezTo>
                      <a:pt x="931" y="2046"/>
                      <a:pt x="943" y="2047"/>
                      <a:pt x="906" y="2001"/>
                    </a:cubicBezTo>
                    <a:cubicBezTo>
                      <a:pt x="870" y="1955"/>
                      <a:pt x="879" y="1936"/>
                      <a:pt x="883" y="1907"/>
                    </a:cubicBezTo>
                    <a:cubicBezTo>
                      <a:pt x="888" y="1877"/>
                      <a:pt x="892" y="1858"/>
                      <a:pt x="879" y="1837"/>
                    </a:cubicBezTo>
                    <a:cubicBezTo>
                      <a:pt x="866" y="1816"/>
                      <a:pt x="847" y="1782"/>
                      <a:pt x="862" y="1694"/>
                    </a:cubicBezTo>
                    <a:cubicBezTo>
                      <a:pt x="862" y="1694"/>
                      <a:pt x="860" y="1699"/>
                      <a:pt x="856" y="1698"/>
                    </a:cubicBezTo>
                    <a:cubicBezTo>
                      <a:pt x="850" y="1698"/>
                      <a:pt x="850" y="1698"/>
                      <a:pt x="850" y="1698"/>
                    </a:cubicBezTo>
                    <a:cubicBezTo>
                      <a:pt x="845" y="1699"/>
                      <a:pt x="844" y="1694"/>
                      <a:pt x="844" y="1694"/>
                    </a:cubicBezTo>
                    <a:cubicBezTo>
                      <a:pt x="858" y="1782"/>
                      <a:pt x="840" y="1816"/>
                      <a:pt x="827" y="1837"/>
                    </a:cubicBezTo>
                    <a:cubicBezTo>
                      <a:pt x="814" y="1858"/>
                      <a:pt x="817" y="1877"/>
                      <a:pt x="822" y="1907"/>
                    </a:cubicBezTo>
                    <a:cubicBezTo>
                      <a:pt x="827" y="1936"/>
                      <a:pt x="835" y="1955"/>
                      <a:pt x="799" y="2001"/>
                    </a:cubicBezTo>
                    <a:cubicBezTo>
                      <a:pt x="763" y="2047"/>
                      <a:pt x="774" y="2046"/>
                      <a:pt x="752" y="2094"/>
                    </a:cubicBezTo>
                    <a:cubicBezTo>
                      <a:pt x="730" y="2142"/>
                      <a:pt x="707" y="2124"/>
                      <a:pt x="704" y="2131"/>
                    </a:cubicBezTo>
                    <a:cubicBezTo>
                      <a:pt x="702" y="2138"/>
                      <a:pt x="712" y="2142"/>
                      <a:pt x="713" y="2154"/>
                    </a:cubicBezTo>
                    <a:cubicBezTo>
                      <a:pt x="714" y="2167"/>
                      <a:pt x="702" y="2171"/>
                      <a:pt x="706" y="2184"/>
                    </a:cubicBezTo>
                    <a:cubicBezTo>
                      <a:pt x="709" y="2196"/>
                      <a:pt x="708" y="2230"/>
                      <a:pt x="715" y="2300"/>
                    </a:cubicBezTo>
                    <a:cubicBezTo>
                      <a:pt x="739" y="2530"/>
                      <a:pt x="605" y="2638"/>
                      <a:pt x="575" y="2666"/>
                    </a:cubicBezTo>
                    <a:cubicBezTo>
                      <a:pt x="545" y="2694"/>
                      <a:pt x="551" y="2710"/>
                      <a:pt x="551" y="2729"/>
                    </a:cubicBezTo>
                    <a:cubicBezTo>
                      <a:pt x="550" y="2748"/>
                      <a:pt x="549" y="2785"/>
                      <a:pt x="517" y="2798"/>
                    </a:cubicBezTo>
                    <a:cubicBezTo>
                      <a:pt x="486" y="2812"/>
                      <a:pt x="513" y="2825"/>
                      <a:pt x="495" y="2872"/>
                    </a:cubicBezTo>
                    <a:cubicBezTo>
                      <a:pt x="477" y="2918"/>
                      <a:pt x="372" y="2905"/>
                      <a:pt x="372" y="2905"/>
                    </a:cubicBezTo>
                    <a:cubicBezTo>
                      <a:pt x="372" y="2905"/>
                      <a:pt x="347" y="2931"/>
                      <a:pt x="342" y="2934"/>
                    </a:cubicBezTo>
                    <a:cubicBezTo>
                      <a:pt x="338" y="2937"/>
                      <a:pt x="337" y="2932"/>
                      <a:pt x="326" y="2951"/>
                    </a:cubicBezTo>
                    <a:cubicBezTo>
                      <a:pt x="315" y="2969"/>
                      <a:pt x="303" y="2970"/>
                      <a:pt x="293" y="2970"/>
                    </a:cubicBezTo>
                    <a:cubicBezTo>
                      <a:pt x="284" y="2969"/>
                      <a:pt x="274" y="2989"/>
                      <a:pt x="251" y="2993"/>
                    </a:cubicBezTo>
                    <a:cubicBezTo>
                      <a:pt x="228" y="2997"/>
                      <a:pt x="213" y="2978"/>
                      <a:pt x="213" y="2978"/>
                    </a:cubicBezTo>
                    <a:cubicBezTo>
                      <a:pt x="193" y="2986"/>
                      <a:pt x="184" y="2969"/>
                      <a:pt x="184" y="2969"/>
                    </a:cubicBezTo>
                    <a:cubicBezTo>
                      <a:pt x="168" y="2965"/>
                      <a:pt x="172" y="2948"/>
                      <a:pt x="172" y="2948"/>
                    </a:cubicBezTo>
                    <a:cubicBezTo>
                      <a:pt x="162" y="2929"/>
                      <a:pt x="177" y="2919"/>
                      <a:pt x="177" y="2919"/>
                    </a:cubicBezTo>
                    <a:cubicBezTo>
                      <a:pt x="174" y="2900"/>
                      <a:pt x="191" y="2900"/>
                      <a:pt x="194" y="2895"/>
                    </a:cubicBezTo>
                    <a:cubicBezTo>
                      <a:pt x="197" y="2890"/>
                      <a:pt x="207" y="2886"/>
                      <a:pt x="207" y="2886"/>
                    </a:cubicBezTo>
                    <a:cubicBezTo>
                      <a:pt x="207" y="2886"/>
                      <a:pt x="227" y="2878"/>
                      <a:pt x="239" y="2867"/>
                    </a:cubicBezTo>
                    <a:cubicBezTo>
                      <a:pt x="251" y="2856"/>
                      <a:pt x="281" y="2837"/>
                      <a:pt x="292" y="2819"/>
                    </a:cubicBezTo>
                    <a:cubicBezTo>
                      <a:pt x="303" y="2801"/>
                      <a:pt x="316" y="2785"/>
                      <a:pt x="323" y="2781"/>
                    </a:cubicBezTo>
                    <a:cubicBezTo>
                      <a:pt x="330" y="2777"/>
                      <a:pt x="333" y="2771"/>
                      <a:pt x="328" y="2763"/>
                    </a:cubicBezTo>
                    <a:cubicBezTo>
                      <a:pt x="323" y="2755"/>
                      <a:pt x="327" y="2737"/>
                      <a:pt x="321" y="2729"/>
                    </a:cubicBezTo>
                    <a:cubicBezTo>
                      <a:pt x="315" y="2721"/>
                      <a:pt x="316" y="2708"/>
                      <a:pt x="319" y="2699"/>
                    </a:cubicBezTo>
                    <a:cubicBezTo>
                      <a:pt x="322" y="2690"/>
                      <a:pt x="329" y="2698"/>
                      <a:pt x="318" y="2660"/>
                    </a:cubicBezTo>
                    <a:cubicBezTo>
                      <a:pt x="247" y="2431"/>
                      <a:pt x="309" y="2240"/>
                      <a:pt x="318" y="2202"/>
                    </a:cubicBezTo>
                    <a:cubicBezTo>
                      <a:pt x="327" y="2164"/>
                      <a:pt x="299" y="2133"/>
                      <a:pt x="285" y="2107"/>
                    </a:cubicBezTo>
                    <a:cubicBezTo>
                      <a:pt x="271" y="2081"/>
                      <a:pt x="277" y="2057"/>
                      <a:pt x="279" y="2039"/>
                    </a:cubicBezTo>
                    <a:cubicBezTo>
                      <a:pt x="281" y="2021"/>
                      <a:pt x="278" y="2005"/>
                      <a:pt x="278" y="2005"/>
                    </a:cubicBezTo>
                    <a:cubicBezTo>
                      <a:pt x="278" y="2005"/>
                      <a:pt x="274" y="1991"/>
                      <a:pt x="255" y="1968"/>
                    </a:cubicBezTo>
                    <a:cubicBezTo>
                      <a:pt x="192" y="1892"/>
                      <a:pt x="196" y="1770"/>
                      <a:pt x="197" y="1718"/>
                    </a:cubicBezTo>
                    <a:cubicBezTo>
                      <a:pt x="198" y="1666"/>
                      <a:pt x="214" y="1491"/>
                      <a:pt x="227" y="1390"/>
                    </a:cubicBezTo>
                    <a:cubicBezTo>
                      <a:pt x="240" y="1289"/>
                      <a:pt x="272" y="1252"/>
                      <a:pt x="296" y="1221"/>
                    </a:cubicBezTo>
                    <a:cubicBezTo>
                      <a:pt x="321" y="1190"/>
                      <a:pt x="332" y="1129"/>
                      <a:pt x="332" y="1129"/>
                    </a:cubicBezTo>
                    <a:cubicBezTo>
                      <a:pt x="299" y="1224"/>
                      <a:pt x="203" y="1282"/>
                      <a:pt x="198" y="1286"/>
                    </a:cubicBezTo>
                    <a:cubicBezTo>
                      <a:pt x="193" y="1291"/>
                      <a:pt x="190" y="1293"/>
                      <a:pt x="190" y="1300"/>
                    </a:cubicBezTo>
                    <a:cubicBezTo>
                      <a:pt x="191" y="1308"/>
                      <a:pt x="180" y="1322"/>
                      <a:pt x="174" y="1333"/>
                    </a:cubicBezTo>
                    <a:cubicBezTo>
                      <a:pt x="167" y="1343"/>
                      <a:pt x="169" y="1345"/>
                      <a:pt x="172" y="1355"/>
                    </a:cubicBezTo>
                    <a:cubicBezTo>
                      <a:pt x="175" y="1364"/>
                      <a:pt x="178" y="1387"/>
                      <a:pt x="176" y="1405"/>
                    </a:cubicBezTo>
                    <a:cubicBezTo>
                      <a:pt x="175" y="1422"/>
                      <a:pt x="172" y="1448"/>
                      <a:pt x="166" y="1466"/>
                    </a:cubicBezTo>
                    <a:cubicBezTo>
                      <a:pt x="160" y="1484"/>
                      <a:pt x="160" y="1506"/>
                      <a:pt x="159" y="1531"/>
                    </a:cubicBezTo>
                    <a:cubicBezTo>
                      <a:pt x="158" y="1556"/>
                      <a:pt x="134" y="1551"/>
                      <a:pt x="134" y="1551"/>
                    </a:cubicBezTo>
                    <a:cubicBezTo>
                      <a:pt x="136" y="1560"/>
                      <a:pt x="132" y="1568"/>
                      <a:pt x="132" y="1568"/>
                    </a:cubicBezTo>
                    <a:cubicBezTo>
                      <a:pt x="132" y="1568"/>
                      <a:pt x="133" y="1578"/>
                      <a:pt x="129" y="1584"/>
                    </a:cubicBezTo>
                    <a:cubicBezTo>
                      <a:pt x="125" y="1591"/>
                      <a:pt x="115" y="1589"/>
                      <a:pt x="115" y="1589"/>
                    </a:cubicBezTo>
                    <a:cubicBezTo>
                      <a:pt x="115" y="1594"/>
                      <a:pt x="111" y="1597"/>
                      <a:pt x="111" y="1597"/>
                    </a:cubicBezTo>
                    <a:cubicBezTo>
                      <a:pt x="103" y="1603"/>
                      <a:pt x="83" y="1583"/>
                      <a:pt x="74" y="1579"/>
                    </a:cubicBezTo>
                    <a:cubicBezTo>
                      <a:pt x="64" y="1574"/>
                      <a:pt x="53" y="1558"/>
                      <a:pt x="47" y="1552"/>
                    </a:cubicBezTo>
                    <a:cubicBezTo>
                      <a:pt x="41" y="1547"/>
                      <a:pt x="30" y="1503"/>
                      <a:pt x="30" y="1495"/>
                    </a:cubicBezTo>
                    <a:cubicBezTo>
                      <a:pt x="29" y="1487"/>
                      <a:pt x="32" y="1486"/>
                      <a:pt x="16" y="1469"/>
                    </a:cubicBezTo>
                    <a:cubicBezTo>
                      <a:pt x="0" y="1451"/>
                      <a:pt x="28" y="1362"/>
                      <a:pt x="33" y="1346"/>
                    </a:cubicBezTo>
                    <a:cubicBezTo>
                      <a:pt x="39" y="1330"/>
                      <a:pt x="37" y="1320"/>
                      <a:pt x="39" y="1304"/>
                    </a:cubicBezTo>
                    <a:cubicBezTo>
                      <a:pt x="40" y="1288"/>
                      <a:pt x="58" y="1286"/>
                      <a:pt x="58" y="1286"/>
                    </a:cubicBezTo>
                    <a:cubicBezTo>
                      <a:pt x="37" y="1265"/>
                      <a:pt x="49" y="1236"/>
                      <a:pt x="55" y="1217"/>
                    </a:cubicBezTo>
                    <a:cubicBezTo>
                      <a:pt x="62" y="1198"/>
                      <a:pt x="65" y="1148"/>
                      <a:pt x="67" y="1111"/>
                    </a:cubicBezTo>
                    <a:cubicBezTo>
                      <a:pt x="70" y="1073"/>
                      <a:pt x="82" y="1037"/>
                      <a:pt x="94" y="1018"/>
                    </a:cubicBezTo>
                    <a:cubicBezTo>
                      <a:pt x="107" y="999"/>
                      <a:pt x="106" y="996"/>
                      <a:pt x="107" y="993"/>
                    </a:cubicBezTo>
                    <a:cubicBezTo>
                      <a:pt x="108" y="989"/>
                      <a:pt x="107" y="984"/>
                      <a:pt x="109" y="983"/>
                    </a:cubicBezTo>
                    <a:cubicBezTo>
                      <a:pt x="111" y="983"/>
                      <a:pt x="110" y="972"/>
                      <a:pt x="116" y="962"/>
                    </a:cubicBezTo>
                    <a:cubicBezTo>
                      <a:pt x="122" y="951"/>
                      <a:pt x="140" y="942"/>
                      <a:pt x="140" y="942"/>
                    </a:cubicBezTo>
                    <a:cubicBezTo>
                      <a:pt x="151" y="838"/>
                      <a:pt x="189" y="760"/>
                      <a:pt x="244" y="700"/>
                    </a:cubicBezTo>
                    <a:cubicBezTo>
                      <a:pt x="299" y="641"/>
                      <a:pt x="321" y="605"/>
                      <a:pt x="326" y="588"/>
                    </a:cubicBezTo>
                    <a:cubicBezTo>
                      <a:pt x="386" y="410"/>
                      <a:pt x="704" y="401"/>
                      <a:pt x="704" y="401"/>
                    </a:cubicBezTo>
                    <a:cubicBezTo>
                      <a:pt x="709" y="387"/>
                      <a:pt x="721" y="385"/>
                      <a:pt x="721" y="385"/>
                    </a:cubicBezTo>
                    <a:cubicBezTo>
                      <a:pt x="701" y="347"/>
                      <a:pt x="703" y="276"/>
                      <a:pt x="703" y="276"/>
                    </a:cubicBezTo>
                    <a:cubicBezTo>
                      <a:pt x="691" y="276"/>
                      <a:pt x="691" y="256"/>
                      <a:pt x="690" y="249"/>
                    </a:cubicBezTo>
                    <a:cubicBezTo>
                      <a:pt x="688" y="242"/>
                      <a:pt x="685" y="229"/>
                      <a:pt x="682" y="223"/>
                    </a:cubicBezTo>
                    <a:cubicBezTo>
                      <a:pt x="679" y="217"/>
                      <a:pt x="677" y="209"/>
                      <a:pt x="680" y="200"/>
                    </a:cubicBezTo>
                    <a:cubicBezTo>
                      <a:pt x="684" y="191"/>
                      <a:pt x="695" y="195"/>
                      <a:pt x="695" y="195"/>
                    </a:cubicBezTo>
                    <a:cubicBezTo>
                      <a:pt x="695" y="195"/>
                      <a:pt x="691" y="186"/>
                      <a:pt x="693" y="147"/>
                    </a:cubicBezTo>
                    <a:cubicBezTo>
                      <a:pt x="699" y="0"/>
                      <a:pt x="838" y="5"/>
                      <a:pt x="838" y="5"/>
                    </a:cubicBezTo>
                    <a:lnTo>
                      <a:pt x="868" y="5"/>
                    </a:lnTo>
                    <a:close/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709" name="Freeform 11">
                <a:extLst>
                  <a:ext uri="{FF2B5EF4-FFF2-40B4-BE49-F238E27FC236}">
                    <a16:creationId xmlns:a16="http://schemas.microsoft.com/office/drawing/2014/main" id="{B8CF5731-D0E8-4BB5-A9F7-CF781853CD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1" y="1908"/>
                <a:ext cx="29" cy="55"/>
              </a:xfrm>
              <a:custGeom>
                <a:avLst/>
                <a:gdLst>
                  <a:gd name="T0" fmla="*/ 25 w 27"/>
                  <a:gd name="T1" fmla="*/ 0 h 51"/>
                  <a:gd name="T2" fmla="*/ 0 w 27"/>
                  <a:gd name="T3" fmla="*/ 64 h 51"/>
                  <a:gd name="T4" fmla="*/ 33 w 27"/>
                  <a:gd name="T5" fmla="*/ 35 h 51"/>
                  <a:gd name="T6" fmla="*/ 25 w 27"/>
                  <a:gd name="T7" fmla="*/ 0 h 5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7" h="51">
                    <a:moveTo>
                      <a:pt x="20" y="0"/>
                    </a:moveTo>
                    <a:cubicBezTo>
                      <a:pt x="20" y="0"/>
                      <a:pt x="3" y="30"/>
                      <a:pt x="0" y="51"/>
                    </a:cubicBezTo>
                    <a:cubicBezTo>
                      <a:pt x="27" y="28"/>
                      <a:pt x="27" y="28"/>
                      <a:pt x="27" y="28"/>
                    </a:cubicBezTo>
                    <a:cubicBezTo>
                      <a:pt x="27" y="28"/>
                      <a:pt x="19" y="13"/>
                      <a:pt x="20" y="0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710" name="Freeform 12">
                <a:extLst>
                  <a:ext uri="{FF2B5EF4-FFF2-40B4-BE49-F238E27FC236}">
                    <a16:creationId xmlns:a16="http://schemas.microsoft.com/office/drawing/2014/main" id="{D705C867-2EE3-4742-94B1-9E3E94C667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7" y="1814"/>
                <a:ext cx="38" cy="99"/>
              </a:xfrm>
              <a:custGeom>
                <a:avLst/>
                <a:gdLst>
                  <a:gd name="T0" fmla="*/ 42 w 36"/>
                  <a:gd name="T1" fmla="*/ 0 h 93"/>
                  <a:gd name="T2" fmla="*/ 27 w 36"/>
                  <a:gd name="T3" fmla="*/ 39 h 93"/>
                  <a:gd name="T4" fmla="*/ 4 w 36"/>
                  <a:gd name="T5" fmla="*/ 112 h 9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6" h="93">
                    <a:moveTo>
                      <a:pt x="36" y="0"/>
                    </a:moveTo>
                    <a:cubicBezTo>
                      <a:pt x="36" y="0"/>
                      <a:pt x="32" y="22"/>
                      <a:pt x="24" y="33"/>
                    </a:cubicBezTo>
                    <a:cubicBezTo>
                      <a:pt x="16" y="44"/>
                      <a:pt x="0" y="65"/>
                      <a:pt x="4" y="93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711" name="Freeform 13">
                <a:extLst>
                  <a:ext uri="{FF2B5EF4-FFF2-40B4-BE49-F238E27FC236}">
                    <a16:creationId xmlns:a16="http://schemas.microsoft.com/office/drawing/2014/main" id="{D48D15C6-32C5-456E-B149-CD1AF25A98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6" y="1963"/>
                <a:ext cx="45" cy="87"/>
              </a:xfrm>
              <a:custGeom>
                <a:avLst/>
                <a:gdLst>
                  <a:gd name="T0" fmla="*/ 51 w 42"/>
                  <a:gd name="T1" fmla="*/ 0 h 82"/>
                  <a:gd name="T2" fmla="*/ 0 w 42"/>
                  <a:gd name="T3" fmla="*/ 98 h 8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2" h="82">
                    <a:moveTo>
                      <a:pt x="42" y="0"/>
                    </a:moveTo>
                    <a:cubicBezTo>
                      <a:pt x="42" y="0"/>
                      <a:pt x="10" y="19"/>
                      <a:pt x="0" y="82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712" name="Freeform 14">
                <a:extLst>
                  <a:ext uri="{FF2B5EF4-FFF2-40B4-BE49-F238E27FC236}">
                    <a16:creationId xmlns:a16="http://schemas.microsoft.com/office/drawing/2014/main" id="{8D8A1164-67A2-4F50-B6B0-5FB6913808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7" y="1454"/>
                <a:ext cx="434" cy="577"/>
              </a:xfrm>
              <a:custGeom>
                <a:avLst/>
                <a:gdLst>
                  <a:gd name="T0" fmla="*/ 173 w 406"/>
                  <a:gd name="T1" fmla="*/ 0 h 540"/>
                  <a:gd name="T2" fmla="*/ 117 w 406"/>
                  <a:gd name="T3" fmla="*/ 165 h 540"/>
                  <a:gd name="T4" fmla="*/ 84 w 406"/>
                  <a:gd name="T5" fmla="*/ 220 h 540"/>
                  <a:gd name="T6" fmla="*/ 15 w 406"/>
                  <a:gd name="T7" fmla="*/ 426 h 540"/>
                  <a:gd name="T8" fmla="*/ 211 w 406"/>
                  <a:gd name="T9" fmla="*/ 634 h 540"/>
                  <a:gd name="T10" fmla="*/ 496 w 406"/>
                  <a:gd name="T11" fmla="*/ 514 h 54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06" h="540">
                    <a:moveTo>
                      <a:pt x="142" y="0"/>
                    </a:moveTo>
                    <a:cubicBezTo>
                      <a:pt x="142" y="0"/>
                      <a:pt x="107" y="112"/>
                      <a:pt x="95" y="135"/>
                    </a:cubicBezTo>
                    <a:cubicBezTo>
                      <a:pt x="82" y="157"/>
                      <a:pt x="72" y="171"/>
                      <a:pt x="69" y="181"/>
                    </a:cubicBezTo>
                    <a:cubicBezTo>
                      <a:pt x="66" y="191"/>
                      <a:pt x="0" y="268"/>
                      <a:pt x="12" y="349"/>
                    </a:cubicBezTo>
                    <a:cubicBezTo>
                      <a:pt x="25" y="430"/>
                      <a:pt x="59" y="497"/>
                      <a:pt x="172" y="519"/>
                    </a:cubicBezTo>
                    <a:cubicBezTo>
                      <a:pt x="285" y="540"/>
                      <a:pt x="379" y="474"/>
                      <a:pt x="406" y="421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713" name="Freeform 15">
                <a:extLst>
                  <a:ext uri="{FF2B5EF4-FFF2-40B4-BE49-F238E27FC236}">
                    <a16:creationId xmlns:a16="http://schemas.microsoft.com/office/drawing/2014/main" id="{F0BDDD2B-8101-4D49-ABB4-55BA2E2BB9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0" y="1931"/>
                <a:ext cx="64" cy="30"/>
              </a:xfrm>
              <a:custGeom>
                <a:avLst/>
                <a:gdLst>
                  <a:gd name="T0" fmla="*/ 0 w 60"/>
                  <a:gd name="T1" fmla="*/ 32 h 29"/>
                  <a:gd name="T2" fmla="*/ 73 w 60"/>
                  <a:gd name="T3" fmla="*/ 18 h 2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0" h="29">
                    <a:moveTo>
                      <a:pt x="0" y="29"/>
                    </a:moveTo>
                    <a:cubicBezTo>
                      <a:pt x="0" y="29"/>
                      <a:pt x="40" y="0"/>
                      <a:pt x="60" y="15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714" name="Freeform 16">
                <a:extLst>
                  <a:ext uri="{FF2B5EF4-FFF2-40B4-BE49-F238E27FC236}">
                    <a16:creationId xmlns:a16="http://schemas.microsoft.com/office/drawing/2014/main" id="{44C0312D-F576-4AFA-9E59-9DC0C7DC8D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2" y="1857"/>
                <a:ext cx="13" cy="7"/>
              </a:xfrm>
              <a:custGeom>
                <a:avLst/>
                <a:gdLst>
                  <a:gd name="T0" fmla="*/ 0 w 12"/>
                  <a:gd name="T1" fmla="*/ 7 h 7"/>
                  <a:gd name="T2" fmla="*/ 15 w 12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7">
                    <a:moveTo>
                      <a:pt x="0" y="7"/>
                    </a:moveTo>
                    <a:cubicBezTo>
                      <a:pt x="4" y="4"/>
                      <a:pt x="8" y="2"/>
                      <a:pt x="12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715" name="Freeform 17">
                <a:extLst>
                  <a:ext uri="{FF2B5EF4-FFF2-40B4-BE49-F238E27FC236}">
                    <a16:creationId xmlns:a16="http://schemas.microsoft.com/office/drawing/2014/main" id="{1D37D795-38E8-4334-A0B6-98F73BA9FB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3" y="1870"/>
                <a:ext cx="5" cy="5"/>
              </a:xfrm>
              <a:custGeom>
                <a:avLst/>
                <a:gdLst>
                  <a:gd name="T0" fmla="*/ 0 w 4"/>
                  <a:gd name="T1" fmla="*/ 5 h 5"/>
                  <a:gd name="T2" fmla="*/ 8 w 4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5">
                    <a:moveTo>
                      <a:pt x="0" y="5"/>
                    </a:moveTo>
                    <a:cubicBezTo>
                      <a:pt x="1" y="3"/>
                      <a:pt x="2" y="1"/>
                      <a:pt x="4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716" name="Freeform 18">
                <a:extLst>
                  <a:ext uri="{FF2B5EF4-FFF2-40B4-BE49-F238E27FC236}">
                    <a16:creationId xmlns:a16="http://schemas.microsoft.com/office/drawing/2014/main" id="{4F2D30F2-CA63-4039-B88A-9E578C8AAC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7" y="1878"/>
                <a:ext cx="189" cy="109"/>
              </a:xfrm>
              <a:custGeom>
                <a:avLst/>
                <a:gdLst>
                  <a:gd name="T0" fmla="*/ 205 w 176"/>
                  <a:gd name="T1" fmla="*/ 30 h 102"/>
                  <a:gd name="T2" fmla="*/ 213 w 176"/>
                  <a:gd name="T3" fmla="*/ 77 h 102"/>
                  <a:gd name="T4" fmla="*/ 89 w 176"/>
                  <a:gd name="T5" fmla="*/ 105 h 102"/>
                  <a:gd name="T6" fmla="*/ 14 w 176"/>
                  <a:gd name="T7" fmla="*/ 4 h 102"/>
                  <a:gd name="T8" fmla="*/ 16 w 176"/>
                  <a:gd name="T9" fmla="*/ 0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6" h="102">
                    <a:moveTo>
                      <a:pt x="166" y="24"/>
                    </a:moveTo>
                    <a:cubicBezTo>
                      <a:pt x="173" y="37"/>
                      <a:pt x="176" y="51"/>
                      <a:pt x="171" y="63"/>
                    </a:cubicBezTo>
                    <a:cubicBezTo>
                      <a:pt x="160" y="92"/>
                      <a:pt x="116" y="102"/>
                      <a:pt x="72" y="86"/>
                    </a:cubicBezTo>
                    <a:cubicBezTo>
                      <a:pt x="28" y="70"/>
                      <a:pt x="0" y="33"/>
                      <a:pt x="11" y="4"/>
                    </a:cubicBezTo>
                    <a:cubicBezTo>
                      <a:pt x="12" y="3"/>
                      <a:pt x="12" y="1"/>
                      <a:pt x="13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717" name="Freeform 19">
                <a:extLst>
                  <a:ext uri="{FF2B5EF4-FFF2-40B4-BE49-F238E27FC236}">
                    <a16:creationId xmlns:a16="http://schemas.microsoft.com/office/drawing/2014/main" id="{79B964BF-5915-401F-8847-1A2C8A462A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3" y="1854"/>
                <a:ext cx="65" cy="40"/>
              </a:xfrm>
              <a:custGeom>
                <a:avLst/>
                <a:gdLst>
                  <a:gd name="T0" fmla="*/ 0 w 61"/>
                  <a:gd name="T1" fmla="*/ 0 h 38"/>
                  <a:gd name="T2" fmla="*/ 14 w 61"/>
                  <a:gd name="T3" fmla="*/ 4 h 38"/>
                  <a:gd name="T4" fmla="*/ 74 w 61"/>
                  <a:gd name="T5" fmla="*/ 44 h 3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1" h="38">
                    <a:moveTo>
                      <a:pt x="0" y="0"/>
                    </a:moveTo>
                    <a:cubicBezTo>
                      <a:pt x="4" y="1"/>
                      <a:pt x="8" y="3"/>
                      <a:pt x="11" y="4"/>
                    </a:cubicBezTo>
                    <a:cubicBezTo>
                      <a:pt x="33" y="12"/>
                      <a:pt x="50" y="24"/>
                      <a:pt x="61" y="38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718" name="Freeform 20">
                <a:extLst>
                  <a:ext uri="{FF2B5EF4-FFF2-40B4-BE49-F238E27FC236}">
                    <a16:creationId xmlns:a16="http://schemas.microsoft.com/office/drawing/2014/main" id="{6E4CB0F3-0758-4A46-AAE7-B33496B1C4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8" y="1849"/>
                <a:ext cx="21" cy="3"/>
              </a:xfrm>
              <a:custGeom>
                <a:avLst/>
                <a:gdLst>
                  <a:gd name="T0" fmla="*/ 0 w 20"/>
                  <a:gd name="T1" fmla="*/ 0 h 2"/>
                  <a:gd name="T2" fmla="*/ 23 w 20"/>
                  <a:gd name="T3" fmla="*/ 8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2">
                    <a:moveTo>
                      <a:pt x="0" y="0"/>
                    </a:moveTo>
                    <a:cubicBezTo>
                      <a:pt x="7" y="0"/>
                      <a:pt x="13" y="1"/>
                      <a:pt x="20" y="2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719" name="Freeform 21">
                <a:extLst>
                  <a:ext uri="{FF2B5EF4-FFF2-40B4-BE49-F238E27FC236}">
                    <a16:creationId xmlns:a16="http://schemas.microsoft.com/office/drawing/2014/main" id="{95F71D4F-1742-4FDB-9CA1-220F3F51BD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2" y="1949"/>
                <a:ext cx="211" cy="207"/>
              </a:xfrm>
              <a:custGeom>
                <a:avLst/>
                <a:gdLst>
                  <a:gd name="T0" fmla="*/ 0 w 198"/>
                  <a:gd name="T1" fmla="*/ 0 h 194"/>
                  <a:gd name="T2" fmla="*/ 6 w 198"/>
                  <a:gd name="T3" fmla="*/ 36 h 194"/>
                  <a:gd name="T4" fmla="*/ 100 w 198"/>
                  <a:gd name="T5" fmla="*/ 160 h 194"/>
                  <a:gd name="T6" fmla="*/ 240 w 198"/>
                  <a:gd name="T7" fmla="*/ 236 h 19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8" h="194">
                    <a:moveTo>
                      <a:pt x="0" y="0"/>
                    </a:moveTo>
                    <a:cubicBezTo>
                      <a:pt x="0" y="0"/>
                      <a:pt x="6" y="17"/>
                      <a:pt x="6" y="30"/>
                    </a:cubicBezTo>
                    <a:cubicBezTo>
                      <a:pt x="6" y="42"/>
                      <a:pt x="34" y="110"/>
                      <a:pt x="83" y="132"/>
                    </a:cubicBezTo>
                    <a:cubicBezTo>
                      <a:pt x="132" y="154"/>
                      <a:pt x="176" y="176"/>
                      <a:pt x="198" y="194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720" name="Freeform 22">
                <a:extLst>
                  <a:ext uri="{FF2B5EF4-FFF2-40B4-BE49-F238E27FC236}">
                    <a16:creationId xmlns:a16="http://schemas.microsoft.com/office/drawing/2014/main" id="{8E41D1EC-8582-4883-BBD8-5F9FDA40BA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0" y="2090"/>
                <a:ext cx="202" cy="275"/>
              </a:xfrm>
              <a:custGeom>
                <a:avLst/>
                <a:gdLst>
                  <a:gd name="T0" fmla="*/ 0 w 189"/>
                  <a:gd name="T1" fmla="*/ 0 h 258"/>
                  <a:gd name="T2" fmla="*/ 60 w 189"/>
                  <a:gd name="T3" fmla="*/ 71 h 258"/>
                  <a:gd name="T4" fmla="*/ 231 w 189"/>
                  <a:gd name="T5" fmla="*/ 312 h 25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9" h="258">
                    <a:moveTo>
                      <a:pt x="0" y="0"/>
                    </a:moveTo>
                    <a:cubicBezTo>
                      <a:pt x="0" y="0"/>
                      <a:pt x="36" y="32"/>
                      <a:pt x="49" y="59"/>
                    </a:cubicBezTo>
                    <a:cubicBezTo>
                      <a:pt x="62" y="86"/>
                      <a:pt x="95" y="191"/>
                      <a:pt x="189" y="258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721" name="Freeform 23">
                <a:extLst>
                  <a:ext uri="{FF2B5EF4-FFF2-40B4-BE49-F238E27FC236}">
                    <a16:creationId xmlns:a16="http://schemas.microsoft.com/office/drawing/2014/main" id="{79D94A26-96CC-42BC-A27B-C81EDCB22E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5" y="2179"/>
                <a:ext cx="480" cy="475"/>
              </a:xfrm>
              <a:custGeom>
                <a:avLst/>
                <a:gdLst>
                  <a:gd name="T0" fmla="*/ 548 w 449"/>
                  <a:gd name="T1" fmla="*/ 541 h 445"/>
                  <a:gd name="T2" fmla="*/ 528 w 449"/>
                  <a:gd name="T3" fmla="*/ 490 h 445"/>
                  <a:gd name="T4" fmla="*/ 494 w 449"/>
                  <a:gd name="T5" fmla="*/ 432 h 445"/>
                  <a:gd name="T6" fmla="*/ 417 w 449"/>
                  <a:gd name="T7" fmla="*/ 375 h 445"/>
                  <a:gd name="T8" fmla="*/ 251 w 449"/>
                  <a:gd name="T9" fmla="*/ 236 h 445"/>
                  <a:gd name="T10" fmla="*/ 134 w 449"/>
                  <a:gd name="T11" fmla="*/ 94 h 445"/>
                  <a:gd name="T12" fmla="*/ 0 w 449"/>
                  <a:gd name="T13" fmla="*/ 0 h 44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49" h="445">
                    <a:moveTo>
                      <a:pt x="449" y="445"/>
                    </a:moveTo>
                    <a:cubicBezTo>
                      <a:pt x="449" y="445"/>
                      <a:pt x="436" y="418"/>
                      <a:pt x="432" y="403"/>
                    </a:cubicBezTo>
                    <a:cubicBezTo>
                      <a:pt x="428" y="388"/>
                      <a:pt x="422" y="369"/>
                      <a:pt x="404" y="355"/>
                    </a:cubicBezTo>
                    <a:cubicBezTo>
                      <a:pt x="386" y="341"/>
                      <a:pt x="362" y="317"/>
                      <a:pt x="341" y="308"/>
                    </a:cubicBezTo>
                    <a:cubicBezTo>
                      <a:pt x="320" y="298"/>
                      <a:pt x="233" y="243"/>
                      <a:pt x="206" y="194"/>
                    </a:cubicBezTo>
                    <a:cubicBezTo>
                      <a:pt x="179" y="145"/>
                      <a:pt x="139" y="121"/>
                      <a:pt x="109" y="77"/>
                    </a:cubicBezTo>
                    <a:cubicBezTo>
                      <a:pt x="80" y="34"/>
                      <a:pt x="26" y="4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722" name="Freeform 24">
                <a:extLst>
                  <a:ext uri="{FF2B5EF4-FFF2-40B4-BE49-F238E27FC236}">
                    <a16:creationId xmlns:a16="http://schemas.microsoft.com/office/drawing/2014/main" id="{8E4FAA4D-2705-4308-BEC3-CC15CCCBEA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2" y="2249"/>
                <a:ext cx="198" cy="37"/>
              </a:xfrm>
              <a:custGeom>
                <a:avLst/>
                <a:gdLst>
                  <a:gd name="T0" fmla="*/ 227 w 185"/>
                  <a:gd name="T1" fmla="*/ 41 h 35"/>
                  <a:gd name="T2" fmla="*/ 70 w 185"/>
                  <a:gd name="T3" fmla="*/ 13 h 35"/>
                  <a:gd name="T4" fmla="*/ 0 w 185"/>
                  <a:gd name="T5" fmla="*/ 3 h 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5" h="35">
                    <a:moveTo>
                      <a:pt x="185" y="35"/>
                    </a:moveTo>
                    <a:cubicBezTo>
                      <a:pt x="185" y="35"/>
                      <a:pt x="111" y="0"/>
                      <a:pt x="57" y="10"/>
                    </a:cubicBezTo>
                    <a:cubicBezTo>
                      <a:pt x="4" y="19"/>
                      <a:pt x="0" y="3"/>
                      <a:pt x="0" y="3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723" name="Freeform 25">
                <a:extLst>
                  <a:ext uri="{FF2B5EF4-FFF2-40B4-BE49-F238E27FC236}">
                    <a16:creationId xmlns:a16="http://schemas.microsoft.com/office/drawing/2014/main" id="{EBC1703A-A1E6-4A48-96BF-69A6419719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9" y="2464"/>
                <a:ext cx="237" cy="52"/>
              </a:xfrm>
              <a:custGeom>
                <a:avLst/>
                <a:gdLst>
                  <a:gd name="T0" fmla="*/ 0 w 221"/>
                  <a:gd name="T1" fmla="*/ 61 h 48"/>
                  <a:gd name="T2" fmla="*/ 209 w 221"/>
                  <a:gd name="T3" fmla="*/ 44 h 48"/>
                  <a:gd name="T4" fmla="*/ 272 w 221"/>
                  <a:gd name="T5" fmla="*/ 48 h 4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1" h="48">
                    <a:moveTo>
                      <a:pt x="0" y="48"/>
                    </a:moveTo>
                    <a:cubicBezTo>
                      <a:pt x="98" y="0"/>
                      <a:pt x="149" y="39"/>
                      <a:pt x="170" y="35"/>
                    </a:cubicBezTo>
                    <a:cubicBezTo>
                      <a:pt x="191" y="31"/>
                      <a:pt x="221" y="38"/>
                      <a:pt x="221" y="38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724" name="Freeform 26">
                <a:extLst>
                  <a:ext uri="{FF2B5EF4-FFF2-40B4-BE49-F238E27FC236}">
                    <a16:creationId xmlns:a16="http://schemas.microsoft.com/office/drawing/2014/main" id="{2A71564F-CD6E-4C38-8523-74247A2B03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8" y="1581"/>
                <a:ext cx="49" cy="104"/>
              </a:xfrm>
              <a:custGeom>
                <a:avLst/>
                <a:gdLst>
                  <a:gd name="T0" fmla="*/ 54 w 46"/>
                  <a:gd name="T1" fmla="*/ 120 h 97"/>
                  <a:gd name="T2" fmla="*/ 0 w 46"/>
                  <a:gd name="T3" fmla="*/ 0 h 9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6" h="97">
                    <a:moveTo>
                      <a:pt x="45" y="97"/>
                    </a:moveTo>
                    <a:cubicBezTo>
                      <a:pt x="45" y="97"/>
                      <a:pt x="46" y="49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725" name="Freeform 27">
                <a:extLst>
                  <a:ext uri="{FF2B5EF4-FFF2-40B4-BE49-F238E27FC236}">
                    <a16:creationId xmlns:a16="http://schemas.microsoft.com/office/drawing/2014/main" id="{00E66232-4865-4665-B7F0-FE8BC45BF6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3" y="1611"/>
                <a:ext cx="97" cy="37"/>
              </a:xfrm>
              <a:custGeom>
                <a:avLst/>
                <a:gdLst>
                  <a:gd name="T0" fmla="*/ 113 w 90"/>
                  <a:gd name="T1" fmla="*/ 44 h 34"/>
                  <a:gd name="T2" fmla="*/ 70 w 90"/>
                  <a:gd name="T3" fmla="*/ 30 h 34"/>
                  <a:gd name="T4" fmla="*/ 0 w 90"/>
                  <a:gd name="T5" fmla="*/ 0 h 3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0" h="34">
                    <a:moveTo>
                      <a:pt x="90" y="34"/>
                    </a:moveTo>
                    <a:cubicBezTo>
                      <a:pt x="90" y="34"/>
                      <a:pt x="73" y="23"/>
                      <a:pt x="56" y="24"/>
                    </a:cubicBezTo>
                    <a:cubicBezTo>
                      <a:pt x="40" y="26"/>
                      <a:pt x="11" y="16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726" name="Freeform 28">
                <a:extLst>
                  <a:ext uri="{FF2B5EF4-FFF2-40B4-BE49-F238E27FC236}">
                    <a16:creationId xmlns:a16="http://schemas.microsoft.com/office/drawing/2014/main" id="{73A766BF-7D49-474F-B9B5-53B8289D96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3" y="1785"/>
                <a:ext cx="117" cy="57"/>
              </a:xfrm>
              <a:custGeom>
                <a:avLst/>
                <a:gdLst>
                  <a:gd name="T0" fmla="*/ 135 w 109"/>
                  <a:gd name="T1" fmla="*/ 0 h 53"/>
                  <a:gd name="T2" fmla="*/ 0 w 109"/>
                  <a:gd name="T3" fmla="*/ 66 h 5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9" h="53">
                    <a:moveTo>
                      <a:pt x="109" y="0"/>
                    </a:moveTo>
                    <a:cubicBezTo>
                      <a:pt x="109" y="0"/>
                      <a:pt x="32" y="41"/>
                      <a:pt x="0" y="53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727" name="Freeform 29">
                <a:extLst>
                  <a:ext uri="{FF2B5EF4-FFF2-40B4-BE49-F238E27FC236}">
                    <a16:creationId xmlns:a16="http://schemas.microsoft.com/office/drawing/2014/main" id="{C9BAC3F8-0C76-4BC1-9BF2-158AA0FF46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5" y="1855"/>
                <a:ext cx="47" cy="78"/>
              </a:xfrm>
              <a:custGeom>
                <a:avLst/>
                <a:gdLst>
                  <a:gd name="T0" fmla="*/ 0 w 44"/>
                  <a:gd name="T1" fmla="*/ 0 h 73"/>
                  <a:gd name="T2" fmla="*/ 20 w 44"/>
                  <a:gd name="T3" fmla="*/ 26 h 73"/>
                  <a:gd name="T4" fmla="*/ 51 w 44"/>
                  <a:gd name="T5" fmla="*/ 89 h 7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4" h="73">
                    <a:moveTo>
                      <a:pt x="0" y="0"/>
                    </a:moveTo>
                    <a:cubicBezTo>
                      <a:pt x="0" y="0"/>
                      <a:pt x="3" y="15"/>
                      <a:pt x="17" y="21"/>
                    </a:cubicBezTo>
                    <a:cubicBezTo>
                      <a:pt x="31" y="26"/>
                      <a:pt x="44" y="53"/>
                      <a:pt x="42" y="73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728" name="Freeform 30">
                <a:extLst>
                  <a:ext uri="{FF2B5EF4-FFF2-40B4-BE49-F238E27FC236}">
                    <a16:creationId xmlns:a16="http://schemas.microsoft.com/office/drawing/2014/main" id="{42550F38-A2FB-4AC0-9103-2AEFC7AFBC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4" y="1892"/>
                <a:ext cx="21" cy="4"/>
              </a:xfrm>
              <a:custGeom>
                <a:avLst/>
                <a:gdLst>
                  <a:gd name="T0" fmla="*/ 0 w 20"/>
                  <a:gd name="T1" fmla="*/ 0 h 4"/>
                  <a:gd name="T2" fmla="*/ 23 w 20"/>
                  <a:gd name="T3" fmla="*/ 3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4">
                    <a:moveTo>
                      <a:pt x="0" y="0"/>
                    </a:moveTo>
                    <a:cubicBezTo>
                      <a:pt x="0" y="0"/>
                      <a:pt x="12" y="4"/>
                      <a:pt x="20" y="3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729" name="Freeform 31">
                <a:extLst>
                  <a:ext uri="{FF2B5EF4-FFF2-40B4-BE49-F238E27FC236}">
                    <a16:creationId xmlns:a16="http://schemas.microsoft.com/office/drawing/2014/main" id="{E280334B-5966-48E3-A20E-68F099A1F9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9" y="2384"/>
                <a:ext cx="59" cy="157"/>
              </a:xfrm>
              <a:custGeom>
                <a:avLst/>
                <a:gdLst>
                  <a:gd name="T0" fmla="*/ 44 w 55"/>
                  <a:gd name="T1" fmla="*/ 179 h 147"/>
                  <a:gd name="T2" fmla="*/ 31 w 55"/>
                  <a:gd name="T3" fmla="*/ 138 h 147"/>
                  <a:gd name="T4" fmla="*/ 15 w 55"/>
                  <a:gd name="T5" fmla="*/ 121 h 147"/>
                  <a:gd name="T6" fmla="*/ 4 w 55"/>
                  <a:gd name="T7" fmla="*/ 96 h 147"/>
                  <a:gd name="T8" fmla="*/ 2 w 55"/>
                  <a:gd name="T9" fmla="*/ 82 h 147"/>
                  <a:gd name="T10" fmla="*/ 2 w 55"/>
                  <a:gd name="T11" fmla="*/ 47 h 147"/>
                  <a:gd name="T12" fmla="*/ 12 w 55"/>
                  <a:gd name="T13" fmla="*/ 25 h 147"/>
                  <a:gd name="T14" fmla="*/ 34 w 55"/>
                  <a:gd name="T15" fmla="*/ 0 h 147"/>
                  <a:gd name="T16" fmla="*/ 41 w 55"/>
                  <a:gd name="T17" fmla="*/ 15 h 147"/>
                  <a:gd name="T18" fmla="*/ 68 w 55"/>
                  <a:gd name="T19" fmla="*/ 130 h 14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5" h="147">
                    <a:moveTo>
                      <a:pt x="35" y="147"/>
                    </a:moveTo>
                    <a:cubicBezTo>
                      <a:pt x="35" y="147"/>
                      <a:pt x="37" y="123"/>
                      <a:pt x="25" y="113"/>
                    </a:cubicBezTo>
                    <a:cubicBezTo>
                      <a:pt x="13" y="102"/>
                      <a:pt x="12" y="105"/>
                      <a:pt x="12" y="99"/>
                    </a:cubicBezTo>
                    <a:cubicBezTo>
                      <a:pt x="12" y="93"/>
                      <a:pt x="7" y="83"/>
                      <a:pt x="4" y="79"/>
                    </a:cubicBezTo>
                    <a:cubicBezTo>
                      <a:pt x="1" y="75"/>
                      <a:pt x="1" y="73"/>
                      <a:pt x="2" y="67"/>
                    </a:cubicBezTo>
                    <a:cubicBezTo>
                      <a:pt x="4" y="60"/>
                      <a:pt x="4" y="44"/>
                      <a:pt x="2" y="38"/>
                    </a:cubicBezTo>
                    <a:cubicBezTo>
                      <a:pt x="0" y="32"/>
                      <a:pt x="5" y="26"/>
                      <a:pt x="9" y="21"/>
                    </a:cubicBezTo>
                    <a:cubicBezTo>
                      <a:pt x="14" y="16"/>
                      <a:pt x="28" y="0"/>
                      <a:pt x="28" y="0"/>
                    </a:cubicBezTo>
                    <a:cubicBezTo>
                      <a:pt x="28" y="0"/>
                      <a:pt x="33" y="3"/>
                      <a:pt x="33" y="12"/>
                    </a:cubicBezTo>
                    <a:cubicBezTo>
                      <a:pt x="33" y="22"/>
                      <a:pt x="15" y="95"/>
                      <a:pt x="55" y="107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730" name="Freeform 32">
                <a:extLst>
                  <a:ext uri="{FF2B5EF4-FFF2-40B4-BE49-F238E27FC236}">
                    <a16:creationId xmlns:a16="http://schemas.microsoft.com/office/drawing/2014/main" id="{C720A741-F6FC-4A17-8484-D9CF0D2A9B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9" y="2375"/>
                <a:ext cx="39" cy="32"/>
              </a:xfrm>
              <a:custGeom>
                <a:avLst/>
                <a:gdLst>
                  <a:gd name="T0" fmla="*/ 0 w 36"/>
                  <a:gd name="T1" fmla="*/ 3 h 30"/>
                  <a:gd name="T2" fmla="*/ 46 w 36"/>
                  <a:gd name="T3" fmla="*/ 36 h 3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6" h="30">
                    <a:moveTo>
                      <a:pt x="0" y="3"/>
                    </a:moveTo>
                    <a:cubicBezTo>
                      <a:pt x="0" y="3"/>
                      <a:pt x="26" y="0"/>
                      <a:pt x="36" y="3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731" name="Freeform 33">
                <a:extLst>
                  <a:ext uri="{FF2B5EF4-FFF2-40B4-BE49-F238E27FC236}">
                    <a16:creationId xmlns:a16="http://schemas.microsoft.com/office/drawing/2014/main" id="{B5C071D7-EB84-4299-BD4D-E9175E9ADB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0" y="2459"/>
                <a:ext cx="32" cy="33"/>
              </a:xfrm>
              <a:custGeom>
                <a:avLst/>
                <a:gdLst>
                  <a:gd name="T0" fmla="*/ 33 w 30"/>
                  <a:gd name="T1" fmla="*/ 28 h 31"/>
                  <a:gd name="T2" fmla="*/ 7 w 30"/>
                  <a:gd name="T3" fmla="*/ 32 h 31"/>
                  <a:gd name="T4" fmla="*/ 18 w 30"/>
                  <a:gd name="T5" fmla="*/ 0 h 31"/>
                  <a:gd name="T6" fmla="*/ 33 w 30"/>
                  <a:gd name="T7" fmla="*/ 28 h 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0" h="31">
                    <a:moveTo>
                      <a:pt x="27" y="23"/>
                    </a:moveTo>
                    <a:cubicBezTo>
                      <a:pt x="27" y="23"/>
                      <a:pt x="14" y="31"/>
                      <a:pt x="7" y="26"/>
                    </a:cubicBezTo>
                    <a:cubicBezTo>
                      <a:pt x="7" y="26"/>
                      <a:pt x="0" y="1"/>
                      <a:pt x="15" y="0"/>
                    </a:cubicBezTo>
                    <a:cubicBezTo>
                      <a:pt x="30" y="0"/>
                      <a:pt x="27" y="23"/>
                      <a:pt x="27" y="23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732" name="Freeform 34">
                <a:extLst>
                  <a:ext uri="{FF2B5EF4-FFF2-40B4-BE49-F238E27FC236}">
                    <a16:creationId xmlns:a16="http://schemas.microsoft.com/office/drawing/2014/main" id="{829B461C-B70F-4711-AD84-8F53E0EB95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5" y="2530"/>
                <a:ext cx="25" cy="19"/>
              </a:xfrm>
              <a:custGeom>
                <a:avLst/>
                <a:gdLst>
                  <a:gd name="T0" fmla="*/ 0 w 23"/>
                  <a:gd name="T1" fmla="*/ 8 h 17"/>
                  <a:gd name="T2" fmla="*/ 17 w 23"/>
                  <a:gd name="T3" fmla="*/ 4 h 17"/>
                  <a:gd name="T4" fmla="*/ 29 w 23"/>
                  <a:gd name="T5" fmla="*/ 23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17">
                    <a:moveTo>
                      <a:pt x="0" y="5"/>
                    </a:moveTo>
                    <a:cubicBezTo>
                      <a:pt x="0" y="5"/>
                      <a:pt x="6" y="0"/>
                      <a:pt x="14" y="4"/>
                    </a:cubicBezTo>
                    <a:cubicBezTo>
                      <a:pt x="23" y="8"/>
                      <a:pt x="23" y="17"/>
                      <a:pt x="23" y="17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733" name="Freeform 35">
                <a:extLst>
                  <a:ext uri="{FF2B5EF4-FFF2-40B4-BE49-F238E27FC236}">
                    <a16:creationId xmlns:a16="http://schemas.microsoft.com/office/drawing/2014/main" id="{3594FED9-D233-47EF-B232-D5EAF9AD94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6" y="2473"/>
                <a:ext cx="47" cy="47"/>
              </a:xfrm>
              <a:custGeom>
                <a:avLst/>
                <a:gdLst>
                  <a:gd name="T0" fmla="*/ 53 w 44"/>
                  <a:gd name="T1" fmla="*/ 53 h 44"/>
                  <a:gd name="T2" fmla="*/ 26 w 44"/>
                  <a:gd name="T3" fmla="*/ 31 h 44"/>
                  <a:gd name="T4" fmla="*/ 0 w 44"/>
                  <a:gd name="T5" fmla="*/ 0 h 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4" h="44">
                    <a:moveTo>
                      <a:pt x="44" y="44"/>
                    </a:moveTo>
                    <a:cubicBezTo>
                      <a:pt x="44" y="44"/>
                      <a:pt x="39" y="30"/>
                      <a:pt x="21" y="25"/>
                    </a:cubicBezTo>
                    <a:cubicBezTo>
                      <a:pt x="21" y="25"/>
                      <a:pt x="18" y="10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734" name="Freeform 36">
                <a:extLst>
                  <a:ext uri="{FF2B5EF4-FFF2-40B4-BE49-F238E27FC236}">
                    <a16:creationId xmlns:a16="http://schemas.microsoft.com/office/drawing/2014/main" id="{AA7997D7-506B-4927-956D-8D2B20481E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9" y="2458"/>
                <a:ext cx="27" cy="22"/>
              </a:xfrm>
              <a:custGeom>
                <a:avLst/>
                <a:gdLst>
                  <a:gd name="T0" fmla="*/ 31 w 25"/>
                  <a:gd name="T1" fmla="*/ 24 h 21"/>
                  <a:gd name="T2" fmla="*/ 17 w 25"/>
                  <a:gd name="T3" fmla="*/ 18 h 21"/>
                  <a:gd name="T4" fmla="*/ 0 w 25"/>
                  <a:gd name="T5" fmla="*/ 0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21">
                    <a:moveTo>
                      <a:pt x="25" y="21"/>
                    </a:moveTo>
                    <a:cubicBezTo>
                      <a:pt x="25" y="21"/>
                      <a:pt x="20" y="16"/>
                      <a:pt x="14" y="15"/>
                    </a:cubicBezTo>
                    <a:cubicBezTo>
                      <a:pt x="9" y="14"/>
                      <a:pt x="8" y="3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735" name="Freeform 37">
                <a:extLst>
                  <a:ext uri="{FF2B5EF4-FFF2-40B4-BE49-F238E27FC236}">
                    <a16:creationId xmlns:a16="http://schemas.microsoft.com/office/drawing/2014/main" id="{E4104E49-4994-402E-A289-D5777E883C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5" y="2406"/>
                <a:ext cx="22" cy="63"/>
              </a:xfrm>
              <a:custGeom>
                <a:avLst/>
                <a:gdLst>
                  <a:gd name="T0" fmla="*/ 0 w 20"/>
                  <a:gd name="T1" fmla="*/ 72 h 59"/>
                  <a:gd name="T2" fmla="*/ 8 w 20"/>
                  <a:gd name="T3" fmla="*/ 49 h 59"/>
                  <a:gd name="T4" fmla="*/ 14 w 20"/>
                  <a:gd name="T5" fmla="*/ 22 h 59"/>
                  <a:gd name="T6" fmla="*/ 26 w 20"/>
                  <a:gd name="T7" fmla="*/ 0 h 5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59">
                    <a:moveTo>
                      <a:pt x="0" y="59"/>
                    </a:moveTo>
                    <a:cubicBezTo>
                      <a:pt x="0" y="59"/>
                      <a:pt x="6" y="49"/>
                      <a:pt x="5" y="40"/>
                    </a:cubicBezTo>
                    <a:cubicBezTo>
                      <a:pt x="4" y="30"/>
                      <a:pt x="6" y="25"/>
                      <a:pt x="11" y="19"/>
                    </a:cubicBezTo>
                    <a:cubicBezTo>
                      <a:pt x="15" y="14"/>
                      <a:pt x="19" y="6"/>
                      <a:pt x="20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736" name="Freeform 38">
                <a:extLst>
                  <a:ext uri="{FF2B5EF4-FFF2-40B4-BE49-F238E27FC236}">
                    <a16:creationId xmlns:a16="http://schemas.microsoft.com/office/drawing/2014/main" id="{A8769EFC-C6BC-4F47-BAF8-3B7718FB45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5" y="2426"/>
                <a:ext cx="13" cy="19"/>
              </a:xfrm>
              <a:custGeom>
                <a:avLst/>
                <a:gdLst>
                  <a:gd name="T0" fmla="*/ 0 w 12"/>
                  <a:gd name="T1" fmla="*/ 0 h 18"/>
                  <a:gd name="T2" fmla="*/ 3 w 12"/>
                  <a:gd name="T3" fmla="*/ 16 h 18"/>
                  <a:gd name="T4" fmla="*/ 15 w 12"/>
                  <a:gd name="T5" fmla="*/ 21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8">
                    <a:moveTo>
                      <a:pt x="0" y="0"/>
                    </a:moveTo>
                    <a:cubicBezTo>
                      <a:pt x="0" y="0"/>
                      <a:pt x="4" y="8"/>
                      <a:pt x="3" y="13"/>
                    </a:cubicBezTo>
                    <a:cubicBezTo>
                      <a:pt x="3" y="18"/>
                      <a:pt x="12" y="18"/>
                      <a:pt x="12" y="18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737" name="Freeform 39">
                <a:extLst>
                  <a:ext uri="{FF2B5EF4-FFF2-40B4-BE49-F238E27FC236}">
                    <a16:creationId xmlns:a16="http://schemas.microsoft.com/office/drawing/2014/main" id="{C4DFFBF0-CEE1-4204-85A6-B66F051718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4" y="1254"/>
                <a:ext cx="77" cy="53"/>
              </a:xfrm>
              <a:custGeom>
                <a:avLst/>
                <a:gdLst>
                  <a:gd name="T0" fmla="*/ 0 w 72"/>
                  <a:gd name="T1" fmla="*/ 0 h 50"/>
                  <a:gd name="T2" fmla="*/ 88 w 72"/>
                  <a:gd name="T3" fmla="*/ 59 h 5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2" h="50">
                    <a:moveTo>
                      <a:pt x="0" y="0"/>
                    </a:moveTo>
                    <a:cubicBezTo>
                      <a:pt x="0" y="0"/>
                      <a:pt x="8" y="32"/>
                      <a:pt x="72" y="5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738" name="Freeform 40">
                <a:extLst>
                  <a:ext uri="{FF2B5EF4-FFF2-40B4-BE49-F238E27FC236}">
                    <a16:creationId xmlns:a16="http://schemas.microsoft.com/office/drawing/2014/main" id="{1E8FE0E3-03E8-4249-905F-5C1E4BA68E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6" y="1252"/>
                <a:ext cx="10" cy="44"/>
              </a:xfrm>
              <a:custGeom>
                <a:avLst/>
                <a:gdLst>
                  <a:gd name="T0" fmla="*/ 4 w 9"/>
                  <a:gd name="T1" fmla="*/ 0 h 42"/>
                  <a:gd name="T2" fmla="*/ 0 w 9"/>
                  <a:gd name="T3" fmla="*/ 48 h 4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42">
                    <a:moveTo>
                      <a:pt x="4" y="0"/>
                    </a:moveTo>
                    <a:cubicBezTo>
                      <a:pt x="4" y="0"/>
                      <a:pt x="9" y="22"/>
                      <a:pt x="0" y="42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739" name="Oval 41">
                <a:extLst>
                  <a:ext uri="{FF2B5EF4-FFF2-40B4-BE49-F238E27FC236}">
                    <a16:creationId xmlns:a16="http://schemas.microsoft.com/office/drawing/2014/main" id="{93F63C9A-2166-43E0-BDC9-73A4AD38D7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89" y="1000"/>
                <a:ext cx="23" cy="22"/>
              </a:xfrm>
              <a:prstGeom prst="ellipse">
                <a:avLst/>
              </a:prstGeom>
              <a:solidFill>
                <a:srgbClr val="7920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740" name="Oval 42">
                <a:extLst>
                  <a:ext uri="{FF2B5EF4-FFF2-40B4-BE49-F238E27FC236}">
                    <a16:creationId xmlns:a16="http://schemas.microsoft.com/office/drawing/2014/main" id="{F4D554CC-C030-4A69-BC41-EBAA73346B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97" y="1007"/>
                <a:ext cx="7" cy="8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741" name="Freeform 43">
                <a:extLst>
                  <a:ext uri="{FF2B5EF4-FFF2-40B4-BE49-F238E27FC236}">
                    <a16:creationId xmlns:a16="http://schemas.microsoft.com/office/drawing/2014/main" id="{790D8607-B5A5-48FD-8F65-D64D5ED3A4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1" y="982"/>
                <a:ext cx="48" cy="23"/>
              </a:xfrm>
              <a:custGeom>
                <a:avLst/>
                <a:gdLst>
                  <a:gd name="T0" fmla="*/ 54 w 45"/>
                  <a:gd name="T1" fmla="*/ 23 h 22"/>
                  <a:gd name="T2" fmla="*/ 0 w 45"/>
                  <a:gd name="T3" fmla="*/ 25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5" h="22">
                    <a:moveTo>
                      <a:pt x="45" y="20"/>
                    </a:moveTo>
                    <a:cubicBezTo>
                      <a:pt x="45" y="20"/>
                      <a:pt x="26" y="0"/>
                      <a:pt x="0" y="22"/>
                    </a:cubicBezTo>
                  </a:path>
                </a:pathLst>
              </a:custGeom>
              <a:noFill/>
              <a:ln w="3175" cap="flat">
                <a:solidFill>
                  <a:srgbClr val="EAAC9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742" name="Freeform 44">
                <a:extLst>
                  <a:ext uri="{FF2B5EF4-FFF2-40B4-BE49-F238E27FC236}">
                    <a16:creationId xmlns:a16="http://schemas.microsoft.com/office/drawing/2014/main" id="{349DD7D1-E134-453C-A201-8B9E3CA302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5" y="958"/>
                <a:ext cx="55" cy="20"/>
              </a:xfrm>
              <a:custGeom>
                <a:avLst/>
                <a:gdLst>
                  <a:gd name="T0" fmla="*/ 61 w 52"/>
                  <a:gd name="T1" fmla="*/ 17 h 19"/>
                  <a:gd name="T2" fmla="*/ 0 w 52"/>
                  <a:gd name="T3" fmla="*/ 19 h 19"/>
                  <a:gd name="T4" fmla="*/ 35 w 52"/>
                  <a:gd name="T5" fmla="*/ 14 h 19"/>
                  <a:gd name="T6" fmla="*/ 61 w 52"/>
                  <a:gd name="T7" fmla="*/ 17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2" h="19">
                    <a:moveTo>
                      <a:pt x="52" y="14"/>
                    </a:moveTo>
                    <a:cubicBezTo>
                      <a:pt x="52" y="9"/>
                      <a:pt x="19" y="0"/>
                      <a:pt x="0" y="16"/>
                    </a:cubicBezTo>
                    <a:cubicBezTo>
                      <a:pt x="0" y="16"/>
                      <a:pt x="16" y="7"/>
                      <a:pt x="29" y="11"/>
                    </a:cubicBezTo>
                    <a:cubicBezTo>
                      <a:pt x="42" y="14"/>
                      <a:pt x="52" y="19"/>
                      <a:pt x="52" y="14"/>
                    </a:cubicBezTo>
                    <a:close/>
                  </a:path>
                </a:pathLst>
              </a:custGeom>
              <a:solidFill>
                <a:srgbClr val="7920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743" name="Freeform 45">
                <a:extLst>
                  <a:ext uri="{FF2B5EF4-FFF2-40B4-BE49-F238E27FC236}">
                    <a16:creationId xmlns:a16="http://schemas.microsoft.com/office/drawing/2014/main" id="{97F076F2-BED0-493D-966F-2C3CDA603C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5" y="978"/>
                <a:ext cx="23" cy="61"/>
              </a:xfrm>
              <a:custGeom>
                <a:avLst/>
                <a:gdLst>
                  <a:gd name="T0" fmla="*/ 3 w 21"/>
                  <a:gd name="T1" fmla="*/ 70 h 57"/>
                  <a:gd name="T2" fmla="*/ 0 w 21"/>
                  <a:gd name="T3" fmla="*/ 0 h 57"/>
                  <a:gd name="T4" fmla="*/ 3 w 21"/>
                  <a:gd name="T5" fmla="*/ 70 h 5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57">
                    <a:moveTo>
                      <a:pt x="3" y="57"/>
                    </a:moveTo>
                    <a:cubicBezTo>
                      <a:pt x="13" y="26"/>
                      <a:pt x="0" y="0"/>
                      <a:pt x="0" y="0"/>
                    </a:cubicBezTo>
                    <a:cubicBezTo>
                      <a:pt x="0" y="0"/>
                      <a:pt x="21" y="28"/>
                      <a:pt x="3" y="57"/>
                    </a:cubicBezTo>
                    <a:close/>
                  </a:path>
                </a:pathLst>
              </a:custGeom>
              <a:solidFill>
                <a:srgbClr val="EAAC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744" name="Freeform 46">
                <a:extLst>
                  <a:ext uri="{FF2B5EF4-FFF2-40B4-BE49-F238E27FC236}">
                    <a16:creationId xmlns:a16="http://schemas.microsoft.com/office/drawing/2014/main" id="{65563BC1-AC9C-4AA3-96EE-F2E15EFD20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4" y="1046"/>
                <a:ext cx="15" cy="33"/>
              </a:xfrm>
              <a:custGeom>
                <a:avLst/>
                <a:gdLst>
                  <a:gd name="T0" fmla="*/ 17 w 14"/>
                  <a:gd name="T1" fmla="*/ 37 h 31"/>
                  <a:gd name="T2" fmla="*/ 10 w 14"/>
                  <a:gd name="T3" fmla="*/ 15 h 31"/>
                  <a:gd name="T4" fmla="*/ 14 w 14"/>
                  <a:gd name="T5" fmla="*/ 0 h 31"/>
                  <a:gd name="T6" fmla="*/ 4 w 14"/>
                  <a:gd name="T7" fmla="*/ 15 h 31"/>
                  <a:gd name="T8" fmla="*/ 17 w 14"/>
                  <a:gd name="T9" fmla="*/ 37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31">
                    <a:moveTo>
                      <a:pt x="14" y="31"/>
                    </a:moveTo>
                    <a:cubicBezTo>
                      <a:pt x="2" y="30"/>
                      <a:pt x="4" y="17"/>
                      <a:pt x="7" y="12"/>
                    </a:cubicBezTo>
                    <a:cubicBezTo>
                      <a:pt x="9" y="8"/>
                      <a:pt x="11" y="0"/>
                      <a:pt x="11" y="0"/>
                    </a:cubicBezTo>
                    <a:cubicBezTo>
                      <a:pt x="11" y="0"/>
                      <a:pt x="7" y="8"/>
                      <a:pt x="4" y="12"/>
                    </a:cubicBezTo>
                    <a:cubicBezTo>
                      <a:pt x="2" y="15"/>
                      <a:pt x="0" y="28"/>
                      <a:pt x="14" y="31"/>
                    </a:cubicBezTo>
                    <a:close/>
                  </a:path>
                </a:pathLst>
              </a:custGeom>
              <a:solidFill>
                <a:srgbClr val="EAAC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745" name="Freeform 47">
                <a:extLst>
                  <a:ext uri="{FF2B5EF4-FFF2-40B4-BE49-F238E27FC236}">
                    <a16:creationId xmlns:a16="http://schemas.microsoft.com/office/drawing/2014/main" id="{EB38AD25-EE0C-44C2-B958-5A36B5D9B4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8" y="1064"/>
                <a:ext cx="20" cy="9"/>
              </a:xfrm>
              <a:custGeom>
                <a:avLst/>
                <a:gdLst>
                  <a:gd name="T0" fmla="*/ 9 w 18"/>
                  <a:gd name="T1" fmla="*/ 0 h 9"/>
                  <a:gd name="T2" fmla="*/ 24 w 18"/>
                  <a:gd name="T3" fmla="*/ 9 h 9"/>
                  <a:gd name="T4" fmla="*/ 16 w 18"/>
                  <a:gd name="T5" fmla="*/ 9 h 9"/>
                  <a:gd name="T6" fmla="*/ 9 w 18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9">
                    <a:moveTo>
                      <a:pt x="6" y="0"/>
                    </a:moveTo>
                    <a:cubicBezTo>
                      <a:pt x="6" y="0"/>
                      <a:pt x="10" y="6"/>
                      <a:pt x="18" y="9"/>
                    </a:cubicBezTo>
                    <a:cubicBezTo>
                      <a:pt x="18" y="9"/>
                      <a:pt x="16" y="9"/>
                      <a:pt x="12" y="9"/>
                    </a:cubicBezTo>
                    <a:cubicBezTo>
                      <a:pt x="7" y="8"/>
                      <a:pt x="0" y="6"/>
                      <a:pt x="6" y="0"/>
                    </a:cubicBezTo>
                    <a:close/>
                  </a:path>
                </a:pathLst>
              </a:custGeom>
              <a:solidFill>
                <a:srgbClr val="EAAC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746" name="Freeform 48">
                <a:extLst>
                  <a:ext uri="{FF2B5EF4-FFF2-40B4-BE49-F238E27FC236}">
                    <a16:creationId xmlns:a16="http://schemas.microsoft.com/office/drawing/2014/main" id="{45BEBE9C-364E-41D1-A7DD-69BDA0D04F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4" y="1048"/>
                <a:ext cx="11" cy="18"/>
              </a:xfrm>
              <a:custGeom>
                <a:avLst/>
                <a:gdLst>
                  <a:gd name="T0" fmla="*/ 13 w 10"/>
                  <a:gd name="T1" fmla="*/ 18 h 17"/>
                  <a:gd name="T2" fmla="*/ 8 w 10"/>
                  <a:gd name="T3" fmla="*/ 0 h 17"/>
                  <a:gd name="T4" fmla="*/ 12 w 10"/>
                  <a:gd name="T5" fmla="*/ 20 h 17"/>
                  <a:gd name="T6" fmla="*/ 13 w 10"/>
                  <a:gd name="T7" fmla="*/ 18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17">
                    <a:moveTo>
                      <a:pt x="10" y="15"/>
                    </a:moveTo>
                    <a:cubicBezTo>
                      <a:pt x="10" y="15"/>
                      <a:pt x="3" y="11"/>
                      <a:pt x="5" y="0"/>
                    </a:cubicBezTo>
                    <a:cubicBezTo>
                      <a:pt x="5" y="0"/>
                      <a:pt x="0" y="9"/>
                      <a:pt x="9" y="17"/>
                    </a:cubicBezTo>
                    <a:lnTo>
                      <a:pt x="10" y="15"/>
                    </a:lnTo>
                    <a:close/>
                  </a:path>
                </a:pathLst>
              </a:custGeom>
              <a:solidFill>
                <a:srgbClr val="EAAC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747" name="Freeform 49">
                <a:extLst>
                  <a:ext uri="{FF2B5EF4-FFF2-40B4-BE49-F238E27FC236}">
                    <a16:creationId xmlns:a16="http://schemas.microsoft.com/office/drawing/2014/main" id="{5E25B38F-5591-4FFC-BFA4-D4A61E5DDA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1" y="1128"/>
                <a:ext cx="7" cy="20"/>
              </a:xfrm>
              <a:custGeom>
                <a:avLst/>
                <a:gdLst>
                  <a:gd name="T0" fmla="*/ 9 w 6"/>
                  <a:gd name="T1" fmla="*/ 0 h 19"/>
                  <a:gd name="T2" fmla="*/ 9 w 6"/>
                  <a:gd name="T3" fmla="*/ 22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9">
                    <a:moveTo>
                      <a:pt x="6" y="0"/>
                    </a:moveTo>
                    <a:cubicBezTo>
                      <a:pt x="6" y="0"/>
                      <a:pt x="0" y="5"/>
                      <a:pt x="6" y="19"/>
                    </a:cubicBezTo>
                  </a:path>
                </a:pathLst>
              </a:custGeom>
              <a:noFill/>
              <a:ln w="3175" cap="flat">
                <a:solidFill>
                  <a:srgbClr val="EAAC9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748" name="Freeform 50">
                <a:extLst>
                  <a:ext uri="{FF2B5EF4-FFF2-40B4-BE49-F238E27FC236}">
                    <a16:creationId xmlns:a16="http://schemas.microsoft.com/office/drawing/2014/main" id="{AFBA14FB-30AC-4D17-9AAD-A861F25F22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2" y="1057"/>
                <a:ext cx="8" cy="66"/>
              </a:xfrm>
              <a:custGeom>
                <a:avLst/>
                <a:gdLst>
                  <a:gd name="T0" fmla="*/ 10 w 7"/>
                  <a:gd name="T1" fmla="*/ 0 h 62"/>
                  <a:gd name="T2" fmla="*/ 2 w 7"/>
                  <a:gd name="T3" fmla="*/ 13 h 62"/>
                  <a:gd name="T4" fmla="*/ 1 w 7"/>
                  <a:gd name="T5" fmla="*/ 33 h 62"/>
                  <a:gd name="T6" fmla="*/ 8 w 7"/>
                  <a:gd name="T7" fmla="*/ 53 h 62"/>
                  <a:gd name="T8" fmla="*/ 8 w 7"/>
                  <a:gd name="T9" fmla="*/ 75 h 62"/>
                  <a:gd name="T10" fmla="*/ 9 w 7"/>
                  <a:gd name="T11" fmla="*/ 64 h 62"/>
                  <a:gd name="T12" fmla="*/ 9 w 7"/>
                  <a:gd name="T13" fmla="*/ 51 h 62"/>
                  <a:gd name="T14" fmla="*/ 7 w 7"/>
                  <a:gd name="T15" fmla="*/ 33 h 62"/>
                  <a:gd name="T16" fmla="*/ 3 w 7"/>
                  <a:gd name="T17" fmla="*/ 19 h 62"/>
                  <a:gd name="T18" fmla="*/ 7 w 7"/>
                  <a:gd name="T19" fmla="*/ 13 h 62"/>
                  <a:gd name="T20" fmla="*/ 9 w 7"/>
                  <a:gd name="T21" fmla="*/ 2 h 6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7" h="62">
                    <a:moveTo>
                      <a:pt x="7" y="0"/>
                    </a:moveTo>
                    <a:cubicBezTo>
                      <a:pt x="5" y="2"/>
                      <a:pt x="4" y="7"/>
                      <a:pt x="2" y="10"/>
                    </a:cubicBezTo>
                    <a:cubicBezTo>
                      <a:pt x="0" y="15"/>
                      <a:pt x="0" y="21"/>
                      <a:pt x="1" y="27"/>
                    </a:cubicBezTo>
                    <a:cubicBezTo>
                      <a:pt x="2" y="33"/>
                      <a:pt x="4" y="38"/>
                      <a:pt x="5" y="44"/>
                    </a:cubicBezTo>
                    <a:cubicBezTo>
                      <a:pt x="6" y="50"/>
                      <a:pt x="6" y="56"/>
                      <a:pt x="5" y="62"/>
                    </a:cubicBezTo>
                    <a:cubicBezTo>
                      <a:pt x="5" y="59"/>
                      <a:pt x="6" y="56"/>
                      <a:pt x="6" y="53"/>
                    </a:cubicBezTo>
                    <a:cubicBezTo>
                      <a:pt x="6" y="49"/>
                      <a:pt x="6" y="46"/>
                      <a:pt x="6" y="42"/>
                    </a:cubicBezTo>
                    <a:cubicBezTo>
                      <a:pt x="5" y="37"/>
                      <a:pt x="5" y="32"/>
                      <a:pt x="4" y="27"/>
                    </a:cubicBezTo>
                    <a:cubicBezTo>
                      <a:pt x="3" y="23"/>
                      <a:pt x="2" y="20"/>
                      <a:pt x="3" y="16"/>
                    </a:cubicBezTo>
                    <a:cubicBezTo>
                      <a:pt x="3" y="14"/>
                      <a:pt x="3" y="12"/>
                      <a:pt x="4" y="10"/>
                    </a:cubicBezTo>
                    <a:cubicBezTo>
                      <a:pt x="4" y="8"/>
                      <a:pt x="6" y="5"/>
                      <a:pt x="6" y="2"/>
                    </a:cubicBezTo>
                  </a:path>
                </a:pathLst>
              </a:custGeom>
              <a:solidFill>
                <a:srgbClr val="EAAC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749" name="Freeform 51">
                <a:extLst>
                  <a:ext uri="{FF2B5EF4-FFF2-40B4-BE49-F238E27FC236}">
                    <a16:creationId xmlns:a16="http://schemas.microsoft.com/office/drawing/2014/main" id="{8CF7F331-2913-4C50-9DBA-40F1280B90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7" y="1129"/>
                <a:ext cx="8" cy="23"/>
              </a:xfrm>
              <a:custGeom>
                <a:avLst/>
                <a:gdLst>
                  <a:gd name="T0" fmla="*/ 9 w 7"/>
                  <a:gd name="T1" fmla="*/ 0 h 22"/>
                  <a:gd name="T2" fmla="*/ 10 w 7"/>
                  <a:gd name="T3" fmla="*/ 25 h 22"/>
                  <a:gd name="T4" fmla="*/ 9 w 7"/>
                  <a:gd name="T5" fmla="*/ 2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22">
                    <a:moveTo>
                      <a:pt x="6" y="0"/>
                    </a:moveTo>
                    <a:cubicBezTo>
                      <a:pt x="7" y="8"/>
                      <a:pt x="3" y="14"/>
                      <a:pt x="7" y="22"/>
                    </a:cubicBezTo>
                    <a:cubicBezTo>
                      <a:pt x="1" y="16"/>
                      <a:pt x="0" y="8"/>
                      <a:pt x="6" y="2"/>
                    </a:cubicBezTo>
                  </a:path>
                </a:pathLst>
              </a:custGeom>
              <a:solidFill>
                <a:srgbClr val="EAAC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750" name="Freeform 52">
                <a:extLst>
                  <a:ext uri="{FF2B5EF4-FFF2-40B4-BE49-F238E27FC236}">
                    <a16:creationId xmlns:a16="http://schemas.microsoft.com/office/drawing/2014/main" id="{ACE68061-EF52-4C3E-8274-05C546B1F9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3" y="1064"/>
                <a:ext cx="10" cy="73"/>
              </a:xfrm>
              <a:custGeom>
                <a:avLst/>
                <a:gdLst>
                  <a:gd name="T0" fmla="*/ 2 w 10"/>
                  <a:gd name="T1" fmla="*/ 81 h 69"/>
                  <a:gd name="T2" fmla="*/ 0 w 10"/>
                  <a:gd name="T3" fmla="*/ 0 h 6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69">
                    <a:moveTo>
                      <a:pt x="2" y="69"/>
                    </a:moveTo>
                    <a:cubicBezTo>
                      <a:pt x="2" y="69"/>
                      <a:pt x="10" y="25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751" name="Freeform 53">
                <a:extLst>
                  <a:ext uri="{FF2B5EF4-FFF2-40B4-BE49-F238E27FC236}">
                    <a16:creationId xmlns:a16="http://schemas.microsoft.com/office/drawing/2014/main" id="{1EC81CDC-4987-41C8-B8F6-C354DA1B11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2" y="1054"/>
                <a:ext cx="25" cy="24"/>
              </a:xfrm>
              <a:custGeom>
                <a:avLst/>
                <a:gdLst>
                  <a:gd name="T0" fmla="*/ 29 w 23"/>
                  <a:gd name="T1" fmla="*/ 28 h 22"/>
                  <a:gd name="T2" fmla="*/ 5 w 23"/>
                  <a:gd name="T3" fmla="*/ 28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22">
                    <a:moveTo>
                      <a:pt x="23" y="22"/>
                    </a:moveTo>
                    <a:cubicBezTo>
                      <a:pt x="23" y="22"/>
                      <a:pt x="0" y="0"/>
                      <a:pt x="5" y="22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752" name="Freeform 54">
                <a:extLst>
                  <a:ext uri="{FF2B5EF4-FFF2-40B4-BE49-F238E27FC236}">
                    <a16:creationId xmlns:a16="http://schemas.microsoft.com/office/drawing/2014/main" id="{E68B1F45-A5E9-4455-8D5C-309EEBC601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9" y="1086"/>
                <a:ext cx="18" cy="23"/>
              </a:xfrm>
              <a:custGeom>
                <a:avLst/>
                <a:gdLst>
                  <a:gd name="T0" fmla="*/ 20 w 17"/>
                  <a:gd name="T1" fmla="*/ 0 h 21"/>
                  <a:gd name="T2" fmla="*/ 20 w 17"/>
                  <a:gd name="T3" fmla="*/ 27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21">
                    <a:moveTo>
                      <a:pt x="17" y="0"/>
                    </a:moveTo>
                    <a:cubicBezTo>
                      <a:pt x="17" y="0"/>
                      <a:pt x="0" y="10"/>
                      <a:pt x="17" y="21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753" name="Freeform 55">
                <a:extLst>
                  <a:ext uri="{FF2B5EF4-FFF2-40B4-BE49-F238E27FC236}">
                    <a16:creationId xmlns:a16="http://schemas.microsoft.com/office/drawing/2014/main" id="{7BCA57BB-0EA1-4D5F-9C8F-8414895306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7" y="2975"/>
                <a:ext cx="64" cy="86"/>
              </a:xfrm>
              <a:custGeom>
                <a:avLst/>
                <a:gdLst>
                  <a:gd name="T0" fmla="*/ 0 w 60"/>
                  <a:gd name="T1" fmla="*/ 0 h 81"/>
                  <a:gd name="T2" fmla="*/ 37 w 60"/>
                  <a:gd name="T3" fmla="*/ 37 h 81"/>
                  <a:gd name="T4" fmla="*/ 73 w 60"/>
                  <a:gd name="T5" fmla="*/ 97 h 8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0" h="81">
                    <a:moveTo>
                      <a:pt x="0" y="0"/>
                    </a:moveTo>
                    <a:cubicBezTo>
                      <a:pt x="9" y="2"/>
                      <a:pt x="23" y="23"/>
                      <a:pt x="31" y="31"/>
                    </a:cubicBezTo>
                    <a:cubicBezTo>
                      <a:pt x="46" y="47"/>
                      <a:pt x="52" y="61"/>
                      <a:pt x="60" y="81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754" name="Freeform 56">
                <a:extLst>
                  <a:ext uri="{FF2B5EF4-FFF2-40B4-BE49-F238E27FC236}">
                    <a16:creationId xmlns:a16="http://schemas.microsoft.com/office/drawing/2014/main" id="{A3BC95AE-A806-49F7-A99E-EEFF309FB7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1" y="3090"/>
                <a:ext cx="211" cy="52"/>
              </a:xfrm>
              <a:custGeom>
                <a:avLst/>
                <a:gdLst>
                  <a:gd name="T0" fmla="*/ 0 w 197"/>
                  <a:gd name="T1" fmla="*/ 0 h 49"/>
                  <a:gd name="T2" fmla="*/ 35 w 197"/>
                  <a:gd name="T3" fmla="*/ 22 h 49"/>
                  <a:gd name="T4" fmla="*/ 84 w 197"/>
                  <a:gd name="T5" fmla="*/ 47 h 49"/>
                  <a:gd name="T6" fmla="*/ 151 w 197"/>
                  <a:gd name="T7" fmla="*/ 57 h 49"/>
                  <a:gd name="T8" fmla="*/ 242 w 197"/>
                  <a:gd name="T9" fmla="*/ 34 h 4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7" h="49">
                    <a:moveTo>
                      <a:pt x="0" y="0"/>
                    </a:moveTo>
                    <a:cubicBezTo>
                      <a:pt x="6" y="8"/>
                      <a:pt x="20" y="13"/>
                      <a:pt x="29" y="19"/>
                    </a:cubicBezTo>
                    <a:cubicBezTo>
                      <a:pt x="41" y="27"/>
                      <a:pt x="54" y="35"/>
                      <a:pt x="68" y="39"/>
                    </a:cubicBezTo>
                    <a:cubicBezTo>
                      <a:pt x="86" y="46"/>
                      <a:pt x="105" y="49"/>
                      <a:pt x="123" y="48"/>
                    </a:cubicBezTo>
                    <a:cubicBezTo>
                      <a:pt x="150" y="47"/>
                      <a:pt x="171" y="34"/>
                      <a:pt x="197" y="28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755" name="Freeform 57">
                <a:extLst>
                  <a:ext uri="{FF2B5EF4-FFF2-40B4-BE49-F238E27FC236}">
                    <a16:creationId xmlns:a16="http://schemas.microsoft.com/office/drawing/2014/main" id="{856A82B2-417D-4979-87A3-E5AA1D2750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4" y="3098"/>
                <a:ext cx="39" cy="16"/>
              </a:xfrm>
              <a:custGeom>
                <a:avLst/>
                <a:gdLst>
                  <a:gd name="T0" fmla="*/ 0 w 36"/>
                  <a:gd name="T1" fmla="*/ 0 h 15"/>
                  <a:gd name="T2" fmla="*/ 46 w 36"/>
                  <a:gd name="T3" fmla="*/ 18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6" h="15">
                    <a:moveTo>
                      <a:pt x="0" y="0"/>
                    </a:moveTo>
                    <a:cubicBezTo>
                      <a:pt x="11" y="6"/>
                      <a:pt x="25" y="8"/>
                      <a:pt x="36" y="15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756" name="Freeform 58">
                <a:extLst>
                  <a:ext uri="{FF2B5EF4-FFF2-40B4-BE49-F238E27FC236}">
                    <a16:creationId xmlns:a16="http://schemas.microsoft.com/office/drawing/2014/main" id="{0CD90CD6-8CAF-4E1C-AF54-F8C0F2D31D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2" y="3156"/>
                <a:ext cx="56" cy="6"/>
              </a:xfrm>
              <a:custGeom>
                <a:avLst/>
                <a:gdLst>
                  <a:gd name="T0" fmla="*/ 0 w 53"/>
                  <a:gd name="T1" fmla="*/ 1 h 6"/>
                  <a:gd name="T2" fmla="*/ 62 w 53"/>
                  <a:gd name="T3" fmla="*/ 6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3" h="6">
                    <a:moveTo>
                      <a:pt x="0" y="1"/>
                    </a:moveTo>
                    <a:cubicBezTo>
                      <a:pt x="17" y="1"/>
                      <a:pt x="38" y="0"/>
                      <a:pt x="53" y="6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757" name="Freeform 59">
                <a:extLst>
                  <a:ext uri="{FF2B5EF4-FFF2-40B4-BE49-F238E27FC236}">
                    <a16:creationId xmlns:a16="http://schemas.microsoft.com/office/drawing/2014/main" id="{0B5073E0-155C-4EC2-88C4-3D46081B6D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4" y="2781"/>
                <a:ext cx="59" cy="24"/>
              </a:xfrm>
              <a:custGeom>
                <a:avLst/>
                <a:gdLst>
                  <a:gd name="T0" fmla="*/ 0 w 56"/>
                  <a:gd name="T1" fmla="*/ 0 h 22"/>
                  <a:gd name="T2" fmla="*/ 65 w 56"/>
                  <a:gd name="T3" fmla="*/ 28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6" h="22">
                    <a:moveTo>
                      <a:pt x="0" y="0"/>
                    </a:moveTo>
                    <a:cubicBezTo>
                      <a:pt x="21" y="7"/>
                      <a:pt x="38" y="8"/>
                      <a:pt x="56" y="22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758" name="Freeform 60">
                <a:extLst>
                  <a:ext uri="{FF2B5EF4-FFF2-40B4-BE49-F238E27FC236}">
                    <a16:creationId xmlns:a16="http://schemas.microsoft.com/office/drawing/2014/main" id="{4B58E0B0-87E8-419F-8F31-8EF0B38344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2" y="3790"/>
                <a:ext cx="105" cy="14"/>
              </a:xfrm>
              <a:custGeom>
                <a:avLst/>
                <a:gdLst>
                  <a:gd name="T0" fmla="*/ 0 w 98"/>
                  <a:gd name="T1" fmla="*/ 5 h 13"/>
                  <a:gd name="T2" fmla="*/ 35 w 98"/>
                  <a:gd name="T3" fmla="*/ 15 h 13"/>
                  <a:gd name="T4" fmla="*/ 69 w 98"/>
                  <a:gd name="T5" fmla="*/ 6 h 13"/>
                  <a:gd name="T6" fmla="*/ 121 w 98"/>
                  <a:gd name="T7" fmla="*/ 16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8" h="13">
                    <a:moveTo>
                      <a:pt x="0" y="5"/>
                    </a:moveTo>
                    <a:cubicBezTo>
                      <a:pt x="10" y="7"/>
                      <a:pt x="19" y="12"/>
                      <a:pt x="29" y="12"/>
                    </a:cubicBezTo>
                    <a:cubicBezTo>
                      <a:pt x="39" y="12"/>
                      <a:pt x="47" y="9"/>
                      <a:pt x="56" y="6"/>
                    </a:cubicBezTo>
                    <a:cubicBezTo>
                      <a:pt x="70" y="0"/>
                      <a:pt x="87" y="1"/>
                      <a:pt x="98" y="13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759" name="Freeform 61">
                <a:extLst>
                  <a:ext uri="{FF2B5EF4-FFF2-40B4-BE49-F238E27FC236}">
                    <a16:creationId xmlns:a16="http://schemas.microsoft.com/office/drawing/2014/main" id="{80A73F73-7127-484A-AE03-6B3090E078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8" y="3691"/>
                <a:ext cx="44" cy="7"/>
              </a:xfrm>
              <a:custGeom>
                <a:avLst/>
                <a:gdLst>
                  <a:gd name="T0" fmla="*/ 0 w 41"/>
                  <a:gd name="T1" fmla="*/ 0 h 7"/>
                  <a:gd name="T2" fmla="*/ 50 w 41"/>
                  <a:gd name="T3" fmla="*/ 7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1" h="7">
                    <a:moveTo>
                      <a:pt x="0" y="0"/>
                    </a:moveTo>
                    <a:cubicBezTo>
                      <a:pt x="13" y="0"/>
                      <a:pt x="28" y="5"/>
                      <a:pt x="41" y="7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760" name="Freeform 62">
                <a:extLst>
                  <a:ext uri="{FF2B5EF4-FFF2-40B4-BE49-F238E27FC236}">
                    <a16:creationId xmlns:a16="http://schemas.microsoft.com/office/drawing/2014/main" id="{BCDFE9D3-EB3F-45BB-BE6D-7D642D2F8E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8" y="3984"/>
                <a:ext cx="38" cy="38"/>
              </a:xfrm>
              <a:custGeom>
                <a:avLst/>
                <a:gdLst>
                  <a:gd name="T0" fmla="*/ 4 w 36"/>
                  <a:gd name="T1" fmla="*/ 45 h 35"/>
                  <a:gd name="T2" fmla="*/ 14 w 36"/>
                  <a:gd name="T3" fmla="*/ 14 h 35"/>
                  <a:gd name="T4" fmla="*/ 29 w 36"/>
                  <a:gd name="T5" fmla="*/ 4 h 35"/>
                  <a:gd name="T6" fmla="*/ 42 w 36"/>
                  <a:gd name="T7" fmla="*/ 0 h 3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6" h="35">
                    <a:moveTo>
                      <a:pt x="4" y="35"/>
                    </a:moveTo>
                    <a:cubicBezTo>
                      <a:pt x="0" y="26"/>
                      <a:pt x="2" y="15"/>
                      <a:pt x="11" y="11"/>
                    </a:cubicBezTo>
                    <a:cubicBezTo>
                      <a:pt x="16" y="9"/>
                      <a:pt x="21" y="6"/>
                      <a:pt x="25" y="4"/>
                    </a:cubicBezTo>
                    <a:cubicBezTo>
                      <a:pt x="29" y="3"/>
                      <a:pt x="33" y="2"/>
                      <a:pt x="36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761" name="Freeform 63">
                <a:extLst>
                  <a:ext uri="{FF2B5EF4-FFF2-40B4-BE49-F238E27FC236}">
                    <a16:creationId xmlns:a16="http://schemas.microsoft.com/office/drawing/2014/main" id="{4F672F91-01BD-432A-9F51-ADD5203B96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9" y="3965"/>
                <a:ext cx="15" cy="22"/>
              </a:xfrm>
              <a:custGeom>
                <a:avLst/>
                <a:gdLst>
                  <a:gd name="T0" fmla="*/ 0 w 14"/>
                  <a:gd name="T1" fmla="*/ 26 h 20"/>
                  <a:gd name="T2" fmla="*/ 17 w 14"/>
                  <a:gd name="T3" fmla="*/ 0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20">
                    <a:moveTo>
                      <a:pt x="0" y="20"/>
                    </a:moveTo>
                    <a:cubicBezTo>
                      <a:pt x="7" y="15"/>
                      <a:pt x="8" y="5"/>
                      <a:pt x="14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762" name="Freeform 64">
                <a:extLst>
                  <a:ext uri="{FF2B5EF4-FFF2-40B4-BE49-F238E27FC236}">
                    <a16:creationId xmlns:a16="http://schemas.microsoft.com/office/drawing/2014/main" id="{1D77F1C3-121A-4E2E-BCAA-8B681A6D38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7" y="3995"/>
                <a:ext cx="36" cy="24"/>
              </a:xfrm>
              <a:custGeom>
                <a:avLst/>
                <a:gdLst>
                  <a:gd name="T0" fmla="*/ 0 w 33"/>
                  <a:gd name="T1" fmla="*/ 9 h 22"/>
                  <a:gd name="T2" fmla="*/ 35 w 33"/>
                  <a:gd name="T3" fmla="*/ 28 h 22"/>
                  <a:gd name="T4" fmla="*/ 41 w 33"/>
                  <a:gd name="T5" fmla="*/ 11 h 22"/>
                  <a:gd name="T6" fmla="*/ 27 w 33"/>
                  <a:gd name="T7" fmla="*/ 0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" h="22">
                    <a:moveTo>
                      <a:pt x="0" y="6"/>
                    </a:moveTo>
                    <a:cubicBezTo>
                      <a:pt x="14" y="4"/>
                      <a:pt x="24" y="9"/>
                      <a:pt x="27" y="22"/>
                    </a:cubicBezTo>
                    <a:cubicBezTo>
                      <a:pt x="32" y="20"/>
                      <a:pt x="33" y="12"/>
                      <a:pt x="32" y="8"/>
                    </a:cubicBezTo>
                    <a:cubicBezTo>
                      <a:pt x="30" y="3"/>
                      <a:pt x="25" y="2"/>
                      <a:pt x="21" y="0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763" name="Freeform 65">
                <a:extLst>
                  <a:ext uri="{FF2B5EF4-FFF2-40B4-BE49-F238E27FC236}">
                    <a16:creationId xmlns:a16="http://schemas.microsoft.com/office/drawing/2014/main" id="{9E947481-47A9-466A-B0D5-C797416E10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0" y="3968"/>
                <a:ext cx="37" cy="48"/>
              </a:xfrm>
              <a:custGeom>
                <a:avLst/>
                <a:gdLst>
                  <a:gd name="T0" fmla="*/ 4 w 35"/>
                  <a:gd name="T1" fmla="*/ 54 h 45"/>
                  <a:gd name="T2" fmla="*/ 3 w 35"/>
                  <a:gd name="T3" fmla="*/ 37 h 45"/>
                  <a:gd name="T4" fmla="*/ 16 w 35"/>
                  <a:gd name="T5" fmla="*/ 23 h 45"/>
                  <a:gd name="T6" fmla="*/ 27 w 35"/>
                  <a:gd name="T7" fmla="*/ 16 h 45"/>
                  <a:gd name="T8" fmla="*/ 36 w 35"/>
                  <a:gd name="T9" fmla="*/ 12 h 45"/>
                  <a:gd name="T10" fmla="*/ 41 w 35"/>
                  <a:gd name="T11" fmla="*/ 0 h 4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5" h="45">
                    <a:moveTo>
                      <a:pt x="4" y="45"/>
                    </a:moveTo>
                    <a:cubicBezTo>
                      <a:pt x="0" y="44"/>
                      <a:pt x="2" y="34"/>
                      <a:pt x="3" y="31"/>
                    </a:cubicBezTo>
                    <a:cubicBezTo>
                      <a:pt x="5" y="27"/>
                      <a:pt x="9" y="22"/>
                      <a:pt x="13" y="20"/>
                    </a:cubicBezTo>
                    <a:cubicBezTo>
                      <a:pt x="16" y="17"/>
                      <a:pt x="20" y="15"/>
                      <a:pt x="24" y="13"/>
                    </a:cubicBezTo>
                    <a:cubicBezTo>
                      <a:pt x="27" y="12"/>
                      <a:pt x="28" y="11"/>
                      <a:pt x="30" y="9"/>
                    </a:cubicBezTo>
                    <a:cubicBezTo>
                      <a:pt x="31" y="7"/>
                      <a:pt x="34" y="2"/>
                      <a:pt x="35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764" name="Freeform 66">
                <a:extLst>
                  <a:ext uri="{FF2B5EF4-FFF2-40B4-BE49-F238E27FC236}">
                    <a16:creationId xmlns:a16="http://schemas.microsoft.com/office/drawing/2014/main" id="{EAB77927-D5B5-4E67-8F93-DD27B0DB35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8" y="3955"/>
                <a:ext cx="40" cy="42"/>
              </a:xfrm>
              <a:custGeom>
                <a:avLst/>
                <a:gdLst>
                  <a:gd name="T0" fmla="*/ 0 w 37"/>
                  <a:gd name="T1" fmla="*/ 46 h 40"/>
                  <a:gd name="T2" fmla="*/ 15 w 37"/>
                  <a:gd name="T3" fmla="*/ 16 h 40"/>
                  <a:gd name="T4" fmla="*/ 29 w 37"/>
                  <a:gd name="T5" fmla="*/ 8 h 40"/>
                  <a:gd name="T6" fmla="*/ 38 w 37"/>
                  <a:gd name="T7" fmla="*/ 4 h 40"/>
                  <a:gd name="T8" fmla="*/ 46 w 37"/>
                  <a:gd name="T9" fmla="*/ 0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7" h="40">
                    <a:moveTo>
                      <a:pt x="0" y="40"/>
                    </a:moveTo>
                    <a:cubicBezTo>
                      <a:pt x="0" y="30"/>
                      <a:pt x="4" y="19"/>
                      <a:pt x="12" y="13"/>
                    </a:cubicBezTo>
                    <a:cubicBezTo>
                      <a:pt x="16" y="11"/>
                      <a:pt x="20" y="11"/>
                      <a:pt x="23" y="8"/>
                    </a:cubicBezTo>
                    <a:cubicBezTo>
                      <a:pt x="26" y="7"/>
                      <a:pt x="27" y="5"/>
                      <a:pt x="30" y="4"/>
                    </a:cubicBezTo>
                    <a:cubicBezTo>
                      <a:pt x="32" y="2"/>
                      <a:pt x="35" y="2"/>
                      <a:pt x="37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765" name="Freeform 67">
                <a:extLst>
                  <a:ext uri="{FF2B5EF4-FFF2-40B4-BE49-F238E27FC236}">
                    <a16:creationId xmlns:a16="http://schemas.microsoft.com/office/drawing/2014/main" id="{C588449E-1884-4E5C-B607-15C693983E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0" y="3956"/>
                <a:ext cx="12" cy="6"/>
              </a:xfrm>
              <a:custGeom>
                <a:avLst/>
                <a:gdLst>
                  <a:gd name="T0" fmla="*/ 0 w 11"/>
                  <a:gd name="T1" fmla="*/ 6 h 6"/>
                  <a:gd name="T2" fmla="*/ 14 w 11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6">
                    <a:moveTo>
                      <a:pt x="0" y="6"/>
                    </a:moveTo>
                    <a:cubicBezTo>
                      <a:pt x="3" y="2"/>
                      <a:pt x="9" y="2"/>
                      <a:pt x="11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766" name="Freeform 68">
                <a:extLst>
                  <a:ext uri="{FF2B5EF4-FFF2-40B4-BE49-F238E27FC236}">
                    <a16:creationId xmlns:a16="http://schemas.microsoft.com/office/drawing/2014/main" id="{4CD8D53D-452D-42E2-A9AD-C3A80BDA5B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1" y="3948"/>
                <a:ext cx="6" cy="3"/>
              </a:xfrm>
              <a:custGeom>
                <a:avLst/>
                <a:gdLst>
                  <a:gd name="T0" fmla="*/ 0 w 6"/>
                  <a:gd name="T1" fmla="*/ 3 h 3"/>
                  <a:gd name="T2" fmla="*/ 6 w 6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3">
                    <a:moveTo>
                      <a:pt x="0" y="3"/>
                    </a:moveTo>
                    <a:cubicBezTo>
                      <a:pt x="2" y="2"/>
                      <a:pt x="4" y="1"/>
                      <a:pt x="6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767" name="Freeform 69">
                <a:extLst>
                  <a:ext uri="{FF2B5EF4-FFF2-40B4-BE49-F238E27FC236}">
                    <a16:creationId xmlns:a16="http://schemas.microsoft.com/office/drawing/2014/main" id="{E9C0A711-F5F3-4E25-A4D4-E1E941A55A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9" y="3990"/>
                <a:ext cx="17" cy="13"/>
              </a:xfrm>
              <a:custGeom>
                <a:avLst/>
                <a:gdLst>
                  <a:gd name="T0" fmla="*/ 0 w 16"/>
                  <a:gd name="T1" fmla="*/ 9 h 12"/>
                  <a:gd name="T2" fmla="*/ 16 w 16"/>
                  <a:gd name="T3" fmla="*/ 15 h 12"/>
                  <a:gd name="T4" fmla="*/ 19 w 16"/>
                  <a:gd name="T5" fmla="*/ 9 h 12"/>
                  <a:gd name="T6" fmla="*/ 5 w 16"/>
                  <a:gd name="T7" fmla="*/ 1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12">
                    <a:moveTo>
                      <a:pt x="0" y="6"/>
                    </a:moveTo>
                    <a:cubicBezTo>
                      <a:pt x="7" y="6"/>
                      <a:pt x="8" y="9"/>
                      <a:pt x="13" y="12"/>
                    </a:cubicBezTo>
                    <a:cubicBezTo>
                      <a:pt x="14" y="10"/>
                      <a:pt x="15" y="8"/>
                      <a:pt x="16" y="6"/>
                    </a:cubicBezTo>
                    <a:cubicBezTo>
                      <a:pt x="12" y="5"/>
                      <a:pt x="9" y="0"/>
                      <a:pt x="5" y="1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768" name="Freeform 70">
                <a:extLst>
                  <a:ext uri="{FF2B5EF4-FFF2-40B4-BE49-F238E27FC236}">
                    <a16:creationId xmlns:a16="http://schemas.microsoft.com/office/drawing/2014/main" id="{12B64569-664E-49EA-80A4-2438B93B0A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0" y="3981"/>
                <a:ext cx="13" cy="14"/>
              </a:xfrm>
              <a:custGeom>
                <a:avLst/>
                <a:gdLst>
                  <a:gd name="T0" fmla="*/ 0 w 12"/>
                  <a:gd name="T1" fmla="*/ 4 h 13"/>
                  <a:gd name="T2" fmla="*/ 11 w 12"/>
                  <a:gd name="T3" fmla="*/ 16 h 13"/>
                  <a:gd name="T4" fmla="*/ 12 w 12"/>
                  <a:gd name="T5" fmla="*/ 16 h 13"/>
                  <a:gd name="T6" fmla="*/ 15 w 12"/>
                  <a:gd name="T7" fmla="*/ 12 h 13"/>
                  <a:gd name="T8" fmla="*/ 3 w 12"/>
                  <a:gd name="T9" fmla="*/ 0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3">
                    <a:moveTo>
                      <a:pt x="0" y="4"/>
                    </a:moveTo>
                    <a:cubicBezTo>
                      <a:pt x="4" y="5"/>
                      <a:pt x="8" y="10"/>
                      <a:pt x="8" y="13"/>
                    </a:cubicBezTo>
                    <a:cubicBezTo>
                      <a:pt x="9" y="13"/>
                      <a:pt x="9" y="13"/>
                      <a:pt x="9" y="13"/>
                    </a:cubicBezTo>
                    <a:cubicBezTo>
                      <a:pt x="10" y="12"/>
                      <a:pt x="11" y="10"/>
                      <a:pt x="12" y="9"/>
                    </a:cubicBezTo>
                    <a:cubicBezTo>
                      <a:pt x="8" y="7"/>
                      <a:pt x="7" y="2"/>
                      <a:pt x="3" y="0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769" name="Freeform 71">
                <a:extLst>
                  <a:ext uri="{FF2B5EF4-FFF2-40B4-BE49-F238E27FC236}">
                    <a16:creationId xmlns:a16="http://schemas.microsoft.com/office/drawing/2014/main" id="{5CD80655-1E9C-4ED5-8A7D-2483C37C0E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8" y="3928"/>
                <a:ext cx="21" cy="18"/>
              </a:xfrm>
              <a:custGeom>
                <a:avLst/>
                <a:gdLst>
                  <a:gd name="T0" fmla="*/ 0 w 20"/>
                  <a:gd name="T1" fmla="*/ 20 h 17"/>
                  <a:gd name="T2" fmla="*/ 23 w 20"/>
                  <a:gd name="T3" fmla="*/ 0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17">
                    <a:moveTo>
                      <a:pt x="0" y="17"/>
                    </a:moveTo>
                    <a:cubicBezTo>
                      <a:pt x="7" y="14"/>
                      <a:pt x="15" y="6"/>
                      <a:pt x="20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770" name="Freeform 72">
                <a:extLst>
                  <a:ext uri="{FF2B5EF4-FFF2-40B4-BE49-F238E27FC236}">
                    <a16:creationId xmlns:a16="http://schemas.microsoft.com/office/drawing/2014/main" id="{E2499177-A028-4D44-8EB8-288BEDC05D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0" y="1908"/>
                <a:ext cx="28" cy="55"/>
              </a:xfrm>
              <a:custGeom>
                <a:avLst/>
                <a:gdLst>
                  <a:gd name="T0" fmla="*/ 10 w 26"/>
                  <a:gd name="T1" fmla="*/ 0 h 51"/>
                  <a:gd name="T2" fmla="*/ 32 w 26"/>
                  <a:gd name="T3" fmla="*/ 64 h 51"/>
                  <a:gd name="T4" fmla="*/ 0 w 26"/>
                  <a:gd name="T5" fmla="*/ 35 h 51"/>
                  <a:gd name="T6" fmla="*/ 10 w 26"/>
                  <a:gd name="T7" fmla="*/ 0 h 5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51">
                    <a:moveTo>
                      <a:pt x="7" y="0"/>
                    </a:moveTo>
                    <a:cubicBezTo>
                      <a:pt x="7" y="0"/>
                      <a:pt x="23" y="30"/>
                      <a:pt x="26" y="51"/>
                    </a:cubicBezTo>
                    <a:cubicBezTo>
                      <a:pt x="0" y="28"/>
                      <a:pt x="0" y="28"/>
                      <a:pt x="0" y="28"/>
                    </a:cubicBezTo>
                    <a:cubicBezTo>
                      <a:pt x="0" y="28"/>
                      <a:pt x="8" y="13"/>
                      <a:pt x="7" y="0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771" name="Freeform 73">
                <a:extLst>
                  <a:ext uri="{FF2B5EF4-FFF2-40B4-BE49-F238E27FC236}">
                    <a16:creationId xmlns:a16="http://schemas.microsoft.com/office/drawing/2014/main" id="{4A63F0B1-2115-4295-BF4F-1AC2E58AC3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4" y="1814"/>
                <a:ext cx="38" cy="99"/>
              </a:xfrm>
              <a:custGeom>
                <a:avLst/>
                <a:gdLst>
                  <a:gd name="T0" fmla="*/ 0 w 36"/>
                  <a:gd name="T1" fmla="*/ 0 h 93"/>
                  <a:gd name="T2" fmla="*/ 16 w 36"/>
                  <a:gd name="T3" fmla="*/ 39 h 93"/>
                  <a:gd name="T4" fmla="*/ 39 w 36"/>
                  <a:gd name="T5" fmla="*/ 112 h 9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6" h="93">
                    <a:moveTo>
                      <a:pt x="0" y="0"/>
                    </a:moveTo>
                    <a:cubicBezTo>
                      <a:pt x="0" y="0"/>
                      <a:pt x="5" y="22"/>
                      <a:pt x="13" y="33"/>
                    </a:cubicBezTo>
                    <a:cubicBezTo>
                      <a:pt x="20" y="44"/>
                      <a:pt x="36" y="65"/>
                      <a:pt x="33" y="93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772" name="Freeform 74">
                <a:extLst>
                  <a:ext uri="{FF2B5EF4-FFF2-40B4-BE49-F238E27FC236}">
                    <a16:creationId xmlns:a16="http://schemas.microsoft.com/office/drawing/2014/main" id="{4CC8A128-99F5-42E6-9AF1-A4FA45391A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8" y="1963"/>
                <a:ext cx="46" cy="87"/>
              </a:xfrm>
              <a:custGeom>
                <a:avLst/>
                <a:gdLst>
                  <a:gd name="T0" fmla="*/ 0 w 43"/>
                  <a:gd name="T1" fmla="*/ 0 h 82"/>
                  <a:gd name="T2" fmla="*/ 52 w 43"/>
                  <a:gd name="T3" fmla="*/ 98 h 8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3" h="82">
                    <a:moveTo>
                      <a:pt x="0" y="0"/>
                    </a:moveTo>
                    <a:cubicBezTo>
                      <a:pt x="0" y="0"/>
                      <a:pt x="33" y="19"/>
                      <a:pt x="43" y="82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773" name="Freeform 75">
                <a:extLst>
                  <a:ext uri="{FF2B5EF4-FFF2-40B4-BE49-F238E27FC236}">
                    <a16:creationId xmlns:a16="http://schemas.microsoft.com/office/drawing/2014/main" id="{7CAE4925-732E-48D8-BBD7-5FF161B0A1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8" y="1454"/>
                <a:ext cx="434" cy="577"/>
              </a:xfrm>
              <a:custGeom>
                <a:avLst/>
                <a:gdLst>
                  <a:gd name="T0" fmla="*/ 322 w 406"/>
                  <a:gd name="T1" fmla="*/ 0 h 540"/>
                  <a:gd name="T2" fmla="*/ 382 w 406"/>
                  <a:gd name="T3" fmla="*/ 165 h 540"/>
                  <a:gd name="T4" fmla="*/ 412 w 406"/>
                  <a:gd name="T5" fmla="*/ 220 h 540"/>
                  <a:gd name="T6" fmla="*/ 481 w 406"/>
                  <a:gd name="T7" fmla="*/ 426 h 540"/>
                  <a:gd name="T8" fmla="*/ 285 w 406"/>
                  <a:gd name="T9" fmla="*/ 634 h 540"/>
                  <a:gd name="T10" fmla="*/ 0 w 406"/>
                  <a:gd name="T11" fmla="*/ 514 h 54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06" h="540">
                    <a:moveTo>
                      <a:pt x="264" y="0"/>
                    </a:moveTo>
                    <a:cubicBezTo>
                      <a:pt x="264" y="0"/>
                      <a:pt x="300" y="112"/>
                      <a:pt x="312" y="135"/>
                    </a:cubicBezTo>
                    <a:cubicBezTo>
                      <a:pt x="324" y="157"/>
                      <a:pt x="334" y="171"/>
                      <a:pt x="337" y="181"/>
                    </a:cubicBezTo>
                    <a:cubicBezTo>
                      <a:pt x="341" y="191"/>
                      <a:pt x="406" y="268"/>
                      <a:pt x="394" y="349"/>
                    </a:cubicBezTo>
                    <a:cubicBezTo>
                      <a:pt x="382" y="430"/>
                      <a:pt x="347" y="497"/>
                      <a:pt x="234" y="519"/>
                    </a:cubicBezTo>
                    <a:cubicBezTo>
                      <a:pt x="121" y="540"/>
                      <a:pt x="28" y="474"/>
                      <a:pt x="0" y="421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774" name="Freeform 76">
                <a:extLst>
                  <a:ext uri="{FF2B5EF4-FFF2-40B4-BE49-F238E27FC236}">
                    <a16:creationId xmlns:a16="http://schemas.microsoft.com/office/drawing/2014/main" id="{D639704A-5F6E-4C36-94C1-E07CA04F93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6" y="1931"/>
                <a:ext cx="65" cy="30"/>
              </a:xfrm>
              <a:custGeom>
                <a:avLst/>
                <a:gdLst>
                  <a:gd name="T0" fmla="*/ 76 w 60"/>
                  <a:gd name="T1" fmla="*/ 32 h 29"/>
                  <a:gd name="T2" fmla="*/ 0 w 60"/>
                  <a:gd name="T3" fmla="*/ 18 h 2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0" h="29">
                    <a:moveTo>
                      <a:pt x="60" y="29"/>
                    </a:moveTo>
                    <a:cubicBezTo>
                      <a:pt x="60" y="29"/>
                      <a:pt x="20" y="0"/>
                      <a:pt x="0" y="15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775" name="Freeform 77">
                <a:extLst>
                  <a:ext uri="{FF2B5EF4-FFF2-40B4-BE49-F238E27FC236}">
                    <a16:creationId xmlns:a16="http://schemas.microsoft.com/office/drawing/2014/main" id="{7CA789ED-DC72-49C0-87B6-5E7031119E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4" y="1857"/>
                <a:ext cx="13" cy="7"/>
              </a:xfrm>
              <a:custGeom>
                <a:avLst/>
                <a:gdLst>
                  <a:gd name="T0" fmla="*/ 15 w 12"/>
                  <a:gd name="T1" fmla="*/ 7 h 7"/>
                  <a:gd name="T2" fmla="*/ 0 w 12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7">
                    <a:moveTo>
                      <a:pt x="12" y="7"/>
                    </a:moveTo>
                    <a:cubicBezTo>
                      <a:pt x="9" y="4"/>
                      <a:pt x="5" y="2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776" name="Freeform 78">
                <a:extLst>
                  <a:ext uri="{FF2B5EF4-FFF2-40B4-BE49-F238E27FC236}">
                    <a16:creationId xmlns:a16="http://schemas.microsoft.com/office/drawing/2014/main" id="{B27623E1-6A03-4831-99A5-1B36172356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2" y="1870"/>
                <a:ext cx="5" cy="5"/>
              </a:xfrm>
              <a:custGeom>
                <a:avLst/>
                <a:gdLst>
                  <a:gd name="T0" fmla="*/ 8 w 4"/>
                  <a:gd name="T1" fmla="*/ 5 h 5"/>
                  <a:gd name="T2" fmla="*/ 0 w 4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5">
                    <a:moveTo>
                      <a:pt x="4" y="5"/>
                    </a:moveTo>
                    <a:cubicBezTo>
                      <a:pt x="3" y="3"/>
                      <a:pt x="1" y="1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777" name="Freeform 79">
                <a:extLst>
                  <a:ext uri="{FF2B5EF4-FFF2-40B4-BE49-F238E27FC236}">
                    <a16:creationId xmlns:a16="http://schemas.microsoft.com/office/drawing/2014/main" id="{050CC162-26F2-4490-9689-7B770BE4C5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5" y="1878"/>
                <a:ext cx="187" cy="109"/>
              </a:xfrm>
              <a:custGeom>
                <a:avLst/>
                <a:gdLst>
                  <a:gd name="T0" fmla="*/ 13 w 175"/>
                  <a:gd name="T1" fmla="*/ 30 h 102"/>
                  <a:gd name="T2" fmla="*/ 4 w 175"/>
                  <a:gd name="T3" fmla="*/ 77 h 102"/>
                  <a:gd name="T4" fmla="*/ 127 w 175"/>
                  <a:gd name="T5" fmla="*/ 105 h 102"/>
                  <a:gd name="T6" fmla="*/ 200 w 175"/>
                  <a:gd name="T7" fmla="*/ 4 h 102"/>
                  <a:gd name="T8" fmla="*/ 198 w 175"/>
                  <a:gd name="T9" fmla="*/ 0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5" h="102">
                    <a:moveTo>
                      <a:pt x="10" y="24"/>
                    </a:moveTo>
                    <a:cubicBezTo>
                      <a:pt x="2" y="37"/>
                      <a:pt x="0" y="51"/>
                      <a:pt x="4" y="63"/>
                    </a:cubicBezTo>
                    <a:cubicBezTo>
                      <a:pt x="15" y="92"/>
                      <a:pt x="60" y="102"/>
                      <a:pt x="104" y="86"/>
                    </a:cubicBezTo>
                    <a:cubicBezTo>
                      <a:pt x="148" y="70"/>
                      <a:pt x="175" y="33"/>
                      <a:pt x="164" y="4"/>
                    </a:cubicBezTo>
                    <a:cubicBezTo>
                      <a:pt x="164" y="3"/>
                      <a:pt x="163" y="1"/>
                      <a:pt x="162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778" name="Freeform 80">
                <a:extLst>
                  <a:ext uri="{FF2B5EF4-FFF2-40B4-BE49-F238E27FC236}">
                    <a16:creationId xmlns:a16="http://schemas.microsoft.com/office/drawing/2014/main" id="{7C8B06EA-58C4-440B-863A-2B9746D450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2" y="1854"/>
                <a:ext cx="65" cy="40"/>
              </a:xfrm>
              <a:custGeom>
                <a:avLst/>
                <a:gdLst>
                  <a:gd name="T0" fmla="*/ 74 w 61"/>
                  <a:gd name="T1" fmla="*/ 0 h 38"/>
                  <a:gd name="T2" fmla="*/ 59 w 61"/>
                  <a:gd name="T3" fmla="*/ 4 h 38"/>
                  <a:gd name="T4" fmla="*/ 0 w 61"/>
                  <a:gd name="T5" fmla="*/ 44 h 3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1" h="38">
                    <a:moveTo>
                      <a:pt x="61" y="0"/>
                    </a:moveTo>
                    <a:cubicBezTo>
                      <a:pt x="57" y="1"/>
                      <a:pt x="53" y="3"/>
                      <a:pt x="49" y="4"/>
                    </a:cubicBezTo>
                    <a:cubicBezTo>
                      <a:pt x="28" y="12"/>
                      <a:pt x="11" y="24"/>
                      <a:pt x="0" y="38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779" name="Freeform 81">
                <a:extLst>
                  <a:ext uri="{FF2B5EF4-FFF2-40B4-BE49-F238E27FC236}">
                    <a16:creationId xmlns:a16="http://schemas.microsoft.com/office/drawing/2014/main" id="{727506E9-4A28-4569-BB3F-CA8E7798C0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0" y="1849"/>
                <a:ext cx="21" cy="3"/>
              </a:xfrm>
              <a:custGeom>
                <a:avLst/>
                <a:gdLst>
                  <a:gd name="T0" fmla="*/ 23 w 20"/>
                  <a:gd name="T1" fmla="*/ 0 h 2"/>
                  <a:gd name="T2" fmla="*/ 0 w 20"/>
                  <a:gd name="T3" fmla="*/ 8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2">
                    <a:moveTo>
                      <a:pt x="20" y="0"/>
                    </a:moveTo>
                    <a:cubicBezTo>
                      <a:pt x="14" y="0"/>
                      <a:pt x="7" y="1"/>
                      <a:pt x="0" y="2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780" name="Freeform 82">
                <a:extLst>
                  <a:ext uri="{FF2B5EF4-FFF2-40B4-BE49-F238E27FC236}">
                    <a16:creationId xmlns:a16="http://schemas.microsoft.com/office/drawing/2014/main" id="{926D6340-2690-450B-8033-FAD1D054E2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6" y="1949"/>
                <a:ext cx="211" cy="207"/>
              </a:xfrm>
              <a:custGeom>
                <a:avLst/>
                <a:gdLst>
                  <a:gd name="T0" fmla="*/ 240 w 198"/>
                  <a:gd name="T1" fmla="*/ 0 h 194"/>
                  <a:gd name="T2" fmla="*/ 234 w 198"/>
                  <a:gd name="T3" fmla="*/ 36 h 194"/>
                  <a:gd name="T4" fmla="*/ 141 w 198"/>
                  <a:gd name="T5" fmla="*/ 160 h 194"/>
                  <a:gd name="T6" fmla="*/ 0 w 198"/>
                  <a:gd name="T7" fmla="*/ 236 h 19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8" h="194">
                    <a:moveTo>
                      <a:pt x="198" y="0"/>
                    </a:moveTo>
                    <a:cubicBezTo>
                      <a:pt x="198" y="0"/>
                      <a:pt x="193" y="17"/>
                      <a:pt x="193" y="30"/>
                    </a:cubicBezTo>
                    <a:cubicBezTo>
                      <a:pt x="193" y="42"/>
                      <a:pt x="165" y="110"/>
                      <a:pt x="116" y="132"/>
                    </a:cubicBezTo>
                    <a:cubicBezTo>
                      <a:pt x="66" y="154"/>
                      <a:pt x="23" y="176"/>
                      <a:pt x="0" y="194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781" name="Freeform 83">
                <a:extLst>
                  <a:ext uri="{FF2B5EF4-FFF2-40B4-BE49-F238E27FC236}">
                    <a16:creationId xmlns:a16="http://schemas.microsoft.com/office/drawing/2014/main" id="{24DF83EF-FD2C-4EA9-A870-C46F1AE108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7" y="2090"/>
                <a:ext cx="203" cy="275"/>
              </a:xfrm>
              <a:custGeom>
                <a:avLst/>
                <a:gdLst>
                  <a:gd name="T0" fmla="*/ 232 w 190"/>
                  <a:gd name="T1" fmla="*/ 0 h 258"/>
                  <a:gd name="T2" fmla="*/ 171 w 190"/>
                  <a:gd name="T3" fmla="*/ 71 h 258"/>
                  <a:gd name="T4" fmla="*/ 0 w 190"/>
                  <a:gd name="T5" fmla="*/ 312 h 25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0" h="258">
                    <a:moveTo>
                      <a:pt x="190" y="0"/>
                    </a:moveTo>
                    <a:cubicBezTo>
                      <a:pt x="190" y="0"/>
                      <a:pt x="153" y="32"/>
                      <a:pt x="140" y="59"/>
                    </a:cubicBezTo>
                    <a:cubicBezTo>
                      <a:pt x="128" y="86"/>
                      <a:pt x="94" y="191"/>
                      <a:pt x="0" y="258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782" name="Freeform 84">
                <a:extLst>
                  <a:ext uri="{FF2B5EF4-FFF2-40B4-BE49-F238E27FC236}">
                    <a16:creationId xmlns:a16="http://schemas.microsoft.com/office/drawing/2014/main" id="{C7C9D783-EC0D-4442-AD21-2884C14BA8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5" y="2179"/>
                <a:ext cx="480" cy="475"/>
              </a:xfrm>
              <a:custGeom>
                <a:avLst/>
                <a:gdLst>
                  <a:gd name="T0" fmla="*/ 0 w 449"/>
                  <a:gd name="T1" fmla="*/ 541 h 445"/>
                  <a:gd name="T2" fmla="*/ 19 w 449"/>
                  <a:gd name="T3" fmla="*/ 490 h 445"/>
                  <a:gd name="T4" fmla="*/ 55 w 449"/>
                  <a:gd name="T5" fmla="*/ 432 h 445"/>
                  <a:gd name="T6" fmla="*/ 131 w 449"/>
                  <a:gd name="T7" fmla="*/ 375 h 445"/>
                  <a:gd name="T8" fmla="*/ 296 w 449"/>
                  <a:gd name="T9" fmla="*/ 236 h 445"/>
                  <a:gd name="T10" fmla="*/ 414 w 449"/>
                  <a:gd name="T11" fmla="*/ 94 h 445"/>
                  <a:gd name="T12" fmla="*/ 548 w 449"/>
                  <a:gd name="T13" fmla="*/ 0 h 44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49" h="445">
                    <a:moveTo>
                      <a:pt x="0" y="445"/>
                    </a:moveTo>
                    <a:cubicBezTo>
                      <a:pt x="0" y="445"/>
                      <a:pt x="12" y="418"/>
                      <a:pt x="16" y="403"/>
                    </a:cubicBezTo>
                    <a:cubicBezTo>
                      <a:pt x="21" y="388"/>
                      <a:pt x="26" y="369"/>
                      <a:pt x="45" y="355"/>
                    </a:cubicBezTo>
                    <a:cubicBezTo>
                      <a:pt x="63" y="341"/>
                      <a:pt x="87" y="317"/>
                      <a:pt x="108" y="308"/>
                    </a:cubicBezTo>
                    <a:cubicBezTo>
                      <a:pt x="129" y="298"/>
                      <a:pt x="216" y="243"/>
                      <a:pt x="242" y="194"/>
                    </a:cubicBezTo>
                    <a:cubicBezTo>
                      <a:pt x="269" y="145"/>
                      <a:pt x="310" y="121"/>
                      <a:pt x="339" y="77"/>
                    </a:cubicBezTo>
                    <a:cubicBezTo>
                      <a:pt x="369" y="34"/>
                      <a:pt x="422" y="4"/>
                      <a:pt x="449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783" name="Freeform 85">
                <a:extLst>
                  <a:ext uri="{FF2B5EF4-FFF2-40B4-BE49-F238E27FC236}">
                    <a16:creationId xmlns:a16="http://schemas.microsoft.com/office/drawing/2014/main" id="{BEDB20F3-537D-413B-8CD1-B23CFEAF20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9" y="2249"/>
                <a:ext cx="199" cy="37"/>
              </a:xfrm>
              <a:custGeom>
                <a:avLst/>
                <a:gdLst>
                  <a:gd name="T0" fmla="*/ 0 w 186"/>
                  <a:gd name="T1" fmla="*/ 41 h 35"/>
                  <a:gd name="T2" fmla="*/ 157 w 186"/>
                  <a:gd name="T3" fmla="*/ 13 h 35"/>
                  <a:gd name="T4" fmla="*/ 228 w 186"/>
                  <a:gd name="T5" fmla="*/ 3 h 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6" h="35">
                    <a:moveTo>
                      <a:pt x="0" y="35"/>
                    </a:moveTo>
                    <a:cubicBezTo>
                      <a:pt x="0" y="35"/>
                      <a:pt x="75" y="0"/>
                      <a:pt x="128" y="10"/>
                    </a:cubicBezTo>
                    <a:cubicBezTo>
                      <a:pt x="181" y="19"/>
                      <a:pt x="186" y="3"/>
                      <a:pt x="186" y="3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784" name="Freeform 86">
                <a:extLst>
                  <a:ext uri="{FF2B5EF4-FFF2-40B4-BE49-F238E27FC236}">
                    <a16:creationId xmlns:a16="http://schemas.microsoft.com/office/drawing/2014/main" id="{325DFD9B-C8F6-46DA-8C72-920B1E2811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4" y="2464"/>
                <a:ext cx="235" cy="52"/>
              </a:xfrm>
              <a:custGeom>
                <a:avLst/>
                <a:gdLst>
                  <a:gd name="T0" fmla="*/ 0 w 220"/>
                  <a:gd name="T1" fmla="*/ 48 h 48"/>
                  <a:gd name="T2" fmla="*/ 61 w 220"/>
                  <a:gd name="T3" fmla="*/ 44 h 48"/>
                  <a:gd name="T4" fmla="*/ 268 w 220"/>
                  <a:gd name="T5" fmla="*/ 61 h 4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0" h="48">
                    <a:moveTo>
                      <a:pt x="0" y="38"/>
                    </a:moveTo>
                    <a:cubicBezTo>
                      <a:pt x="0" y="38"/>
                      <a:pt x="29" y="31"/>
                      <a:pt x="50" y="35"/>
                    </a:cubicBezTo>
                    <a:cubicBezTo>
                      <a:pt x="71" y="39"/>
                      <a:pt x="122" y="0"/>
                      <a:pt x="220" y="48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785" name="Freeform 87">
                <a:extLst>
                  <a:ext uri="{FF2B5EF4-FFF2-40B4-BE49-F238E27FC236}">
                    <a16:creationId xmlns:a16="http://schemas.microsoft.com/office/drawing/2014/main" id="{F7AED410-1A92-41A2-98F4-3319A841E4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2" y="1581"/>
                <a:ext cx="50" cy="104"/>
              </a:xfrm>
              <a:custGeom>
                <a:avLst/>
                <a:gdLst>
                  <a:gd name="T0" fmla="*/ 2 w 47"/>
                  <a:gd name="T1" fmla="*/ 120 h 97"/>
                  <a:gd name="T2" fmla="*/ 56 w 47"/>
                  <a:gd name="T3" fmla="*/ 0 h 9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7" h="97">
                    <a:moveTo>
                      <a:pt x="2" y="97"/>
                    </a:moveTo>
                    <a:cubicBezTo>
                      <a:pt x="2" y="97"/>
                      <a:pt x="0" y="49"/>
                      <a:pt x="47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786" name="Freeform 88">
                <a:extLst>
                  <a:ext uri="{FF2B5EF4-FFF2-40B4-BE49-F238E27FC236}">
                    <a16:creationId xmlns:a16="http://schemas.microsoft.com/office/drawing/2014/main" id="{218065CC-B81D-4437-B967-D025A9AAEE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9" y="1611"/>
                <a:ext cx="97" cy="37"/>
              </a:xfrm>
              <a:custGeom>
                <a:avLst/>
                <a:gdLst>
                  <a:gd name="T0" fmla="*/ 0 w 90"/>
                  <a:gd name="T1" fmla="*/ 44 h 34"/>
                  <a:gd name="T2" fmla="*/ 43 w 90"/>
                  <a:gd name="T3" fmla="*/ 30 h 34"/>
                  <a:gd name="T4" fmla="*/ 113 w 90"/>
                  <a:gd name="T5" fmla="*/ 0 h 3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0" h="34">
                    <a:moveTo>
                      <a:pt x="0" y="34"/>
                    </a:moveTo>
                    <a:cubicBezTo>
                      <a:pt x="0" y="34"/>
                      <a:pt x="17" y="23"/>
                      <a:pt x="34" y="24"/>
                    </a:cubicBezTo>
                    <a:cubicBezTo>
                      <a:pt x="51" y="26"/>
                      <a:pt x="79" y="16"/>
                      <a:pt x="90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787" name="Freeform 89">
                <a:extLst>
                  <a:ext uri="{FF2B5EF4-FFF2-40B4-BE49-F238E27FC236}">
                    <a16:creationId xmlns:a16="http://schemas.microsoft.com/office/drawing/2014/main" id="{F2A69C54-F168-4171-BFAE-499A616306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9" y="1785"/>
                <a:ext cx="118" cy="57"/>
              </a:xfrm>
              <a:custGeom>
                <a:avLst/>
                <a:gdLst>
                  <a:gd name="T0" fmla="*/ 0 w 110"/>
                  <a:gd name="T1" fmla="*/ 0 h 53"/>
                  <a:gd name="T2" fmla="*/ 136 w 110"/>
                  <a:gd name="T3" fmla="*/ 66 h 5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0" h="53">
                    <a:moveTo>
                      <a:pt x="0" y="0"/>
                    </a:moveTo>
                    <a:cubicBezTo>
                      <a:pt x="0" y="0"/>
                      <a:pt x="78" y="41"/>
                      <a:pt x="110" y="53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788" name="Freeform 90">
                <a:extLst>
                  <a:ext uri="{FF2B5EF4-FFF2-40B4-BE49-F238E27FC236}">
                    <a16:creationId xmlns:a16="http://schemas.microsoft.com/office/drawing/2014/main" id="{A3F8D1DD-4CA9-45A3-8739-0852431C5F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8" y="1855"/>
                <a:ext cx="46" cy="78"/>
              </a:xfrm>
              <a:custGeom>
                <a:avLst/>
                <a:gdLst>
                  <a:gd name="T0" fmla="*/ 52 w 43"/>
                  <a:gd name="T1" fmla="*/ 0 h 73"/>
                  <a:gd name="T2" fmla="*/ 33 w 43"/>
                  <a:gd name="T3" fmla="*/ 26 h 73"/>
                  <a:gd name="T4" fmla="*/ 1 w 43"/>
                  <a:gd name="T5" fmla="*/ 89 h 7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" h="73">
                    <a:moveTo>
                      <a:pt x="43" y="0"/>
                    </a:moveTo>
                    <a:cubicBezTo>
                      <a:pt x="43" y="0"/>
                      <a:pt x="41" y="15"/>
                      <a:pt x="27" y="21"/>
                    </a:cubicBezTo>
                    <a:cubicBezTo>
                      <a:pt x="12" y="26"/>
                      <a:pt x="0" y="53"/>
                      <a:pt x="1" y="73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789" name="Freeform 91">
                <a:extLst>
                  <a:ext uri="{FF2B5EF4-FFF2-40B4-BE49-F238E27FC236}">
                    <a16:creationId xmlns:a16="http://schemas.microsoft.com/office/drawing/2014/main" id="{2204DD72-065B-4E51-8AA6-BEE397B52E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4" y="1892"/>
                <a:ext cx="21" cy="4"/>
              </a:xfrm>
              <a:custGeom>
                <a:avLst/>
                <a:gdLst>
                  <a:gd name="T0" fmla="*/ 23 w 20"/>
                  <a:gd name="T1" fmla="*/ 0 h 4"/>
                  <a:gd name="T2" fmla="*/ 0 w 20"/>
                  <a:gd name="T3" fmla="*/ 3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4">
                    <a:moveTo>
                      <a:pt x="20" y="0"/>
                    </a:moveTo>
                    <a:cubicBezTo>
                      <a:pt x="20" y="0"/>
                      <a:pt x="9" y="4"/>
                      <a:pt x="0" y="3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790" name="Freeform 92">
                <a:extLst>
                  <a:ext uri="{FF2B5EF4-FFF2-40B4-BE49-F238E27FC236}">
                    <a16:creationId xmlns:a16="http://schemas.microsoft.com/office/drawing/2014/main" id="{20C01B50-92E6-436E-9FFC-D21B5732ED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2" y="2384"/>
                <a:ext cx="58" cy="157"/>
              </a:xfrm>
              <a:custGeom>
                <a:avLst/>
                <a:gdLst>
                  <a:gd name="T0" fmla="*/ 25 w 54"/>
                  <a:gd name="T1" fmla="*/ 179 h 147"/>
                  <a:gd name="T2" fmla="*/ 35 w 54"/>
                  <a:gd name="T3" fmla="*/ 138 h 147"/>
                  <a:gd name="T4" fmla="*/ 52 w 54"/>
                  <a:gd name="T5" fmla="*/ 121 h 147"/>
                  <a:gd name="T6" fmla="*/ 62 w 54"/>
                  <a:gd name="T7" fmla="*/ 96 h 147"/>
                  <a:gd name="T8" fmla="*/ 64 w 54"/>
                  <a:gd name="T9" fmla="*/ 82 h 147"/>
                  <a:gd name="T10" fmla="*/ 64 w 54"/>
                  <a:gd name="T11" fmla="*/ 47 h 147"/>
                  <a:gd name="T12" fmla="*/ 56 w 54"/>
                  <a:gd name="T13" fmla="*/ 25 h 147"/>
                  <a:gd name="T14" fmla="*/ 33 w 54"/>
                  <a:gd name="T15" fmla="*/ 0 h 147"/>
                  <a:gd name="T16" fmla="*/ 27 w 54"/>
                  <a:gd name="T17" fmla="*/ 15 h 147"/>
                  <a:gd name="T18" fmla="*/ 0 w 54"/>
                  <a:gd name="T19" fmla="*/ 130 h 14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4" h="147">
                    <a:moveTo>
                      <a:pt x="20" y="147"/>
                    </a:moveTo>
                    <a:cubicBezTo>
                      <a:pt x="20" y="147"/>
                      <a:pt x="17" y="123"/>
                      <a:pt x="29" y="113"/>
                    </a:cubicBezTo>
                    <a:cubicBezTo>
                      <a:pt x="42" y="102"/>
                      <a:pt x="42" y="105"/>
                      <a:pt x="42" y="99"/>
                    </a:cubicBezTo>
                    <a:cubicBezTo>
                      <a:pt x="42" y="93"/>
                      <a:pt x="47" y="83"/>
                      <a:pt x="50" y="79"/>
                    </a:cubicBezTo>
                    <a:cubicBezTo>
                      <a:pt x="54" y="75"/>
                      <a:pt x="54" y="73"/>
                      <a:pt x="52" y="67"/>
                    </a:cubicBezTo>
                    <a:cubicBezTo>
                      <a:pt x="50" y="60"/>
                      <a:pt x="50" y="44"/>
                      <a:pt x="52" y="38"/>
                    </a:cubicBezTo>
                    <a:cubicBezTo>
                      <a:pt x="54" y="32"/>
                      <a:pt x="49" y="26"/>
                      <a:pt x="45" y="21"/>
                    </a:cubicBezTo>
                    <a:cubicBezTo>
                      <a:pt x="41" y="16"/>
                      <a:pt x="27" y="0"/>
                      <a:pt x="27" y="0"/>
                    </a:cubicBezTo>
                    <a:cubicBezTo>
                      <a:pt x="27" y="0"/>
                      <a:pt x="21" y="3"/>
                      <a:pt x="21" y="12"/>
                    </a:cubicBezTo>
                    <a:cubicBezTo>
                      <a:pt x="21" y="22"/>
                      <a:pt x="39" y="95"/>
                      <a:pt x="0" y="107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791" name="Freeform 93">
                <a:extLst>
                  <a:ext uri="{FF2B5EF4-FFF2-40B4-BE49-F238E27FC236}">
                    <a16:creationId xmlns:a16="http://schemas.microsoft.com/office/drawing/2014/main" id="{D20CDC57-950C-453F-A01A-23A6DF09F7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2" y="2375"/>
                <a:ext cx="37" cy="32"/>
              </a:xfrm>
              <a:custGeom>
                <a:avLst/>
                <a:gdLst>
                  <a:gd name="T0" fmla="*/ 41 w 35"/>
                  <a:gd name="T1" fmla="*/ 3 h 30"/>
                  <a:gd name="T2" fmla="*/ 0 w 35"/>
                  <a:gd name="T3" fmla="*/ 36 h 3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5" h="30">
                    <a:moveTo>
                      <a:pt x="35" y="3"/>
                    </a:moveTo>
                    <a:cubicBezTo>
                      <a:pt x="35" y="3"/>
                      <a:pt x="10" y="0"/>
                      <a:pt x="0" y="3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792" name="Freeform 94">
                <a:extLst>
                  <a:ext uri="{FF2B5EF4-FFF2-40B4-BE49-F238E27FC236}">
                    <a16:creationId xmlns:a16="http://schemas.microsoft.com/office/drawing/2014/main" id="{1B48E108-2CC1-499F-B130-18B5F0FAFD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7" y="2459"/>
                <a:ext cx="32" cy="33"/>
              </a:xfrm>
              <a:custGeom>
                <a:avLst/>
                <a:gdLst>
                  <a:gd name="T0" fmla="*/ 4 w 30"/>
                  <a:gd name="T1" fmla="*/ 28 h 31"/>
                  <a:gd name="T2" fmla="*/ 30 w 30"/>
                  <a:gd name="T3" fmla="*/ 32 h 31"/>
                  <a:gd name="T4" fmla="*/ 18 w 30"/>
                  <a:gd name="T5" fmla="*/ 0 h 31"/>
                  <a:gd name="T6" fmla="*/ 4 w 30"/>
                  <a:gd name="T7" fmla="*/ 28 h 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0" h="31">
                    <a:moveTo>
                      <a:pt x="4" y="23"/>
                    </a:moveTo>
                    <a:cubicBezTo>
                      <a:pt x="4" y="23"/>
                      <a:pt x="16" y="31"/>
                      <a:pt x="24" y="26"/>
                    </a:cubicBezTo>
                    <a:cubicBezTo>
                      <a:pt x="24" y="26"/>
                      <a:pt x="30" y="1"/>
                      <a:pt x="15" y="0"/>
                    </a:cubicBezTo>
                    <a:cubicBezTo>
                      <a:pt x="0" y="0"/>
                      <a:pt x="4" y="23"/>
                      <a:pt x="4" y="23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793" name="Freeform 95">
                <a:extLst>
                  <a:ext uri="{FF2B5EF4-FFF2-40B4-BE49-F238E27FC236}">
                    <a16:creationId xmlns:a16="http://schemas.microsoft.com/office/drawing/2014/main" id="{05BAC034-F370-438B-A8E5-BB0BC462EF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59" y="2530"/>
                <a:ext cx="25" cy="19"/>
              </a:xfrm>
              <a:custGeom>
                <a:avLst/>
                <a:gdLst>
                  <a:gd name="T0" fmla="*/ 29 w 23"/>
                  <a:gd name="T1" fmla="*/ 8 h 17"/>
                  <a:gd name="T2" fmla="*/ 12 w 23"/>
                  <a:gd name="T3" fmla="*/ 4 h 17"/>
                  <a:gd name="T4" fmla="*/ 0 w 23"/>
                  <a:gd name="T5" fmla="*/ 23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17">
                    <a:moveTo>
                      <a:pt x="23" y="5"/>
                    </a:moveTo>
                    <a:cubicBezTo>
                      <a:pt x="23" y="5"/>
                      <a:pt x="17" y="0"/>
                      <a:pt x="9" y="4"/>
                    </a:cubicBezTo>
                    <a:cubicBezTo>
                      <a:pt x="1" y="8"/>
                      <a:pt x="0" y="17"/>
                      <a:pt x="0" y="17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794" name="Freeform 96">
                <a:extLst>
                  <a:ext uri="{FF2B5EF4-FFF2-40B4-BE49-F238E27FC236}">
                    <a16:creationId xmlns:a16="http://schemas.microsoft.com/office/drawing/2014/main" id="{490735DE-CEC6-4E1D-AB50-A07F3FB26D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6" y="2473"/>
                <a:ext cx="47" cy="47"/>
              </a:xfrm>
              <a:custGeom>
                <a:avLst/>
                <a:gdLst>
                  <a:gd name="T0" fmla="*/ 0 w 44"/>
                  <a:gd name="T1" fmla="*/ 53 h 44"/>
                  <a:gd name="T2" fmla="*/ 30 w 44"/>
                  <a:gd name="T3" fmla="*/ 31 h 44"/>
                  <a:gd name="T4" fmla="*/ 53 w 44"/>
                  <a:gd name="T5" fmla="*/ 0 h 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4" h="44">
                    <a:moveTo>
                      <a:pt x="0" y="44"/>
                    </a:moveTo>
                    <a:cubicBezTo>
                      <a:pt x="0" y="44"/>
                      <a:pt x="6" y="30"/>
                      <a:pt x="24" y="25"/>
                    </a:cubicBezTo>
                    <a:cubicBezTo>
                      <a:pt x="24" y="25"/>
                      <a:pt x="26" y="10"/>
                      <a:pt x="44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795" name="Freeform 97">
                <a:extLst>
                  <a:ext uri="{FF2B5EF4-FFF2-40B4-BE49-F238E27FC236}">
                    <a16:creationId xmlns:a16="http://schemas.microsoft.com/office/drawing/2014/main" id="{815FC22E-7FE7-426E-AE31-A4E054428A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53" y="2458"/>
                <a:ext cx="26" cy="22"/>
              </a:xfrm>
              <a:custGeom>
                <a:avLst/>
                <a:gdLst>
                  <a:gd name="T0" fmla="*/ 0 w 25"/>
                  <a:gd name="T1" fmla="*/ 24 h 21"/>
                  <a:gd name="T2" fmla="*/ 11 w 25"/>
                  <a:gd name="T3" fmla="*/ 18 h 21"/>
                  <a:gd name="T4" fmla="*/ 28 w 25"/>
                  <a:gd name="T5" fmla="*/ 0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21">
                    <a:moveTo>
                      <a:pt x="0" y="21"/>
                    </a:moveTo>
                    <a:cubicBezTo>
                      <a:pt x="0" y="21"/>
                      <a:pt x="6" y="16"/>
                      <a:pt x="11" y="15"/>
                    </a:cubicBezTo>
                    <a:cubicBezTo>
                      <a:pt x="17" y="14"/>
                      <a:pt x="18" y="3"/>
                      <a:pt x="25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796" name="Freeform 98">
                <a:extLst>
                  <a:ext uri="{FF2B5EF4-FFF2-40B4-BE49-F238E27FC236}">
                    <a16:creationId xmlns:a16="http://schemas.microsoft.com/office/drawing/2014/main" id="{BF68805D-5049-492F-86CD-F6298C474C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3" y="2406"/>
                <a:ext cx="21" cy="63"/>
              </a:xfrm>
              <a:custGeom>
                <a:avLst/>
                <a:gdLst>
                  <a:gd name="T0" fmla="*/ 25 w 19"/>
                  <a:gd name="T1" fmla="*/ 72 h 59"/>
                  <a:gd name="T2" fmla="*/ 19 w 19"/>
                  <a:gd name="T3" fmla="*/ 49 h 59"/>
                  <a:gd name="T4" fmla="*/ 12 w 19"/>
                  <a:gd name="T5" fmla="*/ 22 h 59"/>
                  <a:gd name="T6" fmla="*/ 0 w 19"/>
                  <a:gd name="T7" fmla="*/ 0 h 5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59">
                    <a:moveTo>
                      <a:pt x="19" y="59"/>
                    </a:moveTo>
                    <a:cubicBezTo>
                      <a:pt x="19" y="59"/>
                      <a:pt x="13" y="49"/>
                      <a:pt x="14" y="40"/>
                    </a:cubicBezTo>
                    <a:cubicBezTo>
                      <a:pt x="16" y="30"/>
                      <a:pt x="13" y="25"/>
                      <a:pt x="9" y="19"/>
                    </a:cubicBezTo>
                    <a:cubicBezTo>
                      <a:pt x="5" y="14"/>
                      <a:pt x="0" y="6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797" name="Freeform 99">
                <a:extLst>
                  <a:ext uri="{FF2B5EF4-FFF2-40B4-BE49-F238E27FC236}">
                    <a16:creationId xmlns:a16="http://schemas.microsoft.com/office/drawing/2014/main" id="{51365322-A27A-4C4D-AF37-E46C679164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1" y="2426"/>
                <a:ext cx="13" cy="19"/>
              </a:xfrm>
              <a:custGeom>
                <a:avLst/>
                <a:gdLst>
                  <a:gd name="T0" fmla="*/ 15 w 12"/>
                  <a:gd name="T1" fmla="*/ 0 h 18"/>
                  <a:gd name="T2" fmla="*/ 12 w 12"/>
                  <a:gd name="T3" fmla="*/ 16 h 18"/>
                  <a:gd name="T4" fmla="*/ 0 w 12"/>
                  <a:gd name="T5" fmla="*/ 21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8">
                    <a:moveTo>
                      <a:pt x="12" y="0"/>
                    </a:moveTo>
                    <a:cubicBezTo>
                      <a:pt x="12" y="0"/>
                      <a:pt x="9" y="8"/>
                      <a:pt x="9" y="13"/>
                    </a:cubicBezTo>
                    <a:cubicBezTo>
                      <a:pt x="10" y="18"/>
                      <a:pt x="0" y="18"/>
                      <a:pt x="0" y="18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798" name="Freeform 100">
                <a:extLst>
                  <a:ext uri="{FF2B5EF4-FFF2-40B4-BE49-F238E27FC236}">
                    <a16:creationId xmlns:a16="http://schemas.microsoft.com/office/drawing/2014/main" id="{5A41E093-8988-4920-A961-85D8297CEB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9" y="1254"/>
                <a:ext cx="77" cy="53"/>
              </a:xfrm>
              <a:custGeom>
                <a:avLst/>
                <a:gdLst>
                  <a:gd name="T0" fmla="*/ 88 w 72"/>
                  <a:gd name="T1" fmla="*/ 0 h 50"/>
                  <a:gd name="T2" fmla="*/ 0 w 72"/>
                  <a:gd name="T3" fmla="*/ 59 h 5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2" h="50">
                    <a:moveTo>
                      <a:pt x="72" y="0"/>
                    </a:moveTo>
                    <a:cubicBezTo>
                      <a:pt x="72" y="0"/>
                      <a:pt x="63" y="32"/>
                      <a:pt x="0" y="5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799" name="Freeform 101">
                <a:extLst>
                  <a:ext uri="{FF2B5EF4-FFF2-40B4-BE49-F238E27FC236}">
                    <a16:creationId xmlns:a16="http://schemas.microsoft.com/office/drawing/2014/main" id="{04F16E3F-2813-4BA3-9DD0-19F4DC4908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4" y="1252"/>
                <a:ext cx="9" cy="44"/>
              </a:xfrm>
              <a:custGeom>
                <a:avLst/>
                <a:gdLst>
                  <a:gd name="T0" fmla="*/ 7 w 8"/>
                  <a:gd name="T1" fmla="*/ 0 h 42"/>
                  <a:gd name="T2" fmla="*/ 11 w 8"/>
                  <a:gd name="T3" fmla="*/ 48 h 4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42">
                    <a:moveTo>
                      <a:pt x="4" y="0"/>
                    </a:moveTo>
                    <a:cubicBezTo>
                      <a:pt x="4" y="0"/>
                      <a:pt x="0" y="22"/>
                      <a:pt x="8" y="42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800" name="Oval 102">
                <a:extLst>
                  <a:ext uri="{FF2B5EF4-FFF2-40B4-BE49-F238E27FC236}">
                    <a16:creationId xmlns:a16="http://schemas.microsoft.com/office/drawing/2014/main" id="{17B960FE-C743-4469-BF0F-316CA0ED24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8" y="1000"/>
                <a:ext cx="22" cy="22"/>
              </a:xfrm>
              <a:prstGeom prst="ellipse">
                <a:avLst/>
              </a:prstGeom>
              <a:solidFill>
                <a:srgbClr val="7920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801" name="Oval 103">
                <a:extLst>
                  <a:ext uri="{FF2B5EF4-FFF2-40B4-BE49-F238E27FC236}">
                    <a16:creationId xmlns:a16="http://schemas.microsoft.com/office/drawing/2014/main" id="{D1FCBA09-9445-46D6-86AD-DEA665FB22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6" y="1007"/>
                <a:ext cx="6" cy="8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802" name="Freeform 104">
                <a:extLst>
                  <a:ext uri="{FF2B5EF4-FFF2-40B4-BE49-F238E27FC236}">
                    <a16:creationId xmlns:a16="http://schemas.microsoft.com/office/drawing/2014/main" id="{FF56AC8A-F3F0-4C92-9723-A6313413E8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0" y="982"/>
                <a:ext cx="48" cy="23"/>
              </a:xfrm>
              <a:custGeom>
                <a:avLst/>
                <a:gdLst>
                  <a:gd name="T0" fmla="*/ 0 w 45"/>
                  <a:gd name="T1" fmla="*/ 23 h 22"/>
                  <a:gd name="T2" fmla="*/ 54 w 45"/>
                  <a:gd name="T3" fmla="*/ 25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5" h="22">
                    <a:moveTo>
                      <a:pt x="0" y="20"/>
                    </a:moveTo>
                    <a:cubicBezTo>
                      <a:pt x="0" y="20"/>
                      <a:pt x="19" y="0"/>
                      <a:pt x="45" y="22"/>
                    </a:cubicBezTo>
                  </a:path>
                </a:pathLst>
              </a:custGeom>
              <a:noFill/>
              <a:ln w="3175" cap="flat">
                <a:solidFill>
                  <a:srgbClr val="EAAC9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803" name="Freeform 105">
                <a:extLst>
                  <a:ext uri="{FF2B5EF4-FFF2-40B4-BE49-F238E27FC236}">
                    <a16:creationId xmlns:a16="http://schemas.microsoft.com/office/drawing/2014/main" id="{DC06B805-5E42-4F89-8C28-DEE29547CA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7" y="978"/>
                <a:ext cx="17" cy="61"/>
              </a:xfrm>
              <a:custGeom>
                <a:avLst/>
                <a:gdLst>
                  <a:gd name="T0" fmla="*/ 16 w 16"/>
                  <a:gd name="T1" fmla="*/ 70 h 57"/>
                  <a:gd name="T2" fmla="*/ 19 w 16"/>
                  <a:gd name="T3" fmla="*/ 0 h 57"/>
                  <a:gd name="T4" fmla="*/ 16 w 16"/>
                  <a:gd name="T5" fmla="*/ 70 h 5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57">
                    <a:moveTo>
                      <a:pt x="13" y="57"/>
                    </a:moveTo>
                    <a:cubicBezTo>
                      <a:pt x="3" y="28"/>
                      <a:pt x="16" y="0"/>
                      <a:pt x="16" y="0"/>
                    </a:cubicBezTo>
                    <a:cubicBezTo>
                      <a:pt x="16" y="0"/>
                      <a:pt x="0" y="27"/>
                      <a:pt x="13" y="57"/>
                    </a:cubicBezTo>
                    <a:close/>
                  </a:path>
                </a:pathLst>
              </a:custGeom>
              <a:solidFill>
                <a:srgbClr val="EAAC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804" name="Freeform 106">
                <a:extLst>
                  <a:ext uri="{FF2B5EF4-FFF2-40B4-BE49-F238E27FC236}">
                    <a16:creationId xmlns:a16="http://schemas.microsoft.com/office/drawing/2014/main" id="{5EBCA44F-2EFE-49E5-9DEA-858A40CA53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1" y="1046"/>
                <a:ext cx="15" cy="33"/>
              </a:xfrm>
              <a:custGeom>
                <a:avLst/>
                <a:gdLst>
                  <a:gd name="T0" fmla="*/ 0 w 14"/>
                  <a:gd name="T1" fmla="*/ 37 h 31"/>
                  <a:gd name="T2" fmla="*/ 10 w 14"/>
                  <a:gd name="T3" fmla="*/ 15 h 31"/>
                  <a:gd name="T4" fmla="*/ 3 w 14"/>
                  <a:gd name="T5" fmla="*/ 0 h 31"/>
                  <a:gd name="T6" fmla="*/ 12 w 14"/>
                  <a:gd name="T7" fmla="*/ 15 h 31"/>
                  <a:gd name="T8" fmla="*/ 0 w 14"/>
                  <a:gd name="T9" fmla="*/ 37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31">
                    <a:moveTo>
                      <a:pt x="0" y="31"/>
                    </a:moveTo>
                    <a:cubicBezTo>
                      <a:pt x="11" y="30"/>
                      <a:pt x="9" y="17"/>
                      <a:pt x="7" y="12"/>
                    </a:cubicBezTo>
                    <a:cubicBezTo>
                      <a:pt x="5" y="8"/>
                      <a:pt x="3" y="0"/>
                      <a:pt x="3" y="0"/>
                    </a:cubicBezTo>
                    <a:cubicBezTo>
                      <a:pt x="3" y="0"/>
                      <a:pt x="6" y="8"/>
                      <a:pt x="9" y="12"/>
                    </a:cubicBezTo>
                    <a:cubicBezTo>
                      <a:pt x="11" y="15"/>
                      <a:pt x="14" y="28"/>
                      <a:pt x="0" y="31"/>
                    </a:cubicBezTo>
                    <a:close/>
                  </a:path>
                </a:pathLst>
              </a:custGeom>
              <a:solidFill>
                <a:srgbClr val="EAAC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805" name="Freeform 107">
                <a:extLst>
                  <a:ext uri="{FF2B5EF4-FFF2-40B4-BE49-F238E27FC236}">
                    <a16:creationId xmlns:a16="http://schemas.microsoft.com/office/drawing/2014/main" id="{C80BAB0A-1A80-4CB1-805A-ADF16E1D3C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1" y="1064"/>
                <a:ext cx="20" cy="9"/>
              </a:xfrm>
              <a:custGeom>
                <a:avLst/>
                <a:gdLst>
                  <a:gd name="T0" fmla="*/ 16 w 18"/>
                  <a:gd name="T1" fmla="*/ 0 h 9"/>
                  <a:gd name="T2" fmla="*/ 0 w 18"/>
                  <a:gd name="T3" fmla="*/ 9 h 9"/>
                  <a:gd name="T4" fmla="*/ 10 w 18"/>
                  <a:gd name="T5" fmla="*/ 9 h 9"/>
                  <a:gd name="T6" fmla="*/ 16 w 18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9">
                    <a:moveTo>
                      <a:pt x="12" y="0"/>
                    </a:moveTo>
                    <a:cubicBezTo>
                      <a:pt x="12" y="0"/>
                      <a:pt x="8" y="6"/>
                      <a:pt x="0" y="9"/>
                    </a:cubicBezTo>
                    <a:cubicBezTo>
                      <a:pt x="0" y="9"/>
                      <a:pt x="3" y="9"/>
                      <a:pt x="7" y="9"/>
                    </a:cubicBezTo>
                    <a:cubicBezTo>
                      <a:pt x="11" y="8"/>
                      <a:pt x="18" y="6"/>
                      <a:pt x="12" y="0"/>
                    </a:cubicBezTo>
                    <a:close/>
                  </a:path>
                </a:pathLst>
              </a:custGeom>
              <a:solidFill>
                <a:srgbClr val="EAAC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806" name="Freeform 108">
                <a:extLst>
                  <a:ext uri="{FF2B5EF4-FFF2-40B4-BE49-F238E27FC236}">
                    <a16:creationId xmlns:a16="http://schemas.microsoft.com/office/drawing/2014/main" id="{A4BAB06E-7DD8-4779-B145-42316F7CBB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4" y="1048"/>
                <a:ext cx="12" cy="18"/>
              </a:xfrm>
              <a:custGeom>
                <a:avLst/>
                <a:gdLst>
                  <a:gd name="T0" fmla="*/ 0 w 11"/>
                  <a:gd name="T1" fmla="*/ 18 h 17"/>
                  <a:gd name="T2" fmla="*/ 5 w 11"/>
                  <a:gd name="T3" fmla="*/ 0 h 17"/>
                  <a:gd name="T4" fmla="*/ 1 w 11"/>
                  <a:gd name="T5" fmla="*/ 20 h 17"/>
                  <a:gd name="T6" fmla="*/ 0 w 11"/>
                  <a:gd name="T7" fmla="*/ 18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17">
                    <a:moveTo>
                      <a:pt x="0" y="15"/>
                    </a:moveTo>
                    <a:cubicBezTo>
                      <a:pt x="0" y="15"/>
                      <a:pt x="8" y="11"/>
                      <a:pt x="5" y="0"/>
                    </a:cubicBezTo>
                    <a:cubicBezTo>
                      <a:pt x="5" y="0"/>
                      <a:pt x="11" y="9"/>
                      <a:pt x="1" y="17"/>
                    </a:cubicBez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EAAC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807" name="Freeform 109">
                <a:extLst>
                  <a:ext uri="{FF2B5EF4-FFF2-40B4-BE49-F238E27FC236}">
                    <a16:creationId xmlns:a16="http://schemas.microsoft.com/office/drawing/2014/main" id="{EDFC6F54-76F9-4EA7-B3C8-0708656AD0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9" y="1121"/>
                <a:ext cx="72" cy="33"/>
              </a:xfrm>
              <a:custGeom>
                <a:avLst/>
                <a:gdLst>
                  <a:gd name="T0" fmla="*/ 41 w 68"/>
                  <a:gd name="T1" fmla="*/ 36 h 31"/>
                  <a:gd name="T2" fmla="*/ 80 w 68"/>
                  <a:gd name="T3" fmla="*/ 19 h 31"/>
                  <a:gd name="T4" fmla="*/ 55 w 68"/>
                  <a:gd name="T5" fmla="*/ 0 h 31"/>
                  <a:gd name="T6" fmla="*/ 40 w 68"/>
                  <a:gd name="T7" fmla="*/ 6 h 31"/>
                  <a:gd name="T8" fmla="*/ 40 w 68"/>
                  <a:gd name="T9" fmla="*/ 6 h 31"/>
                  <a:gd name="T10" fmla="*/ 25 w 68"/>
                  <a:gd name="T11" fmla="*/ 0 h 31"/>
                  <a:gd name="T12" fmla="*/ 0 w 68"/>
                  <a:gd name="T13" fmla="*/ 19 h 31"/>
                  <a:gd name="T14" fmla="*/ 39 w 68"/>
                  <a:gd name="T15" fmla="*/ 36 h 31"/>
                  <a:gd name="T16" fmla="*/ 41 w 68"/>
                  <a:gd name="T17" fmla="*/ 36 h 3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8" h="31">
                    <a:moveTo>
                      <a:pt x="35" y="30"/>
                    </a:moveTo>
                    <a:cubicBezTo>
                      <a:pt x="55" y="31"/>
                      <a:pt x="68" y="16"/>
                      <a:pt x="68" y="16"/>
                    </a:cubicBezTo>
                    <a:cubicBezTo>
                      <a:pt x="57" y="14"/>
                      <a:pt x="46" y="0"/>
                      <a:pt x="46" y="0"/>
                    </a:cubicBezTo>
                    <a:cubicBezTo>
                      <a:pt x="34" y="6"/>
                      <a:pt x="34" y="6"/>
                      <a:pt x="34" y="6"/>
                    </a:cubicBezTo>
                    <a:cubicBezTo>
                      <a:pt x="34" y="6"/>
                      <a:pt x="34" y="6"/>
                      <a:pt x="34" y="6"/>
                    </a:cubicBezTo>
                    <a:cubicBezTo>
                      <a:pt x="22" y="0"/>
                      <a:pt x="22" y="0"/>
                      <a:pt x="22" y="0"/>
                    </a:cubicBezTo>
                    <a:cubicBezTo>
                      <a:pt x="22" y="0"/>
                      <a:pt x="11" y="14"/>
                      <a:pt x="0" y="16"/>
                    </a:cubicBezTo>
                    <a:cubicBezTo>
                      <a:pt x="0" y="16"/>
                      <a:pt x="13" y="31"/>
                      <a:pt x="33" y="30"/>
                    </a:cubicBezTo>
                    <a:lnTo>
                      <a:pt x="35" y="30"/>
                    </a:lnTo>
                    <a:close/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808" name="Freeform 110">
                <a:extLst>
                  <a:ext uri="{FF2B5EF4-FFF2-40B4-BE49-F238E27FC236}">
                    <a16:creationId xmlns:a16="http://schemas.microsoft.com/office/drawing/2014/main" id="{F67605D2-65A7-4FE6-A9C7-B60C246D56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9" y="1140"/>
                <a:ext cx="72" cy="16"/>
              </a:xfrm>
              <a:custGeom>
                <a:avLst/>
                <a:gdLst>
                  <a:gd name="T0" fmla="*/ 41 w 68"/>
                  <a:gd name="T1" fmla="*/ 14 h 15"/>
                  <a:gd name="T2" fmla="*/ 39 w 68"/>
                  <a:gd name="T3" fmla="*/ 14 h 15"/>
                  <a:gd name="T4" fmla="*/ 0 w 68"/>
                  <a:gd name="T5" fmla="*/ 0 h 15"/>
                  <a:gd name="T6" fmla="*/ 0 w 68"/>
                  <a:gd name="T7" fmla="*/ 0 h 15"/>
                  <a:gd name="T8" fmla="*/ 39 w 68"/>
                  <a:gd name="T9" fmla="*/ 17 h 15"/>
                  <a:gd name="T10" fmla="*/ 41 w 68"/>
                  <a:gd name="T11" fmla="*/ 17 h 15"/>
                  <a:gd name="T12" fmla="*/ 80 w 68"/>
                  <a:gd name="T13" fmla="*/ 0 h 15"/>
                  <a:gd name="T14" fmla="*/ 80 w 68"/>
                  <a:gd name="T15" fmla="*/ 0 h 15"/>
                  <a:gd name="T16" fmla="*/ 41 w 68"/>
                  <a:gd name="T17" fmla="*/ 14 h 1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8" h="15">
                    <a:moveTo>
                      <a:pt x="35" y="11"/>
                    </a:moveTo>
                    <a:cubicBezTo>
                      <a:pt x="33" y="11"/>
                      <a:pt x="33" y="11"/>
                      <a:pt x="33" y="11"/>
                    </a:cubicBezTo>
                    <a:cubicBezTo>
                      <a:pt x="18" y="12"/>
                      <a:pt x="5" y="4"/>
                      <a:pt x="0" y="0"/>
                    </a:cubicBezTo>
                    <a:cubicBezTo>
                      <a:pt x="0" y="0"/>
                      <a:pt x="1" y="0"/>
                      <a:pt x="0" y="0"/>
                    </a:cubicBezTo>
                    <a:cubicBezTo>
                      <a:pt x="0" y="0"/>
                      <a:pt x="13" y="15"/>
                      <a:pt x="33" y="14"/>
                    </a:cubicBezTo>
                    <a:cubicBezTo>
                      <a:pt x="35" y="14"/>
                      <a:pt x="35" y="14"/>
                      <a:pt x="35" y="14"/>
                    </a:cubicBezTo>
                    <a:cubicBezTo>
                      <a:pt x="55" y="15"/>
                      <a:pt x="68" y="0"/>
                      <a:pt x="68" y="0"/>
                    </a:cubicBezTo>
                    <a:cubicBezTo>
                      <a:pt x="67" y="0"/>
                      <a:pt x="68" y="0"/>
                      <a:pt x="68" y="0"/>
                    </a:cubicBezTo>
                    <a:cubicBezTo>
                      <a:pt x="63" y="4"/>
                      <a:pt x="50" y="12"/>
                      <a:pt x="35" y="11"/>
                    </a:cubicBezTo>
                    <a:close/>
                  </a:path>
                </a:pathLst>
              </a:custGeom>
              <a:solidFill>
                <a:srgbClr val="EAAC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809" name="Freeform 111">
                <a:extLst>
                  <a:ext uri="{FF2B5EF4-FFF2-40B4-BE49-F238E27FC236}">
                    <a16:creationId xmlns:a16="http://schemas.microsoft.com/office/drawing/2014/main" id="{579A4215-C146-439E-8CAA-D8DA7F7450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9" y="1120"/>
                <a:ext cx="71" cy="16"/>
              </a:xfrm>
              <a:custGeom>
                <a:avLst/>
                <a:gdLst>
                  <a:gd name="T0" fmla="*/ 0 w 67"/>
                  <a:gd name="T1" fmla="*/ 18 h 15"/>
                  <a:gd name="T2" fmla="*/ 25 w 67"/>
                  <a:gd name="T3" fmla="*/ 2 h 15"/>
                  <a:gd name="T4" fmla="*/ 40 w 67"/>
                  <a:gd name="T5" fmla="*/ 7 h 15"/>
                  <a:gd name="T6" fmla="*/ 40 w 67"/>
                  <a:gd name="T7" fmla="*/ 7 h 15"/>
                  <a:gd name="T8" fmla="*/ 55 w 67"/>
                  <a:gd name="T9" fmla="*/ 2 h 15"/>
                  <a:gd name="T10" fmla="*/ 79 w 67"/>
                  <a:gd name="T11" fmla="*/ 18 h 15"/>
                  <a:gd name="T12" fmla="*/ 79 w 67"/>
                  <a:gd name="T13" fmla="*/ 18 h 15"/>
                  <a:gd name="T14" fmla="*/ 55 w 67"/>
                  <a:gd name="T15" fmla="*/ 0 h 15"/>
                  <a:gd name="T16" fmla="*/ 40 w 67"/>
                  <a:gd name="T17" fmla="*/ 5 h 15"/>
                  <a:gd name="T18" fmla="*/ 40 w 67"/>
                  <a:gd name="T19" fmla="*/ 5 h 15"/>
                  <a:gd name="T20" fmla="*/ 25 w 67"/>
                  <a:gd name="T21" fmla="*/ 0 h 15"/>
                  <a:gd name="T22" fmla="*/ 0 w 67"/>
                  <a:gd name="T23" fmla="*/ 18 h 1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67" h="15">
                    <a:moveTo>
                      <a:pt x="0" y="15"/>
                    </a:moveTo>
                    <a:cubicBezTo>
                      <a:pt x="11" y="14"/>
                      <a:pt x="22" y="2"/>
                      <a:pt x="22" y="2"/>
                    </a:cubicBezTo>
                    <a:cubicBezTo>
                      <a:pt x="34" y="7"/>
                      <a:pt x="34" y="7"/>
                      <a:pt x="34" y="7"/>
                    </a:cubicBezTo>
                    <a:cubicBezTo>
                      <a:pt x="34" y="7"/>
                      <a:pt x="34" y="7"/>
                      <a:pt x="34" y="7"/>
                    </a:cubicBezTo>
                    <a:cubicBezTo>
                      <a:pt x="46" y="2"/>
                      <a:pt x="46" y="2"/>
                      <a:pt x="46" y="2"/>
                    </a:cubicBezTo>
                    <a:cubicBezTo>
                      <a:pt x="46" y="2"/>
                      <a:pt x="55" y="14"/>
                      <a:pt x="67" y="15"/>
                    </a:cubicBezTo>
                    <a:cubicBezTo>
                      <a:pt x="67" y="15"/>
                      <a:pt x="67" y="15"/>
                      <a:pt x="67" y="15"/>
                    </a:cubicBezTo>
                    <a:cubicBezTo>
                      <a:pt x="57" y="14"/>
                      <a:pt x="46" y="0"/>
                      <a:pt x="46" y="0"/>
                    </a:cubicBezTo>
                    <a:cubicBezTo>
                      <a:pt x="34" y="5"/>
                      <a:pt x="34" y="5"/>
                      <a:pt x="34" y="5"/>
                    </a:cubicBezTo>
                    <a:cubicBezTo>
                      <a:pt x="34" y="5"/>
                      <a:pt x="34" y="5"/>
                      <a:pt x="34" y="5"/>
                    </a:cubicBezTo>
                    <a:cubicBezTo>
                      <a:pt x="22" y="0"/>
                      <a:pt x="22" y="0"/>
                      <a:pt x="22" y="0"/>
                    </a:cubicBezTo>
                    <a:cubicBezTo>
                      <a:pt x="22" y="0"/>
                      <a:pt x="11" y="14"/>
                      <a:pt x="0" y="15"/>
                    </a:cubicBezTo>
                    <a:close/>
                  </a:path>
                </a:pathLst>
              </a:custGeom>
              <a:solidFill>
                <a:srgbClr val="EAAC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810" name="Freeform 112">
                <a:extLst>
                  <a:ext uri="{FF2B5EF4-FFF2-40B4-BE49-F238E27FC236}">
                    <a16:creationId xmlns:a16="http://schemas.microsoft.com/office/drawing/2014/main" id="{861E7CFC-D4CA-4AED-AC73-36C8C7FA9C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1" y="1128"/>
                <a:ext cx="8" cy="20"/>
              </a:xfrm>
              <a:custGeom>
                <a:avLst/>
                <a:gdLst>
                  <a:gd name="T0" fmla="*/ 0 w 7"/>
                  <a:gd name="T1" fmla="*/ 0 h 19"/>
                  <a:gd name="T2" fmla="*/ 0 w 7"/>
                  <a:gd name="T3" fmla="*/ 22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9">
                    <a:moveTo>
                      <a:pt x="0" y="0"/>
                    </a:moveTo>
                    <a:cubicBezTo>
                      <a:pt x="0" y="0"/>
                      <a:pt x="7" y="5"/>
                      <a:pt x="0" y="19"/>
                    </a:cubicBezTo>
                  </a:path>
                </a:pathLst>
              </a:custGeom>
              <a:noFill/>
              <a:ln w="3175" cap="flat">
                <a:solidFill>
                  <a:srgbClr val="EAAC9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811" name="Freeform 113">
                <a:extLst>
                  <a:ext uri="{FF2B5EF4-FFF2-40B4-BE49-F238E27FC236}">
                    <a16:creationId xmlns:a16="http://schemas.microsoft.com/office/drawing/2014/main" id="{9EC7FC3C-EAAA-48CF-874D-F5F3665768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9" y="1057"/>
                <a:ext cx="9" cy="66"/>
              </a:xfrm>
              <a:custGeom>
                <a:avLst/>
                <a:gdLst>
                  <a:gd name="T0" fmla="*/ 0 w 8"/>
                  <a:gd name="T1" fmla="*/ 0 h 62"/>
                  <a:gd name="T2" fmla="*/ 8 w 8"/>
                  <a:gd name="T3" fmla="*/ 13 h 62"/>
                  <a:gd name="T4" fmla="*/ 10 w 8"/>
                  <a:gd name="T5" fmla="*/ 33 h 62"/>
                  <a:gd name="T6" fmla="*/ 3 w 8"/>
                  <a:gd name="T7" fmla="*/ 53 h 62"/>
                  <a:gd name="T8" fmla="*/ 2 w 8"/>
                  <a:gd name="T9" fmla="*/ 75 h 62"/>
                  <a:gd name="T10" fmla="*/ 1 w 8"/>
                  <a:gd name="T11" fmla="*/ 64 h 62"/>
                  <a:gd name="T12" fmla="*/ 1 w 8"/>
                  <a:gd name="T13" fmla="*/ 51 h 62"/>
                  <a:gd name="T14" fmla="*/ 7 w 8"/>
                  <a:gd name="T15" fmla="*/ 33 h 62"/>
                  <a:gd name="T16" fmla="*/ 8 w 8"/>
                  <a:gd name="T17" fmla="*/ 19 h 62"/>
                  <a:gd name="T18" fmla="*/ 7 w 8"/>
                  <a:gd name="T19" fmla="*/ 13 h 62"/>
                  <a:gd name="T20" fmla="*/ 2 w 8"/>
                  <a:gd name="T21" fmla="*/ 2 h 6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" h="62">
                    <a:moveTo>
                      <a:pt x="0" y="0"/>
                    </a:moveTo>
                    <a:cubicBezTo>
                      <a:pt x="3" y="2"/>
                      <a:pt x="4" y="7"/>
                      <a:pt x="5" y="10"/>
                    </a:cubicBezTo>
                    <a:cubicBezTo>
                      <a:pt x="8" y="15"/>
                      <a:pt x="8" y="21"/>
                      <a:pt x="7" y="27"/>
                    </a:cubicBezTo>
                    <a:cubicBezTo>
                      <a:pt x="5" y="33"/>
                      <a:pt x="4" y="38"/>
                      <a:pt x="3" y="44"/>
                    </a:cubicBezTo>
                    <a:cubicBezTo>
                      <a:pt x="2" y="50"/>
                      <a:pt x="2" y="56"/>
                      <a:pt x="2" y="62"/>
                    </a:cubicBezTo>
                    <a:cubicBezTo>
                      <a:pt x="2" y="59"/>
                      <a:pt x="1" y="56"/>
                      <a:pt x="1" y="53"/>
                    </a:cubicBezTo>
                    <a:cubicBezTo>
                      <a:pt x="1" y="49"/>
                      <a:pt x="1" y="46"/>
                      <a:pt x="1" y="42"/>
                    </a:cubicBezTo>
                    <a:cubicBezTo>
                      <a:pt x="2" y="37"/>
                      <a:pt x="3" y="32"/>
                      <a:pt x="4" y="27"/>
                    </a:cubicBezTo>
                    <a:cubicBezTo>
                      <a:pt x="4" y="23"/>
                      <a:pt x="5" y="20"/>
                      <a:pt x="5" y="16"/>
                    </a:cubicBezTo>
                    <a:cubicBezTo>
                      <a:pt x="4" y="14"/>
                      <a:pt x="4" y="12"/>
                      <a:pt x="4" y="10"/>
                    </a:cubicBezTo>
                    <a:cubicBezTo>
                      <a:pt x="3" y="8"/>
                      <a:pt x="2" y="5"/>
                      <a:pt x="2" y="2"/>
                    </a:cubicBezTo>
                  </a:path>
                </a:pathLst>
              </a:custGeom>
              <a:solidFill>
                <a:srgbClr val="EAAC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812" name="Freeform 114">
                <a:extLst>
                  <a:ext uri="{FF2B5EF4-FFF2-40B4-BE49-F238E27FC236}">
                    <a16:creationId xmlns:a16="http://schemas.microsoft.com/office/drawing/2014/main" id="{0A573E17-F013-4021-A531-723E09EB24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4" y="1129"/>
                <a:ext cx="8" cy="23"/>
              </a:xfrm>
              <a:custGeom>
                <a:avLst/>
                <a:gdLst>
                  <a:gd name="T0" fmla="*/ 1 w 7"/>
                  <a:gd name="T1" fmla="*/ 0 h 22"/>
                  <a:gd name="T2" fmla="*/ 0 w 7"/>
                  <a:gd name="T3" fmla="*/ 25 h 22"/>
                  <a:gd name="T4" fmla="*/ 2 w 7"/>
                  <a:gd name="T5" fmla="*/ 2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22">
                    <a:moveTo>
                      <a:pt x="1" y="0"/>
                    </a:moveTo>
                    <a:cubicBezTo>
                      <a:pt x="1" y="8"/>
                      <a:pt x="4" y="14"/>
                      <a:pt x="0" y="22"/>
                    </a:cubicBezTo>
                    <a:cubicBezTo>
                      <a:pt x="7" y="16"/>
                      <a:pt x="7" y="8"/>
                      <a:pt x="2" y="2"/>
                    </a:cubicBezTo>
                  </a:path>
                </a:pathLst>
              </a:custGeom>
              <a:solidFill>
                <a:srgbClr val="EAAC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813" name="Freeform 115">
                <a:extLst>
                  <a:ext uri="{FF2B5EF4-FFF2-40B4-BE49-F238E27FC236}">
                    <a16:creationId xmlns:a16="http://schemas.microsoft.com/office/drawing/2014/main" id="{AE5C455A-CC0E-4074-B398-42AAE83786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6" y="1064"/>
                <a:ext cx="11" cy="73"/>
              </a:xfrm>
              <a:custGeom>
                <a:avLst/>
                <a:gdLst>
                  <a:gd name="T0" fmla="*/ 8 w 11"/>
                  <a:gd name="T1" fmla="*/ 81 h 69"/>
                  <a:gd name="T2" fmla="*/ 11 w 11"/>
                  <a:gd name="T3" fmla="*/ 0 h 6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69">
                    <a:moveTo>
                      <a:pt x="8" y="69"/>
                    </a:moveTo>
                    <a:cubicBezTo>
                      <a:pt x="8" y="69"/>
                      <a:pt x="0" y="25"/>
                      <a:pt x="11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814" name="Freeform 116">
                <a:extLst>
                  <a:ext uri="{FF2B5EF4-FFF2-40B4-BE49-F238E27FC236}">
                    <a16:creationId xmlns:a16="http://schemas.microsoft.com/office/drawing/2014/main" id="{F6E61FBB-CBD7-462A-9FCB-251649FDD3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3" y="1054"/>
                <a:ext cx="24" cy="24"/>
              </a:xfrm>
              <a:custGeom>
                <a:avLst/>
                <a:gdLst>
                  <a:gd name="T0" fmla="*/ 0 w 22"/>
                  <a:gd name="T1" fmla="*/ 28 h 22"/>
                  <a:gd name="T2" fmla="*/ 23 w 22"/>
                  <a:gd name="T3" fmla="*/ 28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22">
                    <a:moveTo>
                      <a:pt x="0" y="22"/>
                    </a:moveTo>
                    <a:cubicBezTo>
                      <a:pt x="0" y="22"/>
                      <a:pt x="22" y="0"/>
                      <a:pt x="17" y="22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815" name="Freeform 117">
                <a:extLst>
                  <a:ext uri="{FF2B5EF4-FFF2-40B4-BE49-F238E27FC236}">
                    <a16:creationId xmlns:a16="http://schemas.microsoft.com/office/drawing/2014/main" id="{7D1E5633-CFB1-4364-9401-36852CE6E8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2" y="1086"/>
                <a:ext cx="18" cy="23"/>
              </a:xfrm>
              <a:custGeom>
                <a:avLst/>
                <a:gdLst>
                  <a:gd name="T0" fmla="*/ 0 w 17"/>
                  <a:gd name="T1" fmla="*/ 0 h 21"/>
                  <a:gd name="T2" fmla="*/ 0 w 17"/>
                  <a:gd name="T3" fmla="*/ 27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21">
                    <a:moveTo>
                      <a:pt x="0" y="0"/>
                    </a:moveTo>
                    <a:cubicBezTo>
                      <a:pt x="0" y="0"/>
                      <a:pt x="17" y="10"/>
                      <a:pt x="0" y="21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816" name="Freeform 118">
                <a:extLst>
                  <a:ext uri="{FF2B5EF4-FFF2-40B4-BE49-F238E27FC236}">
                    <a16:creationId xmlns:a16="http://schemas.microsoft.com/office/drawing/2014/main" id="{947C8528-BAF1-4645-9B70-669F80298F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8" y="2975"/>
                <a:ext cx="65" cy="86"/>
              </a:xfrm>
              <a:custGeom>
                <a:avLst/>
                <a:gdLst>
                  <a:gd name="T0" fmla="*/ 74 w 61"/>
                  <a:gd name="T1" fmla="*/ 0 h 81"/>
                  <a:gd name="T2" fmla="*/ 35 w 61"/>
                  <a:gd name="T3" fmla="*/ 37 h 81"/>
                  <a:gd name="T4" fmla="*/ 0 w 61"/>
                  <a:gd name="T5" fmla="*/ 97 h 8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1" h="81">
                    <a:moveTo>
                      <a:pt x="61" y="0"/>
                    </a:moveTo>
                    <a:cubicBezTo>
                      <a:pt x="51" y="2"/>
                      <a:pt x="37" y="23"/>
                      <a:pt x="29" y="31"/>
                    </a:cubicBezTo>
                    <a:cubicBezTo>
                      <a:pt x="15" y="47"/>
                      <a:pt x="9" y="61"/>
                      <a:pt x="0" y="81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817" name="Freeform 119">
                <a:extLst>
                  <a:ext uri="{FF2B5EF4-FFF2-40B4-BE49-F238E27FC236}">
                    <a16:creationId xmlns:a16="http://schemas.microsoft.com/office/drawing/2014/main" id="{E4AF8E8E-D562-4D74-B571-A243A1A964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8" y="3090"/>
                <a:ext cx="211" cy="52"/>
              </a:xfrm>
              <a:custGeom>
                <a:avLst/>
                <a:gdLst>
                  <a:gd name="T0" fmla="*/ 242 w 197"/>
                  <a:gd name="T1" fmla="*/ 0 h 49"/>
                  <a:gd name="T2" fmla="*/ 207 w 197"/>
                  <a:gd name="T3" fmla="*/ 22 h 49"/>
                  <a:gd name="T4" fmla="*/ 159 w 197"/>
                  <a:gd name="T5" fmla="*/ 47 h 49"/>
                  <a:gd name="T6" fmla="*/ 90 w 197"/>
                  <a:gd name="T7" fmla="*/ 57 h 49"/>
                  <a:gd name="T8" fmla="*/ 0 w 197"/>
                  <a:gd name="T9" fmla="*/ 34 h 4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7" h="49">
                    <a:moveTo>
                      <a:pt x="197" y="0"/>
                    </a:moveTo>
                    <a:cubicBezTo>
                      <a:pt x="190" y="8"/>
                      <a:pt x="177" y="13"/>
                      <a:pt x="168" y="19"/>
                    </a:cubicBezTo>
                    <a:cubicBezTo>
                      <a:pt x="156" y="27"/>
                      <a:pt x="142" y="35"/>
                      <a:pt x="129" y="39"/>
                    </a:cubicBezTo>
                    <a:cubicBezTo>
                      <a:pt x="111" y="46"/>
                      <a:pt x="92" y="49"/>
                      <a:pt x="73" y="48"/>
                    </a:cubicBezTo>
                    <a:cubicBezTo>
                      <a:pt x="46" y="47"/>
                      <a:pt x="25" y="34"/>
                      <a:pt x="0" y="28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818" name="Freeform 120">
                <a:extLst>
                  <a:ext uri="{FF2B5EF4-FFF2-40B4-BE49-F238E27FC236}">
                    <a16:creationId xmlns:a16="http://schemas.microsoft.com/office/drawing/2014/main" id="{ECFC3C2D-8A3E-483C-B4A2-B5E3A9C612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6" y="3098"/>
                <a:ext cx="40" cy="16"/>
              </a:xfrm>
              <a:custGeom>
                <a:avLst/>
                <a:gdLst>
                  <a:gd name="T0" fmla="*/ 46 w 37"/>
                  <a:gd name="T1" fmla="*/ 0 h 15"/>
                  <a:gd name="T2" fmla="*/ 0 w 37"/>
                  <a:gd name="T3" fmla="*/ 18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7" h="15">
                    <a:moveTo>
                      <a:pt x="37" y="0"/>
                    </a:moveTo>
                    <a:cubicBezTo>
                      <a:pt x="25" y="6"/>
                      <a:pt x="11" y="8"/>
                      <a:pt x="0" y="15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819" name="Freeform 121">
                <a:extLst>
                  <a:ext uri="{FF2B5EF4-FFF2-40B4-BE49-F238E27FC236}">
                    <a16:creationId xmlns:a16="http://schemas.microsoft.com/office/drawing/2014/main" id="{36BCA812-DB8A-4A9F-B93B-CE072BD90F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1" y="3156"/>
                <a:ext cx="56" cy="6"/>
              </a:xfrm>
              <a:custGeom>
                <a:avLst/>
                <a:gdLst>
                  <a:gd name="T0" fmla="*/ 62 w 53"/>
                  <a:gd name="T1" fmla="*/ 1 h 6"/>
                  <a:gd name="T2" fmla="*/ 0 w 53"/>
                  <a:gd name="T3" fmla="*/ 6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3" h="6">
                    <a:moveTo>
                      <a:pt x="53" y="1"/>
                    </a:moveTo>
                    <a:cubicBezTo>
                      <a:pt x="37" y="1"/>
                      <a:pt x="15" y="0"/>
                      <a:pt x="0" y="6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820" name="Freeform 122">
                <a:extLst>
                  <a:ext uri="{FF2B5EF4-FFF2-40B4-BE49-F238E27FC236}">
                    <a16:creationId xmlns:a16="http://schemas.microsoft.com/office/drawing/2014/main" id="{2DD4F8AF-976F-4B89-B63C-E09C710319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7" y="2781"/>
                <a:ext cx="58" cy="24"/>
              </a:xfrm>
              <a:custGeom>
                <a:avLst/>
                <a:gdLst>
                  <a:gd name="T0" fmla="*/ 64 w 55"/>
                  <a:gd name="T1" fmla="*/ 0 h 22"/>
                  <a:gd name="T2" fmla="*/ 0 w 55"/>
                  <a:gd name="T3" fmla="*/ 28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5" h="22">
                    <a:moveTo>
                      <a:pt x="55" y="0"/>
                    </a:moveTo>
                    <a:cubicBezTo>
                      <a:pt x="35" y="7"/>
                      <a:pt x="18" y="8"/>
                      <a:pt x="0" y="22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821" name="Freeform 123">
                <a:extLst>
                  <a:ext uri="{FF2B5EF4-FFF2-40B4-BE49-F238E27FC236}">
                    <a16:creationId xmlns:a16="http://schemas.microsoft.com/office/drawing/2014/main" id="{9BFA8E39-64ED-45F1-8593-9D48F79BB2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2" y="3790"/>
                <a:ext cx="105" cy="14"/>
              </a:xfrm>
              <a:custGeom>
                <a:avLst/>
                <a:gdLst>
                  <a:gd name="T0" fmla="*/ 121 w 98"/>
                  <a:gd name="T1" fmla="*/ 5 h 13"/>
                  <a:gd name="T2" fmla="*/ 85 w 98"/>
                  <a:gd name="T3" fmla="*/ 15 h 13"/>
                  <a:gd name="T4" fmla="*/ 53 w 98"/>
                  <a:gd name="T5" fmla="*/ 6 h 13"/>
                  <a:gd name="T6" fmla="*/ 0 w 98"/>
                  <a:gd name="T7" fmla="*/ 16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8" h="13">
                    <a:moveTo>
                      <a:pt x="98" y="5"/>
                    </a:moveTo>
                    <a:cubicBezTo>
                      <a:pt x="88" y="7"/>
                      <a:pt x="80" y="12"/>
                      <a:pt x="69" y="12"/>
                    </a:cubicBezTo>
                    <a:cubicBezTo>
                      <a:pt x="60" y="12"/>
                      <a:pt x="51" y="9"/>
                      <a:pt x="43" y="6"/>
                    </a:cubicBezTo>
                    <a:cubicBezTo>
                      <a:pt x="28" y="0"/>
                      <a:pt x="11" y="1"/>
                      <a:pt x="0" y="13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822" name="Freeform 124">
                <a:extLst>
                  <a:ext uri="{FF2B5EF4-FFF2-40B4-BE49-F238E27FC236}">
                    <a16:creationId xmlns:a16="http://schemas.microsoft.com/office/drawing/2014/main" id="{C9CE0961-5F23-46BC-ABEA-28E5EA3B84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7" y="3691"/>
                <a:ext cx="45" cy="7"/>
              </a:xfrm>
              <a:custGeom>
                <a:avLst/>
                <a:gdLst>
                  <a:gd name="T0" fmla="*/ 51 w 42"/>
                  <a:gd name="T1" fmla="*/ 0 h 7"/>
                  <a:gd name="T2" fmla="*/ 0 w 42"/>
                  <a:gd name="T3" fmla="*/ 7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2" h="7">
                    <a:moveTo>
                      <a:pt x="42" y="0"/>
                    </a:moveTo>
                    <a:cubicBezTo>
                      <a:pt x="28" y="0"/>
                      <a:pt x="14" y="5"/>
                      <a:pt x="0" y="7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823" name="Freeform 125">
                <a:extLst>
                  <a:ext uri="{FF2B5EF4-FFF2-40B4-BE49-F238E27FC236}">
                    <a16:creationId xmlns:a16="http://schemas.microsoft.com/office/drawing/2014/main" id="{7FBC3736-BC9A-4B25-B295-33A974AA32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3" y="3984"/>
                <a:ext cx="38" cy="38"/>
              </a:xfrm>
              <a:custGeom>
                <a:avLst/>
                <a:gdLst>
                  <a:gd name="T0" fmla="*/ 38 w 36"/>
                  <a:gd name="T1" fmla="*/ 45 h 35"/>
                  <a:gd name="T2" fmla="*/ 29 w 36"/>
                  <a:gd name="T3" fmla="*/ 14 h 35"/>
                  <a:gd name="T4" fmla="*/ 14 w 36"/>
                  <a:gd name="T5" fmla="*/ 4 h 35"/>
                  <a:gd name="T6" fmla="*/ 0 w 36"/>
                  <a:gd name="T7" fmla="*/ 0 h 3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6" h="35">
                    <a:moveTo>
                      <a:pt x="32" y="35"/>
                    </a:moveTo>
                    <a:cubicBezTo>
                      <a:pt x="36" y="26"/>
                      <a:pt x="34" y="15"/>
                      <a:pt x="25" y="11"/>
                    </a:cubicBezTo>
                    <a:cubicBezTo>
                      <a:pt x="20" y="9"/>
                      <a:pt x="16" y="6"/>
                      <a:pt x="11" y="4"/>
                    </a:cubicBezTo>
                    <a:cubicBezTo>
                      <a:pt x="8" y="3"/>
                      <a:pt x="3" y="2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824" name="Freeform 126">
                <a:extLst>
                  <a:ext uri="{FF2B5EF4-FFF2-40B4-BE49-F238E27FC236}">
                    <a16:creationId xmlns:a16="http://schemas.microsoft.com/office/drawing/2014/main" id="{F8B7E347-BD7B-4171-82F8-6D73BC0B63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5" y="3965"/>
                <a:ext cx="15" cy="22"/>
              </a:xfrm>
              <a:custGeom>
                <a:avLst/>
                <a:gdLst>
                  <a:gd name="T0" fmla="*/ 17 w 14"/>
                  <a:gd name="T1" fmla="*/ 26 h 20"/>
                  <a:gd name="T2" fmla="*/ 0 w 14"/>
                  <a:gd name="T3" fmla="*/ 0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20">
                    <a:moveTo>
                      <a:pt x="14" y="20"/>
                    </a:moveTo>
                    <a:cubicBezTo>
                      <a:pt x="7" y="15"/>
                      <a:pt x="6" y="5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825" name="Freeform 127">
                <a:extLst>
                  <a:ext uri="{FF2B5EF4-FFF2-40B4-BE49-F238E27FC236}">
                    <a16:creationId xmlns:a16="http://schemas.microsoft.com/office/drawing/2014/main" id="{177DD85B-7278-4468-BBBC-77DF4FFC50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6" y="3995"/>
                <a:ext cx="36" cy="24"/>
              </a:xfrm>
              <a:custGeom>
                <a:avLst/>
                <a:gdLst>
                  <a:gd name="T0" fmla="*/ 43 w 33"/>
                  <a:gd name="T1" fmla="*/ 9 h 22"/>
                  <a:gd name="T2" fmla="*/ 9 w 33"/>
                  <a:gd name="T3" fmla="*/ 28 h 22"/>
                  <a:gd name="T4" fmla="*/ 2 w 33"/>
                  <a:gd name="T5" fmla="*/ 11 h 22"/>
                  <a:gd name="T6" fmla="*/ 16 w 33"/>
                  <a:gd name="T7" fmla="*/ 0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" h="22">
                    <a:moveTo>
                      <a:pt x="33" y="6"/>
                    </a:moveTo>
                    <a:cubicBezTo>
                      <a:pt x="19" y="4"/>
                      <a:pt x="10" y="9"/>
                      <a:pt x="6" y="22"/>
                    </a:cubicBezTo>
                    <a:cubicBezTo>
                      <a:pt x="2" y="20"/>
                      <a:pt x="0" y="12"/>
                      <a:pt x="2" y="8"/>
                    </a:cubicBezTo>
                    <a:cubicBezTo>
                      <a:pt x="4" y="3"/>
                      <a:pt x="8" y="2"/>
                      <a:pt x="13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826" name="Freeform 128">
                <a:extLst>
                  <a:ext uri="{FF2B5EF4-FFF2-40B4-BE49-F238E27FC236}">
                    <a16:creationId xmlns:a16="http://schemas.microsoft.com/office/drawing/2014/main" id="{760C17BA-F545-4DF4-9A74-CE6EDA35F7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3" y="3968"/>
                <a:ext cx="37" cy="48"/>
              </a:xfrm>
              <a:custGeom>
                <a:avLst/>
                <a:gdLst>
                  <a:gd name="T0" fmla="*/ 37 w 35"/>
                  <a:gd name="T1" fmla="*/ 54 h 45"/>
                  <a:gd name="T2" fmla="*/ 37 w 35"/>
                  <a:gd name="T3" fmla="*/ 37 h 45"/>
                  <a:gd name="T4" fmla="*/ 25 w 35"/>
                  <a:gd name="T5" fmla="*/ 23 h 45"/>
                  <a:gd name="T6" fmla="*/ 13 w 35"/>
                  <a:gd name="T7" fmla="*/ 16 h 45"/>
                  <a:gd name="T8" fmla="*/ 5 w 35"/>
                  <a:gd name="T9" fmla="*/ 12 h 45"/>
                  <a:gd name="T10" fmla="*/ 0 w 35"/>
                  <a:gd name="T11" fmla="*/ 0 h 4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5" h="45">
                    <a:moveTo>
                      <a:pt x="31" y="45"/>
                    </a:moveTo>
                    <a:cubicBezTo>
                      <a:pt x="35" y="44"/>
                      <a:pt x="32" y="34"/>
                      <a:pt x="31" y="31"/>
                    </a:cubicBezTo>
                    <a:cubicBezTo>
                      <a:pt x="29" y="27"/>
                      <a:pt x="25" y="22"/>
                      <a:pt x="22" y="20"/>
                    </a:cubicBezTo>
                    <a:cubicBezTo>
                      <a:pt x="19" y="17"/>
                      <a:pt x="14" y="15"/>
                      <a:pt x="10" y="13"/>
                    </a:cubicBezTo>
                    <a:cubicBezTo>
                      <a:pt x="7" y="12"/>
                      <a:pt x="6" y="11"/>
                      <a:pt x="5" y="9"/>
                    </a:cubicBezTo>
                    <a:cubicBezTo>
                      <a:pt x="3" y="7"/>
                      <a:pt x="0" y="2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827" name="Freeform 129">
                <a:extLst>
                  <a:ext uri="{FF2B5EF4-FFF2-40B4-BE49-F238E27FC236}">
                    <a16:creationId xmlns:a16="http://schemas.microsoft.com/office/drawing/2014/main" id="{0A574C10-A7F1-4C45-91A0-95C9BA04E1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1" y="3955"/>
                <a:ext cx="40" cy="42"/>
              </a:xfrm>
              <a:custGeom>
                <a:avLst/>
                <a:gdLst>
                  <a:gd name="T0" fmla="*/ 46 w 37"/>
                  <a:gd name="T1" fmla="*/ 46 h 40"/>
                  <a:gd name="T2" fmla="*/ 31 w 37"/>
                  <a:gd name="T3" fmla="*/ 16 h 40"/>
                  <a:gd name="T4" fmla="*/ 17 w 37"/>
                  <a:gd name="T5" fmla="*/ 8 h 40"/>
                  <a:gd name="T6" fmla="*/ 11 w 37"/>
                  <a:gd name="T7" fmla="*/ 4 h 40"/>
                  <a:gd name="T8" fmla="*/ 0 w 37"/>
                  <a:gd name="T9" fmla="*/ 0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7" h="40">
                    <a:moveTo>
                      <a:pt x="37" y="40"/>
                    </a:moveTo>
                    <a:cubicBezTo>
                      <a:pt x="37" y="30"/>
                      <a:pt x="33" y="19"/>
                      <a:pt x="25" y="13"/>
                    </a:cubicBezTo>
                    <a:cubicBezTo>
                      <a:pt x="22" y="11"/>
                      <a:pt x="18" y="11"/>
                      <a:pt x="14" y="8"/>
                    </a:cubicBezTo>
                    <a:cubicBezTo>
                      <a:pt x="12" y="7"/>
                      <a:pt x="10" y="5"/>
                      <a:pt x="8" y="4"/>
                    </a:cubicBezTo>
                    <a:cubicBezTo>
                      <a:pt x="5" y="2"/>
                      <a:pt x="2" y="2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828" name="Freeform 130">
                <a:extLst>
                  <a:ext uri="{FF2B5EF4-FFF2-40B4-BE49-F238E27FC236}">
                    <a16:creationId xmlns:a16="http://schemas.microsoft.com/office/drawing/2014/main" id="{E9B64944-1685-46D6-B372-6E9151D8E9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7" y="3956"/>
                <a:ext cx="13" cy="6"/>
              </a:xfrm>
              <a:custGeom>
                <a:avLst/>
                <a:gdLst>
                  <a:gd name="T0" fmla="*/ 15 w 12"/>
                  <a:gd name="T1" fmla="*/ 6 h 6"/>
                  <a:gd name="T2" fmla="*/ 0 w 12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6">
                    <a:moveTo>
                      <a:pt x="12" y="6"/>
                    </a:moveTo>
                    <a:cubicBezTo>
                      <a:pt x="9" y="2"/>
                      <a:pt x="2" y="2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829" name="Freeform 131">
                <a:extLst>
                  <a:ext uri="{FF2B5EF4-FFF2-40B4-BE49-F238E27FC236}">
                    <a16:creationId xmlns:a16="http://schemas.microsoft.com/office/drawing/2014/main" id="{EF45B550-38E0-4856-9D70-A38F9923A9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3" y="3948"/>
                <a:ext cx="5" cy="3"/>
              </a:xfrm>
              <a:custGeom>
                <a:avLst/>
                <a:gdLst>
                  <a:gd name="T0" fmla="*/ 5 w 5"/>
                  <a:gd name="T1" fmla="*/ 3 h 3"/>
                  <a:gd name="T2" fmla="*/ 0 w 5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3">
                    <a:moveTo>
                      <a:pt x="5" y="3"/>
                    </a:moveTo>
                    <a:cubicBezTo>
                      <a:pt x="4" y="2"/>
                      <a:pt x="1" y="1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830" name="Freeform 132">
                <a:extLst>
                  <a:ext uri="{FF2B5EF4-FFF2-40B4-BE49-F238E27FC236}">
                    <a16:creationId xmlns:a16="http://schemas.microsoft.com/office/drawing/2014/main" id="{E8765BF6-E9C8-4254-BF64-4329B71C53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3" y="3990"/>
                <a:ext cx="17" cy="13"/>
              </a:xfrm>
              <a:custGeom>
                <a:avLst/>
                <a:gdLst>
                  <a:gd name="T0" fmla="*/ 19 w 16"/>
                  <a:gd name="T1" fmla="*/ 9 h 12"/>
                  <a:gd name="T2" fmla="*/ 3 w 16"/>
                  <a:gd name="T3" fmla="*/ 15 h 12"/>
                  <a:gd name="T4" fmla="*/ 0 w 16"/>
                  <a:gd name="T5" fmla="*/ 9 h 12"/>
                  <a:gd name="T6" fmla="*/ 15 w 16"/>
                  <a:gd name="T7" fmla="*/ 1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12">
                    <a:moveTo>
                      <a:pt x="16" y="6"/>
                    </a:moveTo>
                    <a:cubicBezTo>
                      <a:pt x="10" y="6"/>
                      <a:pt x="8" y="9"/>
                      <a:pt x="3" y="12"/>
                    </a:cubicBezTo>
                    <a:cubicBezTo>
                      <a:pt x="2" y="10"/>
                      <a:pt x="1" y="8"/>
                      <a:pt x="0" y="6"/>
                    </a:cubicBezTo>
                    <a:cubicBezTo>
                      <a:pt x="5" y="5"/>
                      <a:pt x="7" y="0"/>
                      <a:pt x="12" y="1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831" name="Freeform 133">
                <a:extLst>
                  <a:ext uri="{FF2B5EF4-FFF2-40B4-BE49-F238E27FC236}">
                    <a16:creationId xmlns:a16="http://schemas.microsoft.com/office/drawing/2014/main" id="{BE1B2C2F-844D-4406-AF94-29D2F1D15D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7" y="3981"/>
                <a:ext cx="12" cy="14"/>
              </a:xfrm>
              <a:custGeom>
                <a:avLst/>
                <a:gdLst>
                  <a:gd name="T0" fmla="*/ 14 w 11"/>
                  <a:gd name="T1" fmla="*/ 4 h 13"/>
                  <a:gd name="T2" fmla="*/ 3 w 11"/>
                  <a:gd name="T3" fmla="*/ 16 h 13"/>
                  <a:gd name="T4" fmla="*/ 2 w 11"/>
                  <a:gd name="T5" fmla="*/ 16 h 13"/>
                  <a:gd name="T6" fmla="*/ 0 w 11"/>
                  <a:gd name="T7" fmla="*/ 12 h 13"/>
                  <a:gd name="T8" fmla="*/ 11 w 11"/>
                  <a:gd name="T9" fmla="*/ 0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3">
                    <a:moveTo>
                      <a:pt x="11" y="4"/>
                    </a:moveTo>
                    <a:cubicBezTo>
                      <a:pt x="8" y="5"/>
                      <a:pt x="4" y="10"/>
                      <a:pt x="3" y="13"/>
                    </a:cubicBezTo>
                    <a:cubicBezTo>
                      <a:pt x="3" y="13"/>
                      <a:pt x="2" y="13"/>
                      <a:pt x="2" y="13"/>
                    </a:cubicBezTo>
                    <a:cubicBezTo>
                      <a:pt x="1" y="12"/>
                      <a:pt x="0" y="10"/>
                      <a:pt x="0" y="9"/>
                    </a:cubicBezTo>
                    <a:cubicBezTo>
                      <a:pt x="3" y="7"/>
                      <a:pt x="4" y="2"/>
                      <a:pt x="8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832" name="Freeform 134">
                <a:extLst>
                  <a:ext uri="{FF2B5EF4-FFF2-40B4-BE49-F238E27FC236}">
                    <a16:creationId xmlns:a16="http://schemas.microsoft.com/office/drawing/2014/main" id="{AFB6266E-22B9-4CB1-B9A2-1213C75A58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1" y="3928"/>
                <a:ext cx="21" cy="18"/>
              </a:xfrm>
              <a:custGeom>
                <a:avLst/>
                <a:gdLst>
                  <a:gd name="T0" fmla="*/ 23 w 20"/>
                  <a:gd name="T1" fmla="*/ 20 h 17"/>
                  <a:gd name="T2" fmla="*/ 0 w 20"/>
                  <a:gd name="T3" fmla="*/ 0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17">
                    <a:moveTo>
                      <a:pt x="20" y="17"/>
                    </a:moveTo>
                    <a:cubicBezTo>
                      <a:pt x="12" y="14"/>
                      <a:pt x="5" y="6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833" name="Freeform 135">
                <a:extLst>
                  <a:ext uri="{FF2B5EF4-FFF2-40B4-BE49-F238E27FC236}">
                    <a16:creationId xmlns:a16="http://schemas.microsoft.com/office/drawing/2014/main" id="{6060722C-9BFB-4042-BCDA-958B434B62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9" y="1288"/>
                <a:ext cx="115" cy="56"/>
              </a:xfrm>
              <a:custGeom>
                <a:avLst/>
                <a:gdLst>
                  <a:gd name="T0" fmla="*/ 130 w 108"/>
                  <a:gd name="T1" fmla="*/ 0 h 53"/>
                  <a:gd name="T2" fmla="*/ 85 w 108"/>
                  <a:gd name="T3" fmla="*/ 38 h 53"/>
                  <a:gd name="T4" fmla="*/ 0 w 108"/>
                  <a:gd name="T5" fmla="*/ 59 h 5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8" h="53">
                    <a:moveTo>
                      <a:pt x="108" y="0"/>
                    </a:moveTo>
                    <a:cubicBezTo>
                      <a:pt x="108" y="0"/>
                      <a:pt x="82" y="22"/>
                      <a:pt x="70" y="32"/>
                    </a:cubicBezTo>
                    <a:cubicBezTo>
                      <a:pt x="57" y="41"/>
                      <a:pt x="25" y="53"/>
                      <a:pt x="0" y="5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834" name="Freeform 136">
                <a:extLst>
                  <a:ext uri="{FF2B5EF4-FFF2-40B4-BE49-F238E27FC236}">
                    <a16:creationId xmlns:a16="http://schemas.microsoft.com/office/drawing/2014/main" id="{9F308A18-3C92-4177-AAB2-2E41DC4EE3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7" y="1333"/>
                <a:ext cx="153" cy="55"/>
              </a:xfrm>
              <a:custGeom>
                <a:avLst/>
                <a:gdLst>
                  <a:gd name="T0" fmla="*/ 0 w 143"/>
                  <a:gd name="T1" fmla="*/ 1 h 52"/>
                  <a:gd name="T2" fmla="*/ 35 w 143"/>
                  <a:gd name="T3" fmla="*/ 32 h 52"/>
                  <a:gd name="T4" fmla="*/ 87 w 143"/>
                  <a:gd name="T5" fmla="*/ 60 h 52"/>
                  <a:gd name="T6" fmla="*/ 137 w 143"/>
                  <a:gd name="T7" fmla="*/ 32 h 52"/>
                  <a:gd name="T8" fmla="*/ 175 w 143"/>
                  <a:gd name="T9" fmla="*/ 0 h 5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3" h="52">
                    <a:moveTo>
                      <a:pt x="0" y="1"/>
                    </a:moveTo>
                    <a:cubicBezTo>
                      <a:pt x="0" y="1"/>
                      <a:pt x="14" y="10"/>
                      <a:pt x="29" y="26"/>
                    </a:cubicBezTo>
                    <a:cubicBezTo>
                      <a:pt x="45" y="42"/>
                      <a:pt x="55" y="49"/>
                      <a:pt x="71" y="51"/>
                    </a:cubicBezTo>
                    <a:cubicBezTo>
                      <a:pt x="87" y="52"/>
                      <a:pt x="98" y="39"/>
                      <a:pt x="112" y="26"/>
                    </a:cubicBezTo>
                    <a:cubicBezTo>
                      <a:pt x="127" y="14"/>
                      <a:pt x="130" y="6"/>
                      <a:pt x="143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835" name="Freeform 137">
                <a:extLst>
                  <a:ext uri="{FF2B5EF4-FFF2-40B4-BE49-F238E27FC236}">
                    <a16:creationId xmlns:a16="http://schemas.microsoft.com/office/drawing/2014/main" id="{FE2FC427-F144-41C9-A52C-41D170EABE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6" y="2013"/>
                <a:ext cx="656" cy="45"/>
              </a:xfrm>
              <a:custGeom>
                <a:avLst/>
                <a:gdLst>
                  <a:gd name="T0" fmla="*/ 0 w 614"/>
                  <a:gd name="T1" fmla="*/ 0 h 42"/>
                  <a:gd name="T2" fmla="*/ 67 w 614"/>
                  <a:gd name="T3" fmla="*/ 30 h 42"/>
                  <a:gd name="T4" fmla="*/ 214 w 614"/>
                  <a:gd name="T5" fmla="*/ 42 h 42"/>
                  <a:gd name="T6" fmla="*/ 374 w 614"/>
                  <a:gd name="T7" fmla="*/ 11 h 42"/>
                  <a:gd name="T8" fmla="*/ 564 w 614"/>
                  <a:gd name="T9" fmla="*/ 41 h 42"/>
                  <a:gd name="T10" fmla="*/ 646 w 614"/>
                  <a:gd name="T11" fmla="*/ 27 h 42"/>
                  <a:gd name="T12" fmla="*/ 749 w 614"/>
                  <a:gd name="T13" fmla="*/ 0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14" h="42">
                    <a:moveTo>
                      <a:pt x="0" y="0"/>
                    </a:moveTo>
                    <a:cubicBezTo>
                      <a:pt x="0" y="0"/>
                      <a:pt x="27" y="23"/>
                      <a:pt x="55" y="24"/>
                    </a:cubicBezTo>
                    <a:cubicBezTo>
                      <a:pt x="83" y="25"/>
                      <a:pt x="133" y="42"/>
                      <a:pt x="175" y="34"/>
                    </a:cubicBezTo>
                    <a:cubicBezTo>
                      <a:pt x="217" y="26"/>
                      <a:pt x="263" y="12"/>
                      <a:pt x="307" y="8"/>
                    </a:cubicBezTo>
                    <a:cubicBezTo>
                      <a:pt x="351" y="4"/>
                      <a:pt x="422" y="41"/>
                      <a:pt x="462" y="33"/>
                    </a:cubicBezTo>
                    <a:cubicBezTo>
                      <a:pt x="502" y="25"/>
                      <a:pt x="515" y="21"/>
                      <a:pt x="530" y="21"/>
                    </a:cubicBezTo>
                    <a:cubicBezTo>
                      <a:pt x="545" y="21"/>
                      <a:pt x="590" y="26"/>
                      <a:pt x="614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836" name="Freeform 138">
                <a:extLst>
                  <a:ext uri="{FF2B5EF4-FFF2-40B4-BE49-F238E27FC236}">
                    <a16:creationId xmlns:a16="http://schemas.microsoft.com/office/drawing/2014/main" id="{67324EED-2B56-4A2D-82C5-325B151426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3" y="2215"/>
                <a:ext cx="364" cy="112"/>
              </a:xfrm>
              <a:custGeom>
                <a:avLst/>
                <a:gdLst>
                  <a:gd name="T0" fmla="*/ 0 w 340"/>
                  <a:gd name="T1" fmla="*/ 2 h 105"/>
                  <a:gd name="T2" fmla="*/ 418 w 340"/>
                  <a:gd name="T3" fmla="*/ 0 h 10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40" h="105">
                    <a:moveTo>
                      <a:pt x="0" y="2"/>
                    </a:moveTo>
                    <a:cubicBezTo>
                      <a:pt x="0" y="2"/>
                      <a:pt x="141" y="105"/>
                      <a:pt x="340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837" name="Freeform 139">
                <a:extLst>
                  <a:ext uri="{FF2B5EF4-FFF2-40B4-BE49-F238E27FC236}">
                    <a16:creationId xmlns:a16="http://schemas.microsoft.com/office/drawing/2014/main" id="{D0CC67ED-B14E-4A32-8C56-0BA5F28065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0" y="2267"/>
                <a:ext cx="83" cy="37"/>
              </a:xfrm>
              <a:custGeom>
                <a:avLst/>
                <a:gdLst>
                  <a:gd name="T0" fmla="*/ 96 w 77"/>
                  <a:gd name="T1" fmla="*/ 0 h 35"/>
                  <a:gd name="T2" fmla="*/ 0 w 77"/>
                  <a:gd name="T3" fmla="*/ 41 h 3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7" h="35">
                    <a:moveTo>
                      <a:pt x="77" y="0"/>
                    </a:moveTo>
                    <a:cubicBezTo>
                      <a:pt x="77" y="0"/>
                      <a:pt x="39" y="20"/>
                      <a:pt x="0" y="35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838" name="Freeform 140">
                <a:extLst>
                  <a:ext uri="{FF2B5EF4-FFF2-40B4-BE49-F238E27FC236}">
                    <a16:creationId xmlns:a16="http://schemas.microsoft.com/office/drawing/2014/main" id="{CAF47479-E076-46DC-BCFF-5B641FF731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5" y="2264"/>
                <a:ext cx="59" cy="31"/>
              </a:xfrm>
              <a:custGeom>
                <a:avLst/>
                <a:gdLst>
                  <a:gd name="T0" fmla="*/ 0 w 55"/>
                  <a:gd name="T1" fmla="*/ 0 h 29"/>
                  <a:gd name="T2" fmla="*/ 68 w 55"/>
                  <a:gd name="T3" fmla="*/ 35 h 2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5" h="29">
                    <a:moveTo>
                      <a:pt x="0" y="0"/>
                    </a:moveTo>
                    <a:cubicBezTo>
                      <a:pt x="0" y="0"/>
                      <a:pt x="13" y="21"/>
                      <a:pt x="55" y="29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839" name="Freeform 141">
                <a:extLst>
                  <a:ext uri="{FF2B5EF4-FFF2-40B4-BE49-F238E27FC236}">
                    <a16:creationId xmlns:a16="http://schemas.microsoft.com/office/drawing/2014/main" id="{54C91914-8AD5-43B3-8553-F9CE0FD809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1" y="2263"/>
                <a:ext cx="28" cy="28"/>
              </a:xfrm>
              <a:custGeom>
                <a:avLst/>
                <a:gdLst>
                  <a:gd name="T0" fmla="*/ 17 w 26"/>
                  <a:gd name="T1" fmla="*/ 0 h 27"/>
                  <a:gd name="T2" fmla="*/ 32 w 26"/>
                  <a:gd name="T3" fmla="*/ 29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27">
                    <a:moveTo>
                      <a:pt x="14" y="0"/>
                    </a:moveTo>
                    <a:cubicBezTo>
                      <a:pt x="14" y="0"/>
                      <a:pt x="0" y="27"/>
                      <a:pt x="26" y="26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840" name="Freeform 142">
                <a:extLst>
                  <a:ext uri="{FF2B5EF4-FFF2-40B4-BE49-F238E27FC236}">
                    <a16:creationId xmlns:a16="http://schemas.microsoft.com/office/drawing/2014/main" id="{EA95B3A7-41E8-4EAD-AE8E-C8B1292258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5" y="2513"/>
                <a:ext cx="227" cy="41"/>
              </a:xfrm>
              <a:custGeom>
                <a:avLst/>
                <a:gdLst>
                  <a:gd name="T0" fmla="*/ 0 w 212"/>
                  <a:gd name="T1" fmla="*/ 3 h 38"/>
                  <a:gd name="T2" fmla="*/ 260 w 212"/>
                  <a:gd name="T3" fmla="*/ 0 h 3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2" h="38">
                    <a:moveTo>
                      <a:pt x="0" y="3"/>
                    </a:moveTo>
                    <a:cubicBezTo>
                      <a:pt x="0" y="3"/>
                      <a:pt x="111" y="38"/>
                      <a:pt x="212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841" name="Freeform 143">
                <a:extLst>
                  <a:ext uri="{FF2B5EF4-FFF2-40B4-BE49-F238E27FC236}">
                    <a16:creationId xmlns:a16="http://schemas.microsoft.com/office/drawing/2014/main" id="{6BBD0803-C775-4022-992F-45DE16A6FE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2" y="849"/>
                <a:ext cx="286" cy="277"/>
              </a:xfrm>
              <a:custGeom>
                <a:avLst/>
                <a:gdLst>
                  <a:gd name="T0" fmla="*/ 11 w 267"/>
                  <a:gd name="T1" fmla="*/ 49 h 259"/>
                  <a:gd name="T2" fmla="*/ 96 w 267"/>
                  <a:gd name="T3" fmla="*/ 113 h 259"/>
                  <a:gd name="T4" fmla="*/ 74 w 267"/>
                  <a:gd name="T5" fmla="*/ 88 h 259"/>
                  <a:gd name="T6" fmla="*/ 174 w 267"/>
                  <a:gd name="T7" fmla="*/ 137 h 259"/>
                  <a:gd name="T8" fmla="*/ 157 w 267"/>
                  <a:gd name="T9" fmla="*/ 120 h 259"/>
                  <a:gd name="T10" fmla="*/ 199 w 267"/>
                  <a:gd name="T11" fmla="*/ 138 h 259"/>
                  <a:gd name="T12" fmla="*/ 261 w 267"/>
                  <a:gd name="T13" fmla="*/ 169 h 259"/>
                  <a:gd name="T14" fmla="*/ 277 w 267"/>
                  <a:gd name="T15" fmla="*/ 235 h 259"/>
                  <a:gd name="T16" fmla="*/ 286 w 267"/>
                  <a:gd name="T17" fmla="*/ 317 h 259"/>
                  <a:gd name="T18" fmla="*/ 307 w 267"/>
                  <a:gd name="T19" fmla="*/ 225 h 259"/>
                  <a:gd name="T20" fmla="*/ 328 w 267"/>
                  <a:gd name="T21" fmla="*/ 181 h 259"/>
                  <a:gd name="T22" fmla="*/ 291 w 267"/>
                  <a:gd name="T23" fmla="*/ 86 h 259"/>
                  <a:gd name="T24" fmla="*/ 210 w 267"/>
                  <a:gd name="T25" fmla="*/ 15 h 259"/>
                  <a:gd name="T26" fmla="*/ 85 w 267"/>
                  <a:gd name="T27" fmla="*/ 0 h 259"/>
                  <a:gd name="T28" fmla="*/ 0 w 267"/>
                  <a:gd name="T29" fmla="*/ 30 h 259"/>
                  <a:gd name="T30" fmla="*/ 11 w 267"/>
                  <a:gd name="T31" fmla="*/ 49 h 259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267" h="259">
                    <a:moveTo>
                      <a:pt x="8" y="40"/>
                    </a:moveTo>
                    <a:cubicBezTo>
                      <a:pt x="8" y="40"/>
                      <a:pt x="46" y="76"/>
                      <a:pt x="78" y="93"/>
                    </a:cubicBezTo>
                    <a:cubicBezTo>
                      <a:pt x="78" y="93"/>
                      <a:pt x="62" y="84"/>
                      <a:pt x="60" y="72"/>
                    </a:cubicBezTo>
                    <a:cubicBezTo>
                      <a:pt x="60" y="72"/>
                      <a:pt x="86" y="104"/>
                      <a:pt x="141" y="112"/>
                    </a:cubicBezTo>
                    <a:cubicBezTo>
                      <a:pt x="141" y="112"/>
                      <a:pt x="134" y="107"/>
                      <a:pt x="128" y="98"/>
                    </a:cubicBezTo>
                    <a:cubicBezTo>
                      <a:pt x="128" y="98"/>
                      <a:pt x="142" y="108"/>
                      <a:pt x="162" y="113"/>
                    </a:cubicBezTo>
                    <a:cubicBezTo>
                      <a:pt x="183" y="119"/>
                      <a:pt x="203" y="122"/>
                      <a:pt x="213" y="138"/>
                    </a:cubicBezTo>
                    <a:cubicBezTo>
                      <a:pt x="222" y="154"/>
                      <a:pt x="230" y="177"/>
                      <a:pt x="226" y="193"/>
                    </a:cubicBezTo>
                    <a:cubicBezTo>
                      <a:pt x="222" y="209"/>
                      <a:pt x="232" y="259"/>
                      <a:pt x="232" y="259"/>
                    </a:cubicBezTo>
                    <a:cubicBezTo>
                      <a:pt x="232" y="259"/>
                      <a:pt x="235" y="192"/>
                      <a:pt x="250" y="183"/>
                    </a:cubicBezTo>
                    <a:cubicBezTo>
                      <a:pt x="267" y="148"/>
                      <a:pt x="267" y="148"/>
                      <a:pt x="267" y="148"/>
                    </a:cubicBezTo>
                    <a:cubicBezTo>
                      <a:pt x="237" y="70"/>
                      <a:pt x="237" y="70"/>
                      <a:pt x="237" y="70"/>
                    </a:cubicBezTo>
                    <a:cubicBezTo>
                      <a:pt x="171" y="12"/>
                      <a:pt x="171" y="12"/>
                      <a:pt x="171" y="12"/>
                    </a:cubicBezTo>
                    <a:cubicBezTo>
                      <a:pt x="69" y="0"/>
                      <a:pt x="69" y="0"/>
                      <a:pt x="69" y="0"/>
                    </a:cubicBezTo>
                    <a:cubicBezTo>
                      <a:pt x="0" y="24"/>
                      <a:pt x="0" y="24"/>
                      <a:pt x="0" y="24"/>
                    </a:cubicBezTo>
                    <a:lnTo>
                      <a:pt x="8" y="40"/>
                    </a:lnTo>
                    <a:close/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842" name="Freeform 144">
                <a:extLst>
                  <a:ext uri="{FF2B5EF4-FFF2-40B4-BE49-F238E27FC236}">
                    <a16:creationId xmlns:a16="http://schemas.microsoft.com/office/drawing/2014/main" id="{A3D9D5F1-AD3C-48B3-9E8E-9926A23717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2" y="869"/>
                <a:ext cx="108" cy="231"/>
              </a:xfrm>
              <a:custGeom>
                <a:avLst/>
                <a:gdLst>
                  <a:gd name="T0" fmla="*/ 123 w 101"/>
                  <a:gd name="T1" fmla="*/ 18 h 216"/>
                  <a:gd name="T2" fmla="*/ 81 w 101"/>
                  <a:gd name="T3" fmla="*/ 90 h 216"/>
                  <a:gd name="T4" fmla="*/ 86 w 101"/>
                  <a:gd name="T5" fmla="*/ 80 h 216"/>
                  <a:gd name="T6" fmla="*/ 71 w 101"/>
                  <a:gd name="T7" fmla="*/ 110 h 216"/>
                  <a:gd name="T8" fmla="*/ 59 w 101"/>
                  <a:gd name="T9" fmla="*/ 175 h 216"/>
                  <a:gd name="T10" fmla="*/ 59 w 101"/>
                  <a:gd name="T11" fmla="*/ 158 h 216"/>
                  <a:gd name="T12" fmla="*/ 53 w 101"/>
                  <a:gd name="T13" fmla="*/ 198 h 216"/>
                  <a:gd name="T14" fmla="*/ 60 w 101"/>
                  <a:gd name="T15" fmla="*/ 264 h 216"/>
                  <a:gd name="T16" fmla="*/ 36 w 101"/>
                  <a:gd name="T17" fmla="*/ 218 h 216"/>
                  <a:gd name="T18" fmla="*/ 12 w 101"/>
                  <a:gd name="T19" fmla="*/ 129 h 216"/>
                  <a:gd name="T20" fmla="*/ 113 w 101"/>
                  <a:gd name="T21" fmla="*/ 0 h 216"/>
                  <a:gd name="T22" fmla="*/ 123 w 101"/>
                  <a:gd name="T23" fmla="*/ 18 h 21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01" h="216">
                    <a:moveTo>
                      <a:pt x="101" y="15"/>
                    </a:moveTo>
                    <a:cubicBezTo>
                      <a:pt x="101" y="15"/>
                      <a:pt x="94" y="54"/>
                      <a:pt x="66" y="74"/>
                    </a:cubicBezTo>
                    <a:cubicBezTo>
                      <a:pt x="70" y="65"/>
                      <a:pt x="70" y="65"/>
                      <a:pt x="70" y="65"/>
                    </a:cubicBezTo>
                    <a:cubicBezTo>
                      <a:pt x="70" y="65"/>
                      <a:pt x="59" y="78"/>
                      <a:pt x="58" y="90"/>
                    </a:cubicBezTo>
                    <a:cubicBezTo>
                      <a:pt x="58" y="102"/>
                      <a:pt x="66" y="124"/>
                      <a:pt x="48" y="143"/>
                    </a:cubicBezTo>
                    <a:cubicBezTo>
                      <a:pt x="48" y="129"/>
                      <a:pt x="48" y="129"/>
                      <a:pt x="48" y="129"/>
                    </a:cubicBezTo>
                    <a:cubicBezTo>
                      <a:pt x="48" y="129"/>
                      <a:pt x="42" y="154"/>
                      <a:pt x="44" y="162"/>
                    </a:cubicBezTo>
                    <a:cubicBezTo>
                      <a:pt x="44" y="162"/>
                      <a:pt x="51" y="199"/>
                      <a:pt x="49" y="216"/>
                    </a:cubicBezTo>
                    <a:cubicBezTo>
                      <a:pt x="49" y="216"/>
                      <a:pt x="45" y="189"/>
                      <a:pt x="30" y="179"/>
                    </a:cubicBezTo>
                    <a:cubicBezTo>
                      <a:pt x="30" y="179"/>
                      <a:pt x="0" y="134"/>
                      <a:pt x="9" y="106"/>
                    </a:cubicBezTo>
                    <a:cubicBezTo>
                      <a:pt x="17" y="78"/>
                      <a:pt x="93" y="0"/>
                      <a:pt x="93" y="0"/>
                    </a:cubicBezTo>
                    <a:lnTo>
                      <a:pt x="101" y="15"/>
                    </a:lnTo>
                    <a:close/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843" name="Freeform 145">
                <a:extLst>
                  <a:ext uri="{FF2B5EF4-FFF2-40B4-BE49-F238E27FC236}">
                    <a16:creationId xmlns:a16="http://schemas.microsoft.com/office/drawing/2014/main" id="{99159622-D56D-47E4-829C-4462BEBB06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2" y="860"/>
                <a:ext cx="110" cy="230"/>
              </a:xfrm>
              <a:custGeom>
                <a:avLst/>
                <a:gdLst>
                  <a:gd name="T0" fmla="*/ 125 w 103"/>
                  <a:gd name="T1" fmla="*/ 18 h 216"/>
                  <a:gd name="T2" fmla="*/ 84 w 103"/>
                  <a:gd name="T3" fmla="*/ 91 h 216"/>
                  <a:gd name="T4" fmla="*/ 88 w 103"/>
                  <a:gd name="T5" fmla="*/ 78 h 216"/>
                  <a:gd name="T6" fmla="*/ 74 w 103"/>
                  <a:gd name="T7" fmla="*/ 109 h 216"/>
                  <a:gd name="T8" fmla="*/ 62 w 103"/>
                  <a:gd name="T9" fmla="*/ 173 h 216"/>
                  <a:gd name="T10" fmla="*/ 62 w 103"/>
                  <a:gd name="T11" fmla="*/ 155 h 216"/>
                  <a:gd name="T12" fmla="*/ 56 w 103"/>
                  <a:gd name="T13" fmla="*/ 196 h 216"/>
                  <a:gd name="T14" fmla="*/ 62 w 103"/>
                  <a:gd name="T15" fmla="*/ 261 h 216"/>
                  <a:gd name="T16" fmla="*/ 38 w 103"/>
                  <a:gd name="T17" fmla="*/ 216 h 216"/>
                  <a:gd name="T18" fmla="*/ 14 w 103"/>
                  <a:gd name="T19" fmla="*/ 128 h 216"/>
                  <a:gd name="T20" fmla="*/ 115 w 103"/>
                  <a:gd name="T21" fmla="*/ 0 h 216"/>
                  <a:gd name="T22" fmla="*/ 125 w 103"/>
                  <a:gd name="T23" fmla="*/ 18 h 21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03" h="216">
                    <a:moveTo>
                      <a:pt x="103" y="15"/>
                    </a:moveTo>
                    <a:cubicBezTo>
                      <a:pt x="103" y="15"/>
                      <a:pt x="96" y="54"/>
                      <a:pt x="69" y="75"/>
                    </a:cubicBezTo>
                    <a:cubicBezTo>
                      <a:pt x="72" y="65"/>
                      <a:pt x="72" y="65"/>
                      <a:pt x="72" y="65"/>
                    </a:cubicBezTo>
                    <a:cubicBezTo>
                      <a:pt x="72" y="65"/>
                      <a:pt x="62" y="78"/>
                      <a:pt x="61" y="90"/>
                    </a:cubicBezTo>
                    <a:cubicBezTo>
                      <a:pt x="60" y="102"/>
                      <a:pt x="69" y="124"/>
                      <a:pt x="51" y="143"/>
                    </a:cubicBezTo>
                    <a:cubicBezTo>
                      <a:pt x="51" y="129"/>
                      <a:pt x="51" y="129"/>
                      <a:pt x="51" y="129"/>
                    </a:cubicBezTo>
                    <a:cubicBezTo>
                      <a:pt x="51" y="129"/>
                      <a:pt x="45" y="155"/>
                      <a:pt x="46" y="162"/>
                    </a:cubicBezTo>
                    <a:cubicBezTo>
                      <a:pt x="46" y="162"/>
                      <a:pt x="54" y="199"/>
                      <a:pt x="51" y="216"/>
                    </a:cubicBezTo>
                    <a:cubicBezTo>
                      <a:pt x="51" y="216"/>
                      <a:pt x="47" y="189"/>
                      <a:pt x="32" y="179"/>
                    </a:cubicBezTo>
                    <a:cubicBezTo>
                      <a:pt x="32" y="179"/>
                      <a:pt x="0" y="133"/>
                      <a:pt x="11" y="106"/>
                    </a:cubicBezTo>
                    <a:cubicBezTo>
                      <a:pt x="42" y="34"/>
                      <a:pt x="95" y="0"/>
                      <a:pt x="95" y="0"/>
                    </a:cubicBezTo>
                    <a:lnTo>
                      <a:pt x="103" y="15"/>
                    </a:lnTo>
                    <a:close/>
                  </a:path>
                </a:pathLst>
              </a:custGeom>
              <a:solidFill>
                <a:srgbClr val="7920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844" name="Freeform 146">
                <a:extLst>
                  <a:ext uri="{FF2B5EF4-FFF2-40B4-BE49-F238E27FC236}">
                    <a16:creationId xmlns:a16="http://schemas.microsoft.com/office/drawing/2014/main" id="{49DA9C90-1958-4D76-868E-DBD00192D4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3" y="833"/>
                <a:ext cx="300" cy="278"/>
              </a:xfrm>
              <a:custGeom>
                <a:avLst/>
                <a:gdLst>
                  <a:gd name="T0" fmla="*/ 11 w 280"/>
                  <a:gd name="T1" fmla="*/ 49 h 260"/>
                  <a:gd name="T2" fmla="*/ 98 w 280"/>
                  <a:gd name="T3" fmla="*/ 115 h 260"/>
                  <a:gd name="T4" fmla="*/ 74 w 280"/>
                  <a:gd name="T5" fmla="*/ 88 h 260"/>
                  <a:gd name="T6" fmla="*/ 174 w 280"/>
                  <a:gd name="T7" fmla="*/ 137 h 260"/>
                  <a:gd name="T8" fmla="*/ 159 w 280"/>
                  <a:gd name="T9" fmla="*/ 121 h 260"/>
                  <a:gd name="T10" fmla="*/ 201 w 280"/>
                  <a:gd name="T11" fmla="*/ 139 h 260"/>
                  <a:gd name="T12" fmla="*/ 261 w 280"/>
                  <a:gd name="T13" fmla="*/ 170 h 260"/>
                  <a:gd name="T14" fmla="*/ 279 w 280"/>
                  <a:gd name="T15" fmla="*/ 235 h 260"/>
                  <a:gd name="T16" fmla="*/ 287 w 280"/>
                  <a:gd name="T17" fmla="*/ 318 h 260"/>
                  <a:gd name="T18" fmla="*/ 310 w 280"/>
                  <a:gd name="T19" fmla="*/ 249 h 260"/>
                  <a:gd name="T20" fmla="*/ 344 w 280"/>
                  <a:gd name="T21" fmla="*/ 200 h 260"/>
                  <a:gd name="T22" fmla="*/ 293 w 280"/>
                  <a:gd name="T23" fmla="*/ 87 h 260"/>
                  <a:gd name="T24" fmla="*/ 211 w 280"/>
                  <a:gd name="T25" fmla="*/ 16 h 260"/>
                  <a:gd name="T26" fmla="*/ 86 w 280"/>
                  <a:gd name="T27" fmla="*/ 0 h 260"/>
                  <a:gd name="T28" fmla="*/ 0 w 280"/>
                  <a:gd name="T29" fmla="*/ 31 h 260"/>
                  <a:gd name="T30" fmla="*/ 11 w 280"/>
                  <a:gd name="T31" fmla="*/ 49 h 260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280" h="260">
                    <a:moveTo>
                      <a:pt x="8" y="40"/>
                    </a:moveTo>
                    <a:cubicBezTo>
                      <a:pt x="8" y="40"/>
                      <a:pt x="47" y="76"/>
                      <a:pt x="79" y="94"/>
                    </a:cubicBezTo>
                    <a:cubicBezTo>
                      <a:pt x="79" y="94"/>
                      <a:pt x="63" y="84"/>
                      <a:pt x="60" y="72"/>
                    </a:cubicBezTo>
                    <a:cubicBezTo>
                      <a:pt x="60" y="72"/>
                      <a:pt x="87" y="104"/>
                      <a:pt x="141" y="112"/>
                    </a:cubicBezTo>
                    <a:cubicBezTo>
                      <a:pt x="141" y="112"/>
                      <a:pt x="134" y="108"/>
                      <a:pt x="129" y="99"/>
                    </a:cubicBezTo>
                    <a:cubicBezTo>
                      <a:pt x="129" y="99"/>
                      <a:pt x="142" y="108"/>
                      <a:pt x="163" y="114"/>
                    </a:cubicBezTo>
                    <a:cubicBezTo>
                      <a:pt x="184" y="120"/>
                      <a:pt x="204" y="123"/>
                      <a:pt x="213" y="139"/>
                    </a:cubicBezTo>
                    <a:cubicBezTo>
                      <a:pt x="223" y="155"/>
                      <a:pt x="231" y="177"/>
                      <a:pt x="227" y="193"/>
                    </a:cubicBezTo>
                    <a:cubicBezTo>
                      <a:pt x="223" y="209"/>
                      <a:pt x="233" y="260"/>
                      <a:pt x="233" y="260"/>
                    </a:cubicBezTo>
                    <a:cubicBezTo>
                      <a:pt x="233" y="260"/>
                      <a:pt x="236" y="213"/>
                      <a:pt x="252" y="204"/>
                    </a:cubicBezTo>
                    <a:cubicBezTo>
                      <a:pt x="280" y="164"/>
                      <a:pt x="280" y="164"/>
                      <a:pt x="280" y="164"/>
                    </a:cubicBezTo>
                    <a:cubicBezTo>
                      <a:pt x="238" y="71"/>
                      <a:pt x="238" y="71"/>
                      <a:pt x="238" y="71"/>
                    </a:cubicBezTo>
                    <a:cubicBezTo>
                      <a:pt x="172" y="13"/>
                      <a:pt x="172" y="13"/>
                      <a:pt x="172" y="13"/>
                    </a:cubicBezTo>
                    <a:cubicBezTo>
                      <a:pt x="70" y="0"/>
                      <a:pt x="70" y="0"/>
                      <a:pt x="70" y="0"/>
                    </a:cubicBezTo>
                    <a:cubicBezTo>
                      <a:pt x="0" y="25"/>
                      <a:pt x="0" y="25"/>
                      <a:pt x="0" y="25"/>
                    </a:cubicBezTo>
                    <a:lnTo>
                      <a:pt x="8" y="40"/>
                    </a:lnTo>
                    <a:close/>
                  </a:path>
                </a:pathLst>
              </a:custGeom>
              <a:solidFill>
                <a:srgbClr val="7920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845" name="Freeform 147">
                <a:extLst>
                  <a:ext uri="{FF2B5EF4-FFF2-40B4-BE49-F238E27FC236}">
                    <a16:creationId xmlns:a16="http://schemas.microsoft.com/office/drawing/2014/main" id="{D1D7766C-ABC7-467D-AC7C-33C3A2D8E1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4" y="1134"/>
                <a:ext cx="62" cy="11"/>
              </a:xfrm>
              <a:custGeom>
                <a:avLst/>
                <a:gdLst>
                  <a:gd name="T0" fmla="*/ 0 w 58"/>
                  <a:gd name="T1" fmla="*/ 4 h 10"/>
                  <a:gd name="T2" fmla="*/ 20 w 58"/>
                  <a:gd name="T3" fmla="*/ 1 h 10"/>
                  <a:gd name="T4" fmla="*/ 46 w 58"/>
                  <a:gd name="T5" fmla="*/ 0 h 10"/>
                  <a:gd name="T6" fmla="*/ 71 w 58"/>
                  <a:gd name="T7" fmla="*/ 4 h 10"/>
                  <a:gd name="T8" fmla="*/ 47 w 58"/>
                  <a:gd name="T9" fmla="*/ 2 h 10"/>
                  <a:gd name="T10" fmla="*/ 21 w 58"/>
                  <a:gd name="T11" fmla="*/ 3 h 10"/>
                  <a:gd name="T12" fmla="*/ 0 w 58"/>
                  <a:gd name="T13" fmla="*/ 4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8" h="10">
                    <a:moveTo>
                      <a:pt x="0" y="4"/>
                    </a:moveTo>
                    <a:cubicBezTo>
                      <a:pt x="0" y="4"/>
                      <a:pt x="13" y="4"/>
                      <a:pt x="17" y="1"/>
                    </a:cubicBezTo>
                    <a:cubicBezTo>
                      <a:pt x="17" y="1"/>
                      <a:pt x="30" y="8"/>
                      <a:pt x="37" y="0"/>
                    </a:cubicBezTo>
                    <a:cubicBezTo>
                      <a:pt x="37" y="0"/>
                      <a:pt x="50" y="4"/>
                      <a:pt x="58" y="4"/>
                    </a:cubicBezTo>
                    <a:cubicBezTo>
                      <a:pt x="58" y="4"/>
                      <a:pt x="43" y="4"/>
                      <a:pt x="38" y="2"/>
                    </a:cubicBezTo>
                    <a:cubicBezTo>
                      <a:pt x="38" y="2"/>
                      <a:pt x="32" y="10"/>
                      <a:pt x="18" y="3"/>
                    </a:cubicBezTo>
                    <a:cubicBezTo>
                      <a:pt x="18" y="3"/>
                      <a:pt x="6" y="6"/>
                      <a:pt x="0" y="4"/>
                    </a:cubicBezTo>
                    <a:close/>
                  </a:path>
                </a:pathLst>
              </a:custGeom>
              <a:solidFill>
                <a:srgbClr val="EAAC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846" name="Freeform 148">
                <a:extLst>
                  <a:ext uri="{FF2B5EF4-FFF2-40B4-BE49-F238E27FC236}">
                    <a16:creationId xmlns:a16="http://schemas.microsoft.com/office/drawing/2014/main" id="{42BFA93B-3E20-4C0D-8759-68E8657E35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4" y="988"/>
                <a:ext cx="53" cy="44"/>
              </a:xfrm>
              <a:custGeom>
                <a:avLst/>
                <a:gdLst>
                  <a:gd name="T0" fmla="*/ 0 w 49"/>
                  <a:gd name="T1" fmla="*/ 29 h 41"/>
                  <a:gd name="T2" fmla="*/ 51 w 49"/>
                  <a:gd name="T3" fmla="*/ 21 h 41"/>
                  <a:gd name="T4" fmla="*/ 55 w 49"/>
                  <a:gd name="T5" fmla="*/ 31 h 41"/>
                  <a:gd name="T6" fmla="*/ 0 w 49"/>
                  <a:gd name="T7" fmla="*/ 29 h 4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9" h="41">
                    <a:moveTo>
                      <a:pt x="0" y="23"/>
                    </a:moveTo>
                    <a:cubicBezTo>
                      <a:pt x="0" y="23"/>
                      <a:pt x="22" y="0"/>
                      <a:pt x="40" y="18"/>
                    </a:cubicBezTo>
                    <a:cubicBezTo>
                      <a:pt x="40" y="18"/>
                      <a:pt x="49" y="21"/>
                      <a:pt x="43" y="25"/>
                    </a:cubicBezTo>
                    <a:cubicBezTo>
                      <a:pt x="37" y="29"/>
                      <a:pt x="13" y="41"/>
                      <a:pt x="0" y="23"/>
                    </a:cubicBezTo>
                    <a:close/>
                  </a:path>
                </a:pathLst>
              </a:custGeom>
              <a:noFill/>
              <a:ln w="3175" cap="flat">
                <a:solidFill>
                  <a:srgbClr val="EAAC9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847" name="Freeform 149">
                <a:extLst>
                  <a:ext uri="{FF2B5EF4-FFF2-40B4-BE49-F238E27FC236}">
                    <a16:creationId xmlns:a16="http://schemas.microsoft.com/office/drawing/2014/main" id="{7B11B312-06D0-4D42-8295-7F7C70CD48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2" y="988"/>
                <a:ext cx="53" cy="44"/>
              </a:xfrm>
              <a:custGeom>
                <a:avLst/>
                <a:gdLst>
                  <a:gd name="T0" fmla="*/ 62 w 49"/>
                  <a:gd name="T1" fmla="*/ 29 h 41"/>
                  <a:gd name="T2" fmla="*/ 12 w 49"/>
                  <a:gd name="T3" fmla="*/ 21 h 41"/>
                  <a:gd name="T4" fmla="*/ 10 w 49"/>
                  <a:gd name="T5" fmla="*/ 31 h 41"/>
                  <a:gd name="T6" fmla="*/ 62 w 49"/>
                  <a:gd name="T7" fmla="*/ 29 h 4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9" h="41">
                    <a:moveTo>
                      <a:pt x="49" y="23"/>
                    </a:moveTo>
                    <a:cubicBezTo>
                      <a:pt x="49" y="23"/>
                      <a:pt x="28" y="0"/>
                      <a:pt x="9" y="18"/>
                    </a:cubicBezTo>
                    <a:cubicBezTo>
                      <a:pt x="9" y="18"/>
                      <a:pt x="0" y="21"/>
                      <a:pt x="7" y="25"/>
                    </a:cubicBezTo>
                    <a:cubicBezTo>
                      <a:pt x="13" y="29"/>
                      <a:pt x="36" y="41"/>
                      <a:pt x="49" y="23"/>
                    </a:cubicBezTo>
                    <a:close/>
                  </a:path>
                </a:pathLst>
              </a:custGeom>
              <a:noFill/>
              <a:ln w="3175" cap="flat">
                <a:solidFill>
                  <a:srgbClr val="EAAC9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848" name="Freeform 150">
                <a:extLst>
                  <a:ext uri="{FF2B5EF4-FFF2-40B4-BE49-F238E27FC236}">
                    <a16:creationId xmlns:a16="http://schemas.microsoft.com/office/drawing/2014/main" id="{25257DC3-7AA2-43F1-8E94-773BBF7A6A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7" y="1332"/>
                <a:ext cx="17" cy="19"/>
              </a:xfrm>
              <a:custGeom>
                <a:avLst/>
                <a:gdLst>
                  <a:gd name="T0" fmla="*/ 0 w 16"/>
                  <a:gd name="T1" fmla="*/ 8 h 18"/>
                  <a:gd name="T2" fmla="*/ 14 w 16"/>
                  <a:gd name="T3" fmla="*/ 0 h 18"/>
                  <a:gd name="T4" fmla="*/ 11 w 16"/>
                  <a:gd name="T5" fmla="*/ 21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18">
                    <a:moveTo>
                      <a:pt x="0" y="8"/>
                    </a:moveTo>
                    <a:cubicBezTo>
                      <a:pt x="3" y="5"/>
                      <a:pt x="6" y="1"/>
                      <a:pt x="11" y="0"/>
                    </a:cubicBezTo>
                    <a:cubicBezTo>
                      <a:pt x="16" y="6"/>
                      <a:pt x="9" y="15"/>
                      <a:pt x="8" y="18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849" name="Freeform 151">
                <a:extLst>
                  <a:ext uri="{FF2B5EF4-FFF2-40B4-BE49-F238E27FC236}">
                    <a16:creationId xmlns:a16="http://schemas.microsoft.com/office/drawing/2014/main" id="{9619147A-7567-4FFE-8F2E-1CEE1F349A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2" y="1347"/>
                <a:ext cx="15" cy="12"/>
              </a:xfrm>
              <a:custGeom>
                <a:avLst/>
                <a:gdLst>
                  <a:gd name="T0" fmla="*/ 6 w 14"/>
                  <a:gd name="T1" fmla="*/ 12 h 12"/>
                  <a:gd name="T2" fmla="*/ 0 w 14"/>
                  <a:gd name="T3" fmla="*/ 0 h 12"/>
                  <a:gd name="T4" fmla="*/ 17 w 14"/>
                  <a:gd name="T5" fmla="*/ 5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2">
                    <a:moveTo>
                      <a:pt x="6" y="12"/>
                    </a:moveTo>
                    <a:cubicBezTo>
                      <a:pt x="5" y="8"/>
                      <a:pt x="2" y="4"/>
                      <a:pt x="0" y="0"/>
                    </a:cubicBezTo>
                    <a:cubicBezTo>
                      <a:pt x="4" y="2"/>
                      <a:pt x="11" y="5"/>
                      <a:pt x="14" y="5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850" name="Freeform 152">
                <a:extLst>
                  <a:ext uri="{FF2B5EF4-FFF2-40B4-BE49-F238E27FC236}">
                    <a16:creationId xmlns:a16="http://schemas.microsoft.com/office/drawing/2014/main" id="{939150A6-187F-44B4-B0F3-63EAF8F12A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5" y="1333"/>
                <a:ext cx="12" cy="13"/>
              </a:xfrm>
              <a:custGeom>
                <a:avLst/>
                <a:gdLst>
                  <a:gd name="T0" fmla="*/ 0 w 11"/>
                  <a:gd name="T1" fmla="*/ 0 h 12"/>
                  <a:gd name="T2" fmla="*/ 14 w 11"/>
                  <a:gd name="T3" fmla="*/ 15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12">
                    <a:moveTo>
                      <a:pt x="0" y="0"/>
                    </a:moveTo>
                    <a:cubicBezTo>
                      <a:pt x="3" y="4"/>
                      <a:pt x="8" y="8"/>
                      <a:pt x="11" y="12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851" name="Freeform 153">
                <a:extLst>
                  <a:ext uri="{FF2B5EF4-FFF2-40B4-BE49-F238E27FC236}">
                    <a16:creationId xmlns:a16="http://schemas.microsoft.com/office/drawing/2014/main" id="{05545D75-41B9-4226-A33E-014F2D5A03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7" y="1332"/>
                <a:ext cx="33" cy="24"/>
              </a:xfrm>
              <a:custGeom>
                <a:avLst/>
                <a:gdLst>
                  <a:gd name="T0" fmla="*/ 19 w 31"/>
                  <a:gd name="T1" fmla="*/ 0 h 23"/>
                  <a:gd name="T2" fmla="*/ 5 w 31"/>
                  <a:gd name="T3" fmla="*/ 6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1" h="23">
                    <a:moveTo>
                      <a:pt x="16" y="0"/>
                    </a:moveTo>
                    <a:cubicBezTo>
                      <a:pt x="31" y="12"/>
                      <a:pt x="0" y="23"/>
                      <a:pt x="5" y="6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852" name="Freeform 154">
                <a:extLst>
                  <a:ext uri="{FF2B5EF4-FFF2-40B4-BE49-F238E27FC236}">
                    <a16:creationId xmlns:a16="http://schemas.microsoft.com/office/drawing/2014/main" id="{D86961B3-8C04-4612-BB52-656A03B61B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6" y="1296"/>
                <a:ext cx="3" cy="15"/>
              </a:xfrm>
              <a:custGeom>
                <a:avLst/>
                <a:gdLst>
                  <a:gd name="T0" fmla="*/ 3 w 3"/>
                  <a:gd name="T1" fmla="*/ 0 h 14"/>
                  <a:gd name="T2" fmla="*/ 0 w 3"/>
                  <a:gd name="T3" fmla="*/ 17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4">
                    <a:moveTo>
                      <a:pt x="3" y="0"/>
                    </a:moveTo>
                    <a:cubicBezTo>
                      <a:pt x="3" y="5"/>
                      <a:pt x="2" y="10"/>
                      <a:pt x="0" y="14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853" name="Freeform 155">
                <a:extLst>
                  <a:ext uri="{FF2B5EF4-FFF2-40B4-BE49-F238E27FC236}">
                    <a16:creationId xmlns:a16="http://schemas.microsoft.com/office/drawing/2014/main" id="{B0C35D52-E701-430C-A8E9-A90002E6C0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1" y="1286"/>
                <a:ext cx="12" cy="32"/>
              </a:xfrm>
              <a:custGeom>
                <a:avLst/>
                <a:gdLst>
                  <a:gd name="T0" fmla="*/ 12 w 12"/>
                  <a:gd name="T1" fmla="*/ 13 h 30"/>
                  <a:gd name="T2" fmla="*/ 9 w 12"/>
                  <a:gd name="T3" fmla="*/ 36 h 30"/>
                  <a:gd name="T4" fmla="*/ 7 w 12"/>
                  <a:gd name="T5" fmla="*/ 0 h 3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30">
                    <a:moveTo>
                      <a:pt x="12" y="10"/>
                    </a:moveTo>
                    <a:cubicBezTo>
                      <a:pt x="12" y="17"/>
                      <a:pt x="12" y="25"/>
                      <a:pt x="9" y="30"/>
                    </a:cubicBezTo>
                    <a:cubicBezTo>
                      <a:pt x="0" y="26"/>
                      <a:pt x="6" y="7"/>
                      <a:pt x="7" y="0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854" name="Freeform 156">
                <a:extLst>
                  <a:ext uri="{FF2B5EF4-FFF2-40B4-BE49-F238E27FC236}">
                    <a16:creationId xmlns:a16="http://schemas.microsoft.com/office/drawing/2014/main" id="{ACBA879A-6A92-44D2-BDF0-889F38FA3C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2" y="1283"/>
                <a:ext cx="15" cy="11"/>
              </a:xfrm>
              <a:custGeom>
                <a:avLst/>
                <a:gdLst>
                  <a:gd name="T0" fmla="*/ 0 w 14"/>
                  <a:gd name="T1" fmla="*/ 0 h 11"/>
                  <a:gd name="T2" fmla="*/ 17 w 14"/>
                  <a:gd name="T3" fmla="*/ 11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11">
                    <a:moveTo>
                      <a:pt x="0" y="0"/>
                    </a:moveTo>
                    <a:cubicBezTo>
                      <a:pt x="2" y="5"/>
                      <a:pt x="8" y="10"/>
                      <a:pt x="14" y="11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855" name="Freeform 157">
                <a:extLst>
                  <a:ext uri="{FF2B5EF4-FFF2-40B4-BE49-F238E27FC236}">
                    <a16:creationId xmlns:a16="http://schemas.microsoft.com/office/drawing/2014/main" id="{8C0B84EA-F4EE-41CB-A640-84FD0529D3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2" y="1287"/>
                <a:ext cx="20" cy="6"/>
              </a:xfrm>
              <a:custGeom>
                <a:avLst/>
                <a:gdLst>
                  <a:gd name="T0" fmla="*/ 0 w 19"/>
                  <a:gd name="T1" fmla="*/ 3 h 6"/>
                  <a:gd name="T2" fmla="*/ 22 w 19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6">
                    <a:moveTo>
                      <a:pt x="0" y="3"/>
                    </a:moveTo>
                    <a:cubicBezTo>
                      <a:pt x="6" y="6"/>
                      <a:pt x="13" y="1"/>
                      <a:pt x="19" y="0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856" name="Freeform 158">
                <a:extLst>
                  <a:ext uri="{FF2B5EF4-FFF2-40B4-BE49-F238E27FC236}">
                    <a16:creationId xmlns:a16="http://schemas.microsoft.com/office/drawing/2014/main" id="{00E76A3D-1692-4204-A02C-E412D137DB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1" y="1274"/>
                <a:ext cx="14" cy="1"/>
              </a:xfrm>
              <a:custGeom>
                <a:avLst/>
                <a:gdLst>
                  <a:gd name="T0" fmla="*/ 0 w 13"/>
                  <a:gd name="T1" fmla="*/ 1 h 1"/>
                  <a:gd name="T2" fmla="*/ 16 w 13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1">
                    <a:moveTo>
                      <a:pt x="0" y="1"/>
                    </a:moveTo>
                    <a:cubicBezTo>
                      <a:pt x="4" y="0"/>
                      <a:pt x="9" y="0"/>
                      <a:pt x="13" y="0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857" name="Freeform 159">
                <a:extLst>
                  <a:ext uri="{FF2B5EF4-FFF2-40B4-BE49-F238E27FC236}">
                    <a16:creationId xmlns:a16="http://schemas.microsoft.com/office/drawing/2014/main" id="{7577F853-EE28-45A5-B836-A5E5BF4D35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6" y="1578"/>
                <a:ext cx="19" cy="13"/>
              </a:xfrm>
              <a:custGeom>
                <a:avLst/>
                <a:gdLst>
                  <a:gd name="T0" fmla="*/ 0 w 18"/>
                  <a:gd name="T1" fmla="*/ 15 h 12"/>
                  <a:gd name="T2" fmla="*/ 21 w 18"/>
                  <a:gd name="T3" fmla="*/ 0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12">
                    <a:moveTo>
                      <a:pt x="0" y="12"/>
                    </a:moveTo>
                    <a:cubicBezTo>
                      <a:pt x="6" y="11"/>
                      <a:pt x="14" y="5"/>
                      <a:pt x="18" y="0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858" name="Freeform 160">
                <a:extLst>
                  <a:ext uri="{FF2B5EF4-FFF2-40B4-BE49-F238E27FC236}">
                    <a16:creationId xmlns:a16="http://schemas.microsoft.com/office/drawing/2014/main" id="{317F3A9E-BD1C-4F46-B2AC-E2B7676FC2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6" y="1608"/>
                <a:ext cx="20" cy="25"/>
              </a:xfrm>
              <a:custGeom>
                <a:avLst/>
                <a:gdLst>
                  <a:gd name="T0" fmla="*/ 7 w 19"/>
                  <a:gd name="T1" fmla="*/ 0 h 23"/>
                  <a:gd name="T2" fmla="*/ 2 w 19"/>
                  <a:gd name="T3" fmla="*/ 28 h 23"/>
                  <a:gd name="T4" fmla="*/ 22 w 19"/>
                  <a:gd name="T5" fmla="*/ 5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23">
                    <a:moveTo>
                      <a:pt x="7" y="0"/>
                    </a:moveTo>
                    <a:cubicBezTo>
                      <a:pt x="5" y="7"/>
                      <a:pt x="0" y="15"/>
                      <a:pt x="2" y="22"/>
                    </a:cubicBezTo>
                    <a:cubicBezTo>
                      <a:pt x="10" y="23"/>
                      <a:pt x="18" y="13"/>
                      <a:pt x="19" y="5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859" name="Freeform 161">
                <a:extLst>
                  <a:ext uri="{FF2B5EF4-FFF2-40B4-BE49-F238E27FC236}">
                    <a16:creationId xmlns:a16="http://schemas.microsoft.com/office/drawing/2014/main" id="{53A715EC-324B-4128-8635-99480964E5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3" y="1823"/>
                <a:ext cx="27" cy="25"/>
              </a:xfrm>
              <a:custGeom>
                <a:avLst/>
                <a:gdLst>
                  <a:gd name="T0" fmla="*/ 6 w 25"/>
                  <a:gd name="T1" fmla="*/ 27 h 24"/>
                  <a:gd name="T2" fmla="*/ 5 w 25"/>
                  <a:gd name="T3" fmla="*/ 3 h 24"/>
                  <a:gd name="T4" fmla="*/ 31 w 25"/>
                  <a:gd name="T5" fmla="*/ 21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24">
                    <a:moveTo>
                      <a:pt x="6" y="24"/>
                    </a:moveTo>
                    <a:cubicBezTo>
                      <a:pt x="5" y="20"/>
                      <a:pt x="0" y="7"/>
                      <a:pt x="5" y="3"/>
                    </a:cubicBezTo>
                    <a:cubicBezTo>
                      <a:pt x="11" y="0"/>
                      <a:pt x="22" y="14"/>
                      <a:pt x="25" y="18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860" name="Freeform 162">
                <a:extLst>
                  <a:ext uri="{FF2B5EF4-FFF2-40B4-BE49-F238E27FC236}">
                    <a16:creationId xmlns:a16="http://schemas.microsoft.com/office/drawing/2014/main" id="{C4175740-194F-4E75-8CD9-33D5755578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1" y="1903"/>
                <a:ext cx="25" cy="24"/>
              </a:xfrm>
              <a:custGeom>
                <a:avLst/>
                <a:gdLst>
                  <a:gd name="T0" fmla="*/ 0 w 23"/>
                  <a:gd name="T1" fmla="*/ 20 h 23"/>
                  <a:gd name="T2" fmla="*/ 0 w 23"/>
                  <a:gd name="T3" fmla="*/ 18 h 23"/>
                  <a:gd name="T4" fmla="*/ 0 w 23"/>
                  <a:gd name="T5" fmla="*/ 2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23">
                    <a:moveTo>
                      <a:pt x="0" y="17"/>
                    </a:moveTo>
                    <a:cubicBezTo>
                      <a:pt x="0" y="16"/>
                      <a:pt x="0" y="15"/>
                      <a:pt x="0" y="15"/>
                    </a:cubicBezTo>
                    <a:cubicBezTo>
                      <a:pt x="17" y="23"/>
                      <a:pt x="23" y="0"/>
                      <a:pt x="0" y="2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861" name="Freeform 163">
                <a:extLst>
                  <a:ext uri="{FF2B5EF4-FFF2-40B4-BE49-F238E27FC236}">
                    <a16:creationId xmlns:a16="http://schemas.microsoft.com/office/drawing/2014/main" id="{133F7834-7C33-4D88-BB05-B4673E3954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1" y="1885"/>
                <a:ext cx="2" cy="17"/>
              </a:xfrm>
              <a:custGeom>
                <a:avLst/>
                <a:gdLst>
                  <a:gd name="T0" fmla="*/ 2 w 2"/>
                  <a:gd name="T1" fmla="*/ 0 h 16"/>
                  <a:gd name="T2" fmla="*/ 0 w 2"/>
                  <a:gd name="T3" fmla="*/ 19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6">
                    <a:moveTo>
                      <a:pt x="2" y="0"/>
                    </a:moveTo>
                    <a:cubicBezTo>
                      <a:pt x="2" y="6"/>
                      <a:pt x="2" y="11"/>
                      <a:pt x="0" y="16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862" name="Freeform 164">
                <a:extLst>
                  <a:ext uri="{FF2B5EF4-FFF2-40B4-BE49-F238E27FC236}">
                    <a16:creationId xmlns:a16="http://schemas.microsoft.com/office/drawing/2014/main" id="{44089E85-6365-41BA-A60C-F4705B9A3D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8" y="1904"/>
                <a:ext cx="24" cy="12"/>
              </a:xfrm>
              <a:custGeom>
                <a:avLst/>
                <a:gdLst>
                  <a:gd name="T0" fmla="*/ 0 w 22"/>
                  <a:gd name="T1" fmla="*/ 0 h 11"/>
                  <a:gd name="T2" fmla="*/ 28 w 22"/>
                  <a:gd name="T3" fmla="*/ 14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11">
                    <a:moveTo>
                      <a:pt x="0" y="0"/>
                    </a:moveTo>
                    <a:cubicBezTo>
                      <a:pt x="8" y="3"/>
                      <a:pt x="15" y="8"/>
                      <a:pt x="22" y="11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863" name="Freeform 165">
                <a:extLst>
                  <a:ext uri="{FF2B5EF4-FFF2-40B4-BE49-F238E27FC236}">
                    <a16:creationId xmlns:a16="http://schemas.microsoft.com/office/drawing/2014/main" id="{2BCD8B7E-CD97-4FC7-9D28-F6A707BB64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4" y="1935"/>
                <a:ext cx="6" cy="23"/>
              </a:xfrm>
              <a:custGeom>
                <a:avLst/>
                <a:gdLst>
                  <a:gd name="T0" fmla="*/ 0 w 6"/>
                  <a:gd name="T1" fmla="*/ 0 h 22"/>
                  <a:gd name="T2" fmla="*/ 6 w 6"/>
                  <a:gd name="T3" fmla="*/ 25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22">
                    <a:moveTo>
                      <a:pt x="0" y="0"/>
                    </a:moveTo>
                    <a:cubicBezTo>
                      <a:pt x="2" y="8"/>
                      <a:pt x="4" y="15"/>
                      <a:pt x="6" y="22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864" name="Freeform 166">
                <a:extLst>
                  <a:ext uri="{FF2B5EF4-FFF2-40B4-BE49-F238E27FC236}">
                    <a16:creationId xmlns:a16="http://schemas.microsoft.com/office/drawing/2014/main" id="{CA14A886-9894-428F-904D-3ED47AB0B8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8" y="2016"/>
                <a:ext cx="25" cy="42"/>
              </a:xfrm>
              <a:custGeom>
                <a:avLst/>
                <a:gdLst>
                  <a:gd name="T0" fmla="*/ 17 w 23"/>
                  <a:gd name="T1" fmla="*/ 0 h 39"/>
                  <a:gd name="T2" fmla="*/ 29 w 23"/>
                  <a:gd name="T3" fmla="*/ 5 h 3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39">
                    <a:moveTo>
                      <a:pt x="14" y="0"/>
                    </a:moveTo>
                    <a:cubicBezTo>
                      <a:pt x="0" y="1"/>
                      <a:pt x="14" y="39"/>
                      <a:pt x="23" y="5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865" name="Freeform 167">
                <a:extLst>
                  <a:ext uri="{FF2B5EF4-FFF2-40B4-BE49-F238E27FC236}">
                    <a16:creationId xmlns:a16="http://schemas.microsoft.com/office/drawing/2014/main" id="{BDE68593-DECF-491E-A92E-AD291A4DAA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1" y="2034"/>
                <a:ext cx="6" cy="24"/>
              </a:xfrm>
              <a:custGeom>
                <a:avLst/>
                <a:gdLst>
                  <a:gd name="T0" fmla="*/ 8 w 5"/>
                  <a:gd name="T1" fmla="*/ 0 h 22"/>
                  <a:gd name="T2" fmla="*/ 0 w 5"/>
                  <a:gd name="T3" fmla="*/ 28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22">
                    <a:moveTo>
                      <a:pt x="5" y="0"/>
                    </a:moveTo>
                    <a:cubicBezTo>
                      <a:pt x="4" y="7"/>
                      <a:pt x="4" y="15"/>
                      <a:pt x="0" y="22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866" name="Freeform 168">
                <a:extLst>
                  <a:ext uri="{FF2B5EF4-FFF2-40B4-BE49-F238E27FC236}">
                    <a16:creationId xmlns:a16="http://schemas.microsoft.com/office/drawing/2014/main" id="{3A9ECBF7-38DA-4B1E-BE0F-71F5F8C1D4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0" y="2010"/>
                <a:ext cx="27" cy="23"/>
              </a:xfrm>
              <a:custGeom>
                <a:avLst/>
                <a:gdLst>
                  <a:gd name="T0" fmla="*/ 0 w 26"/>
                  <a:gd name="T1" fmla="*/ 6 h 22"/>
                  <a:gd name="T2" fmla="*/ 9 w 26"/>
                  <a:gd name="T3" fmla="*/ 0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22">
                    <a:moveTo>
                      <a:pt x="0" y="6"/>
                    </a:moveTo>
                    <a:cubicBezTo>
                      <a:pt x="10" y="22"/>
                      <a:pt x="26" y="17"/>
                      <a:pt x="9" y="0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867" name="Freeform 169">
                <a:extLst>
                  <a:ext uri="{FF2B5EF4-FFF2-40B4-BE49-F238E27FC236}">
                    <a16:creationId xmlns:a16="http://schemas.microsoft.com/office/drawing/2014/main" id="{213D88C8-4360-4B3B-9D1F-423CFAE4D0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4" y="2283"/>
                <a:ext cx="14" cy="21"/>
              </a:xfrm>
              <a:custGeom>
                <a:avLst/>
                <a:gdLst>
                  <a:gd name="T0" fmla="*/ 3 w 13"/>
                  <a:gd name="T1" fmla="*/ 0 h 20"/>
                  <a:gd name="T2" fmla="*/ 1 w 13"/>
                  <a:gd name="T3" fmla="*/ 15 h 20"/>
                  <a:gd name="T4" fmla="*/ 16 w 13"/>
                  <a:gd name="T5" fmla="*/ 0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20">
                    <a:moveTo>
                      <a:pt x="3" y="0"/>
                    </a:moveTo>
                    <a:cubicBezTo>
                      <a:pt x="3" y="3"/>
                      <a:pt x="0" y="9"/>
                      <a:pt x="1" y="12"/>
                    </a:cubicBezTo>
                    <a:cubicBezTo>
                      <a:pt x="6" y="20"/>
                      <a:pt x="12" y="5"/>
                      <a:pt x="13" y="0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868" name="Freeform 170">
                <a:extLst>
                  <a:ext uri="{FF2B5EF4-FFF2-40B4-BE49-F238E27FC236}">
                    <a16:creationId xmlns:a16="http://schemas.microsoft.com/office/drawing/2014/main" id="{6DDAE530-DA99-4312-8650-3D38EBAFFB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2" y="2288"/>
                <a:ext cx="19" cy="22"/>
              </a:xfrm>
              <a:custGeom>
                <a:avLst/>
                <a:gdLst>
                  <a:gd name="T0" fmla="*/ 1 w 17"/>
                  <a:gd name="T1" fmla="*/ 11 h 20"/>
                  <a:gd name="T2" fmla="*/ 0 w 17"/>
                  <a:gd name="T3" fmla="*/ 9 h 20"/>
                  <a:gd name="T4" fmla="*/ 20 w 17"/>
                  <a:gd name="T5" fmla="*/ 21 h 20"/>
                  <a:gd name="T6" fmla="*/ 12 w 17"/>
                  <a:gd name="T7" fmla="*/ 0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20">
                    <a:moveTo>
                      <a:pt x="1" y="8"/>
                    </a:moveTo>
                    <a:cubicBezTo>
                      <a:pt x="1" y="7"/>
                      <a:pt x="0" y="8"/>
                      <a:pt x="0" y="6"/>
                    </a:cubicBezTo>
                    <a:cubicBezTo>
                      <a:pt x="3" y="9"/>
                      <a:pt x="9" y="20"/>
                      <a:pt x="14" y="15"/>
                    </a:cubicBezTo>
                    <a:cubicBezTo>
                      <a:pt x="17" y="11"/>
                      <a:pt x="11" y="2"/>
                      <a:pt x="9" y="0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869" name="Freeform 171">
                <a:extLst>
                  <a:ext uri="{FF2B5EF4-FFF2-40B4-BE49-F238E27FC236}">
                    <a16:creationId xmlns:a16="http://schemas.microsoft.com/office/drawing/2014/main" id="{BAA13B4F-FDB6-4E4E-AFB6-21860DB3CC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7" y="2210"/>
                <a:ext cx="26" cy="29"/>
              </a:xfrm>
              <a:custGeom>
                <a:avLst/>
                <a:gdLst>
                  <a:gd name="T0" fmla="*/ 1 w 25"/>
                  <a:gd name="T1" fmla="*/ 17 h 27"/>
                  <a:gd name="T2" fmla="*/ 10 w 25"/>
                  <a:gd name="T3" fmla="*/ 10 h 27"/>
                  <a:gd name="T4" fmla="*/ 16 w 25"/>
                  <a:gd name="T5" fmla="*/ 33 h 27"/>
                  <a:gd name="T6" fmla="*/ 28 w 25"/>
                  <a:gd name="T7" fmla="*/ 12 h 2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" h="27">
                    <a:moveTo>
                      <a:pt x="1" y="14"/>
                    </a:moveTo>
                    <a:cubicBezTo>
                      <a:pt x="0" y="9"/>
                      <a:pt x="5" y="0"/>
                      <a:pt x="10" y="7"/>
                    </a:cubicBezTo>
                    <a:cubicBezTo>
                      <a:pt x="14" y="11"/>
                      <a:pt x="9" y="22"/>
                      <a:pt x="13" y="27"/>
                    </a:cubicBezTo>
                    <a:cubicBezTo>
                      <a:pt x="20" y="25"/>
                      <a:pt x="23" y="15"/>
                      <a:pt x="25" y="9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870" name="Freeform 172">
                <a:extLst>
                  <a:ext uri="{FF2B5EF4-FFF2-40B4-BE49-F238E27FC236}">
                    <a16:creationId xmlns:a16="http://schemas.microsoft.com/office/drawing/2014/main" id="{EC4DEF15-C165-47D9-9E1B-4C9665CE89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3" y="2210"/>
                <a:ext cx="7" cy="18"/>
              </a:xfrm>
              <a:custGeom>
                <a:avLst/>
                <a:gdLst>
                  <a:gd name="T0" fmla="*/ 0 w 7"/>
                  <a:gd name="T1" fmla="*/ 0 h 17"/>
                  <a:gd name="T2" fmla="*/ 7 w 7"/>
                  <a:gd name="T3" fmla="*/ 20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7">
                    <a:moveTo>
                      <a:pt x="0" y="0"/>
                    </a:moveTo>
                    <a:cubicBezTo>
                      <a:pt x="3" y="6"/>
                      <a:pt x="4" y="12"/>
                      <a:pt x="7" y="17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871" name="Freeform 173">
                <a:extLst>
                  <a:ext uri="{FF2B5EF4-FFF2-40B4-BE49-F238E27FC236}">
                    <a16:creationId xmlns:a16="http://schemas.microsoft.com/office/drawing/2014/main" id="{E260D557-2DE2-4635-BE62-AB1744B32F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4" y="2126"/>
                <a:ext cx="22" cy="24"/>
              </a:xfrm>
              <a:custGeom>
                <a:avLst/>
                <a:gdLst>
                  <a:gd name="T0" fmla="*/ 11 w 20"/>
                  <a:gd name="T1" fmla="*/ 0 h 23"/>
                  <a:gd name="T2" fmla="*/ 2 w 20"/>
                  <a:gd name="T3" fmla="*/ 23 h 23"/>
                  <a:gd name="T4" fmla="*/ 26 w 20"/>
                  <a:gd name="T5" fmla="*/ 6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23">
                    <a:moveTo>
                      <a:pt x="8" y="0"/>
                    </a:moveTo>
                    <a:cubicBezTo>
                      <a:pt x="2" y="5"/>
                      <a:pt x="0" y="12"/>
                      <a:pt x="2" y="20"/>
                    </a:cubicBezTo>
                    <a:cubicBezTo>
                      <a:pt x="13" y="23"/>
                      <a:pt x="20" y="17"/>
                      <a:pt x="20" y="6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872" name="Freeform 174">
                <a:extLst>
                  <a:ext uri="{FF2B5EF4-FFF2-40B4-BE49-F238E27FC236}">
                    <a16:creationId xmlns:a16="http://schemas.microsoft.com/office/drawing/2014/main" id="{F6593F27-B8D3-4DF8-8873-020EFB8E0A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7" y="2127"/>
                <a:ext cx="25" cy="29"/>
              </a:xfrm>
              <a:custGeom>
                <a:avLst/>
                <a:gdLst>
                  <a:gd name="T0" fmla="*/ 8 w 24"/>
                  <a:gd name="T1" fmla="*/ 33 h 27"/>
                  <a:gd name="T2" fmla="*/ 1 w 24"/>
                  <a:gd name="T3" fmla="*/ 1 h 27"/>
                  <a:gd name="T4" fmla="*/ 26 w 24"/>
                  <a:gd name="T5" fmla="*/ 29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27">
                    <a:moveTo>
                      <a:pt x="8" y="27"/>
                    </a:moveTo>
                    <a:cubicBezTo>
                      <a:pt x="3" y="20"/>
                      <a:pt x="0" y="11"/>
                      <a:pt x="1" y="1"/>
                    </a:cubicBezTo>
                    <a:cubicBezTo>
                      <a:pt x="12" y="0"/>
                      <a:pt x="24" y="16"/>
                      <a:pt x="23" y="23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873" name="Freeform 175">
                <a:extLst>
                  <a:ext uri="{FF2B5EF4-FFF2-40B4-BE49-F238E27FC236}">
                    <a16:creationId xmlns:a16="http://schemas.microsoft.com/office/drawing/2014/main" id="{881CAA1E-60B6-418C-A014-FB0C7639A1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1" y="2346"/>
                <a:ext cx="13" cy="15"/>
              </a:xfrm>
              <a:custGeom>
                <a:avLst/>
                <a:gdLst>
                  <a:gd name="T0" fmla="*/ 0 w 12"/>
                  <a:gd name="T1" fmla="*/ 0 h 14"/>
                  <a:gd name="T2" fmla="*/ 15 w 12"/>
                  <a:gd name="T3" fmla="*/ 17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14">
                    <a:moveTo>
                      <a:pt x="0" y="0"/>
                    </a:moveTo>
                    <a:cubicBezTo>
                      <a:pt x="3" y="4"/>
                      <a:pt x="8" y="10"/>
                      <a:pt x="12" y="14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874" name="Freeform 176">
                <a:extLst>
                  <a:ext uri="{FF2B5EF4-FFF2-40B4-BE49-F238E27FC236}">
                    <a16:creationId xmlns:a16="http://schemas.microsoft.com/office/drawing/2014/main" id="{29B5D112-10AA-49F2-B5FF-BEA4E66002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1" y="2334"/>
                <a:ext cx="25" cy="22"/>
              </a:xfrm>
              <a:custGeom>
                <a:avLst/>
                <a:gdLst>
                  <a:gd name="T0" fmla="*/ 15 w 23"/>
                  <a:gd name="T1" fmla="*/ 24 h 21"/>
                  <a:gd name="T2" fmla="*/ 29 w 23"/>
                  <a:gd name="T3" fmla="*/ 14 h 21"/>
                  <a:gd name="T4" fmla="*/ 0 w 23"/>
                  <a:gd name="T5" fmla="*/ 20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21">
                    <a:moveTo>
                      <a:pt x="12" y="21"/>
                    </a:moveTo>
                    <a:cubicBezTo>
                      <a:pt x="18" y="19"/>
                      <a:pt x="21" y="17"/>
                      <a:pt x="23" y="11"/>
                    </a:cubicBezTo>
                    <a:cubicBezTo>
                      <a:pt x="15" y="0"/>
                      <a:pt x="5" y="7"/>
                      <a:pt x="0" y="17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875" name="Freeform 177">
                <a:extLst>
                  <a:ext uri="{FF2B5EF4-FFF2-40B4-BE49-F238E27FC236}">
                    <a16:creationId xmlns:a16="http://schemas.microsoft.com/office/drawing/2014/main" id="{32780179-1C54-4CD7-AB81-E6042C1A1E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4" y="2308"/>
                <a:ext cx="11" cy="23"/>
              </a:xfrm>
              <a:custGeom>
                <a:avLst/>
                <a:gdLst>
                  <a:gd name="T0" fmla="*/ 0 w 10"/>
                  <a:gd name="T1" fmla="*/ 27 h 21"/>
                  <a:gd name="T2" fmla="*/ 13 w 10"/>
                  <a:gd name="T3" fmla="*/ 0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21">
                    <a:moveTo>
                      <a:pt x="0" y="21"/>
                    </a:moveTo>
                    <a:cubicBezTo>
                      <a:pt x="2" y="14"/>
                      <a:pt x="6" y="7"/>
                      <a:pt x="10" y="0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876" name="Freeform 178">
                <a:extLst>
                  <a:ext uri="{FF2B5EF4-FFF2-40B4-BE49-F238E27FC236}">
                    <a16:creationId xmlns:a16="http://schemas.microsoft.com/office/drawing/2014/main" id="{14BB2B58-34A2-4EE7-8546-A309D0552B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5" y="2171"/>
                <a:ext cx="13" cy="23"/>
              </a:xfrm>
              <a:custGeom>
                <a:avLst/>
                <a:gdLst>
                  <a:gd name="T0" fmla="*/ 15 w 12"/>
                  <a:gd name="T1" fmla="*/ 0 h 22"/>
                  <a:gd name="T2" fmla="*/ 0 w 12"/>
                  <a:gd name="T3" fmla="*/ 25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22">
                    <a:moveTo>
                      <a:pt x="12" y="0"/>
                    </a:moveTo>
                    <a:cubicBezTo>
                      <a:pt x="11" y="9"/>
                      <a:pt x="6" y="16"/>
                      <a:pt x="0" y="22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877" name="Freeform 179">
                <a:extLst>
                  <a:ext uri="{FF2B5EF4-FFF2-40B4-BE49-F238E27FC236}">
                    <a16:creationId xmlns:a16="http://schemas.microsoft.com/office/drawing/2014/main" id="{48465AF9-5C40-4247-A69A-E7D14FD044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6" y="2242"/>
                <a:ext cx="25" cy="39"/>
              </a:xfrm>
              <a:custGeom>
                <a:avLst/>
                <a:gdLst>
                  <a:gd name="T0" fmla="*/ 7 w 24"/>
                  <a:gd name="T1" fmla="*/ 13 h 36"/>
                  <a:gd name="T2" fmla="*/ 11 w 24"/>
                  <a:gd name="T3" fmla="*/ 43 h 36"/>
                  <a:gd name="T4" fmla="*/ 27 w 24"/>
                  <a:gd name="T5" fmla="*/ 0 h 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36">
                    <a:moveTo>
                      <a:pt x="7" y="10"/>
                    </a:moveTo>
                    <a:cubicBezTo>
                      <a:pt x="4" y="16"/>
                      <a:pt x="0" y="33"/>
                      <a:pt x="11" y="34"/>
                    </a:cubicBezTo>
                    <a:cubicBezTo>
                      <a:pt x="24" y="36"/>
                      <a:pt x="24" y="7"/>
                      <a:pt x="24" y="0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878" name="Freeform 180">
                <a:extLst>
                  <a:ext uri="{FF2B5EF4-FFF2-40B4-BE49-F238E27FC236}">
                    <a16:creationId xmlns:a16="http://schemas.microsoft.com/office/drawing/2014/main" id="{F0F692C8-C3D3-4A39-9B87-951DCFD186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0" y="2164"/>
                <a:ext cx="32" cy="46"/>
              </a:xfrm>
              <a:custGeom>
                <a:avLst/>
                <a:gdLst>
                  <a:gd name="T0" fmla="*/ 2 w 30"/>
                  <a:gd name="T1" fmla="*/ 15 h 43"/>
                  <a:gd name="T2" fmla="*/ 27 w 30"/>
                  <a:gd name="T3" fmla="*/ 40 h 43"/>
                  <a:gd name="T4" fmla="*/ 17 w 30"/>
                  <a:gd name="T5" fmla="*/ 0 h 4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0" h="43">
                    <a:moveTo>
                      <a:pt x="2" y="12"/>
                    </a:moveTo>
                    <a:cubicBezTo>
                      <a:pt x="0" y="19"/>
                      <a:pt x="12" y="43"/>
                      <a:pt x="22" y="33"/>
                    </a:cubicBezTo>
                    <a:cubicBezTo>
                      <a:pt x="30" y="25"/>
                      <a:pt x="18" y="6"/>
                      <a:pt x="14" y="0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879" name="Freeform 181">
                <a:extLst>
                  <a:ext uri="{FF2B5EF4-FFF2-40B4-BE49-F238E27FC236}">
                    <a16:creationId xmlns:a16="http://schemas.microsoft.com/office/drawing/2014/main" id="{FE87299F-181C-4DA2-B8AF-BA715AC9F3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5" y="2249"/>
                <a:ext cx="10" cy="25"/>
              </a:xfrm>
              <a:custGeom>
                <a:avLst/>
                <a:gdLst>
                  <a:gd name="T0" fmla="*/ 0 w 10"/>
                  <a:gd name="T1" fmla="*/ 0 h 24"/>
                  <a:gd name="T2" fmla="*/ 10 w 10"/>
                  <a:gd name="T3" fmla="*/ 27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24">
                    <a:moveTo>
                      <a:pt x="0" y="0"/>
                    </a:moveTo>
                    <a:cubicBezTo>
                      <a:pt x="0" y="8"/>
                      <a:pt x="6" y="18"/>
                      <a:pt x="10" y="24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880" name="Freeform 182">
                <a:extLst>
                  <a:ext uri="{FF2B5EF4-FFF2-40B4-BE49-F238E27FC236}">
                    <a16:creationId xmlns:a16="http://schemas.microsoft.com/office/drawing/2014/main" id="{D0328F84-8639-4E09-9DD2-A3E68DD639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8" y="2491"/>
                <a:ext cx="25" cy="29"/>
              </a:xfrm>
              <a:custGeom>
                <a:avLst/>
                <a:gdLst>
                  <a:gd name="T0" fmla="*/ 10 w 23"/>
                  <a:gd name="T1" fmla="*/ 31 h 27"/>
                  <a:gd name="T2" fmla="*/ 1 w 23"/>
                  <a:gd name="T3" fmla="*/ 3 h 27"/>
                  <a:gd name="T4" fmla="*/ 29 w 23"/>
                  <a:gd name="T5" fmla="*/ 33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27">
                    <a:moveTo>
                      <a:pt x="7" y="25"/>
                    </a:moveTo>
                    <a:cubicBezTo>
                      <a:pt x="1" y="20"/>
                      <a:pt x="0" y="11"/>
                      <a:pt x="1" y="3"/>
                    </a:cubicBezTo>
                    <a:cubicBezTo>
                      <a:pt x="15" y="0"/>
                      <a:pt x="21" y="16"/>
                      <a:pt x="23" y="27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881" name="Freeform 183">
                <a:extLst>
                  <a:ext uri="{FF2B5EF4-FFF2-40B4-BE49-F238E27FC236}">
                    <a16:creationId xmlns:a16="http://schemas.microsoft.com/office/drawing/2014/main" id="{4D95FC6A-D275-47E0-8BC3-F9DE8F5B7A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0" y="2498"/>
                <a:ext cx="13" cy="35"/>
              </a:xfrm>
              <a:custGeom>
                <a:avLst/>
                <a:gdLst>
                  <a:gd name="T0" fmla="*/ 15 w 12"/>
                  <a:gd name="T1" fmla="*/ 0 h 32"/>
                  <a:gd name="T2" fmla="*/ 0 w 12"/>
                  <a:gd name="T3" fmla="*/ 42 h 3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32">
                    <a:moveTo>
                      <a:pt x="12" y="0"/>
                    </a:moveTo>
                    <a:cubicBezTo>
                      <a:pt x="11" y="11"/>
                      <a:pt x="6" y="23"/>
                      <a:pt x="0" y="32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882" name="Freeform 184">
                <a:extLst>
                  <a:ext uri="{FF2B5EF4-FFF2-40B4-BE49-F238E27FC236}">
                    <a16:creationId xmlns:a16="http://schemas.microsoft.com/office/drawing/2014/main" id="{C8F32152-94AF-48F0-B9CD-0F91303793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9" y="2774"/>
                <a:ext cx="20" cy="21"/>
              </a:xfrm>
              <a:custGeom>
                <a:avLst/>
                <a:gdLst>
                  <a:gd name="T0" fmla="*/ 4 w 19"/>
                  <a:gd name="T1" fmla="*/ 0 h 20"/>
                  <a:gd name="T2" fmla="*/ 7 w 19"/>
                  <a:gd name="T3" fmla="*/ 22 h 20"/>
                  <a:gd name="T4" fmla="*/ 22 w 19"/>
                  <a:gd name="T5" fmla="*/ 2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20">
                    <a:moveTo>
                      <a:pt x="4" y="0"/>
                    </a:moveTo>
                    <a:cubicBezTo>
                      <a:pt x="2" y="4"/>
                      <a:pt x="0" y="19"/>
                      <a:pt x="7" y="19"/>
                    </a:cubicBezTo>
                    <a:cubicBezTo>
                      <a:pt x="12" y="20"/>
                      <a:pt x="19" y="7"/>
                      <a:pt x="19" y="2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883" name="Freeform 185">
                <a:extLst>
                  <a:ext uri="{FF2B5EF4-FFF2-40B4-BE49-F238E27FC236}">
                    <a16:creationId xmlns:a16="http://schemas.microsoft.com/office/drawing/2014/main" id="{AF903C8C-9E93-4A16-AF6A-E570E407A8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0" y="2774"/>
                <a:ext cx="12" cy="32"/>
              </a:xfrm>
              <a:custGeom>
                <a:avLst/>
                <a:gdLst>
                  <a:gd name="T0" fmla="*/ 2 w 11"/>
                  <a:gd name="T1" fmla="*/ 0 h 30"/>
                  <a:gd name="T2" fmla="*/ 14 w 11"/>
                  <a:gd name="T3" fmla="*/ 36 h 3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30">
                    <a:moveTo>
                      <a:pt x="2" y="0"/>
                    </a:moveTo>
                    <a:cubicBezTo>
                      <a:pt x="0" y="6"/>
                      <a:pt x="9" y="24"/>
                      <a:pt x="11" y="30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884" name="Freeform 186">
                <a:extLst>
                  <a:ext uri="{FF2B5EF4-FFF2-40B4-BE49-F238E27FC236}">
                    <a16:creationId xmlns:a16="http://schemas.microsoft.com/office/drawing/2014/main" id="{1FF61B37-7E8E-4FFD-83F3-1CE4F921CD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4" y="3000"/>
                <a:ext cx="48" cy="47"/>
              </a:xfrm>
              <a:custGeom>
                <a:avLst/>
                <a:gdLst>
                  <a:gd name="T0" fmla="*/ 0 w 45"/>
                  <a:gd name="T1" fmla="*/ 35 h 44"/>
                  <a:gd name="T2" fmla="*/ 6 w 45"/>
                  <a:gd name="T3" fmla="*/ 53 h 4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5" h="44">
                    <a:moveTo>
                      <a:pt x="0" y="29"/>
                    </a:moveTo>
                    <a:cubicBezTo>
                      <a:pt x="14" y="0"/>
                      <a:pt x="45" y="33"/>
                      <a:pt x="6" y="44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885" name="Freeform 187">
                <a:extLst>
                  <a:ext uri="{FF2B5EF4-FFF2-40B4-BE49-F238E27FC236}">
                    <a16:creationId xmlns:a16="http://schemas.microsoft.com/office/drawing/2014/main" id="{5D719198-3DD8-4E2E-B1AA-C7BA71410E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0" y="3092"/>
                <a:ext cx="22" cy="91"/>
              </a:xfrm>
              <a:custGeom>
                <a:avLst/>
                <a:gdLst>
                  <a:gd name="T0" fmla="*/ 26 w 20"/>
                  <a:gd name="T1" fmla="*/ 0 h 85"/>
                  <a:gd name="T2" fmla="*/ 13 w 20"/>
                  <a:gd name="T3" fmla="*/ 104 h 8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85">
                    <a:moveTo>
                      <a:pt x="20" y="0"/>
                    </a:moveTo>
                    <a:cubicBezTo>
                      <a:pt x="19" y="27"/>
                      <a:pt x="0" y="57"/>
                      <a:pt x="10" y="85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886" name="Freeform 188">
                <a:extLst>
                  <a:ext uri="{FF2B5EF4-FFF2-40B4-BE49-F238E27FC236}">
                    <a16:creationId xmlns:a16="http://schemas.microsoft.com/office/drawing/2014/main" id="{68FA8A26-1D18-45E2-BFDC-71CDAF41AD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3" y="3004"/>
                <a:ext cx="38" cy="50"/>
              </a:xfrm>
              <a:custGeom>
                <a:avLst/>
                <a:gdLst>
                  <a:gd name="T0" fmla="*/ 0 w 35"/>
                  <a:gd name="T1" fmla="*/ 27 h 46"/>
                  <a:gd name="T2" fmla="*/ 33 w 35"/>
                  <a:gd name="T3" fmla="*/ 51 h 46"/>
                  <a:gd name="T4" fmla="*/ 20 w 35"/>
                  <a:gd name="T5" fmla="*/ 3 h 46"/>
                  <a:gd name="T6" fmla="*/ 24 w 35"/>
                  <a:gd name="T7" fmla="*/ 1 h 4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5" h="46">
                    <a:moveTo>
                      <a:pt x="0" y="21"/>
                    </a:moveTo>
                    <a:cubicBezTo>
                      <a:pt x="3" y="27"/>
                      <a:pt x="16" y="46"/>
                      <a:pt x="26" y="40"/>
                    </a:cubicBezTo>
                    <a:cubicBezTo>
                      <a:pt x="35" y="34"/>
                      <a:pt x="19" y="10"/>
                      <a:pt x="16" y="3"/>
                    </a:cubicBezTo>
                    <a:cubicBezTo>
                      <a:pt x="19" y="1"/>
                      <a:pt x="18" y="0"/>
                      <a:pt x="18" y="1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887" name="Freeform 189">
                <a:extLst>
                  <a:ext uri="{FF2B5EF4-FFF2-40B4-BE49-F238E27FC236}">
                    <a16:creationId xmlns:a16="http://schemas.microsoft.com/office/drawing/2014/main" id="{6EC24547-24E3-44B2-BB75-2A8E52F71A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5" y="3086"/>
                <a:ext cx="13" cy="29"/>
              </a:xfrm>
              <a:custGeom>
                <a:avLst/>
                <a:gdLst>
                  <a:gd name="T0" fmla="*/ 0 w 12"/>
                  <a:gd name="T1" fmla="*/ 0 h 28"/>
                  <a:gd name="T2" fmla="*/ 15 w 12"/>
                  <a:gd name="T3" fmla="*/ 31 h 2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28">
                    <a:moveTo>
                      <a:pt x="0" y="0"/>
                    </a:moveTo>
                    <a:cubicBezTo>
                      <a:pt x="5" y="8"/>
                      <a:pt x="7" y="19"/>
                      <a:pt x="12" y="28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888" name="Freeform 190">
                <a:extLst>
                  <a:ext uri="{FF2B5EF4-FFF2-40B4-BE49-F238E27FC236}">
                    <a16:creationId xmlns:a16="http://schemas.microsoft.com/office/drawing/2014/main" id="{8D61D853-F569-43F9-B1C9-4C443BA950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0" y="3086"/>
                <a:ext cx="25" cy="31"/>
              </a:xfrm>
              <a:custGeom>
                <a:avLst/>
                <a:gdLst>
                  <a:gd name="T0" fmla="*/ 9 w 24"/>
                  <a:gd name="T1" fmla="*/ 0 h 29"/>
                  <a:gd name="T2" fmla="*/ 0 w 24"/>
                  <a:gd name="T3" fmla="*/ 33 h 29"/>
                  <a:gd name="T4" fmla="*/ 27 w 24"/>
                  <a:gd name="T5" fmla="*/ 11 h 2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29">
                    <a:moveTo>
                      <a:pt x="9" y="0"/>
                    </a:moveTo>
                    <a:cubicBezTo>
                      <a:pt x="3" y="7"/>
                      <a:pt x="1" y="18"/>
                      <a:pt x="0" y="27"/>
                    </a:cubicBezTo>
                    <a:cubicBezTo>
                      <a:pt x="11" y="29"/>
                      <a:pt x="22" y="19"/>
                      <a:pt x="24" y="8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889" name="Freeform 191">
                <a:extLst>
                  <a:ext uri="{FF2B5EF4-FFF2-40B4-BE49-F238E27FC236}">
                    <a16:creationId xmlns:a16="http://schemas.microsoft.com/office/drawing/2014/main" id="{DEE84065-2FBA-4691-BA2C-3470A4EA55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6" y="3677"/>
                <a:ext cx="10" cy="41"/>
              </a:xfrm>
              <a:custGeom>
                <a:avLst/>
                <a:gdLst>
                  <a:gd name="T0" fmla="*/ 10 w 10"/>
                  <a:gd name="T1" fmla="*/ 0 h 38"/>
                  <a:gd name="T2" fmla="*/ 0 w 10"/>
                  <a:gd name="T3" fmla="*/ 47 h 3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38">
                    <a:moveTo>
                      <a:pt x="10" y="0"/>
                    </a:moveTo>
                    <a:cubicBezTo>
                      <a:pt x="7" y="13"/>
                      <a:pt x="6" y="25"/>
                      <a:pt x="0" y="38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890" name="Freeform 192">
                <a:extLst>
                  <a:ext uri="{FF2B5EF4-FFF2-40B4-BE49-F238E27FC236}">
                    <a16:creationId xmlns:a16="http://schemas.microsoft.com/office/drawing/2014/main" id="{A6AF6524-70EA-4C79-B1DC-CB1324D07D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4" y="3778"/>
                <a:ext cx="22" cy="43"/>
              </a:xfrm>
              <a:custGeom>
                <a:avLst/>
                <a:gdLst>
                  <a:gd name="T0" fmla="*/ 0 w 21"/>
                  <a:gd name="T1" fmla="*/ 6 h 40"/>
                  <a:gd name="T2" fmla="*/ 23 w 21"/>
                  <a:gd name="T3" fmla="*/ 0 h 4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40">
                    <a:moveTo>
                      <a:pt x="0" y="6"/>
                    </a:moveTo>
                    <a:cubicBezTo>
                      <a:pt x="0" y="40"/>
                      <a:pt x="21" y="30"/>
                      <a:pt x="20" y="0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891" name="Freeform 193">
                <a:extLst>
                  <a:ext uri="{FF2B5EF4-FFF2-40B4-BE49-F238E27FC236}">
                    <a16:creationId xmlns:a16="http://schemas.microsoft.com/office/drawing/2014/main" id="{384E485F-4D14-4339-825D-E1C4062400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3" y="3778"/>
                <a:ext cx="12" cy="36"/>
              </a:xfrm>
              <a:custGeom>
                <a:avLst/>
                <a:gdLst>
                  <a:gd name="T0" fmla="*/ 0 w 11"/>
                  <a:gd name="T1" fmla="*/ 0 h 33"/>
                  <a:gd name="T2" fmla="*/ 14 w 11"/>
                  <a:gd name="T3" fmla="*/ 43 h 3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33">
                    <a:moveTo>
                      <a:pt x="0" y="0"/>
                    </a:moveTo>
                    <a:cubicBezTo>
                      <a:pt x="0" y="12"/>
                      <a:pt x="7" y="22"/>
                      <a:pt x="11" y="33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892" name="Freeform 194">
                <a:extLst>
                  <a:ext uri="{FF2B5EF4-FFF2-40B4-BE49-F238E27FC236}">
                    <a16:creationId xmlns:a16="http://schemas.microsoft.com/office/drawing/2014/main" id="{76ED510E-BC6B-4759-AB8B-8EF4816807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2" y="1459"/>
                <a:ext cx="26" cy="30"/>
              </a:xfrm>
              <a:custGeom>
                <a:avLst/>
                <a:gdLst>
                  <a:gd name="T0" fmla="*/ 4 w 25"/>
                  <a:gd name="T1" fmla="*/ 0 h 28"/>
                  <a:gd name="T2" fmla="*/ 28 w 25"/>
                  <a:gd name="T3" fmla="*/ 18 h 28"/>
                  <a:gd name="T4" fmla="*/ 0 w 25"/>
                  <a:gd name="T5" fmla="*/ 18 h 28"/>
                  <a:gd name="T6" fmla="*/ 19 w 25"/>
                  <a:gd name="T7" fmla="*/ 34 h 2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" h="28">
                    <a:moveTo>
                      <a:pt x="4" y="0"/>
                    </a:moveTo>
                    <a:cubicBezTo>
                      <a:pt x="11" y="1"/>
                      <a:pt x="24" y="6"/>
                      <a:pt x="25" y="15"/>
                    </a:cubicBezTo>
                    <a:cubicBezTo>
                      <a:pt x="16" y="19"/>
                      <a:pt x="7" y="8"/>
                      <a:pt x="0" y="15"/>
                    </a:cubicBezTo>
                    <a:cubicBezTo>
                      <a:pt x="2" y="20"/>
                      <a:pt x="11" y="28"/>
                      <a:pt x="16" y="28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893" name="Freeform 195">
                <a:extLst>
                  <a:ext uri="{FF2B5EF4-FFF2-40B4-BE49-F238E27FC236}">
                    <a16:creationId xmlns:a16="http://schemas.microsoft.com/office/drawing/2014/main" id="{75CB1831-7EC2-4023-B2F9-C67F144786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3" y="1453"/>
                <a:ext cx="30" cy="25"/>
              </a:xfrm>
              <a:custGeom>
                <a:avLst/>
                <a:gdLst>
                  <a:gd name="T0" fmla="*/ 0 w 28"/>
                  <a:gd name="T1" fmla="*/ 15 h 23"/>
                  <a:gd name="T2" fmla="*/ 28 w 28"/>
                  <a:gd name="T3" fmla="*/ 10 h 23"/>
                  <a:gd name="T4" fmla="*/ 5 w 28"/>
                  <a:gd name="T5" fmla="*/ 29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23">
                    <a:moveTo>
                      <a:pt x="0" y="12"/>
                    </a:moveTo>
                    <a:cubicBezTo>
                      <a:pt x="6" y="9"/>
                      <a:pt x="16" y="0"/>
                      <a:pt x="22" y="7"/>
                    </a:cubicBezTo>
                    <a:cubicBezTo>
                      <a:pt x="28" y="17"/>
                      <a:pt x="6" y="23"/>
                      <a:pt x="5" y="23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894" name="Freeform 196">
                <a:extLst>
                  <a:ext uri="{FF2B5EF4-FFF2-40B4-BE49-F238E27FC236}">
                    <a16:creationId xmlns:a16="http://schemas.microsoft.com/office/drawing/2014/main" id="{EA7A9CE5-7831-4EB8-A099-64AEF31949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6" y="1580"/>
                <a:ext cx="18" cy="14"/>
              </a:xfrm>
              <a:custGeom>
                <a:avLst/>
                <a:gdLst>
                  <a:gd name="T0" fmla="*/ 0 w 17"/>
                  <a:gd name="T1" fmla="*/ 0 h 13"/>
                  <a:gd name="T2" fmla="*/ 20 w 17"/>
                  <a:gd name="T3" fmla="*/ 16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13">
                    <a:moveTo>
                      <a:pt x="0" y="0"/>
                    </a:moveTo>
                    <a:cubicBezTo>
                      <a:pt x="6" y="2"/>
                      <a:pt x="11" y="9"/>
                      <a:pt x="17" y="13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895" name="Freeform 197">
                <a:extLst>
                  <a:ext uri="{FF2B5EF4-FFF2-40B4-BE49-F238E27FC236}">
                    <a16:creationId xmlns:a16="http://schemas.microsoft.com/office/drawing/2014/main" id="{E446523D-EE5F-497C-9D66-75F2E7A9AE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5" y="1608"/>
                <a:ext cx="7" cy="23"/>
              </a:xfrm>
              <a:custGeom>
                <a:avLst/>
                <a:gdLst>
                  <a:gd name="T0" fmla="*/ 0 w 7"/>
                  <a:gd name="T1" fmla="*/ 0 h 21"/>
                  <a:gd name="T2" fmla="*/ 7 w 7"/>
                  <a:gd name="T3" fmla="*/ 27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21">
                    <a:moveTo>
                      <a:pt x="0" y="0"/>
                    </a:moveTo>
                    <a:cubicBezTo>
                      <a:pt x="1" y="7"/>
                      <a:pt x="6" y="14"/>
                      <a:pt x="7" y="21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896" name="Freeform 198">
                <a:extLst>
                  <a:ext uri="{FF2B5EF4-FFF2-40B4-BE49-F238E27FC236}">
                    <a16:creationId xmlns:a16="http://schemas.microsoft.com/office/drawing/2014/main" id="{EA94F9B6-CF32-4E20-9E0E-4517A95FB3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2" y="1825"/>
                <a:ext cx="19" cy="27"/>
              </a:xfrm>
              <a:custGeom>
                <a:avLst/>
                <a:gdLst>
                  <a:gd name="T0" fmla="*/ 21 w 18"/>
                  <a:gd name="T1" fmla="*/ 5 h 25"/>
                  <a:gd name="T2" fmla="*/ 12 w 18"/>
                  <a:gd name="T3" fmla="*/ 28 h 25"/>
                  <a:gd name="T4" fmla="*/ 15 w 18"/>
                  <a:gd name="T5" fmla="*/ 0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25">
                    <a:moveTo>
                      <a:pt x="18" y="5"/>
                    </a:moveTo>
                    <a:cubicBezTo>
                      <a:pt x="17" y="10"/>
                      <a:pt x="17" y="25"/>
                      <a:pt x="9" y="22"/>
                    </a:cubicBezTo>
                    <a:cubicBezTo>
                      <a:pt x="0" y="19"/>
                      <a:pt x="8" y="3"/>
                      <a:pt x="12" y="0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897" name="Freeform 199">
                <a:extLst>
                  <a:ext uri="{FF2B5EF4-FFF2-40B4-BE49-F238E27FC236}">
                    <a16:creationId xmlns:a16="http://schemas.microsoft.com/office/drawing/2014/main" id="{520FFB02-7619-4833-A22D-1B2C55F445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3" y="1904"/>
                <a:ext cx="21" cy="20"/>
              </a:xfrm>
              <a:custGeom>
                <a:avLst/>
                <a:gdLst>
                  <a:gd name="T0" fmla="*/ 0 w 20"/>
                  <a:gd name="T1" fmla="*/ 14 h 19"/>
                  <a:gd name="T2" fmla="*/ 20 w 20"/>
                  <a:gd name="T3" fmla="*/ 22 h 19"/>
                  <a:gd name="T4" fmla="*/ 0 w 20"/>
                  <a:gd name="T5" fmla="*/ 0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19">
                    <a:moveTo>
                      <a:pt x="0" y="11"/>
                    </a:moveTo>
                    <a:cubicBezTo>
                      <a:pt x="3" y="17"/>
                      <a:pt x="11" y="18"/>
                      <a:pt x="17" y="19"/>
                    </a:cubicBezTo>
                    <a:cubicBezTo>
                      <a:pt x="20" y="8"/>
                      <a:pt x="7" y="4"/>
                      <a:pt x="0" y="0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898" name="Freeform 200">
                <a:extLst>
                  <a:ext uri="{FF2B5EF4-FFF2-40B4-BE49-F238E27FC236}">
                    <a16:creationId xmlns:a16="http://schemas.microsoft.com/office/drawing/2014/main" id="{13522191-97C7-4BA8-8B90-1672D0DDB4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8" y="1887"/>
                <a:ext cx="3" cy="22"/>
              </a:xfrm>
              <a:custGeom>
                <a:avLst/>
                <a:gdLst>
                  <a:gd name="T0" fmla="*/ 2 w 3"/>
                  <a:gd name="T1" fmla="*/ 0 h 21"/>
                  <a:gd name="T2" fmla="*/ 3 w 3"/>
                  <a:gd name="T3" fmla="*/ 24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1">
                    <a:moveTo>
                      <a:pt x="2" y="0"/>
                    </a:moveTo>
                    <a:cubicBezTo>
                      <a:pt x="0" y="5"/>
                      <a:pt x="1" y="15"/>
                      <a:pt x="3" y="21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899" name="Freeform 201">
                <a:extLst>
                  <a:ext uri="{FF2B5EF4-FFF2-40B4-BE49-F238E27FC236}">
                    <a16:creationId xmlns:a16="http://schemas.microsoft.com/office/drawing/2014/main" id="{A7F55EDE-236E-42EE-8759-5C626503DB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7" y="2368"/>
                <a:ext cx="8" cy="19"/>
              </a:xfrm>
              <a:custGeom>
                <a:avLst/>
                <a:gdLst>
                  <a:gd name="T0" fmla="*/ 1 w 8"/>
                  <a:gd name="T1" fmla="*/ 0 h 18"/>
                  <a:gd name="T2" fmla="*/ 8 w 8"/>
                  <a:gd name="T3" fmla="*/ 21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18">
                    <a:moveTo>
                      <a:pt x="1" y="0"/>
                    </a:moveTo>
                    <a:cubicBezTo>
                      <a:pt x="0" y="7"/>
                      <a:pt x="4" y="13"/>
                      <a:pt x="8" y="18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900" name="Freeform 202">
                <a:extLst>
                  <a:ext uri="{FF2B5EF4-FFF2-40B4-BE49-F238E27FC236}">
                    <a16:creationId xmlns:a16="http://schemas.microsoft.com/office/drawing/2014/main" id="{418EB9E9-F6F1-4ED4-BDB1-3F9F2CAEF5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6" y="2012"/>
                <a:ext cx="27" cy="28"/>
              </a:xfrm>
              <a:custGeom>
                <a:avLst/>
                <a:gdLst>
                  <a:gd name="T0" fmla="*/ 27 w 25"/>
                  <a:gd name="T1" fmla="*/ 0 h 27"/>
                  <a:gd name="T2" fmla="*/ 30 w 25"/>
                  <a:gd name="T3" fmla="*/ 30 h 27"/>
                  <a:gd name="T4" fmla="*/ 0 w 25"/>
                  <a:gd name="T5" fmla="*/ 0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27">
                    <a:moveTo>
                      <a:pt x="21" y="0"/>
                    </a:moveTo>
                    <a:cubicBezTo>
                      <a:pt x="24" y="9"/>
                      <a:pt x="25" y="18"/>
                      <a:pt x="24" y="27"/>
                    </a:cubicBezTo>
                    <a:cubicBezTo>
                      <a:pt x="13" y="21"/>
                      <a:pt x="4" y="12"/>
                      <a:pt x="0" y="0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901" name="Freeform 203">
                <a:extLst>
                  <a:ext uri="{FF2B5EF4-FFF2-40B4-BE49-F238E27FC236}">
                    <a16:creationId xmlns:a16="http://schemas.microsoft.com/office/drawing/2014/main" id="{9FAD594B-BCA7-4B2E-94F3-73DE13B331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0" y="975"/>
                <a:ext cx="41" cy="81"/>
              </a:xfrm>
              <a:custGeom>
                <a:avLst/>
                <a:gdLst>
                  <a:gd name="T0" fmla="*/ 47 w 38"/>
                  <a:gd name="T1" fmla="*/ 59 h 76"/>
                  <a:gd name="T2" fmla="*/ 28 w 38"/>
                  <a:gd name="T3" fmla="*/ 92 h 76"/>
                  <a:gd name="T4" fmla="*/ 29 w 38"/>
                  <a:gd name="T5" fmla="*/ 0 h 76"/>
                  <a:gd name="T6" fmla="*/ 29 w 38"/>
                  <a:gd name="T7" fmla="*/ 14 h 76"/>
                  <a:gd name="T8" fmla="*/ 38 w 38"/>
                  <a:gd name="T9" fmla="*/ 22 h 76"/>
                  <a:gd name="T10" fmla="*/ 28 w 38"/>
                  <a:gd name="T11" fmla="*/ 41 h 76"/>
                  <a:gd name="T12" fmla="*/ 46 w 38"/>
                  <a:gd name="T13" fmla="*/ 55 h 7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8" h="76">
                    <a:moveTo>
                      <a:pt x="38" y="49"/>
                    </a:moveTo>
                    <a:cubicBezTo>
                      <a:pt x="26" y="43"/>
                      <a:pt x="22" y="69"/>
                      <a:pt x="22" y="76"/>
                    </a:cubicBezTo>
                    <a:cubicBezTo>
                      <a:pt x="9" y="54"/>
                      <a:pt x="0" y="19"/>
                      <a:pt x="23" y="0"/>
                    </a:cubicBezTo>
                    <a:cubicBezTo>
                      <a:pt x="22" y="4"/>
                      <a:pt x="21" y="7"/>
                      <a:pt x="23" y="11"/>
                    </a:cubicBezTo>
                    <a:cubicBezTo>
                      <a:pt x="25" y="14"/>
                      <a:pt x="29" y="15"/>
                      <a:pt x="30" y="19"/>
                    </a:cubicBezTo>
                    <a:cubicBezTo>
                      <a:pt x="25" y="21"/>
                      <a:pt x="21" y="29"/>
                      <a:pt x="22" y="34"/>
                    </a:cubicBezTo>
                    <a:cubicBezTo>
                      <a:pt x="23" y="43"/>
                      <a:pt x="32" y="43"/>
                      <a:pt x="37" y="46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902" name="Freeform 204">
                <a:extLst>
                  <a:ext uri="{FF2B5EF4-FFF2-40B4-BE49-F238E27FC236}">
                    <a16:creationId xmlns:a16="http://schemas.microsoft.com/office/drawing/2014/main" id="{0239FDD1-FF39-4B65-93D3-41FBDE5B34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1" y="1074"/>
                <a:ext cx="21" cy="49"/>
              </a:xfrm>
              <a:custGeom>
                <a:avLst/>
                <a:gdLst>
                  <a:gd name="T0" fmla="*/ 22 w 20"/>
                  <a:gd name="T1" fmla="*/ 0 h 46"/>
                  <a:gd name="T2" fmla="*/ 19 w 20"/>
                  <a:gd name="T3" fmla="*/ 29 h 46"/>
                  <a:gd name="T4" fmla="*/ 20 w 20"/>
                  <a:gd name="T5" fmla="*/ 55 h 46"/>
                  <a:gd name="T6" fmla="*/ 0 w 20"/>
                  <a:gd name="T7" fmla="*/ 7 h 46"/>
                  <a:gd name="T8" fmla="*/ 22 w 20"/>
                  <a:gd name="T9" fmla="*/ 0 h 4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46">
                    <a:moveTo>
                      <a:pt x="19" y="0"/>
                    </a:moveTo>
                    <a:cubicBezTo>
                      <a:pt x="20" y="7"/>
                      <a:pt x="16" y="15"/>
                      <a:pt x="16" y="23"/>
                    </a:cubicBezTo>
                    <a:cubicBezTo>
                      <a:pt x="15" y="30"/>
                      <a:pt x="15" y="38"/>
                      <a:pt x="17" y="46"/>
                    </a:cubicBezTo>
                    <a:cubicBezTo>
                      <a:pt x="8" y="32"/>
                      <a:pt x="19" y="12"/>
                      <a:pt x="0" y="7"/>
                    </a:cubicBezTo>
                    <a:cubicBezTo>
                      <a:pt x="8" y="7"/>
                      <a:pt x="15" y="7"/>
                      <a:pt x="19" y="0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</p:grpSp>
        <p:grpSp>
          <p:nvGrpSpPr>
            <p:cNvPr id="46482" name="Group 205">
              <a:extLst>
                <a:ext uri="{FF2B5EF4-FFF2-40B4-BE49-F238E27FC236}">
                  <a16:creationId xmlns:a16="http://schemas.microsoft.com/office/drawing/2014/main" id="{0F07CDBC-51F1-40E4-A4E1-87AFD1C7448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274" y="958"/>
              <a:ext cx="1782" cy="3077"/>
              <a:chOff x="3274" y="958"/>
              <a:chExt cx="1782" cy="3077"/>
            </a:xfrm>
          </p:grpSpPr>
          <p:sp>
            <p:nvSpPr>
              <p:cNvPr id="46503" name="Freeform 206">
                <a:extLst>
                  <a:ext uri="{FF2B5EF4-FFF2-40B4-BE49-F238E27FC236}">
                    <a16:creationId xmlns:a16="http://schemas.microsoft.com/office/drawing/2014/main" id="{5D00FA65-A20F-44AA-8FDC-92733F52B0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9" y="1309"/>
                <a:ext cx="131" cy="24"/>
              </a:xfrm>
              <a:custGeom>
                <a:avLst/>
                <a:gdLst>
                  <a:gd name="T0" fmla="*/ 147 w 122"/>
                  <a:gd name="T1" fmla="*/ 0 h 22"/>
                  <a:gd name="T2" fmla="*/ 61 w 122"/>
                  <a:gd name="T3" fmla="*/ 13 h 22"/>
                  <a:gd name="T4" fmla="*/ 30 w 122"/>
                  <a:gd name="T5" fmla="*/ 13 h 22"/>
                  <a:gd name="T6" fmla="*/ 0 w 122"/>
                  <a:gd name="T7" fmla="*/ 5 h 22"/>
                  <a:gd name="T8" fmla="*/ 46 w 122"/>
                  <a:gd name="T9" fmla="*/ 24 h 22"/>
                  <a:gd name="T10" fmla="*/ 82 w 122"/>
                  <a:gd name="T11" fmla="*/ 27 h 22"/>
                  <a:gd name="T12" fmla="*/ 122 w 122"/>
                  <a:gd name="T13" fmla="*/ 16 h 22"/>
                  <a:gd name="T14" fmla="*/ 151 w 122"/>
                  <a:gd name="T15" fmla="*/ 1 h 2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22" h="22">
                    <a:moveTo>
                      <a:pt x="119" y="0"/>
                    </a:moveTo>
                    <a:cubicBezTo>
                      <a:pt x="100" y="12"/>
                      <a:pt x="71" y="9"/>
                      <a:pt x="49" y="10"/>
                    </a:cubicBezTo>
                    <a:cubicBezTo>
                      <a:pt x="41" y="10"/>
                      <a:pt x="32" y="11"/>
                      <a:pt x="24" y="10"/>
                    </a:cubicBezTo>
                    <a:cubicBezTo>
                      <a:pt x="17" y="9"/>
                      <a:pt x="8" y="4"/>
                      <a:pt x="0" y="5"/>
                    </a:cubicBezTo>
                    <a:cubicBezTo>
                      <a:pt x="8" y="14"/>
                      <a:pt x="26" y="16"/>
                      <a:pt x="37" y="18"/>
                    </a:cubicBezTo>
                    <a:cubicBezTo>
                      <a:pt x="47" y="20"/>
                      <a:pt x="56" y="22"/>
                      <a:pt x="66" y="21"/>
                    </a:cubicBezTo>
                    <a:cubicBezTo>
                      <a:pt x="77" y="21"/>
                      <a:pt x="88" y="18"/>
                      <a:pt x="99" y="13"/>
                    </a:cubicBezTo>
                    <a:cubicBezTo>
                      <a:pt x="106" y="9"/>
                      <a:pt x="115" y="6"/>
                      <a:pt x="122" y="1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504" name="Freeform 207">
                <a:extLst>
                  <a:ext uri="{FF2B5EF4-FFF2-40B4-BE49-F238E27FC236}">
                    <a16:creationId xmlns:a16="http://schemas.microsoft.com/office/drawing/2014/main" id="{5BF39899-82CA-43C7-8BB1-051553B3F9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1" y="1330"/>
                <a:ext cx="134" cy="79"/>
              </a:xfrm>
              <a:custGeom>
                <a:avLst/>
                <a:gdLst>
                  <a:gd name="T0" fmla="*/ 1 w 126"/>
                  <a:gd name="T1" fmla="*/ 61 h 74"/>
                  <a:gd name="T2" fmla="*/ 41 w 126"/>
                  <a:gd name="T3" fmla="*/ 77 h 74"/>
                  <a:gd name="T4" fmla="*/ 79 w 126"/>
                  <a:gd name="T5" fmla="*/ 58 h 74"/>
                  <a:gd name="T6" fmla="*/ 108 w 126"/>
                  <a:gd name="T7" fmla="*/ 25 h 74"/>
                  <a:gd name="T8" fmla="*/ 152 w 126"/>
                  <a:gd name="T9" fmla="*/ 0 h 74"/>
                  <a:gd name="T10" fmla="*/ 103 w 126"/>
                  <a:gd name="T11" fmla="*/ 44 h 74"/>
                  <a:gd name="T12" fmla="*/ 57 w 126"/>
                  <a:gd name="T13" fmla="*/ 86 h 74"/>
                  <a:gd name="T14" fmla="*/ 19 w 126"/>
                  <a:gd name="T15" fmla="*/ 85 h 74"/>
                  <a:gd name="T16" fmla="*/ 0 w 126"/>
                  <a:gd name="T17" fmla="*/ 67 h 7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26" h="74">
                    <a:moveTo>
                      <a:pt x="1" y="50"/>
                    </a:moveTo>
                    <a:cubicBezTo>
                      <a:pt x="12" y="55"/>
                      <a:pt x="22" y="66"/>
                      <a:pt x="35" y="63"/>
                    </a:cubicBezTo>
                    <a:cubicBezTo>
                      <a:pt x="48" y="61"/>
                      <a:pt x="57" y="56"/>
                      <a:pt x="66" y="48"/>
                    </a:cubicBezTo>
                    <a:cubicBezTo>
                      <a:pt x="75" y="40"/>
                      <a:pt x="82" y="29"/>
                      <a:pt x="90" y="21"/>
                    </a:cubicBezTo>
                    <a:cubicBezTo>
                      <a:pt x="101" y="11"/>
                      <a:pt x="113" y="6"/>
                      <a:pt x="126" y="0"/>
                    </a:cubicBezTo>
                    <a:cubicBezTo>
                      <a:pt x="111" y="11"/>
                      <a:pt x="97" y="21"/>
                      <a:pt x="86" y="36"/>
                    </a:cubicBezTo>
                    <a:cubicBezTo>
                      <a:pt x="76" y="51"/>
                      <a:pt x="66" y="65"/>
                      <a:pt x="48" y="71"/>
                    </a:cubicBezTo>
                    <a:cubicBezTo>
                      <a:pt x="39" y="74"/>
                      <a:pt x="26" y="74"/>
                      <a:pt x="16" y="70"/>
                    </a:cubicBezTo>
                    <a:cubicBezTo>
                      <a:pt x="11" y="67"/>
                      <a:pt x="2" y="60"/>
                      <a:pt x="0" y="55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505" name="Freeform 208">
                <a:extLst>
                  <a:ext uri="{FF2B5EF4-FFF2-40B4-BE49-F238E27FC236}">
                    <a16:creationId xmlns:a16="http://schemas.microsoft.com/office/drawing/2014/main" id="{F91C3434-F613-404F-9207-8121142DA0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8" y="1336"/>
                <a:ext cx="97" cy="24"/>
              </a:xfrm>
              <a:custGeom>
                <a:avLst/>
                <a:gdLst>
                  <a:gd name="T0" fmla="*/ 0 w 90"/>
                  <a:gd name="T1" fmla="*/ 0 h 23"/>
                  <a:gd name="T2" fmla="*/ 30 w 90"/>
                  <a:gd name="T3" fmla="*/ 10 h 23"/>
                  <a:gd name="T4" fmla="*/ 58 w 90"/>
                  <a:gd name="T5" fmla="*/ 16 h 23"/>
                  <a:gd name="T6" fmla="*/ 87 w 90"/>
                  <a:gd name="T7" fmla="*/ 11 h 23"/>
                  <a:gd name="T8" fmla="*/ 113 w 90"/>
                  <a:gd name="T9" fmla="*/ 1 h 23"/>
                  <a:gd name="T10" fmla="*/ 46 w 90"/>
                  <a:gd name="T11" fmla="*/ 25 h 23"/>
                  <a:gd name="T12" fmla="*/ 0 w 90"/>
                  <a:gd name="T13" fmla="*/ 1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0" h="23">
                    <a:moveTo>
                      <a:pt x="0" y="0"/>
                    </a:moveTo>
                    <a:cubicBezTo>
                      <a:pt x="8" y="0"/>
                      <a:pt x="16" y="8"/>
                      <a:pt x="24" y="10"/>
                    </a:cubicBezTo>
                    <a:cubicBezTo>
                      <a:pt x="31" y="12"/>
                      <a:pt x="39" y="13"/>
                      <a:pt x="46" y="13"/>
                    </a:cubicBezTo>
                    <a:cubicBezTo>
                      <a:pt x="54" y="13"/>
                      <a:pt x="62" y="13"/>
                      <a:pt x="70" y="11"/>
                    </a:cubicBezTo>
                    <a:cubicBezTo>
                      <a:pt x="77" y="9"/>
                      <a:pt x="83" y="4"/>
                      <a:pt x="90" y="1"/>
                    </a:cubicBezTo>
                    <a:cubicBezTo>
                      <a:pt x="82" y="17"/>
                      <a:pt x="52" y="21"/>
                      <a:pt x="37" y="22"/>
                    </a:cubicBezTo>
                    <a:cubicBezTo>
                      <a:pt x="24" y="23"/>
                      <a:pt x="5" y="14"/>
                      <a:pt x="0" y="1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506" name="Freeform 209">
                <a:extLst>
                  <a:ext uri="{FF2B5EF4-FFF2-40B4-BE49-F238E27FC236}">
                    <a16:creationId xmlns:a16="http://schemas.microsoft.com/office/drawing/2014/main" id="{506A21F0-AF8D-4A0C-BEF1-DBB88607A4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7" y="2012"/>
                <a:ext cx="266" cy="367"/>
              </a:xfrm>
              <a:custGeom>
                <a:avLst/>
                <a:gdLst>
                  <a:gd name="T0" fmla="*/ 3 w 249"/>
                  <a:gd name="T1" fmla="*/ 0 h 344"/>
                  <a:gd name="T2" fmla="*/ 66 w 249"/>
                  <a:gd name="T3" fmla="*/ 84 h 344"/>
                  <a:gd name="T4" fmla="*/ 135 w 249"/>
                  <a:gd name="T5" fmla="*/ 140 h 344"/>
                  <a:gd name="T6" fmla="*/ 183 w 249"/>
                  <a:gd name="T7" fmla="*/ 245 h 344"/>
                  <a:gd name="T8" fmla="*/ 248 w 249"/>
                  <a:gd name="T9" fmla="*/ 353 h 344"/>
                  <a:gd name="T10" fmla="*/ 303 w 249"/>
                  <a:gd name="T11" fmla="*/ 418 h 344"/>
                  <a:gd name="T12" fmla="*/ 182 w 249"/>
                  <a:gd name="T13" fmla="*/ 276 h 344"/>
                  <a:gd name="T14" fmla="*/ 111 w 249"/>
                  <a:gd name="T15" fmla="*/ 165 h 344"/>
                  <a:gd name="T16" fmla="*/ 0 w 249"/>
                  <a:gd name="T17" fmla="*/ 7 h 34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49" h="344">
                    <a:moveTo>
                      <a:pt x="3" y="0"/>
                    </a:moveTo>
                    <a:cubicBezTo>
                      <a:pt x="13" y="27"/>
                      <a:pt x="31" y="52"/>
                      <a:pt x="54" y="69"/>
                    </a:cubicBezTo>
                    <a:cubicBezTo>
                      <a:pt x="73" y="83"/>
                      <a:pt x="97" y="93"/>
                      <a:pt x="110" y="115"/>
                    </a:cubicBezTo>
                    <a:cubicBezTo>
                      <a:pt x="126" y="142"/>
                      <a:pt x="135" y="174"/>
                      <a:pt x="150" y="202"/>
                    </a:cubicBezTo>
                    <a:cubicBezTo>
                      <a:pt x="166" y="232"/>
                      <a:pt x="182" y="263"/>
                      <a:pt x="203" y="291"/>
                    </a:cubicBezTo>
                    <a:cubicBezTo>
                      <a:pt x="217" y="310"/>
                      <a:pt x="234" y="327"/>
                      <a:pt x="249" y="344"/>
                    </a:cubicBezTo>
                    <a:cubicBezTo>
                      <a:pt x="203" y="321"/>
                      <a:pt x="176" y="269"/>
                      <a:pt x="149" y="228"/>
                    </a:cubicBezTo>
                    <a:cubicBezTo>
                      <a:pt x="130" y="198"/>
                      <a:pt x="115" y="162"/>
                      <a:pt x="91" y="136"/>
                    </a:cubicBezTo>
                    <a:cubicBezTo>
                      <a:pt x="55" y="96"/>
                      <a:pt x="12" y="61"/>
                      <a:pt x="0" y="7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507" name="Freeform 210">
                <a:extLst>
                  <a:ext uri="{FF2B5EF4-FFF2-40B4-BE49-F238E27FC236}">
                    <a16:creationId xmlns:a16="http://schemas.microsoft.com/office/drawing/2014/main" id="{9B8790B9-9F5A-4AD6-90AF-039836D79C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3" y="2112"/>
                <a:ext cx="200" cy="141"/>
              </a:xfrm>
              <a:custGeom>
                <a:avLst/>
                <a:gdLst>
                  <a:gd name="T0" fmla="*/ 0 w 187"/>
                  <a:gd name="T1" fmla="*/ 0 h 132"/>
                  <a:gd name="T2" fmla="*/ 116 w 187"/>
                  <a:gd name="T3" fmla="*/ 76 h 132"/>
                  <a:gd name="T4" fmla="*/ 229 w 187"/>
                  <a:gd name="T5" fmla="*/ 161 h 132"/>
                  <a:gd name="T6" fmla="*/ 113 w 187"/>
                  <a:gd name="T7" fmla="*/ 85 h 132"/>
                  <a:gd name="T8" fmla="*/ 66 w 187"/>
                  <a:gd name="T9" fmla="*/ 57 h 132"/>
                  <a:gd name="T10" fmla="*/ 40 w 187"/>
                  <a:gd name="T11" fmla="*/ 66 h 132"/>
                  <a:gd name="T12" fmla="*/ 0 w 187"/>
                  <a:gd name="T13" fmla="*/ 4 h 13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7" h="132">
                    <a:moveTo>
                      <a:pt x="0" y="0"/>
                    </a:moveTo>
                    <a:cubicBezTo>
                      <a:pt x="34" y="12"/>
                      <a:pt x="68" y="37"/>
                      <a:pt x="94" y="62"/>
                    </a:cubicBezTo>
                    <a:cubicBezTo>
                      <a:pt x="121" y="88"/>
                      <a:pt x="149" y="125"/>
                      <a:pt x="187" y="132"/>
                    </a:cubicBezTo>
                    <a:cubicBezTo>
                      <a:pt x="144" y="129"/>
                      <a:pt x="122" y="97"/>
                      <a:pt x="93" y="70"/>
                    </a:cubicBezTo>
                    <a:cubicBezTo>
                      <a:pt x="80" y="58"/>
                      <a:pt x="69" y="53"/>
                      <a:pt x="54" y="47"/>
                    </a:cubicBezTo>
                    <a:cubicBezTo>
                      <a:pt x="47" y="44"/>
                      <a:pt x="18" y="35"/>
                      <a:pt x="33" y="54"/>
                    </a:cubicBezTo>
                    <a:cubicBezTo>
                      <a:pt x="29" y="36"/>
                      <a:pt x="19" y="11"/>
                      <a:pt x="0" y="4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508" name="Freeform 211">
                <a:extLst>
                  <a:ext uri="{FF2B5EF4-FFF2-40B4-BE49-F238E27FC236}">
                    <a16:creationId xmlns:a16="http://schemas.microsoft.com/office/drawing/2014/main" id="{D26C632C-8381-46F1-BCB4-02D3EFC7AE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8" y="2181"/>
                <a:ext cx="149" cy="84"/>
              </a:xfrm>
              <a:custGeom>
                <a:avLst/>
                <a:gdLst>
                  <a:gd name="T0" fmla="*/ 172 w 139"/>
                  <a:gd name="T1" fmla="*/ 97 h 78"/>
                  <a:gd name="T2" fmla="*/ 131 w 139"/>
                  <a:gd name="T3" fmla="*/ 56 h 78"/>
                  <a:gd name="T4" fmla="*/ 92 w 139"/>
                  <a:gd name="T5" fmla="*/ 31 h 78"/>
                  <a:gd name="T6" fmla="*/ 0 w 139"/>
                  <a:gd name="T7" fmla="*/ 0 h 78"/>
                  <a:gd name="T8" fmla="*/ 108 w 139"/>
                  <a:gd name="T9" fmla="*/ 84 h 78"/>
                  <a:gd name="T10" fmla="*/ 165 w 139"/>
                  <a:gd name="T11" fmla="*/ 97 h 7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9" h="78">
                    <a:moveTo>
                      <a:pt x="139" y="78"/>
                    </a:moveTo>
                    <a:cubicBezTo>
                      <a:pt x="126" y="70"/>
                      <a:pt x="118" y="53"/>
                      <a:pt x="106" y="45"/>
                    </a:cubicBezTo>
                    <a:cubicBezTo>
                      <a:pt x="96" y="38"/>
                      <a:pt x="85" y="31"/>
                      <a:pt x="75" y="25"/>
                    </a:cubicBezTo>
                    <a:cubicBezTo>
                      <a:pt x="50" y="11"/>
                      <a:pt x="26" y="8"/>
                      <a:pt x="0" y="0"/>
                    </a:cubicBezTo>
                    <a:cubicBezTo>
                      <a:pt x="11" y="6"/>
                      <a:pt x="122" y="41"/>
                      <a:pt x="88" y="67"/>
                    </a:cubicBezTo>
                    <a:cubicBezTo>
                      <a:pt x="105" y="66"/>
                      <a:pt x="119" y="73"/>
                      <a:pt x="134" y="78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509" name="Freeform 212">
                <a:extLst>
                  <a:ext uri="{FF2B5EF4-FFF2-40B4-BE49-F238E27FC236}">
                    <a16:creationId xmlns:a16="http://schemas.microsoft.com/office/drawing/2014/main" id="{F3DC601A-49B9-4D8A-8BDD-201B681FB3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3" y="2256"/>
                <a:ext cx="212" cy="133"/>
              </a:xfrm>
              <a:custGeom>
                <a:avLst/>
                <a:gdLst>
                  <a:gd name="T0" fmla="*/ 0 w 198"/>
                  <a:gd name="T1" fmla="*/ 15 h 124"/>
                  <a:gd name="T2" fmla="*/ 145 w 198"/>
                  <a:gd name="T3" fmla="*/ 42 h 124"/>
                  <a:gd name="T4" fmla="*/ 243 w 198"/>
                  <a:gd name="T5" fmla="*/ 153 h 124"/>
                  <a:gd name="T6" fmla="*/ 183 w 198"/>
                  <a:gd name="T7" fmla="*/ 85 h 124"/>
                  <a:gd name="T8" fmla="*/ 133 w 198"/>
                  <a:gd name="T9" fmla="*/ 48 h 124"/>
                  <a:gd name="T10" fmla="*/ 66 w 198"/>
                  <a:gd name="T11" fmla="*/ 29 h 124"/>
                  <a:gd name="T12" fmla="*/ 0 w 198"/>
                  <a:gd name="T13" fmla="*/ 16 h 1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8" h="124">
                    <a:moveTo>
                      <a:pt x="0" y="12"/>
                    </a:moveTo>
                    <a:cubicBezTo>
                      <a:pt x="40" y="0"/>
                      <a:pt x="84" y="19"/>
                      <a:pt x="118" y="34"/>
                    </a:cubicBezTo>
                    <a:cubicBezTo>
                      <a:pt x="152" y="49"/>
                      <a:pt x="184" y="90"/>
                      <a:pt x="198" y="124"/>
                    </a:cubicBezTo>
                    <a:cubicBezTo>
                      <a:pt x="178" y="111"/>
                      <a:pt x="166" y="85"/>
                      <a:pt x="149" y="69"/>
                    </a:cubicBezTo>
                    <a:cubicBezTo>
                      <a:pt x="137" y="56"/>
                      <a:pt x="124" y="46"/>
                      <a:pt x="108" y="39"/>
                    </a:cubicBezTo>
                    <a:cubicBezTo>
                      <a:pt x="91" y="31"/>
                      <a:pt x="72" y="28"/>
                      <a:pt x="54" y="23"/>
                    </a:cubicBezTo>
                    <a:cubicBezTo>
                      <a:pt x="36" y="18"/>
                      <a:pt x="17" y="19"/>
                      <a:pt x="0" y="13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510" name="Freeform 213">
                <a:extLst>
                  <a:ext uri="{FF2B5EF4-FFF2-40B4-BE49-F238E27FC236}">
                    <a16:creationId xmlns:a16="http://schemas.microsoft.com/office/drawing/2014/main" id="{C3881DD9-4A2A-4C4E-8999-A1582DF69B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8" y="2505"/>
                <a:ext cx="173" cy="303"/>
              </a:xfrm>
              <a:custGeom>
                <a:avLst/>
                <a:gdLst>
                  <a:gd name="T0" fmla="*/ 0 w 162"/>
                  <a:gd name="T1" fmla="*/ 1 h 284"/>
                  <a:gd name="T2" fmla="*/ 37 w 162"/>
                  <a:gd name="T3" fmla="*/ 2 h 284"/>
                  <a:gd name="T4" fmla="*/ 74 w 162"/>
                  <a:gd name="T5" fmla="*/ 23 h 284"/>
                  <a:gd name="T6" fmla="*/ 150 w 162"/>
                  <a:gd name="T7" fmla="*/ 96 h 284"/>
                  <a:gd name="T8" fmla="*/ 180 w 162"/>
                  <a:gd name="T9" fmla="*/ 273 h 284"/>
                  <a:gd name="T10" fmla="*/ 163 w 162"/>
                  <a:gd name="T11" fmla="*/ 313 h 284"/>
                  <a:gd name="T12" fmla="*/ 133 w 162"/>
                  <a:gd name="T13" fmla="*/ 344 h 284"/>
                  <a:gd name="T14" fmla="*/ 50 w 162"/>
                  <a:gd name="T15" fmla="*/ 310 h 284"/>
                  <a:gd name="T16" fmla="*/ 136 w 162"/>
                  <a:gd name="T17" fmla="*/ 302 h 284"/>
                  <a:gd name="T18" fmla="*/ 140 w 162"/>
                  <a:gd name="T19" fmla="*/ 252 h 284"/>
                  <a:gd name="T20" fmla="*/ 142 w 162"/>
                  <a:gd name="T21" fmla="*/ 179 h 284"/>
                  <a:gd name="T22" fmla="*/ 125 w 162"/>
                  <a:gd name="T23" fmla="*/ 114 h 284"/>
                  <a:gd name="T24" fmla="*/ 93 w 162"/>
                  <a:gd name="T25" fmla="*/ 50 h 284"/>
                  <a:gd name="T26" fmla="*/ 60 w 162"/>
                  <a:gd name="T27" fmla="*/ 25 h 284"/>
                  <a:gd name="T28" fmla="*/ 11 w 162"/>
                  <a:gd name="T29" fmla="*/ 2 h 284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62" h="284">
                    <a:moveTo>
                      <a:pt x="0" y="1"/>
                    </a:moveTo>
                    <a:cubicBezTo>
                      <a:pt x="10" y="5"/>
                      <a:pt x="21" y="0"/>
                      <a:pt x="31" y="2"/>
                    </a:cubicBezTo>
                    <a:cubicBezTo>
                      <a:pt x="41" y="5"/>
                      <a:pt x="52" y="14"/>
                      <a:pt x="61" y="20"/>
                    </a:cubicBezTo>
                    <a:cubicBezTo>
                      <a:pt x="86" y="37"/>
                      <a:pt x="108" y="53"/>
                      <a:pt x="123" y="79"/>
                    </a:cubicBezTo>
                    <a:cubicBezTo>
                      <a:pt x="147" y="122"/>
                      <a:pt x="162" y="177"/>
                      <a:pt x="148" y="225"/>
                    </a:cubicBezTo>
                    <a:cubicBezTo>
                      <a:pt x="144" y="236"/>
                      <a:pt x="138" y="246"/>
                      <a:pt x="134" y="258"/>
                    </a:cubicBezTo>
                    <a:cubicBezTo>
                      <a:pt x="128" y="273"/>
                      <a:pt x="130" y="284"/>
                      <a:pt x="110" y="283"/>
                    </a:cubicBezTo>
                    <a:cubicBezTo>
                      <a:pt x="86" y="282"/>
                      <a:pt x="62" y="266"/>
                      <a:pt x="41" y="256"/>
                    </a:cubicBezTo>
                    <a:cubicBezTo>
                      <a:pt x="60" y="255"/>
                      <a:pt x="99" y="273"/>
                      <a:pt x="111" y="248"/>
                    </a:cubicBezTo>
                    <a:cubicBezTo>
                      <a:pt x="116" y="238"/>
                      <a:pt x="113" y="219"/>
                      <a:pt x="115" y="207"/>
                    </a:cubicBezTo>
                    <a:cubicBezTo>
                      <a:pt x="116" y="187"/>
                      <a:pt x="118" y="167"/>
                      <a:pt x="117" y="147"/>
                    </a:cubicBezTo>
                    <a:cubicBezTo>
                      <a:pt x="117" y="125"/>
                      <a:pt x="111" y="113"/>
                      <a:pt x="103" y="94"/>
                    </a:cubicBezTo>
                    <a:cubicBezTo>
                      <a:pt x="95" y="76"/>
                      <a:pt x="90" y="56"/>
                      <a:pt x="76" y="41"/>
                    </a:cubicBezTo>
                    <a:cubicBezTo>
                      <a:pt x="69" y="33"/>
                      <a:pt x="59" y="25"/>
                      <a:pt x="49" y="21"/>
                    </a:cubicBezTo>
                    <a:cubicBezTo>
                      <a:pt x="37" y="15"/>
                      <a:pt x="20" y="4"/>
                      <a:pt x="8" y="2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511" name="Freeform 214">
                <a:extLst>
                  <a:ext uri="{FF2B5EF4-FFF2-40B4-BE49-F238E27FC236}">
                    <a16:creationId xmlns:a16="http://schemas.microsoft.com/office/drawing/2014/main" id="{CBB94066-EB64-49C5-A2E0-4F7933DC22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6" y="2680"/>
                <a:ext cx="86" cy="284"/>
              </a:xfrm>
              <a:custGeom>
                <a:avLst/>
                <a:gdLst>
                  <a:gd name="T0" fmla="*/ 3 w 81"/>
                  <a:gd name="T1" fmla="*/ 129 h 266"/>
                  <a:gd name="T2" fmla="*/ 0 w 81"/>
                  <a:gd name="T3" fmla="*/ 162 h 266"/>
                  <a:gd name="T4" fmla="*/ 50 w 81"/>
                  <a:gd name="T5" fmla="*/ 239 h 266"/>
                  <a:gd name="T6" fmla="*/ 53 w 81"/>
                  <a:gd name="T7" fmla="*/ 287 h 266"/>
                  <a:gd name="T8" fmla="*/ 41 w 81"/>
                  <a:gd name="T9" fmla="*/ 324 h 266"/>
                  <a:gd name="T10" fmla="*/ 56 w 81"/>
                  <a:gd name="T11" fmla="*/ 170 h 266"/>
                  <a:gd name="T12" fmla="*/ 83 w 81"/>
                  <a:gd name="T13" fmla="*/ 95 h 266"/>
                  <a:gd name="T14" fmla="*/ 83 w 81"/>
                  <a:gd name="T15" fmla="*/ 0 h 266"/>
                  <a:gd name="T16" fmla="*/ 54 w 81"/>
                  <a:gd name="T17" fmla="*/ 109 h 266"/>
                  <a:gd name="T18" fmla="*/ 17 w 81"/>
                  <a:gd name="T19" fmla="*/ 129 h 26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1" h="266">
                    <a:moveTo>
                      <a:pt x="3" y="106"/>
                    </a:moveTo>
                    <a:cubicBezTo>
                      <a:pt x="12" y="114"/>
                      <a:pt x="21" y="138"/>
                      <a:pt x="0" y="133"/>
                    </a:cubicBezTo>
                    <a:cubicBezTo>
                      <a:pt x="28" y="148"/>
                      <a:pt x="38" y="166"/>
                      <a:pt x="41" y="197"/>
                    </a:cubicBezTo>
                    <a:cubicBezTo>
                      <a:pt x="42" y="210"/>
                      <a:pt x="46" y="223"/>
                      <a:pt x="44" y="236"/>
                    </a:cubicBezTo>
                    <a:cubicBezTo>
                      <a:pt x="44" y="247"/>
                      <a:pt x="37" y="256"/>
                      <a:pt x="35" y="266"/>
                    </a:cubicBezTo>
                    <a:cubicBezTo>
                      <a:pt x="76" y="236"/>
                      <a:pt x="49" y="180"/>
                      <a:pt x="47" y="140"/>
                    </a:cubicBezTo>
                    <a:cubicBezTo>
                      <a:pt x="46" y="120"/>
                      <a:pt x="61" y="96"/>
                      <a:pt x="69" y="78"/>
                    </a:cubicBezTo>
                    <a:cubicBezTo>
                      <a:pt x="81" y="52"/>
                      <a:pt x="81" y="27"/>
                      <a:pt x="69" y="0"/>
                    </a:cubicBezTo>
                    <a:cubicBezTo>
                      <a:pt x="63" y="30"/>
                      <a:pt x="59" y="62"/>
                      <a:pt x="45" y="90"/>
                    </a:cubicBezTo>
                    <a:cubicBezTo>
                      <a:pt x="37" y="104"/>
                      <a:pt x="31" y="106"/>
                      <a:pt x="14" y="106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512" name="Freeform 215">
                <a:extLst>
                  <a:ext uri="{FF2B5EF4-FFF2-40B4-BE49-F238E27FC236}">
                    <a16:creationId xmlns:a16="http://schemas.microsoft.com/office/drawing/2014/main" id="{0CDE2009-B93F-4545-9E80-7A2757537D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1" y="2244"/>
                <a:ext cx="103" cy="51"/>
              </a:xfrm>
              <a:custGeom>
                <a:avLst/>
                <a:gdLst>
                  <a:gd name="T0" fmla="*/ 0 w 97"/>
                  <a:gd name="T1" fmla="*/ 0 h 47"/>
                  <a:gd name="T2" fmla="*/ 20 w 97"/>
                  <a:gd name="T3" fmla="*/ 5 h 47"/>
                  <a:gd name="T4" fmla="*/ 39 w 97"/>
                  <a:gd name="T5" fmla="*/ 16 h 47"/>
                  <a:gd name="T6" fmla="*/ 65 w 97"/>
                  <a:gd name="T7" fmla="*/ 24 h 47"/>
                  <a:gd name="T8" fmla="*/ 116 w 97"/>
                  <a:gd name="T9" fmla="*/ 28 h 47"/>
                  <a:gd name="T10" fmla="*/ 45 w 97"/>
                  <a:gd name="T11" fmla="*/ 60 h 47"/>
                  <a:gd name="T12" fmla="*/ 63 w 97"/>
                  <a:gd name="T13" fmla="*/ 39 h 47"/>
                  <a:gd name="T14" fmla="*/ 50 w 97"/>
                  <a:gd name="T15" fmla="*/ 25 h 47"/>
                  <a:gd name="T16" fmla="*/ 6 w 97"/>
                  <a:gd name="T17" fmla="*/ 2 h 4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7" h="47">
                    <a:moveTo>
                      <a:pt x="0" y="0"/>
                    </a:moveTo>
                    <a:cubicBezTo>
                      <a:pt x="5" y="3"/>
                      <a:pt x="12" y="3"/>
                      <a:pt x="17" y="5"/>
                    </a:cubicBezTo>
                    <a:cubicBezTo>
                      <a:pt x="23" y="7"/>
                      <a:pt x="28" y="11"/>
                      <a:pt x="33" y="13"/>
                    </a:cubicBezTo>
                    <a:cubicBezTo>
                      <a:pt x="40" y="16"/>
                      <a:pt x="47" y="17"/>
                      <a:pt x="54" y="18"/>
                    </a:cubicBezTo>
                    <a:cubicBezTo>
                      <a:pt x="68" y="20"/>
                      <a:pt x="83" y="22"/>
                      <a:pt x="97" y="22"/>
                    </a:cubicBezTo>
                    <a:cubicBezTo>
                      <a:pt x="77" y="29"/>
                      <a:pt x="56" y="40"/>
                      <a:pt x="38" y="47"/>
                    </a:cubicBezTo>
                    <a:cubicBezTo>
                      <a:pt x="45" y="46"/>
                      <a:pt x="55" y="39"/>
                      <a:pt x="53" y="30"/>
                    </a:cubicBezTo>
                    <a:cubicBezTo>
                      <a:pt x="52" y="26"/>
                      <a:pt x="46" y="21"/>
                      <a:pt x="41" y="19"/>
                    </a:cubicBezTo>
                    <a:cubicBezTo>
                      <a:pt x="31" y="13"/>
                      <a:pt x="18" y="7"/>
                      <a:pt x="6" y="2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513" name="Freeform 216">
                <a:extLst>
                  <a:ext uri="{FF2B5EF4-FFF2-40B4-BE49-F238E27FC236}">
                    <a16:creationId xmlns:a16="http://schemas.microsoft.com/office/drawing/2014/main" id="{CB77ABC7-7682-427B-97EB-C94599196D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2" y="2269"/>
                <a:ext cx="29" cy="18"/>
              </a:xfrm>
              <a:custGeom>
                <a:avLst/>
                <a:gdLst>
                  <a:gd name="T0" fmla="*/ 8 w 28"/>
                  <a:gd name="T1" fmla="*/ 0 h 17"/>
                  <a:gd name="T2" fmla="*/ 19 w 28"/>
                  <a:gd name="T3" fmla="*/ 19 h 17"/>
                  <a:gd name="T4" fmla="*/ 9 w 28"/>
                  <a:gd name="T5" fmla="*/ 1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17">
                    <a:moveTo>
                      <a:pt x="8" y="0"/>
                    </a:moveTo>
                    <a:cubicBezTo>
                      <a:pt x="0" y="3"/>
                      <a:pt x="8" y="17"/>
                      <a:pt x="16" y="16"/>
                    </a:cubicBezTo>
                    <a:cubicBezTo>
                      <a:pt x="28" y="14"/>
                      <a:pt x="9" y="4"/>
                      <a:pt x="9" y="1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514" name="Freeform 217">
                <a:extLst>
                  <a:ext uri="{FF2B5EF4-FFF2-40B4-BE49-F238E27FC236}">
                    <a16:creationId xmlns:a16="http://schemas.microsoft.com/office/drawing/2014/main" id="{0E71CF11-A516-46FB-B65C-3F6A18E680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8" y="2229"/>
                <a:ext cx="128" cy="52"/>
              </a:xfrm>
              <a:custGeom>
                <a:avLst/>
                <a:gdLst>
                  <a:gd name="T0" fmla="*/ 0 w 120"/>
                  <a:gd name="T1" fmla="*/ 44 h 48"/>
                  <a:gd name="T2" fmla="*/ 146 w 120"/>
                  <a:gd name="T3" fmla="*/ 0 h 48"/>
                  <a:gd name="T4" fmla="*/ 73 w 120"/>
                  <a:gd name="T5" fmla="*/ 41 h 48"/>
                  <a:gd name="T6" fmla="*/ 29 w 120"/>
                  <a:gd name="T7" fmla="*/ 61 h 48"/>
                  <a:gd name="T8" fmla="*/ 4 w 120"/>
                  <a:gd name="T9" fmla="*/ 47 h 4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0" h="48">
                    <a:moveTo>
                      <a:pt x="0" y="35"/>
                    </a:moveTo>
                    <a:cubicBezTo>
                      <a:pt x="43" y="38"/>
                      <a:pt x="81" y="17"/>
                      <a:pt x="120" y="0"/>
                    </a:cubicBezTo>
                    <a:cubicBezTo>
                      <a:pt x="108" y="16"/>
                      <a:pt x="79" y="25"/>
                      <a:pt x="60" y="32"/>
                    </a:cubicBezTo>
                    <a:cubicBezTo>
                      <a:pt x="53" y="34"/>
                      <a:pt x="22" y="36"/>
                      <a:pt x="23" y="48"/>
                    </a:cubicBezTo>
                    <a:cubicBezTo>
                      <a:pt x="16" y="47"/>
                      <a:pt x="10" y="40"/>
                      <a:pt x="4" y="37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515" name="Freeform 218">
                <a:extLst>
                  <a:ext uri="{FF2B5EF4-FFF2-40B4-BE49-F238E27FC236}">
                    <a16:creationId xmlns:a16="http://schemas.microsoft.com/office/drawing/2014/main" id="{5AA4B39C-6407-4D79-9E53-630AA4804A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4" y="3017"/>
                <a:ext cx="217" cy="90"/>
              </a:xfrm>
              <a:custGeom>
                <a:avLst/>
                <a:gdLst>
                  <a:gd name="T0" fmla="*/ 248 w 203"/>
                  <a:gd name="T1" fmla="*/ 2 h 84"/>
                  <a:gd name="T2" fmla="*/ 215 w 203"/>
                  <a:gd name="T3" fmla="*/ 79 h 84"/>
                  <a:gd name="T4" fmla="*/ 154 w 203"/>
                  <a:gd name="T5" fmla="*/ 96 h 84"/>
                  <a:gd name="T6" fmla="*/ 67 w 203"/>
                  <a:gd name="T7" fmla="*/ 66 h 84"/>
                  <a:gd name="T8" fmla="*/ 0 w 203"/>
                  <a:gd name="T9" fmla="*/ 57 h 84"/>
                  <a:gd name="T10" fmla="*/ 130 w 203"/>
                  <a:gd name="T11" fmla="*/ 64 h 84"/>
                  <a:gd name="T12" fmla="*/ 202 w 203"/>
                  <a:gd name="T13" fmla="*/ 59 h 84"/>
                  <a:gd name="T14" fmla="*/ 248 w 203"/>
                  <a:gd name="T15" fmla="*/ 0 h 8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03" h="84">
                    <a:moveTo>
                      <a:pt x="203" y="2"/>
                    </a:moveTo>
                    <a:cubicBezTo>
                      <a:pt x="195" y="21"/>
                      <a:pt x="187" y="48"/>
                      <a:pt x="176" y="64"/>
                    </a:cubicBezTo>
                    <a:cubicBezTo>
                      <a:pt x="163" y="84"/>
                      <a:pt x="147" y="84"/>
                      <a:pt x="126" y="78"/>
                    </a:cubicBezTo>
                    <a:cubicBezTo>
                      <a:pt x="102" y="71"/>
                      <a:pt x="79" y="60"/>
                      <a:pt x="55" y="54"/>
                    </a:cubicBezTo>
                    <a:cubicBezTo>
                      <a:pt x="38" y="50"/>
                      <a:pt x="17" y="46"/>
                      <a:pt x="0" y="46"/>
                    </a:cubicBezTo>
                    <a:cubicBezTo>
                      <a:pt x="35" y="40"/>
                      <a:pt x="74" y="36"/>
                      <a:pt x="107" y="52"/>
                    </a:cubicBezTo>
                    <a:cubicBezTo>
                      <a:pt x="129" y="63"/>
                      <a:pt x="146" y="70"/>
                      <a:pt x="166" y="48"/>
                    </a:cubicBezTo>
                    <a:cubicBezTo>
                      <a:pt x="179" y="33"/>
                      <a:pt x="185" y="12"/>
                      <a:pt x="203" y="0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516" name="Freeform 219">
                <a:extLst>
                  <a:ext uri="{FF2B5EF4-FFF2-40B4-BE49-F238E27FC236}">
                    <a16:creationId xmlns:a16="http://schemas.microsoft.com/office/drawing/2014/main" id="{A02E7602-A8C8-4F0D-BC9D-F53E076E5D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7" y="3089"/>
                <a:ext cx="209" cy="85"/>
              </a:xfrm>
              <a:custGeom>
                <a:avLst/>
                <a:gdLst>
                  <a:gd name="T0" fmla="*/ 4 w 196"/>
                  <a:gd name="T1" fmla="*/ 0 h 80"/>
                  <a:gd name="T2" fmla="*/ 63 w 196"/>
                  <a:gd name="T3" fmla="*/ 46 h 80"/>
                  <a:gd name="T4" fmla="*/ 119 w 196"/>
                  <a:gd name="T5" fmla="*/ 61 h 80"/>
                  <a:gd name="T6" fmla="*/ 238 w 196"/>
                  <a:gd name="T7" fmla="*/ 58 h 80"/>
                  <a:gd name="T8" fmla="*/ 76 w 196"/>
                  <a:gd name="T9" fmla="*/ 78 h 80"/>
                  <a:gd name="T10" fmla="*/ 0 w 196"/>
                  <a:gd name="T11" fmla="*/ 4 h 8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96" h="80">
                    <a:moveTo>
                      <a:pt x="4" y="0"/>
                    </a:moveTo>
                    <a:cubicBezTo>
                      <a:pt x="21" y="6"/>
                      <a:pt x="37" y="27"/>
                      <a:pt x="52" y="38"/>
                    </a:cubicBezTo>
                    <a:cubicBezTo>
                      <a:pt x="67" y="48"/>
                      <a:pt x="82" y="47"/>
                      <a:pt x="98" y="51"/>
                    </a:cubicBezTo>
                    <a:cubicBezTo>
                      <a:pt x="126" y="57"/>
                      <a:pt x="170" y="63"/>
                      <a:pt x="196" y="49"/>
                    </a:cubicBezTo>
                    <a:cubicBezTo>
                      <a:pt x="163" y="80"/>
                      <a:pt x="103" y="76"/>
                      <a:pt x="63" y="65"/>
                    </a:cubicBezTo>
                    <a:cubicBezTo>
                      <a:pt x="27" y="56"/>
                      <a:pt x="19" y="28"/>
                      <a:pt x="0" y="4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517" name="Freeform 220">
                <a:extLst>
                  <a:ext uri="{FF2B5EF4-FFF2-40B4-BE49-F238E27FC236}">
                    <a16:creationId xmlns:a16="http://schemas.microsoft.com/office/drawing/2014/main" id="{475C521D-0DC7-49DD-98D6-24FCDDE464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8" y="3111"/>
                <a:ext cx="94" cy="35"/>
              </a:xfrm>
              <a:custGeom>
                <a:avLst/>
                <a:gdLst>
                  <a:gd name="T0" fmla="*/ 57 w 88"/>
                  <a:gd name="T1" fmla="*/ 0 h 33"/>
                  <a:gd name="T2" fmla="*/ 99 w 88"/>
                  <a:gd name="T3" fmla="*/ 38 h 33"/>
                  <a:gd name="T4" fmla="*/ 0 w 88"/>
                  <a:gd name="T5" fmla="*/ 37 h 33"/>
                  <a:gd name="T6" fmla="*/ 37 w 88"/>
                  <a:gd name="T7" fmla="*/ 25 h 33"/>
                  <a:gd name="T8" fmla="*/ 73 w 88"/>
                  <a:gd name="T9" fmla="*/ 20 h 33"/>
                  <a:gd name="T10" fmla="*/ 58 w 88"/>
                  <a:gd name="T11" fmla="*/ 4 h 3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8" h="33">
                    <a:moveTo>
                      <a:pt x="47" y="0"/>
                    </a:moveTo>
                    <a:cubicBezTo>
                      <a:pt x="61" y="4"/>
                      <a:pt x="88" y="15"/>
                      <a:pt x="81" y="32"/>
                    </a:cubicBezTo>
                    <a:cubicBezTo>
                      <a:pt x="55" y="28"/>
                      <a:pt x="27" y="33"/>
                      <a:pt x="0" y="31"/>
                    </a:cubicBezTo>
                    <a:cubicBezTo>
                      <a:pt x="11" y="30"/>
                      <a:pt x="20" y="24"/>
                      <a:pt x="31" y="22"/>
                    </a:cubicBezTo>
                    <a:cubicBezTo>
                      <a:pt x="41" y="20"/>
                      <a:pt x="51" y="20"/>
                      <a:pt x="60" y="17"/>
                    </a:cubicBezTo>
                    <a:cubicBezTo>
                      <a:pt x="56" y="12"/>
                      <a:pt x="51" y="9"/>
                      <a:pt x="48" y="4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518" name="Freeform 221">
                <a:extLst>
                  <a:ext uri="{FF2B5EF4-FFF2-40B4-BE49-F238E27FC236}">
                    <a16:creationId xmlns:a16="http://schemas.microsoft.com/office/drawing/2014/main" id="{986B43A6-84F5-41CE-BECF-341B51A3A3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2" y="2731"/>
                <a:ext cx="228" cy="47"/>
              </a:xfrm>
              <a:custGeom>
                <a:avLst/>
                <a:gdLst>
                  <a:gd name="T0" fmla="*/ 259 w 213"/>
                  <a:gd name="T1" fmla="*/ 51 h 44"/>
                  <a:gd name="T2" fmla="*/ 117 w 213"/>
                  <a:gd name="T3" fmla="*/ 28 h 44"/>
                  <a:gd name="T4" fmla="*/ 51 w 213"/>
                  <a:gd name="T5" fmla="*/ 26 h 44"/>
                  <a:gd name="T6" fmla="*/ 0 w 213"/>
                  <a:gd name="T7" fmla="*/ 0 h 44"/>
                  <a:gd name="T8" fmla="*/ 140 w 213"/>
                  <a:gd name="T9" fmla="*/ 13 h 44"/>
                  <a:gd name="T10" fmla="*/ 204 w 213"/>
                  <a:gd name="T11" fmla="*/ 26 h 44"/>
                  <a:gd name="T12" fmla="*/ 261 w 213"/>
                  <a:gd name="T13" fmla="*/ 53 h 4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13" h="44">
                    <a:moveTo>
                      <a:pt x="211" y="42"/>
                    </a:moveTo>
                    <a:cubicBezTo>
                      <a:pt x="173" y="31"/>
                      <a:pt x="136" y="22"/>
                      <a:pt x="95" y="22"/>
                    </a:cubicBezTo>
                    <a:cubicBezTo>
                      <a:pt x="78" y="22"/>
                      <a:pt x="59" y="24"/>
                      <a:pt x="42" y="21"/>
                    </a:cubicBezTo>
                    <a:cubicBezTo>
                      <a:pt x="24" y="18"/>
                      <a:pt x="14" y="10"/>
                      <a:pt x="0" y="0"/>
                    </a:cubicBezTo>
                    <a:cubicBezTo>
                      <a:pt x="30" y="17"/>
                      <a:pt x="78" y="6"/>
                      <a:pt x="114" y="10"/>
                    </a:cubicBezTo>
                    <a:cubicBezTo>
                      <a:pt x="131" y="12"/>
                      <a:pt x="150" y="16"/>
                      <a:pt x="166" y="21"/>
                    </a:cubicBezTo>
                    <a:cubicBezTo>
                      <a:pt x="183" y="26"/>
                      <a:pt x="196" y="39"/>
                      <a:pt x="213" y="44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519" name="Freeform 222">
                <a:extLst>
                  <a:ext uri="{FF2B5EF4-FFF2-40B4-BE49-F238E27FC236}">
                    <a16:creationId xmlns:a16="http://schemas.microsoft.com/office/drawing/2014/main" id="{5F28B35C-E505-47F7-9F50-08DCC507BA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6" y="2411"/>
                <a:ext cx="164" cy="81"/>
              </a:xfrm>
              <a:custGeom>
                <a:avLst/>
                <a:gdLst>
                  <a:gd name="T0" fmla="*/ 186 w 154"/>
                  <a:gd name="T1" fmla="*/ 91 h 76"/>
                  <a:gd name="T2" fmla="*/ 75 w 154"/>
                  <a:gd name="T3" fmla="*/ 0 h 76"/>
                  <a:gd name="T4" fmla="*/ 83 w 154"/>
                  <a:gd name="T5" fmla="*/ 49 h 76"/>
                  <a:gd name="T6" fmla="*/ 51 w 154"/>
                  <a:gd name="T7" fmla="*/ 68 h 76"/>
                  <a:gd name="T8" fmla="*/ 0 w 154"/>
                  <a:gd name="T9" fmla="*/ 92 h 76"/>
                  <a:gd name="T10" fmla="*/ 48 w 154"/>
                  <a:gd name="T11" fmla="*/ 77 h 76"/>
                  <a:gd name="T12" fmla="*/ 92 w 154"/>
                  <a:gd name="T13" fmla="*/ 82 h 76"/>
                  <a:gd name="T14" fmla="*/ 176 w 154"/>
                  <a:gd name="T15" fmla="*/ 92 h 7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54" h="76">
                    <a:moveTo>
                      <a:pt x="154" y="75"/>
                    </a:moveTo>
                    <a:cubicBezTo>
                      <a:pt x="115" y="63"/>
                      <a:pt x="85" y="34"/>
                      <a:pt x="62" y="0"/>
                    </a:cubicBezTo>
                    <a:cubicBezTo>
                      <a:pt x="61" y="13"/>
                      <a:pt x="74" y="27"/>
                      <a:pt x="69" y="40"/>
                    </a:cubicBezTo>
                    <a:cubicBezTo>
                      <a:pt x="65" y="52"/>
                      <a:pt x="52" y="53"/>
                      <a:pt x="42" y="56"/>
                    </a:cubicBezTo>
                    <a:cubicBezTo>
                      <a:pt x="30" y="59"/>
                      <a:pt x="5" y="64"/>
                      <a:pt x="0" y="76"/>
                    </a:cubicBezTo>
                    <a:cubicBezTo>
                      <a:pt x="13" y="74"/>
                      <a:pt x="25" y="65"/>
                      <a:pt x="39" y="64"/>
                    </a:cubicBezTo>
                    <a:cubicBezTo>
                      <a:pt x="52" y="63"/>
                      <a:pt x="63" y="66"/>
                      <a:pt x="76" y="68"/>
                    </a:cubicBezTo>
                    <a:cubicBezTo>
                      <a:pt x="99" y="72"/>
                      <a:pt x="123" y="71"/>
                      <a:pt x="146" y="76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520" name="Freeform 223">
                <a:extLst>
                  <a:ext uri="{FF2B5EF4-FFF2-40B4-BE49-F238E27FC236}">
                    <a16:creationId xmlns:a16="http://schemas.microsoft.com/office/drawing/2014/main" id="{BE063B95-8B9E-40C4-9AA3-5D070B29BD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2" y="2527"/>
                <a:ext cx="89" cy="128"/>
              </a:xfrm>
              <a:custGeom>
                <a:avLst/>
                <a:gdLst>
                  <a:gd name="T0" fmla="*/ 0 w 84"/>
                  <a:gd name="T1" fmla="*/ 0 h 120"/>
                  <a:gd name="T2" fmla="*/ 39 w 84"/>
                  <a:gd name="T3" fmla="*/ 32 h 120"/>
                  <a:gd name="T4" fmla="*/ 61 w 84"/>
                  <a:gd name="T5" fmla="*/ 70 h 120"/>
                  <a:gd name="T6" fmla="*/ 100 w 84"/>
                  <a:gd name="T7" fmla="*/ 138 h 120"/>
                  <a:gd name="T8" fmla="*/ 86 w 84"/>
                  <a:gd name="T9" fmla="*/ 87 h 120"/>
                  <a:gd name="T10" fmla="*/ 74 w 84"/>
                  <a:gd name="T11" fmla="*/ 39 h 120"/>
                  <a:gd name="T12" fmla="*/ 72 w 84"/>
                  <a:gd name="T13" fmla="*/ 16 h 120"/>
                  <a:gd name="T14" fmla="*/ 65 w 84"/>
                  <a:gd name="T15" fmla="*/ 7 h 120"/>
                  <a:gd name="T16" fmla="*/ 53 w 84"/>
                  <a:gd name="T17" fmla="*/ 7 h 120"/>
                  <a:gd name="T18" fmla="*/ 6 w 84"/>
                  <a:gd name="T19" fmla="*/ 1 h 12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4" h="120">
                    <a:moveTo>
                      <a:pt x="0" y="0"/>
                    </a:moveTo>
                    <a:cubicBezTo>
                      <a:pt x="11" y="9"/>
                      <a:pt x="24" y="15"/>
                      <a:pt x="33" y="26"/>
                    </a:cubicBezTo>
                    <a:cubicBezTo>
                      <a:pt x="42" y="36"/>
                      <a:pt x="47" y="46"/>
                      <a:pt x="52" y="58"/>
                    </a:cubicBezTo>
                    <a:cubicBezTo>
                      <a:pt x="57" y="68"/>
                      <a:pt x="70" y="120"/>
                      <a:pt x="84" y="113"/>
                    </a:cubicBezTo>
                    <a:cubicBezTo>
                      <a:pt x="72" y="105"/>
                      <a:pt x="73" y="84"/>
                      <a:pt x="72" y="72"/>
                    </a:cubicBezTo>
                    <a:cubicBezTo>
                      <a:pt x="70" y="57"/>
                      <a:pt x="68" y="46"/>
                      <a:pt x="62" y="33"/>
                    </a:cubicBezTo>
                    <a:cubicBezTo>
                      <a:pt x="57" y="24"/>
                      <a:pt x="60" y="21"/>
                      <a:pt x="60" y="13"/>
                    </a:cubicBezTo>
                    <a:cubicBezTo>
                      <a:pt x="60" y="6"/>
                      <a:pt x="63" y="9"/>
                      <a:pt x="55" y="7"/>
                    </a:cubicBezTo>
                    <a:cubicBezTo>
                      <a:pt x="51" y="6"/>
                      <a:pt x="47" y="7"/>
                      <a:pt x="44" y="7"/>
                    </a:cubicBezTo>
                    <a:cubicBezTo>
                      <a:pt x="31" y="7"/>
                      <a:pt x="17" y="6"/>
                      <a:pt x="6" y="1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521" name="Freeform 224">
                <a:extLst>
                  <a:ext uri="{FF2B5EF4-FFF2-40B4-BE49-F238E27FC236}">
                    <a16:creationId xmlns:a16="http://schemas.microsoft.com/office/drawing/2014/main" id="{CFB80414-F1AB-4643-B54A-EC2E621341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2" y="2525"/>
                <a:ext cx="120" cy="64"/>
              </a:xfrm>
              <a:custGeom>
                <a:avLst/>
                <a:gdLst>
                  <a:gd name="T0" fmla="*/ 27 w 112"/>
                  <a:gd name="T1" fmla="*/ 73 h 60"/>
                  <a:gd name="T2" fmla="*/ 28 w 112"/>
                  <a:gd name="T3" fmla="*/ 58 h 60"/>
                  <a:gd name="T4" fmla="*/ 48 w 112"/>
                  <a:gd name="T5" fmla="*/ 42 h 60"/>
                  <a:gd name="T6" fmla="*/ 90 w 112"/>
                  <a:gd name="T7" fmla="*/ 31 h 60"/>
                  <a:gd name="T8" fmla="*/ 138 w 112"/>
                  <a:gd name="T9" fmla="*/ 0 h 60"/>
                  <a:gd name="T10" fmla="*/ 50 w 112"/>
                  <a:gd name="T11" fmla="*/ 14 h 60"/>
                  <a:gd name="T12" fmla="*/ 23 w 112"/>
                  <a:gd name="T13" fmla="*/ 13 h 60"/>
                  <a:gd name="T14" fmla="*/ 6 w 112"/>
                  <a:gd name="T15" fmla="*/ 15 h 60"/>
                  <a:gd name="T16" fmla="*/ 1 w 112"/>
                  <a:gd name="T17" fmla="*/ 20 h 60"/>
                  <a:gd name="T18" fmla="*/ 4 w 112"/>
                  <a:gd name="T19" fmla="*/ 39 h 6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12" h="60">
                    <a:moveTo>
                      <a:pt x="21" y="60"/>
                    </a:moveTo>
                    <a:cubicBezTo>
                      <a:pt x="21" y="56"/>
                      <a:pt x="21" y="52"/>
                      <a:pt x="22" y="48"/>
                    </a:cubicBezTo>
                    <a:cubicBezTo>
                      <a:pt x="25" y="41"/>
                      <a:pt x="33" y="37"/>
                      <a:pt x="39" y="35"/>
                    </a:cubicBezTo>
                    <a:cubicBezTo>
                      <a:pt x="50" y="31"/>
                      <a:pt x="62" y="28"/>
                      <a:pt x="73" y="25"/>
                    </a:cubicBezTo>
                    <a:cubicBezTo>
                      <a:pt x="88" y="21"/>
                      <a:pt x="101" y="10"/>
                      <a:pt x="112" y="0"/>
                    </a:cubicBezTo>
                    <a:cubicBezTo>
                      <a:pt x="90" y="9"/>
                      <a:pt x="65" y="11"/>
                      <a:pt x="41" y="11"/>
                    </a:cubicBezTo>
                    <a:cubicBezTo>
                      <a:pt x="34" y="12"/>
                      <a:pt x="26" y="10"/>
                      <a:pt x="19" y="10"/>
                    </a:cubicBezTo>
                    <a:cubicBezTo>
                      <a:pt x="15" y="10"/>
                      <a:pt x="10" y="11"/>
                      <a:pt x="6" y="12"/>
                    </a:cubicBezTo>
                    <a:cubicBezTo>
                      <a:pt x="2" y="13"/>
                      <a:pt x="1" y="12"/>
                      <a:pt x="1" y="17"/>
                    </a:cubicBezTo>
                    <a:cubicBezTo>
                      <a:pt x="0" y="22"/>
                      <a:pt x="4" y="28"/>
                      <a:pt x="4" y="33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522" name="Freeform 225">
                <a:extLst>
                  <a:ext uri="{FF2B5EF4-FFF2-40B4-BE49-F238E27FC236}">
                    <a16:creationId xmlns:a16="http://schemas.microsoft.com/office/drawing/2014/main" id="{CD05BD57-2A60-4595-849A-E64E88F255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5" y="1839"/>
                <a:ext cx="403" cy="218"/>
              </a:xfrm>
              <a:custGeom>
                <a:avLst/>
                <a:gdLst>
                  <a:gd name="T0" fmla="*/ 57 w 377"/>
                  <a:gd name="T1" fmla="*/ 0 h 204"/>
                  <a:gd name="T2" fmla="*/ 182 w 377"/>
                  <a:gd name="T3" fmla="*/ 177 h 204"/>
                  <a:gd name="T4" fmla="*/ 461 w 377"/>
                  <a:gd name="T5" fmla="*/ 165 h 204"/>
                  <a:gd name="T6" fmla="*/ 177 w 377"/>
                  <a:gd name="T7" fmla="*/ 188 h 204"/>
                  <a:gd name="T8" fmla="*/ 57 w 377"/>
                  <a:gd name="T9" fmla="*/ 0 h 20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77" h="204">
                    <a:moveTo>
                      <a:pt x="47" y="0"/>
                    </a:moveTo>
                    <a:cubicBezTo>
                      <a:pt x="47" y="0"/>
                      <a:pt x="57" y="108"/>
                      <a:pt x="149" y="145"/>
                    </a:cubicBezTo>
                    <a:cubicBezTo>
                      <a:pt x="240" y="182"/>
                      <a:pt x="320" y="169"/>
                      <a:pt x="377" y="135"/>
                    </a:cubicBezTo>
                    <a:cubicBezTo>
                      <a:pt x="377" y="135"/>
                      <a:pt x="290" y="204"/>
                      <a:pt x="145" y="154"/>
                    </a:cubicBezTo>
                    <a:cubicBezTo>
                      <a:pt x="0" y="104"/>
                      <a:pt x="46" y="3"/>
                      <a:pt x="47" y="0"/>
                    </a:cubicBezTo>
                    <a:close/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523" name="Freeform 226">
                <a:extLst>
                  <a:ext uri="{FF2B5EF4-FFF2-40B4-BE49-F238E27FC236}">
                    <a16:creationId xmlns:a16="http://schemas.microsoft.com/office/drawing/2014/main" id="{489853D6-63E9-4B74-9D56-DFCC226D70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2" y="974"/>
                <a:ext cx="21" cy="37"/>
              </a:xfrm>
              <a:custGeom>
                <a:avLst/>
                <a:gdLst>
                  <a:gd name="T0" fmla="*/ 0 w 19"/>
                  <a:gd name="T1" fmla="*/ 41 h 35"/>
                  <a:gd name="T2" fmla="*/ 9 w 19"/>
                  <a:gd name="T3" fmla="*/ 35 h 35"/>
                  <a:gd name="T4" fmla="*/ 10 w 19"/>
                  <a:gd name="T5" fmla="*/ 26 h 35"/>
                  <a:gd name="T6" fmla="*/ 21 w 19"/>
                  <a:gd name="T7" fmla="*/ 19 h 35"/>
                  <a:gd name="T8" fmla="*/ 21 w 19"/>
                  <a:gd name="T9" fmla="*/ 5 h 35"/>
                  <a:gd name="T10" fmla="*/ 17 w 19"/>
                  <a:gd name="T11" fmla="*/ 2 h 35"/>
                  <a:gd name="T12" fmla="*/ 10 w 19"/>
                  <a:gd name="T13" fmla="*/ 3 h 35"/>
                  <a:gd name="T14" fmla="*/ 4 w 19"/>
                  <a:gd name="T15" fmla="*/ 0 h 35"/>
                  <a:gd name="T16" fmla="*/ 0 w 19"/>
                  <a:gd name="T17" fmla="*/ 3 h 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9" h="35">
                    <a:moveTo>
                      <a:pt x="0" y="35"/>
                    </a:moveTo>
                    <a:cubicBezTo>
                      <a:pt x="1" y="32"/>
                      <a:pt x="3" y="31"/>
                      <a:pt x="6" y="29"/>
                    </a:cubicBezTo>
                    <a:cubicBezTo>
                      <a:pt x="3" y="28"/>
                      <a:pt x="5" y="24"/>
                      <a:pt x="7" y="23"/>
                    </a:cubicBezTo>
                    <a:cubicBezTo>
                      <a:pt x="8" y="20"/>
                      <a:pt x="13" y="18"/>
                      <a:pt x="15" y="16"/>
                    </a:cubicBezTo>
                    <a:cubicBezTo>
                      <a:pt x="19" y="12"/>
                      <a:pt x="16" y="9"/>
                      <a:pt x="15" y="5"/>
                    </a:cubicBezTo>
                    <a:cubicBezTo>
                      <a:pt x="15" y="2"/>
                      <a:pt x="15" y="2"/>
                      <a:pt x="13" y="2"/>
                    </a:cubicBezTo>
                    <a:cubicBezTo>
                      <a:pt x="11" y="3"/>
                      <a:pt x="9" y="3"/>
                      <a:pt x="7" y="3"/>
                    </a:cubicBezTo>
                    <a:cubicBezTo>
                      <a:pt x="6" y="2"/>
                      <a:pt x="5" y="1"/>
                      <a:pt x="4" y="0"/>
                    </a:cubicBezTo>
                    <a:cubicBezTo>
                      <a:pt x="2" y="0"/>
                      <a:pt x="1" y="1"/>
                      <a:pt x="0" y="3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524" name="Freeform 227">
                <a:extLst>
                  <a:ext uri="{FF2B5EF4-FFF2-40B4-BE49-F238E27FC236}">
                    <a16:creationId xmlns:a16="http://schemas.microsoft.com/office/drawing/2014/main" id="{8E619C77-6FC5-46D8-AC18-C5DA86BAB3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1" y="980"/>
                <a:ext cx="50" cy="23"/>
              </a:xfrm>
              <a:custGeom>
                <a:avLst/>
                <a:gdLst>
                  <a:gd name="T0" fmla="*/ 0 w 47"/>
                  <a:gd name="T1" fmla="*/ 22 h 21"/>
                  <a:gd name="T2" fmla="*/ 56 w 47"/>
                  <a:gd name="T3" fmla="*/ 27 h 21"/>
                  <a:gd name="T4" fmla="*/ 3 w 47"/>
                  <a:gd name="T5" fmla="*/ 12 h 21"/>
                  <a:gd name="T6" fmla="*/ 0 w 47"/>
                  <a:gd name="T7" fmla="*/ 22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7" h="21">
                    <a:moveTo>
                      <a:pt x="0" y="16"/>
                    </a:moveTo>
                    <a:cubicBezTo>
                      <a:pt x="0" y="16"/>
                      <a:pt x="26" y="0"/>
                      <a:pt x="47" y="21"/>
                    </a:cubicBezTo>
                    <a:cubicBezTo>
                      <a:pt x="47" y="21"/>
                      <a:pt x="32" y="0"/>
                      <a:pt x="3" y="9"/>
                    </a:cubicBezTo>
                    <a:lnTo>
                      <a:pt x="0" y="16"/>
                    </a:lnTo>
                    <a:close/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525" name="Freeform 228">
                <a:extLst>
                  <a:ext uri="{FF2B5EF4-FFF2-40B4-BE49-F238E27FC236}">
                    <a16:creationId xmlns:a16="http://schemas.microsoft.com/office/drawing/2014/main" id="{168D3FE1-3CB9-4BBE-9141-9B8DF40C04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9" y="970"/>
                <a:ext cx="52" cy="32"/>
              </a:xfrm>
              <a:custGeom>
                <a:avLst/>
                <a:gdLst>
                  <a:gd name="T0" fmla="*/ 58 w 49"/>
                  <a:gd name="T1" fmla="*/ 35 h 30"/>
                  <a:gd name="T2" fmla="*/ 0 w 49"/>
                  <a:gd name="T3" fmla="*/ 36 h 30"/>
                  <a:gd name="T4" fmla="*/ 58 w 49"/>
                  <a:gd name="T5" fmla="*/ 35 h 3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9" h="30">
                    <a:moveTo>
                      <a:pt x="49" y="29"/>
                    </a:moveTo>
                    <a:cubicBezTo>
                      <a:pt x="49" y="29"/>
                      <a:pt x="33" y="9"/>
                      <a:pt x="0" y="30"/>
                    </a:cubicBezTo>
                    <a:cubicBezTo>
                      <a:pt x="0" y="30"/>
                      <a:pt x="24" y="0"/>
                      <a:pt x="49" y="29"/>
                    </a:cubicBezTo>
                    <a:close/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526" name="Freeform 229">
                <a:extLst>
                  <a:ext uri="{FF2B5EF4-FFF2-40B4-BE49-F238E27FC236}">
                    <a16:creationId xmlns:a16="http://schemas.microsoft.com/office/drawing/2014/main" id="{0A9919EF-CDDB-4E29-AF8F-A0D8F0D2B0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2" y="973"/>
                <a:ext cx="19" cy="18"/>
              </a:xfrm>
              <a:custGeom>
                <a:avLst/>
                <a:gdLst>
                  <a:gd name="T0" fmla="*/ 21 w 18"/>
                  <a:gd name="T1" fmla="*/ 18 h 17"/>
                  <a:gd name="T2" fmla="*/ 16 w 18"/>
                  <a:gd name="T3" fmla="*/ 17 h 17"/>
                  <a:gd name="T4" fmla="*/ 13 w 18"/>
                  <a:gd name="T5" fmla="*/ 8 h 17"/>
                  <a:gd name="T6" fmla="*/ 17 w 18"/>
                  <a:gd name="T7" fmla="*/ 0 h 17"/>
                  <a:gd name="T8" fmla="*/ 8 w 18"/>
                  <a:gd name="T9" fmla="*/ 2 h 17"/>
                  <a:gd name="T10" fmla="*/ 3 w 18"/>
                  <a:gd name="T11" fmla="*/ 4 h 17"/>
                  <a:gd name="T12" fmla="*/ 0 w 18"/>
                  <a:gd name="T13" fmla="*/ 4 h 17"/>
                  <a:gd name="T14" fmla="*/ 1 w 18"/>
                  <a:gd name="T15" fmla="*/ 7 h 17"/>
                  <a:gd name="T16" fmla="*/ 2 w 18"/>
                  <a:gd name="T17" fmla="*/ 15 h 17"/>
                  <a:gd name="T18" fmla="*/ 2 w 18"/>
                  <a:gd name="T19" fmla="*/ 17 h 17"/>
                  <a:gd name="T20" fmla="*/ 6 w 18"/>
                  <a:gd name="T21" fmla="*/ 20 h 17"/>
                  <a:gd name="T22" fmla="*/ 13 w 18"/>
                  <a:gd name="T23" fmla="*/ 20 h 17"/>
                  <a:gd name="T24" fmla="*/ 16 w 18"/>
                  <a:gd name="T25" fmla="*/ 19 h 17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8" h="17">
                    <a:moveTo>
                      <a:pt x="18" y="15"/>
                    </a:moveTo>
                    <a:cubicBezTo>
                      <a:pt x="17" y="14"/>
                      <a:pt x="14" y="14"/>
                      <a:pt x="13" y="14"/>
                    </a:cubicBezTo>
                    <a:cubicBezTo>
                      <a:pt x="10" y="12"/>
                      <a:pt x="10" y="10"/>
                      <a:pt x="10" y="8"/>
                    </a:cubicBezTo>
                    <a:cubicBezTo>
                      <a:pt x="10" y="4"/>
                      <a:pt x="12" y="2"/>
                      <a:pt x="14" y="0"/>
                    </a:cubicBezTo>
                    <a:cubicBezTo>
                      <a:pt x="13" y="1"/>
                      <a:pt x="10" y="1"/>
                      <a:pt x="8" y="2"/>
                    </a:cubicBezTo>
                    <a:cubicBezTo>
                      <a:pt x="7" y="2"/>
                      <a:pt x="5" y="3"/>
                      <a:pt x="3" y="4"/>
                    </a:cubicBezTo>
                    <a:cubicBezTo>
                      <a:pt x="2" y="4"/>
                      <a:pt x="1" y="4"/>
                      <a:pt x="0" y="4"/>
                    </a:cubicBezTo>
                    <a:cubicBezTo>
                      <a:pt x="0" y="5"/>
                      <a:pt x="1" y="7"/>
                      <a:pt x="1" y="7"/>
                    </a:cubicBezTo>
                    <a:cubicBezTo>
                      <a:pt x="1" y="9"/>
                      <a:pt x="2" y="10"/>
                      <a:pt x="2" y="12"/>
                    </a:cubicBezTo>
                    <a:cubicBezTo>
                      <a:pt x="2" y="13"/>
                      <a:pt x="1" y="14"/>
                      <a:pt x="2" y="14"/>
                    </a:cubicBezTo>
                    <a:cubicBezTo>
                      <a:pt x="2" y="16"/>
                      <a:pt x="4" y="17"/>
                      <a:pt x="6" y="17"/>
                    </a:cubicBezTo>
                    <a:cubicBezTo>
                      <a:pt x="7" y="17"/>
                      <a:pt x="9" y="16"/>
                      <a:pt x="10" y="17"/>
                    </a:cubicBezTo>
                    <a:cubicBezTo>
                      <a:pt x="11" y="17"/>
                      <a:pt x="12" y="16"/>
                      <a:pt x="13" y="16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527" name="Freeform 230">
                <a:extLst>
                  <a:ext uri="{FF2B5EF4-FFF2-40B4-BE49-F238E27FC236}">
                    <a16:creationId xmlns:a16="http://schemas.microsoft.com/office/drawing/2014/main" id="{8BBD0073-0C74-4702-B188-AC51C6FCC2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4" y="1073"/>
                <a:ext cx="15" cy="60"/>
              </a:xfrm>
              <a:custGeom>
                <a:avLst/>
                <a:gdLst>
                  <a:gd name="T0" fmla="*/ 3 w 14"/>
                  <a:gd name="T1" fmla="*/ 1 h 56"/>
                  <a:gd name="T2" fmla="*/ 6 w 14"/>
                  <a:gd name="T3" fmla="*/ 35 h 56"/>
                  <a:gd name="T4" fmla="*/ 4 w 14"/>
                  <a:gd name="T5" fmla="*/ 69 h 56"/>
                  <a:gd name="T6" fmla="*/ 12 w 14"/>
                  <a:gd name="T7" fmla="*/ 36 h 56"/>
                  <a:gd name="T8" fmla="*/ 17 w 14"/>
                  <a:gd name="T9" fmla="*/ 11 h 56"/>
                  <a:gd name="T10" fmla="*/ 4 w 14"/>
                  <a:gd name="T11" fmla="*/ 0 h 5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" h="56">
                    <a:moveTo>
                      <a:pt x="3" y="1"/>
                    </a:moveTo>
                    <a:cubicBezTo>
                      <a:pt x="0" y="9"/>
                      <a:pt x="5" y="21"/>
                      <a:pt x="6" y="29"/>
                    </a:cubicBezTo>
                    <a:cubicBezTo>
                      <a:pt x="7" y="38"/>
                      <a:pt x="6" y="48"/>
                      <a:pt x="4" y="56"/>
                    </a:cubicBezTo>
                    <a:cubicBezTo>
                      <a:pt x="7" y="47"/>
                      <a:pt x="9" y="40"/>
                      <a:pt x="9" y="30"/>
                    </a:cubicBezTo>
                    <a:cubicBezTo>
                      <a:pt x="9" y="26"/>
                      <a:pt x="7" y="9"/>
                      <a:pt x="14" y="8"/>
                    </a:cubicBezTo>
                    <a:cubicBezTo>
                      <a:pt x="9" y="7"/>
                      <a:pt x="6" y="5"/>
                      <a:pt x="4" y="0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528" name="Freeform 231">
                <a:extLst>
                  <a:ext uri="{FF2B5EF4-FFF2-40B4-BE49-F238E27FC236}">
                    <a16:creationId xmlns:a16="http://schemas.microsoft.com/office/drawing/2014/main" id="{D448A3D0-9348-4ACB-A591-77CA573045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9" y="983"/>
                <a:ext cx="25" cy="87"/>
              </a:xfrm>
              <a:custGeom>
                <a:avLst/>
                <a:gdLst>
                  <a:gd name="T0" fmla="*/ 4 w 23"/>
                  <a:gd name="T1" fmla="*/ 0 h 82"/>
                  <a:gd name="T2" fmla="*/ 11 w 23"/>
                  <a:gd name="T3" fmla="*/ 17 h 82"/>
                  <a:gd name="T4" fmla="*/ 12 w 23"/>
                  <a:gd name="T5" fmla="*/ 34 h 82"/>
                  <a:gd name="T6" fmla="*/ 9 w 23"/>
                  <a:gd name="T7" fmla="*/ 58 h 82"/>
                  <a:gd name="T8" fmla="*/ 3 w 23"/>
                  <a:gd name="T9" fmla="*/ 81 h 82"/>
                  <a:gd name="T10" fmla="*/ 29 w 23"/>
                  <a:gd name="T11" fmla="*/ 98 h 82"/>
                  <a:gd name="T12" fmla="*/ 14 w 23"/>
                  <a:gd name="T13" fmla="*/ 85 h 82"/>
                  <a:gd name="T14" fmla="*/ 14 w 23"/>
                  <a:gd name="T15" fmla="*/ 57 h 82"/>
                  <a:gd name="T16" fmla="*/ 14 w 23"/>
                  <a:gd name="T17" fmla="*/ 25 h 82"/>
                  <a:gd name="T18" fmla="*/ 13 w 23"/>
                  <a:gd name="T19" fmla="*/ 13 h 82"/>
                  <a:gd name="T20" fmla="*/ 9 w 23"/>
                  <a:gd name="T21" fmla="*/ 0 h 8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3" h="82">
                    <a:moveTo>
                      <a:pt x="4" y="0"/>
                    </a:moveTo>
                    <a:cubicBezTo>
                      <a:pt x="5" y="5"/>
                      <a:pt x="7" y="9"/>
                      <a:pt x="8" y="14"/>
                    </a:cubicBezTo>
                    <a:cubicBezTo>
                      <a:pt x="9" y="18"/>
                      <a:pt x="9" y="23"/>
                      <a:pt x="9" y="28"/>
                    </a:cubicBezTo>
                    <a:cubicBezTo>
                      <a:pt x="9" y="35"/>
                      <a:pt x="8" y="42"/>
                      <a:pt x="6" y="49"/>
                    </a:cubicBezTo>
                    <a:cubicBezTo>
                      <a:pt x="3" y="55"/>
                      <a:pt x="0" y="62"/>
                      <a:pt x="3" y="68"/>
                    </a:cubicBezTo>
                    <a:cubicBezTo>
                      <a:pt x="6" y="76"/>
                      <a:pt x="15" y="80"/>
                      <a:pt x="23" y="82"/>
                    </a:cubicBezTo>
                    <a:cubicBezTo>
                      <a:pt x="19" y="80"/>
                      <a:pt x="12" y="76"/>
                      <a:pt x="11" y="71"/>
                    </a:cubicBezTo>
                    <a:cubicBezTo>
                      <a:pt x="10" y="64"/>
                      <a:pt x="11" y="55"/>
                      <a:pt x="11" y="48"/>
                    </a:cubicBezTo>
                    <a:cubicBezTo>
                      <a:pt x="10" y="39"/>
                      <a:pt x="12" y="31"/>
                      <a:pt x="11" y="22"/>
                    </a:cubicBezTo>
                    <a:cubicBezTo>
                      <a:pt x="11" y="18"/>
                      <a:pt x="11" y="14"/>
                      <a:pt x="10" y="10"/>
                    </a:cubicBezTo>
                    <a:cubicBezTo>
                      <a:pt x="9" y="6"/>
                      <a:pt x="6" y="4"/>
                      <a:pt x="6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529" name="Freeform 232">
                <a:extLst>
                  <a:ext uri="{FF2B5EF4-FFF2-40B4-BE49-F238E27FC236}">
                    <a16:creationId xmlns:a16="http://schemas.microsoft.com/office/drawing/2014/main" id="{526C2BCD-C5E5-44F6-9979-E60A7684B7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8" y="1053"/>
                <a:ext cx="14" cy="22"/>
              </a:xfrm>
              <a:custGeom>
                <a:avLst/>
                <a:gdLst>
                  <a:gd name="T0" fmla="*/ 10 w 13"/>
                  <a:gd name="T1" fmla="*/ 0 h 21"/>
                  <a:gd name="T2" fmla="*/ 16 w 13"/>
                  <a:gd name="T3" fmla="*/ 24 h 21"/>
                  <a:gd name="T4" fmla="*/ 10 w 13"/>
                  <a:gd name="T5" fmla="*/ 2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21">
                    <a:moveTo>
                      <a:pt x="7" y="0"/>
                    </a:moveTo>
                    <a:cubicBezTo>
                      <a:pt x="3" y="9"/>
                      <a:pt x="0" y="21"/>
                      <a:pt x="13" y="21"/>
                    </a:cubicBezTo>
                    <a:cubicBezTo>
                      <a:pt x="5" y="21"/>
                      <a:pt x="5" y="7"/>
                      <a:pt x="7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530" name="Freeform 233">
                <a:extLst>
                  <a:ext uri="{FF2B5EF4-FFF2-40B4-BE49-F238E27FC236}">
                    <a16:creationId xmlns:a16="http://schemas.microsoft.com/office/drawing/2014/main" id="{0F3A616C-E0B5-40DF-BE05-9EE9818A07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1" y="1143"/>
                <a:ext cx="68" cy="76"/>
              </a:xfrm>
              <a:custGeom>
                <a:avLst/>
                <a:gdLst>
                  <a:gd name="T0" fmla="*/ 11 w 63"/>
                  <a:gd name="T1" fmla="*/ 0 h 71"/>
                  <a:gd name="T2" fmla="*/ 16 w 63"/>
                  <a:gd name="T3" fmla="*/ 46 h 71"/>
                  <a:gd name="T4" fmla="*/ 6 w 63"/>
                  <a:gd name="T5" fmla="*/ 65 h 71"/>
                  <a:gd name="T6" fmla="*/ 0 w 63"/>
                  <a:gd name="T7" fmla="*/ 87 h 71"/>
                  <a:gd name="T8" fmla="*/ 14 w 63"/>
                  <a:gd name="T9" fmla="*/ 66 h 71"/>
                  <a:gd name="T10" fmla="*/ 30 w 63"/>
                  <a:gd name="T11" fmla="*/ 51 h 71"/>
                  <a:gd name="T12" fmla="*/ 79 w 63"/>
                  <a:gd name="T13" fmla="*/ 51 h 71"/>
                  <a:gd name="T14" fmla="*/ 55 w 63"/>
                  <a:gd name="T15" fmla="*/ 43 h 71"/>
                  <a:gd name="T16" fmla="*/ 33 w 63"/>
                  <a:gd name="T17" fmla="*/ 37 h 71"/>
                  <a:gd name="T18" fmla="*/ 10 w 63"/>
                  <a:gd name="T19" fmla="*/ 1 h 7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63" h="71">
                    <a:moveTo>
                      <a:pt x="8" y="0"/>
                    </a:moveTo>
                    <a:cubicBezTo>
                      <a:pt x="8" y="13"/>
                      <a:pt x="15" y="24"/>
                      <a:pt x="13" y="37"/>
                    </a:cubicBezTo>
                    <a:cubicBezTo>
                      <a:pt x="13" y="43"/>
                      <a:pt x="8" y="48"/>
                      <a:pt x="6" y="53"/>
                    </a:cubicBezTo>
                    <a:cubicBezTo>
                      <a:pt x="3" y="59"/>
                      <a:pt x="1" y="65"/>
                      <a:pt x="0" y="71"/>
                    </a:cubicBezTo>
                    <a:cubicBezTo>
                      <a:pt x="2" y="65"/>
                      <a:pt x="7" y="59"/>
                      <a:pt x="11" y="54"/>
                    </a:cubicBezTo>
                    <a:cubicBezTo>
                      <a:pt x="14" y="49"/>
                      <a:pt x="18" y="45"/>
                      <a:pt x="24" y="42"/>
                    </a:cubicBezTo>
                    <a:cubicBezTo>
                      <a:pt x="36" y="35"/>
                      <a:pt x="50" y="42"/>
                      <a:pt x="63" y="42"/>
                    </a:cubicBezTo>
                    <a:cubicBezTo>
                      <a:pt x="57" y="42"/>
                      <a:pt x="49" y="37"/>
                      <a:pt x="44" y="35"/>
                    </a:cubicBezTo>
                    <a:cubicBezTo>
                      <a:pt x="38" y="34"/>
                      <a:pt x="33" y="34"/>
                      <a:pt x="27" y="31"/>
                    </a:cubicBezTo>
                    <a:cubicBezTo>
                      <a:pt x="15" y="24"/>
                      <a:pt x="16" y="9"/>
                      <a:pt x="7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531" name="Freeform 234">
                <a:extLst>
                  <a:ext uri="{FF2B5EF4-FFF2-40B4-BE49-F238E27FC236}">
                    <a16:creationId xmlns:a16="http://schemas.microsoft.com/office/drawing/2014/main" id="{602E36ED-6A35-4407-8590-95269DBF9F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3" y="1011"/>
                <a:ext cx="45" cy="33"/>
              </a:xfrm>
              <a:custGeom>
                <a:avLst/>
                <a:gdLst>
                  <a:gd name="T0" fmla="*/ 51 w 42"/>
                  <a:gd name="T1" fmla="*/ 0 h 31"/>
                  <a:gd name="T2" fmla="*/ 48 w 42"/>
                  <a:gd name="T3" fmla="*/ 20 h 31"/>
                  <a:gd name="T4" fmla="*/ 35 w 42"/>
                  <a:gd name="T5" fmla="*/ 32 h 31"/>
                  <a:gd name="T6" fmla="*/ 0 w 42"/>
                  <a:gd name="T7" fmla="*/ 34 h 31"/>
                  <a:gd name="T8" fmla="*/ 17 w 42"/>
                  <a:gd name="T9" fmla="*/ 34 h 31"/>
                  <a:gd name="T10" fmla="*/ 33 w 42"/>
                  <a:gd name="T11" fmla="*/ 28 h 31"/>
                  <a:gd name="T12" fmla="*/ 46 w 42"/>
                  <a:gd name="T13" fmla="*/ 16 h 31"/>
                  <a:gd name="T14" fmla="*/ 51 w 42"/>
                  <a:gd name="T15" fmla="*/ 1 h 3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2" h="31">
                    <a:moveTo>
                      <a:pt x="42" y="0"/>
                    </a:moveTo>
                    <a:cubicBezTo>
                      <a:pt x="42" y="6"/>
                      <a:pt x="41" y="11"/>
                      <a:pt x="39" y="17"/>
                    </a:cubicBezTo>
                    <a:cubicBezTo>
                      <a:pt x="37" y="23"/>
                      <a:pt x="34" y="24"/>
                      <a:pt x="29" y="26"/>
                    </a:cubicBezTo>
                    <a:cubicBezTo>
                      <a:pt x="20" y="31"/>
                      <a:pt x="10" y="29"/>
                      <a:pt x="0" y="28"/>
                    </a:cubicBezTo>
                    <a:cubicBezTo>
                      <a:pt x="4" y="27"/>
                      <a:pt x="9" y="28"/>
                      <a:pt x="14" y="28"/>
                    </a:cubicBezTo>
                    <a:cubicBezTo>
                      <a:pt x="18" y="27"/>
                      <a:pt x="23" y="25"/>
                      <a:pt x="27" y="23"/>
                    </a:cubicBezTo>
                    <a:cubicBezTo>
                      <a:pt x="31" y="20"/>
                      <a:pt x="35" y="17"/>
                      <a:pt x="37" y="13"/>
                    </a:cubicBezTo>
                    <a:cubicBezTo>
                      <a:pt x="39" y="9"/>
                      <a:pt x="40" y="5"/>
                      <a:pt x="42" y="1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532" name="Freeform 235">
                <a:extLst>
                  <a:ext uri="{FF2B5EF4-FFF2-40B4-BE49-F238E27FC236}">
                    <a16:creationId xmlns:a16="http://schemas.microsoft.com/office/drawing/2014/main" id="{FEB7F0AD-00E4-4682-931F-3E1EC4DD3E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9" y="1012"/>
                <a:ext cx="40" cy="89"/>
              </a:xfrm>
              <a:custGeom>
                <a:avLst/>
                <a:gdLst>
                  <a:gd name="T0" fmla="*/ 44 w 38"/>
                  <a:gd name="T1" fmla="*/ 0 h 83"/>
                  <a:gd name="T2" fmla="*/ 29 w 38"/>
                  <a:gd name="T3" fmla="*/ 45 h 83"/>
                  <a:gd name="T4" fmla="*/ 22 w 38"/>
                  <a:gd name="T5" fmla="*/ 75 h 83"/>
                  <a:gd name="T6" fmla="*/ 26 w 38"/>
                  <a:gd name="T7" fmla="*/ 102 h 83"/>
                  <a:gd name="T8" fmla="*/ 19 w 38"/>
                  <a:gd name="T9" fmla="*/ 83 h 83"/>
                  <a:gd name="T10" fmla="*/ 20 w 38"/>
                  <a:gd name="T11" fmla="*/ 58 h 83"/>
                  <a:gd name="T12" fmla="*/ 0 w 38"/>
                  <a:gd name="T13" fmla="*/ 41 h 83"/>
                  <a:gd name="T14" fmla="*/ 17 w 38"/>
                  <a:gd name="T15" fmla="*/ 41 h 83"/>
                  <a:gd name="T16" fmla="*/ 27 w 38"/>
                  <a:gd name="T17" fmla="*/ 30 h 83"/>
                  <a:gd name="T18" fmla="*/ 43 w 38"/>
                  <a:gd name="T19" fmla="*/ 0 h 8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8" h="83">
                    <a:moveTo>
                      <a:pt x="38" y="0"/>
                    </a:moveTo>
                    <a:cubicBezTo>
                      <a:pt x="38" y="14"/>
                      <a:pt x="33" y="24"/>
                      <a:pt x="26" y="36"/>
                    </a:cubicBezTo>
                    <a:cubicBezTo>
                      <a:pt x="21" y="43"/>
                      <a:pt x="19" y="52"/>
                      <a:pt x="19" y="61"/>
                    </a:cubicBezTo>
                    <a:cubicBezTo>
                      <a:pt x="18" y="69"/>
                      <a:pt x="21" y="76"/>
                      <a:pt x="23" y="83"/>
                    </a:cubicBezTo>
                    <a:cubicBezTo>
                      <a:pt x="20" y="79"/>
                      <a:pt x="17" y="72"/>
                      <a:pt x="16" y="67"/>
                    </a:cubicBezTo>
                    <a:cubicBezTo>
                      <a:pt x="14" y="60"/>
                      <a:pt x="17" y="54"/>
                      <a:pt x="17" y="47"/>
                    </a:cubicBezTo>
                    <a:cubicBezTo>
                      <a:pt x="18" y="38"/>
                      <a:pt x="7" y="35"/>
                      <a:pt x="0" y="33"/>
                    </a:cubicBezTo>
                    <a:cubicBezTo>
                      <a:pt x="5" y="33"/>
                      <a:pt x="9" y="34"/>
                      <a:pt x="14" y="33"/>
                    </a:cubicBezTo>
                    <a:cubicBezTo>
                      <a:pt x="18" y="31"/>
                      <a:pt x="21" y="27"/>
                      <a:pt x="24" y="24"/>
                    </a:cubicBezTo>
                    <a:cubicBezTo>
                      <a:pt x="29" y="17"/>
                      <a:pt x="33" y="8"/>
                      <a:pt x="37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533" name="Freeform 236">
                <a:extLst>
                  <a:ext uri="{FF2B5EF4-FFF2-40B4-BE49-F238E27FC236}">
                    <a16:creationId xmlns:a16="http://schemas.microsoft.com/office/drawing/2014/main" id="{D5E9FB7F-74B6-4EFE-8A21-0CF17EE07E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0" y="1001"/>
                <a:ext cx="19" cy="10"/>
              </a:xfrm>
              <a:custGeom>
                <a:avLst/>
                <a:gdLst>
                  <a:gd name="T0" fmla="*/ 0 w 18"/>
                  <a:gd name="T1" fmla="*/ 9 h 10"/>
                  <a:gd name="T2" fmla="*/ 4 w 18"/>
                  <a:gd name="T3" fmla="*/ 10 h 10"/>
                  <a:gd name="T4" fmla="*/ 5 w 18"/>
                  <a:gd name="T5" fmla="*/ 7 h 10"/>
                  <a:gd name="T6" fmla="*/ 14 w 18"/>
                  <a:gd name="T7" fmla="*/ 5 h 10"/>
                  <a:gd name="T8" fmla="*/ 16 w 18"/>
                  <a:gd name="T9" fmla="*/ 8 h 10"/>
                  <a:gd name="T10" fmla="*/ 19 w 18"/>
                  <a:gd name="T11" fmla="*/ 10 h 10"/>
                  <a:gd name="T12" fmla="*/ 21 w 18"/>
                  <a:gd name="T13" fmla="*/ 9 h 10"/>
                  <a:gd name="T14" fmla="*/ 21 w 18"/>
                  <a:gd name="T15" fmla="*/ 5 h 10"/>
                  <a:gd name="T16" fmla="*/ 7 w 18"/>
                  <a:gd name="T17" fmla="*/ 1 h 10"/>
                  <a:gd name="T18" fmla="*/ 2 w 18"/>
                  <a:gd name="T19" fmla="*/ 3 h 10"/>
                  <a:gd name="T20" fmla="*/ 0 w 18"/>
                  <a:gd name="T21" fmla="*/ 9 h 10"/>
                  <a:gd name="T22" fmla="*/ 0 w 18"/>
                  <a:gd name="T23" fmla="*/ 9 h 1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8" h="10">
                    <a:moveTo>
                      <a:pt x="0" y="9"/>
                    </a:moveTo>
                    <a:cubicBezTo>
                      <a:pt x="1" y="10"/>
                      <a:pt x="3" y="10"/>
                      <a:pt x="4" y="10"/>
                    </a:cubicBezTo>
                    <a:cubicBezTo>
                      <a:pt x="4" y="9"/>
                      <a:pt x="4" y="7"/>
                      <a:pt x="5" y="7"/>
                    </a:cubicBezTo>
                    <a:cubicBezTo>
                      <a:pt x="6" y="5"/>
                      <a:pt x="10" y="4"/>
                      <a:pt x="11" y="5"/>
                    </a:cubicBezTo>
                    <a:cubicBezTo>
                      <a:pt x="12" y="6"/>
                      <a:pt x="13" y="7"/>
                      <a:pt x="13" y="8"/>
                    </a:cubicBezTo>
                    <a:cubicBezTo>
                      <a:pt x="14" y="9"/>
                      <a:pt x="14" y="10"/>
                      <a:pt x="16" y="10"/>
                    </a:cubicBezTo>
                    <a:cubicBezTo>
                      <a:pt x="17" y="10"/>
                      <a:pt x="18" y="10"/>
                      <a:pt x="18" y="9"/>
                    </a:cubicBezTo>
                    <a:cubicBezTo>
                      <a:pt x="18" y="8"/>
                      <a:pt x="18" y="6"/>
                      <a:pt x="18" y="5"/>
                    </a:cubicBezTo>
                    <a:cubicBezTo>
                      <a:pt x="16" y="1"/>
                      <a:pt x="11" y="0"/>
                      <a:pt x="7" y="1"/>
                    </a:cubicBezTo>
                    <a:cubicBezTo>
                      <a:pt x="5" y="1"/>
                      <a:pt x="3" y="2"/>
                      <a:pt x="2" y="3"/>
                    </a:cubicBezTo>
                    <a:cubicBezTo>
                      <a:pt x="0" y="4"/>
                      <a:pt x="0" y="7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</a:path>
                </a:pathLst>
              </a:custGeom>
              <a:solidFill>
                <a:srgbClr val="49180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534" name="Freeform 237">
                <a:extLst>
                  <a:ext uri="{FF2B5EF4-FFF2-40B4-BE49-F238E27FC236}">
                    <a16:creationId xmlns:a16="http://schemas.microsoft.com/office/drawing/2014/main" id="{70E9E2E4-CDAA-49D7-885E-E6617634E2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0" y="1001"/>
                <a:ext cx="20" cy="11"/>
              </a:xfrm>
              <a:custGeom>
                <a:avLst/>
                <a:gdLst>
                  <a:gd name="T0" fmla="*/ 5 w 19"/>
                  <a:gd name="T1" fmla="*/ 8 h 11"/>
                  <a:gd name="T2" fmla="*/ 7 w 19"/>
                  <a:gd name="T3" fmla="*/ 5 h 11"/>
                  <a:gd name="T4" fmla="*/ 13 w 19"/>
                  <a:gd name="T5" fmla="*/ 5 h 11"/>
                  <a:gd name="T6" fmla="*/ 16 w 19"/>
                  <a:gd name="T7" fmla="*/ 8 h 11"/>
                  <a:gd name="T8" fmla="*/ 19 w 19"/>
                  <a:gd name="T9" fmla="*/ 10 h 11"/>
                  <a:gd name="T10" fmla="*/ 20 w 19"/>
                  <a:gd name="T11" fmla="*/ 4 h 11"/>
                  <a:gd name="T12" fmla="*/ 13 w 19"/>
                  <a:gd name="T13" fmla="*/ 0 h 11"/>
                  <a:gd name="T14" fmla="*/ 1 w 19"/>
                  <a:gd name="T15" fmla="*/ 3 h 11"/>
                  <a:gd name="T16" fmla="*/ 0 w 19"/>
                  <a:gd name="T17" fmla="*/ 8 h 11"/>
                  <a:gd name="T18" fmla="*/ 1 w 19"/>
                  <a:gd name="T19" fmla="*/ 9 h 11"/>
                  <a:gd name="T20" fmla="*/ 4 w 19"/>
                  <a:gd name="T21" fmla="*/ 9 h 1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9" h="11">
                    <a:moveTo>
                      <a:pt x="5" y="8"/>
                    </a:moveTo>
                    <a:cubicBezTo>
                      <a:pt x="5" y="7"/>
                      <a:pt x="6" y="6"/>
                      <a:pt x="7" y="5"/>
                    </a:cubicBezTo>
                    <a:cubicBezTo>
                      <a:pt x="8" y="5"/>
                      <a:pt x="9" y="5"/>
                      <a:pt x="10" y="5"/>
                    </a:cubicBezTo>
                    <a:cubicBezTo>
                      <a:pt x="12" y="6"/>
                      <a:pt x="13" y="7"/>
                      <a:pt x="13" y="8"/>
                    </a:cubicBezTo>
                    <a:cubicBezTo>
                      <a:pt x="14" y="9"/>
                      <a:pt x="14" y="10"/>
                      <a:pt x="16" y="10"/>
                    </a:cubicBezTo>
                    <a:cubicBezTo>
                      <a:pt x="19" y="11"/>
                      <a:pt x="18" y="6"/>
                      <a:pt x="17" y="4"/>
                    </a:cubicBezTo>
                    <a:cubicBezTo>
                      <a:pt x="15" y="2"/>
                      <a:pt x="13" y="1"/>
                      <a:pt x="10" y="0"/>
                    </a:cubicBezTo>
                    <a:cubicBezTo>
                      <a:pt x="7" y="0"/>
                      <a:pt x="3" y="0"/>
                      <a:pt x="1" y="3"/>
                    </a:cubicBezTo>
                    <a:cubicBezTo>
                      <a:pt x="0" y="4"/>
                      <a:pt x="0" y="6"/>
                      <a:pt x="0" y="8"/>
                    </a:cubicBezTo>
                    <a:cubicBezTo>
                      <a:pt x="0" y="9"/>
                      <a:pt x="0" y="9"/>
                      <a:pt x="1" y="9"/>
                    </a:cubicBezTo>
                    <a:cubicBezTo>
                      <a:pt x="2" y="9"/>
                      <a:pt x="3" y="9"/>
                      <a:pt x="4" y="9"/>
                    </a:cubicBezTo>
                  </a:path>
                </a:pathLst>
              </a:custGeom>
              <a:solidFill>
                <a:srgbClr val="49180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535" name="Freeform 238">
                <a:extLst>
                  <a:ext uri="{FF2B5EF4-FFF2-40B4-BE49-F238E27FC236}">
                    <a16:creationId xmlns:a16="http://schemas.microsoft.com/office/drawing/2014/main" id="{2C560270-82D1-41CB-90BE-F9AC8C5AE4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2" y="1014"/>
                <a:ext cx="17" cy="7"/>
              </a:xfrm>
              <a:custGeom>
                <a:avLst/>
                <a:gdLst>
                  <a:gd name="T0" fmla="*/ 0 w 16"/>
                  <a:gd name="T1" fmla="*/ 2 h 7"/>
                  <a:gd name="T2" fmla="*/ 12 w 16"/>
                  <a:gd name="T3" fmla="*/ 6 h 7"/>
                  <a:gd name="T4" fmla="*/ 17 w 16"/>
                  <a:gd name="T5" fmla="*/ 0 h 7"/>
                  <a:gd name="T6" fmla="*/ 14 w 16"/>
                  <a:gd name="T7" fmla="*/ 2 h 7"/>
                  <a:gd name="T8" fmla="*/ 6 w 16"/>
                  <a:gd name="T9" fmla="*/ 4 h 7"/>
                  <a:gd name="T10" fmla="*/ 1 w 16"/>
                  <a:gd name="T11" fmla="*/ 2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6" h="7">
                    <a:moveTo>
                      <a:pt x="0" y="2"/>
                    </a:moveTo>
                    <a:cubicBezTo>
                      <a:pt x="2" y="5"/>
                      <a:pt x="5" y="7"/>
                      <a:pt x="9" y="6"/>
                    </a:cubicBezTo>
                    <a:cubicBezTo>
                      <a:pt x="10" y="6"/>
                      <a:pt x="16" y="2"/>
                      <a:pt x="14" y="0"/>
                    </a:cubicBezTo>
                    <a:cubicBezTo>
                      <a:pt x="13" y="1"/>
                      <a:pt x="12" y="2"/>
                      <a:pt x="11" y="2"/>
                    </a:cubicBezTo>
                    <a:cubicBezTo>
                      <a:pt x="10" y="3"/>
                      <a:pt x="8" y="3"/>
                      <a:pt x="6" y="4"/>
                    </a:cubicBezTo>
                    <a:cubicBezTo>
                      <a:pt x="5" y="4"/>
                      <a:pt x="2" y="4"/>
                      <a:pt x="1" y="2"/>
                    </a:cubicBezTo>
                  </a:path>
                </a:pathLst>
              </a:custGeom>
              <a:solidFill>
                <a:srgbClr val="A75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536" name="Freeform 239">
                <a:extLst>
                  <a:ext uri="{FF2B5EF4-FFF2-40B4-BE49-F238E27FC236}">
                    <a16:creationId xmlns:a16="http://schemas.microsoft.com/office/drawing/2014/main" id="{5BC45B22-978E-4E69-A62F-44EFFB079C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1" y="1015"/>
                <a:ext cx="16" cy="5"/>
              </a:xfrm>
              <a:custGeom>
                <a:avLst/>
                <a:gdLst>
                  <a:gd name="T0" fmla="*/ 0 w 15"/>
                  <a:gd name="T1" fmla="*/ 0 h 5"/>
                  <a:gd name="T2" fmla="*/ 7 w 15"/>
                  <a:gd name="T3" fmla="*/ 4 h 5"/>
                  <a:gd name="T4" fmla="*/ 15 w 15"/>
                  <a:gd name="T5" fmla="*/ 4 h 5"/>
                  <a:gd name="T6" fmla="*/ 18 w 15"/>
                  <a:gd name="T7" fmla="*/ 0 h 5"/>
                  <a:gd name="T8" fmla="*/ 15 w 15"/>
                  <a:gd name="T9" fmla="*/ 1 h 5"/>
                  <a:gd name="T10" fmla="*/ 7 w 15"/>
                  <a:gd name="T11" fmla="*/ 3 h 5"/>
                  <a:gd name="T12" fmla="*/ 0 w 15"/>
                  <a:gd name="T13" fmla="*/ 0 h 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5">
                    <a:moveTo>
                      <a:pt x="0" y="0"/>
                    </a:moveTo>
                    <a:cubicBezTo>
                      <a:pt x="1" y="2"/>
                      <a:pt x="5" y="4"/>
                      <a:pt x="7" y="4"/>
                    </a:cubicBezTo>
                    <a:cubicBezTo>
                      <a:pt x="9" y="5"/>
                      <a:pt x="10" y="5"/>
                      <a:pt x="12" y="4"/>
                    </a:cubicBezTo>
                    <a:cubicBezTo>
                      <a:pt x="13" y="4"/>
                      <a:pt x="15" y="2"/>
                      <a:pt x="15" y="0"/>
                    </a:cubicBezTo>
                    <a:cubicBezTo>
                      <a:pt x="14" y="0"/>
                      <a:pt x="13" y="1"/>
                      <a:pt x="12" y="1"/>
                    </a:cubicBezTo>
                    <a:cubicBezTo>
                      <a:pt x="11" y="2"/>
                      <a:pt x="9" y="3"/>
                      <a:pt x="7" y="3"/>
                    </a:cubicBezTo>
                    <a:cubicBezTo>
                      <a:pt x="6" y="3"/>
                      <a:pt x="1" y="2"/>
                      <a:pt x="0" y="0"/>
                    </a:cubicBezTo>
                  </a:path>
                </a:pathLst>
              </a:custGeom>
              <a:solidFill>
                <a:srgbClr val="A75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537" name="Oval 240">
                <a:extLst>
                  <a:ext uri="{FF2B5EF4-FFF2-40B4-BE49-F238E27FC236}">
                    <a16:creationId xmlns:a16="http://schemas.microsoft.com/office/drawing/2014/main" id="{B87EA513-9FA3-440C-AB66-9CFA1689A1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1008"/>
                <a:ext cx="7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538" name="Oval 241">
                <a:extLst>
                  <a:ext uri="{FF2B5EF4-FFF2-40B4-BE49-F238E27FC236}">
                    <a16:creationId xmlns:a16="http://schemas.microsoft.com/office/drawing/2014/main" id="{C5CF746F-AB89-4408-9A89-4AF7D130C1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01" y="1008"/>
                <a:ext cx="5" cy="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539" name="Freeform 242">
                <a:extLst>
                  <a:ext uri="{FF2B5EF4-FFF2-40B4-BE49-F238E27FC236}">
                    <a16:creationId xmlns:a16="http://schemas.microsoft.com/office/drawing/2014/main" id="{9C430FBF-66B7-408C-89FE-3493B2CA97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4" y="1003"/>
                <a:ext cx="7" cy="2"/>
              </a:xfrm>
              <a:custGeom>
                <a:avLst/>
                <a:gdLst>
                  <a:gd name="T0" fmla="*/ 0 w 6"/>
                  <a:gd name="T1" fmla="*/ 0 h 2"/>
                  <a:gd name="T2" fmla="*/ 9 w 6"/>
                  <a:gd name="T3" fmla="*/ 1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2">
                    <a:moveTo>
                      <a:pt x="0" y="0"/>
                    </a:moveTo>
                    <a:cubicBezTo>
                      <a:pt x="2" y="2"/>
                      <a:pt x="4" y="1"/>
                      <a:pt x="6" y="1"/>
                    </a:cubicBezTo>
                  </a:path>
                </a:pathLst>
              </a:custGeom>
              <a:noFill/>
              <a:ln w="3175" cap="flat">
                <a:solidFill>
                  <a:srgbClr val="EAAC9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540" name="Freeform 243">
                <a:extLst>
                  <a:ext uri="{FF2B5EF4-FFF2-40B4-BE49-F238E27FC236}">
                    <a16:creationId xmlns:a16="http://schemas.microsoft.com/office/drawing/2014/main" id="{E31C120E-9B2B-41D1-81BC-C49FF96C30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3" y="1009"/>
                <a:ext cx="6" cy="1"/>
              </a:xfrm>
              <a:custGeom>
                <a:avLst/>
                <a:gdLst>
                  <a:gd name="T0" fmla="*/ 0 w 6"/>
                  <a:gd name="T1" fmla="*/ 0 h 1"/>
                  <a:gd name="T2" fmla="*/ 6 w 6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">
                    <a:moveTo>
                      <a:pt x="0" y="0"/>
                    </a:moveTo>
                    <a:cubicBezTo>
                      <a:pt x="0" y="1"/>
                      <a:pt x="5" y="0"/>
                      <a:pt x="6" y="0"/>
                    </a:cubicBezTo>
                  </a:path>
                </a:pathLst>
              </a:custGeom>
              <a:noFill/>
              <a:ln w="3175" cap="flat">
                <a:solidFill>
                  <a:srgbClr val="EAAC9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541" name="Freeform 244">
                <a:extLst>
                  <a:ext uri="{FF2B5EF4-FFF2-40B4-BE49-F238E27FC236}">
                    <a16:creationId xmlns:a16="http://schemas.microsoft.com/office/drawing/2014/main" id="{13D72B8A-25AF-4617-B532-CCBCFF11EE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1" y="1008"/>
                <a:ext cx="6" cy="1"/>
              </a:xfrm>
              <a:custGeom>
                <a:avLst/>
                <a:gdLst>
                  <a:gd name="T0" fmla="*/ 6 w 6"/>
                  <a:gd name="T1" fmla="*/ 1 h 1"/>
                  <a:gd name="T2" fmla="*/ 0 w 6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">
                    <a:moveTo>
                      <a:pt x="6" y="1"/>
                    </a:moveTo>
                    <a:cubicBezTo>
                      <a:pt x="4" y="1"/>
                      <a:pt x="2" y="1"/>
                      <a:pt x="0" y="0"/>
                    </a:cubicBezTo>
                  </a:path>
                </a:pathLst>
              </a:custGeom>
              <a:noFill/>
              <a:ln w="3175" cap="flat">
                <a:solidFill>
                  <a:srgbClr val="EAAC9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542" name="Freeform 245">
                <a:extLst>
                  <a:ext uri="{FF2B5EF4-FFF2-40B4-BE49-F238E27FC236}">
                    <a16:creationId xmlns:a16="http://schemas.microsoft.com/office/drawing/2014/main" id="{1E37134B-7D46-44C9-ABF7-68B7B328DE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7" y="1004"/>
                <a:ext cx="5" cy="2"/>
              </a:xfrm>
              <a:custGeom>
                <a:avLst/>
                <a:gdLst>
                  <a:gd name="T0" fmla="*/ 8 w 4"/>
                  <a:gd name="T1" fmla="*/ 2 h 2"/>
                  <a:gd name="T2" fmla="*/ 0 w 4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">
                    <a:moveTo>
                      <a:pt x="4" y="2"/>
                    </a:moveTo>
                    <a:cubicBezTo>
                      <a:pt x="3" y="2"/>
                      <a:pt x="1" y="1"/>
                      <a:pt x="0" y="0"/>
                    </a:cubicBezTo>
                  </a:path>
                </a:pathLst>
              </a:custGeom>
              <a:noFill/>
              <a:ln w="3175" cap="flat">
                <a:solidFill>
                  <a:srgbClr val="EAAC9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543" name="Freeform 246">
                <a:extLst>
                  <a:ext uri="{FF2B5EF4-FFF2-40B4-BE49-F238E27FC236}">
                    <a16:creationId xmlns:a16="http://schemas.microsoft.com/office/drawing/2014/main" id="{65F92F51-02C7-47DE-9114-EC899C4843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9" y="958"/>
                <a:ext cx="56" cy="20"/>
              </a:xfrm>
              <a:custGeom>
                <a:avLst/>
                <a:gdLst>
                  <a:gd name="T0" fmla="*/ 0 w 53"/>
                  <a:gd name="T1" fmla="*/ 17 h 19"/>
                  <a:gd name="T2" fmla="*/ 62 w 53"/>
                  <a:gd name="T3" fmla="*/ 19 h 19"/>
                  <a:gd name="T4" fmla="*/ 27 w 53"/>
                  <a:gd name="T5" fmla="*/ 14 h 19"/>
                  <a:gd name="T6" fmla="*/ 0 w 53"/>
                  <a:gd name="T7" fmla="*/ 17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3" h="19">
                    <a:moveTo>
                      <a:pt x="0" y="14"/>
                    </a:moveTo>
                    <a:cubicBezTo>
                      <a:pt x="0" y="9"/>
                      <a:pt x="33" y="0"/>
                      <a:pt x="53" y="16"/>
                    </a:cubicBezTo>
                    <a:cubicBezTo>
                      <a:pt x="53" y="16"/>
                      <a:pt x="36" y="7"/>
                      <a:pt x="24" y="11"/>
                    </a:cubicBezTo>
                    <a:cubicBezTo>
                      <a:pt x="11" y="14"/>
                      <a:pt x="0" y="19"/>
                      <a:pt x="0" y="14"/>
                    </a:cubicBezTo>
                    <a:close/>
                  </a:path>
                </a:pathLst>
              </a:custGeom>
              <a:solidFill>
                <a:srgbClr val="7920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544" name="Freeform 247">
                <a:extLst>
                  <a:ext uri="{FF2B5EF4-FFF2-40B4-BE49-F238E27FC236}">
                    <a16:creationId xmlns:a16="http://schemas.microsoft.com/office/drawing/2014/main" id="{943BF93E-6304-4DBB-96B7-5022AC9176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5" y="1149"/>
                <a:ext cx="159" cy="163"/>
              </a:xfrm>
              <a:custGeom>
                <a:avLst/>
                <a:gdLst>
                  <a:gd name="T0" fmla="*/ 6 w 149"/>
                  <a:gd name="T1" fmla="*/ 0 h 153"/>
                  <a:gd name="T2" fmla="*/ 29 w 149"/>
                  <a:gd name="T3" fmla="*/ 116 h 153"/>
                  <a:gd name="T4" fmla="*/ 181 w 149"/>
                  <a:gd name="T5" fmla="*/ 177 h 153"/>
                  <a:gd name="T6" fmla="*/ 36 w 149"/>
                  <a:gd name="T7" fmla="*/ 109 h 153"/>
                  <a:gd name="T8" fmla="*/ 6 w 149"/>
                  <a:gd name="T9" fmla="*/ 0 h 15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9" h="153">
                    <a:moveTo>
                      <a:pt x="6" y="0"/>
                    </a:moveTo>
                    <a:cubicBezTo>
                      <a:pt x="6" y="0"/>
                      <a:pt x="0" y="65"/>
                      <a:pt x="23" y="96"/>
                    </a:cubicBezTo>
                    <a:cubicBezTo>
                      <a:pt x="46" y="126"/>
                      <a:pt x="68" y="150"/>
                      <a:pt x="149" y="146"/>
                    </a:cubicBezTo>
                    <a:cubicBezTo>
                      <a:pt x="149" y="146"/>
                      <a:pt x="59" y="153"/>
                      <a:pt x="30" y="90"/>
                    </a:cubicBezTo>
                    <a:cubicBezTo>
                      <a:pt x="0" y="26"/>
                      <a:pt x="6" y="0"/>
                      <a:pt x="6" y="0"/>
                    </a:cubicBezTo>
                    <a:close/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545" name="Freeform 248">
                <a:extLst>
                  <a:ext uri="{FF2B5EF4-FFF2-40B4-BE49-F238E27FC236}">
                    <a16:creationId xmlns:a16="http://schemas.microsoft.com/office/drawing/2014/main" id="{1E675BC0-BD01-4324-9BAA-22A8D35D23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2" y="1185"/>
                <a:ext cx="53" cy="35"/>
              </a:xfrm>
              <a:custGeom>
                <a:avLst/>
                <a:gdLst>
                  <a:gd name="T0" fmla="*/ 0 w 50"/>
                  <a:gd name="T1" fmla="*/ 3 h 32"/>
                  <a:gd name="T2" fmla="*/ 59 w 50"/>
                  <a:gd name="T3" fmla="*/ 42 h 32"/>
                  <a:gd name="T4" fmla="*/ 0 w 50"/>
                  <a:gd name="T5" fmla="*/ 3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0" h="32">
                    <a:moveTo>
                      <a:pt x="0" y="3"/>
                    </a:moveTo>
                    <a:cubicBezTo>
                      <a:pt x="0" y="3"/>
                      <a:pt x="41" y="0"/>
                      <a:pt x="50" y="32"/>
                    </a:cubicBezTo>
                    <a:cubicBezTo>
                      <a:pt x="50" y="32"/>
                      <a:pt x="28" y="2"/>
                      <a:pt x="0" y="3"/>
                    </a:cubicBezTo>
                    <a:close/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546" name="Freeform 249">
                <a:extLst>
                  <a:ext uri="{FF2B5EF4-FFF2-40B4-BE49-F238E27FC236}">
                    <a16:creationId xmlns:a16="http://schemas.microsoft.com/office/drawing/2014/main" id="{C485C476-B925-4AD3-8A52-10E99D3259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4" y="1255"/>
                <a:ext cx="58" cy="21"/>
              </a:xfrm>
              <a:custGeom>
                <a:avLst/>
                <a:gdLst>
                  <a:gd name="T0" fmla="*/ 0 w 54"/>
                  <a:gd name="T1" fmla="*/ 0 h 20"/>
                  <a:gd name="T2" fmla="*/ 30 w 54"/>
                  <a:gd name="T3" fmla="*/ 16 h 20"/>
                  <a:gd name="T4" fmla="*/ 67 w 54"/>
                  <a:gd name="T5" fmla="*/ 18 h 20"/>
                  <a:gd name="T6" fmla="*/ 30 w 54"/>
                  <a:gd name="T7" fmla="*/ 21 h 20"/>
                  <a:gd name="T8" fmla="*/ 4 w 54"/>
                  <a:gd name="T9" fmla="*/ 6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4" h="20">
                    <a:moveTo>
                      <a:pt x="0" y="0"/>
                    </a:moveTo>
                    <a:cubicBezTo>
                      <a:pt x="8" y="7"/>
                      <a:pt x="14" y="12"/>
                      <a:pt x="24" y="13"/>
                    </a:cubicBezTo>
                    <a:cubicBezTo>
                      <a:pt x="33" y="15"/>
                      <a:pt x="46" y="11"/>
                      <a:pt x="54" y="15"/>
                    </a:cubicBezTo>
                    <a:cubicBezTo>
                      <a:pt x="44" y="16"/>
                      <a:pt x="34" y="20"/>
                      <a:pt x="24" y="18"/>
                    </a:cubicBezTo>
                    <a:cubicBezTo>
                      <a:pt x="16" y="17"/>
                      <a:pt x="11" y="10"/>
                      <a:pt x="4" y="6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547" name="Freeform 250">
                <a:extLst>
                  <a:ext uri="{FF2B5EF4-FFF2-40B4-BE49-F238E27FC236}">
                    <a16:creationId xmlns:a16="http://schemas.microsoft.com/office/drawing/2014/main" id="{4EC015F6-1E1A-4F93-9E89-C1D227AD8A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1" y="1121"/>
                <a:ext cx="18" cy="44"/>
              </a:xfrm>
              <a:custGeom>
                <a:avLst/>
                <a:gdLst>
                  <a:gd name="T0" fmla="*/ 13 w 17"/>
                  <a:gd name="T1" fmla="*/ 1 h 41"/>
                  <a:gd name="T2" fmla="*/ 5 w 17"/>
                  <a:gd name="T3" fmla="*/ 25 h 41"/>
                  <a:gd name="T4" fmla="*/ 20 w 17"/>
                  <a:gd name="T5" fmla="*/ 50 h 41"/>
                  <a:gd name="T6" fmla="*/ 1 w 17"/>
                  <a:gd name="T7" fmla="*/ 27 h 41"/>
                  <a:gd name="T8" fmla="*/ 12 w 17"/>
                  <a:gd name="T9" fmla="*/ 0 h 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41">
                    <a:moveTo>
                      <a:pt x="10" y="1"/>
                    </a:moveTo>
                    <a:cubicBezTo>
                      <a:pt x="7" y="7"/>
                      <a:pt x="3" y="13"/>
                      <a:pt x="5" y="20"/>
                    </a:cubicBezTo>
                    <a:cubicBezTo>
                      <a:pt x="7" y="28"/>
                      <a:pt x="14" y="34"/>
                      <a:pt x="17" y="41"/>
                    </a:cubicBezTo>
                    <a:cubicBezTo>
                      <a:pt x="11" y="36"/>
                      <a:pt x="4" y="30"/>
                      <a:pt x="1" y="21"/>
                    </a:cubicBezTo>
                    <a:cubicBezTo>
                      <a:pt x="0" y="15"/>
                      <a:pt x="2" y="4"/>
                      <a:pt x="9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548" name="Freeform 251">
                <a:extLst>
                  <a:ext uri="{FF2B5EF4-FFF2-40B4-BE49-F238E27FC236}">
                    <a16:creationId xmlns:a16="http://schemas.microsoft.com/office/drawing/2014/main" id="{C4BCA9C5-E8A8-4CC9-B832-00BB3C03BB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7" y="1126"/>
                <a:ext cx="11" cy="32"/>
              </a:xfrm>
              <a:custGeom>
                <a:avLst/>
                <a:gdLst>
                  <a:gd name="T0" fmla="*/ 2 w 10"/>
                  <a:gd name="T1" fmla="*/ 0 h 30"/>
                  <a:gd name="T2" fmla="*/ 0 w 10"/>
                  <a:gd name="T3" fmla="*/ 36 h 30"/>
                  <a:gd name="T4" fmla="*/ 13 w 10"/>
                  <a:gd name="T5" fmla="*/ 18 h 30"/>
                  <a:gd name="T6" fmla="*/ 2 w 10"/>
                  <a:gd name="T7" fmla="*/ 1 h 3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30">
                    <a:moveTo>
                      <a:pt x="2" y="0"/>
                    </a:moveTo>
                    <a:cubicBezTo>
                      <a:pt x="10" y="10"/>
                      <a:pt x="5" y="20"/>
                      <a:pt x="0" y="30"/>
                    </a:cubicBezTo>
                    <a:cubicBezTo>
                      <a:pt x="4" y="26"/>
                      <a:pt x="10" y="22"/>
                      <a:pt x="10" y="15"/>
                    </a:cubicBezTo>
                    <a:cubicBezTo>
                      <a:pt x="9" y="9"/>
                      <a:pt x="3" y="6"/>
                      <a:pt x="2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549" name="Freeform 252">
                <a:extLst>
                  <a:ext uri="{FF2B5EF4-FFF2-40B4-BE49-F238E27FC236}">
                    <a16:creationId xmlns:a16="http://schemas.microsoft.com/office/drawing/2014/main" id="{CC5DAA0F-0A09-4F49-B4B8-D81CB66017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5" y="1129"/>
                <a:ext cx="14" cy="24"/>
              </a:xfrm>
              <a:custGeom>
                <a:avLst/>
                <a:gdLst>
                  <a:gd name="T0" fmla="*/ 14 w 13"/>
                  <a:gd name="T1" fmla="*/ 0 h 23"/>
                  <a:gd name="T2" fmla="*/ 16 w 13"/>
                  <a:gd name="T3" fmla="*/ 26 h 23"/>
                  <a:gd name="T4" fmla="*/ 13 w 13"/>
                  <a:gd name="T5" fmla="*/ 2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23">
                    <a:moveTo>
                      <a:pt x="11" y="0"/>
                    </a:moveTo>
                    <a:cubicBezTo>
                      <a:pt x="7" y="5"/>
                      <a:pt x="7" y="20"/>
                      <a:pt x="13" y="23"/>
                    </a:cubicBezTo>
                    <a:cubicBezTo>
                      <a:pt x="8" y="19"/>
                      <a:pt x="0" y="7"/>
                      <a:pt x="10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550" name="Freeform 253">
                <a:extLst>
                  <a:ext uri="{FF2B5EF4-FFF2-40B4-BE49-F238E27FC236}">
                    <a16:creationId xmlns:a16="http://schemas.microsoft.com/office/drawing/2014/main" id="{CCC084D3-43A7-492F-B3FB-008324B59E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0" y="1132"/>
                <a:ext cx="14" cy="21"/>
              </a:xfrm>
              <a:custGeom>
                <a:avLst/>
                <a:gdLst>
                  <a:gd name="T0" fmla="*/ 1 w 13"/>
                  <a:gd name="T1" fmla="*/ 0 h 20"/>
                  <a:gd name="T2" fmla="*/ 0 w 13"/>
                  <a:gd name="T3" fmla="*/ 23 h 20"/>
                  <a:gd name="T4" fmla="*/ 4 w 13"/>
                  <a:gd name="T5" fmla="*/ 0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20">
                    <a:moveTo>
                      <a:pt x="1" y="0"/>
                    </a:moveTo>
                    <a:cubicBezTo>
                      <a:pt x="6" y="5"/>
                      <a:pt x="7" y="15"/>
                      <a:pt x="0" y="20"/>
                    </a:cubicBezTo>
                    <a:cubicBezTo>
                      <a:pt x="10" y="17"/>
                      <a:pt x="13" y="6"/>
                      <a:pt x="4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551" name="Freeform 254">
                <a:extLst>
                  <a:ext uri="{FF2B5EF4-FFF2-40B4-BE49-F238E27FC236}">
                    <a16:creationId xmlns:a16="http://schemas.microsoft.com/office/drawing/2014/main" id="{397B6A74-09FB-445E-950F-66A9CD41A4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0" y="2212"/>
                <a:ext cx="86" cy="751"/>
              </a:xfrm>
              <a:custGeom>
                <a:avLst/>
                <a:gdLst>
                  <a:gd name="T0" fmla="*/ 80 w 80"/>
                  <a:gd name="T1" fmla="*/ 0 h 703"/>
                  <a:gd name="T2" fmla="*/ 47 w 80"/>
                  <a:gd name="T3" fmla="*/ 112 h 703"/>
                  <a:gd name="T4" fmla="*/ 5 w 80"/>
                  <a:gd name="T5" fmla="*/ 518 h 703"/>
                  <a:gd name="T6" fmla="*/ 99 w 80"/>
                  <a:gd name="T7" fmla="*/ 857 h 703"/>
                  <a:gd name="T8" fmla="*/ 31 w 80"/>
                  <a:gd name="T9" fmla="*/ 523 h 703"/>
                  <a:gd name="T10" fmla="*/ 61 w 80"/>
                  <a:gd name="T11" fmla="*/ 216 h 703"/>
                  <a:gd name="T12" fmla="*/ 80 w 80"/>
                  <a:gd name="T13" fmla="*/ 0 h 70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0" h="703">
                    <a:moveTo>
                      <a:pt x="64" y="0"/>
                    </a:moveTo>
                    <a:cubicBezTo>
                      <a:pt x="64" y="0"/>
                      <a:pt x="41" y="46"/>
                      <a:pt x="38" y="92"/>
                    </a:cubicBezTo>
                    <a:cubicBezTo>
                      <a:pt x="36" y="139"/>
                      <a:pt x="10" y="378"/>
                      <a:pt x="5" y="425"/>
                    </a:cubicBezTo>
                    <a:cubicBezTo>
                      <a:pt x="0" y="471"/>
                      <a:pt x="7" y="641"/>
                      <a:pt x="80" y="703"/>
                    </a:cubicBezTo>
                    <a:cubicBezTo>
                      <a:pt x="80" y="703"/>
                      <a:pt x="13" y="541"/>
                      <a:pt x="25" y="430"/>
                    </a:cubicBezTo>
                    <a:cubicBezTo>
                      <a:pt x="38" y="319"/>
                      <a:pt x="38" y="244"/>
                      <a:pt x="49" y="177"/>
                    </a:cubicBezTo>
                    <a:cubicBezTo>
                      <a:pt x="59" y="110"/>
                      <a:pt x="43" y="36"/>
                      <a:pt x="6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552" name="Freeform 255">
                <a:extLst>
                  <a:ext uri="{FF2B5EF4-FFF2-40B4-BE49-F238E27FC236}">
                    <a16:creationId xmlns:a16="http://schemas.microsoft.com/office/drawing/2014/main" id="{B39C54F2-8B07-43E2-840E-BA51354C9C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9" y="3015"/>
                <a:ext cx="53" cy="112"/>
              </a:xfrm>
              <a:custGeom>
                <a:avLst/>
                <a:gdLst>
                  <a:gd name="T0" fmla="*/ 25 w 50"/>
                  <a:gd name="T1" fmla="*/ 0 h 105"/>
                  <a:gd name="T2" fmla="*/ 59 w 50"/>
                  <a:gd name="T3" fmla="*/ 127 h 105"/>
                  <a:gd name="T4" fmla="*/ 25 w 50"/>
                  <a:gd name="T5" fmla="*/ 0 h 10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0" h="105">
                    <a:moveTo>
                      <a:pt x="22" y="0"/>
                    </a:moveTo>
                    <a:cubicBezTo>
                      <a:pt x="22" y="0"/>
                      <a:pt x="0" y="43"/>
                      <a:pt x="50" y="105"/>
                    </a:cubicBezTo>
                    <a:cubicBezTo>
                      <a:pt x="50" y="105"/>
                      <a:pt x="15" y="29"/>
                      <a:pt x="2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553" name="Freeform 256">
                <a:extLst>
                  <a:ext uri="{FF2B5EF4-FFF2-40B4-BE49-F238E27FC236}">
                    <a16:creationId xmlns:a16="http://schemas.microsoft.com/office/drawing/2014/main" id="{10698EE7-8FD1-42E9-BE50-0EAD29F6A7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5" y="3201"/>
                <a:ext cx="78" cy="585"/>
              </a:xfrm>
              <a:custGeom>
                <a:avLst/>
                <a:gdLst>
                  <a:gd name="T0" fmla="*/ 65 w 73"/>
                  <a:gd name="T1" fmla="*/ 0 h 548"/>
                  <a:gd name="T2" fmla="*/ 24 w 73"/>
                  <a:gd name="T3" fmla="*/ 327 h 548"/>
                  <a:gd name="T4" fmla="*/ 73 w 73"/>
                  <a:gd name="T5" fmla="*/ 573 h 548"/>
                  <a:gd name="T6" fmla="*/ 71 w 73"/>
                  <a:gd name="T7" fmla="*/ 594 h 548"/>
                  <a:gd name="T8" fmla="*/ 67 w 73"/>
                  <a:gd name="T9" fmla="*/ 629 h 548"/>
                  <a:gd name="T10" fmla="*/ 73 w 73"/>
                  <a:gd name="T11" fmla="*/ 666 h 548"/>
                  <a:gd name="T12" fmla="*/ 85 w 73"/>
                  <a:gd name="T13" fmla="*/ 641 h 548"/>
                  <a:gd name="T14" fmla="*/ 77 w 73"/>
                  <a:gd name="T15" fmla="*/ 607 h 548"/>
                  <a:gd name="T16" fmla="*/ 79 w 73"/>
                  <a:gd name="T17" fmla="*/ 537 h 548"/>
                  <a:gd name="T18" fmla="*/ 65 w 73"/>
                  <a:gd name="T19" fmla="*/ 0 h 54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73" h="548">
                    <a:moveTo>
                      <a:pt x="53" y="0"/>
                    </a:moveTo>
                    <a:cubicBezTo>
                      <a:pt x="53" y="0"/>
                      <a:pt x="11" y="131"/>
                      <a:pt x="20" y="269"/>
                    </a:cubicBezTo>
                    <a:cubicBezTo>
                      <a:pt x="30" y="408"/>
                      <a:pt x="60" y="471"/>
                      <a:pt x="60" y="471"/>
                    </a:cubicBezTo>
                    <a:cubicBezTo>
                      <a:pt x="60" y="471"/>
                      <a:pt x="61" y="483"/>
                      <a:pt x="58" y="488"/>
                    </a:cubicBezTo>
                    <a:cubicBezTo>
                      <a:pt x="54" y="493"/>
                      <a:pt x="46" y="505"/>
                      <a:pt x="55" y="517"/>
                    </a:cubicBezTo>
                    <a:cubicBezTo>
                      <a:pt x="65" y="529"/>
                      <a:pt x="56" y="543"/>
                      <a:pt x="60" y="548"/>
                    </a:cubicBezTo>
                    <a:cubicBezTo>
                      <a:pt x="60" y="548"/>
                      <a:pt x="68" y="534"/>
                      <a:pt x="70" y="526"/>
                    </a:cubicBezTo>
                    <a:cubicBezTo>
                      <a:pt x="73" y="519"/>
                      <a:pt x="55" y="517"/>
                      <a:pt x="63" y="499"/>
                    </a:cubicBezTo>
                    <a:cubicBezTo>
                      <a:pt x="70" y="481"/>
                      <a:pt x="73" y="461"/>
                      <a:pt x="65" y="441"/>
                    </a:cubicBezTo>
                    <a:cubicBezTo>
                      <a:pt x="57" y="421"/>
                      <a:pt x="0" y="277"/>
                      <a:pt x="5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554" name="Freeform 257">
                <a:extLst>
                  <a:ext uri="{FF2B5EF4-FFF2-40B4-BE49-F238E27FC236}">
                    <a16:creationId xmlns:a16="http://schemas.microsoft.com/office/drawing/2014/main" id="{BD491566-66A0-4F8E-9DA4-1F99710F70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9" y="3814"/>
                <a:ext cx="161" cy="138"/>
              </a:xfrm>
              <a:custGeom>
                <a:avLst/>
                <a:gdLst>
                  <a:gd name="T0" fmla="*/ 182 w 151"/>
                  <a:gd name="T1" fmla="*/ 1 h 130"/>
                  <a:gd name="T2" fmla="*/ 165 w 151"/>
                  <a:gd name="T3" fmla="*/ 14 h 130"/>
                  <a:gd name="T4" fmla="*/ 150 w 151"/>
                  <a:gd name="T5" fmla="*/ 29 h 130"/>
                  <a:gd name="T6" fmla="*/ 131 w 151"/>
                  <a:gd name="T7" fmla="*/ 58 h 130"/>
                  <a:gd name="T8" fmla="*/ 98 w 151"/>
                  <a:gd name="T9" fmla="*/ 84 h 130"/>
                  <a:gd name="T10" fmla="*/ 71 w 151"/>
                  <a:gd name="T11" fmla="*/ 105 h 130"/>
                  <a:gd name="T12" fmla="*/ 49 w 151"/>
                  <a:gd name="T13" fmla="*/ 123 h 130"/>
                  <a:gd name="T14" fmla="*/ 37 w 151"/>
                  <a:gd name="T15" fmla="*/ 131 h 130"/>
                  <a:gd name="T16" fmla="*/ 30 w 151"/>
                  <a:gd name="T17" fmla="*/ 134 h 130"/>
                  <a:gd name="T18" fmla="*/ 1 w 151"/>
                  <a:gd name="T19" fmla="*/ 152 h 130"/>
                  <a:gd name="T20" fmla="*/ 0 w 151"/>
                  <a:gd name="T21" fmla="*/ 155 h 130"/>
                  <a:gd name="T22" fmla="*/ 42 w 151"/>
                  <a:gd name="T23" fmla="*/ 140 h 130"/>
                  <a:gd name="T24" fmla="*/ 78 w 151"/>
                  <a:gd name="T25" fmla="*/ 117 h 130"/>
                  <a:gd name="T26" fmla="*/ 120 w 151"/>
                  <a:gd name="T27" fmla="*/ 81 h 130"/>
                  <a:gd name="T28" fmla="*/ 143 w 151"/>
                  <a:gd name="T29" fmla="*/ 56 h 130"/>
                  <a:gd name="T30" fmla="*/ 161 w 151"/>
                  <a:gd name="T31" fmla="*/ 33 h 130"/>
                  <a:gd name="T32" fmla="*/ 176 w 151"/>
                  <a:gd name="T33" fmla="*/ 13 h 130"/>
                  <a:gd name="T34" fmla="*/ 183 w 151"/>
                  <a:gd name="T35" fmla="*/ 0 h 130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151" h="130">
                    <a:moveTo>
                      <a:pt x="150" y="1"/>
                    </a:moveTo>
                    <a:cubicBezTo>
                      <a:pt x="145" y="2"/>
                      <a:pt x="140" y="7"/>
                      <a:pt x="136" y="11"/>
                    </a:cubicBezTo>
                    <a:cubicBezTo>
                      <a:pt x="132" y="15"/>
                      <a:pt x="127" y="19"/>
                      <a:pt x="124" y="24"/>
                    </a:cubicBezTo>
                    <a:cubicBezTo>
                      <a:pt x="119" y="33"/>
                      <a:pt x="115" y="41"/>
                      <a:pt x="108" y="49"/>
                    </a:cubicBezTo>
                    <a:cubicBezTo>
                      <a:pt x="101" y="58"/>
                      <a:pt x="91" y="64"/>
                      <a:pt x="81" y="70"/>
                    </a:cubicBezTo>
                    <a:cubicBezTo>
                      <a:pt x="73" y="76"/>
                      <a:pt x="66" y="82"/>
                      <a:pt x="59" y="88"/>
                    </a:cubicBezTo>
                    <a:cubicBezTo>
                      <a:pt x="53" y="93"/>
                      <a:pt x="47" y="98"/>
                      <a:pt x="40" y="103"/>
                    </a:cubicBezTo>
                    <a:cubicBezTo>
                      <a:pt x="37" y="105"/>
                      <a:pt x="34" y="107"/>
                      <a:pt x="31" y="109"/>
                    </a:cubicBezTo>
                    <a:cubicBezTo>
                      <a:pt x="29" y="110"/>
                      <a:pt x="26" y="111"/>
                      <a:pt x="24" y="112"/>
                    </a:cubicBezTo>
                    <a:cubicBezTo>
                      <a:pt x="16" y="115"/>
                      <a:pt x="4" y="119"/>
                      <a:pt x="1" y="127"/>
                    </a:cubicBezTo>
                    <a:cubicBezTo>
                      <a:pt x="0" y="128"/>
                      <a:pt x="0" y="129"/>
                      <a:pt x="0" y="130"/>
                    </a:cubicBezTo>
                    <a:cubicBezTo>
                      <a:pt x="6" y="120"/>
                      <a:pt x="25" y="121"/>
                      <a:pt x="35" y="117"/>
                    </a:cubicBezTo>
                    <a:cubicBezTo>
                      <a:pt x="47" y="113"/>
                      <a:pt x="55" y="106"/>
                      <a:pt x="64" y="98"/>
                    </a:cubicBezTo>
                    <a:cubicBezTo>
                      <a:pt x="76" y="88"/>
                      <a:pt x="88" y="78"/>
                      <a:pt x="99" y="68"/>
                    </a:cubicBezTo>
                    <a:cubicBezTo>
                      <a:pt x="106" y="61"/>
                      <a:pt x="111" y="53"/>
                      <a:pt x="118" y="47"/>
                    </a:cubicBezTo>
                    <a:cubicBezTo>
                      <a:pt x="124" y="41"/>
                      <a:pt x="129" y="35"/>
                      <a:pt x="133" y="27"/>
                    </a:cubicBezTo>
                    <a:cubicBezTo>
                      <a:pt x="137" y="21"/>
                      <a:pt x="141" y="16"/>
                      <a:pt x="145" y="10"/>
                    </a:cubicBezTo>
                    <a:cubicBezTo>
                      <a:pt x="147" y="6"/>
                      <a:pt x="149" y="3"/>
                      <a:pt x="151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555" name="Freeform 258">
                <a:extLst>
                  <a:ext uri="{FF2B5EF4-FFF2-40B4-BE49-F238E27FC236}">
                    <a16:creationId xmlns:a16="http://schemas.microsoft.com/office/drawing/2014/main" id="{3A0C4F4A-E136-4E4D-9EE4-D4B361DD3F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6" y="3963"/>
                <a:ext cx="9" cy="16"/>
              </a:xfrm>
              <a:custGeom>
                <a:avLst/>
                <a:gdLst>
                  <a:gd name="T0" fmla="*/ 11 w 8"/>
                  <a:gd name="T1" fmla="*/ 0 h 15"/>
                  <a:gd name="T2" fmla="*/ 2 w 8"/>
                  <a:gd name="T3" fmla="*/ 18 h 15"/>
                  <a:gd name="T4" fmla="*/ 11 w 8"/>
                  <a:gd name="T5" fmla="*/ 1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5">
                    <a:moveTo>
                      <a:pt x="8" y="0"/>
                    </a:moveTo>
                    <a:cubicBezTo>
                      <a:pt x="2" y="3"/>
                      <a:pt x="0" y="9"/>
                      <a:pt x="2" y="15"/>
                    </a:cubicBezTo>
                    <a:cubicBezTo>
                      <a:pt x="1" y="10"/>
                      <a:pt x="5" y="5"/>
                      <a:pt x="8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556" name="Freeform 259">
                <a:extLst>
                  <a:ext uri="{FF2B5EF4-FFF2-40B4-BE49-F238E27FC236}">
                    <a16:creationId xmlns:a16="http://schemas.microsoft.com/office/drawing/2014/main" id="{CF5528F1-F94A-4DEC-BB1A-89101220CE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9" y="3959"/>
                <a:ext cx="26" cy="25"/>
              </a:xfrm>
              <a:custGeom>
                <a:avLst/>
                <a:gdLst>
                  <a:gd name="T0" fmla="*/ 29 w 24"/>
                  <a:gd name="T1" fmla="*/ 1 h 24"/>
                  <a:gd name="T2" fmla="*/ 22 w 24"/>
                  <a:gd name="T3" fmla="*/ 6 h 24"/>
                  <a:gd name="T4" fmla="*/ 12 w 24"/>
                  <a:gd name="T5" fmla="*/ 9 h 24"/>
                  <a:gd name="T6" fmla="*/ 0 w 24"/>
                  <a:gd name="T7" fmla="*/ 24 h 24"/>
                  <a:gd name="T8" fmla="*/ 0 w 24"/>
                  <a:gd name="T9" fmla="*/ 24 h 24"/>
                  <a:gd name="T10" fmla="*/ 4 w 24"/>
                  <a:gd name="T11" fmla="*/ 27 h 24"/>
                  <a:gd name="T12" fmla="*/ 15 w 24"/>
                  <a:gd name="T13" fmla="*/ 15 h 24"/>
                  <a:gd name="T14" fmla="*/ 30 w 24"/>
                  <a:gd name="T15" fmla="*/ 0 h 2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4" h="24">
                    <a:moveTo>
                      <a:pt x="23" y="1"/>
                    </a:moveTo>
                    <a:cubicBezTo>
                      <a:pt x="22" y="1"/>
                      <a:pt x="19" y="5"/>
                      <a:pt x="17" y="6"/>
                    </a:cubicBezTo>
                    <a:cubicBezTo>
                      <a:pt x="14" y="7"/>
                      <a:pt x="11" y="8"/>
                      <a:pt x="9" y="9"/>
                    </a:cubicBezTo>
                    <a:cubicBezTo>
                      <a:pt x="5" y="12"/>
                      <a:pt x="1" y="17"/>
                      <a:pt x="0" y="21"/>
                    </a:cubicBezTo>
                    <a:cubicBezTo>
                      <a:pt x="0" y="21"/>
                      <a:pt x="0" y="21"/>
                      <a:pt x="0" y="21"/>
                    </a:cubicBezTo>
                    <a:cubicBezTo>
                      <a:pt x="2" y="22"/>
                      <a:pt x="3" y="23"/>
                      <a:pt x="4" y="24"/>
                    </a:cubicBezTo>
                    <a:cubicBezTo>
                      <a:pt x="5" y="19"/>
                      <a:pt x="7" y="16"/>
                      <a:pt x="12" y="12"/>
                    </a:cubicBezTo>
                    <a:cubicBezTo>
                      <a:pt x="16" y="9"/>
                      <a:pt x="19" y="2"/>
                      <a:pt x="24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557" name="Freeform 260">
                <a:extLst>
                  <a:ext uri="{FF2B5EF4-FFF2-40B4-BE49-F238E27FC236}">
                    <a16:creationId xmlns:a16="http://schemas.microsoft.com/office/drawing/2014/main" id="{7984C4BB-9E79-4B11-A045-ADC849C092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2" y="3970"/>
                <a:ext cx="20" cy="27"/>
              </a:xfrm>
              <a:custGeom>
                <a:avLst/>
                <a:gdLst>
                  <a:gd name="T0" fmla="*/ 24 w 18"/>
                  <a:gd name="T1" fmla="*/ 1 h 26"/>
                  <a:gd name="T2" fmla="*/ 13 w 18"/>
                  <a:gd name="T3" fmla="*/ 16 h 26"/>
                  <a:gd name="T4" fmla="*/ 0 w 18"/>
                  <a:gd name="T5" fmla="*/ 20 h 26"/>
                  <a:gd name="T6" fmla="*/ 23 w 18"/>
                  <a:gd name="T7" fmla="*/ 0 h 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26">
                    <a:moveTo>
                      <a:pt x="18" y="1"/>
                    </a:moveTo>
                    <a:cubicBezTo>
                      <a:pt x="15" y="4"/>
                      <a:pt x="14" y="9"/>
                      <a:pt x="10" y="13"/>
                    </a:cubicBezTo>
                    <a:cubicBezTo>
                      <a:pt x="7" y="15"/>
                      <a:pt x="3" y="16"/>
                      <a:pt x="0" y="17"/>
                    </a:cubicBezTo>
                    <a:cubicBezTo>
                      <a:pt x="10" y="26"/>
                      <a:pt x="15" y="6"/>
                      <a:pt x="17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558" name="Freeform 261">
                <a:extLst>
                  <a:ext uri="{FF2B5EF4-FFF2-40B4-BE49-F238E27FC236}">
                    <a16:creationId xmlns:a16="http://schemas.microsoft.com/office/drawing/2014/main" id="{1B8312CB-6DD8-4E89-9B5F-D471D40FDA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4" y="4004"/>
                <a:ext cx="27" cy="31"/>
              </a:xfrm>
              <a:custGeom>
                <a:avLst/>
                <a:gdLst>
                  <a:gd name="T0" fmla="*/ 5 w 25"/>
                  <a:gd name="T1" fmla="*/ 0 h 29"/>
                  <a:gd name="T2" fmla="*/ 5 w 25"/>
                  <a:gd name="T3" fmla="*/ 19 h 29"/>
                  <a:gd name="T4" fmla="*/ 31 w 25"/>
                  <a:gd name="T5" fmla="*/ 31 h 29"/>
                  <a:gd name="T6" fmla="*/ 17 w 25"/>
                  <a:gd name="T7" fmla="*/ 18 h 29"/>
                  <a:gd name="T8" fmla="*/ 10 w 25"/>
                  <a:gd name="T9" fmla="*/ 1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29">
                    <a:moveTo>
                      <a:pt x="5" y="0"/>
                    </a:moveTo>
                    <a:cubicBezTo>
                      <a:pt x="0" y="5"/>
                      <a:pt x="3" y="12"/>
                      <a:pt x="5" y="16"/>
                    </a:cubicBezTo>
                    <a:cubicBezTo>
                      <a:pt x="8" y="22"/>
                      <a:pt x="18" y="29"/>
                      <a:pt x="25" y="25"/>
                    </a:cubicBezTo>
                    <a:cubicBezTo>
                      <a:pt x="20" y="23"/>
                      <a:pt x="17" y="19"/>
                      <a:pt x="14" y="15"/>
                    </a:cubicBezTo>
                    <a:cubicBezTo>
                      <a:pt x="10" y="11"/>
                      <a:pt x="4" y="7"/>
                      <a:pt x="7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559" name="Freeform 262">
                <a:extLst>
                  <a:ext uri="{FF2B5EF4-FFF2-40B4-BE49-F238E27FC236}">
                    <a16:creationId xmlns:a16="http://schemas.microsoft.com/office/drawing/2014/main" id="{BAE8A1E4-4A3E-491D-B2C1-C46D2AABC5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5" y="3998"/>
                <a:ext cx="12" cy="22"/>
              </a:xfrm>
              <a:custGeom>
                <a:avLst/>
                <a:gdLst>
                  <a:gd name="T0" fmla="*/ 4 w 11"/>
                  <a:gd name="T1" fmla="*/ 1 h 20"/>
                  <a:gd name="T2" fmla="*/ 14 w 11"/>
                  <a:gd name="T3" fmla="*/ 24 h 20"/>
                  <a:gd name="T4" fmla="*/ 9 w 11"/>
                  <a:gd name="T5" fmla="*/ 0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20">
                    <a:moveTo>
                      <a:pt x="4" y="1"/>
                    </a:moveTo>
                    <a:cubicBezTo>
                      <a:pt x="0" y="0"/>
                      <a:pt x="0" y="20"/>
                      <a:pt x="11" y="18"/>
                    </a:cubicBezTo>
                    <a:cubicBezTo>
                      <a:pt x="6" y="13"/>
                      <a:pt x="1" y="7"/>
                      <a:pt x="6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560" name="Freeform 263">
                <a:extLst>
                  <a:ext uri="{FF2B5EF4-FFF2-40B4-BE49-F238E27FC236}">
                    <a16:creationId xmlns:a16="http://schemas.microsoft.com/office/drawing/2014/main" id="{0B1E1D1D-23AF-493C-A300-7C343AC819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1" y="3993"/>
                <a:ext cx="7" cy="13"/>
              </a:xfrm>
              <a:custGeom>
                <a:avLst/>
                <a:gdLst>
                  <a:gd name="T0" fmla="*/ 2 w 6"/>
                  <a:gd name="T1" fmla="*/ 0 h 12"/>
                  <a:gd name="T2" fmla="*/ 9 w 6"/>
                  <a:gd name="T3" fmla="*/ 15 h 12"/>
                  <a:gd name="T4" fmla="*/ 7 w 6"/>
                  <a:gd name="T5" fmla="*/ 0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12">
                    <a:moveTo>
                      <a:pt x="2" y="0"/>
                    </a:moveTo>
                    <a:cubicBezTo>
                      <a:pt x="0" y="3"/>
                      <a:pt x="0" y="12"/>
                      <a:pt x="6" y="12"/>
                    </a:cubicBezTo>
                    <a:cubicBezTo>
                      <a:pt x="5" y="8"/>
                      <a:pt x="2" y="5"/>
                      <a:pt x="4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561" name="Freeform 264">
                <a:extLst>
                  <a:ext uri="{FF2B5EF4-FFF2-40B4-BE49-F238E27FC236}">
                    <a16:creationId xmlns:a16="http://schemas.microsoft.com/office/drawing/2014/main" id="{C98ECAB4-E980-43DA-8F01-FA4C531863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9" y="3946"/>
                <a:ext cx="69" cy="62"/>
              </a:xfrm>
              <a:custGeom>
                <a:avLst/>
                <a:gdLst>
                  <a:gd name="T0" fmla="*/ 0 w 65"/>
                  <a:gd name="T1" fmla="*/ 64 h 58"/>
                  <a:gd name="T2" fmla="*/ 29 w 65"/>
                  <a:gd name="T3" fmla="*/ 50 h 58"/>
                  <a:gd name="T4" fmla="*/ 41 w 65"/>
                  <a:gd name="T5" fmla="*/ 30 h 58"/>
                  <a:gd name="T6" fmla="*/ 77 w 65"/>
                  <a:gd name="T7" fmla="*/ 0 h 58"/>
                  <a:gd name="T8" fmla="*/ 53 w 65"/>
                  <a:gd name="T9" fmla="*/ 15 h 58"/>
                  <a:gd name="T10" fmla="*/ 27 w 65"/>
                  <a:gd name="T11" fmla="*/ 33 h 58"/>
                  <a:gd name="T12" fmla="*/ 18 w 65"/>
                  <a:gd name="T13" fmla="*/ 52 h 58"/>
                  <a:gd name="T14" fmla="*/ 4 w 65"/>
                  <a:gd name="T15" fmla="*/ 61 h 5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5" h="58">
                    <a:moveTo>
                      <a:pt x="0" y="52"/>
                    </a:moveTo>
                    <a:cubicBezTo>
                      <a:pt x="8" y="58"/>
                      <a:pt x="21" y="48"/>
                      <a:pt x="24" y="41"/>
                    </a:cubicBezTo>
                    <a:cubicBezTo>
                      <a:pt x="27" y="35"/>
                      <a:pt x="28" y="28"/>
                      <a:pt x="35" y="24"/>
                    </a:cubicBezTo>
                    <a:cubicBezTo>
                      <a:pt x="46" y="19"/>
                      <a:pt x="53" y="4"/>
                      <a:pt x="65" y="0"/>
                    </a:cubicBezTo>
                    <a:cubicBezTo>
                      <a:pt x="58" y="2"/>
                      <a:pt x="51" y="8"/>
                      <a:pt x="44" y="12"/>
                    </a:cubicBezTo>
                    <a:cubicBezTo>
                      <a:pt x="36" y="16"/>
                      <a:pt x="29" y="19"/>
                      <a:pt x="23" y="27"/>
                    </a:cubicBezTo>
                    <a:cubicBezTo>
                      <a:pt x="20" y="32"/>
                      <a:pt x="20" y="38"/>
                      <a:pt x="15" y="43"/>
                    </a:cubicBezTo>
                    <a:cubicBezTo>
                      <a:pt x="13" y="45"/>
                      <a:pt x="8" y="48"/>
                      <a:pt x="4" y="50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562" name="Freeform 265">
                <a:extLst>
                  <a:ext uri="{FF2B5EF4-FFF2-40B4-BE49-F238E27FC236}">
                    <a16:creationId xmlns:a16="http://schemas.microsoft.com/office/drawing/2014/main" id="{C6A42C99-1308-4403-BBF1-486134859F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2" y="3695"/>
                <a:ext cx="94" cy="133"/>
              </a:xfrm>
              <a:custGeom>
                <a:avLst/>
                <a:gdLst>
                  <a:gd name="T0" fmla="*/ 58 w 88"/>
                  <a:gd name="T1" fmla="*/ 153 h 124"/>
                  <a:gd name="T2" fmla="*/ 103 w 88"/>
                  <a:gd name="T3" fmla="*/ 101 h 124"/>
                  <a:gd name="T4" fmla="*/ 103 w 88"/>
                  <a:gd name="T5" fmla="*/ 32 h 124"/>
                  <a:gd name="T6" fmla="*/ 99 w 88"/>
                  <a:gd name="T7" fmla="*/ 16 h 124"/>
                  <a:gd name="T8" fmla="*/ 72 w 88"/>
                  <a:gd name="T9" fmla="*/ 5 h 124"/>
                  <a:gd name="T10" fmla="*/ 0 w 88"/>
                  <a:gd name="T11" fmla="*/ 3 h 124"/>
                  <a:gd name="T12" fmla="*/ 69 w 88"/>
                  <a:gd name="T13" fmla="*/ 16 h 124"/>
                  <a:gd name="T14" fmla="*/ 90 w 88"/>
                  <a:gd name="T15" fmla="*/ 20 h 124"/>
                  <a:gd name="T16" fmla="*/ 93 w 88"/>
                  <a:gd name="T17" fmla="*/ 44 h 124"/>
                  <a:gd name="T18" fmla="*/ 94 w 88"/>
                  <a:gd name="T19" fmla="*/ 107 h 124"/>
                  <a:gd name="T20" fmla="*/ 64 w 88"/>
                  <a:gd name="T21" fmla="*/ 152 h 12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8" h="124">
                    <a:moveTo>
                      <a:pt x="48" y="124"/>
                    </a:moveTo>
                    <a:cubicBezTo>
                      <a:pt x="69" y="116"/>
                      <a:pt x="79" y="105"/>
                      <a:pt x="84" y="82"/>
                    </a:cubicBezTo>
                    <a:cubicBezTo>
                      <a:pt x="88" y="63"/>
                      <a:pt x="81" y="45"/>
                      <a:pt x="84" y="26"/>
                    </a:cubicBezTo>
                    <a:cubicBezTo>
                      <a:pt x="86" y="17"/>
                      <a:pt x="88" y="18"/>
                      <a:pt x="81" y="13"/>
                    </a:cubicBezTo>
                    <a:cubicBezTo>
                      <a:pt x="74" y="8"/>
                      <a:pt x="68" y="7"/>
                      <a:pt x="59" y="5"/>
                    </a:cubicBezTo>
                    <a:cubicBezTo>
                      <a:pt x="39" y="0"/>
                      <a:pt x="20" y="2"/>
                      <a:pt x="0" y="3"/>
                    </a:cubicBezTo>
                    <a:cubicBezTo>
                      <a:pt x="19" y="4"/>
                      <a:pt x="37" y="12"/>
                      <a:pt x="57" y="13"/>
                    </a:cubicBezTo>
                    <a:cubicBezTo>
                      <a:pt x="63" y="13"/>
                      <a:pt x="69" y="11"/>
                      <a:pt x="74" y="17"/>
                    </a:cubicBezTo>
                    <a:cubicBezTo>
                      <a:pt x="78" y="22"/>
                      <a:pt x="76" y="29"/>
                      <a:pt x="76" y="35"/>
                    </a:cubicBezTo>
                    <a:cubicBezTo>
                      <a:pt x="76" y="53"/>
                      <a:pt x="83" y="69"/>
                      <a:pt x="77" y="87"/>
                    </a:cubicBezTo>
                    <a:cubicBezTo>
                      <a:pt x="71" y="102"/>
                      <a:pt x="61" y="112"/>
                      <a:pt x="52" y="123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563" name="Freeform 266">
                <a:extLst>
                  <a:ext uri="{FF2B5EF4-FFF2-40B4-BE49-F238E27FC236}">
                    <a16:creationId xmlns:a16="http://schemas.microsoft.com/office/drawing/2014/main" id="{72CC6497-7A9C-439F-8FD2-743519B1DC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4" y="3846"/>
                <a:ext cx="119" cy="101"/>
              </a:xfrm>
              <a:custGeom>
                <a:avLst/>
                <a:gdLst>
                  <a:gd name="T0" fmla="*/ 133 w 112"/>
                  <a:gd name="T1" fmla="*/ 0 h 95"/>
                  <a:gd name="T2" fmla="*/ 129 w 112"/>
                  <a:gd name="T3" fmla="*/ 51 h 95"/>
                  <a:gd name="T4" fmla="*/ 119 w 112"/>
                  <a:gd name="T5" fmla="*/ 78 h 95"/>
                  <a:gd name="T6" fmla="*/ 82 w 112"/>
                  <a:gd name="T7" fmla="*/ 100 h 95"/>
                  <a:gd name="T8" fmla="*/ 39 w 112"/>
                  <a:gd name="T9" fmla="*/ 103 h 95"/>
                  <a:gd name="T10" fmla="*/ 0 w 112"/>
                  <a:gd name="T11" fmla="*/ 110 h 95"/>
                  <a:gd name="T12" fmla="*/ 40 w 112"/>
                  <a:gd name="T13" fmla="*/ 43 h 95"/>
                  <a:gd name="T14" fmla="*/ 33 w 112"/>
                  <a:gd name="T15" fmla="*/ 85 h 95"/>
                  <a:gd name="T16" fmla="*/ 37 w 112"/>
                  <a:gd name="T17" fmla="*/ 96 h 95"/>
                  <a:gd name="T18" fmla="*/ 58 w 112"/>
                  <a:gd name="T19" fmla="*/ 91 h 95"/>
                  <a:gd name="T20" fmla="*/ 106 w 112"/>
                  <a:gd name="T21" fmla="*/ 71 h 95"/>
                  <a:gd name="T22" fmla="*/ 125 w 112"/>
                  <a:gd name="T23" fmla="*/ 39 h 95"/>
                  <a:gd name="T24" fmla="*/ 130 w 112"/>
                  <a:gd name="T25" fmla="*/ 6 h 9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12" h="95">
                    <a:moveTo>
                      <a:pt x="111" y="0"/>
                    </a:moveTo>
                    <a:cubicBezTo>
                      <a:pt x="112" y="14"/>
                      <a:pt x="109" y="29"/>
                      <a:pt x="107" y="42"/>
                    </a:cubicBezTo>
                    <a:cubicBezTo>
                      <a:pt x="106" y="51"/>
                      <a:pt x="105" y="58"/>
                      <a:pt x="99" y="65"/>
                    </a:cubicBezTo>
                    <a:cubicBezTo>
                      <a:pt x="92" y="75"/>
                      <a:pt x="80" y="81"/>
                      <a:pt x="68" y="83"/>
                    </a:cubicBezTo>
                    <a:cubicBezTo>
                      <a:pt x="57" y="85"/>
                      <a:pt x="45" y="84"/>
                      <a:pt x="33" y="86"/>
                    </a:cubicBezTo>
                    <a:cubicBezTo>
                      <a:pt x="24" y="89"/>
                      <a:pt x="9" y="95"/>
                      <a:pt x="0" y="91"/>
                    </a:cubicBezTo>
                    <a:cubicBezTo>
                      <a:pt x="17" y="76"/>
                      <a:pt x="31" y="59"/>
                      <a:pt x="34" y="36"/>
                    </a:cubicBezTo>
                    <a:cubicBezTo>
                      <a:pt x="34" y="48"/>
                      <a:pt x="29" y="59"/>
                      <a:pt x="27" y="71"/>
                    </a:cubicBezTo>
                    <a:cubicBezTo>
                      <a:pt x="26" y="77"/>
                      <a:pt x="24" y="79"/>
                      <a:pt x="31" y="80"/>
                    </a:cubicBezTo>
                    <a:cubicBezTo>
                      <a:pt x="37" y="81"/>
                      <a:pt x="43" y="77"/>
                      <a:pt x="49" y="76"/>
                    </a:cubicBezTo>
                    <a:cubicBezTo>
                      <a:pt x="64" y="75"/>
                      <a:pt x="76" y="70"/>
                      <a:pt x="88" y="59"/>
                    </a:cubicBezTo>
                    <a:cubicBezTo>
                      <a:pt x="97" y="51"/>
                      <a:pt x="100" y="43"/>
                      <a:pt x="104" y="33"/>
                    </a:cubicBezTo>
                    <a:cubicBezTo>
                      <a:pt x="106" y="24"/>
                      <a:pt x="111" y="15"/>
                      <a:pt x="108" y="6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564" name="Freeform 267">
                <a:extLst>
                  <a:ext uri="{FF2B5EF4-FFF2-40B4-BE49-F238E27FC236}">
                    <a16:creationId xmlns:a16="http://schemas.microsoft.com/office/drawing/2014/main" id="{6F8F3567-3A04-45AE-9B43-5184D24623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5" y="3798"/>
                <a:ext cx="110" cy="68"/>
              </a:xfrm>
              <a:custGeom>
                <a:avLst/>
                <a:gdLst>
                  <a:gd name="T0" fmla="*/ 0 w 103"/>
                  <a:gd name="T1" fmla="*/ 14 h 64"/>
                  <a:gd name="T2" fmla="*/ 72 w 103"/>
                  <a:gd name="T3" fmla="*/ 3 h 64"/>
                  <a:gd name="T4" fmla="*/ 125 w 103"/>
                  <a:gd name="T5" fmla="*/ 43 h 64"/>
                  <a:gd name="T6" fmla="*/ 83 w 103"/>
                  <a:gd name="T7" fmla="*/ 30 h 64"/>
                  <a:gd name="T8" fmla="*/ 72 w 103"/>
                  <a:gd name="T9" fmla="*/ 77 h 64"/>
                  <a:gd name="T10" fmla="*/ 67 w 103"/>
                  <a:gd name="T11" fmla="*/ 49 h 64"/>
                  <a:gd name="T12" fmla="*/ 43 w 103"/>
                  <a:gd name="T13" fmla="*/ 33 h 64"/>
                  <a:gd name="T14" fmla="*/ 23 w 103"/>
                  <a:gd name="T15" fmla="*/ 22 h 64"/>
                  <a:gd name="T16" fmla="*/ 2 w 103"/>
                  <a:gd name="T17" fmla="*/ 15 h 6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3" h="64">
                    <a:moveTo>
                      <a:pt x="0" y="11"/>
                    </a:moveTo>
                    <a:cubicBezTo>
                      <a:pt x="20" y="20"/>
                      <a:pt x="39" y="6"/>
                      <a:pt x="59" y="3"/>
                    </a:cubicBezTo>
                    <a:cubicBezTo>
                      <a:pt x="81" y="0"/>
                      <a:pt x="93" y="18"/>
                      <a:pt x="103" y="36"/>
                    </a:cubicBezTo>
                    <a:cubicBezTo>
                      <a:pt x="97" y="27"/>
                      <a:pt x="78" y="17"/>
                      <a:pt x="68" y="24"/>
                    </a:cubicBezTo>
                    <a:cubicBezTo>
                      <a:pt x="56" y="31"/>
                      <a:pt x="62" y="53"/>
                      <a:pt x="59" y="64"/>
                    </a:cubicBezTo>
                    <a:cubicBezTo>
                      <a:pt x="59" y="56"/>
                      <a:pt x="57" y="47"/>
                      <a:pt x="55" y="40"/>
                    </a:cubicBezTo>
                    <a:cubicBezTo>
                      <a:pt x="51" y="31"/>
                      <a:pt x="44" y="29"/>
                      <a:pt x="35" y="27"/>
                    </a:cubicBezTo>
                    <a:cubicBezTo>
                      <a:pt x="30" y="25"/>
                      <a:pt x="25" y="22"/>
                      <a:pt x="20" y="19"/>
                    </a:cubicBezTo>
                    <a:cubicBezTo>
                      <a:pt x="14" y="17"/>
                      <a:pt x="6" y="16"/>
                      <a:pt x="2" y="12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565" name="Freeform 268">
                <a:extLst>
                  <a:ext uri="{FF2B5EF4-FFF2-40B4-BE49-F238E27FC236}">
                    <a16:creationId xmlns:a16="http://schemas.microsoft.com/office/drawing/2014/main" id="{BD72AA01-1E81-4264-AC9C-BCCA612444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5" y="3178"/>
                <a:ext cx="191" cy="313"/>
              </a:xfrm>
              <a:custGeom>
                <a:avLst/>
                <a:gdLst>
                  <a:gd name="T0" fmla="*/ 0 w 179"/>
                  <a:gd name="T1" fmla="*/ 12 h 293"/>
                  <a:gd name="T2" fmla="*/ 83 w 179"/>
                  <a:gd name="T3" fmla="*/ 1 h 293"/>
                  <a:gd name="T4" fmla="*/ 145 w 179"/>
                  <a:gd name="T5" fmla="*/ 1 h 293"/>
                  <a:gd name="T6" fmla="*/ 186 w 179"/>
                  <a:gd name="T7" fmla="*/ 5 h 293"/>
                  <a:gd name="T8" fmla="*/ 197 w 179"/>
                  <a:gd name="T9" fmla="*/ 53 h 293"/>
                  <a:gd name="T10" fmla="*/ 210 w 179"/>
                  <a:gd name="T11" fmla="*/ 198 h 293"/>
                  <a:gd name="T12" fmla="*/ 180 w 179"/>
                  <a:gd name="T13" fmla="*/ 357 h 293"/>
                  <a:gd name="T14" fmla="*/ 193 w 179"/>
                  <a:gd name="T15" fmla="*/ 245 h 293"/>
                  <a:gd name="T16" fmla="*/ 189 w 179"/>
                  <a:gd name="T17" fmla="*/ 160 h 293"/>
                  <a:gd name="T18" fmla="*/ 181 w 179"/>
                  <a:gd name="T19" fmla="*/ 112 h 293"/>
                  <a:gd name="T20" fmla="*/ 175 w 179"/>
                  <a:gd name="T21" fmla="*/ 53 h 293"/>
                  <a:gd name="T22" fmla="*/ 149 w 179"/>
                  <a:gd name="T23" fmla="*/ 46 h 293"/>
                  <a:gd name="T24" fmla="*/ 98 w 179"/>
                  <a:gd name="T25" fmla="*/ 34 h 293"/>
                  <a:gd name="T26" fmla="*/ 55 w 179"/>
                  <a:gd name="T27" fmla="*/ 26 h 293"/>
                  <a:gd name="T28" fmla="*/ 22 w 179"/>
                  <a:gd name="T29" fmla="*/ 20 h 293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79" h="293">
                    <a:moveTo>
                      <a:pt x="0" y="9"/>
                    </a:moveTo>
                    <a:cubicBezTo>
                      <a:pt x="24" y="9"/>
                      <a:pt x="45" y="2"/>
                      <a:pt x="68" y="1"/>
                    </a:cubicBezTo>
                    <a:cubicBezTo>
                      <a:pt x="84" y="0"/>
                      <a:pt x="102" y="1"/>
                      <a:pt x="119" y="1"/>
                    </a:cubicBezTo>
                    <a:cubicBezTo>
                      <a:pt x="127" y="1"/>
                      <a:pt x="147" y="0"/>
                      <a:pt x="153" y="5"/>
                    </a:cubicBezTo>
                    <a:cubicBezTo>
                      <a:pt x="162" y="12"/>
                      <a:pt x="161" y="34"/>
                      <a:pt x="162" y="44"/>
                    </a:cubicBezTo>
                    <a:cubicBezTo>
                      <a:pt x="165" y="83"/>
                      <a:pt x="168" y="123"/>
                      <a:pt x="173" y="162"/>
                    </a:cubicBezTo>
                    <a:cubicBezTo>
                      <a:pt x="179" y="210"/>
                      <a:pt x="154" y="248"/>
                      <a:pt x="148" y="293"/>
                    </a:cubicBezTo>
                    <a:cubicBezTo>
                      <a:pt x="149" y="262"/>
                      <a:pt x="158" y="232"/>
                      <a:pt x="159" y="200"/>
                    </a:cubicBezTo>
                    <a:cubicBezTo>
                      <a:pt x="161" y="177"/>
                      <a:pt x="160" y="153"/>
                      <a:pt x="156" y="131"/>
                    </a:cubicBezTo>
                    <a:cubicBezTo>
                      <a:pt x="154" y="118"/>
                      <a:pt x="151" y="105"/>
                      <a:pt x="149" y="92"/>
                    </a:cubicBezTo>
                    <a:cubicBezTo>
                      <a:pt x="147" y="78"/>
                      <a:pt x="149" y="57"/>
                      <a:pt x="144" y="44"/>
                    </a:cubicBezTo>
                    <a:cubicBezTo>
                      <a:pt x="139" y="30"/>
                      <a:pt x="135" y="35"/>
                      <a:pt x="123" y="37"/>
                    </a:cubicBezTo>
                    <a:cubicBezTo>
                      <a:pt x="107" y="38"/>
                      <a:pt x="95" y="32"/>
                      <a:pt x="81" y="28"/>
                    </a:cubicBezTo>
                    <a:cubicBezTo>
                      <a:pt x="69" y="24"/>
                      <a:pt x="58" y="22"/>
                      <a:pt x="46" y="21"/>
                    </a:cubicBezTo>
                    <a:cubicBezTo>
                      <a:pt x="38" y="20"/>
                      <a:pt x="24" y="22"/>
                      <a:pt x="19" y="17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566" name="Freeform 269">
                <a:extLst>
                  <a:ext uri="{FF2B5EF4-FFF2-40B4-BE49-F238E27FC236}">
                    <a16:creationId xmlns:a16="http://schemas.microsoft.com/office/drawing/2014/main" id="{BD7B3973-8967-4451-BBE5-D92687A71A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8" y="3332"/>
                <a:ext cx="151" cy="342"/>
              </a:xfrm>
              <a:custGeom>
                <a:avLst/>
                <a:gdLst>
                  <a:gd name="T0" fmla="*/ 161 w 142"/>
                  <a:gd name="T1" fmla="*/ 140 h 320"/>
                  <a:gd name="T2" fmla="*/ 96 w 142"/>
                  <a:gd name="T3" fmla="*/ 287 h 320"/>
                  <a:gd name="T4" fmla="*/ 0 w 142"/>
                  <a:gd name="T5" fmla="*/ 391 h 320"/>
                  <a:gd name="T6" fmla="*/ 87 w 142"/>
                  <a:gd name="T7" fmla="*/ 279 h 320"/>
                  <a:gd name="T8" fmla="*/ 138 w 142"/>
                  <a:gd name="T9" fmla="*/ 168 h 320"/>
                  <a:gd name="T10" fmla="*/ 163 w 142"/>
                  <a:gd name="T11" fmla="*/ 0 h 32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2" h="320">
                    <a:moveTo>
                      <a:pt x="134" y="115"/>
                    </a:moveTo>
                    <a:cubicBezTo>
                      <a:pt x="129" y="158"/>
                      <a:pt x="104" y="201"/>
                      <a:pt x="80" y="236"/>
                    </a:cubicBezTo>
                    <a:cubicBezTo>
                      <a:pt x="60" y="265"/>
                      <a:pt x="30" y="301"/>
                      <a:pt x="0" y="320"/>
                    </a:cubicBezTo>
                    <a:cubicBezTo>
                      <a:pt x="25" y="292"/>
                      <a:pt x="54" y="261"/>
                      <a:pt x="72" y="228"/>
                    </a:cubicBezTo>
                    <a:cubicBezTo>
                      <a:pt x="88" y="198"/>
                      <a:pt x="100" y="168"/>
                      <a:pt x="115" y="138"/>
                    </a:cubicBezTo>
                    <a:cubicBezTo>
                      <a:pt x="135" y="100"/>
                      <a:pt x="142" y="43"/>
                      <a:pt x="135" y="0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567" name="Freeform 270">
                <a:extLst>
                  <a:ext uri="{FF2B5EF4-FFF2-40B4-BE49-F238E27FC236}">
                    <a16:creationId xmlns:a16="http://schemas.microsoft.com/office/drawing/2014/main" id="{46584795-C7C1-4D3E-9031-A2C42E6337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3" y="2495"/>
                <a:ext cx="125" cy="23"/>
              </a:xfrm>
              <a:custGeom>
                <a:avLst/>
                <a:gdLst>
                  <a:gd name="T0" fmla="*/ 143 w 117"/>
                  <a:gd name="T1" fmla="*/ 11 h 21"/>
                  <a:gd name="T2" fmla="*/ 84 w 117"/>
                  <a:gd name="T3" fmla="*/ 24 h 21"/>
                  <a:gd name="T4" fmla="*/ 0 w 117"/>
                  <a:gd name="T5" fmla="*/ 0 h 21"/>
                  <a:gd name="T6" fmla="*/ 139 w 117"/>
                  <a:gd name="T7" fmla="*/ 11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7" h="21">
                    <a:moveTo>
                      <a:pt x="117" y="8"/>
                    </a:moveTo>
                    <a:cubicBezTo>
                      <a:pt x="108" y="19"/>
                      <a:pt x="83" y="17"/>
                      <a:pt x="69" y="18"/>
                    </a:cubicBezTo>
                    <a:cubicBezTo>
                      <a:pt x="46" y="19"/>
                      <a:pt x="20" y="8"/>
                      <a:pt x="0" y="0"/>
                    </a:cubicBezTo>
                    <a:cubicBezTo>
                      <a:pt x="38" y="21"/>
                      <a:pt x="75" y="6"/>
                      <a:pt x="114" y="8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568" name="Freeform 271">
                <a:extLst>
                  <a:ext uri="{FF2B5EF4-FFF2-40B4-BE49-F238E27FC236}">
                    <a16:creationId xmlns:a16="http://schemas.microsoft.com/office/drawing/2014/main" id="{2D1E9A4C-86CC-4945-AFF8-FEC62F9F37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9" y="1587"/>
                <a:ext cx="38" cy="48"/>
              </a:xfrm>
              <a:custGeom>
                <a:avLst/>
                <a:gdLst>
                  <a:gd name="T0" fmla="*/ 45 w 35"/>
                  <a:gd name="T1" fmla="*/ 54 h 45"/>
                  <a:gd name="T2" fmla="*/ 0 w 35"/>
                  <a:gd name="T3" fmla="*/ 0 h 45"/>
                  <a:gd name="T4" fmla="*/ 3 w 35"/>
                  <a:gd name="T5" fmla="*/ 50 h 45"/>
                  <a:gd name="T6" fmla="*/ 43 w 35"/>
                  <a:gd name="T7" fmla="*/ 53 h 4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5" h="45">
                    <a:moveTo>
                      <a:pt x="35" y="45"/>
                    </a:moveTo>
                    <a:cubicBezTo>
                      <a:pt x="26" y="30"/>
                      <a:pt x="15" y="11"/>
                      <a:pt x="0" y="0"/>
                    </a:cubicBezTo>
                    <a:cubicBezTo>
                      <a:pt x="6" y="12"/>
                      <a:pt x="18" y="32"/>
                      <a:pt x="3" y="41"/>
                    </a:cubicBezTo>
                    <a:cubicBezTo>
                      <a:pt x="14" y="42"/>
                      <a:pt x="24" y="42"/>
                      <a:pt x="34" y="44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569" name="Freeform 272">
                <a:extLst>
                  <a:ext uri="{FF2B5EF4-FFF2-40B4-BE49-F238E27FC236}">
                    <a16:creationId xmlns:a16="http://schemas.microsoft.com/office/drawing/2014/main" id="{4C7D5631-E807-4524-8015-077E24AE68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7" y="1640"/>
                <a:ext cx="64" cy="88"/>
              </a:xfrm>
              <a:custGeom>
                <a:avLst/>
                <a:gdLst>
                  <a:gd name="T0" fmla="*/ 0 w 60"/>
                  <a:gd name="T1" fmla="*/ 0 h 82"/>
                  <a:gd name="T2" fmla="*/ 39 w 60"/>
                  <a:gd name="T3" fmla="*/ 6 h 82"/>
                  <a:gd name="T4" fmla="*/ 63 w 60"/>
                  <a:gd name="T5" fmla="*/ 27 h 82"/>
                  <a:gd name="T6" fmla="*/ 67 w 60"/>
                  <a:gd name="T7" fmla="*/ 62 h 82"/>
                  <a:gd name="T8" fmla="*/ 48 w 60"/>
                  <a:gd name="T9" fmla="*/ 101 h 82"/>
                  <a:gd name="T10" fmla="*/ 52 w 60"/>
                  <a:gd name="T11" fmla="*/ 61 h 82"/>
                  <a:gd name="T12" fmla="*/ 47 w 60"/>
                  <a:gd name="T13" fmla="*/ 30 h 82"/>
                  <a:gd name="T14" fmla="*/ 25 w 60"/>
                  <a:gd name="T15" fmla="*/ 15 h 82"/>
                  <a:gd name="T16" fmla="*/ 6 w 60"/>
                  <a:gd name="T17" fmla="*/ 3 h 8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0" h="82">
                    <a:moveTo>
                      <a:pt x="0" y="0"/>
                    </a:moveTo>
                    <a:cubicBezTo>
                      <a:pt x="11" y="6"/>
                      <a:pt x="20" y="7"/>
                      <a:pt x="33" y="6"/>
                    </a:cubicBezTo>
                    <a:cubicBezTo>
                      <a:pt x="47" y="5"/>
                      <a:pt x="48" y="9"/>
                      <a:pt x="52" y="21"/>
                    </a:cubicBezTo>
                    <a:cubicBezTo>
                      <a:pt x="55" y="32"/>
                      <a:pt x="60" y="39"/>
                      <a:pt x="55" y="50"/>
                    </a:cubicBezTo>
                    <a:cubicBezTo>
                      <a:pt x="50" y="59"/>
                      <a:pt x="40" y="72"/>
                      <a:pt x="39" y="82"/>
                    </a:cubicBezTo>
                    <a:cubicBezTo>
                      <a:pt x="36" y="74"/>
                      <a:pt x="42" y="58"/>
                      <a:pt x="43" y="49"/>
                    </a:cubicBezTo>
                    <a:cubicBezTo>
                      <a:pt x="44" y="40"/>
                      <a:pt x="43" y="31"/>
                      <a:pt x="38" y="24"/>
                    </a:cubicBezTo>
                    <a:cubicBezTo>
                      <a:pt x="33" y="19"/>
                      <a:pt x="27" y="16"/>
                      <a:pt x="21" y="12"/>
                    </a:cubicBezTo>
                    <a:cubicBezTo>
                      <a:pt x="17" y="9"/>
                      <a:pt x="11" y="6"/>
                      <a:pt x="6" y="3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570" name="Freeform 273">
                <a:extLst>
                  <a:ext uri="{FF2B5EF4-FFF2-40B4-BE49-F238E27FC236}">
                    <a16:creationId xmlns:a16="http://schemas.microsoft.com/office/drawing/2014/main" id="{734B05D5-E2F3-4FA4-BF56-DEE2D84031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5" y="1794"/>
                <a:ext cx="79" cy="83"/>
              </a:xfrm>
              <a:custGeom>
                <a:avLst/>
                <a:gdLst>
                  <a:gd name="T0" fmla="*/ 0 w 74"/>
                  <a:gd name="T1" fmla="*/ 46 h 78"/>
                  <a:gd name="T2" fmla="*/ 30 w 74"/>
                  <a:gd name="T3" fmla="*/ 33 h 78"/>
                  <a:gd name="T4" fmla="*/ 50 w 74"/>
                  <a:gd name="T5" fmla="*/ 22 h 78"/>
                  <a:gd name="T6" fmla="*/ 90 w 74"/>
                  <a:gd name="T7" fmla="*/ 0 h 78"/>
                  <a:gd name="T8" fmla="*/ 48 w 74"/>
                  <a:gd name="T9" fmla="*/ 94 h 78"/>
                  <a:gd name="T10" fmla="*/ 50 w 74"/>
                  <a:gd name="T11" fmla="*/ 37 h 78"/>
                  <a:gd name="T12" fmla="*/ 22 w 74"/>
                  <a:gd name="T13" fmla="*/ 45 h 78"/>
                  <a:gd name="T14" fmla="*/ 0 w 74"/>
                  <a:gd name="T15" fmla="*/ 52 h 7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4" h="78">
                    <a:moveTo>
                      <a:pt x="0" y="38"/>
                    </a:moveTo>
                    <a:cubicBezTo>
                      <a:pt x="6" y="39"/>
                      <a:pt x="18" y="29"/>
                      <a:pt x="24" y="27"/>
                    </a:cubicBezTo>
                    <a:cubicBezTo>
                      <a:pt x="30" y="24"/>
                      <a:pt x="36" y="22"/>
                      <a:pt x="41" y="19"/>
                    </a:cubicBezTo>
                    <a:cubicBezTo>
                      <a:pt x="51" y="13"/>
                      <a:pt x="65" y="8"/>
                      <a:pt x="74" y="0"/>
                    </a:cubicBezTo>
                    <a:cubicBezTo>
                      <a:pt x="68" y="28"/>
                      <a:pt x="50" y="52"/>
                      <a:pt x="39" y="78"/>
                    </a:cubicBezTo>
                    <a:cubicBezTo>
                      <a:pt x="38" y="67"/>
                      <a:pt x="61" y="32"/>
                      <a:pt x="41" y="31"/>
                    </a:cubicBezTo>
                    <a:cubicBezTo>
                      <a:pt x="35" y="30"/>
                      <a:pt x="25" y="35"/>
                      <a:pt x="19" y="37"/>
                    </a:cubicBezTo>
                    <a:cubicBezTo>
                      <a:pt x="13" y="39"/>
                      <a:pt x="8" y="43"/>
                      <a:pt x="0" y="43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571" name="Freeform 274">
                <a:extLst>
                  <a:ext uri="{FF2B5EF4-FFF2-40B4-BE49-F238E27FC236}">
                    <a16:creationId xmlns:a16="http://schemas.microsoft.com/office/drawing/2014/main" id="{BCF8015A-46DD-48C7-B7B9-BBA1710359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2" y="1897"/>
                <a:ext cx="92" cy="53"/>
              </a:xfrm>
              <a:custGeom>
                <a:avLst/>
                <a:gdLst>
                  <a:gd name="T0" fmla="*/ 28 w 86"/>
                  <a:gd name="T1" fmla="*/ 0 h 49"/>
                  <a:gd name="T2" fmla="*/ 67 w 86"/>
                  <a:gd name="T3" fmla="*/ 5 h 49"/>
                  <a:gd name="T4" fmla="*/ 105 w 86"/>
                  <a:gd name="T5" fmla="*/ 41 h 49"/>
                  <a:gd name="T6" fmla="*/ 77 w 86"/>
                  <a:gd name="T7" fmla="*/ 17 h 49"/>
                  <a:gd name="T8" fmla="*/ 49 w 86"/>
                  <a:gd name="T9" fmla="*/ 21 h 49"/>
                  <a:gd name="T10" fmla="*/ 24 w 86"/>
                  <a:gd name="T11" fmla="*/ 27 h 49"/>
                  <a:gd name="T12" fmla="*/ 0 w 86"/>
                  <a:gd name="T13" fmla="*/ 62 h 49"/>
                  <a:gd name="T14" fmla="*/ 26 w 86"/>
                  <a:gd name="T15" fmla="*/ 3 h 4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6" h="49">
                    <a:moveTo>
                      <a:pt x="22" y="0"/>
                    </a:moveTo>
                    <a:cubicBezTo>
                      <a:pt x="29" y="12"/>
                      <a:pt x="44" y="4"/>
                      <a:pt x="55" y="5"/>
                    </a:cubicBezTo>
                    <a:cubicBezTo>
                      <a:pt x="68" y="6"/>
                      <a:pt x="78" y="22"/>
                      <a:pt x="86" y="32"/>
                    </a:cubicBezTo>
                    <a:cubicBezTo>
                      <a:pt x="78" y="29"/>
                      <a:pt x="71" y="16"/>
                      <a:pt x="63" y="14"/>
                    </a:cubicBezTo>
                    <a:cubicBezTo>
                      <a:pt x="56" y="12"/>
                      <a:pt x="48" y="18"/>
                      <a:pt x="40" y="17"/>
                    </a:cubicBezTo>
                    <a:cubicBezTo>
                      <a:pt x="31" y="17"/>
                      <a:pt x="28" y="16"/>
                      <a:pt x="20" y="21"/>
                    </a:cubicBezTo>
                    <a:cubicBezTo>
                      <a:pt x="9" y="28"/>
                      <a:pt x="3" y="37"/>
                      <a:pt x="0" y="49"/>
                    </a:cubicBezTo>
                    <a:cubicBezTo>
                      <a:pt x="7" y="34"/>
                      <a:pt x="17" y="20"/>
                      <a:pt x="21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572" name="Freeform 275">
                <a:extLst>
                  <a:ext uri="{FF2B5EF4-FFF2-40B4-BE49-F238E27FC236}">
                    <a16:creationId xmlns:a16="http://schemas.microsoft.com/office/drawing/2014/main" id="{96235BC1-9EDA-453A-A99B-D5E2997037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2" y="2176"/>
                <a:ext cx="123" cy="177"/>
              </a:xfrm>
              <a:custGeom>
                <a:avLst/>
                <a:gdLst>
                  <a:gd name="T0" fmla="*/ 31 w 115"/>
                  <a:gd name="T1" fmla="*/ 20 h 166"/>
                  <a:gd name="T2" fmla="*/ 82 w 115"/>
                  <a:gd name="T3" fmla="*/ 54 h 166"/>
                  <a:gd name="T4" fmla="*/ 68 w 115"/>
                  <a:gd name="T5" fmla="*/ 93 h 166"/>
                  <a:gd name="T6" fmla="*/ 31 w 115"/>
                  <a:gd name="T7" fmla="*/ 85 h 166"/>
                  <a:gd name="T8" fmla="*/ 0 w 115"/>
                  <a:gd name="T9" fmla="*/ 74 h 166"/>
                  <a:gd name="T10" fmla="*/ 60 w 115"/>
                  <a:gd name="T11" fmla="*/ 117 h 166"/>
                  <a:gd name="T12" fmla="*/ 68 w 115"/>
                  <a:gd name="T13" fmla="*/ 202 h 166"/>
                  <a:gd name="T14" fmla="*/ 67 w 115"/>
                  <a:gd name="T15" fmla="*/ 135 h 166"/>
                  <a:gd name="T16" fmla="*/ 75 w 115"/>
                  <a:gd name="T17" fmla="*/ 89 h 166"/>
                  <a:gd name="T18" fmla="*/ 93 w 115"/>
                  <a:gd name="T19" fmla="*/ 45 h 166"/>
                  <a:gd name="T20" fmla="*/ 110 w 115"/>
                  <a:gd name="T21" fmla="*/ 27 h 166"/>
                  <a:gd name="T22" fmla="*/ 141 w 115"/>
                  <a:gd name="T23" fmla="*/ 1 h 166"/>
                  <a:gd name="T24" fmla="*/ 111 w 115"/>
                  <a:gd name="T25" fmla="*/ 17 h 166"/>
                  <a:gd name="T26" fmla="*/ 83 w 115"/>
                  <a:gd name="T27" fmla="*/ 30 h 166"/>
                  <a:gd name="T28" fmla="*/ 57 w 115"/>
                  <a:gd name="T29" fmla="*/ 27 h 166"/>
                  <a:gd name="T30" fmla="*/ 34 w 115"/>
                  <a:gd name="T31" fmla="*/ 20 h 16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15" h="166">
                    <a:moveTo>
                      <a:pt x="25" y="17"/>
                    </a:moveTo>
                    <a:cubicBezTo>
                      <a:pt x="40" y="24"/>
                      <a:pt x="55" y="34"/>
                      <a:pt x="67" y="45"/>
                    </a:cubicBezTo>
                    <a:cubicBezTo>
                      <a:pt x="70" y="56"/>
                      <a:pt x="68" y="74"/>
                      <a:pt x="56" y="77"/>
                    </a:cubicBezTo>
                    <a:cubicBezTo>
                      <a:pt x="47" y="80"/>
                      <a:pt x="34" y="73"/>
                      <a:pt x="25" y="70"/>
                    </a:cubicBezTo>
                    <a:cubicBezTo>
                      <a:pt x="17" y="67"/>
                      <a:pt x="7" y="65"/>
                      <a:pt x="0" y="61"/>
                    </a:cubicBezTo>
                    <a:cubicBezTo>
                      <a:pt x="13" y="79"/>
                      <a:pt x="48" y="70"/>
                      <a:pt x="49" y="97"/>
                    </a:cubicBezTo>
                    <a:cubicBezTo>
                      <a:pt x="51" y="121"/>
                      <a:pt x="59" y="142"/>
                      <a:pt x="56" y="166"/>
                    </a:cubicBezTo>
                    <a:cubicBezTo>
                      <a:pt x="58" y="146"/>
                      <a:pt x="60" y="131"/>
                      <a:pt x="55" y="112"/>
                    </a:cubicBezTo>
                    <a:cubicBezTo>
                      <a:pt x="51" y="96"/>
                      <a:pt x="53" y="86"/>
                      <a:pt x="61" y="73"/>
                    </a:cubicBezTo>
                    <a:cubicBezTo>
                      <a:pt x="68" y="61"/>
                      <a:pt x="71" y="48"/>
                      <a:pt x="76" y="37"/>
                    </a:cubicBezTo>
                    <a:cubicBezTo>
                      <a:pt x="80" y="30"/>
                      <a:pt x="85" y="27"/>
                      <a:pt x="90" y="22"/>
                    </a:cubicBezTo>
                    <a:cubicBezTo>
                      <a:pt x="98" y="16"/>
                      <a:pt x="105" y="5"/>
                      <a:pt x="115" y="1"/>
                    </a:cubicBezTo>
                    <a:cubicBezTo>
                      <a:pt x="109" y="0"/>
                      <a:pt x="98" y="10"/>
                      <a:pt x="91" y="14"/>
                    </a:cubicBezTo>
                    <a:cubicBezTo>
                      <a:pt x="83" y="18"/>
                      <a:pt x="77" y="22"/>
                      <a:pt x="68" y="24"/>
                    </a:cubicBezTo>
                    <a:cubicBezTo>
                      <a:pt x="59" y="27"/>
                      <a:pt x="56" y="25"/>
                      <a:pt x="47" y="22"/>
                    </a:cubicBezTo>
                    <a:cubicBezTo>
                      <a:pt x="41" y="20"/>
                      <a:pt x="32" y="20"/>
                      <a:pt x="28" y="17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573" name="Freeform 276">
                <a:extLst>
                  <a:ext uri="{FF2B5EF4-FFF2-40B4-BE49-F238E27FC236}">
                    <a16:creationId xmlns:a16="http://schemas.microsoft.com/office/drawing/2014/main" id="{6B784F25-6004-4C3C-9E1B-BDD46BF859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3" y="2400"/>
                <a:ext cx="32" cy="59"/>
              </a:xfrm>
              <a:custGeom>
                <a:avLst/>
                <a:gdLst>
                  <a:gd name="T0" fmla="*/ 36 w 30"/>
                  <a:gd name="T1" fmla="*/ 1 h 55"/>
                  <a:gd name="T2" fmla="*/ 25 w 30"/>
                  <a:gd name="T3" fmla="*/ 68 h 55"/>
                  <a:gd name="T4" fmla="*/ 0 w 30"/>
                  <a:gd name="T5" fmla="*/ 62 h 55"/>
                  <a:gd name="T6" fmla="*/ 20 w 30"/>
                  <a:gd name="T7" fmla="*/ 41 h 55"/>
                  <a:gd name="T8" fmla="*/ 35 w 30"/>
                  <a:gd name="T9" fmla="*/ 0 h 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55">
                    <a:moveTo>
                      <a:pt x="30" y="1"/>
                    </a:moveTo>
                    <a:cubicBezTo>
                      <a:pt x="21" y="17"/>
                      <a:pt x="21" y="36"/>
                      <a:pt x="21" y="55"/>
                    </a:cubicBezTo>
                    <a:cubicBezTo>
                      <a:pt x="20" y="45"/>
                      <a:pt x="6" y="46"/>
                      <a:pt x="0" y="50"/>
                    </a:cubicBezTo>
                    <a:cubicBezTo>
                      <a:pt x="4" y="45"/>
                      <a:pt x="12" y="39"/>
                      <a:pt x="17" y="33"/>
                    </a:cubicBezTo>
                    <a:cubicBezTo>
                      <a:pt x="22" y="24"/>
                      <a:pt x="28" y="10"/>
                      <a:pt x="29" y="0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574" name="Freeform 277">
                <a:extLst>
                  <a:ext uri="{FF2B5EF4-FFF2-40B4-BE49-F238E27FC236}">
                    <a16:creationId xmlns:a16="http://schemas.microsoft.com/office/drawing/2014/main" id="{4D2CB5EE-0472-4031-817D-93C2F64CDF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8" y="1923"/>
                <a:ext cx="115" cy="211"/>
              </a:xfrm>
              <a:custGeom>
                <a:avLst/>
                <a:gdLst>
                  <a:gd name="T0" fmla="*/ 124 w 108"/>
                  <a:gd name="T1" fmla="*/ 0 h 198"/>
                  <a:gd name="T2" fmla="*/ 94 w 108"/>
                  <a:gd name="T3" fmla="*/ 38 h 198"/>
                  <a:gd name="T4" fmla="*/ 63 w 108"/>
                  <a:gd name="T5" fmla="*/ 97 h 198"/>
                  <a:gd name="T6" fmla="*/ 0 w 108"/>
                  <a:gd name="T7" fmla="*/ 240 h 198"/>
                  <a:gd name="T8" fmla="*/ 54 w 108"/>
                  <a:gd name="T9" fmla="*/ 165 h 198"/>
                  <a:gd name="T10" fmla="*/ 75 w 108"/>
                  <a:gd name="T11" fmla="*/ 103 h 198"/>
                  <a:gd name="T12" fmla="*/ 105 w 108"/>
                  <a:gd name="T13" fmla="*/ 50 h 198"/>
                  <a:gd name="T14" fmla="*/ 122 w 108"/>
                  <a:gd name="T15" fmla="*/ 30 h 198"/>
                  <a:gd name="T16" fmla="*/ 130 w 108"/>
                  <a:gd name="T17" fmla="*/ 1 h 19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8" h="198">
                    <a:moveTo>
                      <a:pt x="102" y="0"/>
                    </a:moveTo>
                    <a:cubicBezTo>
                      <a:pt x="93" y="10"/>
                      <a:pt x="86" y="22"/>
                      <a:pt x="78" y="32"/>
                    </a:cubicBezTo>
                    <a:cubicBezTo>
                      <a:pt x="66" y="46"/>
                      <a:pt x="58" y="62"/>
                      <a:pt x="52" y="80"/>
                    </a:cubicBezTo>
                    <a:cubicBezTo>
                      <a:pt x="38" y="121"/>
                      <a:pt x="30" y="164"/>
                      <a:pt x="0" y="198"/>
                    </a:cubicBezTo>
                    <a:cubicBezTo>
                      <a:pt x="16" y="178"/>
                      <a:pt x="33" y="159"/>
                      <a:pt x="45" y="136"/>
                    </a:cubicBezTo>
                    <a:cubicBezTo>
                      <a:pt x="54" y="119"/>
                      <a:pt x="56" y="102"/>
                      <a:pt x="62" y="85"/>
                    </a:cubicBezTo>
                    <a:cubicBezTo>
                      <a:pt x="68" y="69"/>
                      <a:pt x="76" y="54"/>
                      <a:pt x="87" y="41"/>
                    </a:cubicBezTo>
                    <a:cubicBezTo>
                      <a:pt x="92" y="35"/>
                      <a:pt x="98" y="31"/>
                      <a:pt x="101" y="24"/>
                    </a:cubicBezTo>
                    <a:cubicBezTo>
                      <a:pt x="105" y="17"/>
                      <a:pt x="106" y="8"/>
                      <a:pt x="108" y="1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575" name="Freeform 278">
                <a:extLst>
                  <a:ext uri="{FF2B5EF4-FFF2-40B4-BE49-F238E27FC236}">
                    <a16:creationId xmlns:a16="http://schemas.microsoft.com/office/drawing/2014/main" id="{3EC1B486-9147-4AE2-A286-04C0DA308D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1" y="2124"/>
                <a:ext cx="87" cy="111"/>
              </a:xfrm>
              <a:custGeom>
                <a:avLst/>
                <a:gdLst>
                  <a:gd name="T0" fmla="*/ 27 w 81"/>
                  <a:gd name="T1" fmla="*/ 0 h 104"/>
                  <a:gd name="T2" fmla="*/ 15 w 81"/>
                  <a:gd name="T3" fmla="*/ 82 h 104"/>
                  <a:gd name="T4" fmla="*/ 45 w 81"/>
                  <a:gd name="T5" fmla="*/ 107 h 104"/>
                  <a:gd name="T6" fmla="*/ 100 w 81"/>
                  <a:gd name="T7" fmla="*/ 126 h 104"/>
                  <a:gd name="T8" fmla="*/ 56 w 81"/>
                  <a:gd name="T9" fmla="*/ 98 h 104"/>
                  <a:gd name="T10" fmla="*/ 25 w 81"/>
                  <a:gd name="T11" fmla="*/ 80 h 104"/>
                  <a:gd name="T12" fmla="*/ 23 w 81"/>
                  <a:gd name="T13" fmla="*/ 5 h 10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1" h="104">
                    <a:moveTo>
                      <a:pt x="21" y="0"/>
                    </a:moveTo>
                    <a:cubicBezTo>
                      <a:pt x="18" y="22"/>
                      <a:pt x="0" y="45"/>
                      <a:pt x="12" y="67"/>
                    </a:cubicBezTo>
                    <a:cubicBezTo>
                      <a:pt x="18" y="80"/>
                      <a:pt x="23" y="82"/>
                      <a:pt x="36" y="88"/>
                    </a:cubicBezTo>
                    <a:cubicBezTo>
                      <a:pt x="51" y="94"/>
                      <a:pt x="66" y="99"/>
                      <a:pt x="81" y="104"/>
                    </a:cubicBezTo>
                    <a:cubicBezTo>
                      <a:pt x="70" y="95"/>
                      <a:pt x="57" y="88"/>
                      <a:pt x="45" y="81"/>
                    </a:cubicBezTo>
                    <a:cubicBezTo>
                      <a:pt x="38" y="77"/>
                      <a:pt x="25" y="72"/>
                      <a:pt x="20" y="66"/>
                    </a:cubicBezTo>
                    <a:cubicBezTo>
                      <a:pt x="9" y="49"/>
                      <a:pt x="26" y="22"/>
                      <a:pt x="19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576" name="Freeform 279">
                <a:extLst>
                  <a:ext uri="{FF2B5EF4-FFF2-40B4-BE49-F238E27FC236}">
                    <a16:creationId xmlns:a16="http://schemas.microsoft.com/office/drawing/2014/main" id="{B55E1F75-4213-4788-B04C-356F5F3C95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0" y="2217"/>
                <a:ext cx="54" cy="85"/>
              </a:xfrm>
              <a:custGeom>
                <a:avLst/>
                <a:gdLst>
                  <a:gd name="T0" fmla="*/ 60 w 51"/>
                  <a:gd name="T1" fmla="*/ 14 h 80"/>
                  <a:gd name="T2" fmla="*/ 14 w 51"/>
                  <a:gd name="T3" fmla="*/ 22 h 80"/>
                  <a:gd name="T4" fmla="*/ 14 w 51"/>
                  <a:gd name="T5" fmla="*/ 54 h 80"/>
                  <a:gd name="T6" fmla="*/ 0 w 51"/>
                  <a:gd name="T7" fmla="*/ 96 h 80"/>
                  <a:gd name="T8" fmla="*/ 20 w 51"/>
                  <a:gd name="T9" fmla="*/ 35 h 80"/>
                  <a:gd name="T10" fmla="*/ 55 w 51"/>
                  <a:gd name="T11" fmla="*/ 14 h 8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1" h="80">
                    <a:moveTo>
                      <a:pt x="51" y="11"/>
                    </a:moveTo>
                    <a:cubicBezTo>
                      <a:pt x="35" y="8"/>
                      <a:pt x="17" y="0"/>
                      <a:pt x="11" y="19"/>
                    </a:cubicBezTo>
                    <a:cubicBezTo>
                      <a:pt x="9" y="28"/>
                      <a:pt x="11" y="36"/>
                      <a:pt x="11" y="45"/>
                    </a:cubicBezTo>
                    <a:cubicBezTo>
                      <a:pt x="10" y="58"/>
                      <a:pt x="3" y="69"/>
                      <a:pt x="0" y="80"/>
                    </a:cubicBezTo>
                    <a:cubicBezTo>
                      <a:pt x="11" y="64"/>
                      <a:pt x="16" y="48"/>
                      <a:pt x="17" y="29"/>
                    </a:cubicBezTo>
                    <a:cubicBezTo>
                      <a:pt x="17" y="9"/>
                      <a:pt x="30" y="11"/>
                      <a:pt x="46" y="1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577" name="Freeform 280">
                <a:extLst>
                  <a:ext uri="{FF2B5EF4-FFF2-40B4-BE49-F238E27FC236}">
                    <a16:creationId xmlns:a16="http://schemas.microsoft.com/office/drawing/2014/main" id="{9FA7B7C4-EC3F-4CEE-8CEB-301DDED8F4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4" y="2372"/>
                <a:ext cx="35" cy="109"/>
              </a:xfrm>
              <a:custGeom>
                <a:avLst/>
                <a:gdLst>
                  <a:gd name="T0" fmla="*/ 1 w 33"/>
                  <a:gd name="T1" fmla="*/ 0 h 102"/>
                  <a:gd name="T2" fmla="*/ 2 w 33"/>
                  <a:gd name="T3" fmla="*/ 30 h 102"/>
                  <a:gd name="T4" fmla="*/ 17 w 33"/>
                  <a:gd name="T5" fmla="*/ 49 h 102"/>
                  <a:gd name="T6" fmla="*/ 22 w 33"/>
                  <a:gd name="T7" fmla="*/ 76 h 102"/>
                  <a:gd name="T8" fmla="*/ 39 w 33"/>
                  <a:gd name="T9" fmla="*/ 124 h 102"/>
                  <a:gd name="T10" fmla="*/ 27 w 33"/>
                  <a:gd name="T11" fmla="*/ 55 h 102"/>
                  <a:gd name="T12" fmla="*/ 16 w 33"/>
                  <a:gd name="T13" fmla="*/ 34 h 102"/>
                  <a:gd name="T14" fmla="*/ 3 w 33"/>
                  <a:gd name="T15" fmla="*/ 4 h 10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3" h="102">
                    <a:moveTo>
                      <a:pt x="1" y="0"/>
                    </a:moveTo>
                    <a:cubicBezTo>
                      <a:pt x="1" y="7"/>
                      <a:pt x="0" y="17"/>
                      <a:pt x="2" y="24"/>
                    </a:cubicBezTo>
                    <a:cubicBezTo>
                      <a:pt x="5" y="31"/>
                      <a:pt x="11" y="34"/>
                      <a:pt x="14" y="40"/>
                    </a:cubicBezTo>
                    <a:cubicBezTo>
                      <a:pt x="18" y="47"/>
                      <a:pt x="18" y="55"/>
                      <a:pt x="19" y="62"/>
                    </a:cubicBezTo>
                    <a:cubicBezTo>
                      <a:pt x="21" y="77"/>
                      <a:pt x="27" y="89"/>
                      <a:pt x="33" y="102"/>
                    </a:cubicBezTo>
                    <a:cubicBezTo>
                      <a:pt x="21" y="86"/>
                      <a:pt x="27" y="63"/>
                      <a:pt x="23" y="45"/>
                    </a:cubicBezTo>
                    <a:cubicBezTo>
                      <a:pt x="22" y="39"/>
                      <a:pt x="17" y="32"/>
                      <a:pt x="13" y="28"/>
                    </a:cubicBezTo>
                    <a:cubicBezTo>
                      <a:pt x="6" y="21"/>
                      <a:pt x="2" y="15"/>
                      <a:pt x="3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578" name="Freeform 281">
                <a:extLst>
                  <a:ext uri="{FF2B5EF4-FFF2-40B4-BE49-F238E27FC236}">
                    <a16:creationId xmlns:a16="http://schemas.microsoft.com/office/drawing/2014/main" id="{3F8E9787-4328-459C-9486-BBF9E146D6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3" y="2360"/>
                <a:ext cx="56" cy="51"/>
              </a:xfrm>
              <a:custGeom>
                <a:avLst/>
                <a:gdLst>
                  <a:gd name="T0" fmla="*/ 1 w 52"/>
                  <a:gd name="T1" fmla="*/ 13 h 48"/>
                  <a:gd name="T2" fmla="*/ 65 w 52"/>
                  <a:gd name="T3" fmla="*/ 57 h 48"/>
                  <a:gd name="T4" fmla="*/ 0 w 52"/>
                  <a:gd name="T5" fmla="*/ 14 h 4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2" h="48">
                    <a:moveTo>
                      <a:pt x="1" y="10"/>
                    </a:moveTo>
                    <a:cubicBezTo>
                      <a:pt x="23" y="9"/>
                      <a:pt x="45" y="28"/>
                      <a:pt x="52" y="48"/>
                    </a:cubicBezTo>
                    <a:cubicBezTo>
                      <a:pt x="51" y="19"/>
                      <a:pt x="28" y="0"/>
                      <a:pt x="0" y="1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579" name="Freeform 282">
                <a:extLst>
                  <a:ext uri="{FF2B5EF4-FFF2-40B4-BE49-F238E27FC236}">
                    <a16:creationId xmlns:a16="http://schemas.microsoft.com/office/drawing/2014/main" id="{24AB19AA-4086-4EF3-AF48-D9A6BA0933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8" y="1293"/>
                <a:ext cx="472" cy="472"/>
              </a:xfrm>
              <a:custGeom>
                <a:avLst/>
                <a:gdLst>
                  <a:gd name="T0" fmla="*/ 538 w 442"/>
                  <a:gd name="T1" fmla="*/ 0 h 442"/>
                  <a:gd name="T2" fmla="*/ 227 w 442"/>
                  <a:gd name="T3" fmla="*/ 166 h 442"/>
                  <a:gd name="T4" fmla="*/ 160 w 442"/>
                  <a:gd name="T5" fmla="*/ 285 h 442"/>
                  <a:gd name="T6" fmla="*/ 0 w 442"/>
                  <a:gd name="T7" fmla="*/ 538 h 442"/>
                  <a:gd name="T8" fmla="*/ 132 w 442"/>
                  <a:gd name="T9" fmla="*/ 334 h 442"/>
                  <a:gd name="T10" fmla="*/ 236 w 442"/>
                  <a:gd name="T11" fmla="*/ 191 h 442"/>
                  <a:gd name="T12" fmla="*/ 538 w 442"/>
                  <a:gd name="T13" fmla="*/ 0 h 4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42" h="442">
                    <a:moveTo>
                      <a:pt x="442" y="0"/>
                    </a:moveTo>
                    <a:cubicBezTo>
                      <a:pt x="442" y="0"/>
                      <a:pt x="279" y="23"/>
                      <a:pt x="186" y="136"/>
                    </a:cubicBezTo>
                    <a:cubicBezTo>
                      <a:pt x="170" y="156"/>
                      <a:pt x="163" y="204"/>
                      <a:pt x="131" y="234"/>
                    </a:cubicBezTo>
                    <a:cubicBezTo>
                      <a:pt x="99" y="263"/>
                      <a:pt x="22" y="344"/>
                      <a:pt x="0" y="442"/>
                    </a:cubicBezTo>
                    <a:cubicBezTo>
                      <a:pt x="0" y="442"/>
                      <a:pt x="50" y="325"/>
                      <a:pt x="109" y="274"/>
                    </a:cubicBezTo>
                    <a:cubicBezTo>
                      <a:pt x="169" y="223"/>
                      <a:pt x="172" y="202"/>
                      <a:pt x="194" y="157"/>
                    </a:cubicBezTo>
                    <a:cubicBezTo>
                      <a:pt x="217" y="112"/>
                      <a:pt x="314" y="27"/>
                      <a:pt x="44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580" name="Freeform 283">
                <a:extLst>
                  <a:ext uri="{FF2B5EF4-FFF2-40B4-BE49-F238E27FC236}">
                    <a16:creationId xmlns:a16="http://schemas.microsoft.com/office/drawing/2014/main" id="{16D36467-CC3B-4C0F-960A-C3DDE1E070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5" y="1465"/>
                <a:ext cx="153" cy="435"/>
              </a:xfrm>
              <a:custGeom>
                <a:avLst/>
                <a:gdLst>
                  <a:gd name="T0" fmla="*/ 170 w 143"/>
                  <a:gd name="T1" fmla="*/ 0 h 407"/>
                  <a:gd name="T2" fmla="*/ 153 w 143"/>
                  <a:gd name="T3" fmla="*/ 44 h 407"/>
                  <a:gd name="T4" fmla="*/ 128 w 143"/>
                  <a:gd name="T5" fmla="*/ 112 h 407"/>
                  <a:gd name="T6" fmla="*/ 102 w 143"/>
                  <a:gd name="T7" fmla="*/ 175 h 407"/>
                  <a:gd name="T8" fmla="*/ 45 w 143"/>
                  <a:gd name="T9" fmla="*/ 278 h 407"/>
                  <a:gd name="T10" fmla="*/ 30 w 143"/>
                  <a:gd name="T11" fmla="*/ 497 h 407"/>
                  <a:gd name="T12" fmla="*/ 45 w 143"/>
                  <a:gd name="T13" fmla="*/ 330 h 407"/>
                  <a:gd name="T14" fmla="*/ 143 w 143"/>
                  <a:gd name="T15" fmla="*/ 215 h 407"/>
                  <a:gd name="T16" fmla="*/ 167 w 143"/>
                  <a:gd name="T17" fmla="*/ 201 h 407"/>
                  <a:gd name="T18" fmla="*/ 169 w 143"/>
                  <a:gd name="T19" fmla="*/ 184 h 407"/>
                  <a:gd name="T20" fmla="*/ 160 w 143"/>
                  <a:gd name="T21" fmla="*/ 120 h 407"/>
                  <a:gd name="T22" fmla="*/ 169 w 143"/>
                  <a:gd name="T23" fmla="*/ 1 h 40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43" h="407">
                    <a:moveTo>
                      <a:pt x="139" y="0"/>
                    </a:moveTo>
                    <a:cubicBezTo>
                      <a:pt x="132" y="9"/>
                      <a:pt x="129" y="24"/>
                      <a:pt x="125" y="36"/>
                    </a:cubicBezTo>
                    <a:cubicBezTo>
                      <a:pt x="119" y="55"/>
                      <a:pt x="113" y="74"/>
                      <a:pt x="105" y="92"/>
                    </a:cubicBezTo>
                    <a:cubicBezTo>
                      <a:pt x="97" y="109"/>
                      <a:pt x="90" y="126"/>
                      <a:pt x="83" y="143"/>
                    </a:cubicBezTo>
                    <a:cubicBezTo>
                      <a:pt x="71" y="174"/>
                      <a:pt x="54" y="200"/>
                      <a:pt x="36" y="227"/>
                    </a:cubicBezTo>
                    <a:cubicBezTo>
                      <a:pt x="0" y="282"/>
                      <a:pt x="0" y="347"/>
                      <a:pt x="24" y="407"/>
                    </a:cubicBezTo>
                    <a:cubicBezTo>
                      <a:pt x="8" y="360"/>
                      <a:pt x="11" y="313"/>
                      <a:pt x="36" y="270"/>
                    </a:cubicBezTo>
                    <a:cubicBezTo>
                      <a:pt x="55" y="235"/>
                      <a:pt x="82" y="197"/>
                      <a:pt x="117" y="176"/>
                    </a:cubicBezTo>
                    <a:cubicBezTo>
                      <a:pt x="123" y="172"/>
                      <a:pt x="131" y="170"/>
                      <a:pt x="136" y="165"/>
                    </a:cubicBezTo>
                    <a:cubicBezTo>
                      <a:pt x="143" y="157"/>
                      <a:pt x="139" y="159"/>
                      <a:pt x="138" y="151"/>
                    </a:cubicBezTo>
                    <a:cubicBezTo>
                      <a:pt x="136" y="133"/>
                      <a:pt x="133" y="115"/>
                      <a:pt x="131" y="98"/>
                    </a:cubicBezTo>
                    <a:cubicBezTo>
                      <a:pt x="128" y="65"/>
                      <a:pt x="135" y="33"/>
                      <a:pt x="138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581" name="Freeform 284">
                <a:extLst>
                  <a:ext uri="{FF2B5EF4-FFF2-40B4-BE49-F238E27FC236}">
                    <a16:creationId xmlns:a16="http://schemas.microsoft.com/office/drawing/2014/main" id="{B4FB191B-3669-4317-AA0A-98E511B743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7" y="1850"/>
                <a:ext cx="156" cy="129"/>
              </a:xfrm>
              <a:custGeom>
                <a:avLst/>
                <a:gdLst>
                  <a:gd name="T0" fmla="*/ 67 w 146"/>
                  <a:gd name="T1" fmla="*/ 10 h 120"/>
                  <a:gd name="T2" fmla="*/ 1 w 146"/>
                  <a:gd name="T3" fmla="*/ 59 h 120"/>
                  <a:gd name="T4" fmla="*/ 72 w 146"/>
                  <a:gd name="T5" fmla="*/ 130 h 120"/>
                  <a:gd name="T6" fmla="*/ 147 w 146"/>
                  <a:gd name="T7" fmla="*/ 135 h 120"/>
                  <a:gd name="T8" fmla="*/ 159 w 146"/>
                  <a:gd name="T9" fmla="*/ 59 h 120"/>
                  <a:gd name="T10" fmla="*/ 104 w 146"/>
                  <a:gd name="T11" fmla="*/ 19 h 120"/>
                  <a:gd name="T12" fmla="*/ 83 w 146"/>
                  <a:gd name="T13" fmla="*/ 14 h 120"/>
                  <a:gd name="T14" fmla="*/ 64 w 146"/>
                  <a:gd name="T15" fmla="*/ 5 h 12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46" h="120">
                    <a:moveTo>
                      <a:pt x="55" y="7"/>
                    </a:moveTo>
                    <a:cubicBezTo>
                      <a:pt x="31" y="0"/>
                      <a:pt x="0" y="22"/>
                      <a:pt x="1" y="47"/>
                    </a:cubicBezTo>
                    <a:cubicBezTo>
                      <a:pt x="1" y="73"/>
                      <a:pt x="39" y="96"/>
                      <a:pt x="59" y="105"/>
                    </a:cubicBezTo>
                    <a:cubicBezTo>
                      <a:pt x="79" y="114"/>
                      <a:pt x="101" y="120"/>
                      <a:pt x="121" y="109"/>
                    </a:cubicBezTo>
                    <a:cubicBezTo>
                      <a:pt x="144" y="98"/>
                      <a:pt x="146" y="65"/>
                      <a:pt x="130" y="47"/>
                    </a:cubicBezTo>
                    <a:cubicBezTo>
                      <a:pt x="117" y="33"/>
                      <a:pt x="101" y="23"/>
                      <a:pt x="85" y="16"/>
                    </a:cubicBezTo>
                    <a:cubicBezTo>
                      <a:pt x="79" y="14"/>
                      <a:pt x="73" y="13"/>
                      <a:pt x="68" y="11"/>
                    </a:cubicBezTo>
                    <a:cubicBezTo>
                      <a:pt x="62" y="8"/>
                      <a:pt x="58" y="6"/>
                      <a:pt x="52" y="5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582" name="Freeform 285">
                <a:extLst>
                  <a:ext uri="{FF2B5EF4-FFF2-40B4-BE49-F238E27FC236}">
                    <a16:creationId xmlns:a16="http://schemas.microsoft.com/office/drawing/2014/main" id="{A779CDBD-0B52-4283-8E83-956316493A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5" y="1896"/>
                <a:ext cx="44" cy="35"/>
              </a:xfrm>
              <a:custGeom>
                <a:avLst/>
                <a:gdLst>
                  <a:gd name="T0" fmla="*/ 41 w 41"/>
                  <a:gd name="T1" fmla="*/ 0 h 32"/>
                  <a:gd name="T2" fmla="*/ 50 w 41"/>
                  <a:gd name="T3" fmla="*/ 18 h 32"/>
                  <a:gd name="T4" fmla="*/ 25 w 41"/>
                  <a:gd name="T5" fmla="*/ 42 h 32"/>
                  <a:gd name="T6" fmla="*/ 0 w 41"/>
                  <a:gd name="T7" fmla="*/ 18 h 32"/>
                  <a:gd name="T8" fmla="*/ 3 w 41"/>
                  <a:gd name="T9" fmla="*/ 4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1" h="32">
                    <a:moveTo>
                      <a:pt x="33" y="0"/>
                    </a:moveTo>
                    <a:cubicBezTo>
                      <a:pt x="38" y="3"/>
                      <a:pt x="41" y="8"/>
                      <a:pt x="41" y="14"/>
                    </a:cubicBezTo>
                    <a:cubicBezTo>
                      <a:pt x="41" y="24"/>
                      <a:pt x="32" y="32"/>
                      <a:pt x="20" y="32"/>
                    </a:cubicBezTo>
                    <a:cubicBezTo>
                      <a:pt x="9" y="32"/>
                      <a:pt x="0" y="24"/>
                      <a:pt x="0" y="14"/>
                    </a:cubicBezTo>
                    <a:cubicBezTo>
                      <a:pt x="0" y="10"/>
                      <a:pt x="1" y="7"/>
                      <a:pt x="3" y="4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583" name="Freeform 286">
                <a:extLst>
                  <a:ext uri="{FF2B5EF4-FFF2-40B4-BE49-F238E27FC236}">
                    <a16:creationId xmlns:a16="http://schemas.microsoft.com/office/drawing/2014/main" id="{77FC4B7A-6CAF-4FA5-85A7-5B90D6BC82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1" y="1892"/>
                <a:ext cx="12" cy="1"/>
              </a:xfrm>
              <a:custGeom>
                <a:avLst/>
                <a:gdLst>
                  <a:gd name="T0" fmla="*/ 0 w 11"/>
                  <a:gd name="T1" fmla="*/ 0 h 1"/>
                  <a:gd name="T2" fmla="*/ 5 w 11"/>
                  <a:gd name="T3" fmla="*/ 0 h 1"/>
                  <a:gd name="T4" fmla="*/ 14 w 11"/>
                  <a:gd name="T5" fmla="*/ 1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">
                    <a:moveTo>
                      <a:pt x="0" y="0"/>
                    </a:moveTo>
                    <a:cubicBezTo>
                      <a:pt x="2" y="0"/>
                      <a:pt x="4" y="0"/>
                      <a:pt x="5" y="0"/>
                    </a:cubicBezTo>
                    <a:cubicBezTo>
                      <a:pt x="8" y="0"/>
                      <a:pt x="9" y="0"/>
                      <a:pt x="11" y="1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584" name="Freeform 287">
                <a:extLst>
                  <a:ext uri="{FF2B5EF4-FFF2-40B4-BE49-F238E27FC236}">
                    <a16:creationId xmlns:a16="http://schemas.microsoft.com/office/drawing/2014/main" id="{0EEEEC9E-9689-4736-B653-F58D49A800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7" y="1713"/>
                <a:ext cx="34" cy="228"/>
              </a:xfrm>
              <a:custGeom>
                <a:avLst/>
                <a:gdLst>
                  <a:gd name="T0" fmla="*/ 0 w 32"/>
                  <a:gd name="T1" fmla="*/ 253 h 214"/>
                  <a:gd name="T2" fmla="*/ 22 w 32"/>
                  <a:gd name="T3" fmla="*/ 145 h 214"/>
                  <a:gd name="T4" fmla="*/ 26 w 32"/>
                  <a:gd name="T5" fmla="*/ 67 h 214"/>
                  <a:gd name="T6" fmla="*/ 22 w 32"/>
                  <a:gd name="T7" fmla="*/ 0 h 214"/>
                  <a:gd name="T8" fmla="*/ 36 w 32"/>
                  <a:gd name="T9" fmla="*/ 129 h 214"/>
                  <a:gd name="T10" fmla="*/ 37 w 32"/>
                  <a:gd name="T11" fmla="*/ 200 h 214"/>
                  <a:gd name="T12" fmla="*/ 36 w 32"/>
                  <a:gd name="T13" fmla="*/ 259 h 214"/>
                  <a:gd name="T14" fmla="*/ 5 w 32"/>
                  <a:gd name="T15" fmla="*/ 253 h 21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2" h="214">
                    <a:moveTo>
                      <a:pt x="0" y="208"/>
                    </a:moveTo>
                    <a:cubicBezTo>
                      <a:pt x="30" y="185"/>
                      <a:pt x="20" y="151"/>
                      <a:pt x="19" y="120"/>
                    </a:cubicBezTo>
                    <a:cubicBezTo>
                      <a:pt x="18" y="98"/>
                      <a:pt x="21" y="77"/>
                      <a:pt x="22" y="55"/>
                    </a:cubicBezTo>
                    <a:cubicBezTo>
                      <a:pt x="23" y="37"/>
                      <a:pt x="19" y="15"/>
                      <a:pt x="19" y="0"/>
                    </a:cubicBezTo>
                    <a:cubicBezTo>
                      <a:pt x="16" y="35"/>
                      <a:pt x="27" y="72"/>
                      <a:pt x="30" y="107"/>
                    </a:cubicBezTo>
                    <a:cubicBezTo>
                      <a:pt x="31" y="126"/>
                      <a:pt x="30" y="145"/>
                      <a:pt x="31" y="165"/>
                    </a:cubicBezTo>
                    <a:cubicBezTo>
                      <a:pt x="32" y="179"/>
                      <a:pt x="27" y="203"/>
                      <a:pt x="30" y="214"/>
                    </a:cubicBezTo>
                    <a:cubicBezTo>
                      <a:pt x="24" y="207"/>
                      <a:pt x="13" y="201"/>
                      <a:pt x="5" y="208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585" name="Freeform 288">
                <a:extLst>
                  <a:ext uri="{FF2B5EF4-FFF2-40B4-BE49-F238E27FC236}">
                    <a16:creationId xmlns:a16="http://schemas.microsoft.com/office/drawing/2014/main" id="{9C65C995-5625-4026-B0A0-38A678962E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4" y="2012"/>
                <a:ext cx="266" cy="367"/>
              </a:xfrm>
              <a:custGeom>
                <a:avLst/>
                <a:gdLst>
                  <a:gd name="T0" fmla="*/ 300 w 249"/>
                  <a:gd name="T1" fmla="*/ 0 h 344"/>
                  <a:gd name="T2" fmla="*/ 237 w 249"/>
                  <a:gd name="T3" fmla="*/ 84 h 344"/>
                  <a:gd name="T4" fmla="*/ 169 w 249"/>
                  <a:gd name="T5" fmla="*/ 140 h 344"/>
                  <a:gd name="T6" fmla="*/ 121 w 249"/>
                  <a:gd name="T7" fmla="*/ 245 h 344"/>
                  <a:gd name="T8" fmla="*/ 56 w 249"/>
                  <a:gd name="T9" fmla="*/ 353 h 344"/>
                  <a:gd name="T10" fmla="*/ 0 w 249"/>
                  <a:gd name="T11" fmla="*/ 418 h 344"/>
                  <a:gd name="T12" fmla="*/ 122 w 249"/>
                  <a:gd name="T13" fmla="*/ 276 h 344"/>
                  <a:gd name="T14" fmla="*/ 193 w 249"/>
                  <a:gd name="T15" fmla="*/ 165 h 344"/>
                  <a:gd name="T16" fmla="*/ 303 w 249"/>
                  <a:gd name="T17" fmla="*/ 7 h 34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49" h="344">
                    <a:moveTo>
                      <a:pt x="246" y="0"/>
                    </a:moveTo>
                    <a:cubicBezTo>
                      <a:pt x="236" y="27"/>
                      <a:pt x="218" y="52"/>
                      <a:pt x="195" y="69"/>
                    </a:cubicBezTo>
                    <a:cubicBezTo>
                      <a:pt x="176" y="83"/>
                      <a:pt x="152" y="93"/>
                      <a:pt x="139" y="115"/>
                    </a:cubicBezTo>
                    <a:cubicBezTo>
                      <a:pt x="123" y="142"/>
                      <a:pt x="114" y="174"/>
                      <a:pt x="99" y="202"/>
                    </a:cubicBezTo>
                    <a:cubicBezTo>
                      <a:pt x="84" y="232"/>
                      <a:pt x="67" y="263"/>
                      <a:pt x="46" y="291"/>
                    </a:cubicBezTo>
                    <a:cubicBezTo>
                      <a:pt x="32" y="310"/>
                      <a:pt x="15" y="327"/>
                      <a:pt x="0" y="344"/>
                    </a:cubicBezTo>
                    <a:cubicBezTo>
                      <a:pt x="46" y="321"/>
                      <a:pt x="73" y="269"/>
                      <a:pt x="100" y="228"/>
                    </a:cubicBezTo>
                    <a:cubicBezTo>
                      <a:pt x="119" y="198"/>
                      <a:pt x="134" y="162"/>
                      <a:pt x="158" y="136"/>
                    </a:cubicBezTo>
                    <a:cubicBezTo>
                      <a:pt x="194" y="96"/>
                      <a:pt x="237" y="61"/>
                      <a:pt x="249" y="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586" name="Freeform 289">
                <a:extLst>
                  <a:ext uri="{FF2B5EF4-FFF2-40B4-BE49-F238E27FC236}">
                    <a16:creationId xmlns:a16="http://schemas.microsoft.com/office/drawing/2014/main" id="{0FE3B2BD-0F3F-45D4-ADDC-BB563BE1C7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4" y="2112"/>
                <a:ext cx="199" cy="141"/>
              </a:xfrm>
              <a:custGeom>
                <a:avLst/>
                <a:gdLst>
                  <a:gd name="T0" fmla="*/ 226 w 187"/>
                  <a:gd name="T1" fmla="*/ 0 h 132"/>
                  <a:gd name="T2" fmla="*/ 112 w 187"/>
                  <a:gd name="T3" fmla="*/ 76 h 132"/>
                  <a:gd name="T4" fmla="*/ 0 w 187"/>
                  <a:gd name="T5" fmla="*/ 161 h 132"/>
                  <a:gd name="T6" fmla="*/ 113 w 187"/>
                  <a:gd name="T7" fmla="*/ 85 h 132"/>
                  <a:gd name="T8" fmla="*/ 161 w 187"/>
                  <a:gd name="T9" fmla="*/ 57 h 132"/>
                  <a:gd name="T10" fmla="*/ 186 w 187"/>
                  <a:gd name="T11" fmla="*/ 66 h 132"/>
                  <a:gd name="T12" fmla="*/ 226 w 187"/>
                  <a:gd name="T13" fmla="*/ 4 h 13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7" h="132">
                    <a:moveTo>
                      <a:pt x="187" y="0"/>
                    </a:moveTo>
                    <a:cubicBezTo>
                      <a:pt x="153" y="12"/>
                      <a:pt x="119" y="37"/>
                      <a:pt x="93" y="62"/>
                    </a:cubicBezTo>
                    <a:cubicBezTo>
                      <a:pt x="66" y="88"/>
                      <a:pt x="38" y="125"/>
                      <a:pt x="0" y="132"/>
                    </a:cubicBezTo>
                    <a:cubicBezTo>
                      <a:pt x="44" y="129"/>
                      <a:pt x="65" y="97"/>
                      <a:pt x="94" y="70"/>
                    </a:cubicBezTo>
                    <a:cubicBezTo>
                      <a:pt x="107" y="58"/>
                      <a:pt x="118" y="53"/>
                      <a:pt x="133" y="47"/>
                    </a:cubicBezTo>
                    <a:cubicBezTo>
                      <a:pt x="140" y="44"/>
                      <a:pt x="169" y="35"/>
                      <a:pt x="154" y="54"/>
                    </a:cubicBezTo>
                    <a:cubicBezTo>
                      <a:pt x="158" y="36"/>
                      <a:pt x="168" y="11"/>
                      <a:pt x="187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587" name="Freeform 290">
                <a:extLst>
                  <a:ext uri="{FF2B5EF4-FFF2-40B4-BE49-F238E27FC236}">
                    <a16:creationId xmlns:a16="http://schemas.microsoft.com/office/drawing/2014/main" id="{A5781705-E3F7-4BD2-AAE2-FF8B99AA75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0" y="2181"/>
                <a:ext cx="149" cy="84"/>
              </a:xfrm>
              <a:custGeom>
                <a:avLst/>
                <a:gdLst>
                  <a:gd name="T0" fmla="*/ 0 w 139"/>
                  <a:gd name="T1" fmla="*/ 97 h 78"/>
                  <a:gd name="T2" fmla="*/ 41 w 139"/>
                  <a:gd name="T3" fmla="*/ 56 h 78"/>
                  <a:gd name="T4" fmla="*/ 79 w 139"/>
                  <a:gd name="T5" fmla="*/ 31 h 78"/>
                  <a:gd name="T6" fmla="*/ 172 w 139"/>
                  <a:gd name="T7" fmla="*/ 0 h 78"/>
                  <a:gd name="T8" fmla="*/ 63 w 139"/>
                  <a:gd name="T9" fmla="*/ 84 h 78"/>
                  <a:gd name="T10" fmla="*/ 5 w 139"/>
                  <a:gd name="T11" fmla="*/ 97 h 7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9" h="78">
                    <a:moveTo>
                      <a:pt x="0" y="78"/>
                    </a:moveTo>
                    <a:cubicBezTo>
                      <a:pt x="13" y="70"/>
                      <a:pt x="21" y="53"/>
                      <a:pt x="33" y="45"/>
                    </a:cubicBezTo>
                    <a:cubicBezTo>
                      <a:pt x="43" y="38"/>
                      <a:pt x="54" y="31"/>
                      <a:pt x="64" y="25"/>
                    </a:cubicBezTo>
                    <a:cubicBezTo>
                      <a:pt x="89" y="11"/>
                      <a:pt x="113" y="8"/>
                      <a:pt x="139" y="0"/>
                    </a:cubicBezTo>
                    <a:cubicBezTo>
                      <a:pt x="128" y="6"/>
                      <a:pt x="17" y="41"/>
                      <a:pt x="51" y="67"/>
                    </a:cubicBezTo>
                    <a:cubicBezTo>
                      <a:pt x="34" y="66"/>
                      <a:pt x="20" y="73"/>
                      <a:pt x="5" y="7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588" name="Freeform 291">
                <a:extLst>
                  <a:ext uri="{FF2B5EF4-FFF2-40B4-BE49-F238E27FC236}">
                    <a16:creationId xmlns:a16="http://schemas.microsoft.com/office/drawing/2014/main" id="{58F16ABA-3BFD-48A5-BA8E-6447FD9A28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2" y="2256"/>
                <a:ext cx="211" cy="133"/>
              </a:xfrm>
              <a:custGeom>
                <a:avLst/>
                <a:gdLst>
                  <a:gd name="T0" fmla="*/ 240 w 198"/>
                  <a:gd name="T1" fmla="*/ 15 h 124"/>
                  <a:gd name="T2" fmla="*/ 97 w 198"/>
                  <a:gd name="T3" fmla="*/ 42 h 124"/>
                  <a:gd name="T4" fmla="*/ 0 w 198"/>
                  <a:gd name="T5" fmla="*/ 153 h 124"/>
                  <a:gd name="T6" fmla="*/ 59 w 198"/>
                  <a:gd name="T7" fmla="*/ 85 h 124"/>
                  <a:gd name="T8" fmla="*/ 109 w 198"/>
                  <a:gd name="T9" fmla="*/ 48 h 124"/>
                  <a:gd name="T10" fmla="*/ 174 w 198"/>
                  <a:gd name="T11" fmla="*/ 29 h 124"/>
                  <a:gd name="T12" fmla="*/ 240 w 198"/>
                  <a:gd name="T13" fmla="*/ 16 h 1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8" h="124">
                    <a:moveTo>
                      <a:pt x="198" y="12"/>
                    </a:moveTo>
                    <a:cubicBezTo>
                      <a:pt x="158" y="0"/>
                      <a:pt x="114" y="19"/>
                      <a:pt x="80" y="34"/>
                    </a:cubicBezTo>
                    <a:cubicBezTo>
                      <a:pt x="46" y="49"/>
                      <a:pt x="14" y="90"/>
                      <a:pt x="0" y="124"/>
                    </a:cubicBezTo>
                    <a:cubicBezTo>
                      <a:pt x="20" y="111"/>
                      <a:pt x="32" y="85"/>
                      <a:pt x="49" y="69"/>
                    </a:cubicBezTo>
                    <a:cubicBezTo>
                      <a:pt x="61" y="56"/>
                      <a:pt x="74" y="46"/>
                      <a:pt x="90" y="39"/>
                    </a:cubicBezTo>
                    <a:cubicBezTo>
                      <a:pt x="107" y="31"/>
                      <a:pt x="126" y="28"/>
                      <a:pt x="144" y="23"/>
                    </a:cubicBezTo>
                    <a:cubicBezTo>
                      <a:pt x="162" y="18"/>
                      <a:pt x="181" y="19"/>
                      <a:pt x="198" y="1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589" name="Freeform 292">
                <a:extLst>
                  <a:ext uri="{FF2B5EF4-FFF2-40B4-BE49-F238E27FC236}">
                    <a16:creationId xmlns:a16="http://schemas.microsoft.com/office/drawing/2014/main" id="{D5A31E80-7612-42BF-B092-7879C04DBA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6" y="2505"/>
                <a:ext cx="173" cy="303"/>
              </a:xfrm>
              <a:custGeom>
                <a:avLst/>
                <a:gdLst>
                  <a:gd name="T0" fmla="*/ 198 w 162"/>
                  <a:gd name="T1" fmla="*/ 1 h 284"/>
                  <a:gd name="T2" fmla="*/ 160 w 162"/>
                  <a:gd name="T3" fmla="*/ 2 h 284"/>
                  <a:gd name="T4" fmla="*/ 123 w 162"/>
                  <a:gd name="T5" fmla="*/ 23 h 284"/>
                  <a:gd name="T6" fmla="*/ 48 w 162"/>
                  <a:gd name="T7" fmla="*/ 96 h 284"/>
                  <a:gd name="T8" fmla="*/ 17 w 162"/>
                  <a:gd name="T9" fmla="*/ 273 h 284"/>
                  <a:gd name="T10" fmla="*/ 34 w 162"/>
                  <a:gd name="T11" fmla="*/ 313 h 284"/>
                  <a:gd name="T12" fmla="*/ 64 w 162"/>
                  <a:gd name="T13" fmla="*/ 344 h 284"/>
                  <a:gd name="T14" fmla="*/ 147 w 162"/>
                  <a:gd name="T15" fmla="*/ 310 h 284"/>
                  <a:gd name="T16" fmla="*/ 62 w 162"/>
                  <a:gd name="T17" fmla="*/ 302 h 284"/>
                  <a:gd name="T18" fmla="*/ 57 w 162"/>
                  <a:gd name="T19" fmla="*/ 252 h 284"/>
                  <a:gd name="T20" fmla="*/ 54 w 162"/>
                  <a:gd name="T21" fmla="*/ 179 h 284"/>
                  <a:gd name="T22" fmla="*/ 72 w 162"/>
                  <a:gd name="T23" fmla="*/ 114 h 284"/>
                  <a:gd name="T24" fmla="*/ 105 w 162"/>
                  <a:gd name="T25" fmla="*/ 50 h 284"/>
                  <a:gd name="T26" fmla="*/ 138 w 162"/>
                  <a:gd name="T27" fmla="*/ 25 h 284"/>
                  <a:gd name="T28" fmla="*/ 187 w 162"/>
                  <a:gd name="T29" fmla="*/ 2 h 284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62" h="284">
                    <a:moveTo>
                      <a:pt x="162" y="1"/>
                    </a:moveTo>
                    <a:cubicBezTo>
                      <a:pt x="152" y="5"/>
                      <a:pt x="141" y="0"/>
                      <a:pt x="131" y="2"/>
                    </a:cubicBezTo>
                    <a:cubicBezTo>
                      <a:pt x="121" y="5"/>
                      <a:pt x="110" y="14"/>
                      <a:pt x="101" y="20"/>
                    </a:cubicBezTo>
                    <a:cubicBezTo>
                      <a:pt x="76" y="37"/>
                      <a:pt x="54" y="53"/>
                      <a:pt x="39" y="79"/>
                    </a:cubicBezTo>
                    <a:cubicBezTo>
                      <a:pt x="15" y="122"/>
                      <a:pt x="0" y="177"/>
                      <a:pt x="14" y="225"/>
                    </a:cubicBezTo>
                    <a:cubicBezTo>
                      <a:pt x="18" y="236"/>
                      <a:pt x="24" y="246"/>
                      <a:pt x="28" y="258"/>
                    </a:cubicBezTo>
                    <a:cubicBezTo>
                      <a:pt x="34" y="273"/>
                      <a:pt x="32" y="284"/>
                      <a:pt x="52" y="283"/>
                    </a:cubicBezTo>
                    <a:cubicBezTo>
                      <a:pt x="76" y="282"/>
                      <a:pt x="100" y="266"/>
                      <a:pt x="121" y="256"/>
                    </a:cubicBezTo>
                    <a:cubicBezTo>
                      <a:pt x="102" y="255"/>
                      <a:pt x="63" y="273"/>
                      <a:pt x="51" y="248"/>
                    </a:cubicBezTo>
                    <a:cubicBezTo>
                      <a:pt x="46" y="238"/>
                      <a:pt x="49" y="219"/>
                      <a:pt x="47" y="207"/>
                    </a:cubicBezTo>
                    <a:cubicBezTo>
                      <a:pt x="46" y="187"/>
                      <a:pt x="44" y="167"/>
                      <a:pt x="45" y="147"/>
                    </a:cubicBezTo>
                    <a:cubicBezTo>
                      <a:pt x="45" y="125"/>
                      <a:pt x="51" y="113"/>
                      <a:pt x="59" y="94"/>
                    </a:cubicBezTo>
                    <a:cubicBezTo>
                      <a:pt x="67" y="76"/>
                      <a:pt x="72" y="56"/>
                      <a:pt x="86" y="41"/>
                    </a:cubicBezTo>
                    <a:cubicBezTo>
                      <a:pt x="93" y="33"/>
                      <a:pt x="103" y="25"/>
                      <a:pt x="113" y="21"/>
                    </a:cubicBezTo>
                    <a:cubicBezTo>
                      <a:pt x="125" y="15"/>
                      <a:pt x="142" y="4"/>
                      <a:pt x="154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590" name="Freeform 293">
                <a:extLst>
                  <a:ext uri="{FF2B5EF4-FFF2-40B4-BE49-F238E27FC236}">
                    <a16:creationId xmlns:a16="http://schemas.microsoft.com/office/drawing/2014/main" id="{D12952B7-5B28-43C2-90F7-F494B7BF80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5" y="2680"/>
                <a:ext cx="86" cy="284"/>
              </a:xfrm>
              <a:custGeom>
                <a:avLst/>
                <a:gdLst>
                  <a:gd name="T0" fmla="*/ 93 w 81"/>
                  <a:gd name="T1" fmla="*/ 129 h 266"/>
                  <a:gd name="T2" fmla="*/ 97 w 81"/>
                  <a:gd name="T3" fmla="*/ 162 h 266"/>
                  <a:gd name="T4" fmla="*/ 48 w 81"/>
                  <a:gd name="T5" fmla="*/ 239 h 266"/>
                  <a:gd name="T6" fmla="*/ 44 w 81"/>
                  <a:gd name="T7" fmla="*/ 287 h 266"/>
                  <a:gd name="T8" fmla="*/ 55 w 81"/>
                  <a:gd name="T9" fmla="*/ 324 h 266"/>
                  <a:gd name="T10" fmla="*/ 40 w 81"/>
                  <a:gd name="T11" fmla="*/ 170 h 266"/>
                  <a:gd name="T12" fmla="*/ 15 w 81"/>
                  <a:gd name="T13" fmla="*/ 95 h 266"/>
                  <a:gd name="T14" fmla="*/ 15 w 81"/>
                  <a:gd name="T15" fmla="*/ 0 h 266"/>
                  <a:gd name="T16" fmla="*/ 42 w 81"/>
                  <a:gd name="T17" fmla="*/ 109 h 266"/>
                  <a:gd name="T18" fmla="*/ 80 w 81"/>
                  <a:gd name="T19" fmla="*/ 129 h 26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1" h="266">
                    <a:moveTo>
                      <a:pt x="78" y="106"/>
                    </a:moveTo>
                    <a:cubicBezTo>
                      <a:pt x="69" y="114"/>
                      <a:pt x="60" y="138"/>
                      <a:pt x="81" y="133"/>
                    </a:cubicBezTo>
                    <a:cubicBezTo>
                      <a:pt x="53" y="148"/>
                      <a:pt x="43" y="166"/>
                      <a:pt x="40" y="197"/>
                    </a:cubicBezTo>
                    <a:cubicBezTo>
                      <a:pt x="39" y="210"/>
                      <a:pt x="35" y="223"/>
                      <a:pt x="37" y="236"/>
                    </a:cubicBezTo>
                    <a:cubicBezTo>
                      <a:pt x="37" y="247"/>
                      <a:pt x="44" y="256"/>
                      <a:pt x="46" y="266"/>
                    </a:cubicBezTo>
                    <a:cubicBezTo>
                      <a:pt x="5" y="236"/>
                      <a:pt x="32" y="180"/>
                      <a:pt x="34" y="140"/>
                    </a:cubicBezTo>
                    <a:cubicBezTo>
                      <a:pt x="35" y="120"/>
                      <a:pt x="20" y="96"/>
                      <a:pt x="12" y="78"/>
                    </a:cubicBezTo>
                    <a:cubicBezTo>
                      <a:pt x="0" y="52"/>
                      <a:pt x="0" y="27"/>
                      <a:pt x="12" y="0"/>
                    </a:cubicBezTo>
                    <a:cubicBezTo>
                      <a:pt x="18" y="30"/>
                      <a:pt x="22" y="62"/>
                      <a:pt x="36" y="90"/>
                    </a:cubicBezTo>
                    <a:cubicBezTo>
                      <a:pt x="44" y="104"/>
                      <a:pt x="50" y="106"/>
                      <a:pt x="67" y="10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591" name="Freeform 294">
                <a:extLst>
                  <a:ext uri="{FF2B5EF4-FFF2-40B4-BE49-F238E27FC236}">
                    <a16:creationId xmlns:a16="http://schemas.microsoft.com/office/drawing/2014/main" id="{EA175F12-F158-4DE1-A39C-BE89EA24AC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2" y="2244"/>
                <a:ext cx="104" cy="51"/>
              </a:xfrm>
              <a:custGeom>
                <a:avLst/>
                <a:gdLst>
                  <a:gd name="T0" fmla="*/ 120 w 97"/>
                  <a:gd name="T1" fmla="*/ 0 h 47"/>
                  <a:gd name="T2" fmla="*/ 99 w 97"/>
                  <a:gd name="T3" fmla="*/ 5 h 47"/>
                  <a:gd name="T4" fmla="*/ 79 w 97"/>
                  <a:gd name="T5" fmla="*/ 16 h 47"/>
                  <a:gd name="T6" fmla="*/ 53 w 97"/>
                  <a:gd name="T7" fmla="*/ 24 h 47"/>
                  <a:gd name="T8" fmla="*/ 0 w 97"/>
                  <a:gd name="T9" fmla="*/ 28 h 47"/>
                  <a:gd name="T10" fmla="*/ 73 w 97"/>
                  <a:gd name="T11" fmla="*/ 60 h 47"/>
                  <a:gd name="T12" fmla="*/ 54 w 97"/>
                  <a:gd name="T13" fmla="*/ 39 h 47"/>
                  <a:gd name="T14" fmla="*/ 69 w 97"/>
                  <a:gd name="T15" fmla="*/ 25 h 47"/>
                  <a:gd name="T16" fmla="*/ 113 w 97"/>
                  <a:gd name="T17" fmla="*/ 2 h 4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7" h="47">
                    <a:moveTo>
                      <a:pt x="97" y="0"/>
                    </a:moveTo>
                    <a:cubicBezTo>
                      <a:pt x="92" y="3"/>
                      <a:pt x="85" y="3"/>
                      <a:pt x="80" y="5"/>
                    </a:cubicBezTo>
                    <a:cubicBezTo>
                      <a:pt x="74" y="7"/>
                      <a:pt x="69" y="11"/>
                      <a:pt x="64" y="13"/>
                    </a:cubicBezTo>
                    <a:cubicBezTo>
                      <a:pt x="57" y="16"/>
                      <a:pt x="50" y="17"/>
                      <a:pt x="43" y="18"/>
                    </a:cubicBezTo>
                    <a:cubicBezTo>
                      <a:pt x="29" y="20"/>
                      <a:pt x="14" y="22"/>
                      <a:pt x="0" y="22"/>
                    </a:cubicBezTo>
                    <a:cubicBezTo>
                      <a:pt x="20" y="29"/>
                      <a:pt x="41" y="40"/>
                      <a:pt x="59" y="47"/>
                    </a:cubicBezTo>
                    <a:cubicBezTo>
                      <a:pt x="52" y="46"/>
                      <a:pt x="42" y="39"/>
                      <a:pt x="44" y="30"/>
                    </a:cubicBezTo>
                    <a:cubicBezTo>
                      <a:pt x="45" y="26"/>
                      <a:pt x="51" y="21"/>
                      <a:pt x="56" y="19"/>
                    </a:cubicBezTo>
                    <a:cubicBezTo>
                      <a:pt x="66" y="13"/>
                      <a:pt x="79" y="7"/>
                      <a:pt x="91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592" name="Freeform 295">
                <a:extLst>
                  <a:ext uri="{FF2B5EF4-FFF2-40B4-BE49-F238E27FC236}">
                    <a16:creationId xmlns:a16="http://schemas.microsoft.com/office/drawing/2014/main" id="{367343CD-4C90-4302-AD84-75AACE2EF8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5" y="2269"/>
                <a:ext cx="30" cy="18"/>
              </a:xfrm>
              <a:custGeom>
                <a:avLst/>
                <a:gdLst>
                  <a:gd name="T0" fmla="*/ 25 w 28"/>
                  <a:gd name="T1" fmla="*/ 0 h 17"/>
                  <a:gd name="T2" fmla="*/ 15 w 28"/>
                  <a:gd name="T3" fmla="*/ 19 h 17"/>
                  <a:gd name="T4" fmla="*/ 23 w 28"/>
                  <a:gd name="T5" fmla="*/ 1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17">
                    <a:moveTo>
                      <a:pt x="20" y="0"/>
                    </a:moveTo>
                    <a:cubicBezTo>
                      <a:pt x="28" y="3"/>
                      <a:pt x="20" y="17"/>
                      <a:pt x="12" y="16"/>
                    </a:cubicBezTo>
                    <a:cubicBezTo>
                      <a:pt x="0" y="14"/>
                      <a:pt x="19" y="4"/>
                      <a:pt x="19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593" name="Freeform 296">
                <a:extLst>
                  <a:ext uri="{FF2B5EF4-FFF2-40B4-BE49-F238E27FC236}">
                    <a16:creationId xmlns:a16="http://schemas.microsoft.com/office/drawing/2014/main" id="{B6A31602-A9AB-417B-A65C-5B2A69B05C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0" y="2229"/>
                <a:ext cx="129" cy="52"/>
              </a:xfrm>
              <a:custGeom>
                <a:avLst/>
                <a:gdLst>
                  <a:gd name="T0" fmla="*/ 149 w 120"/>
                  <a:gd name="T1" fmla="*/ 44 h 48"/>
                  <a:gd name="T2" fmla="*/ 0 w 120"/>
                  <a:gd name="T3" fmla="*/ 0 h 48"/>
                  <a:gd name="T4" fmla="*/ 75 w 120"/>
                  <a:gd name="T5" fmla="*/ 41 h 48"/>
                  <a:gd name="T6" fmla="*/ 120 w 120"/>
                  <a:gd name="T7" fmla="*/ 61 h 48"/>
                  <a:gd name="T8" fmla="*/ 144 w 120"/>
                  <a:gd name="T9" fmla="*/ 47 h 4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0" h="48">
                    <a:moveTo>
                      <a:pt x="120" y="35"/>
                    </a:moveTo>
                    <a:cubicBezTo>
                      <a:pt x="77" y="38"/>
                      <a:pt x="39" y="17"/>
                      <a:pt x="0" y="0"/>
                    </a:cubicBezTo>
                    <a:cubicBezTo>
                      <a:pt x="12" y="16"/>
                      <a:pt x="41" y="25"/>
                      <a:pt x="60" y="32"/>
                    </a:cubicBezTo>
                    <a:cubicBezTo>
                      <a:pt x="67" y="34"/>
                      <a:pt x="98" y="36"/>
                      <a:pt x="97" y="48"/>
                    </a:cubicBezTo>
                    <a:cubicBezTo>
                      <a:pt x="104" y="47"/>
                      <a:pt x="110" y="40"/>
                      <a:pt x="116" y="3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594" name="Freeform 297">
                <a:extLst>
                  <a:ext uri="{FF2B5EF4-FFF2-40B4-BE49-F238E27FC236}">
                    <a16:creationId xmlns:a16="http://schemas.microsoft.com/office/drawing/2014/main" id="{AD1FA1B4-ABCE-4AC5-B76E-40331E2BE1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6" y="3017"/>
                <a:ext cx="217" cy="90"/>
              </a:xfrm>
              <a:custGeom>
                <a:avLst/>
                <a:gdLst>
                  <a:gd name="T0" fmla="*/ 0 w 203"/>
                  <a:gd name="T1" fmla="*/ 2 h 84"/>
                  <a:gd name="T2" fmla="*/ 33 w 203"/>
                  <a:gd name="T3" fmla="*/ 79 h 84"/>
                  <a:gd name="T4" fmla="*/ 94 w 203"/>
                  <a:gd name="T5" fmla="*/ 96 h 84"/>
                  <a:gd name="T6" fmla="*/ 181 w 203"/>
                  <a:gd name="T7" fmla="*/ 66 h 84"/>
                  <a:gd name="T8" fmla="*/ 248 w 203"/>
                  <a:gd name="T9" fmla="*/ 57 h 84"/>
                  <a:gd name="T10" fmla="*/ 118 w 203"/>
                  <a:gd name="T11" fmla="*/ 64 h 84"/>
                  <a:gd name="T12" fmla="*/ 46 w 203"/>
                  <a:gd name="T13" fmla="*/ 59 h 84"/>
                  <a:gd name="T14" fmla="*/ 0 w 203"/>
                  <a:gd name="T15" fmla="*/ 0 h 8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03" h="84">
                    <a:moveTo>
                      <a:pt x="0" y="2"/>
                    </a:moveTo>
                    <a:cubicBezTo>
                      <a:pt x="8" y="21"/>
                      <a:pt x="16" y="48"/>
                      <a:pt x="27" y="64"/>
                    </a:cubicBezTo>
                    <a:cubicBezTo>
                      <a:pt x="40" y="84"/>
                      <a:pt x="56" y="84"/>
                      <a:pt x="77" y="78"/>
                    </a:cubicBezTo>
                    <a:cubicBezTo>
                      <a:pt x="101" y="71"/>
                      <a:pt x="124" y="60"/>
                      <a:pt x="148" y="54"/>
                    </a:cubicBezTo>
                    <a:cubicBezTo>
                      <a:pt x="165" y="50"/>
                      <a:pt x="186" y="46"/>
                      <a:pt x="203" y="46"/>
                    </a:cubicBezTo>
                    <a:cubicBezTo>
                      <a:pt x="168" y="40"/>
                      <a:pt x="129" y="36"/>
                      <a:pt x="96" y="52"/>
                    </a:cubicBezTo>
                    <a:cubicBezTo>
                      <a:pt x="74" y="63"/>
                      <a:pt x="57" y="70"/>
                      <a:pt x="37" y="48"/>
                    </a:cubicBezTo>
                    <a:cubicBezTo>
                      <a:pt x="24" y="33"/>
                      <a:pt x="18" y="12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595" name="Freeform 298">
                <a:extLst>
                  <a:ext uri="{FF2B5EF4-FFF2-40B4-BE49-F238E27FC236}">
                    <a16:creationId xmlns:a16="http://schemas.microsoft.com/office/drawing/2014/main" id="{C6C0B767-FF71-40F2-B8EF-2A55904A1D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1" y="3089"/>
                <a:ext cx="209" cy="85"/>
              </a:xfrm>
              <a:custGeom>
                <a:avLst/>
                <a:gdLst>
                  <a:gd name="T0" fmla="*/ 234 w 196"/>
                  <a:gd name="T1" fmla="*/ 0 h 80"/>
                  <a:gd name="T2" fmla="*/ 175 w 196"/>
                  <a:gd name="T3" fmla="*/ 46 h 80"/>
                  <a:gd name="T4" fmla="*/ 119 w 196"/>
                  <a:gd name="T5" fmla="*/ 61 h 80"/>
                  <a:gd name="T6" fmla="*/ 0 w 196"/>
                  <a:gd name="T7" fmla="*/ 58 h 80"/>
                  <a:gd name="T8" fmla="*/ 161 w 196"/>
                  <a:gd name="T9" fmla="*/ 78 h 80"/>
                  <a:gd name="T10" fmla="*/ 238 w 196"/>
                  <a:gd name="T11" fmla="*/ 4 h 8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96" h="80">
                    <a:moveTo>
                      <a:pt x="192" y="0"/>
                    </a:moveTo>
                    <a:cubicBezTo>
                      <a:pt x="175" y="6"/>
                      <a:pt x="159" y="27"/>
                      <a:pt x="144" y="38"/>
                    </a:cubicBezTo>
                    <a:cubicBezTo>
                      <a:pt x="129" y="48"/>
                      <a:pt x="114" y="47"/>
                      <a:pt x="98" y="51"/>
                    </a:cubicBezTo>
                    <a:cubicBezTo>
                      <a:pt x="71" y="57"/>
                      <a:pt x="26" y="63"/>
                      <a:pt x="0" y="49"/>
                    </a:cubicBezTo>
                    <a:cubicBezTo>
                      <a:pt x="33" y="80"/>
                      <a:pt x="93" y="76"/>
                      <a:pt x="133" y="65"/>
                    </a:cubicBezTo>
                    <a:cubicBezTo>
                      <a:pt x="169" y="56"/>
                      <a:pt x="177" y="28"/>
                      <a:pt x="196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596" name="Freeform 299">
                <a:extLst>
                  <a:ext uri="{FF2B5EF4-FFF2-40B4-BE49-F238E27FC236}">
                    <a16:creationId xmlns:a16="http://schemas.microsoft.com/office/drawing/2014/main" id="{C7837DFB-55A1-483F-89C3-81D168E057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5" y="3111"/>
                <a:ext cx="94" cy="35"/>
              </a:xfrm>
              <a:custGeom>
                <a:avLst/>
                <a:gdLst>
                  <a:gd name="T0" fmla="*/ 50 w 88"/>
                  <a:gd name="T1" fmla="*/ 0 h 33"/>
                  <a:gd name="T2" fmla="*/ 7 w 88"/>
                  <a:gd name="T3" fmla="*/ 38 h 33"/>
                  <a:gd name="T4" fmla="*/ 107 w 88"/>
                  <a:gd name="T5" fmla="*/ 37 h 33"/>
                  <a:gd name="T6" fmla="*/ 69 w 88"/>
                  <a:gd name="T7" fmla="*/ 25 h 33"/>
                  <a:gd name="T8" fmla="*/ 34 w 88"/>
                  <a:gd name="T9" fmla="*/ 20 h 33"/>
                  <a:gd name="T10" fmla="*/ 49 w 88"/>
                  <a:gd name="T11" fmla="*/ 4 h 3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8" h="33">
                    <a:moveTo>
                      <a:pt x="41" y="0"/>
                    </a:moveTo>
                    <a:cubicBezTo>
                      <a:pt x="27" y="4"/>
                      <a:pt x="0" y="15"/>
                      <a:pt x="7" y="32"/>
                    </a:cubicBezTo>
                    <a:cubicBezTo>
                      <a:pt x="33" y="28"/>
                      <a:pt x="61" y="33"/>
                      <a:pt x="88" y="31"/>
                    </a:cubicBezTo>
                    <a:cubicBezTo>
                      <a:pt x="77" y="30"/>
                      <a:pt x="68" y="24"/>
                      <a:pt x="57" y="22"/>
                    </a:cubicBezTo>
                    <a:cubicBezTo>
                      <a:pt x="47" y="20"/>
                      <a:pt x="37" y="20"/>
                      <a:pt x="28" y="17"/>
                    </a:cubicBezTo>
                    <a:cubicBezTo>
                      <a:pt x="32" y="12"/>
                      <a:pt x="37" y="9"/>
                      <a:pt x="40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597" name="Freeform 300">
                <a:extLst>
                  <a:ext uri="{FF2B5EF4-FFF2-40B4-BE49-F238E27FC236}">
                    <a16:creationId xmlns:a16="http://schemas.microsoft.com/office/drawing/2014/main" id="{9AA98E01-C076-45D8-A4EA-80B289E89E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7" y="2731"/>
                <a:ext cx="228" cy="47"/>
              </a:xfrm>
              <a:custGeom>
                <a:avLst/>
                <a:gdLst>
                  <a:gd name="T0" fmla="*/ 2 w 213"/>
                  <a:gd name="T1" fmla="*/ 51 h 44"/>
                  <a:gd name="T2" fmla="*/ 145 w 213"/>
                  <a:gd name="T3" fmla="*/ 28 h 44"/>
                  <a:gd name="T4" fmla="*/ 210 w 213"/>
                  <a:gd name="T5" fmla="*/ 26 h 44"/>
                  <a:gd name="T6" fmla="*/ 261 w 213"/>
                  <a:gd name="T7" fmla="*/ 0 h 44"/>
                  <a:gd name="T8" fmla="*/ 121 w 213"/>
                  <a:gd name="T9" fmla="*/ 13 h 44"/>
                  <a:gd name="T10" fmla="*/ 58 w 213"/>
                  <a:gd name="T11" fmla="*/ 26 h 44"/>
                  <a:gd name="T12" fmla="*/ 0 w 213"/>
                  <a:gd name="T13" fmla="*/ 53 h 4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13" h="44">
                    <a:moveTo>
                      <a:pt x="2" y="42"/>
                    </a:moveTo>
                    <a:cubicBezTo>
                      <a:pt x="40" y="31"/>
                      <a:pt x="77" y="22"/>
                      <a:pt x="118" y="22"/>
                    </a:cubicBezTo>
                    <a:cubicBezTo>
                      <a:pt x="135" y="22"/>
                      <a:pt x="154" y="24"/>
                      <a:pt x="171" y="21"/>
                    </a:cubicBezTo>
                    <a:cubicBezTo>
                      <a:pt x="189" y="18"/>
                      <a:pt x="199" y="10"/>
                      <a:pt x="213" y="0"/>
                    </a:cubicBezTo>
                    <a:cubicBezTo>
                      <a:pt x="183" y="17"/>
                      <a:pt x="135" y="6"/>
                      <a:pt x="99" y="10"/>
                    </a:cubicBezTo>
                    <a:cubicBezTo>
                      <a:pt x="82" y="12"/>
                      <a:pt x="63" y="16"/>
                      <a:pt x="47" y="21"/>
                    </a:cubicBezTo>
                    <a:cubicBezTo>
                      <a:pt x="30" y="26"/>
                      <a:pt x="17" y="39"/>
                      <a:pt x="0" y="4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598" name="Freeform 301">
                <a:extLst>
                  <a:ext uri="{FF2B5EF4-FFF2-40B4-BE49-F238E27FC236}">
                    <a16:creationId xmlns:a16="http://schemas.microsoft.com/office/drawing/2014/main" id="{31BF27EC-817C-4E41-8FA5-C2798C481B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6" y="2411"/>
                <a:ext cx="165" cy="81"/>
              </a:xfrm>
              <a:custGeom>
                <a:avLst/>
                <a:gdLst>
                  <a:gd name="T0" fmla="*/ 0 w 154"/>
                  <a:gd name="T1" fmla="*/ 91 h 76"/>
                  <a:gd name="T2" fmla="*/ 114 w 154"/>
                  <a:gd name="T3" fmla="*/ 0 h 76"/>
                  <a:gd name="T4" fmla="*/ 105 w 154"/>
                  <a:gd name="T5" fmla="*/ 49 h 76"/>
                  <a:gd name="T6" fmla="*/ 138 w 154"/>
                  <a:gd name="T7" fmla="*/ 68 h 76"/>
                  <a:gd name="T8" fmla="*/ 190 w 154"/>
                  <a:gd name="T9" fmla="*/ 92 h 76"/>
                  <a:gd name="T10" fmla="*/ 141 w 154"/>
                  <a:gd name="T11" fmla="*/ 77 h 76"/>
                  <a:gd name="T12" fmla="*/ 96 w 154"/>
                  <a:gd name="T13" fmla="*/ 82 h 76"/>
                  <a:gd name="T14" fmla="*/ 11 w 154"/>
                  <a:gd name="T15" fmla="*/ 92 h 7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54" h="76">
                    <a:moveTo>
                      <a:pt x="0" y="75"/>
                    </a:moveTo>
                    <a:cubicBezTo>
                      <a:pt x="39" y="63"/>
                      <a:pt x="69" y="34"/>
                      <a:pt x="92" y="0"/>
                    </a:cubicBezTo>
                    <a:cubicBezTo>
                      <a:pt x="93" y="13"/>
                      <a:pt x="80" y="27"/>
                      <a:pt x="85" y="40"/>
                    </a:cubicBezTo>
                    <a:cubicBezTo>
                      <a:pt x="89" y="52"/>
                      <a:pt x="102" y="53"/>
                      <a:pt x="112" y="56"/>
                    </a:cubicBezTo>
                    <a:cubicBezTo>
                      <a:pt x="124" y="59"/>
                      <a:pt x="149" y="64"/>
                      <a:pt x="154" y="76"/>
                    </a:cubicBezTo>
                    <a:cubicBezTo>
                      <a:pt x="141" y="74"/>
                      <a:pt x="129" y="65"/>
                      <a:pt x="115" y="64"/>
                    </a:cubicBezTo>
                    <a:cubicBezTo>
                      <a:pt x="102" y="63"/>
                      <a:pt x="91" y="66"/>
                      <a:pt x="78" y="68"/>
                    </a:cubicBezTo>
                    <a:cubicBezTo>
                      <a:pt x="55" y="72"/>
                      <a:pt x="31" y="71"/>
                      <a:pt x="8" y="7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599" name="Freeform 302">
                <a:extLst>
                  <a:ext uri="{FF2B5EF4-FFF2-40B4-BE49-F238E27FC236}">
                    <a16:creationId xmlns:a16="http://schemas.microsoft.com/office/drawing/2014/main" id="{394D5E67-649A-4DD9-95DC-D428E2C330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9" y="1839"/>
                <a:ext cx="403" cy="218"/>
              </a:xfrm>
              <a:custGeom>
                <a:avLst/>
                <a:gdLst>
                  <a:gd name="T0" fmla="*/ 403 w 377"/>
                  <a:gd name="T1" fmla="*/ 0 h 204"/>
                  <a:gd name="T2" fmla="*/ 279 w 377"/>
                  <a:gd name="T3" fmla="*/ 177 h 204"/>
                  <a:gd name="T4" fmla="*/ 0 w 377"/>
                  <a:gd name="T5" fmla="*/ 165 h 204"/>
                  <a:gd name="T6" fmla="*/ 283 w 377"/>
                  <a:gd name="T7" fmla="*/ 188 h 204"/>
                  <a:gd name="T8" fmla="*/ 403 w 377"/>
                  <a:gd name="T9" fmla="*/ 0 h 20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77" h="204">
                    <a:moveTo>
                      <a:pt x="330" y="0"/>
                    </a:moveTo>
                    <a:cubicBezTo>
                      <a:pt x="330" y="0"/>
                      <a:pt x="320" y="108"/>
                      <a:pt x="228" y="145"/>
                    </a:cubicBezTo>
                    <a:cubicBezTo>
                      <a:pt x="137" y="182"/>
                      <a:pt x="57" y="169"/>
                      <a:pt x="0" y="135"/>
                    </a:cubicBezTo>
                    <a:cubicBezTo>
                      <a:pt x="0" y="135"/>
                      <a:pt x="87" y="204"/>
                      <a:pt x="232" y="154"/>
                    </a:cubicBezTo>
                    <a:cubicBezTo>
                      <a:pt x="377" y="104"/>
                      <a:pt x="331" y="3"/>
                      <a:pt x="33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600" name="Freeform 303">
                <a:extLst>
                  <a:ext uri="{FF2B5EF4-FFF2-40B4-BE49-F238E27FC236}">
                    <a16:creationId xmlns:a16="http://schemas.microsoft.com/office/drawing/2014/main" id="{A10A7187-A3D3-4918-8C84-D5DF95C759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9" y="3946"/>
                <a:ext cx="69" cy="62"/>
              </a:xfrm>
              <a:custGeom>
                <a:avLst/>
                <a:gdLst>
                  <a:gd name="T0" fmla="*/ 77 w 65"/>
                  <a:gd name="T1" fmla="*/ 64 h 58"/>
                  <a:gd name="T2" fmla="*/ 50 w 65"/>
                  <a:gd name="T3" fmla="*/ 50 h 58"/>
                  <a:gd name="T4" fmla="*/ 36 w 65"/>
                  <a:gd name="T5" fmla="*/ 30 h 58"/>
                  <a:gd name="T6" fmla="*/ 0 w 65"/>
                  <a:gd name="T7" fmla="*/ 0 h 58"/>
                  <a:gd name="T8" fmla="*/ 24 w 65"/>
                  <a:gd name="T9" fmla="*/ 15 h 58"/>
                  <a:gd name="T10" fmla="*/ 51 w 65"/>
                  <a:gd name="T11" fmla="*/ 33 h 58"/>
                  <a:gd name="T12" fmla="*/ 59 w 65"/>
                  <a:gd name="T13" fmla="*/ 52 h 58"/>
                  <a:gd name="T14" fmla="*/ 73 w 65"/>
                  <a:gd name="T15" fmla="*/ 61 h 5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5" h="58">
                    <a:moveTo>
                      <a:pt x="65" y="52"/>
                    </a:moveTo>
                    <a:cubicBezTo>
                      <a:pt x="57" y="58"/>
                      <a:pt x="44" y="48"/>
                      <a:pt x="41" y="41"/>
                    </a:cubicBezTo>
                    <a:cubicBezTo>
                      <a:pt x="38" y="35"/>
                      <a:pt x="37" y="28"/>
                      <a:pt x="30" y="24"/>
                    </a:cubicBezTo>
                    <a:cubicBezTo>
                      <a:pt x="19" y="19"/>
                      <a:pt x="12" y="4"/>
                      <a:pt x="0" y="0"/>
                    </a:cubicBezTo>
                    <a:cubicBezTo>
                      <a:pt x="7" y="2"/>
                      <a:pt x="14" y="8"/>
                      <a:pt x="21" y="12"/>
                    </a:cubicBezTo>
                    <a:cubicBezTo>
                      <a:pt x="29" y="16"/>
                      <a:pt x="36" y="19"/>
                      <a:pt x="42" y="27"/>
                    </a:cubicBezTo>
                    <a:cubicBezTo>
                      <a:pt x="45" y="32"/>
                      <a:pt x="45" y="38"/>
                      <a:pt x="50" y="43"/>
                    </a:cubicBezTo>
                    <a:cubicBezTo>
                      <a:pt x="52" y="45"/>
                      <a:pt x="57" y="48"/>
                      <a:pt x="61" y="5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601" name="Freeform 304">
                <a:extLst>
                  <a:ext uri="{FF2B5EF4-FFF2-40B4-BE49-F238E27FC236}">
                    <a16:creationId xmlns:a16="http://schemas.microsoft.com/office/drawing/2014/main" id="{2A0EAAEA-1AD7-46FA-BBA5-E0D2845A02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1" y="3695"/>
                <a:ext cx="94" cy="133"/>
              </a:xfrm>
              <a:custGeom>
                <a:avLst/>
                <a:gdLst>
                  <a:gd name="T0" fmla="*/ 49 w 88"/>
                  <a:gd name="T1" fmla="*/ 153 h 124"/>
                  <a:gd name="T2" fmla="*/ 4 w 88"/>
                  <a:gd name="T3" fmla="*/ 101 h 124"/>
                  <a:gd name="T4" fmla="*/ 4 w 88"/>
                  <a:gd name="T5" fmla="*/ 32 h 124"/>
                  <a:gd name="T6" fmla="*/ 7 w 88"/>
                  <a:gd name="T7" fmla="*/ 16 h 124"/>
                  <a:gd name="T8" fmla="*/ 35 w 88"/>
                  <a:gd name="T9" fmla="*/ 5 h 124"/>
                  <a:gd name="T10" fmla="*/ 107 w 88"/>
                  <a:gd name="T11" fmla="*/ 3 h 124"/>
                  <a:gd name="T12" fmla="*/ 37 w 88"/>
                  <a:gd name="T13" fmla="*/ 16 h 124"/>
                  <a:gd name="T14" fmla="*/ 17 w 88"/>
                  <a:gd name="T15" fmla="*/ 20 h 124"/>
                  <a:gd name="T16" fmla="*/ 15 w 88"/>
                  <a:gd name="T17" fmla="*/ 44 h 124"/>
                  <a:gd name="T18" fmla="*/ 14 w 88"/>
                  <a:gd name="T19" fmla="*/ 107 h 124"/>
                  <a:gd name="T20" fmla="*/ 44 w 88"/>
                  <a:gd name="T21" fmla="*/ 152 h 12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8" h="124">
                    <a:moveTo>
                      <a:pt x="40" y="124"/>
                    </a:moveTo>
                    <a:cubicBezTo>
                      <a:pt x="19" y="116"/>
                      <a:pt x="9" y="105"/>
                      <a:pt x="4" y="82"/>
                    </a:cubicBezTo>
                    <a:cubicBezTo>
                      <a:pt x="0" y="63"/>
                      <a:pt x="7" y="45"/>
                      <a:pt x="4" y="26"/>
                    </a:cubicBezTo>
                    <a:cubicBezTo>
                      <a:pt x="2" y="17"/>
                      <a:pt x="0" y="18"/>
                      <a:pt x="7" y="13"/>
                    </a:cubicBezTo>
                    <a:cubicBezTo>
                      <a:pt x="14" y="8"/>
                      <a:pt x="20" y="7"/>
                      <a:pt x="29" y="5"/>
                    </a:cubicBezTo>
                    <a:cubicBezTo>
                      <a:pt x="49" y="0"/>
                      <a:pt x="68" y="2"/>
                      <a:pt x="88" y="3"/>
                    </a:cubicBezTo>
                    <a:cubicBezTo>
                      <a:pt x="69" y="4"/>
                      <a:pt x="51" y="12"/>
                      <a:pt x="31" y="13"/>
                    </a:cubicBezTo>
                    <a:cubicBezTo>
                      <a:pt x="25" y="13"/>
                      <a:pt x="19" y="11"/>
                      <a:pt x="14" y="17"/>
                    </a:cubicBezTo>
                    <a:cubicBezTo>
                      <a:pt x="10" y="22"/>
                      <a:pt x="12" y="29"/>
                      <a:pt x="12" y="35"/>
                    </a:cubicBezTo>
                    <a:cubicBezTo>
                      <a:pt x="12" y="53"/>
                      <a:pt x="5" y="69"/>
                      <a:pt x="11" y="87"/>
                    </a:cubicBezTo>
                    <a:cubicBezTo>
                      <a:pt x="17" y="102"/>
                      <a:pt x="27" y="112"/>
                      <a:pt x="36" y="12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602" name="Freeform 305">
                <a:extLst>
                  <a:ext uri="{FF2B5EF4-FFF2-40B4-BE49-F238E27FC236}">
                    <a16:creationId xmlns:a16="http://schemas.microsoft.com/office/drawing/2014/main" id="{F3BAE077-D989-4137-B00B-A04DE2DD30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3" y="3846"/>
                <a:ext cx="120" cy="101"/>
              </a:xfrm>
              <a:custGeom>
                <a:avLst/>
                <a:gdLst>
                  <a:gd name="T0" fmla="*/ 1 w 112"/>
                  <a:gd name="T1" fmla="*/ 0 h 95"/>
                  <a:gd name="T2" fmla="*/ 5 w 112"/>
                  <a:gd name="T3" fmla="*/ 51 h 95"/>
                  <a:gd name="T4" fmla="*/ 16 w 112"/>
                  <a:gd name="T5" fmla="*/ 78 h 95"/>
                  <a:gd name="T6" fmla="*/ 54 w 112"/>
                  <a:gd name="T7" fmla="*/ 100 h 95"/>
                  <a:gd name="T8" fmla="*/ 98 w 112"/>
                  <a:gd name="T9" fmla="*/ 103 h 95"/>
                  <a:gd name="T10" fmla="*/ 138 w 112"/>
                  <a:gd name="T11" fmla="*/ 110 h 95"/>
                  <a:gd name="T12" fmla="*/ 96 w 112"/>
                  <a:gd name="T13" fmla="*/ 43 h 95"/>
                  <a:gd name="T14" fmla="*/ 105 w 112"/>
                  <a:gd name="T15" fmla="*/ 85 h 95"/>
                  <a:gd name="T16" fmla="*/ 100 w 112"/>
                  <a:gd name="T17" fmla="*/ 96 h 95"/>
                  <a:gd name="T18" fmla="*/ 78 w 112"/>
                  <a:gd name="T19" fmla="*/ 91 h 95"/>
                  <a:gd name="T20" fmla="*/ 30 w 112"/>
                  <a:gd name="T21" fmla="*/ 71 h 95"/>
                  <a:gd name="T22" fmla="*/ 11 w 112"/>
                  <a:gd name="T23" fmla="*/ 39 h 95"/>
                  <a:gd name="T24" fmla="*/ 4 w 112"/>
                  <a:gd name="T25" fmla="*/ 6 h 9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12" h="95">
                    <a:moveTo>
                      <a:pt x="1" y="0"/>
                    </a:moveTo>
                    <a:cubicBezTo>
                      <a:pt x="0" y="14"/>
                      <a:pt x="3" y="29"/>
                      <a:pt x="5" y="42"/>
                    </a:cubicBezTo>
                    <a:cubicBezTo>
                      <a:pt x="6" y="51"/>
                      <a:pt x="7" y="58"/>
                      <a:pt x="13" y="65"/>
                    </a:cubicBezTo>
                    <a:cubicBezTo>
                      <a:pt x="20" y="75"/>
                      <a:pt x="32" y="81"/>
                      <a:pt x="44" y="83"/>
                    </a:cubicBezTo>
                    <a:cubicBezTo>
                      <a:pt x="55" y="85"/>
                      <a:pt x="67" y="84"/>
                      <a:pt x="79" y="86"/>
                    </a:cubicBezTo>
                    <a:cubicBezTo>
                      <a:pt x="88" y="89"/>
                      <a:pt x="103" y="95"/>
                      <a:pt x="112" y="91"/>
                    </a:cubicBezTo>
                    <a:cubicBezTo>
                      <a:pt x="95" y="76"/>
                      <a:pt x="81" y="59"/>
                      <a:pt x="78" y="36"/>
                    </a:cubicBezTo>
                    <a:cubicBezTo>
                      <a:pt x="78" y="48"/>
                      <a:pt x="83" y="59"/>
                      <a:pt x="85" y="71"/>
                    </a:cubicBezTo>
                    <a:cubicBezTo>
                      <a:pt x="86" y="77"/>
                      <a:pt x="88" y="79"/>
                      <a:pt x="81" y="80"/>
                    </a:cubicBezTo>
                    <a:cubicBezTo>
                      <a:pt x="75" y="81"/>
                      <a:pt x="69" y="77"/>
                      <a:pt x="63" y="76"/>
                    </a:cubicBezTo>
                    <a:cubicBezTo>
                      <a:pt x="48" y="75"/>
                      <a:pt x="36" y="70"/>
                      <a:pt x="24" y="59"/>
                    </a:cubicBezTo>
                    <a:cubicBezTo>
                      <a:pt x="15" y="51"/>
                      <a:pt x="12" y="43"/>
                      <a:pt x="8" y="33"/>
                    </a:cubicBezTo>
                    <a:cubicBezTo>
                      <a:pt x="6" y="24"/>
                      <a:pt x="1" y="15"/>
                      <a:pt x="4" y="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603" name="Freeform 306">
                <a:extLst>
                  <a:ext uri="{FF2B5EF4-FFF2-40B4-BE49-F238E27FC236}">
                    <a16:creationId xmlns:a16="http://schemas.microsoft.com/office/drawing/2014/main" id="{6DF98412-8DD7-4A05-94E5-33BA007778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2" y="3798"/>
                <a:ext cx="110" cy="68"/>
              </a:xfrm>
              <a:custGeom>
                <a:avLst/>
                <a:gdLst>
                  <a:gd name="T0" fmla="*/ 125 w 103"/>
                  <a:gd name="T1" fmla="*/ 14 h 64"/>
                  <a:gd name="T2" fmla="*/ 53 w 103"/>
                  <a:gd name="T3" fmla="*/ 3 h 64"/>
                  <a:gd name="T4" fmla="*/ 0 w 103"/>
                  <a:gd name="T5" fmla="*/ 43 h 64"/>
                  <a:gd name="T6" fmla="*/ 43 w 103"/>
                  <a:gd name="T7" fmla="*/ 30 h 64"/>
                  <a:gd name="T8" fmla="*/ 53 w 103"/>
                  <a:gd name="T9" fmla="*/ 77 h 64"/>
                  <a:gd name="T10" fmla="*/ 58 w 103"/>
                  <a:gd name="T11" fmla="*/ 49 h 64"/>
                  <a:gd name="T12" fmla="*/ 83 w 103"/>
                  <a:gd name="T13" fmla="*/ 33 h 64"/>
                  <a:gd name="T14" fmla="*/ 101 w 103"/>
                  <a:gd name="T15" fmla="*/ 22 h 64"/>
                  <a:gd name="T16" fmla="*/ 123 w 103"/>
                  <a:gd name="T17" fmla="*/ 15 h 6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3" h="64">
                    <a:moveTo>
                      <a:pt x="103" y="11"/>
                    </a:moveTo>
                    <a:cubicBezTo>
                      <a:pt x="83" y="20"/>
                      <a:pt x="64" y="6"/>
                      <a:pt x="44" y="3"/>
                    </a:cubicBezTo>
                    <a:cubicBezTo>
                      <a:pt x="22" y="0"/>
                      <a:pt x="10" y="18"/>
                      <a:pt x="0" y="36"/>
                    </a:cubicBezTo>
                    <a:cubicBezTo>
                      <a:pt x="6" y="27"/>
                      <a:pt x="25" y="17"/>
                      <a:pt x="35" y="24"/>
                    </a:cubicBezTo>
                    <a:cubicBezTo>
                      <a:pt x="47" y="31"/>
                      <a:pt x="41" y="53"/>
                      <a:pt x="44" y="64"/>
                    </a:cubicBezTo>
                    <a:cubicBezTo>
                      <a:pt x="44" y="56"/>
                      <a:pt x="46" y="47"/>
                      <a:pt x="48" y="40"/>
                    </a:cubicBezTo>
                    <a:cubicBezTo>
                      <a:pt x="52" y="31"/>
                      <a:pt x="59" y="29"/>
                      <a:pt x="68" y="27"/>
                    </a:cubicBezTo>
                    <a:cubicBezTo>
                      <a:pt x="73" y="25"/>
                      <a:pt x="78" y="22"/>
                      <a:pt x="83" y="19"/>
                    </a:cubicBezTo>
                    <a:cubicBezTo>
                      <a:pt x="89" y="17"/>
                      <a:pt x="97" y="16"/>
                      <a:pt x="101" y="1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604" name="Freeform 307">
                <a:extLst>
                  <a:ext uri="{FF2B5EF4-FFF2-40B4-BE49-F238E27FC236}">
                    <a16:creationId xmlns:a16="http://schemas.microsoft.com/office/drawing/2014/main" id="{157902C9-5330-4B75-A953-F0855AACF2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0" y="3178"/>
                <a:ext cx="192" cy="313"/>
              </a:xfrm>
              <a:custGeom>
                <a:avLst/>
                <a:gdLst>
                  <a:gd name="T0" fmla="*/ 221 w 179"/>
                  <a:gd name="T1" fmla="*/ 12 h 293"/>
                  <a:gd name="T2" fmla="*/ 137 w 179"/>
                  <a:gd name="T3" fmla="*/ 1 h 293"/>
                  <a:gd name="T4" fmla="*/ 74 w 179"/>
                  <a:gd name="T5" fmla="*/ 1 h 293"/>
                  <a:gd name="T6" fmla="*/ 32 w 179"/>
                  <a:gd name="T7" fmla="*/ 5 h 293"/>
                  <a:gd name="T8" fmla="*/ 20 w 179"/>
                  <a:gd name="T9" fmla="*/ 53 h 293"/>
                  <a:gd name="T10" fmla="*/ 6 w 179"/>
                  <a:gd name="T11" fmla="*/ 198 h 293"/>
                  <a:gd name="T12" fmla="*/ 38 w 179"/>
                  <a:gd name="T13" fmla="*/ 357 h 293"/>
                  <a:gd name="T14" fmla="*/ 25 w 179"/>
                  <a:gd name="T15" fmla="*/ 245 h 293"/>
                  <a:gd name="T16" fmla="*/ 29 w 179"/>
                  <a:gd name="T17" fmla="*/ 160 h 293"/>
                  <a:gd name="T18" fmla="*/ 36 w 179"/>
                  <a:gd name="T19" fmla="*/ 112 h 293"/>
                  <a:gd name="T20" fmla="*/ 44 w 179"/>
                  <a:gd name="T21" fmla="*/ 53 h 293"/>
                  <a:gd name="T22" fmla="*/ 69 w 179"/>
                  <a:gd name="T23" fmla="*/ 46 h 293"/>
                  <a:gd name="T24" fmla="*/ 121 w 179"/>
                  <a:gd name="T25" fmla="*/ 34 h 293"/>
                  <a:gd name="T26" fmla="*/ 164 w 179"/>
                  <a:gd name="T27" fmla="*/ 26 h 293"/>
                  <a:gd name="T28" fmla="*/ 197 w 179"/>
                  <a:gd name="T29" fmla="*/ 20 h 293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79" h="293">
                    <a:moveTo>
                      <a:pt x="179" y="9"/>
                    </a:moveTo>
                    <a:cubicBezTo>
                      <a:pt x="155" y="9"/>
                      <a:pt x="134" y="2"/>
                      <a:pt x="111" y="1"/>
                    </a:cubicBezTo>
                    <a:cubicBezTo>
                      <a:pt x="95" y="0"/>
                      <a:pt x="77" y="1"/>
                      <a:pt x="60" y="1"/>
                    </a:cubicBezTo>
                    <a:cubicBezTo>
                      <a:pt x="52" y="1"/>
                      <a:pt x="32" y="0"/>
                      <a:pt x="26" y="5"/>
                    </a:cubicBezTo>
                    <a:cubicBezTo>
                      <a:pt x="17" y="12"/>
                      <a:pt x="18" y="34"/>
                      <a:pt x="17" y="44"/>
                    </a:cubicBezTo>
                    <a:cubicBezTo>
                      <a:pt x="14" y="83"/>
                      <a:pt x="11" y="123"/>
                      <a:pt x="6" y="162"/>
                    </a:cubicBezTo>
                    <a:cubicBezTo>
                      <a:pt x="0" y="210"/>
                      <a:pt x="25" y="248"/>
                      <a:pt x="31" y="293"/>
                    </a:cubicBezTo>
                    <a:cubicBezTo>
                      <a:pt x="30" y="262"/>
                      <a:pt x="21" y="232"/>
                      <a:pt x="20" y="200"/>
                    </a:cubicBezTo>
                    <a:cubicBezTo>
                      <a:pt x="18" y="177"/>
                      <a:pt x="19" y="153"/>
                      <a:pt x="23" y="131"/>
                    </a:cubicBezTo>
                    <a:cubicBezTo>
                      <a:pt x="25" y="118"/>
                      <a:pt x="28" y="105"/>
                      <a:pt x="30" y="92"/>
                    </a:cubicBezTo>
                    <a:cubicBezTo>
                      <a:pt x="32" y="78"/>
                      <a:pt x="30" y="57"/>
                      <a:pt x="35" y="44"/>
                    </a:cubicBezTo>
                    <a:cubicBezTo>
                      <a:pt x="40" y="30"/>
                      <a:pt x="44" y="35"/>
                      <a:pt x="56" y="37"/>
                    </a:cubicBezTo>
                    <a:cubicBezTo>
                      <a:pt x="72" y="38"/>
                      <a:pt x="84" y="32"/>
                      <a:pt x="98" y="28"/>
                    </a:cubicBezTo>
                    <a:cubicBezTo>
                      <a:pt x="110" y="24"/>
                      <a:pt x="121" y="22"/>
                      <a:pt x="133" y="21"/>
                    </a:cubicBezTo>
                    <a:cubicBezTo>
                      <a:pt x="141" y="20"/>
                      <a:pt x="155" y="22"/>
                      <a:pt x="160" y="1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605" name="Freeform 308">
                <a:extLst>
                  <a:ext uri="{FF2B5EF4-FFF2-40B4-BE49-F238E27FC236}">
                    <a16:creationId xmlns:a16="http://schemas.microsoft.com/office/drawing/2014/main" id="{7E45E6F4-110E-47B7-8E4C-B15D9F7F65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7" y="3332"/>
                <a:ext cx="152" cy="342"/>
              </a:xfrm>
              <a:custGeom>
                <a:avLst/>
                <a:gdLst>
                  <a:gd name="T0" fmla="*/ 11 w 142"/>
                  <a:gd name="T1" fmla="*/ 140 h 320"/>
                  <a:gd name="T2" fmla="*/ 76 w 142"/>
                  <a:gd name="T3" fmla="*/ 287 h 320"/>
                  <a:gd name="T4" fmla="*/ 174 w 142"/>
                  <a:gd name="T5" fmla="*/ 391 h 320"/>
                  <a:gd name="T6" fmla="*/ 86 w 142"/>
                  <a:gd name="T7" fmla="*/ 279 h 320"/>
                  <a:gd name="T8" fmla="*/ 33 w 142"/>
                  <a:gd name="T9" fmla="*/ 168 h 320"/>
                  <a:gd name="T10" fmla="*/ 7 w 142"/>
                  <a:gd name="T11" fmla="*/ 0 h 32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2" h="320">
                    <a:moveTo>
                      <a:pt x="8" y="115"/>
                    </a:moveTo>
                    <a:cubicBezTo>
                      <a:pt x="13" y="158"/>
                      <a:pt x="38" y="201"/>
                      <a:pt x="62" y="236"/>
                    </a:cubicBezTo>
                    <a:cubicBezTo>
                      <a:pt x="82" y="265"/>
                      <a:pt x="112" y="301"/>
                      <a:pt x="142" y="320"/>
                    </a:cubicBezTo>
                    <a:cubicBezTo>
                      <a:pt x="117" y="292"/>
                      <a:pt x="88" y="261"/>
                      <a:pt x="70" y="228"/>
                    </a:cubicBezTo>
                    <a:cubicBezTo>
                      <a:pt x="54" y="198"/>
                      <a:pt x="42" y="168"/>
                      <a:pt x="27" y="138"/>
                    </a:cubicBezTo>
                    <a:cubicBezTo>
                      <a:pt x="7" y="100"/>
                      <a:pt x="0" y="43"/>
                      <a:pt x="7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606" name="Freeform 309">
                <a:extLst>
                  <a:ext uri="{FF2B5EF4-FFF2-40B4-BE49-F238E27FC236}">
                    <a16:creationId xmlns:a16="http://schemas.microsoft.com/office/drawing/2014/main" id="{C7D06B20-E394-49A5-868F-DA71066D16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9" y="2495"/>
                <a:ext cx="125" cy="23"/>
              </a:xfrm>
              <a:custGeom>
                <a:avLst/>
                <a:gdLst>
                  <a:gd name="T0" fmla="*/ 0 w 117"/>
                  <a:gd name="T1" fmla="*/ 11 h 21"/>
                  <a:gd name="T2" fmla="*/ 58 w 117"/>
                  <a:gd name="T3" fmla="*/ 24 h 21"/>
                  <a:gd name="T4" fmla="*/ 143 w 117"/>
                  <a:gd name="T5" fmla="*/ 0 h 21"/>
                  <a:gd name="T6" fmla="*/ 3 w 117"/>
                  <a:gd name="T7" fmla="*/ 11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7" h="21">
                    <a:moveTo>
                      <a:pt x="0" y="8"/>
                    </a:moveTo>
                    <a:cubicBezTo>
                      <a:pt x="9" y="19"/>
                      <a:pt x="34" y="17"/>
                      <a:pt x="48" y="18"/>
                    </a:cubicBezTo>
                    <a:cubicBezTo>
                      <a:pt x="71" y="19"/>
                      <a:pt x="97" y="8"/>
                      <a:pt x="117" y="0"/>
                    </a:cubicBezTo>
                    <a:cubicBezTo>
                      <a:pt x="79" y="21"/>
                      <a:pt x="42" y="6"/>
                      <a:pt x="3" y="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607" name="Freeform 310">
                <a:extLst>
                  <a:ext uri="{FF2B5EF4-FFF2-40B4-BE49-F238E27FC236}">
                    <a16:creationId xmlns:a16="http://schemas.microsoft.com/office/drawing/2014/main" id="{59685564-A91B-4B68-B009-DA01141930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0" y="1587"/>
                <a:ext cx="37" cy="48"/>
              </a:xfrm>
              <a:custGeom>
                <a:avLst/>
                <a:gdLst>
                  <a:gd name="T0" fmla="*/ 0 w 35"/>
                  <a:gd name="T1" fmla="*/ 54 h 45"/>
                  <a:gd name="T2" fmla="*/ 41 w 35"/>
                  <a:gd name="T3" fmla="*/ 0 h 45"/>
                  <a:gd name="T4" fmla="*/ 38 w 35"/>
                  <a:gd name="T5" fmla="*/ 50 h 45"/>
                  <a:gd name="T6" fmla="*/ 1 w 35"/>
                  <a:gd name="T7" fmla="*/ 53 h 4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5" h="45">
                    <a:moveTo>
                      <a:pt x="0" y="45"/>
                    </a:moveTo>
                    <a:cubicBezTo>
                      <a:pt x="9" y="30"/>
                      <a:pt x="20" y="11"/>
                      <a:pt x="35" y="0"/>
                    </a:cubicBezTo>
                    <a:cubicBezTo>
                      <a:pt x="29" y="12"/>
                      <a:pt x="17" y="32"/>
                      <a:pt x="32" y="41"/>
                    </a:cubicBezTo>
                    <a:cubicBezTo>
                      <a:pt x="21" y="42"/>
                      <a:pt x="11" y="42"/>
                      <a:pt x="1" y="4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608" name="Freeform 311">
                <a:extLst>
                  <a:ext uri="{FF2B5EF4-FFF2-40B4-BE49-F238E27FC236}">
                    <a16:creationId xmlns:a16="http://schemas.microsoft.com/office/drawing/2014/main" id="{5B6FA67E-C4C9-4EF6-A48A-D8414715B3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6" y="1640"/>
                <a:ext cx="64" cy="88"/>
              </a:xfrm>
              <a:custGeom>
                <a:avLst/>
                <a:gdLst>
                  <a:gd name="T0" fmla="*/ 73 w 60"/>
                  <a:gd name="T1" fmla="*/ 0 h 82"/>
                  <a:gd name="T2" fmla="*/ 33 w 60"/>
                  <a:gd name="T3" fmla="*/ 6 h 82"/>
                  <a:gd name="T4" fmla="*/ 11 w 60"/>
                  <a:gd name="T5" fmla="*/ 27 h 82"/>
                  <a:gd name="T6" fmla="*/ 5 w 60"/>
                  <a:gd name="T7" fmla="*/ 62 h 82"/>
                  <a:gd name="T8" fmla="*/ 25 w 60"/>
                  <a:gd name="T9" fmla="*/ 101 h 82"/>
                  <a:gd name="T10" fmla="*/ 20 w 60"/>
                  <a:gd name="T11" fmla="*/ 61 h 82"/>
                  <a:gd name="T12" fmla="*/ 27 w 60"/>
                  <a:gd name="T13" fmla="*/ 30 h 82"/>
                  <a:gd name="T14" fmla="*/ 48 w 60"/>
                  <a:gd name="T15" fmla="*/ 15 h 82"/>
                  <a:gd name="T16" fmla="*/ 66 w 60"/>
                  <a:gd name="T17" fmla="*/ 3 h 8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0" h="82">
                    <a:moveTo>
                      <a:pt x="60" y="0"/>
                    </a:moveTo>
                    <a:cubicBezTo>
                      <a:pt x="49" y="6"/>
                      <a:pt x="40" y="7"/>
                      <a:pt x="27" y="6"/>
                    </a:cubicBezTo>
                    <a:cubicBezTo>
                      <a:pt x="13" y="5"/>
                      <a:pt x="12" y="9"/>
                      <a:pt x="8" y="21"/>
                    </a:cubicBezTo>
                    <a:cubicBezTo>
                      <a:pt x="5" y="32"/>
                      <a:pt x="0" y="39"/>
                      <a:pt x="5" y="50"/>
                    </a:cubicBezTo>
                    <a:cubicBezTo>
                      <a:pt x="10" y="59"/>
                      <a:pt x="20" y="72"/>
                      <a:pt x="21" y="82"/>
                    </a:cubicBezTo>
                    <a:cubicBezTo>
                      <a:pt x="24" y="74"/>
                      <a:pt x="18" y="58"/>
                      <a:pt x="17" y="49"/>
                    </a:cubicBezTo>
                    <a:cubicBezTo>
                      <a:pt x="16" y="40"/>
                      <a:pt x="17" y="31"/>
                      <a:pt x="22" y="24"/>
                    </a:cubicBezTo>
                    <a:cubicBezTo>
                      <a:pt x="27" y="19"/>
                      <a:pt x="33" y="16"/>
                      <a:pt x="39" y="12"/>
                    </a:cubicBezTo>
                    <a:cubicBezTo>
                      <a:pt x="43" y="9"/>
                      <a:pt x="49" y="6"/>
                      <a:pt x="54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609" name="Freeform 312">
                <a:extLst>
                  <a:ext uri="{FF2B5EF4-FFF2-40B4-BE49-F238E27FC236}">
                    <a16:creationId xmlns:a16="http://schemas.microsoft.com/office/drawing/2014/main" id="{526D3B22-06B0-4AA6-820B-88E910615E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2" y="1794"/>
                <a:ext cx="80" cy="83"/>
              </a:xfrm>
              <a:custGeom>
                <a:avLst/>
                <a:gdLst>
                  <a:gd name="T0" fmla="*/ 93 w 74"/>
                  <a:gd name="T1" fmla="*/ 46 h 78"/>
                  <a:gd name="T2" fmla="*/ 63 w 74"/>
                  <a:gd name="T3" fmla="*/ 33 h 78"/>
                  <a:gd name="T4" fmla="*/ 42 w 74"/>
                  <a:gd name="T5" fmla="*/ 22 h 78"/>
                  <a:gd name="T6" fmla="*/ 0 w 74"/>
                  <a:gd name="T7" fmla="*/ 0 h 78"/>
                  <a:gd name="T8" fmla="*/ 44 w 74"/>
                  <a:gd name="T9" fmla="*/ 94 h 78"/>
                  <a:gd name="T10" fmla="*/ 42 w 74"/>
                  <a:gd name="T11" fmla="*/ 37 h 78"/>
                  <a:gd name="T12" fmla="*/ 69 w 74"/>
                  <a:gd name="T13" fmla="*/ 45 h 78"/>
                  <a:gd name="T14" fmla="*/ 93 w 74"/>
                  <a:gd name="T15" fmla="*/ 52 h 7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4" h="78">
                    <a:moveTo>
                      <a:pt x="74" y="38"/>
                    </a:moveTo>
                    <a:cubicBezTo>
                      <a:pt x="68" y="39"/>
                      <a:pt x="56" y="29"/>
                      <a:pt x="50" y="27"/>
                    </a:cubicBezTo>
                    <a:cubicBezTo>
                      <a:pt x="44" y="24"/>
                      <a:pt x="38" y="22"/>
                      <a:pt x="33" y="19"/>
                    </a:cubicBezTo>
                    <a:cubicBezTo>
                      <a:pt x="23" y="13"/>
                      <a:pt x="9" y="8"/>
                      <a:pt x="0" y="0"/>
                    </a:cubicBezTo>
                    <a:cubicBezTo>
                      <a:pt x="6" y="28"/>
                      <a:pt x="24" y="52"/>
                      <a:pt x="35" y="78"/>
                    </a:cubicBezTo>
                    <a:cubicBezTo>
                      <a:pt x="36" y="67"/>
                      <a:pt x="13" y="32"/>
                      <a:pt x="33" y="31"/>
                    </a:cubicBezTo>
                    <a:cubicBezTo>
                      <a:pt x="39" y="30"/>
                      <a:pt x="49" y="35"/>
                      <a:pt x="55" y="37"/>
                    </a:cubicBezTo>
                    <a:cubicBezTo>
                      <a:pt x="61" y="39"/>
                      <a:pt x="66" y="43"/>
                      <a:pt x="74" y="4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610" name="Freeform 313">
                <a:extLst>
                  <a:ext uri="{FF2B5EF4-FFF2-40B4-BE49-F238E27FC236}">
                    <a16:creationId xmlns:a16="http://schemas.microsoft.com/office/drawing/2014/main" id="{17C26061-FB76-463F-A454-33140D9D2D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2" y="2176"/>
                <a:ext cx="123" cy="177"/>
              </a:xfrm>
              <a:custGeom>
                <a:avLst/>
                <a:gdLst>
                  <a:gd name="T0" fmla="*/ 110 w 115"/>
                  <a:gd name="T1" fmla="*/ 20 h 166"/>
                  <a:gd name="T2" fmla="*/ 59 w 115"/>
                  <a:gd name="T3" fmla="*/ 54 h 166"/>
                  <a:gd name="T4" fmla="*/ 72 w 115"/>
                  <a:gd name="T5" fmla="*/ 93 h 166"/>
                  <a:gd name="T6" fmla="*/ 110 w 115"/>
                  <a:gd name="T7" fmla="*/ 85 h 166"/>
                  <a:gd name="T8" fmla="*/ 141 w 115"/>
                  <a:gd name="T9" fmla="*/ 74 h 166"/>
                  <a:gd name="T10" fmla="*/ 81 w 115"/>
                  <a:gd name="T11" fmla="*/ 117 h 166"/>
                  <a:gd name="T12" fmla="*/ 72 w 115"/>
                  <a:gd name="T13" fmla="*/ 202 h 166"/>
                  <a:gd name="T14" fmla="*/ 73 w 115"/>
                  <a:gd name="T15" fmla="*/ 135 h 166"/>
                  <a:gd name="T16" fmla="*/ 66 w 115"/>
                  <a:gd name="T17" fmla="*/ 89 h 166"/>
                  <a:gd name="T18" fmla="*/ 48 w 115"/>
                  <a:gd name="T19" fmla="*/ 45 h 166"/>
                  <a:gd name="T20" fmla="*/ 31 w 115"/>
                  <a:gd name="T21" fmla="*/ 27 h 166"/>
                  <a:gd name="T22" fmla="*/ 0 w 115"/>
                  <a:gd name="T23" fmla="*/ 1 h 166"/>
                  <a:gd name="T24" fmla="*/ 30 w 115"/>
                  <a:gd name="T25" fmla="*/ 17 h 166"/>
                  <a:gd name="T26" fmla="*/ 57 w 115"/>
                  <a:gd name="T27" fmla="*/ 30 h 166"/>
                  <a:gd name="T28" fmla="*/ 83 w 115"/>
                  <a:gd name="T29" fmla="*/ 27 h 166"/>
                  <a:gd name="T30" fmla="*/ 106 w 115"/>
                  <a:gd name="T31" fmla="*/ 20 h 16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15" h="166">
                    <a:moveTo>
                      <a:pt x="90" y="17"/>
                    </a:moveTo>
                    <a:cubicBezTo>
                      <a:pt x="75" y="24"/>
                      <a:pt x="60" y="34"/>
                      <a:pt x="48" y="45"/>
                    </a:cubicBezTo>
                    <a:cubicBezTo>
                      <a:pt x="45" y="56"/>
                      <a:pt x="47" y="74"/>
                      <a:pt x="59" y="77"/>
                    </a:cubicBezTo>
                    <a:cubicBezTo>
                      <a:pt x="68" y="80"/>
                      <a:pt x="81" y="73"/>
                      <a:pt x="90" y="70"/>
                    </a:cubicBezTo>
                    <a:cubicBezTo>
                      <a:pt x="98" y="67"/>
                      <a:pt x="108" y="65"/>
                      <a:pt x="115" y="61"/>
                    </a:cubicBezTo>
                    <a:cubicBezTo>
                      <a:pt x="102" y="79"/>
                      <a:pt x="67" y="70"/>
                      <a:pt x="66" y="97"/>
                    </a:cubicBezTo>
                    <a:cubicBezTo>
                      <a:pt x="64" y="121"/>
                      <a:pt x="56" y="142"/>
                      <a:pt x="59" y="166"/>
                    </a:cubicBezTo>
                    <a:cubicBezTo>
                      <a:pt x="57" y="146"/>
                      <a:pt x="55" y="131"/>
                      <a:pt x="60" y="112"/>
                    </a:cubicBezTo>
                    <a:cubicBezTo>
                      <a:pt x="64" y="96"/>
                      <a:pt x="62" y="86"/>
                      <a:pt x="54" y="73"/>
                    </a:cubicBezTo>
                    <a:cubicBezTo>
                      <a:pt x="47" y="61"/>
                      <a:pt x="44" y="48"/>
                      <a:pt x="39" y="37"/>
                    </a:cubicBezTo>
                    <a:cubicBezTo>
                      <a:pt x="35" y="30"/>
                      <a:pt x="30" y="27"/>
                      <a:pt x="25" y="22"/>
                    </a:cubicBezTo>
                    <a:cubicBezTo>
                      <a:pt x="17" y="16"/>
                      <a:pt x="10" y="5"/>
                      <a:pt x="0" y="1"/>
                    </a:cubicBezTo>
                    <a:cubicBezTo>
                      <a:pt x="6" y="0"/>
                      <a:pt x="17" y="10"/>
                      <a:pt x="24" y="14"/>
                    </a:cubicBezTo>
                    <a:cubicBezTo>
                      <a:pt x="32" y="18"/>
                      <a:pt x="38" y="22"/>
                      <a:pt x="47" y="24"/>
                    </a:cubicBezTo>
                    <a:cubicBezTo>
                      <a:pt x="56" y="27"/>
                      <a:pt x="59" y="25"/>
                      <a:pt x="68" y="22"/>
                    </a:cubicBezTo>
                    <a:cubicBezTo>
                      <a:pt x="74" y="20"/>
                      <a:pt x="83" y="20"/>
                      <a:pt x="87" y="1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611" name="Freeform 314">
                <a:extLst>
                  <a:ext uri="{FF2B5EF4-FFF2-40B4-BE49-F238E27FC236}">
                    <a16:creationId xmlns:a16="http://schemas.microsoft.com/office/drawing/2014/main" id="{BAC4C4C2-EDD3-4332-B36A-CF29CCA9D4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1" y="2400"/>
                <a:ext cx="33" cy="59"/>
              </a:xfrm>
              <a:custGeom>
                <a:avLst/>
                <a:gdLst>
                  <a:gd name="T0" fmla="*/ 0 w 30"/>
                  <a:gd name="T1" fmla="*/ 1 h 55"/>
                  <a:gd name="T2" fmla="*/ 12 w 30"/>
                  <a:gd name="T3" fmla="*/ 68 h 55"/>
                  <a:gd name="T4" fmla="*/ 40 w 30"/>
                  <a:gd name="T5" fmla="*/ 62 h 55"/>
                  <a:gd name="T6" fmla="*/ 17 w 30"/>
                  <a:gd name="T7" fmla="*/ 41 h 55"/>
                  <a:gd name="T8" fmla="*/ 1 w 30"/>
                  <a:gd name="T9" fmla="*/ 0 h 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55">
                    <a:moveTo>
                      <a:pt x="0" y="1"/>
                    </a:moveTo>
                    <a:cubicBezTo>
                      <a:pt x="9" y="17"/>
                      <a:pt x="9" y="36"/>
                      <a:pt x="9" y="55"/>
                    </a:cubicBezTo>
                    <a:cubicBezTo>
                      <a:pt x="10" y="45"/>
                      <a:pt x="24" y="46"/>
                      <a:pt x="30" y="50"/>
                    </a:cubicBezTo>
                    <a:cubicBezTo>
                      <a:pt x="26" y="45"/>
                      <a:pt x="18" y="39"/>
                      <a:pt x="13" y="33"/>
                    </a:cubicBezTo>
                    <a:cubicBezTo>
                      <a:pt x="8" y="24"/>
                      <a:pt x="2" y="10"/>
                      <a:pt x="1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612" name="Freeform 315">
                <a:extLst>
                  <a:ext uri="{FF2B5EF4-FFF2-40B4-BE49-F238E27FC236}">
                    <a16:creationId xmlns:a16="http://schemas.microsoft.com/office/drawing/2014/main" id="{51D8DEB7-753B-4809-884C-218EE4D7FF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4" y="1923"/>
                <a:ext cx="115" cy="211"/>
              </a:xfrm>
              <a:custGeom>
                <a:avLst/>
                <a:gdLst>
                  <a:gd name="T0" fmla="*/ 0 w 108"/>
                  <a:gd name="T1" fmla="*/ 1 h 198"/>
                  <a:gd name="T2" fmla="*/ 7 w 108"/>
                  <a:gd name="T3" fmla="*/ 30 h 198"/>
                  <a:gd name="T4" fmla="*/ 24 w 108"/>
                  <a:gd name="T5" fmla="*/ 50 h 198"/>
                  <a:gd name="T6" fmla="*/ 55 w 108"/>
                  <a:gd name="T7" fmla="*/ 103 h 198"/>
                  <a:gd name="T8" fmla="*/ 76 w 108"/>
                  <a:gd name="T9" fmla="*/ 165 h 198"/>
                  <a:gd name="T10" fmla="*/ 130 w 108"/>
                  <a:gd name="T11" fmla="*/ 240 h 198"/>
                  <a:gd name="T12" fmla="*/ 68 w 108"/>
                  <a:gd name="T13" fmla="*/ 97 h 198"/>
                  <a:gd name="T14" fmla="*/ 36 w 108"/>
                  <a:gd name="T15" fmla="*/ 38 h 198"/>
                  <a:gd name="T16" fmla="*/ 6 w 108"/>
                  <a:gd name="T17" fmla="*/ 0 h 19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8" h="198">
                    <a:moveTo>
                      <a:pt x="0" y="1"/>
                    </a:moveTo>
                    <a:cubicBezTo>
                      <a:pt x="2" y="8"/>
                      <a:pt x="3" y="17"/>
                      <a:pt x="7" y="24"/>
                    </a:cubicBezTo>
                    <a:cubicBezTo>
                      <a:pt x="10" y="31"/>
                      <a:pt x="16" y="35"/>
                      <a:pt x="21" y="41"/>
                    </a:cubicBezTo>
                    <a:cubicBezTo>
                      <a:pt x="32" y="54"/>
                      <a:pt x="40" y="69"/>
                      <a:pt x="46" y="85"/>
                    </a:cubicBezTo>
                    <a:cubicBezTo>
                      <a:pt x="52" y="102"/>
                      <a:pt x="54" y="119"/>
                      <a:pt x="63" y="136"/>
                    </a:cubicBezTo>
                    <a:cubicBezTo>
                      <a:pt x="75" y="159"/>
                      <a:pt x="92" y="178"/>
                      <a:pt x="108" y="198"/>
                    </a:cubicBezTo>
                    <a:cubicBezTo>
                      <a:pt x="78" y="164"/>
                      <a:pt x="70" y="121"/>
                      <a:pt x="56" y="80"/>
                    </a:cubicBezTo>
                    <a:cubicBezTo>
                      <a:pt x="50" y="62"/>
                      <a:pt x="42" y="46"/>
                      <a:pt x="30" y="32"/>
                    </a:cubicBezTo>
                    <a:cubicBezTo>
                      <a:pt x="22" y="22"/>
                      <a:pt x="15" y="10"/>
                      <a:pt x="6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613" name="Freeform 316">
                <a:extLst>
                  <a:ext uri="{FF2B5EF4-FFF2-40B4-BE49-F238E27FC236}">
                    <a16:creationId xmlns:a16="http://schemas.microsoft.com/office/drawing/2014/main" id="{09DFC518-6C83-4DA9-9A65-4009E82DCE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6" y="1849"/>
                <a:ext cx="155" cy="127"/>
              </a:xfrm>
              <a:custGeom>
                <a:avLst/>
                <a:gdLst>
                  <a:gd name="T0" fmla="*/ 111 w 145"/>
                  <a:gd name="T1" fmla="*/ 7 h 119"/>
                  <a:gd name="T2" fmla="*/ 177 w 145"/>
                  <a:gd name="T3" fmla="*/ 55 h 119"/>
                  <a:gd name="T4" fmla="*/ 106 w 145"/>
                  <a:gd name="T5" fmla="*/ 126 h 119"/>
                  <a:gd name="T6" fmla="*/ 30 w 145"/>
                  <a:gd name="T7" fmla="*/ 132 h 119"/>
                  <a:gd name="T8" fmla="*/ 19 w 145"/>
                  <a:gd name="T9" fmla="*/ 55 h 119"/>
                  <a:gd name="T10" fmla="*/ 74 w 145"/>
                  <a:gd name="T11" fmla="*/ 19 h 119"/>
                  <a:gd name="T12" fmla="*/ 95 w 145"/>
                  <a:gd name="T13" fmla="*/ 13 h 119"/>
                  <a:gd name="T14" fmla="*/ 114 w 145"/>
                  <a:gd name="T15" fmla="*/ 5 h 11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45" h="119">
                    <a:moveTo>
                      <a:pt x="91" y="7"/>
                    </a:moveTo>
                    <a:cubicBezTo>
                      <a:pt x="115" y="0"/>
                      <a:pt x="145" y="21"/>
                      <a:pt x="145" y="46"/>
                    </a:cubicBezTo>
                    <a:cubicBezTo>
                      <a:pt x="144" y="73"/>
                      <a:pt x="107" y="95"/>
                      <a:pt x="87" y="104"/>
                    </a:cubicBezTo>
                    <a:cubicBezTo>
                      <a:pt x="67" y="114"/>
                      <a:pt x="45" y="119"/>
                      <a:pt x="24" y="109"/>
                    </a:cubicBezTo>
                    <a:cubicBezTo>
                      <a:pt x="1" y="98"/>
                      <a:pt x="0" y="65"/>
                      <a:pt x="16" y="46"/>
                    </a:cubicBezTo>
                    <a:cubicBezTo>
                      <a:pt x="28" y="33"/>
                      <a:pt x="45" y="23"/>
                      <a:pt x="61" y="16"/>
                    </a:cubicBezTo>
                    <a:cubicBezTo>
                      <a:pt x="66" y="13"/>
                      <a:pt x="73" y="12"/>
                      <a:pt x="78" y="10"/>
                    </a:cubicBezTo>
                    <a:cubicBezTo>
                      <a:pt x="83" y="8"/>
                      <a:pt x="88" y="5"/>
                      <a:pt x="94" y="5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614" name="Freeform 317">
                <a:extLst>
                  <a:ext uri="{FF2B5EF4-FFF2-40B4-BE49-F238E27FC236}">
                    <a16:creationId xmlns:a16="http://schemas.microsoft.com/office/drawing/2014/main" id="{8191EC86-496D-4555-9F4B-015D59B3AB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6" y="1713"/>
                <a:ext cx="34" cy="228"/>
              </a:xfrm>
              <a:custGeom>
                <a:avLst/>
                <a:gdLst>
                  <a:gd name="T0" fmla="*/ 38 w 32"/>
                  <a:gd name="T1" fmla="*/ 253 h 214"/>
                  <a:gd name="T2" fmla="*/ 16 w 32"/>
                  <a:gd name="T3" fmla="*/ 145 h 214"/>
                  <a:gd name="T4" fmla="*/ 13 w 32"/>
                  <a:gd name="T5" fmla="*/ 67 h 214"/>
                  <a:gd name="T6" fmla="*/ 16 w 32"/>
                  <a:gd name="T7" fmla="*/ 0 h 214"/>
                  <a:gd name="T8" fmla="*/ 2 w 32"/>
                  <a:gd name="T9" fmla="*/ 129 h 214"/>
                  <a:gd name="T10" fmla="*/ 1 w 32"/>
                  <a:gd name="T11" fmla="*/ 200 h 214"/>
                  <a:gd name="T12" fmla="*/ 2 w 32"/>
                  <a:gd name="T13" fmla="*/ 259 h 214"/>
                  <a:gd name="T14" fmla="*/ 33 w 32"/>
                  <a:gd name="T15" fmla="*/ 253 h 21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2" h="214">
                    <a:moveTo>
                      <a:pt x="32" y="208"/>
                    </a:moveTo>
                    <a:cubicBezTo>
                      <a:pt x="2" y="185"/>
                      <a:pt x="12" y="151"/>
                      <a:pt x="13" y="120"/>
                    </a:cubicBezTo>
                    <a:cubicBezTo>
                      <a:pt x="14" y="98"/>
                      <a:pt x="11" y="77"/>
                      <a:pt x="10" y="55"/>
                    </a:cubicBezTo>
                    <a:cubicBezTo>
                      <a:pt x="9" y="37"/>
                      <a:pt x="13" y="15"/>
                      <a:pt x="13" y="0"/>
                    </a:cubicBezTo>
                    <a:cubicBezTo>
                      <a:pt x="16" y="35"/>
                      <a:pt x="5" y="72"/>
                      <a:pt x="2" y="107"/>
                    </a:cubicBezTo>
                    <a:cubicBezTo>
                      <a:pt x="1" y="126"/>
                      <a:pt x="2" y="145"/>
                      <a:pt x="1" y="165"/>
                    </a:cubicBezTo>
                    <a:cubicBezTo>
                      <a:pt x="0" y="179"/>
                      <a:pt x="5" y="203"/>
                      <a:pt x="2" y="214"/>
                    </a:cubicBezTo>
                    <a:cubicBezTo>
                      <a:pt x="8" y="207"/>
                      <a:pt x="19" y="201"/>
                      <a:pt x="27" y="20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615" name="Freeform 318">
                <a:extLst>
                  <a:ext uri="{FF2B5EF4-FFF2-40B4-BE49-F238E27FC236}">
                    <a16:creationId xmlns:a16="http://schemas.microsoft.com/office/drawing/2014/main" id="{CF33837E-B86A-4016-B51B-2D6158C495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8" y="2500"/>
                <a:ext cx="537" cy="293"/>
              </a:xfrm>
              <a:custGeom>
                <a:avLst/>
                <a:gdLst>
                  <a:gd name="T0" fmla="*/ 436 w 503"/>
                  <a:gd name="T1" fmla="*/ 246 h 275"/>
                  <a:gd name="T2" fmla="*/ 604 w 503"/>
                  <a:gd name="T3" fmla="*/ 219 h 275"/>
                  <a:gd name="T4" fmla="*/ 566 w 503"/>
                  <a:gd name="T5" fmla="*/ 82 h 275"/>
                  <a:gd name="T6" fmla="*/ 460 w 503"/>
                  <a:gd name="T7" fmla="*/ 25 h 275"/>
                  <a:gd name="T8" fmla="*/ 217 w 503"/>
                  <a:gd name="T9" fmla="*/ 40 h 275"/>
                  <a:gd name="T10" fmla="*/ 132 w 503"/>
                  <a:gd name="T11" fmla="*/ 40 h 275"/>
                  <a:gd name="T12" fmla="*/ 52 w 503"/>
                  <a:gd name="T13" fmla="*/ 25 h 275"/>
                  <a:gd name="T14" fmla="*/ 2 w 503"/>
                  <a:gd name="T15" fmla="*/ 148 h 275"/>
                  <a:gd name="T16" fmla="*/ 116 w 503"/>
                  <a:gd name="T17" fmla="*/ 227 h 275"/>
                  <a:gd name="T18" fmla="*/ 269 w 503"/>
                  <a:gd name="T19" fmla="*/ 232 h 275"/>
                  <a:gd name="T20" fmla="*/ 376 w 503"/>
                  <a:gd name="T21" fmla="*/ 243 h 275"/>
                  <a:gd name="T22" fmla="*/ 455 w 503"/>
                  <a:gd name="T23" fmla="*/ 253 h 27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503" h="275">
                    <a:moveTo>
                      <a:pt x="358" y="204"/>
                    </a:moveTo>
                    <a:cubicBezTo>
                      <a:pt x="408" y="197"/>
                      <a:pt x="503" y="275"/>
                      <a:pt x="496" y="181"/>
                    </a:cubicBezTo>
                    <a:cubicBezTo>
                      <a:pt x="493" y="144"/>
                      <a:pt x="485" y="97"/>
                      <a:pt x="465" y="68"/>
                    </a:cubicBezTo>
                    <a:cubicBezTo>
                      <a:pt x="445" y="39"/>
                      <a:pt x="411" y="32"/>
                      <a:pt x="378" y="21"/>
                    </a:cubicBezTo>
                    <a:cubicBezTo>
                      <a:pt x="309" y="0"/>
                      <a:pt x="247" y="34"/>
                      <a:pt x="178" y="34"/>
                    </a:cubicBezTo>
                    <a:cubicBezTo>
                      <a:pt x="156" y="34"/>
                      <a:pt x="131" y="36"/>
                      <a:pt x="109" y="34"/>
                    </a:cubicBezTo>
                    <a:cubicBezTo>
                      <a:pt x="92" y="32"/>
                      <a:pt x="60" y="17"/>
                      <a:pt x="43" y="21"/>
                    </a:cubicBezTo>
                    <a:cubicBezTo>
                      <a:pt x="10" y="29"/>
                      <a:pt x="4" y="89"/>
                      <a:pt x="2" y="122"/>
                    </a:cubicBezTo>
                    <a:cubicBezTo>
                      <a:pt x="0" y="181"/>
                      <a:pt x="44" y="182"/>
                      <a:pt x="96" y="188"/>
                    </a:cubicBezTo>
                    <a:cubicBezTo>
                      <a:pt x="137" y="193"/>
                      <a:pt x="179" y="190"/>
                      <a:pt x="221" y="192"/>
                    </a:cubicBezTo>
                    <a:cubicBezTo>
                      <a:pt x="251" y="193"/>
                      <a:pt x="280" y="199"/>
                      <a:pt x="309" y="201"/>
                    </a:cubicBezTo>
                    <a:cubicBezTo>
                      <a:pt x="324" y="203"/>
                      <a:pt x="381" y="200"/>
                      <a:pt x="374" y="208"/>
                    </a:cubicBezTo>
                  </a:path>
                </a:pathLst>
              </a:custGeom>
              <a:solidFill>
                <a:srgbClr val="FAF4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616" name="Freeform 319">
                <a:extLst>
                  <a:ext uri="{FF2B5EF4-FFF2-40B4-BE49-F238E27FC236}">
                    <a16:creationId xmlns:a16="http://schemas.microsoft.com/office/drawing/2014/main" id="{7F9CE97B-2FB0-4161-97BC-1C64595208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0" y="2759"/>
                <a:ext cx="517" cy="306"/>
              </a:xfrm>
              <a:custGeom>
                <a:avLst/>
                <a:gdLst>
                  <a:gd name="T0" fmla="*/ 390 w 484"/>
                  <a:gd name="T1" fmla="*/ 299 h 287"/>
                  <a:gd name="T2" fmla="*/ 521 w 484"/>
                  <a:gd name="T3" fmla="*/ 315 h 287"/>
                  <a:gd name="T4" fmla="*/ 564 w 484"/>
                  <a:gd name="T5" fmla="*/ 193 h 287"/>
                  <a:gd name="T6" fmla="*/ 328 w 484"/>
                  <a:gd name="T7" fmla="*/ 14 h 287"/>
                  <a:gd name="T8" fmla="*/ 183 w 484"/>
                  <a:gd name="T9" fmla="*/ 7 h 287"/>
                  <a:gd name="T10" fmla="*/ 123 w 484"/>
                  <a:gd name="T11" fmla="*/ 7 h 287"/>
                  <a:gd name="T12" fmla="*/ 52 w 484"/>
                  <a:gd name="T13" fmla="*/ 4 h 287"/>
                  <a:gd name="T14" fmla="*/ 43 w 484"/>
                  <a:gd name="T15" fmla="*/ 152 h 287"/>
                  <a:gd name="T16" fmla="*/ 182 w 484"/>
                  <a:gd name="T17" fmla="*/ 279 h 287"/>
                  <a:gd name="T18" fmla="*/ 414 w 484"/>
                  <a:gd name="T19" fmla="*/ 315 h 28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84" h="287">
                    <a:moveTo>
                      <a:pt x="320" y="247"/>
                    </a:moveTo>
                    <a:cubicBezTo>
                      <a:pt x="353" y="253"/>
                      <a:pt x="405" y="287"/>
                      <a:pt x="428" y="260"/>
                    </a:cubicBezTo>
                    <a:cubicBezTo>
                      <a:pt x="443" y="241"/>
                      <a:pt x="457" y="181"/>
                      <a:pt x="462" y="159"/>
                    </a:cubicBezTo>
                    <a:cubicBezTo>
                      <a:pt x="484" y="48"/>
                      <a:pt x="354" y="23"/>
                      <a:pt x="269" y="11"/>
                    </a:cubicBezTo>
                    <a:cubicBezTo>
                      <a:pt x="230" y="6"/>
                      <a:pt x="190" y="7"/>
                      <a:pt x="150" y="7"/>
                    </a:cubicBezTo>
                    <a:cubicBezTo>
                      <a:pt x="134" y="7"/>
                      <a:pt x="117" y="7"/>
                      <a:pt x="101" y="7"/>
                    </a:cubicBezTo>
                    <a:cubicBezTo>
                      <a:pt x="85" y="8"/>
                      <a:pt x="57" y="0"/>
                      <a:pt x="43" y="4"/>
                    </a:cubicBezTo>
                    <a:cubicBezTo>
                      <a:pt x="0" y="15"/>
                      <a:pt x="21" y="94"/>
                      <a:pt x="35" y="126"/>
                    </a:cubicBezTo>
                    <a:cubicBezTo>
                      <a:pt x="61" y="183"/>
                      <a:pt x="89" y="212"/>
                      <a:pt x="149" y="231"/>
                    </a:cubicBezTo>
                    <a:cubicBezTo>
                      <a:pt x="213" y="250"/>
                      <a:pt x="279" y="245"/>
                      <a:pt x="340" y="260"/>
                    </a:cubicBezTo>
                  </a:path>
                </a:pathLst>
              </a:custGeom>
              <a:solidFill>
                <a:srgbClr val="FAF4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617" name="Freeform 320">
                <a:extLst>
                  <a:ext uri="{FF2B5EF4-FFF2-40B4-BE49-F238E27FC236}">
                    <a16:creationId xmlns:a16="http://schemas.microsoft.com/office/drawing/2014/main" id="{70C69498-B6B1-4390-BDE4-03350E7439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7" y="2577"/>
                <a:ext cx="208" cy="276"/>
              </a:xfrm>
              <a:custGeom>
                <a:avLst/>
                <a:gdLst>
                  <a:gd name="T0" fmla="*/ 239 w 194"/>
                  <a:gd name="T1" fmla="*/ 112 h 258"/>
                  <a:gd name="T2" fmla="*/ 177 w 194"/>
                  <a:gd name="T3" fmla="*/ 150 h 258"/>
                  <a:gd name="T4" fmla="*/ 194 w 194"/>
                  <a:gd name="T5" fmla="*/ 198 h 258"/>
                  <a:gd name="T6" fmla="*/ 237 w 194"/>
                  <a:gd name="T7" fmla="*/ 242 h 258"/>
                  <a:gd name="T8" fmla="*/ 181 w 194"/>
                  <a:gd name="T9" fmla="*/ 264 h 258"/>
                  <a:gd name="T10" fmla="*/ 131 w 194"/>
                  <a:gd name="T11" fmla="*/ 282 h 258"/>
                  <a:gd name="T12" fmla="*/ 106 w 194"/>
                  <a:gd name="T13" fmla="*/ 295 h 258"/>
                  <a:gd name="T14" fmla="*/ 84 w 194"/>
                  <a:gd name="T15" fmla="*/ 310 h 258"/>
                  <a:gd name="T16" fmla="*/ 50 w 194"/>
                  <a:gd name="T17" fmla="*/ 279 h 258"/>
                  <a:gd name="T18" fmla="*/ 15 w 194"/>
                  <a:gd name="T19" fmla="*/ 189 h 258"/>
                  <a:gd name="T20" fmla="*/ 5 w 194"/>
                  <a:gd name="T21" fmla="*/ 73 h 258"/>
                  <a:gd name="T22" fmla="*/ 57 w 194"/>
                  <a:gd name="T23" fmla="*/ 6 h 258"/>
                  <a:gd name="T24" fmla="*/ 144 w 194"/>
                  <a:gd name="T25" fmla="*/ 7 h 25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94" h="258">
                    <a:moveTo>
                      <a:pt x="194" y="92"/>
                    </a:moveTo>
                    <a:cubicBezTo>
                      <a:pt x="176" y="90"/>
                      <a:pt x="149" y="103"/>
                      <a:pt x="144" y="122"/>
                    </a:cubicBezTo>
                    <a:cubicBezTo>
                      <a:pt x="140" y="139"/>
                      <a:pt x="147" y="150"/>
                      <a:pt x="158" y="162"/>
                    </a:cubicBezTo>
                    <a:cubicBezTo>
                      <a:pt x="166" y="170"/>
                      <a:pt x="191" y="185"/>
                      <a:pt x="192" y="197"/>
                    </a:cubicBezTo>
                    <a:cubicBezTo>
                      <a:pt x="193" y="215"/>
                      <a:pt x="159" y="215"/>
                      <a:pt x="147" y="216"/>
                    </a:cubicBezTo>
                    <a:cubicBezTo>
                      <a:pt x="131" y="218"/>
                      <a:pt x="120" y="224"/>
                      <a:pt x="106" y="231"/>
                    </a:cubicBezTo>
                    <a:cubicBezTo>
                      <a:pt x="99" y="235"/>
                      <a:pt x="92" y="237"/>
                      <a:pt x="86" y="241"/>
                    </a:cubicBezTo>
                    <a:cubicBezTo>
                      <a:pt x="81" y="245"/>
                      <a:pt x="75" y="252"/>
                      <a:pt x="68" y="253"/>
                    </a:cubicBezTo>
                    <a:cubicBezTo>
                      <a:pt x="50" y="258"/>
                      <a:pt x="47" y="240"/>
                      <a:pt x="41" y="228"/>
                    </a:cubicBezTo>
                    <a:cubicBezTo>
                      <a:pt x="29" y="203"/>
                      <a:pt x="17" y="181"/>
                      <a:pt x="12" y="154"/>
                    </a:cubicBezTo>
                    <a:cubicBezTo>
                      <a:pt x="6" y="126"/>
                      <a:pt x="0" y="89"/>
                      <a:pt x="5" y="60"/>
                    </a:cubicBezTo>
                    <a:cubicBezTo>
                      <a:pt x="8" y="38"/>
                      <a:pt x="23" y="13"/>
                      <a:pt x="46" y="6"/>
                    </a:cubicBezTo>
                    <a:cubicBezTo>
                      <a:pt x="64" y="0"/>
                      <a:pt x="99" y="1"/>
                      <a:pt x="117" y="7"/>
                    </a:cubicBezTo>
                  </a:path>
                </a:pathLst>
              </a:custGeom>
              <a:solidFill>
                <a:srgbClr val="FAF4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618" name="Freeform 321">
                <a:extLst>
                  <a:ext uri="{FF2B5EF4-FFF2-40B4-BE49-F238E27FC236}">
                    <a16:creationId xmlns:a16="http://schemas.microsoft.com/office/drawing/2014/main" id="{88188E30-791A-4DAD-B2D1-6B33F3CFBB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2" y="2265"/>
                <a:ext cx="325" cy="220"/>
              </a:xfrm>
              <a:custGeom>
                <a:avLst/>
                <a:gdLst>
                  <a:gd name="T0" fmla="*/ 57 w 304"/>
                  <a:gd name="T1" fmla="*/ 7 h 206"/>
                  <a:gd name="T2" fmla="*/ 18 w 304"/>
                  <a:gd name="T3" fmla="*/ 21 h 206"/>
                  <a:gd name="T4" fmla="*/ 11 w 304"/>
                  <a:gd name="T5" fmla="*/ 90 h 206"/>
                  <a:gd name="T6" fmla="*/ 2 w 304"/>
                  <a:gd name="T7" fmla="*/ 163 h 206"/>
                  <a:gd name="T8" fmla="*/ 28 w 304"/>
                  <a:gd name="T9" fmla="*/ 217 h 206"/>
                  <a:gd name="T10" fmla="*/ 104 w 304"/>
                  <a:gd name="T11" fmla="*/ 229 h 206"/>
                  <a:gd name="T12" fmla="*/ 169 w 304"/>
                  <a:gd name="T13" fmla="*/ 235 h 206"/>
                  <a:gd name="T14" fmla="*/ 229 w 304"/>
                  <a:gd name="T15" fmla="*/ 248 h 206"/>
                  <a:gd name="T16" fmla="*/ 284 w 304"/>
                  <a:gd name="T17" fmla="*/ 221 h 206"/>
                  <a:gd name="T18" fmla="*/ 357 w 304"/>
                  <a:gd name="T19" fmla="*/ 200 h 206"/>
                  <a:gd name="T20" fmla="*/ 282 w 304"/>
                  <a:gd name="T21" fmla="*/ 75 h 206"/>
                  <a:gd name="T22" fmla="*/ 217 w 304"/>
                  <a:gd name="T23" fmla="*/ 56 h 206"/>
                  <a:gd name="T24" fmla="*/ 165 w 304"/>
                  <a:gd name="T25" fmla="*/ 36 h 206"/>
                  <a:gd name="T26" fmla="*/ 76 w 304"/>
                  <a:gd name="T27" fmla="*/ 20 h 206"/>
                  <a:gd name="T28" fmla="*/ 51 w 304"/>
                  <a:gd name="T29" fmla="*/ 6 h 20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304" h="206">
                    <a:moveTo>
                      <a:pt x="47" y="7"/>
                    </a:moveTo>
                    <a:cubicBezTo>
                      <a:pt x="33" y="6"/>
                      <a:pt x="21" y="0"/>
                      <a:pt x="15" y="18"/>
                    </a:cubicBezTo>
                    <a:cubicBezTo>
                      <a:pt x="9" y="34"/>
                      <a:pt x="10" y="56"/>
                      <a:pt x="8" y="74"/>
                    </a:cubicBezTo>
                    <a:cubicBezTo>
                      <a:pt x="5" y="94"/>
                      <a:pt x="4" y="114"/>
                      <a:pt x="2" y="134"/>
                    </a:cubicBezTo>
                    <a:cubicBezTo>
                      <a:pt x="0" y="155"/>
                      <a:pt x="3" y="169"/>
                      <a:pt x="22" y="178"/>
                    </a:cubicBezTo>
                    <a:cubicBezTo>
                      <a:pt x="42" y="187"/>
                      <a:pt x="64" y="186"/>
                      <a:pt x="85" y="187"/>
                    </a:cubicBezTo>
                    <a:cubicBezTo>
                      <a:pt x="103" y="188"/>
                      <a:pt x="121" y="190"/>
                      <a:pt x="138" y="193"/>
                    </a:cubicBezTo>
                    <a:cubicBezTo>
                      <a:pt x="155" y="196"/>
                      <a:pt x="169" y="206"/>
                      <a:pt x="187" y="203"/>
                    </a:cubicBezTo>
                    <a:cubicBezTo>
                      <a:pt x="203" y="199"/>
                      <a:pt x="216" y="185"/>
                      <a:pt x="233" y="182"/>
                    </a:cubicBezTo>
                    <a:cubicBezTo>
                      <a:pt x="250" y="179"/>
                      <a:pt x="285" y="184"/>
                      <a:pt x="292" y="164"/>
                    </a:cubicBezTo>
                    <a:cubicBezTo>
                      <a:pt x="304" y="130"/>
                      <a:pt x="256" y="78"/>
                      <a:pt x="231" y="62"/>
                    </a:cubicBezTo>
                    <a:cubicBezTo>
                      <a:pt x="215" y="52"/>
                      <a:pt x="197" y="50"/>
                      <a:pt x="178" y="46"/>
                    </a:cubicBezTo>
                    <a:cubicBezTo>
                      <a:pt x="162" y="42"/>
                      <a:pt x="150" y="35"/>
                      <a:pt x="135" y="30"/>
                    </a:cubicBezTo>
                    <a:cubicBezTo>
                      <a:pt x="110" y="22"/>
                      <a:pt x="86" y="29"/>
                      <a:pt x="62" y="17"/>
                    </a:cubicBezTo>
                    <a:cubicBezTo>
                      <a:pt x="55" y="14"/>
                      <a:pt x="49" y="9"/>
                      <a:pt x="42" y="6"/>
                    </a:cubicBezTo>
                  </a:path>
                </a:pathLst>
              </a:custGeom>
              <a:solidFill>
                <a:srgbClr val="FAF4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619" name="Freeform 322">
                <a:extLst>
                  <a:ext uri="{FF2B5EF4-FFF2-40B4-BE49-F238E27FC236}">
                    <a16:creationId xmlns:a16="http://schemas.microsoft.com/office/drawing/2014/main" id="{B778747A-C9AD-4BCE-9FAD-843EFC71A5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0" y="2165"/>
                <a:ext cx="150" cy="74"/>
              </a:xfrm>
              <a:custGeom>
                <a:avLst/>
                <a:gdLst>
                  <a:gd name="T0" fmla="*/ 30 w 140"/>
                  <a:gd name="T1" fmla="*/ 0 h 69"/>
                  <a:gd name="T2" fmla="*/ 2 w 140"/>
                  <a:gd name="T3" fmla="*/ 49 h 69"/>
                  <a:gd name="T4" fmla="*/ 63 w 140"/>
                  <a:gd name="T5" fmla="*/ 82 h 69"/>
                  <a:gd name="T6" fmla="*/ 167 w 140"/>
                  <a:gd name="T7" fmla="*/ 85 h 69"/>
                  <a:gd name="T8" fmla="*/ 110 w 140"/>
                  <a:gd name="T9" fmla="*/ 49 h 69"/>
                  <a:gd name="T10" fmla="*/ 42 w 140"/>
                  <a:gd name="T11" fmla="*/ 10 h 6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0" h="69">
                    <a:moveTo>
                      <a:pt x="24" y="0"/>
                    </a:moveTo>
                    <a:cubicBezTo>
                      <a:pt x="20" y="16"/>
                      <a:pt x="0" y="19"/>
                      <a:pt x="2" y="40"/>
                    </a:cubicBezTo>
                    <a:cubicBezTo>
                      <a:pt x="4" y="62"/>
                      <a:pt x="32" y="65"/>
                      <a:pt x="51" y="66"/>
                    </a:cubicBezTo>
                    <a:cubicBezTo>
                      <a:pt x="80" y="66"/>
                      <a:pt x="107" y="67"/>
                      <a:pt x="136" y="69"/>
                    </a:cubicBezTo>
                    <a:cubicBezTo>
                      <a:pt x="140" y="51"/>
                      <a:pt x="101" y="46"/>
                      <a:pt x="90" y="40"/>
                    </a:cubicBezTo>
                    <a:cubicBezTo>
                      <a:pt x="71" y="30"/>
                      <a:pt x="56" y="13"/>
                      <a:pt x="34" y="7"/>
                    </a:cubicBezTo>
                  </a:path>
                </a:pathLst>
              </a:custGeom>
              <a:solidFill>
                <a:srgbClr val="FAF4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620" name="Freeform 323">
                <a:extLst>
                  <a:ext uri="{FF2B5EF4-FFF2-40B4-BE49-F238E27FC236}">
                    <a16:creationId xmlns:a16="http://schemas.microsoft.com/office/drawing/2014/main" id="{E5CD6475-792E-4587-86F9-C14541A51B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7" y="1965"/>
                <a:ext cx="178" cy="242"/>
              </a:xfrm>
              <a:custGeom>
                <a:avLst/>
                <a:gdLst>
                  <a:gd name="T0" fmla="*/ 80 w 166"/>
                  <a:gd name="T1" fmla="*/ 11 h 227"/>
                  <a:gd name="T2" fmla="*/ 25 w 166"/>
                  <a:gd name="T3" fmla="*/ 81 h 227"/>
                  <a:gd name="T4" fmla="*/ 18 w 166"/>
                  <a:gd name="T5" fmla="*/ 128 h 227"/>
                  <a:gd name="T6" fmla="*/ 4 w 166"/>
                  <a:gd name="T7" fmla="*/ 187 h 227"/>
                  <a:gd name="T8" fmla="*/ 80 w 166"/>
                  <a:gd name="T9" fmla="*/ 209 h 227"/>
                  <a:gd name="T10" fmla="*/ 149 w 166"/>
                  <a:gd name="T11" fmla="*/ 245 h 227"/>
                  <a:gd name="T12" fmla="*/ 197 w 166"/>
                  <a:gd name="T13" fmla="*/ 275 h 227"/>
                  <a:gd name="T14" fmla="*/ 172 w 166"/>
                  <a:gd name="T15" fmla="*/ 223 h 227"/>
                  <a:gd name="T16" fmla="*/ 116 w 166"/>
                  <a:gd name="T17" fmla="*/ 155 h 227"/>
                  <a:gd name="T18" fmla="*/ 89 w 166"/>
                  <a:gd name="T19" fmla="*/ 32 h 22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66" h="227">
                    <a:moveTo>
                      <a:pt x="65" y="8"/>
                    </a:moveTo>
                    <a:cubicBezTo>
                      <a:pt x="37" y="0"/>
                      <a:pt x="23" y="47"/>
                      <a:pt x="20" y="67"/>
                    </a:cubicBezTo>
                    <a:cubicBezTo>
                      <a:pt x="17" y="80"/>
                      <a:pt x="19" y="93"/>
                      <a:pt x="15" y="106"/>
                    </a:cubicBezTo>
                    <a:cubicBezTo>
                      <a:pt x="11" y="122"/>
                      <a:pt x="0" y="136"/>
                      <a:pt x="4" y="154"/>
                    </a:cubicBezTo>
                    <a:cubicBezTo>
                      <a:pt x="10" y="179"/>
                      <a:pt x="46" y="170"/>
                      <a:pt x="65" y="173"/>
                    </a:cubicBezTo>
                    <a:cubicBezTo>
                      <a:pt x="86" y="177"/>
                      <a:pt x="103" y="192"/>
                      <a:pt x="121" y="203"/>
                    </a:cubicBezTo>
                    <a:cubicBezTo>
                      <a:pt x="132" y="209"/>
                      <a:pt x="147" y="227"/>
                      <a:pt x="160" y="227"/>
                    </a:cubicBezTo>
                    <a:cubicBezTo>
                      <a:pt x="166" y="212"/>
                      <a:pt x="148" y="194"/>
                      <a:pt x="139" y="184"/>
                    </a:cubicBezTo>
                    <a:cubicBezTo>
                      <a:pt x="123" y="165"/>
                      <a:pt x="108" y="149"/>
                      <a:pt x="94" y="128"/>
                    </a:cubicBezTo>
                    <a:cubicBezTo>
                      <a:pt x="74" y="97"/>
                      <a:pt x="71" y="63"/>
                      <a:pt x="72" y="26"/>
                    </a:cubicBezTo>
                  </a:path>
                </a:pathLst>
              </a:custGeom>
              <a:solidFill>
                <a:srgbClr val="FAF4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621" name="Freeform 324">
                <a:extLst>
                  <a:ext uri="{FF2B5EF4-FFF2-40B4-BE49-F238E27FC236}">
                    <a16:creationId xmlns:a16="http://schemas.microsoft.com/office/drawing/2014/main" id="{A2E329D4-5BDF-452D-8CD2-2E0B7A8800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5" y="2304"/>
                <a:ext cx="6" cy="4"/>
              </a:xfrm>
              <a:custGeom>
                <a:avLst/>
                <a:gdLst>
                  <a:gd name="T0" fmla="*/ 0 w 5"/>
                  <a:gd name="T1" fmla="*/ 4 h 4"/>
                  <a:gd name="T2" fmla="*/ 8 w 5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4">
                    <a:moveTo>
                      <a:pt x="0" y="4"/>
                    </a:moveTo>
                    <a:cubicBezTo>
                      <a:pt x="2" y="3"/>
                      <a:pt x="4" y="2"/>
                      <a:pt x="5" y="0"/>
                    </a:cubicBezTo>
                  </a:path>
                </a:pathLst>
              </a:custGeom>
              <a:solidFill>
                <a:srgbClr val="FAF4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622" name="Freeform 325">
                <a:extLst>
                  <a:ext uri="{FF2B5EF4-FFF2-40B4-BE49-F238E27FC236}">
                    <a16:creationId xmlns:a16="http://schemas.microsoft.com/office/drawing/2014/main" id="{1D6A824F-FF23-43BE-BBA2-3667CD3774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6" y="2908"/>
                <a:ext cx="219" cy="236"/>
              </a:xfrm>
              <a:custGeom>
                <a:avLst/>
                <a:gdLst>
                  <a:gd name="T0" fmla="*/ 0 w 205"/>
                  <a:gd name="T1" fmla="*/ 0 h 221"/>
                  <a:gd name="T2" fmla="*/ 107 w 205"/>
                  <a:gd name="T3" fmla="*/ 189 h 221"/>
                  <a:gd name="T4" fmla="*/ 250 w 205"/>
                  <a:gd name="T5" fmla="*/ 229 h 221"/>
                  <a:gd name="T6" fmla="*/ 140 w 205"/>
                  <a:gd name="T7" fmla="*/ 65 h 2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5" h="221">
                    <a:moveTo>
                      <a:pt x="0" y="0"/>
                    </a:moveTo>
                    <a:cubicBezTo>
                      <a:pt x="44" y="43"/>
                      <a:pt x="41" y="115"/>
                      <a:pt x="88" y="155"/>
                    </a:cubicBezTo>
                    <a:cubicBezTo>
                      <a:pt x="110" y="174"/>
                      <a:pt x="179" y="221"/>
                      <a:pt x="205" y="187"/>
                    </a:cubicBezTo>
                    <a:cubicBezTo>
                      <a:pt x="152" y="164"/>
                      <a:pt x="98" y="118"/>
                      <a:pt x="115" y="53"/>
                    </a:cubicBezTo>
                  </a:path>
                </a:pathLst>
              </a:custGeom>
              <a:solidFill>
                <a:srgbClr val="FAF4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623" name="Freeform 326">
                <a:extLst>
                  <a:ext uri="{FF2B5EF4-FFF2-40B4-BE49-F238E27FC236}">
                    <a16:creationId xmlns:a16="http://schemas.microsoft.com/office/drawing/2014/main" id="{657B8A99-C54C-4D37-B672-4163AF9732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6" y="3189"/>
                <a:ext cx="197" cy="532"/>
              </a:xfrm>
              <a:custGeom>
                <a:avLst/>
                <a:gdLst>
                  <a:gd name="T0" fmla="*/ 192 w 184"/>
                  <a:gd name="T1" fmla="*/ 28 h 498"/>
                  <a:gd name="T2" fmla="*/ 77 w 184"/>
                  <a:gd name="T3" fmla="*/ 1 h 498"/>
                  <a:gd name="T4" fmla="*/ 14 w 184"/>
                  <a:gd name="T5" fmla="*/ 144 h 498"/>
                  <a:gd name="T6" fmla="*/ 29 w 184"/>
                  <a:gd name="T7" fmla="*/ 444 h 498"/>
                  <a:gd name="T8" fmla="*/ 55 w 184"/>
                  <a:gd name="T9" fmla="*/ 557 h 498"/>
                  <a:gd name="T10" fmla="*/ 146 w 184"/>
                  <a:gd name="T11" fmla="*/ 488 h 498"/>
                  <a:gd name="T12" fmla="*/ 166 w 184"/>
                  <a:gd name="T13" fmla="*/ 370 h 498"/>
                  <a:gd name="T14" fmla="*/ 206 w 184"/>
                  <a:gd name="T15" fmla="*/ 213 h 498"/>
                  <a:gd name="T16" fmla="*/ 211 w 184"/>
                  <a:gd name="T17" fmla="*/ 24 h 49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84" h="498">
                    <a:moveTo>
                      <a:pt x="156" y="22"/>
                    </a:moveTo>
                    <a:cubicBezTo>
                      <a:pt x="147" y="13"/>
                      <a:pt x="79" y="0"/>
                      <a:pt x="63" y="1"/>
                    </a:cubicBezTo>
                    <a:cubicBezTo>
                      <a:pt x="16" y="4"/>
                      <a:pt x="15" y="82"/>
                      <a:pt x="11" y="118"/>
                    </a:cubicBezTo>
                    <a:cubicBezTo>
                      <a:pt x="0" y="202"/>
                      <a:pt x="7" y="281"/>
                      <a:pt x="23" y="364"/>
                    </a:cubicBezTo>
                    <a:cubicBezTo>
                      <a:pt x="27" y="387"/>
                      <a:pt x="32" y="437"/>
                      <a:pt x="45" y="457"/>
                    </a:cubicBezTo>
                    <a:cubicBezTo>
                      <a:pt x="71" y="498"/>
                      <a:pt x="111" y="428"/>
                      <a:pt x="119" y="401"/>
                    </a:cubicBezTo>
                    <a:cubicBezTo>
                      <a:pt x="130" y="370"/>
                      <a:pt x="128" y="336"/>
                      <a:pt x="135" y="303"/>
                    </a:cubicBezTo>
                    <a:cubicBezTo>
                      <a:pt x="144" y="260"/>
                      <a:pt x="158" y="218"/>
                      <a:pt x="167" y="174"/>
                    </a:cubicBezTo>
                    <a:cubicBezTo>
                      <a:pt x="177" y="122"/>
                      <a:pt x="184" y="71"/>
                      <a:pt x="172" y="20"/>
                    </a:cubicBezTo>
                  </a:path>
                </a:pathLst>
              </a:custGeom>
              <a:solidFill>
                <a:srgbClr val="FAF4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624" name="Freeform 327">
                <a:extLst>
                  <a:ext uri="{FF2B5EF4-FFF2-40B4-BE49-F238E27FC236}">
                    <a16:creationId xmlns:a16="http://schemas.microsoft.com/office/drawing/2014/main" id="{20BAF8C0-4DAB-42E8-8A77-E3FFC1DA43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4" y="3600"/>
                <a:ext cx="186" cy="213"/>
              </a:xfrm>
              <a:custGeom>
                <a:avLst/>
                <a:gdLst>
                  <a:gd name="T0" fmla="*/ 30 w 174"/>
                  <a:gd name="T1" fmla="*/ 26 h 199"/>
                  <a:gd name="T2" fmla="*/ 30 w 174"/>
                  <a:gd name="T3" fmla="*/ 127 h 199"/>
                  <a:gd name="T4" fmla="*/ 13 w 174"/>
                  <a:gd name="T5" fmla="*/ 174 h 199"/>
                  <a:gd name="T6" fmla="*/ 86 w 174"/>
                  <a:gd name="T7" fmla="*/ 182 h 199"/>
                  <a:gd name="T8" fmla="*/ 159 w 174"/>
                  <a:gd name="T9" fmla="*/ 199 h 199"/>
                  <a:gd name="T10" fmla="*/ 213 w 174"/>
                  <a:gd name="T11" fmla="*/ 199 h 199"/>
                  <a:gd name="T12" fmla="*/ 160 w 174"/>
                  <a:gd name="T13" fmla="*/ 163 h 199"/>
                  <a:gd name="T14" fmla="*/ 83 w 174"/>
                  <a:gd name="T15" fmla="*/ 124 h 199"/>
                  <a:gd name="T16" fmla="*/ 76 w 174"/>
                  <a:gd name="T17" fmla="*/ 0 h 19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74" h="199">
                    <a:moveTo>
                      <a:pt x="24" y="21"/>
                    </a:moveTo>
                    <a:cubicBezTo>
                      <a:pt x="30" y="46"/>
                      <a:pt x="35" y="81"/>
                      <a:pt x="24" y="104"/>
                    </a:cubicBezTo>
                    <a:cubicBezTo>
                      <a:pt x="19" y="117"/>
                      <a:pt x="0" y="124"/>
                      <a:pt x="10" y="142"/>
                    </a:cubicBezTo>
                    <a:cubicBezTo>
                      <a:pt x="22" y="161"/>
                      <a:pt x="53" y="150"/>
                      <a:pt x="70" y="149"/>
                    </a:cubicBezTo>
                    <a:cubicBezTo>
                      <a:pt x="98" y="146"/>
                      <a:pt x="107" y="147"/>
                      <a:pt x="130" y="163"/>
                    </a:cubicBezTo>
                    <a:cubicBezTo>
                      <a:pt x="145" y="173"/>
                      <a:pt x="174" y="199"/>
                      <a:pt x="174" y="163"/>
                    </a:cubicBezTo>
                    <a:cubicBezTo>
                      <a:pt x="174" y="138"/>
                      <a:pt x="149" y="137"/>
                      <a:pt x="131" y="133"/>
                    </a:cubicBezTo>
                    <a:cubicBezTo>
                      <a:pt x="106" y="127"/>
                      <a:pt x="80" y="127"/>
                      <a:pt x="68" y="101"/>
                    </a:cubicBezTo>
                    <a:cubicBezTo>
                      <a:pt x="54" y="71"/>
                      <a:pt x="73" y="30"/>
                      <a:pt x="62" y="0"/>
                    </a:cubicBezTo>
                  </a:path>
                </a:pathLst>
              </a:custGeom>
              <a:solidFill>
                <a:srgbClr val="FAF4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625" name="Freeform 328">
                <a:extLst>
                  <a:ext uri="{FF2B5EF4-FFF2-40B4-BE49-F238E27FC236}">
                    <a16:creationId xmlns:a16="http://schemas.microsoft.com/office/drawing/2014/main" id="{CF39B1B5-3E22-497D-A739-CC97AD7B1D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1" y="3790"/>
                <a:ext cx="122" cy="169"/>
              </a:xfrm>
              <a:custGeom>
                <a:avLst/>
                <a:gdLst>
                  <a:gd name="T0" fmla="*/ 136 w 114"/>
                  <a:gd name="T1" fmla="*/ 66 h 158"/>
                  <a:gd name="T2" fmla="*/ 67 w 114"/>
                  <a:gd name="T3" fmla="*/ 102 h 158"/>
                  <a:gd name="T4" fmla="*/ 0 w 114"/>
                  <a:gd name="T5" fmla="*/ 183 h 158"/>
                  <a:gd name="T6" fmla="*/ 46 w 114"/>
                  <a:gd name="T7" fmla="*/ 191 h 158"/>
                  <a:gd name="T8" fmla="*/ 78 w 114"/>
                  <a:gd name="T9" fmla="*/ 148 h 158"/>
                  <a:gd name="T10" fmla="*/ 140 w 114"/>
                  <a:gd name="T11" fmla="*/ 56 h 15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4" h="158">
                    <a:moveTo>
                      <a:pt x="111" y="54"/>
                    </a:moveTo>
                    <a:cubicBezTo>
                      <a:pt x="95" y="0"/>
                      <a:pt x="65" y="70"/>
                      <a:pt x="55" y="83"/>
                    </a:cubicBezTo>
                    <a:cubicBezTo>
                      <a:pt x="40" y="107"/>
                      <a:pt x="3" y="120"/>
                      <a:pt x="0" y="150"/>
                    </a:cubicBezTo>
                    <a:cubicBezTo>
                      <a:pt x="8" y="149"/>
                      <a:pt x="31" y="158"/>
                      <a:pt x="37" y="156"/>
                    </a:cubicBezTo>
                    <a:cubicBezTo>
                      <a:pt x="49" y="151"/>
                      <a:pt x="57" y="131"/>
                      <a:pt x="64" y="121"/>
                    </a:cubicBezTo>
                    <a:cubicBezTo>
                      <a:pt x="80" y="99"/>
                      <a:pt x="94" y="62"/>
                      <a:pt x="114" y="46"/>
                    </a:cubicBezTo>
                  </a:path>
                </a:pathLst>
              </a:custGeom>
              <a:solidFill>
                <a:srgbClr val="FAF4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626" name="Freeform 329">
                <a:extLst>
                  <a:ext uri="{FF2B5EF4-FFF2-40B4-BE49-F238E27FC236}">
                    <a16:creationId xmlns:a16="http://schemas.microsoft.com/office/drawing/2014/main" id="{5AAAA357-CCB5-4F8B-BFFF-A7AF3316AA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6" y="2242"/>
                <a:ext cx="143" cy="160"/>
              </a:xfrm>
              <a:custGeom>
                <a:avLst/>
                <a:gdLst>
                  <a:gd name="T0" fmla="*/ 128 w 134"/>
                  <a:gd name="T1" fmla="*/ 27 h 150"/>
                  <a:gd name="T2" fmla="*/ 74 w 134"/>
                  <a:gd name="T3" fmla="*/ 4 h 150"/>
                  <a:gd name="T4" fmla="*/ 42 w 134"/>
                  <a:gd name="T5" fmla="*/ 68 h 150"/>
                  <a:gd name="T6" fmla="*/ 42 w 134"/>
                  <a:gd name="T7" fmla="*/ 182 h 150"/>
                  <a:gd name="T8" fmla="*/ 82 w 134"/>
                  <a:gd name="T9" fmla="*/ 107 h 150"/>
                  <a:gd name="T10" fmla="*/ 156 w 134"/>
                  <a:gd name="T11" fmla="*/ 141 h 150"/>
                  <a:gd name="T12" fmla="*/ 141 w 134"/>
                  <a:gd name="T13" fmla="*/ 34 h 15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4" h="150">
                    <a:moveTo>
                      <a:pt x="105" y="22"/>
                    </a:moveTo>
                    <a:cubicBezTo>
                      <a:pt x="92" y="17"/>
                      <a:pt x="76" y="0"/>
                      <a:pt x="61" y="4"/>
                    </a:cubicBezTo>
                    <a:cubicBezTo>
                      <a:pt x="43" y="9"/>
                      <a:pt x="42" y="40"/>
                      <a:pt x="35" y="56"/>
                    </a:cubicBezTo>
                    <a:cubicBezTo>
                      <a:pt x="26" y="77"/>
                      <a:pt x="0" y="137"/>
                      <a:pt x="35" y="150"/>
                    </a:cubicBezTo>
                    <a:cubicBezTo>
                      <a:pt x="45" y="133"/>
                      <a:pt x="45" y="97"/>
                      <a:pt x="67" y="88"/>
                    </a:cubicBezTo>
                    <a:cubicBezTo>
                      <a:pt x="88" y="80"/>
                      <a:pt x="111" y="109"/>
                      <a:pt x="128" y="116"/>
                    </a:cubicBezTo>
                    <a:cubicBezTo>
                      <a:pt x="134" y="89"/>
                      <a:pt x="134" y="49"/>
                      <a:pt x="116" y="28"/>
                    </a:cubicBezTo>
                  </a:path>
                </a:pathLst>
              </a:custGeom>
              <a:solidFill>
                <a:srgbClr val="FAF4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627" name="Freeform 330">
                <a:extLst>
                  <a:ext uri="{FF2B5EF4-FFF2-40B4-BE49-F238E27FC236}">
                    <a16:creationId xmlns:a16="http://schemas.microsoft.com/office/drawing/2014/main" id="{9F1AD695-CA60-47B9-AC82-6D55EDB9BB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3" y="1920"/>
                <a:ext cx="206" cy="276"/>
              </a:xfrm>
              <a:custGeom>
                <a:avLst/>
                <a:gdLst>
                  <a:gd name="T0" fmla="*/ 125 w 193"/>
                  <a:gd name="T1" fmla="*/ 39 h 259"/>
                  <a:gd name="T2" fmla="*/ 78 w 193"/>
                  <a:gd name="T3" fmla="*/ 7 h 259"/>
                  <a:gd name="T4" fmla="*/ 23 w 193"/>
                  <a:gd name="T5" fmla="*/ 92 h 259"/>
                  <a:gd name="T6" fmla="*/ 11 w 193"/>
                  <a:gd name="T7" fmla="*/ 197 h 259"/>
                  <a:gd name="T8" fmla="*/ 29 w 193"/>
                  <a:gd name="T9" fmla="*/ 264 h 259"/>
                  <a:gd name="T10" fmla="*/ 184 w 193"/>
                  <a:gd name="T11" fmla="*/ 226 h 259"/>
                  <a:gd name="T12" fmla="*/ 222 w 193"/>
                  <a:gd name="T13" fmla="*/ 103 h 259"/>
                  <a:gd name="T14" fmla="*/ 134 w 193"/>
                  <a:gd name="T15" fmla="*/ 35 h 25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93" h="259">
                    <a:moveTo>
                      <a:pt x="103" y="33"/>
                    </a:moveTo>
                    <a:cubicBezTo>
                      <a:pt x="88" y="26"/>
                      <a:pt x="81" y="10"/>
                      <a:pt x="64" y="7"/>
                    </a:cubicBezTo>
                    <a:cubicBezTo>
                      <a:pt x="27" y="0"/>
                      <a:pt x="24" y="50"/>
                      <a:pt x="20" y="76"/>
                    </a:cubicBezTo>
                    <a:cubicBezTo>
                      <a:pt x="16" y="106"/>
                      <a:pt x="15" y="134"/>
                      <a:pt x="8" y="163"/>
                    </a:cubicBezTo>
                    <a:cubicBezTo>
                      <a:pt x="0" y="189"/>
                      <a:pt x="0" y="201"/>
                      <a:pt x="23" y="219"/>
                    </a:cubicBezTo>
                    <a:cubicBezTo>
                      <a:pt x="74" y="259"/>
                      <a:pt x="111" y="228"/>
                      <a:pt x="151" y="187"/>
                    </a:cubicBezTo>
                    <a:cubicBezTo>
                      <a:pt x="175" y="163"/>
                      <a:pt x="193" y="119"/>
                      <a:pt x="183" y="85"/>
                    </a:cubicBezTo>
                    <a:cubicBezTo>
                      <a:pt x="175" y="55"/>
                      <a:pt x="135" y="43"/>
                      <a:pt x="111" y="29"/>
                    </a:cubicBezTo>
                  </a:path>
                </a:pathLst>
              </a:custGeom>
              <a:solidFill>
                <a:srgbClr val="FAF4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628" name="Freeform 331">
                <a:extLst>
                  <a:ext uri="{FF2B5EF4-FFF2-40B4-BE49-F238E27FC236}">
                    <a16:creationId xmlns:a16="http://schemas.microsoft.com/office/drawing/2014/main" id="{3EF41FCC-89DD-4598-9F31-3F648A9DC2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6" y="1604"/>
                <a:ext cx="269" cy="333"/>
              </a:xfrm>
              <a:custGeom>
                <a:avLst/>
                <a:gdLst>
                  <a:gd name="T0" fmla="*/ 306 w 252"/>
                  <a:gd name="T1" fmla="*/ 79 h 312"/>
                  <a:gd name="T2" fmla="*/ 135 w 252"/>
                  <a:gd name="T3" fmla="*/ 47 h 312"/>
                  <a:gd name="T4" fmla="*/ 17 w 252"/>
                  <a:gd name="T5" fmla="*/ 242 h 312"/>
                  <a:gd name="T6" fmla="*/ 53 w 252"/>
                  <a:gd name="T7" fmla="*/ 298 h 312"/>
                  <a:gd name="T8" fmla="*/ 83 w 252"/>
                  <a:gd name="T9" fmla="*/ 349 h 312"/>
                  <a:gd name="T10" fmla="*/ 142 w 252"/>
                  <a:gd name="T11" fmla="*/ 349 h 312"/>
                  <a:gd name="T12" fmla="*/ 238 w 252"/>
                  <a:gd name="T13" fmla="*/ 279 h 312"/>
                  <a:gd name="T14" fmla="*/ 152 w 252"/>
                  <a:gd name="T15" fmla="*/ 307 h 312"/>
                  <a:gd name="T16" fmla="*/ 145 w 252"/>
                  <a:gd name="T17" fmla="*/ 240 h 312"/>
                  <a:gd name="T18" fmla="*/ 251 w 252"/>
                  <a:gd name="T19" fmla="*/ 175 h 312"/>
                  <a:gd name="T20" fmla="*/ 289 w 252"/>
                  <a:gd name="T21" fmla="*/ 91 h 31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52" h="312">
                    <a:moveTo>
                      <a:pt x="252" y="65"/>
                    </a:moveTo>
                    <a:cubicBezTo>
                      <a:pt x="203" y="63"/>
                      <a:pt x="154" y="0"/>
                      <a:pt x="111" y="38"/>
                    </a:cubicBezTo>
                    <a:cubicBezTo>
                      <a:pt x="70" y="75"/>
                      <a:pt x="0" y="137"/>
                      <a:pt x="14" y="200"/>
                    </a:cubicBezTo>
                    <a:cubicBezTo>
                      <a:pt x="19" y="220"/>
                      <a:pt x="31" y="230"/>
                      <a:pt x="44" y="245"/>
                    </a:cubicBezTo>
                    <a:cubicBezTo>
                      <a:pt x="56" y="258"/>
                      <a:pt x="59" y="273"/>
                      <a:pt x="68" y="287"/>
                    </a:cubicBezTo>
                    <a:cubicBezTo>
                      <a:pt x="84" y="312"/>
                      <a:pt x="98" y="302"/>
                      <a:pt x="117" y="287"/>
                    </a:cubicBezTo>
                    <a:cubicBezTo>
                      <a:pt x="139" y="269"/>
                      <a:pt x="186" y="258"/>
                      <a:pt x="196" y="230"/>
                    </a:cubicBezTo>
                    <a:cubicBezTo>
                      <a:pt x="177" y="221"/>
                      <a:pt x="147" y="252"/>
                      <a:pt x="125" y="253"/>
                    </a:cubicBezTo>
                    <a:cubicBezTo>
                      <a:pt x="85" y="256"/>
                      <a:pt x="102" y="219"/>
                      <a:pt x="119" y="198"/>
                    </a:cubicBezTo>
                    <a:cubicBezTo>
                      <a:pt x="142" y="170"/>
                      <a:pt x="182" y="173"/>
                      <a:pt x="206" y="144"/>
                    </a:cubicBezTo>
                    <a:cubicBezTo>
                      <a:pt x="217" y="130"/>
                      <a:pt x="244" y="92"/>
                      <a:pt x="238" y="75"/>
                    </a:cubicBezTo>
                  </a:path>
                </a:pathLst>
              </a:custGeom>
              <a:solidFill>
                <a:srgbClr val="FAF4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629" name="Freeform 332">
                <a:extLst>
                  <a:ext uri="{FF2B5EF4-FFF2-40B4-BE49-F238E27FC236}">
                    <a16:creationId xmlns:a16="http://schemas.microsoft.com/office/drawing/2014/main" id="{9A87DC30-5431-4B4A-A5D4-AF6A3538BB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7" y="1294"/>
                <a:ext cx="356" cy="328"/>
              </a:xfrm>
              <a:custGeom>
                <a:avLst/>
                <a:gdLst>
                  <a:gd name="T0" fmla="*/ 407 w 333"/>
                  <a:gd name="T1" fmla="*/ 0 h 307"/>
                  <a:gd name="T2" fmla="*/ 331 w 333"/>
                  <a:gd name="T3" fmla="*/ 17 h 307"/>
                  <a:gd name="T4" fmla="*/ 247 w 333"/>
                  <a:gd name="T5" fmla="*/ 58 h 307"/>
                  <a:gd name="T6" fmla="*/ 74 w 333"/>
                  <a:gd name="T7" fmla="*/ 186 h 307"/>
                  <a:gd name="T8" fmla="*/ 6 w 333"/>
                  <a:gd name="T9" fmla="*/ 287 h 307"/>
                  <a:gd name="T10" fmla="*/ 26 w 333"/>
                  <a:gd name="T11" fmla="*/ 315 h 307"/>
                  <a:gd name="T12" fmla="*/ 60 w 333"/>
                  <a:gd name="T13" fmla="*/ 352 h 307"/>
                  <a:gd name="T14" fmla="*/ 109 w 333"/>
                  <a:gd name="T15" fmla="*/ 283 h 307"/>
                  <a:gd name="T16" fmla="*/ 184 w 333"/>
                  <a:gd name="T17" fmla="*/ 302 h 307"/>
                  <a:gd name="T18" fmla="*/ 213 w 333"/>
                  <a:gd name="T19" fmla="*/ 214 h 307"/>
                  <a:gd name="T20" fmla="*/ 270 w 333"/>
                  <a:gd name="T21" fmla="*/ 115 h 307"/>
                  <a:gd name="T22" fmla="*/ 390 w 333"/>
                  <a:gd name="T23" fmla="*/ 6 h 30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33" h="307">
                    <a:moveTo>
                      <a:pt x="333" y="0"/>
                    </a:moveTo>
                    <a:cubicBezTo>
                      <a:pt x="324" y="12"/>
                      <a:pt x="287" y="8"/>
                      <a:pt x="271" y="14"/>
                    </a:cubicBezTo>
                    <a:cubicBezTo>
                      <a:pt x="247" y="23"/>
                      <a:pt x="224" y="34"/>
                      <a:pt x="202" y="48"/>
                    </a:cubicBezTo>
                    <a:cubicBezTo>
                      <a:pt x="150" y="80"/>
                      <a:pt x="99" y="103"/>
                      <a:pt x="61" y="153"/>
                    </a:cubicBezTo>
                    <a:cubicBezTo>
                      <a:pt x="43" y="176"/>
                      <a:pt x="13" y="207"/>
                      <a:pt x="6" y="236"/>
                    </a:cubicBezTo>
                    <a:cubicBezTo>
                      <a:pt x="0" y="260"/>
                      <a:pt x="10" y="249"/>
                      <a:pt x="21" y="258"/>
                    </a:cubicBezTo>
                    <a:cubicBezTo>
                      <a:pt x="31" y="267"/>
                      <a:pt x="34" y="289"/>
                      <a:pt x="49" y="288"/>
                    </a:cubicBezTo>
                    <a:cubicBezTo>
                      <a:pt x="50" y="263"/>
                      <a:pt x="53" y="227"/>
                      <a:pt x="89" y="232"/>
                    </a:cubicBezTo>
                    <a:cubicBezTo>
                      <a:pt x="124" y="237"/>
                      <a:pt x="122" y="307"/>
                      <a:pt x="151" y="248"/>
                    </a:cubicBezTo>
                    <a:cubicBezTo>
                      <a:pt x="162" y="226"/>
                      <a:pt x="169" y="199"/>
                      <a:pt x="174" y="175"/>
                    </a:cubicBezTo>
                    <a:cubicBezTo>
                      <a:pt x="182" y="141"/>
                      <a:pt x="198" y="120"/>
                      <a:pt x="222" y="95"/>
                    </a:cubicBezTo>
                    <a:cubicBezTo>
                      <a:pt x="253" y="62"/>
                      <a:pt x="283" y="30"/>
                      <a:pt x="319" y="6"/>
                    </a:cubicBezTo>
                  </a:path>
                </a:pathLst>
              </a:custGeom>
              <a:solidFill>
                <a:srgbClr val="FAF4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630" name="Freeform 333">
                <a:extLst>
                  <a:ext uri="{FF2B5EF4-FFF2-40B4-BE49-F238E27FC236}">
                    <a16:creationId xmlns:a16="http://schemas.microsoft.com/office/drawing/2014/main" id="{80D7E0E2-CFC5-43B8-971B-51EE36FABC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6" y="1355"/>
                <a:ext cx="346" cy="602"/>
              </a:xfrm>
              <a:custGeom>
                <a:avLst/>
                <a:gdLst>
                  <a:gd name="T0" fmla="*/ 159 w 323"/>
                  <a:gd name="T1" fmla="*/ 80 h 564"/>
                  <a:gd name="T2" fmla="*/ 146 w 323"/>
                  <a:gd name="T3" fmla="*/ 237 h 564"/>
                  <a:gd name="T4" fmla="*/ 117 w 323"/>
                  <a:gd name="T5" fmla="*/ 359 h 564"/>
                  <a:gd name="T6" fmla="*/ 59 w 323"/>
                  <a:gd name="T7" fmla="*/ 409 h 564"/>
                  <a:gd name="T8" fmla="*/ 20 w 323"/>
                  <a:gd name="T9" fmla="*/ 466 h 564"/>
                  <a:gd name="T10" fmla="*/ 14 w 323"/>
                  <a:gd name="T11" fmla="*/ 521 h 564"/>
                  <a:gd name="T12" fmla="*/ 43 w 323"/>
                  <a:gd name="T13" fmla="*/ 517 h 564"/>
                  <a:gd name="T14" fmla="*/ 92 w 323"/>
                  <a:gd name="T15" fmla="*/ 512 h 564"/>
                  <a:gd name="T16" fmla="*/ 228 w 323"/>
                  <a:gd name="T17" fmla="*/ 608 h 564"/>
                  <a:gd name="T18" fmla="*/ 244 w 323"/>
                  <a:gd name="T19" fmla="*/ 663 h 564"/>
                  <a:gd name="T20" fmla="*/ 311 w 323"/>
                  <a:gd name="T21" fmla="*/ 670 h 564"/>
                  <a:gd name="T22" fmla="*/ 393 w 323"/>
                  <a:gd name="T23" fmla="*/ 565 h 564"/>
                  <a:gd name="T24" fmla="*/ 386 w 323"/>
                  <a:gd name="T25" fmla="*/ 488 h 564"/>
                  <a:gd name="T26" fmla="*/ 380 w 323"/>
                  <a:gd name="T27" fmla="*/ 398 h 564"/>
                  <a:gd name="T28" fmla="*/ 383 w 323"/>
                  <a:gd name="T29" fmla="*/ 217 h 564"/>
                  <a:gd name="T30" fmla="*/ 339 w 323"/>
                  <a:gd name="T31" fmla="*/ 50 h 564"/>
                  <a:gd name="T32" fmla="*/ 235 w 323"/>
                  <a:gd name="T33" fmla="*/ 18 h 564"/>
                  <a:gd name="T34" fmla="*/ 162 w 323"/>
                  <a:gd name="T35" fmla="*/ 91 h 564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323" h="564">
                    <a:moveTo>
                      <a:pt x="129" y="66"/>
                    </a:moveTo>
                    <a:cubicBezTo>
                      <a:pt x="122" y="109"/>
                      <a:pt x="115" y="151"/>
                      <a:pt x="119" y="195"/>
                    </a:cubicBezTo>
                    <a:cubicBezTo>
                      <a:pt x="123" y="238"/>
                      <a:pt x="125" y="262"/>
                      <a:pt x="95" y="295"/>
                    </a:cubicBezTo>
                    <a:cubicBezTo>
                      <a:pt x="81" y="311"/>
                      <a:pt x="62" y="320"/>
                      <a:pt x="48" y="336"/>
                    </a:cubicBezTo>
                    <a:cubicBezTo>
                      <a:pt x="36" y="349"/>
                      <a:pt x="25" y="367"/>
                      <a:pt x="17" y="383"/>
                    </a:cubicBezTo>
                    <a:cubicBezTo>
                      <a:pt x="13" y="392"/>
                      <a:pt x="0" y="420"/>
                      <a:pt x="11" y="428"/>
                    </a:cubicBezTo>
                    <a:cubicBezTo>
                      <a:pt x="17" y="433"/>
                      <a:pt x="29" y="425"/>
                      <a:pt x="35" y="424"/>
                    </a:cubicBezTo>
                    <a:cubicBezTo>
                      <a:pt x="48" y="422"/>
                      <a:pt x="62" y="422"/>
                      <a:pt x="75" y="422"/>
                    </a:cubicBezTo>
                    <a:cubicBezTo>
                      <a:pt x="124" y="422"/>
                      <a:pt x="166" y="455"/>
                      <a:pt x="186" y="500"/>
                    </a:cubicBezTo>
                    <a:cubicBezTo>
                      <a:pt x="192" y="514"/>
                      <a:pt x="190" y="533"/>
                      <a:pt x="199" y="545"/>
                    </a:cubicBezTo>
                    <a:cubicBezTo>
                      <a:pt x="212" y="564"/>
                      <a:pt x="235" y="562"/>
                      <a:pt x="253" y="551"/>
                    </a:cubicBezTo>
                    <a:cubicBezTo>
                      <a:pt x="278" y="535"/>
                      <a:pt x="317" y="498"/>
                      <a:pt x="320" y="465"/>
                    </a:cubicBezTo>
                    <a:cubicBezTo>
                      <a:pt x="323" y="445"/>
                      <a:pt x="315" y="421"/>
                      <a:pt x="314" y="401"/>
                    </a:cubicBezTo>
                    <a:cubicBezTo>
                      <a:pt x="312" y="376"/>
                      <a:pt x="309" y="351"/>
                      <a:pt x="309" y="327"/>
                    </a:cubicBezTo>
                    <a:cubicBezTo>
                      <a:pt x="308" y="277"/>
                      <a:pt x="310" y="227"/>
                      <a:pt x="312" y="178"/>
                    </a:cubicBezTo>
                    <a:cubicBezTo>
                      <a:pt x="313" y="135"/>
                      <a:pt x="301" y="75"/>
                      <a:pt x="275" y="41"/>
                    </a:cubicBezTo>
                    <a:cubicBezTo>
                      <a:pt x="253" y="13"/>
                      <a:pt x="223" y="0"/>
                      <a:pt x="190" y="15"/>
                    </a:cubicBezTo>
                    <a:cubicBezTo>
                      <a:pt x="161" y="28"/>
                      <a:pt x="151" y="55"/>
                      <a:pt x="132" y="75"/>
                    </a:cubicBezTo>
                  </a:path>
                </a:pathLst>
              </a:custGeom>
              <a:solidFill>
                <a:srgbClr val="FAF4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631" name="Freeform 334">
                <a:extLst>
                  <a:ext uri="{FF2B5EF4-FFF2-40B4-BE49-F238E27FC236}">
                    <a16:creationId xmlns:a16="http://schemas.microsoft.com/office/drawing/2014/main" id="{86DFCA27-CDE4-4EB1-A733-7EC4917A86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4" y="1983"/>
                <a:ext cx="360" cy="241"/>
              </a:xfrm>
              <a:custGeom>
                <a:avLst/>
                <a:gdLst>
                  <a:gd name="T0" fmla="*/ 4 w 337"/>
                  <a:gd name="T1" fmla="*/ 0 h 226"/>
                  <a:gd name="T2" fmla="*/ 26 w 337"/>
                  <a:gd name="T3" fmla="*/ 59 h 226"/>
                  <a:gd name="T4" fmla="*/ 73 w 337"/>
                  <a:gd name="T5" fmla="*/ 107 h 226"/>
                  <a:gd name="T6" fmla="*/ 177 w 337"/>
                  <a:gd name="T7" fmla="*/ 149 h 226"/>
                  <a:gd name="T8" fmla="*/ 357 w 337"/>
                  <a:gd name="T9" fmla="*/ 258 h 226"/>
                  <a:gd name="T10" fmla="*/ 404 w 337"/>
                  <a:gd name="T11" fmla="*/ 259 h 226"/>
                  <a:gd name="T12" fmla="*/ 401 w 337"/>
                  <a:gd name="T13" fmla="*/ 203 h 226"/>
                  <a:gd name="T14" fmla="*/ 395 w 337"/>
                  <a:gd name="T15" fmla="*/ 132 h 226"/>
                  <a:gd name="T16" fmla="*/ 358 w 337"/>
                  <a:gd name="T17" fmla="*/ 108 h 226"/>
                  <a:gd name="T18" fmla="*/ 73 w 337"/>
                  <a:gd name="T19" fmla="*/ 32 h 226"/>
                  <a:gd name="T20" fmla="*/ 12 w 337"/>
                  <a:gd name="T21" fmla="*/ 2 h 22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37" h="226">
                    <a:moveTo>
                      <a:pt x="4" y="0"/>
                    </a:moveTo>
                    <a:cubicBezTo>
                      <a:pt x="0" y="13"/>
                      <a:pt x="15" y="38"/>
                      <a:pt x="21" y="49"/>
                    </a:cubicBezTo>
                    <a:cubicBezTo>
                      <a:pt x="30" y="67"/>
                      <a:pt x="44" y="77"/>
                      <a:pt x="60" y="88"/>
                    </a:cubicBezTo>
                    <a:cubicBezTo>
                      <a:pt x="85" y="105"/>
                      <a:pt x="117" y="109"/>
                      <a:pt x="145" y="123"/>
                    </a:cubicBezTo>
                    <a:cubicBezTo>
                      <a:pt x="197" y="148"/>
                      <a:pt x="239" y="193"/>
                      <a:pt x="293" y="213"/>
                    </a:cubicBezTo>
                    <a:cubicBezTo>
                      <a:pt x="304" y="216"/>
                      <a:pt x="322" y="226"/>
                      <a:pt x="331" y="214"/>
                    </a:cubicBezTo>
                    <a:cubicBezTo>
                      <a:pt x="337" y="205"/>
                      <a:pt x="330" y="176"/>
                      <a:pt x="329" y="167"/>
                    </a:cubicBezTo>
                    <a:cubicBezTo>
                      <a:pt x="327" y="148"/>
                      <a:pt x="326" y="128"/>
                      <a:pt x="324" y="109"/>
                    </a:cubicBezTo>
                    <a:cubicBezTo>
                      <a:pt x="321" y="87"/>
                      <a:pt x="315" y="89"/>
                      <a:pt x="294" y="89"/>
                    </a:cubicBezTo>
                    <a:cubicBezTo>
                      <a:pt x="207" y="92"/>
                      <a:pt x="138" y="61"/>
                      <a:pt x="60" y="26"/>
                    </a:cubicBezTo>
                    <a:cubicBezTo>
                      <a:pt x="43" y="19"/>
                      <a:pt x="24" y="13"/>
                      <a:pt x="9" y="2"/>
                    </a:cubicBezTo>
                  </a:path>
                </a:pathLst>
              </a:custGeom>
              <a:solidFill>
                <a:srgbClr val="FAF4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632" name="Freeform 335">
                <a:extLst>
                  <a:ext uri="{FF2B5EF4-FFF2-40B4-BE49-F238E27FC236}">
                    <a16:creationId xmlns:a16="http://schemas.microsoft.com/office/drawing/2014/main" id="{DFB340BD-2F78-43AB-964C-0D03878E32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5" y="2196"/>
                <a:ext cx="152" cy="140"/>
              </a:xfrm>
              <a:custGeom>
                <a:avLst/>
                <a:gdLst>
                  <a:gd name="T0" fmla="*/ 0 w 142"/>
                  <a:gd name="T1" fmla="*/ 0 h 131"/>
                  <a:gd name="T2" fmla="*/ 59 w 142"/>
                  <a:gd name="T3" fmla="*/ 68 h 131"/>
                  <a:gd name="T4" fmla="*/ 109 w 142"/>
                  <a:gd name="T5" fmla="*/ 130 h 131"/>
                  <a:gd name="T6" fmla="*/ 170 w 142"/>
                  <a:gd name="T7" fmla="*/ 120 h 131"/>
                  <a:gd name="T8" fmla="*/ 97 w 142"/>
                  <a:gd name="T9" fmla="*/ 71 h 131"/>
                  <a:gd name="T10" fmla="*/ 46 w 142"/>
                  <a:gd name="T11" fmla="*/ 34 h 131"/>
                  <a:gd name="T12" fmla="*/ 17 w 142"/>
                  <a:gd name="T13" fmla="*/ 2 h 1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2" h="131">
                    <a:moveTo>
                      <a:pt x="0" y="0"/>
                    </a:moveTo>
                    <a:cubicBezTo>
                      <a:pt x="20" y="7"/>
                      <a:pt x="35" y="40"/>
                      <a:pt x="48" y="56"/>
                    </a:cubicBezTo>
                    <a:cubicBezTo>
                      <a:pt x="63" y="72"/>
                      <a:pt x="76" y="89"/>
                      <a:pt x="89" y="107"/>
                    </a:cubicBezTo>
                    <a:cubicBezTo>
                      <a:pt x="104" y="125"/>
                      <a:pt x="133" y="131"/>
                      <a:pt x="139" y="98"/>
                    </a:cubicBezTo>
                    <a:cubicBezTo>
                      <a:pt x="142" y="77"/>
                      <a:pt x="96" y="68"/>
                      <a:pt x="79" y="58"/>
                    </a:cubicBezTo>
                    <a:cubicBezTo>
                      <a:pt x="66" y="49"/>
                      <a:pt x="49" y="38"/>
                      <a:pt x="37" y="28"/>
                    </a:cubicBezTo>
                    <a:cubicBezTo>
                      <a:pt x="29" y="20"/>
                      <a:pt x="24" y="6"/>
                      <a:pt x="14" y="2"/>
                    </a:cubicBezTo>
                  </a:path>
                </a:pathLst>
              </a:custGeom>
              <a:solidFill>
                <a:srgbClr val="FAF4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633" name="Freeform 336">
                <a:extLst>
                  <a:ext uri="{FF2B5EF4-FFF2-40B4-BE49-F238E27FC236}">
                    <a16:creationId xmlns:a16="http://schemas.microsoft.com/office/drawing/2014/main" id="{8EC63F58-0A7D-4F34-840A-7B9BAF1349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6" y="2500"/>
                <a:ext cx="539" cy="293"/>
              </a:xfrm>
              <a:custGeom>
                <a:avLst/>
                <a:gdLst>
                  <a:gd name="T0" fmla="*/ 178 w 504"/>
                  <a:gd name="T1" fmla="*/ 246 h 275"/>
                  <a:gd name="T2" fmla="*/ 7 w 504"/>
                  <a:gd name="T3" fmla="*/ 219 h 275"/>
                  <a:gd name="T4" fmla="*/ 47 w 504"/>
                  <a:gd name="T5" fmla="*/ 82 h 275"/>
                  <a:gd name="T6" fmla="*/ 154 w 504"/>
                  <a:gd name="T7" fmla="*/ 25 h 275"/>
                  <a:gd name="T8" fmla="*/ 398 w 504"/>
                  <a:gd name="T9" fmla="*/ 40 h 275"/>
                  <a:gd name="T10" fmla="*/ 481 w 504"/>
                  <a:gd name="T11" fmla="*/ 40 h 275"/>
                  <a:gd name="T12" fmla="*/ 563 w 504"/>
                  <a:gd name="T13" fmla="*/ 25 h 275"/>
                  <a:gd name="T14" fmla="*/ 613 w 504"/>
                  <a:gd name="T15" fmla="*/ 148 h 275"/>
                  <a:gd name="T16" fmla="*/ 497 w 504"/>
                  <a:gd name="T17" fmla="*/ 227 h 275"/>
                  <a:gd name="T18" fmla="*/ 347 w 504"/>
                  <a:gd name="T19" fmla="*/ 232 h 275"/>
                  <a:gd name="T20" fmla="*/ 240 w 504"/>
                  <a:gd name="T21" fmla="*/ 243 h 275"/>
                  <a:gd name="T22" fmla="*/ 158 w 504"/>
                  <a:gd name="T23" fmla="*/ 253 h 27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504" h="275">
                    <a:moveTo>
                      <a:pt x="145" y="204"/>
                    </a:moveTo>
                    <a:cubicBezTo>
                      <a:pt x="95" y="197"/>
                      <a:pt x="0" y="275"/>
                      <a:pt x="7" y="181"/>
                    </a:cubicBezTo>
                    <a:cubicBezTo>
                      <a:pt x="10" y="144"/>
                      <a:pt x="18" y="97"/>
                      <a:pt x="38" y="68"/>
                    </a:cubicBezTo>
                    <a:cubicBezTo>
                      <a:pt x="58" y="39"/>
                      <a:pt x="92" y="32"/>
                      <a:pt x="126" y="21"/>
                    </a:cubicBezTo>
                    <a:cubicBezTo>
                      <a:pt x="194" y="0"/>
                      <a:pt x="256" y="34"/>
                      <a:pt x="325" y="34"/>
                    </a:cubicBezTo>
                    <a:cubicBezTo>
                      <a:pt x="348" y="34"/>
                      <a:pt x="372" y="36"/>
                      <a:pt x="394" y="34"/>
                    </a:cubicBezTo>
                    <a:cubicBezTo>
                      <a:pt x="412" y="32"/>
                      <a:pt x="444" y="17"/>
                      <a:pt x="460" y="21"/>
                    </a:cubicBezTo>
                    <a:cubicBezTo>
                      <a:pt x="493" y="29"/>
                      <a:pt x="499" y="89"/>
                      <a:pt x="501" y="122"/>
                    </a:cubicBezTo>
                    <a:cubicBezTo>
                      <a:pt x="504" y="181"/>
                      <a:pt x="459" y="182"/>
                      <a:pt x="407" y="188"/>
                    </a:cubicBezTo>
                    <a:cubicBezTo>
                      <a:pt x="366" y="193"/>
                      <a:pt x="324" y="190"/>
                      <a:pt x="283" y="192"/>
                    </a:cubicBezTo>
                    <a:cubicBezTo>
                      <a:pt x="253" y="193"/>
                      <a:pt x="223" y="199"/>
                      <a:pt x="195" y="201"/>
                    </a:cubicBezTo>
                    <a:cubicBezTo>
                      <a:pt x="180" y="203"/>
                      <a:pt x="122" y="200"/>
                      <a:pt x="129" y="208"/>
                    </a:cubicBezTo>
                  </a:path>
                </a:pathLst>
              </a:custGeom>
              <a:solidFill>
                <a:srgbClr val="FAF4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634" name="Freeform 337">
                <a:extLst>
                  <a:ext uri="{FF2B5EF4-FFF2-40B4-BE49-F238E27FC236}">
                    <a16:creationId xmlns:a16="http://schemas.microsoft.com/office/drawing/2014/main" id="{CFE8F727-C644-4919-8871-6478A535B7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5" y="2759"/>
                <a:ext cx="516" cy="306"/>
              </a:xfrm>
              <a:custGeom>
                <a:avLst/>
                <a:gdLst>
                  <a:gd name="T0" fmla="*/ 199 w 483"/>
                  <a:gd name="T1" fmla="*/ 299 h 287"/>
                  <a:gd name="T2" fmla="*/ 67 w 483"/>
                  <a:gd name="T3" fmla="*/ 315 h 287"/>
                  <a:gd name="T4" fmla="*/ 28 w 483"/>
                  <a:gd name="T5" fmla="*/ 193 h 287"/>
                  <a:gd name="T6" fmla="*/ 263 w 483"/>
                  <a:gd name="T7" fmla="*/ 14 h 287"/>
                  <a:gd name="T8" fmla="*/ 406 w 483"/>
                  <a:gd name="T9" fmla="*/ 7 h 287"/>
                  <a:gd name="T10" fmla="*/ 466 w 483"/>
                  <a:gd name="T11" fmla="*/ 7 h 287"/>
                  <a:gd name="T12" fmla="*/ 537 w 483"/>
                  <a:gd name="T13" fmla="*/ 4 h 287"/>
                  <a:gd name="T14" fmla="*/ 547 w 483"/>
                  <a:gd name="T15" fmla="*/ 152 h 287"/>
                  <a:gd name="T16" fmla="*/ 407 w 483"/>
                  <a:gd name="T17" fmla="*/ 279 h 287"/>
                  <a:gd name="T18" fmla="*/ 174 w 483"/>
                  <a:gd name="T19" fmla="*/ 315 h 28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83" h="287">
                    <a:moveTo>
                      <a:pt x="163" y="247"/>
                    </a:moveTo>
                    <a:cubicBezTo>
                      <a:pt x="130" y="253"/>
                      <a:pt x="78" y="287"/>
                      <a:pt x="55" y="260"/>
                    </a:cubicBezTo>
                    <a:cubicBezTo>
                      <a:pt x="40" y="241"/>
                      <a:pt x="26" y="181"/>
                      <a:pt x="22" y="159"/>
                    </a:cubicBezTo>
                    <a:cubicBezTo>
                      <a:pt x="0" y="48"/>
                      <a:pt x="130" y="23"/>
                      <a:pt x="215" y="11"/>
                    </a:cubicBezTo>
                    <a:cubicBezTo>
                      <a:pt x="254" y="6"/>
                      <a:pt x="294" y="7"/>
                      <a:pt x="333" y="7"/>
                    </a:cubicBezTo>
                    <a:cubicBezTo>
                      <a:pt x="350" y="7"/>
                      <a:pt x="366" y="7"/>
                      <a:pt x="382" y="7"/>
                    </a:cubicBezTo>
                    <a:cubicBezTo>
                      <a:pt x="398" y="8"/>
                      <a:pt x="426" y="0"/>
                      <a:pt x="441" y="4"/>
                    </a:cubicBezTo>
                    <a:cubicBezTo>
                      <a:pt x="483" y="15"/>
                      <a:pt x="462" y="94"/>
                      <a:pt x="448" y="126"/>
                    </a:cubicBezTo>
                    <a:cubicBezTo>
                      <a:pt x="422" y="183"/>
                      <a:pt x="394" y="212"/>
                      <a:pt x="334" y="231"/>
                    </a:cubicBezTo>
                    <a:cubicBezTo>
                      <a:pt x="270" y="250"/>
                      <a:pt x="205" y="245"/>
                      <a:pt x="143" y="260"/>
                    </a:cubicBezTo>
                  </a:path>
                </a:pathLst>
              </a:custGeom>
              <a:solidFill>
                <a:srgbClr val="FAF4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635" name="Freeform 338">
                <a:extLst>
                  <a:ext uri="{FF2B5EF4-FFF2-40B4-BE49-F238E27FC236}">
                    <a16:creationId xmlns:a16="http://schemas.microsoft.com/office/drawing/2014/main" id="{0C8F1741-DD50-4353-81B6-12DADB9322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7" y="2577"/>
                <a:ext cx="207" cy="276"/>
              </a:xfrm>
              <a:custGeom>
                <a:avLst/>
                <a:gdLst>
                  <a:gd name="T0" fmla="*/ 0 w 194"/>
                  <a:gd name="T1" fmla="*/ 112 h 258"/>
                  <a:gd name="T2" fmla="*/ 61 w 194"/>
                  <a:gd name="T3" fmla="*/ 150 h 258"/>
                  <a:gd name="T4" fmla="*/ 44 w 194"/>
                  <a:gd name="T5" fmla="*/ 198 h 258"/>
                  <a:gd name="T6" fmla="*/ 3 w 194"/>
                  <a:gd name="T7" fmla="*/ 242 h 258"/>
                  <a:gd name="T8" fmla="*/ 57 w 194"/>
                  <a:gd name="T9" fmla="*/ 264 h 258"/>
                  <a:gd name="T10" fmla="*/ 107 w 194"/>
                  <a:gd name="T11" fmla="*/ 282 h 258"/>
                  <a:gd name="T12" fmla="*/ 131 w 194"/>
                  <a:gd name="T13" fmla="*/ 295 h 258"/>
                  <a:gd name="T14" fmla="*/ 153 w 194"/>
                  <a:gd name="T15" fmla="*/ 310 h 258"/>
                  <a:gd name="T16" fmla="*/ 186 w 194"/>
                  <a:gd name="T17" fmla="*/ 279 h 258"/>
                  <a:gd name="T18" fmla="*/ 222 w 194"/>
                  <a:gd name="T19" fmla="*/ 189 h 258"/>
                  <a:gd name="T20" fmla="*/ 232 w 194"/>
                  <a:gd name="T21" fmla="*/ 73 h 258"/>
                  <a:gd name="T22" fmla="*/ 180 w 194"/>
                  <a:gd name="T23" fmla="*/ 6 h 258"/>
                  <a:gd name="T24" fmla="*/ 93 w 194"/>
                  <a:gd name="T25" fmla="*/ 7 h 25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94" h="258">
                    <a:moveTo>
                      <a:pt x="0" y="92"/>
                    </a:moveTo>
                    <a:cubicBezTo>
                      <a:pt x="19" y="90"/>
                      <a:pt x="46" y="103"/>
                      <a:pt x="50" y="122"/>
                    </a:cubicBezTo>
                    <a:cubicBezTo>
                      <a:pt x="54" y="139"/>
                      <a:pt x="47" y="150"/>
                      <a:pt x="36" y="162"/>
                    </a:cubicBezTo>
                    <a:cubicBezTo>
                      <a:pt x="28" y="170"/>
                      <a:pt x="3" y="185"/>
                      <a:pt x="3" y="197"/>
                    </a:cubicBezTo>
                    <a:cubicBezTo>
                      <a:pt x="2" y="215"/>
                      <a:pt x="35" y="215"/>
                      <a:pt x="47" y="216"/>
                    </a:cubicBezTo>
                    <a:cubicBezTo>
                      <a:pt x="63" y="218"/>
                      <a:pt x="74" y="224"/>
                      <a:pt x="88" y="231"/>
                    </a:cubicBezTo>
                    <a:cubicBezTo>
                      <a:pt x="95" y="235"/>
                      <a:pt x="102" y="237"/>
                      <a:pt x="108" y="241"/>
                    </a:cubicBezTo>
                    <a:cubicBezTo>
                      <a:pt x="113" y="245"/>
                      <a:pt x="119" y="252"/>
                      <a:pt x="126" y="253"/>
                    </a:cubicBezTo>
                    <a:cubicBezTo>
                      <a:pt x="144" y="258"/>
                      <a:pt x="147" y="240"/>
                      <a:pt x="153" y="228"/>
                    </a:cubicBezTo>
                    <a:cubicBezTo>
                      <a:pt x="165" y="203"/>
                      <a:pt x="177" y="181"/>
                      <a:pt x="183" y="154"/>
                    </a:cubicBezTo>
                    <a:cubicBezTo>
                      <a:pt x="188" y="126"/>
                      <a:pt x="194" y="89"/>
                      <a:pt x="190" y="60"/>
                    </a:cubicBezTo>
                    <a:cubicBezTo>
                      <a:pt x="186" y="38"/>
                      <a:pt x="171" y="13"/>
                      <a:pt x="148" y="6"/>
                    </a:cubicBezTo>
                    <a:cubicBezTo>
                      <a:pt x="130" y="0"/>
                      <a:pt x="95" y="1"/>
                      <a:pt x="77" y="7"/>
                    </a:cubicBezTo>
                  </a:path>
                </a:pathLst>
              </a:custGeom>
              <a:solidFill>
                <a:srgbClr val="FAF4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636" name="Freeform 339">
                <a:extLst>
                  <a:ext uri="{FF2B5EF4-FFF2-40B4-BE49-F238E27FC236}">
                    <a16:creationId xmlns:a16="http://schemas.microsoft.com/office/drawing/2014/main" id="{3DD9A27A-C274-4E01-810B-4BE9F17ACA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5" y="2265"/>
                <a:ext cx="325" cy="220"/>
              </a:xfrm>
              <a:custGeom>
                <a:avLst/>
                <a:gdLst>
                  <a:gd name="T0" fmla="*/ 314 w 304"/>
                  <a:gd name="T1" fmla="*/ 7 h 206"/>
                  <a:gd name="T2" fmla="*/ 354 w 304"/>
                  <a:gd name="T3" fmla="*/ 21 h 206"/>
                  <a:gd name="T4" fmla="*/ 363 w 304"/>
                  <a:gd name="T5" fmla="*/ 90 h 206"/>
                  <a:gd name="T6" fmla="*/ 369 w 304"/>
                  <a:gd name="T7" fmla="*/ 163 h 206"/>
                  <a:gd name="T8" fmla="*/ 344 w 304"/>
                  <a:gd name="T9" fmla="*/ 217 h 206"/>
                  <a:gd name="T10" fmla="*/ 267 w 304"/>
                  <a:gd name="T11" fmla="*/ 229 h 206"/>
                  <a:gd name="T12" fmla="*/ 202 w 304"/>
                  <a:gd name="T13" fmla="*/ 235 h 206"/>
                  <a:gd name="T14" fmla="*/ 143 w 304"/>
                  <a:gd name="T15" fmla="*/ 248 h 206"/>
                  <a:gd name="T16" fmla="*/ 88 w 304"/>
                  <a:gd name="T17" fmla="*/ 221 h 206"/>
                  <a:gd name="T18" fmla="*/ 15 w 304"/>
                  <a:gd name="T19" fmla="*/ 200 h 206"/>
                  <a:gd name="T20" fmla="*/ 89 w 304"/>
                  <a:gd name="T21" fmla="*/ 75 h 206"/>
                  <a:gd name="T22" fmla="*/ 154 w 304"/>
                  <a:gd name="T23" fmla="*/ 56 h 206"/>
                  <a:gd name="T24" fmla="*/ 207 w 304"/>
                  <a:gd name="T25" fmla="*/ 36 h 206"/>
                  <a:gd name="T26" fmla="*/ 296 w 304"/>
                  <a:gd name="T27" fmla="*/ 20 h 206"/>
                  <a:gd name="T28" fmla="*/ 320 w 304"/>
                  <a:gd name="T29" fmla="*/ 6 h 20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304" h="206">
                    <a:moveTo>
                      <a:pt x="257" y="7"/>
                    </a:moveTo>
                    <a:cubicBezTo>
                      <a:pt x="272" y="6"/>
                      <a:pt x="284" y="0"/>
                      <a:pt x="290" y="18"/>
                    </a:cubicBezTo>
                    <a:cubicBezTo>
                      <a:pt x="295" y="34"/>
                      <a:pt x="294" y="56"/>
                      <a:pt x="297" y="74"/>
                    </a:cubicBezTo>
                    <a:cubicBezTo>
                      <a:pt x="299" y="94"/>
                      <a:pt x="300" y="114"/>
                      <a:pt x="302" y="134"/>
                    </a:cubicBezTo>
                    <a:cubicBezTo>
                      <a:pt x="304" y="155"/>
                      <a:pt x="302" y="169"/>
                      <a:pt x="282" y="178"/>
                    </a:cubicBezTo>
                    <a:cubicBezTo>
                      <a:pt x="263" y="187"/>
                      <a:pt x="240" y="186"/>
                      <a:pt x="219" y="187"/>
                    </a:cubicBezTo>
                    <a:cubicBezTo>
                      <a:pt x="201" y="188"/>
                      <a:pt x="184" y="190"/>
                      <a:pt x="166" y="193"/>
                    </a:cubicBezTo>
                    <a:cubicBezTo>
                      <a:pt x="149" y="196"/>
                      <a:pt x="135" y="206"/>
                      <a:pt x="117" y="203"/>
                    </a:cubicBezTo>
                    <a:cubicBezTo>
                      <a:pt x="101" y="199"/>
                      <a:pt x="89" y="185"/>
                      <a:pt x="72" y="182"/>
                    </a:cubicBezTo>
                    <a:cubicBezTo>
                      <a:pt x="54" y="179"/>
                      <a:pt x="19" y="184"/>
                      <a:pt x="12" y="164"/>
                    </a:cubicBezTo>
                    <a:cubicBezTo>
                      <a:pt x="0" y="130"/>
                      <a:pt x="49" y="78"/>
                      <a:pt x="73" y="62"/>
                    </a:cubicBezTo>
                    <a:cubicBezTo>
                      <a:pt x="89" y="52"/>
                      <a:pt x="108" y="50"/>
                      <a:pt x="126" y="46"/>
                    </a:cubicBezTo>
                    <a:cubicBezTo>
                      <a:pt x="142" y="42"/>
                      <a:pt x="155" y="35"/>
                      <a:pt x="169" y="30"/>
                    </a:cubicBezTo>
                    <a:cubicBezTo>
                      <a:pt x="194" y="22"/>
                      <a:pt x="218" y="29"/>
                      <a:pt x="242" y="17"/>
                    </a:cubicBezTo>
                    <a:cubicBezTo>
                      <a:pt x="249" y="14"/>
                      <a:pt x="255" y="9"/>
                      <a:pt x="262" y="6"/>
                    </a:cubicBezTo>
                  </a:path>
                </a:pathLst>
              </a:custGeom>
              <a:solidFill>
                <a:srgbClr val="FAF4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637" name="Freeform 340">
                <a:extLst>
                  <a:ext uri="{FF2B5EF4-FFF2-40B4-BE49-F238E27FC236}">
                    <a16:creationId xmlns:a16="http://schemas.microsoft.com/office/drawing/2014/main" id="{928EFF56-CB02-48BC-859D-BA54EB6F45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2" y="2165"/>
                <a:ext cx="149" cy="74"/>
              </a:xfrm>
              <a:custGeom>
                <a:avLst/>
                <a:gdLst>
                  <a:gd name="T0" fmla="*/ 139 w 140"/>
                  <a:gd name="T1" fmla="*/ 0 h 69"/>
                  <a:gd name="T2" fmla="*/ 168 w 140"/>
                  <a:gd name="T3" fmla="*/ 49 h 69"/>
                  <a:gd name="T4" fmla="*/ 109 w 140"/>
                  <a:gd name="T5" fmla="*/ 82 h 69"/>
                  <a:gd name="T6" fmla="*/ 4 w 140"/>
                  <a:gd name="T7" fmla="*/ 85 h 69"/>
                  <a:gd name="T8" fmla="*/ 60 w 140"/>
                  <a:gd name="T9" fmla="*/ 49 h 69"/>
                  <a:gd name="T10" fmla="*/ 128 w 140"/>
                  <a:gd name="T11" fmla="*/ 10 h 6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0" h="69">
                    <a:moveTo>
                      <a:pt x="116" y="0"/>
                    </a:moveTo>
                    <a:cubicBezTo>
                      <a:pt x="121" y="16"/>
                      <a:pt x="140" y="19"/>
                      <a:pt x="139" y="40"/>
                    </a:cubicBezTo>
                    <a:cubicBezTo>
                      <a:pt x="137" y="62"/>
                      <a:pt x="109" y="65"/>
                      <a:pt x="90" y="66"/>
                    </a:cubicBezTo>
                    <a:cubicBezTo>
                      <a:pt x="61" y="66"/>
                      <a:pt x="33" y="67"/>
                      <a:pt x="4" y="69"/>
                    </a:cubicBezTo>
                    <a:cubicBezTo>
                      <a:pt x="0" y="51"/>
                      <a:pt x="39" y="46"/>
                      <a:pt x="50" y="40"/>
                    </a:cubicBezTo>
                    <a:cubicBezTo>
                      <a:pt x="69" y="30"/>
                      <a:pt x="84" y="13"/>
                      <a:pt x="106" y="7"/>
                    </a:cubicBezTo>
                  </a:path>
                </a:pathLst>
              </a:custGeom>
              <a:solidFill>
                <a:srgbClr val="FAF4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638" name="Freeform 341">
                <a:extLst>
                  <a:ext uri="{FF2B5EF4-FFF2-40B4-BE49-F238E27FC236}">
                    <a16:creationId xmlns:a16="http://schemas.microsoft.com/office/drawing/2014/main" id="{B255902B-40DB-4BD7-8231-402E468B15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7" y="1965"/>
                <a:ext cx="178" cy="242"/>
              </a:xfrm>
              <a:custGeom>
                <a:avLst/>
                <a:gdLst>
                  <a:gd name="T0" fmla="*/ 123 w 167"/>
                  <a:gd name="T1" fmla="*/ 11 h 227"/>
                  <a:gd name="T2" fmla="*/ 178 w 167"/>
                  <a:gd name="T3" fmla="*/ 81 h 227"/>
                  <a:gd name="T4" fmla="*/ 183 w 167"/>
                  <a:gd name="T5" fmla="*/ 128 h 227"/>
                  <a:gd name="T6" fmla="*/ 196 w 167"/>
                  <a:gd name="T7" fmla="*/ 187 h 227"/>
                  <a:gd name="T8" fmla="*/ 123 w 167"/>
                  <a:gd name="T9" fmla="*/ 209 h 227"/>
                  <a:gd name="T10" fmla="*/ 54 w 167"/>
                  <a:gd name="T11" fmla="*/ 245 h 227"/>
                  <a:gd name="T12" fmla="*/ 7 w 167"/>
                  <a:gd name="T13" fmla="*/ 275 h 227"/>
                  <a:gd name="T14" fmla="*/ 34 w 167"/>
                  <a:gd name="T15" fmla="*/ 223 h 227"/>
                  <a:gd name="T16" fmla="*/ 87 w 167"/>
                  <a:gd name="T17" fmla="*/ 155 h 227"/>
                  <a:gd name="T18" fmla="*/ 114 w 167"/>
                  <a:gd name="T19" fmla="*/ 32 h 22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67" h="227">
                    <a:moveTo>
                      <a:pt x="101" y="8"/>
                    </a:moveTo>
                    <a:cubicBezTo>
                      <a:pt x="129" y="0"/>
                      <a:pt x="143" y="47"/>
                      <a:pt x="147" y="67"/>
                    </a:cubicBezTo>
                    <a:cubicBezTo>
                      <a:pt x="149" y="80"/>
                      <a:pt x="148" y="93"/>
                      <a:pt x="151" y="106"/>
                    </a:cubicBezTo>
                    <a:cubicBezTo>
                      <a:pt x="156" y="122"/>
                      <a:pt x="167" y="136"/>
                      <a:pt x="162" y="154"/>
                    </a:cubicBezTo>
                    <a:cubicBezTo>
                      <a:pt x="156" y="179"/>
                      <a:pt x="121" y="170"/>
                      <a:pt x="101" y="173"/>
                    </a:cubicBezTo>
                    <a:cubicBezTo>
                      <a:pt x="81" y="177"/>
                      <a:pt x="63" y="192"/>
                      <a:pt x="45" y="203"/>
                    </a:cubicBezTo>
                    <a:cubicBezTo>
                      <a:pt x="35" y="209"/>
                      <a:pt x="19" y="227"/>
                      <a:pt x="7" y="227"/>
                    </a:cubicBezTo>
                    <a:cubicBezTo>
                      <a:pt x="0" y="212"/>
                      <a:pt x="18" y="194"/>
                      <a:pt x="28" y="184"/>
                    </a:cubicBezTo>
                    <a:cubicBezTo>
                      <a:pt x="44" y="165"/>
                      <a:pt x="59" y="149"/>
                      <a:pt x="72" y="128"/>
                    </a:cubicBezTo>
                    <a:cubicBezTo>
                      <a:pt x="92" y="97"/>
                      <a:pt x="95" y="63"/>
                      <a:pt x="94" y="26"/>
                    </a:cubicBezTo>
                  </a:path>
                </a:pathLst>
              </a:custGeom>
              <a:solidFill>
                <a:srgbClr val="FAF4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639" name="Freeform 342">
                <a:extLst>
                  <a:ext uri="{FF2B5EF4-FFF2-40B4-BE49-F238E27FC236}">
                    <a16:creationId xmlns:a16="http://schemas.microsoft.com/office/drawing/2014/main" id="{075574D3-2E25-41D1-B4FD-84E843E7F1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1" y="2304"/>
                <a:ext cx="5" cy="4"/>
              </a:xfrm>
              <a:custGeom>
                <a:avLst/>
                <a:gdLst>
                  <a:gd name="T0" fmla="*/ 5 w 5"/>
                  <a:gd name="T1" fmla="*/ 4 h 4"/>
                  <a:gd name="T2" fmla="*/ 0 w 5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4">
                    <a:moveTo>
                      <a:pt x="5" y="4"/>
                    </a:moveTo>
                    <a:cubicBezTo>
                      <a:pt x="3" y="3"/>
                      <a:pt x="2" y="2"/>
                      <a:pt x="0" y="0"/>
                    </a:cubicBezTo>
                  </a:path>
                </a:pathLst>
              </a:custGeom>
              <a:solidFill>
                <a:srgbClr val="FAF4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640" name="Freeform 343">
                <a:extLst>
                  <a:ext uri="{FF2B5EF4-FFF2-40B4-BE49-F238E27FC236}">
                    <a16:creationId xmlns:a16="http://schemas.microsoft.com/office/drawing/2014/main" id="{613952C6-6EA0-4959-A717-EA48DC0E13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7" y="2908"/>
                <a:ext cx="219" cy="236"/>
              </a:xfrm>
              <a:custGeom>
                <a:avLst/>
                <a:gdLst>
                  <a:gd name="T0" fmla="*/ 250 w 205"/>
                  <a:gd name="T1" fmla="*/ 0 h 221"/>
                  <a:gd name="T2" fmla="*/ 143 w 205"/>
                  <a:gd name="T3" fmla="*/ 189 h 221"/>
                  <a:gd name="T4" fmla="*/ 0 w 205"/>
                  <a:gd name="T5" fmla="*/ 229 h 221"/>
                  <a:gd name="T6" fmla="*/ 110 w 205"/>
                  <a:gd name="T7" fmla="*/ 65 h 2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5" h="221">
                    <a:moveTo>
                      <a:pt x="205" y="0"/>
                    </a:moveTo>
                    <a:cubicBezTo>
                      <a:pt x="161" y="43"/>
                      <a:pt x="164" y="115"/>
                      <a:pt x="117" y="155"/>
                    </a:cubicBezTo>
                    <a:cubicBezTo>
                      <a:pt x="95" y="174"/>
                      <a:pt x="27" y="221"/>
                      <a:pt x="0" y="187"/>
                    </a:cubicBezTo>
                    <a:cubicBezTo>
                      <a:pt x="54" y="164"/>
                      <a:pt x="107" y="118"/>
                      <a:pt x="90" y="53"/>
                    </a:cubicBezTo>
                  </a:path>
                </a:pathLst>
              </a:custGeom>
              <a:solidFill>
                <a:srgbClr val="FAF4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641" name="Freeform 344">
                <a:extLst>
                  <a:ext uri="{FF2B5EF4-FFF2-40B4-BE49-F238E27FC236}">
                    <a16:creationId xmlns:a16="http://schemas.microsoft.com/office/drawing/2014/main" id="{035A7584-49BC-454B-9B10-7779666AEC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9" y="3189"/>
                <a:ext cx="196" cy="532"/>
              </a:xfrm>
              <a:custGeom>
                <a:avLst/>
                <a:gdLst>
                  <a:gd name="T0" fmla="*/ 34 w 184"/>
                  <a:gd name="T1" fmla="*/ 28 h 498"/>
                  <a:gd name="T2" fmla="*/ 146 w 184"/>
                  <a:gd name="T3" fmla="*/ 1 h 498"/>
                  <a:gd name="T4" fmla="*/ 210 w 184"/>
                  <a:gd name="T5" fmla="*/ 144 h 498"/>
                  <a:gd name="T6" fmla="*/ 196 w 184"/>
                  <a:gd name="T7" fmla="*/ 444 h 498"/>
                  <a:gd name="T8" fmla="*/ 169 w 184"/>
                  <a:gd name="T9" fmla="*/ 557 h 498"/>
                  <a:gd name="T10" fmla="*/ 79 w 184"/>
                  <a:gd name="T11" fmla="*/ 488 h 498"/>
                  <a:gd name="T12" fmla="*/ 59 w 184"/>
                  <a:gd name="T13" fmla="*/ 370 h 498"/>
                  <a:gd name="T14" fmla="*/ 20 w 184"/>
                  <a:gd name="T15" fmla="*/ 213 h 498"/>
                  <a:gd name="T16" fmla="*/ 15 w 184"/>
                  <a:gd name="T17" fmla="*/ 24 h 49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84" h="498">
                    <a:moveTo>
                      <a:pt x="28" y="22"/>
                    </a:moveTo>
                    <a:cubicBezTo>
                      <a:pt x="37" y="13"/>
                      <a:pt x="105" y="0"/>
                      <a:pt x="121" y="1"/>
                    </a:cubicBezTo>
                    <a:cubicBezTo>
                      <a:pt x="168" y="4"/>
                      <a:pt x="169" y="82"/>
                      <a:pt x="174" y="118"/>
                    </a:cubicBezTo>
                    <a:cubicBezTo>
                      <a:pt x="184" y="202"/>
                      <a:pt x="178" y="281"/>
                      <a:pt x="162" y="364"/>
                    </a:cubicBezTo>
                    <a:cubicBezTo>
                      <a:pt x="157" y="387"/>
                      <a:pt x="152" y="437"/>
                      <a:pt x="140" y="457"/>
                    </a:cubicBezTo>
                    <a:cubicBezTo>
                      <a:pt x="114" y="498"/>
                      <a:pt x="74" y="428"/>
                      <a:pt x="65" y="401"/>
                    </a:cubicBezTo>
                    <a:cubicBezTo>
                      <a:pt x="54" y="370"/>
                      <a:pt x="56" y="336"/>
                      <a:pt x="49" y="303"/>
                    </a:cubicBezTo>
                    <a:cubicBezTo>
                      <a:pt x="40" y="260"/>
                      <a:pt x="26" y="218"/>
                      <a:pt x="17" y="174"/>
                    </a:cubicBezTo>
                    <a:cubicBezTo>
                      <a:pt x="7" y="122"/>
                      <a:pt x="0" y="71"/>
                      <a:pt x="12" y="20"/>
                    </a:cubicBezTo>
                  </a:path>
                </a:pathLst>
              </a:custGeom>
              <a:solidFill>
                <a:srgbClr val="FAF4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642" name="Freeform 345">
                <a:extLst>
                  <a:ext uri="{FF2B5EF4-FFF2-40B4-BE49-F238E27FC236}">
                    <a16:creationId xmlns:a16="http://schemas.microsoft.com/office/drawing/2014/main" id="{0C8BBFCC-D30A-4601-8312-A6D4340B4A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1" y="3600"/>
                <a:ext cx="186" cy="213"/>
              </a:xfrm>
              <a:custGeom>
                <a:avLst/>
                <a:gdLst>
                  <a:gd name="T0" fmla="*/ 183 w 174"/>
                  <a:gd name="T1" fmla="*/ 26 h 199"/>
                  <a:gd name="T2" fmla="*/ 183 w 174"/>
                  <a:gd name="T3" fmla="*/ 127 h 199"/>
                  <a:gd name="T4" fmla="*/ 200 w 174"/>
                  <a:gd name="T5" fmla="*/ 174 h 199"/>
                  <a:gd name="T6" fmla="*/ 128 w 174"/>
                  <a:gd name="T7" fmla="*/ 182 h 199"/>
                  <a:gd name="T8" fmla="*/ 53 w 174"/>
                  <a:gd name="T9" fmla="*/ 199 h 199"/>
                  <a:gd name="T10" fmla="*/ 0 w 174"/>
                  <a:gd name="T11" fmla="*/ 199 h 199"/>
                  <a:gd name="T12" fmla="*/ 52 w 174"/>
                  <a:gd name="T13" fmla="*/ 163 h 199"/>
                  <a:gd name="T14" fmla="*/ 130 w 174"/>
                  <a:gd name="T15" fmla="*/ 124 h 199"/>
                  <a:gd name="T16" fmla="*/ 138 w 174"/>
                  <a:gd name="T17" fmla="*/ 0 h 19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74" h="199">
                    <a:moveTo>
                      <a:pt x="150" y="21"/>
                    </a:moveTo>
                    <a:cubicBezTo>
                      <a:pt x="144" y="46"/>
                      <a:pt x="139" y="81"/>
                      <a:pt x="150" y="104"/>
                    </a:cubicBezTo>
                    <a:cubicBezTo>
                      <a:pt x="156" y="117"/>
                      <a:pt x="174" y="124"/>
                      <a:pt x="164" y="142"/>
                    </a:cubicBezTo>
                    <a:cubicBezTo>
                      <a:pt x="153" y="161"/>
                      <a:pt x="121" y="150"/>
                      <a:pt x="105" y="149"/>
                    </a:cubicBezTo>
                    <a:cubicBezTo>
                      <a:pt x="77" y="146"/>
                      <a:pt x="67" y="147"/>
                      <a:pt x="44" y="163"/>
                    </a:cubicBezTo>
                    <a:cubicBezTo>
                      <a:pt x="30" y="173"/>
                      <a:pt x="0" y="199"/>
                      <a:pt x="0" y="163"/>
                    </a:cubicBezTo>
                    <a:cubicBezTo>
                      <a:pt x="0" y="138"/>
                      <a:pt x="25" y="137"/>
                      <a:pt x="43" y="133"/>
                    </a:cubicBezTo>
                    <a:cubicBezTo>
                      <a:pt x="68" y="127"/>
                      <a:pt x="95" y="127"/>
                      <a:pt x="107" y="101"/>
                    </a:cubicBezTo>
                    <a:cubicBezTo>
                      <a:pt x="120" y="71"/>
                      <a:pt x="102" y="30"/>
                      <a:pt x="113" y="0"/>
                    </a:cubicBezTo>
                  </a:path>
                </a:pathLst>
              </a:custGeom>
              <a:solidFill>
                <a:srgbClr val="FAF4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643" name="Freeform 346">
                <a:extLst>
                  <a:ext uri="{FF2B5EF4-FFF2-40B4-BE49-F238E27FC236}">
                    <a16:creationId xmlns:a16="http://schemas.microsoft.com/office/drawing/2014/main" id="{E725D296-A154-4FCC-A099-33460B2C1E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8" y="3790"/>
                <a:ext cx="123" cy="169"/>
              </a:xfrm>
              <a:custGeom>
                <a:avLst/>
                <a:gdLst>
                  <a:gd name="T0" fmla="*/ 3 w 115"/>
                  <a:gd name="T1" fmla="*/ 66 h 158"/>
                  <a:gd name="T2" fmla="*/ 72 w 115"/>
                  <a:gd name="T3" fmla="*/ 102 h 158"/>
                  <a:gd name="T4" fmla="*/ 141 w 115"/>
                  <a:gd name="T5" fmla="*/ 183 h 158"/>
                  <a:gd name="T6" fmla="*/ 95 w 115"/>
                  <a:gd name="T7" fmla="*/ 191 h 158"/>
                  <a:gd name="T8" fmla="*/ 61 w 115"/>
                  <a:gd name="T9" fmla="*/ 148 h 158"/>
                  <a:gd name="T10" fmla="*/ 0 w 115"/>
                  <a:gd name="T11" fmla="*/ 56 h 15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5" h="158">
                    <a:moveTo>
                      <a:pt x="3" y="54"/>
                    </a:moveTo>
                    <a:cubicBezTo>
                      <a:pt x="19" y="0"/>
                      <a:pt x="49" y="70"/>
                      <a:pt x="59" y="83"/>
                    </a:cubicBezTo>
                    <a:cubicBezTo>
                      <a:pt x="75" y="107"/>
                      <a:pt x="111" y="120"/>
                      <a:pt x="115" y="150"/>
                    </a:cubicBezTo>
                    <a:cubicBezTo>
                      <a:pt x="106" y="149"/>
                      <a:pt x="83" y="158"/>
                      <a:pt x="78" y="156"/>
                    </a:cubicBezTo>
                    <a:cubicBezTo>
                      <a:pt x="65" y="151"/>
                      <a:pt x="57" y="131"/>
                      <a:pt x="50" y="121"/>
                    </a:cubicBezTo>
                    <a:cubicBezTo>
                      <a:pt x="35" y="99"/>
                      <a:pt x="21" y="62"/>
                      <a:pt x="0" y="46"/>
                    </a:cubicBezTo>
                  </a:path>
                </a:pathLst>
              </a:custGeom>
              <a:solidFill>
                <a:srgbClr val="FAF4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644" name="Freeform 347">
                <a:extLst>
                  <a:ext uri="{FF2B5EF4-FFF2-40B4-BE49-F238E27FC236}">
                    <a16:creationId xmlns:a16="http://schemas.microsoft.com/office/drawing/2014/main" id="{6F039165-FAB1-4CE8-B6C9-163741D019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3" y="2242"/>
                <a:ext cx="143" cy="160"/>
              </a:xfrm>
              <a:custGeom>
                <a:avLst/>
                <a:gdLst>
                  <a:gd name="T0" fmla="*/ 35 w 134"/>
                  <a:gd name="T1" fmla="*/ 27 h 150"/>
                  <a:gd name="T2" fmla="*/ 89 w 134"/>
                  <a:gd name="T3" fmla="*/ 4 h 150"/>
                  <a:gd name="T4" fmla="*/ 121 w 134"/>
                  <a:gd name="T5" fmla="*/ 68 h 150"/>
                  <a:gd name="T6" fmla="*/ 121 w 134"/>
                  <a:gd name="T7" fmla="*/ 182 h 150"/>
                  <a:gd name="T8" fmla="*/ 82 w 134"/>
                  <a:gd name="T9" fmla="*/ 107 h 150"/>
                  <a:gd name="T10" fmla="*/ 6 w 134"/>
                  <a:gd name="T11" fmla="*/ 141 h 150"/>
                  <a:gd name="T12" fmla="*/ 22 w 134"/>
                  <a:gd name="T13" fmla="*/ 34 h 15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4" h="150">
                    <a:moveTo>
                      <a:pt x="29" y="22"/>
                    </a:moveTo>
                    <a:cubicBezTo>
                      <a:pt x="43" y="17"/>
                      <a:pt x="58" y="0"/>
                      <a:pt x="73" y="4"/>
                    </a:cubicBezTo>
                    <a:cubicBezTo>
                      <a:pt x="92" y="9"/>
                      <a:pt x="92" y="40"/>
                      <a:pt x="99" y="56"/>
                    </a:cubicBezTo>
                    <a:cubicBezTo>
                      <a:pt x="108" y="77"/>
                      <a:pt x="134" y="137"/>
                      <a:pt x="99" y="150"/>
                    </a:cubicBezTo>
                    <a:cubicBezTo>
                      <a:pt x="89" y="133"/>
                      <a:pt x="89" y="97"/>
                      <a:pt x="67" y="88"/>
                    </a:cubicBezTo>
                    <a:cubicBezTo>
                      <a:pt x="46" y="80"/>
                      <a:pt x="23" y="109"/>
                      <a:pt x="6" y="116"/>
                    </a:cubicBezTo>
                    <a:cubicBezTo>
                      <a:pt x="0" y="89"/>
                      <a:pt x="0" y="49"/>
                      <a:pt x="19" y="28"/>
                    </a:cubicBezTo>
                  </a:path>
                </a:pathLst>
              </a:custGeom>
              <a:solidFill>
                <a:srgbClr val="FAF4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645" name="Freeform 348">
                <a:extLst>
                  <a:ext uri="{FF2B5EF4-FFF2-40B4-BE49-F238E27FC236}">
                    <a16:creationId xmlns:a16="http://schemas.microsoft.com/office/drawing/2014/main" id="{50C1887E-4763-4CB4-99BC-A8C1189E36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2" y="1920"/>
                <a:ext cx="206" cy="276"/>
              </a:xfrm>
              <a:custGeom>
                <a:avLst/>
                <a:gdLst>
                  <a:gd name="T0" fmla="*/ 109 w 193"/>
                  <a:gd name="T1" fmla="*/ 39 h 259"/>
                  <a:gd name="T2" fmla="*/ 157 w 193"/>
                  <a:gd name="T3" fmla="*/ 7 h 259"/>
                  <a:gd name="T4" fmla="*/ 210 w 193"/>
                  <a:gd name="T5" fmla="*/ 92 h 259"/>
                  <a:gd name="T6" fmla="*/ 226 w 193"/>
                  <a:gd name="T7" fmla="*/ 197 h 259"/>
                  <a:gd name="T8" fmla="*/ 208 w 193"/>
                  <a:gd name="T9" fmla="*/ 264 h 259"/>
                  <a:gd name="T10" fmla="*/ 51 w 193"/>
                  <a:gd name="T11" fmla="*/ 226 h 259"/>
                  <a:gd name="T12" fmla="*/ 13 w 193"/>
                  <a:gd name="T13" fmla="*/ 103 h 259"/>
                  <a:gd name="T14" fmla="*/ 100 w 193"/>
                  <a:gd name="T15" fmla="*/ 35 h 25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93" h="259">
                    <a:moveTo>
                      <a:pt x="90" y="33"/>
                    </a:moveTo>
                    <a:cubicBezTo>
                      <a:pt x="105" y="26"/>
                      <a:pt x="112" y="10"/>
                      <a:pt x="129" y="7"/>
                    </a:cubicBezTo>
                    <a:cubicBezTo>
                      <a:pt x="167" y="0"/>
                      <a:pt x="169" y="50"/>
                      <a:pt x="173" y="76"/>
                    </a:cubicBezTo>
                    <a:cubicBezTo>
                      <a:pt x="177" y="106"/>
                      <a:pt x="178" y="134"/>
                      <a:pt x="186" y="163"/>
                    </a:cubicBezTo>
                    <a:cubicBezTo>
                      <a:pt x="193" y="189"/>
                      <a:pt x="193" y="201"/>
                      <a:pt x="171" y="219"/>
                    </a:cubicBezTo>
                    <a:cubicBezTo>
                      <a:pt x="119" y="259"/>
                      <a:pt x="82" y="228"/>
                      <a:pt x="42" y="187"/>
                    </a:cubicBezTo>
                    <a:cubicBezTo>
                      <a:pt x="19" y="163"/>
                      <a:pt x="0" y="119"/>
                      <a:pt x="10" y="85"/>
                    </a:cubicBezTo>
                    <a:cubicBezTo>
                      <a:pt x="19" y="55"/>
                      <a:pt x="58" y="43"/>
                      <a:pt x="82" y="29"/>
                    </a:cubicBezTo>
                  </a:path>
                </a:pathLst>
              </a:custGeom>
              <a:solidFill>
                <a:srgbClr val="FAF4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646" name="Freeform 349">
                <a:extLst>
                  <a:ext uri="{FF2B5EF4-FFF2-40B4-BE49-F238E27FC236}">
                    <a16:creationId xmlns:a16="http://schemas.microsoft.com/office/drawing/2014/main" id="{74DCA07C-3EC3-4F95-A805-206C5DE0E9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6" y="1604"/>
                <a:ext cx="269" cy="333"/>
              </a:xfrm>
              <a:custGeom>
                <a:avLst/>
                <a:gdLst>
                  <a:gd name="T0" fmla="*/ 0 w 252"/>
                  <a:gd name="T1" fmla="*/ 79 h 312"/>
                  <a:gd name="T2" fmla="*/ 172 w 252"/>
                  <a:gd name="T3" fmla="*/ 47 h 312"/>
                  <a:gd name="T4" fmla="*/ 289 w 252"/>
                  <a:gd name="T5" fmla="*/ 242 h 312"/>
                  <a:gd name="T6" fmla="*/ 253 w 252"/>
                  <a:gd name="T7" fmla="*/ 298 h 312"/>
                  <a:gd name="T8" fmla="*/ 223 w 252"/>
                  <a:gd name="T9" fmla="*/ 349 h 312"/>
                  <a:gd name="T10" fmla="*/ 164 w 252"/>
                  <a:gd name="T11" fmla="*/ 349 h 312"/>
                  <a:gd name="T12" fmla="*/ 68 w 252"/>
                  <a:gd name="T13" fmla="*/ 279 h 312"/>
                  <a:gd name="T14" fmla="*/ 155 w 252"/>
                  <a:gd name="T15" fmla="*/ 307 h 312"/>
                  <a:gd name="T16" fmla="*/ 162 w 252"/>
                  <a:gd name="T17" fmla="*/ 240 h 312"/>
                  <a:gd name="T18" fmla="*/ 56 w 252"/>
                  <a:gd name="T19" fmla="*/ 175 h 312"/>
                  <a:gd name="T20" fmla="*/ 17 w 252"/>
                  <a:gd name="T21" fmla="*/ 91 h 31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52" h="312">
                    <a:moveTo>
                      <a:pt x="0" y="65"/>
                    </a:moveTo>
                    <a:cubicBezTo>
                      <a:pt x="49" y="63"/>
                      <a:pt x="99" y="0"/>
                      <a:pt x="141" y="38"/>
                    </a:cubicBezTo>
                    <a:cubicBezTo>
                      <a:pt x="182" y="75"/>
                      <a:pt x="252" y="137"/>
                      <a:pt x="238" y="200"/>
                    </a:cubicBezTo>
                    <a:cubicBezTo>
                      <a:pt x="233" y="220"/>
                      <a:pt x="221" y="230"/>
                      <a:pt x="208" y="245"/>
                    </a:cubicBezTo>
                    <a:cubicBezTo>
                      <a:pt x="197" y="258"/>
                      <a:pt x="193" y="273"/>
                      <a:pt x="184" y="287"/>
                    </a:cubicBezTo>
                    <a:cubicBezTo>
                      <a:pt x="168" y="312"/>
                      <a:pt x="154" y="302"/>
                      <a:pt x="135" y="287"/>
                    </a:cubicBezTo>
                    <a:cubicBezTo>
                      <a:pt x="113" y="269"/>
                      <a:pt x="66" y="258"/>
                      <a:pt x="56" y="230"/>
                    </a:cubicBezTo>
                    <a:cubicBezTo>
                      <a:pt x="75" y="221"/>
                      <a:pt x="106" y="252"/>
                      <a:pt x="127" y="253"/>
                    </a:cubicBezTo>
                    <a:cubicBezTo>
                      <a:pt x="167" y="256"/>
                      <a:pt x="150" y="219"/>
                      <a:pt x="133" y="198"/>
                    </a:cubicBezTo>
                    <a:cubicBezTo>
                      <a:pt x="110" y="170"/>
                      <a:pt x="70" y="173"/>
                      <a:pt x="46" y="144"/>
                    </a:cubicBezTo>
                    <a:cubicBezTo>
                      <a:pt x="35" y="130"/>
                      <a:pt x="8" y="92"/>
                      <a:pt x="14" y="75"/>
                    </a:cubicBezTo>
                  </a:path>
                </a:pathLst>
              </a:custGeom>
              <a:solidFill>
                <a:srgbClr val="FAF4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647" name="Freeform 350">
                <a:extLst>
                  <a:ext uri="{FF2B5EF4-FFF2-40B4-BE49-F238E27FC236}">
                    <a16:creationId xmlns:a16="http://schemas.microsoft.com/office/drawing/2014/main" id="{D55A7BF5-394B-44AF-9876-24D4A21CEE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9" y="1294"/>
                <a:ext cx="356" cy="328"/>
              </a:xfrm>
              <a:custGeom>
                <a:avLst/>
                <a:gdLst>
                  <a:gd name="T0" fmla="*/ 0 w 333"/>
                  <a:gd name="T1" fmla="*/ 0 h 307"/>
                  <a:gd name="T2" fmla="*/ 76 w 333"/>
                  <a:gd name="T3" fmla="*/ 17 h 307"/>
                  <a:gd name="T4" fmla="*/ 160 w 333"/>
                  <a:gd name="T5" fmla="*/ 58 h 307"/>
                  <a:gd name="T6" fmla="*/ 334 w 333"/>
                  <a:gd name="T7" fmla="*/ 186 h 307"/>
                  <a:gd name="T8" fmla="*/ 400 w 333"/>
                  <a:gd name="T9" fmla="*/ 287 h 307"/>
                  <a:gd name="T10" fmla="*/ 383 w 333"/>
                  <a:gd name="T11" fmla="*/ 315 h 307"/>
                  <a:gd name="T12" fmla="*/ 349 w 333"/>
                  <a:gd name="T13" fmla="*/ 352 h 307"/>
                  <a:gd name="T14" fmla="*/ 299 w 333"/>
                  <a:gd name="T15" fmla="*/ 283 h 307"/>
                  <a:gd name="T16" fmla="*/ 222 w 333"/>
                  <a:gd name="T17" fmla="*/ 302 h 307"/>
                  <a:gd name="T18" fmla="*/ 195 w 333"/>
                  <a:gd name="T19" fmla="*/ 214 h 307"/>
                  <a:gd name="T20" fmla="*/ 136 w 333"/>
                  <a:gd name="T21" fmla="*/ 115 h 307"/>
                  <a:gd name="T22" fmla="*/ 17 w 333"/>
                  <a:gd name="T23" fmla="*/ 6 h 30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33" h="307">
                    <a:moveTo>
                      <a:pt x="0" y="0"/>
                    </a:moveTo>
                    <a:cubicBezTo>
                      <a:pt x="9" y="12"/>
                      <a:pt x="47" y="8"/>
                      <a:pt x="62" y="14"/>
                    </a:cubicBezTo>
                    <a:cubicBezTo>
                      <a:pt x="86" y="23"/>
                      <a:pt x="110" y="34"/>
                      <a:pt x="131" y="48"/>
                    </a:cubicBezTo>
                    <a:cubicBezTo>
                      <a:pt x="183" y="80"/>
                      <a:pt x="234" y="103"/>
                      <a:pt x="273" y="153"/>
                    </a:cubicBezTo>
                    <a:cubicBezTo>
                      <a:pt x="290" y="176"/>
                      <a:pt x="320" y="207"/>
                      <a:pt x="327" y="236"/>
                    </a:cubicBezTo>
                    <a:cubicBezTo>
                      <a:pt x="333" y="260"/>
                      <a:pt x="324" y="249"/>
                      <a:pt x="313" y="258"/>
                    </a:cubicBezTo>
                    <a:cubicBezTo>
                      <a:pt x="302" y="267"/>
                      <a:pt x="299" y="289"/>
                      <a:pt x="285" y="288"/>
                    </a:cubicBezTo>
                    <a:cubicBezTo>
                      <a:pt x="283" y="263"/>
                      <a:pt x="280" y="227"/>
                      <a:pt x="245" y="232"/>
                    </a:cubicBezTo>
                    <a:cubicBezTo>
                      <a:pt x="209" y="237"/>
                      <a:pt x="211" y="307"/>
                      <a:pt x="182" y="248"/>
                    </a:cubicBezTo>
                    <a:cubicBezTo>
                      <a:pt x="171" y="226"/>
                      <a:pt x="164" y="199"/>
                      <a:pt x="159" y="175"/>
                    </a:cubicBezTo>
                    <a:cubicBezTo>
                      <a:pt x="151" y="141"/>
                      <a:pt x="135" y="120"/>
                      <a:pt x="111" y="95"/>
                    </a:cubicBezTo>
                    <a:cubicBezTo>
                      <a:pt x="80" y="62"/>
                      <a:pt x="51" y="30"/>
                      <a:pt x="14" y="6"/>
                    </a:cubicBezTo>
                  </a:path>
                </a:pathLst>
              </a:custGeom>
              <a:solidFill>
                <a:srgbClr val="FAF4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648" name="Freeform 351">
                <a:extLst>
                  <a:ext uri="{FF2B5EF4-FFF2-40B4-BE49-F238E27FC236}">
                    <a16:creationId xmlns:a16="http://schemas.microsoft.com/office/drawing/2014/main" id="{516A42FF-F950-45E8-B3CE-8F805CF640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1" y="1355"/>
                <a:ext cx="345" cy="602"/>
              </a:xfrm>
              <a:custGeom>
                <a:avLst/>
                <a:gdLst>
                  <a:gd name="T0" fmla="*/ 235 w 323"/>
                  <a:gd name="T1" fmla="*/ 80 h 564"/>
                  <a:gd name="T2" fmla="*/ 248 w 323"/>
                  <a:gd name="T3" fmla="*/ 237 h 564"/>
                  <a:gd name="T4" fmla="*/ 276 w 323"/>
                  <a:gd name="T5" fmla="*/ 359 h 564"/>
                  <a:gd name="T6" fmla="*/ 334 w 323"/>
                  <a:gd name="T7" fmla="*/ 409 h 564"/>
                  <a:gd name="T8" fmla="*/ 372 w 323"/>
                  <a:gd name="T9" fmla="*/ 466 h 564"/>
                  <a:gd name="T10" fmla="*/ 379 w 323"/>
                  <a:gd name="T11" fmla="*/ 521 h 564"/>
                  <a:gd name="T12" fmla="*/ 350 w 323"/>
                  <a:gd name="T13" fmla="*/ 517 h 564"/>
                  <a:gd name="T14" fmla="*/ 301 w 323"/>
                  <a:gd name="T15" fmla="*/ 512 h 564"/>
                  <a:gd name="T16" fmla="*/ 167 w 323"/>
                  <a:gd name="T17" fmla="*/ 608 h 564"/>
                  <a:gd name="T18" fmla="*/ 151 w 323"/>
                  <a:gd name="T19" fmla="*/ 663 h 564"/>
                  <a:gd name="T20" fmla="*/ 85 w 323"/>
                  <a:gd name="T21" fmla="*/ 670 h 564"/>
                  <a:gd name="T22" fmla="*/ 2 w 323"/>
                  <a:gd name="T23" fmla="*/ 565 h 564"/>
                  <a:gd name="T24" fmla="*/ 12 w 323"/>
                  <a:gd name="T25" fmla="*/ 488 h 564"/>
                  <a:gd name="T26" fmla="*/ 16 w 323"/>
                  <a:gd name="T27" fmla="*/ 398 h 564"/>
                  <a:gd name="T28" fmla="*/ 14 w 323"/>
                  <a:gd name="T29" fmla="*/ 217 h 564"/>
                  <a:gd name="T30" fmla="*/ 58 w 323"/>
                  <a:gd name="T31" fmla="*/ 50 h 564"/>
                  <a:gd name="T32" fmla="*/ 162 w 323"/>
                  <a:gd name="T33" fmla="*/ 18 h 564"/>
                  <a:gd name="T34" fmla="*/ 232 w 323"/>
                  <a:gd name="T35" fmla="*/ 91 h 564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323" h="564">
                    <a:moveTo>
                      <a:pt x="193" y="66"/>
                    </a:moveTo>
                    <a:cubicBezTo>
                      <a:pt x="201" y="109"/>
                      <a:pt x="207" y="151"/>
                      <a:pt x="203" y="195"/>
                    </a:cubicBezTo>
                    <a:cubicBezTo>
                      <a:pt x="199" y="238"/>
                      <a:pt x="197" y="262"/>
                      <a:pt x="227" y="295"/>
                    </a:cubicBezTo>
                    <a:cubicBezTo>
                      <a:pt x="241" y="311"/>
                      <a:pt x="260" y="320"/>
                      <a:pt x="274" y="336"/>
                    </a:cubicBezTo>
                    <a:cubicBezTo>
                      <a:pt x="286" y="349"/>
                      <a:pt x="298" y="367"/>
                      <a:pt x="305" y="383"/>
                    </a:cubicBezTo>
                    <a:cubicBezTo>
                      <a:pt x="309" y="392"/>
                      <a:pt x="323" y="420"/>
                      <a:pt x="311" y="428"/>
                    </a:cubicBezTo>
                    <a:cubicBezTo>
                      <a:pt x="305" y="433"/>
                      <a:pt x="293" y="425"/>
                      <a:pt x="287" y="424"/>
                    </a:cubicBezTo>
                    <a:cubicBezTo>
                      <a:pt x="274" y="422"/>
                      <a:pt x="260" y="422"/>
                      <a:pt x="247" y="422"/>
                    </a:cubicBezTo>
                    <a:cubicBezTo>
                      <a:pt x="198" y="422"/>
                      <a:pt x="156" y="455"/>
                      <a:pt x="137" y="500"/>
                    </a:cubicBezTo>
                    <a:cubicBezTo>
                      <a:pt x="130" y="514"/>
                      <a:pt x="133" y="533"/>
                      <a:pt x="124" y="545"/>
                    </a:cubicBezTo>
                    <a:cubicBezTo>
                      <a:pt x="110" y="564"/>
                      <a:pt x="87" y="562"/>
                      <a:pt x="70" y="551"/>
                    </a:cubicBezTo>
                    <a:cubicBezTo>
                      <a:pt x="44" y="535"/>
                      <a:pt x="5" y="498"/>
                      <a:pt x="2" y="465"/>
                    </a:cubicBezTo>
                    <a:cubicBezTo>
                      <a:pt x="0" y="445"/>
                      <a:pt x="8" y="421"/>
                      <a:pt x="9" y="401"/>
                    </a:cubicBezTo>
                    <a:cubicBezTo>
                      <a:pt x="10" y="376"/>
                      <a:pt x="13" y="351"/>
                      <a:pt x="13" y="327"/>
                    </a:cubicBezTo>
                    <a:cubicBezTo>
                      <a:pt x="15" y="277"/>
                      <a:pt x="12" y="227"/>
                      <a:pt x="11" y="178"/>
                    </a:cubicBezTo>
                    <a:cubicBezTo>
                      <a:pt x="9" y="135"/>
                      <a:pt x="21" y="75"/>
                      <a:pt x="48" y="41"/>
                    </a:cubicBezTo>
                    <a:cubicBezTo>
                      <a:pt x="69" y="13"/>
                      <a:pt x="99" y="0"/>
                      <a:pt x="133" y="15"/>
                    </a:cubicBezTo>
                    <a:cubicBezTo>
                      <a:pt x="161" y="28"/>
                      <a:pt x="171" y="55"/>
                      <a:pt x="190" y="75"/>
                    </a:cubicBezTo>
                  </a:path>
                </a:pathLst>
              </a:custGeom>
              <a:solidFill>
                <a:srgbClr val="FAF4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649" name="Freeform 352">
                <a:extLst>
                  <a:ext uri="{FF2B5EF4-FFF2-40B4-BE49-F238E27FC236}">
                    <a16:creationId xmlns:a16="http://schemas.microsoft.com/office/drawing/2014/main" id="{ED7ABC7A-CA18-4E52-9686-1CDF611CB6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8" y="1983"/>
                <a:ext cx="360" cy="241"/>
              </a:xfrm>
              <a:custGeom>
                <a:avLst/>
                <a:gdLst>
                  <a:gd name="T0" fmla="*/ 407 w 337"/>
                  <a:gd name="T1" fmla="*/ 0 h 226"/>
                  <a:gd name="T2" fmla="*/ 387 w 337"/>
                  <a:gd name="T3" fmla="*/ 59 h 226"/>
                  <a:gd name="T4" fmla="*/ 339 w 337"/>
                  <a:gd name="T5" fmla="*/ 107 h 226"/>
                  <a:gd name="T6" fmla="*/ 234 w 337"/>
                  <a:gd name="T7" fmla="*/ 149 h 226"/>
                  <a:gd name="T8" fmla="*/ 53 w 337"/>
                  <a:gd name="T9" fmla="*/ 258 h 226"/>
                  <a:gd name="T10" fmla="*/ 6 w 337"/>
                  <a:gd name="T11" fmla="*/ 259 h 226"/>
                  <a:gd name="T12" fmla="*/ 11 w 337"/>
                  <a:gd name="T13" fmla="*/ 203 h 226"/>
                  <a:gd name="T14" fmla="*/ 16 w 337"/>
                  <a:gd name="T15" fmla="*/ 132 h 226"/>
                  <a:gd name="T16" fmla="*/ 52 w 337"/>
                  <a:gd name="T17" fmla="*/ 108 h 226"/>
                  <a:gd name="T18" fmla="*/ 338 w 337"/>
                  <a:gd name="T19" fmla="*/ 32 h 226"/>
                  <a:gd name="T20" fmla="*/ 400 w 337"/>
                  <a:gd name="T21" fmla="*/ 2 h 22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37" h="226">
                    <a:moveTo>
                      <a:pt x="334" y="0"/>
                    </a:moveTo>
                    <a:cubicBezTo>
                      <a:pt x="337" y="13"/>
                      <a:pt x="323" y="38"/>
                      <a:pt x="317" y="49"/>
                    </a:cubicBezTo>
                    <a:cubicBezTo>
                      <a:pt x="308" y="67"/>
                      <a:pt x="293" y="77"/>
                      <a:pt x="278" y="88"/>
                    </a:cubicBezTo>
                    <a:cubicBezTo>
                      <a:pt x="252" y="105"/>
                      <a:pt x="220" y="109"/>
                      <a:pt x="192" y="123"/>
                    </a:cubicBezTo>
                    <a:cubicBezTo>
                      <a:pt x="141" y="148"/>
                      <a:pt x="98" y="193"/>
                      <a:pt x="44" y="213"/>
                    </a:cubicBezTo>
                    <a:cubicBezTo>
                      <a:pt x="34" y="216"/>
                      <a:pt x="15" y="226"/>
                      <a:pt x="6" y="214"/>
                    </a:cubicBezTo>
                    <a:cubicBezTo>
                      <a:pt x="0" y="205"/>
                      <a:pt x="7" y="176"/>
                      <a:pt x="8" y="167"/>
                    </a:cubicBezTo>
                    <a:cubicBezTo>
                      <a:pt x="10" y="148"/>
                      <a:pt x="11" y="128"/>
                      <a:pt x="13" y="109"/>
                    </a:cubicBezTo>
                    <a:cubicBezTo>
                      <a:pt x="16" y="87"/>
                      <a:pt x="22" y="89"/>
                      <a:pt x="43" y="89"/>
                    </a:cubicBezTo>
                    <a:cubicBezTo>
                      <a:pt x="130" y="92"/>
                      <a:pt x="200" y="61"/>
                      <a:pt x="277" y="26"/>
                    </a:cubicBezTo>
                    <a:cubicBezTo>
                      <a:pt x="295" y="19"/>
                      <a:pt x="313" y="13"/>
                      <a:pt x="328" y="2"/>
                    </a:cubicBezTo>
                  </a:path>
                </a:pathLst>
              </a:custGeom>
              <a:solidFill>
                <a:srgbClr val="FAF4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650" name="Freeform 353">
                <a:extLst>
                  <a:ext uri="{FF2B5EF4-FFF2-40B4-BE49-F238E27FC236}">
                    <a16:creationId xmlns:a16="http://schemas.microsoft.com/office/drawing/2014/main" id="{203594CD-AFBD-46AF-90A6-0D2B01E43C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4" y="2196"/>
                <a:ext cx="152" cy="140"/>
              </a:xfrm>
              <a:custGeom>
                <a:avLst/>
                <a:gdLst>
                  <a:gd name="T0" fmla="*/ 174 w 142"/>
                  <a:gd name="T1" fmla="*/ 0 h 131"/>
                  <a:gd name="T2" fmla="*/ 116 w 142"/>
                  <a:gd name="T3" fmla="*/ 68 h 131"/>
                  <a:gd name="T4" fmla="*/ 65 w 142"/>
                  <a:gd name="T5" fmla="*/ 130 h 131"/>
                  <a:gd name="T6" fmla="*/ 4 w 142"/>
                  <a:gd name="T7" fmla="*/ 120 h 131"/>
                  <a:gd name="T8" fmla="*/ 77 w 142"/>
                  <a:gd name="T9" fmla="*/ 71 h 131"/>
                  <a:gd name="T10" fmla="*/ 128 w 142"/>
                  <a:gd name="T11" fmla="*/ 34 h 131"/>
                  <a:gd name="T12" fmla="*/ 157 w 142"/>
                  <a:gd name="T13" fmla="*/ 2 h 1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2" h="131">
                    <a:moveTo>
                      <a:pt x="142" y="0"/>
                    </a:moveTo>
                    <a:cubicBezTo>
                      <a:pt x="123" y="7"/>
                      <a:pt x="108" y="40"/>
                      <a:pt x="94" y="56"/>
                    </a:cubicBezTo>
                    <a:cubicBezTo>
                      <a:pt x="79" y="72"/>
                      <a:pt x="67" y="89"/>
                      <a:pt x="53" y="107"/>
                    </a:cubicBezTo>
                    <a:cubicBezTo>
                      <a:pt x="39" y="125"/>
                      <a:pt x="10" y="131"/>
                      <a:pt x="4" y="98"/>
                    </a:cubicBezTo>
                    <a:cubicBezTo>
                      <a:pt x="0" y="77"/>
                      <a:pt x="47" y="68"/>
                      <a:pt x="63" y="58"/>
                    </a:cubicBezTo>
                    <a:cubicBezTo>
                      <a:pt x="77" y="49"/>
                      <a:pt x="94" y="38"/>
                      <a:pt x="105" y="28"/>
                    </a:cubicBezTo>
                    <a:cubicBezTo>
                      <a:pt x="114" y="20"/>
                      <a:pt x="118" y="6"/>
                      <a:pt x="128" y="2"/>
                    </a:cubicBezTo>
                  </a:path>
                </a:pathLst>
              </a:custGeom>
              <a:solidFill>
                <a:srgbClr val="FAF4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651" name="Freeform 354">
                <a:extLst>
                  <a:ext uri="{FF2B5EF4-FFF2-40B4-BE49-F238E27FC236}">
                    <a16:creationId xmlns:a16="http://schemas.microsoft.com/office/drawing/2014/main" id="{8FEFCE3D-F835-4FE8-80F1-BB0FA15E2F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4" y="2222"/>
                <a:ext cx="33" cy="37"/>
              </a:xfrm>
              <a:custGeom>
                <a:avLst/>
                <a:gdLst>
                  <a:gd name="T0" fmla="*/ 37 w 31"/>
                  <a:gd name="T1" fmla="*/ 24 h 35"/>
                  <a:gd name="T2" fmla="*/ 24 w 31"/>
                  <a:gd name="T3" fmla="*/ 41 h 35"/>
                  <a:gd name="T4" fmla="*/ 36 w 31"/>
                  <a:gd name="T5" fmla="*/ 20 h 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1" h="35">
                    <a:moveTo>
                      <a:pt x="31" y="21"/>
                    </a:moveTo>
                    <a:cubicBezTo>
                      <a:pt x="21" y="6"/>
                      <a:pt x="16" y="26"/>
                      <a:pt x="21" y="35"/>
                    </a:cubicBezTo>
                    <a:cubicBezTo>
                      <a:pt x="0" y="23"/>
                      <a:pt x="17" y="0"/>
                      <a:pt x="30" y="1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652" name="Freeform 355">
                <a:extLst>
                  <a:ext uri="{FF2B5EF4-FFF2-40B4-BE49-F238E27FC236}">
                    <a16:creationId xmlns:a16="http://schemas.microsoft.com/office/drawing/2014/main" id="{15408EAD-3D31-4B94-BDF4-895BF42814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6" y="2158"/>
                <a:ext cx="34" cy="28"/>
              </a:xfrm>
              <a:custGeom>
                <a:avLst/>
                <a:gdLst>
                  <a:gd name="T0" fmla="*/ 34 w 32"/>
                  <a:gd name="T1" fmla="*/ 32 h 26"/>
                  <a:gd name="T2" fmla="*/ 38 w 32"/>
                  <a:gd name="T3" fmla="*/ 15 h 26"/>
                  <a:gd name="T4" fmla="*/ 13 w 32"/>
                  <a:gd name="T5" fmla="*/ 4 h 26"/>
                  <a:gd name="T6" fmla="*/ 26 w 32"/>
                  <a:gd name="T7" fmla="*/ 31 h 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2" h="26">
                    <a:moveTo>
                      <a:pt x="28" y="26"/>
                    </a:moveTo>
                    <a:cubicBezTo>
                      <a:pt x="9" y="23"/>
                      <a:pt x="14" y="5"/>
                      <a:pt x="32" y="12"/>
                    </a:cubicBezTo>
                    <a:cubicBezTo>
                      <a:pt x="27" y="9"/>
                      <a:pt x="17" y="0"/>
                      <a:pt x="10" y="4"/>
                    </a:cubicBezTo>
                    <a:cubicBezTo>
                      <a:pt x="0" y="12"/>
                      <a:pt x="15" y="23"/>
                      <a:pt x="22" y="2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653" name="Freeform 356">
                <a:extLst>
                  <a:ext uri="{FF2B5EF4-FFF2-40B4-BE49-F238E27FC236}">
                    <a16:creationId xmlns:a16="http://schemas.microsoft.com/office/drawing/2014/main" id="{140E3AB3-D9AB-4935-9EDE-8AB2106107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9" y="1979"/>
                <a:ext cx="145" cy="131"/>
              </a:xfrm>
              <a:custGeom>
                <a:avLst/>
                <a:gdLst>
                  <a:gd name="T0" fmla="*/ 0 w 136"/>
                  <a:gd name="T1" fmla="*/ 0 h 123"/>
                  <a:gd name="T2" fmla="*/ 48 w 136"/>
                  <a:gd name="T3" fmla="*/ 93 h 123"/>
                  <a:gd name="T4" fmla="*/ 165 w 136"/>
                  <a:gd name="T5" fmla="*/ 149 h 123"/>
                  <a:gd name="T6" fmla="*/ 4 w 136"/>
                  <a:gd name="T7" fmla="*/ 5 h 1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6" h="123">
                    <a:moveTo>
                      <a:pt x="0" y="0"/>
                    </a:moveTo>
                    <a:cubicBezTo>
                      <a:pt x="9" y="29"/>
                      <a:pt x="16" y="56"/>
                      <a:pt x="39" y="77"/>
                    </a:cubicBezTo>
                    <a:cubicBezTo>
                      <a:pt x="67" y="101"/>
                      <a:pt x="104" y="105"/>
                      <a:pt x="136" y="123"/>
                    </a:cubicBezTo>
                    <a:cubicBezTo>
                      <a:pt x="80" y="93"/>
                      <a:pt x="26" y="67"/>
                      <a:pt x="4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654" name="Freeform 357">
                <a:extLst>
                  <a:ext uri="{FF2B5EF4-FFF2-40B4-BE49-F238E27FC236}">
                    <a16:creationId xmlns:a16="http://schemas.microsoft.com/office/drawing/2014/main" id="{4224EEB1-C2AD-44C4-A7F7-DF10632B07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5" y="2239"/>
                <a:ext cx="101" cy="20"/>
              </a:xfrm>
              <a:custGeom>
                <a:avLst/>
                <a:gdLst>
                  <a:gd name="T0" fmla="*/ 0 w 95"/>
                  <a:gd name="T1" fmla="*/ 2 h 19"/>
                  <a:gd name="T2" fmla="*/ 30 w 95"/>
                  <a:gd name="T3" fmla="*/ 20 h 19"/>
                  <a:gd name="T4" fmla="*/ 54 w 95"/>
                  <a:gd name="T5" fmla="*/ 19 h 19"/>
                  <a:gd name="T6" fmla="*/ 84 w 95"/>
                  <a:gd name="T7" fmla="*/ 14 h 19"/>
                  <a:gd name="T8" fmla="*/ 114 w 95"/>
                  <a:gd name="T9" fmla="*/ 15 h 19"/>
                  <a:gd name="T10" fmla="*/ 85 w 95"/>
                  <a:gd name="T11" fmla="*/ 6 h 19"/>
                  <a:gd name="T12" fmla="*/ 50 w 95"/>
                  <a:gd name="T13" fmla="*/ 8 h 19"/>
                  <a:gd name="T14" fmla="*/ 2 w 95"/>
                  <a:gd name="T15" fmla="*/ 0 h 1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5" h="19">
                    <a:moveTo>
                      <a:pt x="0" y="2"/>
                    </a:moveTo>
                    <a:cubicBezTo>
                      <a:pt x="8" y="6"/>
                      <a:pt x="15" y="14"/>
                      <a:pt x="24" y="17"/>
                    </a:cubicBezTo>
                    <a:cubicBezTo>
                      <a:pt x="30" y="19"/>
                      <a:pt x="39" y="17"/>
                      <a:pt x="45" y="16"/>
                    </a:cubicBezTo>
                    <a:cubicBezTo>
                      <a:pt x="53" y="14"/>
                      <a:pt x="61" y="12"/>
                      <a:pt x="70" y="11"/>
                    </a:cubicBezTo>
                    <a:cubicBezTo>
                      <a:pt x="79" y="10"/>
                      <a:pt x="86" y="12"/>
                      <a:pt x="95" y="12"/>
                    </a:cubicBezTo>
                    <a:cubicBezTo>
                      <a:pt x="87" y="11"/>
                      <a:pt x="80" y="6"/>
                      <a:pt x="71" y="6"/>
                    </a:cubicBezTo>
                    <a:cubicBezTo>
                      <a:pt x="60" y="5"/>
                      <a:pt x="51" y="7"/>
                      <a:pt x="41" y="8"/>
                    </a:cubicBezTo>
                    <a:cubicBezTo>
                      <a:pt x="26" y="10"/>
                      <a:pt x="15" y="5"/>
                      <a:pt x="2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655" name="Freeform 358">
                <a:extLst>
                  <a:ext uri="{FF2B5EF4-FFF2-40B4-BE49-F238E27FC236}">
                    <a16:creationId xmlns:a16="http://schemas.microsoft.com/office/drawing/2014/main" id="{0F59B068-419E-4B8E-8017-C440875B08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2" y="2454"/>
                <a:ext cx="197" cy="43"/>
              </a:xfrm>
              <a:custGeom>
                <a:avLst/>
                <a:gdLst>
                  <a:gd name="T0" fmla="*/ 226 w 184"/>
                  <a:gd name="T1" fmla="*/ 9 h 41"/>
                  <a:gd name="T2" fmla="*/ 124 w 184"/>
                  <a:gd name="T3" fmla="*/ 33 h 41"/>
                  <a:gd name="T4" fmla="*/ 0 w 184"/>
                  <a:gd name="T5" fmla="*/ 47 h 41"/>
                  <a:gd name="T6" fmla="*/ 52 w 184"/>
                  <a:gd name="T7" fmla="*/ 37 h 41"/>
                  <a:gd name="T8" fmla="*/ 123 w 184"/>
                  <a:gd name="T9" fmla="*/ 24 h 41"/>
                  <a:gd name="T10" fmla="*/ 226 w 184"/>
                  <a:gd name="T11" fmla="*/ 7 h 4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84" h="41">
                    <a:moveTo>
                      <a:pt x="184" y="9"/>
                    </a:moveTo>
                    <a:cubicBezTo>
                      <a:pt x="155" y="9"/>
                      <a:pt x="129" y="22"/>
                      <a:pt x="101" y="29"/>
                    </a:cubicBezTo>
                    <a:cubicBezTo>
                      <a:pt x="68" y="37"/>
                      <a:pt x="32" y="31"/>
                      <a:pt x="0" y="41"/>
                    </a:cubicBezTo>
                    <a:cubicBezTo>
                      <a:pt x="13" y="36"/>
                      <a:pt x="29" y="33"/>
                      <a:pt x="43" y="31"/>
                    </a:cubicBezTo>
                    <a:cubicBezTo>
                      <a:pt x="62" y="27"/>
                      <a:pt x="82" y="28"/>
                      <a:pt x="100" y="21"/>
                    </a:cubicBezTo>
                    <a:cubicBezTo>
                      <a:pt x="125" y="12"/>
                      <a:pt x="157" y="0"/>
                      <a:pt x="184" y="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656" name="Freeform 359">
                <a:extLst>
                  <a:ext uri="{FF2B5EF4-FFF2-40B4-BE49-F238E27FC236}">
                    <a16:creationId xmlns:a16="http://schemas.microsoft.com/office/drawing/2014/main" id="{9A015A2D-B1B0-4487-9E00-89B7298873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4" y="1843"/>
                <a:ext cx="56" cy="85"/>
              </a:xfrm>
              <a:custGeom>
                <a:avLst/>
                <a:gdLst>
                  <a:gd name="T0" fmla="*/ 15 w 52"/>
                  <a:gd name="T1" fmla="*/ 1 h 80"/>
                  <a:gd name="T2" fmla="*/ 42 w 52"/>
                  <a:gd name="T3" fmla="*/ 43 h 80"/>
                  <a:gd name="T4" fmla="*/ 62 w 52"/>
                  <a:gd name="T5" fmla="*/ 96 h 80"/>
                  <a:gd name="T6" fmla="*/ 52 w 52"/>
                  <a:gd name="T7" fmla="*/ 40 h 80"/>
                  <a:gd name="T8" fmla="*/ 15 w 52"/>
                  <a:gd name="T9" fmla="*/ 0 h 8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2" h="80">
                    <a:moveTo>
                      <a:pt x="12" y="1"/>
                    </a:moveTo>
                    <a:cubicBezTo>
                      <a:pt x="0" y="13"/>
                      <a:pt x="27" y="29"/>
                      <a:pt x="33" y="36"/>
                    </a:cubicBezTo>
                    <a:cubicBezTo>
                      <a:pt x="46" y="49"/>
                      <a:pt x="50" y="62"/>
                      <a:pt x="50" y="80"/>
                    </a:cubicBezTo>
                    <a:cubicBezTo>
                      <a:pt x="50" y="64"/>
                      <a:pt x="52" y="47"/>
                      <a:pt x="42" y="34"/>
                    </a:cubicBezTo>
                    <a:cubicBezTo>
                      <a:pt x="34" y="21"/>
                      <a:pt x="19" y="14"/>
                      <a:pt x="12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657" name="Freeform 360">
                <a:extLst>
                  <a:ext uri="{FF2B5EF4-FFF2-40B4-BE49-F238E27FC236}">
                    <a16:creationId xmlns:a16="http://schemas.microsoft.com/office/drawing/2014/main" id="{4986162D-DEF1-4F03-A7CF-81D22A3D6E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7" y="1554"/>
                <a:ext cx="72" cy="94"/>
              </a:xfrm>
              <a:custGeom>
                <a:avLst/>
                <a:gdLst>
                  <a:gd name="T0" fmla="*/ 17 w 68"/>
                  <a:gd name="T1" fmla="*/ 36 h 88"/>
                  <a:gd name="T2" fmla="*/ 18 w 68"/>
                  <a:gd name="T3" fmla="*/ 15 h 88"/>
                  <a:gd name="T4" fmla="*/ 79 w 68"/>
                  <a:gd name="T5" fmla="*/ 107 h 88"/>
                  <a:gd name="T6" fmla="*/ 49 w 68"/>
                  <a:gd name="T7" fmla="*/ 19 h 88"/>
                  <a:gd name="T8" fmla="*/ 14 w 68"/>
                  <a:gd name="T9" fmla="*/ 33 h 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8" h="88">
                    <a:moveTo>
                      <a:pt x="14" y="30"/>
                    </a:moveTo>
                    <a:cubicBezTo>
                      <a:pt x="10" y="24"/>
                      <a:pt x="11" y="17"/>
                      <a:pt x="15" y="12"/>
                    </a:cubicBezTo>
                    <a:cubicBezTo>
                      <a:pt x="44" y="10"/>
                      <a:pt x="58" y="68"/>
                      <a:pt x="67" y="88"/>
                    </a:cubicBezTo>
                    <a:cubicBezTo>
                      <a:pt x="68" y="65"/>
                      <a:pt x="57" y="33"/>
                      <a:pt x="41" y="16"/>
                    </a:cubicBezTo>
                    <a:cubicBezTo>
                      <a:pt x="27" y="0"/>
                      <a:pt x="0" y="1"/>
                      <a:pt x="11" y="2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658" name="Freeform 361">
                <a:extLst>
                  <a:ext uri="{FF2B5EF4-FFF2-40B4-BE49-F238E27FC236}">
                    <a16:creationId xmlns:a16="http://schemas.microsoft.com/office/drawing/2014/main" id="{775CDC6E-1E0A-42CC-AA6D-8C9BC6FC62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5" y="1588"/>
                <a:ext cx="36" cy="36"/>
              </a:xfrm>
              <a:custGeom>
                <a:avLst/>
                <a:gdLst>
                  <a:gd name="T0" fmla="*/ 43 w 33"/>
                  <a:gd name="T1" fmla="*/ 21 h 34"/>
                  <a:gd name="T2" fmla="*/ 16 w 33"/>
                  <a:gd name="T3" fmla="*/ 40 h 34"/>
                  <a:gd name="T4" fmla="*/ 34 w 33"/>
                  <a:gd name="T5" fmla="*/ 17 h 3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" h="34">
                    <a:moveTo>
                      <a:pt x="33" y="18"/>
                    </a:moveTo>
                    <a:cubicBezTo>
                      <a:pt x="18" y="11"/>
                      <a:pt x="6" y="14"/>
                      <a:pt x="13" y="34"/>
                    </a:cubicBezTo>
                    <a:cubicBezTo>
                      <a:pt x="10" y="18"/>
                      <a:pt x="0" y="0"/>
                      <a:pt x="26" y="1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659" name="Freeform 362">
                <a:extLst>
                  <a:ext uri="{FF2B5EF4-FFF2-40B4-BE49-F238E27FC236}">
                    <a16:creationId xmlns:a16="http://schemas.microsoft.com/office/drawing/2014/main" id="{5851CD3A-F154-48D4-9B65-52E2B57BFB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5" y="1826"/>
                <a:ext cx="89" cy="82"/>
              </a:xfrm>
              <a:custGeom>
                <a:avLst/>
                <a:gdLst>
                  <a:gd name="T0" fmla="*/ 100 w 84"/>
                  <a:gd name="T1" fmla="*/ 13 h 77"/>
                  <a:gd name="T2" fmla="*/ 34 w 84"/>
                  <a:gd name="T3" fmla="*/ 32 h 77"/>
                  <a:gd name="T4" fmla="*/ 14 w 84"/>
                  <a:gd name="T5" fmla="*/ 93 h 77"/>
                  <a:gd name="T6" fmla="*/ 38 w 84"/>
                  <a:gd name="T7" fmla="*/ 12 h 77"/>
                  <a:gd name="T8" fmla="*/ 100 w 84"/>
                  <a:gd name="T9" fmla="*/ 1 h 7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4" h="77">
                    <a:moveTo>
                      <a:pt x="84" y="10"/>
                    </a:moveTo>
                    <a:cubicBezTo>
                      <a:pt x="65" y="3"/>
                      <a:pt x="43" y="15"/>
                      <a:pt x="28" y="26"/>
                    </a:cubicBezTo>
                    <a:cubicBezTo>
                      <a:pt x="13" y="37"/>
                      <a:pt x="11" y="60"/>
                      <a:pt x="11" y="77"/>
                    </a:cubicBezTo>
                    <a:cubicBezTo>
                      <a:pt x="0" y="53"/>
                      <a:pt x="3" y="19"/>
                      <a:pt x="32" y="9"/>
                    </a:cubicBezTo>
                    <a:cubicBezTo>
                      <a:pt x="46" y="4"/>
                      <a:pt x="69" y="0"/>
                      <a:pt x="84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660" name="Freeform 363">
                <a:extLst>
                  <a:ext uri="{FF2B5EF4-FFF2-40B4-BE49-F238E27FC236}">
                    <a16:creationId xmlns:a16="http://schemas.microsoft.com/office/drawing/2014/main" id="{F163C77C-F27B-4BA9-A9CC-E020AAB903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1" y="1051"/>
                <a:ext cx="19" cy="22"/>
              </a:xfrm>
              <a:custGeom>
                <a:avLst/>
                <a:gdLst>
                  <a:gd name="T0" fmla="*/ 21 w 18"/>
                  <a:gd name="T1" fmla="*/ 8 h 21"/>
                  <a:gd name="T2" fmla="*/ 3 w 18"/>
                  <a:gd name="T3" fmla="*/ 5 h 21"/>
                  <a:gd name="T4" fmla="*/ 3 w 18"/>
                  <a:gd name="T5" fmla="*/ 24 h 21"/>
                  <a:gd name="T6" fmla="*/ 6 w 18"/>
                  <a:gd name="T7" fmla="*/ 7 h 21"/>
                  <a:gd name="T8" fmla="*/ 21 w 18"/>
                  <a:gd name="T9" fmla="*/ 8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21">
                    <a:moveTo>
                      <a:pt x="18" y="8"/>
                    </a:moveTo>
                    <a:cubicBezTo>
                      <a:pt x="14" y="3"/>
                      <a:pt x="7" y="0"/>
                      <a:pt x="3" y="5"/>
                    </a:cubicBezTo>
                    <a:cubicBezTo>
                      <a:pt x="0" y="8"/>
                      <a:pt x="0" y="18"/>
                      <a:pt x="3" y="21"/>
                    </a:cubicBezTo>
                    <a:cubicBezTo>
                      <a:pt x="1" y="17"/>
                      <a:pt x="3" y="10"/>
                      <a:pt x="6" y="7"/>
                    </a:cubicBezTo>
                    <a:cubicBezTo>
                      <a:pt x="10" y="5"/>
                      <a:pt x="14" y="6"/>
                      <a:pt x="18" y="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661" name="Freeform 364">
                <a:extLst>
                  <a:ext uri="{FF2B5EF4-FFF2-40B4-BE49-F238E27FC236}">
                    <a16:creationId xmlns:a16="http://schemas.microsoft.com/office/drawing/2014/main" id="{CE1D1A3C-1428-4007-BAA9-0D440BC838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4" y="1412"/>
                <a:ext cx="37" cy="54"/>
              </a:xfrm>
              <a:custGeom>
                <a:avLst/>
                <a:gdLst>
                  <a:gd name="T0" fmla="*/ 29 w 35"/>
                  <a:gd name="T1" fmla="*/ 53 h 51"/>
                  <a:gd name="T2" fmla="*/ 19 w 35"/>
                  <a:gd name="T3" fmla="*/ 26 h 51"/>
                  <a:gd name="T4" fmla="*/ 0 w 35"/>
                  <a:gd name="T5" fmla="*/ 60 h 51"/>
                  <a:gd name="T6" fmla="*/ 19 w 35"/>
                  <a:gd name="T7" fmla="*/ 16 h 51"/>
                  <a:gd name="T8" fmla="*/ 27 w 35"/>
                  <a:gd name="T9" fmla="*/ 54 h 5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" h="51">
                    <a:moveTo>
                      <a:pt x="25" y="44"/>
                    </a:moveTo>
                    <a:cubicBezTo>
                      <a:pt x="24" y="38"/>
                      <a:pt x="29" y="14"/>
                      <a:pt x="16" y="23"/>
                    </a:cubicBezTo>
                    <a:cubicBezTo>
                      <a:pt x="8" y="29"/>
                      <a:pt x="5" y="42"/>
                      <a:pt x="0" y="51"/>
                    </a:cubicBezTo>
                    <a:cubicBezTo>
                      <a:pt x="0" y="37"/>
                      <a:pt x="3" y="21"/>
                      <a:pt x="16" y="13"/>
                    </a:cubicBezTo>
                    <a:cubicBezTo>
                      <a:pt x="35" y="0"/>
                      <a:pt x="26" y="36"/>
                      <a:pt x="24" y="4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662" name="Freeform 365">
                <a:extLst>
                  <a:ext uri="{FF2B5EF4-FFF2-40B4-BE49-F238E27FC236}">
                    <a16:creationId xmlns:a16="http://schemas.microsoft.com/office/drawing/2014/main" id="{51EE6CA0-9500-4790-B1B2-3698BE2613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8" y="2693"/>
                <a:ext cx="264" cy="49"/>
              </a:xfrm>
              <a:custGeom>
                <a:avLst/>
                <a:gdLst>
                  <a:gd name="T0" fmla="*/ 0 w 247"/>
                  <a:gd name="T1" fmla="*/ 0 h 46"/>
                  <a:gd name="T2" fmla="*/ 68 w 247"/>
                  <a:gd name="T3" fmla="*/ 13 h 46"/>
                  <a:gd name="T4" fmla="*/ 145 w 247"/>
                  <a:gd name="T5" fmla="*/ 36 h 46"/>
                  <a:gd name="T6" fmla="*/ 301 w 247"/>
                  <a:gd name="T7" fmla="*/ 55 h 46"/>
                  <a:gd name="T8" fmla="*/ 157 w 247"/>
                  <a:gd name="T9" fmla="*/ 20 h 46"/>
                  <a:gd name="T10" fmla="*/ 89 w 247"/>
                  <a:gd name="T11" fmla="*/ 18 h 46"/>
                  <a:gd name="T12" fmla="*/ 18 w 247"/>
                  <a:gd name="T13" fmla="*/ 3 h 4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7" h="46">
                    <a:moveTo>
                      <a:pt x="0" y="0"/>
                    </a:moveTo>
                    <a:cubicBezTo>
                      <a:pt x="18" y="7"/>
                      <a:pt x="38" y="6"/>
                      <a:pt x="56" y="10"/>
                    </a:cubicBezTo>
                    <a:cubicBezTo>
                      <a:pt x="77" y="16"/>
                      <a:pt x="97" y="25"/>
                      <a:pt x="119" y="30"/>
                    </a:cubicBezTo>
                    <a:cubicBezTo>
                      <a:pt x="161" y="38"/>
                      <a:pt x="206" y="23"/>
                      <a:pt x="247" y="46"/>
                    </a:cubicBezTo>
                    <a:cubicBezTo>
                      <a:pt x="208" y="30"/>
                      <a:pt x="172" y="15"/>
                      <a:pt x="129" y="17"/>
                    </a:cubicBezTo>
                    <a:cubicBezTo>
                      <a:pt x="109" y="18"/>
                      <a:pt x="93" y="20"/>
                      <a:pt x="73" y="15"/>
                    </a:cubicBezTo>
                    <a:cubicBezTo>
                      <a:pt x="53" y="10"/>
                      <a:pt x="37" y="1"/>
                      <a:pt x="15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663" name="Freeform 366">
                <a:extLst>
                  <a:ext uri="{FF2B5EF4-FFF2-40B4-BE49-F238E27FC236}">
                    <a16:creationId xmlns:a16="http://schemas.microsoft.com/office/drawing/2014/main" id="{4E30B4E5-424B-4397-90AE-A7EF132A50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1" y="3056"/>
                <a:ext cx="99" cy="55"/>
              </a:xfrm>
              <a:custGeom>
                <a:avLst/>
                <a:gdLst>
                  <a:gd name="T0" fmla="*/ 115 w 92"/>
                  <a:gd name="T1" fmla="*/ 59 h 52"/>
                  <a:gd name="T2" fmla="*/ 0 w 92"/>
                  <a:gd name="T3" fmla="*/ 0 h 52"/>
                  <a:gd name="T4" fmla="*/ 52 w 92"/>
                  <a:gd name="T5" fmla="*/ 35 h 52"/>
                  <a:gd name="T6" fmla="*/ 104 w 92"/>
                  <a:gd name="T7" fmla="*/ 61 h 5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2" h="52">
                    <a:moveTo>
                      <a:pt x="92" y="50"/>
                    </a:moveTo>
                    <a:cubicBezTo>
                      <a:pt x="58" y="50"/>
                      <a:pt x="7" y="38"/>
                      <a:pt x="0" y="0"/>
                    </a:cubicBezTo>
                    <a:cubicBezTo>
                      <a:pt x="16" y="0"/>
                      <a:pt x="29" y="19"/>
                      <a:pt x="42" y="29"/>
                    </a:cubicBezTo>
                    <a:cubicBezTo>
                      <a:pt x="54" y="38"/>
                      <a:pt x="78" y="46"/>
                      <a:pt x="84" y="5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664" name="Freeform 367">
                <a:extLst>
                  <a:ext uri="{FF2B5EF4-FFF2-40B4-BE49-F238E27FC236}">
                    <a16:creationId xmlns:a16="http://schemas.microsoft.com/office/drawing/2014/main" id="{19D0917C-7B78-47C3-83FF-550BECAD27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1" y="3658"/>
                <a:ext cx="94" cy="28"/>
              </a:xfrm>
              <a:custGeom>
                <a:avLst/>
                <a:gdLst>
                  <a:gd name="T0" fmla="*/ 0 w 88"/>
                  <a:gd name="T1" fmla="*/ 24 h 26"/>
                  <a:gd name="T2" fmla="*/ 103 w 88"/>
                  <a:gd name="T3" fmla="*/ 32 h 26"/>
                  <a:gd name="T4" fmla="*/ 5 w 88"/>
                  <a:gd name="T5" fmla="*/ 17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8" h="26">
                    <a:moveTo>
                      <a:pt x="0" y="19"/>
                    </a:moveTo>
                    <a:cubicBezTo>
                      <a:pt x="29" y="11"/>
                      <a:pt x="57" y="23"/>
                      <a:pt x="84" y="26"/>
                    </a:cubicBezTo>
                    <a:cubicBezTo>
                      <a:pt x="88" y="0"/>
                      <a:pt x="17" y="6"/>
                      <a:pt x="5" y="1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665" name="Freeform 368">
                <a:extLst>
                  <a:ext uri="{FF2B5EF4-FFF2-40B4-BE49-F238E27FC236}">
                    <a16:creationId xmlns:a16="http://schemas.microsoft.com/office/drawing/2014/main" id="{09A2239E-50EF-4CB0-A578-9197480E45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1" y="3750"/>
                <a:ext cx="90" cy="36"/>
              </a:xfrm>
              <a:custGeom>
                <a:avLst/>
                <a:gdLst>
                  <a:gd name="T0" fmla="*/ 0 w 84"/>
                  <a:gd name="T1" fmla="*/ 23 h 34"/>
                  <a:gd name="T2" fmla="*/ 58 w 84"/>
                  <a:gd name="T3" fmla="*/ 33 h 34"/>
                  <a:gd name="T4" fmla="*/ 103 w 84"/>
                  <a:gd name="T5" fmla="*/ 30 h 34"/>
                  <a:gd name="T6" fmla="*/ 13 w 84"/>
                  <a:gd name="T7" fmla="*/ 23 h 3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4" h="34">
                    <a:moveTo>
                      <a:pt x="0" y="20"/>
                    </a:moveTo>
                    <a:cubicBezTo>
                      <a:pt x="18" y="27"/>
                      <a:pt x="28" y="30"/>
                      <a:pt x="47" y="27"/>
                    </a:cubicBezTo>
                    <a:cubicBezTo>
                      <a:pt x="60" y="25"/>
                      <a:pt x="71" y="19"/>
                      <a:pt x="84" y="25"/>
                    </a:cubicBezTo>
                    <a:cubicBezTo>
                      <a:pt x="58" y="0"/>
                      <a:pt x="28" y="34"/>
                      <a:pt x="10" y="2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666" name="Freeform 369">
                <a:extLst>
                  <a:ext uri="{FF2B5EF4-FFF2-40B4-BE49-F238E27FC236}">
                    <a16:creationId xmlns:a16="http://schemas.microsoft.com/office/drawing/2014/main" id="{330D112A-5B3A-4C1C-87F7-1625E81D12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8" y="2179"/>
                <a:ext cx="205" cy="81"/>
              </a:xfrm>
              <a:custGeom>
                <a:avLst/>
                <a:gdLst>
                  <a:gd name="T0" fmla="*/ 0 w 192"/>
                  <a:gd name="T1" fmla="*/ 0 h 76"/>
                  <a:gd name="T2" fmla="*/ 47 w 192"/>
                  <a:gd name="T3" fmla="*/ 32 h 76"/>
                  <a:gd name="T4" fmla="*/ 95 w 192"/>
                  <a:gd name="T5" fmla="*/ 59 h 76"/>
                  <a:gd name="T6" fmla="*/ 147 w 192"/>
                  <a:gd name="T7" fmla="*/ 76 h 76"/>
                  <a:gd name="T8" fmla="*/ 234 w 192"/>
                  <a:gd name="T9" fmla="*/ 92 h 76"/>
                  <a:gd name="T10" fmla="*/ 156 w 192"/>
                  <a:gd name="T11" fmla="*/ 69 h 76"/>
                  <a:gd name="T12" fmla="*/ 96 w 192"/>
                  <a:gd name="T13" fmla="*/ 45 h 76"/>
                  <a:gd name="T14" fmla="*/ 51 w 192"/>
                  <a:gd name="T15" fmla="*/ 20 h 76"/>
                  <a:gd name="T16" fmla="*/ 7 w 192"/>
                  <a:gd name="T17" fmla="*/ 6 h 7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92" h="76">
                    <a:moveTo>
                      <a:pt x="0" y="0"/>
                    </a:moveTo>
                    <a:cubicBezTo>
                      <a:pt x="13" y="4"/>
                      <a:pt x="27" y="18"/>
                      <a:pt x="38" y="26"/>
                    </a:cubicBezTo>
                    <a:cubicBezTo>
                      <a:pt x="51" y="35"/>
                      <a:pt x="65" y="41"/>
                      <a:pt x="78" y="49"/>
                    </a:cubicBezTo>
                    <a:cubicBezTo>
                      <a:pt x="92" y="57"/>
                      <a:pt x="106" y="60"/>
                      <a:pt x="121" y="63"/>
                    </a:cubicBezTo>
                    <a:cubicBezTo>
                      <a:pt x="145" y="67"/>
                      <a:pt x="167" y="75"/>
                      <a:pt x="192" y="76"/>
                    </a:cubicBezTo>
                    <a:cubicBezTo>
                      <a:pt x="170" y="71"/>
                      <a:pt x="149" y="63"/>
                      <a:pt x="128" y="57"/>
                    </a:cubicBezTo>
                    <a:cubicBezTo>
                      <a:pt x="111" y="52"/>
                      <a:pt x="94" y="45"/>
                      <a:pt x="79" y="37"/>
                    </a:cubicBezTo>
                    <a:cubicBezTo>
                      <a:pt x="67" y="30"/>
                      <a:pt x="55" y="21"/>
                      <a:pt x="42" y="17"/>
                    </a:cubicBezTo>
                    <a:cubicBezTo>
                      <a:pt x="31" y="12"/>
                      <a:pt x="18" y="11"/>
                      <a:pt x="7" y="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667" name="Freeform 370">
                <a:extLst>
                  <a:ext uri="{FF2B5EF4-FFF2-40B4-BE49-F238E27FC236}">
                    <a16:creationId xmlns:a16="http://schemas.microsoft.com/office/drawing/2014/main" id="{783822CF-8A69-48D8-9BED-F481EFBD20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2" y="2165"/>
                <a:ext cx="154" cy="189"/>
              </a:xfrm>
              <a:custGeom>
                <a:avLst/>
                <a:gdLst>
                  <a:gd name="T0" fmla="*/ 28 w 144"/>
                  <a:gd name="T1" fmla="*/ 11 h 177"/>
                  <a:gd name="T2" fmla="*/ 5 w 144"/>
                  <a:gd name="T3" fmla="*/ 3 h 177"/>
                  <a:gd name="T4" fmla="*/ 6 w 144"/>
                  <a:gd name="T5" fmla="*/ 29 h 177"/>
                  <a:gd name="T6" fmla="*/ 50 w 144"/>
                  <a:gd name="T7" fmla="*/ 103 h 177"/>
                  <a:gd name="T8" fmla="*/ 109 w 144"/>
                  <a:gd name="T9" fmla="*/ 166 h 177"/>
                  <a:gd name="T10" fmla="*/ 176 w 144"/>
                  <a:gd name="T11" fmla="*/ 216 h 177"/>
                  <a:gd name="T12" fmla="*/ 111 w 144"/>
                  <a:gd name="T13" fmla="*/ 161 h 177"/>
                  <a:gd name="T14" fmla="*/ 68 w 144"/>
                  <a:gd name="T15" fmla="*/ 98 h 177"/>
                  <a:gd name="T16" fmla="*/ 49 w 144"/>
                  <a:gd name="T17" fmla="*/ 50 h 177"/>
                  <a:gd name="T18" fmla="*/ 67 w 144"/>
                  <a:gd name="T19" fmla="*/ 37 h 177"/>
                  <a:gd name="T20" fmla="*/ 26 w 144"/>
                  <a:gd name="T21" fmla="*/ 11 h 17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44" h="177">
                    <a:moveTo>
                      <a:pt x="22" y="8"/>
                    </a:moveTo>
                    <a:cubicBezTo>
                      <a:pt x="18" y="7"/>
                      <a:pt x="9" y="0"/>
                      <a:pt x="5" y="3"/>
                    </a:cubicBezTo>
                    <a:cubicBezTo>
                      <a:pt x="0" y="6"/>
                      <a:pt x="5" y="19"/>
                      <a:pt x="6" y="23"/>
                    </a:cubicBezTo>
                    <a:cubicBezTo>
                      <a:pt x="14" y="44"/>
                      <a:pt x="28" y="65"/>
                      <a:pt x="41" y="84"/>
                    </a:cubicBezTo>
                    <a:cubicBezTo>
                      <a:pt x="54" y="104"/>
                      <a:pt x="72" y="120"/>
                      <a:pt x="89" y="136"/>
                    </a:cubicBezTo>
                    <a:cubicBezTo>
                      <a:pt x="106" y="152"/>
                      <a:pt x="126" y="162"/>
                      <a:pt x="144" y="177"/>
                    </a:cubicBezTo>
                    <a:cubicBezTo>
                      <a:pt x="125" y="170"/>
                      <a:pt x="104" y="147"/>
                      <a:pt x="91" y="132"/>
                    </a:cubicBezTo>
                    <a:cubicBezTo>
                      <a:pt x="78" y="116"/>
                      <a:pt x="67" y="99"/>
                      <a:pt x="56" y="81"/>
                    </a:cubicBezTo>
                    <a:cubicBezTo>
                      <a:pt x="49" y="68"/>
                      <a:pt x="42" y="56"/>
                      <a:pt x="40" y="41"/>
                    </a:cubicBezTo>
                    <a:cubicBezTo>
                      <a:pt x="39" y="27"/>
                      <a:pt x="42" y="27"/>
                      <a:pt x="55" y="31"/>
                    </a:cubicBezTo>
                    <a:cubicBezTo>
                      <a:pt x="47" y="27"/>
                      <a:pt x="27" y="15"/>
                      <a:pt x="21" y="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668" name="Freeform 371">
                <a:extLst>
                  <a:ext uri="{FF2B5EF4-FFF2-40B4-BE49-F238E27FC236}">
                    <a16:creationId xmlns:a16="http://schemas.microsoft.com/office/drawing/2014/main" id="{BB18C989-12D9-4AB8-98E3-51A9054F6F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6" y="2020"/>
                <a:ext cx="177" cy="25"/>
              </a:xfrm>
              <a:custGeom>
                <a:avLst/>
                <a:gdLst>
                  <a:gd name="T0" fmla="*/ 0 w 166"/>
                  <a:gd name="T1" fmla="*/ 15 h 23"/>
                  <a:gd name="T2" fmla="*/ 44 w 166"/>
                  <a:gd name="T3" fmla="*/ 25 h 23"/>
                  <a:gd name="T4" fmla="*/ 96 w 166"/>
                  <a:gd name="T5" fmla="*/ 25 h 23"/>
                  <a:gd name="T6" fmla="*/ 152 w 166"/>
                  <a:gd name="T7" fmla="*/ 11 h 23"/>
                  <a:gd name="T8" fmla="*/ 202 w 166"/>
                  <a:gd name="T9" fmla="*/ 1 h 23"/>
                  <a:gd name="T10" fmla="*/ 135 w 166"/>
                  <a:gd name="T11" fmla="*/ 4 h 23"/>
                  <a:gd name="T12" fmla="*/ 85 w 166"/>
                  <a:gd name="T13" fmla="*/ 11 h 23"/>
                  <a:gd name="T14" fmla="*/ 11 w 166"/>
                  <a:gd name="T15" fmla="*/ 10 h 2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66" h="23">
                    <a:moveTo>
                      <a:pt x="0" y="12"/>
                    </a:moveTo>
                    <a:cubicBezTo>
                      <a:pt x="11" y="11"/>
                      <a:pt x="25" y="16"/>
                      <a:pt x="36" y="19"/>
                    </a:cubicBezTo>
                    <a:cubicBezTo>
                      <a:pt x="51" y="23"/>
                      <a:pt x="64" y="21"/>
                      <a:pt x="79" y="19"/>
                    </a:cubicBezTo>
                    <a:cubicBezTo>
                      <a:pt x="96" y="18"/>
                      <a:pt x="110" y="14"/>
                      <a:pt x="126" y="8"/>
                    </a:cubicBezTo>
                    <a:cubicBezTo>
                      <a:pt x="138" y="4"/>
                      <a:pt x="153" y="0"/>
                      <a:pt x="166" y="1"/>
                    </a:cubicBezTo>
                    <a:cubicBezTo>
                      <a:pt x="148" y="1"/>
                      <a:pt x="130" y="2"/>
                      <a:pt x="112" y="4"/>
                    </a:cubicBezTo>
                    <a:cubicBezTo>
                      <a:pt x="98" y="6"/>
                      <a:pt x="85" y="9"/>
                      <a:pt x="70" y="8"/>
                    </a:cubicBezTo>
                    <a:cubicBezTo>
                      <a:pt x="50" y="7"/>
                      <a:pt x="29" y="7"/>
                      <a:pt x="8" y="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669" name="Freeform 372">
                <a:extLst>
                  <a:ext uri="{FF2B5EF4-FFF2-40B4-BE49-F238E27FC236}">
                    <a16:creationId xmlns:a16="http://schemas.microsoft.com/office/drawing/2014/main" id="{586D4445-BD6A-425D-B8AE-02B5AC2AC6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8" y="2137"/>
                <a:ext cx="185" cy="195"/>
              </a:xfrm>
              <a:custGeom>
                <a:avLst/>
                <a:gdLst>
                  <a:gd name="T0" fmla="*/ 26 w 173"/>
                  <a:gd name="T1" fmla="*/ 25 h 183"/>
                  <a:gd name="T2" fmla="*/ 212 w 173"/>
                  <a:gd name="T3" fmla="*/ 222 h 183"/>
                  <a:gd name="T4" fmla="*/ 70 w 173"/>
                  <a:gd name="T5" fmla="*/ 35 h 183"/>
                  <a:gd name="T6" fmla="*/ 19 w 173"/>
                  <a:gd name="T7" fmla="*/ 0 h 183"/>
                  <a:gd name="T8" fmla="*/ 1 w 173"/>
                  <a:gd name="T9" fmla="*/ 14 h 183"/>
                  <a:gd name="T10" fmla="*/ 28 w 173"/>
                  <a:gd name="T11" fmla="*/ 33 h 18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73" h="183">
                    <a:moveTo>
                      <a:pt x="21" y="21"/>
                    </a:moveTo>
                    <a:cubicBezTo>
                      <a:pt x="98" y="49"/>
                      <a:pt x="125" y="126"/>
                      <a:pt x="173" y="183"/>
                    </a:cubicBezTo>
                    <a:cubicBezTo>
                      <a:pt x="142" y="127"/>
                      <a:pt x="105" y="72"/>
                      <a:pt x="57" y="29"/>
                    </a:cubicBezTo>
                    <a:cubicBezTo>
                      <a:pt x="46" y="19"/>
                      <a:pt x="32" y="1"/>
                      <a:pt x="16" y="0"/>
                    </a:cubicBezTo>
                    <a:cubicBezTo>
                      <a:pt x="9" y="0"/>
                      <a:pt x="0" y="0"/>
                      <a:pt x="1" y="11"/>
                    </a:cubicBezTo>
                    <a:cubicBezTo>
                      <a:pt x="2" y="20"/>
                      <a:pt x="17" y="25"/>
                      <a:pt x="22" y="2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670" name="Freeform 373">
                <a:extLst>
                  <a:ext uri="{FF2B5EF4-FFF2-40B4-BE49-F238E27FC236}">
                    <a16:creationId xmlns:a16="http://schemas.microsoft.com/office/drawing/2014/main" id="{2A708F8D-4072-4DB7-A58E-D150880565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4" y="2417"/>
                <a:ext cx="233" cy="110"/>
              </a:xfrm>
              <a:custGeom>
                <a:avLst/>
                <a:gdLst>
                  <a:gd name="T0" fmla="*/ 0 w 218"/>
                  <a:gd name="T1" fmla="*/ 0 h 103"/>
                  <a:gd name="T2" fmla="*/ 266 w 218"/>
                  <a:gd name="T3" fmla="*/ 123 h 103"/>
                  <a:gd name="T4" fmla="*/ 0 w 218"/>
                  <a:gd name="T5" fmla="*/ 0 h 10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8" h="103">
                    <a:moveTo>
                      <a:pt x="0" y="0"/>
                    </a:moveTo>
                    <a:cubicBezTo>
                      <a:pt x="0" y="0"/>
                      <a:pt x="76" y="103"/>
                      <a:pt x="218" y="101"/>
                    </a:cubicBezTo>
                    <a:cubicBezTo>
                      <a:pt x="218" y="101"/>
                      <a:pt x="78" y="74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671" name="Freeform 374">
                <a:extLst>
                  <a:ext uri="{FF2B5EF4-FFF2-40B4-BE49-F238E27FC236}">
                    <a16:creationId xmlns:a16="http://schemas.microsoft.com/office/drawing/2014/main" id="{D4AA5356-BEFB-42B9-834F-036C3C3B30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9" y="1954"/>
                <a:ext cx="126" cy="246"/>
              </a:xfrm>
              <a:custGeom>
                <a:avLst/>
                <a:gdLst>
                  <a:gd name="T0" fmla="*/ 144 w 118"/>
                  <a:gd name="T1" fmla="*/ 3 h 230"/>
                  <a:gd name="T2" fmla="*/ 77 w 118"/>
                  <a:gd name="T3" fmla="*/ 136 h 230"/>
                  <a:gd name="T4" fmla="*/ 0 w 118"/>
                  <a:gd name="T5" fmla="*/ 281 h 230"/>
                  <a:gd name="T6" fmla="*/ 80 w 118"/>
                  <a:gd name="T7" fmla="*/ 176 h 230"/>
                  <a:gd name="T8" fmla="*/ 94 w 118"/>
                  <a:gd name="T9" fmla="*/ 128 h 230"/>
                  <a:gd name="T10" fmla="*/ 127 w 118"/>
                  <a:gd name="T11" fmla="*/ 151 h 230"/>
                  <a:gd name="T12" fmla="*/ 142 w 118"/>
                  <a:gd name="T13" fmla="*/ 0 h 23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8" h="230">
                    <a:moveTo>
                      <a:pt x="118" y="3"/>
                    </a:moveTo>
                    <a:cubicBezTo>
                      <a:pt x="75" y="9"/>
                      <a:pt x="71" y="79"/>
                      <a:pt x="63" y="111"/>
                    </a:cubicBezTo>
                    <a:cubicBezTo>
                      <a:pt x="52" y="155"/>
                      <a:pt x="16" y="187"/>
                      <a:pt x="0" y="230"/>
                    </a:cubicBezTo>
                    <a:cubicBezTo>
                      <a:pt x="10" y="196"/>
                      <a:pt x="49" y="174"/>
                      <a:pt x="66" y="144"/>
                    </a:cubicBezTo>
                    <a:cubicBezTo>
                      <a:pt x="69" y="138"/>
                      <a:pt x="73" y="107"/>
                      <a:pt x="77" y="105"/>
                    </a:cubicBezTo>
                    <a:cubicBezTo>
                      <a:pt x="84" y="102"/>
                      <a:pt x="99" y="119"/>
                      <a:pt x="104" y="123"/>
                    </a:cubicBezTo>
                    <a:cubicBezTo>
                      <a:pt x="63" y="87"/>
                      <a:pt x="99" y="36"/>
                      <a:pt x="117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672" name="Freeform 375">
                <a:extLst>
                  <a:ext uri="{FF2B5EF4-FFF2-40B4-BE49-F238E27FC236}">
                    <a16:creationId xmlns:a16="http://schemas.microsoft.com/office/drawing/2014/main" id="{779CE4D2-E256-4CD9-941A-7C3ED53E29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3" y="1857"/>
                <a:ext cx="29" cy="119"/>
              </a:xfrm>
              <a:custGeom>
                <a:avLst/>
                <a:gdLst>
                  <a:gd name="T0" fmla="*/ 25 w 27"/>
                  <a:gd name="T1" fmla="*/ 0 h 112"/>
                  <a:gd name="T2" fmla="*/ 4 w 27"/>
                  <a:gd name="T3" fmla="*/ 60 h 112"/>
                  <a:gd name="T4" fmla="*/ 33 w 27"/>
                  <a:gd name="T5" fmla="*/ 134 h 112"/>
                  <a:gd name="T6" fmla="*/ 13 w 27"/>
                  <a:gd name="T7" fmla="*/ 82 h 112"/>
                  <a:gd name="T8" fmla="*/ 23 w 27"/>
                  <a:gd name="T9" fmla="*/ 13 h 1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112">
                    <a:moveTo>
                      <a:pt x="20" y="0"/>
                    </a:moveTo>
                    <a:cubicBezTo>
                      <a:pt x="10" y="14"/>
                      <a:pt x="2" y="30"/>
                      <a:pt x="4" y="50"/>
                    </a:cubicBezTo>
                    <a:cubicBezTo>
                      <a:pt x="6" y="73"/>
                      <a:pt x="26" y="87"/>
                      <a:pt x="27" y="112"/>
                    </a:cubicBezTo>
                    <a:cubicBezTo>
                      <a:pt x="24" y="93"/>
                      <a:pt x="20" y="83"/>
                      <a:pt x="10" y="68"/>
                    </a:cubicBezTo>
                    <a:cubicBezTo>
                      <a:pt x="0" y="52"/>
                      <a:pt x="11" y="24"/>
                      <a:pt x="19" y="1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673" name="Freeform 376">
                <a:extLst>
                  <a:ext uri="{FF2B5EF4-FFF2-40B4-BE49-F238E27FC236}">
                    <a16:creationId xmlns:a16="http://schemas.microsoft.com/office/drawing/2014/main" id="{6EC92A66-7539-48E1-8274-20C8E48361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7" y="1827"/>
                <a:ext cx="20" cy="27"/>
              </a:xfrm>
              <a:custGeom>
                <a:avLst/>
                <a:gdLst>
                  <a:gd name="T0" fmla="*/ 18 w 19"/>
                  <a:gd name="T1" fmla="*/ 0 h 25"/>
                  <a:gd name="T2" fmla="*/ 22 w 19"/>
                  <a:gd name="T3" fmla="*/ 30 h 25"/>
                  <a:gd name="T4" fmla="*/ 1 w 19"/>
                  <a:gd name="T5" fmla="*/ 18 h 25"/>
                  <a:gd name="T6" fmla="*/ 20 w 19"/>
                  <a:gd name="T7" fmla="*/ 3 h 2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25">
                    <a:moveTo>
                      <a:pt x="15" y="0"/>
                    </a:moveTo>
                    <a:cubicBezTo>
                      <a:pt x="3" y="13"/>
                      <a:pt x="2" y="17"/>
                      <a:pt x="19" y="24"/>
                    </a:cubicBezTo>
                    <a:cubicBezTo>
                      <a:pt x="11" y="24"/>
                      <a:pt x="1" y="25"/>
                      <a:pt x="1" y="15"/>
                    </a:cubicBezTo>
                    <a:cubicBezTo>
                      <a:pt x="0" y="5"/>
                      <a:pt x="9" y="3"/>
                      <a:pt x="17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674" name="Freeform 377">
                <a:extLst>
                  <a:ext uri="{FF2B5EF4-FFF2-40B4-BE49-F238E27FC236}">
                    <a16:creationId xmlns:a16="http://schemas.microsoft.com/office/drawing/2014/main" id="{FA09604B-1FBA-47D5-99A5-35606DEE59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5" y="3012"/>
                <a:ext cx="120" cy="64"/>
              </a:xfrm>
              <a:custGeom>
                <a:avLst/>
                <a:gdLst>
                  <a:gd name="T0" fmla="*/ 0 w 112"/>
                  <a:gd name="T1" fmla="*/ 39 h 60"/>
                  <a:gd name="T2" fmla="*/ 80 w 112"/>
                  <a:gd name="T3" fmla="*/ 63 h 60"/>
                  <a:gd name="T4" fmla="*/ 138 w 112"/>
                  <a:gd name="T5" fmla="*/ 0 h 60"/>
                  <a:gd name="T6" fmla="*/ 74 w 112"/>
                  <a:gd name="T7" fmla="*/ 48 h 60"/>
                  <a:gd name="T8" fmla="*/ 12 w 112"/>
                  <a:gd name="T9" fmla="*/ 48 h 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2" h="60">
                    <a:moveTo>
                      <a:pt x="0" y="33"/>
                    </a:moveTo>
                    <a:cubicBezTo>
                      <a:pt x="16" y="43"/>
                      <a:pt x="48" y="60"/>
                      <a:pt x="65" y="52"/>
                    </a:cubicBezTo>
                    <a:cubicBezTo>
                      <a:pt x="86" y="42"/>
                      <a:pt x="97" y="16"/>
                      <a:pt x="112" y="0"/>
                    </a:cubicBezTo>
                    <a:cubicBezTo>
                      <a:pt x="92" y="9"/>
                      <a:pt x="78" y="28"/>
                      <a:pt x="60" y="39"/>
                    </a:cubicBezTo>
                    <a:cubicBezTo>
                      <a:pt x="42" y="50"/>
                      <a:pt x="28" y="43"/>
                      <a:pt x="9" y="3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675" name="Freeform 378">
                <a:extLst>
                  <a:ext uri="{FF2B5EF4-FFF2-40B4-BE49-F238E27FC236}">
                    <a16:creationId xmlns:a16="http://schemas.microsoft.com/office/drawing/2014/main" id="{4AAD005B-582E-4082-A901-DDF3840B2F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4" y="2212"/>
                <a:ext cx="86" cy="751"/>
              </a:xfrm>
              <a:custGeom>
                <a:avLst/>
                <a:gdLst>
                  <a:gd name="T0" fmla="*/ 19 w 80"/>
                  <a:gd name="T1" fmla="*/ 0 h 703"/>
                  <a:gd name="T2" fmla="*/ 52 w 80"/>
                  <a:gd name="T3" fmla="*/ 112 h 703"/>
                  <a:gd name="T4" fmla="*/ 94 w 80"/>
                  <a:gd name="T5" fmla="*/ 518 h 703"/>
                  <a:gd name="T6" fmla="*/ 0 w 80"/>
                  <a:gd name="T7" fmla="*/ 857 h 703"/>
                  <a:gd name="T8" fmla="*/ 68 w 80"/>
                  <a:gd name="T9" fmla="*/ 523 h 703"/>
                  <a:gd name="T10" fmla="*/ 38 w 80"/>
                  <a:gd name="T11" fmla="*/ 216 h 703"/>
                  <a:gd name="T12" fmla="*/ 19 w 80"/>
                  <a:gd name="T13" fmla="*/ 0 h 70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0" h="703">
                    <a:moveTo>
                      <a:pt x="16" y="0"/>
                    </a:moveTo>
                    <a:cubicBezTo>
                      <a:pt x="16" y="0"/>
                      <a:pt x="39" y="46"/>
                      <a:pt x="42" y="92"/>
                    </a:cubicBezTo>
                    <a:cubicBezTo>
                      <a:pt x="44" y="139"/>
                      <a:pt x="70" y="378"/>
                      <a:pt x="75" y="425"/>
                    </a:cubicBezTo>
                    <a:cubicBezTo>
                      <a:pt x="80" y="471"/>
                      <a:pt x="73" y="641"/>
                      <a:pt x="0" y="703"/>
                    </a:cubicBezTo>
                    <a:cubicBezTo>
                      <a:pt x="0" y="703"/>
                      <a:pt x="67" y="541"/>
                      <a:pt x="55" y="430"/>
                    </a:cubicBezTo>
                    <a:cubicBezTo>
                      <a:pt x="42" y="319"/>
                      <a:pt x="42" y="244"/>
                      <a:pt x="31" y="177"/>
                    </a:cubicBezTo>
                    <a:cubicBezTo>
                      <a:pt x="21" y="110"/>
                      <a:pt x="36" y="36"/>
                      <a:pt x="16" y="0"/>
                    </a:cubicBezTo>
                    <a:close/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676" name="Freeform 379">
                <a:extLst>
                  <a:ext uri="{FF2B5EF4-FFF2-40B4-BE49-F238E27FC236}">
                    <a16:creationId xmlns:a16="http://schemas.microsoft.com/office/drawing/2014/main" id="{BA4D7C48-64D8-42B9-A793-E16C692FAE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8" y="3015"/>
                <a:ext cx="53" cy="112"/>
              </a:xfrm>
              <a:custGeom>
                <a:avLst/>
                <a:gdLst>
                  <a:gd name="T0" fmla="*/ 34 w 50"/>
                  <a:gd name="T1" fmla="*/ 0 h 105"/>
                  <a:gd name="T2" fmla="*/ 0 w 50"/>
                  <a:gd name="T3" fmla="*/ 127 h 105"/>
                  <a:gd name="T4" fmla="*/ 34 w 50"/>
                  <a:gd name="T5" fmla="*/ 0 h 10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0" h="105">
                    <a:moveTo>
                      <a:pt x="28" y="0"/>
                    </a:moveTo>
                    <a:cubicBezTo>
                      <a:pt x="28" y="0"/>
                      <a:pt x="50" y="43"/>
                      <a:pt x="0" y="105"/>
                    </a:cubicBezTo>
                    <a:cubicBezTo>
                      <a:pt x="0" y="105"/>
                      <a:pt x="35" y="29"/>
                      <a:pt x="28" y="0"/>
                    </a:cubicBezTo>
                    <a:close/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677" name="Freeform 380">
                <a:extLst>
                  <a:ext uri="{FF2B5EF4-FFF2-40B4-BE49-F238E27FC236}">
                    <a16:creationId xmlns:a16="http://schemas.microsoft.com/office/drawing/2014/main" id="{1510A665-55D6-498B-B9CC-9B5C4EE8CD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7" y="3201"/>
                <a:ext cx="78" cy="585"/>
              </a:xfrm>
              <a:custGeom>
                <a:avLst/>
                <a:gdLst>
                  <a:gd name="T0" fmla="*/ 24 w 73"/>
                  <a:gd name="T1" fmla="*/ 0 h 548"/>
                  <a:gd name="T2" fmla="*/ 65 w 73"/>
                  <a:gd name="T3" fmla="*/ 327 h 548"/>
                  <a:gd name="T4" fmla="*/ 16 w 73"/>
                  <a:gd name="T5" fmla="*/ 573 h 548"/>
                  <a:gd name="T6" fmla="*/ 18 w 73"/>
                  <a:gd name="T7" fmla="*/ 594 h 548"/>
                  <a:gd name="T8" fmla="*/ 21 w 73"/>
                  <a:gd name="T9" fmla="*/ 629 h 548"/>
                  <a:gd name="T10" fmla="*/ 16 w 73"/>
                  <a:gd name="T11" fmla="*/ 666 h 548"/>
                  <a:gd name="T12" fmla="*/ 2 w 73"/>
                  <a:gd name="T13" fmla="*/ 641 h 548"/>
                  <a:gd name="T14" fmla="*/ 13 w 73"/>
                  <a:gd name="T15" fmla="*/ 607 h 548"/>
                  <a:gd name="T16" fmla="*/ 11 w 73"/>
                  <a:gd name="T17" fmla="*/ 537 h 548"/>
                  <a:gd name="T18" fmla="*/ 24 w 73"/>
                  <a:gd name="T19" fmla="*/ 0 h 54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73" h="548">
                    <a:moveTo>
                      <a:pt x="20" y="0"/>
                    </a:moveTo>
                    <a:cubicBezTo>
                      <a:pt x="20" y="0"/>
                      <a:pt x="62" y="131"/>
                      <a:pt x="53" y="269"/>
                    </a:cubicBezTo>
                    <a:cubicBezTo>
                      <a:pt x="43" y="408"/>
                      <a:pt x="13" y="471"/>
                      <a:pt x="13" y="471"/>
                    </a:cubicBezTo>
                    <a:cubicBezTo>
                      <a:pt x="13" y="471"/>
                      <a:pt x="12" y="483"/>
                      <a:pt x="15" y="488"/>
                    </a:cubicBezTo>
                    <a:cubicBezTo>
                      <a:pt x="19" y="493"/>
                      <a:pt x="27" y="505"/>
                      <a:pt x="18" y="517"/>
                    </a:cubicBezTo>
                    <a:cubicBezTo>
                      <a:pt x="8" y="529"/>
                      <a:pt x="17" y="543"/>
                      <a:pt x="13" y="548"/>
                    </a:cubicBezTo>
                    <a:cubicBezTo>
                      <a:pt x="13" y="548"/>
                      <a:pt x="5" y="534"/>
                      <a:pt x="2" y="526"/>
                    </a:cubicBezTo>
                    <a:cubicBezTo>
                      <a:pt x="0" y="519"/>
                      <a:pt x="18" y="517"/>
                      <a:pt x="10" y="499"/>
                    </a:cubicBezTo>
                    <a:cubicBezTo>
                      <a:pt x="3" y="481"/>
                      <a:pt x="0" y="461"/>
                      <a:pt x="8" y="441"/>
                    </a:cubicBezTo>
                    <a:cubicBezTo>
                      <a:pt x="16" y="421"/>
                      <a:pt x="73" y="277"/>
                      <a:pt x="20" y="0"/>
                    </a:cubicBezTo>
                    <a:close/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678" name="Freeform 381">
                <a:extLst>
                  <a:ext uri="{FF2B5EF4-FFF2-40B4-BE49-F238E27FC236}">
                    <a16:creationId xmlns:a16="http://schemas.microsoft.com/office/drawing/2014/main" id="{FEA3DD3E-8406-491E-A75A-3666E67FA4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0" y="3814"/>
                <a:ext cx="161" cy="138"/>
              </a:xfrm>
              <a:custGeom>
                <a:avLst/>
                <a:gdLst>
                  <a:gd name="T0" fmla="*/ 1 w 151"/>
                  <a:gd name="T1" fmla="*/ 1 h 130"/>
                  <a:gd name="T2" fmla="*/ 18 w 151"/>
                  <a:gd name="T3" fmla="*/ 14 h 130"/>
                  <a:gd name="T4" fmla="*/ 33 w 151"/>
                  <a:gd name="T5" fmla="*/ 29 h 130"/>
                  <a:gd name="T6" fmla="*/ 52 w 151"/>
                  <a:gd name="T7" fmla="*/ 58 h 130"/>
                  <a:gd name="T8" fmla="*/ 85 w 151"/>
                  <a:gd name="T9" fmla="*/ 84 h 130"/>
                  <a:gd name="T10" fmla="*/ 111 w 151"/>
                  <a:gd name="T11" fmla="*/ 105 h 130"/>
                  <a:gd name="T12" fmla="*/ 134 w 151"/>
                  <a:gd name="T13" fmla="*/ 123 h 130"/>
                  <a:gd name="T14" fmla="*/ 145 w 151"/>
                  <a:gd name="T15" fmla="*/ 131 h 130"/>
                  <a:gd name="T16" fmla="*/ 154 w 151"/>
                  <a:gd name="T17" fmla="*/ 134 h 130"/>
                  <a:gd name="T18" fmla="*/ 182 w 151"/>
                  <a:gd name="T19" fmla="*/ 152 h 130"/>
                  <a:gd name="T20" fmla="*/ 183 w 151"/>
                  <a:gd name="T21" fmla="*/ 155 h 130"/>
                  <a:gd name="T22" fmla="*/ 141 w 151"/>
                  <a:gd name="T23" fmla="*/ 140 h 130"/>
                  <a:gd name="T24" fmla="*/ 106 w 151"/>
                  <a:gd name="T25" fmla="*/ 117 h 130"/>
                  <a:gd name="T26" fmla="*/ 63 w 151"/>
                  <a:gd name="T27" fmla="*/ 81 h 130"/>
                  <a:gd name="T28" fmla="*/ 39 w 151"/>
                  <a:gd name="T29" fmla="*/ 56 h 130"/>
                  <a:gd name="T30" fmla="*/ 21 w 151"/>
                  <a:gd name="T31" fmla="*/ 33 h 130"/>
                  <a:gd name="T32" fmla="*/ 6 w 151"/>
                  <a:gd name="T33" fmla="*/ 13 h 130"/>
                  <a:gd name="T34" fmla="*/ 0 w 151"/>
                  <a:gd name="T35" fmla="*/ 0 h 130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151" h="130">
                    <a:moveTo>
                      <a:pt x="1" y="1"/>
                    </a:moveTo>
                    <a:cubicBezTo>
                      <a:pt x="6" y="2"/>
                      <a:pt x="11" y="7"/>
                      <a:pt x="15" y="11"/>
                    </a:cubicBezTo>
                    <a:cubicBezTo>
                      <a:pt x="19" y="15"/>
                      <a:pt x="24" y="19"/>
                      <a:pt x="27" y="24"/>
                    </a:cubicBezTo>
                    <a:cubicBezTo>
                      <a:pt x="32" y="33"/>
                      <a:pt x="36" y="41"/>
                      <a:pt x="43" y="49"/>
                    </a:cubicBezTo>
                    <a:cubicBezTo>
                      <a:pt x="50" y="58"/>
                      <a:pt x="60" y="64"/>
                      <a:pt x="70" y="70"/>
                    </a:cubicBezTo>
                    <a:cubicBezTo>
                      <a:pt x="78" y="76"/>
                      <a:pt x="85" y="82"/>
                      <a:pt x="92" y="88"/>
                    </a:cubicBezTo>
                    <a:cubicBezTo>
                      <a:pt x="98" y="93"/>
                      <a:pt x="104" y="98"/>
                      <a:pt x="111" y="103"/>
                    </a:cubicBezTo>
                    <a:cubicBezTo>
                      <a:pt x="114" y="105"/>
                      <a:pt x="117" y="107"/>
                      <a:pt x="120" y="109"/>
                    </a:cubicBezTo>
                    <a:cubicBezTo>
                      <a:pt x="122" y="110"/>
                      <a:pt x="125" y="111"/>
                      <a:pt x="127" y="112"/>
                    </a:cubicBezTo>
                    <a:cubicBezTo>
                      <a:pt x="135" y="115"/>
                      <a:pt x="147" y="119"/>
                      <a:pt x="150" y="127"/>
                    </a:cubicBezTo>
                    <a:cubicBezTo>
                      <a:pt x="151" y="128"/>
                      <a:pt x="151" y="129"/>
                      <a:pt x="151" y="130"/>
                    </a:cubicBezTo>
                    <a:cubicBezTo>
                      <a:pt x="145" y="120"/>
                      <a:pt x="126" y="121"/>
                      <a:pt x="116" y="117"/>
                    </a:cubicBezTo>
                    <a:cubicBezTo>
                      <a:pt x="104" y="113"/>
                      <a:pt x="96" y="106"/>
                      <a:pt x="87" y="98"/>
                    </a:cubicBezTo>
                    <a:cubicBezTo>
                      <a:pt x="75" y="88"/>
                      <a:pt x="63" y="78"/>
                      <a:pt x="52" y="68"/>
                    </a:cubicBezTo>
                    <a:cubicBezTo>
                      <a:pt x="45" y="61"/>
                      <a:pt x="40" y="53"/>
                      <a:pt x="33" y="47"/>
                    </a:cubicBezTo>
                    <a:cubicBezTo>
                      <a:pt x="27" y="41"/>
                      <a:pt x="22" y="35"/>
                      <a:pt x="18" y="27"/>
                    </a:cubicBezTo>
                    <a:cubicBezTo>
                      <a:pt x="14" y="21"/>
                      <a:pt x="10" y="16"/>
                      <a:pt x="6" y="10"/>
                    </a:cubicBezTo>
                    <a:cubicBezTo>
                      <a:pt x="4" y="6"/>
                      <a:pt x="2" y="3"/>
                      <a:pt x="0" y="0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679" name="Freeform 382">
                <a:extLst>
                  <a:ext uri="{FF2B5EF4-FFF2-40B4-BE49-F238E27FC236}">
                    <a16:creationId xmlns:a16="http://schemas.microsoft.com/office/drawing/2014/main" id="{6398948E-CA0E-4A9F-87A7-1AA7798514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5" y="3963"/>
                <a:ext cx="9" cy="16"/>
              </a:xfrm>
              <a:custGeom>
                <a:avLst/>
                <a:gdLst>
                  <a:gd name="T0" fmla="*/ 0 w 8"/>
                  <a:gd name="T1" fmla="*/ 0 h 15"/>
                  <a:gd name="T2" fmla="*/ 9 w 8"/>
                  <a:gd name="T3" fmla="*/ 18 h 15"/>
                  <a:gd name="T4" fmla="*/ 0 w 8"/>
                  <a:gd name="T5" fmla="*/ 1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5">
                    <a:moveTo>
                      <a:pt x="0" y="0"/>
                    </a:moveTo>
                    <a:cubicBezTo>
                      <a:pt x="6" y="3"/>
                      <a:pt x="8" y="9"/>
                      <a:pt x="6" y="15"/>
                    </a:cubicBezTo>
                    <a:cubicBezTo>
                      <a:pt x="7" y="10"/>
                      <a:pt x="3" y="5"/>
                      <a:pt x="0" y="1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680" name="Freeform 383">
                <a:extLst>
                  <a:ext uri="{FF2B5EF4-FFF2-40B4-BE49-F238E27FC236}">
                    <a16:creationId xmlns:a16="http://schemas.microsoft.com/office/drawing/2014/main" id="{21751F67-5584-4477-A10C-4871AE4B70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5" y="3959"/>
                <a:ext cx="26" cy="25"/>
              </a:xfrm>
              <a:custGeom>
                <a:avLst/>
                <a:gdLst>
                  <a:gd name="T0" fmla="*/ 1 w 24"/>
                  <a:gd name="T1" fmla="*/ 1 h 24"/>
                  <a:gd name="T2" fmla="*/ 10 w 24"/>
                  <a:gd name="T3" fmla="*/ 6 h 24"/>
                  <a:gd name="T4" fmla="*/ 18 w 24"/>
                  <a:gd name="T5" fmla="*/ 9 h 24"/>
                  <a:gd name="T6" fmla="*/ 30 w 24"/>
                  <a:gd name="T7" fmla="*/ 24 h 24"/>
                  <a:gd name="T8" fmla="*/ 30 w 24"/>
                  <a:gd name="T9" fmla="*/ 24 h 24"/>
                  <a:gd name="T10" fmla="*/ 26 w 24"/>
                  <a:gd name="T11" fmla="*/ 27 h 24"/>
                  <a:gd name="T12" fmla="*/ 15 w 24"/>
                  <a:gd name="T13" fmla="*/ 15 h 24"/>
                  <a:gd name="T14" fmla="*/ 0 w 24"/>
                  <a:gd name="T15" fmla="*/ 0 h 2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4" h="24">
                    <a:moveTo>
                      <a:pt x="1" y="1"/>
                    </a:moveTo>
                    <a:cubicBezTo>
                      <a:pt x="2" y="1"/>
                      <a:pt x="5" y="5"/>
                      <a:pt x="7" y="6"/>
                    </a:cubicBezTo>
                    <a:cubicBezTo>
                      <a:pt x="10" y="7"/>
                      <a:pt x="13" y="8"/>
                      <a:pt x="15" y="9"/>
                    </a:cubicBezTo>
                    <a:cubicBezTo>
                      <a:pt x="19" y="12"/>
                      <a:pt x="23" y="17"/>
                      <a:pt x="24" y="21"/>
                    </a:cubicBezTo>
                    <a:cubicBezTo>
                      <a:pt x="24" y="21"/>
                      <a:pt x="24" y="21"/>
                      <a:pt x="24" y="21"/>
                    </a:cubicBezTo>
                    <a:cubicBezTo>
                      <a:pt x="22" y="22"/>
                      <a:pt x="21" y="23"/>
                      <a:pt x="20" y="24"/>
                    </a:cubicBezTo>
                    <a:cubicBezTo>
                      <a:pt x="19" y="19"/>
                      <a:pt x="17" y="16"/>
                      <a:pt x="12" y="12"/>
                    </a:cubicBezTo>
                    <a:cubicBezTo>
                      <a:pt x="8" y="9"/>
                      <a:pt x="4" y="2"/>
                      <a:pt x="0" y="0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681" name="Freeform 384">
                <a:extLst>
                  <a:ext uri="{FF2B5EF4-FFF2-40B4-BE49-F238E27FC236}">
                    <a16:creationId xmlns:a16="http://schemas.microsoft.com/office/drawing/2014/main" id="{2BA0A4EF-D0A6-43D7-A26F-14B95C79FA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8" y="3970"/>
                <a:ext cx="20" cy="27"/>
              </a:xfrm>
              <a:custGeom>
                <a:avLst/>
                <a:gdLst>
                  <a:gd name="T0" fmla="*/ 0 w 18"/>
                  <a:gd name="T1" fmla="*/ 1 h 26"/>
                  <a:gd name="T2" fmla="*/ 11 w 18"/>
                  <a:gd name="T3" fmla="*/ 16 h 26"/>
                  <a:gd name="T4" fmla="*/ 24 w 18"/>
                  <a:gd name="T5" fmla="*/ 20 h 26"/>
                  <a:gd name="T6" fmla="*/ 1 w 18"/>
                  <a:gd name="T7" fmla="*/ 0 h 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26">
                    <a:moveTo>
                      <a:pt x="0" y="1"/>
                    </a:moveTo>
                    <a:cubicBezTo>
                      <a:pt x="3" y="4"/>
                      <a:pt x="4" y="9"/>
                      <a:pt x="8" y="13"/>
                    </a:cubicBezTo>
                    <a:cubicBezTo>
                      <a:pt x="11" y="15"/>
                      <a:pt x="15" y="16"/>
                      <a:pt x="18" y="17"/>
                    </a:cubicBezTo>
                    <a:cubicBezTo>
                      <a:pt x="8" y="26"/>
                      <a:pt x="3" y="6"/>
                      <a:pt x="1" y="0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682" name="Freeform 385">
                <a:extLst>
                  <a:ext uri="{FF2B5EF4-FFF2-40B4-BE49-F238E27FC236}">
                    <a16:creationId xmlns:a16="http://schemas.microsoft.com/office/drawing/2014/main" id="{2C5EDBE9-9BA4-49CC-8BB9-E87032FAF5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9" y="4004"/>
                <a:ext cx="27" cy="31"/>
              </a:xfrm>
              <a:custGeom>
                <a:avLst/>
                <a:gdLst>
                  <a:gd name="T0" fmla="*/ 26 w 25"/>
                  <a:gd name="T1" fmla="*/ 0 h 29"/>
                  <a:gd name="T2" fmla="*/ 26 w 25"/>
                  <a:gd name="T3" fmla="*/ 19 h 29"/>
                  <a:gd name="T4" fmla="*/ 0 w 25"/>
                  <a:gd name="T5" fmla="*/ 31 h 29"/>
                  <a:gd name="T6" fmla="*/ 14 w 25"/>
                  <a:gd name="T7" fmla="*/ 18 h 29"/>
                  <a:gd name="T8" fmla="*/ 23 w 25"/>
                  <a:gd name="T9" fmla="*/ 1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29">
                    <a:moveTo>
                      <a:pt x="20" y="0"/>
                    </a:moveTo>
                    <a:cubicBezTo>
                      <a:pt x="25" y="5"/>
                      <a:pt x="22" y="12"/>
                      <a:pt x="20" y="16"/>
                    </a:cubicBezTo>
                    <a:cubicBezTo>
                      <a:pt x="17" y="22"/>
                      <a:pt x="7" y="29"/>
                      <a:pt x="0" y="25"/>
                    </a:cubicBezTo>
                    <a:cubicBezTo>
                      <a:pt x="5" y="23"/>
                      <a:pt x="8" y="19"/>
                      <a:pt x="11" y="15"/>
                    </a:cubicBezTo>
                    <a:cubicBezTo>
                      <a:pt x="15" y="11"/>
                      <a:pt x="21" y="7"/>
                      <a:pt x="18" y="1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683" name="Freeform 386">
                <a:extLst>
                  <a:ext uri="{FF2B5EF4-FFF2-40B4-BE49-F238E27FC236}">
                    <a16:creationId xmlns:a16="http://schemas.microsoft.com/office/drawing/2014/main" id="{C49ED425-493C-4260-81F5-5513358C47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3" y="3998"/>
                <a:ext cx="12" cy="22"/>
              </a:xfrm>
              <a:custGeom>
                <a:avLst/>
                <a:gdLst>
                  <a:gd name="T0" fmla="*/ 10 w 11"/>
                  <a:gd name="T1" fmla="*/ 1 h 20"/>
                  <a:gd name="T2" fmla="*/ 0 w 11"/>
                  <a:gd name="T3" fmla="*/ 24 h 20"/>
                  <a:gd name="T4" fmla="*/ 5 w 11"/>
                  <a:gd name="T5" fmla="*/ 0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20">
                    <a:moveTo>
                      <a:pt x="7" y="1"/>
                    </a:moveTo>
                    <a:cubicBezTo>
                      <a:pt x="11" y="0"/>
                      <a:pt x="11" y="20"/>
                      <a:pt x="0" y="18"/>
                    </a:cubicBezTo>
                    <a:cubicBezTo>
                      <a:pt x="5" y="13"/>
                      <a:pt x="10" y="7"/>
                      <a:pt x="5" y="0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684" name="Freeform 387">
                <a:extLst>
                  <a:ext uri="{FF2B5EF4-FFF2-40B4-BE49-F238E27FC236}">
                    <a16:creationId xmlns:a16="http://schemas.microsoft.com/office/drawing/2014/main" id="{5B38ED16-279E-46B8-813B-1E7B5EEE5D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2" y="3993"/>
                <a:ext cx="7" cy="13"/>
              </a:xfrm>
              <a:custGeom>
                <a:avLst/>
                <a:gdLst>
                  <a:gd name="T0" fmla="*/ 7 w 6"/>
                  <a:gd name="T1" fmla="*/ 0 h 12"/>
                  <a:gd name="T2" fmla="*/ 0 w 6"/>
                  <a:gd name="T3" fmla="*/ 15 h 12"/>
                  <a:gd name="T4" fmla="*/ 2 w 6"/>
                  <a:gd name="T5" fmla="*/ 0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12">
                    <a:moveTo>
                      <a:pt x="4" y="0"/>
                    </a:moveTo>
                    <a:cubicBezTo>
                      <a:pt x="6" y="3"/>
                      <a:pt x="6" y="12"/>
                      <a:pt x="0" y="12"/>
                    </a:cubicBezTo>
                    <a:cubicBezTo>
                      <a:pt x="1" y="8"/>
                      <a:pt x="4" y="5"/>
                      <a:pt x="2" y="0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685" name="Freeform 388">
                <a:extLst>
                  <a:ext uri="{FF2B5EF4-FFF2-40B4-BE49-F238E27FC236}">
                    <a16:creationId xmlns:a16="http://schemas.microsoft.com/office/drawing/2014/main" id="{E5DA07B3-8480-4BE9-A3AA-024593340B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6" y="1897"/>
                <a:ext cx="92" cy="53"/>
              </a:xfrm>
              <a:custGeom>
                <a:avLst/>
                <a:gdLst>
                  <a:gd name="T0" fmla="*/ 78 w 86"/>
                  <a:gd name="T1" fmla="*/ 0 h 49"/>
                  <a:gd name="T2" fmla="*/ 37 w 86"/>
                  <a:gd name="T3" fmla="*/ 5 h 49"/>
                  <a:gd name="T4" fmla="*/ 0 w 86"/>
                  <a:gd name="T5" fmla="*/ 41 h 49"/>
                  <a:gd name="T6" fmla="*/ 29 w 86"/>
                  <a:gd name="T7" fmla="*/ 17 h 49"/>
                  <a:gd name="T8" fmla="*/ 56 w 86"/>
                  <a:gd name="T9" fmla="*/ 21 h 49"/>
                  <a:gd name="T10" fmla="*/ 81 w 86"/>
                  <a:gd name="T11" fmla="*/ 27 h 49"/>
                  <a:gd name="T12" fmla="*/ 105 w 86"/>
                  <a:gd name="T13" fmla="*/ 62 h 49"/>
                  <a:gd name="T14" fmla="*/ 78 w 86"/>
                  <a:gd name="T15" fmla="*/ 3 h 4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6" h="49">
                    <a:moveTo>
                      <a:pt x="64" y="0"/>
                    </a:moveTo>
                    <a:cubicBezTo>
                      <a:pt x="56" y="12"/>
                      <a:pt x="42" y="4"/>
                      <a:pt x="31" y="5"/>
                    </a:cubicBezTo>
                    <a:cubicBezTo>
                      <a:pt x="18" y="6"/>
                      <a:pt x="8" y="22"/>
                      <a:pt x="0" y="32"/>
                    </a:cubicBezTo>
                    <a:cubicBezTo>
                      <a:pt x="8" y="29"/>
                      <a:pt x="15" y="16"/>
                      <a:pt x="23" y="14"/>
                    </a:cubicBezTo>
                    <a:cubicBezTo>
                      <a:pt x="30" y="12"/>
                      <a:pt x="38" y="18"/>
                      <a:pt x="46" y="17"/>
                    </a:cubicBezTo>
                    <a:cubicBezTo>
                      <a:pt x="55" y="17"/>
                      <a:pt x="58" y="16"/>
                      <a:pt x="66" y="21"/>
                    </a:cubicBezTo>
                    <a:cubicBezTo>
                      <a:pt x="77" y="28"/>
                      <a:pt x="83" y="37"/>
                      <a:pt x="86" y="49"/>
                    </a:cubicBezTo>
                    <a:cubicBezTo>
                      <a:pt x="79" y="34"/>
                      <a:pt x="69" y="20"/>
                      <a:pt x="64" y="3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686" name="Freeform 389">
                <a:extLst>
                  <a:ext uri="{FF2B5EF4-FFF2-40B4-BE49-F238E27FC236}">
                    <a16:creationId xmlns:a16="http://schemas.microsoft.com/office/drawing/2014/main" id="{F0CA5229-C5FF-4A1F-A993-99AB106E76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2" y="2124"/>
                <a:ext cx="87" cy="111"/>
              </a:xfrm>
              <a:custGeom>
                <a:avLst/>
                <a:gdLst>
                  <a:gd name="T0" fmla="*/ 73 w 81"/>
                  <a:gd name="T1" fmla="*/ 0 h 104"/>
                  <a:gd name="T2" fmla="*/ 85 w 81"/>
                  <a:gd name="T3" fmla="*/ 82 h 104"/>
                  <a:gd name="T4" fmla="*/ 56 w 81"/>
                  <a:gd name="T5" fmla="*/ 107 h 104"/>
                  <a:gd name="T6" fmla="*/ 0 w 81"/>
                  <a:gd name="T7" fmla="*/ 126 h 104"/>
                  <a:gd name="T8" fmla="*/ 45 w 81"/>
                  <a:gd name="T9" fmla="*/ 98 h 104"/>
                  <a:gd name="T10" fmla="*/ 76 w 81"/>
                  <a:gd name="T11" fmla="*/ 80 h 104"/>
                  <a:gd name="T12" fmla="*/ 77 w 81"/>
                  <a:gd name="T13" fmla="*/ 5 h 10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1" h="104">
                    <a:moveTo>
                      <a:pt x="59" y="0"/>
                    </a:moveTo>
                    <a:cubicBezTo>
                      <a:pt x="63" y="22"/>
                      <a:pt x="81" y="45"/>
                      <a:pt x="69" y="67"/>
                    </a:cubicBezTo>
                    <a:cubicBezTo>
                      <a:pt x="63" y="80"/>
                      <a:pt x="58" y="82"/>
                      <a:pt x="45" y="88"/>
                    </a:cubicBezTo>
                    <a:cubicBezTo>
                      <a:pt x="30" y="94"/>
                      <a:pt x="15" y="99"/>
                      <a:pt x="0" y="104"/>
                    </a:cubicBezTo>
                    <a:cubicBezTo>
                      <a:pt x="10" y="95"/>
                      <a:pt x="24" y="88"/>
                      <a:pt x="36" y="81"/>
                    </a:cubicBezTo>
                    <a:cubicBezTo>
                      <a:pt x="43" y="77"/>
                      <a:pt x="56" y="72"/>
                      <a:pt x="61" y="66"/>
                    </a:cubicBezTo>
                    <a:cubicBezTo>
                      <a:pt x="72" y="49"/>
                      <a:pt x="55" y="22"/>
                      <a:pt x="62" y="5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687" name="Freeform 390">
                <a:extLst>
                  <a:ext uri="{FF2B5EF4-FFF2-40B4-BE49-F238E27FC236}">
                    <a16:creationId xmlns:a16="http://schemas.microsoft.com/office/drawing/2014/main" id="{CA637233-67DA-429A-B53D-EC5209B7F5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6" y="2217"/>
                <a:ext cx="54" cy="85"/>
              </a:xfrm>
              <a:custGeom>
                <a:avLst/>
                <a:gdLst>
                  <a:gd name="T0" fmla="*/ 0 w 51"/>
                  <a:gd name="T1" fmla="*/ 14 h 80"/>
                  <a:gd name="T2" fmla="*/ 47 w 51"/>
                  <a:gd name="T3" fmla="*/ 22 h 80"/>
                  <a:gd name="T4" fmla="*/ 47 w 51"/>
                  <a:gd name="T5" fmla="*/ 54 h 80"/>
                  <a:gd name="T6" fmla="*/ 60 w 51"/>
                  <a:gd name="T7" fmla="*/ 96 h 80"/>
                  <a:gd name="T8" fmla="*/ 40 w 51"/>
                  <a:gd name="T9" fmla="*/ 35 h 80"/>
                  <a:gd name="T10" fmla="*/ 5 w 51"/>
                  <a:gd name="T11" fmla="*/ 14 h 8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1" h="80">
                    <a:moveTo>
                      <a:pt x="0" y="11"/>
                    </a:moveTo>
                    <a:cubicBezTo>
                      <a:pt x="16" y="8"/>
                      <a:pt x="34" y="0"/>
                      <a:pt x="40" y="19"/>
                    </a:cubicBezTo>
                    <a:cubicBezTo>
                      <a:pt x="42" y="28"/>
                      <a:pt x="40" y="36"/>
                      <a:pt x="40" y="45"/>
                    </a:cubicBezTo>
                    <a:cubicBezTo>
                      <a:pt x="41" y="58"/>
                      <a:pt x="48" y="69"/>
                      <a:pt x="51" y="80"/>
                    </a:cubicBezTo>
                    <a:cubicBezTo>
                      <a:pt x="40" y="64"/>
                      <a:pt x="35" y="48"/>
                      <a:pt x="34" y="29"/>
                    </a:cubicBezTo>
                    <a:cubicBezTo>
                      <a:pt x="33" y="9"/>
                      <a:pt x="21" y="11"/>
                      <a:pt x="5" y="11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688" name="Freeform 391">
                <a:extLst>
                  <a:ext uri="{FF2B5EF4-FFF2-40B4-BE49-F238E27FC236}">
                    <a16:creationId xmlns:a16="http://schemas.microsoft.com/office/drawing/2014/main" id="{ADC75B82-4737-4200-B637-8402DD967E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0" y="2372"/>
                <a:ext cx="36" cy="109"/>
              </a:xfrm>
              <a:custGeom>
                <a:avLst/>
                <a:gdLst>
                  <a:gd name="T0" fmla="*/ 39 w 34"/>
                  <a:gd name="T1" fmla="*/ 0 h 102"/>
                  <a:gd name="T2" fmla="*/ 38 w 34"/>
                  <a:gd name="T3" fmla="*/ 30 h 102"/>
                  <a:gd name="T4" fmla="*/ 23 w 34"/>
                  <a:gd name="T5" fmla="*/ 49 h 102"/>
                  <a:gd name="T6" fmla="*/ 18 w 34"/>
                  <a:gd name="T7" fmla="*/ 76 h 102"/>
                  <a:gd name="T8" fmla="*/ 0 w 34"/>
                  <a:gd name="T9" fmla="*/ 124 h 102"/>
                  <a:gd name="T10" fmla="*/ 14 w 34"/>
                  <a:gd name="T11" fmla="*/ 55 h 102"/>
                  <a:gd name="T12" fmla="*/ 24 w 34"/>
                  <a:gd name="T13" fmla="*/ 34 h 102"/>
                  <a:gd name="T14" fmla="*/ 37 w 34"/>
                  <a:gd name="T15" fmla="*/ 4 h 10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4" h="102">
                    <a:moveTo>
                      <a:pt x="33" y="0"/>
                    </a:moveTo>
                    <a:cubicBezTo>
                      <a:pt x="33" y="7"/>
                      <a:pt x="34" y="17"/>
                      <a:pt x="32" y="24"/>
                    </a:cubicBezTo>
                    <a:cubicBezTo>
                      <a:pt x="29" y="31"/>
                      <a:pt x="23" y="34"/>
                      <a:pt x="20" y="40"/>
                    </a:cubicBezTo>
                    <a:cubicBezTo>
                      <a:pt x="16" y="47"/>
                      <a:pt x="16" y="55"/>
                      <a:pt x="15" y="62"/>
                    </a:cubicBezTo>
                    <a:cubicBezTo>
                      <a:pt x="13" y="77"/>
                      <a:pt x="7" y="89"/>
                      <a:pt x="0" y="102"/>
                    </a:cubicBezTo>
                    <a:cubicBezTo>
                      <a:pt x="13" y="86"/>
                      <a:pt x="7" y="63"/>
                      <a:pt x="11" y="45"/>
                    </a:cubicBezTo>
                    <a:cubicBezTo>
                      <a:pt x="12" y="39"/>
                      <a:pt x="17" y="32"/>
                      <a:pt x="21" y="28"/>
                    </a:cubicBezTo>
                    <a:cubicBezTo>
                      <a:pt x="28" y="21"/>
                      <a:pt x="32" y="15"/>
                      <a:pt x="31" y="4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689" name="Freeform 392">
                <a:extLst>
                  <a:ext uri="{FF2B5EF4-FFF2-40B4-BE49-F238E27FC236}">
                    <a16:creationId xmlns:a16="http://schemas.microsoft.com/office/drawing/2014/main" id="{55DC9A24-88CF-46AE-9BBB-B657B39D77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1" y="2360"/>
                <a:ext cx="56" cy="51"/>
              </a:xfrm>
              <a:custGeom>
                <a:avLst/>
                <a:gdLst>
                  <a:gd name="T0" fmla="*/ 64 w 52"/>
                  <a:gd name="T1" fmla="*/ 13 h 48"/>
                  <a:gd name="T2" fmla="*/ 0 w 52"/>
                  <a:gd name="T3" fmla="*/ 57 h 48"/>
                  <a:gd name="T4" fmla="*/ 65 w 52"/>
                  <a:gd name="T5" fmla="*/ 14 h 4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2" h="48">
                    <a:moveTo>
                      <a:pt x="51" y="10"/>
                    </a:moveTo>
                    <a:cubicBezTo>
                      <a:pt x="29" y="9"/>
                      <a:pt x="7" y="28"/>
                      <a:pt x="0" y="48"/>
                    </a:cubicBezTo>
                    <a:cubicBezTo>
                      <a:pt x="1" y="19"/>
                      <a:pt x="24" y="0"/>
                      <a:pt x="52" y="1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690" name="Freeform 393">
                <a:extLst>
                  <a:ext uri="{FF2B5EF4-FFF2-40B4-BE49-F238E27FC236}">
                    <a16:creationId xmlns:a16="http://schemas.microsoft.com/office/drawing/2014/main" id="{9384143F-2796-44D4-BD12-828708FDB1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0" y="1293"/>
                <a:ext cx="473" cy="472"/>
              </a:xfrm>
              <a:custGeom>
                <a:avLst/>
                <a:gdLst>
                  <a:gd name="T0" fmla="*/ 0 w 442"/>
                  <a:gd name="T1" fmla="*/ 0 h 442"/>
                  <a:gd name="T2" fmla="*/ 314 w 442"/>
                  <a:gd name="T3" fmla="*/ 166 h 442"/>
                  <a:gd name="T4" fmla="*/ 381 w 442"/>
                  <a:gd name="T5" fmla="*/ 285 h 442"/>
                  <a:gd name="T6" fmla="*/ 541 w 442"/>
                  <a:gd name="T7" fmla="*/ 538 h 442"/>
                  <a:gd name="T8" fmla="*/ 407 w 442"/>
                  <a:gd name="T9" fmla="*/ 334 h 442"/>
                  <a:gd name="T10" fmla="*/ 303 w 442"/>
                  <a:gd name="T11" fmla="*/ 191 h 442"/>
                  <a:gd name="T12" fmla="*/ 0 w 442"/>
                  <a:gd name="T13" fmla="*/ 0 h 4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42" h="442">
                    <a:moveTo>
                      <a:pt x="0" y="0"/>
                    </a:moveTo>
                    <a:cubicBezTo>
                      <a:pt x="0" y="0"/>
                      <a:pt x="163" y="23"/>
                      <a:pt x="256" y="136"/>
                    </a:cubicBezTo>
                    <a:cubicBezTo>
                      <a:pt x="272" y="156"/>
                      <a:pt x="279" y="204"/>
                      <a:pt x="311" y="234"/>
                    </a:cubicBezTo>
                    <a:cubicBezTo>
                      <a:pt x="343" y="263"/>
                      <a:pt x="420" y="344"/>
                      <a:pt x="442" y="442"/>
                    </a:cubicBezTo>
                    <a:cubicBezTo>
                      <a:pt x="442" y="442"/>
                      <a:pt x="392" y="325"/>
                      <a:pt x="332" y="274"/>
                    </a:cubicBezTo>
                    <a:cubicBezTo>
                      <a:pt x="273" y="223"/>
                      <a:pt x="270" y="202"/>
                      <a:pt x="247" y="157"/>
                    </a:cubicBezTo>
                    <a:cubicBezTo>
                      <a:pt x="225" y="112"/>
                      <a:pt x="128" y="27"/>
                      <a:pt x="0" y="0"/>
                    </a:cubicBezTo>
                    <a:close/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691" name="Freeform 394">
                <a:extLst>
                  <a:ext uri="{FF2B5EF4-FFF2-40B4-BE49-F238E27FC236}">
                    <a16:creationId xmlns:a16="http://schemas.microsoft.com/office/drawing/2014/main" id="{E2E8E1E0-4B3A-4552-8FC8-EC450BB0DB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1" y="1465"/>
                <a:ext cx="154" cy="435"/>
              </a:xfrm>
              <a:custGeom>
                <a:avLst/>
                <a:gdLst>
                  <a:gd name="T0" fmla="*/ 5 w 144"/>
                  <a:gd name="T1" fmla="*/ 0 h 407"/>
                  <a:gd name="T2" fmla="*/ 22 w 144"/>
                  <a:gd name="T3" fmla="*/ 44 h 407"/>
                  <a:gd name="T4" fmla="*/ 48 w 144"/>
                  <a:gd name="T5" fmla="*/ 112 h 407"/>
                  <a:gd name="T6" fmla="*/ 75 w 144"/>
                  <a:gd name="T7" fmla="*/ 175 h 407"/>
                  <a:gd name="T8" fmla="*/ 133 w 144"/>
                  <a:gd name="T9" fmla="*/ 278 h 407"/>
                  <a:gd name="T10" fmla="*/ 147 w 144"/>
                  <a:gd name="T11" fmla="*/ 497 h 407"/>
                  <a:gd name="T12" fmla="*/ 133 w 144"/>
                  <a:gd name="T13" fmla="*/ 330 h 407"/>
                  <a:gd name="T14" fmla="*/ 33 w 144"/>
                  <a:gd name="T15" fmla="*/ 215 h 407"/>
                  <a:gd name="T16" fmla="*/ 11 w 144"/>
                  <a:gd name="T17" fmla="*/ 201 h 407"/>
                  <a:gd name="T18" fmla="*/ 6 w 144"/>
                  <a:gd name="T19" fmla="*/ 184 h 407"/>
                  <a:gd name="T20" fmla="*/ 16 w 144"/>
                  <a:gd name="T21" fmla="*/ 120 h 407"/>
                  <a:gd name="T22" fmla="*/ 6 w 144"/>
                  <a:gd name="T23" fmla="*/ 1 h 40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44" h="407">
                    <a:moveTo>
                      <a:pt x="5" y="0"/>
                    </a:moveTo>
                    <a:cubicBezTo>
                      <a:pt x="12" y="9"/>
                      <a:pt x="15" y="24"/>
                      <a:pt x="19" y="36"/>
                    </a:cubicBezTo>
                    <a:cubicBezTo>
                      <a:pt x="25" y="55"/>
                      <a:pt x="31" y="74"/>
                      <a:pt x="39" y="92"/>
                    </a:cubicBezTo>
                    <a:cubicBezTo>
                      <a:pt x="47" y="109"/>
                      <a:pt x="54" y="126"/>
                      <a:pt x="61" y="143"/>
                    </a:cubicBezTo>
                    <a:cubicBezTo>
                      <a:pt x="73" y="174"/>
                      <a:pt x="90" y="200"/>
                      <a:pt x="108" y="227"/>
                    </a:cubicBezTo>
                    <a:cubicBezTo>
                      <a:pt x="144" y="282"/>
                      <a:pt x="144" y="347"/>
                      <a:pt x="120" y="407"/>
                    </a:cubicBezTo>
                    <a:cubicBezTo>
                      <a:pt x="136" y="360"/>
                      <a:pt x="133" y="313"/>
                      <a:pt x="108" y="270"/>
                    </a:cubicBezTo>
                    <a:cubicBezTo>
                      <a:pt x="89" y="235"/>
                      <a:pt x="62" y="197"/>
                      <a:pt x="27" y="176"/>
                    </a:cubicBezTo>
                    <a:cubicBezTo>
                      <a:pt x="21" y="172"/>
                      <a:pt x="13" y="170"/>
                      <a:pt x="8" y="165"/>
                    </a:cubicBezTo>
                    <a:cubicBezTo>
                      <a:pt x="0" y="157"/>
                      <a:pt x="5" y="159"/>
                      <a:pt x="6" y="151"/>
                    </a:cubicBezTo>
                    <a:cubicBezTo>
                      <a:pt x="8" y="133"/>
                      <a:pt x="11" y="115"/>
                      <a:pt x="13" y="98"/>
                    </a:cubicBezTo>
                    <a:cubicBezTo>
                      <a:pt x="16" y="65"/>
                      <a:pt x="9" y="33"/>
                      <a:pt x="6" y="1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692" name="Freeform 395">
                <a:extLst>
                  <a:ext uri="{FF2B5EF4-FFF2-40B4-BE49-F238E27FC236}">
                    <a16:creationId xmlns:a16="http://schemas.microsoft.com/office/drawing/2014/main" id="{A2530986-20C1-4116-8E85-0511E6E55D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3" y="2222"/>
                <a:ext cx="33" cy="37"/>
              </a:xfrm>
              <a:custGeom>
                <a:avLst/>
                <a:gdLst>
                  <a:gd name="T0" fmla="*/ 0 w 31"/>
                  <a:gd name="T1" fmla="*/ 24 h 35"/>
                  <a:gd name="T2" fmla="*/ 13 w 31"/>
                  <a:gd name="T3" fmla="*/ 41 h 35"/>
                  <a:gd name="T4" fmla="*/ 1 w 31"/>
                  <a:gd name="T5" fmla="*/ 20 h 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1" h="35">
                    <a:moveTo>
                      <a:pt x="0" y="21"/>
                    </a:moveTo>
                    <a:cubicBezTo>
                      <a:pt x="10" y="6"/>
                      <a:pt x="15" y="26"/>
                      <a:pt x="10" y="35"/>
                    </a:cubicBezTo>
                    <a:cubicBezTo>
                      <a:pt x="31" y="23"/>
                      <a:pt x="14" y="0"/>
                      <a:pt x="1" y="17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693" name="Freeform 396">
                <a:extLst>
                  <a:ext uri="{FF2B5EF4-FFF2-40B4-BE49-F238E27FC236}">
                    <a16:creationId xmlns:a16="http://schemas.microsoft.com/office/drawing/2014/main" id="{83448262-0D9E-4349-82E9-860CAB1052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0" y="2158"/>
                <a:ext cx="34" cy="28"/>
              </a:xfrm>
              <a:custGeom>
                <a:avLst/>
                <a:gdLst>
                  <a:gd name="T0" fmla="*/ 4 w 32"/>
                  <a:gd name="T1" fmla="*/ 32 h 26"/>
                  <a:gd name="T2" fmla="*/ 0 w 32"/>
                  <a:gd name="T3" fmla="*/ 15 h 26"/>
                  <a:gd name="T4" fmla="*/ 26 w 32"/>
                  <a:gd name="T5" fmla="*/ 4 h 26"/>
                  <a:gd name="T6" fmla="*/ 13 w 32"/>
                  <a:gd name="T7" fmla="*/ 31 h 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2" h="26">
                    <a:moveTo>
                      <a:pt x="4" y="26"/>
                    </a:moveTo>
                    <a:cubicBezTo>
                      <a:pt x="22" y="23"/>
                      <a:pt x="18" y="5"/>
                      <a:pt x="0" y="12"/>
                    </a:cubicBezTo>
                    <a:cubicBezTo>
                      <a:pt x="5" y="9"/>
                      <a:pt x="15" y="0"/>
                      <a:pt x="22" y="4"/>
                    </a:cubicBezTo>
                    <a:cubicBezTo>
                      <a:pt x="32" y="12"/>
                      <a:pt x="17" y="23"/>
                      <a:pt x="10" y="25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694" name="Freeform 397">
                <a:extLst>
                  <a:ext uri="{FF2B5EF4-FFF2-40B4-BE49-F238E27FC236}">
                    <a16:creationId xmlns:a16="http://schemas.microsoft.com/office/drawing/2014/main" id="{4A24AFBB-94CD-4445-B1DF-A19A6AE5BE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6" y="1979"/>
                <a:ext cx="145" cy="131"/>
              </a:xfrm>
              <a:custGeom>
                <a:avLst/>
                <a:gdLst>
                  <a:gd name="T0" fmla="*/ 165 w 136"/>
                  <a:gd name="T1" fmla="*/ 0 h 123"/>
                  <a:gd name="T2" fmla="*/ 117 w 136"/>
                  <a:gd name="T3" fmla="*/ 93 h 123"/>
                  <a:gd name="T4" fmla="*/ 0 w 136"/>
                  <a:gd name="T5" fmla="*/ 149 h 123"/>
                  <a:gd name="T6" fmla="*/ 160 w 136"/>
                  <a:gd name="T7" fmla="*/ 5 h 1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6" h="123">
                    <a:moveTo>
                      <a:pt x="136" y="0"/>
                    </a:moveTo>
                    <a:cubicBezTo>
                      <a:pt x="127" y="29"/>
                      <a:pt x="120" y="56"/>
                      <a:pt x="97" y="77"/>
                    </a:cubicBezTo>
                    <a:cubicBezTo>
                      <a:pt x="69" y="101"/>
                      <a:pt x="32" y="105"/>
                      <a:pt x="0" y="123"/>
                    </a:cubicBezTo>
                    <a:cubicBezTo>
                      <a:pt x="56" y="93"/>
                      <a:pt x="110" y="67"/>
                      <a:pt x="132" y="5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695" name="Freeform 398">
                <a:extLst>
                  <a:ext uri="{FF2B5EF4-FFF2-40B4-BE49-F238E27FC236}">
                    <a16:creationId xmlns:a16="http://schemas.microsoft.com/office/drawing/2014/main" id="{B5335B90-4105-47D6-8821-243044BA29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4" y="2239"/>
                <a:ext cx="101" cy="20"/>
              </a:xfrm>
              <a:custGeom>
                <a:avLst/>
                <a:gdLst>
                  <a:gd name="T0" fmla="*/ 114 w 95"/>
                  <a:gd name="T1" fmla="*/ 2 h 19"/>
                  <a:gd name="T2" fmla="*/ 85 w 95"/>
                  <a:gd name="T3" fmla="*/ 20 h 19"/>
                  <a:gd name="T4" fmla="*/ 60 w 95"/>
                  <a:gd name="T5" fmla="*/ 19 h 19"/>
                  <a:gd name="T6" fmla="*/ 31 w 95"/>
                  <a:gd name="T7" fmla="*/ 14 h 19"/>
                  <a:gd name="T8" fmla="*/ 0 w 95"/>
                  <a:gd name="T9" fmla="*/ 15 h 19"/>
                  <a:gd name="T10" fmla="*/ 30 w 95"/>
                  <a:gd name="T11" fmla="*/ 6 h 19"/>
                  <a:gd name="T12" fmla="*/ 65 w 95"/>
                  <a:gd name="T13" fmla="*/ 8 h 19"/>
                  <a:gd name="T14" fmla="*/ 112 w 95"/>
                  <a:gd name="T15" fmla="*/ 0 h 1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5" h="19">
                    <a:moveTo>
                      <a:pt x="95" y="2"/>
                    </a:moveTo>
                    <a:cubicBezTo>
                      <a:pt x="87" y="6"/>
                      <a:pt x="80" y="14"/>
                      <a:pt x="71" y="17"/>
                    </a:cubicBezTo>
                    <a:cubicBezTo>
                      <a:pt x="65" y="19"/>
                      <a:pt x="56" y="17"/>
                      <a:pt x="50" y="16"/>
                    </a:cubicBezTo>
                    <a:cubicBezTo>
                      <a:pt x="41" y="14"/>
                      <a:pt x="34" y="12"/>
                      <a:pt x="25" y="11"/>
                    </a:cubicBezTo>
                    <a:cubicBezTo>
                      <a:pt x="16" y="10"/>
                      <a:pt x="8" y="12"/>
                      <a:pt x="0" y="12"/>
                    </a:cubicBezTo>
                    <a:cubicBezTo>
                      <a:pt x="8" y="11"/>
                      <a:pt x="15" y="6"/>
                      <a:pt x="24" y="6"/>
                    </a:cubicBezTo>
                    <a:cubicBezTo>
                      <a:pt x="34" y="5"/>
                      <a:pt x="44" y="7"/>
                      <a:pt x="54" y="8"/>
                    </a:cubicBezTo>
                    <a:cubicBezTo>
                      <a:pt x="69" y="10"/>
                      <a:pt x="80" y="5"/>
                      <a:pt x="93" y="0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696" name="Freeform 399">
                <a:extLst>
                  <a:ext uri="{FF2B5EF4-FFF2-40B4-BE49-F238E27FC236}">
                    <a16:creationId xmlns:a16="http://schemas.microsoft.com/office/drawing/2014/main" id="{8A175184-8237-47E9-A69E-BE72ED97F3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1" y="2454"/>
                <a:ext cx="197" cy="43"/>
              </a:xfrm>
              <a:custGeom>
                <a:avLst/>
                <a:gdLst>
                  <a:gd name="T0" fmla="*/ 0 w 184"/>
                  <a:gd name="T1" fmla="*/ 9 h 41"/>
                  <a:gd name="T2" fmla="*/ 102 w 184"/>
                  <a:gd name="T3" fmla="*/ 33 h 41"/>
                  <a:gd name="T4" fmla="*/ 226 w 184"/>
                  <a:gd name="T5" fmla="*/ 47 h 41"/>
                  <a:gd name="T6" fmla="*/ 173 w 184"/>
                  <a:gd name="T7" fmla="*/ 37 h 41"/>
                  <a:gd name="T8" fmla="*/ 103 w 184"/>
                  <a:gd name="T9" fmla="*/ 24 h 41"/>
                  <a:gd name="T10" fmla="*/ 0 w 184"/>
                  <a:gd name="T11" fmla="*/ 7 h 4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84" h="41">
                    <a:moveTo>
                      <a:pt x="0" y="9"/>
                    </a:moveTo>
                    <a:cubicBezTo>
                      <a:pt x="29" y="9"/>
                      <a:pt x="55" y="22"/>
                      <a:pt x="83" y="29"/>
                    </a:cubicBezTo>
                    <a:cubicBezTo>
                      <a:pt x="116" y="37"/>
                      <a:pt x="152" y="31"/>
                      <a:pt x="184" y="41"/>
                    </a:cubicBezTo>
                    <a:cubicBezTo>
                      <a:pt x="171" y="36"/>
                      <a:pt x="155" y="33"/>
                      <a:pt x="141" y="31"/>
                    </a:cubicBezTo>
                    <a:cubicBezTo>
                      <a:pt x="122" y="27"/>
                      <a:pt x="102" y="28"/>
                      <a:pt x="84" y="21"/>
                    </a:cubicBezTo>
                    <a:cubicBezTo>
                      <a:pt x="59" y="12"/>
                      <a:pt x="27" y="0"/>
                      <a:pt x="0" y="7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697" name="Freeform 400">
                <a:extLst>
                  <a:ext uri="{FF2B5EF4-FFF2-40B4-BE49-F238E27FC236}">
                    <a16:creationId xmlns:a16="http://schemas.microsoft.com/office/drawing/2014/main" id="{911271C1-7594-4762-AFBA-D0511CBDB0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0" y="1843"/>
                <a:ext cx="56" cy="85"/>
              </a:xfrm>
              <a:custGeom>
                <a:avLst/>
                <a:gdLst>
                  <a:gd name="T0" fmla="*/ 50 w 52"/>
                  <a:gd name="T1" fmla="*/ 1 h 80"/>
                  <a:gd name="T2" fmla="*/ 24 w 52"/>
                  <a:gd name="T3" fmla="*/ 43 h 80"/>
                  <a:gd name="T4" fmla="*/ 2 w 52"/>
                  <a:gd name="T5" fmla="*/ 96 h 80"/>
                  <a:gd name="T6" fmla="*/ 13 w 52"/>
                  <a:gd name="T7" fmla="*/ 40 h 80"/>
                  <a:gd name="T8" fmla="*/ 50 w 52"/>
                  <a:gd name="T9" fmla="*/ 0 h 8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2" h="80">
                    <a:moveTo>
                      <a:pt x="40" y="1"/>
                    </a:moveTo>
                    <a:cubicBezTo>
                      <a:pt x="52" y="13"/>
                      <a:pt x="25" y="29"/>
                      <a:pt x="19" y="36"/>
                    </a:cubicBezTo>
                    <a:cubicBezTo>
                      <a:pt x="6" y="49"/>
                      <a:pt x="2" y="62"/>
                      <a:pt x="2" y="80"/>
                    </a:cubicBezTo>
                    <a:cubicBezTo>
                      <a:pt x="2" y="64"/>
                      <a:pt x="0" y="47"/>
                      <a:pt x="10" y="34"/>
                    </a:cubicBezTo>
                    <a:cubicBezTo>
                      <a:pt x="18" y="21"/>
                      <a:pt x="33" y="14"/>
                      <a:pt x="40" y="0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698" name="Freeform 401">
                <a:extLst>
                  <a:ext uri="{FF2B5EF4-FFF2-40B4-BE49-F238E27FC236}">
                    <a16:creationId xmlns:a16="http://schemas.microsoft.com/office/drawing/2014/main" id="{068CFF14-21C2-41C0-9CAB-B2308B4E31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1" y="1554"/>
                <a:ext cx="72" cy="94"/>
              </a:xfrm>
              <a:custGeom>
                <a:avLst/>
                <a:gdLst>
                  <a:gd name="T0" fmla="*/ 64 w 68"/>
                  <a:gd name="T1" fmla="*/ 36 h 88"/>
                  <a:gd name="T2" fmla="*/ 62 w 68"/>
                  <a:gd name="T3" fmla="*/ 15 h 88"/>
                  <a:gd name="T4" fmla="*/ 1 w 68"/>
                  <a:gd name="T5" fmla="*/ 107 h 88"/>
                  <a:gd name="T6" fmla="*/ 33 w 68"/>
                  <a:gd name="T7" fmla="*/ 19 h 88"/>
                  <a:gd name="T8" fmla="*/ 68 w 68"/>
                  <a:gd name="T9" fmla="*/ 33 h 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8" h="88">
                    <a:moveTo>
                      <a:pt x="54" y="30"/>
                    </a:moveTo>
                    <a:cubicBezTo>
                      <a:pt x="58" y="24"/>
                      <a:pt x="57" y="17"/>
                      <a:pt x="53" y="12"/>
                    </a:cubicBezTo>
                    <a:cubicBezTo>
                      <a:pt x="24" y="10"/>
                      <a:pt x="10" y="68"/>
                      <a:pt x="1" y="88"/>
                    </a:cubicBezTo>
                    <a:cubicBezTo>
                      <a:pt x="0" y="65"/>
                      <a:pt x="11" y="33"/>
                      <a:pt x="27" y="16"/>
                    </a:cubicBezTo>
                    <a:cubicBezTo>
                      <a:pt x="41" y="0"/>
                      <a:pt x="68" y="1"/>
                      <a:pt x="57" y="2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699" name="Freeform 402">
                <a:extLst>
                  <a:ext uri="{FF2B5EF4-FFF2-40B4-BE49-F238E27FC236}">
                    <a16:creationId xmlns:a16="http://schemas.microsoft.com/office/drawing/2014/main" id="{9C58410F-8667-4F6B-A4BC-AE442A864E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0" y="1588"/>
                <a:ext cx="35" cy="36"/>
              </a:xfrm>
              <a:custGeom>
                <a:avLst/>
                <a:gdLst>
                  <a:gd name="T0" fmla="*/ 0 w 33"/>
                  <a:gd name="T1" fmla="*/ 21 h 34"/>
                  <a:gd name="T2" fmla="*/ 23 w 33"/>
                  <a:gd name="T3" fmla="*/ 40 h 34"/>
                  <a:gd name="T4" fmla="*/ 7 w 33"/>
                  <a:gd name="T5" fmla="*/ 17 h 3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" h="34">
                    <a:moveTo>
                      <a:pt x="0" y="18"/>
                    </a:moveTo>
                    <a:cubicBezTo>
                      <a:pt x="15" y="11"/>
                      <a:pt x="27" y="14"/>
                      <a:pt x="20" y="34"/>
                    </a:cubicBezTo>
                    <a:cubicBezTo>
                      <a:pt x="23" y="18"/>
                      <a:pt x="33" y="0"/>
                      <a:pt x="7" y="1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700" name="Freeform 403">
                <a:extLst>
                  <a:ext uri="{FF2B5EF4-FFF2-40B4-BE49-F238E27FC236}">
                    <a16:creationId xmlns:a16="http://schemas.microsoft.com/office/drawing/2014/main" id="{1A7720AC-978F-4B45-A1EF-741618C20A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6" y="1826"/>
                <a:ext cx="89" cy="82"/>
              </a:xfrm>
              <a:custGeom>
                <a:avLst/>
                <a:gdLst>
                  <a:gd name="T0" fmla="*/ 0 w 84"/>
                  <a:gd name="T1" fmla="*/ 13 h 77"/>
                  <a:gd name="T2" fmla="*/ 67 w 84"/>
                  <a:gd name="T3" fmla="*/ 32 h 77"/>
                  <a:gd name="T4" fmla="*/ 87 w 84"/>
                  <a:gd name="T5" fmla="*/ 93 h 77"/>
                  <a:gd name="T6" fmla="*/ 61 w 84"/>
                  <a:gd name="T7" fmla="*/ 12 h 77"/>
                  <a:gd name="T8" fmla="*/ 0 w 84"/>
                  <a:gd name="T9" fmla="*/ 1 h 7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4" h="77">
                    <a:moveTo>
                      <a:pt x="0" y="10"/>
                    </a:moveTo>
                    <a:cubicBezTo>
                      <a:pt x="19" y="3"/>
                      <a:pt x="41" y="15"/>
                      <a:pt x="56" y="26"/>
                    </a:cubicBezTo>
                    <a:cubicBezTo>
                      <a:pt x="71" y="37"/>
                      <a:pt x="73" y="60"/>
                      <a:pt x="73" y="77"/>
                    </a:cubicBezTo>
                    <a:cubicBezTo>
                      <a:pt x="84" y="53"/>
                      <a:pt x="81" y="19"/>
                      <a:pt x="52" y="9"/>
                    </a:cubicBezTo>
                    <a:cubicBezTo>
                      <a:pt x="38" y="4"/>
                      <a:pt x="15" y="0"/>
                      <a:pt x="0" y="1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701" name="Freeform 404">
                <a:extLst>
                  <a:ext uri="{FF2B5EF4-FFF2-40B4-BE49-F238E27FC236}">
                    <a16:creationId xmlns:a16="http://schemas.microsoft.com/office/drawing/2014/main" id="{9EEDCF50-56B2-4686-A7BA-DF00B38C9E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9" y="1412"/>
                <a:ext cx="37" cy="54"/>
              </a:xfrm>
              <a:custGeom>
                <a:avLst/>
                <a:gdLst>
                  <a:gd name="T0" fmla="*/ 13 w 35"/>
                  <a:gd name="T1" fmla="*/ 53 h 51"/>
                  <a:gd name="T2" fmla="*/ 22 w 35"/>
                  <a:gd name="T3" fmla="*/ 26 h 51"/>
                  <a:gd name="T4" fmla="*/ 41 w 35"/>
                  <a:gd name="T5" fmla="*/ 60 h 51"/>
                  <a:gd name="T6" fmla="*/ 22 w 35"/>
                  <a:gd name="T7" fmla="*/ 16 h 51"/>
                  <a:gd name="T8" fmla="*/ 14 w 35"/>
                  <a:gd name="T9" fmla="*/ 54 h 5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" h="51">
                    <a:moveTo>
                      <a:pt x="10" y="44"/>
                    </a:moveTo>
                    <a:cubicBezTo>
                      <a:pt x="11" y="38"/>
                      <a:pt x="6" y="14"/>
                      <a:pt x="19" y="23"/>
                    </a:cubicBezTo>
                    <a:cubicBezTo>
                      <a:pt x="27" y="29"/>
                      <a:pt x="30" y="42"/>
                      <a:pt x="35" y="51"/>
                    </a:cubicBezTo>
                    <a:cubicBezTo>
                      <a:pt x="35" y="37"/>
                      <a:pt x="32" y="21"/>
                      <a:pt x="19" y="13"/>
                    </a:cubicBezTo>
                    <a:cubicBezTo>
                      <a:pt x="0" y="0"/>
                      <a:pt x="8" y="36"/>
                      <a:pt x="11" y="4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702" name="Freeform 405">
                <a:extLst>
                  <a:ext uri="{FF2B5EF4-FFF2-40B4-BE49-F238E27FC236}">
                    <a16:creationId xmlns:a16="http://schemas.microsoft.com/office/drawing/2014/main" id="{D441B65C-C748-4AA2-A86D-4426C91567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8" y="2693"/>
                <a:ext cx="264" cy="49"/>
              </a:xfrm>
              <a:custGeom>
                <a:avLst/>
                <a:gdLst>
                  <a:gd name="T0" fmla="*/ 301 w 247"/>
                  <a:gd name="T1" fmla="*/ 0 h 46"/>
                  <a:gd name="T2" fmla="*/ 233 w 247"/>
                  <a:gd name="T3" fmla="*/ 13 h 46"/>
                  <a:gd name="T4" fmla="*/ 156 w 247"/>
                  <a:gd name="T5" fmla="*/ 36 h 46"/>
                  <a:gd name="T6" fmla="*/ 0 w 247"/>
                  <a:gd name="T7" fmla="*/ 55 h 46"/>
                  <a:gd name="T8" fmla="*/ 144 w 247"/>
                  <a:gd name="T9" fmla="*/ 20 h 46"/>
                  <a:gd name="T10" fmla="*/ 213 w 247"/>
                  <a:gd name="T11" fmla="*/ 18 h 46"/>
                  <a:gd name="T12" fmla="*/ 283 w 247"/>
                  <a:gd name="T13" fmla="*/ 3 h 4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7" h="46">
                    <a:moveTo>
                      <a:pt x="247" y="0"/>
                    </a:moveTo>
                    <a:cubicBezTo>
                      <a:pt x="229" y="7"/>
                      <a:pt x="209" y="6"/>
                      <a:pt x="191" y="10"/>
                    </a:cubicBezTo>
                    <a:cubicBezTo>
                      <a:pt x="170" y="16"/>
                      <a:pt x="150" y="25"/>
                      <a:pt x="128" y="30"/>
                    </a:cubicBezTo>
                    <a:cubicBezTo>
                      <a:pt x="86" y="38"/>
                      <a:pt x="41" y="23"/>
                      <a:pt x="0" y="46"/>
                    </a:cubicBezTo>
                    <a:cubicBezTo>
                      <a:pt x="39" y="30"/>
                      <a:pt x="75" y="15"/>
                      <a:pt x="118" y="17"/>
                    </a:cubicBezTo>
                    <a:cubicBezTo>
                      <a:pt x="138" y="18"/>
                      <a:pt x="154" y="20"/>
                      <a:pt x="174" y="15"/>
                    </a:cubicBezTo>
                    <a:cubicBezTo>
                      <a:pt x="194" y="10"/>
                      <a:pt x="210" y="1"/>
                      <a:pt x="232" y="3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</p:grpSp>
        <p:sp>
          <p:nvSpPr>
            <p:cNvPr id="46483" name="Freeform 406">
              <a:extLst>
                <a:ext uri="{FF2B5EF4-FFF2-40B4-BE49-F238E27FC236}">
                  <a16:creationId xmlns:a16="http://schemas.microsoft.com/office/drawing/2014/main" id="{598DE223-C69D-4308-8FE0-D911F401DD4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0" y="3056"/>
              <a:ext cx="99" cy="55"/>
            </a:xfrm>
            <a:custGeom>
              <a:avLst/>
              <a:gdLst>
                <a:gd name="T0" fmla="*/ 0 w 92"/>
                <a:gd name="T1" fmla="*/ 59 h 52"/>
                <a:gd name="T2" fmla="*/ 115 w 92"/>
                <a:gd name="T3" fmla="*/ 0 h 52"/>
                <a:gd name="T4" fmla="*/ 62 w 92"/>
                <a:gd name="T5" fmla="*/ 35 h 52"/>
                <a:gd name="T6" fmla="*/ 11 w 92"/>
                <a:gd name="T7" fmla="*/ 61 h 5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2" h="52">
                  <a:moveTo>
                    <a:pt x="0" y="50"/>
                  </a:moveTo>
                  <a:cubicBezTo>
                    <a:pt x="34" y="50"/>
                    <a:pt x="85" y="38"/>
                    <a:pt x="92" y="0"/>
                  </a:cubicBezTo>
                  <a:cubicBezTo>
                    <a:pt x="76" y="0"/>
                    <a:pt x="63" y="19"/>
                    <a:pt x="50" y="29"/>
                  </a:cubicBezTo>
                  <a:cubicBezTo>
                    <a:pt x="38" y="38"/>
                    <a:pt x="14" y="46"/>
                    <a:pt x="8" y="52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6484" name="Freeform 407">
              <a:extLst>
                <a:ext uri="{FF2B5EF4-FFF2-40B4-BE49-F238E27FC236}">
                  <a16:creationId xmlns:a16="http://schemas.microsoft.com/office/drawing/2014/main" id="{3214BBDD-BD11-41E9-8BA8-247FEC04676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5" y="3658"/>
              <a:ext cx="94" cy="28"/>
            </a:xfrm>
            <a:custGeom>
              <a:avLst/>
              <a:gdLst>
                <a:gd name="T0" fmla="*/ 107 w 88"/>
                <a:gd name="T1" fmla="*/ 24 h 26"/>
                <a:gd name="T2" fmla="*/ 4 w 88"/>
                <a:gd name="T3" fmla="*/ 32 h 26"/>
                <a:gd name="T4" fmla="*/ 101 w 88"/>
                <a:gd name="T5" fmla="*/ 17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8" h="26">
                  <a:moveTo>
                    <a:pt x="88" y="19"/>
                  </a:moveTo>
                  <a:cubicBezTo>
                    <a:pt x="59" y="11"/>
                    <a:pt x="31" y="23"/>
                    <a:pt x="4" y="26"/>
                  </a:cubicBezTo>
                  <a:cubicBezTo>
                    <a:pt x="0" y="0"/>
                    <a:pt x="71" y="6"/>
                    <a:pt x="83" y="14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6485" name="Freeform 408">
              <a:extLst>
                <a:ext uri="{FF2B5EF4-FFF2-40B4-BE49-F238E27FC236}">
                  <a16:creationId xmlns:a16="http://schemas.microsoft.com/office/drawing/2014/main" id="{58FF1C35-A415-41E6-AFC5-773892E8519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9" y="3750"/>
              <a:ext cx="89" cy="36"/>
            </a:xfrm>
            <a:custGeom>
              <a:avLst/>
              <a:gdLst>
                <a:gd name="T0" fmla="*/ 102 w 83"/>
                <a:gd name="T1" fmla="*/ 23 h 34"/>
                <a:gd name="T2" fmla="*/ 46 w 83"/>
                <a:gd name="T3" fmla="*/ 33 h 34"/>
                <a:gd name="T4" fmla="*/ 0 w 83"/>
                <a:gd name="T5" fmla="*/ 30 h 34"/>
                <a:gd name="T6" fmla="*/ 91 w 83"/>
                <a:gd name="T7" fmla="*/ 23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3" h="34">
                  <a:moveTo>
                    <a:pt x="83" y="20"/>
                  </a:moveTo>
                  <a:cubicBezTo>
                    <a:pt x="66" y="27"/>
                    <a:pt x="56" y="30"/>
                    <a:pt x="37" y="27"/>
                  </a:cubicBezTo>
                  <a:cubicBezTo>
                    <a:pt x="24" y="25"/>
                    <a:pt x="13" y="19"/>
                    <a:pt x="0" y="25"/>
                  </a:cubicBezTo>
                  <a:cubicBezTo>
                    <a:pt x="26" y="0"/>
                    <a:pt x="56" y="34"/>
                    <a:pt x="74" y="20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6486" name="Freeform 409">
              <a:extLst>
                <a:ext uri="{FF2B5EF4-FFF2-40B4-BE49-F238E27FC236}">
                  <a16:creationId xmlns:a16="http://schemas.microsoft.com/office/drawing/2014/main" id="{A189A564-AAE0-4F96-883E-E2B4B06C939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7" y="2179"/>
              <a:ext cx="205" cy="81"/>
            </a:xfrm>
            <a:custGeom>
              <a:avLst/>
              <a:gdLst>
                <a:gd name="T0" fmla="*/ 234 w 192"/>
                <a:gd name="T1" fmla="*/ 0 h 76"/>
                <a:gd name="T2" fmla="*/ 187 w 192"/>
                <a:gd name="T3" fmla="*/ 32 h 76"/>
                <a:gd name="T4" fmla="*/ 139 w 192"/>
                <a:gd name="T5" fmla="*/ 59 h 76"/>
                <a:gd name="T6" fmla="*/ 86 w 192"/>
                <a:gd name="T7" fmla="*/ 76 h 76"/>
                <a:gd name="T8" fmla="*/ 0 w 192"/>
                <a:gd name="T9" fmla="*/ 92 h 76"/>
                <a:gd name="T10" fmla="*/ 78 w 192"/>
                <a:gd name="T11" fmla="*/ 69 h 76"/>
                <a:gd name="T12" fmla="*/ 138 w 192"/>
                <a:gd name="T13" fmla="*/ 45 h 76"/>
                <a:gd name="T14" fmla="*/ 183 w 192"/>
                <a:gd name="T15" fmla="*/ 20 h 76"/>
                <a:gd name="T16" fmla="*/ 225 w 192"/>
                <a:gd name="T17" fmla="*/ 6 h 7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92" h="76">
                  <a:moveTo>
                    <a:pt x="192" y="0"/>
                  </a:moveTo>
                  <a:cubicBezTo>
                    <a:pt x="179" y="4"/>
                    <a:pt x="165" y="18"/>
                    <a:pt x="154" y="26"/>
                  </a:cubicBezTo>
                  <a:cubicBezTo>
                    <a:pt x="141" y="35"/>
                    <a:pt x="127" y="41"/>
                    <a:pt x="114" y="49"/>
                  </a:cubicBezTo>
                  <a:cubicBezTo>
                    <a:pt x="100" y="57"/>
                    <a:pt x="86" y="60"/>
                    <a:pt x="71" y="63"/>
                  </a:cubicBezTo>
                  <a:cubicBezTo>
                    <a:pt x="47" y="67"/>
                    <a:pt x="25" y="75"/>
                    <a:pt x="0" y="76"/>
                  </a:cubicBezTo>
                  <a:cubicBezTo>
                    <a:pt x="22" y="71"/>
                    <a:pt x="43" y="63"/>
                    <a:pt x="64" y="57"/>
                  </a:cubicBezTo>
                  <a:cubicBezTo>
                    <a:pt x="81" y="52"/>
                    <a:pt x="98" y="45"/>
                    <a:pt x="113" y="37"/>
                  </a:cubicBezTo>
                  <a:cubicBezTo>
                    <a:pt x="125" y="30"/>
                    <a:pt x="137" y="21"/>
                    <a:pt x="150" y="17"/>
                  </a:cubicBezTo>
                  <a:cubicBezTo>
                    <a:pt x="161" y="12"/>
                    <a:pt x="174" y="11"/>
                    <a:pt x="185" y="6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6487" name="Freeform 410">
              <a:extLst>
                <a:ext uri="{FF2B5EF4-FFF2-40B4-BE49-F238E27FC236}">
                  <a16:creationId xmlns:a16="http://schemas.microsoft.com/office/drawing/2014/main" id="{F6708A32-622D-4269-BAFF-989D124B5B7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4" y="2165"/>
              <a:ext cx="154" cy="189"/>
            </a:xfrm>
            <a:custGeom>
              <a:avLst/>
              <a:gdLst>
                <a:gd name="T0" fmla="*/ 149 w 144"/>
                <a:gd name="T1" fmla="*/ 11 h 177"/>
                <a:gd name="T2" fmla="*/ 170 w 144"/>
                <a:gd name="T3" fmla="*/ 3 h 177"/>
                <a:gd name="T4" fmla="*/ 169 w 144"/>
                <a:gd name="T5" fmla="*/ 29 h 177"/>
                <a:gd name="T6" fmla="*/ 126 w 144"/>
                <a:gd name="T7" fmla="*/ 103 h 177"/>
                <a:gd name="T8" fmla="*/ 67 w 144"/>
                <a:gd name="T9" fmla="*/ 166 h 177"/>
                <a:gd name="T10" fmla="*/ 0 w 144"/>
                <a:gd name="T11" fmla="*/ 216 h 177"/>
                <a:gd name="T12" fmla="*/ 65 w 144"/>
                <a:gd name="T13" fmla="*/ 161 h 177"/>
                <a:gd name="T14" fmla="*/ 108 w 144"/>
                <a:gd name="T15" fmla="*/ 98 h 177"/>
                <a:gd name="T16" fmla="*/ 127 w 144"/>
                <a:gd name="T17" fmla="*/ 50 h 177"/>
                <a:gd name="T18" fmla="*/ 109 w 144"/>
                <a:gd name="T19" fmla="*/ 37 h 177"/>
                <a:gd name="T20" fmla="*/ 151 w 144"/>
                <a:gd name="T21" fmla="*/ 11 h 17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44" h="177">
                  <a:moveTo>
                    <a:pt x="122" y="8"/>
                  </a:moveTo>
                  <a:cubicBezTo>
                    <a:pt x="126" y="7"/>
                    <a:pt x="135" y="0"/>
                    <a:pt x="139" y="3"/>
                  </a:cubicBezTo>
                  <a:cubicBezTo>
                    <a:pt x="144" y="6"/>
                    <a:pt x="139" y="19"/>
                    <a:pt x="138" y="23"/>
                  </a:cubicBezTo>
                  <a:cubicBezTo>
                    <a:pt x="130" y="44"/>
                    <a:pt x="116" y="65"/>
                    <a:pt x="103" y="84"/>
                  </a:cubicBezTo>
                  <a:cubicBezTo>
                    <a:pt x="90" y="104"/>
                    <a:pt x="72" y="120"/>
                    <a:pt x="55" y="136"/>
                  </a:cubicBezTo>
                  <a:cubicBezTo>
                    <a:pt x="38" y="152"/>
                    <a:pt x="18" y="162"/>
                    <a:pt x="0" y="177"/>
                  </a:cubicBezTo>
                  <a:cubicBezTo>
                    <a:pt x="19" y="170"/>
                    <a:pt x="40" y="147"/>
                    <a:pt x="53" y="132"/>
                  </a:cubicBezTo>
                  <a:cubicBezTo>
                    <a:pt x="66" y="116"/>
                    <a:pt x="77" y="99"/>
                    <a:pt x="88" y="81"/>
                  </a:cubicBezTo>
                  <a:cubicBezTo>
                    <a:pt x="95" y="68"/>
                    <a:pt x="102" y="56"/>
                    <a:pt x="104" y="41"/>
                  </a:cubicBezTo>
                  <a:cubicBezTo>
                    <a:pt x="105" y="27"/>
                    <a:pt x="102" y="27"/>
                    <a:pt x="89" y="31"/>
                  </a:cubicBezTo>
                  <a:cubicBezTo>
                    <a:pt x="97" y="27"/>
                    <a:pt x="117" y="15"/>
                    <a:pt x="123" y="8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6488" name="Freeform 411">
              <a:extLst>
                <a:ext uri="{FF2B5EF4-FFF2-40B4-BE49-F238E27FC236}">
                  <a16:creationId xmlns:a16="http://schemas.microsoft.com/office/drawing/2014/main" id="{C76A20FC-161B-4D42-AB8A-E42A522CE77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7" y="2020"/>
              <a:ext cx="177" cy="25"/>
            </a:xfrm>
            <a:custGeom>
              <a:avLst/>
              <a:gdLst>
                <a:gd name="T0" fmla="*/ 202 w 166"/>
                <a:gd name="T1" fmla="*/ 15 h 23"/>
                <a:gd name="T2" fmla="*/ 158 w 166"/>
                <a:gd name="T3" fmla="*/ 25 h 23"/>
                <a:gd name="T4" fmla="*/ 106 w 166"/>
                <a:gd name="T5" fmla="*/ 25 h 23"/>
                <a:gd name="T6" fmla="*/ 49 w 166"/>
                <a:gd name="T7" fmla="*/ 11 h 23"/>
                <a:gd name="T8" fmla="*/ 0 w 166"/>
                <a:gd name="T9" fmla="*/ 1 h 23"/>
                <a:gd name="T10" fmla="*/ 66 w 166"/>
                <a:gd name="T11" fmla="*/ 4 h 23"/>
                <a:gd name="T12" fmla="*/ 115 w 166"/>
                <a:gd name="T13" fmla="*/ 11 h 23"/>
                <a:gd name="T14" fmla="*/ 191 w 166"/>
                <a:gd name="T15" fmla="*/ 10 h 2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6" h="23">
                  <a:moveTo>
                    <a:pt x="166" y="12"/>
                  </a:moveTo>
                  <a:cubicBezTo>
                    <a:pt x="155" y="11"/>
                    <a:pt x="141" y="16"/>
                    <a:pt x="130" y="19"/>
                  </a:cubicBezTo>
                  <a:cubicBezTo>
                    <a:pt x="115" y="23"/>
                    <a:pt x="102" y="21"/>
                    <a:pt x="87" y="19"/>
                  </a:cubicBezTo>
                  <a:cubicBezTo>
                    <a:pt x="70" y="18"/>
                    <a:pt x="56" y="14"/>
                    <a:pt x="40" y="8"/>
                  </a:cubicBezTo>
                  <a:cubicBezTo>
                    <a:pt x="28" y="4"/>
                    <a:pt x="13" y="0"/>
                    <a:pt x="0" y="1"/>
                  </a:cubicBezTo>
                  <a:cubicBezTo>
                    <a:pt x="18" y="1"/>
                    <a:pt x="36" y="2"/>
                    <a:pt x="54" y="4"/>
                  </a:cubicBezTo>
                  <a:cubicBezTo>
                    <a:pt x="68" y="6"/>
                    <a:pt x="81" y="9"/>
                    <a:pt x="95" y="8"/>
                  </a:cubicBezTo>
                  <a:cubicBezTo>
                    <a:pt x="116" y="7"/>
                    <a:pt x="137" y="7"/>
                    <a:pt x="158" y="7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6489" name="Freeform 412">
              <a:extLst>
                <a:ext uri="{FF2B5EF4-FFF2-40B4-BE49-F238E27FC236}">
                  <a16:creationId xmlns:a16="http://schemas.microsoft.com/office/drawing/2014/main" id="{8D00CE97-45A1-4065-A767-B8A3D196732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7" y="2137"/>
              <a:ext cx="185" cy="195"/>
            </a:xfrm>
            <a:custGeom>
              <a:avLst/>
              <a:gdLst>
                <a:gd name="T0" fmla="*/ 186 w 173"/>
                <a:gd name="T1" fmla="*/ 25 h 183"/>
                <a:gd name="T2" fmla="*/ 0 w 173"/>
                <a:gd name="T3" fmla="*/ 222 h 183"/>
                <a:gd name="T4" fmla="*/ 142 w 173"/>
                <a:gd name="T5" fmla="*/ 35 h 183"/>
                <a:gd name="T6" fmla="*/ 192 w 173"/>
                <a:gd name="T7" fmla="*/ 0 h 183"/>
                <a:gd name="T8" fmla="*/ 211 w 173"/>
                <a:gd name="T9" fmla="*/ 14 h 183"/>
                <a:gd name="T10" fmla="*/ 184 w 173"/>
                <a:gd name="T11" fmla="*/ 33 h 18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3" h="183">
                  <a:moveTo>
                    <a:pt x="152" y="21"/>
                  </a:moveTo>
                  <a:cubicBezTo>
                    <a:pt x="75" y="49"/>
                    <a:pt x="48" y="126"/>
                    <a:pt x="0" y="183"/>
                  </a:cubicBezTo>
                  <a:cubicBezTo>
                    <a:pt x="31" y="127"/>
                    <a:pt x="68" y="72"/>
                    <a:pt x="116" y="29"/>
                  </a:cubicBezTo>
                  <a:cubicBezTo>
                    <a:pt x="127" y="19"/>
                    <a:pt x="141" y="1"/>
                    <a:pt x="157" y="0"/>
                  </a:cubicBezTo>
                  <a:cubicBezTo>
                    <a:pt x="164" y="0"/>
                    <a:pt x="173" y="0"/>
                    <a:pt x="172" y="11"/>
                  </a:cubicBezTo>
                  <a:cubicBezTo>
                    <a:pt x="171" y="20"/>
                    <a:pt x="156" y="25"/>
                    <a:pt x="151" y="27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6490" name="Freeform 413">
              <a:extLst>
                <a:ext uri="{FF2B5EF4-FFF2-40B4-BE49-F238E27FC236}">
                  <a16:creationId xmlns:a16="http://schemas.microsoft.com/office/drawing/2014/main" id="{D8629F80-4102-44B3-B6F4-C8E85736665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3" y="2417"/>
              <a:ext cx="233" cy="110"/>
            </a:xfrm>
            <a:custGeom>
              <a:avLst/>
              <a:gdLst>
                <a:gd name="T0" fmla="*/ 266 w 218"/>
                <a:gd name="T1" fmla="*/ 0 h 103"/>
                <a:gd name="T2" fmla="*/ 0 w 218"/>
                <a:gd name="T3" fmla="*/ 123 h 103"/>
                <a:gd name="T4" fmla="*/ 266 w 218"/>
                <a:gd name="T5" fmla="*/ 0 h 10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8" h="103">
                  <a:moveTo>
                    <a:pt x="218" y="0"/>
                  </a:moveTo>
                  <a:cubicBezTo>
                    <a:pt x="218" y="0"/>
                    <a:pt x="142" y="103"/>
                    <a:pt x="0" y="101"/>
                  </a:cubicBezTo>
                  <a:cubicBezTo>
                    <a:pt x="0" y="101"/>
                    <a:pt x="140" y="74"/>
                    <a:pt x="218" y="0"/>
                  </a:cubicBezTo>
                  <a:close/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6491" name="Freeform 414">
              <a:extLst>
                <a:ext uri="{FF2B5EF4-FFF2-40B4-BE49-F238E27FC236}">
                  <a16:creationId xmlns:a16="http://schemas.microsoft.com/office/drawing/2014/main" id="{13D107C9-9C95-402B-9076-862CDB0D687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5" y="1954"/>
              <a:ext cx="126" cy="246"/>
            </a:xfrm>
            <a:custGeom>
              <a:avLst/>
              <a:gdLst>
                <a:gd name="T0" fmla="*/ 0 w 118"/>
                <a:gd name="T1" fmla="*/ 3 h 230"/>
                <a:gd name="T2" fmla="*/ 67 w 118"/>
                <a:gd name="T3" fmla="*/ 136 h 230"/>
                <a:gd name="T4" fmla="*/ 144 w 118"/>
                <a:gd name="T5" fmla="*/ 281 h 230"/>
                <a:gd name="T6" fmla="*/ 64 w 118"/>
                <a:gd name="T7" fmla="*/ 176 h 230"/>
                <a:gd name="T8" fmla="*/ 50 w 118"/>
                <a:gd name="T9" fmla="*/ 128 h 230"/>
                <a:gd name="T10" fmla="*/ 17 w 118"/>
                <a:gd name="T11" fmla="*/ 151 h 230"/>
                <a:gd name="T12" fmla="*/ 1 w 118"/>
                <a:gd name="T13" fmla="*/ 0 h 23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8" h="230">
                  <a:moveTo>
                    <a:pt x="0" y="3"/>
                  </a:moveTo>
                  <a:cubicBezTo>
                    <a:pt x="43" y="9"/>
                    <a:pt x="47" y="79"/>
                    <a:pt x="55" y="111"/>
                  </a:cubicBezTo>
                  <a:cubicBezTo>
                    <a:pt x="66" y="155"/>
                    <a:pt x="102" y="187"/>
                    <a:pt x="118" y="230"/>
                  </a:cubicBezTo>
                  <a:cubicBezTo>
                    <a:pt x="108" y="196"/>
                    <a:pt x="69" y="174"/>
                    <a:pt x="52" y="144"/>
                  </a:cubicBezTo>
                  <a:cubicBezTo>
                    <a:pt x="49" y="138"/>
                    <a:pt x="45" y="107"/>
                    <a:pt x="41" y="105"/>
                  </a:cubicBezTo>
                  <a:cubicBezTo>
                    <a:pt x="34" y="102"/>
                    <a:pt x="19" y="119"/>
                    <a:pt x="14" y="123"/>
                  </a:cubicBezTo>
                  <a:cubicBezTo>
                    <a:pt x="55" y="87"/>
                    <a:pt x="19" y="36"/>
                    <a:pt x="1" y="0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6492" name="Freeform 415">
              <a:extLst>
                <a:ext uri="{FF2B5EF4-FFF2-40B4-BE49-F238E27FC236}">
                  <a16:creationId xmlns:a16="http://schemas.microsoft.com/office/drawing/2014/main" id="{0530C3ED-AD17-46B0-AB2C-887A4B6444A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8" y="1857"/>
              <a:ext cx="29" cy="119"/>
            </a:xfrm>
            <a:custGeom>
              <a:avLst/>
              <a:gdLst>
                <a:gd name="T0" fmla="*/ 10 w 27"/>
                <a:gd name="T1" fmla="*/ 0 h 112"/>
                <a:gd name="T2" fmla="*/ 29 w 27"/>
                <a:gd name="T3" fmla="*/ 60 h 112"/>
                <a:gd name="T4" fmla="*/ 0 w 27"/>
                <a:gd name="T5" fmla="*/ 134 h 112"/>
                <a:gd name="T6" fmla="*/ 20 w 27"/>
                <a:gd name="T7" fmla="*/ 82 h 112"/>
                <a:gd name="T8" fmla="*/ 11 w 27"/>
                <a:gd name="T9" fmla="*/ 13 h 1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112">
                  <a:moveTo>
                    <a:pt x="7" y="0"/>
                  </a:moveTo>
                  <a:cubicBezTo>
                    <a:pt x="17" y="14"/>
                    <a:pt x="25" y="30"/>
                    <a:pt x="23" y="50"/>
                  </a:cubicBezTo>
                  <a:cubicBezTo>
                    <a:pt x="21" y="73"/>
                    <a:pt x="1" y="87"/>
                    <a:pt x="0" y="112"/>
                  </a:cubicBezTo>
                  <a:cubicBezTo>
                    <a:pt x="3" y="93"/>
                    <a:pt x="7" y="83"/>
                    <a:pt x="17" y="68"/>
                  </a:cubicBezTo>
                  <a:cubicBezTo>
                    <a:pt x="27" y="52"/>
                    <a:pt x="16" y="24"/>
                    <a:pt x="8" y="10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6493" name="Freeform 416">
              <a:extLst>
                <a:ext uri="{FF2B5EF4-FFF2-40B4-BE49-F238E27FC236}">
                  <a16:creationId xmlns:a16="http://schemas.microsoft.com/office/drawing/2014/main" id="{FEE43424-188B-46FF-94C5-D9760EDFC47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3" y="1827"/>
              <a:ext cx="20" cy="27"/>
            </a:xfrm>
            <a:custGeom>
              <a:avLst/>
              <a:gdLst>
                <a:gd name="T0" fmla="*/ 4 w 19"/>
                <a:gd name="T1" fmla="*/ 0 h 25"/>
                <a:gd name="T2" fmla="*/ 0 w 19"/>
                <a:gd name="T3" fmla="*/ 30 h 25"/>
                <a:gd name="T4" fmla="*/ 21 w 19"/>
                <a:gd name="T5" fmla="*/ 18 h 25"/>
                <a:gd name="T6" fmla="*/ 2 w 19"/>
                <a:gd name="T7" fmla="*/ 3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25">
                  <a:moveTo>
                    <a:pt x="4" y="0"/>
                  </a:moveTo>
                  <a:cubicBezTo>
                    <a:pt x="16" y="13"/>
                    <a:pt x="17" y="17"/>
                    <a:pt x="0" y="24"/>
                  </a:cubicBezTo>
                  <a:cubicBezTo>
                    <a:pt x="8" y="24"/>
                    <a:pt x="17" y="25"/>
                    <a:pt x="18" y="15"/>
                  </a:cubicBezTo>
                  <a:cubicBezTo>
                    <a:pt x="19" y="5"/>
                    <a:pt x="10" y="3"/>
                    <a:pt x="2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6494" name="Freeform 417">
              <a:extLst>
                <a:ext uri="{FF2B5EF4-FFF2-40B4-BE49-F238E27FC236}">
                  <a16:creationId xmlns:a16="http://schemas.microsoft.com/office/drawing/2014/main" id="{E6145D1E-37F7-40B7-95E0-DCC0AB9EE1D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5" y="3012"/>
              <a:ext cx="120" cy="64"/>
            </a:xfrm>
            <a:custGeom>
              <a:avLst/>
              <a:gdLst>
                <a:gd name="T0" fmla="*/ 138 w 112"/>
                <a:gd name="T1" fmla="*/ 39 h 60"/>
                <a:gd name="T2" fmla="*/ 58 w 112"/>
                <a:gd name="T3" fmla="*/ 63 h 60"/>
                <a:gd name="T4" fmla="*/ 0 w 112"/>
                <a:gd name="T5" fmla="*/ 0 h 60"/>
                <a:gd name="T6" fmla="*/ 64 w 112"/>
                <a:gd name="T7" fmla="*/ 48 h 60"/>
                <a:gd name="T8" fmla="*/ 126 w 112"/>
                <a:gd name="T9" fmla="*/ 48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2" h="60">
                  <a:moveTo>
                    <a:pt x="112" y="33"/>
                  </a:moveTo>
                  <a:cubicBezTo>
                    <a:pt x="96" y="43"/>
                    <a:pt x="64" y="60"/>
                    <a:pt x="47" y="52"/>
                  </a:cubicBezTo>
                  <a:cubicBezTo>
                    <a:pt x="26" y="42"/>
                    <a:pt x="15" y="16"/>
                    <a:pt x="0" y="0"/>
                  </a:cubicBezTo>
                  <a:cubicBezTo>
                    <a:pt x="20" y="9"/>
                    <a:pt x="34" y="28"/>
                    <a:pt x="52" y="39"/>
                  </a:cubicBezTo>
                  <a:cubicBezTo>
                    <a:pt x="70" y="50"/>
                    <a:pt x="84" y="43"/>
                    <a:pt x="103" y="39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6495" name="Freeform 418">
              <a:extLst>
                <a:ext uri="{FF2B5EF4-FFF2-40B4-BE49-F238E27FC236}">
                  <a16:creationId xmlns:a16="http://schemas.microsoft.com/office/drawing/2014/main" id="{6FA8C4DF-0334-4E27-9E0C-1D540EDD421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0" y="1896"/>
              <a:ext cx="44" cy="35"/>
            </a:xfrm>
            <a:custGeom>
              <a:avLst/>
              <a:gdLst>
                <a:gd name="T0" fmla="*/ 11 w 41"/>
                <a:gd name="T1" fmla="*/ 0 h 32"/>
                <a:gd name="T2" fmla="*/ 0 w 41"/>
                <a:gd name="T3" fmla="*/ 18 h 32"/>
                <a:gd name="T4" fmla="*/ 27 w 41"/>
                <a:gd name="T5" fmla="*/ 42 h 32"/>
                <a:gd name="T6" fmla="*/ 50 w 41"/>
                <a:gd name="T7" fmla="*/ 18 h 32"/>
                <a:gd name="T8" fmla="*/ 47 w 41"/>
                <a:gd name="T9" fmla="*/ 4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" h="32">
                  <a:moveTo>
                    <a:pt x="8" y="0"/>
                  </a:moveTo>
                  <a:cubicBezTo>
                    <a:pt x="3" y="3"/>
                    <a:pt x="0" y="8"/>
                    <a:pt x="0" y="14"/>
                  </a:cubicBezTo>
                  <a:cubicBezTo>
                    <a:pt x="0" y="24"/>
                    <a:pt x="10" y="32"/>
                    <a:pt x="21" y="32"/>
                  </a:cubicBezTo>
                  <a:cubicBezTo>
                    <a:pt x="32" y="32"/>
                    <a:pt x="41" y="24"/>
                    <a:pt x="41" y="14"/>
                  </a:cubicBezTo>
                  <a:cubicBezTo>
                    <a:pt x="41" y="10"/>
                    <a:pt x="40" y="7"/>
                    <a:pt x="38" y="4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6496" name="Freeform 419">
              <a:extLst>
                <a:ext uri="{FF2B5EF4-FFF2-40B4-BE49-F238E27FC236}">
                  <a16:creationId xmlns:a16="http://schemas.microsoft.com/office/drawing/2014/main" id="{3CABD47F-DD1F-43B9-9118-A0CDCC6B63C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6" y="1892"/>
              <a:ext cx="12" cy="1"/>
            </a:xfrm>
            <a:custGeom>
              <a:avLst/>
              <a:gdLst>
                <a:gd name="T0" fmla="*/ 14 w 11"/>
                <a:gd name="T1" fmla="*/ 0 h 1"/>
                <a:gd name="T2" fmla="*/ 9 w 11"/>
                <a:gd name="T3" fmla="*/ 0 h 1"/>
                <a:gd name="T4" fmla="*/ 0 w 11"/>
                <a:gd name="T5" fmla="*/ 1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">
                  <a:moveTo>
                    <a:pt x="11" y="0"/>
                  </a:moveTo>
                  <a:cubicBezTo>
                    <a:pt x="10" y="0"/>
                    <a:pt x="8" y="0"/>
                    <a:pt x="6" y="0"/>
                  </a:cubicBezTo>
                  <a:cubicBezTo>
                    <a:pt x="4" y="0"/>
                    <a:pt x="2" y="0"/>
                    <a:pt x="0" y="1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6497" name="Freeform 420">
              <a:extLst>
                <a:ext uri="{FF2B5EF4-FFF2-40B4-BE49-F238E27FC236}">
                  <a16:creationId xmlns:a16="http://schemas.microsoft.com/office/drawing/2014/main" id="{B40A85FA-3F12-47E0-9DD5-CFC3A3FFD3F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5" y="856"/>
              <a:ext cx="150" cy="162"/>
            </a:xfrm>
            <a:custGeom>
              <a:avLst/>
              <a:gdLst>
                <a:gd name="T0" fmla="*/ 4 w 141"/>
                <a:gd name="T1" fmla="*/ 80 h 152"/>
                <a:gd name="T2" fmla="*/ 91 w 141"/>
                <a:gd name="T3" fmla="*/ 124 h 152"/>
                <a:gd name="T4" fmla="*/ 127 w 141"/>
                <a:gd name="T5" fmla="*/ 184 h 152"/>
                <a:gd name="T6" fmla="*/ 71 w 141"/>
                <a:gd name="T7" fmla="*/ 98 h 152"/>
                <a:gd name="T8" fmla="*/ 113 w 141"/>
                <a:gd name="T9" fmla="*/ 131 h 152"/>
                <a:gd name="T10" fmla="*/ 140 w 141"/>
                <a:gd name="T11" fmla="*/ 171 h 152"/>
                <a:gd name="T12" fmla="*/ 126 w 141"/>
                <a:gd name="T13" fmla="*/ 126 h 152"/>
                <a:gd name="T14" fmla="*/ 138 w 141"/>
                <a:gd name="T15" fmla="*/ 141 h 152"/>
                <a:gd name="T16" fmla="*/ 126 w 141"/>
                <a:gd name="T17" fmla="*/ 124 h 152"/>
                <a:gd name="T18" fmla="*/ 138 w 141"/>
                <a:gd name="T19" fmla="*/ 136 h 152"/>
                <a:gd name="T20" fmla="*/ 118 w 141"/>
                <a:gd name="T21" fmla="*/ 79 h 152"/>
                <a:gd name="T22" fmla="*/ 170 w 141"/>
                <a:gd name="T23" fmla="*/ 148 h 152"/>
                <a:gd name="T24" fmla="*/ 139 w 141"/>
                <a:gd name="T25" fmla="*/ 85 h 152"/>
                <a:gd name="T26" fmla="*/ 159 w 141"/>
                <a:gd name="T27" fmla="*/ 116 h 152"/>
                <a:gd name="T28" fmla="*/ 147 w 141"/>
                <a:gd name="T29" fmla="*/ 99 h 152"/>
                <a:gd name="T30" fmla="*/ 159 w 141"/>
                <a:gd name="T31" fmla="*/ 113 h 152"/>
                <a:gd name="T32" fmla="*/ 106 w 141"/>
                <a:gd name="T33" fmla="*/ 33 h 152"/>
                <a:gd name="T34" fmla="*/ 38 w 141"/>
                <a:gd name="T35" fmla="*/ 2 h 152"/>
                <a:gd name="T36" fmla="*/ 73 w 141"/>
                <a:gd name="T37" fmla="*/ 23 h 152"/>
                <a:gd name="T38" fmla="*/ 110 w 141"/>
                <a:gd name="T39" fmla="*/ 64 h 152"/>
                <a:gd name="T40" fmla="*/ 61 w 141"/>
                <a:gd name="T41" fmla="*/ 36 h 152"/>
                <a:gd name="T42" fmla="*/ 91 w 141"/>
                <a:gd name="T43" fmla="*/ 62 h 152"/>
                <a:gd name="T44" fmla="*/ 79 w 141"/>
                <a:gd name="T45" fmla="*/ 54 h 152"/>
                <a:gd name="T46" fmla="*/ 94 w 141"/>
                <a:gd name="T47" fmla="*/ 71 h 152"/>
                <a:gd name="T48" fmla="*/ 26 w 141"/>
                <a:gd name="T49" fmla="*/ 36 h 152"/>
                <a:gd name="T50" fmla="*/ 83 w 141"/>
                <a:gd name="T51" fmla="*/ 82 h 152"/>
                <a:gd name="T52" fmla="*/ 33 w 141"/>
                <a:gd name="T53" fmla="*/ 59 h 152"/>
                <a:gd name="T54" fmla="*/ 64 w 141"/>
                <a:gd name="T55" fmla="*/ 76 h 152"/>
                <a:gd name="T56" fmla="*/ 37 w 141"/>
                <a:gd name="T57" fmla="*/ 72 h 152"/>
                <a:gd name="T58" fmla="*/ 54 w 141"/>
                <a:gd name="T59" fmla="*/ 86 h 152"/>
                <a:gd name="T60" fmla="*/ 28 w 141"/>
                <a:gd name="T61" fmla="*/ 77 h 152"/>
                <a:gd name="T62" fmla="*/ 47 w 141"/>
                <a:gd name="T63" fmla="*/ 93 h 152"/>
                <a:gd name="T64" fmla="*/ 0 w 141"/>
                <a:gd name="T65" fmla="*/ 72 h 152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141" h="152">
                  <a:moveTo>
                    <a:pt x="4" y="66"/>
                  </a:moveTo>
                  <a:cubicBezTo>
                    <a:pt x="27" y="81"/>
                    <a:pt x="55" y="85"/>
                    <a:pt x="76" y="102"/>
                  </a:cubicBezTo>
                  <a:cubicBezTo>
                    <a:pt x="91" y="113"/>
                    <a:pt x="102" y="135"/>
                    <a:pt x="105" y="152"/>
                  </a:cubicBezTo>
                  <a:cubicBezTo>
                    <a:pt x="108" y="120"/>
                    <a:pt x="81" y="99"/>
                    <a:pt x="59" y="81"/>
                  </a:cubicBezTo>
                  <a:cubicBezTo>
                    <a:pt x="71" y="90"/>
                    <a:pt x="84" y="96"/>
                    <a:pt x="94" y="108"/>
                  </a:cubicBezTo>
                  <a:cubicBezTo>
                    <a:pt x="102" y="117"/>
                    <a:pt x="107" y="133"/>
                    <a:pt x="117" y="141"/>
                  </a:cubicBezTo>
                  <a:cubicBezTo>
                    <a:pt x="114" y="129"/>
                    <a:pt x="112" y="114"/>
                    <a:pt x="104" y="104"/>
                  </a:cubicBezTo>
                  <a:cubicBezTo>
                    <a:pt x="108" y="108"/>
                    <a:pt x="111" y="112"/>
                    <a:pt x="115" y="116"/>
                  </a:cubicBezTo>
                  <a:cubicBezTo>
                    <a:pt x="112" y="111"/>
                    <a:pt x="108" y="107"/>
                    <a:pt x="104" y="102"/>
                  </a:cubicBezTo>
                  <a:cubicBezTo>
                    <a:pt x="109" y="104"/>
                    <a:pt x="114" y="109"/>
                    <a:pt x="115" y="113"/>
                  </a:cubicBezTo>
                  <a:cubicBezTo>
                    <a:pt x="106" y="97"/>
                    <a:pt x="104" y="82"/>
                    <a:pt x="98" y="65"/>
                  </a:cubicBezTo>
                  <a:cubicBezTo>
                    <a:pt x="97" y="90"/>
                    <a:pt x="126" y="107"/>
                    <a:pt x="141" y="122"/>
                  </a:cubicBezTo>
                  <a:cubicBezTo>
                    <a:pt x="123" y="113"/>
                    <a:pt x="124" y="84"/>
                    <a:pt x="116" y="70"/>
                  </a:cubicBezTo>
                  <a:cubicBezTo>
                    <a:pt x="121" y="78"/>
                    <a:pt x="125" y="89"/>
                    <a:pt x="132" y="96"/>
                  </a:cubicBezTo>
                  <a:cubicBezTo>
                    <a:pt x="128" y="92"/>
                    <a:pt x="125" y="87"/>
                    <a:pt x="122" y="82"/>
                  </a:cubicBezTo>
                  <a:cubicBezTo>
                    <a:pt x="125" y="85"/>
                    <a:pt x="129" y="89"/>
                    <a:pt x="132" y="93"/>
                  </a:cubicBezTo>
                  <a:cubicBezTo>
                    <a:pt x="115" y="71"/>
                    <a:pt x="109" y="46"/>
                    <a:pt x="88" y="27"/>
                  </a:cubicBezTo>
                  <a:cubicBezTo>
                    <a:pt x="73" y="14"/>
                    <a:pt x="52" y="0"/>
                    <a:pt x="32" y="2"/>
                  </a:cubicBezTo>
                  <a:cubicBezTo>
                    <a:pt x="42" y="8"/>
                    <a:pt x="52" y="13"/>
                    <a:pt x="61" y="20"/>
                  </a:cubicBezTo>
                  <a:cubicBezTo>
                    <a:pt x="73" y="29"/>
                    <a:pt x="81" y="42"/>
                    <a:pt x="91" y="53"/>
                  </a:cubicBezTo>
                  <a:cubicBezTo>
                    <a:pt x="77" y="49"/>
                    <a:pt x="62" y="38"/>
                    <a:pt x="51" y="30"/>
                  </a:cubicBezTo>
                  <a:cubicBezTo>
                    <a:pt x="57" y="38"/>
                    <a:pt x="68" y="43"/>
                    <a:pt x="76" y="51"/>
                  </a:cubicBezTo>
                  <a:cubicBezTo>
                    <a:pt x="72" y="49"/>
                    <a:pt x="68" y="47"/>
                    <a:pt x="66" y="45"/>
                  </a:cubicBezTo>
                  <a:cubicBezTo>
                    <a:pt x="69" y="50"/>
                    <a:pt x="74" y="55"/>
                    <a:pt x="78" y="59"/>
                  </a:cubicBezTo>
                  <a:cubicBezTo>
                    <a:pt x="60" y="47"/>
                    <a:pt x="44" y="32"/>
                    <a:pt x="22" y="30"/>
                  </a:cubicBezTo>
                  <a:cubicBezTo>
                    <a:pt x="41" y="39"/>
                    <a:pt x="55" y="51"/>
                    <a:pt x="69" y="68"/>
                  </a:cubicBezTo>
                  <a:cubicBezTo>
                    <a:pt x="60" y="58"/>
                    <a:pt x="40" y="45"/>
                    <a:pt x="27" y="49"/>
                  </a:cubicBezTo>
                  <a:cubicBezTo>
                    <a:pt x="34" y="55"/>
                    <a:pt x="45" y="58"/>
                    <a:pt x="53" y="63"/>
                  </a:cubicBezTo>
                  <a:cubicBezTo>
                    <a:pt x="45" y="63"/>
                    <a:pt x="38" y="63"/>
                    <a:pt x="31" y="60"/>
                  </a:cubicBezTo>
                  <a:cubicBezTo>
                    <a:pt x="35" y="64"/>
                    <a:pt x="40" y="66"/>
                    <a:pt x="45" y="71"/>
                  </a:cubicBezTo>
                  <a:cubicBezTo>
                    <a:pt x="38" y="69"/>
                    <a:pt x="30" y="65"/>
                    <a:pt x="23" y="64"/>
                  </a:cubicBezTo>
                  <a:cubicBezTo>
                    <a:pt x="29" y="68"/>
                    <a:pt x="33" y="73"/>
                    <a:pt x="39" y="77"/>
                  </a:cubicBezTo>
                  <a:cubicBezTo>
                    <a:pt x="25" y="73"/>
                    <a:pt x="12" y="68"/>
                    <a:pt x="0" y="60"/>
                  </a:cubicBezTo>
                </a:path>
              </a:pathLst>
            </a:custGeom>
            <a:solidFill>
              <a:srgbClr val="9528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6498" name="Freeform 421">
              <a:extLst>
                <a:ext uri="{FF2B5EF4-FFF2-40B4-BE49-F238E27FC236}">
                  <a16:creationId xmlns:a16="http://schemas.microsoft.com/office/drawing/2014/main" id="{2F327FFF-DEFD-4D26-B736-3C55E46ADBA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4" y="862"/>
              <a:ext cx="61" cy="90"/>
            </a:xfrm>
            <a:custGeom>
              <a:avLst/>
              <a:gdLst>
                <a:gd name="T0" fmla="*/ 70 w 57"/>
                <a:gd name="T1" fmla="*/ 3 h 84"/>
                <a:gd name="T2" fmla="*/ 50 w 57"/>
                <a:gd name="T3" fmla="*/ 47 h 84"/>
                <a:gd name="T4" fmla="*/ 17 w 57"/>
                <a:gd name="T5" fmla="*/ 103 h 84"/>
                <a:gd name="T6" fmla="*/ 29 w 57"/>
                <a:gd name="T7" fmla="*/ 62 h 84"/>
                <a:gd name="T8" fmla="*/ 13 w 57"/>
                <a:gd name="T9" fmla="*/ 78 h 84"/>
                <a:gd name="T10" fmla="*/ 28 w 57"/>
                <a:gd name="T11" fmla="*/ 46 h 84"/>
                <a:gd name="T12" fmla="*/ 19 w 57"/>
                <a:gd name="T13" fmla="*/ 55 h 84"/>
                <a:gd name="T14" fmla="*/ 33 w 57"/>
                <a:gd name="T15" fmla="*/ 30 h 84"/>
                <a:gd name="T16" fmla="*/ 19 w 57"/>
                <a:gd name="T17" fmla="*/ 44 h 84"/>
                <a:gd name="T18" fmla="*/ 28 w 57"/>
                <a:gd name="T19" fmla="*/ 29 h 84"/>
                <a:gd name="T20" fmla="*/ 21 w 57"/>
                <a:gd name="T21" fmla="*/ 34 h 84"/>
                <a:gd name="T22" fmla="*/ 31 w 57"/>
                <a:gd name="T23" fmla="*/ 17 h 84"/>
                <a:gd name="T24" fmla="*/ 0 w 57"/>
                <a:gd name="T25" fmla="*/ 30 h 84"/>
                <a:gd name="T26" fmla="*/ 46 w 57"/>
                <a:gd name="T27" fmla="*/ 0 h 84"/>
                <a:gd name="T28" fmla="*/ 36 w 57"/>
                <a:gd name="T29" fmla="*/ 19 h 84"/>
                <a:gd name="T30" fmla="*/ 49 w 57"/>
                <a:gd name="T31" fmla="*/ 6 h 84"/>
                <a:gd name="T32" fmla="*/ 46 w 57"/>
                <a:gd name="T33" fmla="*/ 27 h 84"/>
                <a:gd name="T34" fmla="*/ 49 w 57"/>
                <a:gd name="T35" fmla="*/ 19 h 84"/>
                <a:gd name="T36" fmla="*/ 49 w 57"/>
                <a:gd name="T37" fmla="*/ 34 h 84"/>
                <a:gd name="T38" fmla="*/ 64 w 57"/>
                <a:gd name="T39" fmla="*/ 10 h 84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57" h="84">
                  <a:moveTo>
                    <a:pt x="57" y="3"/>
                  </a:moveTo>
                  <a:cubicBezTo>
                    <a:pt x="50" y="15"/>
                    <a:pt x="52" y="28"/>
                    <a:pt x="41" y="38"/>
                  </a:cubicBezTo>
                  <a:cubicBezTo>
                    <a:pt x="25" y="52"/>
                    <a:pt x="20" y="63"/>
                    <a:pt x="14" y="84"/>
                  </a:cubicBezTo>
                  <a:cubicBezTo>
                    <a:pt x="9" y="74"/>
                    <a:pt x="18" y="58"/>
                    <a:pt x="23" y="50"/>
                  </a:cubicBezTo>
                  <a:cubicBezTo>
                    <a:pt x="17" y="53"/>
                    <a:pt x="13" y="58"/>
                    <a:pt x="10" y="63"/>
                  </a:cubicBezTo>
                  <a:cubicBezTo>
                    <a:pt x="13" y="54"/>
                    <a:pt x="17" y="46"/>
                    <a:pt x="22" y="37"/>
                  </a:cubicBezTo>
                  <a:cubicBezTo>
                    <a:pt x="20" y="40"/>
                    <a:pt x="18" y="43"/>
                    <a:pt x="16" y="45"/>
                  </a:cubicBezTo>
                  <a:cubicBezTo>
                    <a:pt x="20" y="38"/>
                    <a:pt x="25" y="31"/>
                    <a:pt x="27" y="24"/>
                  </a:cubicBezTo>
                  <a:cubicBezTo>
                    <a:pt x="23" y="27"/>
                    <a:pt x="20" y="31"/>
                    <a:pt x="16" y="35"/>
                  </a:cubicBezTo>
                  <a:cubicBezTo>
                    <a:pt x="19" y="31"/>
                    <a:pt x="21" y="27"/>
                    <a:pt x="22" y="23"/>
                  </a:cubicBezTo>
                  <a:cubicBezTo>
                    <a:pt x="21" y="25"/>
                    <a:pt x="19" y="26"/>
                    <a:pt x="18" y="28"/>
                  </a:cubicBezTo>
                  <a:cubicBezTo>
                    <a:pt x="20" y="23"/>
                    <a:pt x="23" y="19"/>
                    <a:pt x="25" y="14"/>
                  </a:cubicBezTo>
                  <a:cubicBezTo>
                    <a:pt x="16" y="16"/>
                    <a:pt x="7" y="18"/>
                    <a:pt x="0" y="24"/>
                  </a:cubicBezTo>
                  <a:cubicBezTo>
                    <a:pt x="3" y="15"/>
                    <a:pt x="29" y="2"/>
                    <a:pt x="37" y="0"/>
                  </a:cubicBezTo>
                  <a:cubicBezTo>
                    <a:pt x="37" y="5"/>
                    <a:pt x="33" y="11"/>
                    <a:pt x="30" y="16"/>
                  </a:cubicBezTo>
                  <a:cubicBezTo>
                    <a:pt x="34" y="14"/>
                    <a:pt x="36" y="9"/>
                    <a:pt x="40" y="6"/>
                  </a:cubicBezTo>
                  <a:cubicBezTo>
                    <a:pt x="41" y="11"/>
                    <a:pt x="38" y="16"/>
                    <a:pt x="37" y="21"/>
                  </a:cubicBezTo>
                  <a:cubicBezTo>
                    <a:pt x="37" y="19"/>
                    <a:pt x="40" y="17"/>
                    <a:pt x="40" y="16"/>
                  </a:cubicBezTo>
                  <a:cubicBezTo>
                    <a:pt x="41" y="20"/>
                    <a:pt x="40" y="24"/>
                    <a:pt x="40" y="28"/>
                  </a:cubicBezTo>
                  <a:cubicBezTo>
                    <a:pt x="45" y="22"/>
                    <a:pt x="51" y="15"/>
                    <a:pt x="52" y="7"/>
                  </a:cubicBezTo>
                </a:path>
              </a:pathLst>
            </a:custGeom>
            <a:solidFill>
              <a:srgbClr val="9528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6499" name="Freeform 422">
              <a:extLst>
                <a:ext uri="{FF2B5EF4-FFF2-40B4-BE49-F238E27FC236}">
                  <a16:creationId xmlns:a16="http://schemas.microsoft.com/office/drawing/2014/main" id="{36FD711A-8BC7-40D7-B07F-862FE14AB5E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8" y="827"/>
              <a:ext cx="97" cy="89"/>
            </a:xfrm>
            <a:custGeom>
              <a:avLst/>
              <a:gdLst>
                <a:gd name="T0" fmla="*/ 11 w 90"/>
                <a:gd name="T1" fmla="*/ 43 h 84"/>
                <a:gd name="T2" fmla="*/ 46 w 90"/>
                <a:gd name="T3" fmla="*/ 78 h 84"/>
                <a:gd name="T4" fmla="*/ 36 w 90"/>
                <a:gd name="T5" fmla="*/ 64 h 84"/>
                <a:gd name="T6" fmla="*/ 113 w 90"/>
                <a:gd name="T7" fmla="*/ 100 h 84"/>
                <a:gd name="T8" fmla="*/ 63 w 90"/>
                <a:gd name="T9" fmla="*/ 73 h 84"/>
                <a:gd name="T10" fmla="*/ 84 w 90"/>
                <a:gd name="T11" fmla="*/ 81 h 84"/>
                <a:gd name="T12" fmla="*/ 57 w 90"/>
                <a:gd name="T13" fmla="*/ 69 h 84"/>
                <a:gd name="T14" fmla="*/ 78 w 90"/>
                <a:gd name="T15" fmla="*/ 75 h 84"/>
                <a:gd name="T16" fmla="*/ 22 w 90"/>
                <a:gd name="T17" fmla="*/ 42 h 84"/>
                <a:gd name="T18" fmla="*/ 86 w 90"/>
                <a:gd name="T19" fmla="*/ 54 h 84"/>
                <a:gd name="T20" fmla="*/ 18 w 90"/>
                <a:gd name="T21" fmla="*/ 34 h 84"/>
                <a:gd name="T22" fmla="*/ 34 w 90"/>
                <a:gd name="T23" fmla="*/ 32 h 84"/>
                <a:gd name="T24" fmla="*/ 24 w 90"/>
                <a:gd name="T25" fmla="*/ 30 h 84"/>
                <a:gd name="T26" fmla="*/ 33 w 90"/>
                <a:gd name="T27" fmla="*/ 24 h 84"/>
                <a:gd name="T28" fmla="*/ 20 w 90"/>
                <a:gd name="T29" fmla="*/ 23 h 84"/>
                <a:gd name="T30" fmla="*/ 54 w 90"/>
                <a:gd name="T31" fmla="*/ 3 h 84"/>
                <a:gd name="T32" fmla="*/ 16 w 90"/>
                <a:gd name="T33" fmla="*/ 6 h 84"/>
                <a:gd name="T34" fmla="*/ 32 w 90"/>
                <a:gd name="T35" fmla="*/ 0 h 84"/>
                <a:gd name="T36" fmla="*/ 0 w 90"/>
                <a:gd name="T37" fmla="*/ 32 h 84"/>
                <a:gd name="T38" fmla="*/ 18 w 90"/>
                <a:gd name="T39" fmla="*/ 23 h 84"/>
                <a:gd name="T40" fmla="*/ 10 w 90"/>
                <a:gd name="T41" fmla="*/ 38 h 84"/>
                <a:gd name="T42" fmla="*/ 15 w 90"/>
                <a:gd name="T43" fmla="*/ 39 h 84"/>
                <a:gd name="T44" fmla="*/ 15 w 90"/>
                <a:gd name="T45" fmla="*/ 46 h 84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90" h="84">
                  <a:moveTo>
                    <a:pt x="8" y="37"/>
                  </a:moveTo>
                  <a:cubicBezTo>
                    <a:pt x="15" y="48"/>
                    <a:pt x="26" y="60"/>
                    <a:pt x="37" y="66"/>
                  </a:cubicBezTo>
                  <a:cubicBezTo>
                    <a:pt x="34" y="63"/>
                    <a:pt x="31" y="59"/>
                    <a:pt x="29" y="54"/>
                  </a:cubicBezTo>
                  <a:cubicBezTo>
                    <a:pt x="41" y="71"/>
                    <a:pt x="72" y="78"/>
                    <a:pt x="90" y="84"/>
                  </a:cubicBezTo>
                  <a:cubicBezTo>
                    <a:pt x="76" y="79"/>
                    <a:pt x="61" y="71"/>
                    <a:pt x="50" y="61"/>
                  </a:cubicBezTo>
                  <a:cubicBezTo>
                    <a:pt x="55" y="64"/>
                    <a:pt x="61" y="66"/>
                    <a:pt x="67" y="68"/>
                  </a:cubicBezTo>
                  <a:cubicBezTo>
                    <a:pt x="60" y="64"/>
                    <a:pt x="52" y="62"/>
                    <a:pt x="45" y="58"/>
                  </a:cubicBezTo>
                  <a:cubicBezTo>
                    <a:pt x="51" y="59"/>
                    <a:pt x="58" y="63"/>
                    <a:pt x="62" y="63"/>
                  </a:cubicBezTo>
                  <a:cubicBezTo>
                    <a:pt x="46" y="58"/>
                    <a:pt x="28" y="50"/>
                    <a:pt x="18" y="36"/>
                  </a:cubicBezTo>
                  <a:cubicBezTo>
                    <a:pt x="34" y="41"/>
                    <a:pt x="52" y="41"/>
                    <a:pt x="69" y="45"/>
                  </a:cubicBezTo>
                  <a:cubicBezTo>
                    <a:pt x="62" y="52"/>
                    <a:pt x="25" y="31"/>
                    <a:pt x="15" y="28"/>
                  </a:cubicBezTo>
                  <a:cubicBezTo>
                    <a:pt x="19" y="28"/>
                    <a:pt x="24" y="28"/>
                    <a:pt x="28" y="26"/>
                  </a:cubicBezTo>
                  <a:cubicBezTo>
                    <a:pt x="25" y="26"/>
                    <a:pt x="22" y="25"/>
                    <a:pt x="19" y="25"/>
                  </a:cubicBezTo>
                  <a:cubicBezTo>
                    <a:pt x="22" y="24"/>
                    <a:pt x="24" y="22"/>
                    <a:pt x="27" y="21"/>
                  </a:cubicBezTo>
                  <a:cubicBezTo>
                    <a:pt x="24" y="20"/>
                    <a:pt x="21" y="19"/>
                    <a:pt x="17" y="20"/>
                  </a:cubicBezTo>
                  <a:cubicBezTo>
                    <a:pt x="21" y="9"/>
                    <a:pt x="32" y="5"/>
                    <a:pt x="43" y="3"/>
                  </a:cubicBezTo>
                  <a:cubicBezTo>
                    <a:pt x="33" y="3"/>
                    <a:pt x="22" y="2"/>
                    <a:pt x="13" y="6"/>
                  </a:cubicBezTo>
                  <a:cubicBezTo>
                    <a:pt x="16" y="3"/>
                    <a:pt x="21" y="1"/>
                    <a:pt x="26" y="0"/>
                  </a:cubicBezTo>
                  <a:cubicBezTo>
                    <a:pt x="16" y="4"/>
                    <a:pt x="5" y="18"/>
                    <a:pt x="0" y="26"/>
                  </a:cubicBezTo>
                  <a:cubicBezTo>
                    <a:pt x="5" y="26"/>
                    <a:pt x="10" y="22"/>
                    <a:pt x="15" y="20"/>
                  </a:cubicBezTo>
                  <a:cubicBezTo>
                    <a:pt x="12" y="24"/>
                    <a:pt x="8" y="27"/>
                    <a:pt x="7" y="32"/>
                  </a:cubicBezTo>
                  <a:cubicBezTo>
                    <a:pt x="8" y="32"/>
                    <a:pt x="10" y="33"/>
                    <a:pt x="12" y="33"/>
                  </a:cubicBezTo>
                  <a:cubicBezTo>
                    <a:pt x="9" y="37"/>
                    <a:pt x="12" y="37"/>
                    <a:pt x="12" y="39"/>
                  </a:cubicBezTo>
                </a:path>
              </a:pathLst>
            </a:custGeom>
            <a:solidFill>
              <a:srgbClr val="9528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6500" name="Freeform 423">
              <a:extLst>
                <a:ext uri="{FF2B5EF4-FFF2-40B4-BE49-F238E27FC236}">
                  <a16:creationId xmlns:a16="http://schemas.microsoft.com/office/drawing/2014/main" id="{BEF38D29-B725-466F-ABEA-7C3738750E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3" y="1065"/>
              <a:ext cx="35" cy="102"/>
            </a:xfrm>
            <a:custGeom>
              <a:avLst/>
              <a:gdLst>
                <a:gd name="T0" fmla="*/ 12 w 33"/>
                <a:gd name="T1" fmla="*/ 0 h 96"/>
                <a:gd name="T2" fmla="*/ 0 w 33"/>
                <a:gd name="T3" fmla="*/ 41 h 96"/>
                <a:gd name="T4" fmla="*/ 5 w 33"/>
                <a:gd name="T5" fmla="*/ 31 h 96"/>
                <a:gd name="T6" fmla="*/ 2 w 33"/>
                <a:gd name="T7" fmla="*/ 70 h 96"/>
                <a:gd name="T8" fmla="*/ 7 w 33"/>
                <a:gd name="T9" fmla="*/ 52 h 96"/>
                <a:gd name="T10" fmla="*/ 7 w 33"/>
                <a:gd name="T11" fmla="*/ 80 h 96"/>
                <a:gd name="T12" fmla="*/ 13 w 33"/>
                <a:gd name="T13" fmla="*/ 71 h 96"/>
                <a:gd name="T14" fmla="*/ 16 w 33"/>
                <a:gd name="T15" fmla="*/ 98 h 96"/>
                <a:gd name="T16" fmla="*/ 18 w 33"/>
                <a:gd name="T17" fmla="*/ 88 h 96"/>
                <a:gd name="T18" fmla="*/ 24 w 33"/>
                <a:gd name="T19" fmla="*/ 111 h 96"/>
                <a:gd name="T20" fmla="*/ 25 w 33"/>
                <a:gd name="T21" fmla="*/ 97 h 96"/>
                <a:gd name="T22" fmla="*/ 34 w 33"/>
                <a:gd name="T23" fmla="*/ 113 h 96"/>
                <a:gd name="T24" fmla="*/ 34 w 33"/>
                <a:gd name="T25" fmla="*/ 104 h 96"/>
                <a:gd name="T26" fmla="*/ 38 w 33"/>
                <a:gd name="T27" fmla="*/ 115 h 96"/>
                <a:gd name="T28" fmla="*/ 35 w 33"/>
                <a:gd name="T29" fmla="*/ 91 h 96"/>
                <a:gd name="T30" fmla="*/ 33 w 33"/>
                <a:gd name="T31" fmla="*/ 77 h 96"/>
                <a:gd name="T32" fmla="*/ 32 w 33"/>
                <a:gd name="T33" fmla="*/ 95 h 96"/>
                <a:gd name="T34" fmla="*/ 23 w 33"/>
                <a:gd name="T35" fmla="*/ 65 h 96"/>
                <a:gd name="T36" fmla="*/ 22 w 33"/>
                <a:gd name="T37" fmla="*/ 80 h 96"/>
                <a:gd name="T38" fmla="*/ 18 w 33"/>
                <a:gd name="T39" fmla="*/ 49 h 96"/>
                <a:gd name="T40" fmla="*/ 17 w 33"/>
                <a:gd name="T41" fmla="*/ 57 h 96"/>
                <a:gd name="T42" fmla="*/ 15 w 33"/>
                <a:gd name="T43" fmla="*/ 28 h 96"/>
                <a:gd name="T44" fmla="*/ 14 w 33"/>
                <a:gd name="T45" fmla="*/ 30 h 96"/>
                <a:gd name="T46" fmla="*/ 12 w 33"/>
                <a:gd name="T47" fmla="*/ 1 h 9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33" h="96">
                  <a:moveTo>
                    <a:pt x="9" y="0"/>
                  </a:moveTo>
                  <a:cubicBezTo>
                    <a:pt x="8" y="11"/>
                    <a:pt x="6" y="25"/>
                    <a:pt x="0" y="35"/>
                  </a:cubicBezTo>
                  <a:cubicBezTo>
                    <a:pt x="2" y="32"/>
                    <a:pt x="4" y="29"/>
                    <a:pt x="5" y="25"/>
                  </a:cubicBezTo>
                  <a:cubicBezTo>
                    <a:pt x="5" y="36"/>
                    <a:pt x="2" y="47"/>
                    <a:pt x="2" y="58"/>
                  </a:cubicBezTo>
                  <a:cubicBezTo>
                    <a:pt x="4" y="53"/>
                    <a:pt x="6" y="48"/>
                    <a:pt x="7" y="43"/>
                  </a:cubicBezTo>
                  <a:cubicBezTo>
                    <a:pt x="7" y="51"/>
                    <a:pt x="8" y="59"/>
                    <a:pt x="7" y="67"/>
                  </a:cubicBezTo>
                  <a:cubicBezTo>
                    <a:pt x="8" y="65"/>
                    <a:pt x="9" y="62"/>
                    <a:pt x="10" y="59"/>
                  </a:cubicBezTo>
                  <a:cubicBezTo>
                    <a:pt x="14" y="63"/>
                    <a:pt x="13" y="76"/>
                    <a:pt x="13" y="82"/>
                  </a:cubicBezTo>
                  <a:cubicBezTo>
                    <a:pt x="14" y="79"/>
                    <a:pt x="14" y="76"/>
                    <a:pt x="15" y="73"/>
                  </a:cubicBezTo>
                  <a:cubicBezTo>
                    <a:pt x="19" y="78"/>
                    <a:pt x="20" y="86"/>
                    <a:pt x="21" y="92"/>
                  </a:cubicBezTo>
                  <a:cubicBezTo>
                    <a:pt x="21" y="89"/>
                    <a:pt x="21" y="84"/>
                    <a:pt x="22" y="81"/>
                  </a:cubicBezTo>
                  <a:cubicBezTo>
                    <a:pt x="26" y="83"/>
                    <a:pt x="26" y="91"/>
                    <a:pt x="28" y="94"/>
                  </a:cubicBezTo>
                  <a:cubicBezTo>
                    <a:pt x="27" y="92"/>
                    <a:pt x="27" y="89"/>
                    <a:pt x="28" y="87"/>
                  </a:cubicBezTo>
                  <a:cubicBezTo>
                    <a:pt x="30" y="90"/>
                    <a:pt x="31" y="93"/>
                    <a:pt x="32" y="96"/>
                  </a:cubicBezTo>
                  <a:cubicBezTo>
                    <a:pt x="33" y="90"/>
                    <a:pt x="30" y="83"/>
                    <a:pt x="29" y="76"/>
                  </a:cubicBezTo>
                  <a:cubicBezTo>
                    <a:pt x="29" y="71"/>
                    <a:pt x="29" y="67"/>
                    <a:pt x="27" y="64"/>
                  </a:cubicBezTo>
                  <a:cubicBezTo>
                    <a:pt x="27" y="69"/>
                    <a:pt x="28" y="75"/>
                    <a:pt x="26" y="79"/>
                  </a:cubicBezTo>
                  <a:cubicBezTo>
                    <a:pt x="23" y="71"/>
                    <a:pt x="22" y="63"/>
                    <a:pt x="20" y="54"/>
                  </a:cubicBezTo>
                  <a:cubicBezTo>
                    <a:pt x="20" y="58"/>
                    <a:pt x="19" y="63"/>
                    <a:pt x="19" y="67"/>
                  </a:cubicBezTo>
                  <a:cubicBezTo>
                    <a:pt x="15" y="59"/>
                    <a:pt x="17" y="48"/>
                    <a:pt x="15" y="40"/>
                  </a:cubicBezTo>
                  <a:cubicBezTo>
                    <a:pt x="14" y="42"/>
                    <a:pt x="14" y="45"/>
                    <a:pt x="14" y="48"/>
                  </a:cubicBezTo>
                  <a:cubicBezTo>
                    <a:pt x="12" y="39"/>
                    <a:pt x="13" y="31"/>
                    <a:pt x="12" y="23"/>
                  </a:cubicBezTo>
                  <a:cubicBezTo>
                    <a:pt x="12" y="23"/>
                    <a:pt x="12" y="23"/>
                    <a:pt x="11" y="24"/>
                  </a:cubicBezTo>
                  <a:cubicBezTo>
                    <a:pt x="9" y="16"/>
                    <a:pt x="11" y="8"/>
                    <a:pt x="9" y="1"/>
                  </a:cubicBezTo>
                </a:path>
              </a:pathLst>
            </a:custGeom>
            <a:solidFill>
              <a:srgbClr val="4F180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6501" name="Freeform 424">
              <a:extLst>
                <a:ext uri="{FF2B5EF4-FFF2-40B4-BE49-F238E27FC236}">
                  <a16:creationId xmlns:a16="http://schemas.microsoft.com/office/drawing/2014/main" id="{52A3DF5F-C957-40F5-9AA5-20592EC5EFB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0" y="1079"/>
              <a:ext cx="47" cy="95"/>
            </a:xfrm>
            <a:custGeom>
              <a:avLst/>
              <a:gdLst>
                <a:gd name="T0" fmla="*/ 0 w 44"/>
                <a:gd name="T1" fmla="*/ 108 h 89"/>
                <a:gd name="T2" fmla="*/ 1 w 44"/>
                <a:gd name="T3" fmla="*/ 72 h 89"/>
                <a:gd name="T4" fmla="*/ 5 w 44"/>
                <a:gd name="T5" fmla="*/ 86 h 89"/>
                <a:gd name="T6" fmla="*/ 6 w 44"/>
                <a:gd name="T7" fmla="*/ 70 h 89"/>
                <a:gd name="T8" fmla="*/ 11 w 44"/>
                <a:gd name="T9" fmla="*/ 78 h 89"/>
                <a:gd name="T10" fmla="*/ 12 w 44"/>
                <a:gd name="T11" fmla="*/ 68 h 89"/>
                <a:gd name="T12" fmla="*/ 14 w 44"/>
                <a:gd name="T13" fmla="*/ 73 h 89"/>
                <a:gd name="T14" fmla="*/ 15 w 44"/>
                <a:gd name="T15" fmla="*/ 29 h 89"/>
                <a:gd name="T16" fmla="*/ 21 w 44"/>
                <a:gd name="T17" fmla="*/ 62 h 89"/>
                <a:gd name="T18" fmla="*/ 22 w 44"/>
                <a:gd name="T19" fmla="*/ 27 h 89"/>
                <a:gd name="T20" fmla="*/ 22 w 44"/>
                <a:gd name="T21" fmla="*/ 0 h 89"/>
                <a:gd name="T22" fmla="*/ 26 w 44"/>
                <a:gd name="T23" fmla="*/ 19 h 89"/>
                <a:gd name="T24" fmla="*/ 47 w 44"/>
                <a:gd name="T25" fmla="*/ 77 h 89"/>
                <a:gd name="T26" fmla="*/ 53 w 44"/>
                <a:gd name="T27" fmla="*/ 89 h 89"/>
                <a:gd name="T28" fmla="*/ 34 w 44"/>
                <a:gd name="T29" fmla="*/ 68 h 89"/>
                <a:gd name="T30" fmla="*/ 34 w 44"/>
                <a:gd name="T31" fmla="*/ 73 h 89"/>
                <a:gd name="T32" fmla="*/ 28 w 44"/>
                <a:gd name="T33" fmla="*/ 66 h 89"/>
                <a:gd name="T34" fmla="*/ 30 w 44"/>
                <a:gd name="T35" fmla="*/ 80 h 89"/>
                <a:gd name="T36" fmla="*/ 22 w 44"/>
                <a:gd name="T37" fmla="*/ 72 h 89"/>
                <a:gd name="T38" fmla="*/ 24 w 44"/>
                <a:gd name="T39" fmla="*/ 79 h 89"/>
                <a:gd name="T40" fmla="*/ 18 w 44"/>
                <a:gd name="T41" fmla="*/ 73 h 89"/>
                <a:gd name="T42" fmla="*/ 16 w 44"/>
                <a:gd name="T43" fmla="*/ 80 h 89"/>
                <a:gd name="T44" fmla="*/ 13 w 44"/>
                <a:gd name="T45" fmla="*/ 79 h 89"/>
                <a:gd name="T46" fmla="*/ 11 w 44"/>
                <a:gd name="T47" fmla="*/ 107 h 89"/>
                <a:gd name="T48" fmla="*/ 5 w 44"/>
                <a:gd name="T49" fmla="*/ 97 h 89"/>
                <a:gd name="T50" fmla="*/ 3 w 44"/>
                <a:gd name="T51" fmla="*/ 105 h 89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44" h="89">
                  <a:moveTo>
                    <a:pt x="0" y="89"/>
                  </a:moveTo>
                  <a:cubicBezTo>
                    <a:pt x="0" y="79"/>
                    <a:pt x="0" y="69"/>
                    <a:pt x="1" y="59"/>
                  </a:cubicBezTo>
                  <a:cubicBezTo>
                    <a:pt x="3" y="62"/>
                    <a:pt x="5" y="66"/>
                    <a:pt x="5" y="71"/>
                  </a:cubicBezTo>
                  <a:cubicBezTo>
                    <a:pt x="6" y="67"/>
                    <a:pt x="4" y="62"/>
                    <a:pt x="6" y="58"/>
                  </a:cubicBezTo>
                  <a:cubicBezTo>
                    <a:pt x="6" y="60"/>
                    <a:pt x="8" y="62"/>
                    <a:pt x="8" y="64"/>
                  </a:cubicBezTo>
                  <a:cubicBezTo>
                    <a:pt x="9" y="62"/>
                    <a:pt x="9" y="59"/>
                    <a:pt x="9" y="56"/>
                  </a:cubicBezTo>
                  <a:cubicBezTo>
                    <a:pt x="10" y="57"/>
                    <a:pt x="11" y="59"/>
                    <a:pt x="11" y="60"/>
                  </a:cubicBezTo>
                  <a:cubicBezTo>
                    <a:pt x="14" y="48"/>
                    <a:pt x="14" y="35"/>
                    <a:pt x="12" y="23"/>
                  </a:cubicBezTo>
                  <a:cubicBezTo>
                    <a:pt x="18" y="30"/>
                    <a:pt x="11" y="47"/>
                    <a:pt x="18" y="51"/>
                  </a:cubicBezTo>
                  <a:cubicBezTo>
                    <a:pt x="21" y="42"/>
                    <a:pt x="20" y="32"/>
                    <a:pt x="19" y="22"/>
                  </a:cubicBezTo>
                  <a:cubicBezTo>
                    <a:pt x="18" y="16"/>
                    <a:pt x="15" y="6"/>
                    <a:pt x="19" y="0"/>
                  </a:cubicBezTo>
                  <a:cubicBezTo>
                    <a:pt x="21" y="4"/>
                    <a:pt x="20" y="11"/>
                    <a:pt x="21" y="16"/>
                  </a:cubicBezTo>
                  <a:cubicBezTo>
                    <a:pt x="25" y="32"/>
                    <a:pt x="30" y="49"/>
                    <a:pt x="38" y="63"/>
                  </a:cubicBezTo>
                  <a:cubicBezTo>
                    <a:pt x="40" y="66"/>
                    <a:pt x="43" y="69"/>
                    <a:pt x="44" y="73"/>
                  </a:cubicBezTo>
                  <a:cubicBezTo>
                    <a:pt x="37" y="69"/>
                    <a:pt x="32" y="61"/>
                    <a:pt x="28" y="56"/>
                  </a:cubicBezTo>
                  <a:cubicBezTo>
                    <a:pt x="28" y="57"/>
                    <a:pt x="27" y="59"/>
                    <a:pt x="28" y="60"/>
                  </a:cubicBezTo>
                  <a:cubicBezTo>
                    <a:pt x="26" y="58"/>
                    <a:pt x="24" y="56"/>
                    <a:pt x="22" y="54"/>
                  </a:cubicBezTo>
                  <a:cubicBezTo>
                    <a:pt x="22" y="58"/>
                    <a:pt x="23" y="62"/>
                    <a:pt x="24" y="66"/>
                  </a:cubicBezTo>
                  <a:cubicBezTo>
                    <a:pt x="22" y="64"/>
                    <a:pt x="21" y="62"/>
                    <a:pt x="19" y="59"/>
                  </a:cubicBezTo>
                  <a:cubicBezTo>
                    <a:pt x="20" y="61"/>
                    <a:pt x="19" y="63"/>
                    <a:pt x="20" y="65"/>
                  </a:cubicBezTo>
                  <a:cubicBezTo>
                    <a:pt x="19" y="63"/>
                    <a:pt x="17" y="61"/>
                    <a:pt x="15" y="60"/>
                  </a:cubicBezTo>
                  <a:cubicBezTo>
                    <a:pt x="14" y="62"/>
                    <a:pt x="14" y="64"/>
                    <a:pt x="13" y="66"/>
                  </a:cubicBezTo>
                  <a:cubicBezTo>
                    <a:pt x="13" y="66"/>
                    <a:pt x="11" y="66"/>
                    <a:pt x="10" y="65"/>
                  </a:cubicBezTo>
                  <a:cubicBezTo>
                    <a:pt x="9" y="72"/>
                    <a:pt x="12" y="82"/>
                    <a:pt x="8" y="88"/>
                  </a:cubicBezTo>
                  <a:cubicBezTo>
                    <a:pt x="6" y="86"/>
                    <a:pt x="6" y="83"/>
                    <a:pt x="5" y="80"/>
                  </a:cubicBezTo>
                  <a:cubicBezTo>
                    <a:pt x="5" y="82"/>
                    <a:pt x="4" y="85"/>
                    <a:pt x="3" y="86"/>
                  </a:cubicBezTo>
                </a:path>
              </a:pathLst>
            </a:custGeom>
            <a:solidFill>
              <a:srgbClr val="4F180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6502" name="Freeform 425">
              <a:extLst>
                <a:ext uri="{FF2B5EF4-FFF2-40B4-BE49-F238E27FC236}">
                  <a16:creationId xmlns:a16="http://schemas.microsoft.com/office/drawing/2014/main" id="{61AD17DC-3DDB-4303-A7F2-3025DF5950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0" y="2029"/>
              <a:ext cx="319" cy="52"/>
            </a:xfrm>
            <a:custGeom>
              <a:avLst/>
              <a:gdLst>
                <a:gd name="T0" fmla="*/ 0 w 299"/>
                <a:gd name="T1" fmla="*/ 39 h 49"/>
                <a:gd name="T2" fmla="*/ 197 w 299"/>
                <a:gd name="T3" fmla="*/ 5 h 49"/>
                <a:gd name="T4" fmla="*/ 363 w 299"/>
                <a:gd name="T5" fmla="*/ 27 h 49"/>
                <a:gd name="T6" fmla="*/ 192 w 299"/>
                <a:gd name="T7" fmla="*/ 24 h 49"/>
                <a:gd name="T8" fmla="*/ 105 w 299"/>
                <a:gd name="T9" fmla="*/ 40 h 49"/>
                <a:gd name="T10" fmla="*/ 2 w 299"/>
                <a:gd name="T11" fmla="*/ 50 h 4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99" h="49">
                  <a:moveTo>
                    <a:pt x="0" y="33"/>
                  </a:moveTo>
                  <a:cubicBezTo>
                    <a:pt x="56" y="33"/>
                    <a:pt x="107" y="11"/>
                    <a:pt x="162" y="5"/>
                  </a:cubicBezTo>
                  <a:cubicBezTo>
                    <a:pt x="211" y="0"/>
                    <a:pt x="252" y="26"/>
                    <a:pt x="299" y="23"/>
                  </a:cubicBezTo>
                  <a:cubicBezTo>
                    <a:pt x="259" y="49"/>
                    <a:pt x="200" y="23"/>
                    <a:pt x="158" y="21"/>
                  </a:cubicBezTo>
                  <a:cubicBezTo>
                    <a:pt x="132" y="20"/>
                    <a:pt x="110" y="27"/>
                    <a:pt x="86" y="34"/>
                  </a:cubicBezTo>
                  <a:cubicBezTo>
                    <a:pt x="56" y="43"/>
                    <a:pt x="31" y="39"/>
                    <a:pt x="2" y="41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</p:grpSp>
      <p:grpSp>
        <p:nvGrpSpPr>
          <p:cNvPr id="46083" name="Full-body-male-obesity-illustration">
            <a:extLst>
              <a:ext uri="{FF2B5EF4-FFF2-40B4-BE49-F238E27FC236}">
                <a16:creationId xmlns:a16="http://schemas.microsoft.com/office/drawing/2014/main" id="{25DD728F-036C-4333-9F03-239E6BF90F9B}"/>
              </a:ext>
            </a:extLst>
          </p:cNvPr>
          <p:cNvGrpSpPr>
            <a:grpSpLocks/>
          </p:cNvGrpSpPr>
          <p:nvPr/>
        </p:nvGrpSpPr>
        <p:grpSpPr bwMode="auto">
          <a:xfrm>
            <a:off x="2576513" y="1185863"/>
            <a:ext cx="2963862" cy="5338762"/>
            <a:chOff x="663" y="719"/>
            <a:chExt cx="1867" cy="3363"/>
          </a:xfrm>
        </p:grpSpPr>
        <p:grpSp>
          <p:nvGrpSpPr>
            <p:cNvPr id="46084" name="Group 427">
              <a:extLst>
                <a:ext uri="{FF2B5EF4-FFF2-40B4-BE49-F238E27FC236}">
                  <a16:creationId xmlns:a16="http://schemas.microsoft.com/office/drawing/2014/main" id="{DCDAE2FC-0525-474E-A1F6-9E5E24DB5D2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63" y="719"/>
              <a:ext cx="1867" cy="3363"/>
              <a:chOff x="663" y="719"/>
              <a:chExt cx="1867" cy="3363"/>
            </a:xfrm>
          </p:grpSpPr>
          <p:sp>
            <p:nvSpPr>
              <p:cNvPr id="46281" name="Freeform 428">
                <a:extLst>
                  <a:ext uri="{FF2B5EF4-FFF2-40B4-BE49-F238E27FC236}">
                    <a16:creationId xmlns:a16="http://schemas.microsoft.com/office/drawing/2014/main" id="{E55B6572-24FA-44DD-94A6-7ACAAEF8BE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3" y="761"/>
                <a:ext cx="1867" cy="3321"/>
              </a:xfrm>
              <a:custGeom>
                <a:avLst/>
                <a:gdLst>
                  <a:gd name="T0" fmla="*/ 1264 w 1747"/>
                  <a:gd name="T1" fmla="*/ 207 h 3108"/>
                  <a:gd name="T2" fmla="*/ 1266 w 1747"/>
                  <a:gd name="T3" fmla="*/ 428 h 3108"/>
                  <a:gd name="T4" fmla="*/ 1833 w 1747"/>
                  <a:gd name="T5" fmla="*/ 743 h 3108"/>
                  <a:gd name="T6" fmla="*/ 1993 w 1747"/>
                  <a:gd name="T7" fmla="*/ 1229 h 3108"/>
                  <a:gd name="T8" fmla="*/ 2079 w 1747"/>
                  <a:gd name="T9" fmla="*/ 1514 h 3108"/>
                  <a:gd name="T10" fmla="*/ 2094 w 1747"/>
                  <a:gd name="T11" fmla="*/ 1673 h 3108"/>
                  <a:gd name="T12" fmla="*/ 2115 w 1747"/>
                  <a:gd name="T13" fmla="*/ 1892 h 3108"/>
                  <a:gd name="T14" fmla="*/ 1977 w 1747"/>
                  <a:gd name="T15" fmla="*/ 2072 h 3108"/>
                  <a:gd name="T16" fmla="*/ 1913 w 1747"/>
                  <a:gd name="T17" fmla="*/ 2007 h 3108"/>
                  <a:gd name="T18" fmla="*/ 1880 w 1747"/>
                  <a:gd name="T19" fmla="*/ 1780 h 3108"/>
                  <a:gd name="T20" fmla="*/ 1792 w 1747"/>
                  <a:gd name="T21" fmla="*/ 1575 h 3108"/>
                  <a:gd name="T22" fmla="*/ 1782 w 1747"/>
                  <a:gd name="T23" fmla="*/ 2514 h 3108"/>
                  <a:gd name="T24" fmla="*/ 1725 w 1747"/>
                  <a:gd name="T25" fmla="*/ 2801 h 3108"/>
                  <a:gd name="T26" fmla="*/ 1710 w 1747"/>
                  <a:gd name="T27" fmla="*/ 3458 h 3108"/>
                  <a:gd name="T28" fmla="*/ 1753 w 1747"/>
                  <a:gd name="T29" fmla="*/ 3553 h 3108"/>
                  <a:gd name="T30" fmla="*/ 1877 w 1747"/>
                  <a:gd name="T31" fmla="*/ 3636 h 3108"/>
                  <a:gd name="T32" fmla="*/ 1918 w 1747"/>
                  <a:gd name="T33" fmla="*/ 3701 h 3108"/>
                  <a:gd name="T34" fmla="*/ 1885 w 1747"/>
                  <a:gd name="T35" fmla="*/ 3748 h 3108"/>
                  <a:gd name="T36" fmla="*/ 1798 w 1747"/>
                  <a:gd name="T37" fmla="*/ 3786 h 3108"/>
                  <a:gd name="T38" fmla="*/ 1712 w 1747"/>
                  <a:gd name="T39" fmla="*/ 3722 h 3108"/>
                  <a:gd name="T40" fmla="*/ 1465 w 1747"/>
                  <a:gd name="T41" fmla="*/ 3603 h 3108"/>
                  <a:gd name="T42" fmla="*/ 1401 w 1747"/>
                  <a:gd name="T43" fmla="*/ 3359 h 3108"/>
                  <a:gd name="T44" fmla="*/ 1235 w 1747"/>
                  <a:gd name="T45" fmla="*/ 2722 h 3108"/>
                  <a:gd name="T46" fmla="*/ 1090 w 1747"/>
                  <a:gd name="T47" fmla="*/ 2352 h 3108"/>
                  <a:gd name="T48" fmla="*/ 1067 w 1747"/>
                  <a:gd name="T49" fmla="*/ 2151 h 3108"/>
                  <a:gd name="T50" fmla="*/ 967 w 1747"/>
                  <a:gd name="T51" fmla="*/ 2616 h 3108"/>
                  <a:gd name="T52" fmla="*/ 890 w 1747"/>
                  <a:gd name="T53" fmla="*/ 2762 h 3108"/>
                  <a:gd name="T54" fmla="*/ 701 w 1747"/>
                  <a:gd name="T55" fmla="*/ 3447 h 3108"/>
                  <a:gd name="T56" fmla="*/ 538 w 1747"/>
                  <a:gd name="T57" fmla="*/ 3669 h 3108"/>
                  <a:gd name="T58" fmla="*/ 395 w 1747"/>
                  <a:gd name="T59" fmla="*/ 3739 h 3108"/>
                  <a:gd name="T60" fmla="*/ 286 w 1747"/>
                  <a:gd name="T61" fmla="*/ 3764 h 3108"/>
                  <a:gd name="T62" fmla="*/ 233 w 1747"/>
                  <a:gd name="T63" fmla="*/ 3743 h 3108"/>
                  <a:gd name="T64" fmla="*/ 228 w 1747"/>
                  <a:gd name="T65" fmla="*/ 3676 h 3108"/>
                  <a:gd name="T66" fmla="*/ 298 w 1747"/>
                  <a:gd name="T67" fmla="*/ 3626 h 3108"/>
                  <a:gd name="T68" fmla="*/ 421 w 1747"/>
                  <a:gd name="T69" fmla="*/ 3503 h 3108"/>
                  <a:gd name="T70" fmla="*/ 414 w 1747"/>
                  <a:gd name="T71" fmla="*/ 3428 h 3108"/>
                  <a:gd name="T72" fmla="*/ 378 w 1747"/>
                  <a:gd name="T73" fmla="*/ 2704 h 3108"/>
                  <a:gd name="T74" fmla="*/ 325 w 1747"/>
                  <a:gd name="T75" fmla="*/ 1829 h 3108"/>
                  <a:gd name="T76" fmla="*/ 269 w 1747"/>
                  <a:gd name="T77" fmla="*/ 1680 h 3108"/>
                  <a:gd name="T78" fmla="*/ 236 w 1747"/>
                  <a:gd name="T79" fmla="*/ 1870 h 3108"/>
                  <a:gd name="T80" fmla="*/ 185 w 1747"/>
                  <a:gd name="T81" fmla="*/ 2001 h 3108"/>
                  <a:gd name="T82" fmla="*/ 73 w 1747"/>
                  <a:gd name="T83" fmla="*/ 2018 h 3108"/>
                  <a:gd name="T84" fmla="*/ 30 w 1747"/>
                  <a:gd name="T85" fmla="*/ 1759 h 3108"/>
                  <a:gd name="T86" fmla="*/ 33 w 1747"/>
                  <a:gd name="T87" fmla="*/ 1649 h 3108"/>
                  <a:gd name="T88" fmla="*/ 97 w 1747"/>
                  <a:gd name="T89" fmla="*/ 1361 h 3108"/>
                  <a:gd name="T90" fmla="*/ 153 w 1747"/>
                  <a:gd name="T91" fmla="*/ 1136 h 3108"/>
                  <a:gd name="T92" fmla="*/ 766 w 1747"/>
                  <a:gd name="T93" fmla="*/ 501 h 3108"/>
                  <a:gd name="T94" fmla="*/ 882 w 1747"/>
                  <a:gd name="T95" fmla="*/ 302 h 3108"/>
                  <a:gd name="T96" fmla="*/ 888 w 1747"/>
                  <a:gd name="T97" fmla="*/ 221 h 3108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1747" h="3108">
                    <a:moveTo>
                      <a:pt x="875" y="0"/>
                    </a:moveTo>
                    <a:cubicBezTo>
                      <a:pt x="875" y="0"/>
                      <a:pt x="1010" y="17"/>
                      <a:pt x="1019" y="182"/>
                    </a:cubicBezTo>
                    <a:cubicBezTo>
                      <a:pt x="1019" y="182"/>
                      <a:pt x="1024" y="164"/>
                      <a:pt x="1036" y="170"/>
                    </a:cubicBezTo>
                    <a:cubicBezTo>
                      <a:pt x="1048" y="177"/>
                      <a:pt x="1046" y="194"/>
                      <a:pt x="1041" y="203"/>
                    </a:cubicBezTo>
                    <a:cubicBezTo>
                      <a:pt x="1035" y="211"/>
                      <a:pt x="1030" y="244"/>
                      <a:pt x="1025" y="248"/>
                    </a:cubicBezTo>
                    <a:cubicBezTo>
                      <a:pt x="1025" y="248"/>
                      <a:pt x="1048" y="294"/>
                      <a:pt x="1038" y="351"/>
                    </a:cubicBezTo>
                    <a:cubicBezTo>
                      <a:pt x="1038" y="351"/>
                      <a:pt x="1049" y="349"/>
                      <a:pt x="1054" y="365"/>
                    </a:cubicBezTo>
                    <a:cubicBezTo>
                      <a:pt x="1059" y="381"/>
                      <a:pt x="1094" y="404"/>
                      <a:pt x="1119" y="411"/>
                    </a:cubicBezTo>
                    <a:cubicBezTo>
                      <a:pt x="1144" y="418"/>
                      <a:pt x="1441" y="437"/>
                      <a:pt x="1502" y="608"/>
                    </a:cubicBezTo>
                    <a:cubicBezTo>
                      <a:pt x="1518" y="652"/>
                      <a:pt x="1530" y="667"/>
                      <a:pt x="1553" y="692"/>
                    </a:cubicBezTo>
                    <a:cubicBezTo>
                      <a:pt x="1576" y="717"/>
                      <a:pt x="1609" y="800"/>
                      <a:pt x="1622" y="931"/>
                    </a:cubicBezTo>
                    <a:cubicBezTo>
                      <a:pt x="1627" y="980"/>
                      <a:pt x="1621" y="990"/>
                      <a:pt x="1633" y="1007"/>
                    </a:cubicBezTo>
                    <a:cubicBezTo>
                      <a:pt x="1645" y="1024"/>
                      <a:pt x="1659" y="1038"/>
                      <a:pt x="1655" y="1062"/>
                    </a:cubicBezTo>
                    <a:cubicBezTo>
                      <a:pt x="1651" y="1086"/>
                      <a:pt x="1659" y="1100"/>
                      <a:pt x="1667" y="1116"/>
                    </a:cubicBezTo>
                    <a:cubicBezTo>
                      <a:pt x="1675" y="1132"/>
                      <a:pt x="1707" y="1204"/>
                      <a:pt x="1703" y="1241"/>
                    </a:cubicBezTo>
                    <a:cubicBezTo>
                      <a:pt x="1699" y="1278"/>
                      <a:pt x="1703" y="1291"/>
                      <a:pt x="1711" y="1298"/>
                    </a:cubicBezTo>
                    <a:cubicBezTo>
                      <a:pt x="1719" y="1305"/>
                      <a:pt x="1730" y="1340"/>
                      <a:pt x="1720" y="1351"/>
                    </a:cubicBezTo>
                    <a:cubicBezTo>
                      <a:pt x="1710" y="1362"/>
                      <a:pt x="1711" y="1361"/>
                      <a:pt x="1715" y="1372"/>
                    </a:cubicBezTo>
                    <a:cubicBezTo>
                      <a:pt x="1719" y="1383"/>
                      <a:pt x="1721" y="1386"/>
                      <a:pt x="1720" y="1398"/>
                    </a:cubicBezTo>
                    <a:cubicBezTo>
                      <a:pt x="1719" y="1410"/>
                      <a:pt x="1718" y="1420"/>
                      <a:pt x="1723" y="1441"/>
                    </a:cubicBezTo>
                    <a:cubicBezTo>
                      <a:pt x="1728" y="1462"/>
                      <a:pt x="1747" y="1521"/>
                      <a:pt x="1733" y="1551"/>
                    </a:cubicBezTo>
                    <a:cubicBezTo>
                      <a:pt x="1719" y="1581"/>
                      <a:pt x="1715" y="1591"/>
                      <a:pt x="1710" y="1605"/>
                    </a:cubicBezTo>
                    <a:cubicBezTo>
                      <a:pt x="1705" y="1619"/>
                      <a:pt x="1695" y="1647"/>
                      <a:pt x="1687" y="1655"/>
                    </a:cubicBezTo>
                    <a:cubicBezTo>
                      <a:pt x="1679" y="1663"/>
                      <a:pt x="1635" y="1705"/>
                      <a:pt x="1620" y="1699"/>
                    </a:cubicBezTo>
                    <a:cubicBezTo>
                      <a:pt x="1610" y="1696"/>
                      <a:pt x="1612" y="1680"/>
                      <a:pt x="1612" y="1680"/>
                    </a:cubicBezTo>
                    <a:cubicBezTo>
                      <a:pt x="1612" y="1680"/>
                      <a:pt x="1585" y="1668"/>
                      <a:pt x="1595" y="1641"/>
                    </a:cubicBezTo>
                    <a:cubicBezTo>
                      <a:pt x="1595" y="1641"/>
                      <a:pt x="1579" y="1655"/>
                      <a:pt x="1567" y="1645"/>
                    </a:cubicBezTo>
                    <a:cubicBezTo>
                      <a:pt x="1555" y="1636"/>
                      <a:pt x="1561" y="1603"/>
                      <a:pt x="1558" y="1593"/>
                    </a:cubicBezTo>
                    <a:cubicBezTo>
                      <a:pt x="1556" y="1582"/>
                      <a:pt x="1557" y="1552"/>
                      <a:pt x="1553" y="1533"/>
                    </a:cubicBezTo>
                    <a:cubicBezTo>
                      <a:pt x="1549" y="1514"/>
                      <a:pt x="1536" y="1477"/>
                      <a:pt x="1540" y="1459"/>
                    </a:cubicBezTo>
                    <a:cubicBezTo>
                      <a:pt x="1545" y="1440"/>
                      <a:pt x="1553" y="1421"/>
                      <a:pt x="1542" y="1407"/>
                    </a:cubicBezTo>
                    <a:cubicBezTo>
                      <a:pt x="1532" y="1394"/>
                      <a:pt x="1526" y="1385"/>
                      <a:pt x="1526" y="1377"/>
                    </a:cubicBezTo>
                    <a:cubicBezTo>
                      <a:pt x="1526" y="1369"/>
                      <a:pt x="1478" y="1328"/>
                      <a:pt x="1468" y="1291"/>
                    </a:cubicBezTo>
                    <a:cubicBezTo>
                      <a:pt x="1468" y="1291"/>
                      <a:pt x="1474" y="1379"/>
                      <a:pt x="1472" y="1404"/>
                    </a:cubicBezTo>
                    <a:cubicBezTo>
                      <a:pt x="1469" y="1429"/>
                      <a:pt x="1470" y="1471"/>
                      <a:pt x="1481" y="1499"/>
                    </a:cubicBezTo>
                    <a:cubicBezTo>
                      <a:pt x="1492" y="1527"/>
                      <a:pt x="1572" y="1847"/>
                      <a:pt x="1460" y="2061"/>
                    </a:cubicBezTo>
                    <a:cubicBezTo>
                      <a:pt x="1443" y="2094"/>
                      <a:pt x="1448" y="2108"/>
                      <a:pt x="1450" y="2127"/>
                    </a:cubicBezTo>
                    <a:cubicBezTo>
                      <a:pt x="1453" y="2145"/>
                      <a:pt x="1456" y="2196"/>
                      <a:pt x="1437" y="2217"/>
                    </a:cubicBezTo>
                    <a:cubicBezTo>
                      <a:pt x="1418" y="2239"/>
                      <a:pt x="1405" y="2259"/>
                      <a:pt x="1413" y="2296"/>
                    </a:cubicBezTo>
                    <a:cubicBezTo>
                      <a:pt x="1421" y="2333"/>
                      <a:pt x="1482" y="2552"/>
                      <a:pt x="1413" y="2745"/>
                    </a:cubicBezTo>
                    <a:cubicBezTo>
                      <a:pt x="1397" y="2790"/>
                      <a:pt x="1417" y="2790"/>
                      <a:pt x="1408" y="2809"/>
                    </a:cubicBezTo>
                    <a:cubicBezTo>
                      <a:pt x="1399" y="2828"/>
                      <a:pt x="1399" y="2829"/>
                      <a:pt x="1401" y="2834"/>
                    </a:cubicBezTo>
                    <a:cubicBezTo>
                      <a:pt x="1403" y="2839"/>
                      <a:pt x="1400" y="2851"/>
                      <a:pt x="1397" y="2856"/>
                    </a:cubicBezTo>
                    <a:cubicBezTo>
                      <a:pt x="1393" y="2860"/>
                      <a:pt x="1396" y="2865"/>
                      <a:pt x="1402" y="2871"/>
                    </a:cubicBezTo>
                    <a:cubicBezTo>
                      <a:pt x="1409" y="2877"/>
                      <a:pt x="1430" y="2900"/>
                      <a:pt x="1436" y="2912"/>
                    </a:cubicBezTo>
                    <a:cubicBezTo>
                      <a:pt x="1442" y="2925"/>
                      <a:pt x="1473" y="2947"/>
                      <a:pt x="1482" y="2954"/>
                    </a:cubicBezTo>
                    <a:cubicBezTo>
                      <a:pt x="1490" y="2962"/>
                      <a:pt x="1496" y="2966"/>
                      <a:pt x="1503" y="2971"/>
                    </a:cubicBezTo>
                    <a:cubicBezTo>
                      <a:pt x="1511" y="2975"/>
                      <a:pt x="1531" y="2979"/>
                      <a:pt x="1537" y="2981"/>
                    </a:cubicBezTo>
                    <a:cubicBezTo>
                      <a:pt x="1544" y="2984"/>
                      <a:pt x="1552" y="2987"/>
                      <a:pt x="1556" y="2995"/>
                    </a:cubicBezTo>
                    <a:cubicBezTo>
                      <a:pt x="1559" y="3002"/>
                      <a:pt x="1562" y="3003"/>
                      <a:pt x="1561" y="3013"/>
                    </a:cubicBezTo>
                    <a:cubicBezTo>
                      <a:pt x="1561" y="3013"/>
                      <a:pt x="1575" y="3021"/>
                      <a:pt x="1572" y="3034"/>
                    </a:cubicBezTo>
                    <a:cubicBezTo>
                      <a:pt x="1568" y="3046"/>
                      <a:pt x="1563" y="3045"/>
                      <a:pt x="1563" y="3045"/>
                    </a:cubicBezTo>
                    <a:cubicBezTo>
                      <a:pt x="1563" y="3045"/>
                      <a:pt x="1566" y="3063"/>
                      <a:pt x="1556" y="3068"/>
                    </a:cubicBezTo>
                    <a:cubicBezTo>
                      <a:pt x="1547" y="3074"/>
                      <a:pt x="1545" y="3072"/>
                      <a:pt x="1545" y="3072"/>
                    </a:cubicBezTo>
                    <a:cubicBezTo>
                      <a:pt x="1545" y="3072"/>
                      <a:pt x="1541" y="3083"/>
                      <a:pt x="1529" y="3085"/>
                    </a:cubicBezTo>
                    <a:cubicBezTo>
                      <a:pt x="1517" y="3087"/>
                      <a:pt x="1512" y="3086"/>
                      <a:pt x="1512" y="3086"/>
                    </a:cubicBezTo>
                    <a:cubicBezTo>
                      <a:pt x="1512" y="3086"/>
                      <a:pt x="1498" y="3108"/>
                      <a:pt x="1473" y="3103"/>
                    </a:cubicBezTo>
                    <a:cubicBezTo>
                      <a:pt x="1449" y="3097"/>
                      <a:pt x="1440" y="3084"/>
                      <a:pt x="1435" y="3077"/>
                    </a:cubicBezTo>
                    <a:cubicBezTo>
                      <a:pt x="1430" y="3070"/>
                      <a:pt x="1426" y="3066"/>
                      <a:pt x="1423" y="3065"/>
                    </a:cubicBezTo>
                    <a:cubicBezTo>
                      <a:pt x="1421" y="3065"/>
                      <a:pt x="1409" y="3061"/>
                      <a:pt x="1403" y="3051"/>
                    </a:cubicBezTo>
                    <a:cubicBezTo>
                      <a:pt x="1397" y="3040"/>
                      <a:pt x="1387" y="3028"/>
                      <a:pt x="1379" y="3025"/>
                    </a:cubicBezTo>
                    <a:cubicBezTo>
                      <a:pt x="1371" y="3022"/>
                      <a:pt x="1337" y="3010"/>
                      <a:pt x="1306" y="3008"/>
                    </a:cubicBezTo>
                    <a:cubicBezTo>
                      <a:pt x="1276" y="3005"/>
                      <a:pt x="1198" y="2989"/>
                      <a:pt x="1201" y="2954"/>
                    </a:cubicBezTo>
                    <a:cubicBezTo>
                      <a:pt x="1205" y="2919"/>
                      <a:pt x="1217" y="2899"/>
                      <a:pt x="1206" y="2890"/>
                    </a:cubicBezTo>
                    <a:cubicBezTo>
                      <a:pt x="1194" y="2881"/>
                      <a:pt x="1172" y="2852"/>
                      <a:pt x="1172" y="2825"/>
                    </a:cubicBezTo>
                    <a:cubicBezTo>
                      <a:pt x="1173" y="2798"/>
                      <a:pt x="1181" y="2784"/>
                      <a:pt x="1148" y="2753"/>
                    </a:cubicBezTo>
                    <a:cubicBezTo>
                      <a:pt x="1115" y="2722"/>
                      <a:pt x="982" y="2604"/>
                      <a:pt x="1008" y="2397"/>
                    </a:cubicBezTo>
                    <a:cubicBezTo>
                      <a:pt x="1018" y="2316"/>
                      <a:pt x="1012" y="2277"/>
                      <a:pt x="1018" y="2264"/>
                    </a:cubicBezTo>
                    <a:cubicBezTo>
                      <a:pt x="1025" y="2251"/>
                      <a:pt x="1002" y="2237"/>
                      <a:pt x="1012" y="2231"/>
                    </a:cubicBezTo>
                    <a:cubicBezTo>
                      <a:pt x="1021" y="2224"/>
                      <a:pt x="1021" y="2215"/>
                      <a:pt x="1006" y="2212"/>
                    </a:cubicBezTo>
                    <a:cubicBezTo>
                      <a:pt x="992" y="2209"/>
                      <a:pt x="965" y="2183"/>
                      <a:pt x="954" y="2144"/>
                    </a:cubicBezTo>
                    <a:cubicBezTo>
                      <a:pt x="944" y="2105"/>
                      <a:pt x="897" y="1956"/>
                      <a:pt x="893" y="1928"/>
                    </a:cubicBezTo>
                    <a:cubicBezTo>
                      <a:pt x="889" y="1900"/>
                      <a:pt x="877" y="1891"/>
                      <a:pt x="876" y="1869"/>
                    </a:cubicBezTo>
                    <a:cubicBezTo>
                      <a:pt x="874" y="1848"/>
                      <a:pt x="873" y="1763"/>
                      <a:pt x="873" y="1763"/>
                    </a:cubicBezTo>
                    <a:cubicBezTo>
                      <a:pt x="874" y="1763"/>
                      <a:pt x="874" y="1763"/>
                      <a:pt x="874" y="1763"/>
                    </a:cubicBezTo>
                    <a:cubicBezTo>
                      <a:pt x="874" y="1763"/>
                      <a:pt x="873" y="1848"/>
                      <a:pt x="872" y="1869"/>
                    </a:cubicBezTo>
                    <a:cubicBezTo>
                      <a:pt x="870" y="1891"/>
                      <a:pt x="858" y="1900"/>
                      <a:pt x="854" y="1928"/>
                    </a:cubicBezTo>
                    <a:cubicBezTo>
                      <a:pt x="850" y="1956"/>
                      <a:pt x="804" y="2105"/>
                      <a:pt x="793" y="2144"/>
                    </a:cubicBezTo>
                    <a:cubicBezTo>
                      <a:pt x="782" y="2183"/>
                      <a:pt x="756" y="2209"/>
                      <a:pt x="741" y="2212"/>
                    </a:cubicBezTo>
                    <a:cubicBezTo>
                      <a:pt x="726" y="2215"/>
                      <a:pt x="726" y="2224"/>
                      <a:pt x="736" y="2231"/>
                    </a:cubicBezTo>
                    <a:cubicBezTo>
                      <a:pt x="745" y="2237"/>
                      <a:pt x="722" y="2251"/>
                      <a:pt x="729" y="2264"/>
                    </a:cubicBezTo>
                    <a:cubicBezTo>
                      <a:pt x="736" y="2277"/>
                      <a:pt x="730" y="2316"/>
                      <a:pt x="740" y="2397"/>
                    </a:cubicBezTo>
                    <a:cubicBezTo>
                      <a:pt x="765" y="2604"/>
                      <a:pt x="632" y="2722"/>
                      <a:pt x="599" y="2753"/>
                    </a:cubicBezTo>
                    <a:cubicBezTo>
                      <a:pt x="567" y="2784"/>
                      <a:pt x="574" y="2798"/>
                      <a:pt x="575" y="2825"/>
                    </a:cubicBezTo>
                    <a:cubicBezTo>
                      <a:pt x="576" y="2852"/>
                      <a:pt x="554" y="2881"/>
                      <a:pt x="542" y="2890"/>
                    </a:cubicBezTo>
                    <a:cubicBezTo>
                      <a:pt x="530" y="2899"/>
                      <a:pt x="542" y="2919"/>
                      <a:pt x="546" y="2954"/>
                    </a:cubicBezTo>
                    <a:cubicBezTo>
                      <a:pt x="549" y="2989"/>
                      <a:pt x="471" y="3005"/>
                      <a:pt x="441" y="3008"/>
                    </a:cubicBezTo>
                    <a:cubicBezTo>
                      <a:pt x="410" y="3010"/>
                      <a:pt x="376" y="3022"/>
                      <a:pt x="368" y="3025"/>
                    </a:cubicBezTo>
                    <a:cubicBezTo>
                      <a:pt x="360" y="3028"/>
                      <a:pt x="350" y="3040"/>
                      <a:pt x="344" y="3051"/>
                    </a:cubicBezTo>
                    <a:cubicBezTo>
                      <a:pt x="338" y="3061"/>
                      <a:pt x="327" y="3065"/>
                      <a:pt x="324" y="3065"/>
                    </a:cubicBezTo>
                    <a:cubicBezTo>
                      <a:pt x="321" y="3066"/>
                      <a:pt x="317" y="3070"/>
                      <a:pt x="312" y="3077"/>
                    </a:cubicBezTo>
                    <a:cubicBezTo>
                      <a:pt x="308" y="3084"/>
                      <a:pt x="299" y="3097"/>
                      <a:pt x="274" y="3103"/>
                    </a:cubicBezTo>
                    <a:cubicBezTo>
                      <a:pt x="249" y="3108"/>
                      <a:pt x="235" y="3086"/>
                      <a:pt x="235" y="3086"/>
                    </a:cubicBezTo>
                    <a:cubicBezTo>
                      <a:pt x="235" y="3086"/>
                      <a:pt x="230" y="3087"/>
                      <a:pt x="218" y="3085"/>
                    </a:cubicBezTo>
                    <a:cubicBezTo>
                      <a:pt x="206" y="3083"/>
                      <a:pt x="203" y="3072"/>
                      <a:pt x="203" y="3072"/>
                    </a:cubicBezTo>
                    <a:cubicBezTo>
                      <a:pt x="203" y="3072"/>
                      <a:pt x="200" y="3074"/>
                      <a:pt x="191" y="3068"/>
                    </a:cubicBezTo>
                    <a:cubicBezTo>
                      <a:pt x="181" y="3063"/>
                      <a:pt x="184" y="3045"/>
                      <a:pt x="184" y="3045"/>
                    </a:cubicBezTo>
                    <a:cubicBezTo>
                      <a:pt x="184" y="3045"/>
                      <a:pt x="179" y="3046"/>
                      <a:pt x="176" y="3034"/>
                    </a:cubicBezTo>
                    <a:cubicBezTo>
                      <a:pt x="172" y="3021"/>
                      <a:pt x="186" y="3013"/>
                      <a:pt x="186" y="3013"/>
                    </a:cubicBezTo>
                    <a:cubicBezTo>
                      <a:pt x="185" y="3003"/>
                      <a:pt x="188" y="3002"/>
                      <a:pt x="191" y="2995"/>
                    </a:cubicBezTo>
                    <a:cubicBezTo>
                      <a:pt x="195" y="2987"/>
                      <a:pt x="204" y="2984"/>
                      <a:pt x="210" y="2981"/>
                    </a:cubicBezTo>
                    <a:cubicBezTo>
                      <a:pt x="216" y="2979"/>
                      <a:pt x="237" y="2975"/>
                      <a:pt x="244" y="2971"/>
                    </a:cubicBezTo>
                    <a:cubicBezTo>
                      <a:pt x="251" y="2966"/>
                      <a:pt x="257" y="2962"/>
                      <a:pt x="266" y="2954"/>
                    </a:cubicBezTo>
                    <a:cubicBezTo>
                      <a:pt x="274" y="2947"/>
                      <a:pt x="305" y="2925"/>
                      <a:pt x="311" y="2912"/>
                    </a:cubicBezTo>
                    <a:cubicBezTo>
                      <a:pt x="317" y="2900"/>
                      <a:pt x="339" y="2877"/>
                      <a:pt x="345" y="2871"/>
                    </a:cubicBezTo>
                    <a:cubicBezTo>
                      <a:pt x="351" y="2865"/>
                      <a:pt x="354" y="2860"/>
                      <a:pt x="351" y="2856"/>
                    </a:cubicBezTo>
                    <a:cubicBezTo>
                      <a:pt x="348" y="2851"/>
                      <a:pt x="344" y="2839"/>
                      <a:pt x="346" y="2834"/>
                    </a:cubicBezTo>
                    <a:cubicBezTo>
                      <a:pt x="348" y="2829"/>
                      <a:pt x="348" y="2828"/>
                      <a:pt x="339" y="2809"/>
                    </a:cubicBezTo>
                    <a:cubicBezTo>
                      <a:pt x="330" y="2790"/>
                      <a:pt x="350" y="2790"/>
                      <a:pt x="334" y="2745"/>
                    </a:cubicBezTo>
                    <a:cubicBezTo>
                      <a:pt x="265" y="2552"/>
                      <a:pt x="326" y="2333"/>
                      <a:pt x="334" y="2296"/>
                    </a:cubicBezTo>
                    <a:cubicBezTo>
                      <a:pt x="342" y="2259"/>
                      <a:pt x="329" y="2239"/>
                      <a:pt x="310" y="2217"/>
                    </a:cubicBezTo>
                    <a:cubicBezTo>
                      <a:pt x="292" y="2196"/>
                      <a:pt x="294" y="2145"/>
                      <a:pt x="297" y="2127"/>
                    </a:cubicBezTo>
                    <a:cubicBezTo>
                      <a:pt x="300" y="2108"/>
                      <a:pt x="305" y="2094"/>
                      <a:pt x="288" y="2061"/>
                    </a:cubicBezTo>
                    <a:cubicBezTo>
                      <a:pt x="176" y="1847"/>
                      <a:pt x="256" y="1527"/>
                      <a:pt x="266" y="1499"/>
                    </a:cubicBezTo>
                    <a:cubicBezTo>
                      <a:pt x="277" y="1471"/>
                      <a:pt x="278" y="1429"/>
                      <a:pt x="276" y="1404"/>
                    </a:cubicBezTo>
                    <a:cubicBezTo>
                      <a:pt x="273" y="1379"/>
                      <a:pt x="280" y="1291"/>
                      <a:pt x="280" y="1291"/>
                    </a:cubicBezTo>
                    <a:cubicBezTo>
                      <a:pt x="269" y="1328"/>
                      <a:pt x="221" y="1369"/>
                      <a:pt x="221" y="1377"/>
                    </a:cubicBezTo>
                    <a:cubicBezTo>
                      <a:pt x="221" y="1385"/>
                      <a:pt x="216" y="1394"/>
                      <a:pt x="205" y="1407"/>
                    </a:cubicBezTo>
                    <a:cubicBezTo>
                      <a:pt x="194" y="1421"/>
                      <a:pt x="202" y="1440"/>
                      <a:pt x="207" y="1459"/>
                    </a:cubicBezTo>
                    <a:cubicBezTo>
                      <a:pt x="211" y="1477"/>
                      <a:pt x="198" y="1514"/>
                      <a:pt x="194" y="1533"/>
                    </a:cubicBezTo>
                    <a:cubicBezTo>
                      <a:pt x="191" y="1552"/>
                      <a:pt x="191" y="1582"/>
                      <a:pt x="189" y="1593"/>
                    </a:cubicBezTo>
                    <a:cubicBezTo>
                      <a:pt x="187" y="1603"/>
                      <a:pt x="192" y="1636"/>
                      <a:pt x="180" y="1645"/>
                    </a:cubicBezTo>
                    <a:cubicBezTo>
                      <a:pt x="168" y="1655"/>
                      <a:pt x="152" y="1641"/>
                      <a:pt x="152" y="1641"/>
                    </a:cubicBezTo>
                    <a:cubicBezTo>
                      <a:pt x="162" y="1668"/>
                      <a:pt x="136" y="1680"/>
                      <a:pt x="136" y="1680"/>
                    </a:cubicBezTo>
                    <a:cubicBezTo>
                      <a:pt x="136" y="1680"/>
                      <a:pt x="137" y="1696"/>
                      <a:pt x="127" y="1699"/>
                    </a:cubicBezTo>
                    <a:cubicBezTo>
                      <a:pt x="112" y="1705"/>
                      <a:pt x="68" y="1663"/>
                      <a:pt x="60" y="1655"/>
                    </a:cubicBezTo>
                    <a:cubicBezTo>
                      <a:pt x="52" y="1647"/>
                      <a:pt x="42" y="1619"/>
                      <a:pt x="37" y="1605"/>
                    </a:cubicBezTo>
                    <a:cubicBezTo>
                      <a:pt x="32" y="1591"/>
                      <a:pt x="28" y="1581"/>
                      <a:pt x="14" y="1551"/>
                    </a:cubicBezTo>
                    <a:cubicBezTo>
                      <a:pt x="0" y="1521"/>
                      <a:pt x="19" y="1462"/>
                      <a:pt x="24" y="1441"/>
                    </a:cubicBezTo>
                    <a:cubicBezTo>
                      <a:pt x="29" y="1420"/>
                      <a:pt x="28" y="1410"/>
                      <a:pt x="27" y="1398"/>
                    </a:cubicBezTo>
                    <a:cubicBezTo>
                      <a:pt x="26" y="1386"/>
                      <a:pt x="28" y="1383"/>
                      <a:pt x="32" y="1372"/>
                    </a:cubicBezTo>
                    <a:cubicBezTo>
                      <a:pt x="36" y="1361"/>
                      <a:pt x="37" y="1362"/>
                      <a:pt x="27" y="1351"/>
                    </a:cubicBezTo>
                    <a:cubicBezTo>
                      <a:pt x="17" y="1340"/>
                      <a:pt x="28" y="1305"/>
                      <a:pt x="36" y="1298"/>
                    </a:cubicBezTo>
                    <a:cubicBezTo>
                      <a:pt x="44" y="1291"/>
                      <a:pt x="48" y="1278"/>
                      <a:pt x="44" y="1241"/>
                    </a:cubicBezTo>
                    <a:cubicBezTo>
                      <a:pt x="40" y="1204"/>
                      <a:pt x="72" y="1132"/>
                      <a:pt x="80" y="1116"/>
                    </a:cubicBezTo>
                    <a:cubicBezTo>
                      <a:pt x="88" y="1100"/>
                      <a:pt x="96" y="1086"/>
                      <a:pt x="92" y="1062"/>
                    </a:cubicBezTo>
                    <a:cubicBezTo>
                      <a:pt x="88" y="1038"/>
                      <a:pt x="102" y="1024"/>
                      <a:pt x="114" y="1007"/>
                    </a:cubicBezTo>
                    <a:cubicBezTo>
                      <a:pt x="126" y="990"/>
                      <a:pt x="120" y="980"/>
                      <a:pt x="125" y="931"/>
                    </a:cubicBezTo>
                    <a:cubicBezTo>
                      <a:pt x="138" y="800"/>
                      <a:pt x="171" y="717"/>
                      <a:pt x="194" y="692"/>
                    </a:cubicBezTo>
                    <a:cubicBezTo>
                      <a:pt x="217" y="667"/>
                      <a:pt x="230" y="652"/>
                      <a:pt x="245" y="608"/>
                    </a:cubicBezTo>
                    <a:cubicBezTo>
                      <a:pt x="306" y="437"/>
                      <a:pt x="603" y="418"/>
                      <a:pt x="628" y="411"/>
                    </a:cubicBezTo>
                    <a:cubicBezTo>
                      <a:pt x="653" y="404"/>
                      <a:pt x="688" y="381"/>
                      <a:pt x="693" y="365"/>
                    </a:cubicBezTo>
                    <a:cubicBezTo>
                      <a:pt x="698" y="349"/>
                      <a:pt x="709" y="351"/>
                      <a:pt x="709" y="351"/>
                    </a:cubicBezTo>
                    <a:cubicBezTo>
                      <a:pt x="699" y="294"/>
                      <a:pt x="722" y="248"/>
                      <a:pt x="722" y="248"/>
                    </a:cubicBezTo>
                    <a:cubicBezTo>
                      <a:pt x="717" y="244"/>
                      <a:pt x="712" y="211"/>
                      <a:pt x="707" y="203"/>
                    </a:cubicBezTo>
                    <a:cubicBezTo>
                      <a:pt x="701" y="194"/>
                      <a:pt x="699" y="177"/>
                      <a:pt x="711" y="170"/>
                    </a:cubicBezTo>
                    <a:cubicBezTo>
                      <a:pt x="723" y="164"/>
                      <a:pt x="728" y="182"/>
                      <a:pt x="728" y="182"/>
                    </a:cubicBezTo>
                    <a:cubicBezTo>
                      <a:pt x="738" y="17"/>
                      <a:pt x="872" y="0"/>
                      <a:pt x="872" y="0"/>
                    </a:cubicBezTo>
                    <a:lnTo>
                      <a:pt x="875" y="0"/>
                    </a:lnTo>
                    <a:close/>
                  </a:path>
                </a:pathLst>
              </a:custGeom>
              <a:solidFill>
                <a:srgbClr val="FEF3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282" name="Freeform 429">
                <a:extLst>
                  <a:ext uri="{FF2B5EF4-FFF2-40B4-BE49-F238E27FC236}">
                    <a16:creationId xmlns:a16="http://schemas.microsoft.com/office/drawing/2014/main" id="{AE35B138-0948-4E68-91F3-1041E1D67A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6" y="885"/>
                <a:ext cx="52" cy="38"/>
              </a:xfrm>
              <a:custGeom>
                <a:avLst/>
                <a:gdLst>
                  <a:gd name="T0" fmla="*/ 55 w 48"/>
                  <a:gd name="T1" fmla="*/ 19 h 36"/>
                  <a:gd name="T2" fmla="*/ 0 w 48"/>
                  <a:gd name="T3" fmla="*/ 24 h 36"/>
                  <a:gd name="T4" fmla="*/ 47 w 48"/>
                  <a:gd name="T5" fmla="*/ 29 h 36"/>
                  <a:gd name="T6" fmla="*/ 56 w 48"/>
                  <a:gd name="T7" fmla="*/ 25 h 36"/>
                  <a:gd name="T8" fmla="*/ 58 w 48"/>
                  <a:gd name="T9" fmla="*/ 21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8" h="36">
                    <a:moveTo>
                      <a:pt x="43" y="16"/>
                    </a:moveTo>
                    <a:cubicBezTo>
                      <a:pt x="43" y="16"/>
                      <a:pt x="16" y="0"/>
                      <a:pt x="0" y="21"/>
                    </a:cubicBezTo>
                    <a:cubicBezTo>
                      <a:pt x="0" y="21"/>
                      <a:pt x="16" y="36"/>
                      <a:pt x="37" y="25"/>
                    </a:cubicBezTo>
                    <a:cubicBezTo>
                      <a:pt x="37" y="25"/>
                      <a:pt x="40" y="22"/>
                      <a:pt x="44" y="22"/>
                    </a:cubicBezTo>
                    <a:cubicBezTo>
                      <a:pt x="48" y="22"/>
                      <a:pt x="48" y="20"/>
                      <a:pt x="46" y="1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283" name="Freeform 430">
                <a:extLst>
                  <a:ext uri="{FF2B5EF4-FFF2-40B4-BE49-F238E27FC236}">
                    <a16:creationId xmlns:a16="http://schemas.microsoft.com/office/drawing/2014/main" id="{BB8FC04E-B40D-438B-ABE6-CBDFE3733E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8" y="885"/>
                <a:ext cx="50" cy="38"/>
              </a:xfrm>
              <a:custGeom>
                <a:avLst/>
                <a:gdLst>
                  <a:gd name="T0" fmla="*/ 4 w 47"/>
                  <a:gd name="T1" fmla="*/ 19 h 36"/>
                  <a:gd name="T2" fmla="*/ 56 w 47"/>
                  <a:gd name="T3" fmla="*/ 24 h 36"/>
                  <a:gd name="T4" fmla="*/ 13 w 47"/>
                  <a:gd name="T5" fmla="*/ 29 h 36"/>
                  <a:gd name="T6" fmla="*/ 4 w 47"/>
                  <a:gd name="T7" fmla="*/ 25 h 36"/>
                  <a:gd name="T8" fmla="*/ 2 w 47"/>
                  <a:gd name="T9" fmla="*/ 21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7" h="36">
                    <a:moveTo>
                      <a:pt x="4" y="16"/>
                    </a:moveTo>
                    <a:cubicBezTo>
                      <a:pt x="4" y="16"/>
                      <a:pt x="32" y="0"/>
                      <a:pt x="47" y="21"/>
                    </a:cubicBezTo>
                    <a:cubicBezTo>
                      <a:pt x="47" y="21"/>
                      <a:pt x="31" y="36"/>
                      <a:pt x="10" y="25"/>
                    </a:cubicBezTo>
                    <a:cubicBezTo>
                      <a:pt x="10" y="25"/>
                      <a:pt x="7" y="22"/>
                      <a:pt x="4" y="22"/>
                    </a:cubicBezTo>
                    <a:cubicBezTo>
                      <a:pt x="0" y="22"/>
                      <a:pt x="0" y="20"/>
                      <a:pt x="2" y="1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284" name="Freeform 431">
                <a:extLst>
                  <a:ext uri="{FF2B5EF4-FFF2-40B4-BE49-F238E27FC236}">
                    <a16:creationId xmlns:a16="http://schemas.microsoft.com/office/drawing/2014/main" id="{93575C3A-2715-411B-9A1F-CCAA3A81B8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1" y="2389"/>
                <a:ext cx="39" cy="176"/>
              </a:xfrm>
              <a:custGeom>
                <a:avLst/>
                <a:gdLst>
                  <a:gd name="T0" fmla="*/ 29 w 36"/>
                  <a:gd name="T1" fmla="*/ 0 h 164"/>
                  <a:gd name="T2" fmla="*/ 22 w 36"/>
                  <a:gd name="T3" fmla="*/ 12 h 164"/>
                  <a:gd name="T4" fmla="*/ 20 w 36"/>
                  <a:gd name="T5" fmla="*/ 29 h 164"/>
                  <a:gd name="T6" fmla="*/ 5 w 36"/>
                  <a:gd name="T7" fmla="*/ 57 h 164"/>
                  <a:gd name="T8" fmla="*/ 3 w 36"/>
                  <a:gd name="T9" fmla="*/ 83 h 164"/>
                  <a:gd name="T10" fmla="*/ 4 w 36"/>
                  <a:gd name="T11" fmla="*/ 98 h 164"/>
                  <a:gd name="T12" fmla="*/ 10 w 36"/>
                  <a:gd name="T13" fmla="*/ 107 h 164"/>
                  <a:gd name="T14" fmla="*/ 17 w 36"/>
                  <a:gd name="T15" fmla="*/ 129 h 164"/>
                  <a:gd name="T16" fmla="*/ 31 w 36"/>
                  <a:gd name="T17" fmla="*/ 142 h 164"/>
                  <a:gd name="T18" fmla="*/ 44 w 36"/>
                  <a:gd name="T19" fmla="*/ 174 h 164"/>
                  <a:gd name="T20" fmla="*/ 44 w 36"/>
                  <a:gd name="T21" fmla="*/ 203 h 16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6" h="164">
                    <a:moveTo>
                      <a:pt x="23" y="0"/>
                    </a:moveTo>
                    <a:cubicBezTo>
                      <a:pt x="21" y="3"/>
                      <a:pt x="18" y="5"/>
                      <a:pt x="17" y="9"/>
                    </a:cubicBezTo>
                    <a:cubicBezTo>
                      <a:pt x="15" y="14"/>
                      <a:pt x="17" y="18"/>
                      <a:pt x="16" y="23"/>
                    </a:cubicBezTo>
                    <a:cubicBezTo>
                      <a:pt x="14" y="33"/>
                      <a:pt x="10" y="38"/>
                      <a:pt x="5" y="46"/>
                    </a:cubicBezTo>
                    <a:cubicBezTo>
                      <a:pt x="0" y="54"/>
                      <a:pt x="2" y="58"/>
                      <a:pt x="3" y="67"/>
                    </a:cubicBezTo>
                    <a:cubicBezTo>
                      <a:pt x="4" y="71"/>
                      <a:pt x="3" y="75"/>
                      <a:pt x="4" y="79"/>
                    </a:cubicBezTo>
                    <a:cubicBezTo>
                      <a:pt x="4" y="82"/>
                      <a:pt x="6" y="84"/>
                      <a:pt x="7" y="87"/>
                    </a:cubicBezTo>
                    <a:cubicBezTo>
                      <a:pt x="10" y="94"/>
                      <a:pt x="8" y="99"/>
                      <a:pt x="14" y="104"/>
                    </a:cubicBezTo>
                    <a:cubicBezTo>
                      <a:pt x="18" y="107"/>
                      <a:pt x="22" y="111"/>
                      <a:pt x="25" y="115"/>
                    </a:cubicBezTo>
                    <a:cubicBezTo>
                      <a:pt x="30" y="123"/>
                      <a:pt x="33" y="132"/>
                      <a:pt x="35" y="141"/>
                    </a:cubicBezTo>
                    <a:cubicBezTo>
                      <a:pt x="36" y="149"/>
                      <a:pt x="34" y="156"/>
                      <a:pt x="35" y="164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285" name="Freeform 432">
                <a:extLst>
                  <a:ext uri="{FF2B5EF4-FFF2-40B4-BE49-F238E27FC236}">
                    <a16:creationId xmlns:a16="http://schemas.microsoft.com/office/drawing/2014/main" id="{27B74CB7-0F63-423E-872A-464D88DDDF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6" y="2474"/>
                <a:ext cx="50" cy="44"/>
              </a:xfrm>
              <a:custGeom>
                <a:avLst/>
                <a:gdLst>
                  <a:gd name="T0" fmla="*/ 56 w 47"/>
                  <a:gd name="T1" fmla="*/ 50 h 41"/>
                  <a:gd name="T2" fmla="*/ 40 w 47"/>
                  <a:gd name="T3" fmla="*/ 35 h 41"/>
                  <a:gd name="T4" fmla="*/ 26 w 47"/>
                  <a:gd name="T5" fmla="*/ 29 h 41"/>
                  <a:gd name="T6" fmla="*/ 0 w 47"/>
                  <a:gd name="T7" fmla="*/ 0 h 4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7" h="41">
                    <a:moveTo>
                      <a:pt x="47" y="41"/>
                    </a:moveTo>
                    <a:cubicBezTo>
                      <a:pt x="45" y="37"/>
                      <a:pt x="38" y="32"/>
                      <a:pt x="34" y="29"/>
                    </a:cubicBezTo>
                    <a:cubicBezTo>
                      <a:pt x="30" y="27"/>
                      <a:pt x="25" y="27"/>
                      <a:pt x="22" y="23"/>
                    </a:cubicBezTo>
                    <a:cubicBezTo>
                      <a:pt x="15" y="16"/>
                      <a:pt x="12" y="2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286" name="Freeform 433">
                <a:extLst>
                  <a:ext uri="{FF2B5EF4-FFF2-40B4-BE49-F238E27FC236}">
                    <a16:creationId xmlns:a16="http://schemas.microsoft.com/office/drawing/2014/main" id="{4953A119-093C-4AF5-A5D5-933FA5AF8E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5" y="2454"/>
                <a:ext cx="21" cy="17"/>
              </a:xfrm>
              <a:custGeom>
                <a:avLst/>
                <a:gdLst>
                  <a:gd name="T0" fmla="*/ 23 w 20"/>
                  <a:gd name="T1" fmla="*/ 19 h 16"/>
                  <a:gd name="T2" fmla="*/ 0 w 20"/>
                  <a:gd name="T3" fmla="*/ 0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16">
                    <a:moveTo>
                      <a:pt x="20" y="16"/>
                    </a:moveTo>
                    <a:cubicBezTo>
                      <a:pt x="15" y="8"/>
                      <a:pt x="9" y="3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287" name="Freeform 434">
                <a:extLst>
                  <a:ext uri="{FF2B5EF4-FFF2-40B4-BE49-F238E27FC236}">
                    <a16:creationId xmlns:a16="http://schemas.microsoft.com/office/drawing/2014/main" id="{478E3DD2-7A5B-48DC-9405-913D939F2D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4" y="2388"/>
                <a:ext cx="37" cy="131"/>
              </a:xfrm>
              <a:custGeom>
                <a:avLst/>
                <a:gdLst>
                  <a:gd name="T0" fmla="*/ 1 w 35"/>
                  <a:gd name="T1" fmla="*/ 0 h 122"/>
                  <a:gd name="T2" fmla="*/ 0 w 35"/>
                  <a:gd name="T3" fmla="*/ 58 h 122"/>
                  <a:gd name="T4" fmla="*/ 5 w 35"/>
                  <a:gd name="T5" fmla="*/ 103 h 122"/>
                  <a:gd name="T6" fmla="*/ 21 w 35"/>
                  <a:gd name="T7" fmla="*/ 131 h 122"/>
                  <a:gd name="T8" fmla="*/ 41 w 35"/>
                  <a:gd name="T9" fmla="*/ 151 h 1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" h="122">
                    <a:moveTo>
                      <a:pt x="1" y="0"/>
                    </a:moveTo>
                    <a:cubicBezTo>
                      <a:pt x="7" y="15"/>
                      <a:pt x="1" y="32"/>
                      <a:pt x="0" y="47"/>
                    </a:cubicBezTo>
                    <a:cubicBezTo>
                      <a:pt x="0" y="59"/>
                      <a:pt x="0" y="72"/>
                      <a:pt x="5" y="83"/>
                    </a:cubicBezTo>
                    <a:cubicBezTo>
                      <a:pt x="8" y="91"/>
                      <a:pt x="12" y="99"/>
                      <a:pt x="18" y="106"/>
                    </a:cubicBezTo>
                    <a:cubicBezTo>
                      <a:pt x="22" y="110"/>
                      <a:pt x="29" y="120"/>
                      <a:pt x="35" y="122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288" name="Freeform 435">
                <a:extLst>
                  <a:ext uri="{FF2B5EF4-FFF2-40B4-BE49-F238E27FC236}">
                    <a16:creationId xmlns:a16="http://schemas.microsoft.com/office/drawing/2014/main" id="{58DD38C2-3196-4096-BFC1-7DA6DD6D6E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9" y="2381"/>
                <a:ext cx="39" cy="28"/>
              </a:xfrm>
              <a:custGeom>
                <a:avLst/>
                <a:gdLst>
                  <a:gd name="T0" fmla="*/ 0 w 37"/>
                  <a:gd name="T1" fmla="*/ 2 h 26"/>
                  <a:gd name="T2" fmla="*/ 43 w 37"/>
                  <a:gd name="T3" fmla="*/ 32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7" h="26">
                    <a:moveTo>
                      <a:pt x="0" y="2"/>
                    </a:moveTo>
                    <a:cubicBezTo>
                      <a:pt x="13" y="0"/>
                      <a:pt x="30" y="15"/>
                      <a:pt x="37" y="26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289" name="Freeform 436">
                <a:extLst>
                  <a:ext uri="{FF2B5EF4-FFF2-40B4-BE49-F238E27FC236}">
                    <a16:creationId xmlns:a16="http://schemas.microsoft.com/office/drawing/2014/main" id="{49F2F4E7-57A6-4332-9639-C767FDD6AA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7" y="2467"/>
                <a:ext cx="27" cy="31"/>
              </a:xfrm>
              <a:custGeom>
                <a:avLst/>
                <a:gdLst>
                  <a:gd name="T0" fmla="*/ 28 w 26"/>
                  <a:gd name="T1" fmla="*/ 1 h 29"/>
                  <a:gd name="T2" fmla="*/ 6 w 26"/>
                  <a:gd name="T3" fmla="*/ 6 h 29"/>
                  <a:gd name="T4" fmla="*/ 1 w 26"/>
                  <a:gd name="T5" fmla="*/ 35 h 29"/>
                  <a:gd name="T6" fmla="*/ 29 w 26"/>
                  <a:gd name="T7" fmla="*/ 33 h 2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29">
                    <a:moveTo>
                      <a:pt x="25" y="1"/>
                    </a:moveTo>
                    <a:cubicBezTo>
                      <a:pt x="18" y="0"/>
                      <a:pt x="12" y="1"/>
                      <a:pt x="6" y="6"/>
                    </a:cubicBezTo>
                    <a:cubicBezTo>
                      <a:pt x="0" y="11"/>
                      <a:pt x="0" y="21"/>
                      <a:pt x="1" y="29"/>
                    </a:cubicBezTo>
                    <a:cubicBezTo>
                      <a:pt x="6" y="22"/>
                      <a:pt x="20" y="21"/>
                      <a:pt x="26" y="27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290" name="Freeform 437">
                <a:extLst>
                  <a:ext uri="{FF2B5EF4-FFF2-40B4-BE49-F238E27FC236}">
                    <a16:creationId xmlns:a16="http://schemas.microsoft.com/office/drawing/2014/main" id="{D4073E2C-725F-44DF-A133-D9D2E0B649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0" y="2549"/>
                <a:ext cx="36" cy="24"/>
              </a:xfrm>
              <a:custGeom>
                <a:avLst/>
                <a:gdLst>
                  <a:gd name="T0" fmla="*/ 0 w 34"/>
                  <a:gd name="T1" fmla="*/ 7 h 23"/>
                  <a:gd name="T2" fmla="*/ 28 w 34"/>
                  <a:gd name="T3" fmla="*/ 4 h 23"/>
                  <a:gd name="T4" fmla="*/ 40 w 34"/>
                  <a:gd name="T5" fmla="*/ 11 h 23"/>
                  <a:gd name="T6" fmla="*/ 34 w 34"/>
                  <a:gd name="T7" fmla="*/ 26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4" h="23">
                    <a:moveTo>
                      <a:pt x="0" y="7"/>
                    </a:moveTo>
                    <a:cubicBezTo>
                      <a:pt x="7" y="0"/>
                      <a:pt x="16" y="0"/>
                      <a:pt x="24" y="4"/>
                    </a:cubicBezTo>
                    <a:cubicBezTo>
                      <a:pt x="27" y="5"/>
                      <a:pt x="33" y="8"/>
                      <a:pt x="34" y="11"/>
                    </a:cubicBezTo>
                    <a:cubicBezTo>
                      <a:pt x="34" y="14"/>
                      <a:pt x="29" y="20"/>
                      <a:pt x="28" y="23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291" name="Freeform 438">
                <a:extLst>
                  <a:ext uri="{FF2B5EF4-FFF2-40B4-BE49-F238E27FC236}">
                    <a16:creationId xmlns:a16="http://schemas.microsoft.com/office/drawing/2014/main" id="{CC51DD5C-4C28-4386-A88B-D735FE214A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0" y="2983"/>
                <a:ext cx="61" cy="86"/>
              </a:xfrm>
              <a:custGeom>
                <a:avLst/>
                <a:gdLst>
                  <a:gd name="T0" fmla="*/ 0 w 57"/>
                  <a:gd name="T1" fmla="*/ 0 h 81"/>
                  <a:gd name="T2" fmla="*/ 70 w 57"/>
                  <a:gd name="T3" fmla="*/ 97 h 8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7" h="81">
                    <a:moveTo>
                      <a:pt x="0" y="0"/>
                    </a:moveTo>
                    <a:cubicBezTo>
                      <a:pt x="12" y="31"/>
                      <a:pt x="52" y="45"/>
                      <a:pt x="57" y="81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292" name="Freeform 439">
                <a:extLst>
                  <a:ext uri="{FF2B5EF4-FFF2-40B4-BE49-F238E27FC236}">
                    <a16:creationId xmlns:a16="http://schemas.microsoft.com/office/drawing/2014/main" id="{45623707-0B01-4C29-9C66-B6D94E65C9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4" y="3108"/>
                <a:ext cx="211" cy="38"/>
              </a:xfrm>
              <a:custGeom>
                <a:avLst/>
                <a:gdLst>
                  <a:gd name="T0" fmla="*/ 0 w 198"/>
                  <a:gd name="T1" fmla="*/ 0 h 36"/>
                  <a:gd name="T2" fmla="*/ 113 w 198"/>
                  <a:gd name="T3" fmla="*/ 41 h 36"/>
                  <a:gd name="T4" fmla="*/ 240 w 198"/>
                  <a:gd name="T5" fmla="*/ 20 h 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8" h="36">
                    <a:moveTo>
                      <a:pt x="0" y="0"/>
                    </a:moveTo>
                    <a:cubicBezTo>
                      <a:pt x="31" y="18"/>
                      <a:pt x="55" y="33"/>
                      <a:pt x="93" y="35"/>
                    </a:cubicBezTo>
                    <a:cubicBezTo>
                      <a:pt x="128" y="36"/>
                      <a:pt x="165" y="27"/>
                      <a:pt x="198" y="17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293" name="Freeform 440">
                <a:extLst>
                  <a:ext uri="{FF2B5EF4-FFF2-40B4-BE49-F238E27FC236}">
                    <a16:creationId xmlns:a16="http://schemas.microsoft.com/office/drawing/2014/main" id="{E905613D-CE8A-489C-B9B7-6627B23C78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1" y="3112"/>
                <a:ext cx="42" cy="18"/>
              </a:xfrm>
              <a:custGeom>
                <a:avLst/>
                <a:gdLst>
                  <a:gd name="T0" fmla="*/ 0 w 39"/>
                  <a:gd name="T1" fmla="*/ 0 h 17"/>
                  <a:gd name="T2" fmla="*/ 48 w 39"/>
                  <a:gd name="T3" fmla="*/ 20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9" h="17">
                    <a:moveTo>
                      <a:pt x="0" y="0"/>
                    </a:moveTo>
                    <a:cubicBezTo>
                      <a:pt x="13" y="1"/>
                      <a:pt x="30" y="8"/>
                      <a:pt x="39" y="17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294" name="Freeform 441">
                <a:extLst>
                  <a:ext uri="{FF2B5EF4-FFF2-40B4-BE49-F238E27FC236}">
                    <a16:creationId xmlns:a16="http://schemas.microsoft.com/office/drawing/2014/main" id="{288901A2-DA09-43B3-A946-18F3B2AE84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3" y="3168"/>
                <a:ext cx="45" cy="5"/>
              </a:xfrm>
              <a:custGeom>
                <a:avLst/>
                <a:gdLst>
                  <a:gd name="T0" fmla="*/ 0 w 42"/>
                  <a:gd name="T1" fmla="*/ 0 h 4"/>
                  <a:gd name="T2" fmla="*/ 51 w 42"/>
                  <a:gd name="T3" fmla="*/ 8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2" h="4">
                    <a:moveTo>
                      <a:pt x="0" y="0"/>
                    </a:moveTo>
                    <a:cubicBezTo>
                      <a:pt x="14" y="3"/>
                      <a:pt x="28" y="1"/>
                      <a:pt x="42" y="4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295" name="Freeform 442">
                <a:extLst>
                  <a:ext uri="{FF2B5EF4-FFF2-40B4-BE49-F238E27FC236}">
                    <a16:creationId xmlns:a16="http://schemas.microsoft.com/office/drawing/2014/main" id="{FF552B77-6293-4F9E-9788-2EF41ABE34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3" y="3706"/>
                <a:ext cx="40" cy="12"/>
              </a:xfrm>
              <a:custGeom>
                <a:avLst/>
                <a:gdLst>
                  <a:gd name="T0" fmla="*/ 0 w 38"/>
                  <a:gd name="T1" fmla="*/ 0 h 11"/>
                  <a:gd name="T2" fmla="*/ 44 w 38"/>
                  <a:gd name="T3" fmla="*/ 14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8" h="11">
                    <a:moveTo>
                      <a:pt x="0" y="0"/>
                    </a:moveTo>
                    <a:cubicBezTo>
                      <a:pt x="12" y="5"/>
                      <a:pt x="25" y="10"/>
                      <a:pt x="38" y="11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296" name="Freeform 443">
                <a:extLst>
                  <a:ext uri="{FF2B5EF4-FFF2-40B4-BE49-F238E27FC236}">
                    <a16:creationId xmlns:a16="http://schemas.microsoft.com/office/drawing/2014/main" id="{A9D1ADE6-8E20-4175-87DC-EFEFD1B54E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2" y="3816"/>
                <a:ext cx="93" cy="15"/>
              </a:xfrm>
              <a:custGeom>
                <a:avLst/>
                <a:gdLst>
                  <a:gd name="T0" fmla="*/ 0 w 87"/>
                  <a:gd name="T1" fmla="*/ 6 h 14"/>
                  <a:gd name="T2" fmla="*/ 35 w 87"/>
                  <a:gd name="T3" fmla="*/ 1 h 14"/>
                  <a:gd name="T4" fmla="*/ 67 w 87"/>
                  <a:gd name="T5" fmla="*/ 12 h 14"/>
                  <a:gd name="T6" fmla="*/ 106 w 87"/>
                  <a:gd name="T7" fmla="*/ 17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7" h="14">
                    <a:moveTo>
                      <a:pt x="0" y="6"/>
                    </a:moveTo>
                    <a:cubicBezTo>
                      <a:pt x="9" y="4"/>
                      <a:pt x="19" y="0"/>
                      <a:pt x="29" y="1"/>
                    </a:cubicBezTo>
                    <a:cubicBezTo>
                      <a:pt x="38" y="2"/>
                      <a:pt x="46" y="8"/>
                      <a:pt x="55" y="9"/>
                    </a:cubicBezTo>
                    <a:cubicBezTo>
                      <a:pt x="66" y="10"/>
                      <a:pt x="80" y="3"/>
                      <a:pt x="87" y="14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297" name="Freeform 444">
                <a:extLst>
                  <a:ext uri="{FF2B5EF4-FFF2-40B4-BE49-F238E27FC236}">
                    <a16:creationId xmlns:a16="http://schemas.microsoft.com/office/drawing/2014/main" id="{D45100C9-569F-4778-A174-BC0386DC40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9" y="3980"/>
                <a:ext cx="51" cy="81"/>
              </a:xfrm>
              <a:custGeom>
                <a:avLst/>
                <a:gdLst>
                  <a:gd name="T0" fmla="*/ 7 w 48"/>
                  <a:gd name="T1" fmla="*/ 92 h 76"/>
                  <a:gd name="T2" fmla="*/ 4 w 48"/>
                  <a:gd name="T3" fmla="*/ 49 h 76"/>
                  <a:gd name="T4" fmla="*/ 22 w 48"/>
                  <a:gd name="T5" fmla="*/ 42 h 76"/>
                  <a:gd name="T6" fmla="*/ 38 w 48"/>
                  <a:gd name="T7" fmla="*/ 32 h 76"/>
                  <a:gd name="T8" fmla="*/ 41 w 48"/>
                  <a:gd name="T9" fmla="*/ 22 h 76"/>
                  <a:gd name="T10" fmla="*/ 49 w 48"/>
                  <a:gd name="T11" fmla="*/ 17 h 76"/>
                  <a:gd name="T12" fmla="*/ 56 w 48"/>
                  <a:gd name="T13" fmla="*/ 0 h 7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8" h="76">
                    <a:moveTo>
                      <a:pt x="7" y="76"/>
                    </a:moveTo>
                    <a:cubicBezTo>
                      <a:pt x="0" y="65"/>
                      <a:pt x="0" y="52"/>
                      <a:pt x="4" y="40"/>
                    </a:cubicBezTo>
                    <a:cubicBezTo>
                      <a:pt x="9" y="40"/>
                      <a:pt x="14" y="37"/>
                      <a:pt x="19" y="35"/>
                    </a:cubicBezTo>
                    <a:cubicBezTo>
                      <a:pt x="22" y="33"/>
                      <a:pt x="30" y="29"/>
                      <a:pt x="32" y="26"/>
                    </a:cubicBezTo>
                    <a:cubicBezTo>
                      <a:pt x="34" y="24"/>
                      <a:pt x="33" y="22"/>
                      <a:pt x="35" y="19"/>
                    </a:cubicBezTo>
                    <a:cubicBezTo>
                      <a:pt x="37" y="17"/>
                      <a:pt x="39" y="16"/>
                      <a:pt x="40" y="14"/>
                    </a:cubicBezTo>
                    <a:cubicBezTo>
                      <a:pt x="44" y="10"/>
                      <a:pt x="48" y="5"/>
                      <a:pt x="47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298" name="Freeform 445">
                <a:extLst>
                  <a:ext uri="{FF2B5EF4-FFF2-40B4-BE49-F238E27FC236}">
                    <a16:creationId xmlns:a16="http://schemas.microsoft.com/office/drawing/2014/main" id="{D19334CB-C9B6-4C1F-AD17-D3C52BCA2A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4" y="3986"/>
                <a:ext cx="4" cy="15"/>
              </a:xfrm>
              <a:custGeom>
                <a:avLst/>
                <a:gdLst>
                  <a:gd name="T0" fmla="*/ 7 w 3"/>
                  <a:gd name="T1" fmla="*/ 17 h 14"/>
                  <a:gd name="T2" fmla="*/ 5 w 3"/>
                  <a:gd name="T3" fmla="*/ 0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4">
                    <a:moveTo>
                      <a:pt x="3" y="14"/>
                    </a:moveTo>
                    <a:cubicBezTo>
                      <a:pt x="0" y="11"/>
                      <a:pt x="2" y="4"/>
                      <a:pt x="2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299" name="Freeform 446">
                <a:extLst>
                  <a:ext uri="{FF2B5EF4-FFF2-40B4-BE49-F238E27FC236}">
                    <a16:creationId xmlns:a16="http://schemas.microsoft.com/office/drawing/2014/main" id="{7766137A-8790-46EA-B130-9FEDE44734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1" y="4014"/>
                <a:ext cx="43" cy="28"/>
              </a:xfrm>
              <a:custGeom>
                <a:avLst/>
                <a:gdLst>
                  <a:gd name="T0" fmla="*/ 0 w 40"/>
                  <a:gd name="T1" fmla="*/ 10 h 26"/>
                  <a:gd name="T2" fmla="*/ 20 w 40"/>
                  <a:gd name="T3" fmla="*/ 15 h 26"/>
                  <a:gd name="T4" fmla="*/ 30 w 40"/>
                  <a:gd name="T5" fmla="*/ 32 h 26"/>
                  <a:gd name="T6" fmla="*/ 46 w 40"/>
                  <a:gd name="T7" fmla="*/ 16 h 26"/>
                  <a:gd name="T8" fmla="*/ 31 w 40"/>
                  <a:gd name="T9" fmla="*/ 0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0" h="26">
                    <a:moveTo>
                      <a:pt x="0" y="7"/>
                    </a:moveTo>
                    <a:cubicBezTo>
                      <a:pt x="6" y="5"/>
                      <a:pt x="12" y="8"/>
                      <a:pt x="17" y="12"/>
                    </a:cubicBezTo>
                    <a:cubicBezTo>
                      <a:pt x="21" y="16"/>
                      <a:pt x="22" y="21"/>
                      <a:pt x="24" y="26"/>
                    </a:cubicBezTo>
                    <a:cubicBezTo>
                      <a:pt x="27" y="21"/>
                      <a:pt x="35" y="18"/>
                      <a:pt x="37" y="13"/>
                    </a:cubicBezTo>
                    <a:cubicBezTo>
                      <a:pt x="40" y="6"/>
                      <a:pt x="30" y="3"/>
                      <a:pt x="25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300" name="Freeform 447">
                <a:extLst>
                  <a:ext uri="{FF2B5EF4-FFF2-40B4-BE49-F238E27FC236}">
                    <a16:creationId xmlns:a16="http://schemas.microsoft.com/office/drawing/2014/main" id="{A6C16FEE-3FB7-4DDB-8A17-E8139CF0D0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7" y="3988"/>
                <a:ext cx="39" cy="57"/>
              </a:xfrm>
              <a:custGeom>
                <a:avLst/>
                <a:gdLst>
                  <a:gd name="T0" fmla="*/ 4 w 36"/>
                  <a:gd name="T1" fmla="*/ 66 h 53"/>
                  <a:gd name="T2" fmla="*/ 20 w 36"/>
                  <a:gd name="T3" fmla="*/ 29 h 53"/>
                  <a:gd name="T4" fmla="*/ 39 w 36"/>
                  <a:gd name="T5" fmla="*/ 17 h 53"/>
                  <a:gd name="T6" fmla="*/ 46 w 36"/>
                  <a:gd name="T7" fmla="*/ 0 h 5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6" h="53">
                    <a:moveTo>
                      <a:pt x="4" y="53"/>
                    </a:moveTo>
                    <a:cubicBezTo>
                      <a:pt x="0" y="41"/>
                      <a:pt x="6" y="29"/>
                      <a:pt x="16" y="23"/>
                    </a:cubicBezTo>
                    <a:cubicBezTo>
                      <a:pt x="22" y="20"/>
                      <a:pt x="26" y="19"/>
                      <a:pt x="30" y="14"/>
                    </a:cubicBezTo>
                    <a:cubicBezTo>
                      <a:pt x="34" y="10"/>
                      <a:pt x="34" y="5"/>
                      <a:pt x="36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301" name="Freeform 448">
                <a:extLst>
                  <a:ext uri="{FF2B5EF4-FFF2-40B4-BE49-F238E27FC236}">
                    <a16:creationId xmlns:a16="http://schemas.microsoft.com/office/drawing/2014/main" id="{C903EAF2-3B69-4B0E-BC2A-58EDF0D277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1" y="3973"/>
                <a:ext cx="45" cy="43"/>
              </a:xfrm>
              <a:custGeom>
                <a:avLst/>
                <a:gdLst>
                  <a:gd name="T0" fmla="*/ 0 w 42"/>
                  <a:gd name="T1" fmla="*/ 49 h 40"/>
                  <a:gd name="T2" fmla="*/ 12 w 42"/>
                  <a:gd name="T3" fmla="*/ 33 h 40"/>
                  <a:gd name="T4" fmla="*/ 21 w 42"/>
                  <a:gd name="T5" fmla="*/ 20 h 40"/>
                  <a:gd name="T6" fmla="*/ 35 w 42"/>
                  <a:gd name="T7" fmla="*/ 16 h 40"/>
                  <a:gd name="T8" fmla="*/ 51 w 42"/>
                  <a:gd name="T9" fmla="*/ 0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2" h="40">
                    <a:moveTo>
                      <a:pt x="0" y="40"/>
                    </a:moveTo>
                    <a:cubicBezTo>
                      <a:pt x="0" y="35"/>
                      <a:pt x="6" y="31"/>
                      <a:pt x="9" y="27"/>
                    </a:cubicBezTo>
                    <a:cubicBezTo>
                      <a:pt x="11" y="24"/>
                      <a:pt x="14" y="19"/>
                      <a:pt x="18" y="17"/>
                    </a:cubicBezTo>
                    <a:cubicBezTo>
                      <a:pt x="21" y="14"/>
                      <a:pt x="26" y="15"/>
                      <a:pt x="29" y="13"/>
                    </a:cubicBezTo>
                    <a:cubicBezTo>
                      <a:pt x="34" y="11"/>
                      <a:pt x="36" y="3"/>
                      <a:pt x="42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302" name="Freeform 449">
                <a:extLst>
                  <a:ext uri="{FF2B5EF4-FFF2-40B4-BE49-F238E27FC236}">
                    <a16:creationId xmlns:a16="http://schemas.microsoft.com/office/drawing/2014/main" id="{94758B8E-85C3-4947-B011-D988B10E89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1" y="3969"/>
                <a:ext cx="21" cy="14"/>
              </a:xfrm>
              <a:custGeom>
                <a:avLst/>
                <a:gdLst>
                  <a:gd name="T0" fmla="*/ 0 w 20"/>
                  <a:gd name="T1" fmla="*/ 13 h 13"/>
                  <a:gd name="T2" fmla="*/ 9 w 20"/>
                  <a:gd name="T3" fmla="*/ 6 h 13"/>
                  <a:gd name="T4" fmla="*/ 23 w 20"/>
                  <a:gd name="T5" fmla="*/ 0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13">
                    <a:moveTo>
                      <a:pt x="0" y="10"/>
                    </a:moveTo>
                    <a:cubicBezTo>
                      <a:pt x="1" y="13"/>
                      <a:pt x="7" y="8"/>
                      <a:pt x="9" y="6"/>
                    </a:cubicBezTo>
                    <a:cubicBezTo>
                      <a:pt x="12" y="4"/>
                      <a:pt x="16" y="2"/>
                      <a:pt x="20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303" name="Freeform 450">
                <a:extLst>
                  <a:ext uri="{FF2B5EF4-FFF2-40B4-BE49-F238E27FC236}">
                    <a16:creationId xmlns:a16="http://schemas.microsoft.com/office/drawing/2014/main" id="{7348C1C4-3F93-4B93-8A67-9F29BF969D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8" y="3985"/>
                <a:ext cx="12" cy="13"/>
              </a:xfrm>
              <a:custGeom>
                <a:avLst/>
                <a:gdLst>
                  <a:gd name="T0" fmla="*/ 0 w 11"/>
                  <a:gd name="T1" fmla="*/ 5 h 12"/>
                  <a:gd name="T2" fmla="*/ 9 w 11"/>
                  <a:gd name="T3" fmla="*/ 15 h 12"/>
                  <a:gd name="T4" fmla="*/ 2 w 11"/>
                  <a:gd name="T5" fmla="*/ 5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2">
                    <a:moveTo>
                      <a:pt x="0" y="5"/>
                    </a:moveTo>
                    <a:cubicBezTo>
                      <a:pt x="3" y="6"/>
                      <a:pt x="5" y="10"/>
                      <a:pt x="6" y="12"/>
                    </a:cubicBezTo>
                    <a:cubicBezTo>
                      <a:pt x="11" y="8"/>
                      <a:pt x="9" y="0"/>
                      <a:pt x="2" y="5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304" name="Freeform 451">
                <a:extLst>
                  <a:ext uri="{FF2B5EF4-FFF2-40B4-BE49-F238E27FC236}">
                    <a16:creationId xmlns:a16="http://schemas.microsoft.com/office/drawing/2014/main" id="{EA3A0CAA-1C79-4BFE-82A5-16FEF8ED3A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0" y="4004"/>
                <a:ext cx="16" cy="18"/>
              </a:xfrm>
              <a:custGeom>
                <a:avLst/>
                <a:gdLst>
                  <a:gd name="T0" fmla="*/ 0 w 15"/>
                  <a:gd name="T1" fmla="*/ 5 h 17"/>
                  <a:gd name="T2" fmla="*/ 7 w 15"/>
                  <a:gd name="T3" fmla="*/ 20 h 17"/>
                  <a:gd name="T4" fmla="*/ 15 w 15"/>
                  <a:gd name="T5" fmla="*/ 4 h 17"/>
                  <a:gd name="T6" fmla="*/ 1 w 15"/>
                  <a:gd name="T7" fmla="*/ 5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17">
                    <a:moveTo>
                      <a:pt x="0" y="5"/>
                    </a:moveTo>
                    <a:cubicBezTo>
                      <a:pt x="6" y="6"/>
                      <a:pt x="7" y="11"/>
                      <a:pt x="7" y="17"/>
                    </a:cubicBezTo>
                    <a:cubicBezTo>
                      <a:pt x="9" y="13"/>
                      <a:pt x="15" y="8"/>
                      <a:pt x="12" y="4"/>
                    </a:cubicBezTo>
                    <a:cubicBezTo>
                      <a:pt x="10" y="0"/>
                      <a:pt x="2" y="1"/>
                      <a:pt x="1" y="5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305" name="Freeform 452">
                <a:extLst>
                  <a:ext uri="{FF2B5EF4-FFF2-40B4-BE49-F238E27FC236}">
                    <a16:creationId xmlns:a16="http://schemas.microsoft.com/office/drawing/2014/main" id="{A11EA181-84DC-4ADA-A032-F49D2F3F6E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9" y="4019"/>
                <a:ext cx="21" cy="18"/>
              </a:xfrm>
              <a:custGeom>
                <a:avLst/>
                <a:gdLst>
                  <a:gd name="T0" fmla="*/ 1 w 20"/>
                  <a:gd name="T1" fmla="*/ 8 h 17"/>
                  <a:gd name="T2" fmla="*/ 17 w 20"/>
                  <a:gd name="T3" fmla="*/ 20 h 17"/>
                  <a:gd name="T4" fmla="*/ 22 w 20"/>
                  <a:gd name="T5" fmla="*/ 5 h 17"/>
                  <a:gd name="T6" fmla="*/ 9 w 20"/>
                  <a:gd name="T7" fmla="*/ 1 h 17"/>
                  <a:gd name="T8" fmla="*/ 0 w 20"/>
                  <a:gd name="T9" fmla="*/ 7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17">
                    <a:moveTo>
                      <a:pt x="1" y="8"/>
                    </a:moveTo>
                    <a:cubicBezTo>
                      <a:pt x="7" y="10"/>
                      <a:pt x="11" y="10"/>
                      <a:pt x="14" y="17"/>
                    </a:cubicBezTo>
                    <a:cubicBezTo>
                      <a:pt x="16" y="13"/>
                      <a:pt x="20" y="9"/>
                      <a:pt x="19" y="5"/>
                    </a:cubicBezTo>
                    <a:cubicBezTo>
                      <a:pt x="18" y="1"/>
                      <a:pt x="12" y="0"/>
                      <a:pt x="9" y="1"/>
                    </a:cubicBezTo>
                    <a:cubicBezTo>
                      <a:pt x="4" y="1"/>
                      <a:pt x="3" y="3"/>
                      <a:pt x="0" y="7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306" name="Freeform 453">
                <a:extLst>
                  <a:ext uri="{FF2B5EF4-FFF2-40B4-BE49-F238E27FC236}">
                    <a16:creationId xmlns:a16="http://schemas.microsoft.com/office/drawing/2014/main" id="{A4556F1E-A5B8-49C2-8637-CCE045E697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9" y="1491"/>
                <a:ext cx="140" cy="656"/>
              </a:xfrm>
              <a:custGeom>
                <a:avLst/>
                <a:gdLst>
                  <a:gd name="T0" fmla="*/ 0 w 131"/>
                  <a:gd name="T1" fmla="*/ 749 h 614"/>
                  <a:gd name="T2" fmla="*/ 26 w 131"/>
                  <a:gd name="T3" fmla="*/ 514 h 614"/>
                  <a:gd name="T4" fmla="*/ 110 w 131"/>
                  <a:gd name="T5" fmla="*/ 357 h 614"/>
                  <a:gd name="T6" fmla="*/ 114 w 131"/>
                  <a:gd name="T7" fmla="*/ 253 h 614"/>
                  <a:gd name="T8" fmla="*/ 149 w 131"/>
                  <a:gd name="T9" fmla="*/ 166 h 614"/>
                  <a:gd name="T10" fmla="*/ 143 w 131"/>
                  <a:gd name="T11" fmla="*/ 0 h 61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1" h="614">
                    <a:moveTo>
                      <a:pt x="0" y="614"/>
                    </a:moveTo>
                    <a:cubicBezTo>
                      <a:pt x="0" y="614"/>
                      <a:pt x="0" y="472"/>
                      <a:pt x="21" y="421"/>
                    </a:cubicBezTo>
                    <a:cubicBezTo>
                      <a:pt x="41" y="369"/>
                      <a:pt x="95" y="311"/>
                      <a:pt x="90" y="293"/>
                    </a:cubicBezTo>
                    <a:cubicBezTo>
                      <a:pt x="84" y="275"/>
                      <a:pt x="69" y="262"/>
                      <a:pt x="94" y="208"/>
                    </a:cubicBezTo>
                    <a:cubicBezTo>
                      <a:pt x="119" y="154"/>
                      <a:pt x="131" y="155"/>
                      <a:pt x="122" y="136"/>
                    </a:cubicBezTo>
                    <a:cubicBezTo>
                      <a:pt x="113" y="117"/>
                      <a:pt x="93" y="50"/>
                      <a:pt x="117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307" name="Freeform 454">
                <a:extLst>
                  <a:ext uri="{FF2B5EF4-FFF2-40B4-BE49-F238E27FC236}">
                    <a16:creationId xmlns:a16="http://schemas.microsoft.com/office/drawing/2014/main" id="{2C278E0B-FF94-4AAC-8462-6C21BBF9E8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9" y="1564"/>
                <a:ext cx="98" cy="30"/>
              </a:xfrm>
              <a:custGeom>
                <a:avLst/>
                <a:gdLst>
                  <a:gd name="T0" fmla="*/ 111 w 92"/>
                  <a:gd name="T1" fmla="*/ 32 h 28"/>
                  <a:gd name="T2" fmla="*/ 93 w 92"/>
                  <a:gd name="T3" fmla="*/ 25 h 28"/>
                  <a:gd name="T4" fmla="*/ 0 w 92"/>
                  <a:gd name="T5" fmla="*/ 0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2" h="28">
                    <a:moveTo>
                      <a:pt x="92" y="26"/>
                    </a:moveTo>
                    <a:cubicBezTo>
                      <a:pt x="92" y="26"/>
                      <a:pt x="86" y="28"/>
                      <a:pt x="77" y="20"/>
                    </a:cubicBezTo>
                    <a:cubicBezTo>
                      <a:pt x="69" y="13"/>
                      <a:pt x="29" y="22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308" name="Freeform 455">
                <a:extLst>
                  <a:ext uri="{FF2B5EF4-FFF2-40B4-BE49-F238E27FC236}">
                    <a16:creationId xmlns:a16="http://schemas.microsoft.com/office/drawing/2014/main" id="{FF2C4B24-BB4F-4E44-92C5-C26823B3E7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8" y="1630"/>
                <a:ext cx="20" cy="43"/>
              </a:xfrm>
              <a:custGeom>
                <a:avLst/>
                <a:gdLst>
                  <a:gd name="T0" fmla="*/ 0 w 19"/>
                  <a:gd name="T1" fmla="*/ 0 h 41"/>
                  <a:gd name="T2" fmla="*/ 22 w 19"/>
                  <a:gd name="T3" fmla="*/ 47 h 4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41">
                    <a:moveTo>
                      <a:pt x="0" y="0"/>
                    </a:moveTo>
                    <a:cubicBezTo>
                      <a:pt x="0" y="0"/>
                      <a:pt x="9" y="18"/>
                      <a:pt x="19" y="41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309" name="Freeform 456">
                <a:extLst>
                  <a:ext uri="{FF2B5EF4-FFF2-40B4-BE49-F238E27FC236}">
                    <a16:creationId xmlns:a16="http://schemas.microsoft.com/office/drawing/2014/main" id="{C9631FBB-CCA6-4DCC-8D33-F3AE6595F0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2" y="1719"/>
                <a:ext cx="493" cy="271"/>
              </a:xfrm>
              <a:custGeom>
                <a:avLst/>
                <a:gdLst>
                  <a:gd name="T0" fmla="*/ 32 w 461"/>
                  <a:gd name="T1" fmla="*/ 0 h 253"/>
                  <a:gd name="T2" fmla="*/ 28 w 461"/>
                  <a:gd name="T3" fmla="*/ 101 h 253"/>
                  <a:gd name="T4" fmla="*/ 120 w 461"/>
                  <a:gd name="T5" fmla="*/ 190 h 253"/>
                  <a:gd name="T6" fmla="*/ 216 w 461"/>
                  <a:gd name="T7" fmla="*/ 225 h 253"/>
                  <a:gd name="T8" fmla="*/ 564 w 461"/>
                  <a:gd name="T9" fmla="*/ 163 h 25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61" h="253">
                    <a:moveTo>
                      <a:pt x="26" y="0"/>
                    </a:moveTo>
                    <a:cubicBezTo>
                      <a:pt x="26" y="0"/>
                      <a:pt x="0" y="61"/>
                      <a:pt x="22" y="82"/>
                    </a:cubicBezTo>
                    <a:cubicBezTo>
                      <a:pt x="44" y="102"/>
                      <a:pt x="85" y="145"/>
                      <a:pt x="98" y="154"/>
                    </a:cubicBezTo>
                    <a:cubicBezTo>
                      <a:pt x="111" y="163"/>
                      <a:pt x="137" y="177"/>
                      <a:pt x="177" y="183"/>
                    </a:cubicBezTo>
                    <a:cubicBezTo>
                      <a:pt x="217" y="189"/>
                      <a:pt x="454" y="253"/>
                      <a:pt x="461" y="133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310" name="Freeform 457">
                <a:extLst>
                  <a:ext uri="{FF2B5EF4-FFF2-40B4-BE49-F238E27FC236}">
                    <a16:creationId xmlns:a16="http://schemas.microsoft.com/office/drawing/2014/main" id="{09ECBE0A-60B5-41FD-93FD-2F60D67D14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0" y="1845"/>
                <a:ext cx="112" cy="52"/>
              </a:xfrm>
              <a:custGeom>
                <a:avLst/>
                <a:gdLst>
                  <a:gd name="T0" fmla="*/ 54 w 105"/>
                  <a:gd name="T1" fmla="*/ 0 h 48"/>
                  <a:gd name="T2" fmla="*/ 67 w 105"/>
                  <a:gd name="T3" fmla="*/ 1 h 48"/>
                  <a:gd name="T4" fmla="*/ 125 w 105"/>
                  <a:gd name="T5" fmla="*/ 37 h 48"/>
                  <a:gd name="T6" fmla="*/ 59 w 105"/>
                  <a:gd name="T7" fmla="*/ 56 h 48"/>
                  <a:gd name="T8" fmla="*/ 1 w 105"/>
                  <a:gd name="T9" fmla="*/ 20 h 48"/>
                  <a:gd name="T10" fmla="*/ 35 w 105"/>
                  <a:gd name="T11" fmla="*/ 0 h 4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5" h="48">
                    <a:moveTo>
                      <a:pt x="45" y="0"/>
                    </a:moveTo>
                    <a:cubicBezTo>
                      <a:pt x="49" y="0"/>
                      <a:pt x="52" y="0"/>
                      <a:pt x="55" y="1"/>
                    </a:cubicBezTo>
                    <a:cubicBezTo>
                      <a:pt x="83" y="4"/>
                      <a:pt x="105" y="17"/>
                      <a:pt x="103" y="29"/>
                    </a:cubicBezTo>
                    <a:cubicBezTo>
                      <a:pt x="101" y="41"/>
                      <a:pt x="77" y="48"/>
                      <a:pt x="49" y="44"/>
                    </a:cubicBezTo>
                    <a:cubicBezTo>
                      <a:pt x="21" y="41"/>
                      <a:pt x="0" y="28"/>
                      <a:pt x="1" y="16"/>
                    </a:cubicBezTo>
                    <a:cubicBezTo>
                      <a:pt x="2" y="8"/>
                      <a:pt x="13" y="2"/>
                      <a:pt x="29" y="0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311" name="Freeform 458">
                <a:extLst>
                  <a:ext uri="{FF2B5EF4-FFF2-40B4-BE49-F238E27FC236}">
                    <a16:creationId xmlns:a16="http://schemas.microsoft.com/office/drawing/2014/main" id="{2DC9C4B3-5316-4CB3-A8A7-724CC9ABB4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6" y="1845"/>
                <a:ext cx="12" cy="1"/>
              </a:xfrm>
              <a:custGeom>
                <a:avLst/>
                <a:gdLst>
                  <a:gd name="T0" fmla="*/ 0 w 11"/>
                  <a:gd name="T1" fmla="*/ 0 h 1"/>
                  <a:gd name="T2" fmla="*/ 14 w 1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1">
                    <a:moveTo>
                      <a:pt x="0" y="0"/>
                    </a:moveTo>
                    <a:cubicBezTo>
                      <a:pt x="3" y="0"/>
                      <a:pt x="7" y="0"/>
                      <a:pt x="11" y="0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312" name="Freeform 459">
                <a:extLst>
                  <a:ext uri="{FF2B5EF4-FFF2-40B4-BE49-F238E27FC236}">
                    <a16:creationId xmlns:a16="http://schemas.microsoft.com/office/drawing/2014/main" id="{4ACAFD82-C898-4A9B-A553-9D7F3F628B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7" y="1850"/>
                <a:ext cx="7" cy="4"/>
              </a:xfrm>
              <a:custGeom>
                <a:avLst/>
                <a:gdLst>
                  <a:gd name="T0" fmla="*/ 0 w 6"/>
                  <a:gd name="T1" fmla="*/ 4 h 4"/>
                  <a:gd name="T2" fmla="*/ 9 w 6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4">
                    <a:moveTo>
                      <a:pt x="0" y="4"/>
                    </a:moveTo>
                    <a:cubicBezTo>
                      <a:pt x="1" y="2"/>
                      <a:pt x="3" y="1"/>
                      <a:pt x="6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313" name="Freeform 460">
                <a:extLst>
                  <a:ext uri="{FF2B5EF4-FFF2-40B4-BE49-F238E27FC236}">
                    <a16:creationId xmlns:a16="http://schemas.microsoft.com/office/drawing/2014/main" id="{F37F7ADD-BF79-4070-94B0-5A9A7D1855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3" y="1845"/>
                <a:ext cx="109" cy="52"/>
              </a:xfrm>
              <a:custGeom>
                <a:avLst/>
                <a:gdLst>
                  <a:gd name="T0" fmla="*/ 47 w 102"/>
                  <a:gd name="T1" fmla="*/ 0 h 48"/>
                  <a:gd name="T2" fmla="*/ 64 w 102"/>
                  <a:gd name="T3" fmla="*/ 1 h 48"/>
                  <a:gd name="T4" fmla="*/ 122 w 102"/>
                  <a:gd name="T5" fmla="*/ 37 h 48"/>
                  <a:gd name="T6" fmla="*/ 56 w 102"/>
                  <a:gd name="T7" fmla="*/ 56 h 48"/>
                  <a:gd name="T8" fmla="*/ 0 w 102"/>
                  <a:gd name="T9" fmla="*/ 29 h 4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2" h="48">
                    <a:moveTo>
                      <a:pt x="38" y="0"/>
                    </a:moveTo>
                    <a:cubicBezTo>
                      <a:pt x="42" y="0"/>
                      <a:pt x="47" y="0"/>
                      <a:pt x="52" y="1"/>
                    </a:cubicBezTo>
                    <a:cubicBezTo>
                      <a:pt x="80" y="4"/>
                      <a:pt x="102" y="17"/>
                      <a:pt x="100" y="29"/>
                    </a:cubicBezTo>
                    <a:cubicBezTo>
                      <a:pt x="98" y="41"/>
                      <a:pt x="74" y="48"/>
                      <a:pt x="46" y="44"/>
                    </a:cubicBezTo>
                    <a:cubicBezTo>
                      <a:pt x="23" y="41"/>
                      <a:pt x="5" y="32"/>
                      <a:pt x="0" y="23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314" name="Freeform 461">
                <a:extLst>
                  <a:ext uri="{FF2B5EF4-FFF2-40B4-BE49-F238E27FC236}">
                    <a16:creationId xmlns:a16="http://schemas.microsoft.com/office/drawing/2014/main" id="{0A51B42C-8373-4036-B9C2-D3E4619D4E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9" y="1845"/>
                <a:ext cx="12" cy="3"/>
              </a:xfrm>
              <a:custGeom>
                <a:avLst/>
                <a:gdLst>
                  <a:gd name="T0" fmla="*/ 0 w 11"/>
                  <a:gd name="T1" fmla="*/ 8 h 2"/>
                  <a:gd name="T2" fmla="*/ 1 w 11"/>
                  <a:gd name="T3" fmla="*/ 8 h 2"/>
                  <a:gd name="T4" fmla="*/ 14 w 11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2">
                    <a:moveTo>
                      <a:pt x="0" y="2"/>
                    </a:moveTo>
                    <a:cubicBezTo>
                      <a:pt x="0" y="2"/>
                      <a:pt x="1" y="2"/>
                      <a:pt x="1" y="2"/>
                    </a:cubicBezTo>
                    <a:cubicBezTo>
                      <a:pt x="4" y="1"/>
                      <a:pt x="7" y="1"/>
                      <a:pt x="11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315" name="Freeform 462">
                <a:extLst>
                  <a:ext uri="{FF2B5EF4-FFF2-40B4-BE49-F238E27FC236}">
                    <a16:creationId xmlns:a16="http://schemas.microsoft.com/office/drawing/2014/main" id="{701375A2-F06D-41F2-82CC-152D2B68A1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3" y="1619"/>
                <a:ext cx="63" cy="23"/>
              </a:xfrm>
              <a:custGeom>
                <a:avLst/>
                <a:gdLst>
                  <a:gd name="T0" fmla="*/ 72 w 59"/>
                  <a:gd name="T1" fmla="*/ 0 h 22"/>
                  <a:gd name="T2" fmla="*/ 0 w 59"/>
                  <a:gd name="T3" fmla="*/ 25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9" h="22">
                    <a:moveTo>
                      <a:pt x="59" y="0"/>
                    </a:moveTo>
                    <a:cubicBezTo>
                      <a:pt x="40" y="6"/>
                      <a:pt x="21" y="18"/>
                      <a:pt x="0" y="22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316" name="Freeform 463">
                <a:extLst>
                  <a:ext uri="{FF2B5EF4-FFF2-40B4-BE49-F238E27FC236}">
                    <a16:creationId xmlns:a16="http://schemas.microsoft.com/office/drawing/2014/main" id="{3ED66876-74E3-4C18-B716-D56C20AECD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5" y="1894"/>
                <a:ext cx="67" cy="12"/>
              </a:xfrm>
              <a:custGeom>
                <a:avLst/>
                <a:gdLst>
                  <a:gd name="T0" fmla="*/ 76 w 63"/>
                  <a:gd name="T1" fmla="*/ 1 h 12"/>
                  <a:gd name="T2" fmla="*/ 0 w 63"/>
                  <a:gd name="T3" fmla="*/ 0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3" h="12">
                    <a:moveTo>
                      <a:pt x="63" y="1"/>
                    </a:moveTo>
                    <a:cubicBezTo>
                      <a:pt x="46" y="12"/>
                      <a:pt x="17" y="5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317" name="Freeform 464">
                <a:extLst>
                  <a:ext uri="{FF2B5EF4-FFF2-40B4-BE49-F238E27FC236}">
                    <a16:creationId xmlns:a16="http://schemas.microsoft.com/office/drawing/2014/main" id="{69338B7B-A293-4E31-A67F-E0FCF7CD7A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9" y="1848"/>
                <a:ext cx="39" cy="23"/>
              </a:xfrm>
              <a:custGeom>
                <a:avLst/>
                <a:gdLst>
                  <a:gd name="T0" fmla="*/ 0 w 37"/>
                  <a:gd name="T1" fmla="*/ 0 h 22"/>
                  <a:gd name="T2" fmla="*/ 43 w 37"/>
                  <a:gd name="T3" fmla="*/ 25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7" h="22">
                    <a:moveTo>
                      <a:pt x="0" y="0"/>
                    </a:moveTo>
                    <a:cubicBezTo>
                      <a:pt x="15" y="3"/>
                      <a:pt x="26" y="13"/>
                      <a:pt x="37" y="22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318" name="Freeform 465">
                <a:extLst>
                  <a:ext uri="{FF2B5EF4-FFF2-40B4-BE49-F238E27FC236}">
                    <a16:creationId xmlns:a16="http://schemas.microsoft.com/office/drawing/2014/main" id="{18BFC9E4-5BF2-4FA0-97FE-94D488D034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8" y="1931"/>
                <a:ext cx="70" cy="41"/>
              </a:xfrm>
              <a:custGeom>
                <a:avLst/>
                <a:gdLst>
                  <a:gd name="T0" fmla="*/ 0 w 65"/>
                  <a:gd name="T1" fmla="*/ 0 h 38"/>
                  <a:gd name="T2" fmla="*/ 81 w 65"/>
                  <a:gd name="T3" fmla="*/ 47 h 3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5" h="38">
                    <a:moveTo>
                      <a:pt x="0" y="0"/>
                    </a:moveTo>
                    <a:cubicBezTo>
                      <a:pt x="6" y="35"/>
                      <a:pt x="45" y="21"/>
                      <a:pt x="65" y="38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319" name="Freeform 466">
                <a:extLst>
                  <a:ext uri="{FF2B5EF4-FFF2-40B4-BE49-F238E27FC236}">
                    <a16:creationId xmlns:a16="http://schemas.microsoft.com/office/drawing/2014/main" id="{07DC7D94-D445-4A87-896A-7BED355FF9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3" y="2208"/>
                <a:ext cx="67" cy="17"/>
              </a:xfrm>
              <a:custGeom>
                <a:avLst/>
                <a:gdLst>
                  <a:gd name="T0" fmla="*/ 0 w 63"/>
                  <a:gd name="T1" fmla="*/ 15 h 16"/>
                  <a:gd name="T2" fmla="*/ 76 w 63"/>
                  <a:gd name="T3" fmla="*/ 0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3" h="16">
                    <a:moveTo>
                      <a:pt x="0" y="12"/>
                    </a:moveTo>
                    <a:cubicBezTo>
                      <a:pt x="24" y="16"/>
                      <a:pt x="40" y="9"/>
                      <a:pt x="63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320" name="Freeform 467">
                <a:extLst>
                  <a:ext uri="{FF2B5EF4-FFF2-40B4-BE49-F238E27FC236}">
                    <a16:creationId xmlns:a16="http://schemas.microsoft.com/office/drawing/2014/main" id="{E550E65E-19F6-4A88-85A4-24FA962CF5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5" y="952"/>
                <a:ext cx="9" cy="74"/>
              </a:xfrm>
              <a:custGeom>
                <a:avLst/>
                <a:gdLst>
                  <a:gd name="T0" fmla="*/ 0 w 9"/>
                  <a:gd name="T1" fmla="*/ 85 h 69"/>
                  <a:gd name="T2" fmla="*/ 8 w 9"/>
                  <a:gd name="T3" fmla="*/ 39 h 69"/>
                  <a:gd name="T4" fmla="*/ 6 w 9"/>
                  <a:gd name="T5" fmla="*/ 0 h 6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69">
                    <a:moveTo>
                      <a:pt x="0" y="69"/>
                    </a:moveTo>
                    <a:cubicBezTo>
                      <a:pt x="0" y="69"/>
                      <a:pt x="9" y="45"/>
                      <a:pt x="8" y="32"/>
                    </a:cubicBezTo>
                    <a:cubicBezTo>
                      <a:pt x="6" y="20"/>
                      <a:pt x="6" y="0"/>
                      <a:pt x="6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321" name="Freeform 468">
                <a:extLst>
                  <a:ext uri="{FF2B5EF4-FFF2-40B4-BE49-F238E27FC236}">
                    <a16:creationId xmlns:a16="http://schemas.microsoft.com/office/drawing/2014/main" id="{69AE86EA-D919-4388-A976-03755E871B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1" y="942"/>
                <a:ext cx="20" cy="29"/>
              </a:xfrm>
              <a:custGeom>
                <a:avLst/>
                <a:gdLst>
                  <a:gd name="T0" fmla="*/ 22 w 19"/>
                  <a:gd name="T1" fmla="*/ 33 h 27"/>
                  <a:gd name="T2" fmla="*/ 2 w 19"/>
                  <a:gd name="T3" fmla="*/ 31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27">
                    <a:moveTo>
                      <a:pt x="19" y="27"/>
                    </a:moveTo>
                    <a:cubicBezTo>
                      <a:pt x="19" y="27"/>
                      <a:pt x="0" y="0"/>
                      <a:pt x="2" y="25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322" name="Freeform 469">
                <a:extLst>
                  <a:ext uri="{FF2B5EF4-FFF2-40B4-BE49-F238E27FC236}">
                    <a16:creationId xmlns:a16="http://schemas.microsoft.com/office/drawing/2014/main" id="{8CFFA81B-12B2-4F0C-A599-0BB2AB4296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8" y="981"/>
                <a:ext cx="13" cy="20"/>
              </a:xfrm>
              <a:custGeom>
                <a:avLst/>
                <a:gdLst>
                  <a:gd name="T0" fmla="*/ 15 w 12"/>
                  <a:gd name="T1" fmla="*/ 0 h 19"/>
                  <a:gd name="T2" fmla="*/ 13 w 12"/>
                  <a:gd name="T3" fmla="*/ 22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19">
                    <a:moveTo>
                      <a:pt x="12" y="0"/>
                    </a:moveTo>
                    <a:cubicBezTo>
                      <a:pt x="12" y="0"/>
                      <a:pt x="0" y="9"/>
                      <a:pt x="10" y="19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323" name="Freeform 470">
                <a:extLst>
                  <a:ext uri="{FF2B5EF4-FFF2-40B4-BE49-F238E27FC236}">
                    <a16:creationId xmlns:a16="http://schemas.microsoft.com/office/drawing/2014/main" id="{44353953-CE19-4A1D-A826-DEFA39B710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2" y="840"/>
                <a:ext cx="86" cy="63"/>
              </a:xfrm>
              <a:custGeom>
                <a:avLst/>
                <a:gdLst>
                  <a:gd name="T0" fmla="*/ 98 w 80"/>
                  <a:gd name="T1" fmla="*/ 32 h 59"/>
                  <a:gd name="T2" fmla="*/ 0 w 80"/>
                  <a:gd name="T3" fmla="*/ 65 h 59"/>
                  <a:gd name="T4" fmla="*/ 12 w 80"/>
                  <a:gd name="T5" fmla="*/ 65 h 59"/>
                  <a:gd name="T6" fmla="*/ 75 w 80"/>
                  <a:gd name="T7" fmla="*/ 36 h 59"/>
                  <a:gd name="T8" fmla="*/ 98 w 80"/>
                  <a:gd name="T9" fmla="*/ 32 h 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0" h="59">
                    <a:moveTo>
                      <a:pt x="79" y="26"/>
                    </a:moveTo>
                    <a:cubicBezTo>
                      <a:pt x="78" y="13"/>
                      <a:pt x="21" y="0"/>
                      <a:pt x="0" y="53"/>
                    </a:cubicBezTo>
                    <a:cubicBezTo>
                      <a:pt x="0" y="53"/>
                      <a:pt x="1" y="59"/>
                      <a:pt x="9" y="53"/>
                    </a:cubicBezTo>
                    <a:cubicBezTo>
                      <a:pt x="17" y="46"/>
                      <a:pt x="42" y="27"/>
                      <a:pt x="60" y="30"/>
                    </a:cubicBezTo>
                    <a:cubicBezTo>
                      <a:pt x="78" y="33"/>
                      <a:pt x="80" y="33"/>
                      <a:pt x="79" y="26"/>
                    </a:cubicBezTo>
                    <a:close/>
                  </a:path>
                </a:pathLst>
              </a:custGeom>
              <a:solidFill>
                <a:srgbClr val="7920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324" name="Freeform 471">
                <a:extLst>
                  <a:ext uri="{FF2B5EF4-FFF2-40B4-BE49-F238E27FC236}">
                    <a16:creationId xmlns:a16="http://schemas.microsoft.com/office/drawing/2014/main" id="{20C79693-7BD8-4771-A0C2-382F562842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3" y="906"/>
                <a:ext cx="14" cy="13"/>
              </a:xfrm>
              <a:custGeom>
                <a:avLst/>
                <a:gdLst>
                  <a:gd name="T0" fmla="*/ 16 w 13"/>
                  <a:gd name="T1" fmla="*/ 0 h 12"/>
                  <a:gd name="T2" fmla="*/ 0 w 13"/>
                  <a:gd name="T3" fmla="*/ 15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12">
                    <a:moveTo>
                      <a:pt x="13" y="0"/>
                    </a:moveTo>
                    <a:cubicBezTo>
                      <a:pt x="13" y="0"/>
                      <a:pt x="3" y="9"/>
                      <a:pt x="0" y="12"/>
                    </a:cubicBezTo>
                  </a:path>
                </a:pathLst>
              </a:custGeom>
              <a:noFill/>
              <a:ln w="3175" cap="flat">
                <a:solidFill>
                  <a:srgbClr val="EAAC9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325" name="Oval 472">
                <a:extLst>
                  <a:ext uri="{FF2B5EF4-FFF2-40B4-BE49-F238E27FC236}">
                    <a16:creationId xmlns:a16="http://schemas.microsoft.com/office/drawing/2014/main" id="{2F9AA554-2D53-4CEE-AD72-3587A84B1A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2" y="895"/>
                <a:ext cx="21" cy="21"/>
              </a:xfrm>
              <a:prstGeom prst="ellipse">
                <a:avLst/>
              </a:prstGeom>
              <a:solidFill>
                <a:srgbClr val="7920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326" name="Oval 473">
                <a:extLst>
                  <a:ext uri="{FF2B5EF4-FFF2-40B4-BE49-F238E27FC236}">
                    <a16:creationId xmlns:a16="http://schemas.microsoft.com/office/drawing/2014/main" id="{83C13ECB-393F-41B0-B075-A6883B07BA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9" y="902"/>
                <a:ext cx="7" cy="7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327" name="Freeform 474">
                <a:extLst>
                  <a:ext uri="{FF2B5EF4-FFF2-40B4-BE49-F238E27FC236}">
                    <a16:creationId xmlns:a16="http://schemas.microsoft.com/office/drawing/2014/main" id="{E715DFB6-7600-4FAF-882D-D08CC85899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6" y="876"/>
                <a:ext cx="15" cy="59"/>
              </a:xfrm>
              <a:custGeom>
                <a:avLst/>
                <a:gdLst>
                  <a:gd name="T0" fmla="*/ 0 w 14"/>
                  <a:gd name="T1" fmla="*/ 0 h 55"/>
                  <a:gd name="T2" fmla="*/ 0 w 14"/>
                  <a:gd name="T3" fmla="*/ 68 h 55"/>
                  <a:gd name="T4" fmla="*/ 0 w 14"/>
                  <a:gd name="T5" fmla="*/ 0 h 5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55">
                    <a:moveTo>
                      <a:pt x="0" y="0"/>
                    </a:moveTo>
                    <a:cubicBezTo>
                      <a:pt x="0" y="0"/>
                      <a:pt x="8" y="34"/>
                      <a:pt x="0" y="55"/>
                    </a:cubicBezTo>
                    <a:cubicBezTo>
                      <a:pt x="0" y="55"/>
                      <a:pt x="14" y="26"/>
                      <a:pt x="0" y="0"/>
                    </a:cubicBezTo>
                    <a:close/>
                  </a:path>
                </a:pathLst>
              </a:custGeom>
              <a:solidFill>
                <a:srgbClr val="EAAC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328" name="Freeform 475">
                <a:extLst>
                  <a:ext uri="{FF2B5EF4-FFF2-40B4-BE49-F238E27FC236}">
                    <a16:creationId xmlns:a16="http://schemas.microsoft.com/office/drawing/2014/main" id="{0BFEEDBF-AD54-4C60-A326-0802ED1473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9" y="943"/>
                <a:ext cx="24" cy="36"/>
              </a:xfrm>
              <a:custGeom>
                <a:avLst/>
                <a:gdLst>
                  <a:gd name="T0" fmla="*/ 15 w 22"/>
                  <a:gd name="T1" fmla="*/ 0 h 33"/>
                  <a:gd name="T2" fmla="*/ 5 w 22"/>
                  <a:gd name="T3" fmla="*/ 26 h 33"/>
                  <a:gd name="T4" fmla="*/ 28 w 22"/>
                  <a:gd name="T5" fmla="*/ 43 h 33"/>
                  <a:gd name="T6" fmla="*/ 11 w 22"/>
                  <a:gd name="T7" fmla="*/ 21 h 33"/>
                  <a:gd name="T8" fmla="*/ 15 w 22"/>
                  <a:gd name="T9" fmla="*/ 0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33">
                    <a:moveTo>
                      <a:pt x="12" y="0"/>
                    </a:moveTo>
                    <a:cubicBezTo>
                      <a:pt x="12" y="0"/>
                      <a:pt x="0" y="13"/>
                      <a:pt x="5" y="20"/>
                    </a:cubicBezTo>
                    <a:cubicBezTo>
                      <a:pt x="10" y="27"/>
                      <a:pt x="15" y="32"/>
                      <a:pt x="22" y="33"/>
                    </a:cubicBezTo>
                    <a:cubicBezTo>
                      <a:pt x="22" y="33"/>
                      <a:pt x="7" y="24"/>
                      <a:pt x="8" y="16"/>
                    </a:cubicBezTo>
                    <a:cubicBezTo>
                      <a:pt x="8" y="9"/>
                      <a:pt x="8" y="4"/>
                      <a:pt x="12" y="0"/>
                    </a:cubicBezTo>
                    <a:close/>
                  </a:path>
                </a:pathLst>
              </a:custGeom>
              <a:solidFill>
                <a:srgbClr val="EAAC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329" name="Freeform 476">
                <a:extLst>
                  <a:ext uri="{FF2B5EF4-FFF2-40B4-BE49-F238E27FC236}">
                    <a16:creationId xmlns:a16="http://schemas.microsoft.com/office/drawing/2014/main" id="{959B48D9-DC4F-4C2B-B734-7B2FCC95B5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9" y="965"/>
                <a:ext cx="18" cy="18"/>
              </a:xfrm>
              <a:custGeom>
                <a:avLst/>
                <a:gdLst>
                  <a:gd name="T0" fmla="*/ 20 w 17"/>
                  <a:gd name="T1" fmla="*/ 16 h 17"/>
                  <a:gd name="T2" fmla="*/ 14 w 17"/>
                  <a:gd name="T3" fmla="*/ 6 h 17"/>
                  <a:gd name="T4" fmla="*/ 0 w 17"/>
                  <a:gd name="T5" fmla="*/ 0 h 17"/>
                  <a:gd name="T6" fmla="*/ 4 w 17"/>
                  <a:gd name="T7" fmla="*/ 7 h 17"/>
                  <a:gd name="T8" fmla="*/ 20 w 17"/>
                  <a:gd name="T9" fmla="*/ 16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17">
                    <a:moveTo>
                      <a:pt x="17" y="13"/>
                    </a:moveTo>
                    <a:cubicBezTo>
                      <a:pt x="17" y="13"/>
                      <a:pt x="17" y="7"/>
                      <a:pt x="11" y="6"/>
                    </a:cubicBezTo>
                    <a:cubicBezTo>
                      <a:pt x="5" y="4"/>
                      <a:pt x="1" y="5"/>
                      <a:pt x="0" y="0"/>
                    </a:cubicBezTo>
                    <a:cubicBezTo>
                      <a:pt x="0" y="0"/>
                      <a:pt x="0" y="6"/>
                      <a:pt x="4" y="7"/>
                    </a:cubicBezTo>
                    <a:cubicBezTo>
                      <a:pt x="7" y="7"/>
                      <a:pt x="5" y="17"/>
                      <a:pt x="17" y="13"/>
                    </a:cubicBezTo>
                    <a:close/>
                  </a:path>
                </a:pathLst>
              </a:custGeom>
              <a:solidFill>
                <a:srgbClr val="BB7A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330" name="Freeform 477">
                <a:extLst>
                  <a:ext uri="{FF2B5EF4-FFF2-40B4-BE49-F238E27FC236}">
                    <a16:creationId xmlns:a16="http://schemas.microsoft.com/office/drawing/2014/main" id="{744C909B-FBF6-46DC-98C7-EA195596EB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3" y="941"/>
                <a:ext cx="7" cy="27"/>
              </a:xfrm>
              <a:custGeom>
                <a:avLst/>
                <a:gdLst>
                  <a:gd name="T0" fmla="*/ 6 w 7"/>
                  <a:gd name="T1" fmla="*/ 29 h 25"/>
                  <a:gd name="T2" fmla="*/ 4 w 7"/>
                  <a:gd name="T3" fmla="*/ 0 h 25"/>
                  <a:gd name="T4" fmla="*/ 1 w 7"/>
                  <a:gd name="T5" fmla="*/ 13 h 25"/>
                  <a:gd name="T6" fmla="*/ 7 w 7"/>
                  <a:gd name="T7" fmla="*/ 31 h 2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25">
                    <a:moveTo>
                      <a:pt x="6" y="23"/>
                    </a:moveTo>
                    <a:cubicBezTo>
                      <a:pt x="0" y="18"/>
                      <a:pt x="2" y="6"/>
                      <a:pt x="4" y="0"/>
                    </a:cubicBezTo>
                    <a:cubicBezTo>
                      <a:pt x="3" y="3"/>
                      <a:pt x="2" y="7"/>
                      <a:pt x="1" y="10"/>
                    </a:cubicBezTo>
                    <a:cubicBezTo>
                      <a:pt x="0" y="16"/>
                      <a:pt x="3" y="21"/>
                      <a:pt x="7" y="25"/>
                    </a:cubicBezTo>
                  </a:path>
                </a:pathLst>
              </a:custGeom>
              <a:solidFill>
                <a:srgbClr val="EAAC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331" name="Freeform 478">
                <a:extLst>
                  <a:ext uri="{FF2B5EF4-FFF2-40B4-BE49-F238E27FC236}">
                    <a16:creationId xmlns:a16="http://schemas.microsoft.com/office/drawing/2014/main" id="{607055DB-7336-4DE2-AE08-97DCAB46CA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9" y="950"/>
                <a:ext cx="20" cy="111"/>
              </a:xfrm>
              <a:custGeom>
                <a:avLst/>
                <a:gdLst>
                  <a:gd name="T0" fmla="*/ 22 w 18"/>
                  <a:gd name="T1" fmla="*/ 0 h 104"/>
                  <a:gd name="T2" fmla="*/ 4 w 18"/>
                  <a:gd name="T3" fmla="*/ 22 h 104"/>
                  <a:gd name="T4" fmla="*/ 1 w 18"/>
                  <a:gd name="T5" fmla="*/ 54 h 104"/>
                  <a:gd name="T6" fmla="*/ 24 w 18"/>
                  <a:gd name="T7" fmla="*/ 126 h 104"/>
                  <a:gd name="T8" fmla="*/ 11 w 18"/>
                  <a:gd name="T9" fmla="*/ 84 h 104"/>
                  <a:gd name="T10" fmla="*/ 3 w 18"/>
                  <a:gd name="T11" fmla="*/ 57 h 104"/>
                  <a:gd name="T12" fmla="*/ 9 w 18"/>
                  <a:gd name="T13" fmla="*/ 30 h 104"/>
                  <a:gd name="T14" fmla="*/ 22 w 18"/>
                  <a:gd name="T15" fmla="*/ 18 h 104"/>
                  <a:gd name="T16" fmla="*/ 20 w 18"/>
                  <a:gd name="T17" fmla="*/ 6 h 10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8" h="104">
                    <a:moveTo>
                      <a:pt x="16" y="0"/>
                    </a:moveTo>
                    <a:cubicBezTo>
                      <a:pt x="13" y="6"/>
                      <a:pt x="8" y="12"/>
                      <a:pt x="4" y="19"/>
                    </a:cubicBezTo>
                    <a:cubicBezTo>
                      <a:pt x="1" y="27"/>
                      <a:pt x="0" y="37"/>
                      <a:pt x="1" y="45"/>
                    </a:cubicBezTo>
                    <a:cubicBezTo>
                      <a:pt x="3" y="66"/>
                      <a:pt x="15" y="83"/>
                      <a:pt x="18" y="104"/>
                    </a:cubicBezTo>
                    <a:cubicBezTo>
                      <a:pt x="16" y="92"/>
                      <a:pt x="12" y="80"/>
                      <a:pt x="8" y="69"/>
                    </a:cubicBezTo>
                    <a:cubicBezTo>
                      <a:pt x="6" y="62"/>
                      <a:pt x="4" y="55"/>
                      <a:pt x="3" y="47"/>
                    </a:cubicBezTo>
                    <a:cubicBezTo>
                      <a:pt x="3" y="39"/>
                      <a:pt x="4" y="31"/>
                      <a:pt x="6" y="24"/>
                    </a:cubicBezTo>
                    <a:cubicBezTo>
                      <a:pt x="7" y="21"/>
                      <a:pt x="13" y="9"/>
                      <a:pt x="16" y="15"/>
                    </a:cubicBezTo>
                    <a:cubicBezTo>
                      <a:pt x="14" y="12"/>
                      <a:pt x="14" y="9"/>
                      <a:pt x="14" y="6"/>
                    </a:cubicBezTo>
                  </a:path>
                </a:pathLst>
              </a:custGeom>
              <a:solidFill>
                <a:srgbClr val="EAAC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332" name="Freeform 479">
                <a:extLst>
                  <a:ext uri="{FF2B5EF4-FFF2-40B4-BE49-F238E27FC236}">
                    <a16:creationId xmlns:a16="http://schemas.microsoft.com/office/drawing/2014/main" id="{BC07FF06-3D3C-4C36-8568-E80BCCF2A6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2" y="1064"/>
                <a:ext cx="14" cy="72"/>
              </a:xfrm>
              <a:custGeom>
                <a:avLst/>
                <a:gdLst>
                  <a:gd name="T0" fmla="*/ 11 w 13"/>
                  <a:gd name="T1" fmla="*/ 0 h 67"/>
                  <a:gd name="T2" fmla="*/ 6 w 13"/>
                  <a:gd name="T3" fmla="*/ 32 h 67"/>
                  <a:gd name="T4" fmla="*/ 0 w 13"/>
                  <a:gd name="T5" fmla="*/ 60 h 67"/>
                  <a:gd name="T6" fmla="*/ 3 w 13"/>
                  <a:gd name="T7" fmla="*/ 83 h 67"/>
                  <a:gd name="T8" fmla="*/ 3 w 13"/>
                  <a:gd name="T9" fmla="*/ 60 h 67"/>
                  <a:gd name="T10" fmla="*/ 12 w 13"/>
                  <a:gd name="T11" fmla="*/ 29 h 67"/>
                  <a:gd name="T12" fmla="*/ 15 w 13"/>
                  <a:gd name="T13" fmla="*/ 14 h 67"/>
                  <a:gd name="T14" fmla="*/ 10 w 13"/>
                  <a:gd name="T15" fmla="*/ 0 h 6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3" h="67">
                    <a:moveTo>
                      <a:pt x="8" y="0"/>
                    </a:moveTo>
                    <a:cubicBezTo>
                      <a:pt x="11" y="8"/>
                      <a:pt x="9" y="18"/>
                      <a:pt x="6" y="26"/>
                    </a:cubicBezTo>
                    <a:cubicBezTo>
                      <a:pt x="3" y="33"/>
                      <a:pt x="1" y="40"/>
                      <a:pt x="0" y="48"/>
                    </a:cubicBezTo>
                    <a:cubicBezTo>
                      <a:pt x="0" y="55"/>
                      <a:pt x="2" y="61"/>
                      <a:pt x="3" y="67"/>
                    </a:cubicBezTo>
                    <a:cubicBezTo>
                      <a:pt x="1" y="62"/>
                      <a:pt x="2" y="54"/>
                      <a:pt x="3" y="48"/>
                    </a:cubicBezTo>
                    <a:cubicBezTo>
                      <a:pt x="3" y="39"/>
                      <a:pt x="6" y="32"/>
                      <a:pt x="9" y="23"/>
                    </a:cubicBezTo>
                    <a:cubicBezTo>
                      <a:pt x="10" y="19"/>
                      <a:pt x="12" y="15"/>
                      <a:pt x="12" y="11"/>
                    </a:cubicBezTo>
                    <a:cubicBezTo>
                      <a:pt x="13" y="6"/>
                      <a:pt x="10" y="3"/>
                      <a:pt x="7" y="0"/>
                    </a:cubicBezTo>
                  </a:path>
                </a:pathLst>
              </a:custGeom>
              <a:solidFill>
                <a:srgbClr val="EAAC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333" name="Freeform 480">
                <a:extLst>
                  <a:ext uri="{FF2B5EF4-FFF2-40B4-BE49-F238E27FC236}">
                    <a16:creationId xmlns:a16="http://schemas.microsoft.com/office/drawing/2014/main" id="{980A45BB-458B-41C3-9795-DA1645C032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6" y="2212"/>
                <a:ext cx="1041" cy="337"/>
              </a:xfrm>
              <a:custGeom>
                <a:avLst/>
                <a:gdLst>
                  <a:gd name="T0" fmla="*/ 0 w 975"/>
                  <a:gd name="T1" fmla="*/ 0 h 315"/>
                  <a:gd name="T2" fmla="*/ 161 w 975"/>
                  <a:gd name="T3" fmla="*/ 239 h 315"/>
                  <a:gd name="T4" fmla="*/ 443 w 975"/>
                  <a:gd name="T5" fmla="*/ 338 h 315"/>
                  <a:gd name="T6" fmla="*/ 744 w 975"/>
                  <a:gd name="T7" fmla="*/ 338 h 315"/>
                  <a:gd name="T8" fmla="*/ 1026 w 975"/>
                  <a:gd name="T9" fmla="*/ 239 h 315"/>
                  <a:gd name="T10" fmla="*/ 1186 w 975"/>
                  <a:gd name="T11" fmla="*/ 0 h 31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75" h="315">
                    <a:moveTo>
                      <a:pt x="0" y="0"/>
                    </a:moveTo>
                    <a:cubicBezTo>
                      <a:pt x="27" y="30"/>
                      <a:pt x="17" y="119"/>
                      <a:pt x="132" y="194"/>
                    </a:cubicBezTo>
                    <a:cubicBezTo>
                      <a:pt x="214" y="247"/>
                      <a:pt x="364" y="276"/>
                      <a:pt x="364" y="276"/>
                    </a:cubicBezTo>
                    <a:cubicBezTo>
                      <a:pt x="364" y="276"/>
                      <a:pt x="465" y="315"/>
                      <a:pt x="612" y="276"/>
                    </a:cubicBezTo>
                    <a:cubicBezTo>
                      <a:pt x="612" y="276"/>
                      <a:pt x="762" y="247"/>
                      <a:pt x="843" y="194"/>
                    </a:cubicBezTo>
                    <a:cubicBezTo>
                      <a:pt x="958" y="119"/>
                      <a:pt x="948" y="30"/>
                      <a:pt x="975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334" name="Freeform 481">
                <a:extLst>
                  <a:ext uri="{FF2B5EF4-FFF2-40B4-BE49-F238E27FC236}">
                    <a16:creationId xmlns:a16="http://schemas.microsoft.com/office/drawing/2014/main" id="{B2D03E02-25EA-4C09-A060-48BAA37547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5" y="2490"/>
                <a:ext cx="201" cy="39"/>
              </a:xfrm>
              <a:custGeom>
                <a:avLst/>
                <a:gdLst>
                  <a:gd name="T0" fmla="*/ 230 w 188"/>
                  <a:gd name="T1" fmla="*/ 9 h 37"/>
                  <a:gd name="T2" fmla="*/ 137 w 188"/>
                  <a:gd name="T3" fmla="*/ 3 h 37"/>
                  <a:gd name="T4" fmla="*/ 0 w 188"/>
                  <a:gd name="T5" fmla="*/ 43 h 3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8" h="37">
                    <a:moveTo>
                      <a:pt x="188" y="9"/>
                    </a:moveTo>
                    <a:cubicBezTo>
                      <a:pt x="188" y="9"/>
                      <a:pt x="134" y="5"/>
                      <a:pt x="112" y="3"/>
                    </a:cubicBezTo>
                    <a:cubicBezTo>
                      <a:pt x="90" y="0"/>
                      <a:pt x="25" y="3"/>
                      <a:pt x="0" y="37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335" name="Freeform 482">
                <a:extLst>
                  <a:ext uri="{FF2B5EF4-FFF2-40B4-BE49-F238E27FC236}">
                    <a16:creationId xmlns:a16="http://schemas.microsoft.com/office/drawing/2014/main" id="{8F4E451F-F57C-4BB0-AFF6-F61D1D08CD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1" y="2788"/>
                <a:ext cx="68" cy="49"/>
              </a:xfrm>
              <a:custGeom>
                <a:avLst/>
                <a:gdLst>
                  <a:gd name="T0" fmla="*/ 0 w 64"/>
                  <a:gd name="T1" fmla="*/ 0 h 46"/>
                  <a:gd name="T2" fmla="*/ 77 w 64"/>
                  <a:gd name="T3" fmla="*/ 55 h 4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4" h="46">
                    <a:moveTo>
                      <a:pt x="0" y="0"/>
                    </a:moveTo>
                    <a:cubicBezTo>
                      <a:pt x="0" y="0"/>
                      <a:pt x="56" y="32"/>
                      <a:pt x="64" y="46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336" name="Freeform 483">
                <a:extLst>
                  <a:ext uri="{FF2B5EF4-FFF2-40B4-BE49-F238E27FC236}">
                    <a16:creationId xmlns:a16="http://schemas.microsoft.com/office/drawing/2014/main" id="{73E2CAA6-C6DD-4B59-88A9-3C570D41FF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3" y="761"/>
                <a:ext cx="1867" cy="3321"/>
              </a:xfrm>
              <a:custGeom>
                <a:avLst/>
                <a:gdLst>
                  <a:gd name="T0" fmla="*/ 1264 w 1747"/>
                  <a:gd name="T1" fmla="*/ 207 h 3108"/>
                  <a:gd name="T2" fmla="*/ 1266 w 1747"/>
                  <a:gd name="T3" fmla="*/ 428 h 3108"/>
                  <a:gd name="T4" fmla="*/ 1833 w 1747"/>
                  <a:gd name="T5" fmla="*/ 743 h 3108"/>
                  <a:gd name="T6" fmla="*/ 1993 w 1747"/>
                  <a:gd name="T7" fmla="*/ 1229 h 3108"/>
                  <a:gd name="T8" fmla="*/ 2079 w 1747"/>
                  <a:gd name="T9" fmla="*/ 1514 h 3108"/>
                  <a:gd name="T10" fmla="*/ 2094 w 1747"/>
                  <a:gd name="T11" fmla="*/ 1673 h 3108"/>
                  <a:gd name="T12" fmla="*/ 2115 w 1747"/>
                  <a:gd name="T13" fmla="*/ 1892 h 3108"/>
                  <a:gd name="T14" fmla="*/ 1977 w 1747"/>
                  <a:gd name="T15" fmla="*/ 2072 h 3108"/>
                  <a:gd name="T16" fmla="*/ 1913 w 1747"/>
                  <a:gd name="T17" fmla="*/ 2007 h 3108"/>
                  <a:gd name="T18" fmla="*/ 1880 w 1747"/>
                  <a:gd name="T19" fmla="*/ 1780 h 3108"/>
                  <a:gd name="T20" fmla="*/ 1792 w 1747"/>
                  <a:gd name="T21" fmla="*/ 1575 h 3108"/>
                  <a:gd name="T22" fmla="*/ 1782 w 1747"/>
                  <a:gd name="T23" fmla="*/ 2514 h 3108"/>
                  <a:gd name="T24" fmla="*/ 1725 w 1747"/>
                  <a:gd name="T25" fmla="*/ 2801 h 3108"/>
                  <a:gd name="T26" fmla="*/ 1710 w 1747"/>
                  <a:gd name="T27" fmla="*/ 3458 h 3108"/>
                  <a:gd name="T28" fmla="*/ 1753 w 1747"/>
                  <a:gd name="T29" fmla="*/ 3553 h 3108"/>
                  <a:gd name="T30" fmla="*/ 1877 w 1747"/>
                  <a:gd name="T31" fmla="*/ 3636 h 3108"/>
                  <a:gd name="T32" fmla="*/ 1918 w 1747"/>
                  <a:gd name="T33" fmla="*/ 3701 h 3108"/>
                  <a:gd name="T34" fmla="*/ 1885 w 1747"/>
                  <a:gd name="T35" fmla="*/ 3748 h 3108"/>
                  <a:gd name="T36" fmla="*/ 1798 w 1747"/>
                  <a:gd name="T37" fmla="*/ 3786 h 3108"/>
                  <a:gd name="T38" fmla="*/ 1712 w 1747"/>
                  <a:gd name="T39" fmla="*/ 3722 h 3108"/>
                  <a:gd name="T40" fmla="*/ 1465 w 1747"/>
                  <a:gd name="T41" fmla="*/ 3603 h 3108"/>
                  <a:gd name="T42" fmla="*/ 1401 w 1747"/>
                  <a:gd name="T43" fmla="*/ 3359 h 3108"/>
                  <a:gd name="T44" fmla="*/ 1235 w 1747"/>
                  <a:gd name="T45" fmla="*/ 2722 h 3108"/>
                  <a:gd name="T46" fmla="*/ 1090 w 1747"/>
                  <a:gd name="T47" fmla="*/ 2352 h 3108"/>
                  <a:gd name="T48" fmla="*/ 1067 w 1747"/>
                  <a:gd name="T49" fmla="*/ 2151 h 3108"/>
                  <a:gd name="T50" fmla="*/ 967 w 1747"/>
                  <a:gd name="T51" fmla="*/ 2616 h 3108"/>
                  <a:gd name="T52" fmla="*/ 890 w 1747"/>
                  <a:gd name="T53" fmla="*/ 2762 h 3108"/>
                  <a:gd name="T54" fmla="*/ 701 w 1747"/>
                  <a:gd name="T55" fmla="*/ 3447 h 3108"/>
                  <a:gd name="T56" fmla="*/ 538 w 1747"/>
                  <a:gd name="T57" fmla="*/ 3669 h 3108"/>
                  <a:gd name="T58" fmla="*/ 395 w 1747"/>
                  <a:gd name="T59" fmla="*/ 3739 h 3108"/>
                  <a:gd name="T60" fmla="*/ 286 w 1747"/>
                  <a:gd name="T61" fmla="*/ 3764 h 3108"/>
                  <a:gd name="T62" fmla="*/ 233 w 1747"/>
                  <a:gd name="T63" fmla="*/ 3743 h 3108"/>
                  <a:gd name="T64" fmla="*/ 228 w 1747"/>
                  <a:gd name="T65" fmla="*/ 3676 h 3108"/>
                  <a:gd name="T66" fmla="*/ 298 w 1747"/>
                  <a:gd name="T67" fmla="*/ 3626 h 3108"/>
                  <a:gd name="T68" fmla="*/ 421 w 1747"/>
                  <a:gd name="T69" fmla="*/ 3503 h 3108"/>
                  <a:gd name="T70" fmla="*/ 414 w 1747"/>
                  <a:gd name="T71" fmla="*/ 3428 h 3108"/>
                  <a:gd name="T72" fmla="*/ 378 w 1747"/>
                  <a:gd name="T73" fmla="*/ 2704 h 3108"/>
                  <a:gd name="T74" fmla="*/ 325 w 1747"/>
                  <a:gd name="T75" fmla="*/ 1829 h 3108"/>
                  <a:gd name="T76" fmla="*/ 269 w 1747"/>
                  <a:gd name="T77" fmla="*/ 1680 h 3108"/>
                  <a:gd name="T78" fmla="*/ 236 w 1747"/>
                  <a:gd name="T79" fmla="*/ 1870 h 3108"/>
                  <a:gd name="T80" fmla="*/ 185 w 1747"/>
                  <a:gd name="T81" fmla="*/ 2001 h 3108"/>
                  <a:gd name="T82" fmla="*/ 73 w 1747"/>
                  <a:gd name="T83" fmla="*/ 2018 h 3108"/>
                  <a:gd name="T84" fmla="*/ 30 w 1747"/>
                  <a:gd name="T85" fmla="*/ 1759 h 3108"/>
                  <a:gd name="T86" fmla="*/ 33 w 1747"/>
                  <a:gd name="T87" fmla="*/ 1649 h 3108"/>
                  <a:gd name="T88" fmla="*/ 97 w 1747"/>
                  <a:gd name="T89" fmla="*/ 1361 h 3108"/>
                  <a:gd name="T90" fmla="*/ 153 w 1747"/>
                  <a:gd name="T91" fmla="*/ 1136 h 3108"/>
                  <a:gd name="T92" fmla="*/ 766 w 1747"/>
                  <a:gd name="T93" fmla="*/ 501 h 3108"/>
                  <a:gd name="T94" fmla="*/ 882 w 1747"/>
                  <a:gd name="T95" fmla="*/ 302 h 3108"/>
                  <a:gd name="T96" fmla="*/ 888 w 1747"/>
                  <a:gd name="T97" fmla="*/ 221 h 3108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1747" h="3108">
                    <a:moveTo>
                      <a:pt x="875" y="0"/>
                    </a:moveTo>
                    <a:cubicBezTo>
                      <a:pt x="875" y="0"/>
                      <a:pt x="1010" y="17"/>
                      <a:pt x="1019" y="182"/>
                    </a:cubicBezTo>
                    <a:cubicBezTo>
                      <a:pt x="1019" y="182"/>
                      <a:pt x="1024" y="164"/>
                      <a:pt x="1036" y="170"/>
                    </a:cubicBezTo>
                    <a:cubicBezTo>
                      <a:pt x="1048" y="177"/>
                      <a:pt x="1046" y="194"/>
                      <a:pt x="1041" y="203"/>
                    </a:cubicBezTo>
                    <a:cubicBezTo>
                      <a:pt x="1035" y="211"/>
                      <a:pt x="1030" y="244"/>
                      <a:pt x="1025" y="248"/>
                    </a:cubicBezTo>
                    <a:cubicBezTo>
                      <a:pt x="1025" y="248"/>
                      <a:pt x="1048" y="294"/>
                      <a:pt x="1038" y="351"/>
                    </a:cubicBezTo>
                    <a:cubicBezTo>
                      <a:pt x="1038" y="351"/>
                      <a:pt x="1049" y="349"/>
                      <a:pt x="1054" y="365"/>
                    </a:cubicBezTo>
                    <a:cubicBezTo>
                      <a:pt x="1059" y="381"/>
                      <a:pt x="1094" y="404"/>
                      <a:pt x="1119" y="411"/>
                    </a:cubicBezTo>
                    <a:cubicBezTo>
                      <a:pt x="1144" y="418"/>
                      <a:pt x="1441" y="437"/>
                      <a:pt x="1502" y="608"/>
                    </a:cubicBezTo>
                    <a:cubicBezTo>
                      <a:pt x="1518" y="652"/>
                      <a:pt x="1530" y="667"/>
                      <a:pt x="1553" y="692"/>
                    </a:cubicBezTo>
                    <a:cubicBezTo>
                      <a:pt x="1576" y="717"/>
                      <a:pt x="1609" y="800"/>
                      <a:pt x="1622" y="931"/>
                    </a:cubicBezTo>
                    <a:cubicBezTo>
                      <a:pt x="1627" y="980"/>
                      <a:pt x="1621" y="990"/>
                      <a:pt x="1633" y="1007"/>
                    </a:cubicBezTo>
                    <a:cubicBezTo>
                      <a:pt x="1645" y="1024"/>
                      <a:pt x="1659" y="1038"/>
                      <a:pt x="1655" y="1062"/>
                    </a:cubicBezTo>
                    <a:cubicBezTo>
                      <a:pt x="1651" y="1086"/>
                      <a:pt x="1659" y="1100"/>
                      <a:pt x="1667" y="1116"/>
                    </a:cubicBezTo>
                    <a:cubicBezTo>
                      <a:pt x="1675" y="1132"/>
                      <a:pt x="1707" y="1204"/>
                      <a:pt x="1703" y="1241"/>
                    </a:cubicBezTo>
                    <a:cubicBezTo>
                      <a:pt x="1699" y="1278"/>
                      <a:pt x="1703" y="1291"/>
                      <a:pt x="1711" y="1298"/>
                    </a:cubicBezTo>
                    <a:cubicBezTo>
                      <a:pt x="1719" y="1305"/>
                      <a:pt x="1730" y="1340"/>
                      <a:pt x="1720" y="1351"/>
                    </a:cubicBezTo>
                    <a:cubicBezTo>
                      <a:pt x="1710" y="1362"/>
                      <a:pt x="1711" y="1361"/>
                      <a:pt x="1715" y="1372"/>
                    </a:cubicBezTo>
                    <a:cubicBezTo>
                      <a:pt x="1719" y="1383"/>
                      <a:pt x="1721" y="1386"/>
                      <a:pt x="1720" y="1398"/>
                    </a:cubicBezTo>
                    <a:cubicBezTo>
                      <a:pt x="1719" y="1410"/>
                      <a:pt x="1718" y="1420"/>
                      <a:pt x="1723" y="1441"/>
                    </a:cubicBezTo>
                    <a:cubicBezTo>
                      <a:pt x="1728" y="1462"/>
                      <a:pt x="1747" y="1521"/>
                      <a:pt x="1733" y="1551"/>
                    </a:cubicBezTo>
                    <a:cubicBezTo>
                      <a:pt x="1719" y="1581"/>
                      <a:pt x="1715" y="1591"/>
                      <a:pt x="1710" y="1605"/>
                    </a:cubicBezTo>
                    <a:cubicBezTo>
                      <a:pt x="1705" y="1619"/>
                      <a:pt x="1695" y="1647"/>
                      <a:pt x="1687" y="1655"/>
                    </a:cubicBezTo>
                    <a:cubicBezTo>
                      <a:pt x="1679" y="1663"/>
                      <a:pt x="1635" y="1705"/>
                      <a:pt x="1620" y="1699"/>
                    </a:cubicBezTo>
                    <a:cubicBezTo>
                      <a:pt x="1610" y="1696"/>
                      <a:pt x="1612" y="1680"/>
                      <a:pt x="1612" y="1680"/>
                    </a:cubicBezTo>
                    <a:cubicBezTo>
                      <a:pt x="1612" y="1680"/>
                      <a:pt x="1585" y="1668"/>
                      <a:pt x="1595" y="1641"/>
                    </a:cubicBezTo>
                    <a:cubicBezTo>
                      <a:pt x="1595" y="1641"/>
                      <a:pt x="1579" y="1655"/>
                      <a:pt x="1567" y="1645"/>
                    </a:cubicBezTo>
                    <a:cubicBezTo>
                      <a:pt x="1555" y="1636"/>
                      <a:pt x="1561" y="1603"/>
                      <a:pt x="1558" y="1593"/>
                    </a:cubicBezTo>
                    <a:cubicBezTo>
                      <a:pt x="1556" y="1582"/>
                      <a:pt x="1557" y="1552"/>
                      <a:pt x="1553" y="1533"/>
                    </a:cubicBezTo>
                    <a:cubicBezTo>
                      <a:pt x="1549" y="1514"/>
                      <a:pt x="1536" y="1477"/>
                      <a:pt x="1540" y="1459"/>
                    </a:cubicBezTo>
                    <a:cubicBezTo>
                      <a:pt x="1545" y="1440"/>
                      <a:pt x="1553" y="1421"/>
                      <a:pt x="1542" y="1407"/>
                    </a:cubicBezTo>
                    <a:cubicBezTo>
                      <a:pt x="1532" y="1394"/>
                      <a:pt x="1526" y="1385"/>
                      <a:pt x="1526" y="1377"/>
                    </a:cubicBezTo>
                    <a:cubicBezTo>
                      <a:pt x="1526" y="1369"/>
                      <a:pt x="1478" y="1328"/>
                      <a:pt x="1468" y="1291"/>
                    </a:cubicBezTo>
                    <a:cubicBezTo>
                      <a:pt x="1468" y="1291"/>
                      <a:pt x="1474" y="1379"/>
                      <a:pt x="1472" y="1404"/>
                    </a:cubicBezTo>
                    <a:cubicBezTo>
                      <a:pt x="1469" y="1429"/>
                      <a:pt x="1470" y="1471"/>
                      <a:pt x="1481" y="1499"/>
                    </a:cubicBezTo>
                    <a:cubicBezTo>
                      <a:pt x="1492" y="1527"/>
                      <a:pt x="1572" y="1847"/>
                      <a:pt x="1460" y="2061"/>
                    </a:cubicBezTo>
                    <a:cubicBezTo>
                      <a:pt x="1443" y="2094"/>
                      <a:pt x="1448" y="2108"/>
                      <a:pt x="1450" y="2127"/>
                    </a:cubicBezTo>
                    <a:cubicBezTo>
                      <a:pt x="1453" y="2145"/>
                      <a:pt x="1456" y="2196"/>
                      <a:pt x="1437" y="2217"/>
                    </a:cubicBezTo>
                    <a:cubicBezTo>
                      <a:pt x="1418" y="2239"/>
                      <a:pt x="1405" y="2259"/>
                      <a:pt x="1413" y="2296"/>
                    </a:cubicBezTo>
                    <a:cubicBezTo>
                      <a:pt x="1421" y="2333"/>
                      <a:pt x="1482" y="2552"/>
                      <a:pt x="1413" y="2745"/>
                    </a:cubicBezTo>
                    <a:cubicBezTo>
                      <a:pt x="1397" y="2790"/>
                      <a:pt x="1417" y="2790"/>
                      <a:pt x="1408" y="2809"/>
                    </a:cubicBezTo>
                    <a:cubicBezTo>
                      <a:pt x="1399" y="2828"/>
                      <a:pt x="1399" y="2829"/>
                      <a:pt x="1401" y="2834"/>
                    </a:cubicBezTo>
                    <a:cubicBezTo>
                      <a:pt x="1403" y="2839"/>
                      <a:pt x="1400" y="2851"/>
                      <a:pt x="1397" y="2856"/>
                    </a:cubicBezTo>
                    <a:cubicBezTo>
                      <a:pt x="1393" y="2860"/>
                      <a:pt x="1396" y="2865"/>
                      <a:pt x="1402" y="2871"/>
                    </a:cubicBezTo>
                    <a:cubicBezTo>
                      <a:pt x="1409" y="2877"/>
                      <a:pt x="1430" y="2900"/>
                      <a:pt x="1436" y="2912"/>
                    </a:cubicBezTo>
                    <a:cubicBezTo>
                      <a:pt x="1442" y="2925"/>
                      <a:pt x="1473" y="2947"/>
                      <a:pt x="1482" y="2954"/>
                    </a:cubicBezTo>
                    <a:cubicBezTo>
                      <a:pt x="1490" y="2962"/>
                      <a:pt x="1496" y="2966"/>
                      <a:pt x="1503" y="2971"/>
                    </a:cubicBezTo>
                    <a:cubicBezTo>
                      <a:pt x="1511" y="2975"/>
                      <a:pt x="1531" y="2979"/>
                      <a:pt x="1537" y="2981"/>
                    </a:cubicBezTo>
                    <a:cubicBezTo>
                      <a:pt x="1544" y="2984"/>
                      <a:pt x="1552" y="2987"/>
                      <a:pt x="1556" y="2995"/>
                    </a:cubicBezTo>
                    <a:cubicBezTo>
                      <a:pt x="1559" y="3002"/>
                      <a:pt x="1562" y="3003"/>
                      <a:pt x="1561" y="3013"/>
                    </a:cubicBezTo>
                    <a:cubicBezTo>
                      <a:pt x="1561" y="3013"/>
                      <a:pt x="1575" y="3021"/>
                      <a:pt x="1572" y="3034"/>
                    </a:cubicBezTo>
                    <a:cubicBezTo>
                      <a:pt x="1568" y="3046"/>
                      <a:pt x="1563" y="3045"/>
                      <a:pt x="1563" y="3045"/>
                    </a:cubicBezTo>
                    <a:cubicBezTo>
                      <a:pt x="1563" y="3045"/>
                      <a:pt x="1566" y="3063"/>
                      <a:pt x="1556" y="3068"/>
                    </a:cubicBezTo>
                    <a:cubicBezTo>
                      <a:pt x="1547" y="3074"/>
                      <a:pt x="1545" y="3072"/>
                      <a:pt x="1545" y="3072"/>
                    </a:cubicBezTo>
                    <a:cubicBezTo>
                      <a:pt x="1545" y="3072"/>
                      <a:pt x="1541" y="3083"/>
                      <a:pt x="1529" y="3085"/>
                    </a:cubicBezTo>
                    <a:cubicBezTo>
                      <a:pt x="1517" y="3087"/>
                      <a:pt x="1512" y="3086"/>
                      <a:pt x="1512" y="3086"/>
                    </a:cubicBezTo>
                    <a:cubicBezTo>
                      <a:pt x="1512" y="3086"/>
                      <a:pt x="1498" y="3108"/>
                      <a:pt x="1473" y="3103"/>
                    </a:cubicBezTo>
                    <a:cubicBezTo>
                      <a:pt x="1449" y="3097"/>
                      <a:pt x="1440" y="3084"/>
                      <a:pt x="1435" y="3077"/>
                    </a:cubicBezTo>
                    <a:cubicBezTo>
                      <a:pt x="1430" y="3070"/>
                      <a:pt x="1426" y="3066"/>
                      <a:pt x="1423" y="3065"/>
                    </a:cubicBezTo>
                    <a:cubicBezTo>
                      <a:pt x="1421" y="3065"/>
                      <a:pt x="1409" y="3061"/>
                      <a:pt x="1403" y="3051"/>
                    </a:cubicBezTo>
                    <a:cubicBezTo>
                      <a:pt x="1397" y="3040"/>
                      <a:pt x="1387" y="3028"/>
                      <a:pt x="1379" y="3025"/>
                    </a:cubicBezTo>
                    <a:cubicBezTo>
                      <a:pt x="1371" y="3022"/>
                      <a:pt x="1337" y="3010"/>
                      <a:pt x="1306" y="3008"/>
                    </a:cubicBezTo>
                    <a:cubicBezTo>
                      <a:pt x="1276" y="3005"/>
                      <a:pt x="1198" y="2989"/>
                      <a:pt x="1201" y="2954"/>
                    </a:cubicBezTo>
                    <a:cubicBezTo>
                      <a:pt x="1205" y="2919"/>
                      <a:pt x="1217" y="2899"/>
                      <a:pt x="1206" y="2890"/>
                    </a:cubicBezTo>
                    <a:cubicBezTo>
                      <a:pt x="1194" y="2881"/>
                      <a:pt x="1172" y="2852"/>
                      <a:pt x="1172" y="2825"/>
                    </a:cubicBezTo>
                    <a:cubicBezTo>
                      <a:pt x="1173" y="2798"/>
                      <a:pt x="1181" y="2784"/>
                      <a:pt x="1148" y="2753"/>
                    </a:cubicBezTo>
                    <a:cubicBezTo>
                      <a:pt x="1115" y="2722"/>
                      <a:pt x="982" y="2604"/>
                      <a:pt x="1008" y="2397"/>
                    </a:cubicBezTo>
                    <a:cubicBezTo>
                      <a:pt x="1018" y="2316"/>
                      <a:pt x="1012" y="2277"/>
                      <a:pt x="1018" y="2264"/>
                    </a:cubicBezTo>
                    <a:cubicBezTo>
                      <a:pt x="1025" y="2251"/>
                      <a:pt x="1002" y="2237"/>
                      <a:pt x="1012" y="2231"/>
                    </a:cubicBezTo>
                    <a:cubicBezTo>
                      <a:pt x="1021" y="2224"/>
                      <a:pt x="1021" y="2215"/>
                      <a:pt x="1006" y="2212"/>
                    </a:cubicBezTo>
                    <a:cubicBezTo>
                      <a:pt x="992" y="2209"/>
                      <a:pt x="965" y="2183"/>
                      <a:pt x="954" y="2144"/>
                    </a:cubicBezTo>
                    <a:cubicBezTo>
                      <a:pt x="944" y="2105"/>
                      <a:pt x="897" y="1956"/>
                      <a:pt x="893" y="1928"/>
                    </a:cubicBezTo>
                    <a:cubicBezTo>
                      <a:pt x="889" y="1900"/>
                      <a:pt x="877" y="1891"/>
                      <a:pt x="876" y="1869"/>
                    </a:cubicBezTo>
                    <a:cubicBezTo>
                      <a:pt x="874" y="1848"/>
                      <a:pt x="873" y="1763"/>
                      <a:pt x="873" y="1763"/>
                    </a:cubicBezTo>
                    <a:cubicBezTo>
                      <a:pt x="874" y="1763"/>
                      <a:pt x="874" y="1763"/>
                      <a:pt x="874" y="1763"/>
                    </a:cubicBezTo>
                    <a:cubicBezTo>
                      <a:pt x="874" y="1763"/>
                      <a:pt x="873" y="1848"/>
                      <a:pt x="872" y="1869"/>
                    </a:cubicBezTo>
                    <a:cubicBezTo>
                      <a:pt x="870" y="1891"/>
                      <a:pt x="858" y="1900"/>
                      <a:pt x="854" y="1928"/>
                    </a:cubicBezTo>
                    <a:cubicBezTo>
                      <a:pt x="850" y="1956"/>
                      <a:pt x="804" y="2105"/>
                      <a:pt x="793" y="2144"/>
                    </a:cubicBezTo>
                    <a:cubicBezTo>
                      <a:pt x="782" y="2183"/>
                      <a:pt x="756" y="2209"/>
                      <a:pt x="741" y="2212"/>
                    </a:cubicBezTo>
                    <a:cubicBezTo>
                      <a:pt x="726" y="2215"/>
                      <a:pt x="726" y="2224"/>
                      <a:pt x="736" y="2231"/>
                    </a:cubicBezTo>
                    <a:cubicBezTo>
                      <a:pt x="745" y="2237"/>
                      <a:pt x="722" y="2251"/>
                      <a:pt x="729" y="2264"/>
                    </a:cubicBezTo>
                    <a:cubicBezTo>
                      <a:pt x="736" y="2277"/>
                      <a:pt x="730" y="2316"/>
                      <a:pt x="740" y="2397"/>
                    </a:cubicBezTo>
                    <a:cubicBezTo>
                      <a:pt x="765" y="2604"/>
                      <a:pt x="632" y="2722"/>
                      <a:pt x="599" y="2753"/>
                    </a:cubicBezTo>
                    <a:cubicBezTo>
                      <a:pt x="567" y="2784"/>
                      <a:pt x="574" y="2798"/>
                      <a:pt x="575" y="2825"/>
                    </a:cubicBezTo>
                    <a:cubicBezTo>
                      <a:pt x="576" y="2852"/>
                      <a:pt x="554" y="2881"/>
                      <a:pt x="542" y="2890"/>
                    </a:cubicBezTo>
                    <a:cubicBezTo>
                      <a:pt x="530" y="2899"/>
                      <a:pt x="542" y="2919"/>
                      <a:pt x="546" y="2954"/>
                    </a:cubicBezTo>
                    <a:cubicBezTo>
                      <a:pt x="549" y="2989"/>
                      <a:pt x="471" y="3005"/>
                      <a:pt x="441" y="3008"/>
                    </a:cubicBezTo>
                    <a:cubicBezTo>
                      <a:pt x="410" y="3010"/>
                      <a:pt x="376" y="3022"/>
                      <a:pt x="368" y="3025"/>
                    </a:cubicBezTo>
                    <a:cubicBezTo>
                      <a:pt x="360" y="3028"/>
                      <a:pt x="350" y="3040"/>
                      <a:pt x="344" y="3051"/>
                    </a:cubicBezTo>
                    <a:cubicBezTo>
                      <a:pt x="338" y="3061"/>
                      <a:pt x="327" y="3065"/>
                      <a:pt x="324" y="3065"/>
                    </a:cubicBezTo>
                    <a:cubicBezTo>
                      <a:pt x="321" y="3066"/>
                      <a:pt x="317" y="3070"/>
                      <a:pt x="312" y="3077"/>
                    </a:cubicBezTo>
                    <a:cubicBezTo>
                      <a:pt x="308" y="3084"/>
                      <a:pt x="299" y="3097"/>
                      <a:pt x="274" y="3103"/>
                    </a:cubicBezTo>
                    <a:cubicBezTo>
                      <a:pt x="249" y="3108"/>
                      <a:pt x="235" y="3086"/>
                      <a:pt x="235" y="3086"/>
                    </a:cubicBezTo>
                    <a:cubicBezTo>
                      <a:pt x="235" y="3086"/>
                      <a:pt x="230" y="3087"/>
                      <a:pt x="218" y="3085"/>
                    </a:cubicBezTo>
                    <a:cubicBezTo>
                      <a:pt x="206" y="3083"/>
                      <a:pt x="203" y="3072"/>
                      <a:pt x="203" y="3072"/>
                    </a:cubicBezTo>
                    <a:cubicBezTo>
                      <a:pt x="203" y="3072"/>
                      <a:pt x="200" y="3074"/>
                      <a:pt x="191" y="3068"/>
                    </a:cubicBezTo>
                    <a:cubicBezTo>
                      <a:pt x="181" y="3063"/>
                      <a:pt x="184" y="3045"/>
                      <a:pt x="184" y="3045"/>
                    </a:cubicBezTo>
                    <a:cubicBezTo>
                      <a:pt x="184" y="3045"/>
                      <a:pt x="179" y="3046"/>
                      <a:pt x="176" y="3034"/>
                    </a:cubicBezTo>
                    <a:cubicBezTo>
                      <a:pt x="172" y="3021"/>
                      <a:pt x="186" y="3013"/>
                      <a:pt x="186" y="3013"/>
                    </a:cubicBezTo>
                    <a:cubicBezTo>
                      <a:pt x="185" y="3003"/>
                      <a:pt x="188" y="3002"/>
                      <a:pt x="191" y="2995"/>
                    </a:cubicBezTo>
                    <a:cubicBezTo>
                      <a:pt x="195" y="2987"/>
                      <a:pt x="204" y="2984"/>
                      <a:pt x="210" y="2981"/>
                    </a:cubicBezTo>
                    <a:cubicBezTo>
                      <a:pt x="216" y="2979"/>
                      <a:pt x="237" y="2975"/>
                      <a:pt x="244" y="2971"/>
                    </a:cubicBezTo>
                    <a:cubicBezTo>
                      <a:pt x="251" y="2966"/>
                      <a:pt x="257" y="2962"/>
                      <a:pt x="266" y="2954"/>
                    </a:cubicBezTo>
                    <a:cubicBezTo>
                      <a:pt x="274" y="2947"/>
                      <a:pt x="305" y="2925"/>
                      <a:pt x="311" y="2912"/>
                    </a:cubicBezTo>
                    <a:cubicBezTo>
                      <a:pt x="317" y="2900"/>
                      <a:pt x="339" y="2877"/>
                      <a:pt x="345" y="2871"/>
                    </a:cubicBezTo>
                    <a:cubicBezTo>
                      <a:pt x="351" y="2865"/>
                      <a:pt x="354" y="2860"/>
                      <a:pt x="351" y="2856"/>
                    </a:cubicBezTo>
                    <a:cubicBezTo>
                      <a:pt x="348" y="2851"/>
                      <a:pt x="344" y="2839"/>
                      <a:pt x="346" y="2834"/>
                    </a:cubicBezTo>
                    <a:cubicBezTo>
                      <a:pt x="348" y="2829"/>
                      <a:pt x="348" y="2828"/>
                      <a:pt x="339" y="2809"/>
                    </a:cubicBezTo>
                    <a:cubicBezTo>
                      <a:pt x="330" y="2790"/>
                      <a:pt x="350" y="2790"/>
                      <a:pt x="334" y="2745"/>
                    </a:cubicBezTo>
                    <a:cubicBezTo>
                      <a:pt x="265" y="2552"/>
                      <a:pt x="326" y="2333"/>
                      <a:pt x="334" y="2296"/>
                    </a:cubicBezTo>
                    <a:cubicBezTo>
                      <a:pt x="342" y="2259"/>
                      <a:pt x="329" y="2239"/>
                      <a:pt x="310" y="2217"/>
                    </a:cubicBezTo>
                    <a:cubicBezTo>
                      <a:pt x="292" y="2196"/>
                      <a:pt x="294" y="2145"/>
                      <a:pt x="297" y="2127"/>
                    </a:cubicBezTo>
                    <a:cubicBezTo>
                      <a:pt x="300" y="2108"/>
                      <a:pt x="305" y="2094"/>
                      <a:pt x="288" y="2061"/>
                    </a:cubicBezTo>
                    <a:cubicBezTo>
                      <a:pt x="176" y="1847"/>
                      <a:pt x="256" y="1527"/>
                      <a:pt x="266" y="1499"/>
                    </a:cubicBezTo>
                    <a:cubicBezTo>
                      <a:pt x="277" y="1471"/>
                      <a:pt x="278" y="1429"/>
                      <a:pt x="276" y="1404"/>
                    </a:cubicBezTo>
                    <a:cubicBezTo>
                      <a:pt x="273" y="1379"/>
                      <a:pt x="280" y="1291"/>
                      <a:pt x="280" y="1291"/>
                    </a:cubicBezTo>
                    <a:cubicBezTo>
                      <a:pt x="269" y="1328"/>
                      <a:pt x="221" y="1369"/>
                      <a:pt x="221" y="1377"/>
                    </a:cubicBezTo>
                    <a:cubicBezTo>
                      <a:pt x="221" y="1385"/>
                      <a:pt x="216" y="1394"/>
                      <a:pt x="205" y="1407"/>
                    </a:cubicBezTo>
                    <a:cubicBezTo>
                      <a:pt x="194" y="1421"/>
                      <a:pt x="202" y="1440"/>
                      <a:pt x="207" y="1459"/>
                    </a:cubicBezTo>
                    <a:cubicBezTo>
                      <a:pt x="211" y="1477"/>
                      <a:pt x="198" y="1514"/>
                      <a:pt x="194" y="1533"/>
                    </a:cubicBezTo>
                    <a:cubicBezTo>
                      <a:pt x="191" y="1552"/>
                      <a:pt x="191" y="1582"/>
                      <a:pt x="189" y="1593"/>
                    </a:cubicBezTo>
                    <a:cubicBezTo>
                      <a:pt x="187" y="1603"/>
                      <a:pt x="192" y="1636"/>
                      <a:pt x="180" y="1645"/>
                    </a:cubicBezTo>
                    <a:cubicBezTo>
                      <a:pt x="168" y="1655"/>
                      <a:pt x="152" y="1641"/>
                      <a:pt x="152" y="1641"/>
                    </a:cubicBezTo>
                    <a:cubicBezTo>
                      <a:pt x="162" y="1668"/>
                      <a:pt x="136" y="1680"/>
                      <a:pt x="136" y="1680"/>
                    </a:cubicBezTo>
                    <a:cubicBezTo>
                      <a:pt x="136" y="1680"/>
                      <a:pt x="137" y="1696"/>
                      <a:pt x="127" y="1699"/>
                    </a:cubicBezTo>
                    <a:cubicBezTo>
                      <a:pt x="112" y="1705"/>
                      <a:pt x="68" y="1663"/>
                      <a:pt x="60" y="1655"/>
                    </a:cubicBezTo>
                    <a:cubicBezTo>
                      <a:pt x="52" y="1647"/>
                      <a:pt x="42" y="1619"/>
                      <a:pt x="37" y="1605"/>
                    </a:cubicBezTo>
                    <a:cubicBezTo>
                      <a:pt x="32" y="1591"/>
                      <a:pt x="28" y="1581"/>
                      <a:pt x="14" y="1551"/>
                    </a:cubicBezTo>
                    <a:cubicBezTo>
                      <a:pt x="0" y="1521"/>
                      <a:pt x="19" y="1462"/>
                      <a:pt x="24" y="1441"/>
                    </a:cubicBezTo>
                    <a:cubicBezTo>
                      <a:pt x="29" y="1420"/>
                      <a:pt x="28" y="1410"/>
                      <a:pt x="27" y="1398"/>
                    </a:cubicBezTo>
                    <a:cubicBezTo>
                      <a:pt x="26" y="1386"/>
                      <a:pt x="28" y="1383"/>
                      <a:pt x="32" y="1372"/>
                    </a:cubicBezTo>
                    <a:cubicBezTo>
                      <a:pt x="36" y="1361"/>
                      <a:pt x="37" y="1362"/>
                      <a:pt x="27" y="1351"/>
                    </a:cubicBezTo>
                    <a:cubicBezTo>
                      <a:pt x="17" y="1340"/>
                      <a:pt x="28" y="1305"/>
                      <a:pt x="36" y="1298"/>
                    </a:cubicBezTo>
                    <a:cubicBezTo>
                      <a:pt x="44" y="1291"/>
                      <a:pt x="48" y="1278"/>
                      <a:pt x="44" y="1241"/>
                    </a:cubicBezTo>
                    <a:cubicBezTo>
                      <a:pt x="40" y="1204"/>
                      <a:pt x="72" y="1132"/>
                      <a:pt x="80" y="1116"/>
                    </a:cubicBezTo>
                    <a:cubicBezTo>
                      <a:pt x="88" y="1100"/>
                      <a:pt x="96" y="1086"/>
                      <a:pt x="92" y="1062"/>
                    </a:cubicBezTo>
                    <a:cubicBezTo>
                      <a:pt x="88" y="1038"/>
                      <a:pt x="102" y="1024"/>
                      <a:pt x="114" y="1007"/>
                    </a:cubicBezTo>
                    <a:cubicBezTo>
                      <a:pt x="126" y="990"/>
                      <a:pt x="120" y="980"/>
                      <a:pt x="125" y="931"/>
                    </a:cubicBezTo>
                    <a:cubicBezTo>
                      <a:pt x="138" y="800"/>
                      <a:pt x="171" y="717"/>
                      <a:pt x="194" y="692"/>
                    </a:cubicBezTo>
                    <a:cubicBezTo>
                      <a:pt x="217" y="667"/>
                      <a:pt x="230" y="652"/>
                      <a:pt x="245" y="608"/>
                    </a:cubicBezTo>
                    <a:cubicBezTo>
                      <a:pt x="306" y="437"/>
                      <a:pt x="603" y="418"/>
                      <a:pt x="628" y="411"/>
                    </a:cubicBezTo>
                    <a:cubicBezTo>
                      <a:pt x="653" y="404"/>
                      <a:pt x="688" y="381"/>
                      <a:pt x="693" y="365"/>
                    </a:cubicBezTo>
                    <a:cubicBezTo>
                      <a:pt x="698" y="349"/>
                      <a:pt x="709" y="351"/>
                      <a:pt x="709" y="351"/>
                    </a:cubicBezTo>
                    <a:cubicBezTo>
                      <a:pt x="699" y="294"/>
                      <a:pt x="722" y="248"/>
                      <a:pt x="722" y="248"/>
                    </a:cubicBezTo>
                    <a:cubicBezTo>
                      <a:pt x="717" y="244"/>
                      <a:pt x="712" y="211"/>
                      <a:pt x="707" y="203"/>
                    </a:cubicBezTo>
                    <a:cubicBezTo>
                      <a:pt x="701" y="194"/>
                      <a:pt x="699" y="177"/>
                      <a:pt x="711" y="170"/>
                    </a:cubicBezTo>
                    <a:cubicBezTo>
                      <a:pt x="723" y="164"/>
                      <a:pt x="728" y="182"/>
                      <a:pt x="728" y="182"/>
                    </a:cubicBezTo>
                    <a:cubicBezTo>
                      <a:pt x="738" y="17"/>
                      <a:pt x="872" y="0"/>
                      <a:pt x="872" y="0"/>
                    </a:cubicBezTo>
                    <a:lnTo>
                      <a:pt x="875" y="0"/>
                    </a:lnTo>
                    <a:close/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337" name="Freeform 484">
                <a:extLst>
                  <a:ext uri="{FF2B5EF4-FFF2-40B4-BE49-F238E27FC236}">
                    <a16:creationId xmlns:a16="http://schemas.microsoft.com/office/drawing/2014/main" id="{DE74A31B-31A4-49BB-AA05-9D4EACADE2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3" y="2389"/>
                <a:ext cx="39" cy="176"/>
              </a:xfrm>
              <a:custGeom>
                <a:avLst/>
                <a:gdLst>
                  <a:gd name="T0" fmla="*/ 16 w 36"/>
                  <a:gd name="T1" fmla="*/ 0 h 164"/>
                  <a:gd name="T2" fmla="*/ 26 w 36"/>
                  <a:gd name="T3" fmla="*/ 12 h 164"/>
                  <a:gd name="T4" fmla="*/ 26 w 36"/>
                  <a:gd name="T5" fmla="*/ 29 h 164"/>
                  <a:gd name="T6" fmla="*/ 40 w 36"/>
                  <a:gd name="T7" fmla="*/ 57 h 164"/>
                  <a:gd name="T8" fmla="*/ 42 w 36"/>
                  <a:gd name="T9" fmla="*/ 83 h 164"/>
                  <a:gd name="T10" fmla="*/ 42 w 36"/>
                  <a:gd name="T11" fmla="*/ 98 h 164"/>
                  <a:gd name="T12" fmla="*/ 37 w 36"/>
                  <a:gd name="T13" fmla="*/ 107 h 164"/>
                  <a:gd name="T14" fmla="*/ 28 w 36"/>
                  <a:gd name="T15" fmla="*/ 129 h 164"/>
                  <a:gd name="T16" fmla="*/ 14 w 36"/>
                  <a:gd name="T17" fmla="*/ 142 h 164"/>
                  <a:gd name="T18" fmla="*/ 1 w 36"/>
                  <a:gd name="T19" fmla="*/ 174 h 164"/>
                  <a:gd name="T20" fmla="*/ 1 w 36"/>
                  <a:gd name="T21" fmla="*/ 203 h 16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6" h="164">
                    <a:moveTo>
                      <a:pt x="13" y="0"/>
                    </a:moveTo>
                    <a:cubicBezTo>
                      <a:pt x="15" y="3"/>
                      <a:pt x="18" y="5"/>
                      <a:pt x="20" y="9"/>
                    </a:cubicBezTo>
                    <a:cubicBezTo>
                      <a:pt x="21" y="14"/>
                      <a:pt x="19" y="18"/>
                      <a:pt x="20" y="23"/>
                    </a:cubicBezTo>
                    <a:cubicBezTo>
                      <a:pt x="22" y="33"/>
                      <a:pt x="26" y="38"/>
                      <a:pt x="31" y="46"/>
                    </a:cubicBezTo>
                    <a:cubicBezTo>
                      <a:pt x="36" y="54"/>
                      <a:pt x="34" y="58"/>
                      <a:pt x="33" y="67"/>
                    </a:cubicBezTo>
                    <a:cubicBezTo>
                      <a:pt x="32" y="71"/>
                      <a:pt x="33" y="75"/>
                      <a:pt x="33" y="79"/>
                    </a:cubicBezTo>
                    <a:cubicBezTo>
                      <a:pt x="32" y="82"/>
                      <a:pt x="30" y="84"/>
                      <a:pt x="29" y="87"/>
                    </a:cubicBezTo>
                    <a:cubicBezTo>
                      <a:pt x="26" y="94"/>
                      <a:pt x="28" y="99"/>
                      <a:pt x="22" y="104"/>
                    </a:cubicBezTo>
                    <a:cubicBezTo>
                      <a:pt x="18" y="107"/>
                      <a:pt x="15" y="111"/>
                      <a:pt x="11" y="115"/>
                    </a:cubicBezTo>
                    <a:cubicBezTo>
                      <a:pt x="6" y="123"/>
                      <a:pt x="3" y="132"/>
                      <a:pt x="1" y="141"/>
                    </a:cubicBezTo>
                    <a:cubicBezTo>
                      <a:pt x="0" y="149"/>
                      <a:pt x="2" y="156"/>
                      <a:pt x="1" y="164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338" name="Freeform 485">
                <a:extLst>
                  <a:ext uri="{FF2B5EF4-FFF2-40B4-BE49-F238E27FC236}">
                    <a16:creationId xmlns:a16="http://schemas.microsoft.com/office/drawing/2014/main" id="{8FEFD1F9-14EE-4397-8238-8CA9C0D686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7" y="2474"/>
                <a:ext cx="50" cy="44"/>
              </a:xfrm>
              <a:custGeom>
                <a:avLst/>
                <a:gdLst>
                  <a:gd name="T0" fmla="*/ 0 w 47"/>
                  <a:gd name="T1" fmla="*/ 50 h 41"/>
                  <a:gd name="T2" fmla="*/ 16 w 47"/>
                  <a:gd name="T3" fmla="*/ 35 h 41"/>
                  <a:gd name="T4" fmla="*/ 32 w 47"/>
                  <a:gd name="T5" fmla="*/ 29 h 41"/>
                  <a:gd name="T6" fmla="*/ 56 w 47"/>
                  <a:gd name="T7" fmla="*/ 0 h 4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7" h="41">
                    <a:moveTo>
                      <a:pt x="0" y="41"/>
                    </a:moveTo>
                    <a:cubicBezTo>
                      <a:pt x="2" y="37"/>
                      <a:pt x="9" y="32"/>
                      <a:pt x="13" y="29"/>
                    </a:cubicBezTo>
                    <a:cubicBezTo>
                      <a:pt x="18" y="27"/>
                      <a:pt x="22" y="27"/>
                      <a:pt x="26" y="23"/>
                    </a:cubicBezTo>
                    <a:cubicBezTo>
                      <a:pt x="32" y="16"/>
                      <a:pt x="35" y="2"/>
                      <a:pt x="47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339" name="Freeform 486">
                <a:extLst>
                  <a:ext uri="{FF2B5EF4-FFF2-40B4-BE49-F238E27FC236}">
                    <a16:creationId xmlns:a16="http://schemas.microsoft.com/office/drawing/2014/main" id="{246A6562-5CBE-4C50-B9AB-6899C90D30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7" y="2454"/>
                <a:ext cx="23" cy="17"/>
              </a:xfrm>
              <a:custGeom>
                <a:avLst/>
                <a:gdLst>
                  <a:gd name="T0" fmla="*/ 0 w 21"/>
                  <a:gd name="T1" fmla="*/ 19 h 16"/>
                  <a:gd name="T2" fmla="*/ 27 w 21"/>
                  <a:gd name="T3" fmla="*/ 0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16">
                    <a:moveTo>
                      <a:pt x="0" y="16"/>
                    </a:moveTo>
                    <a:cubicBezTo>
                      <a:pt x="5" y="8"/>
                      <a:pt x="12" y="3"/>
                      <a:pt x="21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340" name="Freeform 487">
                <a:extLst>
                  <a:ext uri="{FF2B5EF4-FFF2-40B4-BE49-F238E27FC236}">
                    <a16:creationId xmlns:a16="http://schemas.microsoft.com/office/drawing/2014/main" id="{2BB0A248-BD89-48ED-BC06-87D318308B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2" y="2388"/>
                <a:ext cx="37" cy="131"/>
              </a:xfrm>
              <a:custGeom>
                <a:avLst/>
                <a:gdLst>
                  <a:gd name="T0" fmla="*/ 40 w 35"/>
                  <a:gd name="T1" fmla="*/ 0 h 122"/>
                  <a:gd name="T2" fmla="*/ 41 w 35"/>
                  <a:gd name="T3" fmla="*/ 58 h 122"/>
                  <a:gd name="T4" fmla="*/ 36 w 35"/>
                  <a:gd name="T5" fmla="*/ 103 h 122"/>
                  <a:gd name="T6" fmla="*/ 20 w 35"/>
                  <a:gd name="T7" fmla="*/ 131 h 122"/>
                  <a:gd name="T8" fmla="*/ 0 w 35"/>
                  <a:gd name="T9" fmla="*/ 151 h 1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" h="122">
                    <a:moveTo>
                      <a:pt x="34" y="0"/>
                    </a:moveTo>
                    <a:cubicBezTo>
                      <a:pt x="28" y="15"/>
                      <a:pt x="34" y="32"/>
                      <a:pt x="35" y="47"/>
                    </a:cubicBezTo>
                    <a:cubicBezTo>
                      <a:pt x="35" y="59"/>
                      <a:pt x="35" y="72"/>
                      <a:pt x="30" y="83"/>
                    </a:cubicBezTo>
                    <a:cubicBezTo>
                      <a:pt x="27" y="91"/>
                      <a:pt x="23" y="99"/>
                      <a:pt x="17" y="106"/>
                    </a:cubicBezTo>
                    <a:cubicBezTo>
                      <a:pt x="13" y="110"/>
                      <a:pt x="6" y="120"/>
                      <a:pt x="0" y="122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341" name="Freeform 488">
                <a:extLst>
                  <a:ext uri="{FF2B5EF4-FFF2-40B4-BE49-F238E27FC236}">
                    <a16:creationId xmlns:a16="http://schemas.microsoft.com/office/drawing/2014/main" id="{38291C66-1B80-43A2-9766-907E19956E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6" y="2381"/>
                <a:ext cx="38" cy="28"/>
              </a:xfrm>
              <a:custGeom>
                <a:avLst/>
                <a:gdLst>
                  <a:gd name="T0" fmla="*/ 42 w 36"/>
                  <a:gd name="T1" fmla="*/ 2 h 26"/>
                  <a:gd name="T2" fmla="*/ 0 w 36"/>
                  <a:gd name="T3" fmla="*/ 32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6" h="26">
                    <a:moveTo>
                      <a:pt x="36" y="2"/>
                    </a:moveTo>
                    <a:cubicBezTo>
                      <a:pt x="23" y="0"/>
                      <a:pt x="6" y="15"/>
                      <a:pt x="0" y="26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342" name="Freeform 489">
                <a:extLst>
                  <a:ext uri="{FF2B5EF4-FFF2-40B4-BE49-F238E27FC236}">
                    <a16:creationId xmlns:a16="http://schemas.microsoft.com/office/drawing/2014/main" id="{1A16A387-8F05-495E-9844-836E2E9D7B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9" y="2467"/>
                <a:ext cx="28" cy="31"/>
              </a:xfrm>
              <a:custGeom>
                <a:avLst/>
                <a:gdLst>
                  <a:gd name="T0" fmla="*/ 1 w 26"/>
                  <a:gd name="T1" fmla="*/ 1 h 29"/>
                  <a:gd name="T2" fmla="*/ 26 w 26"/>
                  <a:gd name="T3" fmla="*/ 6 h 29"/>
                  <a:gd name="T4" fmla="*/ 31 w 26"/>
                  <a:gd name="T5" fmla="*/ 35 h 29"/>
                  <a:gd name="T6" fmla="*/ 0 w 26"/>
                  <a:gd name="T7" fmla="*/ 33 h 2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29">
                    <a:moveTo>
                      <a:pt x="1" y="1"/>
                    </a:moveTo>
                    <a:cubicBezTo>
                      <a:pt x="8" y="0"/>
                      <a:pt x="15" y="1"/>
                      <a:pt x="20" y="6"/>
                    </a:cubicBezTo>
                    <a:cubicBezTo>
                      <a:pt x="26" y="11"/>
                      <a:pt x="26" y="21"/>
                      <a:pt x="25" y="29"/>
                    </a:cubicBezTo>
                    <a:cubicBezTo>
                      <a:pt x="21" y="22"/>
                      <a:pt x="6" y="21"/>
                      <a:pt x="0" y="27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343" name="Freeform 490">
                <a:extLst>
                  <a:ext uri="{FF2B5EF4-FFF2-40B4-BE49-F238E27FC236}">
                    <a16:creationId xmlns:a16="http://schemas.microsoft.com/office/drawing/2014/main" id="{1A89CF2A-5C1E-4455-BA05-AC1AEBBB38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7" y="2549"/>
                <a:ext cx="38" cy="24"/>
              </a:xfrm>
              <a:custGeom>
                <a:avLst/>
                <a:gdLst>
                  <a:gd name="T0" fmla="*/ 45 w 35"/>
                  <a:gd name="T1" fmla="*/ 7 h 23"/>
                  <a:gd name="T2" fmla="*/ 13 w 35"/>
                  <a:gd name="T3" fmla="*/ 4 h 23"/>
                  <a:gd name="T4" fmla="*/ 1 w 35"/>
                  <a:gd name="T5" fmla="*/ 11 h 23"/>
                  <a:gd name="T6" fmla="*/ 10 w 35"/>
                  <a:gd name="T7" fmla="*/ 26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5" h="23">
                    <a:moveTo>
                      <a:pt x="35" y="7"/>
                    </a:moveTo>
                    <a:cubicBezTo>
                      <a:pt x="27" y="0"/>
                      <a:pt x="19" y="0"/>
                      <a:pt x="10" y="4"/>
                    </a:cubicBezTo>
                    <a:cubicBezTo>
                      <a:pt x="8" y="5"/>
                      <a:pt x="1" y="8"/>
                      <a:pt x="1" y="11"/>
                    </a:cubicBezTo>
                    <a:cubicBezTo>
                      <a:pt x="0" y="14"/>
                      <a:pt x="5" y="20"/>
                      <a:pt x="7" y="23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344" name="Freeform 491">
                <a:extLst>
                  <a:ext uri="{FF2B5EF4-FFF2-40B4-BE49-F238E27FC236}">
                    <a16:creationId xmlns:a16="http://schemas.microsoft.com/office/drawing/2014/main" id="{F65B9B15-7B3D-46BC-943E-D7AE82EF05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3" y="2983"/>
                <a:ext cx="61" cy="86"/>
              </a:xfrm>
              <a:custGeom>
                <a:avLst/>
                <a:gdLst>
                  <a:gd name="T0" fmla="*/ 67 w 58"/>
                  <a:gd name="T1" fmla="*/ 0 h 81"/>
                  <a:gd name="T2" fmla="*/ 0 w 58"/>
                  <a:gd name="T3" fmla="*/ 97 h 8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8" h="81">
                    <a:moveTo>
                      <a:pt x="58" y="0"/>
                    </a:moveTo>
                    <a:cubicBezTo>
                      <a:pt x="45" y="31"/>
                      <a:pt x="5" y="45"/>
                      <a:pt x="0" y="81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345" name="Freeform 492">
                <a:extLst>
                  <a:ext uri="{FF2B5EF4-FFF2-40B4-BE49-F238E27FC236}">
                    <a16:creationId xmlns:a16="http://schemas.microsoft.com/office/drawing/2014/main" id="{8D44B692-84F3-420E-8339-C7D3E44CF8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8" y="3108"/>
                <a:ext cx="213" cy="38"/>
              </a:xfrm>
              <a:custGeom>
                <a:avLst/>
                <a:gdLst>
                  <a:gd name="T0" fmla="*/ 244 w 199"/>
                  <a:gd name="T1" fmla="*/ 0 h 36"/>
                  <a:gd name="T2" fmla="*/ 128 w 199"/>
                  <a:gd name="T3" fmla="*/ 41 h 36"/>
                  <a:gd name="T4" fmla="*/ 0 w 199"/>
                  <a:gd name="T5" fmla="*/ 20 h 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9" h="36">
                    <a:moveTo>
                      <a:pt x="199" y="0"/>
                    </a:moveTo>
                    <a:cubicBezTo>
                      <a:pt x="167" y="18"/>
                      <a:pt x="143" y="33"/>
                      <a:pt x="105" y="35"/>
                    </a:cubicBezTo>
                    <a:cubicBezTo>
                      <a:pt x="70" y="36"/>
                      <a:pt x="33" y="27"/>
                      <a:pt x="0" y="17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346" name="Freeform 493">
                <a:extLst>
                  <a:ext uri="{FF2B5EF4-FFF2-40B4-BE49-F238E27FC236}">
                    <a16:creationId xmlns:a16="http://schemas.microsoft.com/office/drawing/2014/main" id="{0A95A64C-909F-4425-B5C3-2E748731AD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2" y="3112"/>
                <a:ext cx="40" cy="18"/>
              </a:xfrm>
              <a:custGeom>
                <a:avLst/>
                <a:gdLst>
                  <a:gd name="T0" fmla="*/ 44 w 38"/>
                  <a:gd name="T1" fmla="*/ 0 h 17"/>
                  <a:gd name="T2" fmla="*/ 0 w 38"/>
                  <a:gd name="T3" fmla="*/ 20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8" h="17">
                    <a:moveTo>
                      <a:pt x="38" y="0"/>
                    </a:moveTo>
                    <a:cubicBezTo>
                      <a:pt x="25" y="1"/>
                      <a:pt x="9" y="8"/>
                      <a:pt x="0" y="17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347" name="Freeform 494">
                <a:extLst>
                  <a:ext uri="{FF2B5EF4-FFF2-40B4-BE49-F238E27FC236}">
                    <a16:creationId xmlns:a16="http://schemas.microsoft.com/office/drawing/2014/main" id="{AFEEF7B1-D3DD-4C72-89CC-3DFA2C8136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6" y="3168"/>
                <a:ext cx="44" cy="5"/>
              </a:xfrm>
              <a:custGeom>
                <a:avLst/>
                <a:gdLst>
                  <a:gd name="T0" fmla="*/ 50 w 41"/>
                  <a:gd name="T1" fmla="*/ 0 h 4"/>
                  <a:gd name="T2" fmla="*/ 0 w 41"/>
                  <a:gd name="T3" fmla="*/ 8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1" h="4">
                    <a:moveTo>
                      <a:pt x="41" y="0"/>
                    </a:moveTo>
                    <a:cubicBezTo>
                      <a:pt x="27" y="3"/>
                      <a:pt x="13" y="1"/>
                      <a:pt x="0" y="4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348" name="Freeform 495">
                <a:extLst>
                  <a:ext uri="{FF2B5EF4-FFF2-40B4-BE49-F238E27FC236}">
                    <a16:creationId xmlns:a16="http://schemas.microsoft.com/office/drawing/2014/main" id="{FD5BD733-4CC9-44A6-A25E-01AA3BFAB6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1" y="3706"/>
                <a:ext cx="40" cy="12"/>
              </a:xfrm>
              <a:custGeom>
                <a:avLst/>
                <a:gdLst>
                  <a:gd name="T0" fmla="*/ 46 w 37"/>
                  <a:gd name="T1" fmla="*/ 0 h 11"/>
                  <a:gd name="T2" fmla="*/ 0 w 37"/>
                  <a:gd name="T3" fmla="*/ 14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7" h="11">
                    <a:moveTo>
                      <a:pt x="37" y="0"/>
                    </a:moveTo>
                    <a:cubicBezTo>
                      <a:pt x="25" y="5"/>
                      <a:pt x="12" y="10"/>
                      <a:pt x="0" y="11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349" name="Freeform 496">
                <a:extLst>
                  <a:ext uri="{FF2B5EF4-FFF2-40B4-BE49-F238E27FC236}">
                    <a16:creationId xmlns:a16="http://schemas.microsoft.com/office/drawing/2014/main" id="{90A46C53-8F42-418C-8912-814A2BD2FE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9" y="3816"/>
                <a:ext cx="92" cy="15"/>
              </a:xfrm>
              <a:custGeom>
                <a:avLst/>
                <a:gdLst>
                  <a:gd name="T0" fmla="*/ 105 w 86"/>
                  <a:gd name="T1" fmla="*/ 6 h 14"/>
                  <a:gd name="T2" fmla="*/ 71 w 86"/>
                  <a:gd name="T3" fmla="*/ 1 h 14"/>
                  <a:gd name="T4" fmla="*/ 37 w 86"/>
                  <a:gd name="T5" fmla="*/ 12 h 14"/>
                  <a:gd name="T6" fmla="*/ 0 w 86"/>
                  <a:gd name="T7" fmla="*/ 17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6" h="14">
                    <a:moveTo>
                      <a:pt x="86" y="6"/>
                    </a:moveTo>
                    <a:cubicBezTo>
                      <a:pt x="77" y="4"/>
                      <a:pt x="67" y="0"/>
                      <a:pt x="58" y="1"/>
                    </a:cubicBezTo>
                    <a:cubicBezTo>
                      <a:pt x="48" y="2"/>
                      <a:pt x="41" y="8"/>
                      <a:pt x="31" y="9"/>
                    </a:cubicBezTo>
                    <a:cubicBezTo>
                      <a:pt x="21" y="10"/>
                      <a:pt x="6" y="3"/>
                      <a:pt x="0" y="14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350" name="Freeform 497">
                <a:extLst>
                  <a:ext uri="{FF2B5EF4-FFF2-40B4-BE49-F238E27FC236}">
                    <a16:creationId xmlns:a16="http://schemas.microsoft.com/office/drawing/2014/main" id="{20136EFC-DA30-4658-9946-323A0FF8C1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3" y="3980"/>
                <a:ext cx="51" cy="81"/>
              </a:xfrm>
              <a:custGeom>
                <a:avLst/>
                <a:gdLst>
                  <a:gd name="T0" fmla="*/ 50 w 48"/>
                  <a:gd name="T1" fmla="*/ 92 h 76"/>
                  <a:gd name="T2" fmla="*/ 53 w 48"/>
                  <a:gd name="T3" fmla="*/ 49 h 76"/>
                  <a:gd name="T4" fmla="*/ 36 w 48"/>
                  <a:gd name="T5" fmla="*/ 42 h 76"/>
                  <a:gd name="T6" fmla="*/ 19 w 48"/>
                  <a:gd name="T7" fmla="*/ 32 h 76"/>
                  <a:gd name="T8" fmla="*/ 16 w 48"/>
                  <a:gd name="T9" fmla="*/ 22 h 76"/>
                  <a:gd name="T10" fmla="*/ 11 w 48"/>
                  <a:gd name="T11" fmla="*/ 17 h 76"/>
                  <a:gd name="T12" fmla="*/ 2 w 48"/>
                  <a:gd name="T13" fmla="*/ 0 h 7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8" h="76">
                    <a:moveTo>
                      <a:pt x="41" y="76"/>
                    </a:moveTo>
                    <a:cubicBezTo>
                      <a:pt x="48" y="65"/>
                      <a:pt x="48" y="52"/>
                      <a:pt x="44" y="40"/>
                    </a:cubicBezTo>
                    <a:cubicBezTo>
                      <a:pt x="39" y="40"/>
                      <a:pt x="34" y="37"/>
                      <a:pt x="30" y="35"/>
                    </a:cubicBezTo>
                    <a:cubicBezTo>
                      <a:pt x="26" y="33"/>
                      <a:pt x="18" y="29"/>
                      <a:pt x="16" y="26"/>
                    </a:cubicBezTo>
                    <a:cubicBezTo>
                      <a:pt x="14" y="24"/>
                      <a:pt x="15" y="22"/>
                      <a:pt x="13" y="19"/>
                    </a:cubicBezTo>
                    <a:cubicBezTo>
                      <a:pt x="11" y="17"/>
                      <a:pt x="9" y="16"/>
                      <a:pt x="8" y="14"/>
                    </a:cubicBezTo>
                    <a:cubicBezTo>
                      <a:pt x="4" y="10"/>
                      <a:pt x="0" y="5"/>
                      <a:pt x="2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351" name="Freeform 498">
                <a:extLst>
                  <a:ext uri="{FF2B5EF4-FFF2-40B4-BE49-F238E27FC236}">
                    <a16:creationId xmlns:a16="http://schemas.microsoft.com/office/drawing/2014/main" id="{85EBB951-5C58-4190-A042-AEBBC582D9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5" y="3986"/>
                <a:ext cx="4" cy="15"/>
              </a:xfrm>
              <a:custGeom>
                <a:avLst/>
                <a:gdLst>
                  <a:gd name="T0" fmla="*/ 0 w 3"/>
                  <a:gd name="T1" fmla="*/ 17 h 14"/>
                  <a:gd name="T2" fmla="*/ 5 w 3"/>
                  <a:gd name="T3" fmla="*/ 0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4">
                    <a:moveTo>
                      <a:pt x="0" y="14"/>
                    </a:moveTo>
                    <a:cubicBezTo>
                      <a:pt x="3" y="11"/>
                      <a:pt x="2" y="4"/>
                      <a:pt x="2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352" name="Freeform 499">
                <a:extLst>
                  <a:ext uri="{FF2B5EF4-FFF2-40B4-BE49-F238E27FC236}">
                    <a16:creationId xmlns:a16="http://schemas.microsoft.com/office/drawing/2014/main" id="{E9A579AD-65F5-4EBB-9D46-D2093D355B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1" y="4014"/>
                <a:ext cx="41" cy="28"/>
              </a:xfrm>
              <a:custGeom>
                <a:avLst/>
                <a:gdLst>
                  <a:gd name="T0" fmla="*/ 45 w 39"/>
                  <a:gd name="T1" fmla="*/ 10 h 26"/>
                  <a:gd name="T2" fmla="*/ 25 w 39"/>
                  <a:gd name="T3" fmla="*/ 15 h 26"/>
                  <a:gd name="T4" fmla="*/ 18 w 39"/>
                  <a:gd name="T5" fmla="*/ 32 h 26"/>
                  <a:gd name="T6" fmla="*/ 2 w 39"/>
                  <a:gd name="T7" fmla="*/ 16 h 26"/>
                  <a:gd name="T8" fmla="*/ 17 w 39"/>
                  <a:gd name="T9" fmla="*/ 0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9" h="26">
                    <a:moveTo>
                      <a:pt x="39" y="7"/>
                    </a:moveTo>
                    <a:cubicBezTo>
                      <a:pt x="33" y="5"/>
                      <a:pt x="27" y="8"/>
                      <a:pt x="22" y="12"/>
                    </a:cubicBezTo>
                    <a:cubicBezTo>
                      <a:pt x="18" y="16"/>
                      <a:pt x="17" y="21"/>
                      <a:pt x="15" y="26"/>
                    </a:cubicBezTo>
                    <a:cubicBezTo>
                      <a:pt x="12" y="21"/>
                      <a:pt x="4" y="18"/>
                      <a:pt x="2" y="13"/>
                    </a:cubicBezTo>
                    <a:cubicBezTo>
                      <a:pt x="0" y="6"/>
                      <a:pt x="10" y="3"/>
                      <a:pt x="14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353" name="Freeform 500">
                <a:extLst>
                  <a:ext uri="{FF2B5EF4-FFF2-40B4-BE49-F238E27FC236}">
                    <a16:creationId xmlns:a16="http://schemas.microsoft.com/office/drawing/2014/main" id="{D867E5EA-1853-46AD-9563-C1875F162C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8" y="3988"/>
                <a:ext cx="39" cy="57"/>
              </a:xfrm>
              <a:custGeom>
                <a:avLst/>
                <a:gdLst>
                  <a:gd name="T0" fmla="*/ 38 w 37"/>
                  <a:gd name="T1" fmla="*/ 66 h 53"/>
                  <a:gd name="T2" fmla="*/ 23 w 37"/>
                  <a:gd name="T3" fmla="*/ 29 h 53"/>
                  <a:gd name="T4" fmla="*/ 6 w 37"/>
                  <a:gd name="T5" fmla="*/ 17 h 53"/>
                  <a:gd name="T6" fmla="*/ 0 w 37"/>
                  <a:gd name="T7" fmla="*/ 0 h 5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7" h="53">
                    <a:moveTo>
                      <a:pt x="32" y="53"/>
                    </a:moveTo>
                    <a:cubicBezTo>
                      <a:pt x="37" y="41"/>
                      <a:pt x="30" y="29"/>
                      <a:pt x="20" y="23"/>
                    </a:cubicBezTo>
                    <a:cubicBezTo>
                      <a:pt x="15" y="20"/>
                      <a:pt x="10" y="19"/>
                      <a:pt x="6" y="14"/>
                    </a:cubicBezTo>
                    <a:cubicBezTo>
                      <a:pt x="2" y="10"/>
                      <a:pt x="2" y="5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354" name="Freeform 501">
                <a:extLst>
                  <a:ext uri="{FF2B5EF4-FFF2-40B4-BE49-F238E27FC236}">
                    <a16:creationId xmlns:a16="http://schemas.microsoft.com/office/drawing/2014/main" id="{86AC8C12-E5E5-4727-B98F-1DC7EB92A5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7" y="3973"/>
                <a:ext cx="45" cy="43"/>
              </a:xfrm>
              <a:custGeom>
                <a:avLst/>
                <a:gdLst>
                  <a:gd name="T0" fmla="*/ 51 w 42"/>
                  <a:gd name="T1" fmla="*/ 49 h 40"/>
                  <a:gd name="T2" fmla="*/ 42 w 42"/>
                  <a:gd name="T3" fmla="*/ 33 h 40"/>
                  <a:gd name="T4" fmla="*/ 30 w 42"/>
                  <a:gd name="T5" fmla="*/ 20 h 40"/>
                  <a:gd name="T6" fmla="*/ 17 w 42"/>
                  <a:gd name="T7" fmla="*/ 16 h 40"/>
                  <a:gd name="T8" fmla="*/ 0 w 42"/>
                  <a:gd name="T9" fmla="*/ 0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2" h="40">
                    <a:moveTo>
                      <a:pt x="42" y="40"/>
                    </a:moveTo>
                    <a:cubicBezTo>
                      <a:pt x="42" y="35"/>
                      <a:pt x="37" y="31"/>
                      <a:pt x="34" y="27"/>
                    </a:cubicBezTo>
                    <a:cubicBezTo>
                      <a:pt x="31" y="24"/>
                      <a:pt x="28" y="19"/>
                      <a:pt x="24" y="17"/>
                    </a:cubicBezTo>
                    <a:cubicBezTo>
                      <a:pt x="21" y="14"/>
                      <a:pt x="17" y="15"/>
                      <a:pt x="14" y="13"/>
                    </a:cubicBezTo>
                    <a:cubicBezTo>
                      <a:pt x="8" y="11"/>
                      <a:pt x="6" y="3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355" name="Freeform 502">
                <a:extLst>
                  <a:ext uri="{FF2B5EF4-FFF2-40B4-BE49-F238E27FC236}">
                    <a16:creationId xmlns:a16="http://schemas.microsoft.com/office/drawing/2014/main" id="{39813E33-BC0C-4153-94BA-0CA22C5AE0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2" y="3969"/>
                <a:ext cx="20" cy="14"/>
              </a:xfrm>
              <a:custGeom>
                <a:avLst/>
                <a:gdLst>
                  <a:gd name="T0" fmla="*/ 22 w 19"/>
                  <a:gd name="T1" fmla="*/ 13 h 13"/>
                  <a:gd name="T2" fmla="*/ 13 w 19"/>
                  <a:gd name="T3" fmla="*/ 6 h 13"/>
                  <a:gd name="T4" fmla="*/ 0 w 19"/>
                  <a:gd name="T5" fmla="*/ 0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13">
                    <a:moveTo>
                      <a:pt x="19" y="10"/>
                    </a:moveTo>
                    <a:cubicBezTo>
                      <a:pt x="18" y="13"/>
                      <a:pt x="12" y="8"/>
                      <a:pt x="10" y="6"/>
                    </a:cubicBezTo>
                    <a:cubicBezTo>
                      <a:pt x="7" y="4"/>
                      <a:pt x="3" y="2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356" name="Freeform 503">
                <a:extLst>
                  <a:ext uri="{FF2B5EF4-FFF2-40B4-BE49-F238E27FC236}">
                    <a16:creationId xmlns:a16="http://schemas.microsoft.com/office/drawing/2014/main" id="{60110CE8-598D-4249-87A3-1A2B2B65FA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3" y="3985"/>
                <a:ext cx="12" cy="13"/>
              </a:xfrm>
              <a:custGeom>
                <a:avLst/>
                <a:gdLst>
                  <a:gd name="T0" fmla="*/ 14 w 11"/>
                  <a:gd name="T1" fmla="*/ 5 h 12"/>
                  <a:gd name="T2" fmla="*/ 5 w 11"/>
                  <a:gd name="T3" fmla="*/ 15 h 12"/>
                  <a:gd name="T4" fmla="*/ 12 w 11"/>
                  <a:gd name="T5" fmla="*/ 5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2">
                    <a:moveTo>
                      <a:pt x="11" y="5"/>
                    </a:moveTo>
                    <a:cubicBezTo>
                      <a:pt x="8" y="6"/>
                      <a:pt x="7" y="10"/>
                      <a:pt x="5" y="12"/>
                    </a:cubicBezTo>
                    <a:cubicBezTo>
                      <a:pt x="0" y="8"/>
                      <a:pt x="3" y="0"/>
                      <a:pt x="9" y="5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357" name="Freeform 504">
                <a:extLst>
                  <a:ext uri="{FF2B5EF4-FFF2-40B4-BE49-F238E27FC236}">
                    <a16:creationId xmlns:a16="http://schemas.microsoft.com/office/drawing/2014/main" id="{0262818D-052C-4B07-974B-715BE2F664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8" y="4004"/>
                <a:ext cx="17" cy="18"/>
              </a:xfrm>
              <a:custGeom>
                <a:avLst/>
                <a:gdLst>
                  <a:gd name="T0" fmla="*/ 22 w 15"/>
                  <a:gd name="T1" fmla="*/ 5 h 17"/>
                  <a:gd name="T2" fmla="*/ 10 w 15"/>
                  <a:gd name="T3" fmla="*/ 20 h 17"/>
                  <a:gd name="T4" fmla="*/ 2 w 15"/>
                  <a:gd name="T5" fmla="*/ 4 h 17"/>
                  <a:gd name="T6" fmla="*/ 19 w 15"/>
                  <a:gd name="T7" fmla="*/ 5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17">
                    <a:moveTo>
                      <a:pt x="15" y="5"/>
                    </a:moveTo>
                    <a:cubicBezTo>
                      <a:pt x="8" y="6"/>
                      <a:pt x="7" y="11"/>
                      <a:pt x="7" y="17"/>
                    </a:cubicBezTo>
                    <a:cubicBezTo>
                      <a:pt x="5" y="13"/>
                      <a:pt x="0" y="8"/>
                      <a:pt x="2" y="4"/>
                    </a:cubicBezTo>
                    <a:cubicBezTo>
                      <a:pt x="4" y="0"/>
                      <a:pt x="12" y="1"/>
                      <a:pt x="13" y="5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358" name="Freeform 505">
                <a:extLst>
                  <a:ext uri="{FF2B5EF4-FFF2-40B4-BE49-F238E27FC236}">
                    <a16:creationId xmlns:a16="http://schemas.microsoft.com/office/drawing/2014/main" id="{4B170EAE-A9BE-48BF-A3ED-B196BE052B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3" y="4019"/>
                <a:ext cx="21" cy="18"/>
              </a:xfrm>
              <a:custGeom>
                <a:avLst/>
                <a:gdLst>
                  <a:gd name="T0" fmla="*/ 22 w 20"/>
                  <a:gd name="T1" fmla="*/ 8 h 17"/>
                  <a:gd name="T2" fmla="*/ 6 w 20"/>
                  <a:gd name="T3" fmla="*/ 20 h 17"/>
                  <a:gd name="T4" fmla="*/ 1 w 20"/>
                  <a:gd name="T5" fmla="*/ 5 h 17"/>
                  <a:gd name="T6" fmla="*/ 14 w 20"/>
                  <a:gd name="T7" fmla="*/ 1 h 17"/>
                  <a:gd name="T8" fmla="*/ 23 w 20"/>
                  <a:gd name="T9" fmla="*/ 7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17">
                    <a:moveTo>
                      <a:pt x="19" y="8"/>
                    </a:moveTo>
                    <a:cubicBezTo>
                      <a:pt x="13" y="10"/>
                      <a:pt x="10" y="10"/>
                      <a:pt x="6" y="17"/>
                    </a:cubicBezTo>
                    <a:cubicBezTo>
                      <a:pt x="4" y="13"/>
                      <a:pt x="0" y="9"/>
                      <a:pt x="1" y="5"/>
                    </a:cubicBezTo>
                    <a:cubicBezTo>
                      <a:pt x="2" y="1"/>
                      <a:pt x="8" y="0"/>
                      <a:pt x="11" y="1"/>
                    </a:cubicBezTo>
                    <a:cubicBezTo>
                      <a:pt x="16" y="1"/>
                      <a:pt x="17" y="3"/>
                      <a:pt x="20" y="7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359" name="Freeform 506">
                <a:extLst>
                  <a:ext uri="{FF2B5EF4-FFF2-40B4-BE49-F238E27FC236}">
                    <a16:creationId xmlns:a16="http://schemas.microsoft.com/office/drawing/2014/main" id="{813B33E6-C65D-49D5-AC9A-F460EA804C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5" y="1491"/>
                <a:ext cx="139" cy="656"/>
              </a:xfrm>
              <a:custGeom>
                <a:avLst/>
                <a:gdLst>
                  <a:gd name="T0" fmla="*/ 159 w 130"/>
                  <a:gd name="T1" fmla="*/ 749 h 614"/>
                  <a:gd name="T2" fmla="*/ 135 w 130"/>
                  <a:gd name="T3" fmla="*/ 514 h 614"/>
                  <a:gd name="T4" fmla="*/ 50 w 130"/>
                  <a:gd name="T5" fmla="*/ 357 h 614"/>
                  <a:gd name="T6" fmla="*/ 44 w 130"/>
                  <a:gd name="T7" fmla="*/ 253 h 614"/>
                  <a:gd name="T8" fmla="*/ 11 w 130"/>
                  <a:gd name="T9" fmla="*/ 166 h 614"/>
                  <a:gd name="T10" fmla="*/ 16 w 130"/>
                  <a:gd name="T11" fmla="*/ 0 h 61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0" h="614">
                    <a:moveTo>
                      <a:pt x="130" y="614"/>
                    </a:moveTo>
                    <a:cubicBezTo>
                      <a:pt x="130" y="614"/>
                      <a:pt x="130" y="472"/>
                      <a:pt x="110" y="421"/>
                    </a:cubicBezTo>
                    <a:cubicBezTo>
                      <a:pt x="89" y="369"/>
                      <a:pt x="35" y="311"/>
                      <a:pt x="41" y="293"/>
                    </a:cubicBezTo>
                    <a:cubicBezTo>
                      <a:pt x="46" y="275"/>
                      <a:pt x="61" y="262"/>
                      <a:pt x="36" y="208"/>
                    </a:cubicBezTo>
                    <a:cubicBezTo>
                      <a:pt x="11" y="154"/>
                      <a:pt x="0" y="155"/>
                      <a:pt x="8" y="136"/>
                    </a:cubicBezTo>
                    <a:cubicBezTo>
                      <a:pt x="17" y="117"/>
                      <a:pt x="38" y="50"/>
                      <a:pt x="13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360" name="Freeform 507">
                <a:extLst>
                  <a:ext uri="{FF2B5EF4-FFF2-40B4-BE49-F238E27FC236}">
                    <a16:creationId xmlns:a16="http://schemas.microsoft.com/office/drawing/2014/main" id="{FBEBFE79-0C2A-45D9-A030-CCF7F22C4D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6" y="1564"/>
                <a:ext cx="98" cy="30"/>
              </a:xfrm>
              <a:custGeom>
                <a:avLst/>
                <a:gdLst>
                  <a:gd name="T0" fmla="*/ 0 w 92"/>
                  <a:gd name="T1" fmla="*/ 32 h 28"/>
                  <a:gd name="T2" fmla="*/ 18 w 92"/>
                  <a:gd name="T3" fmla="*/ 25 h 28"/>
                  <a:gd name="T4" fmla="*/ 111 w 92"/>
                  <a:gd name="T5" fmla="*/ 0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2" h="28">
                    <a:moveTo>
                      <a:pt x="0" y="26"/>
                    </a:moveTo>
                    <a:cubicBezTo>
                      <a:pt x="0" y="26"/>
                      <a:pt x="6" y="28"/>
                      <a:pt x="15" y="20"/>
                    </a:cubicBezTo>
                    <a:cubicBezTo>
                      <a:pt x="24" y="13"/>
                      <a:pt x="63" y="22"/>
                      <a:pt x="92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361" name="Freeform 508">
                <a:extLst>
                  <a:ext uri="{FF2B5EF4-FFF2-40B4-BE49-F238E27FC236}">
                    <a16:creationId xmlns:a16="http://schemas.microsoft.com/office/drawing/2014/main" id="{B2CA91E8-9D5D-4E78-A05E-0B5F1D5782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5" y="1630"/>
                <a:ext cx="21" cy="43"/>
              </a:xfrm>
              <a:custGeom>
                <a:avLst/>
                <a:gdLst>
                  <a:gd name="T0" fmla="*/ 25 w 19"/>
                  <a:gd name="T1" fmla="*/ 0 h 41"/>
                  <a:gd name="T2" fmla="*/ 0 w 19"/>
                  <a:gd name="T3" fmla="*/ 47 h 4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41">
                    <a:moveTo>
                      <a:pt x="19" y="0"/>
                    </a:moveTo>
                    <a:cubicBezTo>
                      <a:pt x="19" y="0"/>
                      <a:pt x="10" y="18"/>
                      <a:pt x="0" y="41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362" name="Freeform 509">
                <a:extLst>
                  <a:ext uri="{FF2B5EF4-FFF2-40B4-BE49-F238E27FC236}">
                    <a16:creationId xmlns:a16="http://schemas.microsoft.com/office/drawing/2014/main" id="{C1E2C32F-C92C-4B58-BBA5-74E68D1A8A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8" y="1719"/>
                <a:ext cx="494" cy="271"/>
              </a:xfrm>
              <a:custGeom>
                <a:avLst/>
                <a:gdLst>
                  <a:gd name="T0" fmla="*/ 531 w 462"/>
                  <a:gd name="T1" fmla="*/ 0 h 253"/>
                  <a:gd name="T2" fmla="*/ 538 w 462"/>
                  <a:gd name="T3" fmla="*/ 101 h 253"/>
                  <a:gd name="T4" fmla="*/ 444 w 462"/>
                  <a:gd name="T5" fmla="*/ 190 h 253"/>
                  <a:gd name="T6" fmla="*/ 348 w 462"/>
                  <a:gd name="T7" fmla="*/ 225 h 253"/>
                  <a:gd name="T8" fmla="*/ 0 w 462"/>
                  <a:gd name="T9" fmla="*/ 163 h 25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62" h="253">
                    <a:moveTo>
                      <a:pt x="435" y="0"/>
                    </a:moveTo>
                    <a:cubicBezTo>
                      <a:pt x="435" y="0"/>
                      <a:pt x="462" y="61"/>
                      <a:pt x="440" y="82"/>
                    </a:cubicBezTo>
                    <a:cubicBezTo>
                      <a:pt x="418" y="102"/>
                      <a:pt x="377" y="145"/>
                      <a:pt x="363" y="154"/>
                    </a:cubicBezTo>
                    <a:cubicBezTo>
                      <a:pt x="350" y="163"/>
                      <a:pt x="324" y="177"/>
                      <a:pt x="284" y="183"/>
                    </a:cubicBezTo>
                    <a:cubicBezTo>
                      <a:pt x="245" y="189"/>
                      <a:pt x="7" y="253"/>
                      <a:pt x="0" y="133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363" name="Freeform 510">
                <a:extLst>
                  <a:ext uri="{FF2B5EF4-FFF2-40B4-BE49-F238E27FC236}">
                    <a16:creationId xmlns:a16="http://schemas.microsoft.com/office/drawing/2014/main" id="{E51505C2-79D2-424C-BAC6-EB4DDDA427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7" y="1619"/>
                <a:ext cx="64" cy="23"/>
              </a:xfrm>
              <a:custGeom>
                <a:avLst/>
                <a:gdLst>
                  <a:gd name="T0" fmla="*/ 0 w 59"/>
                  <a:gd name="T1" fmla="*/ 0 h 22"/>
                  <a:gd name="T2" fmla="*/ 75 w 59"/>
                  <a:gd name="T3" fmla="*/ 25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9" h="22">
                    <a:moveTo>
                      <a:pt x="0" y="0"/>
                    </a:moveTo>
                    <a:cubicBezTo>
                      <a:pt x="19" y="6"/>
                      <a:pt x="38" y="18"/>
                      <a:pt x="59" y="22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364" name="Freeform 511">
                <a:extLst>
                  <a:ext uri="{FF2B5EF4-FFF2-40B4-BE49-F238E27FC236}">
                    <a16:creationId xmlns:a16="http://schemas.microsoft.com/office/drawing/2014/main" id="{1CE4EE87-9268-4DE9-87C2-E6A860C412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1" y="1894"/>
                <a:ext cx="67" cy="12"/>
              </a:xfrm>
              <a:custGeom>
                <a:avLst/>
                <a:gdLst>
                  <a:gd name="T0" fmla="*/ 0 w 63"/>
                  <a:gd name="T1" fmla="*/ 1 h 12"/>
                  <a:gd name="T2" fmla="*/ 76 w 63"/>
                  <a:gd name="T3" fmla="*/ 0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3" h="12">
                    <a:moveTo>
                      <a:pt x="0" y="1"/>
                    </a:moveTo>
                    <a:cubicBezTo>
                      <a:pt x="17" y="12"/>
                      <a:pt x="47" y="5"/>
                      <a:pt x="63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365" name="Freeform 512">
                <a:extLst>
                  <a:ext uri="{FF2B5EF4-FFF2-40B4-BE49-F238E27FC236}">
                    <a16:creationId xmlns:a16="http://schemas.microsoft.com/office/drawing/2014/main" id="{A4815BA8-9597-4753-9458-CFC3AC3F22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5" y="1848"/>
                <a:ext cx="39" cy="23"/>
              </a:xfrm>
              <a:custGeom>
                <a:avLst/>
                <a:gdLst>
                  <a:gd name="T0" fmla="*/ 43 w 37"/>
                  <a:gd name="T1" fmla="*/ 0 h 22"/>
                  <a:gd name="T2" fmla="*/ 0 w 37"/>
                  <a:gd name="T3" fmla="*/ 25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7" h="22">
                    <a:moveTo>
                      <a:pt x="37" y="0"/>
                    </a:moveTo>
                    <a:cubicBezTo>
                      <a:pt x="22" y="3"/>
                      <a:pt x="11" y="13"/>
                      <a:pt x="0" y="22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366" name="Freeform 513">
                <a:extLst>
                  <a:ext uri="{FF2B5EF4-FFF2-40B4-BE49-F238E27FC236}">
                    <a16:creationId xmlns:a16="http://schemas.microsoft.com/office/drawing/2014/main" id="{197108F1-3AFE-4BC0-84CD-AD49848B47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5" y="1931"/>
                <a:ext cx="70" cy="41"/>
              </a:xfrm>
              <a:custGeom>
                <a:avLst/>
                <a:gdLst>
                  <a:gd name="T0" fmla="*/ 81 w 65"/>
                  <a:gd name="T1" fmla="*/ 0 h 38"/>
                  <a:gd name="T2" fmla="*/ 0 w 65"/>
                  <a:gd name="T3" fmla="*/ 47 h 3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5" h="38">
                    <a:moveTo>
                      <a:pt x="65" y="0"/>
                    </a:moveTo>
                    <a:cubicBezTo>
                      <a:pt x="59" y="35"/>
                      <a:pt x="20" y="21"/>
                      <a:pt x="0" y="38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367" name="Freeform 514">
                <a:extLst>
                  <a:ext uri="{FF2B5EF4-FFF2-40B4-BE49-F238E27FC236}">
                    <a16:creationId xmlns:a16="http://schemas.microsoft.com/office/drawing/2014/main" id="{81AC2A8F-1161-4759-A7C8-776961F8F3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4" y="2208"/>
                <a:ext cx="68" cy="17"/>
              </a:xfrm>
              <a:custGeom>
                <a:avLst/>
                <a:gdLst>
                  <a:gd name="T0" fmla="*/ 79 w 63"/>
                  <a:gd name="T1" fmla="*/ 15 h 16"/>
                  <a:gd name="T2" fmla="*/ 0 w 63"/>
                  <a:gd name="T3" fmla="*/ 0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3" h="16">
                    <a:moveTo>
                      <a:pt x="63" y="12"/>
                    </a:moveTo>
                    <a:cubicBezTo>
                      <a:pt x="39" y="16"/>
                      <a:pt x="23" y="9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368" name="Freeform 515">
                <a:extLst>
                  <a:ext uri="{FF2B5EF4-FFF2-40B4-BE49-F238E27FC236}">
                    <a16:creationId xmlns:a16="http://schemas.microsoft.com/office/drawing/2014/main" id="{F1D50EC6-2F4E-4242-8367-ECBC169C34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9" y="952"/>
                <a:ext cx="9" cy="74"/>
              </a:xfrm>
              <a:custGeom>
                <a:avLst/>
                <a:gdLst>
                  <a:gd name="T0" fmla="*/ 9 w 9"/>
                  <a:gd name="T1" fmla="*/ 85 h 69"/>
                  <a:gd name="T2" fmla="*/ 2 w 9"/>
                  <a:gd name="T3" fmla="*/ 39 h 69"/>
                  <a:gd name="T4" fmla="*/ 3 w 9"/>
                  <a:gd name="T5" fmla="*/ 0 h 6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69">
                    <a:moveTo>
                      <a:pt x="9" y="69"/>
                    </a:moveTo>
                    <a:cubicBezTo>
                      <a:pt x="9" y="69"/>
                      <a:pt x="0" y="45"/>
                      <a:pt x="2" y="32"/>
                    </a:cubicBezTo>
                    <a:cubicBezTo>
                      <a:pt x="3" y="20"/>
                      <a:pt x="3" y="0"/>
                      <a:pt x="3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369" name="Freeform 516">
                <a:extLst>
                  <a:ext uri="{FF2B5EF4-FFF2-40B4-BE49-F238E27FC236}">
                    <a16:creationId xmlns:a16="http://schemas.microsoft.com/office/drawing/2014/main" id="{1A5FA6E8-2DB1-4671-AA44-716B0761B5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3" y="942"/>
                <a:ext cx="20" cy="29"/>
              </a:xfrm>
              <a:custGeom>
                <a:avLst/>
                <a:gdLst>
                  <a:gd name="T0" fmla="*/ 0 w 19"/>
                  <a:gd name="T1" fmla="*/ 33 h 27"/>
                  <a:gd name="T2" fmla="*/ 19 w 19"/>
                  <a:gd name="T3" fmla="*/ 31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27">
                    <a:moveTo>
                      <a:pt x="0" y="27"/>
                    </a:moveTo>
                    <a:cubicBezTo>
                      <a:pt x="0" y="27"/>
                      <a:pt x="19" y="0"/>
                      <a:pt x="16" y="25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370" name="Freeform 517">
                <a:extLst>
                  <a:ext uri="{FF2B5EF4-FFF2-40B4-BE49-F238E27FC236}">
                    <a16:creationId xmlns:a16="http://schemas.microsoft.com/office/drawing/2014/main" id="{9DA58AD4-2038-497D-82FA-55D0F38A45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3" y="981"/>
                <a:ext cx="13" cy="20"/>
              </a:xfrm>
              <a:custGeom>
                <a:avLst/>
                <a:gdLst>
                  <a:gd name="T0" fmla="*/ 0 w 12"/>
                  <a:gd name="T1" fmla="*/ 0 h 19"/>
                  <a:gd name="T2" fmla="*/ 1 w 12"/>
                  <a:gd name="T3" fmla="*/ 22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19">
                    <a:moveTo>
                      <a:pt x="0" y="0"/>
                    </a:moveTo>
                    <a:cubicBezTo>
                      <a:pt x="0" y="0"/>
                      <a:pt x="12" y="9"/>
                      <a:pt x="1" y="19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371" name="Freeform 518">
                <a:extLst>
                  <a:ext uri="{FF2B5EF4-FFF2-40B4-BE49-F238E27FC236}">
                    <a16:creationId xmlns:a16="http://schemas.microsoft.com/office/drawing/2014/main" id="{D59B5E93-770C-4C12-AFA4-0313026B7E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6" y="840"/>
                <a:ext cx="85" cy="63"/>
              </a:xfrm>
              <a:custGeom>
                <a:avLst/>
                <a:gdLst>
                  <a:gd name="T0" fmla="*/ 1 w 80"/>
                  <a:gd name="T1" fmla="*/ 32 h 59"/>
                  <a:gd name="T2" fmla="*/ 96 w 80"/>
                  <a:gd name="T3" fmla="*/ 65 h 59"/>
                  <a:gd name="T4" fmla="*/ 87 w 80"/>
                  <a:gd name="T5" fmla="*/ 65 h 59"/>
                  <a:gd name="T6" fmla="*/ 23 w 80"/>
                  <a:gd name="T7" fmla="*/ 36 h 59"/>
                  <a:gd name="T8" fmla="*/ 1 w 80"/>
                  <a:gd name="T9" fmla="*/ 32 h 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0" h="59">
                    <a:moveTo>
                      <a:pt x="1" y="26"/>
                    </a:moveTo>
                    <a:cubicBezTo>
                      <a:pt x="3" y="13"/>
                      <a:pt x="59" y="0"/>
                      <a:pt x="80" y="53"/>
                    </a:cubicBezTo>
                    <a:cubicBezTo>
                      <a:pt x="80" y="53"/>
                      <a:pt x="80" y="59"/>
                      <a:pt x="72" y="53"/>
                    </a:cubicBezTo>
                    <a:cubicBezTo>
                      <a:pt x="64" y="46"/>
                      <a:pt x="38" y="27"/>
                      <a:pt x="20" y="30"/>
                    </a:cubicBezTo>
                    <a:cubicBezTo>
                      <a:pt x="3" y="33"/>
                      <a:pt x="0" y="33"/>
                      <a:pt x="1" y="26"/>
                    </a:cubicBezTo>
                    <a:close/>
                  </a:path>
                </a:pathLst>
              </a:custGeom>
              <a:solidFill>
                <a:srgbClr val="7920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372" name="Freeform 519">
                <a:extLst>
                  <a:ext uri="{FF2B5EF4-FFF2-40B4-BE49-F238E27FC236}">
                    <a16:creationId xmlns:a16="http://schemas.microsoft.com/office/drawing/2014/main" id="{B6C075F0-9F80-4418-AF67-77B04E0AC3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6" y="906"/>
                <a:ext cx="15" cy="13"/>
              </a:xfrm>
              <a:custGeom>
                <a:avLst/>
                <a:gdLst>
                  <a:gd name="T0" fmla="*/ 0 w 14"/>
                  <a:gd name="T1" fmla="*/ 0 h 12"/>
                  <a:gd name="T2" fmla="*/ 17 w 14"/>
                  <a:gd name="T3" fmla="*/ 15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12">
                    <a:moveTo>
                      <a:pt x="0" y="0"/>
                    </a:moveTo>
                    <a:cubicBezTo>
                      <a:pt x="0" y="0"/>
                      <a:pt x="10" y="9"/>
                      <a:pt x="14" y="12"/>
                    </a:cubicBezTo>
                  </a:path>
                </a:pathLst>
              </a:custGeom>
              <a:noFill/>
              <a:ln w="3175" cap="flat">
                <a:solidFill>
                  <a:srgbClr val="EAAC9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373" name="Oval 520">
                <a:extLst>
                  <a:ext uri="{FF2B5EF4-FFF2-40B4-BE49-F238E27FC236}">
                    <a16:creationId xmlns:a16="http://schemas.microsoft.com/office/drawing/2014/main" id="{D666AAA2-6521-468A-9BE9-CE4BF95414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50" y="895"/>
                <a:ext cx="21" cy="21"/>
              </a:xfrm>
              <a:prstGeom prst="ellipse">
                <a:avLst/>
              </a:prstGeom>
              <a:solidFill>
                <a:srgbClr val="7920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374" name="Oval 521">
                <a:extLst>
                  <a:ext uri="{FF2B5EF4-FFF2-40B4-BE49-F238E27FC236}">
                    <a16:creationId xmlns:a16="http://schemas.microsoft.com/office/drawing/2014/main" id="{7CDD0F03-093D-414B-B24F-BB57453534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57" y="902"/>
                <a:ext cx="7" cy="7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375" name="Freeform 522">
                <a:extLst>
                  <a:ext uri="{FF2B5EF4-FFF2-40B4-BE49-F238E27FC236}">
                    <a16:creationId xmlns:a16="http://schemas.microsoft.com/office/drawing/2014/main" id="{E5E21265-4FBA-4275-87A5-83D9A4C567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2" y="876"/>
                <a:ext cx="15" cy="59"/>
              </a:xfrm>
              <a:custGeom>
                <a:avLst/>
                <a:gdLst>
                  <a:gd name="T0" fmla="*/ 17 w 14"/>
                  <a:gd name="T1" fmla="*/ 0 h 55"/>
                  <a:gd name="T2" fmla="*/ 17 w 14"/>
                  <a:gd name="T3" fmla="*/ 68 h 55"/>
                  <a:gd name="T4" fmla="*/ 17 w 14"/>
                  <a:gd name="T5" fmla="*/ 0 h 5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55">
                    <a:moveTo>
                      <a:pt x="14" y="0"/>
                    </a:moveTo>
                    <a:cubicBezTo>
                      <a:pt x="14" y="0"/>
                      <a:pt x="6" y="34"/>
                      <a:pt x="14" y="55"/>
                    </a:cubicBezTo>
                    <a:cubicBezTo>
                      <a:pt x="14" y="55"/>
                      <a:pt x="0" y="26"/>
                      <a:pt x="14" y="0"/>
                    </a:cubicBezTo>
                    <a:close/>
                  </a:path>
                </a:pathLst>
              </a:custGeom>
              <a:solidFill>
                <a:srgbClr val="EAAC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376" name="Freeform 523">
                <a:extLst>
                  <a:ext uri="{FF2B5EF4-FFF2-40B4-BE49-F238E27FC236}">
                    <a16:creationId xmlns:a16="http://schemas.microsoft.com/office/drawing/2014/main" id="{F852EBD4-B2B5-4F87-B8CB-4896357FE7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2" y="943"/>
                <a:ext cx="22" cy="36"/>
              </a:xfrm>
              <a:custGeom>
                <a:avLst/>
                <a:gdLst>
                  <a:gd name="T0" fmla="*/ 9 w 21"/>
                  <a:gd name="T1" fmla="*/ 0 h 33"/>
                  <a:gd name="T2" fmla="*/ 19 w 21"/>
                  <a:gd name="T3" fmla="*/ 26 h 33"/>
                  <a:gd name="T4" fmla="*/ 0 w 21"/>
                  <a:gd name="T5" fmla="*/ 43 h 33"/>
                  <a:gd name="T6" fmla="*/ 17 w 21"/>
                  <a:gd name="T7" fmla="*/ 21 h 33"/>
                  <a:gd name="T8" fmla="*/ 9 w 21"/>
                  <a:gd name="T9" fmla="*/ 0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33">
                    <a:moveTo>
                      <a:pt x="9" y="0"/>
                    </a:moveTo>
                    <a:cubicBezTo>
                      <a:pt x="9" y="0"/>
                      <a:pt x="21" y="13"/>
                      <a:pt x="16" y="20"/>
                    </a:cubicBezTo>
                    <a:cubicBezTo>
                      <a:pt x="11" y="27"/>
                      <a:pt x="6" y="32"/>
                      <a:pt x="0" y="33"/>
                    </a:cubicBezTo>
                    <a:cubicBezTo>
                      <a:pt x="0" y="33"/>
                      <a:pt x="14" y="24"/>
                      <a:pt x="14" y="16"/>
                    </a:cubicBezTo>
                    <a:cubicBezTo>
                      <a:pt x="13" y="9"/>
                      <a:pt x="13" y="4"/>
                      <a:pt x="9" y="0"/>
                    </a:cubicBezTo>
                    <a:close/>
                  </a:path>
                </a:pathLst>
              </a:custGeom>
              <a:solidFill>
                <a:srgbClr val="EAAC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377" name="Freeform 524">
                <a:extLst>
                  <a:ext uri="{FF2B5EF4-FFF2-40B4-BE49-F238E27FC236}">
                    <a16:creationId xmlns:a16="http://schemas.microsoft.com/office/drawing/2014/main" id="{686E49DD-CF1E-45D6-935B-F8E93238E8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6" y="965"/>
                <a:ext cx="19" cy="18"/>
              </a:xfrm>
              <a:custGeom>
                <a:avLst/>
                <a:gdLst>
                  <a:gd name="T0" fmla="*/ 0 w 18"/>
                  <a:gd name="T1" fmla="*/ 16 h 17"/>
                  <a:gd name="T2" fmla="*/ 6 w 18"/>
                  <a:gd name="T3" fmla="*/ 6 h 17"/>
                  <a:gd name="T4" fmla="*/ 21 w 18"/>
                  <a:gd name="T5" fmla="*/ 0 h 17"/>
                  <a:gd name="T6" fmla="*/ 17 w 18"/>
                  <a:gd name="T7" fmla="*/ 7 h 17"/>
                  <a:gd name="T8" fmla="*/ 0 w 18"/>
                  <a:gd name="T9" fmla="*/ 16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17">
                    <a:moveTo>
                      <a:pt x="0" y="13"/>
                    </a:moveTo>
                    <a:cubicBezTo>
                      <a:pt x="0" y="13"/>
                      <a:pt x="0" y="7"/>
                      <a:pt x="6" y="6"/>
                    </a:cubicBezTo>
                    <a:cubicBezTo>
                      <a:pt x="13" y="4"/>
                      <a:pt x="17" y="5"/>
                      <a:pt x="18" y="0"/>
                    </a:cubicBezTo>
                    <a:cubicBezTo>
                      <a:pt x="18" y="0"/>
                      <a:pt x="17" y="6"/>
                      <a:pt x="14" y="7"/>
                    </a:cubicBezTo>
                    <a:cubicBezTo>
                      <a:pt x="10" y="7"/>
                      <a:pt x="13" y="17"/>
                      <a:pt x="0" y="13"/>
                    </a:cubicBezTo>
                    <a:close/>
                  </a:path>
                </a:pathLst>
              </a:custGeom>
              <a:solidFill>
                <a:srgbClr val="BB7A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378" name="Freeform 525">
                <a:extLst>
                  <a:ext uri="{FF2B5EF4-FFF2-40B4-BE49-F238E27FC236}">
                    <a16:creationId xmlns:a16="http://schemas.microsoft.com/office/drawing/2014/main" id="{6E3CC5F3-4172-49F6-B8C4-66FC573124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3" y="941"/>
                <a:ext cx="7" cy="27"/>
              </a:xfrm>
              <a:custGeom>
                <a:avLst/>
                <a:gdLst>
                  <a:gd name="T0" fmla="*/ 1 w 7"/>
                  <a:gd name="T1" fmla="*/ 29 h 25"/>
                  <a:gd name="T2" fmla="*/ 3 w 7"/>
                  <a:gd name="T3" fmla="*/ 0 h 25"/>
                  <a:gd name="T4" fmla="*/ 6 w 7"/>
                  <a:gd name="T5" fmla="*/ 13 h 25"/>
                  <a:gd name="T6" fmla="*/ 0 w 7"/>
                  <a:gd name="T7" fmla="*/ 31 h 2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25">
                    <a:moveTo>
                      <a:pt x="1" y="23"/>
                    </a:moveTo>
                    <a:cubicBezTo>
                      <a:pt x="7" y="18"/>
                      <a:pt x="6" y="6"/>
                      <a:pt x="3" y="0"/>
                    </a:cubicBezTo>
                    <a:cubicBezTo>
                      <a:pt x="4" y="3"/>
                      <a:pt x="6" y="7"/>
                      <a:pt x="6" y="10"/>
                    </a:cubicBezTo>
                    <a:cubicBezTo>
                      <a:pt x="7" y="16"/>
                      <a:pt x="4" y="21"/>
                      <a:pt x="0" y="25"/>
                    </a:cubicBezTo>
                  </a:path>
                </a:pathLst>
              </a:custGeom>
              <a:solidFill>
                <a:srgbClr val="EAAC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379" name="Freeform 526">
                <a:extLst>
                  <a:ext uri="{FF2B5EF4-FFF2-40B4-BE49-F238E27FC236}">
                    <a16:creationId xmlns:a16="http://schemas.microsoft.com/office/drawing/2014/main" id="{96142B50-167D-405E-B3D2-34B2402632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4" y="950"/>
                <a:ext cx="20" cy="111"/>
              </a:xfrm>
              <a:custGeom>
                <a:avLst/>
                <a:gdLst>
                  <a:gd name="T0" fmla="*/ 2 w 18"/>
                  <a:gd name="T1" fmla="*/ 0 h 104"/>
                  <a:gd name="T2" fmla="*/ 20 w 18"/>
                  <a:gd name="T3" fmla="*/ 22 h 104"/>
                  <a:gd name="T4" fmla="*/ 23 w 18"/>
                  <a:gd name="T5" fmla="*/ 54 h 104"/>
                  <a:gd name="T6" fmla="*/ 0 w 18"/>
                  <a:gd name="T7" fmla="*/ 126 h 104"/>
                  <a:gd name="T8" fmla="*/ 13 w 18"/>
                  <a:gd name="T9" fmla="*/ 84 h 104"/>
                  <a:gd name="T10" fmla="*/ 21 w 18"/>
                  <a:gd name="T11" fmla="*/ 57 h 104"/>
                  <a:gd name="T12" fmla="*/ 16 w 18"/>
                  <a:gd name="T13" fmla="*/ 30 h 104"/>
                  <a:gd name="T14" fmla="*/ 2 w 18"/>
                  <a:gd name="T15" fmla="*/ 18 h 104"/>
                  <a:gd name="T16" fmla="*/ 4 w 18"/>
                  <a:gd name="T17" fmla="*/ 6 h 10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8" h="104">
                    <a:moveTo>
                      <a:pt x="2" y="0"/>
                    </a:moveTo>
                    <a:cubicBezTo>
                      <a:pt x="6" y="6"/>
                      <a:pt x="11" y="12"/>
                      <a:pt x="14" y="19"/>
                    </a:cubicBezTo>
                    <a:cubicBezTo>
                      <a:pt x="18" y="27"/>
                      <a:pt x="18" y="37"/>
                      <a:pt x="17" y="45"/>
                    </a:cubicBezTo>
                    <a:cubicBezTo>
                      <a:pt x="15" y="66"/>
                      <a:pt x="3" y="83"/>
                      <a:pt x="0" y="104"/>
                    </a:cubicBezTo>
                    <a:cubicBezTo>
                      <a:pt x="3" y="92"/>
                      <a:pt x="6" y="80"/>
                      <a:pt x="10" y="69"/>
                    </a:cubicBezTo>
                    <a:cubicBezTo>
                      <a:pt x="12" y="62"/>
                      <a:pt x="15" y="55"/>
                      <a:pt x="15" y="47"/>
                    </a:cubicBezTo>
                    <a:cubicBezTo>
                      <a:pt x="15" y="39"/>
                      <a:pt x="15" y="31"/>
                      <a:pt x="12" y="24"/>
                    </a:cubicBezTo>
                    <a:cubicBezTo>
                      <a:pt x="11" y="21"/>
                      <a:pt x="6" y="9"/>
                      <a:pt x="2" y="15"/>
                    </a:cubicBezTo>
                    <a:cubicBezTo>
                      <a:pt x="4" y="12"/>
                      <a:pt x="4" y="9"/>
                      <a:pt x="4" y="6"/>
                    </a:cubicBezTo>
                  </a:path>
                </a:pathLst>
              </a:custGeom>
              <a:solidFill>
                <a:srgbClr val="EAAC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380" name="Freeform 527">
                <a:extLst>
                  <a:ext uri="{FF2B5EF4-FFF2-40B4-BE49-F238E27FC236}">
                    <a16:creationId xmlns:a16="http://schemas.microsoft.com/office/drawing/2014/main" id="{DD097134-13E0-43CB-ACF7-BBEC085AC8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5" y="1034"/>
                <a:ext cx="63" cy="52"/>
              </a:xfrm>
              <a:custGeom>
                <a:avLst/>
                <a:gdLst>
                  <a:gd name="T0" fmla="*/ 35 w 59"/>
                  <a:gd name="T1" fmla="*/ 61 h 48"/>
                  <a:gd name="T2" fmla="*/ 72 w 59"/>
                  <a:gd name="T3" fmla="*/ 34 h 48"/>
                  <a:gd name="T4" fmla="*/ 47 w 59"/>
                  <a:gd name="T5" fmla="*/ 0 h 48"/>
                  <a:gd name="T6" fmla="*/ 36 w 59"/>
                  <a:gd name="T7" fmla="*/ 10 h 48"/>
                  <a:gd name="T8" fmla="*/ 35 w 59"/>
                  <a:gd name="T9" fmla="*/ 9 h 48"/>
                  <a:gd name="T10" fmla="*/ 25 w 59"/>
                  <a:gd name="T11" fmla="*/ 0 h 48"/>
                  <a:gd name="T12" fmla="*/ 0 w 59"/>
                  <a:gd name="T13" fmla="*/ 34 h 48"/>
                  <a:gd name="T14" fmla="*/ 37 w 59"/>
                  <a:gd name="T15" fmla="*/ 61 h 4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9" h="48">
                    <a:moveTo>
                      <a:pt x="29" y="48"/>
                    </a:moveTo>
                    <a:cubicBezTo>
                      <a:pt x="50" y="48"/>
                      <a:pt x="59" y="27"/>
                      <a:pt x="59" y="27"/>
                    </a:cubicBezTo>
                    <a:cubicBezTo>
                      <a:pt x="59" y="27"/>
                      <a:pt x="46" y="3"/>
                      <a:pt x="38" y="0"/>
                    </a:cubicBezTo>
                    <a:cubicBezTo>
                      <a:pt x="30" y="7"/>
                      <a:pt x="30" y="7"/>
                      <a:pt x="30" y="7"/>
                    </a:cubicBezTo>
                    <a:cubicBezTo>
                      <a:pt x="29" y="6"/>
                      <a:pt x="29" y="6"/>
                      <a:pt x="29" y="6"/>
                    </a:cubicBezTo>
                    <a:cubicBezTo>
                      <a:pt x="21" y="0"/>
                      <a:pt x="21" y="0"/>
                      <a:pt x="21" y="0"/>
                    </a:cubicBezTo>
                    <a:cubicBezTo>
                      <a:pt x="14" y="3"/>
                      <a:pt x="0" y="27"/>
                      <a:pt x="0" y="27"/>
                    </a:cubicBezTo>
                    <a:cubicBezTo>
                      <a:pt x="0" y="27"/>
                      <a:pt x="10" y="48"/>
                      <a:pt x="31" y="48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381" name="Freeform 528">
                <a:extLst>
                  <a:ext uri="{FF2B5EF4-FFF2-40B4-BE49-F238E27FC236}">
                    <a16:creationId xmlns:a16="http://schemas.microsoft.com/office/drawing/2014/main" id="{AB23049A-00C9-476A-8363-5E9118C589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5" y="1063"/>
                <a:ext cx="63" cy="23"/>
              </a:xfrm>
              <a:custGeom>
                <a:avLst/>
                <a:gdLst>
                  <a:gd name="T0" fmla="*/ 36 w 59"/>
                  <a:gd name="T1" fmla="*/ 24 h 21"/>
                  <a:gd name="T2" fmla="*/ 0 w 59"/>
                  <a:gd name="T3" fmla="*/ 0 h 21"/>
                  <a:gd name="T4" fmla="*/ 0 w 59"/>
                  <a:gd name="T5" fmla="*/ 0 h 21"/>
                  <a:gd name="T6" fmla="*/ 36 w 59"/>
                  <a:gd name="T7" fmla="*/ 27 h 21"/>
                  <a:gd name="T8" fmla="*/ 72 w 59"/>
                  <a:gd name="T9" fmla="*/ 0 h 21"/>
                  <a:gd name="T10" fmla="*/ 72 w 59"/>
                  <a:gd name="T11" fmla="*/ 0 h 21"/>
                  <a:gd name="T12" fmla="*/ 36 w 59"/>
                  <a:gd name="T13" fmla="*/ 24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9" h="21">
                    <a:moveTo>
                      <a:pt x="30" y="18"/>
                    </a:moveTo>
                    <a:cubicBezTo>
                      <a:pt x="13" y="18"/>
                      <a:pt x="3" y="5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9" y="21"/>
                      <a:pt x="30" y="21"/>
                    </a:cubicBezTo>
                    <a:cubicBezTo>
                      <a:pt x="51" y="21"/>
                      <a:pt x="59" y="0"/>
                      <a:pt x="59" y="0"/>
                    </a:cubicBezTo>
                    <a:cubicBezTo>
                      <a:pt x="59" y="0"/>
                      <a:pt x="59" y="0"/>
                      <a:pt x="59" y="0"/>
                    </a:cubicBezTo>
                    <a:cubicBezTo>
                      <a:pt x="57" y="5"/>
                      <a:pt x="47" y="18"/>
                      <a:pt x="30" y="18"/>
                    </a:cubicBezTo>
                    <a:close/>
                  </a:path>
                </a:pathLst>
              </a:custGeom>
              <a:solidFill>
                <a:srgbClr val="EAAC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382" name="Freeform 529">
                <a:extLst>
                  <a:ext uri="{FF2B5EF4-FFF2-40B4-BE49-F238E27FC236}">
                    <a16:creationId xmlns:a16="http://schemas.microsoft.com/office/drawing/2014/main" id="{B6321C9C-69F3-4C6C-A87E-30D9642EB5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5" y="1033"/>
                <a:ext cx="63" cy="29"/>
              </a:xfrm>
              <a:custGeom>
                <a:avLst/>
                <a:gdLst>
                  <a:gd name="T0" fmla="*/ 25 w 59"/>
                  <a:gd name="T1" fmla="*/ 4 h 27"/>
                  <a:gd name="T2" fmla="*/ 35 w 59"/>
                  <a:gd name="T3" fmla="*/ 13 h 27"/>
                  <a:gd name="T4" fmla="*/ 35 w 59"/>
                  <a:gd name="T5" fmla="*/ 13 h 27"/>
                  <a:gd name="T6" fmla="*/ 47 w 59"/>
                  <a:gd name="T7" fmla="*/ 4 h 27"/>
                  <a:gd name="T8" fmla="*/ 72 w 59"/>
                  <a:gd name="T9" fmla="*/ 33 h 27"/>
                  <a:gd name="T10" fmla="*/ 72 w 59"/>
                  <a:gd name="T11" fmla="*/ 33 h 27"/>
                  <a:gd name="T12" fmla="*/ 47 w 59"/>
                  <a:gd name="T13" fmla="*/ 0 h 27"/>
                  <a:gd name="T14" fmla="*/ 35 w 59"/>
                  <a:gd name="T15" fmla="*/ 10 h 27"/>
                  <a:gd name="T16" fmla="*/ 35 w 59"/>
                  <a:gd name="T17" fmla="*/ 10 h 27"/>
                  <a:gd name="T18" fmla="*/ 25 w 59"/>
                  <a:gd name="T19" fmla="*/ 0 h 27"/>
                  <a:gd name="T20" fmla="*/ 0 w 59"/>
                  <a:gd name="T21" fmla="*/ 33 h 27"/>
                  <a:gd name="T22" fmla="*/ 0 w 59"/>
                  <a:gd name="T23" fmla="*/ 33 h 27"/>
                  <a:gd name="T24" fmla="*/ 25 w 59"/>
                  <a:gd name="T25" fmla="*/ 4 h 27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59" h="27">
                    <a:moveTo>
                      <a:pt x="21" y="4"/>
                    </a:moveTo>
                    <a:cubicBezTo>
                      <a:pt x="29" y="10"/>
                      <a:pt x="29" y="10"/>
                      <a:pt x="29" y="10"/>
                    </a:cubicBezTo>
                    <a:cubicBezTo>
                      <a:pt x="29" y="10"/>
                      <a:pt x="29" y="10"/>
                      <a:pt x="29" y="10"/>
                    </a:cubicBezTo>
                    <a:cubicBezTo>
                      <a:pt x="38" y="4"/>
                      <a:pt x="38" y="4"/>
                      <a:pt x="38" y="4"/>
                    </a:cubicBezTo>
                    <a:cubicBezTo>
                      <a:pt x="44" y="6"/>
                      <a:pt x="56" y="21"/>
                      <a:pt x="59" y="27"/>
                    </a:cubicBezTo>
                    <a:cubicBezTo>
                      <a:pt x="59" y="27"/>
                      <a:pt x="59" y="27"/>
                      <a:pt x="59" y="27"/>
                    </a:cubicBezTo>
                    <a:cubicBezTo>
                      <a:pt x="59" y="27"/>
                      <a:pt x="45" y="3"/>
                      <a:pt x="38" y="0"/>
                    </a:cubicBezTo>
                    <a:cubicBezTo>
                      <a:pt x="29" y="7"/>
                      <a:pt x="29" y="7"/>
                      <a:pt x="29" y="7"/>
                    </a:cubicBezTo>
                    <a:cubicBezTo>
                      <a:pt x="29" y="7"/>
                      <a:pt x="29" y="7"/>
                      <a:pt x="29" y="7"/>
                    </a:cubicBezTo>
                    <a:cubicBezTo>
                      <a:pt x="21" y="0"/>
                      <a:pt x="21" y="0"/>
                      <a:pt x="21" y="0"/>
                    </a:cubicBezTo>
                    <a:cubicBezTo>
                      <a:pt x="13" y="3"/>
                      <a:pt x="0" y="27"/>
                      <a:pt x="0" y="27"/>
                    </a:cubicBezTo>
                    <a:cubicBezTo>
                      <a:pt x="0" y="27"/>
                      <a:pt x="0" y="27"/>
                      <a:pt x="0" y="27"/>
                    </a:cubicBezTo>
                    <a:cubicBezTo>
                      <a:pt x="3" y="21"/>
                      <a:pt x="15" y="6"/>
                      <a:pt x="21" y="4"/>
                    </a:cubicBezTo>
                    <a:close/>
                  </a:path>
                </a:pathLst>
              </a:custGeom>
              <a:solidFill>
                <a:srgbClr val="EAAC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383" name="Freeform 530">
                <a:extLst>
                  <a:ext uri="{FF2B5EF4-FFF2-40B4-BE49-F238E27FC236}">
                    <a16:creationId xmlns:a16="http://schemas.microsoft.com/office/drawing/2014/main" id="{1CB91C13-F95D-43A9-8E96-C517BC5FB5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7" y="1064"/>
                <a:ext cx="14" cy="72"/>
              </a:xfrm>
              <a:custGeom>
                <a:avLst/>
                <a:gdLst>
                  <a:gd name="T0" fmla="*/ 6 w 13"/>
                  <a:gd name="T1" fmla="*/ 0 h 67"/>
                  <a:gd name="T2" fmla="*/ 10 w 13"/>
                  <a:gd name="T3" fmla="*/ 32 h 67"/>
                  <a:gd name="T4" fmla="*/ 16 w 13"/>
                  <a:gd name="T5" fmla="*/ 60 h 67"/>
                  <a:gd name="T6" fmla="*/ 13 w 13"/>
                  <a:gd name="T7" fmla="*/ 83 h 67"/>
                  <a:gd name="T8" fmla="*/ 14 w 13"/>
                  <a:gd name="T9" fmla="*/ 60 h 67"/>
                  <a:gd name="T10" fmla="*/ 5 w 13"/>
                  <a:gd name="T11" fmla="*/ 29 h 67"/>
                  <a:gd name="T12" fmla="*/ 1 w 13"/>
                  <a:gd name="T13" fmla="*/ 14 h 67"/>
                  <a:gd name="T14" fmla="*/ 6 w 13"/>
                  <a:gd name="T15" fmla="*/ 0 h 6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3" h="67">
                    <a:moveTo>
                      <a:pt x="6" y="0"/>
                    </a:moveTo>
                    <a:cubicBezTo>
                      <a:pt x="2" y="8"/>
                      <a:pt x="4" y="18"/>
                      <a:pt x="7" y="26"/>
                    </a:cubicBezTo>
                    <a:cubicBezTo>
                      <a:pt x="10" y="33"/>
                      <a:pt x="13" y="40"/>
                      <a:pt x="13" y="48"/>
                    </a:cubicBezTo>
                    <a:cubicBezTo>
                      <a:pt x="13" y="55"/>
                      <a:pt x="11" y="61"/>
                      <a:pt x="10" y="67"/>
                    </a:cubicBezTo>
                    <a:cubicBezTo>
                      <a:pt x="12" y="62"/>
                      <a:pt x="11" y="54"/>
                      <a:pt x="11" y="48"/>
                    </a:cubicBezTo>
                    <a:cubicBezTo>
                      <a:pt x="10" y="39"/>
                      <a:pt x="8" y="32"/>
                      <a:pt x="5" y="23"/>
                    </a:cubicBezTo>
                    <a:cubicBezTo>
                      <a:pt x="3" y="19"/>
                      <a:pt x="1" y="15"/>
                      <a:pt x="1" y="11"/>
                    </a:cubicBezTo>
                    <a:cubicBezTo>
                      <a:pt x="0" y="6"/>
                      <a:pt x="3" y="3"/>
                      <a:pt x="6" y="0"/>
                    </a:cubicBezTo>
                  </a:path>
                </a:pathLst>
              </a:custGeom>
              <a:solidFill>
                <a:srgbClr val="EAAC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384" name="Freeform 531">
                <a:extLst>
                  <a:ext uri="{FF2B5EF4-FFF2-40B4-BE49-F238E27FC236}">
                    <a16:creationId xmlns:a16="http://schemas.microsoft.com/office/drawing/2014/main" id="{A971DDEA-E592-4B4A-857B-2C078B8B6F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7" y="2490"/>
                <a:ext cx="201" cy="39"/>
              </a:xfrm>
              <a:custGeom>
                <a:avLst/>
                <a:gdLst>
                  <a:gd name="T0" fmla="*/ 0 w 188"/>
                  <a:gd name="T1" fmla="*/ 9 h 37"/>
                  <a:gd name="T2" fmla="*/ 93 w 188"/>
                  <a:gd name="T3" fmla="*/ 3 h 37"/>
                  <a:gd name="T4" fmla="*/ 230 w 188"/>
                  <a:gd name="T5" fmla="*/ 43 h 3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8" h="37">
                    <a:moveTo>
                      <a:pt x="0" y="9"/>
                    </a:moveTo>
                    <a:cubicBezTo>
                      <a:pt x="0" y="9"/>
                      <a:pt x="54" y="5"/>
                      <a:pt x="76" y="3"/>
                    </a:cubicBezTo>
                    <a:cubicBezTo>
                      <a:pt x="98" y="0"/>
                      <a:pt x="163" y="3"/>
                      <a:pt x="188" y="37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385" name="Freeform 532">
                <a:extLst>
                  <a:ext uri="{FF2B5EF4-FFF2-40B4-BE49-F238E27FC236}">
                    <a16:creationId xmlns:a16="http://schemas.microsoft.com/office/drawing/2014/main" id="{79048083-219E-41FA-B59E-7E329125D2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0" y="2262"/>
                <a:ext cx="434" cy="127"/>
              </a:xfrm>
              <a:custGeom>
                <a:avLst/>
                <a:gdLst>
                  <a:gd name="T0" fmla="*/ 496 w 406"/>
                  <a:gd name="T1" fmla="*/ 128 h 119"/>
                  <a:gd name="T2" fmla="*/ 355 w 406"/>
                  <a:gd name="T3" fmla="*/ 84 h 119"/>
                  <a:gd name="T4" fmla="*/ 260 w 406"/>
                  <a:gd name="T5" fmla="*/ 0 h 119"/>
                  <a:gd name="T6" fmla="*/ 235 w 406"/>
                  <a:gd name="T7" fmla="*/ 0 h 119"/>
                  <a:gd name="T8" fmla="*/ 139 w 406"/>
                  <a:gd name="T9" fmla="*/ 84 h 119"/>
                  <a:gd name="T10" fmla="*/ 0 w 406"/>
                  <a:gd name="T11" fmla="*/ 128 h 11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06" h="119">
                    <a:moveTo>
                      <a:pt x="406" y="105"/>
                    </a:moveTo>
                    <a:cubicBezTo>
                      <a:pt x="406" y="105"/>
                      <a:pt x="326" y="119"/>
                      <a:pt x="291" y="69"/>
                    </a:cubicBezTo>
                    <a:cubicBezTo>
                      <a:pt x="257" y="18"/>
                      <a:pt x="233" y="2"/>
                      <a:pt x="212" y="0"/>
                    </a:cubicBezTo>
                    <a:cubicBezTo>
                      <a:pt x="193" y="0"/>
                      <a:pt x="193" y="0"/>
                      <a:pt x="193" y="0"/>
                    </a:cubicBezTo>
                    <a:cubicBezTo>
                      <a:pt x="172" y="2"/>
                      <a:pt x="148" y="18"/>
                      <a:pt x="114" y="69"/>
                    </a:cubicBezTo>
                    <a:cubicBezTo>
                      <a:pt x="80" y="119"/>
                      <a:pt x="0" y="105"/>
                      <a:pt x="0" y="105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386" name="Freeform 533">
                <a:extLst>
                  <a:ext uri="{FF2B5EF4-FFF2-40B4-BE49-F238E27FC236}">
                    <a16:creationId xmlns:a16="http://schemas.microsoft.com/office/drawing/2014/main" id="{8053B839-8D8B-4D2D-B8AE-F4397A5CD4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5" y="2788"/>
                <a:ext cx="68" cy="49"/>
              </a:xfrm>
              <a:custGeom>
                <a:avLst/>
                <a:gdLst>
                  <a:gd name="T0" fmla="*/ 77 w 64"/>
                  <a:gd name="T1" fmla="*/ 0 h 46"/>
                  <a:gd name="T2" fmla="*/ 0 w 64"/>
                  <a:gd name="T3" fmla="*/ 55 h 4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4" h="46">
                    <a:moveTo>
                      <a:pt x="64" y="0"/>
                    </a:moveTo>
                    <a:cubicBezTo>
                      <a:pt x="64" y="0"/>
                      <a:pt x="8" y="32"/>
                      <a:pt x="0" y="46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387" name="Freeform 534">
                <a:extLst>
                  <a:ext uri="{FF2B5EF4-FFF2-40B4-BE49-F238E27FC236}">
                    <a16:creationId xmlns:a16="http://schemas.microsoft.com/office/drawing/2014/main" id="{2461182E-6F83-4849-B85E-20BCB0A2B8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6" y="719"/>
                <a:ext cx="331" cy="239"/>
              </a:xfrm>
              <a:custGeom>
                <a:avLst/>
                <a:gdLst>
                  <a:gd name="T0" fmla="*/ 140 w 310"/>
                  <a:gd name="T1" fmla="*/ 91 h 224"/>
                  <a:gd name="T2" fmla="*/ 129 w 310"/>
                  <a:gd name="T3" fmla="*/ 117 h 224"/>
                  <a:gd name="T4" fmla="*/ 114 w 310"/>
                  <a:gd name="T5" fmla="*/ 130 h 224"/>
                  <a:gd name="T6" fmla="*/ 119 w 310"/>
                  <a:gd name="T7" fmla="*/ 105 h 224"/>
                  <a:gd name="T8" fmla="*/ 94 w 310"/>
                  <a:gd name="T9" fmla="*/ 132 h 224"/>
                  <a:gd name="T10" fmla="*/ 104 w 310"/>
                  <a:gd name="T11" fmla="*/ 116 h 224"/>
                  <a:gd name="T12" fmla="*/ 85 w 310"/>
                  <a:gd name="T13" fmla="*/ 139 h 224"/>
                  <a:gd name="T14" fmla="*/ 64 w 310"/>
                  <a:gd name="T15" fmla="*/ 157 h 224"/>
                  <a:gd name="T16" fmla="*/ 69 w 310"/>
                  <a:gd name="T17" fmla="*/ 142 h 224"/>
                  <a:gd name="T18" fmla="*/ 49 w 310"/>
                  <a:gd name="T19" fmla="*/ 169 h 224"/>
                  <a:gd name="T20" fmla="*/ 32 w 310"/>
                  <a:gd name="T21" fmla="*/ 206 h 224"/>
                  <a:gd name="T22" fmla="*/ 41 w 310"/>
                  <a:gd name="T23" fmla="*/ 188 h 224"/>
                  <a:gd name="T24" fmla="*/ 16 w 310"/>
                  <a:gd name="T25" fmla="*/ 272 h 224"/>
                  <a:gd name="T26" fmla="*/ 13 w 310"/>
                  <a:gd name="T27" fmla="*/ 255 h 224"/>
                  <a:gd name="T28" fmla="*/ 6 w 310"/>
                  <a:gd name="T29" fmla="*/ 237 h 224"/>
                  <a:gd name="T30" fmla="*/ 2 w 310"/>
                  <a:gd name="T31" fmla="*/ 182 h 224"/>
                  <a:gd name="T32" fmla="*/ 14 w 310"/>
                  <a:gd name="T33" fmla="*/ 131 h 224"/>
                  <a:gd name="T34" fmla="*/ 31 w 310"/>
                  <a:gd name="T35" fmla="*/ 102 h 224"/>
                  <a:gd name="T36" fmla="*/ 16 w 310"/>
                  <a:gd name="T37" fmla="*/ 113 h 224"/>
                  <a:gd name="T38" fmla="*/ 27 w 310"/>
                  <a:gd name="T39" fmla="*/ 92 h 224"/>
                  <a:gd name="T40" fmla="*/ 47 w 310"/>
                  <a:gd name="T41" fmla="*/ 58 h 224"/>
                  <a:gd name="T42" fmla="*/ 70 w 310"/>
                  <a:gd name="T43" fmla="*/ 39 h 224"/>
                  <a:gd name="T44" fmla="*/ 82 w 310"/>
                  <a:gd name="T45" fmla="*/ 35 h 224"/>
                  <a:gd name="T46" fmla="*/ 68 w 310"/>
                  <a:gd name="T47" fmla="*/ 36 h 224"/>
                  <a:gd name="T48" fmla="*/ 121 w 310"/>
                  <a:gd name="T49" fmla="*/ 19 h 224"/>
                  <a:gd name="T50" fmla="*/ 163 w 310"/>
                  <a:gd name="T51" fmla="*/ 14 h 224"/>
                  <a:gd name="T52" fmla="*/ 147 w 310"/>
                  <a:gd name="T53" fmla="*/ 4 h 224"/>
                  <a:gd name="T54" fmla="*/ 191 w 310"/>
                  <a:gd name="T55" fmla="*/ 3 h 224"/>
                  <a:gd name="T56" fmla="*/ 191 w 310"/>
                  <a:gd name="T57" fmla="*/ 2 h 224"/>
                  <a:gd name="T58" fmla="*/ 214 w 310"/>
                  <a:gd name="T59" fmla="*/ 11 h 224"/>
                  <a:gd name="T60" fmla="*/ 241 w 310"/>
                  <a:gd name="T61" fmla="*/ 19 h 224"/>
                  <a:gd name="T62" fmla="*/ 305 w 310"/>
                  <a:gd name="T63" fmla="*/ 41 h 224"/>
                  <a:gd name="T64" fmla="*/ 364 w 310"/>
                  <a:gd name="T65" fmla="*/ 112 h 224"/>
                  <a:gd name="T66" fmla="*/ 374 w 310"/>
                  <a:gd name="T67" fmla="*/ 156 h 224"/>
                  <a:gd name="T68" fmla="*/ 377 w 310"/>
                  <a:gd name="T69" fmla="*/ 197 h 224"/>
                  <a:gd name="T70" fmla="*/ 376 w 310"/>
                  <a:gd name="T71" fmla="*/ 240 h 224"/>
                  <a:gd name="T72" fmla="*/ 369 w 310"/>
                  <a:gd name="T73" fmla="*/ 267 h 224"/>
                  <a:gd name="T74" fmla="*/ 364 w 310"/>
                  <a:gd name="T75" fmla="*/ 253 h 224"/>
                  <a:gd name="T76" fmla="*/ 358 w 310"/>
                  <a:gd name="T77" fmla="*/ 230 h 224"/>
                  <a:gd name="T78" fmla="*/ 356 w 310"/>
                  <a:gd name="T79" fmla="*/ 233 h 224"/>
                  <a:gd name="T80" fmla="*/ 353 w 310"/>
                  <a:gd name="T81" fmla="*/ 207 h 224"/>
                  <a:gd name="T82" fmla="*/ 346 w 310"/>
                  <a:gd name="T83" fmla="*/ 218 h 224"/>
                  <a:gd name="T84" fmla="*/ 346 w 310"/>
                  <a:gd name="T85" fmla="*/ 184 h 224"/>
                  <a:gd name="T86" fmla="*/ 335 w 310"/>
                  <a:gd name="T87" fmla="*/ 163 h 224"/>
                  <a:gd name="T88" fmla="*/ 336 w 310"/>
                  <a:gd name="T89" fmla="*/ 171 h 224"/>
                  <a:gd name="T90" fmla="*/ 320 w 310"/>
                  <a:gd name="T91" fmla="*/ 152 h 224"/>
                  <a:gd name="T92" fmla="*/ 300 w 310"/>
                  <a:gd name="T93" fmla="*/ 139 h 224"/>
                  <a:gd name="T94" fmla="*/ 302 w 310"/>
                  <a:gd name="T95" fmla="*/ 149 h 224"/>
                  <a:gd name="T96" fmla="*/ 274 w 310"/>
                  <a:gd name="T97" fmla="*/ 132 h 224"/>
                  <a:gd name="T98" fmla="*/ 251 w 310"/>
                  <a:gd name="T99" fmla="*/ 123 h 224"/>
                  <a:gd name="T100" fmla="*/ 256 w 310"/>
                  <a:gd name="T101" fmla="*/ 132 h 224"/>
                  <a:gd name="T102" fmla="*/ 232 w 310"/>
                  <a:gd name="T103" fmla="*/ 120 h 224"/>
                  <a:gd name="T104" fmla="*/ 209 w 310"/>
                  <a:gd name="T105" fmla="*/ 112 h 224"/>
                  <a:gd name="T106" fmla="*/ 200 w 310"/>
                  <a:gd name="T107" fmla="*/ 105 h 224"/>
                  <a:gd name="T108" fmla="*/ 205 w 310"/>
                  <a:gd name="T109" fmla="*/ 114 h 224"/>
                  <a:gd name="T110" fmla="*/ 179 w 310"/>
                  <a:gd name="T111" fmla="*/ 105 h 224"/>
                  <a:gd name="T112" fmla="*/ 186 w 310"/>
                  <a:gd name="T113" fmla="*/ 120 h 224"/>
                  <a:gd name="T114" fmla="*/ 163 w 310"/>
                  <a:gd name="T115" fmla="*/ 107 h 224"/>
                  <a:gd name="T116" fmla="*/ 148 w 310"/>
                  <a:gd name="T117" fmla="*/ 96 h 224"/>
                  <a:gd name="T118" fmla="*/ 140 w 310"/>
                  <a:gd name="T119" fmla="*/ 91 h 224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0" t="0" r="r" b="b"/>
                <a:pathLst>
                  <a:path w="310" h="224">
                    <a:moveTo>
                      <a:pt x="115" y="75"/>
                    </a:moveTo>
                    <a:cubicBezTo>
                      <a:pt x="113" y="84"/>
                      <a:pt x="113" y="90"/>
                      <a:pt x="106" y="97"/>
                    </a:cubicBezTo>
                    <a:cubicBezTo>
                      <a:pt x="102" y="101"/>
                      <a:pt x="98" y="105"/>
                      <a:pt x="94" y="107"/>
                    </a:cubicBezTo>
                    <a:cubicBezTo>
                      <a:pt x="94" y="101"/>
                      <a:pt x="99" y="93"/>
                      <a:pt x="97" y="86"/>
                    </a:cubicBezTo>
                    <a:cubicBezTo>
                      <a:pt x="93" y="95"/>
                      <a:pt x="87" y="105"/>
                      <a:pt x="77" y="109"/>
                    </a:cubicBezTo>
                    <a:cubicBezTo>
                      <a:pt x="80" y="105"/>
                      <a:pt x="84" y="101"/>
                      <a:pt x="85" y="96"/>
                    </a:cubicBezTo>
                    <a:cubicBezTo>
                      <a:pt x="80" y="102"/>
                      <a:pt x="75" y="109"/>
                      <a:pt x="70" y="114"/>
                    </a:cubicBezTo>
                    <a:cubicBezTo>
                      <a:pt x="64" y="120"/>
                      <a:pt x="58" y="124"/>
                      <a:pt x="52" y="129"/>
                    </a:cubicBezTo>
                    <a:cubicBezTo>
                      <a:pt x="53" y="125"/>
                      <a:pt x="55" y="121"/>
                      <a:pt x="57" y="117"/>
                    </a:cubicBezTo>
                    <a:cubicBezTo>
                      <a:pt x="51" y="120"/>
                      <a:pt x="44" y="133"/>
                      <a:pt x="40" y="139"/>
                    </a:cubicBezTo>
                    <a:cubicBezTo>
                      <a:pt x="34" y="149"/>
                      <a:pt x="31" y="160"/>
                      <a:pt x="26" y="170"/>
                    </a:cubicBezTo>
                    <a:cubicBezTo>
                      <a:pt x="28" y="166"/>
                      <a:pt x="30" y="158"/>
                      <a:pt x="34" y="155"/>
                    </a:cubicBezTo>
                    <a:cubicBezTo>
                      <a:pt x="28" y="177"/>
                      <a:pt x="10" y="201"/>
                      <a:pt x="13" y="224"/>
                    </a:cubicBezTo>
                    <a:cubicBezTo>
                      <a:pt x="12" y="219"/>
                      <a:pt x="12" y="215"/>
                      <a:pt x="10" y="210"/>
                    </a:cubicBezTo>
                    <a:cubicBezTo>
                      <a:pt x="9" y="205"/>
                      <a:pt x="7" y="200"/>
                      <a:pt x="6" y="195"/>
                    </a:cubicBezTo>
                    <a:cubicBezTo>
                      <a:pt x="4" y="180"/>
                      <a:pt x="4" y="165"/>
                      <a:pt x="2" y="150"/>
                    </a:cubicBezTo>
                    <a:cubicBezTo>
                      <a:pt x="0" y="136"/>
                      <a:pt x="5" y="121"/>
                      <a:pt x="11" y="108"/>
                    </a:cubicBezTo>
                    <a:cubicBezTo>
                      <a:pt x="15" y="100"/>
                      <a:pt x="21" y="92"/>
                      <a:pt x="25" y="84"/>
                    </a:cubicBezTo>
                    <a:cubicBezTo>
                      <a:pt x="22" y="88"/>
                      <a:pt x="17" y="90"/>
                      <a:pt x="13" y="93"/>
                    </a:cubicBezTo>
                    <a:cubicBezTo>
                      <a:pt x="17" y="89"/>
                      <a:pt x="20" y="81"/>
                      <a:pt x="22" y="76"/>
                    </a:cubicBezTo>
                    <a:cubicBezTo>
                      <a:pt x="27" y="66"/>
                      <a:pt x="31" y="57"/>
                      <a:pt x="38" y="48"/>
                    </a:cubicBezTo>
                    <a:cubicBezTo>
                      <a:pt x="43" y="42"/>
                      <a:pt x="50" y="36"/>
                      <a:pt x="58" y="33"/>
                    </a:cubicBezTo>
                    <a:cubicBezTo>
                      <a:pt x="60" y="32"/>
                      <a:pt x="64" y="29"/>
                      <a:pt x="67" y="29"/>
                    </a:cubicBezTo>
                    <a:cubicBezTo>
                      <a:pt x="63" y="29"/>
                      <a:pt x="59" y="30"/>
                      <a:pt x="56" y="30"/>
                    </a:cubicBezTo>
                    <a:cubicBezTo>
                      <a:pt x="67" y="22"/>
                      <a:pt x="85" y="16"/>
                      <a:pt x="99" y="16"/>
                    </a:cubicBezTo>
                    <a:cubicBezTo>
                      <a:pt x="112" y="16"/>
                      <a:pt x="121" y="13"/>
                      <a:pt x="134" y="11"/>
                    </a:cubicBezTo>
                    <a:cubicBezTo>
                      <a:pt x="134" y="11"/>
                      <a:pt x="129" y="4"/>
                      <a:pt x="121" y="4"/>
                    </a:cubicBezTo>
                    <a:cubicBezTo>
                      <a:pt x="121" y="4"/>
                      <a:pt x="144" y="0"/>
                      <a:pt x="157" y="3"/>
                    </a:cubicBezTo>
                    <a:cubicBezTo>
                      <a:pt x="158" y="3"/>
                      <a:pt x="156" y="2"/>
                      <a:pt x="157" y="2"/>
                    </a:cubicBezTo>
                    <a:cubicBezTo>
                      <a:pt x="163" y="5"/>
                      <a:pt x="169" y="6"/>
                      <a:pt x="175" y="8"/>
                    </a:cubicBezTo>
                    <a:cubicBezTo>
                      <a:pt x="183" y="10"/>
                      <a:pt x="191" y="13"/>
                      <a:pt x="199" y="16"/>
                    </a:cubicBezTo>
                    <a:cubicBezTo>
                      <a:pt x="217" y="23"/>
                      <a:pt x="235" y="25"/>
                      <a:pt x="251" y="34"/>
                    </a:cubicBezTo>
                    <a:cubicBezTo>
                      <a:pt x="274" y="48"/>
                      <a:pt x="290" y="67"/>
                      <a:pt x="299" y="92"/>
                    </a:cubicBezTo>
                    <a:cubicBezTo>
                      <a:pt x="303" y="104"/>
                      <a:pt x="304" y="116"/>
                      <a:pt x="307" y="128"/>
                    </a:cubicBezTo>
                    <a:cubicBezTo>
                      <a:pt x="309" y="140"/>
                      <a:pt x="309" y="150"/>
                      <a:pt x="310" y="162"/>
                    </a:cubicBezTo>
                    <a:cubicBezTo>
                      <a:pt x="310" y="174"/>
                      <a:pt x="310" y="186"/>
                      <a:pt x="309" y="198"/>
                    </a:cubicBezTo>
                    <a:cubicBezTo>
                      <a:pt x="303" y="219"/>
                      <a:pt x="303" y="219"/>
                      <a:pt x="303" y="219"/>
                    </a:cubicBezTo>
                    <a:cubicBezTo>
                      <a:pt x="303" y="213"/>
                      <a:pt x="300" y="212"/>
                      <a:pt x="299" y="208"/>
                    </a:cubicBezTo>
                    <a:cubicBezTo>
                      <a:pt x="296" y="202"/>
                      <a:pt x="298" y="194"/>
                      <a:pt x="294" y="189"/>
                    </a:cubicBezTo>
                    <a:cubicBezTo>
                      <a:pt x="294" y="190"/>
                      <a:pt x="293" y="191"/>
                      <a:pt x="292" y="191"/>
                    </a:cubicBezTo>
                    <a:cubicBezTo>
                      <a:pt x="290" y="185"/>
                      <a:pt x="292" y="177"/>
                      <a:pt x="290" y="171"/>
                    </a:cubicBezTo>
                    <a:cubicBezTo>
                      <a:pt x="288" y="173"/>
                      <a:pt x="286" y="176"/>
                      <a:pt x="284" y="179"/>
                    </a:cubicBezTo>
                    <a:cubicBezTo>
                      <a:pt x="281" y="172"/>
                      <a:pt x="285" y="159"/>
                      <a:pt x="284" y="151"/>
                    </a:cubicBezTo>
                    <a:cubicBezTo>
                      <a:pt x="283" y="146"/>
                      <a:pt x="280" y="137"/>
                      <a:pt x="275" y="134"/>
                    </a:cubicBezTo>
                    <a:cubicBezTo>
                      <a:pt x="275" y="137"/>
                      <a:pt x="276" y="139"/>
                      <a:pt x="276" y="141"/>
                    </a:cubicBezTo>
                    <a:cubicBezTo>
                      <a:pt x="272" y="136"/>
                      <a:pt x="269" y="129"/>
                      <a:pt x="263" y="125"/>
                    </a:cubicBezTo>
                    <a:cubicBezTo>
                      <a:pt x="258" y="121"/>
                      <a:pt x="250" y="119"/>
                      <a:pt x="246" y="114"/>
                    </a:cubicBezTo>
                    <a:cubicBezTo>
                      <a:pt x="246" y="117"/>
                      <a:pt x="248" y="120"/>
                      <a:pt x="248" y="123"/>
                    </a:cubicBezTo>
                    <a:cubicBezTo>
                      <a:pt x="240" y="117"/>
                      <a:pt x="235" y="112"/>
                      <a:pt x="226" y="109"/>
                    </a:cubicBezTo>
                    <a:cubicBezTo>
                      <a:pt x="219" y="106"/>
                      <a:pt x="212" y="104"/>
                      <a:pt x="206" y="101"/>
                    </a:cubicBezTo>
                    <a:cubicBezTo>
                      <a:pt x="208" y="104"/>
                      <a:pt x="209" y="107"/>
                      <a:pt x="211" y="109"/>
                    </a:cubicBezTo>
                    <a:cubicBezTo>
                      <a:pt x="204" y="106"/>
                      <a:pt x="198" y="100"/>
                      <a:pt x="190" y="98"/>
                    </a:cubicBezTo>
                    <a:cubicBezTo>
                      <a:pt x="184" y="96"/>
                      <a:pt x="178" y="96"/>
                      <a:pt x="172" y="92"/>
                    </a:cubicBezTo>
                    <a:cubicBezTo>
                      <a:pt x="169" y="90"/>
                      <a:pt x="166" y="88"/>
                      <a:pt x="164" y="86"/>
                    </a:cubicBezTo>
                    <a:cubicBezTo>
                      <a:pt x="165" y="89"/>
                      <a:pt x="169" y="92"/>
                      <a:pt x="169" y="94"/>
                    </a:cubicBezTo>
                    <a:cubicBezTo>
                      <a:pt x="161" y="95"/>
                      <a:pt x="154" y="90"/>
                      <a:pt x="147" y="86"/>
                    </a:cubicBezTo>
                    <a:cubicBezTo>
                      <a:pt x="149" y="90"/>
                      <a:pt x="151" y="94"/>
                      <a:pt x="153" y="98"/>
                    </a:cubicBezTo>
                    <a:cubicBezTo>
                      <a:pt x="146" y="96"/>
                      <a:pt x="140" y="92"/>
                      <a:pt x="134" y="88"/>
                    </a:cubicBezTo>
                    <a:cubicBezTo>
                      <a:pt x="130" y="85"/>
                      <a:pt x="126" y="81"/>
                      <a:pt x="122" y="79"/>
                    </a:cubicBezTo>
                    <a:lnTo>
                      <a:pt x="115" y="75"/>
                    </a:lnTo>
                    <a:close/>
                  </a:path>
                </a:pathLst>
              </a:custGeom>
              <a:solidFill>
                <a:srgbClr val="7920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388" name="Freeform 535">
                <a:extLst>
                  <a:ext uri="{FF2B5EF4-FFF2-40B4-BE49-F238E27FC236}">
                    <a16:creationId xmlns:a16="http://schemas.microsoft.com/office/drawing/2014/main" id="{FFB49D92-6C1F-4067-9181-3D8411FB17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1" y="1794"/>
                <a:ext cx="32" cy="18"/>
              </a:xfrm>
              <a:custGeom>
                <a:avLst/>
                <a:gdLst>
                  <a:gd name="T0" fmla="*/ 0 w 30"/>
                  <a:gd name="T1" fmla="*/ 0 h 17"/>
                  <a:gd name="T2" fmla="*/ 36 w 30"/>
                  <a:gd name="T3" fmla="*/ 5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0" h="17">
                    <a:moveTo>
                      <a:pt x="0" y="0"/>
                    </a:moveTo>
                    <a:cubicBezTo>
                      <a:pt x="9" y="7"/>
                      <a:pt x="20" y="17"/>
                      <a:pt x="30" y="5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389" name="Freeform 536">
                <a:extLst>
                  <a:ext uri="{FF2B5EF4-FFF2-40B4-BE49-F238E27FC236}">
                    <a16:creationId xmlns:a16="http://schemas.microsoft.com/office/drawing/2014/main" id="{967F1125-12E9-49FC-AB31-802235EA9F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7" y="1795"/>
                <a:ext cx="23" cy="16"/>
              </a:xfrm>
              <a:custGeom>
                <a:avLst/>
                <a:gdLst>
                  <a:gd name="T0" fmla="*/ 27 w 21"/>
                  <a:gd name="T1" fmla="*/ 0 h 15"/>
                  <a:gd name="T2" fmla="*/ 0 w 21"/>
                  <a:gd name="T3" fmla="*/ 12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15">
                    <a:moveTo>
                      <a:pt x="21" y="0"/>
                    </a:moveTo>
                    <a:cubicBezTo>
                      <a:pt x="19" y="7"/>
                      <a:pt x="4" y="15"/>
                      <a:pt x="0" y="9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390" name="Freeform 537">
                <a:extLst>
                  <a:ext uri="{FF2B5EF4-FFF2-40B4-BE49-F238E27FC236}">
                    <a16:creationId xmlns:a16="http://schemas.microsoft.com/office/drawing/2014/main" id="{DA20F87B-E158-4ECB-8B78-E64D26974B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7" y="2006"/>
                <a:ext cx="655" cy="64"/>
              </a:xfrm>
              <a:custGeom>
                <a:avLst/>
                <a:gdLst>
                  <a:gd name="T0" fmla="*/ 0 w 613"/>
                  <a:gd name="T1" fmla="*/ 0 h 60"/>
                  <a:gd name="T2" fmla="*/ 199 w 613"/>
                  <a:gd name="T3" fmla="*/ 55 h 60"/>
                  <a:gd name="T4" fmla="*/ 374 w 613"/>
                  <a:gd name="T5" fmla="*/ 38 h 60"/>
                  <a:gd name="T6" fmla="*/ 610 w 613"/>
                  <a:gd name="T7" fmla="*/ 58 h 60"/>
                  <a:gd name="T8" fmla="*/ 748 w 613"/>
                  <a:gd name="T9" fmla="*/ 0 h 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13" h="60">
                    <a:moveTo>
                      <a:pt x="0" y="0"/>
                    </a:moveTo>
                    <a:cubicBezTo>
                      <a:pt x="0" y="0"/>
                      <a:pt x="92" y="54"/>
                      <a:pt x="163" y="46"/>
                    </a:cubicBezTo>
                    <a:cubicBezTo>
                      <a:pt x="233" y="38"/>
                      <a:pt x="263" y="35"/>
                      <a:pt x="307" y="32"/>
                    </a:cubicBezTo>
                    <a:cubicBezTo>
                      <a:pt x="351" y="30"/>
                      <a:pt x="449" y="60"/>
                      <a:pt x="500" y="48"/>
                    </a:cubicBezTo>
                    <a:cubicBezTo>
                      <a:pt x="551" y="36"/>
                      <a:pt x="613" y="0"/>
                      <a:pt x="613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391" name="Freeform 538">
                <a:extLst>
                  <a:ext uri="{FF2B5EF4-FFF2-40B4-BE49-F238E27FC236}">
                    <a16:creationId xmlns:a16="http://schemas.microsoft.com/office/drawing/2014/main" id="{BB29521B-BA91-480A-9979-C72891000D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9" y="2286"/>
                <a:ext cx="13" cy="48"/>
              </a:xfrm>
              <a:custGeom>
                <a:avLst/>
                <a:gdLst>
                  <a:gd name="T0" fmla="*/ 15 w 12"/>
                  <a:gd name="T1" fmla="*/ 0 h 45"/>
                  <a:gd name="T2" fmla="*/ 0 w 12"/>
                  <a:gd name="T3" fmla="*/ 54 h 4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45">
                    <a:moveTo>
                      <a:pt x="12" y="0"/>
                    </a:moveTo>
                    <a:cubicBezTo>
                      <a:pt x="12" y="0"/>
                      <a:pt x="0" y="13"/>
                      <a:pt x="0" y="45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392" name="Freeform 539">
                <a:extLst>
                  <a:ext uri="{FF2B5EF4-FFF2-40B4-BE49-F238E27FC236}">
                    <a16:creationId xmlns:a16="http://schemas.microsoft.com/office/drawing/2014/main" id="{554FEA8E-F262-40A1-A2CE-6CA03B2060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5" y="2291"/>
                <a:ext cx="13" cy="143"/>
              </a:xfrm>
              <a:custGeom>
                <a:avLst/>
                <a:gdLst>
                  <a:gd name="T0" fmla="*/ 2 w 12"/>
                  <a:gd name="T1" fmla="*/ 0 h 134"/>
                  <a:gd name="T2" fmla="*/ 5 w 12"/>
                  <a:gd name="T3" fmla="*/ 100 h 134"/>
                  <a:gd name="T4" fmla="*/ 15 w 12"/>
                  <a:gd name="T5" fmla="*/ 163 h 13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34">
                    <a:moveTo>
                      <a:pt x="2" y="0"/>
                    </a:moveTo>
                    <a:cubicBezTo>
                      <a:pt x="2" y="0"/>
                      <a:pt x="10" y="61"/>
                      <a:pt x="5" y="82"/>
                    </a:cubicBezTo>
                    <a:cubicBezTo>
                      <a:pt x="0" y="103"/>
                      <a:pt x="8" y="128"/>
                      <a:pt x="12" y="134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393" name="Freeform 540">
                <a:extLst>
                  <a:ext uri="{FF2B5EF4-FFF2-40B4-BE49-F238E27FC236}">
                    <a16:creationId xmlns:a16="http://schemas.microsoft.com/office/drawing/2014/main" id="{01723127-F2AA-47BB-9401-06959F7DDD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9" y="2262"/>
                <a:ext cx="24" cy="30"/>
              </a:xfrm>
              <a:custGeom>
                <a:avLst/>
                <a:gdLst>
                  <a:gd name="T0" fmla="*/ 6 w 23"/>
                  <a:gd name="T1" fmla="*/ 0 h 28"/>
                  <a:gd name="T2" fmla="*/ 3 w 23"/>
                  <a:gd name="T3" fmla="*/ 21 h 28"/>
                  <a:gd name="T4" fmla="*/ 19 w 23"/>
                  <a:gd name="T5" fmla="*/ 32 h 28"/>
                  <a:gd name="T6" fmla="*/ 26 w 23"/>
                  <a:gd name="T7" fmla="*/ 25 h 2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" h="28">
                    <a:moveTo>
                      <a:pt x="6" y="0"/>
                    </a:moveTo>
                    <a:cubicBezTo>
                      <a:pt x="0" y="3"/>
                      <a:pt x="0" y="12"/>
                      <a:pt x="3" y="18"/>
                    </a:cubicBezTo>
                    <a:cubicBezTo>
                      <a:pt x="6" y="23"/>
                      <a:pt x="10" y="28"/>
                      <a:pt x="16" y="26"/>
                    </a:cubicBezTo>
                    <a:cubicBezTo>
                      <a:pt x="19" y="25"/>
                      <a:pt x="23" y="23"/>
                      <a:pt x="23" y="2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394" name="Freeform 541">
                <a:extLst>
                  <a:ext uri="{FF2B5EF4-FFF2-40B4-BE49-F238E27FC236}">
                    <a16:creationId xmlns:a16="http://schemas.microsoft.com/office/drawing/2014/main" id="{84DD7557-F73F-4DC3-B175-765650E622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5" y="2520"/>
                <a:ext cx="223" cy="187"/>
              </a:xfrm>
              <a:custGeom>
                <a:avLst/>
                <a:gdLst>
                  <a:gd name="T0" fmla="*/ 245 w 209"/>
                  <a:gd name="T1" fmla="*/ 0 h 175"/>
                  <a:gd name="T2" fmla="*/ 225 w 209"/>
                  <a:gd name="T3" fmla="*/ 67 h 175"/>
                  <a:gd name="T4" fmla="*/ 126 w 209"/>
                  <a:gd name="T5" fmla="*/ 199 h 175"/>
                  <a:gd name="T6" fmla="*/ 31 w 209"/>
                  <a:gd name="T7" fmla="*/ 68 h 175"/>
                  <a:gd name="T8" fmla="*/ 21 w 209"/>
                  <a:gd name="T9" fmla="*/ 2 h 175"/>
                  <a:gd name="T10" fmla="*/ 245 w 209"/>
                  <a:gd name="T11" fmla="*/ 0 h 17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09" h="175">
                    <a:moveTo>
                      <a:pt x="202" y="0"/>
                    </a:moveTo>
                    <a:cubicBezTo>
                      <a:pt x="202" y="0"/>
                      <a:pt x="182" y="3"/>
                      <a:pt x="186" y="55"/>
                    </a:cubicBezTo>
                    <a:cubicBezTo>
                      <a:pt x="189" y="107"/>
                      <a:pt x="209" y="152"/>
                      <a:pt x="104" y="163"/>
                    </a:cubicBezTo>
                    <a:cubicBezTo>
                      <a:pt x="0" y="175"/>
                      <a:pt x="18" y="93"/>
                      <a:pt x="25" y="56"/>
                    </a:cubicBezTo>
                    <a:cubicBezTo>
                      <a:pt x="32" y="19"/>
                      <a:pt x="18" y="2"/>
                      <a:pt x="18" y="2"/>
                    </a:cubicBezTo>
                    <a:cubicBezTo>
                      <a:pt x="18" y="2"/>
                      <a:pt x="119" y="39"/>
                      <a:pt x="202" y="0"/>
                    </a:cubicBezTo>
                    <a:close/>
                  </a:path>
                </a:pathLst>
              </a:custGeom>
              <a:solidFill>
                <a:srgbClr val="FEF3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395" name="Freeform 542">
                <a:extLst>
                  <a:ext uri="{FF2B5EF4-FFF2-40B4-BE49-F238E27FC236}">
                    <a16:creationId xmlns:a16="http://schemas.microsoft.com/office/drawing/2014/main" id="{2ECEE44F-F0DC-4622-A759-0E3538FF6A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4" y="2521"/>
                <a:ext cx="222" cy="187"/>
              </a:xfrm>
              <a:custGeom>
                <a:avLst/>
                <a:gdLst>
                  <a:gd name="T0" fmla="*/ 21 w 208"/>
                  <a:gd name="T1" fmla="*/ 2 h 175"/>
                  <a:gd name="T2" fmla="*/ 31 w 208"/>
                  <a:gd name="T3" fmla="*/ 69 h 175"/>
                  <a:gd name="T4" fmla="*/ 126 w 208"/>
                  <a:gd name="T5" fmla="*/ 199 h 175"/>
                  <a:gd name="T6" fmla="*/ 224 w 208"/>
                  <a:gd name="T7" fmla="*/ 67 h 175"/>
                  <a:gd name="T8" fmla="*/ 244 w 208"/>
                  <a:gd name="T9" fmla="*/ 0 h 17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8" h="175">
                    <a:moveTo>
                      <a:pt x="18" y="2"/>
                    </a:moveTo>
                    <a:cubicBezTo>
                      <a:pt x="18" y="2"/>
                      <a:pt x="32" y="20"/>
                      <a:pt x="25" y="57"/>
                    </a:cubicBezTo>
                    <a:cubicBezTo>
                      <a:pt x="18" y="94"/>
                      <a:pt x="0" y="175"/>
                      <a:pt x="104" y="163"/>
                    </a:cubicBezTo>
                    <a:cubicBezTo>
                      <a:pt x="208" y="152"/>
                      <a:pt x="189" y="107"/>
                      <a:pt x="185" y="55"/>
                    </a:cubicBezTo>
                    <a:cubicBezTo>
                      <a:pt x="181" y="4"/>
                      <a:pt x="201" y="0"/>
                      <a:pt x="201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396" name="Freeform 543">
                <a:extLst>
                  <a:ext uri="{FF2B5EF4-FFF2-40B4-BE49-F238E27FC236}">
                    <a16:creationId xmlns:a16="http://schemas.microsoft.com/office/drawing/2014/main" id="{732D0DE7-77ED-4C88-AD5E-2CDE0D69E1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0" y="2560"/>
                <a:ext cx="61" cy="27"/>
              </a:xfrm>
              <a:custGeom>
                <a:avLst/>
                <a:gdLst>
                  <a:gd name="T0" fmla="*/ 0 w 57"/>
                  <a:gd name="T1" fmla="*/ 0 h 25"/>
                  <a:gd name="T2" fmla="*/ 70 w 57"/>
                  <a:gd name="T3" fmla="*/ 27 h 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7" h="25">
                    <a:moveTo>
                      <a:pt x="0" y="0"/>
                    </a:moveTo>
                    <a:cubicBezTo>
                      <a:pt x="0" y="0"/>
                      <a:pt x="26" y="25"/>
                      <a:pt x="57" y="21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397" name="Freeform 544">
                <a:extLst>
                  <a:ext uri="{FF2B5EF4-FFF2-40B4-BE49-F238E27FC236}">
                    <a16:creationId xmlns:a16="http://schemas.microsoft.com/office/drawing/2014/main" id="{C39990F6-C8B5-43C6-9FE2-395ACB84D5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5" y="2572"/>
                <a:ext cx="129" cy="144"/>
              </a:xfrm>
              <a:custGeom>
                <a:avLst/>
                <a:gdLst>
                  <a:gd name="T0" fmla="*/ 116 w 121"/>
                  <a:gd name="T1" fmla="*/ 0 h 135"/>
                  <a:gd name="T2" fmla="*/ 74 w 121"/>
                  <a:gd name="T3" fmla="*/ 153 h 135"/>
                  <a:gd name="T4" fmla="*/ 23 w 121"/>
                  <a:gd name="T5" fmla="*/ 12 h 135"/>
                  <a:gd name="T6" fmla="*/ 116 w 121"/>
                  <a:gd name="T7" fmla="*/ 0 h 13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1" h="135">
                    <a:moveTo>
                      <a:pt x="96" y="0"/>
                    </a:moveTo>
                    <a:cubicBezTo>
                      <a:pt x="96" y="0"/>
                      <a:pt x="121" y="118"/>
                      <a:pt x="61" y="126"/>
                    </a:cubicBezTo>
                    <a:cubicBezTo>
                      <a:pt x="0" y="135"/>
                      <a:pt x="20" y="9"/>
                      <a:pt x="20" y="9"/>
                    </a:cubicBezTo>
                    <a:cubicBezTo>
                      <a:pt x="20" y="9"/>
                      <a:pt x="64" y="26"/>
                      <a:pt x="96" y="0"/>
                    </a:cubicBezTo>
                    <a:close/>
                  </a:path>
                </a:pathLst>
              </a:custGeom>
              <a:solidFill>
                <a:srgbClr val="FEF3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398" name="Freeform 545">
                <a:extLst>
                  <a:ext uri="{FF2B5EF4-FFF2-40B4-BE49-F238E27FC236}">
                    <a16:creationId xmlns:a16="http://schemas.microsoft.com/office/drawing/2014/main" id="{4230F853-20AE-4CEF-9203-74044CE2D2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3" y="2572"/>
                <a:ext cx="129" cy="144"/>
              </a:xfrm>
              <a:custGeom>
                <a:avLst/>
                <a:gdLst>
                  <a:gd name="T0" fmla="*/ 23 w 121"/>
                  <a:gd name="T1" fmla="*/ 5 h 135"/>
                  <a:gd name="T2" fmla="*/ 74 w 121"/>
                  <a:gd name="T3" fmla="*/ 153 h 135"/>
                  <a:gd name="T4" fmla="*/ 116 w 121"/>
                  <a:gd name="T5" fmla="*/ 0 h 1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1" h="135">
                    <a:moveTo>
                      <a:pt x="20" y="5"/>
                    </a:moveTo>
                    <a:cubicBezTo>
                      <a:pt x="20" y="5"/>
                      <a:pt x="0" y="135"/>
                      <a:pt x="61" y="126"/>
                    </a:cubicBezTo>
                    <a:cubicBezTo>
                      <a:pt x="121" y="118"/>
                      <a:pt x="96" y="0"/>
                      <a:pt x="96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399" name="Freeform 546">
                <a:extLst>
                  <a:ext uri="{FF2B5EF4-FFF2-40B4-BE49-F238E27FC236}">
                    <a16:creationId xmlns:a16="http://schemas.microsoft.com/office/drawing/2014/main" id="{1637DA1A-51FA-43CB-9EFA-AE610B70BF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8" y="2565"/>
                <a:ext cx="24" cy="11"/>
              </a:xfrm>
              <a:custGeom>
                <a:avLst/>
                <a:gdLst>
                  <a:gd name="T0" fmla="*/ 0 w 22"/>
                  <a:gd name="T1" fmla="*/ 11 h 11"/>
                  <a:gd name="T2" fmla="*/ 28 w 22"/>
                  <a:gd name="T3" fmla="*/ 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11">
                    <a:moveTo>
                      <a:pt x="0" y="11"/>
                    </a:moveTo>
                    <a:cubicBezTo>
                      <a:pt x="0" y="11"/>
                      <a:pt x="15" y="7"/>
                      <a:pt x="22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400" name="Freeform 547">
                <a:extLst>
                  <a:ext uri="{FF2B5EF4-FFF2-40B4-BE49-F238E27FC236}">
                    <a16:creationId xmlns:a16="http://schemas.microsoft.com/office/drawing/2014/main" id="{05D754B5-4A09-4652-92F4-16CBA92FE5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4" y="2523"/>
                <a:ext cx="28" cy="30"/>
              </a:xfrm>
              <a:custGeom>
                <a:avLst/>
                <a:gdLst>
                  <a:gd name="T0" fmla="*/ 32 w 26"/>
                  <a:gd name="T1" fmla="*/ 0 h 28"/>
                  <a:gd name="T2" fmla="*/ 0 w 26"/>
                  <a:gd name="T3" fmla="*/ 34 h 2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28">
                    <a:moveTo>
                      <a:pt x="26" y="0"/>
                    </a:moveTo>
                    <a:cubicBezTo>
                      <a:pt x="26" y="0"/>
                      <a:pt x="6" y="20"/>
                      <a:pt x="0" y="28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401" name="Freeform 548">
                <a:extLst>
                  <a:ext uri="{FF2B5EF4-FFF2-40B4-BE49-F238E27FC236}">
                    <a16:creationId xmlns:a16="http://schemas.microsoft.com/office/drawing/2014/main" id="{1F75F16A-C5CA-4443-B1D6-6F277F0D94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1" y="1136"/>
                <a:ext cx="91" cy="94"/>
              </a:xfrm>
              <a:custGeom>
                <a:avLst/>
                <a:gdLst>
                  <a:gd name="T0" fmla="*/ 0 w 85"/>
                  <a:gd name="T1" fmla="*/ 0 h 88"/>
                  <a:gd name="T2" fmla="*/ 104 w 85"/>
                  <a:gd name="T3" fmla="*/ 107 h 8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5" h="88">
                    <a:moveTo>
                      <a:pt x="0" y="0"/>
                    </a:moveTo>
                    <a:cubicBezTo>
                      <a:pt x="0" y="0"/>
                      <a:pt x="5" y="71"/>
                      <a:pt x="85" y="88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402" name="Freeform 549">
                <a:extLst>
                  <a:ext uri="{FF2B5EF4-FFF2-40B4-BE49-F238E27FC236}">
                    <a16:creationId xmlns:a16="http://schemas.microsoft.com/office/drawing/2014/main" id="{632F178B-4B60-4756-BCED-CAFE497BF3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3" y="1136"/>
                <a:ext cx="99" cy="101"/>
              </a:xfrm>
              <a:custGeom>
                <a:avLst/>
                <a:gdLst>
                  <a:gd name="T0" fmla="*/ 112 w 93"/>
                  <a:gd name="T1" fmla="*/ 0 h 95"/>
                  <a:gd name="T2" fmla="*/ 0 w 93"/>
                  <a:gd name="T3" fmla="*/ 114 h 9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3" h="95">
                    <a:moveTo>
                      <a:pt x="93" y="0"/>
                    </a:moveTo>
                    <a:cubicBezTo>
                      <a:pt x="93" y="0"/>
                      <a:pt x="75" y="77"/>
                      <a:pt x="0" y="95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403" name="Freeform 550">
                <a:extLst>
                  <a:ext uri="{FF2B5EF4-FFF2-40B4-BE49-F238E27FC236}">
                    <a16:creationId xmlns:a16="http://schemas.microsoft.com/office/drawing/2014/main" id="{70EF4C28-5833-4748-9C44-F733EE54D4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8" y="1184"/>
                <a:ext cx="124" cy="60"/>
              </a:xfrm>
              <a:custGeom>
                <a:avLst/>
                <a:gdLst>
                  <a:gd name="T0" fmla="*/ 142 w 116"/>
                  <a:gd name="T1" fmla="*/ 0 h 56"/>
                  <a:gd name="T2" fmla="*/ 104 w 116"/>
                  <a:gd name="T3" fmla="*/ 18 h 56"/>
                  <a:gd name="T4" fmla="*/ 68 w 116"/>
                  <a:gd name="T5" fmla="*/ 50 h 56"/>
                  <a:gd name="T6" fmla="*/ 0 w 116"/>
                  <a:gd name="T7" fmla="*/ 69 h 5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6" h="56">
                    <a:moveTo>
                      <a:pt x="116" y="0"/>
                    </a:moveTo>
                    <a:cubicBezTo>
                      <a:pt x="106" y="0"/>
                      <a:pt x="92" y="10"/>
                      <a:pt x="85" y="15"/>
                    </a:cubicBezTo>
                    <a:cubicBezTo>
                      <a:pt x="74" y="22"/>
                      <a:pt x="66" y="33"/>
                      <a:pt x="56" y="41"/>
                    </a:cubicBezTo>
                    <a:cubicBezTo>
                      <a:pt x="38" y="55"/>
                      <a:pt x="21" y="56"/>
                      <a:pt x="0" y="56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404" name="Freeform 551">
                <a:extLst>
                  <a:ext uri="{FF2B5EF4-FFF2-40B4-BE49-F238E27FC236}">
                    <a16:creationId xmlns:a16="http://schemas.microsoft.com/office/drawing/2014/main" id="{F188FADD-DFBE-45FB-8B53-42CA22CE2C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5" y="1249"/>
                <a:ext cx="67" cy="11"/>
              </a:xfrm>
              <a:custGeom>
                <a:avLst/>
                <a:gdLst>
                  <a:gd name="T0" fmla="*/ 0 w 62"/>
                  <a:gd name="T1" fmla="*/ 0 h 10"/>
                  <a:gd name="T2" fmla="*/ 37 w 62"/>
                  <a:gd name="T3" fmla="*/ 9 h 10"/>
                  <a:gd name="T4" fmla="*/ 78 w 62"/>
                  <a:gd name="T5" fmla="*/ 11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2" h="10">
                    <a:moveTo>
                      <a:pt x="0" y="0"/>
                    </a:moveTo>
                    <a:cubicBezTo>
                      <a:pt x="5" y="10"/>
                      <a:pt x="19" y="6"/>
                      <a:pt x="29" y="6"/>
                    </a:cubicBezTo>
                    <a:cubicBezTo>
                      <a:pt x="40" y="6"/>
                      <a:pt x="51" y="9"/>
                      <a:pt x="62" y="8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405" name="Freeform 552">
                <a:extLst>
                  <a:ext uri="{FF2B5EF4-FFF2-40B4-BE49-F238E27FC236}">
                    <a16:creationId xmlns:a16="http://schemas.microsoft.com/office/drawing/2014/main" id="{8EC43BD6-E0B2-4F49-BFD8-F617308A53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5" y="1232"/>
                <a:ext cx="154" cy="62"/>
              </a:xfrm>
              <a:custGeom>
                <a:avLst/>
                <a:gdLst>
                  <a:gd name="T0" fmla="*/ 0 w 144"/>
                  <a:gd name="T1" fmla="*/ 0 h 58"/>
                  <a:gd name="T2" fmla="*/ 48 w 144"/>
                  <a:gd name="T3" fmla="*/ 34 h 58"/>
                  <a:gd name="T4" fmla="*/ 94 w 144"/>
                  <a:gd name="T5" fmla="*/ 57 h 58"/>
                  <a:gd name="T6" fmla="*/ 139 w 144"/>
                  <a:gd name="T7" fmla="*/ 61 h 58"/>
                  <a:gd name="T8" fmla="*/ 163 w 144"/>
                  <a:gd name="T9" fmla="*/ 66 h 58"/>
                  <a:gd name="T10" fmla="*/ 176 w 144"/>
                  <a:gd name="T11" fmla="*/ 71 h 5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4" h="58">
                    <a:moveTo>
                      <a:pt x="0" y="0"/>
                    </a:moveTo>
                    <a:cubicBezTo>
                      <a:pt x="10" y="13"/>
                      <a:pt x="25" y="20"/>
                      <a:pt x="39" y="28"/>
                    </a:cubicBezTo>
                    <a:cubicBezTo>
                      <a:pt x="50" y="35"/>
                      <a:pt x="64" y="44"/>
                      <a:pt x="77" y="47"/>
                    </a:cubicBezTo>
                    <a:cubicBezTo>
                      <a:pt x="89" y="50"/>
                      <a:pt x="101" y="49"/>
                      <a:pt x="114" y="50"/>
                    </a:cubicBezTo>
                    <a:cubicBezTo>
                      <a:pt x="120" y="51"/>
                      <a:pt x="127" y="51"/>
                      <a:pt x="133" y="54"/>
                    </a:cubicBezTo>
                    <a:cubicBezTo>
                      <a:pt x="137" y="55"/>
                      <a:pt x="142" y="58"/>
                      <a:pt x="144" y="58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406" name="Freeform 553">
                <a:extLst>
                  <a:ext uri="{FF2B5EF4-FFF2-40B4-BE49-F238E27FC236}">
                    <a16:creationId xmlns:a16="http://schemas.microsoft.com/office/drawing/2014/main" id="{80BDE008-62EC-436E-AE64-F6E2A16A0A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4" y="1190"/>
                <a:ext cx="12" cy="32"/>
              </a:xfrm>
              <a:custGeom>
                <a:avLst/>
                <a:gdLst>
                  <a:gd name="T0" fmla="*/ 1 w 11"/>
                  <a:gd name="T1" fmla="*/ 0 h 30"/>
                  <a:gd name="T2" fmla="*/ 14 w 11"/>
                  <a:gd name="T3" fmla="*/ 36 h 3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30">
                    <a:moveTo>
                      <a:pt x="1" y="0"/>
                    </a:moveTo>
                    <a:cubicBezTo>
                      <a:pt x="0" y="11"/>
                      <a:pt x="5" y="21"/>
                      <a:pt x="11" y="3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407" name="Freeform 554">
                <a:extLst>
                  <a:ext uri="{FF2B5EF4-FFF2-40B4-BE49-F238E27FC236}">
                    <a16:creationId xmlns:a16="http://schemas.microsoft.com/office/drawing/2014/main" id="{E9812857-D09B-4275-B4AA-9E9B3536AC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8" y="1049"/>
                <a:ext cx="58" cy="13"/>
              </a:xfrm>
              <a:custGeom>
                <a:avLst/>
                <a:gdLst>
                  <a:gd name="T0" fmla="*/ 0 w 54"/>
                  <a:gd name="T1" fmla="*/ 14 h 12"/>
                  <a:gd name="T2" fmla="*/ 67 w 54"/>
                  <a:gd name="T3" fmla="*/ 15 h 12"/>
                  <a:gd name="T4" fmla="*/ 0 w 54"/>
                  <a:gd name="T5" fmla="*/ 14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4" h="12">
                    <a:moveTo>
                      <a:pt x="0" y="11"/>
                    </a:moveTo>
                    <a:cubicBezTo>
                      <a:pt x="0" y="11"/>
                      <a:pt x="31" y="0"/>
                      <a:pt x="54" y="12"/>
                    </a:cubicBezTo>
                    <a:cubicBezTo>
                      <a:pt x="54" y="12"/>
                      <a:pt x="31" y="4"/>
                      <a:pt x="0" y="11"/>
                    </a:cubicBezTo>
                    <a:close/>
                  </a:path>
                </a:pathLst>
              </a:custGeom>
              <a:solidFill>
                <a:srgbClr val="EAAC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408" name="Freeform 555">
                <a:extLst>
                  <a:ext uri="{FF2B5EF4-FFF2-40B4-BE49-F238E27FC236}">
                    <a16:creationId xmlns:a16="http://schemas.microsoft.com/office/drawing/2014/main" id="{31140DDE-69B6-416C-AE25-BDB2818778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6" y="1863"/>
                <a:ext cx="36" cy="26"/>
              </a:xfrm>
              <a:custGeom>
                <a:avLst/>
                <a:gdLst>
                  <a:gd name="T0" fmla="*/ 16 w 34"/>
                  <a:gd name="T1" fmla="*/ 0 h 25"/>
                  <a:gd name="T2" fmla="*/ 40 w 34"/>
                  <a:gd name="T3" fmla="*/ 8 h 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4" h="25">
                    <a:moveTo>
                      <a:pt x="13" y="0"/>
                    </a:moveTo>
                    <a:cubicBezTo>
                      <a:pt x="0" y="10"/>
                      <a:pt x="31" y="25"/>
                      <a:pt x="34" y="8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409" name="Freeform 556">
                <a:extLst>
                  <a:ext uri="{FF2B5EF4-FFF2-40B4-BE49-F238E27FC236}">
                    <a16:creationId xmlns:a16="http://schemas.microsoft.com/office/drawing/2014/main" id="{B1250074-D483-478D-83FB-9D39824638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6" y="885"/>
                <a:ext cx="50" cy="38"/>
              </a:xfrm>
              <a:custGeom>
                <a:avLst/>
                <a:gdLst>
                  <a:gd name="T0" fmla="*/ 52 w 47"/>
                  <a:gd name="T1" fmla="*/ 19 h 36"/>
                  <a:gd name="T2" fmla="*/ 0 w 47"/>
                  <a:gd name="T3" fmla="*/ 24 h 36"/>
                  <a:gd name="T4" fmla="*/ 43 w 47"/>
                  <a:gd name="T5" fmla="*/ 29 h 36"/>
                  <a:gd name="T6" fmla="*/ 52 w 47"/>
                  <a:gd name="T7" fmla="*/ 25 h 36"/>
                  <a:gd name="T8" fmla="*/ 54 w 47"/>
                  <a:gd name="T9" fmla="*/ 21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7" h="36">
                    <a:moveTo>
                      <a:pt x="43" y="16"/>
                    </a:moveTo>
                    <a:cubicBezTo>
                      <a:pt x="43" y="16"/>
                      <a:pt x="15" y="0"/>
                      <a:pt x="0" y="21"/>
                    </a:cubicBezTo>
                    <a:cubicBezTo>
                      <a:pt x="0" y="21"/>
                      <a:pt x="16" y="36"/>
                      <a:pt x="36" y="25"/>
                    </a:cubicBezTo>
                    <a:cubicBezTo>
                      <a:pt x="36" y="25"/>
                      <a:pt x="40" y="22"/>
                      <a:pt x="43" y="22"/>
                    </a:cubicBezTo>
                    <a:cubicBezTo>
                      <a:pt x="47" y="22"/>
                      <a:pt x="47" y="20"/>
                      <a:pt x="45" y="18"/>
                    </a:cubicBezTo>
                  </a:path>
                </a:pathLst>
              </a:custGeom>
              <a:noFill/>
              <a:ln w="3175" cap="flat">
                <a:solidFill>
                  <a:srgbClr val="EAAC9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410" name="Freeform 557">
                <a:extLst>
                  <a:ext uri="{FF2B5EF4-FFF2-40B4-BE49-F238E27FC236}">
                    <a16:creationId xmlns:a16="http://schemas.microsoft.com/office/drawing/2014/main" id="{7D544F16-A1E4-4856-9361-C8F37CA8F6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7" y="885"/>
                <a:ext cx="51" cy="38"/>
              </a:xfrm>
              <a:custGeom>
                <a:avLst/>
                <a:gdLst>
                  <a:gd name="T0" fmla="*/ 5 w 48"/>
                  <a:gd name="T1" fmla="*/ 19 h 36"/>
                  <a:gd name="T2" fmla="*/ 57 w 48"/>
                  <a:gd name="T3" fmla="*/ 24 h 36"/>
                  <a:gd name="T4" fmla="*/ 14 w 48"/>
                  <a:gd name="T5" fmla="*/ 29 h 36"/>
                  <a:gd name="T6" fmla="*/ 4 w 48"/>
                  <a:gd name="T7" fmla="*/ 25 h 36"/>
                  <a:gd name="T8" fmla="*/ 2 w 48"/>
                  <a:gd name="T9" fmla="*/ 21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8" h="36">
                    <a:moveTo>
                      <a:pt x="5" y="16"/>
                    </a:moveTo>
                    <a:cubicBezTo>
                      <a:pt x="5" y="16"/>
                      <a:pt x="32" y="0"/>
                      <a:pt x="48" y="21"/>
                    </a:cubicBezTo>
                    <a:cubicBezTo>
                      <a:pt x="48" y="21"/>
                      <a:pt x="31" y="36"/>
                      <a:pt x="11" y="25"/>
                    </a:cubicBezTo>
                    <a:cubicBezTo>
                      <a:pt x="11" y="25"/>
                      <a:pt x="7" y="22"/>
                      <a:pt x="4" y="22"/>
                    </a:cubicBezTo>
                    <a:cubicBezTo>
                      <a:pt x="0" y="22"/>
                      <a:pt x="0" y="20"/>
                      <a:pt x="2" y="18"/>
                    </a:cubicBezTo>
                  </a:path>
                </a:pathLst>
              </a:custGeom>
              <a:noFill/>
              <a:ln w="3175" cap="flat">
                <a:solidFill>
                  <a:srgbClr val="EAAC9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411" name="Freeform 558">
                <a:extLst>
                  <a:ext uri="{FF2B5EF4-FFF2-40B4-BE49-F238E27FC236}">
                    <a16:creationId xmlns:a16="http://schemas.microsoft.com/office/drawing/2014/main" id="{C86E77CE-37EA-45F7-920A-EF4191C002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2" y="897"/>
                <a:ext cx="20" cy="9"/>
              </a:xfrm>
              <a:custGeom>
                <a:avLst/>
                <a:gdLst>
                  <a:gd name="T0" fmla="*/ 8 w 18"/>
                  <a:gd name="T1" fmla="*/ 11 h 8"/>
                  <a:gd name="T2" fmla="*/ 16 w 18"/>
                  <a:gd name="T3" fmla="*/ 7 h 8"/>
                  <a:gd name="T4" fmla="*/ 22 w 18"/>
                  <a:gd name="T5" fmla="*/ 10 h 8"/>
                  <a:gd name="T6" fmla="*/ 22 w 18"/>
                  <a:gd name="T7" fmla="*/ 3 h 8"/>
                  <a:gd name="T8" fmla="*/ 10 w 18"/>
                  <a:gd name="T9" fmla="*/ 0 h 8"/>
                  <a:gd name="T10" fmla="*/ 4 w 18"/>
                  <a:gd name="T11" fmla="*/ 10 h 8"/>
                  <a:gd name="T12" fmla="*/ 8 w 18"/>
                  <a:gd name="T13" fmla="*/ 10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8">
                    <a:moveTo>
                      <a:pt x="5" y="8"/>
                    </a:moveTo>
                    <a:cubicBezTo>
                      <a:pt x="4" y="4"/>
                      <a:pt x="10" y="3"/>
                      <a:pt x="12" y="4"/>
                    </a:cubicBezTo>
                    <a:cubicBezTo>
                      <a:pt x="13" y="4"/>
                      <a:pt x="15" y="7"/>
                      <a:pt x="16" y="7"/>
                    </a:cubicBezTo>
                    <a:cubicBezTo>
                      <a:pt x="18" y="7"/>
                      <a:pt x="17" y="4"/>
                      <a:pt x="16" y="3"/>
                    </a:cubicBezTo>
                    <a:cubicBezTo>
                      <a:pt x="14" y="1"/>
                      <a:pt x="9" y="0"/>
                      <a:pt x="7" y="0"/>
                    </a:cubicBezTo>
                    <a:cubicBezTo>
                      <a:pt x="4" y="0"/>
                      <a:pt x="0" y="6"/>
                      <a:pt x="4" y="7"/>
                    </a:cubicBezTo>
                    <a:cubicBezTo>
                      <a:pt x="4" y="7"/>
                      <a:pt x="4" y="7"/>
                      <a:pt x="5" y="7"/>
                    </a:cubicBezTo>
                  </a:path>
                </a:pathLst>
              </a:custGeom>
              <a:solidFill>
                <a:srgbClr val="49180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412" name="Freeform 559">
                <a:extLst>
                  <a:ext uri="{FF2B5EF4-FFF2-40B4-BE49-F238E27FC236}">
                    <a16:creationId xmlns:a16="http://schemas.microsoft.com/office/drawing/2014/main" id="{E080E7AD-35BB-4827-8AC0-1BB56A4391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2" y="896"/>
                <a:ext cx="18" cy="10"/>
              </a:xfrm>
              <a:custGeom>
                <a:avLst/>
                <a:gdLst>
                  <a:gd name="T0" fmla="*/ 4 w 17"/>
                  <a:gd name="T1" fmla="*/ 10 h 9"/>
                  <a:gd name="T2" fmla="*/ 15 w 17"/>
                  <a:gd name="T3" fmla="*/ 9 h 9"/>
                  <a:gd name="T4" fmla="*/ 19 w 17"/>
                  <a:gd name="T5" fmla="*/ 11 h 9"/>
                  <a:gd name="T6" fmla="*/ 18 w 17"/>
                  <a:gd name="T7" fmla="*/ 3 h 9"/>
                  <a:gd name="T8" fmla="*/ 7 w 17"/>
                  <a:gd name="T9" fmla="*/ 2 h 9"/>
                  <a:gd name="T10" fmla="*/ 2 w 17"/>
                  <a:gd name="T11" fmla="*/ 4 h 9"/>
                  <a:gd name="T12" fmla="*/ 2 w 17"/>
                  <a:gd name="T13" fmla="*/ 10 h 9"/>
                  <a:gd name="T14" fmla="*/ 4 w 17"/>
                  <a:gd name="T15" fmla="*/ 9 h 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7" h="9">
                    <a:moveTo>
                      <a:pt x="4" y="7"/>
                    </a:moveTo>
                    <a:cubicBezTo>
                      <a:pt x="5" y="3"/>
                      <a:pt x="10" y="4"/>
                      <a:pt x="12" y="6"/>
                    </a:cubicBezTo>
                    <a:cubicBezTo>
                      <a:pt x="13" y="7"/>
                      <a:pt x="14" y="9"/>
                      <a:pt x="16" y="8"/>
                    </a:cubicBezTo>
                    <a:cubicBezTo>
                      <a:pt x="17" y="7"/>
                      <a:pt x="16" y="5"/>
                      <a:pt x="15" y="3"/>
                    </a:cubicBezTo>
                    <a:cubicBezTo>
                      <a:pt x="13" y="0"/>
                      <a:pt x="10" y="1"/>
                      <a:pt x="7" y="2"/>
                    </a:cubicBezTo>
                    <a:cubicBezTo>
                      <a:pt x="5" y="2"/>
                      <a:pt x="3" y="3"/>
                      <a:pt x="2" y="4"/>
                    </a:cubicBezTo>
                    <a:cubicBezTo>
                      <a:pt x="1" y="5"/>
                      <a:pt x="0" y="8"/>
                      <a:pt x="2" y="7"/>
                    </a:cubicBezTo>
                    <a:cubicBezTo>
                      <a:pt x="3" y="7"/>
                      <a:pt x="4" y="6"/>
                      <a:pt x="4" y="6"/>
                    </a:cubicBezTo>
                  </a:path>
                </a:pathLst>
              </a:custGeom>
              <a:solidFill>
                <a:srgbClr val="49180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413" name="Freeform 560">
                <a:extLst>
                  <a:ext uri="{FF2B5EF4-FFF2-40B4-BE49-F238E27FC236}">
                    <a16:creationId xmlns:a16="http://schemas.microsoft.com/office/drawing/2014/main" id="{958FA9C6-0C46-44D1-84DB-E24C991E04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8" y="908"/>
                <a:ext cx="12" cy="9"/>
              </a:xfrm>
              <a:custGeom>
                <a:avLst/>
                <a:gdLst>
                  <a:gd name="T0" fmla="*/ 0 w 12"/>
                  <a:gd name="T1" fmla="*/ 0 h 8"/>
                  <a:gd name="T2" fmla="*/ 10 w 12"/>
                  <a:gd name="T3" fmla="*/ 0 h 8"/>
                  <a:gd name="T4" fmla="*/ 0 w 12"/>
                  <a:gd name="T5" fmla="*/ 1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8">
                    <a:moveTo>
                      <a:pt x="0" y="0"/>
                    </a:moveTo>
                    <a:cubicBezTo>
                      <a:pt x="2" y="4"/>
                      <a:pt x="7" y="1"/>
                      <a:pt x="10" y="0"/>
                    </a:cubicBezTo>
                    <a:cubicBezTo>
                      <a:pt x="12" y="3"/>
                      <a:pt x="2" y="8"/>
                      <a:pt x="0" y="1"/>
                    </a:cubicBezTo>
                  </a:path>
                </a:pathLst>
              </a:custGeom>
              <a:solidFill>
                <a:srgbClr val="A75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414" name="Freeform 561">
                <a:extLst>
                  <a:ext uri="{FF2B5EF4-FFF2-40B4-BE49-F238E27FC236}">
                    <a16:creationId xmlns:a16="http://schemas.microsoft.com/office/drawing/2014/main" id="{384CA065-5E34-4A8A-A3B6-9FC59FC7F6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5" y="907"/>
                <a:ext cx="15" cy="9"/>
              </a:xfrm>
              <a:custGeom>
                <a:avLst/>
                <a:gdLst>
                  <a:gd name="T0" fmla="*/ 0 w 14"/>
                  <a:gd name="T1" fmla="*/ 1 h 8"/>
                  <a:gd name="T2" fmla="*/ 13 w 14"/>
                  <a:gd name="T3" fmla="*/ 0 h 8"/>
                  <a:gd name="T4" fmla="*/ 1 w 14"/>
                  <a:gd name="T5" fmla="*/ 1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8">
                    <a:moveTo>
                      <a:pt x="0" y="1"/>
                    </a:moveTo>
                    <a:cubicBezTo>
                      <a:pt x="3" y="4"/>
                      <a:pt x="7" y="3"/>
                      <a:pt x="10" y="0"/>
                    </a:cubicBezTo>
                    <a:cubicBezTo>
                      <a:pt x="14" y="4"/>
                      <a:pt x="1" y="8"/>
                      <a:pt x="1" y="1"/>
                    </a:cubicBezTo>
                  </a:path>
                </a:pathLst>
              </a:custGeom>
              <a:solidFill>
                <a:srgbClr val="A75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415" name="Oval 562">
                <a:extLst>
                  <a:ext uri="{FF2B5EF4-FFF2-40B4-BE49-F238E27FC236}">
                    <a16:creationId xmlns:a16="http://schemas.microsoft.com/office/drawing/2014/main" id="{18DD89BF-FB6B-440C-AD7E-4056F960D8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33" y="904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416" name="Oval 563">
                <a:extLst>
                  <a:ext uri="{FF2B5EF4-FFF2-40B4-BE49-F238E27FC236}">
                    <a16:creationId xmlns:a16="http://schemas.microsoft.com/office/drawing/2014/main" id="{2C74B3C5-948A-4F70-BB70-2FB8126DA7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61" y="904"/>
                <a:ext cx="6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417" name="Freeform 564">
                <a:extLst>
                  <a:ext uri="{FF2B5EF4-FFF2-40B4-BE49-F238E27FC236}">
                    <a16:creationId xmlns:a16="http://schemas.microsoft.com/office/drawing/2014/main" id="{E634203F-321C-452E-9913-4CB5275270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5" y="1050"/>
                <a:ext cx="96" cy="150"/>
              </a:xfrm>
              <a:custGeom>
                <a:avLst/>
                <a:gdLst>
                  <a:gd name="T0" fmla="*/ 0 w 90"/>
                  <a:gd name="T1" fmla="*/ 173 h 140"/>
                  <a:gd name="T2" fmla="*/ 51 w 90"/>
                  <a:gd name="T3" fmla="*/ 149 h 140"/>
                  <a:gd name="T4" fmla="*/ 75 w 90"/>
                  <a:gd name="T5" fmla="*/ 141 h 140"/>
                  <a:gd name="T6" fmla="*/ 91 w 90"/>
                  <a:gd name="T7" fmla="*/ 118 h 140"/>
                  <a:gd name="T8" fmla="*/ 99 w 90"/>
                  <a:gd name="T9" fmla="*/ 12 h 140"/>
                  <a:gd name="T10" fmla="*/ 97 w 90"/>
                  <a:gd name="T11" fmla="*/ 0 h 140"/>
                  <a:gd name="T12" fmla="*/ 71 w 90"/>
                  <a:gd name="T13" fmla="*/ 119 h 140"/>
                  <a:gd name="T14" fmla="*/ 41 w 90"/>
                  <a:gd name="T15" fmla="*/ 141 h 140"/>
                  <a:gd name="T16" fmla="*/ 6 w 90"/>
                  <a:gd name="T17" fmla="*/ 167 h 14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0" h="140">
                    <a:moveTo>
                      <a:pt x="0" y="140"/>
                    </a:moveTo>
                    <a:cubicBezTo>
                      <a:pt x="10" y="129"/>
                      <a:pt x="28" y="122"/>
                      <a:pt x="42" y="121"/>
                    </a:cubicBezTo>
                    <a:cubicBezTo>
                      <a:pt x="51" y="120"/>
                      <a:pt x="55" y="122"/>
                      <a:pt x="62" y="115"/>
                    </a:cubicBezTo>
                    <a:cubicBezTo>
                      <a:pt x="68" y="110"/>
                      <a:pt x="72" y="103"/>
                      <a:pt x="75" y="96"/>
                    </a:cubicBezTo>
                    <a:cubicBezTo>
                      <a:pt x="89" y="67"/>
                      <a:pt x="90" y="41"/>
                      <a:pt x="82" y="9"/>
                    </a:cubicBezTo>
                    <a:cubicBezTo>
                      <a:pt x="81" y="6"/>
                      <a:pt x="80" y="3"/>
                      <a:pt x="80" y="0"/>
                    </a:cubicBezTo>
                    <a:cubicBezTo>
                      <a:pt x="80" y="33"/>
                      <a:pt x="81" y="71"/>
                      <a:pt x="59" y="97"/>
                    </a:cubicBezTo>
                    <a:cubicBezTo>
                      <a:pt x="53" y="106"/>
                      <a:pt x="43" y="112"/>
                      <a:pt x="34" y="115"/>
                    </a:cubicBezTo>
                    <a:cubicBezTo>
                      <a:pt x="23" y="118"/>
                      <a:pt x="10" y="124"/>
                      <a:pt x="6" y="136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418" name="Freeform 565">
                <a:extLst>
                  <a:ext uri="{FF2B5EF4-FFF2-40B4-BE49-F238E27FC236}">
                    <a16:creationId xmlns:a16="http://schemas.microsoft.com/office/drawing/2014/main" id="{BF9734A4-2416-4361-B778-95C1CBC260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0" y="1189"/>
                <a:ext cx="122" cy="65"/>
              </a:xfrm>
              <a:custGeom>
                <a:avLst/>
                <a:gdLst>
                  <a:gd name="T0" fmla="*/ 0 w 114"/>
                  <a:gd name="T1" fmla="*/ 69 h 61"/>
                  <a:gd name="T2" fmla="*/ 13 w 114"/>
                  <a:gd name="T3" fmla="*/ 67 h 61"/>
                  <a:gd name="T4" fmla="*/ 28 w 114"/>
                  <a:gd name="T5" fmla="*/ 64 h 61"/>
                  <a:gd name="T6" fmla="*/ 46 w 114"/>
                  <a:gd name="T7" fmla="*/ 60 h 61"/>
                  <a:gd name="T8" fmla="*/ 72 w 114"/>
                  <a:gd name="T9" fmla="*/ 46 h 61"/>
                  <a:gd name="T10" fmla="*/ 91 w 114"/>
                  <a:gd name="T11" fmla="*/ 30 h 61"/>
                  <a:gd name="T12" fmla="*/ 124 w 114"/>
                  <a:gd name="T13" fmla="*/ 4 h 61"/>
                  <a:gd name="T14" fmla="*/ 140 w 114"/>
                  <a:gd name="T15" fmla="*/ 0 h 61"/>
                  <a:gd name="T16" fmla="*/ 107 w 114"/>
                  <a:gd name="T17" fmla="*/ 23 h 61"/>
                  <a:gd name="T18" fmla="*/ 85 w 114"/>
                  <a:gd name="T19" fmla="*/ 46 h 61"/>
                  <a:gd name="T20" fmla="*/ 76 w 114"/>
                  <a:gd name="T21" fmla="*/ 59 h 61"/>
                  <a:gd name="T22" fmla="*/ 87 w 114"/>
                  <a:gd name="T23" fmla="*/ 62 h 61"/>
                  <a:gd name="T24" fmla="*/ 108 w 114"/>
                  <a:gd name="T25" fmla="*/ 62 h 61"/>
                  <a:gd name="T26" fmla="*/ 78 w 114"/>
                  <a:gd name="T27" fmla="*/ 70 h 61"/>
                  <a:gd name="T28" fmla="*/ 60 w 114"/>
                  <a:gd name="T29" fmla="*/ 68 h 61"/>
                  <a:gd name="T30" fmla="*/ 43 w 114"/>
                  <a:gd name="T31" fmla="*/ 71 h 61"/>
                  <a:gd name="T32" fmla="*/ 34 w 114"/>
                  <a:gd name="T33" fmla="*/ 71 h 61"/>
                  <a:gd name="T34" fmla="*/ 24 w 114"/>
                  <a:gd name="T35" fmla="*/ 69 h 61"/>
                  <a:gd name="T36" fmla="*/ 1 w 114"/>
                  <a:gd name="T37" fmla="*/ 71 h 61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114" h="61">
                    <a:moveTo>
                      <a:pt x="0" y="57"/>
                    </a:moveTo>
                    <a:cubicBezTo>
                      <a:pt x="2" y="55"/>
                      <a:pt x="7" y="55"/>
                      <a:pt x="10" y="55"/>
                    </a:cubicBezTo>
                    <a:cubicBezTo>
                      <a:pt x="14" y="55"/>
                      <a:pt x="18" y="54"/>
                      <a:pt x="22" y="53"/>
                    </a:cubicBezTo>
                    <a:cubicBezTo>
                      <a:pt x="27" y="52"/>
                      <a:pt x="32" y="51"/>
                      <a:pt x="37" y="50"/>
                    </a:cubicBezTo>
                    <a:cubicBezTo>
                      <a:pt x="47" y="48"/>
                      <a:pt x="53" y="45"/>
                      <a:pt x="59" y="38"/>
                    </a:cubicBezTo>
                    <a:cubicBezTo>
                      <a:pt x="64" y="33"/>
                      <a:pt x="68" y="28"/>
                      <a:pt x="74" y="24"/>
                    </a:cubicBezTo>
                    <a:cubicBezTo>
                      <a:pt x="82" y="17"/>
                      <a:pt x="91" y="9"/>
                      <a:pt x="101" y="4"/>
                    </a:cubicBezTo>
                    <a:cubicBezTo>
                      <a:pt x="105" y="2"/>
                      <a:pt x="110" y="2"/>
                      <a:pt x="114" y="0"/>
                    </a:cubicBezTo>
                    <a:cubicBezTo>
                      <a:pt x="104" y="6"/>
                      <a:pt x="96" y="13"/>
                      <a:pt x="87" y="20"/>
                    </a:cubicBezTo>
                    <a:cubicBezTo>
                      <a:pt x="80" y="25"/>
                      <a:pt x="75" y="33"/>
                      <a:pt x="69" y="38"/>
                    </a:cubicBezTo>
                    <a:cubicBezTo>
                      <a:pt x="67" y="41"/>
                      <a:pt x="60" y="45"/>
                      <a:pt x="62" y="49"/>
                    </a:cubicBezTo>
                    <a:cubicBezTo>
                      <a:pt x="63" y="52"/>
                      <a:pt x="68" y="51"/>
                      <a:pt x="71" y="51"/>
                    </a:cubicBezTo>
                    <a:cubicBezTo>
                      <a:pt x="77" y="51"/>
                      <a:pt x="82" y="51"/>
                      <a:pt x="88" y="51"/>
                    </a:cubicBezTo>
                    <a:cubicBezTo>
                      <a:pt x="82" y="55"/>
                      <a:pt x="71" y="58"/>
                      <a:pt x="64" y="58"/>
                    </a:cubicBezTo>
                    <a:cubicBezTo>
                      <a:pt x="59" y="58"/>
                      <a:pt x="54" y="56"/>
                      <a:pt x="49" y="56"/>
                    </a:cubicBezTo>
                    <a:cubicBezTo>
                      <a:pt x="45" y="56"/>
                      <a:pt x="40" y="57"/>
                      <a:pt x="35" y="59"/>
                    </a:cubicBezTo>
                    <a:cubicBezTo>
                      <a:pt x="32" y="60"/>
                      <a:pt x="30" y="60"/>
                      <a:pt x="28" y="59"/>
                    </a:cubicBezTo>
                    <a:cubicBezTo>
                      <a:pt x="25" y="58"/>
                      <a:pt x="23" y="57"/>
                      <a:pt x="20" y="57"/>
                    </a:cubicBezTo>
                    <a:cubicBezTo>
                      <a:pt x="14" y="57"/>
                      <a:pt x="7" y="61"/>
                      <a:pt x="1" y="59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419" name="Freeform 566">
                <a:extLst>
                  <a:ext uri="{FF2B5EF4-FFF2-40B4-BE49-F238E27FC236}">
                    <a16:creationId xmlns:a16="http://schemas.microsoft.com/office/drawing/2014/main" id="{2F438BF3-44C1-4275-86D8-F1DF354E68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5" y="1142"/>
                <a:ext cx="177" cy="120"/>
              </a:xfrm>
              <a:custGeom>
                <a:avLst/>
                <a:gdLst>
                  <a:gd name="T0" fmla="*/ 45 w 166"/>
                  <a:gd name="T1" fmla="*/ 0 h 112"/>
                  <a:gd name="T2" fmla="*/ 68 w 166"/>
                  <a:gd name="T3" fmla="*/ 59 h 112"/>
                  <a:gd name="T4" fmla="*/ 111 w 166"/>
                  <a:gd name="T5" fmla="*/ 91 h 112"/>
                  <a:gd name="T6" fmla="*/ 161 w 166"/>
                  <a:gd name="T7" fmla="*/ 115 h 112"/>
                  <a:gd name="T8" fmla="*/ 202 w 166"/>
                  <a:gd name="T9" fmla="*/ 138 h 112"/>
                  <a:gd name="T10" fmla="*/ 125 w 166"/>
                  <a:gd name="T11" fmla="*/ 108 h 112"/>
                  <a:gd name="T12" fmla="*/ 81 w 166"/>
                  <a:gd name="T13" fmla="*/ 84 h 112"/>
                  <a:gd name="T14" fmla="*/ 58 w 166"/>
                  <a:gd name="T15" fmla="*/ 70 h 112"/>
                  <a:gd name="T16" fmla="*/ 42 w 166"/>
                  <a:gd name="T17" fmla="*/ 47 h 112"/>
                  <a:gd name="T18" fmla="*/ 25 w 166"/>
                  <a:gd name="T19" fmla="*/ 42 h 112"/>
                  <a:gd name="T20" fmla="*/ 0 w 166"/>
                  <a:gd name="T21" fmla="*/ 49 h 112"/>
                  <a:gd name="T22" fmla="*/ 30 w 166"/>
                  <a:gd name="T23" fmla="*/ 31 h 112"/>
                  <a:gd name="T24" fmla="*/ 44 w 166"/>
                  <a:gd name="T25" fmla="*/ 1 h 11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66" h="112">
                    <a:moveTo>
                      <a:pt x="37" y="0"/>
                    </a:moveTo>
                    <a:cubicBezTo>
                      <a:pt x="43" y="16"/>
                      <a:pt x="44" y="34"/>
                      <a:pt x="56" y="48"/>
                    </a:cubicBezTo>
                    <a:cubicBezTo>
                      <a:pt x="67" y="60"/>
                      <a:pt x="78" y="66"/>
                      <a:pt x="92" y="74"/>
                    </a:cubicBezTo>
                    <a:cubicBezTo>
                      <a:pt x="105" y="82"/>
                      <a:pt x="120" y="85"/>
                      <a:pt x="133" y="93"/>
                    </a:cubicBezTo>
                    <a:cubicBezTo>
                      <a:pt x="143" y="99"/>
                      <a:pt x="159" y="102"/>
                      <a:pt x="166" y="112"/>
                    </a:cubicBezTo>
                    <a:cubicBezTo>
                      <a:pt x="146" y="102"/>
                      <a:pt x="124" y="96"/>
                      <a:pt x="103" y="88"/>
                    </a:cubicBezTo>
                    <a:cubicBezTo>
                      <a:pt x="90" y="83"/>
                      <a:pt x="79" y="75"/>
                      <a:pt x="67" y="68"/>
                    </a:cubicBezTo>
                    <a:cubicBezTo>
                      <a:pt x="61" y="65"/>
                      <a:pt x="53" y="62"/>
                      <a:pt x="48" y="57"/>
                    </a:cubicBezTo>
                    <a:cubicBezTo>
                      <a:pt x="42" y="51"/>
                      <a:pt x="40" y="44"/>
                      <a:pt x="35" y="38"/>
                    </a:cubicBezTo>
                    <a:cubicBezTo>
                      <a:pt x="31" y="32"/>
                      <a:pt x="28" y="32"/>
                      <a:pt x="21" y="34"/>
                    </a:cubicBezTo>
                    <a:cubicBezTo>
                      <a:pt x="14" y="36"/>
                      <a:pt x="8" y="39"/>
                      <a:pt x="0" y="40"/>
                    </a:cubicBezTo>
                    <a:cubicBezTo>
                      <a:pt x="8" y="33"/>
                      <a:pt x="16" y="31"/>
                      <a:pt x="24" y="25"/>
                    </a:cubicBezTo>
                    <a:cubicBezTo>
                      <a:pt x="32" y="18"/>
                      <a:pt x="34" y="11"/>
                      <a:pt x="36" y="1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420" name="Freeform 567">
                <a:extLst>
                  <a:ext uri="{FF2B5EF4-FFF2-40B4-BE49-F238E27FC236}">
                    <a16:creationId xmlns:a16="http://schemas.microsoft.com/office/drawing/2014/main" id="{71A26F2E-3C73-4A06-B2FB-9E44DC48E2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4" y="874"/>
                <a:ext cx="35" cy="101"/>
              </a:xfrm>
              <a:custGeom>
                <a:avLst/>
                <a:gdLst>
                  <a:gd name="T0" fmla="*/ 39 w 33"/>
                  <a:gd name="T1" fmla="*/ 0 h 95"/>
                  <a:gd name="T2" fmla="*/ 31 w 33"/>
                  <a:gd name="T3" fmla="*/ 1 h 95"/>
                  <a:gd name="T4" fmla="*/ 20 w 33"/>
                  <a:gd name="T5" fmla="*/ 2 h 95"/>
                  <a:gd name="T6" fmla="*/ 4 w 33"/>
                  <a:gd name="T7" fmla="*/ 13 h 95"/>
                  <a:gd name="T8" fmla="*/ 1 w 33"/>
                  <a:gd name="T9" fmla="*/ 39 h 95"/>
                  <a:gd name="T10" fmla="*/ 5 w 33"/>
                  <a:gd name="T11" fmla="*/ 65 h 95"/>
                  <a:gd name="T12" fmla="*/ 22 w 33"/>
                  <a:gd name="T13" fmla="*/ 90 h 95"/>
                  <a:gd name="T14" fmla="*/ 35 w 33"/>
                  <a:gd name="T15" fmla="*/ 114 h 95"/>
                  <a:gd name="T16" fmla="*/ 31 w 33"/>
                  <a:gd name="T17" fmla="*/ 96 h 95"/>
                  <a:gd name="T18" fmla="*/ 20 w 33"/>
                  <a:gd name="T19" fmla="*/ 77 h 95"/>
                  <a:gd name="T20" fmla="*/ 25 w 33"/>
                  <a:gd name="T21" fmla="*/ 50 h 95"/>
                  <a:gd name="T22" fmla="*/ 17 w 33"/>
                  <a:gd name="T23" fmla="*/ 24 h 95"/>
                  <a:gd name="T24" fmla="*/ 34 w 33"/>
                  <a:gd name="T25" fmla="*/ 19 h 95"/>
                  <a:gd name="T26" fmla="*/ 33 w 33"/>
                  <a:gd name="T27" fmla="*/ 12 h 95"/>
                  <a:gd name="T28" fmla="*/ 37 w 33"/>
                  <a:gd name="T29" fmla="*/ 0 h 9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33" h="95">
                    <a:moveTo>
                      <a:pt x="33" y="0"/>
                    </a:moveTo>
                    <a:cubicBezTo>
                      <a:pt x="31" y="1"/>
                      <a:pt x="27" y="1"/>
                      <a:pt x="25" y="1"/>
                    </a:cubicBezTo>
                    <a:cubicBezTo>
                      <a:pt x="22" y="2"/>
                      <a:pt x="19" y="2"/>
                      <a:pt x="17" y="2"/>
                    </a:cubicBezTo>
                    <a:cubicBezTo>
                      <a:pt x="11" y="2"/>
                      <a:pt x="6" y="5"/>
                      <a:pt x="4" y="10"/>
                    </a:cubicBezTo>
                    <a:cubicBezTo>
                      <a:pt x="1" y="16"/>
                      <a:pt x="0" y="26"/>
                      <a:pt x="1" y="33"/>
                    </a:cubicBezTo>
                    <a:cubicBezTo>
                      <a:pt x="1" y="40"/>
                      <a:pt x="2" y="48"/>
                      <a:pt x="5" y="54"/>
                    </a:cubicBezTo>
                    <a:cubicBezTo>
                      <a:pt x="9" y="61"/>
                      <a:pt x="14" y="69"/>
                      <a:pt x="19" y="75"/>
                    </a:cubicBezTo>
                    <a:cubicBezTo>
                      <a:pt x="23" y="81"/>
                      <a:pt x="28" y="88"/>
                      <a:pt x="29" y="95"/>
                    </a:cubicBezTo>
                    <a:cubicBezTo>
                      <a:pt x="27" y="90"/>
                      <a:pt x="27" y="85"/>
                      <a:pt x="25" y="80"/>
                    </a:cubicBezTo>
                    <a:cubicBezTo>
                      <a:pt x="23" y="74"/>
                      <a:pt x="20" y="69"/>
                      <a:pt x="17" y="64"/>
                    </a:cubicBezTo>
                    <a:cubicBezTo>
                      <a:pt x="11" y="56"/>
                      <a:pt x="7" y="38"/>
                      <a:pt x="22" y="41"/>
                    </a:cubicBezTo>
                    <a:cubicBezTo>
                      <a:pt x="13" y="40"/>
                      <a:pt x="5" y="28"/>
                      <a:pt x="14" y="21"/>
                    </a:cubicBezTo>
                    <a:cubicBezTo>
                      <a:pt x="17" y="18"/>
                      <a:pt x="26" y="20"/>
                      <a:pt x="28" y="16"/>
                    </a:cubicBezTo>
                    <a:cubicBezTo>
                      <a:pt x="29" y="14"/>
                      <a:pt x="27" y="11"/>
                      <a:pt x="27" y="9"/>
                    </a:cubicBezTo>
                    <a:cubicBezTo>
                      <a:pt x="27" y="5"/>
                      <a:pt x="29" y="2"/>
                      <a:pt x="31" y="0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421" name="Freeform 568">
                <a:extLst>
                  <a:ext uri="{FF2B5EF4-FFF2-40B4-BE49-F238E27FC236}">
                    <a16:creationId xmlns:a16="http://schemas.microsoft.com/office/drawing/2014/main" id="{EB66325A-7DF5-4F1D-A697-0634D38749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6" y="968"/>
                <a:ext cx="27" cy="87"/>
              </a:xfrm>
              <a:custGeom>
                <a:avLst/>
                <a:gdLst>
                  <a:gd name="T0" fmla="*/ 28 w 25"/>
                  <a:gd name="T1" fmla="*/ 15 h 81"/>
                  <a:gd name="T2" fmla="*/ 15 w 25"/>
                  <a:gd name="T3" fmla="*/ 10 h 81"/>
                  <a:gd name="T4" fmla="*/ 6 w 25"/>
                  <a:gd name="T5" fmla="*/ 1 h 81"/>
                  <a:gd name="T6" fmla="*/ 2 w 25"/>
                  <a:gd name="T7" fmla="*/ 45 h 81"/>
                  <a:gd name="T8" fmla="*/ 12 w 25"/>
                  <a:gd name="T9" fmla="*/ 76 h 81"/>
                  <a:gd name="T10" fmla="*/ 19 w 25"/>
                  <a:gd name="T11" fmla="*/ 100 h 81"/>
                  <a:gd name="T12" fmla="*/ 31 w 25"/>
                  <a:gd name="T13" fmla="*/ 78 h 81"/>
                  <a:gd name="T14" fmla="*/ 6 w 25"/>
                  <a:gd name="T15" fmla="*/ 41 h 81"/>
                  <a:gd name="T16" fmla="*/ 13 w 25"/>
                  <a:gd name="T17" fmla="*/ 19 h 81"/>
                  <a:gd name="T18" fmla="*/ 26 w 25"/>
                  <a:gd name="T19" fmla="*/ 17 h 8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5" h="81">
                    <a:moveTo>
                      <a:pt x="22" y="12"/>
                    </a:moveTo>
                    <a:cubicBezTo>
                      <a:pt x="19" y="11"/>
                      <a:pt x="15" y="10"/>
                      <a:pt x="12" y="7"/>
                    </a:cubicBezTo>
                    <a:cubicBezTo>
                      <a:pt x="10" y="5"/>
                      <a:pt x="9" y="0"/>
                      <a:pt x="6" y="1"/>
                    </a:cubicBezTo>
                    <a:cubicBezTo>
                      <a:pt x="2" y="12"/>
                      <a:pt x="0" y="24"/>
                      <a:pt x="2" y="36"/>
                    </a:cubicBezTo>
                    <a:cubicBezTo>
                      <a:pt x="4" y="45"/>
                      <a:pt x="6" y="52"/>
                      <a:pt x="9" y="61"/>
                    </a:cubicBezTo>
                    <a:cubicBezTo>
                      <a:pt x="11" y="67"/>
                      <a:pt x="15" y="74"/>
                      <a:pt x="16" y="81"/>
                    </a:cubicBezTo>
                    <a:cubicBezTo>
                      <a:pt x="17" y="72"/>
                      <a:pt x="18" y="67"/>
                      <a:pt x="25" y="63"/>
                    </a:cubicBezTo>
                    <a:cubicBezTo>
                      <a:pt x="13" y="61"/>
                      <a:pt x="7" y="44"/>
                      <a:pt x="6" y="33"/>
                    </a:cubicBezTo>
                    <a:cubicBezTo>
                      <a:pt x="6" y="27"/>
                      <a:pt x="6" y="21"/>
                      <a:pt x="10" y="16"/>
                    </a:cubicBezTo>
                    <a:cubicBezTo>
                      <a:pt x="14" y="12"/>
                      <a:pt x="17" y="15"/>
                      <a:pt x="20" y="14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422" name="Freeform 569">
                <a:extLst>
                  <a:ext uri="{FF2B5EF4-FFF2-40B4-BE49-F238E27FC236}">
                    <a16:creationId xmlns:a16="http://schemas.microsoft.com/office/drawing/2014/main" id="{59257121-AFC9-413C-A099-BE3E34CD0D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7" y="985"/>
                <a:ext cx="9" cy="52"/>
              </a:xfrm>
              <a:custGeom>
                <a:avLst/>
                <a:gdLst>
                  <a:gd name="T0" fmla="*/ 1 w 8"/>
                  <a:gd name="T1" fmla="*/ 50 h 49"/>
                  <a:gd name="T2" fmla="*/ 2 w 8"/>
                  <a:gd name="T3" fmla="*/ 20 h 49"/>
                  <a:gd name="T4" fmla="*/ 1 w 8"/>
                  <a:gd name="T5" fmla="*/ 0 h 49"/>
                  <a:gd name="T6" fmla="*/ 8 w 8"/>
                  <a:gd name="T7" fmla="*/ 37 h 49"/>
                  <a:gd name="T8" fmla="*/ 11 w 8"/>
                  <a:gd name="T9" fmla="*/ 58 h 49"/>
                  <a:gd name="T10" fmla="*/ 3 w 8"/>
                  <a:gd name="T11" fmla="*/ 52 h 4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" h="49">
                    <a:moveTo>
                      <a:pt x="1" y="41"/>
                    </a:moveTo>
                    <a:cubicBezTo>
                      <a:pt x="0" y="34"/>
                      <a:pt x="3" y="25"/>
                      <a:pt x="2" y="17"/>
                    </a:cubicBezTo>
                    <a:cubicBezTo>
                      <a:pt x="1" y="11"/>
                      <a:pt x="1" y="6"/>
                      <a:pt x="1" y="0"/>
                    </a:cubicBezTo>
                    <a:cubicBezTo>
                      <a:pt x="2" y="10"/>
                      <a:pt x="4" y="21"/>
                      <a:pt x="5" y="31"/>
                    </a:cubicBezTo>
                    <a:cubicBezTo>
                      <a:pt x="6" y="37"/>
                      <a:pt x="7" y="43"/>
                      <a:pt x="8" y="49"/>
                    </a:cubicBezTo>
                    <a:cubicBezTo>
                      <a:pt x="6" y="47"/>
                      <a:pt x="4" y="45"/>
                      <a:pt x="3" y="43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423" name="Freeform 570">
                <a:extLst>
                  <a:ext uri="{FF2B5EF4-FFF2-40B4-BE49-F238E27FC236}">
                    <a16:creationId xmlns:a16="http://schemas.microsoft.com/office/drawing/2014/main" id="{32DC64B5-9266-494C-AD55-C5B2281545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5" y="987"/>
                <a:ext cx="13" cy="48"/>
              </a:xfrm>
              <a:custGeom>
                <a:avLst/>
                <a:gdLst>
                  <a:gd name="T0" fmla="*/ 3 w 12"/>
                  <a:gd name="T1" fmla="*/ 54 h 45"/>
                  <a:gd name="T2" fmla="*/ 11 w 12"/>
                  <a:gd name="T3" fmla="*/ 31 h 45"/>
                  <a:gd name="T4" fmla="*/ 11 w 12"/>
                  <a:gd name="T5" fmla="*/ 0 h 45"/>
                  <a:gd name="T6" fmla="*/ 3 w 12"/>
                  <a:gd name="T7" fmla="*/ 54 h 4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45">
                    <a:moveTo>
                      <a:pt x="3" y="45"/>
                    </a:moveTo>
                    <a:cubicBezTo>
                      <a:pt x="12" y="42"/>
                      <a:pt x="9" y="33"/>
                      <a:pt x="8" y="25"/>
                    </a:cubicBezTo>
                    <a:cubicBezTo>
                      <a:pt x="7" y="17"/>
                      <a:pt x="7" y="8"/>
                      <a:pt x="8" y="0"/>
                    </a:cubicBezTo>
                    <a:cubicBezTo>
                      <a:pt x="0" y="13"/>
                      <a:pt x="10" y="32"/>
                      <a:pt x="3" y="4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424" name="Freeform 571">
                <a:extLst>
                  <a:ext uri="{FF2B5EF4-FFF2-40B4-BE49-F238E27FC236}">
                    <a16:creationId xmlns:a16="http://schemas.microsoft.com/office/drawing/2014/main" id="{88F1B573-B9B1-4047-AE75-0C43B50796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4" y="1488"/>
                <a:ext cx="27" cy="26"/>
              </a:xfrm>
              <a:custGeom>
                <a:avLst/>
                <a:gdLst>
                  <a:gd name="T0" fmla="*/ 19 w 25"/>
                  <a:gd name="T1" fmla="*/ 30 h 24"/>
                  <a:gd name="T2" fmla="*/ 2 w 25"/>
                  <a:gd name="T3" fmla="*/ 16 h 24"/>
                  <a:gd name="T4" fmla="*/ 31 w 25"/>
                  <a:gd name="T5" fmla="*/ 15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24">
                    <a:moveTo>
                      <a:pt x="16" y="24"/>
                    </a:moveTo>
                    <a:cubicBezTo>
                      <a:pt x="12" y="22"/>
                      <a:pt x="3" y="19"/>
                      <a:pt x="2" y="13"/>
                    </a:cubicBezTo>
                    <a:cubicBezTo>
                      <a:pt x="0" y="0"/>
                      <a:pt x="19" y="11"/>
                      <a:pt x="25" y="12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425" name="Freeform 572">
                <a:extLst>
                  <a:ext uri="{FF2B5EF4-FFF2-40B4-BE49-F238E27FC236}">
                    <a16:creationId xmlns:a16="http://schemas.microsoft.com/office/drawing/2014/main" id="{269AFC0B-9A01-430D-9333-37C5E8C4CB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0" y="1557"/>
                <a:ext cx="16" cy="29"/>
              </a:xfrm>
              <a:custGeom>
                <a:avLst/>
                <a:gdLst>
                  <a:gd name="T0" fmla="*/ 5 w 15"/>
                  <a:gd name="T1" fmla="*/ 0 h 27"/>
                  <a:gd name="T2" fmla="*/ 4 w 15"/>
                  <a:gd name="T3" fmla="*/ 27 h 27"/>
                  <a:gd name="T4" fmla="*/ 18 w 15"/>
                  <a:gd name="T5" fmla="*/ 3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27">
                    <a:moveTo>
                      <a:pt x="5" y="0"/>
                    </a:moveTo>
                    <a:cubicBezTo>
                      <a:pt x="5" y="4"/>
                      <a:pt x="0" y="17"/>
                      <a:pt x="4" y="21"/>
                    </a:cubicBezTo>
                    <a:cubicBezTo>
                      <a:pt x="11" y="27"/>
                      <a:pt x="14" y="8"/>
                      <a:pt x="15" y="3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426" name="Freeform 573">
                <a:extLst>
                  <a:ext uri="{FF2B5EF4-FFF2-40B4-BE49-F238E27FC236}">
                    <a16:creationId xmlns:a16="http://schemas.microsoft.com/office/drawing/2014/main" id="{4B15EEC8-41C7-4E95-A252-12A0B62907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5" y="1634"/>
                <a:ext cx="11" cy="16"/>
              </a:xfrm>
              <a:custGeom>
                <a:avLst/>
                <a:gdLst>
                  <a:gd name="T0" fmla="*/ 0 w 11"/>
                  <a:gd name="T1" fmla="*/ 0 h 15"/>
                  <a:gd name="T2" fmla="*/ 11 w 11"/>
                  <a:gd name="T3" fmla="*/ 18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15">
                    <a:moveTo>
                      <a:pt x="0" y="0"/>
                    </a:moveTo>
                    <a:cubicBezTo>
                      <a:pt x="2" y="5"/>
                      <a:pt x="7" y="10"/>
                      <a:pt x="11" y="15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427" name="Freeform 574">
                <a:extLst>
                  <a:ext uri="{FF2B5EF4-FFF2-40B4-BE49-F238E27FC236}">
                    <a16:creationId xmlns:a16="http://schemas.microsoft.com/office/drawing/2014/main" id="{B19D57B3-8C8E-4BEA-8E95-8A1A62FA3A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8" y="1614"/>
                <a:ext cx="8" cy="17"/>
              </a:xfrm>
              <a:custGeom>
                <a:avLst/>
                <a:gdLst>
                  <a:gd name="T0" fmla="*/ 0 w 7"/>
                  <a:gd name="T1" fmla="*/ 0 h 16"/>
                  <a:gd name="T2" fmla="*/ 10 w 7"/>
                  <a:gd name="T3" fmla="*/ 19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6">
                    <a:moveTo>
                      <a:pt x="0" y="0"/>
                    </a:moveTo>
                    <a:cubicBezTo>
                      <a:pt x="3" y="4"/>
                      <a:pt x="6" y="11"/>
                      <a:pt x="7" y="16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428" name="Freeform 575">
                <a:extLst>
                  <a:ext uri="{FF2B5EF4-FFF2-40B4-BE49-F238E27FC236}">
                    <a16:creationId xmlns:a16="http://schemas.microsoft.com/office/drawing/2014/main" id="{8A251D05-74B4-46AF-80E9-89F4F574CB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2" y="1840"/>
                <a:ext cx="6" cy="16"/>
              </a:xfrm>
              <a:custGeom>
                <a:avLst/>
                <a:gdLst>
                  <a:gd name="T0" fmla="*/ 1 w 6"/>
                  <a:gd name="T1" fmla="*/ 18 h 15"/>
                  <a:gd name="T2" fmla="*/ 6 w 6"/>
                  <a:gd name="T3" fmla="*/ 0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5">
                    <a:moveTo>
                      <a:pt x="1" y="15"/>
                    </a:moveTo>
                    <a:cubicBezTo>
                      <a:pt x="0" y="11"/>
                      <a:pt x="4" y="3"/>
                      <a:pt x="6" y="0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429" name="Freeform 576">
                <a:extLst>
                  <a:ext uri="{FF2B5EF4-FFF2-40B4-BE49-F238E27FC236}">
                    <a16:creationId xmlns:a16="http://schemas.microsoft.com/office/drawing/2014/main" id="{928EE594-2307-4E5D-A298-01D4882B69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0" y="1879"/>
                <a:ext cx="16" cy="33"/>
              </a:xfrm>
              <a:custGeom>
                <a:avLst/>
                <a:gdLst>
                  <a:gd name="T0" fmla="*/ 0 w 15"/>
                  <a:gd name="T1" fmla="*/ 28 h 31"/>
                  <a:gd name="T2" fmla="*/ 12 w 15"/>
                  <a:gd name="T3" fmla="*/ 2 h 31"/>
                  <a:gd name="T4" fmla="*/ 15 w 15"/>
                  <a:gd name="T5" fmla="*/ 37 h 3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31">
                    <a:moveTo>
                      <a:pt x="0" y="23"/>
                    </a:moveTo>
                    <a:cubicBezTo>
                      <a:pt x="0" y="18"/>
                      <a:pt x="2" y="0"/>
                      <a:pt x="9" y="2"/>
                    </a:cubicBezTo>
                    <a:cubicBezTo>
                      <a:pt x="15" y="4"/>
                      <a:pt x="12" y="26"/>
                      <a:pt x="12" y="31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430" name="Freeform 577">
                <a:extLst>
                  <a:ext uri="{FF2B5EF4-FFF2-40B4-BE49-F238E27FC236}">
                    <a16:creationId xmlns:a16="http://schemas.microsoft.com/office/drawing/2014/main" id="{7BED30AC-124C-4354-9265-A4292D8C01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1" y="1930"/>
                <a:ext cx="15" cy="21"/>
              </a:xfrm>
              <a:custGeom>
                <a:avLst/>
                <a:gdLst>
                  <a:gd name="T0" fmla="*/ 17 w 14"/>
                  <a:gd name="T1" fmla="*/ 0 h 20"/>
                  <a:gd name="T2" fmla="*/ 0 w 14"/>
                  <a:gd name="T3" fmla="*/ 23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20">
                    <a:moveTo>
                      <a:pt x="14" y="0"/>
                    </a:moveTo>
                    <a:cubicBezTo>
                      <a:pt x="8" y="4"/>
                      <a:pt x="5" y="14"/>
                      <a:pt x="0" y="20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431" name="Freeform 578">
                <a:extLst>
                  <a:ext uri="{FF2B5EF4-FFF2-40B4-BE49-F238E27FC236}">
                    <a16:creationId xmlns:a16="http://schemas.microsoft.com/office/drawing/2014/main" id="{DC1F5CEA-312A-459B-AC40-9F411BF668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7" y="1795"/>
                <a:ext cx="8" cy="25"/>
              </a:xfrm>
              <a:custGeom>
                <a:avLst/>
                <a:gdLst>
                  <a:gd name="T0" fmla="*/ 0 w 8"/>
                  <a:gd name="T1" fmla="*/ 0 h 23"/>
                  <a:gd name="T2" fmla="*/ 8 w 8"/>
                  <a:gd name="T3" fmla="*/ 29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23">
                    <a:moveTo>
                      <a:pt x="0" y="0"/>
                    </a:moveTo>
                    <a:cubicBezTo>
                      <a:pt x="3" y="7"/>
                      <a:pt x="5" y="16"/>
                      <a:pt x="8" y="23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432" name="Freeform 579">
                <a:extLst>
                  <a:ext uri="{FF2B5EF4-FFF2-40B4-BE49-F238E27FC236}">
                    <a16:creationId xmlns:a16="http://schemas.microsoft.com/office/drawing/2014/main" id="{C2289C80-8D48-43F6-954A-7035BDCB01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4" y="1652"/>
                <a:ext cx="17" cy="21"/>
              </a:xfrm>
              <a:custGeom>
                <a:avLst/>
                <a:gdLst>
                  <a:gd name="T0" fmla="*/ 3 w 16"/>
                  <a:gd name="T1" fmla="*/ 15 h 20"/>
                  <a:gd name="T2" fmla="*/ 18 w 16"/>
                  <a:gd name="T3" fmla="*/ 0 h 20"/>
                  <a:gd name="T4" fmla="*/ 4 w 16"/>
                  <a:gd name="T5" fmla="*/ 23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20">
                    <a:moveTo>
                      <a:pt x="3" y="12"/>
                    </a:moveTo>
                    <a:cubicBezTo>
                      <a:pt x="0" y="9"/>
                      <a:pt x="10" y="0"/>
                      <a:pt x="15" y="0"/>
                    </a:cubicBezTo>
                    <a:cubicBezTo>
                      <a:pt x="16" y="7"/>
                      <a:pt x="9" y="16"/>
                      <a:pt x="4" y="20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433" name="Freeform 580">
                <a:extLst>
                  <a:ext uri="{FF2B5EF4-FFF2-40B4-BE49-F238E27FC236}">
                    <a16:creationId xmlns:a16="http://schemas.microsoft.com/office/drawing/2014/main" id="{72A8D30E-86A3-446B-9F35-233875974F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0" y="1718"/>
                <a:ext cx="26" cy="29"/>
              </a:xfrm>
              <a:custGeom>
                <a:avLst/>
                <a:gdLst>
                  <a:gd name="T0" fmla="*/ 10 w 25"/>
                  <a:gd name="T1" fmla="*/ 0 h 27"/>
                  <a:gd name="T2" fmla="*/ 28 w 25"/>
                  <a:gd name="T3" fmla="*/ 19 h 27"/>
                  <a:gd name="T4" fmla="*/ 0 w 25"/>
                  <a:gd name="T5" fmla="*/ 18 h 27"/>
                  <a:gd name="T6" fmla="*/ 20 w 25"/>
                  <a:gd name="T7" fmla="*/ 33 h 2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" h="27">
                    <a:moveTo>
                      <a:pt x="10" y="0"/>
                    </a:moveTo>
                    <a:cubicBezTo>
                      <a:pt x="14" y="6"/>
                      <a:pt x="25" y="8"/>
                      <a:pt x="25" y="16"/>
                    </a:cubicBezTo>
                    <a:cubicBezTo>
                      <a:pt x="19" y="19"/>
                      <a:pt x="3" y="8"/>
                      <a:pt x="0" y="15"/>
                    </a:cubicBezTo>
                    <a:cubicBezTo>
                      <a:pt x="5" y="20"/>
                      <a:pt x="13" y="21"/>
                      <a:pt x="17" y="27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434" name="Freeform 581">
                <a:extLst>
                  <a:ext uri="{FF2B5EF4-FFF2-40B4-BE49-F238E27FC236}">
                    <a16:creationId xmlns:a16="http://schemas.microsoft.com/office/drawing/2014/main" id="{267556FE-CF54-4C2F-9133-09ED69CB37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6" y="1280"/>
                <a:ext cx="14" cy="17"/>
              </a:xfrm>
              <a:custGeom>
                <a:avLst/>
                <a:gdLst>
                  <a:gd name="T0" fmla="*/ 5 w 13"/>
                  <a:gd name="T1" fmla="*/ 19 h 16"/>
                  <a:gd name="T2" fmla="*/ 11 w 13"/>
                  <a:gd name="T3" fmla="*/ 1 h 16"/>
                  <a:gd name="T4" fmla="*/ 0 w 13"/>
                  <a:gd name="T5" fmla="*/ 18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6">
                    <a:moveTo>
                      <a:pt x="5" y="16"/>
                    </a:moveTo>
                    <a:cubicBezTo>
                      <a:pt x="7" y="15"/>
                      <a:pt x="13" y="3"/>
                      <a:pt x="8" y="1"/>
                    </a:cubicBezTo>
                    <a:cubicBezTo>
                      <a:pt x="4" y="0"/>
                      <a:pt x="1" y="13"/>
                      <a:pt x="0" y="15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435" name="Freeform 582">
                <a:extLst>
                  <a:ext uri="{FF2B5EF4-FFF2-40B4-BE49-F238E27FC236}">
                    <a16:creationId xmlns:a16="http://schemas.microsoft.com/office/drawing/2014/main" id="{4D15C8C7-D9C5-4BF6-9F53-FFAB14C41E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4" y="1231"/>
                <a:ext cx="7" cy="10"/>
              </a:xfrm>
              <a:custGeom>
                <a:avLst/>
                <a:gdLst>
                  <a:gd name="T0" fmla="*/ 0 w 6"/>
                  <a:gd name="T1" fmla="*/ 12 h 9"/>
                  <a:gd name="T2" fmla="*/ 9 w 6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9">
                    <a:moveTo>
                      <a:pt x="0" y="9"/>
                    </a:moveTo>
                    <a:cubicBezTo>
                      <a:pt x="2" y="6"/>
                      <a:pt x="5" y="3"/>
                      <a:pt x="6" y="0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436" name="Freeform 583">
                <a:extLst>
                  <a:ext uri="{FF2B5EF4-FFF2-40B4-BE49-F238E27FC236}">
                    <a16:creationId xmlns:a16="http://schemas.microsoft.com/office/drawing/2014/main" id="{4EAA39F3-1784-4240-BFBB-1FB942B0F9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4" y="1229"/>
                <a:ext cx="167" cy="82"/>
              </a:xfrm>
              <a:custGeom>
                <a:avLst/>
                <a:gdLst>
                  <a:gd name="T0" fmla="*/ 0 w 157"/>
                  <a:gd name="T1" fmla="*/ 0 h 77"/>
                  <a:gd name="T2" fmla="*/ 46 w 157"/>
                  <a:gd name="T3" fmla="*/ 36 h 77"/>
                  <a:gd name="T4" fmla="*/ 89 w 157"/>
                  <a:gd name="T5" fmla="*/ 62 h 77"/>
                  <a:gd name="T6" fmla="*/ 139 w 157"/>
                  <a:gd name="T7" fmla="*/ 72 h 77"/>
                  <a:gd name="T8" fmla="*/ 189 w 157"/>
                  <a:gd name="T9" fmla="*/ 93 h 77"/>
                  <a:gd name="T10" fmla="*/ 164 w 157"/>
                  <a:gd name="T11" fmla="*/ 85 h 77"/>
                  <a:gd name="T12" fmla="*/ 131 w 157"/>
                  <a:gd name="T13" fmla="*/ 78 h 77"/>
                  <a:gd name="T14" fmla="*/ 64 w 157"/>
                  <a:gd name="T15" fmla="*/ 75 h 77"/>
                  <a:gd name="T16" fmla="*/ 17 w 157"/>
                  <a:gd name="T17" fmla="*/ 36 h 77"/>
                  <a:gd name="T18" fmla="*/ 2 w 157"/>
                  <a:gd name="T19" fmla="*/ 4 h 77"/>
                  <a:gd name="T20" fmla="*/ 1 w 157"/>
                  <a:gd name="T21" fmla="*/ 3 h 7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57" h="77">
                    <a:moveTo>
                      <a:pt x="0" y="0"/>
                    </a:moveTo>
                    <a:cubicBezTo>
                      <a:pt x="9" y="15"/>
                      <a:pt x="23" y="23"/>
                      <a:pt x="38" y="30"/>
                    </a:cubicBezTo>
                    <a:cubicBezTo>
                      <a:pt x="50" y="37"/>
                      <a:pt x="62" y="45"/>
                      <a:pt x="74" y="51"/>
                    </a:cubicBezTo>
                    <a:cubicBezTo>
                      <a:pt x="88" y="57"/>
                      <a:pt x="101" y="58"/>
                      <a:pt x="116" y="60"/>
                    </a:cubicBezTo>
                    <a:cubicBezTo>
                      <a:pt x="134" y="61"/>
                      <a:pt x="144" y="66"/>
                      <a:pt x="157" y="77"/>
                    </a:cubicBezTo>
                    <a:cubicBezTo>
                      <a:pt x="150" y="74"/>
                      <a:pt x="144" y="71"/>
                      <a:pt x="136" y="70"/>
                    </a:cubicBezTo>
                    <a:cubicBezTo>
                      <a:pt x="127" y="68"/>
                      <a:pt x="118" y="66"/>
                      <a:pt x="109" y="65"/>
                    </a:cubicBezTo>
                    <a:cubicBezTo>
                      <a:pt x="89" y="63"/>
                      <a:pt x="73" y="71"/>
                      <a:pt x="53" y="62"/>
                    </a:cubicBezTo>
                    <a:cubicBezTo>
                      <a:pt x="37" y="56"/>
                      <a:pt x="25" y="42"/>
                      <a:pt x="14" y="30"/>
                    </a:cubicBezTo>
                    <a:cubicBezTo>
                      <a:pt x="7" y="23"/>
                      <a:pt x="2" y="14"/>
                      <a:pt x="2" y="4"/>
                    </a:cubicBezTo>
                    <a:cubicBezTo>
                      <a:pt x="1" y="4"/>
                      <a:pt x="1" y="4"/>
                      <a:pt x="1" y="3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437" name="Freeform 584">
                <a:extLst>
                  <a:ext uri="{FF2B5EF4-FFF2-40B4-BE49-F238E27FC236}">
                    <a16:creationId xmlns:a16="http://schemas.microsoft.com/office/drawing/2014/main" id="{F6898FF2-F530-4906-816D-2843F5BF18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4" y="2206"/>
                <a:ext cx="15" cy="28"/>
              </a:xfrm>
              <a:custGeom>
                <a:avLst/>
                <a:gdLst>
                  <a:gd name="T0" fmla="*/ 4 w 14"/>
                  <a:gd name="T1" fmla="*/ 25 h 27"/>
                  <a:gd name="T2" fmla="*/ 4 w 14"/>
                  <a:gd name="T3" fmla="*/ 4 h 27"/>
                  <a:gd name="T4" fmla="*/ 17 w 14"/>
                  <a:gd name="T5" fmla="*/ 30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27">
                    <a:moveTo>
                      <a:pt x="4" y="22"/>
                    </a:moveTo>
                    <a:cubicBezTo>
                      <a:pt x="4" y="19"/>
                      <a:pt x="0" y="7"/>
                      <a:pt x="4" y="4"/>
                    </a:cubicBezTo>
                    <a:cubicBezTo>
                      <a:pt x="11" y="0"/>
                      <a:pt x="13" y="23"/>
                      <a:pt x="14" y="27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438" name="Freeform 585">
                <a:extLst>
                  <a:ext uri="{FF2B5EF4-FFF2-40B4-BE49-F238E27FC236}">
                    <a16:creationId xmlns:a16="http://schemas.microsoft.com/office/drawing/2014/main" id="{D43808C4-910F-4DAA-905C-E706371888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9" y="2203"/>
                <a:ext cx="8" cy="18"/>
              </a:xfrm>
              <a:custGeom>
                <a:avLst/>
                <a:gdLst>
                  <a:gd name="T0" fmla="*/ 0 w 7"/>
                  <a:gd name="T1" fmla="*/ 0 h 16"/>
                  <a:gd name="T2" fmla="*/ 10 w 7"/>
                  <a:gd name="T3" fmla="*/ 23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6">
                    <a:moveTo>
                      <a:pt x="0" y="0"/>
                    </a:moveTo>
                    <a:cubicBezTo>
                      <a:pt x="2" y="5"/>
                      <a:pt x="4" y="11"/>
                      <a:pt x="7" y="16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439" name="Freeform 586">
                <a:extLst>
                  <a:ext uri="{FF2B5EF4-FFF2-40B4-BE49-F238E27FC236}">
                    <a16:creationId xmlns:a16="http://schemas.microsoft.com/office/drawing/2014/main" id="{828405BC-27E6-4824-984F-AA37082DAB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2" y="2372"/>
                <a:ext cx="8" cy="17"/>
              </a:xfrm>
              <a:custGeom>
                <a:avLst/>
                <a:gdLst>
                  <a:gd name="T0" fmla="*/ 0 w 7"/>
                  <a:gd name="T1" fmla="*/ 19 h 16"/>
                  <a:gd name="T2" fmla="*/ 10 w 7"/>
                  <a:gd name="T3" fmla="*/ 0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6">
                    <a:moveTo>
                      <a:pt x="0" y="16"/>
                    </a:moveTo>
                    <a:cubicBezTo>
                      <a:pt x="1" y="11"/>
                      <a:pt x="4" y="4"/>
                      <a:pt x="7" y="0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440" name="Freeform 587">
                <a:extLst>
                  <a:ext uri="{FF2B5EF4-FFF2-40B4-BE49-F238E27FC236}">
                    <a16:creationId xmlns:a16="http://schemas.microsoft.com/office/drawing/2014/main" id="{497DD7EF-7785-471D-B54C-DE6B9B8A33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8" y="2392"/>
                <a:ext cx="13" cy="21"/>
              </a:xfrm>
              <a:custGeom>
                <a:avLst/>
                <a:gdLst>
                  <a:gd name="T0" fmla="*/ 0 w 12"/>
                  <a:gd name="T1" fmla="*/ 23 h 20"/>
                  <a:gd name="T2" fmla="*/ 15 w 12"/>
                  <a:gd name="T3" fmla="*/ 0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20">
                    <a:moveTo>
                      <a:pt x="0" y="20"/>
                    </a:moveTo>
                    <a:cubicBezTo>
                      <a:pt x="1" y="13"/>
                      <a:pt x="7" y="4"/>
                      <a:pt x="12" y="0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441" name="Freeform 588">
                <a:extLst>
                  <a:ext uri="{FF2B5EF4-FFF2-40B4-BE49-F238E27FC236}">
                    <a16:creationId xmlns:a16="http://schemas.microsoft.com/office/drawing/2014/main" id="{F0D338CD-E649-4818-BCFA-0CFCCF3AC0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3" y="2209"/>
                <a:ext cx="25" cy="33"/>
              </a:xfrm>
              <a:custGeom>
                <a:avLst/>
                <a:gdLst>
                  <a:gd name="T0" fmla="*/ 0 w 24"/>
                  <a:gd name="T1" fmla="*/ 16 h 31"/>
                  <a:gd name="T2" fmla="*/ 8 w 24"/>
                  <a:gd name="T3" fmla="*/ 2 h 31"/>
                  <a:gd name="T4" fmla="*/ 17 w 24"/>
                  <a:gd name="T5" fmla="*/ 14 h 31"/>
                  <a:gd name="T6" fmla="*/ 7 w 24"/>
                  <a:gd name="T7" fmla="*/ 32 h 31"/>
                  <a:gd name="T8" fmla="*/ 27 w 24"/>
                  <a:gd name="T9" fmla="*/ 30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31">
                    <a:moveTo>
                      <a:pt x="0" y="13"/>
                    </a:moveTo>
                    <a:cubicBezTo>
                      <a:pt x="1" y="11"/>
                      <a:pt x="5" y="3"/>
                      <a:pt x="8" y="2"/>
                    </a:cubicBezTo>
                    <a:cubicBezTo>
                      <a:pt x="14" y="0"/>
                      <a:pt x="16" y="5"/>
                      <a:pt x="14" y="11"/>
                    </a:cubicBezTo>
                    <a:cubicBezTo>
                      <a:pt x="13" y="15"/>
                      <a:pt x="3" y="19"/>
                      <a:pt x="7" y="26"/>
                    </a:cubicBezTo>
                    <a:cubicBezTo>
                      <a:pt x="9" y="31"/>
                      <a:pt x="19" y="23"/>
                      <a:pt x="24" y="24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442" name="Freeform 589">
                <a:extLst>
                  <a:ext uri="{FF2B5EF4-FFF2-40B4-BE49-F238E27FC236}">
                    <a16:creationId xmlns:a16="http://schemas.microsoft.com/office/drawing/2014/main" id="{A764999D-2272-488C-AD92-DFA5A694FE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5" y="2506"/>
                <a:ext cx="26" cy="28"/>
              </a:xfrm>
              <a:custGeom>
                <a:avLst/>
                <a:gdLst>
                  <a:gd name="T0" fmla="*/ 0 w 24"/>
                  <a:gd name="T1" fmla="*/ 14 h 26"/>
                  <a:gd name="T2" fmla="*/ 22 w 24"/>
                  <a:gd name="T3" fmla="*/ 26 h 26"/>
                  <a:gd name="T4" fmla="*/ 9 w 24"/>
                  <a:gd name="T5" fmla="*/ 0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26">
                    <a:moveTo>
                      <a:pt x="0" y="11"/>
                    </a:moveTo>
                    <a:cubicBezTo>
                      <a:pt x="3" y="15"/>
                      <a:pt x="11" y="26"/>
                      <a:pt x="17" y="20"/>
                    </a:cubicBezTo>
                    <a:cubicBezTo>
                      <a:pt x="24" y="14"/>
                      <a:pt x="12" y="2"/>
                      <a:pt x="6" y="0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443" name="Freeform 590">
                <a:extLst>
                  <a:ext uri="{FF2B5EF4-FFF2-40B4-BE49-F238E27FC236}">
                    <a16:creationId xmlns:a16="http://schemas.microsoft.com/office/drawing/2014/main" id="{0AC181D3-60DD-4F9E-8DA3-94DC8EE598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1" y="2003"/>
                <a:ext cx="17" cy="20"/>
              </a:xfrm>
              <a:custGeom>
                <a:avLst/>
                <a:gdLst>
                  <a:gd name="T0" fmla="*/ 5 w 16"/>
                  <a:gd name="T1" fmla="*/ 0 h 19"/>
                  <a:gd name="T2" fmla="*/ 4 w 16"/>
                  <a:gd name="T3" fmla="*/ 17 h 19"/>
                  <a:gd name="T4" fmla="*/ 19 w 16"/>
                  <a:gd name="T5" fmla="*/ 1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19">
                    <a:moveTo>
                      <a:pt x="5" y="0"/>
                    </a:moveTo>
                    <a:cubicBezTo>
                      <a:pt x="3" y="3"/>
                      <a:pt x="0" y="12"/>
                      <a:pt x="4" y="14"/>
                    </a:cubicBezTo>
                    <a:cubicBezTo>
                      <a:pt x="10" y="19"/>
                      <a:pt x="15" y="5"/>
                      <a:pt x="16" y="1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444" name="Freeform 591">
                <a:extLst>
                  <a:ext uri="{FF2B5EF4-FFF2-40B4-BE49-F238E27FC236}">
                    <a16:creationId xmlns:a16="http://schemas.microsoft.com/office/drawing/2014/main" id="{B6F78132-6655-49E5-B374-D1B3450136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3" y="2024"/>
                <a:ext cx="7" cy="27"/>
              </a:xfrm>
              <a:custGeom>
                <a:avLst/>
                <a:gdLst>
                  <a:gd name="T0" fmla="*/ 6 w 7"/>
                  <a:gd name="T1" fmla="*/ 0 h 25"/>
                  <a:gd name="T2" fmla="*/ 0 w 7"/>
                  <a:gd name="T3" fmla="*/ 31 h 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25">
                    <a:moveTo>
                      <a:pt x="6" y="0"/>
                    </a:moveTo>
                    <a:cubicBezTo>
                      <a:pt x="7" y="8"/>
                      <a:pt x="3" y="18"/>
                      <a:pt x="0" y="25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445" name="Freeform 592">
                <a:extLst>
                  <a:ext uri="{FF2B5EF4-FFF2-40B4-BE49-F238E27FC236}">
                    <a16:creationId xmlns:a16="http://schemas.microsoft.com/office/drawing/2014/main" id="{2AAD6696-D28D-4334-BBA3-24631B6E05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5" y="2000"/>
                <a:ext cx="30" cy="31"/>
              </a:xfrm>
              <a:custGeom>
                <a:avLst/>
                <a:gdLst>
                  <a:gd name="T0" fmla="*/ 17 w 28"/>
                  <a:gd name="T1" fmla="*/ 0 h 29"/>
                  <a:gd name="T2" fmla="*/ 21 w 28"/>
                  <a:gd name="T3" fmla="*/ 24 h 29"/>
                  <a:gd name="T4" fmla="*/ 4 w 28"/>
                  <a:gd name="T5" fmla="*/ 6 h 29"/>
                  <a:gd name="T6" fmla="*/ 11 w 28"/>
                  <a:gd name="T7" fmla="*/ 35 h 2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" h="29">
                    <a:moveTo>
                      <a:pt x="14" y="0"/>
                    </a:moveTo>
                    <a:cubicBezTo>
                      <a:pt x="16" y="3"/>
                      <a:pt x="28" y="20"/>
                      <a:pt x="18" y="20"/>
                    </a:cubicBezTo>
                    <a:cubicBezTo>
                      <a:pt x="12" y="21"/>
                      <a:pt x="11" y="7"/>
                      <a:pt x="4" y="6"/>
                    </a:cubicBezTo>
                    <a:cubicBezTo>
                      <a:pt x="0" y="14"/>
                      <a:pt x="5" y="23"/>
                      <a:pt x="8" y="29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446" name="Freeform 593">
                <a:extLst>
                  <a:ext uri="{FF2B5EF4-FFF2-40B4-BE49-F238E27FC236}">
                    <a16:creationId xmlns:a16="http://schemas.microsoft.com/office/drawing/2014/main" id="{E8DE7F0B-092B-4913-B330-7804D602DE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0" y="2323"/>
                <a:ext cx="18" cy="5"/>
              </a:xfrm>
              <a:custGeom>
                <a:avLst/>
                <a:gdLst>
                  <a:gd name="T0" fmla="*/ 0 w 17"/>
                  <a:gd name="T1" fmla="*/ 5 h 5"/>
                  <a:gd name="T2" fmla="*/ 20 w 17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5">
                    <a:moveTo>
                      <a:pt x="0" y="5"/>
                    </a:moveTo>
                    <a:cubicBezTo>
                      <a:pt x="6" y="2"/>
                      <a:pt x="11" y="0"/>
                      <a:pt x="17" y="0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447" name="Freeform 594">
                <a:extLst>
                  <a:ext uri="{FF2B5EF4-FFF2-40B4-BE49-F238E27FC236}">
                    <a16:creationId xmlns:a16="http://schemas.microsoft.com/office/drawing/2014/main" id="{36FE0E03-B17D-41B8-B81D-028E2CCA71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5" y="2363"/>
                <a:ext cx="19" cy="31"/>
              </a:xfrm>
              <a:custGeom>
                <a:avLst/>
                <a:gdLst>
                  <a:gd name="T0" fmla="*/ 4 w 18"/>
                  <a:gd name="T1" fmla="*/ 22 h 29"/>
                  <a:gd name="T2" fmla="*/ 6 w 18"/>
                  <a:gd name="T3" fmla="*/ 3 h 29"/>
                  <a:gd name="T4" fmla="*/ 21 w 18"/>
                  <a:gd name="T5" fmla="*/ 35 h 2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29">
                    <a:moveTo>
                      <a:pt x="4" y="19"/>
                    </a:moveTo>
                    <a:cubicBezTo>
                      <a:pt x="1" y="15"/>
                      <a:pt x="0" y="5"/>
                      <a:pt x="6" y="3"/>
                    </a:cubicBezTo>
                    <a:cubicBezTo>
                      <a:pt x="17" y="0"/>
                      <a:pt x="16" y="24"/>
                      <a:pt x="18" y="29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448" name="Freeform 595">
                <a:extLst>
                  <a:ext uri="{FF2B5EF4-FFF2-40B4-BE49-F238E27FC236}">
                    <a16:creationId xmlns:a16="http://schemas.microsoft.com/office/drawing/2014/main" id="{A372FEE7-700C-4248-867B-BCABF55C58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2" y="2365"/>
                <a:ext cx="6" cy="20"/>
              </a:xfrm>
              <a:custGeom>
                <a:avLst/>
                <a:gdLst>
                  <a:gd name="T0" fmla="*/ 0 w 5"/>
                  <a:gd name="T1" fmla="*/ 0 h 19"/>
                  <a:gd name="T2" fmla="*/ 8 w 5"/>
                  <a:gd name="T3" fmla="*/ 22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9">
                    <a:moveTo>
                      <a:pt x="0" y="0"/>
                    </a:moveTo>
                    <a:cubicBezTo>
                      <a:pt x="3" y="6"/>
                      <a:pt x="2" y="13"/>
                      <a:pt x="5" y="19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449" name="Freeform 596">
                <a:extLst>
                  <a:ext uri="{FF2B5EF4-FFF2-40B4-BE49-F238E27FC236}">
                    <a16:creationId xmlns:a16="http://schemas.microsoft.com/office/drawing/2014/main" id="{8647A948-5C53-4104-BFFF-63AACF624F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9" y="2394"/>
                <a:ext cx="35" cy="34"/>
              </a:xfrm>
              <a:custGeom>
                <a:avLst/>
                <a:gdLst>
                  <a:gd name="T0" fmla="*/ 31 w 33"/>
                  <a:gd name="T1" fmla="*/ 1 h 32"/>
                  <a:gd name="T2" fmla="*/ 21 w 33"/>
                  <a:gd name="T3" fmla="*/ 21 h 32"/>
                  <a:gd name="T4" fmla="*/ 37 w 33"/>
                  <a:gd name="T5" fmla="*/ 21 h 32"/>
                  <a:gd name="T6" fmla="*/ 19 w 33"/>
                  <a:gd name="T7" fmla="*/ 38 h 3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" h="32">
                    <a:moveTo>
                      <a:pt x="25" y="1"/>
                    </a:moveTo>
                    <a:cubicBezTo>
                      <a:pt x="11" y="0"/>
                      <a:pt x="0" y="18"/>
                      <a:pt x="18" y="18"/>
                    </a:cubicBezTo>
                    <a:cubicBezTo>
                      <a:pt x="22" y="18"/>
                      <a:pt x="29" y="9"/>
                      <a:pt x="31" y="18"/>
                    </a:cubicBezTo>
                    <a:cubicBezTo>
                      <a:pt x="33" y="25"/>
                      <a:pt x="20" y="31"/>
                      <a:pt x="16" y="32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450" name="Freeform 597">
                <a:extLst>
                  <a:ext uri="{FF2B5EF4-FFF2-40B4-BE49-F238E27FC236}">
                    <a16:creationId xmlns:a16="http://schemas.microsoft.com/office/drawing/2014/main" id="{1FAC3551-D037-4906-8D81-FB2DC6E5C0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2" y="2497"/>
                <a:ext cx="17" cy="38"/>
              </a:xfrm>
              <a:custGeom>
                <a:avLst/>
                <a:gdLst>
                  <a:gd name="T0" fmla="*/ 19 w 16"/>
                  <a:gd name="T1" fmla="*/ 0 h 35"/>
                  <a:gd name="T2" fmla="*/ 0 w 16"/>
                  <a:gd name="T3" fmla="*/ 45 h 3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35">
                    <a:moveTo>
                      <a:pt x="16" y="0"/>
                    </a:moveTo>
                    <a:cubicBezTo>
                      <a:pt x="11" y="11"/>
                      <a:pt x="8" y="25"/>
                      <a:pt x="0" y="35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451" name="Freeform 598">
                <a:extLst>
                  <a:ext uri="{FF2B5EF4-FFF2-40B4-BE49-F238E27FC236}">
                    <a16:creationId xmlns:a16="http://schemas.microsoft.com/office/drawing/2014/main" id="{0797E2B2-2F16-4CD9-99C5-1EE5620811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1" y="2552"/>
                <a:ext cx="11" cy="19"/>
              </a:xfrm>
              <a:custGeom>
                <a:avLst/>
                <a:gdLst>
                  <a:gd name="T0" fmla="*/ 13 w 10"/>
                  <a:gd name="T1" fmla="*/ 0 h 18"/>
                  <a:gd name="T2" fmla="*/ 0 w 10"/>
                  <a:gd name="T3" fmla="*/ 21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18">
                    <a:moveTo>
                      <a:pt x="10" y="0"/>
                    </a:moveTo>
                    <a:cubicBezTo>
                      <a:pt x="1" y="2"/>
                      <a:pt x="0" y="11"/>
                      <a:pt x="0" y="18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452" name="Freeform 599">
                <a:extLst>
                  <a:ext uri="{FF2B5EF4-FFF2-40B4-BE49-F238E27FC236}">
                    <a16:creationId xmlns:a16="http://schemas.microsoft.com/office/drawing/2014/main" id="{069D51DE-C41C-4D6A-B275-4077134C91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7" y="2538"/>
                <a:ext cx="6" cy="13"/>
              </a:xfrm>
              <a:custGeom>
                <a:avLst/>
                <a:gdLst>
                  <a:gd name="T0" fmla="*/ 0 w 6"/>
                  <a:gd name="T1" fmla="*/ 0 h 12"/>
                  <a:gd name="T2" fmla="*/ 6 w 6"/>
                  <a:gd name="T3" fmla="*/ 15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2">
                    <a:moveTo>
                      <a:pt x="0" y="0"/>
                    </a:moveTo>
                    <a:cubicBezTo>
                      <a:pt x="1" y="4"/>
                      <a:pt x="3" y="9"/>
                      <a:pt x="6" y="12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453" name="Freeform 600">
                <a:extLst>
                  <a:ext uri="{FF2B5EF4-FFF2-40B4-BE49-F238E27FC236}">
                    <a16:creationId xmlns:a16="http://schemas.microsoft.com/office/drawing/2014/main" id="{4556F87B-D69A-41DE-B6F0-C82828BA9F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6" y="2784"/>
                <a:ext cx="23" cy="28"/>
              </a:xfrm>
              <a:custGeom>
                <a:avLst/>
                <a:gdLst>
                  <a:gd name="T0" fmla="*/ 18 w 22"/>
                  <a:gd name="T1" fmla="*/ 0 h 26"/>
                  <a:gd name="T2" fmla="*/ 25 w 22"/>
                  <a:gd name="T3" fmla="*/ 6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26">
                    <a:moveTo>
                      <a:pt x="15" y="0"/>
                    </a:moveTo>
                    <a:cubicBezTo>
                      <a:pt x="0" y="7"/>
                      <a:pt x="18" y="26"/>
                      <a:pt x="22" y="6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454" name="Freeform 601">
                <a:extLst>
                  <a:ext uri="{FF2B5EF4-FFF2-40B4-BE49-F238E27FC236}">
                    <a16:creationId xmlns:a16="http://schemas.microsoft.com/office/drawing/2014/main" id="{5CC59040-0F53-40FB-9397-651D0F9DC4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7" y="2781"/>
                <a:ext cx="25" cy="23"/>
              </a:xfrm>
              <a:custGeom>
                <a:avLst/>
                <a:gdLst>
                  <a:gd name="T0" fmla="*/ 13 w 23"/>
                  <a:gd name="T1" fmla="*/ 25 h 22"/>
                  <a:gd name="T2" fmla="*/ 5 w 23"/>
                  <a:gd name="T3" fmla="*/ 5 h 22"/>
                  <a:gd name="T4" fmla="*/ 28 w 23"/>
                  <a:gd name="T5" fmla="*/ 25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22">
                    <a:moveTo>
                      <a:pt x="10" y="22"/>
                    </a:moveTo>
                    <a:cubicBezTo>
                      <a:pt x="6" y="20"/>
                      <a:pt x="0" y="10"/>
                      <a:pt x="5" y="5"/>
                    </a:cubicBezTo>
                    <a:cubicBezTo>
                      <a:pt x="10" y="0"/>
                      <a:pt x="23" y="18"/>
                      <a:pt x="22" y="22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455" name="Freeform 602">
                <a:extLst>
                  <a:ext uri="{FF2B5EF4-FFF2-40B4-BE49-F238E27FC236}">
                    <a16:creationId xmlns:a16="http://schemas.microsoft.com/office/drawing/2014/main" id="{ADBBD58A-D902-4745-BDFA-B737570A89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0" y="3100"/>
                <a:ext cx="27" cy="42"/>
              </a:xfrm>
              <a:custGeom>
                <a:avLst/>
                <a:gdLst>
                  <a:gd name="T0" fmla="*/ 11 w 25"/>
                  <a:gd name="T1" fmla="*/ 4 h 39"/>
                  <a:gd name="T2" fmla="*/ 1 w 25"/>
                  <a:gd name="T3" fmla="*/ 22 h 39"/>
                  <a:gd name="T4" fmla="*/ 14 w 25"/>
                  <a:gd name="T5" fmla="*/ 19 h 39"/>
                  <a:gd name="T6" fmla="*/ 27 w 25"/>
                  <a:gd name="T7" fmla="*/ 48 h 3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" h="39">
                    <a:moveTo>
                      <a:pt x="8" y="4"/>
                    </a:moveTo>
                    <a:cubicBezTo>
                      <a:pt x="3" y="6"/>
                      <a:pt x="0" y="12"/>
                      <a:pt x="1" y="18"/>
                    </a:cubicBezTo>
                    <a:cubicBezTo>
                      <a:pt x="2" y="32"/>
                      <a:pt x="7" y="21"/>
                      <a:pt x="11" y="16"/>
                    </a:cubicBezTo>
                    <a:cubicBezTo>
                      <a:pt x="25" y="0"/>
                      <a:pt x="24" y="30"/>
                      <a:pt x="21" y="39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456" name="Freeform 603">
                <a:extLst>
                  <a:ext uri="{FF2B5EF4-FFF2-40B4-BE49-F238E27FC236}">
                    <a16:creationId xmlns:a16="http://schemas.microsoft.com/office/drawing/2014/main" id="{FE7D5FEC-6B98-4185-ACB3-CF283612E5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3" y="3116"/>
                <a:ext cx="7" cy="29"/>
              </a:xfrm>
              <a:custGeom>
                <a:avLst/>
                <a:gdLst>
                  <a:gd name="T0" fmla="*/ 0 w 6"/>
                  <a:gd name="T1" fmla="*/ 0 h 27"/>
                  <a:gd name="T2" fmla="*/ 9 w 6"/>
                  <a:gd name="T3" fmla="*/ 33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27">
                    <a:moveTo>
                      <a:pt x="0" y="0"/>
                    </a:moveTo>
                    <a:cubicBezTo>
                      <a:pt x="3" y="9"/>
                      <a:pt x="6" y="17"/>
                      <a:pt x="6" y="27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457" name="Freeform 604">
                <a:extLst>
                  <a:ext uri="{FF2B5EF4-FFF2-40B4-BE49-F238E27FC236}">
                    <a16:creationId xmlns:a16="http://schemas.microsoft.com/office/drawing/2014/main" id="{17EAA939-2627-49D4-A34F-FEABA35E2C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5" y="3099"/>
                <a:ext cx="14" cy="21"/>
              </a:xfrm>
              <a:custGeom>
                <a:avLst/>
                <a:gdLst>
                  <a:gd name="T0" fmla="*/ 0 w 13"/>
                  <a:gd name="T1" fmla="*/ 23 h 20"/>
                  <a:gd name="T2" fmla="*/ 16 w 13"/>
                  <a:gd name="T3" fmla="*/ 0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20">
                    <a:moveTo>
                      <a:pt x="0" y="20"/>
                    </a:moveTo>
                    <a:cubicBezTo>
                      <a:pt x="2" y="12"/>
                      <a:pt x="11" y="7"/>
                      <a:pt x="13" y="0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458" name="Freeform 605">
                <a:extLst>
                  <a:ext uri="{FF2B5EF4-FFF2-40B4-BE49-F238E27FC236}">
                    <a16:creationId xmlns:a16="http://schemas.microsoft.com/office/drawing/2014/main" id="{14F35BC3-243E-4738-97F1-97756EE8A0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2" y="3152"/>
                <a:ext cx="5" cy="37"/>
              </a:xfrm>
              <a:custGeom>
                <a:avLst/>
                <a:gdLst>
                  <a:gd name="T0" fmla="*/ 3 w 5"/>
                  <a:gd name="T1" fmla="*/ 0 h 34"/>
                  <a:gd name="T2" fmla="*/ 1 w 5"/>
                  <a:gd name="T3" fmla="*/ 44 h 3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34">
                    <a:moveTo>
                      <a:pt x="3" y="0"/>
                    </a:moveTo>
                    <a:cubicBezTo>
                      <a:pt x="5" y="10"/>
                      <a:pt x="0" y="23"/>
                      <a:pt x="1" y="34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459" name="Freeform 606">
                <a:extLst>
                  <a:ext uri="{FF2B5EF4-FFF2-40B4-BE49-F238E27FC236}">
                    <a16:creationId xmlns:a16="http://schemas.microsoft.com/office/drawing/2014/main" id="{8BFD3226-D2D9-4A0B-A33A-EBF27239E2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0" y="3028"/>
                <a:ext cx="30" cy="31"/>
              </a:xfrm>
              <a:custGeom>
                <a:avLst/>
                <a:gdLst>
                  <a:gd name="T0" fmla="*/ 4 w 28"/>
                  <a:gd name="T1" fmla="*/ 32 h 29"/>
                  <a:gd name="T2" fmla="*/ 32 w 28"/>
                  <a:gd name="T3" fmla="*/ 17 h 29"/>
                  <a:gd name="T4" fmla="*/ 0 w 28"/>
                  <a:gd name="T5" fmla="*/ 18 h 2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29">
                    <a:moveTo>
                      <a:pt x="4" y="26"/>
                    </a:moveTo>
                    <a:cubicBezTo>
                      <a:pt x="11" y="29"/>
                      <a:pt x="28" y="23"/>
                      <a:pt x="26" y="14"/>
                    </a:cubicBezTo>
                    <a:cubicBezTo>
                      <a:pt x="23" y="0"/>
                      <a:pt x="6" y="13"/>
                      <a:pt x="0" y="15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460" name="Freeform 607">
                <a:extLst>
                  <a:ext uri="{FF2B5EF4-FFF2-40B4-BE49-F238E27FC236}">
                    <a16:creationId xmlns:a16="http://schemas.microsoft.com/office/drawing/2014/main" id="{89C6D2B4-7CB3-4FD8-BA98-69737E21F9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0" y="3116"/>
                <a:ext cx="27" cy="26"/>
              </a:xfrm>
              <a:custGeom>
                <a:avLst/>
                <a:gdLst>
                  <a:gd name="T0" fmla="*/ 0 w 25"/>
                  <a:gd name="T1" fmla="*/ 22 h 24"/>
                  <a:gd name="T2" fmla="*/ 17 w 25"/>
                  <a:gd name="T3" fmla="*/ 17 h 24"/>
                  <a:gd name="T4" fmla="*/ 21 w 25"/>
                  <a:gd name="T5" fmla="*/ 30 h 24"/>
                  <a:gd name="T6" fmla="*/ 31 w 25"/>
                  <a:gd name="T7" fmla="*/ 13 h 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" h="24">
                    <a:moveTo>
                      <a:pt x="0" y="17"/>
                    </a:moveTo>
                    <a:cubicBezTo>
                      <a:pt x="3" y="8"/>
                      <a:pt x="12" y="0"/>
                      <a:pt x="14" y="14"/>
                    </a:cubicBezTo>
                    <a:cubicBezTo>
                      <a:pt x="14" y="19"/>
                      <a:pt x="11" y="24"/>
                      <a:pt x="17" y="24"/>
                    </a:cubicBezTo>
                    <a:cubicBezTo>
                      <a:pt x="23" y="24"/>
                      <a:pt x="24" y="13"/>
                      <a:pt x="25" y="10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461" name="Freeform 608">
                <a:extLst>
                  <a:ext uri="{FF2B5EF4-FFF2-40B4-BE49-F238E27FC236}">
                    <a16:creationId xmlns:a16="http://schemas.microsoft.com/office/drawing/2014/main" id="{0648CBAB-0C14-4D99-B6AE-A929BE1A6A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9" y="3118"/>
                <a:ext cx="22" cy="73"/>
              </a:xfrm>
              <a:custGeom>
                <a:avLst/>
                <a:gdLst>
                  <a:gd name="T0" fmla="*/ 0 w 20"/>
                  <a:gd name="T1" fmla="*/ 0 h 68"/>
                  <a:gd name="T2" fmla="*/ 24 w 20"/>
                  <a:gd name="T3" fmla="*/ 84 h 6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68">
                    <a:moveTo>
                      <a:pt x="0" y="0"/>
                    </a:moveTo>
                    <a:cubicBezTo>
                      <a:pt x="20" y="15"/>
                      <a:pt x="18" y="46"/>
                      <a:pt x="18" y="68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462" name="Freeform 609">
                <a:extLst>
                  <a:ext uri="{FF2B5EF4-FFF2-40B4-BE49-F238E27FC236}">
                    <a16:creationId xmlns:a16="http://schemas.microsoft.com/office/drawing/2014/main" id="{0BCCB83F-C653-4855-BD3A-336D3B277C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3" y="3102"/>
                <a:ext cx="7" cy="24"/>
              </a:xfrm>
              <a:custGeom>
                <a:avLst/>
                <a:gdLst>
                  <a:gd name="T0" fmla="*/ 0 w 7"/>
                  <a:gd name="T1" fmla="*/ 0 h 22"/>
                  <a:gd name="T2" fmla="*/ 7 w 7"/>
                  <a:gd name="T3" fmla="*/ 28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22">
                    <a:moveTo>
                      <a:pt x="0" y="0"/>
                    </a:moveTo>
                    <a:cubicBezTo>
                      <a:pt x="2" y="7"/>
                      <a:pt x="4" y="15"/>
                      <a:pt x="7" y="22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463" name="Freeform 610">
                <a:extLst>
                  <a:ext uri="{FF2B5EF4-FFF2-40B4-BE49-F238E27FC236}">
                    <a16:creationId xmlns:a16="http://schemas.microsoft.com/office/drawing/2014/main" id="{78FD8972-D0F0-4DEE-8C6D-036630611C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8" y="3039"/>
                <a:ext cx="29" cy="23"/>
              </a:xfrm>
              <a:custGeom>
                <a:avLst/>
                <a:gdLst>
                  <a:gd name="T0" fmla="*/ 1 w 27"/>
                  <a:gd name="T1" fmla="*/ 14 h 21"/>
                  <a:gd name="T2" fmla="*/ 18 w 27"/>
                  <a:gd name="T3" fmla="*/ 25 h 21"/>
                  <a:gd name="T4" fmla="*/ 0 w 27"/>
                  <a:gd name="T5" fmla="*/ 0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7" h="21">
                    <a:moveTo>
                      <a:pt x="1" y="11"/>
                    </a:moveTo>
                    <a:cubicBezTo>
                      <a:pt x="0" y="14"/>
                      <a:pt x="11" y="21"/>
                      <a:pt x="15" y="19"/>
                    </a:cubicBezTo>
                    <a:cubicBezTo>
                      <a:pt x="27" y="14"/>
                      <a:pt x="5" y="1"/>
                      <a:pt x="0" y="0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464" name="Freeform 611">
                <a:extLst>
                  <a:ext uri="{FF2B5EF4-FFF2-40B4-BE49-F238E27FC236}">
                    <a16:creationId xmlns:a16="http://schemas.microsoft.com/office/drawing/2014/main" id="{85BC80A3-C4BE-4A51-8BB3-5610EB4B66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7" y="3694"/>
                <a:ext cx="18" cy="38"/>
              </a:xfrm>
              <a:custGeom>
                <a:avLst/>
                <a:gdLst>
                  <a:gd name="T0" fmla="*/ 0 w 16"/>
                  <a:gd name="T1" fmla="*/ 0 h 35"/>
                  <a:gd name="T2" fmla="*/ 23 w 16"/>
                  <a:gd name="T3" fmla="*/ 45 h 3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35">
                    <a:moveTo>
                      <a:pt x="0" y="0"/>
                    </a:moveTo>
                    <a:cubicBezTo>
                      <a:pt x="8" y="11"/>
                      <a:pt x="16" y="22"/>
                      <a:pt x="16" y="35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465" name="Freeform 612">
                <a:extLst>
                  <a:ext uri="{FF2B5EF4-FFF2-40B4-BE49-F238E27FC236}">
                    <a16:creationId xmlns:a16="http://schemas.microsoft.com/office/drawing/2014/main" id="{2248B9FE-48A8-47AF-B9EE-505CF194D6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0" y="3703"/>
                <a:ext cx="11" cy="29"/>
              </a:xfrm>
              <a:custGeom>
                <a:avLst/>
                <a:gdLst>
                  <a:gd name="T0" fmla="*/ 11 w 11"/>
                  <a:gd name="T1" fmla="*/ 0 h 27"/>
                  <a:gd name="T2" fmla="*/ 0 w 11"/>
                  <a:gd name="T3" fmla="*/ 33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27">
                    <a:moveTo>
                      <a:pt x="11" y="0"/>
                    </a:moveTo>
                    <a:cubicBezTo>
                      <a:pt x="8" y="9"/>
                      <a:pt x="4" y="19"/>
                      <a:pt x="0" y="27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466" name="Freeform 613">
                <a:extLst>
                  <a:ext uri="{FF2B5EF4-FFF2-40B4-BE49-F238E27FC236}">
                    <a16:creationId xmlns:a16="http://schemas.microsoft.com/office/drawing/2014/main" id="{7F2111A6-95C6-4A8B-9562-054804F52E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0" y="3797"/>
                <a:ext cx="26" cy="39"/>
              </a:xfrm>
              <a:custGeom>
                <a:avLst/>
                <a:gdLst>
                  <a:gd name="T0" fmla="*/ 0 w 24"/>
                  <a:gd name="T1" fmla="*/ 14 h 37"/>
                  <a:gd name="T2" fmla="*/ 9 w 24"/>
                  <a:gd name="T3" fmla="*/ 41 h 37"/>
                  <a:gd name="T4" fmla="*/ 25 w 24"/>
                  <a:gd name="T5" fmla="*/ 0 h 3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37">
                    <a:moveTo>
                      <a:pt x="0" y="11"/>
                    </a:moveTo>
                    <a:cubicBezTo>
                      <a:pt x="1" y="19"/>
                      <a:pt x="4" y="27"/>
                      <a:pt x="6" y="35"/>
                    </a:cubicBezTo>
                    <a:cubicBezTo>
                      <a:pt x="24" y="37"/>
                      <a:pt x="19" y="14"/>
                      <a:pt x="19" y="0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467" name="Freeform 614">
                <a:extLst>
                  <a:ext uri="{FF2B5EF4-FFF2-40B4-BE49-F238E27FC236}">
                    <a16:creationId xmlns:a16="http://schemas.microsoft.com/office/drawing/2014/main" id="{7179158C-5DF2-4181-B5DB-B34F2E98CA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3" y="3803"/>
                <a:ext cx="33" cy="44"/>
              </a:xfrm>
              <a:custGeom>
                <a:avLst/>
                <a:gdLst>
                  <a:gd name="T0" fmla="*/ 3 w 31"/>
                  <a:gd name="T1" fmla="*/ 0 h 41"/>
                  <a:gd name="T2" fmla="*/ 17 w 31"/>
                  <a:gd name="T3" fmla="*/ 46 h 41"/>
                  <a:gd name="T4" fmla="*/ 30 w 31"/>
                  <a:gd name="T5" fmla="*/ 0 h 4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1" h="41">
                    <a:moveTo>
                      <a:pt x="3" y="0"/>
                    </a:moveTo>
                    <a:cubicBezTo>
                      <a:pt x="2" y="10"/>
                      <a:pt x="0" y="33"/>
                      <a:pt x="14" y="37"/>
                    </a:cubicBezTo>
                    <a:cubicBezTo>
                      <a:pt x="31" y="41"/>
                      <a:pt x="24" y="11"/>
                      <a:pt x="24" y="0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468" name="Freeform 615">
                <a:extLst>
                  <a:ext uri="{FF2B5EF4-FFF2-40B4-BE49-F238E27FC236}">
                    <a16:creationId xmlns:a16="http://schemas.microsoft.com/office/drawing/2014/main" id="{32D3759B-1397-42AE-87AD-326977C604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0" y="3985"/>
                <a:ext cx="22" cy="9"/>
              </a:xfrm>
              <a:custGeom>
                <a:avLst/>
                <a:gdLst>
                  <a:gd name="T0" fmla="*/ 0 w 20"/>
                  <a:gd name="T1" fmla="*/ 11 h 8"/>
                  <a:gd name="T2" fmla="*/ 15 w 20"/>
                  <a:gd name="T3" fmla="*/ 2 h 8"/>
                  <a:gd name="T4" fmla="*/ 26 w 20"/>
                  <a:gd name="T5" fmla="*/ 3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8">
                    <a:moveTo>
                      <a:pt x="0" y="8"/>
                    </a:moveTo>
                    <a:cubicBezTo>
                      <a:pt x="4" y="7"/>
                      <a:pt x="7" y="2"/>
                      <a:pt x="12" y="2"/>
                    </a:cubicBezTo>
                    <a:cubicBezTo>
                      <a:pt x="14" y="1"/>
                      <a:pt x="19" y="0"/>
                      <a:pt x="20" y="3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469" name="Freeform 616">
                <a:extLst>
                  <a:ext uri="{FF2B5EF4-FFF2-40B4-BE49-F238E27FC236}">
                    <a16:creationId xmlns:a16="http://schemas.microsoft.com/office/drawing/2014/main" id="{0BEFEDF1-FB11-44DB-92AB-6A4784DC94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0" y="3988"/>
                <a:ext cx="10" cy="7"/>
              </a:xfrm>
              <a:custGeom>
                <a:avLst/>
                <a:gdLst>
                  <a:gd name="T0" fmla="*/ 0 w 9"/>
                  <a:gd name="T1" fmla="*/ 0 h 6"/>
                  <a:gd name="T2" fmla="*/ 12 w 9"/>
                  <a:gd name="T3" fmla="*/ 9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6">
                    <a:moveTo>
                      <a:pt x="0" y="0"/>
                    </a:moveTo>
                    <a:cubicBezTo>
                      <a:pt x="3" y="2"/>
                      <a:pt x="6" y="4"/>
                      <a:pt x="9" y="6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470" name="Freeform 617">
                <a:extLst>
                  <a:ext uri="{FF2B5EF4-FFF2-40B4-BE49-F238E27FC236}">
                    <a16:creationId xmlns:a16="http://schemas.microsoft.com/office/drawing/2014/main" id="{5007E559-BF81-401F-92F7-3A8551E1BE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4" y="3973"/>
                <a:ext cx="14" cy="11"/>
              </a:xfrm>
              <a:custGeom>
                <a:avLst/>
                <a:gdLst>
                  <a:gd name="T0" fmla="*/ 6 w 13"/>
                  <a:gd name="T1" fmla="*/ 13 h 10"/>
                  <a:gd name="T2" fmla="*/ 2 w 13"/>
                  <a:gd name="T3" fmla="*/ 2 h 10"/>
                  <a:gd name="T4" fmla="*/ 16 w 13"/>
                  <a:gd name="T5" fmla="*/ 9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0">
                    <a:moveTo>
                      <a:pt x="6" y="10"/>
                    </a:moveTo>
                    <a:cubicBezTo>
                      <a:pt x="4" y="10"/>
                      <a:pt x="0" y="4"/>
                      <a:pt x="2" y="2"/>
                    </a:cubicBezTo>
                    <a:cubicBezTo>
                      <a:pt x="5" y="0"/>
                      <a:pt x="11" y="6"/>
                      <a:pt x="13" y="6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471" name="Freeform 618">
                <a:extLst>
                  <a:ext uri="{FF2B5EF4-FFF2-40B4-BE49-F238E27FC236}">
                    <a16:creationId xmlns:a16="http://schemas.microsoft.com/office/drawing/2014/main" id="{4B15D7BF-E2E7-45EB-8CC5-B33EA8D6AF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9" y="3983"/>
                <a:ext cx="26" cy="13"/>
              </a:xfrm>
              <a:custGeom>
                <a:avLst/>
                <a:gdLst>
                  <a:gd name="T0" fmla="*/ 0 w 24"/>
                  <a:gd name="T1" fmla="*/ 3 h 12"/>
                  <a:gd name="T2" fmla="*/ 30 w 24"/>
                  <a:gd name="T3" fmla="*/ 15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12">
                    <a:moveTo>
                      <a:pt x="0" y="3"/>
                    </a:moveTo>
                    <a:cubicBezTo>
                      <a:pt x="8" y="0"/>
                      <a:pt x="19" y="7"/>
                      <a:pt x="24" y="12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472" name="Freeform 619">
                <a:extLst>
                  <a:ext uri="{FF2B5EF4-FFF2-40B4-BE49-F238E27FC236}">
                    <a16:creationId xmlns:a16="http://schemas.microsoft.com/office/drawing/2014/main" id="{9E1AA0A0-6416-491B-8511-FB52C04BC8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6" y="3988"/>
                <a:ext cx="9" cy="4"/>
              </a:xfrm>
              <a:custGeom>
                <a:avLst/>
                <a:gdLst>
                  <a:gd name="T0" fmla="*/ 0 w 8"/>
                  <a:gd name="T1" fmla="*/ 4 h 4"/>
                  <a:gd name="T2" fmla="*/ 11 w 8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4">
                    <a:moveTo>
                      <a:pt x="0" y="4"/>
                    </a:moveTo>
                    <a:cubicBezTo>
                      <a:pt x="3" y="4"/>
                      <a:pt x="6" y="2"/>
                      <a:pt x="8" y="0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473" name="Freeform 620">
                <a:extLst>
                  <a:ext uri="{FF2B5EF4-FFF2-40B4-BE49-F238E27FC236}">
                    <a16:creationId xmlns:a16="http://schemas.microsoft.com/office/drawing/2014/main" id="{AF58A97C-563E-40E9-88C7-D269493AE4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8" y="3969"/>
                <a:ext cx="14" cy="20"/>
              </a:xfrm>
              <a:custGeom>
                <a:avLst/>
                <a:gdLst>
                  <a:gd name="T0" fmla="*/ 0 w 13"/>
                  <a:gd name="T1" fmla="*/ 9 h 19"/>
                  <a:gd name="T2" fmla="*/ 12 w 13"/>
                  <a:gd name="T3" fmla="*/ 5 h 19"/>
                  <a:gd name="T4" fmla="*/ 6 w 13"/>
                  <a:gd name="T5" fmla="*/ 22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9">
                    <a:moveTo>
                      <a:pt x="0" y="9"/>
                    </a:moveTo>
                    <a:cubicBezTo>
                      <a:pt x="1" y="9"/>
                      <a:pt x="4" y="0"/>
                      <a:pt x="9" y="5"/>
                    </a:cubicBezTo>
                    <a:cubicBezTo>
                      <a:pt x="13" y="8"/>
                      <a:pt x="7" y="16"/>
                      <a:pt x="6" y="19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474" name="Freeform 621">
                <a:extLst>
                  <a:ext uri="{FF2B5EF4-FFF2-40B4-BE49-F238E27FC236}">
                    <a16:creationId xmlns:a16="http://schemas.microsoft.com/office/drawing/2014/main" id="{18AEDDFA-0F26-4876-9593-98DFD66142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8" y="2389"/>
                <a:ext cx="5" cy="22"/>
              </a:xfrm>
              <a:custGeom>
                <a:avLst/>
                <a:gdLst>
                  <a:gd name="T0" fmla="*/ 0 w 5"/>
                  <a:gd name="T1" fmla="*/ 0 h 20"/>
                  <a:gd name="T2" fmla="*/ 5 w 5"/>
                  <a:gd name="T3" fmla="*/ 26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20">
                    <a:moveTo>
                      <a:pt x="0" y="0"/>
                    </a:moveTo>
                    <a:cubicBezTo>
                      <a:pt x="1" y="7"/>
                      <a:pt x="4" y="13"/>
                      <a:pt x="5" y="20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475" name="Freeform 622">
                <a:extLst>
                  <a:ext uri="{FF2B5EF4-FFF2-40B4-BE49-F238E27FC236}">
                    <a16:creationId xmlns:a16="http://schemas.microsoft.com/office/drawing/2014/main" id="{8141A013-6B7D-4C9B-A004-D688DE8CAB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6" y="2371"/>
                <a:ext cx="9" cy="24"/>
              </a:xfrm>
              <a:custGeom>
                <a:avLst/>
                <a:gdLst>
                  <a:gd name="T0" fmla="*/ 0 w 9"/>
                  <a:gd name="T1" fmla="*/ 0 h 22"/>
                  <a:gd name="T2" fmla="*/ 9 w 9"/>
                  <a:gd name="T3" fmla="*/ 28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22">
                    <a:moveTo>
                      <a:pt x="0" y="0"/>
                    </a:moveTo>
                    <a:cubicBezTo>
                      <a:pt x="3" y="7"/>
                      <a:pt x="6" y="14"/>
                      <a:pt x="9" y="22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476" name="Freeform 623">
                <a:extLst>
                  <a:ext uri="{FF2B5EF4-FFF2-40B4-BE49-F238E27FC236}">
                    <a16:creationId xmlns:a16="http://schemas.microsoft.com/office/drawing/2014/main" id="{03E41678-6738-4EF0-9BFF-F8564BC36B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9" y="2202"/>
                <a:ext cx="14" cy="20"/>
              </a:xfrm>
              <a:custGeom>
                <a:avLst/>
                <a:gdLst>
                  <a:gd name="T0" fmla="*/ 3 w 14"/>
                  <a:gd name="T1" fmla="*/ 0 h 18"/>
                  <a:gd name="T2" fmla="*/ 6 w 14"/>
                  <a:gd name="T3" fmla="*/ 22 h 18"/>
                  <a:gd name="T4" fmla="*/ 14 w 14"/>
                  <a:gd name="T5" fmla="*/ 1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8">
                    <a:moveTo>
                      <a:pt x="3" y="0"/>
                    </a:moveTo>
                    <a:cubicBezTo>
                      <a:pt x="2" y="4"/>
                      <a:pt x="0" y="15"/>
                      <a:pt x="6" y="16"/>
                    </a:cubicBezTo>
                    <a:cubicBezTo>
                      <a:pt x="13" y="18"/>
                      <a:pt x="11" y="5"/>
                      <a:pt x="14" y="1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477" name="Freeform 624">
                <a:extLst>
                  <a:ext uri="{FF2B5EF4-FFF2-40B4-BE49-F238E27FC236}">
                    <a16:creationId xmlns:a16="http://schemas.microsoft.com/office/drawing/2014/main" id="{2D08E2E7-E3C8-416D-B7EB-C45E3888DA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5" y="1944"/>
                <a:ext cx="38" cy="34"/>
              </a:xfrm>
              <a:custGeom>
                <a:avLst/>
                <a:gdLst>
                  <a:gd name="T0" fmla="*/ 12 w 35"/>
                  <a:gd name="T1" fmla="*/ 37 h 32"/>
                  <a:gd name="T2" fmla="*/ 22 w 35"/>
                  <a:gd name="T3" fmla="*/ 19 h 32"/>
                  <a:gd name="T4" fmla="*/ 40 w 35"/>
                  <a:gd name="T5" fmla="*/ 31 h 32"/>
                  <a:gd name="T6" fmla="*/ 36 w 35"/>
                  <a:gd name="T7" fmla="*/ 5 h 3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5" h="32">
                    <a:moveTo>
                      <a:pt x="9" y="31"/>
                    </a:moveTo>
                    <a:cubicBezTo>
                      <a:pt x="0" y="17"/>
                      <a:pt x="0" y="0"/>
                      <a:pt x="17" y="16"/>
                    </a:cubicBezTo>
                    <a:cubicBezTo>
                      <a:pt x="21" y="21"/>
                      <a:pt x="24" y="32"/>
                      <a:pt x="31" y="25"/>
                    </a:cubicBezTo>
                    <a:cubicBezTo>
                      <a:pt x="35" y="21"/>
                      <a:pt x="31" y="9"/>
                      <a:pt x="28" y="5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478" name="Freeform 625">
                <a:extLst>
                  <a:ext uri="{FF2B5EF4-FFF2-40B4-BE49-F238E27FC236}">
                    <a16:creationId xmlns:a16="http://schemas.microsoft.com/office/drawing/2014/main" id="{ECFFAE78-80EF-4FB1-842B-269325BD8E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4" y="1883"/>
                <a:ext cx="5" cy="29"/>
              </a:xfrm>
              <a:custGeom>
                <a:avLst/>
                <a:gdLst>
                  <a:gd name="T0" fmla="*/ 0 w 4"/>
                  <a:gd name="T1" fmla="*/ 0 h 27"/>
                  <a:gd name="T2" fmla="*/ 8 w 4"/>
                  <a:gd name="T3" fmla="*/ 33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7">
                    <a:moveTo>
                      <a:pt x="0" y="0"/>
                    </a:moveTo>
                    <a:cubicBezTo>
                      <a:pt x="1" y="9"/>
                      <a:pt x="4" y="17"/>
                      <a:pt x="4" y="27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479" name="Freeform 626">
                <a:extLst>
                  <a:ext uri="{FF2B5EF4-FFF2-40B4-BE49-F238E27FC236}">
                    <a16:creationId xmlns:a16="http://schemas.microsoft.com/office/drawing/2014/main" id="{9B033828-C293-49E9-973D-A941B86FF3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4" y="1849"/>
                <a:ext cx="22" cy="22"/>
              </a:xfrm>
              <a:custGeom>
                <a:avLst/>
                <a:gdLst>
                  <a:gd name="T0" fmla="*/ 17 w 21"/>
                  <a:gd name="T1" fmla="*/ 24 h 21"/>
                  <a:gd name="T2" fmla="*/ 6 w 21"/>
                  <a:gd name="T3" fmla="*/ 0 h 21"/>
                  <a:gd name="T4" fmla="*/ 24 w 21"/>
                  <a:gd name="T5" fmla="*/ 22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21">
                    <a:moveTo>
                      <a:pt x="14" y="21"/>
                    </a:moveTo>
                    <a:cubicBezTo>
                      <a:pt x="5" y="21"/>
                      <a:pt x="0" y="8"/>
                      <a:pt x="6" y="0"/>
                    </a:cubicBezTo>
                    <a:cubicBezTo>
                      <a:pt x="13" y="3"/>
                      <a:pt x="18" y="11"/>
                      <a:pt x="21" y="19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6480" name="Freeform 627">
                <a:extLst>
                  <a:ext uri="{FF2B5EF4-FFF2-40B4-BE49-F238E27FC236}">
                    <a16:creationId xmlns:a16="http://schemas.microsoft.com/office/drawing/2014/main" id="{F1F2DE4E-6CED-4A8E-8DBE-A289F90042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3" y="1616"/>
                <a:ext cx="12" cy="20"/>
              </a:xfrm>
              <a:custGeom>
                <a:avLst/>
                <a:gdLst>
                  <a:gd name="T0" fmla="*/ 0 w 11"/>
                  <a:gd name="T1" fmla="*/ 14 h 19"/>
                  <a:gd name="T2" fmla="*/ 3 w 11"/>
                  <a:gd name="T3" fmla="*/ 0 h 19"/>
                  <a:gd name="T4" fmla="*/ 11 w 11"/>
                  <a:gd name="T5" fmla="*/ 22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9">
                    <a:moveTo>
                      <a:pt x="0" y="11"/>
                    </a:moveTo>
                    <a:cubicBezTo>
                      <a:pt x="0" y="7"/>
                      <a:pt x="1" y="3"/>
                      <a:pt x="3" y="0"/>
                    </a:cubicBezTo>
                    <a:cubicBezTo>
                      <a:pt x="11" y="1"/>
                      <a:pt x="8" y="15"/>
                      <a:pt x="8" y="19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</p:grpSp>
        <p:sp>
          <p:nvSpPr>
            <p:cNvPr id="46085" name="Freeform 628">
              <a:extLst>
                <a:ext uri="{FF2B5EF4-FFF2-40B4-BE49-F238E27FC236}">
                  <a16:creationId xmlns:a16="http://schemas.microsoft.com/office/drawing/2014/main" id="{73C680FE-7E59-43AE-9FB1-ACCDD6E035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7" y="1561"/>
              <a:ext cx="36" cy="29"/>
            </a:xfrm>
            <a:custGeom>
              <a:avLst/>
              <a:gdLst>
                <a:gd name="T0" fmla="*/ 40 w 34"/>
                <a:gd name="T1" fmla="*/ 19 h 27"/>
                <a:gd name="T2" fmla="*/ 21 w 34"/>
                <a:gd name="T3" fmla="*/ 0 h 27"/>
                <a:gd name="T4" fmla="*/ 21 w 34"/>
                <a:gd name="T5" fmla="*/ 33 h 27"/>
                <a:gd name="T6" fmla="*/ 0 w 34"/>
                <a:gd name="T7" fmla="*/ 6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" h="27">
                  <a:moveTo>
                    <a:pt x="34" y="16"/>
                  </a:moveTo>
                  <a:cubicBezTo>
                    <a:pt x="27" y="14"/>
                    <a:pt x="23" y="5"/>
                    <a:pt x="18" y="0"/>
                  </a:cubicBezTo>
                  <a:cubicBezTo>
                    <a:pt x="11" y="5"/>
                    <a:pt x="19" y="19"/>
                    <a:pt x="18" y="27"/>
                  </a:cubicBezTo>
                  <a:cubicBezTo>
                    <a:pt x="11" y="24"/>
                    <a:pt x="5" y="13"/>
                    <a:pt x="0" y="6"/>
                  </a:cubicBezTo>
                </a:path>
              </a:pathLst>
            </a:custGeom>
            <a:noFill/>
            <a:ln w="6350" cap="flat">
              <a:solidFill>
                <a:srgbClr val="FEF3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6086" name="Freeform 629">
              <a:extLst>
                <a:ext uri="{FF2B5EF4-FFF2-40B4-BE49-F238E27FC236}">
                  <a16:creationId xmlns:a16="http://schemas.microsoft.com/office/drawing/2014/main" id="{E5957FAB-A4D4-4FC3-8CC6-02F17B9D32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7" y="1499"/>
              <a:ext cx="16" cy="4"/>
            </a:xfrm>
            <a:custGeom>
              <a:avLst/>
              <a:gdLst>
                <a:gd name="T0" fmla="*/ 0 w 15"/>
                <a:gd name="T1" fmla="*/ 4 h 4"/>
                <a:gd name="T2" fmla="*/ 18 w 15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4">
                  <a:moveTo>
                    <a:pt x="0" y="4"/>
                  </a:moveTo>
                  <a:cubicBezTo>
                    <a:pt x="5" y="2"/>
                    <a:pt x="10" y="0"/>
                    <a:pt x="15" y="0"/>
                  </a:cubicBezTo>
                </a:path>
              </a:pathLst>
            </a:custGeom>
            <a:noFill/>
            <a:ln w="6350" cap="flat">
              <a:solidFill>
                <a:srgbClr val="FEF3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6087" name="Freeform 630">
              <a:extLst>
                <a:ext uri="{FF2B5EF4-FFF2-40B4-BE49-F238E27FC236}">
                  <a16:creationId xmlns:a16="http://schemas.microsoft.com/office/drawing/2014/main" id="{385EC6FD-947D-4045-8A72-EBDC224593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4" y="1655"/>
              <a:ext cx="17" cy="18"/>
            </a:xfrm>
            <a:custGeom>
              <a:avLst/>
              <a:gdLst>
                <a:gd name="T0" fmla="*/ 0 w 16"/>
                <a:gd name="T1" fmla="*/ 0 h 17"/>
                <a:gd name="T2" fmla="*/ 19 w 16"/>
                <a:gd name="T3" fmla="*/ 20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7">
                  <a:moveTo>
                    <a:pt x="0" y="0"/>
                  </a:moveTo>
                  <a:cubicBezTo>
                    <a:pt x="5" y="6"/>
                    <a:pt x="10" y="13"/>
                    <a:pt x="16" y="17"/>
                  </a:cubicBezTo>
                </a:path>
              </a:pathLst>
            </a:custGeom>
            <a:noFill/>
            <a:ln w="6350" cap="flat">
              <a:solidFill>
                <a:srgbClr val="FEF3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6088" name="Freeform 631">
              <a:extLst>
                <a:ext uri="{FF2B5EF4-FFF2-40B4-BE49-F238E27FC236}">
                  <a16:creationId xmlns:a16="http://schemas.microsoft.com/office/drawing/2014/main" id="{A35A39EA-3922-4F54-BFF2-4179972F12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0" y="1730"/>
              <a:ext cx="22" cy="21"/>
            </a:xfrm>
            <a:custGeom>
              <a:avLst/>
              <a:gdLst>
                <a:gd name="T0" fmla="*/ 0 w 21"/>
                <a:gd name="T1" fmla="*/ 6 h 20"/>
                <a:gd name="T2" fmla="*/ 1 w 21"/>
                <a:gd name="T3" fmla="*/ 3 h 20"/>
                <a:gd name="T4" fmla="*/ 19 w 21"/>
                <a:gd name="T5" fmla="*/ 0 h 20"/>
                <a:gd name="T6" fmla="*/ 3 w 21"/>
                <a:gd name="T7" fmla="*/ 15 h 20"/>
                <a:gd name="T8" fmla="*/ 24 w 21"/>
                <a:gd name="T9" fmla="*/ 17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20">
                  <a:moveTo>
                    <a:pt x="0" y="6"/>
                  </a:moveTo>
                  <a:cubicBezTo>
                    <a:pt x="0" y="5"/>
                    <a:pt x="0" y="4"/>
                    <a:pt x="1" y="3"/>
                  </a:cubicBezTo>
                  <a:cubicBezTo>
                    <a:pt x="6" y="1"/>
                    <a:pt x="11" y="0"/>
                    <a:pt x="16" y="0"/>
                  </a:cubicBezTo>
                  <a:cubicBezTo>
                    <a:pt x="16" y="7"/>
                    <a:pt x="8" y="7"/>
                    <a:pt x="3" y="12"/>
                  </a:cubicBezTo>
                  <a:cubicBezTo>
                    <a:pt x="6" y="20"/>
                    <a:pt x="15" y="15"/>
                    <a:pt x="21" y="14"/>
                  </a:cubicBezTo>
                </a:path>
              </a:pathLst>
            </a:custGeom>
            <a:noFill/>
            <a:ln w="6350" cap="flat">
              <a:solidFill>
                <a:srgbClr val="FEF3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6089" name="Freeform 632">
              <a:extLst>
                <a:ext uri="{FF2B5EF4-FFF2-40B4-BE49-F238E27FC236}">
                  <a16:creationId xmlns:a16="http://schemas.microsoft.com/office/drawing/2014/main" id="{13FC9211-037E-48BD-B85D-C972E4F7DF4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4" y="1860"/>
              <a:ext cx="39" cy="61"/>
            </a:xfrm>
            <a:custGeom>
              <a:avLst/>
              <a:gdLst>
                <a:gd name="T0" fmla="*/ 1 w 36"/>
                <a:gd name="T1" fmla="*/ 14 h 57"/>
                <a:gd name="T2" fmla="*/ 18 w 36"/>
                <a:gd name="T3" fmla="*/ 14 h 57"/>
                <a:gd name="T4" fmla="*/ 1 w 36"/>
                <a:gd name="T5" fmla="*/ 45 h 57"/>
                <a:gd name="T6" fmla="*/ 33 w 36"/>
                <a:gd name="T7" fmla="*/ 32 h 57"/>
                <a:gd name="T8" fmla="*/ 30 w 36"/>
                <a:gd name="T9" fmla="*/ 70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57">
                  <a:moveTo>
                    <a:pt x="1" y="11"/>
                  </a:moveTo>
                  <a:cubicBezTo>
                    <a:pt x="6" y="7"/>
                    <a:pt x="16" y="0"/>
                    <a:pt x="15" y="11"/>
                  </a:cubicBezTo>
                  <a:cubicBezTo>
                    <a:pt x="15" y="21"/>
                    <a:pt x="0" y="24"/>
                    <a:pt x="1" y="36"/>
                  </a:cubicBezTo>
                  <a:cubicBezTo>
                    <a:pt x="12" y="39"/>
                    <a:pt x="18" y="23"/>
                    <a:pt x="26" y="26"/>
                  </a:cubicBezTo>
                  <a:cubicBezTo>
                    <a:pt x="36" y="29"/>
                    <a:pt x="25" y="50"/>
                    <a:pt x="24" y="57"/>
                  </a:cubicBezTo>
                </a:path>
              </a:pathLst>
            </a:custGeom>
            <a:noFill/>
            <a:ln w="6350" cap="flat">
              <a:solidFill>
                <a:srgbClr val="FEF3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6090" name="Freeform 633">
              <a:extLst>
                <a:ext uri="{FF2B5EF4-FFF2-40B4-BE49-F238E27FC236}">
                  <a16:creationId xmlns:a16="http://schemas.microsoft.com/office/drawing/2014/main" id="{B37FEF49-D01E-4708-9BD2-ADF6F39B26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6" y="1867"/>
              <a:ext cx="23" cy="18"/>
            </a:xfrm>
            <a:custGeom>
              <a:avLst/>
              <a:gdLst>
                <a:gd name="T0" fmla="*/ 27 w 21"/>
                <a:gd name="T1" fmla="*/ 12 h 17"/>
                <a:gd name="T2" fmla="*/ 9 w 21"/>
                <a:gd name="T3" fmla="*/ 0 h 17"/>
                <a:gd name="T4" fmla="*/ 27 w 21"/>
                <a:gd name="T5" fmla="*/ 2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17">
                  <a:moveTo>
                    <a:pt x="21" y="9"/>
                  </a:moveTo>
                  <a:cubicBezTo>
                    <a:pt x="17" y="5"/>
                    <a:pt x="12" y="1"/>
                    <a:pt x="6" y="0"/>
                  </a:cubicBezTo>
                  <a:cubicBezTo>
                    <a:pt x="0" y="12"/>
                    <a:pt x="15" y="14"/>
                    <a:pt x="21" y="17"/>
                  </a:cubicBezTo>
                </a:path>
              </a:pathLst>
            </a:custGeom>
            <a:noFill/>
            <a:ln w="6350" cap="flat">
              <a:solidFill>
                <a:srgbClr val="FEF3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6091" name="Freeform 634">
              <a:extLst>
                <a:ext uri="{FF2B5EF4-FFF2-40B4-BE49-F238E27FC236}">
                  <a16:creationId xmlns:a16="http://schemas.microsoft.com/office/drawing/2014/main" id="{AE7CBAB4-214E-4BE7-B7DE-0F797DBADCE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6" y="1208"/>
              <a:ext cx="11" cy="14"/>
            </a:xfrm>
            <a:custGeom>
              <a:avLst/>
              <a:gdLst>
                <a:gd name="T0" fmla="*/ 1 w 11"/>
                <a:gd name="T1" fmla="*/ 16 h 13"/>
                <a:gd name="T2" fmla="*/ 11 w 11"/>
                <a:gd name="T3" fmla="*/ 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3">
                  <a:moveTo>
                    <a:pt x="1" y="13"/>
                  </a:moveTo>
                  <a:cubicBezTo>
                    <a:pt x="0" y="11"/>
                    <a:pt x="9" y="3"/>
                    <a:pt x="11" y="0"/>
                  </a:cubicBezTo>
                </a:path>
              </a:pathLst>
            </a:custGeom>
            <a:noFill/>
            <a:ln w="6350" cap="flat">
              <a:solidFill>
                <a:srgbClr val="FEF3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6092" name="Freeform 635">
              <a:extLst>
                <a:ext uri="{FF2B5EF4-FFF2-40B4-BE49-F238E27FC236}">
                  <a16:creationId xmlns:a16="http://schemas.microsoft.com/office/drawing/2014/main" id="{6CC4E0C4-DB2C-4340-9ECB-DA80A63F0D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6" y="1247"/>
              <a:ext cx="1" cy="16"/>
            </a:xfrm>
            <a:custGeom>
              <a:avLst/>
              <a:gdLst>
                <a:gd name="T0" fmla="*/ 0 w 1"/>
                <a:gd name="T1" fmla="*/ 0 h 15"/>
                <a:gd name="T2" fmla="*/ 1 w 1"/>
                <a:gd name="T3" fmla="*/ 18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5">
                  <a:moveTo>
                    <a:pt x="0" y="0"/>
                  </a:moveTo>
                  <a:cubicBezTo>
                    <a:pt x="0" y="5"/>
                    <a:pt x="0" y="11"/>
                    <a:pt x="1" y="15"/>
                  </a:cubicBezTo>
                </a:path>
              </a:pathLst>
            </a:custGeom>
            <a:noFill/>
            <a:ln w="6350" cap="flat">
              <a:solidFill>
                <a:srgbClr val="FEF3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6093" name="Freeform 636">
              <a:extLst>
                <a:ext uri="{FF2B5EF4-FFF2-40B4-BE49-F238E27FC236}">
                  <a16:creationId xmlns:a16="http://schemas.microsoft.com/office/drawing/2014/main" id="{29903860-BA33-47C7-BCCC-CEC29B0D7F9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2" y="2212"/>
              <a:ext cx="26" cy="38"/>
            </a:xfrm>
            <a:custGeom>
              <a:avLst/>
              <a:gdLst>
                <a:gd name="T0" fmla="*/ 28 w 25"/>
                <a:gd name="T1" fmla="*/ 15 h 36"/>
                <a:gd name="T2" fmla="*/ 9 w 25"/>
                <a:gd name="T3" fmla="*/ 4 h 36"/>
                <a:gd name="T4" fmla="*/ 25 w 25"/>
                <a:gd name="T5" fmla="*/ 29 h 36"/>
                <a:gd name="T6" fmla="*/ 0 w 25"/>
                <a:gd name="T7" fmla="*/ 42 h 3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36">
                  <a:moveTo>
                    <a:pt x="25" y="12"/>
                  </a:moveTo>
                  <a:cubicBezTo>
                    <a:pt x="20" y="7"/>
                    <a:pt x="16" y="0"/>
                    <a:pt x="9" y="4"/>
                  </a:cubicBezTo>
                  <a:cubicBezTo>
                    <a:pt x="6" y="17"/>
                    <a:pt x="21" y="16"/>
                    <a:pt x="22" y="25"/>
                  </a:cubicBezTo>
                  <a:cubicBezTo>
                    <a:pt x="24" y="36"/>
                    <a:pt x="7" y="36"/>
                    <a:pt x="0" y="36"/>
                  </a:cubicBezTo>
                </a:path>
              </a:pathLst>
            </a:custGeom>
            <a:noFill/>
            <a:ln w="6350" cap="flat">
              <a:solidFill>
                <a:srgbClr val="FEF3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6094" name="Freeform 637">
              <a:extLst>
                <a:ext uri="{FF2B5EF4-FFF2-40B4-BE49-F238E27FC236}">
                  <a16:creationId xmlns:a16="http://schemas.microsoft.com/office/drawing/2014/main" id="{017BDECC-C652-4DD1-99FD-5FDFCDD656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8" y="2285"/>
              <a:ext cx="19" cy="12"/>
            </a:xfrm>
            <a:custGeom>
              <a:avLst/>
              <a:gdLst>
                <a:gd name="T0" fmla="*/ 0 w 18"/>
                <a:gd name="T1" fmla="*/ 0 h 12"/>
                <a:gd name="T2" fmla="*/ 21 w 18"/>
                <a:gd name="T3" fmla="*/ 12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12">
                  <a:moveTo>
                    <a:pt x="0" y="0"/>
                  </a:moveTo>
                  <a:cubicBezTo>
                    <a:pt x="6" y="3"/>
                    <a:pt x="13" y="7"/>
                    <a:pt x="18" y="12"/>
                  </a:cubicBezTo>
                </a:path>
              </a:pathLst>
            </a:custGeom>
            <a:noFill/>
            <a:ln w="6350" cap="flat">
              <a:solidFill>
                <a:srgbClr val="FEF3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6095" name="Freeform 638">
              <a:extLst>
                <a:ext uri="{FF2B5EF4-FFF2-40B4-BE49-F238E27FC236}">
                  <a16:creationId xmlns:a16="http://schemas.microsoft.com/office/drawing/2014/main" id="{5587A040-D65A-47E2-9403-E4754C70B94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0" y="2532"/>
              <a:ext cx="14" cy="4"/>
            </a:xfrm>
            <a:custGeom>
              <a:avLst/>
              <a:gdLst>
                <a:gd name="T0" fmla="*/ 0 w 13"/>
                <a:gd name="T1" fmla="*/ 1 h 4"/>
                <a:gd name="T2" fmla="*/ 16 w 13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4">
                  <a:moveTo>
                    <a:pt x="0" y="1"/>
                  </a:moveTo>
                  <a:cubicBezTo>
                    <a:pt x="3" y="4"/>
                    <a:pt x="9" y="0"/>
                    <a:pt x="13" y="0"/>
                  </a:cubicBezTo>
                </a:path>
              </a:pathLst>
            </a:custGeom>
            <a:noFill/>
            <a:ln w="6350" cap="flat">
              <a:solidFill>
                <a:srgbClr val="FEF3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6096" name="Freeform 639">
              <a:extLst>
                <a:ext uri="{FF2B5EF4-FFF2-40B4-BE49-F238E27FC236}">
                  <a16:creationId xmlns:a16="http://schemas.microsoft.com/office/drawing/2014/main" id="{91A10B56-BC8F-4114-8A8F-B28D4775A13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0" y="1812"/>
              <a:ext cx="367" cy="138"/>
            </a:xfrm>
            <a:custGeom>
              <a:avLst/>
              <a:gdLst>
                <a:gd name="T0" fmla="*/ 57 w 344"/>
                <a:gd name="T1" fmla="*/ 3 h 129"/>
                <a:gd name="T2" fmla="*/ 86 w 344"/>
                <a:gd name="T3" fmla="*/ 0 h 129"/>
                <a:gd name="T4" fmla="*/ 112 w 344"/>
                <a:gd name="T5" fmla="*/ 22 h 129"/>
                <a:gd name="T6" fmla="*/ 147 w 344"/>
                <a:gd name="T7" fmla="*/ 57 h 129"/>
                <a:gd name="T8" fmla="*/ 225 w 344"/>
                <a:gd name="T9" fmla="*/ 105 h 129"/>
                <a:gd name="T10" fmla="*/ 317 w 344"/>
                <a:gd name="T11" fmla="*/ 133 h 129"/>
                <a:gd name="T12" fmla="*/ 367 w 344"/>
                <a:gd name="T13" fmla="*/ 143 h 129"/>
                <a:gd name="T14" fmla="*/ 418 w 344"/>
                <a:gd name="T15" fmla="*/ 152 h 129"/>
                <a:gd name="T16" fmla="*/ 339 w 344"/>
                <a:gd name="T17" fmla="*/ 150 h 129"/>
                <a:gd name="T18" fmla="*/ 224 w 344"/>
                <a:gd name="T19" fmla="*/ 128 h 129"/>
                <a:gd name="T20" fmla="*/ 113 w 344"/>
                <a:gd name="T21" fmla="*/ 71 h 129"/>
                <a:gd name="T22" fmla="*/ 75 w 344"/>
                <a:gd name="T23" fmla="*/ 37 h 129"/>
                <a:gd name="T24" fmla="*/ 35 w 344"/>
                <a:gd name="T25" fmla="*/ 67 h 129"/>
                <a:gd name="T26" fmla="*/ 0 w 344"/>
                <a:gd name="T27" fmla="*/ 95 h 129"/>
                <a:gd name="T28" fmla="*/ 35 w 344"/>
                <a:gd name="T29" fmla="*/ 45 h 129"/>
                <a:gd name="T30" fmla="*/ 62 w 344"/>
                <a:gd name="T31" fmla="*/ 7 h 12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344" h="129">
                  <a:moveTo>
                    <a:pt x="47" y="3"/>
                  </a:moveTo>
                  <a:cubicBezTo>
                    <a:pt x="54" y="3"/>
                    <a:pt x="67" y="6"/>
                    <a:pt x="71" y="0"/>
                  </a:cubicBezTo>
                  <a:cubicBezTo>
                    <a:pt x="79" y="0"/>
                    <a:pt x="87" y="13"/>
                    <a:pt x="92" y="19"/>
                  </a:cubicBezTo>
                  <a:cubicBezTo>
                    <a:pt x="101" y="30"/>
                    <a:pt x="111" y="38"/>
                    <a:pt x="121" y="47"/>
                  </a:cubicBezTo>
                  <a:cubicBezTo>
                    <a:pt x="142" y="65"/>
                    <a:pt x="162" y="74"/>
                    <a:pt x="186" y="86"/>
                  </a:cubicBezTo>
                  <a:cubicBezTo>
                    <a:pt x="211" y="98"/>
                    <a:pt x="233" y="105"/>
                    <a:pt x="261" y="108"/>
                  </a:cubicBezTo>
                  <a:cubicBezTo>
                    <a:pt x="274" y="110"/>
                    <a:pt x="289" y="114"/>
                    <a:pt x="302" y="117"/>
                  </a:cubicBezTo>
                  <a:cubicBezTo>
                    <a:pt x="315" y="120"/>
                    <a:pt x="332" y="118"/>
                    <a:pt x="344" y="124"/>
                  </a:cubicBezTo>
                  <a:cubicBezTo>
                    <a:pt x="330" y="129"/>
                    <a:pt x="297" y="124"/>
                    <a:pt x="279" y="122"/>
                  </a:cubicBezTo>
                  <a:cubicBezTo>
                    <a:pt x="248" y="119"/>
                    <a:pt x="215" y="113"/>
                    <a:pt x="185" y="105"/>
                  </a:cubicBezTo>
                  <a:cubicBezTo>
                    <a:pt x="151" y="97"/>
                    <a:pt x="117" y="83"/>
                    <a:pt x="93" y="58"/>
                  </a:cubicBezTo>
                  <a:cubicBezTo>
                    <a:pt x="85" y="51"/>
                    <a:pt x="75" y="30"/>
                    <a:pt x="62" y="31"/>
                  </a:cubicBezTo>
                  <a:cubicBezTo>
                    <a:pt x="53" y="32"/>
                    <a:pt x="37" y="50"/>
                    <a:pt x="29" y="55"/>
                  </a:cubicBezTo>
                  <a:cubicBezTo>
                    <a:pt x="19" y="62"/>
                    <a:pt x="10" y="70"/>
                    <a:pt x="0" y="78"/>
                  </a:cubicBezTo>
                  <a:cubicBezTo>
                    <a:pt x="12" y="66"/>
                    <a:pt x="19" y="50"/>
                    <a:pt x="29" y="36"/>
                  </a:cubicBezTo>
                  <a:cubicBezTo>
                    <a:pt x="35" y="26"/>
                    <a:pt x="46" y="17"/>
                    <a:pt x="51" y="7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6097" name="Freeform 640">
              <a:extLst>
                <a:ext uri="{FF2B5EF4-FFF2-40B4-BE49-F238E27FC236}">
                  <a16:creationId xmlns:a16="http://schemas.microsoft.com/office/drawing/2014/main" id="{F19C5797-1BCE-4BAC-9BBA-289EB063DF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9" y="1861"/>
              <a:ext cx="113" cy="73"/>
            </a:xfrm>
            <a:custGeom>
              <a:avLst/>
              <a:gdLst>
                <a:gd name="T0" fmla="*/ 0 w 105"/>
                <a:gd name="T1" fmla="*/ 84 h 68"/>
                <a:gd name="T2" fmla="*/ 20 w 105"/>
                <a:gd name="T3" fmla="*/ 67 h 68"/>
                <a:gd name="T4" fmla="*/ 39 w 105"/>
                <a:gd name="T5" fmla="*/ 40 h 68"/>
                <a:gd name="T6" fmla="*/ 63 w 105"/>
                <a:gd name="T7" fmla="*/ 1 h 68"/>
                <a:gd name="T8" fmla="*/ 96 w 105"/>
                <a:gd name="T9" fmla="*/ 40 h 68"/>
                <a:gd name="T10" fmla="*/ 131 w 105"/>
                <a:gd name="T11" fmla="*/ 79 h 68"/>
                <a:gd name="T12" fmla="*/ 91 w 105"/>
                <a:gd name="T13" fmla="*/ 53 h 68"/>
                <a:gd name="T14" fmla="*/ 60 w 105"/>
                <a:gd name="T15" fmla="*/ 35 h 68"/>
                <a:gd name="T16" fmla="*/ 32 w 105"/>
                <a:gd name="T17" fmla="*/ 65 h 68"/>
                <a:gd name="T18" fmla="*/ 6 w 105"/>
                <a:gd name="T19" fmla="*/ 82 h 6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05" h="68">
                  <a:moveTo>
                    <a:pt x="0" y="68"/>
                  </a:moveTo>
                  <a:cubicBezTo>
                    <a:pt x="2" y="64"/>
                    <a:pt x="12" y="59"/>
                    <a:pt x="17" y="54"/>
                  </a:cubicBezTo>
                  <a:cubicBezTo>
                    <a:pt x="23" y="47"/>
                    <a:pt x="27" y="40"/>
                    <a:pt x="31" y="32"/>
                  </a:cubicBezTo>
                  <a:cubicBezTo>
                    <a:pt x="35" y="24"/>
                    <a:pt x="41" y="2"/>
                    <a:pt x="51" y="1"/>
                  </a:cubicBezTo>
                  <a:cubicBezTo>
                    <a:pt x="61" y="0"/>
                    <a:pt x="72" y="25"/>
                    <a:pt x="77" y="32"/>
                  </a:cubicBezTo>
                  <a:cubicBezTo>
                    <a:pt x="84" y="42"/>
                    <a:pt x="94" y="58"/>
                    <a:pt x="105" y="64"/>
                  </a:cubicBezTo>
                  <a:cubicBezTo>
                    <a:pt x="95" y="61"/>
                    <a:pt x="81" y="50"/>
                    <a:pt x="73" y="43"/>
                  </a:cubicBezTo>
                  <a:cubicBezTo>
                    <a:pt x="65" y="36"/>
                    <a:pt x="58" y="23"/>
                    <a:pt x="48" y="29"/>
                  </a:cubicBezTo>
                  <a:cubicBezTo>
                    <a:pt x="39" y="34"/>
                    <a:pt x="35" y="47"/>
                    <a:pt x="26" y="53"/>
                  </a:cubicBezTo>
                  <a:cubicBezTo>
                    <a:pt x="20" y="58"/>
                    <a:pt x="12" y="63"/>
                    <a:pt x="6" y="66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6098" name="Freeform 641">
              <a:extLst>
                <a:ext uri="{FF2B5EF4-FFF2-40B4-BE49-F238E27FC236}">
                  <a16:creationId xmlns:a16="http://schemas.microsoft.com/office/drawing/2014/main" id="{16E73F0C-367E-410D-BDE5-3901CFF78B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7" y="2017"/>
              <a:ext cx="615" cy="88"/>
            </a:xfrm>
            <a:custGeom>
              <a:avLst/>
              <a:gdLst>
                <a:gd name="T0" fmla="*/ 0 w 575"/>
                <a:gd name="T1" fmla="*/ 0 h 82"/>
                <a:gd name="T2" fmla="*/ 170 w 575"/>
                <a:gd name="T3" fmla="*/ 58 h 82"/>
                <a:gd name="T4" fmla="*/ 493 w 575"/>
                <a:gd name="T5" fmla="*/ 52 h 82"/>
                <a:gd name="T6" fmla="*/ 704 w 575"/>
                <a:gd name="T7" fmla="*/ 31 h 82"/>
                <a:gd name="T8" fmla="*/ 516 w 575"/>
                <a:gd name="T9" fmla="*/ 80 h 82"/>
                <a:gd name="T10" fmla="*/ 233 w 575"/>
                <a:gd name="T11" fmla="*/ 83 h 82"/>
                <a:gd name="T12" fmla="*/ 0 w 575"/>
                <a:gd name="T13" fmla="*/ 0 h 8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75" h="82">
                  <a:moveTo>
                    <a:pt x="0" y="0"/>
                  </a:moveTo>
                  <a:cubicBezTo>
                    <a:pt x="0" y="0"/>
                    <a:pt x="90" y="50"/>
                    <a:pt x="139" y="47"/>
                  </a:cubicBezTo>
                  <a:cubicBezTo>
                    <a:pt x="189" y="45"/>
                    <a:pt x="334" y="19"/>
                    <a:pt x="403" y="42"/>
                  </a:cubicBezTo>
                  <a:cubicBezTo>
                    <a:pt x="471" y="64"/>
                    <a:pt x="534" y="46"/>
                    <a:pt x="575" y="25"/>
                  </a:cubicBezTo>
                  <a:cubicBezTo>
                    <a:pt x="575" y="25"/>
                    <a:pt x="486" y="82"/>
                    <a:pt x="422" y="65"/>
                  </a:cubicBezTo>
                  <a:cubicBezTo>
                    <a:pt x="358" y="47"/>
                    <a:pt x="238" y="52"/>
                    <a:pt x="191" y="67"/>
                  </a:cubicBezTo>
                  <a:cubicBezTo>
                    <a:pt x="145" y="81"/>
                    <a:pt x="81" y="54"/>
                    <a:pt x="0" y="0"/>
                  </a:cubicBezTo>
                  <a:close/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6099" name="Freeform 642">
              <a:extLst>
                <a:ext uri="{FF2B5EF4-FFF2-40B4-BE49-F238E27FC236}">
                  <a16:creationId xmlns:a16="http://schemas.microsoft.com/office/drawing/2014/main" id="{9083C2A0-7746-4C5B-83FC-8D652885EB7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6" y="2270"/>
              <a:ext cx="70" cy="145"/>
            </a:xfrm>
            <a:custGeom>
              <a:avLst/>
              <a:gdLst>
                <a:gd name="T0" fmla="*/ 40 w 65"/>
                <a:gd name="T1" fmla="*/ 0 h 136"/>
                <a:gd name="T2" fmla="*/ 3 w 65"/>
                <a:gd name="T3" fmla="*/ 50 h 136"/>
                <a:gd name="T4" fmla="*/ 3 w 65"/>
                <a:gd name="T5" fmla="*/ 107 h 136"/>
                <a:gd name="T6" fmla="*/ 5 w 65"/>
                <a:gd name="T7" fmla="*/ 165 h 136"/>
                <a:gd name="T8" fmla="*/ 12 w 65"/>
                <a:gd name="T9" fmla="*/ 111 h 136"/>
                <a:gd name="T10" fmla="*/ 20 w 65"/>
                <a:gd name="T11" fmla="*/ 61 h 136"/>
                <a:gd name="T12" fmla="*/ 51 w 65"/>
                <a:gd name="T13" fmla="*/ 42 h 136"/>
                <a:gd name="T14" fmla="*/ 81 w 65"/>
                <a:gd name="T15" fmla="*/ 36 h 136"/>
                <a:gd name="T16" fmla="*/ 46 w 65"/>
                <a:gd name="T17" fmla="*/ 2 h 1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5" h="136">
                  <a:moveTo>
                    <a:pt x="32" y="0"/>
                  </a:moveTo>
                  <a:cubicBezTo>
                    <a:pt x="14" y="6"/>
                    <a:pt x="7" y="24"/>
                    <a:pt x="3" y="41"/>
                  </a:cubicBezTo>
                  <a:cubicBezTo>
                    <a:pt x="0" y="57"/>
                    <a:pt x="2" y="72"/>
                    <a:pt x="3" y="88"/>
                  </a:cubicBezTo>
                  <a:cubicBezTo>
                    <a:pt x="4" y="103"/>
                    <a:pt x="0" y="122"/>
                    <a:pt x="5" y="136"/>
                  </a:cubicBezTo>
                  <a:cubicBezTo>
                    <a:pt x="5" y="121"/>
                    <a:pt x="7" y="106"/>
                    <a:pt x="9" y="92"/>
                  </a:cubicBezTo>
                  <a:cubicBezTo>
                    <a:pt x="11" y="79"/>
                    <a:pt x="10" y="62"/>
                    <a:pt x="17" y="50"/>
                  </a:cubicBezTo>
                  <a:cubicBezTo>
                    <a:pt x="22" y="42"/>
                    <a:pt x="31" y="35"/>
                    <a:pt x="41" y="35"/>
                  </a:cubicBezTo>
                  <a:cubicBezTo>
                    <a:pt x="51" y="35"/>
                    <a:pt x="56" y="38"/>
                    <a:pt x="65" y="30"/>
                  </a:cubicBezTo>
                  <a:cubicBezTo>
                    <a:pt x="46" y="28"/>
                    <a:pt x="37" y="24"/>
                    <a:pt x="37" y="2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6100" name="Freeform 643">
              <a:extLst>
                <a:ext uri="{FF2B5EF4-FFF2-40B4-BE49-F238E27FC236}">
                  <a16:creationId xmlns:a16="http://schemas.microsoft.com/office/drawing/2014/main" id="{EAC2126D-FD22-4501-98A8-418419CBAE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9" y="2320"/>
              <a:ext cx="124" cy="95"/>
            </a:xfrm>
            <a:custGeom>
              <a:avLst/>
              <a:gdLst>
                <a:gd name="T0" fmla="*/ 1 w 116"/>
                <a:gd name="T1" fmla="*/ 86 h 89"/>
                <a:gd name="T2" fmla="*/ 0 w 116"/>
                <a:gd name="T3" fmla="*/ 0 h 89"/>
                <a:gd name="T4" fmla="*/ 21 w 116"/>
                <a:gd name="T5" fmla="*/ 33 h 89"/>
                <a:gd name="T6" fmla="*/ 53 w 116"/>
                <a:gd name="T7" fmla="*/ 56 h 89"/>
                <a:gd name="T8" fmla="*/ 142 w 116"/>
                <a:gd name="T9" fmla="*/ 67 h 89"/>
                <a:gd name="T10" fmla="*/ 64 w 116"/>
                <a:gd name="T11" fmla="*/ 72 h 89"/>
                <a:gd name="T12" fmla="*/ 28 w 116"/>
                <a:gd name="T13" fmla="*/ 75 h 89"/>
                <a:gd name="T14" fmla="*/ 4 w 116"/>
                <a:gd name="T15" fmla="*/ 108 h 8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6" h="89">
                  <a:moveTo>
                    <a:pt x="1" y="71"/>
                  </a:moveTo>
                  <a:cubicBezTo>
                    <a:pt x="3" y="46"/>
                    <a:pt x="3" y="25"/>
                    <a:pt x="0" y="0"/>
                  </a:cubicBezTo>
                  <a:cubicBezTo>
                    <a:pt x="7" y="7"/>
                    <a:pt x="12" y="19"/>
                    <a:pt x="18" y="27"/>
                  </a:cubicBezTo>
                  <a:cubicBezTo>
                    <a:pt x="25" y="36"/>
                    <a:pt x="34" y="42"/>
                    <a:pt x="44" y="46"/>
                  </a:cubicBezTo>
                  <a:cubicBezTo>
                    <a:pt x="67" y="56"/>
                    <a:pt x="91" y="55"/>
                    <a:pt x="116" y="55"/>
                  </a:cubicBezTo>
                  <a:cubicBezTo>
                    <a:pt x="100" y="65"/>
                    <a:pt x="70" y="64"/>
                    <a:pt x="52" y="59"/>
                  </a:cubicBezTo>
                  <a:cubicBezTo>
                    <a:pt x="40" y="56"/>
                    <a:pt x="33" y="54"/>
                    <a:pt x="22" y="62"/>
                  </a:cubicBezTo>
                  <a:cubicBezTo>
                    <a:pt x="14" y="67"/>
                    <a:pt x="2" y="77"/>
                    <a:pt x="4" y="89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6101" name="Freeform 644">
              <a:extLst>
                <a:ext uri="{FF2B5EF4-FFF2-40B4-BE49-F238E27FC236}">
                  <a16:creationId xmlns:a16="http://schemas.microsoft.com/office/drawing/2014/main" id="{2F84506F-5486-4D68-AB6F-DD99759668E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2" y="2330"/>
              <a:ext cx="100" cy="60"/>
            </a:xfrm>
            <a:custGeom>
              <a:avLst/>
              <a:gdLst>
                <a:gd name="T0" fmla="*/ 109 w 94"/>
                <a:gd name="T1" fmla="*/ 0 h 57"/>
                <a:gd name="T2" fmla="*/ 52 w 94"/>
                <a:gd name="T3" fmla="*/ 47 h 57"/>
                <a:gd name="T4" fmla="*/ 24 w 94"/>
                <a:gd name="T5" fmla="*/ 57 h 57"/>
                <a:gd name="T6" fmla="*/ 0 w 94"/>
                <a:gd name="T7" fmla="*/ 61 h 57"/>
                <a:gd name="T8" fmla="*/ 65 w 94"/>
                <a:gd name="T9" fmla="*/ 59 h 57"/>
                <a:gd name="T10" fmla="*/ 110 w 94"/>
                <a:gd name="T11" fmla="*/ 59 h 57"/>
                <a:gd name="T12" fmla="*/ 109 w 94"/>
                <a:gd name="T13" fmla="*/ 2 h 5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4" h="57">
                  <a:moveTo>
                    <a:pt x="90" y="0"/>
                  </a:moveTo>
                  <a:cubicBezTo>
                    <a:pt x="73" y="15"/>
                    <a:pt x="64" y="32"/>
                    <a:pt x="43" y="41"/>
                  </a:cubicBezTo>
                  <a:cubicBezTo>
                    <a:pt x="36" y="45"/>
                    <a:pt x="29" y="46"/>
                    <a:pt x="21" y="48"/>
                  </a:cubicBezTo>
                  <a:cubicBezTo>
                    <a:pt x="15" y="49"/>
                    <a:pt x="4" y="49"/>
                    <a:pt x="0" y="52"/>
                  </a:cubicBezTo>
                  <a:cubicBezTo>
                    <a:pt x="11" y="57"/>
                    <a:pt x="42" y="53"/>
                    <a:pt x="54" y="50"/>
                  </a:cubicBezTo>
                  <a:cubicBezTo>
                    <a:pt x="69" y="45"/>
                    <a:pt x="77" y="38"/>
                    <a:pt x="91" y="50"/>
                  </a:cubicBezTo>
                  <a:cubicBezTo>
                    <a:pt x="94" y="36"/>
                    <a:pt x="90" y="17"/>
                    <a:pt x="90" y="2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6102" name="Freeform 645">
              <a:extLst>
                <a:ext uri="{FF2B5EF4-FFF2-40B4-BE49-F238E27FC236}">
                  <a16:creationId xmlns:a16="http://schemas.microsoft.com/office/drawing/2014/main" id="{8D617804-1E3F-47D6-BC65-D7EA3C877B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4" y="2406"/>
              <a:ext cx="172" cy="95"/>
            </a:xfrm>
            <a:custGeom>
              <a:avLst/>
              <a:gdLst>
                <a:gd name="T0" fmla="*/ 73 w 161"/>
                <a:gd name="T1" fmla="*/ 111 h 88"/>
                <a:gd name="T2" fmla="*/ 136 w 161"/>
                <a:gd name="T3" fmla="*/ 90 h 88"/>
                <a:gd name="T4" fmla="*/ 197 w 161"/>
                <a:gd name="T5" fmla="*/ 91 h 88"/>
                <a:gd name="T6" fmla="*/ 100 w 161"/>
                <a:gd name="T7" fmla="*/ 60 h 88"/>
                <a:gd name="T8" fmla="*/ 0 w 161"/>
                <a:gd name="T9" fmla="*/ 0 h 88"/>
                <a:gd name="T10" fmla="*/ 41 w 161"/>
                <a:gd name="T11" fmla="*/ 38 h 88"/>
                <a:gd name="T12" fmla="*/ 69 w 161"/>
                <a:gd name="T13" fmla="*/ 63 h 88"/>
                <a:gd name="T14" fmla="*/ 81 w 161"/>
                <a:gd name="T15" fmla="*/ 106 h 8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1" h="88">
                  <a:moveTo>
                    <a:pt x="60" y="88"/>
                  </a:moveTo>
                  <a:cubicBezTo>
                    <a:pt x="75" y="77"/>
                    <a:pt x="92" y="72"/>
                    <a:pt x="111" y="71"/>
                  </a:cubicBezTo>
                  <a:cubicBezTo>
                    <a:pt x="126" y="70"/>
                    <a:pt x="146" y="67"/>
                    <a:pt x="161" y="72"/>
                  </a:cubicBezTo>
                  <a:cubicBezTo>
                    <a:pt x="134" y="67"/>
                    <a:pt x="108" y="56"/>
                    <a:pt x="82" y="48"/>
                  </a:cubicBezTo>
                  <a:cubicBezTo>
                    <a:pt x="51" y="38"/>
                    <a:pt x="23" y="23"/>
                    <a:pt x="0" y="0"/>
                  </a:cubicBezTo>
                  <a:cubicBezTo>
                    <a:pt x="13" y="8"/>
                    <a:pt x="23" y="20"/>
                    <a:pt x="34" y="30"/>
                  </a:cubicBezTo>
                  <a:cubicBezTo>
                    <a:pt x="42" y="36"/>
                    <a:pt x="52" y="41"/>
                    <a:pt x="57" y="50"/>
                  </a:cubicBezTo>
                  <a:cubicBezTo>
                    <a:pt x="65" y="60"/>
                    <a:pt x="66" y="71"/>
                    <a:pt x="66" y="84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6103" name="Freeform 646">
              <a:extLst>
                <a:ext uri="{FF2B5EF4-FFF2-40B4-BE49-F238E27FC236}">
                  <a16:creationId xmlns:a16="http://schemas.microsoft.com/office/drawing/2014/main" id="{D83F0088-9EC3-4EEE-B599-E43785F1A4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0" y="2502"/>
              <a:ext cx="162" cy="158"/>
            </a:xfrm>
            <a:custGeom>
              <a:avLst/>
              <a:gdLst>
                <a:gd name="T0" fmla="*/ 0 w 152"/>
                <a:gd name="T1" fmla="*/ 6 h 148"/>
                <a:gd name="T2" fmla="*/ 84 w 152"/>
                <a:gd name="T3" fmla="*/ 12 h 148"/>
                <a:gd name="T4" fmla="*/ 146 w 152"/>
                <a:gd name="T5" fmla="*/ 31 h 148"/>
                <a:gd name="T6" fmla="*/ 161 w 152"/>
                <a:gd name="T7" fmla="*/ 180 h 148"/>
                <a:gd name="T8" fmla="*/ 113 w 152"/>
                <a:gd name="T9" fmla="*/ 36 h 148"/>
                <a:gd name="T10" fmla="*/ 4 w 152"/>
                <a:gd name="T11" fmla="*/ 14 h 14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2" h="148">
                  <a:moveTo>
                    <a:pt x="0" y="6"/>
                  </a:moveTo>
                  <a:cubicBezTo>
                    <a:pt x="20" y="0"/>
                    <a:pt x="49" y="7"/>
                    <a:pt x="69" y="9"/>
                  </a:cubicBezTo>
                  <a:cubicBezTo>
                    <a:pt x="84" y="10"/>
                    <a:pt x="111" y="14"/>
                    <a:pt x="121" y="25"/>
                  </a:cubicBezTo>
                  <a:cubicBezTo>
                    <a:pt x="152" y="59"/>
                    <a:pt x="110" y="113"/>
                    <a:pt x="133" y="148"/>
                  </a:cubicBezTo>
                  <a:cubicBezTo>
                    <a:pt x="112" y="112"/>
                    <a:pt x="139" y="50"/>
                    <a:pt x="93" y="30"/>
                  </a:cubicBezTo>
                  <a:cubicBezTo>
                    <a:pt x="66" y="18"/>
                    <a:pt x="28" y="28"/>
                    <a:pt x="4" y="11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6104" name="Freeform 647">
              <a:extLst>
                <a:ext uri="{FF2B5EF4-FFF2-40B4-BE49-F238E27FC236}">
                  <a16:creationId xmlns:a16="http://schemas.microsoft.com/office/drawing/2014/main" id="{F0F37709-991F-47B7-A236-63D874288C4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7" y="2683"/>
              <a:ext cx="126" cy="166"/>
            </a:xfrm>
            <a:custGeom>
              <a:avLst/>
              <a:gdLst>
                <a:gd name="T0" fmla="*/ 0 w 118"/>
                <a:gd name="T1" fmla="*/ 122 h 155"/>
                <a:gd name="T2" fmla="*/ 53 w 118"/>
                <a:gd name="T3" fmla="*/ 163 h 155"/>
                <a:gd name="T4" fmla="*/ 80 w 118"/>
                <a:gd name="T5" fmla="*/ 180 h 155"/>
                <a:gd name="T6" fmla="*/ 103 w 118"/>
                <a:gd name="T7" fmla="*/ 179 h 155"/>
                <a:gd name="T8" fmla="*/ 129 w 118"/>
                <a:gd name="T9" fmla="*/ 107 h 155"/>
                <a:gd name="T10" fmla="*/ 130 w 118"/>
                <a:gd name="T11" fmla="*/ 37 h 155"/>
                <a:gd name="T12" fmla="*/ 113 w 118"/>
                <a:gd name="T13" fmla="*/ 33 h 155"/>
                <a:gd name="T14" fmla="*/ 106 w 118"/>
                <a:gd name="T15" fmla="*/ 28 h 155"/>
                <a:gd name="T16" fmla="*/ 94 w 118"/>
                <a:gd name="T17" fmla="*/ 28 h 155"/>
                <a:gd name="T18" fmla="*/ 54 w 118"/>
                <a:gd name="T19" fmla="*/ 0 h 155"/>
                <a:gd name="T20" fmla="*/ 88 w 118"/>
                <a:gd name="T21" fmla="*/ 45 h 155"/>
                <a:gd name="T22" fmla="*/ 105 w 118"/>
                <a:gd name="T23" fmla="*/ 67 h 155"/>
                <a:gd name="T24" fmla="*/ 98 w 118"/>
                <a:gd name="T25" fmla="*/ 106 h 155"/>
                <a:gd name="T26" fmla="*/ 65 w 118"/>
                <a:gd name="T27" fmla="*/ 150 h 155"/>
                <a:gd name="T28" fmla="*/ 4 w 118"/>
                <a:gd name="T29" fmla="*/ 123 h 155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18" h="155">
                  <a:moveTo>
                    <a:pt x="0" y="99"/>
                  </a:moveTo>
                  <a:cubicBezTo>
                    <a:pt x="14" y="111"/>
                    <a:pt x="29" y="122"/>
                    <a:pt x="44" y="133"/>
                  </a:cubicBezTo>
                  <a:cubicBezTo>
                    <a:pt x="51" y="138"/>
                    <a:pt x="59" y="143"/>
                    <a:pt x="66" y="147"/>
                  </a:cubicBezTo>
                  <a:cubicBezTo>
                    <a:pt x="76" y="153"/>
                    <a:pt x="77" y="155"/>
                    <a:pt x="84" y="146"/>
                  </a:cubicBezTo>
                  <a:cubicBezTo>
                    <a:pt x="96" y="131"/>
                    <a:pt x="101" y="105"/>
                    <a:pt x="106" y="87"/>
                  </a:cubicBezTo>
                  <a:cubicBezTo>
                    <a:pt x="111" y="70"/>
                    <a:pt x="118" y="46"/>
                    <a:pt x="107" y="31"/>
                  </a:cubicBezTo>
                  <a:cubicBezTo>
                    <a:pt x="101" y="35"/>
                    <a:pt x="98" y="31"/>
                    <a:pt x="93" y="27"/>
                  </a:cubicBezTo>
                  <a:cubicBezTo>
                    <a:pt x="90" y="25"/>
                    <a:pt x="91" y="24"/>
                    <a:pt x="87" y="22"/>
                  </a:cubicBezTo>
                  <a:cubicBezTo>
                    <a:pt x="85" y="21"/>
                    <a:pt x="80" y="22"/>
                    <a:pt x="77" y="22"/>
                  </a:cubicBezTo>
                  <a:cubicBezTo>
                    <a:pt x="62" y="21"/>
                    <a:pt x="53" y="10"/>
                    <a:pt x="45" y="0"/>
                  </a:cubicBezTo>
                  <a:cubicBezTo>
                    <a:pt x="52" y="15"/>
                    <a:pt x="60" y="26"/>
                    <a:pt x="72" y="36"/>
                  </a:cubicBezTo>
                  <a:cubicBezTo>
                    <a:pt x="80" y="43"/>
                    <a:pt x="85" y="45"/>
                    <a:pt x="86" y="55"/>
                  </a:cubicBezTo>
                  <a:cubicBezTo>
                    <a:pt x="88" y="66"/>
                    <a:pt x="82" y="76"/>
                    <a:pt x="81" y="86"/>
                  </a:cubicBezTo>
                  <a:cubicBezTo>
                    <a:pt x="77" y="103"/>
                    <a:pt x="76" y="124"/>
                    <a:pt x="53" y="122"/>
                  </a:cubicBezTo>
                  <a:cubicBezTo>
                    <a:pt x="34" y="120"/>
                    <a:pt x="20" y="105"/>
                    <a:pt x="4" y="100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6105" name="Freeform 648">
              <a:extLst>
                <a:ext uri="{FF2B5EF4-FFF2-40B4-BE49-F238E27FC236}">
                  <a16:creationId xmlns:a16="http://schemas.microsoft.com/office/drawing/2014/main" id="{C02374A2-486C-426B-8081-E707597D3A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7" y="2788"/>
              <a:ext cx="183" cy="329"/>
            </a:xfrm>
            <a:custGeom>
              <a:avLst/>
              <a:gdLst>
                <a:gd name="T0" fmla="*/ 145 w 172"/>
                <a:gd name="T1" fmla="*/ 38 h 308"/>
                <a:gd name="T2" fmla="*/ 137 w 172"/>
                <a:gd name="T3" fmla="*/ 73 h 308"/>
                <a:gd name="T4" fmla="*/ 88 w 172"/>
                <a:gd name="T5" fmla="*/ 51 h 308"/>
                <a:gd name="T6" fmla="*/ 129 w 172"/>
                <a:gd name="T7" fmla="*/ 87 h 308"/>
                <a:gd name="T8" fmla="*/ 140 w 172"/>
                <a:gd name="T9" fmla="*/ 138 h 308"/>
                <a:gd name="T10" fmla="*/ 128 w 172"/>
                <a:gd name="T11" fmla="*/ 253 h 308"/>
                <a:gd name="T12" fmla="*/ 90 w 172"/>
                <a:gd name="T13" fmla="*/ 350 h 308"/>
                <a:gd name="T14" fmla="*/ 53 w 172"/>
                <a:gd name="T15" fmla="*/ 355 h 308"/>
                <a:gd name="T16" fmla="*/ 0 w 172"/>
                <a:gd name="T17" fmla="*/ 333 h 308"/>
                <a:gd name="T18" fmla="*/ 74 w 172"/>
                <a:gd name="T19" fmla="*/ 367 h 308"/>
                <a:gd name="T20" fmla="*/ 126 w 172"/>
                <a:gd name="T21" fmla="*/ 315 h 308"/>
                <a:gd name="T22" fmla="*/ 156 w 172"/>
                <a:gd name="T23" fmla="*/ 199 h 308"/>
                <a:gd name="T24" fmla="*/ 182 w 172"/>
                <a:gd name="T25" fmla="*/ 93 h 308"/>
                <a:gd name="T26" fmla="*/ 196 w 172"/>
                <a:gd name="T27" fmla="*/ 50 h 308"/>
                <a:gd name="T28" fmla="*/ 207 w 172"/>
                <a:gd name="T29" fmla="*/ 0 h 30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72" h="308">
                  <a:moveTo>
                    <a:pt x="120" y="32"/>
                  </a:moveTo>
                  <a:cubicBezTo>
                    <a:pt x="122" y="39"/>
                    <a:pt x="135" y="59"/>
                    <a:pt x="114" y="60"/>
                  </a:cubicBezTo>
                  <a:cubicBezTo>
                    <a:pt x="100" y="61"/>
                    <a:pt x="84" y="47"/>
                    <a:pt x="73" y="42"/>
                  </a:cubicBezTo>
                  <a:cubicBezTo>
                    <a:pt x="85" y="50"/>
                    <a:pt x="99" y="58"/>
                    <a:pt x="107" y="71"/>
                  </a:cubicBezTo>
                  <a:cubicBezTo>
                    <a:pt x="115" y="83"/>
                    <a:pt x="116" y="99"/>
                    <a:pt x="117" y="113"/>
                  </a:cubicBezTo>
                  <a:cubicBezTo>
                    <a:pt x="118" y="146"/>
                    <a:pt x="115" y="177"/>
                    <a:pt x="106" y="208"/>
                  </a:cubicBezTo>
                  <a:cubicBezTo>
                    <a:pt x="100" y="233"/>
                    <a:pt x="96" y="269"/>
                    <a:pt x="75" y="287"/>
                  </a:cubicBezTo>
                  <a:cubicBezTo>
                    <a:pt x="65" y="294"/>
                    <a:pt x="55" y="294"/>
                    <a:pt x="44" y="291"/>
                  </a:cubicBezTo>
                  <a:cubicBezTo>
                    <a:pt x="30" y="286"/>
                    <a:pt x="12" y="281"/>
                    <a:pt x="0" y="273"/>
                  </a:cubicBezTo>
                  <a:cubicBezTo>
                    <a:pt x="16" y="288"/>
                    <a:pt x="38" y="308"/>
                    <a:pt x="62" y="301"/>
                  </a:cubicBezTo>
                  <a:cubicBezTo>
                    <a:pt x="81" y="295"/>
                    <a:pt x="96" y="276"/>
                    <a:pt x="104" y="258"/>
                  </a:cubicBezTo>
                  <a:cubicBezTo>
                    <a:pt x="117" y="228"/>
                    <a:pt x="121" y="195"/>
                    <a:pt x="130" y="163"/>
                  </a:cubicBezTo>
                  <a:cubicBezTo>
                    <a:pt x="137" y="134"/>
                    <a:pt x="144" y="105"/>
                    <a:pt x="151" y="76"/>
                  </a:cubicBezTo>
                  <a:cubicBezTo>
                    <a:pt x="155" y="64"/>
                    <a:pt x="160" y="53"/>
                    <a:pt x="163" y="41"/>
                  </a:cubicBezTo>
                  <a:cubicBezTo>
                    <a:pt x="167" y="29"/>
                    <a:pt x="167" y="11"/>
                    <a:pt x="172" y="0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6106" name="Freeform 649">
              <a:extLst>
                <a:ext uri="{FF2B5EF4-FFF2-40B4-BE49-F238E27FC236}">
                  <a16:creationId xmlns:a16="http://schemas.microsoft.com/office/drawing/2014/main" id="{774411F8-90C2-4280-9C93-4F0263A3C3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1" y="2988"/>
              <a:ext cx="190" cy="138"/>
            </a:xfrm>
            <a:custGeom>
              <a:avLst/>
              <a:gdLst>
                <a:gd name="T0" fmla="*/ 216 w 177"/>
                <a:gd name="T1" fmla="*/ 6 h 129"/>
                <a:gd name="T2" fmla="*/ 172 w 177"/>
                <a:gd name="T3" fmla="*/ 92 h 129"/>
                <a:gd name="T4" fmla="*/ 89 w 177"/>
                <a:gd name="T5" fmla="*/ 88 h 129"/>
                <a:gd name="T6" fmla="*/ 0 w 177"/>
                <a:gd name="T7" fmla="*/ 93 h 129"/>
                <a:gd name="T8" fmla="*/ 75 w 177"/>
                <a:gd name="T9" fmla="*/ 113 h 129"/>
                <a:gd name="T10" fmla="*/ 134 w 177"/>
                <a:gd name="T11" fmla="*/ 143 h 129"/>
                <a:gd name="T12" fmla="*/ 219 w 177"/>
                <a:gd name="T13" fmla="*/ 0 h 1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7" h="129">
                  <a:moveTo>
                    <a:pt x="174" y="6"/>
                  </a:moveTo>
                  <a:cubicBezTo>
                    <a:pt x="166" y="27"/>
                    <a:pt x="157" y="61"/>
                    <a:pt x="139" y="75"/>
                  </a:cubicBezTo>
                  <a:cubicBezTo>
                    <a:pt x="120" y="90"/>
                    <a:pt x="91" y="80"/>
                    <a:pt x="72" y="72"/>
                  </a:cubicBezTo>
                  <a:cubicBezTo>
                    <a:pt x="47" y="62"/>
                    <a:pt x="23" y="60"/>
                    <a:pt x="0" y="76"/>
                  </a:cubicBezTo>
                  <a:cubicBezTo>
                    <a:pt x="19" y="72"/>
                    <a:pt x="44" y="84"/>
                    <a:pt x="61" y="93"/>
                  </a:cubicBezTo>
                  <a:cubicBezTo>
                    <a:pt x="77" y="102"/>
                    <a:pt x="91" y="113"/>
                    <a:pt x="108" y="117"/>
                  </a:cubicBezTo>
                  <a:cubicBezTo>
                    <a:pt x="169" y="129"/>
                    <a:pt x="160" y="32"/>
                    <a:pt x="177" y="0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6107" name="Freeform 650">
              <a:extLst>
                <a:ext uri="{FF2B5EF4-FFF2-40B4-BE49-F238E27FC236}">
                  <a16:creationId xmlns:a16="http://schemas.microsoft.com/office/drawing/2014/main" id="{3ACA3D88-73D4-451D-80A8-11339C27EA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2" y="3123"/>
              <a:ext cx="91" cy="42"/>
            </a:xfrm>
            <a:custGeom>
              <a:avLst/>
              <a:gdLst>
                <a:gd name="T0" fmla="*/ 55 w 85"/>
                <a:gd name="T1" fmla="*/ 0 h 40"/>
                <a:gd name="T2" fmla="*/ 86 w 85"/>
                <a:gd name="T3" fmla="*/ 41 h 40"/>
                <a:gd name="T4" fmla="*/ 43 w 85"/>
                <a:gd name="T5" fmla="*/ 43 h 40"/>
                <a:gd name="T6" fmla="*/ 18 w 85"/>
                <a:gd name="T7" fmla="*/ 41 h 40"/>
                <a:gd name="T8" fmla="*/ 0 w 85"/>
                <a:gd name="T9" fmla="*/ 41 h 40"/>
                <a:gd name="T10" fmla="*/ 26 w 85"/>
                <a:gd name="T11" fmla="*/ 37 h 40"/>
                <a:gd name="T12" fmla="*/ 54 w 85"/>
                <a:gd name="T13" fmla="*/ 30 h 40"/>
                <a:gd name="T14" fmla="*/ 55 w 85"/>
                <a:gd name="T15" fmla="*/ 2 h 4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5" h="40">
                  <a:moveTo>
                    <a:pt x="45" y="0"/>
                  </a:moveTo>
                  <a:cubicBezTo>
                    <a:pt x="50" y="7"/>
                    <a:pt x="85" y="23"/>
                    <a:pt x="70" y="35"/>
                  </a:cubicBezTo>
                  <a:cubicBezTo>
                    <a:pt x="63" y="40"/>
                    <a:pt x="43" y="38"/>
                    <a:pt x="35" y="37"/>
                  </a:cubicBezTo>
                  <a:cubicBezTo>
                    <a:pt x="28" y="36"/>
                    <a:pt x="22" y="35"/>
                    <a:pt x="15" y="35"/>
                  </a:cubicBezTo>
                  <a:cubicBezTo>
                    <a:pt x="11" y="35"/>
                    <a:pt x="4" y="38"/>
                    <a:pt x="0" y="35"/>
                  </a:cubicBezTo>
                  <a:cubicBezTo>
                    <a:pt x="7" y="35"/>
                    <a:pt x="14" y="32"/>
                    <a:pt x="21" y="31"/>
                  </a:cubicBezTo>
                  <a:cubicBezTo>
                    <a:pt x="28" y="29"/>
                    <a:pt x="36" y="30"/>
                    <a:pt x="44" y="27"/>
                  </a:cubicBezTo>
                  <a:cubicBezTo>
                    <a:pt x="59" y="22"/>
                    <a:pt x="53" y="11"/>
                    <a:pt x="45" y="2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6108" name="Freeform 651">
              <a:extLst>
                <a:ext uri="{FF2B5EF4-FFF2-40B4-BE49-F238E27FC236}">
                  <a16:creationId xmlns:a16="http://schemas.microsoft.com/office/drawing/2014/main" id="{503E8766-2AFE-430B-A4D2-8D0EB903377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5" y="3177"/>
              <a:ext cx="181" cy="229"/>
            </a:xfrm>
            <a:custGeom>
              <a:avLst/>
              <a:gdLst>
                <a:gd name="T0" fmla="*/ 0 w 170"/>
                <a:gd name="T1" fmla="*/ 13 h 214"/>
                <a:gd name="T2" fmla="*/ 28 w 170"/>
                <a:gd name="T3" fmla="*/ 6 h 214"/>
                <a:gd name="T4" fmla="*/ 56 w 170"/>
                <a:gd name="T5" fmla="*/ 2 h 214"/>
                <a:gd name="T6" fmla="*/ 115 w 170"/>
                <a:gd name="T7" fmla="*/ 5 h 214"/>
                <a:gd name="T8" fmla="*/ 185 w 170"/>
                <a:gd name="T9" fmla="*/ 24 h 214"/>
                <a:gd name="T10" fmla="*/ 199 w 170"/>
                <a:gd name="T11" fmla="*/ 148 h 214"/>
                <a:gd name="T12" fmla="*/ 194 w 170"/>
                <a:gd name="T13" fmla="*/ 262 h 214"/>
                <a:gd name="T14" fmla="*/ 188 w 170"/>
                <a:gd name="T15" fmla="*/ 200 h 214"/>
                <a:gd name="T16" fmla="*/ 181 w 170"/>
                <a:gd name="T17" fmla="*/ 117 h 214"/>
                <a:gd name="T18" fmla="*/ 178 w 170"/>
                <a:gd name="T19" fmla="*/ 67 h 214"/>
                <a:gd name="T20" fmla="*/ 153 w 170"/>
                <a:gd name="T21" fmla="*/ 47 h 214"/>
                <a:gd name="T22" fmla="*/ 70 w 170"/>
                <a:gd name="T23" fmla="*/ 29 h 214"/>
                <a:gd name="T24" fmla="*/ 12 w 170"/>
                <a:gd name="T25" fmla="*/ 18 h 21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70" h="214">
                  <a:moveTo>
                    <a:pt x="0" y="10"/>
                  </a:moveTo>
                  <a:cubicBezTo>
                    <a:pt x="7" y="12"/>
                    <a:pt x="17" y="7"/>
                    <a:pt x="23" y="6"/>
                  </a:cubicBezTo>
                  <a:cubicBezTo>
                    <a:pt x="31" y="4"/>
                    <a:pt x="39" y="2"/>
                    <a:pt x="47" y="2"/>
                  </a:cubicBezTo>
                  <a:cubicBezTo>
                    <a:pt x="63" y="0"/>
                    <a:pt x="80" y="4"/>
                    <a:pt x="95" y="5"/>
                  </a:cubicBezTo>
                  <a:cubicBezTo>
                    <a:pt x="115" y="8"/>
                    <a:pt x="142" y="2"/>
                    <a:pt x="153" y="20"/>
                  </a:cubicBezTo>
                  <a:cubicBezTo>
                    <a:pt x="170" y="48"/>
                    <a:pt x="164" y="89"/>
                    <a:pt x="165" y="121"/>
                  </a:cubicBezTo>
                  <a:cubicBezTo>
                    <a:pt x="167" y="151"/>
                    <a:pt x="168" y="185"/>
                    <a:pt x="161" y="214"/>
                  </a:cubicBezTo>
                  <a:cubicBezTo>
                    <a:pt x="155" y="198"/>
                    <a:pt x="158" y="181"/>
                    <a:pt x="156" y="164"/>
                  </a:cubicBezTo>
                  <a:cubicBezTo>
                    <a:pt x="154" y="142"/>
                    <a:pt x="151" y="118"/>
                    <a:pt x="150" y="95"/>
                  </a:cubicBezTo>
                  <a:cubicBezTo>
                    <a:pt x="150" y="83"/>
                    <a:pt x="151" y="68"/>
                    <a:pt x="147" y="55"/>
                  </a:cubicBezTo>
                  <a:cubicBezTo>
                    <a:pt x="144" y="44"/>
                    <a:pt x="137" y="42"/>
                    <a:pt x="127" y="38"/>
                  </a:cubicBezTo>
                  <a:cubicBezTo>
                    <a:pt x="106" y="30"/>
                    <a:pt x="80" y="26"/>
                    <a:pt x="58" y="23"/>
                  </a:cubicBezTo>
                  <a:cubicBezTo>
                    <a:pt x="47" y="22"/>
                    <a:pt x="15" y="24"/>
                    <a:pt x="9" y="15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6109" name="Freeform 652">
              <a:extLst>
                <a:ext uri="{FF2B5EF4-FFF2-40B4-BE49-F238E27FC236}">
                  <a16:creationId xmlns:a16="http://schemas.microsoft.com/office/drawing/2014/main" id="{F6E7AD3E-79DA-48F3-AFF2-8D80DCF6ADE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2" y="3250"/>
              <a:ext cx="217" cy="464"/>
            </a:xfrm>
            <a:custGeom>
              <a:avLst/>
              <a:gdLst>
                <a:gd name="T0" fmla="*/ 235 w 203"/>
                <a:gd name="T1" fmla="*/ 56 h 434"/>
                <a:gd name="T2" fmla="*/ 245 w 203"/>
                <a:gd name="T3" fmla="*/ 153 h 434"/>
                <a:gd name="T4" fmla="*/ 222 w 203"/>
                <a:gd name="T5" fmla="*/ 274 h 434"/>
                <a:gd name="T6" fmla="*/ 201 w 203"/>
                <a:gd name="T7" fmla="*/ 334 h 434"/>
                <a:gd name="T8" fmla="*/ 169 w 203"/>
                <a:gd name="T9" fmla="*/ 384 h 434"/>
                <a:gd name="T10" fmla="*/ 98 w 203"/>
                <a:gd name="T11" fmla="*/ 477 h 434"/>
                <a:gd name="T12" fmla="*/ 71 w 203"/>
                <a:gd name="T13" fmla="*/ 501 h 434"/>
                <a:gd name="T14" fmla="*/ 50 w 203"/>
                <a:gd name="T15" fmla="*/ 520 h 434"/>
                <a:gd name="T16" fmla="*/ 0 w 203"/>
                <a:gd name="T17" fmla="*/ 513 h 434"/>
                <a:gd name="T18" fmla="*/ 46 w 203"/>
                <a:gd name="T19" fmla="*/ 502 h 434"/>
                <a:gd name="T20" fmla="*/ 102 w 203"/>
                <a:gd name="T21" fmla="*/ 434 h 434"/>
                <a:gd name="T22" fmla="*/ 152 w 203"/>
                <a:gd name="T23" fmla="*/ 354 h 434"/>
                <a:gd name="T24" fmla="*/ 197 w 203"/>
                <a:gd name="T25" fmla="*/ 277 h 434"/>
                <a:gd name="T26" fmla="*/ 227 w 203"/>
                <a:gd name="T27" fmla="*/ 139 h 434"/>
                <a:gd name="T28" fmla="*/ 224 w 203"/>
                <a:gd name="T29" fmla="*/ 67 h 434"/>
                <a:gd name="T30" fmla="*/ 226 w 203"/>
                <a:gd name="T31" fmla="*/ 32 h 434"/>
                <a:gd name="T32" fmla="*/ 226 w 203"/>
                <a:gd name="T33" fmla="*/ 1 h 434"/>
                <a:gd name="T34" fmla="*/ 226 w 203"/>
                <a:gd name="T35" fmla="*/ 0 h 434"/>
                <a:gd name="T36" fmla="*/ 230 w 203"/>
                <a:gd name="T37" fmla="*/ 21 h 434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203" h="434">
                  <a:moveTo>
                    <a:pt x="193" y="46"/>
                  </a:moveTo>
                  <a:cubicBezTo>
                    <a:pt x="194" y="72"/>
                    <a:pt x="198" y="99"/>
                    <a:pt x="200" y="125"/>
                  </a:cubicBezTo>
                  <a:cubicBezTo>
                    <a:pt x="203" y="157"/>
                    <a:pt x="192" y="194"/>
                    <a:pt x="182" y="224"/>
                  </a:cubicBezTo>
                  <a:cubicBezTo>
                    <a:pt x="178" y="240"/>
                    <a:pt x="173" y="258"/>
                    <a:pt x="165" y="273"/>
                  </a:cubicBezTo>
                  <a:cubicBezTo>
                    <a:pt x="158" y="288"/>
                    <a:pt x="148" y="301"/>
                    <a:pt x="138" y="314"/>
                  </a:cubicBezTo>
                  <a:cubicBezTo>
                    <a:pt x="120" y="339"/>
                    <a:pt x="101" y="366"/>
                    <a:pt x="80" y="390"/>
                  </a:cubicBezTo>
                  <a:cubicBezTo>
                    <a:pt x="74" y="397"/>
                    <a:pt x="66" y="405"/>
                    <a:pt x="58" y="411"/>
                  </a:cubicBezTo>
                  <a:cubicBezTo>
                    <a:pt x="53" y="416"/>
                    <a:pt x="46" y="423"/>
                    <a:pt x="41" y="426"/>
                  </a:cubicBezTo>
                  <a:cubicBezTo>
                    <a:pt x="29" y="434"/>
                    <a:pt x="12" y="422"/>
                    <a:pt x="0" y="420"/>
                  </a:cubicBezTo>
                  <a:cubicBezTo>
                    <a:pt x="12" y="419"/>
                    <a:pt x="27" y="419"/>
                    <a:pt x="37" y="412"/>
                  </a:cubicBezTo>
                  <a:cubicBezTo>
                    <a:pt x="57" y="400"/>
                    <a:pt x="72" y="374"/>
                    <a:pt x="83" y="355"/>
                  </a:cubicBezTo>
                  <a:cubicBezTo>
                    <a:pt x="96" y="332"/>
                    <a:pt x="112" y="313"/>
                    <a:pt x="124" y="290"/>
                  </a:cubicBezTo>
                  <a:cubicBezTo>
                    <a:pt x="136" y="269"/>
                    <a:pt x="149" y="248"/>
                    <a:pt x="161" y="226"/>
                  </a:cubicBezTo>
                  <a:cubicBezTo>
                    <a:pt x="178" y="193"/>
                    <a:pt x="190" y="151"/>
                    <a:pt x="185" y="114"/>
                  </a:cubicBezTo>
                  <a:cubicBezTo>
                    <a:pt x="183" y="94"/>
                    <a:pt x="182" y="75"/>
                    <a:pt x="183" y="55"/>
                  </a:cubicBezTo>
                  <a:cubicBezTo>
                    <a:pt x="184" y="45"/>
                    <a:pt x="184" y="36"/>
                    <a:pt x="184" y="26"/>
                  </a:cubicBezTo>
                  <a:cubicBezTo>
                    <a:pt x="183" y="21"/>
                    <a:pt x="181" y="4"/>
                    <a:pt x="184" y="1"/>
                  </a:cubicBezTo>
                  <a:cubicBezTo>
                    <a:pt x="184" y="1"/>
                    <a:pt x="184" y="0"/>
                    <a:pt x="184" y="0"/>
                  </a:cubicBezTo>
                  <a:cubicBezTo>
                    <a:pt x="187" y="5"/>
                    <a:pt x="187" y="18"/>
                    <a:pt x="188" y="18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6110" name="Freeform 653">
              <a:extLst>
                <a:ext uri="{FF2B5EF4-FFF2-40B4-BE49-F238E27FC236}">
                  <a16:creationId xmlns:a16="http://schemas.microsoft.com/office/drawing/2014/main" id="{4F6D269F-8B08-4A64-8DCF-EE4AB17DB6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8" y="3113"/>
              <a:ext cx="181" cy="51"/>
            </a:xfrm>
            <a:custGeom>
              <a:avLst/>
              <a:gdLst>
                <a:gd name="T0" fmla="*/ 0 w 170"/>
                <a:gd name="T1" fmla="*/ 0 h 48"/>
                <a:gd name="T2" fmla="*/ 52 w 170"/>
                <a:gd name="T3" fmla="*/ 21 h 48"/>
                <a:gd name="T4" fmla="*/ 105 w 170"/>
                <a:gd name="T5" fmla="*/ 39 h 48"/>
                <a:gd name="T6" fmla="*/ 205 w 170"/>
                <a:gd name="T7" fmla="*/ 37 h 48"/>
                <a:gd name="T8" fmla="*/ 99 w 170"/>
                <a:gd name="T9" fmla="*/ 47 h 48"/>
                <a:gd name="T10" fmla="*/ 45 w 170"/>
                <a:gd name="T11" fmla="*/ 37 h 48"/>
                <a:gd name="T12" fmla="*/ 2 w 170"/>
                <a:gd name="T13" fmla="*/ 6 h 4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0" h="48">
                  <a:moveTo>
                    <a:pt x="0" y="0"/>
                  </a:moveTo>
                  <a:cubicBezTo>
                    <a:pt x="13" y="7"/>
                    <a:pt x="29" y="11"/>
                    <a:pt x="43" y="18"/>
                  </a:cubicBezTo>
                  <a:cubicBezTo>
                    <a:pt x="56" y="26"/>
                    <a:pt x="72" y="28"/>
                    <a:pt x="87" y="33"/>
                  </a:cubicBezTo>
                  <a:cubicBezTo>
                    <a:pt x="117" y="41"/>
                    <a:pt x="141" y="36"/>
                    <a:pt x="170" y="31"/>
                  </a:cubicBezTo>
                  <a:cubicBezTo>
                    <a:pt x="143" y="48"/>
                    <a:pt x="112" y="39"/>
                    <a:pt x="82" y="39"/>
                  </a:cubicBezTo>
                  <a:cubicBezTo>
                    <a:pt x="67" y="39"/>
                    <a:pt x="50" y="40"/>
                    <a:pt x="37" y="31"/>
                  </a:cubicBezTo>
                  <a:cubicBezTo>
                    <a:pt x="25" y="24"/>
                    <a:pt x="13" y="15"/>
                    <a:pt x="2" y="6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6111" name="Freeform 654">
              <a:extLst>
                <a:ext uri="{FF2B5EF4-FFF2-40B4-BE49-F238E27FC236}">
                  <a16:creationId xmlns:a16="http://schemas.microsoft.com/office/drawing/2014/main" id="{58EF783B-B522-4795-A88D-5F14EE6995A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4" y="3823"/>
              <a:ext cx="107" cy="20"/>
            </a:xfrm>
            <a:custGeom>
              <a:avLst/>
              <a:gdLst>
                <a:gd name="T0" fmla="*/ 0 w 100"/>
                <a:gd name="T1" fmla="*/ 7 h 19"/>
                <a:gd name="T2" fmla="*/ 64 w 100"/>
                <a:gd name="T3" fmla="*/ 3 h 19"/>
                <a:gd name="T4" fmla="*/ 91 w 100"/>
                <a:gd name="T5" fmla="*/ 13 h 19"/>
                <a:gd name="T6" fmla="*/ 122 w 100"/>
                <a:gd name="T7" fmla="*/ 22 h 19"/>
                <a:gd name="T8" fmla="*/ 95 w 100"/>
                <a:gd name="T9" fmla="*/ 15 h 19"/>
                <a:gd name="T10" fmla="*/ 66 w 100"/>
                <a:gd name="T11" fmla="*/ 18 h 19"/>
                <a:gd name="T12" fmla="*/ 37 w 100"/>
                <a:gd name="T13" fmla="*/ 14 h 19"/>
                <a:gd name="T14" fmla="*/ 2 w 100"/>
                <a:gd name="T15" fmla="*/ 7 h 1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0" h="19">
                  <a:moveTo>
                    <a:pt x="0" y="7"/>
                  </a:moveTo>
                  <a:cubicBezTo>
                    <a:pt x="18" y="7"/>
                    <a:pt x="35" y="0"/>
                    <a:pt x="52" y="3"/>
                  </a:cubicBezTo>
                  <a:cubicBezTo>
                    <a:pt x="59" y="5"/>
                    <a:pt x="66" y="9"/>
                    <a:pt x="74" y="10"/>
                  </a:cubicBezTo>
                  <a:cubicBezTo>
                    <a:pt x="86" y="11"/>
                    <a:pt x="91" y="9"/>
                    <a:pt x="100" y="19"/>
                  </a:cubicBezTo>
                  <a:cubicBezTo>
                    <a:pt x="94" y="16"/>
                    <a:pt x="85" y="12"/>
                    <a:pt x="78" y="12"/>
                  </a:cubicBezTo>
                  <a:cubicBezTo>
                    <a:pt x="69" y="13"/>
                    <a:pt x="63" y="16"/>
                    <a:pt x="54" y="15"/>
                  </a:cubicBezTo>
                  <a:cubicBezTo>
                    <a:pt x="46" y="13"/>
                    <a:pt x="39" y="11"/>
                    <a:pt x="31" y="11"/>
                  </a:cubicBezTo>
                  <a:cubicBezTo>
                    <a:pt x="21" y="12"/>
                    <a:pt x="10" y="17"/>
                    <a:pt x="2" y="7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6112" name="Freeform 655">
              <a:extLst>
                <a:ext uri="{FF2B5EF4-FFF2-40B4-BE49-F238E27FC236}">
                  <a16:creationId xmlns:a16="http://schemas.microsoft.com/office/drawing/2014/main" id="{AD883F15-3C66-4943-90CF-DEF7745984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0" y="2996"/>
              <a:ext cx="179" cy="44"/>
            </a:xfrm>
            <a:custGeom>
              <a:avLst/>
              <a:gdLst>
                <a:gd name="T0" fmla="*/ 206 w 167"/>
                <a:gd name="T1" fmla="*/ 48 h 41"/>
                <a:gd name="T2" fmla="*/ 84 w 167"/>
                <a:gd name="T3" fmla="*/ 20 h 41"/>
                <a:gd name="T4" fmla="*/ 0 w 167"/>
                <a:gd name="T5" fmla="*/ 48 h 41"/>
                <a:gd name="T6" fmla="*/ 102 w 167"/>
                <a:gd name="T7" fmla="*/ 11 h 41"/>
                <a:gd name="T8" fmla="*/ 202 w 167"/>
                <a:gd name="T9" fmla="*/ 50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7" h="41">
                  <a:moveTo>
                    <a:pt x="167" y="39"/>
                  </a:moveTo>
                  <a:cubicBezTo>
                    <a:pt x="135" y="38"/>
                    <a:pt x="102" y="18"/>
                    <a:pt x="68" y="17"/>
                  </a:cubicBezTo>
                  <a:cubicBezTo>
                    <a:pt x="42" y="17"/>
                    <a:pt x="23" y="29"/>
                    <a:pt x="0" y="39"/>
                  </a:cubicBezTo>
                  <a:cubicBezTo>
                    <a:pt x="21" y="12"/>
                    <a:pt x="53" y="0"/>
                    <a:pt x="83" y="8"/>
                  </a:cubicBezTo>
                  <a:cubicBezTo>
                    <a:pt x="110" y="15"/>
                    <a:pt x="143" y="22"/>
                    <a:pt x="163" y="41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6113" name="Freeform 656">
              <a:extLst>
                <a:ext uri="{FF2B5EF4-FFF2-40B4-BE49-F238E27FC236}">
                  <a16:creationId xmlns:a16="http://schemas.microsoft.com/office/drawing/2014/main" id="{48BF571D-0719-4530-8BE0-A7351F131C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9" y="1662"/>
              <a:ext cx="35" cy="96"/>
            </a:xfrm>
            <a:custGeom>
              <a:avLst/>
              <a:gdLst>
                <a:gd name="T0" fmla="*/ 31 w 32"/>
                <a:gd name="T1" fmla="*/ 0 h 90"/>
                <a:gd name="T2" fmla="*/ 39 w 32"/>
                <a:gd name="T3" fmla="*/ 54 h 90"/>
                <a:gd name="T4" fmla="*/ 26 w 32"/>
                <a:gd name="T5" fmla="*/ 109 h 90"/>
                <a:gd name="T6" fmla="*/ 1 w 32"/>
                <a:gd name="T7" fmla="*/ 53 h 90"/>
                <a:gd name="T8" fmla="*/ 1 w 32"/>
                <a:gd name="T9" fmla="*/ 54 h 90"/>
                <a:gd name="T10" fmla="*/ 31 w 32"/>
                <a:gd name="T11" fmla="*/ 2 h 9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2" h="90">
                  <a:moveTo>
                    <a:pt x="24" y="0"/>
                  </a:moveTo>
                  <a:cubicBezTo>
                    <a:pt x="30" y="13"/>
                    <a:pt x="32" y="30"/>
                    <a:pt x="30" y="45"/>
                  </a:cubicBezTo>
                  <a:cubicBezTo>
                    <a:pt x="29" y="55"/>
                    <a:pt x="26" y="82"/>
                    <a:pt x="20" y="90"/>
                  </a:cubicBezTo>
                  <a:cubicBezTo>
                    <a:pt x="16" y="80"/>
                    <a:pt x="24" y="35"/>
                    <a:pt x="1" y="44"/>
                  </a:cubicBezTo>
                  <a:cubicBezTo>
                    <a:pt x="0" y="45"/>
                    <a:pt x="0" y="45"/>
                    <a:pt x="1" y="45"/>
                  </a:cubicBezTo>
                  <a:cubicBezTo>
                    <a:pt x="3" y="33"/>
                    <a:pt x="14" y="10"/>
                    <a:pt x="24" y="2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6114" name="Freeform 657">
              <a:extLst>
                <a:ext uri="{FF2B5EF4-FFF2-40B4-BE49-F238E27FC236}">
                  <a16:creationId xmlns:a16="http://schemas.microsoft.com/office/drawing/2014/main" id="{990035A5-0F87-41BB-B0EF-14E8A1201382}"/>
                </a:ext>
              </a:extLst>
            </p:cNvPr>
            <p:cNvSpPr>
              <a:spLocks/>
            </p:cNvSpPr>
            <p:nvPr/>
          </p:nvSpPr>
          <p:spPr bwMode="auto">
            <a:xfrm>
              <a:off x="978" y="1574"/>
              <a:ext cx="108" cy="155"/>
            </a:xfrm>
            <a:custGeom>
              <a:avLst/>
              <a:gdLst>
                <a:gd name="T0" fmla="*/ 0 w 102"/>
                <a:gd name="T1" fmla="*/ 0 h 145"/>
                <a:gd name="T2" fmla="*/ 58 w 102"/>
                <a:gd name="T3" fmla="*/ 17 h 145"/>
                <a:gd name="T4" fmla="*/ 87 w 102"/>
                <a:gd name="T5" fmla="*/ 17 h 145"/>
                <a:gd name="T6" fmla="*/ 103 w 102"/>
                <a:gd name="T7" fmla="*/ 40 h 145"/>
                <a:gd name="T8" fmla="*/ 118 w 102"/>
                <a:gd name="T9" fmla="*/ 71 h 145"/>
                <a:gd name="T10" fmla="*/ 110 w 102"/>
                <a:gd name="T11" fmla="*/ 104 h 145"/>
                <a:gd name="T12" fmla="*/ 75 w 102"/>
                <a:gd name="T13" fmla="*/ 171 h 145"/>
                <a:gd name="T14" fmla="*/ 73 w 102"/>
                <a:gd name="T15" fmla="*/ 177 h 145"/>
                <a:gd name="T16" fmla="*/ 92 w 102"/>
                <a:gd name="T17" fmla="*/ 109 h 145"/>
                <a:gd name="T18" fmla="*/ 97 w 102"/>
                <a:gd name="T19" fmla="*/ 69 h 145"/>
                <a:gd name="T20" fmla="*/ 33 w 102"/>
                <a:gd name="T21" fmla="*/ 78 h 145"/>
                <a:gd name="T22" fmla="*/ 65 w 102"/>
                <a:gd name="T23" fmla="*/ 41 h 145"/>
                <a:gd name="T24" fmla="*/ 33 w 102"/>
                <a:gd name="T25" fmla="*/ 29 h 145"/>
                <a:gd name="T26" fmla="*/ 3 w 102"/>
                <a:gd name="T27" fmla="*/ 4 h 145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02" h="145">
                  <a:moveTo>
                    <a:pt x="0" y="0"/>
                  </a:moveTo>
                  <a:cubicBezTo>
                    <a:pt x="15" y="10"/>
                    <a:pt x="32" y="13"/>
                    <a:pt x="49" y="14"/>
                  </a:cubicBezTo>
                  <a:cubicBezTo>
                    <a:pt x="55" y="15"/>
                    <a:pt x="67" y="13"/>
                    <a:pt x="73" y="14"/>
                  </a:cubicBezTo>
                  <a:cubicBezTo>
                    <a:pt x="83" y="17"/>
                    <a:pt x="84" y="25"/>
                    <a:pt x="87" y="33"/>
                  </a:cubicBezTo>
                  <a:cubicBezTo>
                    <a:pt x="91" y="42"/>
                    <a:pt x="96" y="49"/>
                    <a:pt x="99" y="58"/>
                  </a:cubicBezTo>
                  <a:cubicBezTo>
                    <a:pt x="102" y="67"/>
                    <a:pt x="98" y="76"/>
                    <a:pt x="93" y="85"/>
                  </a:cubicBezTo>
                  <a:cubicBezTo>
                    <a:pt x="84" y="103"/>
                    <a:pt x="74" y="123"/>
                    <a:pt x="63" y="140"/>
                  </a:cubicBezTo>
                  <a:cubicBezTo>
                    <a:pt x="62" y="141"/>
                    <a:pt x="61" y="143"/>
                    <a:pt x="61" y="145"/>
                  </a:cubicBezTo>
                  <a:cubicBezTo>
                    <a:pt x="65" y="125"/>
                    <a:pt x="71" y="108"/>
                    <a:pt x="77" y="89"/>
                  </a:cubicBezTo>
                  <a:cubicBezTo>
                    <a:pt x="79" y="81"/>
                    <a:pt x="84" y="65"/>
                    <a:pt x="82" y="57"/>
                  </a:cubicBezTo>
                  <a:cubicBezTo>
                    <a:pt x="75" y="35"/>
                    <a:pt x="38" y="56"/>
                    <a:pt x="27" y="64"/>
                  </a:cubicBezTo>
                  <a:cubicBezTo>
                    <a:pt x="35" y="58"/>
                    <a:pt x="65" y="47"/>
                    <a:pt x="55" y="34"/>
                  </a:cubicBezTo>
                  <a:cubicBezTo>
                    <a:pt x="50" y="26"/>
                    <a:pt x="34" y="26"/>
                    <a:pt x="27" y="23"/>
                  </a:cubicBezTo>
                  <a:cubicBezTo>
                    <a:pt x="17" y="19"/>
                    <a:pt x="11" y="11"/>
                    <a:pt x="3" y="4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6115" name="Freeform 658">
              <a:extLst>
                <a:ext uri="{FF2B5EF4-FFF2-40B4-BE49-F238E27FC236}">
                  <a16:creationId xmlns:a16="http://schemas.microsoft.com/office/drawing/2014/main" id="{33F5D1C1-B7B1-4F5E-B3CC-87B5858421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3" y="1500"/>
              <a:ext cx="71" cy="78"/>
            </a:xfrm>
            <a:custGeom>
              <a:avLst/>
              <a:gdLst>
                <a:gd name="T0" fmla="*/ 82 w 66"/>
                <a:gd name="T1" fmla="*/ 0 h 73"/>
                <a:gd name="T2" fmla="*/ 71 w 66"/>
                <a:gd name="T3" fmla="*/ 44 h 73"/>
                <a:gd name="T4" fmla="*/ 73 w 66"/>
                <a:gd name="T5" fmla="*/ 89 h 73"/>
                <a:gd name="T6" fmla="*/ 37 w 66"/>
                <a:gd name="T7" fmla="*/ 77 h 73"/>
                <a:gd name="T8" fmla="*/ 0 w 66"/>
                <a:gd name="T9" fmla="*/ 67 h 73"/>
                <a:gd name="T10" fmla="*/ 53 w 66"/>
                <a:gd name="T11" fmla="*/ 64 h 73"/>
                <a:gd name="T12" fmla="*/ 77 w 66"/>
                <a:gd name="T13" fmla="*/ 6 h 7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6" h="73">
                  <a:moveTo>
                    <a:pt x="66" y="0"/>
                  </a:moveTo>
                  <a:cubicBezTo>
                    <a:pt x="62" y="12"/>
                    <a:pt x="57" y="24"/>
                    <a:pt x="57" y="36"/>
                  </a:cubicBezTo>
                  <a:cubicBezTo>
                    <a:pt x="56" y="48"/>
                    <a:pt x="62" y="62"/>
                    <a:pt x="59" y="73"/>
                  </a:cubicBezTo>
                  <a:cubicBezTo>
                    <a:pt x="48" y="70"/>
                    <a:pt x="43" y="63"/>
                    <a:pt x="30" y="63"/>
                  </a:cubicBezTo>
                  <a:cubicBezTo>
                    <a:pt x="18" y="64"/>
                    <a:pt x="9" y="65"/>
                    <a:pt x="0" y="55"/>
                  </a:cubicBezTo>
                  <a:cubicBezTo>
                    <a:pt x="11" y="58"/>
                    <a:pt x="33" y="60"/>
                    <a:pt x="43" y="52"/>
                  </a:cubicBezTo>
                  <a:cubicBezTo>
                    <a:pt x="53" y="43"/>
                    <a:pt x="55" y="18"/>
                    <a:pt x="62" y="6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6116" name="Freeform 659">
              <a:extLst>
                <a:ext uri="{FF2B5EF4-FFF2-40B4-BE49-F238E27FC236}">
                  <a16:creationId xmlns:a16="http://schemas.microsoft.com/office/drawing/2014/main" id="{FA88B11A-0B1F-4BE5-8428-86415BA8F601}"/>
                </a:ext>
              </a:extLst>
            </p:cNvPr>
            <p:cNvSpPr>
              <a:spLocks/>
            </p:cNvSpPr>
            <p:nvPr/>
          </p:nvSpPr>
          <p:spPr bwMode="auto">
            <a:xfrm>
              <a:off x="915" y="1896"/>
              <a:ext cx="79" cy="165"/>
            </a:xfrm>
            <a:custGeom>
              <a:avLst/>
              <a:gdLst>
                <a:gd name="T0" fmla="*/ 0 w 74"/>
                <a:gd name="T1" fmla="*/ 0 h 155"/>
                <a:gd name="T2" fmla="*/ 90 w 74"/>
                <a:gd name="T3" fmla="*/ 6 h 155"/>
                <a:gd name="T4" fmla="*/ 56 w 74"/>
                <a:gd name="T5" fmla="*/ 71 h 155"/>
                <a:gd name="T6" fmla="*/ 53 w 74"/>
                <a:gd name="T7" fmla="*/ 125 h 155"/>
                <a:gd name="T8" fmla="*/ 48 w 74"/>
                <a:gd name="T9" fmla="*/ 187 h 155"/>
                <a:gd name="T10" fmla="*/ 46 w 74"/>
                <a:gd name="T11" fmla="*/ 56 h 155"/>
                <a:gd name="T12" fmla="*/ 37 w 74"/>
                <a:gd name="T13" fmla="*/ 28 h 155"/>
                <a:gd name="T14" fmla="*/ 12 w 74"/>
                <a:gd name="T15" fmla="*/ 12 h 15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4" h="155">
                  <a:moveTo>
                    <a:pt x="0" y="0"/>
                  </a:moveTo>
                  <a:cubicBezTo>
                    <a:pt x="13" y="12"/>
                    <a:pt x="58" y="14"/>
                    <a:pt x="74" y="6"/>
                  </a:cubicBezTo>
                  <a:cubicBezTo>
                    <a:pt x="58" y="20"/>
                    <a:pt x="48" y="38"/>
                    <a:pt x="46" y="59"/>
                  </a:cubicBezTo>
                  <a:cubicBezTo>
                    <a:pt x="45" y="74"/>
                    <a:pt x="45" y="88"/>
                    <a:pt x="44" y="103"/>
                  </a:cubicBezTo>
                  <a:cubicBezTo>
                    <a:pt x="43" y="121"/>
                    <a:pt x="39" y="138"/>
                    <a:pt x="39" y="155"/>
                  </a:cubicBezTo>
                  <a:cubicBezTo>
                    <a:pt x="32" y="120"/>
                    <a:pt x="34" y="83"/>
                    <a:pt x="37" y="47"/>
                  </a:cubicBezTo>
                  <a:cubicBezTo>
                    <a:pt x="38" y="38"/>
                    <a:pt x="38" y="30"/>
                    <a:pt x="31" y="23"/>
                  </a:cubicBezTo>
                  <a:cubicBezTo>
                    <a:pt x="26" y="17"/>
                    <a:pt x="11" y="16"/>
                    <a:pt x="9" y="9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6117" name="Freeform 660">
              <a:extLst>
                <a:ext uri="{FF2B5EF4-FFF2-40B4-BE49-F238E27FC236}">
                  <a16:creationId xmlns:a16="http://schemas.microsoft.com/office/drawing/2014/main" id="{65B54EE9-5277-400F-8B08-68190A6357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9" y="1637"/>
              <a:ext cx="156" cy="260"/>
            </a:xfrm>
            <a:custGeom>
              <a:avLst/>
              <a:gdLst>
                <a:gd name="T0" fmla="*/ 7 w 146"/>
                <a:gd name="T1" fmla="*/ 0 h 243"/>
                <a:gd name="T2" fmla="*/ 28 w 146"/>
                <a:gd name="T3" fmla="*/ 52 h 243"/>
                <a:gd name="T4" fmla="*/ 28 w 146"/>
                <a:gd name="T5" fmla="*/ 101 h 243"/>
                <a:gd name="T6" fmla="*/ 17 w 146"/>
                <a:gd name="T7" fmla="*/ 185 h 243"/>
                <a:gd name="T8" fmla="*/ 50 w 146"/>
                <a:gd name="T9" fmla="*/ 216 h 243"/>
                <a:gd name="T10" fmla="*/ 79 w 146"/>
                <a:gd name="T11" fmla="*/ 250 h 243"/>
                <a:gd name="T12" fmla="*/ 168 w 146"/>
                <a:gd name="T13" fmla="*/ 296 h 243"/>
                <a:gd name="T14" fmla="*/ 178 w 146"/>
                <a:gd name="T15" fmla="*/ 297 h 243"/>
                <a:gd name="T16" fmla="*/ 128 w 146"/>
                <a:gd name="T17" fmla="*/ 274 h 243"/>
                <a:gd name="T18" fmla="*/ 90 w 146"/>
                <a:gd name="T19" fmla="*/ 236 h 243"/>
                <a:gd name="T20" fmla="*/ 66 w 146"/>
                <a:gd name="T21" fmla="*/ 203 h 243"/>
                <a:gd name="T22" fmla="*/ 40 w 146"/>
                <a:gd name="T23" fmla="*/ 177 h 243"/>
                <a:gd name="T24" fmla="*/ 48 w 146"/>
                <a:gd name="T25" fmla="*/ 82 h 243"/>
                <a:gd name="T26" fmla="*/ 7 w 146"/>
                <a:gd name="T27" fmla="*/ 4 h 243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46" h="243">
                  <a:moveTo>
                    <a:pt x="7" y="0"/>
                  </a:moveTo>
                  <a:cubicBezTo>
                    <a:pt x="5" y="9"/>
                    <a:pt x="19" y="31"/>
                    <a:pt x="22" y="43"/>
                  </a:cubicBezTo>
                  <a:cubicBezTo>
                    <a:pt x="26" y="56"/>
                    <a:pt x="25" y="69"/>
                    <a:pt x="22" y="82"/>
                  </a:cubicBezTo>
                  <a:cubicBezTo>
                    <a:pt x="16" y="103"/>
                    <a:pt x="0" y="128"/>
                    <a:pt x="14" y="151"/>
                  </a:cubicBezTo>
                  <a:cubicBezTo>
                    <a:pt x="20" y="162"/>
                    <a:pt x="33" y="168"/>
                    <a:pt x="41" y="177"/>
                  </a:cubicBezTo>
                  <a:cubicBezTo>
                    <a:pt x="50" y="185"/>
                    <a:pt x="57" y="196"/>
                    <a:pt x="65" y="205"/>
                  </a:cubicBezTo>
                  <a:cubicBezTo>
                    <a:pt x="84" y="226"/>
                    <a:pt x="109" y="242"/>
                    <a:pt x="138" y="242"/>
                  </a:cubicBezTo>
                  <a:cubicBezTo>
                    <a:pt x="140" y="242"/>
                    <a:pt x="143" y="243"/>
                    <a:pt x="146" y="243"/>
                  </a:cubicBezTo>
                  <a:cubicBezTo>
                    <a:pt x="133" y="235"/>
                    <a:pt x="118" y="232"/>
                    <a:pt x="105" y="223"/>
                  </a:cubicBezTo>
                  <a:cubicBezTo>
                    <a:pt x="93" y="215"/>
                    <a:pt x="83" y="204"/>
                    <a:pt x="74" y="193"/>
                  </a:cubicBezTo>
                  <a:cubicBezTo>
                    <a:pt x="67" y="184"/>
                    <a:pt x="61" y="175"/>
                    <a:pt x="54" y="166"/>
                  </a:cubicBezTo>
                  <a:cubicBezTo>
                    <a:pt x="47" y="159"/>
                    <a:pt x="37" y="153"/>
                    <a:pt x="33" y="144"/>
                  </a:cubicBezTo>
                  <a:cubicBezTo>
                    <a:pt x="22" y="118"/>
                    <a:pt x="41" y="92"/>
                    <a:pt x="39" y="67"/>
                  </a:cubicBezTo>
                  <a:cubicBezTo>
                    <a:pt x="36" y="42"/>
                    <a:pt x="18" y="24"/>
                    <a:pt x="7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6118" name="Freeform 661">
              <a:extLst>
                <a:ext uri="{FF2B5EF4-FFF2-40B4-BE49-F238E27FC236}">
                  <a16:creationId xmlns:a16="http://schemas.microsoft.com/office/drawing/2014/main" id="{28CC276E-81F9-4A1D-A7CC-AED7DC7E5F5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4" y="1457"/>
              <a:ext cx="25" cy="45"/>
            </a:xfrm>
            <a:custGeom>
              <a:avLst/>
              <a:gdLst>
                <a:gd name="T0" fmla="*/ 0 w 24"/>
                <a:gd name="T1" fmla="*/ 33 h 42"/>
                <a:gd name="T2" fmla="*/ 18 w 24"/>
                <a:gd name="T3" fmla="*/ 27 h 42"/>
                <a:gd name="T4" fmla="*/ 15 w 24"/>
                <a:gd name="T5" fmla="*/ 51 h 42"/>
                <a:gd name="T6" fmla="*/ 23 w 24"/>
                <a:gd name="T7" fmla="*/ 16 h 42"/>
                <a:gd name="T8" fmla="*/ 3 w 24"/>
                <a:gd name="T9" fmla="*/ 27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42">
                  <a:moveTo>
                    <a:pt x="0" y="27"/>
                  </a:moveTo>
                  <a:cubicBezTo>
                    <a:pt x="2" y="27"/>
                    <a:pt x="9" y="11"/>
                    <a:pt x="15" y="21"/>
                  </a:cubicBezTo>
                  <a:cubicBezTo>
                    <a:pt x="18" y="26"/>
                    <a:pt x="12" y="37"/>
                    <a:pt x="12" y="42"/>
                  </a:cubicBezTo>
                  <a:cubicBezTo>
                    <a:pt x="18" y="37"/>
                    <a:pt x="24" y="20"/>
                    <a:pt x="20" y="13"/>
                  </a:cubicBezTo>
                  <a:cubicBezTo>
                    <a:pt x="13" y="0"/>
                    <a:pt x="7" y="16"/>
                    <a:pt x="3" y="2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6119" name="Freeform 662">
              <a:extLst>
                <a:ext uri="{FF2B5EF4-FFF2-40B4-BE49-F238E27FC236}">
                  <a16:creationId xmlns:a16="http://schemas.microsoft.com/office/drawing/2014/main" id="{A50683D9-3AF9-4635-AFA5-0B6E5C096F2E}"/>
                </a:ext>
              </a:extLst>
            </p:cNvPr>
            <p:cNvSpPr>
              <a:spLocks/>
            </p:cNvSpPr>
            <p:nvPr/>
          </p:nvSpPr>
          <p:spPr bwMode="auto">
            <a:xfrm>
              <a:off x="949" y="1541"/>
              <a:ext cx="33" cy="30"/>
            </a:xfrm>
            <a:custGeom>
              <a:avLst/>
              <a:gdLst>
                <a:gd name="T0" fmla="*/ 31 w 31"/>
                <a:gd name="T1" fmla="*/ 34 h 28"/>
                <a:gd name="T2" fmla="*/ 20 w 31"/>
                <a:gd name="T3" fmla="*/ 12 h 28"/>
                <a:gd name="T4" fmla="*/ 37 w 31"/>
                <a:gd name="T5" fmla="*/ 11 h 28"/>
                <a:gd name="T6" fmla="*/ 14 w 31"/>
                <a:gd name="T7" fmla="*/ 2 h 28"/>
                <a:gd name="T8" fmla="*/ 28 w 31"/>
                <a:gd name="T9" fmla="*/ 33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28">
                  <a:moveTo>
                    <a:pt x="25" y="28"/>
                  </a:moveTo>
                  <a:cubicBezTo>
                    <a:pt x="21" y="24"/>
                    <a:pt x="12" y="15"/>
                    <a:pt x="17" y="9"/>
                  </a:cubicBezTo>
                  <a:cubicBezTo>
                    <a:pt x="20" y="5"/>
                    <a:pt x="27" y="6"/>
                    <a:pt x="31" y="8"/>
                  </a:cubicBezTo>
                  <a:cubicBezTo>
                    <a:pt x="28" y="5"/>
                    <a:pt x="15" y="0"/>
                    <a:pt x="11" y="2"/>
                  </a:cubicBezTo>
                  <a:cubicBezTo>
                    <a:pt x="0" y="9"/>
                    <a:pt x="18" y="23"/>
                    <a:pt x="23" y="2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6120" name="Freeform 663">
              <a:extLst>
                <a:ext uri="{FF2B5EF4-FFF2-40B4-BE49-F238E27FC236}">
                  <a16:creationId xmlns:a16="http://schemas.microsoft.com/office/drawing/2014/main" id="{74FB08BC-7F46-40B7-B5E6-F4DFF2185A48}"/>
                </a:ext>
              </a:extLst>
            </p:cNvPr>
            <p:cNvSpPr>
              <a:spLocks/>
            </p:cNvSpPr>
            <p:nvPr/>
          </p:nvSpPr>
          <p:spPr bwMode="auto">
            <a:xfrm>
              <a:off x="935" y="1631"/>
              <a:ext cx="34" cy="30"/>
            </a:xfrm>
            <a:custGeom>
              <a:avLst/>
              <a:gdLst>
                <a:gd name="T0" fmla="*/ 35 w 32"/>
                <a:gd name="T1" fmla="*/ 0 h 28"/>
                <a:gd name="T2" fmla="*/ 21 w 32"/>
                <a:gd name="T3" fmla="*/ 15 h 28"/>
                <a:gd name="T4" fmla="*/ 38 w 32"/>
                <a:gd name="T5" fmla="*/ 27 h 28"/>
                <a:gd name="T6" fmla="*/ 24 w 32"/>
                <a:gd name="T7" fmla="*/ 0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28">
                  <a:moveTo>
                    <a:pt x="29" y="0"/>
                  </a:moveTo>
                  <a:cubicBezTo>
                    <a:pt x="24" y="4"/>
                    <a:pt x="17" y="3"/>
                    <a:pt x="18" y="12"/>
                  </a:cubicBezTo>
                  <a:cubicBezTo>
                    <a:pt x="18" y="19"/>
                    <a:pt x="25" y="21"/>
                    <a:pt x="32" y="21"/>
                  </a:cubicBezTo>
                  <a:cubicBezTo>
                    <a:pt x="13" y="28"/>
                    <a:pt x="0" y="0"/>
                    <a:pt x="2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6121" name="Freeform 664">
              <a:extLst>
                <a:ext uri="{FF2B5EF4-FFF2-40B4-BE49-F238E27FC236}">
                  <a16:creationId xmlns:a16="http://schemas.microsoft.com/office/drawing/2014/main" id="{91E07960-A060-4E7B-849B-8CA952C94ED7}"/>
                </a:ext>
              </a:extLst>
            </p:cNvPr>
            <p:cNvSpPr>
              <a:spLocks/>
            </p:cNvSpPr>
            <p:nvPr/>
          </p:nvSpPr>
          <p:spPr bwMode="auto">
            <a:xfrm>
              <a:off x="801" y="1211"/>
              <a:ext cx="528" cy="584"/>
            </a:xfrm>
            <a:custGeom>
              <a:avLst/>
              <a:gdLst>
                <a:gd name="T0" fmla="*/ 603 w 494"/>
                <a:gd name="T1" fmla="*/ 0 h 547"/>
                <a:gd name="T2" fmla="*/ 153 w 494"/>
                <a:gd name="T3" fmla="*/ 225 h 547"/>
                <a:gd name="T4" fmla="*/ 98 w 494"/>
                <a:gd name="T5" fmla="*/ 327 h 547"/>
                <a:gd name="T6" fmla="*/ 0 w 494"/>
                <a:gd name="T7" fmla="*/ 666 h 547"/>
                <a:gd name="T8" fmla="*/ 90 w 494"/>
                <a:gd name="T9" fmla="*/ 353 h 547"/>
                <a:gd name="T10" fmla="*/ 164 w 494"/>
                <a:gd name="T11" fmla="*/ 233 h 547"/>
                <a:gd name="T12" fmla="*/ 603 w 494"/>
                <a:gd name="T13" fmla="*/ 0 h 54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94" h="547">
                  <a:moveTo>
                    <a:pt x="494" y="0"/>
                  </a:moveTo>
                  <a:cubicBezTo>
                    <a:pt x="494" y="0"/>
                    <a:pt x="198" y="15"/>
                    <a:pt x="125" y="185"/>
                  </a:cubicBezTo>
                  <a:cubicBezTo>
                    <a:pt x="104" y="234"/>
                    <a:pt x="96" y="252"/>
                    <a:pt x="80" y="269"/>
                  </a:cubicBezTo>
                  <a:cubicBezTo>
                    <a:pt x="64" y="287"/>
                    <a:pt x="15" y="350"/>
                    <a:pt x="0" y="547"/>
                  </a:cubicBezTo>
                  <a:cubicBezTo>
                    <a:pt x="0" y="547"/>
                    <a:pt x="19" y="371"/>
                    <a:pt x="74" y="290"/>
                  </a:cubicBezTo>
                  <a:cubicBezTo>
                    <a:pt x="130" y="209"/>
                    <a:pt x="124" y="212"/>
                    <a:pt x="134" y="191"/>
                  </a:cubicBezTo>
                  <a:cubicBezTo>
                    <a:pt x="145" y="170"/>
                    <a:pt x="200" y="34"/>
                    <a:pt x="49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6122" name="Freeform 665">
              <a:extLst>
                <a:ext uri="{FF2B5EF4-FFF2-40B4-BE49-F238E27FC236}">
                  <a16:creationId xmlns:a16="http://schemas.microsoft.com/office/drawing/2014/main" id="{1B318E2B-0761-4B17-8FDB-2D336B17B19A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" y="1845"/>
              <a:ext cx="83" cy="102"/>
            </a:xfrm>
            <a:custGeom>
              <a:avLst/>
              <a:gdLst>
                <a:gd name="T0" fmla="*/ 35 w 78"/>
                <a:gd name="T1" fmla="*/ 0 h 95"/>
                <a:gd name="T2" fmla="*/ 19 w 78"/>
                <a:gd name="T3" fmla="*/ 67 h 95"/>
                <a:gd name="T4" fmla="*/ 45 w 78"/>
                <a:gd name="T5" fmla="*/ 101 h 95"/>
                <a:gd name="T6" fmla="*/ 94 w 78"/>
                <a:gd name="T7" fmla="*/ 115 h 95"/>
                <a:gd name="T8" fmla="*/ 59 w 78"/>
                <a:gd name="T9" fmla="*/ 94 h 95"/>
                <a:gd name="T10" fmla="*/ 43 w 78"/>
                <a:gd name="T11" fmla="*/ 65 h 95"/>
                <a:gd name="T12" fmla="*/ 24 w 78"/>
                <a:gd name="T13" fmla="*/ 46 h 95"/>
                <a:gd name="T14" fmla="*/ 37 w 78"/>
                <a:gd name="T15" fmla="*/ 6 h 9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8" h="95">
                  <a:moveTo>
                    <a:pt x="29" y="0"/>
                  </a:moveTo>
                  <a:cubicBezTo>
                    <a:pt x="14" y="14"/>
                    <a:pt x="0" y="36"/>
                    <a:pt x="16" y="54"/>
                  </a:cubicBezTo>
                  <a:cubicBezTo>
                    <a:pt x="25" y="64"/>
                    <a:pt x="30" y="72"/>
                    <a:pt x="37" y="82"/>
                  </a:cubicBezTo>
                  <a:cubicBezTo>
                    <a:pt x="46" y="95"/>
                    <a:pt x="63" y="92"/>
                    <a:pt x="78" y="93"/>
                  </a:cubicBezTo>
                  <a:cubicBezTo>
                    <a:pt x="69" y="89"/>
                    <a:pt x="56" y="83"/>
                    <a:pt x="49" y="76"/>
                  </a:cubicBezTo>
                  <a:cubicBezTo>
                    <a:pt x="43" y="70"/>
                    <a:pt x="42" y="60"/>
                    <a:pt x="36" y="53"/>
                  </a:cubicBezTo>
                  <a:cubicBezTo>
                    <a:pt x="30" y="48"/>
                    <a:pt x="23" y="45"/>
                    <a:pt x="21" y="37"/>
                  </a:cubicBezTo>
                  <a:cubicBezTo>
                    <a:pt x="19" y="29"/>
                    <a:pt x="24" y="10"/>
                    <a:pt x="31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6123" name="Freeform 666">
              <a:extLst>
                <a:ext uri="{FF2B5EF4-FFF2-40B4-BE49-F238E27FC236}">
                  <a16:creationId xmlns:a16="http://schemas.microsoft.com/office/drawing/2014/main" id="{4A82831F-D0BF-4B3E-A4D8-DC3CB81FD568}"/>
                </a:ext>
              </a:extLst>
            </p:cNvPr>
            <p:cNvSpPr>
              <a:spLocks/>
            </p:cNvSpPr>
            <p:nvPr/>
          </p:nvSpPr>
          <p:spPr bwMode="auto">
            <a:xfrm>
              <a:off x="678" y="1943"/>
              <a:ext cx="87" cy="268"/>
            </a:xfrm>
            <a:custGeom>
              <a:avLst/>
              <a:gdLst>
                <a:gd name="T0" fmla="*/ 100 w 81"/>
                <a:gd name="T1" fmla="*/ 0 h 251"/>
                <a:gd name="T2" fmla="*/ 45 w 81"/>
                <a:gd name="T3" fmla="*/ 154 h 251"/>
                <a:gd name="T4" fmla="*/ 38 w 81"/>
                <a:gd name="T5" fmla="*/ 233 h 251"/>
                <a:gd name="T6" fmla="*/ 46 w 81"/>
                <a:gd name="T7" fmla="*/ 304 h 251"/>
                <a:gd name="T8" fmla="*/ 83 w 81"/>
                <a:gd name="T9" fmla="*/ 293 h 251"/>
                <a:gd name="T10" fmla="*/ 34 w 81"/>
                <a:gd name="T11" fmla="*/ 285 h 251"/>
                <a:gd name="T12" fmla="*/ 64 w 81"/>
                <a:gd name="T13" fmla="*/ 248 h 251"/>
                <a:gd name="T14" fmla="*/ 54 w 81"/>
                <a:gd name="T15" fmla="*/ 221 h 251"/>
                <a:gd name="T16" fmla="*/ 56 w 81"/>
                <a:gd name="T17" fmla="*/ 148 h 251"/>
                <a:gd name="T18" fmla="*/ 100 w 81"/>
                <a:gd name="T19" fmla="*/ 0 h 25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1" h="251">
                  <a:moveTo>
                    <a:pt x="81" y="0"/>
                  </a:moveTo>
                  <a:cubicBezTo>
                    <a:pt x="81" y="0"/>
                    <a:pt x="31" y="92"/>
                    <a:pt x="36" y="126"/>
                  </a:cubicBezTo>
                  <a:cubicBezTo>
                    <a:pt x="40" y="161"/>
                    <a:pt x="41" y="178"/>
                    <a:pt x="31" y="191"/>
                  </a:cubicBezTo>
                  <a:cubicBezTo>
                    <a:pt x="21" y="204"/>
                    <a:pt x="0" y="248"/>
                    <a:pt x="37" y="250"/>
                  </a:cubicBezTo>
                  <a:cubicBezTo>
                    <a:pt x="45" y="251"/>
                    <a:pt x="58" y="248"/>
                    <a:pt x="67" y="241"/>
                  </a:cubicBezTo>
                  <a:cubicBezTo>
                    <a:pt x="67" y="241"/>
                    <a:pt x="32" y="250"/>
                    <a:pt x="28" y="234"/>
                  </a:cubicBezTo>
                  <a:cubicBezTo>
                    <a:pt x="23" y="218"/>
                    <a:pt x="33" y="196"/>
                    <a:pt x="52" y="203"/>
                  </a:cubicBezTo>
                  <a:cubicBezTo>
                    <a:pt x="52" y="203"/>
                    <a:pt x="40" y="197"/>
                    <a:pt x="44" y="182"/>
                  </a:cubicBezTo>
                  <a:cubicBezTo>
                    <a:pt x="47" y="167"/>
                    <a:pt x="47" y="132"/>
                    <a:pt x="45" y="122"/>
                  </a:cubicBezTo>
                  <a:cubicBezTo>
                    <a:pt x="43" y="111"/>
                    <a:pt x="41" y="80"/>
                    <a:pt x="8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6124" name="Freeform 667">
              <a:extLst>
                <a:ext uri="{FF2B5EF4-FFF2-40B4-BE49-F238E27FC236}">
                  <a16:creationId xmlns:a16="http://schemas.microsoft.com/office/drawing/2014/main" id="{CD86A9D1-819E-4FB5-A771-468D11E457F0}"/>
                </a:ext>
              </a:extLst>
            </p:cNvPr>
            <p:cNvSpPr>
              <a:spLocks/>
            </p:cNvSpPr>
            <p:nvPr/>
          </p:nvSpPr>
          <p:spPr bwMode="auto">
            <a:xfrm>
              <a:off x="684" y="2232"/>
              <a:ext cx="81" cy="313"/>
            </a:xfrm>
            <a:custGeom>
              <a:avLst/>
              <a:gdLst>
                <a:gd name="T0" fmla="*/ 44 w 76"/>
                <a:gd name="T1" fmla="*/ 1 h 293"/>
                <a:gd name="T2" fmla="*/ 21 w 76"/>
                <a:gd name="T3" fmla="*/ 3 h 293"/>
                <a:gd name="T4" fmla="*/ 15 w 76"/>
                <a:gd name="T5" fmla="*/ 78 h 293"/>
                <a:gd name="T6" fmla="*/ 2 w 76"/>
                <a:gd name="T7" fmla="*/ 156 h 293"/>
                <a:gd name="T8" fmla="*/ 15 w 76"/>
                <a:gd name="T9" fmla="*/ 233 h 293"/>
                <a:gd name="T10" fmla="*/ 33 w 76"/>
                <a:gd name="T11" fmla="*/ 272 h 293"/>
                <a:gd name="T12" fmla="*/ 41 w 76"/>
                <a:gd name="T13" fmla="*/ 307 h 293"/>
                <a:gd name="T14" fmla="*/ 92 w 76"/>
                <a:gd name="T15" fmla="*/ 357 h 293"/>
                <a:gd name="T16" fmla="*/ 68 w 76"/>
                <a:gd name="T17" fmla="*/ 329 h 293"/>
                <a:gd name="T18" fmla="*/ 47 w 76"/>
                <a:gd name="T19" fmla="*/ 284 h 293"/>
                <a:gd name="T20" fmla="*/ 36 w 76"/>
                <a:gd name="T21" fmla="*/ 233 h 293"/>
                <a:gd name="T22" fmla="*/ 17 w 76"/>
                <a:gd name="T23" fmla="*/ 191 h 293"/>
                <a:gd name="T24" fmla="*/ 29 w 76"/>
                <a:gd name="T25" fmla="*/ 85 h 293"/>
                <a:gd name="T26" fmla="*/ 41 w 76"/>
                <a:gd name="T27" fmla="*/ 1 h 293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76" h="293">
                  <a:moveTo>
                    <a:pt x="36" y="1"/>
                  </a:moveTo>
                  <a:cubicBezTo>
                    <a:pt x="30" y="1"/>
                    <a:pt x="24" y="0"/>
                    <a:pt x="18" y="3"/>
                  </a:cubicBezTo>
                  <a:cubicBezTo>
                    <a:pt x="17" y="22"/>
                    <a:pt x="14" y="44"/>
                    <a:pt x="12" y="64"/>
                  </a:cubicBezTo>
                  <a:cubicBezTo>
                    <a:pt x="10" y="86"/>
                    <a:pt x="4" y="106"/>
                    <a:pt x="2" y="128"/>
                  </a:cubicBezTo>
                  <a:cubicBezTo>
                    <a:pt x="0" y="152"/>
                    <a:pt x="2" y="170"/>
                    <a:pt x="12" y="191"/>
                  </a:cubicBezTo>
                  <a:cubicBezTo>
                    <a:pt x="17" y="202"/>
                    <a:pt x="24" y="212"/>
                    <a:pt x="27" y="224"/>
                  </a:cubicBezTo>
                  <a:cubicBezTo>
                    <a:pt x="30" y="233"/>
                    <a:pt x="30" y="243"/>
                    <a:pt x="34" y="252"/>
                  </a:cubicBezTo>
                  <a:cubicBezTo>
                    <a:pt x="41" y="268"/>
                    <a:pt x="61" y="283"/>
                    <a:pt x="76" y="293"/>
                  </a:cubicBezTo>
                  <a:cubicBezTo>
                    <a:pt x="75" y="280"/>
                    <a:pt x="64" y="279"/>
                    <a:pt x="56" y="270"/>
                  </a:cubicBezTo>
                  <a:cubicBezTo>
                    <a:pt x="47" y="260"/>
                    <a:pt x="42" y="245"/>
                    <a:pt x="38" y="233"/>
                  </a:cubicBezTo>
                  <a:cubicBezTo>
                    <a:pt x="35" y="219"/>
                    <a:pt x="35" y="204"/>
                    <a:pt x="30" y="191"/>
                  </a:cubicBezTo>
                  <a:cubicBezTo>
                    <a:pt x="25" y="179"/>
                    <a:pt x="18" y="169"/>
                    <a:pt x="14" y="157"/>
                  </a:cubicBezTo>
                  <a:cubicBezTo>
                    <a:pt x="2" y="123"/>
                    <a:pt x="20" y="102"/>
                    <a:pt x="23" y="70"/>
                  </a:cubicBezTo>
                  <a:cubicBezTo>
                    <a:pt x="25" y="52"/>
                    <a:pt x="18" y="11"/>
                    <a:pt x="34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6125" name="Freeform 668">
              <a:extLst>
                <a:ext uri="{FF2B5EF4-FFF2-40B4-BE49-F238E27FC236}">
                  <a16:creationId xmlns:a16="http://schemas.microsoft.com/office/drawing/2014/main" id="{9391B76E-9161-47D8-A2BE-A2B1F484CBC6}"/>
                </a:ext>
              </a:extLst>
            </p:cNvPr>
            <p:cNvSpPr>
              <a:spLocks/>
            </p:cNvSpPr>
            <p:nvPr/>
          </p:nvSpPr>
          <p:spPr bwMode="auto">
            <a:xfrm>
              <a:off x="797" y="2408"/>
              <a:ext cx="52" cy="115"/>
            </a:xfrm>
            <a:custGeom>
              <a:avLst/>
              <a:gdLst>
                <a:gd name="T0" fmla="*/ 12 w 49"/>
                <a:gd name="T1" fmla="*/ 0 h 108"/>
                <a:gd name="T2" fmla="*/ 5 w 49"/>
                <a:gd name="T3" fmla="*/ 76 h 108"/>
                <a:gd name="T4" fmla="*/ 58 w 49"/>
                <a:gd name="T5" fmla="*/ 119 h 108"/>
                <a:gd name="T6" fmla="*/ 15 w 49"/>
                <a:gd name="T7" fmla="*/ 70 h 108"/>
                <a:gd name="T8" fmla="*/ 8 w 49"/>
                <a:gd name="T9" fmla="*/ 11 h 10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108">
                  <a:moveTo>
                    <a:pt x="9" y="0"/>
                  </a:moveTo>
                  <a:cubicBezTo>
                    <a:pt x="5" y="18"/>
                    <a:pt x="0" y="44"/>
                    <a:pt x="5" y="63"/>
                  </a:cubicBezTo>
                  <a:cubicBezTo>
                    <a:pt x="9" y="75"/>
                    <a:pt x="33" y="108"/>
                    <a:pt x="49" y="99"/>
                  </a:cubicBezTo>
                  <a:cubicBezTo>
                    <a:pt x="29" y="91"/>
                    <a:pt x="17" y="79"/>
                    <a:pt x="12" y="58"/>
                  </a:cubicBezTo>
                  <a:cubicBezTo>
                    <a:pt x="9" y="42"/>
                    <a:pt x="3" y="24"/>
                    <a:pt x="8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6126" name="Freeform 669">
              <a:extLst>
                <a:ext uri="{FF2B5EF4-FFF2-40B4-BE49-F238E27FC236}">
                  <a16:creationId xmlns:a16="http://schemas.microsoft.com/office/drawing/2014/main" id="{2F8C3646-2FDE-4C75-9BA7-F499196761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3" y="949"/>
              <a:ext cx="123" cy="272"/>
            </a:xfrm>
            <a:custGeom>
              <a:avLst/>
              <a:gdLst>
                <a:gd name="T0" fmla="*/ 76 w 115"/>
                <a:gd name="T1" fmla="*/ 0 h 255"/>
                <a:gd name="T2" fmla="*/ 76 w 115"/>
                <a:gd name="T3" fmla="*/ 45 h 255"/>
                <a:gd name="T4" fmla="*/ 65 w 115"/>
                <a:gd name="T5" fmla="*/ 95 h 255"/>
                <a:gd name="T6" fmla="*/ 141 w 115"/>
                <a:gd name="T7" fmla="*/ 309 h 255"/>
                <a:gd name="T8" fmla="*/ 63 w 115"/>
                <a:gd name="T9" fmla="*/ 138 h 255"/>
                <a:gd name="T10" fmla="*/ 83 w 115"/>
                <a:gd name="T11" fmla="*/ 48 h 255"/>
                <a:gd name="T12" fmla="*/ 76 w 115"/>
                <a:gd name="T13" fmla="*/ 0 h 25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5" h="255">
                  <a:moveTo>
                    <a:pt x="62" y="0"/>
                  </a:moveTo>
                  <a:cubicBezTo>
                    <a:pt x="62" y="0"/>
                    <a:pt x="60" y="21"/>
                    <a:pt x="62" y="37"/>
                  </a:cubicBezTo>
                  <a:cubicBezTo>
                    <a:pt x="65" y="52"/>
                    <a:pt x="59" y="63"/>
                    <a:pt x="53" y="78"/>
                  </a:cubicBezTo>
                  <a:cubicBezTo>
                    <a:pt x="46" y="93"/>
                    <a:pt x="0" y="212"/>
                    <a:pt x="115" y="255"/>
                  </a:cubicBezTo>
                  <a:cubicBezTo>
                    <a:pt x="115" y="255"/>
                    <a:pt x="20" y="206"/>
                    <a:pt x="51" y="113"/>
                  </a:cubicBezTo>
                  <a:cubicBezTo>
                    <a:pt x="64" y="75"/>
                    <a:pt x="71" y="54"/>
                    <a:pt x="68" y="39"/>
                  </a:cubicBezTo>
                  <a:cubicBezTo>
                    <a:pt x="66" y="25"/>
                    <a:pt x="62" y="0"/>
                    <a:pt x="6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6127" name="Freeform 670">
              <a:extLst>
                <a:ext uri="{FF2B5EF4-FFF2-40B4-BE49-F238E27FC236}">
                  <a16:creationId xmlns:a16="http://schemas.microsoft.com/office/drawing/2014/main" id="{74A133B8-5466-4794-961E-EFB125EFCD7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6" y="880"/>
              <a:ext cx="25" cy="90"/>
            </a:xfrm>
            <a:custGeom>
              <a:avLst/>
              <a:gdLst>
                <a:gd name="T0" fmla="*/ 5 w 23"/>
                <a:gd name="T1" fmla="*/ 0 h 84"/>
                <a:gd name="T2" fmla="*/ 12 w 23"/>
                <a:gd name="T3" fmla="*/ 25 h 84"/>
                <a:gd name="T4" fmla="*/ 12 w 23"/>
                <a:gd name="T5" fmla="*/ 41 h 84"/>
                <a:gd name="T6" fmla="*/ 5 w 23"/>
                <a:gd name="T7" fmla="*/ 69 h 84"/>
                <a:gd name="T8" fmla="*/ 4 w 23"/>
                <a:gd name="T9" fmla="*/ 95 h 84"/>
                <a:gd name="T10" fmla="*/ 27 w 23"/>
                <a:gd name="T11" fmla="*/ 103 h 84"/>
                <a:gd name="T12" fmla="*/ 29 w 23"/>
                <a:gd name="T13" fmla="*/ 96 h 84"/>
                <a:gd name="T14" fmla="*/ 11 w 23"/>
                <a:gd name="T15" fmla="*/ 86 h 84"/>
                <a:gd name="T16" fmla="*/ 14 w 23"/>
                <a:gd name="T17" fmla="*/ 70 h 84"/>
                <a:gd name="T18" fmla="*/ 26 w 23"/>
                <a:gd name="T19" fmla="*/ 62 h 84"/>
                <a:gd name="T20" fmla="*/ 16 w 23"/>
                <a:gd name="T21" fmla="*/ 31 h 84"/>
                <a:gd name="T22" fmla="*/ 14 w 23"/>
                <a:gd name="T23" fmla="*/ 15 h 84"/>
                <a:gd name="T24" fmla="*/ 9 w 23"/>
                <a:gd name="T25" fmla="*/ 2 h 8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3" h="84">
                  <a:moveTo>
                    <a:pt x="5" y="0"/>
                  </a:moveTo>
                  <a:cubicBezTo>
                    <a:pt x="6" y="7"/>
                    <a:pt x="8" y="13"/>
                    <a:pt x="9" y="20"/>
                  </a:cubicBezTo>
                  <a:cubicBezTo>
                    <a:pt x="9" y="24"/>
                    <a:pt x="9" y="28"/>
                    <a:pt x="9" y="33"/>
                  </a:cubicBezTo>
                  <a:cubicBezTo>
                    <a:pt x="9" y="41"/>
                    <a:pt x="7" y="48"/>
                    <a:pt x="5" y="56"/>
                  </a:cubicBezTo>
                  <a:cubicBezTo>
                    <a:pt x="4" y="63"/>
                    <a:pt x="0" y="70"/>
                    <a:pt x="4" y="77"/>
                  </a:cubicBezTo>
                  <a:cubicBezTo>
                    <a:pt x="8" y="84"/>
                    <a:pt x="17" y="79"/>
                    <a:pt x="21" y="84"/>
                  </a:cubicBezTo>
                  <a:cubicBezTo>
                    <a:pt x="21" y="82"/>
                    <a:pt x="22" y="80"/>
                    <a:pt x="23" y="78"/>
                  </a:cubicBezTo>
                  <a:cubicBezTo>
                    <a:pt x="17" y="78"/>
                    <a:pt x="10" y="78"/>
                    <a:pt x="8" y="70"/>
                  </a:cubicBezTo>
                  <a:cubicBezTo>
                    <a:pt x="7" y="66"/>
                    <a:pt x="8" y="60"/>
                    <a:pt x="11" y="57"/>
                  </a:cubicBezTo>
                  <a:cubicBezTo>
                    <a:pt x="13" y="53"/>
                    <a:pt x="16" y="52"/>
                    <a:pt x="20" y="50"/>
                  </a:cubicBezTo>
                  <a:cubicBezTo>
                    <a:pt x="11" y="51"/>
                    <a:pt x="12" y="30"/>
                    <a:pt x="13" y="25"/>
                  </a:cubicBezTo>
                  <a:cubicBezTo>
                    <a:pt x="13" y="21"/>
                    <a:pt x="13" y="16"/>
                    <a:pt x="11" y="12"/>
                  </a:cubicBezTo>
                  <a:cubicBezTo>
                    <a:pt x="10" y="9"/>
                    <a:pt x="7" y="5"/>
                    <a:pt x="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6128" name="Freeform 671">
              <a:extLst>
                <a:ext uri="{FF2B5EF4-FFF2-40B4-BE49-F238E27FC236}">
                  <a16:creationId xmlns:a16="http://schemas.microsoft.com/office/drawing/2014/main" id="{8AC10CEB-B82A-4584-9E71-E5E7771054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2" y="934"/>
              <a:ext cx="20" cy="25"/>
            </a:xfrm>
            <a:custGeom>
              <a:avLst/>
              <a:gdLst>
                <a:gd name="T0" fmla="*/ 0 w 19"/>
                <a:gd name="T1" fmla="*/ 1 h 24"/>
                <a:gd name="T2" fmla="*/ 14 w 19"/>
                <a:gd name="T3" fmla="*/ 22 h 24"/>
                <a:gd name="T4" fmla="*/ 7 w 19"/>
                <a:gd name="T5" fmla="*/ 11 h 24"/>
                <a:gd name="T6" fmla="*/ 0 w 19"/>
                <a:gd name="T7" fmla="*/ 1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24">
                  <a:moveTo>
                    <a:pt x="0" y="1"/>
                  </a:moveTo>
                  <a:cubicBezTo>
                    <a:pt x="7" y="0"/>
                    <a:pt x="19" y="13"/>
                    <a:pt x="11" y="19"/>
                  </a:cubicBezTo>
                  <a:cubicBezTo>
                    <a:pt x="6" y="24"/>
                    <a:pt x="7" y="15"/>
                    <a:pt x="7" y="11"/>
                  </a:cubicBezTo>
                  <a:cubicBezTo>
                    <a:pt x="6" y="6"/>
                    <a:pt x="4" y="4"/>
                    <a:pt x="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6129" name="Freeform 672">
              <a:extLst>
                <a:ext uri="{FF2B5EF4-FFF2-40B4-BE49-F238E27FC236}">
                  <a16:creationId xmlns:a16="http://schemas.microsoft.com/office/drawing/2014/main" id="{298E4D78-E2DA-4812-80D8-828297CDA7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5" y="1028"/>
              <a:ext cx="16" cy="83"/>
            </a:xfrm>
            <a:custGeom>
              <a:avLst/>
              <a:gdLst>
                <a:gd name="T0" fmla="*/ 0 w 15"/>
                <a:gd name="T1" fmla="*/ 0 h 78"/>
                <a:gd name="T2" fmla="*/ 13 w 15"/>
                <a:gd name="T3" fmla="*/ 43 h 78"/>
                <a:gd name="T4" fmla="*/ 3 w 15"/>
                <a:gd name="T5" fmla="*/ 94 h 78"/>
                <a:gd name="T6" fmla="*/ 6 w 15"/>
                <a:gd name="T7" fmla="*/ 42 h 78"/>
                <a:gd name="T8" fmla="*/ 1 w 15"/>
                <a:gd name="T9" fmla="*/ 4 h 7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78">
                  <a:moveTo>
                    <a:pt x="0" y="0"/>
                  </a:moveTo>
                  <a:cubicBezTo>
                    <a:pt x="4" y="12"/>
                    <a:pt x="7" y="24"/>
                    <a:pt x="10" y="36"/>
                  </a:cubicBezTo>
                  <a:cubicBezTo>
                    <a:pt x="15" y="51"/>
                    <a:pt x="4" y="62"/>
                    <a:pt x="3" y="78"/>
                  </a:cubicBezTo>
                  <a:cubicBezTo>
                    <a:pt x="0" y="65"/>
                    <a:pt x="8" y="49"/>
                    <a:pt x="6" y="35"/>
                  </a:cubicBezTo>
                  <a:cubicBezTo>
                    <a:pt x="5" y="25"/>
                    <a:pt x="1" y="15"/>
                    <a:pt x="1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6130" name="Freeform 673">
              <a:extLst>
                <a:ext uri="{FF2B5EF4-FFF2-40B4-BE49-F238E27FC236}">
                  <a16:creationId xmlns:a16="http://schemas.microsoft.com/office/drawing/2014/main" id="{3FB2C759-00B9-40E9-99A6-82123823CB0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4" y="911"/>
              <a:ext cx="42" cy="32"/>
            </a:xfrm>
            <a:custGeom>
              <a:avLst/>
              <a:gdLst>
                <a:gd name="T0" fmla="*/ 46 w 40"/>
                <a:gd name="T1" fmla="*/ 1 h 30"/>
                <a:gd name="T2" fmla="*/ 43 w 40"/>
                <a:gd name="T3" fmla="*/ 7 h 30"/>
                <a:gd name="T4" fmla="*/ 26 w 40"/>
                <a:gd name="T5" fmla="*/ 20 h 30"/>
                <a:gd name="T6" fmla="*/ 9 w 40"/>
                <a:gd name="T7" fmla="*/ 27 h 30"/>
                <a:gd name="T8" fmla="*/ 0 w 40"/>
                <a:gd name="T9" fmla="*/ 36 h 30"/>
                <a:gd name="T10" fmla="*/ 17 w 40"/>
                <a:gd name="T11" fmla="*/ 29 h 30"/>
                <a:gd name="T12" fmla="*/ 32 w 40"/>
                <a:gd name="T13" fmla="*/ 21 h 30"/>
                <a:gd name="T14" fmla="*/ 46 w 40"/>
                <a:gd name="T15" fmla="*/ 0 h 3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0" h="30">
                  <a:moveTo>
                    <a:pt x="40" y="1"/>
                  </a:moveTo>
                  <a:cubicBezTo>
                    <a:pt x="39" y="2"/>
                    <a:pt x="38" y="5"/>
                    <a:pt x="37" y="7"/>
                  </a:cubicBezTo>
                  <a:cubicBezTo>
                    <a:pt x="33" y="12"/>
                    <a:pt x="28" y="15"/>
                    <a:pt x="23" y="17"/>
                  </a:cubicBezTo>
                  <a:cubicBezTo>
                    <a:pt x="19" y="19"/>
                    <a:pt x="14" y="20"/>
                    <a:pt x="9" y="22"/>
                  </a:cubicBezTo>
                  <a:cubicBezTo>
                    <a:pt x="6" y="24"/>
                    <a:pt x="2" y="28"/>
                    <a:pt x="0" y="30"/>
                  </a:cubicBezTo>
                  <a:cubicBezTo>
                    <a:pt x="3" y="27"/>
                    <a:pt x="9" y="25"/>
                    <a:pt x="14" y="23"/>
                  </a:cubicBezTo>
                  <a:cubicBezTo>
                    <a:pt x="18" y="22"/>
                    <a:pt x="23" y="20"/>
                    <a:pt x="28" y="18"/>
                  </a:cubicBezTo>
                  <a:cubicBezTo>
                    <a:pt x="33" y="15"/>
                    <a:pt x="40" y="7"/>
                    <a:pt x="40" y="0"/>
                  </a:cubicBezTo>
                </a:path>
              </a:pathLst>
            </a:custGeom>
            <a:solidFill>
              <a:srgbClr val="EAAC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6131" name="Freeform 674">
              <a:extLst>
                <a:ext uri="{FF2B5EF4-FFF2-40B4-BE49-F238E27FC236}">
                  <a16:creationId xmlns:a16="http://schemas.microsoft.com/office/drawing/2014/main" id="{3CD0A96A-2E26-4032-BD55-DC14D015384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8" y="912"/>
              <a:ext cx="31" cy="20"/>
            </a:xfrm>
            <a:custGeom>
              <a:avLst/>
              <a:gdLst>
                <a:gd name="T0" fmla="*/ 0 w 29"/>
                <a:gd name="T1" fmla="*/ 0 h 18"/>
                <a:gd name="T2" fmla="*/ 6 w 29"/>
                <a:gd name="T3" fmla="*/ 9 h 18"/>
                <a:gd name="T4" fmla="*/ 16 w 29"/>
                <a:gd name="T5" fmla="*/ 14 h 18"/>
                <a:gd name="T6" fmla="*/ 28 w 29"/>
                <a:gd name="T7" fmla="*/ 23 h 18"/>
                <a:gd name="T8" fmla="*/ 35 w 29"/>
                <a:gd name="T9" fmla="*/ 24 h 18"/>
                <a:gd name="T10" fmla="*/ 16 w 29"/>
                <a:gd name="T11" fmla="*/ 13 h 18"/>
                <a:gd name="T12" fmla="*/ 1 w 29"/>
                <a:gd name="T13" fmla="*/ 1 h 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" h="18">
                  <a:moveTo>
                    <a:pt x="0" y="0"/>
                  </a:moveTo>
                  <a:cubicBezTo>
                    <a:pt x="1" y="2"/>
                    <a:pt x="4" y="4"/>
                    <a:pt x="6" y="6"/>
                  </a:cubicBezTo>
                  <a:cubicBezTo>
                    <a:pt x="8" y="8"/>
                    <a:pt x="11" y="9"/>
                    <a:pt x="13" y="11"/>
                  </a:cubicBezTo>
                  <a:cubicBezTo>
                    <a:pt x="15" y="14"/>
                    <a:pt x="18" y="16"/>
                    <a:pt x="22" y="17"/>
                  </a:cubicBezTo>
                  <a:cubicBezTo>
                    <a:pt x="24" y="17"/>
                    <a:pt x="27" y="18"/>
                    <a:pt x="29" y="18"/>
                  </a:cubicBezTo>
                  <a:cubicBezTo>
                    <a:pt x="23" y="15"/>
                    <a:pt x="18" y="14"/>
                    <a:pt x="13" y="10"/>
                  </a:cubicBezTo>
                  <a:cubicBezTo>
                    <a:pt x="9" y="6"/>
                    <a:pt x="6" y="3"/>
                    <a:pt x="1" y="1"/>
                  </a:cubicBezTo>
                </a:path>
              </a:pathLst>
            </a:custGeom>
            <a:solidFill>
              <a:srgbClr val="EAAC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6132" name="Freeform 675">
              <a:extLst>
                <a:ext uri="{FF2B5EF4-FFF2-40B4-BE49-F238E27FC236}">
                  <a16:creationId xmlns:a16="http://schemas.microsoft.com/office/drawing/2014/main" id="{D7C7A3AB-5B30-465E-B2B5-4F9FCB487C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0" y="1104"/>
              <a:ext cx="43" cy="108"/>
            </a:xfrm>
            <a:custGeom>
              <a:avLst/>
              <a:gdLst>
                <a:gd name="T0" fmla="*/ 41 w 40"/>
                <a:gd name="T1" fmla="*/ 3 h 101"/>
                <a:gd name="T2" fmla="*/ 19 w 40"/>
                <a:gd name="T3" fmla="*/ 38 h 101"/>
                <a:gd name="T4" fmla="*/ 49 w 40"/>
                <a:gd name="T5" fmla="*/ 53 h 101"/>
                <a:gd name="T6" fmla="*/ 27 w 40"/>
                <a:gd name="T7" fmla="*/ 75 h 101"/>
                <a:gd name="T8" fmla="*/ 12 w 40"/>
                <a:gd name="T9" fmla="*/ 123 h 101"/>
                <a:gd name="T10" fmla="*/ 16 w 40"/>
                <a:gd name="T11" fmla="*/ 68 h 101"/>
                <a:gd name="T12" fmla="*/ 4 w 40"/>
                <a:gd name="T13" fmla="*/ 55 h 101"/>
                <a:gd name="T14" fmla="*/ 0 w 40"/>
                <a:gd name="T15" fmla="*/ 37 h 101"/>
                <a:gd name="T16" fmla="*/ 10 w 40"/>
                <a:gd name="T17" fmla="*/ 46 h 101"/>
                <a:gd name="T18" fmla="*/ 13 w 40"/>
                <a:gd name="T19" fmla="*/ 30 h 101"/>
                <a:gd name="T20" fmla="*/ 38 w 40"/>
                <a:gd name="T21" fmla="*/ 1 h 10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0" h="101">
                  <a:moveTo>
                    <a:pt x="33" y="3"/>
                  </a:moveTo>
                  <a:cubicBezTo>
                    <a:pt x="20" y="3"/>
                    <a:pt x="9" y="21"/>
                    <a:pt x="16" y="32"/>
                  </a:cubicBezTo>
                  <a:cubicBezTo>
                    <a:pt x="21" y="40"/>
                    <a:pt x="32" y="43"/>
                    <a:pt x="40" y="44"/>
                  </a:cubicBezTo>
                  <a:cubicBezTo>
                    <a:pt x="27" y="42"/>
                    <a:pt x="20" y="48"/>
                    <a:pt x="21" y="61"/>
                  </a:cubicBezTo>
                  <a:cubicBezTo>
                    <a:pt x="21" y="76"/>
                    <a:pt x="19" y="89"/>
                    <a:pt x="9" y="101"/>
                  </a:cubicBezTo>
                  <a:cubicBezTo>
                    <a:pt x="14" y="87"/>
                    <a:pt x="25" y="70"/>
                    <a:pt x="13" y="56"/>
                  </a:cubicBezTo>
                  <a:cubicBezTo>
                    <a:pt x="10" y="52"/>
                    <a:pt x="7" y="49"/>
                    <a:pt x="4" y="45"/>
                  </a:cubicBezTo>
                  <a:cubicBezTo>
                    <a:pt x="2" y="40"/>
                    <a:pt x="2" y="35"/>
                    <a:pt x="0" y="31"/>
                  </a:cubicBezTo>
                  <a:cubicBezTo>
                    <a:pt x="1" y="34"/>
                    <a:pt x="3" y="39"/>
                    <a:pt x="7" y="37"/>
                  </a:cubicBezTo>
                  <a:cubicBezTo>
                    <a:pt x="9" y="36"/>
                    <a:pt x="9" y="26"/>
                    <a:pt x="10" y="24"/>
                  </a:cubicBezTo>
                  <a:cubicBezTo>
                    <a:pt x="12" y="14"/>
                    <a:pt x="19" y="0"/>
                    <a:pt x="3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6133" name="Freeform 676">
              <a:extLst>
                <a:ext uri="{FF2B5EF4-FFF2-40B4-BE49-F238E27FC236}">
                  <a16:creationId xmlns:a16="http://schemas.microsoft.com/office/drawing/2014/main" id="{2551DEE7-63AD-45B6-8613-92F37B2F8CF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7" y="1103"/>
              <a:ext cx="23" cy="23"/>
            </a:xfrm>
            <a:custGeom>
              <a:avLst/>
              <a:gdLst>
                <a:gd name="T0" fmla="*/ 0 w 22"/>
                <a:gd name="T1" fmla="*/ 2 h 22"/>
                <a:gd name="T2" fmla="*/ 14 w 22"/>
                <a:gd name="T3" fmla="*/ 8 h 22"/>
                <a:gd name="T4" fmla="*/ 20 w 22"/>
                <a:gd name="T5" fmla="*/ 25 h 22"/>
                <a:gd name="T6" fmla="*/ 18 w 22"/>
                <a:gd name="T7" fmla="*/ 5 h 22"/>
                <a:gd name="T8" fmla="*/ 1 w 22"/>
                <a:gd name="T9" fmla="*/ 2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2">
                  <a:moveTo>
                    <a:pt x="0" y="2"/>
                  </a:moveTo>
                  <a:cubicBezTo>
                    <a:pt x="4" y="4"/>
                    <a:pt x="8" y="4"/>
                    <a:pt x="11" y="8"/>
                  </a:cubicBezTo>
                  <a:cubicBezTo>
                    <a:pt x="16" y="12"/>
                    <a:pt x="16" y="16"/>
                    <a:pt x="17" y="22"/>
                  </a:cubicBezTo>
                  <a:cubicBezTo>
                    <a:pt x="22" y="18"/>
                    <a:pt x="20" y="8"/>
                    <a:pt x="15" y="5"/>
                  </a:cubicBezTo>
                  <a:cubicBezTo>
                    <a:pt x="12" y="4"/>
                    <a:pt x="5" y="0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6134" name="Freeform 677">
              <a:extLst>
                <a:ext uri="{FF2B5EF4-FFF2-40B4-BE49-F238E27FC236}">
                  <a16:creationId xmlns:a16="http://schemas.microsoft.com/office/drawing/2014/main" id="{2B549647-AFD2-4B54-83B1-5B1E2EDCD7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4" y="1039"/>
              <a:ext cx="18" cy="15"/>
            </a:xfrm>
            <a:custGeom>
              <a:avLst/>
              <a:gdLst>
                <a:gd name="T0" fmla="*/ 20 w 17"/>
                <a:gd name="T1" fmla="*/ 5 h 14"/>
                <a:gd name="T2" fmla="*/ 8 w 17"/>
                <a:gd name="T3" fmla="*/ 4 h 14"/>
                <a:gd name="T4" fmla="*/ 0 w 17"/>
                <a:gd name="T5" fmla="*/ 17 h 14"/>
                <a:gd name="T6" fmla="*/ 13 w 17"/>
                <a:gd name="T7" fmla="*/ 6 h 14"/>
                <a:gd name="T8" fmla="*/ 20 w 17"/>
                <a:gd name="T9" fmla="*/ 5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4">
                  <a:moveTo>
                    <a:pt x="17" y="5"/>
                  </a:moveTo>
                  <a:cubicBezTo>
                    <a:pt x="13" y="3"/>
                    <a:pt x="12" y="0"/>
                    <a:pt x="8" y="4"/>
                  </a:cubicBezTo>
                  <a:cubicBezTo>
                    <a:pt x="5" y="7"/>
                    <a:pt x="3" y="12"/>
                    <a:pt x="0" y="14"/>
                  </a:cubicBezTo>
                  <a:cubicBezTo>
                    <a:pt x="3" y="12"/>
                    <a:pt x="6" y="8"/>
                    <a:pt x="10" y="6"/>
                  </a:cubicBezTo>
                  <a:cubicBezTo>
                    <a:pt x="12" y="4"/>
                    <a:pt x="14" y="5"/>
                    <a:pt x="17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6135" name="Freeform 678">
              <a:extLst>
                <a:ext uri="{FF2B5EF4-FFF2-40B4-BE49-F238E27FC236}">
                  <a16:creationId xmlns:a16="http://schemas.microsoft.com/office/drawing/2014/main" id="{C55E9B66-EB21-456F-B83D-43A181A2C4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3" y="1060"/>
              <a:ext cx="19" cy="6"/>
            </a:xfrm>
            <a:custGeom>
              <a:avLst/>
              <a:gdLst>
                <a:gd name="T0" fmla="*/ 21 w 18"/>
                <a:gd name="T1" fmla="*/ 0 h 6"/>
                <a:gd name="T2" fmla="*/ 3 w 18"/>
                <a:gd name="T3" fmla="*/ 3 h 6"/>
                <a:gd name="T4" fmla="*/ 7 w 18"/>
                <a:gd name="T5" fmla="*/ 4 h 6"/>
                <a:gd name="T6" fmla="*/ 16 w 18"/>
                <a:gd name="T7" fmla="*/ 2 h 6"/>
                <a:gd name="T8" fmla="*/ 21 w 18"/>
                <a:gd name="T9" fmla="*/ 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6">
                  <a:moveTo>
                    <a:pt x="18" y="0"/>
                  </a:moveTo>
                  <a:cubicBezTo>
                    <a:pt x="15" y="0"/>
                    <a:pt x="6" y="0"/>
                    <a:pt x="3" y="3"/>
                  </a:cubicBezTo>
                  <a:cubicBezTo>
                    <a:pt x="0" y="6"/>
                    <a:pt x="4" y="5"/>
                    <a:pt x="7" y="4"/>
                  </a:cubicBezTo>
                  <a:cubicBezTo>
                    <a:pt x="9" y="3"/>
                    <a:pt x="11" y="2"/>
                    <a:pt x="13" y="2"/>
                  </a:cubicBezTo>
                  <a:cubicBezTo>
                    <a:pt x="15" y="1"/>
                    <a:pt x="17" y="1"/>
                    <a:pt x="18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6136" name="Freeform 679">
              <a:extLst>
                <a:ext uri="{FF2B5EF4-FFF2-40B4-BE49-F238E27FC236}">
                  <a16:creationId xmlns:a16="http://schemas.microsoft.com/office/drawing/2014/main" id="{00D58D06-4C5C-4E9B-81C3-BACCF996A2B9}"/>
                </a:ext>
              </a:extLst>
            </p:cNvPr>
            <p:cNvSpPr>
              <a:spLocks/>
            </p:cNvSpPr>
            <p:nvPr/>
          </p:nvSpPr>
          <p:spPr bwMode="auto">
            <a:xfrm>
              <a:off x="813" y="2131"/>
              <a:ext cx="139" cy="150"/>
            </a:xfrm>
            <a:custGeom>
              <a:avLst/>
              <a:gdLst>
                <a:gd name="T0" fmla="*/ 159 w 130"/>
                <a:gd name="T1" fmla="*/ 1 h 141"/>
                <a:gd name="T2" fmla="*/ 152 w 130"/>
                <a:gd name="T3" fmla="*/ 33 h 141"/>
                <a:gd name="T4" fmla="*/ 132 w 130"/>
                <a:gd name="T5" fmla="*/ 55 h 141"/>
                <a:gd name="T6" fmla="*/ 94 w 130"/>
                <a:gd name="T7" fmla="*/ 97 h 141"/>
                <a:gd name="T8" fmla="*/ 81 w 130"/>
                <a:gd name="T9" fmla="*/ 134 h 141"/>
                <a:gd name="T10" fmla="*/ 64 w 130"/>
                <a:gd name="T11" fmla="*/ 170 h 141"/>
                <a:gd name="T12" fmla="*/ 0 w 130"/>
                <a:gd name="T13" fmla="*/ 111 h 141"/>
                <a:gd name="T14" fmla="*/ 80 w 130"/>
                <a:gd name="T15" fmla="*/ 121 h 141"/>
                <a:gd name="T16" fmla="*/ 67 w 130"/>
                <a:gd name="T17" fmla="*/ 77 h 141"/>
                <a:gd name="T18" fmla="*/ 34 w 130"/>
                <a:gd name="T19" fmla="*/ 52 h 141"/>
                <a:gd name="T20" fmla="*/ 117 w 130"/>
                <a:gd name="T21" fmla="*/ 67 h 141"/>
                <a:gd name="T22" fmla="*/ 139 w 130"/>
                <a:gd name="T23" fmla="*/ 30 h 141"/>
                <a:gd name="T24" fmla="*/ 156 w 130"/>
                <a:gd name="T25" fmla="*/ 0 h 14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30" h="141">
                  <a:moveTo>
                    <a:pt x="130" y="1"/>
                  </a:moveTo>
                  <a:cubicBezTo>
                    <a:pt x="128" y="10"/>
                    <a:pt x="128" y="19"/>
                    <a:pt x="124" y="27"/>
                  </a:cubicBezTo>
                  <a:cubicBezTo>
                    <a:pt x="120" y="35"/>
                    <a:pt x="114" y="40"/>
                    <a:pt x="108" y="46"/>
                  </a:cubicBezTo>
                  <a:cubicBezTo>
                    <a:pt x="99" y="56"/>
                    <a:pt x="82" y="68"/>
                    <a:pt x="77" y="81"/>
                  </a:cubicBezTo>
                  <a:cubicBezTo>
                    <a:pt x="72" y="92"/>
                    <a:pt x="74" y="101"/>
                    <a:pt x="66" y="111"/>
                  </a:cubicBezTo>
                  <a:cubicBezTo>
                    <a:pt x="58" y="122"/>
                    <a:pt x="52" y="127"/>
                    <a:pt x="52" y="141"/>
                  </a:cubicBezTo>
                  <a:cubicBezTo>
                    <a:pt x="49" y="113"/>
                    <a:pt x="19" y="108"/>
                    <a:pt x="0" y="92"/>
                  </a:cubicBezTo>
                  <a:cubicBezTo>
                    <a:pt x="15" y="96"/>
                    <a:pt x="51" y="122"/>
                    <a:pt x="65" y="101"/>
                  </a:cubicBezTo>
                  <a:cubicBezTo>
                    <a:pt x="71" y="92"/>
                    <a:pt x="62" y="71"/>
                    <a:pt x="55" y="64"/>
                  </a:cubicBezTo>
                  <a:cubicBezTo>
                    <a:pt x="48" y="56"/>
                    <a:pt x="34" y="52"/>
                    <a:pt x="28" y="43"/>
                  </a:cubicBezTo>
                  <a:cubicBezTo>
                    <a:pt x="50" y="55"/>
                    <a:pt x="73" y="83"/>
                    <a:pt x="95" y="55"/>
                  </a:cubicBezTo>
                  <a:cubicBezTo>
                    <a:pt x="102" y="46"/>
                    <a:pt x="108" y="34"/>
                    <a:pt x="114" y="24"/>
                  </a:cubicBezTo>
                  <a:cubicBezTo>
                    <a:pt x="119" y="17"/>
                    <a:pt x="128" y="7"/>
                    <a:pt x="128" y="0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6137" name="Freeform 680">
              <a:extLst>
                <a:ext uri="{FF2B5EF4-FFF2-40B4-BE49-F238E27FC236}">
                  <a16:creationId xmlns:a16="http://schemas.microsoft.com/office/drawing/2014/main" id="{3FBEF372-E1E1-4058-9047-42C8E90854DE}"/>
                </a:ext>
              </a:extLst>
            </p:cNvPr>
            <p:cNvSpPr>
              <a:spLocks/>
            </p:cNvSpPr>
            <p:nvPr/>
          </p:nvSpPr>
          <p:spPr bwMode="auto">
            <a:xfrm>
              <a:off x="925" y="1935"/>
              <a:ext cx="37" cy="239"/>
            </a:xfrm>
            <a:custGeom>
              <a:avLst/>
              <a:gdLst>
                <a:gd name="T0" fmla="*/ 38 w 34"/>
                <a:gd name="T1" fmla="*/ 107 h 223"/>
                <a:gd name="T2" fmla="*/ 36 w 34"/>
                <a:gd name="T3" fmla="*/ 210 h 223"/>
                <a:gd name="T4" fmla="*/ 29 w 34"/>
                <a:gd name="T5" fmla="*/ 244 h 223"/>
                <a:gd name="T6" fmla="*/ 0 w 34"/>
                <a:gd name="T7" fmla="*/ 274 h 223"/>
                <a:gd name="T8" fmla="*/ 21 w 34"/>
                <a:gd name="T9" fmla="*/ 211 h 223"/>
                <a:gd name="T10" fmla="*/ 25 w 34"/>
                <a:gd name="T11" fmla="*/ 130 h 223"/>
                <a:gd name="T12" fmla="*/ 44 w 34"/>
                <a:gd name="T13" fmla="*/ 0 h 2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4" h="223">
                  <a:moveTo>
                    <a:pt x="29" y="87"/>
                  </a:moveTo>
                  <a:cubicBezTo>
                    <a:pt x="26" y="116"/>
                    <a:pt x="28" y="143"/>
                    <a:pt x="28" y="171"/>
                  </a:cubicBezTo>
                  <a:cubicBezTo>
                    <a:pt x="27" y="181"/>
                    <a:pt x="27" y="190"/>
                    <a:pt x="23" y="199"/>
                  </a:cubicBezTo>
                  <a:cubicBezTo>
                    <a:pt x="19" y="210"/>
                    <a:pt x="9" y="215"/>
                    <a:pt x="0" y="223"/>
                  </a:cubicBezTo>
                  <a:cubicBezTo>
                    <a:pt x="11" y="210"/>
                    <a:pt x="14" y="189"/>
                    <a:pt x="16" y="172"/>
                  </a:cubicBezTo>
                  <a:cubicBezTo>
                    <a:pt x="18" y="150"/>
                    <a:pt x="17" y="128"/>
                    <a:pt x="19" y="105"/>
                  </a:cubicBezTo>
                  <a:cubicBezTo>
                    <a:pt x="21" y="69"/>
                    <a:pt x="20" y="34"/>
                    <a:pt x="34" y="0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6138" name="Freeform 681">
              <a:extLst>
                <a:ext uri="{FF2B5EF4-FFF2-40B4-BE49-F238E27FC236}">
                  <a16:creationId xmlns:a16="http://schemas.microsoft.com/office/drawing/2014/main" id="{924D3A2F-DE56-40D8-B164-F36DE8F3C0E5}"/>
                </a:ext>
              </a:extLst>
            </p:cNvPr>
            <p:cNvSpPr>
              <a:spLocks/>
            </p:cNvSpPr>
            <p:nvPr/>
          </p:nvSpPr>
          <p:spPr bwMode="auto">
            <a:xfrm>
              <a:off x="842" y="2302"/>
              <a:ext cx="50" cy="160"/>
            </a:xfrm>
            <a:custGeom>
              <a:avLst/>
              <a:gdLst>
                <a:gd name="T0" fmla="*/ 33 w 47"/>
                <a:gd name="T1" fmla="*/ 0 h 150"/>
                <a:gd name="T2" fmla="*/ 33 w 47"/>
                <a:gd name="T3" fmla="*/ 86 h 150"/>
                <a:gd name="T4" fmla="*/ 21 w 47"/>
                <a:gd name="T5" fmla="*/ 178 h 150"/>
                <a:gd name="T6" fmla="*/ 0 w 47"/>
                <a:gd name="T7" fmla="*/ 182 h 150"/>
                <a:gd name="T8" fmla="*/ 16 w 47"/>
                <a:gd name="T9" fmla="*/ 135 h 150"/>
                <a:gd name="T10" fmla="*/ 21 w 47"/>
                <a:gd name="T11" fmla="*/ 84 h 150"/>
                <a:gd name="T12" fmla="*/ 34 w 47"/>
                <a:gd name="T13" fmla="*/ 36 h 150"/>
                <a:gd name="T14" fmla="*/ 35 w 47"/>
                <a:gd name="T15" fmla="*/ 0 h 15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7" h="150">
                  <a:moveTo>
                    <a:pt x="27" y="0"/>
                  </a:moveTo>
                  <a:cubicBezTo>
                    <a:pt x="47" y="15"/>
                    <a:pt x="31" y="52"/>
                    <a:pt x="27" y="71"/>
                  </a:cubicBezTo>
                  <a:cubicBezTo>
                    <a:pt x="22" y="97"/>
                    <a:pt x="19" y="122"/>
                    <a:pt x="18" y="147"/>
                  </a:cubicBezTo>
                  <a:cubicBezTo>
                    <a:pt x="12" y="144"/>
                    <a:pt x="6" y="149"/>
                    <a:pt x="0" y="150"/>
                  </a:cubicBezTo>
                  <a:cubicBezTo>
                    <a:pt x="8" y="144"/>
                    <a:pt x="12" y="122"/>
                    <a:pt x="13" y="112"/>
                  </a:cubicBezTo>
                  <a:cubicBezTo>
                    <a:pt x="16" y="98"/>
                    <a:pt x="15" y="83"/>
                    <a:pt x="18" y="69"/>
                  </a:cubicBezTo>
                  <a:cubicBezTo>
                    <a:pt x="20" y="56"/>
                    <a:pt x="25" y="43"/>
                    <a:pt x="28" y="30"/>
                  </a:cubicBezTo>
                  <a:cubicBezTo>
                    <a:pt x="30" y="21"/>
                    <a:pt x="29" y="10"/>
                    <a:pt x="29" y="0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6139" name="Freeform 682">
              <a:extLst>
                <a:ext uri="{FF2B5EF4-FFF2-40B4-BE49-F238E27FC236}">
                  <a16:creationId xmlns:a16="http://schemas.microsoft.com/office/drawing/2014/main" id="{2ACC6BC5-ABB9-4B04-B8D7-D4CF874C8965}"/>
                </a:ext>
              </a:extLst>
            </p:cNvPr>
            <p:cNvSpPr>
              <a:spLocks/>
            </p:cNvSpPr>
            <p:nvPr/>
          </p:nvSpPr>
          <p:spPr bwMode="auto">
            <a:xfrm>
              <a:off x="768" y="2367"/>
              <a:ext cx="56" cy="35"/>
            </a:xfrm>
            <a:custGeom>
              <a:avLst/>
              <a:gdLst>
                <a:gd name="T0" fmla="*/ 0 w 52"/>
                <a:gd name="T1" fmla="*/ 13 h 33"/>
                <a:gd name="T2" fmla="*/ 39 w 52"/>
                <a:gd name="T3" fmla="*/ 14 h 33"/>
                <a:gd name="T4" fmla="*/ 65 w 52"/>
                <a:gd name="T5" fmla="*/ 39 h 33"/>
                <a:gd name="T6" fmla="*/ 42 w 52"/>
                <a:gd name="T7" fmla="*/ 4 h 33"/>
                <a:gd name="T8" fmla="*/ 22 w 52"/>
                <a:gd name="T9" fmla="*/ 1 h 33"/>
                <a:gd name="T10" fmla="*/ 3 w 52"/>
                <a:gd name="T11" fmla="*/ 8 h 3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2" h="33">
                  <a:moveTo>
                    <a:pt x="0" y="10"/>
                  </a:moveTo>
                  <a:cubicBezTo>
                    <a:pt x="4" y="2"/>
                    <a:pt x="24" y="9"/>
                    <a:pt x="31" y="11"/>
                  </a:cubicBezTo>
                  <a:cubicBezTo>
                    <a:pt x="43" y="15"/>
                    <a:pt x="47" y="23"/>
                    <a:pt x="52" y="33"/>
                  </a:cubicBezTo>
                  <a:cubicBezTo>
                    <a:pt x="52" y="19"/>
                    <a:pt x="45" y="9"/>
                    <a:pt x="33" y="4"/>
                  </a:cubicBezTo>
                  <a:cubicBezTo>
                    <a:pt x="28" y="2"/>
                    <a:pt x="23" y="0"/>
                    <a:pt x="18" y="1"/>
                  </a:cubicBezTo>
                  <a:cubicBezTo>
                    <a:pt x="12" y="3"/>
                    <a:pt x="8" y="7"/>
                    <a:pt x="3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6140" name="Freeform 683">
              <a:extLst>
                <a:ext uri="{FF2B5EF4-FFF2-40B4-BE49-F238E27FC236}">
                  <a16:creationId xmlns:a16="http://schemas.microsoft.com/office/drawing/2014/main" id="{4B2AB97A-67F4-4295-98BB-279580FFE3B0}"/>
                </a:ext>
              </a:extLst>
            </p:cNvPr>
            <p:cNvSpPr>
              <a:spLocks/>
            </p:cNvSpPr>
            <p:nvPr/>
          </p:nvSpPr>
          <p:spPr bwMode="auto">
            <a:xfrm>
              <a:off x="751" y="2401"/>
              <a:ext cx="49" cy="139"/>
            </a:xfrm>
            <a:custGeom>
              <a:avLst/>
              <a:gdLst>
                <a:gd name="T0" fmla="*/ 35 w 46"/>
                <a:gd name="T1" fmla="*/ 0 h 130"/>
                <a:gd name="T2" fmla="*/ 32 w 46"/>
                <a:gd name="T3" fmla="*/ 22 h 130"/>
                <a:gd name="T4" fmla="*/ 21 w 46"/>
                <a:gd name="T5" fmla="*/ 40 h 130"/>
                <a:gd name="T6" fmla="*/ 20 w 46"/>
                <a:gd name="T7" fmla="*/ 77 h 130"/>
                <a:gd name="T8" fmla="*/ 35 w 46"/>
                <a:gd name="T9" fmla="*/ 118 h 130"/>
                <a:gd name="T10" fmla="*/ 55 w 46"/>
                <a:gd name="T11" fmla="*/ 159 h 130"/>
                <a:gd name="T12" fmla="*/ 46 w 46"/>
                <a:gd name="T13" fmla="*/ 139 h 130"/>
                <a:gd name="T14" fmla="*/ 29 w 46"/>
                <a:gd name="T15" fmla="*/ 123 h 130"/>
                <a:gd name="T16" fmla="*/ 6 w 46"/>
                <a:gd name="T17" fmla="*/ 71 h 130"/>
                <a:gd name="T18" fmla="*/ 1 w 46"/>
                <a:gd name="T19" fmla="*/ 49 h 130"/>
                <a:gd name="T20" fmla="*/ 6 w 46"/>
                <a:gd name="T21" fmla="*/ 40 h 130"/>
                <a:gd name="T22" fmla="*/ 33 w 46"/>
                <a:gd name="T23" fmla="*/ 2 h 13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6" h="130">
                  <a:moveTo>
                    <a:pt x="29" y="0"/>
                  </a:moveTo>
                  <a:cubicBezTo>
                    <a:pt x="27" y="6"/>
                    <a:pt x="28" y="13"/>
                    <a:pt x="26" y="19"/>
                  </a:cubicBezTo>
                  <a:cubicBezTo>
                    <a:pt x="24" y="25"/>
                    <a:pt x="21" y="28"/>
                    <a:pt x="18" y="33"/>
                  </a:cubicBezTo>
                  <a:cubicBezTo>
                    <a:pt x="12" y="43"/>
                    <a:pt x="16" y="51"/>
                    <a:pt x="17" y="63"/>
                  </a:cubicBezTo>
                  <a:cubicBezTo>
                    <a:pt x="19" y="77"/>
                    <a:pt x="19" y="85"/>
                    <a:pt x="29" y="96"/>
                  </a:cubicBezTo>
                  <a:cubicBezTo>
                    <a:pt x="38" y="105"/>
                    <a:pt x="45" y="117"/>
                    <a:pt x="46" y="130"/>
                  </a:cubicBezTo>
                  <a:cubicBezTo>
                    <a:pt x="43" y="126"/>
                    <a:pt x="42" y="119"/>
                    <a:pt x="38" y="114"/>
                  </a:cubicBezTo>
                  <a:cubicBezTo>
                    <a:pt x="35" y="109"/>
                    <a:pt x="28" y="104"/>
                    <a:pt x="23" y="101"/>
                  </a:cubicBezTo>
                  <a:cubicBezTo>
                    <a:pt x="7" y="89"/>
                    <a:pt x="7" y="78"/>
                    <a:pt x="6" y="58"/>
                  </a:cubicBezTo>
                  <a:cubicBezTo>
                    <a:pt x="6" y="51"/>
                    <a:pt x="2" y="47"/>
                    <a:pt x="1" y="40"/>
                  </a:cubicBezTo>
                  <a:cubicBezTo>
                    <a:pt x="0" y="32"/>
                    <a:pt x="0" y="37"/>
                    <a:pt x="6" y="33"/>
                  </a:cubicBezTo>
                  <a:cubicBezTo>
                    <a:pt x="16" y="28"/>
                    <a:pt x="23" y="13"/>
                    <a:pt x="27" y="2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6141" name="Freeform 684">
              <a:extLst>
                <a:ext uri="{FF2B5EF4-FFF2-40B4-BE49-F238E27FC236}">
                  <a16:creationId xmlns:a16="http://schemas.microsoft.com/office/drawing/2014/main" id="{133932AA-91B7-4D7B-8605-9C365C067F4C}"/>
                </a:ext>
              </a:extLst>
            </p:cNvPr>
            <p:cNvSpPr>
              <a:spLocks/>
            </p:cNvSpPr>
            <p:nvPr/>
          </p:nvSpPr>
          <p:spPr bwMode="auto">
            <a:xfrm>
              <a:off x="794" y="1954"/>
              <a:ext cx="86" cy="34"/>
            </a:xfrm>
            <a:custGeom>
              <a:avLst/>
              <a:gdLst>
                <a:gd name="T0" fmla="*/ 0 w 81"/>
                <a:gd name="T1" fmla="*/ 0 h 31"/>
                <a:gd name="T2" fmla="*/ 22 w 81"/>
                <a:gd name="T3" fmla="*/ 11 h 31"/>
                <a:gd name="T4" fmla="*/ 48 w 81"/>
                <a:gd name="T5" fmla="*/ 14 h 31"/>
                <a:gd name="T6" fmla="*/ 97 w 81"/>
                <a:gd name="T7" fmla="*/ 36 h 31"/>
                <a:gd name="T8" fmla="*/ 48 w 81"/>
                <a:gd name="T9" fmla="*/ 23 h 31"/>
                <a:gd name="T10" fmla="*/ 24 w 81"/>
                <a:gd name="T11" fmla="*/ 18 h 31"/>
                <a:gd name="T12" fmla="*/ 2 w 81"/>
                <a:gd name="T13" fmla="*/ 5 h 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1" h="31">
                  <a:moveTo>
                    <a:pt x="0" y="0"/>
                  </a:moveTo>
                  <a:cubicBezTo>
                    <a:pt x="7" y="1"/>
                    <a:pt x="12" y="7"/>
                    <a:pt x="19" y="8"/>
                  </a:cubicBezTo>
                  <a:cubicBezTo>
                    <a:pt x="27" y="9"/>
                    <a:pt x="33" y="9"/>
                    <a:pt x="40" y="11"/>
                  </a:cubicBezTo>
                  <a:cubicBezTo>
                    <a:pt x="54" y="15"/>
                    <a:pt x="68" y="21"/>
                    <a:pt x="81" y="27"/>
                  </a:cubicBezTo>
                  <a:cubicBezTo>
                    <a:pt x="67" y="31"/>
                    <a:pt x="52" y="21"/>
                    <a:pt x="40" y="17"/>
                  </a:cubicBezTo>
                  <a:cubicBezTo>
                    <a:pt x="34" y="14"/>
                    <a:pt x="28" y="15"/>
                    <a:pt x="21" y="14"/>
                  </a:cubicBezTo>
                  <a:cubicBezTo>
                    <a:pt x="12" y="13"/>
                    <a:pt x="9" y="9"/>
                    <a:pt x="2" y="5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6142" name="Freeform 685">
              <a:extLst>
                <a:ext uri="{FF2B5EF4-FFF2-40B4-BE49-F238E27FC236}">
                  <a16:creationId xmlns:a16="http://schemas.microsoft.com/office/drawing/2014/main" id="{ED1948A1-9E05-4ACF-B629-62B71E3747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2" y="2206"/>
              <a:ext cx="168" cy="213"/>
            </a:xfrm>
            <a:custGeom>
              <a:avLst/>
              <a:gdLst>
                <a:gd name="T0" fmla="*/ 0 w 157"/>
                <a:gd name="T1" fmla="*/ 32 h 200"/>
                <a:gd name="T2" fmla="*/ 55 w 157"/>
                <a:gd name="T3" fmla="*/ 33 h 200"/>
                <a:gd name="T4" fmla="*/ 83 w 157"/>
                <a:gd name="T5" fmla="*/ 110 h 200"/>
                <a:gd name="T6" fmla="*/ 193 w 157"/>
                <a:gd name="T7" fmla="*/ 242 h 200"/>
                <a:gd name="T8" fmla="*/ 67 w 157"/>
                <a:gd name="T9" fmla="*/ 119 h 200"/>
                <a:gd name="T10" fmla="*/ 47 w 157"/>
                <a:gd name="T11" fmla="*/ 54 h 200"/>
                <a:gd name="T12" fmla="*/ 11 w 157"/>
                <a:gd name="T13" fmla="*/ 39 h 20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7" h="200">
                  <a:moveTo>
                    <a:pt x="0" y="26"/>
                  </a:moveTo>
                  <a:cubicBezTo>
                    <a:pt x="16" y="13"/>
                    <a:pt x="34" y="0"/>
                    <a:pt x="45" y="27"/>
                  </a:cubicBezTo>
                  <a:cubicBezTo>
                    <a:pt x="53" y="49"/>
                    <a:pt x="57" y="70"/>
                    <a:pt x="68" y="91"/>
                  </a:cubicBezTo>
                  <a:cubicBezTo>
                    <a:pt x="92" y="137"/>
                    <a:pt x="111" y="173"/>
                    <a:pt x="157" y="200"/>
                  </a:cubicBezTo>
                  <a:cubicBezTo>
                    <a:pt x="118" y="197"/>
                    <a:pt x="74" y="128"/>
                    <a:pt x="55" y="99"/>
                  </a:cubicBezTo>
                  <a:cubicBezTo>
                    <a:pt x="42" y="80"/>
                    <a:pt x="44" y="64"/>
                    <a:pt x="38" y="45"/>
                  </a:cubicBezTo>
                  <a:cubicBezTo>
                    <a:pt x="32" y="28"/>
                    <a:pt x="24" y="32"/>
                    <a:pt x="8" y="33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6143" name="Freeform 686">
              <a:extLst>
                <a:ext uri="{FF2B5EF4-FFF2-40B4-BE49-F238E27FC236}">
                  <a16:creationId xmlns:a16="http://schemas.microsoft.com/office/drawing/2014/main" id="{A24315A0-7760-4E1C-9561-627D8A9DB54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" y="2302"/>
              <a:ext cx="142" cy="84"/>
            </a:xfrm>
            <a:custGeom>
              <a:avLst/>
              <a:gdLst>
                <a:gd name="T0" fmla="*/ 108 w 133"/>
                <a:gd name="T1" fmla="*/ 30 h 79"/>
                <a:gd name="T2" fmla="*/ 0 w 133"/>
                <a:gd name="T3" fmla="*/ 3 h 79"/>
                <a:gd name="T4" fmla="*/ 90 w 133"/>
                <a:gd name="T5" fmla="*/ 41 h 79"/>
                <a:gd name="T6" fmla="*/ 162 w 133"/>
                <a:gd name="T7" fmla="*/ 95 h 7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3" h="79">
                  <a:moveTo>
                    <a:pt x="89" y="24"/>
                  </a:moveTo>
                  <a:cubicBezTo>
                    <a:pt x="81" y="0"/>
                    <a:pt x="21" y="2"/>
                    <a:pt x="0" y="3"/>
                  </a:cubicBezTo>
                  <a:cubicBezTo>
                    <a:pt x="29" y="9"/>
                    <a:pt x="50" y="17"/>
                    <a:pt x="74" y="35"/>
                  </a:cubicBezTo>
                  <a:cubicBezTo>
                    <a:pt x="88" y="46"/>
                    <a:pt x="129" y="69"/>
                    <a:pt x="133" y="79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6144" name="Freeform 687">
              <a:extLst>
                <a:ext uri="{FF2B5EF4-FFF2-40B4-BE49-F238E27FC236}">
                  <a16:creationId xmlns:a16="http://schemas.microsoft.com/office/drawing/2014/main" id="{D382FC87-A9CF-48DE-BB3D-CEBA359A2F8E}"/>
                </a:ext>
              </a:extLst>
            </p:cNvPr>
            <p:cNvSpPr>
              <a:spLocks/>
            </p:cNvSpPr>
            <p:nvPr/>
          </p:nvSpPr>
          <p:spPr bwMode="auto">
            <a:xfrm>
              <a:off x="906" y="2340"/>
              <a:ext cx="109" cy="675"/>
            </a:xfrm>
            <a:custGeom>
              <a:avLst/>
              <a:gdLst>
                <a:gd name="T0" fmla="*/ 67 w 102"/>
                <a:gd name="T1" fmla="*/ 0 h 631"/>
                <a:gd name="T2" fmla="*/ 17 w 102"/>
                <a:gd name="T3" fmla="*/ 450 h 631"/>
                <a:gd name="T4" fmla="*/ 124 w 102"/>
                <a:gd name="T5" fmla="*/ 772 h 631"/>
                <a:gd name="T6" fmla="*/ 40 w 102"/>
                <a:gd name="T7" fmla="*/ 444 h 631"/>
                <a:gd name="T8" fmla="*/ 67 w 102"/>
                <a:gd name="T9" fmla="*/ 0 h 6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2" h="631">
                  <a:moveTo>
                    <a:pt x="55" y="0"/>
                  </a:moveTo>
                  <a:cubicBezTo>
                    <a:pt x="55" y="0"/>
                    <a:pt x="0" y="173"/>
                    <a:pt x="14" y="368"/>
                  </a:cubicBezTo>
                  <a:cubicBezTo>
                    <a:pt x="28" y="564"/>
                    <a:pt x="81" y="600"/>
                    <a:pt x="102" y="631"/>
                  </a:cubicBezTo>
                  <a:cubicBezTo>
                    <a:pt x="102" y="631"/>
                    <a:pt x="35" y="521"/>
                    <a:pt x="33" y="363"/>
                  </a:cubicBezTo>
                  <a:cubicBezTo>
                    <a:pt x="31" y="206"/>
                    <a:pt x="55" y="0"/>
                    <a:pt x="5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6145" name="Freeform 688">
              <a:extLst>
                <a:ext uri="{FF2B5EF4-FFF2-40B4-BE49-F238E27FC236}">
                  <a16:creationId xmlns:a16="http://schemas.microsoft.com/office/drawing/2014/main" id="{03D2BF89-473B-4F8A-9429-8DA41A3326DF}"/>
                </a:ext>
              </a:extLst>
            </p:cNvPr>
            <p:cNvSpPr>
              <a:spLocks/>
            </p:cNvSpPr>
            <p:nvPr/>
          </p:nvSpPr>
          <p:spPr bwMode="auto">
            <a:xfrm>
              <a:off x="962" y="1992"/>
              <a:ext cx="71" cy="318"/>
            </a:xfrm>
            <a:custGeom>
              <a:avLst/>
              <a:gdLst>
                <a:gd name="T0" fmla="*/ 15 w 67"/>
                <a:gd name="T1" fmla="*/ 362 h 298"/>
                <a:gd name="T2" fmla="*/ 79 w 67"/>
                <a:gd name="T3" fmla="*/ 338 h 298"/>
                <a:gd name="T4" fmla="*/ 32 w 67"/>
                <a:gd name="T5" fmla="*/ 309 h 298"/>
                <a:gd name="T6" fmla="*/ 53 w 67"/>
                <a:gd name="T7" fmla="*/ 272 h 298"/>
                <a:gd name="T8" fmla="*/ 22 w 67"/>
                <a:gd name="T9" fmla="*/ 165 h 298"/>
                <a:gd name="T10" fmla="*/ 22 w 67"/>
                <a:gd name="T11" fmla="*/ 79 h 298"/>
                <a:gd name="T12" fmla="*/ 28 w 67"/>
                <a:gd name="T13" fmla="*/ 0 h 298"/>
                <a:gd name="T14" fmla="*/ 3 w 67"/>
                <a:gd name="T15" fmla="*/ 186 h 298"/>
                <a:gd name="T16" fmla="*/ 5 w 67"/>
                <a:gd name="T17" fmla="*/ 265 h 298"/>
                <a:gd name="T18" fmla="*/ 13 w 67"/>
                <a:gd name="T19" fmla="*/ 304 h 298"/>
                <a:gd name="T20" fmla="*/ 15 w 67"/>
                <a:gd name="T21" fmla="*/ 344 h 29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7" h="298">
                  <a:moveTo>
                    <a:pt x="12" y="298"/>
                  </a:moveTo>
                  <a:cubicBezTo>
                    <a:pt x="6" y="263"/>
                    <a:pt x="47" y="270"/>
                    <a:pt x="67" y="278"/>
                  </a:cubicBezTo>
                  <a:cubicBezTo>
                    <a:pt x="52" y="271"/>
                    <a:pt x="31" y="271"/>
                    <a:pt x="26" y="255"/>
                  </a:cubicBezTo>
                  <a:cubicBezTo>
                    <a:pt x="22" y="242"/>
                    <a:pt x="29" y="224"/>
                    <a:pt x="44" y="224"/>
                  </a:cubicBezTo>
                  <a:cubicBezTo>
                    <a:pt x="7" y="228"/>
                    <a:pt x="18" y="161"/>
                    <a:pt x="19" y="136"/>
                  </a:cubicBezTo>
                  <a:cubicBezTo>
                    <a:pt x="20" y="112"/>
                    <a:pt x="18" y="89"/>
                    <a:pt x="19" y="65"/>
                  </a:cubicBezTo>
                  <a:cubicBezTo>
                    <a:pt x="20" y="44"/>
                    <a:pt x="25" y="21"/>
                    <a:pt x="24" y="0"/>
                  </a:cubicBezTo>
                  <a:cubicBezTo>
                    <a:pt x="9" y="51"/>
                    <a:pt x="0" y="101"/>
                    <a:pt x="3" y="153"/>
                  </a:cubicBezTo>
                  <a:cubicBezTo>
                    <a:pt x="4" y="174"/>
                    <a:pt x="4" y="195"/>
                    <a:pt x="5" y="217"/>
                  </a:cubicBezTo>
                  <a:cubicBezTo>
                    <a:pt x="5" y="229"/>
                    <a:pt x="7" y="238"/>
                    <a:pt x="10" y="250"/>
                  </a:cubicBezTo>
                  <a:cubicBezTo>
                    <a:pt x="12" y="257"/>
                    <a:pt x="16" y="285"/>
                    <a:pt x="12" y="28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6146" name="Freeform 689">
              <a:extLst>
                <a:ext uri="{FF2B5EF4-FFF2-40B4-BE49-F238E27FC236}">
                  <a16:creationId xmlns:a16="http://schemas.microsoft.com/office/drawing/2014/main" id="{A73892A0-720D-4213-A56A-54D8E27CABED}"/>
                </a:ext>
              </a:extLst>
            </p:cNvPr>
            <p:cNvSpPr>
              <a:spLocks/>
            </p:cNvSpPr>
            <p:nvPr/>
          </p:nvSpPr>
          <p:spPr bwMode="auto">
            <a:xfrm>
              <a:off x="965" y="3017"/>
              <a:ext cx="68" cy="142"/>
            </a:xfrm>
            <a:custGeom>
              <a:avLst/>
              <a:gdLst>
                <a:gd name="T0" fmla="*/ 62 w 64"/>
                <a:gd name="T1" fmla="*/ 34 h 133"/>
                <a:gd name="T2" fmla="*/ 36 w 64"/>
                <a:gd name="T3" fmla="*/ 0 h 133"/>
                <a:gd name="T4" fmla="*/ 77 w 64"/>
                <a:gd name="T5" fmla="*/ 162 h 133"/>
                <a:gd name="T6" fmla="*/ 58 w 64"/>
                <a:gd name="T7" fmla="*/ 32 h 1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4" h="133">
                  <a:moveTo>
                    <a:pt x="52" y="28"/>
                  </a:moveTo>
                  <a:cubicBezTo>
                    <a:pt x="47" y="18"/>
                    <a:pt x="40" y="6"/>
                    <a:pt x="30" y="0"/>
                  </a:cubicBezTo>
                  <a:cubicBezTo>
                    <a:pt x="0" y="39"/>
                    <a:pt x="38" y="105"/>
                    <a:pt x="64" y="133"/>
                  </a:cubicBezTo>
                  <a:cubicBezTo>
                    <a:pt x="47" y="115"/>
                    <a:pt x="22" y="44"/>
                    <a:pt x="49" y="2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6147" name="Freeform 690">
              <a:extLst>
                <a:ext uri="{FF2B5EF4-FFF2-40B4-BE49-F238E27FC236}">
                  <a16:creationId xmlns:a16="http://schemas.microsoft.com/office/drawing/2014/main" id="{6B8F29E3-C0BD-4270-AA21-557B66F02A1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0" y="3193"/>
              <a:ext cx="129" cy="618"/>
            </a:xfrm>
            <a:custGeom>
              <a:avLst/>
              <a:gdLst>
                <a:gd name="T0" fmla="*/ 37 w 121"/>
                <a:gd name="T1" fmla="*/ 0 h 578"/>
                <a:gd name="T2" fmla="*/ 5 w 121"/>
                <a:gd name="T3" fmla="*/ 167 h 578"/>
                <a:gd name="T4" fmla="*/ 0 w 121"/>
                <a:gd name="T5" fmla="*/ 377 h 578"/>
                <a:gd name="T6" fmla="*/ 37 w 121"/>
                <a:gd name="T7" fmla="*/ 621 h 578"/>
                <a:gd name="T8" fmla="*/ 58 w 121"/>
                <a:gd name="T9" fmla="*/ 701 h 578"/>
                <a:gd name="T10" fmla="*/ 72 w 121"/>
                <a:gd name="T11" fmla="*/ 580 h 578"/>
                <a:gd name="T12" fmla="*/ 59 w 121"/>
                <a:gd name="T13" fmla="*/ 567 h 578"/>
                <a:gd name="T14" fmla="*/ 97 w 121"/>
                <a:gd name="T15" fmla="*/ 577 h 578"/>
                <a:gd name="T16" fmla="*/ 147 w 121"/>
                <a:gd name="T17" fmla="*/ 571 h 578"/>
                <a:gd name="T18" fmla="*/ 61 w 121"/>
                <a:gd name="T19" fmla="*/ 547 h 578"/>
                <a:gd name="T20" fmla="*/ 36 w 121"/>
                <a:gd name="T21" fmla="*/ 414 h 578"/>
                <a:gd name="T22" fmla="*/ 23 w 121"/>
                <a:gd name="T23" fmla="*/ 228 h 578"/>
                <a:gd name="T24" fmla="*/ 37 w 121"/>
                <a:gd name="T25" fmla="*/ 30 h 57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21" h="578">
                  <a:moveTo>
                    <a:pt x="31" y="0"/>
                  </a:moveTo>
                  <a:cubicBezTo>
                    <a:pt x="31" y="46"/>
                    <a:pt x="9" y="91"/>
                    <a:pt x="5" y="137"/>
                  </a:cubicBezTo>
                  <a:cubicBezTo>
                    <a:pt x="1" y="195"/>
                    <a:pt x="0" y="251"/>
                    <a:pt x="0" y="309"/>
                  </a:cubicBezTo>
                  <a:cubicBezTo>
                    <a:pt x="0" y="377"/>
                    <a:pt x="38" y="440"/>
                    <a:pt x="31" y="508"/>
                  </a:cubicBezTo>
                  <a:cubicBezTo>
                    <a:pt x="30" y="520"/>
                    <a:pt x="32" y="578"/>
                    <a:pt x="48" y="574"/>
                  </a:cubicBezTo>
                  <a:cubicBezTo>
                    <a:pt x="29" y="537"/>
                    <a:pt x="56" y="509"/>
                    <a:pt x="60" y="474"/>
                  </a:cubicBezTo>
                  <a:cubicBezTo>
                    <a:pt x="56" y="471"/>
                    <a:pt x="52" y="466"/>
                    <a:pt x="49" y="464"/>
                  </a:cubicBezTo>
                  <a:cubicBezTo>
                    <a:pt x="59" y="464"/>
                    <a:pt x="69" y="470"/>
                    <a:pt x="80" y="472"/>
                  </a:cubicBezTo>
                  <a:cubicBezTo>
                    <a:pt x="96" y="475"/>
                    <a:pt x="106" y="468"/>
                    <a:pt x="121" y="467"/>
                  </a:cubicBezTo>
                  <a:cubicBezTo>
                    <a:pt x="97" y="467"/>
                    <a:pt x="66" y="465"/>
                    <a:pt x="50" y="448"/>
                  </a:cubicBezTo>
                  <a:cubicBezTo>
                    <a:pt x="27" y="423"/>
                    <a:pt x="30" y="371"/>
                    <a:pt x="30" y="339"/>
                  </a:cubicBezTo>
                  <a:cubicBezTo>
                    <a:pt x="29" y="288"/>
                    <a:pt x="17" y="238"/>
                    <a:pt x="20" y="186"/>
                  </a:cubicBezTo>
                  <a:cubicBezTo>
                    <a:pt x="22" y="133"/>
                    <a:pt x="18" y="75"/>
                    <a:pt x="31" y="2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6148" name="Freeform 691">
              <a:extLst>
                <a:ext uri="{FF2B5EF4-FFF2-40B4-BE49-F238E27FC236}">
                  <a16:creationId xmlns:a16="http://schemas.microsoft.com/office/drawing/2014/main" id="{A35ADC04-5F01-4B3C-AC57-CEE489735427}"/>
                </a:ext>
              </a:extLst>
            </p:cNvPr>
            <p:cNvSpPr>
              <a:spLocks/>
            </p:cNvSpPr>
            <p:nvPr/>
          </p:nvSpPr>
          <p:spPr bwMode="auto">
            <a:xfrm>
              <a:off x="876" y="3831"/>
              <a:ext cx="166" cy="138"/>
            </a:xfrm>
            <a:custGeom>
              <a:avLst/>
              <a:gdLst>
                <a:gd name="T0" fmla="*/ 191 w 155"/>
                <a:gd name="T1" fmla="*/ 6 h 129"/>
                <a:gd name="T2" fmla="*/ 148 w 155"/>
                <a:gd name="T3" fmla="*/ 48 h 129"/>
                <a:gd name="T4" fmla="*/ 100 w 155"/>
                <a:gd name="T5" fmla="*/ 94 h 129"/>
                <a:gd name="T6" fmla="*/ 55 w 155"/>
                <a:gd name="T7" fmla="*/ 127 h 129"/>
                <a:gd name="T8" fmla="*/ 0 w 155"/>
                <a:gd name="T9" fmla="*/ 150 h 129"/>
                <a:gd name="T10" fmla="*/ 47 w 155"/>
                <a:gd name="T11" fmla="*/ 158 h 129"/>
                <a:gd name="T12" fmla="*/ 56 w 155"/>
                <a:gd name="T13" fmla="*/ 143 h 129"/>
                <a:gd name="T14" fmla="*/ 84 w 155"/>
                <a:gd name="T15" fmla="*/ 126 h 129"/>
                <a:gd name="T16" fmla="*/ 110 w 155"/>
                <a:gd name="T17" fmla="*/ 103 h 129"/>
                <a:gd name="T18" fmla="*/ 125 w 155"/>
                <a:gd name="T19" fmla="*/ 81 h 129"/>
                <a:gd name="T20" fmla="*/ 149 w 155"/>
                <a:gd name="T21" fmla="*/ 60 h 129"/>
                <a:gd name="T22" fmla="*/ 166 w 155"/>
                <a:gd name="T23" fmla="*/ 39 h 129"/>
                <a:gd name="T24" fmla="*/ 191 w 155"/>
                <a:gd name="T25" fmla="*/ 4 h 12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55" h="129">
                  <a:moveTo>
                    <a:pt x="155" y="6"/>
                  </a:moveTo>
                  <a:cubicBezTo>
                    <a:pt x="139" y="0"/>
                    <a:pt x="127" y="30"/>
                    <a:pt x="120" y="39"/>
                  </a:cubicBezTo>
                  <a:cubicBezTo>
                    <a:pt x="110" y="54"/>
                    <a:pt x="94" y="65"/>
                    <a:pt x="81" y="77"/>
                  </a:cubicBezTo>
                  <a:cubicBezTo>
                    <a:pt x="69" y="88"/>
                    <a:pt x="59" y="97"/>
                    <a:pt x="45" y="104"/>
                  </a:cubicBezTo>
                  <a:cubicBezTo>
                    <a:pt x="31" y="112"/>
                    <a:pt x="12" y="110"/>
                    <a:pt x="0" y="122"/>
                  </a:cubicBezTo>
                  <a:cubicBezTo>
                    <a:pt x="14" y="119"/>
                    <a:pt x="26" y="119"/>
                    <a:pt x="38" y="129"/>
                  </a:cubicBezTo>
                  <a:cubicBezTo>
                    <a:pt x="38" y="121"/>
                    <a:pt x="40" y="121"/>
                    <a:pt x="46" y="117"/>
                  </a:cubicBezTo>
                  <a:cubicBezTo>
                    <a:pt x="55" y="113"/>
                    <a:pt x="61" y="109"/>
                    <a:pt x="68" y="103"/>
                  </a:cubicBezTo>
                  <a:cubicBezTo>
                    <a:pt x="76" y="97"/>
                    <a:pt x="84" y="92"/>
                    <a:pt x="90" y="84"/>
                  </a:cubicBezTo>
                  <a:cubicBezTo>
                    <a:pt x="94" y="78"/>
                    <a:pt x="97" y="72"/>
                    <a:pt x="102" y="66"/>
                  </a:cubicBezTo>
                  <a:cubicBezTo>
                    <a:pt x="107" y="59"/>
                    <a:pt x="114" y="54"/>
                    <a:pt x="121" y="49"/>
                  </a:cubicBezTo>
                  <a:cubicBezTo>
                    <a:pt x="127" y="44"/>
                    <a:pt x="131" y="39"/>
                    <a:pt x="135" y="32"/>
                  </a:cubicBezTo>
                  <a:cubicBezTo>
                    <a:pt x="141" y="23"/>
                    <a:pt x="146" y="12"/>
                    <a:pt x="15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6149" name="Freeform 692">
              <a:extLst>
                <a:ext uri="{FF2B5EF4-FFF2-40B4-BE49-F238E27FC236}">
                  <a16:creationId xmlns:a16="http://schemas.microsoft.com/office/drawing/2014/main" id="{7DD3E43F-6363-45B4-BBA8-A7E75D9B57D2}"/>
                </a:ext>
              </a:extLst>
            </p:cNvPr>
            <p:cNvSpPr>
              <a:spLocks/>
            </p:cNvSpPr>
            <p:nvPr/>
          </p:nvSpPr>
          <p:spPr bwMode="auto">
            <a:xfrm>
              <a:off x="919" y="3988"/>
              <a:ext cx="126" cy="87"/>
            </a:xfrm>
            <a:custGeom>
              <a:avLst/>
              <a:gdLst>
                <a:gd name="T0" fmla="*/ 0 w 118"/>
                <a:gd name="T1" fmla="*/ 68 h 81"/>
                <a:gd name="T2" fmla="*/ 30 w 118"/>
                <a:gd name="T3" fmla="*/ 97 h 81"/>
                <a:gd name="T4" fmla="*/ 66 w 118"/>
                <a:gd name="T5" fmla="*/ 85 h 81"/>
                <a:gd name="T6" fmla="*/ 85 w 118"/>
                <a:gd name="T7" fmla="*/ 61 h 81"/>
                <a:gd name="T8" fmla="*/ 107 w 118"/>
                <a:gd name="T9" fmla="*/ 45 h 81"/>
                <a:gd name="T10" fmla="*/ 125 w 118"/>
                <a:gd name="T11" fmla="*/ 18 h 81"/>
                <a:gd name="T12" fmla="*/ 144 w 118"/>
                <a:gd name="T13" fmla="*/ 0 h 81"/>
                <a:gd name="T14" fmla="*/ 106 w 118"/>
                <a:gd name="T15" fmla="*/ 32 h 81"/>
                <a:gd name="T16" fmla="*/ 88 w 118"/>
                <a:gd name="T17" fmla="*/ 45 h 81"/>
                <a:gd name="T18" fmla="*/ 77 w 118"/>
                <a:gd name="T19" fmla="*/ 60 h 81"/>
                <a:gd name="T20" fmla="*/ 38 w 118"/>
                <a:gd name="T21" fmla="*/ 88 h 81"/>
                <a:gd name="T22" fmla="*/ 1 w 118"/>
                <a:gd name="T23" fmla="*/ 71 h 81"/>
                <a:gd name="T24" fmla="*/ 0 w 118"/>
                <a:gd name="T25" fmla="*/ 68 h 8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18" h="81">
                  <a:moveTo>
                    <a:pt x="0" y="55"/>
                  </a:moveTo>
                  <a:cubicBezTo>
                    <a:pt x="0" y="67"/>
                    <a:pt x="14" y="76"/>
                    <a:pt x="24" y="78"/>
                  </a:cubicBezTo>
                  <a:cubicBezTo>
                    <a:pt x="34" y="81"/>
                    <a:pt x="46" y="76"/>
                    <a:pt x="54" y="69"/>
                  </a:cubicBezTo>
                  <a:cubicBezTo>
                    <a:pt x="60" y="63"/>
                    <a:pt x="65" y="55"/>
                    <a:pt x="70" y="49"/>
                  </a:cubicBezTo>
                  <a:cubicBezTo>
                    <a:pt x="76" y="42"/>
                    <a:pt x="81" y="40"/>
                    <a:pt x="88" y="36"/>
                  </a:cubicBezTo>
                  <a:cubicBezTo>
                    <a:pt x="95" y="31"/>
                    <a:pt x="98" y="21"/>
                    <a:pt x="103" y="15"/>
                  </a:cubicBezTo>
                  <a:cubicBezTo>
                    <a:pt x="107" y="9"/>
                    <a:pt x="112" y="3"/>
                    <a:pt x="118" y="0"/>
                  </a:cubicBezTo>
                  <a:cubicBezTo>
                    <a:pt x="105" y="3"/>
                    <a:pt x="96" y="18"/>
                    <a:pt x="87" y="26"/>
                  </a:cubicBezTo>
                  <a:cubicBezTo>
                    <a:pt x="83" y="31"/>
                    <a:pt x="77" y="33"/>
                    <a:pt x="72" y="36"/>
                  </a:cubicBezTo>
                  <a:cubicBezTo>
                    <a:pt x="68" y="39"/>
                    <a:pt x="66" y="44"/>
                    <a:pt x="63" y="48"/>
                  </a:cubicBezTo>
                  <a:cubicBezTo>
                    <a:pt x="56" y="59"/>
                    <a:pt x="47" y="70"/>
                    <a:pt x="32" y="71"/>
                  </a:cubicBezTo>
                  <a:cubicBezTo>
                    <a:pt x="20" y="73"/>
                    <a:pt x="6" y="68"/>
                    <a:pt x="1" y="57"/>
                  </a:cubicBezTo>
                  <a:cubicBezTo>
                    <a:pt x="1" y="56"/>
                    <a:pt x="0" y="56"/>
                    <a:pt x="0" y="55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6150" name="Freeform 693">
              <a:extLst>
                <a:ext uri="{FF2B5EF4-FFF2-40B4-BE49-F238E27FC236}">
                  <a16:creationId xmlns:a16="http://schemas.microsoft.com/office/drawing/2014/main" id="{E1ABB281-0C4F-4F26-BC0F-25AC2FFEC28B}"/>
                </a:ext>
              </a:extLst>
            </p:cNvPr>
            <p:cNvSpPr>
              <a:spLocks/>
            </p:cNvSpPr>
            <p:nvPr/>
          </p:nvSpPr>
          <p:spPr bwMode="auto">
            <a:xfrm>
              <a:off x="988" y="4013"/>
              <a:ext cx="24" cy="29"/>
            </a:xfrm>
            <a:custGeom>
              <a:avLst/>
              <a:gdLst>
                <a:gd name="T0" fmla="*/ 0 w 22"/>
                <a:gd name="T1" fmla="*/ 30 h 27"/>
                <a:gd name="T2" fmla="*/ 2 w 22"/>
                <a:gd name="T3" fmla="*/ 0 h 27"/>
                <a:gd name="T4" fmla="*/ 28 w 22"/>
                <a:gd name="T5" fmla="*/ 11 h 27"/>
                <a:gd name="T6" fmla="*/ 13 w 22"/>
                <a:gd name="T7" fmla="*/ 19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27">
                  <a:moveTo>
                    <a:pt x="0" y="24"/>
                  </a:moveTo>
                  <a:cubicBezTo>
                    <a:pt x="4" y="27"/>
                    <a:pt x="3" y="3"/>
                    <a:pt x="2" y="0"/>
                  </a:cubicBezTo>
                  <a:cubicBezTo>
                    <a:pt x="5" y="7"/>
                    <a:pt x="15" y="13"/>
                    <a:pt x="22" y="8"/>
                  </a:cubicBezTo>
                  <a:cubicBezTo>
                    <a:pt x="18" y="11"/>
                    <a:pt x="14" y="15"/>
                    <a:pt x="10" y="16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6151" name="Freeform 694">
              <a:extLst>
                <a:ext uri="{FF2B5EF4-FFF2-40B4-BE49-F238E27FC236}">
                  <a16:creationId xmlns:a16="http://schemas.microsoft.com/office/drawing/2014/main" id="{AC039AB7-8E46-421F-9A6B-862FC4DF517F}"/>
                </a:ext>
              </a:extLst>
            </p:cNvPr>
            <p:cNvSpPr>
              <a:spLocks/>
            </p:cNvSpPr>
            <p:nvPr/>
          </p:nvSpPr>
          <p:spPr bwMode="auto">
            <a:xfrm>
              <a:off x="884" y="4034"/>
              <a:ext cx="25" cy="21"/>
            </a:xfrm>
            <a:custGeom>
              <a:avLst/>
              <a:gdLst>
                <a:gd name="T0" fmla="*/ 25 w 24"/>
                <a:gd name="T1" fmla="*/ 13 h 20"/>
                <a:gd name="T2" fmla="*/ 26 w 24"/>
                <a:gd name="T3" fmla="*/ 23 h 20"/>
                <a:gd name="T4" fmla="*/ 8 w 24"/>
                <a:gd name="T5" fmla="*/ 19 h 20"/>
                <a:gd name="T6" fmla="*/ 0 w 24"/>
                <a:gd name="T7" fmla="*/ 0 h 20"/>
                <a:gd name="T8" fmla="*/ 8 w 24"/>
                <a:gd name="T9" fmla="*/ 13 h 20"/>
                <a:gd name="T10" fmla="*/ 25 w 24"/>
                <a:gd name="T11" fmla="*/ 15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20">
                  <a:moveTo>
                    <a:pt x="22" y="10"/>
                  </a:moveTo>
                  <a:cubicBezTo>
                    <a:pt x="22" y="13"/>
                    <a:pt x="24" y="17"/>
                    <a:pt x="23" y="20"/>
                  </a:cubicBezTo>
                  <a:cubicBezTo>
                    <a:pt x="18" y="20"/>
                    <a:pt x="12" y="19"/>
                    <a:pt x="8" y="16"/>
                  </a:cubicBezTo>
                  <a:cubicBezTo>
                    <a:pt x="2" y="13"/>
                    <a:pt x="0" y="7"/>
                    <a:pt x="0" y="0"/>
                  </a:cubicBezTo>
                  <a:cubicBezTo>
                    <a:pt x="2" y="4"/>
                    <a:pt x="5" y="7"/>
                    <a:pt x="8" y="10"/>
                  </a:cubicBezTo>
                  <a:cubicBezTo>
                    <a:pt x="13" y="13"/>
                    <a:pt x="17" y="12"/>
                    <a:pt x="22" y="12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6152" name="Freeform 695">
              <a:extLst>
                <a:ext uri="{FF2B5EF4-FFF2-40B4-BE49-F238E27FC236}">
                  <a16:creationId xmlns:a16="http://schemas.microsoft.com/office/drawing/2014/main" id="{22134F4C-2D37-4AD5-87D9-AF9ED955B646}"/>
                </a:ext>
              </a:extLst>
            </p:cNvPr>
            <p:cNvSpPr>
              <a:spLocks/>
            </p:cNvSpPr>
            <p:nvPr/>
          </p:nvSpPr>
          <p:spPr bwMode="auto">
            <a:xfrm>
              <a:off x="863" y="4017"/>
              <a:ext cx="14" cy="22"/>
            </a:xfrm>
            <a:custGeom>
              <a:avLst/>
              <a:gdLst>
                <a:gd name="T0" fmla="*/ 16 w 13"/>
                <a:gd name="T1" fmla="*/ 10 h 21"/>
                <a:gd name="T2" fmla="*/ 14 w 13"/>
                <a:gd name="T3" fmla="*/ 24 h 21"/>
                <a:gd name="T4" fmla="*/ 3 w 13"/>
                <a:gd name="T5" fmla="*/ 16 h 21"/>
                <a:gd name="T6" fmla="*/ 0 w 13"/>
                <a:gd name="T7" fmla="*/ 6 h 21"/>
                <a:gd name="T8" fmla="*/ 2 w 13"/>
                <a:gd name="T9" fmla="*/ 0 h 21"/>
                <a:gd name="T10" fmla="*/ 5 w 13"/>
                <a:gd name="T11" fmla="*/ 8 h 21"/>
                <a:gd name="T12" fmla="*/ 15 w 13"/>
                <a:gd name="T13" fmla="*/ 17 h 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21">
                  <a:moveTo>
                    <a:pt x="13" y="10"/>
                  </a:moveTo>
                  <a:cubicBezTo>
                    <a:pt x="11" y="12"/>
                    <a:pt x="11" y="18"/>
                    <a:pt x="11" y="21"/>
                  </a:cubicBezTo>
                  <a:cubicBezTo>
                    <a:pt x="8" y="20"/>
                    <a:pt x="4" y="16"/>
                    <a:pt x="3" y="13"/>
                  </a:cubicBezTo>
                  <a:cubicBezTo>
                    <a:pt x="2" y="11"/>
                    <a:pt x="0" y="8"/>
                    <a:pt x="0" y="6"/>
                  </a:cubicBezTo>
                  <a:cubicBezTo>
                    <a:pt x="0" y="4"/>
                    <a:pt x="2" y="2"/>
                    <a:pt x="2" y="0"/>
                  </a:cubicBezTo>
                  <a:cubicBezTo>
                    <a:pt x="4" y="1"/>
                    <a:pt x="4" y="6"/>
                    <a:pt x="5" y="8"/>
                  </a:cubicBezTo>
                  <a:cubicBezTo>
                    <a:pt x="7" y="10"/>
                    <a:pt x="9" y="14"/>
                    <a:pt x="12" y="14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6153" name="Freeform 696">
              <a:extLst>
                <a:ext uri="{FF2B5EF4-FFF2-40B4-BE49-F238E27FC236}">
                  <a16:creationId xmlns:a16="http://schemas.microsoft.com/office/drawing/2014/main" id="{11F9B1C7-CBC1-4571-8144-A751297A531A}"/>
                </a:ext>
              </a:extLst>
            </p:cNvPr>
            <p:cNvSpPr>
              <a:spLocks/>
            </p:cNvSpPr>
            <p:nvPr/>
          </p:nvSpPr>
          <p:spPr bwMode="auto">
            <a:xfrm>
              <a:off x="854" y="3996"/>
              <a:ext cx="6" cy="14"/>
            </a:xfrm>
            <a:custGeom>
              <a:avLst/>
              <a:gdLst>
                <a:gd name="T0" fmla="*/ 5 w 6"/>
                <a:gd name="T1" fmla="*/ 16 h 13"/>
                <a:gd name="T2" fmla="*/ 0 w 6"/>
                <a:gd name="T3" fmla="*/ 0 h 13"/>
                <a:gd name="T4" fmla="*/ 6 w 6"/>
                <a:gd name="T5" fmla="*/ 13 h 13"/>
                <a:gd name="T6" fmla="*/ 5 w 6"/>
                <a:gd name="T7" fmla="*/ 16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13">
                  <a:moveTo>
                    <a:pt x="5" y="13"/>
                  </a:moveTo>
                  <a:cubicBezTo>
                    <a:pt x="1" y="13"/>
                    <a:pt x="0" y="3"/>
                    <a:pt x="0" y="0"/>
                  </a:cubicBezTo>
                  <a:cubicBezTo>
                    <a:pt x="2" y="3"/>
                    <a:pt x="3" y="8"/>
                    <a:pt x="6" y="10"/>
                  </a:cubicBezTo>
                  <a:cubicBezTo>
                    <a:pt x="6" y="11"/>
                    <a:pt x="6" y="12"/>
                    <a:pt x="5" y="13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6154" name="Freeform 697">
              <a:extLst>
                <a:ext uri="{FF2B5EF4-FFF2-40B4-BE49-F238E27FC236}">
                  <a16:creationId xmlns:a16="http://schemas.microsoft.com/office/drawing/2014/main" id="{F0DF0B46-E11A-4FD3-8DD3-8E10C2FA42F7}"/>
                </a:ext>
              </a:extLst>
            </p:cNvPr>
            <p:cNvSpPr>
              <a:spLocks/>
            </p:cNvSpPr>
            <p:nvPr/>
          </p:nvSpPr>
          <p:spPr bwMode="auto">
            <a:xfrm>
              <a:off x="892" y="3984"/>
              <a:ext cx="21" cy="23"/>
            </a:xfrm>
            <a:custGeom>
              <a:avLst/>
              <a:gdLst>
                <a:gd name="T0" fmla="*/ 23 w 20"/>
                <a:gd name="T1" fmla="*/ 0 h 22"/>
                <a:gd name="T2" fmla="*/ 16 w 20"/>
                <a:gd name="T3" fmla="*/ 17 h 22"/>
                <a:gd name="T4" fmla="*/ 0 w 20"/>
                <a:gd name="T5" fmla="*/ 25 h 22"/>
                <a:gd name="T6" fmla="*/ 14 w 20"/>
                <a:gd name="T7" fmla="*/ 14 h 22"/>
                <a:gd name="T8" fmla="*/ 18 w 20"/>
                <a:gd name="T9" fmla="*/ 5 h 22"/>
                <a:gd name="T10" fmla="*/ 22 w 20"/>
                <a:gd name="T11" fmla="*/ 0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" h="22">
                  <a:moveTo>
                    <a:pt x="20" y="0"/>
                  </a:moveTo>
                  <a:cubicBezTo>
                    <a:pt x="20" y="5"/>
                    <a:pt x="15" y="11"/>
                    <a:pt x="13" y="14"/>
                  </a:cubicBezTo>
                  <a:cubicBezTo>
                    <a:pt x="10" y="18"/>
                    <a:pt x="5" y="22"/>
                    <a:pt x="0" y="22"/>
                  </a:cubicBezTo>
                  <a:cubicBezTo>
                    <a:pt x="5" y="22"/>
                    <a:pt x="9" y="15"/>
                    <a:pt x="11" y="11"/>
                  </a:cubicBezTo>
                  <a:cubicBezTo>
                    <a:pt x="13" y="9"/>
                    <a:pt x="14" y="7"/>
                    <a:pt x="15" y="5"/>
                  </a:cubicBezTo>
                  <a:cubicBezTo>
                    <a:pt x="16" y="3"/>
                    <a:pt x="18" y="2"/>
                    <a:pt x="19" y="0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6155" name="Freeform 698">
              <a:extLst>
                <a:ext uri="{FF2B5EF4-FFF2-40B4-BE49-F238E27FC236}">
                  <a16:creationId xmlns:a16="http://schemas.microsoft.com/office/drawing/2014/main" id="{70D298D2-29CD-43CD-A583-010E3D9785DA}"/>
                </a:ext>
              </a:extLst>
            </p:cNvPr>
            <p:cNvSpPr>
              <a:spLocks/>
            </p:cNvSpPr>
            <p:nvPr/>
          </p:nvSpPr>
          <p:spPr bwMode="auto">
            <a:xfrm>
              <a:off x="875" y="3970"/>
              <a:ext cx="26" cy="19"/>
            </a:xfrm>
            <a:custGeom>
              <a:avLst/>
              <a:gdLst>
                <a:gd name="T0" fmla="*/ 30 w 24"/>
                <a:gd name="T1" fmla="*/ 1 h 18"/>
                <a:gd name="T2" fmla="*/ 15 w 24"/>
                <a:gd name="T3" fmla="*/ 15 h 18"/>
                <a:gd name="T4" fmla="*/ 5 w 24"/>
                <a:gd name="T5" fmla="*/ 19 h 18"/>
                <a:gd name="T6" fmla="*/ 0 w 24"/>
                <a:gd name="T7" fmla="*/ 21 h 18"/>
                <a:gd name="T8" fmla="*/ 28 w 24"/>
                <a:gd name="T9" fmla="*/ 0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8">
                  <a:moveTo>
                    <a:pt x="24" y="1"/>
                  </a:moveTo>
                  <a:cubicBezTo>
                    <a:pt x="22" y="6"/>
                    <a:pt x="16" y="9"/>
                    <a:pt x="12" y="12"/>
                  </a:cubicBezTo>
                  <a:cubicBezTo>
                    <a:pt x="10" y="13"/>
                    <a:pt x="8" y="15"/>
                    <a:pt x="5" y="16"/>
                  </a:cubicBezTo>
                  <a:cubicBezTo>
                    <a:pt x="3" y="16"/>
                    <a:pt x="1" y="18"/>
                    <a:pt x="0" y="18"/>
                  </a:cubicBezTo>
                  <a:cubicBezTo>
                    <a:pt x="7" y="12"/>
                    <a:pt x="16" y="8"/>
                    <a:pt x="22" y="0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6156" name="Freeform 699">
              <a:extLst>
                <a:ext uri="{FF2B5EF4-FFF2-40B4-BE49-F238E27FC236}">
                  <a16:creationId xmlns:a16="http://schemas.microsoft.com/office/drawing/2014/main" id="{17E30496-A40D-443E-838E-B096A804EB01}"/>
                </a:ext>
              </a:extLst>
            </p:cNvPr>
            <p:cNvSpPr>
              <a:spLocks/>
            </p:cNvSpPr>
            <p:nvPr/>
          </p:nvSpPr>
          <p:spPr bwMode="auto">
            <a:xfrm>
              <a:off x="924" y="3996"/>
              <a:ext cx="19" cy="15"/>
            </a:xfrm>
            <a:custGeom>
              <a:avLst/>
              <a:gdLst>
                <a:gd name="T0" fmla="*/ 21 w 18"/>
                <a:gd name="T1" fmla="*/ 2 h 14"/>
                <a:gd name="T2" fmla="*/ 0 w 18"/>
                <a:gd name="T3" fmla="*/ 17 h 14"/>
                <a:gd name="T4" fmla="*/ 8 w 18"/>
                <a:gd name="T5" fmla="*/ 11 h 14"/>
                <a:gd name="T6" fmla="*/ 21 w 18"/>
                <a:gd name="T7" fmla="*/ 0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14">
                  <a:moveTo>
                    <a:pt x="18" y="2"/>
                  </a:moveTo>
                  <a:cubicBezTo>
                    <a:pt x="15" y="9"/>
                    <a:pt x="8" y="14"/>
                    <a:pt x="0" y="14"/>
                  </a:cubicBezTo>
                  <a:cubicBezTo>
                    <a:pt x="3" y="13"/>
                    <a:pt x="5" y="10"/>
                    <a:pt x="8" y="8"/>
                  </a:cubicBezTo>
                  <a:cubicBezTo>
                    <a:pt x="11" y="5"/>
                    <a:pt x="15" y="3"/>
                    <a:pt x="18" y="0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6157" name="Freeform 700">
              <a:extLst>
                <a:ext uri="{FF2B5EF4-FFF2-40B4-BE49-F238E27FC236}">
                  <a16:creationId xmlns:a16="http://schemas.microsoft.com/office/drawing/2014/main" id="{A46E7CD9-A025-4581-A2EF-BAF52319097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0" y="3797"/>
              <a:ext cx="99" cy="30"/>
            </a:xfrm>
            <a:custGeom>
              <a:avLst/>
              <a:gdLst>
                <a:gd name="T0" fmla="*/ 0 w 92"/>
                <a:gd name="T1" fmla="*/ 11 h 28"/>
                <a:gd name="T2" fmla="*/ 33 w 92"/>
                <a:gd name="T3" fmla="*/ 10 h 28"/>
                <a:gd name="T4" fmla="*/ 59 w 92"/>
                <a:gd name="T5" fmla="*/ 19 h 28"/>
                <a:gd name="T6" fmla="*/ 89 w 92"/>
                <a:gd name="T7" fmla="*/ 18 h 28"/>
                <a:gd name="T8" fmla="*/ 115 w 92"/>
                <a:gd name="T9" fmla="*/ 34 h 28"/>
                <a:gd name="T10" fmla="*/ 66 w 92"/>
                <a:gd name="T11" fmla="*/ 11 h 28"/>
                <a:gd name="T12" fmla="*/ 34 w 92"/>
                <a:gd name="T13" fmla="*/ 2 h 28"/>
                <a:gd name="T14" fmla="*/ 3 w 92"/>
                <a:gd name="T15" fmla="*/ 15 h 2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2" h="28">
                  <a:moveTo>
                    <a:pt x="0" y="8"/>
                  </a:moveTo>
                  <a:cubicBezTo>
                    <a:pt x="8" y="10"/>
                    <a:pt x="18" y="5"/>
                    <a:pt x="27" y="7"/>
                  </a:cubicBezTo>
                  <a:cubicBezTo>
                    <a:pt x="34" y="9"/>
                    <a:pt x="39" y="14"/>
                    <a:pt x="47" y="16"/>
                  </a:cubicBezTo>
                  <a:cubicBezTo>
                    <a:pt x="55" y="18"/>
                    <a:pt x="63" y="13"/>
                    <a:pt x="72" y="15"/>
                  </a:cubicBezTo>
                  <a:cubicBezTo>
                    <a:pt x="79" y="18"/>
                    <a:pt x="87" y="24"/>
                    <a:pt x="92" y="28"/>
                  </a:cubicBezTo>
                  <a:cubicBezTo>
                    <a:pt x="84" y="12"/>
                    <a:pt x="68" y="10"/>
                    <a:pt x="53" y="8"/>
                  </a:cubicBezTo>
                  <a:cubicBezTo>
                    <a:pt x="44" y="7"/>
                    <a:pt x="36" y="3"/>
                    <a:pt x="28" y="2"/>
                  </a:cubicBezTo>
                  <a:cubicBezTo>
                    <a:pt x="17" y="0"/>
                    <a:pt x="11" y="6"/>
                    <a:pt x="3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6158" name="Freeform 701">
              <a:extLst>
                <a:ext uri="{FF2B5EF4-FFF2-40B4-BE49-F238E27FC236}">
                  <a16:creationId xmlns:a16="http://schemas.microsoft.com/office/drawing/2014/main" id="{D12CBBFF-51CD-4334-B727-FCD67E74A11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3" y="3719"/>
              <a:ext cx="106" cy="239"/>
            </a:xfrm>
            <a:custGeom>
              <a:avLst/>
              <a:gdLst>
                <a:gd name="T0" fmla="*/ 63 w 99"/>
                <a:gd name="T1" fmla="*/ 0 h 224"/>
                <a:gd name="T2" fmla="*/ 85 w 99"/>
                <a:gd name="T3" fmla="*/ 13 h 224"/>
                <a:gd name="T4" fmla="*/ 110 w 99"/>
                <a:gd name="T5" fmla="*/ 23 h 224"/>
                <a:gd name="T6" fmla="*/ 119 w 99"/>
                <a:gd name="T7" fmla="*/ 61 h 224"/>
                <a:gd name="T8" fmla="*/ 90 w 99"/>
                <a:gd name="T9" fmla="*/ 126 h 224"/>
                <a:gd name="T10" fmla="*/ 72 w 99"/>
                <a:gd name="T11" fmla="*/ 162 h 224"/>
                <a:gd name="T12" fmla="*/ 84 w 99"/>
                <a:gd name="T13" fmla="*/ 202 h 224"/>
                <a:gd name="T14" fmla="*/ 45 w 99"/>
                <a:gd name="T15" fmla="*/ 265 h 224"/>
                <a:gd name="T16" fmla="*/ 20 w 99"/>
                <a:gd name="T17" fmla="*/ 271 h 224"/>
                <a:gd name="T18" fmla="*/ 7 w 99"/>
                <a:gd name="T19" fmla="*/ 272 h 224"/>
                <a:gd name="T20" fmla="*/ 0 w 99"/>
                <a:gd name="T21" fmla="*/ 270 h 224"/>
                <a:gd name="T22" fmla="*/ 29 w 99"/>
                <a:gd name="T23" fmla="*/ 259 h 224"/>
                <a:gd name="T24" fmla="*/ 52 w 99"/>
                <a:gd name="T25" fmla="*/ 240 h 224"/>
                <a:gd name="T26" fmla="*/ 65 w 99"/>
                <a:gd name="T27" fmla="*/ 213 h 224"/>
                <a:gd name="T28" fmla="*/ 63 w 99"/>
                <a:gd name="T29" fmla="*/ 177 h 224"/>
                <a:gd name="T30" fmla="*/ 62 w 99"/>
                <a:gd name="T31" fmla="*/ 153 h 224"/>
                <a:gd name="T32" fmla="*/ 63 w 99"/>
                <a:gd name="T33" fmla="*/ 138 h 224"/>
                <a:gd name="T34" fmla="*/ 55 w 99"/>
                <a:gd name="T35" fmla="*/ 133 h 224"/>
                <a:gd name="T36" fmla="*/ 43 w 99"/>
                <a:gd name="T37" fmla="*/ 126 h 224"/>
                <a:gd name="T38" fmla="*/ 13 w 99"/>
                <a:gd name="T39" fmla="*/ 113 h 224"/>
                <a:gd name="T40" fmla="*/ 60 w 99"/>
                <a:gd name="T41" fmla="*/ 130 h 224"/>
                <a:gd name="T42" fmla="*/ 76 w 99"/>
                <a:gd name="T43" fmla="*/ 124 h 224"/>
                <a:gd name="T44" fmla="*/ 99 w 99"/>
                <a:gd name="T45" fmla="*/ 99 h 224"/>
                <a:gd name="T46" fmla="*/ 107 w 99"/>
                <a:gd name="T47" fmla="*/ 73 h 224"/>
                <a:gd name="T48" fmla="*/ 110 w 99"/>
                <a:gd name="T49" fmla="*/ 42 h 224"/>
                <a:gd name="T50" fmla="*/ 86 w 99"/>
                <a:gd name="T51" fmla="*/ 17 h 224"/>
                <a:gd name="T52" fmla="*/ 62 w 99"/>
                <a:gd name="T53" fmla="*/ 4 h 224"/>
                <a:gd name="T54" fmla="*/ 62 w 99"/>
                <a:gd name="T55" fmla="*/ 3 h 224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99" h="224">
                  <a:moveTo>
                    <a:pt x="51" y="0"/>
                  </a:moveTo>
                  <a:cubicBezTo>
                    <a:pt x="57" y="3"/>
                    <a:pt x="62" y="7"/>
                    <a:pt x="69" y="10"/>
                  </a:cubicBezTo>
                  <a:cubicBezTo>
                    <a:pt x="75" y="13"/>
                    <a:pt x="84" y="15"/>
                    <a:pt x="90" y="20"/>
                  </a:cubicBezTo>
                  <a:cubicBezTo>
                    <a:pt x="98" y="26"/>
                    <a:pt x="96" y="41"/>
                    <a:pt x="97" y="50"/>
                  </a:cubicBezTo>
                  <a:cubicBezTo>
                    <a:pt x="99" y="72"/>
                    <a:pt x="91" y="91"/>
                    <a:pt x="73" y="104"/>
                  </a:cubicBezTo>
                  <a:cubicBezTo>
                    <a:pt x="62" y="112"/>
                    <a:pt x="58" y="119"/>
                    <a:pt x="59" y="133"/>
                  </a:cubicBezTo>
                  <a:cubicBezTo>
                    <a:pt x="60" y="144"/>
                    <a:pt x="66" y="155"/>
                    <a:pt x="68" y="166"/>
                  </a:cubicBezTo>
                  <a:cubicBezTo>
                    <a:pt x="73" y="188"/>
                    <a:pt x="57" y="210"/>
                    <a:pt x="36" y="217"/>
                  </a:cubicBezTo>
                  <a:cubicBezTo>
                    <a:pt x="30" y="219"/>
                    <a:pt x="24" y="222"/>
                    <a:pt x="17" y="223"/>
                  </a:cubicBezTo>
                  <a:cubicBezTo>
                    <a:pt x="14" y="223"/>
                    <a:pt x="10" y="224"/>
                    <a:pt x="7" y="224"/>
                  </a:cubicBezTo>
                  <a:cubicBezTo>
                    <a:pt x="4" y="223"/>
                    <a:pt x="3" y="221"/>
                    <a:pt x="0" y="222"/>
                  </a:cubicBezTo>
                  <a:cubicBezTo>
                    <a:pt x="7" y="221"/>
                    <a:pt x="17" y="217"/>
                    <a:pt x="23" y="214"/>
                  </a:cubicBezTo>
                  <a:cubicBezTo>
                    <a:pt x="32" y="210"/>
                    <a:pt x="38" y="205"/>
                    <a:pt x="43" y="198"/>
                  </a:cubicBezTo>
                  <a:cubicBezTo>
                    <a:pt x="47" y="191"/>
                    <a:pt x="52" y="183"/>
                    <a:pt x="53" y="175"/>
                  </a:cubicBezTo>
                  <a:cubicBezTo>
                    <a:pt x="54" y="165"/>
                    <a:pt x="52" y="156"/>
                    <a:pt x="51" y="146"/>
                  </a:cubicBezTo>
                  <a:cubicBezTo>
                    <a:pt x="50" y="139"/>
                    <a:pt x="50" y="134"/>
                    <a:pt x="50" y="126"/>
                  </a:cubicBezTo>
                  <a:cubicBezTo>
                    <a:pt x="51" y="123"/>
                    <a:pt x="53" y="116"/>
                    <a:pt x="51" y="113"/>
                  </a:cubicBezTo>
                  <a:cubicBezTo>
                    <a:pt x="50" y="111"/>
                    <a:pt x="47" y="111"/>
                    <a:pt x="45" y="110"/>
                  </a:cubicBezTo>
                  <a:cubicBezTo>
                    <a:pt x="41" y="109"/>
                    <a:pt x="38" y="107"/>
                    <a:pt x="35" y="104"/>
                  </a:cubicBezTo>
                  <a:cubicBezTo>
                    <a:pt x="27" y="100"/>
                    <a:pt x="18" y="96"/>
                    <a:pt x="10" y="93"/>
                  </a:cubicBezTo>
                  <a:cubicBezTo>
                    <a:pt x="25" y="92"/>
                    <a:pt x="36" y="103"/>
                    <a:pt x="49" y="107"/>
                  </a:cubicBezTo>
                  <a:cubicBezTo>
                    <a:pt x="56" y="110"/>
                    <a:pt x="58" y="106"/>
                    <a:pt x="62" y="102"/>
                  </a:cubicBezTo>
                  <a:cubicBezTo>
                    <a:pt x="68" y="95"/>
                    <a:pt x="76" y="90"/>
                    <a:pt x="80" y="82"/>
                  </a:cubicBezTo>
                  <a:cubicBezTo>
                    <a:pt x="84" y="75"/>
                    <a:pt x="85" y="68"/>
                    <a:pt x="87" y="60"/>
                  </a:cubicBezTo>
                  <a:cubicBezTo>
                    <a:pt x="89" y="52"/>
                    <a:pt x="95" y="43"/>
                    <a:pt x="90" y="35"/>
                  </a:cubicBezTo>
                  <a:cubicBezTo>
                    <a:pt x="86" y="26"/>
                    <a:pt x="77" y="20"/>
                    <a:pt x="70" y="14"/>
                  </a:cubicBezTo>
                  <a:cubicBezTo>
                    <a:pt x="64" y="9"/>
                    <a:pt x="58" y="6"/>
                    <a:pt x="50" y="4"/>
                  </a:cubicBezTo>
                  <a:cubicBezTo>
                    <a:pt x="50" y="4"/>
                    <a:pt x="50" y="3"/>
                    <a:pt x="50" y="3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6159" name="Freeform 702">
              <a:extLst>
                <a:ext uri="{FF2B5EF4-FFF2-40B4-BE49-F238E27FC236}">
                  <a16:creationId xmlns:a16="http://schemas.microsoft.com/office/drawing/2014/main" id="{EB65DD60-D77A-4463-A64C-A527880F7F3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3" y="2692"/>
              <a:ext cx="418" cy="231"/>
            </a:xfrm>
            <a:custGeom>
              <a:avLst/>
              <a:gdLst>
                <a:gd name="T0" fmla="*/ 469 w 391"/>
                <a:gd name="T1" fmla="*/ 178 h 216"/>
                <a:gd name="T2" fmla="*/ 399 w 391"/>
                <a:gd name="T3" fmla="*/ 152 h 216"/>
                <a:gd name="T4" fmla="*/ 351 w 391"/>
                <a:gd name="T5" fmla="*/ 108 h 216"/>
                <a:gd name="T6" fmla="*/ 281 w 391"/>
                <a:gd name="T7" fmla="*/ 72 h 216"/>
                <a:gd name="T8" fmla="*/ 131 w 391"/>
                <a:gd name="T9" fmla="*/ 29 h 216"/>
                <a:gd name="T10" fmla="*/ 0 w 391"/>
                <a:gd name="T11" fmla="*/ 3 h 216"/>
                <a:gd name="T12" fmla="*/ 86 w 391"/>
                <a:gd name="T13" fmla="*/ 28 h 216"/>
                <a:gd name="T14" fmla="*/ 155 w 391"/>
                <a:gd name="T15" fmla="*/ 52 h 216"/>
                <a:gd name="T16" fmla="*/ 308 w 391"/>
                <a:gd name="T17" fmla="*/ 103 h 216"/>
                <a:gd name="T18" fmla="*/ 392 w 391"/>
                <a:gd name="T19" fmla="*/ 176 h 216"/>
                <a:gd name="T20" fmla="*/ 444 w 391"/>
                <a:gd name="T21" fmla="*/ 215 h 216"/>
                <a:gd name="T22" fmla="*/ 469 w 391"/>
                <a:gd name="T23" fmla="*/ 264 h 216"/>
                <a:gd name="T24" fmla="*/ 477 w 391"/>
                <a:gd name="T25" fmla="*/ 225 h 21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91" h="216">
                  <a:moveTo>
                    <a:pt x="384" y="145"/>
                  </a:moveTo>
                  <a:cubicBezTo>
                    <a:pt x="380" y="167"/>
                    <a:pt x="334" y="131"/>
                    <a:pt x="326" y="124"/>
                  </a:cubicBezTo>
                  <a:cubicBezTo>
                    <a:pt x="312" y="112"/>
                    <a:pt x="301" y="98"/>
                    <a:pt x="287" y="88"/>
                  </a:cubicBezTo>
                  <a:cubicBezTo>
                    <a:pt x="269" y="76"/>
                    <a:pt x="249" y="67"/>
                    <a:pt x="230" y="59"/>
                  </a:cubicBezTo>
                  <a:cubicBezTo>
                    <a:pt x="191" y="42"/>
                    <a:pt x="149" y="31"/>
                    <a:pt x="108" y="23"/>
                  </a:cubicBezTo>
                  <a:cubicBezTo>
                    <a:pt x="73" y="16"/>
                    <a:pt x="37" y="0"/>
                    <a:pt x="0" y="3"/>
                  </a:cubicBezTo>
                  <a:cubicBezTo>
                    <a:pt x="22" y="12"/>
                    <a:pt x="47" y="13"/>
                    <a:pt x="70" y="22"/>
                  </a:cubicBezTo>
                  <a:cubicBezTo>
                    <a:pt x="88" y="31"/>
                    <a:pt x="107" y="36"/>
                    <a:pt x="127" y="43"/>
                  </a:cubicBezTo>
                  <a:cubicBezTo>
                    <a:pt x="168" y="58"/>
                    <a:pt x="211" y="68"/>
                    <a:pt x="252" y="84"/>
                  </a:cubicBezTo>
                  <a:cubicBezTo>
                    <a:pt x="283" y="96"/>
                    <a:pt x="295" y="124"/>
                    <a:pt x="321" y="144"/>
                  </a:cubicBezTo>
                  <a:cubicBezTo>
                    <a:pt x="335" y="154"/>
                    <a:pt x="352" y="162"/>
                    <a:pt x="363" y="176"/>
                  </a:cubicBezTo>
                  <a:cubicBezTo>
                    <a:pt x="372" y="189"/>
                    <a:pt x="374" y="204"/>
                    <a:pt x="384" y="216"/>
                  </a:cubicBezTo>
                  <a:cubicBezTo>
                    <a:pt x="384" y="204"/>
                    <a:pt x="391" y="194"/>
                    <a:pt x="390" y="183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6160" name="Freeform 703">
              <a:extLst>
                <a:ext uri="{FF2B5EF4-FFF2-40B4-BE49-F238E27FC236}">
                  <a16:creationId xmlns:a16="http://schemas.microsoft.com/office/drawing/2014/main" id="{F6EA0A8A-4D56-453D-8A8E-70BA9067560B}"/>
                </a:ext>
              </a:extLst>
            </p:cNvPr>
            <p:cNvSpPr>
              <a:spLocks/>
            </p:cNvSpPr>
            <p:nvPr/>
          </p:nvSpPr>
          <p:spPr bwMode="auto">
            <a:xfrm>
              <a:off x="940" y="1615"/>
              <a:ext cx="133" cy="269"/>
            </a:xfrm>
            <a:custGeom>
              <a:avLst/>
              <a:gdLst>
                <a:gd name="T0" fmla="*/ 143 w 124"/>
                <a:gd name="T1" fmla="*/ 77 h 252"/>
                <a:gd name="T2" fmla="*/ 113 w 124"/>
                <a:gd name="T3" fmla="*/ 157 h 252"/>
                <a:gd name="T4" fmla="*/ 109 w 124"/>
                <a:gd name="T5" fmla="*/ 195 h 252"/>
                <a:gd name="T6" fmla="*/ 116 w 124"/>
                <a:gd name="T7" fmla="*/ 223 h 252"/>
                <a:gd name="T8" fmla="*/ 84 w 124"/>
                <a:gd name="T9" fmla="*/ 288 h 252"/>
                <a:gd name="T10" fmla="*/ 53 w 124"/>
                <a:gd name="T11" fmla="*/ 306 h 252"/>
                <a:gd name="T12" fmla="*/ 0 w 124"/>
                <a:gd name="T13" fmla="*/ 295 h 252"/>
                <a:gd name="T14" fmla="*/ 38 w 124"/>
                <a:gd name="T15" fmla="*/ 278 h 252"/>
                <a:gd name="T16" fmla="*/ 54 w 124"/>
                <a:gd name="T17" fmla="*/ 231 h 252"/>
                <a:gd name="T18" fmla="*/ 68 w 124"/>
                <a:gd name="T19" fmla="*/ 174 h 252"/>
                <a:gd name="T20" fmla="*/ 99 w 124"/>
                <a:gd name="T21" fmla="*/ 106 h 252"/>
                <a:gd name="T22" fmla="*/ 133 w 124"/>
                <a:gd name="T23" fmla="*/ 19 h 252"/>
                <a:gd name="T24" fmla="*/ 142 w 124"/>
                <a:gd name="T25" fmla="*/ 14 h 252"/>
                <a:gd name="T26" fmla="*/ 153 w 124"/>
                <a:gd name="T27" fmla="*/ 45 h 25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24" h="252">
                  <a:moveTo>
                    <a:pt x="116" y="63"/>
                  </a:moveTo>
                  <a:cubicBezTo>
                    <a:pt x="103" y="80"/>
                    <a:pt x="94" y="107"/>
                    <a:pt x="91" y="129"/>
                  </a:cubicBezTo>
                  <a:cubicBezTo>
                    <a:pt x="90" y="139"/>
                    <a:pt x="89" y="150"/>
                    <a:pt x="89" y="160"/>
                  </a:cubicBezTo>
                  <a:cubicBezTo>
                    <a:pt x="90" y="169"/>
                    <a:pt x="93" y="176"/>
                    <a:pt x="94" y="184"/>
                  </a:cubicBezTo>
                  <a:cubicBezTo>
                    <a:pt x="94" y="199"/>
                    <a:pt x="77" y="225"/>
                    <a:pt x="68" y="237"/>
                  </a:cubicBezTo>
                  <a:cubicBezTo>
                    <a:pt x="61" y="245"/>
                    <a:pt x="55" y="252"/>
                    <a:pt x="43" y="252"/>
                  </a:cubicBezTo>
                  <a:cubicBezTo>
                    <a:pt x="28" y="252"/>
                    <a:pt x="14" y="242"/>
                    <a:pt x="0" y="243"/>
                  </a:cubicBezTo>
                  <a:cubicBezTo>
                    <a:pt x="9" y="239"/>
                    <a:pt x="25" y="236"/>
                    <a:pt x="31" y="229"/>
                  </a:cubicBezTo>
                  <a:cubicBezTo>
                    <a:pt x="41" y="219"/>
                    <a:pt x="43" y="202"/>
                    <a:pt x="44" y="189"/>
                  </a:cubicBezTo>
                  <a:cubicBezTo>
                    <a:pt x="44" y="172"/>
                    <a:pt x="48" y="158"/>
                    <a:pt x="55" y="143"/>
                  </a:cubicBezTo>
                  <a:cubicBezTo>
                    <a:pt x="64" y="125"/>
                    <a:pt x="70" y="105"/>
                    <a:pt x="80" y="87"/>
                  </a:cubicBezTo>
                  <a:cubicBezTo>
                    <a:pt x="92" y="66"/>
                    <a:pt x="110" y="42"/>
                    <a:pt x="108" y="16"/>
                  </a:cubicBezTo>
                  <a:cubicBezTo>
                    <a:pt x="107" y="6"/>
                    <a:pt x="106" y="0"/>
                    <a:pt x="115" y="11"/>
                  </a:cubicBezTo>
                  <a:cubicBezTo>
                    <a:pt x="120" y="17"/>
                    <a:pt x="123" y="29"/>
                    <a:pt x="124" y="37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6161" name="Freeform 704">
              <a:extLst>
                <a:ext uri="{FF2B5EF4-FFF2-40B4-BE49-F238E27FC236}">
                  <a16:creationId xmlns:a16="http://schemas.microsoft.com/office/drawing/2014/main" id="{1C58E69B-1583-44A6-A6DD-34AF7F352750}"/>
                </a:ext>
              </a:extLst>
            </p:cNvPr>
            <p:cNvSpPr>
              <a:spLocks/>
            </p:cNvSpPr>
            <p:nvPr/>
          </p:nvSpPr>
          <p:spPr bwMode="auto">
            <a:xfrm>
              <a:off x="848" y="1993"/>
              <a:ext cx="110" cy="246"/>
            </a:xfrm>
            <a:custGeom>
              <a:avLst/>
              <a:gdLst>
                <a:gd name="T0" fmla="*/ 120 w 103"/>
                <a:gd name="T1" fmla="*/ 0 h 230"/>
                <a:gd name="T2" fmla="*/ 0 w 103"/>
                <a:gd name="T3" fmla="*/ 212 h 230"/>
                <a:gd name="T4" fmla="*/ 33 w 103"/>
                <a:gd name="T5" fmla="*/ 240 h 230"/>
                <a:gd name="T6" fmla="*/ 52 w 103"/>
                <a:gd name="T7" fmla="*/ 245 h 230"/>
                <a:gd name="T8" fmla="*/ 96 w 103"/>
                <a:gd name="T9" fmla="*/ 203 h 230"/>
                <a:gd name="T10" fmla="*/ 115 w 103"/>
                <a:gd name="T11" fmla="*/ 143 h 230"/>
                <a:gd name="T12" fmla="*/ 117 w 103"/>
                <a:gd name="T13" fmla="*/ 70 h 23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3" h="230">
                  <a:moveTo>
                    <a:pt x="98" y="0"/>
                  </a:moveTo>
                  <a:cubicBezTo>
                    <a:pt x="89" y="34"/>
                    <a:pt x="84" y="230"/>
                    <a:pt x="0" y="173"/>
                  </a:cubicBezTo>
                  <a:cubicBezTo>
                    <a:pt x="9" y="181"/>
                    <a:pt x="19" y="188"/>
                    <a:pt x="27" y="195"/>
                  </a:cubicBezTo>
                  <a:cubicBezTo>
                    <a:pt x="32" y="199"/>
                    <a:pt x="36" y="201"/>
                    <a:pt x="43" y="200"/>
                  </a:cubicBezTo>
                  <a:cubicBezTo>
                    <a:pt x="58" y="197"/>
                    <a:pt x="70" y="177"/>
                    <a:pt x="79" y="166"/>
                  </a:cubicBezTo>
                  <a:cubicBezTo>
                    <a:pt x="91" y="149"/>
                    <a:pt x="94" y="137"/>
                    <a:pt x="95" y="117"/>
                  </a:cubicBezTo>
                  <a:cubicBezTo>
                    <a:pt x="95" y="98"/>
                    <a:pt x="103" y="75"/>
                    <a:pt x="96" y="57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6162" name="Freeform 705">
              <a:extLst>
                <a:ext uri="{FF2B5EF4-FFF2-40B4-BE49-F238E27FC236}">
                  <a16:creationId xmlns:a16="http://schemas.microsoft.com/office/drawing/2014/main" id="{7B75B83F-ECEC-44EF-82BA-0B0AAACB822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8" y="2514"/>
              <a:ext cx="31" cy="29"/>
            </a:xfrm>
            <a:custGeom>
              <a:avLst/>
              <a:gdLst>
                <a:gd name="T0" fmla="*/ 26 w 29"/>
                <a:gd name="T1" fmla="*/ 0 h 27"/>
                <a:gd name="T2" fmla="*/ 35 w 29"/>
                <a:gd name="T3" fmla="*/ 30 h 27"/>
                <a:gd name="T4" fmla="*/ 16 w 29"/>
                <a:gd name="T5" fmla="*/ 10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27">
                  <a:moveTo>
                    <a:pt x="21" y="0"/>
                  </a:moveTo>
                  <a:cubicBezTo>
                    <a:pt x="18" y="8"/>
                    <a:pt x="16" y="24"/>
                    <a:pt x="29" y="24"/>
                  </a:cubicBezTo>
                  <a:cubicBezTo>
                    <a:pt x="18" y="27"/>
                    <a:pt x="0" y="19"/>
                    <a:pt x="13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6163" name="Freeform 706">
              <a:extLst>
                <a:ext uri="{FF2B5EF4-FFF2-40B4-BE49-F238E27FC236}">
                  <a16:creationId xmlns:a16="http://schemas.microsoft.com/office/drawing/2014/main" id="{C57F9659-F8E9-4399-B43B-1AA0172080F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0" y="2675"/>
              <a:ext cx="330" cy="108"/>
            </a:xfrm>
            <a:custGeom>
              <a:avLst/>
              <a:gdLst>
                <a:gd name="T0" fmla="*/ 6 w 309"/>
                <a:gd name="T1" fmla="*/ 1 h 101"/>
                <a:gd name="T2" fmla="*/ 2 w 309"/>
                <a:gd name="T3" fmla="*/ 1 h 101"/>
                <a:gd name="T4" fmla="*/ 32 w 309"/>
                <a:gd name="T5" fmla="*/ 11 h 101"/>
                <a:gd name="T6" fmla="*/ 72 w 309"/>
                <a:gd name="T7" fmla="*/ 22 h 101"/>
                <a:gd name="T8" fmla="*/ 137 w 309"/>
                <a:gd name="T9" fmla="*/ 37 h 101"/>
                <a:gd name="T10" fmla="*/ 227 w 309"/>
                <a:gd name="T11" fmla="*/ 68 h 101"/>
                <a:gd name="T12" fmla="*/ 376 w 309"/>
                <a:gd name="T13" fmla="*/ 123 h 101"/>
                <a:gd name="T14" fmla="*/ 334 w 309"/>
                <a:gd name="T15" fmla="*/ 90 h 101"/>
                <a:gd name="T16" fmla="*/ 274 w 309"/>
                <a:gd name="T17" fmla="*/ 71 h 101"/>
                <a:gd name="T18" fmla="*/ 173 w 309"/>
                <a:gd name="T19" fmla="*/ 36 h 101"/>
                <a:gd name="T20" fmla="*/ 80 w 309"/>
                <a:gd name="T21" fmla="*/ 13 h 101"/>
                <a:gd name="T22" fmla="*/ 34 w 309"/>
                <a:gd name="T23" fmla="*/ 5 h 101"/>
                <a:gd name="T24" fmla="*/ 0 w 309"/>
                <a:gd name="T25" fmla="*/ 0 h 10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09" h="101">
                  <a:moveTo>
                    <a:pt x="6" y="1"/>
                  </a:moveTo>
                  <a:cubicBezTo>
                    <a:pt x="5" y="1"/>
                    <a:pt x="3" y="1"/>
                    <a:pt x="2" y="1"/>
                  </a:cubicBezTo>
                  <a:cubicBezTo>
                    <a:pt x="8" y="6"/>
                    <a:pt x="18" y="6"/>
                    <a:pt x="26" y="8"/>
                  </a:cubicBezTo>
                  <a:cubicBezTo>
                    <a:pt x="37" y="12"/>
                    <a:pt x="47" y="17"/>
                    <a:pt x="59" y="19"/>
                  </a:cubicBezTo>
                  <a:cubicBezTo>
                    <a:pt x="77" y="22"/>
                    <a:pt x="94" y="27"/>
                    <a:pt x="112" y="31"/>
                  </a:cubicBezTo>
                  <a:cubicBezTo>
                    <a:pt x="138" y="37"/>
                    <a:pt x="162" y="44"/>
                    <a:pt x="186" y="56"/>
                  </a:cubicBezTo>
                  <a:cubicBezTo>
                    <a:pt x="225" y="75"/>
                    <a:pt x="276" y="75"/>
                    <a:pt x="309" y="101"/>
                  </a:cubicBezTo>
                  <a:cubicBezTo>
                    <a:pt x="297" y="91"/>
                    <a:pt x="288" y="81"/>
                    <a:pt x="274" y="74"/>
                  </a:cubicBezTo>
                  <a:cubicBezTo>
                    <a:pt x="258" y="67"/>
                    <a:pt x="243" y="62"/>
                    <a:pt x="226" y="58"/>
                  </a:cubicBezTo>
                  <a:cubicBezTo>
                    <a:pt x="197" y="52"/>
                    <a:pt x="170" y="40"/>
                    <a:pt x="142" y="30"/>
                  </a:cubicBezTo>
                  <a:cubicBezTo>
                    <a:pt x="117" y="21"/>
                    <a:pt x="92" y="16"/>
                    <a:pt x="66" y="10"/>
                  </a:cubicBezTo>
                  <a:cubicBezTo>
                    <a:pt x="54" y="8"/>
                    <a:pt x="40" y="8"/>
                    <a:pt x="28" y="5"/>
                  </a:cubicBezTo>
                  <a:cubicBezTo>
                    <a:pt x="19" y="3"/>
                    <a:pt x="9" y="0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6164" name="Freeform 707">
              <a:extLst>
                <a:ext uri="{FF2B5EF4-FFF2-40B4-BE49-F238E27FC236}">
                  <a16:creationId xmlns:a16="http://schemas.microsoft.com/office/drawing/2014/main" id="{B9F16C87-0DE9-4DEA-8554-54DE3CF9DBF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" y="3018"/>
              <a:ext cx="115" cy="88"/>
            </a:xfrm>
            <a:custGeom>
              <a:avLst/>
              <a:gdLst>
                <a:gd name="T0" fmla="*/ 0 w 108"/>
                <a:gd name="T1" fmla="*/ 73 h 83"/>
                <a:gd name="T2" fmla="*/ 31 w 108"/>
                <a:gd name="T3" fmla="*/ 25 h 83"/>
                <a:gd name="T4" fmla="*/ 62 w 108"/>
                <a:gd name="T5" fmla="*/ 6 h 83"/>
                <a:gd name="T6" fmla="*/ 97 w 108"/>
                <a:gd name="T7" fmla="*/ 0 h 83"/>
                <a:gd name="T8" fmla="*/ 130 w 108"/>
                <a:gd name="T9" fmla="*/ 8 h 83"/>
                <a:gd name="T10" fmla="*/ 85 w 108"/>
                <a:gd name="T11" fmla="*/ 8 h 83"/>
                <a:gd name="T12" fmla="*/ 53 w 108"/>
                <a:gd name="T13" fmla="*/ 22 h 83"/>
                <a:gd name="T14" fmla="*/ 32 w 108"/>
                <a:gd name="T15" fmla="*/ 64 h 83"/>
                <a:gd name="T16" fmla="*/ 37 w 108"/>
                <a:gd name="T17" fmla="*/ 99 h 83"/>
                <a:gd name="T18" fmla="*/ 0 w 108"/>
                <a:gd name="T19" fmla="*/ 75 h 8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08" h="83">
                  <a:moveTo>
                    <a:pt x="0" y="61"/>
                  </a:moveTo>
                  <a:cubicBezTo>
                    <a:pt x="6" y="43"/>
                    <a:pt x="9" y="35"/>
                    <a:pt x="25" y="22"/>
                  </a:cubicBezTo>
                  <a:cubicBezTo>
                    <a:pt x="32" y="16"/>
                    <a:pt x="42" y="9"/>
                    <a:pt x="51" y="6"/>
                  </a:cubicBezTo>
                  <a:cubicBezTo>
                    <a:pt x="59" y="3"/>
                    <a:pt x="71" y="0"/>
                    <a:pt x="80" y="0"/>
                  </a:cubicBezTo>
                  <a:cubicBezTo>
                    <a:pt x="89" y="1"/>
                    <a:pt x="101" y="9"/>
                    <a:pt x="108" y="8"/>
                  </a:cubicBezTo>
                  <a:cubicBezTo>
                    <a:pt x="96" y="9"/>
                    <a:pt x="83" y="5"/>
                    <a:pt x="70" y="8"/>
                  </a:cubicBezTo>
                  <a:cubicBezTo>
                    <a:pt x="61" y="10"/>
                    <a:pt x="52" y="14"/>
                    <a:pt x="44" y="19"/>
                  </a:cubicBezTo>
                  <a:cubicBezTo>
                    <a:pt x="30" y="26"/>
                    <a:pt x="19" y="37"/>
                    <a:pt x="26" y="54"/>
                  </a:cubicBezTo>
                  <a:cubicBezTo>
                    <a:pt x="29" y="63"/>
                    <a:pt x="47" y="82"/>
                    <a:pt x="31" y="83"/>
                  </a:cubicBezTo>
                  <a:cubicBezTo>
                    <a:pt x="22" y="83"/>
                    <a:pt x="6" y="70"/>
                    <a:pt x="0" y="6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6165" name="Freeform 708">
              <a:extLst>
                <a:ext uri="{FF2B5EF4-FFF2-40B4-BE49-F238E27FC236}">
                  <a16:creationId xmlns:a16="http://schemas.microsoft.com/office/drawing/2014/main" id="{63F41043-6DB6-45F7-92F5-3872B2603C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2" y="2532"/>
              <a:ext cx="39" cy="148"/>
            </a:xfrm>
            <a:custGeom>
              <a:avLst/>
              <a:gdLst>
                <a:gd name="T0" fmla="*/ 3 w 37"/>
                <a:gd name="T1" fmla="*/ 0 h 139"/>
                <a:gd name="T2" fmla="*/ 2 w 37"/>
                <a:gd name="T3" fmla="*/ 100 h 139"/>
                <a:gd name="T4" fmla="*/ 6 w 37"/>
                <a:gd name="T5" fmla="*/ 146 h 139"/>
                <a:gd name="T6" fmla="*/ 43 w 37"/>
                <a:gd name="T7" fmla="*/ 168 h 139"/>
                <a:gd name="T8" fmla="*/ 13 w 37"/>
                <a:gd name="T9" fmla="*/ 133 h 139"/>
                <a:gd name="T10" fmla="*/ 15 w 37"/>
                <a:gd name="T11" fmla="*/ 86 h 139"/>
                <a:gd name="T12" fmla="*/ 6 w 37"/>
                <a:gd name="T13" fmla="*/ 5 h 13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7" h="139">
                  <a:moveTo>
                    <a:pt x="3" y="0"/>
                  </a:moveTo>
                  <a:cubicBezTo>
                    <a:pt x="14" y="29"/>
                    <a:pt x="5" y="55"/>
                    <a:pt x="2" y="83"/>
                  </a:cubicBezTo>
                  <a:cubicBezTo>
                    <a:pt x="1" y="94"/>
                    <a:pt x="0" y="111"/>
                    <a:pt x="6" y="121"/>
                  </a:cubicBezTo>
                  <a:cubicBezTo>
                    <a:pt x="13" y="132"/>
                    <a:pt x="27" y="133"/>
                    <a:pt x="37" y="139"/>
                  </a:cubicBezTo>
                  <a:cubicBezTo>
                    <a:pt x="25" y="132"/>
                    <a:pt x="15" y="124"/>
                    <a:pt x="10" y="110"/>
                  </a:cubicBezTo>
                  <a:cubicBezTo>
                    <a:pt x="5" y="97"/>
                    <a:pt x="10" y="84"/>
                    <a:pt x="12" y="71"/>
                  </a:cubicBezTo>
                  <a:cubicBezTo>
                    <a:pt x="15" y="51"/>
                    <a:pt x="21" y="21"/>
                    <a:pt x="6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6166" name="Freeform 709">
              <a:extLst>
                <a:ext uri="{FF2B5EF4-FFF2-40B4-BE49-F238E27FC236}">
                  <a16:creationId xmlns:a16="http://schemas.microsoft.com/office/drawing/2014/main" id="{00F54165-0B41-41DA-8388-3F78194EB6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5" y="2592"/>
              <a:ext cx="51" cy="132"/>
            </a:xfrm>
            <a:custGeom>
              <a:avLst/>
              <a:gdLst>
                <a:gd name="T0" fmla="*/ 9 w 47"/>
                <a:gd name="T1" fmla="*/ 0 h 123"/>
                <a:gd name="T2" fmla="*/ 60 w 47"/>
                <a:gd name="T3" fmla="*/ 114 h 123"/>
                <a:gd name="T4" fmla="*/ 27 w 47"/>
                <a:gd name="T5" fmla="*/ 69 h 123"/>
                <a:gd name="T6" fmla="*/ 13 w 47"/>
                <a:gd name="T7" fmla="*/ 1 h 1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7" h="123">
                  <a:moveTo>
                    <a:pt x="6" y="0"/>
                  </a:moveTo>
                  <a:cubicBezTo>
                    <a:pt x="12" y="20"/>
                    <a:pt x="0" y="123"/>
                    <a:pt x="47" y="92"/>
                  </a:cubicBezTo>
                  <a:cubicBezTo>
                    <a:pt x="27" y="94"/>
                    <a:pt x="25" y="70"/>
                    <a:pt x="21" y="56"/>
                  </a:cubicBezTo>
                  <a:cubicBezTo>
                    <a:pt x="15" y="38"/>
                    <a:pt x="9" y="20"/>
                    <a:pt x="1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6167" name="Freeform 710">
              <a:extLst>
                <a:ext uri="{FF2B5EF4-FFF2-40B4-BE49-F238E27FC236}">
                  <a16:creationId xmlns:a16="http://schemas.microsoft.com/office/drawing/2014/main" id="{8017DBBF-93CF-4F4B-BB0F-EDDA89DB91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9" y="2551"/>
              <a:ext cx="36" cy="123"/>
            </a:xfrm>
            <a:custGeom>
              <a:avLst/>
              <a:gdLst>
                <a:gd name="T0" fmla="*/ 39 w 34"/>
                <a:gd name="T1" fmla="*/ 0 h 115"/>
                <a:gd name="T2" fmla="*/ 13 w 34"/>
                <a:gd name="T3" fmla="*/ 30 h 115"/>
                <a:gd name="T4" fmla="*/ 7 w 34"/>
                <a:gd name="T5" fmla="*/ 64 h 115"/>
                <a:gd name="T6" fmla="*/ 0 w 34"/>
                <a:gd name="T7" fmla="*/ 141 h 115"/>
                <a:gd name="T8" fmla="*/ 17 w 34"/>
                <a:gd name="T9" fmla="*/ 71 h 115"/>
                <a:gd name="T10" fmla="*/ 22 w 34"/>
                <a:gd name="T11" fmla="*/ 39 h 115"/>
                <a:gd name="T12" fmla="*/ 40 w 34"/>
                <a:gd name="T13" fmla="*/ 6 h 11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4" h="115">
                  <a:moveTo>
                    <a:pt x="33" y="0"/>
                  </a:moveTo>
                  <a:cubicBezTo>
                    <a:pt x="32" y="12"/>
                    <a:pt x="18" y="17"/>
                    <a:pt x="10" y="24"/>
                  </a:cubicBezTo>
                  <a:cubicBezTo>
                    <a:pt x="2" y="33"/>
                    <a:pt x="7" y="40"/>
                    <a:pt x="7" y="52"/>
                  </a:cubicBezTo>
                  <a:cubicBezTo>
                    <a:pt x="8" y="73"/>
                    <a:pt x="5" y="96"/>
                    <a:pt x="0" y="115"/>
                  </a:cubicBezTo>
                  <a:cubicBezTo>
                    <a:pt x="14" y="103"/>
                    <a:pt x="12" y="74"/>
                    <a:pt x="14" y="58"/>
                  </a:cubicBezTo>
                  <a:cubicBezTo>
                    <a:pt x="15" y="48"/>
                    <a:pt x="15" y="41"/>
                    <a:pt x="19" y="32"/>
                  </a:cubicBezTo>
                  <a:cubicBezTo>
                    <a:pt x="23" y="22"/>
                    <a:pt x="30" y="15"/>
                    <a:pt x="34" y="6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6168" name="Freeform 711">
              <a:extLst>
                <a:ext uri="{FF2B5EF4-FFF2-40B4-BE49-F238E27FC236}">
                  <a16:creationId xmlns:a16="http://schemas.microsoft.com/office/drawing/2014/main" id="{BD9EEC5F-9244-49B9-86B5-92CFDEEED2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3" y="2523"/>
              <a:ext cx="150" cy="31"/>
            </a:xfrm>
            <a:custGeom>
              <a:avLst/>
              <a:gdLst>
                <a:gd name="T0" fmla="*/ 0 w 140"/>
                <a:gd name="T1" fmla="*/ 2 h 29"/>
                <a:gd name="T2" fmla="*/ 99 w 140"/>
                <a:gd name="T3" fmla="*/ 14 h 29"/>
                <a:gd name="T4" fmla="*/ 173 w 140"/>
                <a:gd name="T5" fmla="*/ 0 h 29"/>
                <a:gd name="T6" fmla="*/ 122 w 140"/>
                <a:gd name="T7" fmla="*/ 24 h 29"/>
                <a:gd name="T8" fmla="*/ 68 w 140"/>
                <a:gd name="T9" fmla="*/ 34 h 29"/>
                <a:gd name="T10" fmla="*/ 4 w 140"/>
                <a:gd name="T11" fmla="*/ 5 h 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0" h="29">
                  <a:moveTo>
                    <a:pt x="0" y="2"/>
                  </a:moveTo>
                  <a:cubicBezTo>
                    <a:pt x="5" y="18"/>
                    <a:pt x="65" y="14"/>
                    <a:pt x="80" y="11"/>
                  </a:cubicBezTo>
                  <a:cubicBezTo>
                    <a:pt x="100" y="8"/>
                    <a:pt x="120" y="3"/>
                    <a:pt x="140" y="0"/>
                  </a:cubicBezTo>
                  <a:cubicBezTo>
                    <a:pt x="126" y="6"/>
                    <a:pt x="114" y="15"/>
                    <a:pt x="99" y="20"/>
                  </a:cubicBezTo>
                  <a:cubicBezTo>
                    <a:pt x="85" y="25"/>
                    <a:pt x="70" y="29"/>
                    <a:pt x="55" y="28"/>
                  </a:cubicBezTo>
                  <a:cubicBezTo>
                    <a:pt x="37" y="28"/>
                    <a:pt x="14" y="22"/>
                    <a:pt x="4" y="5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6169" name="Freeform 712">
              <a:extLst>
                <a:ext uri="{FF2B5EF4-FFF2-40B4-BE49-F238E27FC236}">
                  <a16:creationId xmlns:a16="http://schemas.microsoft.com/office/drawing/2014/main" id="{CB8F9C41-AD46-448D-8218-9D0F01424F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8" y="2179"/>
              <a:ext cx="415" cy="313"/>
            </a:xfrm>
            <a:custGeom>
              <a:avLst/>
              <a:gdLst>
                <a:gd name="T0" fmla="*/ 0 w 389"/>
                <a:gd name="T1" fmla="*/ 18 h 293"/>
                <a:gd name="T2" fmla="*/ 29 w 389"/>
                <a:gd name="T3" fmla="*/ 21 h 293"/>
                <a:gd name="T4" fmla="*/ 50 w 389"/>
                <a:gd name="T5" fmla="*/ 40 h 293"/>
                <a:gd name="T6" fmla="*/ 70 w 389"/>
                <a:gd name="T7" fmla="*/ 106 h 293"/>
                <a:gd name="T8" fmla="*/ 156 w 389"/>
                <a:gd name="T9" fmla="*/ 236 h 293"/>
                <a:gd name="T10" fmla="*/ 422 w 389"/>
                <a:gd name="T11" fmla="*/ 354 h 293"/>
                <a:gd name="T12" fmla="*/ 473 w 389"/>
                <a:gd name="T13" fmla="*/ 357 h 293"/>
                <a:gd name="T14" fmla="*/ 287 w 389"/>
                <a:gd name="T15" fmla="*/ 289 h 293"/>
                <a:gd name="T16" fmla="*/ 207 w 389"/>
                <a:gd name="T17" fmla="*/ 241 h 293"/>
                <a:gd name="T18" fmla="*/ 134 w 389"/>
                <a:gd name="T19" fmla="*/ 183 h 293"/>
                <a:gd name="T20" fmla="*/ 66 w 389"/>
                <a:gd name="T21" fmla="*/ 46 h 293"/>
                <a:gd name="T22" fmla="*/ 45 w 389"/>
                <a:gd name="T23" fmla="*/ 3 h 293"/>
                <a:gd name="T24" fmla="*/ 3 w 389"/>
                <a:gd name="T25" fmla="*/ 3 h 29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89" h="293">
                  <a:moveTo>
                    <a:pt x="0" y="15"/>
                  </a:moveTo>
                  <a:cubicBezTo>
                    <a:pt x="6" y="18"/>
                    <a:pt x="15" y="15"/>
                    <a:pt x="23" y="18"/>
                  </a:cubicBezTo>
                  <a:cubicBezTo>
                    <a:pt x="30" y="21"/>
                    <a:pt x="37" y="28"/>
                    <a:pt x="41" y="33"/>
                  </a:cubicBezTo>
                  <a:cubicBezTo>
                    <a:pt x="53" y="48"/>
                    <a:pt x="55" y="69"/>
                    <a:pt x="58" y="87"/>
                  </a:cubicBezTo>
                  <a:cubicBezTo>
                    <a:pt x="67" y="133"/>
                    <a:pt x="94" y="165"/>
                    <a:pt x="128" y="194"/>
                  </a:cubicBezTo>
                  <a:cubicBezTo>
                    <a:pt x="192" y="249"/>
                    <a:pt x="269" y="270"/>
                    <a:pt x="348" y="290"/>
                  </a:cubicBezTo>
                  <a:cubicBezTo>
                    <a:pt x="362" y="293"/>
                    <a:pt x="378" y="293"/>
                    <a:pt x="389" y="293"/>
                  </a:cubicBezTo>
                  <a:cubicBezTo>
                    <a:pt x="337" y="277"/>
                    <a:pt x="286" y="262"/>
                    <a:pt x="236" y="238"/>
                  </a:cubicBezTo>
                  <a:cubicBezTo>
                    <a:pt x="213" y="227"/>
                    <a:pt x="193" y="210"/>
                    <a:pt x="171" y="198"/>
                  </a:cubicBezTo>
                  <a:cubicBezTo>
                    <a:pt x="147" y="184"/>
                    <a:pt x="129" y="171"/>
                    <a:pt x="111" y="150"/>
                  </a:cubicBezTo>
                  <a:cubicBezTo>
                    <a:pt x="84" y="118"/>
                    <a:pt x="67" y="75"/>
                    <a:pt x="54" y="37"/>
                  </a:cubicBezTo>
                  <a:cubicBezTo>
                    <a:pt x="49" y="24"/>
                    <a:pt x="51" y="10"/>
                    <a:pt x="37" y="3"/>
                  </a:cubicBezTo>
                  <a:cubicBezTo>
                    <a:pt x="29" y="0"/>
                    <a:pt x="11" y="0"/>
                    <a:pt x="3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6170" name="Freeform 713">
              <a:extLst>
                <a:ext uri="{FF2B5EF4-FFF2-40B4-BE49-F238E27FC236}">
                  <a16:creationId xmlns:a16="http://schemas.microsoft.com/office/drawing/2014/main" id="{4524B916-5D3C-49EE-9E18-E4C13BCAA64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0" y="1983"/>
              <a:ext cx="352" cy="69"/>
            </a:xfrm>
            <a:custGeom>
              <a:avLst/>
              <a:gdLst>
                <a:gd name="T0" fmla="*/ 0 w 330"/>
                <a:gd name="T1" fmla="*/ 0 h 64"/>
                <a:gd name="T2" fmla="*/ 140 w 330"/>
                <a:gd name="T3" fmla="*/ 64 h 64"/>
                <a:gd name="T4" fmla="*/ 273 w 330"/>
                <a:gd name="T5" fmla="*/ 66 h 64"/>
                <a:gd name="T6" fmla="*/ 395 w 330"/>
                <a:gd name="T7" fmla="*/ 55 h 64"/>
                <a:gd name="T8" fmla="*/ 260 w 330"/>
                <a:gd name="T9" fmla="*/ 55 h 64"/>
                <a:gd name="T10" fmla="*/ 0 w 330"/>
                <a:gd name="T11" fmla="*/ 0 h 6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30" h="64">
                  <a:moveTo>
                    <a:pt x="0" y="0"/>
                  </a:moveTo>
                  <a:cubicBezTo>
                    <a:pt x="0" y="0"/>
                    <a:pt x="73" y="47"/>
                    <a:pt x="115" y="51"/>
                  </a:cubicBezTo>
                  <a:cubicBezTo>
                    <a:pt x="157" y="56"/>
                    <a:pt x="179" y="62"/>
                    <a:pt x="225" y="53"/>
                  </a:cubicBezTo>
                  <a:cubicBezTo>
                    <a:pt x="272" y="44"/>
                    <a:pt x="321" y="42"/>
                    <a:pt x="325" y="44"/>
                  </a:cubicBezTo>
                  <a:cubicBezTo>
                    <a:pt x="330" y="45"/>
                    <a:pt x="253" y="44"/>
                    <a:pt x="215" y="44"/>
                  </a:cubicBezTo>
                  <a:cubicBezTo>
                    <a:pt x="177" y="44"/>
                    <a:pt x="145" y="64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6171" name="Freeform 714">
              <a:extLst>
                <a:ext uri="{FF2B5EF4-FFF2-40B4-BE49-F238E27FC236}">
                  <a16:creationId xmlns:a16="http://schemas.microsoft.com/office/drawing/2014/main" id="{C9567945-3453-4E75-84B3-9832CB613F3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1" y="1819"/>
              <a:ext cx="132" cy="117"/>
            </a:xfrm>
            <a:custGeom>
              <a:avLst/>
              <a:gdLst>
                <a:gd name="T0" fmla="*/ 0 w 123"/>
                <a:gd name="T1" fmla="*/ 118 h 110"/>
                <a:gd name="T2" fmla="*/ 99 w 123"/>
                <a:gd name="T3" fmla="*/ 105 h 110"/>
                <a:gd name="T4" fmla="*/ 141 w 123"/>
                <a:gd name="T5" fmla="*/ 65 h 110"/>
                <a:gd name="T6" fmla="*/ 151 w 123"/>
                <a:gd name="T7" fmla="*/ 0 h 110"/>
                <a:gd name="T8" fmla="*/ 92 w 123"/>
                <a:gd name="T9" fmla="*/ 96 h 110"/>
                <a:gd name="T10" fmla="*/ 4 w 123"/>
                <a:gd name="T11" fmla="*/ 118 h 11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3" h="110">
                  <a:moveTo>
                    <a:pt x="0" y="98"/>
                  </a:moveTo>
                  <a:cubicBezTo>
                    <a:pt x="24" y="110"/>
                    <a:pt x="57" y="99"/>
                    <a:pt x="80" y="87"/>
                  </a:cubicBezTo>
                  <a:cubicBezTo>
                    <a:pt x="93" y="80"/>
                    <a:pt x="107" y="69"/>
                    <a:pt x="114" y="54"/>
                  </a:cubicBezTo>
                  <a:cubicBezTo>
                    <a:pt x="123" y="38"/>
                    <a:pt x="117" y="17"/>
                    <a:pt x="122" y="0"/>
                  </a:cubicBezTo>
                  <a:cubicBezTo>
                    <a:pt x="107" y="28"/>
                    <a:pt x="105" y="62"/>
                    <a:pt x="75" y="80"/>
                  </a:cubicBezTo>
                  <a:cubicBezTo>
                    <a:pt x="56" y="92"/>
                    <a:pt x="25" y="92"/>
                    <a:pt x="4" y="98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6172" name="Freeform 715">
              <a:extLst>
                <a:ext uri="{FF2B5EF4-FFF2-40B4-BE49-F238E27FC236}">
                  <a16:creationId xmlns:a16="http://schemas.microsoft.com/office/drawing/2014/main" id="{116BF8AA-41D0-41F4-B6B3-ABE3B35086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8" y="3928"/>
              <a:ext cx="147" cy="62"/>
            </a:xfrm>
            <a:custGeom>
              <a:avLst/>
              <a:gdLst>
                <a:gd name="T0" fmla="*/ 0 w 138"/>
                <a:gd name="T1" fmla="*/ 65 h 58"/>
                <a:gd name="T2" fmla="*/ 53 w 138"/>
                <a:gd name="T3" fmla="*/ 20 h 58"/>
                <a:gd name="T4" fmla="*/ 92 w 138"/>
                <a:gd name="T5" fmla="*/ 1 h 58"/>
                <a:gd name="T6" fmla="*/ 167 w 138"/>
                <a:gd name="T7" fmla="*/ 24 h 58"/>
                <a:gd name="T8" fmla="*/ 131 w 138"/>
                <a:gd name="T9" fmla="*/ 41 h 58"/>
                <a:gd name="T10" fmla="*/ 86 w 138"/>
                <a:gd name="T11" fmla="*/ 44 h 58"/>
                <a:gd name="T12" fmla="*/ 2 w 138"/>
                <a:gd name="T13" fmla="*/ 66 h 5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8" h="58">
                  <a:moveTo>
                    <a:pt x="0" y="53"/>
                  </a:moveTo>
                  <a:cubicBezTo>
                    <a:pt x="12" y="58"/>
                    <a:pt x="37" y="25"/>
                    <a:pt x="44" y="17"/>
                  </a:cubicBezTo>
                  <a:cubicBezTo>
                    <a:pt x="54" y="6"/>
                    <a:pt x="61" y="0"/>
                    <a:pt x="76" y="1"/>
                  </a:cubicBezTo>
                  <a:cubicBezTo>
                    <a:pt x="97" y="2"/>
                    <a:pt x="116" y="18"/>
                    <a:pt x="138" y="20"/>
                  </a:cubicBezTo>
                  <a:cubicBezTo>
                    <a:pt x="129" y="24"/>
                    <a:pt x="119" y="32"/>
                    <a:pt x="108" y="34"/>
                  </a:cubicBezTo>
                  <a:cubicBezTo>
                    <a:pt x="96" y="36"/>
                    <a:pt x="83" y="36"/>
                    <a:pt x="71" y="36"/>
                  </a:cubicBezTo>
                  <a:cubicBezTo>
                    <a:pt x="47" y="36"/>
                    <a:pt x="23" y="44"/>
                    <a:pt x="2" y="54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6173" name="Freeform 716">
              <a:extLst>
                <a:ext uri="{FF2B5EF4-FFF2-40B4-BE49-F238E27FC236}">
                  <a16:creationId xmlns:a16="http://schemas.microsoft.com/office/drawing/2014/main" id="{A9897A2C-854D-4235-965B-80A2C72549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4" y="3779"/>
              <a:ext cx="79" cy="61"/>
            </a:xfrm>
            <a:custGeom>
              <a:avLst/>
              <a:gdLst>
                <a:gd name="T0" fmla="*/ 0 w 74"/>
                <a:gd name="T1" fmla="*/ 48 h 57"/>
                <a:gd name="T2" fmla="*/ 25 w 74"/>
                <a:gd name="T3" fmla="*/ 55 h 57"/>
                <a:gd name="T4" fmla="*/ 54 w 74"/>
                <a:gd name="T5" fmla="*/ 46 h 57"/>
                <a:gd name="T6" fmla="*/ 77 w 74"/>
                <a:gd name="T7" fmla="*/ 21 h 57"/>
                <a:gd name="T8" fmla="*/ 88 w 74"/>
                <a:gd name="T9" fmla="*/ 0 h 57"/>
                <a:gd name="T10" fmla="*/ 53 w 74"/>
                <a:gd name="T11" fmla="*/ 60 h 57"/>
                <a:gd name="T12" fmla="*/ 35 w 74"/>
                <a:gd name="T13" fmla="*/ 66 h 57"/>
                <a:gd name="T14" fmla="*/ 16 w 74"/>
                <a:gd name="T15" fmla="*/ 55 h 5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4" h="57">
                  <a:moveTo>
                    <a:pt x="0" y="39"/>
                  </a:moveTo>
                  <a:cubicBezTo>
                    <a:pt x="7" y="41"/>
                    <a:pt x="12" y="45"/>
                    <a:pt x="21" y="45"/>
                  </a:cubicBezTo>
                  <a:cubicBezTo>
                    <a:pt x="30" y="46"/>
                    <a:pt x="38" y="43"/>
                    <a:pt x="45" y="37"/>
                  </a:cubicBezTo>
                  <a:cubicBezTo>
                    <a:pt x="52" y="33"/>
                    <a:pt x="58" y="25"/>
                    <a:pt x="63" y="18"/>
                  </a:cubicBezTo>
                  <a:cubicBezTo>
                    <a:pt x="67" y="12"/>
                    <a:pt x="69" y="5"/>
                    <a:pt x="72" y="0"/>
                  </a:cubicBezTo>
                  <a:cubicBezTo>
                    <a:pt x="74" y="18"/>
                    <a:pt x="57" y="37"/>
                    <a:pt x="44" y="49"/>
                  </a:cubicBezTo>
                  <a:cubicBezTo>
                    <a:pt x="39" y="53"/>
                    <a:pt x="36" y="57"/>
                    <a:pt x="29" y="54"/>
                  </a:cubicBezTo>
                  <a:cubicBezTo>
                    <a:pt x="24" y="51"/>
                    <a:pt x="19" y="46"/>
                    <a:pt x="13" y="45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6174" name="Freeform 717">
              <a:extLst>
                <a:ext uri="{FF2B5EF4-FFF2-40B4-BE49-F238E27FC236}">
                  <a16:creationId xmlns:a16="http://schemas.microsoft.com/office/drawing/2014/main" id="{4382447B-5095-4C91-A984-4440E4171D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7" y="1814"/>
              <a:ext cx="368" cy="139"/>
            </a:xfrm>
            <a:custGeom>
              <a:avLst/>
              <a:gdLst>
                <a:gd name="T0" fmla="*/ 365 w 344"/>
                <a:gd name="T1" fmla="*/ 4 h 130"/>
                <a:gd name="T2" fmla="*/ 335 w 344"/>
                <a:gd name="T3" fmla="*/ 0 h 130"/>
                <a:gd name="T4" fmla="*/ 309 w 344"/>
                <a:gd name="T5" fmla="*/ 24 h 130"/>
                <a:gd name="T6" fmla="*/ 274 w 344"/>
                <a:gd name="T7" fmla="*/ 57 h 130"/>
                <a:gd name="T8" fmla="*/ 194 w 344"/>
                <a:gd name="T9" fmla="*/ 106 h 130"/>
                <a:gd name="T10" fmla="*/ 102 w 344"/>
                <a:gd name="T11" fmla="*/ 134 h 130"/>
                <a:gd name="T12" fmla="*/ 51 w 344"/>
                <a:gd name="T13" fmla="*/ 143 h 130"/>
                <a:gd name="T14" fmla="*/ 0 w 344"/>
                <a:gd name="T15" fmla="*/ 152 h 130"/>
                <a:gd name="T16" fmla="*/ 81 w 344"/>
                <a:gd name="T17" fmla="*/ 151 h 130"/>
                <a:gd name="T18" fmla="*/ 196 w 344"/>
                <a:gd name="T19" fmla="*/ 129 h 130"/>
                <a:gd name="T20" fmla="*/ 309 w 344"/>
                <a:gd name="T21" fmla="*/ 72 h 130"/>
                <a:gd name="T22" fmla="*/ 347 w 344"/>
                <a:gd name="T23" fmla="*/ 38 h 130"/>
                <a:gd name="T24" fmla="*/ 387 w 344"/>
                <a:gd name="T25" fmla="*/ 68 h 130"/>
                <a:gd name="T26" fmla="*/ 421 w 344"/>
                <a:gd name="T27" fmla="*/ 95 h 130"/>
                <a:gd name="T28" fmla="*/ 387 w 344"/>
                <a:gd name="T29" fmla="*/ 44 h 130"/>
                <a:gd name="T30" fmla="*/ 361 w 344"/>
                <a:gd name="T31" fmla="*/ 11 h 130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344" h="130">
                  <a:moveTo>
                    <a:pt x="298" y="4"/>
                  </a:moveTo>
                  <a:cubicBezTo>
                    <a:pt x="290" y="4"/>
                    <a:pt x="277" y="7"/>
                    <a:pt x="274" y="0"/>
                  </a:cubicBezTo>
                  <a:cubicBezTo>
                    <a:pt x="265" y="1"/>
                    <a:pt x="258" y="14"/>
                    <a:pt x="252" y="20"/>
                  </a:cubicBezTo>
                  <a:cubicBezTo>
                    <a:pt x="243" y="31"/>
                    <a:pt x="234" y="38"/>
                    <a:pt x="223" y="47"/>
                  </a:cubicBezTo>
                  <a:cubicBezTo>
                    <a:pt x="202" y="65"/>
                    <a:pt x="183" y="75"/>
                    <a:pt x="158" y="87"/>
                  </a:cubicBezTo>
                  <a:cubicBezTo>
                    <a:pt x="133" y="99"/>
                    <a:pt x="111" y="106"/>
                    <a:pt x="83" y="109"/>
                  </a:cubicBezTo>
                  <a:cubicBezTo>
                    <a:pt x="70" y="110"/>
                    <a:pt x="55" y="115"/>
                    <a:pt x="42" y="117"/>
                  </a:cubicBezTo>
                  <a:cubicBezTo>
                    <a:pt x="29" y="120"/>
                    <a:pt x="12" y="119"/>
                    <a:pt x="0" y="124"/>
                  </a:cubicBezTo>
                  <a:cubicBezTo>
                    <a:pt x="15" y="130"/>
                    <a:pt x="48" y="124"/>
                    <a:pt x="66" y="123"/>
                  </a:cubicBezTo>
                  <a:cubicBezTo>
                    <a:pt x="97" y="120"/>
                    <a:pt x="129" y="113"/>
                    <a:pt x="160" y="106"/>
                  </a:cubicBezTo>
                  <a:cubicBezTo>
                    <a:pt x="193" y="98"/>
                    <a:pt x="227" y="83"/>
                    <a:pt x="252" y="59"/>
                  </a:cubicBezTo>
                  <a:cubicBezTo>
                    <a:pt x="259" y="51"/>
                    <a:pt x="270" y="30"/>
                    <a:pt x="283" y="32"/>
                  </a:cubicBezTo>
                  <a:cubicBezTo>
                    <a:pt x="291" y="33"/>
                    <a:pt x="308" y="50"/>
                    <a:pt x="316" y="56"/>
                  </a:cubicBezTo>
                  <a:cubicBezTo>
                    <a:pt x="326" y="63"/>
                    <a:pt x="334" y="71"/>
                    <a:pt x="344" y="78"/>
                  </a:cubicBezTo>
                  <a:cubicBezTo>
                    <a:pt x="332" y="66"/>
                    <a:pt x="325" y="50"/>
                    <a:pt x="316" y="36"/>
                  </a:cubicBezTo>
                  <a:cubicBezTo>
                    <a:pt x="309" y="26"/>
                    <a:pt x="299" y="18"/>
                    <a:pt x="294" y="8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6175" name="Freeform 718">
              <a:extLst>
                <a:ext uri="{FF2B5EF4-FFF2-40B4-BE49-F238E27FC236}">
                  <a16:creationId xmlns:a16="http://schemas.microsoft.com/office/drawing/2014/main" id="{91928A31-24A8-4D40-B34F-AAFFB65D815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9" y="2273"/>
              <a:ext cx="70" cy="144"/>
            </a:xfrm>
            <a:custGeom>
              <a:avLst/>
              <a:gdLst>
                <a:gd name="T0" fmla="*/ 39 w 66"/>
                <a:gd name="T1" fmla="*/ 0 h 135"/>
                <a:gd name="T2" fmla="*/ 74 w 66"/>
                <a:gd name="T3" fmla="*/ 50 h 135"/>
                <a:gd name="T4" fmla="*/ 74 w 66"/>
                <a:gd name="T5" fmla="*/ 107 h 135"/>
                <a:gd name="T6" fmla="*/ 72 w 66"/>
                <a:gd name="T7" fmla="*/ 164 h 135"/>
                <a:gd name="T8" fmla="*/ 67 w 66"/>
                <a:gd name="T9" fmla="*/ 112 h 135"/>
                <a:gd name="T10" fmla="*/ 58 w 66"/>
                <a:gd name="T11" fmla="*/ 61 h 135"/>
                <a:gd name="T12" fmla="*/ 31 w 66"/>
                <a:gd name="T13" fmla="*/ 42 h 135"/>
                <a:gd name="T14" fmla="*/ 0 w 66"/>
                <a:gd name="T15" fmla="*/ 36 h 135"/>
                <a:gd name="T16" fmla="*/ 34 w 66"/>
                <a:gd name="T17" fmla="*/ 2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6" h="135">
                  <a:moveTo>
                    <a:pt x="33" y="0"/>
                  </a:moveTo>
                  <a:cubicBezTo>
                    <a:pt x="52" y="6"/>
                    <a:pt x="59" y="23"/>
                    <a:pt x="62" y="41"/>
                  </a:cubicBezTo>
                  <a:cubicBezTo>
                    <a:pt x="66" y="56"/>
                    <a:pt x="64" y="72"/>
                    <a:pt x="62" y="88"/>
                  </a:cubicBezTo>
                  <a:cubicBezTo>
                    <a:pt x="61" y="102"/>
                    <a:pt x="65" y="122"/>
                    <a:pt x="60" y="135"/>
                  </a:cubicBezTo>
                  <a:cubicBezTo>
                    <a:pt x="60" y="121"/>
                    <a:pt x="59" y="106"/>
                    <a:pt x="56" y="92"/>
                  </a:cubicBezTo>
                  <a:cubicBezTo>
                    <a:pt x="55" y="79"/>
                    <a:pt x="56" y="61"/>
                    <a:pt x="49" y="50"/>
                  </a:cubicBezTo>
                  <a:cubicBezTo>
                    <a:pt x="44" y="41"/>
                    <a:pt x="35" y="35"/>
                    <a:pt x="25" y="35"/>
                  </a:cubicBezTo>
                  <a:cubicBezTo>
                    <a:pt x="14" y="35"/>
                    <a:pt x="9" y="38"/>
                    <a:pt x="0" y="30"/>
                  </a:cubicBezTo>
                  <a:cubicBezTo>
                    <a:pt x="20" y="28"/>
                    <a:pt x="28" y="24"/>
                    <a:pt x="28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6176" name="Freeform 719">
              <a:extLst>
                <a:ext uri="{FF2B5EF4-FFF2-40B4-BE49-F238E27FC236}">
                  <a16:creationId xmlns:a16="http://schemas.microsoft.com/office/drawing/2014/main" id="{0E3556E9-2E60-4B95-A677-8EA0EB38E22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9" y="2410"/>
              <a:ext cx="171" cy="94"/>
            </a:xfrm>
            <a:custGeom>
              <a:avLst/>
              <a:gdLst>
                <a:gd name="T0" fmla="*/ 122 w 160"/>
                <a:gd name="T1" fmla="*/ 107 h 88"/>
                <a:gd name="T2" fmla="*/ 61 w 160"/>
                <a:gd name="T3" fmla="*/ 87 h 88"/>
                <a:gd name="T4" fmla="*/ 0 w 160"/>
                <a:gd name="T5" fmla="*/ 88 h 88"/>
                <a:gd name="T6" fmla="*/ 95 w 160"/>
                <a:gd name="T7" fmla="*/ 58 h 88"/>
                <a:gd name="T8" fmla="*/ 196 w 160"/>
                <a:gd name="T9" fmla="*/ 0 h 88"/>
                <a:gd name="T10" fmla="*/ 154 w 160"/>
                <a:gd name="T11" fmla="*/ 35 h 88"/>
                <a:gd name="T12" fmla="*/ 126 w 160"/>
                <a:gd name="T13" fmla="*/ 60 h 88"/>
                <a:gd name="T14" fmla="*/ 116 w 160"/>
                <a:gd name="T15" fmla="*/ 101 h 8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0" h="88">
                  <a:moveTo>
                    <a:pt x="100" y="88"/>
                  </a:moveTo>
                  <a:cubicBezTo>
                    <a:pt x="86" y="77"/>
                    <a:pt x="68" y="72"/>
                    <a:pt x="50" y="71"/>
                  </a:cubicBezTo>
                  <a:cubicBezTo>
                    <a:pt x="34" y="70"/>
                    <a:pt x="14" y="66"/>
                    <a:pt x="0" y="72"/>
                  </a:cubicBezTo>
                  <a:cubicBezTo>
                    <a:pt x="26" y="66"/>
                    <a:pt x="52" y="56"/>
                    <a:pt x="78" y="48"/>
                  </a:cubicBezTo>
                  <a:cubicBezTo>
                    <a:pt x="109" y="38"/>
                    <a:pt x="137" y="22"/>
                    <a:pt x="160" y="0"/>
                  </a:cubicBezTo>
                  <a:cubicBezTo>
                    <a:pt x="147" y="8"/>
                    <a:pt x="138" y="20"/>
                    <a:pt x="126" y="29"/>
                  </a:cubicBezTo>
                  <a:cubicBezTo>
                    <a:pt x="118" y="36"/>
                    <a:pt x="109" y="41"/>
                    <a:pt x="103" y="49"/>
                  </a:cubicBezTo>
                  <a:cubicBezTo>
                    <a:pt x="96" y="60"/>
                    <a:pt x="95" y="71"/>
                    <a:pt x="95" y="83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6177" name="Freeform 720">
              <a:extLst>
                <a:ext uri="{FF2B5EF4-FFF2-40B4-BE49-F238E27FC236}">
                  <a16:creationId xmlns:a16="http://schemas.microsoft.com/office/drawing/2014/main" id="{61DE637A-5A26-4ED0-ABBF-6D2D7A831F3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2" y="2505"/>
              <a:ext cx="162" cy="158"/>
            </a:xfrm>
            <a:custGeom>
              <a:avLst/>
              <a:gdLst>
                <a:gd name="T0" fmla="*/ 184 w 152"/>
                <a:gd name="T1" fmla="*/ 6 h 148"/>
                <a:gd name="T2" fmla="*/ 100 w 152"/>
                <a:gd name="T3" fmla="*/ 11 h 148"/>
                <a:gd name="T4" fmla="*/ 37 w 152"/>
                <a:gd name="T5" fmla="*/ 31 h 148"/>
                <a:gd name="T6" fmla="*/ 23 w 152"/>
                <a:gd name="T7" fmla="*/ 180 h 148"/>
                <a:gd name="T8" fmla="*/ 71 w 152"/>
                <a:gd name="T9" fmla="*/ 36 h 148"/>
                <a:gd name="T10" fmla="*/ 180 w 152"/>
                <a:gd name="T11" fmla="*/ 14 h 14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2" h="148">
                  <a:moveTo>
                    <a:pt x="152" y="6"/>
                  </a:moveTo>
                  <a:cubicBezTo>
                    <a:pt x="133" y="0"/>
                    <a:pt x="103" y="6"/>
                    <a:pt x="83" y="8"/>
                  </a:cubicBezTo>
                  <a:cubicBezTo>
                    <a:pt x="68" y="10"/>
                    <a:pt x="42" y="13"/>
                    <a:pt x="31" y="25"/>
                  </a:cubicBezTo>
                  <a:cubicBezTo>
                    <a:pt x="0" y="58"/>
                    <a:pt x="42" y="113"/>
                    <a:pt x="20" y="148"/>
                  </a:cubicBezTo>
                  <a:cubicBezTo>
                    <a:pt x="40" y="111"/>
                    <a:pt x="13" y="50"/>
                    <a:pt x="59" y="30"/>
                  </a:cubicBezTo>
                  <a:cubicBezTo>
                    <a:pt x="87" y="17"/>
                    <a:pt x="124" y="27"/>
                    <a:pt x="149" y="11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6178" name="Freeform 721">
              <a:extLst>
                <a:ext uri="{FF2B5EF4-FFF2-40B4-BE49-F238E27FC236}">
                  <a16:creationId xmlns:a16="http://schemas.microsoft.com/office/drawing/2014/main" id="{EDF415E6-B138-4D4B-A3EC-F8F8569871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1" y="2686"/>
              <a:ext cx="127" cy="166"/>
            </a:xfrm>
            <a:custGeom>
              <a:avLst/>
              <a:gdLst>
                <a:gd name="T0" fmla="*/ 145 w 119"/>
                <a:gd name="T1" fmla="*/ 122 h 155"/>
                <a:gd name="T2" fmla="*/ 90 w 119"/>
                <a:gd name="T3" fmla="*/ 163 h 155"/>
                <a:gd name="T4" fmla="*/ 63 w 119"/>
                <a:gd name="T5" fmla="*/ 180 h 155"/>
                <a:gd name="T6" fmla="*/ 41 w 119"/>
                <a:gd name="T7" fmla="*/ 178 h 155"/>
                <a:gd name="T8" fmla="*/ 15 w 119"/>
                <a:gd name="T9" fmla="*/ 106 h 155"/>
                <a:gd name="T10" fmla="*/ 14 w 119"/>
                <a:gd name="T11" fmla="*/ 37 h 155"/>
                <a:gd name="T12" fmla="*/ 32 w 119"/>
                <a:gd name="T13" fmla="*/ 33 h 155"/>
                <a:gd name="T14" fmla="*/ 37 w 119"/>
                <a:gd name="T15" fmla="*/ 28 h 155"/>
                <a:gd name="T16" fmla="*/ 50 w 119"/>
                <a:gd name="T17" fmla="*/ 28 h 155"/>
                <a:gd name="T18" fmla="*/ 90 w 119"/>
                <a:gd name="T19" fmla="*/ 0 h 155"/>
                <a:gd name="T20" fmla="*/ 55 w 119"/>
                <a:gd name="T21" fmla="*/ 45 h 155"/>
                <a:gd name="T22" fmla="*/ 38 w 119"/>
                <a:gd name="T23" fmla="*/ 67 h 155"/>
                <a:gd name="T24" fmla="*/ 47 w 119"/>
                <a:gd name="T25" fmla="*/ 104 h 155"/>
                <a:gd name="T26" fmla="*/ 79 w 119"/>
                <a:gd name="T27" fmla="*/ 149 h 155"/>
                <a:gd name="T28" fmla="*/ 140 w 119"/>
                <a:gd name="T29" fmla="*/ 123 h 155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19" h="155">
                  <a:moveTo>
                    <a:pt x="119" y="99"/>
                  </a:moveTo>
                  <a:cubicBezTo>
                    <a:pt x="104" y="110"/>
                    <a:pt x="89" y="122"/>
                    <a:pt x="74" y="133"/>
                  </a:cubicBezTo>
                  <a:cubicBezTo>
                    <a:pt x="68" y="138"/>
                    <a:pt x="60" y="143"/>
                    <a:pt x="52" y="147"/>
                  </a:cubicBezTo>
                  <a:cubicBezTo>
                    <a:pt x="42" y="152"/>
                    <a:pt x="41" y="155"/>
                    <a:pt x="34" y="145"/>
                  </a:cubicBezTo>
                  <a:cubicBezTo>
                    <a:pt x="22" y="130"/>
                    <a:pt x="18" y="105"/>
                    <a:pt x="12" y="86"/>
                  </a:cubicBezTo>
                  <a:cubicBezTo>
                    <a:pt x="8" y="70"/>
                    <a:pt x="0" y="46"/>
                    <a:pt x="11" y="31"/>
                  </a:cubicBezTo>
                  <a:cubicBezTo>
                    <a:pt x="18" y="34"/>
                    <a:pt x="20" y="30"/>
                    <a:pt x="26" y="27"/>
                  </a:cubicBezTo>
                  <a:cubicBezTo>
                    <a:pt x="29" y="25"/>
                    <a:pt x="27" y="23"/>
                    <a:pt x="31" y="22"/>
                  </a:cubicBezTo>
                  <a:cubicBezTo>
                    <a:pt x="33" y="21"/>
                    <a:pt x="39" y="22"/>
                    <a:pt x="41" y="22"/>
                  </a:cubicBezTo>
                  <a:cubicBezTo>
                    <a:pt x="56" y="20"/>
                    <a:pt x="66" y="10"/>
                    <a:pt x="74" y="0"/>
                  </a:cubicBezTo>
                  <a:cubicBezTo>
                    <a:pt x="67" y="15"/>
                    <a:pt x="58" y="26"/>
                    <a:pt x="46" y="36"/>
                  </a:cubicBezTo>
                  <a:cubicBezTo>
                    <a:pt x="39" y="42"/>
                    <a:pt x="34" y="45"/>
                    <a:pt x="32" y="55"/>
                  </a:cubicBezTo>
                  <a:cubicBezTo>
                    <a:pt x="31" y="65"/>
                    <a:pt x="36" y="75"/>
                    <a:pt x="38" y="85"/>
                  </a:cubicBezTo>
                  <a:cubicBezTo>
                    <a:pt x="41" y="103"/>
                    <a:pt x="43" y="124"/>
                    <a:pt x="65" y="121"/>
                  </a:cubicBezTo>
                  <a:cubicBezTo>
                    <a:pt x="84" y="119"/>
                    <a:pt x="98" y="104"/>
                    <a:pt x="115" y="10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6179" name="Freeform 722">
              <a:extLst>
                <a:ext uri="{FF2B5EF4-FFF2-40B4-BE49-F238E27FC236}">
                  <a16:creationId xmlns:a16="http://schemas.microsoft.com/office/drawing/2014/main" id="{89284BFB-A08D-4987-BEF0-7E4886B3FA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5" y="2791"/>
              <a:ext cx="183" cy="328"/>
            </a:xfrm>
            <a:custGeom>
              <a:avLst/>
              <a:gdLst>
                <a:gd name="T0" fmla="*/ 63 w 171"/>
                <a:gd name="T1" fmla="*/ 38 h 307"/>
                <a:gd name="T2" fmla="*/ 71 w 171"/>
                <a:gd name="T3" fmla="*/ 73 h 307"/>
                <a:gd name="T4" fmla="*/ 121 w 171"/>
                <a:gd name="T5" fmla="*/ 50 h 307"/>
                <a:gd name="T6" fmla="*/ 78 w 171"/>
                <a:gd name="T7" fmla="*/ 85 h 307"/>
                <a:gd name="T8" fmla="*/ 67 w 171"/>
                <a:gd name="T9" fmla="*/ 138 h 307"/>
                <a:gd name="T10" fmla="*/ 80 w 171"/>
                <a:gd name="T11" fmla="*/ 253 h 307"/>
                <a:gd name="T12" fmla="*/ 119 w 171"/>
                <a:gd name="T13" fmla="*/ 349 h 307"/>
                <a:gd name="T14" fmla="*/ 156 w 171"/>
                <a:gd name="T15" fmla="*/ 354 h 307"/>
                <a:gd name="T16" fmla="*/ 210 w 171"/>
                <a:gd name="T17" fmla="*/ 332 h 307"/>
                <a:gd name="T18" fmla="*/ 134 w 171"/>
                <a:gd name="T19" fmla="*/ 366 h 307"/>
                <a:gd name="T20" fmla="*/ 82 w 171"/>
                <a:gd name="T21" fmla="*/ 314 h 307"/>
                <a:gd name="T22" fmla="*/ 51 w 171"/>
                <a:gd name="T23" fmla="*/ 199 h 307"/>
                <a:gd name="T24" fmla="*/ 24 w 171"/>
                <a:gd name="T25" fmla="*/ 93 h 307"/>
                <a:gd name="T26" fmla="*/ 11 w 171"/>
                <a:gd name="T27" fmla="*/ 50 h 307"/>
                <a:gd name="T28" fmla="*/ 0 w 171"/>
                <a:gd name="T29" fmla="*/ 0 h 307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71" h="307">
                  <a:moveTo>
                    <a:pt x="51" y="32"/>
                  </a:moveTo>
                  <a:cubicBezTo>
                    <a:pt x="49" y="39"/>
                    <a:pt x="36" y="58"/>
                    <a:pt x="58" y="60"/>
                  </a:cubicBezTo>
                  <a:cubicBezTo>
                    <a:pt x="71" y="61"/>
                    <a:pt x="87" y="47"/>
                    <a:pt x="99" y="41"/>
                  </a:cubicBezTo>
                  <a:cubicBezTo>
                    <a:pt x="86" y="49"/>
                    <a:pt x="72" y="58"/>
                    <a:pt x="64" y="70"/>
                  </a:cubicBezTo>
                  <a:cubicBezTo>
                    <a:pt x="56" y="83"/>
                    <a:pt x="55" y="98"/>
                    <a:pt x="55" y="113"/>
                  </a:cubicBezTo>
                  <a:cubicBezTo>
                    <a:pt x="53" y="145"/>
                    <a:pt x="57" y="177"/>
                    <a:pt x="65" y="208"/>
                  </a:cubicBezTo>
                  <a:cubicBezTo>
                    <a:pt x="71" y="233"/>
                    <a:pt x="75" y="269"/>
                    <a:pt x="97" y="286"/>
                  </a:cubicBezTo>
                  <a:cubicBezTo>
                    <a:pt x="106" y="294"/>
                    <a:pt x="116" y="294"/>
                    <a:pt x="127" y="290"/>
                  </a:cubicBezTo>
                  <a:cubicBezTo>
                    <a:pt x="141" y="286"/>
                    <a:pt x="159" y="280"/>
                    <a:pt x="171" y="272"/>
                  </a:cubicBezTo>
                  <a:cubicBezTo>
                    <a:pt x="156" y="287"/>
                    <a:pt x="133" y="307"/>
                    <a:pt x="109" y="300"/>
                  </a:cubicBezTo>
                  <a:cubicBezTo>
                    <a:pt x="90" y="294"/>
                    <a:pt x="75" y="276"/>
                    <a:pt x="67" y="257"/>
                  </a:cubicBezTo>
                  <a:cubicBezTo>
                    <a:pt x="55" y="227"/>
                    <a:pt x="50" y="194"/>
                    <a:pt x="42" y="163"/>
                  </a:cubicBezTo>
                  <a:cubicBezTo>
                    <a:pt x="34" y="134"/>
                    <a:pt x="28" y="104"/>
                    <a:pt x="20" y="76"/>
                  </a:cubicBezTo>
                  <a:cubicBezTo>
                    <a:pt x="17" y="64"/>
                    <a:pt x="12" y="53"/>
                    <a:pt x="8" y="41"/>
                  </a:cubicBezTo>
                  <a:cubicBezTo>
                    <a:pt x="5" y="28"/>
                    <a:pt x="4" y="11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6180" name="Freeform 723">
              <a:extLst>
                <a:ext uri="{FF2B5EF4-FFF2-40B4-BE49-F238E27FC236}">
                  <a16:creationId xmlns:a16="http://schemas.microsoft.com/office/drawing/2014/main" id="{268AB561-5DE7-4A9F-8EB4-88AB336DC2D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5" y="2991"/>
              <a:ext cx="188" cy="137"/>
            </a:xfrm>
            <a:custGeom>
              <a:avLst/>
              <a:gdLst>
                <a:gd name="T0" fmla="*/ 3 w 176"/>
                <a:gd name="T1" fmla="*/ 5 h 128"/>
                <a:gd name="T2" fmla="*/ 47 w 176"/>
                <a:gd name="T3" fmla="*/ 92 h 128"/>
                <a:gd name="T4" fmla="*/ 127 w 176"/>
                <a:gd name="T5" fmla="*/ 88 h 128"/>
                <a:gd name="T6" fmla="*/ 215 w 176"/>
                <a:gd name="T7" fmla="*/ 93 h 128"/>
                <a:gd name="T8" fmla="*/ 141 w 176"/>
                <a:gd name="T9" fmla="*/ 115 h 128"/>
                <a:gd name="T10" fmla="*/ 83 w 176"/>
                <a:gd name="T11" fmla="*/ 142 h 128"/>
                <a:gd name="T12" fmla="*/ 0 w 176"/>
                <a:gd name="T13" fmla="*/ 0 h 1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6" h="128">
                  <a:moveTo>
                    <a:pt x="3" y="5"/>
                  </a:moveTo>
                  <a:cubicBezTo>
                    <a:pt x="11" y="26"/>
                    <a:pt x="19" y="60"/>
                    <a:pt x="38" y="75"/>
                  </a:cubicBezTo>
                  <a:cubicBezTo>
                    <a:pt x="56" y="89"/>
                    <a:pt x="86" y="79"/>
                    <a:pt x="104" y="72"/>
                  </a:cubicBezTo>
                  <a:cubicBezTo>
                    <a:pt x="130" y="61"/>
                    <a:pt x="153" y="60"/>
                    <a:pt x="176" y="76"/>
                  </a:cubicBezTo>
                  <a:cubicBezTo>
                    <a:pt x="157" y="72"/>
                    <a:pt x="132" y="84"/>
                    <a:pt x="116" y="93"/>
                  </a:cubicBezTo>
                  <a:cubicBezTo>
                    <a:pt x="100" y="101"/>
                    <a:pt x="86" y="113"/>
                    <a:pt x="68" y="116"/>
                  </a:cubicBezTo>
                  <a:cubicBezTo>
                    <a:pt x="8" y="128"/>
                    <a:pt x="16" y="32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6181" name="Freeform 724">
              <a:extLst>
                <a:ext uri="{FF2B5EF4-FFF2-40B4-BE49-F238E27FC236}">
                  <a16:creationId xmlns:a16="http://schemas.microsoft.com/office/drawing/2014/main" id="{9358E990-8062-4F9B-8072-A07A77CAF5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1" y="3126"/>
              <a:ext cx="91" cy="42"/>
            </a:xfrm>
            <a:custGeom>
              <a:avLst/>
              <a:gdLst>
                <a:gd name="T0" fmla="*/ 49 w 85"/>
                <a:gd name="T1" fmla="*/ 0 h 40"/>
                <a:gd name="T2" fmla="*/ 19 w 85"/>
                <a:gd name="T3" fmla="*/ 40 h 40"/>
                <a:gd name="T4" fmla="*/ 63 w 85"/>
                <a:gd name="T5" fmla="*/ 43 h 40"/>
                <a:gd name="T6" fmla="*/ 86 w 85"/>
                <a:gd name="T7" fmla="*/ 41 h 40"/>
                <a:gd name="T8" fmla="*/ 104 w 85"/>
                <a:gd name="T9" fmla="*/ 40 h 40"/>
                <a:gd name="T10" fmla="*/ 79 w 85"/>
                <a:gd name="T11" fmla="*/ 36 h 40"/>
                <a:gd name="T12" fmla="*/ 51 w 85"/>
                <a:gd name="T13" fmla="*/ 30 h 40"/>
                <a:gd name="T14" fmla="*/ 49 w 85"/>
                <a:gd name="T15" fmla="*/ 1 h 4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5" h="40">
                  <a:moveTo>
                    <a:pt x="40" y="0"/>
                  </a:moveTo>
                  <a:cubicBezTo>
                    <a:pt x="36" y="6"/>
                    <a:pt x="0" y="23"/>
                    <a:pt x="16" y="34"/>
                  </a:cubicBezTo>
                  <a:cubicBezTo>
                    <a:pt x="23" y="40"/>
                    <a:pt x="42" y="37"/>
                    <a:pt x="51" y="37"/>
                  </a:cubicBezTo>
                  <a:cubicBezTo>
                    <a:pt x="57" y="36"/>
                    <a:pt x="64" y="34"/>
                    <a:pt x="70" y="35"/>
                  </a:cubicBezTo>
                  <a:cubicBezTo>
                    <a:pt x="75" y="35"/>
                    <a:pt x="82" y="37"/>
                    <a:pt x="85" y="34"/>
                  </a:cubicBezTo>
                  <a:cubicBezTo>
                    <a:pt x="79" y="34"/>
                    <a:pt x="71" y="31"/>
                    <a:pt x="64" y="30"/>
                  </a:cubicBezTo>
                  <a:cubicBezTo>
                    <a:pt x="57" y="29"/>
                    <a:pt x="49" y="29"/>
                    <a:pt x="42" y="27"/>
                  </a:cubicBezTo>
                  <a:cubicBezTo>
                    <a:pt x="26" y="22"/>
                    <a:pt x="33" y="11"/>
                    <a:pt x="4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6182" name="Freeform 725">
              <a:extLst>
                <a:ext uri="{FF2B5EF4-FFF2-40B4-BE49-F238E27FC236}">
                  <a16:creationId xmlns:a16="http://schemas.microsoft.com/office/drawing/2014/main" id="{22475274-09AE-4664-926E-11B3E4F0528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9" y="3180"/>
              <a:ext cx="180" cy="229"/>
            </a:xfrm>
            <a:custGeom>
              <a:avLst/>
              <a:gdLst>
                <a:gd name="T0" fmla="*/ 204 w 169"/>
                <a:gd name="T1" fmla="*/ 13 h 214"/>
                <a:gd name="T2" fmla="*/ 177 w 169"/>
                <a:gd name="T3" fmla="*/ 5 h 214"/>
                <a:gd name="T4" fmla="*/ 147 w 169"/>
                <a:gd name="T5" fmla="*/ 1 h 214"/>
                <a:gd name="T6" fmla="*/ 89 w 169"/>
                <a:gd name="T7" fmla="*/ 5 h 214"/>
                <a:gd name="T8" fmla="*/ 19 w 169"/>
                <a:gd name="T9" fmla="*/ 24 h 214"/>
                <a:gd name="T10" fmla="*/ 4 w 169"/>
                <a:gd name="T11" fmla="*/ 147 h 214"/>
                <a:gd name="T12" fmla="*/ 11 w 169"/>
                <a:gd name="T13" fmla="*/ 262 h 214"/>
                <a:gd name="T14" fmla="*/ 16 w 169"/>
                <a:gd name="T15" fmla="*/ 200 h 214"/>
                <a:gd name="T16" fmla="*/ 22 w 169"/>
                <a:gd name="T17" fmla="*/ 117 h 214"/>
                <a:gd name="T18" fmla="*/ 26 w 169"/>
                <a:gd name="T19" fmla="*/ 67 h 214"/>
                <a:gd name="T20" fmla="*/ 52 w 169"/>
                <a:gd name="T21" fmla="*/ 47 h 214"/>
                <a:gd name="T22" fmla="*/ 135 w 169"/>
                <a:gd name="T23" fmla="*/ 29 h 214"/>
                <a:gd name="T24" fmla="*/ 193 w 169"/>
                <a:gd name="T25" fmla="*/ 18 h 21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69" h="214">
                  <a:moveTo>
                    <a:pt x="169" y="10"/>
                  </a:moveTo>
                  <a:cubicBezTo>
                    <a:pt x="163" y="12"/>
                    <a:pt x="153" y="6"/>
                    <a:pt x="146" y="5"/>
                  </a:cubicBezTo>
                  <a:cubicBezTo>
                    <a:pt x="138" y="4"/>
                    <a:pt x="130" y="2"/>
                    <a:pt x="122" y="1"/>
                  </a:cubicBezTo>
                  <a:cubicBezTo>
                    <a:pt x="107" y="0"/>
                    <a:pt x="90" y="3"/>
                    <a:pt x="74" y="5"/>
                  </a:cubicBezTo>
                  <a:cubicBezTo>
                    <a:pt x="54" y="7"/>
                    <a:pt x="27" y="1"/>
                    <a:pt x="16" y="20"/>
                  </a:cubicBezTo>
                  <a:cubicBezTo>
                    <a:pt x="0" y="48"/>
                    <a:pt x="6" y="89"/>
                    <a:pt x="4" y="120"/>
                  </a:cubicBezTo>
                  <a:cubicBezTo>
                    <a:pt x="3" y="150"/>
                    <a:pt x="1" y="184"/>
                    <a:pt x="8" y="214"/>
                  </a:cubicBezTo>
                  <a:cubicBezTo>
                    <a:pt x="14" y="198"/>
                    <a:pt x="11" y="180"/>
                    <a:pt x="13" y="164"/>
                  </a:cubicBezTo>
                  <a:cubicBezTo>
                    <a:pt x="16" y="141"/>
                    <a:pt x="18" y="118"/>
                    <a:pt x="19" y="95"/>
                  </a:cubicBezTo>
                  <a:cubicBezTo>
                    <a:pt x="20" y="82"/>
                    <a:pt x="18" y="67"/>
                    <a:pt x="22" y="55"/>
                  </a:cubicBezTo>
                  <a:cubicBezTo>
                    <a:pt x="26" y="44"/>
                    <a:pt x="33" y="42"/>
                    <a:pt x="43" y="38"/>
                  </a:cubicBezTo>
                  <a:cubicBezTo>
                    <a:pt x="64" y="30"/>
                    <a:pt x="90" y="25"/>
                    <a:pt x="112" y="23"/>
                  </a:cubicBezTo>
                  <a:cubicBezTo>
                    <a:pt x="122" y="22"/>
                    <a:pt x="155" y="24"/>
                    <a:pt x="160" y="1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6183" name="Freeform 726">
              <a:extLst>
                <a:ext uri="{FF2B5EF4-FFF2-40B4-BE49-F238E27FC236}">
                  <a16:creationId xmlns:a16="http://schemas.microsoft.com/office/drawing/2014/main" id="{DD3D1C26-A430-4EE4-9D44-F49C0B1992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6" y="3252"/>
              <a:ext cx="217" cy="464"/>
            </a:xfrm>
            <a:custGeom>
              <a:avLst/>
              <a:gdLst>
                <a:gd name="T0" fmla="*/ 13 w 204"/>
                <a:gd name="T1" fmla="*/ 57 h 434"/>
                <a:gd name="T2" fmla="*/ 3 w 204"/>
                <a:gd name="T3" fmla="*/ 154 h 434"/>
                <a:gd name="T4" fmla="*/ 24 w 204"/>
                <a:gd name="T5" fmla="*/ 276 h 434"/>
                <a:gd name="T6" fmla="*/ 46 w 204"/>
                <a:gd name="T7" fmla="*/ 335 h 434"/>
                <a:gd name="T8" fmla="*/ 78 w 204"/>
                <a:gd name="T9" fmla="*/ 385 h 434"/>
                <a:gd name="T10" fmla="*/ 148 w 204"/>
                <a:gd name="T11" fmla="*/ 477 h 434"/>
                <a:gd name="T12" fmla="*/ 174 w 204"/>
                <a:gd name="T13" fmla="*/ 502 h 434"/>
                <a:gd name="T14" fmla="*/ 196 w 204"/>
                <a:gd name="T15" fmla="*/ 523 h 434"/>
                <a:gd name="T16" fmla="*/ 246 w 204"/>
                <a:gd name="T17" fmla="*/ 514 h 434"/>
                <a:gd name="T18" fmla="*/ 200 w 204"/>
                <a:gd name="T19" fmla="*/ 506 h 434"/>
                <a:gd name="T20" fmla="*/ 145 w 204"/>
                <a:gd name="T21" fmla="*/ 434 h 434"/>
                <a:gd name="T22" fmla="*/ 95 w 204"/>
                <a:gd name="T23" fmla="*/ 355 h 434"/>
                <a:gd name="T24" fmla="*/ 52 w 204"/>
                <a:gd name="T25" fmla="*/ 278 h 434"/>
                <a:gd name="T26" fmla="*/ 21 w 204"/>
                <a:gd name="T27" fmla="*/ 141 h 434"/>
                <a:gd name="T28" fmla="*/ 23 w 204"/>
                <a:gd name="T29" fmla="*/ 67 h 434"/>
                <a:gd name="T30" fmla="*/ 23 w 204"/>
                <a:gd name="T31" fmla="*/ 33 h 434"/>
                <a:gd name="T32" fmla="*/ 23 w 204"/>
                <a:gd name="T33" fmla="*/ 2 h 434"/>
                <a:gd name="T34" fmla="*/ 22 w 204"/>
                <a:gd name="T35" fmla="*/ 0 h 434"/>
                <a:gd name="T36" fmla="*/ 18 w 204"/>
                <a:gd name="T37" fmla="*/ 22 h 434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204" h="434">
                  <a:moveTo>
                    <a:pt x="10" y="47"/>
                  </a:moveTo>
                  <a:cubicBezTo>
                    <a:pt x="9" y="73"/>
                    <a:pt x="5" y="100"/>
                    <a:pt x="3" y="126"/>
                  </a:cubicBezTo>
                  <a:cubicBezTo>
                    <a:pt x="0" y="158"/>
                    <a:pt x="12" y="194"/>
                    <a:pt x="21" y="225"/>
                  </a:cubicBezTo>
                  <a:cubicBezTo>
                    <a:pt x="26" y="241"/>
                    <a:pt x="31" y="259"/>
                    <a:pt x="38" y="274"/>
                  </a:cubicBezTo>
                  <a:cubicBezTo>
                    <a:pt x="45" y="288"/>
                    <a:pt x="56" y="302"/>
                    <a:pt x="65" y="315"/>
                  </a:cubicBezTo>
                  <a:cubicBezTo>
                    <a:pt x="83" y="340"/>
                    <a:pt x="103" y="366"/>
                    <a:pt x="123" y="390"/>
                  </a:cubicBezTo>
                  <a:cubicBezTo>
                    <a:pt x="130" y="398"/>
                    <a:pt x="138" y="406"/>
                    <a:pt x="145" y="412"/>
                  </a:cubicBezTo>
                  <a:cubicBezTo>
                    <a:pt x="151" y="416"/>
                    <a:pt x="157" y="424"/>
                    <a:pt x="163" y="427"/>
                  </a:cubicBezTo>
                  <a:cubicBezTo>
                    <a:pt x="175" y="434"/>
                    <a:pt x="192" y="423"/>
                    <a:pt x="204" y="421"/>
                  </a:cubicBezTo>
                  <a:cubicBezTo>
                    <a:pt x="191" y="419"/>
                    <a:pt x="177" y="420"/>
                    <a:pt x="166" y="413"/>
                  </a:cubicBezTo>
                  <a:cubicBezTo>
                    <a:pt x="146" y="400"/>
                    <a:pt x="132" y="375"/>
                    <a:pt x="120" y="355"/>
                  </a:cubicBezTo>
                  <a:cubicBezTo>
                    <a:pt x="107" y="333"/>
                    <a:pt x="91" y="313"/>
                    <a:pt x="79" y="291"/>
                  </a:cubicBezTo>
                  <a:cubicBezTo>
                    <a:pt x="68" y="269"/>
                    <a:pt x="54" y="248"/>
                    <a:pt x="43" y="227"/>
                  </a:cubicBezTo>
                  <a:cubicBezTo>
                    <a:pt x="26" y="194"/>
                    <a:pt x="14" y="151"/>
                    <a:pt x="18" y="115"/>
                  </a:cubicBezTo>
                  <a:cubicBezTo>
                    <a:pt x="20" y="95"/>
                    <a:pt x="21" y="76"/>
                    <a:pt x="20" y="55"/>
                  </a:cubicBezTo>
                  <a:cubicBezTo>
                    <a:pt x="19" y="46"/>
                    <a:pt x="19" y="36"/>
                    <a:pt x="20" y="27"/>
                  </a:cubicBezTo>
                  <a:cubicBezTo>
                    <a:pt x="20" y="22"/>
                    <a:pt x="23" y="5"/>
                    <a:pt x="20" y="2"/>
                  </a:cubicBezTo>
                  <a:cubicBezTo>
                    <a:pt x="20" y="1"/>
                    <a:pt x="19" y="1"/>
                    <a:pt x="19" y="0"/>
                  </a:cubicBezTo>
                  <a:cubicBezTo>
                    <a:pt x="17" y="5"/>
                    <a:pt x="16" y="18"/>
                    <a:pt x="15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6184" name="Freeform 727">
              <a:extLst>
                <a:ext uri="{FF2B5EF4-FFF2-40B4-BE49-F238E27FC236}">
                  <a16:creationId xmlns:a16="http://schemas.microsoft.com/office/drawing/2014/main" id="{2DA625D1-7AC4-4AAA-938D-7944CD97EA5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5" y="3116"/>
              <a:ext cx="182" cy="50"/>
            </a:xfrm>
            <a:custGeom>
              <a:avLst/>
              <a:gdLst>
                <a:gd name="T0" fmla="*/ 209 w 170"/>
                <a:gd name="T1" fmla="*/ 0 h 47"/>
                <a:gd name="T2" fmla="*/ 157 w 170"/>
                <a:gd name="T3" fmla="*/ 21 h 47"/>
                <a:gd name="T4" fmla="*/ 102 w 170"/>
                <a:gd name="T5" fmla="*/ 38 h 47"/>
                <a:gd name="T6" fmla="*/ 0 w 170"/>
                <a:gd name="T7" fmla="*/ 37 h 47"/>
                <a:gd name="T8" fmla="*/ 108 w 170"/>
                <a:gd name="T9" fmla="*/ 47 h 47"/>
                <a:gd name="T10" fmla="*/ 164 w 170"/>
                <a:gd name="T11" fmla="*/ 37 h 47"/>
                <a:gd name="T12" fmla="*/ 207 w 170"/>
                <a:gd name="T13" fmla="*/ 6 h 4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0" h="47">
                  <a:moveTo>
                    <a:pt x="170" y="0"/>
                  </a:moveTo>
                  <a:cubicBezTo>
                    <a:pt x="157" y="6"/>
                    <a:pt x="142" y="11"/>
                    <a:pt x="128" y="18"/>
                  </a:cubicBezTo>
                  <a:cubicBezTo>
                    <a:pt x="114" y="25"/>
                    <a:pt x="98" y="28"/>
                    <a:pt x="83" y="32"/>
                  </a:cubicBezTo>
                  <a:cubicBezTo>
                    <a:pt x="54" y="41"/>
                    <a:pt x="29" y="36"/>
                    <a:pt x="0" y="31"/>
                  </a:cubicBezTo>
                  <a:cubicBezTo>
                    <a:pt x="27" y="47"/>
                    <a:pt x="58" y="39"/>
                    <a:pt x="88" y="39"/>
                  </a:cubicBezTo>
                  <a:cubicBezTo>
                    <a:pt x="104" y="39"/>
                    <a:pt x="120" y="39"/>
                    <a:pt x="134" y="31"/>
                  </a:cubicBezTo>
                  <a:cubicBezTo>
                    <a:pt x="145" y="24"/>
                    <a:pt x="157" y="14"/>
                    <a:pt x="168" y="6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6185" name="Freeform 728">
              <a:extLst>
                <a:ext uri="{FF2B5EF4-FFF2-40B4-BE49-F238E27FC236}">
                  <a16:creationId xmlns:a16="http://schemas.microsoft.com/office/drawing/2014/main" id="{D53DCDB1-483D-4FC6-8FE3-DB88A368F8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4" y="3825"/>
              <a:ext cx="106" cy="21"/>
            </a:xfrm>
            <a:custGeom>
              <a:avLst/>
              <a:gdLst>
                <a:gd name="T0" fmla="*/ 119 w 100"/>
                <a:gd name="T1" fmla="*/ 8 h 20"/>
                <a:gd name="T2" fmla="*/ 58 w 100"/>
                <a:gd name="T3" fmla="*/ 4 h 20"/>
                <a:gd name="T4" fmla="*/ 32 w 100"/>
                <a:gd name="T5" fmla="*/ 14 h 20"/>
                <a:gd name="T6" fmla="*/ 0 w 100"/>
                <a:gd name="T7" fmla="*/ 23 h 20"/>
                <a:gd name="T8" fmla="*/ 27 w 100"/>
                <a:gd name="T9" fmla="*/ 16 h 20"/>
                <a:gd name="T10" fmla="*/ 56 w 100"/>
                <a:gd name="T11" fmla="*/ 18 h 20"/>
                <a:gd name="T12" fmla="*/ 83 w 100"/>
                <a:gd name="T13" fmla="*/ 15 h 20"/>
                <a:gd name="T14" fmla="*/ 117 w 100"/>
                <a:gd name="T15" fmla="*/ 8 h 2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0" h="20">
                  <a:moveTo>
                    <a:pt x="100" y="8"/>
                  </a:moveTo>
                  <a:cubicBezTo>
                    <a:pt x="82" y="8"/>
                    <a:pt x="66" y="0"/>
                    <a:pt x="49" y="4"/>
                  </a:cubicBezTo>
                  <a:cubicBezTo>
                    <a:pt x="41" y="5"/>
                    <a:pt x="34" y="10"/>
                    <a:pt x="26" y="11"/>
                  </a:cubicBezTo>
                  <a:cubicBezTo>
                    <a:pt x="14" y="12"/>
                    <a:pt x="10" y="10"/>
                    <a:pt x="0" y="20"/>
                  </a:cubicBezTo>
                  <a:cubicBezTo>
                    <a:pt x="7" y="17"/>
                    <a:pt x="15" y="13"/>
                    <a:pt x="23" y="13"/>
                  </a:cubicBezTo>
                  <a:cubicBezTo>
                    <a:pt x="31" y="13"/>
                    <a:pt x="37" y="17"/>
                    <a:pt x="47" y="15"/>
                  </a:cubicBezTo>
                  <a:cubicBezTo>
                    <a:pt x="55" y="14"/>
                    <a:pt x="61" y="11"/>
                    <a:pt x="70" y="12"/>
                  </a:cubicBezTo>
                  <a:cubicBezTo>
                    <a:pt x="80" y="13"/>
                    <a:pt x="90" y="17"/>
                    <a:pt x="98" y="8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6186" name="Freeform 729">
              <a:extLst>
                <a:ext uri="{FF2B5EF4-FFF2-40B4-BE49-F238E27FC236}">
                  <a16:creationId xmlns:a16="http://schemas.microsoft.com/office/drawing/2014/main" id="{90750217-0495-454A-AA29-5F7126EE032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5" y="2999"/>
              <a:ext cx="179" cy="44"/>
            </a:xfrm>
            <a:custGeom>
              <a:avLst/>
              <a:gdLst>
                <a:gd name="T0" fmla="*/ 0 w 167"/>
                <a:gd name="T1" fmla="*/ 46 h 42"/>
                <a:gd name="T2" fmla="*/ 123 w 167"/>
                <a:gd name="T3" fmla="*/ 21 h 42"/>
                <a:gd name="T4" fmla="*/ 206 w 167"/>
                <a:gd name="T5" fmla="*/ 46 h 42"/>
                <a:gd name="T6" fmla="*/ 103 w 167"/>
                <a:gd name="T7" fmla="*/ 8 h 42"/>
                <a:gd name="T8" fmla="*/ 4 w 167"/>
                <a:gd name="T9" fmla="*/ 48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7" h="42">
                  <a:moveTo>
                    <a:pt x="0" y="40"/>
                  </a:moveTo>
                  <a:cubicBezTo>
                    <a:pt x="32" y="38"/>
                    <a:pt x="65" y="18"/>
                    <a:pt x="100" y="18"/>
                  </a:cubicBezTo>
                  <a:cubicBezTo>
                    <a:pt x="125" y="18"/>
                    <a:pt x="145" y="30"/>
                    <a:pt x="167" y="40"/>
                  </a:cubicBezTo>
                  <a:cubicBezTo>
                    <a:pt x="147" y="13"/>
                    <a:pt x="114" y="0"/>
                    <a:pt x="84" y="8"/>
                  </a:cubicBezTo>
                  <a:cubicBezTo>
                    <a:pt x="58" y="15"/>
                    <a:pt x="24" y="22"/>
                    <a:pt x="4" y="42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6187" name="Freeform 730">
              <a:extLst>
                <a:ext uri="{FF2B5EF4-FFF2-40B4-BE49-F238E27FC236}">
                  <a16:creationId xmlns:a16="http://schemas.microsoft.com/office/drawing/2014/main" id="{59A9933E-64BE-4AC3-A1D7-2760EED9B00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1" y="1664"/>
              <a:ext cx="34" cy="96"/>
            </a:xfrm>
            <a:custGeom>
              <a:avLst/>
              <a:gdLst>
                <a:gd name="T0" fmla="*/ 12 w 32"/>
                <a:gd name="T1" fmla="*/ 0 h 90"/>
                <a:gd name="T2" fmla="*/ 2 w 32"/>
                <a:gd name="T3" fmla="*/ 54 h 90"/>
                <a:gd name="T4" fmla="*/ 15 w 32"/>
                <a:gd name="T5" fmla="*/ 109 h 90"/>
                <a:gd name="T6" fmla="*/ 38 w 32"/>
                <a:gd name="T7" fmla="*/ 54 h 90"/>
                <a:gd name="T8" fmla="*/ 38 w 32"/>
                <a:gd name="T9" fmla="*/ 54 h 90"/>
                <a:gd name="T10" fmla="*/ 12 w 32"/>
                <a:gd name="T11" fmla="*/ 3 h 9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2" h="90">
                  <a:moveTo>
                    <a:pt x="9" y="0"/>
                  </a:moveTo>
                  <a:cubicBezTo>
                    <a:pt x="3" y="13"/>
                    <a:pt x="0" y="31"/>
                    <a:pt x="2" y="45"/>
                  </a:cubicBezTo>
                  <a:cubicBezTo>
                    <a:pt x="3" y="56"/>
                    <a:pt x="7" y="83"/>
                    <a:pt x="12" y="90"/>
                  </a:cubicBezTo>
                  <a:cubicBezTo>
                    <a:pt x="16" y="80"/>
                    <a:pt x="9" y="36"/>
                    <a:pt x="32" y="45"/>
                  </a:cubicBezTo>
                  <a:cubicBezTo>
                    <a:pt x="32" y="46"/>
                    <a:pt x="32" y="46"/>
                    <a:pt x="32" y="45"/>
                  </a:cubicBezTo>
                  <a:cubicBezTo>
                    <a:pt x="29" y="33"/>
                    <a:pt x="18" y="11"/>
                    <a:pt x="9" y="3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6188" name="Freeform 731">
              <a:extLst>
                <a:ext uri="{FF2B5EF4-FFF2-40B4-BE49-F238E27FC236}">
                  <a16:creationId xmlns:a16="http://schemas.microsoft.com/office/drawing/2014/main" id="{8D8EB882-0D09-408F-AB43-EA736095630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8" y="1577"/>
              <a:ext cx="109" cy="154"/>
            </a:xfrm>
            <a:custGeom>
              <a:avLst/>
              <a:gdLst>
                <a:gd name="T0" fmla="*/ 124 w 102"/>
                <a:gd name="T1" fmla="*/ 0 h 144"/>
                <a:gd name="T2" fmla="*/ 66 w 102"/>
                <a:gd name="T3" fmla="*/ 17 h 144"/>
                <a:gd name="T4" fmla="*/ 36 w 102"/>
                <a:gd name="T5" fmla="*/ 17 h 144"/>
                <a:gd name="T6" fmla="*/ 18 w 102"/>
                <a:gd name="T7" fmla="*/ 40 h 144"/>
                <a:gd name="T8" fmla="*/ 4 w 102"/>
                <a:gd name="T9" fmla="*/ 70 h 144"/>
                <a:gd name="T10" fmla="*/ 12 w 102"/>
                <a:gd name="T11" fmla="*/ 103 h 144"/>
                <a:gd name="T12" fmla="*/ 48 w 102"/>
                <a:gd name="T13" fmla="*/ 171 h 144"/>
                <a:gd name="T14" fmla="*/ 51 w 102"/>
                <a:gd name="T15" fmla="*/ 176 h 144"/>
                <a:gd name="T16" fmla="*/ 32 w 102"/>
                <a:gd name="T17" fmla="*/ 109 h 144"/>
                <a:gd name="T18" fmla="*/ 26 w 102"/>
                <a:gd name="T19" fmla="*/ 68 h 144"/>
                <a:gd name="T20" fmla="*/ 91 w 102"/>
                <a:gd name="T21" fmla="*/ 78 h 144"/>
                <a:gd name="T22" fmla="*/ 57 w 102"/>
                <a:gd name="T23" fmla="*/ 40 h 144"/>
                <a:gd name="T24" fmla="*/ 93 w 102"/>
                <a:gd name="T25" fmla="*/ 29 h 144"/>
                <a:gd name="T26" fmla="*/ 121 w 102"/>
                <a:gd name="T27" fmla="*/ 4 h 144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02" h="144">
                  <a:moveTo>
                    <a:pt x="102" y="0"/>
                  </a:moveTo>
                  <a:cubicBezTo>
                    <a:pt x="88" y="9"/>
                    <a:pt x="70" y="12"/>
                    <a:pt x="54" y="14"/>
                  </a:cubicBezTo>
                  <a:cubicBezTo>
                    <a:pt x="47" y="15"/>
                    <a:pt x="35" y="12"/>
                    <a:pt x="30" y="14"/>
                  </a:cubicBezTo>
                  <a:cubicBezTo>
                    <a:pt x="19" y="16"/>
                    <a:pt x="19" y="25"/>
                    <a:pt x="15" y="33"/>
                  </a:cubicBezTo>
                  <a:cubicBezTo>
                    <a:pt x="12" y="41"/>
                    <a:pt x="7" y="49"/>
                    <a:pt x="4" y="57"/>
                  </a:cubicBezTo>
                  <a:cubicBezTo>
                    <a:pt x="0" y="67"/>
                    <a:pt x="4" y="75"/>
                    <a:pt x="9" y="84"/>
                  </a:cubicBezTo>
                  <a:cubicBezTo>
                    <a:pt x="19" y="102"/>
                    <a:pt x="28" y="122"/>
                    <a:pt x="39" y="140"/>
                  </a:cubicBezTo>
                  <a:cubicBezTo>
                    <a:pt x="40" y="141"/>
                    <a:pt x="41" y="143"/>
                    <a:pt x="42" y="144"/>
                  </a:cubicBezTo>
                  <a:cubicBezTo>
                    <a:pt x="37" y="125"/>
                    <a:pt x="31" y="107"/>
                    <a:pt x="26" y="89"/>
                  </a:cubicBezTo>
                  <a:cubicBezTo>
                    <a:pt x="23" y="81"/>
                    <a:pt x="18" y="64"/>
                    <a:pt x="21" y="56"/>
                  </a:cubicBezTo>
                  <a:cubicBezTo>
                    <a:pt x="28" y="35"/>
                    <a:pt x="64" y="56"/>
                    <a:pt x="75" y="64"/>
                  </a:cubicBezTo>
                  <a:cubicBezTo>
                    <a:pt x="67" y="57"/>
                    <a:pt x="37" y="47"/>
                    <a:pt x="47" y="33"/>
                  </a:cubicBezTo>
                  <a:cubicBezTo>
                    <a:pt x="53" y="25"/>
                    <a:pt x="68" y="26"/>
                    <a:pt x="76" y="23"/>
                  </a:cubicBezTo>
                  <a:cubicBezTo>
                    <a:pt x="85" y="19"/>
                    <a:pt x="92" y="11"/>
                    <a:pt x="99" y="4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6189" name="Freeform 732">
              <a:extLst>
                <a:ext uri="{FF2B5EF4-FFF2-40B4-BE49-F238E27FC236}">
                  <a16:creationId xmlns:a16="http://schemas.microsoft.com/office/drawing/2014/main" id="{EFB65B02-BDF2-4D82-81A9-4FE4067930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0" y="1502"/>
              <a:ext cx="71" cy="79"/>
            </a:xfrm>
            <a:custGeom>
              <a:avLst/>
              <a:gdLst>
                <a:gd name="T0" fmla="*/ 0 w 66"/>
                <a:gd name="T1" fmla="*/ 0 h 74"/>
                <a:gd name="T2" fmla="*/ 13 w 66"/>
                <a:gd name="T3" fmla="*/ 46 h 74"/>
                <a:gd name="T4" fmla="*/ 10 w 66"/>
                <a:gd name="T5" fmla="*/ 90 h 74"/>
                <a:gd name="T6" fmla="*/ 45 w 66"/>
                <a:gd name="T7" fmla="*/ 78 h 74"/>
                <a:gd name="T8" fmla="*/ 82 w 66"/>
                <a:gd name="T9" fmla="*/ 68 h 74"/>
                <a:gd name="T10" fmla="*/ 30 w 66"/>
                <a:gd name="T11" fmla="*/ 65 h 74"/>
                <a:gd name="T12" fmla="*/ 5 w 66"/>
                <a:gd name="T13" fmla="*/ 6 h 7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6" h="74">
                  <a:moveTo>
                    <a:pt x="0" y="0"/>
                  </a:moveTo>
                  <a:cubicBezTo>
                    <a:pt x="4" y="12"/>
                    <a:pt x="9" y="24"/>
                    <a:pt x="10" y="37"/>
                  </a:cubicBezTo>
                  <a:cubicBezTo>
                    <a:pt x="10" y="49"/>
                    <a:pt x="4" y="63"/>
                    <a:pt x="7" y="74"/>
                  </a:cubicBezTo>
                  <a:cubicBezTo>
                    <a:pt x="18" y="70"/>
                    <a:pt x="23" y="63"/>
                    <a:pt x="36" y="64"/>
                  </a:cubicBezTo>
                  <a:cubicBezTo>
                    <a:pt x="48" y="64"/>
                    <a:pt x="57" y="65"/>
                    <a:pt x="66" y="56"/>
                  </a:cubicBezTo>
                  <a:cubicBezTo>
                    <a:pt x="55" y="59"/>
                    <a:pt x="33" y="60"/>
                    <a:pt x="24" y="53"/>
                  </a:cubicBezTo>
                  <a:cubicBezTo>
                    <a:pt x="13" y="44"/>
                    <a:pt x="12" y="19"/>
                    <a:pt x="5" y="6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6190" name="Freeform 733">
              <a:extLst>
                <a:ext uri="{FF2B5EF4-FFF2-40B4-BE49-F238E27FC236}">
                  <a16:creationId xmlns:a16="http://schemas.microsoft.com/office/drawing/2014/main" id="{FA3D0F44-047C-4420-A546-75AC642ED5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1" y="1898"/>
              <a:ext cx="79" cy="166"/>
            </a:xfrm>
            <a:custGeom>
              <a:avLst/>
              <a:gdLst>
                <a:gd name="T0" fmla="*/ 90 w 74"/>
                <a:gd name="T1" fmla="*/ 0 h 156"/>
                <a:gd name="T2" fmla="*/ 0 w 74"/>
                <a:gd name="T3" fmla="*/ 6 h 156"/>
                <a:gd name="T4" fmla="*/ 34 w 74"/>
                <a:gd name="T5" fmla="*/ 72 h 156"/>
                <a:gd name="T6" fmla="*/ 36 w 74"/>
                <a:gd name="T7" fmla="*/ 126 h 156"/>
                <a:gd name="T8" fmla="*/ 43 w 74"/>
                <a:gd name="T9" fmla="*/ 188 h 156"/>
                <a:gd name="T10" fmla="*/ 46 w 74"/>
                <a:gd name="T11" fmla="*/ 57 h 156"/>
                <a:gd name="T12" fmla="*/ 52 w 74"/>
                <a:gd name="T13" fmla="*/ 30 h 156"/>
                <a:gd name="T14" fmla="*/ 79 w 74"/>
                <a:gd name="T15" fmla="*/ 13 h 15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4" h="156">
                  <a:moveTo>
                    <a:pt x="74" y="0"/>
                  </a:moveTo>
                  <a:cubicBezTo>
                    <a:pt x="61" y="13"/>
                    <a:pt x="16" y="15"/>
                    <a:pt x="0" y="6"/>
                  </a:cubicBezTo>
                  <a:cubicBezTo>
                    <a:pt x="17" y="20"/>
                    <a:pt x="27" y="38"/>
                    <a:pt x="28" y="60"/>
                  </a:cubicBezTo>
                  <a:cubicBezTo>
                    <a:pt x="29" y="74"/>
                    <a:pt x="29" y="89"/>
                    <a:pt x="30" y="104"/>
                  </a:cubicBezTo>
                  <a:cubicBezTo>
                    <a:pt x="31" y="121"/>
                    <a:pt x="36" y="138"/>
                    <a:pt x="35" y="156"/>
                  </a:cubicBezTo>
                  <a:cubicBezTo>
                    <a:pt x="43" y="120"/>
                    <a:pt x="40" y="84"/>
                    <a:pt x="37" y="48"/>
                  </a:cubicBezTo>
                  <a:cubicBezTo>
                    <a:pt x="36" y="39"/>
                    <a:pt x="36" y="31"/>
                    <a:pt x="43" y="24"/>
                  </a:cubicBezTo>
                  <a:cubicBezTo>
                    <a:pt x="49" y="18"/>
                    <a:pt x="64" y="17"/>
                    <a:pt x="65" y="1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6191" name="Freeform 734">
              <a:extLst>
                <a:ext uri="{FF2B5EF4-FFF2-40B4-BE49-F238E27FC236}">
                  <a16:creationId xmlns:a16="http://schemas.microsoft.com/office/drawing/2014/main" id="{FA11A2BF-86AF-4D2A-BA8F-D1ABA9F1D1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2" y="2133"/>
              <a:ext cx="139" cy="152"/>
            </a:xfrm>
            <a:custGeom>
              <a:avLst/>
              <a:gdLst>
                <a:gd name="T0" fmla="*/ 0 w 130"/>
                <a:gd name="T1" fmla="*/ 1 h 142"/>
                <a:gd name="T2" fmla="*/ 7 w 130"/>
                <a:gd name="T3" fmla="*/ 34 h 142"/>
                <a:gd name="T4" fmla="*/ 28 w 130"/>
                <a:gd name="T5" fmla="*/ 56 h 142"/>
                <a:gd name="T6" fmla="*/ 66 w 130"/>
                <a:gd name="T7" fmla="*/ 100 h 142"/>
                <a:gd name="T8" fmla="*/ 78 w 130"/>
                <a:gd name="T9" fmla="*/ 137 h 142"/>
                <a:gd name="T10" fmla="*/ 95 w 130"/>
                <a:gd name="T11" fmla="*/ 174 h 142"/>
                <a:gd name="T12" fmla="*/ 159 w 130"/>
                <a:gd name="T13" fmla="*/ 115 h 142"/>
                <a:gd name="T14" fmla="*/ 80 w 130"/>
                <a:gd name="T15" fmla="*/ 125 h 142"/>
                <a:gd name="T16" fmla="*/ 93 w 130"/>
                <a:gd name="T17" fmla="*/ 79 h 142"/>
                <a:gd name="T18" fmla="*/ 125 w 130"/>
                <a:gd name="T19" fmla="*/ 54 h 142"/>
                <a:gd name="T20" fmla="*/ 43 w 130"/>
                <a:gd name="T21" fmla="*/ 67 h 142"/>
                <a:gd name="T22" fmla="*/ 19 w 130"/>
                <a:gd name="T23" fmla="*/ 31 h 142"/>
                <a:gd name="T24" fmla="*/ 3 w 130"/>
                <a:gd name="T25" fmla="*/ 0 h 14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30" h="142">
                  <a:moveTo>
                    <a:pt x="0" y="1"/>
                  </a:moveTo>
                  <a:cubicBezTo>
                    <a:pt x="2" y="10"/>
                    <a:pt x="2" y="19"/>
                    <a:pt x="7" y="28"/>
                  </a:cubicBezTo>
                  <a:cubicBezTo>
                    <a:pt x="10" y="35"/>
                    <a:pt x="16" y="40"/>
                    <a:pt x="22" y="46"/>
                  </a:cubicBezTo>
                  <a:cubicBezTo>
                    <a:pt x="32" y="56"/>
                    <a:pt x="48" y="69"/>
                    <a:pt x="54" y="81"/>
                  </a:cubicBezTo>
                  <a:cubicBezTo>
                    <a:pt x="58" y="93"/>
                    <a:pt x="57" y="102"/>
                    <a:pt x="64" y="112"/>
                  </a:cubicBezTo>
                  <a:cubicBezTo>
                    <a:pt x="72" y="122"/>
                    <a:pt x="78" y="128"/>
                    <a:pt x="78" y="142"/>
                  </a:cubicBezTo>
                  <a:cubicBezTo>
                    <a:pt x="81" y="113"/>
                    <a:pt x="112" y="108"/>
                    <a:pt x="130" y="93"/>
                  </a:cubicBezTo>
                  <a:cubicBezTo>
                    <a:pt x="116" y="97"/>
                    <a:pt x="79" y="123"/>
                    <a:pt x="65" y="102"/>
                  </a:cubicBezTo>
                  <a:cubicBezTo>
                    <a:pt x="59" y="92"/>
                    <a:pt x="69" y="72"/>
                    <a:pt x="76" y="64"/>
                  </a:cubicBezTo>
                  <a:cubicBezTo>
                    <a:pt x="83" y="57"/>
                    <a:pt x="96" y="52"/>
                    <a:pt x="102" y="44"/>
                  </a:cubicBezTo>
                  <a:cubicBezTo>
                    <a:pt x="81" y="55"/>
                    <a:pt x="57" y="84"/>
                    <a:pt x="35" y="55"/>
                  </a:cubicBezTo>
                  <a:cubicBezTo>
                    <a:pt x="28" y="46"/>
                    <a:pt x="22" y="35"/>
                    <a:pt x="16" y="25"/>
                  </a:cubicBezTo>
                  <a:cubicBezTo>
                    <a:pt x="12" y="18"/>
                    <a:pt x="2" y="8"/>
                    <a:pt x="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6192" name="Freeform 735">
              <a:extLst>
                <a:ext uri="{FF2B5EF4-FFF2-40B4-BE49-F238E27FC236}">
                  <a16:creationId xmlns:a16="http://schemas.microsoft.com/office/drawing/2014/main" id="{9603314F-102F-4774-97EA-AF555DDEA4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3" y="1937"/>
              <a:ext cx="36" cy="240"/>
            </a:xfrm>
            <a:custGeom>
              <a:avLst/>
              <a:gdLst>
                <a:gd name="T0" fmla="*/ 5 w 34"/>
                <a:gd name="T1" fmla="*/ 108 h 224"/>
                <a:gd name="T2" fmla="*/ 7 w 34"/>
                <a:gd name="T3" fmla="*/ 211 h 224"/>
                <a:gd name="T4" fmla="*/ 14 w 34"/>
                <a:gd name="T5" fmla="*/ 245 h 224"/>
                <a:gd name="T6" fmla="*/ 40 w 34"/>
                <a:gd name="T7" fmla="*/ 275 h 224"/>
                <a:gd name="T8" fmla="*/ 21 w 34"/>
                <a:gd name="T9" fmla="*/ 212 h 224"/>
                <a:gd name="T10" fmla="*/ 19 w 34"/>
                <a:gd name="T11" fmla="*/ 131 h 224"/>
                <a:gd name="T12" fmla="*/ 0 w 34"/>
                <a:gd name="T13" fmla="*/ 0 h 2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4" h="224">
                  <a:moveTo>
                    <a:pt x="5" y="88"/>
                  </a:moveTo>
                  <a:cubicBezTo>
                    <a:pt x="9" y="116"/>
                    <a:pt x="6" y="144"/>
                    <a:pt x="7" y="172"/>
                  </a:cubicBezTo>
                  <a:cubicBezTo>
                    <a:pt x="7" y="181"/>
                    <a:pt x="8" y="191"/>
                    <a:pt x="11" y="200"/>
                  </a:cubicBezTo>
                  <a:cubicBezTo>
                    <a:pt x="15" y="211"/>
                    <a:pt x="25" y="216"/>
                    <a:pt x="34" y="224"/>
                  </a:cubicBezTo>
                  <a:cubicBezTo>
                    <a:pt x="23" y="211"/>
                    <a:pt x="20" y="189"/>
                    <a:pt x="18" y="173"/>
                  </a:cubicBezTo>
                  <a:cubicBezTo>
                    <a:pt x="16" y="151"/>
                    <a:pt x="17" y="128"/>
                    <a:pt x="16" y="106"/>
                  </a:cubicBezTo>
                  <a:cubicBezTo>
                    <a:pt x="13" y="70"/>
                    <a:pt x="14" y="34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6193" name="Freeform 736">
              <a:extLst>
                <a:ext uri="{FF2B5EF4-FFF2-40B4-BE49-F238E27FC236}">
                  <a16:creationId xmlns:a16="http://schemas.microsoft.com/office/drawing/2014/main" id="{696D3EFE-F44A-49EB-A6E1-98697D5277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2" y="2305"/>
              <a:ext cx="50" cy="160"/>
            </a:xfrm>
            <a:custGeom>
              <a:avLst/>
              <a:gdLst>
                <a:gd name="T0" fmla="*/ 23 w 47"/>
                <a:gd name="T1" fmla="*/ 0 h 150"/>
                <a:gd name="T2" fmla="*/ 23 w 47"/>
                <a:gd name="T3" fmla="*/ 86 h 150"/>
                <a:gd name="T4" fmla="*/ 35 w 47"/>
                <a:gd name="T5" fmla="*/ 178 h 150"/>
                <a:gd name="T6" fmla="*/ 56 w 47"/>
                <a:gd name="T7" fmla="*/ 182 h 150"/>
                <a:gd name="T8" fmla="*/ 40 w 47"/>
                <a:gd name="T9" fmla="*/ 134 h 150"/>
                <a:gd name="T10" fmla="*/ 35 w 47"/>
                <a:gd name="T11" fmla="*/ 84 h 150"/>
                <a:gd name="T12" fmla="*/ 23 w 47"/>
                <a:gd name="T13" fmla="*/ 36 h 150"/>
                <a:gd name="T14" fmla="*/ 22 w 47"/>
                <a:gd name="T15" fmla="*/ 0 h 15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7" h="150">
                  <a:moveTo>
                    <a:pt x="20" y="0"/>
                  </a:moveTo>
                  <a:cubicBezTo>
                    <a:pt x="0" y="15"/>
                    <a:pt x="16" y="52"/>
                    <a:pt x="20" y="71"/>
                  </a:cubicBezTo>
                  <a:cubicBezTo>
                    <a:pt x="25" y="96"/>
                    <a:pt x="28" y="121"/>
                    <a:pt x="29" y="147"/>
                  </a:cubicBezTo>
                  <a:cubicBezTo>
                    <a:pt x="35" y="144"/>
                    <a:pt x="41" y="149"/>
                    <a:pt x="47" y="150"/>
                  </a:cubicBezTo>
                  <a:cubicBezTo>
                    <a:pt x="40" y="143"/>
                    <a:pt x="36" y="122"/>
                    <a:pt x="34" y="111"/>
                  </a:cubicBezTo>
                  <a:cubicBezTo>
                    <a:pt x="32" y="97"/>
                    <a:pt x="32" y="83"/>
                    <a:pt x="29" y="69"/>
                  </a:cubicBezTo>
                  <a:cubicBezTo>
                    <a:pt x="27" y="55"/>
                    <a:pt x="22" y="43"/>
                    <a:pt x="20" y="30"/>
                  </a:cubicBezTo>
                  <a:cubicBezTo>
                    <a:pt x="18" y="20"/>
                    <a:pt x="19" y="10"/>
                    <a:pt x="1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6194" name="Freeform 737">
              <a:extLst>
                <a:ext uri="{FF2B5EF4-FFF2-40B4-BE49-F238E27FC236}">
                  <a16:creationId xmlns:a16="http://schemas.microsoft.com/office/drawing/2014/main" id="{45AA3B06-903A-4B49-9D80-2776287DAF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4" y="2404"/>
              <a:ext cx="50" cy="139"/>
            </a:xfrm>
            <a:custGeom>
              <a:avLst/>
              <a:gdLst>
                <a:gd name="T0" fmla="*/ 20 w 47"/>
                <a:gd name="T1" fmla="*/ 0 h 130"/>
                <a:gd name="T2" fmla="*/ 23 w 47"/>
                <a:gd name="T3" fmla="*/ 21 h 130"/>
                <a:gd name="T4" fmla="*/ 34 w 47"/>
                <a:gd name="T5" fmla="*/ 40 h 130"/>
                <a:gd name="T6" fmla="*/ 35 w 47"/>
                <a:gd name="T7" fmla="*/ 76 h 130"/>
                <a:gd name="T8" fmla="*/ 20 w 47"/>
                <a:gd name="T9" fmla="*/ 117 h 130"/>
                <a:gd name="T10" fmla="*/ 0 w 47"/>
                <a:gd name="T11" fmla="*/ 159 h 130"/>
                <a:gd name="T12" fmla="*/ 11 w 47"/>
                <a:gd name="T13" fmla="*/ 139 h 130"/>
                <a:gd name="T14" fmla="*/ 28 w 47"/>
                <a:gd name="T15" fmla="*/ 122 h 130"/>
                <a:gd name="T16" fmla="*/ 49 w 47"/>
                <a:gd name="T17" fmla="*/ 70 h 130"/>
                <a:gd name="T18" fmla="*/ 54 w 47"/>
                <a:gd name="T19" fmla="*/ 49 h 130"/>
                <a:gd name="T20" fmla="*/ 49 w 47"/>
                <a:gd name="T21" fmla="*/ 40 h 130"/>
                <a:gd name="T22" fmla="*/ 22 w 47"/>
                <a:gd name="T23" fmla="*/ 1 h 13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7" h="130">
                  <a:moveTo>
                    <a:pt x="17" y="0"/>
                  </a:moveTo>
                  <a:cubicBezTo>
                    <a:pt x="19" y="6"/>
                    <a:pt x="18" y="12"/>
                    <a:pt x="20" y="18"/>
                  </a:cubicBezTo>
                  <a:cubicBezTo>
                    <a:pt x="22" y="24"/>
                    <a:pt x="25" y="28"/>
                    <a:pt x="28" y="33"/>
                  </a:cubicBezTo>
                  <a:cubicBezTo>
                    <a:pt x="34" y="43"/>
                    <a:pt x="30" y="51"/>
                    <a:pt x="29" y="62"/>
                  </a:cubicBezTo>
                  <a:cubicBezTo>
                    <a:pt x="28" y="77"/>
                    <a:pt x="27" y="85"/>
                    <a:pt x="17" y="95"/>
                  </a:cubicBezTo>
                  <a:cubicBezTo>
                    <a:pt x="8" y="104"/>
                    <a:pt x="1" y="117"/>
                    <a:pt x="0" y="130"/>
                  </a:cubicBezTo>
                  <a:cubicBezTo>
                    <a:pt x="3" y="126"/>
                    <a:pt x="5" y="118"/>
                    <a:pt x="8" y="114"/>
                  </a:cubicBezTo>
                  <a:cubicBezTo>
                    <a:pt x="12" y="109"/>
                    <a:pt x="18" y="104"/>
                    <a:pt x="23" y="100"/>
                  </a:cubicBezTo>
                  <a:cubicBezTo>
                    <a:pt x="39" y="88"/>
                    <a:pt x="39" y="77"/>
                    <a:pt x="40" y="57"/>
                  </a:cubicBezTo>
                  <a:cubicBezTo>
                    <a:pt x="41" y="50"/>
                    <a:pt x="44" y="46"/>
                    <a:pt x="45" y="40"/>
                  </a:cubicBezTo>
                  <a:cubicBezTo>
                    <a:pt x="47" y="32"/>
                    <a:pt x="46" y="36"/>
                    <a:pt x="40" y="33"/>
                  </a:cubicBezTo>
                  <a:cubicBezTo>
                    <a:pt x="30" y="28"/>
                    <a:pt x="23" y="12"/>
                    <a:pt x="19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6195" name="Freeform 738">
              <a:extLst>
                <a:ext uri="{FF2B5EF4-FFF2-40B4-BE49-F238E27FC236}">
                  <a16:creationId xmlns:a16="http://schemas.microsoft.com/office/drawing/2014/main" id="{8DFF8E9B-80A9-4AFA-8E1E-4D31B2C836B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5" y="1958"/>
              <a:ext cx="85" cy="33"/>
            </a:xfrm>
            <a:custGeom>
              <a:avLst/>
              <a:gdLst>
                <a:gd name="T0" fmla="*/ 96 w 80"/>
                <a:gd name="T1" fmla="*/ 0 h 31"/>
                <a:gd name="T2" fmla="*/ 73 w 80"/>
                <a:gd name="T3" fmla="*/ 7 h 31"/>
                <a:gd name="T4" fmla="*/ 49 w 80"/>
                <a:gd name="T5" fmla="*/ 14 h 31"/>
                <a:gd name="T6" fmla="*/ 0 w 80"/>
                <a:gd name="T7" fmla="*/ 33 h 31"/>
                <a:gd name="T8" fmla="*/ 49 w 80"/>
                <a:gd name="T9" fmla="*/ 19 h 31"/>
                <a:gd name="T10" fmla="*/ 71 w 80"/>
                <a:gd name="T11" fmla="*/ 17 h 31"/>
                <a:gd name="T12" fmla="*/ 94 w 80"/>
                <a:gd name="T13" fmla="*/ 4 h 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0" h="31">
                  <a:moveTo>
                    <a:pt x="80" y="0"/>
                  </a:moveTo>
                  <a:cubicBezTo>
                    <a:pt x="74" y="0"/>
                    <a:pt x="68" y="6"/>
                    <a:pt x="61" y="7"/>
                  </a:cubicBezTo>
                  <a:cubicBezTo>
                    <a:pt x="54" y="9"/>
                    <a:pt x="47" y="8"/>
                    <a:pt x="40" y="11"/>
                  </a:cubicBezTo>
                  <a:cubicBezTo>
                    <a:pt x="27" y="15"/>
                    <a:pt x="12" y="20"/>
                    <a:pt x="0" y="27"/>
                  </a:cubicBezTo>
                  <a:cubicBezTo>
                    <a:pt x="13" y="31"/>
                    <a:pt x="28" y="21"/>
                    <a:pt x="40" y="16"/>
                  </a:cubicBezTo>
                  <a:cubicBezTo>
                    <a:pt x="46" y="14"/>
                    <a:pt x="53" y="15"/>
                    <a:pt x="59" y="14"/>
                  </a:cubicBezTo>
                  <a:cubicBezTo>
                    <a:pt x="69" y="13"/>
                    <a:pt x="72" y="9"/>
                    <a:pt x="78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6196" name="Freeform 739">
              <a:extLst>
                <a:ext uri="{FF2B5EF4-FFF2-40B4-BE49-F238E27FC236}">
                  <a16:creationId xmlns:a16="http://schemas.microsoft.com/office/drawing/2014/main" id="{E2D73D60-6F69-45B2-A811-891CEF843A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6" y="2209"/>
              <a:ext cx="167" cy="214"/>
            </a:xfrm>
            <a:custGeom>
              <a:avLst/>
              <a:gdLst>
                <a:gd name="T0" fmla="*/ 189 w 157"/>
                <a:gd name="T1" fmla="*/ 31 h 200"/>
                <a:gd name="T2" fmla="*/ 134 w 157"/>
                <a:gd name="T3" fmla="*/ 33 h 200"/>
                <a:gd name="T4" fmla="*/ 106 w 157"/>
                <a:gd name="T5" fmla="*/ 111 h 200"/>
                <a:gd name="T6" fmla="*/ 0 w 157"/>
                <a:gd name="T7" fmla="*/ 245 h 200"/>
                <a:gd name="T8" fmla="*/ 122 w 157"/>
                <a:gd name="T9" fmla="*/ 120 h 200"/>
                <a:gd name="T10" fmla="*/ 144 w 157"/>
                <a:gd name="T11" fmla="*/ 54 h 200"/>
                <a:gd name="T12" fmla="*/ 178 w 157"/>
                <a:gd name="T13" fmla="*/ 39 h 20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7" h="200">
                  <a:moveTo>
                    <a:pt x="157" y="25"/>
                  </a:moveTo>
                  <a:cubicBezTo>
                    <a:pt x="140" y="12"/>
                    <a:pt x="122" y="0"/>
                    <a:pt x="111" y="27"/>
                  </a:cubicBezTo>
                  <a:cubicBezTo>
                    <a:pt x="103" y="48"/>
                    <a:pt x="99" y="69"/>
                    <a:pt x="88" y="91"/>
                  </a:cubicBezTo>
                  <a:cubicBezTo>
                    <a:pt x="64" y="137"/>
                    <a:pt x="45" y="173"/>
                    <a:pt x="0" y="200"/>
                  </a:cubicBezTo>
                  <a:cubicBezTo>
                    <a:pt x="38" y="197"/>
                    <a:pt x="82" y="128"/>
                    <a:pt x="102" y="98"/>
                  </a:cubicBezTo>
                  <a:cubicBezTo>
                    <a:pt x="114" y="80"/>
                    <a:pt x="112" y="64"/>
                    <a:pt x="119" y="44"/>
                  </a:cubicBezTo>
                  <a:cubicBezTo>
                    <a:pt x="124" y="28"/>
                    <a:pt x="132" y="31"/>
                    <a:pt x="148" y="32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6197" name="Freeform 740">
              <a:extLst>
                <a:ext uri="{FF2B5EF4-FFF2-40B4-BE49-F238E27FC236}">
                  <a16:creationId xmlns:a16="http://schemas.microsoft.com/office/drawing/2014/main" id="{232BE2DE-B6EC-469C-A0E9-12BEDF65637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1" y="2305"/>
              <a:ext cx="141" cy="84"/>
            </a:xfrm>
            <a:custGeom>
              <a:avLst/>
              <a:gdLst>
                <a:gd name="T0" fmla="*/ 52 w 132"/>
                <a:gd name="T1" fmla="*/ 28 h 79"/>
                <a:gd name="T2" fmla="*/ 161 w 132"/>
                <a:gd name="T3" fmla="*/ 3 h 79"/>
                <a:gd name="T4" fmla="*/ 72 w 132"/>
                <a:gd name="T5" fmla="*/ 40 h 79"/>
                <a:gd name="T6" fmla="*/ 0 w 132"/>
                <a:gd name="T7" fmla="*/ 95 h 7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2" h="79">
                  <a:moveTo>
                    <a:pt x="43" y="23"/>
                  </a:moveTo>
                  <a:cubicBezTo>
                    <a:pt x="51" y="0"/>
                    <a:pt x="111" y="2"/>
                    <a:pt x="132" y="3"/>
                  </a:cubicBezTo>
                  <a:cubicBezTo>
                    <a:pt x="104" y="8"/>
                    <a:pt x="82" y="16"/>
                    <a:pt x="59" y="34"/>
                  </a:cubicBezTo>
                  <a:cubicBezTo>
                    <a:pt x="45" y="45"/>
                    <a:pt x="3" y="69"/>
                    <a:pt x="0" y="79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6198" name="Freeform 741">
              <a:extLst>
                <a:ext uri="{FF2B5EF4-FFF2-40B4-BE49-F238E27FC236}">
                  <a16:creationId xmlns:a16="http://schemas.microsoft.com/office/drawing/2014/main" id="{946E9FE5-7B37-4A4F-87A7-74614B71C7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0" y="3990"/>
              <a:ext cx="126" cy="87"/>
            </a:xfrm>
            <a:custGeom>
              <a:avLst/>
              <a:gdLst>
                <a:gd name="T0" fmla="*/ 144 w 118"/>
                <a:gd name="T1" fmla="*/ 69 h 81"/>
                <a:gd name="T2" fmla="*/ 114 w 118"/>
                <a:gd name="T3" fmla="*/ 98 h 81"/>
                <a:gd name="T4" fmla="*/ 78 w 118"/>
                <a:gd name="T5" fmla="*/ 85 h 81"/>
                <a:gd name="T6" fmla="*/ 57 w 118"/>
                <a:gd name="T7" fmla="*/ 61 h 81"/>
                <a:gd name="T8" fmla="*/ 35 w 118"/>
                <a:gd name="T9" fmla="*/ 45 h 81"/>
                <a:gd name="T10" fmla="*/ 18 w 118"/>
                <a:gd name="T11" fmla="*/ 18 h 81"/>
                <a:gd name="T12" fmla="*/ 0 w 118"/>
                <a:gd name="T13" fmla="*/ 0 h 81"/>
                <a:gd name="T14" fmla="*/ 36 w 118"/>
                <a:gd name="T15" fmla="*/ 33 h 81"/>
                <a:gd name="T16" fmla="*/ 54 w 118"/>
                <a:gd name="T17" fmla="*/ 46 h 81"/>
                <a:gd name="T18" fmla="*/ 66 w 118"/>
                <a:gd name="T19" fmla="*/ 60 h 81"/>
                <a:gd name="T20" fmla="*/ 104 w 118"/>
                <a:gd name="T21" fmla="*/ 89 h 81"/>
                <a:gd name="T22" fmla="*/ 141 w 118"/>
                <a:gd name="T23" fmla="*/ 71 h 81"/>
                <a:gd name="T24" fmla="*/ 142 w 118"/>
                <a:gd name="T25" fmla="*/ 69 h 8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18" h="81">
                  <a:moveTo>
                    <a:pt x="118" y="56"/>
                  </a:moveTo>
                  <a:cubicBezTo>
                    <a:pt x="118" y="68"/>
                    <a:pt x="104" y="77"/>
                    <a:pt x="94" y="79"/>
                  </a:cubicBezTo>
                  <a:cubicBezTo>
                    <a:pt x="83" y="81"/>
                    <a:pt x="71" y="77"/>
                    <a:pt x="64" y="69"/>
                  </a:cubicBezTo>
                  <a:cubicBezTo>
                    <a:pt x="58" y="63"/>
                    <a:pt x="52" y="56"/>
                    <a:pt x="47" y="49"/>
                  </a:cubicBezTo>
                  <a:cubicBezTo>
                    <a:pt x="41" y="42"/>
                    <a:pt x="36" y="41"/>
                    <a:pt x="29" y="36"/>
                  </a:cubicBezTo>
                  <a:cubicBezTo>
                    <a:pt x="22" y="31"/>
                    <a:pt x="20" y="22"/>
                    <a:pt x="15" y="15"/>
                  </a:cubicBezTo>
                  <a:cubicBezTo>
                    <a:pt x="11" y="10"/>
                    <a:pt x="5" y="4"/>
                    <a:pt x="0" y="0"/>
                  </a:cubicBezTo>
                  <a:cubicBezTo>
                    <a:pt x="12" y="4"/>
                    <a:pt x="21" y="18"/>
                    <a:pt x="30" y="27"/>
                  </a:cubicBezTo>
                  <a:cubicBezTo>
                    <a:pt x="35" y="31"/>
                    <a:pt x="40" y="33"/>
                    <a:pt x="45" y="37"/>
                  </a:cubicBezTo>
                  <a:cubicBezTo>
                    <a:pt x="49" y="40"/>
                    <a:pt x="52" y="44"/>
                    <a:pt x="54" y="48"/>
                  </a:cubicBezTo>
                  <a:cubicBezTo>
                    <a:pt x="62" y="59"/>
                    <a:pt x="71" y="70"/>
                    <a:pt x="85" y="72"/>
                  </a:cubicBezTo>
                  <a:cubicBezTo>
                    <a:pt x="97" y="73"/>
                    <a:pt x="111" y="69"/>
                    <a:pt x="116" y="57"/>
                  </a:cubicBezTo>
                  <a:cubicBezTo>
                    <a:pt x="117" y="57"/>
                    <a:pt x="117" y="56"/>
                    <a:pt x="117" y="5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6199" name="Freeform 742">
              <a:extLst>
                <a:ext uri="{FF2B5EF4-FFF2-40B4-BE49-F238E27FC236}">
                  <a16:creationId xmlns:a16="http://schemas.microsoft.com/office/drawing/2014/main" id="{BE6A9327-B61A-4CD5-945A-109A1197F3B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2" y="4015"/>
              <a:ext cx="24" cy="29"/>
            </a:xfrm>
            <a:custGeom>
              <a:avLst/>
              <a:gdLst>
                <a:gd name="T0" fmla="*/ 28 w 22"/>
                <a:gd name="T1" fmla="*/ 30 h 27"/>
                <a:gd name="T2" fmla="*/ 27 w 22"/>
                <a:gd name="T3" fmla="*/ 0 h 27"/>
                <a:gd name="T4" fmla="*/ 0 w 22"/>
                <a:gd name="T5" fmla="*/ 12 h 27"/>
                <a:gd name="T6" fmla="*/ 16 w 22"/>
                <a:gd name="T7" fmla="*/ 20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27">
                  <a:moveTo>
                    <a:pt x="22" y="24"/>
                  </a:moveTo>
                  <a:cubicBezTo>
                    <a:pt x="18" y="27"/>
                    <a:pt x="19" y="4"/>
                    <a:pt x="21" y="0"/>
                  </a:cubicBezTo>
                  <a:cubicBezTo>
                    <a:pt x="18" y="8"/>
                    <a:pt x="8" y="14"/>
                    <a:pt x="0" y="9"/>
                  </a:cubicBezTo>
                  <a:cubicBezTo>
                    <a:pt x="4" y="12"/>
                    <a:pt x="8" y="15"/>
                    <a:pt x="13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6200" name="Freeform 743">
              <a:extLst>
                <a:ext uri="{FF2B5EF4-FFF2-40B4-BE49-F238E27FC236}">
                  <a16:creationId xmlns:a16="http://schemas.microsoft.com/office/drawing/2014/main" id="{D029BFC6-FC3C-40EB-ACB6-199B9ADD01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6" y="4037"/>
              <a:ext cx="25" cy="22"/>
            </a:xfrm>
            <a:custGeom>
              <a:avLst/>
              <a:gdLst>
                <a:gd name="T0" fmla="*/ 2 w 23"/>
                <a:gd name="T1" fmla="*/ 12 h 20"/>
                <a:gd name="T2" fmla="*/ 0 w 23"/>
                <a:gd name="T3" fmla="*/ 26 h 20"/>
                <a:gd name="T4" fmla="*/ 20 w 23"/>
                <a:gd name="T5" fmla="*/ 22 h 20"/>
                <a:gd name="T6" fmla="*/ 29 w 23"/>
                <a:gd name="T7" fmla="*/ 0 h 20"/>
                <a:gd name="T8" fmla="*/ 18 w 23"/>
                <a:gd name="T9" fmla="*/ 12 h 20"/>
                <a:gd name="T10" fmla="*/ 1 w 23"/>
                <a:gd name="T11" fmla="*/ 15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" h="20">
                  <a:moveTo>
                    <a:pt x="2" y="9"/>
                  </a:moveTo>
                  <a:cubicBezTo>
                    <a:pt x="2" y="13"/>
                    <a:pt x="0" y="16"/>
                    <a:pt x="0" y="20"/>
                  </a:cubicBezTo>
                  <a:cubicBezTo>
                    <a:pt x="5" y="20"/>
                    <a:pt x="11" y="18"/>
                    <a:pt x="16" y="16"/>
                  </a:cubicBezTo>
                  <a:cubicBezTo>
                    <a:pt x="21" y="12"/>
                    <a:pt x="23" y="7"/>
                    <a:pt x="23" y="0"/>
                  </a:cubicBezTo>
                  <a:cubicBezTo>
                    <a:pt x="21" y="4"/>
                    <a:pt x="19" y="7"/>
                    <a:pt x="15" y="9"/>
                  </a:cubicBezTo>
                  <a:cubicBezTo>
                    <a:pt x="10" y="13"/>
                    <a:pt x="7" y="11"/>
                    <a:pt x="1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6201" name="Freeform 744">
              <a:extLst>
                <a:ext uri="{FF2B5EF4-FFF2-40B4-BE49-F238E27FC236}">
                  <a16:creationId xmlns:a16="http://schemas.microsoft.com/office/drawing/2014/main" id="{00FB65F5-42B2-4073-8A09-13195F14A8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7" y="4020"/>
              <a:ext cx="14" cy="22"/>
            </a:xfrm>
            <a:custGeom>
              <a:avLst/>
              <a:gdLst>
                <a:gd name="T0" fmla="*/ 0 w 13"/>
                <a:gd name="T1" fmla="*/ 13 h 20"/>
                <a:gd name="T2" fmla="*/ 3 w 13"/>
                <a:gd name="T3" fmla="*/ 26 h 20"/>
                <a:gd name="T4" fmla="*/ 14 w 13"/>
                <a:gd name="T5" fmla="*/ 15 h 20"/>
                <a:gd name="T6" fmla="*/ 16 w 13"/>
                <a:gd name="T7" fmla="*/ 9 h 20"/>
                <a:gd name="T8" fmla="*/ 14 w 13"/>
                <a:gd name="T9" fmla="*/ 0 h 20"/>
                <a:gd name="T10" fmla="*/ 11 w 13"/>
                <a:gd name="T11" fmla="*/ 11 h 20"/>
                <a:gd name="T12" fmla="*/ 2 w 13"/>
                <a:gd name="T13" fmla="*/ 17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20">
                  <a:moveTo>
                    <a:pt x="0" y="10"/>
                  </a:moveTo>
                  <a:cubicBezTo>
                    <a:pt x="2" y="11"/>
                    <a:pt x="3" y="17"/>
                    <a:pt x="3" y="20"/>
                  </a:cubicBezTo>
                  <a:cubicBezTo>
                    <a:pt x="6" y="19"/>
                    <a:pt x="9" y="15"/>
                    <a:pt x="11" y="12"/>
                  </a:cubicBezTo>
                  <a:cubicBezTo>
                    <a:pt x="12" y="11"/>
                    <a:pt x="13" y="8"/>
                    <a:pt x="13" y="6"/>
                  </a:cubicBezTo>
                  <a:cubicBezTo>
                    <a:pt x="13" y="4"/>
                    <a:pt x="12" y="2"/>
                    <a:pt x="11" y="0"/>
                  </a:cubicBezTo>
                  <a:cubicBezTo>
                    <a:pt x="10" y="1"/>
                    <a:pt x="9" y="6"/>
                    <a:pt x="8" y="8"/>
                  </a:cubicBezTo>
                  <a:cubicBezTo>
                    <a:pt x="7" y="10"/>
                    <a:pt x="4" y="13"/>
                    <a:pt x="2" y="1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6202" name="Freeform 745">
              <a:extLst>
                <a:ext uri="{FF2B5EF4-FFF2-40B4-BE49-F238E27FC236}">
                  <a16:creationId xmlns:a16="http://schemas.microsoft.com/office/drawing/2014/main" id="{6334F68B-75D7-4C4D-95E8-FDC23B9AD8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4" y="3999"/>
              <a:ext cx="7" cy="14"/>
            </a:xfrm>
            <a:custGeom>
              <a:avLst/>
              <a:gdLst>
                <a:gd name="T0" fmla="*/ 2 w 6"/>
                <a:gd name="T1" fmla="*/ 16 h 13"/>
                <a:gd name="T2" fmla="*/ 9 w 6"/>
                <a:gd name="T3" fmla="*/ 0 h 13"/>
                <a:gd name="T4" fmla="*/ 0 w 6"/>
                <a:gd name="T5" fmla="*/ 12 h 13"/>
                <a:gd name="T6" fmla="*/ 1 w 6"/>
                <a:gd name="T7" fmla="*/ 15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13">
                  <a:moveTo>
                    <a:pt x="2" y="13"/>
                  </a:moveTo>
                  <a:cubicBezTo>
                    <a:pt x="6" y="13"/>
                    <a:pt x="6" y="3"/>
                    <a:pt x="6" y="0"/>
                  </a:cubicBezTo>
                  <a:cubicBezTo>
                    <a:pt x="4" y="3"/>
                    <a:pt x="4" y="8"/>
                    <a:pt x="0" y="9"/>
                  </a:cubicBezTo>
                  <a:cubicBezTo>
                    <a:pt x="0" y="11"/>
                    <a:pt x="1" y="12"/>
                    <a:pt x="1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6203" name="Freeform 746">
              <a:extLst>
                <a:ext uri="{FF2B5EF4-FFF2-40B4-BE49-F238E27FC236}">
                  <a16:creationId xmlns:a16="http://schemas.microsoft.com/office/drawing/2014/main" id="{7CE7813A-60A5-4E19-9C02-01A9892F99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1" y="3987"/>
              <a:ext cx="21" cy="24"/>
            </a:xfrm>
            <a:custGeom>
              <a:avLst/>
              <a:gdLst>
                <a:gd name="T0" fmla="*/ 1 w 20"/>
                <a:gd name="T1" fmla="*/ 0 h 22"/>
                <a:gd name="T2" fmla="*/ 8 w 20"/>
                <a:gd name="T3" fmla="*/ 17 h 22"/>
                <a:gd name="T4" fmla="*/ 23 w 20"/>
                <a:gd name="T5" fmla="*/ 28 h 22"/>
                <a:gd name="T6" fmla="*/ 9 w 20"/>
                <a:gd name="T7" fmla="*/ 13 h 22"/>
                <a:gd name="T8" fmla="*/ 5 w 20"/>
                <a:gd name="T9" fmla="*/ 4 h 22"/>
                <a:gd name="T10" fmla="*/ 1 w 20"/>
                <a:gd name="T11" fmla="*/ 0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" h="22">
                  <a:moveTo>
                    <a:pt x="1" y="0"/>
                  </a:moveTo>
                  <a:cubicBezTo>
                    <a:pt x="0" y="4"/>
                    <a:pt x="5" y="10"/>
                    <a:pt x="8" y="14"/>
                  </a:cubicBezTo>
                  <a:cubicBezTo>
                    <a:pt x="10" y="18"/>
                    <a:pt x="15" y="22"/>
                    <a:pt x="20" y="22"/>
                  </a:cubicBezTo>
                  <a:cubicBezTo>
                    <a:pt x="15" y="21"/>
                    <a:pt x="12" y="14"/>
                    <a:pt x="9" y="10"/>
                  </a:cubicBezTo>
                  <a:cubicBezTo>
                    <a:pt x="8" y="8"/>
                    <a:pt x="7" y="6"/>
                    <a:pt x="5" y="4"/>
                  </a:cubicBezTo>
                  <a:cubicBezTo>
                    <a:pt x="4" y="2"/>
                    <a:pt x="2" y="1"/>
                    <a:pt x="1" y="0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6204" name="Freeform 747">
              <a:extLst>
                <a:ext uri="{FF2B5EF4-FFF2-40B4-BE49-F238E27FC236}">
                  <a16:creationId xmlns:a16="http://schemas.microsoft.com/office/drawing/2014/main" id="{2057DA2D-3381-4707-A7B4-1ECF1A5F8B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4" y="3973"/>
              <a:ext cx="26" cy="19"/>
            </a:xfrm>
            <a:custGeom>
              <a:avLst/>
              <a:gdLst>
                <a:gd name="T0" fmla="*/ 0 w 25"/>
                <a:gd name="T1" fmla="*/ 0 h 18"/>
                <a:gd name="T2" fmla="*/ 12 w 25"/>
                <a:gd name="T3" fmla="*/ 15 h 18"/>
                <a:gd name="T4" fmla="*/ 22 w 25"/>
                <a:gd name="T5" fmla="*/ 18 h 18"/>
                <a:gd name="T6" fmla="*/ 28 w 25"/>
                <a:gd name="T7" fmla="*/ 21 h 18"/>
                <a:gd name="T8" fmla="*/ 2 w 25"/>
                <a:gd name="T9" fmla="*/ 0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18">
                  <a:moveTo>
                    <a:pt x="0" y="0"/>
                  </a:moveTo>
                  <a:cubicBezTo>
                    <a:pt x="2" y="6"/>
                    <a:pt x="8" y="9"/>
                    <a:pt x="12" y="12"/>
                  </a:cubicBezTo>
                  <a:cubicBezTo>
                    <a:pt x="15" y="13"/>
                    <a:pt x="17" y="14"/>
                    <a:pt x="19" y="15"/>
                  </a:cubicBezTo>
                  <a:cubicBezTo>
                    <a:pt x="21" y="16"/>
                    <a:pt x="23" y="17"/>
                    <a:pt x="25" y="18"/>
                  </a:cubicBezTo>
                  <a:cubicBezTo>
                    <a:pt x="17" y="11"/>
                    <a:pt x="8" y="8"/>
                    <a:pt x="2" y="0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6205" name="Freeform 748">
              <a:extLst>
                <a:ext uri="{FF2B5EF4-FFF2-40B4-BE49-F238E27FC236}">
                  <a16:creationId xmlns:a16="http://schemas.microsoft.com/office/drawing/2014/main" id="{A9B46A08-BB98-40C6-8EA6-44B0286858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1" y="3999"/>
              <a:ext cx="19" cy="15"/>
            </a:xfrm>
            <a:custGeom>
              <a:avLst/>
              <a:gdLst>
                <a:gd name="T0" fmla="*/ 1 w 18"/>
                <a:gd name="T1" fmla="*/ 1 h 14"/>
                <a:gd name="T2" fmla="*/ 21 w 18"/>
                <a:gd name="T3" fmla="*/ 17 h 14"/>
                <a:gd name="T4" fmla="*/ 13 w 18"/>
                <a:gd name="T5" fmla="*/ 10 h 14"/>
                <a:gd name="T6" fmla="*/ 0 w 18"/>
                <a:gd name="T7" fmla="*/ 0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14">
                  <a:moveTo>
                    <a:pt x="1" y="1"/>
                  </a:moveTo>
                  <a:cubicBezTo>
                    <a:pt x="4" y="8"/>
                    <a:pt x="11" y="14"/>
                    <a:pt x="18" y="14"/>
                  </a:cubicBezTo>
                  <a:cubicBezTo>
                    <a:pt x="15" y="13"/>
                    <a:pt x="13" y="9"/>
                    <a:pt x="10" y="7"/>
                  </a:cubicBezTo>
                  <a:cubicBezTo>
                    <a:pt x="7" y="5"/>
                    <a:pt x="3" y="3"/>
                    <a:pt x="0" y="0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6206" name="Freeform 749">
              <a:extLst>
                <a:ext uri="{FF2B5EF4-FFF2-40B4-BE49-F238E27FC236}">
                  <a16:creationId xmlns:a16="http://schemas.microsoft.com/office/drawing/2014/main" id="{E054E2D0-2A29-4571-9F59-CA6D678150E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5" y="3721"/>
              <a:ext cx="106" cy="239"/>
            </a:xfrm>
            <a:custGeom>
              <a:avLst/>
              <a:gdLst>
                <a:gd name="T0" fmla="*/ 59 w 99"/>
                <a:gd name="T1" fmla="*/ 0 h 224"/>
                <a:gd name="T2" fmla="*/ 37 w 99"/>
                <a:gd name="T3" fmla="*/ 13 h 224"/>
                <a:gd name="T4" fmla="*/ 13 w 99"/>
                <a:gd name="T5" fmla="*/ 23 h 224"/>
                <a:gd name="T6" fmla="*/ 2 w 99"/>
                <a:gd name="T7" fmla="*/ 62 h 224"/>
                <a:gd name="T8" fmla="*/ 33 w 99"/>
                <a:gd name="T9" fmla="*/ 128 h 224"/>
                <a:gd name="T10" fmla="*/ 49 w 99"/>
                <a:gd name="T11" fmla="*/ 163 h 224"/>
                <a:gd name="T12" fmla="*/ 37 w 99"/>
                <a:gd name="T13" fmla="*/ 202 h 224"/>
                <a:gd name="T14" fmla="*/ 77 w 99"/>
                <a:gd name="T15" fmla="*/ 265 h 224"/>
                <a:gd name="T16" fmla="*/ 102 w 99"/>
                <a:gd name="T17" fmla="*/ 271 h 224"/>
                <a:gd name="T18" fmla="*/ 115 w 99"/>
                <a:gd name="T19" fmla="*/ 272 h 224"/>
                <a:gd name="T20" fmla="*/ 121 w 99"/>
                <a:gd name="T21" fmla="*/ 270 h 224"/>
                <a:gd name="T22" fmla="*/ 93 w 99"/>
                <a:gd name="T23" fmla="*/ 260 h 224"/>
                <a:gd name="T24" fmla="*/ 70 w 99"/>
                <a:gd name="T25" fmla="*/ 240 h 224"/>
                <a:gd name="T26" fmla="*/ 58 w 99"/>
                <a:gd name="T27" fmla="*/ 213 h 224"/>
                <a:gd name="T28" fmla="*/ 59 w 99"/>
                <a:gd name="T29" fmla="*/ 179 h 224"/>
                <a:gd name="T30" fmla="*/ 60 w 99"/>
                <a:gd name="T31" fmla="*/ 155 h 224"/>
                <a:gd name="T32" fmla="*/ 60 w 99"/>
                <a:gd name="T33" fmla="*/ 139 h 224"/>
                <a:gd name="T34" fmla="*/ 67 w 99"/>
                <a:gd name="T35" fmla="*/ 134 h 224"/>
                <a:gd name="T36" fmla="*/ 79 w 99"/>
                <a:gd name="T37" fmla="*/ 128 h 224"/>
                <a:gd name="T38" fmla="*/ 110 w 99"/>
                <a:gd name="T39" fmla="*/ 113 h 224"/>
                <a:gd name="T40" fmla="*/ 62 w 99"/>
                <a:gd name="T41" fmla="*/ 131 h 224"/>
                <a:gd name="T42" fmla="*/ 46 w 99"/>
                <a:gd name="T43" fmla="*/ 124 h 224"/>
                <a:gd name="T44" fmla="*/ 22 w 99"/>
                <a:gd name="T45" fmla="*/ 101 h 224"/>
                <a:gd name="T46" fmla="*/ 15 w 99"/>
                <a:gd name="T47" fmla="*/ 74 h 224"/>
                <a:gd name="T48" fmla="*/ 12 w 99"/>
                <a:gd name="T49" fmla="*/ 42 h 224"/>
                <a:gd name="T50" fmla="*/ 36 w 99"/>
                <a:gd name="T51" fmla="*/ 18 h 224"/>
                <a:gd name="T52" fmla="*/ 60 w 99"/>
                <a:gd name="T53" fmla="*/ 5 h 224"/>
                <a:gd name="T54" fmla="*/ 60 w 99"/>
                <a:gd name="T55" fmla="*/ 3 h 224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99" h="224">
                  <a:moveTo>
                    <a:pt x="48" y="0"/>
                  </a:moveTo>
                  <a:cubicBezTo>
                    <a:pt x="43" y="4"/>
                    <a:pt x="37" y="7"/>
                    <a:pt x="31" y="10"/>
                  </a:cubicBezTo>
                  <a:cubicBezTo>
                    <a:pt x="24" y="13"/>
                    <a:pt x="16" y="16"/>
                    <a:pt x="10" y="20"/>
                  </a:cubicBezTo>
                  <a:cubicBezTo>
                    <a:pt x="2" y="26"/>
                    <a:pt x="3" y="42"/>
                    <a:pt x="2" y="51"/>
                  </a:cubicBezTo>
                  <a:cubicBezTo>
                    <a:pt x="0" y="73"/>
                    <a:pt x="8" y="92"/>
                    <a:pt x="27" y="105"/>
                  </a:cubicBezTo>
                  <a:cubicBezTo>
                    <a:pt x="38" y="113"/>
                    <a:pt x="41" y="120"/>
                    <a:pt x="40" y="134"/>
                  </a:cubicBezTo>
                  <a:cubicBezTo>
                    <a:pt x="39" y="145"/>
                    <a:pt x="34" y="156"/>
                    <a:pt x="31" y="166"/>
                  </a:cubicBezTo>
                  <a:cubicBezTo>
                    <a:pt x="26" y="188"/>
                    <a:pt x="42" y="211"/>
                    <a:pt x="63" y="217"/>
                  </a:cubicBezTo>
                  <a:cubicBezTo>
                    <a:pt x="70" y="219"/>
                    <a:pt x="76" y="223"/>
                    <a:pt x="83" y="223"/>
                  </a:cubicBezTo>
                  <a:cubicBezTo>
                    <a:pt x="86" y="223"/>
                    <a:pt x="90" y="224"/>
                    <a:pt x="93" y="224"/>
                  </a:cubicBezTo>
                  <a:cubicBezTo>
                    <a:pt x="95" y="224"/>
                    <a:pt x="97" y="222"/>
                    <a:pt x="99" y="222"/>
                  </a:cubicBezTo>
                  <a:cubicBezTo>
                    <a:pt x="92" y="222"/>
                    <a:pt x="83" y="217"/>
                    <a:pt x="76" y="215"/>
                  </a:cubicBezTo>
                  <a:cubicBezTo>
                    <a:pt x="68" y="211"/>
                    <a:pt x="62" y="206"/>
                    <a:pt x="57" y="198"/>
                  </a:cubicBezTo>
                  <a:cubicBezTo>
                    <a:pt x="52" y="191"/>
                    <a:pt x="47" y="184"/>
                    <a:pt x="47" y="175"/>
                  </a:cubicBezTo>
                  <a:cubicBezTo>
                    <a:pt x="46" y="166"/>
                    <a:pt x="47" y="156"/>
                    <a:pt x="48" y="147"/>
                  </a:cubicBezTo>
                  <a:cubicBezTo>
                    <a:pt x="49" y="140"/>
                    <a:pt x="50" y="134"/>
                    <a:pt x="49" y="127"/>
                  </a:cubicBezTo>
                  <a:cubicBezTo>
                    <a:pt x="49" y="123"/>
                    <a:pt x="47" y="117"/>
                    <a:pt x="49" y="114"/>
                  </a:cubicBezTo>
                  <a:cubicBezTo>
                    <a:pt x="50" y="112"/>
                    <a:pt x="53" y="112"/>
                    <a:pt x="55" y="111"/>
                  </a:cubicBezTo>
                  <a:cubicBezTo>
                    <a:pt x="58" y="109"/>
                    <a:pt x="61" y="107"/>
                    <a:pt x="64" y="105"/>
                  </a:cubicBezTo>
                  <a:cubicBezTo>
                    <a:pt x="73" y="100"/>
                    <a:pt x="81" y="96"/>
                    <a:pt x="90" y="93"/>
                  </a:cubicBezTo>
                  <a:cubicBezTo>
                    <a:pt x="75" y="93"/>
                    <a:pt x="64" y="104"/>
                    <a:pt x="50" y="108"/>
                  </a:cubicBezTo>
                  <a:cubicBezTo>
                    <a:pt x="44" y="110"/>
                    <a:pt x="41" y="107"/>
                    <a:pt x="37" y="102"/>
                  </a:cubicBezTo>
                  <a:cubicBezTo>
                    <a:pt x="31" y="96"/>
                    <a:pt x="23" y="90"/>
                    <a:pt x="19" y="83"/>
                  </a:cubicBezTo>
                  <a:cubicBezTo>
                    <a:pt x="15" y="76"/>
                    <a:pt x="14" y="68"/>
                    <a:pt x="12" y="61"/>
                  </a:cubicBezTo>
                  <a:cubicBezTo>
                    <a:pt x="10" y="53"/>
                    <a:pt x="5" y="44"/>
                    <a:pt x="9" y="35"/>
                  </a:cubicBezTo>
                  <a:cubicBezTo>
                    <a:pt x="13" y="27"/>
                    <a:pt x="23" y="20"/>
                    <a:pt x="30" y="15"/>
                  </a:cubicBezTo>
                  <a:cubicBezTo>
                    <a:pt x="36" y="10"/>
                    <a:pt x="42" y="6"/>
                    <a:pt x="49" y="5"/>
                  </a:cubicBezTo>
                  <a:cubicBezTo>
                    <a:pt x="49" y="4"/>
                    <a:pt x="49" y="4"/>
                    <a:pt x="49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6207" name="Freeform 750">
              <a:extLst>
                <a:ext uri="{FF2B5EF4-FFF2-40B4-BE49-F238E27FC236}">
                  <a16:creationId xmlns:a16="http://schemas.microsoft.com/office/drawing/2014/main" id="{636DF448-D165-4BE3-9740-F94E59D882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3" y="1618"/>
              <a:ext cx="132" cy="269"/>
            </a:xfrm>
            <a:custGeom>
              <a:avLst/>
              <a:gdLst>
                <a:gd name="T0" fmla="*/ 7 w 124"/>
                <a:gd name="T1" fmla="*/ 77 h 252"/>
                <a:gd name="T2" fmla="*/ 38 w 124"/>
                <a:gd name="T3" fmla="*/ 157 h 252"/>
                <a:gd name="T4" fmla="*/ 40 w 124"/>
                <a:gd name="T5" fmla="*/ 195 h 252"/>
                <a:gd name="T6" fmla="*/ 36 w 124"/>
                <a:gd name="T7" fmla="*/ 222 h 252"/>
                <a:gd name="T8" fmla="*/ 67 w 124"/>
                <a:gd name="T9" fmla="*/ 287 h 252"/>
                <a:gd name="T10" fmla="*/ 96 w 124"/>
                <a:gd name="T11" fmla="*/ 306 h 252"/>
                <a:gd name="T12" fmla="*/ 150 w 124"/>
                <a:gd name="T13" fmla="*/ 294 h 252"/>
                <a:gd name="T14" fmla="*/ 111 w 124"/>
                <a:gd name="T15" fmla="*/ 278 h 252"/>
                <a:gd name="T16" fmla="*/ 96 w 124"/>
                <a:gd name="T17" fmla="*/ 231 h 252"/>
                <a:gd name="T18" fmla="*/ 82 w 124"/>
                <a:gd name="T19" fmla="*/ 174 h 252"/>
                <a:gd name="T20" fmla="*/ 53 w 124"/>
                <a:gd name="T21" fmla="*/ 106 h 252"/>
                <a:gd name="T22" fmla="*/ 18 w 124"/>
                <a:gd name="T23" fmla="*/ 18 h 252"/>
                <a:gd name="T24" fmla="*/ 12 w 124"/>
                <a:gd name="T25" fmla="*/ 13 h 252"/>
                <a:gd name="T26" fmla="*/ 0 w 124"/>
                <a:gd name="T27" fmla="*/ 45 h 25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24" h="252">
                  <a:moveTo>
                    <a:pt x="7" y="63"/>
                  </a:moveTo>
                  <a:cubicBezTo>
                    <a:pt x="21" y="80"/>
                    <a:pt x="29" y="106"/>
                    <a:pt x="32" y="129"/>
                  </a:cubicBezTo>
                  <a:cubicBezTo>
                    <a:pt x="33" y="139"/>
                    <a:pt x="34" y="149"/>
                    <a:pt x="34" y="160"/>
                  </a:cubicBezTo>
                  <a:cubicBezTo>
                    <a:pt x="34" y="168"/>
                    <a:pt x="30" y="175"/>
                    <a:pt x="30" y="183"/>
                  </a:cubicBezTo>
                  <a:cubicBezTo>
                    <a:pt x="29" y="199"/>
                    <a:pt x="47" y="224"/>
                    <a:pt x="55" y="236"/>
                  </a:cubicBezTo>
                  <a:cubicBezTo>
                    <a:pt x="62" y="245"/>
                    <a:pt x="69" y="252"/>
                    <a:pt x="80" y="252"/>
                  </a:cubicBezTo>
                  <a:cubicBezTo>
                    <a:pt x="95" y="252"/>
                    <a:pt x="110" y="241"/>
                    <a:pt x="124" y="242"/>
                  </a:cubicBezTo>
                  <a:cubicBezTo>
                    <a:pt x="115" y="239"/>
                    <a:pt x="99" y="236"/>
                    <a:pt x="92" y="229"/>
                  </a:cubicBezTo>
                  <a:cubicBezTo>
                    <a:pt x="82" y="219"/>
                    <a:pt x="80" y="201"/>
                    <a:pt x="80" y="189"/>
                  </a:cubicBezTo>
                  <a:cubicBezTo>
                    <a:pt x="79" y="172"/>
                    <a:pt x="75" y="158"/>
                    <a:pt x="68" y="143"/>
                  </a:cubicBezTo>
                  <a:cubicBezTo>
                    <a:pt x="59" y="125"/>
                    <a:pt x="54" y="105"/>
                    <a:pt x="44" y="87"/>
                  </a:cubicBezTo>
                  <a:cubicBezTo>
                    <a:pt x="31" y="65"/>
                    <a:pt x="13" y="41"/>
                    <a:pt x="15" y="15"/>
                  </a:cubicBezTo>
                  <a:cubicBezTo>
                    <a:pt x="16" y="6"/>
                    <a:pt x="17" y="0"/>
                    <a:pt x="9" y="10"/>
                  </a:cubicBezTo>
                  <a:cubicBezTo>
                    <a:pt x="3" y="17"/>
                    <a:pt x="0" y="28"/>
                    <a:pt x="0" y="37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6208" name="Freeform 751">
              <a:extLst>
                <a:ext uri="{FF2B5EF4-FFF2-40B4-BE49-F238E27FC236}">
                  <a16:creationId xmlns:a16="http://schemas.microsoft.com/office/drawing/2014/main" id="{ED7F9590-B226-43A4-9568-930F8A11F5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7" y="1995"/>
              <a:ext cx="109" cy="247"/>
            </a:xfrm>
            <a:custGeom>
              <a:avLst/>
              <a:gdLst>
                <a:gd name="T0" fmla="*/ 5 w 102"/>
                <a:gd name="T1" fmla="*/ 0 h 231"/>
                <a:gd name="T2" fmla="*/ 124 w 102"/>
                <a:gd name="T3" fmla="*/ 213 h 231"/>
                <a:gd name="T4" fmla="*/ 91 w 102"/>
                <a:gd name="T5" fmla="*/ 238 h 231"/>
                <a:gd name="T6" fmla="*/ 73 w 102"/>
                <a:gd name="T7" fmla="*/ 246 h 231"/>
                <a:gd name="T8" fmla="*/ 29 w 102"/>
                <a:gd name="T9" fmla="*/ 202 h 231"/>
                <a:gd name="T10" fmla="*/ 11 w 102"/>
                <a:gd name="T11" fmla="*/ 143 h 231"/>
                <a:gd name="T12" fmla="*/ 7 w 102"/>
                <a:gd name="T13" fmla="*/ 70 h 2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2" h="231">
                  <a:moveTo>
                    <a:pt x="5" y="0"/>
                  </a:moveTo>
                  <a:cubicBezTo>
                    <a:pt x="13" y="34"/>
                    <a:pt x="18" y="231"/>
                    <a:pt x="102" y="174"/>
                  </a:cubicBezTo>
                  <a:cubicBezTo>
                    <a:pt x="93" y="181"/>
                    <a:pt x="84" y="188"/>
                    <a:pt x="75" y="195"/>
                  </a:cubicBezTo>
                  <a:cubicBezTo>
                    <a:pt x="70" y="199"/>
                    <a:pt x="67" y="202"/>
                    <a:pt x="60" y="201"/>
                  </a:cubicBezTo>
                  <a:cubicBezTo>
                    <a:pt x="45" y="198"/>
                    <a:pt x="32" y="177"/>
                    <a:pt x="23" y="166"/>
                  </a:cubicBezTo>
                  <a:cubicBezTo>
                    <a:pt x="11" y="150"/>
                    <a:pt x="8" y="138"/>
                    <a:pt x="8" y="117"/>
                  </a:cubicBezTo>
                  <a:cubicBezTo>
                    <a:pt x="7" y="99"/>
                    <a:pt x="0" y="75"/>
                    <a:pt x="7" y="5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6209" name="Freeform 752">
              <a:extLst>
                <a:ext uri="{FF2B5EF4-FFF2-40B4-BE49-F238E27FC236}">
                  <a16:creationId xmlns:a16="http://schemas.microsoft.com/office/drawing/2014/main" id="{6B7C54EF-DFD8-4611-B8F3-B541586F4F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0" y="3930"/>
              <a:ext cx="146" cy="62"/>
            </a:xfrm>
            <a:custGeom>
              <a:avLst/>
              <a:gdLst>
                <a:gd name="T0" fmla="*/ 166 w 137"/>
                <a:gd name="T1" fmla="*/ 66 h 58"/>
                <a:gd name="T2" fmla="*/ 114 w 137"/>
                <a:gd name="T3" fmla="*/ 21 h 58"/>
                <a:gd name="T4" fmla="*/ 74 w 137"/>
                <a:gd name="T5" fmla="*/ 1 h 58"/>
                <a:gd name="T6" fmla="*/ 0 w 137"/>
                <a:gd name="T7" fmla="*/ 24 h 58"/>
                <a:gd name="T8" fmla="*/ 35 w 137"/>
                <a:gd name="T9" fmla="*/ 41 h 58"/>
                <a:gd name="T10" fmla="*/ 80 w 137"/>
                <a:gd name="T11" fmla="*/ 46 h 58"/>
                <a:gd name="T12" fmla="*/ 165 w 137"/>
                <a:gd name="T13" fmla="*/ 67 h 5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7" h="58">
                  <a:moveTo>
                    <a:pt x="137" y="54"/>
                  </a:moveTo>
                  <a:cubicBezTo>
                    <a:pt x="125" y="58"/>
                    <a:pt x="101" y="25"/>
                    <a:pt x="94" y="18"/>
                  </a:cubicBezTo>
                  <a:cubicBezTo>
                    <a:pt x="84" y="7"/>
                    <a:pt x="76" y="0"/>
                    <a:pt x="61" y="1"/>
                  </a:cubicBezTo>
                  <a:cubicBezTo>
                    <a:pt x="40" y="3"/>
                    <a:pt x="22" y="19"/>
                    <a:pt x="0" y="20"/>
                  </a:cubicBezTo>
                  <a:cubicBezTo>
                    <a:pt x="8" y="25"/>
                    <a:pt x="19" y="32"/>
                    <a:pt x="29" y="34"/>
                  </a:cubicBezTo>
                  <a:cubicBezTo>
                    <a:pt x="41" y="37"/>
                    <a:pt x="54" y="37"/>
                    <a:pt x="66" y="37"/>
                  </a:cubicBezTo>
                  <a:cubicBezTo>
                    <a:pt x="90" y="37"/>
                    <a:pt x="115" y="45"/>
                    <a:pt x="136" y="5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6210" name="Freeform 753">
              <a:extLst>
                <a:ext uri="{FF2B5EF4-FFF2-40B4-BE49-F238E27FC236}">
                  <a16:creationId xmlns:a16="http://schemas.microsoft.com/office/drawing/2014/main" id="{1C9B6FFE-506E-482D-BB0A-973B14C2181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1" y="3781"/>
              <a:ext cx="81" cy="62"/>
            </a:xfrm>
            <a:custGeom>
              <a:avLst/>
              <a:gdLst>
                <a:gd name="T0" fmla="*/ 94 w 75"/>
                <a:gd name="T1" fmla="*/ 48 h 58"/>
                <a:gd name="T2" fmla="*/ 67 w 75"/>
                <a:gd name="T3" fmla="*/ 56 h 58"/>
                <a:gd name="T4" fmla="*/ 36 w 75"/>
                <a:gd name="T5" fmla="*/ 47 h 58"/>
                <a:gd name="T6" fmla="*/ 14 w 75"/>
                <a:gd name="T7" fmla="*/ 22 h 58"/>
                <a:gd name="T8" fmla="*/ 2 w 75"/>
                <a:gd name="T9" fmla="*/ 0 h 58"/>
                <a:gd name="T10" fmla="*/ 38 w 75"/>
                <a:gd name="T11" fmla="*/ 60 h 58"/>
                <a:gd name="T12" fmla="*/ 57 w 75"/>
                <a:gd name="T13" fmla="*/ 66 h 58"/>
                <a:gd name="T14" fmla="*/ 78 w 75"/>
                <a:gd name="T15" fmla="*/ 56 h 5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5" h="58">
                  <a:moveTo>
                    <a:pt x="75" y="39"/>
                  </a:moveTo>
                  <a:cubicBezTo>
                    <a:pt x="67" y="41"/>
                    <a:pt x="62" y="45"/>
                    <a:pt x="53" y="46"/>
                  </a:cubicBezTo>
                  <a:cubicBezTo>
                    <a:pt x="45" y="46"/>
                    <a:pt x="36" y="43"/>
                    <a:pt x="29" y="38"/>
                  </a:cubicBezTo>
                  <a:cubicBezTo>
                    <a:pt x="23" y="33"/>
                    <a:pt x="16" y="25"/>
                    <a:pt x="11" y="19"/>
                  </a:cubicBezTo>
                  <a:cubicBezTo>
                    <a:pt x="7" y="13"/>
                    <a:pt x="6" y="6"/>
                    <a:pt x="2" y="0"/>
                  </a:cubicBezTo>
                  <a:cubicBezTo>
                    <a:pt x="0" y="19"/>
                    <a:pt x="17" y="37"/>
                    <a:pt x="30" y="49"/>
                  </a:cubicBezTo>
                  <a:cubicBezTo>
                    <a:pt x="35" y="54"/>
                    <a:pt x="39" y="58"/>
                    <a:pt x="45" y="54"/>
                  </a:cubicBezTo>
                  <a:cubicBezTo>
                    <a:pt x="50" y="52"/>
                    <a:pt x="56" y="46"/>
                    <a:pt x="62" y="4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6211" name="Freeform 754">
              <a:extLst>
                <a:ext uri="{FF2B5EF4-FFF2-40B4-BE49-F238E27FC236}">
                  <a16:creationId xmlns:a16="http://schemas.microsoft.com/office/drawing/2014/main" id="{96F2CB96-7D88-4D6E-957C-6840DF1B752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8" y="1641"/>
              <a:ext cx="156" cy="259"/>
            </a:xfrm>
            <a:custGeom>
              <a:avLst/>
              <a:gdLst>
                <a:gd name="T0" fmla="*/ 171 w 146"/>
                <a:gd name="T1" fmla="*/ 0 h 242"/>
                <a:gd name="T2" fmla="*/ 151 w 146"/>
                <a:gd name="T3" fmla="*/ 52 h 242"/>
                <a:gd name="T4" fmla="*/ 151 w 146"/>
                <a:gd name="T5" fmla="*/ 100 h 242"/>
                <a:gd name="T6" fmla="*/ 161 w 146"/>
                <a:gd name="T7" fmla="*/ 185 h 242"/>
                <a:gd name="T8" fmla="*/ 128 w 146"/>
                <a:gd name="T9" fmla="*/ 215 h 242"/>
                <a:gd name="T10" fmla="*/ 99 w 146"/>
                <a:gd name="T11" fmla="*/ 250 h 242"/>
                <a:gd name="T12" fmla="*/ 11 w 146"/>
                <a:gd name="T13" fmla="*/ 295 h 242"/>
                <a:gd name="T14" fmla="*/ 0 w 146"/>
                <a:gd name="T15" fmla="*/ 296 h 242"/>
                <a:gd name="T16" fmla="*/ 50 w 146"/>
                <a:gd name="T17" fmla="*/ 273 h 242"/>
                <a:gd name="T18" fmla="*/ 88 w 146"/>
                <a:gd name="T19" fmla="*/ 238 h 242"/>
                <a:gd name="T20" fmla="*/ 112 w 146"/>
                <a:gd name="T21" fmla="*/ 204 h 242"/>
                <a:gd name="T22" fmla="*/ 138 w 146"/>
                <a:gd name="T23" fmla="*/ 176 h 242"/>
                <a:gd name="T24" fmla="*/ 131 w 146"/>
                <a:gd name="T25" fmla="*/ 81 h 242"/>
                <a:gd name="T26" fmla="*/ 171 w 146"/>
                <a:gd name="T27" fmla="*/ 4 h 24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46" h="242">
                  <a:moveTo>
                    <a:pt x="140" y="0"/>
                  </a:moveTo>
                  <a:cubicBezTo>
                    <a:pt x="141" y="9"/>
                    <a:pt x="127" y="31"/>
                    <a:pt x="124" y="43"/>
                  </a:cubicBezTo>
                  <a:cubicBezTo>
                    <a:pt x="120" y="55"/>
                    <a:pt x="121" y="69"/>
                    <a:pt x="124" y="81"/>
                  </a:cubicBezTo>
                  <a:cubicBezTo>
                    <a:pt x="130" y="103"/>
                    <a:pt x="146" y="128"/>
                    <a:pt x="132" y="151"/>
                  </a:cubicBezTo>
                  <a:cubicBezTo>
                    <a:pt x="126" y="162"/>
                    <a:pt x="113" y="168"/>
                    <a:pt x="105" y="176"/>
                  </a:cubicBezTo>
                  <a:cubicBezTo>
                    <a:pt x="96" y="185"/>
                    <a:pt x="89" y="196"/>
                    <a:pt x="81" y="205"/>
                  </a:cubicBezTo>
                  <a:cubicBezTo>
                    <a:pt x="62" y="225"/>
                    <a:pt x="37" y="242"/>
                    <a:pt x="8" y="241"/>
                  </a:cubicBezTo>
                  <a:cubicBezTo>
                    <a:pt x="6" y="241"/>
                    <a:pt x="3" y="242"/>
                    <a:pt x="0" y="242"/>
                  </a:cubicBezTo>
                  <a:cubicBezTo>
                    <a:pt x="13" y="234"/>
                    <a:pt x="28" y="232"/>
                    <a:pt x="41" y="222"/>
                  </a:cubicBezTo>
                  <a:cubicBezTo>
                    <a:pt x="53" y="214"/>
                    <a:pt x="63" y="204"/>
                    <a:pt x="72" y="193"/>
                  </a:cubicBezTo>
                  <a:cubicBezTo>
                    <a:pt x="79" y="184"/>
                    <a:pt x="85" y="174"/>
                    <a:pt x="92" y="166"/>
                  </a:cubicBezTo>
                  <a:cubicBezTo>
                    <a:pt x="99" y="159"/>
                    <a:pt x="109" y="153"/>
                    <a:pt x="113" y="143"/>
                  </a:cubicBezTo>
                  <a:cubicBezTo>
                    <a:pt x="124" y="118"/>
                    <a:pt x="105" y="92"/>
                    <a:pt x="108" y="66"/>
                  </a:cubicBezTo>
                  <a:cubicBezTo>
                    <a:pt x="110" y="41"/>
                    <a:pt x="128" y="24"/>
                    <a:pt x="140" y="4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6212" name="Freeform 755">
              <a:extLst>
                <a:ext uri="{FF2B5EF4-FFF2-40B4-BE49-F238E27FC236}">
                  <a16:creationId xmlns:a16="http://schemas.microsoft.com/office/drawing/2014/main" id="{3180CADE-EB2E-4141-954A-7B4B45F37E8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5" y="1461"/>
              <a:ext cx="24" cy="46"/>
            </a:xfrm>
            <a:custGeom>
              <a:avLst/>
              <a:gdLst>
                <a:gd name="T0" fmla="*/ 26 w 23"/>
                <a:gd name="T1" fmla="*/ 34 h 43"/>
                <a:gd name="T2" fmla="*/ 8 w 23"/>
                <a:gd name="T3" fmla="*/ 28 h 43"/>
                <a:gd name="T4" fmla="*/ 15 w 23"/>
                <a:gd name="T5" fmla="*/ 52 h 43"/>
                <a:gd name="T6" fmla="*/ 3 w 23"/>
                <a:gd name="T7" fmla="*/ 16 h 43"/>
                <a:gd name="T8" fmla="*/ 23 w 23"/>
                <a:gd name="T9" fmla="*/ 28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43">
                  <a:moveTo>
                    <a:pt x="23" y="28"/>
                  </a:moveTo>
                  <a:cubicBezTo>
                    <a:pt x="21" y="27"/>
                    <a:pt x="14" y="12"/>
                    <a:pt x="8" y="22"/>
                  </a:cubicBezTo>
                  <a:cubicBezTo>
                    <a:pt x="5" y="27"/>
                    <a:pt x="11" y="37"/>
                    <a:pt x="12" y="43"/>
                  </a:cubicBezTo>
                  <a:cubicBezTo>
                    <a:pt x="5" y="38"/>
                    <a:pt x="0" y="21"/>
                    <a:pt x="3" y="13"/>
                  </a:cubicBezTo>
                  <a:cubicBezTo>
                    <a:pt x="10" y="0"/>
                    <a:pt x="16" y="17"/>
                    <a:pt x="20" y="2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6213" name="Freeform 756">
              <a:extLst>
                <a:ext uri="{FF2B5EF4-FFF2-40B4-BE49-F238E27FC236}">
                  <a16:creationId xmlns:a16="http://schemas.microsoft.com/office/drawing/2014/main" id="{A58B1BF3-2385-41F9-982A-945E52AAFB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1" y="1544"/>
              <a:ext cx="33" cy="30"/>
            </a:xfrm>
            <a:custGeom>
              <a:avLst/>
              <a:gdLst>
                <a:gd name="T0" fmla="*/ 6 w 31"/>
                <a:gd name="T1" fmla="*/ 34 h 28"/>
                <a:gd name="T2" fmla="*/ 17 w 31"/>
                <a:gd name="T3" fmla="*/ 12 h 28"/>
                <a:gd name="T4" fmla="*/ 0 w 31"/>
                <a:gd name="T5" fmla="*/ 11 h 28"/>
                <a:gd name="T6" fmla="*/ 23 w 31"/>
                <a:gd name="T7" fmla="*/ 3 h 28"/>
                <a:gd name="T8" fmla="*/ 11 w 31"/>
                <a:gd name="T9" fmla="*/ 34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28">
                  <a:moveTo>
                    <a:pt x="6" y="28"/>
                  </a:moveTo>
                  <a:cubicBezTo>
                    <a:pt x="10" y="24"/>
                    <a:pt x="19" y="16"/>
                    <a:pt x="14" y="9"/>
                  </a:cubicBezTo>
                  <a:cubicBezTo>
                    <a:pt x="11" y="5"/>
                    <a:pt x="4" y="6"/>
                    <a:pt x="0" y="8"/>
                  </a:cubicBezTo>
                  <a:cubicBezTo>
                    <a:pt x="3" y="6"/>
                    <a:pt x="16" y="0"/>
                    <a:pt x="20" y="3"/>
                  </a:cubicBezTo>
                  <a:cubicBezTo>
                    <a:pt x="31" y="9"/>
                    <a:pt x="13" y="24"/>
                    <a:pt x="8" y="2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6214" name="Freeform 757">
              <a:extLst>
                <a:ext uri="{FF2B5EF4-FFF2-40B4-BE49-F238E27FC236}">
                  <a16:creationId xmlns:a16="http://schemas.microsoft.com/office/drawing/2014/main" id="{8770FCA4-BA9B-4841-9C6B-D6AEEE74485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4" y="1635"/>
              <a:ext cx="34" cy="29"/>
            </a:xfrm>
            <a:custGeom>
              <a:avLst/>
              <a:gdLst>
                <a:gd name="T0" fmla="*/ 3 w 32"/>
                <a:gd name="T1" fmla="*/ 0 h 27"/>
                <a:gd name="T2" fmla="*/ 17 w 32"/>
                <a:gd name="T3" fmla="*/ 14 h 27"/>
                <a:gd name="T4" fmla="*/ 0 w 32"/>
                <a:gd name="T5" fmla="*/ 25 h 27"/>
                <a:gd name="T6" fmla="*/ 14 w 32"/>
                <a:gd name="T7" fmla="*/ 0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27">
                  <a:moveTo>
                    <a:pt x="3" y="0"/>
                  </a:moveTo>
                  <a:cubicBezTo>
                    <a:pt x="8" y="3"/>
                    <a:pt x="15" y="3"/>
                    <a:pt x="14" y="11"/>
                  </a:cubicBezTo>
                  <a:cubicBezTo>
                    <a:pt x="14" y="19"/>
                    <a:pt x="7" y="21"/>
                    <a:pt x="0" y="20"/>
                  </a:cubicBezTo>
                  <a:cubicBezTo>
                    <a:pt x="20" y="27"/>
                    <a:pt x="32" y="0"/>
                    <a:pt x="1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6215" name="Freeform 758">
              <a:extLst>
                <a:ext uri="{FF2B5EF4-FFF2-40B4-BE49-F238E27FC236}">
                  <a16:creationId xmlns:a16="http://schemas.microsoft.com/office/drawing/2014/main" id="{4B0000B9-A274-4419-9FCF-C1ED4780BC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4" y="1215"/>
              <a:ext cx="528" cy="583"/>
            </a:xfrm>
            <a:custGeom>
              <a:avLst/>
              <a:gdLst>
                <a:gd name="T0" fmla="*/ 0 w 494"/>
                <a:gd name="T1" fmla="*/ 0 h 546"/>
                <a:gd name="T2" fmla="*/ 450 w 494"/>
                <a:gd name="T3" fmla="*/ 225 h 546"/>
                <a:gd name="T4" fmla="*/ 504 w 494"/>
                <a:gd name="T5" fmla="*/ 327 h 546"/>
                <a:gd name="T6" fmla="*/ 603 w 494"/>
                <a:gd name="T7" fmla="*/ 665 h 546"/>
                <a:gd name="T8" fmla="*/ 513 w 494"/>
                <a:gd name="T9" fmla="*/ 353 h 546"/>
                <a:gd name="T10" fmla="*/ 439 w 494"/>
                <a:gd name="T11" fmla="*/ 232 h 546"/>
                <a:gd name="T12" fmla="*/ 0 w 494"/>
                <a:gd name="T13" fmla="*/ 0 h 54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94" h="546">
                  <a:moveTo>
                    <a:pt x="0" y="0"/>
                  </a:moveTo>
                  <a:cubicBezTo>
                    <a:pt x="0" y="0"/>
                    <a:pt x="296" y="14"/>
                    <a:pt x="369" y="185"/>
                  </a:cubicBezTo>
                  <a:cubicBezTo>
                    <a:pt x="390" y="233"/>
                    <a:pt x="398" y="252"/>
                    <a:pt x="414" y="269"/>
                  </a:cubicBezTo>
                  <a:cubicBezTo>
                    <a:pt x="430" y="286"/>
                    <a:pt x="479" y="350"/>
                    <a:pt x="494" y="546"/>
                  </a:cubicBezTo>
                  <a:cubicBezTo>
                    <a:pt x="494" y="546"/>
                    <a:pt x="475" y="371"/>
                    <a:pt x="420" y="290"/>
                  </a:cubicBezTo>
                  <a:cubicBezTo>
                    <a:pt x="364" y="209"/>
                    <a:pt x="370" y="211"/>
                    <a:pt x="360" y="190"/>
                  </a:cubicBezTo>
                  <a:cubicBezTo>
                    <a:pt x="349" y="170"/>
                    <a:pt x="294" y="33"/>
                    <a:pt x="0" y="0"/>
                  </a:cubicBezTo>
                  <a:close/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6216" name="Freeform 759">
              <a:extLst>
                <a:ext uri="{FF2B5EF4-FFF2-40B4-BE49-F238E27FC236}">
                  <a16:creationId xmlns:a16="http://schemas.microsoft.com/office/drawing/2014/main" id="{09B5132A-17E1-4A47-9E44-35C94F5CF1C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1" y="1850"/>
              <a:ext cx="84" cy="100"/>
            </a:xfrm>
            <a:custGeom>
              <a:avLst/>
              <a:gdLst>
                <a:gd name="T0" fmla="*/ 61 w 78"/>
                <a:gd name="T1" fmla="*/ 0 h 94"/>
                <a:gd name="T2" fmla="*/ 78 w 78"/>
                <a:gd name="T3" fmla="*/ 65 h 94"/>
                <a:gd name="T4" fmla="*/ 51 w 78"/>
                <a:gd name="T5" fmla="*/ 99 h 94"/>
                <a:gd name="T6" fmla="*/ 0 w 78"/>
                <a:gd name="T7" fmla="*/ 111 h 94"/>
                <a:gd name="T8" fmla="*/ 36 w 78"/>
                <a:gd name="T9" fmla="*/ 91 h 94"/>
                <a:gd name="T10" fmla="*/ 52 w 78"/>
                <a:gd name="T11" fmla="*/ 63 h 94"/>
                <a:gd name="T12" fmla="*/ 71 w 78"/>
                <a:gd name="T13" fmla="*/ 44 h 94"/>
                <a:gd name="T14" fmla="*/ 59 w 78"/>
                <a:gd name="T15" fmla="*/ 5 h 9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8" h="94">
                  <a:moveTo>
                    <a:pt x="49" y="0"/>
                  </a:moveTo>
                  <a:cubicBezTo>
                    <a:pt x="64" y="14"/>
                    <a:pt x="78" y="36"/>
                    <a:pt x="62" y="54"/>
                  </a:cubicBezTo>
                  <a:cubicBezTo>
                    <a:pt x="53" y="63"/>
                    <a:pt x="48" y="71"/>
                    <a:pt x="41" y="82"/>
                  </a:cubicBezTo>
                  <a:cubicBezTo>
                    <a:pt x="32" y="94"/>
                    <a:pt x="15" y="92"/>
                    <a:pt x="0" y="92"/>
                  </a:cubicBezTo>
                  <a:cubicBezTo>
                    <a:pt x="9" y="88"/>
                    <a:pt x="22" y="83"/>
                    <a:pt x="29" y="76"/>
                  </a:cubicBezTo>
                  <a:cubicBezTo>
                    <a:pt x="35" y="69"/>
                    <a:pt x="36" y="59"/>
                    <a:pt x="42" y="52"/>
                  </a:cubicBezTo>
                  <a:cubicBezTo>
                    <a:pt x="48" y="47"/>
                    <a:pt x="55" y="45"/>
                    <a:pt x="57" y="37"/>
                  </a:cubicBezTo>
                  <a:cubicBezTo>
                    <a:pt x="60" y="28"/>
                    <a:pt x="54" y="10"/>
                    <a:pt x="47" y="5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6217" name="Freeform 760">
              <a:extLst>
                <a:ext uri="{FF2B5EF4-FFF2-40B4-BE49-F238E27FC236}">
                  <a16:creationId xmlns:a16="http://schemas.microsoft.com/office/drawing/2014/main" id="{49C10214-4C31-4419-B7CC-0AFE1AB2F4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8" y="1947"/>
              <a:ext cx="87" cy="268"/>
            </a:xfrm>
            <a:custGeom>
              <a:avLst/>
              <a:gdLst>
                <a:gd name="T0" fmla="*/ 0 w 81"/>
                <a:gd name="T1" fmla="*/ 0 h 251"/>
                <a:gd name="T2" fmla="*/ 56 w 81"/>
                <a:gd name="T3" fmla="*/ 154 h 251"/>
                <a:gd name="T4" fmla="*/ 62 w 81"/>
                <a:gd name="T5" fmla="*/ 232 h 251"/>
                <a:gd name="T6" fmla="*/ 54 w 81"/>
                <a:gd name="T7" fmla="*/ 304 h 251"/>
                <a:gd name="T8" fmla="*/ 17 w 81"/>
                <a:gd name="T9" fmla="*/ 291 h 251"/>
                <a:gd name="T10" fmla="*/ 67 w 81"/>
                <a:gd name="T11" fmla="*/ 284 h 251"/>
                <a:gd name="T12" fmla="*/ 35 w 81"/>
                <a:gd name="T13" fmla="*/ 247 h 251"/>
                <a:gd name="T14" fmla="*/ 46 w 81"/>
                <a:gd name="T15" fmla="*/ 220 h 251"/>
                <a:gd name="T16" fmla="*/ 45 w 81"/>
                <a:gd name="T17" fmla="*/ 147 h 251"/>
                <a:gd name="T18" fmla="*/ 0 w 81"/>
                <a:gd name="T19" fmla="*/ 0 h 25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1" h="251">
                  <a:moveTo>
                    <a:pt x="0" y="0"/>
                  </a:moveTo>
                  <a:cubicBezTo>
                    <a:pt x="0" y="0"/>
                    <a:pt x="50" y="91"/>
                    <a:pt x="45" y="126"/>
                  </a:cubicBezTo>
                  <a:cubicBezTo>
                    <a:pt x="41" y="160"/>
                    <a:pt x="40" y="178"/>
                    <a:pt x="50" y="190"/>
                  </a:cubicBezTo>
                  <a:cubicBezTo>
                    <a:pt x="60" y="203"/>
                    <a:pt x="81" y="247"/>
                    <a:pt x="44" y="250"/>
                  </a:cubicBezTo>
                  <a:cubicBezTo>
                    <a:pt x="36" y="251"/>
                    <a:pt x="24" y="247"/>
                    <a:pt x="14" y="240"/>
                  </a:cubicBezTo>
                  <a:cubicBezTo>
                    <a:pt x="14" y="240"/>
                    <a:pt x="49" y="249"/>
                    <a:pt x="54" y="233"/>
                  </a:cubicBezTo>
                  <a:cubicBezTo>
                    <a:pt x="58" y="217"/>
                    <a:pt x="48" y="195"/>
                    <a:pt x="29" y="202"/>
                  </a:cubicBezTo>
                  <a:cubicBezTo>
                    <a:pt x="29" y="202"/>
                    <a:pt x="41" y="196"/>
                    <a:pt x="37" y="181"/>
                  </a:cubicBezTo>
                  <a:cubicBezTo>
                    <a:pt x="34" y="166"/>
                    <a:pt x="34" y="132"/>
                    <a:pt x="36" y="121"/>
                  </a:cubicBezTo>
                  <a:cubicBezTo>
                    <a:pt x="39" y="111"/>
                    <a:pt x="40" y="80"/>
                    <a:pt x="0" y="0"/>
                  </a:cubicBezTo>
                  <a:close/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6218" name="Freeform 761">
              <a:extLst>
                <a:ext uri="{FF2B5EF4-FFF2-40B4-BE49-F238E27FC236}">
                  <a16:creationId xmlns:a16="http://schemas.microsoft.com/office/drawing/2014/main" id="{5B31BE60-194B-4200-BEE3-4D29B04FD8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8" y="2237"/>
              <a:ext cx="81" cy="312"/>
            </a:xfrm>
            <a:custGeom>
              <a:avLst/>
              <a:gdLst>
                <a:gd name="T0" fmla="*/ 49 w 76"/>
                <a:gd name="T1" fmla="*/ 0 h 292"/>
                <a:gd name="T2" fmla="*/ 70 w 76"/>
                <a:gd name="T3" fmla="*/ 3 h 292"/>
                <a:gd name="T4" fmla="*/ 77 w 76"/>
                <a:gd name="T5" fmla="*/ 78 h 292"/>
                <a:gd name="T6" fmla="*/ 90 w 76"/>
                <a:gd name="T7" fmla="*/ 156 h 292"/>
                <a:gd name="T8" fmla="*/ 77 w 76"/>
                <a:gd name="T9" fmla="*/ 233 h 292"/>
                <a:gd name="T10" fmla="*/ 59 w 76"/>
                <a:gd name="T11" fmla="*/ 271 h 292"/>
                <a:gd name="T12" fmla="*/ 51 w 76"/>
                <a:gd name="T13" fmla="*/ 306 h 292"/>
                <a:gd name="T14" fmla="*/ 0 w 76"/>
                <a:gd name="T15" fmla="*/ 356 h 292"/>
                <a:gd name="T16" fmla="*/ 23 w 76"/>
                <a:gd name="T17" fmla="*/ 328 h 292"/>
                <a:gd name="T18" fmla="*/ 47 w 76"/>
                <a:gd name="T19" fmla="*/ 283 h 292"/>
                <a:gd name="T20" fmla="*/ 55 w 76"/>
                <a:gd name="T21" fmla="*/ 232 h 292"/>
                <a:gd name="T22" fmla="*/ 76 w 76"/>
                <a:gd name="T23" fmla="*/ 190 h 292"/>
                <a:gd name="T24" fmla="*/ 64 w 76"/>
                <a:gd name="T25" fmla="*/ 84 h 292"/>
                <a:gd name="T26" fmla="*/ 51 w 76"/>
                <a:gd name="T27" fmla="*/ 0 h 29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76" h="292">
                  <a:moveTo>
                    <a:pt x="40" y="0"/>
                  </a:moveTo>
                  <a:cubicBezTo>
                    <a:pt x="46" y="0"/>
                    <a:pt x="52" y="0"/>
                    <a:pt x="58" y="3"/>
                  </a:cubicBezTo>
                  <a:cubicBezTo>
                    <a:pt x="59" y="22"/>
                    <a:pt x="62" y="44"/>
                    <a:pt x="64" y="64"/>
                  </a:cubicBezTo>
                  <a:cubicBezTo>
                    <a:pt x="66" y="85"/>
                    <a:pt x="72" y="106"/>
                    <a:pt x="74" y="128"/>
                  </a:cubicBezTo>
                  <a:cubicBezTo>
                    <a:pt x="76" y="151"/>
                    <a:pt x="74" y="170"/>
                    <a:pt x="64" y="191"/>
                  </a:cubicBezTo>
                  <a:cubicBezTo>
                    <a:pt x="59" y="202"/>
                    <a:pt x="52" y="211"/>
                    <a:pt x="49" y="223"/>
                  </a:cubicBezTo>
                  <a:cubicBezTo>
                    <a:pt x="46" y="232"/>
                    <a:pt x="46" y="242"/>
                    <a:pt x="42" y="251"/>
                  </a:cubicBezTo>
                  <a:cubicBezTo>
                    <a:pt x="35" y="267"/>
                    <a:pt x="15" y="283"/>
                    <a:pt x="0" y="292"/>
                  </a:cubicBezTo>
                  <a:cubicBezTo>
                    <a:pt x="1" y="279"/>
                    <a:pt x="12" y="278"/>
                    <a:pt x="20" y="269"/>
                  </a:cubicBezTo>
                  <a:cubicBezTo>
                    <a:pt x="29" y="260"/>
                    <a:pt x="35" y="244"/>
                    <a:pt x="38" y="232"/>
                  </a:cubicBezTo>
                  <a:cubicBezTo>
                    <a:pt x="41" y="218"/>
                    <a:pt x="41" y="204"/>
                    <a:pt x="46" y="190"/>
                  </a:cubicBezTo>
                  <a:cubicBezTo>
                    <a:pt x="51" y="178"/>
                    <a:pt x="59" y="168"/>
                    <a:pt x="63" y="156"/>
                  </a:cubicBezTo>
                  <a:cubicBezTo>
                    <a:pt x="74" y="122"/>
                    <a:pt x="56" y="102"/>
                    <a:pt x="53" y="69"/>
                  </a:cubicBezTo>
                  <a:cubicBezTo>
                    <a:pt x="52" y="51"/>
                    <a:pt x="58" y="10"/>
                    <a:pt x="42" y="0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6219" name="Freeform 762">
              <a:extLst>
                <a:ext uri="{FF2B5EF4-FFF2-40B4-BE49-F238E27FC236}">
                  <a16:creationId xmlns:a16="http://schemas.microsoft.com/office/drawing/2014/main" id="{D9341553-EAB5-486E-91FC-43E495C4CA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4" y="2411"/>
              <a:ext cx="52" cy="115"/>
            </a:xfrm>
            <a:custGeom>
              <a:avLst/>
              <a:gdLst>
                <a:gd name="T0" fmla="*/ 48 w 49"/>
                <a:gd name="T1" fmla="*/ 0 h 108"/>
                <a:gd name="T2" fmla="*/ 53 w 49"/>
                <a:gd name="T3" fmla="*/ 77 h 108"/>
                <a:gd name="T4" fmla="*/ 0 w 49"/>
                <a:gd name="T5" fmla="*/ 119 h 108"/>
                <a:gd name="T6" fmla="*/ 44 w 49"/>
                <a:gd name="T7" fmla="*/ 70 h 108"/>
                <a:gd name="T8" fmla="*/ 50 w 49"/>
                <a:gd name="T9" fmla="*/ 11 h 10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108">
                  <a:moveTo>
                    <a:pt x="40" y="0"/>
                  </a:moveTo>
                  <a:cubicBezTo>
                    <a:pt x="44" y="19"/>
                    <a:pt x="49" y="45"/>
                    <a:pt x="44" y="64"/>
                  </a:cubicBezTo>
                  <a:cubicBezTo>
                    <a:pt x="40" y="76"/>
                    <a:pt x="16" y="108"/>
                    <a:pt x="0" y="99"/>
                  </a:cubicBezTo>
                  <a:cubicBezTo>
                    <a:pt x="20" y="91"/>
                    <a:pt x="32" y="80"/>
                    <a:pt x="37" y="58"/>
                  </a:cubicBezTo>
                  <a:cubicBezTo>
                    <a:pt x="41" y="42"/>
                    <a:pt x="46" y="24"/>
                    <a:pt x="41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6220" name="Freeform 763">
              <a:extLst>
                <a:ext uri="{FF2B5EF4-FFF2-40B4-BE49-F238E27FC236}">
                  <a16:creationId xmlns:a16="http://schemas.microsoft.com/office/drawing/2014/main" id="{EB5E6286-46C0-4D04-B232-DF2A641756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9" y="2371"/>
              <a:ext cx="56" cy="35"/>
            </a:xfrm>
            <a:custGeom>
              <a:avLst/>
              <a:gdLst>
                <a:gd name="T0" fmla="*/ 65 w 52"/>
                <a:gd name="T1" fmla="*/ 12 h 33"/>
                <a:gd name="T2" fmla="*/ 27 w 52"/>
                <a:gd name="T3" fmla="*/ 14 h 33"/>
                <a:gd name="T4" fmla="*/ 0 w 52"/>
                <a:gd name="T5" fmla="*/ 39 h 33"/>
                <a:gd name="T6" fmla="*/ 24 w 52"/>
                <a:gd name="T7" fmla="*/ 3 h 33"/>
                <a:gd name="T8" fmla="*/ 43 w 52"/>
                <a:gd name="T9" fmla="*/ 1 h 33"/>
                <a:gd name="T10" fmla="*/ 61 w 52"/>
                <a:gd name="T11" fmla="*/ 7 h 3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2" h="33">
                  <a:moveTo>
                    <a:pt x="52" y="9"/>
                  </a:moveTo>
                  <a:cubicBezTo>
                    <a:pt x="48" y="2"/>
                    <a:pt x="28" y="9"/>
                    <a:pt x="21" y="11"/>
                  </a:cubicBezTo>
                  <a:cubicBezTo>
                    <a:pt x="9" y="15"/>
                    <a:pt x="5" y="22"/>
                    <a:pt x="0" y="33"/>
                  </a:cubicBezTo>
                  <a:cubicBezTo>
                    <a:pt x="0" y="19"/>
                    <a:pt x="7" y="9"/>
                    <a:pt x="19" y="3"/>
                  </a:cubicBezTo>
                  <a:cubicBezTo>
                    <a:pt x="24" y="1"/>
                    <a:pt x="29" y="0"/>
                    <a:pt x="34" y="1"/>
                  </a:cubicBezTo>
                  <a:cubicBezTo>
                    <a:pt x="40" y="2"/>
                    <a:pt x="44" y="7"/>
                    <a:pt x="49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6221" name="Freeform 764">
              <a:extLst>
                <a:ext uri="{FF2B5EF4-FFF2-40B4-BE49-F238E27FC236}">
                  <a16:creationId xmlns:a16="http://schemas.microsoft.com/office/drawing/2014/main" id="{BBA167B9-AC31-49BD-B729-C195B9A2288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8" y="2343"/>
              <a:ext cx="109" cy="676"/>
            </a:xfrm>
            <a:custGeom>
              <a:avLst/>
              <a:gdLst>
                <a:gd name="T0" fmla="*/ 57 w 102"/>
                <a:gd name="T1" fmla="*/ 0 h 632"/>
                <a:gd name="T2" fmla="*/ 107 w 102"/>
                <a:gd name="T3" fmla="*/ 451 h 632"/>
                <a:gd name="T4" fmla="*/ 0 w 102"/>
                <a:gd name="T5" fmla="*/ 773 h 632"/>
                <a:gd name="T6" fmla="*/ 84 w 102"/>
                <a:gd name="T7" fmla="*/ 445 h 632"/>
                <a:gd name="T8" fmla="*/ 57 w 102"/>
                <a:gd name="T9" fmla="*/ 0 h 6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2" h="632">
                  <a:moveTo>
                    <a:pt x="47" y="0"/>
                  </a:moveTo>
                  <a:cubicBezTo>
                    <a:pt x="47" y="0"/>
                    <a:pt x="102" y="173"/>
                    <a:pt x="88" y="369"/>
                  </a:cubicBezTo>
                  <a:cubicBezTo>
                    <a:pt x="74" y="564"/>
                    <a:pt x="21" y="601"/>
                    <a:pt x="0" y="632"/>
                  </a:cubicBezTo>
                  <a:cubicBezTo>
                    <a:pt x="0" y="632"/>
                    <a:pt x="68" y="521"/>
                    <a:pt x="69" y="364"/>
                  </a:cubicBezTo>
                  <a:cubicBezTo>
                    <a:pt x="71" y="206"/>
                    <a:pt x="47" y="0"/>
                    <a:pt x="47" y="0"/>
                  </a:cubicBezTo>
                  <a:close/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6222" name="Freeform 765">
              <a:extLst>
                <a:ext uri="{FF2B5EF4-FFF2-40B4-BE49-F238E27FC236}">
                  <a16:creationId xmlns:a16="http://schemas.microsoft.com/office/drawing/2014/main" id="{1CC60B2B-0542-475E-83DF-697B377DAC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0" y="1995"/>
              <a:ext cx="72" cy="320"/>
            </a:xfrm>
            <a:custGeom>
              <a:avLst/>
              <a:gdLst>
                <a:gd name="T0" fmla="*/ 68 w 67"/>
                <a:gd name="T1" fmla="*/ 366 h 299"/>
                <a:gd name="T2" fmla="*/ 0 w 67"/>
                <a:gd name="T3" fmla="*/ 341 h 299"/>
                <a:gd name="T4" fmla="*/ 51 w 67"/>
                <a:gd name="T5" fmla="*/ 313 h 299"/>
                <a:gd name="T6" fmla="*/ 29 w 67"/>
                <a:gd name="T7" fmla="*/ 275 h 299"/>
                <a:gd name="T8" fmla="*/ 60 w 67"/>
                <a:gd name="T9" fmla="*/ 168 h 299"/>
                <a:gd name="T10" fmla="*/ 60 w 67"/>
                <a:gd name="T11" fmla="*/ 80 h 299"/>
                <a:gd name="T12" fmla="*/ 53 w 67"/>
                <a:gd name="T13" fmla="*/ 0 h 299"/>
                <a:gd name="T14" fmla="*/ 80 w 67"/>
                <a:gd name="T15" fmla="*/ 188 h 299"/>
                <a:gd name="T16" fmla="*/ 77 w 67"/>
                <a:gd name="T17" fmla="*/ 265 h 299"/>
                <a:gd name="T18" fmla="*/ 71 w 67"/>
                <a:gd name="T19" fmla="*/ 307 h 299"/>
                <a:gd name="T20" fmla="*/ 68 w 67"/>
                <a:gd name="T21" fmla="*/ 347 h 29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7" h="299">
                  <a:moveTo>
                    <a:pt x="55" y="299"/>
                  </a:moveTo>
                  <a:cubicBezTo>
                    <a:pt x="61" y="263"/>
                    <a:pt x="20" y="270"/>
                    <a:pt x="0" y="278"/>
                  </a:cubicBezTo>
                  <a:cubicBezTo>
                    <a:pt x="15" y="271"/>
                    <a:pt x="36" y="272"/>
                    <a:pt x="41" y="255"/>
                  </a:cubicBezTo>
                  <a:cubicBezTo>
                    <a:pt x="45" y="242"/>
                    <a:pt x="39" y="224"/>
                    <a:pt x="23" y="224"/>
                  </a:cubicBezTo>
                  <a:cubicBezTo>
                    <a:pt x="60" y="228"/>
                    <a:pt x="49" y="162"/>
                    <a:pt x="48" y="137"/>
                  </a:cubicBezTo>
                  <a:cubicBezTo>
                    <a:pt x="47" y="113"/>
                    <a:pt x="49" y="89"/>
                    <a:pt x="48" y="65"/>
                  </a:cubicBezTo>
                  <a:cubicBezTo>
                    <a:pt x="48" y="44"/>
                    <a:pt x="42" y="21"/>
                    <a:pt x="43" y="0"/>
                  </a:cubicBezTo>
                  <a:cubicBezTo>
                    <a:pt x="58" y="51"/>
                    <a:pt x="67" y="101"/>
                    <a:pt x="64" y="153"/>
                  </a:cubicBezTo>
                  <a:cubicBezTo>
                    <a:pt x="63" y="175"/>
                    <a:pt x="63" y="195"/>
                    <a:pt x="62" y="217"/>
                  </a:cubicBezTo>
                  <a:cubicBezTo>
                    <a:pt x="62" y="229"/>
                    <a:pt x="60" y="239"/>
                    <a:pt x="57" y="250"/>
                  </a:cubicBezTo>
                  <a:cubicBezTo>
                    <a:pt x="55" y="257"/>
                    <a:pt x="51" y="286"/>
                    <a:pt x="55" y="28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6223" name="Freeform 766">
              <a:extLst>
                <a:ext uri="{FF2B5EF4-FFF2-40B4-BE49-F238E27FC236}">
                  <a16:creationId xmlns:a16="http://schemas.microsoft.com/office/drawing/2014/main" id="{C2EF1A31-1A7C-4C4B-BFAB-5AB7654605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0" y="3021"/>
              <a:ext cx="68" cy="142"/>
            </a:xfrm>
            <a:custGeom>
              <a:avLst/>
              <a:gdLst>
                <a:gd name="T0" fmla="*/ 15 w 64"/>
                <a:gd name="T1" fmla="*/ 33 h 133"/>
                <a:gd name="T2" fmla="*/ 40 w 64"/>
                <a:gd name="T3" fmla="*/ 0 h 133"/>
                <a:gd name="T4" fmla="*/ 0 w 64"/>
                <a:gd name="T5" fmla="*/ 162 h 133"/>
                <a:gd name="T6" fmla="*/ 18 w 64"/>
                <a:gd name="T7" fmla="*/ 32 h 1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4" h="133">
                  <a:moveTo>
                    <a:pt x="12" y="27"/>
                  </a:moveTo>
                  <a:cubicBezTo>
                    <a:pt x="17" y="18"/>
                    <a:pt x="24" y="5"/>
                    <a:pt x="34" y="0"/>
                  </a:cubicBezTo>
                  <a:cubicBezTo>
                    <a:pt x="64" y="38"/>
                    <a:pt x="26" y="105"/>
                    <a:pt x="0" y="133"/>
                  </a:cubicBezTo>
                  <a:cubicBezTo>
                    <a:pt x="17" y="115"/>
                    <a:pt x="42" y="43"/>
                    <a:pt x="15" y="26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6224" name="Freeform 767">
              <a:extLst>
                <a:ext uri="{FF2B5EF4-FFF2-40B4-BE49-F238E27FC236}">
                  <a16:creationId xmlns:a16="http://schemas.microsoft.com/office/drawing/2014/main" id="{79107F6F-A6C8-4A5E-A666-8E7C2CCE78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4" y="3196"/>
              <a:ext cx="129" cy="619"/>
            </a:xfrm>
            <a:custGeom>
              <a:avLst/>
              <a:gdLst>
                <a:gd name="T0" fmla="*/ 109 w 121"/>
                <a:gd name="T1" fmla="*/ 0 h 579"/>
                <a:gd name="T2" fmla="*/ 141 w 121"/>
                <a:gd name="T3" fmla="*/ 169 h 579"/>
                <a:gd name="T4" fmla="*/ 147 w 121"/>
                <a:gd name="T5" fmla="*/ 377 h 579"/>
                <a:gd name="T6" fmla="*/ 109 w 121"/>
                <a:gd name="T7" fmla="*/ 622 h 579"/>
                <a:gd name="T8" fmla="*/ 88 w 121"/>
                <a:gd name="T9" fmla="*/ 701 h 579"/>
                <a:gd name="T10" fmla="*/ 74 w 121"/>
                <a:gd name="T11" fmla="*/ 579 h 579"/>
                <a:gd name="T12" fmla="*/ 87 w 121"/>
                <a:gd name="T13" fmla="*/ 567 h 579"/>
                <a:gd name="T14" fmla="*/ 50 w 121"/>
                <a:gd name="T15" fmla="*/ 578 h 579"/>
                <a:gd name="T16" fmla="*/ 0 w 121"/>
                <a:gd name="T17" fmla="*/ 570 h 579"/>
                <a:gd name="T18" fmla="*/ 86 w 121"/>
                <a:gd name="T19" fmla="*/ 547 h 579"/>
                <a:gd name="T20" fmla="*/ 111 w 121"/>
                <a:gd name="T21" fmla="*/ 414 h 579"/>
                <a:gd name="T22" fmla="*/ 124 w 121"/>
                <a:gd name="T23" fmla="*/ 229 h 579"/>
                <a:gd name="T24" fmla="*/ 109 w 121"/>
                <a:gd name="T25" fmla="*/ 30 h 57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21" h="579">
                  <a:moveTo>
                    <a:pt x="90" y="0"/>
                  </a:moveTo>
                  <a:cubicBezTo>
                    <a:pt x="90" y="46"/>
                    <a:pt x="112" y="91"/>
                    <a:pt x="116" y="138"/>
                  </a:cubicBezTo>
                  <a:cubicBezTo>
                    <a:pt x="120" y="195"/>
                    <a:pt x="121" y="252"/>
                    <a:pt x="121" y="309"/>
                  </a:cubicBezTo>
                  <a:cubicBezTo>
                    <a:pt x="121" y="378"/>
                    <a:pt x="83" y="440"/>
                    <a:pt x="90" y="509"/>
                  </a:cubicBezTo>
                  <a:cubicBezTo>
                    <a:pt x="91" y="520"/>
                    <a:pt x="89" y="579"/>
                    <a:pt x="73" y="574"/>
                  </a:cubicBezTo>
                  <a:cubicBezTo>
                    <a:pt x="92" y="537"/>
                    <a:pt x="65" y="509"/>
                    <a:pt x="61" y="474"/>
                  </a:cubicBezTo>
                  <a:cubicBezTo>
                    <a:pt x="65" y="471"/>
                    <a:pt x="69" y="467"/>
                    <a:pt x="72" y="464"/>
                  </a:cubicBezTo>
                  <a:cubicBezTo>
                    <a:pt x="62" y="464"/>
                    <a:pt x="52" y="471"/>
                    <a:pt x="41" y="473"/>
                  </a:cubicBezTo>
                  <a:cubicBezTo>
                    <a:pt x="25" y="476"/>
                    <a:pt x="15" y="468"/>
                    <a:pt x="0" y="467"/>
                  </a:cubicBezTo>
                  <a:cubicBezTo>
                    <a:pt x="24" y="468"/>
                    <a:pt x="55" y="465"/>
                    <a:pt x="71" y="448"/>
                  </a:cubicBezTo>
                  <a:cubicBezTo>
                    <a:pt x="94" y="423"/>
                    <a:pt x="91" y="371"/>
                    <a:pt x="92" y="339"/>
                  </a:cubicBezTo>
                  <a:cubicBezTo>
                    <a:pt x="93" y="288"/>
                    <a:pt x="104" y="238"/>
                    <a:pt x="102" y="187"/>
                  </a:cubicBezTo>
                  <a:cubicBezTo>
                    <a:pt x="99" y="134"/>
                    <a:pt x="103" y="76"/>
                    <a:pt x="90" y="24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6225" name="Freeform 768">
              <a:extLst>
                <a:ext uri="{FF2B5EF4-FFF2-40B4-BE49-F238E27FC236}">
                  <a16:creationId xmlns:a16="http://schemas.microsoft.com/office/drawing/2014/main" id="{6650DF78-7C6C-4B16-8FDC-FF97C52F2A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1" y="3835"/>
              <a:ext cx="166" cy="138"/>
            </a:xfrm>
            <a:custGeom>
              <a:avLst/>
              <a:gdLst>
                <a:gd name="T0" fmla="*/ 0 w 155"/>
                <a:gd name="T1" fmla="*/ 6 h 129"/>
                <a:gd name="T2" fmla="*/ 43 w 155"/>
                <a:gd name="T3" fmla="*/ 48 h 129"/>
                <a:gd name="T4" fmla="*/ 91 w 155"/>
                <a:gd name="T5" fmla="*/ 94 h 129"/>
                <a:gd name="T6" fmla="*/ 135 w 155"/>
                <a:gd name="T7" fmla="*/ 127 h 129"/>
                <a:gd name="T8" fmla="*/ 191 w 155"/>
                <a:gd name="T9" fmla="*/ 150 h 129"/>
                <a:gd name="T10" fmla="*/ 144 w 155"/>
                <a:gd name="T11" fmla="*/ 158 h 129"/>
                <a:gd name="T12" fmla="*/ 134 w 155"/>
                <a:gd name="T13" fmla="*/ 143 h 129"/>
                <a:gd name="T14" fmla="*/ 107 w 155"/>
                <a:gd name="T15" fmla="*/ 125 h 129"/>
                <a:gd name="T16" fmla="*/ 80 w 155"/>
                <a:gd name="T17" fmla="*/ 103 h 129"/>
                <a:gd name="T18" fmla="*/ 65 w 155"/>
                <a:gd name="T19" fmla="*/ 80 h 129"/>
                <a:gd name="T20" fmla="*/ 42 w 155"/>
                <a:gd name="T21" fmla="*/ 59 h 129"/>
                <a:gd name="T22" fmla="*/ 24 w 155"/>
                <a:gd name="T23" fmla="*/ 39 h 129"/>
                <a:gd name="T24" fmla="*/ 0 w 155"/>
                <a:gd name="T25" fmla="*/ 4 h 12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55" h="129">
                  <a:moveTo>
                    <a:pt x="0" y="6"/>
                  </a:moveTo>
                  <a:cubicBezTo>
                    <a:pt x="16" y="0"/>
                    <a:pt x="28" y="29"/>
                    <a:pt x="35" y="39"/>
                  </a:cubicBezTo>
                  <a:cubicBezTo>
                    <a:pt x="46" y="54"/>
                    <a:pt x="61" y="64"/>
                    <a:pt x="74" y="77"/>
                  </a:cubicBezTo>
                  <a:cubicBezTo>
                    <a:pt x="86" y="87"/>
                    <a:pt x="96" y="96"/>
                    <a:pt x="110" y="104"/>
                  </a:cubicBezTo>
                  <a:cubicBezTo>
                    <a:pt x="124" y="111"/>
                    <a:pt x="143" y="109"/>
                    <a:pt x="155" y="122"/>
                  </a:cubicBezTo>
                  <a:cubicBezTo>
                    <a:pt x="141" y="118"/>
                    <a:pt x="129" y="119"/>
                    <a:pt x="117" y="129"/>
                  </a:cubicBezTo>
                  <a:cubicBezTo>
                    <a:pt x="117" y="121"/>
                    <a:pt x="115" y="120"/>
                    <a:pt x="109" y="117"/>
                  </a:cubicBezTo>
                  <a:cubicBezTo>
                    <a:pt x="100" y="113"/>
                    <a:pt x="94" y="108"/>
                    <a:pt x="87" y="102"/>
                  </a:cubicBezTo>
                  <a:cubicBezTo>
                    <a:pt x="79" y="96"/>
                    <a:pt x="71" y="92"/>
                    <a:pt x="65" y="84"/>
                  </a:cubicBezTo>
                  <a:cubicBezTo>
                    <a:pt x="61" y="78"/>
                    <a:pt x="58" y="71"/>
                    <a:pt x="53" y="65"/>
                  </a:cubicBezTo>
                  <a:cubicBezTo>
                    <a:pt x="48" y="58"/>
                    <a:pt x="41" y="54"/>
                    <a:pt x="34" y="48"/>
                  </a:cubicBezTo>
                  <a:cubicBezTo>
                    <a:pt x="28" y="44"/>
                    <a:pt x="24" y="38"/>
                    <a:pt x="20" y="32"/>
                  </a:cubicBezTo>
                  <a:cubicBezTo>
                    <a:pt x="14" y="22"/>
                    <a:pt x="9" y="11"/>
                    <a:pt x="0" y="4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6226" name="Freeform 769">
              <a:extLst>
                <a:ext uri="{FF2B5EF4-FFF2-40B4-BE49-F238E27FC236}">
                  <a16:creationId xmlns:a16="http://schemas.microsoft.com/office/drawing/2014/main" id="{AF02CDA7-F5C2-42FD-9EF7-B41E9F5C41E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4" y="3801"/>
              <a:ext cx="99" cy="30"/>
            </a:xfrm>
            <a:custGeom>
              <a:avLst/>
              <a:gdLst>
                <a:gd name="T0" fmla="*/ 115 w 92"/>
                <a:gd name="T1" fmla="*/ 10 h 28"/>
                <a:gd name="T2" fmla="*/ 81 w 92"/>
                <a:gd name="T3" fmla="*/ 10 h 28"/>
                <a:gd name="T4" fmla="*/ 57 w 92"/>
                <a:gd name="T5" fmla="*/ 19 h 28"/>
                <a:gd name="T6" fmla="*/ 26 w 92"/>
                <a:gd name="T7" fmla="*/ 18 h 28"/>
                <a:gd name="T8" fmla="*/ 0 w 92"/>
                <a:gd name="T9" fmla="*/ 34 h 28"/>
                <a:gd name="T10" fmla="*/ 48 w 92"/>
                <a:gd name="T11" fmla="*/ 10 h 28"/>
                <a:gd name="T12" fmla="*/ 80 w 92"/>
                <a:gd name="T13" fmla="*/ 1 h 28"/>
                <a:gd name="T14" fmla="*/ 111 w 92"/>
                <a:gd name="T15" fmla="*/ 14 h 2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2" h="28">
                  <a:moveTo>
                    <a:pt x="92" y="7"/>
                  </a:moveTo>
                  <a:cubicBezTo>
                    <a:pt x="84" y="10"/>
                    <a:pt x="74" y="5"/>
                    <a:pt x="65" y="7"/>
                  </a:cubicBezTo>
                  <a:cubicBezTo>
                    <a:pt x="58" y="8"/>
                    <a:pt x="53" y="14"/>
                    <a:pt x="46" y="16"/>
                  </a:cubicBezTo>
                  <a:cubicBezTo>
                    <a:pt x="37" y="18"/>
                    <a:pt x="29" y="12"/>
                    <a:pt x="20" y="15"/>
                  </a:cubicBezTo>
                  <a:cubicBezTo>
                    <a:pt x="13" y="17"/>
                    <a:pt x="6" y="23"/>
                    <a:pt x="0" y="28"/>
                  </a:cubicBezTo>
                  <a:cubicBezTo>
                    <a:pt x="8" y="12"/>
                    <a:pt x="24" y="9"/>
                    <a:pt x="39" y="7"/>
                  </a:cubicBezTo>
                  <a:cubicBezTo>
                    <a:pt x="48" y="7"/>
                    <a:pt x="56" y="2"/>
                    <a:pt x="64" y="1"/>
                  </a:cubicBezTo>
                  <a:cubicBezTo>
                    <a:pt x="75" y="0"/>
                    <a:pt x="81" y="5"/>
                    <a:pt x="89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6227" name="Freeform 770">
              <a:extLst>
                <a:ext uri="{FF2B5EF4-FFF2-40B4-BE49-F238E27FC236}">
                  <a16:creationId xmlns:a16="http://schemas.microsoft.com/office/drawing/2014/main" id="{80BF71F9-9DC8-425A-AE93-FA9537D5322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5" y="2518"/>
              <a:ext cx="31" cy="30"/>
            </a:xfrm>
            <a:custGeom>
              <a:avLst/>
              <a:gdLst>
                <a:gd name="T0" fmla="*/ 11 w 29"/>
                <a:gd name="T1" fmla="*/ 0 h 28"/>
                <a:gd name="T2" fmla="*/ 0 w 29"/>
                <a:gd name="T3" fmla="*/ 30 h 28"/>
                <a:gd name="T4" fmla="*/ 19 w 29"/>
                <a:gd name="T5" fmla="*/ 11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28">
                  <a:moveTo>
                    <a:pt x="8" y="0"/>
                  </a:moveTo>
                  <a:cubicBezTo>
                    <a:pt x="11" y="8"/>
                    <a:pt x="13" y="25"/>
                    <a:pt x="0" y="24"/>
                  </a:cubicBezTo>
                  <a:cubicBezTo>
                    <a:pt x="11" y="28"/>
                    <a:pt x="29" y="20"/>
                    <a:pt x="16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6228" name="Freeform 771">
              <a:extLst>
                <a:ext uri="{FF2B5EF4-FFF2-40B4-BE49-F238E27FC236}">
                  <a16:creationId xmlns:a16="http://schemas.microsoft.com/office/drawing/2014/main" id="{FF601D10-80EC-45C4-AEB0-CC90D0640E7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3" y="2678"/>
              <a:ext cx="330" cy="109"/>
            </a:xfrm>
            <a:custGeom>
              <a:avLst/>
              <a:gdLst>
                <a:gd name="T0" fmla="*/ 370 w 309"/>
                <a:gd name="T1" fmla="*/ 1 h 102"/>
                <a:gd name="T2" fmla="*/ 374 w 309"/>
                <a:gd name="T3" fmla="*/ 2 h 102"/>
                <a:gd name="T4" fmla="*/ 346 w 309"/>
                <a:gd name="T5" fmla="*/ 12 h 102"/>
                <a:gd name="T6" fmla="*/ 304 w 309"/>
                <a:gd name="T7" fmla="*/ 24 h 102"/>
                <a:gd name="T8" fmla="*/ 239 w 309"/>
                <a:gd name="T9" fmla="*/ 38 h 102"/>
                <a:gd name="T10" fmla="*/ 150 w 309"/>
                <a:gd name="T11" fmla="*/ 68 h 102"/>
                <a:gd name="T12" fmla="*/ 0 w 309"/>
                <a:gd name="T13" fmla="*/ 124 h 102"/>
                <a:gd name="T14" fmla="*/ 43 w 309"/>
                <a:gd name="T15" fmla="*/ 91 h 102"/>
                <a:gd name="T16" fmla="*/ 103 w 309"/>
                <a:gd name="T17" fmla="*/ 72 h 102"/>
                <a:gd name="T18" fmla="*/ 203 w 309"/>
                <a:gd name="T19" fmla="*/ 36 h 102"/>
                <a:gd name="T20" fmla="*/ 297 w 309"/>
                <a:gd name="T21" fmla="*/ 14 h 102"/>
                <a:gd name="T22" fmla="*/ 342 w 309"/>
                <a:gd name="T23" fmla="*/ 6 h 102"/>
                <a:gd name="T24" fmla="*/ 376 w 309"/>
                <a:gd name="T25" fmla="*/ 0 h 10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09" h="102">
                  <a:moveTo>
                    <a:pt x="303" y="1"/>
                  </a:moveTo>
                  <a:cubicBezTo>
                    <a:pt x="304" y="1"/>
                    <a:pt x="306" y="1"/>
                    <a:pt x="307" y="2"/>
                  </a:cubicBezTo>
                  <a:cubicBezTo>
                    <a:pt x="301" y="6"/>
                    <a:pt x="291" y="6"/>
                    <a:pt x="284" y="9"/>
                  </a:cubicBezTo>
                  <a:cubicBezTo>
                    <a:pt x="272" y="13"/>
                    <a:pt x="262" y="18"/>
                    <a:pt x="250" y="20"/>
                  </a:cubicBezTo>
                  <a:cubicBezTo>
                    <a:pt x="232" y="22"/>
                    <a:pt x="215" y="28"/>
                    <a:pt x="197" y="32"/>
                  </a:cubicBezTo>
                  <a:cubicBezTo>
                    <a:pt x="171" y="37"/>
                    <a:pt x="147" y="45"/>
                    <a:pt x="123" y="56"/>
                  </a:cubicBezTo>
                  <a:cubicBezTo>
                    <a:pt x="84" y="76"/>
                    <a:pt x="33" y="76"/>
                    <a:pt x="0" y="102"/>
                  </a:cubicBezTo>
                  <a:cubicBezTo>
                    <a:pt x="12" y="91"/>
                    <a:pt x="21" y="82"/>
                    <a:pt x="35" y="75"/>
                  </a:cubicBezTo>
                  <a:cubicBezTo>
                    <a:pt x="51" y="67"/>
                    <a:pt x="67" y="63"/>
                    <a:pt x="84" y="59"/>
                  </a:cubicBezTo>
                  <a:cubicBezTo>
                    <a:pt x="112" y="52"/>
                    <a:pt x="139" y="40"/>
                    <a:pt x="167" y="30"/>
                  </a:cubicBezTo>
                  <a:cubicBezTo>
                    <a:pt x="192" y="22"/>
                    <a:pt x="217" y="16"/>
                    <a:pt x="243" y="11"/>
                  </a:cubicBezTo>
                  <a:cubicBezTo>
                    <a:pt x="256" y="8"/>
                    <a:pt x="269" y="8"/>
                    <a:pt x="281" y="6"/>
                  </a:cubicBezTo>
                  <a:cubicBezTo>
                    <a:pt x="290" y="4"/>
                    <a:pt x="300" y="1"/>
                    <a:pt x="30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6229" name="Freeform 772">
              <a:extLst>
                <a:ext uri="{FF2B5EF4-FFF2-40B4-BE49-F238E27FC236}">
                  <a16:creationId xmlns:a16="http://schemas.microsoft.com/office/drawing/2014/main" id="{7D0EE5B8-C79C-4445-8274-129E81255D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7" y="3021"/>
              <a:ext cx="115" cy="89"/>
            </a:xfrm>
            <a:custGeom>
              <a:avLst/>
              <a:gdLst>
                <a:gd name="T0" fmla="*/ 130 w 108"/>
                <a:gd name="T1" fmla="*/ 75 h 83"/>
                <a:gd name="T2" fmla="*/ 100 w 108"/>
                <a:gd name="T3" fmla="*/ 29 h 83"/>
                <a:gd name="T4" fmla="*/ 69 w 108"/>
                <a:gd name="T5" fmla="*/ 6 h 83"/>
                <a:gd name="T6" fmla="*/ 34 w 108"/>
                <a:gd name="T7" fmla="*/ 1 h 83"/>
                <a:gd name="T8" fmla="*/ 0 w 108"/>
                <a:gd name="T9" fmla="*/ 12 h 83"/>
                <a:gd name="T10" fmla="*/ 46 w 108"/>
                <a:gd name="T11" fmla="*/ 11 h 83"/>
                <a:gd name="T12" fmla="*/ 77 w 108"/>
                <a:gd name="T13" fmla="*/ 23 h 83"/>
                <a:gd name="T14" fmla="*/ 99 w 108"/>
                <a:gd name="T15" fmla="*/ 68 h 83"/>
                <a:gd name="T16" fmla="*/ 93 w 108"/>
                <a:gd name="T17" fmla="*/ 102 h 83"/>
                <a:gd name="T18" fmla="*/ 130 w 108"/>
                <a:gd name="T19" fmla="*/ 79 h 8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08" h="83">
                  <a:moveTo>
                    <a:pt x="108" y="61"/>
                  </a:moveTo>
                  <a:cubicBezTo>
                    <a:pt x="102" y="44"/>
                    <a:pt x="99" y="35"/>
                    <a:pt x="83" y="23"/>
                  </a:cubicBezTo>
                  <a:cubicBezTo>
                    <a:pt x="76" y="16"/>
                    <a:pt x="66" y="10"/>
                    <a:pt x="57" y="6"/>
                  </a:cubicBezTo>
                  <a:cubicBezTo>
                    <a:pt x="49" y="3"/>
                    <a:pt x="37" y="0"/>
                    <a:pt x="28" y="1"/>
                  </a:cubicBezTo>
                  <a:cubicBezTo>
                    <a:pt x="19" y="2"/>
                    <a:pt x="7" y="9"/>
                    <a:pt x="0" y="9"/>
                  </a:cubicBezTo>
                  <a:cubicBezTo>
                    <a:pt x="13" y="9"/>
                    <a:pt x="25" y="5"/>
                    <a:pt x="38" y="8"/>
                  </a:cubicBezTo>
                  <a:cubicBezTo>
                    <a:pt x="47" y="11"/>
                    <a:pt x="56" y="15"/>
                    <a:pt x="64" y="19"/>
                  </a:cubicBezTo>
                  <a:cubicBezTo>
                    <a:pt x="78" y="26"/>
                    <a:pt x="89" y="37"/>
                    <a:pt x="82" y="55"/>
                  </a:cubicBezTo>
                  <a:cubicBezTo>
                    <a:pt x="79" y="63"/>
                    <a:pt x="61" y="83"/>
                    <a:pt x="77" y="83"/>
                  </a:cubicBezTo>
                  <a:cubicBezTo>
                    <a:pt x="86" y="83"/>
                    <a:pt x="102" y="70"/>
                    <a:pt x="108" y="6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6230" name="Freeform 773">
              <a:extLst>
                <a:ext uri="{FF2B5EF4-FFF2-40B4-BE49-F238E27FC236}">
                  <a16:creationId xmlns:a16="http://schemas.microsoft.com/office/drawing/2014/main" id="{C5619C0E-A597-47F5-BF16-0B413BAE267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2" y="2535"/>
              <a:ext cx="39" cy="149"/>
            </a:xfrm>
            <a:custGeom>
              <a:avLst/>
              <a:gdLst>
                <a:gd name="T0" fmla="*/ 40 w 37"/>
                <a:gd name="T1" fmla="*/ 0 h 140"/>
                <a:gd name="T2" fmla="*/ 41 w 37"/>
                <a:gd name="T3" fmla="*/ 100 h 140"/>
                <a:gd name="T4" fmla="*/ 37 w 37"/>
                <a:gd name="T5" fmla="*/ 146 h 140"/>
                <a:gd name="T6" fmla="*/ 0 w 37"/>
                <a:gd name="T7" fmla="*/ 169 h 140"/>
                <a:gd name="T8" fmla="*/ 32 w 37"/>
                <a:gd name="T9" fmla="*/ 134 h 140"/>
                <a:gd name="T10" fmla="*/ 28 w 37"/>
                <a:gd name="T11" fmla="*/ 87 h 140"/>
                <a:gd name="T12" fmla="*/ 37 w 37"/>
                <a:gd name="T13" fmla="*/ 6 h 1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7" h="140">
                  <a:moveTo>
                    <a:pt x="34" y="0"/>
                  </a:moveTo>
                  <a:cubicBezTo>
                    <a:pt x="23" y="29"/>
                    <a:pt x="32" y="55"/>
                    <a:pt x="35" y="83"/>
                  </a:cubicBezTo>
                  <a:cubicBezTo>
                    <a:pt x="36" y="95"/>
                    <a:pt x="37" y="112"/>
                    <a:pt x="31" y="121"/>
                  </a:cubicBezTo>
                  <a:cubicBezTo>
                    <a:pt x="24" y="132"/>
                    <a:pt x="10" y="134"/>
                    <a:pt x="0" y="140"/>
                  </a:cubicBezTo>
                  <a:cubicBezTo>
                    <a:pt x="12" y="132"/>
                    <a:pt x="22" y="125"/>
                    <a:pt x="27" y="111"/>
                  </a:cubicBezTo>
                  <a:cubicBezTo>
                    <a:pt x="32" y="98"/>
                    <a:pt x="27" y="85"/>
                    <a:pt x="25" y="72"/>
                  </a:cubicBezTo>
                  <a:cubicBezTo>
                    <a:pt x="22" y="51"/>
                    <a:pt x="16" y="22"/>
                    <a:pt x="31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6231" name="Freeform 774">
              <a:extLst>
                <a:ext uri="{FF2B5EF4-FFF2-40B4-BE49-F238E27FC236}">
                  <a16:creationId xmlns:a16="http://schemas.microsoft.com/office/drawing/2014/main" id="{68D86CAF-1C97-4E84-88AF-792F3C02CA5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7" y="2597"/>
              <a:ext cx="51" cy="131"/>
            </a:xfrm>
            <a:custGeom>
              <a:avLst/>
              <a:gdLst>
                <a:gd name="T0" fmla="*/ 52 w 47"/>
                <a:gd name="T1" fmla="*/ 0 h 123"/>
                <a:gd name="T2" fmla="*/ 0 w 47"/>
                <a:gd name="T3" fmla="*/ 111 h 123"/>
                <a:gd name="T4" fmla="*/ 34 w 47"/>
                <a:gd name="T5" fmla="*/ 67 h 123"/>
                <a:gd name="T6" fmla="*/ 47 w 47"/>
                <a:gd name="T7" fmla="*/ 1 h 1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7" h="123">
                  <a:moveTo>
                    <a:pt x="41" y="0"/>
                  </a:moveTo>
                  <a:cubicBezTo>
                    <a:pt x="35" y="19"/>
                    <a:pt x="47" y="123"/>
                    <a:pt x="0" y="92"/>
                  </a:cubicBezTo>
                  <a:cubicBezTo>
                    <a:pt x="20" y="94"/>
                    <a:pt x="22" y="70"/>
                    <a:pt x="27" y="55"/>
                  </a:cubicBezTo>
                  <a:cubicBezTo>
                    <a:pt x="32" y="38"/>
                    <a:pt x="38" y="20"/>
                    <a:pt x="37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6232" name="Freeform 775">
              <a:extLst>
                <a:ext uri="{FF2B5EF4-FFF2-40B4-BE49-F238E27FC236}">
                  <a16:creationId xmlns:a16="http://schemas.microsoft.com/office/drawing/2014/main" id="{432EFA66-47DD-4E17-8B76-E9C032FE023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0" y="2182"/>
              <a:ext cx="415" cy="314"/>
            </a:xfrm>
            <a:custGeom>
              <a:avLst/>
              <a:gdLst>
                <a:gd name="T0" fmla="*/ 473 w 389"/>
                <a:gd name="T1" fmla="*/ 19 h 294"/>
                <a:gd name="T2" fmla="*/ 444 w 389"/>
                <a:gd name="T3" fmla="*/ 22 h 294"/>
                <a:gd name="T4" fmla="*/ 422 w 389"/>
                <a:gd name="T5" fmla="*/ 41 h 294"/>
                <a:gd name="T6" fmla="*/ 402 w 389"/>
                <a:gd name="T7" fmla="*/ 107 h 294"/>
                <a:gd name="T8" fmla="*/ 317 w 389"/>
                <a:gd name="T9" fmla="*/ 236 h 294"/>
                <a:gd name="T10" fmla="*/ 50 w 389"/>
                <a:gd name="T11" fmla="*/ 354 h 294"/>
                <a:gd name="T12" fmla="*/ 0 w 389"/>
                <a:gd name="T13" fmla="*/ 358 h 294"/>
                <a:gd name="T14" fmla="*/ 186 w 389"/>
                <a:gd name="T15" fmla="*/ 291 h 294"/>
                <a:gd name="T16" fmla="*/ 266 w 389"/>
                <a:gd name="T17" fmla="*/ 240 h 294"/>
                <a:gd name="T18" fmla="*/ 338 w 389"/>
                <a:gd name="T19" fmla="*/ 183 h 294"/>
                <a:gd name="T20" fmla="*/ 406 w 389"/>
                <a:gd name="T21" fmla="*/ 46 h 294"/>
                <a:gd name="T22" fmla="*/ 428 w 389"/>
                <a:gd name="T23" fmla="*/ 4 h 294"/>
                <a:gd name="T24" fmla="*/ 469 w 389"/>
                <a:gd name="T25" fmla="*/ 3 h 29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89" h="294">
                  <a:moveTo>
                    <a:pt x="389" y="16"/>
                  </a:moveTo>
                  <a:cubicBezTo>
                    <a:pt x="383" y="19"/>
                    <a:pt x="374" y="15"/>
                    <a:pt x="366" y="19"/>
                  </a:cubicBezTo>
                  <a:cubicBezTo>
                    <a:pt x="359" y="21"/>
                    <a:pt x="353" y="28"/>
                    <a:pt x="348" y="34"/>
                  </a:cubicBezTo>
                  <a:cubicBezTo>
                    <a:pt x="336" y="49"/>
                    <a:pt x="335" y="69"/>
                    <a:pt x="331" y="88"/>
                  </a:cubicBezTo>
                  <a:cubicBezTo>
                    <a:pt x="322" y="133"/>
                    <a:pt x="295" y="165"/>
                    <a:pt x="261" y="194"/>
                  </a:cubicBezTo>
                  <a:cubicBezTo>
                    <a:pt x="198" y="249"/>
                    <a:pt x="120" y="271"/>
                    <a:pt x="41" y="290"/>
                  </a:cubicBezTo>
                  <a:cubicBezTo>
                    <a:pt x="27" y="293"/>
                    <a:pt x="11" y="293"/>
                    <a:pt x="0" y="294"/>
                  </a:cubicBezTo>
                  <a:cubicBezTo>
                    <a:pt x="53" y="278"/>
                    <a:pt x="104" y="263"/>
                    <a:pt x="153" y="239"/>
                  </a:cubicBezTo>
                  <a:cubicBezTo>
                    <a:pt x="176" y="228"/>
                    <a:pt x="196" y="211"/>
                    <a:pt x="218" y="198"/>
                  </a:cubicBezTo>
                  <a:cubicBezTo>
                    <a:pt x="242" y="185"/>
                    <a:pt x="260" y="172"/>
                    <a:pt x="278" y="150"/>
                  </a:cubicBezTo>
                  <a:cubicBezTo>
                    <a:pt x="305" y="118"/>
                    <a:pt x="322" y="76"/>
                    <a:pt x="335" y="37"/>
                  </a:cubicBezTo>
                  <a:cubicBezTo>
                    <a:pt x="340" y="25"/>
                    <a:pt x="338" y="10"/>
                    <a:pt x="352" y="4"/>
                  </a:cubicBezTo>
                  <a:cubicBezTo>
                    <a:pt x="360" y="0"/>
                    <a:pt x="378" y="1"/>
                    <a:pt x="386" y="3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6233" name="Freeform 776">
              <a:extLst>
                <a:ext uri="{FF2B5EF4-FFF2-40B4-BE49-F238E27FC236}">
                  <a16:creationId xmlns:a16="http://schemas.microsoft.com/office/drawing/2014/main" id="{3BAC5D41-7217-4A8C-8CD4-79CC3F6882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1" y="1988"/>
              <a:ext cx="352" cy="67"/>
            </a:xfrm>
            <a:custGeom>
              <a:avLst/>
              <a:gdLst>
                <a:gd name="T0" fmla="*/ 400 w 330"/>
                <a:gd name="T1" fmla="*/ 0 h 63"/>
                <a:gd name="T2" fmla="*/ 260 w 330"/>
                <a:gd name="T3" fmla="*/ 61 h 63"/>
                <a:gd name="T4" fmla="*/ 127 w 330"/>
                <a:gd name="T5" fmla="*/ 62 h 63"/>
                <a:gd name="T6" fmla="*/ 5 w 330"/>
                <a:gd name="T7" fmla="*/ 52 h 63"/>
                <a:gd name="T8" fmla="*/ 140 w 330"/>
                <a:gd name="T9" fmla="*/ 52 h 63"/>
                <a:gd name="T10" fmla="*/ 400 w 330"/>
                <a:gd name="T11" fmla="*/ 0 h 6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30" h="63">
                  <a:moveTo>
                    <a:pt x="330" y="0"/>
                  </a:moveTo>
                  <a:cubicBezTo>
                    <a:pt x="330" y="0"/>
                    <a:pt x="257" y="46"/>
                    <a:pt x="215" y="51"/>
                  </a:cubicBezTo>
                  <a:cubicBezTo>
                    <a:pt x="173" y="55"/>
                    <a:pt x="152" y="61"/>
                    <a:pt x="105" y="52"/>
                  </a:cubicBezTo>
                  <a:cubicBezTo>
                    <a:pt x="58" y="43"/>
                    <a:pt x="9" y="42"/>
                    <a:pt x="5" y="43"/>
                  </a:cubicBezTo>
                  <a:cubicBezTo>
                    <a:pt x="0" y="45"/>
                    <a:pt x="77" y="43"/>
                    <a:pt x="115" y="43"/>
                  </a:cubicBezTo>
                  <a:cubicBezTo>
                    <a:pt x="153" y="43"/>
                    <a:pt x="185" y="63"/>
                    <a:pt x="33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6234" name="Freeform 777">
              <a:extLst>
                <a:ext uri="{FF2B5EF4-FFF2-40B4-BE49-F238E27FC236}">
                  <a16:creationId xmlns:a16="http://schemas.microsoft.com/office/drawing/2014/main" id="{81FACA51-0B9C-4914-8A1D-F784CFBC326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1" y="1823"/>
              <a:ext cx="132" cy="116"/>
            </a:xfrm>
            <a:custGeom>
              <a:avLst/>
              <a:gdLst>
                <a:gd name="T0" fmla="*/ 150 w 124"/>
                <a:gd name="T1" fmla="*/ 118 h 109"/>
                <a:gd name="T2" fmla="*/ 52 w 124"/>
                <a:gd name="T3" fmla="*/ 105 h 109"/>
                <a:gd name="T4" fmla="*/ 12 w 124"/>
                <a:gd name="T5" fmla="*/ 65 h 109"/>
                <a:gd name="T6" fmla="*/ 1 w 124"/>
                <a:gd name="T7" fmla="*/ 0 h 109"/>
                <a:gd name="T8" fmla="*/ 57 w 124"/>
                <a:gd name="T9" fmla="*/ 96 h 109"/>
                <a:gd name="T10" fmla="*/ 144 w 124"/>
                <a:gd name="T11" fmla="*/ 118 h 10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4" h="109">
                  <a:moveTo>
                    <a:pt x="124" y="98"/>
                  </a:moveTo>
                  <a:cubicBezTo>
                    <a:pt x="99" y="109"/>
                    <a:pt x="66" y="99"/>
                    <a:pt x="43" y="87"/>
                  </a:cubicBezTo>
                  <a:cubicBezTo>
                    <a:pt x="30" y="80"/>
                    <a:pt x="16" y="68"/>
                    <a:pt x="9" y="54"/>
                  </a:cubicBezTo>
                  <a:cubicBezTo>
                    <a:pt x="0" y="37"/>
                    <a:pt x="6" y="17"/>
                    <a:pt x="1" y="0"/>
                  </a:cubicBezTo>
                  <a:cubicBezTo>
                    <a:pt x="16" y="27"/>
                    <a:pt x="18" y="62"/>
                    <a:pt x="48" y="80"/>
                  </a:cubicBezTo>
                  <a:cubicBezTo>
                    <a:pt x="67" y="91"/>
                    <a:pt x="98" y="91"/>
                    <a:pt x="119" y="9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6235" name="Freeform 778">
              <a:extLst>
                <a:ext uri="{FF2B5EF4-FFF2-40B4-BE49-F238E27FC236}">
                  <a16:creationId xmlns:a16="http://schemas.microsoft.com/office/drawing/2014/main" id="{EBD6C344-B29A-4410-9BB7-7F8506424901}"/>
                </a:ext>
              </a:extLst>
            </p:cNvPr>
            <p:cNvSpPr>
              <a:spLocks/>
            </p:cNvSpPr>
            <p:nvPr/>
          </p:nvSpPr>
          <p:spPr bwMode="auto">
            <a:xfrm>
              <a:off x="829" y="1630"/>
              <a:ext cx="180" cy="221"/>
            </a:xfrm>
            <a:custGeom>
              <a:avLst/>
              <a:gdLst>
                <a:gd name="T0" fmla="*/ 207 w 168"/>
                <a:gd name="T1" fmla="*/ 35 h 207"/>
                <a:gd name="T2" fmla="*/ 134 w 168"/>
                <a:gd name="T3" fmla="*/ 61 h 207"/>
                <a:gd name="T4" fmla="*/ 85 w 168"/>
                <a:gd name="T5" fmla="*/ 1 h 207"/>
                <a:gd name="T6" fmla="*/ 30 w 168"/>
                <a:gd name="T7" fmla="*/ 53 h 207"/>
                <a:gd name="T8" fmla="*/ 2 w 168"/>
                <a:gd name="T9" fmla="*/ 136 h 207"/>
                <a:gd name="T10" fmla="*/ 30 w 168"/>
                <a:gd name="T11" fmla="*/ 204 h 207"/>
                <a:gd name="T12" fmla="*/ 106 w 168"/>
                <a:gd name="T13" fmla="*/ 249 h 207"/>
                <a:gd name="T14" fmla="*/ 154 w 168"/>
                <a:gd name="T15" fmla="*/ 195 h 207"/>
                <a:gd name="T16" fmla="*/ 169 w 168"/>
                <a:gd name="T17" fmla="*/ 142 h 207"/>
                <a:gd name="T18" fmla="*/ 195 w 168"/>
                <a:gd name="T19" fmla="*/ 62 h 20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68" h="207">
                  <a:moveTo>
                    <a:pt x="168" y="29"/>
                  </a:moveTo>
                  <a:cubicBezTo>
                    <a:pt x="150" y="37"/>
                    <a:pt x="131" y="57"/>
                    <a:pt x="109" y="50"/>
                  </a:cubicBezTo>
                  <a:cubicBezTo>
                    <a:pt x="88" y="43"/>
                    <a:pt x="88" y="0"/>
                    <a:pt x="69" y="1"/>
                  </a:cubicBezTo>
                  <a:cubicBezTo>
                    <a:pt x="58" y="1"/>
                    <a:pt x="29" y="34"/>
                    <a:pt x="24" y="44"/>
                  </a:cubicBezTo>
                  <a:cubicBezTo>
                    <a:pt x="14" y="61"/>
                    <a:pt x="4" y="92"/>
                    <a:pt x="2" y="111"/>
                  </a:cubicBezTo>
                  <a:cubicBezTo>
                    <a:pt x="0" y="135"/>
                    <a:pt x="5" y="153"/>
                    <a:pt x="24" y="168"/>
                  </a:cubicBezTo>
                  <a:cubicBezTo>
                    <a:pt x="38" y="179"/>
                    <a:pt x="68" y="202"/>
                    <a:pt x="86" y="204"/>
                  </a:cubicBezTo>
                  <a:cubicBezTo>
                    <a:pt x="109" y="207"/>
                    <a:pt x="120" y="179"/>
                    <a:pt x="125" y="160"/>
                  </a:cubicBezTo>
                  <a:cubicBezTo>
                    <a:pt x="129" y="145"/>
                    <a:pt x="132" y="131"/>
                    <a:pt x="137" y="117"/>
                  </a:cubicBezTo>
                  <a:cubicBezTo>
                    <a:pt x="142" y="101"/>
                    <a:pt x="162" y="61"/>
                    <a:pt x="159" y="51"/>
                  </a:cubicBezTo>
                </a:path>
              </a:pathLst>
            </a:custGeom>
            <a:solidFill>
              <a:srgbClr val="FAF4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6236" name="Freeform 779">
              <a:extLst>
                <a:ext uri="{FF2B5EF4-FFF2-40B4-BE49-F238E27FC236}">
                  <a16:creationId xmlns:a16="http://schemas.microsoft.com/office/drawing/2014/main" id="{0187EFDB-F988-4078-A6EF-6E5AFD330BC9}"/>
                </a:ext>
              </a:extLst>
            </p:cNvPr>
            <p:cNvSpPr>
              <a:spLocks/>
            </p:cNvSpPr>
            <p:nvPr/>
          </p:nvSpPr>
          <p:spPr bwMode="auto">
            <a:xfrm>
              <a:off x="850" y="1532"/>
              <a:ext cx="121" cy="181"/>
            </a:xfrm>
            <a:custGeom>
              <a:avLst/>
              <a:gdLst>
                <a:gd name="T0" fmla="*/ 108 w 113"/>
                <a:gd name="T1" fmla="*/ 167 h 169"/>
                <a:gd name="T2" fmla="*/ 139 w 113"/>
                <a:gd name="T3" fmla="*/ 71 h 169"/>
                <a:gd name="T4" fmla="*/ 93 w 113"/>
                <a:gd name="T5" fmla="*/ 19 h 169"/>
                <a:gd name="T6" fmla="*/ 50 w 113"/>
                <a:gd name="T7" fmla="*/ 24 h 169"/>
                <a:gd name="T8" fmla="*/ 0 w 113"/>
                <a:gd name="T9" fmla="*/ 208 h 16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3" h="169">
                  <a:moveTo>
                    <a:pt x="88" y="136"/>
                  </a:moveTo>
                  <a:cubicBezTo>
                    <a:pt x="68" y="96"/>
                    <a:pt x="77" y="80"/>
                    <a:pt x="113" y="58"/>
                  </a:cubicBezTo>
                  <a:cubicBezTo>
                    <a:pt x="104" y="45"/>
                    <a:pt x="87" y="29"/>
                    <a:pt x="76" y="16"/>
                  </a:cubicBezTo>
                  <a:cubicBezTo>
                    <a:pt x="61" y="0"/>
                    <a:pt x="54" y="3"/>
                    <a:pt x="41" y="20"/>
                  </a:cubicBezTo>
                  <a:cubicBezTo>
                    <a:pt x="9" y="63"/>
                    <a:pt x="1" y="115"/>
                    <a:pt x="0" y="169"/>
                  </a:cubicBezTo>
                </a:path>
              </a:pathLst>
            </a:custGeom>
            <a:solidFill>
              <a:srgbClr val="FAF4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6237" name="Freeform 780">
              <a:extLst>
                <a:ext uri="{FF2B5EF4-FFF2-40B4-BE49-F238E27FC236}">
                  <a16:creationId xmlns:a16="http://schemas.microsoft.com/office/drawing/2014/main" id="{B3A85A1D-46D6-461B-B49E-E05F7A1618A9}"/>
                </a:ext>
              </a:extLst>
            </p:cNvPr>
            <p:cNvSpPr>
              <a:spLocks/>
            </p:cNvSpPr>
            <p:nvPr/>
          </p:nvSpPr>
          <p:spPr bwMode="auto">
            <a:xfrm>
              <a:off x="917" y="1290"/>
              <a:ext cx="230" cy="264"/>
            </a:xfrm>
            <a:custGeom>
              <a:avLst/>
              <a:gdLst>
                <a:gd name="T0" fmla="*/ 17 w 216"/>
                <a:gd name="T1" fmla="*/ 301 h 247"/>
                <a:gd name="T2" fmla="*/ 58 w 216"/>
                <a:gd name="T3" fmla="*/ 249 h 247"/>
                <a:gd name="T4" fmla="*/ 118 w 216"/>
                <a:gd name="T5" fmla="*/ 251 h 247"/>
                <a:gd name="T6" fmla="*/ 161 w 216"/>
                <a:gd name="T7" fmla="*/ 171 h 247"/>
                <a:gd name="T8" fmla="*/ 247 w 216"/>
                <a:gd name="T9" fmla="*/ 64 h 247"/>
                <a:gd name="T10" fmla="*/ 213 w 216"/>
                <a:gd name="T11" fmla="*/ 3 h 247"/>
                <a:gd name="T12" fmla="*/ 106 w 216"/>
                <a:gd name="T13" fmla="*/ 77 h 247"/>
                <a:gd name="T14" fmla="*/ 39 w 216"/>
                <a:gd name="T15" fmla="*/ 172 h 247"/>
                <a:gd name="T16" fmla="*/ 0 w 216"/>
                <a:gd name="T17" fmla="*/ 289 h 24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16" h="247">
                  <a:moveTo>
                    <a:pt x="14" y="247"/>
                  </a:moveTo>
                  <a:cubicBezTo>
                    <a:pt x="18" y="226"/>
                    <a:pt x="27" y="209"/>
                    <a:pt x="48" y="204"/>
                  </a:cubicBezTo>
                  <a:cubicBezTo>
                    <a:pt x="68" y="199"/>
                    <a:pt x="84" y="217"/>
                    <a:pt x="98" y="206"/>
                  </a:cubicBezTo>
                  <a:cubicBezTo>
                    <a:pt x="113" y="194"/>
                    <a:pt x="121" y="156"/>
                    <a:pt x="133" y="140"/>
                  </a:cubicBezTo>
                  <a:cubicBezTo>
                    <a:pt x="152" y="113"/>
                    <a:pt x="192" y="83"/>
                    <a:pt x="205" y="52"/>
                  </a:cubicBezTo>
                  <a:cubicBezTo>
                    <a:pt x="216" y="26"/>
                    <a:pt x="208" y="0"/>
                    <a:pt x="177" y="3"/>
                  </a:cubicBezTo>
                  <a:cubicBezTo>
                    <a:pt x="141" y="8"/>
                    <a:pt x="112" y="38"/>
                    <a:pt x="88" y="63"/>
                  </a:cubicBezTo>
                  <a:cubicBezTo>
                    <a:pt x="64" y="87"/>
                    <a:pt x="44" y="110"/>
                    <a:pt x="33" y="141"/>
                  </a:cubicBezTo>
                  <a:cubicBezTo>
                    <a:pt x="21" y="171"/>
                    <a:pt x="17" y="211"/>
                    <a:pt x="0" y="237"/>
                  </a:cubicBezTo>
                </a:path>
              </a:pathLst>
            </a:custGeom>
            <a:solidFill>
              <a:srgbClr val="FAF4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6238" name="Freeform 781">
              <a:extLst>
                <a:ext uri="{FF2B5EF4-FFF2-40B4-BE49-F238E27FC236}">
                  <a16:creationId xmlns:a16="http://schemas.microsoft.com/office/drawing/2014/main" id="{83079BB5-F077-4B71-BCC4-18E50D5BF24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9" y="1227"/>
              <a:ext cx="385" cy="230"/>
            </a:xfrm>
            <a:custGeom>
              <a:avLst/>
              <a:gdLst>
                <a:gd name="T0" fmla="*/ 41 w 361"/>
                <a:gd name="T1" fmla="*/ 261 h 216"/>
                <a:gd name="T2" fmla="*/ 81 w 361"/>
                <a:gd name="T3" fmla="*/ 219 h 216"/>
                <a:gd name="T4" fmla="*/ 156 w 361"/>
                <a:gd name="T5" fmla="*/ 184 h 216"/>
                <a:gd name="T6" fmla="*/ 342 w 361"/>
                <a:gd name="T7" fmla="*/ 136 h 216"/>
                <a:gd name="T8" fmla="*/ 423 w 361"/>
                <a:gd name="T9" fmla="*/ 36 h 216"/>
                <a:gd name="T10" fmla="*/ 365 w 361"/>
                <a:gd name="T11" fmla="*/ 1 h 216"/>
                <a:gd name="T12" fmla="*/ 87 w 361"/>
                <a:gd name="T13" fmla="*/ 81 h 216"/>
                <a:gd name="T14" fmla="*/ 0 w 361"/>
                <a:gd name="T15" fmla="*/ 179 h 21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61" h="216">
                  <a:moveTo>
                    <a:pt x="34" y="216"/>
                  </a:moveTo>
                  <a:cubicBezTo>
                    <a:pt x="44" y="211"/>
                    <a:pt x="56" y="190"/>
                    <a:pt x="67" y="181"/>
                  </a:cubicBezTo>
                  <a:cubicBezTo>
                    <a:pt x="86" y="165"/>
                    <a:pt x="105" y="159"/>
                    <a:pt x="128" y="152"/>
                  </a:cubicBezTo>
                  <a:cubicBezTo>
                    <a:pt x="180" y="138"/>
                    <a:pt x="232" y="135"/>
                    <a:pt x="282" y="113"/>
                  </a:cubicBezTo>
                  <a:cubicBezTo>
                    <a:pt x="310" y="101"/>
                    <a:pt x="361" y="67"/>
                    <a:pt x="349" y="30"/>
                  </a:cubicBezTo>
                  <a:cubicBezTo>
                    <a:pt x="343" y="10"/>
                    <a:pt x="321" y="1"/>
                    <a:pt x="301" y="1"/>
                  </a:cubicBezTo>
                  <a:cubicBezTo>
                    <a:pt x="219" y="0"/>
                    <a:pt x="140" y="28"/>
                    <a:pt x="72" y="67"/>
                  </a:cubicBezTo>
                  <a:cubicBezTo>
                    <a:pt x="39" y="86"/>
                    <a:pt x="22" y="117"/>
                    <a:pt x="0" y="148"/>
                  </a:cubicBezTo>
                </a:path>
              </a:pathLst>
            </a:custGeom>
            <a:solidFill>
              <a:srgbClr val="FAF4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6239" name="Freeform 782">
              <a:extLst>
                <a:ext uri="{FF2B5EF4-FFF2-40B4-BE49-F238E27FC236}">
                  <a16:creationId xmlns:a16="http://schemas.microsoft.com/office/drawing/2014/main" id="{691A13B0-F4D3-44C3-A822-3A79E90374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5" y="1326"/>
              <a:ext cx="417" cy="560"/>
            </a:xfrm>
            <a:custGeom>
              <a:avLst/>
              <a:gdLst>
                <a:gd name="T0" fmla="*/ 283 w 390"/>
                <a:gd name="T1" fmla="*/ 31 h 524"/>
                <a:gd name="T2" fmla="*/ 210 w 390"/>
                <a:gd name="T3" fmla="*/ 83 h 524"/>
                <a:gd name="T4" fmla="*/ 121 w 390"/>
                <a:gd name="T5" fmla="*/ 126 h 524"/>
                <a:gd name="T6" fmla="*/ 22 w 390"/>
                <a:gd name="T7" fmla="*/ 230 h 524"/>
                <a:gd name="T8" fmla="*/ 49 w 390"/>
                <a:gd name="T9" fmla="*/ 377 h 524"/>
                <a:gd name="T10" fmla="*/ 64 w 390"/>
                <a:gd name="T11" fmla="*/ 508 h 524"/>
                <a:gd name="T12" fmla="*/ 128 w 390"/>
                <a:gd name="T13" fmla="*/ 577 h 524"/>
                <a:gd name="T14" fmla="*/ 229 w 390"/>
                <a:gd name="T15" fmla="*/ 573 h 524"/>
                <a:gd name="T16" fmla="*/ 303 w 390"/>
                <a:gd name="T17" fmla="*/ 621 h 524"/>
                <a:gd name="T18" fmla="*/ 412 w 390"/>
                <a:gd name="T19" fmla="*/ 611 h 524"/>
                <a:gd name="T20" fmla="*/ 466 w 390"/>
                <a:gd name="T21" fmla="*/ 575 h 524"/>
                <a:gd name="T22" fmla="*/ 472 w 390"/>
                <a:gd name="T23" fmla="*/ 487 h 524"/>
                <a:gd name="T24" fmla="*/ 446 w 390"/>
                <a:gd name="T25" fmla="*/ 267 h 524"/>
                <a:gd name="T26" fmla="*/ 396 w 390"/>
                <a:gd name="T27" fmla="*/ 67 h 524"/>
                <a:gd name="T28" fmla="*/ 281 w 390"/>
                <a:gd name="T29" fmla="*/ 29 h 52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390" h="524">
                  <a:moveTo>
                    <a:pt x="232" y="25"/>
                  </a:moveTo>
                  <a:cubicBezTo>
                    <a:pt x="212" y="39"/>
                    <a:pt x="192" y="54"/>
                    <a:pt x="171" y="68"/>
                  </a:cubicBezTo>
                  <a:cubicBezTo>
                    <a:pt x="148" y="82"/>
                    <a:pt x="121" y="88"/>
                    <a:pt x="99" y="103"/>
                  </a:cubicBezTo>
                  <a:cubicBezTo>
                    <a:pt x="72" y="121"/>
                    <a:pt x="34" y="158"/>
                    <a:pt x="19" y="188"/>
                  </a:cubicBezTo>
                  <a:cubicBezTo>
                    <a:pt x="0" y="229"/>
                    <a:pt x="31" y="270"/>
                    <a:pt x="40" y="309"/>
                  </a:cubicBezTo>
                  <a:cubicBezTo>
                    <a:pt x="48" y="345"/>
                    <a:pt x="50" y="379"/>
                    <a:pt x="52" y="415"/>
                  </a:cubicBezTo>
                  <a:cubicBezTo>
                    <a:pt x="55" y="453"/>
                    <a:pt x="66" y="472"/>
                    <a:pt x="105" y="473"/>
                  </a:cubicBezTo>
                  <a:cubicBezTo>
                    <a:pt x="133" y="473"/>
                    <a:pt x="160" y="461"/>
                    <a:pt x="187" y="470"/>
                  </a:cubicBezTo>
                  <a:cubicBezTo>
                    <a:pt x="213" y="478"/>
                    <a:pt x="226" y="498"/>
                    <a:pt x="248" y="509"/>
                  </a:cubicBezTo>
                  <a:cubicBezTo>
                    <a:pt x="278" y="524"/>
                    <a:pt x="308" y="514"/>
                    <a:pt x="337" y="501"/>
                  </a:cubicBezTo>
                  <a:cubicBezTo>
                    <a:pt x="351" y="494"/>
                    <a:pt x="375" y="486"/>
                    <a:pt x="382" y="471"/>
                  </a:cubicBezTo>
                  <a:cubicBezTo>
                    <a:pt x="390" y="454"/>
                    <a:pt x="387" y="419"/>
                    <a:pt x="385" y="400"/>
                  </a:cubicBezTo>
                  <a:cubicBezTo>
                    <a:pt x="380" y="339"/>
                    <a:pt x="372" y="279"/>
                    <a:pt x="365" y="219"/>
                  </a:cubicBezTo>
                  <a:cubicBezTo>
                    <a:pt x="359" y="164"/>
                    <a:pt x="351" y="105"/>
                    <a:pt x="324" y="55"/>
                  </a:cubicBezTo>
                  <a:cubicBezTo>
                    <a:pt x="306" y="22"/>
                    <a:pt x="269" y="0"/>
                    <a:pt x="230" y="23"/>
                  </a:cubicBezTo>
                </a:path>
              </a:pathLst>
            </a:custGeom>
            <a:solidFill>
              <a:srgbClr val="FAF4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6240" name="Freeform 783">
              <a:extLst>
                <a:ext uri="{FF2B5EF4-FFF2-40B4-BE49-F238E27FC236}">
                  <a16:creationId xmlns:a16="http://schemas.microsoft.com/office/drawing/2014/main" id="{FEB5B14D-7186-41C9-AE23-1B156C8133B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7" y="1922"/>
              <a:ext cx="282" cy="94"/>
            </a:xfrm>
            <a:custGeom>
              <a:avLst/>
              <a:gdLst>
                <a:gd name="T0" fmla="*/ 4 w 264"/>
                <a:gd name="T1" fmla="*/ 40 h 88"/>
                <a:gd name="T2" fmla="*/ 0 w 264"/>
                <a:gd name="T3" fmla="*/ 35 h 88"/>
                <a:gd name="T4" fmla="*/ 91 w 264"/>
                <a:gd name="T5" fmla="*/ 83 h 88"/>
                <a:gd name="T6" fmla="*/ 184 w 264"/>
                <a:gd name="T7" fmla="*/ 105 h 88"/>
                <a:gd name="T8" fmla="*/ 266 w 264"/>
                <a:gd name="T9" fmla="*/ 103 h 88"/>
                <a:gd name="T10" fmla="*/ 319 w 264"/>
                <a:gd name="T11" fmla="*/ 47 h 88"/>
                <a:gd name="T12" fmla="*/ 11 w 264"/>
                <a:gd name="T13" fmla="*/ 37 h 8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4" h="88">
                  <a:moveTo>
                    <a:pt x="4" y="33"/>
                  </a:moveTo>
                  <a:cubicBezTo>
                    <a:pt x="2" y="32"/>
                    <a:pt x="3" y="30"/>
                    <a:pt x="0" y="29"/>
                  </a:cubicBezTo>
                  <a:cubicBezTo>
                    <a:pt x="11" y="46"/>
                    <a:pt x="56" y="61"/>
                    <a:pt x="75" y="68"/>
                  </a:cubicBezTo>
                  <a:cubicBezTo>
                    <a:pt x="100" y="77"/>
                    <a:pt x="125" y="84"/>
                    <a:pt x="151" y="86"/>
                  </a:cubicBezTo>
                  <a:cubicBezTo>
                    <a:pt x="172" y="88"/>
                    <a:pt x="198" y="88"/>
                    <a:pt x="218" y="84"/>
                  </a:cubicBezTo>
                  <a:cubicBezTo>
                    <a:pt x="236" y="80"/>
                    <a:pt x="264" y="60"/>
                    <a:pt x="262" y="38"/>
                  </a:cubicBezTo>
                  <a:cubicBezTo>
                    <a:pt x="257" y="0"/>
                    <a:pt x="51" y="47"/>
                    <a:pt x="8" y="31"/>
                  </a:cubicBezTo>
                </a:path>
              </a:pathLst>
            </a:custGeom>
            <a:solidFill>
              <a:srgbClr val="FAF4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6241" name="Freeform 784">
              <a:extLst>
                <a:ext uri="{FF2B5EF4-FFF2-40B4-BE49-F238E27FC236}">
                  <a16:creationId xmlns:a16="http://schemas.microsoft.com/office/drawing/2014/main" id="{84CCBAD4-0449-4A12-B512-FF467551DB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1" y="1886"/>
              <a:ext cx="501" cy="452"/>
            </a:xfrm>
            <a:custGeom>
              <a:avLst/>
              <a:gdLst>
                <a:gd name="T0" fmla="*/ 307 w 469"/>
                <a:gd name="T1" fmla="*/ 89 h 423"/>
                <a:gd name="T2" fmla="*/ 237 w 469"/>
                <a:gd name="T3" fmla="*/ 146 h 423"/>
                <a:gd name="T4" fmla="*/ 422 w 469"/>
                <a:gd name="T5" fmla="*/ 250 h 423"/>
                <a:gd name="T6" fmla="*/ 562 w 469"/>
                <a:gd name="T7" fmla="*/ 419 h 423"/>
                <a:gd name="T8" fmla="*/ 396 w 469"/>
                <a:gd name="T9" fmla="*/ 516 h 423"/>
                <a:gd name="T10" fmla="*/ 269 w 469"/>
                <a:gd name="T11" fmla="*/ 495 h 423"/>
                <a:gd name="T12" fmla="*/ 200 w 469"/>
                <a:gd name="T13" fmla="*/ 428 h 423"/>
                <a:gd name="T14" fmla="*/ 95 w 469"/>
                <a:gd name="T15" fmla="*/ 301 h 423"/>
                <a:gd name="T16" fmla="*/ 18 w 469"/>
                <a:gd name="T17" fmla="*/ 291 h 423"/>
                <a:gd name="T18" fmla="*/ 0 w 469"/>
                <a:gd name="T19" fmla="*/ 186 h 423"/>
                <a:gd name="T20" fmla="*/ 64 w 469"/>
                <a:gd name="T21" fmla="*/ 0 h 423"/>
                <a:gd name="T22" fmla="*/ 118 w 469"/>
                <a:gd name="T23" fmla="*/ 11 h 423"/>
                <a:gd name="T24" fmla="*/ 204 w 469"/>
                <a:gd name="T25" fmla="*/ 50 h 423"/>
                <a:gd name="T26" fmla="*/ 255 w 469"/>
                <a:gd name="T27" fmla="*/ 72 h 423"/>
                <a:gd name="T28" fmla="*/ 292 w 469"/>
                <a:gd name="T29" fmla="*/ 79 h 42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469" h="423">
                  <a:moveTo>
                    <a:pt x="252" y="73"/>
                  </a:moveTo>
                  <a:cubicBezTo>
                    <a:pt x="221" y="49"/>
                    <a:pt x="164" y="83"/>
                    <a:pt x="195" y="120"/>
                  </a:cubicBezTo>
                  <a:cubicBezTo>
                    <a:pt x="235" y="166"/>
                    <a:pt x="289" y="186"/>
                    <a:pt x="346" y="205"/>
                  </a:cubicBezTo>
                  <a:cubicBezTo>
                    <a:pt x="406" y="224"/>
                    <a:pt x="469" y="273"/>
                    <a:pt x="461" y="343"/>
                  </a:cubicBezTo>
                  <a:cubicBezTo>
                    <a:pt x="454" y="407"/>
                    <a:pt x="378" y="423"/>
                    <a:pt x="325" y="423"/>
                  </a:cubicBezTo>
                  <a:cubicBezTo>
                    <a:pt x="292" y="423"/>
                    <a:pt x="253" y="413"/>
                    <a:pt x="221" y="405"/>
                  </a:cubicBezTo>
                  <a:cubicBezTo>
                    <a:pt x="191" y="397"/>
                    <a:pt x="178" y="378"/>
                    <a:pt x="164" y="351"/>
                  </a:cubicBezTo>
                  <a:cubicBezTo>
                    <a:pt x="144" y="314"/>
                    <a:pt x="121" y="260"/>
                    <a:pt x="78" y="247"/>
                  </a:cubicBezTo>
                  <a:cubicBezTo>
                    <a:pt x="61" y="241"/>
                    <a:pt x="26" y="249"/>
                    <a:pt x="15" y="239"/>
                  </a:cubicBezTo>
                  <a:cubicBezTo>
                    <a:pt x="1" y="225"/>
                    <a:pt x="0" y="172"/>
                    <a:pt x="0" y="153"/>
                  </a:cubicBezTo>
                  <a:cubicBezTo>
                    <a:pt x="0" y="99"/>
                    <a:pt x="12" y="39"/>
                    <a:pt x="52" y="0"/>
                  </a:cubicBezTo>
                  <a:cubicBezTo>
                    <a:pt x="63" y="7"/>
                    <a:pt x="82" y="4"/>
                    <a:pt x="96" y="8"/>
                  </a:cubicBezTo>
                  <a:cubicBezTo>
                    <a:pt x="121" y="15"/>
                    <a:pt x="145" y="29"/>
                    <a:pt x="168" y="41"/>
                  </a:cubicBezTo>
                  <a:cubicBezTo>
                    <a:pt x="181" y="47"/>
                    <a:pt x="196" y="55"/>
                    <a:pt x="210" y="59"/>
                  </a:cubicBezTo>
                  <a:cubicBezTo>
                    <a:pt x="220" y="61"/>
                    <a:pt x="235" y="58"/>
                    <a:pt x="240" y="65"/>
                  </a:cubicBezTo>
                </a:path>
              </a:pathLst>
            </a:custGeom>
            <a:solidFill>
              <a:srgbClr val="FAF4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6242" name="Freeform 785">
              <a:extLst>
                <a:ext uri="{FF2B5EF4-FFF2-40B4-BE49-F238E27FC236}">
                  <a16:creationId xmlns:a16="http://schemas.microsoft.com/office/drawing/2014/main" id="{BA7DCA92-2D5C-46E0-A13B-5D22FE97F9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6" y="2185"/>
              <a:ext cx="227" cy="245"/>
            </a:xfrm>
            <a:custGeom>
              <a:avLst/>
              <a:gdLst>
                <a:gd name="T0" fmla="*/ 258 w 212"/>
                <a:gd name="T1" fmla="*/ 142 h 229"/>
                <a:gd name="T2" fmla="*/ 208 w 212"/>
                <a:gd name="T3" fmla="*/ 200 h 229"/>
                <a:gd name="T4" fmla="*/ 260 w 212"/>
                <a:gd name="T5" fmla="*/ 280 h 229"/>
                <a:gd name="T6" fmla="*/ 185 w 212"/>
                <a:gd name="T7" fmla="*/ 239 h 229"/>
                <a:gd name="T8" fmla="*/ 111 w 212"/>
                <a:gd name="T9" fmla="*/ 195 h 229"/>
                <a:gd name="T10" fmla="*/ 28 w 212"/>
                <a:gd name="T11" fmla="*/ 0 h 2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2" h="229">
                  <a:moveTo>
                    <a:pt x="210" y="116"/>
                  </a:moveTo>
                  <a:cubicBezTo>
                    <a:pt x="187" y="123"/>
                    <a:pt x="167" y="139"/>
                    <a:pt x="169" y="164"/>
                  </a:cubicBezTo>
                  <a:cubicBezTo>
                    <a:pt x="170" y="195"/>
                    <a:pt x="208" y="203"/>
                    <a:pt x="212" y="229"/>
                  </a:cubicBezTo>
                  <a:cubicBezTo>
                    <a:pt x="193" y="228"/>
                    <a:pt x="168" y="203"/>
                    <a:pt x="151" y="194"/>
                  </a:cubicBezTo>
                  <a:cubicBezTo>
                    <a:pt x="132" y="184"/>
                    <a:pt x="109" y="173"/>
                    <a:pt x="91" y="159"/>
                  </a:cubicBezTo>
                  <a:cubicBezTo>
                    <a:pt x="47" y="125"/>
                    <a:pt x="0" y="56"/>
                    <a:pt x="22" y="0"/>
                  </a:cubicBezTo>
                </a:path>
              </a:pathLst>
            </a:custGeom>
            <a:solidFill>
              <a:srgbClr val="FAF4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6243" name="Freeform 786">
              <a:extLst>
                <a:ext uri="{FF2B5EF4-FFF2-40B4-BE49-F238E27FC236}">
                  <a16:creationId xmlns:a16="http://schemas.microsoft.com/office/drawing/2014/main" id="{FF01F790-9040-4A42-9E77-324856BAF470}"/>
                </a:ext>
              </a:extLst>
            </p:cNvPr>
            <p:cNvSpPr>
              <a:spLocks/>
            </p:cNvSpPr>
            <p:nvPr/>
          </p:nvSpPr>
          <p:spPr bwMode="auto">
            <a:xfrm>
              <a:off x="971" y="2328"/>
              <a:ext cx="239" cy="329"/>
            </a:xfrm>
            <a:custGeom>
              <a:avLst/>
              <a:gdLst>
                <a:gd name="T0" fmla="*/ 258 w 224"/>
                <a:gd name="T1" fmla="*/ 219 h 307"/>
                <a:gd name="T2" fmla="*/ 162 w 224"/>
                <a:gd name="T3" fmla="*/ 75 h 307"/>
                <a:gd name="T4" fmla="*/ 54 w 224"/>
                <a:gd name="T5" fmla="*/ 3 h 307"/>
                <a:gd name="T6" fmla="*/ 21 w 224"/>
                <a:gd name="T7" fmla="*/ 134 h 307"/>
                <a:gd name="T8" fmla="*/ 114 w 224"/>
                <a:gd name="T9" fmla="*/ 358 h 307"/>
                <a:gd name="T10" fmla="*/ 251 w 224"/>
                <a:gd name="T11" fmla="*/ 208 h 30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4" h="307">
                  <a:moveTo>
                    <a:pt x="213" y="177"/>
                  </a:moveTo>
                  <a:cubicBezTo>
                    <a:pt x="224" y="125"/>
                    <a:pt x="167" y="90"/>
                    <a:pt x="133" y="61"/>
                  </a:cubicBezTo>
                  <a:cubicBezTo>
                    <a:pt x="113" y="43"/>
                    <a:pt x="73" y="5"/>
                    <a:pt x="45" y="3"/>
                  </a:cubicBezTo>
                  <a:cubicBezTo>
                    <a:pt x="0" y="0"/>
                    <a:pt x="18" y="83"/>
                    <a:pt x="18" y="109"/>
                  </a:cubicBezTo>
                  <a:cubicBezTo>
                    <a:pt x="20" y="173"/>
                    <a:pt x="13" y="272"/>
                    <a:pt x="94" y="291"/>
                  </a:cubicBezTo>
                  <a:cubicBezTo>
                    <a:pt x="160" y="307"/>
                    <a:pt x="189" y="216"/>
                    <a:pt x="206" y="169"/>
                  </a:cubicBezTo>
                </a:path>
              </a:pathLst>
            </a:custGeom>
            <a:solidFill>
              <a:srgbClr val="FAF4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6244" name="Freeform 787">
              <a:extLst>
                <a:ext uri="{FF2B5EF4-FFF2-40B4-BE49-F238E27FC236}">
                  <a16:creationId xmlns:a16="http://schemas.microsoft.com/office/drawing/2014/main" id="{3905FF67-99DF-4743-96B3-34A4CBE661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4" y="2478"/>
              <a:ext cx="447" cy="291"/>
            </a:xfrm>
            <a:custGeom>
              <a:avLst/>
              <a:gdLst>
                <a:gd name="T0" fmla="*/ 0 w 419"/>
                <a:gd name="T1" fmla="*/ 160 h 272"/>
                <a:gd name="T2" fmla="*/ 275 w 419"/>
                <a:gd name="T3" fmla="*/ 219 h 272"/>
                <a:gd name="T4" fmla="*/ 369 w 419"/>
                <a:gd name="T5" fmla="*/ 262 h 272"/>
                <a:gd name="T6" fmla="*/ 459 w 419"/>
                <a:gd name="T7" fmla="*/ 319 h 272"/>
                <a:gd name="T8" fmla="*/ 483 w 419"/>
                <a:gd name="T9" fmla="*/ 323 h 272"/>
                <a:gd name="T10" fmla="*/ 454 w 419"/>
                <a:gd name="T11" fmla="*/ 273 h 272"/>
                <a:gd name="T12" fmla="*/ 444 w 419"/>
                <a:gd name="T13" fmla="*/ 220 h 272"/>
                <a:gd name="T14" fmla="*/ 422 w 419"/>
                <a:gd name="T15" fmla="*/ 153 h 272"/>
                <a:gd name="T16" fmla="*/ 308 w 419"/>
                <a:gd name="T17" fmla="*/ 91 h 272"/>
                <a:gd name="T18" fmla="*/ 186 w 419"/>
                <a:gd name="T19" fmla="*/ 116 h 272"/>
                <a:gd name="T20" fmla="*/ 126 w 419"/>
                <a:gd name="T21" fmla="*/ 80 h 272"/>
                <a:gd name="T22" fmla="*/ 126 w 419"/>
                <a:gd name="T23" fmla="*/ 0 h 27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19" h="272">
                  <a:moveTo>
                    <a:pt x="0" y="131"/>
                  </a:moveTo>
                  <a:cubicBezTo>
                    <a:pt x="63" y="182"/>
                    <a:pt x="154" y="162"/>
                    <a:pt x="227" y="179"/>
                  </a:cubicBezTo>
                  <a:cubicBezTo>
                    <a:pt x="256" y="186"/>
                    <a:pt x="277" y="204"/>
                    <a:pt x="304" y="214"/>
                  </a:cubicBezTo>
                  <a:cubicBezTo>
                    <a:pt x="333" y="225"/>
                    <a:pt x="351" y="248"/>
                    <a:pt x="378" y="261"/>
                  </a:cubicBezTo>
                  <a:cubicBezTo>
                    <a:pt x="388" y="266"/>
                    <a:pt x="389" y="272"/>
                    <a:pt x="398" y="264"/>
                  </a:cubicBezTo>
                  <a:cubicBezTo>
                    <a:pt x="419" y="246"/>
                    <a:pt x="385" y="231"/>
                    <a:pt x="374" y="222"/>
                  </a:cubicBezTo>
                  <a:cubicBezTo>
                    <a:pt x="358" y="209"/>
                    <a:pt x="374" y="200"/>
                    <a:pt x="366" y="180"/>
                  </a:cubicBezTo>
                  <a:cubicBezTo>
                    <a:pt x="359" y="164"/>
                    <a:pt x="358" y="140"/>
                    <a:pt x="348" y="125"/>
                  </a:cubicBezTo>
                  <a:cubicBezTo>
                    <a:pt x="334" y="103"/>
                    <a:pt x="281" y="81"/>
                    <a:pt x="254" y="74"/>
                  </a:cubicBezTo>
                  <a:cubicBezTo>
                    <a:pt x="214" y="63"/>
                    <a:pt x="189" y="81"/>
                    <a:pt x="153" y="94"/>
                  </a:cubicBezTo>
                  <a:cubicBezTo>
                    <a:pt x="127" y="102"/>
                    <a:pt x="104" y="97"/>
                    <a:pt x="104" y="65"/>
                  </a:cubicBezTo>
                  <a:cubicBezTo>
                    <a:pt x="104" y="35"/>
                    <a:pt x="132" y="25"/>
                    <a:pt x="104" y="0"/>
                  </a:cubicBezTo>
                </a:path>
              </a:pathLst>
            </a:custGeom>
            <a:solidFill>
              <a:srgbClr val="FAF4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6245" name="Freeform 788">
              <a:extLst>
                <a:ext uri="{FF2B5EF4-FFF2-40B4-BE49-F238E27FC236}">
                  <a16:creationId xmlns:a16="http://schemas.microsoft.com/office/drawing/2014/main" id="{912300B0-6F83-41D3-A6A1-EB195258EFD8}"/>
                </a:ext>
              </a:extLst>
            </p:cNvPr>
            <p:cNvSpPr>
              <a:spLocks/>
            </p:cNvSpPr>
            <p:nvPr/>
          </p:nvSpPr>
          <p:spPr bwMode="auto">
            <a:xfrm>
              <a:off x="987" y="2712"/>
              <a:ext cx="501" cy="318"/>
            </a:xfrm>
            <a:custGeom>
              <a:avLst/>
              <a:gdLst>
                <a:gd name="T0" fmla="*/ 216 w 469"/>
                <a:gd name="T1" fmla="*/ 21 h 297"/>
                <a:gd name="T2" fmla="*/ 87 w 469"/>
                <a:gd name="T3" fmla="*/ 2 h 297"/>
                <a:gd name="T4" fmla="*/ 3 w 469"/>
                <a:gd name="T5" fmla="*/ 116 h 297"/>
                <a:gd name="T6" fmla="*/ 58 w 469"/>
                <a:gd name="T7" fmla="*/ 267 h 297"/>
                <a:gd name="T8" fmla="*/ 191 w 469"/>
                <a:gd name="T9" fmla="*/ 291 h 297"/>
                <a:gd name="T10" fmla="*/ 356 w 469"/>
                <a:gd name="T11" fmla="*/ 311 h 297"/>
                <a:gd name="T12" fmla="*/ 492 w 469"/>
                <a:gd name="T13" fmla="*/ 361 h 297"/>
                <a:gd name="T14" fmla="*/ 552 w 469"/>
                <a:gd name="T15" fmla="*/ 344 h 297"/>
                <a:gd name="T16" fmla="*/ 548 w 469"/>
                <a:gd name="T17" fmla="*/ 249 h 297"/>
                <a:gd name="T18" fmla="*/ 430 w 469"/>
                <a:gd name="T19" fmla="*/ 134 h 297"/>
                <a:gd name="T20" fmla="*/ 289 w 469"/>
                <a:gd name="T21" fmla="*/ 56 h 297"/>
                <a:gd name="T22" fmla="*/ 216 w 469"/>
                <a:gd name="T23" fmla="*/ 28 h 29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69" h="297">
                  <a:moveTo>
                    <a:pt x="177" y="18"/>
                  </a:moveTo>
                  <a:cubicBezTo>
                    <a:pt x="147" y="9"/>
                    <a:pt x="103" y="0"/>
                    <a:pt x="71" y="2"/>
                  </a:cubicBezTo>
                  <a:cubicBezTo>
                    <a:pt x="25" y="4"/>
                    <a:pt x="0" y="52"/>
                    <a:pt x="3" y="94"/>
                  </a:cubicBezTo>
                  <a:cubicBezTo>
                    <a:pt x="6" y="132"/>
                    <a:pt x="19" y="191"/>
                    <a:pt x="48" y="218"/>
                  </a:cubicBezTo>
                  <a:cubicBezTo>
                    <a:pt x="80" y="249"/>
                    <a:pt x="116" y="244"/>
                    <a:pt x="157" y="237"/>
                  </a:cubicBezTo>
                  <a:cubicBezTo>
                    <a:pt x="207" y="228"/>
                    <a:pt x="245" y="237"/>
                    <a:pt x="292" y="253"/>
                  </a:cubicBezTo>
                  <a:cubicBezTo>
                    <a:pt x="329" y="266"/>
                    <a:pt x="364" y="290"/>
                    <a:pt x="404" y="294"/>
                  </a:cubicBezTo>
                  <a:cubicBezTo>
                    <a:pt x="423" y="296"/>
                    <a:pt x="443" y="297"/>
                    <a:pt x="453" y="280"/>
                  </a:cubicBezTo>
                  <a:cubicBezTo>
                    <a:pt x="469" y="255"/>
                    <a:pt x="463" y="228"/>
                    <a:pt x="449" y="204"/>
                  </a:cubicBezTo>
                  <a:cubicBezTo>
                    <a:pt x="426" y="164"/>
                    <a:pt x="394" y="131"/>
                    <a:pt x="353" y="109"/>
                  </a:cubicBezTo>
                  <a:cubicBezTo>
                    <a:pt x="315" y="87"/>
                    <a:pt x="279" y="61"/>
                    <a:pt x="238" y="46"/>
                  </a:cubicBezTo>
                  <a:cubicBezTo>
                    <a:pt x="217" y="39"/>
                    <a:pt x="197" y="30"/>
                    <a:pt x="177" y="22"/>
                  </a:cubicBezTo>
                </a:path>
              </a:pathLst>
            </a:custGeom>
            <a:solidFill>
              <a:srgbClr val="FAF4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6246" name="Freeform 789">
              <a:extLst>
                <a:ext uri="{FF2B5EF4-FFF2-40B4-BE49-F238E27FC236}">
                  <a16:creationId xmlns:a16="http://schemas.microsoft.com/office/drawing/2014/main" id="{EFBB0C28-C9E7-4F46-8C42-79F4E693D34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8" y="3035"/>
              <a:ext cx="176" cy="97"/>
            </a:xfrm>
            <a:custGeom>
              <a:avLst/>
              <a:gdLst>
                <a:gd name="T0" fmla="*/ 116 w 165"/>
                <a:gd name="T1" fmla="*/ 16 h 91"/>
                <a:gd name="T2" fmla="*/ 33 w 165"/>
                <a:gd name="T3" fmla="*/ 18 h 91"/>
                <a:gd name="T4" fmla="*/ 62 w 165"/>
                <a:gd name="T5" fmla="*/ 85 h 91"/>
                <a:gd name="T6" fmla="*/ 174 w 165"/>
                <a:gd name="T7" fmla="*/ 82 h 91"/>
                <a:gd name="T8" fmla="*/ 102 w 165"/>
                <a:gd name="T9" fmla="*/ 22 h 9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5" h="91">
                  <a:moveTo>
                    <a:pt x="96" y="13"/>
                  </a:moveTo>
                  <a:cubicBezTo>
                    <a:pt x="76" y="21"/>
                    <a:pt x="46" y="0"/>
                    <a:pt x="27" y="15"/>
                  </a:cubicBezTo>
                  <a:cubicBezTo>
                    <a:pt x="0" y="37"/>
                    <a:pt x="31" y="61"/>
                    <a:pt x="51" y="70"/>
                  </a:cubicBezTo>
                  <a:cubicBezTo>
                    <a:pt x="73" y="79"/>
                    <a:pt x="124" y="91"/>
                    <a:pt x="143" y="68"/>
                  </a:cubicBezTo>
                  <a:cubicBezTo>
                    <a:pt x="165" y="40"/>
                    <a:pt x="94" y="11"/>
                    <a:pt x="84" y="19"/>
                  </a:cubicBezTo>
                </a:path>
              </a:pathLst>
            </a:custGeom>
            <a:solidFill>
              <a:srgbClr val="FAF4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6247" name="Freeform 790">
              <a:extLst>
                <a:ext uri="{FF2B5EF4-FFF2-40B4-BE49-F238E27FC236}">
                  <a16:creationId xmlns:a16="http://schemas.microsoft.com/office/drawing/2014/main" id="{83D3F453-CB90-4B3E-ADB7-9422FBC7CF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8" y="3139"/>
              <a:ext cx="341" cy="501"/>
            </a:xfrm>
            <a:custGeom>
              <a:avLst/>
              <a:gdLst>
                <a:gd name="T0" fmla="*/ 375 w 319"/>
                <a:gd name="T1" fmla="*/ 105 h 469"/>
                <a:gd name="T2" fmla="*/ 252 w 319"/>
                <a:gd name="T3" fmla="*/ 96 h 469"/>
                <a:gd name="T4" fmla="*/ 142 w 319"/>
                <a:gd name="T5" fmla="*/ 79 h 469"/>
                <a:gd name="T6" fmla="*/ 76 w 319"/>
                <a:gd name="T7" fmla="*/ 47 h 469"/>
                <a:gd name="T8" fmla="*/ 33 w 319"/>
                <a:gd name="T9" fmla="*/ 0 h 469"/>
                <a:gd name="T10" fmla="*/ 43 w 319"/>
                <a:gd name="T11" fmla="*/ 131 h 469"/>
                <a:gd name="T12" fmla="*/ 21 w 319"/>
                <a:gd name="T13" fmla="*/ 303 h 469"/>
                <a:gd name="T14" fmla="*/ 61 w 319"/>
                <a:gd name="T15" fmla="*/ 533 h 469"/>
                <a:gd name="T16" fmla="*/ 199 w 319"/>
                <a:gd name="T17" fmla="*/ 570 h 469"/>
                <a:gd name="T18" fmla="*/ 314 w 319"/>
                <a:gd name="T19" fmla="*/ 434 h 469"/>
                <a:gd name="T20" fmla="*/ 379 w 319"/>
                <a:gd name="T21" fmla="*/ 262 h 469"/>
                <a:gd name="T22" fmla="*/ 388 w 319"/>
                <a:gd name="T23" fmla="*/ 186 h 469"/>
                <a:gd name="T24" fmla="*/ 372 w 319"/>
                <a:gd name="T25" fmla="*/ 110 h 46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19" h="469">
                  <a:moveTo>
                    <a:pt x="307" y="86"/>
                  </a:moveTo>
                  <a:cubicBezTo>
                    <a:pt x="276" y="76"/>
                    <a:pt x="239" y="82"/>
                    <a:pt x="207" y="79"/>
                  </a:cubicBezTo>
                  <a:cubicBezTo>
                    <a:pt x="177" y="77"/>
                    <a:pt x="145" y="74"/>
                    <a:pt x="116" y="65"/>
                  </a:cubicBezTo>
                  <a:cubicBezTo>
                    <a:pt x="97" y="59"/>
                    <a:pt x="76" y="52"/>
                    <a:pt x="62" y="38"/>
                  </a:cubicBezTo>
                  <a:cubicBezTo>
                    <a:pt x="49" y="26"/>
                    <a:pt x="42" y="8"/>
                    <a:pt x="27" y="0"/>
                  </a:cubicBezTo>
                  <a:cubicBezTo>
                    <a:pt x="10" y="28"/>
                    <a:pt x="37" y="75"/>
                    <a:pt x="35" y="108"/>
                  </a:cubicBezTo>
                  <a:cubicBezTo>
                    <a:pt x="32" y="155"/>
                    <a:pt x="21" y="202"/>
                    <a:pt x="18" y="249"/>
                  </a:cubicBezTo>
                  <a:cubicBezTo>
                    <a:pt x="15" y="303"/>
                    <a:pt x="0" y="399"/>
                    <a:pt x="50" y="437"/>
                  </a:cubicBezTo>
                  <a:cubicBezTo>
                    <a:pt x="81" y="461"/>
                    <a:pt x="125" y="469"/>
                    <a:pt x="163" y="468"/>
                  </a:cubicBezTo>
                  <a:cubicBezTo>
                    <a:pt x="219" y="466"/>
                    <a:pt x="239" y="400"/>
                    <a:pt x="257" y="356"/>
                  </a:cubicBezTo>
                  <a:cubicBezTo>
                    <a:pt x="277" y="310"/>
                    <a:pt x="297" y="262"/>
                    <a:pt x="311" y="214"/>
                  </a:cubicBezTo>
                  <a:cubicBezTo>
                    <a:pt x="316" y="194"/>
                    <a:pt x="319" y="174"/>
                    <a:pt x="318" y="153"/>
                  </a:cubicBezTo>
                  <a:cubicBezTo>
                    <a:pt x="316" y="131"/>
                    <a:pt x="307" y="111"/>
                    <a:pt x="305" y="90"/>
                  </a:cubicBezTo>
                </a:path>
              </a:pathLst>
            </a:custGeom>
            <a:solidFill>
              <a:srgbClr val="FAF4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6248" name="Freeform 791">
              <a:extLst>
                <a:ext uri="{FF2B5EF4-FFF2-40B4-BE49-F238E27FC236}">
                  <a16:creationId xmlns:a16="http://schemas.microsoft.com/office/drawing/2014/main" id="{E51AAFFE-05FA-4632-A94E-361536A345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2" y="3723"/>
              <a:ext cx="152" cy="88"/>
            </a:xfrm>
            <a:custGeom>
              <a:avLst/>
              <a:gdLst>
                <a:gd name="T0" fmla="*/ 83 w 143"/>
                <a:gd name="T1" fmla="*/ 10 h 82"/>
                <a:gd name="T2" fmla="*/ 11 w 143"/>
                <a:gd name="T3" fmla="*/ 32 h 82"/>
                <a:gd name="T4" fmla="*/ 83 w 143"/>
                <a:gd name="T5" fmla="*/ 57 h 82"/>
                <a:gd name="T6" fmla="*/ 172 w 143"/>
                <a:gd name="T7" fmla="*/ 49 h 82"/>
                <a:gd name="T8" fmla="*/ 75 w 143"/>
                <a:gd name="T9" fmla="*/ 14 h 8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3" h="82">
                  <a:moveTo>
                    <a:pt x="69" y="7"/>
                  </a:moveTo>
                  <a:cubicBezTo>
                    <a:pt x="50" y="0"/>
                    <a:pt x="15" y="0"/>
                    <a:pt x="8" y="26"/>
                  </a:cubicBezTo>
                  <a:cubicBezTo>
                    <a:pt x="0" y="57"/>
                    <a:pt x="49" y="40"/>
                    <a:pt x="69" y="46"/>
                  </a:cubicBezTo>
                  <a:cubicBezTo>
                    <a:pt x="88" y="51"/>
                    <a:pt x="143" y="82"/>
                    <a:pt x="143" y="40"/>
                  </a:cubicBezTo>
                  <a:cubicBezTo>
                    <a:pt x="143" y="13"/>
                    <a:pt x="79" y="2"/>
                    <a:pt x="63" y="11"/>
                  </a:cubicBezTo>
                </a:path>
              </a:pathLst>
            </a:custGeom>
            <a:solidFill>
              <a:srgbClr val="FAF4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6249" name="Freeform 792">
              <a:extLst>
                <a:ext uri="{FF2B5EF4-FFF2-40B4-BE49-F238E27FC236}">
                  <a16:creationId xmlns:a16="http://schemas.microsoft.com/office/drawing/2014/main" id="{14D197E1-F3E1-4FB5-8590-6879C6B72127}"/>
                </a:ext>
              </a:extLst>
            </p:cNvPr>
            <p:cNvSpPr>
              <a:spLocks/>
            </p:cNvSpPr>
            <p:nvPr/>
          </p:nvSpPr>
          <p:spPr bwMode="auto">
            <a:xfrm>
              <a:off x="969" y="3843"/>
              <a:ext cx="219" cy="158"/>
            </a:xfrm>
            <a:custGeom>
              <a:avLst/>
              <a:gdLst>
                <a:gd name="T0" fmla="*/ 238 w 205"/>
                <a:gd name="T1" fmla="*/ 23 h 148"/>
                <a:gd name="T2" fmla="*/ 241 w 205"/>
                <a:gd name="T3" fmla="*/ 61 h 148"/>
                <a:gd name="T4" fmla="*/ 199 w 205"/>
                <a:gd name="T5" fmla="*/ 64 h 148"/>
                <a:gd name="T6" fmla="*/ 112 w 205"/>
                <a:gd name="T7" fmla="*/ 85 h 148"/>
                <a:gd name="T8" fmla="*/ 0 w 205"/>
                <a:gd name="T9" fmla="*/ 140 h 148"/>
                <a:gd name="T10" fmla="*/ 43 w 205"/>
                <a:gd name="T11" fmla="*/ 91 h 148"/>
                <a:gd name="T12" fmla="*/ 93 w 205"/>
                <a:gd name="T13" fmla="*/ 22 h 148"/>
                <a:gd name="T14" fmla="*/ 138 w 205"/>
                <a:gd name="T15" fmla="*/ 12 h 148"/>
                <a:gd name="T16" fmla="*/ 234 w 205"/>
                <a:gd name="T17" fmla="*/ 7 h 14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5" h="148">
                  <a:moveTo>
                    <a:pt x="196" y="20"/>
                  </a:moveTo>
                  <a:cubicBezTo>
                    <a:pt x="205" y="24"/>
                    <a:pt x="205" y="42"/>
                    <a:pt x="198" y="50"/>
                  </a:cubicBezTo>
                  <a:cubicBezTo>
                    <a:pt x="188" y="61"/>
                    <a:pt x="175" y="54"/>
                    <a:pt x="163" y="52"/>
                  </a:cubicBezTo>
                  <a:cubicBezTo>
                    <a:pt x="133" y="49"/>
                    <a:pt x="115" y="50"/>
                    <a:pt x="92" y="70"/>
                  </a:cubicBezTo>
                  <a:cubicBezTo>
                    <a:pt x="68" y="91"/>
                    <a:pt x="32" y="148"/>
                    <a:pt x="0" y="115"/>
                  </a:cubicBezTo>
                  <a:cubicBezTo>
                    <a:pt x="10" y="99"/>
                    <a:pt x="22" y="89"/>
                    <a:pt x="35" y="75"/>
                  </a:cubicBezTo>
                  <a:cubicBezTo>
                    <a:pt x="50" y="58"/>
                    <a:pt x="59" y="35"/>
                    <a:pt x="76" y="19"/>
                  </a:cubicBezTo>
                  <a:cubicBezTo>
                    <a:pt x="90" y="5"/>
                    <a:pt x="92" y="7"/>
                    <a:pt x="113" y="9"/>
                  </a:cubicBezTo>
                  <a:cubicBezTo>
                    <a:pt x="137" y="11"/>
                    <a:pt x="170" y="0"/>
                    <a:pt x="192" y="7"/>
                  </a:cubicBezTo>
                </a:path>
              </a:pathLst>
            </a:custGeom>
            <a:solidFill>
              <a:srgbClr val="FAF4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6250" name="Freeform 793">
              <a:extLst>
                <a:ext uri="{FF2B5EF4-FFF2-40B4-BE49-F238E27FC236}">
                  <a16:creationId xmlns:a16="http://schemas.microsoft.com/office/drawing/2014/main" id="{08E2CE52-B749-4573-AB3B-77089B963112}"/>
                </a:ext>
              </a:extLst>
            </p:cNvPr>
            <p:cNvSpPr>
              <a:spLocks/>
            </p:cNvSpPr>
            <p:nvPr/>
          </p:nvSpPr>
          <p:spPr bwMode="auto">
            <a:xfrm>
              <a:off x="809" y="1794"/>
              <a:ext cx="114" cy="184"/>
            </a:xfrm>
            <a:custGeom>
              <a:avLst/>
              <a:gdLst>
                <a:gd name="T0" fmla="*/ 63 w 107"/>
                <a:gd name="T1" fmla="*/ 0 h 172"/>
                <a:gd name="T2" fmla="*/ 82 w 107"/>
                <a:gd name="T3" fmla="*/ 65 h 172"/>
                <a:gd name="T4" fmla="*/ 64 w 107"/>
                <a:gd name="T5" fmla="*/ 120 h 172"/>
                <a:gd name="T6" fmla="*/ 5 w 107"/>
                <a:gd name="T7" fmla="*/ 93 h 172"/>
                <a:gd name="T8" fmla="*/ 117 w 107"/>
                <a:gd name="T9" fmla="*/ 196 h 172"/>
                <a:gd name="T10" fmla="*/ 124 w 107"/>
                <a:gd name="T11" fmla="*/ 165 h 172"/>
                <a:gd name="T12" fmla="*/ 99 w 107"/>
                <a:gd name="T13" fmla="*/ 128 h 172"/>
                <a:gd name="T14" fmla="*/ 119 w 107"/>
                <a:gd name="T15" fmla="*/ 34 h 17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7" h="172">
                  <a:moveTo>
                    <a:pt x="52" y="0"/>
                  </a:moveTo>
                  <a:cubicBezTo>
                    <a:pt x="52" y="17"/>
                    <a:pt x="67" y="33"/>
                    <a:pt x="68" y="53"/>
                  </a:cubicBezTo>
                  <a:cubicBezTo>
                    <a:pt x="69" y="71"/>
                    <a:pt x="60" y="82"/>
                    <a:pt x="53" y="98"/>
                  </a:cubicBezTo>
                  <a:cubicBezTo>
                    <a:pt x="36" y="93"/>
                    <a:pt x="21" y="80"/>
                    <a:pt x="5" y="76"/>
                  </a:cubicBezTo>
                  <a:cubicBezTo>
                    <a:pt x="0" y="99"/>
                    <a:pt x="71" y="172"/>
                    <a:pt x="97" y="160"/>
                  </a:cubicBezTo>
                  <a:cubicBezTo>
                    <a:pt x="107" y="155"/>
                    <a:pt x="106" y="141"/>
                    <a:pt x="102" y="135"/>
                  </a:cubicBezTo>
                  <a:cubicBezTo>
                    <a:pt x="94" y="119"/>
                    <a:pt x="85" y="128"/>
                    <a:pt x="82" y="105"/>
                  </a:cubicBezTo>
                  <a:cubicBezTo>
                    <a:pt x="79" y="78"/>
                    <a:pt x="90" y="54"/>
                    <a:pt x="99" y="28"/>
                  </a:cubicBezTo>
                </a:path>
              </a:pathLst>
            </a:custGeom>
            <a:solidFill>
              <a:srgbClr val="FAF4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6251" name="Freeform 794">
              <a:extLst>
                <a:ext uri="{FF2B5EF4-FFF2-40B4-BE49-F238E27FC236}">
                  <a16:creationId xmlns:a16="http://schemas.microsoft.com/office/drawing/2014/main" id="{AB5CE320-B0B1-4FC4-9706-CDACCE556D3F}"/>
                </a:ext>
              </a:extLst>
            </p:cNvPr>
            <p:cNvSpPr>
              <a:spLocks/>
            </p:cNvSpPr>
            <p:nvPr/>
          </p:nvSpPr>
          <p:spPr bwMode="auto">
            <a:xfrm>
              <a:off x="741" y="1968"/>
              <a:ext cx="192" cy="225"/>
            </a:xfrm>
            <a:custGeom>
              <a:avLst/>
              <a:gdLst>
                <a:gd name="T0" fmla="*/ 48 w 179"/>
                <a:gd name="T1" fmla="*/ 0 h 210"/>
                <a:gd name="T2" fmla="*/ 120 w 179"/>
                <a:gd name="T3" fmla="*/ 44 h 210"/>
                <a:gd name="T4" fmla="*/ 187 w 179"/>
                <a:gd name="T5" fmla="*/ 42 h 210"/>
                <a:gd name="T6" fmla="*/ 174 w 179"/>
                <a:gd name="T7" fmla="*/ 167 h 210"/>
                <a:gd name="T8" fmla="*/ 82 w 179"/>
                <a:gd name="T9" fmla="*/ 196 h 210"/>
                <a:gd name="T10" fmla="*/ 0 w 179"/>
                <a:gd name="T11" fmla="*/ 246 h 210"/>
                <a:gd name="T12" fmla="*/ 33 w 179"/>
                <a:gd name="T13" fmla="*/ 190 h 210"/>
                <a:gd name="T14" fmla="*/ 31 w 179"/>
                <a:gd name="T15" fmla="*/ 130 h 210"/>
                <a:gd name="T16" fmla="*/ 44 w 179"/>
                <a:gd name="T17" fmla="*/ 12 h 21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79" h="210">
                  <a:moveTo>
                    <a:pt x="39" y="0"/>
                  </a:moveTo>
                  <a:cubicBezTo>
                    <a:pt x="51" y="17"/>
                    <a:pt x="76" y="32"/>
                    <a:pt x="97" y="35"/>
                  </a:cubicBezTo>
                  <a:cubicBezTo>
                    <a:pt x="112" y="37"/>
                    <a:pt x="137" y="26"/>
                    <a:pt x="151" y="34"/>
                  </a:cubicBezTo>
                  <a:cubicBezTo>
                    <a:pt x="179" y="51"/>
                    <a:pt x="154" y="116"/>
                    <a:pt x="141" y="136"/>
                  </a:cubicBezTo>
                  <a:cubicBezTo>
                    <a:pt x="121" y="168"/>
                    <a:pt x="94" y="146"/>
                    <a:pt x="66" y="160"/>
                  </a:cubicBezTo>
                  <a:cubicBezTo>
                    <a:pt x="44" y="172"/>
                    <a:pt x="29" y="210"/>
                    <a:pt x="0" y="201"/>
                  </a:cubicBezTo>
                  <a:cubicBezTo>
                    <a:pt x="3" y="185"/>
                    <a:pt x="20" y="170"/>
                    <a:pt x="27" y="154"/>
                  </a:cubicBezTo>
                  <a:cubicBezTo>
                    <a:pt x="35" y="133"/>
                    <a:pt x="30" y="124"/>
                    <a:pt x="25" y="105"/>
                  </a:cubicBezTo>
                  <a:cubicBezTo>
                    <a:pt x="17" y="73"/>
                    <a:pt x="27" y="39"/>
                    <a:pt x="35" y="9"/>
                  </a:cubicBezTo>
                </a:path>
              </a:pathLst>
            </a:custGeom>
            <a:solidFill>
              <a:srgbClr val="FAF4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6252" name="Freeform 795">
              <a:extLst>
                <a:ext uri="{FF2B5EF4-FFF2-40B4-BE49-F238E27FC236}">
                  <a16:creationId xmlns:a16="http://schemas.microsoft.com/office/drawing/2014/main" id="{C2BBE170-E249-435B-9F26-7D102CCBF3A8}"/>
                </a:ext>
              </a:extLst>
            </p:cNvPr>
            <p:cNvSpPr>
              <a:spLocks/>
            </p:cNvSpPr>
            <p:nvPr/>
          </p:nvSpPr>
          <p:spPr bwMode="auto">
            <a:xfrm>
              <a:off x="709" y="2242"/>
              <a:ext cx="135" cy="164"/>
            </a:xfrm>
            <a:custGeom>
              <a:avLst/>
              <a:gdLst>
                <a:gd name="T0" fmla="*/ 118 w 126"/>
                <a:gd name="T1" fmla="*/ 17 h 154"/>
                <a:gd name="T2" fmla="*/ 58 w 126"/>
                <a:gd name="T3" fmla="*/ 4 h 154"/>
                <a:gd name="T4" fmla="*/ 30 w 126"/>
                <a:gd name="T5" fmla="*/ 63 h 154"/>
                <a:gd name="T6" fmla="*/ 28 w 126"/>
                <a:gd name="T7" fmla="*/ 186 h 154"/>
                <a:gd name="T8" fmla="*/ 117 w 126"/>
                <a:gd name="T9" fmla="*/ 116 h 154"/>
                <a:gd name="T10" fmla="*/ 153 w 126"/>
                <a:gd name="T11" fmla="*/ 99 h 154"/>
                <a:gd name="T12" fmla="*/ 116 w 126"/>
                <a:gd name="T13" fmla="*/ 19 h 15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6" h="154">
                  <a:moveTo>
                    <a:pt x="96" y="14"/>
                  </a:moveTo>
                  <a:cubicBezTo>
                    <a:pt x="83" y="12"/>
                    <a:pt x="60" y="0"/>
                    <a:pt x="47" y="4"/>
                  </a:cubicBezTo>
                  <a:cubicBezTo>
                    <a:pt x="26" y="10"/>
                    <a:pt x="25" y="34"/>
                    <a:pt x="24" y="52"/>
                  </a:cubicBezTo>
                  <a:cubicBezTo>
                    <a:pt x="22" y="81"/>
                    <a:pt x="0" y="130"/>
                    <a:pt x="22" y="154"/>
                  </a:cubicBezTo>
                  <a:cubicBezTo>
                    <a:pt x="47" y="139"/>
                    <a:pt x="53" y="44"/>
                    <a:pt x="95" y="96"/>
                  </a:cubicBezTo>
                  <a:cubicBezTo>
                    <a:pt x="112" y="115"/>
                    <a:pt x="123" y="110"/>
                    <a:pt x="124" y="82"/>
                  </a:cubicBezTo>
                  <a:cubicBezTo>
                    <a:pt x="126" y="50"/>
                    <a:pt x="110" y="39"/>
                    <a:pt x="94" y="16"/>
                  </a:cubicBezTo>
                </a:path>
              </a:pathLst>
            </a:custGeom>
            <a:solidFill>
              <a:srgbClr val="FAF4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6253" name="Freeform 796">
              <a:extLst>
                <a:ext uri="{FF2B5EF4-FFF2-40B4-BE49-F238E27FC236}">
                  <a16:creationId xmlns:a16="http://schemas.microsoft.com/office/drawing/2014/main" id="{AEC71DEE-F8DD-4A66-9011-E0F63AEAD3B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6" y="1630"/>
              <a:ext cx="179" cy="221"/>
            </a:xfrm>
            <a:custGeom>
              <a:avLst/>
              <a:gdLst>
                <a:gd name="T0" fmla="*/ 0 w 168"/>
                <a:gd name="T1" fmla="*/ 35 h 207"/>
                <a:gd name="T2" fmla="*/ 71 w 168"/>
                <a:gd name="T3" fmla="*/ 61 h 207"/>
                <a:gd name="T4" fmla="*/ 118 w 168"/>
                <a:gd name="T5" fmla="*/ 1 h 207"/>
                <a:gd name="T6" fmla="*/ 174 w 168"/>
                <a:gd name="T7" fmla="*/ 53 h 207"/>
                <a:gd name="T8" fmla="*/ 200 w 168"/>
                <a:gd name="T9" fmla="*/ 136 h 207"/>
                <a:gd name="T10" fmla="*/ 174 w 168"/>
                <a:gd name="T11" fmla="*/ 204 h 207"/>
                <a:gd name="T12" fmla="*/ 99 w 168"/>
                <a:gd name="T13" fmla="*/ 249 h 207"/>
                <a:gd name="T14" fmla="*/ 52 w 168"/>
                <a:gd name="T15" fmla="*/ 195 h 207"/>
                <a:gd name="T16" fmla="*/ 37 w 168"/>
                <a:gd name="T17" fmla="*/ 142 h 207"/>
                <a:gd name="T18" fmla="*/ 11 w 168"/>
                <a:gd name="T19" fmla="*/ 62 h 20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68" h="207">
                  <a:moveTo>
                    <a:pt x="0" y="29"/>
                  </a:moveTo>
                  <a:cubicBezTo>
                    <a:pt x="18" y="37"/>
                    <a:pt x="37" y="57"/>
                    <a:pt x="59" y="50"/>
                  </a:cubicBezTo>
                  <a:cubicBezTo>
                    <a:pt x="80" y="43"/>
                    <a:pt x="80" y="0"/>
                    <a:pt x="98" y="1"/>
                  </a:cubicBezTo>
                  <a:cubicBezTo>
                    <a:pt x="110" y="1"/>
                    <a:pt x="138" y="34"/>
                    <a:pt x="144" y="44"/>
                  </a:cubicBezTo>
                  <a:cubicBezTo>
                    <a:pt x="154" y="61"/>
                    <a:pt x="164" y="92"/>
                    <a:pt x="165" y="111"/>
                  </a:cubicBezTo>
                  <a:cubicBezTo>
                    <a:pt x="168" y="135"/>
                    <a:pt x="163" y="153"/>
                    <a:pt x="144" y="168"/>
                  </a:cubicBezTo>
                  <a:cubicBezTo>
                    <a:pt x="130" y="179"/>
                    <a:pt x="100" y="202"/>
                    <a:pt x="82" y="204"/>
                  </a:cubicBezTo>
                  <a:cubicBezTo>
                    <a:pt x="59" y="207"/>
                    <a:pt x="48" y="179"/>
                    <a:pt x="43" y="160"/>
                  </a:cubicBezTo>
                  <a:cubicBezTo>
                    <a:pt x="39" y="145"/>
                    <a:pt x="35" y="131"/>
                    <a:pt x="31" y="117"/>
                  </a:cubicBezTo>
                  <a:cubicBezTo>
                    <a:pt x="26" y="101"/>
                    <a:pt x="6" y="61"/>
                    <a:pt x="8" y="51"/>
                  </a:cubicBezTo>
                </a:path>
              </a:pathLst>
            </a:custGeom>
            <a:solidFill>
              <a:srgbClr val="FAF4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6254" name="Freeform 797">
              <a:extLst>
                <a:ext uri="{FF2B5EF4-FFF2-40B4-BE49-F238E27FC236}">
                  <a16:creationId xmlns:a16="http://schemas.microsoft.com/office/drawing/2014/main" id="{8A8BCF07-F827-4B0C-9C4E-B2F29A224AA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3" y="1532"/>
              <a:ext cx="121" cy="181"/>
            </a:xfrm>
            <a:custGeom>
              <a:avLst/>
              <a:gdLst>
                <a:gd name="T0" fmla="*/ 31 w 113"/>
                <a:gd name="T1" fmla="*/ 167 h 169"/>
                <a:gd name="T2" fmla="*/ 0 w 113"/>
                <a:gd name="T3" fmla="*/ 71 h 169"/>
                <a:gd name="T4" fmla="*/ 46 w 113"/>
                <a:gd name="T5" fmla="*/ 19 h 169"/>
                <a:gd name="T6" fmla="*/ 88 w 113"/>
                <a:gd name="T7" fmla="*/ 24 h 169"/>
                <a:gd name="T8" fmla="*/ 139 w 113"/>
                <a:gd name="T9" fmla="*/ 208 h 16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3" h="169">
                  <a:moveTo>
                    <a:pt x="25" y="136"/>
                  </a:moveTo>
                  <a:cubicBezTo>
                    <a:pt x="45" y="96"/>
                    <a:pt x="36" y="80"/>
                    <a:pt x="0" y="58"/>
                  </a:cubicBezTo>
                  <a:cubicBezTo>
                    <a:pt x="9" y="45"/>
                    <a:pt x="26" y="29"/>
                    <a:pt x="37" y="16"/>
                  </a:cubicBezTo>
                  <a:cubicBezTo>
                    <a:pt x="52" y="0"/>
                    <a:pt x="59" y="3"/>
                    <a:pt x="72" y="20"/>
                  </a:cubicBezTo>
                  <a:cubicBezTo>
                    <a:pt x="104" y="63"/>
                    <a:pt x="112" y="115"/>
                    <a:pt x="113" y="169"/>
                  </a:cubicBezTo>
                </a:path>
              </a:pathLst>
            </a:custGeom>
            <a:solidFill>
              <a:srgbClr val="FAF4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6255" name="Freeform 798">
              <a:extLst>
                <a:ext uri="{FF2B5EF4-FFF2-40B4-BE49-F238E27FC236}">
                  <a16:creationId xmlns:a16="http://schemas.microsoft.com/office/drawing/2014/main" id="{FB25D183-C76F-4183-9C9C-2341B174B1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7" y="1290"/>
              <a:ext cx="231" cy="264"/>
            </a:xfrm>
            <a:custGeom>
              <a:avLst/>
              <a:gdLst>
                <a:gd name="T0" fmla="*/ 247 w 216"/>
                <a:gd name="T1" fmla="*/ 301 h 247"/>
                <a:gd name="T2" fmla="*/ 206 w 216"/>
                <a:gd name="T3" fmla="*/ 249 h 247"/>
                <a:gd name="T4" fmla="*/ 144 w 216"/>
                <a:gd name="T5" fmla="*/ 251 h 247"/>
                <a:gd name="T6" fmla="*/ 102 w 216"/>
                <a:gd name="T7" fmla="*/ 171 h 247"/>
                <a:gd name="T8" fmla="*/ 14 w 216"/>
                <a:gd name="T9" fmla="*/ 64 h 247"/>
                <a:gd name="T10" fmla="*/ 48 w 216"/>
                <a:gd name="T11" fmla="*/ 3 h 247"/>
                <a:gd name="T12" fmla="*/ 157 w 216"/>
                <a:gd name="T13" fmla="*/ 77 h 247"/>
                <a:gd name="T14" fmla="*/ 225 w 216"/>
                <a:gd name="T15" fmla="*/ 172 h 247"/>
                <a:gd name="T16" fmla="*/ 264 w 216"/>
                <a:gd name="T17" fmla="*/ 289 h 24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16" h="247">
                  <a:moveTo>
                    <a:pt x="202" y="247"/>
                  </a:moveTo>
                  <a:cubicBezTo>
                    <a:pt x="198" y="226"/>
                    <a:pt x="189" y="209"/>
                    <a:pt x="168" y="204"/>
                  </a:cubicBezTo>
                  <a:cubicBezTo>
                    <a:pt x="148" y="199"/>
                    <a:pt x="132" y="217"/>
                    <a:pt x="118" y="206"/>
                  </a:cubicBezTo>
                  <a:cubicBezTo>
                    <a:pt x="103" y="194"/>
                    <a:pt x="95" y="156"/>
                    <a:pt x="83" y="140"/>
                  </a:cubicBezTo>
                  <a:cubicBezTo>
                    <a:pt x="63" y="113"/>
                    <a:pt x="24" y="83"/>
                    <a:pt x="11" y="52"/>
                  </a:cubicBezTo>
                  <a:cubicBezTo>
                    <a:pt x="0" y="26"/>
                    <a:pt x="8" y="0"/>
                    <a:pt x="39" y="3"/>
                  </a:cubicBezTo>
                  <a:cubicBezTo>
                    <a:pt x="75" y="8"/>
                    <a:pt x="104" y="38"/>
                    <a:pt x="128" y="63"/>
                  </a:cubicBezTo>
                  <a:cubicBezTo>
                    <a:pt x="152" y="87"/>
                    <a:pt x="171" y="110"/>
                    <a:pt x="183" y="141"/>
                  </a:cubicBezTo>
                  <a:cubicBezTo>
                    <a:pt x="195" y="171"/>
                    <a:pt x="199" y="211"/>
                    <a:pt x="216" y="237"/>
                  </a:cubicBezTo>
                </a:path>
              </a:pathLst>
            </a:custGeom>
            <a:solidFill>
              <a:srgbClr val="FAF4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6256" name="Freeform 799">
              <a:extLst>
                <a:ext uri="{FF2B5EF4-FFF2-40B4-BE49-F238E27FC236}">
                  <a16:creationId xmlns:a16="http://schemas.microsoft.com/office/drawing/2014/main" id="{4C2CBC58-67F7-435F-A884-F871412A9E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0" y="1227"/>
              <a:ext cx="386" cy="230"/>
            </a:xfrm>
            <a:custGeom>
              <a:avLst/>
              <a:gdLst>
                <a:gd name="T0" fmla="*/ 399 w 361"/>
                <a:gd name="T1" fmla="*/ 261 h 216"/>
                <a:gd name="T2" fmla="*/ 359 w 361"/>
                <a:gd name="T3" fmla="*/ 219 h 216"/>
                <a:gd name="T4" fmla="*/ 284 w 361"/>
                <a:gd name="T5" fmla="*/ 184 h 216"/>
                <a:gd name="T6" fmla="*/ 96 w 361"/>
                <a:gd name="T7" fmla="*/ 136 h 216"/>
                <a:gd name="T8" fmla="*/ 15 w 361"/>
                <a:gd name="T9" fmla="*/ 36 h 216"/>
                <a:gd name="T10" fmla="*/ 73 w 361"/>
                <a:gd name="T11" fmla="*/ 1 h 216"/>
                <a:gd name="T12" fmla="*/ 353 w 361"/>
                <a:gd name="T13" fmla="*/ 81 h 216"/>
                <a:gd name="T14" fmla="*/ 442 w 361"/>
                <a:gd name="T15" fmla="*/ 179 h 21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61" h="216">
                  <a:moveTo>
                    <a:pt x="326" y="216"/>
                  </a:moveTo>
                  <a:cubicBezTo>
                    <a:pt x="317" y="211"/>
                    <a:pt x="305" y="190"/>
                    <a:pt x="294" y="181"/>
                  </a:cubicBezTo>
                  <a:cubicBezTo>
                    <a:pt x="275" y="165"/>
                    <a:pt x="256" y="159"/>
                    <a:pt x="233" y="152"/>
                  </a:cubicBezTo>
                  <a:cubicBezTo>
                    <a:pt x="181" y="138"/>
                    <a:pt x="129" y="135"/>
                    <a:pt x="79" y="113"/>
                  </a:cubicBezTo>
                  <a:cubicBezTo>
                    <a:pt x="51" y="101"/>
                    <a:pt x="0" y="67"/>
                    <a:pt x="12" y="30"/>
                  </a:cubicBezTo>
                  <a:cubicBezTo>
                    <a:pt x="17" y="10"/>
                    <a:pt x="40" y="1"/>
                    <a:pt x="60" y="1"/>
                  </a:cubicBezTo>
                  <a:cubicBezTo>
                    <a:pt x="142" y="0"/>
                    <a:pt x="221" y="28"/>
                    <a:pt x="289" y="67"/>
                  </a:cubicBezTo>
                  <a:cubicBezTo>
                    <a:pt x="322" y="86"/>
                    <a:pt x="339" y="117"/>
                    <a:pt x="361" y="148"/>
                  </a:cubicBezTo>
                </a:path>
              </a:pathLst>
            </a:custGeom>
            <a:solidFill>
              <a:srgbClr val="FAF4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6257" name="Freeform 800">
              <a:extLst>
                <a:ext uri="{FF2B5EF4-FFF2-40B4-BE49-F238E27FC236}">
                  <a16:creationId xmlns:a16="http://schemas.microsoft.com/office/drawing/2014/main" id="{6D6BFB24-D7CF-4529-9FE6-56E4EC7293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3" y="1326"/>
              <a:ext cx="417" cy="560"/>
            </a:xfrm>
            <a:custGeom>
              <a:avLst/>
              <a:gdLst>
                <a:gd name="T0" fmla="*/ 194 w 390"/>
                <a:gd name="T1" fmla="*/ 31 h 524"/>
                <a:gd name="T2" fmla="*/ 267 w 390"/>
                <a:gd name="T3" fmla="*/ 83 h 524"/>
                <a:gd name="T4" fmla="*/ 356 w 390"/>
                <a:gd name="T5" fmla="*/ 126 h 524"/>
                <a:gd name="T6" fmla="*/ 452 w 390"/>
                <a:gd name="T7" fmla="*/ 230 h 524"/>
                <a:gd name="T8" fmla="*/ 428 w 390"/>
                <a:gd name="T9" fmla="*/ 377 h 524"/>
                <a:gd name="T10" fmla="*/ 413 w 390"/>
                <a:gd name="T11" fmla="*/ 508 h 524"/>
                <a:gd name="T12" fmla="*/ 348 w 390"/>
                <a:gd name="T13" fmla="*/ 577 h 524"/>
                <a:gd name="T14" fmla="*/ 248 w 390"/>
                <a:gd name="T15" fmla="*/ 573 h 524"/>
                <a:gd name="T16" fmla="*/ 172 w 390"/>
                <a:gd name="T17" fmla="*/ 621 h 524"/>
                <a:gd name="T18" fmla="*/ 65 w 390"/>
                <a:gd name="T19" fmla="*/ 611 h 524"/>
                <a:gd name="T20" fmla="*/ 11 w 390"/>
                <a:gd name="T21" fmla="*/ 575 h 524"/>
                <a:gd name="T22" fmla="*/ 5 w 390"/>
                <a:gd name="T23" fmla="*/ 487 h 524"/>
                <a:gd name="T24" fmla="*/ 31 w 390"/>
                <a:gd name="T25" fmla="*/ 267 h 524"/>
                <a:gd name="T26" fmla="*/ 81 w 390"/>
                <a:gd name="T27" fmla="*/ 67 h 524"/>
                <a:gd name="T28" fmla="*/ 196 w 390"/>
                <a:gd name="T29" fmla="*/ 29 h 52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390" h="524">
                  <a:moveTo>
                    <a:pt x="158" y="25"/>
                  </a:moveTo>
                  <a:cubicBezTo>
                    <a:pt x="178" y="39"/>
                    <a:pt x="198" y="54"/>
                    <a:pt x="219" y="68"/>
                  </a:cubicBezTo>
                  <a:cubicBezTo>
                    <a:pt x="241" y="82"/>
                    <a:pt x="268" y="88"/>
                    <a:pt x="291" y="103"/>
                  </a:cubicBezTo>
                  <a:cubicBezTo>
                    <a:pt x="318" y="121"/>
                    <a:pt x="356" y="158"/>
                    <a:pt x="370" y="188"/>
                  </a:cubicBezTo>
                  <a:cubicBezTo>
                    <a:pt x="390" y="229"/>
                    <a:pt x="359" y="270"/>
                    <a:pt x="350" y="309"/>
                  </a:cubicBezTo>
                  <a:cubicBezTo>
                    <a:pt x="342" y="345"/>
                    <a:pt x="340" y="379"/>
                    <a:pt x="338" y="415"/>
                  </a:cubicBezTo>
                  <a:cubicBezTo>
                    <a:pt x="335" y="453"/>
                    <a:pt x="324" y="472"/>
                    <a:pt x="284" y="473"/>
                  </a:cubicBezTo>
                  <a:cubicBezTo>
                    <a:pt x="257" y="473"/>
                    <a:pt x="229" y="461"/>
                    <a:pt x="203" y="470"/>
                  </a:cubicBezTo>
                  <a:cubicBezTo>
                    <a:pt x="177" y="478"/>
                    <a:pt x="164" y="498"/>
                    <a:pt x="141" y="509"/>
                  </a:cubicBezTo>
                  <a:cubicBezTo>
                    <a:pt x="112" y="524"/>
                    <a:pt x="81" y="514"/>
                    <a:pt x="53" y="501"/>
                  </a:cubicBezTo>
                  <a:cubicBezTo>
                    <a:pt x="39" y="494"/>
                    <a:pt x="15" y="486"/>
                    <a:pt x="8" y="471"/>
                  </a:cubicBezTo>
                  <a:cubicBezTo>
                    <a:pt x="0" y="454"/>
                    <a:pt x="3" y="419"/>
                    <a:pt x="5" y="400"/>
                  </a:cubicBezTo>
                  <a:cubicBezTo>
                    <a:pt x="10" y="339"/>
                    <a:pt x="18" y="279"/>
                    <a:pt x="25" y="219"/>
                  </a:cubicBezTo>
                  <a:cubicBezTo>
                    <a:pt x="31" y="164"/>
                    <a:pt x="39" y="105"/>
                    <a:pt x="66" y="55"/>
                  </a:cubicBezTo>
                  <a:cubicBezTo>
                    <a:pt x="84" y="22"/>
                    <a:pt x="121" y="0"/>
                    <a:pt x="160" y="23"/>
                  </a:cubicBezTo>
                </a:path>
              </a:pathLst>
            </a:custGeom>
            <a:solidFill>
              <a:srgbClr val="FAF4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6258" name="Freeform 801">
              <a:extLst>
                <a:ext uri="{FF2B5EF4-FFF2-40B4-BE49-F238E27FC236}">
                  <a16:creationId xmlns:a16="http://schemas.microsoft.com/office/drawing/2014/main" id="{726A522B-0D31-4652-A561-6E1C7BC6C5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5" y="1922"/>
              <a:ext cx="282" cy="94"/>
            </a:xfrm>
            <a:custGeom>
              <a:avLst/>
              <a:gdLst>
                <a:gd name="T0" fmla="*/ 317 w 264"/>
                <a:gd name="T1" fmla="*/ 40 h 88"/>
                <a:gd name="T2" fmla="*/ 322 w 264"/>
                <a:gd name="T3" fmla="*/ 35 h 88"/>
                <a:gd name="T4" fmla="*/ 230 w 264"/>
                <a:gd name="T5" fmla="*/ 83 h 88"/>
                <a:gd name="T6" fmla="*/ 138 w 264"/>
                <a:gd name="T7" fmla="*/ 105 h 88"/>
                <a:gd name="T8" fmla="*/ 56 w 264"/>
                <a:gd name="T9" fmla="*/ 103 h 88"/>
                <a:gd name="T10" fmla="*/ 2 w 264"/>
                <a:gd name="T11" fmla="*/ 47 h 88"/>
                <a:gd name="T12" fmla="*/ 312 w 264"/>
                <a:gd name="T13" fmla="*/ 37 h 8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4" h="88">
                  <a:moveTo>
                    <a:pt x="260" y="33"/>
                  </a:moveTo>
                  <a:cubicBezTo>
                    <a:pt x="262" y="32"/>
                    <a:pt x="261" y="30"/>
                    <a:pt x="264" y="29"/>
                  </a:cubicBezTo>
                  <a:cubicBezTo>
                    <a:pt x="253" y="46"/>
                    <a:pt x="208" y="61"/>
                    <a:pt x="188" y="68"/>
                  </a:cubicBezTo>
                  <a:cubicBezTo>
                    <a:pt x="164" y="77"/>
                    <a:pt x="138" y="84"/>
                    <a:pt x="113" y="86"/>
                  </a:cubicBezTo>
                  <a:cubicBezTo>
                    <a:pt x="92" y="88"/>
                    <a:pt x="66" y="88"/>
                    <a:pt x="46" y="84"/>
                  </a:cubicBezTo>
                  <a:cubicBezTo>
                    <a:pt x="28" y="80"/>
                    <a:pt x="0" y="60"/>
                    <a:pt x="2" y="38"/>
                  </a:cubicBezTo>
                  <a:cubicBezTo>
                    <a:pt x="6" y="0"/>
                    <a:pt x="213" y="47"/>
                    <a:pt x="256" y="31"/>
                  </a:cubicBezTo>
                </a:path>
              </a:pathLst>
            </a:custGeom>
            <a:solidFill>
              <a:srgbClr val="FAF4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6259" name="Freeform 802">
              <a:extLst>
                <a:ext uri="{FF2B5EF4-FFF2-40B4-BE49-F238E27FC236}">
                  <a16:creationId xmlns:a16="http://schemas.microsoft.com/office/drawing/2014/main" id="{6C0EC1EB-EF98-4B26-8E89-2FB7DB4E0CC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3" y="1886"/>
              <a:ext cx="501" cy="452"/>
            </a:xfrm>
            <a:custGeom>
              <a:avLst/>
              <a:gdLst>
                <a:gd name="T0" fmla="*/ 265 w 469"/>
                <a:gd name="T1" fmla="*/ 89 h 423"/>
                <a:gd name="T2" fmla="*/ 334 w 469"/>
                <a:gd name="T3" fmla="*/ 146 h 423"/>
                <a:gd name="T4" fmla="*/ 150 w 469"/>
                <a:gd name="T5" fmla="*/ 250 h 423"/>
                <a:gd name="T6" fmla="*/ 11 w 469"/>
                <a:gd name="T7" fmla="*/ 419 h 423"/>
                <a:gd name="T8" fmla="*/ 176 w 469"/>
                <a:gd name="T9" fmla="*/ 516 h 423"/>
                <a:gd name="T10" fmla="*/ 302 w 469"/>
                <a:gd name="T11" fmla="*/ 495 h 423"/>
                <a:gd name="T12" fmla="*/ 372 w 469"/>
                <a:gd name="T13" fmla="*/ 428 h 423"/>
                <a:gd name="T14" fmla="*/ 477 w 469"/>
                <a:gd name="T15" fmla="*/ 301 h 423"/>
                <a:gd name="T16" fmla="*/ 553 w 469"/>
                <a:gd name="T17" fmla="*/ 291 h 423"/>
                <a:gd name="T18" fmla="*/ 570 w 469"/>
                <a:gd name="T19" fmla="*/ 186 h 423"/>
                <a:gd name="T20" fmla="*/ 507 w 469"/>
                <a:gd name="T21" fmla="*/ 0 h 423"/>
                <a:gd name="T22" fmla="*/ 454 w 469"/>
                <a:gd name="T23" fmla="*/ 11 h 423"/>
                <a:gd name="T24" fmla="*/ 367 w 469"/>
                <a:gd name="T25" fmla="*/ 50 h 423"/>
                <a:gd name="T26" fmla="*/ 316 w 469"/>
                <a:gd name="T27" fmla="*/ 72 h 423"/>
                <a:gd name="T28" fmla="*/ 280 w 469"/>
                <a:gd name="T29" fmla="*/ 79 h 42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469" h="423">
                  <a:moveTo>
                    <a:pt x="217" y="73"/>
                  </a:moveTo>
                  <a:cubicBezTo>
                    <a:pt x="248" y="49"/>
                    <a:pt x="305" y="83"/>
                    <a:pt x="274" y="120"/>
                  </a:cubicBezTo>
                  <a:cubicBezTo>
                    <a:pt x="233" y="166"/>
                    <a:pt x="180" y="186"/>
                    <a:pt x="123" y="205"/>
                  </a:cubicBezTo>
                  <a:cubicBezTo>
                    <a:pt x="63" y="224"/>
                    <a:pt x="0" y="273"/>
                    <a:pt x="8" y="343"/>
                  </a:cubicBezTo>
                  <a:cubicBezTo>
                    <a:pt x="15" y="407"/>
                    <a:pt x="91" y="423"/>
                    <a:pt x="144" y="423"/>
                  </a:cubicBezTo>
                  <a:cubicBezTo>
                    <a:pt x="177" y="423"/>
                    <a:pt x="216" y="413"/>
                    <a:pt x="248" y="405"/>
                  </a:cubicBezTo>
                  <a:cubicBezTo>
                    <a:pt x="278" y="397"/>
                    <a:pt x="291" y="378"/>
                    <a:pt x="305" y="351"/>
                  </a:cubicBezTo>
                  <a:cubicBezTo>
                    <a:pt x="325" y="314"/>
                    <a:pt x="348" y="260"/>
                    <a:pt x="391" y="247"/>
                  </a:cubicBezTo>
                  <a:cubicBezTo>
                    <a:pt x="408" y="241"/>
                    <a:pt x="443" y="249"/>
                    <a:pt x="454" y="239"/>
                  </a:cubicBezTo>
                  <a:cubicBezTo>
                    <a:pt x="468" y="225"/>
                    <a:pt x="468" y="172"/>
                    <a:pt x="468" y="153"/>
                  </a:cubicBezTo>
                  <a:cubicBezTo>
                    <a:pt x="469" y="99"/>
                    <a:pt x="457" y="39"/>
                    <a:pt x="417" y="0"/>
                  </a:cubicBezTo>
                  <a:cubicBezTo>
                    <a:pt x="406" y="7"/>
                    <a:pt x="387" y="4"/>
                    <a:pt x="373" y="8"/>
                  </a:cubicBezTo>
                  <a:cubicBezTo>
                    <a:pt x="348" y="15"/>
                    <a:pt x="324" y="29"/>
                    <a:pt x="301" y="41"/>
                  </a:cubicBezTo>
                  <a:cubicBezTo>
                    <a:pt x="288" y="47"/>
                    <a:pt x="273" y="55"/>
                    <a:pt x="259" y="59"/>
                  </a:cubicBezTo>
                  <a:cubicBezTo>
                    <a:pt x="249" y="61"/>
                    <a:pt x="234" y="58"/>
                    <a:pt x="229" y="65"/>
                  </a:cubicBezTo>
                </a:path>
              </a:pathLst>
            </a:custGeom>
            <a:solidFill>
              <a:srgbClr val="FAF4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6260" name="Freeform 803">
              <a:extLst>
                <a:ext uri="{FF2B5EF4-FFF2-40B4-BE49-F238E27FC236}">
                  <a16:creationId xmlns:a16="http://schemas.microsoft.com/office/drawing/2014/main" id="{03F955BE-E8B7-4A5D-AABA-63355A0F257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2" y="2185"/>
              <a:ext cx="226" cy="245"/>
            </a:xfrm>
            <a:custGeom>
              <a:avLst/>
              <a:gdLst>
                <a:gd name="T0" fmla="*/ 2 w 212"/>
                <a:gd name="T1" fmla="*/ 142 h 229"/>
                <a:gd name="T2" fmla="*/ 52 w 212"/>
                <a:gd name="T3" fmla="*/ 200 h 229"/>
                <a:gd name="T4" fmla="*/ 0 w 212"/>
                <a:gd name="T5" fmla="*/ 280 h 229"/>
                <a:gd name="T6" fmla="*/ 74 w 212"/>
                <a:gd name="T7" fmla="*/ 239 h 229"/>
                <a:gd name="T8" fmla="*/ 145 w 212"/>
                <a:gd name="T9" fmla="*/ 195 h 229"/>
                <a:gd name="T10" fmla="*/ 230 w 212"/>
                <a:gd name="T11" fmla="*/ 0 h 2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2" h="229">
                  <a:moveTo>
                    <a:pt x="2" y="116"/>
                  </a:moveTo>
                  <a:cubicBezTo>
                    <a:pt x="25" y="123"/>
                    <a:pt x="44" y="139"/>
                    <a:pt x="43" y="164"/>
                  </a:cubicBezTo>
                  <a:cubicBezTo>
                    <a:pt x="41" y="195"/>
                    <a:pt x="3" y="203"/>
                    <a:pt x="0" y="229"/>
                  </a:cubicBezTo>
                  <a:cubicBezTo>
                    <a:pt x="19" y="228"/>
                    <a:pt x="44" y="203"/>
                    <a:pt x="61" y="194"/>
                  </a:cubicBezTo>
                  <a:cubicBezTo>
                    <a:pt x="80" y="184"/>
                    <a:pt x="103" y="173"/>
                    <a:pt x="120" y="159"/>
                  </a:cubicBezTo>
                  <a:cubicBezTo>
                    <a:pt x="165" y="125"/>
                    <a:pt x="212" y="56"/>
                    <a:pt x="190" y="0"/>
                  </a:cubicBezTo>
                </a:path>
              </a:pathLst>
            </a:custGeom>
            <a:solidFill>
              <a:srgbClr val="FAF4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6261" name="Freeform 804">
              <a:extLst>
                <a:ext uri="{FF2B5EF4-FFF2-40B4-BE49-F238E27FC236}">
                  <a16:creationId xmlns:a16="http://schemas.microsoft.com/office/drawing/2014/main" id="{2CDE7E75-302C-41A5-AABE-85B40EFD35D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4" y="2328"/>
              <a:ext cx="239" cy="329"/>
            </a:xfrm>
            <a:custGeom>
              <a:avLst/>
              <a:gdLst>
                <a:gd name="T0" fmla="*/ 14 w 224"/>
                <a:gd name="T1" fmla="*/ 219 h 307"/>
                <a:gd name="T2" fmla="*/ 110 w 224"/>
                <a:gd name="T3" fmla="*/ 75 h 307"/>
                <a:gd name="T4" fmla="*/ 218 w 224"/>
                <a:gd name="T5" fmla="*/ 3 h 307"/>
                <a:gd name="T6" fmla="*/ 251 w 224"/>
                <a:gd name="T7" fmla="*/ 134 h 307"/>
                <a:gd name="T8" fmla="*/ 158 w 224"/>
                <a:gd name="T9" fmla="*/ 358 h 307"/>
                <a:gd name="T10" fmla="*/ 20 w 224"/>
                <a:gd name="T11" fmla="*/ 208 h 30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4" h="307">
                  <a:moveTo>
                    <a:pt x="11" y="177"/>
                  </a:moveTo>
                  <a:cubicBezTo>
                    <a:pt x="0" y="125"/>
                    <a:pt x="57" y="90"/>
                    <a:pt x="91" y="61"/>
                  </a:cubicBezTo>
                  <a:cubicBezTo>
                    <a:pt x="111" y="43"/>
                    <a:pt x="151" y="5"/>
                    <a:pt x="179" y="3"/>
                  </a:cubicBezTo>
                  <a:cubicBezTo>
                    <a:pt x="224" y="0"/>
                    <a:pt x="206" y="83"/>
                    <a:pt x="206" y="109"/>
                  </a:cubicBezTo>
                  <a:cubicBezTo>
                    <a:pt x="204" y="173"/>
                    <a:pt x="210" y="272"/>
                    <a:pt x="130" y="291"/>
                  </a:cubicBezTo>
                  <a:cubicBezTo>
                    <a:pt x="64" y="307"/>
                    <a:pt x="34" y="216"/>
                    <a:pt x="17" y="169"/>
                  </a:cubicBezTo>
                </a:path>
              </a:pathLst>
            </a:custGeom>
            <a:solidFill>
              <a:srgbClr val="FAF4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6262" name="Freeform 805">
              <a:extLst>
                <a:ext uri="{FF2B5EF4-FFF2-40B4-BE49-F238E27FC236}">
                  <a16:creationId xmlns:a16="http://schemas.microsoft.com/office/drawing/2014/main" id="{59A91BFF-075B-4C72-B3A8-DA6785A1560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3" y="2478"/>
              <a:ext cx="448" cy="291"/>
            </a:xfrm>
            <a:custGeom>
              <a:avLst/>
              <a:gdLst>
                <a:gd name="T0" fmla="*/ 512 w 419"/>
                <a:gd name="T1" fmla="*/ 160 h 272"/>
                <a:gd name="T2" fmla="*/ 234 w 419"/>
                <a:gd name="T3" fmla="*/ 219 h 272"/>
                <a:gd name="T4" fmla="*/ 141 w 419"/>
                <a:gd name="T5" fmla="*/ 262 h 272"/>
                <a:gd name="T6" fmla="*/ 50 w 419"/>
                <a:gd name="T7" fmla="*/ 319 h 272"/>
                <a:gd name="T8" fmla="*/ 26 w 419"/>
                <a:gd name="T9" fmla="*/ 323 h 272"/>
                <a:gd name="T10" fmla="*/ 55 w 419"/>
                <a:gd name="T11" fmla="*/ 273 h 272"/>
                <a:gd name="T12" fmla="*/ 65 w 419"/>
                <a:gd name="T13" fmla="*/ 220 h 272"/>
                <a:gd name="T14" fmla="*/ 87 w 419"/>
                <a:gd name="T15" fmla="*/ 153 h 272"/>
                <a:gd name="T16" fmla="*/ 201 w 419"/>
                <a:gd name="T17" fmla="*/ 91 h 272"/>
                <a:gd name="T18" fmla="*/ 325 w 419"/>
                <a:gd name="T19" fmla="*/ 116 h 272"/>
                <a:gd name="T20" fmla="*/ 385 w 419"/>
                <a:gd name="T21" fmla="*/ 80 h 272"/>
                <a:gd name="T22" fmla="*/ 385 w 419"/>
                <a:gd name="T23" fmla="*/ 0 h 27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19" h="272">
                  <a:moveTo>
                    <a:pt x="419" y="131"/>
                  </a:moveTo>
                  <a:cubicBezTo>
                    <a:pt x="356" y="182"/>
                    <a:pt x="265" y="162"/>
                    <a:pt x="192" y="179"/>
                  </a:cubicBezTo>
                  <a:cubicBezTo>
                    <a:pt x="163" y="186"/>
                    <a:pt x="142" y="204"/>
                    <a:pt x="115" y="214"/>
                  </a:cubicBezTo>
                  <a:cubicBezTo>
                    <a:pt x="86" y="225"/>
                    <a:pt x="68" y="248"/>
                    <a:pt x="41" y="261"/>
                  </a:cubicBezTo>
                  <a:cubicBezTo>
                    <a:pt x="31" y="266"/>
                    <a:pt x="30" y="272"/>
                    <a:pt x="21" y="264"/>
                  </a:cubicBezTo>
                  <a:cubicBezTo>
                    <a:pt x="0" y="246"/>
                    <a:pt x="34" y="231"/>
                    <a:pt x="45" y="222"/>
                  </a:cubicBezTo>
                  <a:cubicBezTo>
                    <a:pt x="61" y="209"/>
                    <a:pt x="45" y="200"/>
                    <a:pt x="53" y="180"/>
                  </a:cubicBezTo>
                  <a:cubicBezTo>
                    <a:pt x="59" y="164"/>
                    <a:pt x="61" y="140"/>
                    <a:pt x="71" y="125"/>
                  </a:cubicBezTo>
                  <a:cubicBezTo>
                    <a:pt x="85" y="103"/>
                    <a:pt x="138" y="81"/>
                    <a:pt x="165" y="74"/>
                  </a:cubicBezTo>
                  <a:cubicBezTo>
                    <a:pt x="205" y="63"/>
                    <a:pt x="230" y="81"/>
                    <a:pt x="266" y="94"/>
                  </a:cubicBezTo>
                  <a:cubicBezTo>
                    <a:pt x="292" y="102"/>
                    <a:pt x="314" y="97"/>
                    <a:pt x="315" y="65"/>
                  </a:cubicBezTo>
                  <a:cubicBezTo>
                    <a:pt x="315" y="35"/>
                    <a:pt x="287" y="25"/>
                    <a:pt x="315" y="0"/>
                  </a:cubicBezTo>
                </a:path>
              </a:pathLst>
            </a:custGeom>
            <a:solidFill>
              <a:srgbClr val="FAF4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6263" name="Freeform 806">
              <a:extLst>
                <a:ext uri="{FF2B5EF4-FFF2-40B4-BE49-F238E27FC236}">
                  <a16:creationId xmlns:a16="http://schemas.microsoft.com/office/drawing/2014/main" id="{674971F4-660C-4E29-8480-1818F7B7A7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6" y="2712"/>
              <a:ext cx="501" cy="318"/>
            </a:xfrm>
            <a:custGeom>
              <a:avLst/>
              <a:gdLst>
                <a:gd name="T0" fmla="*/ 356 w 469"/>
                <a:gd name="T1" fmla="*/ 21 h 297"/>
                <a:gd name="T2" fmla="*/ 485 w 469"/>
                <a:gd name="T3" fmla="*/ 2 h 297"/>
                <a:gd name="T4" fmla="*/ 568 w 469"/>
                <a:gd name="T5" fmla="*/ 116 h 297"/>
                <a:gd name="T6" fmla="*/ 514 w 469"/>
                <a:gd name="T7" fmla="*/ 267 h 297"/>
                <a:gd name="T8" fmla="*/ 380 w 469"/>
                <a:gd name="T9" fmla="*/ 291 h 297"/>
                <a:gd name="T10" fmla="*/ 216 w 469"/>
                <a:gd name="T11" fmla="*/ 311 h 297"/>
                <a:gd name="T12" fmla="*/ 79 w 469"/>
                <a:gd name="T13" fmla="*/ 361 h 297"/>
                <a:gd name="T14" fmla="*/ 19 w 469"/>
                <a:gd name="T15" fmla="*/ 344 h 297"/>
                <a:gd name="T16" fmla="*/ 24 w 469"/>
                <a:gd name="T17" fmla="*/ 249 h 297"/>
                <a:gd name="T18" fmla="*/ 140 w 469"/>
                <a:gd name="T19" fmla="*/ 134 h 297"/>
                <a:gd name="T20" fmla="*/ 282 w 469"/>
                <a:gd name="T21" fmla="*/ 56 h 297"/>
                <a:gd name="T22" fmla="*/ 356 w 469"/>
                <a:gd name="T23" fmla="*/ 28 h 29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69" h="297">
                  <a:moveTo>
                    <a:pt x="292" y="18"/>
                  </a:moveTo>
                  <a:cubicBezTo>
                    <a:pt x="322" y="9"/>
                    <a:pt x="366" y="0"/>
                    <a:pt x="398" y="2"/>
                  </a:cubicBezTo>
                  <a:cubicBezTo>
                    <a:pt x="444" y="4"/>
                    <a:pt x="469" y="52"/>
                    <a:pt x="466" y="94"/>
                  </a:cubicBezTo>
                  <a:cubicBezTo>
                    <a:pt x="463" y="132"/>
                    <a:pt x="450" y="191"/>
                    <a:pt x="421" y="218"/>
                  </a:cubicBezTo>
                  <a:cubicBezTo>
                    <a:pt x="389" y="249"/>
                    <a:pt x="353" y="244"/>
                    <a:pt x="312" y="237"/>
                  </a:cubicBezTo>
                  <a:cubicBezTo>
                    <a:pt x="261" y="228"/>
                    <a:pt x="224" y="237"/>
                    <a:pt x="177" y="253"/>
                  </a:cubicBezTo>
                  <a:cubicBezTo>
                    <a:pt x="140" y="266"/>
                    <a:pt x="104" y="290"/>
                    <a:pt x="65" y="294"/>
                  </a:cubicBezTo>
                  <a:cubicBezTo>
                    <a:pt x="46" y="296"/>
                    <a:pt x="26" y="297"/>
                    <a:pt x="16" y="280"/>
                  </a:cubicBezTo>
                  <a:cubicBezTo>
                    <a:pt x="0" y="255"/>
                    <a:pt x="6" y="228"/>
                    <a:pt x="20" y="204"/>
                  </a:cubicBezTo>
                  <a:cubicBezTo>
                    <a:pt x="43" y="164"/>
                    <a:pt x="75" y="131"/>
                    <a:pt x="115" y="109"/>
                  </a:cubicBezTo>
                  <a:cubicBezTo>
                    <a:pt x="154" y="87"/>
                    <a:pt x="190" y="61"/>
                    <a:pt x="231" y="46"/>
                  </a:cubicBezTo>
                  <a:cubicBezTo>
                    <a:pt x="252" y="39"/>
                    <a:pt x="272" y="30"/>
                    <a:pt x="292" y="22"/>
                  </a:cubicBezTo>
                </a:path>
              </a:pathLst>
            </a:custGeom>
            <a:solidFill>
              <a:srgbClr val="FAF4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6264" name="Freeform 807">
              <a:extLst>
                <a:ext uri="{FF2B5EF4-FFF2-40B4-BE49-F238E27FC236}">
                  <a16:creationId xmlns:a16="http://schemas.microsoft.com/office/drawing/2014/main" id="{24CE59E8-5314-4B22-A2C5-25093BBDB38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0" y="3035"/>
              <a:ext cx="176" cy="97"/>
            </a:xfrm>
            <a:custGeom>
              <a:avLst/>
              <a:gdLst>
                <a:gd name="T0" fmla="*/ 84 w 165"/>
                <a:gd name="T1" fmla="*/ 16 h 91"/>
                <a:gd name="T2" fmla="*/ 167 w 165"/>
                <a:gd name="T3" fmla="*/ 18 h 91"/>
                <a:gd name="T4" fmla="*/ 139 w 165"/>
                <a:gd name="T5" fmla="*/ 85 h 91"/>
                <a:gd name="T6" fmla="*/ 27 w 165"/>
                <a:gd name="T7" fmla="*/ 82 h 91"/>
                <a:gd name="T8" fmla="*/ 98 w 165"/>
                <a:gd name="T9" fmla="*/ 22 h 9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5" h="91">
                  <a:moveTo>
                    <a:pt x="69" y="13"/>
                  </a:moveTo>
                  <a:cubicBezTo>
                    <a:pt x="89" y="21"/>
                    <a:pt x="119" y="0"/>
                    <a:pt x="138" y="15"/>
                  </a:cubicBezTo>
                  <a:cubicBezTo>
                    <a:pt x="165" y="37"/>
                    <a:pt x="134" y="61"/>
                    <a:pt x="114" y="70"/>
                  </a:cubicBezTo>
                  <a:cubicBezTo>
                    <a:pt x="92" y="79"/>
                    <a:pt x="41" y="91"/>
                    <a:pt x="22" y="68"/>
                  </a:cubicBezTo>
                  <a:cubicBezTo>
                    <a:pt x="0" y="40"/>
                    <a:pt x="71" y="11"/>
                    <a:pt x="81" y="19"/>
                  </a:cubicBezTo>
                </a:path>
              </a:pathLst>
            </a:custGeom>
            <a:solidFill>
              <a:srgbClr val="FAF4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6265" name="Freeform 808">
              <a:extLst>
                <a:ext uri="{FF2B5EF4-FFF2-40B4-BE49-F238E27FC236}">
                  <a16:creationId xmlns:a16="http://schemas.microsoft.com/office/drawing/2014/main" id="{D2E616BC-3969-49A8-A8B3-366A0B0536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5" y="3139"/>
              <a:ext cx="341" cy="501"/>
            </a:xfrm>
            <a:custGeom>
              <a:avLst/>
              <a:gdLst>
                <a:gd name="T0" fmla="*/ 15 w 319"/>
                <a:gd name="T1" fmla="*/ 105 h 469"/>
                <a:gd name="T2" fmla="*/ 137 w 319"/>
                <a:gd name="T3" fmla="*/ 96 h 469"/>
                <a:gd name="T4" fmla="*/ 248 w 319"/>
                <a:gd name="T5" fmla="*/ 79 h 469"/>
                <a:gd name="T6" fmla="*/ 314 w 319"/>
                <a:gd name="T7" fmla="*/ 47 h 469"/>
                <a:gd name="T8" fmla="*/ 357 w 319"/>
                <a:gd name="T9" fmla="*/ 0 h 469"/>
                <a:gd name="T10" fmla="*/ 347 w 319"/>
                <a:gd name="T11" fmla="*/ 131 h 469"/>
                <a:gd name="T12" fmla="*/ 368 w 319"/>
                <a:gd name="T13" fmla="*/ 303 h 469"/>
                <a:gd name="T14" fmla="*/ 329 w 319"/>
                <a:gd name="T15" fmla="*/ 533 h 469"/>
                <a:gd name="T16" fmla="*/ 191 w 319"/>
                <a:gd name="T17" fmla="*/ 570 h 469"/>
                <a:gd name="T18" fmla="*/ 74 w 319"/>
                <a:gd name="T19" fmla="*/ 434 h 469"/>
                <a:gd name="T20" fmla="*/ 11 w 319"/>
                <a:gd name="T21" fmla="*/ 262 h 469"/>
                <a:gd name="T22" fmla="*/ 1 w 319"/>
                <a:gd name="T23" fmla="*/ 186 h 469"/>
                <a:gd name="T24" fmla="*/ 17 w 319"/>
                <a:gd name="T25" fmla="*/ 110 h 46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19" h="469">
                  <a:moveTo>
                    <a:pt x="12" y="86"/>
                  </a:moveTo>
                  <a:cubicBezTo>
                    <a:pt x="42" y="76"/>
                    <a:pt x="80" y="82"/>
                    <a:pt x="112" y="79"/>
                  </a:cubicBezTo>
                  <a:cubicBezTo>
                    <a:pt x="142" y="77"/>
                    <a:pt x="174" y="74"/>
                    <a:pt x="203" y="65"/>
                  </a:cubicBezTo>
                  <a:cubicBezTo>
                    <a:pt x="222" y="59"/>
                    <a:pt x="243" y="52"/>
                    <a:pt x="257" y="38"/>
                  </a:cubicBezTo>
                  <a:cubicBezTo>
                    <a:pt x="270" y="26"/>
                    <a:pt x="277" y="8"/>
                    <a:pt x="292" y="0"/>
                  </a:cubicBezTo>
                  <a:cubicBezTo>
                    <a:pt x="309" y="28"/>
                    <a:pt x="281" y="75"/>
                    <a:pt x="284" y="108"/>
                  </a:cubicBezTo>
                  <a:cubicBezTo>
                    <a:pt x="287" y="155"/>
                    <a:pt x="298" y="202"/>
                    <a:pt x="301" y="249"/>
                  </a:cubicBezTo>
                  <a:cubicBezTo>
                    <a:pt x="304" y="303"/>
                    <a:pt x="319" y="399"/>
                    <a:pt x="269" y="437"/>
                  </a:cubicBezTo>
                  <a:cubicBezTo>
                    <a:pt x="238" y="461"/>
                    <a:pt x="194" y="469"/>
                    <a:pt x="156" y="468"/>
                  </a:cubicBezTo>
                  <a:cubicBezTo>
                    <a:pt x="100" y="466"/>
                    <a:pt x="80" y="400"/>
                    <a:pt x="61" y="356"/>
                  </a:cubicBezTo>
                  <a:cubicBezTo>
                    <a:pt x="42" y="310"/>
                    <a:pt x="22" y="262"/>
                    <a:pt x="8" y="214"/>
                  </a:cubicBezTo>
                  <a:cubicBezTo>
                    <a:pt x="3" y="194"/>
                    <a:pt x="0" y="174"/>
                    <a:pt x="1" y="153"/>
                  </a:cubicBezTo>
                  <a:cubicBezTo>
                    <a:pt x="3" y="131"/>
                    <a:pt x="12" y="111"/>
                    <a:pt x="14" y="90"/>
                  </a:cubicBezTo>
                </a:path>
              </a:pathLst>
            </a:custGeom>
            <a:solidFill>
              <a:srgbClr val="FAF4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6266" name="Freeform 809">
              <a:extLst>
                <a:ext uri="{FF2B5EF4-FFF2-40B4-BE49-F238E27FC236}">
                  <a16:creationId xmlns:a16="http://schemas.microsoft.com/office/drawing/2014/main" id="{A584C324-A570-4892-9AF2-9ED1A0F702E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0" y="3723"/>
              <a:ext cx="153" cy="88"/>
            </a:xfrm>
            <a:custGeom>
              <a:avLst/>
              <a:gdLst>
                <a:gd name="T0" fmla="*/ 89 w 143"/>
                <a:gd name="T1" fmla="*/ 10 h 82"/>
                <a:gd name="T2" fmla="*/ 165 w 143"/>
                <a:gd name="T3" fmla="*/ 32 h 82"/>
                <a:gd name="T4" fmla="*/ 89 w 143"/>
                <a:gd name="T5" fmla="*/ 57 h 82"/>
                <a:gd name="T6" fmla="*/ 0 w 143"/>
                <a:gd name="T7" fmla="*/ 49 h 82"/>
                <a:gd name="T8" fmla="*/ 98 w 143"/>
                <a:gd name="T9" fmla="*/ 14 h 8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3" h="82">
                  <a:moveTo>
                    <a:pt x="73" y="7"/>
                  </a:moveTo>
                  <a:cubicBezTo>
                    <a:pt x="93" y="0"/>
                    <a:pt x="128" y="0"/>
                    <a:pt x="135" y="26"/>
                  </a:cubicBezTo>
                  <a:cubicBezTo>
                    <a:pt x="143" y="57"/>
                    <a:pt x="93" y="40"/>
                    <a:pt x="73" y="46"/>
                  </a:cubicBezTo>
                  <a:cubicBezTo>
                    <a:pt x="55" y="51"/>
                    <a:pt x="0" y="82"/>
                    <a:pt x="0" y="40"/>
                  </a:cubicBezTo>
                  <a:cubicBezTo>
                    <a:pt x="0" y="13"/>
                    <a:pt x="64" y="2"/>
                    <a:pt x="80" y="11"/>
                  </a:cubicBezTo>
                </a:path>
              </a:pathLst>
            </a:custGeom>
            <a:solidFill>
              <a:srgbClr val="FAF4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6267" name="Freeform 810">
              <a:extLst>
                <a:ext uri="{FF2B5EF4-FFF2-40B4-BE49-F238E27FC236}">
                  <a16:creationId xmlns:a16="http://schemas.microsoft.com/office/drawing/2014/main" id="{01C8B13F-FEF4-40E5-945F-AA1DDFFC8B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7" y="3843"/>
              <a:ext cx="219" cy="158"/>
            </a:xfrm>
            <a:custGeom>
              <a:avLst/>
              <a:gdLst>
                <a:gd name="T0" fmla="*/ 12 w 205"/>
                <a:gd name="T1" fmla="*/ 23 h 148"/>
                <a:gd name="T2" fmla="*/ 7 w 205"/>
                <a:gd name="T3" fmla="*/ 61 h 148"/>
                <a:gd name="T4" fmla="*/ 51 w 205"/>
                <a:gd name="T5" fmla="*/ 64 h 148"/>
                <a:gd name="T6" fmla="*/ 138 w 205"/>
                <a:gd name="T7" fmla="*/ 85 h 148"/>
                <a:gd name="T8" fmla="*/ 250 w 205"/>
                <a:gd name="T9" fmla="*/ 140 h 148"/>
                <a:gd name="T10" fmla="*/ 207 w 205"/>
                <a:gd name="T11" fmla="*/ 91 h 148"/>
                <a:gd name="T12" fmla="*/ 157 w 205"/>
                <a:gd name="T13" fmla="*/ 22 h 148"/>
                <a:gd name="T14" fmla="*/ 112 w 205"/>
                <a:gd name="T15" fmla="*/ 12 h 148"/>
                <a:gd name="T16" fmla="*/ 16 w 205"/>
                <a:gd name="T17" fmla="*/ 7 h 14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5" h="148">
                  <a:moveTo>
                    <a:pt x="9" y="20"/>
                  </a:moveTo>
                  <a:cubicBezTo>
                    <a:pt x="0" y="24"/>
                    <a:pt x="0" y="42"/>
                    <a:pt x="7" y="50"/>
                  </a:cubicBezTo>
                  <a:cubicBezTo>
                    <a:pt x="17" y="61"/>
                    <a:pt x="29" y="54"/>
                    <a:pt x="42" y="52"/>
                  </a:cubicBezTo>
                  <a:cubicBezTo>
                    <a:pt x="72" y="49"/>
                    <a:pt x="90" y="50"/>
                    <a:pt x="113" y="70"/>
                  </a:cubicBezTo>
                  <a:cubicBezTo>
                    <a:pt x="137" y="91"/>
                    <a:pt x="173" y="148"/>
                    <a:pt x="205" y="115"/>
                  </a:cubicBezTo>
                  <a:cubicBezTo>
                    <a:pt x="195" y="99"/>
                    <a:pt x="183" y="89"/>
                    <a:pt x="170" y="75"/>
                  </a:cubicBezTo>
                  <a:cubicBezTo>
                    <a:pt x="154" y="58"/>
                    <a:pt x="146" y="35"/>
                    <a:pt x="129" y="19"/>
                  </a:cubicBezTo>
                  <a:cubicBezTo>
                    <a:pt x="115" y="5"/>
                    <a:pt x="113" y="7"/>
                    <a:pt x="92" y="9"/>
                  </a:cubicBezTo>
                  <a:cubicBezTo>
                    <a:pt x="68" y="11"/>
                    <a:pt x="35" y="0"/>
                    <a:pt x="13" y="7"/>
                  </a:cubicBezTo>
                </a:path>
              </a:pathLst>
            </a:custGeom>
            <a:solidFill>
              <a:srgbClr val="FAF4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6268" name="Freeform 811">
              <a:extLst>
                <a:ext uri="{FF2B5EF4-FFF2-40B4-BE49-F238E27FC236}">
                  <a16:creationId xmlns:a16="http://schemas.microsoft.com/office/drawing/2014/main" id="{EE1426F7-EECB-4E56-9031-154A52545D5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1" y="1794"/>
              <a:ext cx="115" cy="184"/>
            </a:xfrm>
            <a:custGeom>
              <a:avLst/>
              <a:gdLst>
                <a:gd name="T0" fmla="*/ 68 w 107"/>
                <a:gd name="T1" fmla="*/ 0 h 172"/>
                <a:gd name="T2" fmla="*/ 48 w 107"/>
                <a:gd name="T3" fmla="*/ 65 h 172"/>
                <a:gd name="T4" fmla="*/ 67 w 107"/>
                <a:gd name="T5" fmla="*/ 120 h 172"/>
                <a:gd name="T6" fmla="*/ 127 w 107"/>
                <a:gd name="T7" fmla="*/ 93 h 172"/>
                <a:gd name="T8" fmla="*/ 13 w 107"/>
                <a:gd name="T9" fmla="*/ 196 h 172"/>
                <a:gd name="T10" fmla="*/ 4 w 107"/>
                <a:gd name="T11" fmla="*/ 165 h 172"/>
                <a:gd name="T12" fmla="*/ 31 w 107"/>
                <a:gd name="T13" fmla="*/ 128 h 172"/>
                <a:gd name="T14" fmla="*/ 11 w 107"/>
                <a:gd name="T15" fmla="*/ 34 h 17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7" h="172">
                  <a:moveTo>
                    <a:pt x="55" y="0"/>
                  </a:moveTo>
                  <a:cubicBezTo>
                    <a:pt x="55" y="17"/>
                    <a:pt x="40" y="33"/>
                    <a:pt x="39" y="53"/>
                  </a:cubicBezTo>
                  <a:cubicBezTo>
                    <a:pt x="38" y="71"/>
                    <a:pt x="47" y="82"/>
                    <a:pt x="54" y="98"/>
                  </a:cubicBezTo>
                  <a:cubicBezTo>
                    <a:pt x="71" y="93"/>
                    <a:pt x="86" y="80"/>
                    <a:pt x="102" y="76"/>
                  </a:cubicBezTo>
                  <a:cubicBezTo>
                    <a:pt x="107" y="99"/>
                    <a:pt x="36" y="172"/>
                    <a:pt x="10" y="160"/>
                  </a:cubicBezTo>
                  <a:cubicBezTo>
                    <a:pt x="0" y="155"/>
                    <a:pt x="1" y="141"/>
                    <a:pt x="4" y="135"/>
                  </a:cubicBezTo>
                  <a:cubicBezTo>
                    <a:pt x="13" y="119"/>
                    <a:pt x="22" y="128"/>
                    <a:pt x="25" y="105"/>
                  </a:cubicBezTo>
                  <a:cubicBezTo>
                    <a:pt x="27" y="78"/>
                    <a:pt x="16" y="54"/>
                    <a:pt x="8" y="28"/>
                  </a:cubicBezTo>
                </a:path>
              </a:pathLst>
            </a:custGeom>
            <a:solidFill>
              <a:srgbClr val="FAF4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6269" name="Freeform 812">
              <a:extLst>
                <a:ext uri="{FF2B5EF4-FFF2-40B4-BE49-F238E27FC236}">
                  <a16:creationId xmlns:a16="http://schemas.microsoft.com/office/drawing/2014/main" id="{C9A5DF1A-0038-4AAB-AA9E-47066AB90F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1" y="1968"/>
              <a:ext cx="192" cy="225"/>
            </a:xfrm>
            <a:custGeom>
              <a:avLst/>
              <a:gdLst>
                <a:gd name="T0" fmla="*/ 171 w 180"/>
                <a:gd name="T1" fmla="*/ 0 h 210"/>
                <a:gd name="T2" fmla="*/ 101 w 180"/>
                <a:gd name="T3" fmla="*/ 44 h 210"/>
                <a:gd name="T4" fmla="*/ 35 w 180"/>
                <a:gd name="T5" fmla="*/ 42 h 210"/>
                <a:gd name="T6" fmla="*/ 48 w 180"/>
                <a:gd name="T7" fmla="*/ 167 h 210"/>
                <a:gd name="T8" fmla="*/ 139 w 180"/>
                <a:gd name="T9" fmla="*/ 196 h 210"/>
                <a:gd name="T10" fmla="*/ 219 w 180"/>
                <a:gd name="T11" fmla="*/ 246 h 210"/>
                <a:gd name="T12" fmla="*/ 186 w 180"/>
                <a:gd name="T13" fmla="*/ 190 h 210"/>
                <a:gd name="T14" fmla="*/ 188 w 180"/>
                <a:gd name="T15" fmla="*/ 130 h 210"/>
                <a:gd name="T16" fmla="*/ 176 w 180"/>
                <a:gd name="T17" fmla="*/ 12 h 21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0" h="210">
                  <a:moveTo>
                    <a:pt x="141" y="0"/>
                  </a:moveTo>
                  <a:cubicBezTo>
                    <a:pt x="129" y="17"/>
                    <a:pt x="104" y="32"/>
                    <a:pt x="83" y="35"/>
                  </a:cubicBezTo>
                  <a:cubicBezTo>
                    <a:pt x="68" y="37"/>
                    <a:pt x="43" y="26"/>
                    <a:pt x="29" y="34"/>
                  </a:cubicBezTo>
                  <a:cubicBezTo>
                    <a:pt x="0" y="51"/>
                    <a:pt x="26" y="116"/>
                    <a:pt x="39" y="136"/>
                  </a:cubicBezTo>
                  <a:cubicBezTo>
                    <a:pt x="59" y="168"/>
                    <a:pt x="86" y="146"/>
                    <a:pt x="114" y="160"/>
                  </a:cubicBezTo>
                  <a:cubicBezTo>
                    <a:pt x="136" y="172"/>
                    <a:pt x="150" y="210"/>
                    <a:pt x="180" y="201"/>
                  </a:cubicBezTo>
                  <a:cubicBezTo>
                    <a:pt x="177" y="185"/>
                    <a:pt x="160" y="170"/>
                    <a:pt x="153" y="154"/>
                  </a:cubicBezTo>
                  <a:cubicBezTo>
                    <a:pt x="144" y="133"/>
                    <a:pt x="150" y="124"/>
                    <a:pt x="155" y="105"/>
                  </a:cubicBezTo>
                  <a:cubicBezTo>
                    <a:pt x="163" y="73"/>
                    <a:pt x="153" y="39"/>
                    <a:pt x="145" y="9"/>
                  </a:cubicBezTo>
                </a:path>
              </a:pathLst>
            </a:custGeom>
            <a:solidFill>
              <a:srgbClr val="FAF4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6270" name="Freeform 813">
              <a:extLst>
                <a:ext uri="{FF2B5EF4-FFF2-40B4-BE49-F238E27FC236}">
                  <a16:creationId xmlns:a16="http://schemas.microsoft.com/office/drawing/2014/main" id="{D47F84CC-FA9E-4840-954B-A2119855A15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1" y="2242"/>
              <a:ext cx="134" cy="164"/>
            </a:xfrm>
            <a:custGeom>
              <a:avLst/>
              <a:gdLst>
                <a:gd name="T0" fmla="*/ 36 w 126"/>
                <a:gd name="T1" fmla="*/ 17 h 154"/>
                <a:gd name="T2" fmla="*/ 95 w 126"/>
                <a:gd name="T3" fmla="*/ 4 h 154"/>
                <a:gd name="T4" fmla="*/ 122 w 126"/>
                <a:gd name="T5" fmla="*/ 63 h 154"/>
                <a:gd name="T6" fmla="*/ 125 w 126"/>
                <a:gd name="T7" fmla="*/ 186 h 154"/>
                <a:gd name="T8" fmla="*/ 36 w 126"/>
                <a:gd name="T9" fmla="*/ 116 h 154"/>
                <a:gd name="T10" fmla="*/ 2 w 126"/>
                <a:gd name="T11" fmla="*/ 99 h 154"/>
                <a:gd name="T12" fmla="*/ 38 w 126"/>
                <a:gd name="T13" fmla="*/ 19 h 15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6" h="154">
                  <a:moveTo>
                    <a:pt x="30" y="14"/>
                  </a:moveTo>
                  <a:cubicBezTo>
                    <a:pt x="43" y="12"/>
                    <a:pt x="66" y="0"/>
                    <a:pt x="79" y="4"/>
                  </a:cubicBezTo>
                  <a:cubicBezTo>
                    <a:pt x="100" y="10"/>
                    <a:pt x="101" y="34"/>
                    <a:pt x="102" y="52"/>
                  </a:cubicBezTo>
                  <a:cubicBezTo>
                    <a:pt x="103" y="81"/>
                    <a:pt x="126" y="130"/>
                    <a:pt x="104" y="154"/>
                  </a:cubicBezTo>
                  <a:cubicBezTo>
                    <a:pt x="79" y="139"/>
                    <a:pt x="73" y="44"/>
                    <a:pt x="30" y="96"/>
                  </a:cubicBezTo>
                  <a:cubicBezTo>
                    <a:pt x="14" y="115"/>
                    <a:pt x="3" y="110"/>
                    <a:pt x="2" y="82"/>
                  </a:cubicBezTo>
                  <a:cubicBezTo>
                    <a:pt x="0" y="50"/>
                    <a:pt x="16" y="39"/>
                    <a:pt x="32" y="16"/>
                  </a:cubicBezTo>
                </a:path>
              </a:pathLst>
            </a:custGeom>
            <a:solidFill>
              <a:srgbClr val="FAF4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6271" name="Freeform 814">
              <a:extLst>
                <a:ext uri="{FF2B5EF4-FFF2-40B4-BE49-F238E27FC236}">
                  <a16:creationId xmlns:a16="http://schemas.microsoft.com/office/drawing/2014/main" id="{3C2CBD8D-3108-4922-B50F-A3A56B2BD6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6" y="1850"/>
              <a:ext cx="7" cy="4"/>
            </a:xfrm>
            <a:custGeom>
              <a:avLst/>
              <a:gdLst>
                <a:gd name="T0" fmla="*/ 7 w 7"/>
                <a:gd name="T1" fmla="*/ 4 h 4"/>
                <a:gd name="T2" fmla="*/ 0 w 7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4">
                  <a:moveTo>
                    <a:pt x="7" y="4"/>
                  </a:moveTo>
                  <a:cubicBezTo>
                    <a:pt x="5" y="2"/>
                    <a:pt x="3" y="1"/>
                    <a:pt x="0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6272" name="Freeform 815">
              <a:extLst>
                <a:ext uri="{FF2B5EF4-FFF2-40B4-BE49-F238E27FC236}">
                  <a16:creationId xmlns:a16="http://schemas.microsoft.com/office/drawing/2014/main" id="{2E86013B-573B-4C28-B10C-441D7C4646C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8" y="1845"/>
              <a:ext cx="109" cy="52"/>
            </a:xfrm>
            <a:custGeom>
              <a:avLst/>
              <a:gdLst>
                <a:gd name="T0" fmla="*/ 78 w 102"/>
                <a:gd name="T1" fmla="*/ 0 h 48"/>
                <a:gd name="T2" fmla="*/ 60 w 102"/>
                <a:gd name="T3" fmla="*/ 1 h 48"/>
                <a:gd name="T4" fmla="*/ 1 w 102"/>
                <a:gd name="T5" fmla="*/ 37 h 48"/>
                <a:gd name="T6" fmla="*/ 67 w 102"/>
                <a:gd name="T7" fmla="*/ 56 h 48"/>
                <a:gd name="T8" fmla="*/ 124 w 102"/>
                <a:gd name="T9" fmla="*/ 29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2" h="48">
                  <a:moveTo>
                    <a:pt x="64" y="0"/>
                  </a:moveTo>
                  <a:cubicBezTo>
                    <a:pt x="59" y="0"/>
                    <a:pt x="54" y="0"/>
                    <a:pt x="49" y="1"/>
                  </a:cubicBezTo>
                  <a:cubicBezTo>
                    <a:pt x="21" y="4"/>
                    <a:pt x="0" y="17"/>
                    <a:pt x="1" y="29"/>
                  </a:cubicBezTo>
                  <a:cubicBezTo>
                    <a:pt x="3" y="41"/>
                    <a:pt x="27" y="48"/>
                    <a:pt x="55" y="44"/>
                  </a:cubicBezTo>
                  <a:cubicBezTo>
                    <a:pt x="78" y="41"/>
                    <a:pt x="96" y="32"/>
                    <a:pt x="102" y="23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6273" name="Freeform 816">
              <a:extLst>
                <a:ext uri="{FF2B5EF4-FFF2-40B4-BE49-F238E27FC236}">
                  <a16:creationId xmlns:a16="http://schemas.microsoft.com/office/drawing/2014/main" id="{4AEBF0B9-3792-4940-B52B-07A8D635D28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9" y="1845"/>
              <a:ext cx="11" cy="3"/>
            </a:xfrm>
            <a:custGeom>
              <a:avLst/>
              <a:gdLst>
                <a:gd name="T0" fmla="*/ 11 w 11"/>
                <a:gd name="T1" fmla="*/ 8 h 2"/>
                <a:gd name="T2" fmla="*/ 11 w 11"/>
                <a:gd name="T3" fmla="*/ 8 h 2"/>
                <a:gd name="T4" fmla="*/ 0 w 11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2">
                  <a:moveTo>
                    <a:pt x="11" y="2"/>
                  </a:moveTo>
                  <a:cubicBezTo>
                    <a:pt x="11" y="2"/>
                    <a:pt x="11" y="2"/>
                    <a:pt x="11" y="2"/>
                  </a:cubicBezTo>
                  <a:cubicBezTo>
                    <a:pt x="7" y="1"/>
                    <a:pt x="4" y="1"/>
                    <a:pt x="0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6274" name="Freeform 817">
              <a:extLst>
                <a:ext uri="{FF2B5EF4-FFF2-40B4-BE49-F238E27FC236}">
                  <a16:creationId xmlns:a16="http://schemas.microsoft.com/office/drawing/2014/main" id="{FA3E65E4-FECE-471D-BDD6-4DBEC9E3C3D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5" y="1864"/>
              <a:ext cx="49" cy="22"/>
            </a:xfrm>
            <a:custGeom>
              <a:avLst/>
              <a:gdLst>
                <a:gd name="T0" fmla="*/ 32 w 46"/>
                <a:gd name="T1" fmla="*/ 0 h 21"/>
                <a:gd name="T2" fmla="*/ 12 w 46"/>
                <a:gd name="T3" fmla="*/ 7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6" h="21">
                  <a:moveTo>
                    <a:pt x="26" y="0"/>
                  </a:moveTo>
                  <a:cubicBezTo>
                    <a:pt x="46" y="15"/>
                    <a:pt x="0" y="21"/>
                    <a:pt x="9" y="7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6275" name="Freeform 818">
              <a:extLst>
                <a:ext uri="{FF2B5EF4-FFF2-40B4-BE49-F238E27FC236}">
                  <a16:creationId xmlns:a16="http://schemas.microsoft.com/office/drawing/2014/main" id="{1E0B4143-D3A6-4A5D-8AC2-00748FC6F7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9" y="2699"/>
              <a:ext cx="300" cy="123"/>
            </a:xfrm>
            <a:custGeom>
              <a:avLst/>
              <a:gdLst>
                <a:gd name="T0" fmla="*/ 0 w 281"/>
                <a:gd name="T1" fmla="*/ 138 h 115"/>
                <a:gd name="T2" fmla="*/ 70 w 281"/>
                <a:gd name="T3" fmla="*/ 92 h 115"/>
                <a:gd name="T4" fmla="*/ 162 w 281"/>
                <a:gd name="T5" fmla="*/ 64 h 115"/>
                <a:gd name="T6" fmla="*/ 342 w 281"/>
                <a:gd name="T7" fmla="*/ 0 h 115"/>
                <a:gd name="T8" fmla="*/ 139 w 281"/>
                <a:gd name="T9" fmla="*/ 80 h 115"/>
                <a:gd name="T10" fmla="*/ 2 w 281"/>
                <a:gd name="T11" fmla="*/ 141 h 11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1" h="115">
                  <a:moveTo>
                    <a:pt x="0" y="113"/>
                  </a:moveTo>
                  <a:cubicBezTo>
                    <a:pt x="24" y="105"/>
                    <a:pt x="37" y="87"/>
                    <a:pt x="58" y="75"/>
                  </a:cubicBezTo>
                  <a:cubicBezTo>
                    <a:pt x="81" y="61"/>
                    <a:pt x="110" y="60"/>
                    <a:pt x="133" y="52"/>
                  </a:cubicBezTo>
                  <a:cubicBezTo>
                    <a:pt x="181" y="35"/>
                    <a:pt x="233" y="8"/>
                    <a:pt x="281" y="0"/>
                  </a:cubicBezTo>
                  <a:cubicBezTo>
                    <a:pt x="230" y="32"/>
                    <a:pt x="171" y="51"/>
                    <a:pt x="114" y="65"/>
                  </a:cubicBezTo>
                  <a:cubicBezTo>
                    <a:pt x="72" y="76"/>
                    <a:pt x="41" y="101"/>
                    <a:pt x="2" y="115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6276" name="Freeform 819">
              <a:extLst>
                <a:ext uri="{FF2B5EF4-FFF2-40B4-BE49-F238E27FC236}">
                  <a16:creationId xmlns:a16="http://schemas.microsoft.com/office/drawing/2014/main" id="{1849B907-3F6E-4E8B-A3F3-91560E2150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1" y="2091"/>
              <a:ext cx="479" cy="237"/>
            </a:xfrm>
            <a:custGeom>
              <a:avLst/>
              <a:gdLst>
                <a:gd name="T0" fmla="*/ 0 w 449"/>
                <a:gd name="T1" fmla="*/ 12 h 222"/>
                <a:gd name="T2" fmla="*/ 54 w 449"/>
                <a:gd name="T3" fmla="*/ 22 h 222"/>
                <a:gd name="T4" fmla="*/ 107 w 449"/>
                <a:gd name="T5" fmla="*/ 33 h 222"/>
                <a:gd name="T6" fmla="*/ 161 w 449"/>
                <a:gd name="T7" fmla="*/ 27 h 222"/>
                <a:gd name="T8" fmla="*/ 221 w 449"/>
                <a:gd name="T9" fmla="*/ 20 h 222"/>
                <a:gd name="T10" fmla="*/ 322 w 449"/>
                <a:gd name="T11" fmla="*/ 4 h 222"/>
                <a:gd name="T12" fmla="*/ 464 w 449"/>
                <a:gd name="T13" fmla="*/ 27 h 222"/>
                <a:gd name="T14" fmla="*/ 524 w 449"/>
                <a:gd name="T15" fmla="*/ 43 h 222"/>
                <a:gd name="T16" fmla="*/ 513 w 449"/>
                <a:gd name="T17" fmla="*/ 91 h 222"/>
                <a:gd name="T18" fmla="*/ 493 w 449"/>
                <a:gd name="T19" fmla="*/ 174 h 222"/>
                <a:gd name="T20" fmla="*/ 470 w 449"/>
                <a:gd name="T21" fmla="*/ 263 h 222"/>
                <a:gd name="T22" fmla="*/ 373 w 449"/>
                <a:gd name="T23" fmla="*/ 199 h 222"/>
                <a:gd name="T24" fmla="*/ 271 w 449"/>
                <a:gd name="T25" fmla="*/ 147 h 222"/>
                <a:gd name="T26" fmla="*/ 151 w 449"/>
                <a:gd name="T27" fmla="*/ 230 h 222"/>
                <a:gd name="T28" fmla="*/ 81 w 449"/>
                <a:gd name="T29" fmla="*/ 250 h 222"/>
                <a:gd name="T30" fmla="*/ 20 w 449"/>
                <a:gd name="T31" fmla="*/ 156 h 222"/>
                <a:gd name="T32" fmla="*/ 0 w 449"/>
                <a:gd name="T33" fmla="*/ 116 h 22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449" h="222">
                  <a:moveTo>
                    <a:pt x="0" y="9"/>
                  </a:moveTo>
                  <a:cubicBezTo>
                    <a:pt x="18" y="2"/>
                    <a:pt x="29" y="12"/>
                    <a:pt x="45" y="19"/>
                  </a:cubicBezTo>
                  <a:cubicBezTo>
                    <a:pt x="58" y="24"/>
                    <a:pt x="74" y="26"/>
                    <a:pt x="88" y="27"/>
                  </a:cubicBezTo>
                  <a:cubicBezTo>
                    <a:pt x="104" y="28"/>
                    <a:pt x="118" y="23"/>
                    <a:pt x="133" y="22"/>
                  </a:cubicBezTo>
                  <a:cubicBezTo>
                    <a:pt x="149" y="20"/>
                    <a:pt x="166" y="21"/>
                    <a:pt x="182" y="17"/>
                  </a:cubicBezTo>
                  <a:cubicBezTo>
                    <a:pt x="209" y="12"/>
                    <a:pt x="237" y="6"/>
                    <a:pt x="265" y="4"/>
                  </a:cubicBezTo>
                  <a:cubicBezTo>
                    <a:pt x="305" y="0"/>
                    <a:pt x="343" y="16"/>
                    <a:pt x="382" y="22"/>
                  </a:cubicBezTo>
                  <a:cubicBezTo>
                    <a:pt x="396" y="24"/>
                    <a:pt x="421" y="26"/>
                    <a:pt x="431" y="35"/>
                  </a:cubicBezTo>
                  <a:cubicBezTo>
                    <a:pt x="449" y="51"/>
                    <a:pt x="432" y="60"/>
                    <a:pt x="423" y="75"/>
                  </a:cubicBezTo>
                  <a:cubicBezTo>
                    <a:pt x="411" y="93"/>
                    <a:pt x="405" y="122"/>
                    <a:pt x="406" y="143"/>
                  </a:cubicBezTo>
                  <a:cubicBezTo>
                    <a:pt x="407" y="165"/>
                    <a:pt x="431" y="222"/>
                    <a:pt x="387" y="215"/>
                  </a:cubicBezTo>
                  <a:cubicBezTo>
                    <a:pt x="356" y="211"/>
                    <a:pt x="330" y="180"/>
                    <a:pt x="307" y="163"/>
                  </a:cubicBezTo>
                  <a:cubicBezTo>
                    <a:pt x="284" y="147"/>
                    <a:pt x="253" y="122"/>
                    <a:pt x="223" y="121"/>
                  </a:cubicBezTo>
                  <a:cubicBezTo>
                    <a:pt x="180" y="120"/>
                    <a:pt x="158" y="169"/>
                    <a:pt x="125" y="188"/>
                  </a:cubicBezTo>
                  <a:cubicBezTo>
                    <a:pt x="110" y="198"/>
                    <a:pt x="85" y="213"/>
                    <a:pt x="67" y="205"/>
                  </a:cubicBezTo>
                  <a:cubicBezTo>
                    <a:pt x="41" y="194"/>
                    <a:pt x="30" y="149"/>
                    <a:pt x="17" y="128"/>
                  </a:cubicBezTo>
                  <a:cubicBezTo>
                    <a:pt x="11" y="117"/>
                    <a:pt x="4" y="108"/>
                    <a:pt x="0" y="96"/>
                  </a:cubicBezTo>
                </a:path>
              </a:pathLst>
            </a:custGeom>
            <a:solidFill>
              <a:srgbClr val="FAF4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6277" name="Freeform 820">
              <a:extLst>
                <a:ext uri="{FF2B5EF4-FFF2-40B4-BE49-F238E27FC236}">
                  <a16:creationId xmlns:a16="http://schemas.microsoft.com/office/drawing/2014/main" id="{7A3EC9DC-C8FB-4ECA-9873-486C369DAD8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9" y="1711"/>
              <a:ext cx="44" cy="142"/>
            </a:xfrm>
            <a:custGeom>
              <a:avLst/>
              <a:gdLst>
                <a:gd name="T0" fmla="*/ 0 w 41"/>
                <a:gd name="T1" fmla="*/ 162 h 133"/>
                <a:gd name="T2" fmla="*/ 28 w 41"/>
                <a:gd name="T3" fmla="*/ 145 h 133"/>
                <a:gd name="T4" fmla="*/ 49 w 41"/>
                <a:gd name="T5" fmla="*/ 116 h 133"/>
                <a:gd name="T6" fmla="*/ 41 w 41"/>
                <a:gd name="T7" fmla="*/ 56 h 133"/>
                <a:gd name="T8" fmla="*/ 30 w 41"/>
                <a:gd name="T9" fmla="*/ 0 h 133"/>
                <a:gd name="T10" fmla="*/ 41 w 41"/>
                <a:gd name="T11" fmla="*/ 58 h 133"/>
                <a:gd name="T12" fmla="*/ 45 w 41"/>
                <a:gd name="T13" fmla="*/ 107 h 133"/>
                <a:gd name="T14" fmla="*/ 35 w 41"/>
                <a:gd name="T15" fmla="*/ 128 h 133"/>
                <a:gd name="T16" fmla="*/ 6 w 41"/>
                <a:gd name="T17" fmla="*/ 157 h 13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1" h="133">
                  <a:moveTo>
                    <a:pt x="0" y="133"/>
                  </a:moveTo>
                  <a:cubicBezTo>
                    <a:pt x="7" y="131"/>
                    <a:pt x="14" y="123"/>
                    <a:pt x="22" y="119"/>
                  </a:cubicBezTo>
                  <a:cubicBezTo>
                    <a:pt x="32" y="115"/>
                    <a:pt x="39" y="109"/>
                    <a:pt x="40" y="96"/>
                  </a:cubicBezTo>
                  <a:cubicBezTo>
                    <a:pt x="41" y="80"/>
                    <a:pt x="36" y="62"/>
                    <a:pt x="33" y="46"/>
                  </a:cubicBezTo>
                  <a:cubicBezTo>
                    <a:pt x="30" y="31"/>
                    <a:pt x="27" y="15"/>
                    <a:pt x="24" y="0"/>
                  </a:cubicBezTo>
                  <a:cubicBezTo>
                    <a:pt x="19" y="13"/>
                    <a:pt x="29" y="35"/>
                    <a:pt x="33" y="48"/>
                  </a:cubicBezTo>
                  <a:cubicBezTo>
                    <a:pt x="36" y="60"/>
                    <a:pt x="37" y="75"/>
                    <a:pt x="36" y="88"/>
                  </a:cubicBezTo>
                  <a:cubicBezTo>
                    <a:pt x="35" y="96"/>
                    <a:pt x="34" y="100"/>
                    <a:pt x="29" y="105"/>
                  </a:cubicBezTo>
                  <a:cubicBezTo>
                    <a:pt x="21" y="112"/>
                    <a:pt x="12" y="120"/>
                    <a:pt x="6" y="12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6278" name="Freeform 821">
              <a:extLst>
                <a:ext uri="{FF2B5EF4-FFF2-40B4-BE49-F238E27FC236}">
                  <a16:creationId xmlns:a16="http://schemas.microsoft.com/office/drawing/2014/main" id="{04FA2178-4CE8-4F44-9EA0-0447AE8CB14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6" y="719"/>
              <a:ext cx="331" cy="239"/>
            </a:xfrm>
            <a:custGeom>
              <a:avLst/>
              <a:gdLst>
                <a:gd name="T0" fmla="*/ 140 w 310"/>
                <a:gd name="T1" fmla="*/ 91 h 224"/>
                <a:gd name="T2" fmla="*/ 129 w 310"/>
                <a:gd name="T3" fmla="*/ 117 h 224"/>
                <a:gd name="T4" fmla="*/ 114 w 310"/>
                <a:gd name="T5" fmla="*/ 130 h 224"/>
                <a:gd name="T6" fmla="*/ 119 w 310"/>
                <a:gd name="T7" fmla="*/ 105 h 224"/>
                <a:gd name="T8" fmla="*/ 94 w 310"/>
                <a:gd name="T9" fmla="*/ 132 h 224"/>
                <a:gd name="T10" fmla="*/ 104 w 310"/>
                <a:gd name="T11" fmla="*/ 116 h 224"/>
                <a:gd name="T12" fmla="*/ 85 w 310"/>
                <a:gd name="T13" fmla="*/ 139 h 224"/>
                <a:gd name="T14" fmla="*/ 64 w 310"/>
                <a:gd name="T15" fmla="*/ 157 h 224"/>
                <a:gd name="T16" fmla="*/ 69 w 310"/>
                <a:gd name="T17" fmla="*/ 142 h 224"/>
                <a:gd name="T18" fmla="*/ 49 w 310"/>
                <a:gd name="T19" fmla="*/ 169 h 224"/>
                <a:gd name="T20" fmla="*/ 32 w 310"/>
                <a:gd name="T21" fmla="*/ 206 h 224"/>
                <a:gd name="T22" fmla="*/ 41 w 310"/>
                <a:gd name="T23" fmla="*/ 188 h 224"/>
                <a:gd name="T24" fmla="*/ 16 w 310"/>
                <a:gd name="T25" fmla="*/ 272 h 224"/>
                <a:gd name="T26" fmla="*/ 13 w 310"/>
                <a:gd name="T27" fmla="*/ 255 h 224"/>
                <a:gd name="T28" fmla="*/ 6 w 310"/>
                <a:gd name="T29" fmla="*/ 237 h 224"/>
                <a:gd name="T30" fmla="*/ 2 w 310"/>
                <a:gd name="T31" fmla="*/ 182 h 224"/>
                <a:gd name="T32" fmla="*/ 14 w 310"/>
                <a:gd name="T33" fmla="*/ 131 h 224"/>
                <a:gd name="T34" fmla="*/ 31 w 310"/>
                <a:gd name="T35" fmla="*/ 102 h 224"/>
                <a:gd name="T36" fmla="*/ 16 w 310"/>
                <a:gd name="T37" fmla="*/ 113 h 224"/>
                <a:gd name="T38" fmla="*/ 27 w 310"/>
                <a:gd name="T39" fmla="*/ 92 h 224"/>
                <a:gd name="T40" fmla="*/ 47 w 310"/>
                <a:gd name="T41" fmla="*/ 58 h 224"/>
                <a:gd name="T42" fmla="*/ 70 w 310"/>
                <a:gd name="T43" fmla="*/ 39 h 224"/>
                <a:gd name="T44" fmla="*/ 82 w 310"/>
                <a:gd name="T45" fmla="*/ 35 h 224"/>
                <a:gd name="T46" fmla="*/ 68 w 310"/>
                <a:gd name="T47" fmla="*/ 36 h 224"/>
                <a:gd name="T48" fmla="*/ 121 w 310"/>
                <a:gd name="T49" fmla="*/ 19 h 224"/>
                <a:gd name="T50" fmla="*/ 163 w 310"/>
                <a:gd name="T51" fmla="*/ 14 h 224"/>
                <a:gd name="T52" fmla="*/ 147 w 310"/>
                <a:gd name="T53" fmla="*/ 4 h 224"/>
                <a:gd name="T54" fmla="*/ 191 w 310"/>
                <a:gd name="T55" fmla="*/ 3 h 224"/>
                <a:gd name="T56" fmla="*/ 191 w 310"/>
                <a:gd name="T57" fmla="*/ 2 h 224"/>
                <a:gd name="T58" fmla="*/ 214 w 310"/>
                <a:gd name="T59" fmla="*/ 11 h 224"/>
                <a:gd name="T60" fmla="*/ 241 w 310"/>
                <a:gd name="T61" fmla="*/ 19 h 224"/>
                <a:gd name="T62" fmla="*/ 305 w 310"/>
                <a:gd name="T63" fmla="*/ 41 h 224"/>
                <a:gd name="T64" fmla="*/ 364 w 310"/>
                <a:gd name="T65" fmla="*/ 112 h 224"/>
                <a:gd name="T66" fmla="*/ 374 w 310"/>
                <a:gd name="T67" fmla="*/ 156 h 224"/>
                <a:gd name="T68" fmla="*/ 377 w 310"/>
                <a:gd name="T69" fmla="*/ 197 h 224"/>
                <a:gd name="T70" fmla="*/ 376 w 310"/>
                <a:gd name="T71" fmla="*/ 240 h 224"/>
                <a:gd name="T72" fmla="*/ 369 w 310"/>
                <a:gd name="T73" fmla="*/ 267 h 224"/>
                <a:gd name="T74" fmla="*/ 364 w 310"/>
                <a:gd name="T75" fmla="*/ 253 h 224"/>
                <a:gd name="T76" fmla="*/ 358 w 310"/>
                <a:gd name="T77" fmla="*/ 230 h 224"/>
                <a:gd name="T78" fmla="*/ 356 w 310"/>
                <a:gd name="T79" fmla="*/ 233 h 224"/>
                <a:gd name="T80" fmla="*/ 353 w 310"/>
                <a:gd name="T81" fmla="*/ 207 h 224"/>
                <a:gd name="T82" fmla="*/ 346 w 310"/>
                <a:gd name="T83" fmla="*/ 218 h 224"/>
                <a:gd name="T84" fmla="*/ 346 w 310"/>
                <a:gd name="T85" fmla="*/ 184 h 224"/>
                <a:gd name="T86" fmla="*/ 335 w 310"/>
                <a:gd name="T87" fmla="*/ 163 h 224"/>
                <a:gd name="T88" fmla="*/ 336 w 310"/>
                <a:gd name="T89" fmla="*/ 171 h 224"/>
                <a:gd name="T90" fmla="*/ 320 w 310"/>
                <a:gd name="T91" fmla="*/ 152 h 224"/>
                <a:gd name="T92" fmla="*/ 300 w 310"/>
                <a:gd name="T93" fmla="*/ 139 h 224"/>
                <a:gd name="T94" fmla="*/ 302 w 310"/>
                <a:gd name="T95" fmla="*/ 149 h 224"/>
                <a:gd name="T96" fmla="*/ 274 w 310"/>
                <a:gd name="T97" fmla="*/ 132 h 224"/>
                <a:gd name="T98" fmla="*/ 251 w 310"/>
                <a:gd name="T99" fmla="*/ 123 h 224"/>
                <a:gd name="T100" fmla="*/ 256 w 310"/>
                <a:gd name="T101" fmla="*/ 132 h 224"/>
                <a:gd name="T102" fmla="*/ 232 w 310"/>
                <a:gd name="T103" fmla="*/ 120 h 224"/>
                <a:gd name="T104" fmla="*/ 209 w 310"/>
                <a:gd name="T105" fmla="*/ 112 h 224"/>
                <a:gd name="T106" fmla="*/ 200 w 310"/>
                <a:gd name="T107" fmla="*/ 105 h 224"/>
                <a:gd name="T108" fmla="*/ 205 w 310"/>
                <a:gd name="T109" fmla="*/ 114 h 224"/>
                <a:gd name="T110" fmla="*/ 179 w 310"/>
                <a:gd name="T111" fmla="*/ 105 h 224"/>
                <a:gd name="T112" fmla="*/ 186 w 310"/>
                <a:gd name="T113" fmla="*/ 120 h 224"/>
                <a:gd name="T114" fmla="*/ 163 w 310"/>
                <a:gd name="T115" fmla="*/ 107 h 224"/>
                <a:gd name="T116" fmla="*/ 148 w 310"/>
                <a:gd name="T117" fmla="*/ 96 h 224"/>
                <a:gd name="T118" fmla="*/ 140 w 310"/>
                <a:gd name="T119" fmla="*/ 91 h 224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310" h="224">
                  <a:moveTo>
                    <a:pt x="115" y="75"/>
                  </a:moveTo>
                  <a:cubicBezTo>
                    <a:pt x="113" y="84"/>
                    <a:pt x="113" y="90"/>
                    <a:pt x="106" y="97"/>
                  </a:cubicBezTo>
                  <a:cubicBezTo>
                    <a:pt x="102" y="101"/>
                    <a:pt x="98" y="105"/>
                    <a:pt x="94" y="107"/>
                  </a:cubicBezTo>
                  <a:cubicBezTo>
                    <a:pt x="94" y="101"/>
                    <a:pt x="99" y="93"/>
                    <a:pt x="97" y="86"/>
                  </a:cubicBezTo>
                  <a:cubicBezTo>
                    <a:pt x="93" y="95"/>
                    <a:pt x="87" y="105"/>
                    <a:pt x="77" y="109"/>
                  </a:cubicBezTo>
                  <a:cubicBezTo>
                    <a:pt x="80" y="105"/>
                    <a:pt x="84" y="101"/>
                    <a:pt x="85" y="96"/>
                  </a:cubicBezTo>
                  <a:cubicBezTo>
                    <a:pt x="80" y="102"/>
                    <a:pt x="75" y="109"/>
                    <a:pt x="70" y="114"/>
                  </a:cubicBezTo>
                  <a:cubicBezTo>
                    <a:pt x="64" y="120"/>
                    <a:pt x="58" y="124"/>
                    <a:pt x="52" y="129"/>
                  </a:cubicBezTo>
                  <a:cubicBezTo>
                    <a:pt x="53" y="125"/>
                    <a:pt x="55" y="121"/>
                    <a:pt x="57" y="117"/>
                  </a:cubicBezTo>
                  <a:cubicBezTo>
                    <a:pt x="51" y="120"/>
                    <a:pt x="44" y="133"/>
                    <a:pt x="40" y="139"/>
                  </a:cubicBezTo>
                  <a:cubicBezTo>
                    <a:pt x="34" y="149"/>
                    <a:pt x="31" y="160"/>
                    <a:pt x="26" y="170"/>
                  </a:cubicBezTo>
                  <a:cubicBezTo>
                    <a:pt x="28" y="166"/>
                    <a:pt x="30" y="158"/>
                    <a:pt x="34" y="155"/>
                  </a:cubicBezTo>
                  <a:cubicBezTo>
                    <a:pt x="28" y="177"/>
                    <a:pt x="10" y="201"/>
                    <a:pt x="13" y="224"/>
                  </a:cubicBezTo>
                  <a:cubicBezTo>
                    <a:pt x="12" y="219"/>
                    <a:pt x="12" y="215"/>
                    <a:pt x="10" y="210"/>
                  </a:cubicBezTo>
                  <a:cubicBezTo>
                    <a:pt x="9" y="205"/>
                    <a:pt x="7" y="200"/>
                    <a:pt x="6" y="195"/>
                  </a:cubicBezTo>
                  <a:cubicBezTo>
                    <a:pt x="4" y="180"/>
                    <a:pt x="4" y="165"/>
                    <a:pt x="2" y="150"/>
                  </a:cubicBezTo>
                  <a:cubicBezTo>
                    <a:pt x="0" y="136"/>
                    <a:pt x="5" y="121"/>
                    <a:pt x="11" y="108"/>
                  </a:cubicBezTo>
                  <a:cubicBezTo>
                    <a:pt x="15" y="100"/>
                    <a:pt x="21" y="92"/>
                    <a:pt x="25" y="84"/>
                  </a:cubicBezTo>
                  <a:cubicBezTo>
                    <a:pt x="22" y="88"/>
                    <a:pt x="17" y="90"/>
                    <a:pt x="13" y="93"/>
                  </a:cubicBezTo>
                  <a:cubicBezTo>
                    <a:pt x="17" y="89"/>
                    <a:pt x="20" y="81"/>
                    <a:pt x="22" y="76"/>
                  </a:cubicBezTo>
                  <a:cubicBezTo>
                    <a:pt x="27" y="66"/>
                    <a:pt x="31" y="57"/>
                    <a:pt x="38" y="48"/>
                  </a:cubicBezTo>
                  <a:cubicBezTo>
                    <a:pt x="43" y="42"/>
                    <a:pt x="50" y="36"/>
                    <a:pt x="58" y="33"/>
                  </a:cubicBezTo>
                  <a:cubicBezTo>
                    <a:pt x="60" y="32"/>
                    <a:pt x="64" y="29"/>
                    <a:pt x="67" y="29"/>
                  </a:cubicBezTo>
                  <a:cubicBezTo>
                    <a:pt x="63" y="29"/>
                    <a:pt x="59" y="30"/>
                    <a:pt x="56" y="30"/>
                  </a:cubicBezTo>
                  <a:cubicBezTo>
                    <a:pt x="67" y="22"/>
                    <a:pt x="85" y="16"/>
                    <a:pt x="99" y="16"/>
                  </a:cubicBezTo>
                  <a:cubicBezTo>
                    <a:pt x="112" y="16"/>
                    <a:pt x="121" y="13"/>
                    <a:pt x="134" y="11"/>
                  </a:cubicBezTo>
                  <a:cubicBezTo>
                    <a:pt x="134" y="11"/>
                    <a:pt x="129" y="4"/>
                    <a:pt x="121" y="4"/>
                  </a:cubicBezTo>
                  <a:cubicBezTo>
                    <a:pt x="121" y="4"/>
                    <a:pt x="144" y="0"/>
                    <a:pt x="157" y="3"/>
                  </a:cubicBezTo>
                  <a:cubicBezTo>
                    <a:pt x="158" y="3"/>
                    <a:pt x="156" y="2"/>
                    <a:pt x="157" y="2"/>
                  </a:cubicBezTo>
                  <a:cubicBezTo>
                    <a:pt x="163" y="5"/>
                    <a:pt x="169" y="6"/>
                    <a:pt x="175" y="8"/>
                  </a:cubicBezTo>
                  <a:cubicBezTo>
                    <a:pt x="183" y="10"/>
                    <a:pt x="191" y="13"/>
                    <a:pt x="199" y="16"/>
                  </a:cubicBezTo>
                  <a:cubicBezTo>
                    <a:pt x="217" y="23"/>
                    <a:pt x="235" y="25"/>
                    <a:pt x="251" y="34"/>
                  </a:cubicBezTo>
                  <a:cubicBezTo>
                    <a:pt x="274" y="48"/>
                    <a:pt x="290" y="67"/>
                    <a:pt x="299" y="92"/>
                  </a:cubicBezTo>
                  <a:cubicBezTo>
                    <a:pt x="303" y="104"/>
                    <a:pt x="304" y="116"/>
                    <a:pt x="307" y="128"/>
                  </a:cubicBezTo>
                  <a:cubicBezTo>
                    <a:pt x="309" y="140"/>
                    <a:pt x="309" y="150"/>
                    <a:pt x="310" y="162"/>
                  </a:cubicBezTo>
                  <a:cubicBezTo>
                    <a:pt x="310" y="174"/>
                    <a:pt x="310" y="186"/>
                    <a:pt x="309" y="198"/>
                  </a:cubicBezTo>
                  <a:cubicBezTo>
                    <a:pt x="303" y="219"/>
                    <a:pt x="303" y="219"/>
                    <a:pt x="303" y="219"/>
                  </a:cubicBezTo>
                  <a:cubicBezTo>
                    <a:pt x="303" y="213"/>
                    <a:pt x="300" y="212"/>
                    <a:pt x="299" y="208"/>
                  </a:cubicBezTo>
                  <a:cubicBezTo>
                    <a:pt x="296" y="202"/>
                    <a:pt x="298" y="194"/>
                    <a:pt x="294" y="189"/>
                  </a:cubicBezTo>
                  <a:cubicBezTo>
                    <a:pt x="294" y="190"/>
                    <a:pt x="293" y="191"/>
                    <a:pt x="292" y="191"/>
                  </a:cubicBezTo>
                  <a:cubicBezTo>
                    <a:pt x="290" y="185"/>
                    <a:pt x="292" y="177"/>
                    <a:pt x="290" y="171"/>
                  </a:cubicBezTo>
                  <a:cubicBezTo>
                    <a:pt x="288" y="173"/>
                    <a:pt x="286" y="176"/>
                    <a:pt x="284" y="179"/>
                  </a:cubicBezTo>
                  <a:cubicBezTo>
                    <a:pt x="281" y="172"/>
                    <a:pt x="285" y="159"/>
                    <a:pt x="284" y="151"/>
                  </a:cubicBezTo>
                  <a:cubicBezTo>
                    <a:pt x="283" y="146"/>
                    <a:pt x="280" y="137"/>
                    <a:pt x="275" y="134"/>
                  </a:cubicBezTo>
                  <a:cubicBezTo>
                    <a:pt x="275" y="137"/>
                    <a:pt x="276" y="139"/>
                    <a:pt x="276" y="141"/>
                  </a:cubicBezTo>
                  <a:cubicBezTo>
                    <a:pt x="272" y="136"/>
                    <a:pt x="269" y="129"/>
                    <a:pt x="263" y="125"/>
                  </a:cubicBezTo>
                  <a:cubicBezTo>
                    <a:pt x="258" y="121"/>
                    <a:pt x="250" y="119"/>
                    <a:pt x="246" y="114"/>
                  </a:cubicBezTo>
                  <a:cubicBezTo>
                    <a:pt x="246" y="117"/>
                    <a:pt x="248" y="120"/>
                    <a:pt x="248" y="123"/>
                  </a:cubicBezTo>
                  <a:cubicBezTo>
                    <a:pt x="240" y="117"/>
                    <a:pt x="235" y="112"/>
                    <a:pt x="226" y="109"/>
                  </a:cubicBezTo>
                  <a:cubicBezTo>
                    <a:pt x="219" y="106"/>
                    <a:pt x="212" y="104"/>
                    <a:pt x="206" y="101"/>
                  </a:cubicBezTo>
                  <a:cubicBezTo>
                    <a:pt x="208" y="104"/>
                    <a:pt x="209" y="107"/>
                    <a:pt x="211" y="109"/>
                  </a:cubicBezTo>
                  <a:cubicBezTo>
                    <a:pt x="204" y="106"/>
                    <a:pt x="198" y="100"/>
                    <a:pt x="190" y="98"/>
                  </a:cubicBezTo>
                  <a:cubicBezTo>
                    <a:pt x="184" y="96"/>
                    <a:pt x="178" y="96"/>
                    <a:pt x="172" y="92"/>
                  </a:cubicBezTo>
                  <a:cubicBezTo>
                    <a:pt x="169" y="90"/>
                    <a:pt x="166" y="88"/>
                    <a:pt x="164" y="86"/>
                  </a:cubicBezTo>
                  <a:cubicBezTo>
                    <a:pt x="165" y="89"/>
                    <a:pt x="169" y="92"/>
                    <a:pt x="169" y="94"/>
                  </a:cubicBezTo>
                  <a:cubicBezTo>
                    <a:pt x="161" y="95"/>
                    <a:pt x="154" y="90"/>
                    <a:pt x="147" y="86"/>
                  </a:cubicBezTo>
                  <a:cubicBezTo>
                    <a:pt x="149" y="90"/>
                    <a:pt x="151" y="94"/>
                    <a:pt x="153" y="98"/>
                  </a:cubicBezTo>
                  <a:cubicBezTo>
                    <a:pt x="146" y="96"/>
                    <a:pt x="140" y="92"/>
                    <a:pt x="134" y="88"/>
                  </a:cubicBezTo>
                  <a:cubicBezTo>
                    <a:pt x="130" y="85"/>
                    <a:pt x="126" y="81"/>
                    <a:pt x="122" y="79"/>
                  </a:cubicBezTo>
                  <a:lnTo>
                    <a:pt x="115" y="75"/>
                  </a:lnTo>
                  <a:close/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6279" name="Freeform 822">
              <a:extLst>
                <a:ext uri="{FF2B5EF4-FFF2-40B4-BE49-F238E27FC236}">
                  <a16:creationId xmlns:a16="http://schemas.microsoft.com/office/drawing/2014/main" id="{C10F2BE1-9FFB-4383-9BAD-ABA945F1FF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9" y="751"/>
              <a:ext cx="166" cy="107"/>
            </a:xfrm>
            <a:custGeom>
              <a:avLst/>
              <a:gdLst>
                <a:gd name="T0" fmla="*/ 0 w 156"/>
                <a:gd name="T1" fmla="*/ 16 h 100"/>
                <a:gd name="T2" fmla="*/ 35 w 156"/>
                <a:gd name="T3" fmla="*/ 46 h 100"/>
                <a:gd name="T4" fmla="*/ 24 w 156"/>
                <a:gd name="T5" fmla="*/ 33 h 100"/>
                <a:gd name="T6" fmla="*/ 42 w 156"/>
                <a:gd name="T7" fmla="*/ 45 h 100"/>
                <a:gd name="T8" fmla="*/ 38 w 156"/>
                <a:gd name="T9" fmla="*/ 36 h 100"/>
                <a:gd name="T10" fmla="*/ 67 w 156"/>
                <a:gd name="T11" fmla="*/ 52 h 100"/>
                <a:gd name="T12" fmla="*/ 57 w 156"/>
                <a:gd name="T13" fmla="*/ 36 h 100"/>
                <a:gd name="T14" fmla="*/ 107 w 156"/>
                <a:gd name="T15" fmla="*/ 66 h 100"/>
                <a:gd name="T16" fmla="*/ 90 w 156"/>
                <a:gd name="T17" fmla="*/ 42 h 100"/>
                <a:gd name="T18" fmla="*/ 128 w 156"/>
                <a:gd name="T19" fmla="*/ 67 h 100"/>
                <a:gd name="T20" fmla="*/ 119 w 156"/>
                <a:gd name="T21" fmla="*/ 54 h 100"/>
                <a:gd name="T22" fmla="*/ 144 w 156"/>
                <a:gd name="T23" fmla="*/ 72 h 100"/>
                <a:gd name="T24" fmla="*/ 137 w 156"/>
                <a:gd name="T25" fmla="*/ 62 h 100"/>
                <a:gd name="T26" fmla="*/ 155 w 156"/>
                <a:gd name="T27" fmla="*/ 80 h 100"/>
                <a:gd name="T28" fmla="*/ 152 w 156"/>
                <a:gd name="T29" fmla="*/ 68 h 100"/>
                <a:gd name="T30" fmla="*/ 188 w 156"/>
                <a:gd name="T31" fmla="*/ 122 h 100"/>
                <a:gd name="T32" fmla="*/ 173 w 156"/>
                <a:gd name="T33" fmla="*/ 88 h 100"/>
                <a:gd name="T34" fmla="*/ 162 w 156"/>
                <a:gd name="T35" fmla="*/ 55 h 100"/>
                <a:gd name="T36" fmla="*/ 188 w 156"/>
                <a:gd name="T37" fmla="*/ 97 h 100"/>
                <a:gd name="T38" fmla="*/ 119 w 156"/>
                <a:gd name="T39" fmla="*/ 1 h 100"/>
                <a:gd name="T40" fmla="*/ 145 w 156"/>
                <a:gd name="T41" fmla="*/ 35 h 100"/>
                <a:gd name="T42" fmla="*/ 129 w 156"/>
                <a:gd name="T43" fmla="*/ 24 h 100"/>
                <a:gd name="T44" fmla="*/ 133 w 156"/>
                <a:gd name="T45" fmla="*/ 32 h 100"/>
                <a:gd name="T46" fmla="*/ 123 w 156"/>
                <a:gd name="T47" fmla="*/ 24 h 100"/>
                <a:gd name="T48" fmla="*/ 127 w 156"/>
                <a:gd name="T49" fmla="*/ 33 h 100"/>
                <a:gd name="T50" fmla="*/ 104 w 156"/>
                <a:gd name="T51" fmla="*/ 19 h 100"/>
                <a:gd name="T52" fmla="*/ 109 w 156"/>
                <a:gd name="T53" fmla="*/ 36 h 100"/>
                <a:gd name="T54" fmla="*/ 102 w 156"/>
                <a:gd name="T55" fmla="*/ 31 h 100"/>
                <a:gd name="T56" fmla="*/ 110 w 156"/>
                <a:gd name="T57" fmla="*/ 40 h 100"/>
                <a:gd name="T58" fmla="*/ 54 w 156"/>
                <a:gd name="T59" fmla="*/ 0 h 100"/>
                <a:gd name="T60" fmla="*/ 77 w 156"/>
                <a:gd name="T61" fmla="*/ 37 h 100"/>
                <a:gd name="T62" fmla="*/ 54 w 156"/>
                <a:gd name="T63" fmla="*/ 22 h 100"/>
                <a:gd name="T64" fmla="*/ 57 w 156"/>
                <a:gd name="T65" fmla="*/ 34 h 100"/>
                <a:gd name="T66" fmla="*/ 39 w 156"/>
                <a:gd name="T67" fmla="*/ 24 h 100"/>
                <a:gd name="T68" fmla="*/ 38 w 156"/>
                <a:gd name="T69" fmla="*/ 30 h 100"/>
                <a:gd name="T70" fmla="*/ 1 w 156"/>
                <a:gd name="T71" fmla="*/ 14 h 100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156" h="100">
                  <a:moveTo>
                    <a:pt x="0" y="13"/>
                  </a:moveTo>
                  <a:cubicBezTo>
                    <a:pt x="5" y="23"/>
                    <a:pt x="19" y="33"/>
                    <a:pt x="29" y="37"/>
                  </a:cubicBezTo>
                  <a:cubicBezTo>
                    <a:pt x="25" y="35"/>
                    <a:pt x="21" y="31"/>
                    <a:pt x="21" y="27"/>
                  </a:cubicBezTo>
                  <a:cubicBezTo>
                    <a:pt x="26" y="29"/>
                    <a:pt x="29" y="35"/>
                    <a:pt x="35" y="36"/>
                  </a:cubicBezTo>
                  <a:cubicBezTo>
                    <a:pt x="34" y="35"/>
                    <a:pt x="33" y="32"/>
                    <a:pt x="32" y="30"/>
                  </a:cubicBezTo>
                  <a:cubicBezTo>
                    <a:pt x="39" y="35"/>
                    <a:pt x="46" y="41"/>
                    <a:pt x="55" y="43"/>
                  </a:cubicBezTo>
                  <a:cubicBezTo>
                    <a:pt x="52" y="39"/>
                    <a:pt x="49" y="35"/>
                    <a:pt x="48" y="30"/>
                  </a:cubicBezTo>
                  <a:cubicBezTo>
                    <a:pt x="57" y="41"/>
                    <a:pt x="76" y="47"/>
                    <a:pt x="89" y="54"/>
                  </a:cubicBezTo>
                  <a:cubicBezTo>
                    <a:pt x="83" y="48"/>
                    <a:pt x="82" y="40"/>
                    <a:pt x="75" y="34"/>
                  </a:cubicBezTo>
                  <a:cubicBezTo>
                    <a:pt x="85" y="42"/>
                    <a:pt x="96" y="49"/>
                    <a:pt x="106" y="55"/>
                  </a:cubicBezTo>
                  <a:cubicBezTo>
                    <a:pt x="102" y="52"/>
                    <a:pt x="99" y="48"/>
                    <a:pt x="99" y="44"/>
                  </a:cubicBezTo>
                  <a:cubicBezTo>
                    <a:pt x="106" y="47"/>
                    <a:pt x="113" y="54"/>
                    <a:pt x="119" y="59"/>
                  </a:cubicBezTo>
                  <a:cubicBezTo>
                    <a:pt x="117" y="57"/>
                    <a:pt x="115" y="53"/>
                    <a:pt x="114" y="50"/>
                  </a:cubicBezTo>
                  <a:cubicBezTo>
                    <a:pt x="119" y="54"/>
                    <a:pt x="124" y="60"/>
                    <a:pt x="129" y="65"/>
                  </a:cubicBezTo>
                  <a:cubicBezTo>
                    <a:pt x="127" y="62"/>
                    <a:pt x="127" y="59"/>
                    <a:pt x="126" y="56"/>
                  </a:cubicBezTo>
                  <a:cubicBezTo>
                    <a:pt x="140" y="64"/>
                    <a:pt x="154" y="85"/>
                    <a:pt x="156" y="100"/>
                  </a:cubicBezTo>
                  <a:cubicBezTo>
                    <a:pt x="151" y="91"/>
                    <a:pt x="148" y="81"/>
                    <a:pt x="144" y="72"/>
                  </a:cubicBezTo>
                  <a:cubicBezTo>
                    <a:pt x="141" y="64"/>
                    <a:pt x="134" y="53"/>
                    <a:pt x="134" y="45"/>
                  </a:cubicBezTo>
                  <a:cubicBezTo>
                    <a:pt x="143" y="55"/>
                    <a:pt x="152" y="66"/>
                    <a:pt x="156" y="79"/>
                  </a:cubicBezTo>
                  <a:cubicBezTo>
                    <a:pt x="142" y="49"/>
                    <a:pt x="130" y="18"/>
                    <a:pt x="99" y="1"/>
                  </a:cubicBezTo>
                  <a:cubicBezTo>
                    <a:pt x="108" y="8"/>
                    <a:pt x="116" y="18"/>
                    <a:pt x="120" y="29"/>
                  </a:cubicBezTo>
                  <a:cubicBezTo>
                    <a:pt x="116" y="25"/>
                    <a:pt x="112" y="21"/>
                    <a:pt x="107" y="20"/>
                  </a:cubicBezTo>
                  <a:cubicBezTo>
                    <a:pt x="108" y="21"/>
                    <a:pt x="109" y="25"/>
                    <a:pt x="110" y="26"/>
                  </a:cubicBezTo>
                  <a:cubicBezTo>
                    <a:pt x="108" y="23"/>
                    <a:pt x="105" y="21"/>
                    <a:pt x="102" y="20"/>
                  </a:cubicBezTo>
                  <a:cubicBezTo>
                    <a:pt x="103" y="22"/>
                    <a:pt x="103" y="25"/>
                    <a:pt x="105" y="27"/>
                  </a:cubicBezTo>
                  <a:cubicBezTo>
                    <a:pt x="97" y="25"/>
                    <a:pt x="92" y="19"/>
                    <a:pt x="86" y="16"/>
                  </a:cubicBezTo>
                  <a:cubicBezTo>
                    <a:pt x="86" y="21"/>
                    <a:pt x="88" y="26"/>
                    <a:pt x="90" y="30"/>
                  </a:cubicBezTo>
                  <a:cubicBezTo>
                    <a:pt x="88" y="28"/>
                    <a:pt x="86" y="27"/>
                    <a:pt x="85" y="25"/>
                  </a:cubicBezTo>
                  <a:cubicBezTo>
                    <a:pt x="86" y="26"/>
                    <a:pt x="89" y="30"/>
                    <a:pt x="91" y="33"/>
                  </a:cubicBezTo>
                  <a:cubicBezTo>
                    <a:pt x="73" y="24"/>
                    <a:pt x="60" y="13"/>
                    <a:pt x="45" y="0"/>
                  </a:cubicBezTo>
                  <a:cubicBezTo>
                    <a:pt x="43" y="9"/>
                    <a:pt x="55" y="27"/>
                    <a:pt x="64" y="31"/>
                  </a:cubicBezTo>
                  <a:cubicBezTo>
                    <a:pt x="59" y="26"/>
                    <a:pt x="50" y="25"/>
                    <a:pt x="45" y="19"/>
                  </a:cubicBezTo>
                  <a:cubicBezTo>
                    <a:pt x="47" y="22"/>
                    <a:pt x="48" y="25"/>
                    <a:pt x="48" y="28"/>
                  </a:cubicBezTo>
                  <a:cubicBezTo>
                    <a:pt x="44" y="25"/>
                    <a:pt x="38" y="21"/>
                    <a:pt x="33" y="20"/>
                  </a:cubicBezTo>
                  <a:cubicBezTo>
                    <a:pt x="33" y="21"/>
                    <a:pt x="32" y="23"/>
                    <a:pt x="32" y="24"/>
                  </a:cubicBezTo>
                  <a:cubicBezTo>
                    <a:pt x="26" y="18"/>
                    <a:pt x="2" y="16"/>
                    <a:pt x="1" y="11"/>
                  </a:cubicBezTo>
                </a:path>
              </a:pathLst>
            </a:custGeom>
            <a:solidFill>
              <a:srgbClr val="9528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6280" name="Freeform 823">
              <a:extLst>
                <a:ext uri="{FF2B5EF4-FFF2-40B4-BE49-F238E27FC236}">
                  <a16:creationId xmlns:a16="http://schemas.microsoft.com/office/drawing/2014/main" id="{FDD4C71B-C1FC-4564-9D06-DF7AD59450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0" y="762"/>
              <a:ext cx="85" cy="94"/>
            </a:xfrm>
            <a:custGeom>
              <a:avLst/>
              <a:gdLst>
                <a:gd name="T0" fmla="*/ 96 w 80"/>
                <a:gd name="T1" fmla="*/ 0 h 88"/>
                <a:gd name="T2" fmla="*/ 73 w 80"/>
                <a:gd name="T3" fmla="*/ 38 h 88"/>
                <a:gd name="T4" fmla="*/ 77 w 80"/>
                <a:gd name="T5" fmla="*/ 19 h 88"/>
                <a:gd name="T6" fmla="*/ 53 w 80"/>
                <a:gd name="T7" fmla="*/ 52 h 88"/>
                <a:gd name="T8" fmla="*/ 56 w 80"/>
                <a:gd name="T9" fmla="*/ 37 h 88"/>
                <a:gd name="T10" fmla="*/ 41 w 80"/>
                <a:gd name="T11" fmla="*/ 66 h 88"/>
                <a:gd name="T12" fmla="*/ 46 w 80"/>
                <a:gd name="T13" fmla="*/ 48 h 88"/>
                <a:gd name="T14" fmla="*/ 12 w 80"/>
                <a:gd name="T15" fmla="*/ 107 h 88"/>
                <a:gd name="T16" fmla="*/ 18 w 80"/>
                <a:gd name="T17" fmla="*/ 79 h 88"/>
                <a:gd name="T18" fmla="*/ 4 w 80"/>
                <a:gd name="T19" fmla="*/ 100 h 88"/>
                <a:gd name="T20" fmla="*/ 4 w 80"/>
                <a:gd name="T21" fmla="*/ 96 h 88"/>
                <a:gd name="T22" fmla="*/ 0 w 80"/>
                <a:gd name="T23" fmla="*/ 104 h 88"/>
                <a:gd name="T24" fmla="*/ 15 w 80"/>
                <a:gd name="T25" fmla="*/ 66 h 88"/>
                <a:gd name="T26" fmla="*/ 4 w 80"/>
                <a:gd name="T27" fmla="*/ 83 h 88"/>
                <a:gd name="T28" fmla="*/ 16 w 80"/>
                <a:gd name="T29" fmla="*/ 56 h 88"/>
                <a:gd name="T30" fmla="*/ 5 w 80"/>
                <a:gd name="T31" fmla="*/ 65 h 88"/>
                <a:gd name="T32" fmla="*/ 34 w 80"/>
                <a:gd name="T33" fmla="*/ 7 h 88"/>
                <a:gd name="T34" fmla="*/ 23 w 80"/>
                <a:gd name="T35" fmla="*/ 52 h 88"/>
                <a:gd name="T36" fmla="*/ 32 w 80"/>
                <a:gd name="T37" fmla="*/ 38 h 88"/>
                <a:gd name="T38" fmla="*/ 20 w 80"/>
                <a:gd name="T39" fmla="*/ 67 h 88"/>
                <a:gd name="T40" fmla="*/ 31 w 80"/>
                <a:gd name="T41" fmla="*/ 52 h 88"/>
                <a:gd name="T42" fmla="*/ 28 w 80"/>
                <a:gd name="T43" fmla="*/ 65 h 88"/>
                <a:gd name="T44" fmla="*/ 53 w 80"/>
                <a:gd name="T45" fmla="*/ 21 h 88"/>
                <a:gd name="T46" fmla="*/ 50 w 80"/>
                <a:gd name="T47" fmla="*/ 34 h 88"/>
                <a:gd name="T48" fmla="*/ 64 w 80"/>
                <a:gd name="T49" fmla="*/ 7 h 88"/>
                <a:gd name="T50" fmla="*/ 64 w 80"/>
                <a:gd name="T51" fmla="*/ 20 h 88"/>
                <a:gd name="T52" fmla="*/ 78 w 80"/>
                <a:gd name="T53" fmla="*/ 5 h 88"/>
                <a:gd name="T54" fmla="*/ 79 w 80"/>
                <a:gd name="T55" fmla="*/ 13 h 88"/>
                <a:gd name="T56" fmla="*/ 96 w 80"/>
                <a:gd name="T57" fmla="*/ 0 h 88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80" h="88">
                  <a:moveTo>
                    <a:pt x="80" y="0"/>
                  </a:moveTo>
                  <a:cubicBezTo>
                    <a:pt x="73" y="10"/>
                    <a:pt x="64" y="19"/>
                    <a:pt x="61" y="32"/>
                  </a:cubicBezTo>
                  <a:cubicBezTo>
                    <a:pt x="61" y="27"/>
                    <a:pt x="62" y="21"/>
                    <a:pt x="64" y="16"/>
                  </a:cubicBezTo>
                  <a:cubicBezTo>
                    <a:pt x="56" y="23"/>
                    <a:pt x="48" y="33"/>
                    <a:pt x="44" y="43"/>
                  </a:cubicBezTo>
                  <a:cubicBezTo>
                    <a:pt x="44" y="39"/>
                    <a:pt x="46" y="35"/>
                    <a:pt x="47" y="31"/>
                  </a:cubicBezTo>
                  <a:cubicBezTo>
                    <a:pt x="41" y="37"/>
                    <a:pt x="38" y="46"/>
                    <a:pt x="35" y="54"/>
                  </a:cubicBezTo>
                  <a:cubicBezTo>
                    <a:pt x="35" y="49"/>
                    <a:pt x="37" y="44"/>
                    <a:pt x="38" y="39"/>
                  </a:cubicBezTo>
                  <a:cubicBezTo>
                    <a:pt x="34" y="54"/>
                    <a:pt x="16" y="72"/>
                    <a:pt x="9" y="88"/>
                  </a:cubicBezTo>
                  <a:cubicBezTo>
                    <a:pt x="12" y="81"/>
                    <a:pt x="15" y="72"/>
                    <a:pt x="15" y="65"/>
                  </a:cubicBezTo>
                  <a:cubicBezTo>
                    <a:pt x="11" y="71"/>
                    <a:pt x="8" y="77"/>
                    <a:pt x="4" y="82"/>
                  </a:cubicBezTo>
                  <a:cubicBezTo>
                    <a:pt x="4" y="81"/>
                    <a:pt x="4" y="80"/>
                    <a:pt x="4" y="79"/>
                  </a:cubicBezTo>
                  <a:cubicBezTo>
                    <a:pt x="3" y="81"/>
                    <a:pt x="1" y="83"/>
                    <a:pt x="0" y="85"/>
                  </a:cubicBezTo>
                  <a:cubicBezTo>
                    <a:pt x="1" y="75"/>
                    <a:pt x="9" y="64"/>
                    <a:pt x="12" y="54"/>
                  </a:cubicBezTo>
                  <a:cubicBezTo>
                    <a:pt x="9" y="58"/>
                    <a:pt x="7" y="63"/>
                    <a:pt x="4" y="68"/>
                  </a:cubicBezTo>
                  <a:cubicBezTo>
                    <a:pt x="6" y="60"/>
                    <a:pt x="12" y="53"/>
                    <a:pt x="13" y="46"/>
                  </a:cubicBezTo>
                  <a:cubicBezTo>
                    <a:pt x="11" y="48"/>
                    <a:pt x="8" y="50"/>
                    <a:pt x="5" y="53"/>
                  </a:cubicBezTo>
                  <a:cubicBezTo>
                    <a:pt x="14" y="40"/>
                    <a:pt x="20" y="20"/>
                    <a:pt x="28" y="7"/>
                  </a:cubicBezTo>
                  <a:cubicBezTo>
                    <a:pt x="27" y="19"/>
                    <a:pt x="23" y="33"/>
                    <a:pt x="20" y="43"/>
                  </a:cubicBezTo>
                  <a:cubicBezTo>
                    <a:pt x="21" y="39"/>
                    <a:pt x="24" y="35"/>
                    <a:pt x="26" y="32"/>
                  </a:cubicBezTo>
                  <a:cubicBezTo>
                    <a:pt x="21" y="39"/>
                    <a:pt x="19" y="47"/>
                    <a:pt x="17" y="55"/>
                  </a:cubicBezTo>
                  <a:cubicBezTo>
                    <a:pt x="21" y="52"/>
                    <a:pt x="22" y="47"/>
                    <a:pt x="25" y="43"/>
                  </a:cubicBezTo>
                  <a:cubicBezTo>
                    <a:pt x="24" y="47"/>
                    <a:pt x="24" y="50"/>
                    <a:pt x="23" y="53"/>
                  </a:cubicBezTo>
                  <a:cubicBezTo>
                    <a:pt x="30" y="41"/>
                    <a:pt x="39" y="30"/>
                    <a:pt x="44" y="18"/>
                  </a:cubicBezTo>
                  <a:cubicBezTo>
                    <a:pt x="44" y="22"/>
                    <a:pt x="43" y="25"/>
                    <a:pt x="41" y="28"/>
                  </a:cubicBezTo>
                  <a:cubicBezTo>
                    <a:pt x="44" y="21"/>
                    <a:pt x="48" y="13"/>
                    <a:pt x="53" y="7"/>
                  </a:cubicBezTo>
                  <a:cubicBezTo>
                    <a:pt x="52" y="11"/>
                    <a:pt x="53" y="14"/>
                    <a:pt x="53" y="17"/>
                  </a:cubicBezTo>
                  <a:cubicBezTo>
                    <a:pt x="58" y="15"/>
                    <a:pt x="60" y="7"/>
                    <a:pt x="65" y="5"/>
                  </a:cubicBezTo>
                  <a:cubicBezTo>
                    <a:pt x="65" y="7"/>
                    <a:pt x="66" y="9"/>
                    <a:pt x="66" y="10"/>
                  </a:cubicBezTo>
                  <a:cubicBezTo>
                    <a:pt x="70" y="8"/>
                    <a:pt x="76" y="3"/>
                    <a:pt x="80" y="0"/>
                  </a:cubicBezTo>
                </a:path>
              </a:pathLst>
            </a:custGeom>
            <a:solidFill>
              <a:srgbClr val="9528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</p:grpSp>
    </p:spTree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770" name="Rectangle 2">
            <a:extLst>
              <a:ext uri="{FF2B5EF4-FFF2-40B4-BE49-F238E27FC236}">
                <a16:creationId xmlns:a16="http://schemas.microsoft.com/office/drawing/2014/main" id="{B0F10C3C-90FC-4BAB-A0A3-4D64669B66DA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Obesity (2)</a:t>
            </a:r>
          </a:p>
        </p:txBody>
      </p:sp>
      <p:grpSp>
        <p:nvGrpSpPr>
          <p:cNvPr id="47106" name="Morbidly-Obese-Woman-Full-Body">
            <a:extLst>
              <a:ext uri="{FF2B5EF4-FFF2-40B4-BE49-F238E27FC236}">
                <a16:creationId xmlns:a16="http://schemas.microsoft.com/office/drawing/2014/main" id="{1533686E-E779-4249-AE47-FCA69C711EA2}"/>
              </a:ext>
            </a:extLst>
          </p:cNvPr>
          <p:cNvGrpSpPr>
            <a:grpSpLocks/>
          </p:cNvGrpSpPr>
          <p:nvPr/>
        </p:nvGrpSpPr>
        <p:grpSpPr bwMode="auto">
          <a:xfrm>
            <a:off x="6688138" y="1308100"/>
            <a:ext cx="2894012" cy="5126038"/>
            <a:chOff x="3253" y="813"/>
            <a:chExt cx="1823" cy="3229"/>
          </a:xfrm>
        </p:grpSpPr>
        <p:grpSp>
          <p:nvGrpSpPr>
            <p:cNvPr id="47604" name="Group 4">
              <a:extLst>
                <a:ext uri="{FF2B5EF4-FFF2-40B4-BE49-F238E27FC236}">
                  <a16:creationId xmlns:a16="http://schemas.microsoft.com/office/drawing/2014/main" id="{F1F8ED0B-BDB4-45D9-B400-D1671AF6416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253" y="813"/>
              <a:ext cx="1823" cy="3229"/>
              <a:chOff x="3253" y="813"/>
              <a:chExt cx="1823" cy="3229"/>
            </a:xfrm>
          </p:grpSpPr>
          <p:sp>
            <p:nvSpPr>
              <p:cNvPr id="47826" name="Freeform 5">
                <a:extLst>
                  <a:ext uri="{FF2B5EF4-FFF2-40B4-BE49-F238E27FC236}">
                    <a16:creationId xmlns:a16="http://schemas.microsoft.com/office/drawing/2014/main" id="{7D6059A2-D549-4051-BB34-EDD9CA1F89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6" y="813"/>
                <a:ext cx="508" cy="399"/>
              </a:xfrm>
              <a:custGeom>
                <a:avLst/>
                <a:gdLst>
                  <a:gd name="T0" fmla="*/ 468 w 475"/>
                  <a:gd name="T1" fmla="*/ 454 h 374"/>
                  <a:gd name="T2" fmla="*/ 476 w 475"/>
                  <a:gd name="T3" fmla="*/ 448 h 374"/>
                  <a:gd name="T4" fmla="*/ 489 w 475"/>
                  <a:gd name="T5" fmla="*/ 450 h 374"/>
                  <a:gd name="T6" fmla="*/ 509 w 475"/>
                  <a:gd name="T7" fmla="*/ 444 h 374"/>
                  <a:gd name="T8" fmla="*/ 545 w 475"/>
                  <a:gd name="T9" fmla="*/ 426 h 374"/>
                  <a:gd name="T10" fmla="*/ 526 w 475"/>
                  <a:gd name="T11" fmla="*/ 399 h 374"/>
                  <a:gd name="T12" fmla="*/ 540 w 475"/>
                  <a:gd name="T13" fmla="*/ 395 h 374"/>
                  <a:gd name="T14" fmla="*/ 536 w 475"/>
                  <a:gd name="T15" fmla="*/ 384 h 374"/>
                  <a:gd name="T16" fmla="*/ 517 w 475"/>
                  <a:gd name="T17" fmla="*/ 348 h 374"/>
                  <a:gd name="T18" fmla="*/ 522 w 475"/>
                  <a:gd name="T19" fmla="*/ 330 h 374"/>
                  <a:gd name="T20" fmla="*/ 543 w 475"/>
                  <a:gd name="T21" fmla="*/ 339 h 374"/>
                  <a:gd name="T22" fmla="*/ 570 w 475"/>
                  <a:gd name="T23" fmla="*/ 334 h 374"/>
                  <a:gd name="T24" fmla="*/ 551 w 475"/>
                  <a:gd name="T25" fmla="*/ 307 h 374"/>
                  <a:gd name="T26" fmla="*/ 557 w 475"/>
                  <a:gd name="T27" fmla="*/ 301 h 374"/>
                  <a:gd name="T28" fmla="*/ 549 w 475"/>
                  <a:gd name="T29" fmla="*/ 291 h 374"/>
                  <a:gd name="T30" fmla="*/ 563 w 475"/>
                  <a:gd name="T31" fmla="*/ 291 h 374"/>
                  <a:gd name="T32" fmla="*/ 524 w 475"/>
                  <a:gd name="T33" fmla="*/ 255 h 374"/>
                  <a:gd name="T34" fmla="*/ 541 w 475"/>
                  <a:gd name="T35" fmla="*/ 248 h 374"/>
                  <a:gd name="T36" fmla="*/ 528 w 475"/>
                  <a:gd name="T37" fmla="*/ 233 h 374"/>
                  <a:gd name="T38" fmla="*/ 532 w 475"/>
                  <a:gd name="T39" fmla="*/ 219 h 374"/>
                  <a:gd name="T40" fmla="*/ 474 w 475"/>
                  <a:gd name="T41" fmla="*/ 108 h 374"/>
                  <a:gd name="T42" fmla="*/ 417 w 475"/>
                  <a:gd name="T43" fmla="*/ 45 h 374"/>
                  <a:gd name="T44" fmla="*/ 315 w 475"/>
                  <a:gd name="T45" fmla="*/ 16 h 374"/>
                  <a:gd name="T46" fmla="*/ 188 w 475"/>
                  <a:gd name="T47" fmla="*/ 29 h 374"/>
                  <a:gd name="T48" fmla="*/ 172 w 475"/>
                  <a:gd name="T49" fmla="*/ 41 h 374"/>
                  <a:gd name="T50" fmla="*/ 110 w 475"/>
                  <a:gd name="T51" fmla="*/ 69 h 374"/>
                  <a:gd name="T52" fmla="*/ 109 w 475"/>
                  <a:gd name="T53" fmla="*/ 92 h 374"/>
                  <a:gd name="T54" fmla="*/ 39 w 475"/>
                  <a:gd name="T55" fmla="*/ 205 h 374"/>
                  <a:gd name="T56" fmla="*/ 35 w 475"/>
                  <a:gd name="T57" fmla="*/ 235 h 374"/>
                  <a:gd name="T58" fmla="*/ 26 w 475"/>
                  <a:gd name="T59" fmla="*/ 270 h 374"/>
                  <a:gd name="T60" fmla="*/ 36 w 475"/>
                  <a:gd name="T61" fmla="*/ 285 h 374"/>
                  <a:gd name="T62" fmla="*/ 11 w 475"/>
                  <a:gd name="T63" fmla="*/ 367 h 374"/>
                  <a:gd name="T64" fmla="*/ 33 w 475"/>
                  <a:gd name="T65" fmla="*/ 362 h 374"/>
                  <a:gd name="T66" fmla="*/ 36 w 475"/>
                  <a:gd name="T67" fmla="*/ 369 h 374"/>
                  <a:gd name="T68" fmla="*/ 43 w 475"/>
                  <a:gd name="T69" fmla="*/ 392 h 374"/>
                  <a:gd name="T70" fmla="*/ 59 w 475"/>
                  <a:gd name="T71" fmla="*/ 384 h 374"/>
                  <a:gd name="T72" fmla="*/ 72 w 475"/>
                  <a:gd name="T73" fmla="*/ 402 h 374"/>
                  <a:gd name="T74" fmla="*/ 84 w 475"/>
                  <a:gd name="T75" fmla="*/ 413 h 374"/>
                  <a:gd name="T76" fmla="*/ 94 w 475"/>
                  <a:gd name="T77" fmla="*/ 418 h 374"/>
                  <a:gd name="T78" fmla="*/ 98 w 475"/>
                  <a:gd name="T79" fmla="*/ 426 h 374"/>
                  <a:gd name="T80" fmla="*/ 467 w 475"/>
                  <a:gd name="T81" fmla="*/ 452 h 374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475" h="374">
                    <a:moveTo>
                      <a:pt x="382" y="372"/>
                    </a:moveTo>
                    <a:cubicBezTo>
                      <a:pt x="383" y="373"/>
                      <a:pt x="382" y="374"/>
                      <a:pt x="383" y="374"/>
                    </a:cubicBezTo>
                    <a:cubicBezTo>
                      <a:pt x="386" y="369"/>
                      <a:pt x="386" y="362"/>
                      <a:pt x="387" y="356"/>
                    </a:cubicBezTo>
                    <a:cubicBezTo>
                      <a:pt x="387" y="360"/>
                      <a:pt x="388" y="365"/>
                      <a:pt x="389" y="369"/>
                    </a:cubicBezTo>
                    <a:cubicBezTo>
                      <a:pt x="390" y="363"/>
                      <a:pt x="389" y="355"/>
                      <a:pt x="391" y="349"/>
                    </a:cubicBezTo>
                    <a:cubicBezTo>
                      <a:pt x="396" y="354"/>
                      <a:pt x="396" y="364"/>
                      <a:pt x="399" y="371"/>
                    </a:cubicBezTo>
                    <a:cubicBezTo>
                      <a:pt x="397" y="360"/>
                      <a:pt x="396" y="348"/>
                      <a:pt x="394" y="337"/>
                    </a:cubicBezTo>
                    <a:cubicBezTo>
                      <a:pt x="399" y="351"/>
                      <a:pt x="405" y="356"/>
                      <a:pt x="416" y="366"/>
                    </a:cubicBezTo>
                    <a:cubicBezTo>
                      <a:pt x="409" y="353"/>
                      <a:pt x="404" y="335"/>
                      <a:pt x="405" y="321"/>
                    </a:cubicBezTo>
                    <a:cubicBezTo>
                      <a:pt x="413" y="338"/>
                      <a:pt x="428" y="346"/>
                      <a:pt x="446" y="351"/>
                    </a:cubicBezTo>
                    <a:cubicBezTo>
                      <a:pt x="431" y="348"/>
                      <a:pt x="424" y="330"/>
                      <a:pt x="418" y="318"/>
                    </a:cubicBezTo>
                    <a:cubicBezTo>
                      <a:pt x="423" y="321"/>
                      <a:pt x="426" y="326"/>
                      <a:pt x="430" y="329"/>
                    </a:cubicBezTo>
                    <a:cubicBezTo>
                      <a:pt x="436" y="332"/>
                      <a:pt x="445" y="335"/>
                      <a:pt x="452" y="336"/>
                    </a:cubicBezTo>
                    <a:cubicBezTo>
                      <a:pt x="449" y="332"/>
                      <a:pt x="445" y="328"/>
                      <a:pt x="441" y="325"/>
                    </a:cubicBezTo>
                    <a:cubicBezTo>
                      <a:pt x="444" y="327"/>
                      <a:pt x="447" y="330"/>
                      <a:pt x="449" y="331"/>
                    </a:cubicBezTo>
                    <a:cubicBezTo>
                      <a:pt x="446" y="326"/>
                      <a:pt x="441" y="321"/>
                      <a:pt x="438" y="316"/>
                    </a:cubicBezTo>
                    <a:cubicBezTo>
                      <a:pt x="445" y="320"/>
                      <a:pt x="451" y="324"/>
                      <a:pt x="458" y="327"/>
                    </a:cubicBezTo>
                    <a:cubicBezTo>
                      <a:pt x="444" y="319"/>
                      <a:pt x="424" y="305"/>
                      <a:pt x="423" y="287"/>
                    </a:cubicBezTo>
                    <a:cubicBezTo>
                      <a:pt x="436" y="297"/>
                      <a:pt x="450" y="314"/>
                      <a:pt x="468" y="318"/>
                    </a:cubicBezTo>
                    <a:cubicBezTo>
                      <a:pt x="457" y="310"/>
                      <a:pt x="419" y="289"/>
                      <a:pt x="426" y="272"/>
                    </a:cubicBezTo>
                    <a:cubicBezTo>
                      <a:pt x="437" y="291"/>
                      <a:pt x="456" y="295"/>
                      <a:pt x="475" y="303"/>
                    </a:cubicBezTo>
                    <a:cubicBezTo>
                      <a:pt x="463" y="298"/>
                      <a:pt x="453" y="288"/>
                      <a:pt x="444" y="279"/>
                    </a:cubicBezTo>
                    <a:cubicBezTo>
                      <a:pt x="437" y="271"/>
                      <a:pt x="425" y="261"/>
                      <a:pt x="423" y="250"/>
                    </a:cubicBezTo>
                    <a:cubicBezTo>
                      <a:pt x="434" y="262"/>
                      <a:pt x="450" y="271"/>
                      <a:pt x="466" y="275"/>
                    </a:cubicBezTo>
                    <a:cubicBezTo>
                      <a:pt x="457" y="268"/>
                      <a:pt x="441" y="257"/>
                      <a:pt x="438" y="245"/>
                    </a:cubicBezTo>
                    <a:cubicBezTo>
                      <a:pt x="443" y="246"/>
                      <a:pt x="446" y="251"/>
                      <a:pt x="451" y="253"/>
                    </a:cubicBezTo>
                    <a:cubicBezTo>
                      <a:pt x="456" y="255"/>
                      <a:pt x="462" y="256"/>
                      <a:pt x="467" y="257"/>
                    </a:cubicBezTo>
                    <a:cubicBezTo>
                      <a:pt x="463" y="254"/>
                      <a:pt x="459" y="251"/>
                      <a:pt x="455" y="247"/>
                    </a:cubicBezTo>
                    <a:cubicBezTo>
                      <a:pt x="456" y="248"/>
                      <a:pt x="460" y="248"/>
                      <a:pt x="461" y="249"/>
                    </a:cubicBezTo>
                    <a:cubicBezTo>
                      <a:pt x="457" y="247"/>
                      <a:pt x="453" y="243"/>
                      <a:pt x="449" y="240"/>
                    </a:cubicBezTo>
                    <a:cubicBezTo>
                      <a:pt x="457" y="244"/>
                      <a:pt x="465" y="244"/>
                      <a:pt x="472" y="245"/>
                    </a:cubicBezTo>
                    <a:cubicBezTo>
                      <a:pt x="468" y="242"/>
                      <a:pt x="464" y="242"/>
                      <a:pt x="460" y="240"/>
                    </a:cubicBezTo>
                    <a:cubicBezTo>
                      <a:pt x="453" y="237"/>
                      <a:pt x="446" y="232"/>
                      <a:pt x="440" y="227"/>
                    </a:cubicBezTo>
                    <a:cubicBezTo>
                      <a:pt x="435" y="223"/>
                      <a:pt x="431" y="217"/>
                      <a:pt x="428" y="210"/>
                    </a:cubicBezTo>
                    <a:cubicBezTo>
                      <a:pt x="442" y="213"/>
                      <a:pt x="455" y="224"/>
                      <a:pt x="469" y="223"/>
                    </a:cubicBezTo>
                    <a:cubicBezTo>
                      <a:pt x="460" y="216"/>
                      <a:pt x="448" y="214"/>
                      <a:pt x="442" y="203"/>
                    </a:cubicBezTo>
                    <a:cubicBezTo>
                      <a:pt x="443" y="204"/>
                      <a:pt x="445" y="205"/>
                      <a:pt x="447" y="206"/>
                    </a:cubicBezTo>
                    <a:cubicBezTo>
                      <a:pt x="441" y="201"/>
                      <a:pt x="436" y="197"/>
                      <a:pt x="432" y="191"/>
                    </a:cubicBezTo>
                    <a:cubicBezTo>
                      <a:pt x="440" y="196"/>
                      <a:pt x="451" y="199"/>
                      <a:pt x="461" y="198"/>
                    </a:cubicBezTo>
                    <a:cubicBezTo>
                      <a:pt x="454" y="191"/>
                      <a:pt x="443" y="187"/>
                      <a:pt x="435" y="180"/>
                    </a:cubicBezTo>
                    <a:cubicBezTo>
                      <a:pt x="420" y="168"/>
                      <a:pt x="414" y="146"/>
                      <a:pt x="407" y="128"/>
                    </a:cubicBezTo>
                    <a:cubicBezTo>
                      <a:pt x="401" y="114"/>
                      <a:pt x="394" y="102"/>
                      <a:pt x="387" y="89"/>
                    </a:cubicBezTo>
                    <a:cubicBezTo>
                      <a:pt x="381" y="80"/>
                      <a:pt x="377" y="70"/>
                      <a:pt x="371" y="62"/>
                    </a:cubicBezTo>
                    <a:cubicBezTo>
                      <a:pt x="363" y="52"/>
                      <a:pt x="351" y="44"/>
                      <a:pt x="341" y="37"/>
                    </a:cubicBezTo>
                    <a:cubicBezTo>
                      <a:pt x="328" y="27"/>
                      <a:pt x="313" y="22"/>
                      <a:pt x="297" y="22"/>
                    </a:cubicBezTo>
                    <a:cubicBezTo>
                      <a:pt x="283" y="22"/>
                      <a:pt x="271" y="18"/>
                      <a:pt x="258" y="13"/>
                    </a:cubicBezTo>
                    <a:cubicBezTo>
                      <a:pt x="243" y="7"/>
                      <a:pt x="232" y="5"/>
                      <a:pt x="215" y="5"/>
                    </a:cubicBezTo>
                    <a:cubicBezTo>
                      <a:pt x="215" y="5"/>
                      <a:pt x="177" y="0"/>
                      <a:pt x="154" y="23"/>
                    </a:cubicBezTo>
                    <a:cubicBezTo>
                      <a:pt x="147" y="33"/>
                      <a:pt x="147" y="33"/>
                      <a:pt x="147" y="33"/>
                    </a:cubicBezTo>
                    <a:cubicBezTo>
                      <a:pt x="141" y="34"/>
                      <a:pt x="141" y="34"/>
                      <a:pt x="141" y="34"/>
                    </a:cubicBezTo>
                    <a:cubicBezTo>
                      <a:pt x="133" y="33"/>
                      <a:pt x="123" y="39"/>
                      <a:pt x="117" y="43"/>
                    </a:cubicBezTo>
                    <a:cubicBezTo>
                      <a:pt x="108" y="48"/>
                      <a:pt x="98" y="51"/>
                      <a:pt x="90" y="57"/>
                    </a:cubicBezTo>
                    <a:cubicBezTo>
                      <a:pt x="74" y="68"/>
                      <a:pt x="73" y="89"/>
                      <a:pt x="58" y="101"/>
                    </a:cubicBezTo>
                    <a:cubicBezTo>
                      <a:pt x="70" y="99"/>
                      <a:pt x="81" y="85"/>
                      <a:pt x="89" y="76"/>
                    </a:cubicBezTo>
                    <a:cubicBezTo>
                      <a:pt x="83" y="98"/>
                      <a:pt x="58" y="112"/>
                      <a:pt x="45" y="130"/>
                    </a:cubicBezTo>
                    <a:cubicBezTo>
                      <a:pt x="36" y="141"/>
                      <a:pt x="36" y="155"/>
                      <a:pt x="32" y="169"/>
                    </a:cubicBezTo>
                    <a:cubicBezTo>
                      <a:pt x="28" y="183"/>
                      <a:pt x="20" y="196"/>
                      <a:pt x="13" y="209"/>
                    </a:cubicBezTo>
                    <a:cubicBezTo>
                      <a:pt x="20" y="207"/>
                      <a:pt x="25" y="200"/>
                      <a:pt x="29" y="193"/>
                    </a:cubicBezTo>
                    <a:cubicBezTo>
                      <a:pt x="25" y="207"/>
                      <a:pt x="18" y="221"/>
                      <a:pt x="11" y="234"/>
                    </a:cubicBezTo>
                    <a:cubicBezTo>
                      <a:pt x="14" y="230"/>
                      <a:pt x="17" y="225"/>
                      <a:pt x="21" y="222"/>
                    </a:cubicBezTo>
                    <a:cubicBezTo>
                      <a:pt x="20" y="242"/>
                      <a:pt x="8" y="256"/>
                      <a:pt x="0" y="272"/>
                    </a:cubicBezTo>
                    <a:cubicBezTo>
                      <a:pt x="12" y="271"/>
                      <a:pt x="26" y="244"/>
                      <a:pt x="30" y="234"/>
                    </a:cubicBezTo>
                    <a:cubicBezTo>
                      <a:pt x="32" y="242"/>
                      <a:pt x="29" y="255"/>
                      <a:pt x="27" y="264"/>
                    </a:cubicBezTo>
                    <a:cubicBezTo>
                      <a:pt x="24" y="277"/>
                      <a:pt x="16" y="291"/>
                      <a:pt x="8" y="302"/>
                    </a:cubicBezTo>
                    <a:cubicBezTo>
                      <a:pt x="19" y="291"/>
                      <a:pt x="36" y="285"/>
                      <a:pt x="39" y="269"/>
                    </a:cubicBezTo>
                    <a:cubicBezTo>
                      <a:pt x="40" y="279"/>
                      <a:pt x="35" y="290"/>
                      <a:pt x="27" y="298"/>
                    </a:cubicBezTo>
                    <a:cubicBezTo>
                      <a:pt x="30" y="296"/>
                      <a:pt x="32" y="293"/>
                      <a:pt x="35" y="290"/>
                    </a:cubicBezTo>
                    <a:cubicBezTo>
                      <a:pt x="34" y="295"/>
                      <a:pt x="32" y="300"/>
                      <a:pt x="30" y="304"/>
                    </a:cubicBezTo>
                    <a:cubicBezTo>
                      <a:pt x="35" y="304"/>
                      <a:pt x="36" y="298"/>
                      <a:pt x="40" y="296"/>
                    </a:cubicBezTo>
                    <a:cubicBezTo>
                      <a:pt x="40" y="305"/>
                      <a:pt x="39" y="313"/>
                      <a:pt x="35" y="322"/>
                    </a:cubicBezTo>
                    <a:cubicBezTo>
                      <a:pt x="32" y="329"/>
                      <a:pt x="22" y="341"/>
                      <a:pt x="23" y="349"/>
                    </a:cubicBezTo>
                    <a:cubicBezTo>
                      <a:pt x="35" y="345"/>
                      <a:pt x="43" y="327"/>
                      <a:pt x="48" y="316"/>
                    </a:cubicBezTo>
                    <a:cubicBezTo>
                      <a:pt x="52" y="334"/>
                      <a:pt x="43" y="349"/>
                      <a:pt x="36" y="365"/>
                    </a:cubicBezTo>
                    <a:cubicBezTo>
                      <a:pt x="45" y="362"/>
                      <a:pt x="57" y="340"/>
                      <a:pt x="59" y="331"/>
                    </a:cubicBezTo>
                    <a:cubicBezTo>
                      <a:pt x="59" y="342"/>
                      <a:pt x="55" y="353"/>
                      <a:pt x="54" y="363"/>
                    </a:cubicBezTo>
                    <a:cubicBezTo>
                      <a:pt x="62" y="358"/>
                      <a:pt x="62" y="345"/>
                      <a:pt x="69" y="340"/>
                    </a:cubicBezTo>
                    <a:cubicBezTo>
                      <a:pt x="70" y="346"/>
                      <a:pt x="69" y="352"/>
                      <a:pt x="69" y="357"/>
                    </a:cubicBezTo>
                    <a:cubicBezTo>
                      <a:pt x="70" y="352"/>
                      <a:pt x="71" y="344"/>
                      <a:pt x="77" y="344"/>
                    </a:cubicBezTo>
                    <a:cubicBezTo>
                      <a:pt x="78" y="349"/>
                      <a:pt x="77" y="354"/>
                      <a:pt x="78" y="359"/>
                    </a:cubicBezTo>
                    <a:cubicBezTo>
                      <a:pt x="79" y="357"/>
                      <a:pt x="79" y="354"/>
                      <a:pt x="80" y="351"/>
                    </a:cubicBezTo>
                    <a:cubicBezTo>
                      <a:pt x="81" y="353"/>
                      <a:pt x="83" y="356"/>
                      <a:pt x="84" y="356"/>
                    </a:cubicBezTo>
                    <a:lnTo>
                      <a:pt x="382" y="372"/>
                    </a:lnTo>
                    <a:close/>
                  </a:path>
                </a:pathLst>
              </a:custGeom>
              <a:solidFill>
                <a:srgbClr val="7920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827" name="Freeform 6">
                <a:extLst>
                  <a:ext uri="{FF2B5EF4-FFF2-40B4-BE49-F238E27FC236}">
                    <a16:creationId xmlns:a16="http://schemas.microsoft.com/office/drawing/2014/main" id="{CC8CFFF9-456C-47BE-92C7-0AB3A25AD6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6" y="813"/>
                <a:ext cx="508" cy="399"/>
              </a:xfrm>
              <a:custGeom>
                <a:avLst/>
                <a:gdLst>
                  <a:gd name="T0" fmla="*/ 581 w 475"/>
                  <a:gd name="T1" fmla="*/ 368 h 374"/>
                  <a:gd name="T2" fmla="*/ 517 w 475"/>
                  <a:gd name="T3" fmla="*/ 304 h 374"/>
                  <a:gd name="T4" fmla="*/ 536 w 475"/>
                  <a:gd name="T5" fmla="*/ 297 h 374"/>
                  <a:gd name="T6" fmla="*/ 571 w 475"/>
                  <a:gd name="T7" fmla="*/ 312 h 374"/>
                  <a:gd name="T8" fmla="*/ 564 w 475"/>
                  <a:gd name="T9" fmla="*/ 303 h 374"/>
                  <a:gd name="T10" fmla="*/ 578 w 475"/>
                  <a:gd name="T11" fmla="*/ 297 h 374"/>
                  <a:gd name="T12" fmla="*/ 539 w 475"/>
                  <a:gd name="T13" fmla="*/ 275 h 374"/>
                  <a:gd name="T14" fmla="*/ 574 w 475"/>
                  <a:gd name="T15" fmla="*/ 271 h 374"/>
                  <a:gd name="T16" fmla="*/ 547 w 475"/>
                  <a:gd name="T17" fmla="*/ 251 h 374"/>
                  <a:gd name="T18" fmla="*/ 564 w 475"/>
                  <a:gd name="T19" fmla="*/ 240 h 374"/>
                  <a:gd name="T20" fmla="*/ 497 w 475"/>
                  <a:gd name="T21" fmla="*/ 156 h 374"/>
                  <a:gd name="T22" fmla="*/ 455 w 475"/>
                  <a:gd name="T23" fmla="*/ 75 h 374"/>
                  <a:gd name="T24" fmla="*/ 364 w 475"/>
                  <a:gd name="T25" fmla="*/ 27 h 374"/>
                  <a:gd name="T26" fmla="*/ 263 w 475"/>
                  <a:gd name="T27" fmla="*/ 5 h 374"/>
                  <a:gd name="T28" fmla="*/ 180 w 475"/>
                  <a:gd name="T29" fmla="*/ 39 h 374"/>
                  <a:gd name="T30" fmla="*/ 143 w 475"/>
                  <a:gd name="T31" fmla="*/ 52 h 374"/>
                  <a:gd name="T32" fmla="*/ 71 w 475"/>
                  <a:gd name="T33" fmla="*/ 123 h 374"/>
                  <a:gd name="T34" fmla="*/ 55 w 475"/>
                  <a:gd name="T35" fmla="*/ 158 h 374"/>
                  <a:gd name="T36" fmla="*/ 16 w 475"/>
                  <a:gd name="T37" fmla="*/ 254 h 374"/>
                  <a:gd name="T38" fmla="*/ 14 w 475"/>
                  <a:gd name="T39" fmla="*/ 285 h 374"/>
                  <a:gd name="T40" fmla="*/ 0 w 475"/>
                  <a:gd name="T41" fmla="*/ 330 h 374"/>
                  <a:gd name="T42" fmla="*/ 33 w 475"/>
                  <a:gd name="T43" fmla="*/ 321 h 374"/>
                  <a:gd name="T44" fmla="*/ 48 w 475"/>
                  <a:gd name="T45" fmla="*/ 326 h 374"/>
                  <a:gd name="T46" fmla="*/ 43 w 475"/>
                  <a:gd name="T47" fmla="*/ 352 h 374"/>
                  <a:gd name="T48" fmla="*/ 49 w 475"/>
                  <a:gd name="T49" fmla="*/ 360 h 374"/>
                  <a:gd name="T50" fmla="*/ 29 w 475"/>
                  <a:gd name="T51" fmla="*/ 424 h 374"/>
                  <a:gd name="T52" fmla="*/ 45 w 475"/>
                  <a:gd name="T53" fmla="*/ 443 h 374"/>
                  <a:gd name="T54" fmla="*/ 66 w 475"/>
                  <a:gd name="T55" fmla="*/ 441 h 374"/>
                  <a:gd name="T56" fmla="*/ 84 w 475"/>
                  <a:gd name="T57" fmla="*/ 433 h 374"/>
                  <a:gd name="T58" fmla="*/ 95 w 475"/>
                  <a:gd name="T59" fmla="*/ 436 h 374"/>
                  <a:gd name="T60" fmla="*/ 103 w 475"/>
                  <a:gd name="T61" fmla="*/ 432 h 374"/>
                  <a:gd name="T62" fmla="*/ 468 w 475"/>
                  <a:gd name="T63" fmla="*/ 454 h 374"/>
                  <a:gd name="T64" fmla="*/ 476 w 475"/>
                  <a:gd name="T65" fmla="*/ 448 h 374"/>
                  <a:gd name="T66" fmla="*/ 489 w 475"/>
                  <a:gd name="T67" fmla="*/ 450 h 374"/>
                  <a:gd name="T68" fmla="*/ 509 w 475"/>
                  <a:gd name="T69" fmla="*/ 444 h 374"/>
                  <a:gd name="T70" fmla="*/ 542 w 475"/>
                  <a:gd name="T71" fmla="*/ 425 h 374"/>
                  <a:gd name="T72" fmla="*/ 526 w 475"/>
                  <a:gd name="T73" fmla="*/ 399 h 374"/>
                  <a:gd name="T74" fmla="*/ 543 w 475"/>
                  <a:gd name="T75" fmla="*/ 397 h 374"/>
                  <a:gd name="T76" fmla="*/ 536 w 475"/>
                  <a:gd name="T77" fmla="*/ 384 h 374"/>
                  <a:gd name="T78" fmla="*/ 517 w 475"/>
                  <a:gd name="T79" fmla="*/ 348 h 374"/>
                  <a:gd name="T80" fmla="*/ 522 w 475"/>
                  <a:gd name="T81" fmla="*/ 330 h 374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475" h="374">
                    <a:moveTo>
                      <a:pt x="426" y="272"/>
                    </a:moveTo>
                    <a:cubicBezTo>
                      <a:pt x="437" y="291"/>
                      <a:pt x="456" y="295"/>
                      <a:pt x="475" y="303"/>
                    </a:cubicBezTo>
                    <a:cubicBezTo>
                      <a:pt x="463" y="298"/>
                      <a:pt x="453" y="288"/>
                      <a:pt x="444" y="279"/>
                    </a:cubicBezTo>
                    <a:cubicBezTo>
                      <a:pt x="437" y="271"/>
                      <a:pt x="425" y="261"/>
                      <a:pt x="423" y="250"/>
                    </a:cubicBezTo>
                    <a:cubicBezTo>
                      <a:pt x="434" y="262"/>
                      <a:pt x="450" y="271"/>
                      <a:pt x="466" y="275"/>
                    </a:cubicBezTo>
                    <a:cubicBezTo>
                      <a:pt x="457" y="268"/>
                      <a:pt x="441" y="257"/>
                      <a:pt x="438" y="245"/>
                    </a:cubicBezTo>
                    <a:cubicBezTo>
                      <a:pt x="443" y="246"/>
                      <a:pt x="446" y="251"/>
                      <a:pt x="451" y="253"/>
                    </a:cubicBezTo>
                    <a:cubicBezTo>
                      <a:pt x="456" y="255"/>
                      <a:pt x="462" y="256"/>
                      <a:pt x="467" y="257"/>
                    </a:cubicBezTo>
                    <a:cubicBezTo>
                      <a:pt x="463" y="254"/>
                      <a:pt x="459" y="251"/>
                      <a:pt x="455" y="247"/>
                    </a:cubicBezTo>
                    <a:cubicBezTo>
                      <a:pt x="456" y="248"/>
                      <a:pt x="460" y="248"/>
                      <a:pt x="461" y="249"/>
                    </a:cubicBezTo>
                    <a:cubicBezTo>
                      <a:pt x="457" y="247"/>
                      <a:pt x="453" y="243"/>
                      <a:pt x="449" y="240"/>
                    </a:cubicBezTo>
                    <a:cubicBezTo>
                      <a:pt x="457" y="244"/>
                      <a:pt x="465" y="244"/>
                      <a:pt x="472" y="245"/>
                    </a:cubicBezTo>
                    <a:cubicBezTo>
                      <a:pt x="468" y="242"/>
                      <a:pt x="464" y="242"/>
                      <a:pt x="460" y="240"/>
                    </a:cubicBezTo>
                    <a:cubicBezTo>
                      <a:pt x="453" y="237"/>
                      <a:pt x="446" y="232"/>
                      <a:pt x="440" y="227"/>
                    </a:cubicBezTo>
                    <a:cubicBezTo>
                      <a:pt x="435" y="223"/>
                      <a:pt x="431" y="217"/>
                      <a:pt x="428" y="210"/>
                    </a:cubicBezTo>
                    <a:cubicBezTo>
                      <a:pt x="442" y="213"/>
                      <a:pt x="455" y="224"/>
                      <a:pt x="469" y="223"/>
                    </a:cubicBezTo>
                    <a:cubicBezTo>
                      <a:pt x="460" y="216"/>
                      <a:pt x="448" y="214"/>
                      <a:pt x="442" y="203"/>
                    </a:cubicBezTo>
                    <a:cubicBezTo>
                      <a:pt x="443" y="204"/>
                      <a:pt x="445" y="205"/>
                      <a:pt x="447" y="206"/>
                    </a:cubicBezTo>
                    <a:cubicBezTo>
                      <a:pt x="441" y="201"/>
                      <a:pt x="436" y="197"/>
                      <a:pt x="432" y="191"/>
                    </a:cubicBezTo>
                    <a:cubicBezTo>
                      <a:pt x="440" y="196"/>
                      <a:pt x="451" y="199"/>
                      <a:pt x="461" y="198"/>
                    </a:cubicBezTo>
                    <a:cubicBezTo>
                      <a:pt x="454" y="191"/>
                      <a:pt x="443" y="187"/>
                      <a:pt x="435" y="180"/>
                    </a:cubicBezTo>
                    <a:cubicBezTo>
                      <a:pt x="420" y="168"/>
                      <a:pt x="414" y="146"/>
                      <a:pt x="407" y="128"/>
                    </a:cubicBezTo>
                    <a:cubicBezTo>
                      <a:pt x="401" y="114"/>
                      <a:pt x="394" y="102"/>
                      <a:pt x="387" y="89"/>
                    </a:cubicBezTo>
                    <a:cubicBezTo>
                      <a:pt x="381" y="80"/>
                      <a:pt x="377" y="70"/>
                      <a:pt x="371" y="62"/>
                    </a:cubicBezTo>
                    <a:cubicBezTo>
                      <a:pt x="363" y="52"/>
                      <a:pt x="351" y="44"/>
                      <a:pt x="341" y="37"/>
                    </a:cubicBezTo>
                    <a:cubicBezTo>
                      <a:pt x="328" y="27"/>
                      <a:pt x="313" y="22"/>
                      <a:pt x="297" y="22"/>
                    </a:cubicBezTo>
                    <a:cubicBezTo>
                      <a:pt x="283" y="22"/>
                      <a:pt x="271" y="18"/>
                      <a:pt x="258" y="13"/>
                    </a:cubicBezTo>
                    <a:cubicBezTo>
                      <a:pt x="243" y="7"/>
                      <a:pt x="232" y="5"/>
                      <a:pt x="215" y="5"/>
                    </a:cubicBezTo>
                    <a:cubicBezTo>
                      <a:pt x="215" y="5"/>
                      <a:pt x="177" y="0"/>
                      <a:pt x="154" y="23"/>
                    </a:cubicBezTo>
                    <a:cubicBezTo>
                      <a:pt x="147" y="33"/>
                      <a:pt x="147" y="33"/>
                      <a:pt x="147" y="33"/>
                    </a:cubicBezTo>
                    <a:cubicBezTo>
                      <a:pt x="141" y="34"/>
                      <a:pt x="141" y="34"/>
                      <a:pt x="141" y="34"/>
                    </a:cubicBezTo>
                    <a:cubicBezTo>
                      <a:pt x="133" y="33"/>
                      <a:pt x="123" y="39"/>
                      <a:pt x="117" y="43"/>
                    </a:cubicBezTo>
                    <a:cubicBezTo>
                      <a:pt x="108" y="48"/>
                      <a:pt x="98" y="51"/>
                      <a:pt x="90" y="57"/>
                    </a:cubicBezTo>
                    <a:cubicBezTo>
                      <a:pt x="74" y="68"/>
                      <a:pt x="73" y="89"/>
                      <a:pt x="58" y="101"/>
                    </a:cubicBezTo>
                    <a:cubicBezTo>
                      <a:pt x="70" y="99"/>
                      <a:pt x="81" y="85"/>
                      <a:pt x="89" y="76"/>
                    </a:cubicBezTo>
                    <a:cubicBezTo>
                      <a:pt x="83" y="98"/>
                      <a:pt x="58" y="112"/>
                      <a:pt x="45" y="130"/>
                    </a:cubicBezTo>
                    <a:cubicBezTo>
                      <a:pt x="36" y="141"/>
                      <a:pt x="36" y="155"/>
                      <a:pt x="32" y="169"/>
                    </a:cubicBezTo>
                    <a:cubicBezTo>
                      <a:pt x="28" y="183"/>
                      <a:pt x="20" y="196"/>
                      <a:pt x="13" y="209"/>
                    </a:cubicBezTo>
                    <a:cubicBezTo>
                      <a:pt x="20" y="207"/>
                      <a:pt x="25" y="200"/>
                      <a:pt x="29" y="193"/>
                    </a:cubicBezTo>
                    <a:cubicBezTo>
                      <a:pt x="25" y="207"/>
                      <a:pt x="18" y="221"/>
                      <a:pt x="11" y="234"/>
                    </a:cubicBezTo>
                    <a:cubicBezTo>
                      <a:pt x="14" y="230"/>
                      <a:pt x="17" y="225"/>
                      <a:pt x="21" y="222"/>
                    </a:cubicBezTo>
                    <a:cubicBezTo>
                      <a:pt x="20" y="242"/>
                      <a:pt x="8" y="256"/>
                      <a:pt x="0" y="272"/>
                    </a:cubicBezTo>
                    <a:cubicBezTo>
                      <a:pt x="12" y="271"/>
                      <a:pt x="26" y="244"/>
                      <a:pt x="31" y="234"/>
                    </a:cubicBezTo>
                    <a:cubicBezTo>
                      <a:pt x="32" y="242"/>
                      <a:pt x="29" y="255"/>
                      <a:pt x="27" y="264"/>
                    </a:cubicBezTo>
                    <a:cubicBezTo>
                      <a:pt x="24" y="277"/>
                      <a:pt x="16" y="291"/>
                      <a:pt x="8" y="302"/>
                    </a:cubicBezTo>
                    <a:cubicBezTo>
                      <a:pt x="19" y="291"/>
                      <a:pt x="36" y="285"/>
                      <a:pt x="39" y="269"/>
                    </a:cubicBezTo>
                    <a:cubicBezTo>
                      <a:pt x="40" y="279"/>
                      <a:pt x="35" y="290"/>
                      <a:pt x="27" y="298"/>
                    </a:cubicBezTo>
                    <a:cubicBezTo>
                      <a:pt x="30" y="296"/>
                      <a:pt x="32" y="293"/>
                      <a:pt x="35" y="290"/>
                    </a:cubicBezTo>
                    <a:cubicBezTo>
                      <a:pt x="34" y="295"/>
                      <a:pt x="32" y="300"/>
                      <a:pt x="30" y="304"/>
                    </a:cubicBezTo>
                    <a:cubicBezTo>
                      <a:pt x="35" y="304"/>
                      <a:pt x="36" y="298"/>
                      <a:pt x="40" y="296"/>
                    </a:cubicBezTo>
                    <a:cubicBezTo>
                      <a:pt x="40" y="305"/>
                      <a:pt x="39" y="313"/>
                      <a:pt x="35" y="322"/>
                    </a:cubicBezTo>
                    <a:cubicBezTo>
                      <a:pt x="32" y="329"/>
                      <a:pt x="22" y="341"/>
                      <a:pt x="23" y="349"/>
                    </a:cubicBezTo>
                    <a:cubicBezTo>
                      <a:pt x="35" y="345"/>
                      <a:pt x="43" y="327"/>
                      <a:pt x="48" y="316"/>
                    </a:cubicBezTo>
                    <a:cubicBezTo>
                      <a:pt x="52" y="334"/>
                      <a:pt x="43" y="349"/>
                      <a:pt x="36" y="365"/>
                    </a:cubicBezTo>
                    <a:cubicBezTo>
                      <a:pt x="45" y="362"/>
                      <a:pt x="57" y="340"/>
                      <a:pt x="59" y="331"/>
                    </a:cubicBezTo>
                    <a:cubicBezTo>
                      <a:pt x="59" y="342"/>
                      <a:pt x="55" y="353"/>
                      <a:pt x="54" y="363"/>
                    </a:cubicBezTo>
                    <a:cubicBezTo>
                      <a:pt x="62" y="358"/>
                      <a:pt x="62" y="345"/>
                      <a:pt x="69" y="340"/>
                    </a:cubicBezTo>
                    <a:cubicBezTo>
                      <a:pt x="70" y="346"/>
                      <a:pt x="69" y="352"/>
                      <a:pt x="69" y="357"/>
                    </a:cubicBezTo>
                    <a:cubicBezTo>
                      <a:pt x="70" y="352"/>
                      <a:pt x="71" y="344"/>
                      <a:pt x="77" y="344"/>
                    </a:cubicBezTo>
                    <a:cubicBezTo>
                      <a:pt x="78" y="349"/>
                      <a:pt x="77" y="354"/>
                      <a:pt x="78" y="359"/>
                    </a:cubicBezTo>
                    <a:cubicBezTo>
                      <a:pt x="79" y="357"/>
                      <a:pt x="79" y="354"/>
                      <a:pt x="80" y="351"/>
                    </a:cubicBezTo>
                    <a:cubicBezTo>
                      <a:pt x="81" y="353"/>
                      <a:pt x="83" y="356"/>
                      <a:pt x="84" y="356"/>
                    </a:cubicBezTo>
                    <a:cubicBezTo>
                      <a:pt x="382" y="372"/>
                      <a:pt x="382" y="372"/>
                      <a:pt x="382" y="372"/>
                    </a:cubicBezTo>
                    <a:cubicBezTo>
                      <a:pt x="383" y="373"/>
                      <a:pt x="382" y="374"/>
                      <a:pt x="383" y="374"/>
                    </a:cubicBezTo>
                    <a:cubicBezTo>
                      <a:pt x="386" y="369"/>
                      <a:pt x="386" y="362"/>
                      <a:pt x="387" y="356"/>
                    </a:cubicBezTo>
                    <a:cubicBezTo>
                      <a:pt x="387" y="360"/>
                      <a:pt x="388" y="365"/>
                      <a:pt x="389" y="369"/>
                    </a:cubicBezTo>
                    <a:cubicBezTo>
                      <a:pt x="390" y="363"/>
                      <a:pt x="389" y="355"/>
                      <a:pt x="391" y="349"/>
                    </a:cubicBezTo>
                    <a:cubicBezTo>
                      <a:pt x="396" y="354"/>
                      <a:pt x="396" y="364"/>
                      <a:pt x="399" y="371"/>
                    </a:cubicBezTo>
                    <a:cubicBezTo>
                      <a:pt x="397" y="360"/>
                      <a:pt x="396" y="348"/>
                      <a:pt x="394" y="337"/>
                    </a:cubicBezTo>
                    <a:cubicBezTo>
                      <a:pt x="399" y="351"/>
                      <a:pt x="405" y="356"/>
                      <a:pt x="416" y="366"/>
                    </a:cubicBezTo>
                    <a:cubicBezTo>
                      <a:pt x="409" y="353"/>
                      <a:pt x="404" y="335"/>
                      <a:pt x="405" y="321"/>
                    </a:cubicBezTo>
                    <a:cubicBezTo>
                      <a:pt x="413" y="337"/>
                      <a:pt x="426" y="345"/>
                      <a:pt x="443" y="350"/>
                    </a:cubicBezTo>
                    <a:cubicBezTo>
                      <a:pt x="430" y="346"/>
                      <a:pt x="424" y="329"/>
                      <a:pt x="418" y="318"/>
                    </a:cubicBezTo>
                    <a:cubicBezTo>
                      <a:pt x="423" y="321"/>
                      <a:pt x="426" y="326"/>
                      <a:pt x="430" y="329"/>
                    </a:cubicBezTo>
                    <a:cubicBezTo>
                      <a:pt x="436" y="332"/>
                      <a:pt x="445" y="335"/>
                      <a:pt x="452" y="336"/>
                    </a:cubicBezTo>
                    <a:cubicBezTo>
                      <a:pt x="450" y="333"/>
                      <a:pt x="447" y="330"/>
                      <a:pt x="444" y="327"/>
                    </a:cubicBezTo>
                    <a:cubicBezTo>
                      <a:pt x="445" y="329"/>
                      <a:pt x="448" y="330"/>
                      <a:pt x="449" y="331"/>
                    </a:cubicBezTo>
                    <a:cubicBezTo>
                      <a:pt x="446" y="326"/>
                      <a:pt x="441" y="321"/>
                      <a:pt x="438" y="316"/>
                    </a:cubicBezTo>
                    <a:cubicBezTo>
                      <a:pt x="445" y="320"/>
                      <a:pt x="451" y="324"/>
                      <a:pt x="458" y="327"/>
                    </a:cubicBezTo>
                    <a:cubicBezTo>
                      <a:pt x="444" y="319"/>
                      <a:pt x="424" y="305"/>
                      <a:pt x="423" y="287"/>
                    </a:cubicBezTo>
                    <a:cubicBezTo>
                      <a:pt x="436" y="297"/>
                      <a:pt x="450" y="314"/>
                      <a:pt x="468" y="318"/>
                    </a:cubicBezTo>
                    <a:cubicBezTo>
                      <a:pt x="457" y="310"/>
                      <a:pt x="419" y="289"/>
                      <a:pt x="426" y="272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828" name="Freeform 7">
                <a:extLst>
                  <a:ext uri="{FF2B5EF4-FFF2-40B4-BE49-F238E27FC236}">
                    <a16:creationId xmlns:a16="http://schemas.microsoft.com/office/drawing/2014/main" id="{88233F0E-C454-4EFF-88C5-F1E0AA709A2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253" y="843"/>
                <a:ext cx="1823" cy="3199"/>
              </a:xfrm>
              <a:custGeom>
                <a:avLst/>
                <a:gdLst>
                  <a:gd name="T0" fmla="*/ 2014 w 1705"/>
                  <a:gd name="T1" fmla="*/ 1565 h 2997"/>
                  <a:gd name="T2" fmla="*/ 1968 w 1705"/>
                  <a:gd name="T3" fmla="*/ 1238 h 2997"/>
                  <a:gd name="T4" fmla="*/ 1943 w 1705"/>
                  <a:gd name="T5" fmla="*/ 1170 h 2997"/>
                  <a:gd name="T6" fmla="*/ 1685 w 1705"/>
                  <a:gd name="T7" fmla="*/ 715 h 2997"/>
                  <a:gd name="T8" fmla="*/ 1224 w 1705"/>
                  <a:gd name="T9" fmla="*/ 336 h 2997"/>
                  <a:gd name="T10" fmla="*/ 1253 w 1705"/>
                  <a:gd name="T11" fmla="*/ 242 h 2997"/>
                  <a:gd name="T12" fmla="*/ 1061 w 1705"/>
                  <a:gd name="T13" fmla="*/ 5 h 2997"/>
                  <a:gd name="T14" fmla="*/ 849 w 1705"/>
                  <a:gd name="T15" fmla="*/ 237 h 2997"/>
                  <a:gd name="T16" fmla="*/ 844 w 1705"/>
                  <a:gd name="T17" fmla="*/ 303 h 2997"/>
                  <a:gd name="T18" fmla="*/ 861 w 1705"/>
                  <a:gd name="T19" fmla="*/ 488 h 2997"/>
                  <a:gd name="T20" fmla="*/ 171 w 1705"/>
                  <a:gd name="T21" fmla="*/ 1145 h 2997"/>
                  <a:gd name="T22" fmla="*/ 130 w 1705"/>
                  <a:gd name="T23" fmla="*/ 1207 h 2997"/>
                  <a:gd name="T24" fmla="*/ 67 w 1705"/>
                  <a:gd name="T25" fmla="*/ 1480 h 2997"/>
                  <a:gd name="T26" fmla="*/ 40 w 1705"/>
                  <a:gd name="T27" fmla="*/ 1637 h 2997"/>
                  <a:gd name="T28" fmla="*/ 57 w 1705"/>
                  <a:gd name="T29" fmla="*/ 1888 h 2997"/>
                  <a:gd name="T30" fmla="*/ 141 w 1705"/>
                  <a:gd name="T31" fmla="*/ 1932 h 2997"/>
                  <a:gd name="T32" fmla="*/ 164 w 1705"/>
                  <a:gd name="T33" fmla="*/ 1887 h 2997"/>
                  <a:gd name="T34" fmla="*/ 215 w 1705"/>
                  <a:gd name="T35" fmla="*/ 1709 h 2997"/>
                  <a:gd name="T36" fmla="*/ 232 w 1705"/>
                  <a:gd name="T37" fmla="*/ 1582 h 2997"/>
                  <a:gd name="T38" fmla="*/ 361 w 1705"/>
                  <a:gd name="T39" fmla="*/ 1485 h 2997"/>
                  <a:gd name="T40" fmla="*/ 312 w 1705"/>
                  <a:gd name="T41" fmla="*/ 2394 h 2997"/>
                  <a:gd name="T42" fmla="*/ 349 w 1705"/>
                  <a:gd name="T43" fmla="*/ 2563 h 2997"/>
                  <a:gd name="T44" fmla="*/ 390 w 1705"/>
                  <a:gd name="T45" fmla="*/ 3282 h 2997"/>
                  <a:gd name="T46" fmla="*/ 395 w 1705"/>
                  <a:gd name="T47" fmla="*/ 3382 h 2997"/>
                  <a:gd name="T48" fmla="*/ 252 w 1705"/>
                  <a:gd name="T49" fmla="*/ 3511 h 2997"/>
                  <a:gd name="T50" fmla="*/ 211 w 1705"/>
                  <a:gd name="T51" fmla="*/ 3585 h 2997"/>
                  <a:gd name="T52" fmla="*/ 307 w 1705"/>
                  <a:gd name="T53" fmla="*/ 3640 h 2997"/>
                  <a:gd name="T54" fmla="*/ 418 w 1705"/>
                  <a:gd name="T55" fmla="*/ 3568 h 2997"/>
                  <a:gd name="T56" fmla="*/ 632 w 1705"/>
                  <a:gd name="T57" fmla="*/ 3403 h 2997"/>
                  <a:gd name="T58" fmla="*/ 874 w 1705"/>
                  <a:gd name="T59" fmla="*/ 2797 h 2997"/>
                  <a:gd name="T60" fmla="*/ 861 w 1705"/>
                  <a:gd name="T61" fmla="*/ 2592 h 2997"/>
                  <a:gd name="T62" fmla="*/ 1005 w 1705"/>
                  <a:gd name="T63" fmla="*/ 2319 h 2997"/>
                  <a:gd name="T64" fmla="*/ 1039 w 1705"/>
                  <a:gd name="T65" fmla="*/ 2064 h 2997"/>
                  <a:gd name="T66" fmla="*/ 1075 w 1705"/>
                  <a:gd name="T67" fmla="*/ 2234 h 2997"/>
                  <a:gd name="T68" fmla="*/ 1165 w 1705"/>
                  <a:gd name="T69" fmla="*/ 2547 h 2997"/>
                  <a:gd name="T70" fmla="*/ 1222 w 1705"/>
                  <a:gd name="T71" fmla="*/ 2656 h 2997"/>
                  <a:gd name="T72" fmla="*/ 1411 w 1705"/>
                  <a:gd name="T73" fmla="*/ 3319 h 2997"/>
                  <a:gd name="T74" fmla="*/ 1629 w 1705"/>
                  <a:gd name="T75" fmla="*/ 3533 h 2997"/>
                  <a:gd name="T76" fmla="*/ 1727 w 1705"/>
                  <a:gd name="T77" fmla="*/ 3612 h 2997"/>
                  <a:gd name="T78" fmla="*/ 1859 w 1705"/>
                  <a:gd name="T79" fmla="*/ 3611 h 2997"/>
                  <a:gd name="T80" fmla="*/ 1849 w 1705"/>
                  <a:gd name="T81" fmla="*/ 3520 h 2997"/>
                  <a:gd name="T82" fmla="*/ 1729 w 1705"/>
                  <a:gd name="T83" fmla="*/ 3428 h 2997"/>
                  <a:gd name="T84" fmla="*/ 1693 w 1705"/>
                  <a:gd name="T85" fmla="*/ 3319 h 2997"/>
                  <a:gd name="T86" fmla="*/ 1697 w 1705"/>
                  <a:gd name="T87" fmla="*/ 2677 h 2997"/>
                  <a:gd name="T88" fmla="*/ 1746 w 1705"/>
                  <a:gd name="T89" fmla="*/ 2438 h 2997"/>
                  <a:gd name="T90" fmla="*/ 1807 w 1705"/>
                  <a:gd name="T91" fmla="*/ 1691 h 2997"/>
                  <a:gd name="T92" fmla="*/ 1841 w 1705"/>
                  <a:gd name="T93" fmla="*/ 1565 h 2997"/>
                  <a:gd name="T94" fmla="*/ 1873 w 1705"/>
                  <a:gd name="T95" fmla="*/ 1647 h 2997"/>
                  <a:gd name="T96" fmla="*/ 1889 w 1705"/>
                  <a:gd name="T97" fmla="*/ 1862 h 2997"/>
                  <a:gd name="T98" fmla="*/ 1928 w 1705"/>
                  <a:gd name="T99" fmla="*/ 1927 h 2997"/>
                  <a:gd name="T100" fmla="*/ 1995 w 1705"/>
                  <a:gd name="T101" fmla="*/ 1920 h 2997"/>
                  <a:gd name="T102" fmla="*/ 2065 w 1705"/>
                  <a:gd name="T103" fmla="*/ 1787 h 2997"/>
                  <a:gd name="T104" fmla="*/ 479 w 1705"/>
                  <a:gd name="T105" fmla="*/ 1214 h 2997"/>
                  <a:gd name="T106" fmla="*/ 1597 w 1705"/>
                  <a:gd name="T107" fmla="*/ 1248 h 2997"/>
                  <a:gd name="T108" fmla="*/ 1597 w 1705"/>
                  <a:gd name="T109" fmla="*/ 1248 h 2997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</a:gdLst>
                <a:ahLst/>
                <a:cxnLst>
                  <a:cxn ang="T110">
                    <a:pos x="T0" y="T1"/>
                  </a:cxn>
                  <a:cxn ang="T111">
                    <a:pos x="T2" y="T3"/>
                  </a:cxn>
                  <a:cxn ang="T112">
                    <a:pos x="T4" y="T5"/>
                  </a:cxn>
                  <a:cxn ang="T113">
                    <a:pos x="T6" y="T7"/>
                  </a:cxn>
                  <a:cxn ang="T114">
                    <a:pos x="T8" y="T9"/>
                  </a:cxn>
                  <a:cxn ang="T115">
                    <a:pos x="T10" y="T11"/>
                  </a:cxn>
                  <a:cxn ang="T116">
                    <a:pos x="T12" y="T13"/>
                  </a:cxn>
                  <a:cxn ang="T117">
                    <a:pos x="T14" y="T15"/>
                  </a:cxn>
                  <a:cxn ang="T118">
                    <a:pos x="T16" y="T17"/>
                  </a:cxn>
                  <a:cxn ang="T119">
                    <a:pos x="T18" y="T19"/>
                  </a:cxn>
                  <a:cxn ang="T120">
                    <a:pos x="T20" y="T21"/>
                  </a:cxn>
                  <a:cxn ang="T121">
                    <a:pos x="T22" y="T23"/>
                  </a:cxn>
                  <a:cxn ang="T122">
                    <a:pos x="T24" y="T25"/>
                  </a:cxn>
                  <a:cxn ang="T123">
                    <a:pos x="T26" y="T27"/>
                  </a:cxn>
                  <a:cxn ang="T124">
                    <a:pos x="T28" y="T29"/>
                  </a:cxn>
                  <a:cxn ang="T125">
                    <a:pos x="T30" y="T31"/>
                  </a:cxn>
                  <a:cxn ang="T126">
                    <a:pos x="T32" y="T33"/>
                  </a:cxn>
                  <a:cxn ang="T127">
                    <a:pos x="T34" y="T35"/>
                  </a:cxn>
                  <a:cxn ang="T128">
                    <a:pos x="T36" y="T37"/>
                  </a:cxn>
                  <a:cxn ang="T129">
                    <a:pos x="T38" y="T39"/>
                  </a:cxn>
                  <a:cxn ang="T130">
                    <a:pos x="T40" y="T41"/>
                  </a:cxn>
                  <a:cxn ang="T131">
                    <a:pos x="T42" y="T43"/>
                  </a:cxn>
                  <a:cxn ang="T132">
                    <a:pos x="T44" y="T45"/>
                  </a:cxn>
                  <a:cxn ang="T133">
                    <a:pos x="T46" y="T47"/>
                  </a:cxn>
                  <a:cxn ang="T134">
                    <a:pos x="T48" y="T49"/>
                  </a:cxn>
                  <a:cxn ang="T135">
                    <a:pos x="T50" y="T51"/>
                  </a:cxn>
                  <a:cxn ang="T136">
                    <a:pos x="T52" y="T53"/>
                  </a:cxn>
                  <a:cxn ang="T137">
                    <a:pos x="T54" y="T55"/>
                  </a:cxn>
                  <a:cxn ang="T138">
                    <a:pos x="T56" y="T57"/>
                  </a:cxn>
                  <a:cxn ang="T139">
                    <a:pos x="T58" y="T59"/>
                  </a:cxn>
                  <a:cxn ang="T140">
                    <a:pos x="T60" y="T61"/>
                  </a:cxn>
                  <a:cxn ang="T141">
                    <a:pos x="T62" y="T63"/>
                  </a:cxn>
                  <a:cxn ang="T142">
                    <a:pos x="T64" y="T65"/>
                  </a:cxn>
                  <a:cxn ang="T143">
                    <a:pos x="T66" y="T67"/>
                  </a:cxn>
                  <a:cxn ang="T144">
                    <a:pos x="T68" y="T69"/>
                  </a:cxn>
                  <a:cxn ang="T145">
                    <a:pos x="T70" y="T71"/>
                  </a:cxn>
                  <a:cxn ang="T146">
                    <a:pos x="T72" y="T73"/>
                  </a:cxn>
                  <a:cxn ang="T147">
                    <a:pos x="T74" y="T75"/>
                  </a:cxn>
                  <a:cxn ang="T148">
                    <a:pos x="T76" y="T77"/>
                  </a:cxn>
                  <a:cxn ang="T149">
                    <a:pos x="T78" y="T79"/>
                  </a:cxn>
                  <a:cxn ang="T150">
                    <a:pos x="T80" y="T81"/>
                  </a:cxn>
                  <a:cxn ang="T151">
                    <a:pos x="T82" y="T83"/>
                  </a:cxn>
                  <a:cxn ang="T152">
                    <a:pos x="T84" y="T85"/>
                  </a:cxn>
                  <a:cxn ang="T153">
                    <a:pos x="T86" y="T87"/>
                  </a:cxn>
                  <a:cxn ang="T154">
                    <a:pos x="T88" y="T89"/>
                  </a:cxn>
                  <a:cxn ang="T155">
                    <a:pos x="T90" y="T91"/>
                  </a:cxn>
                  <a:cxn ang="T156">
                    <a:pos x="T92" y="T93"/>
                  </a:cxn>
                  <a:cxn ang="T157">
                    <a:pos x="T94" y="T95"/>
                  </a:cxn>
                  <a:cxn ang="T158">
                    <a:pos x="T96" y="T97"/>
                  </a:cxn>
                  <a:cxn ang="T159">
                    <a:pos x="T98" y="T99"/>
                  </a:cxn>
                  <a:cxn ang="T160">
                    <a:pos x="T100" y="T101"/>
                  </a:cxn>
                  <a:cxn ang="T161">
                    <a:pos x="T102" y="T103"/>
                  </a:cxn>
                  <a:cxn ang="T162">
                    <a:pos x="T104" y="T105"/>
                  </a:cxn>
                  <a:cxn ang="T163">
                    <a:pos x="T106" y="T107"/>
                  </a:cxn>
                  <a:cxn ang="T164">
                    <a:pos x="T108" y="T109"/>
                  </a:cxn>
                </a:cxnLst>
                <a:rect l="0" t="0" r="r" b="b"/>
                <a:pathLst>
                  <a:path w="1705" h="2997">
                    <a:moveTo>
                      <a:pt x="1672" y="1346"/>
                    </a:moveTo>
                    <a:cubicBezTo>
                      <a:pt x="1667" y="1330"/>
                      <a:pt x="1668" y="1320"/>
                      <a:pt x="1667" y="1304"/>
                    </a:cubicBezTo>
                    <a:cubicBezTo>
                      <a:pt x="1665" y="1288"/>
                      <a:pt x="1648" y="1286"/>
                      <a:pt x="1648" y="1286"/>
                    </a:cubicBezTo>
                    <a:cubicBezTo>
                      <a:pt x="1669" y="1265"/>
                      <a:pt x="1657" y="1236"/>
                      <a:pt x="1650" y="1217"/>
                    </a:cubicBezTo>
                    <a:cubicBezTo>
                      <a:pt x="1643" y="1198"/>
                      <a:pt x="1641" y="1148"/>
                      <a:pt x="1638" y="1111"/>
                    </a:cubicBezTo>
                    <a:cubicBezTo>
                      <a:pt x="1635" y="1073"/>
                      <a:pt x="1624" y="1037"/>
                      <a:pt x="1611" y="1018"/>
                    </a:cubicBezTo>
                    <a:cubicBezTo>
                      <a:pt x="1598" y="999"/>
                      <a:pt x="1599" y="996"/>
                      <a:pt x="1598" y="993"/>
                    </a:cubicBezTo>
                    <a:cubicBezTo>
                      <a:pt x="1598" y="989"/>
                      <a:pt x="1598" y="984"/>
                      <a:pt x="1596" y="983"/>
                    </a:cubicBezTo>
                    <a:cubicBezTo>
                      <a:pt x="1594" y="983"/>
                      <a:pt x="1595" y="972"/>
                      <a:pt x="1589" y="962"/>
                    </a:cubicBezTo>
                    <a:cubicBezTo>
                      <a:pt x="1584" y="951"/>
                      <a:pt x="1565" y="942"/>
                      <a:pt x="1565" y="942"/>
                    </a:cubicBezTo>
                    <a:cubicBezTo>
                      <a:pt x="1555" y="838"/>
                      <a:pt x="1516" y="760"/>
                      <a:pt x="1461" y="700"/>
                    </a:cubicBezTo>
                    <a:cubicBezTo>
                      <a:pt x="1406" y="641"/>
                      <a:pt x="1385" y="605"/>
                      <a:pt x="1379" y="588"/>
                    </a:cubicBezTo>
                    <a:cubicBezTo>
                      <a:pt x="1319" y="410"/>
                      <a:pt x="1001" y="401"/>
                      <a:pt x="1001" y="401"/>
                    </a:cubicBezTo>
                    <a:cubicBezTo>
                      <a:pt x="996" y="387"/>
                      <a:pt x="985" y="385"/>
                      <a:pt x="985" y="385"/>
                    </a:cubicBezTo>
                    <a:cubicBezTo>
                      <a:pt x="1004" y="347"/>
                      <a:pt x="1002" y="276"/>
                      <a:pt x="1002" y="276"/>
                    </a:cubicBezTo>
                    <a:cubicBezTo>
                      <a:pt x="1015" y="276"/>
                      <a:pt x="1014" y="256"/>
                      <a:pt x="1016" y="249"/>
                    </a:cubicBezTo>
                    <a:cubicBezTo>
                      <a:pt x="1017" y="242"/>
                      <a:pt x="1020" y="229"/>
                      <a:pt x="1023" y="223"/>
                    </a:cubicBezTo>
                    <a:cubicBezTo>
                      <a:pt x="1026" y="217"/>
                      <a:pt x="1029" y="209"/>
                      <a:pt x="1025" y="200"/>
                    </a:cubicBezTo>
                    <a:cubicBezTo>
                      <a:pt x="1022" y="191"/>
                      <a:pt x="1010" y="195"/>
                      <a:pt x="1010" y="195"/>
                    </a:cubicBezTo>
                    <a:cubicBezTo>
                      <a:pt x="1010" y="195"/>
                      <a:pt x="1015" y="186"/>
                      <a:pt x="1013" y="147"/>
                    </a:cubicBezTo>
                    <a:cubicBezTo>
                      <a:pt x="1006" y="0"/>
                      <a:pt x="868" y="5"/>
                      <a:pt x="868" y="5"/>
                    </a:cubicBezTo>
                    <a:cubicBezTo>
                      <a:pt x="838" y="5"/>
                      <a:pt x="838" y="5"/>
                      <a:pt x="838" y="5"/>
                    </a:cubicBezTo>
                    <a:cubicBezTo>
                      <a:pt x="838" y="5"/>
                      <a:pt x="699" y="0"/>
                      <a:pt x="693" y="147"/>
                    </a:cubicBezTo>
                    <a:cubicBezTo>
                      <a:pt x="691" y="186"/>
                      <a:pt x="695" y="195"/>
                      <a:pt x="695" y="195"/>
                    </a:cubicBezTo>
                    <a:cubicBezTo>
                      <a:pt x="695" y="195"/>
                      <a:pt x="684" y="191"/>
                      <a:pt x="680" y="200"/>
                    </a:cubicBezTo>
                    <a:cubicBezTo>
                      <a:pt x="677" y="209"/>
                      <a:pt x="679" y="217"/>
                      <a:pt x="682" y="223"/>
                    </a:cubicBezTo>
                    <a:cubicBezTo>
                      <a:pt x="685" y="229"/>
                      <a:pt x="688" y="242"/>
                      <a:pt x="690" y="249"/>
                    </a:cubicBezTo>
                    <a:cubicBezTo>
                      <a:pt x="691" y="256"/>
                      <a:pt x="691" y="276"/>
                      <a:pt x="703" y="276"/>
                    </a:cubicBezTo>
                    <a:cubicBezTo>
                      <a:pt x="703" y="276"/>
                      <a:pt x="701" y="347"/>
                      <a:pt x="721" y="385"/>
                    </a:cubicBezTo>
                    <a:cubicBezTo>
                      <a:pt x="721" y="385"/>
                      <a:pt x="709" y="387"/>
                      <a:pt x="704" y="401"/>
                    </a:cubicBezTo>
                    <a:cubicBezTo>
                      <a:pt x="704" y="401"/>
                      <a:pt x="386" y="410"/>
                      <a:pt x="326" y="588"/>
                    </a:cubicBezTo>
                    <a:cubicBezTo>
                      <a:pt x="321" y="605"/>
                      <a:pt x="299" y="641"/>
                      <a:pt x="244" y="700"/>
                    </a:cubicBezTo>
                    <a:cubicBezTo>
                      <a:pt x="189" y="760"/>
                      <a:pt x="151" y="838"/>
                      <a:pt x="140" y="942"/>
                    </a:cubicBezTo>
                    <a:cubicBezTo>
                      <a:pt x="140" y="942"/>
                      <a:pt x="122" y="951"/>
                      <a:pt x="116" y="962"/>
                    </a:cubicBezTo>
                    <a:cubicBezTo>
                      <a:pt x="110" y="972"/>
                      <a:pt x="111" y="983"/>
                      <a:pt x="109" y="983"/>
                    </a:cubicBezTo>
                    <a:cubicBezTo>
                      <a:pt x="107" y="984"/>
                      <a:pt x="108" y="989"/>
                      <a:pt x="107" y="993"/>
                    </a:cubicBezTo>
                    <a:cubicBezTo>
                      <a:pt x="106" y="996"/>
                      <a:pt x="107" y="999"/>
                      <a:pt x="94" y="1018"/>
                    </a:cubicBezTo>
                    <a:cubicBezTo>
                      <a:pt x="82" y="1037"/>
                      <a:pt x="70" y="1073"/>
                      <a:pt x="67" y="1111"/>
                    </a:cubicBezTo>
                    <a:cubicBezTo>
                      <a:pt x="65" y="1148"/>
                      <a:pt x="62" y="1198"/>
                      <a:pt x="55" y="1217"/>
                    </a:cubicBezTo>
                    <a:cubicBezTo>
                      <a:pt x="49" y="1236"/>
                      <a:pt x="37" y="1265"/>
                      <a:pt x="58" y="1286"/>
                    </a:cubicBezTo>
                    <a:cubicBezTo>
                      <a:pt x="58" y="1286"/>
                      <a:pt x="40" y="1288"/>
                      <a:pt x="39" y="1304"/>
                    </a:cubicBezTo>
                    <a:cubicBezTo>
                      <a:pt x="37" y="1320"/>
                      <a:pt x="39" y="1330"/>
                      <a:pt x="33" y="1346"/>
                    </a:cubicBezTo>
                    <a:cubicBezTo>
                      <a:pt x="28" y="1362"/>
                      <a:pt x="0" y="1451"/>
                      <a:pt x="16" y="1469"/>
                    </a:cubicBezTo>
                    <a:cubicBezTo>
                      <a:pt x="32" y="1486"/>
                      <a:pt x="29" y="1487"/>
                      <a:pt x="30" y="1495"/>
                    </a:cubicBezTo>
                    <a:cubicBezTo>
                      <a:pt x="30" y="1503"/>
                      <a:pt x="41" y="1547"/>
                      <a:pt x="47" y="1552"/>
                    </a:cubicBezTo>
                    <a:cubicBezTo>
                      <a:pt x="53" y="1558"/>
                      <a:pt x="64" y="1574"/>
                      <a:pt x="74" y="1579"/>
                    </a:cubicBezTo>
                    <a:cubicBezTo>
                      <a:pt x="83" y="1583"/>
                      <a:pt x="103" y="1603"/>
                      <a:pt x="111" y="1597"/>
                    </a:cubicBezTo>
                    <a:cubicBezTo>
                      <a:pt x="111" y="1597"/>
                      <a:pt x="115" y="1594"/>
                      <a:pt x="115" y="1589"/>
                    </a:cubicBezTo>
                    <a:cubicBezTo>
                      <a:pt x="115" y="1589"/>
                      <a:pt x="125" y="1591"/>
                      <a:pt x="129" y="1584"/>
                    </a:cubicBezTo>
                    <a:cubicBezTo>
                      <a:pt x="133" y="1578"/>
                      <a:pt x="132" y="1568"/>
                      <a:pt x="132" y="1568"/>
                    </a:cubicBezTo>
                    <a:cubicBezTo>
                      <a:pt x="132" y="1568"/>
                      <a:pt x="136" y="1560"/>
                      <a:pt x="134" y="1551"/>
                    </a:cubicBezTo>
                    <a:cubicBezTo>
                      <a:pt x="134" y="1551"/>
                      <a:pt x="158" y="1556"/>
                      <a:pt x="159" y="1531"/>
                    </a:cubicBezTo>
                    <a:cubicBezTo>
                      <a:pt x="160" y="1506"/>
                      <a:pt x="160" y="1484"/>
                      <a:pt x="166" y="1466"/>
                    </a:cubicBezTo>
                    <a:cubicBezTo>
                      <a:pt x="172" y="1448"/>
                      <a:pt x="175" y="1422"/>
                      <a:pt x="176" y="1405"/>
                    </a:cubicBezTo>
                    <a:cubicBezTo>
                      <a:pt x="178" y="1387"/>
                      <a:pt x="175" y="1364"/>
                      <a:pt x="172" y="1355"/>
                    </a:cubicBezTo>
                    <a:cubicBezTo>
                      <a:pt x="169" y="1345"/>
                      <a:pt x="167" y="1343"/>
                      <a:pt x="174" y="1333"/>
                    </a:cubicBezTo>
                    <a:cubicBezTo>
                      <a:pt x="180" y="1322"/>
                      <a:pt x="191" y="1308"/>
                      <a:pt x="190" y="1300"/>
                    </a:cubicBezTo>
                    <a:cubicBezTo>
                      <a:pt x="190" y="1293"/>
                      <a:pt x="193" y="1291"/>
                      <a:pt x="198" y="1286"/>
                    </a:cubicBezTo>
                    <a:cubicBezTo>
                      <a:pt x="203" y="1282"/>
                      <a:pt x="299" y="1224"/>
                      <a:pt x="332" y="1129"/>
                    </a:cubicBezTo>
                    <a:cubicBezTo>
                      <a:pt x="332" y="1129"/>
                      <a:pt x="321" y="1190"/>
                      <a:pt x="296" y="1221"/>
                    </a:cubicBezTo>
                    <a:cubicBezTo>
                      <a:pt x="272" y="1252"/>
                      <a:pt x="240" y="1289"/>
                      <a:pt x="227" y="1390"/>
                    </a:cubicBezTo>
                    <a:cubicBezTo>
                      <a:pt x="214" y="1491"/>
                      <a:pt x="198" y="1666"/>
                      <a:pt x="197" y="1718"/>
                    </a:cubicBezTo>
                    <a:cubicBezTo>
                      <a:pt x="196" y="1770"/>
                      <a:pt x="192" y="1892"/>
                      <a:pt x="255" y="1968"/>
                    </a:cubicBezTo>
                    <a:cubicBezTo>
                      <a:pt x="274" y="1991"/>
                      <a:pt x="278" y="2005"/>
                      <a:pt x="278" y="2005"/>
                    </a:cubicBezTo>
                    <a:cubicBezTo>
                      <a:pt x="278" y="2005"/>
                      <a:pt x="281" y="2021"/>
                      <a:pt x="279" y="2039"/>
                    </a:cubicBezTo>
                    <a:cubicBezTo>
                      <a:pt x="277" y="2057"/>
                      <a:pt x="271" y="2081"/>
                      <a:pt x="285" y="2107"/>
                    </a:cubicBezTo>
                    <a:cubicBezTo>
                      <a:pt x="299" y="2133"/>
                      <a:pt x="327" y="2164"/>
                      <a:pt x="318" y="2202"/>
                    </a:cubicBezTo>
                    <a:cubicBezTo>
                      <a:pt x="309" y="2240"/>
                      <a:pt x="247" y="2431"/>
                      <a:pt x="318" y="2660"/>
                    </a:cubicBezTo>
                    <a:cubicBezTo>
                      <a:pt x="329" y="2698"/>
                      <a:pt x="322" y="2690"/>
                      <a:pt x="319" y="2699"/>
                    </a:cubicBezTo>
                    <a:cubicBezTo>
                      <a:pt x="316" y="2708"/>
                      <a:pt x="315" y="2721"/>
                      <a:pt x="321" y="2729"/>
                    </a:cubicBezTo>
                    <a:cubicBezTo>
                      <a:pt x="327" y="2737"/>
                      <a:pt x="323" y="2755"/>
                      <a:pt x="328" y="2763"/>
                    </a:cubicBezTo>
                    <a:cubicBezTo>
                      <a:pt x="333" y="2771"/>
                      <a:pt x="330" y="2777"/>
                      <a:pt x="323" y="2781"/>
                    </a:cubicBezTo>
                    <a:cubicBezTo>
                      <a:pt x="316" y="2785"/>
                      <a:pt x="303" y="2801"/>
                      <a:pt x="292" y="2819"/>
                    </a:cubicBezTo>
                    <a:cubicBezTo>
                      <a:pt x="281" y="2837"/>
                      <a:pt x="251" y="2856"/>
                      <a:pt x="239" y="2867"/>
                    </a:cubicBezTo>
                    <a:cubicBezTo>
                      <a:pt x="227" y="2878"/>
                      <a:pt x="207" y="2886"/>
                      <a:pt x="207" y="2886"/>
                    </a:cubicBezTo>
                    <a:cubicBezTo>
                      <a:pt x="207" y="2886"/>
                      <a:pt x="197" y="2890"/>
                      <a:pt x="194" y="2895"/>
                    </a:cubicBezTo>
                    <a:cubicBezTo>
                      <a:pt x="191" y="2900"/>
                      <a:pt x="174" y="2900"/>
                      <a:pt x="177" y="2919"/>
                    </a:cubicBezTo>
                    <a:cubicBezTo>
                      <a:pt x="177" y="2919"/>
                      <a:pt x="162" y="2929"/>
                      <a:pt x="172" y="2948"/>
                    </a:cubicBezTo>
                    <a:cubicBezTo>
                      <a:pt x="172" y="2948"/>
                      <a:pt x="168" y="2965"/>
                      <a:pt x="184" y="2969"/>
                    </a:cubicBezTo>
                    <a:cubicBezTo>
                      <a:pt x="184" y="2969"/>
                      <a:pt x="193" y="2986"/>
                      <a:pt x="213" y="2978"/>
                    </a:cubicBezTo>
                    <a:cubicBezTo>
                      <a:pt x="213" y="2978"/>
                      <a:pt x="228" y="2997"/>
                      <a:pt x="251" y="2993"/>
                    </a:cubicBezTo>
                    <a:cubicBezTo>
                      <a:pt x="274" y="2989"/>
                      <a:pt x="284" y="2969"/>
                      <a:pt x="293" y="2970"/>
                    </a:cubicBezTo>
                    <a:cubicBezTo>
                      <a:pt x="303" y="2970"/>
                      <a:pt x="315" y="2969"/>
                      <a:pt x="326" y="2951"/>
                    </a:cubicBezTo>
                    <a:cubicBezTo>
                      <a:pt x="337" y="2932"/>
                      <a:pt x="338" y="2937"/>
                      <a:pt x="342" y="2934"/>
                    </a:cubicBezTo>
                    <a:cubicBezTo>
                      <a:pt x="347" y="2931"/>
                      <a:pt x="372" y="2905"/>
                      <a:pt x="372" y="2905"/>
                    </a:cubicBezTo>
                    <a:cubicBezTo>
                      <a:pt x="372" y="2905"/>
                      <a:pt x="477" y="2918"/>
                      <a:pt x="495" y="2872"/>
                    </a:cubicBezTo>
                    <a:cubicBezTo>
                      <a:pt x="513" y="2825"/>
                      <a:pt x="486" y="2812"/>
                      <a:pt x="517" y="2798"/>
                    </a:cubicBezTo>
                    <a:cubicBezTo>
                      <a:pt x="549" y="2785"/>
                      <a:pt x="550" y="2748"/>
                      <a:pt x="551" y="2729"/>
                    </a:cubicBezTo>
                    <a:cubicBezTo>
                      <a:pt x="551" y="2710"/>
                      <a:pt x="545" y="2694"/>
                      <a:pt x="575" y="2666"/>
                    </a:cubicBezTo>
                    <a:cubicBezTo>
                      <a:pt x="605" y="2638"/>
                      <a:pt x="739" y="2530"/>
                      <a:pt x="715" y="2300"/>
                    </a:cubicBezTo>
                    <a:cubicBezTo>
                      <a:pt x="708" y="2230"/>
                      <a:pt x="709" y="2196"/>
                      <a:pt x="706" y="2184"/>
                    </a:cubicBezTo>
                    <a:cubicBezTo>
                      <a:pt x="702" y="2171"/>
                      <a:pt x="714" y="2167"/>
                      <a:pt x="713" y="2154"/>
                    </a:cubicBezTo>
                    <a:cubicBezTo>
                      <a:pt x="712" y="2142"/>
                      <a:pt x="702" y="2138"/>
                      <a:pt x="704" y="2131"/>
                    </a:cubicBezTo>
                    <a:cubicBezTo>
                      <a:pt x="707" y="2124"/>
                      <a:pt x="730" y="2142"/>
                      <a:pt x="752" y="2094"/>
                    </a:cubicBezTo>
                    <a:cubicBezTo>
                      <a:pt x="774" y="2046"/>
                      <a:pt x="763" y="2047"/>
                      <a:pt x="799" y="2001"/>
                    </a:cubicBezTo>
                    <a:cubicBezTo>
                      <a:pt x="835" y="1955"/>
                      <a:pt x="827" y="1936"/>
                      <a:pt x="822" y="1907"/>
                    </a:cubicBezTo>
                    <a:cubicBezTo>
                      <a:pt x="817" y="1877"/>
                      <a:pt x="814" y="1858"/>
                      <a:pt x="827" y="1837"/>
                    </a:cubicBezTo>
                    <a:cubicBezTo>
                      <a:pt x="840" y="1816"/>
                      <a:pt x="858" y="1782"/>
                      <a:pt x="844" y="1694"/>
                    </a:cubicBezTo>
                    <a:cubicBezTo>
                      <a:pt x="844" y="1694"/>
                      <a:pt x="845" y="1699"/>
                      <a:pt x="850" y="1698"/>
                    </a:cubicBezTo>
                    <a:cubicBezTo>
                      <a:pt x="856" y="1698"/>
                      <a:pt x="856" y="1698"/>
                      <a:pt x="856" y="1698"/>
                    </a:cubicBezTo>
                    <a:cubicBezTo>
                      <a:pt x="860" y="1699"/>
                      <a:pt x="862" y="1694"/>
                      <a:pt x="862" y="1694"/>
                    </a:cubicBezTo>
                    <a:cubicBezTo>
                      <a:pt x="847" y="1782"/>
                      <a:pt x="866" y="1816"/>
                      <a:pt x="879" y="1837"/>
                    </a:cubicBezTo>
                    <a:cubicBezTo>
                      <a:pt x="892" y="1858"/>
                      <a:pt x="888" y="1877"/>
                      <a:pt x="883" y="1907"/>
                    </a:cubicBezTo>
                    <a:cubicBezTo>
                      <a:pt x="879" y="1936"/>
                      <a:pt x="870" y="1955"/>
                      <a:pt x="906" y="2001"/>
                    </a:cubicBezTo>
                    <a:cubicBezTo>
                      <a:pt x="943" y="2047"/>
                      <a:pt x="931" y="2046"/>
                      <a:pt x="953" y="2094"/>
                    </a:cubicBezTo>
                    <a:cubicBezTo>
                      <a:pt x="975" y="2142"/>
                      <a:pt x="999" y="2124"/>
                      <a:pt x="1001" y="2131"/>
                    </a:cubicBezTo>
                    <a:cubicBezTo>
                      <a:pt x="1003" y="2138"/>
                      <a:pt x="994" y="2142"/>
                      <a:pt x="993" y="2154"/>
                    </a:cubicBezTo>
                    <a:cubicBezTo>
                      <a:pt x="992" y="2167"/>
                      <a:pt x="1003" y="2171"/>
                      <a:pt x="1000" y="2184"/>
                    </a:cubicBezTo>
                    <a:cubicBezTo>
                      <a:pt x="996" y="2196"/>
                      <a:pt x="997" y="2230"/>
                      <a:pt x="990" y="2300"/>
                    </a:cubicBezTo>
                    <a:cubicBezTo>
                      <a:pt x="967" y="2530"/>
                      <a:pt x="1100" y="2638"/>
                      <a:pt x="1130" y="2666"/>
                    </a:cubicBezTo>
                    <a:cubicBezTo>
                      <a:pt x="1160" y="2694"/>
                      <a:pt x="1154" y="2710"/>
                      <a:pt x="1155" y="2729"/>
                    </a:cubicBezTo>
                    <a:cubicBezTo>
                      <a:pt x="1155" y="2748"/>
                      <a:pt x="1157" y="2785"/>
                      <a:pt x="1188" y="2798"/>
                    </a:cubicBezTo>
                    <a:cubicBezTo>
                      <a:pt x="1219" y="2812"/>
                      <a:pt x="1193" y="2825"/>
                      <a:pt x="1211" y="2872"/>
                    </a:cubicBezTo>
                    <a:cubicBezTo>
                      <a:pt x="1229" y="2918"/>
                      <a:pt x="1333" y="2905"/>
                      <a:pt x="1333" y="2905"/>
                    </a:cubicBezTo>
                    <a:cubicBezTo>
                      <a:pt x="1333" y="2905"/>
                      <a:pt x="1359" y="2931"/>
                      <a:pt x="1363" y="2934"/>
                    </a:cubicBezTo>
                    <a:cubicBezTo>
                      <a:pt x="1368" y="2937"/>
                      <a:pt x="1369" y="2932"/>
                      <a:pt x="1380" y="2951"/>
                    </a:cubicBezTo>
                    <a:cubicBezTo>
                      <a:pt x="1390" y="2969"/>
                      <a:pt x="1402" y="2970"/>
                      <a:pt x="1412" y="2970"/>
                    </a:cubicBezTo>
                    <a:cubicBezTo>
                      <a:pt x="1422" y="2969"/>
                      <a:pt x="1431" y="2989"/>
                      <a:pt x="1455" y="2993"/>
                    </a:cubicBezTo>
                    <a:cubicBezTo>
                      <a:pt x="1478" y="2997"/>
                      <a:pt x="1493" y="2978"/>
                      <a:pt x="1493" y="2978"/>
                    </a:cubicBezTo>
                    <a:cubicBezTo>
                      <a:pt x="1512" y="2986"/>
                      <a:pt x="1521" y="2969"/>
                      <a:pt x="1521" y="2969"/>
                    </a:cubicBezTo>
                    <a:cubicBezTo>
                      <a:pt x="1537" y="2965"/>
                      <a:pt x="1534" y="2948"/>
                      <a:pt x="1534" y="2948"/>
                    </a:cubicBezTo>
                    <a:cubicBezTo>
                      <a:pt x="1543" y="2929"/>
                      <a:pt x="1529" y="2919"/>
                      <a:pt x="1529" y="2919"/>
                    </a:cubicBezTo>
                    <a:cubicBezTo>
                      <a:pt x="1532" y="2900"/>
                      <a:pt x="1515" y="2900"/>
                      <a:pt x="1512" y="2895"/>
                    </a:cubicBezTo>
                    <a:cubicBezTo>
                      <a:pt x="1509" y="2890"/>
                      <a:pt x="1499" y="2886"/>
                      <a:pt x="1499" y="2886"/>
                    </a:cubicBezTo>
                    <a:cubicBezTo>
                      <a:pt x="1499" y="2886"/>
                      <a:pt x="1479" y="2878"/>
                      <a:pt x="1467" y="2867"/>
                    </a:cubicBezTo>
                    <a:cubicBezTo>
                      <a:pt x="1455" y="2856"/>
                      <a:pt x="1425" y="2837"/>
                      <a:pt x="1414" y="2819"/>
                    </a:cubicBezTo>
                    <a:cubicBezTo>
                      <a:pt x="1403" y="2801"/>
                      <a:pt x="1390" y="2785"/>
                      <a:pt x="1383" y="2781"/>
                    </a:cubicBezTo>
                    <a:cubicBezTo>
                      <a:pt x="1376" y="2777"/>
                      <a:pt x="1373" y="2771"/>
                      <a:pt x="1378" y="2763"/>
                    </a:cubicBezTo>
                    <a:cubicBezTo>
                      <a:pt x="1383" y="2755"/>
                      <a:pt x="1379" y="2737"/>
                      <a:pt x="1385" y="2729"/>
                    </a:cubicBezTo>
                    <a:cubicBezTo>
                      <a:pt x="1391" y="2721"/>
                      <a:pt x="1390" y="2708"/>
                      <a:pt x="1387" y="2699"/>
                    </a:cubicBezTo>
                    <a:cubicBezTo>
                      <a:pt x="1384" y="2690"/>
                      <a:pt x="1376" y="2698"/>
                      <a:pt x="1388" y="2660"/>
                    </a:cubicBezTo>
                    <a:cubicBezTo>
                      <a:pt x="1459" y="2431"/>
                      <a:pt x="1397" y="2240"/>
                      <a:pt x="1388" y="2202"/>
                    </a:cubicBezTo>
                    <a:cubicBezTo>
                      <a:pt x="1379" y="2164"/>
                      <a:pt x="1407" y="2133"/>
                      <a:pt x="1421" y="2107"/>
                    </a:cubicBezTo>
                    <a:cubicBezTo>
                      <a:pt x="1435" y="2081"/>
                      <a:pt x="1429" y="2057"/>
                      <a:pt x="1427" y="2039"/>
                    </a:cubicBezTo>
                    <a:cubicBezTo>
                      <a:pt x="1425" y="2021"/>
                      <a:pt x="1428" y="2005"/>
                      <a:pt x="1428" y="2005"/>
                    </a:cubicBezTo>
                    <a:cubicBezTo>
                      <a:pt x="1428" y="2005"/>
                      <a:pt x="1432" y="1991"/>
                      <a:pt x="1451" y="1968"/>
                    </a:cubicBezTo>
                    <a:cubicBezTo>
                      <a:pt x="1513" y="1892"/>
                      <a:pt x="1510" y="1770"/>
                      <a:pt x="1509" y="1718"/>
                    </a:cubicBezTo>
                    <a:cubicBezTo>
                      <a:pt x="1508" y="1666"/>
                      <a:pt x="1492" y="1491"/>
                      <a:pt x="1479" y="1390"/>
                    </a:cubicBezTo>
                    <a:cubicBezTo>
                      <a:pt x="1466" y="1289"/>
                      <a:pt x="1433" y="1252"/>
                      <a:pt x="1409" y="1221"/>
                    </a:cubicBezTo>
                    <a:cubicBezTo>
                      <a:pt x="1385" y="1190"/>
                      <a:pt x="1374" y="1129"/>
                      <a:pt x="1374" y="1129"/>
                    </a:cubicBezTo>
                    <a:cubicBezTo>
                      <a:pt x="1406" y="1224"/>
                      <a:pt x="1502" y="1282"/>
                      <a:pt x="1507" y="1286"/>
                    </a:cubicBezTo>
                    <a:cubicBezTo>
                      <a:pt x="1512" y="1291"/>
                      <a:pt x="1516" y="1293"/>
                      <a:pt x="1515" y="1300"/>
                    </a:cubicBezTo>
                    <a:cubicBezTo>
                      <a:pt x="1514" y="1308"/>
                      <a:pt x="1525" y="1322"/>
                      <a:pt x="1532" y="1333"/>
                    </a:cubicBezTo>
                    <a:cubicBezTo>
                      <a:pt x="1538" y="1343"/>
                      <a:pt x="1536" y="1345"/>
                      <a:pt x="1533" y="1355"/>
                    </a:cubicBezTo>
                    <a:cubicBezTo>
                      <a:pt x="1530" y="1364"/>
                      <a:pt x="1528" y="1387"/>
                      <a:pt x="1529" y="1405"/>
                    </a:cubicBezTo>
                    <a:cubicBezTo>
                      <a:pt x="1530" y="1422"/>
                      <a:pt x="1533" y="1448"/>
                      <a:pt x="1539" y="1466"/>
                    </a:cubicBezTo>
                    <a:cubicBezTo>
                      <a:pt x="1546" y="1484"/>
                      <a:pt x="1545" y="1506"/>
                      <a:pt x="1546" y="1531"/>
                    </a:cubicBezTo>
                    <a:cubicBezTo>
                      <a:pt x="1547" y="1556"/>
                      <a:pt x="1572" y="1551"/>
                      <a:pt x="1572" y="1551"/>
                    </a:cubicBezTo>
                    <a:cubicBezTo>
                      <a:pt x="1570" y="1560"/>
                      <a:pt x="1574" y="1568"/>
                      <a:pt x="1574" y="1568"/>
                    </a:cubicBezTo>
                    <a:cubicBezTo>
                      <a:pt x="1574" y="1568"/>
                      <a:pt x="1573" y="1578"/>
                      <a:pt x="1577" y="1584"/>
                    </a:cubicBezTo>
                    <a:cubicBezTo>
                      <a:pt x="1581" y="1591"/>
                      <a:pt x="1590" y="1589"/>
                      <a:pt x="1590" y="1589"/>
                    </a:cubicBezTo>
                    <a:cubicBezTo>
                      <a:pt x="1591" y="1594"/>
                      <a:pt x="1594" y="1597"/>
                      <a:pt x="1594" y="1597"/>
                    </a:cubicBezTo>
                    <a:cubicBezTo>
                      <a:pt x="1603" y="1603"/>
                      <a:pt x="1622" y="1583"/>
                      <a:pt x="1632" y="1579"/>
                    </a:cubicBezTo>
                    <a:cubicBezTo>
                      <a:pt x="1642" y="1574"/>
                      <a:pt x="1652" y="1558"/>
                      <a:pt x="1658" y="1552"/>
                    </a:cubicBezTo>
                    <a:cubicBezTo>
                      <a:pt x="1665" y="1547"/>
                      <a:pt x="1675" y="1503"/>
                      <a:pt x="1676" y="1495"/>
                    </a:cubicBezTo>
                    <a:cubicBezTo>
                      <a:pt x="1676" y="1487"/>
                      <a:pt x="1673" y="1486"/>
                      <a:pt x="1689" y="1469"/>
                    </a:cubicBezTo>
                    <a:cubicBezTo>
                      <a:pt x="1705" y="1451"/>
                      <a:pt x="1678" y="1362"/>
                      <a:pt x="1672" y="1346"/>
                    </a:cubicBezTo>
                    <a:close/>
                    <a:moveTo>
                      <a:pt x="372" y="1049"/>
                    </a:moveTo>
                    <a:cubicBezTo>
                      <a:pt x="375" y="1028"/>
                      <a:pt x="392" y="998"/>
                      <a:pt x="392" y="998"/>
                    </a:cubicBezTo>
                    <a:cubicBezTo>
                      <a:pt x="391" y="1011"/>
                      <a:pt x="399" y="1026"/>
                      <a:pt x="399" y="1026"/>
                    </a:cubicBezTo>
                    <a:lnTo>
                      <a:pt x="372" y="1049"/>
                    </a:lnTo>
                    <a:close/>
                    <a:moveTo>
                      <a:pt x="1307" y="1026"/>
                    </a:moveTo>
                    <a:cubicBezTo>
                      <a:pt x="1307" y="1026"/>
                      <a:pt x="1315" y="1011"/>
                      <a:pt x="1314" y="998"/>
                    </a:cubicBezTo>
                    <a:cubicBezTo>
                      <a:pt x="1314" y="998"/>
                      <a:pt x="1330" y="1028"/>
                      <a:pt x="1333" y="1049"/>
                    </a:cubicBezTo>
                    <a:lnTo>
                      <a:pt x="1307" y="1026"/>
                    </a:lnTo>
                    <a:close/>
                  </a:path>
                </a:pathLst>
              </a:custGeom>
              <a:solidFill>
                <a:srgbClr val="FEF3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829" name="Freeform 8">
                <a:extLst>
                  <a:ext uri="{FF2B5EF4-FFF2-40B4-BE49-F238E27FC236}">
                    <a16:creationId xmlns:a16="http://schemas.microsoft.com/office/drawing/2014/main" id="{5524060A-C05C-4E08-B7E5-DE7958D33E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4" y="988"/>
                <a:ext cx="53" cy="44"/>
              </a:xfrm>
              <a:custGeom>
                <a:avLst/>
                <a:gdLst>
                  <a:gd name="T0" fmla="*/ 0 w 49"/>
                  <a:gd name="T1" fmla="*/ 29 h 41"/>
                  <a:gd name="T2" fmla="*/ 51 w 49"/>
                  <a:gd name="T3" fmla="*/ 21 h 41"/>
                  <a:gd name="T4" fmla="*/ 55 w 49"/>
                  <a:gd name="T5" fmla="*/ 31 h 41"/>
                  <a:gd name="T6" fmla="*/ 0 w 49"/>
                  <a:gd name="T7" fmla="*/ 29 h 4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9" h="41">
                    <a:moveTo>
                      <a:pt x="0" y="23"/>
                    </a:moveTo>
                    <a:cubicBezTo>
                      <a:pt x="0" y="23"/>
                      <a:pt x="22" y="0"/>
                      <a:pt x="40" y="18"/>
                    </a:cubicBezTo>
                    <a:cubicBezTo>
                      <a:pt x="40" y="18"/>
                      <a:pt x="49" y="21"/>
                      <a:pt x="43" y="25"/>
                    </a:cubicBezTo>
                    <a:cubicBezTo>
                      <a:pt x="37" y="29"/>
                      <a:pt x="13" y="41"/>
                      <a:pt x="0" y="2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830" name="Freeform 9">
                <a:extLst>
                  <a:ext uri="{FF2B5EF4-FFF2-40B4-BE49-F238E27FC236}">
                    <a16:creationId xmlns:a16="http://schemas.microsoft.com/office/drawing/2014/main" id="{04227AA4-03F4-4188-9B8D-F840E2F451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2" y="988"/>
                <a:ext cx="53" cy="44"/>
              </a:xfrm>
              <a:custGeom>
                <a:avLst/>
                <a:gdLst>
                  <a:gd name="T0" fmla="*/ 62 w 49"/>
                  <a:gd name="T1" fmla="*/ 29 h 41"/>
                  <a:gd name="T2" fmla="*/ 12 w 49"/>
                  <a:gd name="T3" fmla="*/ 21 h 41"/>
                  <a:gd name="T4" fmla="*/ 10 w 49"/>
                  <a:gd name="T5" fmla="*/ 31 h 41"/>
                  <a:gd name="T6" fmla="*/ 62 w 49"/>
                  <a:gd name="T7" fmla="*/ 29 h 4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9" h="41">
                    <a:moveTo>
                      <a:pt x="49" y="23"/>
                    </a:moveTo>
                    <a:cubicBezTo>
                      <a:pt x="49" y="23"/>
                      <a:pt x="28" y="0"/>
                      <a:pt x="9" y="18"/>
                    </a:cubicBezTo>
                    <a:cubicBezTo>
                      <a:pt x="9" y="18"/>
                      <a:pt x="0" y="21"/>
                      <a:pt x="7" y="25"/>
                    </a:cubicBezTo>
                    <a:cubicBezTo>
                      <a:pt x="13" y="29"/>
                      <a:pt x="36" y="41"/>
                      <a:pt x="49" y="2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831" name="Freeform 10">
                <a:extLst>
                  <a:ext uri="{FF2B5EF4-FFF2-40B4-BE49-F238E27FC236}">
                    <a16:creationId xmlns:a16="http://schemas.microsoft.com/office/drawing/2014/main" id="{3147E2E6-C36D-405C-AC81-541F94E37A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3" y="843"/>
                <a:ext cx="1823" cy="3199"/>
              </a:xfrm>
              <a:custGeom>
                <a:avLst/>
                <a:gdLst>
                  <a:gd name="T0" fmla="*/ 1235 w 1705"/>
                  <a:gd name="T1" fmla="*/ 237 h 2997"/>
                  <a:gd name="T2" fmla="*/ 1241 w 1705"/>
                  <a:gd name="T3" fmla="*/ 303 h 2997"/>
                  <a:gd name="T4" fmla="*/ 1223 w 1705"/>
                  <a:gd name="T5" fmla="*/ 488 h 2997"/>
                  <a:gd name="T6" fmla="*/ 1913 w 1705"/>
                  <a:gd name="T7" fmla="*/ 1145 h 2997"/>
                  <a:gd name="T8" fmla="*/ 1953 w 1705"/>
                  <a:gd name="T9" fmla="*/ 1207 h 2997"/>
                  <a:gd name="T10" fmla="*/ 2017 w 1705"/>
                  <a:gd name="T11" fmla="*/ 1480 h 2997"/>
                  <a:gd name="T12" fmla="*/ 2044 w 1705"/>
                  <a:gd name="T13" fmla="*/ 1637 h 2997"/>
                  <a:gd name="T14" fmla="*/ 2027 w 1705"/>
                  <a:gd name="T15" fmla="*/ 1888 h 2997"/>
                  <a:gd name="T16" fmla="*/ 1944 w 1705"/>
                  <a:gd name="T17" fmla="*/ 1932 h 2997"/>
                  <a:gd name="T18" fmla="*/ 1921 w 1705"/>
                  <a:gd name="T19" fmla="*/ 1887 h 2997"/>
                  <a:gd name="T20" fmla="*/ 1869 w 1705"/>
                  <a:gd name="T21" fmla="*/ 1709 h 2997"/>
                  <a:gd name="T22" fmla="*/ 1852 w 1705"/>
                  <a:gd name="T23" fmla="*/ 1582 h 2997"/>
                  <a:gd name="T24" fmla="*/ 1722 w 1705"/>
                  <a:gd name="T25" fmla="*/ 1485 h 2997"/>
                  <a:gd name="T26" fmla="*/ 1773 w 1705"/>
                  <a:gd name="T27" fmla="*/ 2394 h 2997"/>
                  <a:gd name="T28" fmla="*/ 1736 w 1705"/>
                  <a:gd name="T29" fmla="*/ 2563 h 2997"/>
                  <a:gd name="T30" fmla="*/ 1696 w 1705"/>
                  <a:gd name="T31" fmla="*/ 3282 h 2997"/>
                  <a:gd name="T32" fmla="*/ 1690 w 1705"/>
                  <a:gd name="T33" fmla="*/ 3382 h 2997"/>
                  <a:gd name="T34" fmla="*/ 1833 w 1705"/>
                  <a:gd name="T35" fmla="*/ 3511 h 2997"/>
                  <a:gd name="T36" fmla="*/ 1875 w 1705"/>
                  <a:gd name="T37" fmla="*/ 3585 h 2997"/>
                  <a:gd name="T38" fmla="*/ 1779 w 1705"/>
                  <a:gd name="T39" fmla="*/ 3640 h 2997"/>
                  <a:gd name="T40" fmla="*/ 1666 w 1705"/>
                  <a:gd name="T41" fmla="*/ 3568 h 2997"/>
                  <a:gd name="T42" fmla="*/ 1452 w 1705"/>
                  <a:gd name="T43" fmla="*/ 3403 h 2997"/>
                  <a:gd name="T44" fmla="*/ 1210 w 1705"/>
                  <a:gd name="T45" fmla="*/ 2797 h 2997"/>
                  <a:gd name="T46" fmla="*/ 1223 w 1705"/>
                  <a:gd name="T47" fmla="*/ 2592 h 2997"/>
                  <a:gd name="T48" fmla="*/ 1079 w 1705"/>
                  <a:gd name="T49" fmla="*/ 2319 h 2997"/>
                  <a:gd name="T50" fmla="*/ 1046 w 1705"/>
                  <a:gd name="T51" fmla="*/ 2064 h 2997"/>
                  <a:gd name="T52" fmla="*/ 1010 w 1705"/>
                  <a:gd name="T53" fmla="*/ 2234 h 2997"/>
                  <a:gd name="T54" fmla="*/ 920 w 1705"/>
                  <a:gd name="T55" fmla="*/ 2547 h 2997"/>
                  <a:gd name="T56" fmla="*/ 863 w 1705"/>
                  <a:gd name="T57" fmla="*/ 2656 h 2997"/>
                  <a:gd name="T58" fmla="*/ 674 w 1705"/>
                  <a:gd name="T59" fmla="*/ 3319 h 2997"/>
                  <a:gd name="T60" fmla="*/ 455 w 1705"/>
                  <a:gd name="T61" fmla="*/ 3533 h 2997"/>
                  <a:gd name="T62" fmla="*/ 358 w 1705"/>
                  <a:gd name="T63" fmla="*/ 3612 h 2997"/>
                  <a:gd name="T64" fmla="*/ 226 w 1705"/>
                  <a:gd name="T65" fmla="*/ 3611 h 2997"/>
                  <a:gd name="T66" fmla="*/ 236 w 1705"/>
                  <a:gd name="T67" fmla="*/ 3520 h 2997"/>
                  <a:gd name="T68" fmla="*/ 357 w 1705"/>
                  <a:gd name="T69" fmla="*/ 3428 h 2997"/>
                  <a:gd name="T70" fmla="*/ 392 w 1705"/>
                  <a:gd name="T71" fmla="*/ 3319 h 2997"/>
                  <a:gd name="T72" fmla="*/ 389 w 1705"/>
                  <a:gd name="T73" fmla="*/ 2677 h 2997"/>
                  <a:gd name="T74" fmla="*/ 340 w 1705"/>
                  <a:gd name="T75" fmla="*/ 2438 h 2997"/>
                  <a:gd name="T76" fmla="*/ 278 w 1705"/>
                  <a:gd name="T77" fmla="*/ 1691 h 2997"/>
                  <a:gd name="T78" fmla="*/ 243 w 1705"/>
                  <a:gd name="T79" fmla="*/ 1565 h 2997"/>
                  <a:gd name="T80" fmla="*/ 211 w 1705"/>
                  <a:gd name="T81" fmla="*/ 1647 h 2997"/>
                  <a:gd name="T82" fmla="*/ 195 w 1705"/>
                  <a:gd name="T83" fmla="*/ 1862 h 2997"/>
                  <a:gd name="T84" fmla="*/ 158 w 1705"/>
                  <a:gd name="T85" fmla="*/ 1927 h 2997"/>
                  <a:gd name="T86" fmla="*/ 90 w 1705"/>
                  <a:gd name="T87" fmla="*/ 1920 h 2997"/>
                  <a:gd name="T88" fmla="*/ 19 w 1705"/>
                  <a:gd name="T89" fmla="*/ 1787 h 2997"/>
                  <a:gd name="T90" fmla="*/ 71 w 1705"/>
                  <a:gd name="T91" fmla="*/ 1565 h 2997"/>
                  <a:gd name="T92" fmla="*/ 115 w 1705"/>
                  <a:gd name="T93" fmla="*/ 1238 h 2997"/>
                  <a:gd name="T94" fmla="*/ 142 w 1705"/>
                  <a:gd name="T95" fmla="*/ 1170 h 2997"/>
                  <a:gd name="T96" fmla="*/ 399 w 1705"/>
                  <a:gd name="T97" fmla="*/ 715 h 2997"/>
                  <a:gd name="T98" fmla="*/ 860 w 1705"/>
                  <a:gd name="T99" fmla="*/ 336 h 2997"/>
                  <a:gd name="T100" fmla="*/ 831 w 1705"/>
                  <a:gd name="T101" fmla="*/ 242 h 2997"/>
                  <a:gd name="T102" fmla="*/ 1024 w 1705"/>
                  <a:gd name="T103" fmla="*/ 5 h 2997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0" t="0" r="r" b="b"/>
                <a:pathLst>
                  <a:path w="1705" h="2997">
                    <a:moveTo>
                      <a:pt x="868" y="5"/>
                    </a:moveTo>
                    <a:cubicBezTo>
                      <a:pt x="868" y="5"/>
                      <a:pt x="1006" y="0"/>
                      <a:pt x="1013" y="147"/>
                    </a:cubicBezTo>
                    <a:cubicBezTo>
                      <a:pt x="1015" y="186"/>
                      <a:pt x="1010" y="195"/>
                      <a:pt x="1010" y="195"/>
                    </a:cubicBezTo>
                    <a:cubicBezTo>
                      <a:pt x="1010" y="195"/>
                      <a:pt x="1022" y="191"/>
                      <a:pt x="1025" y="200"/>
                    </a:cubicBezTo>
                    <a:cubicBezTo>
                      <a:pt x="1029" y="209"/>
                      <a:pt x="1026" y="217"/>
                      <a:pt x="1023" y="223"/>
                    </a:cubicBezTo>
                    <a:cubicBezTo>
                      <a:pt x="1020" y="229"/>
                      <a:pt x="1017" y="242"/>
                      <a:pt x="1016" y="249"/>
                    </a:cubicBezTo>
                    <a:cubicBezTo>
                      <a:pt x="1014" y="256"/>
                      <a:pt x="1015" y="276"/>
                      <a:pt x="1002" y="276"/>
                    </a:cubicBezTo>
                    <a:cubicBezTo>
                      <a:pt x="1002" y="276"/>
                      <a:pt x="1004" y="347"/>
                      <a:pt x="985" y="385"/>
                    </a:cubicBezTo>
                    <a:cubicBezTo>
                      <a:pt x="985" y="385"/>
                      <a:pt x="996" y="387"/>
                      <a:pt x="1001" y="401"/>
                    </a:cubicBezTo>
                    <a:cubicBezTo>
                      <a:pt x="1001" y="401"/>
                      <a:pt x="1319" y="410"/>
                      <a:pt x="1379" y="588"/>
                    </a:cubicBezTo>
                    <a:cubicBezTo>
                      <a:pt x="1385" y="605"/>
                      <a:pt x="1406" y="641"/>
                      <a:pt x="1461" y="700"/>
                    </a:cubicBezTo>
                    <a:cubicBezTo>
                      <a:pt x="1516" y="760"/>
                      <a:pt x="1555" y="838"/>
                      <a:pt x="1565" y="942"/>
                    </a:cubicBezTo>
                    <a:cubicBezTo>
                      <a:pt x="1565" y="942"/>
                      <a:pt x="1584" y="951"/>
                      <a:pt x="1589" y="962"/>
                    </a:cubicBezTo>
                    <a:cubicBezTo>
                      <a:pt x="1595" y="972"/>
                      <a:pt x="1594" y="983"/>
                      <a:pt x="1596" y="983"/>
                    </a:cubicBezTo>
                    <a:cubicBezTo>
                      <a:pt x="1598" y="984"/>
                      <a:pt x="1598" y="989"/>
                      <a:pt x="1598" y="993"/>
                    </a:cubicBezTo>
                    <a:cubicBezTo>
                      <a:pt x="1599" y="996"/>
                      <a:pt x="1598" y="999"/>
                      <a:pt x="1611" y="1018"/>
                    </a:cubicBezTo>
                    <a:cubicBezTo>
                      <a:pt x="1624" y="1037"/>
                      <a:pt x="1635" y="1073"/>
                      <a:pt x="1638" y="1111"/>
                    </a:cubicBezTo>
                    <a:cubicBezTo>
                      <a:pt x="1641" y="1148"/>
                      <a:pt x="1643" y="1198"/>
                      <a:pt x="1650" y="1217"/>
                    </a:cubicBezTo>
                    <a:cubicBezTo>
                      <a:pt x="1657" y="1236"/>
                      <a:pt x="1669" y="1265"/>
                      <a:pt x="1648" y="1286"/>
                    </a:cubicBezTo>
                    <a:cubicBezTo>
                      <a:pt x="1648" y="1286"/>
                      <a:pt x="1665" y="1288"/>
                      <a:pt x="1667" y="1304"/>
                    </a:cubicBezTo>
                    <a:cubicBezTo>
                      <a:pt x="1668" y="1320"/>
                      <a:pt x="1667" y="1330"/>
                      <a:pt x="1672" y="1346"/>
                    </a:cubicBezTo>
                    <a:cubicBezTo>
                      <a:pt x="1678" y="1362"/>
                      <a:pt x="1705" y="1451"/>
                      <a:pt x="1689" y="1469"/>
                    </a:cubicBezTo>
                    <a:cubicBezTo>
                      <a:pt x="1673" y="1486"/>
                      <a:pt x="1676" y="1487"/>
                      <a:pt x="1676" y="1495"/>
                    </a:cubicBezTo>
                    <a:cubicBezTo>
                      <a:pt x="1675" y="1503"/>
                      <a:pt x="1665" y="1547"/>
                      <a:pt x="1658" y="1552"/>
                    </a:cubicBezTo>
                    <a:cubicBezTo>
                      <a:pt x="1652" y="1558"/>
                      <a:pt x="1642" y="1574"/>
                      <a:pt x="1632" y="1579"/>
                    </a:cubicBezTo>
                    <a:cubicBezTo>
                      <a:pt x="1622" y="1583"/>
                      <a:pt x="1603" y="1603"/>
                      <a:pt x="1594" y="1597"/>
                    </a:cubicBezTo>
                    <a:cubicBezTo>
                      <a:pt x="1594" y="1597"/>
                      <a:pt x="1591" y="1594"/>
                      <a:pt x="1590" y="1589"/>
                    </a:cubicBezTo>
                    <a:cubicBezTo>
                      <a:pt x="1590" y="1589"/>
                      <a:pt x="1581" y="1591"/>
                      <a:pt x="1577" y="1584"/>
                    </a:cubicBezTo>
                    <a:cubicBezTo>
                      <a:pt x="1573" y="1578"/>
                      <a:pt x="1574" y="1568"/>
                      <a:pt x="1574" y="1568"/>
                    </a:cubicBezTo>
                    <a:cubicBezTo>
                      <a:pt x="1574" y="1568"/>
                      <a:pt x="1570" y="1560"/>
                      <a:pt x="1572" y="1551"/>
                    </a:cubicBezTo>
                    <a:cubicBezTo>
                      <a:pt x="1572" y="1551"/>
                      <a:pt x="1547" y="1556"/>
                      <a:pt x="1546" y="1531"/>
                    </a:cubicBezTo>
                    <a:cubicBezTo>
                      <a:pt x="1545" y="1506"/>
                      <a:pt x="1546" y="1484"/>
                      <a:pt x="1539" y="1466"/>
                    </a:cubicBezTo>
                    <a:cubicBezTo>
                      <a:pt x="1533" y="1448"/>
                      <a:pt x="1530" y="1422"/>
                      <a:pt x="1529" y="1405"/>
                    </a:cubicBezTo>
                    <a:cubicBezTo>
                      <a:pt x="1528" y="1387"/>
                      <a:pt x="1530" y="1364"/>
                      <a:pt x="1533" y="1355"/>
                    </a:cubicBezTo>
                    <a:cubicBezTo>
                      <a:pt x="1536" y="1345"/>
                      <a:pt x="1538" y="1343"/>
                      <a:pt x="1532" y="1333"/>
                    </a:cubicBezTo>
                    <a:cubicBezTo>
                      <a:pt x="1525" y="1322"/>
                      <a:pt x="1514" y="1308"/>
                      <a:pt x="1515" y="1300"/>
                    </a:cubicBezTo>
                    <a:cubicBezTo>
                      <a:pt x="1516" y="1293"/>
                      <a:pt x="1512" y="1291"/>
                      <a:pt x="1507" y="1286"/>
                    </a:cubicBezTo>
                    <a:cubicBezTo>
                      <a:pt x="1502" y="1282"/>
                      <a:pt x="1406" y="1224"/>
                      <a:pt x="1374" y="1129"/>
                    </a:cubicBezTo>
                    <a:cubicBezTo>
                      <a:pt x="1374" y="1129"/>
                      <a:pt x="1385" y="1190"/>
                      <a:pt x="1409" y="1221"/>
                    </a:cubicBezTo>
                    <a:cubicBezTo>
                      <a:pt x="1433" y="1252"/>
                      <a:pt x="1466" y="1289"/>
                      <a:pt x="1479" y="1390"/>
                    </a:cubicBezTo>
                    <a:cubicBezTo>
                      <a:pt x="1492" y="1491"/>
                      <a:pt x="1508" y="1666"/>
                      <a:pt x="1509" y="1718"/>
                    </a:cubicBezTo>
                    <a:cubicBezTo>
                      <a:pt x="1510" y="1770"/>
                      <a:pt x="1513" y="1892"/>
                      <a:pt x="1451" y="1968"/>
                    </a:cubicBezTo>
                    <a:cubicBezTo>
                      <a:pt x="1432" y="1991"/>
                      <a:pt x="1428" y="2005"/>
                      <a:pt x="1428" y="2005"/>
                    </a:cubicBezTo>
                    <a:cubicBezTo>
                      <a:pt x="1428" y="2005"/>
                      <a:pt x="1425" y="2021"/>
                      <a:pt x="1427" y="2039"/>
                    </a:cubicBezTo>
                    <a:cubicBezTo>
                      <a:pt x="1429" y="2057"/>
                      <a:pt x="1435" y="2081"/>
                      <a:pt x="1421" y="2107"/>
                    </a:cubicBezTo>
                    <a:cubicBezTo>
                      <a:pt x="1407" y="2133"/>
                      <a:pt x="1379" y="2164"/>
                      <a:pt x="1388" y="2202"/>
                    </a:cubicBezTo>
                    <a:cubicBezTo>
                      <a:pt x="1397" y="2240"/>
                      <a:pt x="1459" y="2431"/>
                      <a:pt x="1388" y="2660"/>
                    </a:cubicBezTo>
                    <a:cubicBezTo>
                      <a:pt x="1376" y="2698"/>
                      <a:pt x="1384" y="2690"/>
                      <a:pt x="1387" y="2699"/>
                    </a:cubicBezTo>
                    <a:cubicBezTo>
                      <a:pt x="1390" y="2708"/>
                      <a:pt x="1391" y="2721"/>
                      <a:pt x="1385" y="2729"/>
                    </a:cubicBezTo>
                    <a:cubicBezTo>
                      <a:pt x="1379" y="2737"/>
                      <a:pt x="1383" y="2755"/>
                      <a:pt x="1378" y="2763"/>
                    </a:cubicBezTo>
                    <a:cubicBezTo>
                      <a:pt x="1373" y="2771"/>
                      <a:pt x="1376" y="2777"/>
                      <a:pt x="1383" y="2781"/>
                    </a:cubicBezTo>
                    <a:cubicBezTo>
                      <a:pt x="1390" y="2785"/>
                      <a:pt x="1403" y="2801"/>
                      <a:pt x="1414" y="2819"/>
                    </a:cubicBezTo>
                    <a:cubicBezTo>
                      <a:pt x="1425" y="2837"/>
                      <a:pt x="1455" y="2856"/>
                      <a:pt x="1467" y="2867"/>
                    </a:cubicBezTo>
                    <a:cubicBezTo>
                      <a:pt x="1479" y="2878"/>
                      <a:pt x="1499" y="2886"/>
                      <a:pt x="1499" y="2886"/>
                    </a:cubicBezTo>
                    <a:cubicBezTo>
                      <a:pt x="1499" y="2886"/>
                      <a:pt x="1509" y="2890"/>
                      <a:pt x="1512" y="2895"/>
                    </a:cubicBezTo>
                    <a:cubicBezTo>
                      <a:pt x="1515" y="2900"/>
                      <a:pt x="1532" y="2900"/>
                      <a:pt x="1529" y="2919"/>
                    </a:cubicBezTo>
                    <a:cubicBezTo>
                      <a:pt x="1529" y="2919"/>
                      <a:pt x="1543" y="2929"/>
                      <a:pt x="1534" y="2948"/>
                    </a:cubicBezTo>
                    <a:cubicBezTo>
                      <a:pt x="1534" y="2948"/>
                      <a:pt x="1537" y="2965"/>
                      <a:pt x="1521" y="2969"/>
                    </a:cubicBezTo>
                    <a:cubicBezTo>
                      <a:pt x="1521" y="2969"/>
                      <a:pt x="1512" y="2986"/>
                      <a:pt x="1493" y="2978"/>
                    </a:cubicBezTo>
                    <a:cubicBezTo>
                      <a:pt x="1493" y="2978"/>
                      <a:pt x="1478" y="2997"/>
                      <a:pt x="1455" y="2993"/>
                    </a:cubicBezTo>
                    <a:cubicBezTo>
                      <a:pt x="1431" y="2989"/>
                      <a:pt x="1422" y="2969"/>
                      <a:pt x="1412" y="2970"/>
                    </a:cubicBezTo>
                    <a:cubicBezTo>
                      <a:pt x="1402" y="2970"/>
                      <a:pt x="1390" y="2969"/>
                      <a:pt x="1380" y="2951"/>
                    </a:cubicBezTo>
                    <a:cubicBezTo>
                      <a:pt x="1369" y="2932"/>
                      <a:pt x="1368" y="2937"/>
                      <a:pt x="1363" y="2934"/>
                    </a:cubicBezTo>
                    <a:cubicBezTo>
                      <a:pt x="1359" y="2931"/>
                      <a:pt x="1333" y="2905"/>
                      <a:pt x="1333" y="2905"/>
                    </a:cubicBezTo>
                    <a:cubicBezTo>
                      <a:pt x="1333" y="2905"/>
                      <a:pt x="1229" y="2918"/>
                      <a:pt x="1211" y="2872"/>
                    </a:cubicBezTo>
                    <a:cubicBezTo>
                      <a:pt x="1193" y="2825"/>
                      <a:pt x="1219" y="2812"/>
                      <a:pt x="1188" y="2798"/>
                    </a:cubicBezTo>
                    <a:cubicBezTo>
                      <a:pt x="1157" y="2785"/>
                      <a:pt x="1155" y="2748"/>
                      <a:pt x="1155" y="2729"/>
                    </a:cubicBezTo>
                    <a:cubicBezTo>
                      <a:pt x="1154" y="2710"/>
                      <a:pt x="1160" y="2694"/>
                      <a:pt x="1130" y="2666"/>
                    </a:cubicBezTo>
                    <a:cubicBezTo>
                      <a:pt x="1100" y="2638"/>
                      <a:pt x="967" y="2530"/>
                      <a:pt x="990" y="2300"/>
                    </a:cubicBezTo>
                    <a:cubicBezTo>
                      <a:pt x="997" y="2230"/>
                      <a:pt x="996" y="2196"/>
                      <a:pt x="1000" y="2184"/>
                    </a:cubicBezTo>
                    <a:cubicBezTo>
                      <a:pt x="1003" y="2171"/>
                      <a:pt x="992" y="2167"/>
                      <a:pt x="993" y="2154"/>
                    </a:cubicBezTo>
                    <a:cubicBezTo>
                      <a:pt x="994" y="2142"/>
                      <a:pt x="1003" y="2138"/>
                      <a:pt x="1001" y="2131"/>
                    </a:cubicBezTo>
                    <a:cubicBezTo>
                      <a:pt x="999" y="2124"/>
                      <a:pt x="975" y="2142"/>
                      <a:pt x="953" y="2094"/>
                    </a:cubicBezTo>
                    <a:cubicBezTo>
                      <a:pt x="931" y="2046"/>
                      <a:pt x="943" y="2047"/>
                      <a:pt x="906" y="2001"/>
                    </a:cubicBezTo>
                    <a:cubicBezTo>
                      <a:pt x="870" y="1955"/>
                      <a:pt x="879" y="1936"/>
                      <a:pt x="883" y="1907"/>
                    </a:cubicBezTo>
                    <a:cubicBezTo>
                      <a:pt x="888" y="1877"/>
                      <a:pt x="892" y="1858"/>
                      <a:pt x="879" y="1837"/>
                    </a:cubicBezTo>
                    <a:cubicBezTo>
                      <a:pt x="866" y="1816"/>
                      <a:pt x="847" y="1782"/>
                      <a:pt x="862" y="1694"/>
                    </a:cubicBezTo>
                    <a:cubicBezTo>
                      <a:pt x="862" y="1694"/>
                      <a:pt x="860" y="1699"/>
                      <a:pt x="856" y="1698"/>
                    </a:cubicBezTo>
                    <a:cubicBezTo>
                      <a:pt x="850" y="1698"/>
                      <a:pt x="850" y="1698"/>
                      <a:pt x="850" y="1698"/>
                    </a:cubicBezTo>
                    <a:cubicBezTo>
                      <a:pt x="845" y="1699"/>
                      <a:pt x="844" y="1694"/>
                      <a:pt x="844" y="1694"/>
                    </a:cubicBezTo>
                    <a:cubicBezTo>
                      <a:pt x="858" y="1782"/>
                      <a:pt x="840" y="1816"/>
                      <a:pt x="827" y="1837"/>
                    </a:cubicBezTo>
                    <a:cubicBezTo>
                      <a:pt x="814" y="1858"/>
                      <a:pt x="817" y="1877"/>
                      <a:pt x="822" y="1907"/>
                    </a:cubicBezTo>
                    <a:cubicBezTo>
                      <a:pt x="827" y="1936"/>
                      <a:pt x="835" y="1955"/>
                      <a:pt x="799" y="2001"/>
                    </a:cubicBezTo>
                    <a:cubicBezTo>
                      <a:pt x="763" y="2047"/>
                      <a:pt x="774" y="2046"/>
                      <a:pt x="752" y="2094"/>
                    </a:cubicBezTo>
                    <a:cubicBezTo>
                      <a:pt x="730" y="2142"/>
                      <a:pt x="707" y="2124"/>
                      <a:pt x="704" y="2131"/>
                    </a:cubicBezTo>
                    <a:cubicBezTo>
                      <a:pt x="702" y="2138"/>
                      <a:pt x="712" y="2142"/>
                      <a:pt x="713" y="2154"/>
                    </a:cubicBezTo>
                    <a:cubicBezTo>
                      <a:pt x="714" y="2167"/>
                      <a:pt x="702" y="2171"/>
                      <a:pt x="706" y="2184"/>
                    </a:cubicBezTo>
                    <a:cubicBezTo>
                      <a:pt x="709" y="2196"/>
                      <a:pt x="708" y="2230"/>
                      <a:pt x="715" y="2300"/>
                    </a:cubicBezTo>
                    <a:cubicBezTo>
                      <a:pt x="739" y="2530"/>
                      <a:pt x="605" y="2638"/>
                      <a:pt x="575" y="2666"/>
                    </a:cubicBezTo>
                    <a:cubicBezTo>
                      <a:pt x="545" y="2694"/>
                      <a:pt x="551" y="2710"/>
                      <a:pt x="551" y="2729"/>
                    </a:cubicBezTo>
                    <a:cubicBezTo>
                      <a:pt x="550" y="2748"/>
                      <a:pt x="549" y="2785"/>
                      <a:pt x="517" y="2798"/>
                    </a:cubicBezTo>
                    <a:cubicBezTo>
                      <a:pt x="486" y="2812"/>
                      <a:pt x="513" y="2825"/>
                      <a:pt x="495" y="2872"/>
                    </a:cubicBezTo>
                    <a:cubicBezTo>
                      <a:pt x="477" y="2918"/>
                      <a:pt x="372" y="2905"/>
                      <a:pt x="372" y="2905"/>
                    </a:cubicBezTo>
                    <a:cubicBezTo>
                      <a:pt x="372" y="2905"/>
                      <a:pt x="347" y="2931"/>
                      <a:pt x="342" y="2934"/>
                    </a:cubicBezTo>
                    <a:cubicBezTo>
                      <a:pt x="338" y="2937"/>
                      <a:pt x="337" y="2932"/>
                      <a:pt x="326" y="2951"/>
                    </a:cubicBezTo>
                    <a:cubicBezTo>
                      <a:pt x="315" y="2969"/>
                      <a:pt x="303" y="2970"/>
                      <a:pt x="293" y="2970"/>
                    </a:cubicBezTo>
                    <a:cubicBezTo>
                      <a:pt x="284" y="2969"/>
                      <a:pt x="274" y="2989"/>
                      <a:pt x="251" y="2993"/>
                    </a:cubicBezTo>
                    <a:cubicBezTo>
                      <a:pt x="228" y="2997"/>
                      <a:pt x="213" y="2978"/>
                      <a:pt x="213" y="2978"/>
                    </a:cubicBezTo>
                    <a:cubicBezTo>
                      <a:pt x="193" y="2986"/>
                      <a:pt x="184" y="2969"/>
                      <a:pt x="184" y="2969"/>
                    </a:cubicBezTo>
                    <a:cubicBezTo>
                      <a:pt x="168" y="2965"/>
                      <a:pt x="172" y="2948"/>
                      <a:pt x="172" y="2948"/>
                    </a:cubicBezTo>
                    <a:cubicBezTo>
                      <a:pt x="162" y="2929"/>
                      <a:pt x="177" y="2919"/>
                      <a:pt x="177" y="2919"/>
                    </a:cubicBezTo>
                    <a:cubicBezTo>
                      <a:pt x="174" y="2900"/>
                      <a:pt x="191" y="2900"/>
                      <a:pt x="194" y="2895"/>
                    </a:cubicBezTo>
                    <a:cubicBezTo>
                      <a:pt x="197" y="2890"/>
                      <a:pt x="207" y="2886"/>
                      <a:pt x="207" y="2886"/>
                    </a:cubicBezTo>
                    <a:cubicBezTo>
                      <a:pt x="207" y="2886"/>
                      <a:pt x="227" y="2878"/>
                      <a:pt x="239" y="2867"/>
                    </a:cubicBezTo>
                    <a:cubicBezTo>
                      <a:pt x="251" y="2856"/>
                      <a:pt x="281" y="2837"/>
                      <a:pt x="292" y="2819"/>
                    </a:cubicBezTo>
                    <a:cubicBezTo>
                      <a:pt x="303" y="2801"/>
                      <a:pt x="316" y="2785"/>
                      <a:pt x="323" y="2781"/>
                    </a:cubicBezTo>
                    <a:cubicBezTo>
                      <a:pt x="330" y="2777"/>
                      <a:pt x="333" y="2771"/>
                      <a:pt x="328" y="2763"/>
                    </a:cubicBezTo>
                    <a:cubicBezTo>
                      <a:pt x="323" y="2755"/>
                      <a:pt x="327" y="2737"/>
                      <a:pt x="321" y="2729"/>
                    </a:cubicBezTo>
                    <a:cubicBezTo>
                      <a:pt x="315" y="2721"/>
                      <a:pt x="316" y="2708"/>
                      <a:pt x="319" y="2699"/>
                    </a:cubicBezTo>
                    <a:cubicBezTo>
                      <a:pt x="322" y="2690"/>
                      <a:pt x="329" y="2698"/>
                      <a:pt x="318" y="2660"/>
                    </a:cubicBezTo>
                    <a:cubicBezTo>
                      <a:pt x="247" y="2431"/>
                      <a:pt x="309" y="2240"/>
                      <a:pt x="318" y="2202"/>
                    </a:cubicBezTo>
                    <a:cubicBezTo>
                      <a:pt x="327" y="2164"/>
                      <a:pt x="299" y="2133"/>
                      <a:pt x="285" y="2107"/>
                    </a:cubicBezTo>
                    <a:cubicBezTo>
                      <a:pt x="271" y="2081"/>
                      <a:pt x="277" y="2057"/>
                      <a:pt x="279" y="2039"/>
                    </a:cubicBezTo>
                    <a:cubicBezTo>
                      <a:pt x="281" y="2021"/>
                      <a:pt x="278" y="2005"/>
                      <a:pt x="278" y="2005"/>
                    </a:cubicBezTo>
                    <a:cubicBezTo>
                      <a:pt x="278" y="2005"/>
                      <a:pt x="274" y="1991"/>
                      <a:pt x="255" y="1968"/>
                    </a:cubicBezTo>
                    <a:cubicBezTo>
                      <a:pt x="192" y="1892"/>
                      <a:pt x="196" y="1770"/>
                      <a:pt x="197" y="1718"/>
                    </a:cubicBezTo>
                    <a:cubicBezTo>
                      <a:pt x="198" y="1666"/>
                      <a:pt x="214" y="1491"/>
                      <a:pt x="227" y="1390"/>
                    </a:cubicBezTo>
                    <a:cubicBezTo>
                      <a:pt x="240" y="1289"/>
                      <a:pt x="272" y="1252"/>
                      <a:pt x="296" y="1221"/>
                    </a:cubicBezTo>
                    <a:cubicBezTo>
                      <a:pt x="321" y="1190"/>
                      <a:pt x="332" y="1129"/>
                      <a:pt x="332" y="1129"/>
                    </a:cubicBezTo>
                    <a:cubicBezTo>
                      <a:pt x="299" y="1224"/>
                      <a:pt x="203" y="1282"/>
                      <a:pt x="198" y="1286"/>
                    </a:cubicBezTo>
                    <a:cubicBezTo>
                      <a:pt x="193" y="1291"/>
                      <a:pt x="190" y="1293"/>
                      <a:pt x="190" y="1300"/>
                    </a:cubicBezTo>
                    <a:cubicBezTo>
                      <a:pt x="191" y="1308"/>
                      <a:pt x="180" y="1322"/>
                      <a:pt x="174" y="1333"/>
                    </a:cubicBezTo>
                    <a:cubicBezTo>
                      <a:pt x="167" y="1343"/>
                      <a:pt x="169" y="1345"/>
                      <a:pt x="172" y="1355"/>
                    </a:cubicBezTo>
                    <a:cubicBezTo>
                      <a:pt x="175" y="1364"/>
                      <a:pt x="178" y="1387"/>
                      <a:pt x="176" y="1405"/>
                    </a:cubicBezTo>
                    <a:cubicBezTo>
                      <a:pt x="175" y="1422"/>
                      <a:pt x="172" y="1448"/>
                      <a:pt x="166" y="1466"/>
                    </a:cubicBezTo>
                    <a:cubicBezTo>
                      <a:pt x="160" y="1484"/>
                      <a:pt x="160" y="1506"/>
                      <a:pt x="159" y="1531"/>
                    </a:cubicBezTo>
                    <a:cubicBezTo>
                      <a:pt x="158" y="1556"/>
                      <a:pt x="134" y="1551"/>
                      <a:pt x="134" y="1551"/>
                    </a:cubicBezTo>
                    <a:cubicBezTo>
                      <a:pt x="136" y="1560"/>
                      <a:pt x="132" y="1568"/>
                      <a:pt x="132" y="1568"/>
                    </a:cubicBezTo>
                    <a:cubicBezTo>
                      <a:pt x="132" y="1568"/>
                      <a:pt x="133" y="1578"/>
                      <a:pt x="129" y="1584"/>
                    </a:cubicBezTo>
                    <a:cubicBezTo>
                      <a:pt x="125" y="1591"/>
                      <a:pt x="115" y="1589"/>
                      <a:pt x="115" y="1589"/>
                    </a:cubicBezTo>
                    <a:cubicBezTo>
                      <a:pt x="115" y="1594"/>
                      <a:pt x="111" y="1597"/>
                      <a:pt x="111" y="1597"/>
                    </a:cubicBezTo>
                    <a:cubicBezTo>
                      <a:pt x="103" y="1603"/>
                      <a:pt x="83" y="1583"/>
                      <a:pt x="74" y="1579"/>
                    </a:cubicBezTo>
                    <a:cubicBezTo>
                      <a:pt x="64" y="1574"/>
                      <a:pt x="53" y="1558"/>
                      <a:pt x="47" y="1552"/>
                    </a:cubicBezTo>
                    <a:cubicBezTo>
                      <a:pt x="41" y="1547"/>
                      <a:pt x="30" y="1503"/>
                      <a:pt x="30" y="1495"/>
                    </a:cubicBezTo>
                    <a:cubicBezTo>
                      <a:pt x="29" y="1487"/>
                      <a:pt x="32" y="1486"/>
                      <a:pt x="16" y="1469"/>
                    </a:cubicBezTo>
                    <a:cubicBezTo>
                      <a:pt x="0" y="1451"/>
                      <a:pt x="28" y="1362"/>
                      <a:pt x="33" y="1346"/>
                    </a:cubicBezTo>
                    <a:cubicBezTo>
                      <a:pt x="39" y="1330"/>
                      <a:pt x="37" y="1320"/>
                      <a:pt x="39" y="1304"/>
                    </a:cubicBezTo>
                    <a:cubicBezTo>
                      <a:pt x="40" y="1288"/>
                      <a:pt x="58" y="1286"/>
                      <a:pt x="58" y="1286"/>
                    </a:cubicBezTo>
                    <a:cubicBezTo>
                      <a:pt x="37" y="1265"/>
                      <a:pt x="49" y="1236"/>
                      <a:pt x="55" y="1217"/>
                    </a:cubicBezTo>
                    <a:cubicBezTo>
                      <a:pt x="62" y="1198"/>
                      <a:pt x="65" y="1148"/>
                      <a:pt x="67" y="1111"/>
                    </a:cubicBezTo>
                    <a:cubicBezTo>
                      <a:pt x="70" y="1073"/>
                      <a:pt x="82" y="1037"/>
                      <a:pt x="94" y="1018"/>
                    </a:cubicBezTo>
                    <a:cubicBezTo>
                      <a:pt x="107" y="999"/>
                      <a:pt x="106" y="996"/>
                      <a:pt x="107" y="993"/>
                    </a:cubicBezTo>
                    <a:cubicBezTo>
                      <a:pt x="108" y="989"/>
                      <a:pt x="107" y="984"/>
                      <a:pt x="109" y="983"/>
                    </a:cubicBezTo>
                    <a:cubicBezTo>
                      <a:pt x="111" y="983"/>
                      <a:pt x="110" y="972"/>
                      <a:pt x="116" y="962"/>
                    </a:cubicBezTo>
                    <a:cubicBezTo>
                      <a:pt x="122" y="951"/>
                      <a:pt x="140" y="942"/>
                      <a:pt x="140" y="942"/>
                    </a:cubicBezTo>
                    <a:cubicBezTo>
                      <a:pt x="151" y="838"/>
                      <a:pt x="189" y="760"/>
                      <a:pt x="244" y="700"/>
                    </a:cubicBezTo>
                    <a:cubicBezTo>
                      <a:pt x="299" y="641"/>
                      <a:pt x="321" y="605"/>
                      <a:pt x="326" y="588"/>
                    </a:cubicBezTo>
                    <a:cubicBezTo>
                      <a:pt x="386" y="410"/>
                      <a:pt x="704" y="401"/>
                      <a:pt x="704" y="401"/>
                    </a:cubicBezTo>
                    <a:cubicBezTo>
                      <a:pt x="709" y="387"/>
                      <a:pt x="721" y="385"/>
                      <a:pt x="721" y="385"/>
                    </a:cubicBezTo>
                    <a:cubicBezTo>
                      <a:pt x="701" y="347"/>
                      <a:pt x="703" y="276"/>
                      <a:pt x="703" y="276"/>
                    </a:cubicBezTo>
                    <a:cubicBezTo>
                      <a:pt x="691" y="276"/>
                      <a:pt x="691" y="256"/>
                      <a:pt x="690" y="249"/>
                    </a:cubicBezTo>
                    <a:cubicBezTo>
                      <a:pt x="688" y="242"/>
                      <a:pt x="685" y="229"/>
                      <a:pt x="682" y="223"/>
                    </a:cubicBezTo>
                    <a:cubicBezTo>
                      <a:pt x="679" y="217"/>
                      <a:pt x="677" y="209"/>
                      <a:pt x="680" y="200"/>
                    </a:cubicBezTo>
                    <a:cubicBezTo>
                      <a:pt x="684" y="191"/>
                      <a:pt x="695" y="195"/>
                      <a:pt x="695" y="195"/>
                    </a:cubicBezTo>
                    <a:cubicBezTo>
                      <a:pt x="695" y="195"/>
                      <a:pt x="691" y="186"/>
                      <a:pt x="693" y="147"/>
                    </a:cubicBezTo>
                    <a:cubicBezTo>
                      <a:pt x="699" y="0"/>
                      <a:pt x="838" y="5"/>
                      <a:pt x="838" y="5"/>
                    </a:cubicBezTo>
                    <a:lnTo>
                      <a:pt x="868" y="5"/>
                    </a:lnTo>
                    <a:close/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832" name="Freeform 11">
                <a:extLst>
                  <a:ext uri="{FF2B5EF4-FFF2-40B4-BE49-F238E27FC236}">
                    <a16:creationId xmlns:a16="http://schemas.microsoft.com/office/drawing/2014/main" id="{BC4A97B1-1A5A-45C8-AAB9-99FFE9ED7F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1" y="1908"/>
                <a:ext cx="29" cy="55"/>
              </a:xfrm>
              <a:custGeom>
                <a:avLst/>
                <a:gdLst>
                  <a:gd name="T0" fmla="*/ 25 w 27"/>
                  <a:gd name="T1" fmla="*/ 0 h 51"/>
                  <a:gd name="T2" fmla="*/ 0 w 27"/>
                  <a:gd name="T3" fmla="*/ 64 h 51"/>
                  <a:gd name="T4" fmla="*/ 33 w 27"/>
                  <a:gd name="T5" fmla="*/ 35 h 51"/>
                  <a:gd name="T6" fmla="*/ 25 w 27"/>
                  <a:gd name="T7" fmla="*/ 0 h 5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7" h="51">
                    <a:moveTo>
                      <a:pt x="20" y="0"/>
                    </a:moveTo>
                    <a:cubicBezTo>
                      <a:pt x="20" y="0"/>
                      <a:pt x="3" y="30"/>
                      <a:pt x="0" y="51"/>
                    </a:cubicBezTo>
                    <a:cubicBezTo>
                      <a:pt x="27" y="28"/>
                      <a:pt x="27" y="28"/>
                      <a:pt x="27" y="28"/>
                    </a:cubicBezTo>
                    <a:cubicBezTo>
                      <a:pt x="27" y="28"/>
                      <a:pt x="19" y="13"/>
                      <a:pt x="20" y="0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833" name="Freeform 12">
                <a:extLst>
                  <a:ext uri="{FF2B5EF4-FFF2-40B4-BE49-F238E27FC236}">
                    <a16:creationId xmlns:a16="http://schemas.microsoft.com/office/drawing/2014/main" id="{000DA168-53BA-440D-95B2-38CD4D104F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7" y="1814"/>
                <a:ext cx="38" cy="99"/>
              </a:xfrm>
              <a:custGeom>
                <a:avLst/>
                <a:gdLst>
                  <a:gd name="T0" fmla="*/ 42 w 36"/>
                  <a:gd name="T1" fmla="*/ 0 h 93"/>
                  <a:gd name="T2" fmla="*/ 27 w 36"/>
                  <a:gd name="T3" fmla="*/ 39 h 93"/>
                  <a:gd name="T4" fmla="*/ 4 w 36"/>
                  <a:gd name="T5" fmla="*/ 112 h 9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6" h="93">
                    <a:moveTo>
                      <a:pt x="36" y="0"/>
                    </a:moveTo>
                    <a:cubicBezTo>
                      <a:pt x="36" y="0"/>
                      <a:pt x="32" y="22"/>
                      <a:pt x="24" y="33"/>
                    </a:cubicBezTo>
                    <a:cubicBezTo>
                      <a:pt x="16" y="44"/>
                      <a:pt x="0" y="65"/>
                      <a:pt x="4" y="93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834" name="Freeform 13">
                <a:extLst>
                  <a:ext uri="{FF2B5EF4-FFF2-40B4-BE49-F238E27FC236}">
                    <a16:creationId xmlns:a16="http://schemas.microsoft.com/office/drawing/2014/main" id="{84235951-C272-4FB2-9DF9-29225B7444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6" y="1963"/>
                <a:ext cx="45" cy="87"/>
              </a:xfrm>
              <a:custGeom>
                <a:avLst/>
                <a:gdLst>
                  <a:gd name="T0" fmla="*/ 51 w 42"/>
                  <a:gd name="T1" fmla="*/ 0 h 82"/>
                  <a:gd name="T2" fmla="*/ 0 w 42"/>
                  <a:gd name="T3" fmla="*/ 98 h 8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2" h="82">
                    <a:moveTo>
                      <a:pt x="42" y="0"/>
                    </a:moveTo>
                    <a:cubicBezTo>
                      <a:pt x="42" y="0"/>
                      <a:pt x="10" y="19"/>
                      <a:pt x="0" y="82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835" name="Freeform 14">
                <a:extLst>
                  <a:ext uri="{FF2B5EF4-FFF2-40B4-BE49-F238E27FC236}">
                    <a16:creationId xmlns:a16="http://schemas.microsoft.com/office/drawing/2014/main" id="{BB13D4DC-5874-4365-935E-D27A674CB3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7" y="1454"/>
                <a:ext cx="434" cy="577"/>
              </a:xfrm>
              <a:custGeom>
                <a:avLst/>
                <a:gdLst>
                  <a:gd name="T0" fmla="*/ 173 w 406"/>
                  <a:gd name="T1" fmla="*/ 0 h 540"/>
                  <a:gd name="T2" fmla="*/ 117 w 406"/>
                  <a:gd name="T3" fmla="*/ 165 h 540"/>
                  <a:gd name="T4" fmla="*/ 84 w 406"/>
                  <a:gd name="T5" fmla="*/ 220 h 540"/>
                  <a:gd name="T6" fmla="*/ 15 w 406"/>
                  <a:gd name="T7" fmla="*/ 426 h 540"/>
                  <a:gd name="T8" fmla="*/ 211 w 406"/>
                  <a:gd name="T9" fmla="*/ 634 h 540"/>
                  <a:gd name="T10" fmla="*/ 496 w 406"/>
                  <a:gd name="T11" fmla="*/ 514 h 54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06" h="540">
                    <a:moveTo>
                      <a:pt x="142" y="0"/>
                    </a:moveTo>
                    <a:cubicBezTo>
                      <a:pt x="142" y="0"/>
                      <a:pt x="107" y="112"/>
                      <a:pt x="95" y="135"/>
                    </a:cubicBezTo>
                    <a:cubicBezTo>
                      <a:pt x="82" y="157"/>
                      <a:pt x="72" y="171"/>
                      <a:pt x="69" y="181"/>
                    </a:cubicBezTo>
                    <a:cubicBezTo>
                      <a:pt x="66" y="191"/>
                      <a:pt x="0" y="268"/>
                      <a:pt x="12" y="349"/>
                    </a:cubicBezTo>
                    <a:cubicBezTo>
                      <a:pt x="25" y="430"/>
                      <a:pt x="59" y="497"/>
                      <a:pt x="172" y="519"/>
                    </a:cubicBezTo>
                    <a:cubicBezTo>
                      <a:pt x="285" y="540"/>
                      <a:pt x="379" y="474"/>
                      <a:pt x="406" y="421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836" name="Freeform 15">
                <a:extLst>
                  <a:ext uri="{FF2B5EF4-FFF2-40B4-BE49-F238E27FC236}">
                    <a16:creationId xmlns:a16="http://schemas.microsoft.com/office/drawing/2014/main" id="{A9AEB1FA-8955-4F63-8854-4CB793DCD9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0" y="1931"/>
                <a:ext cx="64" cy="30"/>
              </a:xfrm>
              <a:custGeom>
                <a:avLst/>
                <a:gdLst>
                  <a:gd name="T0" fmla="*/ 0 w 60"/>
                  <a:gd name="T1" fmla="*/ 32 h 29"/>
                  <a:gd name="T2" fmla="*/ 73 w 60"/>
                  <a:gd name="T3" fmla="*/ 18 h 2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0" h="29">
                    <a:moveTo>
                      <a:pt x="0" y="29"/>
                    </a:moveTo>
                    <a:cubicBezTo>
                      <a:pt x="0" y="29"/>
                      <a:pt x="40" y="0"/>
                      <a:pt x="60" y="15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837" name="Freeform 16">
                <a:extLst>
                  <a:ext uri="{FF2B5EF4-FFF2-40B4-BE49-F238E27FC236}">
                    <a16:creationId xmlns:a16="http://schemas.microsoft.com/office/drawing/2014/main" id="{714205E0-71C1-4622-9BFE-1D0B944214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2" y="1857"/>
                <a:ext cx="13" cy="7"/>
              </a:xfrm>
              <a:custGeom>
                <a:avLst/>
                <a:gdLst>
                  <a:gd name="T0" fmla="*/ 0 w 12"/>
                  <a:gd name="T1" fmla="*/ 7 h 7"/>
                  <a:gd name="T2" fmla="*/ 15 w 12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7">
                    <a:moveTo>
                      <a:pt x="0" y="7"/>
                    </a:moveTo>
                    <a:cubicBezTo>
                      <a:pt x="4" y="4"/>
                      <a:pt x="8" y="2"/>
                      <a:pt x="12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838" name="Freeform 17">
                <a:extLst>
                  <a:ext uri="{FF2B5EF4-FFF2-40B4-BE49-F238E27FC236}">
                    <a16:creationId xmlns:a16="http://schemas.microsoft.com/office/drawing/2014/main" id="{415F94AC-F0F9-405F-B9AC-216D891AC5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3" y="1870"/>
                <a:ext cx="5" cy="5"/>
              </a:xfrm>
              <a:custGeom>
                <a:avLst/>
                <a:gdLst>
                  <a:gd name="T0" fmla="*/ 0 w 4"/>
                  <a:gd name="T1" fmla="*/ 5 h 5"/>
                  <a:gd name="T2" fmla="*/ 8 w 4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5">
                    <a:moveTo>
                      <a:pt x="0" y="5"/>
                    </a:moveTo>
                    <a:cubicBezTo>
                      <a:pt x="1" y="3"/>
                      <a:pt x="2" y="1"/>
                      <a:pt x="4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839" name="Freeform 18">
                <a:extLst>
                  <a:ext uri="{FF2B5EF4-FFF2-40B4-BE49-F238E27FC236}">
                    <a16:creationId xmlns:a16="http://schemas.microsoft.com/office/drawing/2014/main" id="{5011CA35-6B59-4378-89CC-88EDFDF3AB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7" y="1878"/>
                <a:ext cx="189" cy="109"/>
              </a:xfrm>
              <a:custGeom>
                <a:avLst/>
                <a:gdLst>
                  <a:gd name="T0" fmla="*/ 205 w 176"/>
                  <a:gd name="T1" fmla="*/ 30 h 102"/>
                  <a:gd name="T2" fmla="*/ 213 w 176"/>
                  <a:gd name="T3" fmla="*/ 77 h 102"/>
                  <a:gd name="T4" fmla="*/ 89 w 176"/>
                  <a:gd name="T5" fmla="*/ 105 h 102"/>
                  <a:gd name="T6" fmla="*/ 14 w 176"/>
                  <a:gd name="T7" fmla="*/ 4 h 102"/>
                  <a:gd name="T8" fmla="*/ 16 w 176"/>
                  <a:gd name="T9" fmla="*/ 0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6" h="102">
                    <a:moveTo>
                      <a:pt x="166" y="24"/>
                    </a:moveTo>
                    <a:cubicBezTo>
                      <a:pt x="173" y="37"/>
                      <a:pt x="176" y="51"/>
                      <a:pt x="171" y="63"/>
                    </a:cubicBezTo>
                    <a:cubicBezTo>
                      <a:pt x="160" y="92"/>
                      <a:pt x="116" y="102"/>
                      <a:pt x="72" y="86"/>
                    </a:cubicBezTo>
                    <a:cubicBezTo>
                      <a:pt x="28" y="70"/>
                      <a:pt x="0" y="33"/>
                      <a:pt x="11" y="4"/>
                    </a:cubicBezTo>
                    <a:cubicBezTo>
                      <a:pt x="12" y="3"/>
                      <a:pt x="12" y="1"/>
                      <a:pt x="13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840" name="Freeform 19">
                <a:extLst>
                  <a:ext uri="{FF2B5EF4-FFF2-40B4-BE49-F238E27FC236}">
                    <a16:creationId xmlns:a16="http://schemas.microsoft.com/office/drawing/2014/main" id="{C672B05B-2EE4-47EA-8FE5-9449B6C417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3" y="1854"/>
                <a:ext cx="65" cy="40"/>
              </a:xfrm>
              <a:custGeom>
                <a:avLst/>
                <a:gdLst>
                  <a:gd name="T0" fmla="*/ 0 w 61"/>
                  <a:gd name="T1" fmla="*/ 0 h 38"/>
                  <a:gd name="T2" fmla="*/ 14 w 61"/>
                  <a:gd name="T3" fmla="*/ 4 h 38"/>
                  <a:gd name="T4" fmla="*/ 74 w 61"/>
                  <a:gd name="T5" fmla="*/ 44 h 3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1" h="38">
                    <a:moveTo>
                      <a:pt x="0" y="0"/>
                    </a:moveTo>
                    <a:cubicBezTo>
                      <a:pt x="4" y="1"/>
                      <a:pt x="8" y="3"/>
                      <a:pt x="11" y="4"/>
                    </a:cubicBezTo>
                    <a:cubicBezTo>
                      <a:pt x="33" y="12"/>
                      <a:pt x="50" y="24"/>
                      <a:pt x="61" y="38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841" name="Freeform 20">
                <a:extLst>
                  <a:ext uri="{FF2B5EF4-FFF2-40B4-BE49-F238E27FC236}">
                    <a16:creationId xmlns:a16="http://schemas.microsoft.com/office/drawing/2014/main" id="{89683904-F780-4E70-A190-48F238584B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8" y="1849"/>
                <a:ext cx="21" cy="3"/>
              </a:xfrm>
              <a:custGeom>
                <a:avLst/>
                <a:gdLst>
                  <a:gd name="T0" fmla="*/ 0 w 20"/>
                  <a:gd name="T1" fmla="*/ 0 h 2"/>
                  <a:gd name="T2" fmla="*/ 23 w 20"/>
                  <a:gd name="T3" fmla="*/ 8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2">
                    <a:moveTo>
                      <a:pt x="0" y="0"/>
                    </a:moveTo>
                    <a:cubicBezTo>
                      <a:pt x="7" y="0"/>
                      <a:pt x="13" y="1"/>
                      <a:pt x="20" y="2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842" name="Freeform 21">
                <a:extLst>
                  <a:ext uri="{FF2B5EF4-FFF2-40B4-BE49-F238E27FC236}">
                    <a16:creationId xmlns:a16="http://schemas.microsoft.com/office/drawing/2014/main" id="{E93269C5-4EF4-4B7E-B890-727A1089EB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2" y="1949"/>
                <a:ext cx="211" cy="207"/>
              </a:xfrm>
              <a:custGeom>
                <a:avLst/>
                <a:gdLst>
                  <a:gd name="T0" fmla="*/ 0 w 198"/>
                  <a:gd name="T1" fmla="*/ 0 h 194"/>
                  <a:gd name="T2" fmla="*/ 6 w 198"/>
                  <a:gd name="T3" fmla="*/ 36 h 194"/>
                  <a:gd name="T4" fmla="*/ 100 w 198"/>
                  <a:gd name="T5" fmla="*/ 160 h 194"/>
                  <a:gd name="T6" fmla="*/ 240 w 198"/>
                  <a:gd name="T7" fmla="*/ 236 h 19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8" h="194">
                    <a:moveTo>
                      <a:pt x="0" y="0"/>
                    </a:moveTo>
                    <a:cubicBezTo>
                      <a:pt x="0" y="0"/>
                      <a:pt x="6" y="17"/>
                      <a:pt x="6" y="30"/>
                    </a:cubicBezTo>
                    <a:cubicBezTo>
                      <a:pt x="6" y="42"/>
                      <a:pt x="34" y="110"/>
                      <a:pt x="83" y="132"/>
                    </a:cubicBezTo>
                    <a:cubicBezTo>
                      <a:pt x="132" y="154"/>
                      <a:pt x="176" y="176"/>
                      <a:pt x="198" y="194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843" name="Freeform 22">
                <a:extLst>
                  <a:ext uri="{FF2B5EF4-FFF2-40B4-BE49-F238E27FC236}">
                    <a16:creationId xmlns:a16="http://schemas.microsoft.com/office/drawing/2014/main" id="{3B480D5E-953B-4A26-8D84-58DFEF4DF6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0" y="2090"/>
                <a:ext cx="202" cy="275"/>
              </a:xfrm>
              <a:custGeom>
                <a:avLst/>
                <a:gdLst>
                  <a:gd name="T0" fmla="*/ 0 w 189"/>
                  <a:gd name="T1" fmla="*/ 0 h 258"/>
                  <a:gd name="T2" fmla="*/ 60 w 189"/>
                  <a:gd name="T3" fmla="*/ 71 h 258"/>
                  <a:gd name="T4" fmla="*/ 231 w 189"/>
                  <a:gd name="T5" fmla="*/ 312 h 25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9" h="258">
                    <a:moveTo>
                      <a:pt x="0" y="0"/>
                    </a:moveTo>
                    <a:cubicBezTo>
                      <a:pt x="0" y="0"/>
                      <a:pt x="36" y="32"/>
                      <a:pt x="49" y="59"/>
                    </a:cubicBezTo>
                    <a:cubicBezTo>
                      <a:pt x="62" y="86"/>
                      <a:pt x="95" y="191"/>
                      <a:pt x="189" y="258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844" name="Freeform 23">
                <a:extLst>
                  <a:ext uri="{FF2B5EF4-FFF2-40B4-BE49-F238E27FC236}">
                    <a16:creationId xmlns:a16="http://schemas.microsoft.com/office/drawing/2014/main" id="{BA737333-0393-4FDD-B3F0-405D53DB75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5" y="2179"/>
                <a:ext cx="480" cy="475"/>
              </a:xfrm>
              <a:custGeom>
                <a:avLst/>
                <a:gdLst>
                  <a:gd name="T0" fmla="*/ 548 w 449"/>
                  <a:gd name="T1" fmla="*/ 541 h 445"/>
                  <a:gd name="T2" fmla="*/ 528 w 449"/>
                  <a:gd name="T3" fmla="*/ 490 h 445"/>
                  <a:gd name="T4" fmla="*/ 494 w 449"/>
                  <a:gd name="T5" fmla="*/ 432 h 445"/>
                  <a:gd name="T6" fmla="*/ 417 w 449"/>
                  <a:gd name="T7" fmla="*/ 375 h 445"/>
                  <a:gd name="T8" fmla="*/ 251 w 449"/>
                  <a:gd name="T9" fmla="*/ 236 h 445"/>
                  <a:gd name="T10" fmla="*/ 134 w 449"/>
                  <a:gd name="T11" fmla="*/ 94 h 445"/>
                  <a:gd name="T12" fmla="*/ 0 w 449"/>
                  <a:gd name="T13" fmla="*/ 0 h 44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49" h="445">
                    <a:moveTo>
                      <a:pt x="449" y="445"/>
                    </a:moveTo>
                    <a:cubicBezTo>
                      <a:pt x="449" y="445"/>
                      <a:pt x="436" y="418"/>
                      <a:pt x="432" y="403"/>
                    </a:cubicBezTo>
                    <a:cubicBezTo>
                      <a:pt x="428" y="388"/>
                      <a:pt x="422" y="369"/>
                      <a:pt x="404" y="355"/>
                    </a:cubicBezTo>
                    <a:cubicBezTo>
                      <a:pt x="386" y="341"/>
                      <a:pt x="362" y="317"/>
                      <a:pt x="341" y="308"/>
                    </a:cubicBezTo>
                    <a:cubicBezTo>
                      <a:pt x="320" y="298"/>
                      <a:pt x="233" y="243"/>
                      <a:pt x="206" y="194"/>
                    </a:cubicBezTo>
                    <a:cubicBezTo>
                      <a:pt x="179" y="145"/>
                      <a:pt x="139" y="121"/>
                      <a:pt x="109" y="77"/>
                    </a:cubicBezTo>
                    <a:cubicBezTo>
                      <a:pt x="80" y="34"/>
                      <a:pt x="26" y="4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845" name="Freeform 24">
                <a:extLst>
                  <a:ext uri="{FF2B5EF4-FFF2-40B4-BE49-F238E27FC236}">
                    <a16:creationId xmlns:a16="http://schemas.microsoft.com/office/drawing/2014/main" id="{1DF040E7-45BB-4480-86AB-BE804B3C97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2" y="2249"/>
                <a:ext cx="198" cy="37"/>
              </a:xfrm>
              <a:custGeom>
                <a:avLst/>
                <a:gdLst>
                  <a:gd name="T0" fmla="*/ 227 w 185"/>
                  <a:gd name="T1" fmla="*/ 41 h 35"/>
                  <a:gd name="T2" fmla="*/ 70 w 185"/>
                  <a:gd name="T3" fmla="*/ 13 h 35"/>
                  <a:gd name="T4" fmla="*/ 0 w 185"/>
                  <a:gd name="T5" fmla="*/ 3 h 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5" h="35">
                    <a:moveTo>
                      <a:pt x="185" y="35"/>
                    </a:moveTo>
                    <a:cubicBezTo>
                      <a:pt x="185" y="35"/>
                      <a:pt x="111" y="0"/>
                      <a:pt x="57" y="10"/>
                    </a:cubicBezTo>
                    <a:cubicBezTo>
                      <a:pt x="4" y="19"/>
                      <a:pt x="0" y="3"/>
                      <a:pt x="0" y="3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846" name="Freeform 25">
                <a:extLst>
                  <a:ext uri="{FF2B5EF4-FFF2-40B4-BE49-F238E27FC236}">
                    <a16:creationId xmlns:a16="http://schemas.microsoft.com/office/drawing/2014/main" id="{BD7227ED-385D-43DB-9BFC-AB1A1DF27D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9" y="2464"/>
                <a:ext cx="237" cy="52"/>
              </a:xfrm>
              <a:custGeom>
                <a:avLst/>
                <a:gdLst>
                  <a:gd name="T0" fmla="*/ 0 w 221"/>
                  <a:gd name="T1" fmla="*/ 61 h 48"/>
                  <a:gd name="T2" fmla="*/ 209 w 221"/>
                  <a:gd name="T3" fmla="*/ 44 h 48"/>
                  <a:gd name="T4" fmla="*/ 272 w 221"/>
                  <a:gd name="T5" fmla="*/ 48 h 4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1" h="48">
                    <a:moveTo>
                      <a:pt x="0" y="48"/>
                    </a:moveTo>
                    <a:cubicBezTo>
                      <a:pt x="98" y="0"/>
                      <a:pt x="149" y="39"/>
                      <a:pt x="170" y="35"/>
                    </a:cubicBezTo>
                    <a:cubicBezTo>
                      <a:pt x="191" y="31"/>
                      <a:pt x="221" y="38"/>
                      <a:pt x="221" y="38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847" name="Freeform 26">
                <a:extLst>
                  <a:ext uri="{FF2B5EF4-FFF2-40B4-BE49-F238E27FC236}">
                    <a16:creationId xmlns:a16="http://schemas.microsoft.com/office/drawing/2014/main" id="{5EDD2EED-DD96-4DD6-8FC5-8CB41E91FE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8" y="1581"/>
                <a:ext cx="49" cy="104"/>
              </a:xfrm>
              <a:custGeom>
                <a:avLst/>
                <a:gdLst>
                  <a:gd name="T0" fmla="*/ 54 w 46"/>
                  <a:gd name="T1" fmla="*/ 120 h 97"/>
                  <a:gd name="T2" fmla="*/ 0 w 46"/>
                  <a:gd name="T3" fmla="*/ 0 h 9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6" h="97">
                    <a:moveTo>
                      <a:pt x="45" y="97"/>
                    </a:moveTo>
                    <a:cubicBezTo>
                      <a:pt x="45" y="97"/>
                      <a:pt x="46" y="49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848" name="Freeform 27">
                <a:extLst>
                  <a:ext uri="{FF2B5EF4-FFF2-40B4-BE49-F238E27FC236}">
                    <a16:creationId xmlns:a16="http://schemas.microsoft.com/office/drawing/2014/main" id="{2FD21841-AC5B-48C1-B85A-CBFEE47068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3" y="1611"/>
                <a:ext cx="97" cy="37"/>
              </a:xfrm>
              <a:custGeom>
                <a:avLst/>
                <a:gdLst>
                  <a:gd name="T0" fmla="*/ 113 w 90"/>
                  <a:gd name="T1" fmla="*/ 44 h 34"/>
                  <a:gd name="T2" fmla="*/ 70 w 90"/>
                  <a:gd name="T3" fmla="*/ 30 h 34"/>
                  <a:gd name="T4" fmla="*/ 0 w 90"/>
                  <a:gd name="T5" fmla="*/ 0 h 3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0" h="34">
                    <a:moveTo>
                      <a:pt x="90" y="34"/>
                    </a:moveTo>
                    <a:cubicBezTo>
                      <a:pt x="90" y="34"/>
                      <a:pt x="73" y="23"/>
                      <a:pt x="56" y="24"/>
                    </a:cubicBezTo>
                    <a:cubicBezTo>
                      <a:pt x="40" y="26"/>
                      <a:pt x="11" y="16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849" name="Freeform 28">
                <a:extLst>
                  <a:ext uri="{FF2B5EF4-FFF2-40B4-BE49-F238E27FC236}">
                    <a16:creationId xmlns:a16="http://schemas.microsoft.com/office/drawing/2014/main" id="{EB271E98-8911-4090-BF60-B45439DD59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3" y="1785"/>
                <a:ext cx="117" cy="57"/>
              </a:xfrm>
              <a:custGeom>
                <a:avLst/>
                <a:gdLst>
                  <a:gd name="T0" fmla="*/ 135 w 109"/>
                  <a:gd name="T1" fmla="*/ 0 h 53"/>
                  <a:gd name="T2" fmla="*/ 0 w 109"/>
                  <a:gd name="T3" fmla="*/ 66 h 5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9" h="53">
                    <a:moveTo>
                      <a:pt x="109" y="0"/>
                    </a:moveTo>
                    <a:cubicBezTo>
                      <a:pt x="109" y="0"/>
                      <a:pt x="32" y="41"/>
                      <a:pt x="0" y="53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850" name="Freeform 29">
                <a:extLst>
                  <a:ext uri="{FF2B5EF4-FFF2-40B4-BE49-F238E27FC236}">
                    <a16:creationId xmlns:a16="http://schemas.microsoft.com/office/drawing/2014/main" id="{A12E4192-5BCB-4086-9212-1A14203256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5" y="1855"/>
                <a:ext cx="47" cy="78"/>
              </a:xfrm>
              <a:custGeom>
                <a:avLst/>
                <a:gdLst>
                  <a:gd name="T0" fmla="*/ 0 w 44"/>
                  <a:gd name="T1" fmla="*/ 0 h 73"/>
                  <a:gd name="T2" fmla="*/ 20 w 44"/>
                  <a:gd name="T3" fmla="*/ 26 h 73"/>
                  <a:gd name="T4" fmla="*/ 51 w 44"/>
                  <a:gd name="T5" fmla="*/ 89 h 7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4" h="73">
                    <a:moveTo>
                      <a:pt x="0" y="0"/>
                    </a:moveTo>
                    <a:cubicBezTo>
                      <a:pt x="0" y="0"/>
                      <a:pt x="3" y="15"/>
                      <a:pt x="17" y="21"/>
                    </a:cubicBezTo>
                    <a:cubicBezTo>
                      <a:pt x="31" y="26"/>
                      <a:pt x="44" y="53"/>
                      <a:pt x="42" y="73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851" name="Freeform 30">
                <a:extLst>
                  <a:ext uri="{FF2B5EF4-FFF2-40B4-BE49-F238E27FC236}">
                    <a16:creationId xmlns:a16="http://schemas.microsoft.com/office/drawing/2014/main" id="{0C23D1A1-B16E-41A8-89F0-D7012A948F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4" y="1892"/>
                <a:ext cx="21" cy="4"/>
              </a:xfrm>
              <a:custGeom>
                <a:avLst/>
                <a:gdLst>
                  <a:gd name="T0" fmla="*/ 0 w 20"/>
                  <a:gd name="T1" fmla="*/ 0 h 4"/>
                  <a:gd name="T2" fmla="*/ 23 w 20"/>
                  <a:gd name="T3" fmla="*/ 3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4">
                    <a:moveTo>
                      <a:pt x="0" y="0"/>
                    </a:moveTo>
                    <a:cubicBezTo>
                      <a:pt x="0" y="0"/>
                      <a:pt x="12" y="4"/>
                      <a:pt x="20" y="3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852" name="Freeform 31">
                <a:extLst>
                  <a:ext uri="{FF2B5EF4-FFF2-40B4-BE49-F238E27FC236}">
                    <a16:creationId xmlns:a16="http://schemas.microsoft.com/office/drawing/2014/main" id="{8B40BB85-EF03-45D6-A2C3-D776D547EE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9" y="2384"/>
                <a:ext cx="59" cy="157"/>
              </a:xfrm>
              <a:custGeom>
                <a:avLst/>
                <a:gdLst>
                  <a:gd name="T0" fmla="*/ 44 w 55"/>
                  <a:gd name="T1" fmla="*/ 179 h 147"/>
                  <a:gd name="T2" fmla="*/ 31 w 55"/>
                  <a:gd name="T3" fmla="*/ 138 h 147"/>
                  <a:gd name="T4" fmla="*/ 15 w 55"/>
                  <a:gd name="T5" fmla="*/ 121 h 147"/>
                  <a:gd name="T6" fmla="*/ 4 w 55"/>
                  <a:gd name="T7" fmla="*/ 96 h 147"/>
                  <a:gd name="T8" fmla="*/ 2 w 55"/>
                  <a:gd name="T9" fmla="*/ 82 h 147"/>
                  <a:gd name="T10" fmla="*/ 2 w 55"/>
                  <a:gd name="T11" fmla="*/ 47 h 147"/>
                  <a:gd name="T12" fmla="*/ 12 w 55"/>
                  <a:gd name="T13" fmla="*/ 25 h 147"/>
                  <a:gd name="T14" fmla="*/ 34 w 55"/>
                  <a:gd name="T15" fmla="*/ 0 h 147"/>
                  <a:gd name="T16" fmla="*/ 41 w 55"/>
                  <a:gd name="T17" fmla="*/ 15 h 147"/>
                  <a:gd name="T18" fmla="*/ 68 w 55"/>
                  <a:gd name="T19" fmla="*/ 130 h 14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5" h="147">
                    <a:moveTo>
                      <a:pt x="35" y="147"/>
                    </a:moveTo>
                    <a:cubicBezTo>
                      <a:pt x="35" y="147"/>
                      <a:pt x="37" y="123"/>
                      <a:pt x="25" y="113"/>
                    </a:cubicBezTo>
                    <a:cubicBezTo>
                      <a:pt x="13" y="102"/>
                      <a:pt x="12" y="105"/>
                      <a:pt x="12" y="99"/>
                    </a:cubicBezTo>
                    <a:cubicBezTo>
                      <a:pt x="12" y="93"/>
                      <a:pt x="7" y="83"/>
                      <a:pt x="4" y="79"/>
                    </a:cubicBezTo>
                    <a:cubicBezTo>
                      <a:pt x="1" y="75"/>
                      <a:pt x="1" y="73"/>
                      <a:pt x="2" y="67"/>
                    </a:cubicBezTo>
                    <a:cubicBezTo>
                      <a:pt x="4" y="60"/>
                      <a:pt x="4" y="44"/>
                      <a:pt x="2" y="38"/>
                    </a:cubicBezTo>
                    <a:cubicBezTo>
                      <a:pt x="0" y="32"/>
                      <a:pt x="5" y="26"/>
                      <a:pt x="9" y="21"/>
                    </a:cubicBezTo>
                    <a:cubicBezTo>
                      <a:pt x="14" y="16"/>
                      <a:pt x="28" y="0"/>
                      <a:pt x="28" y="0"/>
                    </a:cubicBezTo>
                    <a:cubicBezTo>
                      <a:pt x="28" y="0"/>
                      <a:pt x="33" y="3"/>
                      <a:pt x="33" y="12"/>
                    </a:cubicBezTo>
                    <a:cubicBezTo>
                      <a:pt x="33" y="22"/>
                      <a:pt x="15" y="95"/>
                      <a:pt x="55" y="107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853" name="Freeform 32">
                <a:extLst>
                  <a:ext uri="{FF2B5EF4-FFF2-40B4-BE49-F238E27FC236}">
                    <a16:creationId xmlns:a16="http://schemas.microsoft.com/office/drawing/2014/main" id="{45001C8A-4871-4E68-AB00-98E85812D0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9" y="2375"/>
                <a:ext cx="39" cy="32"/>
              </a:xfrm>
              <a:custGeom>
                <a:avLst/>
                <a:gdLst>
                  <a:gd name="T0" fmla="*/ 0 w 36"/>
                  <a:gd name="T1" fmla="*/ 3 h 30"/>
                  <a:gd name="T2" fmla="*/ 46 w 36"/>
                  <a:gd name="T3" fmla="*/ 36 h 3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6" h="30">
                    <a:moveTo>
                      <a:pt x="0" y="3"/>
                    </a:moveTo>
                    <a:cubicBezTo>
                      <a:pt x="0" y="3"/>
                      <a:pt x="26" y="0"/>
                      <a:pt x="36" y="3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854" name="Freeform 33">
                <a:extLst>
                  <a:ext uri="{FF2B5EF4-FFF2-40B4-BE49-F238E27FC236}">
                    <a16:creationId xmlns:a16="http://schemas.microsoft.com/office/drawing/2014/main" id="{226D7F4E-3053-4BDB-99C1-B2CD6C748A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0" y="2459"/>
                <a:ext cx="32" cy="33"/>
              </a:xfrm>
              <a:custGeom>
                <a:avLst/>
                <a:gdLst>
                  <a:gd name="T0" fmla="*/ 33 w 30"/>
                  <a:gd name="T1" fmla="*/ 28 h 31"/>
                  <a:gd name="T2" fmla="*/ 7 w 30"/>
                  <a:gd name="T3" fmla="*/ 32 h 31"/>
                  <a:gd name="T4" fmla="*/ 18 w 30"/>
                  <a:gd name="T5" fmla="*/ 0 h 31"/>
                  <a:gd name="T6" fmla="*/ 33 w 30"/>
                  <a:gd name="T7" fmla="*/ 28 h 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0" h="31">
                    <a:moveTo>
                      <a:pt x="27" y="23"/>
                    </a:moveTo>
                    <a:cubicBezTo>
                      <a:pt x="27" y="23"/>
                      <a:pt x="14" y="31"/>
                      <a:pt x="7" y="26"/>
                    </a:cubicBezTo>
                    <a:cubicBezTo>
                      <a:pt x="7" y="26"/>
                      <a:pt x="0" y="1"/>
                      <a:pt x="15" y="0"/>
                    </a:cubicBezTo>
                    <a:cubicBezTo>
                      <a:pt x="30" y="0"/>
                      <a:pt x="27" y="23"/>
                      <a:pt x="27" y="23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855" name="Freeform 34">
                <a:extLst>
                  <a:ext uri="{FF2B5EF4-FFF2-40B4-BE49-F238E27FC236}">
                    <a16:creationId xmlns:a16="http://schemas.microsoft.com/office/drawing/2014/main" id="{0345B524-40CC-4897-85D3-E7A9A500C7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5" y="2530"/>
                <a:ext cx="25" cy="19"/>
              </a:xfrm>
              <a:custGeom>
                <a:avLst/>
                <a:gdLst>
                  <a:gd name="T0" fmla="*/ 0 w 23"/>
                  <a:gd name="T1" fmla="*/ 8 h 17"/>
                  <a:gd name="T2" fmla="*/ 17 w 23"/>
                  <a:gd name="T3" fmla="*/ 4 h 17"/>
                  <a:gd name="T4" fmla="*/ 29 w 23"/>
                  <a:gd name="T5" fmla="*/ 23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17">
                    <a:moveTo>
                      <a:pt x="0" y="5"/>
                    </a:moveTo>
                    <a:cubicBezTo>
                      <a:pt x="0" y="5"/>
                      <a:pt x="6" y="0"/>
                      <a:pt x="14" y="4"/>
                    </a:cubicBezTo>
                    <a:cubicBezTo>
                      <a:pt x="23" y="8"/>
                      <a:pt x="23" y="17"/>
                      <a:pt x="23" y="17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856" name="Freeform 35">
                <a:extLst>
                  <a:ext uri="{FF2B5EF4-FFF2-40B4-BE49-F238E27FC236}">
                    <a16:creationId xmlns:a16="http://schemas.microsoft.com/office/drawing/2014/main" id="{D02EDB86-6077-4A71-BE4E-7F95CFA2DE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6" y="2473"/>
                <a:ext cx="47" cy="47"/>
              </a:xfrm>
              <a:custGeom>
                <a:avLst/>
                <a:gdLst>
                  <a:gd name="T0" fmla="*/ 53 w 44"/>
                  <a:gd name="T1" fmla="*/ 53 h 44"/>
                  <a:gd name="T2" fmla="*/ 26 w 44"/>
                  <a:gd name="T3" fmla="*/ 31 h 44"/>
                  <a:gd name="T4" fmla="*/ 0 w 44"/>
                  <a:gd name="T5" fmla="*/ 0 h 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4" h="44">
                    <a:moveTo>
                      <a:pt x="44" y="44"/>
                    </a:moveTo>
                    <a:cubicBezTo>
                      <a:pt x="44" y="44"/>
                      <a:pt x="39" y="30"/>
                      <a:pt x="21" y="25"/>
                    </a:cubicBezTo>
                    <a:cubicBezTo>
                      <a:pt x="21" y="25"/>
                      <a:pt x="18" y="10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857" name="Freeform 36">
                <a:extLst>
                  <a:ext uri="{FF2B5EF4-FFF2-40B4-BE49-F238E27FC236}">
                    <a16:creationId xmlns:a16="http://schemas.microsoft.com/office/drawing/2014/main" id="{4CD4D393-385A-4464-A304-B4C1ECFDD4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9" y="2458"/>
                <a:ext cx="27" cy="22"/>
              </a:xfrm>
              <a:custGeom>
                <a:avLst/>
                <a:gdLst>
                  <a:gd name="T0" fmla="*/ 31 w 25"/>
                  <a:gd name="T1" fmla="*/ 24 h 21"/>
                  <a:gd name="T2" fmla="*/ 17 w 25"/>
                  <a:gd name="T3" fmla="*/ 18 h 21"/>
                  <a:gd name="T4" fmla="*/ 0 w 25"/>
                  <a:gd name="T5" fmla="*/ 0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21">
                    <a:moveTo>
                      <a:pt x="25" y="21"/>
                    </a:moveTo>
                    <a:cubicBezTo>
                      <a:pt x="25" y="21"/>
                      <a:pt x="20" y="16"/>
                      <a:pt x="14" y="15"/>
                    </a:cubicBezTo>
                    <a:cubicBezTo>
                      <a:pt x="9" y="14"/>
                      <a:pt x="8" y="3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858" name="Freeform 37">
                <a:extLst>
                  <a:ext uri="{FF2B5EF4-FFF2-40B4-BE49-F238E27FC236}">
                    <a16:creationId xmlns:a16="http://schemas.microsoft.com/office/drawing/2014/main" id="{86F80D6D-BE9A-4F39-A934-533452CAB8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5" y="2406"/>
                <a:ext cx="22" cy="63"/>
              </a:xfrm>
              <a:custGeom>
                <a:avLst/>
                <a:gdLst>
                  <a:gd name="T0" fmla="*/ 0 w 20"/>
                  <a:gd name="T1" fmla="*/ 72 h 59"/>
                  <a:gd name="T2" fmla="*/ 8 w 20"/>
                  <a:gd name="T3" fmla="*/ 49 h 59"/>
                  <a:gd name="T4" fmla="*/ 14 w 20"/>
                  <a:gd name="T5" fmla="*/ 22 h 59"/>
                  <a:gd name="T6" fmla="*/ 26 w 20"/>
                  <a:gd name="T7" fmla="*/ 0 h 5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59">
                    <a:moveTo>
                      <a:pt x="0" y="59"/>
                    </a:moveTo>
                    <a:cubicBezTo>
                      <a:pt x="0" y="59"/>
                      <a:pt x="6" y="49"/>
                      <a:pt x="5" y="40"/>
                    </a:cubicBezTo>
                    <a:cubicBezTo>
                      <a:pt x="4" y="30"/>
                      <a:pt x="6" y="25"/>
                      <a:pt x="11" y="19"/>
                    </a:cubicBezTo>
                    <a:cubicBezTo>
                      <a:pt x="15" y="14"/>
                      <a:pt x="19" y="6"/>
                      <a:pt x="20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859" name="Freeform 38">
                <a:extLst>
                  <a:ext uri="{FF2B5EF4-FFF2-40B4-BE49-F238E27FC236}">
                    <a16:creationId xmlns:a16="http://schemas.microsoft.com/office/drawing/2014/main" id="{7EA3BA12-6D7C-4C1E-AF11-E3218B30AE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5" y="2426"/>
                <a:ext cx="13" cy="19"/>
              </a:xfrm>
              <a:custGeom>
                <a:avLst/>
                <a:gdLst>
                  <a:gd name="T0" fmla="*/ 0 w 12"/>
                  <a:gd name="T1" fmla="*/ 0 h 18"/>
                  <a:gd name="T2" fmla="*/ 3 w 12"/>
                  <a:gd name="T3" fmla="*/ 16 h 18"/>
                  <a:gd name="T4" fmla="*/ 15 w 12"/>
                  <a:gd name="T5" fmla="*/ 21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8">
                    <a:moveTo>
                      <a:pt x="0" y="0"/>
                    </a:moveTo>
                    <a:cubicBezTo>
                      <a:pt x="0" y="0"/>
                      <a:pt x="4" y="8"/>
                      <a:pt x="3" y="13"/>
                    </a:cubicBezTo>
                    <a:cubicBezTo>
                      <a:pt x="3" y="18"/>
                      <a:pt x="12" y="18"/>
                      <a:pt x="12" y="18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860" name="Freeform 39">
                <a:extLst>
                  <a:ext uri="{FF2B5EF4-FFF2-40B4-BE49-F238E27FC236}">
                    <a16:creationId xmlns:a16="http://schemas.microsoft.com/office/drawing/2014/main" id="{D43425F3-54F6-4A85-A804-0DD7C1E679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4" y="1254"/>
                <a:ext cx="77" cy="53"/>
              </a:xfrm>
              <a:custGeom>
                <a:avLst/>
                <a:gdLst>
                  <a:gd name="T0" fmla="*/ 0 w 72"/>
                  <a:gd name="T1" fmla="*/ 0 h 50"/>
                  <a:gd name="T2" fmla="*/ 88 w 72"/>
                  <a:gd name="T3" fmla="*/ 59 h 5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2" h="50">
                    <a:moveTo>
                      <a:pt x="0" y="0"/>
                    </a:moveTo>
                    <a:cubicBezTo>
                      <a:pt x="0" y="0"/>
                      <a:pt x="8" y="32"/>
                      <a:pt x="72" y="5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861" name="Freeform 40">
                <a:extLst>
                  <a:ext uri="{FF2B5EF4-FFF2-40B4-BE49-F238E27FC236}">
                    <a16:creationId xmlns:a16="http://schemas.microsoft.com/office/drawing/2014/main" id="{8ED032DA-BD15-4AA1-811F-DCE79E88B4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6" y="1252"/>
                <a:ext cx="10" cy="44"/>
              </a:xfrm>
              <a:custGeom>
                <a:avLst/>
                <a:gdLst>
                  <a:gd name="T0" fmla="*/ 4 w 9"/>
                  <a:gd name="T1" fmla="*/ 0 h 42"/>
                  <a:gd name="T2" fmla="*/ 0 w 9"/>
                  <a:gd name="T3" fmla="*/ 48 h 4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42">
                    <a:moveTo>
                      <a:pt x="4" y="0"/>
                    </a:moveTo>
                    <a:cubicBezTo>
                      <a:pt x="4" y="0"/>
                      <a:pt x="9" y="22"/>
                      <a:pt x="0" y="42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862" name="Oval 41">
                <a:extLst>
                  <a:ext uri="{FF2B5EF4-FFF2-40B4-BE49-F238E27FC236}">
                    <a16:creationId xmlns:a16="http://schemas.microsoft.com/office/drawing/2014/main" id="{A7996865-41C6-45D8-B426-6BF09EC46A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89" y="1000"/>
                <a:ext cx="23" cy="22"/>
              </a:xfrm>
              <a:prstGeom prst="ellipse">
                <a:avLst/>
              </a:prstGeom>
              <a:solidFill>
                <a:srgbClr val="7920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863" name="Oval 42">
                <a:extLst>
                  <a:ext uri="{FF2B5EF4-FFF2-40B4-BE49-F238E27FC236}">
                    <a16:creationId xmlns:a16="http://schemas.microsoft.com/office/drawing/2014/main" id="{1DB967D2-C275-4981-9ACE-A33A52A99A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97" y="1007"/>
                <a:ext cx="7" cy="8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864" name="Freeform 43">
                <a:extLst>
                  <a:ext uri="{FF2B5EF4-FFF2-40B4-BE49-F238E27FC236}">
                    <a16:creationId xmlns:a16="http://schemas.microsoft.com/office/drawing/2014/main" id="{9CE3B7C0-75A3-4D23-B9B6-9E40CC0BB3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1" y="982"/>
                <a:ext cx="48" cy="23"/>
              </a:xfrm>
              <a:custGeom>
                <a:avLst/>
                <a:gdLst>
                  <a:gd name="T0" fmla="*/ 54 w 45"/>
                  <a:gd name="T1" fmla="*/ 23 h 22"/>
                  <a:gd name="T2" fmla="*/ 0 w 45"/>
                  <a:gd name="T3" fmla="*/ 25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5" h="22">
                    <a:moveTo>
                      <a:pt x="45" y="20"/>
                    </a:moveTo>
                    <a:cubicBezTo>
                      <a:pt x="45" y="20"/>
                      <a:pt x="26" y="0"/>
                      <a:pt x="0" y="22"/>
                    </a:cubicBezTo>
                  </a:path>
                </a:pathLst>
              </a:custGeom>
              <a:noFill/>
              <a:ln w="3175" cap="flat">
                <a:solidFill>
                  <a:srgbClr val="EAAC9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865" name="Freeform 44">
                <a:extLst>
                  <a:ext uri="{FF2B5EF4-FFF2-40B4-BE49-F238E27FC236}">
                    <a16:creationId xmlns:a16="http://schemas.microsoft.com/office/drawing/2014/main" id="{B29460FB-128A-4BA0-8FE6-D96969157B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5" y="958"/>
                <a:ext cx="55" cy="20"/>
              </a:xfrm>
              <a:custGeom>
                <a:avLst/>
                <a:gdLst>
                  <a:gd name="T0" fmla="*/ 61 w 52"/>
                  <a:gd name="T1" fmla="*/ 17 h 19"/>
                  <a:gd name="T2" fmla="*/ 0 w 52"/>
                  <a:gd name="T3" fmla="*/ 19 h 19"/>
                  <a:gd name="T4" fmla="*/ 35 w 52"/>
                  <a:gd name="T5" fmla="*/ 14 h 19"/>
                  <a:gd name="T6" fmla="*/ 61 w 52"/>
                  <a:gd name="T7" fmla="*/ 17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2" h="19">
                    <a:moveTo>
                      <a:pt x="52" y="14"/>
                    </a:moveTo>
                    <a:cubicBezTo>
                      <a:pt x="52" y="9"/>
                      <a:pt x="19" y="0"/>
                      <a:pt x="0" y="16"/>
                    </a:cubicBezTo>
                    <a:cubicBezTo>
                      <a:pt x="0" y="16"/>
                      <a:pt x="16" y="7"/>
                      <a:pt x="29" y="11"/>
                    </a:cubicBezTo>
                    <a:cubicBezTo>
                      <a:pt x="42" y="14"/>
                      <a:pt x="52" y="19"/>
                      <a:pt x="52" y="14"/>
                    </a:cubicBezTo>
                    <a:close/>
                  </a:path>
                </a:pathLst>
              </a:custGeom>
              <a:solidFill>
                <a:srgbClr val="7920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866" name="Freeform 45">
                <a:extLst>
                  <a:ext uri="{FF2B5EF4-FFF2-40B4-BE49-F238E27FC236}">
                    <a16:creationId xmlns:a16="http://schemas.microsoft.com/office/drawing/2014/main" id="{602154AF-96B9-4ECA-9C0A-73A6702ACA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5" y="978"/>
                <a:ext cx="23" cy="61"/>
              </a:xfrm>
              <a:custGeom>
                <a:avLst/>
                <a:gdLst>
                  <a:gd name="T0" fmla="*/ 3 w 21"/>
                  <a:gd name="T1" fmla="*/ 70 h 57"/>
                  <a:gd name="T2" fmla="*/ 0 w 21"/>
                  <a:gd name="T3" fmla="*/ 0 h 57"/>
                  <a:gd name="T4" fmla="*/ 3 w 21"/>
                  <a:gd name="T5" fmla="*/ 70 h 5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57">
                    <a:moveTo>
                      <a:pt x="3" y="57"/>
                    </a:moveTo>
                    <a:cubicBezTo>
                      <a:pt x="13" y="26"/>
                      <a:pt x="0" y="0"/>
                      <a:pt x="0" y="0"/>
                    </a:cubicBezTo>
                    <a:cubicBezTo>
                      <a:pt x="0" y="0"/>
                      <a:pt x="21" y="28"/>
                      <a:pt x="3" y="57"/>
                    </a:cubicBezTo>
                    <a:close/>
                  </a:path>
                </a:pathLst>
              </a:custGeom>
              <a:solidFill>
                <a:srgbClr val="EAAC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867" name="Freeform 46">
                <a:extLst>
                  <a:ext uri="{FF2B5EF4-FFF2-40B4-BE49-F238E27FC236}">
                    <a16:creationId xmlns:a16="http://schemas.microsoft.com/office/drawing/2014/main" id="{A3344E84-874A-4F04-939B-E96AFEC890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4" y="1046"/>
                <a:ext cx="15" cy="33"/>
              </a:xfrm>
              <a:custGeom>
                <a:avLst/>
                <a:gdLst>
                  <a:gd name="T0" fmla="*/ 17 w 14"/>
                  <a:gd name="T1" fmla="*/ 37 h 31"/>
                  <a:gd name="T2" fmla="*/ 10 w 14"/>
                  <a:gd name="T3" fmla="*/ 15 h 31"/>
                  <a:gd name="T4" fmla="*/ 14 w 14"/>
                  <a:gd name="T5" fmla="*/ 0 h 31"/>
                  <a:gd name="T6" fmla="*/ 4 w 14"/>
                  <a:gd name="T7" fmla="*/ 15 h 31"/>
                  <a:gd name="T8" fmla="*/ 17 w 14"/>
                  <a:gd name="T9" fmla="*/ 37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31">
                    <a:moveTo>
                      <a:pt x="14" y="31"/>
                    </a:moveTo>
                    <a:cubicBezTo>
                      <a:pt x="2" y="30"/>
                      <a:pt x="4" y="17"/>
                      <a:pt x="7" y="12"/>
                    </a:cubicBezTo>
                    <a:cubicBezTo>
                      <a:pt x="9" y="8"/>
                      <a:pt x="11" y="0"/>
                      <a:pt x="11" y="0"/>
                    </a:cubicBezTo>
                    <a:cubicBezTo>
                      <a:pt x="11" y="0"/>
                      <a:pt x="7" y="8"/>
                      <a:pt x="4" y="12"/>
                    </a:cubicBezTo>
                    <a:cubicBezTo>
                      <a:pt x="2" y="15"/>
                      <a:pt x="0" y="28"/>
                      <a:pt x="14" y="31"/>
                    </a:cubicBezTo>
                    <a:close/>
                  </a:path>
                </a:pathLst>
              </a:custGeom>
              <a:solidFill>
                <a:srgbClr val="EAAC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868" name="Freeform 47">
                <a:extLst>
                  <a:ext uri="{FF2B5EF4-FFF2-40B4-BE49-F238E27FC236}">
                    <a16:creationId xmlns:a16="http://schemas.microsoft.com/office/drawing/2014/main" id="{686664AC-6506-4935-A631-87F65ED419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8" y="1064"/>
                <a:ext cx="20" cy="9"/>
              </a:xfrm>
              <a:custGeom>
                <a:avLst/>
                <a:gdLst>
                  <a:gd name="T0" fmla="*/ 9 w 18"/>
                  <a:gd name="T1" fmla="*/ 0 h 9"/>
                  <a:gd name="T2" fmla="*/ 24 w 18"/>
                  <a:gd name="T3" fmla="*/ 9 h 9"/>
                  <a:gd name="T4" fmla="*/ 16 w 18"/>
                  <a:gd name="T5" fmla="*/ 9 h 9"/>
                  <a:gd name="T6" fmla="*/ 9 w 18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9">
                    <a:moveTo>
                      <a:pt x="6" y="0"/>
                    </a:moveTo>
                    <a:cubicBezTo>
                      <a:pt x="6" y="0"/>
                      <a:pt x="10" y="6"/>
                      <a:pt x="18" y="9"/>
                    </a:cubicBezTo>
                    <a:cubicBezTo>
                      <a:pt x="18" y="9"/>
                      <a:pt x="16" y="9"/>
                      <a:pt x="12" y="9"/>
                    </a:cubicBezTo>
                    <a:cubicBezTo>
                      <a:pt x="7" y="8"/>
                      <a:pt x="0" y="6"/>
                      <a:pt x="6" y="0"/>
                    </a:cubicBezTo>
                    <a:close/>
                  </a:path>
                </a:pathLst>
              </a:custGeom>
              <a:solidFill>
                <a:srgbClr val="EAAC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869" name="Freeform 48">
                <a:extLst>
                  <a:ext uri="{FF2B5EF4-FFF2-40B4-BE49-F238E27FC236}">
                    <a16:creationId xmlns:a16="http://schemas.microsoft.com/office/drawing/2014/main" id="{6FA214D3-4480-4AD8-B561-15098EE57C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4" y="1048"/>
                <a:ext cx="11" cy="18"/>
              </a:xfrm>
              <a:custGeom>
                <a:avLst/>
                <a:gdLst>
                  <a:gd name="T0" fmla="*/ 13 w 10"/>
                  <a:gd name="T1" fmla="*/ 18 h 17"/>
                  <a:gd name="T2" fmla="*/ 8 w 10"/>
                  <a:gd name="T3" fmla="*/ 0 h 17"/>
                  <a:gd name="T4" fmla="*/ 12 w 10"/>
                  <a:gd name="T5" fmla="*/ 20 h 17"/>
                  <a:gd name="T6" fmla="*/ 13 w 10"/>
                  <a:gd name="T7" fmla="*/ 18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17">
                    <a:moveTo>
                      <a:pt x="10" y="15"/>
                    </a:moveTo>
                    <a:cubicBezTo>
                      <a:pt x="10" y="15"/>
                      <a:pt x="3" y="11"/>
                      <a:pt x="5" y="0"/>
                    </a:cubicBezTo>
                    <a:cubicBezTo>
                      <a:pt x="5" y="0"/>
                      <a:pt x="0" y="9"/>
                      <a:pt x="9" y="17"/>
                    </a:cubicBezTo>
                    <a:lnTo>
                      <a:pt x="10" y="15"/>
                    </a:lnTo>
                    <a:close/>
                  </a:path>
                </a:pathLst>
              </a:custGeom>
              <a:solidFill>
                <a:srgbClr val="EAAC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870" name="Freeform 49">
                <a:extLst>
                  <a:ext uri="{FF2B5EF4-FFF2-40B4-BE49-F238E27FC236}">
                    <a16:creationId xmlns:a16="http://schemas.microsoft.com/office/drawing/2014/main" id="{D58315F0-4AC1-4991-B339-8FFE1A63CC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1" y="1128"/>
                <a:ext cx="7" cy="20"/>
              </a:xfrm>
              <a:custGeom>
                <a:avLst/>
                <a:gdLst>
                  <a:gd name="T0" fmla="*/ 9 w 6"/>
                  <a:gd name="T1" fmla="*/ 0 h 19"/>
                  <a:gd name="T2" fmla="*/ 9 w 6"/>
                  <a:gd name="T3" fmla="*/ 22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9">
                    <a:moveTo>
                      <a:pt x="6" y="0"/>
                    </a:moveTo>
                    <a:cubicBezTo>
                      <a:pt x="6" y="0"/>
                      <a:pt x="0" y="5"/>
                      <a:pt x="6" y="19"/>
                    </a:cubicBezTo>
                  </a:path>
                </a:pathLst>
              </a:custGeom>
              <a:noFill/>
              <a:ln w="3175" cap="flat">
                <a:solidFill>
                  <a:srgbClr val="EAAC9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871" name="Freeform 50">
                <a:extLst>
                  <a:ext uri="{FF2B5EF4-FFF2-40B4-BE49-F238E27FC236}">
                    <a16:creationId xmlns:a16="http://schemas.microsoft.com/office/drawing/2014/main" id="{195E0E4F-4490-45D7-91C9-4C25B5E43A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2" y="1057"/>
                <a:ext cx="8" cy="66"/>
              </a:xfrm>
              <a:custGeom>
                <a:avLst/>
                <a:gdLst>
                  <a:gd name="T0" fmla="*/ 10 w 7"/>
                  <a:gd name="T1" fmla="*/ 0 h 62"/>
                  <a:gd name="T2" fmla="*/ 2 w 7"/>
                  <a:gd name="T3" fmla="*/ 13 h 62"/>
                  <a:gd name="T4" fmla="*/ 1 w 7"/>
                  <a:gd name="T5" fmla="*/ 33 h 62"/>
                  <a:gd name="T6" fmla="*/ 8 w 7"/>
                  <a:gd name="T7" fmla="*/ 53 h 62"/>
                  <a:gd name="T8" fmla="*/ 8 w 7"/>
                  <a:gd name="T9" fmla="*/ 75 h 62"/>
                  <a:gd name="T10" fmla="*/ 9 w 7"/>
                  <a:gd name="T11" fmla="*/ 64 h 62"/>
                  <a:gd name="T12" fmla="*/ 9 w 7"/>
                  <a:gd name="T13" fmla="*/ 51 h 62"/>
                  <a:gd name="T14" fmla="*/ 7 w 7"/>
                  <a:gd name="T15" fmla="*/ 33 h 62"/>
                  <a:gd name="T16" fmla="*/ 3 w 7"/>
                  <a:gd name="T17" fmla="*/ 19 h 62"/>
                  <a:gd name="T18" fmla="*/ 7 w 7"/>
                  <a:gd name="T19" fmla="*/ 13 h 62"/>
                  <a:gd name="T20" fmla="*/ 9 w 7"/>
                  <a:gd name="T21" fmla="*/ 2 h 6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7" h="62">
                    <a:moveTo>
                      <a:pt x="7" y="0"/>
                    </a:moveTo>
                    <a:cubicBezTo>
                      <a:pt x="5" y="2"/>
                      <a:pt x="4" y="7"/>
                      <a:pt x="2" y="10"/>
                    </a:cubicBezTo>
                    <a:cubicBezTo>
                      <a:pt x="0" y="15"/>
                      <a:pt x="0" y="21"/>
                      <a:pt x="1" y="27"/>
                    </a:cubicBezTo>
                    <a:cubicBezTo>
                      <a:pt x="2" y="33"/>
                      <a:pt x="4" y="38"/>
                      <a:pt x="5" y="44"/>
                    </a:cubicBezTo>
                    <a:cubicBezTo>
                      <a:pt x="6" y="50"/>
                      <a:pt x="6" y="56"/>
                      <a:pt x="5" y="62"/>
                    </a:cubicBezTo>
                    <a:cubicBezTo>
                      <a:pt x="5" y="59"/>
                      <a:pt x="6" y="56"/>
                      <a:pt x="6" y="53"/>
                    </a:cubicBezTo>
                    <a:cubicBezTo>
                      <a:pt x="6" y="49"/>
                      <a:pt x="6" y="46"/>
                      <a:pt x="6" y="42"/>
                    </a:cubicBezTo>
                    <a:cubicBezTo>
                      <a:pt x="5" y="37"/>
                      <a:pt x="5" y="32"/>
                      <a:pt x="4" y="27"/>
                    </a:cubicBezTo>
                    <a:cubicBezTo>
                      <a:pt x="3" y="23"/>
                      <a:pt x="2" y="20"/>
                      <a:pt x="3" y="16"/>
                    </a:cubicBezTo>
                    <a:cubicBezTo>
                      <a:pt x="3" y="14"/>
                      <a:pt x="3" y="12"/>
                      <a:pt x="4" y="10"/>
                    </a:cubicBezTo>
                    <a:cubicBezTo>
                      <a:pt x="4" y="8"/>
                      <a:pt x="6" y="5"/>
                      <a:pt x="6" y="2"/>
                    </a:cubicBezTo>
                  </a:path>
                </a:pathLst>
              </a:custGeom>
              <a:solidFill>
                <a:srgbClr val="EAAC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872" name="Freeform 51">
                <a:extLst>
                  <a:ext uri="{FF2B5EF4-FFF2-40B4-BE49-F238E27FC236}">
                    <a16:creationId xmlns:a16="http://schemas.microsoft.com/office/drawing/2014/main" id="{F0F8975A-E83C-43E2-BB84-0FC3D60348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7" y="1129"/>
                <a:ext cx="8" cy="23"/>
              </a:xfrm>
              <a:custGeom>
                <a:avLst/>
                <a:gdLst>
                  <a:gd name="T0" fmla="*/ 9 w 7"/>
                  <a:gd name="T1" fmla="*/ 0 h 22"/>
                  <a:gd name="T2" fmla="*/ 10 w 7"/>
                  <a:gd name="T3" fmla="*/ 25 h 22"/>
                  <a:gd name="T4" fmla="*/ 9 w 7"/>
                  <a:gd name="T5" fmla="*/ 2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22">
                    <a:moveTo>
                      <a:pt x="6" y="0"/>
                    </a:moveTo>
                    <a:cubicBezTo>
                      <a:pt x="7" y="8"/>
                      <a:pt x="3" y="14"/>
                      <a:pt x="7" y="22"/>
                    </a:cubicBezTo>
                    <a:cubicBezTo>
                      <a:pt x="1" y="16"/>
                      <a:pt x="0" y="8"/>
                      <a:pt x="6" y="2"/>
                    </a:cubicBezTo>
                  </a:path>
                </a:pathLst>
              </a:custGeom>
              <a:solidFill>
                <a:srgbClr val="EAAC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873" name="Freeform 52">
                <a:extLst>
                  <a:ext uri="{FF2B5EF4-FFF2-40B4-BE49-F238E27FC236}">
                    <a16:creationId xmlns:a16="http://schemas.microsoft.com/office/drawing/2014/main" id="{811DD185-794E-47FA-8946-79CF40CB4D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3" y="1064"/>
                <a:ext cx="10" cy="73"/>
              </a:xfrm>
              <a:custGeom>
                <a:avLst/>
                <a:gdLst>
                  <a:gd name="T0" fmla="*/ 2 w 10"/>
                  <a:gd name="T1" fmla="*/ 81 h 69"/>
                  <a:gd name="T2" fmla="*/ 0 w 10"/>
                  <a:gd name="T3" fmla="*/ 0 h 6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69">
                    <a:moveTo>
                      <a:pt x="2" y="69"/>
                    </a:moveTo>
                    <a:cubicBezTo>
                      <a:pt x="2" y="69"/>
                      <a:pt x="10" y="25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874" name="Freeform 53">
                <a:extLst>
                  <a:ext uri="{FF2B5EF4-FFF2-40B4-BE49-F238E27FC236}">
                    <a16:creationId xmlns:a16="http://schemas.microsoft.com/office/drawing/2014/main" id="{7D85ACF7-8DA5-41ED-BC38-99D458237E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2" y="1054"/>
                <a:ext cx="25" cy="24"/>
              </a:xfrm>
              <a:custGeom>
                <a:avLst/>
                <a:gdLst>
                  <a:gd name="T0" fmla="*/ 29 w 23"/>
                  <a:gd name="T1" fmla="*/ 28 h 22"/>
                  <a:gd name="T2" fmla="*/ 5 w 23"/>
                  <a:gd name="T3" fmla="*/ 28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22">
                    <a:moveTo>
                      <a:pt x="23" y="22"/>
                    </a:moveTo>
                    <a:cubicBezTo>
                      <a:pt x="23" y="22"/>
                      <a:pt x="0" y="0"/>
                      <a:pt x="5" y="22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875" name="Freeform 54">
                <a:extLst>
                  <a:ext uri="{FF2B5EF4-FFF2-40B4-BE49-F238E27FC236}">
                    <a16:creationId xmlns:a16="http://schemas.microsoft.com/office/drawing/2014/main" id="{43A31FAD-A04A-4291-A86E-FC54F94C6D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9" y="1086"/>
                <a:ext cx="18" cy="23"/>
              </a:xfrm>
              <a:custGeom>
                <a:avLst/>
                <a:gdLst>
                  <a:gd name="T0" fmla="*/ 20 w 17"/>
                  <a:gd name="T1" fmla="*/ 0 h 21"/>
                  <a:gd name="T2" fmla="*/ 20 w 17"/>
                  <a:gd name="T3" fmla="*/ 27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21">
                    <a:moveTo>
                      <a:pt x="17" y="0"/>
                    </a:moveTo>
                    <a:cubicBezTo>
                      <a:pt x="17" y="0"/>
                      <a:pt x="0" y="10"/>
                      <a:pt x="17" y="21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876" name="Freeform 55">
                <a:extLst>
                  <a:ext uri="{FF2B5EF4-FFF2-40B4-BE49-F238E27FC236}">
                    <a16:creationId xmlns:a16="http://schemas.microsoft.com/office/drawing/2014/main" id="{BE620D0B-4980-4B16-858D-C5A1A4D6CD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7" y="2975"/>
                <a:ext cx="64" cy="86"/>
              </a:xfrm>
              <a:custGeom>
                <a:avLst/>
                <a:gdLst>
                  <a:gd name="T0" fmla="*/ 0 w 60"/>
                  <a:gd name="T1" fmla="*/ 0 h 81"/>
                  <a:gd name="T2" fmla="*/ 37 w 60"/>
                  <a:gd name="T3" fmla="*/ 37 h 81"/>
                  <a:gd name="T4" fmla="*/ 73 w 60"/>
                  <a:gd name="T5" fmla="*/ 97 h 8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0" h="81">
                    <a:moveTo>
                      <a:pt x="0" y="0"/>
                    </a:moveTo>
                    <a:cubicBezTo>
                      <a:pt x="9" y="2"/>
                      <a:pt x="23" y="23"/>
                      <a:pt x="31" y="31"/>
                    </a:cubicBezTo>
                    <a:cubicBezTo>
                      <a:pt x="46" y="47"/>
                      <a:pt x="52" y="61"/>
                      <a:pt x="60" y="81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877" name="Freeform 56">
                <a:extLst>
                  <a:ext uri="{FF2B5EF4-FFF2-40B4-BE49-F238E27FC236}">
                    <a16:creationId xmlns:a16="http://schemas.microsoft.com/office/drawing/2014/main" id="{CE731564-555D-4502-93D7-B68C889555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1" y="3090"/>
                <a:ext cx="211" cy="52"/>
              </a:xfrm>
              <a:custGeom>
                <a:avLst/>
                <a:gdLst>
                  <a:gd name="T0" fmla="*/ 0 w 197"/>
                  <a:gd name="T1" fmla="*/ 0 h 49"/>
                  <a:gd name="T2" fmla="*/ 35 w 197"/>
                  <a:gd name="T3" fmla="*/ 22 h 49"/>
                  <a:gd name="T4" fmla="*/ 84 w 197"/>
                  <a:gd name="T5" fmla="*/ 47 h 49"/>
                  <a:gd name="T6" fmla="*/ 151 w 197"/>
                  <a:gd name="T7" fmla="*/ 57 h 49"/>
                  <a:gd name="T8" fmla="*/ 242 w 197"/>
                  <a:gd name="T9" fmla="*/ 34 h 4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7" h="49">
                    <a:moveTo>
                      <a:pt x="0" y="0"/>
                    </a:moveTo>
                    <a:cubicBezTo>
                      <a:pt x="6" y="8"/>
                      <a:pt x="20" y="13"/>
                      <a:pt x="29" y="19"/>
                    </a:cubicBezTo>
                    <a:cubicBezTo>
                      <a:pt x="41" y="27"/>
                      <a:pt x="54" y="35"/>
                      <a:pt x="68" y="39"/>
                    </a:cubicBezTo>
                    <a:cubicBezTo>
                      <a:pt x="86" y="46"/>
                      <a:pt x="105" y="49"/>
                      <a:pt x="123" y="48"/>
                    </a:cubicBezTo>
                    <a:cubicBezTo>
                      <a:pt x="150" y="47"/>
                      <a:pt x="171" y="34"/>
                      <a:pt x="197" y="28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878" name="Freeform 57">
                <a:extLst>
                  <a:ext uri="{FF2B5EF4-FFF2-40B4-BE49-F238E27FC236}">
                    <a16:creationId xmlns:a16="http://schemas.microsoft.com/office/drawing/2014/main" id="{49232C64-E282-4319-9F10-203A557730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4" y="3098"/>
                <a:ext cx="39" cy="16"/>
              </a:xfrm>
              <a:custGeom>
                <a:avLst/>
                <a:gdLst>
                  <a:gd name="T0" fmla="*/ 0 w 36"/>
                  <a:gd name="T1" fmla="*/ 0 h 15"/>
                  <a:gd name="T2" fmla="*/ 46 w 36"/>
                  <a:gd name="T3" fmla="*/ 18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6" h="15">
                    <a:moveTo>
                      <a:pt x="0" y="0"/>
                    </a:moveTo>
                    <a:cubicBezTo>
                      <a:pt x="11" y="6"/>
                      <a:pt x="25" y="8"/>
                      <a:pt x="36" y="15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879" name="Freeform 58">
                <a:extLst>
                  <a:ext uri="{FF2B5EF4-FFF2-40B4-BE49-F238E27FC236}">
                    <a16:creationId xmlns:a16="http://schemas.microsoft.com/office/drawing/2014/main" id="{C9CA1A5E-86CE-45EA-ABA7-F1D1E55952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2" y="3156"/>
                <a:ext cx="56" cy="6"/>
              </a:xfrm>
              <a:custGeom>
                <a:avLst/>
                <a:gdLst>
                  <a:gd name="T0" fmla="*/ 0 w 53"/>
                  <a:gd name="T1" fmla="*/ 1 h 6"/>
                  <a:gd name="T2" fmla="*/ 62 w 53"/>
                  <a:gd name="T3" fmla="*/ 6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3" h="6">
                    <a:moveTo>
                      <a:pt x="0" y="1"/>
                    </a:moveTo>
                    <a:cubicBezTo>
                      <a:pt x="17" y="1"/>
                      <a:pt x="38" y="0"/>
                      <a:pt x="53" y="6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880" name="Freeform 59">
                <a:extLst>
                  <a:ext uri="{FF2B5EF4-FFF2-40B4-BE49-F238E27FC236}">
                    <a16:creationId xmlns:a16="http://schemas.microsoft.com/office/drawing/2014/main" id="{23A55616-AB6D-4EB5-9532-E4A7686BF7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4" y="2781"/>
                <a:ext cx="59" cy="24"/>
              </a:xfrm>
              <a:custGeom>
                <a:avLst/>
                <a:gdLst>
                  <a:gd name="T0" fmla="*/ 0 w 56"/>
                  <a:gd name="T1" fmla="*/ 0 h 22"/>
                  <a:gd name="T2" fmla="*/ 65 w 56"/>
                  <a:gd name="T3" fmla="*/ 28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6" h="22">
                    <a:moveTo>
                      <a:pt x="0" y="0"/>
                    </a:moveTo>
                    <a:cubicBezTo>
                      <a:pt x="21" y="7"/>
                      <a:pt x="38" y="8"/>
                      <a:pt x="56" y="22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881" name="Freeform 60">
                <a:extLst>
                  <a:ext uri="{FF2B5EF4-FFF2-40B4-BE49-F238E27FC236}">
                    <a16:creationId xmlns:a16="http://schemas.microsoft.com/office/drawing/2014/main" id="{45CF59A7-44B1-4B4D-8977-3086E508A7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2" y="3790"/>
                <a:ext cx="105" cy="14"/>
              </a:xfrm>
              <a:custGeom>
                <a:avLst/>
                <a:gdLst>
                  <a:gd name="T0" fmla="*/ 0 w 98"/>
                  <a:gd name="T1" fmla="*/ 5 h 13"/>
                  <a:gd name="T2" fmla="*/ 35 w 98"/>
                  <a:gd name="T3" fmla="*/ 15 h 13"/>
                  <a:gd name="T4" fmla="*/ 69 w 98"/>
                  <a:gd name="T5" fmla="*/ 6 h 13"/>
                  <a:gd name="T6" fmla="*/ 121 w 98"/>
                  <a:gd name="T7" fmla="*/ 16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8" h="13">
                    <a:moveTo>
                      <a:pt x="0" y="5"/>
                    </a:moveTo>
                    <a:cubicBezTo>
                      <a:pt x="10" y="7"/>
                      <a:pt x="19" y="12"/>
                      <a:pt x="29" y="12"/>
                    </a:cubicBezTo>
                    <a:cubicBezTo>
                      <a:pt x="39" y="12"/>
                      <a:pt x="47" y="9"/>
                      <a:pt x="56" y="6"/>
                    </a:cubicBezTo>
                    <a:cubicBezTo>
                      <a:pt x="70" y="0"/>
                      <a:pt x="87" y="1"/>
                      <a:pt x="98" y="13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882" name="Freeform 61">
                <a:extLst>
                  <a:ext uri="{FF2B5EF4-FFF2-40B4-BE49-F238E27FC236}">
                    <a16:creationId xmlns:a16="http://schemas.microsoft.com/office/drawing/2014/main" id="{EB3E88C0-3162-4066-BCCA-8947BF7BC1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8" y="3691"/>
                <a:ext cx="44" cy="7"/>
              </a:xfrm>
              <a:custGeom>
                <a:avLst/>
                <a:gdLst>
                  <a:gd name="T0" fmla="*/ 0 w 41"/>
                  <a:gd name="T1" fmla="*/ 0 h 7"/>
                  <a:gd name="T2" fmla="*/ 50 w 41"/>
                  <a:gd name="T3" fmla="*/ 7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1" h="7">
                    <a:moveTo>
                      <a:pt x="0" y="0"/>
                    </a:moveTo>
                    <a:cubicBezTo>
                      <a:pt x="13" y="0"/>
                      <a:pt x="28" y="5"/>
                      <a:pt x="41" y="7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883" name="Freeform 62">
                <a:extLst>
                  <a:ext uri="{FF2B5EF4-FFF2-40B4-BE49-F238E27FC236}">
                    <a16:creationId xmlns:a16="http://schemas.microsoft.com/office/drawing/2014/main" id="{0D851AFA-3D17-4209-86B2-CC05F8DCC9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8" y="3984"/>
                <a:ext cx="38" cy="38"/>
              </a:xfrm>
              <a:custGeom>
                <a:avLst/>
                <a:gdLst>
                  <a:gd name="T0" fmla="*/ 4 w 36"/>
                  <a:gd name="T1" fmla="*/ 45 h 35"/>
                  <a:gd name="T2" fmla="*/ 14 w 36"/>
                  <a:gd name="T3" fmla="*/ 14 h 35"/>
                  <a:gd name="T4" fmla="*/ 29 w 36"/>
                  <a:gd name="T5" fmla="*/ 4 h 35"/>
                  <a:gd name="T6" fmla="*/ 42 w 36"/>
                  <a:gd name="T7" fmla="*/ 0 h 3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6" h="35">
                    <a:moveTo>
                      <a:pt x="4" y="35"/>
                    </a:moveTo>
                    <a:cubicBezTo>
                      <a:pt x="0" y="26"/>
                      <a:pt x="2" y="15"/>
                      <a:pt x="11" y="11"/>
                    </a:cubicBezTo>
                    <a:cubicBezTo>
                      <a:pt x="16" y="9"/>
                      <a:pt x="21" y="6"/>
                      <a:pt x="25" y="4"/>
                    </a:cubicBezTo>
                    <a:cubicBezTo>
                      <a:pt x="29" y="3"/>
                      <a:pt x="33" y="2"/>
                      <a:pt x="36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884" name="Freeform 63">
                <a:extLst>
                  <a:ext uri="{FF2B5EF4-FFF2-40B4-BE49-F238E27FC236}">
                    <a16:creationId xmlns:a16="http://schemas.microsoft.com/office/drawing/2014/main" id="{B88FBC8C-55C8-4FC4-8B01-D6B3175929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9" y="3965"/>
                <a:ext cx="15" cy="22"/>
              </a:xfrm>
              <a:custGeom>
                <a:avLst/>
                <a:gdLst>
                  <a:gd name="T0" fmla="*/ 0 w 14"/>
                  <a:gd name="T1" fmla="*/ 26 h 20"/>
                  <a:gd name="T2" fmla="*/ 17 w 14"/>
                  <a:gd name="T3" fmla="*/ 0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20">
                    <a:moveTo>
                      <a:pt x="0" y="20"/>
                    </a:moveTo>
                    <a:cubicBezTo>
                      <a:pt x="7" y="15"/>
                      <a:pt x="8" y="5"/>
                      <a:pt x="14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885" name="Freeform 64">
                <a:extLst>
                  <a:ext uri="{FF2B5EF4-FFF2-40B4-BE49-F238E27FC236}">
                    <a16:creationId xmlns:a16="http://schemas.microsoft.com/office/drawing/2014/main" id="{B9AF92DA-761E-4C92-A21F-B3E4847DAF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7" y="3995"/>
                <a:ext cx="36" cy="24"/>
              </a:xfrm>
              <a:custGeom>
                <a:avLst/>
                <a:gdLst>
                  <a:gd name="T0" fmla="*/ 0 w 33"/>
                  <a:gd name="T1" fmla="*/ 9 h 22"/>
                  <a:gd name="T2" fmla="*/ 35 w 33"/>
                  <a:gd name="T3" fmla="*/ 28 h 22"/>
                  <a:gd name="T4" fmla="*/ 41 w 33"/>
                  <a:gd name="T5" fmla="*/ 11 h 22"/>
                  <a:gd name="T6" fmla="*/ 27 w 33"/>
                  <a:gd name="T7" fmla="*/ 0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" h="22">
                    <a:moveTo>
                      <a:pt x="0" y="6"/>
                    </a:moveTo>
                    <a:cubicBezTo>
                      <a:pt x="14" y="4"/>
                      <a:pt x="24" y="9"/>
                      <a:pt x="27" y="22"/>
                    </a:cubicBezTo>
                    <a:cubicBezTo>
                      <a:pt x="32" y="20"/>
                      <a:pt x="33" y="12"/>
                      <a:pt x="32" y="8"/>
                    </a:cubicBezTo>
                    <a:cubicBezTo>
                      <a:pt x="30" y="3"/>
                      <a:pt x="25" y="2"/>
                      <a:pt x="21" y="0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886" name="Freeform 65">
                <a:extLst>
                  <a:ext uri="{FF2B5EF4-FFF2-40B4-BE49-F238E27FC236}">
                    <a16:creationId xmlns:a16="http://schemas.microsoft.com/office/drawing/2014/main" id="{ECD92768-2F57-4C47-8A1E-5EFBD94B34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0" y="3968"/>
                <a:ext cx="37" cy="48"/>
              </a:xfrm>
              <a:custGeom>
                <a:avLst/>
                <a:gdLst>
                  <a:gd name="T0" fmla="*/ 4 w 35"/>
                  <a:gd name="T1" fmla="*/ 54 h 45"/>
                  <a:gd name="T2" fmla="*/ 3 w 35"/>
                  <a:gd name="T3" fmla="*/ 37 h 45"/>
                  <a:gd name="T4" fmla="*/ 16 w 35"/>
                  <a:gd name="T5" fmla="*/ 23 h 45"/>
                  <a:gd name="T6" fmla="*/ 27 w 35"/>
                  <a:gd name="T7" fmla="*/ 16 h 45"/>
                  <a:gd name="T8" fmla="*/ 36 w 35"/>
                  <a:gd name="T9" fmla="*/ 12 h 45"/>
                  <a:gd name="T10" fmla="*/ 41 w 35"/>
                  <a:gd name="T11" fmla="*/ 0 h 4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5" h="45">
                    <a:moveTo>
                      <a:pt x="4" y="45"/>
                    </a:moveTo>
                    <a:cubicBezTo>
                      <a:pt x="0" y="44"/>
                      <a:pt x="2" y="34"/>
                      <a:pt x="3" y="31"/>
                    </a:cubicBezTo>
                    <a:cubicBezTo>
                      <a:pt x="5" y="27"/>
                      <a:pt x="9" y="22"/>
                      <a:pt x="13" y="20"/>
                    </a:cubicBezTo>
                    <a:cubicBezTo>
                      <a:pt x="16" y="17"/>
                      <a:pt x="20" y="15"/>
                      <a:pt x="24" y="13"/>
                    </a:cubicBezTo>
                    <a:cubicBezTo>
                      <a:pt x="27" y="12"/>
                      <a:pt x="28" y="11"/>
                      <a:pt x="30" y="9"/>
                    </a:cubicBezTo>
                    <a:cubicBezTo>
                      <a:pt x="31" y="7"/>
                      <a:pt x="34" y="2"/>
                      <a:pt x="35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887" name="Freeform 66">
                <a:extLst>
                  <a:ext uri="{FF2B5EF4-FFF2-40B4-BE49-F238E27FC236}">
                    <a16:creationId xmlns:a16="http://schemas.microsoft.com/office/drawing/2014/main" id="{AED38C1A-E1A5-4EFF-8ED4-A5685DB065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8" y="3955"/>
                <a:ext cx="40" cy="42"/>
              </a:xfrm>
              <a:custGeom>
                <a:avLst/>
                <a:gdLst>
                  <a:gd name="T0" fmla="*/ 0 w 37"/>
                  <a:gd name="T1" fmla="*/ 46 h 40"/>
                  <a:gd name="T2" fmla="*/ 15 w 37"/>
                  <a:gd name="T3" fmla="*/ 16 h 40"/>
                  <a:gd name="T4" fmla="*/ 29 w 37"/>
                  <a:gd name="T5" fmla="*/ 8 h 40"/>
                  <a:gd name="T6" fmla="*/ 38 w 37"/>
                  <a:gd name="T7" fmla="*/ 4 h 40"/>
                  <a:gd name="T8" fmla="*/ 46 w 37"/>
                  <a:gd name="T9" fmla="*/ 0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7" h="40">
                    <a:moveTo>
                      <a:pt x="0" y="40"/>
                    </a:moveTo>
                    <a:cubicBezTo>
                      <a:pt x="0" y="30"/>
                      <a:pt x="4" y="19"/>
                      <a:pt x="12" y="13"/>
                    </a:cubicBezTo>
                    <a:cubicBezTo>
                      <a:pt x="16" y="11"/>
                      <a:pt x="20" y="11"/>
                      <a:pt x="23" y="8"/>
                    </a:cubicBezTo>
                    <a:cubicBezTo>
                      <a:pt x="26" y="7"/>
                      <a:pt x="27" y="5"/>
                      <a:pt x="30" y="4"/>
                    </a:cubicBezTo>
                    <a:cubicBezTo>
                      <a:pt x="32" y="2"/>
                      <a:pt x="35" y="2"/>
                      <a:pt x="37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888" name="Freeform 67">
                <a:extLst>
                  <a:ext uri="{FF2B5EF4-FFF2-40B4-BE49-F238E27FC236}">
                    <a16:creationId xmlns:a16="http://schemas.microsoft.com/office/drawing/2014/main" id="{D5FC02B9-DBBD-4A8C-9C9F-BCA35B43C6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0" y="3956"/>
                <a:ext cx="12" cy="6"/>
              </a:xfrm>
              <a:custGeom>
                <a:avLst/>
                <a:gdLst>
                  <a:gd name="T0" fmla="*/ 0 w 11"/>
                  <a:gd name="T1" fmla="*/ 6 h 6"/>
                  <a:gd name="T2" fmla="*/ 14 w 11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6">
                    <a:moveTo>
                      <a:pt x="0" y="6"/>
                    </a:moveTo>
                    <a:cubicBezTo>
                      <a:pt x="3" y="2"/>
                      <a:pt x="9" y="2"/>
                      <a:pt x="11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889" name="Freeform 68">
                <a:extLst>
                  <a:ext uri="{FF2B5EF4-FFF2-40B4-BE49-F238E27FC236}">
                    <a16:creationId xmlns:a16="http://schemas.microsoft.com/office/drawing/2014/main" id="{96740178-37AD-45AE-9C84-C54C9EBFCA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1" y="3948"/>
                <a:ext cx="6" cy="3"/>
              </a:xfrm>
              <a:custGeom>
                <a:avLst/>
                <a:gdLst>
                  <a:gd name="T0" fmla="*/ 0 w 6"/>
                  <a:gd name="T1" fmla="*/ 3 h 3"/>
                  <a:gd name="T2" fmla="*/ 6 w 6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3">
                    <a:moveTo>
                      <a:pt x="0" y="3"/>
                    </a:moveTo>
                    <a:cubicBezTo>
                      <a:pt x="2" y="2"/>
                      <a:pt x="4" y="1"/>
                      <a:pt x="6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890" name="Freeform 69">
                <a:extLst>
                  <a:ext uri="{FF2B5EF4-FFF2-40B4-BE49-F238E27FC236}">
                    <a16:creationId xmlns:a16="http://schemas.microsoft.com/office/drawing/2014/main" id="{35865F4F-DA3F-4F4C-8E02-90EF6156D5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9" y="3990"/>
                <a:ext cx="17" cy="13"/>
              </a:xfrm>
              <a:custGeom>
                <a:avLst/>
                <a:gdLst>
                  <a:gd name="T0" fmla="*/ 0 w 16"/>
                  <a:gd name="T1" fmla="*/ 9 h 12"/>
                  <a:gd name="T2" fmla="*/ 16 w 16"/>
                  <a:gd name="T3" fmla="*/ 15 h 12"/>
                  <a:gd name="T4" fmla="*/ 19 w 16"/>
                  <a:gd name="T5" fmla="*/ 9 h 12"/>
                  <a:gd name="T6" fmla="*/ 5 w 16"/>
                  <a:gd name="T7" fmla="*/ 1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12">
                    <a:moveTo>
                      <a:pt x="0" y="6"/>
                    </a:moveTo>
                    <a:cubicBezTo>
                      <a:pt x="7" y="6"/>
                      <a:pt x="8" y="9"/>
                      <a:pt x="13" y="12"/>
                    </a:cubicBezTo>
                    <a:cubicBezTo>
                      <a:pt x="14" y="10"/>
                      <a:pt x="15" y="8"/>
                      <a:pt x="16" y="6"/>
                    </a:cubicBezTo>
                    <a:cubicBezTo>
                      <a:pt x="12" y="5"/>
                      <a:pt x="9" y="0"/>
                      <a:pt x="5" y="1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891" name="Freeform 70">
                <a:extLst>
                  <a:ext uri="{FF2B5EF4-FFF2-40B4-BE49-F238E27FC236}">
                    <a16:creationId xmlns:a16="http://schemas.microsoft.com/office/drawing/2014/main" id="{1EBEDB73-DB03-4A2E-B8F2-5FEF253DF3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0" y="3981"/>
                <a:ext cx="13" cy="14"/>
              </a:xfrm>
              <a:custGeom>
                <a:avLst/>
                <a:gdLst>
                  <a:gd name="T0" fmla="*/ 0 w 12"/>
                  <a:gd name="T1" fmla="*/ 4 h 13"/>
                  <a:gd name="T2" fmla="*/ 11 w 12"/>
                  <a:gd name="T3" fmla="*/ 16 h 13"/>
                  <a:gd name="T4" fmla="*/ 12 w 12"/>
                  <a:gd name="T5" fmla="*/ 16 h 13"/>
                  <a:gd name="T6" fmla="*/ 15 w 12"/>
                  <a:gd name="T7" fmla="*/ 12 h 13"/>
                  <a:gd name="T8" fmla="*/ 3 w 12"/>
                  <a:gd name="T9" fmla="*/ 0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3">
                    <a:moveTo>
                      <a:pt x="0" y="4"/>
                    </a:moveTo>
                    <a:cubicBezTo>
                      <a:pt x="4" y="5"/>
                      <a:pt x="8" y="10"/>
                      <a:pt x="8" y="13"/>
                    </a:cubicBezTo>
                    <a:cubicBezTo>
                      <a:pt x="9" y="13"/>
                      <a:pt x="9" y="13"/>
                      <a:pt x="9" y="13"/>
                    </a:cubicBezTo>
                    <a:cubicBezTo>
                      <a:pt x="10" y="12"/>
                      <a:pt x="11" y="10"/>
                      <a:pt x="12" y="9"/>
                    </a:cubicBezTo>
                    <a:cubicBezTo>
                      <a:pt x="8" y="7"/>
                      <a:pt x="7" y="2"/>
                      <a:pt x="3" y="0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892" name="Freeform 71">
                <a:extLst>
                  <a:ext uri="{FF2B5EF4-FFF2-40B4-BE49-F238E27FC236}">
                    <a16:creationId xmlns:a16="http://schemas.microsoft.com/office/drawing/2014/main" id="{ECE21063-F54D-4237-AB44-6697A046D2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8" y="3928"/>
                <a:ext cx="21" cy="18"/>
              </a:xfrm>
              <a:custGeom>
                <a:avLst/>
                <a:gdLst>
                  <a:gd name="T0" fmla="*/ 0 w 20"/>
                  <a:gd name="T1" fmla="*/ 20 h 17"/>
                  <a:gd name="T2" fmla="*/ 23 w 20"/>
                  <a:gd name="T3" fmla="*/ 0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17">
                    <a:moveTo>
                      <a:pt x="0" y="17"/>
                    </a:moveTo>
                    <a:cubicBezTo>
                      <a:pt x="7" y="14"/>
                      <a:pt x="15" y="6"/>
                      <a:pt x="20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893" name="Freeform 72">
                <a:extLst>
                  <a:ext uri="{FF2B5EF4-FFF2-40B4-BE49-F238E27FC236}">
                    <a16:creationId xmlns:a16="http://schemas.microsoft.com/office/drawing/2014/main" id="{9349038E-DBBB-41D3-A95F-FCF3224FB5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0" y="1908"/>
                <a:ext cx="28" cy="55"/>
              </a:xfrm>
              <a:custGeom>
                <a:avLst/>
                <a:gdLst>
                  <a:gd name="T0" fmla="*/ 10 w 26"/>
                  <a:gd name="T1" fmla="*/ 0 h 51"/>
                  <a:gd name="T2" fmla="*/ 32 w 26"/>
                  <a:gd name="T3" fmla="*/ 64 h 51"/>
                  <a:gd name="T4" fmla="*/ 0 w 26"/>
                  <a:gd name="T5" fmla="*/ 35 h 51"/>
                  <a:gd name="T6" fmla="*/ 10 w 26"/>
                  <a:gd name="T7" fmla="*/ 0 h 5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51">
                    <a:moveTo>
                      <a:pt x="7" y="0"/>
                    </a:moveTo>
                    <a:cubicBezTo>
                      <a:pt x="7" y="0"/>
                      <a:pt x="23" y="30"/>
                      <a:pt x="26" y="51"/>
                    </a:cubicBezTo>
                    <a:cubicBezTo>
                      <a:pt x="0" y="28"/>
                      <a:pt x="0" y="28"/>
                      <a:pt x="0" y="28"/>
                    </a:cubicBezTo>
                    <a:cubicBezTo>
                      <a:pt x="0" y="28"/>
                      <a:pt x="8" y="13"/>
                      <a:pt x="7" y="0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894" name="Freeform 73">
                <a:extLst>
                  <a:ext uri="{FF2B5EF4-FFF2-40B4-BE49-F238E27FC236}">
                    <a16:creationId xmlns:a16="http://schemas.microsoft.com/office/drawing/2014/main" id="{31745F36-7ABC-4FB2-BDD2-79A76E20E9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4" y="1814"/>
                <a:ext cx="38" cy="99"/>
              </a:xfrm>
              <a:custGeom>
                <a:avLst/>
                <a:gdLst>
                  <a:gd name="T0" fmla="*/ 0 w 36"/>
                  <a:gd name="T1" fmla="*/ 0 h 93"/>
                  <a:gd name="T2" fmla="*/ 16 w 36"/>
                  <a:gd name="T3" fmla="*/ 39 h 93"/>
                  <a:gd name="T4" fmla="*/ 39 w 36"/>
                  <a:gd name="T5" fmla="*/ 112 h 9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6" h="93">
                    <a:moveTo>
                      <a:pt x="0" y="0"/>
                    </a:moveTo>
                    <a:cubicBezTo>
                      <a:pt x="0" y="0"/>
                      <a:pt x="5" y="22"/>
                      <a:pt x="13" y="33"/>
                    </a:cubicBezTo>
                    <a:cubicBezTo>
                      <a:pt x="20" y="44"/>
                      <a:pt x="36" y="65"/>
                      <a:pt x="33" y="93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895" name="Freeform 74">
                <a:extLst>
                  <a:ext uri="{FF2B5EF4-FFF2-40B4-BE49-F238E27FC236}">
                    <a16:creationId xmlns:a16="http://schemas.microsoft.com/office/drawing/2014/main" id="{D81EA5E9-6F06-4623-8FB7-A40DA4AB47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8" y="1963"/>
                <a:ext cx="46" cy="87"/>
              </a:xfrm>
              <a:custGeom>
                <a:avLst/>
                <a:gdLst>
                  <a:gd name="T0" fmla="*/ 0 w 43"/>
                  <a:gd name="T1" fmla="*/ 0 h 82"/>
                  <a:gd name="T2" fmla="*/ 52 w 43"/>
                  <a:gd name="T3" fmla="*/ 98 h 8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3" h="82">
                    <a:moveTo>
                      <a:pt x="0" y="0"/>
                    </a:moveTo>
                    <a:cubicBezTo>
                      <a:pt x="0" y="0"/>
                      <a:pt x="33" y="19"/>
                      <a:pt x="43" y="82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896" name="Freeform 75">
                <a:extLst>
                  <a:ext uri="{FF2B5EF4-FFF2-40B4-BE49-F238E27FC236}">
                    <a16:creationId xmlns:a16="http://schemas.microsoft.com/office/drawing/2014/main" id="{9F6B76B8-E157-404B-9E7F-24908D412D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8" y="1454"/>
                <a:ext cx="434" cy="577"/>
              </a:xfrm>
              <a:custGeom>
                <a:avLst/>
                <a:gdLst>
                  <a:gd name="T0" fmla="*/ 322 w 406"/>
                  <a:gd name="T1" fmla="*/ 0 h 540"/>
                  <a:gd name="T2" fmla="*/ 382 w 406"/>
                  <a:gd name="T3" fmla="*/ 165 h 540"/>
                  <a:gd name="T4" fmla="*/ 412 w 406"/>
                  <a:gd name="T5" fmla="*/ 220 h 540"/>
                  <a:gd name="T6" fmla="*/ 481 w 406"/>
                  <a:gd name="T7" fmla="*/ 426 h 540"/>
                  <a:gd name="T8" fmla="*/ 285 w 406"/>
                  <a:gd name="T9" fmla="*/ 634 h 540"/>
                  <a:gd name="T10" fmla="*/ 0 w 406"/>
                  <a:gd name="T11" fmla="*/ 514 h 54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06" h="540">
                    <a:moveTo>
                      <a:pt x="264" y="0"/>
                    </a:moveTo>
                    <a:cubicBezTo>
                      <a:pt x="264" y="0"/>
                      <a:pt x="300" y="112"/>
                      <a:pt x="312" y="135"/>
                    </a:cubicBezTo>
                    <a:cubicBezTo>
                      <a:pt x="324" y="157"/>
                      <a:pt x="334" y="171"/>
                      <a:pt x="337" y="181"/>
                    </a:cubicBezTo>
                    <a:cubicBezTo>
                      <a:pt x="341" y="191"/>
                      <a:pt x="406" y="268"/>
                      <a:pt x="394" y="349"/>
                    </a:cubicBezTo>
                    <a:cubicBezTo>
                      <a:pt x="382" y="430"/>
                      <a:pt x="347" y="497"/>
                      <a:pt x="234" y="519"/>
                    </a:cubicBezTo>
                    <a:cubicBezTo>
                      <a:pt x="121" y="540"/>
                      <a:pt x="28" y="474"/>
                      <a:pt x="0" y="421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897" name="Freeform 76">
                <a:extLst>
                  <a:ext uri="{FF2B5EF4-FFF2-40B4-BE49-F238E27FC236}">
                    <a16:creationId xmlns:a16="http://schemas.microsoft.com/office/drawing/2014/main" id="{9CAA110F-2412-4463-B477-95554F4E2F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6" y="1931"/>
                <a:ext cx="65" cy="30"/>
              </a:xfrm>
              <a:custGeom>
                <a:avLst/>
                <a:gdLst>
                  <a:gd name="T0" fmla="*/ 76 w 60"/>
                  <a:gd name="T1" fmla="*/ 32 h 29"/>
                  <a:gd name="T2" fmla="*/ 0 w 60"/>
                  <a:gd name="T3" fmla="*/ 18 h 2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0" h="29">
                    <a:moveTo>
                      <a:pt x="60" y="29"/>
                    </a:moveTo>
                    <a:cubicBezTo>
                      <a:pt x="60" y="29"/>
                      <a:pt x="20" y="0"/>
                      <a:pt x="0" y="15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898" name="Freeform 77">
                <a:extLst>
                  <a:ext uri="{FF2B5EF4-FFF2-40B4-BE49-F238E27FC236}">
                    <a16:creationId xmlns:a16="http://schemas.microsoft.com/office/drawing/2014/main" id="{E657E966-6F91-4BCB-90EC-094FBC901D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4" y="1857"/>
                <a:ext cx="13" cy="7"/>
              </a:xfrm>
              <a:custGeom>
                <a:avLst/>
                <a:gdLst>
                  <a:gd name="T0" fmla="*/ 15 w 12"/>
                  <a:gd name="T1" fmla="*/ 7 h 7"/>
                  <a:gd name="T2" fmla="*/ 0 w 12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7">
                    <a:moveTo>
                      <a:pt x="12" y="7"/>
                    </a:moveTo>
                    <a:cubicBezTo>
                      <a:pt x="9" y="4"/>
                      <a:pt x="5" y="2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899" name="Freeform 78">
                <a:extLst>
                  <a:ext uri="{FF2B5EF4-FFF2-40B4-BE49-F238E27FC236}">
                    <a16:creationId xmlns:a16="http://schemas.microsoft.com/office/drawing/2014/main" id="{A781371B-C6D5-488E-82D7-6ADC2A5870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2" y="1870"/>
                <a:ext cx="5" cy="5"/>
              </a:xfrm>
              <a:custGeom>
                <a:avLst/>
                <a:gdLst>
                  <a:gd name="T0" fmla="*/ 8 w 4"/>
                  <a:gd name="T1" fmla="*/ 5 h 5"/>
                  <a:gd name="T2" fmla="*/ 0 w 4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5">
                    <a:moveTo>
                      <a:pt x="4" y="5"/>
                    </a:moveTo>
                    <a:cubicBezTo>
                      <a:pt x="3" y="3"/>
                      <a:pt x="1" y="1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900" name="Freeform 79">
                <a:extLst>
                  <a:ext uri="{FF2B5EF4-FFF2-40B4-BE49-F238E27FC236}">
                    <a16:creationId xmlns:a16="http://schemas.microsoft.com/office/drawing/2014/main" id="{B6183A00-7BAC-42C9-8196-D4C989317B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5" y="1878"/>
                <a:ext cx="187" cy="109"/>
              </a:xfrm>
              <a:custGeom>
                <a:avLst/>
                <a:gdLst>
                  <a:gd name="T0" fmla="*/ 13 w 175"/>
                  <a:gd name="T1" fmla="*/ 30 h 102"/>
                  <a:gd name="T2" fmla="*/ 4 w 175"/>
                  <a:gd name="T3" fmla="*/ 77 h 102"/>
                  <a:gd name="T4" fmla="*/ 127 w 175"/>
                  <a:gd name="T5" fmla="*/ 105 h 102"/>
                  <a:gd name="T6" fmla="*/ 200 w 175"/>
                  <a:gd name="T7" fmla="*/ 4 h 102"/>
                  <a:gd name="T8" fmla="*/ 198 w 175"/>
                  <a:gd name="T9" fmla="*/ 0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5" h="102">
                    <a:moveTo>
                      <a:pt x="10" y="24"/>
                    </a:moveTo>
                    <a:cubicBezTo>
                      <a:pt x="2" y="37"/>
                      <a:pt x="0" y="51"/>
                      <a:pt x="4" y="63"/>
                    </a:cubicBezTo>
                    <a:cubicBezTo>
                      <a:pt x="15" y="92"/>
                      <a:pt x="60" y="102"/>
                      <a:pt x="104" y="86"/>
                    </a:cubicBezTo>
                    <a:cubicBezTo>
                      <a:pt x="148" y="70"/>
                      <a:pt x="175" y="33"/>
                      <a:pt x="164" y="4"/>
                    </a:cubicBezTo>
                    <a:cubicBezTo>
                      <a:pt x="164" y="3"/>
                      <a:pt x="163" y="1"/>
                      <a:pt x="162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901" name="Freeform 80">
                <a:extLst>
                  <a:ext uri="{FF2B5EF4-FFF2-40B4-BE49-F238E27FC236}">
                    <a16:creationId xmlns:a16="http://schemas.microsoft.com/office/drawing/2014/main" id="{D3102FAE-0C67-4993-8BAF-4A743C297D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2" y="1854"/>
                <a:ext cx="65" cy="40"/>
              </a:xfrm>
              <a:custGeom>
                <a:avLst/>
                <a:gdLst>
                  <a:gd name="T0" fmla="*/ 74 w 61"/>
                  <a:gd name="T1" fmla="*/ 0 h 38"/>
                  <a:gd name="T2" fmla="*/ 59 w 61"/>
                  <a:gd name="T3" fmla="*/ 4 h 38"/>
                  <a:gd name="T4" fmla="*/ 0 w 61"/>
                  <a:gd name="T5" fmla="*/ 44 h 3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1" h="38">
                    <a:moveTo>
                      <a:pt x="61" y="0"/>
                    </a:moveTo>
                    <a:cubicBezTo>
                      <a:pt x="57" y="1"/>
                      <a:pt x="53" y="3"/>
                      <a:pt x="49" y="4"/>
                    </a:cubicBezTo>
                    <a:cubicBezTo>
                      <a:pt x="28" y="12"/>
                      <a:pt x="11" y="24"/>
                      <a:pt x="0" y="38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902" name="Freeform 81">
                <a:extLst>
                  <a:ext uri="{FF2B5EF4-FFF2-40B4-BE49-F238E27FC236}">
                    <a16:creationId xmlns:a16="http://schemas.microsoft.com/office/drawing/2014/main" id="{95D3E830-2E21-4472-A2F5-6F0D9AD4F9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0" y="1849"/>
                <a:ext cx="21" cy="3"/>
              </a:xfrm>
              <a:custGeom>
                <a:avLst/>
                <a:gdLst>
                  <a:gd name="T0" fmla="*/ 23 w 20"/>
                  <a:gd name="T1" fmla="*/ 0 h 2"/>
                  <a:gd name="T2" fmla="*/ 0 w 20"/>
                  <a:gd name="T3" fmla="*/ 8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2">
                    <a:moveTo>
                      <a:pt x="20" y="0"/>
                    </a:moveTo>
                    <a:cubicBezTo>
                      <a:pt x="14" y="0"/>
                      <a:pt x="7" y="1"/>
                      <a:pt x="0" y="2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903" name="Freeform 82">
                <a:extLst>
                  <a:ext uri="{FF2B5EF4-FFF2-40B4-BE49-F238E27FC236}">
                    <a16:creationId xmlns:a16="http://schemas.microsoft.com/office/drawing/2014/main" id="{2161614D-AB43-45BA-B1B5-7133CD5BBC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6" y="1949"/>
                <a:ext cx="211" cy="207"/>
              </a:xfrm>
              <a:custGeom>
                <a:avLst/>
                <a:gdLst>
                  <a:gd name="T0" fmla="*/ 240 w 198"/>
                  <a:gd name="T1" fmla="*/ 0 h 194"/>
                  <a:gd name="T2" fmla="*/ 234 w 198"/>
                  <a:gd name="T3" fmla="*/ 36 h 194"/>
                  <a:gd name="T4" fmla="*/ 141 w 198"/>
                  <a:gd name="T5" fmla="*/ 160 h 194"/>
                  <a:gd name="T6" fmla="*/ 0 w 198"/>
                  <a:gd name="T7" fmla="*/ 236 h 19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8" h="194">
                    <a:moveTo>
                      <a:pt x="198" y="0"/>
                    </a:moveTo>
                    <a:cubicBezTo>
                      <a:pt x="198" y="0"/>
                      <a:pt x="193" y="17"/>
                      <a:pt x="193" y="30"/>
                    </a:cubicBezTo>
                    <a:cubicBezTo>
                      <a:pt x="193" y="42"/>
                      <a:pt x="165" y="110"/>
                      <a:pt x="116" y="132"/>
                    </a:cubicBezTo>
                    <a:cubicBezTo>
                      <a:pt x="66" y="154"/>
                      <a:pt x="23" y="176"/>
                      <a:pt x="0" y="194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904" name="Freeform 83">
                <a:extLst>
                  <a:ext uri="{FF2B5EF4-FFF2-40B4-BE49-F238E27FC236}">
                    <a16:creationId xmlns:a16="http://schemas.microsoft.com/office/drawing/2014/main" id="{8877CA39-923C-4F27-9648-9B7A192B29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7" y="2090"/>
                <a:ext cx="203" cy="275"/>
              </a:xfrm>
              <a:custGeom>
                <a:avLst/>
                <a:gdLst>
                  <a:gd name="T0" fmla="*/ 232 w 190"/>
                  <a:gd name="T1" fmla="*/ 0 h 258"/>
                  <a:gd name="T2" fmla="*/ 171 w 190"/>
                  <a:gd name="T3" fmla="*/ 71 h 258"/>
                  <a:gd name="T4" fmla="*/ 0 w 190"/>
                  <a:gd name="T5" fmla="*/ 312 h 25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0" h="258">
                    <a:moveTo>
                      <a:pt x="190" y="0"/>
                    </a:moveTo>
                    <a:cubicBezTo>
                      <a:pt x="190" y="0"/>
                      <a:pt x="153" y="32"/>
                      <a:pt x="140" y="59"/>
                    </a:cubicBezTo>
                    <a:cubicBezTo>
                      <a:pt x="128" y="86"/>
                      <a:pt x="94" y="191"/>
                      <a:pt x="0" y="258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905" name="Freeform 84">
                <a:extLst>
                  <a:ext uri="{FF2B5EF4-FFF2-40B4-BE49-F238E27FC236}">
                    <a16:creationId xmlns:a16="http://schemas.microsoft.com/office/drawing/2014/main" id="{1A06C648-4E28-47C1-B0DD-C8D0260995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5" y="2179"/>
                <a:ext cx="480" cy="475"/>
              </a:xfrm>
              <a:custGeom>
                <a:avLst/>
                <a:gdLst>
                  <a:gd name="T0" fmla="*/ 0 w 449"/>
                  <a:gd name="T1" fmla="*/ 541 h 445"/>
                  <a:gd name="T2" fmla="*/ 19 w 449"/>
                  <a:gd name="T3" fmla="*/ 490 h 445"/>
                  <a:gd name="T4" fmla="*/ 55 w 449"/>
                  <a:gd name="T5" fmla="*/ 432 h 445"/>
                  <a:gd name="T6" fmla="*/ 131 w 449"/>
                  <a:gd name="T7" fmla="*/ 375 h 445"/>
                  <a:gd name="T8" fmla="*/ 296 w 449"/>
                  <a:gd name="T9" fmla="*/ 236 h 445"/>
                  <a:gd name="T10" fmla="*/ 414 w 449"/>
                  <a:gd name="T11" fmla="*/ 94 h 445"/>
                  <a:gd name="T12" fmla="*/ 548 w 449"/>
                  <a:gd name="T13" fmla="*/ 0 h 44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49" h="445">
                    <a:moveTo>
                      <a:pt x="0" y="445"/>
                    </a:moveTo>
                    <a:cubicBezTo>
                      <a:pt x="0" y="445"/>
                      <a:pt x="12" y="418"/>
                      <a:pt x="16" y="403"/>
                    </a:cubicBezTo>
                    <a:cubicBezTo>
                      <a:pt x="21" y="388"/>
                      <a:pt x="26" y="369"/>
                      <a:pt x="45" y="355"/>
                    </a:cubicBezTo>
                    <a:cubicBezTo>
                      <a:pt x="63" y="341"/>
                      <a:pt x="87" y="317"/>
                      <a:pt x="108" y="308"/>
                    </a:cubicBezTo>
                    <a:cubicBezTo>
                      <a:pt x="129" y="298"/>
                      <a:pt x="216" y="243"/>
                      <a:pt x="242" y="194"/>
                    </a:cubicBezTo>
                    <a:cubicBezTo>
                      <a:pt x="269" y="145"/>
                      <a:pt x="310" y="121"/>
                      <a:pt x="339" y="77"/>
                    </a:cubicBezTo>
                    <a:cubicBezTo>
                      <a:pt x="369" y="34"/>
                      <a:pt x="422" y="4"/>
                      <a:pt x="449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906" name="Freeform 85">
                <a:extLst>
                  <a:ext uri="{FF2B5EF4-FFF2-40B4-BE49-F238E27FC236}">
                    <a16:creationId xmlns:a16="http://schemas.microsoft.com/office/drawing/2014/main" id="{BBCDCFDF-DC2B-4092-9679-0E4B51956F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9" y="2249"/>
                <a:ext cx="199" cy="37"/>
              </a:xfrm>
              <a:custGeom>
                <a:avLst/>
                <a:gdLst>
                  <a:gd name="T0" fmla="*/ 0 w 186"/>
                  <a:gd name="T1" fmla="*/ 41 h 35"/>
                  <a:gd name="T2" fmla="*/ 157 w 186"/>
                  <a:gd name="T3" fmla="*/ 13 h 35"/>
                  <a:gd name="T4" fmla="*/ 228 w 186"/>
                  <a:gd name="T5" fmla="*/ 3 h 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6" h="35">
                    <a:moveTo>
                      <a:pt x="0" y="35"/>
                    </a:moveTo>
                    <a:cubicBezTo>
                      <a:pt x="0" y="35"/>
                      <a:pt x="75" y="0"/>
                      <a:pt x="128" y="10"/>
                    </a:cubicBezTo>
                    <a:cubicBezTo>
                      <a:pt x="181" y="19"/>
                      <a:pt x="186" y="3"/>
                      <a:pt x="186" y="3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907" name="Freeform 86">
                <a:extLst>
                  <a:ext uri="{FF2B5EF4-FFF2-40B4-BE49-F238E27FC236}">
                    <a16:creationId xmlns:a16="http://schemas.microsoft.com/office/drawing/2014/main" id="{88DCEF68-5A10-4CC2-A197-91FC32FD70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4" y="2464"/>
                <a:ext cx="235" cy="52"/>
              </a:xfrm>
              <a:custGeom>
                <a:avLst/>
                <a:gdLst>
                  <a:gd name="T0" fmla="*/ 0 w 220"/>
                  <a:gd name="T1" fmla="*/ 48 h 48"/>
                  <a:gd name="T2" fmla="*/ 61 w 220"/>
                  <a:gd name="T3" fmla="*/ 44 h 48"/>
                  <a:gd name="T4" fmla="*/ 268 w 220"/>
                  <a:gd name="T5" fmla="*/ 61 h 4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0" h="48">
                    <a:moveTo>
                      <a:pt x="0" y="38"/>
                    </a:moveTo>
                    <a:cubicBezTo>
                      <a:pt x="0" y="38"/>
                      <a:pt x="29" y="31"/>
                      <a:pt x="50" y="35"/>
                    </a:cubicBezTo>
                    <a:cubicBezTo>
                      <a:pt x="71" y="39"/>
                      <a:pt x="122" y="0"/>
                      <a:pt x="220" y="48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908" name="Freeform 87">
                <a:extLst>
                  <a:ext uri="{FF2B5EF4-FFF2-40B4-BE49-F238E27FC236}">
                    <a16:creationId xmlns:a16="http://schemas.microsoft.com/office/drawing/2014/main" id="{722328D5-D335-4380-B2B3-6AADF009D8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2" y="1581"/>
                <a:ext cx="50" cy="104"/>
              </a:xfrm>
              <a:custGeom>
                <a:avLst/>
                <a:gdLst>
                  <a:gd name="T0" fmla="*/ 2 w 47"/>
                  <a:gd name="T1" fmla="*/ 120 h 97"/>
                  <a:gd name="T2" fmla="*/ 56 w 47"/>
                  <a:gd name="T3" fmla="*/ 0 h 9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7" h="97">
                    <a:moveTo>
                      <a:pt x="2" y="97"/>
                    </a:moveTo>
                    <a:cubicBezTo>
                      <a:pt x="2" y="97"/>
                      <a:pt x="0" y="49"/>
                      <a:pt x="47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909" name="Freeform 88">
                <a:extLst>
                  <a:ext uri="{FF2B5EF4-FFF2-40B4-BE49-F238E27FC236}">
                    <a16:creationId xmlns:a16="http://schemas.microsoft.com/office/drawing/2014/main" id="{66B24D96-A02A-492C-B86E-70B0F70EE8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9" y="1611"/>
                <a:ext cx="97" cy="37"/>
              </a:xfrm>
              <a:custGeom>
                <a:avLst/>
                <a:gdLst>
                  <a:gd name="T0" fmla="*/ 0 w 90"/>
                  <a:gd name="T1" fmla="*/ 44 h 34"/>
                  <a:gd name="T2" fmla="*/ 43 w 90"/>
                  <a:gd name="T3" fmla="*/ 30 h 34"/>
                  <a:gd name="T4" fmla="*/ 113 w 90"/>
                  <a:gd name="T5" fmla="*/ 0 h 3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0" h="34">
                    <a:moveTo>
                      <a:pt x="0" y="34"/>
                    </a:moveTo>
                    <a:cubicBezTo>
                      <a:pt x="0" y="34"/>
                      <a:pt x="17" y="23"/>
                      <a:pt x="34" y="24"/>
                    </a:cubicBezTo>
                    <a:cubicBezTo>
                      <a:pt x="51" y="26"/>
                      <a:pt x="79" y="16"/>
                      <a:pt x="90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910" name="Freeform 89">
                <a:extLst>
                  <a:ext uri="{FF2B5EF4-FFF2-40B4-BE49-F238E27FC236}">
                    <a16:creationId xmlns:a16="http://schemas.microsoft.com/office/drawing/2014/main" id="{2C406473-8E2F-4031-B1D5-0C24D0D7C7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9" y="1785"/>
                <a:ext cx="118" cy="57"/>
              </a:xfrm>
              <a:custGeom>
                <a:avLst/>
                <a:gdLst>
                  <a:gd name="T0" fmla="*/ 0 w 110"/>
                  <a:gd name="T1" fmla="*/ 0 h 53"/>
                  <a:gd name="T2" fmla="*/ 136 w 110"/>
                  <a:gd name="T3" fmla="*/ 66 h 5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0" h="53">
                    <a:moveTo>
                      <a:pt x="0" y="0"/>
                    </a:moveTo>
                    <a:cubicBezTo>
                      <a:pt x="0" y="0"/>
                      <a:pt x="78" y="41"/>
                      <a:pt x="110" y="53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911" name="Freeform 90">
                <a:extLst>
                  <a:ext uri="{FF2B5EF4-FFF2-40B4-BE49-F238E27FC236}">
                    <a16:creationId xmlns:a16="http://schemas.microsoft.com/office/drawing/2014/main" id="{F06ABABF-4A9B-4655-A1D4-E9879A5943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8" y="1855"/>
                <a:ext cx="46" cy="78"/>
              </a:xfrm>
              <a:custGeom>
                <a:avLst/>
                <a:gdLst>
                  <a:gd name="T0" fmla="*/ 52 w 43"/>
                  <a:gd name="T1" fmla="*/ 0 h 73"/>
                  <a:gd name="T2" fmla="*/ 33 w 43"/>
                  <a:gd name="T3" fmla="*/ 26 h 73"/>
                  <a:gd name="T4" fmla="*/ 1 w 43"/>
                  <a:gd name="T5" fmla="*/ 89 h 7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" h="73">
                    <a:moveTo>
                      <a:pt x="43" y="0"/>
                    </a:moveTo>
                    <a:cubicBezTo>
                      <a:pt x="43" y="0"/>
                      <a:pt x="41" y="15"/>
                      <a:pt x="27" y="21"/>
                    </a:cubicBezTo>
                    <a:cubicBezTo>
                      <a:pt x="12" y="26"/>
                      <a:pt x="0" y="53"/>
                      <a:pt x="1" y="73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912" name="Freeform 91">
                <a:extLst>
                  <a:ext uri="{FF2B5EF4-FFF2-40B4-BE49-F238E27FC236}">
                    <a16:creationId xmlns:a16="http://schemas.microsoft.com/office/drawing/2014/main" id="{AB15DB73-6B19-49BC-B8AD-4040B3F82B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4" y="1892"/>
                <a:ext cx="21" cy="4"/>
              </a:xfrm>
              <a:custGeom>
                <a:avLst/>
                <a:gdLst>
                  <a:gd name="T0" fmla="*/ 23 w 20"/>
                  <a:gd name="T1" fmla="*/ 0 h 4"/>
                  <a:gd name="T2" fmla="*/ 0 w 20"/>
                  <a:gd name="T3" fmla="*/ 3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4">
                    <a:moveTo>
                      <a:pt x="20" y="0"/>
                    </a:moveTo>
                    <a:cubicBezTo>
                      <a:pt x="20" y="0"/>
                      <a:pt x="9" y="4"/>
                      <a:pt x="0" y="3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913" name="Freeform 92">
                <a:extLst>
                  <a:ext uri="{FF2B5EF4-FFF2-40B4-BE49-F238E27FC236}">
                    <a16:creationId xmlns:a16="http://schemas.microsoft.com/office/drawing/2014/main" id="{7FAF15C4-9D72-44BB-ACE3-8EA77F3803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2" y="2384"/>
                <a:ext cx="58" cy="157"/>
              </a:xfrm>
              <a:custGeom>
                <a:avLst/>
                <a:gdLst>
                  <a:gd name="T0" fmla="*/ 25 w 54"/>
                  <a:gd name="T1" fmla="*/ 179 h 147"/>
                  <a:gd name="T2" fmla="*/ 35 w 54"/>
                  <a:gd name="T3" fmla="*/ 138 h 147"/>
                  <a:gd name="T4" fmla="*/ 52 w 54"/>
                  <a:gd name="T5" fmla="*/ 121 h 147"/>
                  <a:gd name="T6" fmla="*/ 62 w 54"/>
                  <a:gd name="T7" fmla="*/ 96 h 147"/>
                  <a:gd name="T8" fmla="*/ 64 w 54"/>
                  <a:gd name="T9" fmla="*/ 82 h 147"/>
                  <a:gd name="T10" fmla="*/ 64 w 54"/>
                  <a:gd name="T11" fmla="*/ 47 h 147"/>
                  <a:gd name="T12" fmla="*/ 56 w 54"/>
                  <a:gd name="T13" fmla="*/ 25 h 147"/>
                  <a:gd name="T14" fmla="*/ 33 w 54"/>
                  <a:gd name="T15" fmla="*/ 0 h 147"/>
                  <a:gd name="T16" fmla="*/ 27 w 54"/>
                  <a:gd name="T17" fmla="*/ 15 h 147"/>
                  <a:gd name="T18" fmla="*/ 0 w 54"/>
                  <a:gd name="T19" fmla="*/ 130 h 14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4" h="147">
                    <a:moveTo>
                      <a:pt x="20" y="147"/>
                    </a:moveTo>
                    <a:cubicBezTo>
                      <a:pt x="20" y="147"/>
                      <a:pt x="17" y="123"/>
                      <a:pt x="29" y="113"/>
                    </a:cubicBezTo>
                    <a:cubicBezTo>
                      <a:pt x="42" y="102"/>
                      <a:pt x="42" y="105"/>
                      <a:pt x="42" y="99"/>
                    </a:cubicBezTo>
                    <a:cubicBezTo>
                      <a:pt x="42" y="93"/>
                      <a:pt x="47" y="83"/>
                      <a:pt x="50" y="79"/>
                    </a:cubicBezTo>
                    <a:cubicBezTo>
                      <a:pt x="54" y="75"/>
                      <a:pt x="54" y="73"/>
                      <a:pt x="52" y="67"/>
                    </a:cubicBezTo>
                    <a:cubicBezTo>
                      <a:pt x="50" y="60"/>
                      <a:pt x="50" y="44"/>
                      <a:pt x="52" y="38"/>
                    </a:cubicBezTo>
                    <a:cubicBezTo>
                      <a:pt x="54" y="32"/>
                      <a:pt x="49" y="26"/>
                      <a:pt x="45" y="21"/>
                    </a:cubicBezTo>
                    <a:cubicBezTo>
                      <a:pt x="41" y="16"/>
                      <a:pt x="27" y="0"/>
                      <a:pt x="27" y="0"/>
                    </a:cubicBezTo>
                    <a:cubicBezTo>
                      <a:pt x="27" y="0"/>
                      <a:pt x="21" y="3"/>
                      <a:pt x="21" y="12"/>
                    </a:cubicBezTo>
                    <a:cubicBezTo>
                      <a:pt x="21" y="22"/>
                      <a:pt x="39" y="95"/>
                      <a:pt x="0" y="107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914" name="Freeform 93">
                <a:extLst>
                  <a:ext uri="{FF2B5EF4-FFF2-40B4-BE49-F238E27FC236}">
                    <a16:creationId xmlns:a16="http://schemas.microsoft.com/office/drawing/2014/main" id="{8B0A97FF-FC62-473C-9514-A905160639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2" y="2375"/>
                <a:ext cx="37" cy="32"/>
              </a:xfrm>
              <a:custGeom>
                <a:avLst/>
                <a:gdLst>
                  <a:gd name="T0" fmla="*/ 41 w 35"/>
                  <a:gd name="T1" fmla="*/ 3 h 30"/>
                  <a:gd name="T2" fmla="*/ 0 w 35"/>
                  <a:gd name="T3" fmla="*/ 36 h 3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5" h="30">
                    <a:moveTo>
                      <a:pt x="35" y="3"/>
                    </a:moveTo>
                    <a:cubicBezTo>
                      <a:pt x="35" y="3"/>
                      <a:pt x="10" y="0"/>
                      <a:pt x="0" y="3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915" name="Freeform 94">
                <a:extLst>
                  <a:ext uri="{FF2B5EF4-FFF2-40B4-BE49-F238E27FC236}">
                    <a16:creationId xmlns:a16="http://schemas.microsoft.com/office/drawing/2014/main" id="{82B6D816-4AB9-42F7-89E7-0CB45F75F2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7" y="2459"/>
                <a:ext cx="32" cy="33"/>
              </a:xfrm>
              <a:custGeom>
                <a:avLst/>
                <a:gdLst>
                  <a:gd name="T0" fmla="*/ 4 w 30"/>
                  <a:gd name="T1" fmla="*/ 28 h 31"/>
                  <a:gd name="T2" fmla="*/ 30 w 30"/>
                  <a:gd name="T3" fmla="*/ 32 h 31"/>
                  <a:gd name="T4" fmla="*/ 18 w 30"/>
                  <a:gd name="T5" fmla="*/ 0 h 31"/>
                  <a:gd name="T6" fmla="*/ 4 w 30"/>
                  <a:gd name="T7" fmla="*/ 28 h 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0" h="31">
                    <a:moveTo>
                      <a:pt x="4" y="23"/>
                    </a:moveTo>
                    <a:cubicBezTo>
                      <a:pt x="4" y="23"/>
                      <a:pt x="16" y="31"/>
                      <a:pt x="24" y="26"/>
                    </a:cubicBezTo>
                    <a:cubicBezTo>
                      <a:pt x="24" y="26"/>
                      <a:pt x="30" y="1"/>
                      <a:pt x="15" y="0"/>
                    </a:cubicBezTo>
                    <a:cubicBezTo>
                      <a:pt x="0" y="0"/>
                      <a:pt x="4" y="23"/>
                      <a:pt x="4" y="23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916" name="Freeform 95">
                <a:extLst>
                  <a:ext uri="{FF2B5EF4-FFF2-40B4-BE49-F238E27FC236}">
                    <a16:creationId xmlns:a16="http://schemas.microsoft.com/office/drawing/2014/main" id="{B0A740A9-3402-43DA-9C08-F271299921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59" y="2530"/>
                <a:ext cx="25" cy="19"/>
              </a:xfrm>
              <a:custGeom>
                <a:avLst/>
                <a:gdLst>
                  <a:gd name="T0" fmla="*/ 29 w 23"/>
                  <a:gd name="T1" fmla="*/ 8 h 17"/>
                  <a:gd name="T2" fmla="*/ 12 w 23"/>
                  <a:gd name="T3" fmla="*/ 4 h 17"/>
                  <a:gd name="T4" fmla="*/ 0 w 23"/>
                  <a:gd name="T5" fmla="*/ 23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17">
                    <a:moveTo>
                      <a:pt x="23" y="5"/>
                    </a:moveTo>
                    <a:cubicBezTo>
                      <a:pt x="23" y="5"/>
                      <a:pt x="17" y="0"/>
                      <a:pt x="9" y="4"/>
                    </a:cubicBezTo>
                    <a:cubicBezTo>
                      <a:pt x="1" y="8"/>
                      <a:pt x="0" y="17"/>
                      <a:pt x="0" y="17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917" name="Freeform 96">
                <a:extLst>
                  <a:ext uri="{FF2B5EF4-FFF2-40B4-BE49-F238E27FC236}">
                    <a16:creationId xmlns:a16="http://schemas.microsoft.com/office/drawing/2014/main" id="{F967F5E9-C22A-4E88-8134-684F523DF1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6" y="2473"/>
                <a:ext cx="47" cy="47"/>
              </a:xfrm>
              <a:custGeom>
                <a:avLst/>
                <a:gdLst>
                  <a:gd name="T0" fmla="*/ 0 w 44"/>
                  <a:gd name="T1" fmla="*/ 53 h 44"/>
                  <a:gd name="T2" fmla="*/ 30 w 44"/>
                  <a:gd name="T3" fmla="*/ 31 h 44"/>
                  <a:gd name="T4" fmla="*/ 53 w 44"/>
                  <a:gd name="T5" fmla="*/ 0 h 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4" h="44">
                    <a:moveTo>
                      <a:pt x="0" y="44"/>
                    </a:moveTo>
                    <a:cubicBezTo>
                      <a:pt x="0" y="44"/>
                      <a:pt x="6" y="30"/>
                      <a:pt x="24" y="25"/>
                    </a:cubicBezTo>
                    <a:cubicBezTo>
                      <a:pt x="24" y="25"/>
                      <a:pt x="26" y="10"/>
                      <a:pt x="44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918" name="Freeform 97">
                <a:extLst>
                  <a:ext uri="{FF2B5EF4-FFF2-40B4-BE49-F238E27FC236}">
                    <a16:creationId xmlns:a16="http://schemas.microsoft.com/office/drawing/2014/main" id="{9D6F8201-855B-4125-A2F4-FB097A39B2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53" y="2458"/>
                <a:ext cx="26" cy="22"/>
              </a:xfrm>
              <a:custGeom>
                <a:avLst/>
                <a:gdLst>
                  <a:gd name="T0" fmla="*/ 0 w 25"/>
                  <a:gd name="T1" fmla="*/ 24 h 21"/>
                  <a:gd name="T2" fmla="*/ 11 w 25"/>
                  <a:gd name="T3" fmla="*/ 18 h 21"/>
                  <a:gd name="T4" fmla="*/ 28 w 25"/>
                  <a:gd name="T5" fmla="*/ 0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21">
                    <a:moveTo>
                      <a:pt x="0" y="21"/>
                    </a:moveTo>
                    <a:cubicBezTo>
                      <a:pt x="0" y="21"/>
                      <a:pt x="6" y="16"/>
                      <a:pt x="11" y="15"/>
                    </a:cubicBezTo>
                    <a:cubicBezTo>
                      <a:pt x="17" y="14"/>
                      <a:pt x="18" y="3"/>
                      <a:pt x="25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919" name="Freeform 98">
                <a:extLst>
                  <a:ext uri="{FF2B5EF4-FFF2-40B4-BE49-F238E27FC236}">
                    <a16:creationId xmlns:a16="http://schemas.microsoft.com/office/drawing/2014/main" id="{C80EF701-2FE9-4538-B08B-8C0110D561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3" y="2406"/>
                <a:ext cx="21" cy="63"/>
              </a:xfrm>
              <a:custGeom>
                <a:avLst/>
                <a:gdLst>
                  <a:gd name="T0" fmla="*/ 25 w 19"/>
                  <a:gd name="T1" fmla="*/ 72 h 59"/>
                  <a:gd name="T2" fmla="*/ 19 w 19"/>
                  <a:gd name="T3" fmla="*/ 49 h 59"/>
                  <a:gd name="T4" fmla="*/ 12 w 19"/>
                  <a:gd name="T5" fmla="*/ 22 h 59"/>
                  <a:gd name="T6" fmla="*/ 0 w 19"/>
                  <a:gd name="T7" fmla="*/ 0 h 5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59">
                    <a:moveTo>
                      <a:pt x="19" y="59"/>
                    </a:moveTo>
                    <a:cubicBezTo>
                      <a:pt x="19" y="59"/>
                      <a:pt x="13" y="49"/>
                      <a:pt x="14" y="40"/>
                    </a:cubicBezTo>
                    <a:cubicBezTo>
                      <a:pt x="16" y="30"/>
                      <a:pt x="13" y="25"/>
                      <a:pt x="9" y="19"/>
                    </a:cubicBezTo>
                    <a:cubicBezTo>
                      <a:pt x="5" y="14"/>
                      <a:pt x="0" y="6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920" name="Freeform 99">
                <a:extLst>
                  <a:ext uri="{FF2B5EF4-FFF2-40B4-BE49-F238E27FC236}">
                    <a16:creationId xmlns:a16="http://schemas.microsoft.com/office/drawing/2014/main" id="{B2342ED9-7C08-4AA0-B904-D9ED481241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1" y="2426"/>
                <a:ext cx="13" cy="19"/>
              </a:xfrm>
              <a:custGeom>
                <a:avLst/>
                <a:gdLst>
                  <a:gd name="T0" fmla="*/ 15 w 12"/>
                  <a:gd name="T1" fmla="*/ 0 h 18"/>
                  <a:gd name="T2" fmla="*/ 12 w 12"/>
                  <a:gd name="T3" fmla="*/ 16 h 18"/>
                  <a:gd name="T4" fmla="*/ 0 w 12"/>
                  <a:gd name="T5" fmla="*/ 21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8">
                    <a:moveTo>
                      <a:pt x="12" y="0"/>
                    </a:moveTo>
                    <a:cubicBezTo>
                      <a:pt x="12" y="0"/>
                      <a:pt x="9" y="8"/>
                      <a:pt x="9" y="13"/>
                    </a:cubicBezTo>
                    <a:cubicBezTo>
                      <a:pt x="10" y="18"/>
                      <a:pt x="0" y="18"/>
                      <a:pt x="0" y="18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921" name="Freeform 100">
                <a:extLst>
                  <a:ext uri="{FF2B5EF4-FFF2-40B4-BE49-F238E27FC236}">
                    <a16:creationId xmlns:a16="http://schemas.microsoft.com/office/drawing/2014/main" id="{079D437F-FD87-42C2-8642-4587E6312A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9" y="1254"/>
                <a:ext cx="77" cy="53"/>
              </a:xfrm>
              <a:custGeom>
                <a:avLst/>
                <a:gdLst>
                  <a:gd name="T0" fmla="*/ 88 w 72"/>
                  <a:gd name="T1" fmla="*/ 0 h 50"/>
                  <a:gd name="T2" fmla="*/ 0 w 72"/>
                  <a:gd name="T3" fmla="*/ 59 h 5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2" h="50">
                    <a:moveTo>
                      <a:pt x="72" y="0"/>
                    </a:moveTo>
                    <a:cubicBezTo>
                      <a:pt x="72" y="0"/>
                      <a:pt x="63" y="32"/>
                      <a:pt x="0" y="5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922" name="Freeform 101">
                <a:extLst>
                  <a:ext uri="{FF2B5EF4-FFF2-40B4-BE49-F238E27FC236}">
                    <a16:creationId xmlns:a16="http://schemas.microsoft.com/office/drawing/2014/main" id="{F679AA8F-3FAA-40FE-B9EE-150182C301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4" y="1252"/>
                <a:ext cx="9" cy="44"/>
              </a:xfrm>
              <a:custGeom>
                <a:avLst/>
                <a:gdLst>
                  <a:gd name="T0" fmla="*/ 7 w 8"/>
                  <a:gd name="T1" fmla="*/ 0 h 42"/>
                  <a:gd name="T2" fmla="*/ 11 w 8"/>
                  <a:gd name="T3" fmla="*/ 48 h 4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42">
                    <a:moveTo>
                      <a:pt x="4" y="0"/>
                    </a:moveTo>
                    <a:cubicBezTo>
                      <a:pt x="4" y="0"/>
                      <a:pt x="0" y="22"/>
                      <a:pt x="8" y="42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923" name="Oval 102">
                <a:extLst>
                  <a:ext uri="{FF2B5EF4-FFF2-40B4-BE49-F238E27FC236}">
                    <a16:creationId xmlns:a16="http://schemas.microsoft.com/office/drawing/2014/main" id="{73D40C0A-C8C0-4A99-B680-162749F8C6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8" y="1000"/>
                <a:ext cx="22" cy="22"/>
              </a:xfrm>
              <a:prstGeom prst="ellipse">
                <a:avLst/>
              </a:prstGeom>
              <a:solidFill>
                <a:srgbClr val="7920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924" name="Oval 103">
                <a:extLst>
                  <a:ext uri="{FF2B5EF4-FFF2-40B4-BE49-F238E27FC236}">
                    <a16:creationId xmlns:a16="http://schemas.microsoft.com/office/drawing/2014/main" id="{3C7FEAC9-7751-46FF-BDDA-D7E78B0F7D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6" y="1007"/>
                <a:ext cx="6" cy="8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925" name="Freeform 104">
                <a:extLst>
                  <a:ext uri="{FF2B5EF4-FFF2-40B4-BE49-F238E27FC236}">
                    <a16:creationId xmlns:a16="http://schemas.microsoft.com/office/drawing/2014/main" id="{9B32EC70-4103-4850-AC55-D7C0EF2C21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0" y="982"/>
                <a:ext cx="48" cy="23"/>
              </a:xfrm>
              <a:custGeom>
                <a:avLst/>
                <a:gdLst>
                  <a:gd name="T0" fmla="*/ 0 w 45"/>
                  <a:gd name="T1" fmla="*/ 23 h 22"/>
                  <a:gd name="T2" fmla="*/ 54 w 45"/>
                  <a:gd name="T3" fmla="*/ 25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5" h="22">
                    <a:moveTo>
                      <a:pt x="0" y="20"/>
                    </a:moveTo>
                    <a:cubicBezTo>
                      <a:pt x="0" y="20"/>
                      <a:pt x="19" y="0"/>
                      <a:pt x="45" y="22"/>
                    </a:cubicBezTo>
                  </a:path>
                </a:pathLst>
              </a:custGeom>
              <a:noFill/>
              <a:ln w="3175" cap="flat">
                <a:solidFill>
                  <a:srgbClr val="EAAC9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926" name="Freeform 105">
                <a:extLst>
                  <a:ext uri="{FF2B5EF4-FFF2-40B4-BE49-F238E27FC236}">
                    <a16:creationId xmlns:a16="http://schemas.microsoft.com/office/drawing/2014/main" id="{29DC0652-EEA1-42CC-A457-61009A40A2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7" y="978"/>
                <a:ext cx="17" cy="61"/>
              </a:xfrm>
              <a:custGeom>
                <a:avLst/>
                <a:gdLst>
                  <a:gd name="T0" fmla="*/ 16 w 16"/>
                  <a:gd name="T1" fmla="*/ 70 h 57"/>
                  <a:gd name="T2" fmla="*/ 19 w 16"/>
                  <a:gd name="T3" fmla="*/ 0 h 57"/>
                  <a:gd name="T4" fmla="*/ 16 w 16"/>
                  <a:gd name="T5" fmla="*/ 70 h 5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57">
                    <a:moveTo>
                      <a:pt x="13" y="57"/>
                    </a:moveTo>
                    <a:cubicBezTo>
                      <a:pt x="3" y="28"/>
                      <a:pt x="16" y="0"/>
                      <a:pt x="16" y="0"/>
                    </a:cubicBezTo>
                    <a:cubicBezTo>
                      <a:pt x="16" y="0"/>
                      <a:pt x="0" y="27"/>
                      <a:pt x="13" y="57"/>
                    </a:cubicBezTo>
                    <a:close/>
                  </a:path>
                </a:pathLst>
              </a:custGeom>
              <a:solidFill>
                <a:srgbClr val="EAAC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927" name="Freeform 106">
                <a:extLst>
                  <a:ext uri="{FF2B5EF4-FFF2-40B4-BE49-F238E27FC236}">
                    <a16:creationId xmlns:a16="http://schemas.microsoft.com/office/drawing/2014/main" id="{D18BACC8-EDF9-4C80-8C2C-30834607D3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1" y="1046"/>
                <a:ext cx="15" cy="33"/>
              </a:xfrm>
              <a:custGeom>
                <a:avLst/>
                <a:gdLst>
                  <a:gd name="T0" fmla="*/ 0 w 14"/>
                  <a:gd name="T1" fmla="*/ 37 h 31"/>
                  <a:gd name="T2" fmla="*/ 10 w 14"/>
                  <a:gd name="T3" fmla="*/ 15 h 31"/>
                  <a:gd name="T4" fmla="*/ 3 w 14"/>
                  <a:gd name="T5" fmla="*/ 0 h 31"/>
                  <a:gd name="T6" fmla="*/ 12 w 14"/>
                  <a:gd name="T7" fmla="*/ 15 h 31"/>
                  <a:gd name="T8" fmla="*/ 0 w 14"/>
                  <a:gd name="T9" fmla="*/ 37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31">
                    <a:moveTo>
                      <a:pt x="0" y="31"/>
                    </a:moveTo>
                    <a:cubicBezTo>
                      <a:pt x="11" y="30"/>
                      <a:pt x="9" y="17"/>
                      <a:pt x="7" y="12"/>
                    </a:cubicBezTo>
                    <a:cubicBezTo>
                      <a:pt x="5" y="8"/>
                      <a:pt x="3" y="0"/>
                      <a:pt x="3" y="0"/>
                    </a:cubicBezTo>
                    <a:cubicBezTo>
                      <a:pt x="3" y="0"/>
                      <a:pt x="6" y="8"/>
                      <a:pt x="9" y="12"/>
                    </a:cubicBezTo>
                    <a:cubicBezTo>
                      <a:pt x="11" y="15"/>
                      <a:pt x="14" y="28"/>
                      <a:pt x="0" y="31"/>
                    </a:cubicBezTo>
                    <a:close/>
                  </a:path>
                </a:pathLst>
              </a:custGeom>
              <a:solidFill>
                <a:srgbClr val="EAAC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928" name="Freeform 107">
                <a:extLst>
                  <a:ext uri="{FF2B5EF4-FFF2-40B4-BE49-F238E27FC236}">
                    <a16:creationId xmlns:a16="http://schemas.microsoft.com/office/drawing/2014/main" id="{B2AEDDED-E710-400F-B65E-3DCD774553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1" y="1064"/>
                <a:ext cx="20" cy="9"/>
              </a:xfrm>
              <a:custGeom>
                <a:avLst/>
                <a:gdLst>
                  <a:gd name="T0" fmla="*/ 16 w 18"/>
                  <a:gd name="T1" fmla="*/ 0 h 9"/>
                  <a:gd name="T2" fmla="*/ 0 w 18"/>
                  <a:gd name="T3" fmla="*/ 9 h 9"/>
                  <a:gd name="T4" fmla="*/ 10 w 18"/>
                  <a:gd name="T5" fmla="*/ 9 h 9"/>
                  <a:gd name="T6" fmla="*/ 16 w 18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9">
                    <a:moveTo>
                      <a:pt x="12" y="0"/>
                    </a:moveTo>
                    <a:cubicBezTo>
                      <a:pt x="12" y="0"/>
                      <a:pt x="8" y="6"/>
                      <a:pt x="0" y="9"/>
                    </a:cubicBezTo>
                    <a:cubicBezTo>
                      <a:pt x="0" y="9"/>
                      <a:pt x="3" y="9"/>
                      <a:pt x="7" y="9"/>
                    </a:cubicBezTo>
                    <a:cubicBezTo>
                      <a:pt x="11" y="8"/>
                      <a:pt x="18" y="6"/>
                      <a:pt x="12" y="0"/>
                    </a:cubicBezTo>
                    <a:close/>
                  </a:path>
                </a:pathLst>
              </a:custGeom>
              <a:solidFill>
                <a:srgbClr val="EAAC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929" name="Freeform 108">
                <a:extLst>
                  <a:ext uri="{FF2B5EF4-FFF2-40B4-BE49-F238E27FC236}">
                    <a16:creationId xmlns:a16="http://schemas.microsoft.com/office/drawing/2014/main" id="{B13F7070-E9D6-4793-8D6F-AD8ADCDFC9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4" y="1048"/>
                <a:ext cx="12" cy="18"/>
              </a:xfrm>
              <a:custGeom>
                <a:avLst/>
                <a:gdLst>
                  <a:gd name="T0" fmla="*/ 0 w 11"/>
                  <a:gd name="T1" fmla="*/ 18 h 17"/>
                  <a:gd name="T2" fmla="*/ 5 w 11"/>
                  <a:gd name="T3" fmla="*/ 0 h 17"/>
                  <a:gd name="T4" fmla="*/ 1 w 11"/>
                  <a:gd name="T5" fmla="*/ 20 h 17"/>
                  <a:gd name="T6" fmla="*/ 0 w 11"/>
                  <a:gd name="T7" fmla="*/ 18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17">
                    <a:moveTo>
                      <a:pt x="0" y="15"/>
                    </a:moveTo>
                    <a:cubicBezTo>
                      <a:pt x="0" y="15"/>
                      <a:pt x="8" y="11"/>
                      <a:pt x="5" y="0"/>
                    </a:cubicBezTo>
                    <a:cubicBezTo>
                      <a:pt x="5" y="0"/>
                      <a:pt x="11" y="9"/>
                      <a:pt x="1" y="17"/>
                    </a:cubicBez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EAAC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930" name="Freeform 109">
                <a:extLst>
                  <a:ext uri="{FF2B5EF4-FFF2-40B4-BE49-F238E27FC236}">
                    <a16:creationId xmlns:a16="http://schemas.microsoft.com/office/drawing/2014/main" id="{54337633-6EB3-49C7-B2C1-8A5D53BA6F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9" y="1121"/>
                <a:ext cx="72" cy="33"/>
              </a:xfrm>
              <a:custGeom>
                <a:avLst/>
                <a:gdLst>
                  <a:gd name="T0" fmla="*/ 41 w 68"/>
                  <a:gd name="T1" fmla="*/ 36 h 31"/>
                  <a:gd name="T2" fmla="*/ 80 w 68"/>
                  <a:gd name="T3" fmla="*/ 19 h 31"/>
                  <a:gd name="T4" fmla="*/ 55 w 68"/>
                  <a:gd name="T5" fmla="*/ 0 h 31"/>
                  <a:gd name="T6" fmla="*/ 40 w 68"/>
                  <a:gd name="T7" fmla="*/ 6 h 31"/>
                  <a:gd name="T8" fmla="*/ 40 w 68"/>
                  <a:gd name="T9" fmla="*/ 6 h 31"/>
                  <a:gd name="T10" fmla="*/ 25 w 68"/>
                  <a:gd name="T11" fmla="*/ 0 h 31"/>
                  <a:gd name="T12" fmla="*/ 0 w 68"/>
                  <a:gd name="T13" fmla="*/ 19 h 31"/>
                  <a:gd name="T14" fmla="*/ 39 w 68"/>
                  <a:gd name="T15" fmla="*/ 36 h 31"/>
                  <a:gd name="T16" fmla="*/ 41 w 68"/>
                  <a:gd name="T17" fmla="*/ 36 h 3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8" h="31">
                    <a:moveTo>
                      <a:pt x="35" y="30"/>
                    </a:moveTo>
                    <a:cubicBezTo>
                      <a:pt x="55" y="31"/>
                      <a:pt x="68" y="16"/>
                      <a:pt x="68" y="16"/>
                    </a:cubicBezTo>
                    <a:cubicBezTo>
                      <a:pt x="57" y="14"/>
                      <a:pt x="46" y="0"/>
                      <a:pt x="46" y="0"/>
                    </a:cubicBezTo>
                    <a:cubicBezTo>
                      <a:pt x="34" y="6"/>
                      <a:pt x="34" y="6"/>
                      <a:pt x="34" y="6"/>
                    </a:cubicBezTo>
                    <a:cubicBezTo>
                      <a:pt x="34" y="6"/>
                      <a:pt x="34" y="6"/>
                      <a:pt x="34" y="6"/>
                    </a:cubicBezTo>
                    <a:cubicBezTo>
                      <a:pt x="22" y="0"/>
                      <a:pt x="22" y="0"/>
                      <a:pt x="22" y="0"/>
                    </a:cubicBezTo>
                    <a:cubicBezTo>
                      <a:pt x="22" y="0"/>
                      <a:pt x="11" y="14"/>
                      <a:pt x="0" y="16"/>
                    </a:cubicBezTo>
                    <a:cubicBezTo>
                      <a:pt x="0" y="16"/>
                      <a:pt x="13" y="31"/>
                      <a:pt x="33" y="30"/>
                    </a:cubicBezTo>
                    <a:lnTo>
                      <a:pt x="35" y="30"/>
                    </a:lnTo>
                    <a:close/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931" name="Freeform 110">
                <a:extLst>
                  <a:ext uri="{FF2B5EF4-FFF2-40B4-BE49-F238E27FC236}">
                    <a16:creationId xmlns:a16="http://schemas.microsoft.com/office/drawing/2014/main" id="{756EACE9-9E95-4CB0-8BB9-3869E2D0DB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9" y="1140"/>
                <a:ext cx="72" cy="16"/>
              </a:xfrm>
              <a:custGeom>
                <a:avLst/>
                <a:gdLst>
                  <a:gd name="T0" fmla="*/ 41 w 68"/>
                  <a:gd name="T1" fmla="*/ 14 h 15"/>
                  <a:gd name="T2" fmla="*/ 39 w 68"/>
                  <a:gd name="T3" fmla="*/ 14 h 15"/>
                  <a:gd name="T4" fmla="*/ 0 w 68"/>
                  <a:gd name="T5" fmla="*/ 0 h 15"/>
                  <a:gd name="T6" fmla="*/ 0 w 68"/>
                  <a:gd name="T7" fmla="*/ 0 h 15"/>
                  <a:gd name="T8" fmla="*/ 39 w 68"/>
                  <a:gd name="T9" fmla="*/ 17 h 15"/>
                  <a:gd name="T10" fmla="*/ 41 w 68"/>
                  <a:gd name="T11" fmla="*/ 17 h 15"/>
                  <a:gd name="T12" fmla="*/ 80 w 68"/>
                  <a:gd name="T13" fmla="*/ 0 h 15"/>
                  <a:gd name="T14" fmla="*/ 80 w 68"/>
                  <a:gd name="T15" fmla="*/ 0 h 15"/>
                  <a:gd name="T16" fmla="*/ 41 w 68"/>
                  <a:gd name="T17" fmla="*/ 14 h 1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8" h="15">
                    <a:moveTo>
                      <a:pt x="35" y="11"/>
                    </a:moveTo>
                    <a:cubicBezTo>
                      <a:pt x="33" y="11"/>
                      <a:pt x="33" y="11"/>
                      <a:pt x="33" y="11"/>
                    </a:cubicBezTo>
                    <a:cubicBezTo>
                      <a:pt x="18" y="12"/>
                      <a:pt x="5" y="4"/>
                      <a:pt x="0" y="0"/>
                    </a:cubicBezTo>
                    <a:cubicBezTo>
                      <a:pt x="0" y="0"/>
                      <a:pt x="1" y="0"/>
                      <a:pt x="0" y="0"/>
                    </a:cubicBezTo>
                    <a:cubicBezTo>
                      <a:pt x="0" y="0"/>
                      <a:pt x="13" y="15"/>
                      <a:pt x="33" y="14"/>
                    </a:cubicBezTo>
                    <a:cubicBezTo>
                      <a:pt x="35" y="14"/>
                      <a:pt x="35" y="14"/>
                      <a:pt x="35" y="14"/>
                    </a:cubicBezTo>
                    <a:cubicBezTo>
                      <a:pt x="55" y="15"/>
                      <a:pt x="68" y="0"/>
                      <a:pt x="68" y="0"/>
                    </a:cubicBezTo>
                    <a:cubicBezTo>
                      <a:pt x="67" y="0"/>
                      <a:pt x="68" y="0"/>
                      <a:pt x="68" y="0"/>
                    </a:cubicBezTo>
                    <a:cubicBezTo>
                      <a:pt x="63" y="4"/>
                      <a:pt x="50" y="12"/>
                      <a:pt x="35" y="11"/>
                    </a:cubicBezTo>
                    <a:close/>
                  </a:path>
                </a:pathLst>
              </a:custGeom>
              <a:solidFill>
                <a:srgbClr val="EAAC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932" name="Freeform 111">
                <a:extLst>
                  <a:ext uri="{FF2B5EF4-FFF2-40B4-BE49-F238E27FC236}">
                    <a16:creationId xmlns:a16="http://schemas.microsoft.com/office/drawing/2014/main" id="{CD149C01-305E-404A-9F7D-3C998F6E40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9" y="1120"/>
                <a:ext cx="71" cy="16"/>
              </a:xfrm>
              <a:custGeom>
                <a:avLst/>
                <a:gdLst>
                  <a:gd name="T0" fmla="*/ 0 w 67"/>
                  <a:gd name="T1" fmla="*/ 18 h 15"/>
                  <a:gd name="T2" fmla="*/ 25 w 67"/>
                  <a:gd name="T3" fmla="*/ 2 h 15"/>
                  <a:gd name="T4" fmla="*/ 40 w 67"/>
                  <a:gd name="T5" fmla="*/ 7 h 15"/>
                  <a:gd name="T6" fmla="*/ 40 w 67"/>
                  <a:gd name="T7" fmla="*/ 7 h 15"/>
                  <a:gd name="T8" fmla="*/ 55 w 67"/>
                  <a:gd name="T9" fmla="*/ 2 h 15"/>
                  <a:gd name="T10" fmla="*/ 79 w 67"/>
                  <a:gd name="T11" fmla="*/ 18 h 15"/>
                  <a:gd name="T12" fmla="*/ 79 w 67"/>
                  <a:gd name="T13" fmla="*/ 18 h 15"/>
                  <a:gd name="T14" fmla="*/ 55 w 67"/>
                  <a:gd name="T15" fmla="*/ 0 h 15"/>
                  <a:gd name="T16" fmla="*/ 40 w 67"/>
                  <a:gd name="T17" fmla="*/ 5 h 15"/>
                  <a:gd name="T18" fmla="*/ 40 w 67"/>
                  <a:gd name="T19" fmla="*/ 5 h 15"/>
                  <a:gd name="T20" fmla="*/ 25 w 67"/>
                  <a:gd name="T21" fmla="*/ 0 h 15"/>
                  <a:gd name="T22" fmla="*/ 0 w 67"/>
                  <a:gd name="T23" fmla="*/ 18 h 1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67" h="15">
                    <a:moveTo>
                      <a:pt x="0" y="15"/>
                    </a:moveTo>
                    <a:cubicBezTo>
                      <a:pt x="11" y="14"/>
                      <a:pt x="22" y="2"/>
                      <a:pt x="22" y="2"/>
                    </a:cubicBezTo>
                    <a:cubicBezTo>
                      <a:pt x="34" y="7"/>
                      <a:pt x="34" y="7"/>
                      <a:pt x="34" y="7"/>
                    </a:cubicBezTo>
                    <a:cubicBezTo>
                      <a:pt x="34" y="7"/>
                      <a:pt x="34" y="7"/>
                      <a:pt x="34" y="7"/>
                    </a:cubicBezTo>
                    <a:cubicBezTo>
                      <a:pt x="46" y="2"/>
                      <a:pt x="46" y="2"/>
                      <a:pt x="46" y="2"/>
                    </a:cubicBezTo>
                    <a:cubicBezTo>
                      <a:pt x="46" y="2"/>
                      <a:pt x="55" y="14"/>
                      <a:pt x="67" y="15"/>
                    </a:cubicBezTo>
                    <a:cubicBezTo>
                      <a:pt x="67" y="15"/>
                      <a:pt x="67" y="15"/>
                      <a:pt x="67" y="15"/>
                    </a:cubicBezTo>
                    <a:cubicBezTo>
                      <a:pt x="57" y="14"/>
                      <a:pt x="46" y="0"/>
                      <a:pt x="46" y="0"/>
                    </a:cubicBezTo>
                    <a:cubicBezTo>
                      <a:pt x="34" y="5"/>
                      <a:pt x="34" y="5"/>
                      <a:pt x="34" y="5"/>
                    </a:cubicBezTo>
                    <a:cubicBezTo>
                      <a:pt x="34" y="5"/>
                      <a:pt x="34" y="5"/>
                      <a:pt x="34" y="5"/>
                    </a:cubicBezTo>
                    <a:cubicBezTo>
                      <a:pt x="22" y="0"/>
                      <a:pt x="22" y="0"/>
                      <a:pt x="22" y="0"/>
                    </a:cubicBezTo>
                    <a:cubicBezTo>
                      <a:pt x="22" y="0"/>
                      <a:pt x="11" y="14"/>
                      <a:pt x="0" y="15"/>
                    </a:cubicBezTo>
                    <a:close/>
                  </a:path>
                </a:pathLst>
              </a:custGeom>
              <a:solidFill>
                <a:srgbClr val="EAAC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933" name="Freeform 112">
                <a:extLst>
                  <a:ext uri="{FF2B5EF4-FFF2-40B4-BE49-F238E27FC236}">
                    <a16:creationId xmlns:a16="http://schemas.microsoft.com/office/drawing/2014/main" id="{EE15462D-EBE8-4243-8925-E8217AC1B7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1" y="1128"/>
                <a:ext cx="8" cy="20"/>
              </a:xfrm>
              <a:custGeom>
                <a:avLst/>
                <a:gdLst>
                  <a:gd name="T0" fmla="*/ 0 w 7"/>
                  <a:gd name="T1" fmla="*/ 0 h 19"/>
                  <a:gd name="T2" fmla="*/ 0 w 7"/>
                  <a:gd name="T3" fmla="*/ 22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9">
                    <a:moveTo>
                      <a:pt x="0" y="0"/>
                    </a:moveTo>
                    <a:cubicBezTo>
                      <a:pt x="0" y="0"/>
                      <a:pt x="7" y="5"/>
                      <a:pt x="0" y="19"/>
                    </a:cubicBezTo>
                  </a:path>
                </a:pathLst>
              </a:custGeom>
              <a:noFill/>
              <a:ln w="3175" cap="flat">
                <a:solidFill>
                  <a:srgbClr val="EAAC9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934" name="Freeform 113">
                <a:extLst>
                  <a:ext uri="{FF2B5EF4-FFF2-40B4-BE49-F238E27FC236}">
                    <a16:creationId xmlns:a16="http://schemas.microsoft.com/office/drawing/2014/main" id="{3625A3D1-910A-4B6F-ADDF-802E699072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9" y="1057"/>
                <a:ext cx="9" cy="66"/>
              </a:xfrm>
              <a:custGeom>
                <a:avLst/>
                <a:gdLst>
                  <a:gd name="T0" fmla="*/ 0 w 8"/>
                  <a:gd name="T1" fmla="*/ 0 h 62"/>
                  <a:gd name="T2" fmla="*/ 8 w 8"/>
                  <a:gd name="T3" fmla="*/ 13 h 62"/>
                  <a:gd name="T4" fmla="*/ 10 w 8"/>
                  <a:gd name="T5" fmla="*/ 33 h 62"/>
                  <a:gd name="T6" fmla="*/ 3 w 8"/>
                  <a:gd name="T7" fmla="*/ 53 h 62"/>
                  <a:gd name="T8" fmla="*/ 2 w 8"/>
                  <a:gd name="T9" fmla="*/ 75 h 62"/>
                  <a:gd name="T10" fmla="*/ 1 w 8"/>
                  <a:gd name="T11" fmla="*/ 64 h 62"/>
                  <a:gd name="T12" fmla="*/ 1 w 8"/>
                  <a:gd name="T13" fmla="*/ 51 h 62"/>
                  <a:gd name="T14" fmla="*/ 7 w 8"/>
                  <a:gd name="T15" fmla="*/ 33 h 62"/>
                  <a:gd name="T16" fmla="*/ 8 w 8"/>
                  <a:gd name="T17" fmla="*/ 19 h 62"/>
                  <a:gd name="T18" fmla="*/ 7 w 8"/>
                  <a:gd name="T19" fmla="*/ 13 h 62"/>
                  <a:gd name="T20" fmla="*/ 2 w 8"/>
                  <a:gd name="T21" fmla="*/ 2 h 6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" h="62">
                    <a:moveTo>
                      <a:pt x="0" y="0"/>
                    </a:moveTo>
                    <a:cubicBezTo>
                      <a:pt x="3" y="2"/>
                      <a:pt x="4" y="7"/>
                      <a:pt x="5" y="10"/>
                    </a:cubicBezTo>
                    <a:cubicBezTo>
                      <a:pt x="8" y="15"/>
                      <a:pt x="8" y="21"/>
                      <a:pt x="7" y="27"/>
                    </a:cubicBezTo>
                    <a:cubicBezTo>
                      <a:pt x="5" y="33"/>
                      <a:pt x="4" y="38"/>
                      <a:pt x="3" y="44"/>
                    </a:cubicBezTo>
                    <a:cubicBezTo>
                      <a:pt x="2" y="50"/>
                      <a:pt x="2" y="56"/>
                      <a:pt x="2" y="62"/>
                    </a:cubicBezTo>
                    <a:cubicBezTo>
                      <a:pt x="2" y="59"/>
                      <a:pt x="1" y="56"/>
                      <a:pt x="1" y="53"/>
                    </a:cubicBezTo>
                    <a:cubicBezTo>
                      <a:pt x="1" y="49"/>
                      <a:pt x="1" y="46"/>
                      <a:pt x="1" y="42"/>
                    </a:cubicBezTo>
                    <a:cubicBezTo>
                      <a:pt x="2" y="37"/>
                      <a:pt x="3" y="32"/>
                      <a:pt x="4" y="27"/>
                    </a:cubicBezTo>
                    <a:cubicBezTo>
                      <a:pt x="4" y="23"/>
                      <a:pt x="5" y="20"/>
                      <a:pt x="5" y="16"/>
                    </a:cubicBezTo>
                    <a:cubicBezTo>
                      <a:pt x="4" y="14"/>
                      <a:pt x="4" y="12"/>
                      <a:pt x="4" y="10"/>
                    </a:cubicBezTo>
                    <a:cubicBezTo>
                      <a:pt x="3" y="8"/>
                      <a:pt x="2" y="5"/>
                      <a:pt x="2" y="2"/>
                    </a:cubicBezTo>
                  </a:path>
                </a:pathLst>
              </a:custGeom>
              <a:solidFill>
                <a:srgbClr val="EAAC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935" name="Freeform 114">
                <a:extLst>
                  <a:ext uri="{FF2B5EF4-FFF2-40B4-BE49-F238E27FC236}">
                    <a16:creationId xmlns:a16="http://schemas.microsoft.com/office/drawing/2014/main" id="{C7EA7379-1497-4E8A-BF3E-9CC44B9BF8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4" y="1129"/>
                <a:ext cx="8" cy="23"/>
              </a:xfrm>
              <a:custGeom>
                <a:avLst/>
                <a:gdLst>
                  <a:gd name="T0" fmla="*/ 1 w 7"/>
                  <a:gd name="T1" fmla="*/ 0 h 22"/>
                  <a:gd name="T2" fmla="*/ 0 w 7"/>
                  <a:gd name="T3" fmla="*/ 25 h 22"/>
                  <a:gd name="T4" fmla="*/ 2 w 7"/>
                  <a:gd name="T5" fmla="*/ 2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22">
                    <a:moveTo>
                      <a:pt x="1" y="0"/>
                    </a:moveTo>
                    <a:cubicBezTo>
                      <a:pt x="1" y="8"/>
                      <a:pt x="4" y="14"/>
                      <a:pt x="0" y="22"/>
                    </a:cubicBezTo>
                    <a:cubicBezTo>
                      <a:pt x="7" y="16"/>
                      <a:pt x="7" y="8"/>
                      <a:pt x="2" y="2"/>
                    </a:cubicBezTo>
                  </a:path>
                </a:pathLst>
              </a:custGeom>
              <a:solidFill>
                <a:srgbClr val="EAAC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936" name="Freeform 115">
                <a:extLst>
                  <a:ext uri="{FF2B5EF4-FFF2-40B4-BE49-F238E27FC236}">
                    <a16:creationId xmlns:a16="http://schemas.microsoft.com/office/drawing/2014/main" id="{A8547434-FAD5-4A56-A807-47BFBEE69D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6" y="1064"/>
                <a:ext cx="11" cy="73"/>
              </a:xfrm>
              <a:custGeom>
                <a:avLst/>
                <a:gdLst>
                  <a:gd name="T0" fmla="*/ 8 w 11"/>
                  <a:gd name="T1" fmla="*/ 81 h 69"/>
                  <a:gd name="T2" fmla="*/ 11 w 11"/>
                  <a:gd name="T3" fmla="*/ 0 h 6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69">
                    <a:moveTo>
                      <a:pt x="8" y="69"/>
                    </a:moveTo>
                    <a:cubicBezTo>
                      <a:pt x="8" y="69"/>
                      <a:pt x="0" y="25"/>
                      <a:pt x="11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937" name="Freeform 116">
                <a:extLst>
                  <a:ext uri="{FF2B5EF4-FFF2-40B4-BE49-F238E27FC236}">
                    <a16:creationId xmlns:a16="http://schemas.microsoft.com/office/drawing/2014/main" id="{6EF52930-D064-4963-8DB5-87D6A25C35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3" y="1054"/>
                <a:ext cx="24" cy="24"/>
              </a:xfrm>
              <a:custGeom>
                <a:avLst/>
                <a:gdLst>
                  <a:gd name="T0" fmla="*/ 0 w 22"/>
                  <a:gd name="T1" fmla="*/ 28 h 22"/>
                  <a:gd name="T2" fmla="*/ 23 w 22"/>
                  <a:gd name="T3" fmla="*/ 28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22">
                    <a:moveTo>
                      <a:pt x="0" y="22"/>
                    </a:moveTo>
                    <a:cubicBezTo>
                      <a:pt x="0" y="22"/>
                      <a:pt x="22" y="0"/>
                      <a:pt x="17" y="22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938" name="Freeform 117">
                <a:extLst>
                  <a:ext uri="{FF2B5EF4-FFF2-40B4-BE49-F238E27FC236}">
                    <a16:creationId xmlns:a16="http://schemas.microsoft.com/office/drawing/2014/main" id="{3D83DEEF-9AFB-4ACC-9B17-FC4A38F208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2" y="1086"/>
                <a:ext cx="18" cy="23"/>
              </a:xfrm>
              <a:custGeom>
                <a:avLst/>
                <a:gdLst>
                  <a:gd name="T0" fmla="*/ 0 w 17"/>
                  <a:gd name="T1" fmla="*/ 0 h 21"/>
                  <a:gd name="T2" fmla="*/ 0 w 17"/>
                  <a:gd name="T3" fmla="*/ 27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21">
                    <a:moveTo>
                      <a:pt x="0" y="0"/>
                    </a:moveTo>
                    <a:cubicBezTo>
                      <a:pt x="0" y="0"/>
                      <a:pt x="17" y="10"/>
                      <a:pt x="0" y="21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939" name="Freeform 118">
                <a:extLst>
                  <a:ext uri="{FF2B5EF4-FFF2-40B4-BE49-F238E27FC236}">
                    <a16:creationId xmlns:a16="http://schemas.microsoft.com/office/drawing/2014/main" id="{30A0FD5A-0D8A-4170-A28E-553BE1F045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8" y="2975"/>
                <a:ext cx="65" cy="86"/>
              </a:xfrm>
              <a:custGeom>
                <a:avLst/>
                <a:gdLst>
                  <a:gd name="T0" fmla="*/ 74 w 61"/>
                  <a:gd name="T1" fmla="*/ 0 h 81"/>
                  <a:gd name="T2" fmla="*/ 35 w 61"/>
                  <a:gd name="T3" fmla="*/ 37 h 81"/>
                  <a:gd name="T4" fmla="*/ 0 w 61"/>
                  <a:gd name="T5" fmla="*/ 97 h 8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1" h="81">
                    <a:moveTo>
                      <a:pt x="61" y="0"/>
                    </a:moveTo>
                    <a:cubicBezTo>
                      <a:pt x="51" y="2"/>
                      <a:pt x="37" y="23"/>
                      <a:pt x="29" y="31"/>
                    </a:cubicBezTo>
                    <a:cubicBezTo>
                      <a:pt x="15" y="47"/>
                      <a:pt x="9" y="61"/>
                      <a:pt x="0" y="81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940" name="Freeform 119">
                <a:extLst>
                  <a:ext uri="{FF2B5EF4-FFF2-40B4-BE49-F238E27FC236}">
                    <a16:creationId xmlns:a16="http://schemas.microsoft.com/office/drawing/2014/main" id="{C1297DD4-4E3D-41E5-A26B-B5F1002A36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8" y="3090"/>
                <a:ext cx="211" cy="52"/>
              </a:xfrm>
              <a:custGeom>
                <a:avLst/>
                <a:gdLst>
                  <a:gd name="T0" fmla="*/ 242 w 197"/>
                  <a:gd name="T1" fmla="*/ 0 h 49"/>
                  <a:gd name="T2" fmla="*/ 207 w 197"/>
                  <a:gd name="T3" fmla="*/ 22 h 49"/>
                  <a:gd name="T4" fmla="*/ 159 w 197"/>
                  <a:gd name="T5" fmla="*/ 47 h 49"/>
                  <a:gd name="T6" fmla="*/ 90 w 197"/>
                  <a:gd name="T7" fmla="*/ 57 h 49"/>
                  <a:gd name="T8" fmla="*/ 0 w 197"/>
                  <a:gd name="T9" fmla="*/ 34 h 4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7" h="49">
                    <a:moveTo>
                      <a:pt x="197" y="0"/>
                    </a:moveTo>
                    <a:cubicBezTo>
                      <a:pt x="190" y="8"/>
                      <a:pt x="177" y="13"/>
                      <a:pt x="168" y="19"/>
                    </a:cubicBezTo>
                    <a:cubicBezTo>
                      <a:pt x="156" y="27"/>
                      <a:pt x="142" y="35"/>
                      <a:pt x="129" y="39"/>
                    </a:cubicBezTo>
                    <a:cubicBezTo>
                      <a:pt x="111" y="46"/>
                      <a:pt x="92" y="49"/>
                      <a:pt x="73" y="48"/>
                    </a:cubicBezTo>
                    <a:cubicBezTo>
                      <a:pt x="46" y="47"/>
                      <a:pt x="25" y="34"/>
                      <a:pt x="0" y="28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941" name="Freeform 120">
                <a:extLst>
                  <a:ext uri="{FF2B5EF4-FFF2-40B4-BE49-F238E27FC236}">
                    <a16:creationId xmlns:a16="http://schemas.microsoft.com/office/drawing/2014/main" id="{40AB02FB-2178-47F7-98B5-DDCECCFC5F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6" y="3098"/>
                <a:ext cx="40" cy="16"/>
              </a:xfrm>
              <a:custGeom>
                <a:avLst/>
                <a:gdLst>
                  <a:gd name="T0" fmla="*/ 46 w 37"/>
                  <a:gd name="T1" fmla="*/ 0 h 15"/>
                  <a:gd name="T2" fmla="*/ 0 w 37"/>
                  <a:gd name="T3" fmla="*/ 18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7" h="15">
                    <a:moveTo>
                      <a:pt x="37" y="0"/>
                    </a:moveTo>
                    <a:cubicBezTo>
                      <a:pt x="25" y="6"/>
                      <a:pt x="11" y="8"/>
                      <a:pt x="0" y="15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942" name="Freeform 121">
                <a:extLst>
                  <a:ext uri="{FF2B5EF4-FFF2-40B4-BE49-F238E27FC236}">
                    <a16:creationId xmlns:a16="http://schemas.microsoft.com/office/drawing/2014/main" id="{BAD57EEC-0C4C-4AE9-BDF8-139EDE23AF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1" y="3156"/>
                <a:ext cx="56" cy="6"/>
              </a:xfrm>
              <a:custGeom>
                <a:avLst/>
                <a:gdLst>
                  <a:gd name="T0" fmla="*/ 62 w 53"/>
                  <a:gd name="T1" fmla="*/ 1 h 6"/>
                  <a:gd name="T2" fmla="*/ 0 w 53"/>
                  <a:gd name="T3" fmla="*/ 6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3" h="6">
                    <a:moveTo>
                      <a:pt x="53" y="1"/>
                    </a:moveTo>
                    <a:cubicBezTo>
                      <a:pt x="37" y="1"/>
                      <a:pt x="15" y="0"/>
                      <a:pt x="0" y="6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943" name="Freeform 122">
                <a:extLst>
                  <a:ext uri="{FF2B5EF4-FFF2-40B4-BE49-F238E27FC236}">
                    <a16:creationId xmlns:a16="http://schemas.microsoft.com/office/drawing/2014/main" id="{836AD7B1-3D5B-4499-A20A-21F025F8A0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7" y="2781"/>
                <a:ext cx="58" cy="24"/>
              </a:xfrm>
              <a:custGeom>
                <a:avLst/>
                <a:gdLst>
                  <a:gd name="T0" fmla="*/ 64 w 55"/>
                  <a:gd name="T1" fmla="*/ 0 h 22"/>
                  <a:gd name="T2" fmla="*/ 0 w 55"/>
                  <a:gd name="T3" fmla="*/ 28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5" h="22">
                    <a:moveTo>
                      <a:pt x="55" y="0"/>
                    </a:moveTo>
                    <a:cubicBezTo>
                      <a:pt x="35" y="7"/>
                      <a:pt x="18" y="8"/>
                      <a:pt x="0" y="22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944" name="Freeform 123">
                <a:extLst>
                  <a:ext uri="{FF2B5EF4-FFF2-40B4-BE49-F238E27FC236}">
                    <a16:creationId xmlns:a16="http://schemas.microsoft.com/office/drawing/2014/main" id="{24C17718-D380-45FA-9A89-A2D2FAF9CD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2" y="3790"/>
                <a:ext cx="105" cy="14"/>
              </a:xfrm>
              <a:custGeom>
                <a:avLst/>
                <a:gdLst>
                  <a:gd name="T0" fmla="*/ 121 w 98"/>
                  <a:gd name="T1" fmla="*/ 5 h 13"/>
                  <a:gd name="T2" fmla="*/ 85 w 98"/>
                  <a:gd name="T3" fmla="*/ 15 h 13"/>
                  <a:gd name="T4" fmla="*/ 53 w 98"/>
                  <a:gd name="T5" fmla="*/ 6 h 13"/>
                  <a:gd name="T6" fmla="*/ 0 w 98"/>
                  <a:gd name="T7" fmla="*/ 16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8" h="13">
                    <a:moveTo>
                      <a:pt x="98" y="5"/>
                    </a:moveTo>
                    <a:cubicBezTo>
                      <a:pt x="88" y="7"/>
                      <a:pt x="80" y="12"/>
                      <a:pt x="69" y="12"/>
                    </a:cubicBezTo>
                    <a:cubicBezTo>
                      <a:pt x="60" y="12"/>
                      <a:pt x="51" y="9"/>
                      <a:pt x="43" y="6"/>
                    </a:cubicBezTo>
                    <a:cubicBezTo>
                      <a:pt x="28" y="0"/>
                      <a:pt x="11" y="1"/>
                      <a:pt x="0" y="13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945" name="Freeform 124">
                <a:extLst>
                  <a:ext uri="{FF2B5EF4-FFF2-40B4-BE49-F238E27FC236}">
                    <a16:creationId xmlns:a16="http://schemas.microsoft.com/office/drawing/2014/main" id="{35EE7D77-02B4-4DD4-8023-071D2536EF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7" y="3691"/>
                <a:ext cx="45" cy="7"/>
              </a:xfrm>
              <a:custGeom>
                <a:avLst/>
                <a:gdLst>
                  <a:gd name="T0" fmla="*/ 51 w 42"/>
                  <a:gd name="T1" fmla="*/ 0 h 7"/>
                  <a:gd name="T2" fmla="*/ 0 w 42"/>
                  <a:gd name="T3" fmla="*/ 7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2" h="7">
                    <a:moveTo>
                      <a:pt x="42" y="0"/>
                    </a:moveTo>
                    <a:cubicBezTo>
                      <a:pt x="28" y="0"/>
                      <a:pt x="14" y="5"/>
                      <a:pt x="0" y="7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946" name="Freeform 125">
                <a:extLst>
                  <a:ext uri="{FF2B5EF4-FFF2-40B4-BE49-F238E27FC236}">
                    <a16:creationId xmlns:a16="http://schemas.microsoft.com/office/drawing/2014/main" id="{1EADA839-EB53-416F-AA14-DFC2D47797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3" y="3984"/>
                <a:ext cx="38" cy="38"/>
              </a:xfrm>
              <a:custGeom>
                <a:avLst/>
                <a:gdLst>
                  <a:gd name="T0" fmla="*/ 38 w 36"/>
                  <a:gd name="T1" fmla="*/ 45 h 35"/>
                  <a:gd name="T2" fmla="*/ 29 w 36"/>
                  <a:gd name="T3" fmla="*/ 14 h 35"/>
                  <a:gd name="T4" fmla="*/ 14 w 36"/>
                  <a:gd name="T5" fmla="*/ 4 h 35"/>
                  <a:gd name="T6" fmla="*/ 0 w 36"/>
                  <a:gd name="T7" fmla="*/ 0 h 3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6" h="35">
                    <a:moveTo>
                      <a:pt x="32" y="35"/>
                    </a:moveTo>
                    <a:cubicBezTo>
                      <a:pt x="36" y="26"/>
                      <a:pt x="34" y="15"/>
                      <a:pt x="25" y="11"/>
                    </a:cubicBezTo>
                    <a:cubicBezTo>
                      <a:pt x="20" y="9"/>
                      <a:pt x="16" y="6"/>
                      <a:pt x="11" y="4"/>
                    </a:cubicBezTo>
                    <a:cubicBezTo>
                      <a:pt x="8" y="3"/>
                      <a:pt x="3" y="2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947" name="Freeform 126">
                <a:extLst>
                  <a:ext uri="{FF2B5EF4-FFF2-40B4-BE49-F238E27FC236}">
                    <a16:creationId xmlns:a16="http://schemas.microsoft.com/office/drawing/2014/main" id="{77B8B035-DB06-410D-8C92-2109901B54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5" y="3965"/>
                <a:ext cx="15" cy="22"/>
              </a:xfrm>
              <a:custGeom>
                <a:avLst/>
                <a:gdLst>
                  <a:gd name="T0" fmla="*/ 17 w 14"/>
                  <a:gd name="T1" fmla="*/ 26 h 20"/>
                  <a:gd name="T2" fmla="*/ 0 w 14"/>
                  <a:gd name="T3" fmla="*/ 0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20">
                    <a:moveTo>
                      <a:pt x="14" y="20"/>
                    </a:moveTo>
                    <a:cubicBezTo>
                      <a:pt x="7" y="15"/>
                      <a:pt x="6" y="5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948" name="Freeform 127">
                <a:extLst>
                  <a:ext uri="{FF2B5EF4-FFF2-40B4-BE49-F238E27FC236}">
                    <a16:creationId xmlns:a16="http://schemas.microsoft.com/office/drawing/2014/main" id="{B4AA2BA8-4950-425A-8F5D-6E19631A50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6" y="3995"/>
                <a:ext cx="36" cy="24"/>
              </a:xfrm>
              <a:custGeom>
                <a:avLst/>
                <a:gdLst>
                  <a:gd name="T0" fmla="*/ 43 w 33"/>
                  <a:gd name="T1" fmla="*/ 9 h 22"/>
                  <a:gd name="T2" fmla="*/ 9 w 33"/>
                  <a:gd name="T3" fmla="*/ 28 h 22"/>
                  <a:gd name="T4" fmla="*/ 2 w 33"/>
                  <a:gd name="T5" fmla="*/ 11 h 22"/>
                  <a:gd name="T6" fmla="*/ 16 w 33"/>
                  <a:gd name="T7" fmla="*/ 0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" h="22">
                    <a:moveTo>
                      <a:pt x="33" y="6"/>
                    </a:moveTo>
                    <a:cubicBezTo>
                      <a:pt x="19" y="4"/>
                      <a:pt x="10" y="9"/>
                      <a:pt x="6" y="22"/>
                    </a:cubicBezTo>
                    <a:cubicBezTo>
                      <a:pt x="2" y="20"/>
                      <a:pt x="0" y="12"/>
                      <a:pt x="2" y="8"/>
                    </a:cubicBezTo>
                    <a:cubicBezTo>
                      <a:pt x="4" y="3"/>
                      <a:pt x="8" y="2"/>
                      <a:pt x="13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949" name="Freeform 128">
                <a:extLst>
                  <a:ext uri="{FF2B5EF4-FFF2-40B4-BE49-F238E27FC236}">
                    <a16:creationId xmlns:a16="http://schemas.microsoft.com/office/drawing/2014/main" id="{CD9FEEAF-18F6-4DC5-BB1C-6941EFA94C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3" y="3968"/>
                <a:ext cx="37" cy="48"/>
              </a:xfrm>
              <a:custGeom>
                <a:avLst/>
                <a:gdLst>
                  <a:gd name="T0" fmla="*/ 37 w 35"/>
                  <a:gd name="T1" fmla="*/ 54 h 45"/>
                  <a:gd name="T2" fmla="*/ 37 w 35"/>
                  <a:gd name="T3" fmla="*/ 37 h 45"/>
                  <a:gd name="T4" fmla="*/ 25 w 35"/>
                  <a:gd name="T5" fmla="*/ 23 h 45"/>
                  <a:gd name="T6" fmla="*/ 13 w 35"/>
                  <a:gd name="T7" fmla="*/ 16 h 45"/>
                  <a:gd name="T8" fmla="*/ 5 w 35"/>
                  <a:gd name="T9" fmla="*/ 12 h 45"/>
                  <a:gd name="T10" fmla="*/ 0 w 35"/>
                  <a:gd name="T11" fmla="*/ 0 h 4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5" h="45">
                    <a:moveTo>
                      <a:pt x="31" y="45"/>
                    </a:moveTo>
                    <a:cubicBezTo>
                      <a:pt x="35" y="44"/>
                      <a:pt x="32" y="34"/>
                      <a:pt x="31" y="31"/>
                    </a:cubicBezTo>
                    <a:cubicBezTo>
                      <a:pt x="29" y="27"/>
                      <a:pt x="25" y="22"/>
                      <a:pt x="22" y="20"/>
                    </a:cubicBezTo>
                    <a:cubicBezTo>
                      <a:pt x="19" y="17"/>
                      <a:pt x="14" y="15"/>
                      <a:pt x="10" y="13"/>
                    </a:cubicBezTo>
                    <a:cubicBezTo>
                      <a:pt x="7" y="12"/>
                      <a:pt x="6" y="11"/>
                      <a:pt x="5" y="9"/>
                    </a:cubicBezTo>
                    <a:cubicBezTo>
                      <a:pt x="3" y="7"/>
                      <a:pt x="0" y="2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950" name="Freeform 129">
                <a:extLst>
                  <a:ext uri="{FF2B5EF4-FFF2-40B4-BE49-F238E27FC236}">
                    <a16:creationId xmlns:a16="http://schemas.microsoft.com/office/drawing/2014/main" id="{6709660D-0D83-46E7-AF1C-DEB07D2C8D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1" y="3955"/>
                <a:ext cx="40" cy="42"/>
              </a:xfrm>
              <a:custGeom>
                <a:avLst/>
                <a:gdLst>
                  <a:gd name="T0" fmla="*/ 46 w 37"/>
                  <a:gd name="T1" fmla="*/ 46 h 40"/>
                  <a:gd name="T2" fmla="*/ 31 w 37"/>
                  <a:gd name="T3" fmla="*/ 16 h 40"/>
                  <a:gd name="T4" fmla="*/ 17 w 37"/>
                  <a:gd name="T5" fmla="*/ 8 h 40"/>
                  <a:gd name="T6" fmla="*/ 11 w 37"/>
                  <a:gd name="T7" fmla="*/ 4 h 40"/>
                  <a:gd name="T8" fmla="*/ 0 w 37"/>
                  <a:gd name="T9" fmla="*/ 0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7" h="40">
                    <a:moveTo>
                      <a:pt x="37" y="40"/>
                    </a:moveTo>
                    <a:cubicBezTo>
                      <a:pt x="37" y="30"/>
                      <a:pt x="33" y="19"/>
                      <a:pt x="25" y="13"/>
                    </a:cubicBezTo>
                    <a:cubicBezTo>
                      <a:pt x="22" y="11"/>
                      <a:pt x="18" y="11"/>
                      <a:pt x="14" y="8"/>
                    </a:cubicBezTo>
                    <a:cubicBezTo>
                      <a:pt x="12" y="7"/>
                      <a:pt x="10" y="5"/>
                      <a:pt x="8" y="4"/>
                    </a:cubicBezTo>
                    <a:cubicBezTo>
                      <a:pt x="5" y="2"/>
                      <a:pt x="2" y="2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951" name="Freeform 130">
                <a:extLst>
                  <a:ext uri="{FF2B5EF4-FFF2-40B4-BE49-F238E27FC236}">
                    <a16:creationId xmlns:a16="http://schemas.microsoft.com/office/drawing/2014/main" id="{26507E4E-ACA8-4FC6-983C-A1DA5EB7F3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7" y="3956"/>
                <a:ext cx="13" cy="6"/>
              </a:xfrm>
              <a:custGeom>
                <a:avLst/>
                <a:gdLst>
                  <a:gd name="T0" fmla="*/ 15 w 12"/>
                  <a:gd name="T1" fmla="*/ 6 h 6"/>
                  <a:gd name="T2" fmla="*/ 0 w 12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6">
                    <a:moveTo>
                      <a:pt x="12" y="6"/>
                    </a:moveTo>
                    <a:cubicBezTo>
                      <a:pt x="9" y="2"/>
                      <a:pt x="2" y="2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952" name="Freeform 131">
                <a:extLst>
                  <a:ext uri="{FF2B5EF4-FFF2-40B4-BE49-F238E27FC236}">
                    <a16:creationId xmlns:a16="http://schemas.microsoft.com/office/drawing/2014/main" id="{0FB6F64D-DCCF-44E8-9110-9AE7B4E142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3" y="3948"/>
                <a:ext cx="5" cy="3"/>
              </a:xfrm>
              <a:custGeom>
                <a:avLst/>
                <a:gdLst>
                  <a:gd name="T0" fmla="*/ 5 w 5"/>
                  <a:gd name="T1" fmla="*/ 3 h 3"/>
                  <a:gd name="T2" fmla="*/ 0 w 5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3">
                    <a:moveTo>
                      <a:pt x="5" y="3"/>
                    </a:moveTo>
                    <a:cubicBezTo>
                      <a:pt x="4" y="2"/>
                      <a:pt x="1" y="1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953" name="Freeform 132">
                <a:extLst>
                  <a:ext uri="{FF2B5EF4-FFF2-40B4-BE49-F238E27FC236}">
                    <a16:creationId xmlns:a16="http://schemas.microsoft.com/office/drawing/2014/main" id="{E63C2721-87D0-400A-B321-413A161571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3" y="3990"/>
                <a:ext cx="17" cy="13"/>
              </a:xfrm>
              <a:custGeom>
                <a:avLst/>
                <a:gdLst>
                  <a:gd name="T0" fmla="*/ 19 w 16"/>
                  <a:gd name="T1" fmla="*/ 9 h 12"/>
                  <a:gd name="T2" fmla="*/ 3 w 16"/>
                  <a:gd name="T3" fmla="*/ 15 h 12"/>
                  <a:gd name="T4" fmla="*/ 0 w 16"/>
                  <a:gd name="T5" fmla="*/ 9 h 12"/>
                  <a:gd name="T6" fmla="*/ 15 w 16"/>
                  <a:gd name="T7" fmla="*/ 1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12">
                    <a:moveTo>
                      <a:pt x="16" y="6"/>
                    </a:moveTo>
                    <a:cubicBezTo>
                      <a:pt x="10" y="6"/>
                      <a:pt x="8" y="9"/>
                      <a:pt x="3" y="12"/>
                    </a:cubicBezTo>
                    <a:cubicBezTo>
                      <a:pt x="2" y="10"/>
                      <a:pt x="1" y="8"/>
                      <a:pt x="0" y="6"/>
                    </a:cubicBezTo>
                    <a:cubicBezTo>
                      <a:pt x="5" y="5"/>
                      <a:pt x="7" y="0"/>
                      <a:pt x="12" y="1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954" name="Freeform 133">
                <a:extLst>
                  <a:ext uri="{FF2B5EF4-FFF2-40B4-BE49-F238E27FC236}">
                    <a16:creationId xmlns:a16="http://schemas.microsoft.com/office/drawing/2014/main" id="{1F9DBE46-F69D-4C48-A149-8A65786BEA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7" y="3981"/>
                <a:ext cx="12" cy="14"/>
              </a:xfrm>
              <a:custGeom>
                <a:avLst/>
                <a:gdLst>
                  <a:gd name="T0" fmla="*/ 14 w 11"/>
                  <a:gd name="T1" fmla="*/ 4 h 13"/>
                  <a:gd name="T2" fmla="*/ 3 w 11"/>
                  <a:gd name="T3" fmla="*/ 16 h 13"/>
                  <a:gd name="T4" fmla="*/ 2 w 11"/>
                  <a:gd name="T5" fmla="*/ 16 h 13"/>
                  <a:gd name="T6" fmla="*/ 0 w 11"/>
                  <a:gd name="T7" fmla="*/ 12 h 13"/>
                  <a:gd name="T8" fmla="*/ 11 w 11"/>
                  <a:gd name="T9" fmla="*/ 0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3">
                    <a:moveTo>
                      <a:pt x="11" y="4"/>
                    </a:moveTo>
                    <a:cubicBezTo>
                      <a:pt x="8" y="5"/>
                      <a:pt x="4" y="10"/>
                      <a:pt x="3" y="13"/>
                    </a:cubicBezTo>
                    <a:cubicBezTo>
                      <a:pt x="3" y="13"/>
                      <a:pt x="2" y="13"/>
                      <a:pt x="2" y="13"/>
                    </a:cubicBezTo>
                    <a:cubicBezTo>
                      <a:pt x="1" y="12"/>
                      <a:pt x="0" y="10"/>
                      <a:pt x="0" y="9"/>
                    </a:cubicBezTo>
                    <a:cubicBezTo>
                      <a:pt x="3" y="7"/>
                      <a:pt x="4" y="2"/>
                      <a:pt x="8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955" name="Freeform 134">
                <a:extLst>
                  <a:ext uri="{FF2B5EF4-FFF2-40B4-BE49-F238E27FC236}">
                    <a16:creationId xmlns:a16="http://schemas.microsoft.com/office/drawing/2014/main" id="{D520C8AD-1D9E-4504-BE17-CD8521F21B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1" y="3928"/>
                <a:ext cx="21" cy="18"/>
              </a:xfrm>
              <a:custGeom>
                <a:avLst/>
                <a:gdLst>
                  <a:gd name="T0" fmla="*/ 23 w 20"/>
                  <a:gd name="T1" fmla="*/ 20 h 17"/>
                  <a:gd name="T2" fmla="*/ 0 w 20"/>
                  <a:gd name="T3" fmla="*/ 0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17">
                    <a:moveTo>
                      <a:pt x="20" y="17"/>
                    </a:moveTo>
                    <a:cubicBezTo>
                      <a:pt x="12" y="14"/>
                      <a:pt x="5" y="6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956" name="Freeform 135">
                <a:extLst>
                  <a:ext uri="{FF2B5EF4-FFF2-40B4-BE49-F238E27FC236}">
                    <a16:creationId xmlns:a16="http://schemas.microsoft.com/office/drawing/2014/main" id="{777C89A3-1646-462B-861D-5A5F73ADCB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9" y="1288"/>
                <a:ext cx="115" cy="56"/>
              </a:xfrm>
              <a:custGeom>
                <a:avLst/>
                <a:gdLst>
                  <a:gd name="T0" fmla="*/ 130 w 108"/>
                  <a:gd name="T1" fmla="*/ 0 h 53"/>
                  <a:gd name="T2" fmla="*/ 85 w 108"/>
                  <a:gd name="T3" fmla="*/ 38 h 53"/>
                  <a:gd name="T4" fmla="*/ 0 w 108"/>
                  <a:gd name="T5" fmla="*/ 59 h 5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8" h="53">
                    <a:moveTo>
                      <a:pt x="108" y="0"/>
                    </a:moveTo>
                    <a:cubicBezTo>
                      <a:pt x="108" y="0"/>
                      <a:pt x="82" y="22"/>
                      <a:pt x="70" y="32"/>
                    </a:cubicBezTo>
                    <a:cubicBezTo>
                      <a:pt x="57" y="41"/>
                      <a:pt x="25" y="53"/>
                      <a:pt x="0" y="5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957" name="Freeform 136">
                <a:extLst>
                  <a:ext uri="{FF2B5EF4-FFF2-40B4-BE49-F238E27FC236}">
                    <a16:creationId xmlns:a16="http://schemas.microsoft.com/office/drawing/2014/main" id="{3C708218-7C86-4AAA-B2B6-7E29C7E241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7" y="1333"/>
                <a:ext cx="153" cy="55"/>
              </a:xfrm>
              <a:custGeom>
                <a:avLst/>
                <a:gdLst>
                  <a:gd name="T0" fmla="*/ 0 w 143"/>
                  <a:gd name="T1" fmla="*/ 1 h 52"/>
                  <a:gd name="T2" fmla="*/ 35 w 143"/>
                  <a:gd name="T3" fmla="*/ 32 h 52"/>
                  <a:gd name="T4" fmla="*/ 87 w 143"/>
                  <a:gd name="T5" fmla="*/ 60 h 52"/>
                  <a:gd name="T6" fmla="*/ 137 w 143"/>
                  <a:gd name="T7" fmla="*/ 32 h 52"/>
                  <a:gd name="T8" fmla="*/ 175 w 143"/>
                  <a:gd name="T9" fmla="*/ 0 h 5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3" h="52">
                    <a:moveTo>
                      <a:pt x="0" y="1"/>
                    </a:moveTo>
                    <a:cubicBezTo>
                      <a:pt x="0" y="1"/>
                      <a:pt x="14" y="10"/>
                      <a:pt x="29" y="26"/>
                    </a:cubicBezTo>
                    <a:cubicBezTo>
                      <a:pt x="45" y="42"/>
                      <a:pt x="55" y="49"/>
                      <a:pt x="71" y="51"/>
                    </a:cubicBezTo>
                    <a:cubicBezTo>
                      <a:pt x="87" y="52"/>
                      <a:pt x="98" y="39"/>
                      <a:pt x="112" y="26"/>
                    </a:cubicBezTo>
                    <a:cubicBezTo>
                      <a:pt x="127" y="14"/>
                      <a:pt x="130" y="6"/>
                      <a:pt x="143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958" name="Freeform 137">
                <a:extLst>
                  <a:ext uri="{FF2B5EF4-FFF2-40B4-BE49-F238E27FC236}">
                    <a16:creationId xmlns:a16="http://schemas.microsoft.com/office/drawing/2014/main" id="{1004E6A2-1A6A-4E7A-ACD9-8E05683522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6" y="2013"/>
                <a:ext cx="656" cy="45"/>
              </a:xfrm>
              <a:custGeom>
                <a:avLst/>
                <a:gdLst>
                  <a:gd name="T0" fmla="*/ 0 w 614"/>
                  <a:gd name="T1" fmla="*/ 0 h 42"/>
                  <a:gd name="T2" fmla="*/ 67 w 614"/>
                  <a:gd name="T3" fmla="*/ 30 h 42"/>
                  <a:gd name="T4" fmla="*/ 214 w 614"/>
                  <a:gd name="T5" fmla="*/ 42 h 42"/>
                  <a:gd name="T6" fmla="*/ 374 w 614"/>
                  <a:gd name="T7" fmla="*/ 11 h 42"/>
                  <a:gd name="T8" fmla="*/ 564 w 614"/>
                  <a:gd name="T9" fmla="*/ 41 h 42"/>
                  <a:gd name="T10" fmla="*/ 646 w 614"/>
                  <a:gd name="T11" fmla="*/ 27 h 42"/>
                  <a:gd name="T12" fmla="*/ 749 w 614"/>
                  <a:gd name="T13" fmla="*/ 0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14" h="42">
                    <a:moveTo>
                      <a:pt x="0" y="0"/>
                    </a:moveTo>
                    <a:cubicBezTo>
                      <a:pt x="0" y="0"/>
                      <a:pt x="27" y="23"/>
                      <a:pt x="55" y="24"/>
                    </a:cubicBezTo>
                    <a:cubicBezTo>
                      <a:pt x="83" y="25"/>
                      <a:pt x="133" y="42"/>
                      <a:pt x="175" y="34"/>
                    </a:cubicBezTo>
                    <a:cubicBezTo>
                      <a:pt x="217" y="26"/>
                      <a:pt x="263" y="12"/>
                      <a:pt x="307" y="8"/>
                    </a:cubicBezTo>
                    <a:cubicBezTo>
                      <a:pt x="351" y="4"/>
                      <a:pt x="422" y="41"/>
                      <a:pt x="462" y="33"/>
                    </a:cubicBezTo>
                    <a:cubicBezTo>
                      <a:pt x="502" y="25"/>
                      <a:pt x="515" y="21"/>
                      <a:pt x="530" y="21"/>
                    </a:cubicBezTo>
                    <a:cubicBezTo>
                      <a:pt x="545" y="21"/>
                      <a:pt x="590" y="26"/>
                      <a:pt x="614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959" name="Freeform 138">
                <a:extLst>
                  <a:ext uri="{FF2B5EF4-FFF2-40B4-BE49-F238E27FC236}">
                    <a16:creationId xmlns:a16="http://schemas.microsoft.com/office/drawing/2014/main" id="{ACC2E5B3-B8F9-4F95-A0AF-5F268D387C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3" y="2215"/>
                <a:ext cx="364" cy="112"/>
              </a:xfrm>
              <a:custGeom>
                <a:avLst/>
                <a:gdLst>
                  <a:gd name="T0" fmla="*/ 0 w 340"/>
                  <a:gd name="T1" fmla="*/ 2 h 105"/>
                  <a:gd name="T2" fmla="*/ 418 w 340"/>
                  <a:gd name="T3" fmla="*/ 0 h 10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40" h="105">
                    <a:moveTo>
                      <a:pt x="0" y="2"/>
                    </a:moveTo>
                    <a:cubicBezTo>
                      <a:pt x="0" y="2"/>
                      <a:pt x="141" y="105"/>
                      <a:pt x="340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960" name="Freeform 139">
                <a:extLst>
                  <a:ext uri="{FF2B5EF4-FFF2-40B4-BE49-F238E27FC236}">
                    <a16:creationId xmlns:a16="http://schemas.microsoft.com/office/drawing/2014/main" id="{7064F706-1B96-4CBE-ABB1-712C41DBEB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0" y="2267"/>
                <a:ext cx="83" cy="37"/>
              </a:xfrm>
              <a:custGeom>
                <a:avLst/>
                <a:gdLst>
                  <a:gd name="T0" fmla="*/ 96 w 77"/>
                  <a:gd name="T1" fmla="*/ 0 h 35"/>
                  <a:gd name="T2" fmla="*/ 0 w 77"/>
                  <a:gd name="T3" fmla="*/ 41 h 3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7" h="35">
                    <a:moveTo>
                      <a:pt x="77" y="0"/>
                    </a:moveTo>
                    <a:cubicBezTo>
                      <a:pt x="77" y="0"/>
                      <a:pt x="39" y="20"/>
                      <a:pt x="0" y="35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961" name="Freeform 140">
                <a:extLst>
                  <a:ext uri="{FF2B5EF4-FFF2-40B4-BE49-F238E27FC236}">
                    <a16:creationId xmlns:a16="http://schemas.microsoft.com/office/drawing/2014/main" id="{09884A33-912D-42E9-A147-05E93130FF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5" y="2264"/>
                <a:ext cx="59" cy="31"/>
              </a:xfrm>
              <a:custGeom>
                <a:avLst/>
                <a:gdLst>
                  <a:gd name="T0" fmla="*/ 0 w 55"/>
                  <a:gd name="T1" fmla="*/ 0 h 29"/>
                  <a:gd name="T2" fmla="*/ 68 w 55"/>
                  <a:gd name="T3" fmla="*/ 35 h 2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5" h="29">
                    <a:moveTo>
                      <a:pt x="0" y="0"/>
                    </a:moveTo>
                    <a:cubicBezTo>
                      <a:pt x="0" y="0"/>
                      <a:pt x="13" y="21"/>
                      <a:pt x="55" y="29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962" name="Freeform 141">
                <a:extLst>
                  <a:ext uri="{FF2B5EF4-FFF2-40B4-BE49-F238E27FC236}">
                    <a16:creationId xmlns:a16="http://schemas.microsoft.com/office/drawing/2014/main" id="{742EF98F-4286-447A-BC60-C46B093BEC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1" y="2263"/>
                <a:ext cx="28" cy="28"/>
              </a:xfrm>
              <a:custGeom>
                <a:avLst/>
                <a:gdLst>
                  <a:gd name="T0" fmla="*/ 17 w 26"/>
                  <a:gd name="T1" fmla="*/ 0 h 27"/>
                  <a:gd name="T2" fmla="*/ 32 w 26"/>
                  <a:gd name="T3" fmla="*/ 29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27">
                    <a:moveTo>
                      <a:pt x="14" y="0"/>
                    </a:moveTo>
                    <a:cubicBezTo>
                      <a:pt x="14" y="0"/>
                      <a:pt x="0" y="27"/>
                      <a:pt x="26" y="26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963" name="Freeform 142">
                <a:extLst>
                  <a:ext uri="{FF2B5EF4-FFF2-40B4-BE49-F238E27FC236}">
                    <a16:creationId xmlns:a16="http://schemas.microsoft.com/office/drawing/2014/main" id="{CBAE6C34-93C0-4FD5-8A08-4A2154C206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5" y="2513"/>
                <a:ext cx="227" cy="41"/>
              </a:xfrm>
              <a:custGeom>
                <a:avLst/>
                <a:gdLst>
                  <a:gd name="T0" fmla="*/ 0 w 212"/>
                  <a:gd name="T1" fmla="*/ 3 h 38"/>
                  <a:gd name="T2" fmla="*/ 260 w 212"/>
                  <a:gd name="T3" fmla="*/ 0 h 3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2" h="38">
                    <a:moveTo>
                      <a:pt x="0" y="3"/>
                    </a:moveTo>
                    <a:cubicBezTo>
                      <a:pt x="0" y="3"/>
                      <a:pt x="111" y="38"/>
                      <a:pt x="212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964" name="Freeform 143">
                <a:extLst>
                  <a:ext uri="{FF2B5EF4-FFF2-40B4-BE49-F238E27FC236}">
                    <a16:creationId xmlns:a16="http://schemas.microsoft.com/office/drawing/2014/main" id="{8D974F7A-32D4-435E-91DC-C5E586DDA8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2" y="849"/>
                <a:ext cx="286" cy="277"/>
              </a:xfrm>
              <a:custGeom>
                <a:avLst/>
                <a:gdLst>
                  <a:gd name="T0" fmla="*/ 11 w 267"/>
                  <a:gd name="T1" fmla="*/ 49 h 259"/>
                  <a:gd name="T2" fmla="*/ 96 w 267"/>
                  <a:gd name="T3" fmla="*/ 113 h 259"/>
                  <a:gd name="T4" fmla="*/ 74 w 267"/>
                  <a:gd name="T5" fmla="*/ 88 h 259"/>
                  <a:gd name="T6" fmla="*/ 174 w 267"/>
                  <a:gd name="T7" fmla="*/ 137 h 259"/>
                  <a:gd name="T8" fmla="*/ 157 w 267"/>
                  <a:gd name="T9" fmla="*/ 120 h 259"/>
                  <a:gd name="T10" fmla="*/ 199 w 267"/>
                  <a:gd name="T11" fmla="*/ 138 h 259"/>
                  <a:gd name="T12" fmla="*/ 261 w 267"/>
                  <a:gd name="T13" fmla="*/ 169 h 259"/>
                  <a:gd name="T14" fmla="*/ 277 w 267"/>
                  <a:gd name="T15" fmla="*/ 235 h 259"/>
                  <a:gd name="T16" fmla="*/ 286 w 267"/>
                  <a:gd name="T17" fmla="*/ 317 h 259"/>
                  <a:gd name="T18" fmla="*/ 307 w 267"/>
                  <a:gd name="T19" fmla="*/ 225 h 259"/>
                  <a:gd name="T20" fmla="*/ 328 w 267"/>
                  <a:gd name="T21" fmla="*/ 181 h 259"/>
                  <a:gd name="T22" fmla="*/ 291 w 267"/>
                  <a:gd name="T23" fmla="*/ 86 h 259"/>
                  <a:gd name="T24" fmla="*/ 210 w 267"/>
                  <a:gd name="T25" fmla="*/ 15 h 259"/>
                  <a:gd name="T26" fmla="*/ 85 w 267"/>
                  <a:gd name="T27" fmla="*/ 0 h 259"/>
                  <a:gd name="T28" fmla="*/ 0 w 267"/>
                  <a:gd name="T29" fmla="*/ 30 h 259"/>
                  <a:gd name="T30" fmla="*/ 11 w 267"/>
                  <a:gd name="T31" fmla="*/ 49 h 259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267" h="259">
                    <a:moveTo>
                      <a:pt x="8" y="40"/>
                    </a:moveTo>
                    <a:cubicBezTo>
                      <a:pt x="8" y="40"/>
                      <a:pt x="46" y="76"/>
                      <a:pt x="78" y="93"/>
                    </a:cubicBezTo>
                    <a:cubicBezTo>
                      <a:pt x="78" y="93"/>
                      <a:pt x="62" y="84"/>
                      <a:pt x="60" y="72"/>
                    </a:cubicBezTo>
                    <a:cubicBezTo>
                      <a:pt x="60" y="72"/>
                      <a:pt x="86" y="104"/>
                      <a:pt x="141" y="112"/>
                    </a:cubicBezTo>
                    <a:cubicBezTo>
                      <a:pt x="141" y="112"/>
                      <a:pt x="134" y="107"/>
                      <a:pt x="128" y="98"/>
                    </a:cubicBezTo>
                    <a:cubicBezTo>
                      <a:pt x="128" y="98"/>
                      <a:pt x="142" y="108"/>
                      <a:pt x="162" y="113"/>
                    </a:cubicBezTo>
                    <a:cubicBezTo>
                      <a:pt x="183" y="119"/>
                      <a:pt x="203" y="122"/>
                      <a:pt x="213" y="138"/>
                    </a:cubicBezTo>
                    <a:cubicBezTo>
                      <a:pt x="222" y="154"/>
                      <a:pt x="230" y="177"/>
                      <a:pt x="226" y="193"/>
                    </a:cubicBezTo>
                    <a:cubicBezTo>
                      <a:pt x="222" y="209"/>
                      <a:pt x="232" y="259"/>
                      <a:pt x="232" y="259"/>
                    </a:cubicBezTo>
                    <a:cubicBezTo>
                      <a:pt x="232" y="259"/>
                      <a:pt x="235" y="192"/>
                      <a:pt x="250" y="183"/>
                    </a:cubicBezTo>
                    <a:cubicBezTo>
                      <a:pt x="267" y="148"/>
                      <a:pt x="267" y="148"/>
                      <a:pt x="267" y="148"/>
                    </a:cubicBezTo>
                    <a:cubicBezTo>
                      <a:pt x="237" y="70"/>
                      <a:pt x="237" y="70"/>
                      <a:pt x="237" y="70"/>
                    </a:cubicBezTo>
                    <a:cubicBezTo>
                      <a:pt x="171" y="12"/>
                      <a:pt x="171" y="12"/>
                      <a:pt x="171" y="12"/>
                    </a:cubicBezTo>
                    <a:cubicBezTo>
                      <a:pt x="69" y="0"/>
                      <a:pt x="69" y="0"/>
                      <a:pt x="69" y="0"/>
                    </a:cubicBezTo>
                    <a:cubicBezTo>
                      <a:pt x="0" y="24"/>
                      <a:pt x="0" y="24"/>
                      <a:pt x="0" y="24"/>
                    </a:cubicBezTo>
                    <a:lnTo>
                      <a:pt x="8" y="40"/>
                    </a:lnTo>
                    <a:close/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965" name="Freeform 144">
                <a:extLst>
                  <a:ext uri="{FF2B5EF4-FFF2-40B4-BE49-F238E27FC236}">
                    <a16:creationId xmlns:a16="http://schemas.microsoft.com/office/drawing/2014/main" id="{E3407145-D005-4349-8DE1-4D7B96E316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2" y="869"/>
                <a:ext cx="108" cy="231"/>
              </a:xfrm>
              <a:custGeom>
                <a:avLst/>
                <a:gdLst>
                  <a:gd name="T0" fmla="*/ 123 w 101"/>
                  <a:gd name="T1" fmla="*/ 18 h 216"/>
                  <a:gd name="T2" fmla="*/ 81 w 101"/>
                  <a:gd name="T3" fmla="*/ 90 h 216"/>
                  <a:gd name="T4" fmla="*/ 86 w 101"/>
                  <a:gd name="T5" fmla="*/ 80 h 216"/>
                  <a:gd name="T6" fmla="*/ 71 w 101"/>
                  <a:gd name="T7" fmla="*/ 110 h 216"/>
                  <a:gd name="T8" fmla="*/ 59 w 101"/>
                  <a:gd name="T9" fmla="*/ 175 h 216"/>
                  <a:gd name="T10" fmla="*/ 59 w 101"/>
                  <a:gd name="T11" fmla="*/ 158 h 216"/>
                  <a:gd name="T12" fmla="*/ 53 w 101"/>
                  <a:gd name="T13" fmla="*/ 198 h 216"/>
                  <a:gd name="T14" fmla="*/ 60 w 101"/>
                  <a:gd name="T15" fmla="*/ 264 h 216"/>
                  <a:gd name="T16" fmla="*/ 36 w 101"/>
                  <a:gd name="T17" fmla="*/ 218 h 216"/>
                  <a:gd name="T18" fmla="*/ 12 w 101"/>
                  <a:gd name="T19" fmla="*/ 129 h 216"/>
                  <a:gd name="T20" fmla="*/ 113 w 101"/>
                  <a:gd name="T21" fmla="*/ 0 h 216"/>
                  <a:gd name="T22" fmla="*/ 123 w 101"/>
                  <a:gd name="T23" fmla="*/ 18 h 21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01" h="216">
                    <a:moveTo>
                      <a:pt x="101" y="15"/>
                    </a:moveTo>
                    <a:cubicBezTo>
                      <a:pt x="101" y="15"/>
                      <a:pt x="94" y="54"/>
                      <a:pt x="66" y="74"/>
                    </a:cubicBezTo>
                    <a:cubicBezTo>
                      <a:pt x="70" y="65"/>
                      <a:pt x="70" y="65"/>
                      <a:pt x="70" y="65"/>
                    </a:cubicBezTo>
                    <a:cubicBezTo>
                      <a:pt x="70" y="65"/>
                      <a:pt x="59" y="78"/>
                      <a:pt x="58" y="90"/>
                    </a:cubicBezTo>
                    <a:cubicBezTo>
                      <a:pt x="58" y="102"/>
                      <a:pt x="66" y="124"/>
                      <a:pt x="48" y="143"/>
                    </a:cubicBezTo>
                    <a:cubicBezTo>
                      <a:pt x="48" y="129"/>
                      <a:pt x="48" y="129"/>
                      <a:pt x="48" y="129"/>
                    </a:cubicBezTo>
                    <a:cubicBezTo>
                      <a:pt x="48" y="129"/>
                      <a:pt x="42" y="154"/>
                      <a:pt x="44" y="162"/>
                    </a:cubicBezTo>
                    <a:cubicBezTo>
                      <a:pt x="44" y="162"/>
                      <a:pt x="51" y="199"/>
                      <a:pt x="49" y="216"/>
                    </a:cubicBezTo>
                    <a:cubicBezTo>
                      <a:pt x="49" y="216"/>
                      <a:pt x="45" y="189"/>
                      <a:pt x="30" y="179"/>
                    </a:cubicBezTo>
                    <a:cubicBezTo>
                      <a:pt x="30" y="179"/>
                      <a:pt x="0" y="134"/>
                      <a:pt x="9" y="106"/>
                    </a:cubicBezTo>
                    <a:cubicBezTo>
                      <a:pt x="17" y="78"/>
                      <a:pt x="93" y="0"/>
                      <a:pt x="93" y="0"/>
                    </a:cubicBezTo>
                    <a:lnTo>
                      <a:pt x="101" y="15"/>
                    </a:lnTo>
                    <a:close/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966" name="Freeform 145">
                <a:extLst>
                  <a:ext uri="{FF2B5EF4-FFF2-40B4-BE49-F238E27FC236}">
                    <a16:creationId xmlns:a16="http://schemas.microsoft.com/office/drawing/2014/main" id="{38E19C65-CD59-4E0B-988E-1A07CF7C6F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2" y="860"/>
                <a:ext cx="110" cy="230"/>
              </a:xfrm>
              <a:custGeom>
                <a:avLst/>
                <a:gdLst>
                  <a:gd name="T0" fmla="*/ 125 w 103"/>
                  <a:gd name="T1" fmla="*/ 18 h 216"/>
                  <a:gd name="T2" fmla="*/ 84 w 103"/>
                  <a:gd name="T3" fmla="*/ 91 h 216"/>
                  <a:gd name="T4" fmla="*/ 88 w 103"/>
                  <a:gd name="T5" fmla="*/ 78 h 216"/>
                  <a:gd name="T6" fmla="*/ 74 w 103"/>
                  <a:gd name="T7" fmla="*/ 109 h 216"/>
                  <a:gd name="T8" fmla="*/ 62 w 103"/>
                  <a:gd name="T9" fmla="*/ 173 h 216"/>
                  <a:gd name="T10" fmla="*/ 62 w 103"/>
                  <a:gd name="T11" fmla="*/ 155 h 216"/>
                  <a:gd name="T12" fmla="*/ 56 w 103"/>
                  <a:gd name="T13" fmla="*/ 196 h 216"/>
                  <a:gd name="T14" fmla="*/ 62 w 103"/>
                  <a:gd name="T15" fmla="*/ 261 h 216"/>
                  <a:gd name="T16" fmla="*/ 38 w 103"/>
                  <a:gd name="T17" fmla="*/ 216 h 216"/>
                  <a:gd name="T18" fmla="*/ 14 w 103"/>
                  <a:gd name="T19" fmla="*/ 128 h 216"/>
                  <a:gd name="T20" fmla="*/ 115 w 103"/>
                  <a:gd name="T21" fmla="*/ 0 h 216"/>
                  <a:gd name="T22" fmla="*/ 125 w 103"/>
                  <a:gd name="T23" fmla="*/ 18 h 21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03" h="216">
                    <a:moveTo>
                      <a:pt x="103" y="15"/>
                    </a:moveTo>
                    <a:cubicBezTo>
                      <a:pt x="103" y="15"/>
                      <a:pt x="96" y="54"/>
                      <a:pt x="69" y="75"/>
                    </a:cubicBezTo>
                    <a:cubicBezTo>
                      <a:pt x="72" y="65"/>
                      <a:pt x="72" y="65"/>
                      <a:pt x="72" y="65"/>
                    </a:cubicBezTo>
                    <a:cubicBezTo>
                      <a:pt x="72" y="65"/>
                      <a:pt x="62" y="78"/>
                      <a:pt x="61" y="90"/>
                    </a:cubicBezTo>
                    <a:cubicBezTo>
                      <a:pt x="60" y="102"/>
                      <a:pt x="69" y="124"/>
                      <a:pt x="51" y="143"/>
                    </a:cubicBezTo>
                    <a:cubicBezTo>
                      <a:pt x="51" y="129"/>
                      <a:pt x="51" y="129"/>
                      <a:pt x="51" y="129"/>
                    </a:cubicBezTo>
                    <a:cubicBezTo>
                      <a:pt x="51" y="129"/>
                      <a:pt x="45" y="155"/>
                      <a:pt x="46" y="162"/>
                    </a:cubicBezTo>
                    <a:cubicBezTo>
                      <a:pt x="46" y="162"/>
                      <a:pt x="54" y="199"/>
                      <a:pt x="51" y="216"/>
                    </a:cubicBezTo>
                    <a:cubicBezTo>
                      <a:pt x="51" y="216"/>
                      <a:pt x="47" y="189"/>
                      <a:pt x="32" y="179"/>
                    </a:cubicBezTo>
                    <a:cubicBezTo>
                      <a:pt x="32" y="179"/>
                      <a:pt x="0" y="133"/>
                      <a:pt x="11" y="106"/>
                    </a:cubicBezTo>
                    <a:cubicBezTo>
                      <a:pt x="42" y="34"/>
                      <a:pt x="95" y="0"/>
                      <a:pt x="95" y="0"/>
                    </a:cubicBezTo>
                    <a:lnTo>
                      <a:pt x="103" y="15"/>
                    </a:lnTo>
                    <a:close/>
                  </a:path>
                </a:pathLst>
              </a:custGeom>
              <a:solidFill>
                <a:srgbClr val="7920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967" name="Freeform 146">
                <a:extLst>
                  <a:ext uri="{FF2B5EF4-FFF2-40B4-BE49-F238E27FC236}">
                    <a16:creationId xmlns:a16="http://schemas.microsoft.com/office/drawing/2014/main" id="{27C5B324-0BF2-4806-88C3-30FB7B0FCD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3" y="833"/>
                <a:ext cx="300" cy="278"/>
              </a:xfrm>
              <a:custGeom>
                <a:avLst/>
                <a:gdLst>
                  <a:gd name="T0" fmla="*/ 11 w 280"/>
                  <a:gd name="T1" fmla="*/ 49 h 260"/>
                  <a:gd name="T2" fmla="*/ 98 w 280"/>
                  <a:gd name="T3" fmla="*/ 115 h 260"/>
                  <a:gd name="T4" fmla="*/ 74 w 280"/>
                  <a:gd name="T5" fmla="*/ 88 h 260"/>
                  <a:gd name="T6" fmla="*/ 174 w 280"/>
                  <a:gd name="T7" fmla="*/ 137 h 260"/>
                  <a:gd name="T8" fmla="*/ 159 w 280"/>
                  <a:gd name="T9" fmla="*/ 121 h 260"/>
                  <a:gd name="T10" fmla="*/ 201 w 280"/>
                  <a:gd name="T11" fmla="*/ 139 h 260"/>
                  <a:gd name="T12" fmla="*/ 261 w 280"/>
                  <a:gd name="T13" fmla="*/ 170 h 260"/>
                  <a:gd name="T14" fmla="*/ 279 w 280"/>
                  <a:gd name="T15" fmla="*/ 235 h 260"/>
                  <a:gd name="T16" fmla="*/ 287 w 280"/>
                  <a:gd name="T17" fmla="*/ 318 h 260"/>
                  <a:gd name="T18" fmla="*/ 310 w 280"/>
                  <a:gd name="T19" fmla="*/ 249 h 260"/>
                  <a:gd name="T20" fmla="*/ 344 w 280"/>
                  <a:gd name="T21" fmla="*/ 200 h 260"/>
                  <a:gd name="T22" fmla="*/ 293 w 280"/>
                  <a:gd name="T23" fmla="*/ 87 h 260"/>
                  <a:gd name="T24" fmla="*/ 211 w 280"/>
                  <a:gd name="T25" fmla="*/ 16 h 260"/>
                  <a:gd name="T26" fmla="*/ 86 w 280"/>
                  <a:gd name="T27" fmla="*/ 0 h 260"/>
                  <a:gd name="T28" fmla="*/ 0 w 280"/>
                  <a:gd name="T29" fmla="*/ 31 h 260"/>
                  <a:gd name="T30" fmla="*/ 11 w 280"/>
                  <a:gd name="T31" fmla="*/ 49 h 260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280" h="260">
                    <a:moveTo>
                      <a:pt x="8" y="40"/>
                    </a:moveTo>
                    <a:cubicBezTo>
                      <a:pt x="8" y="40"/>
                      <a:pt x="47" y="76"/>
                      <a:pt x="79" y="94"/>
                    </a:cubicBezTo>
                    <a:cubicBezTo>
                      <a:pt x="79" y="94"/>
                      <a:pt x="63" y="84"/>
                      <a:pt x="60" y="72"/>
                    </a:cubicBezTo>
                    <a:cubicBezTo>
                      <a:pt x="60" y="72"/>
                      <a:pt x="87" y="104"/>
                      <a:pt x="141" y="112"/>
                    </a:cubicBezTo>
                    <a:cubicBezTo>
                      <a:pt x="141" y="112"/>
                      <a:pt x="134" y="108"/>
                      <a:pt x="129" y="99"/>
                    </a:cubicBezTo>
                    <a:cubicBezTo>
                      <a:pt x="129" y="99"/>
                      <a:pt x="142" y="108"/>
                      <a:pt x="163" y="114"/>
                    </a:cubicBezTo>
                    <a:cubicBezTo>
                      <a:pt x="184" y="120"/>
                      <a:pt x="204" y="123"/>
                      <a:pt x="213" y="139"/>
                    </a:cubicBezTo>
                    <a:cubicBezTo>
                      <a:pt x="223" y="155"/>
                      <a:pt x="231" y="177"/>
                      <a:pt x="227" y="193"/>
                    </a:cubicBezTo>
                    <a:cubicBezTo>
                      <a:pt x="223" y="209"/>
                      <a:pt x="233" y="260"/>
                      <a:pt x="233" y="260"/>
                    </a:cubicBezTo>
                    <a:cubicBezTo>
                      <a:pt x="233" y="260"/>
                      <a:pt x="236" y="213"/>
                      <a:pt x="252" y="204"/>
                    </a:cubicBezTo>
                    <a:cubicBezTo>
                      <a:pt x="280" y="164"/>
                      <a:pt x="280" y="164"/>
                      <a:pt x="280" y="164"/>
                    </a:cubicBezTo>
                    <a:cubicBezTo>
                      <a:pt x="238" y="71"/>
                      <a:pt x="238" y="71"/>
                      <a:pt x="238" y="71"/>
                    </a:cubicBezTo>
                    <a:cubicBezTo>
                      <a:pt x="172" y="13"/>
                      <a:pt x="172" y="13"/>
                      <a:pt x="172" y="13"/>
                    </a:cubicBezTo>
                    <a:cubicBezTo>
                      <a:pt x="70" y="0"/>
                      <a:pt x="70" y="0"/>
                      <a:pt x="70" y="0"/>
                    </a:cubicBezTo>
                    <a:cubicBezTo>
                      <a:pt x="0" y="25"/>
                      <a:pt x="0" y="25"/>
                      <a:pt x="0" y="25"/>
                    </a:cubicBezTo>
                    <a:lnTo>
                      <a:pt x="8" y="40"/>
                    </a:lnTo>
                    <a:close/>
                  </a:path>
                </a:pathLst>
              </a:custGeom>
              <a:solidFill>
                <a:srgbClr val="7920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968" name="Freeform 147">
                <a:extLst>
                  <a:ext uri="{FF2B5EF4-FFF2-40B4-BE49-F238E27FC236}">
                    <a16:creationId xmlns:a16="http://schemas.microsoft.com/office/drawing/2014/main" id="{AAB4226E-7B9C-435E-94EC-E0CBEAD237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4" y="1134"/>
                <a:ext cx="62" cy="11"/>
              </a:xfrm>
              <a:custGeom>
                <a:avLst/>
                <a:gdLst>
                  <a:gd name="T0" fmla="*/ 0 w 58"/>
                  <a:gd name="T1" fmla="*/ 4 h 10"/>
                  <a:gd name="T2" fmla="*/ 20 w 58"/>
                  <a:gd name="T3" fmla="*/ 1 h 10"/>
                  <a:gd name="T4" fmla="*/ 46 w 58"/>
                  <a:gd name="T5" fmla="*/ 0 h 10"/>
                  <a:gd name="T6" fmla="*/ 71 w 58"/>
                  <a:gd name="T7" fmla="*/ 4 h 10"/>
                  <a:gd name="T8" fmla="*/ 47 w 58"/>
                  <a:gd name="T9" fmla="*/ 2 h 10"/>
                  <a:gd name="T10" fmla="*/ 21 w 58"/>
                  <a:gd name="T11" fmla="*/ 3 h 10"/>
                  <a:gd name="T12" fmla="*/ 0 w 58"/>
                  <a:gd name="T13" fmla="*/ 4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8" h="10">
                    <a:moveTo>
                      <a:pt x="0" y="4"/>
                    </a:moveTo>
                    <a:cubicBezTo>
                      <a:pt x="0" y="4"/>
                      <a:pt x="13" y="4"/>
                      <a:pt x="17" y="1"/>
                    </a:cubicBezTo>
                    <a:cubicBezTo>
                      <a:pt x="17" y="1"/>
                      <a:pt x="30" y="8"/>
                      <a:pt x="37" y="0"/>
                    </a:cubicBezTo>
                    <a:cubicBezTo>
                      <a:pt x="37" y="0"/>
                      <a:pt x="50" y="4"/>
                      <a:pt x="58" y="4"/>
                    </a:cubicBezTo>
                    <a:cubicBezTo>
                      <a:pt x="58" y="4"/>
                      <a:pt x="43" y="4"/>
                      <a:pt x="38" y="2"/>
                    </a:cubicBezTo>
                    <a:cubicBezTo>
                      <a:pt x="38" y="2"/>
                      <a:pt x="32" y="10"/>
                      <a:pt x="18" y="3"/>
                    </a:cubicBezTo>
                    <a:cubicBezTo>
                      <a:pt x="18" y="3"/>
                      <a:pt x="6" y="6"/>
                      <a:pt x="0" y="4"/>
                    </a:cubicBezTo>
                    <a:close/>
                  </a:path>
                </a:pathLst>
              </a:custGeom>
              <a:solidFill>
                <a:srgbClr val="EAAC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969" name="Freeform 148">
                <a:extLst>
                  <a:ext uri="{FF2B5EF4-FFF2-40B4-BE49-F238E27FC236}">
                    <a16:creationId xmlns:a16="http://schemas.microsoft.com/office/drawing/2014/main" id="{6B7591D4-DA66-4E26-809D-C7293B146D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4" y="988"/>
                <a:ext cx="53" cy="44"/>
              </a:xfrm>
              <a:custGeom>
                <a:avLst/>
                <a:gdLst>
                  <a:gd name="T0" fmla="*/ 0 w 49"/>
                  <a:gd name="T1" fmla="*/ 29 h 41"/>
                  <a:gd name="T2" fmla="*/ 51 w 49"/>
                  <a:gd name="T3" fmla="*/ 21 h 41"/>
                  <a:gd name="T4" fmla="*/ 55 w 49"/>
                  <a:gd name="T5" fmla="*/ 31 h 41"/>
                  <a:gd name="T6" fmla="*/ 0 w 49"/>
                  <a:gd name="T7" fmla="*/ 29 h 4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9" h="41">
                    <a:moveTo>
                      <a:pt x="0" y="23"/>
                    </a:moveTo>
                    <a:cubicBezTo>
                      <a:pt x="0" y="23"/>
                      <a:pt x="22" y="0"/>
                      <a:pt x="40" y="18"/>
                    </a:cubicBezTo>
                    <a:cubicBezTo>
                      <a:pt x="40" y="18"/>
                      <a:pt x="49" y="21"/>
                      <a:pt x="43" y="25"/>
                    </a:cubicBezTo>
                    <a:cubicBezTo>
                      <a:pt x="37" y="29"/>
                      <a:pt x="13" y="41"/>
                      <a:pt x="0" y="23"/>
                    </a:cubicBezTo>
                    <a:close/>
                  </a:path>
                </a:pathLst>
              </a:custGeom>
              <a:noFill/>
              <a:ln w="3175" cap="flat">
                <a:solidFill>
                  <a:srgbClr val="EAAC9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970" name="Freeform 149">
                <a:extLst>
                  <a:ext uri="{FF2B5EF4-FFF2-40B4-BE49-F238E27FC236}">
                    <a16:creationId xmlns:a16="http://schemas.microsoft.com/office/drawing/2014/main" id="{92050B9C-7B85-4A54-BCEF-9C6E3DD462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2" y="988"/>
                <a:ext cx="53" cy="44"/>
              </a:xfrm>
              <a:custGeom>
                <a:avLst/>
                <a:gdLst>
                  <a:gd name="T0" fmla="*/ 62 w 49"/>
                  <a:gd name="T1" fmla="*/ 29 h 41"/>
                  <a:gd name="T2" fmla="*/ 12 w 49"/>
                  <a:gd name="T3" fmla="*/ 21 h 41"/>
                  <a:gd name="T4" fmla="*/ 10 w 49"/>
                  <a:gd name="T5" fmla="*/ 31 h 41"/>
                  <a:gd name="T6" fmla="*/ 62 w 49"/>
                  <a:gd name="T7" fmla="*/ 29 h 4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9" h="41">
                    <a:moveTo>
                      <a:pt x="49" y="23"/>
                    </a:moveTo>
                    <a:cubicBezTo>
                      <a:pt x="49" y="23"/>
                      <a:pt x="28" y="0"/>
                      <a:pt x="9" y="18"/>
                    </a:cubicBezTo>
                    <a:cubicBezTo>
                      <a:pt x="9" y="18"/>
                      <a:pt x="0" y="21"/>
                      <a:pt x="7" y="25"/>
                    </a:cubicBezTo>
                    <a:cubicBezTo>
                      <a:pt x="13" y="29"/>
                      <a:pt x="36" y="41"/>
                      <a:pt x="49" y="23"/>
                    </a:cubicBezTo>
                    <a:close/>
                  </a:path>
                </a:pathLst>
              </a:custGeom>
              <a:noFill/>
              <a:ln w="3175" cap="flat">
                <a:solidFill>
                  <a:srgbClr val="EAAC9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971" name="Freeform 150">
                <a:extLst>
                  <a:ext uri="{FF2B5EF4-FFF2-40B4-BE49-F238E27FC236}">
                    <a16:creationId xmlns:a16="http://schemas.microsoft.com/office/drawing/2014/main" id="{4C7CA7FC-BE4A-439D-9C99-5A80AD6B0F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7" y="1332"/>
                <a:ext cx="17" cy="19"/>
              </a:xfrm>
              <a:custGeom>
                <a:avLst/>
                <a:gdLst>
                  <a:gd name="T0" fmla="*/ 0 w 16"/>
                  <a:gd name="T1" fmla="*/ 8 h 18"/>
                  <a:gd name="T2" fmla="*/ 14 w 16"/>
                  <a:gd name="T3" fmla="*/ 0 h 18"/>
                  <a:gd name="T4" fmla="*/ 11 w 16"/>
                  <a:gd name="T5" fmla="*/ 21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18">
                    <a:moveTo>
                      <a:pt x="0" y="8"/>
                    </a:moveTo>
                    <a:cubicBezTo>
                      <a:pt x="3" y="5"/>
                      <a:pt x="6" y="1"/>
                      <a:pt x="11" y="0"/>
                    </a:cubicBezTo>
                    <a:cubicBezTo>
                      <a:pt x="16" y="6"/>
                      <a:pt x="9" y="15"/>
                      <a:pt x="8" y="18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972" name="Freeform 151">
                <a:extLst>
                  <a:ext uri="{FF2B5EF4-FFF2-40B4-BE49-F238E27FC236}">
                    <a16:creationId xmlns:a16="http://schemas.microsoft.com/office/drawing/2014/main" id="{FF47FB96-8113-42B8-9C4F-7127926BA0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2" y="1347"/>
                <a:ext cx="15" cy="12"/>
              </a:xfrm>
              <a:custGeom>
                <a:avLst/>
                <a:gdLst>
                  <a:gd name="T0" fmla="*/ 6 w 14"/>
                  <a:gd name="T1" fmla="*/ 12 h 12"/>
                  <a:gd name="T2" fmla="*/ 0 w 14"/>
                  <a:gd name="T3" fmla="*/ 0 h 12"/>
                  <a:gd name="T4" fmla="*/ 17 w 14"/>
                  <a:gd name="T5" fmla="*/ 5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2">
                    <a:moveTo>
                      <a:pt x="6" y="12"/>
                    </a:moveTo>
                    <a:cubicBezTo>
                      <a:pt x="5" y="8"/>
                      <a:pt x="2" y="4"/>
                      <a:pt x="0" y="0"/>
                    </a:cubicBezTo>
                    <a:cubicBezTo>
                      <a:pt x="4" y="2"/>
                      <a:pt x="11" y="5"/>
                      <a:pt x="14" y="5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973" name="Freeform 152">
                <a:extLst>
                  <a:ext uri="{FF2B5EF4-FFF2-40B4-BE49-F238E27FC236}">
                    <a16:creationId xmlns:a16="http://schemas.microsoft.com/office/drawing/2014/main" id="{47C8FD6B-2F8A-467C-B781-84D278E61C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5" y="1333"/>
                <a:ext cx="12" cy="13"/>
              </a:xfrm>
              <a:custGeom>
                <a:avLst/>
                <a:gdLst>
                  <a:gd name="T0" fmla="*/ 0 w 11"/>
                  <a:gd name="T1" fmla="*/ 0 h 12"/>
                  <a:gd name="T2" fmla="*/ 14 w 11"/>
                  <a:gd name="T3" fmla="*/ 15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12">
                    <a:moveTo>
                      <a:pt x="0" y="0"/>
                    </a:moveTo>
                    <a:cubicBezTo>
                      <a:pt x="3" y="4"/>
                      <a:pt x="8" y="8"/>
                      <a:pt x="11" y="12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974" name="Freeform 153">
                <a:extLst>
                  <a:ext uri="{FF2B5EF4-FFF2-40B4-BE49-F238E27FC236}">
                    <a16:creationId xmlns:a16="http://schemas.microsoft.com/office/drawing/2014/main" id="{483D97B3-6AA6-4071-A3D8-B266F3D49E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7" y="1332"/>
                <a:ext cx="33" cy="24"/>
              </a:xfrm>
              <a:custGeom>
                <a:avLst/>
                <a:gdLst>
                  <a:gd name="T0" fmla="*/ 19 w 31"/>
                  <a:gd name="T1" fmla="*/ 0 h 23"/>
                  <a:gd name="T2" fmla="*/ 5 w 31"/>
                  <a:gd name="T3" fmla="*/ 6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1" h="23">
                    <a:moveTo>
                      <a:pt x="16" y="0"/>
                    </a:moveTo>
                    <a:cubicBezTo>
                      <a:pt x="31" y="12"/>
                      <a:pt x="0" y="23"/>
                      <a:pt x="5" y="6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975" name="Freeform 154">
                <a:extLst>
                  <a:ext uri="{FF2B5EF4-FFF2-40B4-BE49-F238E27FC236}">
                    <a16:creationId xmlns:a16="http://schemas.microsoft.com/office/drawing/2014/main" id="{DE2102B2-9759-4BE8-83E3-106B582578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6" y="1296"/>
                <a:ext cx="3" cy="15"/>
              </a:xfrm>
              <a:custGeom>
                <a:avLst/>
                <a:gdLst>
                  <a:gd name="T0" fmla="*/ 3 w 3"/>
                  <a:gd name="T1" fmla="*/ 0 h 14"/>
                  <a:gd name="T2" fmla="*/ 0 w 3"/>
                  <a:gd name="T3" fmla="*/ 17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4">
                    <a:moveTo>
                      <a:pt x="3" y="0"/>
                    </a:moveTo>
                    <a:cubicBezTo>
                      <a:pt x="3" y="5"/>
                      <a:pt x="2" y="10"/>
                      <a:pt x="0" y="14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976" name="Freeform 155">
                <a:extLst>
                  <a:ext uri="{FF2B5EF4-FFF2-40B4-BE49-F238E27FC236}">
                    <a16:creationId xmlns:a16="http://schemas.microsoft.com/office/drawing/2014/main" id="{216DEBDA-B258-43FD-8E39-31F991C81F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1" y="1286"/>
                <a:ext cx="12" cy="32"/>
              </a:xfrm>
              <a:custGeom>
                <a:avLst/>
                <a:gdLst>
                  <a:gd name="T0" fmla="*/ 12 w 12"/>
                  <a:gd name="T1" fmla="*/ 13 h 30"/>
                  <a:gd name="T2" fmla="*/ 9 w 12"/>
                  <a:gd name="T3" fmla="*/ 36 h 30"/>
                  <a:gd name="T4" fmla="*/ 7 w 12"/>
                  <a:gd name="T5" fmla="*/ 0 h 3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30">
                    <a:moveTo>
                      <a:pt x="12" y="10"/>
                    </a:moveTo>
                    <a:cubicBezTo>
                      <a:pt x="12" y="17"/>
                      <a:pt x="12" y="25"/>
                      <a:pt x="9" y="30"/>
                    </a:cubicBezTo>
                    <a:cubicBezTo>
                      <a:pt x="0" y="26"/>
                      <a:pt x="6" y="7"/>
                      <a:pt x="7" y="0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977" name="Freeform 156">
                <a:extLst>
                  <a:ext uri="{FF2B5EF4-FFF2-40B4-BE49-F238E27FC236}">
                    <a16:creationId xmlns:a16="http://schemas.microsoft.com/office/drawing/2014/main" id="{1F965307-FA64-44AD-9EA9-8EA2C8A057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2" y="1283"/>
                <a:ext cx="15" cy="11"/>
              </a:xfrm>
              <a:custGeom>
                <a:avLst/>
                <a:gdLst>
                  <a:gd name="T0" fmla="*/ 0 w 14"/>
                  <a:gd name="T1" fmla="*/ 0 h 11"/>
                  <a:gd name="T2" fmla="*/ 17 w 14"/>
                  <a:gd name="T3" fmla="*/ 11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11">
                    <a:moveTo>
                      <a:pt x="0" y="0"/>
                    </a:moveTo>
                    <a:cubicBezTo>
                      <a:pt x="2" y="5"/>
                      <a:pt x="8" y="10"/>
                      <a:pt x="14" y="11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978" name="Freeform 157">
                <a:extLst>
                  <a:ext uri="{FF2B5EF4-FFF2-40B4-BE49-F238E27FC236}">
                    <a16:creationId xmlns:a16="http://schemas.microsoft.com/office/drawing/2014/main" id="{5881ECD2-6B1D-4553-B7FE-80ADBDC654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2" y="1287"/>
                <a:ext cx="20" cy="6"/>
              </a:xfrm>
              <a:custGeom>
                <a:avLst/>
                <a:gdLst>
                  <a:gd name="T0" fmla="*/ 0 w 19"/>
                  <a:gd name="T1" fmla="*/ 3 h 6"/>
                  <a:gd name="T2" fmla="*/ 22 w 19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6">
                    <a:moveTo>
                      <a:pt x="0" y="3"/>
                    </a:moveTo>
                    <a:cubicBezTo>
                      <a:pt x="6" y="6"/>
                      <a:pt x="13" y="1"/>
                      <a:pt x="19" y="0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979" name="Freeform 158">
                <a:extLst>
                  <a:ext uri="{FF2B5EF4-FFF2-40B4-BE49-F238E27FC236}">
                    <a16:creationId xmlns:a16="http://schemas.microsoft.com/office/drawing/2014/main" id="{F6DD27CF-FEF3-4FC5-A8F0-34BBE18853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1" y="1274"/>
                <a:ext cx="14" cy="1"/>
              </a:xfrm>
              <a:custGeom>
                <a:avLst/>
                <a:gdLst>
                  <a:gd name="T0" fmla="*/ 0 w 13"/>
                  <a:gd name="T1" fmla="*/ 1 h 1"/>
                  <a:gd name="T2" fmla="*/ 16 w 13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1">
                    <a:moveTo>
                      <a:pt x="0" y="1"/>
                    </a:moveTo>
                    <a:cubicBezTo>
                      <a:pt x="4" y="0"/>
                      <a:pt x="9" y="0"/>
                      <a:pt x="13" y="0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980" name="Freeform 159">
                <a:extLst>
                  <a:ext uri="{FF2B5EF4-FFF2-40B4-BE49-F238E27FC236}">
                    <a16:creationId xmlns:a16="http://schemas.microsoft.com/office/drawing/2014/main" id="{6C866ECE-EC26-482A-B83C-925048FFC4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6" y="1578"/>
                <a:ext cx="19" cy="13"/>
              </a:xfrm>
              <a:custGeom>
                <a:avLst/>
                <a:gdLst>
                  <a:gd name="T0" fmla="*/ 0 w 18"/>
                  <a:gd name="T1" fmla="*/ 15 h 12"/>
                  <a:gd name="T2" fmla="*/ 21 w 18"/>
                  <a:gd name="T3" fmla="*/ 0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12">
                    <a:moveTo>
                      <a:pt x="0" y="12"/>
                    </a:moveTo>
                    <a:cubicBezTo>
                      <a:pt x="6" y="11"/>
                      <a:pt x="14" y="5"/>
                      <a:pt x="18" y="0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981" name="Freeform 160">
                <a:extLst>
                  <a:ext uri="{FF2B5EF4-FFF2-40B4-BE49-F238E27FC236}">
                    <a16:creationId xmlns:a16="http://schemas.microsoft.com/office/drawing/2014/main" id="{ACF561DC-290D-4D30-B6D6-A1DC3DF5C8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6" y="1608"/>
                <a:ext cx="20" cy="25"/>
              </a:xfrm>
              <a:custGeom>
                <a:avLst/>
                <a:gdLst>
                  <a:gd name="T0" fmla="*/ 7 w 19"/>
                  <a:gd name="T1" fmla="*/ 0 h 23"/>
                  <a:gd name="T2" fmla="*/ 2 w 19"/>
                  <a:gd name="T3" fmla="*/ 28 h 23"/>
                  <a:gd name="T4" fmla="*/ 22 w 19"/>
                  <a:gd name="T5" fmla="*/ 5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23">
                    <a:moveTo>
                      <a:pt x="7" y="0"/>
                    </a:moveTo>
                    <a:cubicBezTo>
                      <a:pt x="5" y="7"/>
                      <a:pt x="0" y="15"/>
                      <a:pt x="2" y="22"/>
                    </a:cubicBezTo>
                    <a:cubicBezTo>
                      <a:pt x="10" y="23"/>
                      <a:pt x="18" y="13"/>
                      <a:pt x="19" y="5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982" name="Freeform 161">
                <a:extLst>
                  <a:ext uri="{FF2B5EF4-FFF2-40B4-BE49-F238E27FC236}">
                    <a16:creationId xmlns:a16="http://schemas.microsoft.com/office/drawing/2014/main" id="{6B886C7A-2EFE-4662-80D1-FFBCD5FC61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3" y="1823"/>
                <a:ext cx="27" cy="25"/>
              </a:xfrm>
              <a:custGeom>
                <a:avLst/>
                <a:gdLst>
                  <a:gd name="T0" fmla="*/ 6 w 25"/>
                  <a:gd name="T1" fmla="*/ 27 h 24"/>
                  <a:gd name="T2" fmla="*/ 5 w 25"/>
                  <a:gd name="T3" fmla="*/ 3 h 24"/>
                  <a:gd name="T4" fmla="*/ 31 w 25"/>
                  <a:gd name="T5" fmla="*/ 21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24">
                    <a:moveTo>
                      <a:pt x="6" y="24"/>
                    </a:moveTo>
                    <a:cubicBezTo>
                      <a:pt x="5" y="20"/>
                      <a:pt x="0" y="7"/>
                      <a:pt x="5" y="3"/>
                    </a:cubicBezTo>
                    <a:cubicBezTo>
                      <a:pt x="11" y="0"/>
                      <a:pt x="22" y="14"/>
                      <a:pt x="25" y="18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983" name="Freeform 162">
                <a:extLst>
                  <a:ext uri="{FF2B5EF4-FFF2-40B4-BE49-F238E27FC236}">
                    <a16:creationId xmlns:a16="http://schemas.microsoft.com/office/drawing/2014/main" id="{88421C81-F24E-4D7C-9AF6-C9F6AD6226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1" y="1903"/>
                <a:ext cx="25" cy="24"/>
              </a:xfrm>
              <a:custGeom>
                <a:avLst/>
                <a:gdLst>
                  <a:gd name="T0" fmla="*/ 0 w 23"/>
                  <a:gd name="T1" fmla="*/ 20 h 23"/>
                  <a:gd name="T2" fmla="*/ 0 w 23"/>
                  <a:gd name="T3" fmla="*/ 18 h 23"/>
                  <a:gd name="T4" fmla="*/ 0 w 23"/>
                  <a:gd name="T5" fmla="*/ 2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23">
                    <a:moveTo>
                      <a:pt x="0" y="17"/>
                    </a:moveTo>
                    <a:cubicBezTo>
                      <a:pt x="0" y="16"/>
                      <a:pt x="0" y="15"/>
                      <a:pt x="0" y="15"/>
                    </a:cubicBezTo>
                    <a:cubicBezTo>
                      <a:pt x="17" y="23"/>
                      <a:pt x="23" y="0"/>
                      <a:pt x="0" y="2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984" name="Freeform 163">
                <a:extLst>
                  <a:ext uri="{FF2B5EF4-FFF2-40B4-BE49-F238E27FC236}">
                    <a16:creationId xmlns:a16="http://schemas.microsoft.com/office/drawing/2014/main" id="{07A0BA7C-9804-4DF8-BDD1-A3BC94FCD8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1" y="1885"/>
                <a:ext cx="2" cy="17"/>
              </a:xfrm>
              <a:custGeom>
                <a:avLst/>
                <a:gdLst>
                  <a:gd name="T0" fmla="*/ 2 w 2"/>
                  <a:gd name="T1" fmla="*/ 0 h 16"/>
                  <a:gd name="T2" fmla="*/ 0 w 2"/>
                  <a:gd name="T3" fmla="*/ 19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6">
                    <a:moveTo>
                      <a:pt x="2" y="0"/>
                    </a:moveTo>
                    <a:cubicBezTo>
                      <a:pt x="2" y="6"/>
                      <a:pt x="2" y="11"/>
                      <a:pt x="0" y="16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985" name="Freeform 164">
                <a:extLst>
                  <a:ext uri="{FF2B5EF4-FFF2-40B4-BE49-F238E27FC236}">
                    <a16:creationId xmlns:a16="http://schemas.microsoft.com/office/drawing/2014/main" id="{7A059264-0C5D-4F5D-A564-8F8D78B6FC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8" y="1904"/>
                <a:ext cx="24" cy="12"/>
              </a:xfrm>
              <a:custGeom>
                <a:avLst/>
                <a:gdLst>
                  <a:gd name="T0" fmla="*/ 0 w 22"/>
                  <a:gd name="T1" fmla="*/ 0 h 11"/>
                  <a:gd name="T2" fmla="*/ 28 w 22"/>
                  <a:gd name="T3" fmla="*/ 14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11">
                    <a:moveTo>
                      <a:pt x="0" y="0"/>
                    </a:moveTo>
                    <a:cubicBezTo>
                      <a:pt x="8" y="3"/>
                      <a:pt x="15" y="8"/>
                      <a:pt x="22" y="11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986" name="Freeform 165">
                <a:extLst>
                  <a:ext uri="{FF2B5EF4-FFF2-40B4-BE49-F238E27FC236}">
                    <a16:creationId xmlns:a16="http://schemas.microsoft.com/office/drawing/2014/main" id="{4EF59D20-0718-4288-BA41-A690FDEF2E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4" y="1935"/>
                <a:ext cx="6" cy="23"/>
              </a:xfrm>
              <a:custGeom>
                <a:avLst/>
                <a:gdLst>
                  <a:gd name="T0" fmla="*/ 0 w 6"/>
                  <a:gd name="T1" fmla="*/ 0 h 22"/>
                  <a:gd name="T2" fmla="*/ 6 w 6"/>
                  <a:gd name="T3" fmla="*/ 25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22">
                    <a:moveTo>
                      <a:pt x="0" y="0"/>
                    </a:moveTo>
                    <a:cubicBezTo>
                      <a:pt x="2" y="8"/>
                      <a:pt x="4" y="15"/>
                      <a:pt x="6" y="22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987" name="Freeform 166">
                <a:extLst>
                  <a:ext uri="{FF2B5EF4-FFF2-40B4-BE49-F238E27FC236}">
                    <a16:creationId xmlns:a16="http://schemas.microsoft.com/office/drawing/2014/main" id="{1F2C28B9-98E2-4452-ADF2-8696DA0899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8" y="2016"/>
                <a:ext cx="25" cy="42"/>
              </a:xfrm>
              <a:custGeom>
                <a:avLst/>
                <a:gdLst>
                  <a:gd name="T0" fmla="*/ 17 w 23"/>
                  <a:gd name="T1" fmla="*/ 0 h 39"/>
                  <a:gd name="T2" fmla="*/ 29 w 23"/>
                  <a:gd name="T3" fmla="*/ 5 h 3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39">
                    <a:moveTo>
                      <a:pt x="14" y="0"/>
                    </a:moveTo>
                    <a:cubicBezTo>
                      <a:pt x="0" y="1"/>
                      <a:pt x="14" y="39"/>
                      <a:pt x="23" y="5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988" name="Freeform 167">
                <a:extLst>
                  <a:ext uri="{FF2B5EF4-FFF2-40B4-BE49-F238E27FC236}">
                    <a16:creationId xmlns:a16="http://schemas.microsoft.com/office/drawing/2014/main" id="{A017ED18-5EE4-4A1D-A8AF-58B637BA08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1" y="2034"/>
                <a:ext cx="6" cy="24"/>
              </a:xfrm>
              <a:custGeom>
                <a:avLst/>
                <a:gdLst>
                  <a:gd name="T0" fmla="*/ 8 w 5"/>
                  <a:gd name="T1" fmla="*/ 0 h 22"/>
                  <a:gd name="T2" fmla="*/ 0 w 5"/>
                  <a:gd name="T3" fmla="*/ 28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22">
                    <a:moveTo>
                      <a:pt x="5" y="0"/>
                    </a:moveTo>
                    <a:cubicBezTo>
                      <a:pt x="4" y="7"/>
                      <a:pt x="4" y="15"/>
                      <a:pt x="0" y="22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989" name="Freeform 168">
                <a:extLst>
                  <a:ext uri="{FF2B5EF4-FFF2-40B4-BE49-F238E27FC236}">
                    <a16:creationId xmlns:a16="http://schemas.microsoft.com/office/drawing/2014/main" id="{D6CB8490-7666-4570-A7A6-038C3A3E02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0" y="2010"/>
                <a:ext cx="27" cy="23"/>
              </a:xfrm>
              <a:custGeom>
                <a:avLst/>
                <a:gdLst>
                  <a:gd name="T0" fmla="*/ 0 w 26"/>
                  <a:gd name="T1" fmla="*/ 6 h 22"/>
                  <a:gd name="T2" fmla="*/ 9 w 26"/>
                  <a:gd name="T3" fmla="*/ 0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22">
                    <a:moveTo>
                      <a:pt x="0" y="6"/>
                    </a:moveTo>
                    <a:cubicBezTo>
                      <a:pt x="10" y="22"/>
                      <a:pt x="26" y="17"/>
                      <a:pt x="9" y="0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990" name="Freeform 169">
                <a:extLst>
                  <a:ext uri="{FF2B5EF4-FFF2-40B4-BE49-F238E27FC236}">
                    <a16:creationId xmlns:a16="http://schemas.microsoft.com/office/drawing/2014/main" id="{69D6D5D6-60D4-42B1-9A49-31549A0385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4" y="2283"/>
                <a:ext cx="14" cy="21"/>
              </a:xfrm>
              <a:custGeom>
                <a:avLst/>
                <a:gdLst>
                  <a:gd name="T0" fmla="*/ 3 w 13"/>
                  <a:gd name="T1" fmla="*/ 0 h 20"/>
                  <a:gd name="T2" fmla="*/ 1 w 13"/>
                  <a:gd name="T3" fmla="*/ 15 h 20"/>
                  <a:gd name="T4" fmla="*/ 16 w 13"/>
                  <a:gd name="T5" fmla="*/ 0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20">
                    <a:moveTo>
                      <a:pt x="3" y="0"/>
                    </a:moveTo>
                    <a:cubicBezTo>
                      <a:pt x="3" y="3"/>
                      <a:pt x="0" y="9"/>
                      <a:pt x="1" y="12"/>
                    </a:cubicBezTo>
                    <a:cubicBezTo>
                      <a:pt x="6" y="20"/>
                      <a:pt x="12" y="5"/>
                      <a:pt x="13" y="0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991" name="Freeform 170">
                <a:extLst>
                  <a:ext uri="{FF2B5EF4-FFF2-40B4-BE49-F238E27FC236}">
                    <a16:creationId xmlns:a16="http://schemas.microsoft.com/office/drawing/2014/main" id="{8DF45684-1F99-4B86-916F-B2F816629E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2" y="2288"/>
                <a:ext cx="19" cy="22"/>
              </a:xfrm>
              <a:custGeom>
                <a:avLst/>
                <a:gdLst>
                  <a:gd name="T0" fmla="*/ 1 w 17"/>
                  <a:gd name="T1" fmla="*/ 11 h 20"/>
                  <a:gd name="T2" fmla="*/ 0 w 17"/>
                  <a:gd name="T3" fmla="*/ 9 h 20"/>
                  <a:gd name="T4" fmla="*/ 20 w 17"/>
                  <a:gd name="T5" fmla="*/ 21 h 20"/>
                  <a:gd name="T6" fmla="*/ 12 w 17"/>
                  <a:gd name="T7" fmla="*/ 0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20">
                    <a:moveTo>
                      <a:pt x="1" y="8"/>
                    </a:moveTo>
                    <a:cubicBezTo>
                      <a:pt x="1" y="7"/>
                      <a:pt x="0" y="8"/>
                      <a:pt x="0" y="6"/>
                    </a:cubicBezTo>
                    <a:cubicBezTo>
                      <a:pt x="3" y="9"/>
                      <a:pt x="9" y="20"/>
                      <a:pt x="14" y="15"/>
                    </a:cubicBezTo>
                    <a:cubicBezTo>
                      <a:pt x="17" y="11"/>
                      <a:pt x="11" y="2"/>
                      <a:pt x="9" y="0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992" name="Freeform 171">
                <a:extLst>
                  <a:ext uri="{FF2B5EF4-FFF2-40B4-BE49-F238E27FC236}">
                    <a16:creationId xmlns:a16="http://schemas.microsoft.com/office/drawing/2014/main" id="{BFDB3ABF-5E81-4CEC-8BA5-A619C285C4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7" y="2210"/>
                <a:ext cx="26" cy="29"/>
              </a:xfrm>
              <a:custGeom>
                <a:avLst/>
                <a:gdLst>
                  <a:gd name="T0" fmla="*/ 1 w 25"/>
                  <a:gd name="T1" fmla="*/ 17 h 27"/>
                  <a:gd name="T2" fmla="*/ 10 w 25"/>
                  <a:gd name="T3" fmla="*/ 10 h 27"/>
                  <a:gd name="T4" fmla="*/ 16 w 25"/>
                  <a:gd name="T5" fmla="*/ 33 h 27"/>
                  <a:gd name="T6" fmla="*/ 28 w 25"/>
                  <a:gd name="T7" fmla="*/ 12 h 2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" h="27">
                    <a:moveTo>
                      <a:pt x="1" y="14"/>
                    </a:moveTo>
                    <a:cubicBezTo>
                      <a:pt x="0" y="9"/>
                      <a:pt x="5" y="0"/>
                      <a:pt x="10" y="7"/>
                    </a:cubicBezTo>
                    <a:cubicBezTo>
                      <a:pt x="14" y="11"/>
                      <a:pt x="9" y="22"/>
                      <a:pt x="13" y="27"/>
                    </a:cubicBezTo>
                    <a:cubicBezTo>
                      <a:pt x="20" y="25"/>
                      <a:pt x="23" y="15"/>
                      <a:pt x="25" y="9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993" name="Freeform 172">
                <a:extLst>
                  <a:ext uri="{FF2B5EF4-FFF2-40B4-BE49-F238E27FC236}">
                    <a16:creationId xmlns:a16="http://schemas.microsoft.com/office/drawing/2014/main" id="{6B2241E8-489E-4A45-B180-34BD144EF5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3" y="2210"/>
                <a:ext cx="7" cy="18"/>
              </a:xfrm>
              <a:custGeom>
                <a:avLst/>
                <a:gdLst>
                  <a:gd name="T0" fmla="*/ 0 w 7"/>
                  <a:gd name="T1" fmla="*/ 0 h 17"/>
                  <a:gd name="T2" fmla="*/ 7 w 7"/>
                  <a:gd name="T3" fmla="*/ 20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7">
                    <a:moveTo>
                      <a:pt x="0" y="0"/>
                    </a:moveTo>
                    <a:cubicBezTo>
                      <a:pt x="3" y="6"/>
                      <a:pt x="4" y="12"/>
                      <a:pt x="7" y="17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994" name="Freeform 173">
                <a:extLst>
                  <a:ext uri="{FF2B5EF4-FFF2-40B4-BE49-F238E27FC236}">
                    <a16:creationId xmlns:a16="http://schemas.microsoft.com/office/drawing/2014/main" id="{42ABA9AD-1A12-4494-9F6A-67B0A00680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4" y="2126"/>
                <a:ext cx="22" cy="24"/>
              </a:xfrm>
              <a:custGeom>
                <a:avLst/>
                <a:gdLst>
                  <a:gd name="T0" fmla="*/ 11 w 20"/>
                  <a:gd name="T1" fmla="*/ 0 h 23"/>
                  <a:gd name="T2" fmla="*/ 2 w 20"/>
                  <a:gd name="T3" fmla="*/ 23 h 23"/>
                  <a:gd name="T4" fmla="*/ 26 w 20"/>
                  <a:gd name="T5" fmla="*/ 6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23">
                    <a:moveTo>
                      <a:pt x="8" y="0"/>
                    </a:moveTo>
                    <a:cubicBezTo>
                      <a:pt x="2" y="5"/>
                      <a:pt x="0" y="12"/>
                      <a:pt x="2" y="20"/>
                    </a:cubicBezTo>
                    <a:cubicBezTo>
                      <a:pt x="13" y="23"/>
                      <a:pt x="20" y="17"/>
                      <a:pt x="20" y="6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995" name="Freeform 174">
                <a:extLst>
                  <a:ext uri="{FF2B5EF4-FFF2-40B4-BE49-F238E27FC236}">
                    <a16:creationId xmlns:a16="http://schemas.microsoft.com/office/drawing/2014/main" id="{18D3D25C-9CFB-4B6E-ADCE-EB6A7F0159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7" y="2127"/>
                <a:ext cx="25" cy="29"/>
              </a:xfrm>
              <a:custGeom>
                <a:avLst/>
                <a:gdLst>
                  <a:gd name="T0" fmla="*/ 8 w 24"/>
                  <a:gd name="T1" fmla="*/ 33 h 27"/>
                  <a:gd name="T2" fmla="*/ 1 w 24"/>
                  <a:gd name="T3" fmla="*/ 1 h 27"/>
                  <a:gd name="T4" fmla="*/ 26 w 24"/>
                  <a:gd name="T5" fmla="*/ 29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27">
                    <a:moveTo>
                      <a:pt x="8" y="27"/>
                    </a:moveTo>
                    <a:cubicBezTo>
                      <a:pt x="3" y="20"/>
                      <a:pt x="0" y="11"/>
                      <a:pt x="1" y="1"/>
                    </a:cubicBezTo>
                    <a:cubicBezTo>
                      <a:pt x="12" y="0"/>
                      <a:pt x="24" y="16"/>
                      <a:pt x="23" y="23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996" name="Freeform 175">
                <a:extLst>
                  <a:ext uri="{FF2B5EF4-FFF2-40B4-BE49-F238E27FC236}">
                    <a16:creationId xmlns:a16="http://schemas.microsoft.com/office/drawing/2014/main" id="{B94F9425-8389-45D6-9510-1EB037CE00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1" y="2346"/>
                <a:ext cx="13" cy="15"/>
              </a:xfrm>
              <a:custGeom>
                <a:avLst/>
                <a:gdLst>
                  <a:gd name="T0" fmla="*/ 0 w 12"/>
                  <a:gd name="T1" fmla="*/ 0 h 14"/>
                  <a:gd name="T2" fmla="*/ 15 w 12"/>
                  <a:gd name="T3" fmla="*/ 17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14">
                    <a:moveTo>
                      <a:pt x="0" y="0"/>
                    </a:moveTo>
                    <a:cubicBezTo>
                      <a:pt x="3" y="4"/>
                      <a:pt x="8" y="10"/>
                      <a:pt x="12" y="14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997" name="Freeform 176">
                <a:extLst>
                  <a:ext uri="{FF2B5EF4-FFF2-40B4-BE49-F238E27FC236}">
                    <a16:creationId xmlns:a16="http://schemas.microsoft.com/office/drawing/2014/main" id="{42A3643C-C253-4E2B-9017-9271998D4B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1" y="2334"/>
                <a:ext cx="25" cy="22"/>
              </a:xfrm>
              <a:custGeom>
                <a:avLst/>
                <a:gdLst>
                  <a:gd name="T0" fmla="*/ 15 w 23"/>
                  <a:gd name="T1" fmla="*/ 24 h 21"/>
                  <a:gd name="T2" fmla="*/ 29 w 23"/>
                  <a:gd name="T3" fmla="*/ 14 h 21"/>
                  <a:gd name="T4" fmla="*/ 0 w 23"/>
                  <a:gd name="T5" fmla="*/ 20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21">
                    <a:moveTo>
                      <a:pt x="12" y="21"/>
                    </a:moveTo>
                    <a:cubicBezTo>
                      <a:pt x="18" y="19"/>
                      <a:pt x="21" y="17"/>
                      <a:pt x="23" y="11"/>
                    </a:cubicBezTo>
                    <a:cubicBezTo>
                      <a:pt x="15" y="0"/>
                      <a:pt x="5" y="7"/>
                      <a:pt x="0" y="17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998" name="Freeform 177">
                <a:extLst>
                  <a:ext uri="{FF2B5EF4-FFF2-40B4-BE49-F238E27FC236}">
                    <a16:creationId xmlns:a16="http://schemas.microsoft.com/office/drawing/2014/main" id="{D60B956C-505F-436E-AF17-1456A68DDD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4" y="2308"/>
                <a:ext cx="11" cy="23"/>
              </a:xfrm>
              <a:custGeom>
                <a:avLst/>
                <a:gdLst>
                  <a:gd name="T0" fmla="*/ 0 w 10"/>
                  <a:gd name="T1" fmla="*/ 27 h 21"/>
                  <a:gd name="T2" fmla="*/ 13 w 10"/>
                  <a:gd name="T3" fmla="*/ 0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21">
                    <a:moveTo>
                      <a:pt x="0" y="21"/>
                    </a:moveTo>
                    <a:cubicBezTo>
                      <a:pt x="2" y="14"/>
                      <a:pt x="6" y="7"/>
                      <a:pt x="10" y="0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999" name="Freeform 178">
                <a:extLst>
                  <a:ext uri="{FF2B5EF4-FFF2-40B4-BE49-F238E27FC236}">
                    <a16:creationId xmlns:a16="http://schemas.microsoft.com/office/drawing/2014/main" id="{B085C5A7-821B-44CB-8BEA-53702F4362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5" y="2171"/>
                <a:ext cx="13" cy="23"/>
              </a:xfrm>
              <a:custGeom>
                <a:avLst/>
                <a:gdLst>
                  <a:gd name="T0" fmla="*/ 15 w 12"/>
                  <a:gd name="T1" fmla="*/ 0 h 22"/>
                  <a:gd name="T2" fmla="*/ 0 w 12"/>
                  <a:gd name="T3" fmla="*/ 25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22">
                    <a:moveTo>
                      <a:pt x="12" y="0"/>
                    </a:moveTo>
                    <a:cubicBezTo>
                      <a:pt x="11" y="9"/>
                      <a:pt x="6" y="16"/>
                      <a:pt x="0" y="22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000" name="Freeform 179">
                <a:extLst>
                  <a:ext uri="{FF2B5EF4-FFF2-40B4-BE49-F238E27FC236}">
                    <a16:creationId xmlns:a16="http://schemas.microsoft.com/office/drawing/2014/main" id="{C7271E24-1420-4553-B5CA-386D3036C1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6" y="2242"/>
                <a:ext cx="25" cy="39"/>
              </a:xfrm>
              <a:custGeom>
                <a:avLst/>
                <a:gdLst>
                  <a:gd name="T0" fmla="*/ 7 w 24"/>
                  <a:gd name="T1" fmla="*/ 13 h 36"/>
                  <a:gd name="T2" fmla="*/ 11 w 24"/>
                  <a:gd name="T3" fmla="*/ 43 h 36"/>
                  <a:gd name="T4" fmla="*/ 27 w 24"/>
                  <a:gd name="T5" fmla="*/ 0 h 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36">
                    <a:moveTo>
                      <a:pt x="7" y="10"/>
                    </a:moveTo>
                    <a:cubicBezTo>
                      <a:pt x="4" y="16"/>
                      <a:pt x="0" y="33"/>
                      <a:pt x="11" y="34"/>
                    </a:cubicBezTo>
                    <a:cubicBezTo>
                      <a:pt x="24" y="36"/>
                      <a:pt x="24" y="7"/>
                      <a:pt x="24" y="0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001" name="Freeform 180">
                <a:extLst>
                  <a:ext uri="{FF2B5EF4-FFF2-40B4-BE49-F238E27FC236}">
                    <a16:creationId xmlns:a16="http://schemas.microsoft.com/office/drawing/2014/main" id="{C97173FE-CD6A-4244-908C-7DD3747C72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0" y="2164"/>
                <a:ext cx="32" cy="46"/>
              </a:xfrm>
              <a:custGeom>
                <a:avLst/>
                <a:gdLst>
                  <a:gd name="T0" fmla="*/ 2 w 30"/>
                  <a:gd name="T1" fmla="*/ 15 h 43"/>
                  <a:gd name="T2" fmla="*/ 27 w 30"/>
                  <a:gd name="T3" fmla="*/ 40 h 43"/>
                  <a:gd name="T4" fmla="*/ 17 w 30"/>
                  <a:gd name="T5" fmla="*/ 0 h 4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0" h="43">
                    <a:moveTo>
                      <a:pt x="2" y="12"/>
                    </a:moveTo>
                    <a:cubicBezTo>
                      <a:pt x="0" y="19"/>
                      <a:pt x="12" y="43"/>
                      <a:pt x="22" y="33"/>
                    </a:cubicBezTo>
                    <a:cubicBezTo>
                      <a:pt x="30" y="25"/>
                      <a:pt x="18" y="6"/>
                      <a:pt x="14" y="0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002" name="Freeform 181">
                <a:extLst>
                  <a:ext uri="{FF2B5EF4-FFF2-40B4-BE49-F238E27FC236}">
                    <a16:creationId xmlns:a16="http://schemas.microsoft.com/office/drawing/2014/main" id="{CD925F38-78D4-4530-BBB5-2D70F6732D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5" y="2249"/>
                <a:ext cx="10" cy="25"/>
              </a:xfrm>
              <a:custGeom>
                <a:avLst/>
                <a:gdLst>
                  <a:gd name="T0" fmla="*/ 0 w 10"/>
                  <a:gd name="T1" fmla="*/ 0 h 24"/>
                  <a:gd name="T2" fmla="*/ 10 w 10"/>
                  <a:gd name="T3" fmla="*/ 27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24">
                    <a:moveTo>
                      <a:pt x="0" y="0"/>
                    </a:moveTo>
                    <a:cubicBezTo>
                      <a:pt x="0" y="8"/>
                      <a:pt x="6" y="18"/>
                      <a:pt x="10" y="24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003" name="Freeform 182">
                <a:extLst>
                  <a:ext uri="{FF2B5EF4-FFF2-40B4-BE49-F238E27FC236}">
                    <a16:creationId xmlns:a16="http://schemas.microsoft.com/office/drawing/2014/main" id="{EBF4197F-10E6-4BAA-A2D4-6201B80CED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8" y="2491"/>
                <a:ext cx="25" cy="29"/>
              </a:xfrm>
              <a:custGeom>
                <a:avLst/>
                <a:gdLst>
                  <a:gd name="T0" fmla="*/ 10 w 23"/>
                  <a:gd name="T1" fmla="*/ 31 h 27"/>
                  <a:gd name="T2" fmla="*/ 1 w 23"/>
                  <a:gd name="T3" fmla="*/ 3 h 27"/>
                  <a:gd name="T4" fmla="*/ 29 w 23"/>
                  <a:gd name="T5" fmla="*/ 33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27">
                    <a:moveTo>
                      <a:pt x="7" y="25"/>
                    </a:moveTo>
                    <a:cubicBezTo>
                      <a:pt x="1" y="20"/>
                      <a:pt x="0" y="11"/>
                      <a:pt x="1" y="3"/>
                    </a:cubicBezTo>
                    <a:cubicBezTo>
                      <a:pt x="15" y="0"/>
                      <a:pt x="21" y="16"/>
                      <a:pt x="23" y="27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004" name="Freeform 183">
                <a:extLst>
                  <a:ext uri="{FF2B5EF4-FFF2-40B4-BE49-F238E27FC236}">
                    <a16:creationId xmlns:a16="http://schemas.microsoft.com/office/drawing/2014/main" id="{656AFF9A-840A-4A32-BB6C-0A4EA4CFDA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0" y="2498"/>
                <a:ext cx="13" cy="35"/>
              </a:xfrm>
              <a:custGeom>
                <a:avLst/>
                <a:gdLst>
                  <a:gd name="T0" fmla="*/ 15 w 12"/>
                  <a:gd name="T1" fmla="*/ 0 h 32"/>
                  <a:gd name="T2" fmla="*/ 0 w 12"/>
                  <a:gd name="T3" fmla="*/ 42 h 3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32">
                    <a:moveTo>
                      <a:pt x="12" y="0"/>
                    </a:moveTo>
                    <a:cubicBezTo>
                      <a:pt x="11" y="11"/>
                      <a:pt x="6" y="23"/>
                      <a:pt x="0" y="32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005" name="Freeform 184">
                <a:extLst>
                  <a:ext uri="{FF2B5EF4-FFF2-40B4-BE49-F238E27FC236}">
                    <a16:creationId xmlns:a16="http://schemas.microsoft.com/office/drawing/2014/main" id="{7C17C6FE-3649-49FA-9155-C1EF6D37C4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9" y="2774"/>
                <a:ext cx="20" cy="21"/>
              </a:xfrm>
              <a:custGeom>
                <a:avLst/>
                <a:gdLst>
                  <a:gd name="T0" fmla="*/ 4 w 19"/>
                  <a:gd name="T1" fmla="*/ 0 h 20"/>
                  <a:gd name="T2" fmla="*/ 7 w 19"/>
                  <a:gd name="T3" fmla="*/ 22 h 20"/>
                  <a:gd name="T4" fmla="*/ 22 w 19"/>
                  <a:gd name="T5" fmla="*/ 2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20">
                    <a:moveTo>
                      <a:pt x="4" y="0"/>
                    </a:moveTo>
                    <a:cubicBezTo>
                      <a:pt x="2" y="4"/>
                      <a:pt x="0" y="19"/>
                      <a:pt x="7" y="19"/>
                    </a:cubicBezTo>
                    <a:cubicBezTo>
                      <a:pt x="12" y="20"/>
                      <a:pt x="19" y="7"/>
                      <a:pt x="19" y="2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006" name="Freeform 185">
                <a:extLst>
                  <a:ext uri="{FF2B5EF4-FFF2-40B4-BE49-F238E27FC236}">
                    <a16:creationId xmlns:a16="http://schemas.microsoft.com/office/drawing/2014/main" id="{7C86A587-0114-443E-9E1A-71D85BFDB1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0" y="2774"/>
                <a:ext cx="12" cy="32"/>
              </a:xfrm>
              <a:custGeom>
                <a:avLst/>
                <a:gdLst>
                  <a:gd name="T0" fmla="*/ 2 w 11"/>
                  <a:gd name="T1" fmla="*/ 0 h 30"/>
                  <a:gd name="T2" fmla="*/ 14 w 11"/>
                  <a:gd name="T3" fmla="*/ 36 h 3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30">
                    <a:moveTo>
                      <a:pt x="2" y="0"/>
                    </a:moveTo>
                    <a:cubicBezTo>
                      <a:pt x="0" y="6"/>
                      <a:pt x="9" y="24"/>
                      <a:pt x="11" y="30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007" name="Freeform 186">
                <a:extLst>
                  <a:ext uri="{FF2B5EF4-FFF2-40B4-BE49-F238E27FC236}">
                    <a16:creationId xmlns:a16="http://schemas.microsoft.com/office/drawing/2014/main" id="{511456B0-E821-47AD-B1BF-D26145245F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4" y="3000"/>
                <a:ext cx="48" cy="47"/>
              </a:xfrm>
              <a:custGeom>
                <a:avLst/>
                <a:gdLst>
                  <a:gd name="T0" fmla="*/ 0 w 45"/>
                  <a:gd name="T1" fmla="*/ 35 h 44"/>
                  <a:gd name="T2" fmla="*/ 6 w 45"/>
                  <a:gd name="T3" fmla="*/ 53 h 4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5" h="44">
                    <a:moveTo>
                      <a:pt x="0" y="29"/>
                    </a:moveTo>
                    <a:cubicBezTo>
                      <a:pt x="14" y="0"/>
                      <a:pt x="45" y="33"/>
                      <a:pt x="6" y="44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008" name="Freeform 187">
                <a:extLst>
                  <a:ext uri="{FF2B5EF4-FFF2-40B4-BE49-F238E27FC236}">
                    <a16:creationId xmlns:a16="http://schemas.microsoft.com/office/drawing/2014/main" id="{37517395-12BF-4256-89BF-2101280670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0" y="3092"/>
                <a:ext cx="22" cy="91"/>
              </a:xfrm>
              <a:custGeom>
                <a:avLst/>
                <a:gdLst>
                  <a:gd name="T0" fmla="*/ 26 w 20"/>
                  <a:gd name="T1" fmla="*/ 0 h 85"/>
                  <a:gd name="T2" fmla="*/ 13 w 20"/>
                  <a:gd name="T3" fmla="*/ 104 h 8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85">
                    <a:moveTo>
                      <a:pt x="20" y="0"/>
                    </a:moveTo>
                    <a:cubicBezTo>
                      <a:pt x="19" y="27"/>
                      <a:pt x="0" y="57"/>
                      <a:pt x="10" y="85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009" name="Freeform 188">
                <a:extLst>
                  <a:ext uri="{FF2B5EF4-FFF2-40B4-BE49-F238E27FC236}">
                    <a16:creationId xmlns:a16="http://schemas.microsoft.com/office/drawing/2014/main" id="{6AE25EBA-83D8-4DFB-9EC3-E6D3BCFBDC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3" y="3004"/>
                <a:ext cx="38" cy="50"/>
              </a:xfrm>
              <a:custGeom>
                <a:avLst/>
                <a:gdLst>
                  <a:gd name="T0" fmla="*/ 0 w 35"/>
                  <a:gd name="T1" fmla="*/ 27 h 46"/>
                  <a:gd name="T2" fmla="*/ 33 w 35"/>
                  <a:gd name="T3" fmla="*/ 51 h 46"/>
                  <a:gd name="T4" fmla="*/ 20 w 35"/>
                  <a:gd name="T5" fmla="*/ 3 h 46"/>
                  <a:gd name="T6" fmla="*/ 24 w 35"/>
                  <a:gd name="T7" fmla="*/ 1 h 4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5" h="46">
                    <a:moveTo>
                      <a:pt x="0" y="21"/>
                    </a:moveTo>
                    <a:cubicBezTo>
                      <a:pt x="3" y="27"/>
                      <a:pt x="16" y="46"/>
                      <a:pt x="26" y="40"/>
                    </a:cubicBezTo>
                    <a:cubicBezTo>
                      <a:pt x="35" y="34"/>
                      <a:pt x="19" y="10"/>
                      <a:pt x="16" y="3"/>
                    </a:cubicBezTo>
                    <a:cubicBezTo>
                      <a:pt x="19" y="1"/>
                      <a:pt x="18" y="0"/>
                      <a:pt x="18" y="1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010" name="Freeform 189">
                <a:extLst>
                  <a:ext uri="{FF2B5EF4-FFF2-40B4-BE49-F238E27FC236}">
                    <a16:creationId xmlns:a16="http://schemas.microsoft.com/office/drawing/2014/main" id="{6210646B-C7CE-4EA8-8E3D-0A167D2A0E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5" y="3086"/>
                <a:ext cx="13" cy="29"/>
              </a:xfrm>
              <a:custGeom>
                <a:avLst/>
                <a:gdLst>
                  <a:gd name="T0" fmla="*/ 0 w 12"/>
                  <a:gd name="T1" fmla="*/ 0 h 28"/>
                  <a:gd name="T2" fmla="*/ 15 w 12"/>
                  <a:gd name="T3" fmla="*/ 31 h 2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28">
                    <a:moveTo>
                      <a:pt x="0" y="0"/>
                    </a:moveTo>
                    <a:cubicBezTo>
                      <a:pt x="5" y="8"/>
                      <a:pt x="7" y="19"/>
                      <a:pt x="12" y="28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011" name="Freeform 190">
                <a:extLst>
                  <a:ext uri="{FF2B5EF4-FFF2-40B4-BE49-F238E27FC236}">
                    <a16:creationId xmlns:a16="http://schemas.microsoft.com/office/drawing/2014/main" id="{11357120-EE68-49D6-BB8F-4146AF5CBF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0" y="3086"/>
                <a:ext cx="25" cy="31"/>
              </a:xfrm>
              <a:custGeom>
                <a:avLst/>
                <a:gdLst>
                  <a:gd name="T0" fmla="*/ 9 w 24"/>
                  <a:gd name="T1" fmla="*/ 0 h 29"/>
                  <a:gd name="T2" fmla="*/ 0 w 24"/>
                  <a:gd name="T3" fmla="*/ 33 h 29"/>
                  <a:gd name="T4" fmla="*/ 27 w 24"/>
                  <a:gd name="T5" fmla="*/ 11 h 2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29">
                    <a:moveTo>
                      <a:pt x="9" y="0"/>
                    </a:moveTo>
                    <a:cubicBezTo>
                      <a:pt x="3" y="7"/>
                      <a:pt x="1" y="18"/>
                      <a:pt x="0" y="27"/>
                    </a:cubicBezTo>
                    <a:cubicBezTo>
                      <a:pt x="11" y="29"/>
                      <a:pt x="22" y="19"/>
                      <a:pt x="24" y="8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012" name="Freeform 191">
                <a:extLst>
                  <a:ext uri="{FF2B5EF4-FFF2-40B4-BE49-F238E27FC236}">
                    <a16:creationId xmlns:a16="http://schemas.microsoft.com/office/drawing/2014/main" id="{2602894A-825C-4874-BAB7-DAE527A785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6" y="3677"/>
                <a:ext cx="10" cy="41"/>
              </a:xfrm>
              <a:custGeom>
                <a:avLst/>
                <a:gdLst>
                  <a:gd name="T0" fmla="*/ 10 w 10"/>
                  <a:gd name="T1" fmla="*/ 0 h 38"/>
                  <a:gd name="T2" fmla="*/ 0 w 10"/>
                  <a:gd name="T3" fmla="*/ 47 h 3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38">
                    <a:moveTo>
                      <a:pt x="10" y="0"/>
                    </a:moveTo>
                    <a:cubicBezTo>
                      <a:pt x="7" y="13"/>
                      <a:pt x="6" y="25"/>
                      <a:pt x="0" y="38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013" name="Freeform 192">
                <a:extLst>
                  <a:ext uri="{FF2B5EF4-FFF2-40B4-BE49-F238E27FC236}">
                    <a16:creationId xmlns:a16="http://schemas.microsoft.com/office/drawing/2014/main" id="{198D5A41-1131-46E4-96B4-126D850107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4" y="3778"/>
                <a:ext cx="22" cy="43"/>
              </a:xfrm>
              <a:custGeom>
                <a:avLst/>
                <a:gdLst>
                  <a:gd name="T0" fmla="*/ 0 w 21"/>
                  <a:gd name="T1" fmla="*/ 6 h 40"/>
                  <a:gd name="T2" fmla="*/ 23 w 21"/>
                  <a:gd name="T3" fmla="*/ 0 h 4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40">
                    <a:moveTo>
                      <a:pt x="0" y="6"/>
                    </a:moveTo>
                    <a:cubicBezTo>
                      <a:pt x="0" y="40"/>
                      <a:pt x="21" y="30"/>
                      <a:pt x="20" y="0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014" name="Freeform 193">
                <a:extLst>
                  <a:ext uri="{FF2B5EF4-FFF2-40B4-BE49-F238E27FC236}">
                    <a16:creationId xmlns:a16="http://schemas.microsoft.com/office/drawing/2014/main" id="{E968A295-28F1-4A1F-A2E3-607BE4B6E9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3" y="3778"/>
                <a:ext cx="12" cy="36"/>
              </a:xfrm>
              <a:custGeom>
                <a:avLst/>
                <a:gdLst>
                  <a:gd name="T0" fmla="*/ 0 w 11"/>
                  <a:gd name="T1" fmla="*/ 0 h 33"/>
                  <a:gd name="T2" fmla="*/ 14 w 11"/>
                  <a:gd name="T3" fmla="*/ 43 h 3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33">
                    <a:moveTo>
                      <a:pt x="0" y="0"/>
                    </a:moveTo>
                    <a:cubicBezTo>
                      <a:pt x="0" y="12"/>
                      <a:pt x="7" y="22"/>
                      <a:pt x="11" y="33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015" name="Freeform 194">
                <a:extLst>
                  <a:ext uri="{FF2B5EF4-FFF2-40B4-BE49-F238E27FC236}">
                    <a16:creationId xmlns:a16="http://schemas.microsoft.com/office/drawing/2014/main" id="{8E209318-135B-48A3-8F19-CF6B5201E5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2" y="1459"/>
                <a:ext cx="26" cy="30"/>
              </a:xfrm>
              <a:custGeom>
                <a:avLst/>
                <a:gdLst>
                  <a:gd name="T0" fmla="*/ 4 w 25"/>
                  <a:gd name="T1" fmla="*/ 0 h 28"/>
                  <a:gd name="T2" fmla="*/ 28 w 25"/>
                  <a:gd name="T3" fmla="*/ 18 h 28"/>
                  <a:gd name="T4" fmla="*/ 0 w 25"/>
                  <a:gd name="T5" fmla="*/ 18 h 28"/>
                  <a:gd name="T6" fmla="*/ 19 w 25"/>
                  <a:gd name="T7" fmla="*/ 34 h 2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" h="28">
                    <a:moveTo>
                      <a:pt x="4" y="0"/>
                    </a:moveTo>
                    <a:cubicBezTo>
                      <a:pt x="11" y="1"/>
                      <a:pt x="24" y="6"/>
                      <a:pt x="25" y="15"/>
                    </a:cubicBezTo>
                    <a:cubicBezTo>
                      <a:pt x="16" y="19"/>
                      <a:pt x="7" y="8"/>
                      <a:pt x="0" y="15"/>
                    </a:cubicBezTo>
                    <a:cubicBezTo>
                      <a:pt x="2" y="20"/>
                      <a:pt x="11" y="28"/>
                      <a:pt x="16" y="28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016" name="Freeform 195">
                <a:extLst>
                  <a:ext uri="{FF2B5EF4-FFF2-40B4-BE49-F238E27FC236}">
                    <a16:creationId xmlns:a16="http://schemas.microsoft.com/office/drawing/2014/main" id="{3E33513D-C4ED-4936-99F4-FB2864A98F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3" y="1453"/>
                <a:ext cx="30" cy="25"/>
              </a:xfrm>
              <a:custGeom>
                <a:avLst/>
                <a:gdLst>
                  <a:gd name="T0" fmla="*/ 0 w 28"/>
                  <a:gd name="T1" fmla="*/ 15 h 23"/>
                  <a:gd name="T2" fmla="*/ 28 w 28"/>
                  <a:gd name="T3" fmla="*/ 10 h 23"/>
                  <a:gd name="T4" fmla="*/ 5 w 28"/>
                  <a:gd name="T5" fmla="*/ 29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23">
                    <a:moveTo>
                      <a:pt x="0" y="12"/>
                    </a:moveTo>
                    <a:cubicBezTo>
                      <a:pt x="6" y="9"/>
                      <a:pt x="16" y="0"/>
                      <a:pt x="22" y="7"/>
                    </a:cubicBezTo>
                    <a:cubicBezTo>
                      <a:pt x="28" y="17"/>
                      <a:pt x="6" y="23"/>
                      <a:pt x="5" y="23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017" name="Freeform 196">
                <a:extLst>
                  <a:ext uri="{FF2B5EF4-FFF2-40B4-BE49-F238E27FC236}">
                    <a16:creationId xmlns:a16="http://schemas.microsoft.com/office/drawing/2014/main" id="{5AC87333-A5A9-4C2E-B5AB-286E5CC419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6" y="1580"/>
                <a:ext cx="18" cy="14"/>
              </a:xfrm>
              <a:custGeom>
                <a:avLst/>
                <a:gdLst>
                  <a:gd name="T0" fmla="*/ 0 w 17"/>
                  <a:gd name="T1" fmla="*/ 0 h 13"/>
                  <a:gd name="T2" fmla="*/ 20 w 17"/>
                  <a:gd name="T3" fmla="*/ 16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13">
                    <a:moveTo>
                      <a:pt x="0" y="0"/>
                    </a:moveTo>
                    <a:cubicBezTo>
                      <a:pt x="6" y="2"/>
                      <a:pt x="11" y="9"/>
                      <a:pt x="17" y="13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018" name="Freeform 197">
                <a:extLst>
                  <a:ext uri="{FF2B5EF4-FFF2-40B4-BE49-F238E27FC236}">
                    <a16:creationId xmlns:a16="http://schemas.microsoft.com/office/drawing/2014/main" id="{33EDB45E-B540-4457-A991-0C87553950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5" y="1608"/>
                <a:ext cx="7" cy="23"/>
              </a:xfrm>
              <a:custGeom>
                <a:avLst/>
                <a:gdLst>
                  <a:gd name="T0" fmla="*/ 0 w 7"/>
                  <a:gd name="T1" fmla="*/ 0 h 21"/>
                  <a:gd name="T2" fmla="*/ 7 w 7"/>
                  <a:gd name="T3" fmla="*/ 27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21">
                    <a:moveTo>
                      <a:pt x="0" y="0"/>
                    </a:moveTo>
                    <a:cubicBezTo>
                      <a:pt x="1" y="7"/>
                      <a:pt x="6" y="14"/>
                      <a:pt x="7" y="21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019" name="Freeform 198">
                <a:extLst>
                  <a:ext uri="{FF2B5EF4-FFF2-40B4-BE49-F238E27FC236}">
                    <a16:creationId xmlns:a16="http://schemas.microsoft.com/office/drawing/2014/main" id="{BE4D407A-C74A-4038-94E7-55770FABBC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2" y="1825"/>
                <a:ext cx="19" cy="27"/>
              </a:xfrm>
              <a:custGeom>
                <a:avLst/>
                <a:gdLst>
                  <a:gd name="T0" fmla="*/ 21 w 18"/>
                  <a:gd name="T1" fmla="*/ 5 h 25"/>
                  <a:gd name="T2" fmla="*/ 12 w 18"/>
                  <a:gd name="T3" fmla="*/ 28 h 25"/>
                  <a:gd name="T4" fmla="*/ 15 w 18"/>
                  <a:gd name="T5" fmla="*/ 0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25">
                    <a:moveTo>
                      <a:pt x="18" y="5"/>
                    </a:moveTo>
                    <a:cubicBezTo>
                      <a:pt x="17" y="10"/>
                      <a:pt x="17" y="25"/>
                      <a:pt x="9" y="22"/>
                    </a:cubicBezTo>
                    <a:cubicBezTo>
                      <a:pt x="0" y="19"/>
                      <a:pt x="8" y="3"/>
                      <a:pt x="12" y="0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020" name="Freeform 199">
                <a:extLst>
                  <a:ext uri="{FF2B5EF4-FFF2-40B4-BE49-F238E27FC236}">
                    <a16:creationId xmlns:a16="http://schemas.microsoft.com/office/drawing/2014/main" id="{FBCDC33C-D9C7-4FC5-95CE-26CD21914E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3" y="1904"/>
                <a:ext cx="21" cy="20"/>
              </a:xfrm>
              <a:custGeom>
                <a:avLst/>
                <a:gdLst>
                  <a:gd name="T0" fmla="*/ 0 w 20"/>
                  <a:gd name="T1" fmla="*/ 14 h 19"/>
                  <a:gd name="T2" fmla="*/ 20 w 20"/>
                  <a:gd name="T3" fmla="*/ 22 h 19"/>
                  <a:gd name="T4" fmla="*/ 0 w 20"/>
                  <a:gd name="T5" fmla="*/ 0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19">
                    <a:moveTo>
                      <a:pt x="0" y="11"/>
                    </a:moveTo>
                    <a:cubicBezTo>
                      <a:pt x="3" y="17"/>
                      <a:pt x="11" y="18"/>
                      <a:pt x="17" y="19"/>
                    </a:cubicBezTo>
                    <a:cubicBezTo>
                      <a:pt x="20" y="8"/>
                      <a:pt x="7" y="4"/>
                      <a:pt x="0" y="0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021" name="Freeform 200">
                <a:extLst>
                  <a:ext uri="{FF2B5EF4-FFF2-40B4-BE49-F238E27FC236}">
                    <a16:creationId xmlns:a16="http://schemas.microsoft.com/office/drawing/2014/main" id="{056F6F13-A829-4E9E-B295-31E1E5EFF7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8" y="1887"/>
                <a:ext cx="3" cy="22"/>
              </a:xfrm>
              <a:custGeom>
                <a:avLst/>
                <a:gdLst>
                  <a:gd name="T0" fmla="*/ 2 w 3"/>
                  <a:gd name="T1" fmla="*/ 0 h 21"/>
                  <a:gd name="T2" fmla="*/ 3 w 3"/>
                  <a:gd name="T3" fmla="*/ 24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1">
                    <a:moveTo>
                      <a:pt x="2" y="0"/>
                    </a:moveTo>
                    <a:cubicBezTo>
                      <a:pt x="0" y="5"/>
                      <a:pt x="1" y="15"/>
                      <a:pt x="3" y="21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022" name="Freeform 201">
                <a:extLst>
                  <a:ext uri="{FF2B5EF4-FFF2-40B4-BE49-F238E27FC236}">
                    <a16:creationId xmlns:a16="http://schemas.microsoft.com/office/drawing/2014/main" id="{31F92B31-6106-42D4-83D1-49FF914989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7" y="2368"/>
                <a:ext cx="8" cy="19"/>
              </a:xfrm>
              <a:custGeom>
                <a:avLst/>
                <a:gdLst>
                  <a:gd name="T0" fmla="*/ 1 w 8"/>
                  <a:gd name="T1" fmla="*/ 0 h 18"/>
                  <a:gd name="T2" fmla="*/ 8 w 8"/>
                  <a:gd name="T3" fmla="*/ 21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18">
                    <a:moveTo>
                      <a:pt x="1" y="0"/>
                    </a:moveTo>
                    <a:cubicBezTo>
                      <a:pt x="0" y="7"/>
                      <a:pt x="4" y="13"/>
                      <a:pt x="8" y="18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023" name="Freeform 202">
                <a:extLst>
                  <a:ext uri="{FF2B5EF4-FFF2-40B4-BE49-F238E27FC236}">
                    <a16:creationId xmlns:a16="http://schemas.microsoft.com/office/drawing/2014/main" id="{30695494-F3B8-42AA-BF59-24B1F8FAF5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6" y="2012"/>
                <a:ext cx="27" cy="28"/>
              </a:xfrm>
              <a:custGeom>
                <a:avLst/>
                <a:gdLst>
                  <a:gd name="T0" fmla="*/ 27 w 25"/>
                  <a:gd name="T1" fmla="*/ 0 h 27"/>
                  <a:gd name="T2" fmla="*/ 30 w 25"/>
                  <a:gd name="T3" fmla="*/ 30 h 27"/>
                  <a:gd name="T4" fmla="*/ 0 w 25"/>
                  <a:gd name="T5" fmla="*/ 0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27">
                    <a:moveTo>
                      <a:pt x="21" y="0"/>
                    </a:moveTo>
                    <a:cubicBezTo>
                      <a:pt x="24" y="9"/>
                      <a:pt x="25" y="18"/>
                      <a:pt x="24" y="27"/>
                    </a:cubicBezTo>
                    <a:cubicBezTo>
                      <a:pt x="13" y="21"/>
                      <a:pt x="4" y="12"/>
                      <a:pt x="0" y="0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024" name="Freeform 203">
                <a:extLst>
                  <a:ext uri="{FF2B5EF4-FFF2-40B4-BE49-F238E27FC236}">
                    <a16:creationId xmlns:a16="http://schemas.microsoft.com/office/drawing/2014/main" id="{25C75E51-7036-4D54-9DFE-C123E4DFF9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0" y="975"/>
                <a:ext cx="41" cy="81"/>
              </a:xfrm>
              <a:custGeom>
                <a:avLst/>
                <a:gdLst>
                  <a:gd name="T0" fmla="*/ 47 w 38"/>
                  <a:gd name="T1" fmla="*/ 59 h 76"/>
                  <a:gd name="T2" fmla="*/ 28 w 38"/>
                  <a:gd name="T3" fmla="*/ 92 h 76"/>
                  <a:gd name="T4" fmla="*/ 29 w 38"/>
                  <a:gd name="T5" fmla="*/ 0 h 76"/>
                  <a:gd name="T6" fmla="*/ 29 w 38"/>
                  <a:gd name="T7" fmla="*/ 14 h 76"/>
                  <a:gd name="T8" fmla="*/ 38 w 38"/>
                  <a:gd name="T9" fmla="*/ 22 h 76"/>
                  <a:gd name="T10" fmla="*/ 28 w 38"/>
                  <a:gd name="T11" fmla="*/ 41 h 76"/>
                  <a:gd name="T12" fmla="*/ 46 w 38"/>
                  <a:gd name="T13" fmla="*/ 55 h 7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8" h="76">
                    <a:moveTo>
                      <a:pt x="38" y="49"/>
                    </a:moveTo>
                    <a:cubicBezTo>
                      <a:pt x="26" y="43"/>
                      <a:pt x="22" y="69"/>
                      <a:pt x="22" y="76"/>
                    </a:cubicBezTo>
                    <a:cubicBezTo>
                      <a:pt x="9" y="54"/>
                      <a:pt x="0" y="19"/>
                      <a:pt x="23" y="0"/>
                    </a:cubicBezTo>
                    <a:cubicBezTo>
                      <a:pt x="22" y="4"/>
                      <a:pt x="21" y="7"/>
                      <a:pt x="23" y="11"/>
                    </a:cubicBezTo>
                    <a:cubicBezTo>
                      <a:pt x="25" y="14"/>
                      <a:pt x="29" y="15"/>
                      <a:pt x="30" y="19"/>
                    </a:cubicBezTo>
                    <a:cubicBezTo>
                      <a:pt x="25" y="21"/>
                      <a:pt x="21" y="29"/>
                      <a:pt x="22" y="34"/>
                    </a:cubicBezTo>
                    <a:cubicBezTo>
                      <a:pt x="23" y="43"/>
                      <a:pt x="32" y="43"/>
                      <a:pt x="37" y="46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025" name="Freeform 204">
                <a:extLst>
                  <a:ext uri="{FF2B5EF4-FFF2-40B4-BE49-F238E27FC236}">
                    <a16:creationId xmlns:a16="http://schemas.microsoft.com/office/drawing/2014/main" id="{E08D6E42-3DA2-44F6-81BF-A452A4C831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1" y="1074"/>
                <a:ext cx="21" cy="49"/>
              </a:xfrm>
              <a:custGeom>
                <a:avLst/>
                <a:gdLst>
                  <a:gd name="T0" fmla="*/ 22 w 20"/>
                  <a:gd name="T1" fmla="*/ 0 h 46"/>
                  <a:gd name="T2" fmla="*/ 19 w 20"/>
                  <a:gd name="T3" fmla="*/ 29 h 46"/>
                  <a:gd name="T4" fmla="*/ 20 w 20"/>
                  <a:gd name="T5" fmla="*/ 55 h 46"/>
                  <a:gd name="T6" fmla="*/ 0 w 20"/>
                  <a:gd name="T7" fmla="*/ 7 h 46"/>
                  <a:gd name="T8" fmla="*/ 22 w 20"/>
                  <a:gd name="T9" fmla="*/ 0 h 4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46">
                    <a:moveTo>
                      <a:pt x="19" y="0"/>
                    </a:moveTo>
                    <a:cubicBezTo>
                      <a:pt x="20" y="7"/>
                      <a:pt x="16" y="15"/>
                      <a:pt x="16" y="23"/>
                    </a:cubicBezTo>
                    <a:cubicBezTo>
                      <a:pt x="15" y="30"/>
                      <a:pt x="15" y="38"/>
                      <a:pt x="17" y="46"/>
                    </a:cubicBezTo>
                    <a:cubicBezTo>
                      <a:pt x="8" y="32"/>
                      <a:pt x="19" y="12"/>
                      <a:pt x="0" y="7"/>
                    </a:cubicBezTo>
                    <a:cubicBezTo>
                      <a:pt x="8" y="7"/>
                      <a:pt x="15" y="7"/>
                      <a:pt x="19" y="0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</p:grpSp>
        <p:grpSp>
          <p:nvGrpSpPr>
            <p:cNvPr id="47605" name="Group 205">
              <a:extLst>
                <a:ext uri="{FF2B5EF4-FFF2-40B4-BE49-F238E27FC236}">
                  <a16:creationId xmlns:a16="http://schemas.microsoft.com/office/drawing/2014/main" id="{624F9E55-7304-443F-B8A9-D9926A1F052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274" y="958"/>
              <a:ext cx="1782" cy="3077"/>
              <a:chOff x="3274" y="958"/>
              <a:chExt cx="1782" cy="3077"/>
            </a:xfrm>
          </p:grpSpPr>
          <p:sp>
            <p:nvSpPr>
              <p:cNvPr id="47626" name="Freeform 206">
                <a:extLst>
                  <a:ext uri="{FF2B5EF4-FFF2-40B4-BE49-F238E27FC236}">
                    <a16:creationId xmlns:a16="http://schemas.microsoft.com/office/drawing/2014/main" id="{7D1DE7D6-3002-4944-AE48-95B88275D1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9" y="1309"/>
                <a:ext cx="131" cy="24"/>
              </a:xfrm>
              <a:custGeom>
                <a:avLst/>
                <a:gdLst>
                  <a:gd name="T0" fmla="*/ 147 w 122"/>
                  <a:gd name="T1" fmla="*/ 0 h 22"/>
                  <a:gd name="T2" fmla="*/ 61 w 122"/>
                  <a:gd name="T3" fmla="*/ 13 h 22"/>
                  <a:gd name="T4" fmla="*/ 30 w 122"/>
                  <a:gd name="T5" fmla="*/ 13 h 22"/>
                  <a:gd name="T6" fmla="*/ 0 w 122"/>
                  <a:gd name="T7" fmla="*/ 5 h 22"/>
                  <a:gd name="T8" fmla="*/ 46 w 122"/>
                  <a:gd name="T9" fmla="*/ 24 h 22"/>
                  <a:gd name="T10" fmla="*/ 82 w 122"/>
                  <a:gd name="T11" fmla="*/ 27 h 22"/>
                  <a:gd name="T12" fmla="*/ 122 w 122"/>
                  <a:gd name="T13" fmla="*/ 16 h 22"/>
                  <a:gd name="T14" fmla="*/ 151 w 122"/>
                  <a:gd name="T15" fmla="*/ 1 h 2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22" h="22">
                    <a:moveTo>
                      <a:pt x="119" y="0"/>
                    </a:moveTo>
                    <a:cubicBezTo>
                      <a:pt x="100" y="12"/>
                      <a:pt x="71" y="9"/>
                      <a:pt x="49" y="10"/>
                    </a:cubicBezTo>
                    <a:cubicBezTo>
                      <a:pt x="41" y="10"/>
                      <a:pt x="32" y="11"/>
                      <a:pt x="24" y="10"/>
                    </a:cubicBezTo>
                    <a:cubicBezTo>
                      <a:pt x="17" y="9"/>
                      <a:pt x="8" y="4"/>
                      <a:pt x="0" y="5"/>
                    </a:cubicBezTo>
                    <a:cubicBezTo>
                      <a:pt x="8" y="14"/>
                      <a:pt x="26" y="16"/>
                      <a:pt x="37" y="18"/>
                    </a:cubicBezTo>
                    <a:cubicBezTo>
                      <a:pt x="47" y="20"/>
                      <a:pt x="56" y="22"/>
                      <a:pt x="66" y="21"/>
                    </a:cubicBezTo>
                    <a:cubicBezTo>
                      <a:pt x="77" y="21"/>
                      <a:pt x="88" y="18"/>
                      <a:pt x="99" y="13"/>
                    </a:cubicBezTo>
                    <a:cubicBezTo>
                      <a:pt x="106" y="9"/>
                      <a:pt x="115" y="6"/>
                      <a:pt x="122" y="1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627" name="Freeform 207">
                <a:extLst>
                  <a:ext uri="{FF2B5EF4-FFF2-40B4-BE49-F238E27FC236}">
                    <a16:creationId xmlns:a16="http://schemas.microsoft.com/office/drawing/2014/main" id="{DABF8DDB-50F0-4194-BDB8-CBFFB57958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1" y="1330"/>
                <a:ext cx="134" cy="79"/>
              </a:xfrm>
              <a:custGeom>
                <a:avLst/>
                <a:gdLst>
                  <a:gd name="T0" fmla="*/ 1 w 126"/>
                  <a:gd name="T1" fmla="*/ 61 h 74"/>
                  <a:gd name="T2" fmla="*/ 41 w 126"/>
                  <a:gd name="T3" fmla="*/ 77 h 74"/>
                  <a:gd name="T4" fmla="*/ 79 w 126"/>
                  <a:gd name="T5" fmla="*/ 58 h 74"/>
                  <a:gd name="T6" fmla="*/ 108 w 126"/>
                  <a:gd name="T7" fmla="*/ 25 h 74"/>
                  <a:gd name="T8" fmla="*/ 152 w 126"/>
                  <a:gd name="T9" fmla="*/ 0 h 74"/>
                  <a:gd name="T10" fmla="*/ 103 w 126"/>
                  <a:gd name="T11" fmla="*/ 44 h 74"/>
                  <a:gd name="T12" fmla="*/ 57 w 126"/>
                  <a:gd name="T13" fmla="*/ 86 h 74"/>
                  <a:gd name="T14" fmla="*/ 19 w 126"/>
                  <a:gd name="T15" fmla="*/ 85 h 74"/>
                  <a:gd name="T16" fmla="*/ 0 w 126"/>
                  <a:gd name="T17" fmla="*/ 67 h 7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26" h="74">
                    <a:moveTo>
                      <a:pt x="1" y="50"/>
                    </a:moveTo>
                    <a:cubicBezTo>
                      <a:pt x="12" y="55"/>
                      <a:pt x="22" y="66"/>
                      <a:pt x="35" y="63"/>
                    </a:cubicBezTo>
                    <a:cubicBezTo>
                      <a:pt x="48" y="61"/>
                      <a:pt x="57" y="56"/>
                      <a:pt x="66" y="48"/>
                    </a:cubicBezTo>
                    <a:cubicBezTo>
                      <a:pt x="75" y="40"/>
                      <a:pt x="82" y="29"/>
                      <a:pt x="90" y="21"/>
                    </a:cubicBezTo>
                    <a:cubicBezTo>
                      <a:pt x="101" y="11"/>
                      <a:pt x="113" y="6"/>
                      <a:pt x="126" y="0"/>
                    </a:cubicBezTo>
                    <a:cubicBezTo>
                      <a:pt x="111" y="11"/>
                      <a:pt x="97" y="21"/>
                      <a:pt x="86" y="36"/>
                    </a:cubicBezTo>
                    <a:cubicBezTo>
                      <a:pt x="76" y="51"/>
                      <a:pt x="66" y="65"/>
                      <a:pt x="48" y="71"/>
                    </a:cubicBezTo>
                    <a:cubicBezTo>
                      <a:pt x="39" y="74"/>
                      <a:pt x="26" y="74"/>
                      <a:pt x="16" y="70"/>
                    </a:cubicBezTo>
                    <a:cubicBezTo>
                      <a:pt x="11" y="67"/>
                      <a:pt x="2" y="60"/>
                      <a:pt x="0" y="55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628" name="Freeform 208">
                <a:extLst>
                  <a:ext uri="{FF2B5EF4-FFF2-40B4-BE49-F238E27FC236}">
                    <a16:creationId xmlns:a16="http://schemas.microsoft.com/office/drawing/2014/main" id="{F129E0E4-EE93-4229-9812-A0F15E364B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8" y="1336"/>
                <a:ext cx="97" cy="24"/>
              </a:xfrm>
              <a:custGeom>
                <a:avLst/>
                <a:gdLst>
                  <a:gd name="T0" fmla="*/ 0 w 90"/>
                  <a:gd name="T1" fmla="*/ 0 h 23"/>
                  <a:gd name="T2" fmla="*/ 30 w 90"/>
                  <a:gd name="T3" fmla="*/ 10 h 23"/>
                  <a:gd name="T4" fmla="*/ 58 w 90"/>
                  <a:gd name="T5" fmla="*/ 16 h 23"/>
                  <a:gd name="T6" fmla="*/ 87 w 90"/>
                  <a:gd name="T7" fmla="*/ 11 h 23"/>
                  <a:gd name="T8" fmla="*/ 113 w 90"/>
                  <a:gd name="T9" fmla="*/ 1 h 23"/>
                  <a:gd name="T10" fmla="*/ 46 w 90"/>
                  <a:gd name="T11" fmla="*/ 25 h 23"/>
                  <a:gd name="T12" fmla="*/ 0 w 90"/>
                  <a:gd name="T13" fmla="*/ 1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0" h="23">
                    <a:moveTo>
                      <a:pt x="0" y="0"/>
                    </a:moveTo>
                    <a:cubicBezTo>
                      <a:pt x="8" y="0"/>
                      <a:pt x="16" y="8"/>
                      <a:pt x="24" y="10"/>
                    </a:cubicBezTo>
                    <a:cubicBezTo>
                      <a:pt x="31" y="12"/>
                      <a:pt x="39" y="13"/>
                      <a:pt x="46" y="13"/>
                    </a:cubicBezTo>
                    <a:cubicBezTo>
                      <a:pt x="54" y="13"/>
                      <a:pt x="62" y="13"/>
                      <a:pt x="70" y="11"/>
                    </a:cubicBezTo>
                    <a:cubicBezTo>
                      <a:pt x="77" y="9"/>
                      <a:pt x="83" y="4"/>
                      <a:pt x="90" y="1"/>
                    </a:cubicBezTo>
                    <a:cubicBezTo>
                      <a:pt x="82" y="17"/>
                      <a:pt x="52" y="21"/>
                      <a:pt x="37" y="22"/>
                    </a:cubicBezTo>
                    <a:cubicBezTo>
                      <a:pt x="24" y="23"/>
                      <a:pt x="5" y="14"/>
                      <a:pt x="0" y="1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629" name="Freeform 209">
                <a:extLst>
                  <a:ext uri="{FF2B5EF4-FFF2-40B4-BE49-F238E27FC236}">
                    <a16:creationId xmlns:a16="http://schemas.microsoft.com/office/drawing/2014/main" id="{FB5E31C3-90D4-405E-9323-A4FBF431FD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7" y="2012"/>
                <a:ext cx="266" cy="367"/>
              </a:xfrm>
              <a:custGeom>
                <a:avLst/>
                <a:gdLst>
                  <a:gd name="T0" fmla="*/ 3 w 249"/>
                  <a:gd name="T1" fmla="*/ 0 h 344"/>
                  <a:gd name="T2" fmla="*/ 66 w 249"/>
                  <a:gd name="T3" fmla="*/ 84 h 344"/>
                  <a:gd name="T4" fmla="*/ 135 w 249"/>
                  <a:gd name="T5" fmla="*/ 140 h 344"/>
                  <a:gd name="T6" fmla="*/ 183 w 249"/>
                  <a:gd name="T7" fmla="*/ 245 h 344"/>
                  <a:gd name="T8" fmla="*/ 248 w 249"/>
                  <a:gd name="T9" fmla="*/ 353 h 344"/>
                  <a:gd name="T10" fmla="*/ 303 w 249"/>
                  <a:gd name="T11" fmla="*/ 418 h 344"/>
                  <a:gd name="T12" fmla="*/ 182 w 249"/>
                  <a:gd name="T13" fmla="*/ 276 h 344"/>
                  <a:gd name="T14" fmla="*/ 111 w 249"/>
                  <a:gd name="T15" fmla="*/ 165 h 344"/>
                  <a:gd name="T16" fmla="*/ 0 w 249"/>
                  <a:gd name="T17" fmla="*/ 7 h 34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49" h="344">
                    <a:moveTo>
                      <a:pt x="3" y="0"/>
                    </a:moveTo>
                    <a:cubicBezTo>
                      <a:pt x="13" y="27"/>
                      <a:pt x="31" y="52"/>
                      <a:pt x="54" y="69"/>
                    </a:cubicBezTo>
                    <a:cubicBezTo>
                      <a:pt x="73" y="83"/>
                      <a:pt x="97" y="93"/>
                      <a:pt x="110" y="115"/>
                    </a:cubicBezTo>
                    <a:cubicBezTo>
                      <a:pt x="126" y="142"/>
                      <a:pt x="135" y="174"/>
                      <a:pt x="150" y="202"/>
                    </a:cubicBezTo>
                    <a:cubicBezTo>
                      <a:pt x="166" y="232"/>
                      <a:pt x="182" y="263"/>
                      <a:pt x="203" y="291"/>
                    </a:cubicBezTo>
                    <a:cubicBezTo>
                      <a:pt x="217" y="310"/>
                      <a:pt x="234" y="327"/>
                      <a:pt x="249" y="344"/>
                    </a:cubicBezTo>
                    <a:cubicBezTo>
                      <a:pt x="203" y="321"/>
                      <a:pt x="176" y="269"/>
                      <a:pt x="149" y="228"/>
                    </a:cubicBezTo>
                    <a:cubicBezTo>
                      <a:pt x="130" y="198"/>
                      <a:pt x="115" y="162"/>
                      <a:pt x="91" y="136"/>
                    </a:cubicBezTo>
                    <a:cubicBezTo>
                      <a:pt x="55" y="96"/>
                      <a:pt x="12" y="61"/>
                      <a:pt x="0" y="7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630" name="Freeform 210">
                <a:extLst>
                  <a:ext uri="{FF2B5EF4-FFF2-40B4-BE49-F238E27FC236}">
                    <a16:creationId xmlns:a16="http://schemas.microsoft.com/office/drawing/2014/main" id="{93CCB288-18F9-4A93-B564-42B5158CA7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3" y="2112"/>
                <a:ext cx="200" cy="141"/>
              </a:xfrm>
              <a:custGeom>
                <a:avLst/>
                <a:gdLst>
                  <a:gd name="T0" fmla="*/ 0 w 187"/>
                  <a:gd name="T1" fmla="*/ 0 h 132"/>
                  <a:gd name="T2" fmla="*/ 116 w 187"/>
                  <a:gd name="T3" fmla="*/ 76 h 132"/>
                  <a:gd name="T4" fmla="*/ 229 w 187"/>
                  <a:gd name="T5" fmla="*/ 161 h 132"/>
                  <a:gd name="T6" fmla="*/ 113 w 187"/>
                  <a:gd name="T7" fmla="*/ 85 h 132"/>
                  <a:gd name="T8" fmla="*/ 66 w 187"/>
                  <a:gd name="T9" fmla="*/ 57 h 132"/>
                  <a:gd name="T10" fmla="*/ 40 w 187"/>
                  <a:gd name="T11" fmla="*/ 66 h 132"/>
                  <a:gd name="T12" fmla="*/ 0 w 187"/>
                  <a:gd name="T13" fmla="*/ 4 h 13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7" h="132">
                    <a:moveTo>
                      <a:pt x="0" y="0"/>
                    </a:moveTo>
                    <a:cubicBezTo>
                      <a:pt x="34" y="12"/>
                      <a:pt x="68" y="37"/>
                      <a:pt x="94" y="62"/>
                    </a:cubicBezTo>
                    <a:cubicBezTo>
                      <a:pt x="121" y="88"/>
                      <a:pt x="149" y="125"/>
                      <a:pt x="187" y="132"/>
                    </a:cubicBezTo>
                    <a:cubicBezTo>
                      <a:pt x="144" y="129"/>
                      <a:pt x="122" y="97"/>
                      <a:pt x="93" y="70"/>
                    </a:cubicBezTo>
                    <a:cubicBezTo>
                      <a:pt x="80" y="58"/>
                      <a:pt x="69" y="53"/>
                      <a:pt x="54" y="47"/>
                    </a:cubicBezTo>
                    <a:cubicBezTo>
                      <a:pt x="47" y="44"/>
                      <a:pt x="18" y="35"/>
                      <a:pt x="33" y="54"/>
                    </a:cubicBezTo>
                    <a:cubicBezTo>
                      <a:pt x="29" y="36"/>
                      <a:pt x="19" y="11"/>
                      <a:pt x="0" y="4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631" name="Freeform 211">
                <a:extLst>
                  <a:ext uri="{FF2B5EF4-FFF2-40B4-BE49-F238E27FC236}">
                    <a16:creationId xmlns:a16="http://schemas.microsoft.com/office/drawing/2014/main" id="{D5E49A9D-32EB-4A2B-BAC5-B8E665C001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8" y="2181"/>
                <a:ext cx="149" cy="84"/>
              </a:xfrm>
              <a:custGeom>
                <a:avLst/>
                <a:gdLst>
                  <a:gd name="T0" fmla="*/ 172 w 139"/>
                  <a:gd name="T1" fmla="*/ 97 h 78"/>
                  <a:gd name="T2" fmla="*/ 131 w 139"/>
                  <a:gd name="T3" fmla="*/ 56 h 78"/>
                  <a:gd name="T4" fmla="*/ 92 w 139"/>
                  <a:gd name="T5" fmla="*/ 31 h 78"/>
                  <a:gd name="T6" fmla="*/ 0 w 139"/>
                  <a:gd name="T7" fmla="*/ 0 h 78"/>
                  <a:gd name="T8" fmla="*/ 108 w 139"/>
                  <a:gd name="T9" fmla="*/ 84 h 78"/>
                  <a:gd name="T10" fmla="*/ 165 w 139"/>
                  <a:gd name="T11" fmla="*/ 97 h 7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9" h="78">
                    <a:moveTo>
                      <a:pt x="139" y="78"/>
                    </a:moveTo>
                    <a:cubicBezTo>
                      <a:pt x="126" y="70"/>
                      <a:pt x="118" y="53"/>
                      <a:pt x="106" y="45"/>
                    </a:cubicBezTo>
                    <a:cubicBezTo>
                      <a:pt x="96" y="38"/>
                      <a:pt x="85" y="31"/>
                      <a:pt x="75" y="25"/>
                    </a:cubicBezTo>
                    <a:cubicBezTo>
                      <a:pt x="50" y="11"/>
                      <a:pt x="26" y="8"/>
                      <a:pt x="0" y="0"/>
                    </a:cubicBezTo>
                    <a:cubicBezTo>
                      <a:pt x="11" y="6"/>
                      <a:pt x="122" y="41"/>
                      <a:pt x="88" y="67"/>
                    </a:cubicBezTo>
                    <a:cubicBezTo>
                      <a:pt x="105" y="66"/>
                      <a:pt x="119" y="73"/>
                      <a:pt x="134" y="78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632" name="Freeform 212">
                <a:extLst>
                  <a:ext uri="{FF2B5EF4-FFF2-40B4-BE49-F238E27FC236}">
                    <a16:creationId xmlns:a16="http://schemas.microsoft.com/office/drawing/2014/main" id="{DED29777-7779-4AF5-A96F-1D5D943D3D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3" y="2256"/>
                <a:ext cx="212" cy="133"/>
              </a:xfrm>
              <a:custGeom>
                <a:avLst/>
                <a:gdLst>
                  <a:gd name="T0" fmla="*/ 0 w 198"/>
                  <a:gd name="T1" fmla="*/ 15 h 124"/>
                  <a:gd name="T2" fmla="*/ 145 w 198"/>
                  <a:gd name="T3" fmla="*/ 42 h 124"/>
                  <a:gd name="T4" fmla="*/ 243 w 198"/>
                  <a:gd name="T5" fmla="*/ 153 h 124"/>
                  <a:gd name="T6" fmla="*/ 183 w 198"/>
                  <a:gd name="T7" fmla="*/ 85 h 124"/>
                  <a:gd name="T8" fmla="*/ 133 w 198"/>
                  <a:gd name="T9" fmla="*/ 48 h 124"/>
                  <a:gd name="T10" fmla="*/ 66 w 198"/>
                  <a:gd name="T11" fmla="*/ 29 h 124"/>
                  <a:gd name="T12" fmla="*/ 0 w 198"/>
                  <a:gd name="T13" fmla="*/ 16 h 1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8" h="124">
                    <a:moveTo>
                      <a:pt x="0" y="12"/>
                    </a:moveTo>
                    <a:cubicBezTo>
                      <a:pt x="40" y="0"/>
                      <a:pt x="84" y="19"/>
                      <a:pt x="118" y="34"/>
                    </a:cubicBezTo>
                    <a:cubicBezTo>
                      <a:pt x="152" y="49"/>
                      <a:pt x="184" y="90"/>
                      <a:pt x="198" y="124"/>
                    </a:cubicBezTo>
                    <a:cubicBezTo>
                      <a:pt x="178" y="111"/>
                      <a:pt x="166" y="85"/>
                      <a:pt x="149" y="69"/>
                    </a:cubicBezTo>
                    <a:cubicBezTo>
                      <a:pt x="137" y="56"/>
                      <a:pt x="124" y="46"/>
                      <a:pt x="108" y="39"/>
                    </a:cubicBezTo>
                    <a:cubicBezTo>
                      <a:pt x="91" y="31"/>
                      <a:pt x="72" y="28"/>
                      <a:pt x="54" y="23"/>
                    </a:cubicBezTo>
                    <a:cubicBezTo>
                      <a:pt x="36" y="18"/>
                      <a:pt x="17" y="19"/>
                      <a:pt x="0" y="13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633" name="Freeform 213">
                <a:extLst>
                  <a:ext uri="{FF2B5EF4-FFF2-40B4-BE49-F238E27FC236}">
                    <a16:creationId xmlns:a16="http://schemas.microsoft.com/office/drawing/2014/main" id="{213B0ED1-0305-4B74-9C2D-2A889D0535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8" y="2505"/>
                <a:ext cx="173" cy="303"/>
              </a:xfrm>
              <a:custGeom>
                <a:avLst/>
                <a:gdLst>
                  <a:gd name="T0" fmla="*/ 0 w 162"/>
                  <a:gd name="T1" fmla="*/ 1 h 284"/>
                  <a:gd name="T2" fmla="*/ 37 w 162"/>
                  <a:gd name="T3" fmla="*/ 2 h 284"/>
                  <a:gd name="T4" fmla="*/ 74 w 162"/>
                  <a:gd name="T5" fmla="*/ 23 h 284"/>
                  <a:gd name="T6" fmla="*/ 150 w 162"/>
                  <a:gd name="T7" fmla="*/ 96 h 284"/>
                  <a:gd name="T8" fmla="*/ 180 w 162"/>
                  <a:gd name="T9" fmla="*/ 273 h 284"/>
                  <a:gd name="T10" fmla="*/ 163 w 162"/>
                  <a:gd name="T11" fmla="*/ 313 h 284"/>
                  <a:gd name="T12" fmla="*/ 133 w 162"/>
                  <a:gd name="T13" fmla="*/ 344 h 284"/>
                  <a:gd name="T14" fmla="*/ 50 w 162"/>
                  <a:gd name="T15" fmla="*/ 310 h 284"/>
                  <a:gd name="T16" fmla="*/ 136 w 162"/>
                  <a:gd name="T17" fmla="*/ 302 h 284"/>
                  <a:gd name="T18" fmla="*/ 140 w 162"/>
                  <a:gd name="T19" fmla="*/ 252 h 284"/>
                  <a:gd name="T20" fmla="*/ 142 w 162"/>
                  <a:gd name="T21" fmla="*/ 179 h 284"/>
                  <a:gd name="T22" fmla="*/ 125 w 162"/>
                  <a:gd name="T23" fmla="*/ 114 h 284"/>
                  <a:gd name="T24" fmla="*/ 93 w 162"/>
                  <a:gd name="T25" fmla="*/ 50 h 284"/>
                  <a:gd name="T26" fmla="*/ 60 w 162"/>
                  <a:gd name="T27" fmla="*/ 25 h 284"/>
                  <a:gd name="T28" fmla="*/ 11 w 162"/>
                  <a:gd name="T29" fmla="*/ 2 h 284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62" h="284">
                    <a:moveTo>
                      <a:pt x="0" y="1"/>
                    </a:moveTo>
                    <a:cubicBezTo>
                      <a:pt x="10" y="5"/>
                      <a:pt x="21" y="0"/>
                      <a:pt x="31" y="2"/>
                    </a:cubicBezTo>
                    <a:cubicBezTo>
                      <a:pt x="41" y="5"/>
                      <a:pt x="52" y="14"/>
                      <a:pt x="61" y="20"/>
                    </a:cubicBezTo>
                    <a:cubicBezTo>
                      <a:pt x="86" y="37"/>
                      <a:pt x="108" y="53"/>
                      <a:pt x="123" y="79"/>
                    </a:cubicBezTo>
                    <a:cubicBezTo>
                      <a:pt x="147" y="122"/>
                      <a:pt x="162" y="177"/>
                      <a:pt x="148" y="225"/>
                    </a:cubicBezTo>
                    <a:cubicBezTo>
                      <a:pt x="144" y="236"/>
                      <a:pt x="138" y="246"/>
                      <a:pt x="134" y="258"/>
                    </a:cubicBezTo>
                    <a:cubicBezTo>
                      <a:pt x="128" y="273"/>
                      <a:pt x="130" y="284"/>
                      <a:pt x="110" y="283"/>
                    </a:cubicBezTo>
                    <a:cubicBezTo>
                      <a:pt x="86" y="282"/>
                      <a:pt x="62" y="266"/>
                      <a:pt x="41" y="256"/>
                    </a:cubicBezTo>
                    <a:cubicBezTo>
                      <a:pt x="60" y="255"/>
                      <a:pt x="99" y="273"/>
                      <a:pt x="111" y="248"/>
                    </a:cubicBezTo>
                    <a:cubicBezTo>
                      <a:pt x="116" y="238"/>
                      <a:pt x="113" y="219"/>
                      <a:pt x="115" y="207"/>
                    </a:cubicBezTo>
                    <a:cubicBezTo>
                      <a:pt x="116" y="187"/>
                      <a:pt x="118" y="167"/>
                      <a:pt x="117" y="147"/>
                    </a:cubicBezTo>
                    <a:cubicBezTo>
                      <a:pt x="117" y="125"/>
                      <a:pt x="111" y="113"/>
                      <a:pt x="103" y="94"/>
                    </a:cubicBezTo>
                    <a:cubicBezTo>
                      <a:pt x="95" y="76"/>
                      <a:pt x="90" y="56"/>
                      <a:pt x="76" y="41"/>
                    </a:cubicBezTo>
                    <a:cubicBezTo>
                      <a:pt x="69" y="33"/>
                      <a:pt x="59" y="25"/>
                      <a:pt x="49" y="21"/>
                    </a:cubicBezTo>
                    <a:cubicBezTo>
                      <a:pt x="37" y="15"/>
                      <a:pt x="20" y="4"/>
                      <a:pt x="8" y="2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634" name="Freeform 214">
                <a:extLst>
                  <a:ext uri="{FF2B5EF4-FFF2-40B4-BE49-F238E27FC236}">
                    <a16:creationId xmlns:a16="http://schemas.microsoft.com/office/drawing/2014/main" id="{7B654CD2-18EA-4C23-8354-58E5854DFE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6" y="2680"/>
                <a:ext cx="86" cy="284"/>
              </a:xfrm>
              <a:custGeom>
                <a:avLst/>
                <a:gdLst>
                  <a:gd name="T0" fmla="*/ 3 w 81"/>
                  <a:gd name="T1" fmla="*/ 129 h 266"/>
                  <a:gd name="T2" fmla="*/ 0 w 81"/>
                  <a:gd name="T3" fmla="*/ 162 h 266"/>
                  <a:gd name="T4" fmla="*/ 50 w 81"/>
                  <a:gd name="T5" fmla="*/ 239 h 266"/>
                  <a:gd name="T6" fmla="*/ 53 w 81"/>
                  <a:gd name="T7" fmla="*/ 287 h 266"/>
                  <a:gd name="T8" fmla="*/ 41 w 81"/>
                  <a:gd name="T9" fmla="*/ 324 h 266"/>
                  <a:gd name="T10" fmla="*/ 56 w 81"/>
                  <a:gd name="T11" fmla="*/ 170 h 266"/>
                  <a:gd name="T12" fmla="*/ 83 w 81"/>
                  <a:gd name="T13" fmla="*/ 95 h 266"/>
                  <a:gd name="T14" fmla="*/ 83 w 81"/>
                  <a:gd name="T15" fmla="*/ 0 h 266"/>
                  <a:gd name="T16" fmla="*/ 54 w 81"/>
                  <a:gd name="T17" fmla="*/ 109 h 266"/>
                  <a:gd name="T18" fmla="*/ 17 w 81"/>
                  <a:gd name="T19" fmla="*/ 129 h 26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1" h="266">
                    <a:moveTo>
                      <a:pt x="3" y="106"/>
                    </a:moveTo>
                    <a:cubicBezTo>
                      <a:pt x="12" y="114"/>
                      <a:pt x="21" y="138"/>
                      <a:pt x="0" y="133"/>
                    </a:cubicBezTo>
                    <a:cubicBezTo>
                      <a:pt x="28" y="148"/>
                      <a:pt x="38" y="166"/>
                      <a:pt x="41" y="197"/>
                    </a:cubicBezTo>
                    <a:cubicBezTo>
                      <a:pt x="42" y="210"/>
                      <a:pt x="46" y="223"/>
                      <a:pt x="44" y="236"/>
                    </a:cubicBezTo>
                    <a:cubicBezTo>
                      <a:pt x="44" y="247"/>
                      <a:pt x="37" y="256"/>
                      <a:pt x="35" y="266"/>
                    </a:cubicBezTo>
                    <a:cubicBezTo>
                      <a:pt x="76" y="236"/>
                      <a:pt x="49" y="180"/>
                      <a:pt x="47" y="140"/>
                    </a:cubicBezTo>
                    <a:cubicBezTo>
                      <a:pt x="46" y="120"/>
                      <a:pt x="61" y="96"/>
                      <a:pt x="69" y="78"/>
                    </a:cubicBezTo>
                    <a:cubicBezTo>
                      <a:pt x="81" y="52"/>
                      <a:pt x="81" y="27"/>
                      <a:pt x="69" y="0"/>
                    </a:cubicBezTo>
                    <a:cubicBezTo>
                      <a:pt x="63" y="30"/>
                      <a:pt x="59" y="62"/>
                      <a:pt x="45" y="90"/>
                    </a:cubicBezTo>
                    <a:cubicBezTo>
                      <a:pt x="37" y="104"/>
                      <a:pt x="31" y="106"/>
                      <a:pt x="14" y="106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635" name="Freeform 215">
                <a:extLst>
                  <a:ext uri="{FF2B5EF4-FFF2-40B4-BE49-F238E27FC236}">
                    <a16:creationId xmlns:a16="http://schemas.microsoft.com/office/drawing/2014/main" id="{69530D82-FE57-4423-B20C-0B515F606F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1" y="2244"/>
                <a:ext cx="103" cy="51"/>
              </a:xfrm>
              <a:custGeom>
                <a:avLst/>
                <a:gdLst>
                  <a:gd name="T0" fmla="*/ 0 w 97"/>
                  <a:gd name="T1" fmla="*/ 0 h 47"/>
                  <a:gd name="T2" fmla="*/ 20 w 97"/>
                  <a:gd name="T3" fmla="*/ 5 h 47"/>
                  <a:gd name="T4" fmla="*/ 39 w 97"/>
                  <a:gd name="T5" fmla="*/ 16 h 47"/>
                  <a:gd name="T6" fmla="*/ 65 w 97"/>
                  <a:gd name="T7" fmla="*/ 24 h 47"/>
                  <a:gd name="T8" fmla="*/ 116 w 97"/>
                  <a:gd name="T9" fmla="*/ 28 h 47"/>
                  <a:gd name="T10" fmla="*/ 45 w 97"/>
                  <a:gd name="T11" fmla="*/ 60 h 47"/>
                  <a:gd name="T12" fmla="*/ 63 w 97"/>
                  <a:gd name="T13" fmla="*/ 39 h 47"/>
                  <a:gd name="T14" fmla="*/ 50 w 97"/>
                  <a:gd name="T15" fmla="*/ 25 h 47"/>
                  <a:gd name="T16" fmla="*/ 6 w 97"/>
                  <a:gd name="T17" fmla="*/ 2 h 4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7" h="47">
                    <a:moveTo>
                      <a:pt x="0" y="0"/>
                    </a:moveTo>
                    <a:cubicBezTo>
                      <a:pt x="5" y="3"/>
                      <a:pt x="12" y="3"/>
                      <a:pt x="17" y="5"/>
                    </a:cubicBezTo>
                    <a:cubicBezTo>
                      <a:pt x="23" y="7"/>
                      <a:pt x="28" y="11"/>
                      <a:pt x="33" y="13"/>
                    </a:cubicBezTo>
                    <a:cubicBezTo>
                      <a:pt x="40" y="16"/>
                      <a:pt x="47" y="17"/>
                      <a:pt x="54" y="18"/>
                    </a:cubicBezTo>
                    <a:cubicBezTo>
                      <a:pt x="68" y="20"/>
                      <a:pt x="83" y="22"/>
                      <a:pt x="97" y="22"/>
                    </a:cubicBezTo>
                    <a:cubicBezTo>
                      <a:pt x="77" y="29"/>
                      <a:pt x="56" y="40"/>
                      <a:pt x="38" y="47"/>
                    </a:cubicBezTo>
                    <a:cubicBezTo>
                      <a:pt x="45" y="46"/>
                      <a:pt x="55" y="39"/>
                      <a:pt x="53" y="30"/>
                    </a:cubicBezTo>
                    <a:cubicBezTo>
                      <a:pt x="52" y="26"/>
                      <a:pt x="46" y="21"/>
                      <a:pt x="41" y="19"/>
                    </a:cubicBezTo>
                    <a:cubicBezTo>
                      <a:pt x="31" y="13"/>
                      <a:pt x="18" y="7"/>
                      <a:pt x="6" y="2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636" name="Freeform 216">
                <a:extLst>
                  <a:ext uri="{FF2B5EF4-FFF2-40B4-BE49-F238E27FC236}">
                    <a16:creationId xmlns:a16="http://schemas.microsoft.com/office/drawing/2014/main" id="{9196DEC5-3363-42F8-9C1C-09445770B7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2" y="2269"/>
                <a:ext cx="29" cy="18"/>
              </a:xfrm>
              <a:custGeom>
                <a:avLst/>
                <a:gdLst>
                  <a:gd name="T0" fmla="*/ 8 w 28"/>
                  <a:gd name="T1" fmla="*/ 0 h 17"/>
                  <a:gd name="T2" fmla="*/ 19 w 28"/>
                  <a:gd name="T3" fmla="*/ 19 h 17"/>
                  <a:gd name="T4" fmla="*/ 9 w 28"/>
                  <a:gd name="T5" fmla="*/ 1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17">
                    <a:moveTo>
                      <a:pt x="8" y="0"/>
                    </a:moveTo>
                    <a:cubicBezTo>
                      <a:pt x="0" y="3"/>
                      <a:pt x="8" y="17"/>
                      <a:pt x="16" y="16"/>
                    </a:cubicBezTo>
                    <a:cubicBezTo>
                      <a:pt x="28" y="14"/>
                      <a:pt x="9" y="4"/>
                      <a:pt x="9" y="1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637" name="Freeform 217">
                <a:extLst>
                  <a:ext uri="{FF2B5EF4-FFF2-40B4-BE49-F238E27FC236}">
                    <a16:creationId xmlns:a16="http://schemas.microsoft.com/office/drawing/2014/main" id="{D93B90B6-C8F3-4F48-AF8D-B762017FFC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8" y="2229"/>
                <a:ext cx="128" cy="52"/>
              </a:xfrm>
              <a:custGeom>
                <a:avLst/>
                <a:gdLst>
                  <a:gd name="T0" fmla="*/ 0 w 120"/>
                  <a:gd name="T1" fmla="*/ 44 h 48"/>
                  <a:gd name="T2" fmla="*/ 146 w 120"/>
                  <a:gd name="T3" fmla="*/ 0 h 48"/>
                  <a:gd name="T4" fmla="*/ 73 w 120"/>
                  <a:gd name="T5" fmla="*/ 41 h 48"/>
                  <a:gd name="T6" fmla="*/ 29 w 120"/>
                  <a:gd name="T7" fmla="*/ 61 h 48"/>
                  <a:gd name="T8" fmla="*/ 4 w 120"/>
                  <a:gd name="T9" fmla="*/ 47 h 4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0" h="48">
                    <a:moveTo>
                      <a:pt x="0" y="35"/>
                    </a:moveTo>
                    <a:cubicBezTo>
                      <a:pt x="43" y="38"/>
                      <a:pt x="81" y="17"/>
                      <a:pt x="120" y="0"/>
                    </a:cubicBezTo>
                    <a:cubicBezTo>
                      <a:pt x="108" y="16"/>
                      <a:pt x="79" y="25"/>
                      <a:pt x="60" y="32"/>
                    </a:cubicBezTo>
                    <a:cubicBezTo>
                      <a:pt x="53" y="34"/>
                      <a:pt x="22" y="36"/>
                      <a:pt x="23" y="48"/>
                    </a:cubicBezTo>
                    <a:cubicBezTo>
                      <a:pt x="16" y="47"/>
                      <a:pt x="10" y="40"/>
                      <a:pt x="4" y="37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638" name="Freeform 218">
                <a:extLst>
                  <a:ext uri="{FF2B5EF4-FFF2-40B4-BE49-F238E27FC236}">
                    <a16:creationId xmlns:a16="http://schemas.microsoft.com/office/drawing/2014/main" id="{EB5AC9AA-94EC-4708-B3E4-E7CFCF5B38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4" y="3017"/>
                <a:ext cx="217" cy="90"/>
              </a:xfrm>
              <a:custGeom>
                <a:avLst/>
                <a:gdLst>
                  <a:gd name="T0" fmla="*/ 248 w 203"/>
                  <a:gd name="T1" fmla="*/ 2 h 84"/>
                  <a:gd name="T2" fmla="*/ 215 w 203"/>
                  <a:gd name="T3" fmla="*/ 79 h 84"/>
                  <a:gd name="T4" fmla="*/ 154 w 203"/>
                  <a:gd name="T5" fmla="*/ 96 h 84"/>
                  <a:gd name="T6" fmla="*/ 67 w 203"/>
                  <a:gd name="T7" fmla="*/ 66 h 84"/>
                  <a:gd name="T8" fmla="*/ 0 w 203"/>
                  <a:gd name="T9" fmla="*/ 57 h 84"/>
                  <a:gd name="T10" fmla="*/ 130 w 203"/>
                  <a:gd name="T11" fmla="*/ 64 h 84"/>
                  <a:gd name="T12" fmla="*/ 202 w 203"/>
                  <a:gd name="T13" fmla="*/ 59 h 84"/>
                  <a:gd name="T14" fmla="*/ 248 w 203"/>
                  <a:gd name="T15" fmla="*/ 0 h 8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03" h="84">
                    <a:moveTo>
                      <a:pt x="203" y="2"/>
                    </a:moveTo>
                    <a:cubicBezTo>
                      <a:pt x="195" y="21"/>
                      <a:pt x="187" y="48"/>
                      <a:pt x="176" y="64"/>
                    </a:cubicBezTo>
                    <a:cubicBezTo>
                      <a:pt x="163" y="84"/>
                      <a:pt x="147" y="84"/>
                      <a:pt x="126" y="78"/>
                    </a:cubicBezTo>
                    <a:cubicBezTo>
                      <a:pt x="102" y="71"/>
                      <a:pt x="79" y="60"/>
                      <a:pt x="55" y="54"/>
                    </a:cubicBezTo>
                    <a:cubicBezTo>
                      <a:pt x="38" y="50"/>
                      <a:pt x="17" y="46"/>
                      <a:pt x="0" y="46"/>
                    </a:cubicBezTo>
                    <a:cubicBezTo>
                      <a:pt x="35" y="40"/>
                      <a:pt x="74" y="36"/>
                      <a:pt x="107" y="52"/>
                    </a:cubicBezTo>
                    <a:cubicBezTo>
                      <a:pt x="129" y="63"/>
                      <a:pt x="146" y="70"/>
                      <a:pt x="166" y="48"/>
                    </a:cubicBezTo>
                    <a:cubicBezTo>
                      <a:pt x="179" y="33"/>
                      <a:pt x="185" y="12"/>
                      <a:pt x="203" y="0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639" name="Freeform 219">
                <a:extLst>
                  <a:ext uri="{FF2B5EF4-FFF2-40B4-BE49-F238E27FC236}">
                    <a16:creationId xmlns:a16="http://schemas.microsoft.com/office/drawing/2014/main" id="{8B829CF5-907B-4E13-969A-44E4DF0853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7" y="3089"/>
                <a:ext cx="209" cy="85"/>
              </a:xfrm>
              <a:custGeom>
                <a:avLst/>
                <a:gdLst>
                  <a:gd name="T0" fmla="*/ 4 w 196"/>
                  <a:gd name="T1" fmla="*/ 0 h 80"/>
                  <a:gd name="T2" fmla="*/ 63 w 196"/>
                  <a:gd name="T3" fmla="*/ 46 h 80"/>
                  <a:gd name="T4" fmla="*/ 119 w 196"/>
                  <a:gd name="T5" fmla="*/ 61 h 80"/>
                  <a:gd name="T6" fmla="*/ 238 w 196"/>
                  <a:gd name="T7" fmla="*/ 58 h 80"/>
                  <a:gd name="T8" fmla="*/ 76 w 196"/>
                  <a:gd name="T9" fmla="*/ 78 h 80"/>
                  <a:gd name="T10" fmla="*/ 0 w 196"/>
                  <a:gd name="T11" fmla="*/ 4 h 8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96" h="80">
                    <a:moveTo>
                      <a:pt x="4" y="0"/>
                    </a:moveTo>
                    <a:cubicBezTo>
                      <a:pt x="21" y="6"/>
                      <a:pt x="37" y="27"/>
                      <a:pt x="52" y="38"/>
                    </a:cubicBezTo>
                    <a:cubicBezTo>
                      <a:pt x="67" y="48"/>
                      <a:pt x="82" y="47"/>
                      <a:pt x="98" y="51"/>
                    </a:cubicBezTo>
                    <a:cubicBezTo>
                      <a:pt x="126" y="57"/>
                      <a:pt x="170" y="63"/>
                      <a:pt x="196" y="49"/>
                    </a:cubicBezTo>
                    <a:cubicBezTo>
                      <a:pt x="163" y="80"/>
                      <a:pt x="103" y="76"/>
                      <a:pt x="63" y="65"/>
                    </a:cubicBezTo>
                    <a:cubicBezTo>
                      <a:pt x="27" y="56"/>
                      <a:pt x="19" y="28"/>
                      <a:pt x="0" y="4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640" name="Freeform 220">
                <a:extLst>
                  <a:ext uri="{FF2B5EF4-FFF2-40B4-BE49-F238E27FC236}">
                    <a16:creationId xmlns:a16="http://schemas.microsoft.com/office/drawing/2014/main" id="{200D30C3-3B1A-4361-A1F4-2DEFEC388B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8" y="3111"/>
                <a:ext cx="94" cy="35"/>
              </a:xfrm>
              <a:custGeom>
                <a:avLst/>
                <a:gdLst>
                  <a:gd name="T0" fmla="*/ 57 w 88"/>
                  <a:gd name="T1" fmla="*/ 0 h 33"/>
                  <a:gd name="T2" fmla="*/ 99 w 88"/>
                  <a:gd name="T3" fmla="*/ 38 h 33"/>
                  <a:gd name="T4" fmla="*/ 0 w 88"/>
                  <a:gd name="T5" fmla="*/ 37 h 33"/>
                  <a:gd name="T6" fmla="*/ 37 w 88"/>
                  <a:gd name="T7" fmla="*/ 25 h 33"/>
                  <a:gd name="T8" fmla="*/ 73 w 88"/>
                  <a:gd name="T9" fmla="*/ 20 h 33"/>
                  <a:gd name="T10" fmla="*/ 58 w 88"/>
                  <a:gd name="T11" fmla="*/ 4 h 3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8" h="33">
                    <a:moveTo>
                      <a:pt x="47" y="0"/>
                    </a:moveTo>
                    <a:cubicBezTo>
                      <a:pt x="61" y="4"/>
                      <a:pt x="88" y="15"/>
                      <a:pt x="81" y="32"/>
                    </a:cubicBezTo>
                    <a:cubicBezTo>
                      <a:pt x="55" y="28"/>
                      <a:pt x="27" y="33"/>
                      <a:pt x="0" y="31"/>
                    </a:cubicBezTo>
                    <a:cubicBezTo>
                      <a:pt x="11" y="30"/>
                      <a:pt x="20" y="24"/>
                      <a:pt x="31" y="22"/>
                    </a:cubicBezTo>
                    <a:cubicBezTo>
                      <a:pt x="41" y="20"/>
                      <a:pt x="51" y="20"/>
                      <a:pt x="60" y="17"/>
                    </a:cubicBezTo>
                    <a:cubicBezTo>
                      <a:pt x="56" y="12"/>
                      <a:pt x="51" y="9"/>
                      <a:pt x="48" y="4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641" name="Freeform 221">
                <a:extLst>
                  <a:ext uri="{FF2B5EF4-FFF2-40B4-BE49-F238E27FC236}">
                    <a16:creationId xmlns:a16="http://schemas.microsoft.com/office/drawing/2014/main" id="{59FE7A14-D768-448B-B88B-9A024FF83B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2" y="2731"/>
                <a:ext cx="228" cy="47"/>
              </a:xfrm>
              <a:custGeom>
                <a:avLst/>
                <a:gdLst>
                  <a:gd name="T0" fmla="*/ 259 w 213"/>
                  <a:gd name="T1" fmla="*/ 51 h 44"/>
                  <a:gd name="T2" fmla="*/ 117 w 213"/>
                  <a:gd name="T3" fmla="*/ 28 h 44"/>
                  <a:gd name="T4" fmla="*/ 51 w 213"/>
                  <a:gd name="T5" fmla="*/ 26 h 44"/>
                  <a:gd name="T6" fmla="*/ 0 w 213"/>
                  <a:gd name="T7" fmla="*/ 0 h 44"/>
                  <a:gd name="T8" fmla="*/ 140 w 213"/>
                  <a:gd name="T9" fmla="*/ 13 h 44"/>
                  <a:gd name="T10" fmla="*/ 204 w 213"/>
                  <a:gd name="T11" fmla="*/ 26 h 44"/>
                  <a:gd name="T12" fmla="*/ 261 w 213"/>
                  <a:gd name="T13" fmla="*/ 53 h 4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13" h="44">
                    <a:moveTo>
                      <a:pt x="211" y="42"/>
                    </a:moveTo>
                    <a:cubicBezTo>
                      <a:pt x="173" y="31"/>
                      <a:pt x="136" y="22"/>
                      <a:pt x="95" y="22"/>
                    </a:cubicBezTo>
                    <a:cubicBezTo>
                      <a:pt x="78" y="22"/>
                      <a:pt x="59" y="24"/>
                      <a:pt x="42" y="21"/>
                    </a:cubicBezTo>
                    <a:cubicBezTo>
                      <a:pt x="24" y="18"/>
                      <a:pt x="14" y="10"/>
                      <a:pt x="0" y="0"/>
                    </a:cubicBezTo>
                    <a:cubicBezTo>
                      <a:pt x="30" y="17"/>
                      <a:pt x="78" y="6"/>
                      <a:pt x="114" y="10"/>
                    </a:cubicBezTo>
                    <a:cubicBezTo>
                      <a:pt x="131" y="12"/>
                      <a:pt x="150" y="16"/>
                      <a:pt x="166" y="21"/>
                    </a:cubicBezTo>
                    <a:cubicBezTo>
                      <a:pt x="183" y="26"/>
                      <a:pt x="196" y="39"/>
                      <a:pt x="213" y="44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642" name="Freeform 222">
                <a:extLst>
                  <a:ext uri="{FF2B5EF4-FFF2-40B4-BE49-F238E27FC236}">
                    <a16:creationId xmlns:a16="http://schemas.microsoft.com/office/drawing/2014/main" id="{E6CD5EB0-4854-484A-8BAA-FE5E59C087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6" y="2411"/>
                <a:ext cx="164" cy="81"/>
              </a:xfrm>
              <a:custGeom>
                <a:avLst/>
                <a:gdLst>
                  <a:gd name="T0" fmla="*/ 186 w 154"/>
                  <a:gd name="T1" fmla="*/ 91 h 76"/>
                  <a:gd name="T2" fmla="*/ 75 w 154"/>
                  <a:gd name="T3" fmla="*/ 0 h 76"/>
                  <a:gd name="T4" fmla="*/ 83 w 154"/>
                  <a:gd name="T5" fmla="*/ 49 h 76"/>
                  <a:gd name="T6" fmla="*/ 51 w 154"/>
                  <a:gd name="T7" fmla="*/ 68 h 76"/>
                  <a:gd name="T8" fmla="*/ 0 w 154"/>
                  <a:gd name="T9" fmla="*/ 92 h 76"/>
                  <a:gd name="T10" fmla="*/ 48 w 154"/>
                  <a:gd name="T11" fmla="*/ 77 h 76"/>
                  <a:gd name="T12" fmla="*/ 92 w 154"/>
                  <a:gd name="T13" fmla="*/ 82 h 76"/>
                  <a:gd name="T14" fmla="*/ 176 w 154"/>
                  <a:gd name="T15" fmla="*/ 92 h 7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54" h="76">
                    <a:moveTo>
                      <a:pt x="154" y="75"/>
                    </a:moveTo>
                    <a:cubicBezTo>
                      <a:pt x="115" y="63"/>
                      <a:pt x="85" y="34"/>
                      <a:pt x="62" y="0"/>
                    </a:cubicBezTo>
                    <a:cubicBezTo>
                      <a:pt x="61" y="13"/>
                      <a:pt x="74" y="27"/>
                      <a:pt x="69" y="40"/>
                    </a:cubicBezTo>
                    <a:cubicBezTo>
                      <a:pt x="65" y="52"/>
                      <a:pt x="52" y="53"/>
                      <a:pt x="42" y="56"/>
                    </a:cubicBezTo>
                    <a:cubicBezTo>
                      <a:pt x="30" y="59"/>
                      <a:pt x="5" y="64"/>
                      <a:pt x="0" y="76"/>
                    </a:cubicBezTo>
                    <a:cubicBezTo>
                      <a:pt x="13" y="74"/>
                      <a:pt x="25" y="65"/>
                      <a:pt x="39" y="64"/>
                    </a:cubicBezTo>
                    <a:cubicBezTo>
                      <a:pt x="52" y="63"/>
                      <a:pt x="63" y="66"/>
                      <a:pt x="76" y="68"/>
                    </a:cubicBezTo>
                    <a:cubicBezTo>
                      <a:pt x="99" y="72"/>
                      <a:pt x="123" y="71"/>
                      <a:pt x="146" y="76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643" name="Freeform 223">
                <a:extLst>
                  <a:ext uri="{FF2B5EF4-FFF2-40B4-BE49-F238E27FC236}">
                    <a16:creationId xmlns:a16="http://schemas.microsoft.com/office/drawing/2014/main" id="{881F51EB-16C5-4FC1-9031-D900FB466A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2" y="2527"/>
                <a:ext cx="89" cy="128"/>
              </a:xfrm>
              <a:custGeom>
                <a:avLst/>
                <a:gdLst>
                  <a:gd name="T0" fmla="*/ 0 w 84"/>
                  <a:gd name="T1" fmla="*/ 0 h 120"/>
                  <a:gd name="T2" fmla="*/ 39 w 84"/>
                  <a:gd name="T3" fmla="*/ 32 h 120"/>
                  <a:gd name="T4" fmla="*/ 61 w 84"/>
                  <a:gd name="T5" fmla="*/ 70 h 120"/>
                  <a:gd name="T6" fmla="*/ 100 w 84"/>
                  <a:gd name="T7" fmla="*/ 138 h 120"/>
                  <a:gd name="T8" fmla="*/ 86 w 84"/>
                  <a:gd name="T9" fmla="*/ 87 h 120"/>
                  <a:gd name="T10" fmla="*/ 74 w 84"/>
                  <a:gd name="T11" fmla="*/ 39 h 120"/>
                  <a:gd name="T12" fmla="*/ 72 w 84"/>
                  <a:gd name="T13" fmla="*/ 16 h 120"/>
                  <a:gd name="T14" fmla="*/ 65 w 84"/>
                  <a:gd name="T15" fmla="*/ 7 h 120"/>
                  <a:gd name="T16" fmla="*/ 53 w 84"/>
                  <a:gd name="T17" fmla="*/ 7 h 120"/>
                  <a:gd name="T18" fmla="*/ 6 w 84"/>
                  <a:gd name="T19" fmla="*/ 1 h 12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4" h="120">
                    <a:moveTo>
                      <a:pt x="0" y="0"/>
                    </a:moveTo>
                    <a:cubicBezTo>
                      <a:pt x="11" y="9"/>
                      <a:pt x="24" y="15"/>
                      <a:pt x="33" y="26"/>
                    </a:cubicBezTo>
                    <a:cubicBezTo>
                      <a:pt x="42" y="36"/>
                      <a:pt x="47" y="46"/>
                      <a:pt x="52" y="58"/>
                    </a:cubicBezTo>
                    <a:cubicBezTo>
                      <a:pt x="57" y="68"/>
                      <a:pt x="70" y="120"/>
                      <a:pt x="84" y="113"/>
                    </a:cubicBezTo>
                    <a:cubicBezTo>
                      <a:pt x="72" y="105"/>
                      <a:pt x="73" y="84"/>
                      <a:pt x="72" y="72"/>
                    </a:cubicBezTo>
                    <a:cubicBezTo>
                      <a:pt x="70" y="57"/>
                      <a:pt x="68" y="46"/>
                      <a:pt x="62" y="33"/>
                    </a:cubicBezTo>
                    <a:cubicBezTo>
                      <a:pt x="57" y="24"/>
                      <a:pt x="60" y="21"/>
                      <a:pt x="60" y="13"/>
                    </a:cubicBezTo>
                    <a:cubicBezTo>
                      <a:pt x="60" y="6"/>
                      <a:pt x="63" y="9"/>
                      <a:pt x="55" y="7"/>
                    </a:cubicBezTo>
                    <a:cubicBezTo>
                      <a:pt x="51" y="6"/>
                      <a:pt x="47" y="7"/>
                      <a:pt x="44" y="7"/>
                    </a:cubicBezTo>
                    <a:cubicBezTo>
                      <a:pt x="31" y="7"/>
                      <a:pt x="17" y="6"/>
                      <a:pt x="6" y="1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644" name="Freeform 224">
                <a:extLst>
                  <a:ext uri="{FF2B5EF4-FFF2-40B4-BE49-F238E27FC236}">
                    <a16:creationId xmlns:a16="http://schemas.microsoft.com/office/drawing/2014/main" id="{16B1D49E-8665-487C-A8A4-39359391A4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2" y="2525"/>
                <a:ext cx="120" cy="64"/>
              </a:xfrm>
              <a:custGeom>
                <a:avLst/>
                <a:gdLst>
                  <a:gd name="T0" fmla="*/ 27 w 112"/>
                  <a:gd name="T1" fmla="*/ 73 h 60"/>
                  <a:gd name="T2" fmla="*/ 28 w 112"/>
                  <a:gd name="T3" fmla="*/ 58 h 60"/>
                  <a:gd name="T4" fmla="*/ 48 w 112"/>
                  <a:gd name="T5" fmla="*/ 42 h 60"/>
                  <a:gd name="T6" fmla="*/ 90 w 112"/>
                  <a:gd name="T7" fmla="*/ 31 h 60"/>
                  <a:gd name="T8" fmla="*/ 138 w 112"/>
                  <a:gd name="T9" fmla="*/ 0 h 60"/>
                  <a:gd name="T10" fmla="*/ 50 w 112"/>
                  <a:gd name="T11" fmla="*/ 14 h 60"/>
                  <a:gd name="T12" fmla="*/ 23 w 112"/>
                  <a:gd name="T13" fmla="*/ 13 h 60"/>
                  <a:gd name="T14" fmla="*/ 6 w 112"/>
                  <a:gd name="T15" fmla="*/ 15 h 60"/>
                  <a:gd name="T16" fmla="*/ 1 w 112"/>
                  <a:gd name="T17" fmla="*/ 20 h 60"/>
                  <a:gd name="T18" fmla="*/ 4 w 112"/>
                  <a:gd name="T19" fmla="*/ 39 h 6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12" h="60">
                    <a:moveTo>
                      <a:pt x="21" y="60"/>
                    </a:moveTo>
                    <a:cubicBezTo>
                      <a:pt x="21" y="56"/>
                      <a:pt x="21" y="52"/>
                      <a:pt x="22" y="48"/>
                    </a:cubicBezTo>
                    <a:cubicBezTo>
                      <a:pt x="25" y="41"/>
                      <a:pt x="33" y="37"/>
                      <a:pt x="39" y="35"/>
                    </a:cubicBezTo>
                    <a:cubicBezTo>
                      <a:pt x="50" y="31"/>
                      <a:pt x="62" y="28"/>
                      <a:pt x="73" y="25"/>
                    </a:cubicBezTo>
                    <a:cubicBezTo>
                      <a:pt x="88" y="21"/>
                      <a:pt x="101" y="10"/>
                      <a:pt x="112" y="0"/>
                    </a:cubicBezTo>
                    <a:cubicBezTo>
                      <a:pt x="90" y="9"/>
                      <a:pt x="65" y="11"/>
                      <a:pt x="41" y="11"/>
                    </a:cubicBezTo>
                    <a:cubicBezTo>
                      <a:pt x="34" y="12"/>
                      <a:pt x="26" y="10"/>
                      <a:pt x="19" y="10"/>
                    </a:cubicBezTo>
                    <a:cubicBezTo>
                      <a:pt x="15" y="10"/>
                      <a:pt x="10" y="11"/>
                      <a:pt x="6" y="12"/>
                    </a:cubicBezTo>
                    <a:cubicBezTo>
                      <a:pt x="2" y="13"/>
                      <a:pt x="1" y="12"/>
                      <a:pt x="1" y="17"/>
                    </a:cubicBezTo>
                    <a:cubicBezTo>
                      <a:pt x="0" y="22"/>
                      <a:pt x="4" y="28"/>
                      <a:pt x="4" y="33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645" name="Freeform 225">
                <a:extLst>
                  <a:ext uri="{FF2B5EF4-FFF2-40B4-BE49-F238E27FC236}">
                    <a16:creationId xmlns:a16="http://schemas.microsoft.com/office/drawing/2014/main" id="{1C392B74-5258-45D2-ACBD-37A732F3D7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5" y="1839"/>
                <a:ext cx="403" cy="218"/>
              </a:xfrm>
              <a:custGeom>
                <a:avLst/>
                <a:gdLst>
                  <a:gd name="T0" fmla="*/ 57 w 377"/>
                  <a:gd name="T1" fmla="*/ 0 h 204"/>
                  <a:gd name="T2" fmla="*/ 182 w 377"/>
                  <a:gd name="T3" fmla="*/ 177 h 204"/>
                  <a:gd name="T4" fmla="*/ 461 w 377"/>
                  <a:gd name="T5" fmla="*/ 165 h 204"/>
                  <a:gd name="T6" fmla="*/ 177 w 377"/>
                  <a:gd name="T7" fmla="*/ 188 h 204"/>
                  <a:gd name="T8" fmla="*/ 57 w 377"/>
                  <a:gd name="T9" fmla="*/ 0 h 20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77" h="204">
                    <a:moveTo>
                      <a:pt x="47" y="0"/>
                    </a:moveTo>
                    <a:cubicBezTo>
                      <a:pt x="47" y="0"/>
                      <a:pt x="57" y="108"/>
                      <a:pt x="149" y="145"/>
                    </a:cubicBezTo>
                    <a:cubicBezTo>
                      <a:pt x="240" y="182"/>
                      <a:pt x="320" y="169"/>
                      <a:pt x="377" y="135"/>
                    </a:cubicBezTo>
                    <a:cubicBezTo>
                      <a:pt x="377" y="135"/>
                      <a:pt x="290" y="204"/>
                      <a:pt x="145" y="154"/>
                    </a:cubicBezTo>
                    <a:cubicBezTo>
                      <a:pt x="0" y="104"/>
                      <a:pt x="46" y="3"/>
                      <a:pt x="47" y="0"/>
                    </a:cubicBezTo>
                    <a:close/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646" name="Freeform 226">
                <a:extLst>
                  <a:ext uri="{FF2B5EF4-FFF2-40B4-BE49-F238E27FC236}">
                    <a16:creationId xmlns:a16="http://schemas.microsoft.com/office/drawing/2014/main" id="{722FA1F6-86BA-457B-9966-54AB116DE7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2" y="974"/>
                <a:ext cx="21" cy="37"/>
              </a:xfrm>
              <a:custGeom>
                <a:avLst/>
                <a:gdLst>
                  <a:gd name="T0" fmla="*/ 0 w 19"/>
                  <a:gd name="T1" fmla="*/ 41 h 35"/>
                  <a:gd name="T2" fmla="*/ 9 w 19"/>
                  <a:gd name="T3" fmla="*/ 35 h 35"/>
                  <a:gd name="T4" fmla="*/ 10 w 19"/>
                  <a:gd name="T5" fmla="*/ 26 h 35"/>
                  <a:gd name="T6" fmla="*/ 21 w 19"/>
                  <a:gd name="T7" fmla="*/ 19 h 35"/>
                  <a:gd name="T8" fmla="*/ 21 w 19"/>
                  <a:gd name="T9" fmla="*/ 5 h 35"/>
                  <a:gd name="T10" fmla="*/ 17 w 19"/>
                  <a:gd name="T11" fmla="*/ 2 h 35"/>
                  <a:gd name="T12" fmla="*/ 10 w 19"/>
                  <a:gd name="T13" fmla="*/ 3 h 35"/>
                  <a:gd name="T14" fmla="*/ 4 w 19"/>
                  <a:gd name="T15" fmla="*/ 0 h 35"/>
                  <a:gd name="T16" fmla="*/ 0 w 19"/>
                  <a:gd name="T17" fmla="*/ 3 h 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9" h="35">
                    <a:moveTo>
                      <a:pt x="0" y="35"/>
                    </a:moveTo>
                    <a:cubicBezTo>
                      <a:pt x="1" y="32"/>
                      <a:pt x="3" y="31"/>
                      <a:pt x="6" y="29"/>
                    </a:cubicBezTo>
                    <a:cubicBezTo>
                      <a:pt x="3" y="28"/>
                      <a:pt x="5" y="24"/>
                      <a:pt x="7" y="23"/>
                    </a:cubicBezTo>
                    <a:cubicBezTo>
                      <a:pt x="8" y="20"/>
                      <a:pt x="13" y="18"/>
                      <a:pt x="15" y="16"/>
                    </a:cubicBezTo>
                    <a:cubicBezTo>
                      <a:pt x="19" y="12"/>
                      <a:pt x="16" y="9"/>
                      <a:pt x="15" y="5"/>
                    </a:cubicBezTo>
                    <a:cubicBezTo>
                      <a:pt x="15" y="2"/>
                      <a:pt x="15" y="2"/>
                      <a:pt x="13" y="2"/>
                    </a:cubicBezTo>
                    <a:cubicBezTo>
                      <a:pt x="11" y="3"/>
                      <a:pt x="9" y="3"/>
                      <a:pt x="7" y="3"/>
                    </a:cubicBezTo>
                    <a:cubicBezTo>
                      <a:pt x="6" y="2"/>
                      <a:pt x="5" y="1"/>
                      <a:pt x="4" y="0"/>
                    </a:cubicBezTo>
                    <a:cubicBezTo>
                      <a:pt x="2" y="0"/>
                      <a:pt x="1" y="1"/>
                      <a:pt x="0" y="3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647" name="Freeform 227">
                <a:extLst>
                  <a:ext uri="{FF2B5EF4-FFF2-40B4-BE49-F238E27FC236}">
                    <a16:creationId xmlns:a16="http://schemas.microsoft.com/office/drawing/2014/main" id="{55894329-E117-42DA-A008-3FFC09792A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1" y="980"/>
                <a:ext cx="50" cy="23"/>
              </a:xfrm>
              <a:custGeom>
                <a:avLst/>
                <a:gdLst>
                  <a:gd name="T0" fmla="*/ 0 w 47"/>
                  <a:gd name="T1" fmla="*/ 22 h 21"/>
                  <a:gd name="T2" fmla="*/ 56 w 47"/>
                  <a:gd name="T3" fmla="*/ 27 h 21"/>
                  <a:gd name="T4" fmla="*/ 3 w 47"/>
                  <a:gd name="T5" fmla="*/ 12 h 21"/>
                  <a:gd name="T6" fmla="*/ 0 w 47"/>
                  <a:gd name="T7" fmla="*/ 22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7" h="21">
                    <a:moveTo>
                      <a:pt x="0" y="16"/>
                    </a:moveTo>
                    <a:cubicBezTo>
                      <a:pt x="0" y="16"/>
                      <a:pt x="26" y="0"/>
                      <a:pt x="47" y="21"/>
                    </a:cubicBezTo>
                    <a:cubicBezTo>
                      <a:pt x="47" y="21"/>
                      <a:pt x="32" y="0"/>
                      <a:pt x="3" y="9"/>
                    </a:cubicBezTo>
                    <a:lnTo>
                      <a:pt x="0" y="16"/>
                    </a:lnTo>
                    <a:close/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648" name="Freeform 228">
                <a:extLst>
                  <a:ext uri="{FF2B5EF4-FFF2-40B4-BE49-F238E27FC236}">
                    <a16:creationId xmlns:a16="http://schemas.microsoft.com/office/drawing/2014/main" id="{E455312A-C056-4D7D-A815-66FCA628DE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9" y="970"/>
                <a:ext cx="52" cy="32"/>
              </a:xfrm>
              <a:custGeom>
                <a:avLst/>
                <a:gdLst>
                  <a:gd name="T0" fmla="*/ 58 w 49"/>
                  <a:gd name="T1" fmla="*/ 35 h 30"/>
                  <a:gd name="T2" fmla="*/ 0 w 49"/>
                  <a:gd name="T3" fmla="*/ 36 h 30"/>
                  <a:gd name="T4" fmla="*/ 58 w 49"/>
                  <a:gd name="T5" fmla="*/ 35 h 3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9" h="30">
                    <a:moveTo>
                      <a:pt x="49" y="29"/>
                    </a:moveTo>
                    <a:cubicBezTo>
                      <a:pt x="49" y="29"/>
                      <a:pt x="33" y="9"/>
                      <a:pt x="0" y="30"/>
                    </a:cubicBezTo>
                    <a:cubicBezTo>
                      <a:pt x="0" y="30"/>
                      <a:pt x="24" y="0"/>
                      <a:pt x="49" y="29"/>
                    </a:cubicBezTo>
                    <a:close/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649" name="Freeform 229">
                <a:extLst>
                  <a:ext uri="{FF2B5EF4-FFF2-40B4-BE49-F238E27FC236}">
                    <a16:creationId xmlns:a16="http://schemas.microsoft.com/office/drawing/2014/main" id="{F80F1E7A-0F32-4B2A-A439-EFE522B406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2" y="973"/>
                <a:ext cx="19" cy="18"/>
              </a:xfrm>
              <a:custGeom>
                <a:avLst/>
                <a:gdLst>
                  <a:gd name="T0" fmla="*/ 21 w 18"/>
                  <a:gd name="T1" fmla="*/ 18 h 17"/>
                  <a:gd name="T2" fmla="*/ 16 w 18"/>
                  <a:gd name="T3" fmla="*/ 17 h 17"/>
                  <a:gd name="T4" fmla="*/ 13 w 18"/>
                  <a:gd name="T5" fmla="*/ 8 h 17"/>
                  <a:gd name="T6" fmla="*/ 17 w 18"/>
                  <a:gd name="T7" fmla="*/ 0 h 17"/>
                  <a:gd name="T8" fmla="*/ 8 w 18"/>
                  <a:gd name="T9" fmla="*/ 2 h 17"/>
                  <a:gd name="T10" fmla="*/ 3 w 18"/>
                  <a:gd name="T11" fmla="*/ 4 h 17"/>
                  <a:gd name="T12" fmla="*/ 0 w 18"/>
                  <a:gd name="T13" fmla="*/ 4 h 17"/>
                  <a:gd name="T14" fmla="*/ 1 w 18"/>
                  <a:gd name="T15" fmla="*/ 7 h 17"/>
                  <a:gd name="T16" fmla="*/ 2 w 18"/>
                  <a:gd name="T17" fmla="*/ 15 h 17"/>
                  <a:gd name="T18" fmla="*/ 2 w 18"/>
                  <a:gd name="T19" fmla="*/ 17 h 17"/>
                  <a:gd name="T20" fmla="*/ 6 w 18"/>
                  <a:gd name="T21" fmla="*/ 20 h 17"/>
                  <a:gd name="T22" fmla="*/ 13 w 18"/>
                  <a:gd name="T23" fmla="*/ 20 h 17"/>
                  <a:gd name="T24" fmla="*/ 16 w 18"/>
                  <a:gd name="T25" fmla="*/ 19 h 17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8" h="17">
                    <a:moveTo>
                      <a:pt x="18" y="15"/>
                    </a:moveTo>
                    <a:cubicBezTo>
                      <a:pt x="17" y="14"/>
                      <a:pt x="14" y="14"/>
                      <a:pt x="13" y="14"/>
                    </a:cubicBezTo>
                    <a:cubicBezTo>
                      <a:pt x="10" y="12"/>
                      <a:pt x="10" y="10"/>
                      <a:pt x="10" y="8"/>
                    </a:cubicBezTo>
                    <a:cubicBezTo>
                      <a:pt x="10" y="4"/>
                      <a:pt x="12" y="2"/>
                      <a:pt x="14" y="0"/>
                    </a:cubicBezTo>
                    <a:cubicBezTo>
                      <a:pt x="13" y="1"/>
                      <a:pt x="10" y="1"/>
                      <a:pt x="8" y="2"/>
                    </a:cubicBezTo>
                    <a:cubicBezTo>
                      <a:pt x="7" y="2"/>
                      <a:pt x="5" y="3"/>
                      <a:pt x="3" y="4"/>
                    </a:cubicBezTo>
                    <a:cubicBezTo>
                      <a:pt x="2" y="4"/>
                      <a:pt x="1" y="4"/>
                      <a:pt x="0" y="4"/>
                    </a:cubicBezTo>
                    <a:cubicBezTo>
                      <a:pt x="0" y="5"/>
                      <a:pt x="1" y="7"/>
                      <a:pt x="1" y="7"/>
                    </a:cubicBezTo>
                    <a:cubicBezTo>
                      <a:pt x="1" y="9"/>
                      <a:pt x="2" y="10"/>
                      <a:pt x="2" y="12"/>
                    </a:cubicBezTo>
                    <a:cubicBezTo>
                      <a:pt x="2" y="13"/>
                      <a:pt x="1" y="14"/>
                      <a:pt x="2" y="14"/>
                    </a:cubicBezTo>
                    <a:cubicBezTo>
                      <a:pt x="2" y="16"/>
                      <a:pt x="4" y="17"/>
                      <a:pt x="6" y="17"/>
                    </a:cubicBezTo>
                    <a:cubicBezTo>
                      <a:pt x="7" y="17"/>
                      <a:pt x="9" y="16"/>
                      <a:pt x="10" y="17"/>
                    </a:cubicBezTo>
                    <a:cubicBezTo>
                      <a:pt x="11" y="17"/>
                      <a:pt x="12" y="16"/>
                      <a:pt x="13" y="16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650" name="Freeform 230">
                <a:extLst>
                  <a:ext uri="{FF2B5EF4-FFF2-40B4-BE49-F238E27FC236}">
                    <a16:creationId xmlns:a16="http://schemas.microsoft.com/office/drawing/2014/main" id="{7F808BE4-99A5-47EC-8621-F99C84C013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4" y="1073"/>
                <a:ext cx="15" cy="60"/>
              </a:xfrm>
              <a:custGeom>
                <a:avLst/>
                <a:gdLst>
                  <a:gd name="T0" fmla="*/ 3 w 14"/>
                  <a:gd name="T1" fmla="*/ 1 h 56"/>
                  <a:gd name="T2" fmla="*/ 6 w 14"/>
                  <a:gd name="T3" fmla="*/ 35 h 56"/>
                  <a:gd name="T4" fmla="*/ 4 w 14"/>
                  <a:gd name="T5" fmla="*/ 69 h 56"/>
                  <a:gd name="T6" fmla="*/ 12 w 14"/>
                  <a:gd name="T7" fmla="*/ 36 h 56"/>
                  <a:gd name="T8" fmla="*/ 17 w 14"/>
                  <a:gd name="T9" fmla="*/ 11 h 56"/>
                  <a:gd name="T10" fmla="*/ 4 w 14"/>
                  <a:gd name="T11" fmla="*/ 0 h 5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" h="56">
                    <a:moveTo>
                      <a:pt x="3" y="1"/>
                    </a:moveTo>
                    <a:cubicBezTo>
                      <a:pt x="0" y="9"/>
                      <a:pt x="5" y="21"/>
                      <a:pt x="6" y="29"/>
                    </a:cubicBezTo>
                    <a:cubicBezTo>
                      <a:pt x="7" y="38"/>
                      <a:pt x="6" y="48"/>
                      <a:pt x="4" y="56"/>
                    </a:cubicBezTo>
                    <a:cubicBezTo>
                      <a:pt x="7" y="47"/>
                      <a:pt x="9" y="40"/>
                      <a:pt x="9" y="30"/>
                    </a:cubicBezTo>
                    <a:cubicBezTo>
                      <a:pt x="9" y="26"/>
                      <a:pt x="7" y="9"/>
                      <a:pt x="14" y="8"/>
                    </a:cubicBezTo>
                    <a:cubicBezTo>
                      <a:pt x="9" y="7"/>
                      <a:pt x="6" y="5"/>
                      <a:pt x="4" y="0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651" name="Freeform 231">
                <a:extLst>
                  <a:ext uri="{FF2B5EF4-FFF2-40B4-BE49-F238E27FC236}">
                    <a16:creationId xmlns:a16="http://schemas.microsoft.com/office/drawing/2014/main" id="{25AC81E6-A6B9-4FFC-9086-180FA4C065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9" y="983"/>
                <a:ext cx="25" cy="87"/>
              </a:xfrm>
              <a:custGeom>
                <a:avLst/>
                <a:gdLst>
                  <a:gd name="T0" fmla="*/ 4 w 23"/>
                  <a:gd name="T1" fmla="*/ 0 h 82"/>
                  <a:gd name="T2" fmla="*/ 11 w 23"/>
                  <a:gd name="T3" fmla="*/ 17 h 82"/>
                  <a:gd name="T4" fmla="*/ 12 w 23"/>
                  <a:gd name="T5" fmla="*/ 34 h 82"/>
                  <a:gd name="T6" fmla="*/ 9 w 23"/>
                  <a:gd name="T7" fmla="*/ 58 h 82"/>
                  <a:gd name="T8" fmla="*/ 3 w 23"/>
                  <a:gd name="T9" fmla="*/ 81 h 82"/>
                  <a:gd name="T10" fmla="*/ 29 w 23"/>
                  <a:gd name="T11" fmla="*/ 98 h 82"/>
                  <a:gd name="T12" fmla="*/ 14 w 23"/>
                  <a:gd name="T13" fmla="*/ 85 h 82"/>
                  <a:gd name="T14" fmla="*/ 14 w 23"/>
                  <a:gd name="T15" fmla="*/ 57 h 82"/>
                  <a:gd name="T16" fmla="*/ 14 w 23"/>
                  <a:gd name="T17" fmla="*/ 25 h 82"/>
                  <a:gd name="T18" fmla="*/ 13 w 23"/>
                  <a:gd name="T19" fmla="*/ 13 h 82"/>
                  <a:gd name="T20" fmla="*/ 9 w 23"/>
                  <a:gd name="T21" fmla="*/ 0 h 8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3" h="82">
                    <a:moveTo>
                      <a:pt x="4" y="0"/>
                    </a:moveTo>
                    <a:cubicBezTo>
                      <a:pt x="5" y="5"/>
                      <a:pt x="7" y="9"/>
                      <a:pt x="8" y="14"/>
                    </a:cubicBezTo>
                    <a:cubicBezTo>
                      <a:pt x="9" y="18"/>
                      <a:pt x="9" y="23"/>
                      <a:pt x="9" y="28"/>
                    </a:cubicBezTo>
                    <a:cubicBezTo>
                      <a:pt x="9" y="35"/>
                      <a:pt x="8" y="42"/>
                      <a:pt x="6" y="49"/>
                    </a:cubicBezTo>
                    <a:cubicBezTo>
                      <a:pt x="3" y="55"/>
                      <a:pt x="0" y="62"/>
                      <a:pt x="3" y="68"/>
                    </a:cubicBezTo>
                    <a:cubicBezTo>
                      <a:pt x="6" y="76"/>
                      <a:pt x="15" y="80"/>
                      <a:pt x="23" y="82"/>
                    </a:cubicBezTo>
                    <a:cubicBezTo>
                      <a:pt x="19" y="80"/>
                      <a:pt x="12" y="76"/>
                      <a:pt x="11" y="71"/>
                    </a:cubicBezTo>
                    <a:cubicBezTo>
                      <a:pt x="10" y="64"/>
                      <a:pt x="11" y="55"/>
                      <a:pt x="11" y="48"/>
                    </a:cubicBezTo>
                    <a:cubicBezTo>
                      <a:pt x="10" y="39"/>
                      <a:pt x="12" y="31"/>
                      <a:pt x="11" y="22"/>
                    </a:cubicBezTo>
                    <a:cubicBezTo>
                      <a:pt x="11" y="18"/>
                      <a:pt x="11" y="14"/>
                      <a:pt x="10" y="10"/>
                    </a:cubicBezTo>
                    <a:cubicBezTo>
                      <a:pt x="9" y="6"/>
                      <a:pt x="6" y="4"/>
                      <a:pt x="6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652" name="Freeform 232">
                <a:extLst>
                  <a:ext uri="{FF2B5EF4-FFF2-40B4-BE49-F238E27FC236}">
                    <a16:creationId xmlns:a16="http://schemas.microsoft.com/office/drawing/2014/main" id="{0511B948-E04C-475D-8336-1A78A711AD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8" y="1053"/>
                <a:ext cx="14" cy="22"/>
              </a:xfrm>
              <a:custGeom>
                <a:avLst/>
                <a:gdLst>
                  <a:gd name="T0" fmla="*/ 10 w 13"/>
                  <a:gd name="T1" fmla="*/ 0 h 21"/>
                  <a:gd name="T2" fmla="*/ 16 w 13"/>
                  <a:gd name="T3" fmla="*/ 24 h 21"/>
                  <a:gd name="T4" fmla="*/ 10 w 13"/>
                  <a:gd name="T5" fmla="*/ 2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21">
                    <a:moveTo>
                      <a:pt x="7" y="0"/>
                    </a:moveTo>
                    <a:cubicBezTo>
                      <a:pt x="3" y="9"/>
                      <a:pt x="0" y="21"/>
                      <a:pt x="13" y="21"/>
                    </a:cubicBezTo>
                    <a:cubicBezTo>
                      <a:pt x="5" y="21"/>
                      <a:pt x="5" y="7"/>
                      <a:pt x="7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653" name="Freeform 233">
                <a:extLst>
                  <a:ext uri="{FF2B5EF4-FFF2-40B4-BE49-F238E27FC236}">
                    <a16:creationId xmlns:a16="http://schemas.microsoft.com/office/drawing/2014/main" id="{F38D7A00-65B8-4206-A684-82200D9F54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1" y="1143"/>
                <a:ext cx="68" cy="76"/>
              </a:xfrm>
              <a:custGeom>
                <a:avLst/>
                <a:gdLst>
                  <a:gd name="T0" fmla="*/ 11 w 63"/>
                  <a:gd name="T1" fmla="*/ 0 h 71"/>
                  <a:gd name="T2" fmla="*/ 16 w 63"/>
                  <a:gd name="T3" fmla="*/ 46 h 71"/>
                  <a:gd name="T4" fmla="*/ 6 w 63"/>
                  <a:gd name="T5" fmla="*/ 65 h 71"/>
                  <a:gd name="T6" fmla="*/ 0 w 63"/>
                  <a:gd name="T7" fmla="*/ 87 h 71"/>
                  <a:gd name="T8" fmla="*/ 14 w 63"/>
                  <a:gd name="T9" fmla="*/ 66 h 71"/>
                  <a:gd name="T10" fmla="*/ 30 w 63"/>
                  <a:gd name="T11" fmla="*/ 51 h 71"/>
                  <a:gd name="T12" fmla="*/ 79 w 63"/>
                  <a:gd name="T13" fmla="*/ 51 h 71"/>
                  <a:gd name="T14" fmla="*/ 55 w 63"/>
                  <a:gd name="T15" fmla="*/ 43 h 71"/>
                  <a:gd name="T16" fmla="*/ 33 w 63"/>
                  <a:gd name="T17" fmla="*/ 37 h 71"/>
                  <a:gd name="T18" fmla="*/ 10 w 63"/>
                  <a:gd name="T19" fmla="*/ 1 h 7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63" h="71">
                    <a:moveTo>
                      <a:pt x="8" y="0"/>
                    </a:moveTo>
                    <a:cubicBezTo>
                      <a:pt x="8" y="13"/>
                      <a:pt x="15" y="24"/>
                      <a:pt x="13" y="37"/>
                    </a:cubicBezTo>
                    <a:cubicBezTo>
                      <a:pt x="13" y="43"/>
                      <a:pt x="8" y="48"/>
                      <a:pt x="6" y="53"/>
                    </a:cubicBezTo>
                    <a:cubicBezTo>
                      <a:pt x="3" y="59"/>
                      <a:pt x="1" y="65"/>
                      <a:pt x="0" y="71"/>
                    </a:cubicBezTo>
                    <a:cubicBezTo>
                      <a:pt x="2" y="65"/>
                      <a:pt x="7" y="59"/>
                      <a:pt x="11" y="54"/>
                    </a:cubicBezTo>
                    <a:cubicBezTo>
                      <a:pt x="14" y="49"/>
                      <a:pt x="18" y="45"/>
                      <a:pt x="24" y="42"/>
                    </a:cubicBezTo>
                    <a:cubicBezTo>
                      <a:pt x="36" y="35"/>
                      <a:pt x="50" y="42"/>
                      <a:pt x="63" y="42"/>
                    </a:cubicBezTo>
                    <a:cubicBezTo>
                      <a:pt x="57" y="42"/>
                      <a:pt x="49" y="37"/>
                      <a:pt x="44" y="35"/>
                    </a:cubicBezTo>
                    <a:cubicBezTo>
                      <a:pt x="38" y="34"/>
                      <a:pt x="33" y="34"/>
                      <a:pt x="27" y="31"/>
                    </a:cubicBezTo>
                    <a:cubicBezTo>
                      <a:pt x="15" y="24"/>
                      <a:pt x="16" y="9"/>
                      <a:pt x="7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654" name="Freeform 234">
                <a:extLst>
                  <a:ext uri="{FF2B5EF4-FFF2-40B4-BE49-F238E27FC236}">
                    <a16:creationId xmlns:a16="http://schemas.microsoft.com/office/drawing/2014/main" id="{01B2231A-2631-4A24-B1F6-1E0EE34459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3" y="1011"/>
                <a:ext cx="45" cy="33"/>
              </a:xfrm>
              <a:custGeom>
                <a:avLst/>
                <a:gdLst>
                  <a:gd name="T0" fmla="*/ 51 w 42"/>
                  <a:gd name="T1" fmla="*/ 0 h 31"/>
                  <a:gd name="T2" fmla="*/ 48 w 42"/>
                  <a:gd name="T3" fmla="*/ 20 h 31"/>
                  <a:gd name="T4" fmla="*/ 35 w 42"/>
                  <a:gd name="T5" fmla="*/ 32 h 31"/>
                  <a:gd name="T6" fmla="*/ 0 w 42"/>
                  <a:gd name="T7" fmla="*/ 34 h 31"/>
                  <a:gd name="T8" fmla="*/ 17 w 42"/>
                  <a:gd name="T9" fmla="*/ 34 h 31"/>
                  <a:gd name="T10" fmla="*/ 33 w 42"/>
                  <a:gd name="T11" fmla="*/ 28 h 31"/>
                  <a:gd name="T12" fmla="*/ 46 w 42"/>
                  <a:gd name="T13" fmla="*/ 16 h 31"/>
                  <a:gd name="T14" fmla="*/ 51 w 42"/>
                  <a:gd name="T15" fmla="*/ 1 h 3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2" h="31">
                    <a:moveTo>
                      <a:pt x="42" y="0"/>
                    </a:moveTo>
                    <a:cubicBezTo>
                      <a:pt x="42" y="6"/>
                      <a:pt x="41" y="11"/>
                      <a:pt x="39" y="17"/>
                    </a:cubicBezTo>
                    <a:cubicBezTo>
                      <a:pt x="37" y="23"/>
                      <a:pt x="34" y="24"/>
                      <a:pt x="29" y="26"/>
                    </a:cubicBezTo>
                    <a:cubicBezTo>
                      <a:pt x="20" y="31"/>
                      <a:pt x="10" y="29"/>
                      <a:pt x="0" y="28"/>
                    </a:cubicBezTo>
                    <a:cubicBezTo>
                      <a:pt x="4" y="27"/>
                      <a:pt x="9" y="28"/>
                      <a:pt x="14" y="28"/>
                    </a:cubicBezTo>
                    <a:cubicBezTo>
                      <a:pt x="18" y="27"/>
                      <a:pt x="23" y="25"/>
                      <a:pt x="27" y="23"/>
                    </a:cubicBezTo>
                    <a:cubicBezTo>
                      <a:pt x="31" y="20"/>
                      <a:pt x="35" y="17"/>
                      <a:pt x="37" y="13"/>
                    </a:cubicBezTo>
                    <a:cubicBezTo>
                      <a:pt x="39" y="9"/>
                      <a:pt x="40" y="5"/>
                      <a:pt x="42" y="1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655" name="Freeform 235">
                <a:extLst>
                  <a:ext uri="{FF2B5EF4-FFF2-40B4-BE49-F238E27FC236}">
                    <a16:creationId xmlns:a16="http://schemas.microsoft.com/office/drawing/2014/main" id="{7326C906-EAFC-4045-AA2B-F5D56C6E0F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9" y="1012"/>
                <a:ext cx="40" cy="89"/>
              </a:xfrm>
              <a:custGeom>
                <a:avLst/>
                <a:gdLst>
                  <a:gd name="T0" fmla="*/ 44 w 38"/>
                  <a:gd name="T1" fmla="*/ 0 h 83"/>
                  <a:gd name="T2" fmla="*/ 29 w 38"/>
                  <a:gd name="T3" fmla="*/ 45 h 83"/>
                  <a:gd name="T4" fmla="*/ 22 w 38"/>
                  <a:gd name="T5" fmla="*/ 75 h 83"/>
                  <a:gd name="T6" fmla="*/ 26 w 38"/>
                  <a:gd name="T7" fmla="*/ 102 h 83"/>
                  <a:gd name="T8" fmla="*/ 19 w 38"/>
                  <a:gd name="T9" fmla="*/ 83 h 83"/>
                  <a:gd name="T10" fmla="*/ 20 w 38"/>
                  <a:gd name="T11" fmla="*/ 58 h 83"/>
                  <a:gd name="T12" fmla="*/ 0 w 38"/>
                  <a:gd name="T13" fmla="*/ 41 h 83"/>
                  <a:gd name="T14" fmla="*/ 17 w 38"/>
                  <a:gd name="T15" fmla="*/ 41 h 83"/>
                  <a:gd name="T16" fmla="*/ 27 w 38"/>
                  <a:gd name="T17" fmla="*/ 30 h 83"/>
                  <a:gd name="T18" fmla="*/ 43 w 38"/>
                  <a:gd name="T19" fmla="*/ 0 h 8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8" h="83">
                    <a:moveTo>
                      <a:pt x="38" y="0"/>
                    </a:moveTo>
                    <a:cubicBezTo>
                      <a:pt x="38" y="14"/>
                      <a:pt x="33" y="24"/>
                      <a:pt x="26" y="36"/>
                    </a:cubicBezTo>
                    <a:cubicBezTo>
                      <a:pt x="21" y="43"/>
                      <a:pt x="19" y="52"/>
                      <a:pt x="19" y="61"/>
                    </a:cubicBezTo>
                    <a:cubicBezTo>
                      <a:pt x="18" y="69"/>
                      <a:pt x="21" y="76"/>
                      <a:pt x="23" y="83"/>
                    </a:cubicBezTo>
                    <a:cubicBezTo>
                      <a:pt x="20" y="79"/>
                      <a:pt x="17" y="72"/>
                      <a:pt x="16" y="67"/>
                    </a:cubicBezTo>
                    <a:cubicBezTo>
                      <a:pt x="14" y="60"/>
                      <a:pt x="17" y="54"/>
                      <a:pt x="17" y="47"/>
                    </a:cubicBezTo>
                    <a:cubicBezTo>
                      <a:pt x="18" y="38"/>
                      <a:pt x="7" y="35"/>
                      <a:pt x="0" y="33"/>
                    </a:cubicBezTo>
                    <a:cubicBezTo>
                      <a:pt x="5" y="33"/>
                      <a:pt x="9" y="34"/>
                      <a:pt x="14" y="33"/>
                    </a:cubicBezTo>
                    <a:cubicBezTo>
                      <a:pt x="18" y="31"/>
                      <a:pt x="21" y="27"/>
                      <a:pt x="24" y="24"/>
                    </a:cubicBezTo>
                    <a:cubicBezTo>
                      <a:pt x="29" y="17"/>
                      <a:pt x="33" y="8"/>
                      <a:pt x="37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656" name="Freeform 236">
                <a:extLst>
                  <a:ext uri="{FF2B5EF4-FFF2-40B4-BE49-F238E27FC236}">
                    <a16:creationId xmlns:a16="http://schemas.microsoft.com/office/drawing/2014/main" id="{4FE2CC1F-106C-48C8-8E0A-9C14E4BCAC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0" y="1001"/>
                <a:ext cx="19" cy="10"/>
              </a:xfrm>
              <a:custGeom>
                <a:avLst/>
                <a:gdLst>
                  <a:gd name="T0" fmla="*/ 0 w 18"/>
                  <a:gd name="T1" fmla="*/ 9 h 10"/>
                  <a:gd name="T2" fmla="*/ 4 w 18"/>
                  <a:gd name="T3" fmla="*/ 10 h 10"/>
                  <a:gd name="T4" fmla="*/ 5 w 18"/>
                  <a:gd name="T5" fmla="*/ 7 h 10"/>
                  <a:gd name="T6" fmla="*/ 14 w 18"/>
                  <a:gd name="T7" fmla="*/ 5 h 10"/>
                  <a:gd name="T8" fmla="*/ 16 w 18"/>
                  <a:gd name="T9" fmla="*/ 8 h 10"/>
                  <a:gd name="T10" fmla="*/ 19 w 18"/>
                  <a:gd name="T11" fmla="*/ 10 h 10"/>
                  <a:gd name="T12" fmla="*/ 21 w 18"/>
                  <a:gd name="T13" fmla="*/ 9 h 10"/>
                  <a:gd name="T14" fmla="*/ 21 w 18"/>
                  <a:gd name="T15" fmla="*/ 5 h 10"/>
                  <a:gd name="T16" fmla="*/ 7 w 18"/>
                  <a:gd name="T17" fmla="*/ 1 h 10"/>
                  <a:gd name="T18" fmla="*/ 2 w 18"/>
                  <a:gd name="T19" fmla="*/ 3 h 10"/>
                  <a:gd name="T20" fmla="*/ 0 w 18"/>
                  <a:gd name="T21" fmla="*/ 9 h 10"/>
                  <a:gd name="T22" fmla="*/ 0 w 18"/>
                  <a:gd name="T23" fmla="*/ 9 h 1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8" h="10">
                    <a:moveTo>
                      <a:pt x="0" y="9"/>
                    </a:moveTo>
                    <a:cubicBezTo>
                      <a:pt x="1" y="10"/>
                      <a:pt x="3" y="10"/>
                      <a:pt x="4" y="10"/>
                    </a:cubicBezTo>
                    <a:cubicBezTo>
                      <a:pt x="4" y="9"/>
                      <a:pt x="4" y="7"/>
                      <a:pt x="5" y="7"/>
                    </a:cubicBezTo>
                    <a:cubicBezTo>
                      <a:pt x="6" y="5"/>
                      <a:pt x="10" y="4"/>
                      <a:pt x="11" y="5"/>
                    </a:cubicBezTo>
                    <a:cubicBezTo>
                      <a:pt x="12" y="6"/>
                      <a:pt x="13" y="7"/>
                      <a:pt x="13" y="8"/>
                    </a:cubicBezTo>
                    <a:cubicBezTo>
                      <a:pt x="14" y="9"/>
                      <a:pt x="14" y="10"/>
                      <a:pt x="16" y="10"/>
                    </a:cubicBezTo>
                    <a:cubicBezTo>
                      <a:pt x="17" y="10"/>
                      <a:pt x="18" y="10"/>
                      <a:pt x="18" y="9"/>
                    </a:cubicBezTo>
                    <a:cubicBezTo>
                      <a:pt x="18" y="8"/>
                      <a:pt x="18" y="6"/>
                      <a:pt x="18" y="5"/>
                    </a:cubicBezTo>
                    <a:cubicBezTo>
                      <a:pt x="16" y="1"/>
                      <a:pt x="11" y="0"/>
                      <a:pt x="7" y="1"/>
                    </a:cubicBezTo>
                    <a:cubicBezTo>
                      <a:pt x="5" y="1"/>
                      <a:pt x="3" y="2"/>
                      <a:pt x="2" y="3"/>
                    </a:cubicBezTo>
                    <a:cubicBezTo>
                      <a:pt x="0" y="4"/>
                      <a:pt x="0" y="7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</a:path>
                </a:pathLst>
              </a:custGeom>
              <a:solidFill>
                <a:srgbClr val="49180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657" name="Freeform 237">
                <a:extLst>
                  <a:ext uri="{FF2B5EF4-FFF2-40B4-BE49-F238E27FC236}">
                    <a16:creationId xmlns:a16="http://schemas.microsoft.com/office/drawing/2014/main" id="{5262D307-8CB0-4D57-AFB1-D12EDDB0B4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0" y="1001"/>
                <a:ext cx="20" cy="11"/>
              </a:xfrm>
              <a:custGeom>
                <a:avLst/>
                <a:gdLst>
                  <a:gd name="T0" fmla="*/ 5 w 19"/>
                  <a:gd name="T1" fmla="*/ 8 h 11"/>
                  <a:gd name="T2" fmla="*/ 7 w 19"/>
                  <a:gd name="T3" fmla="*/ 5 h 11"/>
                  <a:gd name="T4" fmla="*/ 13 w 19"/>
                  <a:gd name="T5" fmla="*/ 5 h 11"/>
                  <a:gd name="T6" fmla="*/ 16 w 19"/>
                  <a:gd name="T7" fmla="*/ 8 h 11"/>
                  <a:gd name="T8" fmla="*/ 19 w 19"/>
                  <a:gd name="T9" fmla="*/ 10 h 11"/>
                  <a:gd name="T10" fmla="*/ 20 w 19"/>
                  <a:gd name="T11" fmla="*/ 4 h 11"/>
                  <a:gd name="T12" fmla="*/ 13 w 19"/>
                  <a:gd name="T13" fmla="*/ 0 h 11"/>
                  <a:gd name="T14" fmla="*/ 1 w 19"/>
                  <a:gd name="T15" fmla="*/ 3 h 11"/>
                  <a:gd name="T16" fmla="*/ 0 w 19"/>
                  <a:gd name="T17" fmla="*/ 8 h 11"/>
                  <a:gd name="T18" fmla="*/ 1 w 19"/>
                  <a:gd name="T19" fmla="*/ 9 h 11"/>
                  <a:gd name="T20" fmla="*/ 4 w 19"/>
                  <a:gd name="T21" fmla="*/ 9 h 1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9" h="11">
                    <a:moveTo>
                      <a:pt x="5" y="8"/>
                    </a:moveTo>
                    <a:cubicBezTo>
                      <a:pt x="5" y="7"/>
                      <a:pt x="6" y="6"/>
                      <a:pt x="7" y="5"/>
                    </a:cubicBezTo>
                    <a:cubicBezTo>
                      <a:pt x="8" y="5"/>
                      <a:pt x="9" y="5"/>
                      <a:pt x="10" y="5"/>
                    </a:cubicBezTo>
                    <a:cubicBezTo>
                      <a:pt x="12" y="6"/>
                      <a:pt x="13" y="7"/>
                      <a:pt x="13" y="8"/>
                    </a:cubicBezTo>
                    <a:cubicBezTo>
                      <a:pt x="14" y="9"/>
                      <a:pt x="14" y="10"/>
                      <a:pt x="16" y="10"/>
                    </a:cubicBezTo>
                    <a:cubicBezTo>
                      <a:pt x="19" y="11"/>
                      <a:pt x="18" y="6"/>
                      <a:pt x="17" y="4"/>
                    </a:cubicBezTo>
                    <a:cubicBezTo>
                      <a:pt x="15" y="2"/>
                      <a:pt x="13" y="1"/>
                      <a:pt x="10" y="0"/>
                    </a:cubicBezTo>
                    <a:cubicBezTo>
                      <a:pt x="7" y="0"/>
                      <a:pt x="3" y="0"/>
                      <a:pt x="1" y="3"/>
                    </a:cubicBezTo>
                    <a:cubicBezTo>
                      <a:pt x="0" y="4"/>
                      <a:pt x="0" y="6"/>
                      <a:pt x="0" y="8"/>
                    </a:cubicBezTo>
                    <a:cubicBezTo>
                      <a:pt x="0" y="9"/>
                      <a:pt x="0" y="9"/>
                      <a:pt x="1" y="9"/>
                    </a:cubicBezTo>
                    <a:cubicBezTo>
                      <a:pt x="2" y="9"/>
                      <a:pt x="3" y="9"/>
                      <a:pt x="4" y="9"/>
                    </a:cubicBezTo>
                  </a:path>
                </a:pathLst>
              </a:custGeom>
              <a:solidFill>
                <a:srgbClr val="49180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658" name="Freeform 238">
                <a:extLst>
                  <a:ext uri="{FF2B5EF4-FFF2-40B4-BE49-F238E27FC236}">
                    <a16:creationId xmlns:a16="http://schemas.microsoft.com/office/drawing/2014/main" id="{9FE7946D-05FC-4882-8077-B585C9EB4B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2" y="1014"/>
                <a:ext cx="17" cy="7"/>
              </a:xfrm>
              <a:custGeom>
                <a:avLst/>
                <a:gdLst>
                  <a:gd name="T0" fmla="*/ 0 w 16"/>
                  <a:gd name="T1" fmla="*/ 2 h 7"/>
                  <a:gd name="T2" fmla="*/ 12 w 16"/>
                  <a:gd name="T3" fmla="*/ 6 h 7"/>
                  <a:gd name="T4" fmla="*/ 17 w 16"/>
                  <a:gd name="T5" fmla="*/ 0 h 7"/>
                  <a:gd name="T6" fmla="*/ 14 w 16"/>
                  <a:gd name="T7" fmla="*/ 2 h 7"/>
                  <a:gd name="T8" fmla="*/ 6 w 16"/>
                  <a:gd name="T9" fmla="*/ 4 h 7"/>
                  <a:gd name="T10" fmla="*/ 1 w 16"/>
                  <a:gd name="T11" fmla="*/ 2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6" h="7">
                    <a:moveTo>
                      <a:pt x="0" y="2"/>
                    </a:moveTo>
                    <a:cubicBezTo>
                      <a:pt x="2" y="5"/>
                      <a:pt x="5" y="7"/>
                      <a:pt x="9" y="6"/>
                    </a:cubicBezTo>
                    <a:cubicBezTo>
                      <a:pt x="10" y="6"/>
                      <a:pt x="16" y="2"/>
                      <a:pt x="14" y="0"/>
                    </a:cubicBezTo>
                    <a:cubicBezTo>
                      <a:pt x="13" y="1"/>
                      <a:pt x="12" y="2"/>
                      <a:pt x="11" y="2"/>
                    </a:cubicBezTo>
                    <a:cubicBezTo>
                      <a:pt x="10" y="3"/>
                      <a:pt x="8" y="3"/>
                      <a:pt x="6" y="4"/>
                    </a:cubicBezTo>
                    <a:cubicBezTo>
                      <a:pt x="5" y="4"/>
                      <a:pt x="2" y="4"/>
                      <a:pt x="1" y="2"/>
                    </a:cubicBezTo>
                  </a:path>
                </a:pathLst>
              </a:custGeom>
              <a:solidFill>
                <a:srgbClr val="A75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659" name="Freeform 239">
                <a:extLst>
                  <a:ext uri="{FF2B5EF4-FFF2-40B4-BE49-F238E27FC236}">
                    <a16:creationId xmlns:a16="http://schemas.microsoft.com/office/drawing/2014/main" id="{5682A4DE-BB8E-457F-9DD0-92BC563E26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1" y="1015"/>
                <a:ext cx="16" cy="5"/>
              </a:xfrm>
              <a:custGeom>
                <a:avLst/>
                <a:gdLst>
                  <a:gd name="T0" fmla="*/ 0 w 15"/>
                  <a:gd name="T1" fmla="*/ 0 h 5"/>
                  <a:gd name="T2" fmla="*/ 7 w 15"/>
                  <a:gd name="T3" fmla="*/ 4 h 5"/>
                  <a:gd name="T4" fmla="*/ 15 w 15"/>
                  <a:gd name="T5" fmla="*/ 4 h 5"/>
                  <a:gd name="T6" fmla="*/ 18 w 15"/>
                  <a:gd name="T7" fmla="*/ 0 h 5"/>
                  <a:gd name="T8" fmla="*/ 15 w 15"/>
                  <a:gd name="T9" fmla="*/ 1 h 5"/>
                  <a:gd name="T10" fmla="*/ 7 w 15"/>
                  <a:gd name="T11" fmla="*/ 3 h 5"/>
                  <a:gd name="T12" fmla="*/ 0 w 15"/>
                  <a:gd name="T13" fmla="*/ 0 h 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5">
                    <a:moveTo>
                      <a:pt x="0" y="0"/>
                    </a:moveTo>
                    <a:cubicBezTo>
                      <a:pt x="1" y="2"/>
                      <a:pt x="5" y="4"/>
                      <a:pt x="7" y="4"/>
                    </a:cubicBezTo>
                    <a:cubicBezTo>
                      <a:pt x="9" y="5"/>
                      <a:pt x="10" y="5"/>
                      <a:pt x="12" y="4"/>
                    </a:cubicBezTo>
                    <a:cubicBezTo>
                      <a:pt x="13" y="4"/>
                      <a:pt x="15" y="2"/>
                      <a:pt x="15" y="0"/>
                    </a:cubicBezTo>
                    <a:cubicBezTo>
                      <a:pt x="14" y="0"/>
                      <a:pt x="13" y="1"/>
                      <a:pt x="12" y="1"/>
                    </a:cubicBezTo>
                    <a:cubicBezTo>
                      <a:pt x="11" y="2"/>
                      <a:pt x="9" y="3"/>
                      <a:pt x="7" y="3"/>
                    </a:cubicBezTo>
                    <a:cubicBezTo>
                      <a:pt x="6" y="3"/>
                      <a:pt x="1" y="2"/>
                      <a:pt x="0" y="0"/>
                    </a:cubicBezTo>
                  </a:path>
                </a:pathLst>
              </a:custGeom>
              <a:solidFill>
                <a:srgbClr val="A75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660" name="Oval 240">
                <a:extLst>
                  <a:ext uri="{FF2B5EF4-FFF2-40B4-BE49-F238E27FC236}">
                    <a16:creationId xmlns:a16="http://schemas.microsoft.com/office/drawing/2014/main" id="{1D74E01F-B252-46DB-8E53-1A38AD7502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1008"/>
                <a:ext cx="7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661" name="Oval 241">
                <a:extLst>
                  <a:ext uri="{FF2B5EF4-FFF2-40B4-BE49-F238E27FC236}">
                    <a16:creationId xmlns:a16="http://schemas.microsoft.com/office/drawing/2014/main" id="{F214CA1C-98BA-4440-B4E5-74F783B497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01" y="1008"/>
                <a:ext cx="5" cy="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662" name="Freeform 242">
                <a:extLst>
                  <a:ext uri="{FF2B5EF4-FFF2-40B4-BE49-F238E27FC236}">
                    <a16:creationId xmlns:a16="http://schemas.microsoft.com/office/drawing/2014/main" id="{C57CDD03-2663-4B51-AE79-EA513DB141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4" y="1003"/>
                <a:ext cx="7" cy="2"/>
              </a:xfrm>
              <a:custGeom>
                <a:avLst/>
                <a:gdLst>
                  <a:gd name="T0" fmla="*/ 0 w 6"/>
                  <a:gd name="T1" fmla="*/ 0 h 2"/>
                  <a:gd name="T2" fmla="*/ 9 w 6"/>
                  <a:gd name="T3" fmla="*/ 1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2">
                    <a:moveTo>
                      <a:pt x="0" y="0"/>
                    </a:moveTo>
                    <a:cubicBezTo>
                      <a:pt x="2" y="2"/>
                      <a:pt x="4" y="1"/>
                      <a:pt x="6" y="1"/>
                    </a:cubicBezTo>
                  </a:path>
                </a:pathLst>
              </a:custGeom>
              <a:noFill/>
              <a:ln w="3175" cap="flat">
                <a:solidFill>
                  <a:srgbClr val="EAAC9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663" name="Freeform 243">
                <a:extLst>
                  <a:ext uri="{FF2B5EF4-FFF2-40B4-BE49-F238E27FC236}">
                    <a16:creationId xmlns:a16="http://schemas.microsoft.com/office/drawing/2014/main" id="{A84B4863-F4A7-4736-85C2-69C29F9A6E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3" y="1009"/>
                <a:ext cx="6" cy="1"/>
              </a:xfrm>
              <a:custGeom>
                <a:avLst/>
                <a:gdLst>
                  <a:gd name="T0" fmla="*/ 0 w 6"/>
                  <a:gd name="T1" fmla="*/ 0 h 1"/>
                  <a:gd name="T2" fmla="*/ 6 w 6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">
                    <a:moveTo>
                      <a:pt x="0" y="0"/>
                    </a:moveTo>
                    <a:cubicBezTo>
                      <a:pt x="0" y="1"/>
                      <a:pt x="5" y="0"/>
                      <a:pt x="6" y="0"/>
                    </a:cubicBezTo>
                  </a:path>
                </a:pathLst>
              </a:custGeom>
              <a:noFill/>
              <a:ln w="3175" cap="flat">
                <a:solidFill>
                  <a:srgbClr val="EAAC9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664" name="Freeform 244">
                <a:extLst>
                  <a:ext uri="{FF2B5EF4-FFF2-40B4-BE49-F238E27FC236}">
                    <a16:creationId xmlns:a16="http://schemas.microsoft.com/office/drawing/2014/main" id="{E0A58710-D082-47D4-B74E-BD6E0F3EAC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1" y="1008"/>
                <a:ext cx="6" cy="1"/>
              </a:xfrm>
              <a:custGeom>
                <a:avLst/>
                <a:gdLst>
                  <a:gd name="T0" fmla="*/ 6 w 6"/>
                  <a:gd name="T1" fmla="*/ 1 h 1"/>
                  <a:gd name="T2" fmla="*/ 0 w 6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">
                    <a:moveTo>
                      <a:pt x="6" y="1"/>
                    </a:moveTo>
                    <a:cubicBezTo>
                      <a:pt x="4" y="1"/>
                      <a:pt x="2" y="1"/>
                      <a:pt x="0" y="0"/>
                    </a:cubicBezTo>
                  </a:path>
                </a:pathLst>
              </a:custGeom>
              <a:noFill/>
              <a:ln w="3175" cap="flat">
                <a:solidFill>
                  <a:srgbClr val="EAAC9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665" name="Freeform 245">
                <a:extLst>
                  <a:ext uri="{FF2B5EF4-FFF2-40B4-BE49-F238E27FC236}">
                    <a16:creationId xmlns:a16="http://schemas.microsoft.com/office/drawing/2014/main" id="{6DBA839A-2D6D-4418-9E92-419BE9A7F7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7" y="1004"/>
                <a:ext cx="5" cy="2"/>
              </a:xfrm>
              <a:custGeom>
                <a:avLst/>
                <a:gdLst>
                  <a:gd name="T0" fmla="*/ 8 w 4"/>
                  <a:gd name="T1" fmla="*/ 2 h 2"/>
                  <a:gd name="T2" fmla="*/ 0 w 4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">
                    <a:moveTo>
                      <a:pt x="4" y="2"/>
                    </a:moveTo>
                    <a:cubicBezTo>
                      <a:pt x="3" y="2"/>
                      <a:pt x="1" y="1"/>
                      <a:pt x="0" y="0"/>
                    </a:cubicBezTo>
                  </a:path>
                </a:pathLst>
              </a:custGeom>
              <a:noFill/>
              <a:ln w="3175" cap="flat">
                <a:solidFill>
                  <a:srgbClr val="EAAC9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666" name="Freeform 246">
                <a:extLst>
                  <a:ext uri="{FF2B5EF4-FFF2-40B4-BE49-F238E27FC236}">
                    <a16:creationId xmlns:a16="http://schemas.microsoft.com/office/drawing/2014/main" id="{B4F8FC5C-BEC0-4259-9B82-066807A7EF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9" y="958"/>
                <a:ext cx="56" cy="20"/>
              </a:xfrm>
              <a:custGeom>
                <a:avLst/>
                <a:gdLst>
                  <a:gd name="T0" fmla="*/ 0 w 53"/>
                  <a:gd name="T1" fmla="*/ 17 h 19"/>
                  <a:gd name="T2" fmla="*/ 62 w 53"/>
                  <a:gd name="T3" fmla="*/ 19 h 19"/>
                  <a:gd name="T4" fmla="*/ 27 w 53"/>
                  <a:gd name="T5" fmla="*/ 14 h 19"/>
                  <a:gd name="T6" fmla="*/ 0 w 53"/>
                  <a:gd name="T7" fmla="*/ 17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3" h="19">
                    <a:moveTo>
                      <a:pt x="0" y="14"/>
                    </a:moveTo>
                    <a:cubicBezTo>
                      <a:pt x="0" y="9"/>
                      <a:pt x="33" y="0"/>
                      <a:pt x="53" y="16"/>
                    </a:cubicBezTo>
                    <a:cubicBezTo>
                      <a:pt x="53" y="16"/>
                      <a:pt x="36" y="7"/>
                      <a:pt x="24" y="11"/>
                    </a:cubicBezTo>
                    <a:cubicBezTo>
                      <a:pt x="11" y="14"/>
                      <a:pt x="0" y="19"/>
                      <a:pt x="0" y="14"/>
                    </a:cubicBezTo>
                    <a:close/>
                  </a:path>
                </a:pathLst>
              </a:custGeom>
              <a:solidFill>
                <a:srgbClr val="7920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667" name="Freeform 247">
                <a:extLst>
                  <a:ext uri="{FF2B5EF4-FFF2-40B4-BE49-F238E27FC236}">
                    <a16:creationId xmlns:a16="http://schemas.microsoft.com/office/drawing/2014/main" id="{B44F5F60-0518-4CAB-840E-94BC7BFAA9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5" y="1149"/>
                <a:ext cx="159" cy="163"/>
              </a:xfrm>
              <a:custGeom>
                <a:avLst/>
                <a:gdLst>
                  <a:gd name="T0" fmla="*/ 6 w 149"/>
                  <a:gd name="T1" fmla="*/ 0 h 153"/>
                  <a:gd name="T2" fmla="*/ 29 w 149"/>
                  <a:gd name="T3" fmla="*/ 116 h 153"/>
                  <a:gd name="T4" fmla="*/ 181 w 149"/>
                  <a:gd name="T5" fmla="*/ 177 h 153"/>
                  <a:gd name="T6" fmla="*/ 36 w 149"/>
                  <a:gd name="T7" fmla="*/ 109 h 153"/>
                  <a:gd name="T8" fmla="*/ 6 w 149"/>
                  <a:gd name="T9" fmla="*/ 0 h 15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9" h="153">
                    <a:moveTo>
                      <a:pt x="6" y="0"/>
                    </a:moveTo>
                    <a:cubicBezTo>
                      <a:pt x="6" y="0"/>
                      <a:pt x="0" y="65"/>
                      <a:pt x="23" y="96"/>
                    </a:cubicBezTo>
                    <a:cubicBezTo>
                      <a:pt x="46" y="126"/>
                      <a:pt x="68" y="150"/>
                      <a:pt x="149" y="146"/>
                    </a:cubicBezTo>
                    <a:cubicBezTo>
                      <a:pt x="149" y="146"/>
                      <a:pt x="59" y="153"/>
                      <a:pt x="30" y="90"/>
                    </a:cubicBezTo>
                    <a:cubicBezTo>
                      <a:pt x="0" y="26"/>
                      <a:pt x="6" y="0"/>
                      <a:pt x="6" y="0"/>
                    </a:cubicBezTo>
                    <a:close/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668" name="Freeform 248">
                <a:extLst>
                  <a:ext uri="{FF2B5EF4-FFF2-40B4-BE49-F238E27FC236}">
                    <a16:creationId xmlns:a16="http://schemas.microsoft.com/office/drawing/2014/main" id="{2150B442-6E77-418A-895A-139CA88904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2" y="1185"/>
                <a:ext cx="53" cy="35"/>
              </a:xfrm>
              <a:custGeom>
                <a:avLst/>
                <a:gdLst>
                  <a:gd name="T0" fmla="*/ 0 w 50"/>
                  <a:gd name="T1" fmla="*/ 3 h 32"/>
                  <a:gd name="T2" fmla="*/ 59 w 50"/>
                  <a:gd name="T3" fmla="*/ 42 h 32"/>
                  <a:gd name="T4" fmla="*/ 0 w 50"/>
                  <a:gd name="T5" fmla="*/ 3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0" h="32">
                    <a:moveTo>
                      <a:pt x="0" y="3"/>
                    </a:moveTo>
                    <a:cubicBezTo>
                      <a:pt x="0" y="3"/>
                      <a:pt x="41" y="0"/>
                      <a:pt x="50" y="32"/>
                    </a:cubicBezTo>
                    <a:cubicBezTo>
                      <a:pt x="50" y="32"/>
                      <a:pt x="28" y="2"/>
                      <a:pt x="0" y="3"/>
                    </a:cubicBezTo>
                    <a:close/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669" name="Freeform 249">
                <a:extLst>
                  <a:ext uri="{FF2B5EF4-FFF2-40B4-BE49-F238E27FC236}">
                    <a16:creationId xmlns:a16="http://schemas.microsoft.com/office/drawing/2014/main" id="{BACAFD2F-EC3D-49D0-ABE9-3AFF738392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4" y="1255"/>
                <a:ext cx="58" cy="21"/>
              </a:xfrm>
              <a:custGeom>
                <a:avLst/>
                <a:gdLst>
                  <a:gd name="T0" fmla="*/ 0 w 54"/>
                  <a:gd name="T1" fmla="*/ 0 h 20"/>
                  <a:gd name="T2" fmla="*/ 30 w 54"/>
                  <a:gd name="T3" fmla="*/ 16 h 20"/>
                  <a:gd name="T4" fmla="*/ 67 w 54"/>
                  <a:gd name="T5" fmla="*/ 18 h 20"/>
                  <a:gd name="T6" fmla="*/ 30 w 54"/>
                  <a:gd name="T7" fmla="*/ 21 h 20"/>
                  <a:gd name="T8" fmla="*/ 4 w 54"/>
                  <a:gd name="T9" fmla="*/ 6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4" h="20">
                    <a:moveTo>
                      <a:pt x="0" y="0"/>
                    </a:moveTo>
                    <a:cubicBezTo>
                      <a:pt x="8" y="7"/>
                      <a:pt x="14" y="12"/>
                      <a:pt x="24" y="13"/>
                    </a:cubicBezTo>
                    <a:cubicBezTo>
                      <a:pt x="33" y="15"/>
                      <a:pt x="46" y="11"/>
                      <a:pt x="54" y="15"/>
                    </a:cubicBezTo>
                    <a:cubicBezTo>
                      <a:pt x="44" y="16"/>
                      <a:pt x="34" y="20"/>
                      <a:pt x="24" y="18"/>
                    </a:cubicBezTo>
                    <a:cubicBezTo>
                      <a:pt x="16" y="17"/>
                      <a:pt x="11" y="10"/>
                      <a:pt x="4" y="6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670" name="Freeform 250">
                <a:extLst>
                  <a:ext uri="{FF2B5EF4-FFF2-40B4-BE49-F238E27FC236}">
                    <a16:creationId xmlns:a16="http://schemas.microsoft.com/office/drawing/2014/main" id="{4E7BBA2D-BD19-487B-85EE-23BEA3BD48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1" y="1121"/>
                <a:ext cx="18" cy="44"/>
              </a:xfrm>
              <a:custGeom>
                <a:avLst/>
                <a:gdLst>
                  <a:gd name="T0" fmla="*/ 13 w 17"/>
                  <a:gd name="T1" fmla="*/ 1 h 41"/>
                  <a:gd name="T2" fmla="*/ 5 w 17"/>
                  <a:gd name="T3" fmla="*/ 25 h 41"/>
                  <a:gd name="T4" fmla="*/ 20 w 17"/>
                  <a:gd name="T5" fmla="*/ 50 h 41"/>
                  <a:gd name="T6" fmla="*/ 1 w 17"/>
                  <a:gd name="T7" fmla="*/ 27 h 41"/>
                  <a:gd name="T8" fmla="*/ 12 w 17"/>
                  <a:gd name="T9" fmla="*/ 0 h 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41">
                    <a:moveTo>
                      <a:pt x="10" y="1"/>
                    </a:moveTo>
                    <a:cubicBezTo>
                      <a:pt x="7" y="7"/>
                      <a:pt x="3" y="13"/>
                      <a:pt x="5" y="20"/>
                    </a:cubicBezTo>
                    <a:cubicBezTo>
                      <a:pt x="7" y="28"/>
                      <a:pt x="14" y="34"/>
                      <a:pt x="17" y="41"/>
                    </a:cubicBezTo>
                    <a:cubicBezTo>
                      <a:pt x="11" y="36"/>
                      <a:pt x="4" y="30"/>
                      <a:pt x="1" y="21"/>
                    </a:cubicBezTo>
                    <a:cubicBezTo>
                      <a:pt x="0" y="15"/>
                      <a:pt x="2" y="4"/>
                      <a:pt x="9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671" name="Freeform 251">
                <a:extLst>
                  <a:ext uri="{FF2B5EF4-FFF2-40B4-BE49-F238E27FC236}">
                    <a16:creationId xmlns:a16="http://schemas.microsoft.com/office/drawing/2014/main" id="{6570E720-6A8D-4FBF-9EA7-A2BADDD81D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7" y="1126"/>
                <a:ext cx="11" cy="32"/>
              </a:xfrm>
              <a:custGeom>
                <a:avLst/>
                <a:gdLst>
                  <a:gd name="T0" fmla="*/ 2 w 10"/>
                  <a:gd name="T1" fmla="*/ 0 h 30"/>
                  <a:gd name="T2" fmla="*/ 0 w 10"/>
                  <a:gd name="T3" fmla="*/ 36 h 30"/>
                  <a:gd name="T4" fmla="*/ 13 w 10"/>
                  <a:gd name="T5" fmla="*/ 18 h 30"/>
                  <a:gd name="T6" fmla="*/ 2 w 10"/>
                  <a:gd name="T7" fmla="*/ 1 h 3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30">
                    <a:moveTo>
                      <a:pt x="2" y="0"/>
                    </a:moveTo>
                    <a:cubicBezTo>
                      <a:pt x="10" y="10"/>
                      <a:pt x="5" y="20"/>
                      <a:pt x="0" y="30"/>
                    </a:cubicBezTo>
                    <a:cubicBezTo>
                      <a:pt x="4" y="26"/>
                      <a:pt x="10" y="22"/>
                      <a:pt x="10" y="15"/>
                    </a:cubicBezTo>
                    <a:cubicBezTo>
                      <a:pt x="9" y="9"/>
                      <a:pt x="3" y="6"/>
                      <a:pt x="2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672" name="Freeform 252">
                <a:extLst>
                  <a:ext uri="{FF2B5EF4-FFF2-40B4-BE49-F238E27FC236}">
                    <a16:creationId xmlns:a16="http://schemas.microsoft.com/office/drawing/2014/main" id="{E8C4E82D-D079-4C98-BF4B-774B9D6BEE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5" y="1129"/>
                <a:ext cx="14" cy="24"/>
              </a:xfrm>
              <a:custGeom>
                <a:avLst/>
                <a:gdLst>
                  <a:gd name="T0" fmla="*/ 14 w 13"/>
                  <a:gd name="T1" fmla="*/ 0 h 23"/>
                  <a:gd name="T2" fmla="*/ 16 w 13"/>
                  <a:gd name="T3" fmla="*/ 26 h 23"/>
                  <a:gd name="T4" fmla="*/ 13 w 13"/>
                  <a:gd name="T5" fmla="*/ 2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23">
                    <a:moveTo>
                      <a:pt x="11" y="0"/>
                    </a:moveTo>
                    <a:cubicBezTo>
                      <a:pt x="7" y="5"/>
                      <a:pt x="7" y="20"/>
                      <a:pt x="13" y="23"/>
                    </a:cubicBezTo>
                    <a:cubicBezTo>
                      <a:pt x="8" y="19"/>
                      <a:pt x="0" y="7"/>
                      <a:pt x="10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673" name="Freeform 253">
                <a:extLst>
                  <a:ext uri="{FF2B5EF4-FFF2-40B4-BE49-F238E27FC236}">
                    <a16:creationId xmlns:a16="http://schemas.microsoft.com/office/drawing/2014/main" id="{BDA2B955-5E7F-47EC-B98F-D61B39485A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0" y="1132"/>
                <a:ext cx="14" cy="21"/>
              </a:xfrm>
              <a:custGeom>
                <a:avLst/>
                <a:gdLst>
                  <a:gd name="T0" fmla="*/ 1 w 13"/>
                  <a:gd name="T1" fmla="*/ 0 h 20"/>
                  <a:gd name="T2" fmla="*/ 0 w 13"/>
                  <a:gd name="T3" fmla="*/ 23 h 20"/>
                  <a:gd name="T4" fmla="*/ 4 w 13"/>
                  <a:gd name="T5" fmla="*/ 0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20">
                    <a:moveTo>
                      <a:pt x="1" y="0"/>
                    </a:moveTo>
                    <a:cubicBezTo>
                      <a:pt x="6" y="5"/>
                      <a:pt x="7" y="15"/>
                      <a:pt x="0" y="20"/>
                    </a:cubicBezTo>
                    <a:cubicBezTo>
                      <a:pt x="10" y="17"/>
                      <a:pt x="13" y="6"/>
                      <a:pt x="4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674" name="Freeform 254">
                <a:extLst>
                  <a:ext uri="{FF2B5EF4-FFF2-40B4-BE49-F238E27FC236}">
                    <a16:creationId xmlns:a16="http://schemas.microsoft.com/office/drawing/2014/main" id="{6D026920-2EED-4AC8-A311-A4B4BB8403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0" y="2212"/>
                <a:ext cx="86" cy="751"/>
              </a:xfrm>
              <a:custGeom>
                <a:avLst/>
                <a:gdLst>
                  <a:gd name="T0" fmla="*/ 80 w 80"/>
                  <a:gd name="T1" fmla="*/ 0 h 703"/>
                  <a:gd name="T2" fmla="*/ 47 w 80"/>
                  <a:gd name="T3" fmla="*/ 112 h 703"/>
                  <a:gd name="T4" fmla="*/ 5 w 80"/>
                  <a:gd name="T5" fmla="*/ 518 h 703"/>
                  <a:gd name="T6" fmla="*/ 99 w 80"/>
                  <a:gd name="T7" fmla="*/ 857 h 703"/>
                  <a:gd name="T8" fmla="*/ 31 w 80"/>
                  <a:gd name="T9" fmla="*/ 523 h 703"/>
                  <a:gd name="T10" fmla="*/ 61 w 80"/>
                  <a:gd name="T11" fmla="*/ 216 h 703"/>
                  <a:gd name="T12" fmla="*/ 80 w 80"/>
                  <a:gd name="T13" fmla="*/ 0 h 70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0" h="703">
                    <a:moveTo>
                      <a:pt x="64" y="0"/>
                    </a:moveTo>
                    <a:cubicBezTo>
                      <a:pt x="64" y="0"/>
                      <a:pt x="41" y="46"/>
                      <a:pt x="38" y="92"/>
                    </a:cubicBezTo>
                    <a:cubicBezTo>
                      <a:pt x="36" y="139"/>
                      <a:pt x="10" y="378"/>
                      <a:pt x="5" y="425"/>
                    </a:cubicBezTo>
                    <a:cubicBezTo>
                      <a:pt x="0" y="471"/>
                      <a:pt x="7" y="641"/>
                      <a:pt x="80" y="703"/>
                    </a:cubicBezTo>
                    <a:cubicBezTo>
                      <a:pt x="80" y="703"/>
                      <a:pt x="13" y="541"/>
                      <a:pt x="25" y="430"/>
                    </a:cubicBezTo>
                    <a:cubicBezTo>
                      <a:pt x="38" y="319"/>
                      <a:pt x="38" y="244"/>
                      <a:pt x="49" y="177"/>
                    </a:cubicBezTo>
                    <a:cubicBezTo>
                      <a:pt x="59" y="110"/>
                      <a:pt x="43" y="36"/>
                      <a:pt x="6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675" name="Freeform 255">
                <a:extLst>
                  <a:ext uri="{FF2B5EF4-FFF2-40B4-BE49-F238E27FC236}">
                    <a16:creationId xmlns:a16="http://schemas.microsoft.com/office/drawing/2014/main" id="{C5724405-700F-4FCF-8B2D-9B5DC2F28E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9" y="3015"/>
                <a:ext cx="53" cy="112"/>
              </a:xfrm>
              <a:custGeom>
                <a:avLst/>
                <a:gdLst>
                  <a:gd name="T0" fmla="*/ 25 w 50"/>
                  <a:gd name="T1" fmla="*/ 0 h 105"/>
                  <a:gd name="T2" fmla="*/ 59 w 50"/>
                  <a:gd name="T3" fmla="*/ 127 h 105"/>
                  <a:gd name="T4" fmla="*/ 25 w 50"/>
                  <a:gd name="T5" fmla="*/ 0 h 10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0" h="105">
                    <a:moveTo>
                      <a:pt x="22" y="0"/>
                    </a:moveTo>
                    <a:cubicBezTo>
                      <a:pt x="22" y="0"/>
                      <a:pt x="0" y="43"/>
                      <a:pt x="50" y="105"/>
                    </a:cubicBezTo>
                    <a:cubicBezTo>
                      <a:pt x="50" y="105"/>
                      <a:pt x="15" y="29"/>
                      <a:pt x="2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676" name="Freeform 256">
                <a:extLst>
                  <a:ext uri="{FF2B5EF4-FFF2-40B4-BE49-F238E27FC236}">
                    <a16:creationId xmlns:a16="http://schemas.microsoft.com/office/drawing/2014/main" id="{9BB382E4-8060-46D1-8A3D-D653E0E62B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5" y="3201"/>
                <a:ext cx="78" cy="585"/>
              </a:xfrm>
              <a:custGeom>
                <a:avLst/>
                <a:gdLst>
                  <a:gd name="T0" fmla="*/ 65 w 73"/>
                  <a:gd name="T1" fmla="*/ 0 h 548"/>
                  <a:gd name="T2" fmla="*/ 24 w 73"/>
                  <a:gd name="T3" fmla="*/ 327 h 548"/>
                  <a:gd name="T4" fmla="*/ 73 w 73"/>
                  <a:gd name="T5" fmla="*/ 573 h 548"/>
                  <a:gd name="T6" fmla="*/ 71 w 73"/>
                  <a:gd name="T7" fmla="*/ 594 h 548"/>
                  <a:gd name="T8" fmla="*/ 67 w 73"/>
                  <a:gd name="T9" fmla="*/ 629 h 548"/>
                  <a:gd name="T10" fmla="*/ 73 w 73"/>
                  <a:gd name="T11" fmla="*/ 666 h 548"/>
                  <a:gd name="T12" fmla="*/ 85 w 73"/>
                  <a:gd name="T13" fmla="*/ 641 h 548"/>
                  <a:gd name="T14" fmla="*/ 77 w 73"/>
                  <a:gd name="T15" fmla="*/ 607 h 548"/>
                  <a:gd name="T16" fmla="*/ 79 w 73"/>
                  <a:gd name="T17" fmla="*/ 537 h 548"/>
                  <a:gd name="T18" fmla="*/ 65 w 73"/>
                  <a:gd name="T19" fmla="*/ 0 h 54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73" h="548">
                    <a:moveTo>
                      <a:pt x="53" y="0"/>
                    </a:moveTo>
                    <a:cubicBezTo>
                      <a:pt x="53" y="0"/>
                      <a:pt x="11" y="131"/>
                      <a:pt x="20" y="269"/>
                    </a:cubicBezTo>
                    <a:cubicBezTo>
                      <a:pt x="30" y="408"/>
                      <a:pt x="60" y="471"/>
                      <a:pt x="60" y="471"/>
                    </a:cubicBezTo>
                    <a:cubicBezTo>
                      <a:pt x="60" y="471"/>
                      <a:pt x="61" y="483"/>
                      <a:pt x="58" y="488"/>
                    </a:cubicBezTo>
                    <a:cubicBezTo>
                      <a:pt x="54" y="493"/>
                      <a:pt x="46" y="505"/>
                      <a:pt x="55" y="517"/>
                    </a:cubicBezTo>
                    <a:cubicBezTo>
                      <a:pt x="65" y="529"/>
                      <a:pt x="56" y="543"/>
                      <a:pt x="60" y="548"/>
                    </a:cubicBezTo>
                    <a:cubicBezTo>
                      <a:pt x="60" y="548"/>
                      <a:pt x="68" y="534"/>
                      <a:pt x="70" y="526"/>
                    </a:cubicBezTo>
                    <a:cubicBezTo>
                      <a:pt x="73" y="519"/>
                      <a:pt x="55" y="517"/>
                      <a:pt x="63" y="499"/>
                    </a:cubicBezTo>
                    <a:cubicBezTo>
                      <a:pt x="70" y="481"/>
                      <a:pt x="73" y="461"/>
                      <a:pt x="65" y="441"/>
                    </a:cubicBezTo>
                    <a:cubicBezTo>
                      <a:pt x="57" y="421"/>
                      <a:pt x="0" y="277"/>
                      <a:pt x="5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677" name="Freeform 257">
                <a:extLst>
                  <a:ext uri="{FF2B5EF4-FFF2-40B4-BE49-F238E27FC236}">
                    <a16:creationId xmlns:a16="http://schemas.microsoft.com/office/drawing/2014/main" id="{B241339C-E5BE-48ED-95FD-F02E42F52D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9" y="3814"/>
                <a:ext cx="161" cy="138"/>
              </a:xfrm>
              <a:custGeom>
                <a:avLst/>
                <a:gdLst>
                  <a:gd name="T0" fmla="*/ 182 w 151"/>
                  <a:gd name="T1" fmla="*/ 1 h 130"/>
                  <a:gd name="T2" fmla="*/ 165 w 151"/>
                  <a:gd name="T3" fmla="*/ 14 h 130"/>
                  <a:gd name="T4" fmla="*/ 150 w 151"/>
                  <a:gd name="T5" fmla="*/ 29 h 130"/>
                  <a:gd name="T6" fmla="*/ 131 w 151"/>
                  <a:gd name="T7" fmla="*/ 58 h 130"/>
                  <a:gd name="T8" fmla="*/ 98 w 151"/>
                  <a:gd name="T9" fmla="*/ 84 h 130"/>
                  <a:gd name="T10" fmla="*/ 71 w 151"/>
                  <a:gd name="T11" fmla="*/ 105 h 130"/>
                  <a:gd name="T12" fmla="*/ 49 w 151"/>
                  <a:gd name="T13" fmla="*/ 123 h 130"/>
                  <a:gd name="T14" fmla="*/ 37 w 151"/>
                  <a:gd name="T15" fmla="*/ 131 h 130"/>
                  <a:gd name="T16" fmla="*/ 30 w 151"/>
                  <a:gd name="T17" fmla="*/ 134 h 130"/>
                  <a:gd name="T18" fmla="*/ 1 w 151"/>
                  <a:gd name="T19" fmla="*/ 152 h 130"/>
                  <a:gd name="T20" fmla="*/ 0 w 151"/>
                  <a:gd name="T21" fmla="*/ 155 h 130"/>
                  <a:gd name="T22" fmla="*/ 42 w 151"/>
                  <a:gd name="T23" fmla="*/ 140 h 130"/>
                  <a:gd name="T24" fmla="*/ 78 w 151"/>
                  <a:gd name="T25" fmla="*/ 117 h 130"/>
                  <a:gd name="T26" fmla="*/ 120 w 151"/>
                  <a:gd name="T27" fmla="*/ 81 h 130"/>
                  <a:gd name="T28" fmla="*/ 143 w 151"/>
                  <a:gd name="T29" fmla="*/ 56 h 130"/>
                  <a:gd name="T30" fmla="*/ 161 w 151"/>
                  <a:gd name="T31" fmla="*/ 33 h 130"/>
                  <a:gd name="T32" fmla="*/ 176 w 151"/>
                  <a:gd name="T33" fmla="*/ 13 h 130"/>
                  <a:gd name="T34" fmla="*/ 183 w 151"/>
                  <a:gd name="T35" fmla="*/ 0 h 130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151" h="130">
                    <a:moveTo>
                      <a:pt x="150" y="1"/>
                    </a:moveTo>
                    <a:cubicBezTo>
                      <a:pt x="145" y="2"/>
                      <a:pt x="140" y="7"/>
                      <a:pt x="136" y="11"/>
                    </a:cubicBezTo>
                    <a:cubicBezTo>
                      <a:pt x="132" y="15"/>
                      <a:pt x="127" y="19"/>
                      <a:pt x="124" y="24"/>
                    </a:cubicBezTo>
                    <a:cubicBezTo>
                      <a:pt x="119" y="33"/>
                      <a:pt x="115" y="41"/>
                      <a:pt x="108" y="49"/>
                    </a:cubicBezTo>
                    <a:cubicBezTo>
                      <a:pt x="101" y="58"/>
                      <a:pt x="91" y="64"/>
                      <a:pt x="81" y="70"/>
                    </a:cubicBezTo>
                    <a:cubicBezTo>
                      <a:pt x="73" y="76"/>
                      <a:pt x="66" y="82"/>
                      <a:pt x="59" y="88"/>
                    </a:cubicBezTo>
                    <a:cubicBezTo>
                      <a:pt x="53" y="93"/>
                      <a:pt x="47" y="98"/>
                      <a:pt x="40" y="103"/>
                    </a:cubicBezTo>
                    <a:cubicBezTo>
                      <a:pt x="37" y="105"/>
                      <a:pt x="34" y="107"/>
                      <a:pt x="31" y="109"/>
                    </a:cubicBezTo>
                    <a:cubicBezTo>
                      <a:pt x="29" y="110"/>
                      <a:pt x="26" y="111"/>
                      <a:pt x="24" y="112"/>
                    </a:cubicBezTo>
                    <a:cubicBezTo>
                      <a:pt x="16" y="115"/>
                      <a:pt x="4" y="119"/>
                      <a:pt x="1" y="127"/>
                    </a:cubicBezTo>
                    <a:cubicBezTo>
                      <a:pt x="0" y="128"/>
                      <a:pt x="0" y="129"/>
                      <a:pt x="0" y="130"/>
                    </a:cubicBezTo>
                    <a:cubicBezTo>
                      <a:pt x="6" y="120"/>
                      <a:pt x="25" y="121"/>
                      <a:pt x="35" y="117"/>
                    </a:cubicBezTo>
                    <a:cubicBezTo>
                      <a:pt x="47" y="113"/>
                      <a:pt x="55" y="106"/>
                      <a:pt x="64" y="98"/>
                    </a:cubicBezTo>
                    <a:cubicBezTo>
                      <a:pt x="76" y="88"/>
                      <a:pt x="88" y="78"/>
                      <a:pt x="99" y="68"/>
                    </a:cubicBezTo>
                    <a:cubicBezTo>
                      <a:pt x="106" y="61"/>
                      <a:pt x="111" y="53"/>
                      <a:pt x="118" y="47"/>
                    </a:cubicBezTo>
                    <a:cubicBezTo>
                      <a:pt x="124" y="41"/>
                      <a:pt x="129" y="35"/>
                      <a:pt x="133" y="27"/>
                    </a:cubicBezTo>
                    <a:cubicBezTo>
                      <a:pt x="137" y="21"/>
                      <a:pt x="141" y="16"/>
                      <a:pt x="145" y="10"/>
                    </a:cubicBezTo>
                    <a:cubicBezTo>
                      <a:pt x="147" y="6"/>
                      <a:pt x="149" y="3"/>
                      <a:pt x="151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678" name="Freeform 258">
                <a:extLst>
                  <a:ext uri="{FF2B5EF4-FFF2-40B4-BE49-F238E27FC236}">
                    <a16:creationId xmlns:a16="http://schemas.microsoft.com/office/drawing/2014/main" id="{EE0F8DDC-CEC8-49D0-AD92-443801571C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6" y="3963"/>
                <a:ext cx="9" cy="16"/>
              </a:xfrm>
              <a:custGeom>
                <a:avLst/>
                <a:gdLst>
                  <a:gd name="T0" fmla="*/ 11 w 8"/>
                  <a:gd name="T1" fmla="*/ 0 h 15"/>
                  <a:gd name="T2" fmla="*/ 2 w 8"/>
                  <a:gd name="T3" fmla="*/ 18 h 15"/>
                  <a:gd name="T4" fmla="*/ 11 w 8"/>
                  <a:gd name="T5" fmla="*/ 1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5">
                    <a:moveTo>
                      <a:pt x="8" y="0"/>
                    </a:moveTo>
                    <a:cubicBezTo>
                      <a:pt x="2" y="3"/>
                      <a:pt x="0" y="9"/>
                      <a:pt x="2" y="15"/>
                    </a:cubicBezTo>
                    <a:cubicBezTo>
                      <a:pt x="1" y="10"/>
                      <a:pt x="5" y="5"/>
                      <a:pt x="8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679" name="Freeform 259">
                <a:extLst>
                  <a:ext uri="{FF2B5EF4-FFF2-40B4-BE49-F238E27FC236}">
                    <a16:creationId xmlns:a16="http://schemas.microsoft.com/office/drawing/2014/main" id="{5F69C65A-56E3-46E9-B049-462B45FCB7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9" y="3959"/>
                <a:ext cx="26" cy="25"/>
              </a:xfrm>
              <a:custGeom>
                <a:avLst/>
                <a:gdLst>
                  <a:gd name="T0" fmla="*/ 29 w 24"/>
                  <a:gd name="T1" fmla="*/ 1 h 24"/>
                  <a:gd name="T2" fmla="*/ 22 w 24"/>
                  <a:gd name="T3" fmla="*/ 6 h 24"/>
                  <a:gd name="T4" fmla="*/ 12 w 24"/>
                  <a:gd name="T5" fmla="*/ 9 h 24"/>
                  <a:gd name="T6" fmla="*/ 0 w 24"/>
                  <a:gd name="T7" fmla="*/ 24 h 24"/>
                  <a:gd name="T8" fmla="*/ 0 w 24"/>
                  <a:gd name="T9" fmla="*/ 24 h 24"/>
                  <a:gd name="T10" fmla="*/ 4 w 24"/>
                  <a:gd name="T11" fmla="*/ 27 h 24"/>
                  <a:gd name="T12" fmla="*/ 15 w 24"/>
                  <a:gd name="T13" fmla="*/ 15 h 24"/>
                  <a:gd name="T14" fmla="*/ 30 w 24"/>
                  <a:gd name="T15" fmla="*/ 0 h 2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4" h="24">
                    <a:moveTo>
                      <a:pt x="23" y="1"/>
                    </a:moveTo>
                    <a:cubicBezTo>
                      <a:pt x="22" y="1"/>
                      <a:pt x="19" y="5"/>
                      <a:pt x="17" y="6"/>
                    </a:cubicBezTo>
                    <a:cubicBezTo>
                      <a:pt x="14" y="7"/>
                      <a:pt x="11" y="8"/>
                      <a:pt x="9" y="9"/>
                    </a:cubicBezTo>
                    <a:cubicBezTo>
                      <a:pt x="5" y="12"/>
                      <a:pt x="1" y="17"/>
                      <a:pt x="0" y="21"/>
                    </a:cubicBezTo>
                    <a:cubicBezTo>
                      <a:pt x="0" y="21"/>
                      <a:pt x="0" y="21"/>
                      <a:pt x="0" y="21"/>
                    </a:cubicBezTo>
                    <a:cubicBezTo>
                      <a:pt x="2" y="22"/>
                      <a:pt x="3" y="23"/>
                      <a:pt x="4" y="24"/>
                    </a:cubicBezTo>
                    <a:cubicBezTo>
                      <a:pt x="5" y="19"/>
                      <a:pt x="7" y="16"/>
                      <a:pt x="12" y="12"/>
                    </a:cubicBezTo>
                    <a:cubicBezTo>
                      <a:pt x="16" y="9"/>
                      <a:pt x="19" y="2"/>
                      <a:pt x="24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680" name="Freeform 260">
                <a:extLst>
                  <a:ext uri="{FF2B5EF4-FFF2-40B4-BE49-F238E27FC236}">
                    <a16:creationId xmlns:a16="http://schemas.microsoft.com/office/drawing/2014/main" id="{BFF8D5E4-41FD-456E-A7F9-5963B13771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2" y="3970"/>
                <a:ext cx="20" cy="27"/>
              </a:xfrm>
              <a:custGeom>
                <a:avLst/>
                <a:gdLst>
                  <a:gd name="T0" fmla="*/ 24 w 18"/>
                  <a:gd name="T1" fmla="*/ 1 h 26"/>
                  <a:gd name="T2" fmla="*/ 13 w 18"/>
                  <a:gd name="T3" fmla="*/ 16 h 26"/>
                  <a:gd name="T4" fmla="*/ 0 w 18"/>
                  <a:gd name="T5" fmla="*/ 20 h 26"/>
                  <a:gd name="T6" fmla="*/ 23 w 18"/>
                  <a:gd name="T7" fmla="*/ 0 h 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26">
                    <a:moveTo>
                      <a:pt x="18" y="1"/>
                    </a:moveTo>
                    <a:cubicBezTo>
                      <a:pt x="15" y="4"/>
                      <a:pt x="14" y="9"/>
                      <a:pt x="10" y="13"/>
                    </a:cubicBezTo>
                    <a:cubicBezTo>
                      <a:pt x="7" y="15"/>
                      <a:pt x="3" y="16"/>
                      <a:pt x="0" y="17"/>
                    </a:cubicBezTo>
                    <a:cubicBezTo>
                      <a:pt x="10" y="26"/>
                      <a:pt x="15" y="6"/>
                      <a:pt x="17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681" name="Freeform 261">
                <a:extLst>
                  <a:ext uri="{FF2B5EF4-FFF2-40B4-BE49-F238E27FC236}">
                    <a16:creationId xmlns:a16="http://schemas.microsoft.com/office/drawing/2014/main" id="{40A419D8-57B9-48E3-8E5E-086932E177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4" y="4004"/>
                <a:ext cx="27" cy="31"/>
              </a:xfrm>
              <a:custGeom>
                <a:avLst/>
                <a:gdLst>
                  <a:gd name="T0" fmla="*/ 5 w 25"/>
                  <a:gd name="T1" fmla="*/ 0 h 29"/>
                  <a:gd name="T2" fmla="*/ 5 w 25"/>
                  <a:gd name="T3" fmla="*/ 19 h 29"/>
                  <a:gd name="T4" fmla="*/ 31 w 25"/>
                  <a:gd name="T5" fmla="*/ 31 h 29"/>
                  <a:gd name="T6" fmla="*/ 17 w 25"/>
                  <a:gd name="T7" fmla="*/ 18 h 29"/>
                  <a:gd name="T8" fmla="*/ 10 w 25"/>
                  <a:gd name="T9" fmla="*/ 1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29">
                    <a:moveTo>
                      <a:pt x="5" y="0"/>
                    </a:moveTo>
                    <a:cubicBezTo>
                      <a:pt x="0" y="5"/>
                      <a:pt x="3" y="12"/>
                      <a:pt x="5" y="16"/>
                    </a:cubicBezTo>
                    <a:cubicBezTo>
                      <a:pt x="8" y="22"/>
                      <a:pt x="18" y="29"/>
                      <a:pt x="25" y="25"/>
                    </a:cubicBezTo>
                    <a:cubicBezTo>
                      <a:pt x="20" y="23"/>
                      <a:pt x="17" y="19"/>
                      <a:pt x="14" y="15"/>
                    </a:cubicBezTo>
                    <a:cubicBezTo>
                      <a:pt x="10" y="11"/>
                      <a:pt x="4" y="7"/>
                      <a:pt x="7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682" name="Freeform 262">
                <a:extLst>
                  <a:ext uri="{FF2B5EF4-FFF2-40B4-BE49-F238E27FC236}">
                    <a16:creationId xmlns:a16="http://schemas.microsoft.com/office/drawing/2014/main" id="{251C5B03-849B-4BC4-BF88-B9A53072D3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5" y="3998"/>
                <a:ext cx="12" cy="22"/>
              </a:xfrm>
              <a:custGeom>
                <a:avLst/>
                <a:gdLst>
                  <a:gd name="T0" fmla="*/ 4 w 11"/>
                  <a:gd name="T1" fmla="*/ 1 h 20"/>
                  <a:gd name="T2" fmla="*/ 14 w 11"/>
                  <a:gd name="T3" fmla="*/ 24 h 20"/>
                  <a:gd name="T4" fmla="*/ 9 w 11"/>
                  <a:gd name="T5" fmla="*/ 0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20">
                    <a:moveTo>
                      <a:pt x="4" y="1"/>
                    </a:moveTo>
                    <a:cubicBezTo>
                      <a:pt x="0" y="0"/>
                      <a:pt x="0" y="20"/>
                      <a:pt x="11" y="18"/>
                    </a:cubicBezTo>
                    <a:cubicBezTo>
                      <a:pt x="6" y="13"/>
                      <a:pt x="1" y="7"/>
                      <a:pt x="6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683" name="Freeform 263">
                <a:extLst>
                  <a:ext uri="{FF2B5EF4-FFF2-40B4-BE49-F238E27FC236}">
                    <a16:creationId xmlns:a16="http://schemas.microsoft.com/office/drawing/2014/main" id="{403563E7-9FD2-462C-AC06-57EE1A452E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1" y="3993"/>
                <a:ext cx="7" cy="13"/>
              </a:xfrm>
              <a:custGeom>
                <a:avLst/>
                <a:gdLst>
                  <a:gd name="T0" fmla="*/ 2 w 6"/>
                  <a:gd name="T1" fmla="*/ 0 h 12"/>
                  <a:gd name="T2" fmla="*/ 9 w 6"/>
                  <a:gd name="T3" fmla="*/ 15 h 12"/>
                  <a:gd name="T4" fmla="*/ 7 w 6"/>
                  <a:gd name="T5" fmla="*/ 0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12">
                    <a:moveTo>
                      <a:pt x="2" y="0"/>
                    </a:moveTo>
                    <a:cubicBezTo>
                      <a:pt x="0" y="3"/>
                      <a:pt x="0" y="12"/>
                      <a:pt x="6" y="12"/>
                    </a:cubicBezTo>
                    <a:cubicBezTo>
                      <a:pt x="5" y="8"/>
                      <a:pt x="2" y="5"/>
                      <a:pt x="4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684" name="Freeform 264">
                <a:extLst>
                  <a:ext uri="{FF2B5EF4-FFF2-40B4-BE49-F238E27FC236}">
                    <a16:creationId xmlns:a16="http://schemas.microsoft.com/office/drawing/2014/main" id="{450CC0E4-54EE-4AF2-8881-AD22354A92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9" y="3946"/>
                <a:ext cx="69" cy="62"/>
              </a:xfrm>
              <a:custGeom>
                <a:avLst/>
                <a:gdLst>
                  <a:gd name="T0" fmla="*/ 0 w 65"/>
                  <a:gd name="T1" fmla="*/ 64 h 58"/>
                  <a:gd name="T2" fmla="*/ 29 w 65"/>
                  <a:gd name="T3" fmla="*/ 50 h 58"/>
                  <a:gd name="T4" fmla="*/ 41 w 65"/>
                  <a:gd name="T5" fmla="*/ 30 h 58"/>
                  <a:gd name="T6" fmla="*/ 77 w 65"/>
                  <a:gd name="T7" fmla="*/ 0 h 58"/>
                  <a:gd name="T8" fmla="*/ 53 w 65"/>
                  <a:gd name="T9" fmla="*/ 15 h 58"/>
                  <a:gd name="T10" fmla="*/ 27 w 65"/>
                  <a:gd name="T11" fmla="*/ 33 h 58"/>
                  <a:gd name="T12" fmla="*/ 18 w 65"/>
                  <a:gd name="T13" fmla="*/ 52 h 58"/>
                  <a:gd name="T14" fmla="*/ 4 w 65"/>
                  <a:gd name="T15" fmla="*/ 61 h 5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5" h="58">
                    <a:moveTo>
                      <a:pt x="0" y="52"/>
                    </a:moveTo>
                    <a:cubicBezTo>
                      <a:pt x="8" y="58"/>
                      <a:pt x="21" y="48"/>
                      <a:pt x="24" y="41"/>
                    </a:cubicBezTo>
                    <a:cubicBezTo>
                      <a:pt x="27" y="35"/>
                      <a:pt x="28" y="28"/>
                      <a:pt x="35" y="24"/>
                    </a:cubicBezTo>
                    <a:cubicBezTo>
                      <a:pt x="46" y="19"/>
                      <a:pt x="53" y="4"/>
                      <a:pt x="65" y="0"/>
                    </a:cubicBezTo>
                    <a:cubicBezTo>
                      <a:pt x="58" y="2"/>
                      <a:pt x="51" y="8"/>
                      <a:pt x="44" y="12"/>
                    </a:cubicBezTo>
                    <a:cubicBezTo>
                      <a:pt x="36" y="16"/>
                      <a:pt x="29" y="19"/>
                      <a:pt x="23" y="27"/>
                    </a:cubicBezTo>
                    <a:cubicBezTo>
                      <a:pt x="20" y="32"/>
                      <a:pt x="20" y="38"/>
                      <a:pt x="15" y="43"/>
                    </a:cubicBezTo>
                    <a:cubicBezTo>
                      <a:pt x="13" y="45"/>
                      <a:pt x="8" y="48"/>
                      <a:pt x="4" y="50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685" name="Freeform 265">
                <a:extLst>
                  <a:ext uri="{FF2B5EF4-FFF2-40B4-BE49-F238E27FC236}">
                    <a16:creationId xmlns:a16="http://schemas.microsoft.com/office/drawing/2014/main" id="{068E238E-91D2-444C-B85B-C6339D37FB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2" y="3695"/>
                <a:ext cx="94" cy="133"/>
              </a:xfrm>
              <a:custGeom>
                <a:avLst/>
                <a:gdLst>
                  <a:gd name="T0" fmla="*/ 58 w 88"/>
                  <a:gd name="T1" fmla="*/ 153 h 124"/>
                  <a:gd name="T2" fmla="*/ 103 w 88"/>
                  <a:gd name="T3" fmla="*/ 101 h 124"/>
                  <a:gd name="T4" fmla="*/ 103 w 88"/>
                  <a:gd name="T5" fmla="*/ 32 h 124"/>
                  <a:gd name="T6" fmla="*/ 99 w 88"/>
                  <a:gd name="T7" fmla="*/ 16 h 124"/>
                  <a:gd name="T8" fmla="*/ 72 w 88"/>
                  <a:gd name="T9" fmla="*/ 5 h 124"/>
                  <a:gd name="T10" fmla="*/ 0 w 88"/>
                  <a:gd name="T11" fmla="*/ 3 h 124"/>
                  <a:gd name="T12" fmla="*/ 69 w 88"/>
                  <a:gd name="T13" fmla="*/ 16 h 124"/>
                  <a:gd name="T14" fmla="*/ 90 w 88"/>
                  <a:gd name="T15" fmla="*/ 20 h 124"/>
                  <a:gd name="T16" fmla="*/ 93 w 88"/>
                  <a:gd name="T17" fmla="*/ 44 h 124"/>
                  <a:gd name="T18" fmla="*/ 94 w 88"/>
                  <a:gd name="T19" fmla="*/ 107 h 124"/>
                  <a:gd name="T20" fmla="*/ 64 w 88"/>
                  <a:gd name="T21" fmla="*/ 152 h 12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8" h="124">
                    <a:moveTo>
                      <a:pt x="48" y="124"/>
                    </a:moveTo>
                    <a:cubicBezTo>
                      <a:pt x="69" y="116"/>
                      <a:pt x="79" y="105"/>
                      <a:pt x="84" y="82"/>
                    </a:cubicBezTo>
                    <a:cubicBezTo>
                      <a:pt x="88" y="63"/>
                      <a:pt x="81" y="45"/>
                      <a:pt x="84" y="26"/>
                    </a:cubicBezTo>
                    <a:cubicBezTo>
                      <a:pt x="86" y="17"/>
                      <a:pt x="88" y="18"/>
                      <a:pt x="81" y="13"/>
                    </a:cubicBezTo>
                    <a:cubicBezTo>
                      <a:pt x="74" y="8"/>
                      <a:pt x="68" y="7"/>
                      <a:pt x="59" y="5"/>
                    </a:cubicBezTo>
                    <a:cubicBezTo>
                      <a:pt x="39" y="0"/>
                      <a:pt x="20" y="2"/>
                      <a:pt x="0" y="3"/>
                    </a:cubicBezTo>
                    <a:cubicBezTo>
                      <a:pt x="19" y="4"/>
                      <a:pt x="37" y="12"/>
                      <a:pt x="57" y="13"/>
                    </a:cubicBezTo>
                    <a:cubicBezTo>
                      <a:pt x="63" y="13"/>
                      <a:pt x="69" y="11"/>
                      <a:pt x="74" y="17"/>
                    </a:cubicBezTo>
                    <a:cubicBezTo>
                      <a:pt x="78" y="22"/>
                      <a:pt x="76" y="29"/>
                      <a:pt x="76" y="35"/>
                    </a:cubicBezTo>
                    <a:cubicBezTo>
                      <a:pt x="76" y="53"/>
                      <a:pt x="83" y="69"/>
                      <a:pt x="77" y="87"/>
                    </a:cubicBezTo>
                    <a:cubicBezTo>
                      <a:pt x="71" y="102"/>
                      <a:pt x="61" y="112"/>
                      <a:pt x="52" y="123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686" name="Freeform 266">
                <a:extLst>
                  <a:ext uri="{FF2B5EF4-FFF2-40B4-BE49-F238E27FC236}">
                    <a16:creationId xmlns:a16="http://schemas.microsoft.com/office/drawing/2014/main" id="{78685574-387C-45E1-B013-997A7F4B06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4" y="3846"/>
                <a:ext cx="119" cy="101"/>
              </a:xfrm>
              <a:custGeom>
                <a:avLst/>
                <a:gdLst>
                  <a:gd name="T0" fmla="*/ 133 w 112"/>
                  <a:gd name="T1" fmla="*/ 0 h 95"/>
                  <a:gd name="T2" fmla="*/ 129 w 112"/>
                  <a:gd name="T3" fmla="*/ 51 h 95"/>
                  <a:gd name="T4" fmla="*/ 119 w 112"/>
                  <a:gd name="T5" fmla="*/ 78 h 95"/>
                  <a:gd name="T6" fmla="*/ 82 w 112"/>
                  <a:gd name="T7" fmla="*/ 100 h 95"/>
                  <a:gd name="T8" fmla="*/ 39 w 112"/>
                  <a:gd name="T9" fmla="*/ 103 h 95"/>
                  <a:gd name="T10" fmla="*/ 0 w 112"/>
                  <a:gd name="T11" fmla="*/ 110 h 95"/>
                  <a:gd name="T12" fmla="*/ 40 w 112"/>
                  <a:gd name="T13" fmla="*/ 43 h 95"/>
                  <a:gd name="T14" fmla="*/ 33 w 112"/>
                  <a:gd name="T15" fmla="*/ 85 h 95"/>
                  <a:gd name="T16" fmla="*/ 37 w 112"/>
                  <a:gd name="T17" fmla="*/ 96 h 95"/>
                  <a:gd name="T18" fmla="*/ 58 w 112"/>
                  <a:gd name="T19" fmla="*/ 91 h 95"/>
                  <a:gd name="T20" fmla="*/ 106 w 112"/>
                  <a:gd name="T21" fmla="*/ 71 h 95"/>
                  <a:gd name="T22" fmla="*/ 125 w 112"/>
                  <a:gd name="T23" fmla="*/ 39 h 95"/>
                  <a:gd name="T24" fmla="*/ 130 w 112"/>
                  <a:gd name="T25" fmla="*/ 6 h 9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12" h="95">
                    <a:moveTo>
                      <a:pt x="111" y="0"/>
                    </a:moveTo>
                    <a:cubicBezTo>
                      <a:pt x="112" y="14"/>
                      <a:pt x="109" y="29"/>
                      <a:pt x="107" y="42"/>
                    </a:cubicBezTo>
                    <a:cubicBezTo>
                      <a:pt x="106" y="51"/>
                      <a:pt x="105" y="58"/>
                      <a:pt x="99" y="65"/>
                    </a:cubicBezTo>
                    <a:cubicBezTo>
                      <a:pt x="92" y="75"/>
                      <a:pt x="80" y="81"/>
                      <a:pt x="68" y="83"/>
                    </a:cubicBezTo>
                    <a:cubicBezTo>
                      <a:pt x="57" y="85"/>
                      <a:pt x="45" y="84"/>
                      <a:pt x="33" y="86"/>
                    </a:cubicBezTo>
                    <a:cubicBezTo>
                      <a:pt x="24" y="89"/>
                      <a:pt x="9" y="95"/>
                      <a:pt x="0" y="91"/>
                    </a:cubicBezTo>
                    <a:cubicBezTo>
                      <a:pt x="17" y="76"/>
                      <a:pt x="31" y="59"/>
                      <a:pt x="34" y="36"/>
                    </a:cubicBezTo>
                    <a:cubicBezTo>
                      <a:pt x="34" y="48"/>
                      <a:pt x="29" y="59"/>
                      <a:pt x="27" y="71"/>
                    </a:cubicBezTo>
                    <a:cubicBezTo>
                      <a:pt x="26" y="77"/>
                      <a:pt x="24" y="79"/>
                      <a:pt x="31" y="80"/>
                    </a:cubicBezTo>
                    <a:cubicBezTo>
                      <a:pt x="37" y="81"/>
                      <a:pt x="43" y="77"/>
                      <a:pt x="49" y="76"/>
                    </a:cubicBezTo>
                    <a:cubicBezTo>
                      <a:pt x="64" y="75"/>
                      <a:pt x="76" y="70"/>
                      <a:pt x="88" y="59"/>
                    </a:cubicBezTo>
                    <a:cubicBezTo>
                      <a:pt x="97" y="51"/>
                      <a:pt x="100" y="43"/>
                      <a:pt x="104" y="33"/>
                    </a:cubicBezTo>
                    <a:cubicBezTo>
                      <a:pt x="106" y="24"/>
                      <a:pt x="111" y="15"/>
                      <a:pt x="108" y="6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687" name="Freeform 267">
                <a:extLst>
                  <a:ext uri="{FF2B5EF4-FFF2-40B4-BE49-F238E27FC236}">
                    <a16:creationId xmlns:a16="http://schemas.microsoft.com/office/drawing/2014/main" id="{1D16E41A-5C80-41A7-B577-576E6E9E14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5" y="3798"/>
                <a:ext cx="110" cy="68"/>
              </a:xfrm>
              <a:custGeom>
                <a:avLst/>
                <a:gdLst>
                  <a:gd name="T0" fmla="*/ 0 w 103"/>
                  <a:gd name="T1" fmla="*/ 14 h 64"/>
                  <a:gd name="T2" fmla="*/ 72 w 103"/>
                  <a:gd name="T3" fmla="*/ 3 h 64"/>
                  <a:gd name="T4" fmla="*/ 125 w 103"/>
                  <a:gd name="T5" fmla="*/ 43 h 64"/>
                  <a:gd name="T6" fmla="*/ 83 w 103"/>
                  <a:gd name="T7" fmla="*/ 30 h 64"/>
                  <a:gd name="T8" fmla="*/ 72 w 103"/>
                  <a:gd name="T9" fmla="*/ 77 h 64"/>
                  <a:gd name="T10" fmla="*/ 67 w 103"/>
                  <a:gd name="T11" fmla="*/ 49 h 64"/>
                  <a:gd name="T12" fmla="*/ 43 w 103"/>
                  <a:gd name="T13" fmla="*/ 33 h 64"/>
                  <a:gd name="T14" fmla="*/ 23 w 103"/>
                  <a:gd name="T15" fmla="*/ 22 h 64"/>
                  <a:gd name="T16" fmla="*/ 2 w 103"/>
                  <a:gd name="T17" fmla="*/ 15 h 6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3" h="64">
                    <a:moveTo>
                      <a:pt x="0" y="11"/>
                    </a:moveTo>
                    <a:cubicBezTo>
                      <a:pt x="20" y="20"/>
                      <a:pt x="39" y="6"/>
                      <a:pt x="59" y="3"/>
                    </a:cubicBezTo>
                    <a:cubicBezTo>
                      <a:pt x="81" y="0"/>
                      <a:pt x="93" y="18"/>
                      <a:pt x="103" y="36"/>
                    </a:cubicBezTo>
                    <a:cubicBezTo>
                      <a:pt x="97" y="27"/>
                      <a:pt x="78" y="17"/>
                      <a:pt x="68" y="24"/>
                    </a:cubicBezTo>
                    <a:cubicBezTo>
                      <a:pt x="56" y="31"/>
                      <a:pt x="62" y="53"/>
                      <a:pt x="59" y="64"/>
                    </a:cubicBezTo>
                    <a:cubicBezTo>
                      <a:pt x="59" y="56"/>
                      <a:pt x="57" y="47"/>
                      <a:pt x="55" y="40"/>
                    </a:cubicBezTo>
                    <a:cubicBezTo>
                      <a:pt x="51" y="31"/>
                      <a:pt x="44" y="29"/>
                      <a:pt x="35" y="27"/>
                    </a:cubicBezTo>
                    <a:cubicBezTo>
                      <a:pt x="30" y="25"/>
                      <a:pt x="25" y="22"/>
                      <a:pt x="20" y="19"/>
                    </a:cubicBezTo>
                    <a:cubicBezTo>
                      <a:pt x="14" y="17"/>
                      <a:pt x="6" y="16"/>
                      <a:pt x="2" y="12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688" name="Freeform 268">
                <a:extLst>
                  <a:ext uri="{FF2B5EF4-FFF2-40B4-BE49-F238E27FC236}">
                    <a16:creationId xmlns:a16="http://schemas.microsoft.com/office/drawing/2014/main" id="{1A17F0C0-B876-40DC-86EE-BE55019BE7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5" y="3178"/>
                <a:ext cx="191" cy="313"/>
              </a:xfrm>
              <a:custGeom>
                <a:avLst/>
                <a:gdLst>
                  <a:gd name="T0" fmla="*/ 0 w 179"/>
                  <a:gd name="T1" fmla="*/ 12 h 293"/>
                  <a:gd name="T2" fmla="*/ 83 w 179"/>
                  <a:gd name="T3" fmla="*/ 1 h 293"/>
                  <a:gd name="T4" fmla="*/ 145 w 179"/>
                  <a:gd name="T5" fmla="*/ 1 h 293"/>
                  <a:gd name="T6" fmla="*/ 186 w 179"/>
                  <a:gd name="T7" fmla="*/ 5 h 293"/>
                  <a:gd name="T8" fmla="*/ 197 w 179"/>
                  <a:gd name="T9" fmla="*/ 53 h 293"/>
                  <a:gd name="T10" fmla="*/ 210 w 179"/>
                  <a:gd name="T11" fmla="*/ 198 h 293"/>
                  <a:gd name="T12" fmla="*/ 180 w 179"/>
                  <a:gd name="T13" fmla="*/ 357 h 293"/>
                  <a:gd name="T14" fmla="*/ 193 w 179"/>
                  <a:gd name="T15" fmla="*/ 245 h 293"/>
                  <a:gd name="T16" fmla="*/ 189 w 179"/>
                  <a:gd name="T17" fmla="*/ 160 h 293"/>
                  <a:gd name="T18" fmla="*/ 181 w 179"/>
                  <a:gd name="T19" fmla="*/ 112 h 293"/>
                  <a:gd name="T20" fmla="*/ 175 w 179"/>
                  <a:gd name="T21" fmla="*/ 53 h 293"/>
                  <a:gd name="T22" fmla="*/ 149 w 179"/>
                  <a:gd name="T23" fmla="*/ 46 h 293"/>
                  <a:gd name="T24" fmla="*/ 98 w 179"/>
                  <a:gd name="T25" fmla="*/ 34 h 293"/>
                  <a:gd name="T26" fmla="*/ 55 w 179"/>
                  <a:gd name="T27" fmla="*/ 26 h 293"/>
                  <a:gd name="T28" fmla="*/ 22 w 179"/>
                  <a:gd name="T29" fmla="*/ 20 h 293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79" h="293">
                    <a:moveTo>
                      <a:pt x="0" y="9"/>
                    </a:moveTo>
                    <a:cubicBezTo>
                      <a:pt x="24" y="9"/>
                      <a:pt x="45" y="2"/>
                      <a:pt x="68" y="1"/>
                    </a:cubicBezTo>
                    <a:cubicBezTo>
                      <a:pt x="84" y="0"/>
                      <a:pt x="102" y="1"/>
                      <a:pt x="119" y="1"/>
                    </a:cubicBezTo>
                    <a:cubicBezTo>
                      <a:pt x="127" y="1"/>
                      <a:pt x="147" y="0"/>
                      <a:pt x="153" y="5"/>
                    </a:cubicBezTo>
                    <a:cubicBezTo>
                      <a:pt x="162" y="12"/>
                      <a:pt x="161" y="34"/>
                      <a:pt x="162" y="44"/>
                    </a:cubicBezTo>
                    <a:cubicBezTo>
                      <a:pt x="165" y="83"/>
                      <a:pt x="168" y="123"/>
                      <a:pt x="173" y="162"/>
                    </a:cubicBezTo>
                    <a:cubicBezTo>
                      <a:pt x="179" y="210"/>
                      <a:pt x="154" y="248"/>
                      <a:pt x="148" y="293"/>
                    </a:cubicBezTo>
                    <a:cubicBezTo>
                      <a:pt x="149" y="262"/>
                      <a:pt x="158" y="232"/>
                      <a:pt x="159" y="200"/>
                    </a:cubicBezTo>
                    <a:cubicBezTo>
                      <a:pt x="161" y="177"/>
                      <a:pt x="160" y="153"/>
                      <a:pt x="156" y="131"/>
                    </a:cubicBezTo>
                    <a:cubicBezTo>
                      <a:pt x="154" y="118"/>
                      <a:pt x="151" y="105"/>
                      <a:pt x="149" y="92"/>
                    </a:cubicBezTo>
                    <a:cubicBezTo>
                      <a:pt x="147" y="78"/>
                      <a:pt x="149" y="57"/>
                      <a:pt x="144" y="44"/>
                    </a:cubicBezTo>
                    <a:cubicBezTo>
                      <a:pt x="139" y="30"/>
                      <a:pt x="135" y="35"/>
                      <a:pt x="123" y="37"/>
                    </a:cubicBezTo>
                    <a:cubicBezTo>
                      <a:pt x="107" y="38"/>
                      <a:pt x="95" y="32"/>
                      <a:pt x="81" y="28"/>
                    </a:cubicBezTo>
                    <a:cubicBezTo>
                      <a:pt x="69" y="24"/>
                      <a:pt x="58" y="22"/>
                      <a:pt x="46" y="21"/>
                    </a:cubicBezTo>
                    <a:cubicBezTo>
                      <a:pt x="38" y="20"/>
                      <a:pt x="24" y="22"/>
                      <a:pt x="19" y="17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689" name="Freeform 269">
                <a:extLst>
                  <a:ext uri="{FF2B5EF4-FFF2-40B4-BE49-F238E27FC236}">
                    <a16:creationId xmlns:a16="http://schemas.microsoft.com/office/drawing/2014/main" id="{D669B31B-29D9-4A10-AEBA-D659723A9A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8" y="3332"/>
                <a:ext cx="151" cy="342"/>
              </a:xfrm>
              <a:custGeom>
                <a:avLst/>
                <a:gdLst>
                  <a:gd name="T0" fmla="*/ 161 w 142"/>
                  <a:gd name="T1" fmla="*/ 140 h 320"/>
                  <a:gd name="T2" fmla="*/ 96 w 142"/>
                  <a:gd name="T3" fmla="*/ 287 h 320"/>
                  <a:gd name="T4" fmla="*/ 0 w 142"/>
                  <a:gd name="T5" fmla="*/ 391 h 320"/>
                  <a:gd name="T6" fmla="*/ 87 w 142"/>
                  <a:gd name="T7" fmla="*/ 279 h 320"/>
                  <a:gd name="T8" fmla="*/ 138 w 142"/>
                  <a:gd name="T9" fmla="*/ 168 h 320"/>
                  <a:gd name="T10" fmla="*/ 163 w 142"/>
                  <a:gd name="T11" fmla="*/ 0 h 32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2" h="320">
                    <a:moveTo>
                      <a:pt x="134" y="115"/>
                    </a:moveTo>
                    <a:cubicBezTo>
                      <a:pt x="129" y="158"/>
                      <a:pt x="104" y="201"/>
                      <a:pt x="80" y="236"/>
                    </a:cubicBezTo>
                    <a:cubicBezTo>
                      <a:pt x="60" y="265"/>
                      <a:pt x="30" y="301"/>
                      <a:pt x="0" y="320"/>
                    </a:cubicBezTo>
                    <a:cubicBezTo>
                      <a:pt x="25" y="292"/>
                      <a:pt x="54" y="261"/>
                      <a:pt x="72" y="228"/>
                    </a:cubicBezTo>
                    <a:cubicBezTo>
                      <a:pt x="88" y="198"/>
                      <a:pt x="100" y="168"/>
                      <a:pt x="115" y="138"/>
                    </a:cubicBezTo>
                    <a:cubicBezTo>
                      <a:pt x="135" y="100"/>
                      <a:pt x="142" y="43"/>
                      <a:pt x="135" y="0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690" name="Freeform 270">
                <a:extLst>
                  <a:ext uri="{FF2B5EF4-FFF2-40B4-BE49-F238E27FC236}">
                    <a16:creationId xmlns:a16="http://schemas.microsoft.com/office/drawing/2014/main" id="{4BD72356-1880-427E-9137-3635398497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3" y="2495"/>
                <a:ext cx="125" cy="23"/>
              </a:xfrm>
              <a:custGeom>
                <a:avLst/>
                <a:gdLst>
                  <a:gd name="T0" fmla="*/ 143 w 117"/>
                  <a:gd name="T1" fmla="*/ 11 h 21"/>
                  <a:gd name="T2" fmla="*/ 84 w 117"/>
                  <a:gd name="T3" fmla="*/ 24 h 21"/>
                  <a:gd name="T4" fmla="*/ 0 w 117"/>
                  <a:gd name="T5" fmla="*/ 0 h 21"/>
                  <a:gd name="T6" fmla="*/ 139 w 117"/>
                  <a:gd name="T7" fmla="*/ 11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7" h="21">
                    <a:moveTo>
                      <a:pt x="117" y="8"/>
                    </a:moveTo>
                    <a:cubicBezTo>
                      <a:pt x="108" y="19"/>
                      <a:pt x="83" y="17"/>
                      <a:pt x="69" y="18"/>
                    </a:cubicBezTo>
                    <a:cubicBezTo>
                      <a:pt x="46" y="19"/>
                      <a:pt x="20" y="8"/>
                      <a:pt x="0" y="0"/>
                    </a:cubicBezTo>
                    <a:cubicBezTo>
                      <a:pt x="38" y="21"/>
                      <a:pt x="75" y="6"/>
                      <a:pt x="114" y="8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691" name="Freeform 271">
                <a:extLst>
                  <a:ext uri="{FF2B5EF4-FFF2-40B4-BE49-F238E27FC236}">
                    <a16:creationId xmlns:a16="http://schemas.microsoft.com/office/drawing/2014/main" id="{22BD1256-0B0A-4F5A-894E-11885619A7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9" y="1587"/>
                <a:ext cx="38" cy="48"/>
              </a:xfrm>
              <a:custGeom>
                <a:avLst/>
                <a:gdLst>
                  <a:gd name="T0" fmla="*/ 45 w 35"/>
                  <a:gd name="T1" fmla="*/ 54 h 45"/>
                  <a:gd name="T2" fmla="*/ 0 w 35"/>
                  <a:gd name="T3" fmla="*/ 0 h 45"/>
                  <a:gd name="T4" fmla="*/ 3 w 35"/>
                  <a:gd name="T5" fmla="*/ 50 h 45"/>
                  <a:gd name="T6" fmla="*/ 43 w 35"/>
                  <a:gd name="T7" fmla="*/ 53 h 4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5" h="45">
                    <a:moveTo>
                      <a:pt x="35" y="45"/>
                    </a:moveTo>
                    <a:cubicBezTo>
                      <a:pt x="26" y="30"/>
                      <a:pt x="15" y="11"/>
                      <a:pt x="0" y="0"/>
                    </a:cubicBezTo>
                    <a:cubicBezTo>
                      <a:pt x="6" y="12"/>
                      <a:pt x="18" y="32"/>
                      <a:pt x="3" y="41"/>
                    </a:cubicBezTo>
                    <a:cubicBezTo>
                      <a:pt x="14" y="42"/>
                      <a:pt x="24" y="42"/>
                      <a:pt x="34" y="44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692" name="Freeform 272">
                <a:extLst>
                  <a:ext uri="{FF2B5EF4-FFF2-40B4-BE49-F238E27FC236}">
                    <a16:creationId xmlns:a16="http://schemas.microsoft.com/office/drawing/2014/main" id="{D64604DD-2B33-4753-A549-8DFF80CBDE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7" y="1640"/>
                <a:ext cx="64" cy="88"/>
              </a:xfrm>
              <a:custGeom>
                <a:avLst/>
                <a:gdLst>
                  <a:gd name="T0" fmla="*/ 0 w 60"/>
                  <a:gd name="T1" fmla="*/ 0 h 82"/>
                  <a:gd name="T2" fmla="*/ 39 w 60"/>
                  <a:gd name="T3" fmla="*/ 6 h 82"/>
                  <a:gd name="T4" fmla="*/ 63 w 60"/>
                  <a:gd name="T5" fmla="*/ 27 h 82"/>
                  <a:gd name="T6" fmla="*/ 67 w 60"/>
                  <a:gd name="T7" fmla="*/ 62 h 82"/>
                  <a:gd name="T8" fmla="*/ 48 w 60"/>
                  <a:gd name="T9" fmla="*/ 101 h 82"/>
                  <a:gd name="T10" fmla="*/ 52 w 60"/>
                  <a:gd name="T11" fmla="*/ 61 h 82"/>
                  <a:gd name="T12" fmla="*/ 47 w 60"/>
                  <a:gd name="T13" fmla="*/ 30 h 82"/>
                  <a:gd name="T14" fmla="*/ 25 w 60"/>
                  <a:gd name="T15" fmla="*/ 15 h 82"/>
                  <a:gd name="T16" fmla="*/ 6 w 60"/>
                  <a:gd name="T17" fmla="*/ 3 h 8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0" h="82">
                    <a:moveTo>
                      <a:pt x="0" y="0"/>
                    </a:moveTo>
                    <a:cubicBezTo>
                      <a:pt x="11" y="6"/>
                      <a:pt x="20" y="7"/>
                      <a:pt x="33" y="6"/>
                    </a:cubicBezTo>
                    <a:cubicBezTo>
                      <a:pt x="47" y="5"/>
                      <a:pt x="48" y="9"/>
                      <a:pt x="52" y="21"/>
                    </a:cubicBezTo>
                    <a:cubicBezTo>
                      <a:pt x="55" y="32"/>
                      <a:pt x="60" y="39"/>
                      <a:pt x="55" y="50"/>
                    </a:cubicBezTo>
                    <a:cubicBezTo>
                      <a:pt x="50" y="59"/>
                      <a:pt x="40" y="72"/>
                      <a:pt x="39" y="82"/>
                    </a:cubicBezTo>
                    <a:cubicBezTo>
                      <a:pt x="36" y="74"/>
                      <a:pt x="42" y="58"/>
                      <a:pt x="43" y="49"/>
                    </a:cubicBezTo>
                    <a:cubicBezTo>
                      <a:pt x="44" y="40"/>
                      <a:pt x="43" y="31"/>
                      <a:pt x="38" y="24"/>
                    </a:cubicBezTo>
                    <a:cubicBezTo>
                      <a:pt x="33" y="19"/>
                      <a:pt x="27" y="16"/>
                      <a:pt x="21" y="12"/>
                    </a:cubicBezTo>
                    <a:cubicBezTo>
                      <a:pt x="17" y="9"/>
                      <a:pt x="11" y="6"/>
                      <a:pt x="6" y="3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693" name="Freeform 273">
                <a:extLst>
                  <a:ext uri="{FF2B5EF4-FFF2-40B4-BE49-F238E27FC236}">
                    <a16:creationId xmlns:a16="http://schemas.microsoft.com/office/drawing/2014/main" id="{103F3692-42F8-4B31-BD50-70D73F535E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5" y="1794"/>
                <a:ext cx="79" cy="83"/>
              </a:xfrm>
              <a:custGeom>
                <a:avLst/>
                <a:gdLst>
                  <a:gd name="T0" fmla="*/ 0 w 74"/>
                  <a:gd name="T1" fmla="*/ 46 h 78"/>
                  <a:gd name="T2" fmla="*/ 30 w 74"/>
                  <a:gd name="T3" fmla="*/ 33 h 78"/>
                  <a:gd name="T4" fmla="*/ 50 w 74"/>
                  <a:gd name="T5" fmla="*/ 22 h 78"/>
                  <a:gd name="T6" fmla="*/ 90 w 74"/>
                  <a:gd name="T7" fmla="*/ 0 h 78"/>
                  <a:gd name="T8" fmla="*/ 48 w 74"/>
                  <a:gd name="T9" fmla="*/ 94 h 78"/>
                  <a:gd name="T10" fmla="*/ 50 w 74"/>
                  <a:gd name="T11" fmla="*/ 37 h 78"/>
                  <a:gd name="T12" fmla="*/ 22 w 74"/>
                  <a:gd name="T13" fmla="*/ 45 h 78"/>
                  <a:gd name="T14" fmla="*/ 0 w 74"/>
                  <a:gd name="T15" fmla="*/ 52 h 7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4" h="78">
                    <a:moveTo>
                      <a:pt x="0" y="38"/>
                    </a:moveTo>
                    <a:cubicBezTo>
                      <a:pt x="6" y="39"/>
                      <a:pt x="18" y="29"/>
                      <a:pt x="24" y="27"/>
                    </a:cubicBezTo>
                    <a:cubicBezTo>
                      <a:pt x="30" y="24"/>
                      <a:pt x="36" y="22"/>
                      <a:pt x="41" y="19"/>
                    </a:cubicBezTo>
                    <a:cubicBezTo>
                      <a:pt x="51" y="13"/>
                      <a:pt x="65" y="8"/>
                      <a:pt x="74" y="0"/>
                    </a:cubicBezTo>
                    <a:cubicBezTo>
                      <a:pt x="68" y="28"/>
                      <a:pt x="50" y="52"/>
                      <a:pt x="39" y="78"/>
                    </a:cubicBezTo>
                    <a:cubicBezTo>
                      <a:pt x="38" y="67"/>
                      <a:pt x="61" y="32"/>
                      <a:pt x="41" y="31"/>
                    </a:cubicBezTo>
                    <a:cubicBezTo>
                      <a:pt x="35" y="30"/>
                      <a:pt x="25" y="35"/>
                      <a:pt x="19" y="37"/>
                    </a:cubicBezTo>
                    <a:cubicBezTo>
                      <a:pt x="13" y="39"/>
                      <a:pt x="8" y="43"/>
                      <a:pt x="0" y="43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694" name="Freeform 274">
                <a:extLst>
                  <a:ext uri="{FF2B5EF4-FFF2-40B4-BE49-F238E27FC236}">
                    <a16:creationId xmlns:a16="http://schemas.microsoft.com/office/drawing/2014/main" id="{E299C12D-4981-4EF5-8CF4-404CE2406F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2" y="1897"/>
                <a:ext cx="92" cy="53"/>
              </a:xfrm>
              <a:custGeom>
                <a:avLst/>
                <a:gdLst>
                  <a:gd name="T0" fmla="*/ 28 w 86"/>
                  <a:gd name="T1" fmla="*/ 0 h 49"/>
                  <a:gd name="T2" fmla="*/ 67 w 86"/>
                  <a:gd name="T3" fmla="*/ 5 h 49"/>
                  <a:gd name="T4" fmla="*/ 105 w 86"/>
                  <a:gd name="T5" fmla="*/ 41 h 49"/>
                  <a:gd name="T6" fmla="*/ 77 w 86"/>
                  <a:gd name="T7" fmla="*/ 17 h 49"/>
                  <a:gd name="T8" fmla="*/ 49 w 86"/>
                  <a:gd name="T9" fmla="*/ 21 h 49"/>
                  <a:gd name="T10" fmla="*/ 24 w 86"/>
                  <a:gd name="T11" fmla="*/ 27 h 49"/>
                  <a:gd name="T12" fmla="*/ 0 w 86"/>
                  <a:gd name="T13" fmla="*/ 62 h 49"/>
                  <a:gd name="T14" fmla="*/ 26 w 86"/>
                  <a:gd name="T15" fmla="*/ 3 h 4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6" h="49">
                    <a:moveTo>
                      <a:pt x="22" y="0"/>
                    </a:moveTo>
                    <a:cubicBezTo>
                      <a:pt x="29" y="12"/>
                      <a:pt x="44" y="4"/>
                      <a:pt x="55" y="5"/>
                    </a:cubicBezTo>
                    <a:cubicBezTo>
                      <a:pt x="68" y="6"/>
                      <a:pt x="78" y="22"/>
                      <a:pt x="86" y="32"/>
                    </a:cubicBezTo>
                    <a:cubicBezTo>
                      <a:pt x="78" y="29"/>
                      <a:pt x="71" y="16"/>
                      <a:pt x="63" y="14"/>
                    </a:cubicBezTo>
                    <a:cubicBezTo>
                      <a:pt x="56" y="12"/>
                      <a:pt x="48" y="18"/>
                      <a:pt x="40" y="17"/>
                    </a:cubicBezTo>
                    <a:cubicBezTo>
                      <a:pt x="31" y="17"/>
                      <a:pt x="28" y="16"/>
                      <a:pt x="20" y="21"/>
                    </a:cubicBezTo>
                    <a:cubicBezTo>
                      <a:pt x="9" y="28"/>
                      <a:pt x="3" y="37"/>
                      <a:pt x="0" y="49"/>
                    </a:cubicBezTo>
                    <a:cubicBezTo>
                      <a:pt x="7" y="34"/>
                      <a:pt x="17" y="20"/>
                      <a:pt x="21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695" name="Freeform 275">
                <a:extLst>
                  <a:ext uri="{FF2B5EF4-FFF2-40B4-BE49-F238E27FC236}">
                    <a16:creationId xmlns:a16="http://schemas.microsoft.com/office/drawing/2014/main" id="{D4F98FD7-317C-405C-AFFC-3EFDA63FD4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2" y="2176"/>
                <a:ext cx="123" cy="177"/>
              </a:xfrm>
              <a:custGeom>
                <a:avLst/>
                <a:gdLst>
                  <a:gd name="T0" fmla="*/ 31 w 115"/>
                  <a:gd name="T1" fmla="*/ 20 h 166"/>
                  <a:gd name="T2" fmla="*/ 82 w 115"/>
                  <a:gd name="T3" fmla="*/ 54 h 166"/>
                  <a:gd name="T4" fmla="*/ 68 w 115"/>
                  <a:gd name="T5" fmla="*/ 93 h 166"/>
                  <a:gd name="T6" fmla="*/ 31 w 115"/>
                  <a:gd name="T7" fmla="*/ 85 h 166"/>
                  <a:gd name="T8" fmla="*/ 0 w 115"/>
                  <a:gd name="T9" fmla="*/ 74 h 166"/>
                  <a:gd name="T10" fmla="*/ 60 w 115"/>
                  <a:gd name="T11" fmla="*/ 117 h 166"/>
                  <a:gd name="T12" fmla="*/ 68 w 115"/>
                  <a:gd name="T13" fmla="*/ 202 h 166"/>
                  <a:gd name="T14" fmla="*/ 67 w 115"/>
                  <a:gd name="T15" fmla="*/ 135 h 166"/>
                  <a:gd name="T16" fmla="*/ 75 w 115"/>
                  <a:gd name="T17" fmla="*/ 89 h 166"/>
                  <a:gd name="T18" fmla="*/ 93 w 115"/>
                  <a:gd name="T19" fmla="*/ 45 h 166"/>
                  <a:gd name="T20" fmla="*/ 110 w 115"/>
                  <a:gd name="T21" fmla="*/ 27 h 166"/>
                  <a:gd name="T22" fmla="*/ 141 w 115"/>
                  <a:gd name="T23" fmla="*/ 1 h 166"/>
                  <a:gd name="T24" fmla="*/ 111 w 115"/>
                  <a:gd name="T25" fmla="*/ 17 h 166"/>
                  <a:gd name="T26" fmla="*/ 83 w 115"/>
                  <a:gd name="T27" fmla="*/ 30 h 166"/>
                  <a:gd name="T28" fmla="*/ 57 w 115"/>
                  <a:gd name="T29" fmla="*/ 27 h 166"/>
                  <a:gd name="T30" fmla="*/ 34 w 115"/>
                  <a:gd name="T31" fmla="*/ 20 h 16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15" h="166">
                    <a:moveTo>
                      <a:pt x="25" y="17"/>
                    </a:moveTo>
                    <a:cubicBezTo>
                      <a:pt x="40" y="24"/>
                      <a:pt x="55" y="34"/>
                      <a:pt x="67" y="45"/>
                    </a:cubicBezTo>
                    <a:cubicBezTo>
                      <a:pt x="70" y="56"/>
                      <a:pt x="68" y="74"/>
                      <a:pt x="56" y="77"/>
                    </a:cubicBezTo>
                    <a:cubicBezTo>
                      <a:pt x="47" y="80"/>
                      <a:pt x="34" y="73"/>
                      <a:pt x="25" y="70"/>
                    </a:cubicBezTo>
                    <a:cubicBezTo>
                      <a:pt x="17" y="67"/>
                      <a:pt x="7" y="65"/>
                      <a:pt x="0" y="61"/>
                    </a:cubicBezTo>
                    <a:cubicBezTo>
                      <a:pt x="13" y="79"/>
                      <a:pt x="48" y="70"/>
                      <a:pt x="49" y="97"/>
                    </a:cubicBezTo>
                    <a:cubicBezTo>
                      <a:pt x="51" y="121"/>
                      <a:pt x="59" y="142"/>
                      <a:pt x="56" y="166"/>
                    </a:cubicBezTo>
                    <a:cubicBezTo>
                      <a:pt x="58" y="146"/>
                      <a:pt x="60" y="131"/>
                      <a:pt x="55" y="112"/>
                    </a:cubicBezTo>
                    <a:cubicBezTo>
                      <a:pt x="51" y="96"/>
                      <a:pt x="53" y="86"/>
                      <a:pt x="61" y="73"/>
                    </a:cubicBezTo>
                    <a:cubicBezTo>
                      <a:pt x="68" y="61"/>
                      <a:pt x="71" y="48"/>
                      <a:pt x="76" y="37"/>
                    </a:cubicBezTo>
                    <a:cubicBezTo>
                      <a:pt x="80" y="30"/>
                      <a:pt x="85" y="27"/>
                      <a:pt x="90" y="22"/>
                    </a:cubicBezTo>
                    <a:cubicBezTo>
                      <a:pt x="98" y="16"/>
                      <a:pt x="105" y="5"/>
                      <a:pt x="115" y="1"/>
                    </a:cubicBezTo>
                    <a:cubicBezTo>
                      <a:pt x="109" y="0"/>
                      <a:pt x="98" y="10"/>
                      <a:pt x="91" y="14"/>
                    </a:cubicBezTo>
                    <a:cubicBezTo>
                      <a:pt x="83" y="18"/>
                      <a:pt x="77" y="22"/>
                      <a:pt x="68" y="24"/>
                    </a:cubicBezTo>
                    <a:cubicBezTo>
                      <a:pt x="59" y="27"/>
                      <a:pt x="56" y="25"/>
                      <a:pt x="47" y="22"/>
                    </a:cubicBezTo>
                    <a:cubicBezTo>
                      <a:pt x="41" y="20"/>
                      <a:pt x="32" y="20"/>
                      <a:pt x="28" y="17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696" name="Freeform 276">
                <a:extLst>
                  <a:ext uri="{FF2B5EF4-FFF2-40B4-BE49-F238E27FC236}">
                    <a16:creationId xmlns:a16="http://schemas.microsoft.com/office/drawing/2014/main" id="{70E69785-447B-4711-A4C3-2FFDE283B5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3" y="2400"/>
                <a:ext cx="32" cy="59"/>
              </a:xfrm>
              <a:custGeom>
                <a:avLst/>
                <a:gdLst>
                  <a:gd name="T0" fmla="*/ 36 w 30"/>
                  <a:gd name="T1" fmla="*/ 1 h 55"/>
                  <a:gd name="T2" fmla="*/ 25 w 30"/>
                  <a:gd name="T3" fmla="*/ 68 h 55"/>
                  <a:gd name="T4" fmla="*/ 0 w 30"/>
                  <a:gd name="T5" fmla="*/ 62 h 55"/>
                  <a:gd name="T6" fmla="*/ 20 w 30"/>
                  <a:gd name="T7" fmla="*/ 41 h 55"/>
                  <a:gd name="T8" fmla="*/ 35 w 30"/>
                  <a:gd name="T9" fmla="*/ 0 h 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55">
                    <a:moveTo>
                      <a:pt x="30" y="1"/>
                    </a:moveTo>
                    <a:cubicBezTo>
                      <a:pt x="21" y="17"/>
                      <a:pt x="21" y="36"/>
                      <a:pt x="21" y="55"/>
                    </a:cubicBezTo>
                    <a:cubicBezTo>
                      <a:pt x="20" y="45"/>
                      <a:pt x="6" y="46"/>
                      <a:pt x="0" y="50"/>
                    </a:cubicBezTo>
                    <a:cubicBezTo>
                      <a:pt x="4" y="45"/>
                      <a:pt x="12" y="39"/>
                      <a:pt x="17" y="33"/>
                    </a:cubicBezTo>
                    <a:cubicBezTo>
                      <a:pt x="22" y="24"/>
                      <a:pt x="28" y="10"/>
                      <a:pt x="29" y="0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697" name="Freeform 277">
                <a:extLst>
                  <a:ext uri="{FF2B5EF4-FFF2-40B4-BE49-F238E27FC236}">
                    <a16:creationId xmlns:a16="http://schemas.microsoft.com/office/drawing/2014/main" id="{F40D85A4-F8C8-4987-A440-33117BB88E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8" y="1923"/>
                <a:ext cx="115" cy="211"/>
              </a:xfrm>
              <a:custGeom>
                <a:avLst/>
                <a:gdLst>
                  <a:gd name="T0" fmla="*/ 124 w 108"/>
                  <a:gd name="T1" fmla="*/ 0 h 198"/>
                  <a:gd name="T2" fmla="*/ 94 w 108"/>
                  <a:gd name="T3" fmla="*/ 38 h 198"/>
                  <a:gd name="T4" fmla="*/ 63 w 108"/>
                  <a:gd name="T5" fmla="*/ 97 h 198"/>
                  <a:gd name="T6" fmla="*/ 0 w 108"/>
                  <a:gd name="T7" fmla="*/ 240 h 198"/>
                  <a:gd name="T8" fmla="*/ 54 w 108"/>
                  <a:gd name="T9" fmla="*/ 165 h 198"/>
                  <a:gd name="T10" fmla="*/ 75 w 108"/>
                  <a:gd name="T11" fmla="*/ 103 h 198"/>
                  <a:gd name="T12" fmla="*/ 105 w 108"/>
                  <a:gd name="T13" fmla="*/ 50 h 198"/>
                  <a:gd name="T14" fmla="*/ 122 w 108"/>
                  <a:gd name="T15" fmla="*/ 30 h 198"/>
                  <a:gd name="T16" fmla="*/ 130 w 108"/>
                  <a:gd name="T17" fmla="*/ 1 h 19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8" h="198">
                    <a:moveTo>
                      <a:pt x="102" y="0"/>
                    </a:moveTo>
                    <a:cubicBezTo>
                      <a:pt x="93" y="10"/>
                      <a:pt x="86" y="22"/>
                      <a:pt x="78" y="32"/>
                    </a:cubicBezTo>
                    <a:cubicBezTo>
                      <a:pt x="66" y="46"/>
                      <a:pt x="58" y="62"/>
                      <a:pt x="52" y="80"/>
                    </a:cubicBezTo>
                    <a:cubicBezTo>
                      <a:pt x="38" y="121"/>
                      <a:pt x="30" y="164"/>
                      <a:pt x="0" y="198"/>
                    </a:cubicBezTo>
                    <a:cubicBezTo>
                      <a:pt x="16" y="178"/>
                      <a:pt x="33" y="159"/>
                      <a:pt x="45" y="136"/>
                    </a:cubicBezTo>
                    <a:cubicBezTo>
                      <a:pt x="54" y="119"/>
                      <a:pt x="56" y="102"/>
                      <a:pt x="62" y="85"/>
                    </a:cubicBezTo>
                    <a:cubicBezTo>
                      <a:pt x="68" y="69"/>
                      <a:pt x="76" y="54"/>
                      <a:pt x="87" y="41"/>
                    </a:cubicBezTo>
                    <a:cubicBezTo>
                      <a:pt x="92" y="35"/>
                      <a:pt x="98" y="31"/>
                      <a:pt x="101" y="24"/>
                    </a:cubicBezTo>
                    <a:cubicBezTo>
                      <a:pt x="105" y="17"/>
                      <a:pt x="106" y="8"/>
                      <a:pt x="108" y="1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698" name="Freeform 278">
                <a:extLst>
                  <a:ext uri="{FF2B5EF4-FFF2-40B4-BE49-F238E27FC236}">
                    <a16:creationId xmlns:a16="http://schemas.microsoft.com/office/drawing/2014/main" id="{91F07662-1FE4-475E-9D85-304393231A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1" y="2124"/>
                <a:ext cx="87" cy="111"/>
              </a:xfrm>
              <a:custGeom>
                <a:avLst/>
                <a:gdLst>
                  <a:gd name="T0" fmla="*/ 27 w 81"/>
                  <a:gd name="T1" fmla="*/ 0 h 104"/>
                  <a:gd name="T2" fmla="*/ 15 w 81"/>
                  <a:gd name="T3" fmla="*/ 82 h 104"/>
                  <a:gd name="T4" fmla="*/ 45 w 81"/>
                  <a:gd name="T5" fmla="*/ 107 h 104"/>
                  <a:gd name="T6" fmla="*/ 100 w 81"/>
                  <a:gd name="T7" fmla="*/ 126 h 104"/>
                  <a:gd name="T8" fmla="*/ 56 w 81"/>
                  <a:gd name="T9" fmla="*/ 98 h 104"/>
                  <a:gd name="T10" fmla="*/ 25 w 81"/>
                  <a:gd name="T11" fmla="*/ 80 h 104"/>
                  <a:gd name="T12" fmla="*/ 23 w 81"/>
                  <a:gd name="T13" fmla="*/ 5 h 10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1" h="104">
                    <a:moveTo>
                      <a:pt x="21" y="0"/>
                    </a:moveTo>
                    <a:cubicBezTo>
                      <a:pt x="18" y="22"/>
                      <a:pt x="0" y="45"/>
                      <a:pt x="12" y="67"/>
                    </a:cubicBezTo>
                    <a:cubicBezTo>
                      <a:pt x="18" y="80"/>
                      <a:pt x="23" y="82"/>
                      <a:pt x="36" y="88"/>
                    </a:cubicBezTo>
                    <a:cubicBezTo>
                      <a:pt x="51" y="94"/>
                      <a:pt x="66" y="99"/>
                      <a:pt x="81" y="104"/>
                    </a:cubicBezTo>
                    <a:cubicBezTo>
                      <a:pt x="70" y="95"/>
                      <a:pt x="57" y="88"/>
                      <a:pt x="45" y="81"/>
                    </a:cubicBezTo>
                    <a:cubicBezTo>
                      <a:pt x="38" y="77"/>
                      <a:pt x="25" y="72"/>
                      <a:pt x="20" y="66"/>
                    </a:cubicBezTo>
                    <a:cubicBezTo>
                      <a:pt x="9" y="49"/>
                      <a:pt x="26" y="22"/>
                      <a:pt x="19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699" name="Freeform 279">
                <a:extLst>
                  <a:ext uri="{FF2B5EF4-FFF2-40B4-BE49-F238E27FC236}">
                    <a16:creationId xmlns:a16="http://schemas.microsoft.com/office/drawing/2014/main" id="{5002D19F-FBD8-4420-9AE1-794799F76E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0" y="2217"/>
                <a:ext cx="54" cy="85"/>
              </a:xfrm>
              <a:custGeom>
                <a:avLst/>
                <a:gdLst>
                  <a:gd name="T0" fmla="*/ 60 w 51"/>
                  <a:gd name="T1" fmla="*/ 14 h 80"/>
                  <a:gd name="T2" fmla="*/ 14 w 51"/>
                  <a:gd name="T3" fmla="*/ 22 h 80"/>
                  <a:gd name="T4" fmla="*/ 14 w 51"/>
                  <a:gd name="T5" fmla="*/ 54 h 80"/>
                  <a:gd name="T6" fmla="*/ 0 w 51"/>
                  <a:gd name="T7" fmla="*/ 96 h 80"/>
                  <a:gd name="T8" fmla="*/ 20 w 51"/>
                  <a:gd name="T9" fmla="*/ 35 h 80"/>
                  <a:gd name="T10" fmla="*/ 55 w 51"/>
                  <a:gd name="T11" fmla="*/ 14 h 8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1" h="80">
                    <a:moveTo>
                      <a:pt x="51" y="11"/>
                    </a:moveTo>
                    <a:cubicBezTo>
                      <a:pt x="35" y="8"/>
                      <a:pt x="17" y="0"/>
                      <a:pt x="11" y="19"/>
                    </a:cubicBezTo>
                    <a:cubicBezTo>
                      <a:pt x="9" y="28"/>
                      <a:pt x="11" y="36"/>
                      <a:pt x="11" y="45"/>
                    </a:cubicBezTo>
                    <a:cubicBezTo>
                      <a:pt x="10" y="58"/>
                      <a:pt x="3" y="69"/>
                      <a:pt x="0" y="80"/>
                    </a:cubicBezTo>
                    <a:cubicBezTo>
                      <a:pt x="11" y="64"/>
                      <a:pt x="16" y="48"/>
                      <a:pt x="17" y="29"/>
                    </a:cubicBezTo>
                    <a:cubicBezTo>
                      <a:pt x="17" y="9"/>
                      <a:pt x="30" y="11"/>
                      <a:pt x="46" y="1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700" name="Freeform 280">
                <a:extLst>
                  <a:ext uri="{FF2B5EF4-FFF2-40B4-BE49-F238E27FC236}">
                    <a16:creationId xmlns:a16="http://schemas.microsoft.com/office/drawing/2014/main" id="{66145FD7-3B73-487E-8875-1640C03DBA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4" y="2372"/>
                <a:ext cx="35" cy="109"/>
              </a:xfrm>
              <a:custGeom>
                <a:avLst/>
                <a:gdLst>
                  <a:gd name="T0" fmla="*/ 1 w 33"/>
                  <a:gd name="T1" fmla="*/ 0 h 102"/>
                  <a:gd name="T2" fmla="*/ 2 w 33"/>
                  <a:gd name="T3" fmla="*/ 30 h 102"/>
                  <a:gd name="T4" fmla="*/ 17 w 33"/>
                  <a:gd name="T5" fmla="*/ 49 h 102"/>
                  <a:gd name="T6" fmla="*/ 22 w 33"/>
                  <a:gd name="T7" fmla="*/ 76 h 102"/>
                  <a:gd name="T8" fmla="*/ 39 w 33"/>
                  <a:gd name="T9" fmla="*/ 124 h 102"/>
                  <a:gd name="T10" fmla="*/ 27 w 33"/>
                  <a:gd name="T11" fmla="*/ 55 h 102"/>
                  <a:gd name="T12" fmla="*/ 16 w 33"/>
                  <a:gd name="T13" fmla="*/ 34 h 102"/>
                  <a:gd name="T14" fmla="*/ 3 w 33"/>
                  <a:gd name="T15" fmla="*/ 4 h 10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3" h="102">
                    <a:moveTo>
                      <a:pt x="1" y="0"/>
                    </a:moveTo>
                    <a:cubicBezTo>
                      <a:pt x="1" y="7"/>
                      <a:pt x="0" y="17"/>
                      <a:pt x="2" y="24"/>
                    </a:cubicBezTo>
                    <a:cubicBezTo>
                      <a:pt x="5" y="31"/>
                      <a:pt x="11" y="34"/>
                      <a:pt x="14" y="40"/>
                    </a:cubicBezTo>
                    <a:cubicBezTo>
                      <a:pt x="18" y="47"/>
                      <a:pt x="18" y="55"/>
                      <a:pt x="19" y="62"/>
                    </a:cubicBezTo>
                    <a:cubicBezTo>
                      <a:pt x="21" y="77"/>
                      <a:pt x="27" y="89"/>
                      <a:pt x="33" y="102"/>
                    </a:cubicBezTo>
                    <a:cubicBezTo>
                      <a:pt x="21" y="86"/>
                      <a:pt x="27" y="63"/>
                      <a:pt x="23" y="45"/>
                    </a:cubicBezTo>
                    <a:cubicBezTo>
                      <a:pt x="22" y="39"/>
                      <a:pt x="17" y="32"/>
                      <a:pt x="13" y="28"/>
                    </a:cubicBezTo>
                    <a:cubicBezTo>
                      <a:pt x="6" y="21"/>
                      <a:pt x="2" y="15"/>
                      <a:pt x="3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701" name="Freeform 281">
                <a:extLst>
                  <a:ext uri="{FF2B5EF4-FFF2-40B4-BE49-F238E27FC236}">
                    <a16:creationId xmlns:a16="http://schemas.microsoft.com/office/drawing/2014/main" id="{00C9A22A-C85B-4E29-999A-92E837CDF9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3" y="2360"/>
                <a:ext cx="56" cy="51"/>
              </a:xfrm>
              <a:custGeom>
                <a:avLst/>
                <a:gdLst>
                  <a:gd name="T0" fmla="*/ 1 w 52"/>
                  <a:gd name="T1" fmla="*/ 13 h 48"/>
                  <a:gd name="T2" fmla="*/ 65 w 52"/>
                  <a:gd name="T3" fmla="*/ 57 h 48"/>
                  <a:gd name="T4" fmla="*/ 0 w 52"/>
                  <a:gd name="T5" fmla="*/ 14 h 4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2" h="48">
                    <a:moveTo>
                      <a:pt x="1" y="10"/>
                    </a:moveTo>
                    <a:cubicBezTo>
                      <a:pt x="23" y="9"/>
                      <a:pt x="45" y="28"/>
                      <a:pt x="52" y="48"/>
                    </a:cubicBezTo>
                    <a:cubicBezTo>
                      <a:pt x="51" y="19"/>
                      <a:pt x="28" y="0"/>
                      <a:pt x="0" y="1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702" name="Freeform 282">
                <a:extLst>
                  <a:ext uri="{FF2B5EF4-FFF2-40B4-BE49-F238E27FC236}">
                    <a16:creationId xmlns:a16="http://schemas.microsoft.com/office/drawing/2014/main" id="{9E232027-F661-4A07-9A5A-FF2D4EE0B7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8" y="1293"/>
                <a:ext cx="472" cy="472"/>
              </a:xfrm>
              <a:custGeom>
                <a:avLst/>
                <a:gdLst>
                  <a:gd name="T0" fmla="*/ 538 w 442"/>
                  <a:gd name="T1" fmla="*/ 0 h 442"/>
                  <a:gd name="T2" fmla="*/ 227 w 442"/>
                  <a:gd name="T3" fmla="*/ 166 h 442"/>
                  <a:gd name="T4" fmla="*/ 160 w 442"/>
                  <a:gd name="T5" fmla="*/ 285 h 442"/>
                  <a:gd name="T6" fmla="*/ 0 w 442"/>
                  <a:gd name="T7" fmla="*/ 538 h 442"/>
                  <a:gd name="T8" fmla="*/ 132 w 442"/>
                  <a:gd name="T9" fmla="*/ 334 h 442"/>
                  <a:gd name="T10" fmla="*/ 236 w 442"/>
                  <a:gd name="T11" fmla="*/ 191 h 442"/>
                  <a:gd name="T12" fmla="*/ 538 w 442"/>
                  <a:gd name="T13" fmla="*/ 0 h 4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42" h="442">
                    <a:moveTo>
                      <a:pt x="442" y="0"/>
                    </a:moveTo>
                    <a:cubicBezTo>
                      <a:pt x="442" y="0"/>
                      <a:pt x="279" y="23"/>
                      <a:pt x="186" y="136"/>
                    </a:cubicBezTo>
                    <a:cubicBezTo>
                      <a:pt x="170" y="156"/>
                      <a:pt x="163" y="204"/>
                      <a:pt x="131" y="234"/>
                    </a:cubicBezTo>
                    <a:cubicBezTo>
                      <a:pt x="99" y="263"/>
                      <a:pt x="22" y="344"/>
                      <a:pt x="0" y="442"/>
                    </a:cubicBezTo>
                    <a:cubicBezTo>
                      <a:pt x="0" y="442"/>
                      <a:pt x="50" y="325"/>
                      <a:pt x="109" y="274"/>
                    </a:cubicBezTo>
                    <a:cubicBezTo>
                      <a:pt x="169" y="223"/>
                      <a:pt x="172" y="202"/>
                      <a:pt x="194" y="157"/>
                    </a:cubicBezTo>
                    <a:cubicBezTo>
                      <a:pt x="217" y="112"/>
                      <a:pt x="314" y="27"/>
                      <a:pt x="44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703" name="Freeform 283">
                <a:extLst>
                  <a:ext uri="{FF2B5EF4-FFF2-40B4-BE49-F238E27FC236}">
                    <a16:creationId xmlns:a16="http://schemas.microsoft.com/office/drawing/2014/main" id="{907616E6-2506-4775-8838-47D8560327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5" y="1465"/>
                <a:ext cx="153" cy="435"/>
              </a:xfrm>
              <a:custGeom>
                <a:avLst/>
                <a:gdLst>
                  <a:gd name="T0" fmla="*/ 170 w 143"/>
                  <a:gd name="T1" fmla="*/ 0 h 407"/>
                  <a:gd name="T2" fmla="*/ 153 w 143"/>
                  <a:gd name="T3" fmla="*/ 44 h 407"/>
                  <a:gd name="T4" fmla="*/ 128 w 143"/>
                  <a:gd name="T5" fmla="*/ 112 h 407"/>
                  <a:gd name="T6" fmla="*/ 102 w 143"/>
                  <a:gd name="T7" fmla="*/ 175 h 407"/>
                  <a:gd name="T8" fmla="*/ 45 w 143"/>
                  <a:gd name="T9" fmla="*/ 278 h 407"/>
                  <a:gd name="T10" fmla="*/ 30 w 143"/>
                  <a:gd name="T11" fmla="*/ 497 h 407"/>
                  <a:gd name="T12" fmla="*/ 45 w 143"/>
                  <a:gd name="T13" fmla="*/ 330 h 407"/>
                  <a:gd name="T14" fmla="*/ 143 w 143"/>
                  <a:gd name="T15" fmla="*/ 215 h 407"/>
                  <a:gd name="T16" fmla="*/ 167 w 143"/>
                  <a:gd name="T17" fmla="*/ 201 h 407"/>
                  <a:gd name="T18" fmla="*/ 169 w 143"/>
                  <a:gd name="T19" fmla="*/ 184 h 407"/>
                  <a:gd name="T20" fmla="*/ 160 w 143"/>
                  <a:gd name="T21" fmla="*/ 120 h 407"/>
                  <a:gd name="T22" fmla="*/ 169 w 143"/>
                  <a:gd name="T23" fmla="*/ 1 h 40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43" h="407">
                    <a:moveTo>
                      <a:pt x="139" y="0"/>
                    </a:moveTo>
                    <a:cubicBezTo>
                      <a:pt x="132" y="9"/>
                      <a:pt x="129" y="24"/>
                      <a:pt x="125" y="36"/>
                    </a:cubicBezTo>
                    <a:cubicBezTo>
                      <a:pt x="119" y="55"/>
                      <a:pt x="113" y="74"/>
                      <a:pt x="105" y="92"/>
                    </a:cubicBezTo>
                    <a:cubicBezTo>
                      <a:pt x="97" y="109"/>
                      <a:pt x="90" y="126"/>
                      <a:pt x="83" y="143"/>
                    </a:cubicBezTo>
                    <a:cubicBezTo>
                      <a:pt x="71" y="174"/>
                      <a:pt x="54" y="200"/>
                      <a:pt x="36" y="227"/>
                    </a:cubicBezTo>
                    <a:cubicBezTo>
                      <a:pt x="0" y="282"/>
                      <a:pt x="0" y="347"/>
                      <a:pt x="24" y="407"/>
                    </a:cubicBezTo>
                    <a:cubicBezTo>
                      <a:pt x="8" y="360"/>
                      <a:pt x="11" y="313"/>
                      <a:pt x="36" y="270"/>
                    </a:cubicBezTo>
                    <a:cubicBezTo>
                      <a:pt x="55" y="235"/>
                      <a:pt x="82" y="197"/>
                      <a:pt x="117" y="176"/>
                    </a:cubicBezTo>
                    <a:cubicBezTo>
                      <a:pt x="123" y="172"/>
                      <a:pt x="131" y="170"/>
                      <a:pt x="136" y="165"/>
                    </a:cubicBezTo>
                    <a:cubicBezTo>
                      <a:pt x="143" y="157"/>
                      <a:pt x="139" y="159"/>
                      <a:pt x="138" y="151"/>
                    </a:cubicBezTo>
                    <a:cubicBezTo>
                      <a:pt x="136" y="133"/>
                      <a:pt x="133" y="115"/>
                      <a:pt x="131" y="98"/>
                    </a:cubicBezTo>
                    <a:cubicBezTo>
                      <a:pt x="128" y="65"/>
                      <a:pt x="135" y="33"/>
                      <a:pt x="138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704" name="Freeform 284">
                <a:extLst>
                  <a:ext uri="{FF2B5EF4-FFF2-40B4-BE49-F238E27FC236}">
                    <a16:creationId xmlns:a16="http://schemas.microsoft.com/office/drawing/2014/main" id="{ED9A4C05-6508-4655-A1B0-DFCE3E512F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7" y="1850"/>
                <a:ext cx="156" cy="129"/>
              </a:xfrm>
              <a:custGeom>
                <a:avLst/>
                <a:gdLst>
                  <a:gd name="T0" fmla="*/ 67 w 146"/>
                  <a:gd name="T1" fmla="*/ 10 h 120"/>
                  <a:gd name="T2" fmla="*/ 1 w 146"/>
                  <a:gd name="T3" fmla="*/ 59 h 120"/>
                  <a:gd name="T4" fmla="*/ 72 w 146"/>
                  <a:gd name="T5" fmla="*/ 130 h 120"/>
                  <a:gd name="T6" fmla="*/ 147 w 146"/>
                  <a:gd name="T7" fmla="*/ 135 h 120"/>
                  <a:gd name="T8" fmla="*/ 159 w 146"/>
                  <a:gd name="T9" fmla="*/ 59 h 120"/>
                  <a:gd name="T10" fmla="*/ 104 w 146"/>
                  <a:gd name="T11" fmla="*/ 19 h 120"/>
                  <a:gd name="T12" fmla="*/ 83 w 146"/>
                  <a:gd name="T13" fmla="*/ 14 h 120"/>
                  <a:gd name="T14" fmla="*/ 64 w 146"/>
                  <a:gd name="T15" fmla="*/ 5 h 12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46" h="120">
                    <a:moveTo>
                      <a:pt x="55" y="7"/>
                    </a:moveTo>
                    <a:cubicBezTo>
                      <a:pt x="31" y="0"/>
                      <a:pt x="0" y="22"/>
                      <a:pt x="1" y="47"/>
                    </a:cubicBezTo>
                    <a:cubicBezTo>
                      <a:pt x="1" y="73"/>
                      <a:pt x="39" y="96"/>
                      <a:pt x="59" y="105"/>
                    </a:cubicBezTo>
                    <a:cubicBezTo>
                      <a:pt x="79" y="114"/>
                      <a:pt x="101" y="120"/>
                      <a:pt x="121" y="109"/>
                    </a:cubicBezTo>
                    <a:cubicBezTo>
                      <a:pt x="144" y="98"/>
                      <a:pt x="146" y="65"/>
                      <a:pt x="130" y="47"/>
                    </a:cubicBezTo>
                    <a:cubicBezTo>
                      <a:pt x="117" y="33"/>
                      <a:pt x="101" y="23"/>
                      <a:pt x="85" y="16"/>
                    </a:cubicBezTo>
                    <a:cubicBezTo>
                      <a:pt x="79" y="14"/>
                      <a:pt x="73" y="13"/>
                      <a:pt x="68" y="11"/>
                    </a:cubicBezTo>
                    <a:cubicBezTo>
                      <a:pt x="62" y="8"/>
                      <a:pt x="58" y="6"/>
                      <a:pt x="52" y="5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705" name="Freeform 285">
                <a:extLst>
                  <a:ext uri="{FF2B5EF4-FFF2-40B4-BE49-F238E27FC236}">
                    <a16:creationId xmlns:a16="http://schemas.microsoft.com/office/drawing/2014/main" id="{DC76485D-A413-4564-8A23-D73CD64B9D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5" y="1896"/>
                <a:ext cx="44" cy="35"/>
              </a:xfrm>
              <a:custGeom>
                <a:avLst/>
                <a:gdLst>
                  <a:gd name="T0" fmla="*/ 41 w 41"/>
                  <a:gd name="T1" fmla="*/ 0 h 32"/>
                  <a:gd name="T2" fmla="*/ 50 w 41"/>
                  <a:gd name="T3" fmla="*/ 18 h 32"/>
                  <a:gd name="T4" fmla="*/ 25 w 41"/>
                  <a:gd name="T5" fmla="*/ 42 h 32"/>
                  <a:gd name="T6" fmla="*/ 0 w 41"/>
                  <a:gd name="T7" fmla="*/ 18 h 32"/>
                  <a:gd name="T8" fmla="*/ 3 w 41"/>
                  <a:gd name="T9" fmla="*/ 4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1" h="32">
                    <a:moveTo>
                      <a:pt x="33" y="0"/>
                    </a:moveTo>
                    <a:cubicBezTo>
                      <a:pt x="38" y="3"/>
                      <a:pt x="41" y="8"/>
                      <a:pt x="41" y="14"/>
                    </a:cubicBezTo>
                    <a:cubicBezTo>
                      <a:pt x="41" y="24"/>
                      <a:pt x="32" y="32"/>
                      <a:pt x="20" y="32"/>
                    </a:cubicBezTo>
                    <a:cubicBezTo>
                      <a:pt x="9" y="32"/>
                      <a:pt x="0" y="24"/>
                      <a:pt x="0" y="14"/>
                    </a:cubicBezTo>
                    <a:cubicBezTo>
                      <a:pt x="0" y="10"/>
                      <a:pt x="1" y="7"/>
                      <a:pt x="3" y="4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706" name="Freeform 286">
                <a:extLst>
                  <a:ext uri="{FF2B5EF4-FFF2-40B4-BE49-F238E27FC236}">
                    <a16:creationId xmlns:a16="http://schemas.microsoft.com/office/drawing/2014/main" id="{AAB28DC3-C9D5-4947-97AF-DBCEDAB680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1" y="1892"/>
                <a:ext cx="12" cy="1"/>
              </a:xfrm>
              <a:custGeom>
                <a:avLst/>
                <a:gdLst>
                  <a:gd name="T0" fmla="*/ 0 w 11"/>
                  <a:gd name="T1" fmla="*/ 0 h 1"/>
                  <a:gd name="T2" fmla="*/ 5 w 11"/>
                  <a:gd name="T3" fmla="*/ 0 h 1"/>
                  <a:gd name="T4" fmla="*/ 14 w 11"/>
                  <a:gd name="T5" fmla="*/ 1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">
                    <a:moveTo>
                      <a:pt x="0" y="0"/>
                    </a:moveTo>
                    <a:cubicBezTo>
                      <a:pt x="2" y="0"/>
                      <a:pt x="4" y="0"/>
                      <a:pt x="5" y="0"/>
                    </a:cubicBezTo>
                    <a:cubicBezTo>
                      <a:pt x="8" y="0"/>
                      <a:pt x="9" y="0"/>
                      <a:pt x="11" y="1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707" name="Freeform 287">
                <a:extLst>
                  <a:ext uri="{FF2B5EF4-FFF2-40B4-BE49-F238E27FC236}">
                    <a16:creationId xmlns:a16="http://schemas.microsoft.com/office/drawing/2014/main" id="{194FCBB7-CA40-442C-A8B7-EF917FB34F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7" y="1713"/>
                <a:ext cx="34" cy="228"/>
              </a:xfrm>
              <a:custGeom>
                <a:avLst/>
                <a:gdLst>
                  <a:gd name="T0" fmla="*/ 0 w 32"/>
                  <a:gd name="T1" fmla="*/ 253 h 214"/>
                  <a:gd name="T2" fmla="*/ 22 w 32"/>
                  <a:gd name="T3" fmla="*/ 145 h 214"/>
                  <a:gd name="T4" fmla="*/ 26 w 32"/>
                  <a:gd name="T5" fmla="*/ 67 h 214"/>
                  <a:gd name="T6" fmla="*/ 22 w 32"/>
                  <a:gd name="T7" fmla="*/ 0 h 214"/>
                  <a:gd name="T8" fmla="*/ 36 w 32"/>
                  <a:gd name="T9" fmla="*/ 129 h 214"/>
                  <a:gd name="T10" fmla="*/ 37 w 32"/>
                  <a:gd name="T11" fmla="*/ 200 h 214"/>
                  <a:gd name="T12" fmla="*/ 36 w 32"/>
                  <a:gd name="T13" fmla="*/ 259 h 214"/>
                  <a:gd name="T14" fmla="*/ 5 w 32"/>
                  <a:gd name="T15" fmla="*/ 253 h 21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2" h="214">
                    <a:moveTo>
                      <a:pt x="0" y="208"/>
                    </a:moveTo>
                    <a:cubicBezTo>
                      <a:pt x="30" y="185"/>
                      <a:pt x="20" y="151"/>
                      <a:pt x="19" y="120"/>
                    </a:cubicBezTo>
                    <a:cubicBezTo>
                      <a:pt x="18" y="98"/>
                      <a:pt x="21" y="77"/>
                      <a:pt x="22" y="55"/>
                    </a:cubicBezTo>
                    <a:cubicBezTo>
                      <a:pt x="23" y="37"/>
                      <a:pt x="19" y="15"/>
                      <a:pt x="19" y="0"/>
                    </a:cubicBezTo>
                    <a:cubicBezTo>
                      <a:pt x="16" y="35"/>
                      <a:pt x="27" y="72"/>
                      <a:pt x="30" y="107"/>
                    </a:cubicBezTo>
                    <a:cubicBezTo>
                      <a:pt x="31" y="126"/>
                      <a:pt x="30" y="145"/>
                      <a:pt x="31" y="165"/>
                    </a:cubicBezTo>
                    <a:cubicBezTo>
                      <a:pt x="32" y="179"/>
                      <a:pt x="27" y="203"/>
                      <a:pt x="30" y="214"/>
                    </a:cubicBezTo>
                    <a:cubicBezTo>
                      <a:pt x="24" y="207"/>
                      <a:pt x="13" y="201"/>
                      <a:pt x="5" y="208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708" name="Freeform 288">
                <a:extLst>
                  <a:ext uri="{FF2B5EF4-FFF2-40B4-BE49-F238E27FC236}">
                    <a16:creationId xmlns:a16="http://schemas.microsoft.com/office/drawing/2014/main" id="{83715D6C-1471-457C-802C-C58C74D0E8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4" y="2012"/>
                <a:ext cx="266" cy="367"/>
              </a:xfrm>
              <a:custGeom>
                <a:avLst/>
                <a:gdLst>
                  <a:gd name="T0" fmla="*/ 300 w 249"/>
                  <a:gd name="T1" fmla="*/ 0 h 344"/>
                  <a:gd name="T2" fmla="*/ 237 w 249"/>
                  <a:gd name="T3" fmla="*/ 84 h 344"/>
                  <a:gd name="T4" fmla="*/ 169 w 249"/>
                  <a:gd name="T5" fmla="*/ 140 h 344"/>
                  <a:gd name="T6" fmla="*/ 121 w 249"/>
                  <a:gd name="T7" fmla="*/ 245 h 344"/>
                  <a:gd name="T8" fmla="*/ 56 w 249"/>
                  <a:gd name="T9" fmla="*/ 353 h 344"/>
                  <a:gd name="T10" fmla="*/ 0 w 249"/>
                  <a:gd name="T11" fmla="*/ 418 h 344"/>
                  <a:gd name="T12" fmla="*/ 122 w 249"/>
                  <a:gd name="T13" fmla="*/ 276 h 344"/>
                  <a:gd name="T14" fmla="*/ 193 w 249"/>
                  <a:gd name="T15" fmla="*/ 165 h 344"/>
                  <a:gd name="T16" fmla="*/ 303 w 249"/>
                  <a:gd name="T17" fmla="*/ 7 h 34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49" h="344">
                    <a:moveTo>
                      <a:pt x="246" y="0"/>
                    </a:moveTo>
                    <a:cubicBezTo>
                      <a:pt x="236" y="27"/>
                      <a:pt x="218" y="52"/>
                      <a:pt x="195" y="69"/>
                    </a:cubicBezTo>
                    <a:cubicBezTo>
                      <a:pt x="176" y="83"/>
                      <a:pt x="152" y="93"/>
                      <a:pt x="139" y="115"/>
                    </a:cubicBezTo>
                    <a:cubicBezTo>
                      <a:pt x="123" y="142"/>
                      <a:pt x="114" y="174"/>
                      <a:pt x="99" y="202"/>
                    </a:cubicBezTo>
                    <a:cubicBezTo>
                      <a:pt x="84" y="232"/>
                      <a:pt x="67" y="263"/>
                      <a:pt x="46" y="291"/>
                    </a:cubicBezTo>
                    <a:cubicBezTo>
                      <a:pt x="32" y="310"/>
                      <a:pt x="15" y="327"/>
                      <a:pt x="0" y="344"/>
                    </a:cubicBezTo>
                    <a:cubicBezTo>
                      <a:pt x="46" y="321"/>
                      <a:pt x="73" y="269"/>
                      <a:pt x="100" y="228"/>
                    </a:cubicBezTo>
                    <a:cubicBezTo>
                      <a:pt x="119" y="198"/>
                      <a:pt x="134" y="162"/>
                      <a:pt x="158" y="136"/>
                    </a:cubicBezTo>
                    <a:cubicBezTo>
                      <a:pt x="194" y="96"/>
                      <a:pt x="237" y="61"/>
                      <a:pt x="249" y="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709" name="Freeform 289">
                <a:extLst>
                  <a:ext uri="{FF2B5EF4-FFF2-40B4-BE49-F238E27FC236}">
                    <a16:creationId xmlns:a16="http://schemas.microsoft.com/office/drawing/2014/main" id="{A175AF39-1846-4028-9985-96305FBB80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4" y="2112"/>
                <a:ext cx="199" cy="141"/>
              </a:xfrm>
              <a:custGeom>
                <a:avLst/>
                <a:gdLst>
                  <a:gd name="T0" fmla="*/ 226 w 187"/>
                  <a:gd name="T1" fmla="*/ 0 h 132"/>
                  <a:gd name="T2" fmla="*/ 112 w 187"/>
                  <a:gd name="T3" fmla="*/ 76 h 132"/>
                  <a:gd name="T4" fmla="*/ 0 w 187"/>
                  <a:gd name="T5" fmla="*/ 161 h 132"/>
                  <a:gd name="T6" fmla="*/ 113 w 187"/>
                  <a:gd name="T7" fmla="*/ 85 h 132"/>
                  <a:gd name="T8" fmla="*/ 161 w 187"/>
                  <a:gd name="T9" fmla="*/ 57 h 132"/>
                  <a:gd name="T10" fmla="*/ 186 w 187"/>
                  <a:gd name="T11" fmla="*/ 66 h 132"/>
                  <a:gd name="T12" fmla="*/ 226 w 187"/>
                  <a:gd name="T13" fmla="*/ 4 h 13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7" h="132">
                    <a:moveTo>
                      <a:pt x="187" y="0"/>
                    </a:moveTo>
                    <a:cubicBezTo>
                      <a:pt x="153" y="12"/>
                      <a:pt x="119" y="37"/>
                      <a:pt x="93" y="62"/>
                    </a:cubicBezTo>
                    <a:cubicBezTo>
                      <a:pt x="66" y="88"/>
                      <a:pt x="38" y="125"/>
                      <a:pt x="0" y="132"/>
                    </a:cubicBezTo>
                    <a:cubicBezTo>
                      <a:pt x="44" y="129"/>
                      <a:pt x="65" y="97"/>
                      <a:pt x="94" y="70"/>
                    </a:cubicBezTo>
                    <a:cubicBezTo>
                      <a:pt x="107" y="58"/>
                      <a:pt x="118" y="53"/>
                      <a:pt x="133" y="47"/>
                    </a:cubicBezTo>
                    <a:cubicBezTo>
                      <a:pt x="140" y="44"/>
                      <a:pt x="169" y="35"/>
                      <a:pt x="154" y="54"/>
                    </a:cubicBezTo>
                    <a:cubicBezTo>
                      <a:pt x="158" y="36"/>
                      <a:pt x="168" y="11"/>
                      <a:pt x="187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710" name="Freeform 290">
                <a:extLst>
                  <a:ext uri="{FF2B5EF4-FFF2-40B4-BE49-F238E27FC236}">
                    <a16:creationId xmlns:a16="http://schemas.microsoft.com/office/drawing/2014/main" id="{8816BBFD-64E4-4AD5-8A6A-0689867AB6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0" y="2181"/>
                <a:ext cx="149" cy="84"/>
              </a:xfrm>
              <a:custGeom>
                <a:avLst/>
                <a:gdLst>
                  <a:gd name="T0" fmla="*/ 0 w 139"/>
                  <a:gd name="T1" fmla="*/ 97 h 78"/>
                  <a:gd name="T2" fmla="*/ 41 w 139"/>
                  <a:gd name="T3" fmla="*/ 56 h 78"/>
                  <a:gd name="T4" fmla="*/ 79 w 139"/>
                  <a:gd name="T5" fmla="*/ 31 h 78"/>
                  <a:gd name="T6" fmla="*/ 172 w 139"/>
                  <a:gd name="T7" fmla="*/ 0 h 78"/>
                  <a:gd name="T8" fmla="*/ 63 w 139"/>
                  <a:gd name="T9" fmla="*/ 84 h 78"/>
                  <a:gd name="T10" fmla="*/ 5 w 139"/>
                  <a:gd name="T11" fmla="*/ 97 h 7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9" h="78">
                    <a:moveTo>
                      <a:pt x="0" y="78"/>
                    </a:moveTo>
                    <a:cubicBezTo>
                      <a:pt x="13" y="70"/>
                      <a:pt x="21" y="53"/>
                      <a:pt x="33" y="45"/>
                    </a:cubicBezTo>
                    <a:cubicBezTo>
                      <a:pt x="43" y="38"/>
                      <a:pt x="54" y="31"/>
                      <a:pt x="64" y="25"/>
                    </a:cubicBezTo>
                    <a:cubicBezTo>
                      <a:pt x="89" y="11"/>
                      <a:pt x="113" y="8"/>
                      <a:pt x="139" y="0"/>
                    </a:cubicBezTo>
                    <a:cubicBezTo>
                      <a:pt x="128" y="6"/>
                      <a:pt x="17" y="41"/>
                      <a:pt x="51" y="67"/>
                    </a:cubicBezTo>
                    <a:cubicBezTo>
                      <a:pt x="34" y="66"/>
                      <a:pt x="20" y="73"/>
                      <a:pt x="5" y="7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711" name="Freeform 291">
                <a:extLst>
                  <a:ext uri="{FF2B5EF4-FFF2-40B4-BE49-F238E27FC236}">
                    <a16:creationId xmlns:a16="http://schemas.microsoft.com/office/drawing/2014/main" id="{270CDC0E-8FFB-47BA-B8E9-686A04F9A2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2" y="2256"/>
                <a:ext cx="211" cy="133"/>
              </a:xfrm>
              <a:custGeom>
                <a:avLst/>
                <a:gdLst>
                  <a:gd name="T0" fmla="*/ 240 w 198"/>
                  <a:gd name="T1" fmla="*/ 15 h 124"/>
                  <a:gd name="T2" fmla="*/ 97 w 198"/>
                  <a:gd name="T3" fmla="*/ 42 h 124"/>
                  <a:gd name="T4" fmla="*/ 0 w 198"/>
                  <a:gd name="T5" fmla="*/ 153 h 124"/>
                  <a:gd name="T6" fmla="*/ 59 w 198"/>
                  <a:gd name="T7" fmla="*/ 85 h 124"/>
                  <a:gd name="T8" fmla="*/ 109 w 198"/>
                  <a:gd name="T9" fmla="*/ 48 h 124"/>
                  <a:gd name="T10" fmla="*/ 174 w 198"/>
                  <a:gd name="T11" fmla="*/ 29 h 124"/>
                  <a:gd name="T12" fmla="*/ 240 w 198"/>
                  <a:gd name="T13" fmla="*/ 16 h 1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8" h="124">
                    <a:moveTo>
                      <a:pt x="198" y="12"/>
                    </a:moveTo>
                    <a:cubicBezTo>
                      <a:pt x="158" y="0"/>
                      <a:pt x="114" y="19"/>
                      <a:pt x="80" y="34"/>
                    </a:cubicBezTo>
                    <a:cubicBezTo>
                      <a:pt x="46" y="49"/>
                      <a:pt x="14" y="90"/>
                      <a:pt x="0" y="124"/>
                    </a:cubicBezTo>
                    <a:cubicBezTo>
                      <a:pt x="20" y="111"/>
                      <a:pt x="32" y="85"/>
                      <a:pt x="49" y="69"/>
                    </a:cubicBezTo>
                    <a:cubicBezTo>
                      <a:pt x="61" y="56"/>
                      <a:pt x="74" y="46"/>
                      <a:pt x="90" y="39"/>
                    </a:cubicBezTo>
                    <a:cubicBezTo>
                      <a:pt x="107" y="31"/>
                      <a:pt x="126" y="28"/>
                      <a:pt x="144" y="23"/>
                    </a:cubicBezTo>
                    <a:cubicBezTo>
                      <a:pt x="162" y="18"/>
                      <a:pt x="181" y="19"/>
                      <a:pt x="198" y="1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712" name="Freeform 292">
                <a:extLst>
                  <a:ext uri="{FF2B5EF4-FFF2-40B4-BE49-F238E27FC236}">
                    <a16:creationId xmlns:a16="http://schemas.microsoft.com/office/drawing/2014/main" id="{F99E80C5-EF5E-471D-B11B-E0DC15FED5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6" y="2505"/>
                <a:ext cx="173" cy="303"/>
              </a:xfrm>
              <a:custGeom>
                <a:avLst/>
                <a:gdLst>
                  <a:gd name="T0" fmla="*/ 198 w 162"/>
                  <a:gd name="T1" fmla="*/ 1 h 284"/>
                  <a:gd name="T2" fmla="*/ 160 w 162"/>
                  <a:gd name="T3" fmla="*/ 2 h 284"/>
                  <a:gd name="T4" fmla="*/ 123 w 162"/>
                  <a:gd name="T5" fmla="*/ 23 h 284"/>
                  <a:gd name="T6" fmla="*/ 48 w 162"/>
                  <a:gd name="T7" fmla="*/ 96 h 284"/>
                  <a:gd name="T8" fmla="*/ 17 w 162"/>
                  <a:gd name="T9" fmla="*/ 273 h 284"/>
                  <a:gd name="T10" fmla="*/ 34 w 162"/>
                  <a:gd name="T11" fmla="*/ 313 h 284"/>
                  <a:gd name="T12" fmla="*/ 64 w 162"/>
                  <a:gd name="T13" fmla="*/ 344 h 284"/>
                  <a:gd name="T14" fmla="*/ 147 w 162"/>
                  <a:gd name="T15" fmla="*/ 310 h 284"/>
                  <a:gd name="T16" fmla="*/ 62 w 162"/>
                  <a:gd name="T17" fmla="*/ 302 h 284"/>
                  <a:gd name="T18" fmla="*/ 57 w 162"/>
                  <a:gd name="T19" fmla="*/ 252 h 284"/>
                  <a:gd name="T20" fmla="*/ 54 w 162"/>
                  <a:gd name="T21" fmla="*/ 179 h 284"/>
                  <a:gd name="T22" fmla="*/ 72 w 162"/>
                  <a:gd name="T23" fmla="*/ 114 h 284"/>
                  <a:gd name="T24" fmla="*/ 105 w 162"/>
                  <a:gd name="T25" fmla="*/ 50 h 284"/>
                  <a:gd name="T26" fmla="*/ 138 w 162"/>
                  <a:gd name="T27" fmla="*/ 25 h 284"/>
                  <a:gd name="T28" fmla="*/ 187 w 162"/>
                  <a:gd name="T29" fmla="*/ 2 h 284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62" h="284">
                    <a:moveTo>
                      <a:pt x="162" y="1"/>
                    </a:moveTo>
                    <a:cubicBezTo>
                      <a:pt x="152" y="5"/>
                      <a:pt x="141" y="0"/>
                      <a:pt x="131" y="2"/>
                    </a:cubicBezTo>
                    <a:cubicBezTo>
                      <a:pt x="121" y="5"/>
                      <a:pt x="110" y="14"/>
                      <a:pt x="101" y="20"/>
                    </a:cubicBezTo>
                    <a:cubicBezTo>
                      <a:pt x="76" y="37"/>
                      <a:pt x="54" y="53"/>
                      <a:pt x="39" y="79"/>
                    </a:cubicBezTo>
                    <a:cubicBezTo>
                      <a:pt x="15" y="122"/>
                      <a:pt x="0" y="177"/>
                      <a:pt x="14" y="225"/>
                    </a:cubicBezTo>
                    <a:cubicBezTo>
                      <a:pt x="18" y="236"/>
                      <a:pt x="24" y="246"/>
                      <a:pt x="28" y="258"/>
                    </a:cubicBezTo>
                    <a:cubicBezTo>
                      <a:pt x="34" y="273"/>
                      <a:pt x="32" y="284"/>
                      <a:pt x="52" y="283"/>
                    </a:cubicBezTo>
                    <a:cubicBezTo>
                      <a:pt x="76" y="282"/>
                      <a:pt x="100" y="266"/>
                      <a:pt x="121" y="256"/>
                    </a:cubicBezTo>
                    <a:cubicBezTo>
                      <a:pt x="102" y="255"/>
                      <a:pt x="63" y="273"/>
                      <a:pt x="51" y="248"/>
                    </a:cubicBezTo>
                    <a:cubicBezTo>
                      <a:pt x="46" y="238"/>
                      <a:pt x="49" y="219"/>
                      <a:pt x="47" y="207"/>
                    </a:cubicBezTo>
                    <a:cubicBezTo>
                      <a:pt x="46" y="187"/>
                      <a:pt x="44" y="167"/>
                      <a:pt x="45" y="147"/>
                    </a:cubicBezTo>
                    <a:cubicBezTo>
                      <a:pt x="45" y="125"/>
                      <a:pt x="51" y="113"/>
                      <a:pt x="59" y="94"/>
                    </a:cubicBezTo>
                    <a:cubicBezTo>
                      <a:pt x="67" y="76"/>
                      <a:pt x="72" y="56"/>
                      <a:pt x="86" y="41"/>
                    </a:cubicBezTo>
                    <a:cubicBezTo>
                      <a:pt x="93" y="33"/>
                      <a:pt x="103" y="25"/>
                      <a:pt x="113" y="21"/>
                    </a:cubicBezTo>
                    <a:cubicBezTo>
                      <a:pt x="125" y="15"/>
                      <a:pt x="142" y="4"/>
                      <a:pt x="154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713" name="Freeform 293">
                <a:extLst>
                  <a:ext uri="{FF2B5EF4-FFF2-40B4-BE49-F238E27FC236}">
                    <a16:creationId xmlns:a16="http://schemas.microsoft.com/office/drawing/2014/main" id="{4E2681CC-8898-423B-BC23-82EA9BD179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5" y="2680"/>
                <a:ext cx="86" cy="284"/>
              </a:xfrm>
              <a:custGeom>
                <a:avLst/>
                <a:gdLst>
                  <a:gd name="T0" fmla="*/ 93 w 81"/>
                  <a:gd name="T1" fmla="*/ 129 h 266"/>
                  <a:gd name="T2" fmla="*/ 97 w 81"/>
                  <a:gd name="T3" fmla="*/ 162 h 266"/>
                  <a:gd name="T4" fmla="*/ 48 w 81"/>
                  <a:gd name="T5" fmla="*/ 239 h 266"/>
                  <a:gd name="T6" fmla="*/ 44 w 81"/>
                  <a:gd name="T7" fmla="*/ 287 h 266"/>
                  <a:gd name="T8" fmla="*/ 55 w 81"/>
                  <a:gd name="T9" fmla="*/ 324 h 266"/>
                  <a:gd name="T10" fmla="*/ 40 w 81"/>
                  <a:gd name="T11" fmla="*/ 170 h 266"/>
                  <a:gd name="T12" fmla="*/ 15 w 81"/>
                  <a:gd name="T13" fmla="*/ 95 h 266"/>
                  <a:gd name="T14" fmla="*/ 15 w 81"/>
                  <a:gd name="T15" fmla="*/ 0 h 266"/>
                  <a:gd name="T16" fmla="*/ 42 w 81"/>
                  <a:gd name="T17" fmla="*/ 109 h 266"/>
                  <a:gd name="T18" fmla="*/ 80 w 81"/>
                  <a:gd name="T19" fmla="*/ 129 h 26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1" h="266">
                    <a:moveTo>
                      <a:pt x="78" y="106"/>
                    </a:moveTo>
                    <a:cubicBezTo>
                      <a:pt x="69" y="114"/>
                      <a:pt x="60" y="138"/>
                      <a:pt x="81" y="133"/>
                    </a:cubicBezTo>
                    <a:cubicBezTo>
                      <a:pt x="53" y="148"/>
                      <a:pt x="43" y="166"/>
                      <a:pt x="40" y="197"/>
                    </a:cubicBezTo>
                    <a:cubicBezTo>
                      <a:pt x="39" y="210"/>
                      <a:pt x="35" y="223"/>
                      <a:pt x="37" y="236"/>
                    </a:cubicBezTo>
                    <a:cubicBezTo>
                      <a:pt x="37" y="247"/>
                      <a:pt x="44" y="256"/>
                      <a:pt x="46" y="266"/>
                    </a:cubicBezTo>
                    <a:cubicBezTo>
                      <a:pt x="5" y="236"/>
                      <a:pt x="32" y="180"/>
                      <a:pt x="34" y="140"/>
                    </a:cubicBezTo>
                    <a:cubicBezTo>
                      <a:pt x="35" y="120"/>
                      <a:pt x="20" y="96"/>
                      <a:pt x="12" y="78"/>
                    </a:cubicBezTo>
                    <a:cubicBezTo>
                      <a:pt x="0" y="52"/>
                      <a:pt x="0" y="27"/>
                      <a:pt x="12" y="0"/>
                    </a:cubicBezTo>
                    <a:cubicBezTo>
                      <a:pt x="18" y="30"/>
                      <a:pt x="22" y="62"/>
                      <a:pt x="36" y="90"/>
                    </a:cubicBezTo>
                    <a:cubicBezTo>
                      <a:pt x="44" y="104"/>
                      <a:pt x="50" y="106"/>
                      <a:pt x="67" y="10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714" name="Freeform 294">
                <a:extLst>
                  <a:ext uri="{FF2B5EF4-FFF2-40B4-BE49-F238E27FC236}">
                    <a16:creationId xmlns:a16="http://schemas.microsoft.com/office/drawing/2014/main" id="{FC2ABC0F-D85B-4061-8885-FE10C711A9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2" y="2244"/>
                <a:ext cx="104" cy="51"/>
              </a:xfrm>
              <a:custGeom>
                <a:avLst/>
                <a:gdLst>
                  <a:gd name="T0" fmla="*/ 120 w 97"/>
                  <a:gd name="T1" fmla="*/ 0 h 47"/>
                  <a:gd name="T2" fmla="*/ 99 w 97"/>
                  <a:gd name="T3" fmla="*/ 5 h 47"/>
                  <a:gd name="T4" fmla="*/ 79 w 97"/>
                  <a:gd name="T5" fmla="*/ 16 h 47"/>
                  <a:gd name="T6" fmla="*/ 53 w 97"/>
                  <a:gd name="T7" fmla="*/ 24 h 47"/>
                  <a:gd name="T8" fmla="*/ 0 w 97"/>
                  <a:gd name="T9" fmla="*/ 28 h 47"/>
                  <a:gd name="T10" fmla="*/ 73 w 97"/>
                  <a:gd name="T11" fmla="*/ 60 h 47"/>
                  <a:gd name="T12" fmla="*/ 54 w 97"/>
                  <a:gd name="T13" fmla="*/ 39 h 47"/>
                  <a:gd name="T14" fmla="*/ 69 w 97"/>
                  <a:gd name="T15" fmla="*/ 25 h 47"/>
                  <a:gd name="T16" fmla="*/ 113 w 97"/>
                  <a:gd name="T17" fmla="*/ 2 h 4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7" h="47">
                    <a:moveTo>
                      <a:pt x="97" y="0"/>
                    </a:moveTo>
                    <a:cubicBezTo>
                      <a:pt x="92" y="3"/>
                      <a:pt x="85" y="3"/>
                      <a:pt x="80" y="5"/>
                    </a:cubicBezTo>
                    <a:cubicBezTo>
                      <a:pt x="74" y="7"/>
                      <a:pt x="69" y="11"/>
                      <a:pt x="64" y="13"/>
                    </a:cubicBezTo>
                    <a:cubicBezTo>
                      <a:pt x="57" y="16"/>
                      <a:pt x="50" y="17"/>
                      <a:pt x="43" y="18"/>
                    </a:cubicBezTo>
                    <a:cubicBezTo>
                      <a:pt x="29" y="20"/>
                      <a:pt x="14" y="22"/>
                      <a:pt x="0" y="22"/>
                    </a:cubicBezTo>
                    <a:cubicBezTo>
                      <a:pt x="20" y="29"/>
                      <a:pt x="41" y="40"/>
                      <a:pt x="59" y="47"/>
                    </a:cubicBezTo>
                    <a:cubicBezTo>
                      <a:pt x="52" y="46"/>
                      <a:pt x="42" y="39"/>
                      <a:pt x="44" y="30"/>
                    </a:cubicBezTo>
                    <a:cubicBezTo>
                      <a:pt x="45" y="26"/>
                      <a:pt x="51" y="21"/>
                      <a:pt x="56" y="19"/>
                    </a:cubicBezTo>
                    <a:cubicBezTo>
                      <a:pt x="66" y="13"/>
                      <a:pt x="79" y="7"/>
                      <a:pt x="91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715" name="Freeform 295">
                <a:extLst>
                  <a:ext uri="{FF2B5EF4-FFF2-40B4-BE49-F238E27FC236}">
                    <a16:creationId xmlns:a16="http://schemas.microsoft.com/office/drawing/2014/main" id="{5DACDCAF-2986-4FD0-8D4F-FEF15A255F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5" y="2269"/>
                <a:ext cx="30" cy="18"/>
              </a:xfrm>
              <a:custGeom>
                <a:avLst/>
                <a:gdLst>
                  <a:gd name="T0" fmla="*/ 25 w 28"/>
                  <a:gd name="T1" fmla="*/ 0 h 17"/>
                  <a:gd name="T2" fmla="*/ 15 w 28"/>
                  <a:gd name="T3" fmla="*/ 19 h 17"/>
                  <a:gd name="T4" fmla="*/ 23 w 28"/>
                  <a:gd name="T5" fmla="*/ 1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17">
                    <a:moveTo>
                      <a:pt x="20" y="0"/>
                    </a:moveTo>
                    <a:cubicBezTo>
                      <a:pt x="28" y="3"/>
                      <a:pt x="20" y="17"/>
                      <a:pt x="12" y="16"/>
                    </a:cubicBezTo>
                    <a:cubicBezTo>
                      <a:pt x="0" y="14"/>
                      <a:pt x="19" y="4"/>
                      <a:pt x="19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716" name="Freeform 296">
                <a:extLst>
                  <a:ext uri="{FF2B5EF4-FFF2-40B4-BE49-F238E27FC236}">
                    <a16:creationId xmlns:a16="http://schemas.microsoft.com/office/drawing/2014/main" id="{0A054FEF-8FE3-414E-B4A6-CB6B8F51B1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0" y="2229"/>
                <a:ext cx="129" cy="52"/>
              </a:xfrm>
              <a:custGeom>
                <a:avLst/>
                <a:gdLst>
                  <a:gd name="T0" fmla="*/ 149 w 120"/>
                  <a:gd name="T1" fmla="*/ 44 h 48"/>
                  <a:gd name="T2" fmla="*/ 0 w 120"/>
                  <a:gd name="T3" fmla="*/ 0 h 48"/>
                  <a:gd name="T4" fmla="*/ 75 w 120"/>
                  <a:gd name="T5" fmla="*/ 41 h 48"/>
                  <a:gd name="T6" fmla="*/ 120 w 120"/>
                  <a:gd name="T7" fmla="*/ 61 h 48"/>
                  <a:gd name="T8" fmla="*/ 144 w 120"/>
                  <a:gd name="T9" fmla="*/ 47 h 4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0" h="48">
                    <a:moveTo>
                      <a:pt x="120" y="35"/>
                    </a:moveTo>
                    <a:cubicBezTo>
                      <a:pt x="77" y="38"/>
                      <a:pt x="39" y="17"/>
                      <a:pt x="0" y="0"/>
                    </a:cubicBezTo>
                    <a:cubicBezTo>
                      <a:pt x="12" y="16"/>
                      <a:pt x="41" y="25"/>
                      <a:pt x="60" y="32"/>
                    </a:cubicBezTo>
                    <a:cubicBezTo>
                      <a:pt x="67" y="34"/>
                      <a:pt x="98" y="36"/>
                      <a:pt x="97" y="48"/>
                    </a:cubicBezTo>
                    <a:cubicBezTo>
                      <a:pt x="104" y="47"/>
                      <a:pt x="110" y="40"/>
                      <a:pt x="116" y="3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717" name="Freeform 297">
                <a:extLst>
                  <a:ext uri="{FF2B5EF4-FFF2-40B4-BE49-F238E27FC236}">
                    <a16:creationId xmlns:a16="http://schemas.microsoft.com/office/drawing/2014/main" id="{E7C175F4-C72E-4D98-A360-E8E3F3786A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6" y="3017"/>
                <a:ext cx="217" cy="90"/>
              </a:xfrm>
              <a:custGeom>
                <a:avLst/>
                <a:gdLst>
                  <a:gd name="T0" fmla="*/ 0 w 203"/>
                  <a:gd name="T1" fmla="*/ 2 h 84"/>
                  <a:gd name="T2" fmla="*/ 33 w 203"/>
                  <a:gd name="T3" fmla="*/ 79 h 84"/>
                  <a:gd name="T4" fmla="*/ 94 w 203"/>
                  <a:gd name="T5" fmla="*/ 96 h 84"/>
                  <a:gd name="T6" fmla="*/ 181 w 203"/>
                  <a:gd name="T7" fmla="*/ 66 h 84"/>
                  <a:gd name="T8" fmla="*/ 248 w 203"/>
                  <a:gd name="T9" fmla="*/ 57 h 84"/>
                  <a:gd name="T10" fmla="*/ 118 w 203"/>
                  <a:gd name="T11" fmla="*/ 64 h 84"/>
                  <a:gd name="T12" fmla="*/ 46 w 203"/>
                  <a:gd name="T13" fmla="*/ 59 h 84"/>
                  <a:gd name="T14" fmla="*/ 0 w 203"/>
                  <a:gd name="T15" fmla="*/ 0 h 8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03" h="84">
                    <a:moveTo>
                      <a:pt x="0" y="2"/>
                    </a:moveTo>
                    <a:cubicBezTo>
                      <a:pt x="8" y="21"/>
                      <a:pt x="16" y="48"/>
                      <a:pt x="27" y="64"/>
                    </a:cubicBezTo>
                    <a:cubicBezTo>
                      <a:pt x="40" y="84"/>
                      <a:pt x="56" y="84"/>
                      <a:pt x="77" y="78"/>
                    </a:cubicBezTo>
                    <a:cubicBezTo>
                      <a:pt x="101" y="71"/>
                      <a:pt x="124" y="60"/>
                      <a:pt x="148" y="54"/>
                    </a:cubicBezTo>
                    <a:cubicBezTo>
                      <a:pt x="165" y="50"/>
                      <a:pt x="186" y="46"/>
                      <a:pt x="203" y="46"/>
                    </a:cubicBezTo>
                    <a:cubicBezTo>
                      <a:pt x="168" y="40"/>
                      <a:pt x="129" y="36"/>
                      <a:pt x="96" y="52"/>
                    </a:cubicBezTo>
                    <a:cubicBezTo>
                      <a:pt x="74" y="63"/>
                      <a:pt x="57" y="70"/>
                      <a:pt x="37" y="48"/>
                    </a:cubicBezTo>
                    <a:cubicBezTo>
                      <a:pt x="24" y="33"/>
                      <a:pt x="18" y="12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718" name="Freeform 298">
                <a:extLst>
                  <a:ext uri="{FF2B5EF4-FFF2-40B4-BE49-F238E27FC236}">
                    <a16:creationId xmlns:a16="http://schemas.microsoft.com/office/drawing/2014/main" id="{D292A810-20CD-4A71-BE76-0496B92677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1" y="3089"/>
                <a:ext cx="209" cy="85"/>
              </a:xfrm>
              <a:custGeom>
                <a:avLst/>
                <a:gdLst>
                  <a:gd name="T0" fmla="*/ 234 w 196"/>
                  <a:gd name="T1" fmla="*/ 0 h 80"/>
                  <a:gd name="T2" fmla="*/ 175 w 196"/>
                  <a:gd name="T3" fmla="*/ 46 h 80"/>
                  <a:gd name="T4" fmla="*/ 119 w 196"/>
                  <a:gd name="T5" fmla="*/ 61 h 80"/>
                  <a:gd name="T6" fmla="*/ 0 w 196"/>
                  <a:gd name="T7" fmla="*/ 58 h 80"/>
                  <a:gd name="T8" fmla="*/ 161 w 196"/>
                  <a:gd name="T9" fmla="*/ 78 h 80"/>
                  <a:gd name="T10" fmla="*/ 238 w 196"/>
                  <a:gd name="T11" fmla="*/ 4 h 8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96" h="80">
                    <a:moveTo>
                      <a:pt x="192" y="0"/>
                    </a:moveTo>
                    <a:cubicBezTo>
                      <a:pt x="175" y="6"/>
                      <a:pt x="159" y="27"/>
                      <a:pt x="144" y="38"/>
                    </a:cubicBezTo>
                    <a:cubicBezTo>
                      <a:pt x="129" y="48"/>
                      <a:pt x="114" y="47"/>
                      <a:pt x="98" y="51"/>
                    </a:cubicBezTo>
                    <a:cubicBezTo>
                      <a:pt x="71" y="57"/>
                      <a:pt x="26" y="63"/>
                      <a:pt x="0" y="49"/>
                    </a:cubicBezTo>
                    <a:cubicBezTo>
                      <a:pt x="33" y="80"/>
                      <a:pt x="93" y="76"/>
                      <a:pt x="133" y="65"/>
                    </a:cubicBezTo>
                    <a:cubicBezTo>
                      <a:pt x="169" y="56"/>
                      <a:pt x="177" y="28"/>
                      <a:pt x="196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719" name="Freeform 299">
                <a:extLst>
                  <a:ext uri="{FF2B5EF4-FFF2-40B4-BE49-F238E27FC236}">
                    <a16:creationId xmlns:a16="http://schemas.microsoft.com/office/drawing/2014/main" id="{B9C07323-F343-4352-A1C0-50ED70ADD3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5" y="3111"/>
                <a:ext cx="94" cy="35"/>
              </a:xfrm>
              <a:custGeom>
                <a:avLst/>
                <a:gdLst>
                  <a:gd name="T0" fmla="*/ 50 w 88"/>
                  <a:gd name="T1" fmla="*/ 0 h 33"/>
                  <a:gd name="T2" fmla="*/ 7 w 88"/>
                  <a:gd name="T3" fmla="*/ 38 h 33"/>
                  <a:gd name="T4" fmla="*/ 107 w 88"/>
                  <a:gd name="T5" fmla="*/ 37 h 33"/>
                  <a:gd name="T6" fmla="*/ 69 w 88"/>
                  <a:gd name="T7" fmla="*/ 25 h 33"/>
                  <a:gd name="T8" fmla="*/ 34 w 88"/>
                  <a:gd name="T9" fmla="*/ 20 h 33"/>
                  <a:gd name="T10" fmla="*/ 49 w 88"/>
                  <a:gd name="T11" fmla="*/ 4 h 3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8" h="33">
                    <a:moveTo>
                      <a:pt x="41" y="0"/>
                    </a:moveTo>
                    <a:cubicBezTo>
                      <a:pt x="27" y="4"/>
                      <a:pt x="0" y="15"/>
                      <a:pt x="7" y="32"/>
                    </a:cubicBezTo>
                    <a:cubicBezTo>
                      <a:pt x="33" y="28"/>
                      <a:pt x="61" y="33"/>
                      <a:pt x="88" y="31"/>
                    </a:cubicBezTo>
                    <a:cubicBezTo>
                      <a:pt x="77" y="30"/>
                      <a:pt x="68" y="24"/>
                      <a:pt x="57" y="22"/>
                    </a:cubicBezTo>
                    <a:cubicBezTo>
                      <a:pt x="47" y="20"/>
                      <a:pt x="37" y="20"/>
                      <a:pt x="28" y="17"/>
                    </a:cubicBezTo>
                    <a:cubicBezTo>
                      <a:pt x="32" y="12"/>
                      <a:pt x="37" y="9"/>
                      <a:pt x="40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720" name="Freeform 300">
                <a:extLst>
                  <a:ext uri="{FF2B5EF4-FFF2-40B4-BE49-F238E27FC236}">
                    <a16:creationId xmlns:a16="http://schemas.microsoft.com/office/drawing/2014/main" id="{A1821D0E-8B91-4F72-B09B-8A646F4E00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7" y="2731"/>
                <a:ext cx="228" cy="47"/>
              </a:xfrm>
              <a:custGeom>
                <a:avLst/>
                <a:gdLst>
                  <a:gd name="T0" fmla="*/ 2 w 213"/>
                  <a:gd name="T1" fmla="*/ 51 h 44"/>
                  <a:gd name="T2" fmla="*/ 145 w 213"/>
                  <a:gd name="T3" fmla="*/ 28 h 44"/>
                  <a:gd name="T4" fmla="*/ 210 w 213"/>
                  <a:gd name="T5" fmla="*/ 26 h 44"/>
                  <a:gd name="T6" fmla="*/ 261 w 213"/>
                  <a:gd name="T7" fmla="*/ 0 h 44"/>
                  <a:gd name="T8" fmla="*/ 121 w 213"/>
                  <a:gd name="T9" fmla="*/ 13 h 44"/>
                  <a:gd name="T10" fmla="*/ 58 w 213"/>
                  <a:gd name="T11" fmla="*/ 26 h 44"/>
                  <a:gd name="T12" fmla="*/ 0 w 213"/>
                  <a:gd name="T13" fmla="*/ 53 h 4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13" h="44">
                    <a:moveTo>
                      <a:pt x="2" y="42"/>
                    </a:moveTo>
                    <a:cubicBezTo>
                      <a:pt x="40" y="31"/>
                      <a:pt x="77" y="22"/>
                      <a:pt x="118" y="22"/>
                    </a:cubicBezTo>
                    <a:cubicBezTo>
                      <a:pt x="135" y="22"/>
                      <a:pt x="154" y="24"/>
                      <a:pt x="171" y="21"/>
                    </a:cubicBezTo>
                    <a:cubicBezTo>
                      <a:pt x="189" y="18"/>
                      <a:pt x="199" y="10"/>
                      <a:pt x="213" y="0"/>
                    </a:cubicBezTo>
                    <a:cubicBezTo>
                      <a:pt x="183" y="17"/>
                      <a:pt x="135" y="6"/>
                      <a:pt x="99" y="10"/>
                    </a:cubicBezTo>
                    <a:cubicBezTo>
                      <a:pt x="82" y="12"/>
                      <a:pt x="63" y="16"/>
                      <a:pt x="47" y="21"/>
                    </a:cubicBezTo>
                    <a:cubicBezTo>
                      <a:pt x="30" y="26"/>
                      <a:pt x="17" y="39"/>
                      <a:pt x="0" y="4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721" name="Freeform 301">
                <a:extLst>
                  <a:ext uri="{FF2B5EF4-FFF2-40B4-BE49-F238E27FC236}">
                    <a16:creationId xmlns:a16="http://schemas.microsoft.com/office/drawing/2014/main" id="{1FFDECF5-750D-41BB-96F4-9B34695014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6" y="2411"/>
                <a:ext cx="165" cy="81"/>
              </a:xfrm>
              <a:custGeom>
                <a:avLst/>
                <a:gdLst>
                  <a:gd name="T0" fmla="*/ 0 w 154"/>
                  <a:gd name="T1" fmla="*/ 91 h 76"/>
                  <a:gd name="T2" fmla="*/ 114 w 154"/>
                  <a:gd name="T3" fmla="*/ 0 h 76"/>
                  <a:gd name="T4" fmla="*/ 105 w 154"/>
                  <a:gd name="T5" fmla="*/ 49 h 76"/>
                  <a:gd name="T6" fmla="*/ 138 w 154"/>
                  <a:gd name="T7" fmla="*/ 68 h 76"/>
                  <a:gd name="T8" fmla="*/ 190 w 154"/>
                  <a:gd name="T9" fmla="*/ 92 h 76"/>
                  <a:gd name="T10" fmla="*/ 141 w 154"/>
                  <a:gd name="T11" fmla="*/ 77 h 76"/>
                  <a:gd name="T12" fmla="*/ 96 w 154"/>
                  <a:gd name="T13" fmla="*/ 82 h 76"/>
                  <a:gd name="T14" fmla="*/ 11 w 154"/>
                  <a:gd name="T15" fmla="*/ 92 h 7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54" h="76">
                    <a:moveTo>
                      <a:pt x="0" y="75"/>
                    </a:moveTo>
                    <a:cubicBezTo>
                      <a:pt x="39" y="63"/>
                      <a:pt x="69" y="34"/>
                      <a:pt x="92" y="0"/>
                    </a:cubicBezTo>
                    <a:cubicBezTo>
                      <a:pt x="93" y="13"/>
                      <a:pt x="80" y="27"/>
                      <a:pt x="85" y="40"/>
                    </a:cubicBezTo>
                    <a:cubicBezTo>
                      <a:pt x="89" y="52"/>
                      <a:pt x="102" y="53"/>
                      <a:pt x="112" y="56"/>
                    </a:cubicBezTo>
                    <a:cubicBezTo>
                      <a:pt x="124" y="59"/>
                      <a:pt x="149" y="64"/>
                      <a:pt x="154" y="76"/>
                    </a:cubicBezTo>
                    <a:cubicBezTo>
                      <a:pt x="141" y="74"/>
                      <a:pt x="129" y="65"/>
                      <a:pt x="115" y="64"/>
                    </a:cubicBezTo>
                    <a:cubicBezTo>
                      <a:pt x="102" y="63"/>
                      <a:pt x="91" y="66"/>
                      <a:pt x="78" y="68"/>
                    </a:cubicBezTo>
                    <a:cubicBezTo>
                      <a:pt x="55" y="72"/>
                      <a:pt x="31" y="71"/>
                      <a:pt x="8" y="7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722" name="Freeform 302">
                <a:extLst>
                  <a:ext uri="{FF2B5EF4-FFF2-40B4-BE49-F238E27FC236}">
                    <a16:creationId xmlns:a16="http://schemas.microsoft.com/office/drawing/2014/main" id="{0ED30689-3BF4-4E3B-B7E8-A86C626703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9" y="1839"/>
                <a:ext cx="403" cy="218"/>
              </a:xfrm>
              <a:custGeom>
                <a:avLst/>
                <a:gdLst>
                  <a:gd name="T0" fmla="*/ 403 w 377"/>
                  <a:gd name="T1" fmla="*/ 0 h 204"/>
                  <a:gd name="T2" fmla="*/ 279 w 377"/>
                  <a:gd name="T3" fmla="*/ 177 h 204"/>
                  <a:gd name="T4" fmla="*/ 0 w 377"/>
                  <a:gd name="T5" fmla="*/ 165 h 204"/>
                  <a:gd name="T6" fmla="*/ 283 w 377"/>
                  <a:gd name="T7" fmla="*/ 188 h 204"/>
                  <a:gd name="T8" fmla="*/ 403 w 377"/>
                  <a:gd name="T9" fmla="*/ 0 h 20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77" h="204">
                    <a:moveTo>
                      <a:pt x="330" y="0"/>
                    </a:moveTo>
                    <a:cubicBezTo>
                      <a:pt x="330" y="0"/>
                      <a:pt x="320" y="108"/>
                      <a:pt x="228" y="145"/>
                    </a:cubicBezTo>
                    <a:cubicBezTo>
                      <a:pt x="137" y="182"/>
                      <a:pt x="57" y="169"/>
                      <a:pt x="0" y="135"/>
                    </a:cubicBezTo>
                    <a:cubicBezTo>
                      <a:pt x="0" y="135"/>
                      <a:pt x="87" y="204"/>
                      <a:pt x="232" y="154"/>
                    </a:cubicBezTo>
                    <a:cubicBezTo>
                      <a:pt x="377" y="104"/>
                      <a:pt x="331" y="3"/>
                      <a:pt x="33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723" name="Freeform 303">
                <a:extLst>
                  <a:ext uri="{FF2B5EF4-FFF2-40B4-BE49-F238E27FC236}">
                    <a16:creationId xmlns:a16="http://schemas.microsoft.com/office/drawing/2014/main" id="{29984E2D-C147-43EF-8163-A2D24D5C17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9" y="3946"/>
                <a:ext cx="69" cy="62"/>
              </a:xfrm>
              <a:custGeom>
                <a:avLst/>
                <a:gdLst>
                  <a:gd name="T0" fmla="*/ 77 w 65"/>
                  <a:gd name="T1" fmla="*/ 64 h 58"/>
                  <a:gd name="T2" fmla="*/ 50 w 65"/>
                  <a:gd name="T3" fmla="*/ 50 h 58"/>
                  <a:gd name="T4" fmla="*/ 36 w 65"/>
                  <a:gd name="T5" fmla="*/ 30 h 58"/>
                  <a:gd name="T6" fmla="*/ 0 w 65"/>
                  <a:gd name="T7" fmla="*/ 0 h 58"/>
                  <a:gd name="T8" fmla="*/ 24 w 65"/>
                  <a:gd name="T9" fmla="*/ 15 h 58"/>
                  <a:gd name="T10" fmla="*/ 51 w 65"/>
                  <a:gd name="T11" fmla="*/ 33 h 58"/>
                  <a:gd name="T12" fmla="*/ 59 w 65"/>
                  <a:gd name="T13" fmla="*/ 52 h 58"/>
                  <a:gd name="T14" fmla="*/ 73 w 65"/>
                  <a:gd name="T15" fmla="*/ 61 h 5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5" h="58">
                    <a:moveTo>
                      <a:pt x="65" y="52"/>
                    </a:moveTo>
                    <a:cubicBezTo>
                      <a:pt x="57" y="58"/>
                      <a:pt x="44" y="48"/>
                      <a:pt x="41" y="41"/>
                    </a:cubicBezTo>
                    <a:cubicBezTo>
                      <a:pt x="38" y="35"/>
                      <a:pt x="37" y="28"/>
                      <a:pt x="30" y="24"/>
                    </a:cubicBezTo>
                    <a:cubicBezTo>
                      <a:pt x="19" y="19"/>
                      <a:pt x="12" y="4"/>
                      <a:pt x="0" y="0"/>
                    </a:cubicBezTo>
                    <a:cubicBezTo>
                      <a:pt x="7" y="2"/>
                      <a:pt x="14" y="8"/>
                      <a:pt x="21" y="12"/>
                    </a:cubicBezTo>
                    <a:cubicBezTo>
                      <a:pt x="29" y="16"/>
                      <a:pt x="36" y="19"/>
                      <a:pt x="42" y="27"/>
                    </a:cubicBezTo>
                    <a:cubicBezTo>
                      <a:pt x="45" y="32"/>
                      <a:pt x="45" y="38"/>
                      <a:pt x="50" y="43"/>
                    </a:cubicBezTo>
                    <a:cubicBezTo>
                      <a:pt x="52" y="45"/>
                      <a:pt x="57" y="48"/>
                      <a:pt x="61" y="5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724" name="Freeform 304">
                <a:extLst>
                  <a:ext uri="{FF2B5EF4-FFF2-40B4-BE49-F238E27FC236}">
                    <a16:creationId xmlns:a16="http://schemas.microsoft.com/office/drawing/2014/main" id="{E6914DC2-94DA-4960-BF95-E1F2C8CF11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1" y="3695"/>
                <a:ext cx="94" cy="133"/>
              </a:xfrm>
              <a:custGeom>
                <a:avLst/>
                <a:gdLst>
                  <a:gd name="T0" fmla="*/ 49 w 88"/>
                  <a:gd name="T1" fmla="*/ 153 h 124"/>
                  <a:gd name="T2" fmla="*/ 4 w 88"/>
                  <a:gd name="T3" fmla="*/ 101 h 124"/>
                  <a:gd name="T4" fmla="*/ 4 w 88"/>
                  <a:gd name="T5" fmla="*/ 32 h 124"/>
                  <a:gd name="T6" fmla="*/ 7 w 88"/>
                  <a:gd name="T7" fmla="*/ 16 h 124"/>
                  <a:gd name="T8" fmla="*/ 35 w 88"/>
                  <a:gd name="T9" fmla="*/ 5 h 124"/>
                  <a:gd name="T10" fmla="*/ 107 w 88"/>
                  <a:gd name="T11" fmla="*/ 3 h 124"/>
                  <a:gd name="T12" fmla="*/ 37 w 88"/>
                  <a:gd name="T13" fmla="*/ 16 h 124"/>
                  <a:gd name="T14" fmla="*/ 17 w 88"/>
                  <a:gd name="T15" fmla="*/ 20 h 124"/>
                  <a:gd name="T16" fmla="*/ 15 w 88"/>
                  <a:gd name="T17" fmla="*/ 44 h 124"/>
                  <a:gd name="T18" fmla="*/ 14 w 88"/>
                  <a:gd name="T19" fmla="*/ 107 h 124"/>
                  <a:gd name="T20" fmla="*/ 44 w 88"/>
                  <a:gd name="T21" fmla="*/ 152 h 12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8" h="124">
                    <a:moveTo>
                      <a:pt x="40" y="124"/>
                    </a:moveTo>
                    <a:cubicBezTo>
                      <a:pt x="19" y="116"/>
                      <a:pt x="9" y="105"/>
                      <a:pt x="4" y="82"/>
                    </a:cubicBezTo>
                    <a:cubicBezTo>
                      <a:pt x="0" y="63"/>
                      <a:pt x="7" y="45"/>
                      <a:pt x="4" y="26"/>
                    </a:cubicBezTo>
                    <a:cubicBezTo>
                      <a:pt x="2" y="17"/>
                      <a:pt x="0" y="18"/>
                      <a:pt x="7" y="13"/>
                    </a:cubicBezTo>
                    <a:cubicBezTo>
                      <a:pt x="14" y="8"/>
                      <a:pt x="20" y="7"/>
                      <a:pt x="29" y="5"/>
                    </a:cubicBezTo>
                    <a:cubicBezTo>
                      <a:pt x="49" y="0"/>
                      <a:pt x="68" y="2"/>
                      <a:pt x="88" y="3"/>
                    </a:cubicBezTo>
                    <a:cubicBezTo>
                      <a:pt x="69" y="4"/>
                      <a:pt x="51" y="12"/>
                      <a:pt x="31" y="13"/>
                    </a:cubicBezTo>
                    <a:cubicBezTo>
                      <a:pt x="25" y="13"/>
                      <a:pt x="19" y="11"/>
                      <a:pt x="14" y="17"/>
                    </a:cubicBezTo>
                    <a:cubicBezTo>
                      <a:pt x="10" y="22"/>
                      <a:pt x="12" y="29"/>
                      <a:pt x="12" y="35"/>
                    </a:cubicBezTo>
                    <a:cubicBezTo>
                      <a:pt x="12" y="53"/>
                      <a:pt x="5" y="69"/>
                      <a:pt x="11" y="87"/>
                    </a:cubicBezTo>
                    <a:cubicBezTo>
                      <a:pt x="17" y="102"/>
                      <a:pt x="27" y="112"/>
                      <a:pt x="36" y="12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725" name="Freeform 305">
                <a:extLst>
                  <a:ext uri="{FF2B5EF4-FFF2-40B4-BE49-F238E27FC236}">
                    <a16:creationId xmlns:a16="http://schemas.microsoft.com/office/drawing/2014/main" id="{F1D89A95-B25A-465B-B5AB-6C20A82072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3" y="3846"/>
                <a:ext cx="120" cy="101"/>
              </a:xfrm>
              <a:custGeom>
                <a:avLst/>
                <a:gdLst>
                  <a:gd name="T0" fmla="*/ 1 w 112"/>
                  <a:gd name="T1" fmla="*/ 0 h 95"/>
                  <a:gd name="T2" fmla="*/ 5 w 112"/>
                  <a:gd name="T3" fmla="*/ 51 h 95"/>
                  <a:gd name="T4" fmla="*/ 16 w 112"/>
                  <a:gd name="T5" fmla="*/ 78 h 95"/>
                  <a:gd name="T6" fmla="*/ 54 w 112"/>
                  <a:gd name="T7" fmla="*/ 100 h 95"/>
                  <a:gd name="T8" fmla="*/ 98 w 112"/>
                  <a:gd name="T9" fmla="*/ 103 h 95"/>
                  <a:gd name="T10" fmla="*/ 138 w 112"/>
                  <a:gd name="T11" fmla="*/ 110 h 95"/>
                  <a:gd name="T12" fmla="*/ 96 w 112"/>
                  <a:gd name="T13" fmla="*/ 43 h 95"/>
                  <a:gd name="T14" fmla="*/ 105 w 112"/>
                  <a:gd name="T15" fmla="*/ 85 h 95"/>
                  <a:gd name="T16" fmla="*/ 100 w 112"/>
                  <a:gd name="T17" fmla="*/ 96 h 95"/>
                  <a:gd name="T18" fmla="*/ 78 w 112"/>
                  <a:gd name="T19" fmla="*/ 91 h 95"/>
                  <a:gd name="T20" fmla="*/ 30 w 112"/>
                  <a:gd name="T21" fmla="*/ 71 h 95"/>
                  <a:gd name="T22" fmla="*/ 11 w 112"/>
                  <a:gd name="T23" fmla="*/ 39 h 95"/>
                  <a:gd name="T24" fmla="*/ 4 w 112"/>
                  <a:gd name="T25" fmla="*/ 6 h 9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12" h="95">
                    <a:moveTo>
                      <a:pt x="1" y="0"/>
                    </a:moveTo>
                    <a:cubicBezTo>
                      <a:pt x="0" y="14"/>
                      <a:pt x="3" y="29"/>
                      <a:pt x="5" y="42"/>
                    </a:cubicBezTo>
                    <a:cubicBezTo>
                      <a:pt x="6" y="51"/>
                      <a:pt x="7" y="58"/>
                      <a:pt x="13" y="65"/>
                    </a:cubicBezTo>
                    <a:cubicBezTo>
                      <a:pt x="20" y="75"/>
                      <a:pt x="32" y="81"/>
                      <a:pt x="44" y="83"/>
                    </a:cubicBezTo>
                    <a:cubicBezTo>
                      <a:pt x="55" y="85"/>
                      <a:pt x="67" y="84"/>
                      <a:pt x="79" y="86"/>
                    </a:cubicBezTo>
                    <a:cubicBezTo>
                      <a:pt x="88" y="89"/>
                      <a:pt x="103" y="95"/>
                      <a:pt x="112" y="91"/>
                    </a:cubicBezTo>
                    <a:cubicBezTo>
                      <a:pt x="95" y="76"/>
                      <a:pt x="81" y="59"/>
                      <a:pt x="78" y="36"/>
                    </a:cubicBezTo>
                    <a:cubicBezTo>
                      <a:pt x="78" y="48"/>
                      <a:pt x="83" y="59"/>
                      <a:pt x="85" y="71"/>
                    </a:cubicBezTo>
                    <a:cubicBezTo>
                      <a:pt x="86" y="77"/>
                      <a:pt x="88" y="79"/>
                      <a:pt x="81" y="80"/>
                    </a:cubicBezTo>
                    <a:cubicBezTo>
                      <a:pt x="75" y="81"/>
                      <a:pt x="69" y="77"/>
                      <a:pt x="63" y="76"/>
                    </a:cubicBezTo>
                    <a:cubicBezTo>
                      <a:pt x="48" y="75"/>
                      <a:pt x="36" y="70"/>
                      <a:pt x="24" y="59"/>
                    </a:cubicBezTo>
                    <a:cubicBezTo>
                      <a:pt x="15" y="51"/>
                      <a:pt x="12" y="43"/>
                      <a:pt x="8" y="33"/>
                    </a:cubicBezTo>
                    <a:cubicBezTo>
                      <a:pt x="6" y="24"/>
                      <a:pt x="1" y="15"/>
                      <a:pt x="4" y="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726" name="Freeform 306">
                <a:extLst>
                  <a:ext uri="{FF2B5EF4-FFF2-40B4-BE49-F238E27FC236}">
                    <a16:creationId xmlns:a16="http://schemas.microsoft.com/office/drawing/2014/main" id="{367DC200-7AC5-4D7F-B6FA-3D38D87EDF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2" y="3798"/>
                <a:ext cx="110" cy="68"/>
              </a:xfrm>
              <a:custGeom>
                <a:avLst/>
                <a:gdLst>
                  <a:gd name="T0" fmla="*/ 125 w 103"/>
                  <a:gd name="T1" fmla="*/ 14 h 64"/>
                  <a:gd name="T2" fmla="*/ 53 w 103"/>
                  <a:gd name="T3" fmla="*/ 3 h 64"/>
                  <a:gd name="T4" fmla="*/ 0 w 103"/>
                  <a:gd name="T5" fmla="*/ 43 h 64"/>
                  <a:gd name="T6" fmla="*/ 43 w 103"/>
                  <a:gd name="T7" fmla="*/ 30 h 64"/>
                  <a:gd name="T8" fmla="*/ 53 w 103"/>
                  <a:gd name="T9" fmla="*/ 77 h 64"/>
                  <a:gd name="T10" fmla="*/ 58 w 103"/>
                  <a:gd name="T11" fmla="*/ 49 h 64"/>
                  <a:gd name="T12" fmla="*/ 83 w 103"/>
                  <a:gd name="T13" fmla="*/ 33 h 64"/>
                  <a:gd name="T14" fmla="*/ 101 w 103"/>
                  <a:gd name="T15" fmla="*/ 22 h 64"/>
                  <a:gd name="T16" fmla="*/ 123 w 103"/>
                  <a:gd name="T17" fmla="*/ 15 h 6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3" h="64">
                    <a:moveTo>
                      <a:pt x="103" y="11"/>
                    </a:moveTo>
                    <a:cubicBezTo>
                      <a:pt x="83" y="20"/>
                      <a:pt x="64" y="6"/>
                      <a:pt x="44" y="3"/>
                    </a:cubicBezTo>
                    <a:cubicBezTo>
                      <a:pt x="22" y="0"/>
                      <a:pt x="10" y="18"/>
                      <a:pt x="0" y="36"/>
                    </a:cubicBezTo>
                    <a:cubicBezTo>
                      <a:pt x="6" y="27"/>
                      <a:pt x="25" y="17"/>
                      <a:pt x="35" y="24"/>
                    </a:cubicBezTo>
                    <a:cubicBezTo>
                      <a:pt x="47" y="31"/>
                      <a:pt x="41" y="53"/>
                      <a:pt x="44" y="64"/>
                    </a:cubicBezTo>
                    <a:cubicBezTo>
                      <a:pt x="44" y="56"/>
                      <a:pt x="46" y="47"/>
                      <a:pt x="48" y="40"/>
                    </a:cubicBezTo>
                    <a:cubicBezTo>
                      <a:pt x="52" y="31"/>
                      <a:pt x="59" y="29"/>
                      <a:pt x="68" y="27"/>
                    </a:cubicBezTo>
                    <a:cubicBezTo>
                      <a:pt x="73" y="25"/>
                      <a:pt x="78" y="22"/>
                      <a:pt x="83" y="19"/>
                    </a:cubicBezTo>
                    <a:cubicBezTo>
                      <a:pt x="89" y="17"/>
                      <a:pt x="97" y="16"/>
                      <a:pt x="101" y="1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727" name="Freeform 307">
                <a:extLst>
                  <a:ext uri="{FF2B5EF4-FFF2-40B4-BE49-F238E27FC236}">
                    <a16:creationId xmlns:a16="http://schemas.microsoft.com/office/drawing/2014/main" id="{22D76725-EC03-4CF2-B4C6-4EA9D038E7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0" y="3178"/>
                <a:ext cx="192" cy="313"/>
              </a:xfrm>
              <a:custGeom>
                <a:avLst/>
                <a:gdLst>
                  <a:gd name="T0" fmla="*/ 221 w 179"/>
                  <a:gd name="T1" fmla="*/ 12 h 293"/>
                  <a:gd name="T2" fmla="*/ 137 w 179"/>
                  <a:gd name="T3" fmla="*/ 1 h 293"/>
                  <a:gd name="T4" fmla="*/ 74 w 179"/>
                  <a:gd name="T5" fmla="*/ 1 h 293"/>
                  <a:gd name="T6" fmla="*/ 32 w 179"/>
                  <a:gd name="T7" fmla="*/ 5 h 293"/>
                  <a:gd name="T8" fmla="*/ 20 w 179"/>
                  <a:gd name="T9" fmla="*/ 53 h 293"/>
                  <a:gd name="T10" fmla="*/ 6 w 179"/>
                  <a:gd name="T11" fmla="*/ 198 h 293"/>
                  <a:gd name="T12" fmla="*/ 38 w 179"/>
                  <a:gd name="T13" fmla="*/ 357 h 293"/>
                  <a:gd name="T14" fmla="*/ 25 w 179"/>
                  <a:gd name="T15" fmla="*/ 245 h 293"/>
                  <a:gd name="T16" fmla="*/ 29 w 179"/>
                  <a:gd name="T17" fmla="*/ 160 h 293"/>
                  <a:gd name="T18" fmla="*/ 36 w 179"/>
                  <a:gd name="T19" fmla="*/ 112 h 293"/>
                  <a:gd name="T20" fmla="*/ 44 w 179"/>
                  <a:gd name="T21" fmla="*/ 53 h 293"/>
                  <a:gd name="T22" fmla="*/ 69 w 179"/>
                  <a:gd name="T23" fmla="*/ 46 h 293"/>
                  <a:gd name="T24" fmla="*/ 121 w 179"/>
                  <a:gd name="T25" fmla="*/ 34 h 293"/>
                  <a:gd name="T26" fmla="*/ 164 w 179"/>
                  <a:gd name="T27" fmla="*/ 26 h 293"/>
                  <a:gd name="T28" fmla="*/ 197 w 179"/>
                  <a:gd name="T29" fmla="*/ 20 h 293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79" h="293">
                    <a:moveTo>
                      <a:pt x="179" y="9"/>
                    </a:moveTo>
                    <a:cubicBezTo>
                      <a:pt x="155" y="9"/>
                      <a:pt x="134" y="2"/>
                      <a:pt x="111" y="1"/>
                    </a:cubicBezTo>
                    <a:cubicBezTo>
                      <a:pt x="95" y="0"/>
                      <a:pt x="77" y="1"/>
                      <a:pt x="60" y="1"/>
                    </a:cubicBezTo>
                    <a:cubicBezTo>
                      <a:pt x="52" y="1"/>
                      <a:pt x="32" y="0"/>
                      <a:pt x="26" y="5"/>
                    </a:cubicBezTo>
                    <a:cubicBezTo>
                      <a:pt x="17" y="12"/>
                      <a:pt x="18" y="34"/>
                      <a:pt x="17" y="44"/>
                    </a:cubicBezTo>
                    <a:cubicBezTo>
                      <a:pt x="14" y="83"/>
                      <a:pt x="11" y="123"/>
                      <a:pt x="6" y="162"/>
                    </a:cubicBezTo>
                    <a:cubicBezTo>
                      <a:pt x="0" y="210"/>
                      <a:pt x="25" y="248"/>
                      <a:pt x="31" y="293"/>
                    </a:cubicBezTo>
                    <a:cubicBezTo>
                      <a:pt x="30" y="262"/>
                      <a:pt x="21" y="232"/>
                      <a:pt x="20" y="200"/>
                    </a:cubicBezTo>
                    <a:cubicBezTo>
                      <a:pt x="18" y="177"/>
                      <a:pt x="19" y="153"/>
                      <a:pt x="23" y="131"/>
                    </a:cubicBezTo>
                    <a:cubicBezTo>
                      <a:pt x="25" y="118"/>
                      <a:pt x="28" y="105"/>
                      <a:pt x="30" y="92"/>
                    </a:cubicBezTo>
                    <a:cubicBezTo>
                      <a:pt x="32" y="78"/>
                      <a:pt x="30" y="57"/>
                      <a:pt x="35" y="44"/>
                    </a:cubicBezTo>
                    <a:cubicBezTo>
                      <a:pt x="40" y="30"/>
                      <a:pt x="44" y="35"/>
                      <a:pt x="56" y="37"/>
                    </a:cubicBezTo>
                    <a:cubicBezTo>
                      <a:pt x="72" y="38"/>
                      <a:pt x="84" y="32"/>
                      <a:pt x="98" y="28"/>
                    </a:cubicBezTo>
                    <a:cubicBezTo>
                      <a:pt x="110" y="24"/>
                      <a:pt x="121" y="22"/>
                      <a:pt x="133" y="21"/>
                    </a:cubicBezTo>
                    <a:cubicBezTo>
                      <a:pt x="141" y="20"/>
                      <a:pt x="155" y="22"/>
                      <a:pt x="160" y="1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728" name="Freeform 308">
                <a:extLst>
                  <a:ext uri="{FF2B5EF4-FFF2-40B4-BE49-F238E27FC236}">
                    <a16:creationId xmlns:a16="http://schemas.microsoft.com/office/drawing/2014/main" id="{5481B1F6-42F7-4BDD-A4E2-D2C14E138E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7" y="3332"/>
                <a:ext cx="152" cy="342"/>
              </a:xfrm>
              <a:custGeom>
                <a:avLst/>
                <a:gdLst>
                  <a:gd name="T0" fmla="*/ 11 w 142"/>
                  <a:gd name="T1" fmla="*/ 140 h 320"/>
                  <a:gd name="T2" fmla="*/ 76 w 142"/>
                  <a:gd name="T3" fmla="*/ 287 h 320"/>
                  <a:gd name="T4" fmla="*/ 174 w 142"/>
                  <a:gd name="T5" fmla="*/ 391 h 320"/>
                  <a:gd name="T6" fmla="*/ 86 w 142"/>
                  <a:gd name="T7" fmla="*/ 279 h 320"/>
                  <a:gd name="T8" fmla="*/ 33 w 142"/>
                  <a:gd name="T9" fmla="*/ 168 h 320"/>
                  <a:gd name="T10" fmla="*/ 7 w 142"/>
                  <a:gd name="T11" fmla="*/ 0 h 32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2" h="320">
                    <a:moveTo>
                      <a:pt x="8" y="115"/>
                    </a:moveTo>
                    <a:cubicBezTo>
                      <a:pt x="13" y="158"/>
                      <a:pt x="38" y="201"/>
                      <a:pt x="62" y="236"/>
                    </a:cubicBezTo>
                    <a:cubicBezTo>
                      <a:pt x="82" y="265"/>
                      <a:pt x="112" y="301"/>
                      <a:pt x="142" y="320"/>
                    </a:cubicBezTo>
                    <a:cubicBezTo>
                      <a:pt x="117" y="292"/>
                      <a:pt x="88" y="261"/>
                      <a:pt x="70" y="228"/>
                    </a:cubicBezTo>
                    <a:cubicBezTo>
                      <a:pt x="54" y="198"/>
                      <a:pt x="42" y="168"/>
                      <a:pt x="27" y="138"/>
                    </a:cubicBezTo>
                    <a:cubicBezTo>
                      <a:pt x="7" y="100"/>
                      <a:pt x="0" y="43"/>
                      <a:pt x="7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729" name="Freeform 309">
                <a:extLst>
                  <a:ext uri="{FF2B5EF4-FFF2-40B4-BE49-F238E27FC236}">
                    <a16:creationId xmlns:a16="http://schemas.microsoft.com/office/drawing/2014/main" id="{DFBDF50C-FE7B-4553-A2C8-50A17AE192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9" y="2495"/>
                <a:ext cx="125" cy="23"/>
              </a:xfrm>
              <a:custGeom>
                <a:avLst/>
                <a:gdLst>
                  <a:gd name="T0" fmla="*/ 0 w 117"/>
                  <a:gd name="T1" fmla="*/ 11 h 21"/>
                  <a:gd name="T2" fmla="*/ 58 w 117"/>
                  <a:gd name="T3" fmla="*/ 24 h 21"/>
                  <a:gd name="T4" fmla="*/ 143 w 117"/>
                  <a:gd name="T5" fmla="*/ 0 h 21"/>
                  <a:gd name="T6" fmla="*/ 3 w 117"/>
                  <a:gd name="T7" fmla="*/ 11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7" h="21">
                    <a:moveTo>
                      <a:pt x="0" y="8"/>
                    </a:moveTo>
                    <a:cubicBezTo>
                      <a:pt x="9" y="19"/>
                      <a:pt x="34" y="17"/>
                      <a:pt x="48" y="18"/>
                    </a:cubicBezTo>
                    <a:cubicBezTo>
                      <a:pt x="71" y="19"/>
                      <a:pt x="97" y="8"/>
                      <a:pt x="117" y="0"/>
                    </a:cubicBezTo>
                    <a:cubicBezTo>
                      <a:pt x="79" y="21"/>
                      <a:pt x="42" y="6"/>
                      <a:pt x="3" y="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730" name="Freeform 310">
                <a:extLst>
                  <a:ext uri="{FF2B5EF4-FFF2-40B4-BE49-F238E27FC236}">
                    <a16:creationId xmlns:a16="http://schemas.microsoft.com/office/drawing/2014/main" id="{1A620182-E25B-46E1-B8ED-D2144257CE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0" y="1587"/>
                <a:ext cx="37" cy="48"/>
              </a:xfrm>
              <a:custGeom>
                <a:avLst/>
                <a:gdLst>
                  <a:gd name="T0" fmla="*/ 0 w 35"/>
                  <a:gd name="T1" fmla="*/ 54 h 45"/>
                  <a:gd name="T2" fmla="*/ 41 w 35"/>
                  <a:gd name="T3" fmla="*/ 0 h 45"/>
                  <a:gd name="T4" fmla="*/ 38 w 35"/>
                  <a:gd name="T5" fmla="*/ 50 h 45"/>
                  <a:gd name="T6" fmla="*/ 1 w 35"/>
                  <a:gd name="T7" fmla="*/ 53 h 4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5" h="45">
                    <a:moveTo>
                      <a:pt x="0" y="45"/>
                    </a:moveTo>
                    <a:cubicBezTo>
                      <a:pt x="9" y="30"/>
                      <a:pt x="20" y="11"/>
                      <a:pt x="35" y="0"/>
                    </a:cubicBezTo>
                    <a:cubicBezTo>
                      <a:pt x="29" y="12"/>
                      <a:pt x="17" y="32"/>
                      <a:pt x="32" y="41"/>
                    </a:cubicBezTo>
                    <a:cubicBezTo>
                      <a:pt x="21" y="42"/>
                      <a:pt x="11" y="42"/>
                      <a:pt x="1" y="4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731" name="Freeform 311">
                <a:extLst>
                  <a:ext uri="{FF2B5EF4-FFF2-40B4-BE49-F238E27FC236}">
                    <a16:creationId xmlns:a16="http://schemas.microsoft.com/office/drawing/2014/main" id="{E4BB38DB-C095-4A34-97BF-ECF600B597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6" y="1640"/>
                <a:ext cx="64" cy="88"/>
              </a:xfrm>
              <a:custGeom>
                <a:avLst/>
                <a:gdLst>
                  <a:gd name="T0" fmla="*/ 73 w 60"/>
                  <a:gd name="T1" fmla="*/ 0 h 82"/>
                  <a:gd name="T2" fmla="*/ 33 w 60"/>
                  <a:gd name="T3" fmla="*/ 6 h 82"/>
                  <a:gd name="T4" fmla="*/ 11 w 60"/>
                  <a:gd name="T5" fmla="*/ 27 h 82"/>
                  <a:gd name="T6" fmla="*/ 5 w 60"/>
                  <a:gd name="T7" fmla="*/ 62 h 82"/>
                  <a:gd name="T8" fmla="*/ 25 w 60"/>
                  <a:gd name="T9" fmla="*/ 101 h 82"/>
                  <a:gd name="T10" fmla="*/ 20 w 60"/>
                  <a:gd name="T11" fmla="*/ 61 h 82"/>
                  <a:gd name="T12" fmla="*/ 27 w 60"/>
                  <a:gd name="T13" fmla="*/ 30 h 82"/>
                  <a:gd name="T14" fmla="*/ 48 w 60"/>
                  <a:gd name="T15" fmla="*/ 15 h 82"/>
                  <a:gd name="T16" fmla="*/ 66 w 60"/>
                  <a:gd name="T17" fmla="*/ 3 h 8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0" h="82">
                    <a:moveTo>
                      <a:pt x="60" y="0"/>
                    </a:moveTo>
                    <a:cubicBezTo>
                      <a:pt x="49" y="6"/>
                      <a:pt x="40" y="7"/>
                      <a:pt x="27" y="6"/>
                    </a:cubicBezTo>
                    <a:cubicBezTo>
                      <a:pt x="13" y="5"/>
                      <a:pt x="12" y="9"/>
                      <a:pt x="8" y="21"/>
                    </a:cubicBezTo>
                    <a:cubicBezTo>
                      <a:pt x="5" y="32"/>
                      <a:pt x="0" y="39"/>
                      <a:pt x="5" y="50"/>
                    </a:cubicBezTo>
                    <a:cubicBezTo>
                      <a:pt x="10" y="59"/>
                      <a:pt x="20" y="72"/>
                      <a:pt x="21" y="82"/>
                    </a:cubicBezTo>
                    <a:cubicBezTo>
                      <a:pt x="24" y="74"/>
                      <a:pt x="18" y="58"/>
                      <a:pt x="17" y="49"/>
                    </a:cubicBezTo>
                    <a:cubicBezTo>
                      <a:pt x="16" y="40"/>
                      <a:pt x="17" y="31"/>
                      <a:pt x="22" y="24"/>
                    </a:cubicBezTo>
                    <a:cubicBezTo>
                      <a:pt x="27" y="19"/>
                      <a:pt x="33" y="16"/>
                      <a:pt x="39" y="12"/>
                    </a:cubicBezTo>
                    <a:cubicBezTo>
                      <a:pt x="43" y="9"/>
                      <a:pt x="49" y="6"/>
                      <a:pt x="54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732" name="Freeform 312">
                <a:extLst>
                  <a:ext uri="{FF2B5EF4-FFF2-40B4-BE49-F238E27FC236}">
                    <a16:creationId xmlns:a16="http://schemas.microsoft.com/office/drawing/2014/main" id="{EB4DD9C8-727E-4153-B2A1-CB84E9C806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2" y="1794"/>
                <a:ext cx="80" cy="83"/>
              </a:xfrm>
              <a:custGeom>
                <a:avLst/>
                <a:gdLst>
                  <a:gd name="T0" fmla="*/ 93 w 74"/>
                  <a:gd name="T1" fmla="*/ 46 h 78"/>
                  <a:gd name="T2" fmla="*/ 63 w 74"/>
                  <a:gd name="T3" fmla="*/ 33 h 78"/>
                  <a:gd name="T4" fmla="*/ 42 w 74"/>
                  <a:gd name="T5" fmla="*/ 22 h 78"/>
                  <a:gd name="T6" fmla="*/ 0 w 74"/>
                  <a:gd name="T7" fmla="*/ 0 h 78"/>
                  <a:gd name="T8" fmla="*/ 44 w 74"/>
                  <a:gd name="T9" fmla="*/ 94 h 78"/>
                  <a:gd name="T10" fmla="*/ 42 w 74"/>
                  <a:gd name="T11" fmla="*/ 37 h 78"/>
                  <a:gd name="T12" fmla="*/ 69 w 74"/>
                  <a:gd name="T13" fmla="*/ 45 h 78"/>
                  <a:gd name="T14" fmla="*/ 93 w 74"/>
                  <a:gd name="T15" fmla="*/ 52 h 7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4" h="78">
                    <a:moveTo>
                      <a:pt x="74" y="38"/>
                    </a:moveTo>
                    <a:cubicBezTo>
                      <a:pt x="68" y="39"/>
                      <a:pt x="56" y="29"/>
                      <a:pt x="50" y="27"/>
                    </a:cubicBezTo>
                    <a:cubicBezTo>
                      <a:pt x="44" y="24"/>
                      <a:pt x="38" y="22"/>
                      <a:pt x="33" y="19"/>
                    </a:cubicBezTo>
                    <a:cubicBezTo>
                      <a:pt x="23" y="13"/>
                      <a:pt x="9" y="8"/>
                      <a:pt x="0" y="0"/>
                    </a:cubicBezTo>
                    <a:cubicBezTo>
                      <a:pt x="6" y="28"/>
                      <a:pt x="24" y="52"/>
                      <a:pt x="35" y="78"/>
                    </a:cubicBezTo>
                    <a:cubicBezTo>
                      <a:pt x="36" y="67"/>
                      <a:pt x="13" y="32"/>
                      <a:pt x="33" y="31"/>
                    </a:cubicBezTo>
                    <a:cubicBezTo>
                      <a:pt x="39" y="30"/>
                      <a:pt x="49" y="35"/>
                      <a:pt x="55" y="37"/>
                    </a:cubicBezTo>
                    <a:cubicBezTo>
                      <a:pt x="61" y="39"/>
                      <a:pt x="66" y="43"/>
                      <a:pt x="74" y="4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733" name="Freeform 313">
                <a:extLst>
                  <a:ext uri="{FF2B5EF4-FFF2-40B4-BE49-F238E27FC236}">
                    <a16:creationId xmlns:a16="http://schemas.microsoft.com/office/drawing/2014/main" id="{9FB8C738-DBA1-4864-B1AE-6B15578242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2" y="2176"/>
                <a:ext cx="123" cy="177"/>
              </a:xfrm>
              <a:custGeom>
                <a:avLst/>
                <a:gdLst>
                  <a:gd name="T0" fmla="*/ 110 w 115"/>
                  <a:gd name="T1" fmla="*/ 20 h 166"/>
                  <a:gd name="T2" fmla="*/ 59 w 115"/>
                  <a:gd name="T3" fmla="*/ 54 h 166"/>
                  <a:gd name="T4" fmla="*/ 72 w 115"/>
                  <a:gd name="T5" fmla="*/ 93 h 166"/>
                  <a:gd name="T6" fmla="*/ 110 w 115"/>
                  <a:gd name="T7" fmla="*/ 85 h 166"/>
                  <a:gd name="T8" fmla="*/ 141 w 115"/>
                  <a:gd name="T9" fmla="*/ 74 h 166"/>
                  <a:gd name="T10" fmla="*/ 81 w 115"/>
                  <a:gd name="T11" fmla="*/ 117 h 166"/>
                  <a:gd name="T12" fmla="*/ 72 w 115"/>
                  <a:gd name="T13" fmla="*/ 202 h 166"/>
                  <a:gd name="T14" fmla="*/ 73 w 115"/>
                  <a:gd name="T15" fmla="*/ 135 h 166"/>
                  <a:gd name="T16" fmla="*/ 66 w 115"/>
                  <a:gd name="T17" fmla="*/ 89 h 166"/>
                  <a:gd name="T18" fmla="*/ 48 w 115"/>
                  <a:gd name="T19" fmla="*/ 45 h 166"/>
                  <a:gd name="T20" fmla="*/ 31 w 115"/>
                  <a:gd name="T21" fmla="*/ 27 h 166"/>
                  <a:gd name="T22" fmla="*/ 0 w 115"/>
                  <a:gd name="T23" fmla="*/ 1 h 166"/>
                  <a:gd name="T24" fmla="*/ 30 w 115"/>
                  <a:gd name="T25" fmla="*/ 17 h 166"/>
                  <a:gd name="T26" fmla="*/ 57 w 115"/>
                  <a:gd name="T27" fmla="*/ 30 h 166"/>
                  <a:gd name="T28" fmla="*/ 83 w 115"/>
                  <a:gd name="T29" fmla="*/ 27 h 166"/>
                  <a:gd name="T30" fmla="*/ 106 w 115"/>
                  <a:gd name="T31" fmla="*/ 20 h 16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15" h="166">
                    <a:moveTo>
                      <a:pt x="90" y="17"/>
                    </a:moveTo>
                    <a:cubicBezTo>
                      <a:pt x="75" y="24"/>
                      <a:pt x="60" y="34"/>
                      <a:pt x="48" y="45"/>
                    </a:cubicBezTo>
                    <a:cubicBezTo>
                      <a:pt x="45" y="56"/>
                      <a:pt x="47" y="74"/>
                      <a:pt x="59" y="77"/>
                    </a:cubicBezTo>
                    <a:cubicBezTo>
                      <a:pt x="68" y="80"/>
                      <a:pt x="81" y="73"/>
                      <a:pt x="90" y="70"/>
                    </a:cubicBezTo>
                    <a:cubicBezTo>
                      <a:pt x="98" y="67"/>
                      <a:pt x="108" y="65"/>
                      <a:pt x="115" y="61"/>
                    </a:cubicBezTo>
                    <a:cubicBezTo>
                      <a:pt x="102" y="79"/>
                      <a:pt x="67" y="70"/>
                      <a:pt x="66" y="97"/>
                    </a:cubicBezTo>
                    <a:cubicBezTo>
                      <a:pt x="64" y="121"/>
                      <a:pt x="56" y="142"/>
                      <a:pt x="59" y="166"/>
                    </a:cubicBezTo>
                    <a:cubicBezTo>
                      <a:pt x="57" y="146"/>
                      <a:pt x="55" y="131"/>
                      <a:pt x="60" y="112"/>
                    </a:cubicBezTo>
                    <a:cubicBezTo>
                      <a:pt x="64" y="96"/>
                      <a:pt x="62" y="86"/>
                      <a:pt x="54" y="73"/>
                    </a:cubicBezTo>
                    <a:cubicBezTo>
                      <a:pt x="47" y="61"/>
                      <a:pt x="44" y="48"/>
                      <a:pt x="39" y="37"/>
                    </a:cubicBezTo>
                    <a:cubicBezTo>
                      <a:pt x="35" y="30"/>
                      <a:pt x="30" y="27"/>
                      <a:pt x="25" y="22"/>
                    </a:cubicBezTo>
                    <a:cubicBezTo>
                      <a:pt x="17" y="16"/>
                      <a:pt x="10" y="5"/>
                      <a:pt x="0" y="1"/>
                    </a:cubicBezTo>
                    <a:cubicBezTo>
                      <a:pt x="6" y="0"/>
                      <a:pt x="17" y="10"/>
                      <a:pt x="24" y="14"/>
                    </a:cubicBezTo>
                    <a:cubicBezTo>
                      <a:pt x="32" y="18"/>
                      <a:pt x="38" y="22"/>
                      <a:pt x="47" y="24"/>
                    </a:cubicBezTo>
                    <a:cubicBezTo>
                      <a:pt x="56" y="27"/>
                      <a:pt x="59" y="25"/>
                      <a:pt x="68" y="22"/>
                    </a:cubicBezTo>
                    <a:cubicBezTo>
                      <a:pt x="74" y="20"/>
                      <a:pt x="83" y="20"/>
                      <a:pt x="87" y="1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734" name="Freeform 314">
                <a:extLst>
                  <a:ext uri="{FF2B5EF4-FFF2-40B4-BE49-F238E27FC236}">
                    <a16:creationId xmlns:a16="http://schemas.microsoft.com/office/drawing/2014/main" id="{DE78CF7D-F2E4-451F-B8BC-0944A05CB1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1" y="2400"/>
                <a:ext cx="33" cy="59"/>
              </a:xfrm>
              <a:custGeom>
                <a:avLst/>
                <a:gdLst>
                  <a:gd name="T0" fmla="*/ 0 w 30"/>
                  <a:gd name="T1" fmla="*/ 1 h 55"/>
                  <a:gd name="T2" fmla="*/ 12 w 30"/>
                  <a:gd name="T3" fmla="*/ 68 h 55"/>
                  <a:gd name="T4" fmla="*/ 40 w 30"/>
                  <a:gd name="T5" fmla="*/ 62 h 55"/>
                  <a:gd name="T6" fmla="*/ 17 w 30"/>
                  <a:gd name="T7" fmla="*/ 41 h 55"/>
                  <a:gd name="T8" fmla="*/ 1 w 30"/>
                  <a:gd name="T9" fmla="*/ 0 h 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55">
                    <a:moveTo>
                      <a:pt x="0" y="1"/>
                    </a:moveTo>
                    <a:cubicBezTo>
                      <a:pt x="9" y="17"/>
                      <a:pt x="9" y="36"/>
                      <a:pt x="9" y="55"/>
                    </a:cubicBezTo>
                    <a:cubicBezTo>
                      <a:pt x="10" y="45"/>
                      <a:pt x="24" y="46"/>
                      <a:pt x="30" y="50"/>
                    </a:cubicBezTo>
                    <a:cubicBezTo>
                      <a:pt x="26" y="45"/>
                      <a:pt x="18" y="39"/>
                      <a:pt x="13" y="33"/>
                    </a:cubicBezTo>
                    <a:cubicBezTo>
                      <a:pt x="8" y="24"/>
                      <a:pt x="2" y="10"/>
                      <a:pt x="1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735" name="Freeform 315">
                <a:extLst>
                  <a:ext uri="{FF2B5EF4-FFF2-40B4-BE49-F238E27FC236}">
                    <a16:creationId xmlns:a16="http://schemas.microsoft.com/office/drawing/2014/main" id="{FA4C3ED2-3DDF-46D7-AA90-D67769F41A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4" y="1923"/>
                <a:ext cx="115" cy="211"/>
              </a:xfrm>
              <a:custGeom>
                <a:avLst/>
                <a:gdLst>
                  <a:gd name="T0" fmla="*/ 0 w 108"/>
                  <a:gd name="T1" fmla="*/ 1 h 198"/>
                  <a:gd name="T2" fmla="*/ 7 w 108"/>
                  <a:gd name="T3" fmla="*/ 30 h 198"/>
                  <a:gd name="T4" fmla="*/ 24 w 108"/>
                  <a:gd name="T5" fmla="*/ 50 h 198"/>
                  <a:gd name="T6" fmla="*/ 55 w 108"/>
                  <a:gd name="T7" fmla="*/ 103 h 198"/>
                  <a:gd name="T8" fmla="*/ 76 w 108"/>
                  <a:gd name="T9" fmla="*/ 165 h 198"/>
                  <a:gd name="T10" fmla="*/ 130 w 108"/>
                  <a:gd name="T11" fmla="*/ 240 h 198"/>
                  <a:gd name="T12" fmla="*/ 68 w 108"/>
                  <a:gd name="T13" fmla="*/ 97 h 198"/>
                  <a:gd name="T14" fmla="*/ 36 w 108"/>
                  <a:gd name="T15" fmla="*/ 38 h 198"/>
                  <a:gd name="T16" fmla="*/ 6 w 108"/>
                  <a:gd name="T17" fmla="*/ 0 h 19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8" h="198">
                    <a:moveTo>
                      <a:pt x="0" y="1"/>
                    </a:moveTo>
                    <a:cubicBezTo>
                      <a:pt x="2" y="8"/>
                      <a:pt x="3" y="17"/>
                      <a:pt x="7" y="24"/>
                    </a:cubicBezTo>
                    <a:cubicBezTo>
                      <a:pt x="10" y="31"/>
                      <a:pt x="16" y="35"/>
                      <a:pt x="21" y="41"/>
                    </a:cubicBezTo>
                    <a:cubicBezTo>
                      <a:pt x="32" y="54"/>
                      <a:pt x="40" y="69"/>
                      <a:pt x="46" y="85"/>
                    </a:cubicBezTo>
                    <a:cubicBezTo>
                      <a:pt x="52" y="102"/>
                      <a:pt x="54" y="119"/>
                      <a:pt x="63" y="136"/>
                    </a:cubicBezTo>
                    <a:cubicBezTo>
                      <a:pt x="75" y="159"/>
                      <a:pt x="92" y="178"/>
                      <a:pt x="108" y="198"/>
                    </a:cubicBezTo>
                    <a:cubicBezTo>
                      <a:pt x="78" y="164"/>
                      <a:pt x="70" y="121"/>
                      <a:pt x="56" y="80"/>
                    </a:cubicBezTo>
                    <a:cubicBezTo>
                      <a:pt x="50" y="62"/>
                      <a:pt x="42" y="46"/>
                      <a:pt x="30" y="32"/>
                    </a:cubicBezTo>
                    <a:cubicBezTo>
                      <a:pt x="22" y="22"/>
                      <a:pt x="15" y="10"/>
                      <a:pt x="6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736" name="Freeform 316">
                <a:extLst>
                  <a:ext uri="{FF2B5EF4-FFF2-40B4-BE49-F238E27FC236}">
                    <a16:creationId xmlns:a16="http://schemas.microsoft.com/office/drawing/2014/main" id="{AB6543D6-AFAC-4C3A-AE1F-1AA26B52C1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6" y="1849"/>
                <a:ext cx="155" cy="127"/>
              </a:xfrm>
              <a:custGeom>
                <a:avLst/>
                <a:gdLst>
                  <a:gd name="T0" fmla="*/ 111 w 145"/>
                  <a:gd name="T1" fmla="*/ 7 h 119"/>
                  <a:gd name="T2" fmla="*/ 177 w 145"/>
                  <a:gd name="T3" fmla="*/ 55 h 119"/>
                  <a:gd name="T4" fmla="*/ 106 w 145"/>
                  <a:gd name="T5" fmla="*/ 126 h 119"/>
                  <a:gd name="T6" fmla="*/ 30 w 145"/>
                  <a:gd name="T7" fmla="*/ 132 h 119"/>
                  <a:gd name="T8" fmla="*/ 19 w 145"/>
                  <a:gd name="T9" fmla="*/ 55 h 119"/>
                  <a:gd name="T10" fmla="*/ 74 w 145"/>
                  <a:gd name="T11" fmla="*/ 19 h 119"/>
                  <a:gd name="T12" fmla="*/ 95 w 145"/>
                  <a:gd name="T13" fmla="*/ 13 h 119"/>
                  <a:gd name="T14" fmla="*/ 114 w 145"/>
                  <a:gd name="T15" fmla="*/ 5 h 11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45" h="119">
                    <a:moveTo>
                      <a:pt x="91" y="7"/>
                    </a:moveTo>
                    <a:cubicBezTo>
                      <a:pt x="115" y="0"/>
                      <a:pt x="145" y="21"/>
                      <a:pt x="145" y="46"/>
                    </a:cubicBezTo>
                    <a:cubicBezTo>
                      <a:pt x="144" y="73"/>
                      <a:pt x="107" y="95"/>
                      <a:pt x="87" y="104"/>
                    </a:cubicBezTo>
                    <a:cubicBezTo>
                      <a:pt x="67" y="114"/>
                      <a:pt x="45" y="119"/>
                      <a:pt x="24" y="109"/>
                    </a:cubicBezTo>
                    <a:cubicBezTo>
                      <a:pt x="1" y="98"/>
                      <a:pt x="0" y="65"/>
                      <a:pt x="16" y="46"/>
                    </a:cubicBezTo>
                    <a:cubicBezTo>
                      <a:pt x="28" y="33"/>
                      <a:pt x="45" y="23"/>
                      <a:pt x="61" y="16"/>
                    </a:cubicBezTo>
                    <a:cubicBezTo>
                      <a:pt x="66" y="13"/>
                      <a:pt x="73" y="12"/>
                      <a:pt x="78" y="10"/>
                    </a:cubicBezTo>
                    <a:cubicBezTo>
                      <a:pt x="83" y="8"/>
                      <a:pt x="88" y="5"/>
                      <a:pt x="94" y="5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737" name="Freeform 317">
                <a:extLst>
                  <a:ext uri="{FF2B5EF4-FFF2-40B4-BE49-F238E27FC236}">
                    <a16:creationId xmlns:a16="http://schemas.microsoft.com/office/drawing/2014/main" id="{1CD6C067-A721-4497-9052-652FB91EA7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6" y="1713"/>
                <a:ext cx="34" cy="228"/>
              </a:xfrm>
              <a:custGeom>
                <a:avLst/>
                <a:gdLst>
                  <a:gd name="T0" fmla="*/ 38 w 32"/>
                  <a:gd name="T1" fmla="*/ 253 h 214"/>
                  <a:gd name="T2" fmla="*/ 16 w 32"/>
                  <a:gd name="T3" fmla="*/ 145 h 214"/>
                  <a:gd name="T4" fmla="*/ 13 w 32"/>
                  <a:gd name="T5" fmla="*/ 67 h 214"/>
                  <a:gd name="T6" fmla="*/ 16 w 32"/>
                  <a:gd name="T7" fmla="*/ 0 h 214"/>
                  <a:gd name="T8" fmla="*/ 2 w 32"/>
                  <a:gd name="T9" fmla="*/ 129 h 214"/>
                  <a:gd name="T10" fmla="*/ 1 w 32"/>
                  <a:gd name="T11" fmla="*/ 200 h 214"/>
                  <a:gd name="T12" fmla="*/ 2 w 32"/>
                  <a:gd name="T13" fmla="*/ 259 h 214"/>
                  <a:gd name="T14" fmla="*/ 33 w 32"/>
                  <a:gd name="T15" fmla="*/ 253 h 21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2" h="214">
                    <a:moveTo>
                      <a:pt x="32" y="208"/>
                    </a:moveTo>
                    <a:cubicBezTo>
                      <a:pt x="2" y="185"/>
                      <a:pt x="12" y="151"/>
                      <a:pt x="13" y="120"/>
                    </a:cubicBezTo>
                    <a:cubicBezTo>
                      <a:pt x="14" y="98"/>
                      <a:pt x="11" y="77"/>
                      <a:pt x="10" y="55"/>
                    </a:cubicBezTo>
                    <a:cubicBezTo>
                      <a:pt x="9" y="37"/>
                      <a:pt x="13" y="15"/>
                      <a:pt x="13" y="0"/>
                    </a:cubicBezTo>
                    <a:cubicBezTo>
                      <a:pt x="16" y="35"/>
                      <a:pt x="5" y="72"/>
                      <a:pt x="2" y="107"/>
                    </a:cubicBezTo>
                    <a:cubicBezTo>
                      <a:pt x="1" y="126"/>
                      <a:pt x="2" y="145"/>
                      <a:pt x="1" y="165"/>
                    </a:cubicBezTo>
                    <a:cubicBezTo>
                      <a:pt x="0" y="179"/>
                      <a:pt x="5" y="203"/>
                      <a:pt x="2" y="214"/>
                    </a:cubicBezTo>
                    <a:cubicBezTo>
                      <a:pt x="8" y="207"/>
                      <a:pt x="19" y="201"/>
                      <a:pt x="27" y="20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738" name="Freeform 318">
                <a:extLst>
                  <a:ext uri="{FF2B5EF4-FFF2-40B4-BE49-F238E27FC236}">
                    <a16:creationId xmlns:a16="http://schemas.microsoft.com/office/drawing/2014/main" id="{A2F57DC8-463E-477A-ACC9-5A42DB05AF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8" y="2500"/>
                <a:ext cx="537" cy="293"/>
              </a:xfrm>
              <a:custGeom>
                <a:avLst/>
                <a:gdLst>
                  <a:gd name="T0" fmla="*/ 436 w 503"/>
                  <a:gd name="T1" fmla="*/ 246 h 275"/>
                  <a:gd name="T2" fmla="*/ 604 w 503"/>
                  <a:gd name="T3" fmla="*/ 219 h 275"/>
                  <a:gd name="T4" fmla="*/ 566 w 503"/>
                  <a:gd name="T5" fmla="*/ 82 h 275"/>
                  <a:gd name="T6" fmla="*/ 460 w 503"/>
                  <a:gd name="T7" fmla="*/ 25 h 275"/>
                  <a:gd name="T8" fmla="*/ 217 w 503"/>
                  <a:gd name="T9" fmla="*/ 40 h 275"/>
                  <a:gd name="T10" fmla="*/ 132 w 503"/>
                  <a:gd name="T11" fmla="*/ 40 h 275"/>
                  <a:gd name="T12" fmla="*/ 52 w 503"/>
                  <a:gd name="T13" fmla="*/ 25 h 275"/>
                  <a:gd name="T14" fmla="*/ 2 w 503"/>
                  <a:gd name="T15" fmla="*/ 148 h 275"/>
                  <a:gd name="T16" fmla="*/ 116 w 503"/>
                  <a:gd name="T17" fmla="*/ 227 h 275"/>
                  <a:gd name="T18" fmla="*/ 269 w 503"/>
                  <a:gd name="T19" fmla="*/ 232 h 275"/>
                  <a:gd name="T20" fmla="*/ 376 w 503"/>
                  <a:gd name="T21" fmla="*/ 243 h 275"/>
                  <a:gd name="T22" fmla="*/ 455 w 503"/>
                  <a:gd name="T23" fmla="*/ 253 h 27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503" h="275">
                    <a:moveTo>
                      <a:pt x="358" y="204"/>
                    </a:moveTo>
                    <a:cubicBezTo>
                      <a:pt x="408" y="197"/>
                      <a:pt x="503" y="275"/>
                      <a:pt x="496" y="181"/>
                    </a:cubicBezTo>
                    <a:cubicBezTo>
                      <a:pt x="493" y="144"/>
                      <a:pt x="485" y="97"/>
                      <a:pt x="465" y="68"/>
                    </a:cubicBezTo>
                    <a:cubicBezTo>
                      <a:pt x="445" y="39"/>
                      <a:pt x="411" y="32"/>
                      <a:pt x="378" y="21"/>
                    </a:cubicBezTo>
                    <a:cubicBezTo>
                      <a:pt x="309" y="0"/>
                      <a:pt x="247" y="34"/>
                      <a:pt x="178" y="34"/>
                    </a:cubicBezTo>
                    <a:cubicBezTo>
                      <a:pt x="156" y="34"/>
                      <a:pt x="131" y="36"/>
                      <a:pt x="109" y="34"/>
                    </a:cubicBezTo>
                    <a:cubicBezTo>
                      <a:pt x="92" y="32"/>
                      <a:pt x="60" y="17"/>
                      <a:pt x="43" y="21"/>
                    </a:cubicBezTo>
                    <a:cubicBezTo>
                      <a:pt x="10" y="29"/>
                      <a:pt x="4" y="89"/>
                      <a:pt x="2" y="122"/>
                    </a:cubicBezTo>
                    <a:cubicBezTo>
                      <a:pt x="0" y="181"/>
                      <a:pt x="44" y="182"/>
                      <a:pt x="96" y="188"/>
                    </a:cubicBezTo>
                    <a:cubicBezTo>
                      <a:pt x="137" y="193"/>
                      <a:pt x="179" y="190"/>
                      <a:pt x="221" y="192"/>
                    </a:cubicBezTo>
                    <a:cubicBezTo>
                      <a:pt x="251" y="193"/>
                      <a:pt x="280" y="199"/>
                      <a:pt x="309" y="201"/>
                    </a:cubicBezTo>
                    <a:cubicBezTo>
                      <a:pt x="324" y="203"/>
                      <a:pt x="381" y="200"/>
                      <a:pt x="374" y="208"/>
                    </a:cubicBezTo>
                  </a:path>
                </a:pathLst>
              </a:custGeom>
              <a:solidFill>
                <a:srgbClr val="FAF4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739" name="Freeform 319">
                <a:extLst>
                  <a:ext uri="{FF2B5EF4-FFF2-40B4-BE49-F238E27FC236}">
                    <a16:creationId xmlns:a16="http://schemas.microsoft.com/office/drawing/2014/main" id="{A8766EA7-4062-404D-B819-DB22A759DC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0" y="2759"/>
                <a:ext cx="517" cy="306"/>
              </a:xfrm>
              <a:custGeom>
                <a:avLst/>
                <a:gdLst>
                  <a:gd name="T0" fmla="*/ 390 w 484"/>
                  <a:gd name="T1" fmla="*/ 299 h 287"/>
                  <a:gd name="T2" fmla="*/ 521 w 484"/>
                  <a:gd name="T3" fmla="*/ 315 h 287"/>
                  <a:gd name="T4" fmla="*/ 564 w 484"/>
                  <a:gd name="T5" fmla="*/ 193 h 287"/>
                  <a:gd name="T6" fmla="*/ 328 w 484"/>
                  <a:gd name="T7" fmla="*/ 14 h 287"/>
                  <a:gd name="T8" fmla="*/ 183 w 484"/>
                  <a:gd name="T9" fmla="*/ 7 h 287"/>
                  <a:gd name="T10" fmla="*/ 123 w 484"/>
                  <a:gd name="T11" fmla="*/ 7 h 287"/>
                  <a:gd name="T12" fmla="*/ 52 w 484"/>
                  <a:gd name="T13" fmla="*/ 4 h 287"/>
                  <a:gd name="T14" fmla="*/ 43 w 484"/>
                  <a:gd name="T15" fmla="*/ 152 h 287"/>
                  <a:gd name="T16" fmla="*/ 182 w 484"/>
                  <a:gd name="T17" fmla="*/ 279 h 287"/>
                  <a:gd name="T18" fmla="*/ 414 w 484"/>
                  <a:gd name="T19" fmla="*/ 315 h 28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84" h="287">
                    <a:moveTo>
                      <a:pt x="320" y="247"/>
                    </a:moveTo>
                    <a:cubicBezTo>
                      <a:pt x="353" y="253"/>
                      <a:pt x="405" y="287"/>
                      <a:pt x="428" y="260"/>
                    </a:cubicBezTo>
                    <a:cubicBezTo>
                      <a:pt x="443" y="241"/>
                      <a:pt x="457" y="181"/>
                      <a:pt x="462" y="159"/>
                    </a:cubicBezTo>
                    <a:cubicBezTo>
                      <a:pt x="484" y="48"/>
                      <a:pt x="354" y="23"/>
                      <a:pt x="269" y="11"/>
                    </a:cubicBezTo>
                    <a:cubicBezTo>
                      <a:pt x="230" y="6"/>
                      <a:pt x="190" y="7"/>
                      <a:pt x="150" y="7"/>
                    </a:cubicBezTo>
                    <a:cubicBezTo>
                      <a:pt x="134" y="7"/>
                      <a:pt x="117" y="7"/>
                      <a:pt x="101" y="7"/>
                    </a:cubicBezTo>
                    <a:cubicBezTo>
                      <a:pt x="85" y="8"/>
                      <a:pt x="57" y="0"/>
                      <a:pt x="43" y="4"/>
                    </a:cubicBezTo>
                    <a:cubicBezTo>
                      <a:pt x="0" y="15"/>
                      <a:pt x="21" y="94"/>
                      <a:pt x="35" y="126"/>
                    </a:cubicBezTo>
                    <a:cubicBezTo>
                      <a:pt x="61" y="183"/>
                      <a:pt x="89" y="212"/>
                      <a:pt x="149" y="231"/>
                    </a:cubicBezTo>
                    <a:cubicBezTo>
                      <a:pt x="213" y="250"/>
                      <a:pt x="279" y="245"/>
                      <a:pt x="340" y="260"/>
                    </a:cubicBezTo>
                  </a:path>
                </a:pathLst>
              </a:custGeom>
              <a:solidFill>
                <a:srgbClr val="FAF4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740" name="Freeform 320">
                <a:extLst>
                  <a:ext uri="{FF2B5EF4-FFF2-40B4-BE49-F238E27FC236}">
                    <a16:creationId xmlns:a16="http://schemas.microsoft.com/office/drawing/2014/main" id="{E2E56279-4EBA-481B-B230-434DC5E0C2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7" y="2577"/>
                <a:ext cx="208" cy="276"/>
              </a:xfrm>
              <a:custGeom>
                <a:avLst/>
                <a:gdLst>
                  <a:gd name="T0" fmla="*/ 239 w 194"/>
                  <a:gd name="T1" fmla="*/ 112 h 258"/>
                  <a:gd name="T2" fmla="*/ 177 w 194"/>
                  <a:gd name="T3" fmla="*/ 150 h 258"/>
                  <a:gd name="T4" fmla="*/ 194 w 194"/>
                  <a:gd name="T5" fmla="*/ 198 h 258"/>
                  <a:gd name="T6" fmla="*/ 237 w 194"/>
                  <a:gd name="T7" fmla="*/ 242 h 258"/>
                  <a:gd name="T8" fmla="*/ 181 w 194"/>
                  <a:gd name="T9" fmla="*/ 264 h 258"/>
                  <a:gd name="T10" fmla="*/ 131 w 194"/>
                  <a:gd name="T11" fmla="*/ 282 h 258"/>
                  <a:gd name="T12" fmla="*/ 106 w 194"/>
                  <a:gd name="T13" fmla="*/ 295 h 258"/>
                  <a:gd name="T14" fmla="*/ 84 w 194"/>
                  <a:gd name="T15" fmla="*/ 310 h 258"/>
                  <a:gd name="T16" fmla="*/ 50 w 194"/>
                  <a:gd name="T17" fmla="*/ 279 h 258"/>
                  <a:gd name="T18" fmla="*/ 15 w 194"/>
                  <a:gd name="T19" fmla="*/ 189 h 258"/>
                  <a:gd name="T20" fmla="*/ 5 w 194"/>
                  <a:gd name="T21" fmla="*/ 73 h 258"/>
                  <a:gd name="T22" fmla="*/ 57 w 194"/>
                  <a:gd name="T23" fmla="*/ 6 h 258"/>
                  <a:gd name="T24" fmla="*/ 144 w 194"/>
                  <a:gd name="T25" fmla="*/ 7 h 25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94" h="258">
                    <a:moveTo>
                      <a:pt x="194" y="92"/>
                    </a:moveTo>
                    <a:cubicBezTo>
                      <a:pt x="176" y="90"/>
                      <a:pt x="149" y="103"/>
                      <a:pt x="144" y="122"/>
                    </a:cubicBezTo>
                    <a:cubicBezTo>
                      <a:pt x="140" y="139"/>
                      <a:pt x="147" y="150"/>
                      <a:pt x="158" y="162"/>
                    </a:cubicBezTo>
                    <a:cubicBezTo>
                      <a:pt x="166" y="170"/>
                      <a:pt x="191" y="185"/>
                      <a:pt x="192" y="197"/>
                    </a:cubicBezTo>
                    <a:cubicBezTo>
                      <a:pt x="193" y="215"/>
                      <a:pt x="159" y="215"/>
                      <a:pt x="147" y="216"/>
                    </a:cubicBezTo>
                    <a:cubicBezTo>
                      <a:pt x="131" y="218"/>
                      <a:pt x="120" y="224"/>
                      <a:pt x="106" y="231"/>
                    </a:cubicBezTo>
                    <a:cubicBezTo>
                      <a:pt x="99" y="235"/>
                      <a:pt x="92" y="237"/>
                      <a:pt x="86" y="241"/>
                    </a:cubicBezTo>
                    <a:cubicBezTo>
                      <a:pt x="81" y="245"/>
                      <a:pt x="75" y="252"/>
                      <a:pt x="68" y="253"/>
                    </a:cubicBezTo>
                    <a:cubicBezTo>
                      <a:pt x="50" y="258"/>
                      <a:pt x="47" y="240"/>
                      <a:pt x="41" y="228"/>
                    </a:cubicBezTo>
                    <a:cubicBezTo>
                      <a:pt x="29" y="203"/>
                      <a:pt x="17" y="181"/>
                      <a:pt x="12" y="154"/>
                    </a:cubicBezTo>
                    <a:cubicBezTo>
                      <a:pt x="6" y="126"/>
                      <a:pt x="0" y="89"/>
                      <a:pt x="5" y="60"/>
                    </a:cubicBezTo>
                    <a:cubicBezTo>
                      <a:pt x="8" y="38"/>
                      <a:pt x="23" y="13"/>
                      <a:pt x="46" y="6"/>
                    </a:cubicBezTo>
                    <a:cubicBezTo>
                      <a:pt x="64" y="0"/>
                      <a:pt x="99" y="1"/>
                      <a:pt x="117" y="7"/>
                    </a:cubicBezTo>
                  </a:path>
                </a:pathLst>
              </a:custGeom>
              <a:solidFill>
                <a:srgbClr val="FAF4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741" name="Freeform 321">
                <a:extLst>
                  <a:ext uri="{FF2B5EF4-FFF2-40B4-BE49-F238E27FC236}">
                    <a16:creationId xmlns:a16="http://schemas.microsoft.com/office/drawing/2014/main" id="{E443E9FD-05AC-4016-B25C-C32E57235B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2" y="2265"/>
                <a:ext cx="325" cy="220"/>
              </a:xfrm>
              <a:custGeom>
                <a:avLst/>
                <a:gdLst>
                  <a:gd name="T0" fmla="*/ 57 w 304"/>
                  <a:gd name="T1" fmla="*/ 7 h 206"/>
                  <a:gd name="T2" fmla="*/ 18 w 304"/>
                  <a:gd name="T3" fmla="*/ 21 h 206"/>
                  <a:gd name="T4" fmla="*/ 11 w 304"/>
                  <a:gd name="T5" fmla="*/ 90 h 206"/>
                  <a:gd name="T6" fmla="*/ 2 w 304"/>
                  <a:gd name="T7" fmla="*/ 163 h 206"/>
                  <a:gd name="T8" fmla="*/ 28 w 304"/>
                  <a:gd name="T9" fmla="*/ 217 h 206"/>
                  <a:gd name="T10" fmla="*/ 104 w 304"/>
                  <a:gd name="T11" fmla="*/ 229 h 206"/>
                  <a:gd name="T12" fmla="*/ 169 w 304"/>
                  <a:gd name="T13" fmla="*/ 235 h 206"/>
                  <a:gd name="T14" fmla="*/ 229 w 304"/>
                  <a:gd name="T15" fmla="*/ 248 h 206"/>
                  <a:gd name="T16" fmla="*/ 284 w 304"/>
                  <a:gd name="T17" fmla="*/ 221 h 206"/>
                  <a:gd name="T18" fmla="*/ 357 w 304"/>
                  <a:gd name="T19" fmla="*/ 200 h 206"/>
                  <a:gd name="T20" fmla="*/ 282 w 304"/>
                  <a:gd name="T21" fmla="*/ 75 h 206"/>
                  <a:gd name="T22" fmla="*/ 217 w 304"/>
                  <a:gd name="T23" fmla="*/ 56 h 206"/>
                  <a:gd name="T24" fmla="*/ 165 w 304"/>
                  <a:gd name="T25" fmla="*/ 36 h 206"/>
                  <a:gd name="T26" fmla="*/ 76 w 304"/>
                  <a:gd name="T27" fmla="*/ 20 h 206"/>
                  <a:gd name="T28" fmla="*/ 51 w 304"/>
                  <a:gd name="T29" fmla="*/ 6 h 20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304" h="206">
                    <a:moveTo>
                      <a:pt x="47" y="7"/>
                    </a:moveTo>
                    <a:cubicBezTo>
                      <a:pt x="33" y="6"/>
                      <a:pt x="21" y="0"/>
                      <a:pt x="15" y="18"/>
                    </a:cubicBezTo>
                    <a:cubicBezTo>
                      <a:pt x="9" y="34"/>
                      <a:pt x="10" y="56"/>
                      <a:pt x="8" y="74"/>
                    </a:cubicBezTo>
                    <a:cubicBezTo>
                      <a:pt x="5" y="94"/>
                      <a:pt x="4" y="114"/>
                      <a:pt x="2" y="134"/>
                    </a:cubicBezTo>
                    <a:cubicBezTo>
                      <a:pt x="0" y="155"/>
                      <a:pt x="3" y="169"/>
                      <a:pt x="22" y="178"/>
                    </a:cubicBezTo>
                    <a:cubicBezTo>
                      <a:pt x="42" y="187"/>
                      <a:pt x="64" y="186"/>
                      <a:pt x="85" y="187"/>
                    </a:cubicBezTo>
                    <a:cubicBezTo>
                      <a:pt x="103" y="188"/>
                      <a:pt x="121" y="190"/>
                      <a:pt x="138" y="193"/>
                    </a:cubicBezTo>
                    <a:cubicBezTo>
                      <a:pt x="155" y="196"/>
                      <a:pt x="169" y="206"/>
                      <a:pt x="187" y="203"/>
                    </a:cubicBezTo>
                    <a:cubicBezTo>
                      <a:pt x="203" y="199"/>
                      <a:pt x="216" y="185"/>
                      <a:pt x="233" y="182"/>
                    </a:cubicBezTo>
                    <a:cubicBezTo>
                      <a:pt x="250" y="179"/>
                      <a:pt x="285" y="184"/>
                      <a:pt x="292" y="164"/>
                    </a:cubicBezTo>
                    <a:cubicBezTo>
                      <a:pt x="304" y="130"/>
                      <a:pt x="256" y="78"/>
                      <a:pt x="231" y="62"/>
                    </a:cubicBezTo>
                    <a:cubicBezTo>
                      <a:pt x="215" y="52"/>
                      <a:pt x="197" y="50"/>
                      <a:pt x="178" y="46"/>
                    </a:cubicBezTo>
                    <a:cubicBezTo>
                      <a:pt x="162" y="42"/>
                      <a:pt x="150" y="35"/>
                      <a:pt x="135" y="30"/>
                    </a:cubicBezTo>
                    <a:cubicBezTo>
                      <a:pt x="110" y="22"/>
                      <a:pt x="86" y="29"/>
                      <a:pt x="62" y="17"/>
                    </a:cubicBezTo>
                    <a:cubicBezTo>
                      <a:pt x="55" y="14"/>
                      <a:pt x="49" y="9"/>
                      <a:pt x="42" y="6"/>
                    </a:cubicBezTo>
                  </a:path>
                </a:pathLst>
              </a:custGeom>
              <a:solidFill>
                <a:srgbClr val="FAF4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742" name="Freeform 322">
                <a:extLst>
                  <a:ext uri="{FF2B5EF4-FFF2-40B4-BE49-F238E27FC236}">
                    <a16:creationId xmlns:a16="http://schemas.microsoft.com/office/drawing/2014/main" id="{8F69889F-DD3B-491D-8BFA-1FFB856830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0" y="2165"/>
                <a:ext cx="150" cy="74"/>
              </a:xfrm>
              <a:custGeom>
                <a:avLst/>
                <a:gdLst>
                  <a:gd name="T0" fmla="*/ 30 w 140"/>
                  <a:gd name="T1" fmla="*/ 0 h 69"/>
                  <a:gd name="T2" fmla="*/ 2 w 140"/>
                  <a:gd name="T3" fmla="*/ 49 h 69"/>
                  <a:gd name="T4" fmla="*/ 63 w 140"/>
                  <a:gd name="T5" fmla="*/ 82 h 69"/>
                  <a:gd name="T6" fmla="*/ 167 w 140"/>
                  <a:gd name="T7" fmla="*/ 85 h 69"/>
                  <a:gd name="T8" fmla="*/ 110 w 140"/>
                  <a:gd name="T9" fmla="*/ 49 h 69"/>
                  <a:gd name="T10" fmla="*/ 42 w 140"/>
                  <a:gd name="T11" fmla="*/ 10 h 6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0" h="69">
                    <a:moveTo>
                      <a:pt x="24" y="0"/>
                    </a:moveTo>
                    <a:cubicBezTo>
                      <a:pt x="20" y="16"/>
                      <a:pt x="0" y="19"/>
                      <a:pt x="2" y="40"/>
                    </a:cubicBezTo>
                    <a:cubicBezTo>
                      <a:pt x="4" y="62"/>
                      <a:pt x="32" y="65"/>
                      <a:pt x="51" y="66"/>
                    </a:cubicBezTo>
                    <a:cubicBezTo>
                      <a:pt x="80" y="66"/>
                      <a:pt x="107" y="67"/>
                      <a:pt x="136" y="69"/>
                    </a:cubicBezTo>
                    <a:cubicBezTo>
                      <a:pt x="140" y="51"/>
                      <a:pt x="101" y="46"/>
                      <a:pt x="90" y="40"/>
                    </a:cubicBezTo>
                    <a:cubicBezTo>
                      <a:pt x="71" y="30"/>
                      <a:pt x="56" y="13"/>
                      <a:pt x="34" y="7"/>
                    </a:cubicBezTo>
                  </a:path>
                </a:pathLst>
              </a:custGeom>
              <a:solidFill>
                <a:srgbClr val="FAF4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743" name="Freeform 323">
                <a:extLst>
                  <a:ext uri="{FF2B5EF4-FFF2-40B4-BE49-F238E27FC236}">
                    <a16:creationId xmlns:a16="http://schemas.microsoft.com/office/drawing/2014/main" id="{E6CC5DC2-12CD-4D7C-AD26-E82097F856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7" y="1965"/>
                <a:ext cx="178" cy="242"/>
              </a:xfrm>
              <a:custGeom>
                <a:avLst/>
                <a:gdLst>
                  <a:gd name="T0" fmla="*/ 80 w 166"/>
                  <a:gd name="T1" fmla="*/ 11 h 227"/>
                  <a:gd name="T2" fmla="*/ 25 w 166"/>
                  <a:gd name="T3" fmla="*/ 81 h 227"/>
                  <a:gd name="T4" fmla="*/ 18 w 166"/>
                  <a:gd name="T5" fmla="*/ 128 h 227"/>
                  <a:gd name="T6" fmla="*/ 4 w 166"/>
                  <a:gd name="T7" fmla="*/ 187 h 227"/>
                  <a:gd name="T8" fmla="*/ 80 w 166"/>
                  <a:gd name="T9" fmla="*/ 209 h 227"/>
                  <a:gd name="T10" fmla="*/ 149 w 166"/>
                  <a:gd name="T11" fmla="*/ 245 h 227"/>
                  <a:gd name="T12" fmla="*/ 197 w 166"/>
                  <a:gd name="T13" fmla="*/ 275 h 227"/>
                  <a:gd name="T14" fmla="*/ 172 w 166"/>
                  <a:gd name="T15" fmla="*/ 223 h 227"/>
                  <a:gd name="T16" fmla="*/ 116 w 166"/>
                  <a:gd name="T17" fmla="*/ 155 h 227"/>
                  <a:gd name="T18" fmla="*/ 89 w 166"/>
                  <a:gd name="T19" fmla="*/ 32 h 22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66" h="227">
                    <a:moveTo>
                      <a:pt x="65" y="8"/>
                    </a:moveTo>
                    <a:cubicBezTo>
                      <a:pt x="37" y="0"/>
                      <a:pt x="23" y="47"/>
                      <a:pt x="20" y="67"/>
                    </a:cubicBezTo>
                    <a:cubicBezTo>
                      <a:pt x="17" y="80"/>
                      <a:pt x="19" y="93"/>
                      <a:pt x="15" y="106"/>
                    </a:cubicBezTo>
                    <a:cubicBezTo>
                      <a:pt x="11" y="122"/>
                      <a:pt x="0" y="136"/>
                      <a:pt x="4" y="154"/>
                    </a:cubicBezTo>
                    <a:cubicBezTo>
                      <a:pt x="10" y="179"/>
                      <a:pt x="46" y="170"/>
                      <a:pt x="65" y="173"/>
                    </a:cubicBezTo>
                    <a:cubicBezTo>
                      <a:pt x="86" y="177"/>
                      <a:pt x="103" y="192"/>
                      <a:pt x="121" y="203"/>
                    </a:cubicBezTo>
                    <a:cubicBezTo>
                      <a:pt x="132" y="209"/>
                      <a:pt x="147" y="227"/>
                      <a:pt x="160" y="227"/>
                    </a:cubicBezTo>
                    <a:cubicBezTo>
                      <a:pt x="166" y="212"/>
                      <a:pt x="148" y="194"/>
                      <a:pt x="139" y="184"/>
                    </a:cubicBezTo>
                    <a:cubicBezTo>
                      <a:pt x="123" y="165"/>
                      <a:pt x="108" y="149"/>
                      <a:pt x="94" y="128"/>
                    </a:cubicBezTo>
                    <a:cubicBezTo>
                      <a:pt x="74" y="97"/>
                      <a:pt x="71" y="63"/>
                      <a:pt x="72" y="26"/>
                    </a:cubicBezTo>
                  </a:path>
                </a:pathLst>
              </a:custGeom>
              <a:solidFill>
                <a:srgbClr val="FAF4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744" name="Freeform 324">
                <a:extLst>
                  <a:ext uri="{FF2B5EF4-FFF2-40B4-BE49-F238E27FC236}">
                    <a16:creationId xmlns:a16="http://schemas.microsoft.com/office/drawing/2014/main" id="{C18CD285-4D6D-4328-9FB1-FCE85BCD97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5" y="2304"/>
                <a:ext cx="6" cy="4"/>
              </a:xfrm>
              <a:custGeom>
                <a:avLst/>
                <a:gdLst>
                  <a:gd name="T0" fmla="*/ 0 w 5"/>
                  <a:gd name="T1" fmla="*/ 4 h 4"/>
                  <a:gd name="T2" fmla="*/ 8 w 5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4">
                    <a:moveTo>
                      <a:pt x="0" y="4"/>
                    </a:moveTo>
                    <a:cubicBezTo>
                      <a:pt x="2" y="3"/>
                      <a:pt x="4" y="2"/>
                      <a:pt x="5" y="0"/>
                    </a:cubicBezTo>
                  </a:path>
                </a:pathLst>
              </a:custGeom>
              <a:solidFill>
                <a:srgbClr val="FAF4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745" name="Freeform 325">
                <a:extLst>
                  <a:ext uri="{FF2B5EF4-FFF2-40B4-BE49-F238E27FC236}">
                    <a16:creationId xmlns:a16="http://schemas.microsoft.com/office/drawing/2014/main" id="{CFB3A189-0553-4C6D-95E1-4A1086701D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6" y="2908"/>
                <a:ext cx="219" cy="236"/>
              </a:xfrm>
              <a:custGeom>
                <a:avLst/>
                <a:gdLst>
                  <a:gd name="T0" fmla="*/ 0 w 205"/>
                  <a:gd name="T1" fmla="*/ 0 h 221"/>
                  <a:gd name="T2" fmla="*/ 107 w 205"/>
                  <a:gd name="T3" fmla="*/ 189 h 221"/>
                  <a:gd name="T4" fmla="*/ 250 w 205"/>
                  <a:gd name="T5" fmla="*/ 229 h 221"/>
                  <a:gd name="T6" fmla="*/ 140 w 205"/>
                  <a:gd name="T7" fmla="*/ 65 h 2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5" h="221">
                    <a:moveTo>
                      <a:pt x="0" y="0"/>
                    </a:moveTo>
                    <a:cubicBezTo>
                      <a:pt x="44" y="43"/>
                      <a:pt x="41" y="115"/>
                      <a:pt x="88" y="155"/>
                    </a:cubicBezTo>
                    <a:cubicBezTo>
                      <a:pt x="110" y="174"/>
                      <a:pt x="179" y="221"/>
                      <a:pt x="205" y="187"/>
                    </a:cubicBezTo>
                    <a:cubicBezTo>
                      <a:pt x="152" y="164"/>
                      <a:pt x="98" y="118"/>
                      <a:pt x="115" y="53"/>
                    </a:cubicBezTo>
                  </a:path>
                </a:pathLst>
              </a:custGeom>
              <a:solidFill>
                <a:srgbClr val="FAF4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746" name="Freeform 326">
                <a:extLst>
                  <a:ext uri="{FF2B5EF4-FFF2-40B4-BE49-F238E27FC236}">
                    <a16:creationId xmlns:a16="http://schemas.microsoft.com/office/drawing/2014/main" id="{652D8C40-C1FF-4B72-B988-AA898F56A7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6" y="3189"/>
                <a:ext cx="197" cy="532"/>
              </a:xfrm>
              <a:custGeom>
                <a:avLst/>
                <a:gdLst>
                  <a:gd name="T0" fmla="*/ 192 w 184"/>
                  <a:gd name="T1" fmla="*/ 28 h 498"/>
                  <a:gd name="T2" fmla="*/ 77 w 184"/>
                  <a:gd name="T3" fmla="*/ 1 h 498"/>
                  <a:gd name="T4" fmla="*/ 14 w 184"/>
                  <a:gd name="T5" fmla="*/ 144 h 498"/>
                  <a:gd name="T6" fmla="*/ 29 w 184"/>
                  <a:gd name="T7" fmla="*/ 444 h 498"/>
                  <a:gd name="T8" fmla="*/ 55 w 184"/>
                  <a:gd name="T9" fmla="*/ 557 h 498"/>
                  <a:gd name="T10" fmla="*/ 146 w 184"/>
                  <a:gd name="T11" fmla="*/ 488 h 498"/>
                  <a:gd name="T12" fmla="*/ 166 w 184"/>
                  <a:gd name="T13" fmla="*/ 370 h 498"/>
                  <a:gd name="T14" fmla="*/ 206 w 184"/>
                  <a:gd name="T15" fmla="*/ 213 h 498"/>
                  <a:gd name="T16" fmla="*/ 211 w 184"/>
                  <a:gd name="T17" fmla="*/ 24 h 49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84" h="498">
                    <a:moveTo>
                      <a:pt x="156" y="22"/>
                    </a:moveTo>
                    <a:cubicBezTo>
                      <a:pt x="147" y="13"/>
                      <a:pt x="79" y="0"/>
                      <a:pt x="63" y="1"/>
                    </a:cubicBezTo>
                    <a:cubicBezTo>
                      <a:pt x="16" y="4"/>
                      <a:pt x="15" y="82"/>
                      <a:pt x="11" y="118"/>
                    </a:cubicBezTo>
                    <a:cubicBezTo>
                      <a:pt x="0" y="202"/>
                      <a:pt x="7" y="281"/>
                      <a:pt x="23" y="364"/>
                    </a:cubicBezTo>
                    <a:cubicBezTo>
                      <a:pt x="27" y="387"/>
                      <a:pt x="32" y="437"/>
                      <a:pt x="45" y="457"/>
                    </a:cubicBezTo>
                    <a:cubicBezTo>
                      <a:pt x="71" y="498"/>
                      <a:pt x="111" y="428"/>
                      <a:pt x="119" y="401"/>
                    </a:cubicBezTo>
                    <a:cubicBezTo>
                      <a:pt x="130" y="370"/>
                      <a:pt x="128" y="336"/>
                      <a:pt x="135" y="303"/>
                    </a:cubicBezTo>
                    <a:cubicBezTo>
                      <a:pt x="144" y="260"/>
                      <a:pt x="158" y="218"/>
                      <a:pt x="167" y="174"/>
                    </a:cubicBezTo>
                    <a:cubicBezTo>
                      <a:pt x="177" y="122"/>
                      <a:pt x="184" y="71"/>
                      <a:pt x="172" y="20"/>
                    </a:cubicBezTo>
                  </a:path>
                </a:pathLst>
              </a:custGeom>
              <a:solidFill>
                <a:srgbClr val="FAF4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747" name="Freeform 327">
                <a:extLst>
                  <a:ext uri="{FF2B5EF4-FFF2-40B4-BE49-F238E27FC236}">
                    <a16:creationId xmlns:a16="http://schemas.microsoft.com/office/drawing/2014/main" id="{30F7CFBB-473D-4CFC-A637-B83FDE3589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4" y="3600"/>
                <a:ext cx="186" cy="213"/>
              </a:xfrm>
              <a:custGeom>
                <a:avLst/>
                <a:gdLst>
                  <a:gd name="T0" fmla="*/ 30 w 174"/>
                  <a:gd name="T1" fmla="*/ 26 h 199"/>
                  <a:gd name="T2" fmla="*/ 30 w 174"/>
                  <a:gd name="T3" fmla="*/ 127 h 199"/>
                  <a:gd name="T4" fmla="*/ 13 w 174"/>
                  <a:gd name="T5" fmla="*/ 174 h 199"/>
                  <a:gd name="T6" fmla="*/ 86 w 174"/>
                  <a:gd name="T7" fmla="*/ 182 h 199"/>
                  <a:gd name="T8" fmla="*/ 159 w 174"/>
                  <a:gd name="T9" fmla="*/ 199 h 199"/>
                  <a:gd name="T10" fmla="*/ 213 w 174"/>
                  <a:gd name="T11" fmla="*/ 199 h 199"/>
                  <a:gd name="T12" fmla="*/ 160 w 174"/>
                  <a:gd name="T13" fmla="*/ 163 h 199"/>
                  <a:gd name="T14" fmla="*/ 83 w 174"/>
                  <a:gd name="T15" fmla="*/ 124 h 199"/>
                  <a:gd name="T16" fmla="*/ 76 w 174"/>
                  <a:gd name="T17" fmla="*/ 0 h 19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74" h="199">
                    <a:moveTo>
                      <a:pt x="24" y="21"/>
                    </a:moveTo>
                    <a:cubicBezTo>
                      <a:pt x="30" y="46"/>
                      <a:pt x="35" y="81"/>
                      <a:pt x="24" y="104"/>
                    </a:cubicBezTo>
                    <a:cubicBezTo>
                      <a:pt x="19" y="117"/>
                      <a:pt x="0" y="124"/>
                      <a:pt x="10" y="142"/>
                    </a:cubicBezTo>
                    <a:cubicBezTo>
                      <a:pt x="22" y="161"/>
                      <a:pt x="53" y="150"/>
                      <a:pt x="70" y="149"/>
                    </a:cubicBezTo>
                    <a:cubicBezTo>
                      <a:pt x="98" y="146"/>
                      <a:pt x="107" y="147"/>
                      <a:pt x="130" y="163"/>
                    </a:cubicBezTo>
                    <a:cubicBezTo>
                      <a:pt x="145" y="173"/>
                      <a:pt x="174" y="199"/>
                      <a:pt x="174" y="163"/>
                    </a:cubicBezTo>
                    <a:cubicBezTo>
                      <a:pt x="174" y="138"/>
                      <a:pt x="149" y="137"/>
                      <a:pt x="131" y="133"/>
                    </a:cubicBezTo>
                    <a:cubicBezTo>
                      <a:pt x="106" y="127"/>
                      <a:pt x="80" y="127"/>
                      <a:pt x="68" y="101"/>
                    </a:cubicBezTo>
                    <a:cubicBezTo>
                      <a:pt x="54" y="71"/>
                      <a:pt x="73" y="30"/>
                      <a:pt x="62" y="0"/>
                    </a:cubicBezTo>
                  </a:path>
                </a:pathLst>
              </a:custGeom>
              <a:solidFill>
                <a:srgbClr val="FAF4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748" name="Freeform 328">
                <a:extLst>
                  <a:ext uri="{FF2B5EF4-FFF2-40B4-BE49-F238E27FC236}">
                    <a16:creationId xmlns:a16="http://schemas.microsoft.com/office/drawing/2014/main" id="{C2D696C7-29DC-4A41-9F5E-04614A02C0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1" y="3790"/>
                <a:ext cx="122" cy="169"/>
              </a:xfrm>
              <a:custGeom>
                <a:avLst/>
                <a:gdLst>
                  <a:gd name="T0" fmla="*/ 136 w 114"/>
                  <a:gd name="T1" fmla="*/ 66 h 158"/>
                  <a:gd name="T2" fmla="*/ 67 w 114"/>
                  <a:gd name="T3" fmla="*/ 102 h 158"/>
                  <a:gd name="T4" fmla="*/ 0 w 114"/>
                  <a:gd name="T5" fmla="*/ 183 h 158"/>
                  <a:gd name="T6" fmla="*/ 46 w 114"/>
                  <a:gd name="T7" fmla="*/ 191 h 158"/>
                  <a:gd name="T8" fmla="*/ 78 w 114"/>
                  <a:gd name="T9" fmla="*/ 148 h 158"/>
                  <a:gd name="T10" fmla="*/ 140 w 114"/>
                  <a:gd name="T11" fmla="*/ 56 h 15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4" h="158">
                    <a:moveTo>
                      <a:pt x="111" y="54"/>
                    </a:moveTo>
                    <a:cubicBezTo>
                      <a:pt x="95" y="0"/>
                      <a:pt x="65" y="70"/>
                      <a:pt x="55" y="83"/>
                    </a:cubicBezTo>
                    <a:cubicBezTo>
                      <a:pt x="40" y="107"/>
                      <a:pt x="3" y="120"/>
                      <a:pt x="0" y="150"/>
                    </a:cubicBezTo>
                    <a:cubicBezTo>
                      <a:pt x="8" y="149"/>
                      <a:pt x="31" y="158"/>
                      <a:pt x="37" y="156"/>
                    </a:cubicBezTo>
                    <a:cubicBezTo>
                      <a:pt x="49" y="151"/>
                      <a:pt x="57" y="131"/>
                      <a:pt x="64" y="121"/>
                    </a:cubicBezTo>
                    <a:cubicBezTo>
                      <a:pt x="80" y="99"/>
                      <a:pt x="94" y="62"/>
                      <a:pt x="114" y="46"/>
                    </a:cubicBezTo>
                  </a:path>
                </a:pathLst>
              </a:custGeom>
              <a:solidFill>
                <a:srgbClr val="FAF4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749" name="Freeform 329">
                <a:extLst>
                  <a:ext uri="{FF2B5EF4-FFF2-40B4-BE49-F238E27FC236}">
                    <a16:creationId xmlns:a16="http://schemas.microsoft.com/office/drawing/2014/main" id="{22F912C6-A85B-4834-8216-F746CA0344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6" y="2242"/>
                <a:ext cx="143" cy="160"/>
              </a:xfrm>
              <a:custGeom>
                <a:avLst/>
                <a:gdLst>
                  <a:gd name="T0" fmla="*/ 128 w 134"/>
                  <a:gd name="T1" fmla="*/ 27 h 150"/>
                  <a:gd name="T2" fmla="*/ 74 w 134"/>
                  <a:gd name="T3" fmla="*/ 4 h 150"/>
                  <a:gd name="T4" fmla="*/ 42 w 134"/>
                  <a:gd name="T5" fmla="*/ 68 h 150"/>
                  <a:gd name="T6" fmla="*/ 42 w 134"/>
                  <a:gd name="T7" fmla="*/ 182 h 150"/>
                  <a:gd name="T8" fmla="*/ 82 w 134"/>
                  <a:gd name="T9" fmla="*/ 107 h 150"/>
                  <a:gd name="T10" fmla="*/ 156 w 134"/>
                  <a:gd name="T11" fmla="*/ 141 h 150"/>
                  <a:gd name="T12" fmla="*/ 141 w 134"/>
                  <a:gd name="T13" fmla="*/ 34 h 15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4" h="150">
                    <a:moveTo>
                      <a:pt x="105" y="22"/>
                    </a:moveTo>
                    <a:cubicBezTo>
                      <a:pt x="92" y="17"/>
                      <a:pt x="76" y="0"/>
                      <a:pt x="61" y="4"/>
                    </a:cubicBezTo>
                    <a:cubicBezTo>
                      <a:pt x="43" y="9"/>
                      <a:pt x="42" y="40"/>
                      <a:pt x="35" y="56"/>
                    </a:cubicBezTo>
                    <a:cubicBezTo>
                      <a:pt x="26" y="77"/>
                      <a:pt x="0" y="137"/>
                      <a:pt x="35" y="150"/>
                    </a:cubicBezTo>
                    <a:cubicBezTo>
                      <a:pt x="45" y="133"/>
                      <a:pt x="45" y="97"/>
                      <a:pt x="67" y="88"/>
                    </a:cubicBezTo>
                    <a:cubicBezTo>
                      <a:pt x="88" y="80"/>
                      <a:pt x="111" y="109"/>
                      <a:pt x="128" y="116"/>
                    </a:cubicBezTo>
                    <a:cubicBezTo>
                      <a:pt x="134" y="89"/>
                      <a:pt x="134" y="49"/>
                      <a:pt x="116" y="28"/>
                    </a:cubicBezTo>
                  </a:path>
                </a:pathLst>
              </a:custGeom>
              <a:solidFill>
                <a:srgbClr val="FAF4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750" name="Freeform 330">
                <a:extLst>
                  <a:ext uri="{FF2B5EF4-FFF2-40B4-BE49-F238E27FC236}">
                    <a16:creationId xmlns:a16="http://schemas.microsoft.com/office/drawing/2014/main" id="{5D016E1F-C76E-4484-B20C-D0A218905C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3" y="1920"/>
                <a:ext cx="206" cy="276"/>
              </a:xfrm>
              <a:custGeom>
                <a:avLst/>
                <a:gdLst>
                  <a:gd name="T0" fmla="*/ 125 w 193"/>
                  <a:gd name="T1" fmla="*/ 39 h 259"/>
                  <a:gd name="T2" fmla="*/ 78 w 193"/>
                  <a:gd name="T3" fmla="*/ 7 h 259"/>
                  <a:gd name="T4" fmla="*/ 23 w 193"/>
                  <a:gd name="T5" fmla="*/ 92 h 259"/>
                  <a:gd name="T6" fmla="*/ 11 w 193"/>
                  <a:gd name="T7" fmla="*/ 197 h 259"/>
                  <a:gd name="T8" fmla="*/ 29 w 193"/>
                  <a:gd name="T9" fmla="*/ 264 h 259"/>
                  <a:gd name="T10" fmla="*/ 184 w 193"/>
                  <a:gd name="T11" fmla="*/ 226 h 259"/>
                  <a:gd name="T12" fmla="*/ 222 w 193"/>
                  <a:gd name="T13" fmla="*/ 103 h 259"/>
                  <a:gd name="T14" fmla="*/ 134 w 193"/>
                  <a:gd name="T15" fmla="*/ 35 h 25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93" h="259">
                    <a:moveTo>
                      <a:pt x="103" y="33"/>
                    </a:moveTo>
                    <a:cubicBezTo>
                      <a:pt x="88" y="26"/>
                      <a:pt x="81" y="10"/>
                      <a:pt x="64" y="7"/>
                    </a:cubicBezTo>
                    <a:cubicBezTo>
                      <a:pt x="27" y="0"/>
                      <a:pt x="24" y="50"/>
                      <a:pt x="20" y="76"/>
                    </a:cubicBezTo>
                    <a:cubicBezTo>
                      <a:pt x="16" y="106"/>
                      <a:pt x="15" y="134"/>
                      <a:pt x="8" y="163"/>
                    </a:cubicBezTo>
                    <a:cubicBezTo>
                      <a:pt x="0" y="189"/>
                      <a:pt x="0" y="201"/>
                      <a:pt x="23" y="219"/>
                    </a:cubicBezTo>
                    <a:cubicBezTo>
                      <a:pt x="74" y="259"/>
                      <a:pt x="111" y="228"/>
                      <a:pt x="151" y="187"/>
                    </a:cubicBezTo>
                    <a:cubicBezTo>
                      <a:pt x="175" y="163"/>
                      <a:pt x="193" y="119"/>
                      <a:pt x="183" y="85"/>
                    </a:cubicBezTo>
                    <a:cubicBezTo>
                      <a:pt x="175" y="55"/>
                      <a:pt x="135" y="43"/>
                      <a:pt x="111" y="29"/>
                    </a:cubicBezTo>
                  </a:path>
                </a:pathLst>
              </a:custGeom>
              <a:solidFill>
                <a:srgbClr val="FAF4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751" name="Freeform 331">
                <a:extLst>
                  <a:ext uri="{FF2B5EF4-FFF2-40B4-BE49-F238E27FC236}">
                    <a16:creationId xmlns:a16="http://schemas.microsoft.com/office/drawing/2014/main" id="{12A69F3B-8453-4819-9DA7-BD409F1431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6" y="1604"/>
                <a:ext cx="269" cy="333"/>
              </a:xfrm>
              <a:custGeom>
                <a:avLst/>
                <a:gdLst>
                  <a:gd name="T0" fmla="*/ 306 w 252"/>
                  <a:gd name="T1" fmla="*/ 79 h 312"/>
                  <a:gd name="T2" fmla="*/ 135 w 252"/>
                  <a:gd name="T3" fmla="*/ 47 h 312"/>
                  <a:gd name="T4" fmla="*/ 17 w 252"/>
                  <a:gd name="T5" fmla="*/ 242 h 312"/>
                  <a:gd name="T6" fmla="*/ 53 w 252"/>
                  <a:gd name="T7" fmla="*/ 298 h 312"/>
                  <a:gd name="T8" fmla="*/ 83 w 252"/>
                  <a:gd name="T9" fmla="*/ 349 h 312"/>
                  <a:gd name="T10" fmla="*/ 142 w 252"/>
                  <a:gd name="T11" fmla="*/ 349 h 312"/>
                  <a:gd name="T12" fmla="*/ 238 w 252"/>
                  <a:gd name="T13" fmla="*/ 279 h 312"/>
                  <a:gd name="T14" fmla="*/ 152 w 252"/>
                  <a:gd name="T15" fmla="*/ 307 h 312"/>
                  <a:gd name="T16" fmla="*/ 145 w 252"/>
                  <a:gd name="T17" fmla="*/ 240 h 312"/>
                  <a:gd name="T18" fmla="*/ 251 w 252"/>
                  <a:gd name="T19" fmla="*/ 175 h 312"/>
                  <a:gd name="T20" fmla="*/ 289 w 252"/>
                  <a:gd name="T21" fmla="*/ 91 h 31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52" h="312">
                    <a:moveTo>
                      <a:pt x="252" y="65"/>
                    </a:moveTo>
                    <a:cubicBezTo>
                      <a:pt x="203" y="63"/>
                      <a:pt x="154" y="0"/>
                      <a:pt x="111" y="38"/>
                    </a:cubicBezTo>
                    <a:cubicBezTo>
                      <a:pt x="70" y="75"/>
                      <a:pt x="0" y="137"/>
                      <a:pt x="14" y="200"/>
                    </a:cubicBezTo>
                    <a:cubicBezTo>
                      <a:pt x="19" y="220"/>
                      <a:pt x="31" y="230"/>
                      <a:pt x="44" y="245"/>
                    </a:cubicBezTo>
                    <a:cubicBezTo>
                      <a:pt x="56" y="258"/>
                      <a:pt x="59" y="273"/>
                      <a:pt x="68" y="287"/>
                    </a:cubicBezTo>
                    <a:cubicBezTo>
                      <a:pt x="84" y="312"/>
                      <a:pt x="98" y="302"/>
                      <a:pt x="117" y="287"/>
                    </a:cubicBezTo>
                    <a:cubicBezTo>
                      <a:pt x="139" y="269"/>
                      <a:pt x="186" y="258"/>
                      <a:pt x="196" y="230"/>
                    </a:cubicBezTo>
                    <a:cubicBezTo>
                      <a:pt x="177" y="221"/>
                      <a:pt x="147" y="252"/>
                      <a:pt x="125" y="253"/>
                    </a:cubicBezTo>
                    <a:cubicBezTo>
                      <a:pt x="85" y="256"/>
                      <a:pt x="102" y="219"/>
                      <a:pt x="119" y="198"/>
                    </a:cubicBezTo>
                    <a:cubicBezTo>
                      <a:pt x="142" y="170"/>
                      <a:pt x="182" y="173"/>
                      <a:pt x="206" y="144"/>
                    </a:cubicBezTo>
                    <a:cubicBezTo>
                      <a:pt x="217" y="130"/>
                      <a:pt x="244" y="92"/>
                      <a:pt x="238" y="75"/>
                    </a:cubicBezTo>
                  </a:path>
                </a:pathLst>
              </a:custGeom>
              <a:solidFill>
                <a:srgbClr val="FAF4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752" name="Freeform 332">
                <a:extLst>
                  <a:ext uri="{FF2B5EF4-FFF2-40B4-BE49-F238E27FC236}">
                    <a16:creationId xmlns:a16="http://schemas.microsoft.com/office/drawing/2014/main" id="{665C6D8E-0E07-4575-965C-F75BB8AB16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7" y="1294"/>
                <a:ext cx="356" cy="328"/>
              </a:xfrm>
              <a:custGeom>
                <a:avLst/>
                <a:gdLst>
                  <a:gd name="T0" fmla="*/ 407 w 333"/>
                  <a:gd name="T1" fmla="*/ 0 h 307"/>
                  <a:gd name="T2" fmla="*/ 331 w 333"/>
                  <a:gd name="T3" fmla="*/ 17 h 307"/>
                  <a:gd name="T4" fmla="*/ 247 w 333"/>
                  <a:gd name="T5" fmla="*/ 58 h 307"/>
                  <a:gd name="T6" fmla="*/ 74 w 333"/>
                  <a:gd name="T7" fmla="*/ 186 h 307"/>
                  <a:gd name="T8" fmla="*/ 6 w 333"/>
                  <a:gd name="T9" fmla="*/ 287 h 307"/>
                  <a:gd name="T10" fmla="*/ 26 w 333"/>
                  <a:gd name="T11" fmla="*/ 315 h 307"/>
                  <a:gd name="T12" fmla="*/ 60 w 333"/>
                  <a:gd name="T13" fmla="*/ 352 h 307"/>
                  <a:gd name="T14" fmla="*/ 109 w 333"/>
                  <a:gd name="T15" fmla="*/ 283 h 307"/>
                  <a:gd name="T16" fmla="*/ 184 w 333"/>
                  <a:gd name="T17" fmla="*/ 302 h 307"/>
                  <a:gd name="T18" fmla="*/ 213 w 333"/>
                  <a:gd name="T19" fmla="*/ 214 h 307"/>
                  <a:gd name="T20" fmla="*/ 270 w 333"/>
                  <a:gd name="T21" fmla="*/ 115 h 307"/>
                  <a:gd name="T22" fmla="*/ 390 w 333"/>
                  <a:gd name="T23" fmla="*/ 6 h 30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33" h="307">
                    <a:moveTo>
                      <a:pt x="333" y="0"/>
                    </a:moveTo>
                    <a:cubicBezTo>
                      <a:pt x="324" y="12"/>
                      <a:pt x="287" y="8"/>
                      <a:pt x="271" y="14"/>
                    </a:cubicBezTo>
                    <a:cubicBezTo>
                      <a:pt x="247" y="23"/>
                      <a:pt x="224" y="34"/>
                      <a:pt x="202" y="48"/>
                    </a:cubicBezTo>
                    <a:cubicBezTo>
                      <a:pt x="150" y="80"/>
                      <a:pt x="99" y="103"/>
                      <a:pt x="61" y="153"/>
                    </a:cubicBezTo>
                    <a:cubicBezTo>
                      <a:pt x="43" y="176"/>
                      <a:pt x="13" y="207"/>
                      <a:pt x="6" y="236"/>
                    </a:cubicBezTo>
                    <a:cubicBezTo>
                      <a:pt x="0" y="260"/>
                      <a:pt x="10" y="249"/>
                      <a:pt x="21" y="258"/>
                    </a:cubicBezTo>
                    <a:cubicBezTo>
                      <a:pt x="31" y="267"/>
                      <a:pt x="34" y="289"/>
                      <a:pt x="49" y="288"/>
                    </a:cubicBezTo>
                    <a:cubicBezTo>
                      <a:pt x="50" y="263"/>
                      <a:pt x="53" y="227"/>
                      <a:pt x="89" y="232"/>
                    </a:cubicBezTo>
                    <a:cubicBezTo>
                      <a:pt x="124" y="237"/>
                      <a:pt x="122" y="307"/>
                      <a:pt x="151" y="248"/>
                    </a:cubicBezTo>
                    <a:cubicBezTo>
                      <a:pt x="162" y="226"/>
                      <a:pt x="169" y="199"/>
                      <a:pt x="174" y="175"/>
                    </a:cubicBezTo>
                    <a:cubicBezTo>
                      <a:pt x="182" y="141"/>
                      <a:pt x="198" y="120"/>
                      <a:pt x="222" y="95"/>
                    </a:cubicBezTo>
                    <a:cubicBezTo>
                      <a:pt x="253" y="62"/>
                      <a:pt x="283" y="30"/>
                      <a:pt x="319" y="6"/>
                    </a:cubicBezTo>
                  </a:path>
                </a:pathLst>
              </a:custGeom>
              <a:solidFill>
                <a:srgbClr val="FAF4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753" name="Freeform 333">
                <a:extLst>
                  <a:ext uri="{FF2B5EF4-FFF2-40B4-BE49-F238E27FC236}">
                    <a16:creationId xmlns:a16="http://schemas.microsoft.com/office/drawing/2014/main" id="{2FAAD2D8-D8F4-477B-B52D-ACA23C8F50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6" y="1355"/>
                <a:ext cx="346" cy="602"/>
              </a:xfrm>
              <a:custGeom>
                <a:avLst/>
                <a:gdLst>
                  <a:gd name="T0" fmla="*/ 159 w 323"/>
                  <a:gd name="T1" fmla="*/ 80 h 564"/>
                  <a:gd name="T2" fmla="*/ 146 w 323"/>
                  <a:gd name="T3" fmla="*/ 237 h 564"/>
                  <a:gd name="T4" fmla="*/ 117 w 323"/>
                  <a:gd name="T5" fmla="*/ 359 h 564"/>
                  <a:gd name="T6" fmla="*/ 59 w 323"/>
                  <a:gd name="T7" fmla="*/ 409 h 564"/>
                  <a:gd name="T8" fmla="*/ 20 w 323"/>
                  <a:gd name="T9" fmla="*/ 466 h 564"/>
                  <a:gd name="T10" fmla="*/ 14 w 323"/>
                  <a:gd name="T11" fmla="*/ 521 h 564"/>
                  <a:gd name="T12" fmla="*/ 43 w 323"/>
                  <a:gd name="T13" fmla="*/ 517 h 564"/>
                  <a:gd name="T14" fmla="*/ 92 w 323"/>
                  <a:gd name="T15" fmla="*/ 512 h 564"/>
                  <a:gd name="T16" fmla="*/ 228 w 323"/>
                  <a:gd name="T17" fmla="*/ 608 h 564"/>
                  <a:gd name="T18" fmla="*/ 244 w 323"/>
                  <a:gd name="T19" fmla="*/ 663 h 564"/>
                  <a:gd name="T20" fmla="*/ 311 w 323"/>
                  <a:gd name="T21" fmla="*/ 670 h 564"/>
                  <a:gd name="T22" fmla="*/ 393 w 323"/>
                  <a:gd name="T23" fmla="*/ 565 h 564"/>
                  <a:gd name="T24" fmla="*/ 386 w 323"/>
                  <a:gd name="T25" fmla="*/ 488 h 564"/>
                  <a:gd name="T26" fmla="*/ 380 w 323"/>
                  <a:gd name="T27" fmla="*/ 398 h 564"/>
                  <a:gd name="T28" fmla="*/ 383 w 323"/>
                  <a:gd name="T29" fmla="*/ 217 h 564"/>
                  <a:gd name="T30" fmla="*/ 339 w 323"/>
                  <a:gd name="T31" fmla="*/ 50 h 564"/>
                  <a:gd name="T32" fmla="*/ 235 w 323"/>
                  <a:gd name="T33" fmla="*/ 18 h 564"/>
                  <a:gd name="T34" fmla="*/ 162 w 323"/>
                  <a:gd name="T35" fmla="*/ 91 h 564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323" h="564">
                    <a:moveTo>
                      <a:pt x="129" y="66"/>
                    </a:moveTo>
                    <a:cubicBezTo>
                      <a:pt x="122" y="109"/>
                      <a:pt x="115" y="151"/>
                      <a:pt x="119" y="195"/>
                    </a:cubicBezTo>
                    <a:cubicBezTo>
                      <a:pt x="123" y="238"/>
                      <a:pt x="125" y="262"/>
                      <a:pt x="95" y="295"/>
                    </a:cubicBezTo>
                    <a:cubicBezTo>
                      <a:pt x="81" y="311"/>
                      <a:pt x="62" y="320"/>
                      <a:pt x="48" y="336"/>
                    </a:cubicBezTo>
                    <a:cubicBezTo>
                      <a:pt x="36" y="349"/>
                      <a:pt x="25" y="367"/>
                      <a:pt x="17" y="383"/>
                    </a:cubicBezTo>
                    <a:cubicBezTo>
                      <a:pt x="13" y="392"/>
                      <a:pt x="0" y="420"/>
                      <a:pt x="11" y="428"/>
                    </a:cubicBezTo>
                    <a:cubicBezTo>
                      <a:pt x="17" y="433"/>
                      <a:pt x="29" y="425"/>
                      <a:pt x="35" y="424"/>
                    </a:cubicBezTo>
                    <a:cubicBezTo>
                      <a:pt x="48" y="422"/>
                      <a:pt x="62" y="422"/>
                      <a:pt x="75" y="422"/>
                    </a:cubicBezTo>
                    <a:cubicBezTo>
                      <a:pt x="124" y="422"/>
                      <a:pt x="166" y="455"/>
                      <a:pt x="186" y="500"/>
                    </a:cubicBezTo>
                    <a:cubicBezTo>
                      <a:pt x="192" y="514"/>
                      <a:pt x="190" y="533"/>
                      <a:pt x="199" y="545"/>
                    </a:cubicBezTo>
                    <a:cubicBezTo>
                      <a:pt x="212" y="564"/>
                      <a:pt x="235" y="562"/>
                      <a:pt x="253" y="551"/>
                    </a:cubicBezTo>
                    <a:cubicBezTo>
                      <a:pt x="278" y="535"/>
                      <a:pt x="317" y="498"/>
                      <a:pt x="320" y="465"/>
                    </a:cubicBezTo>
                    <a:cubicBezTo>
                      <a:pt x="323" y="445"/>
                      <a:pt x="315" y="421"/>
                      <a:pt x="314" y="401"/>
                    </a:cubicBezTo>
                    <a:cubicBezTo>
                      <a:pt x="312" y="376"/>
                      <a:pt x="309" y="351"/>
                      <a:pt x="309" y="327"/>
                    </a:cubicBezTo>
                    <a:cubicBezTo>
                      <a:pt x="308" y="277"/>
                      <a:pt x="310" y="227"/>
                      <a:pt x="312" y="178"/>
                    </a:cubicBezTo>
                    <a:cubicBezTo>
                      <a:pt x="313" y="135"/>
                      <a:pt x="301" y="75"/>
                      <a:pt x="275" y="41"/>
                    </a:cubicBezTo>
                    <a:cubicBezTo>
                      <a:pt x="253" y="13"/>
                      <a:pt x="223" y="0"/>
                      <a:pt x="190" y="15"/>
                    </a:cubicBezTo>
                    <a:cubicBezTo>
                      <a:pt x="161" y="28"/>
                      <a:pt x="151" y="55"/>
                      <a:pt x="132" y="75"/>
                    </a:cubicBezTo>
                  </a:path>
                </a:pathLst>
              </a:custGeom>
              <a:solidFill>
                <a:srgbClr val="FAF4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754" name="Freeform 334">
                <a:extLst>
                  <a:ext uri="{FF2B5EF4-FFF2-40B4-BE49-F238E27FC236}">
                    <a16:creationId xmlns:a16="http://schemas.microsoft.com/office/drawing/2014/main" id="{2F32FED1-698A-481D-932B-5FF3953C58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4" y="1983"/>
                <a:ext cx="360" cy="241"/>
              </a:xfrm>
              <a:custGeom>
                <a:avLst/>
                <a:gdLst>
                  <a:gd name="T0" fmla="*/ 4 w 337"/>
                  <a:gd name="T1" fmla="*/ 0 h 226"/>
                  <a:gd name="T2" fmla="*/ 26 w 337"/>
                  <a:gd name="T3" fmla="*/ 59 h 226"/>
                  <a:gd name="T4" fmla="*/ 73 w 337"/>
                  <a:gd name="T5" fmla="*/ 107 h 226"/>
                  <a:gd name="T6" fmla="*/ 177 w 337"/>
                  <a:gd name="T7" fmla="*/ 149 h 226"/>
                  <a:gd name="T8" fmla="*/ 357 w 337"/>
                  <a:gd name="T9" fmla="*/ 258 h 226"/>
                  <a:gd name="T10" fmla="*/ 404 w 337"/>
                  <a:gd name="T11" fmla="*/ 259 h 226"/>
                  <a:gd name="T12" fmla="*/ 401 w 337"/>
                  <a:gd name="T13" fmla="*/ 203 h 226"/>
                  <a:gd name="T14" fmla="*/ 395 w 337"/>
                  <a:gd name="T15" fmla="*/ 132 h 226"/>
                  <a:gd name="T16" fmla="*/ 358 w 337"/>
                  <a:gd name="T17" fmla="*/ 108 h 226"/>
                  <a:gd name="T18" fmla="*/ 73 w 337"/>
                  <a:gd name="T19" fmla="*/ 32 h 226"/>
                  <a:gd name="T20" fmla="*/ 12 w 337"/>
                  <a:gd name="T21" fmla="*/ 2 h 22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37" h="226">
                    <a:moveTo>
                      <a:pt x="4" y="0"/>
                    </a:moveTo>
                    <a:cubicBezTo>
                      <a:pt x="0" y="13"/>
                      <a:pt x="15" y="38"/>
                      <a:pt x="21" y="49"/>
                    </a:cubicBezTo>
                    <a:cubicBezTo>
                      <a:pt x="30" y="67"/>
                      <a:pt x="44" y="77"/>
                      <a:pt x="60" y="88"/>
                    </a:cubicBezTo>
                    <a:cubicBezTo>
                      <a:pt x="85" y="105"/>
                      <a:pt x="117" y="109"/>
                      <a:pt x="145" y="123"/>
                    </a:cubicBezTo>
                    <a:cubicBezTo>
                      <a:pt x="197" y="148"/>
                      <a:pt x="239" y="193"/>
                      <a:pt x="293" y="213"/>
                    </a:cubicBezTo>
                    <a:cubicBezTo>
                      <a:pt x="304" y="216"/>
                      <a:pt x="322" y="226"/>
                      <a:pt x="331" y="214"/>
                    </a:cubicBezTo>
                    <a:cubicBezTo>
                      <a:pt x="337" y="205"/>
                      <a:pt x="330" y="176"/>
                      <a:pt x="329" y="167"/>
                    </a:cubicBezTo>
                    <a:cubicBezTo>
                      <a:pt x="327" y="148"/>
                      <a:pt x="326" y="128"/>
                      <a:pt x="324" y="109"/>
                    </a:cubicBezTo>
                    <a:cubicBezTo>
                      <a:pt x="321" y="87"/>
                      <a:pt x="315" y="89"/>
                      <a:pt x="294" y="89"/>
                    </a:cubicBezTo>
                    <a:cubicBezTo>
                      <a:pt x="207" y="92"/>
                      <a:pt x="138" y="61"/>
                      <a:pt x="60" y="26"/>
                    </a:cubicBezTo>
                    <a:cubicBezTo>
                      <a:pt x="43" y="19"/>
                      <a:pt x="24" y="13"/>
                      <a:pt x="9" y="2"/>
                    </a:cubicBezTo>
                  </a:path>
                </a:pathLst>
              </a:custGeom>
              <a:solidFill>
                <a:srgbClr val="FAF4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755" name="Freeform 335">
                <a:extLst>
                  <a:ext uri="{FF2B5EF4-FFF2-40B4-BE49-F238E27FC236}">
                    <a16:creationId xmlns:a16="http://schemas.microsoft.com/office/drawing/2014/main" id="{3022525E-FA12-439F-8325-2E3FA34AF1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5" y="2196"/>
                <a:ext cx="152" cy="140"/>
              </a:xfrm>
              <a:custGeom>
                <a:avLst/>
                <a:gdLst>
                  <a:gd name="T0" fmla="*/ 0 w 142"/>
                  <a:gd name="T1" fmla="*/ 0 h 131"/>
                  <a:gd name="T2" fmla="*/ 59 w 142"/>
                  <a:gd name="T3" fmla="*/ 68 h 131"/>
                  <a:gd name="T4" fmla="*/ 109 w 142"/>
                  <a:gd name="T5" fmla="*/ 130 h 131"/>
                  <a:gd name="T6" fmla="*/ 170 w 142"/>
                  <a:gd name="T7" fmla="*/ 120 h 131"/>
                  <a:gd name="T8" fmla="*/ 97 w 142"/>
                  <a:gd name="T9" fmla="*/ 71 h 131"/>
                  <a:gd name="T10" fmla="*/ 46 w 142"/>
                  <a:gd name="T11" fmla="*/ 34 h 131"/>
                  <a:gd name="T12" fmla="*/ 17 w 142"/>
                  <a:gd name="T13" fmla="*/ 2 h 1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2" h="131">
                    <a:moveTo>
                      <a:pt x="0" y="0"/>
                    </a:moveTo>
                    <a:cubicBezTo>
                      <a:pt x="20" y="7"/>
                      <a:pt x="35" y="40"/>
                      <a:pt x="48" y="56"/>
                    </a:cubicBezTo>
                    <a:cubicBezTo>
                      <a:pt x="63" y="72"/>
                      <a:pt x="76" y="89"/>
                      <a:pt x="89" y="107"/>
                    </a:cubicBezTo>
                    <a:cubicBezTo>
                      <a:pt x="104" y="125"/>
                      <a:pt x="133" y="131"/>
                      <a:pt x="139" y="98"/>
                    </a:cubicBezTo>
                    <a:cubicBezTo>
                      <a:pt x="142" y="77"/>
                      <a:pt x="96" y="68"/>
                      <a:pt x="79" y="58"/>
                    </a:cubicBezTo>
                    <a:cubicBezTo>
                      <a:pt x="66" y="49"/>
                      <a:pt x="49" y="38"/>
                      <a:pt x="37" y="28"/>
                    </a:cubicBezTo>
                    <a:cubicBezTo>
                      <a:pt x="29" y="20"/>
                      <a:pt x="24" y="6"/>
                      <a:pt x="14" y="2"/>
                    </a:cubicBezTo>
                  </a:path>
                </a:pathLst>
              </a:custGeom>
              <a:solidFill>
                <a:srgbClr val="FAF4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756" name="Freeform 336">
                <a:extLst>
                  <a:ext uri="{FF2B5EF4-FFF2-40B4-BE49-F238E27FC236}">
                    <a16:creationId xmlns:a16="http://schemas.microsoft.com/office/drawing/2014/main" id="{164D9B1A-C9DA-4584-B0CE-3B131D3233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6" y="2500"/>
                <a:ext cx="539" cy="293"/>
              </a:xfrm>
              <a:custGeom>
                <a:avLst/>
                <a:gdLst>
                  <a:gd name="T0" fmla="*/ 178 w 504"/>
                  <a:gd name="T1" fmla="*/ 246 h 275"/>
                  <a:gd name="T2" fmla="*/ 7 w 504"/>
                  <a:gd name="T3" fmla="*/ 219 h 275"/>
                  <a:gd name="T4" fmla="*/ 47 w 504"/>
                  <a:gd name="T5" fmla="*/ 82 h 275"/>
                  <a:gd name="T6" fmla="*/ 154 w 504"/>
                  <a:gd name="T7" fmla="*/ 25 h 275"/>
                  <a:gd name="T8" fmla="*/ 398 w 504"/>
                  <a:gd name="T9" fmla="*/ 40 h 275"/>
                  <a:gd name="T10" fmla="*/ 481 w 504"/>
                  <a:gd name="T11" fmla="*/ 40 h 275"/>
                  <a:gd name="T12" fmla="*/ 563 w 504"/>
                  <a:gd name="T13" fmla="*/ 25 h 275"/>
                  <a:gd name="T14" fmla="*/ 613 w 504"/>
                  <a:gd name="T15" fmla="*/ 148 h 275"/>
                  <a:gd name="T16" fmla="*/ 497 w 504"/>
                  <a:gd name="T17" fmla="*/ 227 h 275"/>
                  <a:gd name="T18" fmla="*/ 347 w 504"/>
                  <a:gd name="T19" fmla="*/ 232 h 275"/>
                  <a:gd name="T20" fmla="*/ 240 w 504"/>
                  <a:gd name="T21" fmla="*/ 243 h 275"/>
                  <a:gd name="T22" fmla="*/ 158 w 504"/>
                  <a:gd name="T23" fmla="*/ 253 h 27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504" h="275">
                    <a:moveTo>
                      <a:pt x="145" y="204"/>
                    </a:moveTo>
                    <a:cubicBezTo>
                      <a:pt x="95" y="197"/>
                      <a:pt x="0" y="275"/>
                      <a:pt x="7" y="181"/>
                    </a:cubicBezTo>
                    <a:cubicBezTo>
                      <a:pt x="10" y="144"/>
                      <a:pt x="18" y="97"/>
                      <a:pt x="38" y="68"/>
                    </a:cubicBezTo>
                    <a:cubicBezTo>
                      <a:pt x="58" y="39"/>
                      <a:pt x="92" y="32"/>
                      <a:pt x="126" y="21"/>
                    </a:cubicBezTo>
                    <a:cubicBezTo>
                      <a:pt x="194" y="0"/>
                      <a:pt x="256" y="34"/>
                      <a:pt x="325" y="34"/>
                    </a:cubicBezTo>
                    <a:cubicBezTo>
                      <a:pt x="348" y="34"/>
                      <a:pt x="372" y="36"/>
                      <a:pt x="394" y="34"/>
                    </a:cubicBezTo>
                    <a:cubicBezTo>
                      <a:pt x="412" y="32"/>
                      <a:pt x="444" y="17"/>
                      <a:pt x="460" y="21"/>
                    </a:cubicBezTo>
                    <a:cubicBezTo>
                      <a:pt x="493" y="29"/>
                      <a:pt x="499" y="89"/>
                      <a:pt x="501" y="122"/>
                    </a:cubicBezTo>
                    <a:cubicBezTo>
                      <a:pt x="504" y="181"/>
                      <a:pt x="459" y="182"/>
                      <a:pt x="407" y="188"/>
                    </a:cubicBezTo>
                    <a:cubicBezTo>
                      <a:pt x="366" y="193"/>
                      <a:pt x="324" y="190"/>
                      <a:pt x="283" y="192"/>
                    </a:cubicBezTo>
                    <a:cubicBezTo>
                      <a:pt x="253" y="193"/>
                      <a:pt x="223" y="199"/>
                      <a:pt x="195" y="201"/>
                    </a:cubicBezTo>
                    <a:cubicBezTo>
                      <a:pt x="180" y="203"/>
                      <a:pt x="122" y="200"/>
                      <a:pt x="129" y="208"/>
                    </a:cubicBezTo>
                  </a:path>
                </a:pathLst>
              </a:custGeom>
              <a:solidFill>
                <a:srgbClr val="FAF4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757" name="Freeform 337">
                <a:extLst>
                  <a:ext uri="{FF2B5EF4-FFF2-40B4-BE49-F238E27FC236}">
                    <a16:creationId xmlns:a16="http://schemas.microsoft.com/office/drawing/2014/main" id="{31CED37C-5ADA-423E-B2FD-116ED1EDD6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5" y="2759"/>
                <a:ext cx="516" cy="306"/>
              </a:xfrm>
              <a:custGeom>
                <a:avLst/>
                <a:gdLst>
                  <a:gd name="T0" fmla="*/ 199 w 483"/>
                  <a:gd name="T1" fmla="*/ 299 h 287"/>
                  <a:gd name="T2" fmla="*/ 67 w 483"/>
                  <a:gd name="T3" fmla="*/ 315 h 287"/>
                  <a:gd name="T4" fmla="*/ 28 w 483"/>
                  <a:gd name="T5" fmla="*/ 193 h 287"/>
                  <a:gd name="T6" fmla="*/ 263 w 483"/>
                  <a:gd name="T7" fmla="*/ 14 h 287"/>
                  <a:gd name="T8" fmla="*/ 406 w 483"/>
                  <a:gd name="T9" fmla="*/ 7 h 287"/>
                  <a:gd name="T10" fmla="*/ 466 w 483"/>
                  <a:gd name="T11" fmla="*/ 7 h 287"/>
                  <a:gd name="T12" fmla="*/ 537 w 483"/>
                  <a:gd name="T13" fmla="*/ 4 h 287"/>
                  <a:gd name="T14" fmla="*/ 547 w 483"/>
                  <a:gd name="T15" fmla="*/ 152 h 287"/>
                  <a:gd name="T16" fmla="*/ 407 w 483"/>
                  <a:gd name="T17" fmla="*/ 279 h 287"/>
                  <a:gd name="T18" fmla="*/ 174 w 483"/>
                  <a:gd name="T19" fmla="*/ 315 h 28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83" h="287">
                    <a:moveTo>
                      <a:pt x="163" y="247"/>
                    </a:moveTo>
                    <a:cubicBezTo>
                      <a:pt x="130" y="253"/>
                      <a:pt x="78" y="287"/>
                      <a:pt x="55" y="260"/>
                    </a:cubicBezTo>
                    <a:cubicBezTo>
                      <a:pt x="40" y="241"/>
                      <a:pt x="26" y="181"/>
                      <a:pt x="22" y="159"/>
                    </a:cubicBezTo>
                    <a:cubicBezTo>
                      <a:pt x="0" y="48"/>
                      <a:pt x="130" y="23"/>
                      <a:pt x="215" y="11"/>
                    </a:cubicBezTo>
                    <a:cubicBezTo>
                      <a:pt x="254" y="6"/>
                      <a:pt x="294" y="7"/>
                      <a:pt x="333" y="7"/>
                    </a:cubicBezTo>
                    <a:cubicBezTo>
                      <a:pt x="350" y="7"/>
                      <a:pt x="366" y="7"/>
                      <a:pt x="382" y="7"/>
                    </a:cubicBezTo>
                    <a:cubicBezTo>
                      <a:pt x="398" y="8"/>
                      <a:pt x="426" y="0"/>
                      <a:pt x="441" y="4"/>
                    </a:cubicBezTo>
                    <a:cubicBezTo>
                      <a:pt x="483" y="15"/>
                      <a:pt x="462" y="94"/>
                      <a:pt x="448" y="126"/>
                    </a:cubicBezTo>
                    <a:cubicBezTo>
                      <a:pt x="422" y="183"/>
                      <a:pt x="394" y="212"/>
                      <a:pt x="334" y="231"/>
                    </a:cubicBezTo>
                    <a:cubicBezTo>
                      <a:pt x="270" y="250"/>
                      <a:pt x="205" y="245"/>
                      <a:pt x="143" y="260"/>
                    </a:cubicBezTo>
                  </a:path>
                </a:pathLst>
              </a:custGeom>
              <a:solidFill>
                <a:srgbClr val="FAF4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758" name="Freeform 338">
                <a:extLst>
                  <a:ext uri="{FF2B5EF4-FFF2-40B4-BE49-F238E27FC236}">
                    <a16:creationId xmlns:a16="http://schemas.microsoft.com/office/drawing/2014/main" id="{BE4EFF54-7077-4BC6-8689-B6A58288FA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7" y="2577"/>
                <a:ext cx="207" cy="276"/>
              </a:xfrm>
              <a:custGeom>
                <a:avLst/>
                <a:gdLst>
                  <a:gd name="T0" fmla="*/ 0 w 194"/>
                  <a:gd name="T1" fmla="*/ 112 h 258"/>
                  <a:gd name="T2" fmla="*/ 61 w 194"/>
                  <a:gd name="T3" fmla="*/ 150 h 258"/>
                  <a:gd name="T4" fmla="*/ 44 w 194"/>
                  <a:gd name="T5" fmla="*/ 198 h 258"/>
                  <a:gd name="T6" fmla="*/ 3 w 194"/>
                  <a:gd name="T7" fmla="*/ 242 h 258"/>
                  <a:gd name="T8" fmla="*/ 57 w 194"/>
                  <a:gd name="T9" fmla="*/ 264 h 258"/>
                  <a:gd name="T10" fmla="*/ 107 w 194"/>
                  <a:gd name="T11" fmla="*/ 282 h 258"/>
                  <a:gd name="T12" fmla="*/ 131 w 194"/>
                  <a:gd name="T13" fmla="*/ 295 h 258"/>
                  <a:gd name="T14" fmla="*/ 153 w 194"/>
                  <a:gd name="T15" fmla="*/ 310 h 258"/>
                  <a:gd name="T16" fmla="*/ 186 w 194"/>
                  <a:gd name="T17" fmla="*/ 279 h 258"/>
                  <a:gd name="T18" fmla="*/ 222 w 194"/>
                  <a:gd name="T19" fmla="*/ 189 h 258"/>
                  <a:gd name="T20" fmla="*/ 232 w 194"/>
                  <a:gd name="T21" fmla="*/ 73 h 258"/>
                  <a:gd name="T22" fmla="*/ 180 w 194"/>
                  <a:gd name="T23" fmla="*/ 6 h 258"/>
                  <a:gd name="T24" fmla="*/ 93 w 194"/>
                  <a:gd name="T25" fmla="*/ 7 h 25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94" h="258">
                    <a:moveTo>
                      <a:pt x="0" y="92"/>
                    </a:moveTo>
                    <a:cubicBezTo>
                      <a:pt x="19" y="90"/>
                      <a:pt x="46" y="103"/>
                      <a:pt x="50" y="122"/>
                    </a:cubicBezTo>
                    <a:cubicBezTo>
                      <a:pt x="54" y="139"/>
                      <a:pt x="47" y="150"/>
                      <a:pt x="36" y="162"/>
                    </a:cubicBezTo>
                    <a:cubicBezTo>
                      <a:pt x="28" y="170"/>
                      <a:pt x="3" y="185"/>
                      <a:pt x="3" y="197"/>
                    </a:cubicBezTo>
                    <a:cubicBezTo>
                      <a:pt x="2" y="215"/>
                      <a:pt x="35" y="215"/>
                      <a:pt x="47" y="216"/>
                    </a:cubicBezTo>
                    <a:cubicBezTo>
                      <a:pt x="63" y="218"/>
                      <a:pt x="74" y="224"/>
                      <a:pt x="88" y="231"/>
                    </a:cubicBezTo>
                    <a:cubicBezTo>
                      <a:pt x="95" y="235"/>
                      <a:pt x="102" y="237"/>
                      <a:pt x="108" y="241"/>
                    </a:cubicBezTo>
                    <a:cubicBezTo>
                      <a:pt x="113" y="245"/>
                      <a:pt x="119" y="252"/>
                      <a:pt x="126" y="253"/>
                    </a:cubicBezTo>
                    <a:cubicBezTo>
                      <a:pt x="144" y="258"/>
                      <a:pt x="147" y="240"/>
                      <a:pt x="153" y="228"/>
                    </a:cubicBezTo>
                    <a:cubicBezTo>
                      <a:pt x="165" y="203"/>
                      <a:pt x="177" y="181"/>
                      <a:pt x="183" y="154"/>
                    </a:cubicBezTo>
                    <a:cubicBezTo>
                      <a:pt x="188" y="126"/>
                      <a:pt x="194" y="89"/>
                      <a:pt x="190" y="60"/>
                    </a:cubicBezTo>
                    <a:cubicBezTo>
                      <a:pt x="186" y="38"/>
                      <a:pt x="171" y="13"/>
                      <a:pt x="148" y="6"/>
                    </a:cubicBezTo>
                    <a:cubicBezTo>
                      <a:pt x="130" y="0"/>
                      <a:pt x="95" y="1"/>
                      <a:pt x="77" y="7"/>
                    </a:cubicBezTo>
                  </a:path>
                </a:pathLst>
              </a:custGeom>
              <a:solidFill>
                <a:srgbClr val="FAF4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759" name="Freeform 339">
                <a:extLst>
                  <a:ext uri="{FF2B5EF4-FFF2-40B4-BE49-F238E27FC236}">
                    <a16:creationId xmlns:a16="http://schemas.microsoft.com/office/drawing/2014/main" id="{1A99A4B4-C4B5-4BFE-9E29-1A31686A69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5" y="2265"/>
                <a:ext cx="325" cy="220"/>
              </a:xfrm>
              <a:custGeom>
                <a:avLst/>
                <a:gdLst>
                  <a:gd name="T0" fmla="*/ 314 w 304"/>
                  <a:gd name="T1" fmla="*/ 7 h 206"/>
                  <a:gd name="T2" fmla="*/ 354 w 304"/>
                  <a:gd name="T3" fmla="*/ 21 h 206"/>
                  <a:gd name="T4" fmla="*/ 363 w 304"/>
                  <a:gd name="T5" fmla="*/ 90 h 206"/>
                  <a:gd name="T6" fmla="*/ 369 w 304"/>
                  <a:gd name="T7" fmla="*/ 163 h 206"/>
                  <a:gd name="T8" fmla="*/ 344 w 304"/>
                  <a:gd name="T9" fmla="*/ 217 h 206"/>
                  <a:gd name="T10" fmla="*/ 267 w 304"/>
                  <a:gd name="T11" fmla="*/ 229 h 206"/>
                  <a:gd name="T12" fmla="*/ 202 w 304"/>
                  <a:gd name="T13" fmla="*/ 235 h 206"/>
                  <a:gd name="T14" fmla="*/ 143 w 304"/>
                  <a:gd name="T15" fmla="*/ 248 h 206"/>
                  <a:gd name="T16" fmla="*/ 88 w 304"/>
                  <a:gd name="T17" fmla="*/ 221 h 206"/>
                  <a:gd name="T18" fmla="*/ 15 w 304"/>
                  <a:gd name="T19" fmla="*/ 200 h 206"/>
                  <a:gd name="T20" fmla="*/ 89 w 304"/>
                  <a:gd name="T21" fmla="*/ 75 h 206"/>
                  <a:gd name="T22" fmla="*/ 154 w 304"/>
                  <a:gd name="T23" fmla="*/ 56 h 206"/>
                  <a:gd name="T24" fmla="*/ 207 w 304"/>
                  <a:gd name="T25" fmla="*/ 36 h 206"/>
                  <a:gd name="T26" fmla="*/ 296 w 304"/>
                  <a:gd name="T27" fmla="*/ 20 h 206"/>
                  <a:gd name="T28" fmla="*/ 320 w 304"/>
                  <a:gd name="T29" fmla="*/ 6 h 20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304" h="206">
                    <a:moveTo>
                      <a:pt x="257" y="7"/>
                    </a:moveTo>
                    <a:cubicBezTo>
                      <a:pt x="272" y="6"/>
                      <a:pt x="284" y="0"/>
                      <a:pt x="290" y="18"/>
                    </a:cubicBezTo>
                    <a:cubicBezTo>
                      <a:pt x="295" y="34"/>
                      <a:pt x="294" y="56"/>
                      <a:pt x="297" y="74"/>
                    </a:cubicBezTo>
                    <a:cubicBezTo>
                      <a:pt x="299" y="94"/>
                      <a:pt x="300" y="114"/>
                      <a:pt x="302" y="134"/>
                    </a:cubicBezTo>
                    <a:cubicBezTo>
                      <a:pt x="304" y="155"/>
                      <a:pt x="302" y="169"/>
                      <a:pt x="282" y="178"/>
                    </a:cubicBezTo>
                    <a:cubicBezTo>
                      <a:pt x="263" y="187"/>
                      <a:pt x="240" y="186"/>
                      <a:pt x="219" y="187"/>
                    </a:cubicBezTo>
                    <a:cubicBezTo>
                      <a:pt x="201" y="188"/>
                      <a:pt x="184" y="190"/>
                      <a:pt x="166" y="193"/>
                    </a:cubicBezTo>
                    <a:cubicBezTo>
                      <a:pt x="149" y="196"/>
                      <a:pt x="135" y="206"/>
                      <a:pt x="117" y="203"/>
                    </a:cubicBezTo>
                    <a:cubicBezTo>
                      <a:pt x="101" y="199"/>
                      <a:pt x="89" y="185"/>
                      <a:pt x="72" y="182"/>
                    </a:cubicBezTo>
                    <a:cubicBezTo>
                      <a:pt x="54" y="179"/>
                      <a:pt x="19" y="184"/>
                      <a:pt x="12" y="164"/>
                    </a:cubicBezTo>
                    <a:cubicBezTo>
                      <a:pt x="0" y="130"/>
                      <a:pt x="49" y="78"/>
                      <a:pt x="73" y="62"/>
                    </a:cubicBezTo>
                    <a:cubicBezTo>
                      <a:pt x="89" y="52"/>
                      <a:pt x="108" y="50"/>
                      <a:pt x="126" y="46"/>
                    </a:cubicBezTo>
                    <a:cubicBezTo>
                      <a:pt x="142" y="42"/>
                      <a:pt x="155" y="35"/>
                      <a:pt x="169" y="30"/>
                    </a:cubicBezTo>
                    <a:cubicBezTo>
                      <a:pt x="194" y="22"/>
                      <a:pt x="218" y="29"/>
                      <a:pt x="242" y="17"/>
                    </a:cubicBezTo>
                    <a:cubicBezTo>
                      <a:pt x="249" y="14"/>
                      <a:pt x="255" y="9"/>
                      <a:pt x="262" y="6"/>
                    </a:cubicBezTo>
                  </a:path>
                </a:pathLst>
              </a:custGeom>
              <a:solidFill>
                <a:srgbClr val="FAF4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760" name="Freeform 340">
                <a:extLst>
                  <a:ext uri="{FF2B5EF4-FFF2-40B4-BE49-F238E27FC236}">
                    <a16:creationId xmlns:a16="http://schemas.microsoft.com/office/drawing/2014/main" id="{EF6D117C-F0BE-4593-A022-FC3C03F517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2" y="2165"/>
                <a:ext cx="149" cy="74"/>
              </a:xfrm>
              <a:custGeom>
                <a:avLst/>
                <a:gdLst>
                  <a:gd name="T0" fmla="*/ 139 w 140"/>
                  <a:gd name="T1" fmla="*/ 0 h 69"/>
                  <a:gd name="T2" fmla="*/ 168 w 140"/>
                  <a:gd name="T3" fmla="*/ 49 h 69"/>
                  <a:gd name="T4" fmla="*/ 109 w 140"/>
                  <a:gd name="T5" fmla="*/ 82 h 69"/>
                  <a:gd name="T6" fmla="*/ 4 w 140"/>
                  <a:gd name="T7" fmla="*/ 85 h 69"/>
                  <a:gd name="T8" fmla="*/ 60 w 140"/>
                  <a:gd name="T9" fmla="*/ 49 h 69"/>
                  <a:gd name="T10" fmla="*/ 128 w 140"/>
                  <a:gd name="T11" fmla="*/ 10 h 6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0" h="69">
                    <a:moveTo>
                      <a:pt x="116" y="0"/>
                    </a:moveTo>
                    <a:cubicBezTo>
                      <a:pt x="121" y="16"/>
                      <a:pt x="140" y="19"/>
                      <a:pt x="139" y="40"/>
                    </a:cubicBezTo>
                    <a:cubicBezTo>
                      <a:pt x="137" y="62"/>
                      <a:pt x="109" y="65"/>
                      <a:pt x="90" y="66"/>
                    </a:cubicBezTo>
                    <a:cubicBezTo>
                      <a:pt x="61" y="66"/>
                      <a:pt x="33" y="67"/>
                      <a:pt x="4" y="69"/>
                    </a:cubicBezTo>
                    <a:cubicBezTo>
                      <a:pt x="0" y="51"/>
                      <a:pt x="39" y="46"/>
                      <a:pt x="50" y="40"/>
                    </a:cubicBezTo>
                    <a:cubicBezTo>
                      <a:pt x="69" y="30"/>
                      <a:pt x="84" y="13"/>
                      <a:pt x="106" y="7"/>
                    </a:cubicBezTo>
                  </a:path>
                </a:pathLst>
              </a:custGeom>
              <a:solidFill>
                <a:srgbClr val="FAF4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761" name="Freeform 341">
                <a:extLst>
                  <a:ext uri="{FF2B5EF4-FFF2-40B4-BE49-F238E27FC236}">
                    <a16:creationId xmlns:a16="http://schemas.microsoft.com/office/drawing/2014/main" id="{028CEEA0-643D-46F2-A29E-D54FBD9712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7" y="1965"/>
                <a:ext cx="178" cy="242"/>
              </a:xfrm>
              <a:custGeom>
                <a:avLst/>
                <a:gdLst>
                  <a:gd name="T0" fmla="*/ 123 w 167"/>
                  <a:gd name="T1" fmla="*/ 11 h 227"/>
                  <a:gd name="T2" fmla="*/ 178 w 167"/>
                  <a:gd name="T3" fmla="*/ 81 h 227"/>
                  <a:gd name="T4" fmla="*/ 183 w 167"/>
                  <a:gd name="T5" fmla="*/ 128 h 227"/>
                  <a:gd name="T6" fmla="*/ 196 w 167"/>
                  <a:gd name="T7" fmla="*/ 187 h 227"/>
                  <a:gd name="T8" fmla="*/ 123 w 167"/>
                  <a:gd name="T9" fmla="*/ 209 h 227"/>
                  <a:gd name="T10" fmla="*/ 54 w 167"/>
                  <a:gd name="T11" fmla="*/ 245 h 227"/>
                  <a:gd name="T12" fmla="*/ 7 w 167"/>
                  <a:gd name="T13" fmla="*/ 275 h 227"/>
                  <a:gd name="T14" fmla="*/ 34 w 167"/>
                  <a:gd name="T15" fmla="*/ 223 h 227"/>
                  <a:gd name="T16" fmla="*/ 87 w 167"/>
                  <a:gd name="T17" fmla="*/ 155 h 227"/>
                  <a:gd name="T18" fmla="*/ 114 w 167"/>
                  <a:gd name="T19" fmla="*/ 32 h 22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67" h="227">
                    <a:moveTo>
                      <a:pt x="101" y="8"/>
                    </a:moveTo>
                    <a:cubicBezTo>
                      <a:pt x="129" y="0"/>
                      <a:pt x="143" y="47"/>
                      <a:pt x="147" y="67"/>
                    </a:cubicBezTo>
                    <a:cubicBezTo>
                      <a:pt x="149" y="80"/>
                      <a:pt x="148" y="93"/>
                      <a:pt x="151" y="106"/>
                    </a:cubicBezTo>
                    <a:cubicBezTo>
                      <a:pt x="156" y="122"/>
                      <a:pt x="167" y="136"/>
                      <a:pt x="162" y="154"/>
                    </a:cubicBezTo>
                    <a:cubicBezTo>
                      <a:pt x="156" y="179"/>
                      <a:pt x="121" y="170"/>
                      <a:pt x="101" y="173"/>
                    </a:cubicBezTo>
                    <a:cubicBezTo>
                      <a:pt x="81" y="177"/>
                      <a:pt x="63" y="192"/>
                      <a:pt x="45" y="203"/>
                    </a:cubicBezTo>
                    <a:cubicBezTo>
                      <a:pt x="35" y="209"/>
                      <a:pt x="19" y="227"/>
                      <a:pt x="7" y="227"/>
                    </a:cubicBezTo>
                    <a:cubicBezTo>
                      <a:pt x="0" y="212"/>
                      <a:pt x="18" y="194"/>
                      <a:pt x="28" y="184"/>
                    </a:cubicBezTo>
                    <a:cubicBezTo>
                      <a:pt x="44" y="165"/>
                      <a:pt x="59" y="149"/>
                      <a:pt x="72" y="128"/>
                    </a:cubicBezTo>
                    <a:cubicBezTo>
                      <a:pt x="92" y="97"/>
                      <a:pt x="95" y="63"/>
                      <a:pt x="94" y="26"/>
                    </a:cubicBezTo>
                  </a:path>
                </a:pathLst>
              </a:custGeom>
              <a:solidFill>
                <a:srgbClr val="FAF4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762" name="Freeform 342">
                <a:extLst>
                  <a:ext uri="{FF2B5EF4-FFF2-40B4-BE49-F238E27FC236}">
                    <a16:creationId xmlns:a16="http://schemas.microsoft.com/office/drawing/2014/main" id="{6939292C-5D66-47EE-B8F9-9660089B23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1" y="2304"/>
                <a:ext cx="5" cy="4"/>
              </a:xfrm>
              <a:custGeom>
                <a:avLst/>
                <a:gdLst>
                  <a:gd name="T0" fmla="*/ 5 w 5"/>
                  <a:gd name="T1" fmla="*/ 4 h 4"/>
                  <a:gd name="T2" fmla="*/ 0 w 5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4">
                    <a:moveTo>
                      <a:pt x="5" y="4"/>
                    </a:moveTo>
                    <a:cubicBezTo>
                      <a:pt x="3" y="3"/>
                      <a:pt x="2" y="2"/>
                      <a:pt x="0" y="0"/>
                    </a:cubicBezTo>
                  </a:path>
                </a:pathLst>
              </a:custGeom>
              <a:solidFill>
                <a:srgbClr val="FAF4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763" name="Freeform 343">
                <a:extLst>
                  <a:ext uri="{FF2B5EF4-FFF2-40B4-BE49-F238E27FC236}">
                    <a16:creationId xmlns:a16="http://schemas.microsoft.com/office/drawing/2014/main" id="{A181590B-F828-42CB-BFCD-20C2A238E3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7" y="2908"/>
                <a:ext cx="219" cy="236"/>
              </a:xfrm>
              <a:custGeom>
                <a:avLst/>
                <a:gdLst>
                  <a:gd name="T0" fmla="*/ 250 w 205"/>
                  <a:gd name="T1" fmla="*/ 0 h 221"/>
                  <a:gd name="T2" fmla="*/ 143 w 205"/>
                  <a:gd name="T3" fmla="*/ 189 h 221"/>
                  <a:gd name="T4" fmla="*/ 0 w 205"/>
                  <a:gd name="T5" fmla="*/ 229 h 221"/>
                  <a:gd name="T6" fmla="*/ 110 w 205"/>
                  <a:gd name="T7" fmla="*/ 65 h 2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5" h="221">
                    <a:moveTo>
                      <a:pt x="205" y="0"/>
                    </a:moveTo>
                    <a:cubicBezTo>
                      <a:pt x="161" y="43"/>
                      <a:pt x="164" y="115"/>
                      <a:pt x="117" y="155"/>
                    </a:cubicBezTo>
                    <a:cubicBezTo>
                      <a:pt x="95" y="174"/>
                      <a:pt x="27" y="221"/>
                      <a:pt x="0" y="187"/>
                    </a:cubicBezTo>
                    <a:cubicBezTo>
                      <a:pt x="54" y="164"/>
                      <a:pt x="107" y="118"/>
                      <a:pt x="90" y="53"/>
                    </a:cubicBezTo>
                  </a:path>
                </a:pathLst>
              </a:custGeom>
              <a:solidFill>
                <a:srgbClr val="FAF4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764" name="Freeform 344">
                <a:extLst>
                  <a:ext uri="{FF2B5EF4-FFF2-40B4-BE49-F238E27FC236}">
                    <a16:creationId xmlns:a16="http://schemas.microsoft.com/office/drawing/2014/main" id="{EBDB84E8-8818-4856-B7E7-E50AD020B6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9" y="3189"/>
                <a:ext cx="196" cy="532"/>
              </a:xfrm>
              <a:custGeom>
                <a:avLst/>
                <a:gdLst>
                  <a:gd name="T0" fmla="*/ 34 w 184"/>
                  <a:gd name="T1" fmla="*/ 28 h 498"/>
                  <a:gd name="T2" fmla="*/ 146 w 184"/>
                  <a:gd name="T3" fmla="*/ 1 h 498"/>
                  <a:gd name="T4" fmla="*/ 210 w 184"/>
                  <a:gd name="T5" fmla="*/ 144 h 498"/>
                  <a:gd name="T6" fmla="*/ 196 w 184"/>
                  <a:gd name="T7" fmla="*/ 444 h 498"/>
                  <a:gd name="T8" fmla="*/ 169 w 184"/>
                  <a:gd name="T9" fmla="*/ 557 h 498"/>
                  <a:gd name="T10" fmla="*/ 79 w 184"/>
                  <a:gd name="T11" fmla="*/ 488 h 498"/>
                  <a:gd name="T12" fmla="*/ 59 w 184"/>
                  <a:gd name="T13" fmla="*/ 370 h 498"/>
                  <a:gd name="T14" fmla="*/ 20 w 184"/>
                  <a:gd name="T15" fmla="*/ 213 h 498"/>
                  <a:gd name="T16" fmla="*/ 15 w 184"/>
                  <a:gd name="T17" fmla="*/ 24 h 49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84" h="498">
                    <a:moveTo>
                      <a:pt x="28" y="22"/>
                    </a:moveTo>
                    <a:cubicBezTo>
                      <a:pt x="37" y="13"/>
                      <a:pt x="105" y="0"/>
                      <a:pt x="121" y="1"/>
                    </a:cubicBezTo>
                    <a:cubicBezTo>
                      <a:pt x="168" y="4"/>
                      <a:pt x="169" y="82"/>
                      <a:pt x="174" y="118"/>
                    </a:cubicBezTo>
                    <a:cubicBezTo>
                      <a:pt x="184" y="202"/>
                      <a:pt x="178" y="281"/>
                      <a:pt x="162" y="364"/>
                    </a:cubicBezTo>
                    <a:cubicBezTo>
                      <a:pt x="157" y="387"/>
                      <a:pt x="152" y="437"/>
                      <a:pt x="140" y="457"/>
                    </a:cubicBezTo>
                    <a:cubicBezTo>
                      <a:pt x="114" y="498"/>
                      <a:pt x="74" y="428"/>
                      <a:pt x="65" y="401"/>
                    </a:cubicBezTo>
                    <a:cubicBezTo>
                      <a:pt x="54" y="370"/>
                      <a:pt x="56" y="336"/>
                      <a:pt x="49" y="303"/>
                    </a:cubicBezTo>
                    <a:cubicBezTo>
                      <a:pt x="40" y="260"/>
                      <a:pt x="26" y="218"/>
                      <a:pt x="17" y="174"/>
                    </a:cubicBezTo>
                    <a:cubicBezTo>
                      <a:pt x="7" y="122"/>
                      <a:pt x="0" y="71"/>
                      <a:pt x="12" y="20"/>
                    </a:cubicBezTo>
                  </a:path>
                </a:pathLst>
              </a:custGeom>
              <a:solidFill>
                <a:srgbClr val="FAF4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765" name="Freeform 345">
                <a:extLst>
                  <a:ext uri="{FF2B5EF4-FFF2-40B4-BE49-F238E27FC236}">
                    <a16:creationId xmlns:a16="http://schemas.microsoft.com/office/drawing/2014/main" id="{46F2857C-0691-4131-9A88-E1F3F024F2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1" y="3600"/>
                <a:ext cx="186" cy="213"/>
              </a:xfrm>
              <a:custGeom>
                <a:avLst/>
                <a:gdLst>
                  <a:gd name="T0" fmla="*/ 183 w 174"/>
                  <a:gd name="T1" fmla="*/ 26 h 199"/>
                  <a:gd name="T2" fmla="*/ 183 w 174"/>
                  <a:gd name="T3" fmla="*/ 127 h 199"/>
                  <a:gd name="T4" fmla="*/ 200 w 174"/>
                  <a:gd name="T5" fmla="*/ 174 h 199"/>
                  <a:gd name="T6" fmla="*/ 128 w 174"/>
                  <a:gd name="T7" fmla="*/ 182 h 199"/>
                  <a:gd name="T8" fmla="*/ 53 w 174"/>
                  <a:gd name="T9" fmla="*/ 199 h 199"/>
                  <a:gd name="T10" fmla="*/ 0 w 174"/>
                  <a:gd name="T11" fmla="*/ 199 h 199"/>
                  <a:gd name="T12" fmla="*/ 52 w 174"/>
                  <a:gd name="T13" fmla="*/ 163 h 199"/>
                  <a:gd name="T14" fmla="*/ 130 w 174"/>
                  <a:gd name="T15" fmla="*/ 124 h 199"/>
                  <a:gd name="T16" fmla="*/ 138 w 174"/>
                  <a:gd name="T17" fmla="*/ 0 h 19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74" h="199">
                    <a:moveTo>
                      <a:pt x="150" y="21"/>
                    </a:moveTo>
                    <a:cubicBezTo>
                      <a:pt x="144" y="46"/>
                      <a:pt x="139" y="81"/>
                      <a:pt x="150" y="104"/>
                    </a:cubicBezTo>
                    <a:cubicBezTo>
                      <a:pt x="156" y="117"/>
                      <a:pt x="174" y="124"/>
                      <a:pt x="164" y="142"/>
                    </a:cubicBezTo>
                    <a:cubicBezTo>
                      <a:pt x="153" y="161"/>
                      <a:pt x="121" y="150"/>
                      <a:pt x="105" y="149"/>
                    </a:cubicBezTo>
                    <a:cubicBezTo>
                      <a:pt x="77" y="146"/>
                      <a:pt x="67" y="147"/>
                      <a:pt x="44" y="163"/>
                    </a:cubicBezTo>
                    <a:cubicBezTo>
                      <a:pt x="30" y="173"/>
                      <a:pt x="0" y="199"/>
                      <a:pt x="0" y="163"/>
                    </a:cubicBezTo>
                    <a:cubicBezTo>
                      <a:pt x="0" y="138"/>
                      <a:pt x="25" y="137"/>
                      <a:pt x="43" y="133"/>
                    </a:cubicBezTo>
                    <a:cubicBezTo>
                      <a:pt x="68" y="127"/>
                      <a:pt x="95" y="127"/>
                      <a:pt x="107" y="101"/>
                    </a:cubicBezTo>
                    <a:cubicBezTo>
                      <a:pt x="120" y="71"/>
                      <a:pt x="102" y="30"/>
                      <a:pt x="113" y="0"/>
                    </a:cubicBezTo>
                  </a:path>
                </a:pathLst>
              </a:custGeom>
              <a:solidFill>
                <a:srgbClr val="FAF4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766" name="Freeform 346">
                <a:extLst>
                  <a:ext uri="{FF2B5EF4-FFF2-40B4-BE49-F238E27FC236}">
                    <a16:creationId xmlns:a16="http://schemas.microsoft.com/office/drawing/2014/main" id="{7DA8F670-8A4B-41E3-B149-C0B3AB0C44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8" y="3790"/>
                <a:ext cx="123" cy="169"/>
              </a:xfrm>
              <a:custGeom>
                <a:avLst/>
                <a:gdLst>
                  <a:gd name="T0" fmla="*/ 3 w 115"/>
                  <a:gd name="T1" fmla="*/ 66 h 158"/>
                  <a:gd name="T2" fmla="*/ 72 w 115"/>
                  <a:gd name="T3" fmla="*/ 102 h 158"/>
                  <a:gd name="T4" fmla="*/ 141 w 115"/>
                  <a:gd name="T5" fmla="*/ 183 h 158"/>
                  <a:gd name="T6" fmla="*/ 95 w 115"/>
                  <a:gd name="T7" fmla="*/ 191 h 158"/>
                  <a:gd name="T8" fmla="*/ 61 w 115"/>
                  <a:gd name="T9" fmla="*/ 148 h 158"/>
                  <a:gd name="T10" fmla="*/ 0 w 115"/>
                  <a:gd name="T11" fmla="*/ 56 h 15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5" h="158">
                    <a:moveTo>
                      <a:pt x="3" y="54"/>
                    </a:moveTo>
                    <a:cubicBezTo>
                      <a:pt x="19" y="0"/>
                      <a:pt x="49" y="70"/>
                      <a:pt x="59" y="83"/>
                    </a:cubicBezTo>
                    <a:cubicBezTo>
                      <a:pt x="75" y="107"/>
                      <a:pt x="111" y="120"/>
                      <a:pt x="115" y="150"/>
                    </a:cubicBezTo>
                    <a:cubicBezTo>
                      <a:pt x="106" y="149"/>
                      <a:pt x="83" y="158"/>
                      <a:pt x="78" y="156"/>
                    </a:cubicBezTo>
                    <a:cubicBezTo>
                      <a:pt x="65" y="151"/>
                      <a:pt x="57" y="131"/>
                      <a:pt x="50" y="121"/>
                    </a:cubicBezTo>
                    <a:cubicBezTo>
                      <a:pt x="35" y="99"/>
                      <a:pt x="21" y="62"/>
                      <a:pt x="0" y="46"/>
                    </a:cubicBezTo>
                  </a:path>
                </a:pathLst>
              </a:custGeom>
              <a:solidFill>
                <a:srgbClr val="FAF4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767" name="Freeform 347">
                <a:extLst>
                  <a:ext uri="{FF2B5EF4-FFF2-40B4-BE49-F238E27FC236}">
                    <a16:creationId xmlns:a16="http://schemas.microsoft.com/office/drawing/2014/main" id="{4FA8884A-CAD1-4C93-8D7A-EE0AC5C6AD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3" y="2242"/>
                <a:ext cx="143" cy="160"/>
              </a:xfrm>
              <a:custGeom>
                <a:avLst/>
                <a:gdLst>
                  <a:gd name="T0" fmla="*/ 35 w 134"/>
                  <a:gd name="T1" fmla="*/ 27 h 150"/>
                  <a:gd name="T2" fmla="*/ 89 w 134"/>
                  <a:gd name="T3" fmla="*/ 4 h 150"/>
                  <a:gd name="T4" fmla="*/ 121 w 134"/>
                  <a:gd name="T5" fmla="*/ 68 h 150"/>
                  <a:gd name="T6" fmla="*/ 121 w 134"/>
                  <a:gd name="T7" fmla="*/ 182 h 150"/>
                  <a:gd name="T8" fmla="*/ 82 w 134"/>
                  <a:gd name="T9" fmla="*/ 107 h 150"/>
                  <a:gd name="T10" fmla="*/ 6 w 134"/>
                  <a:gd name="T11" fmla="*/ 141 h 150"/>
                  <a:gd name="T12" fmla="*/ 22 w 134"/>
                  <a:gd name="T13" fmla="*/ 34 h 15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4" h="150">
                    <a:moveTo>
                      <a:pt x="29" y="22"/>
                    </a:moveTo>
                    <a:cubicBezTo>
                      <a:pt x="43" y="17"/>
                      <a:pt x="58" y="0"/>
                      <a:pt x="73" y="4"/>
                    </a:cubicBezTo>
                    <a:cubicBezTo>
                      <a:pt x="92" y="9"/>
                      <a:pt x="92" y="40"/>
                      <a:pt x="99" y="56"/>
                    </a:cubicBezTo>
                    <a:cubicBezTo>
                      <a:pt x="108" y="77"/>
                      <a:pt x="134" y="137"/>
                      <a:pt x="99" y="150"/>
                    </a:cubicBezTo>
                    <a:cubicBezTo>
                      <a:pt x="89" y="133"/>
                      <a:pt x="89" y="97"/>
                      <a:pt x="67" y="88"/>
                    </a:cubicBezTo>
                    <a:cubicBezTo>
                      <a:pt x="46" y="80"/>
                      <a:pt x="23" y="109"/>
                      <a:pt x="6" y="116"/>
                    </a:cubicBezTo>
                    <a:cubicBezTo>
                      <a:pt x="0" y="89"/>
                      <a:pt x="0" y="49"/>
                      <a:pt x="19" y="28"/>
                    </a:cubicBezTo>
                  </a:path>
                </a:pathLst>
              </a:custGeom>
              <a:solidFill>
                <a:srgbClr val="FAF4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768" name="Freeform 348">
                <a:extLst>
                  <a:ext uri="{FF2B5EF4-FFF2-40B4-BE49-F238E27FC236}">
                    <a16:creationId xmlns:a16="http://schemas.microsoft.com/office/drawing/2014/main" id="{83504416-F728-40E6-AA91-B6B33580E8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2" y="1920"/>
                <a:ext cx="206" cy="276"/>
              </a:xfrm>
              <a:custGeom>
                <a:avLst/>
                <a:gdLst>
                  <a:gd name="T0" fmla="*/ 109 w 193"/>
                  <a:gd name="T1" fmla="*/ 39 h 259"/>
                  <a:gd name="T2" fmla="*/ 157 w 193"/>
                  <a:gd name="T3" fmla="*/ 7 h 259"/>
                  <a:gd name="T4" fmla="*/ 210 w 193"/>
                  <a:gd name="T5" fmla="*/ 92 h 259"/>
                  <a:gd name="T6" fmla="*/ 226 w 193"/>
                  <a:gd name="T7" fmla="*/ 197 h 259"/>
                  <a:gd name="T8" fmla="*/ 208 w 193"/>
                  <a:gd name="T9" fmla="*/ 264 h 259"/>
                  <a:gd name="T10" fmla="*/ 51 w 193"/>
                  <a:gd name="T11" fmla="*/ 226 h 259"/>
                  <a:gd name="T12" fmla="*/ 13 w 193"/>
                  <a:gd name="T13" fmla="*/ 103 h 259"/>
                  <a:gd name="T14" fmla="*/ 100 w 193"/>
                  <a:gd name="T15" fmla="*/ 35 h 25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93" h="259">
                    <a:moveTo>
                      <a:pt x="90" y="33"/>
                    </a:moveTo>
                    <a:cubicBezTo>
                      <a:pt x="105" y="26"/>
                      <a:pt x="112" y="10"/>
                      <a:pt x="129" y="7"/>
                    </a:cubicBezTo>
                    <a:cubicBezTo>
                      <a:pt x="167" y="0"/>
                      <a:pt x="169" y="50"/>
                      <a:pt x="173" y="76"/>
                    </a:cubicBezTo>
                    <a:cubicBezTo>
                      <a:pt x="177" y="106"/>
                      <a:pt x="178" y="134"/>
                      <a:pt x="186" y="163"/>
                    </a:cubicBezTo>
                    <a:cubicBezTo>
                      <a:pt x="193" y="189"/>
                      <a:pt x="193" y="201"/>
                      <a:pt x="171" y="219"/>
                    </a:cubicBezTo>
                    <a:cubicBezTo>
                      <a:pt x="119" y="259"/>
                      <a:pt x="82" y="228"/>
                      <a:pt x="42" y="187"/>
                    </a:cubicBezTo>
                    <a:cubicBezTo>
                      <a:pt x="19" y="163"/>
                      <a:pt x="0" y="119"/>
                      <a:pt x="10" y="85"/>
                    </a:cubicBezTo>
                    <a:cubicBezTo>
                      <a:pt x="19" y="55"/>
                      <a:pt x="58" y="43"/>
                      <a:pt x="82" y="29"/>
                    </a:cubicBezTo>
                  </a:path>
                </a:pathLst>
              </a:custGeom>
              <a:solidFill>
                <a:srgbClr val="FAF4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769" name="Freeform 349">
                <a:extLst>
                  <a:ext uri="{FF2B5EF4-FFF2-40B4-BE49-F238E27FC236}">
                    <a16:creationId xmlns:a16="http://schemas.microsoft.com/office/drawing/2014/main" id="{55D53664-ECE5-4DC7-AF2B-118FD26844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6" y="1604"/>
                <a:ext cx="269" cy="333"/>
              </a:xfrm>
              <a:custGeom>
                <a:avLst/>
                <a:gdLst>
                  <a:gd name="T0" fmla="*/ 0 w 252"/>
                  <a:gd name="T1" fmla="*/ 79 h 312"/>
                  <a:gd name="T2" fmla="*/ 172 w 252"/>
                  <a:gd name="T3" fmla="*/ 47 h 312"/>
                  <a:gd name="T4" fmla="*/ 289 w 252"/>
                  <a:gd name="T5" fmla="*/ 242 h 312"/>
                  <a:gd name="T6" fmla="*/ 253 w 252"/>
                  <a:gd name="T7" fmla="*/ 298 h 312"/>
                  <a:gd name="T8" fmla="*/ 223 w 252"/>
                  <a:gd name="T9" fmla="*/ 349 h 312"/>
                  <a:gd name="T10" fmla="*/ 164 w 252"/>
                  <a:gd name="T11" fmla="*/ 349 h 312"/>
                  <a:gd name="T12" fmla="*/ 68 w 252"/>
                  <a:gd name="T13" fmla="*/ 279 h 312"/>
                  <a:gd name="T14" fmla="*/ 155 w 252"/>
                  <a:gd name="T15" fmla="*/ 307 h 312"/>
                  <a:gd name="T16" fmla="*/ 162 w 252"/>
                  <a:gd name="T17" fmla="*/ 240 h 312"/>
                  <a:gd name="T18" fmla="*/ 56 w 252"/>
                  <a:gd name="T19" fmla="*/ 175 h 312"/>
                  <a:gd name="T20" fmla="*/ 17 w 252"/>
                  <a:gd name="T21" fmla="*/ 91 h 31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52" h="312">
                    <a:moveTo>
                      <a:pt x="0" y="65"/>
                    </a:moveTo>
                    <a:cubicBezTo>
                      <a:pt x="49" y="63"/>
                      <a:pt x="99" y="0"/>
                      <a:pt x="141" y="38"/>
                    </a:cubicBezTo>
                    <a:cubicBezTo>
                      <a:pt x="182" y="75"/>
                      <a:pt x="252" y="137"/>
                      <a:pt x="238" y="200"/>
                    </a:cubicBezTo>
                    <a:cubicBezTo>
                      <a:pt x="233" y="220"/>
                      <a:pt x="221" y="230"/>
                      <a:pt x="208" y="245"/>
                    </a:cubicBezTo>
                    <a:cubicBezTo>
                      <a:pt x="197" y="258"/>
                      <a:pt x="193" y="273"/>
                      <a:pt x="184" y="287"/>
                    </a:cubicBezTo>
                    <a:cubicBezTo>
                      <a:pt x="168" y="312"/>
                      <a:pt x="154" y="302"/>
                      <a:pt x="135" y="287"/>
                    </a:cubicBezTo>
                    <a:cubicBezTo>
                      <a:pt x="113" y="269"/>
                      <a:pt x="66" y="258"/>
                      <a:pt x="56" y="230"/>
                    </a:cubicBezTo>
                    <a:cubicBezTo>
                      <a:pt x="75" y="221"/>
                      <a:pt x="106" y="252"/>
                      <a:pt x="127" y="253"/>
                    </a:cubicBezTo>
                    <a:cubicBezTo>
                      <a:pt x="167" y="256"/>
                      <a:pt x="150" y="219"/>
                      <a:pt x="133" y="198"/>
                    </a:cubicBezTo>
                    <a:cubicBezTo>
                      <a:pt x="110" y="170"/>
                      <a:pt x="70" y="173"/>
                      <a:pt x="46" y="144"/>
                    </a:cubicBezTo>
                    <a:cubicBezTo>
                      <a:pt x="35" y="130"/>
                      <a:pt x="8" y="92"/>
                      <a:pt x="14" y="75"/>
                    </a:cubicBezTo>
                  </a:path>
                </a:pathLst>
              </a:custGeom>
              <a:solidFill>
                <a:srgbClr val="FAF4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770" name="Freeform 350">
                <a:extLst>
                  <a:ext uri="{FF2B5EF4-FFF2-40B4-BE49-F238E27FC236}">
                    <a16:creationId xmlns:a16="http://schemas.microsoft.com/office/drawing/2014/main" id="{2D6FEA28-F614-438F-826D-020E3E096E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9" y="1294"/>
                <a:ext cx="356" cy="328"/>
              </a:xfrm>
              <a:custGeom>
                <a:avLst/>
                <a:gdLst>
                  <a:gd name="T0" fmla="*/ 0 w 333"/>
                  <a:gd name="T1" fmla="*/ 0 h 307"/>
                  <a:gd name="T2" fmla="*/ 76 w 333"/>
                  <a:gd name="T3" fmla="*/ 17 h 307"/>
                  <a:gd name="T4" fmla="*/ 160 w 333"/>
                  <a:gd name="T5" fmla="*/ 58 h 307"/>
                  <a:gd name="T6" fmla="*/ 334 w 333"/>
                  <a:gd name="T7" fmla="*/ 186 h 307"/>
                  <a:gd name="T8" fmla="*/ 400 w 333"/>
                  <a:gd name="T9" fmla="*/ 287 h 307"/>
                  <a:gd name="T10" fmla="*/ 383 w 333"/>
                  <a:gd name="T11" fmla="*/ 315 h 307"/>
                  <a:gd name="T12" fmla="*/ 349 w 333"/>
                  <a:gd name="T13" fmla="*/ 352 h 307"/>
                  <a:gd name="T14" fmla="*/ 299 w 333"/>
                  <a:gd name="T15" fmla="*/ 283 h 307"/>
                  <a:gd name="T16" fmla="*/ 222 w 333"/>
                  <a:gd name="T17" fmla="*/ 302 h 307"/>
                  <a:gd name="T18" fmla="*/ 195 w 333"/>
                  <a:gd name="T19" fmla="*/ 214 h 307"/>
                  <a:gd name="T20" fmla="*/ 136 w 333"/>
                  <a:gd name="T21" fmla="*/ 115 h 307"/>
                  <a:gd name="T22" fmla="*/ 17 w 333"/>
                  <a:gd name="T23" fmla="*/ 6 h 30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33" h="307">
                    <a:moveTo>
                      <a:pt x="0" y="0"/>
                    </a:moveTo>
                    <a:cubicBezTo>
                      <a:pt x="9" y="12"/>
                      <a:pt x="47" y="8"/>
                      <a:pt x="62" y="14"/>
                    </a:cubicBezTo>
                    <a:cubicBezTo>
                      <a:pt x="86" y="23"/>
                      <a:pt x="110" y="34"/>
                      <a:pt x="131" y="48"/>
                    </a:cubicBezTo>
                    <a:cubicBezTo>
                      <a:pt x="183" y="80"/>
                      <a:pt x="234" y="103"/>
                      <a:pt x="273" y="153"/>
                    </a:cubicBezTo>
                    <a:cubicBezTo>
                      <a:pt x="290" y="176"/>
                      <a:pt x="320" y="207"/>
                      <a:pt x="327" y="236"/>
                    </a:cubicBezTo>
                    <a:cubicBezTo>
                      <a:pt x="333" y="260"/>
                      <a:pt x="324" y="249"/>
                      <a:pt x="313" y="258"/>
                    </a:cubicBezTo>
                    <a:cubicBezTo>
                      <a:pt x="302" y="267"/>
                      <a:pt x="299" y="289"/>
                      <a:pt x="285" y="288"/>
                    </a:cubicBezTo>
                    <a:cubicBezTo>
                      <a:pt x="283" y="263"/>
                      <a:pt x="280" y="227"/>
                      <a:pt x="245" y="232"/>
                    </a:cubicBezTo>
                    <a:cubicBezTo>
                      <a:pt x="209" y="237"/>
                      <a:pt x="211" y="307"/>
                      <a:pt x="182" y="248"/>
                    </a:cubicBezTo>
                    <a:cubicBezTo>
                      <a:pt x="171" y="226"/>
                      <a:pt x="164" y="199"/>
                      <a:pt x="159" y="175"/>
                    </a:cubicBezTo>
                    <a:cubicBezTo>
                      <a:pt x="151" y="141"/>
                      <a:pt x="135" y="120"/>
                      <a:pt x="111" y="95"/>
                    </a:cubicBezTo>
                    <a:cubicBezTo>
                      <a:pt x="80" y="62"/>
                      <a:pt x="51" y="30"/>
                      <a:pt x="14" y="6"/>
                    </a:cubicBezTo>
                  </a:path>
                </a:pathLst>
              </a:custGeom>
              <a:solidFill>
                <a:srgbClr val="FAF4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771" name="Freeform 351">
                <a:extLst>
                  <a:ext uri="{FF2B5EF4-FFF2-40B4-BE49-F238E27FC236}">
                    <a16:creationId xmlns:a16="http://schemas.microsoft.com/office/drawing/2014/main" id="{1E6B455C-7E65-431C-9FB4-5B446311C6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1" y="1355"/>
                <a:ext cx="345" cy="602"/>
              </a:xfrm>
              <a:custGeom>
                <a:avLst/>
                <a:gdLst>
                  <a:gd name="T0" fmla="*/ 235 w 323"/>
                  <a:gd name="T1" fmla="*/ 80 h 564"/>
                  <a:gd name="T2" fmla="*/ 248 w 323"/>
                  <a:gd name="T3" fmla="*/ 237 h 564"/>
                  <a:gd name="T4" fmla="*/ 276 w 323"/>
                  <a:gd name="T5" fmla="*/ 359 h 564"/>
                  <a:gd name="T6" fmla="*/ 334 w 323"/>
                  <a:gd name="T7" fmla="*/ 409 h 564"/>
                  <a:gd name="T8" fmla="*/ 372 w 323"/>
                  <a:gd name="T9" fmla="*/ 466 h 564"/>
                  <a:gd name="T10" fmla="*/ 379 w 323"/>
                  <a:gd name="T11" fmla="*/ 521 h 564"/>
                  <a:gd name="T12" fmla="*/ 350 w 323"/>
                  <a:gd name="T13" fmla="*/ 517 h 564"/>
                  <a:gd name="T14" fmla="*/ 301 w 323"/>
                  <a:gd name="T15" fmla="*/ 512 h 564"/>
                  <a:gd name="T16" fmla="*/ 167 w 323"/>
                  <a:gd name="T17" fmla="*/ 608 h 564"/>
                  <a:gd name="T18" fmla="*/ 151 w 323"/>
                  <a:gd name="T19" fmla="*/ 663 h 564"/>
                  <a:gd name="T20" fmla="*/ 85 w 323"/>
                  <a:gd name="T21" fmla="*/ 670 h 564"/>
                  <a:gd name="T22" fmla="*/ 2 w 323"/>
                  <a:gd name="T23" fmla="*/ 565 h 564"/>
                  <a:gd name="T24" fmla="*/ 12 w 323"/>
                  <a:gd name="T25" fmla="*/ 488 h 564"/>
                  <a:gd name="T26" fmla="*/ 16 w 323"/>
                  <a:gd name="T27" fmla="*/ 398 h 564"/>
                  <a:gd name="T28" fmla="*/ 14 w 323"/>
                  <a:gd name="T29" fmla="*/ 217 h 564"/>
                  <a:gd name="T30" fmla="*/ 58 w 323"/>
                  <a:gd name="T31" fmla="*/ 50 h 564"/>
                  <a:gd name="T32" fmla="*/ 162 w 323"/>
                  <a:gd name="T33" fmla="*/ 18 h 564"/>
                  <a:gd name="T34" fmla="*/ 232 w 323"/>
                  <a:gd name="T35" fmla="*/ 91 h 564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323" h="564">
                    <a:moveTo>
                      <a:pt x="193" y="66"/>
                    </a:moveTo>
                    <a:cubicBezTo>
                      <a:pt x="201" y="109"/>
                      <a:pt x="207" y="151"/>
                      <a:pt x="203" y="195"/>
                    </a:cubicBezTo>
                    <a:cubicBezTo>
                      <a:pt x="199" y="238"/>
                      <a:pt x="197" y="262"/>
                      <a:pt x="227" y="295"/>
                    </a:cubicBezTo>
                    <a:cubicBezTo>
                      <a:pt x="241" y="311"/>
                      <a:pt x="260" y="320"/>
                      <a:pt x="274" y="336"/>
                    </a:cubicBezTo>
                    <a:cubicBezTo>
                      <a:pt x="286" y="349"/>
                      <a:pt x="298" y="367"/>
                      <a:pt x="305" y="383"/>
                    </a:cubicBezTo>
                    <a:cubicBezTo>
                      <a:pt x="309" y="392"/>
                      <a:pt x="323" y="420"/>
                      <a:pt x="311" y="428"/>
                    </a:cubicBezTo>
                    <a:cubicBezTo>
                      <a:pt x="305" y="433"/>
                      <a:pt x="293" y="425"/>
                      <a:pt x="287" y="424"/>
                    </a:cubicBezTo>
                    <a:cubicBezTo>
                      <a:pt x="274" y="422"/>
                      <a:pt x="260" y="422"/>
                      <a:pt x="247" y="422"/>
                    </a:cubicBezTo>
                    <a:cubicBezTo>
                      <a:pt x="198" y="422"/>
                      <a:pt x="156" y="455"/>
                      <a:pt x="137" y="500"/>
                    </a:cubicBezTo>
                    <a:cubicBezTo>
                      <a:pt x="130" y="514"/>
                      <a:pt x="133" y="533"/>
                      <a:pt x="124" y="545"/>
                    </a:cubicBezTo>
                    <a:cubicBezTo>
                      <a:pt x="110" y="564"/>
                      <a:pt x="87" y="562"/>
                      <a:pt x="70" y="551"/>
                    </a:cubicBezTo>
                    <a:cubicBezTo>
                      <a:pt x="44" y="535"/>
                      <a:pt x="5" y="498"/>
                      <a:pt x="2" y="465"/>
                    </a:cubicBezTo>
                    <a:cubicBezTo>
                      <a:pt x="0" y="445"/>
                      <a:pt x="8" y="421"/>
                      <a:pt x="9" y="401"/>
                    </a:cubicBezTo>
                    <a:cubicBezTo>
                      <a:pt x="10" y="376"/>
                      <a:pt x="13" y="351"/>
                      <a:pt x="13" y="327"/>
                    </a:cubicBezTo>
                    <a:cubicBezTo>
                      <a:pt x="15" y="277"/>
                      <a:pt x="12" y="227"/>
                      <a:pt x="11" y="178"/>
                    </a:cubicBezTo>
                    <a:cubicBezTo>
                      <a:pt x="9" y="135"/>
                      <a:pt x="21" y="75"/>
                      <a:pt x="48" y="41"/>
                    </a:cubicBezTo>
                    <a:cubicBezTo>
                      <a:pt x="69" y="13"/>
                      <a:pt x="99" y="0"/>
                      <a:pt x="133" y="15"/>
                    </a:cubicBezTo>
                    <a:cubicBezTo>
                      <a:pt x="161" y="28"/>
                      <a:pt x="171" y="55"/>
                      <a:pt x="190" y="75"/>
                    </a:cubicBezTo>
                  </a:path>
                </a:pathLst>
              </a:custGeom>
              <a:solidFill>
                <a:srgbClr val="FAF4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772" name="Freeform 352">
                <a:extLst>
                  <a:ext uri="{FF2B5EF4-FFF2-40B4-BE49-F238E27FC236}">
                    <a16:creationId xmlns:a16="http://schemas.microsoft.com/office/drawing/2014/main" id="{8C7E1AB7-E225-482A-9324-5F0644B161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8" y="1983"/>
                <a:ext cx="360" cy="241"/>
              </a:xfrm>
              <a:custGeom>
                <a:avLst/>
                <a:gdLst>
                  <a:gd name="T0" fmla="*/ 407 w 337"/>
                  <a:gd name="T1" fmla="*/ 0 h 226"/>
                  <a:gd name="T2" fmla="*/ 387 w 337"/>
                  <a:gd name="T3" fmla="*/ 59 h 226"/>
                  <a:gd name="T4" fmla="*/ 339 w 337"/>
                  <a:gd name="T5" fmla="*/ 107 h 226"/>
                  <a:gd name="T6" fmla="*/ 234 w 337"/>
                  <a:gd name="T7" fmla="*/ 149 h 226"/>
                  <a:gd name="T8" fmla="*/ 53 w 337"/>
                  <a:gd name="T9" fmla="*/ 258 h 226"/>
                  <a:gd name="T10" fmla="*/ 6 w 337"/>
                  <a:gd name="T11" fmla="*/ 259 h 226"/>
                  <a:gd name="T12" fmla="*/ 11 w 337"/>
                  <a:gd name="T13" fmla="*/ 203 h 226"/>
                  <a:gd name="T14" fmla="*/ 16 w 337"/>
                  <a:gd name="T15" fmla="*/ 132 h 226"/>
                  <a:gd name="T16" fmla="*/ 52 w 337"/>
                  <a:gd name="T17" fmla="*/ 108 h 226"/>
                  <a:gd name="T18" fmla="*/ 338 w 337"/>
                  <a:gd name="T19" fmla="*/ 32 h 226"/>
                  <a:gd name="T20" fmla="*/ 400 w 337"/>
                  <a:gd name="T21" fmla="*/ 2 h 22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37" h="226">
                    <a:moveTo>
                      <a:pt x="334" y="0"/>
                    </a:moveTo>
                    <a:cubicBezTo>
                      <a:pt x="337" y="13"/>
                      <a:pt x="323" y="38"/>
                      <a:pt x="317" y="49"/>
                    </a:cubicBezTo>
                    <a:cubicBezTo>
                      <a:pt x="308" y="67"/>
                      <a:pt x="293" y="77"/>
                      <a:pt x="278" y="88"/>
                    </a:cubicBezTo>
                    <a:cubicBezTo>
                      <a:pt x="252" y="105"/>
                      <a:pt x="220" y="109"/>
                      <a:pt x="192" y="123"/>
                    </a:cubicBezTo>
                    <a:cubicBezTo>
                      <a:pt x="141" y="148"/>
                      <a:pt x="98" y="193"/>
                      <a:pt x="44" y="213"/>
                    </a:cubicBezTo>
                    <a:cubicBezTo>
                      <a:pt x="34" y="216"/>
                      <a:pt x="15" y="226"/>
                      <a:pt x="6" y="214"/>
                    </a:cubicBezTo>
                    <a:cubicBezTo>
                      <a:pt x="0" y="205"/>
                      <a:pt x="7" y="176"/>
                      <a:pt x="8" y="167"/>
                    </a:cubicBezTo>
                    <a:cubicBezTo>
                      <a:pt x="10" y="148"/>
                      <a:pt x="11" y="128"/>
                      <a:pt x="13" y="109"/>
                    </a:cubicBezTo>
                    <a:cubicBezTo>
                      <a:pt x="16" y="87"/>
                      <a:pt x="22" y="89"/>
                      <a:pt x="43" y="89"/>
                    </a:cubicBezTo>
                    <a:cubicBezTo>
                      <a:pt x="130" y="92"/>
                      <a:pt x="200" y="61"/>
                      <a:pt x="277" y="26"/>
                    </a:cubicBezTo>
                    <a:cubicBezTo>
                      <a:pt x="295" y="19"/>
                      <a:pt x="313" y="13"/>
                      <a:pt x="328" y="2"/>
                    </a:cubicBezTo>
                  </a:path>
                </a:pathLst>
              </a:custGeom>
              <a:solidFill>
                <a:srgbClr val="FAF4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773" name="Freeform 353">
                <a:extLst>
                  <a:ext uri="{FF2B5EF4-FFF2-40B4-BE49-F238E27FC236}">
                    <a16:creationId xmlns:a16="http://schemas.microsoft.com/office/drawing/2014/main" id="{BC43795A-4104-4C02-A24D-9CEC3049E6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4" y="2196"/>
                <a:ext cx="152" cy="140"/>
              </a:xfrm>
              <a:custGeom>
                <a:avLst/>
                <a:gdLst>
                  <a:gd name="T0" fmla="*/ 174 w 142"/>
                  <a:gd name="T1" fmla="*/ 0 h 131"/>
                  <a:gd name="T2" fmla="*/ 116 w 142"/>
                  <a:gd name="T3" fmla="*/ 68 h 131"/>
                  <a:gd name="T4" fmla="*/ 65 w 142"/>
                  <a:gd name="T5" fmla="*/ 130 h 131"/>
                  <a:gd name="T6" fmla="*/ 4 w 142"/>
                  <a:gd name="T7" fmla="*/ 120 h 131"/>
                  <a:gd name="T8" fmla="*/ 77 w 142"/>
                  <a:gd name="T9" fmla="*/ 71 h 131"/>
                  <a:gd name="T10" fmla="*/ 128 w 142"/>
                  <a:gd name="T11" fmla="*/ 34 h 131"/>
                  <a:gd name="T12" fmla="*/ 157 w 142"/>
                  <a:gd name="T13" fmla="*/ 2 h 1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2" h="131">
                    <a:moveTo>
                      <a:pt x="142" y="0"/>
                    </a:moveTo>
                    <a:cubicBezTo>
                      <a:pt x="123" y="7"/>
                      <a:pt x="108" y="40"/>
                      <a:pt x="94" y="56"/>
                    </a:cubicBezTo>
                    <a:cubicBezTo>
                      <a:pt x="79" y="72"/>
                      <a:pt x="67" y="89"/>
                      <a:pt x="53" y="107"/>
                    </a:cubicBezTo>
                    <a:cubicBezTo>
                      <a:pt x="39" y="125"/>
                      <a:pt x="10" y="131"/>
                      <a:pt x="4" y="98"/>
                    </a:cubicBezTo>
                    <a:cubicBezTo>
                      <a:pt x="0" y="77"/>
                      <a:pt x="47" y="68"/>
                      <a:pt x="63" y="58"/>
                    </a:cubicBezTo>
                    <a:cubicBezTo>
                      <a:pt x="77" y="49"/>
                      <a:pt x="94" y="38"/>
                      <a:pt x="105" y="28"/>
                    </a:cubicBezTo>
                    <a:cubicBezTo>
                      <a:pt x="114" y="20"/>
                      <a:pt x="118" y="6"/>
                      <a:pt x="128" y="2"/>
                    </a:cubicBezTo>
                  </a:path>
                </a:pathLst>
              </a:custGeom>
              <a:solidFill>
                <a:srgbClr val="FAF4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774" name="Freeform 354">
                <a:extLst>
                  <a:ext uri="{FF2B5EF4-FFF2-40B4-BE49-F238E27FC236}">
                    <a16:creationId xmlns:a16="http://schemas.microsoft.com/office/drawing/2014/main" id="{8F7819CA-3AE4-4121-A081-56A67A261B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4" y="2222"/>
                <a:ext cx="33" cy="37"/>
              </a:xfrm>
              <a:custGeom>
                <a:avLst/>
                <a:gdLst>
                  <a:gd name="T0" fmla="*/ 37 w 31"/>
                  <a:gd name="T1" fmla="*/ 24 h 35"/>
                  <a:gd name="T2" fmla="*/ 24 w 31"/>
                  <a:gd name="T3" fmla="*/ 41 h 35"/>
                  <a:gd name="T4" fmla="*/ 36 w 31"/>
                  <a:gd name="T5" fmla="*/ 20 h 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1" h="35">
                    <a:moveTo>
                      <a:pt x="31" y="21"/>
                    </a:moveTo>
                    <a:cubicBezTo>
                      <a:pt x="21" y="6"/>
                      <a:pt x="16" y="26"/>
                      <a:pt x="21" y="35"/>
                    </a:cubicBezTo>
                    <a:cubicBezTo>
                      <a:pt x="0" y="23"/>
                      <a:pt x="17" y="0"/>
                      <a:pt x="30" y="1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775" name="Freeform 355">
                <a:extLst>
                  <a:ext uri="{FF2B5EF4-FFF2-40B4-BE49-F238E27FC236}">
                    <a16:creationId xmlns:a16="http://schemas.microsoft.com/office/drawing/2014/main" id="{D803021B-CAC0-4198-99CE-496A31080C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6" y="2158"/>
                <a:ext cx="34" cy="28"/>
              </a:xfrm>
              <a:custGeom>
                <a:avLst/>
                <a:gdLst>
                  <a:gd name="T0" fmla="*/ 34 w 32"/>
                  <a:gd name="T1" fmla="*/ 32 h 26"/>
                  <a:gd name="T2" fmla="*/ 38 w 32"/>
                  <a:gd name="T3" fmla="*/ 15 h 26"/>
                  <a:gd name="T4" fmla="*/ 13 w 32"/>
                  <a:gd name="T5" fmla="*/ 4 h 26"/>
                  <a:gd name="T6" fmla="*/ 26 w 32"/>
                  <a:gd name="T7" fmla="*/ 31 h 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2" h="26">
                    <a:moveTo>
                      <a:pt x="28" y="26"/>
                    </a:moveTo>
                    <a:cubicBezTo>
                      <a:pt x="9" y="23"/>
                      <a:pt x="14" y="5"/>
                      <a:pt x="32" y="12"/>
                    </a:cubicBezTo>
                    <a:cubicBezTo>
                      <a:pt x="27" y="9"/>
                      <a:pt x="17" y="0"/>
                      <a:pt x="10" y="4"/>
                    </a:cubicBezTo>
                    <a:cubicBezTo>
                      <a:pt x="0" y="12"/>
                      <a:pt x="15" y="23"/>
                      <a:pt x="22" y="2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776" name="Freeform 356">
                <a:extLst>
                  <a:ext uri="{FF2B5EF4-FFF2-40B4-BE49-F238E27FC236}">
                    <a16:creationId xmlns:a16="http://schemas.microsoft.com/office/drawing/2014/main" id="{EDFCEA7B-1441-4437-80C3-B0A1D2CA08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9" y="1979"/>
                <a:ext cx="145" cy="131"/>
              </a:xfrm>
              <a:custGeom>
                <a:avLst/>
                <a:gdLst>
                  <a:gd name="T0" fmla="*/ 0 w 136"/>
                  <a:gd name="T1" fmla="*/ 0 h 123"/>
                  <a:gd name="T2" fmla="*/ 48 w 136"/>
                  <a:gd name="T3" fmla="*/ 93 h 123"/>
                  <a:gd name="T4" fmla="*/ 165 w 136"/>
                  <a:gd name="T5" fmla="*/ 149 h 123"/>
                  <a:gd name="T6" fmla="*/ 4 w 136"/>
                  <a:gd name="T7" fmla="*/ 5 h 1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6" h="123">
                    <a:moveTo>
                      <a:pt x="0" y="0"/>
                    </a:moveTo>
                    <a:cubicBezTo>
                      <a:pt x="9" y="29"/>
                      <a:pt x="16" y="56"/>
                      <a:pt x="39" y="77"/>
                    </a:cubicBezTo>
                    <a:cubicBezTo>
                      <a:pt x="67" y="101"/>
                      <a:pt x="104" y="105"/>
                      <a:pt x="136" y="123"/>
                    </a:cubicBezTo>
                    <a:cubicBezTo>
                      <a:pt x="80" y="93"/>
                      <a:pt x="26" y="67"/>
                      <a:pt x="4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777" name="Freeform 357">
                <a:extLst>
                  <a:ext uri="{FF2B5EF4-FFF2-40B4-BE49-F238E27FC236}">
                    <a16:creationId xmlns:a16="http://schemas.microsoft.com/office/drawing/2014/main" id="{6DF010BE-33B2-452D-8EC9-A5EEF3C4F9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5" y="2239"/>
                <a:ext cx="101" cy="20"/>
              </a:xfrm>
              <a:custGeom>
                <a:avLst/>
                <a:gdLst>
                  <a:gd name="T0" fmla="*/ 0 w 95"/>
                  <a:gd name="T1" fmla="*/ 2 h 19"/>
                  <a:gd name="T2" fmla="*/ 30 w 95"/>
                  <a:gd name="T3" fmla="*/ 20 h 19"/>
                  <a:gd name="T4" fmla="*/ 54 w 95"/>
                  <a:gd name="T5" fmla="*/ 19 h 19"/>
                  <a:gd name="T6" fmla="*/ 84 w 95"/>
                  <a:gd name="T7" fmla="*/ 14 h 19"/>
                  <a:gd name="T8" fmla="*/ 114 w 95"/>
                  <a:gd name="T9" fmla="*/ 15 h 19"/>
                  <a:gd name="T10" fmla="*/ 85 w 95"/>
                  <a:gd name="T11" fmla="*/ 6 h 19"/>
                  <a:gd name="T12" fmla="*/ 50 w 95"/>
                  <a:gd name="T13" fmla="*/ 8 h 19"/>
                  <a:gd name="T14" fmla="*/ 2 w 95"/>
                  <a:gd name="T15" fmla="*/ 0 h 1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5" h="19">
                    <a:moveTo>
                      <a:pt x="0" y="2"/>
                    </a:moveTo>
                    <a:cubicBezTo>
                      <a:pt x="8" y="6"/>
                      <a:pt x="15" y="14"/>
                      <a:pt x="24" y="17"/>
                    </a:cubicBezTo>
                    <a:cubicBezTo>
                      <a:pt x="30" y="19"/>
                      <a:pt x="39" y="17"/>
                      <a:pt x="45" y="16"/>
                    </a:cubicBezTo>
                    <a:cubicBezTo>
                      <a:pt x="53" y="14"/>
                      <a:pt x="61" y="12"/>
                      <a:pt x="70" y="11"/>
                    </a:cubicBezTo>
                    <a:cubicBezTo>
                      <a:pt x="79" y="10"/>
                      <a:pt x="86" y="12"/>
                      <a:pt x="95" y="12"/>
                    </a:cubicBezTo>
                    <a:cubicBezTo>
                      <a:pt x="87" y="11"/>
                      <a:pt x="80" y="6"/>
                      <a:pt x="71" y="6"/>
                    </a:cubicBezTo>
                    <a:cubicBezTo>
                      <a:pt x="60" y="5"/>
                      <a:pt x="51" y="7"/>
                      <a:pt x="41" y="8"/>
                    </a:cubicBezTo>
                    <a:cubicBezTo>
                      <a:pt x="26" y="10"/>
                      <a:pt x="15" y="5"/>
                      <a:pt x="2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778" name="Freeform 358">
                <a:extLst>
                  <a:ext uri="{FF2B5EF4-FFF2-40B4-BE49-F238E27FC236}">
                    <a16:creationId xmlns:a16="http://schemas.microsoft.com/office/drawing/2014/main" id="{ACB9F1D1-E1D9-4999-8686-D3C24482A1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2" y="2454"/>
                <a:ext cx="197" cy="43"/>
              </a:xfrm>
              <a:custGeom>
                <a:avLst/>
                <a:gdLst>
                  <a:gd name="T0" fmla="*/ 226 w 184"/>
                  <a:gd name="T1" fmla="*/ 9 h 41"/>
                  <a:gd name="T2" fmla="*/ 124 w 184"/>
                  <a:gd name="T3" fmla="*/ 33 h 41"/>
                  <a:gd name="T4" fmla="*/ 0 w 184"/>
                  <a:gd name="T5" fmla="*/ 47 h 41"/>
                  <a:gd name="T6" fmla="*/ 52 w 184"/>
                  <a:gd name="T7" fmla="*/ 37 h 41"/>
                  <a:gd name="T8" fmla="*/ 123 w 184"/>
                  <a:gd name="T9" fmla="*/ 24 h 41"/>
                  <a:gd name="T10" fmla="*/ 226 w 184"/>
                  <a:gd name="T11" fmla="*/ 7 h 4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84" h="41">
                    <a:moveTo>
                      <a:pt x="184" y="9"/>
                    </a:moveTo>
                    <a:cubicBezTo>
                      <a:pt x="155" y="9"/>
                      <a:pt x="129" y="22"/>
                      <a:pt x="101" y="29"/>
                    </a:cubicBezTo>
                    <a:cubicBezTo>
                      <a:pt x="68" y="37"/>
                      <a:pt x="32" y="31"/>
                      <a:pt x="0" y="41"/>
                    </a:cubicBezTo>
                    <a:cubicBezTo>
                      <a:pt x="13" y="36"/>
                      <a:pt x="29" y="33"/>
                      <a:pt x="43" y="31"/>
                    </a:cubicBezTo>
                    <a:cubicBezTo>
                      <a:pt x="62" y="27"/>
                      <a:pt x="82" y="28"/>
                      <a:pt x="100" y="21"/>
                    </a:cubicBezTo>
                    <a:cubicBezTo>
                      <a:pt x="125" y="12"/>
                      <a:pt x="157" y="0"/>
                      <a:pt x="184" y="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779" name="Freeform 359">
                <a:extLst>
                  <a:ext uri="{FF2B5EF4-FFF2-40B4-BE49-F238E27FC236}">
                    <a16:creationId xmlns:a16="http://schemas.microsoft.com/office/drawing/2014/main" id="{2D2368C6-A3BF-419B-9EB2-AD4A6B2047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4" y="1843"/>
                <a:ext cx="56" cy="85"/>
              </a:xfrm>
              <a:custGeom>
                <a:avLst/>
                <a:gdLst>
                  <a:gd name="T0" fmla="*/ 15 w 52"/>
                  <a:gd name="T1" fmla="*/ 1 h 80"/>
                  <a:gd name="T2" fmla="*/ 42 w 52"/>
                  <a:gd name="T3" fmla="*/ 43 h 80"/>
                  <a:gd name="T4" fmla="*/ 62 w 52"/>
                  <a:gd name="T5" fmla="*/ 96 h 80"/>
                  <a:gd name="T6" fmla="*/ 52 w 52"/>
                  <a:gd name="T7" fmla="*/ 40 h 80"/>
                  <a:gd name="T8" fmla="*/ 15 w 52"/>
                  <a:gd name="T9" fmla="*/ 0 h 8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2" h="80">
                    <a:moveTo>
                      <a:pt x="12" y="1"/>
                    </a:moveTo>
                    <a:cubicBezTo>
                      <a:pt x="0" y="13"/>
                      <a:pt x="27" y="29"/>
                      <a:pt x="33" y="36"/>
                    </a:cubicBezTo>
                    <a:cubicBezTo>
                      <a:pt x="46" y="49"/>
                      <a:pt x="50" y="62"/>
                      <a:pt x="50" y="80"/>
                    </a:cubicBezTo>
                    <a:cubicBezTo>
                      <a:pt x="50" y="64"/>
                      <a:pt x="52" y="47"/>
                      <a:pt x="42" y="34"/>
                    </a:cubicBezTo>
                    <a:cubicBezTo>
                      <a:pt x="34" y="21"/>
                      <a:pt x="19" y="14"/>
                      <a:pt x="12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780" name="Freeform 360">
                <a:extLst>
                  <a:ext uri="{FF2B5EF4-FFF2-40B4-BE49-F238E27FC236}">
                    <a16:creationId xmlns:a16="http://schemas.microsoft.com/office/drawing/2014/main" id="{16B1D29F-B30F-4635-854C-30DCFEA104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7" y="1554"/>
                <a:ext cx="72" cy="94"/>
              </a:xfrm>
              <a:custGeom>
                <a:avLst/>
                <a:gdLst>
                  <a:gd name="T0" fmla="*/ 17 w 68"/>
                  <a:gd name="T1" fmla="*/ 36 h 88"/>
                  <a:gd name="T2" fmla="*/ 18 w 68"/>
                  <a:gd name="T3" fmla="*/ 15 h 88"/>
                  <a:gd name="T4" fmla="*/ 79 w 68"/>
                  <a:gd name="T5" fmla="*/ 107 h 88"/>
                  <a:gd name="T6" fmla="*/ 49 w 68"/>
                  <a:gd name="T7" fmla="*/ 19 h 88"/>
                  <a:gd name="T8" fmla="*/ 14 w 68"/>
                  <a:gd name="T9" fmla="*/ 33 h 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8" h="88">
                    <a:moveTo>
                      <a:pt x="14" y="30"/>
                    </a:moveTo>
                    <a:cubicBezTo>
                      <a:pt x="10" y="24"/>
                      <a:pt x="11" y="17"/>
                      <a:pt x="15" y="12"/>
                    </a:cubicBezTo>
                    <a:cubicBezTo>
                      <a:pt x="44" y="10"/>
                      <a:pt x="58" y="68"/>
                      <a:pt x="67" y="88"/>
                    </a:cubicBezTo>
                    <a:cubicBezTo>
                      <a:pt x="68" y="65"/>
                      <a:pt x="57" y="33"/>
                      <a:pt x="41" y="16"/>
                    </a:cubicBezTo>
                    <a:cubicBezTo>
                      <a:pt x="27" y="0"/>
                      <a:pt x="0" y="1"/>
                      <a:pt x="11" y="2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781" name="Freeform 361">
                <a:extLst>
                  <a:ext uri="{FF2B5EF4-FFF2-40B4-BE49-F238E27FC236}">
                    <a16:creationId xmlns:a16="http://schemas.microsoft.com/office/drawing/2014/main" id="{1967FD44-9579-4C3D-AB15-A5676FE74B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5" y="1588"/>
                <a:ext cx="36" cy="36"/>
              </a:xfrm>
              <a:custGeom>
                <a:avLst/>
                <a:gdLst>
                  <a:gd name="T0" fmla="*/ 43 w 33"/>
                  <a:gd name="T1" fmla="*/ 21 h 34"/>
                  <a:gd name="T2" fmla="*/ 16 w 33"/>
                  <a:gd name="T3" fmla="*/ 40 h 34"/>
                  <a:gd name="T4" fmla="*/ 34 w 33"/>
                  <a:gd name="T5" fmla="*/ 17 h 3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" h="34">
                    <a:moveTo>
                      <a:pt x="33" y="18"/>
                    </a:moveTo>
                    <a:cubicBezTo>
                      <a:pt x="18" y="11"/>
                      <a:pt x="6" y="14"/>
                      <a:pt x="13" y="34"/>
                    </a:cubicBezTo>
                    <a:cubicBezTo>
                      <a:pt x="10" y="18"/>
                      <a:pt x="0" y="0"/>
                      <a:pt x="26" y="1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782" name="Freeform 362">
                <a:extLst>
                  <a:ext uri="{FF2B5EF4-FFF2-40B4-BE49-F238E27FC236}">
                    <a16:creationId xmlns:a16="http://schemas.microsoft.com/office/drawing/2014/main" id="{EA2AC2D2-0DD1-491A-BAC7-9F9805B6E8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5" y="1826"/>
                <a:ext cx="89" cy="82"/>
              </a:xfrm>
              <a:custGeom>
                <a:avLst/>
                <a:gdLst>
                  <a:gd name="T0" fmla="*/ 100 w 84"/>
                  <a:gd name="T1" fmla="*/ 13 h 77"/>
                  <a:gd name="T2" fmla="*/ 34 w 84"/>
                  <a:gd name="T3" fmla="*/ 32 h 77"/>
                  <a:gd name="T4" fmla="*/ 14 w 84"/>
                  <a:gd name="T5" fmla="*/ 93 h 77"/>
                  <a:gd name="T6" fmla="*/ 38 w 84"/>
                  <a:gd name="T7" fmla="*/ 12 h 77"/>
                  <a:gd name="T8" fmla="*/ 100 w 84"/>
                  <a:gd name="T9" fmla="*/ 1 h 7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4" h="77">
                    <a:moveTo>
                      <a:pt x="84" y="10"/>
                    </a:moveTo>
                    <a:cubicBezTo>
                      <a:pt x="65" y="3"/>
                      <a:pt x="43" y="15"/>
                      <a:pt x="28" y="26"/>
                    </a:cubicBezTo>
                    <a:cubicBezTo>
                      <a:pt x="13" y="37"/>
                      <a:pt x="11" y="60"/>
                      <a:pt x="11" y="77"/>
                    </a:cubicBezTo>
                    <a:cubicBezTo>
                      <a:pt x="0" y="53"/>
                      <a:pt x="3" y="19"/>
                      <a:pt x="32" y="9"/>
                    </a:cubicBezTo>
                    <a:cubicBezTo>
                      <a:pt x="46" y="4"/>
                      <a:pt x="69" y="0"/>
                      <a:pt x="84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783" name="Freeform 363">
                <a:extLst>
                  <a:ext uri="{FF2B5EF4-FFF2-40B4-BE49-F238E27FC236}">
                    <a16:creationId xmlns:a16="http://schemas.microsoft.com/office/drawing/2014/main" id="{094DD109-D830-4DFC-B329-586AE34CBE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1" y="1051"/>
                <a:ext cx="19" cy="22"/>
              </a:xfrm>
              <a:custGeom>
                <a:avLst/>
                <a:gdLst>
                  <a:gd name="T0" fmla="*/ 21 w 18"/>
                  <a:gd name="T1" fmla="*/ 8 h 21"/>
                  <a:gd name="T2" fmla="*/ 3 w 18"/>
                  <a:gd name="T3" fmla="*/ 5 h 21"/>
                  <a:gd name="T4" fmla="*/ 3 w 18"/>
                  <a:gd name="T5" fmla="*/ 24 h 21"/>
                  <a:gd name="T6" fmla="*/ 6 w 18"/>
                  <a:gd name="T7" fmla="*/ 7 h 21"/>
                  <a:gd name="T8" fmla="*/ 21 w 18"/>
                  <a:gd name="T9" fmla="*/ 8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21">
                    <a:moveTo>
                      <a:pt x="18" y="8"/>
                    </a:moveTo>
                    <a:cubicBezTo>
                      <a:pt x="14" y="3"/>
                      <a:pt x="7" y="0"/>
                      <a:pt x="3" y="5"/>
                    </a:cubicBezTo>
                    <a:cubicBezTo>
                      <a:pt x="0" y="8"/>
                      <a:pt x="0" y="18"/>
                      <a:pt x="3" y="21"/>
                    </a:cubicBezTo>
                    <a:cubicBezTo>
                      <a:pt x="1" y="17"/>
                      <a:pt x="3" y="10"/>
                      <a:pt x="6" y="7"/>
                    </a:cubicBezTo>
                    <a:cubicBezTo>
                      <a:pt x="10" y="5"/>
                      <a:pt x="14" y="6"/>
                      <a:pt x="18" y="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784" name="Freeform 364">
                <a:extLst>
                  <a:ext uri="{FF2B5EF4-FFF2-40B4-BE49-F238E27FC236}">
                    <a16:creationId xmlns:a16="http://schemas.microsoft.com/office/drawing/2014/main" id="{D361B0C6-BD1B-40DD-A19F-63A8314F5D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4" y="1412"/>
                <a:ext cx="37" cy="54"/>
              </a:xfrm>
              <a:custGeom>
                <a:avLst/>
                <a:gdLst>
                  <a:gd name="T0" fmla="*/ 29 w 35"/>
                  <a:gd name="T1" fmla="*/ 53 h 51"/>
                  <a:gd name="T2" fmla="*/ 19 w 35"/>
                  <a:gd name="T3" fmla="*/ 26 h 51"/>
                  <a:gd name="T4" fmla="*/ 0 w 35"/>
                  <a:gd name="T5" fmla="*/ 60 h 51"/>
                  <a:gd name="T6" fmla="*/ 19 w 35"/>
                  <a:gd name="T7" fmla="*/ 16 h 51"/>
                  <a:gd name="T8" fmla="*/ 27 w 35"/>
                  <a:gd name="T9" fmla="*/ 54 h 5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" h="51">
                    <a:moveTo>
                      <a:pt x="25" y="44"/>
                    </a:moveTo>
                    <a:cubicBezTo>
                      <a:pt x="24" y="38"/>
                      <a:pt x="29" y="14"/>
                      <a:pt x="16" y="23"/>
                    </a:cubicBezTo>
                    <a:cubicBezTo>
                      <a:pt x="8" y="29"/>
                      <a:pt x="5" y="42"/>
                      <a:pt x="0" y="51"/>
                    </a:cubicBezTo>
                    <a:cubicBezTo>
                      <a:pt x="0" y="37"/>
                      <a:pt x="3" y="21"/>
                      <a:pt x="16" y="13"/>
                    </a:cubicBezTo>
                    <a:cubicBezTo>
                      <a:pt x="35" y="0"/>
                      <a:pt x="26" y="36"/>
                      <a:pt x="24" y="4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785" name="Freeform 365">
                <a:extLst>
                  <a:ext uri="{FF2B5EF4-FFF2-40B4-BE49-F238E27FC236}">
                    <a16:creationId xmlns:a16="http://schemas.microsoft.com/office/drawing/2014/main" id="{497D6168-7317-4CA3-9C97-AB795D10E7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8" y="2693"/>
                <a:ext cx="264" cy="49"/>
              </a:xfrm>
              <a:custGeom>
                <a:avLst/>
                <a:gdLst>
                  <a:gd name="T0" fmla="*/ 0 w 247"/>
                  <a:gd name="T1" fmla="*/ 0 h 46"/>
                  <a:gd name="T2" fmla="*/ 68 w 247"/>
                  <a:gd name="T3" fmla="*/ 13 h 46"/>
                  <a:gd name="T4" fmla="*/ 145 w 247"/>
                  <a:gd name="T5" fmla="*/ 36 h 46"/>
                  <a:gd name="T6" fmla="*/ 301 w 247"/>
                  <a:gd name="T7" fmla="*/ 55 h 46"/>
                  <a:gd name="T8" fmla="*/ 157 w 247"/>
                  <a:gd name="T9" fmla="*/ 20 h 46"/>
                  <a:gd name="T10" fmla="*/ 89 w 247"/>
                  <a:gd name="T11" fmla="*/ 18 h 46"/>
                  <a:gd name="T12" fmla="*/ 18 w 247"/>
                  <a:gd name="T13" fmla="*/ 3 h 4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7" h="46">
                    <a:moveTo>
                      <a:pt x="0" y="0"/>
                    </a:moveTo>
                    <a:cubicBezTo>
                      <a:pt x="18" y="7"/>
                      <a:pt x="38" y="6"/>
                      <a:pt x="56" y="10"/>
                    </a:cubicBezTo>
                    <a:cubicBezTo>
                      <a:pt x="77" y="16"/>
                      <a:pt x="97" y="25"/>
                      <a:pt x="119" y="30"/>
                    </a:cubicBezTo>
                    <a:cubicBezTo>
                      <a:pt x="161" y="38"/>
                      <a:pt x="206" y="23"/>
                      <a:pt x="247" y="46"/>
                    </a:cubicBezTo>
                    <a:cubicBezTo>
                      <a:pt x="208" y="30"/>
                      <a:pt x="172" y="15"/>
                      <a:pt x="129" y="17"/>
                    </a:cubicBezTo>
                    <a:cubicBezTo>
                      <a:pt x="109" y="18"/>
                      <a:pt x="93" y="20"/>
                      <a:pt x="73" y="15"/>
                    </a:cubicBezTo>
                    <a:cubicBezTo>
                      <a:pt x="53" y="10"/>
                      <a:pt x="37" y="1"/>
                      <a:pt x="15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786" name="Freeform 366">
                <a:extLst>
                  <a:ext uri="{FF2B5EF4-FFF2-40B4-BE49-F238E27FC236}">
                    <a16:creationId xmlns:a16="http://schemas.microsoft.com/office/drawing/2014/main" id="{315046D5-943A-4233-98C3-BF7A3AAF6C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1" y="3056"/>
                <a:ext cx="99" cy="55"/>
              </a:xfrm>
              <a:custGeom>
                <a:avLst/>
                <a:gdLst>
                  <a:gd name="T0" fmla="*/ 115 w 92"/>
                  <a:gd name="T1" fmla="*/ 59 h 52"/>
                  <a:gd name="T2" fmla="*/ 0 w 92"/>
                  <a:gd name="T3" fmla="*/ 0 h 52"/>
                  <a:gd name="T4" fmla="*/ 52 w 92"/>
                  <a:gd name="T5" fmla="*/ 35 h 52"/>
                  <a:gd name="T6" fmla="*/ 104 w 92"/>
                  <a:gd name="T7" fmla="*/ 61 h 5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2" h="52">
                    <a:moveTo>
                      <a:pt x="92" y="50"/>
                    </a:moveTo>
                    <a:cubicBezTo>
                      <a:pt x="58" y="50"/>
                      <a:pt x="7" y="38"/>
                      <a:pt x="0" y="0"/>
                    </a:cubicBezTo>
                    <a:cubicBezTo>
                      <a:pt x="16" y="0"/>
                      <a:pt x="29" y="19"/>
                      <a:pt x="42" y="29"/>
                    </a:cubicBezTo>
                    <a:cubicBezTo>
                      <a:pt x="54" y="38"/>
                      <a:pt x="78" y="46"/>
                      <a:pt x="84" y="5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787" name="Freeform 367">
                <a:extLst>
                  <a:ext uri="{FF2B5EF4-FFF2-40B4-BE49-F238E27FC236}">
                    <a16:creationId xmlns:a16="http://schemas.microsoft.com/office/drawing/2014/main" id="{71659B61-0F3F-432B-B651-662098E3E6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1" y="3658"/>
                <a:ext cx="94" cy="28"/>
              </a:xfrm>
              <a:custGeom>
                <a:avLst/>
                <a:gdLst>
                  <a:gd name="T0" fmla="*/ 0 w 88"/>
                  <a:gd name="T1" fmla="*/ 24 h 26"/>
                  <a:gd name="T2" fmla="*/ 103 w 88"/>
                  <a:gd name="T3" fmla="*/ 32 h 26"/>
                  <a:gd name="T4" fmla="*/ 5 w 88"/>
                  <a:gd name="T5" fmla="*/ 17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8" h="26">
                    <a:moveTo>
                      <a:pt x="0" y="19"/>
                    </a:moveTo>
                    <a:cubicBezTo>
                      <a:pt x="29" y="11"/>
                      <a:pt x="57" y="23"/>
                      <a:pt x="84" y="26"/>
                    </a:cubicBezTo>
                    <a:cubicBezTo>
                      <a:pt x="88" y="0"/>
                      <a:pt x="17" y="6"/>
                      <a:pt x="5" y="1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788" name="Freeform 368">
                <a:extLst>
                  <a:ext uri="{FF2B5EF4-FFF2-40B4-BE49-F238E27FC236}">
                    <a16:creationId xmlns:a16="http://schemas.microsoft.com/office/drawing/2014/main" id="{7483404A-91B3-41E7-93C8-6A89CC4668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1" y="3750"/>
                <a:ext cx="90" cy="36"/>
              </a:xfrm>
              <a:custGeom>
                <a:avLst/>
                <a:gdLst>
                  <a:gd name="T0" fmla="*/ 0 w 84"/>
                  <a:gd name="T1" fmla="*/ 23 h 34"/>
                  <a:gd name="T2" fmla="*/ 58 w 84"/>
                  <a:gd name="T3" fmla="*/ 33 h 34"/>
                  <a:gd name="T4" fmla="*/ 103 w 84"/>
                  <a:gd name="T5" fmla="*/ 30 h 34"/>
                  <a:gd name="T6" fmla="*/ 13 w 84"/>
                  <a:gd name="T7" fmla="*/ 23 h 3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4" h="34">
                    <a:moveTo>
                      <a:pt x="0" y="20"/>
                    </a:moveTo>
                    <a:cubicBezTo>
                      <a:pt x="18" y="27"/>
                      <a:pt x="28" y="30"/>
                      <a:pt x="47" y="27"/>
                    </a:cubicBezTo>
                    <a:cubicBezTo>
                      <a:pt x="60" y="25"/>
                      <a:pt x="71" y="19"/>
                      <a:pt x="84" y="25"/>
                    </a:cubicBezTo>
                    <a:cubicBezTo>
                      <a:pt x="58" y="0"/>
                      <a:pt x="28" y="34"/>
                      <a:pt x="10" y="2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789" name="Freeform 369">
                <a:extLst>
                  <a:ext uri="{FF2B5EF4-FFF2-40B4-BE49-F238E27FC236}">
                    <a16:creationId xmlns:a16="http://schemas.microsoft.com/office/drawing/2014/main" id="{4652426C-9DF7-4165-96DC-D7DDA01852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8" y="2179"/>
                <a:ext cx="205" cy="81"/>
              </a:xfrm>
              <a:custGeom>
                <a:avLst/>
                <a:gdLst>
                  <a:gd name="T0" fmla="*/ 0 w 192"/>
                  <a:gd name="T1" fmla="*/ 0 h 76"/>
                  <a:gd name="T2" fmla="*/ 47 w 192"/>
                  <a:gd name="T3" fmla="*/ 32 h 76"/>
                  <a:gd name="T4" fmla="*/ 95 w 192"/>
                  <a:gd name="T5" fmla="*/ 59 h 76"/>
                  <a:gd name="T6" fmla="*/ 147 w 192"/>
                  <a:gd name="T7" fmla="*/ 76 h 76"/>
                  <a:gd name="T8" fmla="*/ 234 w 192"/>
                  <a:gd name="T9" fmla="*/ 92 h 76"/>
                  <a:gd name="T10" fmla="*/ 156 w 192"/>
                  <a:gd name="T11" fmla="*/ 69 h 76"/>
                  <a:gd name="T12" fmla="*/ 96 w 192"/>
                  <a:gd name="T13" fmla="*/ 45 h 76"/>
                  <a:gd name="T14" fmla="*/ 51 w 192"/>
                  <a:gd name="T15" fmla="*/ 20 h 76"/>
                  <a:gd name="T16" fmla="*/ 7 w 192"/>
                  <a:gd name="T17" fmla="*/ 6 h 7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92" h="76">
                    <a:moveTo>
                      <a:pt x="0" y="0"/>
                    </a:moveTo>
                    <a:cubicBezTo>
                      <a:pt x="13" y="4"/>
                      <a:pt x="27" y="18"/>
                      <a:pt x="38" y="26"/>
                    </a:cubicBezTo>
                    <a:cubicBezTo>
                      <a:pt x="51" y="35"/>
                      <a:pt x="65" y="41"/>
                      <a:pt x="78" y="49"/>
                    </a:cubicBezTo>
                    <a:cubicBezTo>
                      <a:pt x="92" y="57"/>
                      <a:pt x="106" y="60"/>
                      <a:pt x="121" y="63"/>
                    </a:cubicBezTo>
                    <a:cubicBezTo>
                      <a:pt x="145" y="67"/>
                      <a:pt x="167" y="75"/>
                      <a:pt x="192" y="76"/>
                    </a:cubicBezTo>
                    <a:cubicBezTo>
                      <a:pt x="170" y="71"/>
                      <a:pt x="149" y="63"/>
                      <a:pt x="128" y="57"/>
                    </a:cubicBezTo>
                    <a:cubicBezTo>
                      <a:pt x="111" y="52"/>
                      <a:pt x="94" y="45"/>
                      <a:pt x="79" y="37"/>
                    </a:cubicBezTo>
                    <a:cubicBezTo>
                      <a:pt x="67" y="30"/>
                      <a:pt x="55" y="21"/>
                      <a:pt x="42" y="17"/>
                    </a:cubicBezTo>
                    <a:cubicBezTo>
                      <a:pt x="31" y="12"/>
                      <a:pt x="18" y="11"/>
                      <a:pt x="7" y="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790" name="Freeform 370">
                <a:extLst>
                  <a:ext uri="{FF2B5EF4-FFF2-40B4-BE49-F238E27FC236}">
                    <a16:creationId xmlns:a16="http://schemas.microsoft.com/office/drawing/2014/main" id="{59934E1B-6EB7-45DB-B0E9-6D472F8CC3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2" y="2165"/>
                <a:ext cx="154" cy="189"/>
              </a:xfrm>
              <a:custGeom>
                <a:avLst/>
                <a:gdLst>
                  <a:gd name="T0" fmla="*/ 28 w 144"/>
                  <a:gd name="T1" fmla="*/ 11 h 177"/>
                  <a:gd name="T2" fmla="*/ 5 w 144"/>
                  <a:gd name="T3" fmla="*/ 3 h 177"/>
                  <a:gd name="T4" fmla="*/ 6 w 144"/>
                  <a:gd name="T5" fmla="*/ 29 h 177"/>
                  <a:gd name="T6" fmla="*/ 50 w 144"/>
                  <a:gd name="T7" fmla="*/ 103 h 177"/>
                  <a:gd name="T8" fmla="*/ 109 w 144"/>
                  <a:gd name="T9" fmla="*/ 166 h 177"/>
                  <a:gd name="T10" fmla="*/ 176 w 144"/>
                  <a:gd name="T11" fmla="*/ 216 h 177"/>
                  <a:gd name="T12" fmla="*/ 111 w 144"/>
                  <a:gd name="T13" fmla="*/ 161 h 177"/>
                  <a:gd name="T14" fmla="*/ 68 w 144"/>
                  <a:gd name="T15" fmla="*/ 98 h 177"/>
                  <a:gd name="T16" fmla="*/ 49 w 144"/>
                  <a:gd name="T17" fmla="*/ 50 h 177"/>
                  <a:gd name="T18" fmla="*/ 67 w 144"/>
                  <a:gd name="T19" fmla="*/ 37 h 177"/>
                  <a:gd name="T20" fmla="*/ 26 w 144"/>
                  <a:gd name="T21" fmla="*/ 11 h 17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44" h="177">
                    <a:moveTo>
                      <a:pt x="22" y="8"/>
                    </a:moveTo>
                    <a:cubicBezTo>
                      <a:pt x="18" y="7"/>
                      <a:pt x="9" y="0"/>
                      <a:pt x="5" y="3"/>
                    </a:cubicBezTo>
                    <a:cubicBezTo>
                      <a:pt x="0" y="6"/>
                      <a:pt x="5" y="19"/>
                      <a:pt x="6" y="23"/>
                    </a:cubicBezTo>
                    <a:cubicBezTo>
                      <a:pt x="14" y="44"/>
                      <a:pt x="28" y="65"/>
                      <a:pt x="41" y="84"/>
                    </a:cubicBezTo>
                    <a:cubicBezTo>
                      <a:pt x="54" y="104"/>
                      <a:pt x="72" y="120"/>
                      <a:pt x="89" y="136"/>
                    </a:cubicBezTo>
                    <a:cubicBezTo>
                      <a:pt x="106" y="152"/>
                      <a:pt x="126" y="162"/>
                      <a:pt x="144" y="177"/>
                    </a:cubicBezTo>
                    <a:cubicBezTo>
                      <a:pt x="125" y="170"/>
                      <a:pt x="104" y="147"/>
                      <a:pt x="91" y="132"/>
                    </a:cubicBezTo>
                    <a:cubicBezTo>
                      <a:pt x="78" y="116"/>
                      <a:pt x="67" y="99"/>
                      <a:pt x="56" y="81"/>
                    </a:cubicBezTo>
                    <a:cubicBezTo>
                      <a:pt x="49" y="68"/>
                      <a:pt x="42" y="56"/>
                      <a:pt x="40" y="41"/>
                    </a:cubicBezTo>
                    <a:cubicBezTo>
                      <a:pt x="39" y="27"/>
                      <a:pt x="42" y="27"/>
                      <a:pt x="55" y="31"/>
                    </a:cubicBezTo>
                    <a:cubicBezTo>
                      <a:pt x="47" y="27"/>
                      <a:pt x="27" y="15"/>
                      <a:pt x="21" y="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791" name="Freeform 371">
                <a:extLst>
                  <a:ext uri="{FF2B5EF4-FFF2-40B4-BE49-F238E27FC236}">
                    <a16:creationId xmlns:a16="http://schemas.microsoft.com/office/drawing/2014/main" id="{65877BD1-E39C-4505-ADA5-F5A8DC7CD5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6" y="2020"/>
                <a:ext cx="177" cy="25"/>
              </a:xfrm>
              <a:custGeom>
                <a:avLst/>
                <a:gdLst>
                  <a:gd name="T0" fmla="*/ 0 w 166"/>
                  <a:gd name="T1" fmla="*/ 15 h 23"/>
                  <a:gd name="T2" fmla="*/ 44 w 166"/>
                  <a:gd name="T3" fmla="*/ 25 h 23"/>
                  <a:gd name="T4" fmla="*/ 96 w 166"/>
                  <a:gd name="T5" fmla="*/ 25 h 23"/>
                  <a:gd name="T6" fmla="*/ 152 w 166"/>
                  <a:gd name="T7" fmla="*/ 11 h 23"/>
                  <a:gd name="T8" fmla="*/ 202 w 166"/>
                  <a:gd name="T9" fmla="*/ 1 h 23"/>
                  <a:gd name="T10" fmla="*/ 135 w 166"/>
                  <a:gd name="T11" fmla="*/ 4 h 23"/>
                  <a:gd name="T12" fmla="*/ 85 w 166"/>
                  <a:gd name="T13" fmla="*/ 11 h 23"/>
                  <a:gd name="T14" fmla="*/ 11 w 166"/>
                  <a:gd name="T15" fmla="*/ 10 h 2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66" h="23">
                    <a:moveTo>
                      <a:pt x="0" y="12"/>
                    </a:moveTo>
                    <a:cubicBezTo>
                      <a:pt x="11" y="11"/>
                      <a:pt x="25" y="16"/>
                      <a:pt x="36" y="19"/>
                    </a:cubicBezTo>
                    <a:cubicBezTo>
                      <a:pt x="51" y="23"/>
                      <a:pt x="64" y="21"/>
                      <a:pt x="79" y="19"/>
                    </a:cubicBezTo>
                    <a:cubicBezTo>
                      <a:pt x="96" y="18"/>
                      <a:pt x="110" y="14"/>
                      <a:pt x="126" y="8"/>
                    </a:cubicBezTo>
                    <a:cubicBezTo>
                      <a:pt x="138" y="4"/>
                      <a:pt x="153" y="0"/>
                      <a:pt x="166" y="1"/>
                    </a:cubicBezTo>
                    <a:cubicBezTo>
                      <a:pt x="148" y="1"/>
                      <a:pt x="130" y="2"/>
                      <a:pt x="112" y="4"/>
                    </a:cubicBezTo>
                    <a:cubicBezTo>
                      <a:pt x="98" y="6"/>
                      <a:pt x="85" y="9"/>
                      <a:pt x="70" y="8"/>
                    </a:cubicBezTo>
                    <a:cubicBezTo>
                      <a:pt x="50" y="7"/>
                      <a:pt x="29" y="7"/>
                      <a:pt x="8" y="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792" name="Freeform 372">
                <a:extLst>
                  <a:ext uri="{FF2B5EF4-FFF2-40B4-BE49-F238E27FC236}">
                    <a16:creationId xmlns:a16="http://schemas.microsoft.com/office/drawing/2014/main" id="{426C3B11-A502-4799-9D25-CD1DC06A1F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8" y="2137"/>
                <a:ext cx="185" cy="195"/>
              </a:xfrm>
              <a:custGeom>
                <a:avLst/>
                <a:gdLst>
                  <a:gd name="T0" fmla="*/ 26 w 173"/>
                  <a:gd name="T1" fmla="*/ 25 h 183"/>
                  <a:gd name="T2" fmla="*/ 212 w 173"/>
                  <a:gd name="T3" fmla="*/ 222 h 183"/>
                  <a:gd name="T4" fmla="*/ 70 w 173"/>
                  <a:gd name="T5" fmla="*/ 35 h 183"/>
                  <a:gd name="T6" fmla="*/ 19 w 173"/>
                  <a:gd name="T7" fmla="*/ 0 h 183"/>
                  <a:gd name="T8" fmla="*/ 1 w 173"/>
                  <a:gd name="T9" fmla="*/ 14 h 183"/>
                  <a:gd name="T10" fmla="*/ 28 w 173"/>
                  <a:gd name="T11" fmla="*/ 33 h 18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73" h="183">
                    <a:moveTo>
                      <a:pt x="21" y="21"/>
                    </a:moveTo>
                    <a:cubicBezTo>
                      <a:pt x="98" y="49"/>
                      <a:pt x="125" y="126"/>
                      <a:pt x="173" y="183"/>
                    </a:cubicBezTo>
                    <a:cubicBezTo>
                      <a:pt x="142" y="127"/>
                      <a:pt x="105" y="72"/>
                      <a:pt x="57" y="29"/>
                    </a:cubicBezTo>
                    <a:cubicBezTo>
                      <a:pt x="46" y="19"/>
                      <a:pt x="32" y="1"/>
                      <a:pt x="16" y="0"/>
                    </a:cubicBezTo>
                    <a:cubicBezTo>
                      <a:pt x="9" y="0"/>
                      <a:pt x="0" y="0"/>
                      <a:pt x="1" y="11"/>
                    </a:cubicBezTo>
                    <a:cubicBezTo>
                      <a:pt x="2" y="20"/>
                      <a:pt x="17" y="25"/>
                      <a:pt x="22" y="2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793" name="Freeform 373">
                <a:extLst>
                  <a:ext uri="{FF2B5EF4-FFF2-40B4-BE49-F238E27FC236}">
                    <a16:creationId xmlns:a16="http://schemas.microsoft.com/office/drawing/2014/main" id="{06BD172D-B182-40BE-8190-1564A6D89F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4" y="2417"/>
                <a:ext cx="233" cy="110"/>
              </a:xfrm>
              <a:custGeom>
                <a:avLst/>
                <a:gdLst>
                  <a:gd name="T0" fmla="*/ 0 w 218"/>
                  <a:gd name="T1" fmla="*/ 0 h 103"/>
                  <a:gd name="T2" fmla="*/ 266 w 218"/>
                  <a:gd name="T3" fmla="*/ 123 h 103"/>
                  <a:gd name="T4" fmla="*/ 0 w 218"/>
                  <a:gd name="T5" fmla="*/ 0 h 10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8" h="103">
                    <a:moveTo>
                      <a:pt x="0" y="0"/>
                    </a:moveTo>
                    <a:cubicBezTo>
                      <a:pt x="0" y="0"/>
                      <a:pt x="76" y="103"/>
                      <a:pt x="218" y="101"/>
                    </a:cubicBezTo>
                    <a:cubicBezTo>
                      <a:pt x="218" y="101"/>
                      <a:pt x="78" y="74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794" name="Freeform 374">
                <a:extLst>
                  <a:ext uri="{FF2B5EF4-FFF2-40B4-BE49-F238E27FC236}">
                    <a16:creationId xmlns:a16="http://schemas.microsoft.com/office/drawing/2014/main" id="{F6F477D4-B691-43CE-8AB4-B616CFA3DB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9" y="1954"/>
                <a:ext cx="126" cy="246"/>
              </a:xfrm>
              <a:custGeom>
                <a:avLst/>
                <a:gdLst>
                  <a:gd name="T0" fmla="*/ 144 w 118"/>
                  <a:gd name="T1" fmla="*/ 3 h 230"/>
                  <a:gd name="T2" fmla="*/ 77 w 118"/>
                  <a:gd name="T3" fmla="*/ 136 h 230"/>
                  <a:gd name="T4" fmla="*/ 0 w 118"/>
                  <a:gd name="T5" fmla="*/ 281 h 230"/>
                  <a:gd name="T6" fmla="*/ 80 w 118"/>
                  <a:gd name="T7" fmla="*/ 176 h 230"/>
                  <a:gd name="T8" fmla="*/ 94 w 118"/>
                  <a:gd name="T9" fmla="*/ 128 h 230"/>
                  <a:gd name="T10" fmla="*/ 127 w 118"/>
                  <a:gd name="T11" fmla="*/ 151 h 230"/>
                  <a:gd name="T12" fmla="*/ 142 w 118"/>
                  <a:gd name="T13" fmla="*/ 0 h 23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8" h="230">
                    <a:moveTo>
                      <a:pt x="118" y="3"/>
                    </a:moveTo>
                    <a:cubicBezTo>
                      <a:pt x="75" y="9"/>
                      <a:pt x="71" y="79"/>
                      <a:pt x="63" y="111"/>
                    </a:cubicBezTo>
                    <a:cubicBezTo>
                      <a:pt x="52" y="155"/>
                      <a:pt x="16" y="187"/>
                      <a:pt x="0" y="230"/>
                    </a:cubicBezTo>
                    <a:cubicBezTo>
                      <a:pt x="10" y="196"/>
                      <a:pt x="49" y="174"/>
                      <a:pt x="66" y="144"/>
                    </a:cubicBezTo>
                    <a:cubicBezTo>
                      <a:pt x="69" y="138"/>
                      <a:pt x="73" y="107"/>
                      <a:pt x="77" y="105"/>
                    </a:cubicBezTo>
                    <a:cubicBezTo>
                      <a:pt x="84" y="102"/>
                      <a:pt x="99" y="119"/>
                      <a:pt x="104" y="123"/>
                    </a:cubicBezTo>
                    <a:cubicBezTo>
                      <a:pt x="63" y="87"/>
                      <a:pt x="99" y="36"/>
                      <a:pt x="117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795" name="Freeform 375">
                <a:extLst>
                  <a:ext uri="{FF2B5EF4-FFF2-40B4-BE49-F238E27FC236}">
                    <a16:creationId xmlns:a16="http://schemas.microsoft.com/office/drawing/2014/main" id="{EF2BA532-36CC-41D0-8509-F472707846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3" y="1857"/>
                <a:ext cx="29" cy="119"/>
              </a:xfrm>
              <a:custGeom>
                <a:avLst/>
                <a:gdLst>
                  <a:gd name="T0" fmla="*/ 25 w 27"/>
                  <a:gd name="T1" fmla="*/ 0 h 112"/>
                  <a:gd name="T2" fmla="*/ 4 w 27"/>
                  <a:gd name="T3" fmla="*/ 60 h 112"/>
                  <a:gd name="T4" fmla="*/ 33 w 27"/>
                  <a:gd name="T5" fmla="*/ 134 h 112"/>
                  <a:gd name="T6" fmla="*/ 13 w 27"/>
                  <a:gd name="T7" fmla="*/ 82 h 112"/>
                  <a:gd name="T8" fmla="*/ 23 w 27"/>
                  <a:gd name="T9" fmla="*/ 13 h 1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112">
                    <a:moveTo>
                      <a:pt x="20" y="0"/>
                    </a:moveTo>
                    <a:cubicBezTo>
                      <a:pt x="10" y="14"/>
                      <a:pt x="2" y="30"/>
                      <a:pt x="4" y="50"/>
                    </a:cubicBezTo>
                    <a:cubicBezTo>
                      <a:pt x="6" y="73"/>
                      <a:pt x="26" y="87"/>
                      <a:pt x="27" y="112"/>
                    </a:cubicBezTo>
                    <a:cubicBezTo>
                      <a:pt x="24" y="93"/>
                      <a:pt x="20" y="83"/>
                      <a:pt x="10" y="68"/>
                    </a:cubicBezTo>
                    <a:cubicBezTo>
                      <a:pt x="0" y="52"/>
                      <a:pt x="11" y="24"/>
                      <a:pt x="19" y="1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796" name="Freeform 376">
                <a:extLst>
                  <a:ext uri="{FF2B5EF4-FFF2-40B4-BE49-F238E27FC236}">
                    <a16:creationId xmlns:a16="http://schemas.microsoft.com/office/drawing/2014/main" id="{0B1CBFE2-3357-42BF-8F11-40A53F1173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7" y="1827"/>
                <a:ext cx="20" cy="27"/>
              </a:xfrm>
              <a:custGeom>
                <a:avLst/>
                <a:gdLst>
                  <a:gd name="T0" fmla="*/ 18 w 19"/>
                  <a:gd name="T1" fmla="*/ 0 h 25"/>
                  <a:gd name="T2" fmla="*/ 22 w 19"/>
                  <a:gd name="T3" fmla="*/ 30 h 25"/>
                  <a:gd name="T4" fmla="*/ 1 w 19"/>
                  <a:gd name="T5" fmla="*/ 18 h 25"/>
                  <a:gd name="T6" fmla="*/ 20 w 19"/>
                  <a:gd name="T7" fmla="*/ 3 h 2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25">
                    <a:moveTo>
                      <a:pt x="15" y="0"/>
                    </a:moveTo>
                    <a:cubicBezTo>
                      <a:pt x="3" y="13"/>
                      <a:pt x="2" y="17"/>
                      <a:pt x="19" y="24"/>
                    </a:cubicBezTo>
                    <a:cubicBezTo>
                      <a:pt x="11" y="24"/>
                      <a:pt x="1" y="25"/>
                      <a:pt x="1" y="15"/>
                    </a:cubicBezTo>
                    <a:cubicBezTo>
                      <a:pt x="0" y="5"/>
                      <a:pt x="9" y="3"/>
                      <a:pt x="17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797" name="Freeform 377">
                <a:extLst>
                  <a:ext uri="{FF2B5EF4-FFF2-40B4-BE49-F238E27FC236}">
                    <a16:creationId xmlns:a16="http://schemas.microsoft.com/office/drawing/2014/main" id="{386FB23E-3B8D-460D-BFA1-D57E4E08B8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5" y="3012"/>
                <a:ext cx="120" cy="64"/>
              </a:xfrm>
              <a:custGeom>
                <a:avLst/>
                <a:gdLst>
                  <a:gd name="T0" fmla="*/ 0 w 112"/>
                  <a:gd name="T1" fmla="*/ 39 h 60"/>
                  <a:gd name="T2" fmla="*/ 80 w 112"/>
                  <a:gd name="T3" fmla="*/ 63 h 60"/>
                  <a:gd name="T4" fmla="*/ 138 w 112"/>
                  <a:gd name="T5" fmla="*/ 0 h 60"/>
                  <a:gd name="T6" fmla="*/ 74 w 112"/>
                  <a:gd name="T7" fmla="*/ 48 h 60"/>
                  <a:gd name="T8" fmla="*/ 12 w 112"/>
                  <a:gd name="T9" fmla="*/ 48 h 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2" h="60">
                    <a:moveTo>
                      <a:pt x="0" y="33"/>
                    </a:moveTo>
                    <a:cubicBezTo>
                      <a:pt x="16" y="43"/>
                      <a:pt x="48" y="60"/>
                      <a:pt x="65" y="52"/>
                    </a:cubicBezTo>
                    <a:cubicBezTo>
                      <a:pt x="86" y="42"/>
                      <a:pt x="97" y="16"/>
                      <a:pt x="112" y="0"/>
                    </a:cubicBezTo>
                    <a:cubicBezTo>
                      <a:pt x="92" y="9"/>
                      <a:pt x="78" y="28"/>
                      <a:pt x="60" y="39"/>
                    </a:cubicBezTo>
                    <a:cubicBezTo>
                      <a:pt x="42" y="50"/>
                      <a:pt x="28" y="43"/>
                      <a:pt x="9" y="3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798" name="Freeform 378">
                <a:extLst>
                  <a:ext uri="{FF2B5EF4-FFF2-40B4-BE49-F238E27FC236}">
                    <a16:creationId xmlns:a16="http://schemas.microsoft.com/office/drawing/2014/main" id="{2ECC3664-582C-4373-AFEC-011DD4B0B8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4" y="2212"/>
                <a:ext cx="86" cy="751"/>
              </a:xfrm>
              <a:custGeom>
                <a:avLst/>
                <a:gdLst>
                  <a:gd name="T0" fmla="*/ 19 w 80"/>
                  <a:gd name="T1" fmla="*/ 0 h 703"/>
                  <a:gd name="T2" fmla="*/ 52 w 80"/>
                  <a:gd name="T3" fmla="*/ 112 h 703"/>
                  <a:gd name="T4" fmla="*/ 94 w 80"/>
                  <a:gd name="T5" fmla="*/ 518 h 703"/>
                  <a:gd name="T6" fmla="*/ 0 w 80"/>
                  <a:gd name="T7" fmla="*/ 857 h 703"/>
                  <a:gd name="T8" fmla="*/ 68 w 80"/>
                  <a:gd name="T9" fmla="*/ 523 h 703"/>
                  <a:gd name="T10" fmla="*/ 38 w 80"/>
                  <a:gd name="T11" fmla="*/ 216 h 703"/>
                  <a:gd name="T12" fmla="*/ 19 w 80"/>
                  <a:gd name="T13" fmla="*/ 0 h 70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0" h="703">
                    <a:moveTo>
                      <a:pt x="16" y="0"/>
                    </a:moveTo>
                    <a:cubicBezTo>
                      <a:pt x="16" y="0"/>
                      <a:pt x="39" y="46"/>
                      <a:pt x="42" y="92"/>
                    </a:cubicBezTo>
                    <a:cubicBezTo>
                      <a:pt x="44" y="139"/>
                      <a:pt x="70" y="378"/>
                      <a:pt x="75" y="425"/>
                    </a:cubicBezTo>
                    <a:cubicBezTo>
                      <a:pt x="80" y="471"/>
                      <a:pt x="73" y="641"/>
                      <a:pt x="0" y="703"/>
                    </a:cubicBezTo>
                    <a:cubicBezTo>
                      <a:pt x="0" y="703"/>
                      <a:pt x="67" y="541"/>
                      <a:pt x="55" y="430"/>
                    </a:cubicBezTo>
                    <a:cubicBezTo>
                      <a:pt x="42" y="319"/>
                      <a:pt x="42" y="244"/>
                      <a:pt x="31" y="177"/>
                    </a:cubicBezTo>
                    <a:cubicBezTo>
                      <a:pt x="21" y="110"/>
                      <a:pt x="36" y="36"/>
                      <a:pt x="16" y="0"/>
                    </a:cubicBezTo>
                    <a:close/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799" name="Freeform 379">
                <a:extLst>
                  <a:ext uri="{FF2B5EF4-FFF2-40B4-BE49-F238E27FC236}">
                    <a16:creationId xmlns:a16="http://schemas.microsoft.com/office/drawing/2014/main" id="{5AC8A2AE-6874-4B3A-B1A2-E69E4D331C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8" y="3015"/>
                <a:ext cx="53" cy="112"/>
              </a:xfrm>
              <a:custGeom>
                <a:avLst/>
                <a:gdLst>
                  <a:gd name="T0" fmla="*/ 34 w 50"/>
                  <a:gd name="T1" fmla="*/ 0 h 105"/>
                  <a:gd name="T2" fmla="*/ 0 w 50"/>
                  <a:gd name="T3" fmla="*/ 127 h 105"/>
                  <a:gd name="T4" fmla="*/ 34 w 50"/>
                  <a:gd name="T5" fmla="*/ 0 h 10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0" h="105">
                    <a:moveTo>
                      <a:pt x="28" y="0"/>
                    </a:moveTo>
                    <a:cubicBezTo>
                      <a:pt x="28" y="0"/>
                      <a:pt x="50" y="43"/>
                      <a:pt x="0" y="105"/>
                    </a:cubicBezTo>
                    <a:cubicBezTo>
                      <a:pt x="0" y="105"/>
                      <a:pt x="35" y="29"/>
                      <a:pt x="28" y="0"/>
                    </a:cubicBezTo>
                    <a:close/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800" name="Freeform 380">
                <a:extLst>
                  <a:ext uri="{FF2B5EF4-FFF2-40B4-BE49-F238E27FC236}">
                    <a16:creationId xmlns:a16="http://schemas.microsoft.com/office/drawing/2014/main" id="{A609ACAD-58B0-4D7C-8D78-BFD465E3E1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7" y="3201"/>
                <a:ext cx="78" cy="585"/>
              </a:xfrm>
              <a:custGeom>
                <a:avLst/>
                <a:gdLst>
                  <a:gd name="T0" fmla="*/ 24 w 73"/>
                  <a:gd name="T1" fmla="*/ 0 h 548"/>
                  <a:gd name="T2" fmla="*/ 65 w 73"/>
                  <a:gd name="T3" fmla="*/ 327 h 548"/>
                  <a:gd name="T4" fmla="*/ 16 w 73"/>
                  <a:gd name="T5" fmla="*/ 573 h 548"/>
                  <a:gd name="T6" fmla="*/ 18 w 73"/>
                  <a:gd name="T7" fmla="*/ 594 h 548"/>
                  <a:gd name="T8" fmla="*/ 21 w 73"/>
                  <a:gd name="T9" fmla="*/ 629 h 548"/>
                  <a:gd name="T10" fmla="*/ 16 w 73"/>
                  <a:gd name="T11" fmla="*/ 666 h 548"/>
                  <a:gd name="T12" fmla="*/ 2 w 73"/>
                  <a:gd name="T13" fmla="*/ 641 h 548"/>
                  <a:gd name="T14" fmla="*/ 13 w 73"/>
                  <a:gd name="T15" fmla="*/ 607 h 548"/>
                  <a:gd name="T16" fmla="*/ 11 w 73"/>
                  <a:gd name="T17" fmla="*/ 537 h 548"/>
                  <a:gd name="T18" fmla="*/ 24 w 73"/>
                  <a:gd name="T19" fmla="*/ 0 h 54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73" h="548">
                    <a:moveTo>
                      <a:pt x="20" y="0"/>
                    </a:moveTo>
                    <a:cubicBezTo>
                      <a:pt x="20" y="0"/>
                      <a:pt x="62" y="131"/>
                      <a:pt x="53" y="269"/>
                    </a:cubicBezTo>
                    <a:cubicBezTo>
                      <a:pt x="43" y="408"/>
                      <a:pt x="13" y="471"/>
                      <a:pt x="13" y="471"/>
                    </a:cubicBezTo>
                    <a:cubicBezTo>
                      <a:pt x="13" y="471"/>
                      <a:pt x="12" y="483"/>
                      <a:pt x="15" y="488"/>
                    </a:cubicBezTo>
                    <a:cubicBezTo>
                      <a:pt x="19" y="493"/>
                      <a:pt x="27" y="505"/>
                      <a:pt x="18" y="517"/>
                    </a:cubicBezTo>
                    <a:cubicBezTo>
                      <a:pt x="8" y="529"/>
                      <a:pt x="17" y="543"/>
                      <a:pt x="13" y="548"/>
                    </a:cubicBezTo>
                    <a:cubicBezTo>
                      <a:pt x="13" y="548"/>
                      <a:pt x="5" y="534"/>
                      <a:pt x="2" y="526"/>
                    </a:cubicBezTo>
                    <a:cubicBezTo>
                      <a:pt x="0" y="519"/>
                      <a:pt x="18" y="517"/>
                      <a:pt x="10" y="499"/>
                    </a:cubicBezTo>
                    <a:cubicBezTo>
                      <a:pt x="3" y="481"/>
                      <a:pt x="0" y="461"/>
                      <a:pt x="8" y="441"/>
                    </a:cubicBezTo>
                    <a:cubicBezTo>
                      <a:pt x="16" y="421"/>
                      <a:pt x="73" y="277"/>
                      <a:pt x="20" y="0"/>
                    </a:cubicBezTo>
                    <a:close/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801" name="Freeform 381">
                <a:extLst>
                  <a:ext uri="{FF2B5EF4-FFF2-40B4-BE49-F238E27FC236}">
                    <a16:creationId xmlns:a16="http://schemas.microsoft.com/office/drawing/2014/main" id="{8D380657-47DA-4045-A582-D51919B94B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0" y="3814"/>
                <a:ext cx="161" cy="138"/>
              </a:xfrm>
              <a:custGeom>
                <a:avLst/>
                <a:gdLst>
                  <a:gd name="T0" fmla="*/ 1 w 151"/>
                  <a:gd name="T1" fmla="*/ 1 h 130"/>
                  <a:gd name="T2" fmla="*/ 18 w 151"/>
                  <a:gd name="T3" fmla="*/ 14 h 130"/>
                  <a:gd name="T4" fmla="*/ 33 w 151"/>
                  <a:gd name="T5" fmla="*/ 29 h 130"/>
                  <a:gd name="T6" fmla="*/ 52 w 151"/>
                  <a:gd name="T7" fmla="*/ 58 h 130"/>
                  <a:gd name="T8" fmla="*/ 85 w 151"/>
                  <a:gd name="T9" fmla="*/ 84 h 130"/>
                  <a:gd name="T10" fmla="*/ 111 w 151"/>
                  <a:gd name="T11" fmla="*/ 105 h 130"/>
                  <a:gd name="T12" fmla="*/ 134 w 151"/>
                  <a:gd name="T13" fmla="*/ 123 h 130"/>
                  <a:gd name="T14" fmla="*/ 145 w 151"/>
                  <a:gd name="T15" fmla="*/ 131 h 130"/>
                  <a:gd name="T16" fmla="*/ 154 w 151"/>
                  <a:gd name="T17" fmla="*/ 134 h 130"/>
                  <a:gd name="T18" fmla="*/ 182 w 151"/>
                  <a:gd name="T19" fmla="*/ 152 h 130"/>
                  <a:gd name="T20" fmla="*/ 183 w 151"/>
                  <a:gd name="T21" fmla="*/ 155 h 130"/>
                  <a:gd name="T22" fmla="*/ 141 w 151"/>
                  <a:gd name="T23" fmla="*/ 140 h 130"/>
                  <a:gd name="T24" fmla="*/ 106 w 151"/>
                  <a:gd name="T25" fmla="*/ 117 h 130"/>
                  <a:gd name="T26" fmla="*/ 63 w 151"/>
                  <a:gd name="T27" fmla="*/ 81 h 130"/>
                  <a:gd name="T28" fmla="*/ 39 w 151"/>
                  <a:gd name="T29" fmla="*/ 56 h 130"/>
                  <a:gd name="T30" fmla="*/ 21 w 151"/>
                  <a:gd name="T31" fmla="*/ 33 h 130"/>
                  <a:gd name="T32" fmla="*/ 6 w 151"/>
                  <a:gd name="T33" fmla="*/ 13 h 130"/>
                  <a:gd name="T34" fmla="*/ 0 w 151"/>
                  <a:gd name="T35" fmla="*/ 0 h 130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151" h="130">
                    <a:moveTo>
                      <a:pt x="1" y="1"/>
                    </a:moveTo>
                    <a:cubicBezTo>
                      <a:pt x="6" y="2"/>
                      <a:pt x="11" y="7"/>
                      <a:pt x="15" y="11"/>
                    </a:cubicBezTo>
                    <a:cubicBezTo>
                      <a:pt x="19" y="15"/>
                      <a:pt x="24" y="19"/>
                      <a:pt x="27" y="24"/>
                    </a:cubicBezTo>
                    <a:cubicBezTo>
                      <a:pt x="32" y="33"/>
                      <a:pt x="36" y="41"/>
                      <a:pt x="43" y="49"/>
                    </a:cubicBezTo>
                    <a:cubicBezTo>
                      <a:pt x="50" y="58"/>
                      <a:pt x="60" y="64"/>
                      <a:pt x="70" y="70"/>
                    </a:cubicBezTo>
                    <a:cubicBezTo>
                      <a:pt x="78" y="76"/>
                      <a:pt x="85" y="82"/>
                      <a:pt x="92" y="88"/>
                    </a:cubicBezTo>
                    <a:cubicBezTo>
                      <a:pt x="98" y="93"/>
                      <a:pt x="104" y="98"/>
                      <a:pt x="111" y="103"/>
                    </a:cubicBezTo>
                    <a:cubicBezTo>
                      <a:pt x="114" y="105"/>
                      <a:pt x="117" y="107"/>
                      <a:pt x="120" y="109"/>
                    </a:cubicBezTo>
                    <a:cubicBezTo>
                      <a:pt x="122" y="110"/>
                      <a:pt x="125" y="111"/>
                      <a:pt x="127" y="112"/>
                    </a:cubicBezTo>
                    <a:cubicBezTo>
                      <a:pt x="135" y="115"/>
                      <a:pt x="147" y="119"/>
                      <a:pt x="150" y="127"/>
                    </a:cubicBezTo>
                    <a:cubicBezTo>
                      <a:pt x="151" y="128"/>
                      <a:pt x="151" y="129"/>
                      <a:pt x="151" y="130"/>
                    </a:cubicBezTo>
                    <a:cubicBezTo>
                      <a:pt x="145" y="120"/>
                      <a:pt x="126" y="121"/>
                      <a:pt x="116" y="117"/>
                    </a:cubicBezTo>
                    <a:cubicBezTo>
                      <a:pt x="104" y="113"/>
                      <a:pt x="96" y="106"/>
                      <a:pt x="87" y="98"/>
                    </a:cubicBezTo>
                    <a:cubicBezTo>
                      <a:pt x="75" y="88"/>
                      <a:pt x="63" y="78"/>
                      <a:pt x="52" y="68"/>
                    </a:cubicBezTo>
                    <a:cubicBezTo>
                      <a:pt x="45" y="61"/>
                      <a:pt x="40" y="53"/>
                      <a:pt x="33" y="47"/>
                    </a:cubicBezTo>
                    <a:cubicBezTo>
                      <a:pt x="27" y="41"/>
                      <a:pt x="22" y="35"/>
                      <a:pt x="18" y="27"/>
                    </a:cubicBezTo>
                    <a:cubicBezTo>
                      <a:pt x="14" y="21"/>
                      <a:pt x="10" y="16"/>
                      <a:pt x="6" y="10"/>
                    </a:cubicBezTo>
                    <a:cubicBezTo>
                      <a:pt x="4" y="6"/>
                      <a:pt x="2" y="3"/>
                      <a:pt x="0" y="0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802" name="Freeform 382">
                <a:extLst>
                  <a:ext uri="{FF2B5EF4-FFF2-40B4-BE49-F238E27FC236}">
                    <a16:creationId xmlns:a16="http://schemas.microsoft.com/office/drawing/2014/main" id="{5848D307-5DEC-4897-9173-CBE59697A5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5" y="3963"/>
                <a:ext cx="9" cy="16"/>
              </a:xfrm>
              <a:custGeom>
                <a:avLst/>
                <a:gdLst>
                  <a:gd name="T0" fmla="*/ 0 w 8"/>
                  <a:gd name="T1" fmla="*/ 0 h 15"/>
                  <a:gd name="T2" fmla="*/ 9 w 8"/>
                  <a:gd name="T3" fmla="*/ 18 h 15"/>
                  <a:gd name="T4" fmla="*/ 0 w 8"/>
                  <a:gd name="T5" fmla="*/ 1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5">
                    <a:moveTo>
                      <a:pt x="0" y="0"/>
                    </a:moveTo>
                    <a:cubicBezTo>
                      <a:pt x="6" y="3"/>
                      <a:pt x="8" y="9"/>
                      <a:pt x="6" y="15"/>
                    </a:cubicBezTo>
                    <a:cubicBezTo>
                      <a:pt x="7" y="10"/>
                      <a:pt x="3" y="5"/>
                      <a:pt x="0" y="1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803" name="Freeform 383">
                <a:extLst>
                  <a:ext uri="{FF2B5EF4-FFF2-40B4-BE49-F238E27FC236}">
                    <a16:creationId xmlns:a16="http://schemas.microsoft.com/office/drawing/2014/main" id="{EBD5DCED-D067-4943-B519-8E40B4177D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5" y="3959"/>
                <a:ext cx="26" cy="25"/>
              </a:xfrm>
              <a:custGeom>
                <a:avLst/>
                <a:gdLst>
                  <a:gd name="T0" fmla="*/ 1 w 24"/>
                  <a:gd name="T1" fmla="*/ 1 h 24"/>
                  <a:gd name="T2" fmla="*/ 10 w 24"/>
                  <a:gd name="T3" fmla="*/ 6 h 24"/>
                  <a:gd name="T4" fmla="*/ 18 w 24"/>
                  <a:gd name="T5" fmla="*/ 9 h 24"/>
                  <a:gd name="T6" fmla="*/ 30 w 24"/>
                  <a:gd name="T7" fmla="*/ 24 h 24"/>
                  <a:gd name="T8" fmla="*/ 30 w 24"/>
                  <a:gd name="T9" fmla="*/ 24 h 24"/>
                  <a:gd name="T10" fmla="*/ 26 w 24"/>
                  <a:gd name="T11" fmla="*/ 27 h 24"/>
                  <a:gd name="T12" fmla="*/ 15 w 24"/>
                  <a:gd name="T13" fmla="*/ 15 h 24"/>
                  <a:gd name="T14" fmla="*/ 0 w 24"/>
                  <a:gd name="T15" fmla="*/ 0 h 2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4" h="24">
                    <a:moveTo>
                      <a:pt x="1" y="1"/>
                    </a:moveTo>
                    <a:cubicBezTo>
                      <a:pt x="2" y="1"/>
                      <a:pt x="5" y="5"/>
                      <a:pt x="7" y="6"/>
                    </a:cubicBezTo>
                    <a:cubicBezTo>
                      <a:pt x="10" y="7"/>
                      <a:pt x="13" y="8"/>
                      <a:pt x="15" y="9"/>
                    </a:cubicBezTo>
                    <a:cubicBezTo>
                      <a:pt x="19" y="12"/>
                      <a:pt x="23" y="17"/>
                      <a:pt x="24" y="21"/>
                    </a:cubicBezTo>
                    <a:cubicBezTo>
                      <a:pt x="24" y="21"/>
                      <a:pt x="24" y="21"/>
                      <a:pt x="24" y="21"/>
                    </a:cubicBezTo>
                    <a:cubicBezTo>
                      <a:pt x="22" y="22"/>
                      <a:pt x="21" y="23"/>
                      <a:pt x="20" y="24"/>
                    </a:cubicBezTo>
                    <a:cubicBezTo>
                      <a:pt x="19" y="19"/>
                      <a:pt x="17" y="16"/>
                      <a:pt x="12" y="12"/>
                    </a:cubicBezTo>
                    <a:cubicBezTo>
                      <a:pt x="8" y="9"/>
                      <a:pt x="4" y="2"/>
                      <a:pt x="0" y="0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804" name="Freeform 384">
                <a:extLst>
                  <a:ext uri="{FF2B5EF4-FFF2-40B4-BE49-F238E27FC236}">
                    <a16:creationId xmlns:a16="http://schemas.microsoft.com/office/drawing/2014/main" id="{B2A045E7-B31B-4754-9691-D3D10CE632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8" y="3970"/>
                <a:ext cx="20" cy="27"/>
              </a:xfrm>
              <a:custGeom>
                <a:avLst/>
                <a:gdLst>
                  <a:gd name="T0" fmla="*/ 0 w 18"/>
                  <a:gd name="T1" fmla="*/ 1 h 26"/>
                  <a:gd name="T2" fmla="*/ 11 w 18"/>
                  <a:gd name="T3" fmla="*/ 16 h 26"/>
                  <a:gd name="T4" fmla="*/ 24 w 18"/>
                  <a:gd name="T5" fmla="*/ 20 h 26"/>
                  <a:gd name="T6" fmla="*/ 1 w 18"/>
                  <a:gd name="T7" fmla="*/ 0 h 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26">
                    <a:moveTo>
                      <a:pt x="0" y="1"/>
                    </a:moveTo>
                    <a:cubicBezTo>
                      <a:pt x="3" y="4"/>
                      <a:pt x="4" y="9"/>
                      <a:pt x="8" y="13"/>
                    </a:cubicBezTo>
                    <a:cubicBezTo>
                      <a:pt x="11" y="15"/>
                      <a:pt x="15" y="16"/>
                      <a:pt x="18" y="17"/>
                    </a:cubicBezTo>
                    <a:cubicBezTo>
                      <a:pt x="8" y="26"/>
                      <a:pt x="3" y="6"/>
                      <a:pt x="1" y="0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805" name="Freeform 385">
                <a:extLst>
                  <a:ext uri="{FF2B5EF4-FFF2-40B4-BE49-F238E27FC236}">
                    <a16:creationId xmlns:a16="http://schemas.microsoft.com/office/drawing/2014/main" id="{7D4A4CBA-F834-4757-9231-BA3F54DE81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9" y="4004"/>
                <a:ext cx="27" cy="31"/>
              </a:xfrm>
              <a:custGeom>
                <a:avLst/>
                <a:gdLst>
                  <a:gd name="T0" fmla="*/ 26 w 25"/>
                  <a:gd name="T1" fmla="*/ 0 h 29"/>
                  <a:gd name="T2" fmla="*/ 26 w 25"/>
                  <a:gd name="T3" fmla="*/ 19 h 29"/>
                  <a:gd name="T4" fmla="*/ 0 w 25"/>
                  <a:gd name="T5" fmla="*/ 31 h 29"/>
                  <a:gd name="T6" fmla="*/ 14 w 25"/>
                  <a:gd name="T7" fmla="*/ 18 h 29"/>
                  <a:gd name="T8" fmla="*/ 23 w 25"/>
                  <a:gd name="T9" fmla="*/ 1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29">
                    <a:moveTo>
                      <a:pt x="20" y="0"/>
                    </a:moveTo>
                    <a:cubicBezTo>
                      <a:pt x="25" y="5"/>
                      <a:pt x="22" y="12"/>
                      <a:pt x="20" y="16"/>
                    </a:cubicBezTo>
                    <a:cubicBezTo>
                      <a:pt x="17" y="22"/>
                      <a:pt x="7" y="29"/>
                      <a:pt x="0" y="25"/>
                    </a:cubicBezTo>
                    <a:cubicBezTo>
                      <a:pt x="5" y="23"/>
                      <a:pt x="8" y="19"/>
                      <a:pt x="11" y="15"/>
                    </a:cubicBezTo>
                    <a:cubicBezTo>
                      <a:pt x="15" y="11"/>
                      <a:pt x="21" y="7"/>
                      <a:pt x="18" y="1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806" name="Freeform 386">
                <a:extLst>
                  <a:ext uri="{FF2B5EF4-FFF2-40B4-BE49-F238E27FC236}">
                    <a16:creationId xmlns:a16="http://schemas.microsoft.com/office/drawing/2014/main" id="{1A9AACC4-CE8E-4706-8EBF-16FCE64900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3" y="3998"/>
                <a:ext cx="12" cy="22"/>
              </a:xfrm>
              <a:custGeom>
                <a:avLst/>
                <a:gdLst>
                  <a:gd name="T0" fmla="*/ 10 w 11"/>
                  <a:gd name="T1" fmla="*/ 1 h 20"/>
                  <a:gd name="T2" fmla="*/ 0 w 11"/>
                  <a:gd name="T3" fmla="*/ 24 h 20"/>
                  <a:gd name="T4" fmla="*/ 5 w 11"/>
                  <a:gd name="T5" fmla="*/ 0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20">
                    <a:moveTo>
                      <a:pt x="7" y="1"/>
                    </a:moveTo>
                    <a:cubicBezTo>
                      <a:pt x="11" y="0"/>
                      <a:pt x="11" y="20"/>
                      <a:pt x="0" y="18"/>
                    </a:cubicBezTo>
                    <a:cubicBezTo>
                      <a:pt x="5" y="13"/>
                      <a:pt x="10" y="7"/>
                      <a:pt x="5" y="0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807" name="Freeform 387">
                <a:extLst>
                  <a:ext uri="{FF2B5EF4-FFF2-40B4-BE49-F238E27FC236}">
                    <a16:creationId xmlns:a16="http://schemas.microsoft.com/office/drawing/2014/main" id="{FE0C1203-7FC2-4866-AACA-A1C94AEE47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2" y="3993"/>
                <a:ext cx="7" cy="13"/>
              </a:xfrm>
              <a:custGeom>
                <a:avLst/>
                <a:gdLst>
                  <a:gd name="T0" fmla="*/ 7 w 6"/>
                  <a:gd name="T1" fmla="*/ 0 h 12"/>
                  <a:gd name="T2" fmla="*/ 0 w 6"/>
                  <a:gd name="T3" fmla="*/ 15 h 12"/>
                  <a:gd name="T4" fmla="*/ 2 w 6"/>
                  <a:gd name="T5" fmla="*/ 0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12">
                    <a:moveTo>
                      <a:pt x="4" y="0"/>
                    </a:moveTo>
                    <a:cubicBezTo>
                      <a:pt x="6" y="3"/>
                      <a:pt x="6" y="12"/>
                      <a:pt x="0" y="12"/>
                    </a:cubicBezTo>
                    <a:cubicBezTo>
                      <a:pt x="1" y="8"/>
                      <a:pt x="4" y="5"/>
                      <a:pt x="2" y="0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808" name="Freeform 388">
                <a:extLst>
                  <a:ext uri="{FF2B5EF4-FFF2-40B4-BE49-F238E27FC236}">
                    <a16:creationId xmlns:a16="http://schemas.microsoft.com/office/drawing/2014/main" id="{A46C34BE-7083-42AA-B865-7B311528AA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6" y="1897"/>
                <a:ext cx="92" cy="53"/>
              </a:xfrm>
              <a:custGeom>
                <a:avLst/>
                <a:gdLst>
                  <a:gd name="T0" fmla="*/ 78 w 86"/>
                  <a:gd name="T1" fmla="*/ 0 h 49"/>
                  <a:gd name="T2" fmla="*/ 37 w 86"/>
                  <a:gd name="T3" fmla="*/ 5 h 49"/>
                  <a:gd name="T4" fmla="*/ 0 w 86"/>
                  <a:gd name="T5" fmla="*/ 41 h 49"/>
                  <a:gd name="T6" fmla="*/ 29 w 86"/>
                  <a:gd name="T7" fmla="*/ 17 h 49"/>
                  <a:gd name="T8" fmla="*/ 56 w 86"/>
                  <a:gd name="T9" fmla="*/ 21 h 49"/>
                  <a:gd name="T10" fmla="*/ 81 w 86"/>
                  <a:gd name="T11" fmla="*/ 27 h 49"/>
                  <a:gd name="T12" fmla="*/ 105 w 86"/>
                  <a:gd name="T13" fmla="*/ 62 h 49"/>
                  <a:gd name="T14" fmla="*/ 78 w 86"/>
                  <a:gd name="T15" fmla="*/ 3 h 4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6" h="49">
                    <a:moveTo>
                      <a:pt x="64" y="0"/>
                    </a:moveTo>
                    <a:cubicBezTo>
                      <a:pt x="56" y="12"/>
                      <a:pt x="42" y="4"/>
                      <a:pt x="31" y="5"/>
                    </a:cubicBezTo>
                    <a:cubicBezTo>
                      <a:pt x="18" y="6"/>
                      <a:pt x="8" y="22"/>
                      <a:pt x="0" y="32"/>
                    </a:cubicBezTo>
                    <a:cubicBezTo>
                      <a:pt x="8" y="29"/>
                      <a:pt x="15" y="16"/>
                      <a:pt x="23" y="14"/>
                    </a:cubicBezTo>
                    <a:cubicBezTo>
                      <a:pt x="30" y="12"/>
                      <a:pt x="38" y="18"/>
                      <a:pt x="46" y="17"/>
                    </a:cubicBezTo>
                    <a:cubicBezTo>
                      <a:pt x="55" y="17"/>
                      <a:pt x="58" y="16"/>
                      <a:pt x="66" y="21"/>
                    </a:cubicBezTo>
                    <a:cubicBezTo>
                      <a:pt x="77" y="28"/>
                      <a:pt x="83" y="37"/>
                      <a:pt x="86" y="49"/>
                    </a:cubicBezTo>
                    <a:cubicBezTo>
                      <a:pt x="79" y="34"/>
                      <a:pt x="69" y="20"/>
                      <a:pt x="64" y="3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809" name="Freeform 389">
                <a:extLst>
                  <a:ext uri="{FF2B5EF4-FFF2-40B4-BE49-F238E27FC236}">
                    <a16:creationId xmlns:a16="http://schemas.microsoft.com/office/drawing/2014/main" id="{2A053293-2917-4AE5-9AE1-76102A11C1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2" y="2124"/>
                <a:ext cx="87" cy="111"/>
              </a:xfrm>
              <a:custGeom>
                <a:avLst/>
                <a:gdLst>
                  <a:gd name="T0" fmla="*/ 73 w 81"/>
                  <a:gd name="T1" fmla="*/ 0 h 104"/>
                  <a:gd name="T2" fmla="*/ 85 w 81"/>
                  <a:gd name="T3" fmla="*/ 82 h 104"/>
                  <a:gd name="T4" fmla="*/ 56 w 81"/>
                  <a:gd name="T5" fmla="*/ 107 h 104"/>
                  <a:gd name="T6" fmla="*/ 0 w 81"/>
                  <a:gd name="T7" fmla="*/ 126 h 104"/>
                  <a:gd name="T8" fmla="*/ 45 w 81"/>
                  <a:gd name="T9" fmla="*/ 98 h 104"/>
                  <a:gd name="T10" fmla="*/ 76 w 81"/>
                  <a:gd name="T11" fmla="*/ 80 h 104"/>
                  <a:gd name="T12" fmla="*/ 77 w 81"/>
                  <a:gd name="T13" fmla="*/ 5 h 10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1" h="104">
                    <a:moveTo>
                      <a:pt x="59" y="0"/>
                    </a:moveTo>
                    <a:cubicBezTo>
                      <a:pt x="63" y="22"/>
                      <a:pt x="81" y="45"/>
                      <a:pt x="69" y="67"/>
                    </a:cubicBezTo>
                    <a:cubicBezTo>
                      <a:pt x="63" y="80"/>
                      <a:pt x="58" y="82"/>
                      <a:pt x="45" y="88"/>
                    </a:cubicBezTo>
                    <a:cubicBezTo>
                      <a:pt x="30" y="94"/>
                      <a:pt x="15" y="99"/>
                      <a:pt x="0" y="104"/>
                    </a:cubicBezTo>
                    <a:cubicBezTo>
                      <a:pt x="10" y="95"/>
                      <a:pt x="24" y="88"/>
                      <a:pt x="36" y="81"/>
                    </a:cubicBezTo>
                    <a:cubicBezTo>
                      <a:pt x="43" y="77"/>
                      <a:pt x="56" y="72"/>
                      <a:pt x="61" y="66"/>
                    </a:cubicBezTo>
                    <a:cubicBezTo>
                      <a:pt x="72" y="49"/>
                      <a:pt x="55" y="22"/>
                      <a:pt x="62" y="5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810" name="Freeform 390">
                <a:extLst>
                  <a:ext uri="{FF2B5EF4-FFF2-40B4-BE49-F238E27FC236}">
                    <a16:creationId xmlns:a16="http://schemas.microsoft.com/office/drawing/2014/main" id="{E956585B-DF27-483C-A232-ED807765DD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6" y="2217"/>
                <a:ext cx="54" cy="85"/>
              </a:xfrm>
              <a:custGeom>
                <a:avLst/>
                <a:gdLst>
                  <a:gd name="T0" fmla="*/ 0 w 51"/>
                  <a:gd name="T1" fmla="*/ 14 h 80"/>
                  <a:gd name="T2" fmla="*/ 47 w 51"/>
                  <a:gd name="T3" fmla="*/ 22 h 80"/>
                  <a:gd name="T4" fmla="*/ 47 w 51"/>
                  <a:gd name="T5" fmla="*/ 54 h 80"/>
                  <a:gd name="T6" fmla="*/ 60 w 51"/>
                  <a:gd name="T7" fmla="*/ 96 h 80"/>
                  <a:gd name="T8" fmla="*/ 40 w 51"/>
                  <a:gd name="T9" fmla="*/ 35 h 80"/>
                  <a:gd name="T10" fmla="*/ 5 w 51"/>
                  <a:gd name="T11" fmla="*/ 14 h 8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1" h="80">
                    <a:moveTo>
                      <a:pt x="0" y="11"/>
                    </a:moveTo>
                    <a:cubicBezTo>
                      <a:pt x="16" y="8"/>
                      <a:pt x="34" y="0"/>
                      <a:pt x="40" y="19"/>
                    </a:cubicBezTo>
                    <a:cubicBezTo>
                      <a:pt x="42" y="28"/>
                      <a:pt x="40" y="36"/>
                      <a:pt x="40" y="45"/>
                    </a:cubicBezTo>
                    <a:cubicBezTo>
                      <a:pt x="41" y="58"/>
                      <a:pt x="48" y="69"/>
                      <a:pt x="51" y="80"/>
                    </a:cubicBezTo>
                    <a:cubicBezTo>
                      <a:pt x="40" y="64"/>
                      <a:pt x="35" y="48"/>
                      <a:pt x="34" y="29"/>
                    </a:cubicBezTo>
                    <a:cubicBezTo>
                      <a:pt x="33" y="9"/>
                      <a:pt x="21" y="11"/>
                      <a:pt x="5" y="11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811" name="Freeform 391">
                <a:extLst>
                  <a:ext uri="{FF2B5EF4-FFF2-40B4-BE49-F238E27FC236}">
                    <a16:creationId xmlns:a16="http://schemas.microsoft.com/office/drawing/2014/main" id="{BAE2B74F-ACA8-48BB-A5A4-5977F83B49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0" y="2372"/>
                <a:ext cx="36" cy="109"/>
              </a:xfrm>
              <a:custGeom>
                <a:avLst/>
                <a:gdLst>
                  <a:gd name="T0" fmla="*/ 39 w 34"/>
                  <a:gd name="T1" fmla="*/ 0 h 102"/>
                  <a:gd name="T2" fmla="*/ 38 w 34"/>
                  <a:gd name="T3" fmla="*/ 30 h 102"/>
                  <a:gd name="T4" fmla="*/ 23 w 34"/>
                  <a:gd name="T5" fmla="*/ 49 h 102"/>
                  <a:gd name="T6" fmla="*/ 18 w 34"/>
                  <a:gd name="T7" fmla="*/ 76 h 102"/>
                  <a:gd name="T8" fmla="*/ 0 w 34"/>
                  <a:gd name="T9" fmla="*/ 124 h 102"/>
                  <a:gd name="T10" fmla="*/ 14 w 34"/>
                  <a:gd name="T11" fmla="*/ 55 h 102"/>
                  <a:gd name="T12" fmla="*/ 24 w 34"/>
                  <a:gd name="T13" fmla="*/ 34 h 102"/>
                  <a:gd name="T14" fmla="*/ 37 w 34"/>
                  <a:gd name="T15" fmla="*/ 4 h 10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4" h="102">
                    <a:moveTo>
                      <a:pt x="33" y="0"/>
                    </a:moveTo>
                    <a:cubicBezTo>
                      <a:pt x="33" y="7"/>
                      <a:pt x="34" y="17"/>
                      <a:pt x="32" y="24"/>
                    </a:cubicBezTo>
                    <a:cubicBezTo>
                      <a:pt x="29" y="31"/>
                      <a:pt x="23" y="34"/>
                      <a:pt x="20" y="40"/>
                    </a:cubicBezTo>
                    <a:cubicBezTo>
                      <a:pt x="16" y="47"/>
                      <a:pt x="16" y="55"/>
                      <a:pt x="15" y="62"/>
                    </a:cubicBezTo>
                    <a:cubicBezTo>
                      <a:pt x="13" y="77"/>
                      <a:pt x="7" y="89"/>
                      <a:pt x="0" y="102"/>
                    </a:cubicBezTo>
                    <a:cubicBezTo>
                      <a:pt x="13" y="86"/>
                      <a:pt x="7" y="63"/>
                      <a:pt x="11" y="45"/>
                    </a:cubicBezTo>
                    <a:cubicBezTo>
                      <a:pt x="12" y="39"/>
                      <a:pt x="17" y="32"/>
                      <a:pt x="21" y="28"/>
                    </a:cubicBezTo>
                    <a:cubicBezTo>
                      <a:pt x="28" y="21"/>
                      <a:pt x="32" y="15"/>
                      <a:pt x="31" y="4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812" name="Freeform 392">
                <a:extLst>
                  <a:ext uri="{FF2B5EF4-FFF2-40B4-BE49-F238E27FC236}">
                    <a16:creationId xmlns:a16="http://schemas.microsoft.com/office/drawing/2014/main" id="{9FBA3778-3656-466F-B625-39893A74AB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1" y="2360"/>
                <a:ext cx="56" cy="51"/>
              </a:xfrm>
              <a:custGeom>
                <a:avLst/>
                <a:gdLst>
                  <a:gd name="T0" fmla="*/ 64 w 52"/>
                  <a:gd name="T1" fmla="*/ 13 h 48"/>
                  <a:gd name="T2" fmla="*/ 0 w 52"/>
                  <a:gd name="T3" fmla="*/ 57 h 48"/>
                  <a:gd name="T4" fmla="*/ 65 w 52"/>
                  <a:gd name="T5" fmla="*/ 14 h 4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2" h="48">
                    <a:moveTo>
                      <a:pt x="51" y="10"/>
                    </a:moveTo>
                    <a:cubicBezTo>
                      <a:pt x="29" y="9"/>
                      <a:pt x="7" y="28"/>
                      <a:pt x="0" y="48"/>
                    </a:cubicBezTo>
                    <a:cubicBezTo>
                      <a:pt x="1" y="19"/>
                      <a:pt x="24" y="0"/>
                      <a:pt x="52" y="1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813" name="Freeform 393">
                <a:extLst>
                  <a:ext uri="{FF2B5EF4-FFF2-40B4-BE49-F238E27FC236}">
                    <a16:creationId xmlns:a16="http://schemas.microsoft.com/office/drawing/2014/main" id="{27678DE1-92BB-4031-B082-325B860F81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0" y="1293"/>
                <a:ext cx="473" cy="472"/>
              </a:xfrm>
              <a:custGeom>
                <a:avLst/>
                <a:gdLst>
                  <a:gd name="T0" fmla="*/ 0 w 442"/>
                  <a:gd name="T1" fmla="*/ 0 h 442"/>
                  <a:gd name="T2" fmla="*/ 314 w 442"/>
                  <a:gd name="T3" fmla="*/ 166 h 442"/>
                  <a:gd name="T4" fmla="*/ 381 w 442"/>
                  <a:gd name="T5" fmla="*/ 285 h 442"/>
                  <a:gd name="T6" fmla="*/ 541 w 442"/>
                  <a:gd name="T7" fmla="*/ 538 h 442"/>
                  <a:gd name="T8" fmla="*/ 407 w 442"/>
                  <a:gd name="T9" fmla="*/ 334 h 442"/>
                  <a:gd name="T10" fmla="*/ 303 w 442"/>
                  <a:gd name="T11" fmla="*/ 191 h 442"/>
                  <a:gd name="T12" fmla="*/ 0 w 442"/>
                  <a:gd name="T13" fmla="*/ 0 h 4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42" h="442">
                    <a:moveTo>
                      <a:pt x="0" y="0"/>
                    </a:moveTo>
                    <a:cubicBezTo>
                      <a:pt x="0" y="0"/>
                      <a:pt x="163" y="23"/>
                      <a:pt x="256" y="136"/>
                    </a:cubicBezTo>
                    <a:cubicBezTo>
                      <a:pt x="272" y="156"/>
                      <a:pt x="279" y="204"/>
                      <a:pt x="311" y="234"/>
                    </a:cubicBezTo>
                    <a:cubicBezTo>
                      <a:pt x="343" y="263"/>
                      <a:pt x="420" y="344"/>
                      <a:pt x="442" y="442"/>
                    </a:cubicBezTo>
                    <a:cubicBezTo>
                      <a:pt x="442" y="442"/>
                      <a:pt x="392" y="325"/>
                      <a:pt x="332" y="274"/>
                    </a:cubicBezTo>
                    <a:cubicBezTo>
                      <a:pt x="273" y="223"/>
                      <a:pt x="270" y="202"/>
                      <a:pt x="247" y="157"/>
                    </a:cubicBezTo>
                    <a:cubicBezTo>
                      <a:pt x="225" y="112"/>
                      <a:pt x="128" y="27"/>
                      <a:pt x="0" y="0"/>
                    </a:cubicBezTo>
                    <a:close/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814" name="Freeform 394">
                <a:extLst>
                  <a:ext uri="{FF2B5EF4-FFF2-40B4-BE49-F238E27FC236}">
                    <a16:creationId xmlns:a16="http://schemas.microsoft.com/office/drawing/2014/main" id="{8C2241D7-AA97-464B-9AE0-C98C759537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1" y="1465"/>
                <a:ext cx="154" cy="435"/>
              </a:xfrm>
              <a:custGeom>
                <a:avLst/>
                <a:gdLst>
                  <a:gd name="T0" fmla="*/ 5 w 144"/>
                  <a:gd name="T1" fmla="*/ 0 h 407"/>
                  <a:gd name="T2" fmla="*/ 22 w 144"/>
                  <a:gd name="T3" fmla="*/ 44 h 407"/>
                  <a:gd name="T4" fmla="*/ 48 w 144"/>
                  <a:gd name="T5" fmla="*/ 112 h 407"/>
                  <a:gd name="T6" fmla="*/ 75 w 144"/>
                  <a:gd name="T7" fmla="*/ 175 h 407"/>
                  <a:gd name="T8" fmla="*/ 133 w 144"/>
                  <a:gd name="T9" fmla="*/ 278 h 407"/>
                  <a:gd name="T10" fmla="*/ 147 w 144"/>
                  <a:gd name="T11" fmla="*/ 497 h 407"/>
                  <a:gd name="T12" fmla="*/ 133 w 144"/>
                  <a:gd name="T13" fmla="*/ 330 h 407"/>
                  <a:gd name="T14" fmla="*/ 33 w 144"/>
                  <a:gd name="T15" fmla="*/ 215 h 407"/>
                  <a:gd name="T16" fmla="*/ 11 w 144"/>
                  <a:gd name="T17" fmla="*/ 201 h 407"/>
                  <a:gd name="T18" fmla="*/ 6 w 144"/>
                  <a:gd name="T19" fmla="*/ 184 h 407"/>
                  <a:gd name="T20" fmla="*/ 16 w 144"/>
                  <a:gd name="T21" fmla="*/ 120 h 407"/>
                  <a:gd name="T22" fmla="*/ 6 w 144"/>
                  <a:gd name="T23" fmla="*/ 1 h 40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44" h="407">
                    <a:moveTo>
                      <a:pt x="5" y="0"/>
                    </a:moveTo>
                    <a:cubicBezTo>
                      <a:pt x="12" y="9"/>
                      <a:pt x="15" y="24"/>
                      <a:pt x="19" y="36"/>
                    </a:cubicBezTo>
                    <a:cubicBezTo>
                      <a:pt x="25" y="55"/>
                      <a:pt x="31" y="74"/>
                      <a:pt x="39" y="92"/>
                    </a:cubicBezTo>
                    <a:cubicBezTo>
                      <a:pt x="47" y="109"/>
                      <a:pt x="54" y="126"/>
                      <a:pt x="61" y="143"/>
                    </a:cubicBezTo>
                    <a:cubicBezTo>
                      <a:pt x="73" y="174"/>
                      <a:pt x="90" y="200"/>
                      <a:pt x="108" y="227"/>
                    </a:cubicBezTo>
                    <a:cubicBezTo>
                      <a:pt x="144" y="282"/>
                      <a:pt x="144" y="347"/>
                      <a:pt x="120" y="407"/>
                    </a:cubicBezTo>
                    <a:cubicBezTo>
                      <a:pt x="136" y="360"/>
                      <a:pt x="133" y="313"/>
                      <a:pt x="108" y="270"/>
                    </a:cubicBezTo>
                    <a:cubicBezTo>
                      <a:pt x="89" y="235"/>
                      <a:pt x="62" y="197"/>
                      <a:pt x="27" y="176"/>
                    </a:cubicBezTo>
                    <a:cubicBezTo>
                      <a:pt x="21" y="172"/>
                      <a:pt x="13" y="170"/>
                      <a:pt x="8" y="165"/>
                    </a:cubicBezTo>
                    <a:cubicBezTo>
                      <a:pt x="0" y="157"/>
                      <a:pt x="5" y="159"/>
                      <a:pt x="6" y="151"/>
                    </a:cubicBezTo>
                    <a:cubicBezTo>
                      <a:pt x="8" y="133"/>
                      <a:pt x="11" y="115"/>
                      <a:pt x="13" y="98"/>
                    </a:cubicBezTo>
                    <a:cubicBezTo>
                      <a:pt x="16" y="65"/>
                      <a:pt x="9" y="33"/>
                      <a:pt x="6" y="1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815" name="Freeform 395">
                <a:extLst>
                  <a:ext uri="{FF2B5EF4-FFF2-40B4-BE49-F238E27FC236}">
                    <a16:creationId xmlns:a16="http://schemas.microsoft.com/office/drawing/2014/main" id="{9EAC7FDF-6424-4139-9495-3C529FF1AB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3" y="2222"/>
                <a:ext cx="33" cy="37"/>
              </a:xfrm>
              <a:custGeom>
                <a:avLst/>
                <a:gdLst>
                  <a:gd name="T0" fmla="*/ 0 w 31"/>
                  <a:gd name="T1" fmla="*/ 24 h 35"/>
                  <a:gd name="T2" fmla="*/ 13 w 31"/>
                  <a:gd name="T3" fmla="*/ 41 h 35"/>
                  <a:gd name="T4" fmla="*/ 1 w 31"/>
                  <a:gd name="T5" fmla="*/ 20 h 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1" h="35">
                    <a:moveTo>
                      <a:pt x="0" y="21"/>
                    </a:moveTo>
                    <a:cubicBezTo>
                      <a:pt x="10" y="6"/>
                      <a:pt x="15" y="26"/>
                      <a:pt x="10" y="35"/>
                    </a:cubicBezTo>
                    <a:cubicBezTo>
                      <a:pt x="31" y="23"/>
                      <a:pt x="14" y="0"/>
                      <a:pt x="1" y="17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816" name="Freeform 396">
                <a:extLst>
                  <a:ext uri="{FF2B5EF4-FFF2-40B4-BE49-F238E27FC236}">
                    <a16:creationId xmlns:a16="http://schemas.microsoft.com/office/drawing/2014/main" id="{CCEDEB18-3883-4B47-A6EC-99980F95FE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0" y="2158"/>
                <a:ext cx="34" cy="28"/>
              </a:xfrm>
              <a:custGeom>
                <a:avLst/>
                <a:gdLst>
                  <a:gd name="T0" fmla="*/ 4 w 32"/>
                  <a:gd name="T1" fmla="*/ 32 h 26"/>
                  <a:gd name="T2" fmla="*/ 0 w 32"/>
                  <a:gd name="T3" fmla="*/ 15 h 26"/>
                  <a:gd name="T4" fmla="*/ 26 w 32"/>
                  <a:gd name="T5" fmla="*/ 4 h 26"/>
                  <a:gd name="T6" fmla="*/ 13 w 32"/>
                  <a:gd name="T7" fmla="*/ 31 h 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2" h="26">
                    <a:moveTo>
                      <a:pt x="4" y="26"/>
                    </a:moveTo>
                    <a:cubicBezTo>
                      <a:pt x="22" y="23"/>
                      <a:pt x="18" y="5"/>
                      <a:pt x="0" y="12"/>
                    </a:cubicBezTo>
                    <a:cubicBezTo>
                      <a:pt x="5" y="9"/>
                      <a:pt x="15" y="0"/>
                      <a:pt x="22" y="4"/>
                    </a:cubicBezTo>
                    <a:cubicBezTo>
                      <a:pt x="32" y="12"/>
                      <a:pt x="17" y="23"/>
                      <a:pt x="10" y="25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817" name="Freeform 397">
                <a:extLst>
                  <a:ext uri="{FF2B5EF4-FFF2-40B4-BE49-F238E27FC236}">
                    <a16:creationId xmlns:a16="http://schemas.microsoft.com/office/drawing/2014/main" id="{0EF45461-B57D-4097-9300-C798EB8F25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6" y="1979"/>
                <a:ext cx="145" cy="131"/>
              </a:xfrm>
              <a:custGeom>
                <a:avLst/>
                <a:gdLst>
                  <a:gd name="T0" fmla="*/ 165 w 136"/>
                  <a:gd name="T1" fmla="*/ 0 h 123"/>
                  <a:gd name="T2" fmla="*/ 117 w 136"/>
                  <a:gd name="T3" fmla="*/ 93 h 123"/>
                  <a:gd name="T4" fmla="*/ 0 w 136"/>
                  <a:gd name="T5" fmla="*/ 149 h 123"/>
                  <a:gd name="T6" fmla="*/ 160 w 136"/>
                  <a:gd name="T7" fmla="*/ 5 h 1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6" h="123">
                    <a:moveTo>
                      <a:pt x="136" y="0"/>
                    </a:moveTo>
                    <a:cubicBezTo>
                      <a:pt x="127" y="29"/>
                      <a:pt x="120" y="56"/>
                      <a:pt x="97" y="77"/>
                    </a:cubicBezTo>
                    <a:cubicBezTo>
                      <a:pt x="69" y="101"/>
                      <a:pt x="32" y="105"/>
                      <a:pt x="0" y="123"/>
                    </a:cubicBezTo>
                    <a:cubicBezTo>
                      <a:pt x="56" y="93"/>
                      <a:pt x="110" y="67"/>
                      <a:pt x="132" y="5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818" name="Freeform 398">
                <a:extLst>
                  <a:ext uri="{FF2B5EF4-FFF2-40B4-BE49-F238E27FC236}">
                    <a16:creationId xmlns:a16="http://schemas.microsoft.com/office/drawing/2014/main" id="{E9E28E4B-BDF3-4CB7-86AC-77E96FA6CD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4" y="2239"/>
                <a:ext cx="101" cy="20"/>
              </a:xfrm>
              <a:custGeom>
                <a:avLst/>
                <a:gdLst>
                  <a:gd name="T0" fmla="*/ 114 w 95"/>
                  <a:gd name="T1" fmla="*/ 2 h 19"/>
                  <a:gd name="T2" fmla="*/ 85 w 95"/>
                  <a:gd name="T3" fmla="*/ 20 h 19"/>
                  <a:gd name="T4" fmla="*/ 60 w 95"/>
                  <a:gd name="T5" fmla="*/ 19 h 19"/>
                  <a:gd name="T6" fmla="*/ 31 w 95"/>
                  <a:gd name="T7" fmla="*/ 14 h 19"/>
                  <a:gd name="T8" fmla="*/ 0 w 95"/>
                  <a:gd name="T9" fmla="*/ 15 h 19"/>
                  <a:gd name="T10" fmla="*/ 30 w 95"/>
                  <a:gd name="T11" fmla="*/ 6 h 19"/>
                  <a:gd name="T12" fmla="*/ 65 w 95"/>
                  <a:gd name="T13" fmla="*/ 8 h 19"/>
                  <a:gd name="T14" fmla="*/ 112 w 95"/>
                  <a:gd name="T15" fmla="*/ 0 h 1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5" h="19">
                    <a:moveTo>
                      <a:pt x="95" y="2"/>
                    </a:moveTo>
                    <a:cubicBezTo>
                      <a:pt x="87" y="6"/>
                      <a:pt x="80" y="14"/>
                      <a:pt x="71" y="17"/>
                    </a:cubicBezTo>
                    <a:cubicBezTo>
                      <a:pt x="65" y="19"/>
                      <a:pt x="56" y="17"/>
                      <a:pt x="50" y="16"/>
                    </a:cubicBezTo>
                    <a:cubicBezTo>
                      <a:pt x="41" y="14"/>
                      <a:pt x="34" y="12"/>
                      <a:pt x="25" y="11"/>
                    </a:cubicBezTo>
                    <a:cubicBezTo>
                      <a:pt x="16" y="10"/>
                      <a:pt x="8" y="12"/>
                      <a:pt x="0" y="12"/>
                    </a:cubicBezTo>
                    <a:cubicBezTo>
                      <a:pt x="8" y="11"/>
                      <a:pt x="15" y="6"/>
                      <a:pt x="24" y="6"/>
                    </a:cubicBezTo>
                    <a:cubicBezTo>
                      <a:pt x="34" y="5"/>
                      <a:pt x="44" y="7"/>
                      <a:pt x="54" y="8"/>
                    </a:cubicBezTo>
                    <a:cubicBezTo>
                      <a:pt x="69" y="10"/>
                      <a:pt x="80" y="5"/>
                      <a:pt x="93" y="0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819" name="Freeform 399">
                <a:extLst>
                  <a:ext uri="{FF2B5EF4-FFF2-40B4-BE49-F238E27FC236}">
                    <a16:creationId xmlns:a16="http://schemas.microsoft.com/office/drawing/2014/main" id="{D3CBDAD9-11EF-4D3A-898B-E655022D01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1" y="2454"/>
                <a:ext cx="197" cy="43"/>
              </a:xfrm>
              <a:custGeom>
                <a:avLst/>
                <a:gdLst>
                  <a:gd name="T0" fmla="*/ 0 w 184"/>
                  <a:gd name="T1" fmla="*/ 9 h 41"/>
                  <a:gd name="T2" fmla="*/ 102 w 184"/>
                  <a:gd name="T3" fmla="*/ 33 h 41"/>
                  <a:gd name="T4" fmla="*/ 226 w 184"/>
                  <a:gd name="T5" fmla="*/ 47 h 41"/>
                  <a:gd name="T6" fmla="*/ 173 w 184"/>
                  <a:gd name="T7" fmla="*/ 37 h 41"/>
                  <a:gd name="T8" fmla="*/ 103 w 184"/>
                  <a:gd name="T9" fmla="*/ 24 h 41"/>
                  <a:gd name="T10" fmla="*/ 0 w 184"/>
                  <a:gd name="T11" fmla="*/ 7 h 4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84" h="41">
                    <a:moveTo>
                      <a:pt x="0" y="9"/>
                    </a:moveTo>
                    <a:cubicBezTo>
                      <a:pt x="29" y="9"/>
                      <a:pt x="55" y="22"/>
                      <a:pt x="83" y="29"/>
                    </a:cubicBezTo>
                    <a:cubicBezTo>
                      <a:pt x="116" y="37"/>
                      <a:pt x="152" y="31"/>
                      <a:pt x="184" y="41"/>
                    </a:cubicBezTo>
                    <a:cubicBezTo>
                      <a:pt x="171" y="36"/>
                      <a:pt x="155" y="33"/>
                      <a:pt x="141" y="31"/>
                    </a:cubicBezTo>
                    <a:cubicBezTo>
                      <a:pt x="122" y="27"/>
                      <a:pt x="102" y="28"/>
                      <a:pt x="84" y="21"/>
                    </a:cubicBezTo>
                    <a:cubicBezTo>
                      <a:pt x="59" y="12"/>
                      <a:pt x="27" y="0"/>
                      <a:pt x="0" y="7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820" name="Freeform 400">
                <a:extLst>
                  <a:ext uri="{FF2B5EF4-FFF2-40B4-BE49-F238E27FC236}">
                    <a16:creationId xmlns:a16="http://schemas.microsoft.com/office/drawing/2014/main" id="{46DF2BA7-5E7C-4EE4-B9CB-9C3CA2BA10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0" y="1843"/>
                <a:ext cx="56" cy="85"/>
              </a:xfrm>
              <a:custGeom>
                <a:avLst/>
                <a:gdLst>
                  <a:gd name="T0" fmla="*/ 50 w 52"/>
                  <a:gd name="T1" fmla="*/ 1 h 80"/>
                  <a:gd name="T2" fmla="*/ 24 w 52"/>
                  <a:gd name="T3" fmla="*/ 43 h 80"/>
                  <a:gd name="T4" fmla="*/ 2 w 52"/>
                  <a:gd name="T5" fmla="*/ 96 h 80"/>
                  <a:gd name="T6" fmla="*/ 13 w 52"/>
                  <a:gd name="T7" fmla="*/ 40 h 80"/>
                  <a:gd name="T8" fmla="*/ 50 w 52"/>
                  <a:gd name="T9" fmla="*/ 0 h 8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2" h="80">
                    <a:moveTo>
                      <a:pt x="40" y="1"/>
                    </a:moveTo>
                    <a:cubicBezTo>
                      <a:pt x="52" y="13"/>
                      <a:pt x="25" y="29"/>
                      <a:pt x="19" y="36"/>
                    </a:cubicBezTo>
                    <a:cubicBezTo>
                      <a:pt x="6" y="49"/>
                      <a:pt x="2" y="62"/>
                      <a:pt x="2" y="80"/>
                    </a:cubicBezTo>
                    <a:cubicBezTo>
                      <a:pt x="2" y="64"/>
                      <a:pt x="0" y="47"/>
                      <a:pt x="10" y="34"/>
                    </a:cubicBezTo>
                    <a:cubicBezTo>
                      <a:pt x="18" y="21"/>
                      <a:pt x="33" y="14"/>
                      <a:pt x="40" y="0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821" name="Freeform 401">
                <a:extLst>
                  <a:ext uri="{FF2B5EF4-FFF2-40B4-BE49-F238E27FC236}">
                    <a16:creationId xmlns:a16="http://schemas.microsoft.com/office/drawing/2014/main" id="{D3203896-D073-488A-AD4C-96B41B0747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1" y="1554"/>
                <a:ext cx="72" cy="94"/>
              </a:xfrm>
              <a:custGeom>
                <a:avLst/>
                <a:gdLst>
                  <a:gd name="T0" fmla="*/ 64 w 68"/>
                  <a:gd name="T1" fmla="*/ 36 h 88"/>
                  <a:gd name="T2" fmla="*/ 62 w 68"/>
                  <a:gd name="T3" fmla="*/ 15 h 88"/>
                  <a:gd name="T4" fmla="*/ 1 w 68"/>
                  <a:gd name="T5" fmla="*/ 107 h 88"/>
                  <a:gd name="T6" fmla="*/ 33 w 68"/>
                  <a:gd name="T7" fmla="*/ 19 h 88"/>
                  <a:gd name="T8" fmla="*/ 68 w 68"/>
                  <a:gd name="T9" fmla="*/ 33 h 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8" h="88">
                    <a:moveTo>
                      <a:pt x="54" y="30"/>
                    </a:moveTo>
                    <a:cubicBezTo>
                      <a:pt x="58" y="24"/>
                      <a:pt x="57" y="17"/>
                      <a:pt x="53" y="12"/>
                    </a:cubicBezTo>
                    <a:cubicBezTo>
                      <a:pt x="24" y="10"/>
                      <a:pt x="10" y="68"/>
                      <a:pt x="1" y="88"/>
                    </a:cubicBezTo>
                    <a:cubicBezTo>
                      <a:pt x="0" y="65"/>
                      <a:pt x="11" y="33"/>
                      <a:pt x="27" y="16"/>
                    </a:cubicBezTo>
                    <a:cubicBezTo>
                      <a:pt x="41" y="0"/>
                      <a:pt x="68" y="1"/>
                      <a:pt x="57" y="2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822" name="Freeform 402">
                <a:extLst>
                  <a:ext uri="{FF2B5EF4-FFF2-40B4-BE49-F238E27FC236}">
                    <a16:creationId xmlns:a16="http://schemas.microsoft.com/office/drawing/2014/main" id="{F23C24F6-40EE-4C99-A102-993DBA49DC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0" y="1588"/>
                <a:ext cx="35" cy="36"/>
              </a:xfrm>
              <a:custGeom>
                <a:avLst/>
                <a:gdLst>
                  <a:gd name="T0" fmla="*/ 0 w 33"/>
                  <a:gd name="T1" fmla="*/ 21 h 34"/>
                  <a:gd name="T2" fmla="*/ 23 w 33"/>
                  <a:gd name="T3" fmla="*/ 40 h 34"/>
                  <a:gd name="T4" fmla="*/ 7 w 33"/>
                  <a:gd name="T5" fmla="*/ 17 h 3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" h="34">
                    <a:moveTo>
                      <a:pt x="0" y="18"/>
                    </a:moveTo>
                    <a:cubicBezTo>
                      <a:pt x="15" y="11"/>
                      <a:pt x="27" y="14"/>
                      <a:pt x="20" y="34"/>
                    </a:cubicBezTo>
                    <a:cubicBezTo>
                      <a:pt x="23" y="18"/>
                      <a:pt x="33" y="0"/>
                      <a:pt x="7" y="1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823" name="Freeform 403">
                <a:extLst>
                  <a:ext uri="{FF2B5EF4-FFF2-40B4-BE49-F238E27FC236}">
                    <a16:creationId xmlns:a16="http://schemas.microsoft.com/office/drawing/2014/main" id="{90275E5E-122D-429A-B692-0C81834A96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6" y="1826"/>
                <a:ext cx="89" cy="82"/>
              </a:xfrm>
              <a:custGeom>
                <a:avLst/>
                <a:gdLst>
                  <a:gd name="T0" fmla="*/ 0 w 84"/>
                  <a:gd name="T1" fmla="*/ 13 h 77"/>
                  <a:gd name="T2" fmla="*/ 67 w 84"/>
                  <a:gd name="T3" fmla="*/ 32 h 77"/>
                  <a:gd name="T4" fmla="*/ 87 w 84"/>
                  <a:gd name="T5" fmla="*/ 93 h 77"/>
                  <a:gd name="T6" fmla="*/ 61 w 84"/>
                  <a:gd name="T7" fmla="*/ 12 h 77"/>
                  <a:gd name="T8" fmla="*/ 0 w 84"/>
                  <a:gd name="T9" fmla="*/ 1 h 7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4" h="77">
                    <a:moveTo>
                      <a:pt x="0" y="10"/>
                    </a:moveTo>
                    <a:cubicBezTo>
                      <a:pt x="19" y="3"/>
                      <a:pt x="41" y="15"/>
                      <a:pt x="56" y="26"/>
                    </a:cubicBezTo>
                    <a:cubicBezTo>
                      <a:pt x="71" y="37"/>
                      <a:pt x="73" y="60"/>
                      <a:pt x="73" y="77"/>
                    </a:cubicBezTo>
                    <a:cubicBezTo>
                      <a:pt x="84" y="53"/>
                      <a:pt x="81" y="19"/>
                      <a:pt x="52" y="9"/>
                    </a:cubicBezTo>
                    <a:cubicBezTo>
                      <a:pt x="38" y="4"/>
                      <a:pt x="15" y="0"/>
                      <a:pt x="0" y="1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824" name="Freeform 404">
                <a:extLst>
                  <a:ext uri="{FF2B5EF4-FFF2-40B4-BE49-F238E27FC236}">
                    <a16:creationId xmlns:a16="http://schemas.microsoft.com/office/drawing/2014/main" id="{D77B7E64-F50E-401D-A50E-9887A5E590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9" y="1412"/>
                <a:ext cx="37" cy="54"/>
              </a:xfrm>
              <a:custGeom>
                <a:avLst/>
                <a:gdLst>
                  <a:gd name="T0" fmla="*/ 13 w 35"/>
                  <a:gd name="T1" fmla="*/ 53 h 51"/>
                  <a:gd name="T2" fmla="*/ 22 w 35"/>
                  <a:gd name="T3" fmla="*/ 26 h 51"/>
                  <a:gd name="T4" fmla="*/ 41 w 35"/>
                  <a:gd name="T5" fmla="*/ 60 h 51"/>
                  <a:gd name="T6" fmla="*/ 22 w 35"/>
                  <a:gd name="T7" fmla="*/ 16 h 51"/>
                  <a:gd name="T8" fmla="*/ 14 w 35"/>
                  <a:gd name="T9" fmla="*/ 54 h 5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" h="51">
                    <a:moveTo>
                      <a:pt x="10" y="44"/>
                    </a:moveTo>
                    <a:cubicBezTo>
                      <a:pt x="11" y="38"/>
                      <a:pt x="6" y="14"/>
                      <a:pt x="19" y="23"/>
                    </a:cubicBezTo>
                    <a:cubicBezTo>
                      <a:pt x="27" y="29"/>
                      <a:pt x="30" y="42"/>
                      <a:pt x="35" y="51"/>
                    </a:cubicBezTo>
                    <a:cubicBezTo>
                      <a:pt x="35" y="37"/>
                      <a:pt x="32" y="21"/>
                      <a:pt x="19" y="13"/>
                    </a:cubicBezTo>
                    <a:cubicBezTo>
                      <a:pt x="0" y="0"/>
                      <a:pt x="8" y="36"/>
                      <a:pt x="11" y="4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825" name="Freeform 405">
                <a:extLst>
                  <a:ext uri="{FF2B5EF4-FFF2-40B4-BE49-F238E27FC236}">
                    <a16:creationId xmlns:a16="http://schemas.microsoft.com/office/drawing/2014/main" id="{6462FFCB-ECC0-45D5-8003-1E7F4C029A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8" y="2693"/>
                <a:ext cx="264" cy="49"/>
              </a:xfrm>
              <a:custGeom>
                <a:avLst/>
                <a:gdLst>
                  <a:gd name="T0" fmla="*/ 301 w 247"/>
                  <a:gd name="T1" fmla="*/ 0 h 46"/>
                  <a:gd name="T2" fmla="*/ 233 w 247"/>
                  <a:gd name="T3" fmla="*/ 13 h 46"/>
                  <a:gd name="T4" fmla="*/ 156 w 247"/>
                  <a:gd name="T5" fmla="*/ 36 h 46"/>
                  <a:gd name="T6" fmla="*/ 0 w 247"/>
                  <a:gd name="T7" fmla="*/ 55 h 46"/>
                  <a:gd name="T8" fmla="*/ 144 w 247"/>
                  <a:gd name="T9" fmla="*/ 20 h 46"/>
                  <a:gd name="T10" fmla="*/ 213 w 247"/>
                  <a:gd name="T11" fmla="*/ 18 h 46"/>
                  <a:gd name="T12" fmla="*/ 283 w 247"/>
                  <a:gd name="T13" fmla="*/ 3 h 4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7" h="46">
                    <a:moveTo>
                      <a:pt x="247" y="0"/>
                    </a:moveTo>
                    <a:cubicBezTo>
                      <a:pt x="229" y="7"/>
                      <a:pt x="209" y="6"/>
                      <a:pt x="191" y="10"/>
                    </a:cubicBezTo>
                    <a:cubicBezTo>
                      <a:pt x="170" y="16"/>
                      <a:pt x="150" y="25"/>
                      <a:pt x="128" y="30"/>
                    </a:cubicBezTo>
                    <a:cubicBezTo>
                      <a:pt x="86" y="38"/>
                      <a:pt x="41" y="23"/>
                      <a:pt x="0" y="46"/>
                    </a:cubicBezTo>
                    <a:cubicBezTo>
                      <a:pt x="39" y="30"/>
                      <a:pt x="75" y="15"/>
                      <a:pt x="118" y="17"/>
                    </a:cubicBezTo>
                    <a:cubicBezTo>
                      <a:pt x="138" y="18"/>
                      <a:pt x="154" y="20"/>
                      <a:pt x="174" y="15"/>
                    </a:cubicBezTo>
                    <a:cubicBezTo>
                      <a:pt x="194" y="10"/>
                      <a:pt x="210" y="1"/>
                      <a:pt x="232" y="3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</p:grpSp>
        <p:sp>
          <p:nvSpPr>
            <p:cNvPr id="47606" name="Freeform 406">
              <a:extLst>
                <a:ext uri="{FF2B5EF4-FFF2-40B4-BE49-F238E27FC236}">
                  <a16:creationId xmlns:a16="http://schemas.microsoft.com/office/drawing/2014/main" id="{138F6248-A1CE-4FD2-943F-0121EF7CC69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0" y="3056"/>
              <a:ext cx="99" cy="55"/>
            </a:xfrm>
            <a:custGeom>
              <a:avLst/>
              <a:gdLst>
                <a:gd name="T0" fmla="*/ 0 w 92"/>
                <a:gd name="T1" fmla="*/ 59 h 52"/>
                <a:gd name="T2" fmla="*/ 115 w 92"/>
                <a:gd name="T3" fmla="*/ 0 h 52"/>
                <a:gd name="T4" fmla="*/ 62 w 92"/>
                <a:gd name="T5" fmla="*/ 35 h 52"/>
                <a:gd name="T6" fmla="*/ 11 w 92"/>
                <a:gd name="T7" fmla="*/ 61 h 5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2" h="52">
                  <a:moveTo>
                    <a:pt x="0" y="50"/>
                  </a:moveTo>
                  <a:cubicBezTo>
                    <a:pt x="34" y="50"/>
                    <a:pt x="85" y="38"/>
                    <a:pt x="92" y="0"/>
                  </a:cubicBezTo>
                  <a:cubicBezTo>
                    <a:pt x="76" y="0"/>
                    <a:pt x="63" y="19"/>
                    <a:pt x="50" y="29"/>
                  </a:cubicBezTo>
                  <a:cubicBezTo>
                    <a:pt x="38" y="38"/>
                    <a:pt x="14" y="46"/>
                    <a:pt x="8" y="52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7607" name="Freeform 407">
              <a:extLst>
                <a:ext uri="{FF2B5EF4-FFF2-40B4-BE49-F238E27FC236}">
                  <a16:creationId xmlns:a16="http://schemas.microsoft.com/office/drawing/2014/main" id="{DEE0F684-8F21-42E8-931F-A19555952A9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5" y="3658"/>
              <a:ext cx="94" cy="28"/>
            </a:xfrm>
            <a:custGeom>
              <a:avLst/>
              <a:gdLst>
                <a:gd name="T0" fmla="*/ 107 w 88"/>
                <a:gd name="T1" fmla="*/ 24 h 26"/>
                <a:gd name="T2" fmla="*/ 4 w 88"/>
                <a:gd name="T3" fmla="*/ 32 h 26"/>
                <a:gd name="T4" fmla="*/ 101 w 88"/>
                <a:gd name="T5" fmla="*/ 17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8" h="26">
                  <a:moveTo>
                    <a:pt x="88" y="19"/>
                  </a:moveTo>
                  <a:cubicBezTo>
                    <a:pt x="59" y="11"/>
                    <a:pt x="31" y="23"/>
                    <a:pt x="4" y="26"/>
                  </a:cubicBezTo>
                  <a:cubicBezTo>
                    <a:pt x="0" y="0"/>
                    <a:pt x="71" y="6"/>
                    <a:pt x="83" y="14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7608" name="Freeform 408">
              <a:extLst>
                <a:ext uri="{FF2B5EF4-FFF2-40B4-BE49-F238E27FC236}">
                  <a16:creationId xmlns:a16="http://schemas.microsoft.com/office/drawing/2014/main" id="{4F790414-7D42-4DD8-B556-63FA904667C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9" y="3750"/>
              <a:ext cx="89" cy="36"/>
            </a:xfrm>
            <a:custGeom>
              <a:avLst/>
              <a:gdLst>
                <a:gd name="T0" fmla="*/ 102 w 83"/>
                <a:gd name="T1" fmla="*/ 23 h 34"/>
                <a:gd name="T2" fmla="*/ 46 w 83"/>
                <a:gd name="T3" fmla="*/ 33 h 34"/>
                <a:gd name="T4" fmla="*/ 0 w 83"/>
                <a:gd name="T5" fmla="*/ 30 h 34"/>
                <a:gd name="T6" fmla="*/ 91 w 83"/>
                <a:gd name="T7" fmla="*/ 23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3" h="34">
                  <a:moveTo>
                    <a:pt x="83" y="20"/>
                  </a:moveTo>
                  <a:cubicBezTo>
                    <a:pt x="66" y="27"/>
                    <a:pt x="56" y="30"/>
                    <a:pt x="37" y="27"/>
                  </a:cubicBezTo>
                  <a:cubicBezTo>
                    <a:pt x="24" y="25"/>
                    <a:pt x="13" y="19"/>
                    <a:pt x="0" y="25"/>
                  </a:cubicBezTo>
                  <a:cubicBezTo>
                    <a:pt x="26" y="0"/>
                    <a:pt x="56" y="34"/>
                    <a:pt x="74" y="20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7609" name="Freeform 409">
              <a:extLst>
                <a:ext uri="{FF2B5EF4-FFF2-40B4-BE49-F238E27FC236}">
                  <a16:creationId xmlns:a16="http://schemas.microsoft.com/office/drawing/2014/main" id="{F3B49984-01E6-47FC-8E15-F9AACA147EA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7" y="2179"/>
              <a:ext cx="205" cy="81"/>
            </a:xfrm>
            <a:custGeom>
              <a:avLst/>
              <a:gdLst>
                <a:gd name="T0" fmla="*/ 234 w 192"/>
                <a:gd name="T1" fmla="*/ 0 h 76"/>
                <a:gd name="T2" fmla="*/ 187 w 192"/>
                <a:gd name="T3" fmla="*/ 32 h 76"/>
                <a:gd name="T4" fmla="*/ 139 w 192"/>
                <a:gd name="T5" fmla="*/ 59 h 76"/>
                <a:gd name="T6" fmla="*/ 86 w 192"/>
                <a:gd name="T7" fmla="*/ 76 h 76"/>
                <a:gd name="T8" fmla="*/ 0 w 192"/>
                <a:gd name="T9" fmla="*/ 92 h 76"/>
                <a:gd name="T10" fmla="*/ 78 w 192"/>
                <a:gd name="T11" fmla="*/ 69 h 76"/>
                <a:gd name="T12" fmla="*/ 138 w 192"/>
                <a:gd name="T13" fmla="*/ 45 h 76"/>
                <a:gd name="T14" fmla="*/ 183 w 192"/>
                <a:gd name="T15" fmla="*/ 20 h 76"/>
                <a:gd name="T16" fmla="*/ 225 w 192"/>
                <a:gd name="T17" fmla="*/ 6 h 7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92" h="76">
                  <a:moveTo>
                    <a:pt x="192" y="0"/>
                  </a:moveTo>
                  <a:cubicBezTo>
                    <a:pt x="179" y="4"/>
                    <a:pt x="165" y="18"/>
                    <a:pt x="154" y="26"/>
                  </a:cubicBezTo>
                  <a:cubicBezTo>
                    <a:pt x="141" y="35"/>
                    <a:pt x="127" y="41"/>
                    <a:pt x="114" y="49"/>
                  </a:cubicBezTo>
                  <a:cubicBezTo>
                    <a:pt x="100" y="57"/>
                    <a:pt x="86" y="60"/>
                    <a:pt x="71" y="63"/>
                  </a:cubicBezTo>
                  <a:cubicBezTo>
                    <a:pt x="47" y="67"/>
                    <a:pt x="25" y="75"/>
                    <a:pt x="0" y="76"/>
                  </a:cubicBezTo>
                  <a:cubicBezTo>
                    <a:pt x="22" y="71"/>
                    <a:pt x="43" y="63"/>
                    <a:pt x="64" y="57"/>
                  </a:cubicBezTo>
                  <a:cubicBezTo>
                    <a:pt x="81" y="52"/>
                    <a:pt x="98" y="45"/>
                    <a:pt x="113" y="37"/>
                  </a:cubicBezTo>
                  <a:cubicBezTo>
                    <a:pt x="125" y="30"/>
                    <a:pt x="137" y="21"/>
                    <a:pt x="150" y="17"/>
                  </a:cubicBezTo>
                  <a:cubicBezTo>
                    <a:pt x="161" y="12"/>
                    <a:pt x="174" y="11"/>
                    <a:pt x="185" y="6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7610" name="Freeform 410">
              <a:extLst>
                <a:ext uri="{FF2B5EF4-FFF2-40B4-BE49-F238E27FC236}">
                  <a16:creationId xmlns:a16="http://schemas.microsoft.com/office/drawing/2014/main" id="{4C995C71-19D2-474B-BC44-82B10DA22D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4" y="2165"/>
              <a:ext cx="154" cy="189"/>
            </a:xfrm>
            <a:custGeom>
              <a:avLst/>
              <a:gdLst>
                <a:gd name="T0" fmla="*/ 149 w 144"/>
                <a:gd name="T1" fmla="*/ 11 h 177"/>
                <a:gd name="T2" fmla="*/ 170 w 144"/>
                <a:gd name="T3" fmla="*/ 3 h 177"/>
                <a:gd name="T4" fmla="*/ 169 w 144"/>
                <a:gd name="T5" fmla="*/ 29 h 177"/>
                <a:gd name="T6" fmla="*/ 126 w 144"/>
                <a:gd name="T7" fmla="*/ 103 h 177"/>
                <a:gd name="T8" fmla="*/ 67 w 144"/>
                <a:gd name="T9" fmla="*/ 166 h 177"/>
                <a:gd name="T10" fmla="*/ 0 w 144"/>
                <a:gd name="T11" fmla="*/ 216 h 177"/>
                <a:gd name="T12" fmla="*/ 65 w 144"/>
                <a:gd name="T13" fmla="*/ 161 h 177"/>
                <a:gd name="T14" fmla="*/ 108 w 144"/>
                <a:gd name="T15" fmla="*/ 98 h 177"/>
                <a:gd name="T16" fmla="*/ 127 w 144"/>
                <a:gd name="T17" fmla="*/ 50 h 177"/>
                <a:gd name="T18" fmla="*/ 109 w 144"/>
                <a:gd name="T19" fmla="*/ 37 h 177"/>
                <a:gd name="T20" fmla="*/ 151 w 144"/>
                <a:gd name="T21" fmla="*/ 11 h 17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44" h="177">
                  <a:moveTo>
                    <a:pt x="122" y="8"/>
                  </a:moveTo>
                  <a:cubicBezTo>
                    <a:pt x="126" y="7"/>
                    <a:pt x="135" y="0"/>
                    <a:pt x="139" y="3"/>
                  </a:cubicBezTo>
                  <a:cubicBezTo>
                    <a:pt x="144" y="6"/>
                    <a:pt x="139" y="19"/>
                    <a:pt x="138" y="23"/>
                  </a:cubicBezTo>
                  <a:cubicBezTo>
                    <a:pt x="130" y="44"/>
                    <a:pt x="116" y="65"/>
                    <a:pt x="103" y="84"/>
                  </a:cubicBezTo>
                  <a:cubicBezTo>
                    <a:pt x="90" y="104"/>
                    <a:pt x="72" y="120"/>
                    <a:pt x="55" y="136"/>
                  </a:cubicBezTo>
                  <a:cubicBezTo>
                    <a:pt x="38" y="152"/>
                    <a:pt x="18" y="162"/>
                    <a:pt x="0" y="177"/>
                  </a:cubicBezTo>
                  <a:cubicBezTo>
                    <a:pt x="19" y="170"/>
                    <a:pt x="40" y="147"/>
                    <a:pt x="53" y="132"/>
                  </a:cubicBezTo>
                  <a:cubicBezTo>
                    <a:pt x="66" y="116"/>
                    <a:pt x="77" y="99"/>
                    <a:pt x="88" y="81"/>
                  </a:cubicBezTo>
                  <a:cubicBezTo>
                    <a:pt x="95" y="68"/>
                    <a:pt x="102" y="56"/>
                    <a:pt x="104" y="41"/>
                  </a:cubicBezTo>
                  <a:cubicBezTo>
                    <a:pt x="105" y="27"/>
                    <a:pt x="102" y="27"/>
                    <a:pt x="89" y="31"/>
                  </a:cubicBezTo>
                  <a:cubicBezTo>
                    <a:pt x="97" y="27"/>
                    <a:pt x="117" y="15"/>
                    <a:pt x="123" y="8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7611" name="Freeform 411">
              <a:extLst>
                <a:ext uri="{FF2B5EF4-FFF2-40B4-BE49-F238E27FC236}">
                  <a16:creationId xmlns:a16="http://schemas.microsoft.com/office/drawing/2014/main" id="{7DD0B484-DE48-4031-995C-D4FB1A9165B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7" y="2020"/>
              <a:ext cx="177" cy="25"/>
            </a:xfrm>
            <a:custGeom>
              <a:avLst/>
              <a:gdLst>
                <a:gd name="T0" fmla="*/ 202 w 166"/>
                <a:gd name="T1" fmla="*/ 15 h 23"/>
                <a:gd name="T2" fmla="*/ 158 w 166"/>
                <a:gd name="T3" fmla="*/ 25 h 23"/>
                <a:gd name="T4" fmla="*/ 106 w 166"/>
                <a:gd name="T5" fmla="*/ 25 h 23"/>
                <a:gd name="T6" fmla="*/ 49 w 166"/>
                <a:gd name="T7" fmla="*/ 11 h 23"/>
                <a:gd name="T8" fmla="*/ 0 w 166"/>
                <a:gd name="T9" fmla="*/ 1 h 23"/>
                <a:gd name="T10" fmla="*/ 66 w 166"/>
                <a:gd name="T11" fmla="*/ 4 h 23"/>
                <a:gd name="T12" fmla="*/ 115 w 166"/>
                <a:gd name="T13" fmla="*/ 11 h 23"/>
                <a:gd name="T14" fmla="*/ 191 w 166"/>
                <a:gd name="T15" fmla="*/ 10 h 2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6" h="23">
                  <a:moveTo>
                    <a:pt x="166" y="12"/>
                  </a:moveTo>
                  <a:cubicBezTo>
                    <a:pt x="155" y="11"/>
                    <a:pt x="141" y="16"/>
                    <a:pt x="130" y="19"/>
                  </a:cubicBezTo>
                  <a:cubicBezTo>
                    <a:pt x="115" y="23"/>
                    <a:pt x="102" y="21"/>
                    <a:pt x="87" y="19"/>
                  </a:cubicBezTo>
                  <a:cubicBezTo>
                    <a:pt x="70" y="18"/>
                    <a:pt x="56" y="14"/>
                    <a:pt x="40" y="8"/>
                  </a:cubicBezTo>
                  <a:cubicBezTo>
                    <a:pt x="28" y="4"/>
                    <a:pt x="13" y="0"/>
                    <a:pt x="0" y="1"/>
                  </a:cubicBezTo>
                  <a:cubicBezTo>
                    <a:pt x="18" y="1"/>
                    <a:pt x="36" y="2"/>
                    <a:pt x="54" y="4"/>
                  </a:cubicBezTo>
                  <a:cubicBezTo>
                    <a:pt x="68" y="6"/>
                    <a:pt x="81" y="9"/>
                    <a:pt x="95" y="8"/>
                  </a:cubicBezTo>
                  <a:cubicBezTo>
                    <a:pt x="116" y="7"/>
                    <a:pt x="137" y="7"/>
                    <a:pt x="158" y="7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7612" name="Freeform 412">
              <a:extLst>
                <a:ext uri="{FF2B5EF4-FFF2-40B4-BE49-F238E27FC236}">
                  <a16:creationId xmlns:a16="http://schemas.microsoft.com/office/drawing/2014/main" id="{F511E1F9-5EAA-4F83-87EB-D00D8424ECE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7" y="2137"/>
              <a:ext cx="185" cy="195"/>
            </a:xfrm>
            <a:custGeom>
              <a:avLst/>
              <a:gdLst>
                <a:gd name="T0" fmla="*/ 186 w 173"/>
                <a:gd name="T1" fmla="*/ 25 h 183"/>
                <a:gd name="T2" fmla="*/ 0 w 173"/>
                <a:gd name="T3" fmla="*/ 222 h 183"/>
                <a:gd name="T4" fmla="*/ 142 w 173"/>
                <a:gd name="T5" fmla="*/ 35 h 183"/>
                <a:gd name="T6" fmla="*/ 192 w 173"/>
                <a:gd name="T7" fmla="*/ 0 h 183"/>
                <a:gd name="T8" fmla="*/ 211 w 173"/>
                <a:gd name="T9" fmla="*/ 14 h 183"/>
                <a:gd name="T10" fmla="*/ 184 w 173"/>
                <a:gd name="T11" fmla="*/ 33 h 18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3" h="183">
                  <a:moveTo>
                    <a:pt x="152" y="21"/>
                  </a:moveTo>
                  <a:cubicBezTo>
                    <a:pt x="75" y="49"/>
                    <a:pt x="48" y="126"/>
                    <a:pt x="0" y="183"/>
                  </a:cubicBezTo>
                  <a:cubicBezTo>
                    <a:pt x="31" y="127"/>
                    <a:pt x="68" y="72"/>
                    <a:pt x="116" y="29"/>
                  </a:cubicBezTo>
                  <a:cubicBezTo>
                    <a:pt x="127" y="19"/>
                    <a:pt x="141" y="1"/>
                    <a:pt x="157" y="0"/>
                  </a:cubicBezTo>
                  <a:cubicBezTo>
                    <a:pt x="164" y="0"/>
                    <a:pt x="173" y="0"/>
                    <a:pt x="172" y="11"/>
                  </a:cubicBezTo>
                  <a:cubicBezTo>
                    <a:pt x="171" y="20"/>
                    <a:pt x="156" y="25"/>
                    <a:pt x="151" y="27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7613" name="Freeform 413">
              <a:extLst>
                <a:ext uri="{FF2B5EF4-FFF2-40B4-BE49-F238E27FC236}">
                  <a16:creationId xmlns:a16="http://schemas.microsoft.com/office/drawing/2014/main" id="{4C53BFA1-EF1D-43C7-9F62-7CD72D7818B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3" y="2417"/>
              <a:ext cx="233" cy="110"/>
            </a:xfrm>
            <a:custGeom>
              <a:avLst/>
              <a:gdLst>
                <a:gd name="T0" fmla="*/ 266 w 218"/>
                <a:gd name="T1" fmla="*/ 0 h 103"/>
                <a:gd name="T2" fmla="*/ 0 w 218"/>
                <a:gd name="T3" fmla="*/ 123 h 103"/>
                <a:gd name="T4" fmla="*/ 266 w 218"/>
                <a:gd name="T5" fmla="*/ 0 h 10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8" h="103">
                  <a:moveTo>
                    <a:pt x="218" y="0"/>
                  </a:moveTo>
                  <a:cubicBezTo>
                    <a:pt x="218" y="0"/>
                    <a:pt x="142" y="103"/>
                    <a:pt x="0" y="101"/>
                  </a:cubicBezTo>
                  <a:cubicBezTo>
                    <a:pt x="0" y="101"/>
                    <a:pt x="140" y="74"/>
                    <a:pt x="218" y="0"/>
                  </a:cubicBezTo>
                  <a:close/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7614" name="Freeform 414">
              <a:extLst>
                <a:ext uri="{FF2B5EF4-FFF2-40B4-BE49-F238E27FC236}">
                  <a16:creationId xmlns:a16="http://schemas.microsoft.com/office/drawing/2014/main" id="{E7D6AC5B-6DC3-4FEC-9916-A49C23BAA55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5" y="1954"/>
              <a:ext cx="126" cy="246"/>
            </a:xfrm>
            <a:custGeom>
              <a:avLst/>
              <a:gdLst>
                <a:gd name="T0" fmla="*/ 0 w 118"/>
                <a:gd name="T1" fmla="*/ 3 h 230"/>
                <a:gd name="T2" fmla="*/ 67 w 118"/>
                <a:gd name="T3" fmla="*/ 136 h 230"/>
                <a:gd name="T4" fmla="*/ 144 w 118"/>
                <a:gd name="T5" fmla="*/ 281 h 230"/>
                <a:gd name="T6" fmla="*/ 64 w 118"/>
                <a:gd name="T7" fmla="*/ 176 h 230"/>
                <a:gd name="T8" fmla="*/ 50 w 118"/>
                <a:gd name="T9" fmla="*/ 128 h 230"/>
                <a:gd name="T10" fmla="*/ 17 w 118"/>
                <a:gd name="T11" fmla="*/ 151 h 230"/>
                <a:gd name="T12" fmla="*/ 1 w 118"/>
                <a:gd name="T13" fmla="*/ 0 h 23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8" h="230">
                  <a:moveTo>
                    <a:pt x="0" y="3"/>
                  </a:moveTo>
                  <a:cubicBezTo>
                    <a:pt x="43" y="9"/>
                    <a:pt x="47" y="79"/>
                    <a:pt x="55" y="111"/>
                  </a:cubicBezTo>
                  <a:cubicBezTo>
                    <a:pt x="66" y="155"/>
                    <a:pt x="102" y="187"/>
                    <a:pt x="118" y="230"/>
                  </a:cubicBezTo>
                  <a:cubicBezTo>
                    <a:pt x="108" y="196"/>
                    <a:pt x="69" y="174"/>
                    <a:pt x="52" y="144"/>
                  </a:cubicBezTo>
                  <a:cubicBezTo>
                    <a:pt x="49" y="138"/>
                    <a:pt x="45" y="107"/>
                    <a:pt x="41" y="105"/>
                  </a:cubicBezTo>
                  <a:cubicBezTo>
                    <a:pt x="34" y="102"/>
                    <a:pt x="19" y="119"/>
                    <a:pt x="14" y="123"/>
                  </a:cubicBezTo>
                  <a:cubicBezTo>
                    <a:pt x="55" y="87"/>
                    <a:pt x="19" y="36"/>
                    <a:pt x="1" y="0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7615" name="Freeform 415">
              <a:extLst>
                <a:ext uri="{FF2B5EF4-FFF2-40B4-BE49-F238E27FC236}">
                  <a16:creationId xmlns:a16="http://schemas.microsoft.com/office/drawing/2014/main" id="{1DD4E333-51F6-40E3-8D02-8F5A967B1EA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8" y="1857"/>
              <a:ext cx="29" cy="119"/>
            </a:xfrm>
            <a:custGeom>
              <a:avLst/>
              <a:gdLst>
                <a:gd name="T0" fmla="*/ 10 w 27"/>
                <a:gd name="T1" fmla="*/ 0 h 112"/>
                <a:gd name="T2" fmla="*/ 29 w 27"/>
                <a:gd name="T3" fmla="*/ 60 h 112"/>
                <a:gd name="T4" fmla="*/ 0 w 27"/>
                <a:gd name="T5" fmla="*/ 134 h 112"/>
                <a:gd name="T6" fmla="*/ 20 w 27"/>
                <a:gd name="T7" fmla="*/ 82 h 112"/>
                <a:gd name="T8" fmla="*/ 11 w 27"/>
                <a:gd name="T9" fmla="*/ 13 h 1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112">
                  <a:moveTo>
                    <a:pt x="7" y="0"/>
                  </a:moveTo>
                  <a:cubicBezTo>
                    <a:pt x="17" y="14"/>
                    <a:pt x="25" y="30"/>
                    <a:pt x="23" y="50"/>
                  </a:cubicBezTo>
                  <a:cubicBezTo>
                    <a:pt x="21" y="73"/>
                    <a:pt x="1" y="87"/>
                    <a:pt x="0" y="112"/>
                  </a:cubicBezTo>
                  <a:cubicBezTo>
                    <a:pt x="3" y="93"/>
                    <a:pt x="7" y="83"/>
                    <a:pt x="17" y="68"/>
                  </a:cubicBezTo>
                  <a:cubicBezTo>
                    <a:pt x="27" y="52"/>
                    <a:pt x="16" y="24"/>
                    <a:pt x="8" y="10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7616" name="Freeform 416">
              <a:extLst>
                <a:ext uri="{FF2B5EF4-FFF2-40B4-BE49-F238E27FC236}">
                  <a16:creationId xmlns:a16="http://schemas.microsoft.com/office/drawing/2014/main" id="{8A72D8F3-08A7-49AD-82AE-7621C25E293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3" y="1827"/>
              <a:ext cx="20" cy="27"/>
            </a:xfrm>
            <a:custGeom>
              <a:avLst/>
              <a:gdLst>
                <a:gd name="T0" fmla="*/ 4 w 19"/>
                <a:gd name="T1" fmla="*/ 0 h 25"/>
                <a:gd name="T2" fmla="*/ 0 w 19"/>
                <a:gd name="T3" fmla="*/ 30 h 25"/>
                <a:gd name="T4" fmla="*/ 21 w 19"/>
                <a:gd name="T5" fmla="*/ 18 h 25"/>
                <a:gd name="T6" fmla="*/ 2 w 19"/>
                <a:gd name="T7" fmla="*/ 3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25">
                  <a:moveTo>
                    <a:pt x="4" y="0"/>
                  </a:moveTo>
                  <a:cubicBezTo>
                    <a:pt x="16" y="13"/>
                    <a:pt x="17" y="17"/>
                    <a:pt x="0" y="24"/>
                  </a:cubicBezTo>
                  <a:cubicBezTo>
                    <a:pt x="8" y="24"/>
                    <a:pt x="17" y="25"/>
                    <a:pt x="18" y="15"/>
                  </a:cubicBezTo>
                  <a:cubicBezTo>
                    <a:pt x="19" y="5"/>
                    <a:pt x="10" y="3"/>
                    <a:pt x="2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7617" name="Freeform 417">
              <a:extLst>
                <a:ext uri="{FF2B5EF4-FFF2-40B4-BE49-F238E27FC236}">
                  <a16:creationId xmlns:a16="http://schemas.microsoft.com/office/drawing/2014/main" id="{578AEFD1-8239-4C23-ADB0-EA606B70463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5" y="3012"/>
              <a:ext cx="120" cy="64"/>
            </a:xfrm>
            <a:custGeom>
              <a:avLst/>
              <a:gdLst>
                <a:gd name="T0" fmla="*/ 138 w 112"/>
                <a:gd name="T1" fmla="*/ 39 h 60"/>
                <a:gd name="T2" fmla="*/ 58 w 112"/>
                <a:gd name="T3" fmla="*/ 63 h 60"/>
                <a:gd name="T4" fmla="*/ 0 w 112"/>
                <a:gd name="T5" fmla="*/ 0 h 60"/>
                <a:gd name="T6" fmla="*/ 64 w 112"/>
                <a:gd name="T7" fmla="*/ 48 h 60"/>
                <a:gd name="T8" fmla="*/ 126 w 112"/>
                <a:gd name="T9" fmla="*/ 48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2" h="60">
                  <a:moveTo>
                    <a:pt x="112" y="33"/>
                  </a:moveTo>
                  <a:cubicBezTo>
                    <a:pt x="96" y="43"/>
                    <a:pt x="64" y="60"/>
                    <a:pt x="47" y="52"/>
                  </a:cubicBezTo>
                  <a:cubicBezTo>
                    <a:pt x="26" y="42"/>
                    <a:pt x="15" y="16"/>
                    <a:pt x="0" y="0"/>
                  </a:cubicBezTo>
                  <a:cubicBezTo>
                    <a:pt x="20" y="9"/>
                    <a:pt x="34" y="28"/>
                    <a:pt x="52" y="39"/>
                  </a:cubicBezTo>
                  <a:cubicBezTo>
                    <a:pt x="70" y="50"/>
                    <a:pt x="84" y="43"/>
                    <a:pt x="103" y="39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7618" name="Freeform 418">
              <a:extLst>
                <a:ext uri="{FF2B5EF4-FFF2-40B4-BE49-F238E27FC236}">
                  <a16:creationId xmlns:a16="http://schemas.microsoft.com/office/drawing/2014/main" id="{84F83A15-5143-4937-BEB9-901829696E6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0" y="1896"/>
              <a:ext cx="44" cy="35"/>
            </a:xfrm>
            <a:custGeom>
              <a:avLst/>
              <a:gdLst>
                <a:gd name="T0" fmla="*/ 11 w 41"/>
                <a:gd name="T1" fmla="*/ 0 h 32"/>
                <a:gd name="T2" fmla="*/ 0 w 41"/>
                <a:gd name="T3" fmla="*/ 18 h 32"/>
                <a:gd name="T4" fmla="*/ 27 w 41"/>
                <a:gd name="T5" fmla="*/ 42 h 32"/>
                <a:gd name="T6" fmla="*/ 50 w 41"/>
                <a:gd name="T7" fmla="*/ 18 h 32"/>
                <a:gd name="T8" fmla="*/ 47 w 41"/>
                <a:gd name="T9" fmla="*/ 4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" h="32">
                  <a:moveTo>
                    <a:pt x="8" y="0"/>
                  </a:moveTo>
                  <a:cubicBezTo>
                    <a:pt x="3" y="3"/>
                    <a:pt x="0" y="8"/>
                    <a:pt x="0" y="14"/>
                  </a:cubicBezTo>
                  <a:cubicBezTo>
                    <a:pt x="0" y="24"/>
                    <a:pt x="10" y="32"/>
                    <a:pt x="21" y="32"/>
                  </a:cubicBezTo>
                  <a:cubicBezTo>
                    <a:pt x="32" y="32"/>
                    <a:pt x="41" y="24"/>
                    <a:pt x="41" y="14"/>
                  </a:cubicBezTo>
                  <a:cubicBezTo>
                    <a:pt x="41" y="10"/>
                    <a:pt x="40" y="7"/>
                    <a:pt x="38" y="4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7619" name="Freeform 419">
              <a:extLst>
                <a:ext uri="{FF2B5EF4-FFF2-40B4-BE49-F238E27FC236}">
                  <a16:creationId xmlns:a16="http://schemas.microsoft.com/office/drawing/2014/main" id="{880F1FDD-8C9F-493F-A0C4-9E60218D3D5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6" y="1892"/>
              <a:ext cx="12" cy="1"/>
            </a:xfrm>
            <a:custGeom>
              <a:avLst/>
              <a:gdLst>
                <a:gd name="T0" fmla="*/ 14 w 11"/>
                <a:gd name="T1" fmla="*/ 0 h 1"/>
                <a:gd name="T2" fmla="*/ 9 w 11"/>
                <a:gd name="T3" fmla="*/ 0 h 1"/>
                <a:gd name="T4" fmla="*/ 0 w 11"/>
                <a:gd name="T5" fmla="*/ 1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">
                  <a:moveTo>
                    <a:pt x="11" y="0"/>
                  </a:moveTo>
                  <a:cubicBezTo>
                    <a:pt x="10" y="0"/>
                    <a:pt x="8" y="0"/>
                    <a:pt x="6" y="0"/>
                  </a:cubicBezTo>
                  <a:cubicBezTo>
                    <a:pt x="4" y="0"/>
                    <a:pt x="2" y="0"/>
                    <a:pt x="0" y="1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7620" name="Freeform 420">
              <a:extLst>
                <a:ext uri="{FF2B5EF4-FFF2-40B4-BE49-F238E27FC236}">
                  <a16:creationId xmlns:a16="http://schemas.microsoft.com/office/drawing/2014/main" id="{C8FB70FB-866B-4128-B07A-D283887B96F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5" y="856"/>
              <a:ext cx="150" cy="162"/>
            </a:xfrm>
            <a:custGeom>
              <a:avLst/>
              <a:gdLst>
                <a:gd name="T0" fmla="*/ 4 w 141"/>
                <a:gd name="T1" fmla="*/ 80 h 152"/>
                <a:gd name="T2" fmla="*/ 91 w 141"/>
                <a:gd name="T3" fmla="*/ 124 h 152"/>
                <a:gd name="T4" fmla="*/ 127 w 141"/>
                <a:gd name="T5" fmla="*/ 184 h 152"/>
                <a:gd name="T6" fmla="*/ 71 w 141"/>
                <a:gd name="T7" fmla="*/ 98 h 152"/>
                <a:gd name="T8" fmla="*/ 113 w 141"/>
                <a:gd name="T9" fmla="*/ 131 h 152"/>
                <a:gd name="T10" fmla="*/ 140 w 141"/>
                <a:gd name="T11" fmla="*/ 171 h 152"/>
                <a:gd name="T12" fmla="*/ 126 w 141"/>
                <a:gd name="T13" fmla="*/ 126 h 152"/>
                <a:gd name="T14" fmla="*/ 138 w 141"/>
                <a:gd name="T15" fmla="*/ 141 h 152"/>
                <a:gd name="T16" fmla="*/ 126 w 141"/>
                <a:gd name="T17" fmla="*/ 124 h 152"/>
                <a:gd name="T18" fmla="*/ 138 w 141"/>
                <a:gd name="T19" fmla="*/ 136 h 152"/>
                <a:gd name="T20" fmla="*/ 118 w 141"/>
                <a:gd name="T21" fmla="*/ 79 h 152"/>
                <a:gd name="T22" fmla="*/ 170 w 141"/>
                <a:gd name="T23" fmla="*/ 148 h 152"/>
                <a:gd name="T24" fmla="*/ 139 w 141"/>
                <a:gd name="T25" fmla="*/ 85 h 152"/>
                <a:gd name="T26" fmla="*/ 159 w 141"/>
                <a:gd name="T27" fmla="*/ 116 h 152"/>
                <a:gd name="T28" fmla="*/ 147 w 141"/>
                <a:gd name="T29" fmla="*/ 99 h 152"/>
                <a:gd name="T30" fmla="*/ 159 w 141"/>
                <a:gd name="T31" fmla="*/ 113 h 152"/>
                <a:gd name="T32" fmla="*/ 106 w 141"/>
                <a:gd name="T33" fmla="*/ 33 h 152"/>
                <a:gd name="T34" fmla="*/ 38 w 141"/>
                <a:gd name="T35" fmla="*/ 2 h 152"/>
                <a:gd name="T36" fmla="*/ 73 w 141"/>
                <a:gd name="T37" fmla="*/ 23 h 152"/>
                <a:gd name="T38" fmla="*/ 110 w 141"/>
                <a:gd name="T39" fmla="*/ 64 h 152"/>
                <a:gd name="T40" fmla="*/ 61 w 141"/>
                <a:gd name="T41" fmla="*/ 36 h 152"/>
                <a:gd name="T42" fmla="*/ 91 w 141"/>
                <a:gd name="T43" fmla="*/ 62 h 152"/>
                <a:gd name="T44" fmla="*/ 79 w 141"/>
                <a:gd name="T45" fmla="*/ 54 h 152"/>
                <a:gd name="T46" fmla="*/ 94 w 141"/>
                <a:gd name="T47" fmla="*/ 71 h 152"/>
                <a:gd name="T48" fmla="*/ 26 w 141"/>
                <a:gd name="T49" fmla="*/ 36 h 152"/>
                <a:gd name="T50" fmla="*/ 83 w 141"/>
                <a:gd name="T51" fmla="*/ 82 h 152"/>
                <a:gd name="T52" fmla="*/ 33 w 141"/>
                <a:gd name="T53" fmla="*/ 59 h 152"/>
                <a:gd name="T54" fmla="*/ 64 w 141"/>
                <a:gd name="T55" fmla="*/ 76 h 152"/>
                <a:gd name="T56" fmla="*/ 37 w 141"/>
                <a:gd name="T57" fmla="*/ 72 h 152"/>
                <a:gd name="T58" fmla="*/ 54 w 141"/>
                <a:gd name="T59" fmla="*/ 86 h 152"/>
                <a:gd name="T60" fmla="*/ 28 w 141"/>
                <a:gd name="T61" fmla="*/ 77 h 152"/>
                <a:gd name="T62" fmla="*/ 47 w 141"/>
                <a:gd name="T63" fmla="*/ 93 h 152"/>
                <a:gd name="T64" fmla="*/ 0 w 141"/>
                <a:gd name="T65" fmla="*/ 72 h 152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141" h="152">
                  <a:moveTo>
                    <a:pt x="4" y="66"/>
                  </a:moveTo>
                  <a:cubicBezTo>
                    <a:pt x="27" y="81"/>
                    <a:pt x="55" y="85"/>
                    <a:pt x="76" y="102"/>
                  </a:cubicBezTo>
                  <a:cubicBezTo>
                    <a:pt x="91" y="113"/>
                    <a:pt x="102" y="135"/>
                    <a:pt x="105" y="152"/>
                  </a:cubicBezTo>
                  <a:cubicBezTo>
                    <a:pt x="108" y="120"/>
                    <a:pt x="81" y="99"/>
                    <a:pt x="59" y="81"/>
                  </a:cubicBezTo>
                  <a:cubicBezTo>
                    <a:pt x="71" y="90"/>
                    <a:pt x="84" y="96"/>
                    <a:pt x="94" y="108"/>
                  </a:cubicBezTo>
                  <a:cubicBezTo>
                    <a:pt x="102" y="117"/>
                    <a:pt x="107" y="133"/>
                    <a:pt x="117" y="141"/>
                  </a:cubicBezTo>
                  <a:cubicBezTo>
                    <a:pt x="114" y="129"/>
                    <a:pt x="112" y="114"/>
                    <a:pt x="104" y="104"/>
                  </a:cubicBezTo>
                  <a:cubicBezTo>
                    <a:pt x="108" y="108"/>
                    <a:pt x="111" y="112"/>
                    <a:pt x="115" y="116"/>
                  </a:cubicBezTo>
                  <a:cubicBezTo>
                    <a:pt x="112" y="111"/>
                    <a:pt x="108" y="107"/>
                    <a:pt x="104" y="102"/>
                  </a:cubicBezTo>
                  <a:cubicBezTo>
                    <a:pt x="109" y="104"/>
                    <a:pt x="114" y="109"/>
                    <a:pt x="115" y="113"/>
                  </a:cubicBezTo>
                  <a:cubicBezTo>
                    <a:pt x="106" y="97"/>
                    <a:pt x="104" y="82"/>
                    <a:pt x="98" y="65"/>
                  </a:cubicBezTo>
                  <a:cubicBezTo>
                    <a:pt x="97" y="90"/>
                    <a:pt x="126" y="107"/>
                    <a:pt x="141" y="122"/>
                  </a:cubicBezTo>
                  <a:cubicBezTo>
                    <a:pt x="123" y="113"/>
                    <a:pt x="124" y="84"/>
                    <a:pt x="116" y="70"/>
                  </a:cubicBezTo>
                  <a:cubicBezTo>
                    <a:pt x="121" y="78"/>
                    <a:pt x="125" y="89"/>
                    <a:pt x="132" y="96"/>
                  </a:cubicBezTo>
                  <a:cubicBezTo>
                    <a:pt x="128" y="92"/>
                    <a:pt x="125" y="87"/>
                    <a:pt x="122" y="82"/>
                  </a:cubicBezTo>
                  <a:cubicBezTo>
                    <a:pt x="125" y="85"/>
                    <a:pt x="129" y="89"/>
                    <a:pt x="132" y="93"/>
                  </a:cubicBezTo>
                  <a:cubicBezTo>
                    <a:pt x="115" y="71"/>
                    <a:pt x="109" y="46"/>
                    <a:pt x="88" y="27"/>
                  </a:cubicBezTo>
                  <a:cubicBezTo>
                    <a:pt x="73" y="14"/>
                    <a:pt x="52" y="0"/>
                    <a:pt x="32" y="2"/>
                  </a:cubicBezTo>
                  <a:cubicBezTo>
                    <a:pt x="42" y="8"/>
                    <a:pt x="52" y="13"/>
                    <a:pt x="61" y="20"/>
                  </a:cubicBezTo>
                  <a:cubicBezTo>
                    <a:pt x="73" y="29"/>
                    <a:pt x="81" y="42"/>
                    <a:pt x="91" y="53"/>
                  </a:cubicBezTo>
                  <a:cubicBezTo>
                    <a:pt x="77" y="49"/>
                    <a:pt x="62" y="38"/>
                    <a:pt x="51" y="30"/>
                  </a:cubicBezTo>
                  <a:cubicBezTo>
                    <a:pt x="57" y="38"/>
                    <a:pt x="68" y="43"/>
                    <a:pt x="76" y="51"/>
                  </a:cubicBezTo>
                  <a:cubicBezTo>
                    <a:pt x="72" y="49"/>
                    <a:pt x="68" y="47"/>
                    <a:pt x="66" y="45"/>
                  </a:cubicBezTo>
                  <a:cubicBezTo>
                    <a:pt x="69" y="50"/>
                    <a:pt x="74" y="55"/>
                    <a:pt x="78" y="59"/>
                  </a:cubicBezTo>
                  <a:cubicBezTo>
                    <a:pt x="60" y="47"/>
                    <a:pt x="44" y="32"/>
                    <a:pt x="22" y="30"/>
                  </a:cubicBezTo>
                  <a:cubicBezTo>
                    <a:pt x="41" y="39"/>
                    <a:pt x="55" y="51"/>
                    <a:pt x="69" y="68"/>
                  </a:cubicBezTo>
                  <a:cubicBezTo>
                    <a:pt x="60" y="58"/>
                    <a:pt x="40" y="45"/>
                    <a:pt x="27" y="49"/>
                  </a:cubicBezTo>
                  <a:cubicBezTo>
                    <a:pt x="34" y="55"/>
                    <a:pt x="45" y="58"/>
                    <a:pt x="53" y="63"/>
                  </a:cubicBezTo>
                  <a:cubicBezTo>
                    <a:pt x="45" y="63"/>
                    <a:pt x="38" y="63"/>
                    <a:pt x="31" y="60"/>
                  </a:cubicBezTo>
                  <a:cubicBezTo>
                    <a:pt x="35" y="64"/>
                    <a:pt x="40" y="66"/>
                    <a:pt x="45" y="71"/>
                  </a:cubicBezTo>
                  <a:cubicBezTo>
                    <a:pt x="38" y="69"/>
                    <a:pt x="30" y="65"/>
                    <a:pt x="23" y="64"/>
                  </a:cubicBezTo>
                  <a:cubicBezTo>
                    <a:pt x="29" y="68"/>
                    <a:pt x="33" y="73"/>
                    <a:pt x="39" y="77"/>
                  </a:cubicBezTo>
                  <a:cubicBezTo>
                    <a:pt x="25" y="73"/>
                    <a:pt x="12" y="68"/>
                    <a:pt x="0" y="60"/>
                  </a:cubicBezTo>
                </a:path>
              </a:pathLst>
            </a:custGeom>
            <a:solidFill>
              <a:srgbClr val="9528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7621" name="Freeform 421">
              <a:extLst>
                <a:ext uri="{FF2B5EF4-FFF2-40B4-BE49-F238E27FC236}">
                  <a16:creationId xmlns:a16="http://schemas.microsoft.com/office/drawing/2014/main" id="{9073E039-D237-47E5-B9C4-6517973B2A6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4" y="862"/>
              <a:ext cx="61" cy="90"/>
            </a:xfrm>
            <a:custGeom>
              <a:avLst/>
              <a:gdLst>
                <a:gd name="T0" fmla="*/ 70 w 57"/>
                <a:gd name="T1" fmla="*/ 3 h 84"/>
                <a:gd name="T2" fmla="*/ 50 w 57"/>
                <a:gd name="T3" fmla="*/ 47 h 84"/>
                <a:gd name="T4" fmla="*/ 17 w 57"/>
                <a:gd name="T5" fmla="*/ 103 h 84"/>
                <a:gd name="T6" fmla="*/ 29 w 57"/>
                <a:gd name="T7" fmla="*/ 62 h 84"/>
                <a:gd name="T8" fmla="*/ 13 w 57"/>
                <a:gd name="T9" fmla="*/ 78 h 84"/>
                <a:gd name="T10" fmla="*/ 28 w 57"/>
                <a:gd name="T11" fmla="*/ 46 h 84"/>
                <a:gd name="T12" fmla="*/ 19 w 57"/>
                <a:gd name="T13" fmla="*/ 55 h 84"/>
                <a:gd name="T14" fmla="*/ 33 w 57"/>
                <a:gd name="T15" fmla="*/ 30 h 84"/>
                <a:gd name="T16" fmla="*/ 19 w 57"/>
                <a:gd name="T17" fmla="*/ 44 h 84"/>
                <a:gd name="T18" fmla="*/ 28 w 57"/>
                <a:gd name="T19" fmla="*/ 29 h 84"/>
                <a:gd name="T20" fmla="*/ 21 w 57"/>
                <a:gd name="T21" fmla="*/ 34 h 84"/>
                <a:gd name="T22" fmla="*/ 31 w 57"/>
                <a:gd name="T23" fmla="*/ 17 h 84"/>
                <a:gd name="T24" fmla="*/ 0 w 57"/>
                <a:gd name="T25" fmla="*/ 30 h 84"/>
                <a:gd name="T26" fmla="*/ 46 w 57"/>
                <a:gd name="T27" fmla="*/ 0 h 84"/>
                <a:gd name="T28" fmla="*/ 36 w 57"/>
                <a:gd name="T29" fmla="*/ 19 h 84"/>
                <a:gd name="T30" fmla="*/ 49 w 57"/>
                <a:gd name="T31" fmla="*/ 6 h 84"/>
                <a:gd name="T32" fmla="*/ 46 w 57"/>
                <a:gd name="T33" fmla="*/ 27 h 84"/>
                <a:gd name="T34" fmla="*/ 49 w 57"/>
                <a:gd name="T35" fmla="*/ 19 h 84"/>
                <a:gd name="T36" fmla="*/ 49 w 57"/>
                <a:gd name="T37" fmla="*/ 34 h 84"/>
                <a:gd name="T38" fmla="*/ 64 w 57"/>
                <a:gd name="T39" fmla="*/ 10 h 84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57" h="84">
                  <a:moveTo>
                    <a:pt x="57" y="3"/>
                  </a:moveTo>
                  <a:cubicBezTo>
                    <a:pt x="50" y="15"/>
                    <a:pt x="52" y="28"/>
                    <a:pt x="41" y="38"/>
                  </a:cubicBezTo>
                  <a:cubicBezTo>
                    <a:pt x="25" y="52"/>
                    <a:pt x="20" y="63"/>
                    <a:pt x="14" y="84"/>
                  </a:cubicBezTo>
                  <a:cubicBezTo>
                    <a:pt x="9" y="74"/>
                    <a:pt x="18" y="58"/>
                    <a:pt x="23" y="50"/>
                  </a:cubicBezTo>
                  <a:cubicBezTo>
                    <a:pt x="17" y="53"/>
                    <a:pt x="13" y="58"/>
                    <a:pt x="10" y="63"/>
                  </a:cubicBezTo>
                  <a:cubicBezTo>
                    <a:pt x="13" y="54"/>
                    <a:pt x="17" y="46"/>
                    <a:pt x="22" y="37"/>
                  </a:cubicBezTo>
                  <a:cubicBezTo>
                    <a:pt x="20" y="40"/>
                    <a:pt x="18" y="43"/>
                    <a:pt x="16" y="45"/>
                  </a:cubicBezTo>
                  <a:cubicBezTo>
                    <a:pt x="20" y="38"/>
                    <a:pt x="25" y="31"/>
                    <a:pt x="27" y="24"/>
                  </a:cubicBezTo>
                  <a:cubicBezTo>
                    <a:pt x="23" y="27"/>
                    <a:pt x="20" y="31"/>
                    <a:pt x="16" y="35"/>
                  </a:cubicBezTo>
                  <a:cubicBezTo>
                    <a:pt x="19" y="31"/>
                    <a:pt x="21" y="27"/>
                    <a:pt x="22" y="23"/>
                  </a:cubicBezTo>
                  <a:cubicBezTo>
                    <a:pt x="21" y="25"/>
                    <a:pt x="19" y="26"/>
                    <a:pt x="18" y="28"/>
                  </a:cubicBezTo>
                  <a:cubicBezTo>
                    <a:pt x="20" y="23"/>
                    <a:pt x="23" y="19"/>
                    <a:pt x="25" y="14"/>
                  </a:cubicBezTo>
                  <a:cubicBezTo>
                    <a:pt x="16" y="16"/>
                    <a:pt x="7" y="18"/>
                    <a:pt x="0" y="24"/>
                  </a:cubicBezTo>
                  <a:cubicBezTo>
                    <a:pt x="3" y="15"/>
                    <a:pt x="29" y="2"/>
                    <a:pt x="37" y="0"/>
                  </a:cubicBezTo>
                  <a:cubicBezTo>
                    <a:pt x="37" y="5"/>
                    <a:pt x="33" y="11"/>
                    <a:pt x="30" y="16"/>
                  </a:cubicBezTo>
                  <a:cubicBezTo>
                    <a:pt x="34" y="14"/>
                    <a:pt x="36" y="9"/>
                    <a:pt x="40" y="6"/>
                  </a:cubicBezTo>
                  <a:cubicBezTo>
                    <a:pt x="41" y="11"/>
                    <a:pt x="38" y="16"/>
                    <a:pt x="37" y="21"/>
                  </a:cubicBezTo>
                  <a:cubicBezTo>
                    <a:pt x="37" y="19"/>
                    <a:pt x="40" y="17"/>
                    <a:pt x="40" y="16"/>
                  </a:cubicBezTo>
                  <a:cubicBezTo>
                    <a:pt x="41" y="20"/>
                    <a:pt x="40" y="24"/>
                    <a:pt x="40" y="28"/>
                  </a:cubicBezTo>
                  <a:cubicBezTo>
                    <a:pt x="45" y="22"/>
                    <a:pt x="51" y="15"/>
                    <a:pt x="52" y="7"/>
                  </a:cubicBezTo>
                </a:path>
              </a:pathLst>
            </a:custGeom>
            <a:solidFill>
              <a:srgbClr val="9528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7622" name="Freeform 422">
              <a:extLst>
                <a:ext uri="{FF2B5EF4-FFF2-40B4-BE49-F238E27FC236}">
                  <a16:creationId xmlns:a16="http://schemas.microsoft.com/office/drawing/2014/main" id="{498E2238-33DE-4602-8A3D-E59BEF815A4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8" y="827"/>
              <a:ext cx="97" cy="89"/>
            </a:xfrm>
            <a:custGeom>
              <a:avLst/>
              <a:gdLst>
                <a:gd name="T0" fmla="*/ 11 w 90"/>
                <a:gd name="T1" fmla="*/ 43 h 84"/>
                <a:gd name="T2" fmla="*/ 46 w 90"/>
                <a:gd name="T3" fmla="*/ 78 h 84"/>
                <a:gd name="T4" fmla="*/ 36 w 90"/>
                <a:gd name="T5" fmla="*/ 64 h 84"/>
                <a:gd name="T6" fmla="*/ 113 w 90"/>
                <a:gd name="T7" fmla="*/ 100 h 84"/>
                <a:gd name="T8" fmla="*/ 63 w 90"/>
                <a:gd name="T9" fmla="*/ 73 h 84"/>
                <a:gd name="T10" fmla="*/ 84 w 90"/>
                <a:gd name="T11" fmla="*/ 81 h 84"/>
                <a:gd name="T12" fmla="*/ 57 w 90"/>
                <a:gd name="T13" fmla="*/ 69 h 84"/>
                <a:gd name="T14" fmla="*/ 78 w 90"/>
                <a:gd name="T15" fmla="*/ 75 h 84"/>
                <a:gd name="T16" fmla="*/ 22 w 90"/>
                <a:gd name="T17" fmla="*/ 42 h 84"/>
                <a:gd name="T18" fmla="*/ 86 w 90"/>
                <a:gd name="T19" fmla="*/ 54 h 84"/>
                <a:gd name="T20" fmla="*/ 18 w 90"/>
                <a:gd name="T21" fmla="*/ 34 h 84"/>
                <a:gd name="T22" fmla="*/ 34 w 90"/>
                <a:gd name="T23" fmla="*/ 32 h 84"/>
                <a:gd name="T24" fmla="*/ 24 w 90"/>
                <a:gd name="T25" fmla="*/ 30 h 84"/>
                <a:gd name="T26" fmla="*/ 33 w 90"/>
                <a:gd name="T27" fmla="*/ 24 h 84"/>
                <a:gd name="T28" fmla="*/ 20 w 90"/>
                <a:gd name="T29" fmla="*/ 23 h 84"/>
                <a:gd name="T30" fmla="*/ 54 w 90"/>
                <a:gd name="T31" fmla="*/ 3 h 84"/>
                <a:gd name="T32" fmla="*/ 16 w 90"/>
                <a:gd name="T33" fmla="*/ 6 h 84"/>
                <a:gd name="T34" fmla="*/ 32 w 90"/>
                <a:gd name="T35" fmla="*/ 0 h 84"/>
                <a:gd name="T36" fmla="*/ 0 w 90"/>
                <a:gd name="T37" fmla="*/ 32 h 84"/>
                <a:gd name="T38" fmla="*/ 18 w 90"/>
                <a:gd name="T39" fmla="*/ 23 h 84"/>
                <a:gd name="T40" fmla="*/ 10 w 90"/>
                <a:gd name="T41" fmla="*/ 38 h 84"/>
                <a:gd name="T42" fmla="*/ 15 w 90"/>
                <a:gd name="T43" fmla="*/ 39 h 84"/>
                <a:gd name="T44" fmla="*/ 15 w 90"/>
                <a:gd name="T45" fmla="*/ 46 h 84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90" h="84">
                  <a:moveTo>
                    <a:pt x="8" y="37"/>
                  </a:moveTo>
                  <a:cubicBezTo>
                    <a:pt x="15" y="48"/>
                    <a:pt x="26" y="60"/>
                    <a:pt x="37" y="66"/>
                  </a:cubicBezTo>
                  <a:cubicBezTo>
                    <a:pt x="34" y="63"/>
                    <a:pt x="31" y="59"/>
                    <a:pt x="29" y="54"/>
                  </a:cubicBezTo>
                  <a:cubicBezTo>
                    <a:pt x="41" y="71"/>
                    <a:pt x="72" y="78"/>
                    <a:pt x="90" y="84"/>
                  </a:cubicBezTo>
                  <a:cubicBezTo>
                    <a:pt x="76" y="79"/>
                    <a:pt x="61" y="71"/>
                    <a:pt x="50" y="61"/>
                  </a:cubicBezTo>
                  <a:cubicBezTo>
                    <a:pt x="55" y="64"/>
                    <a:pt x="61" y="66"/>
                    <a:pt x="67" y="68"/>
                  </a:cubicBezTo>
                  <a:cubicBezTo>
                    <a:pt x="60" y="64"/>
                    <a:pt x="52" y="62"/>
                    <a:pt x="45" y="58"/>
                  </a:cubicBezTo>
                  <a:cubicBezTo>
                    <a:pt x="51" y="59"/>
                    <a:pt x="58" y="63"/>
                    <a:pt x="62" y="63"/>
                  </a:cubicBezTo>
                  <a:cubicBezTo>
                    <a:pt x="46" y="58"/>
                    <a:pt x="28" y="50"/>
                    <a:pt x="18" y="36"/>
                  </a:cubicBezTo>
                  <a:cubicBezTo>
                    <a:pt x="34" y="41"/>
                    <a:pt x="52" y="41"/>
                    <a:pt x="69" y="45"/>
                  </a:cubicBezTo>
                  <a:cubicBezTo>
                    <a:pt x="62" y="52"/>
                    <a:pt x="25" y="31"/>
                    <a:pt x="15" y="28"/>
                  </a:cubicBezTo>
                  <a:cubicBezTo>
                    <a:pt x="19" y="28"/>
                    <a:pt x="24" y="28"/>
                    <a:pt x="28" y="26"/>
                  </a:cubicBezTo>
                  <a:cubicBezTo>
                    <a:pt x="25" y="26"/>
                    <a:pt x="22" y="25"/>
                    <a:pt x="19" y="25"/>
                  </a:cubicBezTo>
                  <a:cubicBezTo>
                    <a:pt x="22" y="24"/>
                    <a:pt x="24" y="22"/>
                    <a:pt x="27" y="21"/>
                  </a:cubicBezTo>
                  <a:cubicBezTo>
                    <a:pt x="24" y="20"/>
                    <a:pt x="21" y="19"/>
                    <a:pt x="17" y="20"/>
                  </a:cubicBezTo>
                  <a:cubicBezTo>
                    <a:pt x="21" y="9"/>
                    <a:pt x="32" y="5"/>
                    <a:pt x="43" y="3"/>
                  </a:cubicBezTo>
                  <a:cubicBezTo>
                    <a:pt x="33" y="3"/>
                    <a:pt x="22" y="2"/>
                    <a:pt x="13" y="6"/>
                  </a:cubicBezTo>
                  <a:cubicBezTo>
                    <a:pt x="16" y="3"/>
                    <a:pt x="21" y="1"/>
                    <a:pt x="26" y="0"/>
                  </a:cubicBezTo>
                  <a:cubicBezTo>
                    <a:pt x="16" y="4"/>
                    <a:pt x="5" y="18"/>
                    <a:pt x="0" y="26"/>
                  </a:cubicBezTo>
                  <a:cubicBezTo>
                    <a:pt x="5" y="26"/>
                    <a:pt x="10" y="22"/>
                    <a:pt x="15" y="20"/>
                  </a:cubicBezTo>
                  <a:cubicBezTo>
                    <a:pt x="12" y="24"/>
                    <a:pt x="8" y="27"/>
                    <a:pt x="7" y="32"/>
                  </a:cubicBezTo>
                  <a:cubicBezTo>
                    <a:pt x="8" y="32"/>
                    <a:pt x="10" y="33"/>
                    <a:pt x="12" y="33"/>
                  </a:cubicBezTo>
                  <a:cubicBezTo>
                    <a:pt x="9" y="37"/>
                    <a:pt x="12" y="37"/>
                    <a:pt x="12" y="39"/>
                  </a:cubicBezTo>
                </a:path>
              </a:pathLst>
            </a:custGeom>
            <a:solidFill>
              <a:srgbClr val="9528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7623" name="Freeform 423">
              <a:extLst>
                <a:ext uri="{FF2B5EF4-FFF2-40B4-BE49-F238E27FC236}">
                  <a16:creationId xmlns:a16="http://schemas.microsoft.com/office/drawing/2014/main" id="{28296245-3CDE-4158-8A26-6D859523EE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3" y="1065"/>
              <a:ext cx="35" cy="102"/>
            </a:xfrm>
            <a:custGeom>
              <a:avLst/>
              <a:gdLst>
                <a:gd name="T0" fmla="*/ 12 w 33"/>
                <a:gd name="T1" fmla="*/ 0 h 96"/>
                <a:gd name="T2" fmla="*/ 0 w 33"/>
                <a:gd name="T3" fmla="*/ 41 h 96"/>
                <a:gd name="T4" fmla="*/ 5 w 33"/>
                <a:gd name="T5" fmla="*/ 31 h 96"/>
                <a:gd name="T6" fmla="*/ 2 w 33"/>
                <a:gd name="T7" fmla="*/ 70 h 96"/>
                <a:gd name="T8" fmla="*/ 7 w 33"/>
                <a:gd name="T9" fmla="*/ 52 h 96"/>
                <a:gd name="T10" fmla="*/ 7 w 33"/>
                <a:gd name="T11" fmla="*/ 80 h 96"/>
                <a:gd name="T12" fmla="*/ 13 w 33"/>
                <a:gd name="T13" fmla="*/ 71 h 96"/>
                <a:gd name="T14" fmla="*/ 16 w 33"/>
                <a:gd name="T15" fmla="*/ 98 h 96"/>
                <a:gd name="T16" fmla="*/ 18 w 33"/>
                <a:gd name="T17" fmla="*/ 88 h 96"/>
                <a:gd name="T18" fmla="*/ 24 w 33"/>
                <a:gd name="T19" fmla="*/ 111 h 96"/>
                <a:gd name="T20" fmla="*/ 25 w 33"/>
                <a:gd name="T21" fmla="*/ 97 h 96"/>
                <a:gd name="T22" fmla="*/ 34 w 33"/>
                <a:gd name="T23" fmla="*/ 113 h 96"/>
                <a:gd name="T24" fmla="*/ 34 w 33"/>
                <a:gd name="T25" fmla="*/ 104 h 96"/>
                <a:gd name="T26" fmla="*/ 38 w 33"/>
                <a:gd name="T27" fmla="*/ 115 h 96"/>
                <a:gd name="T28" fmla="*/ 35 w 33"/>
                <a:gd name="T29" fmla="*/ 91 h 96"/>
                <a:gd name="T30" fmla="*/ 33 w 33"/>
                <a:gd name="T31" fmla="*/ 77 h 96"/>
                <a:gd name="T32" fmla="*/ 32 w 33"/>
                <a:gd name="T33" fmla="*/ 95 h 96"/>
                <a:gd name="T34" fmla="*/ 23 w 33"/>
                <a:gd name="T35" fmla="*/ 65 h 96"/>
                <a:gd name="T36" fmla="*/ 22 w 33"/>
                <a:gd name="T37" fmla="*/ 80 h 96"/>
                <a:gd name="T38" fmla="*/ 18 w 33"/>
                <a:gd name="T39" fmla="*/ 49 h 96"/>
                <a:gd name="T40" fmla="*/ 17 w 33"/>
                <a:gd name="T41" fmla="*/ 57 h 96"/>
                <a:gd name="T42" fmla="*/ 15 w 33"/>
                <a:gd name="T43" fmla="*/ 28 h 96"/>
                <a:gd name="T44" fmla="*/ 14 w 33"/>
                <a:gd name="T45" fmla="*/ 30 h 96"/>
                <a:gd name="T46" fmla="*/ 12 w 33"/>
                <a:gd name="T47" fmla="*/ 1 h 9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33" h="96">
                  <a:moveTo>
                    <a:pt x="9" y="0"/>
                  </a:moveTo>
                  <a:cubicBezTo>
                    <a:pt x="8" y="11"/>
                    <a:pt x="6" y="25"/>
                    <a:pt x="0" y="35"/>
                  </a:cubicBezTo>
                  <a:cubicBezTo>
                    <a:pt x="2" y="32"/>
                    <a:pt x="4" y="29"/>
                    <a:pt x="5" y="25"/>
                  </a:cubicBezTo>
                  <a:cubicBezTo>
                    <a:pt x="5" y="36"/>
                    <a:pt x="2" y="47"/>
                    <a:pt x="2" y="58"/>
                  </a:cubicBezTo>
                  <a:cubicBezTo>
                    <a:pt x="4" y="53"/>
                    <a:pt x="6" y="48"/>
                    <a:pt x="7" y="43"/>
                  </a:cubicBezTo>
                  <a:cubicBezTo>
                    <a:pt x="7" y="51"/>
                    <a:pt x="8" y="59"/>
                    <a:pt x="7" y="67"/>
                  </a:cubicBezTo>
                  <a:cubicBezTo>
                    <a:pt x="8" y="65"/>
                    <a:pt x="9" y="62"/>
                    <a:pt x="10" y="59"/>
                  </a:cubicBezTo>
                  <a:cubicBezTo>
                    <a:pt x="14" y="63"/>
                    <a:pt x="13" y="76"/>
                    <a:pt x="13" y="82"/>
                  </a:cubicBezTo>
                  <a:cubicBezTo>
                    <a:pt x="14" y="79"/>
                    <a:pt x="14" y="76"/>
                    <a:pt x="15" y="73"/>
                  </a:cubicBezTo>
                  <a:cubicBezTo>
                    <a:pt x="19" y="78"/>
                    <a:pt x="20" y="86"/>
                    <a:pt x="21" y="92"/>
                  </a:cubicBezTo>
                  <a:cubicBezTo>
                    <a:pt x="21" y="89"/>
                    <a:pt x="21" y="84"/>
                    <a:pt x="22" y="81"/>
                  </a:cubicBezTo>
                  <a:cubicBezTo>
                    <a:pt x="26" y="83"/>
                    <a:pt x="26" y="91"/>
                    <a:pt x="28" y="94"/>
                  </a:cubicBezTo>
                  <a:cubicBezTo>
                    <a:pt x="27" y="92"/>
                    <a:pt x="27" y="89"/>
                    <a:pt x="28" y="87"/>
                  </a:cubicBezTo>
                  <a:cubicBezTo>
                    <a:pt x="30" y="90"/>
                    <a:pt x="31" y="93"/>
                    <a:pt x="32" y="96"/>
                  </a:cubicBezTo>
                  <a:cubicBezTo>
                    <a:pt x="33" y="90"/>
                    <a:pt x="30" y="83"/>
                    <a:pt x="29" y="76"/>
                  </a:cubicBezTo>
                  <a:cubicBezTo>
                    <a:pt x="29" y="71"/>
                    <a:pt x="29" y="67"/>
                    <a:pt x="27" y="64"/>
                  </a:cubicBezTo>
                  <a:cubicBezTo>
                    <a:pt x="27" y="69"/>
                    <a:pt x="28" y="75"/>
                    <a:pt x="26" y="79"/>
                  </a:cubicBezTo>
                  <a:cubicBezTo>
                    <a:pt x="23" y="71"/>
                    <a:pt x="22" y="63"/>
                    <a:pt x="20" y="54"/>
                  </a:cubicBezTo>
                  <a:cubicBezTo>
                    <a:pt x="20" y="58"/>
                    <a:pt x="19" y="63"/>
                    <a:pt x="19" y="67"/>
                  </a:cubicBezTo>
                  <a:cubicBezTo>
                    <a:pt x="15" y="59"/>
                    <a:pt x="17" y="48"/>
                    <a:pt x="15" y="40"/>
                  </a:cubicBezTo>
                  <a:cubicBezTo>
                    <a:pt x="14" y="42"/>
                    <a:pt x="14" y="45"/>
                    <a:pt x="14" y="48"/>
                  </a:cubicBezTo>
                  <a:cubicBezTo>
                    <a:pt x="12" y="39"/>
                    <a:pt x="13" y="31"/>
                    <a:pt x="12" y="23"/>
                  </a:cubicBezTo>
                  <a:cubicBezTo>
                    <a:pt x="12" y="23"/>
                    <a:pt x="12" y="23"/>
                    <a:pt x="11" y="24"/>
                  </a:cubicBezTo>
                  <a:cubicBezTo>
                    <a:pt x="9" y="16"/>
                    <a:pt x="11" y="8"/>
                    <a:pt x="9" y="1"/>
                  </a:cubicBezTo>
                </a:path>
              </a:pathLst>
            </a:custGeom>
            <a:solidFill>
              <a:srgbClr val="4F180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7624" name="Freeform 424">
              <a:extLst>
                <a:ext uri="{FF2B5EF4-FFF2-40B4-BE49-F238E27FC236}">
                  <a16:creationId xmlns:a16="http://schemas.microsoft.com/office/drawing/2014/main" id="{0199F9C9-FAF7-491A-A527-D4E51EC7D9A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0" y="1079"/>
              <a:ext cx="47" cy="95"/>
            </a:xfrm>
            <a:custGeom>
              <a:avLst/>
              <a:gdLst>
                <a:gd name="T0" fmla="*/ 0 w 44"/>
                <a:gd name="T1" fmla="*/ 108 h 89"/>
                <a:gd name="T2" fmla="*/ 1 w 44"/>
                <a:gd name="T3" fmla="*/ 72 h 89"/>
                <a:gd name="T4" fmla="*/ 5 w 44"/>
                <a:gd name="T5" fmla="*/ 86 h 89"/>
                <a:gd name="T6" fmla="*/ 6 w 44"/>
                <a:gd name="T7" fmla="*/ 70 h 89"/>
                <a:gd name="T8" fmla="*/ 11 w 44"/>
                <a:gd name="T9" fmla="*/ 78 h 89"/>
                <a:gd name="T10" fmla="*/ 12 w 44"/>
                <a:gd name="T11" fmla="*/ 68 h 89"/>
                <a:gd name="T12" fmla="*/ 14 w 44"/>
                <a:gd name="T13" fmla="*/ 73 h 89"/>
                <a:gd name="T14" fmla="*/ 15 w 44"/>
                <a:gd name="T15" fmla="*/ 29 h 89"/>
                <a:gd name="T16" fmla="*/ 21 w 44"/>
                <a:gd name="T17" fmla="*/ 62 h 89"/>
                <a:gd name="T18" fmla="*/ 22 w 44"/>
                <a:gd name="T19" fmla="*/ 27 h 89"/>
                <a:gd name="T20" fmla="*/ 22 w 44"/>
                <a:gd name="T21" fmla="*/ 0 h 89"/>
                <a:gd name="T22" fmla="*/ 26 w 44"/>
                <a:gd name="T23" fmla="*/ 19 h 89"/>
                <a:gd name="T24" fmla="*/ 47 w 44"/>
                <a:gd name="T25" fmla="*/ 77 h 89"/>
                <a:gd name="T26" fmla="*/ 53 w 44"/>
                <a:gd name="T27" fmla="*/ 89 h 89"/>
                <a:gd name="T28" fmla="*/ 34 w 44"/>
                <a:gd name="T29" fmla="*/ 68 h 89"/>
                <a:gd name="T30" fmla="*/ 34 w 44"/>
                <a:gd name="T31" fmla="*/ 73 h 89"/>
                <a:gd name="T32" fmla="*/ 28 w 44"/>
                <a:gd name="T33" fmla="*/ 66 h 89"/>
                <a:gd name="T34" fmla="*/ 30 w 44"/>
                <a:gd name="T35" fmla="*/ 80 h 89"/>
                <a:gd name="T36" fmla="*/ 22 w 44"/>
                <a:gd name="T37" fmla="*/ 72 h 89"/>
                <a:gd name="T38" fmla="*/ 24 w 44"/>
                <a:gd name="T39" fmla="*/ 79 h 89"/>
                <a:gd name="T40" fmla="*/ 18 w 44"/>
                <a:gd name="T41" fmla="*/ 73 h 89"/>
                <a:gd name="T42" fmla="*/ 16 w 44"/>
                <a:gd name="T43" fmla="*/ 80 h 89"/>
                <a:gd name="T44" fmla="*/ 13 w 44"/>
                <a:gd name="T45" fmla="*/ 79 h 89"/>
                <a:gd name="T46" fmla="*/ 11 w 44"/>
                <a:gd name="T47" fmla="*/ 107 h 89"/>
                <a:gd name="T48" fmla="*/ 5 w 44"/>
                <a:gd name="T49" fmla="*/ 97 h 89"/>
                <a:gd name="T50" fmla="*/ 3 w 44"/>
                <a:gd name="T51" fmla="*/ 105 h 89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44" h="89">
                  <a:moveTo>
                    <a:pt x="0" y="89"/>
                  </a:moveTo>
                  <a:cubicBezTo>
                    <a:pt x="0" y="79"/>
                    <a:pt x="0" y="69"/>
                    <a:pt x="1" y="59"/>
                  </a:cubicBezTo>
                  <a:cubicBezTo>
                    <a:pt x="3" y="62"/>
                    <a:pt x="5" y="66"/>
                    <a:pt x="5" y="71"/>
                  </a:cubicBezTo>
                  <a:cubicBezTo>
                    <a:pt x="6" y="67"/>
                    <a:pt x="4" y="62"/>
                    <a:pt x="6" y="58"/>
                  </a:cubicBezTo>
                  <a:cubicBezTo>
                    <a:pt x="6" y="60"/>
                    <a:pt x="8" y="62"/>
                    <a:pt x="8" y="64"/>
                  </a:cubicBezTo>
                  <a:cubicBezTo>
                    <a:pt x="9" y="62"/>
                    <a:pt x="9" y="59"/>
                    <a:pt x="9" y="56"/>
                  </a:cubicBezTo>
                  <a:cubicBezTo>
                    <a:pt x="10" y="57"/>
                    <a:pt x="11" y="59"/>
                    <a:pt x="11" y="60"/>
                  </a:cubicBezTo>
                  <a:cubicBezTo>
                    <a:pt x="14" y="48"/>
                    <a:pt x="14" y="35"/>
                    <a:pt x="12" y="23"/>
                  </a:cubicBezTo>
                  <a:cubicBezTo>
                    <a:pt x="18" y="30"/>
                    <a:pt x="11" y="47"/>
                    <a:pt x="18" y="51"/>
                  </a:cubicBezTo>
                  <a:cubicBezTo>
                    <a:pt x="21" y="42"/>
                    <a:pt x="20" y="32"/>
                    <a:pt x="19" y="22"/>
                  </a:cubicBezTo>
                  <a:cubicBezTo>
                    <a:pt x="18" y="16"/>
                    <a:pt x="15" y="6"/>
                    <a:pt x="19" y="0"/>
                  </a:cubicBezTo>
                  <a:cubicBezTo>
                    <a:pt x="21" y="4"/>
                    <a:pt x="20" y="11"/>
                    <a:pt x="21" y="16"/>
                  </a:cubicBezTo>
                  <a:cubicBezTo>
                    <a:pt x="25" y="32"/>
                    <a:pt x="30" y="49"/>
                    <a:pt x="38" y="63"/>
                  </a:cubicBezTo>
                  <a:cubicBezTo>
                    <a:pt x="40" y="66"/>
                    <a:pt x="43" y="69"/>
                    <a:pt x="44" y="73"/>
                  </a:cubicBezTo>
                  <a:cubicBezTo>
                    <a:pt x="37" y="69"/>
                    <a:pt x="32" y="61"/>
                    <a:pt x="28" y="56"/>
                  </a:cubicBezTo>
                  <a:cubicBezTo>
                    <a:pt x="28" y="57"/>
                    <a:pt x="27" y="59"/>
                    <a:pt x="28" y="60"/>
                  </a:cubicBezTo>
                  <a:cubicBezTo>
                    <a:pt x="26" y="58"/>
                    <a:pt x="24" y="56"/>
                    <a:pt x="22" y="54"/>
                  </a:cubicBezTo>
                  <a:cubicBezTo>
                    <a:pt x="22" y="58"/>
                    <a:pt x="23" y="62"/>
                    <a:pt x="24" y="66"/>
                  </a:cubicBezTo>
                  <a:cubicBezTo>
                    <a:pt x="22" y="64"/>
                    <a:pt x="21" y="62"/>
                    <a:pt x="19" y="59"/>
                  </a:cubicBezTo>
                  <a:cubicBezTo>
                    <a:pt x="20" y="61"/>
                    <a:pt x="19" y="63"/>
                    <a:pt x="20" y="65"/>
                  </a:cubicBezTo>
                  <a:cubicBezTo>
                    <a:pt x="19" y="63"/>
                    <a:pt x="17" y="61"/>
                    <a:pt x="15" y="60"/>
                  </a:cubicBezTo>
                  <a:cubicBezTo>
                    <a:pt x="14" y="62"/>
                    <a:pt x="14" y="64"/>
                    <a:pt x="13" y="66"/>
                  </a:cubicBezTo>
                  <a:cubicBezTo>
                    <a:pt x="13" y="66"/>
                    <a:pt x="11" y="66"/>
                    <a:pt x="10" y="65"/>
                  </a:cubicBezTo>
                  <a:cubicBezTo>
                    <a:pt x="9" y="72"/>
                    <a:pt x="12" y="82"/>
                    <a:pt x="8" y="88"/>
                  </a:cubicBezTo>
                  <a:cubicBezTo>
                    <a:pt x="6" y="86"/>
                    <a:pt x="6" y="83"/>
                    <a:pt x="5" y="80"/>
                  </a:cubicBezTo>
                  <a:cubicBezTo>
                    <a:pt x="5" y="82"/>
                    <a:pt x="4" y="85"/>
                    <a:pt x="3" y="86"/>
                  </a:cubicBezTo>
                </a:path>
              </a:pathLst>
            </a:custGeom>
            <a:solidFill>
              <a:srgbClr val="4F180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7625" name="Freeform 425">
              <a:extLst>
                <a:ext uri="{FF2B5EF4-FFF2-40B4-BE49-F238E27FC236}">
                  <a16:creationId xmlns:a16="http://schemas.microsoft.com/office/drawing/2014/main" id="{63794290-ECFF-43FF-97A3-2423219A31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0" y="2029"/>
              <a:ext cx="319" cy="52"/>
            </a:xfrm>
            <a:custGeom>
              <a:avLst/>
              <a:gdLst>
                <a:gd name="T0" fmla="*/ 0 w 299"/>
                <a:gd name="T1" fmla="*/ 39 h 49"/>
                <a:gd name="T2" fmla="*/ 197 w 299"/>
                <a:gd name="T3" fmla="*/ 5 h 49"/>
                <a:gd name="T4" fmla="*/ 363 w 299"/>
                <a:gd name="T5" fmla="*/ 27 h 49"/>
                <a:gd name="T6" fmla="*/ 192 w 299"/>
                <a:gd name="T7" fmla="*/ 24 h 49"/>
                <a:gd name="T8" fmla="*/ 105 w 299"/>
                <a:gd name="T9" fmla="*/ 40 h 49"/>
                <a:gd name="T10" fmla="*/ 2 w 299"/>
                <a:gd name="T11" fmla="*/ 50 h 4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99" h="49">
                  <a:moveTo>
                    <a:pt x="0" y="33"/>
                  </a:moveTo>
                  <a:cubicBezTo>
                    <a:pt x="56" y="33"/>
                    <a:pt x="107" y="11"/>
                    <a:pt x="162" y="5"/>
                  </a:cubicBezTo>
                  <a:cubicBezTo>
                    <a:pt x="211" y="0"/>
                    <a:pt x="252" y="26"/>
                    <a:pt x="299" y="23"/>
                  </a:cubicBezTo>
                  <a:cubicBezTo>
                    <a:pt x="259" y="49"/>
                    <a:pt x="200" y="23"/>
                    <a:pt x="158" y="21"/>
                  </a:cubicBezTo>
                  <a:cubicBezTo>
                    <a:pt x="132" y="20"/>
                    <a:pt x="110" y="27"/>
                    <a:pt x="86" y="34"/>
                  </a:cubicBezTo>
                  <a:cubicBezTo>
                    <a:pt x="56" y="43"/>
                    <a:pt x="31" y="39"/>
                    <a:pt x="2" y="41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</p:grpSp>
      <p:grpSp>
        <p:nvGrpSpPr>
          <p:cNvPr id="47107" name="Obese-Male-Full-Body-Illustration">
            <a:extLst>
              <a:ext uri="{FF2B5EF4-FFF2-40B4-BE49-F238E27FC236}">
                <a16:creationId xmlns:a16="http://schemas.microsoft.com/office/drawing/2014/main" id="{BD24416D-D07C-4888-9C6B-DF7EAD7CFF85}"/>
              </a:ext>
            </a:extLst>
          </p:cNvPr>
          <p:cNvGrpSpPr>
            <a:grpSpLocks/>
          </p:cNvGrpSpPr>
          <p:nvPr/>
        </p:nvGrpSpPr>
        <p:grpSpPr bwMode="auto">
          <a:xfrm>
            <a:off x="2576513" y="1158875"/>
            <a:ext cx="2963862" cy="5338763"/>
            <a:chOff x="663" y="719"/>
            <a:chExt cx="1867" cy="3363"/>
          </a:xfrm>
        </p:grpSpPr>
        <p:grpSp>
          <p:nvGrpSpPr>
            <p:cNvPr id="47207" name="Group 427">
              <a:extLst>
                <a:ext uri="{FF2B5EF4-FFF2-40B4-BE49-F238E27FC236}">
                  <a16:creationId xmlns:a16="http://schemas.microsoft.com/office/drawing/2014/main" id="{89825D41-64F3-4BB9-B517-492F6418289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63" y="719"/>
              <a:ext cx="1867" cy="3363"/>
              <a:chOff x="663" y="719"/>
              <a:chExt cx="1867" cy="3363"/>
            </a:xfrm>
          </p:grpSpPr>
          <p:sp>
            <p:nvSpPr>
              <p:cNvPr id="47404" name="Freeform 428">
                <a:extLst>
                  <a:ext uri="{FF2B5EF4-FFF2-40B4-BE49-F238E27FC236}">
                    <a16:creationId xmlns:a16="http://schemas.microsoft.com/office/drawing/2014/main" id="{E990F8CD-A7B9-4450-938D-AC91EB81C0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3" y="761"/>
                <a:ext cx="1867" cy="3321"/>
              </a:xfrm>
              <a:custGeom>
                <a:avLst/>
                <a:gdLst>
                  <a:gd name="T0" fmla="*/ 1264 w 1747"/>
                  <a:gd name="T1" fmla="*/ 207 h 3108"/>
                  <a:gd name="T2" fmla="*/ 1266 w 1747"/>
                  <a:gd name="T3" fmla="*/ 428 h 3108"/>
                  <a:gd name="T4" fmla="*/ 1833 w 1747"/>
                  <a:gd name="T5" fmla="*/ 743 h 3108"/>
                  <a:gd name="T6" fmla="*/ 1993 w 1747"/>
                  <a:gd name="T7" fmla="*/ 1229 h 3108"/>
                  <a:gd name="T8" fmla="*/ 2079 w 1747"/>
                  <a:gd name="T9" fmla="*/ 1514 h 3108"/>
                  <a:gd name="T10" fmla="*/ 2094 w 1747"/>
                  <a:gd name="T11" fmla="*/ 1673 h 3108"/>
                  <a:gd name="T12" fmla="*/ 2115 w 1747"/>
                  <a:gd name="T13" fmla="*/ 1892 h 3108"/>
                  <a:gd name="T14" fmla="*/ 1977 w 1747"/>
                  <a:gd name="T15" fmla="*/ 2072 h 3108"/>
                  <a:gd name="T16" fmla="*/ 1913 w 1747"/>
                  <a:gd name="T17" fmla="*/ 2007 h 3108"/>
                  <a:gd name="T18" fmla="*/ 1880 w 1747"/>
                  <a:gd name="T19" fmla="*/ 1780 h 3108"/>
                  <a:gd name="T20" fmla="*/ 1792 w 1747"/>
                  <a:gd name="T21" fmla="*/ 1575 h 3108"/>
                  <a:gd name="T22" fmla="*/ 1782 w 1747"/>
                  <a:gd name="T23" fmla="*/ 2514 h 3108"/>
                  <a:gd name="T24" fmla="*/ 1725 w 1747"/>
                  <a:gd name="T25" fmla="*/ 2801 h 3108"/>
                  <a:gd name="T26" fmla="*/ 1710 w 1747"/>
                  <a:gd name="T27" fmla="*/ 3458 h 3108"/>
                  <a:gd name="T28" fmla="*/ 1753 w 1747"/>
                  <a:gd name="T29" fmla="*/ 3553 h 3108"/>
                  <a:gd name="T30" fmla="*/ 1877 w 1747"/>
                  <a:gd name="T31" fmla="*/ 3636 h 3108"/>
                  <a:gd name="T32" fmla="*/ 1918 w 1747"/>
                  <a:gd name="T33" fmla="*/ 3701 h 3108"/>
                  <a:gd name="T34" fmla="*/ 1885 w 1747"/>
                  <a:gd name="T35" fmla="*/ 3748 h 3108"/>
                  <a:gd name="T36" fmla="*/ 1798 w 1747"/>
                  <a:gd name="T37" fmla="*/ 3786 h 3108"/>
                  <a:gd name="T38" fmla="*/ 1712 w 1747"/>
                  <a:gd name="T39" fmla="*/ 3722 h 3108"/>
                  <a:gd name="T40" fmla="*/ 1465 w 1747"/>
                  <a:gd name="T41" fmla="*/ 3603 h 3108"/>
                  <a:gd name="T42" fmla="*/ 1401 w 1747"/>
                  <a:gd name="T43" fmla="*/ 3359 h 3108"/>
                  <a:gd name="T44" fmla="*/ 1235 w 1747"/>
                  <a:gd name="T45" fmla="*/ 2722 h 3108"/>
                  <a:gd name="T46" fmla="*/ 1090 w 1747"/>
                  <a:gd name="T47" fmla="*/ 2352 h 3108"/>
                  <a:gd name="T48" fmla="*/ 1067 w 1747"/>
                  <a:gd name="T49" fmla="*/ 2151 h 3108"/>
                  <a:gd name="T50" fmla="*/ 967 w 1747"/>
                  <a:gd name="T51" fmla="*/ 2616 h 3108"/>
                  <a:gd name="T52" fmla="*/ 890 w 1747"/>
                  <a:gd name="T53" fmla="*/ 2762 h 3108"/>
                  <a:gd name="T54" fmla="*/ 701 w 1747"/>
                  <a:gd name="T55" fmla="*/ 3447 h 3108"/>
                  <a:gd name="T56" fmla="*/ 538 w 1747"/>
                  <a:gd name="T57" fmla="*/ 3669 h 3108"/>
                  <a:gd name="T58" fmla="*/ 395 w 1747"/>
                  <a:gd name="T59" fmla="*/ 3739 h 3108"/>
                  <a:gd name="T60" fmla="*/ 286 w 1747"/>
                  <a:gd name="T61" fmla="*/ 3764 h 3108"/>
                  <a:gd name="T62" fmla="*/ 233 w 1747"/>
                  <a:gd name="T63" fmla="*/ 3743 h 3108"/>
                  <a:gd name="T64" fmla="*/ 228 w 1747"/>
                  <a:gd name="T65" fmla="*/ 3676 h 3108"/>
                  <a:gd name="T66" fmla="*/ 298 w 1747"/>
                  <a:gd name="T67" fmla="*/ 3626 h 3108"/>
                  <a:gd name="T68" fmla="*/ 421 w 1747"/>
                  <a:gd name="T69" fmla="*/ 3503 h 3108"/>
                  <a:gd name="T70" fmla="*/ 414 w 1747"/>
                  <a:gd name="T71" fmla="*/ 3428 h 3108"/>
                  <a:gd name="T72" fmla="*/ 378 w 1747"/>
                  <a:gd name="T73" fmla="*/ 2704 h 3108"/>
                  <a:gd name="T74" fmla="*/ 325 w 1747"/>
                  <a:gd name="T75" fmla="*/ 1829 h 3108"/>
                  <a:gd name="T76" fmla="*/ 269 w 1747"/>
                  <a:gd name="T77" fmla="*/ 1680 h 3108"/>
                  <a:gd name="T78" fmla="*/ 236 w 1747"/>
                  <a:gd name="T79" fmla="*/ 1870 h 3108"/>
                  <a:gd name="T80" fmla="*/ 185 w 1747"/>
                  <a:gd name="T81" fmla="*/ 2001 h 3108"/>
                  <a:gd name="T82" fmla="*/ 73 w 1747"/>
                  <a:gd name="T83" fmla="*/ 2018 h 3108"/>
                  <a:gd name="T84" fmla="*/ 30 w 1747"/>
                  <a:gd name="T85" fmla="*/ 1759 h 3108"/>
                  <a:gd name="T86" fmla="*/ 33 w 1747"/>
                  <a:gd name="T87" fmla="*/ 1649 h 3108"/>
                  <a:gd name="T88" fmla="*/ 97 w 1747"/>
                  <a:gd name="T89" fmla="*/ 1361 h 3108"/>
                  <a:gd name="T90" fmla="*/ 153 w 1747"/>
                  <a:gd name="T91" fmla="*/ 1136 h 3108"/>
                  <a:gd name="T92" fmla="*/ 766 w 1747"/>
                  <a:gd name="T93" fmla="*/ 501 h 3108"/>
                  <a:gd name="T94" fmla="*/ 882 w 1747"/>
                  <a:gd name="T95" fmla="*/ 302 h 3108"/>
                  <a:gd name="T96" fmla="*/ 888 w 1747"/>
                  <a:gd name="T97" fmla="*/ 221 h 3108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1747" h="3108">
                    <a:moveTo>
                      <a:pt x="875" y="0"/>
                    </a:moveTo>
                    <a:cubicBezTo>
                      <a:pt x="875" y="0"/>
                      <a:pt x="1010" y="17"/>
                      <a:pt x="1019" y="182"/>
                    </a:cubicBezTo>
                    <a:cubicBezTo>
                      <a:pt x="1019" y="182"/>
                      <a:pt x="1024" y="164"/>
                      <a:pt x="1036" y="170"/>
                    </a:cubicBezTo>
                    <a:cubicBezTo>
                      <a:pt x="1048" y="177"/>
                      <a:pt x="1046" y="194"/>
                      <a:pt x="1041" y="203"/>
                    </a:cubicBezTo>
                    <a:cubicBezTo>
                      <a:pt x="1035" y="211"/>
                      <a:pt x="1030" y="244"/>
                      <a:pt x="1025" y="248"/>
                    </a:cubicBezTo>
                    <a:cubicBezTo>
                      <a:pt x="1025" y="248"/>
                      <a:pt x="1048" y="294"/>
                      <a:pt x="1038" y="351"/>
                    </a:cubicBezTo>
                    <a:cubicBezTo>
                      <a:pt x="1038" y="351"/>
                      <a:pt x="1049" y="349"/>
                      <a:pt x="1054" y="365"/>
                    </a:cubicBezTo>
                    <a:cubicBezTo>
                      <a:pt x="1059" y="381"/>
                      <a:pt x="1094" y="404"/>
                      <a:pt x="1119" y="411"/>
                    </a:cubicBezTo>
                    <a:cubicBezTo>
                      <a:pt x="1144" y="418"/>
                      <a:pt x="1441" y="437"/>
                      <a:pt x="1502" y="608"/>
                    </a:cubicBezTo>
                    <a:cubicBezTo>
                      <a:pt x="1518" y="652"/>
                      <a:pt x="1530" y="667"/>
                      <a:pt x="1553" y="692"/>
                    </a:cubicBezTo>
                    <a:cubicBezTo>
                      <a:pt x="1576" y="717"/>
                      <a:pt x="1609" y="800"/>
                      <a:pt x="1622" y="931"/>
                    </a:cubicBezTo>
                    <a:cubicBezTo>
                      <a:pt x="1627" y="980"/>
                      <a:pt x="1621" y="990"/>
                      <a:pt x="1633" y="1007"/>
                    </a:cubicBezTo>
                    <a:cubicBezTo>
                      <a:pt x="1645" y="1024"/>
                      <a:pt x="1659" y="1038"/>
                      <a:pt x="1655" y="1062"/>
                    </a:cubicBezTo>
                    <a:cubicBezTo>
                      <a:pt x="1651" y="1086"/>
                      <a:pt x="1659" y="1100"/>
                      <a:pt x="1667" y="1116"/>
                    </a:cubicBezTo>
                    <a:cubicBezTo>
                      <a:pt x="1675" y="1132"/>
                      <a:pt x="1707" y="1204"/>
                      <a:pt x="1703" y="1241"/>
                    </a:cubicBezTo>
                    <a:cubicBezTo>
                      <a:pt x="1699" y="1278"/>
                      <a:pt x="1703" y="1291"/>
                      <a:pt x="1711" y="1298"/>
                    </a:cubicBezTo>
                    <a:cubicBezTo>
                      <a:pt x="1719" y="1305"/>
                      <a:pt x="1730" y="1340"/>
                      <a:pt x="1720" y="1351"/>
                    </a:cubicBezTo>
                    <a:cubicBezTo>
                      <a:pt x="1710" y="1362"/>
                      <a:pt x="1711" y="1361"/>
                      <a:pt x="1715" y="1372"/>
                    </a:cubicBezTo>
                    <a:cubicBezTo>
                      <a:pt x="1719" y="1383"/>
                      <a:pt x="1721" y="1386"/>
                      <a:pt x="1720" y="1398"/>
                    </a:cubicBezTo>
                    <a:cubicBezTo>
                      <a:pt x="1719" y="1410"/>
                      <a:pt x="1718" y="1420"/>
                      <a:pt x="1723" y="1441"/>
                    </a:cubicBezTo>
                    <a:cubicBezTo>
                      <a:pt x="1728" y="1462"/>
                      <a:pt x="1747" y="1521"/>
                      <a:pt x="1733" y="1551"/>
                    </a:cubicBezTo>
                    <a:cubicBezTo>
                      <a:pt x="1719" y="1581"/>
                      <a:pt x="1715" y="1591"/>
                      <a:pt x="1710" y="1605"/>
                    </a:cubicBezTo>
                    <a:cubicBezTo>
                      <a:pt x="1705" y="1619"/>
                      <a:pt x="1695" y="1647"/>
                      <a:pt x="1687" y="1655"/>
                    </a:cubicBezTo>
                    <a:cubicBezTo>
                      <a:pt x="1679" y="1663"/>
                      <a:pt x="1635" y="1705"/>
                      <a:pt x="1620" y="1699"/>
                    </a:cubicBezTo>
                    <a:cubicBezTo>
                      <a:pt x="1610" y="1696"/>
                      <a:pt x="1612" y="1680"/>
                      <a:pt x="1612" y="1680"/>
                    </a:cubicBezTo>
                    <a:cubicBezTo>
                      <a:pt x="1612" y="1680"/>
                      <a:pt x="1585" y="1668"/>
                      <a:pt x="1595" y="1641"/>
                    </a:cubicBezTo>
                    <a:cubicBezTo>
                      <a:pt x="1595" y="1641"/>
                      <a:pt x="1579" y="1655"/>
                      <a:pt x="1567" y="1645"/>
                    </a:cubicBezTo>
                    <a:cubicBezTo>
                      <a:pt x="1555" y="1636"/>
                      <a:pt x="1561" y="1603"/>
                      <a:pt x="1558" y="1593"/>
                    </a:cubicBezTo>
                    <a:cubicBezTo>
                      <a:pt x="1556" y="1582"/>
                      <a:pt x="1557" y="1552"/>
                      <a:pt x="1553" y="1533"/>
                    </a:cubicBezTo>
                    <a:cubicBezTo>
                      <a:pt x="1549" y="1514"/>
                      <a:pt x="1536" y="1477"/>
                      <a:pt x="1540" y="1459"/>
                    </a:cubicBezTo>
                    <a:cubicBezTo>
                      <a:pt x="1545" y="1440"/>
                      <a:pt x="1553" y="1421"/>
                      <a:pt x="1542" y="1407"/>
                    </a:cubicBezTo>
                    <a:cubicBezTo>
                      <a:pt x="1532" y="1394"/>
                      <a:pt x="1526" y="1385"/>
                      <a:pt x="1526" y="1377"/>
                    </a:cubicBezTo>
                    <a:cubicBezTo>
                      <a:pt x="1526" y="1369"/>
                      <a:pt x="1478" y="1328"/>
                      <a:pt x="1468" y="1291"/>
                    </a:cubicBezTo>
                    <a:cubicBezTo>
                      <a:pt x="1468" y="1291"/>
                      <a:pt x="1474" y="1379"/>
                      <a:pt x="1472" y="1404"/>
                    </a:cubicBezTo>
                    <a:cubicBezTo>
                      <a:pt x="1469" y="1429"/>
                      <a:pt x="1470" y="1471"/>
                      <a:pt x="1481" y="1499"/>
                    </a:cubicBezTo>
                    <a:cubicBezTo>
                      <a:pt x="1492" y="1527"/>
                      <a:pt x="1572" y="1847"/>
                      <a:pt x="1460" y="2061"/>
                    </a:cubicBezTo>
                    <a:cubicBezTo>
                      <a:pt x="1443" y="2094"/>
                      <a:pt x="1448" y="2108"/>
                      <a:pt x="1450" y="2127"/>
                    </a:cubicBezTo>
                    <a:cubicBezTo>
                      <a:pt x="1453" y="2145"/>
                      <a:pt x="1456" y="2196"/>
                      <a:pt x="1437" y="2217"/>
                    </a:cubicBezTo>
                    <a:cubicBezTo>
                      <a:pt x="1418" y="2239"/>
                      <a:pt x="1405" y="2259"/>
                      <a:pt x="1413" y="2296"/>
                    </a:cubicBezTo>
                    <a:cubicBezTo>
                      <a:pt x="1421" y="2333"/>
                      <a:pt x="1482" y="2552"/>
                      <a:pt x="1413" y="2745"/>
                    </a:cubicBezTo>
                    <a:cubicBezTo>
                      <a:pt x="1397" y="2790"/>
                      <a:pt x="1417" y="2790"/>
                      <a:pt x="1408" y="2809"/>
                    </a:cubicBezTo>
                    <a:cubicBezTo>
                      <a:pt x="1399" y="2828"/>
                      <a:pt x="1399" y="2829"/>
                      <a:pt x="1401" y="2834"/>
                    </a:cubicBezTo>
                    <a:cubicBezTo>
                      <a:pt x="1403" y="2839"/>
                      <a:pt x="1400" y="2851"/>
                      <a:pt x="1397" y="2856"/>
                    </a:cubicBezTo>
                    <a:cubicBezTo>
                      <a:pt x="1393" y="2860"/>
                      <a:pt x="1396" y="2865"/>
                      <a:pt x="1402" y="2871"/>
                    </a:cubicBezTo>
                    <a:cubicBezTo>
                      <a:pt x="1409" y="2877"/>
                      <a:pt x="1430" y="2900"/>
                      <a:pt x="1436" y="2912"/>
                    </a:cubicBezTo>
                    <a:cubicBezTo>
                      <a:pt x="1442" y="2925"/>
                      <a:pt x="1473" y="2947"/>
                      <a:pt x="1482" y="2954"/>
                    </a:cubicBezTo>
                    <a:cubicBezTo>
                      <a:pt x="1490" y="2962"/>
                      <a:pt x="1496" y="2966"/>
                      <a:pt x="1503" y="2971"/>
                    </a:cubicBezTo>
                    <a:cubicBezTo>
                      <a:pt x="1511" y="2975"/>
                      <a:pt x="1531" y="2979"/>
                      <a:pt x="1537" y="2981"/>
                    </a:cubicBezTo>
                    <a:cubicBezTo>
                      <a:pt x="1544" y="2984"/>
                      <a:pt x="1552" y="2987"/>
                      <a:pt x="1556" y="2995"/>
                    </a:cubicBezTo>
                    <a:cubicBezTo>
                      <a:pt x="1559" y="3002"/>
                      <a:pt x="1562" y="3003"/>
                      <a:pt x="1561" y="3013"/>
                    </a:cubicBezTo>
                    <a:cubicBezTo>
                      <a:pt x="1561" y="3013"/>
                      <a:pt x="1575" y="3021"/>
                      <a:pt x="1572" y="3034"/>
                    </a:cubicBezTo>
                    <a:cubicBezTo>
                      <a:pt x="1568" y="3046"/>
                      <a:pt x="1563" y="3045"/>
                      <a:pt x="1563" y="3045"/>
                    </a:cubicBezTo>
                    <a:cubicBezTo>
                      <a:pt x="1563" y="3045"/>
                      <a:pt x="1566" y="3063"/>
                      <a:pt x="1556" y="3068"/>
                    </a:cubicBezTo>
                    <a:cubicBezTo>
                      <a:pt x="1547" y="3074"/>
                      <a:pt x="1545" y="3072"/>
                      <a:pt x="1545" y="3072"/>
                    </a:cubicBezTo>
                    <a:cubicBezTo>
                      <a:pt x="1545" y="3072"/>
                      <a:pt x="1541" y="3083"/>
                      <a:pt x="1529" y="3085"/>
                    </a:cubicBezTo>
                    <a:cubicBezTo>
                      <a:pt x="1517" y="3087"/>
                      <a:pt x="1512" y="3086"/>
                      <a:pt x="1512" y="3086"/>
                    </a:cubicBezTo>
                    <a:cubicBezTo>
                      <a:pt x="1512" y="3086"/>
                      <a:pt x="1498" y="3108"/>
                      <a:pt x="1473" y="3103"/>
                    </a:cubicBezTo>
                    <a:cubicBezTo>
                      <a:pt x="1449" y="3097"/>
                      <a:pt x="1440" y="3084"/>
                      <a:pt x="1435" y="3077"/>
                    </a:cubicBezTo>
                    <a:cubicBezTo>
                      <a:pt x="1430" y="3070"/>
                      <a:pt x="1426" y="3066"/>
                      <a:pt x="1423" y="3065"/>
                    </a:cubicBezTo>
                    <a:cubicBezTo>
                      <a:pt x="1421" y="3065"/>
                      <a:pt x="1409" y="3061"/>
                      <a:pt x="1403" y="3051"/>
                    </a:cubicBezTo>
                    <a:cubicBezTo>
                      <a:pt x="1397" y="3040"/>
                      <a:pt x="1387" y="3028"/>
                      <a:pt x="1379" y="3025"/>
                    </a:cubicBezTo>
                    <a:cubicBezTo>
                      <a:pt x="1371" y="3022"/>
                      <a:pt x="1337" y="3010"/>
                      <a:pt x="1306" y="3008"/>
                    </a:cubicBezTo>
                    <a:cubicBezTo>
                      <a:pt x="1276" y="3005"/>
                      <a:pt x="1198" y="2989"/>
                      <a:pt x="1201" y="2954"/>
                    </a:cubicBezTo>
                    <a:cubicBezTo>
                      <a:pt x="1205" y="2919"/>
                      <a:pt x="1217" y="2899"/>
                      <a:pt x="1206" y="2890"/>
                    </a:cubicBezTo>
                    <a:cubicBezTo>
                      <a:pt x="1194" y="2881"/>
                      <a:pt x="1172" y="2852"/>
                      <a:pt x="1172" y="2825"/>
                    </a:cubicBezTo>
                    <a:cubicBezTo>
                      <a:pt x="1173" y="2798"/>
                      <a:pt x="1181" y="2784"/>
                      <a:pt x="1148" y="2753"/>
                    </a:cubicBezTo>
                    <a:cubicBezTo>
                      <a:pt x="1115" y="2722"/>
                      <a:pt x="982" y="2604"/>
                      <a:pt x="1008" y="2397"/>
                    </a:cubicBezTo>
                    <a:cubicBezTo>
                      <a:pt x="1018" y="2316"/>
                      <a:pt x="1012" y="2277"/>
                      <a:pt x="1018" y="2264"/>
                    </a:cubicBezTo>
                    <a:cubicBezTo>
                      <a:pt x="1025" y="2251"/>
                      <a:pt x="1002" y="2237"/>
                      <a:pt x="1012" y="2231"/>
                    </a:cubicBezTo>
                    <a:cubicBezTo>
                      <a:pt x="1021" y="2224"/>
                      <a:pt x="1021" y="2215"/>
                      <a:pt x="1006" y="2212"/>
                    </a:cubicBezTo>
                    <a:cubicBezTo>
                      <a:pt x="992" y="2209"/>
                      <a:pt x="965" y="2183"/>
                      <a:pt x="954" y="2144"/>
                    </a:cubicBezTo>
                    <a:cubicBezTo>
                      <a:pt x="944" y="2105"/>
                      <a:pt x="897" y="1956"/>
                      <a:pt x="893" y="1928"/>
                    </a:cubicBezTo>
                    <a:cubicBezTo>
                      <a:pt x="889" y="1900"/>
                      <a:pt x="877" y="1891"/>
                      <a:pt x="876" y="1869"/>
                    </a:cubicBezTo>
                    <a:cubicBezTo>
                      <a:pt x="874" y="1848"/>
                      <a:pt x="873" y="1763"/>
                      <a:pt x="873" y="1763"/>
                    </a:cubicBezTo>
                    <a:cubicBezTo>
                      <a:pt x="874" y="1763"/>
                      <a:pt x="874" y="1763"/>
                      <a:pt x="874" y="1763"/>
                    </a:cubicBezTo>
                    <a:cubicBezTo>
                      <a:pt x="874" y="1763"/>
                      <a:pt x="873" y="1848"/>
                      <a:pt x="872" y="1869"/>
                    </a:cubicBezTo>
                    <a:cubicBezTo>
                      <a:pt x="870" y="1891"/>
                      <a:pt x="858" y="1900"/>
                      <a:pt x="854" y="1928"/>
                    </a:cubicBezTo>
                    <a:cubicBezTo>
                      <a:pt x="850" y="1956"/>
                      <a:pt x="804" y="2105"/>
                      <a:pt x="793" y="2144"/>
                    </a:cubicBezTo>
                    <a:cubicBezTo>
                      <a:pt x="782" y="2183"/>
                      <a:pt x="756" y="2209"/>
                      <a:pt x="741" y="2212"/>
                    </a:cubicBezTo>
                    <a:cubicBezTo>
                      <a:pt x="726" y="2215"/>
                      <a:pt x="726" y="2224"/>
                      <a:pt x="736" y="2231"/>
                    </a:cubicBezTo>
                    <a:cubicBezTo>
                      <a:pt x="745" y="2237"/>
                      <a:pt x="722" y="2251"/>
                      <a:pt x="729" y="2264"/>
                    </a:cubicBezTo>
                    <a:cubicBezTo>
                      <a:pt x="736" y="2277"/>
                      <a:pt x="730" y="2316"/>
                      <a:pt x="740" y="2397"/>
                    </a:cubicBezTo>
                    <a:cubicBezTo>
                      <a:pt x="765" y="2604"/>
                      <a:pt x="632" y="2722"/>
                      <a:pt x="599" y="2753"/>
                    </a:cubicBezTo>
                    <a:cubicBezTo>
                      <a:pt x="567" y="2784"/>
                      <a:pt x="574" y="2798"/>
                      <a:pt x="575" y="2825"/>
                    </a:cubicBezTo>
                    <a:cubicBezTo>
                      <a:pt x="576" y="2852"/>
                      <a:pt x="554" y="2881"/>
                      <a:pt x="542" y="2890"/>
                    </a:cubicBezTo>
                    <a:cubicBezTo>
                      <a:pt x="530" y="2899"/>
                      <a:pt x="542" y="2919"/>
                      <a:pt x="546" y="2954"/>
                    </a:cubicBezTo>
                    <a:cubicBezTo>
                      <a:pt x="549" y="2989"/>
                      <a:pt x="471" y="3005"/>
                      <a:pt x="441" y="3008"/>
                    </a:cubicBezTo>
                    <a:cubicBezTo>
                      <a:pt x="410" y="3010"/>
                      <a:pt x="376" y="3022"/>
                      <a:pt x="368" y="3025"/>
                    </a:cubicBezTo>
                    <a:cubicBezTo>
                      <a:pt x="360" y="3028"/>
                      <a:pt x="350" y="3040"/>
                      <a:pt x="344" y="3051"/>
                    </a:cubicBezTo>
                    <a:cubicBezTo>
                      <a:pt x="338" y="3061"/>
                      <a:pt x="327" y="3065"/>
                      <a:pt x="324" y="3065"/>
                    </a:cubicBezTo>
                    <a:cubicBezTo>
                      <a:pt x="321" y="3066"/>
                      <a:pt x="317" y="3070"/>
                      <a:pt x="312" y="3077"/>
                    </a:cubicBezTo>
                    <a:cubicBezTo>
                      <a:pt x="308" y="3084"/>
                      <a:pt x="299" y="3097"/>
                      <a:pt x="274" y="3103"/>
                    </a:cubicBezTo>
                    <a:cubicBezTo>
                      <a:pt x="249" y="3108"/>
                      <a:pt x="235" y="3086"/>
                      <a:pt x="235" y="3086"/>
                    </a:cubicBezTo>
                    <a:cubicBezTo>
                      <a:pt x="235" y="3086"/>
                      <a:pt x="230" y="3087"/>
                      <a:pt x="218" y="3085"/>
                    </a:cubicBezTo>
                    <a:cubicBezTo>
                      <a:pt x="206" y="3083"/>
                      <a:pt x="203" y="3072"/>
                      <a:pt x="203" y="3072"/>
                    </a:cubicBezTo>
                    <a:cubicBezTo>
                      <a:pt x="203" y="3072"/>
                      <a:pt x="200" y="3074"/>
                      <a:pt x="191" y="3068"/>
                    </a:cubicBezTo>
                    <a:cubicBezTo>
                      <a:pt x="181" y="3063"/>
                      <a:pt x="184" y="3045"/>
                      <a:pt x="184" y="3045"/>
                    </a:cubicBezTo>
                    <a:cubicBezTo>
                      <a:pt x="184" y="3045"/>
                      <a:pt x="179" y="3046"/>
                      <a:pt x="176" y="3034"/>
                    </a:cubicBezTo>
                    <a:cubicBezTo>
                      <a:pt x="172" y="3021"/>
                      <a:pt x="186" y="3013"/>
                      <a:pt x="186" y="3013"/>
                    </a:cubicBezTo>
                    <a:cubicBezTo>
                      <a:pt x="185" y="3003"/>
                      <a:pt x="188" y="3002"/>
                      <a:pt x="191" y="2995"/>
                    </a:cubicBezTo>
                    <a:cubicBezTo>
                      <a:pt x="195" y="2987"/>
                      <a:pt x="204" y="2984"/>
                      <a:pt x="210" y="2981"/>
                    </a:cubicBezTo>
                    <a:cubicBezTo>
                      <a:pt x="216" y="2979"/>
                      <a:pt x="237" y="2975"/>
                      <a:pt x="244" y="2971"/>
                    </a:cubicBezTo>
                    <a:cubicBezTo>
                      <a:pt x="251" y="2966"/>
                      <a:pt x="257" y="2962"/>
                      <a:pt x="266" y="2954"/>
                    </a:cubicBezTo>
                    <a:cubicBezTo>
                      <a:pt x="274" y="2947"/>
                      <a:pt x="305" y="2925"/>
                      <a:pt x="311" y="2912"/>
                    </a:cubicBezTo>
                    <a:cubicBezTo>
                      <a:pt x="317" y="2900"/>
                      <a:pt x="339" y="2877"/>
                      <a:pt x="345" y="2871"/>
                    </a:cubicBezTo>
                    <a:cubicBezTo>
                      <a:pt x="351" y="2865"/>
                      <a:pt x="354" y="2860"/>
                      <a:pt x="351" y="2856"/>
                    </a:cubicBezTo>
                    <a:cubicBezTo>
                      <a:pt x="348" y="2851"/>
                      <a:pt x="344" y="2839"/>
                      <a:pt x="346" y="2834"/>
                    </a:cubicBezTo>
                    <a:cubicBezTo>
                      <a:pt x="348" y="2829"/>
                      <a:pt x="348" y="2828"/>
                      <a:pt x="339" y="2809"/>
                    </a:cubicBezTo>
                    <a:cubicBezTo>
                      <a:pt x="330" y="2790"/>
                      <a:pt x="350" y="2790"/>
                      <a:pt x="334" y="2745"/>
                    </a:cubicBezTo>
                    <a:cubicBezTo>
                      <a:pt x="265" y="2552"/>
                      <a:pt x="326" y="2333"/>
                      <a:pt x="334" y="2296"/>
                    </a:cubicBezTo>
                    <a:cubicBezTo>
                      <a:pt x="342" y="2259"/>
                      <a:pt x="329" y="2239"/>
                      <a:pt x="310" y="2217"/>
                    </a:cubicBezTo>
                    <a:cubicBezTo>
                      <a:pt x="292" y="2196"/>
                      <a:pt x="294" y="2145"/>
                      <a:pt x="297" y="2127"/>
                    </a:cubicBezTo>
                    <a:cubicBezTo>
                      <a:pt x="300" y="2108"/>
                      <a:pt x="305" y="2094"/>
                      <a:pt x="288" y="2061"/>
                    </a:cubicBezTo>
                    <a:cubicBezTo>
                      <a:pt x="176" y="1847"/>
                      <a:pt x="256" y="1527"/>
                      <a:pt x="266" y="1499"/>
                    </a:cubicBezTo>
                    <a:cubicBezTo>
                      <a:pt x="277" y="1471"/>
                      <a:pt x="278" y="1429"/>
                      <a:pt x="276" y="1404"/>
                    </a:cubicBezTo>
                    <a:cubicBezTo>
                      <a:pt x="273" y="1379"/>
                      <a:pt x="280" y="1291"/>
                      <a:pt x="280" y="1291"/>
                    </a:cubicBezTo>
                    <a:cubicBezTo>
                      <a:pt x="269" y="1328"/>
                      <a:pt x="221" y="1369"/>
                      <a:pt x="221" y="1377"/>
                    </a:cubicBezTo>
                    <a:cubicBezTo>
                      <a:pt x="221" y="1385"/>
                      <a:pt x="216" y="1394"/>
                      <a:pt x="205" y="1407"/>
                    </a:cubicBezTo>
                    <a:cubicBezTo>
                      <a:pt x="194" y="1421"/>
                      <a:pt x="202" y="1440"/>
                      <a:pt x="207" y="1459"/>
                    </a:cubicBezTo>
                    <a:cubicBezTo>
                      <a:pt x="211" y="1477"/>
                      <a:pt x="198" y="1514"/>
                      <a:pt x="194" y="1533"/>
                    </a:cubicBezTo>
                    <a:cubicBezTo>
                      <a:pt x="191" y="1552"/>
                      <a:pt x="191" y="1582"/>
                      <a:pt x="189" y="1593"/>
                    </a:cubicBezTo>
                    <a:cubicBezTo>
                      <a:pt x="187" y="1603"/>
                      <a:pt x="192" y="1636"/>
                      <a:pt x="180" y="1645"/>
                    </a:cubicBezTo>
                    <a:cubicBezTo>
                      <a:pt x="168" y="1655"/>
                      <a:pt x="152" y="1641"/>
                      <a:pt x="152" y="1641"/>
                    </a:cubicBezTo>
                    <a:cubicBezTo>
                      <a:pt x="162" y="1668"/>
                      <a:pt x="136" y="1680"/>
                      <a:pt x="136" y="1680"/>
                    </a:cubicBezTo>
                    <a:cubicBezTo>
                      <a:pt x="136" y="1680"/>
                      <a:pt x="137" y="1696"/>
                      <a:pt x="127" y="1699"/>
                    </a:cubicBezTo>
                    <a:cubicBezTo>
                      <a:pt x="112" y="1705"/>
                      <a:pt x="68" y="1663"/>
                      <a:pt x="60" y="1655"/>
                    </a:cubicBezTo>
                    <a:cubicBezTo>
                      <a:pt x="52" y="1647"/>
                      <a:pt x="42" y="1619"/>
                      <a:pt x="37" y="1605"/>
                    </a:cubicBezTo>
                    <a:cubicBezTo>
                      <a:pt x="32" y="1591"/>
                      <a:pt x="28" y="1581"/>
                      <a:pt x="14" y="1551"/>
                    </a:cubicBezTo>
                    <a:cubicBezTo>
                      <a:pt x="0" y="1521"/>
                      <a:pt x="19" y="1462"/>
                      <a:pt x="24" y="1441"/>
                    </a:cubicBezTo>
                    <a:cubicBezTo>
                      <a:pt x="29" y="1420"/>
                      <a:pt x="28" y="1410"/>
                      <a:pt x="27" y="1398"/>
                    </a:cubicBezTo>
                    <a:cubicBezTo>
                      <a:pt x="26" y="1386"/>
                      <a:pt x="28" y="1383"/>
                      <a:pt x="32" y="1372"/>
                    </a:cubicBezTo>
                    <a:cubicBezTo>
                      <a:pt x="36" y="1361"/>
                      <a:pt x="37" y="1362"/>
                      <a:pt x="27" y="1351"/>
                    </a:cubicBezTo>
                    <a:cubicBezTo>
                      <a:pt x="17" y="1340"/>
                      <a:pt x="28" y="1305"/>
                      <a:pt x="36" y="1298"/>
                    </a:cubicBezTo>
                    <a:cubicBezTo>
                      <a:pt x="44" y="1291"/>
                      <a:pt x="48" y="1278"/>
                      <a:pt x="44" y="1241"/>
                    </a:cubicBezTo>
                    <a:cubicBezTo>
                      <a:pt x="40" y="1204"/>
                      <a:pt x="72" y="1132"/>
                      <a:pt x="80" y="1116"/>
                    </a:cubicBezTo>
                    <a:cubicBezTo>
                      <a:pt x="88" y="1100"/>
                      <a:pt x="96" y="1086"/>
                      <a:pt x="92" y="1062"/>
                    </a:cubicBezTo>
                    <a:cubicBezTo>
                      <a:pt x="88" y="1038"/>
                      <a:pt x="102" y="1024"/>
                      <a:pt x="114" y="1007"/>
                    </a:cubicBezTo>
                    <a:cubicBezTo>
                      <a:pt x="126" y="990"/>
                      <a:pt x="120" y="980"/>
                      <a:pt x="125" y="931"/>
                    </a:cubicBezTo>
                    <a:cubicBezTo>
                      <a:pt x="138" y="800"/>
                      <a:pt x="171" y="717"/>
                      <a:pt x="194" y="692"/>
                    </a:cubicBezTo>
                    <a:cubicBezTo>
                      <a:pt x="217" y="667"/>
                      <a:pt x="230" y="652"/>
                      <a:pt x="245" y="608"/>
                    </a:cubicBezTo>
                    <a:cubicBezTo>
                      <a:pt x="306" y="437"/>
                      <a:pt x="603" y="418"/>
                      <a:pt x="628" y="411"/>
                    </a:cubicBezTo>
                    <a:cubicBezTo>
                      <a:pt x="653" y="404"/>
                      <a:pt x="688" y="381"/>
                      <a:pt x="693" y="365"/>
                    </a:cubicBezTo>
                    <a:cubicBezTo>
                      <a:pt x="698" y="349"/>
                      <a:pt x="709" y="351"/>
                      <a:pt x="709" y="351"/>
                    </a:cubicBezTo>
                    <a:cubicBezTo>
                      <a:pt x="699" y="294"/>
                      <a:pt x="722" y="248"/>
                      <a:pt x="722" y="248"/>
                    </a:cubicBezTo>
                    <a:cubicBezTo>
                      <a:pt x="717" y="244"/>
                      <a:pt x="712" y="211"/>
                      <a:pt x="707" y="203"/>
                    </a:cubicBezTo>
                    <a:cubicBezTo>
                      <a:pt x="701" y="194"/>
                      <a:pt x="699" y="177"/>
                      <a:pt x="711" y="170"/>
                    </a:cubicBezTo>
                    <a:cubicBezTo>
                      <a:pt x="723" y="164"/>
                      <a:pt x="728" y="182"/>
                      <a:pt x="728" y="182"/>
                    </a:cubicBezTo>
                    <a:cubicBezTo>
                      <a:pt x="738" y="17"/>
                      <a:pt x="872" y="0"/>
                      <a:pt x="872" y="0"/>
                    </a:cubicBezTo>
                    <a:lnTo>
                      <a:pt x="875" y="0"/>
                    </a:lnTo>
                    <a:close/>
                  </a:path>
                </a:pathLst>
              </a:custGeom>
              <a:solidFill>
                <a:srgbClr val="FEF3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405" name="Freeform 429">
                <a:extLst>
                  <a:ext uri="{FF2B5EF4-FFF2-40B4-BE49-F238E27FC236}">
                    <a16:creationId xmlns:a16="http://schemas.microsoft.com/office/drawing/2014/main" id="{B00258DB-3E79-43EB-95EC-A613940469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6" y="885"/>
                <a:ext cx="52" cy="38"/>
              </a:xfrm>
              <a:custGeom>
                <a:avLst/>
                <a:gdLst>
                  <a:gd name="T0" fmla="*/ 55 w 48"/>
                  <a:gd name="T1" fmla="*/ 19 h 36"/>
                  <a:gd name="T2" fmla="*/ 0 w 48"/>
                  <a:gd name="T3" fmla="*/ 24 h 36"/>
                  <a:gd name="T4" fmla="*/ 47 w 48"/>
                  <a:gd name="T5" fmla="*/ 29 h 36"/>
                  <a:gd name="T6" fmla="*/ 56 w 48"/>
                  <a:gd name="T7" fmla="*/ 25 h 36"/>
                  <a:gd name="T8" fmla="*/ 58 w 48"/>
                  <a:gd name="T9" fmla="*/ 21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8" h="36">
                    <a:moveTo>
                      <a:pt x="43" y="16"/>
                    </a:moveTo>
                    <a:cubicBezTo>
                      <a:pt x="43" y="16"/>
                      <a:pt x="16" y="0"/>
                      <a:pt x="0" y="21"/>
                    </a:cubicBezTo>
                    <a:cubicBezTo>
                      <a:pt x="0" y="21"/>
                      <a:pt x="16" y="36"/>
                      <a:pt x="37" y="25"/>
                    </a:cubicBezTo>
                    <a:cubicBezTo>
                      <a:pt x="37" y="25"/>
                      <a:pt x="40" y="22"/>
                      <a:pt x="44" y="22"/>
                    </a:cubicBezTo>
                    <a:cubicBezTo>
                      <a:pt x="48" y="22"/>
                      <a:pt x="48" y="20"/>
                      <a:pt x="46" y="1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406" name="Freeform 430">
                <a:extLst>
                  <a:ext uri="{FF2B5EF4-FFF2-40B4-BE49-F238E27FC236}">
                    <a16:creationId xmlns:a16="http://schemas.microsoft.com/office/drawing/2014/main" id="{99B805EB-8B15-4940-9DE6-C35E8E7EF9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8" y="885"/>
                <a:ext cx="50" cy="38"/>
              </a:xfrm>
              <a:custGeom>
                <a:avLst/>
                <a:gdLst>
                  <a:gd name="T0" fmla="*/ 4 w 47"/>
                  <a:gd name="T1" fmla="*/ 19 h 36"/>
                  <a:gd name="T2" fmla="*/ 56 w 47"/>
                  <a:gd name="T3" fmla="*/ 24 h 36"/>
                  <a:gd name="T4" fmla="*/ 13 w 47"/>
                  <a:gd name="T5" fmla="*/ 29 h 36"/>
                  <a:gd name="T6" fmla="*/ 4 w 47"/>
                  <a:gd name="T7" fmla="*/ 25 h 36"/>
                  <a:gd name="T8" fmla="*/ 2 w 47"/>
                  <a:gd name="T9" fmla="*/ 21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7" h="36">
                    <a:moveTo>
                      <a:pt x="4" y="16"/>
                    </a:moveTo>
                    <a:cubicBezTo>
                      <a:pt x="4" y="16"/>
                      <a:pt x="32" y="0"/>
                      <a:pt x="47" y="21"/>
                    </a:cubicBezTo>
                    <a:cubicBezTo>
                      <a:pt x="47" y="21"/>
                      <a:pt x="31" y="36"/>
                      <a:pt x="10" y="25"/>
                    </a:cubicBezTo>
                    <a:cubicBezTo>
                      <a:pt x="10" y="25"/>
                      <a:pt x="7" y="22"/>
                      <a:pt x="4" y="22"/>
                    </a:cubicBezTo>
                    <a:cubicBezTo>
                      <a:pt x="0" y="22"/>
                      <a:pt x="0" y="20"/>
                      <a:pt x="2" y="1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407" name="Freeform 431">
                <a:extLst>
                  <a:ext uri="{FF2B5EF4-FFF2-40B4-BE49-F238E27FC236}">
                    <a16:creationId xmlns:a16="http://schemas.microsoft.com/office/drawing/2014/main" id="{D2F3102A-883B-44EB-B98A-20D49CCE62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1" y="2389"/>
                <a:ext cx="39" cy="176"/>
              </a:xfrm>
              <a:custGeom>
                <a:avLst/>
                <a:gdLst>
                  <a:gd name="T0" fmla="*/ 29 w 36"/>
                  <a:gd name="T1" fmla="*/ 0 h 164"/>
                  <a:gd name="T2" fmla="*/ 22 w 36"/>
                  <a:gd name="T3" fmla="*/ 12 h 164"/>
                  <a:gd name="T4" fmla="*/ 20 w 36"/>
                  <a:gd name="T5" fmla="*/ 29 h 164"/>
                  <a:gd name="T6" fmla="*/ 5 w 36"/>
                  <a:gd name="T7" fmla="*/ 57 h 164"/>
                  <a:gd name="T8" fmla="*/ 3 w 36"/>
                  <a:gd name="T9" fmla="*/ 83 h 164"/>
                  <a:gd name="T10" fmla="*/ 4 w 36"/>
                  <a:gd name="T11" fmla="*/ 98 h 164"/>
                  <a:gd name="T12" fmla="*/ 10 w 36"/>
                  <a:gd name="T13" fmla="*/ 107 h 164"/>
                  <a:gd name="T14" fmla="*/ 17 w 36"/>
                  <a:gd name="T15" fmla="*/ 129 h 164"/>
                  <a:gd name="T16" fmla="*/ 31 w 36"/>
                  <a:gd name="T17" fmla="*/ 142 h 164"/>
                  <a:gd name="T18" fmla="*/ 44 w 36"/>
                  <a:gd name="T19" fmla="*/ 174 h 164"/>
                  <a:gd name="T20" fmla="*/ 44 w 36"/>
                  <a:gd name="T21" fmla="*/ 203 h 16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6" h="164">
                    <a:moveTo>
                      <a:pt x="23" y="0"/>
                    </a:moveTo>
                    <a:cubicBezTo>
                      <a:pt x="21" y="3"/>
                      <a:pt x="18" y="5"/>
                      <a:pt x="17" y="9"/>
                    </a:cubicBezTo>
                    <a:cubicBezTo>
                      <a:pt x="15" y="14"/>
                      <a:pt x="17" y="18"/>
                      <a:pt x="16" y="23"/>
                    </a:cubicBezTo>
                    <a:cubicBezTo>
                      <a:pt x="14" y="33"/>
                      <a:pt x="10" y="38"/>
                      <a:pt x="5" y="46"/>
                    </a:cubicBezTo>
                    <a:cubicBezTo>
                      <a:pt x="0" y="54"/>
                      <a:pt x="2" y="58"/>
                      <a:pt x="3" y="67"/>
                    </a:cubicBezTo>
                    <a:cubicBezTo>
                      <a:pt x="4" y="71"/>
                      <a:pt x="3" y="75"/>
                      <a:pt x="4" y="79"/>
                    </a:cubicBezTo>
                    <a:cubicBezTo>
                      <a:pt x="4" y="82"/>
                      <a:pt x="6" y="84"/>
                      <a:pt x="7" y="87"/>
                    </a:cubicBezTo>
                    <a:cubicBezTo>
                      <a:pt x="10" y="94"/>
                      <a:pt x="8" y="99"/>
                      <a:pt x="14" y="104"/>
                    </a:cubicBezTo>
                    <a:cubicBezTo>
                      <a:pt x="18" y="107"/>
                      <a:pt x="22" y="111"/>
                      <a:pt x="25" y="115"/>
                    </a:cubicBezTo>
                    <a:cubicBezTo>
                      <a:pt x="30" y="123"/>
                      <a:pt x="33" y="132"/>
                      <a:pt x="35" y="141"/>
                    </a:cubicBezTo>
                    <a:cubicBezTo>
                      <a:pt x="36" y="149"/>
                      <a:pt x="34" y="156"/>
                      <a:pt x="35" y="164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408" name="Freeform 432">
                <a:extLst>
                  <a:ext uri="{FF2B5EF4-FFF2-40B4-BE49-F238E27FC236}">
                    <a16:creationId xmlns:a16="http://schemas.microsoft.com/office/drawing/2014/main" id="{62A78E98-F7C4-4180-B340-A1D008B7C1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6" y="2474"/>
                <a:ext cx="50" cy="44"/>
              </a:xfrm>
              <a:custGeom>
                <a:avLst/>
                <a:gdLst>
                  <a:gd name="T0" fmla="*/ 56 w 47"/>
                  <a:gd name="T1" fmla="*/ 50 h 41"/>
                  <a:gd name="T2" fmla="*/ 40 w 47"/>
                  <a:gd name="T3" fmla="*/ 35 h 41"/>
                  <a:gd name="T4" fmla="*/ 26 w 47"/>
                  <a:gd name="T5" fmla="*/ 29 h 41"/>
                  <a:gd name="T6" fmla="*/ 0 w 47"/>
                  <a:gd name="T7" fmla="*/ 0 h 4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7" h="41">
                    <a:moveTo>
                      <a:pt x="47" y="41"/>
                    </a:moveTo>
                    <a:cubicBezTo>
                      <a:pt x="45" y="37"/>
                      <a:pt x="38" y="32"/>
                      <a:pt x="34" y="29"/>
                    </a:cubicBezTo>
                    <a:cubicBezTo>
                      <a:pt x="30" y="27"/>
                      <a:pt x="25" y="27"/>
                      <a:pt x="22" y="23"/>
                    </a:cubicBezTo>
                    <a:cubicBezTo>
                      <a:pt x="15" y="16"/>
                      <a:pt x="12" y="2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409" name="Freeform 433">
                <a:extLst>
                  <a:ext uri="{FF2B5EF4-FFF2-40B4-BE49-F238E27FC236}">
                    <a16:creationId xmlns:a16="http://schemas.microsoft.com/office/drawing/2014/main" id="{2CC875A3-CCBE-46AB-AE9B-EB6ABC95E3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5" y="2454"/>
                <a:ext cx="21" cy="17"/>
              </a:xfrm>
              <a:custGeom>
                <a:avLst/>
                <a:gdLst>
                  <a:gd name="T0" fmla="*/ 23 w 20"/>
                  <a:gd name="T1" fmla="*/ 19 h 16"/>
                  <a:gd name="T2" fmla="*/ 0 w 20"/>
                  <a:gd name="T3" fmla="*/ 0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16">
                    <a:moveTo>
                      <a:pt x="20" y="16"/>
                    </a:moveTo>
                    <a:cubicBezTo>
                      <a:pt x="15" y="8"/>
                      <a:pt x="9" y="3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410" name="Freeform 434">
                <a:extLst>
                  <a:ext uri="{FF2B5EF4-FFF2-40B4-BE49-F238E27FC236}">
                    <a16:creationId xmlns:a16="http://schemas.microsoft.com/office/drawing/2014/main" id="{6991E51A-A6F0-4BE7-83B4-D5A449E1DE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4" y="2388"/>
                <a:ext cx="37" cy="131"/>
              </a:xfrm>
              <a:custGeom>
                <a:avLst/>
                <a:gdLst>
                  <a:gd name="T0" fmla="*/ 1 w 35"/>
                  <a:gd name="T1" fmla="*/ 0 h 122"/>
                  <a:gd name="T2" fmla="*/ 0 w 35"/>
                  <a:gd name="T3" fmla="*/ 58 h 122"/>
                  <a:gd name="T4" fmla="*/ 5 w 35"/>
                  <a:gd name="T5" fmla="*/ 103 h 122"/>
                  <a:gd name="T6" fmla="*/ 21 w 35"/>
                  <a:gd name="T7" fmla="*/ 131 h 122"/>
                  <a:gd name="T8" fmla="*/ 41 w 35"/>
                  <a:gd name="T9" fmla="*/ 151 h 1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" h="122">
                    <a:moveTo>
                      <a:pt x="1" y="0"/>
                    </a:moveTo>
                    <a:cubicBezTo>
                      <a:pt x="7" y="15"/>
                      <a:pt x="1" y="32"/>
                      <a:pt x="0" y="47"/>
                    </a:cubicBezTo>
                    <a:cubicBezTo>
                      <a:pt x="0" y="59"/>
                      <a:pt x="0" y="72"/>
                      <a:pt x="5" y="83"/>
                    </a:cubicBezTo>
                    <a:cubicBezTo>
                      <a:pt x="8" y="91"/>
                      <a:pt x="12" y="99"/>
                      <a:pt x="18" y="106"/>
                    </a:cubicBezTo>
                    <a:cubicBezTo>
                      <a:pt x="22" y="110"/>
                      <a:pt x="29" y="120"/>
                      <a:pt x="35" y="122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411" name="Freeform 435">
                <a:extLst>
                  <a:ext uri="{FF2B5EF4-FFF2-40B4-BE49-F238E27FC236}">
                    <a16:creationId xmlns:a16="http://schemas.microsoft.com/office/drawing/2014/main" id="{BC3E8C89-A210-4B52-99B9-C3CED2D5E7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9" y="2381"/>
                <a:ext cx="39" cy="28"/>
              </a:xfrm>
              <a:custGeom>
                <a:avLst/>
                <a:gdLst>
                  <a:gd name="T0" fmla="*/ 0 w 37"/>
                  <a:gd name="T1" fmla="*/ 2 h 26"/>
                  <a:gd name="T2" fmla="*/ 43 w 37"/>
                  <a:gd name="T3" fmla="*/ 32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7" h="26">
                    <a:moveTo>
                      <a:pt x="0" y="2"/>
                    </a:moveTo>
                    <a:cubicBezTo>
                      <a:pt x="13" y="0"/>
                      <a:pt x="30" y="15"/>
                      <a:pt x="37" y="26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412" name="Freeform 436">
                <a:extLst>
                  <a:ext uri="{FF2B5EF4-FFF2-40B4-BE49-F238E27FC236}">
                    <a16:creationId xmlns:a16="http://schemas.microsoft.com/office/drawing/2014/main" id="{B233EC18-533B-42C3-ADDD-89BD1BA543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7" y="2467"/>
                <a:ext cx="27" cy="31"/>
              </a:xfrm>
              <a:custGeom>
                <a:avLst/>
                <a:gdLst>
                  <a:gd name="T0" fmla="*/ 28 w 26"/>
                  <a:gd name="T1" fmla="*/ 1 h 29"/>
                  <a:gd name="T2" fmla="*/ 6 w 26"/>
                  <a:gd name="T3" fmla="*/ 6 h 29"/>
                  <a:gd name="T4" fmla="*/ 1 w 26"/>
                  <a:gd name="T5" fmla="*/ 35 h 29"/>
                  <a:gd name="T6" fmla="*/ 29 w 26"/>
                  <a:gd name="T7" fmla="*/ 33 h 2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29">
                    <a:moveTo>
                      <a:pt x="25" y="1"/>
                    </a:moveTo>
                    <a:cubicBezTo>
                      <a:pt x="18" y="0"/>
                      <a:pt x="12" y="1"/>
                      <a:pt x="6" y="6"/>
                    </a:cubicBezTo>
                    <a:cubicBezTo>
                      <a:pt x="0" y="11"/>
                      <a:pt x="0" y="21"/>
                      <a:pt x="1" y="29"/>
                    </a:cubicBezTo>
                    <a:cubicBezTo>
                      <a:pt x="6" y="22"/>
                      <a:pt x="20" y="21"/>
                      <a:pt x="26" y="27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413" name="Freeform 437">
                <a:extLst>
                  <a:ext uri="{FF2B5EF4-FFF2-40B4-BE49-F238E27FC236}">
                    <a16:creationId xmlns:a16="http://schemas.microsoft.com/office/drawing/2014/main" id="{600AE02A-1E15-4993-971D-883DED7D01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0" y="2549"/>
                <a:ext cx="36" cy="24"/>
              </a:xfrm>
              <a:custGeom>
                <a:avLst/>
                <a:gdLst>
                  <a:gd name="T0" fmla="*/ 0 w 34"/>
                  <a:gd name="T1" fmla="*/ 7 h 23"/>
                  <a:gd name="T2" fmla="*/ 28 w 34"/>
                  <a:gd name="T3" fmla="*/ 4 h 23"/>
                  <a:gd name="T4" fmla="*/ 40 w 34"/>
                  <a:gd name="T5" fmla="*/ 11 h 23"/>
                  <a:gd name="T6" fmla="*/ 34 w 34"/>
                  <a:gd name="T7" fmla="*/ 26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4" h="23">
                    <a:moveTo>
                      <a:pt x="0" y="7"/>
                    </a:moveTo>
                    <a:cubicBezTo>
                      <a:pt x="7" y="0"/>
                      <a:pt x="16" y="0"/>
                      <a:pt x="24" y="4"/>
                    </a:cubicBezTo>
                    <a:cubicBezTo>
                      <a:pt x="27" y="5"/>
                      <a:pt x="33" y="8"/>
                      <a:pt x="34" y="11"/>
                    </a:cubicBezTo>
                    <a:cubicBezTo>
                      <a:pt x="34" y="14"/>
                      <a:pt x="29" y="20"/>
                      <a:pt x="28" y="23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414" name="Freeform 438">
                <a:extLst>
                  <a:ext uri="{FF2B5EF4-FFF2-40B4-BE49-F238E27FC236}">
                    <a16:creationId xmlns:a16="http://schemas.microsoft.com/office/drawing/2014/main" id="{68F91D80-3926-4DA4-ACAE-CEB0ACF809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0" y="2983"/>
                <a:ext cx="61" cy="86"/>
              </a:xfrm>
              <a:custGeom>
                <a:avLst/>
                <a:gdLst>
                  <a:gd name="T0" fmla="*/ 0 w 57"/>
                  <a:gd name="T1" fmla="*/ 0 h 81"/>
                  <a:gd name="T2" fmla="*/ 70 w 57"/>
                  <a:gd name="T3" fmla="*/ 97 h 8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7" h="81">
                    <a:moveTo>
                      <a:pt x="0" y="0"/>
                    </a:moveTo>
                    <a:cubicBezTo>
                      <a:pt x="12" y="31"/>
                      <a:pt x="52" y="45"/>
                      <a:pt x="57" y="81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415" name="Freeform 439">
                <a:extLst>
                  <a:ext uri="{FF2B5EF4-FFF2-40B4-BE49-F238E27FC236}">
                    <a16:creationId xmlns:a16="http://schemas.microsoft.com/office/drawing/2014/main" id="{2D49609C-F319-4A00-9F98-0A377E19A4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4" y="3108"/>
                <a:ext cx="211" cy="38"/>
              </a:xfrm>
              <a:custGeom>
                <a:avLst/>
                <a:gdLst>
                  <a:gd name="T0" fmla="*/ 0 w 198"/>
                  <a:gd name="T1" fmla="*/ 0 h 36"/>
                  <a:gd name="T2" fmla="*/ 113 w 198"/>
                  <a:gd name="T3" fmla="*/ 41 h 36"/>
                  <a:gd name="T4" fmla="*/ 240 w 198"/>
                  <a:gd name="T5" fmla="*/ 20 h 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8" h="36">
                    <a:moveTo>
                      <a:pt x="0" y="0"/>
                    </a:moveTo>
                    <a:cubicBezTo>
                      <a:pt x="31" y="18"/>
                      <a:pt x="55" y="33"/>
                      <a:pt x="93" y="35"/>
                    </a:cubicBezTo>
                    <a:cubicBezTo>
                      <a:pt x="128" y="36"/>
                      <a:pt x="165" y="27"/>
                      <a:pt x="198" y="17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416" name="Freeform 440">
                <a:extLst>
                  <a:ext uri="{FF2B5EF4-FFF2-40B4-BE49-F238E27FC236}">
                    <a16:creationId xmlns:a16="http://schemas.microsoft.com/office/drawing/2014/main" id="{C69838BE-2FB3-4FD3-8A24-3616EECD76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1" y="3112"/>
                <a:ext cx="42" cy="18"/>
              </a:xfrm>
              <a:custGeom>
                <a:avLst/>
                <a:gdLst>
                  <a:gd name="T0" fmla="*/ 0 w 39"/>
                  <a:gd name="T1" fmla="*/ 0 h 17"/>
                  <a:gd name="T2" fmla="*/ 48 w 39"/>
                  <a:gd name="T3" fmla="*/ 20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9" h="17">
                    <a:moveTo>
                      <a:pt x="0" y="0"/>
                    </a:moveTo>
                    <a:cubicBezTo>
                      <a:pt x="13" y="1"/>
                      <a:pt x="30" y="8"/>
                      <a:pt x="39" y="17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417" name="Freeform 441">
                <a:extLst>
                  <a:ext uri="{FF2B5EF4-FFF2-40B4-BE49-F238E27FC236}">
                    <a16:creationId xmlns:a16="http://schemas.microsoft.com/office/drawing/2014/main" id="{7F591C4E-1A8D-4312-9A93-F41CCD2022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3" y="3168"/>
                <a:ext cx="45" cy="5"/>
              </a:xfrm>
              <a:custGeom>
                <a:avLst/>
                <a:gdLst>
                  <a:gd name="T0" fmla="*/ 0 w 42"/>
                  <a:gd name="T1" fmla="*/ 0 h 4"/>
                  <a:gd name="T2" fmla="*/ 51 w 42"/>
                  <a:gd name="T3" fmla="*/ 8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2" h="4">
                    <a:moveTo>
                      <a:pt x="0" y="0"/>
                    </a:moveTo>
                    <a:cubicBezTo>
                      <a:pt x="14" y="3"/>
                      <a:pt x="28" y="1"/>
                      <a:pt x="42" y="4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418" name="Freeform 442">
                <a:extLst>
                  <a:ext uri="{FF2B5EF4-FFF2-40B4-BE49-F238E27FC236}">
                    <a16:creationId xmlns:a16="http://schemas.microsoft.com/office/drawing/2014/main" id="{40E14653-82EA-4C2D-B366-5BFC63AD35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3" y="3706"/>
                <a:ext cx="40" cy="12"/>
              </a:xfrm>
              <a:custGeom>
                <a:avLst/>
                <a:gdLst>
                  <a:gd name="T0" fmla="*/ 0 w 38"/>
                  <a:gd name="T1" fmla="*/ 0 h 11"/>
                  <a:gd name="T2" fmla="*/ 44 w 38"/>
                  <a:gd name="T3" fmla="*/ 14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8" h="11">
                    <a:moveTo>
                      <a:pt x="0" y="0"/>
                    </a:moveTo>
                    <a:cubicBezTo>
                      <a:pt x="12" y="5"/>
                      <a:pt x="25" y="10"/>
                      <a:pt x="38" y="11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419" name="Freeform 443">
                <a:extLst>
                  <a:ext uri="{FF2B5EF4-FFF2-40B4-BE49-F238E27FC236}">
                    <a16:creationId xmlns:a16="http://schemas.microsoft.com/office/drawing/2014/main" id="{4B457DAE-3714-4D36-BAD5-A70BFF8204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2" y="3816"/>
                <a:ext cx="93" cy="15"/>
              </a:xfrm>
              <a:custGeom>
                <a:avLst/>
                <a:gdLst>
                  <a:gd name="T0" fmla="*/ 0 w 87"/>
                  <a:gd name="T1" fmla="*/ 6 h 14"/>
                  <a:gd name="T2" fmla="*/ 35 w 87"/>
                  <a:gd name="T3" fmla="*/ 1 h 14"/>
                  <a:gd name="T4" fmla="*/ 67 w 87"/>
                  <a:gd name="T5" fmla="*/ 12 h 14"/>
                  <a:gd name="T6" fmla="*/ 106 w 87"/>
                  <a:gd name="T7" fmla="*/ 17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7" h="14">
                    <a:moveTo>
                      <a:pt x="0" y="6"/>
                    </a:moveTo>
                    <a:cubicBezTo>
                      <a:pt x="9" y="4"/>
                      <a:pt x="19" y="0"/>
                      <a:pt x="29" y="1"/>
                    </a:cubicBezTo>
                    <a:cubicBezTo>
                      <a:pt x="38" y="2"/>
                      <a:pt x="46" y="8"/>
                      <a:pt x="55" y="9"/>
                    </a:cubicBezTo>
                    <a:cubicBezTo>
                      <a:pt x="66" y="10"/>
                      <a:pt x="80" y="3"/>
                      <a:pt x="87" y="14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420" name="Freeform 444">
                <a:extLst>
                  <a:ext uri="{FF2B5EF4-FFF2-40B4-BE49-F238E27FC236}">
                    <a16:creationId xmlns:a16="http://schemas.microsoft.com/office/drawing/2014/main" id="{82F7DDC9-BD1F-433A-AE2F-E9BEA6C942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9" y="3980"/>
                <a:ext cx="51" cy="81"/>
              </a:xfrm>
              <a:custGeom>
                <a:avLst/>
                <a:gdLst>
                  <a:gd name="T0" fmla="*/ 7 w 48"/>
                  <a:gd name="T1" fmla="*/ 92 h 76"/>
                  <a:gd name="T2" fmla="*/ 4 w 48"/>
                  <a:gd name="T3" fmla="*/ 49 h 76"/>
                  <a:gd name="T4" fmla="*/ 22 w 48"/>
                  <a:gd name="T5" fmla="*/ 42 h 76"/>
                  <a:gd name="T6" fmla="*/ 38 w 48"/>
                  <a:gd name="T7" fmla="*/ 32 h 76"/>
                  <a:gd name="T8" fmla="*/ 41 w 48"/>
                  <a:gd name="T9" fmla="*/ 22 h 76"/>
                  <a:gd name="T10" fmla="*/ 49 w 48"/>
                  <a:gd name="T11" fmla="*/ 17 h 76"/>
                  <a:gd name="T12" fmla="*/ 56 w 48"/>
                  <a:gd name="T13" fmla="*/ 0 h 7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8" h="76">
                    <a:moveTo>
                      <a:pt x="7" y="76"/>
                    </a:moveTo>
                    <a:cubicBezTo>
                      <a:pt x="0" y="65"/>
                      <a:pt x="0" y="52"/>
                      <a:pt x="4" y="40"/>
                    </a:cubicBezTo>
                    <a:cubicBezTo>
                      <a:pt x="9" y="40"/>
                      <a:pt x="14" y="37"/>
                      <a:pt x="19" y="35"/>
                    </a:cubicBezTo>
                    <a:cubicBezTo>
                      <a:pt x="22" y="33"/>
                      <a:pt x="30" y="29"/>
                      <a:pt x="32" y="26"/>
                    </a:cubicBezTo>
                    <a:cubicBezTo>
                      <a:pt x="34" y="24"/>
                      <a:pt x="33" y="22"/>
                      <a:pt x="35" y="19"/>
                    </a:cubicBezTo>
                    <a:cubicBezTo>
                      <a:pt x="37" y="17"/>
                      <a:pt x="39" y="16"/>
                      <a:pt x="40" y="14"/>
                    </a:cubicBezTo>
                    <a:cubicBezTo>
                      <a:pt x="44" y="10"/>
                      <a:pt x="48" y="5"/>
                      <a:pt x="47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421" name="Freeform 445">
                <a:extLst>
                  <a:ext uri="{FF2B5EF4-FFF2-40B4-BE49-F238E27FC236}">
                    <a16:creationId xmlns:a16="http://schemas.microsoft.com/office/drawing/2014/main" id="{1A37A302-643B-4499-9309-6F838DAD88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4" y="3986"/>
                <a:ext cx="4" cy="15"/>
              </a:xfrm>
              <a:custGeom>
                <a:avLst/>
                <a:gdLst>
                  <a:gd name="T0" fmla="*/ 7 w 3"/>
                  <a:gd name="T1" fmla="*/ 17 h 14"/>
                  <a:gd name="T2" fmla="*/ 5 w 3"/>
                  <a:gd name="T3" fmla="*/ 0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4">
                    <a:moveTo>
                      <a:pt x="3" y="14"/>
                    </a:moveTo>
                    <a:cubicBezTo>
                      <a:pt x="0" y="11"/>
                      <a:pt x="2" y="4"/>
                      <a:pt x="2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422" name="Freeform 446">
                <a:extLst>
                  <a:ext uri="{FF2B5EF4-FFF2-40B4-BE49-F238E27FC236}">
                    <a16:creationId xmlns:a16="http://schemas.microsoft.com/office/drawing/2014/main" id="{0190AC97-BF24-4410-A90E-CA8B86981A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1" y="4014"/>
                <a:ext cx="43" cy="28"/>
              </a:xfrm>
              <a:custGeom>
                <a:avLst/>
                <a:gdLst>
                  <a:gd name="T0" fmla="*/ 0 w 40"/>
                  <a:gd name="T1" fmla="*/ 10 h 26"/>
                  <a:gd name="T2" fmla="*/ 20 w 40"/>
                  <a:gd name="T3" fmla="*/ 15 h 26"/>
                  <a:gd name="T4" fmla="*/ 30 w 40"/>
                  <a:gd name="T5" fmla="*/ 32 h 26"/>
                  <a:gd name="T6" fmla="*/ 46 w 40"/>
                  <a:gd name="T7" fmla="*/ 16 h 26"/>
                  <a:gd name="T8" fmla="*/ 31 w 40"/>
                  <a:gd name="T9" fmla="*/ 0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0" h="26">
                    <a:moveTo>
                      <a:pt x="0" y="7"/>
                    </a:moveTo>
                    <a:cubicBezTo>
                      <a:pt x="6" y="5"/>
                      <a:pt x="12" y="8"/>
                      <a:pt x="17" y="12"/>
                    </a:cubicBezTo>
                    <a:cubicBezTo>
                      <a:pt x="21" y="16"/>
                      <a:pt x="22" y="21"/>
                      <a:pt x="24" y="26"/>
                    </a:cubicBezTo>
                    <a:cubicBezTo>
                      <a:pt x="27" y="21"/>
                      <a:pt x="35" y="18"/>
                      <a:pt x="37" y="13"/>
                    </a:cubicBezTo>
                    <a:cubicBezTo>
                      <a:pt x="40" y="6"/>
                      <a:pt x="30" y="3"/>
                      <a:pt x="25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423" name="Freeform 447">
                <a:extLst>
                  <a:ext uri="{FF2B5EF4-FFF2-40B4-BE49-F238E27FC236}">
                    <a16:creationId xmlns:a16="http://schemas.microsoft.com/office/drawing/2014/main" id="{829C3949-1465-44F3-952D-D683467DF0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7" y="3988"/>
                <a:ext cx="39" cy="57"/>
              </a:xfrm>
              <a:custGeom>
                <a:avLst/>
                <a:gdLst>
                  <a:gd name="T0" fmla="*/ 4 w 36"/>
                  <a:gd name="T1" fmla="*/ 66 h 53"/>
                  <a:gd name="T2" fmla="*/ 20 w 36"/>
                  <a:gd name="T3" fmla="*/ 29 h 53"/>
                  <a:gd name="T4" fmla="*/ 39 w 36"/>
                  <a:gd name="T5" fmla="*/ 17 h 53"/>
                  <a:gd name="T6" fmla="*/ 46 w 36"/>
                  <a:gd name="T7" fmla="*/ 0 h 5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6" h="53">
                    <a:moveTo>
                      <a:pt x="4" y="53"/>
                    </a:moveTo>
                    <a:cubicBezTo>
                      <a:pt x="0" y="41"/>
                      <a:pt x="6" y="29"/>
                      <a:pt x="16" y="23"/>
                    </a:cubicBezTo>
                    <a:cubicBezTo>
                      <a:pt x="22" y="20"/>
                      <a:pt x="26" y="19"/>
                      <a:pt x="30" y="14"/>
                    </a:cubicBezTo>
                    <a:cubicBezTo>
                      <a:pt x="34" y="10"/>
                      <a:pt x="34" y="5"/>
                      <a:pt x="36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424" name="Freeform 448">
                <a:extLst>
                  <a:ext uri="{FF2B5EF4-FFF2-40B4-BE49-F238E27FC236}">
                    <a16:creationId xmlns:a16="http://schemas.microsoft.com/office/drawing/2014/main" id="{6F50E82E-5C4C-497F-8F8E-8BD24DF4E1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1" y="3973"/>
                <a:ext cx="45" cy="43"/>
              </a:xfrm>
              <a:custGeom>
                <a:avLst/>
                <a:gdLst>
                  <a:gd name="T0" fmla="*/ 0 w 42"/>
                  <a:gd name="T1" fmla="*/ 49 h 40"/>
                  <a:gd name="T2" fmla="*/ 12 w 42"/>
                  <a:gd name="T3" fmla="*/ 33 h 40"/>
                  <a:gd name="T4" fmla="*/ 21 w 42"/>
                  <a:gd name="T5" fmla="*/ 20 h 40"/>
                  <a:gd name="T6" fmla="*/ 35 w 42"/>
                  <a:gd name="T7" fmla="*/ 16 h 40"/>
                  <a:gd name="T8" fmla="*/ 51 w 42"/>
                  <a:gd name="T9" fmla="*/ 0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2" h="40">
                    <a:moveTo>
                      <a:pt x="0" y="40"/>
                    </a:moveTo>
                    <a:cubicBezTo>
                      <a:pt x="0" y="35"/>
                      <a:pt x="6" y="31"/>
                      <a:pt x="9" y="27"/>
                    </a:cubicBezTo>
                    <a:cubicBezTo>
                      <a:pt x="11" y="24"/>
                      <a:pt x="14" y="19"/>
                      <a:pt x="18" y="17"/>
                    </a:cubicBezTo>
                    <a:cubicBezTo>
                      <a:pt x="21" y="14"/>
                      <a:pt x="26" y="15"/>
                      <a:pt x="29" y="13"/>
                    </a:cubicBezTo>
                    <a:cubicBezTo>
                      <a:pt x="34" y="11"/>
                      <a:pt x="36" y="3"/>
                      <a:pt x="42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425" name="Freeform 449">
                <a:extLst>
                  <a:ext uri="{FF2B5EF4-FFF2-40B4-BE49-F238E27FC236}">
                    <a16:creationId xmlns:a16="http://schemas.microsoft.com/office/drawing/2014/main" id="{D41C6C0A-A964-47D4-A17A-6F93CBAF0D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1" y="3969"/>
                <a:ext cx="21" cy="14"/>
              </a:xfrm>
              <a:custGeom>
                <a:avLst/>
                <a:gdLst>
                  <a:gd name="T0" fmla="*/ 0 w 20"/>
                  <a:gd name="T1" fmla="*/ 13 h 13"/>
                  <a:gd name="T2" fmla="*/ 9 w 20"/>
                  <a:gd name="T3" fmla="*/ 6 h 13"/>
                  <a:gd name="T4" fmla="*/ 23 w 20"/>
                  <a:gd name="T5" fmla="*/ 0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13">
                    <a:moveTo>
                      <a:pt x="0" y="10"/>
                    </a:moveTo>
                    <a:cubicBezTo>
                      <a:pt x="1" y="13"/>
                      <a:pt x="7" y="8"/>
                      <a:pt x="9" y="6"/>
                    </a:cubicBezTo>
                    <a:cubicBezTo>
                      <a:pt x="12" y="4"/>
                      <a:pt x="16" y="2"/>
                      <a:pt x="20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426" name="Freeform 450">
                <a:extLst>
                  <a:ext uri="{FF2B5EF4-FFF2-40B4-BE49-F238E27FC236}">
                    <a16:creationId xmlns:a16="http://schemas.microsoft.com/office/drawing/2014/main" id="{65A040BF-7203-4D21-B9D3-D47EB91871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8" y="3985"/>
                <a:ext cx="12" cy="13"/>
              </a:xfrm>
              <a:custGeom>
                <a:avLst/>
                <a:gdLst>
                  <a:gd name="T0" fmla="*/ 0 w 11"/>
                  <a:gd name="T1" fmla="*/ 5 h 12"/>
                  <a:gd name="T2" fmla="*/ 9 w 11"/>
                  <a:gd name="T3" fmla="*/ 15 h 12"/>
                  <a:gd name="T4" fmla="*/ 2 w 11"/>
                  <a:gd name="T5" fmla="*/ 5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2">
                    <a:moveTo>
                      <a:pt x="0" y="5"/>
                    </a:moveTo>
                    <a:cubicBezTo>
                      <a:pt x="3" y="6"/>
                      <a:pt x="5" y="10"/>
                      <a:pt x="6" y="12"/>
                    </a:cubicBezTo>
                    <a:cubicBezTo>
                      <a:pt x="11" y="8"/>
                      <a:pt x="9" y="0"/>
                      <a:pt x="2" y="5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427" name="Freeform 451">
                <a:extLst>
                  <a:ext uri="{FF2B5EF4-FFF2-40B4-BE49-F238E27FC236}">
                    <a16:creationId xmlns:a16="http://schemas.microsoft.com/office/drawing/2014/main" id="{A9B40C3F-1C1D-4C96-B8CB-A663D18979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0" y="4004"/>
                <a:ext cx="16" cy="18"/>
              </a:xfrm>
              <a:custGeom>
                <a:avLst/>
                <a:gdLst>
                  <a:gd name="T0" fmla="*/ 0 w 15"/>
                  <a:gd name="T1" fmla="*/ 5 h 17"/>
                  <a:gd name="T2" fmla="*/ 7 w 15"/>
                  <a:gd name="T3" fmla="*/ 20 h 17"/>
                  <a:gd name="T4" fmla="*/ 15 w 15"/>
                  <a:gd name="T5" fmla="*/ 4 h 17"/>
                  <a:gd name="T6" fmla="*/ 1 w 15"/>
                  <a:gd name="T7" fmla="*/ 5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17">
                    <a:moveTo>
                      <a:pt x="0" y="5"/>
                    </a:moveTo>
                    <a:cubicBezTo>
                      <a:pt x="6" y="6"/>
                      <a:pt x="7" y="11"/>
                      <a:pt x="7" y="17"/>
                    </a:cubicBezTo>
                    <a:cubicBezTo>
                      <a:pt x="9" y="13"/>
                      <a:pt x="15" y="8"/>
                      <a:pt x="12" y="4"/>
                    </a:cubicBezTo>
                    <a:cubicBezTo>
                      <a:pt x="10" y="0"/>
                      <a:pt x="2" y="1"/>
                      <a:pt x="1" y="5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428" name="Freeform 452">
                <a:extLst>
                  <a:ext uri="{FF2B5EF4-FFF2-40B4-BE49-F238E27FC236}">
                    <a16:creationId xmlns:a16="http://schemas.microsoft.com/office/drawing/2014/main" id="{73556046-6CF1-43CD-9AAD-68416C732B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9" y="4019"/>
                <a:ext cx="21" cy="18"/>
              </a:xfrm>
              <a:custGeom>
                <a:avLst/>
                <a:gdLst>
                  <a:gd name="T0" fmla="*/ 1 w 20"/>
                  <a:gd name="T1" fmla="*/ 8 h 17"/>
                  <a:gd name="T2" fmla="*/ 17 w 20"/>
                  <a:gd name="T3" fmla="*/ 20 h 17"/>
                  <a:gd name="T4" fmla="*/ 22 w 20"/>
                  <a:gd name="T5" fmla="*/ 5 h 17"/>
                  <a:gd name="T6" fmla="*/ 9 w 20"/>
                  <a:gd name="T7" fmla="*/ 1 h 17"/>
                  <a:gd name="T8" fmla="*/ 0 w 20"/>
                  <a:gd name="T9" fmla="*/ 7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17">
                    <a:moveTo>
                      <a:pt x="1" y="8"/>
                    </a:moveTo>
                    <a:cubicBezTo>
                      <a:pt x="7" y="10"/>
                      <a:pt x="11" y="10"/>
                      <a:pt x="14" y="17"/>
                    </a:cubicBezTo>
                    <a:cubicBezTo>
                      <a:pt x="16" y="13"/>
                      <a:pt x="20" y="9"/>
                      <a:pt x="19" y="5"/>
                    </a:cubicBezTo>
                    <a:cubicBezTo>
                      <a:pt x="18" y="1"/>
                      <a:pt x="12" y="0"/>
                      <a:pt x="9" y="1"/>
                    </a:cubicBezTo>
                    <a:cubicBezTo>
                      <a:pt x="4" y="1"/>
                      <a:pt x="3" y="3"/>
                      <a:pt x="0" y="7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429" name="Freeform 453">
                <a:extLst>
                  <a:ext uri="{FF2B5EF4-FFF2-40B4-BE49-F238E27FC236}">
                    <a16:creationId xmlns:a16="http://schemas.microsoft.com/office/drawing/2014/main" id="{6E8F3D19-E8EB-4F0E-9008-C3FB89D559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9" y="1491"/>
                <a:ext cx="140" cy="656"/>
              </a:xfrm>
              <a:custGeom>
                <a:avLst/>
                <a:gdLst>
                  <a:gd name="T0" fmla="*/ 0 w 131"/>
                  <a:gd name="T1" fmla="*/ 749 h 614"/>
                  <a:gd name="T2" fmla="*/ 26 w 131"/>
                  <a:gd name="T3" fmla="*/ 514 h 614"/>
                  <a:gd name="T4" fmla="*/ 110 w 131"/>
                  <a:gd name="T5" fmla="*/ 357 h 614"/>
                  <a:gd name="T6" fmla="*/ 114 w 131"/>
                  <a:gd name="T7" fmla="*/ 253 h 614"/>
                  <a:gd name="T8" fmla="*/ 149 w 131"/>
                  <a:gd name="T9" fmla="*/ 166 h 614"/>
                  <a:gd name="T10" fmla="*/ 143 w 131"/>
                  <a:gd name="T11" fmla="*/ 0 h 61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1" h="614">
                    <a:moveTo>
                      <a:pt x="0" y="614"/>
                    </a:moveTo>
                    <a:cubicBezTo>
                      <a:pt x="0" y="614"/>
                      <a:pt x="0" y="472"/>
                      <a:pt x="21" y="421"/>
                    </a:cubicBezTo>
                    <a:cubicBezTo>
                      <a:pt x="41" y="369"/>
                      <a:pt x="95" y="311"/>
                      <a:pt x="90" y="293"/>
                    </a:cubicBezTo>
                    <a:cubicBezTo>
                      <a:pt x="84" y="275"/>
                      <a:pt x="69" y="262"/>
                      <a:pt x="94" y="208"/>
                    </a:cubicBezTo>
                    <a:cubicBezTo>
                      <a:pt x="119" y="154"/>
                      <a:pt x="131" y="155"/>
                      <a:pt x="122" y="136"/>
                    </a:cubicBezTo>
                    <a:cubicBezTo>
                      <a:pt x="113" y="117"/>
                      <a:pt x="93" y="50"/>
                      <a:pt x="117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430" name="Freeform 454">
                <a:extLst>
                  <a:ext uri="{FF2B5EF4-FFF2-40B4-BE49-F238E27FC236}">
                    <a16:creationId xmlns:a16="http://schemas.microsoft.com/office/drawing/2014/main" id="{24D415AD-C95D-47A4-B9E2-4278FA2FE3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9" y="1564"/>
                <a:ext cx="98" cy="30"/>
              </a:xfrm>
              <a:custGeom>
                <a:avLst/>
                <a:gdLst>
                  <a:gd name="T0" fmla="*/ 111 w 92"/>
                  <a:gd name="T1" fmla="*/ 32 h 28"/>
                  <a:gd name="T2" fmla="*/ 93 w 92"/>
                  <a:gd name="T3" fmla="*/ 25 h 28"/>
                  <a:gd name="T4" fmla="*/ 0 w 92"/>
                  <a:gd name="T5" fmla="*/ 0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2" h="28">
                    <a:moveTo>
                      <a:pt x="92" y="26"/>
                    </a:moveTo>
                    <a:cubicBezTo>
                      <a:pt x="92" y="26"/>
                      <a:pt x="86" y="28"/>
                      <a:pt x="77" y="20"/>
                    </a:cubicBezTo>
                    <a:cubicBezTo>
                      <a:pt x="69" y="13"/>
                      <a:pt x="29" y="22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431" name="Freeform 455">
                <a:extLst>
                  <a:ext uri="{FF2B5EF4-FFF2-40B4-BE49-F238E27FC236}">
                    <a16:creationId xmlns:a16="http://schemas.microsoft.com/office/drawing/2014/main" id="{B3F9EC99-DA4F-4A12-A3A7-C39700EDCD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8" y="1630"/>
                <a:ext cx="20" cy="43"/>
              </a:xfrm>
              <a:custGeom>
                <a:avLst/>
                <a:gdLst>
                  <a:gd name="T0" fmla="*/ 0 w 19"/>
                  <a:gd name="T1" fmla="*/ 0 h 41"/>
                  <a:gd name="T2" fmla="*/ 22 w 19"/>
                  <a:gd name="T3" fmla="*/ 47 h 4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41">
                    <a:moveTo>
                      <a:pt x="0" y="0"/>
                    </a:moveTo>
                    <a:cubicBezTo>
                      <a:pt x="0" y="0"/>
                      <a:pt x="9" y="18"/>
                      <a:pt x="19" y="41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432" name="Freeform 456">
                <a:extLst>
                  <a:ext uri="{FF2B5EF4-FFF2-40B4-BE49-F238E27FC236}">
                    <a16:creationId xmlns:a16="http://schemas.microsoft.com/office/drawing/2014/main" id="{E99A988B-5DA8-41AC-B415-281FEE0179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2" y="1719"/>
                <a:ext cx="493" cy="271"/>
              </a:xfrm>
              <a:custGeom>
                <a:avLst/>
                <a:gdLst>
                  <a:gd name="T0" fmla="*/ 32 w 461"/>
                  <a:gd name="T1" fmla="*/ 0 h 253"/>
                  <a:gd name="T2" fmla="*/ 28 w 461"/>
                  <a:gd name="T3" fmla="*/ 101 h 253"/>
                  <a:gd name="T4" fmla="*/ 120 w 461"/>
                  <a:gd name="T5" fmla="*/ 190 h 253"/>
                  <a:gd name="T6" fmla="*/ 216 w 461"/>
                  <a:gd name="T7" fmla="*/ 225 h 253"/>
                  <a:gd name="T8" fmla="*/ 564 w 461"/>
                  <a:gd name="T9" fmla="*/ 163 h 25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61" h="253">
                    <a:moveTo>
                      <a:pt x="26" y="0"/>
                    </a:moveTo>
                    <a:cubicBezTo>
                      <a:pt x="26" y="0"/>
                      <a:pt x="0" y="61"/>
                      <a:pt x="22" y="82"/>
                    </a:cubicBezTo>
                    <a:cubicBezTo>
                      <a:pt x="44" y="102"/>
                      <a:pt x="85" y="145"/>
                      <a:pt x="98" y="154"/>
                    </a:cubicBezTo>
                    <a:cubicBezTo>
                      <a:pt x="111" y="163"/>
                      <a:pt x="137" y="177"/>
                      <a:pt x="177" y="183"/>
                    </a:cubicBezTo>
                    <a:cubicBezTo>
                      <a:pt x="217" y="189"/>
                      <a:pt x="454" y="253"/>
                      <a:pt x="461" y="133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433" name="Freeform 457">
                <a:extLst>
                  <a:ext uri="{FF2B5EF4-FFF2-40B4-BE49-F238E27FC236}">
                    <a16:creationId xmlns:a16="http://schemas.microsoft.com/office/drawing/2014/main" id="{13068FFA-6B9D-4257-9740-592B68996F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0" y="1845"/>
                <a:ext cx="112" cy="52"/>
              </a:xfrm>
              <a:custGeom>
                <a:avLst/>
                <a:gdLst>
                  <a:gd name="T0" fmla="*/ 54 w 105"/>
                  <a:gd name="T1" fmla="*/ 0 h 48"/>
                  <a:gd name="T2" fmla="*/ 67 w 105"/>
                  <a:gd name="T3" fmla="*/ 1 h 48"/>
                  <a:gd name="T4" fmla="*/ 125 w 105"/>
                  <a:gd name="T5" fmla="*/ 37 h 48"/>
                  <a:gd name="T6" fmla="*/ 59 w 105"/>
                  <a:gd name="T7" fmla="*/ 56 h 48"/>
                  <a:gd name="T8" fmla="*/ 1 w 105"/>
                  <a:gd name="T9" fmla="*/ 20 h 48"/>
                  <a:gd name="T10" fmla="*/ 35 w 105"/>
                  <a:gd name="T11" fmla="*/ 0 h 4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5" h="48">
                    <a:moveTo>
                      <a:pt x="45" y="0"/>
                    </a:moveTo>
                    <a:cubicBezTo>
                      <a:pt x="49" y="0"/>
                      <a:pt x="52" y="0"/>
                      <a:pt x="55" y="1"/>
                    </a:cubicBezTo>
                    <a:cubicBezTo>
                      <a:pt x="83" y="4"/>
                      <a:pt x="105" y="17"/>
                      <a:pt x="103" y="29"/>
                    </a:cubicBezTo>
                    <a:cubicBezTo>
                      <a:pt x="101" y="41"/>
                      <a:pt x="77" y="48"/>
                      <a:pt x="49" y="44"/>
                    </a:cubicBezTo>
                    <a:cubicBezTo>
                      <a:pt x="21" y="41"/>
                      <a:pt x="0" y="28"/>
                      <a:pt x="1" y="16"/>
                    </a:cubicBezTo>
                    <a:cubicBezTo>
                      <a:pt x="2" y="8"/>
                      <a:pt x="13" y="2"/>
                      <a:pt x="29" y="0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434" name="Freeform 458">
                <a:extLst>
                  <a:ext uri="{FF2B5EF4-FFF2-40B4-BE49-F238E27FC236}">
                    <a16:creationId xmlns:a16="http://schemas.microsoft.com/office/drawing/2014/main" id="{EE4A1C5C-0E5D-4AC0-8DBA-72DE440A8F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6" y="1845"/>
                <a:ext cx="12" cy="1"/>
              </a:xfrm>
              <a:custGeom>
                <a:avLst/>
                <a:gdLst>
                  <a:gd name="T0" fmla="*/ 0 w 11"/>
                  <a:gd name="T1" fmla="*/ 0 h 1"/>
                  <a:gd name="T2" fmla="*/ 14 w 1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1">
                    <a:moveTo>
                      <a:pt x="0" y="0"/>
                    </a:moveTo>
                    <a:cubicBezTo>
                      <a:pt x="3" y="0"/>
                      <a:pt x="7" y="0"/>
                      <a:pt x="11" y="0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435" name="Freeform 459">
                <a:extLst>
                  <a:ext uri="{FF2B5EF4-FFF2-40B4-BE49-F238E27FC236}">
                    <a16:creationId xmlns:a16="http://schemas.microsoft.com/office/drawing/2014/main" id="{409531C9-84C2-4E06-9ADF-BA85BBC0B7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7" y="1850"/>
                <a:ext cx="7" cy="4"/>
              </a:xfrm>
              <a:custGeom>
                <a:avLst/>
                <a:gdLst>
                  <a:gd name="T0" fmla="*/ 0 w 6"/>
                  <a:gd name="T1" fmla="*/ 4 h 4"/>
                  <a:gd name="T2" fmla="*/ 9 w 6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4">
                    <a:moveTo>
                      <a:pt x="0" y="4"/>
                    </a:moveTo>
                    <a:cubicBezTo>
                      <a:pt x="1" y="2"/>
                      <a:pt x="3" y="1"/>
                      <a:pt x="6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436" name="Freeform 460">
                <a:extLst>
                  <a:ext uri="{FF2B5EF4-FFF2-40B4-BE49-F238E27FC236}">
                    <a16:creationId xmlns:a16="http://schemas.microsoft.com/office/drawing/2014/main" id="{1F6FF7F7-38CE-4143-8358-3DC983D94E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3" y="1845"/>
                <a:ext cx="109" cy="52"/>
              </a:xfrm>
              <a:custGeom>
                <a:avLst/>
                <a:gdLst>
                  <a:gd name="T0" fmla="*/ 47 w 102"/>
                  <a:gd name="T1" fmla="*/ 0 h 48"/>
                  <a:gd name="T2" fmla="*/ 64 w 102"/>
                  <a:gd name="T3" fmla="*/ 1 h 48"/>
                  <a:gd name="T4" fmla="*/ 122 w 102"/>
                  <a:gd name="T5" fmla="*/ 37 h 48"/>
                  <a:gd name="T6" fmla="*/ 56 w 102"/>
                  <a:gd name="T7" fmla="*/ 56 h 48"/>
                  <a:gd name="T8" fmla="*/ 0 w 102"/>
                  <a:gd name="T9" fmla="*/ 29 h 4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2" h="48">
                    <a:moveTo>
                      <a:pt x="38" y="0"/>
                    </a:moveTo>
                    <a:cubicBezTo>
                      <a:pt x="42" y="0"/>
                      <a:pt x="47" y="0"/>
                      <a:pt x="52" y="1"/>
                    </a:cubicBezTo>
                    <a:cubicBezTo>
                      <a:pt x="80" y="4"/>
                      <a:pt x="102" y="17"/>
                      <a:pt x="100" y="29"/>
                    </a:cubicBezTo>
                    <a:cubicBezTo>
                      <a:pt x="98" y="41"/>
                      <a:pt x="74" y="48"/>
                      <a:pt x="46" y="44"/>
                    </a:cubicBezTo>
                    <a:cubicBezTo>
                      <a:pt x="23" y="41"/>
                      <a:pt x="5" y="32"/>
                      <a:pt x="0" y="23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437" name="Freeform 461">
                <a:extLst>
                  <a:ext uri="{FF2B5EF4-FFF2-40B4-BE49-F238E27FC236}">
                    <a16:creationId xmlns:a16="http://schemas.microsoft.com/office/drawing/2014/main" id="{6CC4CFDA-EF2C-4D98-9DF3-EA69DD8D2F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9" y="1845"/>
                <a:ext cx="12" cy="3"/>
              </a:xfrm>
              <a:custGeom>
                <a:avLst/>
                <a:gdLst>
                  <a:gd name="T0" fmla="*/ 0 w 11"/>
                  <a:gd name="T1" fmla="*/ 8 h 2"/>
                  <a:gd name="T2" fmla="*/ 1 w 11"/>
                  <a:gd name="T3" fmla="*/ 8 h 2"/>
                  <a:gd name="T4" fmla="*/ 14 w 11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2">
                    <a:moveTo>
                      <a:pt x="0" y="2"/>
                    </a:moveTo>
                    <a:cubicBezTo>
                      <a:pt x="0" y="2"/>
                      <a:pt x="1" y="2"/>
                      <a:pt x="1" y="2"/>
                    </a:cubicBezTo>
                    <a:cubicBezTo>
                      <a:pt x="4" y="1"/>
                      <a:pt x="7" y="1"/>
                      <a:pt x="11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438" name="Freeform 462">
                <a:extLst>
                  <a:ext uri="{FF2B5EF4-FFF2-40B4-BE49-F238E27FC236}">
                    <a16:creationId xmlns:a16="http://schemas.microsoft.com/office/drawing/2014/main" id="{8F8FA60A-D1DA-4BDE-AAD6-4135F0B06C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3" y="1619"/>
                <a:ext cx="63" cy="23"/>
              </a:xfrm>
              <a:custGeom>
                <a:avLst/>
                <a:gdLst>
                  <a:gd name="T0" fmla="*/ 72 w 59"/>
                  <a:gd name="T1" fmla="*/ 0 h 22"/>
                  <a:gd name="T2" fmla="*/ 0 w 59"/>
                  <a:gd name="T3" fmla="*/ 25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9" h="22">
                    <a:moveTo>
                      <a:pt x="59" y="0"/>
                    </a:moveTo>
                    <a:cubicBezTo>
                      <a:pt x="40" y="6"/>
                      <a:pt x="21" y="18"/>
                      <a:pt x="0" y="22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439" name="Freeform 463">
                <a:extLst>
                  <a:ext uri="{FF2B5EF4-FFF2-40B4-BE49-F238E27FC236}">
                    <a16:creationId xmlns:a16="http://schemas.microsoft.com/office/drawing/2014/main" id="{8EB4FBF5-FE06-4B26-9839-733919FE90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5" y="1894"/>
                <a:ext cx="67" cy="12"/>
              </a:xfrm>
              <a:custGeom>
                <a:avLst/>
                <a:gdLst>
                  <a:gd name="T0" fmla="*/ 76 w 63"/>
                  <a:gd name="T1" fmla="*/ 1 h 12"/>
                  <a:gd name="T2" fmla="*/ 0 w 63"/>
                  <a:gd name="T3" fmla="*/ 0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3" h="12">
                    <a:moveTo>
                      <a:pt x="63" y="1"/>
                    </a:moveTo>
                    <a:cubicBezTo>
                      <a:pt x="46" y="12"/>
                      <a:pt x="17" y="5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440" name="Freeform 464">
                <a:extLst>
                  <a:ext uri="{FF2B5EF4-FFF2-40B4-BE49-F238E27FC236}">
                    <a16:creationId xmlns:a16="http://schemas.microsoft.com/office/drawing/2014/main" id="{596A36BC-92C7-4FE6-967A-0782BB5110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9" y="1848"/>
                <a:ext cx="39" cy="23"/>
              </a:xfrm>
              <a:custGeom>
                <a:avLst/>
                <a:gdLst>
                  <a:gd name="T0" fmla="*/ 0 w 37"/>
                  <a:gd name="T1" fmla="*/ 0 h 22"/>
                  <a:gd name="T2" fmla="*/ 43 w 37"/>
                  <a:gd name="T3" fmla="*/ 25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7" h="22">
                    <a:moveTo>
                      <a:pt x="0" y="0"/>
                    </a:moveTo>
                    <a:cubicBezTo>
                      <a:pt x="15" y="3"/>
                      <a:pt x="26" y="13"/>
                      <a:pt x="37" y="22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441" name="Freeform 465">
                <a:extLst>
                  <a:ext uri="{FF2B5EF4-FFF2-40B4-BE49-F238E27FC236}">
                    <a16:creationId xmlns:a16="http://schemas.microsoft.com/office/drawing/2014/main" id="{1B184673-9733-4281-86A8-34387DD117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8" y="1931"/>
                <a:ext cx="70" cy="41"/>
              </a:xfrm>
              <a:custGeom>
                <a:avLst/>
                <a:gdLst>
                  <a:gd name="T0" fmla="*/ 0 w 65"/>
                  <a:gd name="T1" fmla="*/ 0 h 38"/>
                  <a:gd name="T2" fmla="*/ 81 w 65"/>
                  <a:gd name="T3" fmla="*/ 47 h 3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5" h="38">
                    <a:moveTo>
                      <a:pt x="0" y="0"/>
                    </a:moveTo>
                    <a:cubicBezTo>
                      <a:pt x="6" y="35"/>
                      <a:pt x="45" y="21"/>
                      <a:pt x="65" y="38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442" name="Freeform 466">
                <a:extLst>
                  <a:ext uri="{FF2B5EF4-FFF2-40B4-BE49-F238E27FC236}">
                    <a16:creationId xmlns:a16="http://schemas.microsoft.com/office/drawing/2014/main" id="{5C1234C9-DE10-4CD7-878E-6C85598524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3" y="2208"/>
                <a:ext cx="67" cy="17"/>
              </a:xfrm>
              <a:custGeom>
                <a:avLst/>
                <a:gdLst>
                  <a:gd name="T0" fmla="*/ 0 w 63"/>
                  <a:gd name="T1" fmla="*/ 15 h 16"/>
                  <a:gd name="T2" fmla="*/ 76 w 63"/>
                  <a:gd name="T3" fmla="*/ 0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3" h="16">
                    <a:moveTo>
                      <a:pt x="0" y="12"/>
                    </a:moveTo>
                    <a:cubicBezTo>
                      <a:pt x="24" y="16"/>
                      <a:pt x="40" y="9"/>
                      <a:pt x="63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443" name="Freeform 467">
                <a:extLst>
                  <a:ext uri="{FF2B5EF4-FFF2-40B4-BE49-F238E27FC236}">
                    <a16:creationId xmlns:a16="http://schemas.microsoft.com/office/drawing/2014/main" id="{DC5455DD-C668-43D8-AA11-AF06381BA6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5" y="952"/>
                <a:ext cx="9" cy="74"/>
              </a:xfrm>
              <a:custGeom>
                <a:avLst/>
                <a:gdLst>
                  <a:gd name="T0" fmla="*/ 0 w 9"/>
                  <a:gd name="T1" fmla="*/ 85 h 69"/>
                  <a:gd name="T2" fmla="*/ 8 w 9"/>
                  <a:gd name="T3" fmla="*/ 39 h 69"/>
                  <a:gd name="T4" fmla="*/ 6 w 9"/>
                  <a:gd name="T5" fmla="*/ 0 h 6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69">
                    <a:moveTo>
                      <a:pt x="0" y="69"/>
                    </a:moveTo>
                    <a:cubicBezTo>
                      <a:pt x="0" y="69"/>
                      <a:pt x="9" y="45"/>
                      <a:pt x="8" y="32"/>
                    </a:cubicBezTo>
                    <a:cubicBezTo>
                      <a:pt x="6" y="20"/>
                      <a:pt x="6" y="0"/>
                      <a:pt x="6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444" name="Freeform 468">
                <a:extLst>
                  <a:ext uri="{FF2B5EF4-FFF2-40B4-BE49-F238E27FC236}">
                    <a16:creationId xmlns:a16="http://schemas.microsoft.com/office/drawing/2014/main" id="{9DD2D7B3-B337-40E2-A86C-33E3634A5F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1" y="942"/>
                <a:ext cx="20" cy="29"/>
              </a:xfrm>
              <a:custGeom>
                <a:avLst/>
                <a:gdLst>
                  <a:gd name="T0" fmla="*/ 22 w 19"/>
                  <a:gd name="T1" fmla="*/ 33 h 27"/>
                  <a:gd name="T2" fmla="*/ 2 w 19"/>
                  <a:gd name="T3" fmla="*/ 31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27">
                    <a:moveTo>
                      <a:pt x="19" y="27"/>
                    </a:moveTo>
                    <a:cubicBezTo>
                      <a:pt x="19" y="27"/>
                      <a:pt x="0" y="0"/>
                      <a:pt x="2" y="25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445" name="Freeform 469">
                <a:extLst>
                  <a:ext uri="{FF2B5EF4-FFF2-40B4-BE49-F238E27FC236}">
                    <a16:creationId xmlns:a16="http://schemas.microsoft.com/office/drawing/2014/main" id="{3A0910CE-4AAC-4490-ABF0-72F0278EE6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8" y="981"/>
                <a:ext cx="13" cy="20"/>
              </a:xfrm>
              <a:custGeom>
                <a:avLst/>
                <a:gdLst>
                  <a:gd name="T0" fmla="*/ 15 w 12"/>
                  <a:gd name="T1" fmla="*/ 0 h 19"/>
                  <a:gd name="T2" fmla="*/ 13 w 12"/>
                  <a:gd name="T3" fmla="*/ 22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19">
                    <a:moveTo>
                      <a:pt x="12" y="0"/>
                    </a:moveTo>
                    <a:cubicBezTo>
                      <a:pt x="12" y="0"/>
                      <a:pt x="0" y="9"/>
                      <a:pt x="10" y="19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446" name="Freeform 470">
                <a:extLst>
                  <a:ext uri="{FF2B5EF4-FFF2-40B4-BE49-F238E27FC236}">
                    <a16:creationId xmlns:a16="http://schemas.microsoft.com/office/drawing/2014/main" id="{B62D5066-5E75-4B85-A18E-2AD81067B7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2" y="840"/>
                <a:ext cx="86" cy="63"/>
              </a:xfrm>
              <a:custGeom>
                <a:avLst/>
                <a:gdLst>
                  <a:gd name="T0" fmla="*/ 98 w 80"/>
                  <a:gd name="T1" fmla="*/ 32 h 59"/>
                  <a:gd name="T2" fmla="*/ 0 w 80"/>
                  <a:gd name="T3" fmla="*/ 65 h 59"/>
                  <a:gd name="T4" fmla="*/ 12 w 80"/>
                  <a:gd name="T5" fmla="*/ 65 h 59"/>
                  <a:gd name="T6" fmla="*/ 75 w 80"/>
                  <a:gd name="T7" fmla="*/ 36 h 59"/>
                  <a:gd name="T8" fmla="*/ 98 w 80"/>
                  <a:gd name="T9" fmla="*/ 32 h 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0" h="59">
                    <a:moveTo>
                      <a:pt x="79" y="26"/>
                    </a:moveTo>
                    <a:cubicBezTo>
                      <a:pt x="78" y="13"/>
                      <a:pt x="21" y="0"/>
                      <a:pt x="0" y="53"/>
                    </a:cubicBezTo>
                    <a:cubicBezTo>
                      <a:pt x="0" y="53"/>
                      <a:pt x="1" y="59"/>
                      <a:pt x="9" y="53"/>
                    </a:cubicBezTo>
                    <a:cubicBezTo>
                      <a:pt x="17" y="46"/>
                      <a:pt x="42" y="27"/>
                      <a:pt x="60" y="30"/>
                    </a:cubicBezTo>
                    <a:cubicBezTo>
                      <a:pt x="78" y="33"/>
                      <a:pt x="80" y="33"/>
                      <a:pt x="79" y="26"/>
                    </a:cubicBezTo>
                    <a:close/>
                  </a:path>
                </a:pathLst>
              </a:custGeom>
              <a:solidFill>
                <a:srgbClr val="7920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447" name="Freeform 471">
                <a:extLst>
                  <a:ext uri="{FF2B5EF4-FFF2-40B4-BE49-F238E27FC236}">
                    <a16:creationId xmlns:a16="http://schemas.microsoft.com/office/drawing/2014/main" id="{D0F50A5F-A16D-4862-97A3-5933676930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3" y="906"/>
                <a:ext cx="14" cy="13"/>
              </a:xfrm>
              <a:custGeom>
                <a:avLst/>
                <a:gdLst>
                  <a:gd name="T0" fmla="*/ 16 w 13"/>
                  <a:gd name="T1" fmla="*/ 0 h 12"/>
                  <a:gd name="T2" fmla="*/ 0 w 13"/>
                  <a:gd name="T3" fmla="*/ 15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12">
                    <a:moveTo>
                      <a:pt x="13" y="0"/>
                    </a:moveTo>
                    <a:cubicBezTo>
                      <a:pt x="13" y="0"/>
                      <a:pt x="3" y="9"/>
                      <a:pt x="0" y="12"/>
                    </a:cubicBezTo>
                  </a:path>
                </a:pathLst>
              </a:custGeom>
              <a:noFill/>
              <a:ln w="3175" cap="flat">
                <a:solidFill>
                  <a:srgbClr val="EAAC9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448" name="Oval 472">
                <a:extLst>
                  <a:ext uri="{FF2B5EF4-FFF2-40B4-BE49-F238E27FC236}">
                    <a16:creationId xmlns:a16="http://schemas.microsoft.com/office/drawing/2014/main" id="{B5A38CA4-B782-425E-A570-72B8B74032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2" y="895"/>
                <a:ext cx="21" cy="21"/>
              </a:xfrm>
              <a:prstGeom prst="ellipse">
                <a:avLst/>
              </a:prstGeom>
              <a:solidFill>
                <a:srgbClr val="7920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449" name="Oval 473">
                <a:extLst>
                  <a:ext uri="{FF2B5EF4-FFF2-40B4-BE49-F238E27FC236}">
                    <a16:creationId xmlns:a16="http://schemas.microsoft.com/office/drawing/2014/main" id="{AF741411-E1AA-484B-A2F1-DFB37A7C23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9" y="902"/>
                <a:ext cx="7" cy="7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450" name="Freeform 474">
                <a:extLst>
                  <a:ext uri="{FF2B5EF4-FFF2-40B4-BE49-F238E27FC236}">
                    <a16:creationId xmlns:a16="http://schemas.microsoft.com/office/drawing/2014/main" id="{90B2FEE7-6C73-44A2-B7CB-E3185A18A5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6" y="876"/>
                <a:ext cx="15" cy="59"/>
              </a:xfrm>
              <a:custGeom>
                <a:avLst/>
                <a:gdLst>
                  <a:gd name="T0" fmla="*/ 0 w 14"/>
                  <a:gd name="T1" fmla="*/ 0 h 55"/>
                  <a:gd name="T2" fmla="*/ 0 w 14"/>
                  <a:gd name="T3" fmla="*/ 68 h 55"/>
                  <a:gd name="T4" fmla="*/ 0 w 14"/>
                  <a:gd name="T5" fmla="*/ 0 h 5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55">
                    <a:moveTo>
                      <a:pt x="0" y="0"/>
                    </a:moveTo>
                    <a:cubicBezTo>
                      <a:pt x="0" y="0"/>
                      <a:pt x="8" y="34"/>
                      <a:pt x="0" y="55"/>
                    </a:cubicBezTo>
                    <a:cubicBezTo>
                      <a:pt x="0" y="55"/>
                      <a:pt x="14" y="26"/>
                      <a:pt x="0" y="0"/>
                    </a:cubicBezTo>
                    <a:close/>
                  </a:path>
                </a:pathLst>
              </a:custGeom>
              <a:solidFill>
                <a:srgbClr val="EAAC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451" name="Freeform 475">
                <a:extLst>
                  <a:ext uri="{FF2B5EF4-FFF2-40B4-BE49-F238E27FC236}">
                    <a16:creationId xmlns:a16="http://schemas.microsoft.com/office/drawing/2014/main" id="{2D6D8C24-8389-43D0-A9BE-54C90D5BF4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9" y="943"/>
                <a:ext cx="24" cy="36"/>
              </a:xfrm>
              <a:custGeom>
                <a:avLst/>
                <a:gdLst>
                  <a:gd name="T0" fmla="*/ 15 w 22"/>
                  <a:gd name="T1" fmla="*/ 0 h 33"/>
                  <a:gd name="T2" fmla="*/ 5 w 22"/>
                  <a:gd name="T3" fmla="*/ 26 h 33"/>
                  <a:gd name="T4" fmla="*/ 28 w 22"/>
                  <a:gd name="T5" fmla="*/ 43 h 33"/>
                  <a:gd name="T6" fmla="*/ 11 w 22"/>
                  <a:gd name="T7" fmla="*/ 21 h 33"/>
                  <a:gd name="T8" fmla="*/ 15 w 22"/>
                  <a:gd name="T9" fmla="*/ 0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33">
                    <a:moveTo>
                      <a:pt x="12" y="0"/>
                    </a:moveTo>
                    <a:cubicBezTo>
                      <a:pt x="12" y="0"/>
                      <a:pt x="0" y="13"/>
                      <a:pt x="5" y="20"/>
                    </a:cubicBezTo>
                    <a:cubicBezTo>
                      <a:pt x="10" y="27"/>
                      <a:pt x="15" y="32"/>
                      <a:pt x="22" y="33"/>
                    </a:cubicBezTo>
                    <a:cubicBezTo>
                      <a:pt x="22" y="33"/>
                      <a:pt x="7" y="24"/>
                      <a:pt x="8" y="16"/>
                    </a:cubicBezTo>
                    <a:cubicBezTo>
                      <a:pt x="8" y="9"/>
                      <a:pt x="8" y="4"/>
                      <a:pt x="12" y="0"/>
                    </a:cubicBezTo>
                    <a:close/>
                  </a:path>
                </a:pathLst>
              </a:custGeom>
              <a:solidFill>
                <a:srgbClr val="EAAC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452" name="Freeform 476">
                <a:extLst>
                  <a:ext uri="{FF2B5EF4-FFF2-40B4-BE49-F238E27FC236}">
                    <a16:creationId xmlns:a16="http://schemas.microsoft.com/office/drawing/2014/main" id="{6C2D09EE-9C15-42F6-BC9E-B46EDE081A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9" y="965"/>
                <a:ext cx="18" cy="18"/>
              </a:xfrm>
              <a:custGeom>
                <a:avLst/>
                <a:gdLst>
                  <a:gd name="T0" fmla="*/ 20 w 17"/>
                  <a:gd name="T1" fmla="*/ 16 h 17"/>
                  <a:gd name="T2" fmla="*/ 14 w 17"/>
                  <a:gd name="T3" fmla="*/ 6 h 17"/>
                  <a:gd name="T4" fmla="*/ 0 w 17"/>
                  <a:gd name="T5" fmla="*/ 0 h 17"/>
                  <a:gd name="T6" fmla="*/ 4 w 17"/>
                  <a:gd name="T7" fmla="*/ 7 h 17"/>
                  <a:gd name="T8" fmla="*/ 20 w 17"/>
                  <a:gd name="T9" fmla="*/ 16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17">
                    <a:moveTo>
                      <a:pt x="17" y="13"/>
                    </a:moveTo>
                    <a:cubicBezTo>
                      <a:pt x="17" y="13"/>
                      <a:pt x="17" y="7"/>
                      <a:pt x="11" y="6"/>
                    </a:cubicBezTo>
                    <a:cubicBezTo>
                      <a:pt x="5" y="4"/>
                      <a:pt x="1" y="5"/>
                      <a:pt x="0" y="0"/>
                    </a:cubicBezTo>
                    <a:cubicBezTo>
                      <a:pt x="0" y="0"/>
                      <a:pt x="0" y="6"/>
                      <a:pt x="4" y="7"/>
                    </a:cubicBezTo>
                    <a:cubicBezTo>
                      <a:pt x="7" y="7"/>
                      <a:pt x="5" y="17"/>
                      <a:pt x="17" y="13"/>
                    </a:cubicBezTo>
                    <a:close/>
                  </a:path>
                </a:pathLst>
              </a:custGeom>
              <a:solidFill>
                <a:srgbClr val="BB7A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453" name="Freeform 477">
                <a:extLst>
                  <a:ext uri="{FF2B5EF4-FFF2-40B4-BE49-F238E27FC236}">
                    <a16:creationId xmlns:a16="http://schemas.microsoft.com/office/drawing/2014/main" id="{E2DAABE1-3315-40F0-AAC9-D9A55B914D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3" y="941"/>
                <a:ext cx="7" cy="27"/>
              </a:xfrm>
              <a:custGeom>
                <a:avLst/>
                <a:gdLst>
                  <a:gd name="T0" fmla="*/ 6 w 7"/>
                  <a:gd name="T1" fmla="*/ 29 h 25"/>
                  <a:gd name="T2" fmla="*/ 4 w 7"/>
                  <a:gd name="T3" fmla="*/ 0 h 25"/>
                  <a:gd name="T4" fmla="*/ 1 w 7"/>
                  <a:gd name="T5" fmla="*/ 13 h 25"/>
                  <a:gd name="T6" fmla="*/ 7 w 7"/>
                  <a:gd name="T7" fmla="*/ 31 h 2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25">
                    <a:moveTo>
                      <a:pt x="6" y="23"/>
                    </a:moveTo>
                    <a:cubicBezTo>
                      <a:pt x="0" y="18"/>
                      <a:pt x="2" y="6"/>
                      <a:pt x="4" y="0"/>
                    </a:cubicBezTo>
                    <a:cubicBezTo>
                      <a:pt x="3" y="3"/>
                      <a:pt x="2" y="7"/>
                      <a:pt x="1" y="10"/>
                    </a:cubicBezTo>
                    <a:cubicBezTo>
                      <a:pt x="0" y="16"/>
                      <a:pt x="3" y="21"/>
                      <a:pt x="7" y="25"/>
                    </a:cubicBezTo>
                  </a:path>
                </a:pathLst>
              </a:custGeom>
              <a:solidFill>
                <a:srgbClr val="EAAC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454" name="Freeform 478">
                <a:extLst>
                  <a:ext uri="{FF2B5EF4-FFF2-40B4-BE49-F238E27FC236}">
                    <a16:creationId xmlns:a16="http://schemas.microsoft.com/office/drawing/2014/main" id="{C8AA82AE-7C54-4EA1-87BE-4E76762F4D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9" y="950"/>
                <a:ext cx="20" cy="111"/>
              </a:xfrm>
              <a:custGeom>
                <a:avLst/>
                <a:gdLst>
                  <a:gd name="T0" fmla="*/ 22 w 18"/>
                  <a:gd name="T1" fmla="*/ 0 h 104"/>
                  <a:gd name="T2" fmla="*/ 4 w 18"/>
                  <a:gd name="T3" fmla="*/ 22 h 104"/>
                  <a:gd name="T4" fmla="*/ 1 w 18"/>
                  <a:gd name="T5" fmla="*/ 54 h 104"/>
                  <a:gd name="T6" fmla="*/ 24 w 18"/>
                  <a:gd name="T7" fmla="*/ 126 h 104"/>
                  <a:gd name="T8" fmla="*/ 11 w 18"/>
                  <a:gd name="T9" fmla="*/ 84 h 104"/>
                  <a:gd name="T10" fmla="*/ 3 w 18"/>
                  <a:gd name="T11" fmla="*/ 57 h 104"/>
                  <a:gd name="T12" fmla="*/ 9 w 18"/>
                  <a:gd name="T13" fmla="*/ 30 h 104"/>
                  <a:gd name="T14" fmla="*/ 22 w 18"/>
                  <a:gd name="T15" fmla="*/ 18 h 104"/>
                  <a:gd name="T16" fmla="*/ 20 w 18"/>
                  <a:gd name="T17" fmla="*/ 6 h 10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8" h="104">
                    <a:moveTo>
                      <a:pt x="16" y="0"/>
                    </a:moveTo>
                    <a:cubicBezTo>
                      <a:pt x="13" y="6"/>
                      <a:pt x="8" y="12"/>
                      <a:pt x="4" y="19"/>
                    </a:cubicBezTo>
                    <a:cubicBezTo>
                      <a:pt x="1" y="27"/>
                      <a:pt x="0" y="37"/>
                      <a:pt x="1" y="45"/>
                    </a:cubicBezTo>
                    <a:cubicBezTo>
                      <a:pt x="3" y="66"/>
                      <a:pt x="15" y="83"/>
                      <a:pt x="18" y="104"/>
                    </a:cubicBezTo>
                    <a:cubicBezTo>
                      <a:pt x="16" y="92"/>
                      <a:pt x="12" y="80"/>
                      <a:pt x="8" y="69"/>
                    </a:cubicBezTo>
                    <a:cubicBezTo>
                      <a:pt x="6" y="62"/>
                      <a:pt x="4" y="55"/>
                      <a:pt x="3" y="47"/>
                    </a:cubicBezTo>
                    <a:cubicBezTo>
                      <a:pt x="3" y="39"/>
                      <a:pt x="4" y="31"/>
                      <a:pt x="6" y="24"/>
                    </a:cubicBezTo>
                    <a:cubicBezTo>
                      <a:pt x="7" y="21"/>
                      <a:pt x="13" y="9"/>
                      <a:pt x="16" y="15"/>
                    </a:cubicBezTo>
                    <a:cubicBezTo>
                      <a:pt x="14" y="12"/>
                      <a:pt x="14" y="9"/>
                      <a:pt x="14" y="6"/>
                    </a:cubicBezTo>
                  </a:path>
                </a:pathLst>
              </a:custGeom>
              <a:solidFill>
                <a:srgbClr val="EAAC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455" name="Freeform 479">
                <a:extLst>
                  <a:ext uri="{FF2B5EF4-FFF2-40B4-BE49-F238E27FC236}">
                    <a16:creationId xmlns:a16="http://schemas.microsoft.com/office/drawing/2014/main" id="{CFC264DE-0234-4B5C-A9B9-A2B75700BC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2" y="1064"/>
                <a:ext cx="14" cy="72"/>
              </a:xfrm>
              <a:custGeom>
                <a:avLst/>
                <a:gdLst>
                  <a:gd name="T0" fmla="*/ 11 w 13"/>
                  <a:gd name="T1" fmla="*/ 0 h 67"/>
                  <a:gd name="T2" fmla="*/ 6 w 13"/>
                  <a:gd name="T3" fmla="*/ 32 h 67"/>
                  <a:gd name="T4" fmla="*/ 0 w 13"/>
                  <a:gd name="T5" fmla="*/ 60 h 67"/>
                  <a:gd name="T6" fmla="*/ 3 w 13"/>
                  <a:gd name="T7" fmla="*/ 83 h 67"/>
                  <a:gd name="T8" fmla="*/ 3 w 13"/>
                  <a:gd name="T9" fmla="*/ 60 h 67"/>
                  <a:gd name="T10" fmla="*/ 12 w 13"/>
                  <a:gd name="T11" fmla="*/ 29 h 67"/>
                  <a:gd name="T12" fmla="*/ 15 w 13"/>
                  <a:gd name="T13" fmla="*/ 14 h 67"/>
                  <a:gd name="T14" fmla="*/ 10 w 13"/>
                  <a:gd name="T15" fmla="*/ 0 h 6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3" h="67">
                    <a:moveTo>
                      <a:pt x="8" y="0"/>
                    </a:moveTo>
                    <a:cubicBezTo>
                      <a:pt x="11" y="8"/>
                      <a:pt x="9" y="18"/>
                      <a:pt x="6" y="26"/>
                    </a:cubicBezTo>
                    <a:cubicBezTo>
                      <a:pt x="3" y="33"/>
                      <a:pt x="1" y="40"/>
                      <a:pt x="0" y="48"/>
                    </a:cubicBezTo>
                    <a:cubicBezTo>
                      <a:pt x="0" y="55"/>
                      <a:pt x="2" y="61"/>
                      <a:pt x="3" y="67"/>
                    </a:cubicBezTo>
                    <a:cubicBezTo>
                      <a:pt x="1" y="62"/>
                      <a:pt x="2" y="54"/>
                      <a:pt x="3" y="48"/>
                    </a:cubicBezTo>
                    <a:cubicBezTo>
                      <a:pt x="3" y="39"/>
                      <a:pt x="6" y="32"/>
                      <a:pt x="9" y="23"/>
                    </a:cubicBezTo>
                    <a:cubicBezTo>
                      <a:pt x="10" y="19"/>
                      <a:pt x="12" y="15"/>
                      <a:pt x="12" y="11"/>
                    </a:cubicBezTo>
                    <a:cubicBezTo>
                      <a:pt x="13" y="6"/>
                      <a:pt x="10" y="3"/>
                      <a:pt x="7" y="0"/>
                    </a:cubicBezTo>
                  </a:path>
                </a:pathLst>
              </a:custGeom>
              <a:solidFill>
                <a:srgbClr val="EAAC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456" name="Freeform 480">
                <a:extLst>
                  <a:ext uri="{FF2B5EF4-FFF2-40B4-BE49-F238E27FC236}">
                    <a16:creationId xmlns:a16="http://schemas.microsoft.com/office/drawing/2014/main" id="{1760E7F8-D9F1-4CC5-8CC9-152FAE68BD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6" y="2212"/>
                <a:ext cx="1041" cy="337"/>
              </a:xfrm>
              <a:custGeom>
                <a:avLst/>
                <a:gdLst>
                  <a:gd name="T0" fmla="*/ 0 w 975"/>
                  <a:gd name="T1" fmla="*/ 0 h 315"/>
                  <a:gd name="T2" fmla="*/ 161 w 975"/>
                  <a:gd name="T3" fmla="*/ 239 h 315"/>
                  <a:gd name="T4" fmla="*/ 443 w 975"/>
                  <a:gd name="T5" fmla="*/ 338 h 315"/>
                  <a:gd name="T6" fmla="*/ 744 w 975"/>
                  <a:gd name="T7" fmla="*/ 338 h 315"/>
                  <a:gd name="T8" fmla="*/ 1026 w 975"/>
                  <a:gd name="T9" fmla="*/ 239 h 315"/>
                  <a:gd name="T10" fmla="*/ 1186 w 975"/>
                  <a:gd name="T11" fmla="*/ 0 h 31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75" h="315">
                    <a:moveTo>
                      <a:pt x="0" y="0"/>
                    </a:moveTo>
                    <a:cubicBezTo>
                      <a:pt x="27" y="30"/>
                      <a:pt x="17" y="119"/>
                      <a:pt x="132" y="194"/>
                    </a:cubicBezTo>
                    <a:cubicBezTo>
                      <a:pt x="214" y="247"/>
                      <a:pt x="364" y="276"/>
                      <a:pt x="364" y="276"/>
                    </a:cubicBezTo>
                    <a:cubicBezTo>
                      <a:pt x="364" y="276"/>
                      <a:pt x="465" y="315"/>
                      <a:pt x="612" y="276"/>
                    </a:cubicBezTo>
                    <a:cubicBezTo>
                      <a:pt x="612" y="276"/>
                      <a:pt x="762" y="247"/>
                      <a:pt x="843" y="194"/>
                    </a:cubicBezTo>
                    <a:cubicBezTo>
                      <a:pt x="958" y="119"/>
                      <a:pt x="948" y="30"/>
                      <a:pt x="975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457" name="Freeform 481">
                <a:extLst>
                  <a:ext uri="{FF2B5EF4-FFF2-40B4-BE49-F238E27FC236}">
                    <a16:creationId xmlns:a16="http://schemas.microsoft.com/office/drawing/2014/main" id="{F4CBD0CA-8F06-4D06-A6CE-E43551DB59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5" y="2490"/>
                <a:ext cx="201" cy="39"/>
              </a:xfrm>
              <a:custGeom>
                <a:avLst/>
                <a:gdLst>
                  <a:gd name="T0" fmla="*/ 230 w 188"/>
                  <a:gd name="T1" fmla="*/ 9 h 37"/>
                  <a:gd name="T2" fmla="*/ 137 w 188"/>
                  <a:gd name="T3" fmla="*/ 3 h 37"/>
                  <a:gd name="T4" fmla="*/ 0 w 188"/>
                  <a:gd name="T5" fmla="*/ 43 h 3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8" h="37">
                    <a:moveTo>
                      <a:pt x="188" y="9"/>
                    </a:moveTo>
                    <a:cubicBezTo>
                      <a:pt x="188" y="9"/>
                      <a:pt x="134" y="5"/>
                      <a:pt x="112" y="3"/>
                    </a:cubicBezTo>
                    <a:cubicBezTo>
                      <a:pt x="90" y="0"/>
                      <a:pt x="25" y="3"/>
                      <a:pt x="0" y="37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458" name="Freeform 482">
                <a:extLst>
                  <a:ext uri="{FF2B5EF4-FFF2-40B4-BE49-F238E27FC236}">
                    <a16:creationId xmlns:a16="http://schemas.microsoft.com/office/drawing/2014/main" id="{0CFE22EC-62F9-42B3-B54F-A08ADFFB80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1" y="2788"/>
                <a:ext cx="68" cy="49"/>
              </a:xfrm>
              <a:custGeom>
                <a:avLst/>
                <a:gdLst>
                  <a:gd name="T0" fmla="*/ 0 w 64"/>
                  <a:gd name="T1" fmla="*/ 0 h 46"/>
                  <a:gd name="T2" fmla="*/ 77 w 64"/>
                  <a:gd name="T3" fmla="*/ 55 h 4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4" h="46">
                    <a:moveTo>
                      <a:pt x="0" y="0"/>
                    </a:moveTo>
                    <a:cubicBezTo>
                      <a:pt x="0" y="0"/>
                      <a:pt x="56" y="32"/>
                      <a:pt x="64" y="46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459" name="Freeform 483">
                <a:extLst>
                  <a:ext uri="{FF2B5EF4-FFF2-40B4-BE49-F238E27FC236}">
                    <a16:creationId xmlns:a16="http://schemas.microsoft.com/office/drawing/2014/main" id="{ED219CCC-A8FE-4710-9FF3-3BC9C14AD3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3" y="761"/>
                <a:ext cx="1867" cy="3321"/>
              </a:xfrm>
              <a:custGeom>
                <a:avLst/>
                <a:gdLst>
                  <a:gd name="T0" fmla="*/ 1264 w 1747"/>
                  <a:gd name="T1" fmla="*/ 207 h 3108"/>
                  <a:gd name="T2" fmla="*/ 1266 w 1747"/>
                  <a:gd name="T3" fmla="*/ 428 h 3108"/>
                  <a:gd name="T4" fmla="*/ 1833 w 1747"/>
                  <a:gd name="T5" fmla="*/ 743 h 3108"/>
                  <a:gd name="T6" fmla="*/ 1993 w 1747"/>
                  <a:gd name="T7" fmla="*/ 1229 h 3108"/>
                  <a:gd name="T8" fmla="*/ 2079 w 1747"/>
                  <a:gd name="T9" fmla="*/ 1514 h 3108"/>
                  <a:gd name="T10" fmla="*/ 2094 w 1747"/>
                  <a:gd name="T11" fmla="*/ 1673 h 3108"/>
                  <a:gd name="T12" fmla="*/ 2115 w 1747"/>
                  <a:gd name="T13" fmla="*/ 1892 h 3108"/>
                  <a:gd name="T14" fmla="*/ 1977 w 1747"/>
                  <a:gd name="T15" fmla="*/ 2072 h 3108"/>
                  <a:gd name="T16" fmla="*/ 1913 w 1747"/>
                  <a:gd name="T17" fmla="*/ 2007 h 3108"/>
                  <a:gd name="T18" fmla="*/ 1880 w 1747"/>
                  <a:gd name="T19" fmla="*/ 1780 h 3108"/>
                  <a:gd name="T20" fmla="*/ 1792 w 1747"/>
                  <a:gd name="T21" fmla="*/ 1575 h 3108"/>
                  <a:gd name="T22" fmla="*/ 1782 w 1747"/>
                  <a:gd name="T23" fmla="*/ 2514 h 3108"/>
                  <a:gd name="T24" fmla="*/ 1725 w 1747"/>
                  <a:gd name="T25" fmla="*/ 2801 h 3108"/>
                  <a:gd name="T26" fmla="*/ 1710 w 1747"/>
                  <a:gd name="T27" fmla="*/ 3458 h 3108"/>
                  <a:gd name="T28" fmla="*/ 1753 w 1747"/>
                  <a:gd name="T29" fmla="*/ 3553 h 3108"/>
                  <a:gd name="T30" fmla="*/ 1877 w 1747"/>
                  <a:gd name="T31" fmla="*/ 3636 h 3108"/>
                  <a:gd name="T32" fmla="*/ 1918 w 1747"/>
                  <a:gd name="T33" fmla="*/ 3701 h 3108"/>
                  <a:gd name="T34" fmla="*/ 1885 w 1747"/>
                  <a:gd name="T35" fmla="*/ 3748 h 3108"/>
                  <a:gd name="T36" fmla="*/ 1798 w 1747"/>
                  <a:gd name="T37" fmla="*/ 3786 h 3108"/>
                  <a:gd name="T38" fmla="*/ 1712 w 1747"/>
                  <a:gd name="T39" fmla="*/ 3722 h 3108"/>
                  <a:gd name="T40" fmla="*/ 1465 w 1747"/>
                  <a:gd name="T41" fmla="*/ 3603 h 3108"/>
                  <a:gd name="T42" fmla="*/ 1401 w 1747"/>
                  <a:gd name="T43" fmla="*/ 3359 h 3108"/>
                  <a:gd name="T44" fmla="*/ 1235 w 1747"/>
                  <a:gd name="T45" fmla="*/ 2722 h 3108"/>
                  <a:gd name="T46" fmla="*/ 1090 w 1747"/>
                  <a:gd name="T47" fmla="*/ 2352 h 3108"/>
                  <a:gd name="T48" fmla="*/ 1067 w 1747"/>
                  <a:gd name="T49" fmla="*/ 2151 h 3108"/>
                  <a:gd name="T50" fmla="*/ 967 w 1747"/>
                  <a:gd name="T51" fmla="*/ 2616 h 3108"/>
                  <a:gd name="T52" fmla="*/ 890 w 1747"/>
                  <a:gd name="T53" fmla="*/ 2762 h 3108"/>
                  <a:gd name="T54" fmla="*/ 701 w 1747"/>
                  <a:gd name="T55" fmla="*/ 3447 h 3108"/>
                  <a:gd name="T56" fmla="*/ 538 w 1747"/>
                  <a:gd name="T57" fmla="*/ 3669 h 3108"/>
                  <a:gd name="T58" fmla="*/ 395 w 1747"/>
                  <a:gd name="T59" fmla="*/ 3739 h 3108"/>
                  <a:gd name="T60" fmla="*/ 286 w 1747"/>
                  <a:gd name="T61" fmla="*/ 3764 h 3108"/>
                  <a:gd name="T62" fmla="*/ 233 w 1747"/>
                  <a:gd name="T63" fmla="*/ 3743 h 3108"/>
                  <a:gd name="T64" fmla="*/ 228 w 1747"/>
                  <a:gd name="T65" fmla="*/ 3676 h 3108"/>
                  <a:gd name="T66" fmla="*/ 298 w 1747"/>
                  <a:gd name="T67" fmla="*/ 3626 h 3108"/>
                  <a:gd name="T68" fmla="*/ 421 w 1747"/>
                  <a:gd name="T69" fmla="*/ 3503 h 3108"/>
                  <a:gd name="T70" fmla="*/ 414 w 1747"/>
                  <a:gd name="T71" fmla="*/ 3428 h 3108"/>
                  <a:gd name="T72" fmla="*/ 378 w 1747"/>
                  <a:gd name="T73" fmla="*/ 2704 h 3108"/>
                  <a:gd name="T74" fmla="*/ 325 w 1747"/>
                  <a:gd name="T75" fmla="*/ 1829 h 3108"/>
                  <a:gd name="T76" fmla="*/ 269 w 1747"/>
                  <a:gd name="T77" fmla="*/ 1680 h 3108"/>
                  <a:gd name="T78" fmla="*/ 236 w 1747"/>
                  <a:gd name="T79" fmla="*/ 1870 h 3108"/>
                  <a:gd name="T80" fmla="*/ 185 w 1747"/>
                  <a:gd name="T81" fmla="*/ 2001 h 3108"/>
                  <a:gd name="T82" fmla="*/ 73 w 1747"/>
                  <a:gd name="T83" fmla="*/ 2018 h 3108"/>
                  <a:gd name="T84" fmla="*/ 30 w 1747"/>
                  <a:gd name="T85" fmla="*/ 1759 h 3108"/>
                  <a:gd name="T86" fmla="*/ 33 w 1747"/>
                  <a:gd name="T87" fmla="*/ 1649 h 3108"/>
                  <a:gd name="T88" fmla="*/ 97 w 1747"/>
                  <a:gd name="T89" fmla="*/ 1361 h 3108"/>
                  <a:gd name="T90" fmla="*/ 153 w 1747"/>
                  <a:gd name="T91" fmla="*/ 1136 h 3108"/>
                  <a:gd name="T92" fmla="*/ 766 w 1747"/>
                  <a:gd name="T93" fmla="*/ 501 h 3108"/>
                  <a:gd name="T94" fmla="*/ 882 w 1747"/>
                  <a:gd name="T95" fmla="*/ 302 h 3108"/>
                  <a:gd name="T96" fmla="*/ 888 w 1747"/>
                  <a:gd name="T97" fmla="*/ 221 h 3108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1747" h="3108">
                    <a:moveTo>
                      <a:pt x="875" y="0"/>
                    </a:moveTo>
                    <a:cubicBezTo>
                      <a:pt x="875" y="0"/>
                      <a:pt x="1010" y="17"/>
                      <a:pt x="1019" y="182"/>
                    </a:cubicBezTo>
                    <a:cubicBezTo>
                      <a:pt x="1019" y="182"/>
                      <a:pt x="1024" y="164"/>
                      <a:pt x="1036" y="170"/>
                    </a:cubicBezTo>
                    <a:cubicBezTo>
                      <a:pt x="1048" y="177"/>
                      <a:pt x="1046" y="194"/>
                      <a:pt x="1041" y="203"/>
                    </a:cubicBezTo>
                    <a:cubicBezTo>
                      <a:pt x="1035" y="211"/>
                      <a:pt x="1030" y="244"/>
                      <a:pt x="1025" y="248"/>
                    </a:cubicBezTo>
                    <a:cubicBezTo>
                      <a:pt x="1025" y="248"/>
                      <a:pt x="1048" y="294"/>
                      <a:pt x="1038" y="351"/>
                    </a:cubicBezTo>
                    <a:cubicBezTo>
                      <a:pt x="1038" y="351"/>
                      <a:pt x="1049" y="349"/>
                      <a:pt x="1054" y="365"/>
                    </a:cubicBezTo>
                    <a:cubicBezTo>
                      <a:pt x="1059" y="381"/>
                      <a:pt x="1094" y="404"/>
                      <a:pt x="1119" y="411"/>
                    </a:cubicBezTo>
                    <a:cubicBezTo>
                      <a:pt x="1144" y="418"/>
                      <a:pt x="1441" y="437"/>
                      <a:pt x="1502" y="608"/>
                    </a:cubicBezTo>
                    <a:cubicBezTo>
                      <a:pt x="1518" y="652"/>
                      <a:pt x="1530" y="667"/>
                      <a:pt x="1553" y="692"/>
                    </a:cubicBezTo>
                    <a:cubicBezTo>
                      <a:pt x="1576" y="717"/>
                      <a:pt x="1609" y="800"/>
                      <a:pt x="1622" y="931"/>
                    </a:cubicBezTo>
                    <a:cubicBezTo>
                      <a:pt x="1627" y="980"/>
                      <a:pt x="1621" y="990"/>
                      <a:pt x="1633" y="1007"/>
                    </a:cubicBezTo>
                    <a:cubicBezTo>
                      <a:pt x="1645" y="1024"/>
                      <a:pt x="1659" y="1038"/>
                      <a:pt x="1655" y="1062"/>
                    </a:cubicBezTo>
                    <a:cubicBezTo>
                      <a:pt x="1651" y="1086"/>
                      <a:pt x="1659" y="1100"/>
                      <a:pt x="1667" y="1116"/>
                    </a:cubicBezTo>
                    <a:cubicBezTo>
                      <a:pt x="1675" y="1132"/>
                      <a:pt x="1707" y="1204"/>
                      <a:pt x="1703" y="1241"/>
                    </a:cubicBezTo>
                    <a:cubicBezTo>
                      <a:pt x="1699" y="1278"/>
                      <a:pt x="1703" y="1291"/>
                      <a:pt x="1711" y="1298"/>
                    </a:cubicBezTo>
                    <a:cubicBezTo>
                      <a:pt x="1719" y="1305"/>
                      <a:pt x="1730" y="1340"/>
                      <a:pt x="1720" y="1351"/>
                    </a:cubicBezTo>
                    <a:cubicBezTo>
                      <a:pt x="1710" y="1362"/>
                      <a:pt x="1711" y="1361"/>
                      <a:pt x="1715" y="1372"/>
                    </a:cubicBezTo>
                    <a:cubicBezTo>
                      <a:pt x="1719" y="1383"/>
                      <a:pt x="1721" y="1386"/>
                      <a:pt x="1720" y="1398"/>
                    </a:cubicBezTo>
                    <a:cubicBezTo>
                      <a:pt x="1719" y="1410"/>
                      <a:pt x="1718" y="1420"/>
                      <a:pt x="1723" y="1441"/>
                    </a:cubicBezTo>
                    <a:cubicBezTo>
                      <a:pt x="1728" y="1462"/>
                      <a:pt x="1747" y="1521"/>
                      <a:pt x="1733" y="1551"/>
                    </a:cubicBezTo>
                    <a:cubicBezTo>
                      <a:pt x="1719" y="1581"/>
                      <a:pt x="1715" y="1591"/>
                      <a:pt x="1710" y="1605"/>
                    </a:cubicBezTo>
                    <a:cubicBezTo>
                      <a:pt x="1705" y="1619"/>
                      <a:pt x="1695" y="1647"/>
                      <a:pt x="1687" y="1655"/>
                    </a:cubicBezTo>
                    <a:cubicBezTo>
                      <a:pt x="1679" y="1663"/>
                      <a:pt x="1635" y="1705"/>
                      <a:pt x="1620" y="1699"/>
                    </a:cubicBezTo>
                    <a:cubicBezTo>
                      <a:pt x="1610" y="1696"/>
                      <a:pt x="1612" y="1680"/>
                      <a:pt x="1612" y="1680"/>
                    </a:cubicBezTo>
                    <a:cubicBezTo>
                      <a:pt x="1612" y="1680"/>
                      <a:pt x="1585" y="1668"/>
                      <a:pt x="1595" y="1641"/>
                    </a:cubicBezTo>
                    <a:cubicBezTo>
                      <a:pt x="1595" y="1641"/>
                      <a:pt x="1579" y="1655"/>
                      <a:pt x="1567" y="1645"/>
                    </a:cubicBezTo>
                    <a:cubicBezTo>
                      <a:pt x="1555" y="1636"/>
                      <a:pt x="1561" y="1603"/>
                      <a:pt x="1558" y="1593"/>
                    </a:cubicBezTo>
                    <a:cubicBezTo>
                      <a:pt x="1556" y="1582"/>
                      <a:pt x="1557" y="1552"/>
                      <a:pt x="1553" y="1533"/>
                    </a:cubicBezTo>
                    <a:cubicBezTo>
                      <a:pt x="1549" y="1514"/>
                      <a:pt x="1536" y="1477"/>
                      <a:pt x="1540" y="1459"/>
                    </a:cubicBezTo>
                    <a:cubicBezTo>
                      <a:pt x="1545" y="1440"/>
                      <a:pt x="1553" y="1421"/>
                      <a:pt x="1542" y="1407"/>
                    </a:cubicBezTo>
                    <a:cubicBezTo>
                      <a:pt x="1532" y="1394"/>
                      <a:pt x="1526" y="1385"/>
                      <a:pt x="1526" y="1377"/>
                    </a:cubicBezTo>
                    <a:cubicBezTo>
                      <a:pt x="1526" y="1369"/>
                      <a:pt x="1478" y="1328"/>
                      <a:pt x="1468" y="1291"/>
                    </a:cubicBezTo>
                    <a:cubicBezTo>
                      <a:pt x="1468" y="1291"/>
                      <a:pt x="1474" y="1379"/>
                      <a:pt x="1472" y="1404"/>
                    </a:cubicBezTo>
                    <a:cubicBezTo>
                      <a:pt x="1469" y="1429"/>
                      <a:pt x="1470" y="1471"/>
                      <a:pt x="1481" y="1499"/>
                    </a:cubicBezTo>
                    <a:cubicBezTo>
                      <a:pt x="1492" y="1527"/>
                      <a:pt x="1572" y="1847"/>
                      <a:pt x="1460" y="2061"/>
                    </a:cubicBezTo>
                    <a:cubicBezTo>
                      <a:pt x="1443" y="2094"/>
                      <a:pt x="1448" y="2108"/>
                      <a:pt x="1450" y="2127"/>
                    </a:cubicBezTo>
                    <a:cubicBezTo>
                      <a:pt x="1453" y="2145"/>
                      <a:pt x="1456" y="2196"/>
                      <a:pt x="1437" y="2217"/>
                    </a:cubicBezTo>
                    <a:cubicBezTo>
                      <a:pt x="1418" y="2239"/>
                      <a:pt x="1405" y="2259"/>
                      <a:pt x="1413" y="2296"/>
                    </a:cubicBezTo>
                    <a:cubicBezTo>
                      <a:pt x="1421" y="2333"/>
                      <a:pt x="1482" y="2552"/>
                      <a:pt x="1413" y="2745"/>
                    </a:cubicBezTo>
                    <a:cubicBezTo>
                      <a:pt x="1397" y="2790"/>
                      <a:pt x="1417" y="2790"/>
                      <a:pt x="1408" y="2809"/>
                    </a:cubicBezTo>
                    <a:cubicBezTo>
                      <a:pt x="1399" y="2828"/>
                      <a:pt x="1399" y="2829"/>
                      <a:pt x="1401" y="2834"/>
                    </a:cubicBezTo>
                    <a:cubicBezTo>
                      <a:pt x="1403" y="2839"/>
                      <a:pt x="1400" y="2851"/>
                      <a:pt x="1397" y="2856"/>
                    </a:cubicBezTo>
                    <a:cubicBezTo>
                      <a:pt x="1393" y="2860"/>
                      <a:pt x="1396" y="2865"/>
                      <a:pt x="1402" y="2871"/>
                    </a:cubicBezTo>
                    <a:cubicBezTo>
                      <a:pt x="1409" y="2877"/>
                      <a:pt x="1430" y="2900"/>
                      <a:pt x="1436" y="2912"/>
                    </a:cubicBezTo>
                    <a:cubicBezTo>
                      <a:pt x="1442" y="2925"/>
                      <a:pt x="1473" y="2947"/>
                      <a:pt x="1482" y="2954"/>
                    </a:cubicBezTo>
                    <a:cubicBezTo>
                      <a:pt x="1490" y="2962"/>
                      <a:pt x="1496" y="2966"/>
                      <a:pt x="1503" y="2971"/>
                    </a:cubicBezTo>
                    <a:cubicBezTo>
                      <a:pt x="1511" y="2975"/>
                      <a:pt x="1531" y="2979"/>
                      <a:pt x="1537" y="2981"/>
                    </a:cubicBezTo>
                    <a:cubicBezTo>
                      <a:pt x="1544" y="2984"/>
                      <a:pt x="1552" y="2987"/>
                      <a:pt x="1556" y="2995"/>
                    </a:cubicBezTo>
                    <a:cubicBezTo>
                      <a:pt x="1559" y="3002"/>
                      <a:pt x="1562" y="3003"/>
                      <a:pt x="1561" y="3013"/>
                    </a:cubicBezTo>
                    <a:cubicBezTo>
                      <a:pt x="1561" y="3013"/>
                      <a:pt x="1575" y="3021"/>
                      <a:pt x="1572" y="3034"/>
                    </a:cubicBezTo>
                    <a:cubicBezTo>
                      <a:pt x="1568" y="3046"/>
                      <a:pt x="1563" y="3045"/>
                      <a:pt x="1563" y="3045"/>
                    </a:cubicBezTo>
                    <a:cubicBezTo>
                      <a:pt x="1563" y="3045"/>
                      <a:pt x="1566" y="3063"/>
                      <a:pt x="1556" y="3068"/>
                    </a:cubicBezTo>
                    <a:cubicBezTo>
                      <a:pt x="1547" y="3074"/>
                      <a:pt x="1545" y="3072"/>
                      <a:pt x="1545" y="3072"/>
                    </a:cubicBezTo>
                    <a:cubicBezTo>
                      <a:pt x="1545" y="3072"/>
                      <a:pt x="1541" y="3083"/>
                      <a:pt x="1529" y="3085"/>
                    </a:cubicBezTo>
                    <a:cubicBezTo>
                      <a:pt x="1517" y="3087"/>
                      <a:pt x="1512" y="3086"/>
                      <a:pt x="1512" y="3086"/>
                    </a:cubicBezTo>
                    <a:cubicBezTo>
                      <a:pt x="1512" y="3086"/>
                      <a:pt x="1498" y="3108"/>
                      <a:pt x="1473" y="3103"/>
                    </a:cubicBezTo>
                    <a:cubicBezTo>
                      <a:pt x="1449" y="3097"/>
                      <a:pt x="1440" y="3084"/>
                      <a:pt x="1435" y="3077"/>
                    </a:cubicBezTo>
                    <a:cubicBezTo>
                      <a:pt x="1430" y="3070"/>
                      <a:pt x="1426" y="3066"/>
                      <a:pt x="1423" y="3065"/>
                    </a:cubicBezTo>
                    <a:cubicBezTo>
                      <a:pt x="1421" y="3065"/>
                      <a:pt x="1409" y="3061"/>
                      <a:pt x="1403" y="3051"/>
                    </a:cubicBezTo>
                    <a:cubicBezTo>
                      <a:pt x="1397" y="3040"/>
                      <a:pt x="1387" y="3028"/>
                      <a:pt x="1379" y="3025"/>
                    </a:cubicBezTo>
                    <a:cubicBezTo>
                      <a:pt x="1371" y="3022"/>
                      <a:pt x="1337" y="3010"/>
                      <a:pt x="1306" y="3008"/>
                    </a:cubicBezTo>
                    <a:cubicBezTo>
                      <a:pt x="1276" y="3005"/>
                      <a:pt x="1198" y="2989"/>
                      <a:pt x="1201" y="2954"/>
                    </a:cubicBezTo>
                    <a:cubicBezTo>
                      <a:pt x="1205" y="2919"/>
                      <a:pt x="1217" y="2899"/>
                      <a:pt x="1206" y="2890"/>
                    </a:cubicBezTo>
                    <a:cubicBezTo>
                      <a:pt x="1194" y="2881"/>
                      <a:pt x="1172" y="2852"/>
                      <a:pt x="1172" y="2825"/>
                    </a:cubicBezTo>
                    <a:cubicBezTo>
                      <a:pt x="1173" y="2798"/>
                      <a:pt x="1181" y="2784"/>
                      <a:pt x="1148" y="2753"/>
                    </a:cubicBezTo>
                    <a:cubicBezTo>
                      <a:pt x="1115" y="2722"/>
                      <a:pt x="982" y="2604"/>
                      <a:pt x="1008" y="2397"/>
                    </a:cubicBezTo>
                    <a:cubicBezTo>
                      <a:pt x="1018" y="2316"/>
                      <a:pt x="1012" y="2277"/>
                      <a:pt x="1018" y="2264"/>
                    </a:cubicBezTo>
                    <a:cubicBezTo>
                      <a:pt x="1025" y="2251"/>
                      <a:pt x="1002" y="2237"/>
                      <a:pt x="1012" y="2231"/>
                    </a:cubicBezTo>
                    <a:cubicBezTo>
                      <a:pt x="1021" y="2224"/>
                      <a:pt x="1021" y="2215"/>
                      <a:pt x="1006" y="2212"/>
                    </a:cubicBezTo>
                    <a:cubicBezTo>
                      <a:pt x="992" y="2209"/>
                      <a:pt x="965" y="2183"/>
                      <a:pt x="954" y="2144"/>
                    </a:cubicBezTo>
                    <a:cubicBezTo>
                      <a:pt x="944" y="2105"/>
                      <a:pt x="897" y="1956"/>
                      <a:pt x="893" y="1928"/>
                    </a:cubicBezTo>
                    <a:cubicBezTo>
                      <a:pt x="889" y="1900"/>
                      <a:pt x="877" y="1891"/>
                      <a:pt x="876" y="1869"/>
                    </a:cubicBezTo>
                    <a:cubicBezTo>
                      <a:pt x="874" y="1848"/>
                      <a:pt x="873" y="1763"/>
                      <a:pt x="873" y="1763"/>
                    </a:cubicBezTo>
                    <a:cubicBezTo>
                      <a:pt x="874" y="1763"/>
                      <a:pt x="874" y="1763"/>
                      <a:pt x="874" y="1763"/>
                    </a:cubicBezTo>
                    <a:cubicBezTo>
                      <a:pt x="874" y="1763"/>
                      <a:pt x="873" y="1848"/>
                      <a:pt x="872" y="1869"/>
                    </a:cubicBezTo>
                    <a:cubicBezTo>
                      <a:pt x="870" y="1891"/>
                      <a:pt x="858" y="1900"/>
                      <a:pt x="854" y="1928"/>
                    </a:cubicBezTo>
                    <a:cubicBezTo>
                      <a:pt x="850" y="1956"/>
                      <a:pt x="804" y="2105"/>
                      <a:pt x="793" y="2144"/>
                    </a:cubicBezTo>
                    <a:cubicBezTo>
                      <a:pt x="782" y="2183"/>
                      <a:pt x="756" y="2209"/>
                      <a:pt x="741" y="2212"/>
                    </a:cubicBezTo>
                    <a:cubicBezTo>
                      <a:pt x="726" y="2215"/>
                      <a:pt x="726" y="2224"/>
                      <a:pt x="736" y="2231"/>
                    </a:cubicBezTo>
                    <a:cubicBezTo>
                      <a:pt x="745" y="2237"/>
                      <a:pt x="722" y="2251"/>
                      <a:pt x="729" y="2264"/>
                    </a:cubicBezTo>
                    <a:cubicBezTo>
                      <a:pt x="736" y="2277"/>
                      <a:pt x="730" y="2316"/>
                      <a:pt x="740" y="2397"/>
                    </a:cubicBezTo>
                    <a:cubicBezTo>
                      <a:pt x="765" y="2604"/>
                      <a:pt x="632" y="2722"/>
                      <a:pt x="599" y="2753"/>
                    </a:cubicBezTo>
                    <a:cubicBezTo>
                      <a:pt x="567" y="2784"/>
                      <a:pt x="574" y="2798"/>
                      <a:pt x="575" y="2825"/>
                    </a:cubicBezTo>
                    <a:cubicBezTo>
                      <a:pt x="576" y="2852"/>
                      <a:pt x="554" y="2881"/>
                      <a:pt x="542" y="2890"/>
                    </a:cubicBezTo>
                    <a:cubicBezTo>
                      <a:pt x="530" y="2899"/>
                      <a:pt x="542" y="2919"/>
                      <a:pt x="546" y="2954"/>
                    </a:cubicBezTo>
                    <a:cubicBezTo>
                      <a:pt x="549" y="2989"/>
                      <a:pt x="471" y="3005"/>
                      <a:pt x="441" y="3008"/>
                    </a:cubicBezTo>
                    <a:cubicBezTo>
                      <a:pt x="410" y="3010"/>
                      <a:pt x="376" y="3022"/>
                      <a:pt x="368" y="3025"/>
                    </a:cubicBezTo>
                    <a:cubicBezTo>
                      <a:pt x="360" y="3028"/>
                      <a:pt x="350" y="3040"/>
                      <a:pt x="344" y="3051"/>
                    </a:cubicBezTo>
                    <a:cubicBezTo>
                      <a:pt x="338" y="3061"/>
                      <a:pt x="327" y="3065"/>
                      <a:pt x="324" y="3065"/>
                    </a:cubicBezTo>
                    <a:cubicBezTo>
                      <a:pt x="321" y="3066"/>
                      <a:pt x="317" y="3070"/>
                      <a:pt x="312" y="3077"/>
                    </a:cubicBezTo>
                    <a:cubicBezTo>
                      <a:pt x="308" y="3084"/>
                      <a:pt x="299" y="3097"/>
                      <a:pt x="274" y="3103"/>
                    </a:cubicBezTo>
                    <a:cubicBezTo>
                      <a:pt x="249" y="3108"/>
                      <a:pt x="235" y="3086"/>
                      <a:pt x="235" y="3086"/>
                    </a:cubicBezTo>
                    <a:cubicBezTo>
                      <a:pt x="235" y="3086"/>
                      <a:pt x="230" y="3087"/>
                      <a:pt x="218" y="3085"/>
                    </a:cubicBezTo>
                    <a:cubicBezTo>
                      <a:pt x="206" y="3083"/>
                      <a:pt x="203" y="3072"/>
                      <a:pt x="203" y="3072"/>
                    </a:cubicBezTo>
                    <a:cubicBezTo>
                      <a:pt x="203" y="3072"/>
                      <a:pt x="200" y="3074"/>
                      <a:pt x="191" y="3068"/>
                    </a:cubicBezTo>
                    <a:cubicBezTo>
                      <a:pt x="181" y="3063"/>
                      <a:pt x="184" y="3045"/>
                      <a:pt x="184" y="3045"/>
                    </a:cubicBezTo>
                    <a:cubicBezTo>
                      <a:pt x="184" y="3045"/>
                      <a:pt x="179" y="3046"/>
                      <a:pt x="176" y="3034"/>
                    </a:cubicBezTo>
                    <a:cubicBezTo>
                      <a:pt x="172" y="3021"/>
                      <a:pt x="186" y="3013"/>
                      <a:pt x="186" y="3013"/>
                    </a:cubicBezTo>
                    <a:cubicBezTo>
                      <a:pt x="185" y="3003"/>
                      <a:pt x="188" y="3002"/>
                      <a:pt x="191" y="2995"/>
                    </a:cubicBezTo>
                    <a:cubicBezTo>
                      <a:pt x="195" y="2987"/>
                      <a:pt x="204" y="2984"/>
                      <a:pt x="210" y="2981"/>
                    </a:cubicBezTo>
                    <a:cubicBezTo>
                      <a:pt x="216" y="2979"/>
                      <a:pt x="237" y="2975"/>
                      <a:pt x="244" y="2971"/>
                    </a:cubicBezTo>
                    <a:cubicBezTo>
                      <a:pt x="251" y="2966"/>
                      <a:pt x="257" y="2962"/>
                      <a:pt x="266" y="2954"/>
                    </a:cubicBezTo>
                    <a:cubicBezTo>
                      <a:pt x="274" y="2947"/>
                      <a:pt x="305" y="2925"/>
                      <a:pt x="311" y="2912"/>
                    </a:cubicBezTo>
                    <a:cubicBezTo>
                      <a:pt x="317" y="2900"/>
                      <a:pt x="339" y="2877"/>
                      <a:pt x="345" y="2871"/>
                    </a:cubicBezTo>
                    <a:cubicBezTo>
                      <a:pt x="351" y="2865"/>
                      <a:pt x="354" y="2860"/>
                      <a:pt x="351" y="2856"/>
                    </a:cubicBezTo>
                    <a:cubicBezTo>
                      <a:pt x="348" y="2851"/>
                      <a:pt x="344" y="2839"/>
                      <a:pt x="346" y="2834"/>
                    </a:cubicBezTo>
                    <a:cubicBezTo>
                      <a:pt x="348" y="2829"/>
                      <a:pt x="348" y="2828"/>
                      <a:pt x="339" y="2809"/>
                    </a:cubicBezTo>
                    <a:cubicBezTo>
                      <a:pt x="330" y="2790"/>
                      <a:pt x="350" y="2790"/>
                      <a:pt x="334" y="2745"/>
                    </a:cubicBezTo>
                    <a:cubicBezTo>
                      <a:pt x="265" y="2552"/>
                      <a:pt x="326" y="2333"/>
                      <a:pt x="334" y="2296"/>
                    </a:cubicBezTo>
                    <a:cubicBezTo>
                      <a:pt x="342" y="2259"/>
                      <a:pt x="329" y="2239"/>
                      <a:pt x="310" y="2217"/>
                    </a:cubicBezTo>
                    <a:cubicBezTo>
                      <a:pt x="292" y="2196"/>
                      <a:pt x="294" y="2145"/>
                      <a:pt x="297" y="2127"/>
                    </a:cubicBezTo>
                    <a:cubicBezTo>
                      <a:pt x="300" y="2108"/>
                      <a:pt x="305" y="2094"/>
                      <a:pt x="288" y="2061"/>
                    </a:cubicBezTo>
                    <a:cubicBezTo>
                      <a:pt x="176" y="1847"/>
                      <a:pt x="256" y="1527"/>
                      <a:pt x="266" y="1499"/>
                    </a:cubicBezTo>
                    <a:cubicBezTo>
                      <a:pt x="277" y="1471"/>
                      <a:pt x="278" y="1429"/>
                      <a:pt x="276" y="1404"/>
                    </a:cubicBezTo>
                    <a:cubicBezTo>
                      <a:pt x="273" y="1379"/>
                      <a:pt x="280" y="1291"/>
                      <a:pt x="280" y="1291"/>
                    </a:cubicBezTo>
                    <a:cubicBezTo>
                      <a:pt x="269" y="1328"/>
                      <a:pt x="221" y="1369"/>
                      <a:pt x="221" y="1377"/>
                    </a:cubicBezTo>
                    <a:cubicBezTo>
                      <a:pt x="221" y="1385"/>
                      <a:pt x="216" y="1394"/>
                      <a:pt x="205" y="1407"/>
                    </a:cubicBezTo>
                    <a:cubicBezTo>
                      <a:pt x="194" y="1421"/>
                      <a:pt x="202" y="1440"/>
                      <a:pt x="207" y="1459"/>
                    </a:cubicBezTo>
                    <a:cubicBezTo>
                      <a:pt x="211" y="1477"/>
                      <a:pt x="198" y="1514"/>
                      <a:pt x="194" y="1533"/>
                    </a:cubicBezTo>
                    <a:cubicBezTo>
                      <a:pt x="191" y="1552"/>
                      <a:pt x="191" y="1582"/>
                      <a:pt x="189" y="1593"/>
                    </a:cubicBezTo>
                    <a:cubicBezTo>
                      <a:pt x="187" y="1603"/>
                      <a:pt x="192" y="1636"/>
                      <a:pt x="180" y="1645"/>
                    </a:cubicBezTo>
                    <a:cubicBezTo>
                      <a:pt x="168" y="1655"/>
                      <a:pt x="152" y="1641"/>
                      <a:pt x="152" y="1641"/>
                    </a:cubicBezTo>
                    <a:cubicBezTo>
                      <a:pt x="162" y="1668"/>
                      <a:pt x="136" y="1680"/>
                      <a:pt x="136" y="1680"/>
                    </a:cubicBezTo>
                    <a:cubicBezTo>
                      <a:pt x="136" y="1680"/>
                      <a:pt x="137" y="1696"/>
                      <a:pt x="127" y="1699"/>
                    </a:cubicBezTo>
                    <a:cubicBezTo>
                      <a:pt x="112" y="1705"/>
                      <a:pt x="68" y="1663"/>
                      <a:pt x="60" y="1655"/>
                    </a:cubicBezTo>
                    <a:cubicBezTo>
                      <a:pt x="52" y="1647"/>
                      <a:pt x="42" y="1619"/>
                      <a:pt x="37" y="1605"/>
                    </a:cubicBezTo>
                    <a:cubicBezTo>
                      <a:pt x="32" y="1591"/>
                      <a:pt x="28" y="1581"/>
                      <a:pt x="14" y="1551"/>
                    </a:cubicBezTo>
                    <a:cubicBezTo>
                      <a:pt x="0" y="1521"/>
                      <a:pt x="19" y="1462"/>
                      <a:pt x="24" y="1441"/>
                    </a:cubicBezTo>
                    <a:cubicBezTo>
                      <a:pt x="29" y="1420"/>
                      <a:pt x="28" y="1410"/>
                      <a:pt x="27" y="1398"/>
                    </a:cubicBezTo>
                    <a:cubicBezTo>
                      <a:pt x="26" y="1386"/>
                      <a:pt x="28" y="1383"/>
                      <a:pt x="32" y="1372"/>
                    </a:cubicBezTo>
                    <a:cubicBezTo>
                      <a:pt x="36" y="1361"/>
                      <a:pt x="37" y="1362"/>
                      <a:pt x="27" y="1351"/>
                    </a:cubicBezTo>
                    <a:cubicBezTo>
                      <a:pt x="17" y="1340"/>
                      <a:pt x="28" y="1305"/>
                      <a:pt x="36" y="1298"/>
                    </a:cubicBezTo>
                    <a:cubicBezTo>
                      <a:pt x="44" y="1291"/>
                      <a:pt x="48" y="1278"/>
                      <a:pt x="44" y="1241"/>
                    </a:cubicBezTo>
                    <a:cubicBezTo>
                      <a:pt x="40" y="1204"/>
                      <a:pt x="72" y="1132"/>
                      <a:pt x="80" y="1116"/>
                    </a:cubicBezTo>
                    <a:cubicBezTo>
                      <a:pt x="88" y="1100"/>
                      <a:pt x="96" y="1086"/>
                      <a:pt x="92" y="1062"/>
                    </a:cubicBezTo>
                    <a:cubicBezTo>
                      <a:pt x="88" y="1038"/>
                      <a:pt x="102" y="1024"/>
                      <a:pt x="114" y="1007"/>
                    </a:cubicBezTo>
                    <a:cubicBezTo>
                      <a:pt x="126" y="990"/>
                      <a:pt x="120" y="980"/>
                      <a:pt x="125" y="931"/>
                    </a:cubicBezTo>
                    <a:cubicBezTo>
                      <a:pt x="138" y="800"/>
                      <a:pt x="171" y="717"/>
                      <a:pt x="194" y="692"/>
                    </a:cubicBezTo>
                    <a:cubicBezTo>
                      <a:pt x="217" y="667"/>
                      <a:pt x="230" y="652"/>
                      <a:pt x="245" y="608"/>
                    </a:cubicBezTo>
                    <a:cubicBezTo>
                      <a:pt x="306" y="437"/>
                      <a:pt x="603" y="418"/>
                      <a:pt x="628" y="411"/>
                    </a:cubicBezTo>
                    <a:cubicBezTo>
                      <a:pt x="653" y="404"/>
                      <a:pt x="688" y="381"/>
                      <a:pt x="693" y="365"/>
                    </a:cubicBezTo>
                    <a:cubicBezTo>
                      <a:pt x="698" y="349"/>
                      <a:pt x="709" y="351"/>
                      <a:pt x="709" y="351"/>
                    </a:cubicBezTo>
                    <a:cubicBezTo>
                      <a:pt x="699" y="294"/>
                      <a:pt x="722" y="248"/>
                      <a:pt x="722" y="248"/>
                    </a:cubicBezTo>
                    <a:cubicBezTo>
                      <a:pt x="717" y="244"/>
                      <a:pt x="712" y="211"/>
                      <a:pt x="707" y="203"/>
                    </a:cubicBezTo>
                    <a:cubicBezTo>
                      <a:pt x="701" y="194"/>
                      <a:pt x="699" y="177"/>
                      <a:pt x="711" y="170"/>
                    </a:cubicBezTo>
                    <a:cubicBezTo>
                      <a:pt x="723" y="164"/>
                      <a:pt x="728" y="182"/>
                      <a:pt x="728" y="182"/>
                    </a:cubicBezTo>
                    <a:cubicBezTo>
                      <a:pt x="738" y="17"/>
                      <a:pt x="872" y="0"/>
                      <a:pt x="872" y="0"/>
                    </a:cubicBezTo>
                    <a:lnTo>
                      <a:pt x="875" y="0"/>
                    </a:lnTo>
                    <a:close/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460" name="Freeform 484">
                <a:extLst>
                  <a:ext uri="{FF2B5EF4-FFF2-40B4-BE49-F238E27FC236}">
                    <a16:creationId xmlns:a16="http://schemas.microsoft.com/office/drawing/2014/main" id="{D670962D-F79E-40C3-A062-5AEE1D0366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3" y="2389"/>
                <a:ext cx="39" cy="176"/>
              </a:xfrm>
              <a:custGeom>
                <a:avLst/>
                <a:gdLst>
                  <a:gd name="T0" fmla="*/ 16 w 36"/>
                  <a:gd name="T1" fmla="*/ 0 h 164"/>
                  <a:gd name="T2" fmla="*/ 26 w 36"/>
                  <a:gd name="T3" fmla="*/ 12 h 164"/>
                  <a:gd name="T4" fmla="*/ 26 w 36"/>
                  <a:gd name="T5" fmla="*/ 29 h 164"/>
                  <a:gd name="T6" fmla="*/ 40 w 36"/>
                  <a:gd name="T7" fmla="*/ 57 h 164"/>
                  <a:gd name="T8" fmla="*/ 42 w 36"/>
                  <a:gd name="T9" fmla="*/ 83 h 164"/>
                  <a:gd name="T10" fmla="*/ 42 w 36"/>
                  <a:gd name="T11" fmla="*/ 98 h 164"/>
                  <a:gd name="T12" fmla="*/ 37 w 36"/>
                  <a:gd name="T13" fmla="*/ 107 h 164"/>
                  <a:gd name="T14" fmla="*/ 28 w 36"/>
                  <a:gd name="T15" fmla="*/ 129 h 164"/>
                  <a:gd name="T16" fmla="*/ 14 w 36"/>
                  <a:gd name="T17" fmla="*/ 142 h 164"/>
                  <a:gd name="T18" fmla="*/ 1 w 36"/>
                  <a:gd name="T19" fmla="*/ 174 h 164"/>
                  <a:gd name="T20" fmla="*/ 1 w 36"/>
                  <a:gd name="T21" fmla="*/ 203 h 16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6" h="164">
                    <a:moveTo>
                      <a:pt x="13" y="0"/>
                    </a:moveTo>
                    <a:cubicBezTo>
                      <a:pt x="15" y="3"/>
                      <a:pt x="18" y="5"/>
                      <a:pt x="20" y="9"/>
                    </a:cubicBezTo>
                    <a:cubicBezTo>
                      <a:pt x="21" y="14"/>
                      <a:pt x="19" y="18"/>
                      <a:pt x="20" y="23"/>
                    </a:cubicBezTo>
                    <a:cubicBezTo>
                      <a:pt x="22" y="33"/>
                      <a:pt x="26" y="38"/>
                      <a:pt x="31" y="46"/>
                    </a:cubicBezTo>
                    <a:cubicBezTo>
                      <a:pt x="36" y="54"/>
                      <a:pt x="34" y="58"/>
                      <a:pt x="33" y="67"/>
                    </a:cubicBezTo>
                    <a:cubicBezTo>
                      <a:pt x="32" y="71"/>
                      <a:pt x="33" y="75"/>
                      <a:pt x="33" y="79"/>
                    </a:cubicBezTo>
                    <a:cubicBezTo>
                      <a:pt x="32" y="82"/>
                      <a:pt x="30" y="84"/>
                      <a:pt x="29" y="87"/>
                    </a:cubicBezTo>
                    <a:cubicBezTo>
                      <a:pt x="26" y="94"/>
                      <a:pt x="28" y="99"/>
                      <a:pt x="22" y="104"/>
                    </a:cubicBezTo>
                    <a:cubicBezTo>
                      <a:pt x="18" y="107"/>
                      <a:pt x="15" y="111"/>
                      <a:pt x="11" y="115"/>
                    </a:cubicBezTo>
                    <a:cubicBezTo>
                      <a:pt x="6" y="123"/>
                      <a:pt x="3" y="132"/>
                      <a:pt x="1" y="141"/>
                    </a:cubicBezTo>
                    <a:cubicBezTo>
                      <a:pt x="0" y="149"/>
                      <a:pt x="2" y="156"/>
                      <a:pt x="1" y="164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461" name="Freeform 485">
                <a:extLst>
                  <a:ext uri="{FF2B5EF4-FFF2-40B4-BE49-F238E27FC236}">
                    <a16:creationId xmlns:a16="http://schemas.microsoft.com/office/drawing/2014/main" id="{D745FBA5-CE61-4DE3-8261-886A3001AA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7" y="2474"/>
                <a:ext cx="50" cy="44"/>
              </a:xfrm>
              <a:custGeom>
                <a:avLst/>
                <a:gdLst>
                  <a:gd name="T0" fmla="*/ 0 w 47"/>
                  <a:gd name="T1" fmla="*/ 50 h 41"/>
                  <a:gd name="T2" fmla="*/ 16 w 47"/>
                  <a:gd name="T3" fmla="*/ 35 h 41"/>
                  <a:gd name="T4" fmla="*/ 32 w 47"/>
                  <a:gd name="T5" fmla="*/ 29 h 41"/>
                  <a:gd name="T6" fmla="*/ 56 w 47"/>
                  <a:gd name="T7" fmla="*/ 0 h 4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7" h="41">
                    <a:moveTo>
                      <a:pt x="0" y="41"/>
                    </a:moveTo>
                    <a:cubicBezTo>
                      <a:pt x="2" y="37"/>
                      <a:pt x="9" y="32"/>
                      <a:pt x="13" y="29"/>
                    </a:cubicBezTo>
                    <a:cubicBezTo>
                      <a:pt x="18" y="27"/>
                      <a:pt x="22" y="27"/>
                      <a:pt x="26" y="23"/>
                    </a:cubicBezTo>
                    <a:cubicBezTo>
                      <a:pt x="32" y="16"/>
                      <a:pt x="35" y="2"/>
                      <a:pt x="47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462" name="Freeform 486">
                <a:extLst>
                  <a:ext uri="{FF2B5EF4-FFF2-40B4-BE49-F238E27FC236}">
                    <a16:creationId xmlns:a16="http://schemas.microsoft.com/office/drawing/2014/main" id="{DDDD5731-DCEB-4102-B68C-FE90CD9380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7" y="2454"/>
                <a:ext cx="23" cy="17"/>
              </a:xfrm>
              <a:custGeom>
                <a:avLst/>
                <a:gdLst>
                  <a:gd name="T0" fmla="*/ 0 w 21"/>
                  <a:gd name="T1" fmla="*/ 19 h 16"/>
                  <a:gd name="T2" fmla="*/ 27 w 21"/>
                  <a:gd name="T3" fmla="*/ 0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16">
                    <a:moveTo>
                      <a:pt x="0" y="16"/>
                    </a:moveTo>
                    <a:cubicBezTo>
                      <a:pt x="5" y="8"/>
                      <a:pt x="12" y="3"/>
                      <a:pt x="21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463" name="Freeform 487">
                <a:extLst>
                  <a:ext uri="{FF2B5EF4-FFF2-40B4-BE49-F238E27FC236}">
                    <a16:creationId xmlns:a16="http://schemas.microsoft.com/office/drawing/2014/main" id="{73D2C27D-43DD-446F-983E-A85263B8C0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2" y="2388"/>
                <a:ext cx="37" cy="131"/>
              </a:xfrm>
              <a:custGeom>
                <a:avLst/>
                <a:gdLst>
                  <a:gd name="T0" fmla="*/ 40 w 35"/>
                  <a:gd name="T1" fmla="*/ 0 h 122"/>
                  <a:gd name="T2" fmla="*/ 41 w 35"/>
                  <a:gd name="T3" fmla="*/ 58 h 122"/>
                  <a:gd name="T4" fmla="*/ 36 w 35"/>
                  <a:gd name="T5" fmla="*/ 103 h 122"/>
                  <a:gd name="T6" fmla="*/ 20 w 35"/>
                  <a:gd name="T7" fmla="*/ 131 h 122"/>
                  <a:gd name="T8" fmla="*/ 0 w 35"/>
                  <a:gd name="T9" fmla="*/ 151 h 1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" h="122">
                    <a:moveTo>
                      <a:pt x="34" y="0"/>
                    </a:moveTo>
                    <a:cubicBezTo>
                      <a:pt x="28" y="15"/>
                      <a:pt x="34" y="32"/>
                      <a:pt x="35" y="47"/>
                    </a:cubicBezTo>
                    <a:cubicBezTo>
                      <a:pt x="35" y="59"/>
                      <a:pt x="35" y="72"/>
                      <a:pt x="30" y="83"/>
                    </a:cubicBezTo>
                    <a:cubicBezTo>
                      <a:pt x="27" y="91"/>
                      <a:pt x="23" y="99"/>
                      <a:pt x="17" y="106"/>
                    </a:cubicBezTo>
                    <a:cubicBezTo>
                      <a:pt x="13" y="110"/>
                      <a:pt x="6" y="120"/>
                      <a:pt x="0" y="122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464" name="Freeform 488">
                <a:extLst>
                  <a:ext uri="{FF2B5EF4-FFF2-40B4-BE49-F238E27FC236}">
                    <a16:creationId xmlns:a16="http://schemas.microsoft.com/office/drawing/2014/main" id="{A77D3480-CDD0-4B34-AEF1-14DF6C7E46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6" y="2381"/>
                <a:ext cx="38" cy="28"/>
              </a:xfrm>
              <a:custGeom>
                <a:avLst/>
                <a:gdLst>
                  <a:gd name="T0" fmla="*/ 42 w 36"/>
                  <a:gd name="T1" fmla="*/ 2 h 26"/>
                  <a:gd name="T2" fmla="*/ 0 w 36"/>
                  <a:gd name="T3" fmla="*/ 32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6" h="26">
                    <a:moveTo>
                      <a:pt x="36" y="2"/>
                    </a:moveTo>
                    <a:cubicBezTo>
                      <a:pt x="23" y="0"/>
                      <a:pt x="6" y="15"/>
                      <a:pt x="0" y="26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465" name="Freeform 489">
                <a:extLst>
                  <a:ext uri="{FF2B5EF4-FFF2-40B4-BE49-F238E27FC236}">
                    <a16:creationId xmlns:a16="http://schemas.microsoft.com/office/drawing/2014/main" id="{ADAAE143-8078-453C-9BA3-65DA15AAE9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9" y="2467"/>
                <a:ext cx="28" cy="31"/>
              </a:xfrm>
              <a:custGeom>
                <a:avLst/>
                <a:gdLst>
                  <a:gd name="T0" fmla="*/ 1 w 26"/>
                  <a:gd name="T1" fmla="*/ 1 h 29"/>
                  <a:gd name="T2" fmla="*/ 26 w 26"/>
                  <a:gd name="T3" fmla="*/ 6 h 29"/>
                  <a:gd name="T4" fmla="*/ 31 w 26"/>
                  <a:gd name="T5" fmla="*/ 35 h 29"/>
                  <a:gd name="T6" fmla="*/ 0 w 26"/>
                  <a:gd name="T7" fmla="*/ 33 h 2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29">
                    <a:moveTo>
                      <a:pt x="1" y="1"/>
                    </a:moveTo>
                    <a:cubicBezTo>
                      <a:pt x="8" y="0"/>
                      <a:pt x="15" y="1"/>
                      <a:pt x="20" y="6"/>
                    </a:cubicBezTo>
                    <a:cubicBezTo>
                      <a:pt x="26" y="11"/>
                      <a:pt x="26" y="21"/>
                      <a:pt x="25" y="29"/>
                    </a:cubicBezTo>
                    <a:cubicBezTo>
                      <a:pt x="21" y="22"/>
                      <a:pt x="6" y="21"/>
                      <a:pt x="0" y="27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466" name="Freeform 490">
                <a:extLst>
                  <a:ext uri="{FF2B5EF4-FFF2-40B4-BE49-F238E27FC236}">
                    <a16:creationId xmlns:a16="http://schemas.microsoft.com/office/drawing/2014/main" id="{A1248374-A057-426A-BDBF-7B328664CC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7" y="2549"/>
                <a:ext cx="38" cy="24"/>
              </a:xfrm>
              <a:custGeom>
                <a:avLst/>
                <a:gdLst>
                  <a:gd name="T0" fmla="*/ 45 w 35"/>
                  <a:gd name="T1" fmla="*/ 7 h 23"/>
                  <a:gd name="T2" fmla="*/ 13 w 35"/>
                  <a:gd name="T3" fmla="*/ 4 h 23"/>
                  <a:gd name="T4" fmla="*/ 1 w 35"/>
                  <a:gd name="T5" fmla="*/ 11 h 23"/>
                  <a:gd name="T6" fmla="*/ 10 w 35"/>
                  <a:gd name="T7" fmla="*/ 26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5" h="23">
                    <a:moveTo>
                      <a:pt x="35" y="7"/>
                    </a:moveTo>
                    <a:cubicBezTo>
                      <a:pt x="27" y="0"/>
                      <a:pt x="19" y="0"/>
                      <a:pt x="10" y="4"/>
                    </a:cubicBezTo>
                    <a:cubicBezTo>
                      <a:pt x="8" y="5"/>
                      <a:pt x="1" y="8"/>
                      <a:pt x="1" y="11"/>
                    </a:cubicBezTo>
                    <a:cubicBezTo>
                      <a:pt x="0" y="14"/>
                      <a:pt x="5" y="20"/>
                      <a:pt x="7" y="23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467" name="Freeform 491">
                <a:extLst>
                  <a:ext uri="{FF2B5EF4-FFF2-40B4-BE49-F238E27FC236}">
                    <a16:creationId xmlns:a16="http://schemas.microsoft.com/office/drawing/2014/main" id="{C1BD267D-0102-4468-9DAC-24596A391D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3" y="2983"/>
                <a:ext cx="61" cy="86"/>
              </a:xfrm>
              <a:custGeom>
                <a:avLst/>
                <a:gdLst>
                  <a:gd name="T0" fmla="*/ 67 w 58"/>
                  <a:gd name="T1" fmla="*/ 0 h 81"/>
                  <a:gd name="T2" fmla="*/ 0 w 58"/>
                  <a:gd name="T3" fmla="*/ 97 h 8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8" h="81">
                    <a:moveTo>
                      <a:pt x="58" y="0"/>
                    </a:moveTo>
                    <a:cubicBezTo>
                      <a:pt x="45" y="31"/>
                      <a:pt x="5" y="45"/>
                      <a:pt x="0" y="81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468" name="Freeform 492">
                <a:extLst>
                  <a:ext uri="{FF2B5EF4-FFF2-40B4-BE49-F238E27FC236}">
                    <a16:creationId xmlns:a16="http://schemas.microsoft.com/office/drawing/2014/main" id="{86DCCC2E-81D0-4FBB-BA48-F6213A0A10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8" y="3108"/>
                <a:ext cx="213" cy="38"/>
              </a:xfrm>
              <a:custGeom>
                <a:avLst/>
                <a:gdLst>
                  <a:gd name="T0" fmla="*/ 244 w 199"/>
                  <a:gd name="T1" fmla="*/ 0 h 36"/>
                  <a:gd name="T2" fmla="*/ 128 w 199"/>
                  <a:gd name="T3" fmla="*/ 41 h 36"/>
                  <a:gd name="T4" fmla="*/ 0 w 199"/>
                  <a:gd name="T5" fmla="*/ 20 h 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9" h="36">
                    <a:moveTo>
                      <a:pt x="199" y="0"/>
                    </a:moveTo>
                    <a:cubicBezTo>
                      <a:pt x="167" y="18"/>
                      <a:pt x="143" y="33"/>
                      <a:pt x="105" y="35"/>
                    </a:cubicBezTo>
                    <a:cubicBezTo>
                      <a:pt x="70" y="36"/>
                      <a:pt x="33" y="27"/>
                      <a:pt x="0" y="17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469" name="Freeform 493">
                <a:extLst>
                  <a:ext uri="{FF2B5EF4-FFF2-40B4-BE49-F238E27FC236}">
                    <a16:creationId xmlns:a16="http://schemas.microsoft.com/office/drawing/2014/main" id="{7EF897BF-C0C1-4D02-BA56-F753CB3A38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2" y="3112"/>
                <a:ext cx="40" cy="18"/>
              </a:xfrm>
              <a:custGeom>
                <a:avLst/>
                <a:gdLst>
                  <a:gd name="T0" fmla="*/ 44 w 38"/>
                  <a:gd name="T1" fmla="*/ 0 h 17"/>
                  <a:gd name="T2" fmla="*/ 0 w 38"/>
                  <a:gd name="T3" fmla="*/ 20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8" h="17">
                    <a:moveTo>
                      <a:pt x="38" y="0"/>
                    </a:moveTo>
                    <a:cubicBezTo>
                      <a:pt x="25" y="1"/>
                      <a:pt x="9" y="8"/>
                      <a:pt x="0" y="17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470" name="Freeform 494">
                <a:extLst>
                  <a:ext uri="{FF2B5EF4-FFF2-40B4-BE49-F238E27FC236}">
                    <a16:creationId xmlns:a16="http://schemas.microsoft.com/office/drawing/2014/main" id="{FE83AAE1-C3B8-40BA-AB4B-466215E513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6" y="3168"/>
                <a:ext cx="44" cy="5"/>
              </a:xfrm>
              <a:custGeom>
                <a:avLst/>
                <a:gdLst>
                  <a:gd name="T0" fmla="*/ 50 w 41"/>
                  <a:gd name="T1" fmla="*/ 0 h 4"/>
                  <a:gd name="T2" fmla="*/ 0 w 41"/>
                  <a:gd name="T3" fmla="*/ 8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1" h="4">
                    <a:moveTo>
                      <a:pt x="41" y="0"/>
                    </a:moveTo>
                    <a:cubicBezTo>
                      <a:pt x="27" y="3"/>
                      <a:pt x="13" y="1"/>
                      <a:pt x="0" y="4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471" name="Freeform 495">
                <a:extLst>
                  <a:ext uri="{FF2B5EF4-FFF2-40B4-BE49-F238E27FC236}">
                    <a16:creationId xmlns:a16="http://schemas.microsoft.com/office/drawing/2014/main" id="{D8807033-77B0-404A-B6AE-701246E357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1" y="3706"/>
                <a:ext cx="40" cy="12"/>
              </a:xfrm>
              <a:custGeom>
                <a:avLst/>
                <a:gdLst>
                  <a:gd name="T0" fmla="*/ 46 w 37"/>
                  <a:gd name="T1" fmla="*/ 0 h 11"/>
                  <a:gd name="T2" fmla="*/ 0 w 37"/>
                  <a:gd name="T3" fmla="*/ 14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7" h="11">
                    <a:moveTo>
                      <a:pt x="37" y="0"/>
                    </a:moveTo>
                    <a:cubicBezTo>
                      <a:pt x="25" y="5"/>
                      <a:pt x="12" y="10"/>
                      <a:pt x="0" y="11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472" name="Freeform 496">
                <a:extLst>
                  <a:ext uri="{FF2B5EF4-FFF2-40B4-BE49-F238E27FC236}">
                    <a16:creationId xmlns:a16="http://schemas.microsoft.com/office/drawing/2014/main" id="{2DC144C2-15F0-43E8-A23C-A6859823AB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9" y="3816"/>
                <a:ext cx="92" cy="15"/>
              </a:xfrm>
              <a:custGeom>
                <a:avLst/>
                <a:gdLst>
                  <a:gd name="T0" fmla="*/ 105 w 86"/>
                  <a:gd name="T1" fmla="*/ 6 h 14"/>
                  <a:gd name="T2" fmla="*/ 71 w 86"/>
                  <a:gd name="T3" fmla="*/ 1 h 14"/>
                  <a:gd name="T4" fmla="*/ 37 w 86"/>
                  <a:gd name="T5" fmla="*/ 12 h 14"/>
                  <a:gd name="T6" fmla="*/ 0 w 86"/>
                  <a:gd name="T7" fmla="*/ 17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6" h="14">
                    <a:moveTo>
                      <a:pt x="86" y="6"/>
                    </a:moveTo>
                    <a:cubicBezTo>
                      <a:pt x="77" y="4"/>
                      <a:pt x="67" y="0"/>
                      <a:pt x="58" y="1"/>
                    </a:cubicBezTo>
                    <a:cubicBezTo>
                      <a:pt x="48" y="2"/>
                      <a:pt x="41" y="8"/>
                      <a:pt x="31" y="9"/>
                    </a:cubicBezTo>
                    <a:cubicBezTo>
                      <a:pt x="21" y="10"/>
                      <a:pt x="6" y="3"/>
                      <a:pt x="0" y="14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473" name="Freeform 497">
                <a:extLst>
                  <a:ext uri="{FF2B5EF4-FFF2-40B4-BE49-F238E27FC236}">
                    <a16:creationId xmlns:a16="http://schemas.microsoft.com/office/drawing/2014/main" id="{BA74268D-CD80-49D4-BF69-F2405E06A2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3" y="3980"/>
                <a:ext cx="51" cy="81"/>
              </a:xfrm>
              <a:custGeom>
                <a:avLst/>
                <a:gdLst>
                  <a:gd name="T0" fmla="*/ 50 w 48"/>
                  <a:gd name="T1" fmla="*/ 92 h 76"/>
                  <a:gd name="T2" fmla="*/ 53 w 48"/>
                  <a:gd name="T3" fmla="*/ 49 h 76"/>
                  <a:gd name="T4" fmla="*/ 36 w 48"/>
                  <a:gd name="T5" fmla="*/ 42 h 76"/>
                  <a:gd name="T6" fmla="*/ 19 w 48"/>
                  <a:gd name="T7" fmla="*/ 32 h 76"/>
                  <a:gd name="T8" fmla="*/ 16 w 48"/>
                  <a:gd name="T9" fmla="*/ 22 h 76"/>
                  <a:gd name="T10" fmla="*/ 11 w 48"/>
                  <a:gd name="T11" fmla="*/ 17 h 76"/>
                  <a:gd name="T12" fmla="*/ 2 w 48"/>
                  <a:gd name="T13" fmla="*/ 0 h 7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8" h="76">
                    <a:moveTo>
                      <a:pt x="41" y="76"/>
                    </a:moveTo>
                    <a:cubicBezTo>
                      <a:pt x="48" y="65"/>
                      <a:pt x="48" y="52"/>
                      <a:pt x="44" y="40"/>
                    </a:cubicBezTo>
                    <a:cubicBezTo>
                      <a:pt x="39" y="40"/>
                      <a:pt x="34" y="37"/>
                      <a:pt x="30" y="35"/>
                    </a:cubicBezTo>
                    <a:cubicBezTo>
                      <a:pt x="26" y="33"/>
                      <a:pt x="18" y="29"/>
                      <a:pt x="16" y="26"/>
                    </a:cubicBezTo>
                    <a:cubicBezTo>
                      <a:pt x="14" y="24"/>
                      <a:pt x="15" y="22"/>
                      <a:pt x="13" y="19"/>
                    </a:cubicBezTo>
                    <a:cubicBezTo>
                      <a:pt x="11" y="17"/>
                      <a:pt x="9" y="16"/>
                      <a:pt x="8" y="14"/>
                    </a:cubicBezTo>
                    <a:cubicBezTo>
                      <a:pt x="4" y="10"/>
                      <a:pt x="0" y="5"/>
                      <a:pt x="2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474" name="Freeform 498">
                <a:extLst>
                  <a:ext uri="{FF2B5EF4-FFF2-40B4-BE49-F238E27FC236}">
                    <a16:creationId xmlns:a16="http://schemas.microsoft.com/office/drawing/2014/main" id="{0C064E84-2C67-4D3F-89AB-9106B250BB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5" y="3986"/>
                <a:ext cx="4" cy="15"/>
              </a:xfrm>
              <a:custGeom>
                <a:avLst/>
                <a:gdLst>
                  <a:gd name="T0" fmla="*/ 0 w 3"/>
                  <a:gd name="T1" fmla="*/ 17 h 14"/>
                  <a:gd name="T2" fmla="*/ 5 w 3"/>
                  <a:gd name="T3" fmla="*/ 0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4">
                    <a:moveTo>
                      <a:pt x="0" y="14"/>
                    </a:moveTo>
                    <a:cubicBezTo>
                      <a:pt x="3" y="11"/>
                      <a:pt x="2" y="4"/>
                      <a:pt x="2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475" name="Freeform 499">
                <a:extLst>
                  <a:ext uri="{FF2B5EF4-FFF2-40B4-BE49-F238E27FC236}">
                    <a16:creationId xmlns:a16="http://schemas.microsoft.com/office/drawing/2014/main" id="{06FB6DBB-BD25-4BAD-8908-AFE72577A7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1" y="4014"/>
                <a:ext cx="41" cy="28"/>
              </a:xfrm>
              <a:custGeom>
                <a:avLst/>
                <a:gdLst>
                  <a:gd name="T0" fmla="*/ 45 w 39"/>
                  <a:gd name="T1" fmla="*/ 10 h 26"/>
                  <a:gd name="T2" fmla="*/ 25 w 39"/>
                  <a:gd name="T3" fmla="*/ 15 h 26"/>
                  <a:gd name="T4" fmla="*/ 18 w 39"/>
                  <a:gd name="T5" fmla="*/ 32 h 26"/>
                  <a:gd name="T6" fmla="*/ 2 w 39"/>
                  <a:gd name="T7" fmla="*/ 16 h 26"/>
                  <a:gd name="T8" fmla="*/ 17 w 39"/>
                  <a:gd name="T9" fmla="*/ 0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9" h="26">
                    <a:moveTo>
                      <a:pt x="39" y="7"/>
                    </a:moveTo>
                    <a:cubicBezTo>
                      <a:pt x="33" y="5"/>
                      <a:pt x="27" y="8"/>
                      <a:pt x="22" y="12"/>
                    </a:cubicBezTo>
                    <a:cubicBezTo>
                      <a:pt x="18" y="16"/>
                      <a:pt x="17" y="21"/>
                      <a:pt x="15" y="26"/>
                    </a:cubicBezTo>
                    <a:cubicBezTo>
                      <a:pt x="12" y="21"/>
                      <a:pt x="4" y="18"/>
                      <a:pt x="2" y="13"/>
                    </a:cubicBezTo>
                    <a:cubicBezTo>
                      <a:pt x="0" y="6"/>
                      <a:pt x="10" y="3"/>
                      <a:pt x="14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476" name="Freeform 500">
                <a:extLst>
                  <a:ext uri="{FF2B5EF4-FFF2-40B4-BE49-F238E27FC236}">
                    <a16:creationId xmlns:a16="http://schemas.microsoft.com/office/drawing/2014/main" id="{C0F05A95-F95C-4E57-950F-FFDCBFC9C3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8" y="3988"/>
                <a:ext cx="39" cy="57"/>
              </a:xfrm>
              <a:custGeom>
                <a:avLst/>
                <a:gdLst>
                  <a:gd name="T0" fmla="*/ 38 w 37"/>
                  <a:gd name="T1" fmla="*/ 66 h 53"/>
                  <a:gd name="T2" fmla="*/ 23 w 37"/>
                  <a:gd name="T3" fmla="*/ 29 h 53"/>
                  <a:gd name="T4" fmla="*/ 6 w 37"/>
                  <a:gd name="T5" fmla="*/ 17 h 53"/>
                  <a:gd name="T6" fmla="*/ 0 w 37"/>
                  <a:gd name="T7" fmla="*/ 0 h 5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7" h="53">
                    <a:moveTo>
                      <a:pt x="32" y="53"/>
                    </a:moveTo>
                    <a:cubicBezTo>
                      <a:pt x="37" y="41"/>
                      <a:pt x="30" y="29"/>
                      <a:pt x="20" y="23"/>
                    </a:cubicBezTo>
                    <a:cubicBezTo>
                      <a:pt x="15" y="20"/>
                      <a:pt x="10" y="19"/>
                      <a:pt x="6" y="14"/>
                    </a:cubicBezTo>
                    <a:cubicBezTo>
                      <a:pt x="2" y="10"/>
                      <a:pt x="2" y="5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477" name="Freeform 501">
                <a:extLst>
                  <a:ext uri="{FF2B5EF4-FFF2-40B4-BE49-F238E27FC236}">
                    <a16:creationId xmlns:a16="http://schemas.microsoft.com/office/drawing/2014/main" id="{845FB7FA-69CC-4AFE-9771-48498B442D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7" y="3973"/>
                <a:ext cx="45" cy="43"/>
              </a:xfrm>
              <a:custGeom>
                <a:avLst/>
                <a:gdLst>
                  <a:gd name="T0" fmla="*/ 51 w 42"/>
                  <a:gd name="T1" fmla="*/ 49 h 40"/>
                  <a:gd name="T2" fmla="*/ 42 w 42"/>
                  <a:gd name="T3" fmla="*/ 33 h 40"/>
                  <a:gd name="T4" fmla="*/ 30 w 42"/>
                  <a:gd name="T5" fmla="*/ 20 h 40"/>
                  <a:gd name="T6" fmla="*/ 17 w 42"/>
                  <a:gd name="T7" fmla="*/ 16 h 40"/>
                  <a:gd name="T8" fmla="*/ 0 w 42"/>
                  <a:gd name="T9" fmla="*/ 0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2" h="40">
                    <a:moveTo>
                      <a:pt x="42" y="40"/>
                    </a:moveTo>
                    <a:cubicBezTo>
                      <a:pt x="42" y="35"/>
                      <a:pt x="37" y="31"/>
                      <a:pt x="34" y="27"/>
                    </a:cubicBezTo>
                    <a:cubicBezTo>
                      <a:pt x="31" y="24"/>
                      <a:pt x="28" y="19"/>
                      <a:pt x="24" y="17"/>
                    </a:cubicBezTo>
                    <a:cubicBezTo>
                      <a:pt x="21" y="14"/>
                      <a:pt x="17" y="15"/>
                      <a:pt x="14" y="13"/>
                    </a:cubicBezTo>
                    <a:cubicBezTo>
                      <a:pt x="8" y="11"/>
                      <a:pt x="6" y="3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478" name="Freeform 502">
                <a:extLst>
                  <a:ext uri="{FF2B5EF4-FFF2-40B4-BE49-F238E27FC236}">
                    <a16:creationId xmlns:a16="http://schemas.microsoft.com/office/drawing/2014/main" id="{C4FDEFA4-ADBA-47DC-9980-19FF90B2D2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2" y="3969"/>
                <a:ext cx="20" cy="14"/>
              </a:xfrm>
              <a:custGeom>
                <a:avLst/>
                <a:gdLst>
                  <a:gd name="T0" fmla="*/ 22 w 19"/>
                  <a:gd name="T1" fmla="*/ 13 h 13"/>
                  <a:gd name="T2" fmla="*/ 13 w 19"/>
                  <a:gd name="T3" fmla="*/ 6 h 13"/>
                  <a:gd name="T4" fmla="*/ 0 w 19"/>
                  <a:gd name="T5" fmla="*/ 0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13">
                    <a:moveTo>
                      <a:pt x="19" y="10"/>
                    </a:moveTo>
                    <a:cubicBezTo>
                      <a:pt x="18" y="13"/>
                      <a:pt x="12" y="8"/>
                      <a:pt x="10" y="6"/>
                    </a:cubicBezTo>
                    <a:cubicBezTo>
                      <a:pt x="7" y="4"/>
                      <a:pt x="3" y="2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479" name="Freeform 503">
                <a:extLst>
                  <a:ext uri="{FF2B5EF4-FFF2-40B4-BE49-F238E27FC236}">
                    <a16:creationId xmlns:a16="http://schemas.microsoft.com/office/drawing/2014/main" id="{9F809ECE-EDA7-429D-B99F-4193D44942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3" y="3985"/>
                <a:ext cx="12" cy="13"/>
              </a:xfrm>
              <a:custGeom>
                <a:avLst/>
                <a:gdLst>
                  <a:gd name="T0" fmla="*/ 14 w 11"/>
                  <a:gd name="T1" fmla="*/ 5 h 12"/>
                  <a:gd name="T2" fmla="*/ 5 w 11"/>
                  <a:gd name="T3" fmla="*/ 15 h 12"/>
                  <a:gd name="T4" fmla="*/ 12 w 11"/>
                  <a:gd name="T5" fmla="*/ 5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2">
                    <a:moveTo>
                      <a:pt x="11" y="5"/>
                    </a:moveTo>
                    <a:cubicBezTo>
                      <a:pt x="8" y="6"/>
                      <a:pt x="7" y="10"/>
                      <a:pt x="5" y="12"/>
                    </a:cubicBezTo>
                    <a:cubicBezTo>
                      <a:pt x="0" y="8"/>
                      <a:pt x="3" y="0"/>
                      <a:pt x="9" y="5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480" name="Freeform 504">
                <a:extLst>
                  <a:ext uri="{FF2B5EF4-FFF2-40B4-BE49-F238E27FC236}">
                    <a16:creationId xmlns:a16="http://schemas.microsoft.com/office/drawing/2014/main" id="{297D1DD7-818C-4AA1-801B-2F765A25DE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8" y="4004"/>
                <a:ext cx="17" cy="18"/>
              </a:xfrm>
              <a:custGeom>
                <a:avLst/>
                <a:gdLst>
                  <a:gd name="T0" fmla="*/ 22 w 15"/>
                  <a:gd name="T1" fmla="*/ 5 h 17"/>
                  <a:gd name="T2" fmla="*/ 10 w 15"/>
                  <a:gd name="T3" fmla="*/ 20 h 17"/>
                  <a:gd name="T4" fmla="*/ 2 w 15"/>
                  <a:gd name="T5" fmla="*/ 4 h 17"/>
                  <a:gd name="T6" fmla="*/ 19 w 15"/>
                  <a:gd name="T7" fmla="*/ 5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17">
                    <a:moveTo>
                      <a:pt x="15" y="5"/>
                    </a:moveTo>
                    <a:cubicBezTo>
                      <a:pt x="8" y="6"/>
                      <a:pt x="7" y="11"/>
                      <a:pt x="7" y="17"/>
                    </a:cubicBezTo>
                    <a:cubicBezTo>
                      <a:pt x="5" y="13"/>
                      <a:pt x="0" y="8"/>
                      <a:pt x="2" y="4"/>
                    </a:cubicBezTo>
                    <a:cubicBezTo>
                      <a:pt x="4" y="0"/>
                      <a:pt x="12" y="1"/>
                      <a:pt x="13" y="5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481" name="Freeform 505">
                <a:extLst>
                  <a:ext uri="{FF2B5EF4-FFF2-40B4-BE49-F238E27FC236}">
                    <a16:creationId xmlns:a16="http://schemas.microsoft.com/office/drawing/2014/main" id="{9C80368F-F091-4AF5-9A2C-8D7DE149ED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3" y="4019"/>
                <a:ext cx="21" cy="18"/>
              </a:xfrm>
              <a:custGeom>
                <a:avLst/>
                <a:gdLst>
                  <a:gd name="T0" fmla="*/ 22 w 20"/>
                  <a:gd name="T1" fmla="*/ 8 h 17"/>
                  <a:gd name="T2" fmla="*/ 6 w 20"/>
                  <a:gd name="T3" fmla="*/ 20 h 17"/>
                  <a:gd name="T4" fmla="*/ 1 w 20"/>
                  <a:gd name="T5" fmla="*/ 5 h 17"/>
                  <a:gd name="T6" fmla="*/ 14 w 20"/>
                  <a:gd name="T7" fmla="*/ 1 h 17"/>
                  <a:gd name="T8" fmla="*/ 23 w 20"/>
                  <a:gd name="T9" fmla="*/ 7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17">
                    <a:moveTo>
                      <a:pt x="19" y="8"/>
                    </a:moveTo>
                    <a:cubicBezTo>
                      <a:pt x="13" y="10"/>
                      <a:pt x="10" y="10"/>
                      <a:pt x="6" y="17"/>
                    </a:cubicBezTo>
                    <a:cubicBezTo>
                      <a:pt x="4" y="13"/>
                      <a:pt x="0" y="9"/>
                      <a:pt x="1" y="5"/>
                    </a:cubicBezTo>
                    <a:cubicBezTo>
                      <a:pt x="2" y="1"/>
                      <a:pt x="8" y="0"/>
                      <a:pt x="11" y="1"/>
                    </a:cubicBezTo>
                    <a:cubicBezTo>
                      <a:pt x="16" y="1"/>
                      <a:pt x="17" y="3"/>
                      <a:pt x="20" y="7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482" name="Freeform 506">
                <a:extLst>
                  <a:ext uri="{FF2B5EF4-FFF2-40B4-BE49-F238E27FC236}">
                    <a16:creationId xmlns:a16="http://schemas.microsoft.com/office/drawing/2014/main" id="{04BF2FFE-D22F-4EE0-8E0C-81DE6E34E2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5" y="1491"/>
                <a:ext cx="139" cy="656"/>
              </a:xfrm>
              <a:custGeom>
                <a:avLst/>
                <a:gdLst>
                  <a:gd name="T0" fmla="*/ 159 w 130"/>
                  <a:gd name="T1" fmla="*/ 749 h 614"/>
                  <a:gd name="T2" fmla="*/ 135 w 130"/>
                  <a:gd name="T3" fmla="*/ 514 h 614"/>
                  <a:gd name="T4" fmla="*/ 50 w 130"/>
                  <a:gd name="T5" fmla="*/ 357 h 614"/>
                  <a:gd name="T6" fmla="*/ 44 w 130"/>
                  <a:gd name="T7" fmla="*/ 253 h 614"/>
                  <a:gd name="T8" fmla="*/ 11 w 130"/>
                  <a:gd name="T9" fmla="*/ 166 h 614"/>
                  <a:gd name="T10" fmla="*/ 16 w 130"/>
                  <a:gd name="T11" fmla="*/ 0 h 61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0" h="614">
                    <a:moveTo>
                      <a:pt x="130" y="614"/>
                    </a:moveTo>
                    <a:cubicBezTo>
                      <a:pt x="130" y="614"/>
                      <a:pt x="130" y="472"/>
                      <a:pt x="110" y="421"/>
                    </a:cubicBezTo>
                    <a:cubicBezTo>
                      <a:pt x="89" y="369"/>
                      <a:pt x="35" y="311"/>
                      <a:pt x="41" y="293"/>
                    </a:cubicBezTo>
                    <a:cubicBezTo>
                      <a:pt x="46" y="275"/>
                      <a:pt x="61" y="262"/>
                      <a:pt x="36" y="208"/>
                    </a:cubicBezTo>
                    <a:cubicBezTo>
                      <a:pt x="11" y="154"/>
                      <a:pt x="0" y="155"/>
                      <a:pt x="8" y="136"/>
                    </a:cubicBezTo>
                    <a:cubicBezTo>
                      <a:pt x="17" y="117"/>
                      <a:pt x="38" y="50"/>
                      <a:pt x="13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483" name="Freeform 507">
                <a:extLst>
                  <a:ext uri="{FF2B5EF4-FFF2-40B4-BE49-F238E27FC236}">
                    <a16:creationId xmlns:a16="http://schemas.microsoft.com/office/drawing/2014/main" id="{3377F651-1DAE-4C9A-B15D-08A58EDB5A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6" y="1564"/>
                <a:ext cx="98" cy="30"/>
              </a:xfrm>
              <a:custGeom>
                <a:avLst/>
                <a:gdLst>
                  <a:gd name="T0" fmla="*/ 0 w 92"/>
                  <a:gd name="T1" fmla="*/ 32 h 28"/>
                  <a:gd name="T2" fmla="*/ 18 w 92"/>
                  <a:gd name="T3" fmla="*/ 25 h 28"/>
                  <a:gd name="T4" fmla="*/ 111 w 92"/>
                  <a:gd name="T5" fmla="*/ 0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2" h="28">
                    <a:moveTo>
                      <a:pt x="0" y="26"/>
                    </a:moveTo>
                    <a:cubicBezTo>
                      <a:pt x="0" y="26"/>
                      <a:pt x="6" y="28"/>
                      <a:pt x="15" y="20"/>
                    </a:cubicBezTo>
                    <a:cubicBezTo>
                      <a:pt x="24" y="13"/>
                      <a:pt x="63" y="22"/>
                      <a:pt x="92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484" name="Freeform 508">
                <a:extLst>
                  <a:ext uri="{FF2B5EF4-FFF2-40B4-BE49-F238E27FC236}">
                    <a16:creationId xmlns:a16="http://schemas.microsoft.com/office/drawing/2014/main" id="{59BD3F31-CC2A-42EA-85C2-2C61F59CB7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5" y="1630"/>
                <a:ext cx="21" cy="43"/>
              </a:xfrm>
              <a:custGeom>
                <a:avLst/>
                <a:gdLst>
                  <a:gd name="T0" fmla="*/ 25 w 19"/>
                  <a:gd name="T1" fmla="*/ 0 h 41"/>
                  <a:gd name="T2" fmla="*/ 0 w 19"/>
                  <a:gd name="T3" fmla="*/ 47 h 4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41">
                    <a:moveTo>
                      <a:pt x="19" y="0"/>
                    </a:moveTo>
                    <a:cubicBezTo>
                      <a:pt x="19" y="0"/>
                      <a:pt x="10" y="18"/>
                      <a:pt x="0" y="41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485" name="Freeform 509">
                <a:extLst>
                  <a:ext uri="{FF2B5EF4-FFF2-40B4-BE49-F238E27FC236}">
                    <a16:creationId xmlns:a16="http://schemas.microsoft.com/office/drawing/2014/main" id="{F80713C1-7A81-4308-ABEF-7EEDECAFD3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8" y="1719"/>
                <a:ext cx="494" cy="271"/>
              </a:xfrm>
              <a:custGeom>
                <a:avLst/>
                <a:gdLst>
                  <a:gd name="T0" fmla="*/ 531 w 462"/>
                  <a:gd name="T1" fmla="*/ 0 h 253"/>
                  <a:gd name="T2" fmla="*/ 538 w 462"/>
                  <a:gd name="T3" fmla="*/ 101 h 253"/>
                  <a:gd name="T4" fmla="*/ 444 w 462"/>
                  <a:gd name="T5" fmla="*/ 190 h 253"/>
                  <a:gd name="T6" fmla="*/ 348 w 462"/>
                  <a:gd name="T7" fmla="*/ 225 h 253"/>
                  <a:gd name="T8" fmla="*/ 0 w 462"/>
                  <a:gd name="T9" fmla="*/ 163 h 25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62" h="253">
                    <a:moveTo>
                      <a:pt x="435" y="0"/>
                    </a:moveTo>
                    <a:cubicBezTo>
                      <a:pt x="435" y="0"/>
                      <a:pt x="462" y="61"/>
                      <a:pt x="440" y="82"/>
                    </a:cubicBezTo>
                    <a:cubicBezTo>
                      <a:pt x="418" y="102"/>
                      <a:pt x="377" y="145"/>
                      <a:pt x="363" y="154"/>
                    </a:cubicBezTo>
                    <a:cubicBezTo>
                      <a:pt x="350" y="163"/>
                      <a:pt x="324" y="177"/>
                      <a:pt x="284" y="183"/>
                    </a:cubicBezTo>
                    <a:cubicBezTo>
                      <a:pt x="245" y="189"/>
                      <a:pt x="7" y="253"/>
                      <a:pt x="0" y="133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486" name="Freeform 510">
                <a:extLst>
                  <a:ext uri="{FF2B5EF4-FFF2-40B4-BE49-F238E27FC236}">
                    <a16:creationId xmlns:a16="http://schemas.microsoft.com/office/drawing/2014/main" id="{1EFD0C1E-21C9-40E5-92BB-162BE62619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7" y="1619"/>
                <a:ext cx="64" cy="23"/>
              </a:xfrm>
              <a:custGeom>
                <a:avLst/>
                <a:gdLst>
                  <a:gd name="T0" fmla="*/ 0 w 59"/>
                  <a:gd name="T1" fmla="*/ 0 h 22"/>
                  <a:gd name="T2" fmla="*/ 75 w 59"/>
                  <a:gd name="T3" fmla="*/ 25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9" h="22">
                    <a:moveTo>
                      <a:pt x="0" y="0"/>
                    </a:moveTo>
                    <a:cubicBezTo>
                      <a:pt x="19" y="6"/>
                      <a:pt x="38" y="18"/>
                      <a:pt x="59" y="22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487" name="Freeform 511">
                <a:extLst>
                  <a:ext uri="{FF2B5EF4-FFF2-40B4-BE49-F238E27FC236}">
                    <a16:creationId xmlns:a16="http://schemas.microsoft.com/office/drawing/2014/main" id="{BBFB6669-735D-419A-B3F9-520E94A3FB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1" y="1894"/>
                <a:ext cx="67" cy="12"/>
              </a:xfrm>
              <a:custGeom>
                <a:avLst/>
                <a:gdLst>
                  <a:gd name="T0" fmla="*/ 0 w 63"/>
                  <a:gd name="T1" fmla="*/ 1 h 12"/>
                  <a:gd name="T2" fmla="*/ 76 w 63"/>
                  <a:gd name="T3" fmla="*/ 0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3" h="12">
                    <a:moveTo>
                      <a:pt x="0" y="1"/>
                    </a:moveTo>
                    <a:cubicBezTo>
                      <a:pt x="17" y="12"/>
                      <a:pt x="47" y="5"/>
                      <a:pt x="63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488" name="Freeform 512">
                <a:extLst>
                  <a:ext uri="{FF2B5EF4-FFF2-40B4-BE49-F238E27FC236}">
                    <a16:creationId xmlns:a16="http://schemas.microsoft.com/office/drawing/2014/main" id="{AA16D54D-AA6F-4711-8FC0-AF1104A7E6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5" y="1848"/>
                <a:ext cx="39" cy="23"/>
              </a:xfrm>
              <a:custGeom>
                <a:avLst/>
                <a:gdLst>
                  <a:gd name="T0" fmla="*/ 43 w 37"/>
                  <a:gd name="T1" fmla="*/ 0 h 22"/>
                  <a:gd name="T2" fmla="*/ 0 w 37"/>
                  <a:gd name="T3" fmla="*/ 25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7" h="22">
                    <a:moveTo>
                      <a:pt x="37" y="0"/>
                    </a:moveTo>
                    <a:cubicBezTo>
                      <a:pt x="22" y="3"/>
                      <a:pt x="11" y="13"/>
                      <a:pt x="0" y="22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489" name="Freeform 513">
                <a:extLst>
                  <a:ext uri="{FF2B5EF4-FFF2-40B4-BE49-F238E27FC236}">
                    <a16:creationId xmlns:a16="http://schemas.microsoft.com/office/drawing/2014/main" id="{E1918AD0-F9D7-4652-80E7-E3B2601409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5" y="1931"/>
                <a:ext cx="70" cy="41"/>
              </a:xfrm>
              <a:custGeom>
                <a:avLst/>
                <a:gdLst>
                  <a:gd name="T0" fmla="*/ 81 w 65"/>
                  <a:gd name="T1" fmla="*/ 0 h 38"/>
                  <a:gd name="T2" fmla="*/ 0 w 65"/>
                  <a:gd name="T3" fmla="*/ 47 h 3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5" h="38">
                    <a:moveTo>
                      <a:pt x="65" y="0"/>
                    </a:moveTo>
                    <a:cubicBezTo>
                      <a:pt x="59" y="35"/>
                      <a:pt x="20" y="21"/>
                      <a:pt x="0" y="38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490" name="Freeform 514">
                <a:extLst>
                  <a:ext uri="{FF2B5EF4-FFF2-40B4-BE49-F238E27FC236}">
                    <a16:creationId xmlns:a16="http://schemas.microsoft.com/office/drawing/2014/main" id="{4FDEDA45-02BF-4348-AA4C-A7FB5126B1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4" y="2208"/>
                <a:ext cx="68" cy="17"/>
              </a:xfrm>
              <a:custGeom>
                <a:avLst/>
                <a:gdLst>
                  <a:gd name="T0" fmla="*/ 79 w 63"/>
                  <a:gd name="T1" fmla="*/ 15 h 16"/>
                  <a:gd name="T2" fmla="*/ 0 w 63"/>
                  <a:gd name="T3" fmla="*/ 0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3" h="16">
                    <a:moveTo>
                      <a:pt x="63" y="12"/>
                    </a:moveTo>
                    <a:cubicBezTo>
                      <a:pt x="39" y="16"/>
                      <a:pt x="23" y="9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491" name="Freeform 515">
                <a:extLst>
                  <a:ext uri="{FF2B5EF4-FFF2-40B4-BE49-F238E27FC236}">
                    <a16:creationId xmlns:a16="http://schemas.microsoft.com/office/drawing/2014/main" id="{B3F249BB-9C02-4B6F-9669-06060DED7F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9" y="952"/>
                <a:ext cx="9" cy="74"/>
              </a:xfrm>
              <a:custGeom>
                <a:avLst/>
                <a:gdLst>
                  <a:gd name="T0" fmla="*/ 9 w 9"/>
                  <a:gd name="T1" fmla="*/ 85 h 69"/>
                  <a:gd name="T2" fmla="*/ 2 w 9"/>
                  <a:gd name="T3" fmla="*/ 39 h 69"/>
                  <a:gd name="T4" fmla="*/ 3 w 9"/>
                  <a:gd name="T5" fmla="*/ 0 h 6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69">
                    <a:moveTo>
                      <a:pt x="9" y="69"/>
                    </a:moveTo>
                    <a:cubicBezTo>
                      <a:pt x="9" y="69"/>
                      <a:pt x="0" y="45"/>
                      <a:pt x="2" y="32"/>
                    </a:cubicBezTo>
                    <a:cubicBezTo>
                      <a:pt x="3" y="20"/>
                      <a:pt x="3" y="0"/>
                      <a:pt x="3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492" name="Freeform 516">
                <a:extLst>
                  <a:ext uri="{FF2B5EF4-FFF2-40B4-BE49-F238E27FC236}">
                    <a16:creationId xmlns:a16="http://schemas.microsoft.com/office/drawing/2014/main" id="{5C042A84-DC79-4F8C-A151-CA162D29FB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3" y="942"/>
                <a:ext cx="20" cy="29"/>
              </a:xfrm>
              <a:custGeom>
                <a:avLst/>
                <a:gdLst>
                  <a:gd name="T0" fmla="*/ 0 w 19"/>
                  <a:gd name="T1" fmla="*/ 33 h 27"/>
                  <a:gd name="T2" fmla="*/ 19 w 19"/>
                  <a:gd name="T3" fmla="*/ 31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27">
                    <a:moveTo>
                      <a:pt x="0" y="27"/>
                    </a:moveTo>
                    <a:cubicBezTo>
                      <a:pt x="0" y="27"/>
                      <a:pt x="19" y="0"/>
                      <a:pt x="16" y="25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493" name="Freeform 517">
                <a:extLst>
                  <a:ext uri="{FF2B5EF4-FFF2-40B4-BE49-F238E27FC236}">
                    <a16:creationId xmlns:a16="http://schemas.microsoft.com/office/drawing/2014/main" id="{38318544-FE93-4DE2-9AF3-ADEF958B26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3" y="981"/>
                <a:ext cx="13" cy="20"/>
              </a:xfrm>
              <a:custGeom>
                <a:avLst/>
                <a:gdLst>
                  <a:gd name="T0" fmla="*/ 0 w 12"/>
                  <a:gd name="T1" fmla="*/ 0 h 19"/>
                  <a:gd name="T2" fmla="*/ 1 w 12"/>
                  <a:gd name="T3" fmla="*/ 22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19">
                    <a:moveTo>
                      <a:pt x="0" y="0"/>
                    </a:moveTo>
                    <a:cubicBezTo>
                      <a:pt x="0" y="0"/>
                      <a:pt x="12" y="9"/>
                      <a:pt x="1" y="19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494" name="Freeform 518">
                <a:extLst>
                  <a:ext uri="{FF2B5EF4-FFF2-40B4-BE49-F238E27FC236}">
                    <a16:creationId xmlns:a16="http://schemas.microsoft.com/office/drawing/2014/main" id="{9448C717-DC10-41B7-902A-5426296BB9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6" y="840"/>
                <a:ext cx="85" cy="63"/>
              </a:xfrm>
              <a:custGeom>
                <a:avLst/>
                <a:gdLst>
                  <a:gd name="T0" fmla="*/ 1 w 80"/>
                  <a:gd name="T1" fmla="*/ 32 h 59"/>
                  <a:gd name="T2" fmla="*/ 96 w 80"/>
                  <a:gd name="T3" fmla="*/ 65 h 59"/>
                  <a:gd name="T4" fmla="*/ 87 w 80"/>
                  <a:gd name="T5" fmla="*/ 65 h 59"/>
                  <a:gd name="T6" fmla="*/ 23 w 80"/>
                  <a:gd name="T7" fmla="*/ 36 h 59"/>
                  <a:gd name="T8" fmla="*/ 1 w 80"/>
                  <a:gd name="T9" fmla="*/ 32 h 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0" h="59">
                    <a:moveTo>
                      <a:pt x="1" y="26"/>
                    </a:moveTo>
                    <a:cubicBezTo>
                      <a:pt x="3" y="13"/>
                      <a:pt x="59" y="0"/>
                      <a:pt x="80" y="53"/>
                    </a:cubicBezTo>
                    <a:cubicBezTo>
                      <a:pt x="80" y="53"/>
                      <a:pt x="80" y="59"/>
                      <a:pt x="72" y="53"/>
                    </a:cubicBezTo>
                    <a:cubicBezTo>
                      <a:pt x="64" y="46"/>
                      <a:pt x="38" y="27"/>
                      <a:pt x="20" y="30"/>
                    </a:cubicBezTo>
                    <a:cubicBezTo>
                      <a:pt x="3" y="33"/>
                      <a:pt x="0" y="33"/>
                      <a:pt x="1" y="26"/>
                    </a:cubicBezTo>
                    <a:close/>
                  </a:path>
                </a:pathLst>
              </a:custGeom>
              <a:solidFill>
                <a:srgbClr val="7920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495" name="Freeform 519">
                <a:extLst>
                  <a:ext uri="{FF2B5EF4-FFF2-40B4-BE49-F238E27FC236}">
                    <a16:creationId xmlns:a16="http://schemas.microsoft.com/office/drawing/2014/main" id="{E33A1154-42ED-4672-8B73-2EEC228B37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6" y="906"/>
                <a:ext cx="15" cy="13"/>
              </a:xfrm>
              <a:custGeom>
                <a:avLst/>
                <a:gdLst>
                  <a:gd name="T0" fmla="*/ 0 w 14"/>
                  <a:gd name="T1" fmla="*/ 0 h 12"/>
                  <a:gd name="T2" fmla="*/ 17 w 14"/>
                  <a:gd name="T3" fmla="*/ 15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12">
                    <a:moveTo>
                      <a:pt x="0" y="0"/>
                    </a:moveTo>
                    <a:cubicBezTo>
                      <a:pt x="0" y="0"/>
                      <a:pt x="10" y="9"/>
                      <a:pt x="14" y="12"/>
                    </a:cubicBezTo>
                  </a:path>
                </a:pathLst>
              </a:custGeom>
              <a:noFill/>
              <a:ln w="3175" cap="flat">
                <a:solidFill>
                  <a:srgbClr val="EAAC9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496" name="Oval 520">
                <a:extLst>
                  <a:ext uri="{FF2B5EF4-FFF2-40B4-BE49-F238E27FC236}">
                    <a16:creationId xmlns:a16="http://schemas.microsoft.com/office/drawing/2014/main" id="{20FFCC81-3947-43A7-A726-119F2367ED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50" y="895"/>
                <a:ext cx="21" cy="21"/>
              </a:xfrm>
              <a:prstGeom prst="ellipse">
                <a:avLst/>
              </a:prstGeom>
              <a:solidFill>
                <a:srgbClr val="7920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497" name="Oval 521">
                <a:extLst>
                  <a:ext uri="{FF2B5EF4-FFF2-40B4-BE49-F238E27FC236}">
                    <a16:creationId xmlns:a16="http://schemas.microsoft.com/office/drawing/2014/main" id="{AAA40346-42F8-41C7-B102-5C937277C6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57" y="902"/>
                <a:ext cx="7" cy="7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498" name="Freeform 522">
                <a:extLst>
                  <a:ext uri="{FF2B5EF4-FFF2-40B4-BE49-F238E27FC236}">
                    <a16:creationId xmlns:a16="http://schemas.microsoft.com/office/drawing/2014/main" id="{767000E7-6006-4907-9DFF-624EB970E0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2" y="876"/>
                <a:ext cx="15" cy="59"/>
              </a:xfrm>
              <a:custGeom>
                <a:avLst/>
                <a:gdLst>
                  <a:gd name="T0" fmla="*/ 17 w 14"/>
                  <a:gd name="T1" fmla="*/ 0 h 55"/>
                  <a:gd name="T2" fmla="*/ 17 w 14"/>
                  <a:gd name="T3" fmla="*/ 68 h 55"/>
                  <a:gd name="T4" fmla="*/ 17 w 14"/>
                  <a:gd name="T5" fmla="*/ 0 h 5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55">
                    <a:moveTo>
                      <a:pt x="14" y="0"/>
                    </a:moveTo>
                    <a:cubicBezTo>
                      <a:pt x="14" y="0"/>
                      <a:pt x="6" y="34"/>
                      <a:pt x="14" y="55"/>
                    </a:cubicBezTo>
                    <a:cubicBezTo>
                      <a:pt x="14" y="55"/>
                      <a:pt x="0" y="26"/>
                      <a:pt x="14" y="0"/>
                    </a:cubicBezTo>
                    <a:close/>
                  </a:path>
                </a:pathLst>
              </a:custGeom>
              <a:solidFill>
                <a:srgbClr val="EAAC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499" name="Freeform 523">
                <a:extLst>
                  <a:ext uri="{FF2B5EF4-FFF2-40B4-BE49-F238E27FC236}">
                    <a16:creationId xmlns:a16="http://schemas.microsoft.com/office/drawing/2014/main" id="{63BD813D-4943-4792-AD4D-AC6563F5D8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2" y="943"/>
                <a:ext cx="22" cy="36"/>
              </a:xfrm>
              <a:custGeom>
                <a:avLst/>
                <a:gdLst>
                  <a:gd name="T0" fmla="*/ 9 w 21"/>
                  <a:gd name="T1" fmla="*/ 0 h 33"/>
                  <a:gd name="T2" fmla="*/ 19 w 21"/>
                  <a:gd name="T3" fmla="*/ 26 h 33"/>
                  <a:gd name="T4" fmla="*/ 0 w 21"/>
                  <a:gd name="T5" fmla="*/ 43 h 33"/>
                  <a:gd name="T6" fmla="*/ 17 w 21"/>
                  <a:gd name="T7" fmla="*/ 21 h 33"/>
                  <a:gd name="T8" fmla="*/ 9 w 21"/>
                  <a:gd name="T9" fmla="*/ 0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33">
                    <a:moveTo>
                      <a:pt x="9" y="0"/>
                    </a:moveTo>
                    <a:cubicBezTo>
                      <a:pt x="9" y="0"/>
                      <a:pt x="21" y="13"/>
                      <a:pt x="16" y="20"/>
                    </a:cubicBezTo>
                    <a:cubicBezTo>
                      <a:pt x="11" y="27"/>
                      <a:pt x="6" y="32"/>
                      <a:pt x="0" y="33"/>
                    </a:cubicBezTo>
                    <a:cubicBezTo>
                      <a:pt x="0" y="33"/>
                      <a:pt x="14" y="24"/>
                      <a:pt x="14" y="16"/>
                    </a:cubicBezTo>
                    <a:cubicBezTo>
                      <a:pt x="13" y="9"/>
                      <a:pt x="13" y="4"/>
                      <a:pt x="9" y="0"/>
                    </a:cubicBezTo>
                    <a:close/>
                  </a:path>
                </a:pathLst>
              </a:custGeom>
              <a:solidFill>
                <a:srgbClr val="EAAC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500" name="Freeform 524">
                <a:extLst>
                  <a:ext uri="{FF2B5EF4-FFF2-40B4-BE49-F238E27FC236}">
                    <a16:creationId xmlns:a16="http://schemas.microsoft.com/office/drawing/2014/main" id="{F83C1C2B-6CBF-4950-B4A9-520FDDA1CB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6" y="965"/>
                <a:ext cx="19" cy="18"/>
              </a:xfrm>
              <a:custGeom>
                <a:avLst/>
                <a:gdLst>
                  <a:gd name="T0" fmla="*/ 0 w 18"/>
                  <a:gd name="T1" fmla="*/ 16 h 17"/>
                  <a:gd name="T2" fmla="*/ 6 w 18"/>
                  <a:gd name="T3" fmla="*/ 6 h 17"/>
                  <a:gd name="T4" fmla="*/ 21 w 18"/>
                  <a:gd name="T5" fmla="*/ 0 h 17"/>
                  <a:gd name="T6" fmla="*/ 17 w 18"/>
                  <a:gd name="T7" fmla="*/ 7 h 17"/>
                  <a:gd name="T8" fmla="*/ 0 w 18"/>
                  <a:gd name="T9" fmla="*/ 16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17">
                    <a:moveTo>
                      <a:pt x="0" y="13"/>
                    </a:moveTo>
                    <a:cubicBezTo>
                      <a:pt x="0" y="13"/>
                      <a:pt x="0" y="7"/>
                      <a:pt x="6" y="6"/>
                    </a:cubicBezTo>
                    <a:cubicBezTo>
                      <a:pt x="13" y="4"/>
                      <a:pt x="17" y="5"/>
                      <a:pt x="18" y="0"/>
                    </a:cubicBezTo>
                    <a:cubicBezTo>
                      <a:pt x="18" y="0"/>
                      <a:pt x="17" y="6"/>
                      <a:pt x="14" y="7"/>
                    </a:cubicBezTo>
                    <a:cubicBezTo>
                      <a:pt x="10" y="7"/>
                      <a:pt x="13" y="17"/>
                      <a:pt x="0" y="13"/>
                    </a:cubicBezTo>
                    <a:close/>
                  </a:path>
                </a:pathLst>
              </a:custGeom>
              <a:solidFill>
                <a:srgbClr val="BB7A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501" name="Freeform 525">
                <a:extLst>
                  <a:ext uri="{FF2B5EF4-FFF2-40B4-BE49-F238E27FC236}">
                    <a16:creationId xmlns:a16="http://schemas.microsoft.com/office/drawing/2014/main" id="{B406D803-8920-4C5D-BDE6-2B8502B03B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3" y="941"/>
                <a:ext cx="7" cy="27"/>
              </a:xfrm>
              <a:custGeom>
                <a:avLst/>
                <a:gdLst>
                  <a:gd name="T0" fmla="*/ 1 w 7"/>
                  <a:gd name="T1" fmla="*/ 29 h 25"/>
                  <a:gd name="T2" fmla="*/ 3 w 7"/>
                  <a:gd name="T3" fmla="*/ 0 h 25"/>
                  <a:gd name="T4" fmla="*/ 6 w 7"/>
                  <a:gd name="T5" fmla="*/ 13 h 25"/>
                  <a:gd name="T6" fmla="*/ 0 w 7"/>
                  <a:gd name="T7" fmla="*/ 31 h 2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25">
                    <a:moveTo>
                      <a:pt x="1" y="23"/>
                    </a:moveTo>
                    <a:cubicBezTo>
                      <a:pt x="7" y="18"/>
                      <a:pt x="6" y="6"/>
                      <a:pt x="3" y="0"/>
                    </a:cubicBezTo>
                    <a:cubicBezTo>
                      <a:pt x="4" y="3"/>
                      <a:pt x="6" y="7"/>
                      <a:pt x="6" y="10"/>
                    </a:cubicBezTo>
                    <a:cubicBezTo>
                      <a:pt x="7" y="16"/>
                      <a:pt x="4" y="21"/>
                      <a:pt x="0" y="25"/>
                    </a:cubicBezTo>
                  </a:path>
                </a:pathLst>
              </a:custGeom>
              <a:solidFill>
                <a:srgbClr val="EAAC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502" name="Freeform 526">
                <a:extLst>
                  <a:ext uri="{FF2B5EF4-FFF2-40B4-BE49-F238E27FC236}">
                    <a16:creationId xmlns:a16="http://schemas.microsoft.com/office/drawing/2014/main" id="{06E4A880-9075-4D5F-8F2F-3F781C3CEE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4" y="950"/>
                <a:ext cx="20" cy="111"/>
              </a:xfrm>
              <a:custGeom>
                <a:avLst/>
                <a:gdLst>
                  <a:gd name="T0" fmla="*/ 2 w 18"/>
                  <a:gd name="T1" fmla="*/ 0 h 104"/>
                  <a:gd name="T2" fmla="*/ 20 w 18"/>
                  <a:gd name="T3" fmla="*/ 22 h 104"/>
                  <a:gd name="T4" fmla="*/ 23 w 18"/>
                  <a:gd name="T5" fmla="*/ 54 h 104"/>
                  <a:gd name="T6" fmla="*/ 0 w 18"/>
                  <a:gd name="T7" fmla="*/ 126 h 104"/>
                  <a:gd name="T8" fmla="*/ 13 w 18"/>
                  <a:gd name="T9" fmla="*/ 84 h 104"/>
                  <a:gd name="T10" fmla="*/ 21 w 18"/>
                  <a:gd name="T11" fmla="*/ 57 h 104"/>
                  <a:gd name="T12" fmla="*/ 16 w 18"/>
                  <a:gd name="T13" fmla="*/ 30 h 104"/>
                  <a:gd name="T14" fmla="*/ 2 w 18"/>
                  <a:gd name="T15" fmla="*/ 18 h 104"/>
                  <a:gd name="T16" fmla="*/ 4 w 18"/>
                  <a:gd name="T17" fmla="*/ 6 h 10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8" h="104">
                    <a:moveTo>
                      <a:pt x="2" y="0"/>
                    </a:moveTo>
                    <a:cubicBezTo>
                      <a:pt x="6" y="6"/>
                      <a:pt x="11" y="12"/>
                      <a:pt x="14" y="19"/>
                    </a:cubicBezTo>
                    <a:cubicBezTo>
                      <a:pt x="18" y="27"/>
                      <a:pt x="18" y="37"/>
                      <a:pt x="17" y="45"/>
                    </a:cubicBezTo>
                    <a:cubicBezTo>
                      <a:pt x="15" y="66"/>
                      <a:pt x="3" y="83"/>
                      <a:pt x="0" y="104"/>
                    </a:cubicBezTo>
                    <a:cubicBezTo>
                      <a:pt x="3" y="92"/>
                      <a:pt x="6" y="80"/>
                      <a:pt x="10" y="69"/>
                    </a:cubicBezTo>
                    <a:cubicBezTo>
                      <a:pt x="12" y="62"/>
                      <a:pt x="15" y="55"/>
                      <a:pt x="15" y="47"/>
                    </a:cubicBezTo>
                    <a:cubicBezTo>
                      <a:pt x="15" y="39"/>
                      <a:pt x="15" y="31"/>
                      <a:pt x="12" y="24"/>
                    </a:cubicBezTo>
                    <a:cubicBezTo>
                      <a:pt x="11" y="21"/>
                      <a:pt x="6" y="9"/>
                      <a:pt x="2" y="15"/>
                    </a:cubicBezTo>
                    <a:cubicBezTo>
                      <a:pt x="4" y="12"/>
                      <a:pt x="4" y="9"/>
                      <a:pt x="4" y="6"/>
                    </a:cubicBezTo>
                  </a:path>
                </a:pathLst>
              </a:custGeom>
              <a:solidFill>
                <a:srgbClr val="EAAC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503" name="Freeform 527">
                <a:extLst>
                  <a:ext uri="{FF2B5EF4-FFF2-40B4-BE49-F238E27FC236}">
                    <a16:creationId xmlns:a16="http://schemas.microsoft.com/office/drawing/2014/main" id="{4600FC96-4F8A-4F28-8C80-D4ABAB75F4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5" y="1034"/>
                <a:ext cx="63" cy="52"/>
              </a:xfrm>
              <a:custGeom>
                <a:avLst/>
                <a:gdLst>
                  <a:gd name="T0" fmla="*/ 35 w 59"/>
                  <a:gd name="T1" fmla="*/ 61 h 48"/>
                  <a:gd name="T2" fmla="*/ 72 w 59"/>
                  <a:gd name="T3" fmla="*/ 34 h 48"/>
                  <a:gd name="T4" fmla="*/ 47 w 59"/>
                  <a:gd name="T5" fmla="*/ 0 h 48"/>
                  <a:gd name="T6" fmla="*/ 36 w 59"/>
                  <a:gd name="T7" fmla="*/ 10 h 48"/>
                  <a:gd name="T8" fmla="*/ 35 w 59"/>
                  <a:gd name="T9" fmla="*/ 9 h 48"/>
                  <a:gd name="T10" fmla="*/ 25 w 59"/>
                  <a:gd name="T11" fmla="*/ 0 h 48"/>
                  <a:gd name="T12" fmla="*/ 0 w 59"/>
                  <a:gd name="T13" fmla="*/ 34 h 48"/>
                  <a:gd name="T14" fmla="*/ 37 w 59"/>
                  <a:gd name="T15" fmla="*/ 61 h 4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9" h="48">
                    <a:moveTo>
                      <a:pt x="29" y="48"/>
                    </a:moveTo>
                    <a:cubicBezTo>
                      <a:pt x="50" y="48"/>
                      <a:pt x="59" y="27"/>
                      <a:pt x="59" y="27"/>
                    </a:cubicBezTo>
                    <a:cubicBezTo>
                      <a:pt x="59" y="27"/>
                      <a:pt x="46" y="3"/>
                      <a:pt x="38" y="0"/>
                    </a:cubicBezTo>
                    <a:cubicBezTo>
                      <a:pt x="30" y="7"/>
                      <a:pt x="30" y="7"/>
                      <a:pt x="30" y="7"/>
                    </a:cubicBezTo>
                    <a:cubicBezTo>
                      <a:pt x="29" y="6"/>
                      <a:pt x="29" y="6"/>
                      <a:pt x="29" y="6"/>
                    </a:cubicBezTo>
                    <a:cubicBezTo>
                      <a:pt x="21" y="0"/>
                      <a:pt x="21" y="0"/>
                      <a:pt x="21" y="0"/>
                    </a:cubicBezTo>
                    <a:cubicBezTo>
                      <a:pt x="14" y="3"/>
                      <a:pt x="0" y="27"/>
                      <a:pt x="0" y="27"/>
                    </a:cubicBezTo>
                    <a:cubicBezTo>
                      <a:pt x="0" y="27"/>
                      <a:pt x="10" y="48"/>
                      <a:pt x="31" y="48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504" name="Freeform 528">
                <a:extLst>
                  <a:ext uri="{FF2B5EF4-FFF2-40B4-BE49-F238E27FC236}">
                    <a16:creationId xmlns:a16="http://schemas.microsoft.com/office/drawing/2014/main" id="{C21E296F-48A6-4E58-8C12-AB3FFB6F06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5" y="1063"/>
                <a:ext cx="63" cy="23"/>
              </a:xfrm>
              <a:custGeom>
                <a:avLst/>
                <a:gdLst>
                  <a:gd name="T0" fmla="*/ 36 w 59"/>
                  <a:gd name="T1" fmla="*/ 24 h 21"/>
                  <a:gd name="T2" fmla="*/ 0 w 59"/>
                  <a:gd name="T3" fmla="*/ 0 h 21"/>
                  <a:gd name="T4" fmla="*/ 0 w 59"/>
                  <a:gd name="T5" fmla="*/ 0 h 21"/>
                  <a:gd name="T6" fmla="*/ 36 w 59"/>
                  <a:gd name="T7" fmla="*/ 27 h 21"/>
                  <a:gd name="T8" fmla="*/ 72 w 59"/>
                  <a:gd name="T9" fmla="*/ 0 h 21"/>
                  <a:gd name="T10" fmla="*/ 72 w 59"/>
                  <a:gd name="T11" fmla="*/ 0 h 21"/>
                  <a:gd name="T12" fmla="*/ 36 w 59"/>
                  <a:gd name="T13" fmla="*/ 24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9" h="21">
                    <a:moveTo>
                      <a:pt x="30" y="18"/>
                    </a:moveTo>
                    <a:cubicBezTo>
                      <a:pt x="13" y="18"/>
                      <a:pt x="3" y="5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9" y="21"/>
                      <a:pt x="30" y="21"/>
                    </a:cubicBezTo>
                    <a:cubicBezTo>
                      <a:pt x="51" y="21"/>
                      <a:pt x="59" y="0"/>
                      <a:pt x="59" y="0"/>
                    </a:cubicBezTo>
                    <a:cubicBezTo>
                      <a:pt x="59" y="0"/>
                      <a:pt x="59" y="0"/>
                      <a:pt x="59" y="0"/>
                    </a:cubicBezTo>
                    <a:cubicBezTo>
                      <a:pt x="57" y="5"/>
                      <a:pt x="47" y="18"/>
                      <a:pt x="30" y="18"/>
                    </a:cubicBezTo>
                    <a:close/>
                  </a:path>
                </a:pathLst>
              </a:custGeom>
              <a:solidFill>
                <a:srgbClr val="EAAC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505" name="Freeform 529">
                <a:extLst>
                  <a:ext uri="{FF2B5EF4-FFF2-40B4-BE49-F238E27FC236}">
                    <a16:creationId xmlns:a16="http://schemas.microsoft.com/office/drawing/2014/main" id="{07078855-5E71-4540-8B85-7336AF71DA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5" y="1033"/>
                <a:ext cx="63" cy="29"/>
              </a:xfrm>
              <a:custGeom>
                <a:avLst/>
                <a:gdLst>
                  <a:gd name="T0" fmla="*/ 25 w 59"/>
                  <a:gd name="T1" fmla="*/ 4 h 27"/>
                  <a:gd name="T2" fmla="*/ 35 w 59"/>
                  <a:gd name="T3" fmla="*/ 13 h 27"/>
                  <a:gd name="T4" fmla="*/ 35 w 59"/>
                  <a:gd name="T5" fmla="*/ 13 h 27"/>
                  <a:gd name="T6" fmla="*/ 47 w 59"/>
                  <a:gd name="T7" fmla="*/ 4 h 27"/>
                  <a:gd name="T8" fmla="*/ 72 w 59"/>
                  <a:gd name="T9" fmla="*/ 33 h 27"/>
                  <a:gd name="T10" fmla="*/ 72 w 59"/>
                  <a:gd name="T11" fmla="*/ 33 h 27"/>
                  <a:gd name="T12" fmla="*/ 47 w 59"/>
                  <a:gd name="T13" fmla="*/ 0 h 27"/>
                  <a:gd name="T14" fmla="*/ 35 w 59"/>
                  <a:gd name="T15" fmla="*/ 10 h 27"/>
                  <a:gd name="T16" fmla="*/ 35 w 59"/>
                  <a:gd name="T17" fmla="*/ 10 h 27"/>
                  <a:gd name="T18" fmla="*/ 25 w 59"/>
                  <a:gd name="T19" fmla="*/ 0 h 27"/>
                  <a:gd name="T20" fmla="*/ 0 w 59"/>
                  <a:gd name="T21" fmla="*/ 33 h 27"/>
                  <a:gd name="T22" fmla="*/ 0 w 59"/>
                  <a:gd name="T23" fmla="*/ 33 h 27"/>
                  <a:gd name="T24" fmla="*/ 25 w 59"/>
                  <a:gd name="T25" fmla="*/ 4 h 27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59" h="27">
                    <a:moveTo>
                      <a:pt x="21" y="4"/>
                    </a:moveTo>
                    <a:cubicBezTo>
                      <a:pt x="29" y="10"/>
                      <a:pt x="29" y="10"/>
                      <a:pt x="29" y="10"/>
                    </a:cubicBezTo>
                    <a:cubicBezTo>
                      <a:pt x="29" y="10"/>
                      <a:pt x="29" y="10"/>
                      <a:pt x="29" y="10"/>
                    </a:cubicBezTo>
                    <a:cubicBezTo>
                      <a:pt x="38" y="4"/>
                      <a:pt x="38" y="4"/>
                      <a:pt x="38" y="4"/>
                    </a:cubicBezTo>
                    <a:cubicBezTo>
                      <a:pt x="44" y="6"/>
                      <a:pt x="56" y="21"/>
                      <a:pt x="59" y="27"/>
                    </a:cubicBezTo>
                    <a:cubicBezTo>
                      <a:pt x="59" y="27"/>
                      <a:pt x="59" y="27"/>
                      <a:pt x="59" y="27"/>
                    </a:cubicBezTo>
                    <a:cubicBezTo>
                      <a:pt x="59" y="27"/>
                      <a:pt x="45" y="3"/>
                      <a:pt x="38" y="0"/>
                    </a:cubicBezTo>
                    <a:cubicBezTo>
                      <a:pt x="29" y="7"/>
                      <a:pt x="29" y="7"/>
                      <a:pt x="29" y="7"/>
                    </a:cubicBezTo>
                    <a:cubicBezTo>
                      <a:pt x="29" y="7"/>
                      <a:pt x="29" y="7"/>
                      <a:pt x="29" y="7"/>
                    </a:cubicBezTo>
                    <a:cubicBezTo>
                      <a:pt x="21" y="0"/>
                      <a:pt x="21" y="0"/>
                      <a:pt x="21" y="0"/>
                    </a:cubicBezTo>
                    <a:cubicBezTo>
                      <a:pt x="13" y="3"/>
                      <a:pt x="0" y="27"/>
                      <a:pt x="0" y="27"/>
                    </a:cubicBezTo>
                    <a:cubicBezTo>
                      <a:pt x="0" y="27"/>
                      <a:pt x="0" y="27"/>
                      <a:pt x="0" y="27"/>
                    </a:cubicBezTo>
                    <a:cubicBezTo>
                      <a:pt x="3" y="21"/>
                      <a:pt x="15" y="6"/>
                      <a:pt x="21" y="4"/>
                    </a:cubicBezTo>
                    <a:close/>
                  </a:path>
                </a:pathLst>
              </a:custGeom>
              <a:solidFill>
                <a:srgbClr val="EAAC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506" name="Freeform 530">
                <a:extLst>
                  <a:ext uri="{FF2B5EF4-FFF2-40B4-BE49-F238E27FC236}">
                    <a16:creationId xmlns:a16="http://schemas.microsoft.com/office/drawing/2014/main" id="{F08B96F1-3B53-47B8-8C57-0E447555C9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7" y="1064"/>
                <a:ext cx="14" cy="72"/>
              </a:xfrm>
              <a:custGeom>
                <a:avLst/>
                <a:gdLst>
                  <a:gd name="T0" fmla="*/ 6 w 13"/>
                  <a:gd name="T1" fmla="*/ 0 h 67"/>
                  <a:gd name="T2" fmla="*/ 10 w 13"/>
                  <a:gd name="T3" fmla="*/ 32 h 67"/>
                  <a:gd name="T4" fmla="*/ 16 w 13"/>
                  <a:gd name="T5" fmla="*/ 60 h 67"/>
                  <a:gd name="T6" fmla="*/ 13 w 13"/>
                  <a:gd name="T7" fmla="*/ 83 h 67"/>
                  <a:gd name="T8" fmla="*/ 14 w 13"/>
                  <a:gd name="T9" fmla="*/ 60 h 67"/>
                  <a:gd name="T10" fmla="*/ 5 w 13"/>
                  <a:gd name="T11" fmla="*/ 29 h 67"/>
                  <a:gd name="T12" fmla="*/ 1 w 13"/>
                  <a:gd name="T13" fmla="*/ 14 h 67"/>
                  <a:gd name="T14" fmla="*/ 6 w 13"/>
                  <a:gd name="T15" fmla="*/ 0 h 6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3" h="67">
                    <a:moveTo>
                      <a:pt x="6" y="0"/>
                    </a:moveTo>
                    <a:cubicBezTo>
                      <a:pt x="2" y="8"/>
                      <a:pt x="4" y="18"/>
                      <a:pt x="7" y="26"/>
                    </a:cubicBezTo>
                    <a:cubicBezTo>
                      <a:pt x="10" y="33"/>
                      <a:pt x="13" y="40"/>
                      <a:pt x="13" y="48"/>
                    </a:cubicBezTo>
                    <a:cubicBezTo>
                      <a:pt x="13" y="55"/>
                      <a:pt x="11" y="61"/>
                      <a:pt x="10" y="67"/>
                    </a:cubicBezTo>
                    <a:cubicBezTo>
                      <a:pt x="12" y="62"/>
                      <a:pt x="11" y="54"/>
                      <a:pt x="11" y="48"/>
                    </a:cubicBezTo>
                    <a:cubicBezTo>
                      <a:pt x="10" y="39"/>
                      <a:pt x="8" y="32"/>
                      <a:pt x="5" y="23"/>
                    </a:cubicBezTo>
                    <a:cubicBezTo>
                      <a:pt x="3" y="19"/>
                      <a:pt x="1" y="15"/>
                      <a:pt x="1" y="11"/>
                    </a:cubicBezTo>
                    <a:cubicBezTo>
                      <a:pt x="0" y="6"/>
                      <a:pt x="3" y="3"/>
                      <a:pt x="6" y="0"/>
                    </a:cubicBezTo>
                  </a:path>
                </a:pathLst>
              </a:custGeom>
              <a:solidFill>
                <a:srgbClr val="EAAC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507" name="Freeform 531">
                <a:extLst>
                  <a:ext uri="{FF2B5EF4-FFF2-40B4-BE49-F238E27FC236}">
                    <a16:creationId xmlns:a16="http://schemas.microsoft.com/office/drawing/2014/main" id="{2B48BA24-DC30-4D76-BBCF-2B43CDFB11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7" y="2490"/>
                <a:ext cx="201" cy="39"/>
              </a:xfrm>
              <a:custGeom>
                <a:avLst/>
                <a:gdLst>
                  <a:gd name="T0" fmla="*/ 0 w 188"/>
                  <a:gd name="T1" fmla="*/ 9 h 37"/>
                  <a:gd name="T2" fmla="*/ 93 w 188"/>
                  <a:gd name="T3" fmla="*/ 3 h 37"/>
                  <a:gd name="T4" fmla="*/ 230 w 188"/>
                  <a:gd name="T5" fmla="*/ 43 h 3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8" h="37">
                    <a:moveTo>
                      <a:pt x="0" y="9"/>
                    </a:moveTo>
                    <a:cubicBezTo>
                      <a:pt x="0" y="9"/>
                      <a:pt x="54" y="5"/>
                      <a:pt x="76" y="3"/>
                    </a:cubicBezTo>
                    <a:cubicBezTo>
                      <a:pt x="98" y="0"/>
                      <a:pt x="163" y="3"/>
                      <a:pt x="188" y="37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508" name="Freeform 532">
                <a:extLst>
                  <a:ext uri="{FF2B5EF4-FFF2-40B4-BE49-F238E27FC236}">
                    <a16:creationId xmlns:a16="http://schemas.microsoft.com/office/drawing/2014/main" id="{F0787DF8-BB49-4D4D-B915-9F20BB71AF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0" y="2262"/>
                <a:ext cx="434" cy="127"/>
              </a:xfrm>
              <a:custGeom>
                <a:avLst/>
                <a:gdLst>
                  <a:gd name="T0" fmla="*/ 496 w 406"/>
                  <a:gd name="T1" fmla="*/ 128 h 119"/>
                  <a:gd name="T2" fmla="*/ 355 w 406"/>
                  <a:gd name="T3" fmla="*/ 84 h 119"/>
                  <a:gd name="T4" fmla="*/ 260 w 406"/>
                  <a:gd name="T5" fmla="*/ 0 h 119"/>
                  <a:gd name="T6" fmla="*/ 235 w 406"/>
                  <a:gd name="T7" fmla="*/ 0 h 119"/>
                  <a:gd name="T8" fmla="*/ 139 w 406"/>
                  <a:gd name="T9" fmla="*/ 84 h 119"/>
                  <a:gd name="T10" fmla="*/ 0 w 406"/>
                  <a:gd name="T11" fmla="*/ 128 h 11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06" h="119">
                    <a:moveTo>
                      <a:pt x="406" y="105"/>
                    </a:moveTo>
                    <a:cubicBezTo>
                      <a:pt x="406" y="105"/>
                      <a:pt x="326" y="119"/>
                      <a:pt x="291" y="69"/>
                    </a:cubicBezTo>
                    <a:cubicBezTo>
                      <a:pt x="257" y="18"/>
                      <a:pt x="233" y="2"/>
                      <a:pt x="212" y="0"/>
                    </a:cubicBezTo>
                    <a:cubicBezTo>
                      <a:pt x="193" y="0"/>
                      <a:pt x="193" y="0"/>
                      <a:pt x="193" y="0"/>
                    </a:cubicBezTo>
                    <a:cubicBezTo>
                      <a:pt x="172" y="2"/>
                      <a:pt x="148" y="18"/>
                      <a:pt x="114" y="69"/>
                    </a:cubicBezTo>
                    <a:cubicBezTo>
                      <a:pt x="80" y="119"/>
                      <a:pt x="0" y="105"/>
                      <a:pt x="0" y="105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509" name="Freeform 533">
                <a:extLst>
                  <a:ext uri="{FF2B5EF4-FFF2-40B4-BE49-F238E27FC236}">
                    <a16:creationId xmlns:a16="http://schemas.microsoft.com/office/drawing/2014/main" id="{CCCD3FA3-B173-4482-8439-581500796E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5" y="2788"/>
                <a:ext cx="68" cy="49"/>
              </a:xfrm>
              <a:custGeom>
                <a:avLst/>
                <a:gdLst>
                  <a:gd name="T0" fmla="*/ 77 w 64"/>
                  <a:gd name="T1" fmla="*/ 0 h 46"/>
                  <a:gd name="T2" fmla="*/ 0 w 64"/>
                  <a:gd name="T3" fmla="*/ 55 h 4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4" h="46">
                    <a:moveTo>
                      <a:pt x="64" y="0"/>
                    </a:moveTo>
                    <a:cubicBezTo>
                      <a:pt x="64" y="0"/>
                      <a:pt x="8" y="32"/>
                      <a:pt x="0" y="46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510" name="Freeform 534">
                <a:extLst>
                  <a:ext uri="{FF2B5EF4-FFF2-40B4-BE49-F238E27FC236}">
                    <a16:creationId xmlns:a16="http://schemas.microsoft.com/office/drawing/2014/main" id="{5C9B2A1B-73AE-4C1D-8FFE-CDB8E325F5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6" y="719"/>
                <a:ext cx="331" cy="239"/>
              </a:xfrm>
              <a:custGeom>
                <a:avLst/>
                <a:gdLst>
                  <a:gd name="T0" fmla="*/ 140 w 310"/>
                  <a:gd name="T1" fmla="*/ 91 h 224"/>
                  <a:gd name="T2" fmla="*/ 129 w 310"/>
                  <a:gd name="T3" fmla="*/ 117 h 224"/>
                  <a:gd name="T4" fmla="*/ 114 w 310"/>
                  <a:gd name="T5" fmla="*/ 130 h 224"/>
                  <a:gd name="T6" fmla="*/ 119 w 310"/>
                  <a:gd name="T7" fmla="*/ 105 h 224"/>
                  <a:gd name="T8" fmla="*/ 94 w 310"/>
                  <a:gd name="T9" fmla="*/ 132 h 224"/>
                  <a:gd name="T10" fmla="*/ 104 w 310"/>
                  <a:gd name="T11" fmla="*/ 116 h 224"/>
                  <a:gd name="T12" fmla="*/ 85 w 310"/>
                  <a:gd name="T13" fmla="*/ 139 h 224"/>
                  <a:gd name="T14" fmla="*/ 64 w 310"/>
                  <a:gd name="T15" fmla="*/ 157 h 224"/>
                  <a:gd name="T16" fmla="*/ 69 w 310"/>
                  <a:gd name="T17" fmla="*/ 142 h 224"/>
                  <a:gd name="T18" fmla="*/ 49 w 310"/>
                  <a:gd name="T19" fmla="*/ 169 h 224"/>
                  <a:gd name="T20" fmla="*/ 32 w 310"/>
                  <a:gd name="T21" fmla="*/ 206 h 224"/>
                  <a:gd name="T22" fmla="*/ 41 w 310"/>
                  <a:gd name="T23" fmla="*/ 188 h 224"/>
                  <a:gd name="T24" fmla="*/ 16 w 310"/>
                  <a:gd name="T25" fmla="*/ 272 h 224"/>
                  <a:gd name="T26" fmla="*/ 13 w 310"/>
                  <a:gd name="T27" fmla="*/ 255 h 224"/>
                  <a:gd name="T28" fmla="*/ 6 w 310"/>
                  <a:gd name="T29" fmla="*/ 237 h 224"/>
                  <a:gd name="T30" fmla="*/ 2 w 310"/>
                  <a:gd name="T31" fmla="*/ 182 h 224"/>
                  <a:gd name="T32" fmla="*/ 14 w 310"/>
                  <a:gd name="T33" fmla="*/ 131 h 224"/>
                  <a:gd name="T34" fmla="*/ 31 w 310"/>
                  <a:gd name="T35" fmla="*/ 102 h 224"/>
                  <a:gd name="T36" fmla="*/ 16 w 310"/>
                  <a:gd name="T37" fmla="*/ 113 h 224"/>
                  <a:gd name="T38" fmla="*/ 27 w 310"/>
                  <a:gd name="T39" fmla="*/ 92 h 224"/>
                  <a:gd name="T40" fmla="*/ 47 w 310"/>
                  <a:gd name="T41" fmla="*/ 58 h 224"/>
                  <a:gd name="T42" fmla="*/ 70 w 310"/>
                  <a:gd name="T43" fmla="*/ 39 h 224"/>
                  <a:gd name="T44" fmla="*/ 82 w 310"/>
                  <a:gd name="T45" fmla="*/ 35 h 224"/>
                  <a:gd name="T46" fmla="*/ 68 w 310"/>
                  <a:gd name="T47" fmla="*/ 36 h 224"/>
                  <a:gd name="T48" fmla="*/ 121 w 310"/>
                  <a:gd name="T49" fmla="*/ 19 h 224"/>
                  <a:gd name="T50" fmla="*/ 163 w 310"/>
                  <a:gd name="T51" fmla="*/ 14 h 224"/>
                  <a:gd name="T52" fmla="*/ 147 w 310"/>
                  <a:gd name="T53" fmla="*/ 4 h 224"/>
                  <a:gd name="T54" fmla="*/ 191 w 310"/>
                  <a:gd name="T55" fmla="*/ 3 h 224"/>
                  <a:gd name="T56" fmla="*/ 191 w 310"/>
                  <a:gd name="T57" fmla="*/ 2 h 224"/>
                  <a:gd name="T58" fmla="*/ 214 w 310"/>
                  <a:gd name="T59" fmla="*/ 11 h 224"/>
                  <a:gd name="T60" fmla="*/ 241 w 310"/>
                  <a:gd name="T61" fmla="*/ 19 h 224"/>
                  <a:gd name="T62" fmla="*/ 305 w 310"/>
                  <a:gd name="T63" fmla="*/ 41 h 224"/>
                  <a:gd name="T64" fmla="*/ 364 w 310"/>
                  <a:gd name="T65" fmla="*/ 112 h 224"/>
                  <a:gd name="T66" fmla="*/ 374 w 310"/>
                  <a:gd name="T67" fmla="*/ 156 h 224"/>
                  <a:gd name="T68" fmla="*/ 377 w 310"/>
                  <a:gd name="T69" fmla="*/ 197 h 224"/>
                  <a:gd name="T70" fmla="*/ 376 w 310"/>
                  <a:gd name="T71" fmla="*/ 240 h 224"/>
                  <a:gd name="T72" fmla="*/ 369 w 310"/>
                  <a:gd name="T73" fmla="*/ 267 h 224"/>
                  <a:gd name="T74" fmla="*/ 364 w 310"/>
                  <a:gd name="T75" fmla="*/ 253 h 224"/>
                  <a:gd name="T76" fmla="*/ 358 w 310"/>
                  <a:gd name="T77" fmla="*/ 230 h 224"/>
                  <a:gd name="T78" fmla="*/ 356 w 310"/>
                  <a:gd name="T79" fmla="*/ 233 h 224"/>
                  <a:gd name="T80" fmla="*/ 353 w 310"/>
                  <a:gd name="T81" fmla="*/ 207 h 224"/>
                  <a:gd name="T82" fmla="*/ 346 w 310"/>
                  <a:gd name="T83" fmla="*/ 218 h 224"/>
                  <a:gd name="T84" fmla="*/ 346 w 310"/>
                  <a:gd name="T85" fmla="*/ 184 h 224"/>
                  <a:gd name="T86" fmla="*/ 335 w 310"/>
                  <a:gd name="T87" fmla="*/ 163 h 224"/>
                  <a:gd name="T88" fmla="*/ 336 w 310"/>
                  <a:gd name="T89" fmla="*/ 171 h 224"/>
                  <a:gd name="T90" fmla="*/ 320 w 310"/>
                  <a:gd name="T91" fmla="*/ 152 h 224"/>
                  <a:gd name="T92" fmla="*/ 300 w 310"/>
                  <a:gd name="T93" fmla="*/ 139 h 224"/>
                  <a:gd name="T94" fmla="*/ 302 w 310"/>
                  <a:gd name="T95" fmla="*/ 149 h 224"/>
                  <a:gd name="T96" fmla="*/ 274 w 310"/>
                  <a:gd name="T97" fmla="*/ 132 h 224"/>
                  <a:gd name="T98" fmla="*/ 251 w 310"/>
                  <a:gd name="T99" fmla="*/ 123 h 224"/>
                  <a:gd name="T100" fmla="*/ 256 w 310"/>
                  <a:gd name="T101" fmla="*/ 132 h 224"/>
                  <a:gd name="T102" fmla="*/ 232 w 310"/>
                  <a:gd name="T103" fmla="*/ 120 h 224"/>
                  <a:gd name="T104" fmla="*/ 209 w 310"/>
                  <a:gd name="T105" fmla="*/ 112 h 224"/>
                  <a:gd name="T106" fmla="*/ 200 w 310"/>
                  <a:gd name="T107" fmla="*/ 105 h 224"/>
                  <a:gd name="T108" fmla="*/ 205 w 310"/>
                  <a:gd name="T109" fmla="*/ 114 h 224"/>
                  <a:gd name="T110" fmla="*/ 179 w 310"/>
                  <a:gd name="T111" fmla="*/ 105 h 224"/>
                  <a:gd name="T112" fmla="*/ 186 w 310"/>
                  <a:gd name="T113" fmla="*/ 120 h 224"/>
                  <a:gd name="T114" fmla="*/ 163 w 310"/>
                  <a:gd name="T115" fmla="*/ 107 h 224"/>
                  <a:gd name="T116" fmla="*/ 148 w 310"/>
                  <a:gd name="T117" fmla="*/ 96 h 224"/>
                  <a:gd name="T118" fmla="*/ 140 w 310"/>
                  <a:gd name="T119" fmla="*/ 91 h 224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0" t="0" r="r" b="b"/>
                <a:pathLst>
                  <a:path w="310" h="224">
                    <a:moveTo>
                      <a:pt x="115" y="75"/>
                    </a:moveTo>
                    <a:cubicBezTo>
                      <a:pt x="113" y="84"/>
                      <a:pt x="113" y="90"/>
                      <a:pt x="106" y="97"/>
                    </a:cubicBezTo>
                    <a:cubicBezTo>
                      <a:pt x="102" y="101"/>
                      <a:pt x="98" y="105"/>
                      <a:pt x="94" y="107"/>
                    </a:cubicBezTo>
                    <a:cubicBezTo>
                      <a:pt x="94" y="101"/>
                      <a:pt x="99" y="93"/>
                      <a:pt x="97" y="86"/>
                    </a:cubicBezTo>
                    <a:cubicBezTo>
                      <a:pt x="93" y="95"/>
                      <a:pt x="87" y="105"/>
                      <a:pt x="77" y="109"/>
                    </a:cubicBezTo>
                    <a:cubicBezTo>
                      <a:pt x="80" y="105"/>
                      <a:pt x="84" y="101"/>
                      <a:pt x="85" y="96"/>
                    </a:cubicBezTo>
                    <a:cubicBezTo>
                      <a:pt x="80" y="102"/>
                      <a:pt x="75" y="109"/>
                      <a:pt x="70" y="114"/>
                    </a:cubicBezTo>
                    <a:cubicBezTo>
                      <a:pt x="64" y="120"/>
                      <a:pt x="58" y="124"/>
                      <a:pt x="52" y="129"/>
                    </a:cubicBezTo>
                    <a:cubicBezTo>
                      <a:pt x="53" y="125"/>
                      <a:pt x="55" y="121"/>
                      <a:pt x="57" y="117"/>
                    </a:cubicBezTo>
                    <a:cubicBezTo>
                      <a:pt x="51" y="120"/>
                      <a:pt x="44" y="133"/>
                      <a:pt x="40" y="139"/>
                    </a:cubicBezTo>
                    <a:cubicBezTo>
                      <a:pt x="34" y="149"/>
                      <a:pt x="31" y="160"/>
                      <a:pt x="26" y="170"/>
                    </a:cubicBezTo>
                    <a:cubicBezTo>
                      <a:pt x="28" y="166"/>
                      <a:pt x="30" y="158"/>
                      <a:pt x="34" y="155"/>
                    </a:cubicBezTo>
                    <a:cubicBezTo>
                      <a:pt x="28" y="177"/>
                      <a:pt x="10" y="201"/>
                      <a:pt x="13" y="224"/>
                    </a:cubicBezTo>
                    <a:cubicBezTo>
                      <a:pt x="12" y="219"/>
                      <a:pt x="12" y="215"/>
                      <a:pt x="10" y="210"/>
                    </a:cubicBezTo>
                    <a:cubicBezTo>
                      <a:pt x="9" y="205"/>
                      <a:pt x="7" y="200"/>
                      <a:pt x="6" y="195"/>
                    </a:cubicBezTo>
                    <a:cubicBezTo>
                      <a:pt x="4" y="180"/>
                      <a:pt x="4" y="165"/>
                      <a:pt x="2" y="150"/>
                    </a:cubicBezTo>
                    <a:cubicBezTo>
                      <a:pt x="0" y="136"/>
                      <a:pt x="5" y="121"/>
                      <a:pt x="11" y="108"/>
                    </a:cubicBezTo>
                    <a:cubicBezTo>
                      <a:pt x="15" y="100"/>
                      <a:pt x="21" y="92"/>
                      <a:pt x="25" y="84"/>
                    </a:cubicBezTo>
                    <a:cubicBezTo>
                      <a:pt x="22" y="88"/>
                      <a:pt x="17" y="90"/>
                      <a:pt x="13" y="93"/>
                    </a:cubicBezTo>
                    <a:cubicBezTo>
                      <a:pt x="17" y="89"/>
                      <a:pt x="20" y="81"/>
                      <a:pt x="22" y="76"/>
                    </a:cubicBezTo>
                    <a:cubicBezTo>
                      <a:pt x="27" y="66"/>
                      <a:pt x="31" y="57"/>
                      <a:pt x="38" y="48"/>
                    </a:cubicBezTo>
                    <a:cubicBezTo>
                      <a:pt x="43" y="42"/>
                      <a:pt x="50" y="36"/>
                      <a:pt x="58" y="33"/>
                    </a:cubicBezTo>
                    <a:cubicBezTo>
                      <a:pt x="60" y="32"/>
                      <a:pt x="64" y="29"/>
                      <a:pt x="67" y="29"/>
                    </a:cubicBezTo>
                    <a:cubicBezTo>
                      <a:pt x="63" y="29"/>
                      <a:pt x="59" y="30"/>
                      <a:pt x="56" y="30"/>
                    </a:cubicBezTo>
                    <a:cubicBezTo>
                      <a:pt x="67" y="22"/>
                      <a:pt x="85" y="16"/>
                      <a:pt x="99" y="16"/>
                    </a:cubicBezTo>
                    <a:cubicBezTo>
                      <a:pt x="112" y="16"/>
                      <a:pt x="121" y="13"/>
                      <a:pt x="134" y="11"/>
                    </a:cubicBezTo>
                    <a:cubicBezTo>
                      <a:pt x="134" y="11"/>
                      <a:pt x="129" y="4"/>
                      <a:pt x="121" y="4"/>
                    </a:cubicBezTo>
                    <a:cubicBezTo>
                      <a:pt x="121" y="4"/>
                      <a:pt x="144" y="0"/>
                      <a:pt x="157" y="3"/>
                    </a:cubicBezTo>
                    <a:cubicBezTo>
                      <a:pt x="158" y="3"/>
                      <a:pt x="156" y="2"/>
                      <a:pt x="157" y="2"/>
                    </a:cubicBezTo>
                    <a:cubicBezTo>
                      <a:pt x="163" y="5"/>
                      <a:pt x="169" y="6"/>
                      <a:pt x="175" y="8"/>
                    </a:cubicBezTo>
                    <a:cubicBezTo>
                      <a:pt x="183" y="10"/>
                      <a:pt x="191" y="13"/>
                      <a:pt x="199" y="16"/>
                    </a:cubicBezTo>
                    <a:cubicBezTo>
                      <a:pt x="217" y="23"/>
                      <a:pt x="235" y="25"/>
                      <a:pt x="251" y="34"/>
                    </a:cubicBezTo>
                    <a:cubicBezTo>
                      <a:pt x="274" y="48"/>
                      <a:pt x="290" y="67"/>
                      <a:pt x="299" y="92"/>
                    </a:cubicBezTo>
                    <a:cubicBezTo>
                      <a:pt x="303" y="104"/>
                      <a:pt x="304" y="116"/>
                      <a:pt x="307" y="128"/>
                    </a:cubicBezTo>
                    <a:cubicBezTo>
                      <a:pt x="309" y="140"/>
                      <a:pt x="309" y="150"/>
                      <a:pt x="310" y="162"/>
                    </a:cubicBezTo>
                    <a:cubicBezTo>
                      <a:pt x="310" y="174"/>
                      <a:pt x="310" y="186"/>
                      <a:pt x="309" y="198"/>
                    </a:cubicBezTo>
                    <a:cubicBezTo>
                      <a:pt x="303" y="219"/>
                      <a:pt x="303" y="219"/>
                      <a:pt x="303" y="219"/>
                    </a:cubicBezTo>
                    <a:cubicBezTo>
                      <a:pt x="303" y="213"/>
                      <a:pt x="300" y="212"/>
                      <a:pt x="299" y="208"/>
                    </a:cubicBezTo>
                    <a:cubicBezTo>
                      <a:pt x="296" y="202"/>
                      <a:pt x="298" y="194"/>
                      <a:pt x="294" y="189"/>
                    </a:cubicBezTo>
                    <a:cubicBezTo>
                      <a:pt x="294" y="190"/>
                      <a:pt x="293" y="191"/>
                      <a:pt x="292" y="191"/>
                    </a:cubicBezTo>
                    <a:cubicBezTo>
                      <a:pt x="290" y="185"/>
                      <a:pt x="292" y="177"/>
                      <a:pt x="290" y="171"/>
                    </a:cubicBezTo>
                    <a:cubicBezTo>
                      <a:pt x="288" y="173"/>
                      <a:pt x="286" y="176"/>
                      <a:pt x="284" y="179"/>
                    </a:cubicBezTo>
                    <a:cubicBezTo>
                      <a:pt x="281" y="172"/>
                      <a:pt x="285" y="159"/>
                      <a:pt x="284" y="151"/>
                    </a:cubicBezTo>
                    <a:cubicBezTo>
                      <a:pt x="283" y="146"/>
                      <a:pt x="280" y="137"/>
                      <a:pt x="275" y="134"/>
                    </a:cubicBezTo>
                    <a:cubicBezTo>
                      <a:pt x="275" y="137"/>
                      <a:pt x="276" y="139"/>
                      <a:pt x="276" y="141"/>
                    </a:cubicBezTo>
                    <a:cubicBezTo>
                      <a:pt x="272" y="136"/>
                      <a:pt x="269" y="129"/>
                      <a:pt x="263" y="125"/>
                    </a:cubicBezTo>
                    <a:cubicBezTo>
                      <a:pt x="258" y="121"/>
                      <a:pt x="250" y="119"/>
                      <a:pt x="246" y="114"/>
                    </a:cubicBezTo>
                    <a:cubicBezTo>
                      <a:pt x="246" y="117"/>
                      <a:pt x="248" y="120"/>
                      <a:pt x="248" y="123"/>
                    </a:cubicBezTo>
                    <a:cubicBezTo>
                      <a:pt x="240" y="117"/>
                      <a:pt x="235" y="112"/>
                      <a:pt x="226" y="109"/>
                    </a:cubicBezTo>
                    <a:cubicBezTo>
                      <a:pt x="219" y="106"/>
                      <a:pt x="212" y="104"/>
                      <a:pt x="206" y="101"/>
                    </a:cubicBezTo>
                    <a:cubicBezTo>
                      <a:pt x="208" y="104"/>
                      <a:pt x="209" y="107"/>
                      <a:pt x="211" y="109"/>
                    </a:cubicBezTo>
                    <a:cubicBezTo>
                      <a:pt x="204" y="106"/>
                      <a:pt x="198" y="100"/>
                      <a:pt x="190" y="98"/>
                    </a:cubicBezTo>
                    <a:cubicBezTo>
                      <a:pt x="184" y="96"/>
                      <a:pt x="178" y="96"/>
                      <a:pt x="172" y="92"/>
                    </a:cubicBezTo>
                    <a:cubicBezTo>
                      <a:pt x="169" y="90"/>
                      <a:pt x="166" y="88"/>
                      <a:pt x="164" y="86"/>
                    </a:cubicBezTo>
                    <a:cubicBezTo>
                      <a:pt x="165" y="89"/>
                      <a:pt x="169" y="92"/>
                      <a:pt x="169" y="94"/>
                    </a:cubicBezTo>
                    <a:cubicBezTo>
                      <a:pt x="161" y="95"/>
                      <a:pt x="154" y="90"/>
                      <a:pt x="147" y="86"/>
                    </a:cubicBezTo>
                    <a:cubicBezTo>
                      <a:pt x="149" y="90"/>
                      <a:pt x="151" y="94"/>
                      <a:pt x="153" y="98"/>
                    </a:cubicBezTo>
                    <a:cubicBezTo>
                      <a:pt x="146" y="96"/>
                      <a:pt x="140" y="92"/>
                      <a:pt x="134" y="88"/>
                    </a:cubicBezTo>
                    <a:cubicBezTo>
                      <a:pt x="130" y="85"/>
                      <a:pt x="126" y="81"/>
                      <a:pt x="122" y="79"/>
                    </a:cubicBezTo>
                    <a:lnTo>
                      <a:pt x="115" y="75"/>
                    </a:lnTo>
                    <a:close/>
                  </a:path>
                </a:pathLst>
              </a:custGeom>
              <a:solidFill>
                <a:srgbClr val="7920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511" name="Freeform 535">
                <a:extLst>
                  <a:ext uri="{FF2B5EF4-FFF2-40B4-BE49-F238E27FC236}">
                    <a16:creationId xmlns:a16="http://schemas.microsoft.com/office/drawing/2014/main" id="{F9D3D867-1604-4076-86DD-CD3F695DBF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1" y="1794"/>
                <a:ext cx="32" cy="18"/>
              </a:xfrm>
              <a:custGeom>
                <a:avLst/>
                <a:gdLst>
                  <a:gd name="T0" fmla="*/ 0 w 30"/>
                  <a:gd name="T1" fmla="*/ 0 h 17"/>
                  <a:gd name="T2" fmla="*/ 36 w 30"/>
                  <a:gd name="T3" fmla="*/ 5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0" h="17">
                    <a:moveTo>
                      <a:pt x="0" y="0"/>
                    </a:moveTo>
                    <a:cubicBezTo>
                      <a:pt x="9" y="7"/>
                      <a:pt x="20" y="17"/>
                      <a:pt x="30" y="5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512" name="Freeform 536">
                <a:extLst>
                  <a:ext uri="{FF2B5EF4-FFF2-40B4-BE49-F238E27FC236}">
                    <a16:creationId xmlns:a16="http://schemas.microsoft.com/office/drawing/2014/main" id="{2CC7476D-F688-42AA-AF11-B05442D94F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7" y="1795"/>
                <a:ext cx="23" cy="16"/>
              </a:xfrm>
              <a:custGeom>
                <a:avLst/>
                <a:gdLst>
                  <a:gd name="T0" fmla="*/ 27 w 21"/>
                  <a:gd name="T1" fmla="*/ 0 h 15"/>
                  <a:gd name="T2" fmla="*/ 0 w 21"/>
                  <a:gd name="T3" fmla="*/ 12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15">
                    <a:moveTo>
                      <a:pt x="21" y="0"/>
                    </a:moveTo>
                    <a:cubicBezTo>
                      <a:pt x="19" y="7"/>
                      <a:pt x="4" y="15"/>
                      <a:pt x="0" y="9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513" name="Freeform 537">
                <a:extLst>
                  <a:ext uri="{FF2B5EF4-FFF2-40B4-BE49-F238E27FC236}">
                    <a16:creationId xmlns:a16="http://schemas.microsoft.com/office/drawing/2014/main" id="{C8EB0002-F5B0-4977-AD01-EB0AB3ADBB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7" y="2006"/>
                <a:ext cx="655" cy="64"/>
              </a:xfrm>
              <a:custGeom>
                <a:avLst/>
                <a:gdLst>
                  <a:gd name="T0" fmla="*/ 0 w 613"/>
                  <a:gd name="T1" fmla="*/ 0 h 60"/>
                  <a:gd name="T2" fmla="*/ 199 w 613"/>
                  <a:gd name="T3" fmla="*/ 55 h 60"/>
                  <a:gd name="T4" fmla="*/ 374 w 613"/>
                  <a:gd name="T5" fmla="*/ 38 h 60"/>
                  <a:gd name="T6" fmla="*/ 610 w 613"/>
                  <a:gd name="T7" fmla="*/ 58 h 60"/>
                  <a:gd name="T8" fmla="*/ 748 w 613"/>
                  <a:gd name="T9" fmla="*/ 0 h 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13" h="60">
                    <a:moveTo>
                      <a:pt x="0" y="0"/>
                    </a:moveTo>
                    <a:cubicBezTo>
                      <a:pt x="0" y="0"/>
                      <a:pt x="92" y="54"/>
                      <a:pt x="163" y="46"/>
                    </a:cubicBezTo>
                    <a:cubicBezTo>
                      <a:pt x="233" y="38"/>
                      <a:pt x="263" y="35"/>
                      <a:pt x="307" y="32"/>
                    </a:cubicBezTo>
                    <a:cubicBezTo>
                      <a:pt x="351" y="30"/>
                      <a:pt x="449" y="60"/>
                      <a:pt x="500" y="48"/>
                    </a:cubicBezTo>
                    <a:cubicBezTo>
                      <a:pt x="551" y="36"/>
                      <a:pt x="613" y="0"/>
                      <a:pt x="613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514" name="Freeform 538">
                <a:extLst>
                  <a:ext uri="{FF2B5EF4-FFF2-40B4-BE49-F238E27FC236}">
                    <a16:creationId xmlns:a16="http://schemas.microsoft.com/office/drawing/2014/main" id="{88F3E1F7-96E8-4514-A28D-00CF7CD4C9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9" y="2286"/>
                <a:ext cx="13" cy="48"/>
              </a:xfrm>
              <a:custGeom>
                <a:avLst/>
                <a:gdLst>
                  <a:gd name="T0" fmla="*/ 15 w 12"/>
                  <a:gd name="T1" fmla="*/ 0 h 45"/>
                  <a:gd name="T2" fmla="*/ 0 w 12"/>
                  <a:gd name="T3" fmla="*/ 54 h 4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45">
                    <a:moveTo>
                      <a:pt x="12" y="0"/>
                    </a:moveTo>
                    <a:cubicBezTo>
                      <a:pt x="12" y="0"/>
                      <a:pt x="0" y="13"/>
                      <a:pt x="0" y="45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515" name="Freeform 539">
                <a:extLst>
                  <a:ext uri="{FF2B5EF4-FFF2-40B4-BE49-F238E27FC236}">
                    <a16:creationId xmlns:a16="http://schemas.microsoft.com/office/drawing/2014/main" id="{5D76A402-DE87-4BA2-88C1-4A6FE983F6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5" y="2291"/>
                <a:ext cx="13" cy="143"/>
              </a:xfrm>
              <a:custGeom>
                <a:avLst/>
                <a:gdLst>
                  <a:gd name="T0" fmla="*/ 2 w 12"/>
                  <a:gd name="T1" fmla="*/ 0 h 134"/>
                  <a:gd name="T2" fmla="*/ 5 w 12"/>
                  <a:gd name="T3" fmla="*/ 100 h 134"/>
                  <a:gd name="T4" fmla="*/ 15 w 12"/>
                  <a:gd name="T5" fmla="*/ 163 h 13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34">
                    <a:moveTo>
                      <a:pt x="2" y="0"/>
                    </a:moveTo>
                    <a:cubicBezTo>
                      <a:pt x="2" y="0"/>
                      <a:pt x="10" y="61"/>
                      <a:pt x="5" y="82"/>
                    </a:cubicBezTo>
                    <a:cubicBezTo>
                      <a:pt x="0" y="103"/>
                      <a:pt x="8" y="128"/>
                      <a:pt x="12" y="134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516" name="Freeform 540">
                <a:extLst>
                  <a:ext uri="{FF2B5EF4-FFF2-40B4-BE49-F238E27FC236}">
                    <a16:creationId xmlns:a16="http://schemas.microsoft.com/office/drawing/2014/main" id="{31D3C502-BCA3-4516-A4FD-95E7F104DF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9" y="2262"/>
                <a:ext cx="24" cy="30"/>
              </a:xfrm>
              <a:custGeom>
                <a:avLst/>
                <a:gdLst>
                  <a:gd name="T0" fmla="*/ 6 w 23"/>
                  <a:gd name="T1" fmla="*/ 0 h 28"/>
                  <a:gd name="T2" fmla="*/ 3 w 23"/>
                  <a:gd name="T3" fmla="*/ 21 h 28"/>
                  <a:gd name="T4" fmla="*/ 19 w 23"/>
                  <a:gd name="T5" fmla="*/ 32 h 28"/>
                  <a:gd name="T6" fmla="*/ 26 w 23"/>
                  <a:gd name="T7" fmla="*/ 25 h 2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" h="28">
                    <a:moveTo>
                      <a:pt x="6" y="0"/>
                    </a:moveTo>
                    <a:cubicBezTo>
                      <a:pt x="0" y="3"/>
                      <a:pt x="0" y="12"/>
                      <a:pt x="3" y="18"/>
                    </a:cubicBezTo>
                    <a:cubicBezTo>
                      <a:pt x="6" y="23"/>
                      <a:pt x="10" y="28"/>
                      <a:pt x="16" y="26"/>
                    </a:cubicBezTo>
                    <a:cubicBezTo>
                      <a:pt x="19" y="25"/>
                      <a:pt x="23" y="23"/>
                      <a:pt x="23" y="2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517" name="Freeform 541">
                <a:extLst>
                  <a:ext uri="{FF2B5EF4-FFF2-40B4-BE49-F238E27FC236}">
                    <a16:creationId xmlns:a16="http://schemas.microsoft.com/office/drawing/2014/main" id="{5C256368-C215-427D-8464-4435A4873B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5" y="2520"/>
                <a:ext cx="223" cy="187"/>
              </a:xfrm>
              <a:custGeom>
                <a:avLst/>
                <a:gdLst>
                  <a:gd name="T0" fmla="*/ 245 w 209"/>
                  <a:gd name="T1" fmla="*/ 0 h 175"/>
                  <a:gd name="T2" fmla="*/ 225 w 209"/>
                  <a:gd name="T3" fmla="*/ 67 h 175"/>
                  <a:gd name="T4" fmla="*/ 126 w 209"/>
                  <a:gd name="T5" fmla="*/ 199 h 175"/>
                  <a:gd name="T6" fmla="*/ 31 w 209"/>
                  <a:gd name="T7" fmla="*/ 68 h 175"/>
                  <a:gd name="T8" fmla="*/ 21 w 209"/>
                  <a:gd name="T9" fmla="*/ 2 h 175"/>
                  <a:gd name="T10" fmla="*/ 245 w 209"/>
                  <a:gd name="T11" fmla="*/ 0 h 17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09" h="175">
                    <a:moveTo>
                      <a:pt x="202" y="0"/>
                    </a:moveTo>
                    <a:cubicBezTo>
                      <a:pt x="202" y="0"/>
                      <a:pt x="182" y="3"/>
                      <a:pt x="186" y="55"/>
                    </a:cubicBezTo>
                    <a:cubicBezTo>
                      <a:pt x="189" y="107"/>
                      <a:pt x="209" y="152"/>
                      <a:pt x="104" y="163"/>
                    </a:cubicBezTo>
                    <a:cubicBezTo>
                      <a:pt x="0" y="175"/>
                      <a:pt x="18" y="93"/>
                      <a:pt x="25" y="56"/>
                    </a:cubicBezTo>
                    <a:cubicBezTo>
                      <a:pt x="32" y="19"/>
                      <a:pt x="18" y="2"/>
                      <a:pt x="18" y="2"/>
                    </a:cubicBezTo>
                    <a:cubicBezTo>
                      <a:pt x="18" y="2"/>
                      <a:pt x="119" y="39"/>
                      <a:pt x="202" y="0"/>
                    </a:cubicBezTo>
                    <a:close/>
                  </a:path>
                </a:pathLst>
              </a:custGeom>
              <a:solidFill>
                <a:srgbClr val="FEF3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518" name="Freeform 542">
                <a:extLst>
                  <a:ext uri="{FF2B5EF4-FFF2-40B4-BE49-F238E27FC236}">
                    <a16:creationId xmlns:a16="http://schemas.microsoft.com/office/drawing/2014/main" id="{8F995930-A218-45A0-BCAF-7980A17571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4" y="2521"/>
                <a:ext cx="222" cy="187"/>
              </a:xfrm>
              <a:custGeom>
                <a:avLst/>
                <a:gdLst>
                  <a:gd name="T0" fmla="*/ 21 w 208"/>
                  <a:gd name="T1" fmla="*/ 2 h 175"/>
                  <a:gd name="T2" fmla="*/ 31 w 208"/>
                  <a:gd name="T3" fmla="*/ 69 h 175"/>
                  <a:gd name="T4" fmla="*/ 126 w 208"/>
                  <a:gd name="T5" fmla="*/ 199 h 175"/>
                  <a:gd name="T6" fmla="*/ 224 w 208"/>
                  <a:gd name="T7" fmla="*/ 67 h 175"/>
                  <a:gd name="T8" fmla="*/ 244 w 208"/>
                  <a:gd name="T9" fmla="*/ 0 h 17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8" h="175">
                    <a:moveTo>
                      <a:pt x="18" y="2"/>
                    </a:moveTo>
                    <a:cubicBezTo>
                      <a:pt x="18" y="2"/>
                      <a:pt x="32" y="20"/>
                      <a:pt x="25" y="57"/>
                    </a:cubicBezTo>
                    <a:cubicBezTo>
                      <a:pt x="18" y="94"/>
                      <a:pt x="0" y="175"/>
                      <a:pt x="104" y="163"/>
                    </a:cubicBezTo>
                    <a:cubicBezTo>
                      <a:pt x="208" y="152"/>
                      <a:pt x="189" y="107"/>
                      <a:pt x="185" y="55"/>
                    </a:cubicBezTo>
                    <a:cubicBezTo>
                      <a:pt x="181" y="4"/>
                      <a:pt x="201" y="0"/>
                      <a:pt x="201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519" name="Freeform 543">
                <a:extLst>
                  <a:ext uri="{FF2B5EF4-FFF2-40B4-BE49-F238E27FC236}">
                    <a16:creationId xmlns:a16="http://schemas.microsoft.com/office/drawing/2014/main" id="{607C7C81-A3D0-4348-B653-154E7ECE74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0" y="2560"/>
                <a:ext cx="61" cy="27"/>
              </a:xfrm>
              <a:custGeom>
                <a:avLst/>
                <a:gdLst>
                  <a:gd name="T0" fmla="*/ 0 w 57"/>
                  <a:gd name="T1" fmla="*/ 0 h 25"/>
                  <a:gd name="T2" fmla="*/ 70 w 57"/>
                  <a:gd name="T3" fmla="*/ 27 h 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7" h="25">
                    <a:moveTo>
                      <a:pt x="0" y="0"/>
                    </a:moveTo>
                    <a:cubicBezTo>
                      <a:pt x="0" y="0"/>
                      <a:pt x="26" y="25"/>
                      <a:pt x="57" y="21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520" name="Freeform 544">
                <a:extLst>
                  <a:ext uri="{FF2B5EF4-FFF2-40B4-BE49-F238E27FC236}">
                    <a16:creationId xmlns:a16="http://schemas.microsoft.com/office/drawing/2014/main" id="{8DC37E1D-0AE7-4B37-8FD9-71D9CC09C8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5" y="2572"/>
                <a:ext cx="129" cy="144"/>
              </a:xfrm>
              <a:custGeom>
                <a:avLst/>
                <a:gdLst>
                  <a:gd name="T0" fmla="*/ 116 w 121"/>
                  <a:gd name="T1" fmla="*/ 0 h 135"/>
                  <a:gd name="T2" fmla="*/ 74 w 121"/>
                  <a:gd name="T3" fmla="*/ 153 h 135"/>
                  <a:gd name="T4" fmla="*/ 23 w 121"/>
                  <a:gd name="T5" fmla="*/ 12 h 135"/>
                  <a:gd name="T6" fmla="*/ 116 w 121"/>
                  <a:gd name="T7" fmla="*/ 0 h 13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1" h="135">
                    <a:moveTo>
                      <a:pt x="96" y="0"/>
                    </a:moveTo>
                    <a:cubicBezTo>
                      <a:pt x="96" y="0"/>
                      <a:pt x="121" y="118"/>
                      <a:pt x="61" y="126"/>
                    </a:cubicBezTo>
                    <a:cubicBezTo>
                      <a:pt x="0" y="135"/>
                      <a:pt x="20" y="9"/>
                      <a:pt x="20" y="9"/>
                    </a:cubicBezTo>
                    <a:cubicBezTo>
                      <a:pt x="20" y="9"/>
                      <a:pt x="64" y="26"/>
                      <a:pt x="96" y="0"/>
                    </a:cubicBezTo>
                    <a:close/>
                  </a:path>
                </a:pathLst>
              </a:custGeom>
              <a:solidFill>
                <a:srgbClr val="FEF3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521" name="Freeform 545">
                <a:extLst>
                  <a:ext uri="{FF2B5EF4-FFF2-40B4-BE49-F238E27FC236}">
                    <a16:creationId xmlns:a16="http://schemas.microsoft.com/office/drawing/2014/main" id="{5CC32039-F037-416A-9A2A-9A0047390B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3" y="2572"/>
                <a:ext cx="129" cy="144"/>
              </a:xfrm>
              <a:custGeom>
                <a:avLst/>
                <a:gdLst>
                  <a:gd name="T0" fmla="*/ 23 w 121"/>
                  <a:gd name="T1" fmla="*/ 5 h 135"/>
                  <a:gd name="T2" fmla="*/ 74 w 121"/>
                  <a:gd name="T3" fmla="*/ 153 h 135"/>
                  <a:gd name="T4" fmla="*/ 116 w 121"/>
                  <a:gd name="T5" fmla="*/ 0 h 1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1" h="135">
                    <a:moveTo>
                      <a:pt x="20" y="5"/>
                    </a:moveTo>
                    <a:cubicBezTo>
                      <a:pt x="20" y="5"/>
                      <a:pt x="0" y="135"/>
                      <a:pt x="61" y="126"/>
                    </a:cubicBezTo>
                    <a:cubicBezTo>
                      <a:pt x="121" y="118"/>
                      <a:pt x="96" y="0"/>
                      <a:pt x="96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522" name="Freeform 546">
                <a:extLst>
                  <a:ext uri="{FF2B5EF4-FFF2-40B4-BE49-F238E27FC236}">
                    <a16:creationId xmlns:a16="http://schemas.microsoft.com/office/drawing/2014/main" id="{BAEE0EA6-D0A2-4CB8-B4A7-AC40EAD867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8" y="2565"/>
                <a:ext cx="24" cy="11"/>
              </a:xfrm>
              <a:custGeom>
                <a:avLst/>
                <a:gdLst>
                  <a:gd name="T0" fmla="*/ 0 w 22"/>
                  <a:gd name="T1" fmla="*/ 11 h 11"/>
                  <a:gd name="T2" fmla="*/ 28 w 22"/>
                  <a:gd name="T3" fmla="*/ 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11">
                    <a:moveTo>
                      <a:pt x="0" y="11"/>
                    </a:moveTo>
                    <a:cubicBezTo>
                      <a:pt x="0" y="11"/>
                      <a:pt x="15" y="7"/>
                      <a:pt x="22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523" name="Freeform 547">
                <a:extLst>
                  <a:ext uri="{FF2B5EF4-FFF2-40B4-BE49-F238E27FC236}">
                    <a16:creationId xmlns:a16="http://schemas.microsoft.com/office/drawing/2014/main" id="{D83E06A1-557B-48E8-B3BB-30331AFC89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4" y="2523"/>
                <a:ext cx="28" cy="30"/>
              </a:xfrm>
              <a:custGeom>
                <a:avLst/>
                <a:gdLst>
                  <a:gd name="T0" fmla="*/ 32 w 26"/>
                  <a:gd name="T1" fmla="*/ 0 h 28"/>
                  <a:gd name="T2" fmla="*/ 0 w 26"/>
                  <a:gd name="T3" fmla="*/ 34 h 2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28">
                    <a:moveTo>
                      <a:pt x="26" y="0"/>
                    </a:moveTo>
                    <a:cubicBezTo>
                      <a:pt x="26" y="0"/>
                      <a:pt x="6" y="20"/>
                      <a:pt x="0" y="28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524" name="Freeform 548">
                <a:extLst>
                  <a:ext uri="{FF2B5EF4-FFF2-40B4-BE49-F238E27FC236}">
                    <a16:creationId xmlns:a16="http://schemas.microsoft.com/office/drawing/2014/main" id="{ADF29E92-78AB-4F4A-B3B9-14211266A4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1" y="1136"/>
                <a:ext cx="91" cy="94"/>
              </a:xfrm>
              <a:custGeom>
                <a:avLst/>
                <a:gdLst>
                  <a:gd name="T0" fmla="*/ 0 w 85"/>
                  <a:gd name="T1" fmla="*/ 0 h 88"/>
                  <a:gd name="T2" fmla="*/ 104 w 85"/>
                  <a:gd name="T3" fmla="*/ 107 h 8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5" h="88">
                    <a:moveTo>
                      <a:pt x="0" y="0"/>
                    </a:moveTo>
                    <a:cubicBezTo>
                      <a:pt x="0" y="0"/>
                      <a:pt x="5" y="71"/>
                      <a:pt x="85" y="88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525" name="Freeform 549">
                <a:extLst>
                  <a:ext uri="{FF2B5EF4-FFF2-40B4-BE49-F238E27FC236}">
                    <a16:creationId xmlns:a16="http://schemas.microsoft.com/office/drawing/2014/main" id="{47ACA135-B1AB-46ED-9685-5CA0E55FDC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3" y="1136"/>
                <a:ext cx="99" cy="101"/>
              </a:xfrm>
              <a:custGeom>
                <a:avLst/>
                <a:gdLst>
                  <a:gd name="T0" fmla="*/ 112 w 93"/>
                  <a:gd name="T1" fmla="*/ 0 h 95"/>
                  <a:gd name="T2" fmla="*/ 0 w 93"/>
                  <a:gd name="T3" fmla="*/ 114 h 9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3" h="95">
                    <a:moveTo>
                      <a:pt x="93" y="0"/>
                    </a:moveTo>
                    <a:cubicBezTo>
                      <a:pt x="93" y="0"/>
                      <a:pt x="75" y="77"/>
                      <a:pt x="0" y="95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526" name="Freeform 550">
                <a:extLst>
                  <a:ext uri="{FF2B5EF4-FFF2-40B4-BE49-F238E27FC236}">
                    <a16:creationId xmlns:a16="http://schemas.microsoft.com/office/drawing/2014/main" id="{D2D2CCEA-66C0-4BC0-9F44-B1C2FDE746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8" y="1184"/>
                <a:ext cx="124" cy="60"/>
              </a:xfrm>
              <a:custGeom>
                <a:avLst/>
                <a:gdLst>
                  <a:gd name="T0" fmla="*/ 142 w 116"/>
                  <a:gd name="T1" fmla="*/ 0 h 56"/>
                  <a:gd name="T2" fmla="*/ 104 w 116"/>
                  <a:gd name="T3" fmla="*/ 18 h 56"/>
                  <a:gd name="T4" fmla="*/ 68 w 116"/>
                  <a:gd name="T5" fmla="*/ 50 h 56"/>
                  <a:gd name="T6" fmla="*/ 0 w 116"/>
                  <a:gd name="T7" fmla="*/ 69 h 5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6" h="56">
                    <a:moveTo>
                      <a:pt x="116" y="0"/>
                    </a:moveTo>
                    <a:cubicBezTo>
                      <a:pt x="106" y="0"/>
                      <a:pt x="92" y="10"/>
                      <a:pt x="85" y="15"/>
                    </a:cubicBezTo>
                    <a:cubicBezTo>
                      <a:pt x="74" y="22"/>
                      <a:pt x="66" y="33"/>
                      <a:pt x="56" y="41"/>
                    </a:cubicBezTo>
                    <a:cubicBezTo>
                      <a:pt x="38" y="55"/>
                      <a:pt x="21" y="56"/>
                      <a:pt x="0" y="56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527" name="Freeform 551">
                <a:extLst>
                  <a:ext uri="{FF2B5EF4-FFF2-40B4-BE49-F238E27FC236}">
                    <a16:creationId xmlns:a16="http://schemas.microsoft.com/office/drawing/2014/main" id="{1483842A-8B80-4CF7-9062-EBCEE0AA92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5" y="1249"/>
                <a:ext cx="67" cy="11"/>
              </a:xfrm>
              <a:custGeom>
                <a:avLst/>
                <a:gdLst>
                  <a:gd name="T0" fmla="*/ 0 w 62"/>
                  <a:gd name="T1" fmla="*/ 0 h 10"/>
                  <a:gd name="T2" fmla="*/ 37 w 62"/>
                  <a:gd name="T3" fmla="*/ 9 h 10"/>
                  <a:gd name="T4" fmla="*/ 78 w 62"/>
                  <a:gd name="T5" fmla="*/ 11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2" h="10">
                    <a:moveTo>
                      <a:pt x="0" y="0"/>
                    </a:moveTo>
                    <a:cubicBezTo>
                      <a:pt x="5" y="10"/>
                      <a:pt x="19" y="6"/>
                      <a:pt x="29" y="6"/>
                    </a:cubicBezTo>
                    <a:cubicBezTo>
                      <a:pt x="40" y="6"/>
                      <a:pt x="51" y="9"/>
                      <a:pt x="62" y="8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528" name="Freeform 552">
                <a:extLst>
                  <a:ext uri="{FF2B5EF4-FFF2-40B4-BE49-F238E27FC236}">
                    <a16:creationId xmlns:a16="http://schemas.microsoft.com/office/drawing/2014/main" id="{C3864A8A-3906-454C-B518-A87E8B215A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5" y="1232"/>
                <a:ext cx="154" cy="62"/>
              </a:xfrm>
              <a:custGeom>
                <a:avLst/>
                <a:gdLst>
                  <a:gd name="T0" fmla="*/ 0 w 144"/>
                  <a:gd name="T1" fmla="*/ 0 h 58"/>
                  <a:gd name="T2" fmla="*/ 48 w 144"/>
                  <a:gd name="T3" fmla="*/ 34 h 58"/>
                  <a:gd name="T4" fmla="*/ 94 w 144"/>
                  <a:gd name="T5" fmla="*/ 57 h 58"/>
                  <a:gd name="T6" fmla="*/ 139 w 144"/>
                  <a:gd name="T7" fmla="*/ 61 h 58"/>
                  <a:gd name="T8" fmla="*/ 163 w 144"/>
                  <a:gd name="T9" fmla="*/ 66 h 58"/>
                  <a:gd name="T10" fmla="*/ 176 w 144"/>
                  <a:gd name="T11" fmla="*/ 71 h 5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4" h="58">
                    <a:moveTo>
                      <a:pt x="0" y="0"/>
                    </a:moveTo>
                    <a:cubicBezTo>
                      <a:pt x="10" y="13"/>
                      <a:pt x="25" y="20"/>
                      <a:pt x="39" y="28"/>
                    </a:cubicBezTo>
                    <a:cubicBezTo>
                      <a:pt x="50" y="35"/>
                      <a:pt x="64" y="44"/>
                      <a:pt x="77" y="47"/>
                    </a:cubicBezTo>
                    <a:cubicBezTo>
                      <a:pt x="89" y="50"/>
                      <a:pt x="101" y="49"/>
                      <a:pt x="114" y="50"/>
                    </a:cubicBezTo>
                    <a:cubicBezTo>
                      <a:pt x="120" y="51"/>
                      <a:pt x="127" y="51"/>
                      <a:pt x="133" y="54"/>
                    </a:cubicBezTo>
                    <a:cubicBezTo>
                      <a:pt x="137" y="55"/>
                      <a:pt x="142" y="58"/>
                      <a:pt x="144" y="58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529" name="Freeform 553">
                <a:extLst>
                  <a:ext uri="{FF2B5EF4-FFF2-40B4-BE49-F238E27FC236}">
                    <a16:creationId xmlns:a16="http://schemas.microsoft.com/office/drawing/2014/main" id="{675F84F1-CD4D-4CF7-9A11-1848A797E4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4" y="1190"/>
                <a:ext cx="12" cy="32"/>
              </a:xfrm>
              <a:custGeom>
                <a:avLst/>
                <a:gdLst>
                  <a:gd name="T0" fmla="*/ 1 w 11"/>
                  <a:gd name="T1" fmla="*/ 0 h 30"/>
                  <a:gd name="T2" fmla="*/ 14 w 11"/>
                  <a:gd name="T3" fmla="*/ 36 h 3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30">
                    <a:moveTo>
                      <a:pt x="1" y="0"/>
                    </a:moveTo>
                    <a:cubicBezTo>
                      <a:pt x="0" y="11"/>
                      <a:pt x="5" y="21"/>
                      <a:pt x="11" y="3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530" name="Freeform 554">
                <a:extLst>
                  <a:ext uri="{FF2B5EF4-FFF2-40B4-BE49-F238E27FC236}">
                    <a16:creationId xmlns:a16="http://schemas.microsoft.com/office/drawing/2014/main" id="{9AE3F986-4BA8-4D3C-9F68-E36812CF17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8" y="1049"/>
                <a:ext cx="58" cy="13"/>
              </a:xfrm>
              <a:custGeom>
                <a:avLst/>
                <a:gdLst>
                  <a:gd name="T0" fmla="*/ 0 w 54"/>
                  <a:gd name="T1" fmla="*/ 14 h 12"/>
                  <a:gd name="T2" fmla="*/ 67 w 54"/>
                  <a:gd name="T3" fmla="*/ 15 h 12"/>
                  <a:gd name="T4" fmla="*/ 0 w 54"/>
                  <a:gd name="T5" fmla="*/ 14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4" h="12">
                    <a:moveTo>
                      <a:pt x="0" y="11"/>
                    </a:moveTo>
                    <a:cubicBezTo>
                      <a:pt x="0" y="11"/>
                      <a:pt x="31" y="0"/>
                      <a:pt x="54" y="12"/>
                    </a:cubicBezTo>
                    <a:cubicBezTo>
                      <a:pt x="54" y="12"/>
                      <a:pt x="31" y="4"/>
                      <a:pt x="0" y="11"/>
                    </a:cubicBezTo>
                    <a:close/>
                  </a:path>
                </a:pathLst>
              </a:custGeom>
              <a:solidFill>
                <a:srgbClr val="EAAC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531" name="Freeform 555">
                <a:extLst>
                  <a:ext uri="{FF2B5EF4-FFF2-40B4-BE49-F238E27FC236}">
                    <a16:creationId xmlns:a16="http://schemas.microsoft.com/office/drawing/2014/main" id="{B56F2C6A-D971-4D8C-A919-7F53FC3809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6" y="1863"/>
                <a:ext cx="36" cy="26"/>
              </a:xfrm>
              <a:custGeom>
                <a:avLst/>
                <a:gdLst>
                  <a:gd name="T0" fmla="*/ 16 w 34"/>
                  <a:gd name="T1" fmla="*/ 0 h 25"/>
                  <a:gd name="T2" fmla="*/ 40 w 34"/>
                  <a:gd name="T3" fmla="*/ 8 h 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4" h="25">
                    <a:moveTo>
                      <a:pt x="13" y="0"/>
                    </a:moveTo>
                    <a:cubicBezTo>
                      <a:pt x="0" y="10"/>
                      <a:pt x="31" y="25"/>
                      <a:pt x="34" y="8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532" name="Freeform 556">
                <a:extLst>
                  <a:ext uri="{FF2B5EF4-FFF2-40B4-BE49-F238E27FC236}">
                    <a16:creationId xmlns:a16="http://schemas.microsoft.com/office/drawing/2014/main" id="{6533A678-EF3F-43B6-9408-5DAB0D90F3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6" y="885"/>
                <a:ext cx="50" cy="38"/>
              </a:xfrm>
              <a:custGeom>
                <a:avLst/>
                <a:gdLst>
                  <a:gd name="T0" fmla="*/ 52 w 47"/>
                  <a:gd name="T1" fmla="*/ 19 h 36"/>
                  <a:gd name="T2" fmla="*/ 0 w 47"/>
                  <a:gd name="T3" fmla="*/ 24 h 36"/>
                  <a:gd name="T4" fmla="*/ 43 w 47"/>
                  <a:gd name="T5" fmla="*/ 29 h 36"/>
                  <a:gd name="T6" fmla="*/ 52 w 47"/>
                  <a:gd name="T7" fmla="*/ 25 h 36"/>
                  <a:gd name="T8" fmla="*/ 54 w 47"/>
                  <a:gd name="T9" fmla="*/ 21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7" h="36">
                    <a:moveTo>
                      <a:pt x="43" y="16"/>
                    </a:moveTo>
                    <a:cubicBezTo>
                      <a:pt x="43" y="16"/>
                      <a:pt x="15" y="0"/>
                      <a:pt x="0" y="21"/>
                    </a:cubicBezTo>
                    <a:cubicBezTo>
                      <a:pt x="0" y="21"/>
                      <a:pt x="16" y="36"/>
                      <a:pt x="36" y="25"/>
                    </a:cubicBezTo>
                    <a:cubicBezTo>
                      <a:pt x="36" y="25"/>
                      <a:pt x="40" y="22"/>
                      <a:pt x="43" y="22"/>
                    </a:cubicBezTo>
                    <a:cubicBezTo>
                      <a:pt x="47" y="22"/>
                      <a:pt x="47" y="20"/>
                      <a:pt x="45" y="18"/>
                    </a:cubicBezTo>
                  </a:path>
                </a:pathLst>
              </a:custGeom>
              <a:noFill/>
              <a:ln w="3175" cap="flat">
                <a:solidFill>
                  <a:srgbClr val="EAAC9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533" name="Freeform 557">
                <a:extLst>
                  <a:ext uri="{FF2B5EF4-FFF2-40B4-BE49-F238E27FC236}">
                    <a16:creationId xmlns:a16="http://schemas.microsoft.com/office/drawing/2014/main" id="{9BA93A31-EE6E-4158-AC28-C7A8639F31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7" y="885"/>
                <a:ext cx="51" cy="38"/>
              </a:xfrm>
              <a:custGeom>
                <a:avLst/>
                <a:gdLst>
                  <a:gd name="T0" fmla="*/ 5 w 48"/>
                  <a:gd name="T1" fmla="*/ 19 h 36"/>
                  <a:gd name="T2" fmla="*/ 57 w 48"/>
                  <a:gd name="T3" fmla="*/ 24 h 36"/>
                  <a:gd name="T4" fmla="*/ 14 w 48"/>
                  <a:gd name="T5" fmla="*/ 29 h 36"/>
                  <a:gd name="T6" fmla="*/ 4 w 48"/>
                  <a:gd name="T7" fmla="*/ 25 h 36"/>
                  <a:gd name="T8" fmla="*/ 2 w 48"/>
                  <a:gd name="T9" fmla="*/ 21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8" h="36">
                    <a:moveTo>
                      <a:pt x="5" y="16"/>
                    </a:moveTo>
                    <a:cubicBezTo>
                      <a:pt x="5" y="16"/>
                      <a:pt x="32" y="0"/>
                      <a:pt x="48" y="21"/>
                    </a:cubicBezTo>
                    <a:cubicBezTo>
                      <a:pt x="48" y="21"/>
                      <a:pt x="31" y="36"/>
                      <a:pt x="11" y="25"/>
                    </a:cubicBezTo>
                    <a:cubicBezTo>
                      <a:pt x="11" y="25"/>
                      <a:pt x="7" y="22"/>
                      <a:pt x="4" y="22"/>
                    </a:cubicBezTo>
                    <a:cubicBezTo>
                      <a:pt x="0" y="22"/>
                      <a:pt x="0" y="20"/>
                      <a:pt x="2" y="18"/>
                    </a:cubicBezTo>
                  </a:path>
                </a:pathLst>
              </a:custGeom>
              <a:noFill/>
              <a:ln w="3175" cap="flat">
                <a:solidFill>
                  <a:srgbClr val="EAAC9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534" name="Freeform 558">
                <a:extLst>
                  <a:ext uri="{FF2B5EF4-FFF2-40B4-BE49-F238E27FC236}">
                    <a16:creationId xmlns:a16="http://schemas.microsoft.com/office/drawing/2014/main" id="{6D628BCF-7046-4541-B240-EE54EDEAC8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2" y="897"/>
                <a:ext cx="20" cy="9"/>
              </a:xfrm>
              <a:custGeom>
                <a:avLst/>
                <a:gdLst>
                  <a:gd name="T0" fmla="*/ 8 w 18"/>
                  <a:gd name="T1" fmla="*/ 11 h 8"/>
                  <a:gd name="T2" fmla="*/ 16 w 18"/>
                  <a:gd name="T3" fmla="*/ 7 h 8"/>
                  <a:gd name="T4" fmla="*/ 22 w 18"/>
                  <a:gd name="T5" fmla="*/ 10 h 8"/>
                  <a:gd name="T6" fmla="*/ 22 w 18"/>
                  <a:gd name="T7" fmla="*/ 3 h 8"/>
                  <a:gd name="T8" fmla="*/ 10 w 18"/>
                  <a:gd name="T9" fmla="*/ 0 h 8"/>
                  <a:gd name="T10" fmla="*/ 4 w 18"/>
                  <a:gd name="T11" fmla="*/ 10 h 8"/>
                  <a:gd name="T12" fmla="*/ 8 w 18"/>
                  <a:gd name="T13" fmla="*/ 10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8">
                    <a:moveTo>
                      <a:pt x="5" y="8"/>
                    </a:moveTo>
                    <a:cubicBezTo>
                      <a:pt x="4" y="4"/>
                      <a:pt x="10" y="3"/>
                      <a:pt x="12" y="4"/>
                    </a:cubicBezTo>
                    <a:cubicBezTo>
                      <a:pt x="13" y="4"/>
                      <a:pt x="15" y="7"/>
                      <a:pt x="16" y="7"/>
                    </a:cubicBezTo>
                    <a:cubicBezTo>
                      <a:pt x="18" y="7"/>
                      <a:pt x="17" y="4"/>
                      <a:pt x="16" y="3"/>
                    </a:cubicBezTo>
                    <a:cubicBezTo>
                      <a:pt x="14" y="1"/>
                      <a:pt x="9" y="0"/>
                      <a:pt x="7" y="0"/>
                    </a:cubicBezTo>
                    <a:cubicBezTo>
                      <a:pt x="4" y="0"/>
                      <a:pt x="0" y="6"/>
                      <a:pt x="4" y="7"/>
                    </a:cubicBezTo>
                    <a:cubicBezTo>
                      <a:pt x="4" y="7"/>
                      <a:pt x="4" y="7"/>
                      <a:pt x="5" y="7"/>
                    </a:cubicBezTo>
                  </a:path>
                </a:pathLst>
              </a:custGeom>
              <a:solidFill>
                <a:srgbClr val="49180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535" name="Freeform 559">
                <a:extLst>
                  <a:ext uri="{FF2B5EF4-FFF2-40B4-BE49-F238E27FC236}">
                    <a16:creationId xmlns:a16="http://schemas.microsoft.com/office/drawing/2014/main" id="{C2E1AE6F-97F2-48DA-9A60-12E8895227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2" y="896"/>
                <a:ext cx="18" cy="10"/>
              </a:xfrm>
              <a:custGeom>
                <a:avLst/>
                <a:gdLst>
                  <a:gd name="T0" fmla="*/ 4 w 17"/>
                  <a:gd name="T1" fmla="*/ 10 h 9"/>
                  <a:gd name="T2" fmla="*/ 15 w 17"/>
                  <a:gd name="T3" fmla="*/ 9 h 9"/>
                  <a:gd name="T4" fmla="*/ 19 w 17"/>
                  <a:gd name="T5" fmla="*/ 11 h 9"/>
                  <a:gd name="T6" fmla="*/ 18 w 17"/>
                  <a:gd name="T7" fmla="*/ 3 h 9"/>
                  <a:gd name="T8" fmla="*/ 7 w 17"/>
                  <a:gd name="T9" fmla="*/ 2 h 9"/>
                  <a:gd name="T10" fmla="*/ 2 w 17"/>
                  <a:gd name="T11" fmla="*/ 4 h 9"/>
                  <a:gd name="T12" fmla="*/ 2 w 17"/>
                  <a:gd name="T13" fmla="*/ 10 h 9"/>
                  <a:gd name="T14" fmla="*/ 4 w 17"/>
                  <a:gd name="T15" fmla="*/ 9 h 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7" h="9">
                    <a:moveTo>
                      <a:pt x="4" y="7"/>
                    </a:moveTo>
                    <a:cubicBezTo>
                      <a:pt x="5" y="3"/>
                      <a:pt x="10" y="4"/>
                      <a:pt x="12" y="6"/>
                    </a:cubicBezTo>
                    <a:cubicBezTo>
                      <a:pt x="13" y="7"/>
                      <a:pt x="14" y="9"/>
                      <a:pt x="16" y="8"/>
                    </a:cubicBezTo>
                    <a:cubicBezTo>
                      <a:pt x="17" y="7"/>
                      <a:pt x="16" y="5"/>
                      <a:pt x="15" y="3"/>
                    </a:cubicBezTo>
                    <a:cubicBezTo>
                      <a:pt x="13" y="0"/>
                      <a:pt x="10" y="1"/>
                      <a:pt x="7" y="2"/>
                    </a:cubicBezTo>
                    <a:cubicBezTo>
                      <a:pt x="5" y="2"/>
                      <a:pt x="3" y="3"/>
                      <a:pt x="2" y="4"/>
                    </a:cubicBezTo>
                    <a:cubicBezTo>
                      <a:pt x="1" y="5"/>
                      <a:pt x="0" y="8"/>
                      <a:pt x="2" y="7"/>
                    </a:cubicBezTo>
                    <a:cubicBezTo>
                      <a:pt x="3" y="7"/>
                      <a:pt x="4" y="6"/>
                      <a:pt x="4" y="6"/>
                    </a:cubicBezTo>
                  </a:path>
                </a:pathLst>
              </a:custGeom>
              <a:solidFill>
                <a:srgbClr val="49180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536" name="Freeform 560">
                <a:extLst>
                  <a:ext uri="{FF2B5EF4-FFF2-40B4-BE49-F238E27FC236}">
                    <a16:creationId xmlns:a16="http://schemas.microsoft.com/office/drawing/2014/main" id="{5F30DD0B-60DE-4A97-9296-6E027370F9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8" y="908"/>
                <a:ext cx="12" cy="9"/>
              </a:xfrm>
              <a:custGeom>
                <a:avLst/>
                <a:gdLst>
                  <a:gd name="T0" fmla="*/ 0 w 12"/>
                  <a:gd name="T1" fmla="*/ 0 h 8"/>
                  <a:gd name="T2" fmla="*/ 10 w 12"/>
                  <a:gd name="T3" fmla="*/ 0 h 8"/>
                  <a:gd name="T4" fmla="*/ 0 w 12"/>
                  <a:gd name="T5" fmla="*/ 1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8">
                    <a:moveTo>
                      <a:pt x="0" y="0"/>
                    </a:moveTo>
                    <a:cubicBezTo>
                      <a:pt x="2" y="4"/>
                      <a:pt x="7" y="1"/>
                      <a:pt x="10" y="0"/>
                    </a:cubicBezTo>
                    <a:cubicBezTo>
                      <a:pt x="12" y="3"/>
                      <a:pt x="2" y="8"/>
                      <a:pt x="0" y="1"/>
                    </a:cubicBezTo>
                  </a:path>
                </a:pathLst>
              </a:custGeom>
              <a:solidFill>
                <a:srgbClr val="A75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537" name="Freeform 561">
                <a:extLst>
                  <a:ext uri="{FF2B5EF4-FFF2-40B4-BE49-F238E27FC236}">
                    <a16:creationId xmlns:a16="http://schemas.microsoft.com/office/drawing/2014/main" id="{A6D1A8B4-E6DD-4DE6-931B-76814C09D9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5" y="907"/>
                <a:ext cx="15" cy="9"/>
              </a:xfrm>
              <a:custGeom>
                <a:avLst/>
                <a:gdLst>
                  <a:gd name="T0" fmla="*/ 0 w 14"/>
                  <a:gd name="T1" fmla="*/ 1 h 8"/>
                  <a:gd name="T2" fmla="*/ 13 w 14"/>
                  <a:gd name="T3" fmla="*/ 0 h 8"/>
                  <a:gd name="T4" fmla="*/ 1 w 14"/>
                  <a:gd name="T5" fmla="*/ 1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8">
                    <a:moveTo>
                      <a:pt x="0" y="1"/>
                    </a:moveTo>
                    <a:cubicBezTo>
                      <a:pt x="3" y="4"/>
                      <a:pt x="7" y="3"/>
                      <a:pt x="10" y="0"/>
                    </a:cubicBezTo>
                    <a:cubicBezTo>
                      <a:pt x="14" y="4"/>
                      <a:pt x="1" y="8"/>
                      <a:pt x="1" y="1"/>
                    </a:cubicBezTo>
                  </a:path>
                </a:pathLst>
              </a:custGeom>
              <a:solidFill>
                <a:srgbClr val="A75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538" name="Oval 562">
                <a:extLst>
                  <a:ext uri="{FF2B5EF4-FFF2-40B4-BE49-F238E27FC236}">
                    <a16:creationId xmlns:a16="http://schemas.microsoft.com/office/drawing/2014/main" id="{78F83820-053D-4A89-A8E1-05F8B2CB60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33" y="904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539" name="Oval 563">
                <a:extLst>
                  <a:ext uri="{FF2B5EF4-FFF2-40B4-BE49-F238E27FC236}">
                    <a16:creationId xmlns:a16="http://schemas.microsoft.com/office/drawing/2014/main" id="{DE2A4004-DCD7-460A-829D-C110C13D46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61" y="904"/>
                <a:ext cx="6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540" name="Freeform 564">
                <a:extLst>
                  <a:ext uri="{FF2B5EF4-FFF2-40B4-BE49-F238E27FC236}">
                    <a16:creationId xmlns:a16="http://schemas.microsoft.com/office/drawing/2014/main" id="{57C0AF7F-CDB0-469C-B864-B5BCB9AAED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5" y="1050"/>
                <a:ext cx="96" cy="150"/>
              </a:xfrm>
              <a:custGeom>
                <a:avLst/>
                <a:gdLst>
                  <a:gd name="T0" fmla="*/ 0 w 90"/>
                  <a:gd name="T1" fmla="*/ 173 h 140"/>
                  <a:gd name="T2" fmla="*/ 51 w 90"/>
                  <a:gd name="T3" fmla="*/ 149 h 140"/>
                  <a:gd name="T4" fmla="*/ 75 w 90"/>
                  <a:gd name="T5" fmla="*/ 141 h 140"/>
                  <a:gd name="T6" fmla="*/ 91 w 90"/>
                  <a:gd name="T7" fmla="*/ 118 h 140"/>
                  <a:gd name="T8" fmla="*/ 99 w 90"/>
                  <a:gd name="T9" fmla="*/ 12 h 140"/>
                  <a:gd name="T10" fmla="*/ 97 w 90"/>
                  <a:gd name="T11" fmla="*/ 0 h 140"/>
                  <a:gd name="T12" fmla="*/ 71 w 90"/>
                  <a:gd name="T13" fmla="*/ 119 h 140"/>
                  <a:gd name="T14" fmla="*/ 41 w 90"/>
                  <a:gd name="T15" fmla="*/ 141 h 140"/>
                  <a:gd name="T16" fmla="*/ 6 w 90"/>
                  <a:gd name="T17" fmla="*/ 167 h 14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0" h="140">
                    <a:moveTo>
                      <a:pt x="0" y="140"/>
                    </a:moveTo>
                    <a:cubicBezTo>
                      <a:pt x="10" y="129"/>
                      <a:pt x="28" y="122"/>
                      <a:pt x="42" y="121"/>
                    </a:cubicBezTo>
                    <a:cubicBezTo>
                      <a:pt x="51" y="120"/>
                      <a:pt x="55" y="122"/>
                      <a:pt x="62" y="115"/>
                    </a:cubicBezTo>
                    <a:cubicBezTo>
                      <a:pt x="68" y="110"/>
                      <a:pt x="72" y="103"/>
                      <a:pt x="75" y="96"/>
                    </a:cubicBezTo>
                    <a:cubicBezTo>
                      <a:pt x="89" y="67"/>
                      <a:pt x="90" y="41"/>
                      <a:pt x="82" y="9"/>
                    </a:cubicBezTo>
                    <a:cubicBezTo>
                      <a:pt x="81" y="6"/>
                      <a:pt x="80" y="3"/>
                      <a:pt x="80" y="0"/>
                    </a:cubicBezTo>
                    <a:cubicBezTo>
                      <a:pt x="80" y="33"/>
                      <a:pt x="81" y="71"/>
                      <a:pt x="59" y="97"/>
                    </a:cubicBezTo>
                    <a:cubicBezTo>
                      <a:pt x="53" y="106"/>
                      <a:pt x="43" y="112"/>
                      <a:pt x="34" y="115"/>
                    </a:cubicBezTo>
                    <a:cubicBezTo>
                      <a:pt x="23" y="118"/>
                      <a:pt x="10" y="124"/>
                      <a:pt x="6" y="136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541" name="Freeform 565">
                <a:extLst>
                  <a:ext uri="{FF2B5EF4-FFF2-40B4-BE49-F238E27FC236}">
                    <a16:creationId xmlns:a16="http://schemas.microsoft.com/office/drawing/2014/main" id="{E9EDB625-710F-4287-988D-D4C025B15E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0" y="1189"/>
                <a:ext cx="122" cy="65"/>
              </a:xfrm>
              <a:custGeom>
                <a:avLst/>
                <a:gdLst>
                  <a:gd name="T0" fmla="*/ 0 w 114"/>
                  <a:gd name="T1" fmla="*/ 69 h 61"/>
                  <a:gd name="T2" fmla="*/ 13 w 114"/>
                  <a:gd name="T3" fmla="*/ 67 h 61"/>
                  <a:gd name="T4" fmla="*/ 28 w 114"/>
                  <a:gd name="T5" fmla="*/ 64 h 61"/>
                  <a:gd name="T6" fmla="*/ 46 w 114"/>
                  <a:gd name="T7" fmla="*/ 60 h 61"/>
                  <a:gd name="T8" fmla="*/ 72 w 114"/>
                  <a:gd name="T9" fmla="*/ 46 h 61"/>
                  <a:gd name="T10" fmla="*/ 91 w 114"/>
                  <a:gd name="T11" fmla="*/ 30 h 61"/>
                  <a:gd name="T12" fmla="*/ 124 w 114"/>
                  <a:gd name="T13" fmla="*/ 4 h 61"/>
                  <a:gd name="T14" fmla="*/ 140 w 114"/>
                  <a:gd name="T15" fmla="*/ 0 h 61"/>
                  <a:gd name="T16" fmla="*/ 107 w 114"/>
                  <a:gd name="T17" fmla="*/ 23 h 61"/>
                  <a:gd name="T18" fmla="*/ 85 w 114"/>
                  <a:gd name="T19" fmla="*/ 46 h 61"/>
                  <a:gd name="T20" fmla="*/ 76 w 114"/>
                  <a:gd name="T21" fmla="*/ 59 h 61"/>
                  <a:gd name="T22" fmla="*/ 87 w 114"/>
                  <a:gd name="T23" fmla="*/ 62 h 61"/>
                  <a:gd name="T24" fmla="*/ 108 w 114"/>
                  <a:gd name="T25" fmla="*/ 62 h 61"/>
                  <a:gd name="T26" fmla="*/ 78 w 114"/>
                  <a:gd name="T27" fmla="*/ 70 h 61"/>
                  <a:gd name="T28" fmla="*/ 60 w 114"/>
                  <a:gd name="T29" fmla="*/ 68 h 61"/>
                  <a:gd name="T30" fmla="*/ 43 w 114"/>
                  <a:gd name="T31" fmla="*/ 71 h 61"/>
                  <a:gd name="T32" fmla="*/ 34 w 114"/>
                  <a:gd name="T33" fmla="*/ 71 h 61"/>
                  <a:gd name="T34" fmla="*/ 24 w 114"/>
                  <a:gd name="T35" fmla="*/ 69 h 61"/>
                  <a:gd name="T36" fmla="*/ 1 w 114"/>
                  <a:gd name="T37" fmla="*/ 71 h 61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114" h="61">
                    <a:moveTo>
                      <a:pt x="0" y="57"/>
                    </a:moveTo>
                    <a:cubicBezTo>
                      <a:pt x="2" y="55"/>
                      <a:pt x="7" y="55"/>
                      <a:pt x="10" y="55"/>
                    </a:cubicBezTo>
                    <a:cubicBezTo>
                      <a:pt x="14" y="55"/>
                      <a:pt x="18" y="54"/>
                      <a:pt x="22" y="53"/>
                    </a:cubicBezTo>
                    <a:cubicBezTo>
                      <a:pt x="27" y="52"/>
                      <a:pt x="32" y="51"/>
                      <a:pt x="37" y="50"/>
                    </a:cubicBezTo>
                    <a:cubicBezTo>
                      <a:pt x="47" y="48"/>
                      <a:pt x="53" y="45"/>
                      <a:pt x="59" y="38"/>
                    </a:cubicBezTo>
                    <a:cubicBezTo>
                      <a:pt x="64" y="33"/>
                      <a:pt x="68" y="28"/>
                      <a:pt x="74" y="24"/>
                    </a:cubicBezTo>
                    <a:cubicBezTo>
                      <a:pt x="82" y="17"/>
                      <a:pt x="91" y="9"/>
                      <a:pt x="101" y="4"/>
                    </a:cubicBezTo>
                    <a:cubicBezTo>
                      <a:pt x="105" y="2"/>
                      <a:pt x="110" y="2"/>
                      <a:pt x="114" y="0"/>
                    </a:cubicBezTo>
                    <a:cubicBezTo>
                      <a:pt x="104" y="6"/>
                      <a:pt x="96" y="13"/>
                      <a:pt x="87" y="20"/>
                    </a:cubicBezTo>
                    <a:cubicBezTo>
                      <a:pt x="80" y="25"/>
                      <a:pt x="75" y="33"/>
                      <a:pt x="69" y="38"/>
                    </a:cubicBezTo>
                    <a:cubicBezTo>
                      <a:pt x="67" y="41"/>
                      <a:pt x="60" y="45"/>
                      <a:pt x="62" y="49"/>
                    </a:cubicBezTo>
                    <a:cubicBezTo>
                      <a:pt x="63" y="52"/>
                      <a:pt x="68" y="51"/>
                      <a:pt x="71" y="51"/>
                    </a:cubicBezTo>
                    <a:cubicBezTo>
                      <a:pt x="77" y="51"/>
                      <a:pt x="82" y="51"/>
                      <a:pt x="88" y="51"/>
                    </a:cubicBezTo>
                    <a:cubicBezTo>
                      <a:pt x="82" y="55"/>
                      <a:pt x="71" y="58"/>
                      <a:pt x="64" y="58"/>
                    </a:cubicBezTo>
                    <a:cubicBezTo>
                      <a:pt x="59" y="58"/>
                      <a:pt x="54" y="56"/>
                      <a:pt x="49" y="56"/>
                    </a:cubicBezTo>
                    <a:cubicBezTo>
                      <a:pt x="45" y="56"/>
                      <a:pt x="40" y="57"/>
                      <a:pt x="35" y="59"/>
                    </a:cubicBezTo>
                    <a:cubicBezTo>
                      <a:pt x="32" y="60"/>
                      <a:pt x="30" y="60"/>
                      <a:pt x="28" y="59"/>
                    </a:cubicBezTo>
                    <a:cubicBezTo>
                      <a:pt x="25" y="58"/>
                      <a:pt x="23" y="57"/>
                      <a:pt x="20" y="57"/>
                    </a:cubicBezTo>
                    <a:cubicBezTo>
                      <a:pt x="14" y="57"/>
                      <a:pt x="7" y="61"/>
                      <a:pt x="1" y="59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542" name="Freeform 566">
                <a:extLst>
                  <a:ext uri="{FF2B5EF4-FFF2-40B4-BE49-F238E27FC236}">
                    <a16:creationId xmlns:a16="http://schemas.microsoft.com/office/drawing/2014/main" id="{3B3930FB-2F82-44F3-BAE9-A6B5E66CAA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5" y="1142"/>
                <a:ext cx="177" cy="120"/>
              </a:xfrm>
              <a:custGeom>
                <a:avLst/>
                <a:gdLst>
                  <a:gd name="T0" fmla="*/ 45 w 166"/>
                  <a:gd name="T1" fmla="*/ 0 h 112"/>
                  <a:gd name="T2" fmla="*/ 68 w 166"/>
                  <a:gd name="T3" fmla="*/ 59 h 112"/>
                  <a:gd name="T4" fmla="*/ 111 w 166"/>
                  <a:gd name="T5" fmla="*/ 91 h 112"/>
                  <a:gd name="T6" fmla="*/ 161 w 166"/>
                  <a:gd name="T7" fmla="*/ 115 h 112"/>
                  <a:gd name="T8" fmla="*/ 202 w 166"/>
                  <a:gd name="T9" fmla="*/ 138 h 112"/>
                  <a:gd name="T10" fmla="*/ 125 w 166"/>
                  <a:gd name="T11" fmla="*/ 108 h 112"/>
                  <a:gd name="T12" fmla="*/ 81 w 166"/>
                  <a:gd name="T13" fmla="*/ 84 h 112"/>
                  <a:gd name="T14" fmla="*/ 58 w 166"/>
                  <a:gd name="T15" fmla="*/ 70 h 112"/>
                  <a:gd name="T16" fmla="*/ 42 w 166"/>
                  <a:gd name="T17" fmla="*/ 47 h 112"/>
                  <a:gd name="T18" fmla="*/ 25 w 166"/>
                  <a:gd name="T19" fmla="*/ 42 h 112"/>
                  <a:gd name="T20" fmla="*/ 0 w 166"/>
                  <a:gd name="T21" fmla="*/ 49 h 112"/>
                  <a:gd name="T22" fmla="*/ 30 w 166"/>
                  <a:gd name="T23" fmla="*/ 31 h 112"/>
                  <a:gd name="T24" fmla="*/ 44 w 166"/>
                  <a:gd name="T25" fmla="*/ 1 h 11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66" h="112">
                    <a:moveTo>
                      <a:pt x="37" y="0"/>
                    </a:moveTo>
                    <a:cubicBezTo>
                      <a:pt x="43" y="16"/>
                      <a:pt x="44" y="34"/>
                      <a:pt x="56" y="48"/>
                    </a:cubicBezTo>
                    <a:cubicBezTo>
                      <a:pt x="67" y="60"/>
                      <a:pt x="78" y="66"/>
                      <a:pt x="92" y="74"/>
                    </a:cubicBezTo>
                    <a:cubicBezTo>
                      <a:pt x="105" y="82"/>
                      <a:pt x="120" y="85"/>
                      <a:pt x="133" y="93"/>
                    </a:cubicBezTo>
                    <a:cubicBezTo>
                      <a:pt x="143" y="99"/>
                      <a:pt x="159" y="102"/>
                      <a:pt x="166" y="112"/>
                    </a:cubicBezTo>
                    <a:cubicBezTo>
                      <a:pt x="146" y="102"/>
                      <a:pt x="124" y="96"/>
                      <a:pt x="103" y="88"/>
                    </a:cubicBezTo>
                    <a:cubicBezTo>
                      <a:pt x="90" y="83"/>
                      <a:pt x="79" y="75"/>
                      <a:pt x="67" y="68"/>
                    </a:cubicBezTo>
                    <a:cubicBezTo>
                      <a:pt x="61" y="65"/>
                      <a:pt x="53" y="62"/>
                      <a:pt x="48" y="57"/>
                    </a:cubicBezTo>
                    <a:cubicBezTo>
                      <a:pt x="42" y="51"/>
                      <a:pt x="40" y="44"/>
                      <a:pt x="35" y="38"/>
                    </a:cubicBezTo>
                    <a:cubicBezTo>
                      <a:pt x="31" y="32"/>
                      <a:pt x="28" y="32"/>
                      <a:pt x="21" y="34"/>
                    </a:cubicBezTo>
                    <a:cubicBezTo>
                      <a:pt x="14" y="36"/>
                      <a:pt x="8" y="39"/>
                      <a:pt x="0" y="40"/>
                    </a:cubicBezTo>
                    <a:cubicBezTo>
                      <a:pt x="8" y="33"/>
                      <a:pt x="16" y="31"/>
                      <a:pt x="24" y="25"/>
                    </a:cubicBezTo>
                    <a:cubicBezTo>
                      <a:pt x="32" y="18"/>
                      <a:pt x="34" y="11"/>
                      <a:pt x="36" y="1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543" name="Freeform 567">
                <a:extLst>
                  <a:ext uri="{FF2B5EF4-FFF2-40B4-BE49-F238E27FC236}">
                    <a16:creationId xmlns:a16="http://schemas.microsoft.com/office/drawing/2014/main" id="{ED1C330B-DC17-482B-90CC-19D0C012EE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4" y="874"/>
                <a:ext cx="35" cy="101"/>
              </a:xfrm>
              <a:custGeom>
                <a:avLst/>
                <a:gdLst>
                  <a:gd name="T0" fmla="*/ 39 w 33"/>
                  <a:gd name="T1" fmla="*/ 0 h 95"/>
                  <a:gd name="T2" fmla="*/ 31 w 33"/>
                  <a:gd name="T3" fmla="*/ 1 h 95"/>
                  <a:gd name="T4" fmla="*/ 20 w 33"/>
                  <a:gd name="T5" fmla="*/ 2 h 95"/>
                  <a:gd name="T6" fmla="*/ 4 w 33"/>
                  <a:gd name="T7" fmla="*/ 13 h 95"/>
                  <a:gd name="T8" fmla="*/ 1 w 33"/>
                  <a:gd name="T9" fmla="*/ 39 h 95"/>
                  <a:gd name="T10" fmla="*/ 5 w 33"/>
                  <a:gd name="T11" fmla="*/ 65 h 95"/>
                  <a:gd name="T12" fmla="*/ 22 w 33"/>
                  <a:gd name="T13" fmla="*/ 90 h 95"/>
                  <a:gd name="T14" fmla="*/ 35 w 33"/>
                  <a:gd name="T15" fmla="*/ 114 h 95"/>
                  <a:gd name="T16" fmla="*/ 31 w 33"/>
                  <a:gd name="T17" fmla="*/ 96 h 95"/>
                  <a:gd name="T18" fmla="*/ 20 w 33"/>
                  <a:gd name="T19" fmla="*/ 77 h 95"/>
                  <a:gd name="T20" fmla="*/ 25 w 33"/>
                  <a:gd name="T21" fmla="*/ 50 h 95"/>
                  <a:gd name="T22" fmla="*/ 17 w 33"/>
                  <a:gd name="T23" fmla="*/ 24 h 95"/>
                  <a:gd name="T24" fmla="*/ 34 w 33"/>
                  <a:gd name="T25" fmla="*/ 19 h 95"/>
                  <a:gd name="T26" fmla="*/ 33 w 33"/>
                  <a:gd name="T27" fmla="*/ 12 h 95"/>
                  <a:gd name="T28" fmla="*/ 37 w 33"/>
                  <a:gd name="T29" fmla="*/ 0 h 9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33" h="95">
                    <a:moveTo>
                      <a:pt x="33" y="0"/>
                    </a:moveTo>
                    <a:cubicBezTo>
                      <a:pt x="31" y="1"/>
                      <a:pt x="27" y="1"/>
                      <a:pt x="25" y="1"/>
                    </a:cubicBezTo>
                    <a:cubicBezTo>
                      <a:pt x="22" y="2"/>
                      <a:pt x="19" y="2"/>
                      <a:pt x="17" y="2"/>
                    </a:cubicBezTo>
                    <a:cubicBezTo>
                      <a:pt x="11" y="2"/>
                      <a:pt x="6" y="5"/>
                      <a:pt x="4" y="10"/>
                    </a:cubicBezTo>
                    <a:cubicBezTo>
                      <a:pt x="1" y="16"/>
                      <a:pt x="0" y="26"/>
                      <a:pt x="1" y="33"/>
                    </a:cubicBezTo>
                    <a:cubicBezTo>
                      <a:pt x="1" y="40"/>
                      <a:pt x="2" y="48"/>
                      <a:pt x="5" y="54"/>
                    </a:cubicBezTo>
                    <a:cubicBezTo>
                      <a:pt x="9" y="61"/>
                      <a:pt x="14" y="69"/>
                      <a:pt x="19" y="75"/>
                    </a:cubicBezTo>
                    <a:cubicBezTo>
                      <a:pt x="23" y="81"/>
                      <a:pt x="28" y="88"/>
                      <a:pt x="29" y="95"/>
                    </a:cubicBezTo>
                    <a:cubicBezTo>
                      <a:pt x="27" y="90"/>
                      <a:pt x="27" y="85"/>
                      <a:pt x="25" y="80"/>
                    </a:cubicBezTo>
                    <a:cubicBezTo>
                      <a:pt x="23" y="74"/>
                      <a:pt x="20" y="69"/>
                      <a:pt x="17" y="64"/>
                    </a:cubicBezTo>
                    <a:cubicBezTo>
                      <a:pt x="11" y="56"/>
                      <a:pt x="7" y="38"/>
                      <a:pt x="22" y="41"/>
                    </a:cubicBezTo>
                    <a:cubicBezTo>
                      <a:pt x="13" y="40"/>
                      <a:pt x="5" y="28"/>
                      <a:pt x="14" y="21"/>
                    </a:cubicBezTo>
                    <a:cubicBezTo>
                      <a:pt x="17" y="18"/>
                      <a:pt x="26" y="20"/>
                      <a:pt x="28" y="16"/>
                    </a:cubicBezTo>
                    <a:cubicBezTo>
                      <a:pt x="29" y="14"/>
                      <a:pt x="27" y="11"/>
                      <a:pt x="27" y="9"/>
                    </a:cubicBezTo>
                    <a:cubicBezTo>
                      <a:pt x="27" y="5"/>
                      <a:pt x="29" y="2"/>
                      <a:pt x="31" y="0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544" name="Freeform 568">
                <a:extLst>
                  <a:ext uri="{FF2B5EF4-FFF2-40B4-BE49-F238E27FC236}">
                    <a16:creationId xmlns:a16="http://schemas.microsoft.com/office/drawing/2014/main" id="{C1E16784-C276-42DE-B546-4B5B90DA0D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6" y="968"/>
                <a:ext cx="27" cy="87"/>
              </a:xfrm>
              <a:custGeom>
                <a:avLst/>
                <a:gdLst>
                  <a:gd name="T0" fmla="*/ 28 w 25"/>
                  <a:gd name="T1" fmla="*/ 15 h 81"/>
                  <a:gd name="T2" fmla="*/ 15 w 25"/>
                  <a:gd name="T3" fmla="*/ 10 h 81"/>
                  <a:gd name="T4" fmla="*/ 6 w 25"/>
                  <a:gd name="T5" fmla="*/ 1 h 81"/>
                  <a:gd name="T6" fmla="*/ 2 w 25"/>
                  <a:gd name="T7" fmla="*/ 45 h 81"/>
                  <a:gd name="T8" fmla="*/ 12 w 25"/>
                  <a:gd name="T9" fmla="*/ 76 h 81"/>
                  <a:gd name="T10" fmla="*/ 19 w 25"/>
                  <a:gd name="T11" fmla="*/ 100 h 81"/>
                  <a:gd name="T12" fmla="*/ 31 w 25"/>
                  <a:gd name="T13" fmla="*/ 78 h 81"/>
                  <a:gd name="T14" fmla="*/ 6 w 25"/>
                  <a:gd name="T15" fmla="*/ 41 h 81"/>
                  <a:gd name="T16" fmla="*/ 13 w 25"/>
                  <a:gd name="T17" fmla="*/ 19 h 81"/>
                  <a:gd name="T18" fmla="*/ 26 w 25"/>
                  <a:gd name="T19" fmla="*/ 17 h 8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5" h="81">
                    <a:moveTo>
                      <a:pt x="22" y="12"/>
                    </a:moveTo>
                    <a:cubicBezTo>
                      <a:pt x="19" y="11"/>
                      <a:pt x="15" y="10"/>
                      <a:pt x="12" y="7"/>
                    </a:cubicBezTo>
                    <a:cubicBezTo>
                      <a:pt x="10" y="5"/>
                      <a:pt x="9" y="0"/>
                      <a:pt x="6" y="1"/>
                    </a:cubicBezTo>
                    <a:cubicBezTo>
                      <a:pt x="2" y="12"/>
                      <a:pt x="0" y="24"/>
                      <a:pt x="2" y="36"/>
                    </a:cubicBezTo>
                    <a:cubicBezTo>
                      <a:pt x="4" y="45"/>
                      <a:pt x="6" y="52"/>
                      <a:pt x="9" y="61"/>
                    </a:cubicBezTo>
                    <a:cubicBezTo>
                      <a:pt x="11" y="67"/>
                      <a:pt x="15" y="74"/>
                      <a:pt x="16" y="81"/>
                    </a:cubicBezTo>
                    <a:cubicBezTo>
                      <a:pt x="17" y="72"/>
                      <a:pt x="18" y="67"/>
                      <a:pt x="25" y="63"/>
                    </a:cubicBezTo>
                    <a:cubicBezTo>
                      <a:pt x="13" y="61"/>
                      <a:pt x="7" y="44"/>
                      <a:pt x="6" y="33"/>
                    </a:cubicBezTo>
                    <a:cubicBezTo>
                      <a:pt x="6" y="27"/>
                      <a:pt x="6" y="21"/>
                      <a:pt x="10" y="16"/>
                    </a:cubicBezTo>
                    <a:cubicBezTo>
                      <a:pt x="14" y="12"/>
                      <a:pt x="17" y="15"/>
                      <a:pt x="20" y="14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545" name="Freeform 569">
                <a:extLst>
                  <a:ext uri="{FF2B5EF4-FFF2-40B4-BE49-F238E27FC236}">
                    <a16:creationId xmlns:a16="http://schemas.microsoft.com/office/drawing/2014/main" id="{9FFDF790-44BA-4402-99EA-CDA9AC2230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7" y="985"/>
                <a:ext cx="9" cy="52"/>
              </a:xfrm>
              <a:custGeom>
                <a:avLst/>
                <a:gdLst>
                  <a:gd name="T0" fmla="*/ 1 w 8"/>
                  <a:gd name="T1" fmla="*/ 50 h 49"/>
                  <a:gd name="T2" fmla="*/ 2 w 8"/>
                  <a:gd name="T3" fmla="*/ 20 h 49"/>
                  <a:gd name="T4" fmla="*/ 1 w 8"/>
                  <a:gd name="T5" fmla="*/ 0 h 49"/>
                  <a:gd name="T6" fmla="*/ 8 w 8"/>
                  <a:gd name="T7" fmla="*/ 37 h 49"/>
                  <a:gd name="T8" fmla="*/ 11 w 8"/>
                  <a:gd name="T9" fmla="*/ 58 h 49"/>
                  <a:gd name="T10" fmla="*/ 3 w 8"/>
                  <a:gd name="T11" fmla="*/ 52 h 4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" h="49">
                    <a:moveTo>
                      <a:pt x="1" y="41"/>
                    </a:moveTo>
                    <a:cubicBezTo>
                      <a:pt x="0" y="34"/>
                      <a:pt x="3" y="25"/>
                      <a:pt x="2" y="17"/>
                    </a:cubicBezTo>
                    <a:cubicBezTo>
                      <a:pt x="1" y="11"/>
                      <a:pt x="1" y="6"/>
                      <a:pt x="1" y="0"/>
                    </a:cubicBezTo>
                    <a:cubicBezTo>
                      <a:pt x="2" y="10"/>
                      <a:pt x="4" y="21"/>
                      <a:pt x="5" y="31"/>
                    </a:cubicBezTo>
                    <a:cubicBezTo>
                      <a:pt x="6" y="37"/>
                      <a:pt x="7" y="43"/>
                      <a:pt x="8" y="49"/>
                    </a:cubicBezTo>
                    <a:cubicBezTo>
                      <a:pt x="6" y="47"/>
                      <a:pt x="4" y="45"/>
                      <a:pt x="3" y="43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546" name="Freeform 570">
                <a:extLst>
                  <a:ext uri="{FF2B5EF4-FFF2-40B4-BE49-F238E27FC236}">
                    <a16:creationId xmlns:a16="http://schemas.microsoft.com/office/drawing/2014/main" id="{EA29EF95-4554-4726-887E-D759DBD731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5" y="987"/>
                <a:ext cx="13" cy="48"/>
              </a:xfrm>
              <a:custGeom>
                <a:avLst/>
                <a:gdLst>
                  <a:gd name="T0" fmla="*/ 3 w 12"/>
                  <a:gd name="T1" fmla="*/ 54 h 45"/>
                  <a:gd name="T2" fmla="*/ 11 w 12"/>
                  <a:gd name="T3" fmla="*/ 31 h 45"/>
                  <a:gd name="T4" fmla="*/ 11 w 12"/>
                  <a:gd name="T5" fmla="*/ 0 h 45"/>
                  <a:gd name="T6" fmla="*/ 3 w 12"/>
                  <a:gd name="T7" fmla="*/ 54 h 4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45">
                    <a:moveTo>
                      <a:pt x="3" y="45"/>
                    </a:moveTo>
                    <a:cubicBezTo>
                      <a:pt x="12" y="42"/>
                      <a:pt x="9" y="33"/>
                      <a:pt x="8" y="25"/>
                    </a:cubicBezTo>
                    <a:cubicBezTo>
                      <a:pt x="7" y="17"/>
                      <a:pt x="7" y="8"/>
                      <a:pt x="8" y="0"/>
                    </a:cubicBezTo>
                    <a:cubicBezTo>
                      <a:pt x="0" y="13"/>
                      <a:pt x="10" y="32"/>
                      <a:pt x="3" y="4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547" name="Freeform 571">
                <a:extLst>
                  <a:ext uri="{FF2B5EF4-FFF2-40B4-BE49-F238E27FC236}">
                    <a16:creationId xmlns:a16="http://schemas.microsoft.com/office/drawing/2014/main" id="{9579BD6B-F6CE-42F3-93B0-5598958725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4" y="1488"/>
                <a:ext cx="27" cy="26"/>
              </a:xfrm>
              <a:custGeom>
                <a:avLst/>
                <a:gdLst>
                  <a:gd name="T0" fmla="*/ 19 w 25"/>
                  <a:gd name="T1" fmla="*/ 30 h 24"/>
                  <a:gd name="T2" fmla="*/ 2 w 25"/>
                  <a:gd name="T3" fmla="*/ 16 h 24"/>
                  <a:gd name="T4" fmla="*/ 31 w 25"/>
                  <a:gd name="T5" fmla="*/ 15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24">
                    <a:moveTo>
                      <a:pt x="16" y="24"/>
                    </a:moveTo>
                    <a:cubicBezTo>
                      <a:pt x="12" y="22"/>
                      <a:pt x="3" y="19"/>
                      <a:pt x="2" y="13"/>
                    </a:cubicBezTo>
                    <a:cubicBezTo>
                      <a:pt x="0" y="0"/>
                      <a:pt x="19" y="11"/>
                      <a:pt x="25" y="12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548" name="Freeform 572">
                <a:extLst>
                  <a:ext uri="{FF2B5EF4-FFF2-40B4-BE49-F238E27FC236}">
                    <a16:creationId xmlns:a16="http://schemas.microsoft.com/office/drawing/2014/main" id="{69B77023-175A-4EE6-A178-4A5AB64512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0" y="1557"/>
                <a:ext cx="16" cy="29"/>
              </a:xfrm>
              <a:custGeom>
                <a:avLst/>
                <a:gdLst>
                  <a:gd name="T0" fmla="*/ 5 w 15"/>
                  <a:gd name="T1" fmla="*/ 0 h 27"/>
                  <a:gd name="T2" fmla="*/ 4 w 15"/>
                  <a:gd name="T3" fmla="*/ 27 h 27"/>
                  <a:gd name="T4" fmla="*/ 18 w 15"/>
                  <a:gd name="T5" fmla="*/ 3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27">
                    <a:moveTo>
                      <a:pt x="5" y="0"/>
                    </a:moveTo>
                    <a:cubicBezTo>
                      <a:pt x="5" y="4"/>
                      <a:pt x="0" y="17"/>
                      <a:pt x="4" y="21"/>
                    </a:cubicBezTo>
                    <a:cubicBezTo>
                      <a:pt x="11" y="27"/>
                      <a:pt x="14" y="8"/>
                      <a:pt x="15" y="3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549" name="Freeform 573">
                <a:extLst>
                  <a:ext uri="{FF2B5EF4-FFF2-40B4-BE49-F238E27FC236}">
                    <a16:creationId xmlns:a16="http://schemas.microsoft.com/office/drawing/2014/main" id="{A060E133-AC70-478A-8AB6-6DCE16E788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5" y="1634"/>
                <a:ext cx="11" cy="16"/>
              </a:xfrm>
              <a:custGeom>
                <a:avLst/>
                <a:gdLst>
                  <a:gd name="T0" fmla="*/ 0 w 11"/>
                  <a:gd name="T1" fmla="*/ 0 h 15"/>
                  <a:gd name="T2" fmla="*/ 11 w 11"/>
                  <a:gd name="T3" fmla="*/ 18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15">
                    <a:moveTo>
                      <a:pt x="0" y="0"/>
                    </a:moveTo>
                    <a:cubicBezTo>
                      <a:pt x="2" y="5"/>
                      <a:pt x="7" y="10"/>
                      <a:pt x="11" y="15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550" name="Freeform 574">
                <a:extLst>
                  <a:ext uri="{FF2B5EF4-FFF2-40B4-BE49-F238E27FC236}">
                    <a16:creationId xmlns:a16="http://schemas.microsoft.com/office/drawing/2014/main" id="{8C02492B-D521-4A93-87C2-56129CCA90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8" y="1614"/>
                <a:ext cx="8" cy="17"/>
              </a:xfrm>
              <a:custGeom>
                <a:avLst/>
                <a:gdLst>
                  <a:gd name="T0" fmla="*/ 0 w 7"/>
                  <a:gd name="T1" fmla="*/ 0 h 16"/>
                  <a:gd name="T2" fmla="*/ 10 w 7"/>
                  <a:gd name="T3" fmla="*/ 19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6">
                    <a:moveTo>
                      <a:pt x="0" y="0"/>
                    </a:moveTo>
                    <a:cubicBezTo>
                      <a:pt x="3" y="4"/>
                      <a:pt x="6" y="11"/>
                      <a:pt x="7" y="16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551" name="Freeform 575">
                <a:extLst>
                  <a:ext uri="{FF2B5EF4-FFF2-40B4-BE49-F238E27FC236}">
                    <a16:creationId xmlns:a16="http://schemas.microsoft.com/office/drawing/2014/main" id="{49F5BE0E-85D8-4A51-A55B-2DE0D7E9EF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2" y="1840"/>
                <a:ext cx="6" cy="16"/>
              </a:xfrm>
              <a:custGeom>
                <a:avLst/>
                <a:gdLst>
                  <a:gd name="T0" fmla="*/ 1 w 6"/>
                  <a:gd name="T1" fmla="*/ 18 h 15"/>
                  <a:gd name="T2" fmla="*/ 6 w 6"/>
                  <a:gd name="T3" fmla="*/ 0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5">
                    <a:moveTo>
                      <a:pt x="1" y="15"/>
                    </a:moveTo>
                    <a:cubicBezTo>
                      <a:pt x="0" y="11"/>
                      <a:pt x="4" y="3"/>
                      <a:pt x="6" y="0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552" name="Freeform 576">
                <a:extLst>
                  <a:ext uri="{FF2B5EF4-FFF2-40B4-BE49-F238E27FC236}">
                    <a16:creationId xmlns:a16="http://schemas.microsoft.com/office/drawing/2014/main" id="{9D9A889B-D3E7-4852-988C-E44E7CB808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0" y="1879"/>
                <a:ext cx="16" cy="33"/>
              </a:xfrm>
              <a:custGeom>
                <a:avLst/>
                <a:gdLst>
                  <a:gd name="T0" fmla="*/ 0 w 15"/>
                  <a:gd name="T1" fmla="*/ 28 h 31"/>
                  <a:gd name="T2" fmla="*/ 12 w 15"/>
                  <a:gd name="T3" fmla="*/ 2 h 31"/>
                  <a:gd name="T4" fmla="*/ 15 w 15"/>
                  <a:gd name="T5" fmla="*/ 37 h 3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31">
                    <a:moveTo>
                      <a:pt x="0" y="23"/>
                    </a:moveTo>
                    <a:cubicBezTo>
                      <a:pt x="0" y="18"/>
                      <a:pt x="2" y="0"/>
                      <a:pt x="9" y="2"/>
                    </a:cubicBezTo>
                    <a:cubicBezTo>
                      <a:pt x="15" y="4"/>
                      <a:pt x="12" y="26"/>
                      <a:pt x="12" y="31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553" name="Freeform 577">
                <a:extLst>
                  <a:ext uri="{FF2B5EF4-FFF2-40B4-BE49-F238E27FC236}">
                    <a16:creationId xmlns:a16="http://schemas.microsoft.com/office/drawing/2014/main" id="{8DD7E043-028A-4293-9980-914D63CA94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1" y="1930"/>
                <a:ext cx="15" cy="21"/>
              </a:xfrm>
              <a:custGeom>
                <a:avLst/>
                <a:gdLst>
                  <a:gd name="T0" fmla="*/ 17 w 14"/>
                  <a:gd name="T1" fmla="*/ 0 h 20"/>
                  <a:gd name="T2" fmla="*/ 0 w 14"/>
                  <a:gd name="T3" fmla="*/ 23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20">
                    <a:moveTo>
                      <a:pt x="14" y="0"/>
                    </a:moveTo>
                    <a:cubicBezTo>
                      <a:pt x="8" y="4"/>
                      <a:pt x="5" y="14"/>
                      <a:pt x="0" y="20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554" name="Freeform 578">
                <a:extLst>
                  <a:ext uri="{FF2B5EF4-FFF2-40B4-BE49-F238E27FC236}">
                    <a16:creationId xmlns:a16="http://schemas.microsoft.com/office/drawing/2014/main" id="{8E11AAEF-D054-4E13-9590-578CAE2E28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7" y="1795"/>
                <a:ext cx="8" cy="25"/>
              </a:xfrm>
              <a:custGeom>
                <a:avLst/>
                <a:gdLst>
                  <a:gd name="T0" fmla="*/ 0 w 8"/>
                  <a:gd name="T1" fmla="*/ 0 h 23"/>
                  <a:gd name="T2" fmla="*/ 8 w 8"/>
                  <a:gd name="T3" fmla="*/ 29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23">
                    <a:moveTo>
                      <a:pt x="0" y="0"/>
                    </a:moveTo>
                    <a:cubicBezTo>
                      <a:pt x="3" y="7"/>
                      <a:pt x="5" y="16"/>
                      <a:pt x="8" y="23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555" name="Freeform 579">
                <a:extLst>
                  <a:ext uri="{FF2B5EF4-FFF2-40B4-BE49-F238E27FC236}">
                    <a16:creationId xmlns:a16="http://schemas.microsoft.com/office/drawing/2014/main" id="{DFAE4199-911B-49EC-86B3-4335E92E62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4" y="1652"/>
                <a:ext cx="17" cy="21"/>
              </a:xfrm>
              <a:custGeom>
                <a:avLst/>
                <a:gdLst>
                  <a:gd name="T0" fmla="*/ 3 w 16"/>
                  <a:gd name="T1" fmla="*/ 15 h 20"/>
                  <a:gd name="T2" fmla="*/ 18 w 16"/>
                  <a:gd name="T3" fmla="*/ 0 h 20"/>
                  <a:gd name="T4" fmla="*/ 4 w 16"/>
                  <a:gd name="T5" fmla="*/ 23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20">
                    <a:moveTo>
                      <a:pt x="3" y="12"/>
                    </a:moveTo>
                    <a:cubicBezTo>
                      <a:pt x="0" y="9"/>
                      <a:pt x="10" y="0"/>
                      <a:pt x="15" y="0"/>
                    </a:cubicBezTo>
                    <a:cubicBezTo>
                      <a:pt x="16" y="7"/>
                      <a:pt x="9" y="16"/>
                      <a:pt x="4" y="20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556" name="Freeform 580">
                <a:extLst>
                  <a:ext uri="{FF2B5EF4-FFF2-40B4-BE49-F238E27FC236}">
                    <a16:creationId xmlns:a16="http://schemas.microsoft.com/office/drawing/2014/main" id="{ECF6BCD0-C075-427B-AF6C-7E85D78C68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0" y="1718"/>
                <a:ext cx="26" cy="29"/>
              </a:xfrm>
              <a:custGeom>
                <a:avLst/>
                <a:gdLst>
                  <a:gd name="T0" fmla="*/ 10 w 25"/>
                  <a:gd name="T1" fmla="*/ 0 h 27"/>
                  <a:gd name="T2" fmla="*/ 28 w 25"/>
                  <a:gd name="T3" fmla="*/ 19 h 27"/>
                  <a:gd name="T4" fmla="*/ 0 w 25"/>
                  <a:gd name="T5" fmla="*/ 18 h 27"/>
                  <a:gd name="T6" fmla="*/ 20 w 25"/>
                  <a:gd name="T7" fmla="*/ 33 h 2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" h="27">
                    <a:moveTo>
                      <a:pt x="10" y="0"/>
                    </a:moveTo>
                    <a:cubicBezTo>
                      <a:pt x="14" y="6"/>
                      <a:pt x="25" y="8"/>
                      <a:pt x="25" y="16"/>
                    </a:cubicBezTo>
                    <a:cubicBezTo>
                      <a:pt x="19" y="19"/>
                      <a:pt x="3" y="8"/>
                      <a:pt x="0" y="15"/>
                    </a:cubicBezTo>
                    <a:cubicBezTo>
                      <a:pt x="5" y="20"/>
                      <a:pt x="13" y="21"/>
                      <a:pt x="17" y="27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557" name="Freeform 581">
                <a:extLst>
                  <a:ext uri="{FF2B5EF4-FFF2-40B4-BE49-F238E27FC236}">
                    <a16:creationId xmlns:a16="http://schemas.microsoft.com/office/drawing/2014/main" id="{CAF24AFE-EDA1-456B-AFB8-E9637A5AD6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6" y="1280"/>
                <a:ext cx="14" cy="17"/>
              </a:xfrm>
              <a:custGeom>
                <a:avLst/>
                <a:gdLst>
                  <a:gd name="T0" fmla="*/ 5 w 13"/>
                  <a:gd name="T1" fmla="*/ 19 h 16"/>
                  <a:gd name="T2" fmla="*/ 11 w 13"/>
                  <a:gd name="T3" fmla="*/ 1 h 16"/>
                  <a:gd name="T4" fmla="*/ 0 w 13"/>
                  <a:gd name="T5" fmla="*/ 18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6">
                    <a:moveTo>
                      <a:pt x="5" y="16"/>
                    </a:moveTo>
                    <a:cubicBezTo>
                      <a:pt x="7" y="15"/>
                      <a:pt x="13" y="3"/>
                      <a:pt x="8" y="1"/>
                    </a:cubicBezTo>
                    <a:cubicBezTo>
                      <a:pt x="4" y="0"/>
                      <a:pt x="1" y="13"/>
                      <a:pt x="0" y="15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558" name="Freeform 582">
                <a:extLst>
                  <a:ext uri="{FF2B5EF4-FFF2-40B4-BE49-F238E27FC236}">
                    <a16:creationId xmlns:a16="http://schemas.microsoft.com/office/drawing/2014/main" id="{8F972A3E-0635-4D6E-A1F2-0653025D59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4" y="1231"/>
                <a:ext cx="7" cy="10"/>
              </a:xfrm>
              <a:custGeom>
                <a:avLst/>
                <a:gdLst>
                  <a:gd name="T0" fmla="*/ 0 w 6"/>
                  <a:gd name="T1" fmla="*/ 12 h 9"/>
                  <a:gd name="T2" fmla="*/ 9 w 6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9">
                    <a:moveTo>
                      <a:pt x="0" y="9"/>
                    </a:moveTo>
                    <a:cubicBezTo>
                      <a:pt x="2" y="6"/>
                      <a:pt x="5" y="3"/>
                      <a:pt x="6" y="0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559" name="Freeform 583">
                <a:extLst>
                  <a:ext uri="{FF2B5EF4-FFF2-40B4-BE49-F238E27FC236}">
                    <a16:creationId xmlns:a16="http://schemas.microsoft.com/office/drawing/2014/main" id="{AB89E6E9-D0B5-4EF1-8B64-32CCD004EC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4" y="1229"/>
                <a:ext cx="167" cy="82"/>
              </a:xfrm>
              <a:custGeom>
                <a:avLst/>
                <a:gdLst>
                  <a:gd name="T0" fmla="*/ 0 w 157"/>
                  <a:gd name="T1" fmla="*/ 0 h 77"/>
                  <a:gd name="T2" fmla="*/ 46 w 157"/>
                  <a:gd name="T3" fmla="*/ 36 h 77"/>
                  <a:gd name="T4" fmla="*/ 89 w 157"/>
                  <a:gd name="T5" fmla="*/ 62 h 77"/>
                  <a:gd name="T6" fmla="*/ 139 w 157"/>
                  <a:gd name="T7" fmla="*/ 72 h 77"/>
                  <a:gd name="T8" fmla="*/ 189 w 157"/>
                  <a:gd name="T9" fmla="*/ 93 h 77"/>
                  <a:gd name="T10" fmla="*/ 164 w 157"/>
                  <a:gd name="T11" fmla="*/ 85 h 77"/>
                  <a:gd name="T12" fmla="*/ 131 w 157"/>
                  <a:gd name="T13" fmla="*/ 78 h 77"/>
                  <a:gd name="T14" fmla="*/ 64 w 157"/>
                  <a:gd name="T15" fmla="*/ 75 h 77"/>
                  <a:gd name="T16" fmla="*/ 17 w 157"/>
                  <a:gd name="T17" fmla="*/ 36 h 77"/>
                  <a:gd name="T18" fmla="*/ 2 w 157"/>
                  <a:gd name="T19" fmla="*/ 4 h 77"/>
                  <a:gd name="T20" fmla="*/ 1 w 157"/>
                  <a:gd name="T21" fmla="*/ 3 h 7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57" h="77">
                    <a:moveTo>
                      <a:pt x="0" y="0"/>
                    </a:moveTo>
                    <a:cubicBezTo>
                      <a:pt x="9" y="15"/>
                      <a:pt x="23" y="23"/>
                      <a:pt x="38" y="30"/>
                    </a:cubicBezTo>
                    <a:cubicBezTo>
                      <a:pt x="50" y="37"/>
                      <a:pt x="62" y="45"/>
                      <a:pt x="74" y="51"/>
                    </a:cubicBezTo>
                    <a:cubicBezTo>
                      <a:pt x="88" y="57"/>
                      <a:pt x="101" y="58"/>
                      <a:pt x="116" y="60"/>
                    </a:cubicBezTo>
                    <a:cubicBezTo>
                      <a:pt x="134" y="61"/>
                      <a:pt x="144" y="66"/>
                      <a:pt x="157" y="77"/>
                    </a:cubicBezTo>
                    <a:cubicBezTo>
                      <a:pt x="150" y="74"/>
                      <a:pt x="144" y="71"/>
                      <a:pt x="136" y="70"/>
                    </a:cubicBezTo>
                    <a:cubicBezTo>
                      <a:pt x="127" y="68"/>
                      <a:pt x="118" y="66"/>
                      <a:pt x="109" y="65"/>
                    </a:cubicBezTo>
                    <a:cubicBezTo>
                      <a:pt x="89" y="63"/>
                      <a:pt x="73" y="71"/>
                      <a:pt x="53" y="62"/>
                    </a:cubicBezTo>
                    <a:cubicBezTo>
                      <a:pt x="37" y="56"/>
                      <a:pt x="25" y="42"/>
                      <a:pt x="14" y="30"/>
                    </a:cubicBezTo>
                    <a:cubicBezTo>
                      <a:pt x="7" y="23"/>
                      <a:pt x="2" y="14"/>
                      <a:pt x="2" y="4"/>
                    </a:cubicBezTo>
                    <a:cubicBezTo>
                      <a:pt x="1" y="4"/>
                      <a:pt x="1" y="4"/>
                      <a:pt x="1" y="3"/>
                    </a:cubicBezTo>
                  </a:path>
                </a:pathLst>
              </a:custGeom>
              <a:solidFill>
                <a:srgbClr val="FC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560" name="Freeform 584">
                <a:extLst>
                  <a:ext uri="{FF2B5EF4-FFF2-40B4-BE49-F238E27FC236}">
                    <a16:creationId xmlns:a16="http://schemas.microsoft.com/office/drawing/2014/main" id="{58182630-B08B-4F3E-A08D-95BA08C242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4" y="2206"/>
                <a:ext cx="15" cy="28"/>
              </a:xfrm>
              <a:custGeom>
                <a:avLst/>
                <a:gdLst>
                  <a:gd name="T0" fmla="*/ 4 w 14"/>
                  <a:gd name="T1" fmla="*/ 25 h 27"/>
                  <a:gd name="T2" fmla="*/ 4 w 14"/>
                  <a:gd name="T3" fmla="*/ 4 h 27"/>
                  <a:gd name="T4" fmla="*/ 17 w 14"/>
                  <a:gd name="T5" fmla="*/ 30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27">
                    <a:moveTo>
                      <a:pt x="4" y="22"/>
                    </a:moveTo>
                    <a:cubicBezTo>
                      <a:pt x="4" y="19"/>
                      <a:pt x="0" y="7"/>
                      <a:pt x="4" y="4"/>
                    </a:cubicBezTo>
                    <a:cubicBezTo>
                      <a:pt x="11" y="0"/>
                      <a:pt x="13" y="23"/>
                      <a:pt x="14" y="27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561" name="Freeform 585">
                <a:extLst>
                  <a:ext uri="{FF2B5EF4-FFF2-40B4-BE49-F238E27FC236}">
                    <a16:creationId xmlns:a16="http://schemas.microsoft.com/office/drawing/2014/main" id="{D67048E9-8BB8-4B15-8BFF-5812EE851C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9" y="2203"/>
                <a:ext cx="8" cy="18"/>
              </a:xfrm>
              <a:custGeom>
                <a:avLst/>
                <a:gdLst>
                  <a:gd name="T0" fmla="*/ 0 w 7"/>
                  <a:gd name="T1" fmla="*/ 0 h 16"/>
                  <a:gd name="T2" fmla="*/ 10 w 7"/>
                  <a:gd name="T3" fmla="*/ 23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6">
                    <a:moveTo>
                      <a:pt x="0" y="0"/>
                    </a:moveTo>
                    <a:cubicBezTo>
                      <a:pt x="2" y="5"/>
                      <a:pt x="4" y="11"/>
                      <a:pt x="7" y="16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562" name="Freeform 586">
                <a:extLst>
                  <a:ext uri="{FF2B5EF4-FFF2-40B4-BE49-F238E27FC236}">
                    <a16:creationId xmlns:a16="http://schemas.microsoft.com/office/drawing/2014/main" id="{4EDC3D2D-D190-4D3D-B414-C2D0FE4669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2" y="2372"/>
                <a:ext cx="8" cy="17"/>
              </a:xfrm>
              <a:custGeom>
                <a:avLst/>
                <a:gdLst>
                  <a:gd name="T0" fmla="*/ 0 w 7"/>
                  <a:gd name="T1" fmla="*/ 19 h 16"/>
                  <a:gd name="T2" fmla="*/ 10 w 7"/>
                  <a:gd name="T3" fmla="*/ 0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6">
                    <a:moveTo>
                      <a:pt x="0" y="16"/>
                    </a:moveTo>
                    <a:cubicBezTo>
                      <a:pt x="1" y="11"/>
                      <a:pt x="4" y="4"/>
                      <a:pt x="7" y="0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563" name="Freeform 587">
                <a:extLst>
                  <a:ext uri="{FF2B5EF4-FFF2-40B4-BE49-F238E27FC236}">
                    <a16:creationId xmlns:a16="http://schemas.microsoft.com/office/drawing/2014/main" id="{430FA14C-99B7-4883-B2C7-867D289745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8" y="2392"/>
                <a:ext cx="13" cy="21"/>
              </a:xfrm>
              <a:custGeom>
                <a:avLst/>
                <a:gdLst>
                  <a:gd name="T0" fmla="*/ 0 w 12"/>
                  <a:gd name="T1" fmla="*/ 23 h 20"/>
                  <a:gd name="T2" fmla="*/ 15 w 12"/>
                  <a:gd name="T3" fmla="*/ 0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20">
                    <a:moveTo>
                      <a:pt x="0" y="20"/>
                    </a:moveTo>
                    <a:cubicBezTo>
                      <a:pt x="1" y="13"/>
                      <a:pt x="7" y="4"/>
                      <a:pt x="12" y="0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564" name="Freeform 588">
                <a:extLst>
                  <a:ext uri="{FF2B5EF4-FFF2-40B4-BE49-F238E27FC236}">
                    <a16:creationId xmlns:a16="http://schemas.microsoft.com/office/drawing/2014/main" id="{BA423E5B-A3DC-4AEF-B8DF-8921913272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3" y="2209"/>
                <a:ext cx="25" cy="33"/>
              </a:xfrm>
              <a:custGeom>
                <a:avLst/>
                <a:gdLst>
                  <a:gd name="T0" fmla="*/ 0 w 24"/>
                  <a:gd name="T1" fmla="*/ 16 h 31"/>
                  <a:gd name="T2" fmla="*/ 8 w 24"/>
                  <a:gd name="T3" fmla="*/ 2 h 31"/>
                  <a:gd name="T4" fmla="*/ 17 w 24"/>
                  <a:gd name="T5" fmla="*/ 14 h 31"/>
                  <a:gd name="T6" fmla="*/ 7 w 24"/>
                  <a:gd name="T7" fmla="*/ 32 h 31"/>
                  <a:gd name="T8" fmla="*/ 27 w 24"/>
                  <a:gd name="T9" fmla="*/ 30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31">
                    <a:moveTo>
                      <a:pt x="0" y="13"/>
                    </a:moveTo>
                    <a:cubicBezTo>
                      <a:pt x="1" y="11"/>
                      <a:pt x="5" y="3"/>
                      <a:pt x="8" y="2"/>
                    </a:cubicBezTo>
                    <a:cubicBezTo>
                      <a:pt x="14" y="0"/>
                      <a:pt x="16" y="5"/>
                      <a:pt x="14" y="11"/>
                    </a:cubicBezTo>
                    <a:cubicBezTo>
                      <a:pt x="13" y="15"/>
                      <a:pt x="3" y="19"/>
                      <a:pt x="7" y="26"/>
                    </a:cubicBezTo>
                    <a:cubicBezTo>
                      <a:pt x="9" y="31"/>
                      <a:pt x="19" y="23"/>
                      <a:pt x="24" y="24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565" name="Freeform 589">
                <a:extLst>
                  <a:ext uri="{FF2B5EF4-FFF2-40B4-BE49-F238E27FC236}">
                    <a16:creationId xmlns:a16="http://schemas.microsoft.com/office/drawing/2014/main" id="{41536E81-9E63-410C-8132-044C50E333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5" y="2506"/>
                <a:ext cx="26" cy="28"/>
              </a:xfrm>
              <a:custGeom>
                <a:avLst/>
                <a:gdLst>
                  <a:gd name="T0" fmla="*/ 0 w 24"/>
                  <a:gd name="T1" fmla="*/ 14 h 26"/>
                  <a:gd name="T2" fmla="*/ 22 w 24"/>
                  <a:gd name="T3" fmla="*/ 26 h 26"/>
                  <a:gd name="T4" fmla="*/ 9 w 24"/>
                  <a:gd name="T5" fmla="*/ 0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26">
                    <a:moveTo>
                      <a:pt x="0" y="11"/>
                    </a:moveTo>
                    <a:cubicBezTo>
                      <a:pt x="3" y="15"/>
                      <a:pt x="11" y="26"/>
                      <a:pt x="17" y="20"/>
                    </a:cubicBezTo>
                    <a:cubicBezTo>
                      <a:pt x="24" y="14"/>
                      <a:pt x="12" y="2"/>
                      <a:pt x="6" y="0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566" name="Freeform 590">
                <a:extLst>
                  <a:ext uri="{FF2B5EF4-FFF2-40B4-BE49-F238E27FC236}">
                    <a16:creationId xmlns:a16="http://schemas.microsoft.com/office/drawing/2014/main" id="{2D65DB4E-1132-4293-A322-D1C8E6DCF8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1" y="2003"/>
                <a:ext cx="17" cy="20"/>
              </a:xfrm>
              <a:custGeom>
                <a:avLst/>
                <a:gdLst>
                  <a:gd name="T0" fmla="*/ 5 w 16"/>
                  <a:gd name="T1" fmla="*/ 0 h 19"/>
                  <a:gd name="T2" fmla="*/ 4 w 16"/>
                  <a:gd name="T3" fmla="*/ 17 h 19"/>
                  <a:gd name="T4" fmla="*/ 19 w 16"/>
                  <a:gd name="T5" fmla="*/ 1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19">
                    <a:moveTo>
                      <a:pt x="5" y="0"/>
                    </a:moveTo>
                    <a:cubicBezTo>
                      <a:pt x="3" y="3"/>
                      <a:pt x="0" y="12"/>
                      <a:pt x="4" y="14"/>
                    </a:cubicBezTo>
                    <a:cubicBezTo>
                      <a:pt x="10" y="19"/>
                      <a:pt x="15" y="5"/>
                      <a:pt x="16" y="1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567" name="Freeform 591">
                <a:extLst>
                  <a:ext uri="{FF2B5EF4-FFF2-40B4-BE49-F238E27FC236}">
                    <a16:creationId xmlns:a16="http://schemas.microsoft.com/office/drawing/2014/main" id="{58E305E2-5BDE-4CBF-95CE-F135E06A26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3" y="2024"/>
                <a:ext cx="7" cy="27"/>
              </a:xfrm>
              <a:custGeom>
                <a:avLst/>
                <a:gdLst>
                  <a:gd name="T0" fmla="*/ 6 w 7"/>
                  <a:gd name="T1" fmla="*/ 0 h 25"/>
                  <a:gd name="T2" fmla="*/ 0 w 7"/>
                  <a:gd name="T3" fmla="*/ 31 h 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25">
                    <a:moveTo>
                      <a:pt x="6" y="0"/>
                    </a:moveTo>
                    <a:cubicBezTo>
                      <a:pt x="7" y="8"/>
                      <a:pt x="3" y="18"/>
                      <a:pt x="0" y="25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568" name="Freeform 592">
                <a:extLst>
                  <a:ext uri="{FF2B5EF4-FFF2-40B4-BE49-F238E27FC236}">
                    <a16:creationId xmlns:a16="http://schemas.microsoft.com/office/drawing/2014/main" id="{6E58C807-2BA7-41FA-93B0-8980EE6283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5" y="2000"/>
                <a:ext cx="30" cy="31"/>
              </a:xfrm>
              <a:custGeom>
                <a:avLst/>
                <a:gdLst>
                  <a:gd name="T0" fmla="*/ 17 w 28"/>
                  <a:gd name="T1" fmla="*/ 0 h 29"/>
                  <a:gd name="T2" fmla="*/ 21 w 28"/>
                  <a:gd name="T3" fmla="*/ 24 h 29"/>
                  <a:gd name="T4" fmla="*/ 4 w 28"/>
                  <a:gd name="T5" fmla="*/ 6 h 29"/>
                  <a:gd name="T6" fmla="*/ 11 w 28"/>
                  <a:gd name="T7" fmla="*/ 35 h 2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" h="29">
                    <a:moveTo>
                      <a:pt x="14" y="0"/>
                    </a:moveTo>
                    <a:cubicBezTo>
                      <a:pt x="16" y="3"/>
                      <a:pt x="28" y="20"/>
                      <a:pt x="18" y="20"/>
                    </a:cubicBezTo>
                    <a:cubicBezTo>
                      <a:pt x="12" y="21"/>
                      <a:pt x="11" y="7"/>
                      <a:pt x="4" y="6"/>
                    </a:cubicBezTo>
                    <a:cubicBezTo>
                      <a:pt x="0" y="14"/>
                      <a:pt x="5" y="23"/>
                      <a:pt x="8" y="29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569" name="Freeform 593">
                <a:extLst>
                  <a:ext uri="{FF2B5EF4-FFF2-40B4-BE49-F238E27FC236}">
                    <a16:creationId xmlns:a16="http://schemas.microsoft.com/office/drawing/2014/main" id="{89BBC803-0A87-4B4C-BAF5-C9C9EBC55A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0" y="2323"/>
                <a:ext cx="18" cy="5"/>
              </a:xfrm>
              <a:custGeom>
                <a:avLst/>
                <a:gdLst>
                  <a:gd name="T0" fmla="*/ 0 w 17"/>
                  <a:gd name="T1" fmla="*/ 5 h 5"/>
                  <a:gd name="T2" fmla="*/ 20 w 17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5">
                    <a:moveTo>
                      <a:pt x="0" y="5"/>
                    </a:moveTo>
                    <a:cubicBezTo>
                      <a:pt x="6" y="2"/>
                      <a:pt x="11" y="0"/>
                      <a:pt x="17" y="0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570" name="Freeform 594">
                <a:extLst>
                  <a:ext uri="{FF2B5EF4-FFF2-40B4-BE49-F238E27FC236}">
                    <a16:creationId xmlns:a16="http://schemas.microsoft.com/office/drawing/2014/main" id="{6F39F1C1-F31B-428D-9CED-09B3542A1D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5" y="2363"/>
                <a:ext cx="19" cy="31"/>
              </a:xfrm>
              <a:custGeom>
                <a:avLst/>
                <a:gdLst>
                  <a:gd name="T0" fmla="*/ 4 w 18"/>
                  <a:gd name="T1" fmla="*/ 22 h 29"/>
                  <a:gd name="T2" fmla="*/ 6 w 18"/>
                  <a:gd name="T3" fmla="*/ 3 h 29"/>
                  <a:gd name="T4" fmla="*/ 21 w 18"/>
                  <a:gd name="T5" fmla="*/ 35 h 2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29">
                    <a:moveTo>
                      <a:pt x="4" y="19"/>
                    </a:moveTo>
                    <a:cubicBezTo>
                      <a:pt x="1" y="15"/>
                      <a:pt x="0" y="5"/>
                      <a:pt x="6" y="3"/>
                    </a:cubicBezTo>
                    <a:cubicBezTo>
                      <a:pt x="17" y="0"/>
                      <a:pt x="16" y="24"/>
                      <a:pt x="18" y="29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571" name="Freeform 595">
                <a:extLst>
                  <a:ext uri="{FF2B5EF4-FFF2-40B4-BE49-F238E27FC236}">
                    <a16:creationId xmlns:a16="http://schemas.microsoft.com/office/drawing/2014/main" id="{44CC1595-CD73-47D3-9532-B65F204CF5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2" y="2365"/>
                <a:ext cx="6" cy="20"/>
              </a:xfrm>
              <a:custGeom>
                <a:avLst/>
                <a:gdLst>
                  <a:gd name="T0" fmla="*/ 0 w 5"/>
                  <a:gd name="T1" fmla="*/ 0 h 19"/>
                  <a:gd name="T2" fmla="*/ 8 w 5"/>
                  <a:gd name="T3" fmla="*/ 22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9">
                    <a:moveTo>
                      <a:pt x="0" y="0"/>
                    </a:moveTo>
                    <a:cubicBezTo>
                      <a:pt x="3" y="6"/>
                      <a:pt x="2" y="13"/>
                      <a:pt x="5" y="19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572" name="Freeform 596">
                <a:extLst>
                  <a:ext uri="{FF2B5EF4-FFF2-40B4-BE49-F238E27FC236}">
                    <a16:creationId xmlns:a16="http://schemas.microsoft.com/office/drawing/2014/main" id="{4FA098C8-F806-40FE-8EF3-1A67C5853D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9" y="2394"/>
                <a:ext cx="35" cy="34"/>
              </a:xfrm>
              <a:custGeom>
                <a:avLst/>
                <a:gdLst>
                  <a:gd name="T0" fmla="*/ 31 w 33"/>
                  <a:gd name="T1" fmla="*/ 1 h 32"/>
                  <a:gd name="T2" fmla="*/ 21 w 33"/>
                  <a:gd name="T3" fmla="*/ 21 h 32"/>
                  <a:gd name="T4" fmla="*/ 37 w 33"/>
                  <a:gd name="T5" fmla="*/ 21 h 32"/>
                  <a:gd name="T6" fmla="*/ 19 w 33"/>
                  <a:gd name="T7" fmla="*/ 38 h 3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" h="32">
                    <a:moveTo>
                      <a:pt x="25" y="1"/>
                    </a:moveTo>
                    <a:cubicBezTo>
                      <a:pt x="11" y="0"/>
                      <a:pt x="0" y="18"/>
                      <a:pt x="18" y="18"/>
                    </a:cubicBezTo>
                    <a:cubicBezTo>
                      <a:pt x="22" y="18"/>
                      <a:pt x="29" y="9"/>
                      <a:pt x="31" y="18"/>
                    </a:cubicBezTo>
                    <a:cubicBezTo>
                      <a:pt x="33" y="25"/>
                      <a:pt x="20" y="31"/>
                      <a:pt x="16" y="32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573" name="Freeform 597">
                <a:extLst>
                  <a:ext uri="{FF2B5EF4-FFF2-40B4-BE49-F238E27FC236}">
                    <a16:creationId xmlns:a16="http://schemas.microsoft.com/office/drawing/2014/main" id="{8DC37F79-7DB6-48ED-95FE-A48CB1C697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2" y="2497"/>
                <a:ext cx="17" cy="38"/>
              </a:xfrm>
              <a:custGeom>
                <a:avLst/>
                <a:gdLst>
                  <a:gd name="T0" fmla="*/ 19 w 16"/>
                  <a:gd name="T1" fmla="*/ 0 h 35"/>
                  <a:gd name="T2" fmla="*/ 0 w 16"/>
                  <a:gd name="T3" fmla="*/ 45 h 3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35">
                    <a:moveTo>
                      <a:pt x="16" y="0"/>
                    </a:moveTo>
                    <a:cubicBezTo>
                      <a:pt x="11" y="11"/>
                      <a:pt x="8" y="25"/>
                      <a:pt x="0" y="35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574" name="Freeform 598">
                <a:extLst>
                  <a:ext uri="{FF2B5EF4-FFF2-40B4-BE49-F238E27FC236}">
                    <a16:creationId xmlns:a16="http://schemas.microsoft.com/office/drawing/2014/main" id="{A2612256-4A8E-4E6A-83CE-05626329EA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1" y="2552"/>
                <a:ext cx="11" cy="19"/>
              </a:xfrm>
              <a:custGeom>
                <a:avLst/>
                <a:gdLst>
                  <a:gd name="T0" fmla="*/ 13 w 10"/>
                  <a:gd name="T1" fmla="*/ 0 h 18"/>
                  <a:gd name="T2" fmla="*/ 0 w 10"/>
                  <a:gd name="T3" fmla="*/ 21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18">
                    <a:moveTo>
                      <a:pt x="10" y="0"/>
                    </a:moveTo>
                    <a:cubicBezTo>
                      <a:pt x="1" y="2"/>
                      <a:pt x="0" y="11"/>
                      <a:pt x="0" y="18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575" name="Freeform 599">
                <a:extLst>
                  <a:ext uri="{FF2B5EF4-FFF2-40B4-BE49-F238E27FC236}">
                    <a16:creationId xmlns:a16="http://schemas.microsoft.com/office/drawing/2014/main" id="{890FB015-7169-4014-B8DF-2F3FB133A4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7" y="2538"/>
                <a:ext cx="6" cy="13"/>
              </a:xfrm>
              <a:custGeom>
                <a:avLst/>
                <a:gdLst>
                  <a:gd name="T0" fmla="*/ 0 w 6"/>
                  <a:gd name="T1" fmla="*/ 0 h 12"/>
                  <a:gd name="T2" fmla="*/ 6 w 6"/>
                  <a:gd name="T3" fmla="*/ 15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2">
                    <a:moveTo>
                      <a:pt x="0" y="0"/>
                    </a:moveTo>
                    <a:cubicBezTo>
                      <a:pt x="1" y="4"/>
                      <a:pt x="3" y="9"/>
                      <a:pt x="6" y="12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576" name="Freeform 600">
                <a:extLst>
                  <a:ext uri="{FF2B5EF4-FFF2-40B4-BE49-F238E27FC236}">
                    <a16:creationId xmlns:a16="http://schemas.microsoft.com/office/drawing/2014/main" id="{9090C233-F9F5-4935-8D27-B5F70D357A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6" y="2784"/>
                <a:ext cx="23" cy="28"/>
              </a:xfrm>
              <a:custGeom>
                <a:avLst/>
                <a:gdLst>
                  <a:gd name="T0" fmla="*/ 18 w 22"/>
                  <a:gd name="T1" fmla="*/ 0 h 26"/>
                  <a:gd name="T2" fmla="*/ 25 w 22"/>
                  <a:gd name="T3" fmla="*/ 6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26">
                    <a:moveTo>
                      <a:pt x="15" y="0"/>
                    </a:moveTo>
                    <a:cubicBezTo>
                      <a:pt x="0" y="7"/>
                      <a:pt x="18" y="26"/>
                      <a:pt x="22" y="6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577" name="Freeform 601">
                <a:extLst>
                  <a:ext uri="{FF2B5EF4-FFF2-40B4-BE49-F238E27FC236}">
                    <a16:creationId xmlns:a16="http://schemas.microsoft.com/office/drawing/2014/main" id="{44CBF417-16B5-4F59-B69C-A9147AF8CB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7" y="2781"/>
                <a:ext cx="25" cy="23"/>
              </a:xfrm>
              <a:custGeom>
                <a:avLst/>
                <a:gdLst>
                  <a:gd name="T0" fmla="*/ 13 w 23"/>
                  <a:gd name="T1" fmla="*/ 25 h 22"/>
                  <a:gd name="T2" fmla="*/ 5 w 23"/>
                  <a:gd name="T3" fmla="*/ 5 h 22"/>
                  <a:gd name="T4" fmla="*/ 28 w 23"/>
                  <a:gd name="T5" fmla="*/ 25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22">
                    <a:moveTo>
                      <a:pt x="10" y="22"/>
                    </a:moveTo>
                    <a:cubicBezTo>
                      <a:pt x="6" y="20"/>
                      <a:pt x="0" y="10"/>
                      <a:pt x="5" y="5"/>
                    </a:cubicBezTo>
                    <a:cubicBezTo>
                      <a:pt x="10" y="0"/>
                      <a:pt x="23" y="18"/>
                      <a:pt x="22" y="22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578" name="Freeform 602">
                <a:extLst>
                  <a:ext uri="{FF2B5EF4-FFF2-40B4-BE49-F238E27FC236}">
                    <a16:creationId xmlns:a16="http://schemas.microsoft.com/office/drawing/2014/main" id="{B91748CA-5BAA-484A-ADA3-ADA25146FB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0" y="3100"/>
                <a:ext cx="27" cy="42"/>
              </a:xfrm>
              <a:custGeom>
                <a:avLst/>
                <a:gdLst>
                  <a:gd name="T0" fmla="*/ 11 w 25"/>
                  <a:gd name="T1" fmla="*/ 4 h 39"/>
                  <a:gd name="T2" fmla="*/ 1 w 25"/>
                  <a:gd name="T3" fmla="*/ 22 h 39"/>
                  <a:gd name="T4" fmla="*/ 14 w 25"/>
                  <a:gd name="T5" fmla="*/ 19 h 39"/>
                  <a:gd name="T6" fmla="*/ 27 w 25"/>
                  <a:gd name="T7" fmla="*/ 48 h 3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" h="39">
                    <a:moveTo>
                      <a:pt x="8" y="4"/>
                    </a:moveTo>
                    <a:cubicBezTo>
                      <a:pt x="3" y="6"/>
                      <a:pt x="0" y="12"/>
                      <a:pt x="1" y="18"/>
                    </a:cubicBezTo>
                    <a:cubicBezTo>
                      <a:pt x="2" y="32"/>
                      <a:pt x="7" y="21"/>
                      <a:pt x="11" y="16"/>
                    </a:cubicBezTo>
                    <a:cubicBezTo>
                      <a:pt x="25" y="0"/>
                      <a:pt x="24" y="30"/>
                      <a:pt x="21" y="39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579" name="Freeform 603">
                <a:extLst>
                  <a:ext uri="{FF2B5EF4-FFF2-40B4-BE49-F238E27FC236}">
                    <a16:creationId xmlns:a16="http://schemas.microsoft.com/office/drawing/2014/main" id="{94A74114-8247-4F08-B583-A2623509F3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3" y="3116"/>
                <a:ext cx="7" cy="29"/>
              </a:xfrm>
              <a:custGeom>
                <a:avLst/>
                <a:gdLst>
                  <a:gd name="T0" fmla="*/ 0 w 6"/>
                  <a:gd name="T1" fmla="*/ 0 h 27"/>
                  <a:gd name="T2" fmla="*/ 9 w 6"/>
                  <a:gd name="T3" fmla="*/ 33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27">
                    <a:moveTo>
                      <a:pt x="0" y="0"/>
                    </a:moveTo>
                    <a:cubicBezTo>
                      <a:pt x="3" y="9"/>
                      <a:pt x="6" y="17"/>
                      <a:pt x="6" y="27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580" name="Freeform 604">
                <a:extLst>
                  <a:ext uri="{FF2B5EF4-FFF2-40B4-BE49-F238E27FC236}">
                    <a16:creationId xmlns:a16="http://schemas.microsoft.com/office/drawing/2014/main" id="{168CB782-09A6-45E8-B97C-EB40FA9FA8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5" y="3099"/>
                <a:ext cx="14" cy="21"/>
              </a:xfrm>
              <a:custGeom>
                <a:avLst/>
                <a:gdLst>
                  <a:gd name="T0" fmla="*/ 0 w 13"/>
                  <a:gd name="T1" fmla="*/ 23 h 20"/>
                  <a:gd name="T2" fmla="*/ 16 w 13"/>
                  <a:gd name="T3" fmla="*/ 0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20">
                    <a:moveTo>
                      <a:pt x="0" y="20"/>
                    </a:moveTo>
                    <a:cubicBezTo>
                      <a:pt x="2" y="12"/>
                      <a:pt x="11" y="7"/>
                      <a:pt x="13" y="0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581" name="Freeform 605">
                <a:extLst>
                  <a:ext uri="{FF2B5EF4-FFF2-40B4-BE49-F238E27FC236}">
                    <a16:creationId xmlns:a16="http://schemas.microsoft.com/office/drawing/2014/main" id="{483D0BBA-01F0-4B71-9F5C-DEA773F5AD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2" y="3152"/>
                <a:ext cx="5" cy="37"/>
              </a:xfrm>
              <a:custGeom>
                <a:avLst/>
                <a:gdLst>
                  <a:gd name="T0" fmla="*/ 3 w 5"/>
                  <a:gd name="T1" fmla="*/ 0 h 34"/>
                  <a:gd name="T2" fmla="*/ 1 w 5"/>
                  <a:gd name="T3" fmla="*/ 44 h 3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34">
                    <a:moveTo>
                      <a:pt x="3" y="0"/>
                    </a:moveTo>
                    <a:cubicBezTo>
                      <a:pt x="5" y="10"/>
                      <a:pt x="0" y="23"/>
                      <a:pt x="1" y="34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582" name="Freeform 606">
                <a:extLst>
                  <a:ext uri="{FF2B5EF4-FFF2-40B4-BE49-F238E27FC236}">
                    <a16:creationId xmlns:a16="http://schemas.microsoft.com/office/drawing/2014/main" id="{918EF089-39C1-49C6-8E49-019D75AA0A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0" y="3028"/>
                <a:ext cx="30" cy="31"/>
              </a:xfrm>
              <a:custGeom>
                <a:avLst/>
                <a:gdLst>
                  <a:gd name="T0" fmla="*/ 4 w 28"/>
                  <a:gd name="T1" fmla="*/ 32 h 29"/>
                  <a:gd name="T2" fmla="*/ 32 w 28"/>
                  <a:gd name="T3" fmla="*/ 17 h 29"/>
                  <a:gd name="T4" fmla="*/ 0 w 28"/>
                  <a:gd name="T5" fmla="*/ 18 h 2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29">
                    <a:moveTo>
                      <a:pt x="4" y="26"/>
                    </a:moveTo>
                    <a:cubicBezTo>
                      <a:pt x="11" y="29"/>
                      <a:pt x="28" y="23"/>
                      <a:pt x="26" y="14"/>
                    </a:cubicBezTo>
                    <a:cubicBezTo>
                      <a:pt x="23" y="0"/>
                      <a:pt x="6" y="13"/>
                      <a:pt x="0" y="15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583" name="Freeform 607">
                <a:extLst>
                  <a:ext uri="{FF2B5EF4-FFF2-40B4-BE49-F238E27FC236}">
                    <a16:creationId xmlns:a16="http://schemas.microsoft.com/office/drawing/2014/main" id="{CBBD86BE-4EBF-418E-98ED-E65F26119E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0" y="3116"/>
                <a:ext cx="27" cy="26"/>
              </a:xfrm>
              <a:custGeom>
                <a:avLst/>
                <a:gdLst>
                  <a:gd name="T0" fmla="*/ 0 w 25"/>
                  <a:gd name="T1" fmla="*/ 22 h 24"/>
                  <a:gd name="T2" fmla="*/ 17 w 25"/>
                  <a:gd name="T3" fmla="*/ 17 h 24"/>
                  <a:gd name="T4" fmla="*/ 21 w 25"/>
                  <a:gd name="T5" fmla="*/ 30 h 24"/>
                  <a:gd name="T6" fmla="*/ 31 w 25"/>
                  <a:gd name="T7" fmla="*/ 13 h 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" h="24">
                    <a:moveTo>
                      <a:pt x="0" y="17"/>
                    </a:moveTo>
                    <a:cubicBezTo>
                      <a:pt x="3" y="8"/>
                      <a:pt x="12" y="0"/>
                      <a:pt x="14" y="14"/>
                    </a:cubicBezTo>
                    <a:cubicBezTo>
                      <a:pt x="14" y="19"/>
                      <a:pt x="11" y="24"/>
                      <a:pt x="17" y="24"/>
                    </a:cubicBezTo>
                    <a:cubicBezTo>
                      <a:pt x="23" y="24"/>
                      <a:pt x="24" y="13"/>
                      <a:pt x="25" y="10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584" name="Freeform 608">
                <a:extLst>
                  <a:ext uri="{FF2B5EF4-FFF2-40B4-BE49-F238E27FC236}">
                    <a16:creationId xmlns:a16="http://schemas.microsoft.com/office/drawing/2014/main" id="{E89F1648-D99B-4805-8FEC-DD7C8F2B16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9" y="3118"/>
                <a:ext cx="22" cy="73"/>
              </a:xfrm>
              <a:custGeom>
                <a:avLst/>
                <a:gdLst>
                  <a:gd name="T0" fmla="*/ 0 w 20"/>
                  <a:gd name="T1" fmla="*/ 0 h 68"/>
                  <a:gd name="T2" fmla="*/ 24 w 20"/>
                  <a:gd name="T3" fmla="*/ 84 h 6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68">
                    <a:moveTo>
                      <a:pt x="0" y="0"/>
                    </a:moveTo>
                    <a:cubicBezTo>
                      <a:pt x="20" y="15"/>
                      <a:pt x="18" y="46"/>
                      <a:pt x="18" y="68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585" name="Freeform 609">
                <a:extLst>
                  <a:ext uri="{FF2B5EF4-FFF2-40B4-BE49-F238E27FC236}">
                    <a16:creationId xmlns:a16="http://schemas.microsoft.com/office/drawing/2014/main" id="{10E949FA-7449-4CA0-9A51-2C10A19113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3" y="3102"/>
                <a:ext cx="7" cy="24"/>
              </a:xfrm>
              <a:custGeom>
                <a:avLst/>
                <a:gdLst>
                  <a:gd name="T0" fmla="*/ 0 w 7"/>
                  <a:gd name="T1" fmla="*/ 0 h 22"/>
                  <a:gd name="T2" fmla="*/ 7 w 7"/>
                  <a:gd name="T3" fmla="*/ 28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22">
                    <a:moveTo>
                      <a:pt x="0" y="0"/>
                    </a:moveTo>
                    <a:cubicBezTo>
                      <a:pt x="2" y="7"/>
                      <a:pt x="4" y="15"/>
                      <a:pt x="7" y="22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586" name="Freeform 610">
                <a:extLst>
                  <a:ext uri="{FF2B5EF4-FFF2-40B4-BE49-F238E27FC236}">
                    <a16:creationId xmlns:a16="http://schemas.microsoft.com/office/drawing/2014/main" id="{B5F5511D-FAB3-46D3-9CAD-B97E3E673B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8" y="3039"/>
                <a:ext cx="29" cy="23"/>
              </a:xfrm>
              <a:custGeom>
                <a:avLst/>
                <a:gdLst>
                  <a:gd name="T0" fmla="*/ 1 w 27"/>
                  <a:gd name="T1" fmla="*/ 14 h 21"/>
                  <a:gd name="T2" fmla="*/ 18 w 27"/>
                  <a:gd name="T3" fmla="*/ 25 h 21"/>
                  <a:gd name="T4" fmla="*/ 0 w 27"/>
                  <a:gd name="T5" fmla="*/ 0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7" h="21">
                    <a:moveTo>
                      <a:pt x="1" y="11"/>
                    </a:moveTo>
                    <a:cubicBezTo>
                      <a:pt x="0" y="14"/>
                      <a:pt x="11" y="21"/>
                      <a:pt x="15" y="19"/>
                    </a:cubicBezTo>
                    <a:cubicBezTo>
                      <a:pt x="27" y="14"/>
                      <a:pt x="5" y="1"/>
                      <a:pt x="0" y="0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587" name="Freeform 611">
                <a:extLst>
                  <a:ext uri="{FF2B5EF4-FFF2-40B4-BE49-F238E27FC236}">
                    <a16:creationId xmlns:a16="http://schemas.microsoft.com/office/drawing/2014/main" id="{F4AFED08-35F4-434B-BAD4-10BA13097A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7" y="3694"/>
                <a:ext cx="18" cy="38"/>
              </a:xfrm>
              <a:custGeom>
                <a:avLst/>
                <a:gdLst>
                  <a:gd name="T0" fmla="*/ 0 w 16"/>
                  <a:gd name="T1" fmla="*/ 0 h 35"/>
                  <a:gd name="T2" fmla="*/ 23 w 16"/>
                  <a:gd name="T3" fmla="*/ 45 h 3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35">
                    <a:moveTo>
                      <a:pt x="0" y="0"/>
                    </a:moveTo>
                    <a:cubicBezTo>
                      <a:pt x="8" y="11"/>
                      <a:pt x="16" y="22"/>
                      <a:pt x="16" y="35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588" name="Freeform 612">
                <a:extLst>
                  <a:ext uri="{FF2B5EF4-FFF2-40B4-BE49-F238E27FC236}">
                    <a16:creationId xmlns:a16="http://schemas.microsoft.com/office/drawing/2014/main" id="{EC725E2B-074B-4D55-86AB-6ED465199E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0" y="3703"/>
                <a:ext cx="11" cy="29"/>
              </a:xfrm>
              <a:custGeom>
                <a:avLst/>
                <a:gdLst>
                  <a:gd name="T0" fmla="*/ 11 w 11"/>
                  <a:gd name="T1" fmla="*/ 0 h 27"/>
                  <a:gd name="T2" fmla="*/ 0 w 11"/>
                  <a:gd name="T3" fmla="*/ 33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27">
                    <a:moveTo>
                      <a:pt x="11" y="0"/>
                    </a:moveTo>
                    <a:cubicBezTo>
                      <a:pt x="8" y="9"/>
                      <a:pt x="4" y="19"/>
                      <a:pt x="0" y="27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589" name="Freeform 613">
                <a:extLst>
                  <a:ext uri="{FF2B5EF4-FFF2-40B4-BE49-F238E27FC236}">
                    <a16:creationId xmlns:a16="http://schemas.microsoft.com/office/drawing/2014/main" id="{E6EEF3E9-B5A5-4AC5-8B2D-09E5811D4A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0" y="3797"/>
                <a:ext cx="26" cy="39"/>
              </a:xfrm>
              <a:custGeom>
                <a:avLst/>
                <a:gdLst>
                  <a:gd name="T0" fmla="*/ 0 w 24"/>
                  <a:gd name="T1" fmla="*/ 14 h 37"/>
                  <a:gd name="T2" fmla="*/ 9 w 24"/>
                  <a:gd name="T3" fmla="*/ 41 h 37"/>
                  <a:gd name="T4" fmla="*/ 25 w 24"/>
                  <a:gd name="T5" fmla="*/ 0 h 3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37">
                    <a:moveTo>
                      <a:pt x="0" y="11"/>
                    </a:moveTo>
                    <a:cubicBezTo>
                      <a:pt x="1" y="19"/>
                      <a:pt x="4" y="27"/>
                      <a:pt x="6" y="35"/>
                    </a:cubicBezTo>
                    <a:cubicBezTo>
                      <a:pt x="24" y="37"/>
                      <a:pt x="19" y="14"/>
                      <a:pt x="19" y="0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590" name="Freeform 614">
                <a:extLst>
                  <a:ext uri="{FF2B5EF4-FFF2-40B4-BE49-F238E27FC236}">
                    <a16:creationId xmlns:a16="http://schemas.microsoft.com/office/drawing/2014/main" id="{11C84094-E7EA-4D17-ADA0-92BEE392A0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3" y="3803"/>
                <a:ext cx="33" cy="44"/>
              </a:xfrm>
              <a:custGeom>
                <a:avLst/>
                <a:gdLst>
                  <a:gd name="T0" fmla="*/ 3 w 31"/>
                  <a:gd name="T1" fmla="*/ 0 h 41"/>
                  <a:gd name="T2" fmla="*/ 17 w 31"/>
                  <a:gd name="T3" fmla="*/ 46 h 41"/>
                  <a:gd name="T4" fmla="*/ 30 w 31"/>
                  <a:gd name="T5" fmla="*/ 0 h 4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1" h="41">
                    <a:moveTo>
                      <a:pt x="3" y="0"/>
                    </a:moveTo>
                    <a:cubicBezTo>
                      <a:pt x="2" y="10"/>
                      <a:pt x="0" y="33"/>
                      <a:pt x="14" y="37"/>
                    </a:cubicBezTo>
                    <a:cubicBezTo>
                      <a:pt x="31" y="41"/>
                      <a:pt x="24" y="11"/>
                      <a:pt x="24" y="0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591" name="Freeform 615">
                <a:extLst>
                  <a:ext uri="{FF2B5EF4-FFF2-40B4-BE49-F238E27FC236}">
                    <a16:creationId xmlns:a16="http://schemas.microsoft.com/office/drawing/2014/main" id="{5BF7CF37-33FA-4494-82F7-11D1DA5A69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0" y="3985"/>
                <a:ext cx="22" cy="9"/>
              </a:xfrm>
              <a:custGeom>
                <a:avLst/>
                <a:gdLst>
                  <a:gd name="T0" fmla="*/ 0 w 20"/>
                  <a:gd name="T1" fmla="*/ 11 h 8"/>
                  <a:gd name="T2" fmla="*/ 15 w 20"/>
                  <a:gd name="T3" fmla="*/ 2 h 8"/>
                  <a:gd name="T4" fmla="*/ 26 w 20"/>
                  <a:gd name="T5" fmla="*/ 3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8">
                    <a:moveTo>
                      <a:pt x="0" y="8"/>
                    </a:moveTo>
                    <a:cubicBezTo>
                      <a:pt x="4" y="7"/>
                      <a:pt x="7" y="2"/>
                      <a:pt x="12" y="2"/>
                    </a:cubicBezTo>
                    <a:cubicBezTo>
                      <a:pt x="14" y="1"/>
                      <a:pt x="19" y="0"/>
                      <a:pt x="20" y="3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592" name="Freeform 616">
                <a:extLst>
                  <a:ext uri="{FF2B5EF4-FFF2-40B4-BE49-F238E27FC236}">
                    <a16:creationId xmlns:a16="http://schemas.microsoft.com/office/drawing/2014/main" id="{8ACF2557-E251-446C-AE2E-928598E6BA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0" y="3988"/>
                <a:ext cx="10" cy="7"/>
              </a:xfrm>
              <a:custGeom>
                <a:avLst/>
                <a:gdLst>
                  <a:gd name="T0" fmla="*/ 0 w 9"/>
                  <a:gd name="T1" fmla="*/ 0 h 6"/>
                  <a:gd name="T2" fmla="*/ 12 w 9"/>
                  <a:gd name="T3" fmla="*/ 9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6">
                    <a:moveTo>
                      <a:pt x="0" y="0"/>
                    </a:moveTo>
                    <a:cubicBezTo>
                      <a:pt x="3" y="2"/>
                      <a:pt x="6" y="4"/>
                      <a:pt x="9" y="6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593" name="Freeform 617">
                <a:extLst>
                  <a:ext uri="{FF2B5EF4-FFF2-40B4-BE49-F238E27FC236}">
                    <a16:creationId xmlns:a16="http://schemas.microsoft.com/office/drawing/2014/main" id="{0FC48603-A56E-48C0-B622-C80C78519A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4" y="3973"/>
                <a:ext cx="14" cy="11"/>
              </a:xfrm>
              <a:custGeom>
                <a:avLst/>
                <a:gdLst>
                  <a:gd name="T0" fmla="*/ 6 w 13"/>
                  <a:gd name="T1" fmla="*/ 13 h 10"/>
                  <a:gd name="T2" fmla="*/ 2 w 13"/>
                  <a:gd name="T3" fmla="*/ 2 h 10"/>
                  <a:gd name="T4" fmla="*/ 16 w 13"/>
                  <a:gd name="T5" fmla="*/ 9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0">
                    <a:moveTo>
                      <a:pt x="6" y="10"/>
                    </a:moveTo>
                    <a:cubicBezTo>
                      <a:pt x="4" y="10"/>
                      <a:pt x="0" y="4"/>
                      <a:pt x="2" y="2"/>
                    </a:cubicBezTo>
                    <a:cubicBezTo>
                      <a:pt x="5" y="0"/>
                      <a:pt x="11" y="6"/>
                      <a:pt x="13" y="6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594" name="Freeform 618">
                <a:extLst>
                  <a:ext uri="{FF2B5EF4-FFF2-40B4-BE49-F238E27FC236}">
                    <a16:creationId xmlns:a16="http://schemas.microsoft.com/office/drawing/2014/main" id="{D7D9DDAE-28EF-4C21-AB78-C927F87278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9" y="3983"/>
                <a:ext cx="26" cy="13"/>
              </a:xfrm>
              <a:custGeom>
                <a:avLst/>
                <a:gdLst>
                  <a:gd name="T0" fmla="*/ 0 w 24"/>
                  <a:gd name="T1" fmla="*/ 3 h 12"/>
                  <a:gd name="T2" fmla="*/ 30 w 24"/>
                  <a:gd name="T3" fmla="*/ 15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12">
                    <a:moveTo>
                      <a:pt x="0" y="3"/>
                    </a:moveTo>
                    <a:cubicBezTo>
                      <a:pt x="8" y="0"/>
                      <a:pt x="19" y="7"/>
                      <a:pt x="24" y="12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595" name="Freeform 619">
                <a:extLst>
                  <a:ext uri="{FF2B5EF4-FFF2-40B4-BE49-F238E27FC236}">
                    <a16:creationId xmlns:a16="http://schemas.microsoft.com/office/drawing/2014/main" id="{3D3BFF46-2CEB-4C27-A170-A7CA74835F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6" y="3988"/>
                <a:ext cx="9" cy="4"/>
              </a:xfrm>
              <a:custGeom>
                <a:avLst/>
                <a:gdLst>
                  <a:gd name="T0" fmla="*/ 0 w 8"/>
                  <a:gd name="T1" fmla="*/ 4 h 4"/>
                  <a:gd name="T2" fmla="*/ 11 w 8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4">
                    <a:moveTo>
                      <a:pt x="0" y="4"/>
                    </a:moveTo>
                    <a:cubicBezTo>
                      <a:pt x="3" y="4"/>
                      <a:pt x="6" y="2"/>
                      <a:pt x="8" y="0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596" name="Freeform 620">
                <a:extLst>
                  <a:ext uri="{FF2B5EF4-FFF2-40B4-BE49-F238E27FC236}">
                    <a16:creationId xmlns:a16="http://schemas.microsoft.com/office/drawing/2014/main" id="{8AFB327E-C28F-427C-837E-9E7A970019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8" y="3969"/>
                <a:ext cx="14" cy="20"/>
              </a:xfrm>
              <a:custGeom>
                <a:avLst/>
                <a:gdLst>
                  <a:gd name="T0" fmla="*/ 0 w 13"/>
                  <a:gd name="T1" fmla="*/ 9 h 19"/>
                  <a:gd name="T2" fmla="*/ 12 w 13"/>
                  <a:gd name="T3" fmla="*/ 5 h 19"/>
                  <a:gd name="T4" fmla="*/ 6 w 13"/>
                  <a:gd name="T5" fmla="*/ 22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9">
                    <a:moveTo>
                      <a:pt x="0" y="9"/>
                    </a:moveTo>
                    <a:cubicBezTo>
                      <a:pt x="1" y="9"/>
                      <a:pt x="4" y="0"/>
                      <a:pt x="9" y="5"/>
                    </a:cubicBezTo>
                    <a:cubicBezTo>
                      <a:pt x="13" y="8"/>
                      <a:pt x="7" y="16"/>
                      <a:pt x="6" y="19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597" name="Freeform 621">
                <a:extLst>
                  <a:ext uri="{FF2B5EF4-FFF2-40B4-BE49-F238E27FC236}">
                    <a16:creationId xmlns:a16="http://schemas.microsoft.com/office/drawing/2014/main" id="{B5EDF968-8C98-43A4-9E1C-9405510B16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8" y="2389"/>
                <a:ext cx="5" cy="22"/>
              </a:xfrm>
              <a:custGeom>
                <a:avLst/>
                <a:gdLst>
                  <a:gd name="T0" fmla="*/ 0 w 5"/>
                  <a:gd name="T1" fmla="*/ 0 h 20"/>
                  <a:gd name="T2" fmla="*/ 5 w 5"/>
                  <a:gd name="T3" fmla="*/ 26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20">
                    <a:moveTo>
                      <a:pt x="0" y="0"/>
                    </a:moveTo>
                    <a:cubicBezTo>
                      <a:pt x="1" y="7"/>
                      <a:pt x="4" y="13"/>
                      <a:pt x="5" y="20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598" name="Freeform 622">
                <a:extLst>
                  <a:ext uri="{FF2B5EF4-FFF2-40B4-BE49-F238E27FC236}">
                    <a16:creationId xmlns:a16="http://schemas.microsoft.com/office/drawing/2014/main" id="{7680E5E5-7B87-4853-8CD4-FE879C873E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6" y="2371"/>
                <a:ext cx="9" cy="24"/>
              </a:xfrm>
              <a:custGeom>
                <a:avLst/>
                <a:gdLst>
                  <a:gd name="T0" fmla="*/ 0 w 9"/>
                  <a:gd name="T1" fmla="*/ 0 h 22"/>
                  <a:gd name="T2" fmla="*/ 9 w 9"/>
                  <a:gd name="T3" fmla="*/ 28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22">
                    <a:moveTo>
                      <a:pt x="0" y="0"/>
                    </a:moveTo>
                    <a:cubicBezTo>
                      <a:pt x="3" y="7"/>
                      <a:pt x="6" y="14"/>
                      <a:pt x="9" y="22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599" name="Freeform 623">
                <a:extLst>
                  <a:ext uri="{FF2B5EF4-FFF2-40B4-BE49-F238E27FC236}">
                    <a16:creationId xmlns:a16="http://schemas.microsoft.com/office/drawing/2014/main" id="{3C7AFF6D-7D25-4D0B-A458-A8D7C9033C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9" y="2202"/>
                <a:ext cx="14" cy="20"/>
              </a:xfrm>
              <a:custGeom>
                <a:avLst/>
                <a:gdLst>
                  <a:gd name="T0" fmla="*/ 3 w 14"/>
                  <a:gd name="T1" fmla="*/ 0 h 18"/>
                  <a:gd name="T2" fmla="*/ 6 w 14"/>
                  <a:gd name="T3" fmla="*/ 22 h 18"/>
                  <a:gd name="T4" fmla="*/ 14 w 14"/>
                  <a:gd name="T5" fmla="*/ 1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8">
                    <a:moveTo>
                      <a:pt x="3" y="0"/>
                    </a:moveTo>
                    <a:cubicBezTo>
                      <a:pt x="2" y="4"/>
                      <a:pt x="0" y="15"/>
                      <a:pt x="6" y="16"/>
                    </a:cubicBezTo>
                    <a:cubicBezTo>
                      <a:pt x="13" y="18"/>
                      <a:pt x="11" y="5"/>
                      <a:pt x="14" y="1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600" name="Freeform 624">
                <a:extLst>
                  <a:ext uri="{FF2B5EF4-FFF2-40B4-BE49-F238E27FC236}">
                    <a16:creationId xmlns:a16="http://schemas.microsoft.com/office/drawing/2014/main" id="{9210B58C-DE8B-4865-8E39-9DC0D667B2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5" y="1944"/>
                <a:ext cx="38" cy="34"/>
              </a:xfrm>
              <a:custGeom>
                <a:avLst/>
                <a:gdLst>
                  <a:gd name="T0" fmla="*/ 12 w 35"/>
                  <a:gd name="T1" fmla="*/ 37 h 32"/>
                  <a:gd name="T2" fmla="*/ 22 w 35"/>
                  <a:gd name="T3" fmla="*/ 19 h 32"/>
                  <a:gd name="T4" fmla="*/ 40 w 35"/>
                  <a:gd name="T5" fmla="*/ 31 h 32"/>
                  <a:gd name="T6" fmla="*/ 36 w 35"/>
                  <a:gd name="T7" fmla="*/ 5 h 3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5" h="32">
                    <a:moveTo>
                      <a:pt x="9" y="31"/>
                    </a:moveTo>
                    <a:cubicBezTo>
                      <a:pt x="0" y="17"/>
                      <a:pt x="0" y="0"/>
                      <a:pt x="17" y="16"/>
                    </a:cubicBezTo>
                    <a:cubicBezTo>
                      <a:pt x="21" y="21"/>
                      <a:pt x="24" y="32"/>
                      <a:pt x="31" y="25"/>
                    </a:cubicBezTo>
                    <a:cubicBezTo>
                      <a:pt x="35" y="21"/>
                      <a:pt x="31" y="9"/>
                      <a:pt x="28" y="5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601" name="Freeform 625">
                <a:extLst>
                  <a:ext uri="{FF2B5EF4-FFF2-40B4-BE49-F238E27FC236}">
                    <a16:creationId xmlns:a16="http://schemas.microsoft.com/office/drawing/2014/main" id="{06729092-5BBF-4B83-9278-ACF2E8F66A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4" y="1883"/>
                <a:ext cx="5" cy="29"/>
              </a:xfrm>
              <a:custGeom>
                <a:avLst/>
                <a:gdLst>
                  <a:gd name="T0" fmla="*/ 0 w 4"/>
                  <a:gd name="T1" fmla="*/ 0 h 27"/>
                  <a:gd name="T2" fmla="*/ 8 w 4"/>
                  <a:gd name="T3" fmla="*/ 33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7">
                    <a:moveTo>
                      <a:pt x="0" y="0"/>
                    </a:moveTo>
                    <a:cubicBezTo>
                      <a:pt x="1" y="9"/>
                      <a:pt x="4" y="17"/>
                      <a:pt x="4" y="27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602" name="Freeform 626">
                <a:extLst>
                  <a:ext uri="{FF2B5EF4-FFF2-40B4-BE49-F238E27FC236}">
                    <a16:creationId xmlns:a16="http://schemas.microsoft.com/office/drawing/2014/main" id="{BFFAD996-4EAD-4512-B817-A2CC75329E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4" y="1849"/>
                <a:ext cx="22" cy="22"/>
              </a:xfrm>
              <a:custGeom>
                <a:avLst/>
                <a:gdLst>
                  <a:gd name="T0" fmla="*/ 17 w 21"/>
                  <a:gd name="T1" fmla="*/ 24 h 21"/>
                  <a:gd name="T2" fmla="*/ 6 w 21"/>
                  <a:gd name="T3" fmla="*/ 0 h 21"/>
                  <a:gd name="T4" fmla="*/ 24 w 21"/>
                  <a:gd name="T5" fmla="*/ 22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21">
                    <a:moveTo>
                      <a:pt x="14" y="21"/>
                    </a:moveTo>
                    <a:cubicBezTo>
                      <a:pt x="5" y="21"/>
                      <a:pt x="0" y="8"/>
                      <a:pt x="6" y="0"/>
                    </a:cubicBezTo>
                    <a:cubicBezTo>
                      <a:pt x="13" y="3"/>
                      <a:pt x="18" y="11"/>
                      <a:pt x="21" y="19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7603" name="Freeform 627">
                <a:extLst>
                  <a:ext uri="{FF2B5EF4-FFF2-40B4-BE49-F238E27FC236}">
                    <a16:creationId xmlns:a16="http://schemas.microsoft.com/office/drawing/2014/main" id="{70C67AD9-9564-4B25-B5CA-1204FA66D7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3" y="1616"/>
                <a:ext cx="12" cy="20"/>
              </a:xfrm>
              <a:custGeom>
                <a:avLst/>
                <a:gdLst>
                  <a:gd name="T0" fmla="*/ 0 w 11"/>
                  <a:gd name="T1" fmla="*/ 14 h 19"/>
                  <a:gd name="T2" fmla="*/ 3 w 11"/>
                  <a:gd name="T3" fmla="*/ 0 h 19"/>
                  <a:gd name="T4" fmla="*/ 11 w 11"/>
                  <a:gd name="T5" fmla="*/ 22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9">
                    <a:moveTo>
                      <a:pt x="0" y="11"/>
                    </a:moveTo>
                    <a:cubicBezTo>
                      <a:pt x="0" y="7"/>
                      <a:pt x="1" y="3"/>
                      <a:pt x="3" y="0"/>
                    </a:cubicBezTo>
                    <a:cubicBezTo>
                      <a:pt x="11" y="1"/>
                      <a:pt x="8" y="15"/>
                      <a:pt x="8" y="19"/>
                    </a:cubicBezTo>
                  </a:path>
                </a:pathLst>
              </a:custGeom>
              <a:noFill/>
              <a:ln w="6350" cap="flat">
                <a:solidFill>
                  <a:srgbClr val="FEF3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</p:grpSp>
        <p:sp>
          <p:nvSpPr>
            <p:cNvPr id="47208" name="Freeform 628">
              <a:extLst>
                <a:ext uri="{FF2B5EF4-FFF2-40B4-BE49-F238E27FC236}">
                  <a16:creationId xmlns:a16="http://schemas.microsoft.com/office/drawing/2014/main" id="{57C984EF-26EE-4AF6-AA9A-FB6305BD0A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7" y="1561"/>
              <a:ext cx="36" cy="29"/>
            </a:xfrm>
            <a:custGeom>
              <a:avLst/>
              <a:gdLst>
                <a:gd name="T0" fmla="*/ 40 w 34"/>
                <a:gd name="T1" fmla="*/ 19 h 27"/>
                <a:gd name="T2" fmla="*/ 21 w 34"/>
                <a:gd name="T3" fmla="*/ 0 h 27"/>
                <a:gd name="T4" fmla="*/ 21 w 34"/>
                <a:gd name="T5" fmla="*/ 33 h 27"/>
                <a:gd name="T6" fmla="*/ 0 w 34"/>
                <a:gd name="T7" fmla="*/ 6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" h="27">
                  <a:moveTo>
                    <a:pt x="34" y="16"/>
                  </a:moveTo>
                  <a:cubicBezTo>
                    <a:pt x="27" y="14"/>
                    <a:pt x="23" y="5"/>
                    <a:pt x="18" y="0"/>
                  </a:cubicBezTo>
                  <a:cubicBezTo>
                    <a:pt x="11" y="5"/>
                    <a:pt x="19" y="19"/>
                    <a:pt x="18" y="27"/>
                  </a:cubicBezTo>
                  <a:cubicBezTo>
                    <a:pt x="11" y="24"/>
                    <a:pt x="5" y="13"/>
                    <a:pt x="0" y="6"/>
                  </a:cubicBezTo>
                </a:path>
              </a:pathLst>
            </a:custGeom>
            <a:noFill/>
            <a:ln w="6350" cap="flat">
              <a:solidFill>
                <a:srgbClr val="FEF3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7209" name="Freeform 629">
              <a:extLst>
                <a:ext uri="{FF2B5EF4-FFF2-40B4-BE49-F238E27FC236}">
                  <a16:creationId xmlns:a16="http://schemas.microsoft.com/office/drawing/2014/main" id="{F6593325-131F-452E-812B-666FF3DC8E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7" y="1499"/>
              <a:ext cx="16" cy="4"/>
            </a:xfrm>
            <a:custGeom>
              <a:avLst/>
              <a:gdLst>
                <a:gd name="T0" fmla="*/ 0 w 15"/>
                <a:gd name="T1" fmla="*/ 4 h 4"/>
                <a:gd name="T2" fmla="*/ 18 w 15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4">
                  <a:moveTo>
                    <a:pt x="0" y="4"/>
                  </a:moveTo>
                  <a:cubicBezTo>
                    <a:pt x="5" y="2"/>
                    <a:pt x="10" y="0"/>
                    <a:pt x="15" y="0"/>
                  </a:cubicBezTo>
                </a:path>
              </a:pathLst>
            </a:custGeom>
            <a:noFill/>
            <a:ln w="6350" cap="flat">
              <a:solidFill>
                <a:srgbClr val="FEF3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7210" name="Freeform 630">
              <a:extLst>
                <a:ext uri="{FF2B5EF4-FFF2-40B4-BE49-F238E27FC236}">
                  <a16:creationId xmlns:a16="http://schemas.microsoft.com/office/drawing/2014/main" id="{764EF808-EFAB-43E9-A0EE-15AC978545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4" y="1655"/>
              <a:ext cx="17" cy="18"/>
            </a:xfrm>
            <a:custGeom>
              <a:avLst/>
              <a:gdLst>
                <a:gd name="T0" fmla="*/ 0 w 16"/>
                <a:gd name="T1" fmla="*/ 0 h 17"/>
                <a:gd name="T2" fmla="*/ 19 w 16"/>
                <a:gd name="T3" fmla="*/ 20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7">
                  <a:moveTo>
                    <a:pt x="0" y="0"/>
                  </a:moveTo>
                  <a:cubicBezTo>
                    <a:pt x="5" y="6"/>
                    <a:pt x="10" y="13"/>
                    <a:pt x="16" y="17"/>
                  </a:cubicBezTo>
                </a:path>
              </a:pathLst>
            </a:custGeom>
            <a:noFill/>
            <a:ln w="6350" cap="flat">
              <a:solidFill>
                <a:srgbClr val="FEF3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7211" name="Freeform 631">
              <a:extLst>
                <a:ext uri="{FF2B5EF4-FFF2-40B4-BE49-F238E27FC236}">
                  <a16:creationId xmlns:a16="http://schemas.microsoft.com/office/drawing/2014/main" id="{283D4AB2-E6F5-4F5B-B8EC-D2BBAB3502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0" y="1730"/>
              <a:ext cx="22" cy="21"/>
            </a:xfrm>
            <a:custGeom>
              <a:avLst/>
              <a:gdLst>
                <a:gd name="T0" fmla="*/ 0 w 21"/>
                <a:gd name="T1" fmla="*/ 6 h 20"/>
                <a:gd name="T2" fmla="*/ 1 w 21"/>
                <a:gd name="T3" fmla="*/ 3 h 20"/>
                <a:gd name="T4" fmla="*/ 19 w 21"/>
                <a:gd name="T5" fmla="*/ 0 h 20"/>
                <a:gd name="T6" fmla="*/ 3 w 21"/>
                <a:gd name="T7" fmla="*/ 15 h 20"/>
                <a:gd name="T8" fmla="*/ 24 w 21"/>
                <a:gd name="T9" fmla="*/ 17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20">
                  <a:moveTo>
                    <a:pt x="0" y="6"/>
                  </a:moveTo>
                  <a:cubicBezTo>
                    <a:pt x="0" y="5"/>
                    <a:pt x="0" y="4"/>
                    <a:pt x="1" y="3"/>
                  </a:cubicBezTo>
                  <a:cubicBezTo>
                    <a:pt x="6" y="1"/>
                    <a:pt x="11" y="0"/>
                    <a:pt x="16" y="0"/>
                  </a:cubicBezTo>
                  <a:cubicBezTo>
                    <a:pt x="16" y="7"/>
                    <a:pt x="8" y="7"/>
                    <a:pt x="3" y="12"/>
                  </a:cubicBezTo>
                  <a:cubicBezTo>
                    <a:pt x="6" y="20"/>
                    <a:pt x="15" y="15"/>
                    <a:pt x="21" y="14"/>
                  </a:cubicBezTo>
                </a:path>
              </a:pathLst>
            </a:custGeom>
            <a:noFill/>
            <a:ln w="6350" cap="flat">
              <a:solidFill>
                <a:srgbClr val="FEF3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7212" name="Freeform 632">
              <a:extLst>
                <a:ext uri="{FF2B5EF4-FFF2-40B4-BE49-F238E27FC236}">
                  <a16:creationId xmlns:a16="http://schemas.microsoft.com/office/drawing/2014/main" id="{CCD92D76-E0FA-4752-B05E-6671C8C0A2F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4" y="1860"/>
              <a:ext cx="39" cy="61"/>
            </a:xfrm>
            <a:custGeom>
              <a:avLst/>
              <a:gdLst>
                <a:gd name="T0" fmla="*/ 1 w 36"/>
                <a:gd name="T1" fmla="*/ 14 h 57"/>
                <a:gd name="T2" fmla="*/ 18 w 36"/>
                <a:gd name="T3" fmla="*/ 14 h 57"/>
                <a:gd name="T4" fmla="*/ 1 w 36"/>
                <a:gd name="T5" fmla="*/ 45 h 57"/>
                <a:gd name="T6" fmla="*/ 33 w 36"/>
                <a:gd name="T7" fmla="*/ 32 h 57"/>
                <a:gd name="T8" fmla="*/ 30 w 36"/>
                <a:gd name="T9" fmla="*/ 70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57">
                  <a:moveTo>
                    <a:pt x="1" y="11"/>
                  </a:moveTo>
                  <a:cubicBezTo>
                    <a:pt x="6" y="7"/>
                    <a:pt x="16" y="0"/>
                    <a:pt x="15" y="11"/>
                  </a:cubicBezTo>
                  <a:cubicBezTo>
                    <a:pt x="15" y="21"/>
                    <a:pt x="0" y="24"/>
                    <a:pt x="1" y="36"/>
                  </a:cubicBezTo>
                  <a:cubicBezTo>
                    <a:pt x="12" y="39"/>
                    <a:pt x="18" y="23"/>
                    <a:pt x="26" y="26"/>
                  </a:cubicBezTo>
                  <a:cubicBezTo>
                    <a:pt x="36" y="29"/>
                    <a:pt x="25" y="50"/>
                    <a:pt x="24" y="57"/>
                  </a:cubicBezTo>
                </a:path>
              </a:pathLst>
            </a:custGeom>
            <a:noFill/>
            <a:ln w="6350" cap="flat">
              <a:solidFill>
                <a:srgbClr val="FEF3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7213" name="Freeform 633">
              <a:extLst>
                <a:ext uri="{FF2B5EF4-FFF2-40B4-BE49-F238E27FC236}">
                  <a16:creationId xmlns:a16="http://schemas.microsoft.com/office/drawing/2014/main" id="{15541D44-BABD-44A2-A861-540594639D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6" y="1867"/>
              <a:ext cx="23" cy="18"/>
            </a:xfrm>
            <a:custGeom>
              <a:avLst/>
              <a:gdLst>
                <a:gd name="T0" fmla="*/ 27 w 21"/>
                <a:gd name="T1" fmla="*/ 12 h 17"/>
                <a:gd name="T2" fmla="*/ 9 w 21"/>
                <a:gd name="T3" fmla="*/ 0 h 17"/>
                <a:gd name="T4" fmla="*/ 27 w 21"/>
                <a:gd name="T5" fmla="*/ 2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17">
                  <a:moveTo>
                    <a:pt x="21" y="9"/>
                  </a:moveTo>
                  <a:cubicBezTo>
                    <a:pt x="17" y="5"/>
                    <a:pt x="12" y="1"/>
                    <a:pt x="6" y="0"/>
                  </a:cubicBezTo>
                  <a:cubicBezTo>
                    <a:pt x="0" y="12"/>
                    <a:pt x="15" y="14"/>
                    <a:pt x="21" y="17"/>
                  </a:cubicBezTo>
                </a:path>
              </a:pathLst>
            </a:custGeom>
            <a:noFill/>
            <a:ln w="6350" cap="flat">
              <a:solidFill>
                <a:srgbClr val="FEF3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7214" name="Freeform 634">
              <a:extLst>
                <a:ext uri="{FF2B5EF4-FFF2-40B4-BE49-F238E27FC236}">
                  <a16:creationId xmlns:a16="http://schemas.microsoft.com/office/drawing/2014/main" id="{1A0F1A64-EEB1-43F5-B147-4247829518D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6" y="1208"/>
              <a:ext cx="11" cy="14"/>
            </a:xfrm>
            <a:custGeom>
              <a:avLst/>
              <a:gdLst>
                <a:gd name="T0" fmla="*/ 1 w 11"/>
                <a:gd name="T1" fmla="*/ 16 h 13"/>
                <a:gd name="T2" fmla="*/ 11 w 11"/>
                <a:gd name="T3" fmla="*/ 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3">
                  <a:moveTo>
                    <a:pt x="1" y="13"/>
                  </a:moveTo>
                  <a:cubicBezTo>
                    <a:pt x="0" y="11"/>
                    <a:pt x="9" y="3"/>
                    <a:pt x="11" y="0"/>
                  </a:cubicBezTo>
                </a:path>
              </a:pathLst>
            </a:custGeom>
            <a:noFill/>
            <a:ln w="6350" cap="flat">
              <a:solidFill>
                <a:srgbClr val="FEF3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7215" name="Freeform 635">
              <a:extLst>
                <a:ext uri="{FF2B5EF4-FFF2-40B4-BE49-F238E27FC236}">
                  <a16:creationId xmlns:a16="http://schemas.microsoft.com/office/drawing/2014/main" id="{6850F934-BD30-40E0-834A-F0059A87C1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6" y="1247"/>
              <a:ext cx="1" cy="16"/>
            </a:xfrm>
            <a:custGeom>
              <a:avLst/>
              <a:gdLst>
                <a:gd name="T0" fmla="*/ 0 w 1"/>
                <a:gd name="T1" fmla="*/ 0 h 15"/>
                <a:gd name="T2" fmla="*/ 1 w 1"/>
                <a:gd name="T3" fmla="*/ 18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5">
                  <a:moveTo>
                    <a:pt x="0" y="0"/>
                  </a:moveTo>
                  <a:cubicBezTo>
                    <a:pt x="0" y="5"/>
                    <a:pt x="0" y="11"/>
                    <a:pt x="1" y="15"/>
                  </a:cubicBezTo>
                </a:path>
              </a:pathLst>
            </a:custGeom>
            <a:noFill/>
            <a:ln w="6350" cap="flat">
              <a:solidFill>
                <a:srgbClr val="FEF3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7216" name="Freeform 636">
              <a:extLst>
                <a:ext uri="{FF2B5EF4-FFF2-40B4-BE49-F238E27FC236}">
                  <a16:creationId xmlns:a16="http://schemas.microsoft.com/office/drawing/2014/main" id="{18FEF638-5D01-437C-B3AB-699D313F596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2" y="2212"/>
              <a:ext cx="26" cy="38"/>
            </a:xfrm>
            <a:custGeom>
              <a:avLst/>
              <a:gdLst>
                <a:gd name="T0" fmla="*/ 28 w 25"/>
                <a:gd name="T1" fmla="*/ 15 h 36"/>
                <a:gd name="T2" fmla="*/ 9 w 25"/>
                <a:gd name="T3" fmla="*/ 4 h 36"/>
                <a:gd name="T4" fmla="*/ 25 w 25"/>
                <a:gd name="T5" fmla="*/ 29 h 36"/>
                <a:gd name="T6" fmla="*/ 0 w 25"/>
                <a:gd name="T7" fmla="*/ 42 h 3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36">
                  <a:moveTo>
                    <a:pt x="25" y="12"/>
                  </a:moveTo>
                  <a:cubicBezTo>
                    <a:pt x="20" y="7"/>
                    <a:pt x="16" y="0"/>
                    <a:pt x="9" y="4"/>
                  </a:cubicBezTo>
                  <a:cubicBezTo>
                    <a:pt x="6" y="17"/>
                    <a:pt x="21" y="16"/>
                    <a:pt x="22" y="25"/>
                  </a:cubicBezTo>
                  <a:cubicBezTo>
                    <a:pt x="24" y="36"/>
                    <a:pt x="7" y="36"/>
                    <a:pt x="0" y="36"/>
                  </a:cubicBezTo>
                </a:path>
              </a:pathLst>
            </a:custGeom>
            <a:noFill/>
            <a:ln w="6350" cap="flat">
              <a:solidFill>
                <a:srgbClr val="FEF3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7217" name="Freeform 637">
              <a:extLst>
                <a:ext uri="{FF2B5EF4-FFF2-40B4-BE49-F238E27FC236}">
                  <a16:creationId xmlns:a16="http://schemas.microsoft.com/office/drawing/2014/main" id="{8586B5A0-95F8-484B-B5C4-8347FEA613B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8" y="2285"/>
              <a:ext cx="19" cy="12"/>
            </a:xfrm>
            <a:custGeom>
              <a:avLst/>
              <a:gdLst>
                <a:gd name="T0" fmla="*/ 0 w 18"/>
                <a:gd name="T1" fmla="*/ 0 h 12"/>
                <a:gd name="T2" fmla="*/ 21 w 18"/>
                <a:gd name="T3" fmla="*/ 12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12">
                  <a:moveTo>
                    <a:pt x="0" y="0"/>
                  </a:moveTo>
                  <a:cubicBezTo>
                    <a:pt x="6" y="3"/>
                    <a:pt x="13" y="7"/>
                    <a:pt x="18" y="12"/>
                  </a:cubicBezTo>
                </a:path>
              </a:pathLst>
            </a:custGeom>
            <a:noFill/>
            <a:ln w="6350" cap="flat">
              <a:solidFill>
                <a:srgbClr val="FEF3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7218" name="Freeform 638">
              <a:extLst>
                <a:ext uri="{FF2B5EF4-FFF2-40B4-BE49-F238E27FC236}">
                  <a16:creationId xmlns:a16="http://schemas.microsoft.com/office/drawing/2014/main" id="{76765FD9-BEA2-4549-9A8C-6C3E425D1DD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0" y="2532"/>
              <a:ext cx="14" cy="4"/>
            </a:xfrm>
            <a:custGeom>
              <a:avLst/>
              <a:gdLst>
                <a:gd name="T0" fmla="*/ 0 w 13"/>
                <a:gd name="T1" fmla="*/ 1 h 4"/>
                <a:gd name="T2" fmla="*/ 16 w 13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4">
                  <a:moveTo>
                    <a:pt x="0" y="1"/>
                  </a:moveTo>
                  <a:cubicBezTo>
                    <a:pt x="3" y="4"/>
                    <a:pt x="9" y="0"/>
                    <a:pt x="13" y="0"/>
                  </a:cubicBezTo>
                </a:path>
              </a:pathLst>
            </a:custGeom>
            <a:noFill/>
            <a:ln w="6350" cap="flat">
              <a:solidFill>
                <a:srgbClr val="FEF3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7219" name="Freeform 639">
              <a:extLst>
                <a:ext uri="{FF2B5EF4-FFF2-40B4-BE49-F238E27FC236}">
                  <a16:creationId xmlns:a16="http://schemas.microsoft.com/office/drawing/2014/main" id="{5C21107D-B854-497E-93B2-BA2D9C8D6AC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0" y="1812"/>
              <a:ext cx="367" cy="138"/>
            </a:xfrm>
            <a:custGeom>
              <a:avLst/>
              <a:gdLst>
                <a:gd name="T0" fmla="*/ 57 w 344"/>
                <a:gd name="T1" fmla="*/ 3 h 129"/>
                <a:gd name="T2" fmla="*/ 86 w 344"/>
                <a:gd name="T3" fmla="*/ 0 h 129"/>
                <a:gd name="T4" fmla="*/ 112 w 344"/>
                <a:gd name="T5" fmla="*/ 22 h 129"/>
                <a:gd name="T6" fmla="*/ 147 w 344"/>
                <a:gd name="T7" fmla="*/ 57 h 129"/>
                <a:gd name="T8" fmla="*/ 225 w 344"/>
                <a:gd name="T9" fmla="*/ 105 h 129"/>
                <a:gd name="T10" fmla="*/ 317 w 344"/>
                <a:gd name="T11" fmla="*/ 133 h 129"/>
                <a:gd name="T12" fmla="*/ 367 w 344"/>
                <a:gd name="T13" fmla="*/ 143 h 129"/>
                <a:gd name="T14" fmla="*/ 418 w 344"/>
                <a:gd name="T15" fmla="*/ 152 h 129"/>
                <a:gd name="T16" fmla="*/ 339 w 344"/>
                <a:gd name="T17" fmla="*/ 150 h 129"/>
                <a:gd name="T18" fmla="*/ 224 w 344"/>
                <a:gd name="T19" fmla="*/ 128 h 129"/>
                <a:gd name="T20" fmla="*/ 113 w 344"/>
                <a:gd name="T21" fmla="*/ 71 h 129"/>
                <a:gd name="T22" fmla="*/ 75 w 344"/>
                <a:gd name="T23" fmla="*/ 37 h 129"/>
                <a:gd name="T24" fmla="*/ 35 w 344"/>
                <a:gd name="T25" fmla="*/ 67 h 129"/>
                <a:gd name="T26" fmla="*/ 0 w 344"/>
                <a:gd name="T27" fmla="*/ 95 h 129"/>
                <a:gd name="T28" fmla="*/ 35 w 344"/>
                <a:gd name="T29" fmla="*/ 45 h 129"/>
                <a:gd name="T30" fmla="*/ 62 w 344"/>
                <a:gd name="T31" fmla="*/ 7 h 12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344" h="129">
                  <a:moveTo>
                    <a:pt x="47" y="3"/>
                  </a:moveTo>
                  <a:cubicBezTo>
                    <a:pt x="54" y="3"/>
                    <a:pt x="67" y="6"/>
                    <a:pt x="71" y="0"/>
                  </a:cubicBezTo>
                  <a:cubicBezTo>
                    <a:pt x="79" y="0"/>
                    <a:pt x="87" y="13"/>
                    <a:pt x="92" y="19"/>
                  </a:cubicBezTo>
                  <a:cubicBezTo>
                    <a:pt x="101" y="30"/>
                    <a:pt x="111" y="38"/>
                    <a:pt x="121" y="47"/>
                  </a:cubicBezTo>
                  <a:cubicBezTo>
                    <a:pt x="142" y="65"/>
                    <a:pt x="162" y="74"/>
                    <a:pt x="186" y="86"/>
                  </a:cubicBezTo>
                  <a:cubicBezTo>
                    <a:pt x="211" y="98"/>
                    <a:pt x="233" y="105"/>
                    <a:pt x="261" y="108"/>
                  </a:cubicBezTo>
                  <a:cubicBezTo>
                    <a:pt x="274" y="110"/>
                    <a:pt x="289" y="114"/>
                    <a:pt x="302" y="117"/>
                  </a:cubicBezTo>
                  <a:cubicBezTo>
                    <a:pt x="315" y="120"/>
                    <a:pt x="332" y="118"/>
                    <a:pt x="344" y="124"/>
                  </a:cubicBezTo>
                  <a:cubicBezTo>
                    <a:pt x="330" y="129"/>
                    <a:pt x="297" y="124"/>
                    <a:pt x="279" y="122"/>
                  </a:cubicBezTo>
                  <a:cubicBezTo>
                    <a:pt x="248" y="119"/>
                    <a:pt x="215" y="113"/>
                    <a:pt x="185" y="105"/>
                  </a:cubicBezTo>
                  <a:cubicBezTo>
                    <a:pt x="151" y="97"/>
                    <a:pt x="117" y="83"/>
                    <a:pt x="93" y="58"/>
                  </a:cubicBezTo>
                  <a:cubicBezTo>
                    <a:pt x="85" y="51"/>
                    <a:pt x="75" y="30"/>
                    <a:pt x="62" y="31"/>
                  </a:cubicBezTo>
                  <a:cubicBezTo>
                    <a:pt x="53" y="32"/>
                    <a:pt x="37" y="50"/>
                    <a:pt x="29" y="55"/>
                  </a:cubicBezTo>
                  <a:cubicBezTo>
                    <a:pt x="19" y="62"/>
                    <a:pt x="10" y="70"/>
                    <a:pt x="0" y="78"/>
                  </a:cubicBezTo>
                  <a:cubicBezTo>
                    <a:pt x="12" y="66"/>
                    <a:pt x="19" y="50"/>
                    <a:pt x="29" y="36"/>
                  </a:cubicBezTo>
                  <a:cubicBezTo>
                    <a:pt x="35" y="26"/>
                    <a:pt x="46" y="17"/>
                    <a:pt x="51" y="7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7220" name="Freeform 640">
              <a:extLst>
                <a:ext uri="{FF2B5EF4-FFF2-40B4-BE49-F238E27FC236}">
                  <a16:creationId xmlns:a16="http://schemas.microsoft.com/office/drawing/2014/main" id="{F15D5B6F-D212-49FB-8A00-CCA392D638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9" y="1861"/>
              <a:ext cx="113" cy="73"/>
            </a:xfrm>
            <a:custGeom>
              <a:avLst/>
              <a:gdLst>
                <a:gd name="T0" fmla="*/ 0 w 105"/>
                <a:gd name="T1" fmla="*/ 84 h 68"/>
                <a:gd name="T2" fmla="*/ 20 w 105"/>
                <a:gd name="T3" fmla="*/ 67 h 68"/>
                <a:gd name="T4" fmla="*/ 39 w 105"/>
                <a:gd name="T5" fmla="*/ 40 h 68"/>
                <a:gd name="T6" fmla="*/ 63 w 105"/>
                <a:gd name="T7" fmla="*/ 1 h 68"/>
                <a:gd name="T8" fmla="*/ 96 w 105"/>
                <a:gd name="T9" fmla="*/ 40 h 68"/>
                <a:gd name="T10" fmla="*/ 131 w 105"/>
                <a:gd name="T11" fmla="*/ 79 h 68"/>
                <a:gd name="T12" fmla="*/ 91 w 105"/>
                <a:gd name="T13" fmla="*/ 53 h 68"/>
                <a:gd name="T14" fmla="*/ 60 w 105"/>
                <a:gd name="T15" fmla="*/ 35 h 68"/>
                <a:gd name="T16" fmla="*/ 32 w 105"/>
                <a:gd name="T17" fmla="*/ 65 h 68"/>
                <a:gd name="T18" fmla="*/ 6 w 105"/>
                <a:gd name="T19" fmla="*/ 82 h 6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05" h="68">
                  <a:moveTo>
                    <a:pt x="0" y="68"/>
                  </a:moveTo>
                  <a:cubicBezTo>
                    <a:pt x="2" y="64"/>
                    <a:pt x="12" y="59"/>
                    <a:pt x="17" y="54"/>
                  </a:cubicBezTo>
                  <a:cubicBezTo>
                    <a:pt x="23" y="47"/>
                    <a:pt x="27" y="40"/>
                    <a:pt x="31" y="32"/>
                  </a:cubicBezTo>
                  <a:cubicBezTo>
                    <a:pt x="35" y="24"/>
                    <a:pt x="41" y="2"/>
                    <a:pt x="51" y="1"/>
                  </a:cubicBezTo>
                  <a:cubicBezTo>
                    <a:pt x="61" y="0"/>
                    <a:pt x="72" y="25"/>
                    <a:pt x="77" y="32"/>
                  </a:cubicBezTo>
                  <a:cubicBezTo>
                    <a:pt x="84" y="42"/>
                    <a:pt x="94" y="58"/>
                    <a:pt x="105" y="64"/>
                  </a:cubicBezTo>
                  <a:cubicBezTo>
                    <a:pt x="95" y="61"/>
                    <a:pt x="81" y="50"/>
                    <a:pt x="73" y="43"/>
                  </a:cubicBezTo>
                  <a:cubicBezTo>
                    <a:pt x="65" y="36"/>
                    <a:pt x="58" y="23"/>
                    <a:pt x="48" y="29"/>
                  </a:cubicBezTo>
                  <a:cubicBezTo>
                    <a:pt x="39" y="34"/>
                    <a:pt x="35" y="47"/>
                    <a:pt x="26" y="53"/>
                  </a:cubicBezTo>
                  <a:cubicBezTo>
                    <a:pt x="20" y="58"/>
                    <a:pt x="12" y="63"/>
                    <a:pt x="6" y="66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7221" name="Freeform 641">
              <a:extLst>
                <a:ext uri="{FF2B5EF4-FFF2-40B4-BE49-F238E27FC236}">
                  <a16:creationId xmlns:a16="http://schemas.microsoft.com/office/drawing/2014/main" id="{12E1A8FE-7B17-4920-B98D-11E1AD8BDC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7" y="2017"/>
              <a:ext cx="615" cy="88"/>
            </a:xfrm>
            <a:custGeom>
              <a:avLst/>
              <a:gdLst>
                <a:gd name="T0" fmla="*/ 0 w 575"/>
                <a:gd name="T1" fmla="*/ 0 h 82"/>
                <a:gd name="T2" fmla="*/ 170 w 575"/>
                <a:gd name="T3" fmla="*/ 58 h 82"/>
                <a:gd name="T4" fmla="*/ 493 w 575"/>
                <a:gd name="T5" fmla="*/ 52 h 82"/>
                <a:gd name="T6" fmla="*/ 704 w 575"/>
                <a:gd name="T7" fmla="*/ 31 h 82"/>
                <a:gd name="T8" fmla="*/ 516 w 575"/>
                <a:gd name="T9" fmla="*/ 80 h 82"/>
                <a:gd name="T10" fmla="*/ 233 w 575"/>
                <a:gd name="T11" fmla="*/ 83 h 82"/>
                <a:gd name="T12" fmla="*/ 0 w 575"/>
                <a:gd name="T13" fmla="*/ 0 h 8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75" h="82">
                  <a:moveTo>
                    <a:pt x="0" y="0"/>
                  </a:moveTo>
                  <a:cubicBezTo>
                    <a:pt x="0" y="0"/>
                    <a:pt x="90" y="50"/>
                    <a:pt x="139" y="47"/>
                  </a:cubicBezTo>
                  <a:cubicBezTo>
                    <a:pt x="189" y="45"/>
                    <a:pt x="334" y="19"/>
                    <a:pt x="403" y="42"/>
                  </a:cubicBezTo>
                  <a:cubicBezTo>
                    <a:pt x="471" y="64"/>
                    <a:pt x="534" y="46"/>
                    <a:pt x="575" y="25"/>
                  </a:cubicBezTo>
                  <a:cubicBezTo>
                    <a:pt x="575" y="25"/>
                    <a:pt x="486" y="82"/>
                    <a:pt x="422" y="65"/>
                  </a:cubicBezTo>
                  <a:cubicBezTo>
                    <a:pt x="358" y="47"/>
                    <a:pt x="238" y="52"/>
                    <a:pt x="191" y="67"/>
                  </a:cubicBezTo>
                  <a:cubicBezTo>
                    <a:pt x="145" y="81"/>
                    <a:pt x="81" y="54"/>
                    <a:pt x="0" y="0"/>
                  </a:cubicBezTo>
                  <a:close/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7222" name="Freeform 642">
              <a:extLst>
                <a:ext uri="{FF2B5EF4-FFF2-40B4-BE49-F238E27FC236}">
                  <a16:creationId xmlns:a16="http://schemas.microsoft.com/office/drawing/2014/main" id="{C449F79E-9DD3-4CD9-97A5-B0A902A436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6" y="2270"/>
              <a:ext cx="70" cy="145"/>
            </a:xfrm>
            <a:custGeom>
              <a:avLst/>
              <a:gdLst>
                <a:gd name="T0" fmla="*/ 40 w 65"/>
                <a:gd name="T1" fmla="*/ 0 h 136"/>
                <a:gd name="T2" fmla="*/ 3 w 65"/>
                <a:gd name="T3" fmla="*/ 50 h 136"/>
                <a:gd name="T4" fmla="*/ 3 w 65"/>
                <a:gd name="T5" fmla="*/ 107 h 136"/>
                <a:gd name="T6" fmla="*/ 5 w 65"/>
                <a:gd name="T7" fmla="*/ 165 h 136"/>
                <a:gd name="T8" fmla="*/ 12 w 65"/>
                <a:gd name="T9" fmla="*/ 111 h 136"/>
                <a:gd name="T10" fmla="*/ 20 w 65"/>
                <a:gd name="T11" fmla="*/ 61 h 136"/>
                <a:gd name="T12" fmla="*/ 51 w 65"/>
                <a:gd name="T13" fmla="*/ 42 h 136"/>
                <a:gd name="T14" fmla="*/ 81 w 65"/>
                <a:gd name="T15" fmla="*/ 36 h 136"/>
                <a:gd name="T16" fmla="*/ 46 w 65"/>
                <a:gd name="T17" fmla="*/ 2 h 1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5" h="136">
                  <a:moveTo>
                    <a:pt x="32" y="0"/>
                  </a:moveTo>
                  <a:cubicBezTo>
                    <a:pt x="14" y="6"/>
                    <a:pt x="7" y="24"/>
                    <a:pt x="3" y="41"/>
                  </a:cubicBezTo>
                  <a:cubicBezTo>
                    <a:pt x="0" y="57"/>
                    <a:pt x="2" y="72"/>
                    <a:pt x="3" y="88"/>
                  </a:cubicBezTo>
                  <a:cubicBezTo>
                    <a:pt x="4" y="103"/>
                    <a:pt x="0" y="122"/>
                    <a:pt x="5" y="136"/>
                  </a:cubicBezTo>
                  <a:cubicBezTo>
                    <a:pt x="5" y="121"/>
                    <a:pt x="7" y="106"/>
                    <a:pt x="9" y="92"/>
                  </a:cubicBezTo>
                  <a:cubicBezTo>
                    <a:pt x="11" y="79"/>
                    <a:pt x="10" y="62"/>
                    <a:pt x="17" y="50"/>
                  </a:cubicBezTo>
                  <a:cubicBezTo>
                    <a:pt x="22" y="42"/>
                    <a:pt x="31" y="35"/>
                    <a:pt x="41" y="35"/>
                  </a:cubicBezTo>
                  <a:cubicBezTo>
                    <a:pt x="51" y="35"/>
                    <a:pt x="56" y="38"/>
                    <a:pt x="65" y="30"/>
                  </a:cubicBezTo>
                  <a:cubicBezTo>
                    <a:pt x="46" y="28"/>
                    <a:pt x="37" y="24"/>
                    <a:pt x="37" y="2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7223" name="Freeform 643">
              <a:extLst>
                <a:ext uri="{FF2B5EF4-FFF2-40B4-BE49-F238E27FC236}">
                  <a16:creationId xmlns:a16="http://schemas.microsoft.com/office/drawing/2014/main" id="{BF3D8C38-F4C4-4F56-A0E3-664937ECD5F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9" y="2320"/>
              <a:ext cx="124" cy="95"/>
            </a:xfrm>
            <a:custGeom>
              <a:avLst/>
              <a:gdLst>
                <a:gd name="T0" fmla="*/ 1 w 116"/>
                <a:gd name="T1" fmla="*/ 86 h 89"/>
                <a:gd name="T2" fmla="*/ 0 w 116"/>
                <a:gd name="T3" fmla="*/ 0 h 89"/>
                <a:gd name="T4" fmla="*/ 21 w 116"/>
                <a:gd name="T5" fmla="*/ 33 h 89"/>
                <a:gd name="T6" fmla="*/ 53 w 116"/>
                <a:gd name="T7" fmla="*/ 56 h 89"/>
                <a:gd name="T8" fmla="*/ 142 w 116"/>
                <a:gd name="T9" fmla="*/ 67 h 89"/>
                <a:gd name="T10" fmla="*/ 64 w 116"/>
                <a:gd name="T11" fmla="*/ 72 h 89"/>
                <a:gd name="T12" fmla="*/ 28 w 116"/>
                <a:gd name="T13" fmla="*/ 75 h 89"/>
                <a:gd name="T14" fmla="*/ 4 w 116"/>
                <a:gd name="T15" fmla="*/ 108 h 8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6" h="89">
                  <a:moveTo>
                    <a:pt x="1" y="71"/>
                  </a:moveTo>
                  <a:cubicBezTo>
                    <a:pt x="3" y="46"/>
                    <a:pt x="3" y="25"/>
                    <a:pt x="0" y="0"/>
                  </a:cubicBezTo>
                  <a:cubicBezTo>
                    <a:pt x="7" y="7"/>
                    <a:pt x="12" y="19"/>
                    <a:pt x="18" y="27"/>
                  </a:cubicBezTo>
                  <a:cubicBezTo>
                    <a:pt x="25" y="36"/>
                    <a:pt x="34" y="42"/>
                    <a:pt x="44" y="46"/>
                  </a:cubicBezTo>
                  <a:cubicBezTo>
                    <a:pt x="67" y="56"/>
                    <a:pt x="91" y="55"/>
                    <a:pt x="116" y="55"/>
                  </a:cubicBezTo>
                  <a:cubicBezTo>
                    <a:pt x="100" y="65"/>
                    <a:pt x="70" y="64"/>
                    <a:pt x="52" y="59"/>
                  </a:cubicBezTo>
                  <a:cubicBezTo>
                    <a:pt x="40" y="56"/>
                    <a:pt x="33" y="54"/>
                    <a:pt x="22" y="62"/>
                  </a:cubicBezTo>
                  <a:cubicBezTo>
                    <a:pt x="14" y="67"/>
                    <a:pt x="2" y="77"/>
                    <a:pt x="4" y="89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7224" name="Freeform 644">
              <a:extLst>
                <a:ext uri="{FF2B5EF4-FFF2-40B4-BE49-F238E27FC236}">
                  <a16:creationId xmlns:a16="http://schemas.microsoft.com/office/drawing/2014/main" id="{D5F52F82-7D8B-4B2A-B167-895B186CC8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2" y="2330"/>
              <a:ext cx="100" cy="60"/>
            </a:xfrm>
            <a:custGeom>
              <a:avLst/>
              <a:gdLst>
                <a:gd name="T0" fmla="*/ 109 w 94"/>
                <a:gd name="T1" fmla="*/ 0 h 57"/>
                <a:gd name="T2" fmla="*/ 52 w 94"/>
                <a:gd name="T3" fmla="*/ 47 h 57"/>
                <a:gd name="T4" fmla="*/ 24 w 94"/>
                <a:gd name="T5" fmla="*/ 57 h 57"/>
                <a:gd name="T6" fmla="*/ 0 w 94"/>
                <a:gd name="T7" fmla="*/ 61 h 57"/>
                <a:gd name="T8" fmla="*/ 65 w 94"/>
                <a:gd name="T9" fmla="*/ 59 h 57"/>
                <a:gd name="T10" fmla="*/ 110 w 94"/>
                <a:gd name="T11" fmla="*/ 59 h 57"/>
                <a:gd name="T12" fmla="*/ 109 w 94"/>
                <a:gd name="T13" fmla="*/ 2 h 5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4" h="57">
                  <a:moveTo>
                    <a:pt x="90" y="0"/>
                  </a:moveTo>
                  <a:cubicBezTo>
                    <a:pt x="73" y="15"/>
                    <a:pt x="64" y="32"/>
                    <a:pt x="43" y="41"/>
                  </a:cubicBezTo>
                  <a:cubicBezTo>
                    <a:pt x="36" y="45"/>
                    <a:pt x="29" y="46"/>
                    <a:pt x="21" y="48"/>
                  </a:cubicBezTo>
                  <a:cubicBezTo>
                    <a:pt x="15" y="49"/>
                    <a:pt x="4" y="49"/>
                    <a:pt x="0" y="52"/>
                  </a:cubicBezTo>
                  <a:cubicBezTo>
                    <a:pt x="11" y="57"/>
                    <a:pt x="42" y="53"/>
                    <a:pt x="54" y="50"/>
                  </a:cubicBezTo>
                  <a:cubicBezTo>
                    <a:pt x="69" y="45"/>
                    <a:pt x="77" y="38"/>
                    <a:pt x="91" y="50"/>
                  </a:cubicBezTo>
                  <a:cubicBezTo>
                    <a:pt x="94" y="36"/>
                    <a:pt x="90" y="17"/>
                    <a:pt x="90" y="2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7225" name="Freeform 645">
              <a:extLst>
                <a:ext uri="{FF2B5EF4-FFF2-40B4-BE49-F238E27FC236}">
                  <a16:creationId xmlns:a16="http://schemas.microsoft.com/office/drawing/2014/main" id="{B4ED43DC-344F-430A-A2D8-39E96B22C73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4" y="2406"/>
              <a:ext cx="172" cy="95"/>
            </a:xfrm>
            <a:custGeom>
              <a:avLst/>
              <a:gdLst>
                <a:gd name="T0" fmla="*/ 73 w 161"/>
                <a:gd name="T1" fmla="*/ 111 h 88"/>
                <a:gd name="T2" fmla="*/ 136 w 161"/>
                <a:gd name="T3" fmla="*/ 90 h 88"/>
                <a:gd name="T4" fmla="*/ 197 w 161"/>
                <a:gd name="T5" fmla="*/ 91 h 88"/>
                <a:gd name="T6" fmla="*/ 100 w 161"/>
                <a:gd name="T7" fmla="*/ 60 h 88"/>
                <a:gd name="T8" fmla="*/ 0 w 161"/>
                <a:gd name="T9" fmla="*/ 0 h 88"/>
                <a:gd name="T10" fmla="*/ 41 w 161"/>
                <a:gd name="T11" fmla="*/ 38 h 88"/>
                <a:gd name="T12" fmla="*/ 69 w 161"/>
                <a:gd name="T13" fmla="*/ 63 h 88"/>
                <a:gd name="T14" fmla="*/ 81 w 161"/>
                <a:gd name="T15" fmla="*/ 106 h 8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1" h="88">
                  <a:moveTo>
                    <a:pt x="60" y="88"/>
                  </a:moveTo>
                  <a:cubicBezTo>
                    <a:pt x="75" y="77"/>
                    <a:pt x="92" y="72"/>
                    <a:pt x="111" y="71"/>
                  </a:cubicBezTo>
                  <a:cubicBezTo>
                    <a:pt x="126" y="70"/>
                    <a:pt x="146" y="67"/>
                    <a:pt x="161" y="72"/>
                  </a:cubicBezTo>
                  <a:cubicBezTo>
                    <a:pt x="134" y="67"/>
                    <a:pt x="108" y="56"/>
                    <a:pt x="82" y="48"/>
                  </a:cubicBezTo>
                  <a:cubicBezTo>
                    <a:pt x="51" y="38"/>
                    <a:pt x="23" y="23"/>
                    <a:pt x="0" y="0"/>
                  </a:cubicBezTo>
                  <a:cubicBezTo>
                    <a:pt x="13" y="8"/>
                    <a:pt x="23" y="20"/>
                    <a:pt x="34" y="30"/>
                  </a:cubicBezTo>
                  <a:cubicBezTo>
                    <a:pt x="42" y="36"/>
                    <a:pt x="52" y="41"/>
                    <a:pt x="57" y="50"/>
                  </a:cubicBezTo>
                  <a:cubicBezTo>
                    <a:pt x="65" y="60"/>
                    <a:pt x="66" y="71"/>
                    <a:pt x="66" y="84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7226" name="Freeform 646">
              <a:extLst>
                <a:ext uri="{FF2B5EF4-FFF2-40B4-BE49-F238E27FC236}">
                  <a16:creationId xmlns:a16="http://schemas.microsoft.com/office/drawing/2014/main" id="{059AC5D3-E294-4761-A89C-4FA3D4518E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0" y="2502"/>
              <a:ext cx="162" cy="158"/>
            </a:xfrm>
            <a:custGeom>
              <a:avLst/>
              <a:gdLst>
                <a:gd name="T0" fmla="*/ 0 w 152"/>
                <a:gd name="T1" fmla="*/ 6 h 148"/>
                <a:gd name="T2" fmla="*/ 84 w 152"/>
                <a:gd name="T3" fmla="*/ 12 h 148"/>
                <a:gd name="T4" fmla="*/ 146 w 152"/>
                <a:gd name="T5" fmla="*/ 31 h 148"/>
                <a:gd name="T6" fmla="*/ 161 w 152"/>
                <a:gd name="T7" fmla="*/ 180 h 148"/>
                <a:gd name="T8" fmla="*/ 113 w 152"/>
                <a:gd name="T9" fmla="*/ 36 h 148"/>
                <a:gd name="T10" fmla="*/ 4 w 152"/>
                <a:gd name="T11" fmla="*/ 14 h 14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2" h="148">
                  <a:moveTo>
                    <a:pt x="0" y="6"/>
                  </a:moveTo>
                  <a:cubicBezTo>
                    <a:pt x="20" y="0"/>
                    <a:pt x="49" y="7"/>
                    <a:pt x="69" y="9"/>
                  </a:cubicBezTo>
                  <a:cubicBezTo>
                    <a:pt x="84" y="10"/>
                    <a:pt x="111" y="14"/>
                    <a:pt x="121" y="25"/>
                  </a:cubicBezTo>
                  <a:cubicBezTo>
                    <a:pt x="152" y="59"/>
                    <a:pt x="110" y="113"/>
                    <a:pt x="133" y="148"/>
                  </a:cubicBezTo>
                  <a:cubicBezTo>
                    <a:pt x="112" y="112"/>
                    <a:pt x="139" y="50"/>
                    <a:pt x="93" y="30"/>
                  </a:cubicBezTo>
                  <a:cubicBezTo>
                    <a:pt x="66" y="18"/>
                    <a:pt x="28" y="28"/>
                    <a:pt x="4" y="11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7227" name="Freeform 647">
              <a:extLst>
                <a:ext uri="{FF2B5EF4-FFF2-40B4-BE49-F238E27FC236}">
                  <a16:creationId xmlns:a16="http://schemas.microsoft.com/office/drawing/2014/main" id="{1C3115ED-33D5-43ED-9071-EAFAB18B0F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7" y="2683"/>
              <a:ext cx="126" cy="166"/>
            </a:xfrm>
            <a:custGeom>
              <a:avLst/>
              <a:gdLst>
                <a:gd name="T0" fmla="*/ 0 w 118"/>
                <a:gd name="T1" fmla="*/ 122 h 155"/>
                <a:gd name="T2" fmla="*/ 53 w 118"/>
                <a:gd name="T3" fmla="*/ 163 h 155"/>
                <a:gd name="T4" fmla="*/ 80 w 118"/>
                <a:gd name="T5" fmla="*/ 180 h 155"/>
                <a:gd name="T6" fmla="*/ 103 w 118"/>
                <a:gd name="T7" fmla="*/ 179 h 155"/>
                <a:gd name="T8" fmla="*/ 129 w 118"/>
                <a:gd name="T9" fmla="*/ 107 h 155"/>
                <a:gd name="T10" fmla="*/ 130 w 118"/>
                <a:gd name="T11" fmla="*/ 37 h 155"/>
                <a:gd name="T12" fmla="*/ 113 w 118"/>
                <a:gd name="T13" fmla="*/ 33 h 155"/>
                <a:gd name="T14" fmla="*/ 106 w 118"/>
                <a:gd name="T15" fmla="*/ 28 h 155"/>
                <a:gd name="T16" fmla="*/ 94 w 118"/>
                <a:gd name="T17" fmla="*/ 28 h 155"/>
                <a:gd name="T18" fmla="*/ 54 w 118"/>
                <a:gd name="T19" fmla="*/ 0 h 155"/>
                <a:gd name="T20" fmla="*/ 88 w 118"/>
                <a:gd name="T21" fmla="*/ 45 h 155"/>
                <a:gd name="T22" fmla="*/ 105 w 118"/>
                <a:gd name="T23" fmla="*/ 67 h 155"/>
                <a:gd name="T24" fmla="*/ 98 w 118"/>
                <a:gd name="T25" fmla="*/ 106 h 155"/>
                <a:gd name="T26" fmla="*/ 65 w 118"/>
                <a:gd name="T27" fmla="*/ 150 h 155"/>
                <a:gd name="T28" fmla="*/ 4 w 118"/>
                <a:gd name="T29" fmla="*/ 123 h 155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18" h="155">
                  <a:moveTo>
                    <a:pt x="0" y="99"/>
                  </a:moveTo>
                  <a:cubicBezTo>
                    <a:pt x="14" y="111"/>
                    <a:pt x="29" y="122"/>
                    <a:pt x="44" y="133"/>
                  </a:cubicBezTo>
                  <a:cubicBezTo>
                    <a:pt x="51" y="138"/>
                    <a:pt x="59" y="143"/>
                    <a:pt x="66" y="147"/>
                  </a:cubicBezTo>
                  <a:cubicBezTo>
                    <a:pt x="76" y="153"/>
                    <a:pt x="77" y="155"/>
                    <a:pt x="84" y="146"/>
                  </a:cubicBezTo>
                  <a:cubicBezTo>
                    <a:pt x="96" y="131"/>
                    <a:pt x="101" y="105"/>
                    <a:pt x="106" y="87"/>
                  </a:cubicBezTo>
                  <a:cubicBezTo>
                    <a:pt x="111" y="70"/>
                    <a:pt x="118" y="46"/>
                    <a:pt x="107" y="31"/>
                  </a:cubicBezTo>
                  <a:cubicBezTo>
                    <a:pt x="101" y="35"/>
                    <a:pt x="98" y="31"/>
                    <a:pt x="93" y="27"/>
                  </a:cubicBezTo>
                  <a:cubicBezTo>
                    <a:pt x="90" y="25"/>
                    <a:pt x="91" y="24"/>
                    <a:pt x="87" y="22"/>
                  </a:cubicBezTo>
                  <a:cubicBezTo>
                    <a:pt x="85" y="21"/>
                    <a:pt x="80" y="22"/>
                    <a:pt x="77" y="22"/>
                  </a:cubicBezTo>
                  <a:cubicBezTo>
                    <a:pt x="62" y="21"/>
                    <a:pt x="53" y="10"/>
                    <a:pt x="45" y="0"/>
                  </a:cubicBezTo>
                  <a:cubicBezTo>
                    <a:pt x="52" y="15"/>
                    <a:pt x="60" y="26"/>
                    <a:pt x="72" y="36"/>
                  </a:cubicBezTo>
                  <a:cubicBezTo>
                    <a:pt x="80" y="43"/>
                    <a:pt x="85" y="45"/>
                    <a:pt x="86" y="55"/>
                  </a:cubicBezTo>
                  <a:cubicBezTo>
                    <a:pt x="88" y="66"/>
                    <a:pt x="82" y="76"/>
                    <a:pt x="81" y="86"/>
                  </a:cubicBezTo>
                  <a:cubicBezTo>
                    <a:pt x="77" y="103"/>
                    <a:pt x="76" y="124"/>
                    <a:pt x="53" y="122"/>
                  </a:cubicBezTo>
                  <a:cubicBezTo>
                    <a:pt x="34" y="120"/>
                    <a:pt x="20" y="105"/>
                    <a:pt x="4" y="100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7228" name="Freeform 648">
              <a:extLst>
                <a:ext uri="{FF2B5EF4-FFF2-40B4-BE49-F238E27FC236}">
                  <a16:creationId xmlns:a16="http://schemas.microsoft.com/office/drawing/2014/main" id="{2EEE7227-45ED-4B24-932D-38CCDEF7971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7" y="2788"/>
              <a:ext cx="183" cy="329"/>
            </a:xfrm>
            <a:custGeom>
              <a:avLst/>
              <a:gdLst>
                <a:gd name="T0" fmla="*/ 145 w 172"/>
                <a:gd name="T1" fmla="*/ 38 h 308"/>
                <a:gd name="T2" fmla="*/ 137 w 172"/>
                <a:gd name="T3" fmla="*/ 73 h 308"/>
                <a:gd name="T4" fmla="*/ 88 w 172"/>
                <a:gd name="T5" fmla="*/ 51 h 308"/>
                <a:gd name="T6" fmla="*/ 129 w 172"/>
                <a:gd name="T7" fmla="*/ 87 h 308"/>
                <a:gd name="T8" fmla="*/ 140 w 172"/>
                <a:gd name="T9" fmla="*/ 138 h 308"/>
                <a:gd name="T10" fmla="*/ 128 w 172"/>
                <a:gd name="T11" fmla="*/ 253 h 308"/>
                <a:gd name="T12" fmla="*/ 90 w 172"/>
                <a:gd name="T13" fmla="*/ 350 h 308"/>
                <a:gd name="T14" fmla="*/ 53 w 172"/>
                <a:gd name="T15" fmla="*/ 355 h 308"/>
                <a:gd name="T16" fmla="*/ 0 w 172"/>
                <a:gd name="T17" fmla="*/ 333 h 308"/>
                <a:gd name="T18" fmla="*/ 74 w 172"/>
                <a:gd name="T19" fmla="*/ 367 h 308"/>
                <a:gd name="T20" fmla="*/ 126 w 172"/>
                <a:gd name="T21" fmla="*/ 315 h 308"/>
                <a:gd name="T22" fmla="*/ 156 w 172"/>
                <a:gd name="T23" fmla="*/ 199 h 308"/>
                <a:gd name="T24" fmla="*/ 182 w 172"/>
                <a:gd name="T25" fmla="*/ 93 h 308"/>
                <a:gd name="T26" fmla="*/ 196 w 172"/>
                <a:gd name="T27" fmla="*/ 50 h 308"/>
                <a:gd name="T28" fmla="*/ 207 w 172"/>
                <a:gd name="T29" fmla="*/ 0 h 30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72" h="308">
                  <a:moveTo>
                    <a:pt x="120" y="32"/>
                  </a:moveTo>
                  <a:cubicBezTo>
                    <a:pt x="122" y="39"/>
                    <a:pt x="135" y="59"/>
                    <a:pt x="114" y="60"/>
                  </a:cubicBezTo>
                  <a:cubicBezTo>
                    <a:pt x="100" y="61"/>
                    <a:pt x="84" y="47"/>
                    <a:pt x="73" y="42"/>
                  </a:cubicBezTo>
                  <a:cubicBezTo>
                    <a:pt x="85" y="50"/>
                    <a:pt x="99" y="58"/>
                    <a:pt x="107" y="71"/>
                  </a:cubicBezTo>
                  <a:cubicBezTo>
                    <a:pt x="115" y="83"/>
                    <a:pt x="116" y="99"/>
                    <a:pt x="117" y="113"/>
                  </a:cubicBezTo>
                  <a:cubicBezTo>
                    <a:pt x="118" y="146"/>
                    <a:pt x="115" y="177"/>
                    <a:pt x="106" y="208"/>
                  </a:cubicBezTo>
                  <a:cubicBezTo>
                    <a:pt x="100" y="233"/>
                    <a:pt x="96" y="269"/>
                    <a:pt x="75" y="287"/>
                  </a:cubicBezTo>
                  <a:cubicBezTo>
                    <a:pt x="65" y="294"/>
                    <a:pt x="55" y="294"/>
                    <a:pt x="44" y="291"/>
                  </a:cubicBezTo>
                  <a:cubicBezTo>
                    <a:pt x="30" y="286"/>
                    <a:pt x="12" y="281"/>
                    <a:pt x="0" y="273"/>
                  </a:cubicBezTo>
                  <a:cubicBezTo>
                    <a:pt x="16" y="288"/>
                    <a:pt x="38" y="308"/>
                    <a:pt x="62" y="301"/>
                  </a:cubicBezTo>
                  <a:cubicBezTo>
                    <a:pt x="81" y="295"/>
                    <a:pt x="96" y="276"/>
                    <a:pt x="104" y="258"/>
                  </a:cubicBezTo>
                  <a:cubicBezTo>
                    <a:pt x="117" y="228"/>
                    <a:pt x="121" y="195"/>
                    <a:pt x="130" y="163"/>
                  </a:cubicBezTo>
                  <a:cubicBezTo>
                    <a:pt x="137" y="134"/>
                    <a:pt x="144" y="105"/>
                    <a:pt x="151" y="76"/>
                  </a:cubicBezTo>
                  <a:cubicBezTo>
                    <a:pt x="155" y="64"/>
                    <a:pt x="160" y="53"/>
                    <a:pt x="163" y="41"/>
                  </a:cubicBezTo>
                  <a:cubicBezTo>
                    <a:pt x="167" y="29"/>
                    <a:pt x="167" y="11"/>
                    <a:pt x="172" y="0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7229" name="Freeform 649">
              <a:extLst>
                <a:ext uri="{FF2B5EF4-FFF2-40B4-BE49-F238E27FC236}">
                  <a16:creationId xmlns:a16="http://schemas.microsoft.com/office/drawing/2014/main" id="{285450FE-8672-407E-A5BB-48FB2C4EB5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1" y="2988"/>
              <a:ext cx="190" cy="138"/>
            </a:xfrm>
            <a:custGeom>
              <a:avLst/>
              <a:gdLst>
                <a:gd name="T0" fmla="*/ 216 w 177"/>
                <a:gd name="T1" fmla="*/ 6 h 129"/>
                <a:gd name="T2" fmla="*/ 172 w 177"/>
                <a:gd name="T3" fmla="*/ 92 h 129"/>
                <a:gd name="T4" fmla="*/ 89 w 177"/>
                <a:gd name="T5" fmla="*/ 88 h 129"/>
                <a:gd name="T6" fmla="*/ 0 w 177"/>
                <a:gd name="T7" fmla="*/ 93 h 129"/>
                <a:gd name="T8" fmla="*/ 75 w 177"/>
                <a:gd name="T9" fmla="*/ 113 h 129"/>
                <a:gd name="T10" fmla="*/ 134 w 177"/>
                <a:gd name="T11" fmla="*/ 143 h 129"/>
                <a:gd name="T12" fmla="*/ 219 w 177"/>
                <a:gd name="T13" fmla="*/ 0 h 1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7" h="129">
                  <a:moveTo>
                    <a:pt x="174" y="6"/>
                  </a:moveTo>
                  <a:cubicBezTo>
                    <a:pt x="166" y="27"/>
                    <a:pt x="157" y="61"/>
                    <a:pt x="139" y="75"/>
                  </a:cubicBezTo>
                  <a:cubicBezTo>
                    <a:pt x="120" y="90"/>
                    <a:pt x="91" y="80"/>
                    <a:pt x="72" y="72"/>
                  </a:cubicBezTo>
                  <a:cubicBezTo>
                    <a:pt x="47" y="62"/>
                    <a:pt x="23" y="60"/>
                    <a:pt x="0" y="76"/>
                  </a:cubicBezTo>
                  <a:cubicBezTo>
                    <a:pt x="19" y="72"/>
                    <a:pt x="44" y="84"/>
                    <a:pt x="61" y="93"/>
                  </a:cubicBezTo>
                  <a:cubicBezTo>
                    <a:pt x="77" y="102"/>
                    <a:pt x="91" y="113"/>
                    <a:pt x="108" y="117"/>
                  </a:cubicBezTo>
                  <a:cubicBezTo>
                    <a:pt x="169" y="129"/>
                    <a:pt x="160" y="32"/>
                    <a:pt x="177" y="0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7230" name="Freeform 650">
              <a:extLst>
                <a:ext uri="{FF2B5EF4-FFF2-40B4-BE49-F238E27FC236}">
                  <a16:creationId xmlns:a16="http://schemas.microsoft.com/office/drawing/2014/main" id="{F9177945-FAB9-4716-A16A-0A7E25AA34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2" y="3123"/>
              <a:ext cx="91" cy="42"/>
            </a:xfrm>
            <a:custGeom>
              <a:avLst/>
              <a:gdLst>
                <a:gd name="T0" fmla="*/ 55 w 85"/>
                <a:gd name="T1" fmla="*/ 0 h 40"/>
                <a:gd name="T2" fmla="*/ 86 w 85"/>
                <a:gd name="T3" fmla="*/ 41 h 40"/>
                <a:gd name="T4" fmla="*/ 43 w 85"/>
                <a:gd name="T5" fmla="*/ 43 h 40"/>
                <a:gd name="T6" fmla="*/ 18 w 85"/>
                <a:gd name="T7" fmla="*/ 41 h 40"/>
                <a:gd name="T8" fmla="*/ 0 w 85"/>
                <a:gd name="T9" fmla="*/ 41 h 40"/>
                <a:gd name="T10" fmla="*/ 26 w 85"/>
                <a:gd name="T11" fmla="*/ 37 h 40"/>
                <a:gd name="T12" fmla="*/ 54 w 85"/>
                <a:gd name="T13" fmla="*/ 30 h 40"/>
                <a:gd name="T14" fmla="*/ 55 w 85"/>
                <a:gd name="T15" fmla="*/ 2 h 4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5" h="40">
                  <a:moveTo>
                    <a:pt x="45" y="0"/>
                  </a:moveTo>
                  <a:cubicBezTo>
                    <a:pt x="50" y="7"/>
                    <a:pt x="85" y="23"/>
                    <a:pt x="70" y="35"/>
                  </a:cubicBezTo>
                  <a:cubicBezTo>
                    <a:pt x="63" y="40"/>
                    <a:pt x="43" y="38"/>
                    <a:pt x="35" y="37"/>
                  </a:cubicBezTo>
                  <a:cubicBezTo>
                    <a:pt x="28" y="36"/>
                    <a:pt x="22" y="35"/>
                    <a:pt x="15" y="35"/>
                  </a:cubicBezTo>
                  <a:cubicBezTo>
                    <a:pt x="11" y="35"/>
                    <a:pt x="4" y="38"/>
                    <a:pt x="0" y="35"/>
                  </a:cubicBezTo>
                  <a:cubicBezTo>
                    <a:pt x="7" y="35"/>
                    <a:pt x="14" y="32"/>
                    <a:pt x="21" y="31"/>
                  </a:cubicBezTo>
                  <a:cubicBezTo>
                    <a:pt x="28" y="29"/>
                    <a:pt x="36" y="30"/>
                    <a:pt x="44" y="27"/>
                  </a:cubicBezTo>
                  <a:cubicBezTo>
                    <a:pt x="59" y="22"/>
                    <a:pt x="53" y="11"/>
                    <a:pt x="45" y="2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7231" name="Freeform 651">
              <a:extLst>
                <a:ext uri="{FF2B5EF4-FFF2-40B4-BE49-F238E27FC236}">
                  <a16:creationId xmlns:a16="http://schemas.microsoft.com/office/drawing/2014/main" id="{F11C96AE-AB20-4CE2-8C19-2CB6F4A404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5" y="3177"/>
              <a:ext cx="181" cy="229"/>
            </a:xfrm>
            <a:custGeom>
              <a:avLst/>
              <a:gdLst>
                <a:gd name="T0" fmla="*/ 0 w 170"/>
                <a:gd name="T1" fmla="*/ 13 h 214"/>
                <a:gd name="T2" fmla="*/ 28 w 170"/>
                <a:gd name="T3" fmla="*/ 6 h 214"/>
                <a:gd name="T4" fmla="*/ 56 w 170"/>
                <a:gd name="T5" fmla="*/ 2 h 214"/>
                <a:gd name="T6" fmla="*/ 115 w 170"/>
                <a:gd name="T7" fmla="*/ 5 h 214"/>
                <a:gd name="T8" fmla="*/ 185 w 170"/>
                <a:gd name="T9" fmla="*/ 24 h 214"/>
                <a:gd name="T10" fmla="*/ 199 w 170"/>
                <a:gd name="T11" fmla="*/ 148 h 214"/>
                <a:gd name="T12" fmla="*/ 194 w 170"/>
                <a:gd name="T13" fmla="*/ 262 h 214"/>
                <a:gd name="T14" fmla="*/ 188 w 170"/>
                <a:gd name="T15" fmla="*/ 200 h 214"/>
                <a:gd name="T16" fmla="*/ 181 w 170"/>
                <a:gd name="T17" fmla="*/ 117 h 214"/>
                <a:gd name="T18" fmla="*/ 178 w 170"/>
                <a:gd name="T19" fmla="*/ 67 h 214"/>
                <a:gd name="T20" fmla="*/ 153 w 170"/>
                <a:gd name="T21" fmla="*/ 47 h 214"/>
                <a:gd name="T22" fmla="*/ 70 w 170"/>
                <a:gd name="T23" fmla="*/ 29 h 214"/>
                <a:gd name="T24" fmla="*/ 12 w 170"/>
                <a:gd name="T25" fmla="*/ 18 h 21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70" h="214">
                  <a:moveTo>
                    <a:pt x="0" y="10"/>
                  </a:moveTo>
                  <a:cubicBezTo>
                    <a:pt x="7" y="12"/>
                    <a:pt x="17" y="7"/>
                    <a:pt x="23" y="6"/>
                  </a:cubicBezTo>
                  <a:cubicBezTo>
                    <a:pt x="31" y="4"/>
                    <a:pt x="39" y="2"/>
                    <a:pt x="47" y="2"/>
                  </a:cubicBezTo>
                  <a:cubicBezTo>
                    <a:pt x="63" y="0"/>
                    <a:pt x="80" y="4"/>
                    <a:pt x="95" y="5"/>
                  </a:cubicBezTo>
                  <a:cubicBezTo>
                    <a:pt x="115" y="8"/>
                    <a:pt x="142" y="2"/>
                    <a:pt x="153" y="20"/>
                  </a:cubicBezTo>
                  <a:cubicBezTo>
                    <a:pt x="170" y="48"/>
                    <a:pt x="164" y="89"/>
                    <a:pt x="165" y="121"/>
                  </a:cubicBezTo>
                  <a:cubicBezTo>
                    <a:pt x="167" y="151"/>
                    <a:pt x="168" y="185"/>
                    <a:pt x="161" y="214"/>
                  </a:cubicBezTo>
                  <a:cubicBezTo>
                    <a:pt x="155" y="198"/>
                    <a:pt x="158" y="181"/>
                    <a:pt x="156" y="164"/>
                  </a:cubicBezTo>
                  <a:cubicBezTo>
                    <a:pt x="154" y="142"/>
                    <a:pt x="151" y="118"/>
                    <a:pt x="150" y="95"/>
                  </a:cubicBezTo>
                  <a:cubicBezTo>
                    <a:pt x="150" y="83"/>
                    <a:pt x="151" y="68"/>
                    <a:pt x="147" y="55"/>
                  </a:cubicBezTo>
                  <a:cubicBezTo>
                    <a:pt x="144" y="44"/>
                    <a:pt x="137" y="42"/>
                    <a:pt x="127" y="38"/>
                  </a:cubicBezTo>
                  <a:cubicBezTo>
                    <a:pt x="106" y="30"/>
                    <a:pt x="80" y="26"/>
                    <a:pt x="58" y="23"/>
                  </a:cubicBezTo>
                  <a:cubicBezTo>
                    <a:pt x="47" y="22"/>
                    <a:pt x="15" y="24"/>
                    <a:pt x="9" y="15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7232" name="Freeform 652">
              <a:extLst>
                <a:ext uri="{FF2B5EF4-FFF2-40B4-BE49-F238E27FC236}">
                  <a16:creationId xmlns:a16="http://schemas.microsoft.com/office/drawing/2014/main" id="{B6E542DC-736F-4638-A95A-F00C8EC5781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2" y="3250"/>
              <a:ext cx="217" cy="464"/>
            </a:xfrm>
            <a:custGeom>
              <a:avLst/>
              <a:gdLst>
                <a:gd name="T0" fmla="*/ 235 w 203"/>
                <a:gd name="T1" fmla="*/ 56 h 434"/>
                <a:gd name="T2" fmla="*/ 245 w 203"/>
                <a:gd name="T3" fmla="*/ 153 h 434"/>
                <a:gd name="T4" fmla="*/ 222 w 203"/>
                <a:gd name="T5" fmla="*/ 274 h 434"/>
                <a:gd name="T6" fmla="*/ 201 w 203"/>
                <a:gd name="T7" fmla="*/ 334 h 434"/>
                <a:gd name="T8" fmla="*/ 169 w 203"/>
                <a:gd name="T9" fmla="*/ 384 h 434"/>
                <a:gd name="T10" fmla="*/ 98 w 203"/>
                <a:gd name="T11" fmla="*/ 477 h 434"/>
                <a:gd name="T12" fmla="*/ 71 w 203"/>
                <a:gd name="T13" fmla="*/ 501 h 434"/>
                <a:gd name="T14" fmla="*/ 50 w 203"/>
                <a:gd name="T15" fmla="*/ 520 h 434"/>
                <a:gd name="T16" fmla="*/ 0 w 203"/>
                <a:gd name="T17" fmla="*/ 513 h 434"/>
                <a:gd name="T18" fmla="*/ 46 w 203"/>
                <a:gd name="T19" fmla="*/ 502 h 434"/>
                <a:gd name="T20" fmla="*/ 102 w 203"/>
                <a:gd name="T21" fmla="*/ 434 h 434"/>
                <a:gd name="T22" fmla="*/ 152 w 203"/>
                <a:gd name="T23" fmla="*/ 354 h 434"/>
                <a:gd name="T24" fmla="*/ 197 w 203"/>
                <a:gd name="T25" fmla="*/ 277 h 434"/>
                <a:gd name="T26" fmla="*/ 227 w 203"/>
                <a:gd name="T27" fmla="*/ 139 h 434"/>
                <a:gd name="T28" fmla="*/ 224 w 203"/>
                <a:gd name="T29" fmla="*/ 67 h 434"/>
                <a:gd name="T30" fmla="*/ 226 w 203"/>
                <a:gd name="T31" fmla="*/ 32 h 434"/>
                <a:gd name="T32" fmla="*/ 226 w 203"/>
                <a:gd name="T33" fmla="*/ 1 h 434"/>
                <a:gd name="T34" fmla="*/ 226 w 203"/>
                <a:gd name="T35" fmla="*/ 0 h 434"/>
                <a:gd name="T36" fmla="*/ 230 w 203"/>
                <a:gd name="T37" fmla="*/ 21 h 434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203" h="434">
                  <a:moveTo>
                    <a:pt x="193" y="46"/>
                  </a:moveTo>
                  <a:cubicBezTo>
                    <a:pt x="194" y="72"/>
                    <a:pt x="198" y="99"/>
                    <a:pt x="200" y="125"/>
                  </a:cubicBezTo>
                  <a:cubicBezTo>
                    <a:pt x="203" y="157"/>
                    <a:pt x="192" y="194"/>
                    <a:pt x="182" y="224"/>
                  </a:cubicBezTo>
                  <a:cubicBezTo>
                    <a:pt x="178" y="240"/>
                    <a:pt x="173" y="258"/>
                    <a:pt x="165" y="273"/>
                  </a:cubicBezTo>
                  <a:cubicBezTo>
                    <a:pt x="158" y="288"/>
                    <a:pt x="148" y="301"/>
                    <a:pt x="138" y="314"/>
                  </a:cubicBezTo>
                  <a:cubicBezTo>
                    <a:pt x="120" y="339"/>
                    <a:pt x="101" y="366"/>
                    <a:pt x="80" y="390"/>
                  </a:cubicBezTo>
                  <a:cubicBezTo>
                    <a:pt x="74" y="397"/>
                    <a:pt x="66" y="405"/>
                    <a:pt x="58" y="411"/>
                  </a:cubicBezTo>
                  <a:cubicBezTo>
                    <a:pt x="53" y="416"/>
                    <a:pt x="46" y="423"/>
                    <a:pt x="41" y="426"/>
                  </a:cubicBezTo>
                  <a:cubicBezTo>
                    <a:pt x="29" y="434"/>
                    <a:pt x="12" y="422"/>
                    <a:pt x="0" y="420"/>
                  </a:cubicBezTo>
                  <a:cubicBezTo>
                    <a:pt x="12" y="419"/>
                    <a:pt x="27" y="419"/>
                    <a:pt x="37" y="412"/>
                  </a:cubicBezTo>
                  <a:cubicBezTo>
                    <a:pt x="57" y="400"/>
                    <a:pt x="72" y="374"/>
                    <a:pt x="83" y="355"/>
                  </a:cubicBezTo>
                  <a:cubicBezTo>
                    <a:pt x="96" y="332"/>
                    <a:pt x="112" y="313"/>
                    <a:pt x="124" y="290"/>
                  </a:cubicBezTo>
                  <a:cubicBezTo>
                    <a:pt x="136" y="269"/>
                    <a:pt x="149" y="248"/>
                    <a:pt x="161" y="226"/>
                  </a:cubicBezTo>
                  <a:cubicBezTo>
                    <a:pt x="178" y="193"/>
                    <a:pt x="190" y="151"/>
                    <a:pt x="185" y="114"/>
                  </a:cubicBezTo>
                  <a:cubicBezTo>
                    <a:pt x="183" y="94"/>
                    <a:pt x="182" y="75"/>
                    <a:pt x="183" y="55"/>
                  </a:cubicBezTo>
                  <a:cubicBezTo>
                    <a:pt x="184" y="45"/>
                    <a:pt x="184" y="36"/>
                    <a:pt x="184" y="26"/>
                  </a:cubicBezTo>
                  <a:cubicBezTo>
                    <a:pt x="183" y="21"/>
                    <a:pt x="181" y="4"/>
                    <a:pt x="184" y="1"/>
                  </a:cubicBezTo>
                  <a:cubicBezTo>
                    <a:pt x="184" y="1"/>
                    <a:pt x="184" y="0"/>
                    <a:pt x="184" y="0"/>
                  </a:cubicBezTo>
                  <a:cubicBezTo>
                    <a:pt x="187" y="5"/>
                    <a:pt x="187" y="18"/>
                    <a:pt x="188" y="18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7233" name="Freeform 653">
              <a:extLst>
                <a:ext uri="{FF2B5EF4-FFF2-40B4-BE49-F238E27FC236}">
                  <a16:creationId xmlns:a16="http://schemas.microsoft.com/office/drawing/2014/main" id="{D4F5BB14-0B20-4DF9-B4D6-DDAB86B2C30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8" y="3113"/>
              <a:ext cx="181" cy="51"/>
            </a:xfrm>
            <a:custGeom>
              <a:avLst/>
              <a:gdLst>
                <a:gd name="T0" fmla="*/ 0 w 170"/>
                <a:gd name="T1" fmla="*/ 0 h 48"/>
                <a:gd name="T2" fmla="*/ 52 w 170"/>
                <a:gd name="T3" fmla="*/ 21 h 48"/>
                <a:gd name="T4" fmla="*/ 105 w 170"/>
                <a:gd name="T5" fmla="*/ 39 h 48"/>
                <a:gd name="T6" fmla="*/ 205 w 170"/>
                <a:gd name="T7" fmla="*/ 37 h 48"/>
                <a:gd name="T8" fmla="*/ 99 w 170"/>
                <a:gd name="T9" fmla="*/ 47 h 48"/>
                <a:gd name="T10" fmla="*/ 45 w 170"/>
                <a:gd name="T11" fmla="*/ 37 h 48"/>
                <a:gd name="T12" fmla="*/ 2 w 170"/>
                <a:gd name="T13" fmla="*/ 6 h 4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0" h="48">
                  <a:moveTo>
                    <a:pt x="0" y="0"/>
                  </a:moveTo>
                  <a:cubicBezTo>
                    <a:pt x="13" y="7"/>
                    <a:pt x="29" y="11"/>
                    <a:pt x="43" y="18"/>
                  </a:cubicBezTo>
                  <a:cubicBezTo>
                    <a:pt x="56" y="26"/>
                    <a:pt x="72" y="28"/>
                    <a:pt x="87" y="33"/>
                  </a:cubicBezTo>
                  <a:cubicBezTo>
                    <a:pt x="117" y="41"/>
                    <a:pt x="141" y="36"/>
                    <a:pt x="170" y="31"/>
                  </a:cubicBezTo>
                  <a:cubicBezTo>
                    <a:pt x="143" y="48"/>
                    <a:pt x="112" y="39"/>
                    <a:pt x="82" y="39"/>
                  </a:cubicBezTo>
                  <a:cubicBezTo>
                    <a:pt x="67" y="39"/>
                    <a:pt x="50" y="40"/>
                    <a:pt x="37" y="31"/>
                  </a:cubicBezTo>
                  <a:cubicBezTo>
                    <a:pt x="25" y="24"/>
                    <a:pt x="13" y="15"/>
                    <a:pt x="2" y="6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7234" name="Freeform 654">
              <a:extLst>
                <a:ext uri="{FF2B5EF4-FFF2-40B4-BE49-F238E27FC236}">
                  <a16:creationId xmlns:a16="http://schemas.microsoft.com/office/drawing/2014/main" id="{59BA4EE3-145D-4A57-A366-032A999F225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4" y="3823"/>
              <a:ext cx="107" cy="20"/>
            </a:xfrm>
            <a:custGeom>
              <a:avLst/>
              <a:gdLst>
                <a:gd name="T0" fmla="*/ 0 w 100"/>
                <a:gd name="T1" fmla="*/ 7 h 19"/>
                <a:gd name="T2" fmla="*/ 64 w 100"/>
                <a:gd name="T3" fmla="*/ 3 h 19"/>
                <a:gd name="T4" fmla="*/ 91 w 100"/>
                <a:gd name="T5" fmla="*/ 13 h 19"/>
                <a:gd name="T6" fmla="*/ 122 w 100"/>
                <a:gd name="T7" fmla="*/ 22 h 19"/>
                <a:gd name="T8" fmla="*/ 95 w 100"/>
                <a:gd name="T9" fmla="*/ 15 h 19"/>
                <a:gd name="T10" fmla="*/ 66 w 100"/>
                <a:gd name="T11" fmla="*/ 18 h 19"/>
                <a:gd name="T12" fmla="*/ 37 w 100"/>
                <a:gd name="T13" fmla="*/ 14 h 19"/>
                <a:gd name="T14" fmla="*/ 2 w 100"/>
                <a:gd name="T15" fmla="*/ 7 h 1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0" h="19">
                  <a:moveTo>
                    <a:pt x="0" y="7"/>
                  </a:moveTo>
                  <a:cubicBezTo>
                    <a:pt x="18" y="7"/>
                    <a:pt x="35" y="0"/>
                    <a:pt x="52" y="3"/>
                  </a:cubicBezTo>
                  <a:cubicBezTo>
                    <a:pt x="59" y="5"/>
                    <a:pt x="66" y="9"/>
                    <a:pt x="74" y="10"/>
                  </a:cubicBezTo>
                  <a:cubicBezTo>
                    <a:pt x="86" y="11"/>
                    <a:pt x="91" y="9"/>
                    <a:pt x="100" y="19"/>
                  </a:cubicBezTo>
                  <a:cubicBezTo>
                    <a:pt x="94" y="16"/>
                    <a:pt x="85" y="12"/>
                    <a:pt x="78" y="12"/>
                  </a:cubicBezTo>
                  <a:cubicBezTo>
                    <a:pt x="69" y="13"/>
                    <a:pt x="63" y="16"/>
                    <a:pt x="54" y="15"/>
                  </a:cubicBezTo>
                  <a:cubicBezTo>
                    <a:pt x="46" y="13"/>
                    <a:pt x="39" y="11"/>
                    <a:pt x="31" y="11"/>
                  </a:cubicBezTo>
                  <a:cubicBezTo>
                    <a:pt x="21" y="12"/>
                    <a:pt x="10" y="17"/>
                    <a:pt x="2" y="7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7235" name="Freeform 655">
              <a:extLst>
                <a:ext uri="{FF2B5EF4-FFF2-40B4-BE49-F238E27FC236}">
                  <a16:creationId xmlns:a16="http://schemas.microsoft.com/office/drawing/2014/main" id="{D9891C8F-200C-477B-9A2C-D41CF2FE2D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0" y="2996"/>
              <a:ext cx="179" cy="44"/>
            </a:xfrm>
            <a:custGeom>
              <a:avLst/>
              <a:gdLst>
                <a:gd name="T0" fmla="*/ 206 w 167"/>
                <a:gd name="T1" fmla="*/ 48 h 41"/>
                <a:gd name="T2" fmla="*/ 84 w 167"/>
                <a:gd name="T3" fmla="*/ 20 h 41"/>
                <a:gd name="T4" fmla="*/ 0 w 167"/>
                <a:gd name="T5" fmla="*/ 48 h 41"/>
                <a:gd name="T6" fmla="*/ 102 w 167"/>
                <a:gd name="T7" fmla="*/ 11 h 41"/>
                <a:gd name="T8" fmla="*/ 202 w 167"/>
                <a:gd name="T9" fmla="*/ 50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7" h="41">
                  <a:moveTo>
                    <a:pt x="167" y="39"/>
                  </a:moveTo>
                  <a:cubicBezTo>
                    <a:pt x="135" y="38"/>
                    <a:pt x="102" y="18"/>
                    <a:pt x="68" y="17"/>
                  </a:cubicBezTo>
                  <a:cubicBezTo>
                    <a:pt x="42" y="17"/>
                    <a:pt x="23" y="29"/>
                    <a:pt x="0" y="39"/>
                  </a:cubicBezTo>
                  <a:cubicBezTo>
                    <a:pt x="21" y="12"/>
                    <a:pt x="53" y="0"/>
                    <a:pt x="83" y="8"/>
                  </a:cubicBezTo>
                  <a:cubicBezTo>
                    <a:pt x="110" y="15"/>
                    <a:pt x="143" y="22"/>
                    <a:pt x="163" y="41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7236" name="Freeform 656">
              <a:extLst>
                <a:ext uri="{FF2B5EF4-FFF2-40B4-BE49-F238E27FC236}">
                  <a16:creationId xmlns:a16="http://schemas.microsoft.com/office/drawing/2014/main" id="{4B6FD364-E21E-46F8-8A52-54ACAE5819E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9" y="1662"/>
              <a:ext cx="35" cy="96"/>
            </a:xfrm>
            <a:custGeom>
              <a:avLst/>
              <a:gdLst>
                <a:gd name="T0" fmla="*/ 31 w 32"/>
                <a:gd name="T1" fmla="*/ 0 h 90"/>
                <a:gd name="T2" fmla="*/ 39 w 32"/>
                <a:gd name="T3" fmla="*/ 54 h 90"/>
                <a:gd name="T4" fmla="*/ 26 w 32"/>
                <a:gd name="T5" fmla="*/ 109 h 90"/>
                <a:gd name="T6" fmla="*/ 1 w 32"/>
                <a:gd name="T7" fmla="*/ 53 h 90"/>
                <a:gd name="T8" fmla="*/ 1 w 32"/>
                <a:gd name="T9" fmla="*/ 54 h 90"/>
                <a:gd name="T10" fmla="*/ 31 w 32"/>
                <a:gd name="T11" fmla="*/ 2 h 9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2" h="90">
                  <a:moveTo>
                    <a:pt x="24" y="0"/>
                  </a:moveTo>
                  <a:cubicBezTo>
                    <a:pt x="30" y="13"/>
                    <a:pt x="32" y="30"/>
                    <a:pt x="30" y="45"/>
                  </a:cubicBezTo>
                  <a:cubicBezTo>
                    <a:pt x="29" y="55"/>
                    <a:pt x="26" y="82"/>
                    <a:pt x="20" y="90"/>
                  </a:cubicBezTo>
                  <a:cubicBezTo>
                    <a:pt x="16" y="80"/>
                    <a:pt x="24" y="35"/>
                    <a:pt x="1" y="44"/>
                  </a:cubicBezTo>
                  <a:cubicBezTo>
                    <a:pt x="0" y="45"/>
                    <a:pt x="0" y="45"/>
                    <a:pt x="1" y="45"/>
                  </a:cubicBezTo>
                  <a:cubicBezTo>
                    <a:pt x="3" y="33"/>
                    <a:pt x="14" y="10"/>
                    <a:pt x="24" y="2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7237" name="Freeform 657">
              <a:extLst>
                <a:ext uri="{FF2B5EF4-FFF2-40B4-BE49-F238E27FC236}">
                  <a16:creationId xmlns:a16="http://schemas.microsoft.com/office/drawing/2014/main" id="{558C6D94-0BCE-4A94-BCF7-41FFE081A782}"/>
                </a:ext>
              </a:extLst>
            </p:cNvPr>
            <p:cNvSpPr>
              <a:spLocks/>
            </p:cNvSpPr>
            <p:nvPr/>
          </p:nvSpPr>
          <p:spPr bwMode="auto">
            <a:xfrm>
              <a:off x="978" y="1574"/>
              <a:ext cx="108" cy="155"/>
            </a:xfrm>
            <a:custGeom>
              <a:avLst/>
              <a:gdLst>
                <a:gd name="T0" fmla="*/ 0 w 102"/>
                <a:gd name="T1" fmla="*/ 0 h 145"/>
                <a:gd name="T2" fmla="*/ 58 w 102"/>
                <a:gd name="T3" fmla="*/ 17 h 145"/>
                <a:gd name="T4" fmla="*/ 87 w 102"/>
                <a:gd name="T5" fmla="*/ 17 h 145"/>
                <a:gd name="T6" fmla="*/ 103 w 102"/>
                <a:gd name="T7" fmla="*/ 40 h 145"/>
                <a:gd name="T8" fmla="*/ 118 w 102"/>
                <a:gd name="T9" fmla="*/ 71 h 145"/>
                <a:gd name="T10" fmla="*/ 110 w 102"/>
                <a:gd name="T11" fmla="*/ 104 h 145"/>
                <a:gd name="T12" fmla="*/ 75 w 102"/>
                <a:gd name="T13" fmla="*/ 171 h 145"/>
                <a:gd name="T14" fmla="*/ 73 w 102"/>
                <a:gd name="T15" fmla="*/ 177 h 145"/>
                <a:gd name="T16" fmla="*/ 92 w 102"/>
                <a:gd name="T17" fmla="*/ 109 h 145"/>
                <a:gd name="T18" fmla="*/ 97 w 102"/>
                <a:gd name="T19" fmla="*/ 69 h 145"/>
                <a:gd name="T20" fmla="*/ 33 w 102"/>
                <a:gd name="T21" fmla="*/ 78 h 145"/>
                <a:gd name="T22" fmla="*/ 65 w 102"/>
                <a:gd name="T23" fmla="*/ 41 h 145"/>
                <a:gd name="T24" fmla="*/ 33 w 102"/>
                <a:gd name="T25" fmla="*/ 29 h 145"/>
                <a:gd name="T26" fmla="*/ 3 w 102"/>
                <a:gd name="T27" fmla="*/ 4 h 145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02" h="145">
                  <a:moveTo>
                    <a:pt x="0" y="0"/>
                  </a:moveTo>
                  <a:cubicBezTo>
                    <a:pt x="15" y="10"/>
                    <a:pt x="32" y="13"/>
                    <a:pt x="49" y="14"/>
                  </a:cubicBezTo>
                  <a:cubicBezTo>
                    <a:pt x="55" y="15"/>
                    <a:pt x="67" y="13"/>
                    <a:pt x="73" y="14"/>
                  </a:cubicBezTo>
                  <a:cubicBezTo>
                    <a:pt x="83" y="17"/>
                    <a:pt x="84" y="25"/>
                    <a:pt x="87" y="33"/>
                  </a:cubicBezTo>
                  <a:cubicBezTo>
                    <a:pt x="91" y="42"/>
                    <a:pt x="96" y="49"/>
                    <a:pt x="99" y="58"/>
                  </a:cubicBezTo>
                  <a:cubicBezTo>
                    <a:pt x="102" y="67"/>
                    <a:pt x="98" y="76"/>
                    <a:pt x="93" y="85"/>
                  </a:cubicBezTo>
                  <a:cubicBezTo>
                    <a:pt x="84" y="103"/>
                    <a:pt x="74" y="123"/>
                    <a:pt x="63" y="140"/>
                  </a:cubicBezTo>
                  <a:cubicBezTo>
                    <a:pt x="62" y="141"/>
                    <a:pt x="61" y="143"/>
                    <a:pt x="61" y="145"/>
                  </a:cubicBezTo>
                  <a:cubicBezTo>
                    <a:pt x="65" y="125"/>
                    <a:pt x="71" y="108"/>
                    <a:pt x="77" y="89"/>
                  </a:cubicBezTo>
                  <a:cubicBezTo>
                    <a:pt x="79" y="81"/>
                    <a:pt x="84" y="65"/>
                    <a:pt x="82" y="57"/>
                  </a:cubicBezTo>
                  <a:cubicBezTo>
                    <a:pt x="75" y="35"/>
                    <a:pt x="38" y="56"/>
                    <a:pt x="27" y="64"/>
                  </a:cubicBezTo>
                  <a:cubicBezTo>
                    <a:pt x="35" y="58"/>
                    <a:pt x="65" y="47"/>
                    <a:pt x="55" y="34"/>
                  </a:cubicBezTo>
                  <a:cubicBezTo>
                    <a:pt x="50" y="26"/>
                    <a:pt x="34" y="26"/>
                    <a:pt x="27" y="23"/>
                  </a:cubicBezTo>
                  <a:cubicBezTo>
                    <a:pt x="17" y="19"/>
                    <a:pt x="11" y="11"/>
                    <a:pt x="3" y="4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7238" name="Freeform 658">
              <a:extLst>
                <a:ext uri="{FF2B5EF4-FFF2-40B4-BE49-F238E27FC236}">
                  <a16:creationId xmlns:a16="http://schemas.microsoft.com/office/drawing/2014/main" id="{87A90A49-F5FA-43DA-86FE-F269E6AB650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3" y="1500"/>
              <a:ext cx="71" cy="78"/>
            </a:xfrm>
            <a:custGeom>
              <a:avLst/>
              <a:gdLst>
                <a:gd name="T0" fmla="*/ 82 w 66"/>
                <a:gd name="T1" fmla="*/ 0 h 73"/>
                <a:gd name="T2" fmla="*/ 71 w 66"/>
                <a:gd name="T3" fmla="*/ 44 h 73"/>
                <a:gd name="T4" fmla="*/ 73 w 66"/>
                <a:gd name="T5" fmla="*/ 89 h 73"/>
                <a:gd name="T6" fmla="*/ 37 w 66"/>
                <a:gd name="T7" fmla="*/ 77 h 73"/>
                <a:gd name="T8" fmla="*/ 0 w 66"/>
                <a:gd name="T9" fmla="*/ 67 h 73"/>
                <a:gd name="T10" fmla="*/ 53 w 66"/>
                <a:gd name="T11" fmla="*/ 64 h 73"/>
                <a:gd name="T12" fmla="*/ 77 w 66"/>
                <a:gd name="T13" fmla="*/ 6 h 7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6" h="73">
                  <a:moveTo>
                    <a:pt x="66" y="0"/>
                  </a:moveTo>
                  <a:cubicBezTo>
                    <a:pt x="62" y="12"/>
                    <a:pt x="57" y="24"/>
                    <a:pt x="57" y="36"/>
                  </a:cubicBezTo>
                  <a:cubicBezTo>
                    <a:pt x="56" y="48"/>
                    <a:pt x="62" y="62"/>
                    <a:pt x="59" y="73"/>
                  </a:cubicBezTo>
                  <a:cubicBezTo>
                    <a:pt x="48" y="70"/>
                    <a:pt x="43" y="63"/>
                    <a:pt x="30" y="63"/>
                  </a:cubicBezTo>
                  <a:cubicBezTo>
                    <a:pt x="18" y="64"/>
                    <a:pt x="9" y="65"/>
                    <a:pt x="0" y="55"/>
                  </a:cubicBezTo>
                  <a:cubicBezTo>
                    <a:pt x="11" y="58"/>
                    <a:pt x="33" y="60"/>
                    <a:pt x="43" y="52"/>
                  </a:cubicBezTo>
                  <a:cubicBezTo>
                    <a:pt x="53" y="43"/>
                    <a:pt x="55" y="18"/>
                    <a:pt x="62" y="6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7239" name="Freeform 659">
              <a:extLst>
                <a:ext uri="{FF2B5EF4-FFF2-40B4-BE49-F238E27FC236}">
                  <a16:creationId xmlns:a16="http://schemas.microsoft.com/office/drawing/2014/main" id="{2C083054-85FB-47CE-BAB9-5CCE55C70966}"/>
                </a:ext>
              </a:extLst>
            </p:cNvPr>
            <p:cNvSpPr>
              <a:spLocks/>
            </p:cNvSpPr>
            <p:nvPr/>
          </p:nvSpPr>
          <p:spPr bwMode="auto">
            <a:xfrm>
              <a:off x="915" y="1896"/>
              <a:ext cx="79" cy="165"/>
            </a:xfrm>
            <a:custGeom>
              <a:avLst/>
              <a:gdLst>
                <a:gd name="T0" fmla="*/ 0 w 74"/>
                <a:gd name="T1" fmla="*/ 0 h 155"/>
                <a:gd name="T2" fmla="*/ 90 w 74"/>
                <a:gd name="T3" fmla="*/ 6 h 155"/>
                <a:gd name="T4" fmla="*/ 56 w 74"/>
                <a:gd name="T5" fmla="*/ 71 h 155"/>
                <a:gd name="T6" fmla="*/ 53 w 74"/>
                <a:gd name="T7" fmla="*/ 125 h 155"/>
                <a:gd name="T8" fmla="*/ 48 w 74"/>
                <a:gd name="T9" fmla="*/ 187 h 155"/>
                <a:gd name="T10" fmla="*/ 46 w 74"/>
                <a:gd name="T11" fmla="*/ 56 h 155"/>
                <a:gd name="T12" fmla="*/ 37 w 74"/>
                <a:gd name="T13" fmla="*/ 28 h 155"/>
                <a:gd name="T14" fmla="*/ 12 w 74"/>
                <a:gd name="T15" fmla="*/ 12 h 15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4" h="155">
                  <a:moveTo>
                    <a:pt x="0" y="0"/>
                  </a:moveTo>
                  <a:cubicBezTo>
                    <a:pt x="13" y="12"/>
                    <a:pt x="58" y="14"/>
                    <a:pt x="74" y="6"/>
                  </a:cubicBezTo>
                  <a:cubicBezTo>
                    <a:pt x="58" y="20"/>
                    <a:pt x="48" y="38"/>
                    <a:pt x="46" y="59"/>
                  </a:cubicBezTo>
                  <a:cubicBezTo>
                    <a:pt x="45" y="74"/>
                    <a:pt x="45" y="88"/>
                    <a:pt x="44" y="103"/>
                  </a:cubicBezTo>
                  <a:cubicBezTo>
                    <a:pt x="43" y="121"/>
                    <a:pt x="39" y="138"/>
                    <a:pt x="39" y="155"/>
                  </a:cubicBezTo>
                  <a:cubicBezTo>
                    <a:pt x="32" y="120"/>
                    <a:pt x="34" y="83"/>
                    <a:pt x="37" y="47"/>
                  </a:cubicBezTo>
                  <a:cubicBezTo>
                    <a:pt x="38" y="38"/>
                    <a:pt x="38" y="30"/>
                    <a:pt x="31" y="23"/>
                  </a:cubicBezTo>
                  <a:cubicBezTo>
                    <a:pt x="26" y="17"/>
                    <a:pt x="11" y="16"/>
                    <a:pt x="9" y="9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7240" name="Freeform 660">
              <a:extLst>
                <a:ext uri="{FF2B5EF4-FFF2-40B4-BE49-F238E27FC236}">
                  <a16:creationId xmlns:a16="http://schemas.microsoft.com/office/drawing/2014/main" id="{EBC05F7B-7546-45FE-B60F-DA4FBBFFF2F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9" y="1637"/>
              <a:ext cx="156" cy="260"/>
            </a:xfrm>
            <a:custGeom>
              <a:avLst/>
              <a:gdLst>
                <a:gd name="T0" fmla="*/ 7 w 146"/>
                <a:gd name="T1" fmla="*/ 0 h 243"/>
                <a:gd name="T2" fmla="*/ 28 w 146"/>
                <a:gd name="T3" fmla="*/ 52 h 243"/>
                <a:gd name="T4" fmla="*/ 28 w 146"/>
                <a:gd name="T5" fmla="*/ 101 h 243"/>
                <a:gd name="T6" fmla="*/ 17 w 146"/>
                <a:gd name="T7" fmla="*/ 185 h 243"/>
                <a:gd name="T8" fmla="*/ 50 w 146"/>
                <a:gd name="T9" fmla="*/ 216 h 243"/>
                <a:gd name="T10" fmla="*/ 79 w 146"/>
                <a:gd name="T11" fmla="*/ 250 h 243"/>
                <a:gd name="T12" fmla="*/ 168 w 146"/>
                <a:gd name="T13" fmla="*/ 296 h 243"/>
                <a:gd name="T14" fmla="*/ 178 w 146"/>
                <a:gd name="T15" fmla="*/ 297 h 243"/>
                <a:gd name="T16" fmla="*/ 128 w 146"/>
                <a:gd name="T17" fmla="*/ 274 h 243"/>
                <a:gd name="T18" fmla="*/ 90 w 146"/>
                <a:gd name="T19" fmla="*/ 236 h 243"/>
                <a:gd name="T20" fmla="*/ 66 w 146"/>
                <a:gd name="T21" fmla="*/ 203 h 243"/>
                <a:gd name="T22" fmla="*/ 40 w 146"/>
                <a:gd name="T23" fmla="*/ 177 h 243"/>
                <a:gd name="T24" fmla="*/ 48 w 146"/>
                <a:gd name="T25" fmla="*/ 82 h 243"/>
                <a:gd name="T26" fmla="*/ 7 w 146"/>
                <a:gd name="T27" fmla="*/ 4 h 243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46" h="243">
                  <a:moveTo>
                    <a:pt x="7" y="0"/>
                  </a:moveTo>
                  <a:cubicBezTo>
                    <a:pt x="5" y="9"/>
                    <a:pt x="19" y="31"/>
                    <a:pt x="22" y="43"/>
                  </a:cubicBezTo>
                  <a:cubicBezTo>
                    <a:pt x="26" y="56"/>
                    <a:pt x="25" y="69"/>
                    <a:pt x="22" y="82"/>
                  </a:cubicBezTo>
                  <a:cubicBezTo>
                    <a:pt x="16" y="103"/>
                    <a:pt x="0" y="128"/>
                    <a:pt x="14" y="151"/>
                  </a:cubicBezTo>
                  <a:cubicBezTo>
                    <a:pt x="20" y="162"/>
                    <a:pt x="33" y="168"/>
                    <a:pt x="41" y="177"/>
                  </a:cubicBezTo>
                  <a:cubicBezTo>
                    <a:pt x="50" y="185"/>
                    <a:pt x="57" y="196"/>
                    <a:pt x="65" y="205"/>
                  </a:cubicBezTo>
                  <a:cubicBezTo>
                    <a:pt x="84" y="226"/>
                    <a:pt x="109" y="242"/>
                    <a:pt x="138" y="242"/>
                  </a:cubicBezTo>
                  <a:cubicBezTo>
                    <a:pt x="140" y="242"/>
                    <a:pt x="143" y="243"/>
                    <a:pt x="146" y="243"/>
                  </a:cubicBezTo>
                  <a:cubicBezTo>
                    <a:pt x="133" y="235"/>
                    <a:pt x="118" y="232"/>
                    <a:pt x="105" y="223"/>
                  </a:cubicBezTo>
                  <a:cubicBezTo>
                    <a:pt x="93" y="215"/>
                    <a:pt x="83" y="204"/>
                    <a:pt x="74" y="193"/>
                  </a:cubicBezTo>
                  <a:cubicBezTo>
                    <a:pt x="67" y="184"/>
                    <a:pt x="61" y="175"/>
                    <a:pt x="54" y="166"/>
                  </a:cubicBezTo>
                  <a:cubicBezTo>
                    <a:pt x="47" y="159"/>
                    <a:pt x="37" y="153"/>
                    <a:pt x="33" y="144"/>
                  </a:cubicBezTo>
                  <a:cubicBezTo>
                    <a:pt x="22" y="118"/>
                    <a:pt x="41" y="92"/>
                    <a:pt x="39" y="67"/>
                  </a:cubicBezTo>
                  <a:cubicBezTo>
                    <a:pt x="36" y="42"/>
                    <a:pt x="18" y="24"/>
                    <a:pt x="7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7241" name="Freeform 661">
              <a:extLst>
                <a:ext uri="{FF2B5EF4-FFF2-40B4-BE49-F238E27FC236}">
                  <a16:creationId xmlns:a16="http://schemas.microsoft.com/office/drawing/2014/main" id="{8106076D-0629-48CA-A314-E90C9A6CE9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4" y="1457"/>
              <a:ext cx="25" cy="45"/>
            </a:xfrm>
            <a:custGeom>
              <a:avLst/>
              <a:gdLst>
                <a:gd name="T0" fmla="*/ 0 w 24"/>
                <a:gd name="T1" fmla="*/ 33 h 42"/>
                <a:gd name="T2" fmla="*/ 18 w 24"/>
                <a:gd name="T3" fmla="*/ 27 h 42"/>
                <a:gd name="T4" fmla="*/ 15 w 24"/>
                <a:gd name="T5" fmla="*/ 51 h 42"/>
                <a:gd name="T6" fmla="*/ 23 w 24"/>
                <a:gd name="T7" fmla="*/ 16 h 42"/>
                <a:gd name="T8" fmla="*/ 3 w 24"/>
                <a:gd name="T9" fmla="*/ 27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42">
                  <a:moveTo>
                    <a:pt x="0" y="27"/>
                  </a:moveTo>
                  <a:cubicBezTo>
                    <a:pt x="2" y="27"/>
                    <a:pt x="9" y="11"/>
                    <a:pt x="15" y="21"/>
                  </a:cubicBezTo>
                  <a:cubicBezTo>
                    <a:pt x="18" y="26"/>
                    <a:pt x="12" y="37"/>
                    <a:pt x="12" y="42"/>
                  </a:cubicBezTo>
                  <a:cubicBezTo>
                    <a:pt x="18" y="37"/>
                    <a:pt x="24" y="20"/>
                    <a:pt x="20" y="13"/>
                  </a:cubicBezTo>
                  <a:cubicBezTo>
                    <a:pt x="13" y="0"/>
                    <a:pt x="7" y="16"/>
                    <a:pt x="3" y="2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7242" name="Freeform 662">
              <a:extLst>
                <a:ext uri="{FF2B5EF4-FFF2-40B4-BE49-F238E27FC236}">
                  <a16:creationId xmlns:a16="http://schemas.microsoft.com/office/drawing/2014/main" id="{10AF584F-EE88-4AA8-9FCF-3B968A6703D0}"/>
                </a:ext>
              </a:extLst>
            </p:cNvPr>
            <p:cNvSpPr>
              <a:spLocks/>
            </p:cNvSpPr>
            <p:nvPr/>
          </p:nvSpPr>
          <p:spPr bwMode="auto">
            <a:xfrm>
              <a:off x="949" y="1541"/>
              <a:ext cx="33" cy="30"/>
            </a:xfrm>
            <a:custGeom>
              <a:avLst/>
              <a:gdLst>
                <a:gd name="T0" fmla="*/ 31 w 31"/>
                <a:gd name="T1" fmla="*/ 34 h 28"/>
                <a:gd name="T2" fmla="*/ 20 w 31"/>
                <a:gd name="T3" fmla="*/ 12 h 28"/>
                <a:gd name="T4" fmla="*/ 37 w 31"/>
                <a:gd name="T5" fmla="*/ 11 h 28"/>
                <a:gd name="T6" fmla="*/ 14 w 31"/>
                <a:gd name="T7" fmla="*/ 2 h 28"/>
                <a:gd name="T8" fmla="*/ 28 w 31"/>
                <a:gd name="T9" fmla="*/ 33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28">
                  <a:moveTo>
                    <a:pt x="25" y="28"/>
                  </a:moveTo>
                  <a:cubicBezTo>
                    <a:pt x="21" y="24"/>
                    <a:pt x="12" y="15"/>
                    <a:pt x="17" y="9"/>
                  </a:cubicBezTo>
                  <a:cubicBezTo>
                    <a:pt x="20" y="5"/>
                    <a:pt x="27" y="6"/>
                    <a:pt x="31" y="8"/>
                  </a:cubicBezTo>
                  <a:cubicBezTo>
                    <a:pt x="28" y="5"/>
                    <a:pt x="15" y="0"/>
                    <a:pt x="11" y="2"/>
                  </a:cubicBezTo>
                  <a:cubicBezTo>
                    <a:pt x="0" y="9"/>
                    <a:pt x="18" y="23"/>
                    <a:pt x="23" y="2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7243" name="Freeform 663">
              <a:extLst>
                <a:ext uri="{FF2B5EF4-FFF2-40B4-BE49-F238E27FC236}">
                  <a16:creationId xmlns:a16="http://schemas.microsoft.com/office/drawing/2014/main" id="{8F92E26D-1076-4917-A181-0388AB4BA00C}"/>
                </a:ext>
              </a:extLst>
            </p:cNvPr>
            <p:cNvSpPr>
              <a:spLocks/>
            </p:cNvSpPr>
            <p:nvPr/>
          </p:nvSpPr>
          <p:spPr bwMode="auto">
            <a:xfrm>
              <a:off x="935" y="1631"/>
              <a:ext cx="34" cy="30"/>
            </a:xfrm>
            <a:custGeom>
              <a:avLst/>
              <a:gdLst>
                <a:gd name="T0" fmla="*/ 35 w 32"/>
                <a:gd name="T1" fmla="*/ 0 h 28"/>
                <a:gd name="T2" fmla="*/ 21 w 32"/>
                <a:gd name="T3" fmla="*/ 15 h 28"/>
                <a:gd name="T4" fmla="*/ 38 w 32"/>
                <a:gd name="T5" fmla="*/ 27 h 28"/>
                <a:gd name="T6" fmla="*/ 24 w 32"/>
                <a:gd name="T7" fmla="*/ 0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28">
                  <a:moveTo>
                    <a:pt x="29" y="0"/>
                  </a:moveTo>
                  <a:cubicBezTo>
                    <a:pt x="24" y="4"/>
                    <a:pt x="17" y="3"/>
                    <a:pt x="18" y="12"/>
                  </a:cubicBezTo>
                  <a:cubicBezTo>
                    <a:pt x="18" y="19"/>
                    <a:pt x="25" y="21"/>
                    <a:pt x="32" y="21"/>
                  </a:cubicBezTo>
                  <a:cubicBezTo>
                    <a:pt x="13" y="28"/>
                    <a:pt x="0" y="0"/>
                    <a:pt x="2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7244" name="Freeform 664">
              <a:extLst>
                <a:ext uri="{FF2B5EF4-FFF2-40B4-BE49-F238E27FC236}">
                  <a16:creationId xmlns:a16="http://schemas.microsoft.com/office/drawing/2014/main" id="{3F20758C-0FF1-4014-9ED5-1CDB87FEE996}"/>
                </a:ext>
              </a:extLst>
            </p:cNvPr>
            <p:cNvSpPr>
              <a:spLocks/>
            </p:cNvSpPr>
            <p:nvPr/>
          </p:nvSpPr>
          <p:spPr bwMode="auto">
            <a:xfrm>
              <a:off x="801" y="1211"/>
              <a:ext cx="528" cy="584"/>
            </a:xfrm>
            <a:custGeom>
              <a:avLst/>
              <a:gdLst>
                <a:gd name="T0" fmla="*/ 603 w 494"/>
                <a:gd name="T1" fmla="*/ 0 h 547"/>
                <a:gd name="T2" fmla="*/ 153 w 494"/>
                <a:gd name="T3" fmla="*/ 225 h 547"/>
                <a:gd name="T4" fmla="*/ 98 w 494"/>
                <a:gd name="T5" fmla="*/ 327 h 547"/>
                <a:gd name="T6" fmla="*/ 0 w 494"/>
                <a:gd name="T7" fmla="*/ 666 h 547"/>
                <a:gd name="T8" fmla="*/ 90 w 494"/>
                <a:gd name="T9" fmla="*/ 353 h 547"/>
                <a:gd name="T10" fmla="*/ 164 w 494"/>
                <a:gd name="T11" fmla="*/ 233 h 547"/>
                <a:gd name="T12" fmla="*/ 603 w 494"/>
                <a:gd name="T13" fmla="*/ 0 h 54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94" h="547">
                  <a:moveTo>
                    <a:pt x="494" y="0"/>
                  </a:moveTo>
                  <a:cubicBezTo>
                    <a:pt x="494" y="0"/>
                    <a:pt x="198" y="15"/>
                    <a:pt x="125" y="185"/>
                  </a:cubicBezTo>
                  <a:cubicBezTo>
                    <a:pt x="104" y="234"/>
                    <a:pt x="96" y="252"/>
                    <a:pt x="80" y="269"/>
                  </a:cubicBezTo>
                  <a:cubicBezTo>
                    <a:pt x="64" y="287"/>
                    <a:pt x="15" y="350"/>
                    <a:pt x="0" y="547"/>
                  </a:cubicBezTo>
                  <a:cubicBezTo>
                    <a:pt x="0" y="547"/>
                    <a:pt x="19" y="371"/>
                    <a:pt x="74" y="290"/>
                  </a:cubicBezTo>
                  <a:cubicBezTo>
                    <a:pt x="130" y="209"/>
                    <a:pt x="124" y="212"/>
                    <a:pt x="134" y="191"/>
                  </a:cubicBezTo>
                  <a:cubicBezTo>
                    <a:pt x="145" y="170"/>
                    <a:pt x="200" y="34"/>
                    <a:pt x="49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7245" name="Freeform 665">
              <a:extLst>
                <a:ext uri="{FF2B5EF4-FFF2-40B4-BE49-F238E27FC236}">
                  <a16:creationId xmlns:a16="http://schemas.microsoft.com/office/drawing/2014/main" id="{0637032D-CB24-46F1-807A-B8761448D358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" y="1845"/>
              <a:ext cx="83" cy="102"/>
            </a:xfrm>
            <a:custGeom>
              <a:avLst/>
              <a:gdLst>
                <a:gd name="T0" fmla="*/ 35 w 78"/>
                <a:gd name="T1" fmla="*/ 0 h 95"/>
                <a:gd name="T2" fmla="*/ 19 w 78"/>
                <a:gd name="T3" fmla="*/ 67 h 95"/>
                <a:gd name="T4" fmla="*/ 45 w 78"/>
                <a:gd name="T5" fmla="*/ 101 h 95"/>
                <a:gd name="T6" fmla="*/ 94 w 78"/>
                <a:gd name="T7" fmla="*/ 115 h 95"/>
                <a:gd name="T8" fmla="*/ 59 w 78"/>
                <a:gd name="T9" fmla="*/ 94 h 95"/>
                <a:gd name="T10" fmla="*/ 43 w 78"/>
                <a:gd name="T11" fmla="*/ 65 h 95"/>
                <a:gd name="T12" fmla="*/ 24 w 78"/>
                <a:gd name="T13" fmla="*/ 46 h 95"/>
                <a:gd name="T14" fmla="*/ 37 w 78"/>
                <a:gd name="T15" fmla="*/ 6 h 9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8" h="95">
                  <a:moveTo>
                    <a:pt x="29" y="0"/>
                  </a:moveTo>
                  <a:cubicBezTo>
                    <a:pt x="14" y="14"/>
                    <a:pt x="0" y="36"/>
                    <a:pt x="16" y="54"/>
                  </a:cubicBezTo>
                  <a:cubicBezTo>
                    <a:pt x="25" y="64"/>
                    <a:pt x="30" y="72"/>
                    <a:pt x="37" y="82"/>
                  </a:cubicBezTo>
                  <a:cubicBezTo>
                    <a:pt x="46" y="95"/>
                    <a:pt x="63" y="92"/>
                    <a:pt x="78" y="93"/>
                  </a:cubicBezTo>
                  <a:cubicBezTo>
                    <a:pt x="69" y="89"/>
                    <a:pt x="56" y="83"/>
                    <a:pt x="49" y="76"/>
                  </a:cubicBezTo>
                  <a:cubicBezTo>
                    <a:pt x="43" y="70"/>
                    <a:pt x="42" y="60"/>
                    <a:pt x="36" y="53"/>
                  </a:cubicBezTo>
                  <a:cubicBezTo>
                    <a:pt x="30" y="48"/>
                    <a:pt x="23" y="45"/>
                    <a:pt x="21" y="37"/>
                  </a:cubicBezTo>
                  <a:cubicBezTo>
                    <a:pt x="19" y="29"/>
                    <a:pt x="24" y="10"/>
                    <a:pt x="31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7246" name="Freeform 666">
              <a:extLst>
                <a:ext uri="{FF2B5EF4-FFF2-40B4-BE49-F238E27FC236}">
                  <a16:creationId xmlns:a16="http://schemas.microsoft.com/office/drawing/2014/main" id="{C7175FAC-C10C-4153-9623-567AF25E7D37}"/>
                </a:ext>
              </a:extLst>
            </p:cNvPr>
            <p:cNvSpPr>
              <a:spLocks/>
            </p:cNvSpPr>
            <p:nvPr/>
          </p:nvSpPr>
          <p:spPr bwMode="auto">
            <a:xfrm>
              <a:off x="678" y="1943"/>
              <a:ext cx="87" cy="268"/>
            </a:xfrm>
            <a:custGeom>
              <a:avLst/>
              <a:gdLst>
                <a:gd name="T0" fmla="*/ 100 w 81"/>
                <a:gd name="T1" fmla="*/ 0 h 251"/>
                <a:gd name="T2" fmla="*/ 45 w 81"/>
                <a:gd name="T3" fmla="*/ 154 h 251"/>
                <a:gd name="T4" fmla="*/ 38 w 81"/>
                <a:gd name="T5" fmla="*/ 233 h 251"/>
                <a:gd name="T6" fmla="*/ 46 w 81"/>
                <a:gd name="T7" fmla="*/ 304 h 251"/>
                <a:gd name="T8" fmla="*/ 83 w 81"/>
                <a:gd name="T9" fmla="*/ 293 h 251"/>
                <a:gd name="T10" fmla="*/ 34 w 81"/>
                <a:gd name="T11" fmla="*/ 285 h 251"/>
                <a:gd name="T12" fmla="*/ 64 w 81"/>
                <a:gd name="T13" fmla="*/ 248 h 251"/>
                <a:gd name="T14" fmla="*/ 54 w 81"/>
                <a:gd name="T15" fmla="*/ 221 h 251"/>
                <a:gd name="T16" fmla="*/ 56 w 81"/>
                <a:gd name="T17" fmla="*/ 148 h 251"/>
                <a:gd name="T18" fmla="*/ 100 w 81"/>
                <a:gd name="T19" fmla="*/ 0 h 25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1" h="251">
                  <a:moveTo>
                    <a:pt x="81" y="0"/>
                  </a:moveTo>
                  <a:cubicBezTo>
                    <a:pt x="81" y="0"/>
                    <a:pt x="31" y="92"/>
                    <a:pt x="36" y="126"/>
                  </a:cubicBezTo>
                  <a:cubicBezTo>
                    <a:pt x="40" y="161"/>
                    <a:pt x="41" y="178"/>
                    <a:pt x="31" y="191"/>
                  </a:cubicBezTo>
                  <a:cubicBezTo>
                    <a:pt x="21" y="204"/>
                    <a:pt x="0" y="248"/>
                    <a:pt x="37" y="250"/>
                  </a:cubicBezTo>
                  <a:cubicBezTo>
                    <a:pt x="45" y="251"/>
                    <a:pt x="58" y="248"/>
                    <a:pt x="67" y="241"/>
                  </a:cubicBezTo>
                  <a:cubicBezTo>
                    <a:pt x="67" y="241"/>
                    <a:pt x="32" y="250"/>
                    <a:pt x="28" y="234"/>
                  </a:cubicBezTo>
                  <a:cubicBezTo>
                    <a:pt x="23" y="218"/>
                    <a:pt x="33" y="196"/>
                    <a:pt x="52" y="203"/>
                  </a:cubicBezTo>
                  <a:cubicBezTo>
                    <a:pt x="52" y="203"/>
                    <a:pt x="40" y="197"/>
                    <a:pt x="44" y="182"/>
                  </a:cubicBezTo>
                  <a:cubicBezTo>
                    <a:pt x="47" y="167"/>
                    <a:pt x="47" y="132"/>
                    <a:pt x="45" y="122"/>
                  </a:cubicBezTo>
                  <a:cubicBezTo>
                    <a:pt x="43" y="111"/>
                    <a:pt x="41" y="80"/>
                    <a:pt x="8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7247" name="Freeform 667">
              <a:extLst>
                <a:ext uri="{FF2B5EF4-FFF2-40B4-BE49-F238E27FC236}">
                  <a16:creationId xmlns:a16="http://schemas.microsoft.com/office/drawing/2014/main" id="{9621BF60-D100-4BDC-99E0-35F6813333D9}"/>
                </a:ext>
              </a:extLst>
            </p:cNvPr>
            <p:cNvSpPr>
              <a:spLocks/>
            </p:cNvSpPr>
            <p:nvPr/>
          </p:nvSpPr>
          <p:spPr bwMode="auto">
            <a:xfrm>
              <a:off x="684" y="2232"/>
              <a:ext cx="81" cy="313"/>
            </a:xfrm>
            <a:custGeom>
              <a:avLst/>
              <a:gdLst>
                <a:gd name="T0" fmla="*/ 44 w 76"/>
                <a:gd name="T1" fmla="*/ 1 h 293"/>
                <a:gd name="T2" fmla="*/ 21 w 76"/>
                <a:gd name="T3" fmla="*/ 3 h 293"/>
                <a:gd name="T4" fmla="*/ 15 w 76"/>
                <a:gd name="T5" fmla="*/ 78 h 293"/>
                <a:gd name="T6" fmla="*/ 2 w 76"/>
                <a:gd name="T7" fmla="*/ 156 h 293"/>
                <a:gd name="T8" fmla="*/ 15 w 76"/>
                <a:gd name="T9" fmla="*/ 233 h 293"/>
                <a:gd name="T10" fmla="*/ 33 w 76"/>
                <a:gd name="T11" fmla="*/ 272 h 293"/>
                <a:gd name="T12" fmla="*/ 41 w 76"/>
                <a:gd name="T13" fmla="*/ 307 h 293"/>
                <a:gd name="T14" fmla="*/ 92 w 76"/>
                <a:gd name="T15" fmla="*/ 357 h 293"/>
                <a:gd name="T16" fmla="*/ 68 w 76"/>
                <a:gd name="T17" fmla="*/ 329 h 293"/>
                <a:gd name="T18" fmla="*/ 47 w 76"/>
                <a:gd name="T19" fmla="*/ 284 h 293"/>
                <a:gd name="T20" fmla="*/ 36 w 76"/>
                <a:gd name="T21" fmla="*/ 233 h 293"/>
                <a:gd name="T22" fmla="*/ 17 w 76"/>
                <a:gd name="T23" fmla="*/ 191 h 293"/>
                <a:gd name="T24" fmla="*/ 29 w 76"/>
                <a:gd name="T25" fmla="*/ 85 h 293"/>
                <a:gd name="T26" fmla="*/ 41 w 76"/>
                <a:gd name="T27" fmla="*/ 1 h 293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76" h="293">
                  <a:moveTo>
                    <a:pt x="36" y="1"/>
                  </a:moveTo>
                  <a:cubicBezTo>
                    <a:pt x="30" y="1"/>
                    <a:pt x="24" y="0"/>
                    <a:pt x="18" y="3"/>
                  </a:cubicBezTo>
                  <a:cubicBezTo>
                    <a:pt x="17" y="22"/>
                    <a:pt x="14" y="44"/>
                    <a:pt x="12" y="64"/>
                  </a:cubicBezTo>
                  <a:cubicBezTo>
                    <a:pt x="10" y="86"/>
                    <a:pt x="4" y="106"/>
                    <a:pt x="2" y="128"/>
                  </a:cubicBezTo>
                  <a:cubicBezTo>
                    <a:pt x="0" y="152"/>
                    <a:pt x="2" y="170"/>
                    <a:pt x="12" y="191"/>
                  </a:cubicBezTo>
                  <a:cubicBezTo>
                    <a:pt x="17" y="202"/>
                    <a:pt x="24" y="212"/>
                    <a:pt x="27" y="224"/>
                  </a:cubicBezTo>
                  <a:cubicBezTo>
                    <a:pt x="30" y="233"/>
                    <a:pt x="30" y="243"/>
                    <a:pt x="34" y="252"/>
                  </a:cubicBezTo>
                  <a:cubicBezTo>
                    <a:pt x="41" y="268"/>
                    <a:pt x="61" y="283"/>
                    <a:pt x="76" y="293"/>
                  </a:cubicBezTo>
                  <a:cubicBezTo>
                    <a:pt x="75" y="280"/>
                    <a:pt x="64" y="279"/>
                    <a:pt x="56" y="270"/>
                  </a:cubicBezTo>
                  <a:cubicBezTo>
                    <a:pt x="47" y="260"/>
                    <a:pt x="42" y="245"/>
                    <a:pt x="38" y="233"/>
                  </a:cubicBezTo>
                  <a:cubicBezTo>
                    <a:pt x="35" y="219"/>
                    <a:pt x="35" y="204"/>
                    <a:pt x="30" y="191"/>
                  </a:cubicBezTo>
                  <a:cubicBezTo>
                    <a:pt x="25" y="179"/>
                    <a:pt x="18" y="169"/>
                    <a:pt x="14" y="157"/>
                  </a:cubicBezTo>
                  <a:cubicBezTo>
                    <a:pt x="2" y="123"/>
                    <a:pt x="20" y="102"/>
                    <a:pt x="23" y="70"/>
                  </a:cubicBezTo>
                  <a:cubicBezTo>
                    <a:pt x="25" y="52"/>
                    <a:pt x="18" y="11"/>
                    <a:pt x="34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7248" name="Freeform 668">
              <a:extLst>
                <a:ext uri="{FF2B5EF4-FFF2-40B4-BE49-F238E27FC236}">
                  <a16:creationId xmlns:a16="http://schemas.microsoft.com/office/drawing/2014/main" id="{B806CA3F-02CF-44B3-A3CD-CD5BFB7F4952}"/>
                </a:ext>
              </a:extLst>
            </p:cNvPr>
            <p:cNvSpPr>
              <a:spLocks/>
            </p:cNvSpPr>
            <p:nvPr/>
          </p:nvSpPr>
          <p:spPr bwMode="auto">
            <a:xfrm>
              <a:off x="797" y="2408"/>
              <a:ext cx="52" cy="115"/>
            </a:xfrm>
            <a:custGeom>
              <a:avLst/>
              <a:gdLst>
                <a:gd name="T0" fmla="*/ 12 w 49"/>
                <a:gd name="T1" fmla="*/ 0 h 108"/>
                <a:gd name="T2" fmla="*/ 5 w 49"/>
                <a:gd name="T3" fmla="*/ 76 h 108"/>
                <a:gd name="T4" fmla="*/ 58 w 49"/>
                <a:gd name="T5" fmla="*/ 119 h 108"/>
                <a:gd name="T6" fmla="*/ 15 w 49"/>
                <a:gd name="T7" fmla="*/ 70 h 108"/>
                <a:gd name="T8" fmla="*/ 8 w 49"/>
                <a:gd name="T9" fmla="*/ 11 h 10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108">
                  <a:moveTo>
                    <a:pt x="9" y="0"/>
                  </a:moveTo>
                  <a:cubicBezTo>
                    <a:pt x="5" y="18"/>
                    <a:pt x="0" y="44"/>
                    <a:pt x="5" y="63"/>
                  </a:cubicBezTo>
                  <a:cubicBezTo>
                    <a:pt x="9" y="75"/>
                    <a:pt x="33" y="108"/>
                    <a:pt x="49" y="99"/>
                  </a:cubicBezTo>
                  <a:cubicBezTo>
                    <a:pt x="29" y="91"/>
                    <a:pt x="17" y="79"/>
                    <a:pt x="12" y="58"/>
                  </a:cubicBezTo>
                  <a:cubicBezTo>
                    <a:pt x="9" y="42"/>
                    <a:pt x="3" y="24"/>
                    <a:pt x="8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7249" name="Freeform 669">
              <a:extLst>
                <a:ext uri="{FF2B5EF4-FFF2-40B4-BE49-F238E27FC236}">
                  <a16:creationId xmlns:a16="http://schemas.microsoft.com/office/drawing/2014/main" id="{3C0BC191-F569-4A01-BD23-9FBBB2DE54E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3" y="949"/>
              <a:ext cx="123" cy="272"/>
            </a:xfrm>
            <a:custGeom>
              <a:avLst/>
              <a:gdLst>
                <a:gd name="T0" fmla="*/ 76 w 115"/>
                <a:gd name="T1" fmla="*/ 0 h 255"/>
                <a:gd name="T2" fmla="*/ 76 w 115"/>
                <a:gd name="T3" fmla="*/ 45 h 255"/>
                <a:gd name="T4" fmla="*/ 65 w 115"/>
                <a:gd name="T5" fmla="*/ 95 h 255"/>
                <a:gd name="T6" fmla="*/ 141 w 115"/>
                <a:gd name="T7" fmla="*/ 309 h 255"/>
                <a:gd name="T8" fmla="*/ 63 w 115"/>
                <a:gd name="T9" fmla="*/ 138 h 255"/>
                <a:gd name="T10" fmla="*/ 83 w 115"/>
                <a:gd name="T11" fmla="*/ 48 h 255"/>
                <a:gd name="T12" fmla="*/ 76 w 115"/>
                <a:gd name="T13" fmla="*/ 0 h 25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5" h="255">
                  <a:moveTo>
                    <a:pt x="62" y="0"/>
                  </a:moveTo>
                  <a:cubicBezTo>
                    <a:pt x="62" y="0"/>
                    <a:pt x="60" y="21"/>
                    <a:pt x="62" y="37"/>
                  </a:cubicBezTo>
                  <a:cubicBezTo>
                    <a:pt x="65" y="52"/>
                    <a:pt x="59" y="63"/>
                    <a:pt x="53" y="78"/>
                  </a:cubicBezTo>
                  <a:cubicBezTo>
                    <a:pt x="46" y="93"/>
                    <a:pt x="0" y="212"/>
                    <a:pt x="115" y="255"/>
                  </a:cubicBezTo>
                  <a:cubicBezTo>
                    <a:pt x="115" y="255"/>
                    <a:pt x="20" y="206"/>
                    <a:pt x="51" y="113"/>
                  </a:cubicBezTo>
                  <a:cubicBezTo>
                    <a:pt x="64" y="75"/>
                    <a:pt x="71" y="54"/>
                    <a:pt x="68" y="39"/>
                  </a:cubicBezTo>
                  <a:cubicBezTo>
                    <a:pt x="66" y="25"/>
                    <a:pt x="62" y="0"/>
                    <a:pt x="6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7250" name="Freeform 670">
              <a:extLst>
                <a:ext uri="{FF2B5EF4-FFF2-40B4-BE49-F238E27FC236}">
                  <a16:creationId xmlns:a16="http://schemas.microsoft.com/office/drawing/2014/main" id="{E3D861C0-F4B0-46CC-8C1C-60142402C3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6" y="880"/>
              <a:ext cx="25" cy="90"/>
            </a:xfrm>
            <a:custGeom>
              <a:avLst/>
              <a:gdLst>
                <a:gd name="T0" fmla="*/ 5 w 23"/>
                <a:gd name="T1" fmla="*/ 0 h 84"/>
                <a:gd name="T2" fmla="*/ 12 w 23"/>
                <a:gd name="T3" fmla="*/ 25 h 84"/>
                <a:gd name="T4" fmla="*/ 12 w 23"/>
                <a:gd name="T5" fmla="*/ 41 h 84"/>
                <a:gd name="T6" fmla="*/ 5 w 23"/>
                <a:gd name="T7" fmla="*/ 69 h 84"/>
                <a:gd name="T8" fmla="*/ 4 w 23"/>
                <a:gd name="T9" fmla="*/ 95 h 84"/>
                <a:gd name="T10" fmla="*/ 27 w 23"/>
                <a:gd name="T11" fmla="*/ 103 h 84"/>
                <a:gd name="T12" fmla="*/ 29 w 23"/>
                <a:gd name="T13" fmla="*/ 96 h 84"/>
                <a:gd name="T14" fmla="*/ 11 w 23"/>
                <a:gd name="T15" fmla="*/ 86 h 84"/>
                <a:gd name="T16" fmla="*/ 14 w 23"/>
                <a:gd name="T17" fmla="*/ 70 h 84"/>
                <a:gd name="T18" fmla="*/ 26 w 23"/>
                <a:gd name="T19" fmla="*/ 62 h 84"/>
                <a:gd name="T20" fmla="*/ 16 w 23"/>
                <a:gd name="T21" fmla="*/ 31 h 84"/>
                <a:gd name="T22" fmla="*/ 14 w 23"/>
                <a:gd name="T23" fmla="*/ 15 h 84"/>
                <a:gd name="T24" fmla="*/ 9 w 23"/>
                <a:gd name="T25" fmla="*/ 2 h 8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3" h="84">
                  <a:moveTo>
                    <a:pt x="5" y="0"/>
                  </a:moveTo>
                  <a:cubicBezTo>
                    <a:pt x="6" y="7"/>
                    <a:pt x="8" y="13"/>
                    <a:pt x="9" y="20"/>
                  </a:cubicBezTo>
                  <a:cubicBezTo>
                    <a:pt x="9" y="24"/>
                    <a:pt x="9" y="28"/>
                    <a:pt x="9" y="33"/>
                  </a:cubicBezTo>
                  <a:cubicBezTo>
                    <a:pt x="9" y="41"/>
                    <a:pt x="7" y="48"/>
                    <a:pt x="5" y="56"/>
                  </a:cubicBezTo>
                  <a:cubicBezTo>
                    <a:pt x="4" y="63"/>
                    <a:pt x="0" y="70"/>
                    <a:pt x="4" y="77"/>
                  </a:cubicBezTo>
                  <a:cubicBezTo>
                    <a:pt x="8" y="84"/>
                    <a:pt x="17" y="79"/>
                    <a:pt x="21" y="84"/>
                  </a:cubicBezTo>
                  <a:cubicBezTo>
                    <a:pt x="21" y="82"/>
                    <a:pt x="22" y="80"/>
                    <a:pt x="23" y="78"/>
                  </a:cubicBezTo>
                  <a:cubicBezTo>
                    <a:pt x="17" y="78"/>
                    <a:pt x="10" y="78"/>
                    <a:pt x="8" y="70"/>
                  </a:cubicBezTo>
                  <a:cubicBezTo>
                    <a:pt x="7" y="66"/>
                    <a:pt x="8" y="60"/>
                    <a:pt x="11" y="57"/>
                  </a:cubicBezTo>
                  <a:cubicBezTo>
                    <a:pt x="13" y="53"/>
                    <a:pt x="16" y="52"/>
                    <a:pt x="20" y="50"/>
                  </a:cubicBezTo>
                  <a:cubicBezTo>
                    <a:pt x="11" y="51"/>
                    <a:pt x="12" y="30"/>
                    <a:pt x="13" y="25"/>
                  </a:cubicBezTo>
                  <a:cubicBezTo>
                    <a:pt x="13" y="21"/>
                    <a:pt x="13" y="16"/>
                    <a:pt x="11" y="12"/>
                  </a:cubicBezTo>
                  <a:cubicBezTo>
                    <a:pt x="10" y="9"/>
                    <a:pt x="7" y="5"/>
                    <a:pt x="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7251" name="Freeform 671">
              <a:extLst>
                <a:ext uri="{FF2B5EF4-FFF2-40B4-BE49-F238E27FC236}">
                  <a16:creationId xmlns:a16="http://schemas.microsoft.com/office/drawing/2014/main" id="{48607683-E6F0-4501-A4BA-660B30B067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2" y="934"/>
              <a:ext cx="20" cy="25"/>
            </a:xfrm>
            <a:custGeom>
              <a:avLst/>
              <a:gdLst>
                <a:gd name="T0" fmla="*/ 0 w 19"/>
                <a:gd name="T1" fmla="*/ 1 h 24"/>
                <a:gd name="T2" fmla="*/ 14 w 19"/>
                <a:gd name="T3" fmla="*/ 22 h 24"/>
                <a:gd name="T4" fmla="*/ 7 w 19"/>
                <a:gd name="T5" fmla="*/ 11 h 24"/>
                <a:gd name="T6" fmla="*/ 0 w 19"/>
                <a:gd name="T7" fmla="*/ 1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24">
                  <a:moveTo>
                    <a:pt x="0" y="1"/>
                  </a:moveTo>
                  <a:cubicBezTo>
                    <a:pt x="7" y="0"/>
                    <a:pt x="19" y="13"/>
                    <a:pt x="11" y="19"/>
                  </a:cubicBezTo>
                  <a:cubicBezTo>
                    <a:pt x="6" y="24"/>
                    <a:pt x="7" y="15"/>
                    <a:pt x="7" y="11"/>
                  </a:cubicBezTo>
                  <a:cubicBezTo>
                    <a:pt x="6" y="6"/>
                    <a:pt x="4" y="4"/>
                    <a:pt x="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7252" name="Freeform 672">
              <a:extLst>
                <a:ext uri="{FF2B5EF4-FFF2-40B4-BE49-F238E27FC236}">
                  <a16:creationId xmlns:a16="http://schemas.microsoft.com/office/drawing/2014/main" id="{C3349740-5595-4DCF-9040-204E4A2A972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5" y="1028"/>
              <a:ext cx="16" cy="83"/>
            </a:xfrm>
            <a:custGeom>
              <a:avLst/>
              <a:gdLst>
                <a:gd name="T0" fmla="*/ 0 w 15"/>
                <a:gd name="T1" fmla="*/ 0 h 78"/>
                <a:gd name="T2" fmla="*/ 13 w 15"/>
                <a:gd name="T3" fmla="*/ 43 h 78"/>
                <a:gd name="T4" fmla="*/ 3 w 15"/>
                <a:gd name="T5" fmla="*/ 94 h 78"/>
                <a:gd name="T6" fmla="*/ 6 w 15"/>
                <a:gd name="T7" fmla="*/ 42 h 78"/>
                <a:gd name="T8" fmla="*/ 1 w 15"/>
                <a:gd name="T9" fmla="*/ 4 h 7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78">
                  <a:moveTo>
                    <a:pt x="0" y="0"/>
                  </a:moveTo>
                  <a:cubicBezTo>
                    <a:pt x="4" y="12"/>
                    <a:pt x="7" y="24"/>
                    <a:pt x="10" y="36"/>
                  </a:cubicBezTo>
                  <a:cubicBezTo>
                    <a:pt x="15" y="51"/>
                    <a:pt x="4" y="62"/>
                    <a:pt x="3" y="78"/>
                  </a:cubicBezTo>
                  <a:cubicBezTo>
                    <a:pt x="0" y="65"/>
                    <a:pt x="8" y="49"/>
                    <a:pt x="6" y="35"/>
                  </a:cubicBezTo>
                  <a:cubicBezTo>
                    <a:pt x="5" y="25"/>
                    <a:pt x="1" y="15"/>
                    <a:pt x="1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7253" name="Freeform 673">
              <a:extLst>
                <a:ext uri="{FF2B5EF4-FFF2-40B4-BE49-F238E27FC236}">
                  <a16:creationId xmlns:a16="http://schemas.microsoft.com/office/drawing/2014/main" id="{E4E71617-6FD9-45CC-B4C0-264307B703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4" y="911"/>
              <a:ext cx="42" cy="32"/>
            </a:xfrm>
            <a:custGeom>
              <a:avLst/>
              <a:gdLst>
                <a:gd name="T0" fmla="*/ 46 w 40"/>
                <a:gd name="T1" fmla="*/ 1 h 30"/>
                <a:gd name="T2" fmla="*/ 43 w 40"/>
                <a:gd name="T3" fmla="*/ 7 h 30"/>
                <a:gd name="T4" fmla="*/ 26 w 40"/>
                <a:gd name="T5" fmla="*/ 20 h 30"/>
                <a:gd name="T6" fmla="*/ 9 w 40"/>
                <a:gd name="T7" fmla="*/ 27 h 30"/>
                <a:gd name="T8" fmla="*/ 0 w 40"/>
                <a:gd name="T9" fmla="*/ 36 h 30"/>
                <a:gd name="T10" fmla="*/ 17 w 40"/>
                <a:gd name="T11" fmla="*/ 29 h 30"/>
                <a:gd name="T12" fmla="*/ 32 w 40"/>
                <a:gd name="T13" fmla="*/ 21 h 30"/>
                <a:gd name="T14" fmla="*/ 46 w 40"/>
                <a:gd name="T15" fmla="*/ 0 h 3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0" h="30">
                  <a:moveTo>
                    <a:pt x="40" y="1"/>
                  </a:moveTo>
                  <a:cubicBezTo>
                    <a:pt x="39" y="2"/>
                    <a:pt x="38" y="5"/>
                    <a:pt x="37" y="7"/>
                  </a:cubicBezTo>
                  <a:cubicBezTo>
                    <a:pt x="33" y="12"/>
                    <a:pt x="28" y="15"/>
                    <a:pt x="23" y="17"/>
                  </a:cubicBezTo>
                  <a:cubicBezTo>
                    <a:pt x="19" y="19"/>
                    <a:pt x="14" y="20"/>
                    <a:pt x="9" y="22"/>
                  </a:cubicBezTo>
                  <a:cubicBezTo>
                    <a:pt x="6" y="24"/>
                    <a:pt x="2" y="28"/>
                    <a:pt x="0" y="30"/>
                  </a:cubicBezTo>
                  <a:cubicBezTo>
                    <a:pt x="3" y="27"/>
                    <a:pt x="9" y="25"/>
                    <a:pt x="14" y="23"/>
                  </a:cubicBezTo>
                  <a:cubicBezTo>
                    <a:pt x="18" y="22"/>
                    <a:pt x="23" y="20"/>
                    <a:pt x="28" y="18"/>
                  </a:cubicBezTo>
                  <a:cubicBezTo>
                    <a:pt x="33" y="15"/>
                    <a:pt x="40" y="7"/>
                    <a:pt x="40" y="0"/>
                  </a:cubicBezTo>
                </a:path>
              </a:pathLst>
            </a:custGeom>
            <a:solidFill>
              <a:srgbClr val="EAAC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7254" name="Freeform 674">
              <a:extLst>
                <a:ext uri="{FF2B5EF4-FFF2-40B4-BE49-F238E27FC236}">
                  <a16:creationId xmlns:a16="http://schemas.microsoft.com/office/drawing/2014/main" id="{6480FCDF-FF76-4A49-BB02-2319F13C39E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8" y="912"/>
              <a:ext cx="31" cy="20"/>
            </a:xfrm>
            <a:custGeom>
              <a:avLst/>
              <a:gdLst>
                <a:gd name="T0" fmla="*/ 0 w 29"/>
                <a:gd name="T1" fmla="*/ 0 h 18"/>
                <a:gd name="T2" fmla="*/ 6 w 29"/>
                <a:gd name="T3" fmla="*/ 9 h 18"/>
                <a:gd name="T4" fmla="*/ 16 w 29"/>
                <a:gd name="T5" fmla="*/ 14 h 18"/>
                <a:gd name="T6" fmla="*/ 28 w 29"/>
                <a:gd name="T7" fmla="*/ 23 h 18"/>
                <a:gd name="T8" fmla="*/ 35 w 29"/>
                <a:gd name="T9" fmla="*/ 24 h 18"/>
                <a:gd name="T10" fmla="*/ 16 w 29"/>
                <a:gd name="T11" fmla="*/ 13 h 18"/>
                <a:gd name="T12" fmla="*/ 1 w 29"/>
                <a:gd name="T13" fmla="*/ 1 h 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" h="18">
                  <a:moveTo>
                    <a:pt x="0" y="0"/>
                  </a:moveTo>
                  <a:cubicBezTo>
                    <a:pt x="1" y="2"/>
                    <a:pt x="4" y="4"/>
                    <a:pt x="6" y="6"/>
                  </a:cubicBezTo>
                  <a:cubicBezTo>
                    <a:pt x="8" y="8"/>
                    <a:pt x="11" y="9"/>
                    <a:pt x="13" y="11"/>
                  </a:cubicBezTo>
                  <a:cubicBezTo>
                    <a:pt x="15" y="14"/>
                    <a:pt x="18" y="16"/>
                    <a:pt x="22" y="17"/>
                  </a:cubicBezTo>
                  <a:cubicBezTo>
                    <a:pt x="24" y="17"/>
                    <a:pt x="27" y="18"/>
                    <a:pt x="29" y="18"/>
                  </a:cubicBezTo>
                  <a:cubicBezTo>
                    <a:pt x="23" y="15"/>
                    <a:pt x="18" y="14"/>
                    <a:pt x="13" y="10"/>
                  </a:cubicBezTo>
                  <a:cubicBezTo>
                    <a:pt x="9" y="6"/>
                    <a:pt x="6" y="3"/>
                    <a:pt x="1" y="1"/>
                  </a:cubicBezTo>
                </a:path>
              </a:pathLst>
            </a:custGeom>
            <a:solidFill>
              <a:srgbClr val="EAAC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7255" name="Freeform 675">
              <a:extLst>
                <a:ext uri="{FF2B5EF4-FFF2-40B4-BE49-F238E27FC236}">
                  <a16:creationId xmlns:a16="http://schemas.microsoft.com/office/drawing/2014/main" id="{FAA07319-044A-497E-B270-3441B0C18D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0" y="1104"/>
              <a:ext cx="43" cy="108"/>
            </a:xfrm>
            <a:custGeom>
              <a:avLst/>
              <a:gdLst>
                <a:gd name="T0" fmla="*/ 41 w 40"/>
                <a:gd name="T1" fmla="*/ 3 h 101"/>
                <a:gd name="T2" fmla="*/ 19 w 40"/>
                <a:gd name="T3" fmla="*/ 38 h 101"/>
                <a:gd name="T4" fmla="*/ 49 w 40"/>
                <a:gd name="T5" fmla="*/ 53 h 101"/>
                <a:gd name="T6" fmla="*/ 27 w 40"/>
                <a:gd name="T7" fmla="*/ 75 h 101"/>
                <a:gd name="T8" fmla="*/ 12 w 40"/>
                <a:gd name="T9" fmla="*/ 123 h 101"/>
                <a:gd name="T10" fmla="*/ 16 w 40"/>
                <a:gd name="T11" fmla="*/ 68 h 101"/>
                <a:gd name="T12" fmla="*/ 4 w 40"/>
                <a:gd name="T13" fmla="*/ 55 h 101"/>
                <a:gd name="T14" fmla="*/ 0 w 40"/>
                <a:gd name="T15" fmla="*/ 37 h 101"/>
                <a:gd name="T16" fmla="*/ 10 w 40"/>
                <a:gd name="T17" fmla="*/ 46 h 101"/>
                <a:gd name="T18" fmla="*/ 13 w 40"/>
                <a:gd name="T19" fmla="*/ 30 h 101"/>
                <a:gd name="T20" fmla="*/ 38 w 40"/>
                <a:gd name="T21" fmla="*/ 1 h 10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0" h="101">
                  <a:moveTo>
                    <a:pt x="33" y="3"/>
                  </a:moveTo>
                  <a:cubicBezTo>
                    <a:pt x="20" y="3"/>
                    <a:pt x="9" y="21"/>
                    <a:pt x="16" y="32"/>
                  </a:cubicBezTo>
                  <a:cubicBezTo>
                    <a:pt x="21" y="40"/>
                    <a:pt x="32" y="43"/>
                    <a:pt x="40" y="44"/>
                  </a:cubicBezTo>
                  <a:cubicBezTo>
                    <a:pt x="27" y="42"/>
                    <a:pt x="20" y="48"/>
                    <a:pt x="21" y="61"/>
                  </a:cubicBezTo>
                  <a:cubicBezTo>
                    <a:pt x="21" y="76"/>
                    <a:pt x="19" y="89"/>
                    <a:pt x="9" y="101"/>
                  </a:cubicBezTo>
                  <a:cubicBezTo>
                    <a:pt x="14" y="87"/>
                    <a:pt x="25" y="70"/>
                    <a:pt x="13" y="56"/>
                  </a:cubicBezTo>
                  <a:cubicBezTo>
                    <a:pt x="10" y="52"/>
                    <a:pt x="7" y="49"/>
                    <a:pt x="4" y="45"/>
                  </a:cubicBezTo>
                  <a:cubicBezTo>
                    <a:pt x="2" y="40"/>
                    <a:pt x="2" y="35"/>
                    <a:pt x="0" y="31"/>
                  </a:cubicBezTo>
                  <a:cubicBezTo>
                    <a:pt x="1" y="34"/>
                    <a:pt x="3" y="39"/>
                    <a:pt x="7" y="37"/>
                  </a:cubicBezTo>
                  <a:cubicBezTo>
                    <a:pt x="9" y="36"/>
                    <a:pt x="9" y="26"/>
                    <a:pt x="10" y="24"/>
                  </a:cubicBezTo>
                  <a:cubicBezTo>
                    <a:pt x="12" y="14"/>
                    <a:pt x="19" y="0"/>
                    <a:pt x="3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7256" name="Freeform 676">
              <a:extLst>
                <a:ext uri="{FF2B5EF4-FFF2-40B4-BE49-F238E27FC236}">
                  <a16:creationId xmlns:a16="http://schemas.microsoft.com/office/drawing/2014/main" id="{1EE4E287-530D-4C28-AF67-7146F93CD7C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7" y="1103"/>
              <a:ext cx="23" cy="23"/>
            </a:xfrm>
            <a:custGeom>
              <a:avLst/>
              <a:gdLst>
                <a:gd name="T0" fmla="*/ 0 w 22"/>
                <a:gd name="T1" fmla="*/ 2 h 22"/>
                <a:gd name="T2" fmla="*/ 14 w 22"/>
                <a:gd name="T3" fmla="*/ 8 h 22"/>
                <a:gd name="T4" fmla="*/ 20 w 22"/>
                <a:gd name="T5" fmla="*/ 25 h 22"/>
                <a:gd name="T6" fmla="*/ 18 w 22"/>
                <a:gd name="T7" fmla="*/ 5 h 22"/>
                <a:gd name="T8" fmla="*/ 1 w 22"/>
                <a:gd name="T9" fmla="*/ 2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2">
                  <a:moveTo>
                    <a:pt x="0" y="2"/>
                  </a:moveTo>
                  <a:cubicBezTo>
                    <a:pt x="4" y="4"/>
                    <a:pt x="8" y="4"/>
                    <a:pt x="11" y="8"/>
                  </a:cubicBezTo>
                  <a:cubicBezTo>
                    <a:pt x="16" y="12"/>
                    <a:pt x="16" y="16"/>
                    <a:pt x="17" y="22"/>
                  </a:cubicBezTo>
                  <a:cubicBezTo>
                    <a:pt x="22" y="18"/>
                    <a:pt x="20" y="8"/>
                    <a:pt x="15" y="5"/>
                  </a:cubicBezTo>
                  <a:cubicBezTo>
                    <a:pt x="12" y="4"/>
                    <a:pt x="5" y="0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7257" name="Freeform 677">
              <a:extLst>
                <a:ext uri="{FF2B5EF4-FFF2-40B4-BE49-F238E27FC236}">
                  <a16:creationId xmlns:a16="http://schemas.microsoft.com/office/drawing/2014/main" id="{FB4F1A20-446A-47DF-8761-366A3528CAB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4" y="1039"/>
              <a:ext cx="18" cy="15"/>
            </a:xfrm>
            <a:custGeom>
              <a:avLst/>
              <a:gdLst>
                <a:gd name="T0" fmla="*/ 20 w 17"/>
                <a:gd name="T1" fmla="*/ 5 h 14"/>
                <a:gd name="T2" fmla="*/ 8 w 17"/>
                <a:gd name="T3" fmla="*/ 4 h 14"/>
                <a:gd name="T4" fmla="*/ 0 w 17"/>
                <a:gd name="T5" fmla="*/ 17 h 14"/>
                <a:gd name="T6" fmla="*/ 13 w 17"/>
                <a:gd name="T7" fmla="*/ 6 h 14"/>
                <a:gd name="T8" fmla="*/ 20 w 17"/>
                <a:gd name="T9" fmla="*/ 5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4">
                  <a:moveTo>
                    <a:pt x="17" y="5"/>
                  </a:moveTo>
                  <a:cubicBezTo>
                    <a:pt x="13" y="3"/>
                    <a:pt x="12" y="0"/>
                    <a:pt x="8" y="4"/>
                  </a:cubicBezTo>
                  <a:cubicBezTo>
                    <a:pt x="5" y="7"/>
                    <a:pt x="3" y="12"/>
                    <a:pt x="0" y="14"/>
                  </a:cubicBezTo>
                  <a:cubicBezTo>
                    <a:pt x="3" y="12"/>
                    <a:pt x="6" y="8"/>
                    <a:pt x="10" y="6"/>
                  </a:cubicBezTo>
                  <a:cubicBezTo>
                    <a:pt x="12" y="4"/>
                    <a:pt x="14" y="5"/>
                    <a:pt x="17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7258" name="Freeform 678">
              <a:extLst>
                <a:ext uri="{FF2B5EF4-FFF2-40B4-BE49-F238E27FC236}">
                  <a16:creationId xmlns:a16="http://schemas.microsoft.com/office/drawing/2014/main" id="{DEB1DC1D-2185-4072-9058-6B69FB1F92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3" y="1060"/>
              <a:ext cx="19" cy="6"/>
            </a:xfrm>
            <a:custGeom>
              <a:avLst/>
              <a:gdLst>
                <a:gd name="T0" fmla="*/ 21 w 18"/>
                <a:gd name="T1" fmla="*/ 0 h 6"/>
                <a:gd name="T2" fmla="*/ 3 w 18"/>
                <a:gd name="T3" fmla="*/ 3 h 6"/>
                <a:gd name="T4" fmla="*/ 7 w 18"/>
                <a:gd name="T5" fmla="*/ 4 h 6"/>
                <a:gd name="T6" fmla="*/ 16 w 18"/>
                <a:gd name="T7" fmla="*/ 2 h 6"/>
                <a:gd name="T8" fmla="*/ 21 w 18"/>
                <a:gd name="T9" fmla="*/ 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6">
                  <a:moveTo>
                    <a:pt x="18" y="0"/>
                  </a:moveTo>
                  <a:cubicBezTo>
                    <a:pt x="15" y="0"/>
                    <a:pt x="6" y="0"/>
                    <a:pt x="3" y="3"/>
                  </a:cubicBezTo>
                  <a:cubicBezTo>
                    <a:pt x="0" y="6"/>
                    <a:pt x="4" y="5"/>
                    <a:pt x="7" y="4"/>
                  </a:cubicBezTo>
                  <a:cubicBezTo>
                    <a:pt x="9" y="3"/>
                    <a:pt x="11" y="2"/>
                    <a:pt x="13" y="2"/>
                  </a:cubicBezTo>
                  <a:cubicBezTo>
                    <a:pt x="15" y="1"/>
                    <a:pt x="17" y="1"/>
                    <a:pt x="18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7259" name="Freeform 679">
              <a:extLst>
                <a:ext uri="{FF2B5EF4-FFF2-40B4-BE49-F238E27FC236}">
                  <a16:creationId xmlns:a16="http://schemas.microsoft.com/office/drawing/2014/main" id="{938C6B21-D8CE-4F1B-8CF0-977988753E9D}"/>
                </a:ext>
              </a:extLst>
            </p:cNvPr>
            <p:cNvSpPr>
              <a:spLocks/>
            </p:cNvSpPr>
            <p:nvPr/>
          </p:nvSpPr>
          <p:spPr bwMode="auto">
            <a:xfrm>
              <a:off x="813" y="2131"/>
              <a:ext cx="139" cy="150"/>
            </a:xfrm>
            <a:custGeom>
              <a:avLst/>
              <a:gdLst>
                <a:gd name="T0" fmla="*/ 159 w 130"/>
                <a:gd name="T1" fmla="*/ 1 h 141"/>
                <a:gd name="T2" fmla="*/ 152 w 130"/>
                <a:gd name="T3" fmla="*/ 33 h 141"/>
                <a:gd name="T4" fmla="*/ 132 w 130"/>
                <a:gd name="T5" fmla="*/ 55 h 141"/>
                <a:gd name="T6" fmla="*/ 94 w 130"/>
                <a:gd name="T7" fmla="*/ 97 h 141"/>
                <a:gd name="T8" fmla="*/ 81 w 130"/>
                <a:gd name="T9" fmla="*/ 134 h 141"/>
                <a:gd name="T10" fmla="*/ 64 w 130"/>
                <a:gd name="T11" fmla="*/ 170 h 141"/>
                <a:gd name="T12" fmla="*/ 0 w 130"/>
                <a:gd name="T13" fmla="*/ 111 h 141"/>
                <a:gd name="T14" fmla="*/ 80 w 130"/>
                <a:gd name="T15" fmla="*/ 121 h 141"/>
                <a:gd name="T16" fmla="*/ 67 w 130"/>
                <a:gd name="T17" fmla="*/ 77 h 141"/>
                <a:gd name="T18" fmla="*/ 34 w 130"/>
                <a:gd name="T19" fmla="*/ 52 h 141"/>
                <a:gd name="T20" fmla="*/ 117 w 130"/>
                <a:gd name="T21" fmla="*/ 67 h 141"/>
                <a:gd name="T22" fmla="*/ 139 w 130"/>
                <a:gd name="T23" fmla="*/ 30 h 141"/>
                <a:gd name="T24" fmla="*/ 156 w 130"/>
                <a:gd name="T25" fmla="*/ 0 h 14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30" h="141">
                  <a:moveTo>
                    <a:pt x="130" y="1"/>
                  </a:moveTo>
                  <a:cubicBezTo>
                    <a:pt x="128" y="10"/>
                    <a:pt x="128" y="19"/>
                    <a:pt x="124" y="27"/>
                  </a:cubicBezTo>
                  <a:cubicBezTo>
                    <a:pt x="120" y="35"/>
                    <a:pt x="114" y="40"/>
                    <a:pt x="108" y="46"/>
                  </a:cubicBezTo>
                  <a:cubicBezTo>
                    <a:pt x="99" y="56"/>
                    <a:pt x="82" y="68"/>
                    <a:pt x="77" y="81"/>
                  </a:cubicBezTo>
                  <a:cubicBezTo>
                    <a:pt x="72" y="92"/>
                    <a:pt x="74" y="101"/>
                    <a:pt x="66" y="111"/>
                  </a:cubicBezTo>
                  <a:cubicBezTo>
                    <a:pt x="58" y="122"/>
                    <a:pt x="52" y="127"/>
                    <a:pt x="52" y="141"/>
                  </a:cubicBezTo>
                  <a:cubicBezTo>
                    <a:pt x="49" y="113"/>
                    <a:pt x="19" y="108"/>
                    <a:pt x="0" y="92"/>
                  </a:cubicBezTo>
                  <a:cubicBezTo>
                    <a:pt x="15" y="96"/>
                    <a:pt x="51" y="122"/>
                    <a:pt x="65" y="101"/>
                  </a:cubicBezTo>
                  <a:cubicBezTo>
                    <a:pt x="71" y="92"/>
                    <a:pt x="62" y="71"/>
                    <a:pt x="55" y="64"/>
                  </a:cubicBezTo>
                  <a:cubicBezTo>
                    <a:pt x="48" y="56"/>
                    <a:pt x="34" y="52"/>
                    <a:pt x="28" y="43"/>
                  </a:cubicBezTo>
                  <a:cubicBezTo>
                    <a:pt x="50" y="55"/>
                    <a:pt x="73" y="83"/>
                    <a:pt x="95" y="55"/>
                  </a:cubicBezTo>
                  <a:cubicBezTo>
                    <a:pt x="102" y="46"/>
                    <a:pt x="108" y="34"/>
                    <a:pt x="114" y="24"/>
                  </a:cubicBezTo>
                  <a:cubicBezTo>
                    <a:pt x="119" y="17"/>
                    <a:pt x="128" y="7"/>
                    <a:pt x="128" y="0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7260" name="Freeform 680">
              <a:extLst>
                <a:ext uri="{FF2B5EF4-FFF2-40B4-BE49-F238E27FC236}">
                  <a16:creationId xmlns:a16="http://schemas.microsoft.com/office/drawing/2014/main" id="{ABC5177F-8853-4780-B5F4-7966EF15FE83}"/>
                </a:ext>
              </a:extLst>
            </p:cNvPr>
            <p:cNvSpPr>
              <a:spLocks/>
            </p:cNvSpPr>
            <p:nvPr/>
          </p:nvSpPr>
          <p:spPr bwMode="auto">
            <a:xfrm>
              <a:off x="925" y="1935"/>
              <a:ext cx="37" cy="239"/>
            </a:xfrm>
            <a:custGeom>
              <a:avLst/>
              <a:gdLst>
                <a:gd name="T0" fmla="*/ 38 w 34"/>
                <a:gd name="T1" fmla="*/ 107 h 223"/>
                <a:gd name="T2" fmla="*/ 36 w 34"/>
                <a:gd name="T3" fmla="*/ 210 h 223"/>
                <a:gd name="T4" fmla="*/ 29 w 34"/>
                <a:gd name="T5" fmla="*/ 244 h 223"/>
                <a:gd name="T6" fmla="*/ 0 w 34"/>
                <a:gd name="T7" fmla="*/ 274 h 223"/>
                <a:gd name="T8" fmla="*/ 21 w 34"/>
                <a:gd name="T9" fmla="*/ 211 h 223"/>
                <a:gd name="T10" fmla="*/ 25 w 34"/>
                <a:gd name="T11" fmla="*/ 130 h 223"/>
                <a:gd name="T12" fmla="*/ 44 w 34"/>
                <a:gd name="T13" fmla="*/ 0 h 2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4" h="223">
                  <a:moveTo>
                    <a:pt x="29" y="87"/>
                  </a:moveTo>
                  <a:cubicBezTo>
                    <a:pt x="26" y="116"/>
                    <a:pt x="28" y="143"/>
                    <a:pt x="28" y="171"/>
                  </a:cubicBezTo>
                  <a:cubicBezTo>
                    <a:pt x="27" y="181"/>
                    <a:pt x="27" y="190"/>
                    <a:pt x="23" y="199"/>
                  </a:cubicBezTo>
                  <a:cubicBezTo>
                    <a:pt x="19" y="210"/>
                    <a:pt x="9" y="215"/>
                    <a:pt x="0" y="223"/>
                  </a:cubicBezTo>
                  <a:cubicBezTo>
                    <a:pt x="11" y="210"/>
                    <a:pt x="14" y="189"/>
                    <a:pt x="16" y="172"/>
                  </a:cubicBezTo>
                  <a:cubicBezTo>
                    <a:pt x="18" y="150"/>
                    <a:pt x="17" y="128"/>
                    <a:pt x="19" y="105"/>
                  </a:cubicBezTo>
                  <a:cubicBezTo>
                    <a:pt x="21" y="69"/>
                    <a:pt x="20" y="34"/>
                    <a:pt x="34" y="0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7261" name="Freeform 681">
              <a:extLst>
                <a:ext uri="{FF2B5EF4-FFF2-40B4-BE49-F238E27FC236}">
                  <a16:creationId xmlns:a16="http://schemas.microsoft.com/office/drawing/2014/main" id="{3FD3829A-CF8B-4D3E-B620-5978EBB31EA0}"/>
                </a:ext>
              </a:extLst>
            </p:cNvPr>
            <p:cNvSpPr>
              <a:spLocks/>
            </p:cNvSpPr>
            <p:nvPr/>
          </p:nvSpPr>
          <p:spPr bwMode="auto">
            <a:xfrm>
              <a:off x="842" y="2302"/>
              <a:ext cx="50" cy="160"/>
            </a:xfrm>
            <a:custGeom>
              <a:avLst/>
              <a:gdLst>
                <a:gd name="T0" fmla="*/ 33 w 47"/>
                <a:gd name="T1" fmla="*/ 0 h 150"/>
                <a:gd name="T2" fmla="*/ 33 w 47"/>
                <a:gd name="T3" fmla="*/ 86 h 150"/>
                <a:gd name="T4" fmla="*/ 21 w 47"/>
                <a:gd name="T5" fmla="*/ 178 h 150"/>
                <a:gd name="T6" fmla="*/ 0 w 47"/>
                <a:gd name="T7" fmla="*/ 182 h 150"/>
                <a:gd name="T8" fmla="*/ 16 w 47"/>
                <a:gd name="T9" fmla="*/ 135 h 150"/>
                <a:gd name="T10" fmla="*/ 21 w 47"/>
                <a:gd name="T11" fmla="*/ 84 h 150"/>
                <a:gd name="T12" fmla="*/ 34 w 47"/>
                <a:gd name="T13" fmla="*/ 36 h 150"/>
                <a:gd name="T14" fmla="*/ 35 w 47"/>
                <a:gd name="T15" fmla="*/ 0 h 15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7" h="150">
                  <a:moveTo>
                    <a:pt x="27" y="0"/>
                  </a:moveTo>
                  <a:cubicBezTo>
                    <a:pt x="47" y="15"/>
                    <a:pt x="31" y="52"/>
                    <a:pt x="27" y="71"/>
                  </a:cubicBezTo>
                  <a:cubicBezTo>
                    <a:pt x="22" y="97"/>
                    <a:pt x="19" y="122"/>
                    <a:pt x="18" y="147"/>
                  </a:cubicBezTo>
                  <a:cubicBezTo>
                    <a:pt x="12" y="144"/>
                    <a:pt x="6" y="149"/>
                    <a:pt x="0" y="150"/>
                  </a:cubicBezTo>
                  <a:cubicBezTo>
                    <a:pt x="8" y="144"/>
                    <a:pt x="12" y="122"/>
                    <a:pt x="13" y="112"/>
                  </a:cubicBezTo>
                  <a:cubicBezTo>
                    <a:pt x="16" y="98"/>
                    <a:pt x="15" y="83"/>
                    <a:pt x="18" y="69"/>
                  </a:cubicBezTo>
                  <a:cubicBezTo>
                    <a:pt x="20" y="56"/>
                    <a:pt x="25" y="43"/>
                    <a:pt x="28" y="30"/>
                  </a:cubicBezTo>
                  <a:cubicBezTo>
                    <a:pt x="30" y="21"/>
                    <a:pt x="29" y="10"/>
                    <a:pt x="29" y="0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7262" name="Freeform 682">
              <a:extLst>
                <a:ext uri="{FF2B5EF4-FFF2-40B4-BE49-F238E27FC236}">
                  <a16:creationId xmlns:a16="http://schemas.microsoft.com/office/drawing/2014/main" id="{2958A6F0-DFCD-4332-A945-8CE1208791D6}"/>
                </a:ext>
              </a:extLst>
            </p:cNvPr>
            <p:cNvSpPr>
              <a:spLocks/>
            </p:cNvSpPr>
            <p:nvPr/>
          </p:nvSpPr>
          <p:spPr bwMode="auto">
            <a:xfrm>
              <a:off x="768" y="2367"/>
              <a:ext cx="56" cy="35"/>
            </a:xfrm>
            <a:custGeom>
              <a:avLst/>
              <a:gdLst>
                <a:gd name="T0" fmla="*/ 0 w 52"/>
                <a:gd name="T1" fmla="*/ 13 h 33"/>
                <a:gd name="T2" fmla="*/ 39 w 52"/>
                <a:gd name="T3" fmla="*/ 14 h 33"/>
                <a:gd name="T4" fmla="*/ 65 w 52"/>
                <a:gd name="T5" fmla="*/ 39 h 33"/>
                <a:gd name="T6" fmla="*/ 42 w 52"/>
                <a:gd name="T7" fmla="*/ 4 h 33"/>
                <a:gd name="T8" fmla="*/ 22 w 52"/>
                <a:gd name="T9" fmla="*/ 1 h 33"/>
                <a:gd name="T10" fmla="*/ 3 w 52"/>
                <a:gd name="T11" fmla="*/ 8 h 3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2" h="33">
                  <a:moveTo>
                    <a:pt x="0" y="10"/>
                  </a:moveTo>
                  <a:cubicBezTo>
                    <a:pt x="4" y="2"/>
                    <a:pt x="24" y="9"/>
                    <a:pt x="31" y="11"/>
                  </a:cubicBezTo>
                  <a:cubicBezTo>
                    <a:pt x="43" y="15"/>
                    <a:pt x="47" y="23"/>
                    <a:pt x="52" y="33"/>
                  </a:cubicBezTo>
                  <a:cubicBezTo>
                    <a:pt x="52" y="19"/>
                    <a:pt x="45" y="9"/>
                    <a:pt x="33" y="4"/>
                  </a:cubicBezTo>
                  <a:cubicBezTo>
                    <a:pt x="28" y="2"/>
                    <a:pt x="23" y="0"/>
                    <a:pt x="18" y="1"/>
                  </a:cubicBezTo>
                  <a:cubicBezTo>
                    <a:pt x="12" y="3"/>
                    <a:pt x="8" y="7"/>
                    <a:pt x="3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7263" name="Freeform 683">
              <a:extLst>
                <a:ext uri="{FF2B5EF4-FFF2-40B4-BE49-F238E27FC236}">
                  <a16:creationId xmlns:a16="http://schemas.microsoft.com/office/drawing/2014/main" id="{FAF9E867-6191-4A33-9CCF-ADC03694AD8F}"/>
                </a:ext>
              </a:extLst>
            </p:cNvPr>
            <p:cNvSpPr>
              <a:spLocks/>
            </p:cNvSpPr>
            <p:nvPr/>
          </p:nvSpPr>
          <p:spPr bwMode="auto">
            <a:xfrm>
              <a:off x="751" y="2401"/>
              <a:ext cx="49" cy="139"/>
            </a:xfrm>
            <a:custGeom>
              <a:avLst/>
              <a:gdLst>
                <a:gd name="T0" fmla="*/ 35 w 46"/>
                <a:gd name="T1" fmla="*/ 0 h 130"/>
                <a:gd name="T2" fmla="*/ 32 w 46"/>
                <a:gd name="T3" fmla="*/ 22 h 130"/>
                <a:gd name="T4" fmla="*/ 21 w 46"/>
                <a:gd name="T5" fmla="*/ 40 h 130"/>
                <a:gd name="T6" fmla="*/ 20 w 46"/>
                <a:gd name="T7" fmla="*/ 77 h 130"/>
                <a:gd name="T8" fmla="*/ 35 w 46"/>
                <a:gd name="T9" fmla="*/ 118 h 130"/>
                <a:gd name="T10" fmla="*/ 55 w 46"/>
                <a:gd name="T11" fmla="*/ 159 h 130"/>
                <a:gd name="T12" fmla="*/ 46 w 46"/>
                <a:gd name="T13" fmla="*/ 139 h 130"/>
                <a:gd name="T14" fmla="*/ 29 w 46"/>
                <a:gd name="T15" fmla="*/ 123 h 130"/>
                <a:gd name="T16" fmla="*/ 6 w 46"/>
                <a:gd name="T17" fmla="*/ 71 h 130"/>
                <a:gd name="T18" fmla="*/ 1 w 46"/>
                <a:gd name="T19" fmla="*/ 49 h 130"/>
                <a:gd name="T20" fmla="*/ 6 w 46"/>
                <a:gd name="T21" fmla="*/ 40 h 130"/>
                <a:gd name="T22" fmla="*/ 33 w 46"/>
                <a:gd name="T23" fmla="*/ 2 h 13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6" h="130">
                  <a:moveTo>
                    <a:pt x="29" y="0"/>
                  </a:moveTo>
                  <a:cubicBezTo>
                    <a:pt x="27" y="6"/>
                    <a:pt x="28" y="13"/>
                    <a:pt x="26" y="19"/>
                  </a:cubicBezTo>
                  <a:cubicBezTo>
                    <a:pt x="24" y="25"/>
                    <a:pt x="21" y="28"/>
                    <a:pt x="18" y="33"/>
                  </a:cubicBezTo>
                  <a:cubicBezTo>
                    <a:pt x="12" y="43"/>
                    <a:pt x="16" y="51"/>
                    <a:pt x="17" y="63"/>
                  </a:cubicBezTo>
                  <a:cubicBezTo>
                    <a:pt x="19" y="77"/>
                    <a:pt x="19" y="85"/>
                    <a:pt x="29" y="96"/>
                  </a:cubicBezTo>
                  <a:cubicBezTo>
                    <a:pt x="38" y="105"/>
                    <a:pt x="45" y="117"/>
                    <a:pt x="46" y="130"/>
                  </a:cubicBezTo>
                  <a:cubicBezTo>
                    <a:pt x="43" y="126"/>
                    <a:pt x="42" y="119"/>
                    <a:pt x="38" y="114"/>
                  </a:cubicBezTo>
                  <a:cubicBezTo>
                    <a:pt x="35" y="109"/>
                    <a:pt x="28" y="104"/>
                    <a:pt x="23" y="101"/>
                  </a:cubicBezTo>
                  <a:cubicBezTo>
                    <a:pt x="7" y="89"/>
                    <a:pt x="7" y="78"/>
                    <a:pt x="6" y="58"/>
                  </a:cubicBezTo>
                  <a:cubicBezTo>
                    <a:pt x="6" y="51"/>
                    <a:pt x="2" y="47"/>
                    <a:pt x="1" y="40"/>
                  </a:cubicBezTo>
                  <a:cubicBezTo>
                    <a:pt x="0" y="32"/>
                    <a:pt x="0" y="37"/>
                    <a:pt x="6" y="33"/>
                  </a:cubicBezTo>
                  <a:cubicBezTo>
                    <a:pt x="16" y="28"/>
                    <a:pt x="23" y="13"/>
                    <a:pt x="27" y="2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7264" name="Freeform 684">
              <a:extLst>
                <a:ext uri="{FF2B5EF4-FFF2-40B4-BE49-F238E27FC236}">
                  <a16:creationId xmlns:a16="http://schemas.microsoft.com/office/drawing/2014/main" id="{C947BE77-E981-4B59-B8E9-3209447F3683}"/>
                </a:ext>
              </a:extLst>
            </p:cNvPr>
            <p:cNvSpPr>
              <a:spLocks/>
            </p:cNvSpPr>
            <p:nvPr/>
          </p:nvSpPr>
          <p:spPr bwMode="auto">
            <a:xfrm>
              <a:off x="794" y="1954"/>
              <a:ext cx="86" cy="34"/>
            </a:xfrm>
            <a:custGeom>
              <a:avLst/>
              <a:gdLst>
                <a:gd name="T0" fmla="*/ 0 w 81"/>
                <a:gd name="T1" fmla="*/ 0 h 31"/>
                <a:gd name="T2" fmla="*/ 22 w 81"/>
                <a:gd name="T3" fmla="*/ 11 h 31"/>
                <a:gd name="T4" fmla="*/ 48 w 81"/>
                <a:gd name="T5" fmla="*/ 14 h 31"/>
                <a:gd name="T6" fmla="*/ 97 w 81"/>
                <a:gd name="T7" fmla="*/ 36 h 31"/>
                <a:gd name="T8" fmla="*/ 48 w 81"/>
                <a:gd name="T9" fmla="*/ 23 h 31"/>
                <a:gd name="T10" fmla="*/ 24 w 81"/>
                <a:gd name="T11" fmla="*/ 18 h 31"/>
                <a:gd name="T12" fmla="*/ 2 w 81"/>
                <a:gd name="T13" fmla="*/ 5 h 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1" h="31">
                  <a:moveTo>
                    <a:pt x="0" y="0"/>
                  </a:moveTo>
                  <a:cubicBezTo>
                    <a:pt x="7" y="1"/>
                    <a:pt x="12" y="7"/>
                    <a:pt x="19" y="8"/>
                  </a:cubicBezTo>
                  <a:cubicBezTo>
                    <a:pt x="27" y="9"/>
                    <a:pt x="33" y="9"/>
                    <a:pt x="40" y="11"/>
                  </a:cubicBezTo>
                  <a:cubicBezTo>
                    <a:pt x="54" y="15"/>
                    <a:pt x="68" y="21"/>
                    <a:pt x="81" y="27"/>
                  </a:cubicBezTo>
                  <a:cubicBezTo>
                    <a:pt x="67" y="31"/>
                    <a:pt x="52" y="21"/>
                    <a:pt x="40" y="17"/>
                  </a:cubicBezTo>
                  <a:cubicBezTo>
                    <a:pt x="34" y="14"/>
                    <a:pt x="28" y="15"/>
                    <a:pt x="21" y="14"/>
                  </a:cubicBezTo>
                  <a:cubicBezTo>
                    <a:pt x="12" y="13"/>
                    <a:pt x="9" y="9"/>
                    <a:pt x="2" y="5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7265" name="Freeform 685">
              <a:extLst>
                <a:ext uri="{FF2B5EF4-FFF2-40B4-BE49-F238E27FC236}">
                  <a16:creationId xmlns:a16="http://schemas.microsoft.com/office/drawing/2014/main" id="{98F18C15-EFE5-4217-A491-1859B8D732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2" y="2206"/>
              <a:ext cx="168" cy="213"/>
            </a:xfrm>
            <a:custGeom>
              <a:avLst/>
              <a:gdLst>
                <a:gd name="T0" fmla="*/ 0 w 157"/>
                <a:gd name="T1" fmla="*/ 32 h 200"/>
                <a:gd name="T2" fmla="*/ 55 w 157"/>
                <a:gd name="T3" fmla="*/ 33 h 200"/>
                <a:gd name="T4" fmla="*/ 83 w 157"/>
                <a:gd name="T5" fmla="*/ 110 h 200"/>
                <a:gd name="T6" fmla="*/ 193 w 157"/>
                <a:gd name="T7" fmla="*/ 242 h 200"/>
                <a:gd name="T8" fmla="*/ 67 w 157"/>
                <a:gd name="T9" fmla="*/ 119 h 200"/>
                <a:gd name="T10" fmla="*/ 47 w 157"/>
                <a:gd name="T11" fmla="*/ 54 h 200"/>
                <a:gd name="T12" fmla="*/ 11 w 157"/>
                <a:gd name="T13" fmla="*/ 39 h 20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7" h="200">
                  <a:moveTo>
                    <a:pt x="0" y="26"/>
                  </a:moveTo>
                  <a:cubicBezTo>
                    <a:pt x="16" y="13"/>
                    <a:pt x="34" y="0"/>
                    <a:pt x="45" y="27"/>
                  </a:cubicBezTo>
                  <a:cubicBezTo>
                    <a:pt x="53" y="49"/>
                    <a:pt x="57" y="70"/>
                    <a:pt x="68" y="91"/>
                  </a:cubicBezTo>
                  <a:cubicBezTo>
                    <a:pt x="92" y="137"/>
                    <a:pt x="111" y="173"/>
                    <a:pt x="157" y="200"/>
                  </a:cubicBezTo>
                  <a:cubicBezTo>
                    <a:pt x="118" y="197"/>
                    <a:pt x="74" y="128"/>
                    <a:pt x="55" y="99"/>
                  </a:cubicBezTo>
                  <a:cubicBezTo>
                    <a:pt x="42" y="80"/>
                    <a:pt x="44" y="64"/>
                    <a:pt x="38" y="45"/>
                  </a:cubicBezTo>
                  <a:cubicBezTo>
                    <a:pt x="32" y="28"/>
                    <a:pt x="24" y="32"/>
                    <a:pt x="8" y="33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7266" name="Freeform 686">
              <a:extLst>
                <a:ext uri="{FF2B5EF4-FFF2-40B4-BE49-F238E27FC236}">
                  <a16:creationId xmlns:a16="http://schemas.microsoft.com/office/drawing/2014/main" id="{41391DD4-F5B3-412D-B168-458864981CC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" y="2302"/>
              <a:ext cx="142" cy="84"/>
            </a:xfrm>
            <a:custGeom>
              <a:avLst/>
              <a:gdLst>
                <a:gd name="T0" fmla="*/ 108 w 133"/>
                <a:gd name="T1" fmla="*/ 30 h 79"/>
                <a:gd name="T2" fmla="*/ 0 w 133"/>
                <a:gd name="T3" fmla="*/ 3 h 79"/>
                <a:gd name="T4" fmla="*/ 90 w 133"/>
                <a:gd name="T5" fmla="*/ 41 h 79"/>
                <a:gd name="T6" fmla="*/ 162 w 133"/>
                <a:gd name="T7" fmla="*/ 95 h 7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3" h="79">
                  <a:moveTo>
                    <a:pt x="89" y="24"/>
                  </a:moveTo>
                  <a:cubicBezTo>
                    <a:pt x="81" y="0"/>
                    <a:pt x="21" y="2"/>
                    <a:pt x="0" y="3"/>
                  </a:cubicBezTo>
                  <a:cubicBezTo>
                    <a:pt x="29" y="9"/>
                    <a:pt x="50" y="17"/>
                    <a:pt x="74" y="35"/>
                  </a:cubicBezTo>
                  <a:cubicBezTo>
                    <a:pt x="88" y="46"/>
                    <a:pt x="129" y="69"/>
                    <a:pt x="133" y="79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7267" name="Freeform 687">
              <a:extLst>
                <a:ext uri="{FF2B5EF4-FFF2-40B4-BE49-F238E27FC236}">
                  <a16:creationId xmlns:a16="http://schemas.microsoft.com/office/drawing/2014/main" id="{F73DB0EB-DFDD-4E11-8D9D-6595DE0AB1E6}"/>
                </a:ext>
              </a:extLst>
            </p:cNvPr>
            <p:cNvSpPr>
              <a:spLocks/>
            </p:cNvSpPr>
            <p:nvPr/>
          </p:nvSpPr>
          <p:spPr bwMode="auto">
            <a:xfrm>
              <a:off x="906" y="2340"/>
              <a:ext cx="109" cy="675"/>
            </a:xfrm>
            <a:custGeom>
              <a:avLst/>
              <a:gdLst>
                <a:gd name="T0" fmla="*/ 67 w 102"/>
                <a:gd name="T1" fmla="*/ 0 h 631"/>
                <a:gd name="T2" fmla="*/ 17 w 102"/>
                <a:gd name="T3" fmla="*/ 450 h 631"/>
                <a:gd name="T4" fmla="*/ 124 w 102"/>
                <a:gd name="T5" fmla="*/ 772 h 631"/>
                <a:gd name="T6" fmla="*/ 40 w 102"/>
                <a:gd name="T7" fmla="*/ 444 h 631"/>
                <a:gd name="T8" fmla="*/ 67 w 102"/>
                <a:gd name="T9" fmla="*/ 0 h 6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2" h="631">
                  <a:moveTo>
                    <a:pt x="55" y="0"/>
                  </a:moveTo>
                  <a:cubicBezTo>
                    <a:pt x="55" y="0"/>
                    <a:pt x="0" y="173"/>
                    <a:pt x="14" y="368"/>
                  </a:cubicBezTo>
                  <a:cubicBezTo>
                    <a:pt x="28" y="564"/>
                    <a:pt x="81" y="600"/>
                    <a:pt x="102" y="631"/>
                  </a:cubicBezTo>
                  <a:cubicBezTo>
                    <a:pt x="102" y="631"/>
                    <a:pt x="35" y="521"/>
                    <a:pt x="33" y="363"/>
                  </a:cubicBezTo>
                  <a:cubicBezTo>
                    <a:pt x="31" y="206"/>
                    <a:pt x="55" y="0"/>
                    <a:pt x="5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7268" name="Freeform 688">
              <a:extLst>
                <a:ext uri="{FF2B5EF4-FFF2-40B4-BE49-F238E27FC236}">
                  <a16:creationId xmlns:a16="http://schemas.microsoft.com/office/drawing/2014/main" id="{F28188FC-973B-4B08-AFD9-54E8611F2B8A}"/>
                </a:ext>
              </a:extLst>
            </p:cNvPr>
            <p:cNvSpPr>
              <a:spLocks/>
            </p:cNvSpPr>
            <p:nvPr/>
          </p:nvSpPr>
          <p:spPr bwMode="auto">
            <a:xfrm>
              <a:off x="962" y="1992"/>
              <a:ext cx="71" cy="318"/>
            </a:xfrm>
            <a:custGeom>
              <a:avLst/>
              <a:gdLst>
                <a:gd name="T0" fmla="*/ 15 w 67"/>
                <a:gd name="T1" fmla="*/ 362 h 298"/>
                <a:gd name="T2" fmla="*/ 79 w 67"/>
                <a:gd name="T3" fmla="*/ 338 h 298"/>
                <a:gd name="T4" fmla="*/ 32 w 67"/>
                <a:gd name="T5" fmla="*/ 309 h 298"/>
                <a:gd name="T6" fmla="*/ 53 w 67"/>
                <a:gd name="T7" fmla="*/ 272 h 298"/>
                <a:gd name="T8" fmla="*/ 22 w 67"/>
                <a:gd name="T9" fmla="*/ 165 h 298"/>
                <a:gd name="T10" fmla="*/ 22 w 67"/>
                <a:gd name="T11" fmla="*/ 79 h 298"/>
                <a:gd name="T12" fmla="*/ 28 w 67"/>
                <a:gd name="T13" fmla="*/ 0 h 298"/>
                <a:gd name="T14" fmla="*/ 3 w 67"/>
                <a:gd name="T15" fmla="*/ 186 h 298"/>
                <a:gd name="T16" fmla="*/ 5 w 67"/>
                <a:gd name="T17" fmla="*/ 265 h 298"/>
                <a:gd name="T18" fmla="*/ 13 w 67"/>
                <a:gd name="T19" fmla="*/ 304 h 298"/>
                <a:gd name="T20" fmla="*/ 15 w 67"/>
                <a:gd name="T21" fmla="*/ 344 h 29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7" h="298">
                  <a:moveTo>
                    <a:pt x="12" y="298"/>
                  </a:moveTo>
                  <a:cubicBezTo>
                    <a:pt x="6" y="263"/>
                    <a:pt x="47" y="270"/>
                    <a:pt x="67" y="278"/>
                  </a:cubicBezTo>
                  <a:cubicBezTo>
                    <a:pt x="52" y="271"/>
                    <a:pt x="31" y="271"/>
                    <a:pt x="26" y="255"/>
                  </a:cubicBezTo>
                  <a:cubicBezTo>
                    <a:pt x="22" y="242"/>
                    <a:pt x="29" y="224"/>
                    <a:pt x="44" y="224"/>
                  </a:cubicBezTo>
                  <a:cubicBezTo>
                    <a:pt x="7" y="228"/>
                    <a:pt x="18" y="161"/>
                    <a:pt x="19" y="136"/>
                  </a:cubicBezTo>
                  <a:cubicBezTo>
                    <a:pt x="20" y="112"/>
                    <a:pt x="18" y="89"/>
                    <a:pt x="19" y="65"/>
                  </a:cubicBezTo>
                  <a:cubicBezTo>
                    <a:pt x="20" y="44"/>
                    <a:pt x="25" y="21"/>
                    <a:pt x="24" y="0"/>
                  </a:cubicBezTo>
                  <a:cubicBezTo>
                    <a:pt x="9" y="51"/>
                    <a:pt x="0" y="101"/>
                    <a:pt x="3" y="153"/>
                  </a:cubicBezTo>
                  <a:cubicBezTo>
                    <a:pt x="4" y="174"/>
                    <a:pt x="4" y="195"/>
                    <a:pt x="5" y="217"/>
                  </a:cubicBezTo>
                  <a:cubicBezTo>
                    <a:pt x="5" y="229"/>
                    <a:pt x="7" y="238"/>
                    <a:pt x="10" y="250"/>
                  </a:cubicBezTo>
                  <a:cubicBezTo>
                    <a:pt x="12" y="257"/>
                    <a:pt x="16" y="285"/>
                    <a:pt x="12" y="28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7269" name="Freeform 689">
              <a:extLst>
                <a:ext uri="{FF2B5EF4-FFF2-40B4-BE49-F238E27FC236}">
                  <a16:creationId xmlns:a16="http://schemas.microsoft.com/office/drawing/2014/main" id="{7107D205-8587-4F61-BADC-3420B1D254BA}"/>
                </a:ext>
              </a:extLst>
            </p:cNvPr>
            <p:cNvSpPr>
              <a:spLocks/>
            </p:cNvSpPr>
            <p:nvPr/>
          </p:nvSpPr>
          <p:spPr bwMode="auto">
            <a:xfrm>
              <a:off x="965" y="3017"/>
              <a:ext cx="68" cy="142"/>
            </a:xfrm>
            <a:custGeom>
              <a:avLst/>
              <a:gdLst>
                <a:gd name="T0" fmla="*/ 62 w 64"/>
                <a:gd name="T1" fmla="*/ 34 h 133"/>
                <a:gd name="T2" fmla="*/ 36 w 64"/>
                <a:gd name="T3" fmla="*/ 0 h 133"/>
                <a:gd name="T4" fmla="*/ 77 w 64"/>
                <a:gd name="T5" fmla="*/ 162 h 133"/>
                <a:gd name="T6" fmla="*/ 58 w 64"/>
                <a:gd name="T7" fmla="*/ 32 h 1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4" h="133">
                  <a:moveTo>
                    <a:pt x="52" y="28"/>
                  </a:moveTo>
                  <a:cubicBezTo>
                    <a:pt x="47" y="18"/>
                    <a:pt x="40" y="6"/>
                    <a:pt x="30" y="0"/>
                  </a:cubicBezTo>
                  <a:cubicBezTo>
                    <a:pt x="0" y="39"/>
                    <a:pt x="38" y="105"/>
                    <a:pt x="64" y="133"/>
                  </a:cubicBezTo>
                  <a:cubicBezTo>
                    <a:pt x="47" y="115"/>
                    <a:pt x="22" y="44"/>
                    <a:pt x="49" y="2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7270" name="Freeform 690">
              <a:extLst>
                <a:ext uri="{FF2B5EF4-FFF2-40B4-BE49-F238E27FC236}">
                  <a16:creationId xmlns:a16="http://schemas.microsoft.com/office/drawing/2014/main" id="{F4AAB3E7-5F6C-46A1-8E59-6DA78A52D3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0" y="3193"/>
              <a:ext cx="129" cy="618"/>
            </a:xfrm>
            <a:custGeom>
              <a:avLst/>
              <a:gdLst>
                <a:gd name="T0" fmla="*/ 37 w 121"/>
                <a:gd name="T1" fmla="*/ 0 h 578"/>
                <a:gd name="T2" fmla="*/ 5 w 121"/>
                <a:gd name="T3" fmla="*/ 167 h 578"/>
                <a:gd name="T4" fmla="*/ 0 w 121"/>
                <a:gd name="T5" fmla="*/ 377 h 578"/>
                <a:gd name="T6" fmla="*/ 37 w 121"/>
                <a:gd name="T7" fmla="*/ 621 h 578"/>
                <a:gd name="T8" fmla="*/ 58 w 121"/>
                <a:gd name="T9" fmla="*/ 701 h 578"/>
                <a:gd name="T10" fmla="*/ 72 w 121"/>
                <a:gd name="T11" fmla="*/ 580 h 578"/>
                <a:gd name="T12" fmla="*/ 59 w 121"/>
                <a:gd name="T13" fmla="*/ 567 h 578"/>
                <a:gd name="T14" fmla="*/ 97 w 121"/>
                <a:gd name="T15" fmla="*/ 577 h 578"/>
                <a:gd name="T16" fmla="*/ 147 w 121"/>
                <a:gd name="T17" fmla="*/ 571 h 578"/>
                <a:gd name="T18" fmla="*/ 61 w 121"/>
                <a:gd name="T19" fmla="*/ 547 h 578"/>
                <a:gd name="T20" fmla="*/ 36 w 121"/>
                <a:gd name="T21" fmla="*/ 414 h 578"/>
                <a:gd name="T22" fmla="*/ 23 w 121"/>
                <a:gd name="T23" fmla="*/ 228 h 578"/>
                <a:gd name="T24" fmla="*/ 37 w 121"/>
                <a:gd name="T25" fmla="*/ 30 h 57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21" h="578">
                  <a:moveTo>
                    <a:pt x="31" y="0"/>
                  </a:moveTo>
                  <a:cubicBezTo>
                    <a:pt x="31" y="46"/>
                    <a:pt x="9" y="91"/>
                    <a:pt x="5" y="137"/>
                  </a:cubicBezTo>
                  <a:cubicBezTo>
                    <a:pt x="1" y="195"/>
                    <a:pt x="0" y="251"/>
                    <a:pt x="0" y="309"/>
                  </a:cubicBezTo>
                  <a:cubicBezTo>
                    <a:pt x="0" y="377"/>
                    <a:pt x="38" y="440"/>
                    <a:pt x="31" y="508"/>
                  </a:cubicBezTo>
                  <a:cubicBezTo>
                    <a:pt x="30" y="520"/>
                    <a:pt x="32" y="578"/>
                    <a:pt x="48" y="574"/>
                  </a:cubicBezTo>
                  <a:cubicBezTo>
                    <a:pt x="29" y="537"/>
                    <a:pt x="56" y="509"/>
                    <a:pt x="60" y="474"/>
                  </a:cubicBezTo>
                  <a:cubicBezTo>
                    <a:pt x="56" y="471"/>
                    <a:pt x="52" y="466"/>
                    <a:pt x="49" y="464"/>
                  </a:cubicBezTo>
                  <a:cubicBezTo>
                    <a:pt x="59" y="464"/>
                    <a:pt x="69" y="470"/>
                    <a:pt x="80" y="472"/>
                  </a:cubicBezTo>
                  <a:cubicBezTo>
                    <a:pt x="96" y="475"/>
                    <a:pt x="106" y="468"/>
                    <a:pt x="121" y="467"/>
                  </a:cubicBezTo>
                  <a:cubicBezTo>
                    <a:pt x="97" y="467"/>
                    <a:pt x="66" y="465"/>
                    <a:pt x="50" y="448"/>
                  </a:cubicBezTo>
                  <a:cubicBezTo>
                    <a:pt x="27" y="423"/>
                    <a:pt x="30" y="371"/>
                    <a:pt x="30" y="339"/>
                  </a:cubicBezTo>
                  <a:cubicBezTo>
                    <a:pt x="29" y="288"/>
                    <a:pt x="17" y="238"/>
                    <a:pt x="20" y="186"/>
                  </a:cubicBezTo>
                  <a:cubicBezTo>
                    <a:pt x="22" y="133"/>
                    <a:pt x="18" y="75"/>
                    <a:pt x="31" y="2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7271" name="Freeform 691">
              <a:extLst>
                <a:ext uri="{FF2B5EF4-FFF2-40B4-BE49-F238E27FC236}">
                  <a16:creationId xmlns:a16="http://schemas.microsoft.com/office/drawing/2014/main" id="{52BB1BFA-051E-4F7F-9D78-833B7C5C097A}"/>
                </a:ext>
              </a:extLst>
            </p:cNvPr>
            <p:cNvSpPr>
              <a:spLocks/>
            </p:cNvSpPr>
            <p:nvPr/>
          </p:nvSpPr>
          <p:spPr bwMode="auto">
            <a:xfrm>
              <a:off x="876" y="3831"/>
              <a:ext cx="166" cy="138"/>
            </a:xfrm>
            <a:custGeom>
              <a:avLst/>
              <a:gdLst>
                <a:gd name="T0" fmla="*/ 191 w 155"/>
                <a:gd name="T1" fmla="*/ 6 h 129"/>
                <a:gd name="T2" fmla="*/ 148 w 155"/>
                <a:gd name="T3" fmla="*/ 48 h 129"/>
                <a:gd name="T4" fmla="*/ 100 w 155"/>
                <a:gd name="T5" fmla="*/ 94 h 129"/>
                <a:gd name="T6" fmla="*/ 55 w 155"/>
                <a:gd name="T7" fmla="*/ 127 h 129"/>
                <a:gd name="T8" fmla="*/ 0 w 155"/>
                <a:gd name="T9" fmla="*/ 150 h 129"/>
                <a:gd name="T10" fmla="*/ 47 w 155"/>
                <a:gd name="T11" fmla="*/ 158 h 129"/>
                <a:gd name="T12" fmla="*/ 56 w 155"/>
                <a:gd name="T13" fmla="*/ 143 h 129"/>
                <a:gd name="T14" fmla="*/ 84 w 155"/>
                <a:gd name="T15" fmla="*/ 126 h 129"/>
                <a:gd name="T16" fmla="*/ 110 w 155"/>
                <a:gd name="T17" fmla="*/ 103 h 129"/>
                <a:gd name="T18" fmla="*/ 125 w 155"/>
                <a:gd name="T19" fmla="*/ 81 h 129"/>
                <a:gd name="T20" fmla="*/ 149 w 155"/>
                <a:gd name="T21" fmla="*/ 60 h 129"/>
                <a:gd name="T22" fmla="*/ 166 w 155"/>
                <a:gd name="T23" fmla="*/ 39 h 129"/>
                <a:gd name="T24" fmla="*/ 191 w 155"/>
                <a:gd name="T25" fmla="*/ 4 h 12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55" h="129">
                  <a:moveTo>
                    <a:pt x="155" y="6"/>
                  </a:moveTo>
                  <a:cubicBezTo>
                    <a:pt x="139" y="0"/>
                    <a:pt x="127" y="30"/>
                    <a:pt x="120" y="39"/>
                  </a:cubicBezTo>
                  <a:cubicBezTo>
                    <a:pt x="110" y="54"/>
                    <a:pt x="94" y="65"/>
                    <a:pt x="81" y="77"/>
                  </a:cubicBezTo>
                  <a:cubicBezTo>
                    <a:pt x="69" y="88"/>
                    <a:pt x="59" y="97"/>
                    <a:pt x="45" y="104"/>
                  </a:cubicBezTo>
                  <a:cubicBezTo>
                    <a:pt x="31" y="112"/>
                    <a:pt x="12" y="110"/>
                    <a:pt x="0" y="122"/>
                  </a:cubicBezTo>
                  <a:cubicBezTo>
                    <a:pt x="14" y="119"/>
                    <a:pt x="26" y="119"/>
                    <a:pt x="38" y="129"/>
                  </a:cubicBezTo>
                  <a:cubicBezTo>
                    <a:pt x="38" y="121"/>
                    <a:pt x="40" y="121"/>
                    <a:pt x="46" y="117"/>
                  </a:cubicBezTo>
                  <a:cubicBezTo>
                    <a:pt x="55" y="113"/>
                    <a:pt x="61" y="109"/>
                    <a:pt x="68" y="103"/>
                  </a:cubicBezTo>
                  <a:cubicBezTo>
                    <a:pt x="76" y="97"/>
                    <a:pt x="84" y="92"/>
                    <a:pt x="90" y="84"/>
                  </a:cubicBezTo>
                  <a:cubicBezTo>
                    <a:pt x="94" y="78"/>
                    <a:pt x="97" y="72"/>
                    <a:pt x="102" y="66"/>
                  </a:cubicBezTo>
                  <a:cubicBezTo>
                    <a:pt x="107" y="59"/>
                    <a:pt x="114" y="54"/>
                    <a:pt x="121" y="49"/>
                  </a:cubicBezTo>
                  <a:cubicBezTo>
                    <a:pt x="127" y="44"/>
                    <a:pt x="131" y="39"/>
                    <a:pt x="135" y="32"/>
                  </a:cubicBezTo>
                  <a:cubicBezTo>
                    <a:pt x="141" y="23"/>
                    <a:pt x="146" y="12"/>
                    <a:pt x="15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7272" name="Freeform 692">
              <a:extLst>
                <a:ext uri="{FF2B5EF4-FFF2-40B4-BE49-F238E27FC236}">
                  <a16:creationId xmlns:a16="http://schemas.microsoft.com/office/drawing/2014/main" id="{0AFB723E-5DC5-48F1-BBF2-368BE2B0A513}"/>
                </a:ext>
              </a:extLst>
            </p:cNvPr>
            <p:cNvSpPr>
              <a:spLocks/>
            </p:cNvSpPr>
            <p:nvPr/>
          </p:nvSpPr>
          <p:spPr bwMode="auto">
            <a:xfrm>
              <a:off x="919" y="3988"/>
              <a:ext cx="126" cy="87"/>
            </a:xfrm>
            <a:custGeom>
              <a:avLst/>
              <a:gdLst>
                <a:gd name="T0" fmla="*/ 0 w 118"/>
                <a:gd name="T1" fmla="*/ 68 h 81"/>
                <a:gd name="T2" fmla="*/ 30 w 118"/>
                <a:gd name="T3" fmla="*/ 97 h 81"/>
                <a:gd name="T4" fmla="*/ 66 w 118"/>
                <a:gd name="T5" fmla="*/ 85 h 81"/>
                <a:gd name="T6" fmla="*/ 85 w 118"/>
                <a:gd name="T7" fmla="*/ 61 h 81"/>
                <a:gd name="T8" fmla="*/ 107 w 118"/>
                <a:gd name="T9" fmla="*/ 45 h 81"/>
                <a:gd name="T10" fmla="*/ 125 w 118"/>
                <a:gd name="T11" fmla="*/ 18 h 81"/>
                <a:gd name="T12" fmla="*/ 144 w 118"/>
                <a:gd name="T13" fmla="*/ 0 h 81"/>
                <a:gd name="T14" fmla="*/ 106 w 118"/>
                <a:gd name="T15" fmla="*/ 32 h 81"/>
                <a:gd name="T16" fmla="*/ 88 w 118"/>
                <a:gd name="T17" fmla="*/ 45 h 81"/>
                <a:gd name="T18" fmla="*/ 77 w 118"/>
                <a:gd name="T19" fmla="*/ 60 h 81"/>
                <a:gd name="T20" fmla="*/ 38 w 118"/>
                <a:gd name="T21" fmla="*/ 88 h 81"/>
                <a:gd name="T22" fmla="*/ 1 w 118"/>
                <a:gd name="T23" fmla="*/ 71 h 81"/>
                <a:gd name="T24" fmla="*/ 0 w 118"/>
                <a:gd name="T25" fmla="*/ 68 h 8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18" h="81">
                  <a:moveTo>
                    <a:pt x="0" y="55"/>
                  </a:moveTo>
                  <a:cubicBezTo>
                    <a:pt x="0" y="67"/>
                    <a:pt x="14" y="76"/>
                    <a:pt x="24" y="78"/>
                  </a:cubicBezTo>
                  <a:cubicBezTo>
                    <a:pt x="34" y="81"/>
                    <a:pt x="46" y="76"/>
                    <a:pt x="54" y="69"/>
                  </a:cubicBezTo>
                  <a:cubicBezTo>
                    <a:pt x="60" y="63"/>
                    <a:pt x="65" y="55"/>
                    <a:pt x="70" y="49"/>
                  </a:cubicBezTo>
                  <a:cubicBezTo>
                    <a:pt x="76" y="42"/>
                    <a:pt x="81" y="40"/>
                    <a:pt x="88" y="36"/>
                  </a:cubicBezTo>
                  <a:cubicBezTo>
                    <a:pt x="95" y="31"/>
                    <a:pt x="98" y="21"/>
                    <a:pt x="103" y="15"/>
                  </a:cubicBezTo>
                  <a:cubicBezTo>
                    <a:pt x="107" y="9"/>
                    <a:pt x="112" y="3"/>
                    <a:pt x="118" y="0"/>
                  </a:cubicBezTo>
                  <a:cubicBezTo>
                    <a:pt x="105" y="3"/>
                    <a:pt x="96" y="18"/>
                    <a:pt x="87" y="26"/>
                  </a:cubicBezTo>
                  <a:cubicBezTo>
                    <a:pt x="83" y="31"/>
                    <a:pt x="77" y="33"/>
                    <a:pt x="72" y="36"/>
                  </a:cubicBezTo>
                  <a:cubicBezTo>
                    <a:pt x="68" y="39"/>
                    <a:pt x="66" y="44"/>
                    <a:pt x="63" y="48"/>
                  </a:cubicBezTo>
                  <a:cubicBezTo>
                    <a:pt x="56" y="59"/>
                    <a:pt x="47" y="70"/>
                    <a:pt x="32" y="71"/>
                  </a:cubicBezTo>
                  <a:cubicBezTo>
                    <a:pt x="20" y="73"/>
                    <a:pt x="6" y="68"/>
                    <a:pt x="1" y="57"/>
                  </a:cubicBezTo>
                  <a:cubicBezTo>
                    <a:pt x="1" y="56"/>
                    <a:pt x="0" y="56"/>
                    <a:pt x="0" y="55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7273" name="Freeform 693">
              <a:extLst>
                <a:ext uri="{FF2B5EF4-FFF2-40B4-BE49-F238E27FC236}">
                  <a16:creationId xmlns:a16="http://schemas.microsoft.com/office/drawing/2014/main" id="{4E5C5D63-AEE5-4620-A85F-881EC5D8DC52}"/>
                </a:ext>
              </a:extLst>
            </p:cNvPr>
            <p:cNvSpPr>
              <a:spLocks/>
            </p:cNvSpPr>
            <p:nvPr/>
          </p:nvSpPr>
          <p:spPr bwMode="auto">
            <a:xfrm>
              <a:off x="988" y="4013"/>
              <a:ext cx="24" cy="29"/>
            </a:xfrm>
            <a:custGeom>
              <a:avLst/>
              <a:gdLst>
                <a:gd name="T0" fmla="*/ 0 w 22"/>
                <a:gd name="T1" fmla="*/ 30 h 27"/>
                <a:gd name="T2" fmla="*/ 2 w 22"/>
                <a:gd name="T3" fmla="*/ 0 h 27"/>
                <a:gd name="T4" fmla="*/ 28 w 22"/>
                <a:gd name="T5" fmla="*/ 11 h 27"/>
                <a:gd name="T6" fmla="*/ 13 w 22"/>
                <a:gd name="T7" fmla="*/ 19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27">
                  <a:moveTo>
                    <a:pt x="0" y="24"/>
                  </a:moveTo>
                  <a:cubicBezTo>
                    <a:pt x="4" y="27"/>
                    <a:pt x="3" y="3"/>
                    <a:pt x="2" y="0"/>
                  </a:cubicBezTo>
                  <a:cubicBezTo>
                    <a:pt x="5" y="7"/>
                    <a:pt x="15" y="13"/>
                    <a:pt x="22" y="8"/>
                  </a:cubicBezTo>
                  <a:cubicBezTo>
                    <a:pt x="18" y="11"/>
                    <a:pt x="14" y="15"/>
                    <a:pt x="10" y="16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7274" name="Freeform 694">
              <a:extLst>
                <a:ext uri="{FF2B5EF4-FFF2-40B4-BE49-F238E27FC236}">
                  <a16:creationId xmlns:a16="http://schemas.microsoft.com/office/drawing/2014/main" id="{16D812D2-6452-4632-B325-D2E8479A0B92}"/>
                </a:ext>
              </a:extLst>
            </p:cNvPr>
            <p:cNvSpPr>
              <a:spLocks/>
            </p:cNvSpPr>
            <p:nvPr/>
          </p:nvSpPr>
          <p:spPr bwMode="auto">
            <a:xfrm>
              <a:off x="884" y="4034"/>
              <a:ext cx="25" cy="21"/>
            </a:xfrm>
            <a:custGeom>
              <a:avLst/>
              <a:gdLst>
                <a:gd name="T0" fmla="*/ 25 w 24"/>
                <a:gd name="T1" fmla="*/ 13 h 20"/>
                <a:gd name="T2" fmla="*/ 26 w 24"/>
                <a:gd name="T3" fmla="*/ 23 h 20"/>
                <a:gd name="T4" fmla="*/ 8 w 24"/>
                <a:gd name="T5" fmla="*/ 19 h 20"/>
                <a:gd name="T6" fmla="*/ 0 w 24"/>
                <a:gd name="T7" fmla="*/ 0 h 20"/>
                <a:gd name="T8" fmla="*/ 8 w 24"/>
                <a:gd name="T9" fmla="*/ 13 h 20"/>
                <a:gd name="T10" fmla="*/ 25 w 24"/>
                <a:gd name="T11" fmla="*/ 15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20">
                  <a:moveTo>
                    <a:pt x="22" y="10"/>
                  </a:moveTo>
                  <a:cubicBezTo>
                    <a:pt x="22" y="13"/>
                    <a:pt x="24" y="17"/>
                    <a:pt x="23" y="20"/>
                  </a:cubicBezTo>
                  <a:cubicBezTo>
                    <a:pt x="18" y="20"/>
                    <a:pt x="12" y="19"/>
                    <a:pt x="8" y="16"/>
                  </a:cubicBezTo>
                  <a:cubicBezTo>
                    <a:pt x="2" y="13"/>
                    <a:pt x="0" y="7"/>
                    <a:pt x="0" y="0"/>
                  </a:cubicBezTo>
                  <a:cubicBezTo>
                    <a:pt x="2" y="4"/>
                    <a:pt x="5" y="7"/>
                    <a:pt x="8" y="10"/>
                  </a:cubicBezTo>
                  <a:cubicBezTo>
                    <a:pt x="13" y="13"/>
                    <a:pt x="17" y="12"/>
                    <a:pt x="22" y="12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7275" name="Freeform 695">
              <a:extLst>
                <a:ext uri="{FF2B5EF4-FFF2-40B4-BE49-F238E27FC236}">
                  <a16:creationId xmlns:a16="http://schemas.microsoft.com/office/drawing/2014/main" id="{3CBA12E9-D345-4E82-BCD5-4C7E67A382FA}"/>
                </a:ext>
              </a:extLst>
            </p:cNvPr>
            <p:cNvSpPr>
              <a:spLocks/>
            </p:cNvSpPr>
            <p:nvPr/>
          </p:nvSpPr>
          <p:spPr bwMode="auto">
            <a:xfrm>
              <a:off x="863" y="4017"/>
              <a:ext cx="14" cy="22"/>
            </a:xfrm>
            <a:custGeom>
              <a:avLst/>
              <a:gdLst>
                <a:gd name="T0" fmla="*/ 16 w 13"/>
                <a:gd name="T1" fmla="*/ 10 h 21"/>
                <a:gd name="T2" fmla="*/ 14 w 13"/>
                <a:gd name="T3" fmla="*/ 24 h 21"/>
                <a:gd name="T4" fmla="*/ 3 w 13"/>
                <a:gd name="T5" fmla="*/ 16 h 21"/>
                <a:gd name="T6" fmla="*/ 0 w 13"/>
                <a:gd name="T7" fmla="*/ 6 h 21"/>
                <a:gd name="T8" fmla="*/ 2 w 13"/>
                <a:gd name="T9" fmla="*/ 0 h 21"/>
                <a:gd name="T10" fmla="*/ 5 w 13"/>
                <a:gd name="T11" fmla="*/ 8 h 21"/>
                <a:gd name="T12" fmla="*/ 15 w 13"/>
                <a:gd name="T13" fmla="*/ 17 h 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21">
                  <a:moveTo>
                    <a:pt x="13" y="10"/>
                  </a:moveTo>
                  <a:cubicBezTo>
                    <a:pt x="11" y="12"/>
                    <a:pt x="11" y="18"/>
                    <a:pt x="11" y="21"/>
                  </a:cubicBezTo>
                  <a:cubicBezTo>
                    <a:pt x="8" y="20"/>
                    <a:pt x="4" y="16"/>
                    <a:pt x="3" y="13"/>
                  </a:cubicBezTo>
                  <a:cubicBezTo>
                    <a:pt x="2" y="11"/>
                    <a:pt x="0" y="8"/>
                    <a:pt x="0" y="6"/>
                  </a:cubicBezTo>
                  <a:cubicBezTo>
                    <a:pt x="0" y="4"/>
                    <a:pt x="2" y="2"/>
                    <a:pt x="2" y="0"/>
                  </a:cubicBezTo>
                  <a:cubicBezTo>
                    <a:pt x="4" y="1"/>
                    <a:pt x="4" y="6"/>
                    <a:pt x="5" y="8"/>
                  </a:cubicBezTo>
                  <a:cubicBezTo>
                    <a:pt x="7" y="10"/>
                    <a:pt x="9" y="14"/>
                    <a:pt x="12" y="14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7276" name="Freeform 696">
              <a:extLst>
                <a:ext uri="{FF2B5EF4-FFF2-40B4-BE49-F238E27FC236}">
                  <a16:creationId xmlns:a16="http://schemas.microsoft.com/office/drawing/2014/main" id="{437ED952-A05A-44EF-BF19-BBBD5E964472}"/>
                </a:ext>
              </a:extLst>
            </p:cNvPr>
            <p:cNvSpPr>
              <a:spLocks/>
            </p:cNvSpPr>
            <p:nvPr/>
          </p:nvSpPr>
          <p:spPr bwMode="auto">
            <a:xfrm>
              <a:off x="854" y="3996"/>
              <a:ext cx="6" cy="14"/>
            </a:xfrm>
            <a:custGeom>
              <a:avLst/>
              <a:gdLst>
                <a:gd name="T0" fmla="*/ 5 w 6"/>
                <a:gd name="T1" fmla="*/ 16 h 13"/>
                <a:gd name="T2" fmla="*/ 0 w 6"/>
                <a:gd name="T3" fmla="*/ 0 h 13"/>
                <a:gd name="T4" fmla="*/ 6 w 6"/>
                <a:gd name="T5" fmla="*/ 13 h 13"/>
                <a:gd name="T6" fmla="*/ 5 w 6"/>
                <a:gd name="T7" fmla="*/ 16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13">
                  <a:moveTo>
                    <a:pt x="5" y="13"/>
                  </a:moveTo>
                  <a:cubicBezTo>
                    <a:pt x="1" y="13"/>
                    <a:pt x="0" y="3"/>
                    <a:pt x="0" y="0"/>
                  </a:cubicBezTo>
                  <a:cubicBezTo>
                    <a:pt x="2" y="3"/>
                    <a:pt x="3" y="8"/>
                    <a:pt x="6" y="10"/>
                  </a:cubicBezTo>
                  <a:cubicBezTo>
                    <a:pt x="6" y="11"/>
                    <a:pt x="6" y="12"/>
                    <a:pt x="5" y="13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7277" name="Freeform 697">
              <a:extLst>
                <a:ext uri="{FF2B5EF4-FFF2-40B4-BE49-F238E27FC236}">
                  <a16:creationId xmlns:a16="http://schemas.microsoft.com/office/drawing/2014/main" id="{7B01D077-931F-4349-9E31-2EF43A7DA643}"/>
                </a:ext>
              </a:extLst>
            </p:cNvPr>
            <p:cNvSpPr>
              <a:spLocks/>
            </p:cNvSpPr>
            <p:nvPr/>
          </p:nvSpPr>
          <p:spPr bwMode="auto">
            <a:xfrm>
              <a:off x="892" y="3984"/>
              <a:ext cx="21" cy="23"/>
            </a:xfrm>
            <a:custGeom>
              <a:avLst/>
              <a:gdLst>
                <a:gd name="T0" fmla="*/ 23 w 20"/>
                <a:gd name="T1" fmla="*/ 0 h 22"/>
                <a:gd name="T2" fmla="*/ 16 w 20"/>
                <a:gd name="T3" fmla="*/ 17 h 22"/>
                <a:gd name="T4" fmla="*/ 0 w 20"/>
                <a:gd name="T5" fmla="*/ 25 h 22"/>
                <a:gd name="T6" fmla="*/ 14 w 20"/>
                <a:gd name="T7" fmla="*/ 14 h 22"/>
                <a:gd name="T8" fmla="*/ 18 w 20"/>
                <a:gd name="T9" fmla="*/ 5 h 22"/>
                <a:gd name="T10" fmla="*/ 22 w 20"/>
                <a:gd name="T11" fmla="*/ 0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" h="22">
                  <a:moveTo>
                    <a:pt x="20" y="0"/>
                  </a:moveTo>
                  <a:cubicBezTo>
                    <a:pt x="20" y="5"/>
                    <a:pt x="15" y="11"/>
                    <a:pt x="13" y="14"/>
                  </a:cubicBezTo>
                  <a:cubicBezTo>
                    <a:pt x="10" y="18"/>
                    <a:pt x="5" y="22"/>
                    <a:pt x="0" y="22"/>
                  </a:cubicBezTo>
                  <a:cubicBezTo>
                    <a:pt x="5" y="22"/>
                    <a:pt x="9" y="15"/>
                    <a:pt x="11" y="11"/>
                  </a:cubicBezTo>
                  <a:cubicBezTo>
                    <a:pt x="13" y="9"/>
                    <a:pt x="14" y="7"/>
                    <a:pt x="15" y="5"/>
                  </a:cubicBezTo>
                  <a:cubicBezTo>
                    <a:pt x="16" y="3"/>
                    <a:pt x="18" y="2"/>
                    <a:pt x="19" y="0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7278" name="Freeform 698">
              <a:extLst>
                <a:ext uri="{FF2B5EF4-FFF2-40B4-BE49-F238E27FC236}">
                  <a16:creationId xmlns:a16="http://schemas.microsoft.com/office/drawing/2014/main" id="{D3F88C20-EF1B-48E5-B16A-D17015271197}"/>
                </a:ext>
              </a:extLst>
            </p:cNvPr>
            <p:cNvSpPr>
              <a:spLocks/>
            </p:cNvSpPr>
            <p:nvPr/>
          </p:nvSpPr>
          <p:spPr bwMode="auto">
            <a:xfrm>
              <a:off x="875" y="3970"/>
              <a:ext cx="26" cy="19"/>
            </a:xfrm>
            <a:custGeom>
              <a:avLst/>
              <a:gdLst>
                <a:gd name="T0" fmla="*/ 30 w 24"/>
                <a:gd name="T1" fmla="*/ 1 h 18"/>
                <a:gd name="T2" fmla="*/ 15 w 24"/>
                <a:gd name="T3" fmla="*/ 15 h 18"/>
                <a:gd name="T4" fmla="*/ 5 w 24"/>
                <a:gd name="T5" fmla="*/ 19 h 18"/>
                <a:gd name="T6" fmla="*/ 0 w 24"/>
                <a:gd name="T7" fmla="*/ 21 h 18"/>
                <a:gd name="T8" fmla="*/ 28 w 24"/>
                <a:gd name="T9" fmla="*/ 0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8">
                  <a:moveTo>
                    <a:pt x="24" y="1"/>
                  </a:moveTo>
                  <a:cubicBezTo>
                    <a:pt x="22" y="6"/>
                    <a:pt x="16" y="9"/>
                    <a:pt x="12" y="12"/>
                  </a:cubicBezTo>
                  <a:cubicBezTo>
                    <a:pt x="10" y="13"/>
                    <a:pt x="8" y="15"/>
                    <a:pt x="5" y="16"/>
                  </a:cubicBezTo>
                  <a:cubicBezTo>
                    <a:pt x="3" y="16"/>
                    <a:pt x="1" y="18"/>
                    <a:pt x="0" y="18"/>
                  </a:cubicBezTo>
                  <a:cubicBezTo>
                    <a:pt x="7" y="12"/>
                    <a:pt x="16" y="8"/>
                    <a:pt x="22" y="0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7279" name="Freeform 699">
              <a:extLst>
                <a:ext uri="{FF2B5EF4-FFF2-40B4-BE49-F238E27FC236}">
                  <a16:creationId xmlns:a16="http://schemas.microsoft.com/office/drawing/2014/main" id="{5BA1E2BD-213A-4898-B843-60215BE029C1}"/>
                </a:ext>
              </a:extLst>
            </p:cNvPr>
            <p:cNvSpPr>
              <a:spLocks/>
            </p:cNvSpPr>
            <p:nvPr/>
          </p:nvSpPr>
          <p:spPr bwMode="auto">
            <a:xfrm>
              <a:off x="924" y="3996"/>
              <a:ext cx="19" cy="15"/>
            </a:xfrm>
            <a:custGeom>
              <a:avLst/>
              <a:gdLst>
                <a:gd name="T0" fmla="*/ 21 w 18"/>
                <a:gd name="T1" fmla="*/ 2 h 14"/>
                <a:gd name="T2" fmla="*/ 0 w 18"/>
                <a:gd name="T3" fmla="*/ 17 h 14"/>
                <a:gd name="T4" fmla="*/ 8 w 18"/>
                <a:gd name="T5" fmla="*/ 11 h 14"/>
                <a:gd name="T6" fmla="*/ 21 w 18"/>
                <a:gd name="T7" fmla="*/ 0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14">
                  <a:moveTo>
                    <a:pt x="18" y="2"/>
                  </a:moveTo>
                  <a:cubicBezTo>
                    <a:pt x="15" y="9"/>
                    <a:pt x="8" y="14"/>
                    <a:pt x="0" y="14"/>
                  </a:cubicBezTo>
                  <a:cubicBezTo>
                    <a:pt x="3" y="13"/>
                    <a:pt x="5" y="10"/>
                    <a:pt x="8" y="8"/>
                  </a:cubicBezTo>
                  <a:cubicBezTo>
                    <a:pt x="11" y="5"/>
                    <a:pt x="15" y="3"/>
                    <a:pt x="18" y="0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7280" name="Freeform 700">
              <a:extLst>
                <a:ext uri="{FF2B5EF4-FFF2-40B4-BE49-F238E27FC236}">
                  <a16:creationId xmlns:a16="http://schemas.microsoft.com/office/drawing/2014/main" id="{8F11E1CC-E779-4434-A707-461D64577F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0" y="3797"/>
              <a:ext cx="99" cy="30"/>
            </a:xfrm>
            <a:custGeom>
              <a:avLst/>
              <a:gdLst>
                <a:gd name="T0" fmla="*/ 0 w 92"/>
                <a:gd name="T1" fmla="*/ 11 h 28"/>
                <a:gd name="T2" fmla="*/ 33 w 92"/>
                <a:gd name="T3" fmla="*/ 10 h 28"/>
                <a:gd name="T4" fmla="*/ 59 w 92"/>
                <a:gd name="T5" fmla="*/ 19 h 28"/>
                <a:gd name="T6" fmla="*/ 89 w 92"/>
                <a:gd name="T7" fmla="*/ 18 h 28"/>
                <a:gd name="T8" fmla="*/ 115 w 92"/>
                <a:gd name="T9" fmla="*/ 34 h 28"/>
                <a:gd name="T10" fmla="*/ 66 w 92"/>
                <a:gd name="T11" fmla="*/ 11 h 28"/>
                <a:gd name="T12" fmla="*/ 34 w 92"/>
                <a:gd name="T13" fmla="*/ 2 h 28"/>
                <a:gd name="T14" fmla="*/ 3 w 92"/>
                <a:gd name="T15" fmla="*/ 15 h 2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2" h="28">
                  <a:moveTo>
                    <a:pt x="0" y="8"/>
                  </a:moveTo>
                  <a:cubicBezTo>
                    <a:pt x="8" y="10"/>
                    <a:pt x="18" y="5"/>
                    <a:pt x="27" y="7"/>
                  </a:cubicBezTo>
                  <a:cubicBezTo>
                    <a:pt x="34" y="9"/>
                    <a:pt x="39" y="14"/>
                    <a:pt x="47" y="16"/>
                  </a:cubicBezTo>
                  <a:cubicBezTo>
                    <a:pt x="55" y="18"/>
                    <a:pt x="63" y="13"/>
                    <a:pt x="72" y="15"/>
                  </a:cubicBezTo>
                  <a:cubicBezTo>
                    <a:pt x="79" y="18"/>
                    <a:pt x="87" y="24"/>
                    <a:pt x="92" y="28"/>
                  </a:cubicBezTo>
                  <a:cubicBezTo>
                    <a:pt x="84" y="12"/>
                    <a:pt x="68" y="10"/>
                    <a:pt x="53" y="8"/>
                  </a:cubicBezTo>
                  <a:cubicBezTo>
                    <a:pt x="44" y="7"/>
                    <a:pt x="36" y="3"/>
                    <a:pt x="28" y="2"/>
                  </a:cubicBezTo>
                  <a:cubicBezTo>
                    <a:pt x="17" y="0"/>
                    <a:pt x="11" y="6"/>
                    <a:pt x="3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7281" name="Freeform 701">
              <a:extLst>
                <a:ext uri="{FF2B5EF4-FFF2-40B4-BE49-F238E27FC236}">
                  <a16:creationId xmlns:a16="http://schemas.microsoft.com/office/drawing/2014/main" id="{55880838-7157-461B-9E10-040D8DD250D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3" y="3719"/>
              <a:ext cx="106" cy="239"/>
            </a:xfrm>
            <a:custGeom>
              <a:avLst/>
              <a:gdLst>
                <a:gd name="T0" fmla="*/ 63 w 99"/>
                <a:gd name="T1" fmla="*/ 0 h 224"/>
                <a:gd name="T2" fmla="*/ 85 w 99"/>
                <a:gd name="T3" fmla="*/ 13 h 224"/>
                <a:gd name="T4" fmla="*/ 110 w 99"/>
                <a:gd name="T5" fmla="*/ 23 h 224"/>
                <a:gd name="T6" fmla="*/ 119 w 99"/>
                <a:gd name="T7" fmla="*/ 61 h 224"/>
                <a:gd name="T8" fmla="*/ 90 w 99"/>
                <a:gd name="T9" fmla="*/ 126 h 224"/>
                <a:gd name="T10" fmla="*/ 72 w 99"/>
                <a:gd name="T11" fmla="*/ 162 h 224"/>
                <a:gd name="T12" fmla="*/ 84 w 99"/>
                <a:gd name="T13" fmla="*/ 202 h 224"/>
                <a:gd name="T14" fmla="*/ 45 w 99"/>
                <a:gd name="T15" fmla="*/ 265 h 224"/>
                <a:gd name="T16" fmla="*/ 20 w 99"/>
                <a:gd name="T17" fmla="*/ 271 h 224"/>
                <a:gd name="T18" fmla="*/ 7 w 99"/>
                <a:gd name="T19" fmla="*/ 272 h 224"/>
                <a:gd name="T20" fmla="*/ 0 w 99"/>
                <a:gd name="T21" fmla="*/ 270 h 224"/>
                <a:gd name="T22" fmla="*/ 29 w 99"/>
                <a:gd name="T23" fmla="*/ 259 h 224"/>
                <a:gd name="T24" fmla="*/ 52 w 99"/>
                <a:gd name="T25" fmla="*/ 240 h 224"/>
                <a:gd name="T26" fmla="*/ 65 w 99"/>
                <a:gd name="T27" fmla="*/ 213 h 224"/>
                <a:gd name="T28" fmla="*/ 63 w 99"/>
                <a:gd name="T29" fmla="*/ 177 h 224"/>
                <a:gd name="T30" fmla="*/ 62 w 99"/>
                <a:gd name="T31" fmla="*/ 153 h 224"/>
                <a:gd name="T32" fmla="*/ 63 w 99"/>
                <a:gd name="T33" fmla="*/ 138 h 224"/>
                <a:gd name="T34" fmla="*/ 55 w 99"/>
                <a:gd name="T35" fmla="*/ 133 h 224"/>
                <a:gd name="T36" fmla="*/ 43 w 99"/>
                <a:gd name="T37" fmla="*/ 126 h 224"/>
                <a:gd name="T38" fmla="*/ 13 w 99"/>
                <a:gd name="T39" fmla="*/ 113 h 224"/>
                <a:gd name="T40" fmla="*/ 60 w 99"/>
                <a:gd name="T41" fmla="*/ 130 h 224"/>
                <a:gd name="T42" fmla="*/ 76 w 99"/>
                <a:gd name="T43" fmla="*/ 124 h 224"/>
                <a:gd name="T44" fmla="*/ 99 w 99"/>
                <a:gd name="T45" fmla="*/ 99 h 224"/>
                <a:gd name="T46" fmla="*/ 107 w 99"/>
                <a:gd name="T47" fmla="*/ 73 h 224"/>
                <a:gd name="T48" fmla="*/ 110 w 99"/>
                <a:gd name="T49" fmla="*/ 42 h 224"/>
                <a:gd name="T50" fmla="*/ 86 w 99"/>
                <a:gd name="T51" fmla="*/ 17 h 224"/>
                <a:gd name="T52" fmla="*/ 62 w 99"/>
                <a:gd name="T53" fmla="*/ 4 h 224"/>
                <a:gd name="T54" fmla="*/ 62 w 99"/>
                <a:gd name="T55" fmla="*/ 3 h 224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99" h="224">
                  <a:moveTo>
                    <a:pt x="51" y="0"/>
                  </a:moveTo>
                  <a:cubicBezTo>
                    <a:pt x="57" y="3"/>
                    <a:pt x="62" y="7"/>
                    <a:pt x="69" y="10"/>
                  </a:cubicBezTo>
                  <a:cubicBezTo>
                    <a:pt x="75" y="13"/>
                    <a:pt x="84" y="15"/>
                    <a:pt x="90" y="20"/>
                  </a:cubicBezTo>
                  <a:cubicBezTo>
                    <a:pt x="98" y="26"/>
                    <a:pt x="96" y="41"/>
                    <a:pt x="97" y="50"/>
                  </a:cubicBezTo>
                  <a:cubicBezTo>
                    <a:pt x="99" y="72"/>
                    <a:pt x="91" y="91"/>
                    <a:pt x="73" y="104"/>
                  </a:cubicBezTo>
                  <a:cubicBezTo>
                    <a:pt x="62" y="112"/>
                    <a:pt x="58" y="119"/>
                    <a:pt x="59" y="133"/>
                  </a:cubicBezTo>
                  <a:cubicBezTo>
                    <a:pt x="60" y="144"/>
                    <a:pt x="66" y="155"/>
                    <a:pt x="68" y="166"/>
                  </a:cubicBezTo>
                  <a:cubicBezTo>
                    <a:pt x="73" y="188"/>
                    <a:pt x="57" y="210"/>
                    <a:pt x="36" y="217"/>
                  </a:cubicBezTo>
                  <a:cubicBezTo>
                    <a:pt x="30" y="219"/>
                    <a:pt x="24" y="222"/>
                    <a:pt x="17" y="223"/>
                  </a:cubicBezTo>
                  <a:cubicBezTo>
                    <a:pt x="14" y="223"/>
                    <a:pt x="10" y="224"/>
                    <a:pt x="7" y="224"/>
                  </a:cubicBezTo>
                  <a:cubicBezTo>
                    <a:pt x="4" y="223"/>
                    <a:pt x="3" y="221"/>
                    <a:pt x="0" y="222"/>
                  </a:cubicBezTo>
                  <a:cubicBezTo>
                    <a:pt x="7" y="221"/>
                    <a:pt x="17" y="217"/>
                    <a:pt x="23" y="214"/>
                  </a:cubicBezTo>
                  <a:cubicBezTo>
                    <a:pt x="32" y="210"/>
                    <a:pt x="38" y="205"/>
                    <a:pt x="43" y="198"/>
                  </a:cubicBezTo>
                  <a:cubicBezTo>
                    <a:pt x="47" y="191"/>
                    <a:pt x="52" y="183"/>
                    <a:pt x="53" y="175"/>
                  </a:cubicBezTo>
                  <a:cubicBezTo>
                    <a:pt x="54" y="165"/>
                    <a:pt x="52" y="156"/>
                    <a:pt x="51" y="146"/>
                  </a:cubicBezTo>
                  <a:cubicBezTo>
                    <a:pt x="50" y="139"/>
                    <a:pt x="50" y="134"/>
                    <a:pt x="50" y="126"/>
                  </a:cubicBezTo>
                  <a:cubicBezTo>
                    <a:pt x="51" y="123"/>
                    <a:pt x="53" y="116"/>
                    <a:pt x="51" y="113"/>
                  </a:cubicBezTo>
                  <a:cubicBezTo>
                    <a:pt x="50" y="111"/>
                    <a:pt x="47" y="111"/>
                    <a:pt x="45" y="110"/>
                  </a:cubicBezTo>
                  <a:cubicBezTo>
                    <a:pt x="41" y="109"/>
                    <a:pt x="38" y="107"/>
                    <a:pt x="35" y="104"/>
                  </a:cubicBezTo>
                  <a:cubicBezTo>
                    <a:pt x="27" y="100"/>
                    <a:pt x="18" y="96"/>
                    <a:pt x="10" y="93"/>
                  </a:cubicBezTo>
                  <a:cubicBezTo>
                    <a:pt x="25" y="92"/>
                    <a:pt x="36" y="103"/>
                    <a:pt x="49" y="107"/>
                  </a:cubicBezTo>
                  <a:cubicBezTo>
                    <a:pt x="56" y="110"/>
                    <a:pt x="58" y="106"/>
                    <a:pt x="62" y="102"/>
                  </a:cubicBezTo>
                  <a:cubicBezTo>
                    <a:pt x="68" y="95"/>
                    <a:pt x="76" y="90"/>
                    <a:pt x="80" y="82"/>
                  </a:cubicBezTo>
                  <a:cubicBezTo>
                    <a:pt x="84" y="75"/>
                    <a:pt x="85" y="68"/>
                    <a:pt x="87" y="60"/>
                  </a:cubicBezTo>
                  <a:cubicBezTo>
                    <a:pt x="89" y="52"/>
                    <a:pt x="95" y="43"/>
                    <a:pt x="90" y="35"/>
                  </a:cubicBezTo>
                  <a:cubicBezTo>
                    <a:pt x="86" y="26"/>
                    <a:pt x="77" y="20"/>
                    <a:pt x="70" y="14"/>
                  </a:cubicBezTo>
                  <a:cubicBezTo>
                    <a:pt x="64" y="9"/>
                    <a:pt x="58" y="6"/>
                    <a:pt x="50" y="4"/>
                  </a:cubicBezTo>
                  <a:cubicBezTo>
                    <a:pt x="50" y="4"/>
                    <a:pt x="50" y="3"/>
                    <a:pt x="50" y="3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7282" name="Freeform 702">
              <a:extLst>
                <a:ext uri="{FF2B5EF4-FFF2-40B4-BE49-F238E27FC236}">
                  <a16:creationId xmlns:a16="http://schemas.microsoft.com/office/drawing/2014/main" id="{2F26DBD7-40D6-4836-8E0A-145EDE5976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3" y="2692"/>
              <a:ext cx="418" cy="231"/>
            </a:xfrm>
            <a:custGeom>
              <a:avLst/>
              <a:gdLst>
                <a:gd name="T0" fmla="*/ 469 w 391"/>
                <a:gd name="T1" fmla="*/ 178 h 216"/>
                <a:gd name="T2" fmla="*/ 399 w 391"/>
                <a:gd name="T3" fmla="*/ 152 h 216"/>
                <a:gd name="T4" fmla="*/ 351 w 391"/>
                <a:gd name="T5" fmla="*/ 108 h 216"/>
                <a:gd name="T6" fmla="*/ 281 w 391"/>
                <a:gd name="T7" fmla="*/ 72 h 216"/>
                <a:gd name="T8" fmla="*/ 131 w 391"/>
                <a:gd name="T9" fmla="*/ 29 h 216"/>
                <a:gd name="T10" fmla="*/ 0 w 391"/>
                <a:gd name="T11" fmla="*/ 3 h 216"/>
                <a:gd name="T12" fmla="*/ 86 w 391"/>
                <a:gd name="T13" fmla="*/ 28 h 216"/>
                <a:gd name="T14" fmla="*/ 155 w 391"/>
                <a:gd name="T15" fmla="*/ 52 h 216"/>
                <a:gd name="T16" fmla="*/ 308 w 391"/>
                <a:gd name="T17" fmla="*/ 103 h 216"/>
                <a:gd name="T18" fmla="*/ 392 w 391"/>
                <a:gd name="T19" fmla="*/ 176 h 216"/>
                <a:gd name="T20" fmla="*/ 444 w 391"/>
                <a:gd name="T21" fmla="*/ 215 h 216"/>
                <a:gd name="T22" fmla="*/ 469 w 391"/>
                <a:gd name="T23" fmla="*/ 264 h 216"/>
                <a:gd name="T24" fmla="*/ 477 w 391"/>
                <a:gd name="T25" fmla="*/ 225 h 21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91" h="216">
                  <a:moveTo>
                    <a:pt x="384" y="145"/>
                  </a:moveTo>
                  <a:cubicBezTo>
                    <a:pt x="380" y="167"/>
                    <a:pt x="334" y="131"/>
                    <a:pt x="326" y="124"/>
                  </a:cubicBezTo>
                  <a:cubicBezTo>
                    <a:pt x="312" y="112"/>
                    <a:pt x="301" y="98"/>
                    <a:pt x="287" y="88"/>
                  </a:cubicBezTo>
                  <a:cubicBezTo>
                    <a:pt x="269" y="76"/>
                    <a:pt x="249" y="67"/>
                    <a:pt x="230" y="59"/>
                  </a:cubicBezTo>
                  <a:cubicBezTo>
                    <a:pt x="191" y="42"/>
                    <a:pt x="149" y="31"/>
                    <a:pt x="108" y="23"/>
                  </a:cubicBezTo>
                  <a:cubicBezTo>
                    <a:pt x="73" y="16"/>
                    <a:pt x="37" y="0"/>
                    <a:pt x="0" y="3"/>
                  </a:cubicBezTo>
                  <a:cubicBezTo>
                    <a:pt x="22" y="12"/>
                    <a:pt x="47" y="13"/>
                    <a:pt x="70" y="22"/>
                  </a:cubicBezTo>
                  <a:cubicBezTo>
                    <a:pt x="88" y="31"/>
                    <a:pt x="107" y="36"/>
                    <a:pt x="127" y="43"/>
                  </a:cubicBezTo>
                  <a:cubicBezTo>
                    <a:pt x="168" y="58"/>
                    <a:pt x="211" y="68"/>
                    <a:pt x="252" y="84"/>
                  </a:cubicBezTo>
                  <a:cubicBezTo>
                    <a:pt x="283" y="96"/>
                    <a:pt x="295" y="124"/>
                    <a:pt x="321" y="144"/>
                  </a:cubicBezTo>
                  <a:cubicBezTo>
                    <a:pt x="335" y="154"/>
                    <a:pt x="352" y="162"/>
                    <a:pt x="363" y="176"/>
                  </a:cubicBezTo>
                  <a:cubicBezTo>
                    <a:pt x="372" y="189"/>
                    <a:pt x="374" y="204"/>
                    <a:pt x="384" y="216"/>
                  </a:cubicBezTo>
                  <a:cubicBezTo>
                    <a:pt x="384" y="204"/>
                    <a:pt x="391" y="194"/>
                    <a:pt x="390" y="183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7283" name="Freeform 703">
              <a:extLst>
                <a:ext uri="{FF2B5EF4-FFF2-40B4-BE49-F238E27FC236}">
                  <a16:creationId xmlns:a16="http://schemas.microsoft.com/office/drawing/2014/main" id="{504EAD96-D504-4B7B-9DC9-3D1728D7D0A4}"/>
                </a:ext>
              </a:extLst>
            </p:cNvPr>
            <p:cNvSpPr>
              <a:spLocks/>
            </p:cNvSpPr>
            <p:nvPr/>
          </p:nvSpPr>
          <p:spPr bwMode="auto">
            <a:xfrm>
              <a:off x="940" y="1615"/>
              <a:ext cx="133" cy="269"/>
            </a:xfrm>
            <a:custGeom>
              <a:avLst/>
              <a:gdLst>
                <a:gd name="T0" fmla="*/ 143 w 124"/>
                <a:gd name="T1" fmla="*/ 77 h 252"/>
                <a:gd name="T2" fmla="*/ 113 w 124"/>
                <a:gd name="T3" fmla="*/ 157 h 252"/>
                <a:gd name="T4" fmla="*/ 109 w 124"/>
                <a:gd name="T5" fmla="*/ 195 h 252"/>
                <a:gd name="T6" fmla="*/ 116 w 124"/>
                <a:gd name="T7" fmla="*/ 223 h 252"/>
                <a:gd name="T8" fmla="*/ 84 w 124"/>
                <a:gd name="T9" fmla="*/ 288 h 252"/>
                <a:gd name="T10" fmla="*/ 53 w 124"/>
                <a:gd name="T11" fmla="*/ 306 h 252"/>
                <a:gd name="T12" fmla="*/ 0 w 124"/>
                <a:gd name="T13" fmla="*/ 295 h 252"/>
                <a:gd name="T14" fmla="*/ 38 w 124"/>
                <a:gd name="T15" fmla="*/ 278 h 252"/>
                <a:gd name="T16" fmla="*/ 54 w 124"/>
                <a:gd name="T17" fmla="*/ 231 h 252"/>
                <a:gd name="T18" fmla="*/ 68 w 124"/>
                <a:gd name="T19" fmla="*/ 174 h 252"/>
                <a:gd name="T20" fmla="*/ 99 w 124"/>
                <a:gd name="T21" fmla="*/ 106 h 252"/>
                <a:gd name="T22" fmla="*/ 133 w 124"/>
                <a:gd name="T23" fmla="*/ 19 h 252"/>
                <a:gd name="T24" fmla="*/ 142 w 124"/>
                <a:gd name="T25" fmla="*/ 14 h 252"/>
                <a:gd name="T26" fmla="*/ 153 w 124"/>
                <a:gd name="T27" fmla="*/ 45 h 25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24" h="252">
                  <a:moveTo>
                    <a:pt x="116" y="63"/>
                  </a:moveTo>
                  <a:cubicBezTo>
                    <a:pt x="103" y="80"/>
                    <a:pt x="94" y="107"/>
                    <a:pt x="91" y="129"/>
                  </a:cubicBezTo>
                  <a:cubicBezTo>
                    <a:pt x="90" y="139"/>
                    <a:pt x="89" y="150"/>
                    <a:pt x="89" y="160"/>
                  </a:cubicBezTo>
                  <a:cubicBezTo>
                    <a:pt x="90" y="169"/>
                    <a:pt x="93" y="176"/>
                    <a:pt x="94" y="184"/>
                  </a:cubicBezTo>
                  <a:cubicBezTo>
                    <a:pt x="94" y="199"/>
                    <a:pt x="77" y="225"/>
                    <a:pt x="68" y="237"/>
                  </a:cubicBezTo>
                  <a:cubicBezTo>
                    <a:pt x="61" y="245"/>
                    <a:pt x="55" y="252"/>
                    <a:pt x="43" y="252"/>
                  </a:cubicBezTo>
                  <a:cubicBezTo>
                    <a:pt x="28" y="252"/>
                    <a:pt x="14" y="242"/>
                    <a:pt x="0" y="243"/>
                  </a:cubicBezTo>
                  <a:cubicBezTo>
                    <a:pt x="9" y="239"/>
                    <a:pt x="25" y="236"/>
                    <a:pt x="31" y="229"/>
                  </a:cubicBezTo>
                  <a:cubicBezTo>
                    <a:pt x="41" y="219"/>
                    <a:pt x="43" y="202"/>
                    <a:pt x="44" y="189"/>
                  </a:cubicBezTo>
                  <a:cubicBezTo>
                    <a:pt x="44" y="172"/>
                    <a:pt x="48" y="158"/>
                    <a:pt x="55" y="143"/>
                  </a:cubicBezTo>
                  <a:cubicBezTo>
                    <a:pt x="64" y="125"/>
                    <a:pt x="70" y="105"/>
                    <a:pt x="80" y="87"/>
                  </a:cubicBezTo>
                  <a:cubicBezTo>
                    <a:pt x="92" y="66"/>
                    <a:pt x="110" y="42"/>
                    <a:pt x="108" y="16"/>
                  </a:cubicBezTo>
                  <a:cubicBezTo>
                    <a:pt x="107" y="6"/>
                    <a:pt x="106" y="0"/>
                    <a:pt x="115" y="11"/>
                  </a:cubicBezTo>
                  <a:cubicBezTo>
                    <a:pt x="120" y="17"/>
                    <a:pt x="123" y="29"/>
                    <a:pt x="124" y="37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7284" name="Freeform 704">
              <a:extLst>
                <a:ext uri="{FF2B5EF4-FFF2-40B4-BE49-F238E27FC236}">
                  <a16:creationId xmlns:a16="http://schemas.microsoft.com/office/drawing/2014/main" id="{D50130FD-754A-44E8-9DC9-99C31F9E4F18}"/>
                </a:ext>
              </a:extLst>
            </p:cNvPr>
            <p:cNvSpPr>
              <a:spLocks/>
            </p:cNvSpPr>
            <p:nvPr/>
          </p:nvSpPr>
          <p:spPr bwMode="auto">
            <a:xfrm>
              <a:off x="848" y="1993"/>
              <a:ext cx="110" cy="246"/>
            </a:xfrm>
            <a:custGeom>
              <a:avLst/>
              <a:gdLst>
                <a:gd name="T0" fmla="*/ 120 w 103"/>
                <a:gd name="T1" fmla="*/ 0 h 230"/>
                <a:gd name="T2" fmla="*/ 0 w 103"/>
                <a:gd name="T3" fmla="*/ 212 h 230"/>
                <a:gd name="T4" fmla="*/ 33 w 103"/>
                <a:gd name="T5" fmla="*/ 240 h 230"/>
                <a:gd name="T6" fmla="*/ 52 w 103"/>
                <a:gd name="T7" fmla="*/ 245 h 230"/>
                <a:gd name="T8" fmla="*/ 96 w 103"/>
                <a:gd name="T9" fmla="*/ 203 h 230"/>
                <a:gd name="T10" fmla="*/ 115 w 103"/>
                <a:gd name="T11" fmla="*/ 143 h 230"/>
                <a:gd name="T12" fmla="*/ 117 w 103"/>
                <a:gd name="T13" fmla="*/ 70 h 23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3" h="230">
                  <a:moveTo>
                    <a:pt x="98" y="0"/>
                  </a:moveTo>
                  <a:cubicBezTo>
                    <a:pt x="89" y="34"/>
                    <a:pt x="84" y="230"/>
                    <a:pt x="0" y="173"/>
                  </a:cubicBezTo>
                  <a:cubicBezTo>
                    <a:pt x="9" y="181"/>
                    <a:pt x="19" y="188"/>
                    <a:pt x="27" y="195"/>
                  </a:cubicBezTo>
                  <a:cubicBezTo>
                    <a:pt x="32" y="199"/>
                    <a:pt x="36" y="201"/>
                    <a:pt x="43" y="200"/>
                  </a:cubicBezTo>
                  <a:cubicBezTo>
                    <a:pt x="58" y="197"/>
                    <a:pt x="70" y="177"/>
                    <a:pt x="79" y="166"/>
                  </a:cubicBezTo>
                  <a:cubicBezTo>
                    <a:pt x="91" y="149"/>
                    <a:pt x="94" y="137"/>
                    <a:pt x="95" y="117"/>
                  </a:cubicBezTo>
                  <a:cubicBezTo>
                    <a:pt x="95" y="98"/>
                    <a:pt x="103" y="75"/>
                    <a:pt x="96" y="57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7285" name="Freeform 705">
              <a:extLst>
                <a:ext uri="{FF2B5EF4-FFF2-40B4-BE49-F238E27FC236}">
                  <a16:creationId xmlns:a16="http://schemas.microsoft.com/office/drawing/2014/main" id="{938C60B1-5C5E-4A54-AE42-FBEC147F3F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8" y="2514"/>
              <a:ext cx="31" cy="29"/>
            </a:xfrm>
            <a:custGeom>
              <a:avLst/>
              <a:gdLst>
                <a:gd name="T0" fmla="*/ 26 w 29"/>
                <a:gd name="T1" fmla="*/ 0 h 27"/>
                <a:gd name="T2" fmla="*/ 35 w 29"/>
                <a:gd name="T3" fmla="*/ 30 h 27"/>
                <a:gd name="T4" fmla="*/ 16 w 29"/>
                <a:gd name="T5" fmla="*/ 10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27">
                  <a:moveTo>
                    <a:pt x="21" y="0"/>
                  </a:moveTo>
                  <a:cubicBezTo>
                    <a:pt x="18" y="8"/>
                    <a:pt x="16" y="24"/>
                    <a:pt x="29" y="24"/>
                  </a:cubicBezTo>
                  <a:cubicBezTo>
                    <a:pt x="18" y="27"/>
                    <a:pt x="0" y="19"/>
                    <a:pt x="13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7286" name="Freeform 706">
              <a:extLst>
                <a:ext uri="{FF2B5EF4-FFF2-40B4-BE49-F238E27FC236}">
                  <a16:creationId xmlns:a16="http://schemas.microsoft.com/office/drawing/2014/main" id="{FAAC2147-B237-4163-9D13-E76803DFA82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0" y="2675"/>
              <a:ext cx="330" cy="108"/>
            </a:xfrm>
            <a:custGeom>
              <a:avLst/>
              <a:gdLst>
                <a:gd name="T0" fmla="*/ 6 w 309"/>
                <a:gd name="T1" fmla="*/ 1 h 101"/>
                <a:gd name="T2" fmla="*/ 2 w 309"/>
                <a:gd name="T3" fmla="*/ 1 h 101"/>
                <a:gd name="T4" fmla="*/ 32 w 309"/>
                <a:gd name="T5" fmla="*/ 11 h 101"/>
                <a:gd name="T6" fmla="*/ 72 w 309"/>
                <a:gd name="T7" fmla="*/ 22 h 101"/>
                <a:gd name="T8" fmla="*/ 137 w 309"/>
                <a:gd name="T9" fmla="*/ 37 h 101"/>
                <a:gd name="T10" fmla="*/ 227 w 309"/>
                <a:gd name="T11" fmla="*/ 68 h 101"/>
                <a:gd name="T12" fmla="*/ 376 w 309"/>
                <a:gd name="T13" fmla="*/ 123 h 101"/>
                <a:gd name="T14" fmla="*/ 334 w 309"/>
                <a:gd name="T15" fmla="*/ 90 h 101"/>
                <a:gd name="T16" fmla="*/ 274 w 309"/>
                <a:gd name="T17" fmla="*/ 71 h 101"/>
                <a:gd name="T18" fmla="*/ 173 w 309"/>
                <a:gd name="T19" fmla="*/ 36 h 101"/>
                <a:gd name="T20" fmla="*/ 80 w 309"/>
                <a:gd name="T21" fmla="*/ 13 h 101"/>
                <a:gd name="T22" fmla="*/ 34 w 309"/>
                <a:gd name="T23" fmla="*/ 5 h 101"/>
                <a:gd name="T24" fmla="*/ 0 w 309"/>
                <a:gd name="T25" fmla="*/ 0 h 10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09" h="101">
                  <a:moveTo>
                    <a:pt x="6" y="1"/>
                  </a:moveTo>
                  <a:cubicBezTo>
                    <a:pt x="5" y="1"/>
                    <a:pt x="3" y="1"/>
                    <a:pt x="2" y="1"/>
                  </a:cubicBezTo>
                  <a:cubicBezTo>
                    <a:pt x="8" y="6"/>
                    <a:pt x="18" y="6"/>
                    <a:pt x="26" y="8"/>
                  </a:cubicBezTo>
                  <a:cubicBezTo>
                    <a:pt x="37" y="12"/>
                    <a:pt x="47" y="17"/>
                    <a:pt x="59" y="19"/>
                  </a:cubicBezTo>
                  <a:cubicBezTo>
                    <a:pt x="77" y="22"/>
                    <a:pt x="94" y="27"/>
                    <a:pt x="112" y="31"/>
                  </a:cubicBezTo>
                  <a:cubicBezTo>
                    <a:pt x="138" y="37"/>
                    <a:pt x="162" y="44"/>
                    <a:pt x="186" y="56"/>
                  </a:cubicBezTo>
                  <a:cubicBezTo>
                    <a:pt x="225" y="75"/>
                    <a:pt x="276" y="75"/>
                    <a:pt x="309" y="101"/>
                  </a:cubicBezTo>
                  <a:cubicBezTo>
                    <a:pt x="297" y="91"/>
                    <a:pt x="288" y="81"/>
                    <a:pt x="274" y="74"/>
                  </a:cubicBezTo>
                  <a:cubicBezTo>
                    <a:pt x="258" y="67"/>
                    <a:pt x="243" y="62"/>
                    <a:pt x="226" y="58"/>
                  </a:cubicBezTo>
                  <a:cubicBezTo>
                    <a:pt x="197" y="52"/>
                    <a:pt x="170" y="40"/>
                    <a:pt x="142" y="30"/>
                  </a:cubicBezTo>
                  <a:cubicBezTo>
                    <a:pt x="117" y="21"/>
                    <a:pt x="92" y="16"/>
                    <a:pt x="66" y="10"/>
                  </a:cubicBezTo>
                  <a:cubicBezTo>
                    <a:pt x="54" y="8"/>
                    <a:pt x="40" y="8"/>
                    <a:pt x="28" y="5"/>
                  </a:cubicBezTo>
                  <a:cubicBezTo>
                    <a:pt x="19" y="3"/>
                    <a:pt x="9" y="0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7287" name="Freeform 707">
              <a:extLst>
                <a:ext uri="{FF2B5EF4-FFF2-40B4-BE49-F238E27FC236}">
                  <a16:creationId xmlns:a16="http://schemas.microsoft.com/office/drawing/2014/main" id="{933BC39A-1206-4961-B3F2-9F746547342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" y="3018"/>
              <a:ext cx="115" cy="88"/>
            </a:xfrm>
            <a:custGeom>
              <a:avLst/>
              <a:gdLst>
                <a:gd name="T0" fmla="*/ 0 w 108"/>
                <a:gd name="T1" fmla="*/ 73 h 83"/>
                <a:gd name="T2" fmla="*/ 31 w 108"/>
                <a:gd name="T3" fmla="*/ 25 h 83"/>
                <a:gd name="T4" fmla="*/ 62 w 108"/>
                <a:gd name="T5" fmla="*/ 6 h 83"/>
                <a:gd name="T6" fmla="*/ 97 w 108"/>
                <a:gd name="T7" fmla="*/ 0 h 83"/>
                <a:gd name="T8" fmla="*/ 130 w 108"/>
                <a:gd name="T9" fmla="*/ 8 h 83"/>
                <a:gd name="T10" fmla="*/ 85 w 108"/>
                <a:gd name="T11" fmla="*/ 8 h 83"/>
                <a:gd name="T12" fmla="*/ 53 w 108"/>
                <a:gd name="T13" fmla="*/ 22 h 83"/>
                <a:gd name="T14" fmla="*/ 32 w 108"/>
                <a:gd name="T15" fmla="*/ 64 h 83"/>
                <a:gd name="T16" fmla="*/ 37 w 108"/>
                <a:gd name="T17" fmla="*/ 99 h 83"/>
                <a:gd name="T18" fmla="*/ 0 w 108"/>
                <a:gd name="T19" fmla="*/ 75 h 8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08" h="83">
                  <a:moveTo>
                    <a:pt x="0" y="61"/>
                  </a:moveTo>
                  <a:cubicBezTo>
                    <a:pt x="6" y="43"/>
                    <a:pt x="9" y="35"/>
                    <a:pt x="25" y="22"/>
                  </a:cubicBezTo>
                  <a:cubicBezTo>
                    <a:pt x="32" y="16"/>
                    <a:pt x="42" y="9"/>
                    <a:pt x="51" y="6"/>
                  </a:cubicBezTo>
                  <a:cubicBezTo>
                    <a:pt x="59" y="3"/>
                    <a:pt x="71" y="0"/>
                    <a:pt x="80" y="0"/>
                  </a:cubicBezTo>
                  <a:cubicBezTo>
                    <a:pt x="89" y="1"/>
                    <a:pt x="101" y="9"/>
                    <a:pt x="108" y="8"/>
                  </a:cubicBezTo>
                  <a:cubicBezTo>
                    <a:pt x="96" y="9"/>
                    <a:pt x="83" y="5"/>
                    <a:pt x="70" y="8"/>
                  </a:cubicBezTo>
                  <a:cubicBezTo>
                    <a:pt x="61" y="10"/>
                    <a:pt x="52" y="14"/>
                    <a:pt x="44" y="19"/>
                  </a:cubicBezTo>
                  <a:cubicBezTo>
                    <a:pt x="30" y="26"/>
                    <a:pt x="19" y="37"/>
                    <a:pt x="26" y="54"/>
                  </a:cubicBezTo>
                  <a:cubicBezTo>
                    <a:pt x="29" y="63"/>
                    <a:pt x="47" y="82"/>
                    <a:pt x="31" y="83"/>
                  </a:cubicBezTo>
                  <a:cubicBezTo>
                    <a:pt x="22" y="83"/>
                    <a:pt x="6" y="70"/>
                    <a:pt x="0" y="6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7288" name="Freeform 708">
              <a:extLst>
                <a:ext uri="{FF2B5EF4-FFF2-40B4-BE49-F238E27FC236}">
                  <a16:creationId xmlns:a16="http://schemas.microsoft.com/office/drawing/2014/main" id="{3364D76C-AFA4-49AB-A8E8-7493DB1A3A2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2" y="2532"/>
              <a:ext cx="39" cy="148"/>
            </a:xfrm>
            <a:custGeom>
              <a:avLst/>
              <a:gdLst>
                <a:gd name="T0" fmla="*/ 3 w 37"/>
                <a:gd name="T1" fmla="*/ 0 h 139"/>
                <a:gd name="T2" fmla="*/ 2 w 37"/>
                <a:gd name="T3" fmla="*/ 100 h 139"/>
                <a:gd name="T4" fmla="*/ 6 w 37"/>
                <a:gd name="T5" fmla="*/ 146 h 139"/>
                <a:gd name="T6" fmla="*/ 43 w 37"/>
                <a:gd name="T7" fmla="*/ 168 h 139"/>
                <a:gd name="T8" fmla="*/ 13 w 37"/>
                <a:gd name="T9" fmla="*/ 133 h 139"/>
                <a:gd name="T10" fmla="*/ 15 w 37"/>
                <a:gd name="T11" fmla="*/ 86 h 139"/>
                <a:gd name="T12" fmla="*/ 6 w 37"/>
                <a:gd name="T13" fmla="*/ 5 h 13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7" h="139">
                  <a:moveTo>
                    <a:pt x="3" y="0"/>
                  </a:moveTo>
                  <a:cubicBezTo>
                    <a:pt x="14" y="29"/>
                    <a:pt x="5" y="55"/>
                    <a:pt x="2" y="83"/>
                  </a:cubicBezTo>
                  <a:cubicBezTo>
                    <a:pt x="1" y="94"/>
                    <a:pt x="0" y="111"/>
                    <a:pt x="6" y="121"/>
                  </a:cubicBezTo>
                  <a:cubicBezTo>
                    <a:pt x="13" y="132"/>
                    <a:pt x="27" y="133"/>
                    <a:pt x="37" y="139"/>
                  </a:cubicBezTo>
                  <a:cubicBezTo>
                    <a:pt x="25" y="132"/>
                    <a:pt x="15" y="124"/>
                    <a:pt x="10" y="110"/>
                  </a:cubicBezTo>
                  <a:cubicBezTo>
                    <a:pt x="5" y="97"/>
                    <a:pt x="10" y="84"/>
                    <a:pt x="12" y="71"/>
                  </a:cubicBezTo>
                  <a:cubicBezTo>
                    <a:pt x="15" y="51"/>
                    <a:pt x="21" y="21"/>
                    <a:pt x="6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7289" name="Freeform 709">
              <a:extLst>
                <a:ext uri="{FF2B5EF4-FFF2-40B4-BE49-F238E27FC236}">
                  <a16:creationId xmlns:a16="http://schemas.microsoft.com/office/drawing/2014/main" id="{D6A281B2-4A12-482E-984A-AB53E2AC691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5" y="2592"/>
              <a:ext cx="51" cy="132"/>
            </a:xfrm>
            <a:custGeom>
              <a:avLst/>
              <a:gdLst>
                <a:gd name="T0" fmla="*/ 9 w 47"/>
                <a:gd name="T1" fmla="*/ 0 h 123"/>
                <a:gd name="T2" fmla="*/ 60 w 47"/>
                <a:gd name="T3" fmla="*/ 114 h 123"/>
                <a:gd name="T4" fmla="*/ 27 w 47"/>
                <a:gd name="T5" fmla="*/ 69 h 123"/>
                <a:gd name="T6" fmla="*/ 13 w 47"/>
                <a:gd name="T7" fmla="*/ 1 h 1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7" h="123">
                  <a:moveTo>
                    <a:pt x="6" y="0"/>
                  </a:moveTo>
                  <a:cubicBezTo>
                    <a:pt x="12" y="20"/>
                    <a:pt x="0" y="123"/>
                    <a:pt x="47" y="92"/>
                  </a:cubicBezTo>
                  <a:cubicBezTo>
                    <a:pt x="27" y="94"/>
                    <a:pt x="25" y="70"/>
                    <a:pt x="21" y="56"/>
                  </a:cubicBezTo>
                  <a:cubicBezTo>
                    <a:pt x="15" y="38"/>
                    <a:pt x="9" y="20"/>
                    <a:pt x="1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7290" name="Freeform 710">
              <a:extLst>
                <a:ext uri="{FF2B5EF4-FFF2-40B4-BE49-F238E27FC236}">
                  <a16:creationId xmlns:a16="http://schemas.microsoft.com/office/drawing/2014/main" id="{E6733E24-E801-40BE-ABAD-8C6449364C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9" y="2551"/>
              <a:ext cx="36" cy="123"/>
            </a:xfrm>
            <a:custGeom>
              <a:avLst/>
              <a:gdLst>
                <a:gd name="T0" fmla="*/ 39 w 34"/>
                <a:gd name="T1" fmla="*/ 0 h 115"/>
                <a:gd name="T2" fmla="*/ 13 w 34"/>
                <a:gd name="T3" fmla="*/ 30 h 115"/>
                <a:gd name="T4" fmla="*/ 7 w 34"/>
                <a:gd name="T5" fmla="*/ 64 h 115"/>
                <a:gd name="T6" fmla="*/ 0 w 34"/>
                <a:gd name="T7" fmla="*/ 141 h 115"/>
                <a:gd name="T8" fmla="*/ 17 w 34"/>
                <a:gd name="T9" fmla="*/ 71 h 115"/>
                <a:gd name="T10" fmla="*/ 22 w 34"/>
                <a:gd name="T11" fmla="*/ 39 h 115"/>
                <a:gd name="T12" fmla="*/ 40 w 34"/>
                <a:gd name="T13" fmla="*/ 6 h 11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4" h="115">
                  <a:moveTo>
                    <a:pt x="33" y="0"/>
                  </a:moveTo>
                  <a:cubicBezTo>
                    <a:pt x="32" y="12"/>
                    <a:pt x="18" y="17"/>
                    <a:pt x="10" y="24"/>
                  </a:cubicBezTo>
                  <a:cubicBezTo>
                    <a:pt x="2" y="33"/>
                    <a:pt x="7" y="40"/>
                    <a:pt x="7" y="52"/>
                  </a:cubicBezTo>
                  <a:cubicBezTo>
                    <a:pt x="8" y="73"/>
                    <a:pt x="5" y="96"/>
                    <a:pt x="0" y="115"/>
                  </a:cubicBezTo>
                  <a:cubicBezTo>
                    <a:pt x="14" y="103"/>
                    <a:pt x="12" y="74"/>
                    <a:pt x="14" y="58"/>
                  </a:cubicBezTo>
                  <a:cubicBezTo>
                    <a:pt x="15" y="48"/>
                    <a:pt x="15" y="41"/>
                    <a:pt x="19" y="32"/>
                  </a:cubicBezTo>
                  <a:cubicBezTo>
                    <a:pt x="23" y="22"/>
                    <a:pt x="30" y="15"/>
                    <a:pt x="34" y="6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7291" name="Freeform 711">
              <a:extLst>
                <a:ext uri="{FF2B5EF4-FFF2-40B4-BE49-F238E27FC236}">
                  <a16:creationId xmlns:a16="http://schemas.microsoft.com/office/drawing/2014/main" id="{79FBAAD3-B9CE-4422-80EA-DFDEA4AB85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3" y="2523"/>
              <a:ext cx="150" cy="31"/>
            </a:xfrm>
            <a:custGeom>
              <a:avLst/>
              <a:gdLst>
                <a:gd name="T0" fmla="*/ 0 w 140"/>
                <a:gd name="T1" fmla="*/ 2 h 29"/>
                <a:gd name="T2" fmla="*/ 99 w 140"/>
                <a:gd name="T3" fmla="*/ 14 h 29"/>
                <a:gd name="T4" fmla="*/ 173 w 140"/>
                <a:gd name="T5" fmla="*/ 0 h 29"/>
                <a:gd name="T6" fmla="*/ 122 w 140"/>
                <a:gd name="T7" fmla="*/ 24 h 29"/>
                <a:gd name="T8" fmla="*/ 68 w 140"/>
                <a:gd name="T9" fmla="*/ 34 h 29"/>
                <a:gd name="T10" fmla="*/ 4 w 140"/>
                <a:gd name="T11" fmla="*/ 5 h 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0" h="29">
                  <a:moveTo>
                    <a:pt x="0" y="2"/>
                  </a:moveTo>
                  <a:cubicBezTo>
                    <a:pt x="5" y="18"/>
                    <a:pt x="65" y="14"/>
                    <a:pt x="80" y="11"/>
                  </a:cubicBezTo>
                  <a:cubicBezTo>
                    <a:pt x="100" y="8"/>
                    <a:pt x="120" y="3"/>
                    <a:pt x="140" y="0"/>
                  </a:cubicBezTo>
                  <a:cubicBezTo>
                    <a:pt x="126" y="6"/>
                    <a:pt x="114" y="15"/>
                    <a:pt x="99" y="20"/>
                  </a:cubicBezTo>
                  <a:cubicBezTo>
                    <a:pt x="85" y="25"/>
                    <a:pt x="70" y="29"/>
                    <a:pt x="55" y="28"/>
                  </a:cubicBezTo>
                  <a:cubicBezTo>
                    <a:pt x="37" y="28"/>
                    <a:pt x="14" y="22"/>
                    <a:pt x="4" y="5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7292" name="Freeform 712">
              <a:extLst>
                <a:ext uri="{FF2B5EF4-FFF2-40B4-BE49-F238E27FC236}">
                  <a16:creationId xmlns:a16="http://schemas.microsoft.com/office/drawing/2014/main" id="{18354479-D722-4589-9365-4C4B97A52F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8" y="2179"/>
              <a:ext cx="415" cy="313"/>
            </a:xfrm>
            <a:custGeom>
              <a:avLst/>
              <a:gdLst>
                <a:gd name="T0" fmla="*/ 0 w 389"/>
                <a:gd name="T1" fmla="*/ 18 h 293"/>
                <a:gd name="T2" fmla="*/ 29 w 389"/>
                <a:gd name="T3" fmla="*/ 21 h 293"/>
                <a:gd name="T4" fmla="*/ 50 w 389"/>
                <a:gd name="T5" fmla="*/ 40 h 293"/>
                <a:gd name="T6" fmla="*/ 70 w 389"/>
                <a:gd name="T7" fmla="*/ 106 h 293"/>
                <a:gd name="T8" fmla="*/ 156 w 389"/>
                <a:gd name="T9" fmla="*/ 236 h 293"/>
                <a:gd name="T10" fmla="*/ 422 w 389"/>
                <a:gd name="T11" fmla="*/ 354 h 293"/>
                <a:gd name="T12" fmla="*/ 473 w 389"/>
                <a:gd name="T13" fmla="*/ 357 h 293"/>
                <a:gd name="T14" fmla="*/ 287 w 389"/>
                <a:gd name="T15" fmla="*/ 289 h 293"/>
                <a:gd name="T16" fmla="*/ 207 w 389"/>
                <a:gd name="T17" fmla="*/ 241 h 293"/>
                <a:gd name="T18" fmla="*/ 134 w 389"/>
                <a:gd name="T19" fmla="*/ 183 h 293"/>
                <a:gd name="T20" fmla="*/ 66 w 389"/>
                <a:gd name="T21" fmla="*/ 46 h 293"/>
                <a:gd name="T22" fmla="*/ 45 w 389"/>
                <a:gd name="T23" fmla="*/ 3 h 293"/>
                <a:gd name="T24" fmla="*/ 3 w 389"/>
                <a:gd name="T25" fmla="*/ 3 h 29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89" h="293">
                  <a:moveTo>
                    <a:pt x="0" y="15"/>
                  </a:moveTo>
                  <a:cubicBezTo>
                    <a:pt x="6" y="18"/>
                    <a:pt x="15" y="15"/>
                    <a:pt x="23" y="18"/>
                  </a:cubicBezTo>
                  <a:cubicBezTo>
                    <a:pt x="30" y="21"/>
                    <a:pt x="37" y="28"/>
                    <a:pt x="41" y="33"/>
                  </a:cubicBezTo>
                  <a:cubicBezTo>
                    <a:pt x="53" y="48"/>
                    <a:pt x="55" y="69"/>
                    <a:pt x="58" y="87"/>
                  </a:cubicBezTo>
                  <a:cubicBezTo>
                    <a:pt x="67" y="133"/>
                    <a:pt x="94" y="165"/>
                    <a:pt x="128" y="194"/>
                  </a:cubicBezTo>
                  <a:cubicBezTo>
                    <a:pt x="192" y="249"/>
                    <a:pt x="269" y="270"/>
                    <a:pt x="348" y="290"/>
                  </a:cubicBezTo>
                  <a:cubicBezTo>
                    <a:pt x="362" y="293"/>
                    <a:pt x="378" y="293"/>
                    <a:pt x="389" y="293"/>
                  </a:cubicBezTo>
                  <a:cubicBezTo>
                    <a:pt x="337" y="277"/>
                    <a:pt x="286" y="262"/>
                    <a:pt x="236" y="238"/>
                  </a:cubicBezTo>
                  <a:cubicBezTo>
                    <a:pt x="213" y="227"/>
                    <a:pt x="193" y="210"/>
                    <a:pt x="171" y="198"/>
                  </a:cubicBezTo>
                  <a:cubicBezTo>
                    <a:pt x="147" y="184"/>
                    <a:pt x="129" y="171"/>
                    <a:pt x="111" y="150"/>
                  </a:cubicBezTo>
                  <a:cubicBezTo>
                    <a:pt x="84" y="118"/>
                    <a:pt x="67" y="75"/>
                    <a:pt x="54" y="37"/>
                  </a:cubicBezTo>
                  <a:cubicBezTo>
                    <a:pt x="49" y="24"/>
                    <a:pt x="51" y="10"/>
                    <a:pt x="37" y="3"/>
                  </a:cubicBezTo>
                  <a:cubicBezTo>
                    <a:pt x="29" y="0"/>
                    <a:pt x="11" y="0"/>
                    <a:pt x="3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7293" name="Freeform 713">
              <a:extLst>
                <a:ext uri="{FF2B5EF4-FFF2-40B4-BE49-F238E27FC236}">
                  <a16:creationId xmlns:a16="http://schemas.microsoft.com/office/drawing/2014/main" id="{3633FE12-0CF1-4510-B9B1-08B9FB3112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0" y="1983"/>
              <a:ext cx="352" cy="69"/>
            </a:xfrm>
            <a:custGeom>
              <a:avLst/>
              <a:gdLst>
                <a:gd name="T0" fmla="*/ 0 w 330"/>
                <a:gd name="T1" fmla="*/ 0 h 64"/>
                <a:gd name="T2" fmla="*/ 140 w 330"/>
                <a:gd name="T3" fmla="*/ 64 h 64"/>
                <a:gd name="T4" fmla="*/ 273 w 330"/>
                <a:gd name="T5" fmla="*/ 66 h 64"/>
                <a:gd name="T6" fmla="*/ 395 w 330"/>
                <a:gd name="T7" fmla="*/ 55 h 64"/>
                <a:gd name="T8" fmla="*/ 260 w 330"/>
                <a:gd name="T9" fmla="*/ 55 h 64"/>
                <a:gd name="T10" fmla="*/ 0 w 330"/>
                <a:gd name="T11" fmla="*/ 0 h 6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30" h="64">
                  <a:moveTo>
                    <a:pt x="0" y="0"/>
                  </a:moveTo>
                  <a:cubicBezTo>
                    <a:pt x="0" y="0"/>
                    <a:pt x="73" y="47"/>
                    <a:pt x="115" y="51"/>
                  </a:cubicBezTo>
                  <a:cubicBezTo>
                    <a:pt x="157" y="56"/>
                    <a:pt x="179" y="62"/>
                    <a:pt x="225" y="53"/>
                  </a:cubicBezTo>
                  <a:cubicBezTo>
                    <a:pt x="272" y="44"/>
                    <a:pt x="321" y="42"/>
                    <a:pt x="325" y="44"/>
                  </a:cubicBezTo>
                  <a:cubicBezTo>
                    <a:pt x="330" y="45"/>
                    <a:pt x="253" y="44"/>
                    <a:pt x="215" y="44"/>
                  </a:cubicBezTo>
                  <a:cubicBezTo>
                    <a:pt x="177" y="44"/>
                    <a:pt x="145" y="64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7294" name="Freeform 714">
              <a:extLst>
                <a:ext uri="{FF2B5EF4-FFF2-40B4-BE49-F238E27FC236}">
                  <a16:creationId xmlns:a16="http://schemas.microsoft.com/office/drawing/2014/main" id="{231D3652-B5AB-4F49-8A05-C8AFAB77E8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1" y="1819"/>
              <a:ext cx="132" cy="117"/>
            </a:xfrm>
            <a:custGeom>
              <a:avLst/>
              <a:gdLst>
                <a:gd name="T0" fmla="*/ 0 w 123"/>
                <a:gd name="T1" fmla="*/ 118 h 110"/>
                <a:gd name="T2" fmla="*/ 99 w 123"/>
                <a:gd name="T3" fmla="*/ 105 h 110"/>
                <a:gd name="T4" fmla="*/ 141 w 123"/>
                <a:gd name="T5" fmla="*/ 65 h 110"/>
                <a:gd name="T6" fmla="*/ 151 w 123"/>
                <a:gd name="T7" fmla="*/ 0 h 110"/>
                <a:gd name="T8" fmla="*/ 92 w 123"/>
                <a:gd name="T9" fmla="*/ 96 h 110"/>
                <a:gd name="T10" fmla="*/ 4 w 123"/>
                <a:gd name="T11" fmla="*/ 118 h 11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3" h="110">
                  <a:moveTo>
                    <a:pt x="0" y="98"/>
                  </a:moveTo>
                  <a:cubicBezTo>
                    <a:pt x="24" y="110"/>
                    <a:pt x="57" y="99"/>
                    <a:pt x="80" y="87"/>
                  </a:cubicBezTo>
                  <a:cubicBezTo>
                    <a:pt x="93" y="80"/>
                    <a:pt x="107" y="69"/>
                    <a:pt x="114" y="54"/>
                  </a:cubicBezTo>
                  <a:cubicBezTo>
                    <a:pt x="123" y="38"/>
                    <a:pt x="117" y="17"/>
                    <a:pt x="122" y="0"/>
                  </a:cubicBezTo>
                  <a:cubicBezTo>
                    <a:pt x="107" y="28"/>
                    <a:pt x="105" y="62"/>
                    <a:pt x="75" y="80"/>
                  </a:cubicBezTo>
                  <a:cubicBezTo>
                    <a:pt x="56" y="92"/>
                    <a:pt x="25" y="92"/>
                    <a:pt x="4" y="98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7295" name="Freeform 715">
              <a:extLst>
                <a:ext uri="{FF2B5EF4-FFF2-40B4-BE49-F238E27FC236}">
                  <a16:creationId xmlns:a16="http://schemas.microsoft.com/office/drawing/2014/main" id="{21E7C325-25E1-4649-865A-D569C2B72A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8" y="3928"/>
              <a:ext cx="147" cy="62"/>
            </a:xfrm>
            <a:custGeom>
              <a:avLst/>
              <a:gdLst>
                <a:gd name="T0" fmla="*/ 0 w 138"/>
                <a:gd name="T1" fmla="*/ 65 h 58"/>
                <a:gd name="T2" fmla="*/ 53 w 138"/>
                <a:gd name="T3" fmla="*/ 20 h 58"/>
                <a:gd name="T4" fmla="*/ 92 w 138"/>
                <a:gd name="T5" fmla="*/ 1 h 58"/>
                <a:gd name="T6" fmla="*/ 167 w 138"/>
                <a:gd name="T7" fmla="*/ 24 h 58"/>
                <a:gd name="T8" fmla="*/ 131 w 138"/>
                <a:gd name="T9" fmla="*/ 41 h 58"/>
                <a:gd name="T10" fmla="*/ 86 w 138"/>
                <a:gd name="T11" fmla="*/ 44 h 58"/>
                <a:gd name="T12" fmla="*/ 2 w 138"/>
                <a:gd name="T13" fmla="*/ 66 h 5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8" h="58">
                  <a:moveTo>
                    <a:pt x="0" y="53"/>
                  </a:moveTo>
                  <a:cubicBezTo>
                    <a:pt x="12" y="58"/>
                    <a:pt x="37" y="25"/>
                    <a:pt x="44" y="17"/>
                  </a:cubicBezTo>
                  <a:cubicBezTo>
                    <a:pt x="54" y="6"/>
                    <a:pt x="61" y="0"/>
                    <a:pt x="76" y="1"/>
                  </a:cubicBezTo>
                  <a:cubicBezTo>
                    <a:pt x="97" y="2"/>
                    <a:pt x="116" y="18"/>
                    <a:pt x="138" y="20"/>
                  </a:cubicBezTo>
                  <a:cubicBezTo>
                    <a:pt x="129" y="24"/>
                    <a:pt x="119" y="32"/>
                    <a:pt x="108" y="34"/>
                  </a:cubicBezTo>
                  <a:cubicBezTo>
                    <a:pt x="96" y="36"/>
                    <a:pt x="83" y="36"/>
                    <a:pt x="71" y="36"/>
                  </a:cubicBezTo>
                  <a:cubicBezTo>
                    <a:pt x="47" y="36"/>
                    <a:pt x="23" y="44"/>
                    <a:pt x="2" y="54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7296" name="Freeform 716">
              <a:extLst>
                <a:ext uri="{FF2B5EF4-FFF2-40B4-BE49-F238E27FC236}">
                  <a16:creationId xmlns:a16="http://schemas.microsoft.com/office/drawing/2014/main" id="{712547BB-5748-4DCD-AB99-DCA0237B207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4" y="3779"/>
              <a:ext cx="79" cy="61"/>
            </a:xfrm>
            <a:custGeom>
              <a:avLst/>
              <a:gdLst>
                <a:gd name="T0" fmla="*/ 0 w 74"/>
                <a:gd name="T1" fmla="*/ 48 h 57"/>
                <a:gd name="T2" fmla="*/ 25 w 74"/>
                <a:gd name="T3" fmla="*/ 55 h 57"/>
                <a:gd name="T4" fmla="*/ 54 w 74"/>
                <a:gd name="T5" fmla="*/ 46 h 57"/>
                <a:gd name="T6" fmla="*/ 77 w 74"/>
                <a:gd name="T7" fmla="*/ 21 h 57"/>
                <a:gd name="T8" fmla="*/ 88 w 74"/>
                <a:gd name="T9" fmla="*/ 0 h 57"/>
                <a:gd name="T10" fmla="*/ 53 w 74"/>
                <a:gd name="T11" fmla="*/ 60 h 57"/>
                <a:gd name="T12" fmla="*/ 35 w 74"/>
                <a:gd name="T13" fmla="*/ 66 h 57"/>
                <a:gd name="T14" fmla="*/ 16 w 74"/>
                <a:gd name="T15" fmla="*/ 55 h 5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4" h="57">
                  <a:moveTo>
                    <a:pt x="0" y="39"/>
                  </a:moveTo>
                  <a:cubicBezTo>
                    <a:pt x="7" y="41"/>
                    <a:pt x="12" y="45"/>
                    <a:pt x="21" y="45"/>
                  </a:cubicBezTo>
                  <a:cubicBezTo>
                    <a:pt x="30" y="46"/>
                    <a:pt x="38" y="43"/>
                    <a:pt x="45" y="37"/>
                  </a:cubicBezTo>
                  <a:cubicBezTo>
                    <a:pt x="52" y="33"/>
                    <a:pt x="58" y="25"/>
                    <a:pt x="63" y="18"/>
                  </a:cubicBezTo>
                  <a:cubicBezTo>
                    <a:pt x="67" y="12"/>
                    <a:pt x="69" y="5"/>
                    <a:pt x="72" y="0"/>
                  </a:cubicBezTo>
                  <a:cubicBezTo>
                    <a:pt x="74" y="18"/>
                    <a:pt x="57" y="37"/>
                    <a:pt x="44" y="49"/>
                  </a:cubicBezTo>
                  <a:cubicBezTo>
                    <a:pt x="39" y="53"/>
                    <a:pt x="36" y="57"/>
                    <a:pt x="29" y="54"/>
                  </a:cubicBezTo>
                  <a:cubicBezTo>
                    <a:pt x="24" y="51"/>
                    <a:pt x="19" y="46"/>
                    <a:pt x="13" y="45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7297" name="Freeform 717">
              <a:extLst>
                <a:ext uri="{FF2B5EF4-FFF2-40B4-BE49-F238E27FC236}">
                  <a16:creationId xmlns:a16="http://schemas.microsoft.com/office/drawing/2014/main" id="{FCA53A8B-B164-4547-9454-BFB3BA8069A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7" y="1814"/>
              <a:ext cx="368" cy="139"/>
            </a:xfrm>
            <a:custGeom>
              <a:avLst/>
              <a:gdLst>
                <a:gd name="T0" fmla="*/ 365 w 344"/>
                <a:gd name="T1" fmla="*/ 4 h 130"/>
                <a:gd name="T2" fmla="*/ 335 w 344"/>
                <a:gd name="T3" fmla="*/ 0 h 130"/>
                <a:gd name="T4" fmla="*/ 309 w 344"/>
                <a:gd name="T5" fmla="*/ 24 h 130"/>
                <a:gd name="T6" fmla="*/ 274 w 344"/>
                <a:gd name="T7" fmla="*/ 57 h 130"/>
                <a:gd name="T8" fmla="*/ 194 w 344"/>
                <a:gd name="T9" fmla="*/ 106 h 130"/>
                <a:gd name="T10" fmla="*/ 102 w 344"/>
                <a:gd name="T11" fmla="*/ 134 h 130"/>
                <a:gd name="T12" fmla="*/ 51 w 344"/>
                <a:gd name="T13" fmla="*/ 143 h 130"/>
                <a:gd name="T14" fmla="*/ 0 w 344"/>
                <a:gd name="T15" fmla="*/ 152 h 130"/>
                <a:gd name="T16" fmla="*/ 81 w 344"/>
                <a:gd name="T17" fmla="*/ 151 h 130"/>
                <a:gd name="T18" fmla="*/ 196 w 344"/>
                <a:gd name="T19" fmla="*/ 129 h 130"/>
                <a:gd name="T20" fmla="*/ 309 w 344"/>
                <a:gd name="T21" fmla="*/ 72 h 130"/>
                <a:gd name="T22" fmla="*/ 347 w 344"/>
                <a:gd name="T23" fmla="*/ 38 h 130"/>
                <a:gd name="T24" fmla="*/ 387 w 344"/>
                <a:gd name="T25" fmla="*/ 68 h 130"/>
                <a:gd name="T26" fmla="*/ 421 w 344"/>
                <a:gd name="T27" fmla="*/ 95 h 130"/>
                <a:gd name="T28" fmla="*/ 387 w 344"/>
                <a:gd name="T29" fmla="*/ 44 h 130"/>
                <a:gd name="T30" fmla="*/ 361 w 344"/>
                <a:gd name="T31" fmla="*/ 11 h 130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344" h="130">
                  <a:moveTo>
                    <a:pt x="298" y="4"/>
                  </a:moveTo>
                  <a:cubicBezTo>
                    <a:pt x="290" y="4"/>
                    <a:pt x="277" y="7"/>
                    <a:pt x="274" y="0"/>
                  </a:cubicBezTo>
                  <a:cubicBezTo>
                    <a:pt x="265" y="1"/>
                    <a:pt x="258" y="14"/>
                    <a:pt x="252" y="20"/>
                  </a:cubicBezTo>
                  <a:cubicBezTo>
                    <a:pt x="243" y="31"/>
                    <a:pt x="234" y="38"/>
                    <a:pt x="223" y="47"/>
                  </a:cubicBezTo>
                  <a:cubicBezTo>
                    <a:pt x="202" y="65"/>
                    <a:pt x="183" y="75"/>
                    <a:pt x="158" y="87"/>
                  </a:cubicBezTo>
                  <a:cubicBezTo>
                    <a:pt x="133" y="99"/>
                    <a:pt x="111" y="106"/>
                    <a:pt x="83" y="109"/>
                  </a:cubicBezTo>
                  <a:cubicBezTo>
                    <a:pt x="70" y="110"/>
                    <a:pt x="55" y="115"/>
                    <a:pt x="42" y="117"/>
                  </a:cubicBezTo>
                  <a:cubicBezTo>
                    <a:pt x="29" y="120"/>
                    <a:pt x="12" y="119"/>
                    <a:pt x="0" y="124"/>
                  </a:cubicBezTo>
                  <a:cubicBezTo>
                    <a:pt x="15" y="130"/>
                    <a:pt x="48" y="124"/>
                    <a:pt x="66" y="123"/>
                  </a:cubicBezTo>
                  <a:cubicBezTo>
                    <a:pt x="97" y="120"/>
                    <a:pt x="129" y="113"/>
                    <a:pt x="160" y="106"/>
                  </a:cubicBezTo>
                  <a:cubicBezTo>
                    <a:pt x="193" y="98"/>
                    <a:pt x="227" y="83"/>
                    <a:pt x="252" y="59"/>
                  </a:cubicBezTo>
                  <a:cubicBezTo>
                    <a:pt x="259" y="51"/>
                    <a:pt x="270" y="30"/>
                    <a:pt x="283" y="32"/>
                  </a:cubicBezTo>
                  <a:cubicBezTo>
                    <a:pt x="291" y="33"/>
                    <a:pt x="308" y="50"/>
                    <a:pt x="316" y="56"/>
                  </a:cubicBezTo>
                  <a:cubicBezTo>
                    <a:pt x="326" y="63"/>
                    <a:pt x="334" y="71"/>
                    <a:pt x="344" y="78"/>
                  </a:cubicBezTo>
                  <a:cubicBezTo>
                    <a:pt x="332" y="66"/>
                    <a:pt x="325" y="50"/>
                    <a:pt x="316" y="36"/>
                  </a:cubicBezTo>
                  <a:cubicBezTo>
                    <a:pt x="309" y="26"/>
                    <a:pt x="299" y="18"/>
                    <a:pt x="294" y="8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7298" name="Freeform 718">
              <a:extLst>
                <a:ext uri="{FF2B5EF4-FFF2-40B4-BE49-F238E27FC236}">
                  <a16:creationId xmlns:a16="http://schemas.microsoft.com/office/drawing/2014/main" id="{43367082-73F7-49E1-8738-783DA4958E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9" y="2273"/>
              <a:ext cx="70" cy="144"/>
            </a:xfrm>
            <a:custGeom>
              <a:avLst/>
              <a:gdLst>
                <a:gd name="T0" fmla="*/ 39 w 66"/>
                <a:gd name="T1" fmla="*/ 0 h 135"/>
                <a:gd name="T2" fmla="*/ 74 w 66"/>
                <a:gd name="T3" fmla="*/ 50 h 135"/>
                <a:gd name="T4" fmla="*/ 74 w 66"/>
                <a:gd name="T5" fmla="*/ 107 h 135"/>
                <a:gd name="T6" fmla="*/ 72 w 66"/>
                <a:gd name="T7" fmla="*/ 164 h 135"/>
                <a:gd name="T8" fmla="*/ 67 w 66"/>
                <a:gd name="T9" fmla="*/ 112 h 135"/>
                <a:gd name="T10" fmla="*/ 58 w 66"/>
                <a:gd name="T11" fmla="*/ 61 h 135"/>
                <a:gd name="T12" fmla="*/ 31 w 66"/>
                <a:gd name="T13" fmla="*/ 42 h 135"/>
                <a:gd name="T14" fmla="*/ 0 w 66"/>
                <a:gd name="T15" fmla="*/ 36 h 135"/>
                <a:gd name="T16" fmla="*/ 34 w 66"/>
                <a:gd name="T17" fmla="*/ 2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6" h="135">
                  <a:moveTo>
                    <a:pt x="33" y="0"/>
                  </a:moveTo>
                  <a:cubicBezTo>
                    <a:pt x="52" y="6"/>
                    <a:pt x="59" y="23"/>
                    <a:pt x="62" y="41"/>
                  </a:cubicBezTo>
                  <a:cubicBezTo>
                    <a:pt x="66" y="56"/>
                    <a:pt x="64" y="72"/>
                    <a:pt x="62" y="88"/>
                  </a:cubicBezTo>
                  <a:cubicBezTo>
                    <a:pt x="61" y="102"/>
                    <a:pt x="65" y="122"/>
                    <a:pt x="60" y="135"/>
                  </a:cubicBezTo>
                  <a:cubicBezTo>
                    <a:pt x="60" y="121"/>
                    <a:pt x="59" y="106"/>
                    <a:pt x="56" y="92"/>
                  </a:cubicBezTo>
                  <a:cubicBezTo>
                    <a:pt x="55" y="79"/>
                    <a:pt x="56" y="61"/>
                    <a:pt x="49" y="50"/>
                  </a:cubicBezTo>
                  <a:cubicBezTo>
                    <a:pt x="44" y="41"/>
                    <a:pt x="35" y="35"/>
                    <a:pt x="25" y="35"/>
                  </a:cubicBezTo>
                  <a:cubicBezTo>
                    <a:pt x="14" y="35"/>
                    <a:pt x="9" y="38"/>
                    <a:pt x="0" y="30"/>
                  </a:cubicBezTo>
                  <a:cubicBezTo>
                    <a:pt x="20" y="28"/>
                    <a:pt x="28" y="24"/>
                    <a:pt x="28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7299" name="Freeform 719">
              <a:extLst>
                <a:ext uri="{FF2B5EF4-FFF2-40B4-BE49-F238E27FC236}">
                  <a16:creationId xmlns:a16="http://schemas.microsoft.com/office/drawing/2014/main" id="{BA25C740-CC9A-441A-BD66-060C15F753B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9" y="2410"/>
              <a:ext cx="171" cy="94"/>
            </a:xfrm>
            <a:custGeom>
              <a:avLst/>
              <a:gdLst>
                <a:gd name="T0" fmla="*/ 122 w 160"/>
                <a:gd name="T1" fmla="*/ 107 h 88"/>
                <a:gd name="T2" fmla="*/ 61 w 160"/>
                <a:gd name="T3" fmla="*/ 87 h 88"/>
                <a:gd name="T4" fmla="*/ 0 w 160"/>
                <a:gd name="T5" fmla="*/ 88 h 88"/>
                <a:gd name="T6" fmla="*/ 95 w 160"/>
                <a:gd name="T7" fmla="*/ 58 h 88"/>
                <a:gd name="T8" fmla="*/ 196 w 160"/>
                <a:gd name="T9" fmla="*/ 0 h 88"/>
                <a:gd name="T10" fmla="*/ 154 w 160"/>
                <a:gd name="T11" fmla="*/ 35 h 88"/>
                <a:gd name="T12" fmla="*/ 126 w 160"/>
                <a:gd name="T13" fmla="*/ 60 h 88"/>
                <a:gd name="T14" fmla="*/ 116 w 160"/>
                <a:gd name="T15" fmla="*/ 101 h 8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0" h="88">
                  <a:moveTo>
                    <a:pt x="100" y="88"/>
                  </a:moveTo>
                  <a:cubicBezTo>
                    <a:pt x="86" y="77"/>
                    <a:pt x="68" y="72"/>
                    <a:pt x="50" y="71"/>
                  </a:cubicBezTo>
                  <a:cubicBezTo>
                    <a:pt x="34" y="70"/>
                    <a:pt x="14" y="66"/>
                    <a:pt x="0" y="72"/>
                  </a:cubicBezTo>
                  <a:cubicBezTo>
                    <a:pt x="26" y="66"/>
                    <a:pt x="52" y="56"/>
                    <a:pt x="78" y="48"/>
                  </a:cubicBezTo>
                  <a:cubicBezTo>
                    <a:pt x="109" y="38"/>
                    <a:pt x="137" y="22"/>
                    <a:pt x="160" y="0"/>
                  </a:cubicBezTo>
                  <a:cubicBezTo>
                    <a:pt x="147" y="8"/>
                    <a:pt x="138" y="20"/>
                    <a:pt x="126" y="29"/>
                  </a:cubicBezTo>
                  <a:cubicBezTo>
                    <a:pt x="118" y="36"/>
                    <a:pt x="109" y="41"/>
                    <a:pt x="103" y="49"/>
                  </a:cubicBezTo>
                  <a:cubicBezTo>
                    <a:pt x="96" y="60"/>
                    <a:pt x="95" y="71"/>
                    <a:pt x="95" y="83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7300" name="Freeform 720">
              <a:extLst>
                <a:ext uri="{FF2B5EF4-FFF2-40B4-BE49-F238E27FC236}">
                  <a16:creationId xmlns:a16="http://schemas.microsoft.com/office/drawing/2014/main" id="{3449E4D3-FA30-4524-91D8-66654371D0D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2" y="2505"/>
              <a:ext cx="162" cy="158"/>
            </a:xfrm>
            <a:custGeom>
              <a:avLst/>
              <a:gdLst>
                <a:gd name="T0" fmla="*/ 184 w 152"/>
                <a:gd name="T1" fmla="*/ 6 h 148"/>
                <a:gd name="T2" fmla="*/ 100 w 152"/>
                <a:gd name="T3" fmla="*/ 11 h 148"/>
                <a:gd name="T4" fmla="*/ 37 w 152"/>
                <a:gd name="T5" fmla="*/ 31 h 148"/>
                <a:gd name="T6" fmla="*/ 23 w 152"/>
                <a:gd name="T7" fmla="*/ 180 h 148"/>
                <a:gd name="T8" fmla="*/ 71 w 152"/>
                <a:gd name="T9" fmla="*/ 36 h 148"/>
                <a:gd name="T10" fmla="*/ 180 w 152"/>
                <a:gd name="T11" fmla="*/ 14 h 14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2" h="148">
                  <a:moveTo>
                    <a:pt x="152" y="6"/>
                  </a:moveTo>
                  <a:cubicBezTo>
                    <a:pt x="133" y="0"/>
                    <a:pt x="103" y="6"/>
                    <a:pt x="83" y="8"/>
                  </a:cubicBezTo>
                  <a:cubicBezTo>
                    <a:pt x="68" y="10"/>
                    <a:pt x="42" y="13"/>
                    <a:pt x="31" y="25"/>
                  </a:cubicBezTo>
                  <a:cubicBezTo>
                    <a:pt x="0" y="58"/>
                    <a:pt x="42" y="113"/>
                    <a:pt x="20" y="148"/>
                  </a:cubicBezTo>
                  <a:cubicBezTo>
                    <a:pt x="40" y="111"/>
                    <a:pt x="13" y="50"/>
                    <a:pt x="59" y="30"/>
                  </a:cubicBezTo>
                  <a:cubicBezTo>
                    <a:pt x="87" y="17"/>
                    <a:pt x="124" y="27"/>
                    <a:pt x="149" y="11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7301" name="Freeform 721">
              <a:extLst>
                <a:ext uri="{FF2B5EF4-FFF2-40B4-BE49-F238E27FC236}">
                  <a16:creationId xmlns:a16="http://schemas.microsoft.com/office/drawing/2014/main" id="{54F60909-F7BE-4BC6-BBC2-7699B2F744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1" y="2686"/>
              <a:ext cx="127" cy="166"/>
            </a:xfrm>
            <a:custGeom>
              <a:avLst/>
              <a:gdLst>
                <a:gd name="T0" fmla="*/ 145 w 119"/>
                <a:gd name="T1" fmla="*/ 122 h 155"/>
                <a:gd name="T2" fmla="*/ 90 w 119"/>
                <a:gd name="T3" fmla="*/ 163 h 155"/>
                <a:gd name="T4" fmla="*/ 63 w 119"/>
                <a:gd name="T5" fmla="*/ 180 h 155"/>
                <a:gd name="T6" fmla="*/ 41 w 119"/>
                <a:gd name="T7" fmla="*/ 178 h 155"/>
                <a:gd name="T8" fmla="*/ 15 w 119"/>
                <a:gd name="T9" fmla="*/ 106 h 155"/>
                <a:gd name="T10" fmla="*/ 14 w 119"/>
                <a:gd name="T11" fmla="*/ 37 h 155"/>
                <a:gd name="T12" fmla="*/ 32 w 119"/>
                <a:gd name="T13" fmla="*/ 33 h 155"/>
                <a:gd name="T14" fmla="*/ 37 w 119"/>
                <a:gd name="T15" fmla="*/ 28 h 155"/>
                <a:gd name="T16" fmla="*/ 50 w 119"/>
                <a:gd name="T17" fmla="*/ 28 h 155"/>
                <a:gd name="T18" fmla="*/ 90 w 119"/>
                <a:gd name="T19" fmla="*/ 0 h 155"/>
                <a:gd name="T20" fmla="*/ 55 w 119"/>
                <a:gd name="T21" fmla="*/ 45 h 155"/>
                <a:gd name="T22" fmla="*/ 38 w 119"/>
                <a:gd name="T23" fmla="*/ 67 h 155"/>
                <a:gd name="T24" fmla="*/ 47 w 119"/>
                <a:gd name="T25" fmla="*/ 104 h 155"/>
                <a:gd name="T26" fmla="*/ 79 w 119"/>
                <a:gd name="T27" fmla="*/ 149 h 155"/>
                <a:gd name="T28" fmla="*/ 140 w 119"/>
                <a:gd name="T29" fmla="*/ 123 h 155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19" h="155">
                  <a:moveTo>
                    <a:pt x="119" y="99"/>
                  </a:moveTo>
                  <a:cubicBezTo>
                    <a:pt x="104" y="110"/>
                    <a:pt x="89" y="122"/>
                    <a:pt x="74" y="133"/>
                  </a:cubicBezTo>
                  <a:cubicBezTo>
                    <a:pt x="68" y="138"/>
                    <a:pt x="60" y="143"/>
                    <a:pt x="52" y="147"/>
                  </a:cubicBezTo>
                  <a:cubicBezTo>
                    <a:pt x="42" y="152"/>
                    <a:pt x="41" y="155"/>
                    <a:pt x="34" y="145"/>
                  </a:cubicBezTo>
                  <a:cubicBezTo>
                    <a:pt x="22" y="130"/>
                    <a:pt x="18" y="105"/>
                    <a:pt x="12" y="86"/>
                  </a:cubicBezTo>
                  <a:cubicBezTo>
                    <a:pt x="8" y="70"/>
                    <a:pt x="0" y="46"/>
                    <a:pt x="11" y="31"/>
                  </a:cubicBezTo>
                  <a:cubicBezTo>
                    <a:pt x="18" y="34"/>
                    <a:pt x="20" y="30"/>
                    <a:pt x="26" y="27"/>
                  </a:cubicBezTo>
                  <a:cubicBezTo>
                    <a:pt x="29" y="25"/>
                    <a:pt x="27" y="23"/>
                    <a:pt x="31" y="22"/>
                  </a:cubicBezTo>
                  <a:cubicBezTo>
                    <a:pt x="33" y="21"/>
                    <a:pt x="39" y="22"/>
                    <a:pt x="41" y="22"/>
                  </a:cubicBezTo>
                  <a:cubicBezTo>
                    <a:pt x="56" y="20"/>
                    <a:pt x="66" y="10"/>
                    <a:pt x="74" y="0"/>
                  </a:cubicBezTo>
                  <a:cubicBezTo>
                    <a:pt x="67" y="15"/>
                    <a:pt x="58" y="26"/>
                    <a:pt x="46" y="36"/>
                  </a:cubicBezTo>
                  <a:cubicBezTo>
                    <a:pt x="39" y="42"/>
                    <a:pt x="34" y="45"/>
                    <a:pt x="32" y="55"/>
                  </a:cubicBezTo>
                  <a:cubicBezTo>
                    <a:pt x="31" y="65"/>
                    <a:pt x="36" y="75"/>
                    <a:pt x="38" y="85"/>
                  </a:cubicBezTo>
                  <a:cubicBezTo>
                    <a:pt x="41" y="103"/>
                    <a:pt x="43" y="124"/>
                    <a:pt x="65" y="121"/>
                  </a:cubicBezTo>
                  <a:cubicBezTo>
                    <a:pt x="84" y="119"/>
                    <a:pt x="98" y="104"/>
                    <a:pt x="115" y="10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7302" name="Freeform 722">
              <a:extLst>
                <a:ext uri="{FF2B5EF4-FFF2-40B4-BE49-F238E27FC236}">
                  <a16:creationId xmlns:a16="http://schemas.microsoft.com/office/drawing/2014/main" id="{5416AAF6-A19F-4FF4-8CC2-51942A9717F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5" y="2791"/>
              <a:ext cx="183" cy="328"/>
            </a:xfrm>
            <a:custGeom>
              <a:avLst/>
              <a:gdLst>
                <a:gd name="T0" fmla="*/ 63 w 171"/>
                <a:gd name="T1" fmla="*/ 38 h 307"/>
                <a:gd name="T2" fmla="*/ 71 w 171"/>
                <a:gd name="T3" fmla="*/ 73 h 307"/>
                <a:gd name="T4" fmla="*/ 121 w 171"/>
                <a:gd name="T5" fmla="*/ 50 h 307"/>
                <a:gd name="T6" fmla="*/ 78 w 171"/>
                <a:gd name="T7" fmla="*/ 85 h 307"/>
                <a:gd name="T8" fmla="*/ 67 w 171"/>
                <a:gd name="T9" fmla="*/ 138 h 307"/>
                <a:gd name="T10" fmla="*/ 80 w 171"/>
                <a:gd name="T11" fmla="*/ 253 h 307"/>
                <a:gd name="T12" fmla="*/ 119 w 171"/>
                <a:gd name="T13" fmla="*/ 349 h 307"/>
                <a:gd name="T14" fmla="*/ 156 w 171"/>
                <a:gd name="T15" fmla="*/ 354 h 307"/>
                <a:gd name="T16" fmla="*/ 210 w 171"/>
                <a:gd name="T17" fmla="*/ 332 h 307"/>
                <a:gd name="T18" fmla="*/ 134 w 171"/>
                <a:gd name="T19" fmla="*/ 366 h 307"/>
                <a:gd name="T20" fmla="*/ 82 w 171"/>
                <a:gd name="T21" fmla="*/ 314 h 307"/>
                <a:gd name="T22" fmla="*/ 51 w 171"/>
                <a:gd name="T23" fmla="*/ 199 h 307"/>
                <a:gd name="T24" fmla="*/ 24 w 171"/>
                <a:gd name="T25" fmla="*/ 93 h 307"/>
                <a:gd name="T26" fmla="*/ 11 w 171"/>
                <a:gd name="T27" fmla="*/ 50 h 307"/>
                <a:gd name="T28" fmla="*/ 0 w 171"/>
                <a:gd name="T29" fmla="*/ 0 h 307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71" h="307">
                  <a:moveTo>
                    <a:pt x="51" y="32"/>
                  </a:moveTo>
                  <a:cubicBezTo>
                    <a:pt x="49" y="39"/>
                    <a:pt x="36" y="58"/>
                    <a:pt x="58" y="60"/>
                  </a:cubicBezTo>
                  <a:cubicBezTo>
                    <a:pt x="71" y="61"/>
                    <a:pt x="87" y="47"/>
                    <a:pt x="99" y="41"/>
                  </a:cubicBezTo>
                  <a:cubicBezTo>
                    <a:pt x="86" y="49"/>
                    <a:pt x="72" y="58"/>
                    <a:pt x="64" y="70"/>
                  </a:cubicBezTo>
                  <a:cubicBezTo>
                    <a:pt x="56" y="83"/>
                    <a:pt x="55" y="98"/>
                    <a:pt x="55" y="113"/>
                  </a:cubicBezTo>
                  <a:cubicBezTo>
                    <a:pt x="53" y="145"/>
                    <a:pt x="57" y="177"/>
                    <a:pt x="65" y="208"/>
                  </a:cubicBezTo>
                  <a:cubicBezTo>
                    <a:pt x="71" y="233"/>
                    <a:pt x="75" y="269"/>
                    <a:pt x="97" y="286"/>
                  </a:cubicBezTo>
                  <a:cubicBezTo>
                    <a:pt x="106" y="294"/>
                    <a:pt x="116" y="294"/>
                    <a:pt x="127" y="290"/>
                  </a:cubicBezTo>
                  <a:cubicBezTo>
                    <a:pt x="141" y="286"/>
                    <a:pt x="159" y="280"/>
                    <a:pt x="171" y="272"/>
                  </a:cubicBezTo>
                  <a:cubicBezTo>
                    <a:pt x="156" y="287"/>
                    <a:pt x="133" y="307"/>
                    <a:pt x="109" y="300"/>
                  </a:cubicBezTo>
                  <a:cubicBezTo>
                    <a:pt x="90" y="294"/>
                    <a:pt x="75" y="276"/>
                    <a:pt x="67" y="257"/>
                  </a:cubicBezTo>
                  <a:cubicBezTo>
                    <a:pt x="55" y="227"/>
                    <a:pt x="50" y="194"/>
                    <a:pt x="42" y="163"/>
                  </a:cubicBezTo>
                  <a:cubicBezTo>
                    <a:pt x="34" y="134"/>
                    <a:pt x="28" y="104"/>
                    <a:pt x="20" y="76"/>
                  </a:cubicBezTo>
                  <a:cubicBezTo>
                    <a:pt x="17" y="64"/>
                    <a:pt x="12" y="53"/>
                    <a:pt x="8" y="41"/>
                  </a:cubicBezTo>
                  <a:cubicBezTo>
                    <a:pt x="5" y="28"/>
                    <a:pt x="4" y="11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7303" name="Freeform 723">
              <a:extLst>
                <a:ext uri="{FF2B5EF4-FFF2-40B4-BE49-F238E27FC236}">
                  <a16:creationId xmlns:a16="http://schemas.microsoft.com/office/drawing/2014/main" id="{C66DEBCB-1273-47BC-BD76-4835DAE8F3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5" y="2991"/>
              <a:ext cx="188" cy="137"/>
            </a:xfrm>
            <a:custGeom>
              <a:avLst/>
              <a:gdLst>
                <a:gd name="T0" fmla="*/ 3 w 176"/>
                <a:gd name="T1" fmla="*/ 5 h 128"/>
                <a:gd name="T2" fmla="*/ 47 w 176"/>
                <a:gd name="T3" fmla="*/ 92 h 128"/>
                <a:gd name="T4" fmla="*/ 127 w 176"/>
                <a:gd name="T5" fmla="*/ 88 h 128"/>
                <a:gd name="T6" fmla="*/ 215 w 176"/>
                <a:gd name="T7" fmla="*/ 93 h 128"/>
                <a:gd name="T8" fmla="*/ 141 w 176"/>
                <a:gd name="T9" fmla="*/ 115 h 128"/>
                <a:gd name="T10" fmla="*/ 83 w 176"/>
                <a:gd name="T11" fmla="*/ 142 h 128"/>
                <a:gd name="T12" fmla="*/ 0 w 176"/>
                <a:gd name="T13" fmla="*/ 0 h 1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6" h="128">
                  <a:moveTo>
                    <a:pt x="3" y="5"/>
                  </a:moveTo>
                  <a:cubicBezTo>
                    <a:pt x="11" y="26"/>
                    <a:pt x="19" y="60"/>
                    <a:pt x="38" y="75"/>
                  </a:cubicBezTo>
                  <a:cubicBezTo>
                    <a:pt x="56" y="89"/>
                    <a:pt x="86" y="79"/>
                    <a:pt x="104" y="72"/>
                  </a:cubicBezTo>
                  <a:cubicBezTo>
                    <a:pt x="130" y="61"/>
                    <a:pt x="153" y="60"/>
                    <a:pt x="176" y="76"/>
                  </a:cubicBezTo>
                  <a:cubicBezTo>
                    <a:pt x="157" y="72"/>
                    <a:pt x="132" y="84"/>
                    <a:pt x="116" y="93"/>
                  </a:cubicBezTo>
                  <a:cubicBezTo>
                    <a:pt x="100" y="101"/>
                    <a:pt x="86" y="113"/>
                    <a:pt x="68" y="116"/>
                  </a:cubicBezTo>
                  <a:cubicBezTo>
                    <a:pt x="8" y="128"/>
                    <a:pt x="16" y="32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7304" name="Freeform 724">
              <a:extLst>
                <a:ext uri="{FF2B5EF4-FFF2-40B4-BE49-F238E27FC236}">
                  <a16:creationId xmlns:a16="http://schemas.microsoft.com/office/drawing/2014/main" id="{63AE47E9-3AC7-4177-BE83-81B4208AC4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1" y="3126"/>
              <a:ext cx="91" cy="42"/>
            </a:xfrm>
            <a:custGeom>
              <a:avLst/>
              <a:gdLst>
                <a:gd name="T0" fmla="*/ 49 w 85"/>
                <a:gd name="T1" fmla="*/ 0 h 40"/>
                <a:gd name="T2" fmla="*/ 19 w 85"/>
                <a:gd name="T3" fmla="*/ 40 h 40"/>
                <a:gd name="T4" fmla="*/ 63 w 85"/>
                <a:gd name="T5" fmla="*/ 43 h 40"/>
                <a:gd name="T6" fmla="*/ 86 w 85"/>
                <a:gd name="T7" fmla="*/ 41 h 40"/>
                <a:gd name="T8" fmla="*/ 104 w 85"/>
                <a:gd name="T9" fmla="*/ 40 h 40"/>
                <a:gd name="T10" fmla="*/ 79 w 85"/>
                <a:gd name="T11" fmla="*/ 36 h 40"/>
                <a:gd name="T12" fmla="*/ 51 w 85"/>
                <a:gd name="T13" fmla="*/ 30 h 40"/>
                <a:gd name="T14" fmla="*/ 49 w 85"/>
                <a:gd name="T15" fmla="*/ 1 h 4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5" h="40">
                  <a:moveTo>
                    <a:pt x="40" y="0"/>
                  </a:moveTo>
                  <a:cubicBezTo>
                    <a:pt x="36" y="6"/>
                    <a:pt x="0" y="23"/>
                    <a:pt x="16" y="34"/>
                  </a:cubicBezTo>
                  <a:cubicBezTo>
                    <a:pt x="23" y="40"/>
                    <a:pt x="42" y="37"/>
                    <a:pt x="51" y="37"/>
                  </a:cubicBezTo>
                  <a:cubicBezTo>
                    <a:pt x="57" y="36"/>
                    <a:pt x="64" y="34"/>
                    <a:pt x="70" y="35"/>
                  </a:cubicBezTo>
                  <a:cubicBezTo>
                    <a:pt x="75" y="35"/>
                    <a:pt x="82" y="37"/>
                    <a:pt x="85" y="34"/>
                  </a:cubicBezTo>
                  <a:cubicBezTo>
                    <a:pt x="79" y="34"/>
                    <a:pt x="71" y="31"/>
                    <a:pt x="64" y="30"/>
                  </a:cubicBezTo>
                  <a:cubicBezTo>
                    <a:pt x="57" y="29"/>
                    <a:pt x="49" y="29"/>
                    <a:pt x="42" y="27"/>
                  </a:cubicBezTo>
                  <a:cubicBezTo>
                    <a:pt x="26" y="22"/>
                    <a:pt x="33" y="11"/>
                    <a:pt x="4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7305" name="Freeform 725">
              <a:extLst>
                <a:ext uri="{FF2B5EF4-FFF2-40B4-BE49-F238E27FC236}">
                  <a16:creationId xmlns:a16="http://schemas.microsoft.com/office/drawing/2014/main" id="{7AF24FDE-C336-4EB3-818B-4B6F0AED21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9" y="3180"/>
              <a:ext cx="180" cy="229"/>
            </a:xfrm>
            <a:custGeom>
              <a:avLst/>
              <a:gdLst>
                <a:gd name="T0" fmla="*/ 204 w 169"/>
                <a:gd name="T1" fmla="*/ 13 h 214"/>
                <a:gd name="T2" fmla="*/ 177 w 169"/>
                <a:gd name="T3" fmla="*/ 5 h 214"/>
                <a:gd name="T4" fmla="*/ 147 w 169"/>
                <a:gd name="T5" fmla="*/ 1 h 214"/>
                <a:gd name="T6" fmla="*/ 89 w 169"/>
                <a:gd name="T7" fmla="*/ 5 h 214"/>
                <a:gd name="T8" fmla="*/ 19 w 169"/>
                <a:gd name="T9" fmla="*/ 24 h 214"/>
                <a:gd name="T10" fmla="*/ 4 w 169"/>
                <a:gd name="T11" fmla="*/ 147 h 214"/>
                <a:gd name="T12" fmla="*/ 11 w 169"/>
                <a:gd name="T13" fmla="*/ 262 h 214"/>
                <a:gd name="T14" fmla="*/ 16 w 169"/>
                <a:gd name="T15" fmla="*/ 200 h 214"/>
                <a:gd name="T16" fmla="*/ 22 w 169"/>
                <a:gd name="T17" fmla="*/ 117 h 214"/>
                <a:gd name="T18" fmla="*/ 26 w 169"/>
                <a:gd name="T19" fmla="*/ 67 h 214"/>
                <a:gd name="T20" fmla="*/ 52 w 169"/>
                <a:gd name="T21" fmla="*/ 47 h 214"/>
                <a:gd name="T22" fmla="*/ 135 w 169"/>
                <a:gd name="T23" fmla="*/ 29 h 214"/>
                <a:gd name="T24" fmla="*/ 193 w 169"/>
                <a:gd name="T25" fmla="*/ 18 h 21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69" h="214">
                  <a:moveTo>
                    <a:pt x="169" y="10"/>
                  </a:moveTo>
                  <a:cubicBezTo>
                    <a:pt x="163" y="12"/>
                    <a:pt x="153" y="6"/>
                    <a:pt x="146" y="5"/>
                  </a:cubicBezTo>
                  <a:cubicBezTo>
                    <a:pt x="138" y="4"/>
                    <a:pt x="130" y="2"/>
                    <a:pt x="122" y="1"/>
                  </a:cubicBezTo>
                  <a:cubicBezTo>
                    <a:pt x="107" y="0"/>
                    <a:pt x="90" y="3"/>
                    <a:pt x="74" y="5"/>
                  </a:cubicBezTo>
                  <a:cubicBezTo>
                    <a:pt x="54" y="7"/>
                    <a:pt x="27" y="1"/>
                    <a:pt x="16" y="20"/>
                  </a:cubicBezTo>
                  <a:cubicBezTo>
                    <a:pt x="0" y="48"/>
                    <a:pt x="6" y="89"/>
                    <a:pt x="4" y="120"/>
                  </a:cubicBezTo>
                  <a:cubicBezTo>
                    <a:pt x="3" y="150"/>
                    <a:pt x="1" y="184"/>
                    <a:pt x="8" y="214"/>
                  </a:cubicBezTo>
                  <a:cubicBezTo>
                    <a:pt x="14" y="198"/>
                    <a:pt x="11" y="180"/>
                    <a:pt x="13" y="164"/>
                  </a:cubicBezTo>
                  <a:cubicBezTo>
                    <a:pt x="16" y="141"/>
                    <a:pt x="18" y="118"/>
                    <a:pt x="19" y="95"/>
                  </a:cubicBezTo>
                  <a:cubicBezTo>
                    <a:pt x="20" y="82"/>
                    <a:pt x="18" y="67"/>
                    <a:pt x="22" y="55"/>
                  </a:cubicBezTo>
                  <a:cubicBezTo>
                    <a:pt x="26" y="44"/>
                    <a:pt x="33" y="42"/>
                    <a:pt x="43" y="38"/>
                  </a:cubicBezTo>
                  <a:cubicBezTo>
                    <a:pt x="64" y="30"/>
                    <a:pt x="90" y="25"/>
                    <a:pt x="112" y="23"/>
                  </a:cubicBezTo>
                  <a:cubicBezTo>
                    <a:pt x="122" y="22"/>
                    <a:pt x="155" y="24"/>
                    <a:pt x="160" y="1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7306" name="Freeform 726">
              <a:extLst>
                <a:ext uri="{FF2B5EF4-FFF2-40B4-BE49-F238E27FC236}">
                  <a16:creationId xmlns:a16="http://schemas.microsoft.com/office/drawing/2014/main" id="{FD1B7FA1-8EE5-4147-801E-C8B4E748E82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6" y="3252"/>
              <a:ext cx="217" cy="464"/>
            </a:xfrm>
            <a:custGeom>
              <a:avLst/>
              <a:gdLst>
                <a:gd name="T0" fmla="*/ 13 w 204"/>
                <a:gd name="T1" fmla="*/ 57 h 434"/>
                <a:gd name="T2" fmla="*/ 3 w 204"/>
                <a:gd name="T3" fmla="*/ 154 h 434"/>
                <a:gd name="T4" fmla="*/ 24 w 204"/>
                <a:gd name="T5" fmla="*/ 276 h 434"/>
                <a:gd name="T6" fmla="*/ 46 w 204"/>
                <a:gd name="T7" fmla="*/ 335 h 434"/>
                <a:gd name="T8" fmla="*/ 78 w 204"/>
                <a:gd name="T9" fmla="*/ 385 h 434"/>
                <a:gd name="T10" fmla="*/ 148 w 204"/>
                <a:gd name="T11" fmla="*/ 477 h 434"/>
                <a:gd name="T12" fmla="*/ 174 w 204"/>
                <a:gd name="T13" fmla="*/ 502 h 434"/>
                <a:gd name="T14" fmla="*/ 196 w 204"/>
                <a:gd name="T15" fmla="*/ 523 h 434"/>
                <a:gd name="T16" fmla="*/ 246 w 204"/>
                <a:gd name="T17" fmla="*/ 514 h 434"/>
                <a:gd name="T18" fmla="*/ 200 w 204"/>
                <a:gd name="T19" fmla="*/ 506 h 434"/>
                <a:gd name="T20" fmla="*/ 145 w 204"/>
                <a:gd name="T21" fmla="*/ 434 h 434"/>
                <a:gd name="T22" fmla="*/ 95 w 204"/>
                <a:gd name="T23" fmla="*/ 355 h 434"/>
                <a:gd name="T24" fmla="*/ 52 w 204"/>
                <a:gd name="T25" fmla="*/ 278 h 434"/>
                <a:gd name="T26" fmla="*/ 21 w 204"/>
                <a:gd name="T27" fmla="*/ 141 h 434"/>
                <a:gd name="T28" fmla="*/ 23 w 204"/>
                <a:gd name="T29" fmla="*/ 67 h 434"/>
                <a:gd name="T30" fmla="*/ 23 w 204"/>
                <a:gd name="T31" fmla="*/ 33 h 434"/>
                <a:gd name="T32" fmla="*/ 23 w 204"/>
                <a:gd name="T33" fmla="*/ 2 h 434"/>
                <a:gd name="T34" fmla="*/ 22 w 204"/>
                <a:gd name="T35" fmla="*/ 0 h 434"/>
                <a:gd name="T36" fmla="*/ 18 w 204"/>
                <a:gd name="T37" fmla="*/ 22 h 434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204" h="434">
                  <a:moveTo>
                    <a:pt x="10" y="47"/>
                  </a:moveTo>
                  <a:cubicBezTo>
                    <a:pt x="9" y="73"/>
                    <a:pt x="5" y="100"/>
                    <a:pt x="3" y="126"/>
                  </a:cubicBezTo>
                  <a:cubicBezTo>
                    <a:pt x="0" y="158"/>
                    <a:pt x="12" y="194"/>
                    <a:pt x="21" y="225"/>
                  </a:cubicBezTo>
                  <a:cubicBezTo>
                    <a:pt x="26" y="241"/>
                    <a:pt x="31" y="259"/>
                    <a:pt x="38" y="274"/>
                  </a:cubicBezTo>
                  <a:cubicBezTo>
                    <a:pt x="45" y="288"/>
                    <a:pt x="56" y="302"/>
                    <a:pt x="65" y="315"/>
                  </a:cubicBezTo>
                  <a:cubicBezTo>
                    <a:pt x="83" y="340"/>
                    <a:pt x="103" y="366"/>
                    <a:pt x="123" y="390"/>
                  </a:cubicBezTo>
                  <a:cubicBezTo>
                    <a:pt x="130" y="398"/>
                    <a:pt x="138" y="406"/>
                    <a:pt x="145" y="412"/>
                  </a:cubicBezTo>
                  <a:cubicBezTo>
                    <a:pt x="151" y="416"/>
                    <a:pt x="157" y="424"/>
                    <a:pt x="163" y="427"/>
                  </a:cubicBezTo>
                  <a:cubicBezTo>
                    <a:pt x="175" y="434"/>
                    <a:pt x="192" y="423"/>
                    <a:pt x="204" y="421"/>
                  </a:cubicBezTo>
                  <a:cubicBezTo>
                    <a:pt x="191" y="419"/>
                    <a:pt x="177" y="420"/>
                    <a:pt x="166" y="413"/>
                  </a:cubicBezTo>
                  <a:cubicBezTo>
                    <a:pt x="146" y="400"/>
                    <a:pt x="132" y="375"/>
                    <a:pt x="120" y="355"/>
                  </a:cubicBezTo>
                  <a:cubicBezTo>
                    <a:pt x="107" y="333"/>
                    <a:pt x="91" y="313"/>
                    <a:pt x="79" y="291"/>
                  </a:cubicBezTo>
                  <a:cubicBezTo>
                    <a:pt x="68" y="269"/>
                    <a:pt x="54" y="248"/>
                    <a:pt x="43" y="227"/>
                  </a:cubicBezTo>
                  <a:cubicBezTo>
                    <a:pt x="26" y="194"/>
                    <a:pt x="14" y="151"/>
                    <a:pt x="18" y="115"/>
                  </a:cubicBezTo>
                  <a:cubicBezTo>
                    <a:pt x="20" y="95"/>
                    <a:pt x="21" y="76"/>
                    <a:pt x="20" y="55"/>
                  </a:cubicBezTo>
                  <a:cubicBezTo>
                    <a:pt x="19" y="46"/>
                    <a:pt x="19" y="36"/>
                    <a:pt x="20" y="27"/>
                  </a:cubicBezTo>
                  <a:cubicBezTo>
                    <a:pt x="20" y="22"/>
                    <a:pt x="23" y="5"/>
                    <a:pt x="20" y="2"/>
                  </a:cubicBezTo>
                  <a:cubicBezTo>
                    <a:pt x="20" y="1"/>
                    <a:pt x="19" y="1"/>
                    <a:pt x="19" y="0"/>
                  </a:cubicBezTo>
                  <a:cubicBezTo>
                    <a:pt x="17" y="5"/>
                    <a:pt x="16" y="18"/>
                    <a:pt x="15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7307" name="Freeform 727">
              <a:extLst>
                <a:ext uri="{FF2B5EF4-FFF2-40B4-BE49-F238E27FC236}">
                  <a16:creationId xmlns:a16="http://schemas.microsoft.com/office/drawing/2014/main" id="{22C433C1-391A-437B-AB12-16145D4FD38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5" y="3116"/>
              <a:ext cx="182" cy="50"/>
            </a:xfrm>
            <a:custGeom>
              <a:avLst/>
              <a:gdLst>
                <a:gd name="T0" fmla="*/ 209 w 170"/>
                <a:gd name="T1" fmla="*/ 0 h 47"/>
                <a:gd name="T2" fmla="*/ 157 w 170"/>
                <a:gd name="T3" fmla="*/ 21 h 47"/>
                <a:gd name="T4" fmla="*/ 102 w 170"/>
                <a:gd name="T5" fmla="*/ 38 h 47"/>
                <a:gd name="T6" fmla="*/ 0 w 170"/>
                <a:gd name="T7" fmla="*/ 37 h 47"/>
                <a:gd name="T8" fmla="*/ 108 w 170"/>
                <a:gd name="T9" fmla="*/ 47 h 47"/>
                <a:gd name="T10" fmla="*/ 164 w 170"/>
                <a:gd name="T11" fmla="*/ 37 h 47"/>
                <a:gd name="T12" fmla="*/ 207 w 170"/>
                <a:gd name="T13" fmla="*/ 6 h 4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0" h="47">
                  <a:moveTo>
                    <a:pt x="170" y="0"/>
                  </a:moveTo>
                  <a:cubicBezTo>
                    <a:pt x="157" y="6"/>
                    <a:pt x="142" y="11"/>
                    <a:pt x="128" y="18"/>
                  </a:cubicBezTo>
                  <a:cubicBezTo>
                    <a:pt x="114" y="25"/>
                    <a:pt x="98" y="28"/>
                    <a:pt x="83" y="32"/>
                  </a:cubicBezTo>
                  <a:cubicBezTo>
                    <a:pt x="54" y="41"/>
                    <a:pt x="29" y="36"/>
                    <a:pt x="0" y="31"/>
                  </a:cubicBezTo>
                  <a:cubicBezTo>
                    <a:pt x="27" y="47"/>
                    <a:pt x="58" y="39"/>
                    <a:pt x="88" y="39"/>
                  </a:cubicBezTo>
                  <a:cubicBezTo>
                    <a:pt x="104" y="39"/>
                    <a:pt x="120" y="39"/>
                    <a:pt x="134" y="31"/>
                  </a:cubicBezTo>
                  <a:cubicBezTo>
                    <a:pt x="145" y="24"/>
                    <a:pt x="157" y="14"/>
                    <a:pt x="168" y="6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7308" name="Freeform 728">
              <a:extLst>
                <a:ext uri="{FF2B5EF4-FFF2-40B4-BE49-F238E27FC236}">
                  <a16:creationId xmlns:a16="http://schemas.microsoft.com/office/drawing/2014/main" id="{2C7614C3-79C7-4264-8CC5-7D322231AD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4" y="3825"/>
              <a:ext cx="106" cy="21"/>
            </a:xfrm>
            <a:custGeom>
              <a:avLst/>
              <a:gdLst>
                <a:gd name="T0" fmla="*/ 119 w 100"/>
                <a:gd name="T1" fmla="*/ 8 h 20"/>
                <a:gd name="T2" fmla="*/ 58 w 100"/>
                <a:gd name="T3" fmla="*/ 4 h 20"/>
                <a:gd name="T4" fmla="*/ 32 w 100"/>
                <a:gd name="T5" fmla="*/ 14 h 20"/>
                <a:gd name="T6" fmla="*/ 0 w 100"/>
                <a:gd name="T7" fmla="*/ 23 h 20"/>
                <a:gd name="T8" fmla="*/ 27 w 100"/>
                <a:gd name="T9" fmla="*/ 16 h 20"/>
                <a:gd name="T10" fmla="*/ 56 w 100"/>
                <a:gd name="T11" fmla="*/ 18 h 20"/>
                <a:gd name="T12" fmla="*/ 83 w 100"/>
                <a:gd name="T13" fmla="*/ 15 h 20"/>
                <a:gd name="T14" fmla="*/ 117 w 100"/>
                <a:gd name="T15" fmla="*/ 8 h 2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0" h="20">
                  <a:moveTo>
                    <a:pt x="100" y="8"/>
                  </a:moveTo>
                  <a:cubicBezTo>
                    <a:pt x="82" y="8"/>
                    <a:pt x="66" y="0"/>
                    <a:pt x="49" y="4"/>
                  </a:cubicBezTo>
                  <a:cubicBezTo>
                    <a:pt x="41" y="5"/>
                    <a:pt x="34" y="10"/>
                    <a:pt x="26" y="11"/>
                  </a:cubicBezTo>
                  <a:cubicBezTo>
                    <a:pt x="14" y="12"/>
                    <a:pt x="10" y="10"/>
                    <a:pt x="0" y="20"/>
                  </a:cubicBezTo>
                  <a:cubicBezTo>
                    <a:pt x="7" y="17"/>
                    <a:pt x="15" y="13"/>
                    <a:pt x="23" y="13"/>
                  </a:cubicBezTo>
                  <a:cubicBezTo>
                    <a:pt x="31" y="13"/>
                    <a:pt x="37" y="17"/>
                    <a:pt x="47" y="15"/>
                  </a:cubicBezTo>
                  <a:cubicBezTo>
                    <a:pt x="55" y="14"/>
                    <a:pt x="61" y="11"/>
                    <a:pt x="70" y="12"/>
                  </a:cubicBezTo>
                  <a:cubicBezTo>
                    <a:pt x="80" y="13"/>
                    <a:pt x="90" y="17"/>
                    <a:pt x="98" y="8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7309" name="Freeform 729">
              <a:extLst>
                <a:ext uri="{FF2B5EF4-FFF2-40B4-BE49-F238E27FC236}">
                  <a16:creationId xmlns:a16="http://schemas.microsoft.com/office/drawing/2014/main" id="{800AFF80-1C66-4CBE-B13E-CADBE9747F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5" y="2999"/>
              <a:ext cx="179" cy="44"/>
            </a:xfrm>
            <a:custGeom>
              <a:avLst/>
              <a:gdLst>
                <a:gd name="T0" fmla="*/ 0 w 167"/>
                <a:gd name="T1" fmla="*/ 46 h 42"/>
                <a:gd name="T2" fmla="*/ 123 w 167"/>
                <a:gd name="T3" fmla="*/ 21 h 42"/>
                <a:gd name="T4" fmla="*/ 206 w 167"/>
                <a:gd name="T5" fmla="*/ 46 h 42"/>
                <a:gd name="T6" fmla="*/ 103 w 167"/>
                <a:gd name="T7" fmla="*/ 8 h 42"/>
                <a:gd name="T8" fmla="*/ 4 w 167"/>
                <a:gd name="T9" fmla="*/ 48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7" h="42">
                  <a:moveTo>
                    <a:pt x="0" y="40"/>
                  </a:moveTo>
                  <a:cubicBezTo>
                    <a:pt x="32" y="38"/>
                    <a:pt x="65" y="18"/>
                    <a:pt x="100" y="18"/>
                  </a:cubicBezTo>
                  <a:cubicBezTo>
                    <a:pt x="125" y="18"/>
                    <a:pt x="145" y="30"/>
                    <a:pt x="167" y="40"/>
                  </a:cubicBezTo>
                  <a:cubicBezTo>
                    <a:pt x="147" y="13"/>
                    <a:pt x="114" y="0"/>
                    <a:pt x="84" y="8"/>
                  </a:cubicBezTo>
                  <a:cubicBezTo>
                    <a:pt x="58" y="15"/>
                    <a:pt x="24" y="22"/>
                    <a:pt x="4" y="42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7310" name="Freeform 730">
              <a:extLst>
                <a:ext uri="{FF2B5EF4-FFF2-40B4-BE49-F238E27FC236}">
                  <a16:creationId xmlns:a16="http://schemas.microsoft.com/office/drawing/2014/main" id="{A30EF286-B713-4AA0-A44F-8365586051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1" y="1664"/>
              <a:ext cx="34" cy="96"/>
            </a:xfrm>
            <a:custGeom>
              <a:avLst/>
              <a:gdLst>
                <a:gd name="T0" fmla="*/ 12 w 32"/>
                <a:gd name="T1" fmla="*/ 0 h 90"/>
                <a:gd name="T2" fmla="*/ 2 w 32"/>
                <a:gd name="T3" fmla="*/ 54 h 90"/>
                <a:gd name="T4" fmla="*/ 15 w 32"/>
                <a:gd name="T5" fmla="*/ 109 h 90"/>
                <a:gd name="T6" fmla="*/ 38 w 32"/>
                <a:gd name="T7" fmla="*/ 54 h 90"/>
                <a:gd name="T8" fmla="*/ 38 w 32"/>
                <a:gd name="T9" fmla="*/ 54 h 90"/>
                <a:gd name="T10" fmla="*/ 12 w 32"/>
                <a:gd name="T11" fmla="*/ 3 h 9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2" h="90">
                  <a:moveTo>
                    <a:pt x="9" y="0"/>
                  </a:moveTo>
                  <a:cubicBezTo>
                    <a:pt x="3" y="13"/>
                    <a:pt x="0" y="31"/>
                    <a:pt x="2" y="45"/>
                  </a:cubicBezTo>
                  <a:cubicBezTo>
                    <a:pt x="3" y="56"/>
                    <a:pt x="7" y="83"/>
                    <a:pt x="12" y="90"/>
                  </a:cubicBezTo>
                  <a:cubicBezTo>
                    <a:pt x="16" y="80"/>
                    <a:pt x="9" y="36"/>
                    <a:pt x="32" y="45"/>
                  </a:cubicBezTo>
                  <a:cubicBezTo>
                    <a:pt x="32" y="46"/>
                    <a:pt x="32" y="46"/>
                    <a:pt x="32" y="45"/>
                  </a:cubicBezTo>
                  <a:cubicBezTo>
                    <a:pt x="29" y="33"/>
                    <a:pt x="18" y="11"/>
                    <a:pt x="9" y="3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7311" name="Freeform 731">
              <a:extLst>
                <a:ext uri="{FF2B5EF4-FFF2-40B4-BE49-F238E27FC236}">
                  <a16:creationId xmlns:a16="http://schemas.microsoft.com/office/drawing/2014/main" id="{2F092745-58B8-4974-8CFD-3C1F970121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8" y="1577"/>
              <a:ext cx="109" cy="154"/>
            </a:xfrm>
            <a:custGeom>
              <a:avLst/>
              <a:gdLst>
                <a:gd name="T0" fmla="*/ 124 w 102"/>
                <a:gd name="T1" fmla="*/ 0 h 144"/>
                <a:gd name="T2" fmla="*/ 66 w 102"/>
                <a:gd name="T3" fmla="*/ 17 h 144"/>
                <a:gd name="T4" fmla="*/ 36 w 102"/>
                <a:gd name="T5" fmla="*/ 17 h 144"/>
                <a:gd name="T6" fmla="*/ 18 w 102"/>
                <a:gd name="T7" fmla="*/ 40 h 144"/>
                <a:gd name="T8" fmla="*/ 4 w 102"/>
                <a:gd name="T9" fmla="*/ 70 h 144"/>
                <a:gd name="T10" fmla="*/ 12 w 102"/>
                <a:gd name="T11" fmla="*/ 103 h 144"/>
                <a:gd name="T12" fmla="*/ 48 w 102"/>
                <a:gd name="T13" fmla="*/ 171 h 144"/>
                <a:gd name="T14" fmla="*/ 51 w 102"/>
                <a:gd name="T15" fmla="*/ 176 h 144"/>
                <a:gd name="T16" fmla="*/ 32 w 102"/>
                <a:gd name="T17" fmla="*/ 109 h 144"/>
                <a:gd name="T18" fmla="*/ 26 w 102"/>
                <a:gd name="T19" fmla="*/ 68 h 144"/>
                <a:gd name="T20" fmla="*/ 91 w 102"/>
                <a:gd name="T21" fmla="*/ 78 h 144"/>
                <a:gd name="T22" fmla="*/ 57 w 102"/>
                <a:gd name="T23" fmla="*/ 40 h 144"/>
                <a:gd name="T24" fmla="*/ 93 w 102"/>
                <a:gd name="T25" fmla="*/ 29 h 144"/>
                <a:gd name="T26" fmla="*/ 121 w 102"/>
                <a:gd name="T27" fmla="*/ 4 h 144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02" h="144">
                  <a:moveTo>
                    <a:pt x="102" y="0"/>
                  </a:moveTo>
                  <a:cubicBezTo>
                    <a:pt x="88" y="9"/>
                    <a:pt x="70" y="12"/>
                    <a:pt x="54" y="14"/>
                  </a:cubicBezTo>
                  <a:cubicBezTo>
                    <a:pt x="47" y="15"/>
                    <a:pt x="35" y="12"/>
                    <a:pt x="30" y="14"/>
                  </a:cubicBezTo>
                  <a:cubicBezTo>
                    <a:pt x="19" y="16"/>
                    <a:pt x="19" y="25"/>
                    <a:pt x="15" y="33"/>
                  </a:cubicBezTo>
                  <a:cubicBezTo>
                    <a:pt x="12" y="41"/>
                    <a:pt x="7" y="49"/>
                    <a:pt x="4" y="57"/>
                  </a:cubicBezTo>
                  <a:cubicBezTo>
                    <a:pt x="0" y="67"/>
                    <a:pt x="4" y="75"/>
                    <a:pt x="9" y="84"/>
                  </a:cubicBezTo>
                  <a:cubicBezTo>
                    <a:pt x="19" y="102"/>
                    <a:pt x="28" y="122"/>
                    <a:pt x="39" y="140"/>
                  </a:cubicBezTo>
                  <a:cubicBezTo>
                    <a:pt x="40" y="141"/>
                    <a:pt x="41" y="143"/>
                    <a:pt x="42" y="144"/>
                  </a:cubicBezTo>
                  <a:cubicBezTo>
                    <a:pt x="37" y="125"/>
                    <a:pt x="31" y="107"/>
                    <a:pt x="26" y="89"/>
                  </a:cubicBezTo>
                  <a:cubicBezTo>
                    <a:pt x="23" y="81"/>
                    <a:pt x="18" y="64"/>
                    <a:pt x="21" y="56"/>
                  </a:cubicBezTo>
                  <a:cubicBezTo>
                    <a:pt x="28" y="35"/>
                    <a:pt x="64" y="56"/>
                    <a:pt x="75" y="64"/>
                  </a:cubicBezTo>
                  <a:cubicBezTo>
                    <a:pt x="67" y="57"/>
                    <a:pt x="37" y="47"/>
                    <a:pt x="47" y="33"/>
                  </a:cubicBezTo>
                  <a:cubicBezTo>
                    <a:pt x="53" y="25"/>
                    <a:pt x="68" y="26"/>
                    <a:pt x="76" y="23"/>
                  </a:cubicBezTo>
                  <a:cubicBezTo>
                    <a:pt x="85" y="19"/>
                    <a:pt x="92" y="11"/>
                    <a:pt x="99" y="4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7312" name="Freeform 732">
              <a:extLst>
                <a:ext uri="{FF2B5EF4-FFF2-40B4-BE49-F238E27FC236}">
                  <a16:creationId xmlns:a16="http://schemas.microsoft.com/office/drawing/2014/main" id="{BC378313-E185-4618-9A8F-69FC4292BE3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0" y="1502"/>
              <a:ext cx="71" cy="79"/>
            </a:xfrm>
            <a:custGeom>
              <a:avLst/>
              <a:gdLst>
                <a:gd name="T0" fmla="*/ 0 w 66"/>
                <a:gd name="T1" fmla="*/ 0 h 74"/>
                <a:gd name="T2" fmla="*/ 13 w 66"/>
                <a:gd name="T3" fmla="*/ 46 h 74"/>
                <a:gd name="T4" fmla="*/ 10 w 66"/>
                <a:gd name="T5" fmla="*/ 90 h 74"/>
                <a:gd name="T6" fmla="*/ 45 w 66"/>
                <a:gd name="T7" fmla="*/ 78 h 74"/>
                <a:gd name="T8" fmla="*/ 82 w 66"/>
                <a:gd name="T9" fmla="*/ 68 h 74"/>
                <a:gd name="T10" fmla="*/ 30 w 66"/>
                <a:gd name="T11" fmla="*/ 65 h 74"/>
                <a:gd name="T12" fmla="*/ 5 w 66"/>
                <a:gd name="T13" fmla="*/ 6 h 7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6" h="74">
                  <a:moveTo>
                    <a:pt x="0" y="0"/>
                  </a:moveTo>
                  <a:cubicBezTo>
                    <a:pt x="4" y="12"/>
                    <a:pt x="9" y="24"/>
                    <a:pt x="10" y="37"/>
                  </a:cubicBezTo>
                  <a:cubicBezTo>
                    <a:pt x="10" y="49"/>
                    <a:pt x="4" y="63"/>
                    <a:pt x="7" y="74"/>
                  </a:cubicBezTo>
                  <a:cubicBezTo>
                    <a:pt x="18" y="70"/>
                    <a:pt x="23" y="63"/>
                    <a:pt x="36" y="64"/>
                  </a:cubicBezTo>
                  <a:cubicBezTo>
                    <a:pt x="48" y="64"/>
                    <a:pt x="57" y="65"/>
                    <a:pt x="66" y="56"/>
                  </a:cubicBezTo>
                  <a:cubicBezTo>
                    <a:pt x="55" y="59"/>
                    <a:pt x="33" y="60"/>
                    <a:pt x="24" y="53"/>
                  </a:cubicBezTo>
                  <a:cubicBezTo>
                    <a:pt x="13" y="44"/>
                    <a:pt x="12" y="19"/>
                    <a:pt x="5" y="6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7313" name="Freeform 733">
              <a:extLst>
                <a:ext uri="{FF2B5EF4-FFF2-40B4-BE49-F238E27FC236}">
                  <a16:creationId xmlns:a16="http://schemas.microsoft.com/office/drawing/2014/main" id="{8C756032-9CDA-43F4-B6AD-F0D56FE344F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1" y="1898"/>
              <a:ext cx="79" cy="166"/>
            </a:xfrm>
            <a:custGeom>
              <a:avLst/>
              <a:gdLst>
                <a:gd name="T0" fmla="*/ 90 w 74"/>
                <a:gd name="T1" fmla="*/ 0 h 156"/>
                <a:gd name="T2" fmla="*/ 0 w 74"/>
                <a:gd name="T3" fmla="*/ 6 h 156"/>
                <a:gd name="T4" fmla="*/ 34 w 74"/>
                <a:gd name="T5" fmla="*/ 72 h 156"/>
                <a:gd name="T6" fmla="*/ 36 w 74"/>
                <a:gd name="T7" fmla="*/ 126 h 156"/>
                <a:gd name="T8" fmla="*/ 43 w 74"/>
                <a:gd name="T9" fmla="*/ 188 h 156"/>
                <a:gd name="T10" fmla="*/ 46 w 74"/>
                <a:gd name="T11" fmla="*/ 57 h 156"/>
                <a:gd name="T12" fmla="*/ 52 w 74"/>
                <a:gd name="T13" fmla="*/ 30 h 156"/>
                <a:gd name="T14" fmla="*/ 79 w 74"/>
                <a:gd name="T15" fmla="*/ 13 h 15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4" h="156">
                  <a:moveTo>
                    <a:pt x="74" y="0"/>
                  </a:moveTo>
                  <a:cubicBezTo>
                    <a:pt x="61" y="13"/>
                    <a:pt x="16" y="15"/>
                    <a:pt x="0" y="6"/>
                  </a:cubicBezTo>
                  <a:cubicBezTo>
                    <a:pt x="17" y="20"/>
                    <a:pt x="27" y="38"/>
                    <a:pt x="28" y="60"/>
                  </a:cubicBezTo>
                  <a:cubicBezTo>
                    <a:pt x="29" y="74"/>
                    <a:pt x="29" y="89"/>
                    <a:pt x="30" y="104"/>
                  </a:cubicBezTo>
                  <a:cubicBezTo>
                    <a:pt x="31" y="121"/>
                    <a:pt x="36" y="138"/>
                    <a:pt x="35" y="156"/>
                  </a:cubicBezTo>
                  <a:cubicBezTo>
                    <a:pt x="43" y="120"/>
                    <a:pt x="40" y="84"/>
                    <a:pt x="37" y="48"/>
                  </a:cubicBezTo>
                  <a:cubicBezTo>
                    <a:pt x="36" y="39"/>
                    <a:pt x="36" y="31"/>
                    <a:pt x="43" y="24"/>
                  </a:cubicBezTo>
                  <a:cubicBezTo>
                    <a:pt x="49" y="18"/>
                    <a:pt x="64" y="17"/>
                    <a:pt x="65" y="1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7314" name="Freeform 734">
              <a:extLst>
                <a:ext uri="{FF2B5EF4-FFF2-40B4-BE49-F238E27FC236}">
                  <a16:creationId xmlns:a16="http://schemas.microsoft.com/office/drawing/2014/main" id="{48C6C4E2-17DD-4B1F-A0B9-22BCC4C6580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2" y="2133"/>
              <a:ext cx="139" cy="152"/>
            </a:xfrm>
            <a:custGeom>
              <a:avLst/>
              <a:gdLst>
                <a:gd name="T0" fmla="*/ 0 w 130"/>
                <a:gd name="T1" fmla="*/ 1 h 142"/>
                <a:gd name="T2" fmla="*/ 7 w 130"/>
                <a:gd name="T3" fmla="*/ 34 h 142"/>
                <a:gd name="T4" fmla="*/ 28 w 130"/>
                <a:gd name="T5" fmla="*/ 56 h 142"/>
                <a:gd name="T6" fmla="*/ 66 w 130"/>
                <a:gd name="T7" fmla="*/ 100 h 142"/>
                <a:gd name="T8" fmla="*/ 78 w 130"/>
                <a:gd name="T9" fmla="*/ 137 h 142"/>
                <a:gd name="T10" fmla="*/ 95 w 130"/>
                <a:gd name="T11" fmla="*/ 174 h 142"/>
                <a:gd name="T12" fmla="*/ 159 w 130"/>
                <a:gd name="T13" fmla="*/ 115 h 142"/>
                <a:gd name="T14" fmla="*/ 80 w 130"/>
                <a:gd name="T15" fmla="*/ 125 h 142"/>
                <a:gd name="T16" fmla="*/ 93 w 130"/>
                <a:gd name="T17" fmla="*/ 79 h 142"/>
                <a:gd name="T18" fmla="*/ 125 w 130"/>
                <a:gd name="T19" fmla="*/ 54 h 142"/>
                <a:gd name="T20" fmla="*/ 43 w 130"/>
                <a:gd name="T21" fmla="*/ 67 h 142"/>
                <a:gd name="T22" fmla="*/ 19 w 130"/>
                <a:gd name="T23" fmla="*/ 31 h 142"/>
                <a:gd name="T24" fmla="*/ 3 w 130"/>
                <a:gd name="T25" fmla="*/ 0 h 14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30" h="142">
                  <a:moveTo>
                    <a:pt x="0" y="1"/>
                  </a:moveTo>
                  <a:cubicBezTo>
                    <a:pt x="2" y="10"/>
                    <a:pt x="2" y="19"/>
                    <a:pt x="7" y="28"/>
                  </a:cubicBezTo>
                  <a:cubicBezTo>
                    <a:pt x="10" y="35"/>
                    <a:pt x="16" y="40"/>
                    <a:pt x="22" y="46"/>
                  </a:cubicBezTo>
                  <a:cubicBezTo>
                    <a:pt x="32" y="56"/>
                    <a:pt x="48" y="69"/>
                    <a:pt x="54" y="81"/>
                  </a:cubicBezTo>
                  <a:cubicBezTo>
                    <a:pt x="58" y="93"/>
                    <a:pt x="57" y="102"/>
                    <a:pt x="64" y="112"/>
                  </a:cubicBezTo>
                  <a:cubicBezTo>
                    <a:pt x="72" y="122"/>
                    <a:pt x="78" y="128"/>
                    <a:pt x="78" y="142"/>
                  </a:cubicBezTo>
                  <a:cubicBezTo>
                    <a:pt x="81" y="113"/>
                    <a:pt x="112" y="108"/>
                    <a:pt x="130" y="93"/>
                  </a:cubicBezTo>
                  <a:cubicBezTo>
                    <a:pt x="116" y="97"/>
                    <a:pt x="79" y="123"/>
                    <a:pt x="65" y="102"/>
                  </a:cubicBezTo>
                  <a:cubicBezTo>
                    <a:pt x="59" y="92"/>
                    <a:pt x="69" y="72"/>
                    <a:pt x="76" y="64"/>
                  </a:cubicBezTo>
                  <a:cubicBezTo>
                    <a:pt x="83" y="57"/>
                    <a:pt x="96" y="52"/>
                    <a:pt x="102" y="44"/>
                  </a:cubicBezTo>
                  <a:cubicBezTo>
                    <a:pt x="81" y="55"/>
                    <a:pt x="57" y="84"/>
                    <a:pt x="35" y="55"/>
                  </a:cubicBezTo>
                  <a:cubicBezTo>
                    <a:pt x="28" y="46"/>
                    <a:pt x="22" y="35"/>
                    <a:pt x="16" y="25"/>
                  </a:cubicBezTo>
                  <a:cubicBezTo>
                    <a:pt x="12" y="18"/>
                    <a:pt x="2" y="8"/>
                    <a:pt x="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7315" name="Freeform 735">
              <a:extLst>
                <a:ext uri="{FF2B5EF4-FFF2-40B4-BE49-F238E27FC236}">
                  <a16:creationId xmlns:a16="http://schemas.microsoft.com/office/drawing/2014/main" id="{20488329-1037-46B6-A7F9-482D487002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3" y="1937"/>
              <a:ext cx="36" cy="240"/>
            </a:xfrm>
            <a:custGeom>
              <a:avLst/>
              <a:gdLst>
                <a:gd name="T0" fmla="*/ 5 w 34"/>
                <a:gd name="T1" fmla="*/ 108 h 224"/>
                <a:gd name="T2" fmla="*/ 7 w 34"/>
                <a:gd name="T3" fmla="*/ 211 h 224"/>
                <a:gd name="T4" fmla="*/ 14 w 34"/>
                <a:gd name="T5" fmla="*/ 245 h 224"/>
                <a:gd name="T6" fmla="*/ 40 w 34"/>
                <a:gd name="T7" fmla="*/ 275 h 224"/>
                <a:gd name="T8" fmla="*/ 21 w 34"/>
                <a:gd name="T9" fmla="*/ 212 h 224"/>
                <a:gd name="T10" fmla="*/ 19 w 34"/>
                <a:gd name="T11" fmla="*/ 131 h 224"/>
                <a:gd name="T12" fmla="*/ 0 w 34"/>
                <a:gd name="T13" fmla="*/ 0 h 2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4" h="224">
                  <a:moveTo>
                    <a:pt x="5" y="88"/>
                  </a:moveTo>
                  <a:cubicBezTo>
                    <a:pt x="9" y="116"/>
                    <a:pt x="6" y="144"/>
                    <a:pt x="7" y="172"/>
                  </a:cubicBezTo>
                  <a:cubicBezTo>
                    <a:pt x="7" y="181"/>
                    <a:pt x="8" y="191"/>
                    <a:pt x="11" y="200"/>
                  </a:cubicBezTo>
                  <a:cubicBezTo>
                    <a:pt x="15" y="211"/>
                    <a:pt x="25" y="216"/>
                    <a:pt x="34" y="224"/>
                  </a:cubicBezTo>
                  <a:cubicBezTo>
                    <a:pt x="23" y="211"/>
                    <a:pt x="20" y="189"/>
                    <a:pt x="18" y="173"/>
                  </a:cubicBezTo>
                  <a:cubicBezTo>
                    <a:pt x="16" y="151"/>
                    <a:pt x="17" y="128"/>
                    <a:pt x="16" y="106"/>
                  </a:cubicBezTo>
                  <a:cubicBezTo>
                    <a:pt x="13" y="70"/>
                    <a:pt x="14" y="34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7316" name="Freeform 736">
              <a:extLst>
                <a:ext uri="{FF2B5EF4-FFF2-40B4-BE49-F238E27FC236}">
                  <a16:creationId xmlns:a16="http://schemas.microsoft.com/office/drawing/2014/main" id="{F2E63883-C116-4728-98B3-5D92962732A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2" y="2305"/>
              <a:ext cx="50" cy="160"/>
            </a:xfrm>
            <a:custGeom>
              <a:avLst/>
              <a:gdLst>
                <a:gd name="T0" fmla="*/ 23 w 47"/>
                <a:gd name="T1" fmla="*/ 0 h 150"/>
                <a:gd name="T2" fmla="*/ 23 w 47"/>
                <a:gd name="T3" fmla="*/ 86 h 150"/>
                <a:gd name="T4" fmla="*/ 35 w 47"/>
                <a:gd name="T5" fmla="*/ 178 h 150"/>
                <a:gd name="T6" fmla="*/ 56 w 47"/>
                <a:gd name="T7" fmla="*/ 182 h 150"/>
                <a:gd name="T8" fmla="*/ 40 w 47"/>
                <a:gd name="T9" fmla="*/ 134 h 150"/>
                <a:gd name="T10" fmla="*/ 35 w 47"/>
                <a:gd name="T11" fmla="*/ 84 h 150"/>
                <a:gd name="T12" fmla="*/ 23 w 47"/>
                <a:gd name="T13" fmla="*/ 36 h 150"/>
                <a:gd name="T14" fmla="*/ 22 w 47"/>
                <a:gd name="T15" fmla="*/ 0 h 15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7" h="150">
                  <a:moveTo>
                    <a:pt x="20" y="0"/>
                  </a:moveTo>
                  <a:cubicBezTo>
                    <a:pt x="0" y="15"/>
                    <a:pt x="16" y="52"/>
                    <a:pt x="20" y="71"/>
                  </a:cubicBezTo>
                  <a:cubicBezTo>
                    <a:pt x="25" y="96"/>
                    <a:pt x="28" y="121"/>
                    <a:pt x="29" y="147"/>
                  </a:cubicBezTo>
                  <a:cubicBezTo>
                    <a:pt x="35" y="144"/>
                    <a:pt x="41" y="149"/>
                    <a:pt x="47" y="150"/>
                  </a:cubicBezTo>
                  <a:cubicBezTo>
                    <a:pt x="40" y="143"/>
                    <a:pt x="36" y="122"/>
                    <a:pt x="34" y="111"/>
                  </a:cubicBezTo>
                  <a:cubicBezTo>
                    <a:pt x="32" y="97"/>
                    <a:pt x="32" y="83"/>
                    <a:pt x="29" y="69"/>
                  </a:cubicBezTo>
                  <a:cubicBezTo>
                    <a:pt x="27" y="55"/>
                    <a:pt x="22" y="43"/>
                    <a:pt x="20" y="30"/>
                  </a:cubicBezTo>
                  <a:cubicBezTo>
                    <a:pt x="18" y="20"/>
                    <a:pt x="19" y="10"/>
                    <a:pt x="1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7317" name="Freeform 737">
              <a:extLst>
                <a:ext uri="{FF2B5EF4-FFF2-40B4-BE49-F238E27FC236}">
                  <a16:creationId xmlns:a16="http://schemas.microsoft.com/office/drawing/2014/main" id="{263B7CEA-27A8-46E0-A019-36F05832FB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4" y="2404"/>
              <a:ext cx="50" cy="139"/>
            </a:xfrm>
            <a:custGeom>
              <a:avLst/>
              <a:gdLst>
                <a:gd name="T0" fmla="*/ 20 w 47"/>
                <a:gd name="T1" fmla="*/ 0 h 130"/>
                <a:gd name="T2" fmla="*/ 23 w 47"/>
                <a:gd name="T3" fmla="*/ 21 h 130"/>
                <a:gd name="T4" fmla="*/ 34 w 47"/>
                <a:gd name="T5" fmla="*/ 40 h 130"/>
                <a:gd name="T6" fmla="*/ 35 w 47"/>
                <a:gd name="T7" fmla="*/ 76 h 130"/>
                <a:gd name="T8" fmla="*/ 20 w 47"/>
                <a:gd name="T9" fmla="*/ 117 h 130"/>
                <a:gd name="T10" fmla="*/ 0 w 47"/>
                <a:gd name="T11" fmla="*/ 159 h 130"/>
                <a:gd name="T12" fmla="*/ 11 w 47"/>
                <a:gd name="T13" fmla="*/ 139 h 130"/>
                <a:gd name="T14" fmla="*/ 28 w 47"/>
                <a:gd name="T15" fmla="*/ 122 h 130"/>
                <a:gd name="T16" fmla="*/ 49 w 47"/>
                <a:gd name="T17" fmla="*/ 70 h 130"/>
                <a:gd name="T18" fmla="*/ 54 w 47"/>
                <a:gd name="T19" fmla="*/ 49 h 130"/>
                <a:gd name="T20" fmla="*/ 49 w 47"/>
                <a:gd name="T21" fmla="*/ 40 h 130"/>
                <a:gd name="T22" fmla="*/ 22 w 47"/>
                <a:gd name="T23" fmla="*/ 1 h 13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7" h="130">
                  <a:moveTo>
                    <a:pt x="17" y="0"/>
                  </a:moveTo>
                  <a:cubicBezTo>
                    <a:pt x="19" y="6"/>
                    <a:pt x="18" y="12"/>
                    <a:pt x="20" y="18"/>
                  </a:cubicBezTo>
                  <a:cubicBezTo>
                    <a:pt x="22" y="24"/>
                    <a:pt x="25" y="28"/>
                    <a:pt x="28" y="33"/>
                  </a:cubicBezTo>
                  <a:cubicBezTo>
                    <a:pt x="34" y="43"/>
                    <a:pt x="30" y="51"/>
                    <a:pt x="29" y="62"/>
                  </a:cubicBezTo>
                  <a:cubicBezTo>
                    <a:pt x="28" y="77"/>
                    <a:pt x="27" y="85"/>
                    <a:pt x="17" y="95"/>
                  </a:cubicBezTo>
                  <a:cubicBezTo>
                    <a:pt x="8" y="104"/>
                    <a:pt x="1" y="117"/>
                    <a:pt x="0" y="130"/>
                  </a:cubicBezTo>
                  <a:cubicBezTo>
                    <a:pt x="3" y="126"/>
                    <a:pt x="5" y="118"/>
                    <a:pt x="8" y="114"/>
                  </a:cubicBezTo>
                  <a:cubicBezTo>
                    <a:pt x="12" y="109"/>
                    <a:pt x="18" y="104"/>
                    <a:pt x="23" y="100"/>
                  </a:cubicBezTo>
                  <a:cubicBezTo>
                    <a:pt x="39" y="88"/>
                    <a:pt x="39" y="77"/>
                    <a:pt x="40" y="57"/>
                  </a:cubicBezTo>
                  <a:cubicBezTo>
                    <a:pt x="41" y="50"/>
                    <a:pt x="44" y="46"/>
                    <a:pt x="45" y="40"/>
                  </a:cubicBezTo>
                  <a:cubicBezTo>
                    <a:pt x="47" y="32"/>
                    <a:pt x="46" y="36"/>
                    <a:pt x="40" y="33"/>
                  </a:cubicBezTo>
                  <a:cubicBezTo>
                    <a:pt x="30" y="28"/>
                    <a:pt x="23" y="12"/>
                    <a:pt x="19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7318" name="Freeform 738">
              <a:extLst>
                <a:ext uri="{FF2B5EF4-FFF2-40B4-BE49-F238E27FC236}">
                  <a16:creationId xmlns:a16="http://schemas.microsoft.com/office/drawing/2014/main" id="{5FFEAE8A-5349-4123-85E4-D83166CF51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5" y="1958"/>
              <a:ext cx="85" cy="33"/>
            </a:xfrm>
            <a:custGeom>
              <a:avLst/>
              <a:gdLst>
                <a:gd name="T0" fmla="*/ 96 w 80"/>
                <a:gd name="T1" fmla="*/ 0 h 31"/>
                <a:gd name="T2" fmla="*/ 73 w 80"/>
                <a:gd name="T3" fmla="*/ 7 h 31"/>
                <a:gd name="T4" fmla="*/ 49 w 80"/>
                <a:gd name="T5" fmla="*/ 14 h 31"/>
                <a:gd name="T6" fmla="*/ 0 w 80"/>
                <a:gd name="T7" fmla="*/ 33 h 31"/>
                <a:gd name="T8" fmla="*/ 49 w 80"/>
                <a:gd name="T9" fmla="*/ 19 h 31"/>
                <a:gd name="T10" fmla="*/ 71 w 80"/>
                <a:gd name="T11" fmla="*/ 17 h 31"/>
                <a:gd name="T12" fmla="*/ 94 w 80"/>
                <a:gd name="T13" fmla="*/ 4 h 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0" h="31">
                  <a:moveTo>
                    <a:pt x="80" y="0"/>
                  </a:moveTo>
                  <a:cubicBezTo>
                    <a:pt x="74" y="0"/>
                    <a:pt x="68" y="6"/>
                    <a:pt x="61" y="7"/>
                  </a:cubicBezTo>
                  <a:cubicBezTo>
                    <a:pt x="54" y="9"/>
                    <a:pt x="47" y="8"/>
                    <a:pt x="40" y="11"/>
                  </a:cubicBezTo>
                  <a:cubicBezTo>
                    <a:pt x="27" y="15"/>
                    <a:pt x="12" y="20"/>
                    <a:pt x="0" y="27"/>
                  </a:cubicBezTo>
                  <a:cubicBezTo>
                    <a:pt x="13" y="31"/>
                    <a:pt x="28" y="21"/>
                    <a:pt x="40" y="16"/>
                  </a:cubicBezTo>
                  <a:cubicBezTo>
                    <a:pt x="46" y="14"/>
                    <a:pt x="53" y="15"/>
                    <a:pt x="59" y="14"/>
                  </a:cubicBezTo>
                  <a:cubicBezTo>
                    <a:pt x="69" y="13"/>
                    <a:pt x="72" y="9"/>
                    <a:pt x="78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7319" name="Freeform 739">
              <a:extLst>
                <a:ext uri="{FF2B5EF4-FFF2-40B4-BE49-F238E27FC236}">
                  <a16:creationId xmlns:a16="http://schemas.microsoft.com/office/drawing/2014/main" id="{53817825-4198-499D-BF2E-139A2549C56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6" y="2209"/>
              <a:ext cx="167" cy="214"/>
            </a:xfrm>
            <a:custGeom>
              <a:avLst/>
              <a:gdLst>
                <a:gd name="T0" fmla="*/ 189 w 157"/>
                <a:gd name="T1" fmla="*/ 31 h 200"/>
                <a:gd name="T2" fmla="*/ 134 w 157"/>
                <a:gd name="T3" fmla="*/ 33 h 200"/>
                <a:gd name="T4" fmla="*/ 106 w 157"/>
                <a:gd name="T5" fmla="*/ 111 h 200"/>
                <a:gd name="T6" fmla="*/ 0 w 157"/>
                <a:gd name="T7" fmla="*/ 245 h 200"/>
                <a:gd name="T8" fmla="*/ 122 w 157"/>
                <a:gd name="T9" fmla="*/ 120 h 200"/>
                <a:gd name="T10" fmla="*/ 144 w 157"/>
                <a:gd name="T11" fmla="*/ 54 h 200"/>
                <a:gd name="T12" fmla="*/ 178 w 157"/>
                <a:gd name="T13" fmla="*/ 39 h 20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7" h="200">
                  <a:moveTo>
                    <a:pt x="157" y="25"/>
                  </a:moveTo>
                  <a:cubicBezTo>
                    <a:pt x="140" y="12"/>
                    <a:pt x="122" y="0"/>
                    <a:pt x="111" y="27"/>
                  </a:cubicBezTo>
                  <a:cubicBezTo>
                    <a:pt x="103" y="48"/>
                    <a:pt x="99" y="69"/>
                    <a:pt x="88" y="91"/>
                  </a:cubicBezTo>
                  <a:cubicBezTo>
                    <a:pt x="64" y="137"/>
                    <a:pt x="45" y="173"/>
                    <a:pt x="0" y="200"/>
                  </a:cubicBezTo>
                  <a:cubicBezTo>
                    <a:pt x="38" y="197"/>
                    <a:pt x="82" y="128"/>
                    <a:pt x="102" y="98"/>
                  </a:cubicBezTo>
                  <a:cubicBezTo>
                    <a:pt x="114" y="80"/>
                    <a:pt x="112" y="64"/>
                    <a:pt x="119" y="44"/>
                  </a:cubicBezTo>
                  <a:cubicBezTo>
                    <a:pt x="124" y="28"/>
                    <a:pt x="132" y="31"/>
                    <a:pt x="148" y="32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7320" name="Freeform 740">
              <a:extLst>
                <a:ext uri="{FF2B5EF4-FFF2-40B4-BE49-F238E27FC236}">
                  <a16:creationId xmlns:a16="http://schemas.microsoft.com/office/drawing/2014/main" id="{5A5FFA20-914B-4603-8964-1388CD7A21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1" y="2305"/>
              <a:ext cx="141" cy="84"/>
            </a:xfrm>
            <a:custGeom>
              <a:avLst/>
              <a:gdLst>
                <a:gd name="T0" fmla="*/ 52 w 132"/>
                <a:gd name="T1" fmla="*/ 28 h 79"/>
                <a:gd name="T2" fmla="*/ 161 w 132"/>
                <a:gd name="T3" fmla="*/ 3 h 79"/>
                <a:gd name="T4" fmla="*/ 72 w 132"/>
                <a:gd name="T5" fmla="*/ 40 h 79"/>
                <a:gd name="T6" fmla="*/ 0 w 132"/>
                <a:gd name="T7" fmla="*/ 95 h 7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2" h="79">
                  <a:moveTo>
                    <a:pt x="43" y="23"/>
                  </a:moveTo>
                  <a:cubicBezTo>
                    <a:pt x="51" y="0"/>
                    <a:pt x="111" y="2"/>
                    <a:pt x="132" y="3"/>
                  </a:cubicBezTo>
                  <a:cubicBezTo>
                    <a:pt x="104" y="8"/>
                    <a:pt x="82" y="16"/>
                    <a:pt x="59" y="34"/>
                  </a:cubicBezTo>
                  <a:cubicBezTo>
                    <a:pt x="45" y="45"/>
                    <a:pt x="3" y="69"/>
                    <a:pt x="0" y="79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7321" name="Freeform 741">
              <a:extLst>
                <a:ext uri="{FF2B5EF4-FFF2-40B4-BE49-F238E27FC236}">
                  <a16:creationId xmlns:a16="http://schemas.microsoft.com/office/drawing/2014/main" id="{959F3D2D-EF57-42D3-94EC-F74CD8FDF82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0" y="3990"/>
              <a:ext cx="126" cy="87"/>
            </a:xfrm>
            <a:custGeom>
              <a:avLst/>
              <a:gdLst>
                <a:gd name="T0" fmla="*/ 144 w 118"/>
                <a:gd name="T1" fmla="*/ 69 h 81"/>
                <a:gd name="T2" fmla="*/ 114 w 118"/>
                <a:gd name="T3" fmla="*/ 98 h 81"/>
                <a:gd name="T4" fmla="*/ 78 w 118"/>
                <a:gd name="T5" fmla="*/ 85 h 81"/>
                <a:gd name="T6" fmla="*/ 57 w 118"/>
                <a:gd name="T7" fmla="*/ 61 h 81"/>
                <a:gd name="T8" fmla="*/ 35 w 118"/>
                <a:gd name="T9" fmla="*/ 45 h 81"/>
                <a:gd name="T10" fmla="*/ 18 w 118"/>
                <a:gd name="T11" fmla="*/ 18 h 81"/>
                <a:gd name="T12" fmla="*/ 0 w 118"/>
                <a:gd name="T13" fmla="*/ 0 h 81"/>
                <a:gd name="T14" fmla="*/ 36 w 118"/>
                <a:gd name="T15" fmla="*/ 33 h 81"/>
                <a:gd name="T16" fmla="*/ 54 w 118"/>
                <a:gd name="T17" fmla="*/ 46 h 81"/>
                <a:gd name="T18" fmla="*/ 66 w 118"/>
                <a:gd name="T19" fmla="*/ 60 h 81"/>
                <a:gd name="T20" fmla="*/ 104 w 118"/>
                <a:gd name="T21" fmla="*/ 89 h 81"/>
                <a:gd name="T22" fmla="*/ 141 w 118"/>
                <a:gd name="T23" fmla="*/ 71 h 81"/>
                <a:gd name="T24" fmla="*/ 142 w 118"/>
                <a:gd name="T25" fmla="*/ 69 h 8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18" h="81">
                  <a:moveTo>
                    <a:pt x="118" y="56"/>
                  </a:moveTo>
                  <a:cubicBezTo>
                    <a:pt x="118" y="68"/>
                    <a:pt x="104" y="77"/>
                    <a:pt x="94" y="79"/>
                  </a:cubicBezTo>
                  <a:cubicBezTo>
                    <a:pt x="83" y="81"/>
                    <a:pt x="71" y="77"/>
                    <a:pt x="64" y="69"/>
                  </a:cubicBezTo>
                  <a:cubicBezTo>
                    <a:pt x="58" y="63"/>
                    <a:pt x="52" y="56"/>
                    <a:pt x="47" y="49"/>
                  </a:cubicBezTo>
                  <a:cubicBezTo>
                    <a:pt x="41" y="42"/>
                    <a:pt x="36" y="41"/>
                    <a:pt x="29" y="36"/>
                  </a:cubicBezTo>
                  <a:cubicBezTo>
                    <a:pt x="22" y="31"/>
                    <a:pt x="20" y="22"/>
                    <a:pt x="15" y="15"/>
                  </a:cubicBezTo>
                  <a:cubicBezTo>
                    <a:pt x="11" y="10"/>
                    <a:pt x="5" y="4"/>
                    <a:pt x="0" y="0"/>
                  </a:cubicBezTo>
                  <a:cubicBezTo>
                    <a:pt x="12" y="4"/>
                    <a:pt x="21" y="18"/>
                    <a:pt x="30" y="27"/>
                  </a:cubicBezTo>
                  <a:cubicBezTo>
                    <a:pt x="35" y="31"/>
                    <a:pt x="40" y="33"/>
                    <a:pt x="45" y="37"/>
                  </a:cubicBezTo>
                  <a:cubicBezTo>
                    <a:pt x="49" y="40"/>
                    <a:pt x="52" y="44"/>
                    <a:pt x="54" y="48"/>
                  </a:cubicBezTo>
                  <a:cubicBezTo>
                    <a:pt x="62" y="59"/>
                    <a:pt x="71" y="70"/>
                    <a:pt x="85" y="72"/>
                  </a:cubicBezTo>
                  <a:cubicBezTo>
                    <a:pt x="97" y="73"/>
                    <a:pt x="111" y="69"/>
                    <a:pt x="116" y="57"/>
                  </a:cubicBezTo>
                  <a:cubicBezTo>
                    <a:pt x="117" y="57"/>
                    <a:pt x="117" y="56"/>
                    <a:pt x="117" y="5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7322" name="Freeform 742">
              <a:extLst>
                <a:ext uri="{FF2B5EF4-FFF2-40B4-BE49-F238E27FC236}">
                  <a16:creationId xmlns:a16="http://schemas.microsoft.com/office/drawing/2014/main" id="{B0414694-E7A3-4000-A19E-CAE6A93CE0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2" y="4015"/>
              <a:ext cx="24" cy="29"/>
            </a:xfrm>
            <a:custGeom>
              <a:avLst/>
              <a:gdLst>
                <a:gd name="T0" fmla="*/ 28 w 22"/>
                <a:gd name="T1" fmla="*/ 30 h 27"/>
                <a:gd name="T2" fmla="*/ 27 w 22"/>
                <a:gd name="T3" fmla="*/ 0 h 27"/>
                <a:gd name="T4" fmla="*/ 0 w 22"/>
                <a:gd name="T5" fmla="*/ 12 h 27"/>
                <a:gd name="T6" fmla="*/ 16 w 22"/>
                <a:gd name="T7" fmla="*/ 20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27">
                  <a:moveTo>
                    <a:pt x="22" y="24"/>
                  </a:moveTo>
                  <a:cubicBezTo>
                    <a:pt x="18" y="27"/>
                    <a:pt x="19" y="4"/>
                    <a:pt x="21" y="0"/>
                  </a:cubicBezTo>
                  <a:cubicBezTo>
                    <a:pt x="18" y="8"/>
                    <a:pt x="8" y="14"/>
                    <a:pt x="0" y="9"/>
                  </a:cubicBezTo>
                  <a:cubicBezTo>
                    <a:pt x="4" y="12"/>
                    <a:pt x="8" y="15"/>
                    <a:pt x="13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7323" name="Freeform 743">
              <a:extLst>
                <a:ext uri="{FF2B5EF4-FFF2-40B4-BE49-F238E27FC236}">
                  <a16:creationId xmlns:a16="http://schemas.microsoft.com/office/drawing/2014/main" id="{AF93049F-3D2B-4128-9108-3F89940D3A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6" y="4037"/>
              <a:ext cx="25" cy="22"/>
            </a:xfrm>
            <a:custGeom>
              <a:avLst/>
              <a:gdLst>
                <a:gd name="T0" fmla="*/ 2 w 23"/>
                <a:gd name="T1" fmla="*/ 12 h 20"/>
                <a:gd name="T2" fmla="*/ 0 w 23"/>
                <a:gd name="T3" fmla="*/ 26 h 20"/>
                <a:gd name="T4" fmla="*/ 20 w 23"/>
                <a:gd name="T5" fmla="*/ 22 h 20"/>
                <a:gd name="T6" fmla="*/ 29 w 23"/>
                <a:gd name="T7" fmla="*/ 0 h 20"/>
                <a:gd name="T8" fmla="*/ 18 w 23"/>
                <a:gd name="T9" fmla="*/ 12 h 20"/>
                <a:gd name="T10" fmla="*/ 1 w 23"/>
                <a:gd name="T11" fmla="*/ 15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" h="20">
                  <a:moveTo>
                    <a:pt x="2" y="9"/>
                  </a:moveTo>
                  <a:cubicBezTo>
                    <a:pt x="2" y="13"/>
                    <a:pt x="0" y="16"/>
                    <a:pt x="0" y="20"/>
                  </a:cubicBezTo>
                  <a:cubicBezTo>
                    <a:pt x="5" y="20"/>
                    <a:pt x="11" y="18"/>
                    <a:pt x="16" y="16"/>
                  </a:cubicBezTo>
                  <a:cubicBezTo>
                    <a:pt x="21" y="12"/>
                    <a:pt x="23" y="7"/>
                    <a:pt x="23" y="0"/>
                  </a:cubicBezTo>
                  <a:cubicBezTo>
                    <a:pt x="21" y="4"/>
                    <a:pt x="19" y="7"/>
                    <a:pt x="15" y="9"/>
                  </a:cubicBezTo>
                  <a:cubicBezTo>
                    <a:pt x="10" y="13"/>
                    <a:pt x="7" y="11"/>
                    <a:pt x="1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7324" name="Freeform 744">
              <a:extLst>
                <a:ext uri="{FF2B5EF4-FFF2-40B4-BE49-F238E27FC236}">
                  <a16:creationId xmlns:a16="http://schemas.microsoft.com/office/drawing/2014/main" id="{124212A2-50B5-4CD6-8803-E2FF75611C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7" y="4020"/>
              <a:ext cx="14" cy="22"/>
            </a:xfrm>
            <a:custGeom>
              <a:avLst/>
              <a:gdLst>
                <a:gd name="T0" fmla="*/ 0 w 13"/>
                <a:gd name="T1" fmla="*/ 13 h 20"/>
                <a:gd name="T2" fmla="*/ 3 w 13"/>
                <a:gd name="T3" fmla="*/ 26 h 20"/>
                <a:gd name="T4" fmla="*/ 14 w 13"/>
                <a:gd name="T5" fmla="*/ 15 h 20"/>
                <a:gd name="T6" fmla="*/ 16 w 13"/>
                <a:gd name="T7" fmla="*/ 9 h 20"/>
                <a:gd name="T8" fmla="*/ 14 w 13"/>
                <a:gd name="T9" fmla="*/ 0 h 20"/>
                <a:gd name="T10" fmla="*/ 11 w 13"/>
                <a:gd name="T11" fmla="*/ 11 h 20"/>
                <a:gd name="T12" fmla="*/ 2 w 13"/>
                <a:gd name="T13" fmla="*/ 17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20">
                  <a:moveTo>
                    <a:pt x="0" y="10"/>
                  </a:moveTo>
                  <a:cubicBezTo>
                    <a:pt x="2" y="11"/>
                    <a:pt x="3" y="17"/>
                    <a:pt x="3" y="20"/>
                  </a:cubicBezTo>
                  <a:cubicBezTo>
                    <a:pt x="6" y="19"/>
                    <a:pt x="9" y="15"/>
                    <a:pt x="11" y="12"/>
                  </a:cubicBezTo>
                  <a:cubicBezTo>
                    <a:pt x="12" y="11"/>
                    <a:pt x="13" y="8"/>
                    <a:pt x="13" y="6"/>
                  </a:cubicBezTo>
                  <a:cubicBezTo>
                    <a:pt x="13" y="4"/>
                    <a:pt x="12" y="2"/>
                    <a:pt x="11" y="0"/>
                  </a:cubicBezTo>
                  <a:cubicBezTo>
                    <a:pt x="10" y="1"/>
                    <a:pt x="9" y="6"/>
                    <a:pt x="8" y="8"/>
                  </a:cubicBezTo>
                  <a:cubicBezTo>
                    <a:pt x="7" y="10"/>
                    <a:pt x="4" y="13"/>
                    <a:pt x="2" y="1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7325" name="Freeform 745">
              <a:extLst>
                <a:ext uri="{FF2B5EF4-FFF2-40B4-BE49-F238E27FC236}">
                  <a16:creationId xmlns:a16="http://schemas.microsoft.com/office/drawing/2014/main" id="{6CA6C5C0-67D4-47C4-AA31-422BF170BE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4" y="3999"/>
              <a:ext cx="7" cy="14"/>
            </a:xfrm>
            <a:custGeom>
              <a:avLst/>
              <a:gdLst>
                <a:gd name="T0" fmla="*/ 2 w 6"/>
                <a:gd name="T1" fmla="*/ 16 h 13"/>
                <a:gd name="T2" fmla="*/ 9 w 6"/>
                <a:gd name="T3" fmla="*/ 0 h 13"/>
                <a:gd name="T4" fmla="*/ 0 w 6"/>
                <a:gd name="T5" fmla="*/ 12 h 13"/>
                <a:gd name="T6" fmla="*/ 1 w 6"/>
                <a:gd name="T7" fmla="*/ 15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13">
                  <a:moveTo>
                    <a:pt x="2" y="13"/>
                  </a:moveTo>
                  <a:cubicBezTo>
                    <a:pt x="6" y="13"/>
                    <a:pt x="6" y="3"/>
                    <a:pt x="6" y="0"/>
                  </a:cubicBezTo>
                  <a:cubicBezTo>
                    <a:pt x="4" y="3"/>
                    <a:pt x="4" y="8"/>
                    <a:pt x="0" y="9"/>
                  </a:cubicBezTo>
                  <a:cubicBezTo>
                    <a:pt x="0" y="11"/>
                    <a:pt x="1" y="12"/>
                    <a:pt x="1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7326" name="Freeform 746">
              <a:extLst>
                <a:ext uri="{FF2B5EF4-FFF2-40B4-BE49-F238E27FC236}">
                  <a16:creationId xmlns:a16="http://schemas.microsoft.com/office/drawing/2014/main" id="{B4304DE9-2CF5-4AEB-A50F-1C06749D98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1" y="3987"/>
              <a:ext cx="21" cy="24"/>
            </a:xfrm>
            <a:custGeom>
              <a:avLst/>
              <a:gdLst>
                <a:gd name="T0" fmla="*/ 1 w 20"/>
                <a:gd name="T1" fmla="*/ 0 h 22"/>
                <a:gd name="T2" fmla="*/ 8 w 20"/>
                <a:gd name="T3" fmla="*/ 17 h 22"/>
                <a:gd name="T4" fmla="*/ 23 w 20"/>
                <a:gd name="T5" fmla="*/ 28 h 22"/>
                <a:gd name="T6" fmla="*/ 9 w 20"/>
                <a:gd name="T7" fmla="*/ 13 h 22"/>
                <a:gd name="T8" fmla="*/ 5 w 20"/>
                <a:gd name="T9" fmla="*/ 4 h 22"/>
                <a:gd name="T10" fmla="*/ 1 w 20"/>
                <a:gd name="T11" fmla="*/ 0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" h="22">
                  <a:moveTo>
                    <a:pt x="1" y="0"/>
                  </a:moveTo>
                  <a:cubicBezTo>
                    <a:pt x="0" y="4"/>
                    <a:pt x="5" y="10"/>
                    <a:pt x="8" y="14"/>
                  </a:cubicBezTo>
                  <a:cubicBezTo>
                    <a:pt x="10" y="18"/>
                    <a:pt x="15" y="22"/>
                    <a:pt x="20" y="22"/>
                  </a:cubicBezTo>
                  <a:cubicBezTo>
                    <a:pt x="15" y="21"/>
                    <a:pt x="12" y="14"/>
                    <a:pt x="9" y="10"/>
                  </a:cubicBezTo>
                  <a:cubicBezTo>
                    <a:pt x="8" y="8"/>
                    <a:pt x="7" y="6"/>
                    <a:pt x="5" y="4"/>
                  </a:cubicBezTo>
                  <a:cubicBezTo>
                    <a:pt x="4" y="2"/>
                    <a:pt x="2" y="1"/>
                    <a:pt x="1" y="0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7327" name="Freeform 747">
              <a:extLst>
                <a:ext uri="{FF2B5EF4-FFF2-40B4-BE49-F238E27FC236}">
                  <a16:creationId xmlns:a16="http://schemas.microsoft.com/office/drawing/2014/main" id="{C4C3F9FE-B714-40D5-A7D6-85EE7AC3D02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4" y="3973"/>
              <a:ext cx="26" cy="19"/>
            </a:xfrm>
            <a:custGeom>
              <a:avLst/>
              <a:gdLst>
                <a:gd name="T0" fmla="*/ 0 w 25"/>
                <a:gd name="T1" fmla="*/ 0 h 18"/>
                <a:gd name="T2" fmla="*/ 12 w 25"/>
                <a:gd name="T3" fmla="*/ 15 h 18"/>
                <a:gd name="T4" fmla="*/ 22 w 25"/>
                <a:gd name="T5" fmla="*/ 18 h 18"/>
                <a:gd name="T6" fmla="*/ 28 w 25"/>
                <a:gd name="T7" fmla="*/ 21 h 18"/>
                <a:gd name="T8" fmla="*/ 2 w 25"/>
                <a:gd name="T9" fmla="*/ 0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18">
                  <a:moveTo>
                    <a:pt x="0" y="0"/>
                  </a:moveTo>
                  <a:cubicBezTo>
                    <a:pt x="2" y="6"/>
                    <a:pt x="8" y="9"/>
                    <a:pt x="12" y="12"/>
                  </a:cubicBezTo>
                  <a:cubicBezTo>
                    <a:pt x="15" y="13"/>
                    <a:pt x="17" y="14"/>
                    <a:pt x="19" y="15"/>
                  </a:cubicBezTo>
                  <a:cubicBezTo>
                    <a:pt x="21" y="16"/>
                    <a:pt x="23" y="17"/>
                    <a:pt x="25" y="18"/>
                  </a:cubicBezTo>
                  <a:cubicBezTo>
                    <a:pt x="17" y="11"/>
                    <a:pt x="8" y="8"/>
                    <a:pt x="2" y="0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7328" name="Freeform 748">
              <a:extLst>
                <a:ext uri="{FF2B5EF4-FFF2-40B4-BE49-F238E27FC236}">
                  <a16:creationId xmlns:a16="http://schemas.microsoft.com/office/drawing/2014/main" id="{C1F89972-A824-4121-92BD-DDB2F020E2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1" y="3999"/>
              <a:ext cx="19" cy="15"/>
            </a:xfrm>
            <a:custGeom>
              <a:avLst/>
              <a:gdLst>
                <a:gd name="T0" fmla="*/ 1 w 18"/>
                <a:gd name="T1" fmla="*/ 1 h 14"/>
                <a:gd name="T2" fmla="*/ 21 w 18"/>
                <a:gd name="T3" fmla="*/ 17 h 14"/>
                <a:gd name="T4" fmla="*/ 13 w 18"/>
                <a:gd name="T5" fmla="*/ 10 h 14"/>
                <a:gd name="T6" fmla="*/ 0 w 18"/>
                <a:gd name="T7" fmla="*/ 0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14">
                  <a:moveTo>
                    <a:pt x="1" y="1"/>
                  </a:moveTo>
                  <a:cubicBezTo>
                    <a:pt x="4" y="8"/>
                    <a:pt x="11" y="14"/>
                    <a:pt x="18" y="14"/>
                  </a:cubicBezTo>
                  <a:cubicBezTo>
                    <a:pt x="15" y="13"/>
                    <a:pt x="13" y="9"/>
                    <a:pt x="10" y="7"/>
                  </a:cubicBezTo>
                  <a:cubicBezTo>
                    <a:pt x="7" y="5"/>
                    <a:pt x="3" y="3"/>
                    <a:pt x="0" y="0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7329" name="Freeform 749">
              <a:extLst>
                <a:ext uri="{FF2B5EF4-FFF2-40B4-BE49-F238E27FC236}">
                  <a16:creationId xmlns:a16="http://schemas.microsoft.com/office/drawing/2014/main" id="{02717F3C-C859-4BB2-8E3B-990A0933A6C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5" y="3721"/>
              <a:ext cx="106" cy="239"/>
            </a:xfrm>
            <a:custGeom>
              <a:avLst/>
              <a:gdLst>
                <a:gd name="T0" fmla="*/ 59 w 99"/>
                <a:gd name="T1" fmla="*/ 0 h 224"/>
                <a:gd name="T2" fmla="*/ 37 w 99"/>
                <a:gd name="T3" fmla="*/ 13 h 224"/>
                <a:gd name="T4" fmla="*/ 13 w 99"/>
                <a:gd name="T5" fmla="*/ 23 h 224"/>
                <a:gd name="T6" fmla="*/ 2 w 99"/>
                <a:gd name="T7" fmla="*/ 62 h 224"/>
                <a:gd name="T8" fmla="*/ 33 w 99"/>
                <a:gd name="T9" fmla="*/ 128 h 224"/>
                <a:gd name="T10" fmla="*/ 49 w 99"/>
                <a:gd name="T11" fmla="*/ 163 h 224"/>
                <a:gd name="T12" fmla="*/ 37 w 99"/>
                <a:gd name="T13" fmla="*/ 202 h 224"/>
                <a:gd name="T14" fmla="*/ 77 w 99"/>
                <a:gd name="T15" fmla="*/ 265 h 224"/>
                <a:gd name="T16" fmla="*/ 102 w 99"/>
                <a:gd name="T17" fmla="*/ 271 h 224"/>
                <a:gd name="T18" fmla="*/ 115 w 99"/>
                <a:gd name="T19" fmla="*/ 272 h 224"/>
                <a:gd name="T20" fmla="*/ 121 w 99"/>
                <a:gd name="T21" fmla="*/ 270 h 224"/>
                <a:gd name="T22" fmla="*/ 93 w 99"/>
                <a:gd name="T23" fmla="*/ 260 h 224"/>
                <a:gd name="T24" fmla="*/ 70 w 99"/>
                <a:gd name="T25" fmla="*/ 240 h 224"/>
                <a:gd name="T26" fmla="*/ 58 w 99"/>
                <a:gd name="T27" fmla="*/ 213 h 224"/>
                <a:gd name="T28" fmla="*/ 59 w 99"/>
                <a:gd name="T29" fmla="*/ 179 h 224"/>
                <a:gd name="T30" fmla="*/ 60 w 99"/>
                <a:gd name="T31" fmla="*/ 155 h 224"/>
                <a:gd name="T32" fmla="*/ 60 w 99"/>
                <a:gd name="T33" fmla="*/ 139 h 224"/>
                <a:gd name="T34" fmla="*/ 67 w 99"/>
                <a:gd name="T35" fmla="*/ 134 h 224"/>
                <a:gd name="T36" fmla="*/ 79 w 99"/>
                <a:gd name="T37" fmla="*/ 128 h 224"/>
                <a:gd name="T38" fmla="*/ 110 w 99"/>
                <a:gd name="T39" fmla="*/ 113 h 224"/>
                <a:gd name="T40" fmla="*/ 62 w 99"/>
                <a:gd name="T41" fmla="*/ 131 h 224"/>
                <a:gd name="T42" fmla="*/ 46 w 99"/>
                <a:gd name="T43" fmla="*/ 124 h 224"/>
                <a:gd name="T44" fmla="*/ 22 w 99"/>
                <a:gd name="T45" fmla="*/ 101 h 224"/>
                <a:gd name="T46" fmla="*/ 15 w 99"/>
                <a:gd name="T47" fmla="*/ 74 h 224"/>
                <a:gd name="T48" fmla="*/ 12 w 99"/>
                <a:gd name="T49" fmla="*/ 42 h 224"/>
                <a:gd name="T50" fmla="*/ 36 w 99"/>
                <a:gd name="T51" fmla="*/ 18 h 224"/>
                <a:gd name="T52" fmla="*/ 60 w 99"/>
                <a:gd name="T53" fmla="*/ 5 h 224"/>
                <a:gd name="T54" fmla="*/ 60 w 99"/>
                <a:gd name="T55" fmla="*/ 3 h 224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99" h="224">
                  <a:moveTo>
                    <a:pt x="48" y="0"/>
                  </a:moveTo>
                  <a:cubicBezTo>
                    <a:pt x="43" y="4"/>
                    <a:pt x="37" y="7"/>
                    <a:pt x="31" y="10"/>
                  </a:cubicBezTo>
                  <a:cubicBezTo>
                    <a:pt x="24" y="13"/>
                    <a:pt x="16" y="16"/>
                    <a:pt x="10" y="20"/>
                  </a:cubicBezTo>
                  <a:cubicBezTo>
                    <a:pt x="2" y="26"/>
                    <a:pt x="3" y="42"/>
                    <a:pt x="2" y="51"/>
                  </a:cubicBezTo>
                  <a:cubicBezTo>
                    <a:pt x="0" y="73"/>
                    <a:pt x="8" y="92"/>
                    <a:pt x="27" y="105"/>
                  </a:cubicBezTo>
                  <a:cubicBezTo>
                    <a:pt x="38" y="113"/>
                    <a:pt x="41" y="120"/>
                    <a:pt x="40" y="134"/>
                  </a:cubicBezTo>
                  <a:cubicBezTo>
                    <a:pt x="39" y="145"/>
                    <a:pt x="34" y="156"/>
                    <a:pt x="31" y="166"/>
                  </a:cubicBezTo>
                  <a:cubicBezTo>
                    <a:pt x="26" y="188"/>
                    <a:pt x="42" y="211"/>
                    <a:pt x="63" y="217"/>
                  </a:cubicBezTo>
                  <a:cubicBezTo>
                    <a:pt x="70" y="219"/>
                    <a:pt x="76" y="223"/>
                    <a:pt x="83" y="223"/>
                  </a:cubicBezTo>
                  <a:cubicBezTo>
                    <a:pt x="86" y="223"/>
                    <a:pt x="90" y="224"/>
                    <a:pt x="93" y="224"/>
                  </a:cubicBezTo>
                  <a:cubicBezTo>
                    <a:pt x="95" y="224"/>
                    <a:pt x="97" y="222"/>
                    <a:pt x="99" y="222"/>
                  </a:cubicBezTo>
                  <a:cubicBezTo>
                    <a:pt x="92" y="222"/>
                    <a:pt x="83" y="217"/>
                    <a:pt x="76" y="215"/>
                  </a:cubicBezTo>
                  <a:cubicBezTo>
                    <a:pt x="68" y="211"/>
                    <a:pt x="62" y="206"/>
                    <a:pt x="57" y="198"/>
                  </a:cubicBezTo>
                  <a:cubicBezTo>
                    <a:pt x="52" y="191"/>
                    <a:pt x="47" y="184"/>
                    <a:pt x="47" y="175"/>
                  </a:cubicBezTo>
                  <a:cubicBezTo>
                    <a:pt x="46" y="166"/>
                    <a:pt x="47" y="156"/>
                    <a:pt x="48" y="147"/>
                  </a:cubicBezTo>
                  <a:cubicBezTo>
                    <a:pt x="49" y="140"/>
                    <a:pt x="50" y="134"/>
                    <a:pt x="49" y="127"/>
                  </a:cubicBezTo>
                  <a:cubicBezTo>
                    <a:pt x="49" y="123"/>
                    <a:pt x="47" y="117"/>
                    <a:pt x="49" y="114"/>
                  </a:cubicBezTo>
                  <a:cubicBezTo>
                    <a:pt x="50" y="112"/>
                    <a:pt x="53" y="112"/>
                    <a:pt x="55" y="111"/>
                  </a:cubicBezTo>
                  <a:cubicBezTo>
                    <a:pt x="58" y="109"/>
                    <a:pt x="61" y="107"/>
                    <a:pt x="64" y="105"/>
                  </a:cubicBezTo>
                  <a:cubicBezTo>
                    <a:pt x="73" y="100"/>
                    <a:pt x="81" y="96"/>
                    <a:pt x="90" y="93"/>
                  </a:cubicBezTo>
                  <a:cubicBezTo>
                    <a:pt x="75" y="93"/>
                    <a:pt x="64" y="104"/>
                    <a:pt x="50" y="108"/>
                  </a:cubicBezTo>
                  <a:cubicBezTo>
                    <a:pt x="44" y="110"/>
                    <a:pt x="41" y="107"/>
                    <a:pt x="37" y="102"/>
                  </a:cubicBezTo>
                  <a:cubicBezTo>
                    <a:pt x="31" y="96"/>
                    <a:pt x="23" y="90"/>
                    <a:pt x="19" y="83"/>
                  </a:cubicBezTo>
                  <a:cubicBezTo>
                    <a:pt x="15" y="76"/>
                    <a:pt x="14" y="68"/>
                    <a:pt x="12" y="61"/>
                  </a:cubicBezTo>
                  <a:cubicBezTo>
                    <a:pt x="10" y="53"/>
                    <a:pt x="5" y="44"/>
                    <a:pt x="9" y="35"/>
                  </a:cubicBezTo>
                  <a:cubicBezTo>
                    <a:pt x="13" y="27"/>
                    <a:pt x="23" y="20"/>
                    <a:pt x="30" y="15"/>
                  </a:cubicBezTo>
                  <a:cubicBezTo>
                    <a:pt x="36" y="10"/>
                    <a:pt x="42" y="6"/>
                    <a:pt x="49" y="5"/>
                  </a:cubicBezTo>
                  <a:cubicBezTo>
                    <a:pt x="49" y="4"/>
                    <a:pt x="49" y="4"/>
                    <a:pt x="49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7330" name="Freeform 750">
              <a:extLst>
                <a:ext uri="{FF2B5EF4-FFF2-40B4-BE49-F238E27FC236}">
                  <a16:creationId xmlns:a16="http://schemas.microsoft.com/office/drawing/2014/main" id="{EC16B70F-CD4B-401B-91FC-F44566612E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3" y="1618"/>
              <a:ext cx="132" cy="269"/>
            </a:xfrm>
            <a:custGeom>
              <a:avLst/>
              <a:gdLst>
                <a:gd name="T0" fmla="*/ 7 w 124"/>
                <a:gd name="T1" fmla="*/ 77 h 252"/>
                <a:gd name="T2" fmla="*/ 38 w 124"/>
                <a:gd name="T3" fmla="*/ 157 h 252"/>
                <a:gd name="T4" fmla="*/ 40 w 124"/>
                <a:gd name="T5" fmla="*/ 195 h 252"/>
                <a:gd name="T6" fmla="*/ 36 w 124"/>
                <a:gd name="T7" fmla="*/ 222 h 252"/>
                <a:gd name="T8" fmla="*/ 67 w 124"/>
                <a:gd name="T9" fmla="*/ 287 h 252"/>
                <a:gd name="T10" fmla="*/ 96 w 124"/>
                <a:gd name="T11" fmla="*/ 306 h 252"/>
                <a:gd name="T12" fmla="*/ 150 w 124"/>
                <a:gd name="T13" fmla="*/ 294 h 252"/>
                <a:gd name="T14" fmla="*/ 111 w 124"/>
                <a:gd name="T15" fmla="*/ 278 h 252"/>
                <a:gd name="T16" fmla="*/ 96 w 124"/>
                <a:gd name="T17" fmla="*/ 231 h 252"/>
                <a:gd name="T18" fmla="*/ 82 w 124"/>
                <a:gd name="T19" fmla="*/ 174 h 252"/>
                <a:gd name="T20" fmla="*/ 53 w 124"/>
                <a:gd name="T21" fmla="*/ 106 h 252"/>
                <a:gd name="T22" fmla="*/ 18 w 124"/>
                <a:gd name="T23" fmla="*/ 18 h 252"/>
                <a:gd name="T24" fmla="*/ 12 w 124"/>
                <a:gd name="T25" fmla="*/ 13 h 252"/>
                <a:gd name="T26" fmla="*/ 0 w 124"/>
                <a:gd name="T27" fmla="*/ 45 h 25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24" h="252">
                  <a:moveTo>
                    <a:pt x="7" y="63"/>
                  </a:moveTo>
                  <a:cubicBezTo>
                    <a:pt x="21" y="80"/>
                    <a:pt x="29" y="106"/>
                    <a:pt x="32" y="129"/>
                  </a:cubicBezTo>
                  <a:cubicBezTo>
                    <a:pt x="33" y="139"/>
                    <a:pt x="34" y="149"/>
                    <a:pt x="34" y="160"/>
                  </a:cubicBezTo>
                  <a:cubicBezTo>
                    <a:pt x="34" y="168"/>
                    <a:pt x="30" y="175"/>
                    <a:pt x="30" y="183"/>
                  </a:cubicBezTo>
                  <a:cubicBezTo>
                    <a:pt x="29" y="199"/>
                    <a:pt x="47" y="224"/>
                    <a:pt x="55" y="236"/>
                  </a:cubicBezTo>
                  <a:cubicBezTo>
                    <a:pt x="62" y="245"/>
                    <a:pt x="69" y="252"/>
                    <a:pt x="80" y="252"/>
                  </a:cubicBezTo>
                  <a:cubicBezTo>
                    <a:pt x="95" y="252"/>
                    <a:pt x="110" y="241"/>
                    <a:pt x="124" y="242"/>
                  </a:cubicBezTo>
                  <a:cubicBezTo>
                    <a:pt x="115" y="239"/>
                    <a:pt x="99" y="236"/>
                    <a:pt x="92" y="229"/>
                  </a:cubicBezTo>
                  <a:cubicBezTo>
                    <a:pt x="82" y="219"/>
                    <a:pt x="80" y="201"/>
                    <a:pt x="80" y="189"/>
                  </a:cubicBezTo>
                  <a:cubicBezTo>
                    <a:pt x="79" y="172"/>
                    <a:pt x="75" y="158"/>
                    <a:pt x="68" y="143"/>
                  </a:cubicBezTo>
                  <a:cubicBezTo>
                    <a:pt x="59" y="125"/>
                    <a:pt x="54" y="105"/>
                    <a:pt x="44" y="87"/>
                  </a:cubicBezTo>
                  <a:cubicBezTo>
                    <a:pt x="31" y="65"/>
                    <a:pt x="13" y="41"/>
                    <a:pt x="15" y="15"/>
                  </a:cubicBezTo>
                  <a:cubicBezTo>
                    <a:pt x="16" y="6"/>
                    <a:pt x="17" y="0"/>
                    <a:pt x="9" y="10"/>
                  </a:cubicBezTo>
                  <a:cubicBezTo>
                    <a:pt x="3" y="17"/>
                    <a:pt x="0" y="28"/>
                    <a:pt x="0" y="37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7331" name="Freeform 751">
              <a:extLst>
                <a:ext uri="{FF2B5EF4-FFF2-40B4-BE49-F238E27FC236}">
                  <a16:creationId xmlns:a16="http://schemas.microsoft.com/office/drawing/2014/main" id="{AB7C276A-5EB6-46F0-8F12-A238C00A8D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7" y="1995"/>
              <a:ext cx="109" cy="247"/>
            </a:xfrm>
            <a:custGeom>
              <a:avLst/>
              <a:gdLst>
                <a:gd name="T0" fmla="*/ 5 w 102"/>
                <a:gd name="T1" fmla="*/ 0 h 231"/>
                <a:gd name="T2" fmla="*/ 124 w 102"/>
                <a:gd name="T3" fmla="*/ 213 h 231"/>
                <a:gd name="T4" fmla="*/ 91 w 102"/>
                <a:gd name="T5" fmla="*/ 238 h 231"/>
                <a:gd name="T6" fmla="*/ 73 w 102"/>
                <a:gd name="T7" fmla="*/ 246 h 231"/>
                <a:gd name="T8" fmla="*/ 29 w 102"/>
                <a:gd name="T9" fmla="*/ 202 h 231"/>
                <a:gd name="T10" fmla="*/ 11 w 102"/>
                <a:gd name="T11" fmla="*/ 143 h 231"/>
                <a:gd name="T12" fmla="*/ 7 w 102"/>
                <a:gd name="T13" fmla="*/ 70 h 2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2" h="231">
                  <a:moveTo>
                    <a:pt x="5" y="0"/>
                  </a:moveTo>
                  <a:cubicBezTo>
                    <a:pt x="13" y="34"/>
                    <a:pt x="18" y="231"/>
                    <a:pt x="102" y="174"/>
                  </a:cubicBezTo>
                  <a:cubicBezTo>
                    <a:pt x="93" y="181"/>
                    <a:pt x="84" y="188"/>
                    <a:pt x="75" y="195"/>
                  </a:cubicBezTo>
                  <a:cubicBezTo>
                    <a:pt x="70" y="199"/>
                    <a:pt x="67" y="202"/>
                    <a:pt x="60" y="201"/>
                  </a:cubicBezTo>
                  <a:cubicBezTo>
                    <a:pt x="45" y="198"/>
                    <a:pt x="32" y="177"/>
                    <a:pt x="23" y="166"/>
                  </a:cubicBezTo>
                  <a:cubicBezTo>
                    <a:pt x="11" y="150"/>
                    <a:pt x="8" y="138"/>
                    <a:pt x="8" y="117"/>
                  </a:cubicBezTo>
                  <a:cubicBezTo>
                    <a:pt x="7" y="99"/>
                    <a:pt x="0" y="75"/>
                    <a:pt x="7" y="5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7332" name="Freeform 752">
              <a:extLst>
                <a:ext uri="{FF2B5EF4-FFF2-40B4-BE49-F238E27FC236}">
                  <a16:creationId xmlns:a16="http://schemas.microsoft.com/office/drawing/2014/main" id="{9CDF6E3B-A475-4CEC-A2FD-782602122D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0" y="3930"/>
              <a:ext cx="146" cy="62"/>
            </a:xfrm>
            <a:custGeom>
              <a:avLst/>
              <a:gdLst>
                <a:gd name="T0" fmla="*/ 166 w 137"/>
                <a:gd name="T1" fmla="*/ 66 h 58"/>
                <a:gd name="T2" fmla="*/ 114 w 137"/>
                <a:gd name="T3" fmla="*/ 21 h 58"/>
                <a:gd name="T4" fmla="*/ 74 w 137"/>
                <a:gd name="T5" fmla="*/ 1 h 58"/>
                <a:gd name="T6" fmla="*/ 0 w 137"/>
                <a:gd name="T7" fmla="*/ 24 h 58"/>
                <a:gd name="T8" fmla="*/ 35 w 137"/>
                <a:gd name="T9" fmla="*/ 41 h 58"/>
                <a:gd name="T10" fmla="*/ 80 w 137"/>
                <a:gd name="T11" fmla="*/ 46 h 58"/>
                <a:gd name="T12" fmla="*/ 165 w 137"/>
                <a:gd name="T13" fmla="*/ 67 h 5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7" h="58">
                  <a:moveTo>
                    <a:pt x="137" y="54"/>
                  </a:moveTo>
                  <a:cubicBezTo>
                    <a:pt x="125" y="58"/>
                    <a:pt x="101" y="25"/>
                    <a:pt x="94" y="18"/>
                  </a:cubicBezTo>
                  <a:cubicBezTo>
                    <a:pt x="84" y="7"/>
                    <a:pt x="76" y="0"/>
                    <a:pt x="61" y="1"/>
                  </a:cubicBezTo>
                  <a:cubicBezTo>
                    <a:pt x="40" y="3"/>
                    <a:pt x="22" y="19"/>
                    <a:pt x="0" y="20"/>
                  </a:cubicBezTo>
                  <a:cubicBezTo>
                    <a:pt x="8" y="25"/>
                    <a:pt x="19" y="32"/>
                    <a:pt x="29" y="34"/>
                  </a:cubicBezTo>
                  <a:cubicBezTo>
                    <a:pt x="41" y="37"/>
                    <a:pt x="54" y="37"/>
                    <a:pt x="66" y="37"/>
                  </a:cubicBezTo>
                  <a:cubicBezTo>
                    <a:pt x="90" y="37"/>
                    <a:pt x="115" y="45"/>
                    <a:pt x="136" y="5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7333" name="Freeform 753">
              <a:extLst>
                <a:ext uri="{FF2B5EF4-FFF2-40B4-BE49-F238E27FC236}">
                  <a16:creationId xmlns:a16="http://schemas.microsoft.com/office/drawing/2014/main" id="{5A387243-F9AE-4032-B749-C30ED286C5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1" y="3781"/>
              <a:ext cx="81" cy="62"/>
            </a:xfrm>
            <a:custGeom>
              <a:avLst/>
              <a:gdLst>
                <a:gd name="T0" fmla="*/ 94 w 75"/>
                <a:gd name="T1" fmla="*/ 48 h 58"/>
                <a:gd name="T2" fmla="*/ 67 w 75"/>
                <a:gd name="T3" fmla="*/ 56 h 58"/>
                <a:gd name="T4" fmla="*/ 36 w 75"/>
                <a:gd name="T5" fmla="*/ 47 h 58"/>
                <a:gd name="T6" fmla="*/ 14 w 75"/>
                <a:gd name="T7" fmla="*/ 22 h 58"/>
                <a:gd name="T8" fmla="*/ 2 w 75"/>
                <a:gd name="T9" fmla="*/ 0 h 58"/>
                <a:gd name="T10" fmla="*/ 38 w 75"/>
                <a:gd name="T11" fmla="*/ 60 h 58"/>
                <a:gd name="T12" fmla="*/ 57 w 75"/>
                <a:gd name="T13" fmla="*/ 66 h 58"/>
                <a:gd name="T14" fmla="*/ 78 w 75"/>
                <a:gd name="T15" fmla="*/ 56 h 5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5" h="58">
                  <a:moveTo>
                    <a:pt x="75" y="39"/>
                  </a:moveTo>
                  <a:cubicBezTo>
                    <a:pt x="67" y="41"/>
                    <a:pt x="62" y="45"/>
                    <a:pt x="53" y="46"/>
                  </a:cubicBezTo>
                  <a:cubicBezTo>
                    <a:pt x="45" y="46"/>
                    <a:pt x="36" y="43"/>
                    <a:pt x="29" y="38"/>
                  </a:cubicBezTo>
                  <a:cubicBezTo>
                    <a:pt x="23" y="33"/>
                    <a:pt x="16" y="25"/>
                    <a:pt x="11" y="19"/>
                  </a:cubicBezTo>
                  <a:cubicBezTo>
                    <a:pt x="7" y="13"/>
                    <a:pt x="6" y="6"/>
                    <a:pt x="2" y="0"/>
                  </a:cubicBezTo>
                  <a:cubicBezTo>
                    <a:pt x="0" y="19"/>
                    <a:pt x="17" y="37"/>
                    <a:pt x="30" y="49"/>
                  </a:cubicBezTo>
                  <a:cubicBezTo>
                    <a:pt x="35" y="54"/>
                    <a:pt x="39" y="58"/>
                    <a:pt x="45" y="54"/>
                  </a:cubicBezTo>
                  <a:cubicBezTo>
                    <a:pt x="50" y="52"/>
                    <a:pt x="56" y="46"/>
                    <a:pt x="62" y="4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7334" name="Freeform 754">
              <a:extLst>
                <a:ext uri="{FF2B5EF4-FFF2-40B4-BE49-F238E27FC236}">
                  <a16:creationId xmlns:a16="http://schemas.microsoft.com/office/drawing/2014/main" id="{26CC8C26-FCA4-4261-9B7D-64928B3C10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8" y="1641"/>
              <a:ext cx="156" cy="259"/>
            </a:xfrm>
            <a:custGeom>
              <a:avLst/>
              <a:gdLst>
                <a:gd name="T0" fmla="*/ 171 w 146"/>
                <a:gd name="T1" fmla="*/ 0 h 242"/>
                <a:gd name="T2" fmla="*/ 151 w 146"/>
                <a:gd name="T3" fmla="*/ 52 h 242"/>
                <a:gd name="T4" fmla="*/ 151 w 146"/>
                <a:gd name="T5" fmla="*/ 100 h 242"/>
                <a:gd name="T6" fmla="*/ 161 w 146"/>
                <a:gd name="T7" fmla="*/ 185 h 242"/>
                <a:gd name="T8" fmla="*/ 128 w 146"/>
                <a:gd name="T9" fmla="*/ 215 h 242"/>
                <a:gd name="T10" fmla="*/ 99 w 146"/>
                <a:gd name="T11" fmla="*/ 250 h 242"/>
                <a:gd name="T12" fmla="*/ 11 w 146"/>
                <a:gd name="T13" fmla="*/ 295 h 242"/>
                <a:gd name="T14" fmla="*/ 0 w 146"/>
                <a:gd name="T15" fmla="*/ 296 h 242"/>
                <a:gd name="T16" fmla="*/ 50 w 146"/>
                <a:gd name="T17" fmla="*/ 273 h 242"/>
                <a:gd name="T18" fmla="*/ 88 w 146"/>
                <a:gd name="T19" fmla="*/ 238 h 242"/>
                <a:gd name="T20" fmla="*/ 112 w 146"/>
                <a:gd name="T21" fmla="*/ 204 h 242"/>
                <a:gd name="T22" fmla="*/ 138 w 146"/>
                <a:gd name="T23" fmla="*/ 176 h 242"/>
                <a:gd name="T24" fmla="*/ 131 w 146"/>
                <a:gd name="T25" fmla="*/ 81 h 242"/>
                <a:gd name="T26" fmla="*/ 171 w 146"/>
                <a:gd name="T27" fmla="*/ 4 h 24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46" h="242">
                  <a:moveTo>
                    <a:pt x="140" y="0"/>
                  </a:moveTo>
                  <a:cubicBezTo>
                    <a:pt x="141" y="9"/>
                    <a:pt x="127" y="31"/>
                    <a:pt x="124" y="43"/>
                  </a:cubicBezTo>
                  <a:cubicBezTo>
                    <a:pt x="120" y="55"/>
                    <a:pt x="121" y="69"/>
                    <a:pt x="124" y="81"/>
                  </a:cubicBezTo>
                  <a:cubicBezTo>
                    <a:pt x="130" y="103"/>
                    <a:pt x="146" y="128"/>
                    <a:pt x="132" y="151"/>
                  </a:cubicBezTo>
                  <a:cubicBezTo>
                    <a:pt x="126" y="162"/>
                    <a:pt x="113" y="168"/>
                    <a:pt x="105" y="176"/>
                  </a:cubicBezTo>
                  <a:cubicBezTo>
                    <a:pt x="96" y="185"/>
                    <a:pt x="89" y="196"/>
                    <a:pt x="81" y="205"/>
                  </a:cubicBezTo>
                  <a:cubicBezTo>
                    <a:pt x="62" y="225"/>
                    <a:pt x="37" y="242"/>
                    <a:pt x="8" y="241"/>
                  </a:cubicBezTo>
                  <a:cubicBezTo>
                    <a:pt x="6" y="241"/>
                    <a:pt x="3" y="242"/>
                    <a:pt x="0" y="242"/>
                  </a:cubicBezTo>
                  <a:cubicBezTo>
                    <a:pt x="13" y="234"/>
                    <a:pt x="28" y="232"/>
                    <a:pt x="41" y="222"/>
                  </a:cubicBezTo>
                  <a:cubicBezTo>
                    <a:pt x="53" y="214"/>
                    <a:pt x="63" y="204"/>
                    <a:pt x="72" y="193"/>
                  </a:cubicBezTo>
                  <a:cubicBezTo>
                    <a:pt x="79" y="184"/>
                    <a:pt x="85" y="174"/>
                    <a:pt x="92" y="166"/>
                  </a:cubicBezTo>
                  <a:cubicBezTo>
                    <a:pt x="99" y="159"/>
                    <a:pt x="109" y="153"/>
                    <a:pt x="113" y="143"/>
                  </a:cubicBezTo>
                  <a:cubicBezTo>
                    <a:pt x="124" y="118"/>
                    <a:pt x="105" y="92"/>
                    <a:pt x="108" y="66"/>
                  </a:cubicBezTo>
                  <a:cubicBezTo>
                    <a:pt x="110" y="41"/>
                    <a:pt x="128" y="24"/>
                    <a:pt x="140" y="4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7335" name="Freeform 755">
              <a:extLst>
                <a:ext uri="{FF2B5EF4-FFF2-40B4-BE49-F238E27FC236}">
                  <a16:creationId xmlns:a16="http://schemas.microsoft.com/office/drawing/2014/main" id="{95820C17-160F-4181-90A7-C198F44496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5" y="1461"/>
              <a:ext cx="24" cy="46"/>
            </a:xfrm>
            <a:custGeom>
              <a:avLst/>
              <a:gdLst>
                <a:gd name="T0" fmla="*/ 26 w 23"/>
                <a:gd name="T1" fmla="*/ 34 h 43"/>
                <a:gd name="T2" fmla="*/ 8 w 23"/>
                <a:gd name="T3" fmla="*/ 28 h 43"/>
                <a:gd name="T4" fmla="*/ 15 w 23"/>
                <a:gd name="T5" fmla="*/ 52 h 43"/>
                <a:gd name="T6" fmla="*/ 3 w 23"/>
                <a:gd name="T7" fmla="*/ 16 h 43"/>
                <a:gd name="T8" fmla="*/ 23 w 23"/>
                <a:gd name="T9" fmla="*/ 28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43">
                  <a:moveTo>
                    <a:pt x="23" y="28"/>
                  </a:moveTo>
                  <a:cubicBezTo>
                    <a:pt x="21" y="27"/>
                    <a:pt x="14" y="12"/>
                    <a:pt x="8" y="22"/>
                  </a:cubicBezTo>
                  <a:cubicBezTo>
                    <a:pt x="5" y="27"/>
                    <a:pt x="11" y="37"/>
                    <a:pt x="12" y="43"/>
                  </a:cubicBezTo>
                  <a:cubicBezTo>
                    <a:pt x="5" y="38"/>
                    <a:pt x="0" y="21"/>
                    <a:pt x="3" y="13"/>
                  </a:cubicBezTo>
                  <a:cubicBezTo>
                    <a:pt x="10" y="0"/>
                    <a:pt x="16" y="17"/>
                    <a:pt x="20" y="2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7336" name="Freeform 756">
              <a:extLst>
                <a:ext uri="{FF2B5EF4-FFF2-40B4-BE49-F238E27FC236}">
                  <a16:creationId xmlns:a16="http://schemas.microsoft.com/office/drawing/2014/main" id="{DFAA5153-4056-499B-9FBF-26948E1099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1" y="1544"/>
              <a:ext cx="33" cy="30"/>
            </a:xfrm>
            <a:custGeom>
              <a:avLst/>
              <a:gdLst>
                <a:gd name="T0" fmla="*/ 6 w 31"/>
                <a:gd name="T1" fmla="*/ 34 h 28"/>
                <a:gd name="T2" fmla="*/ 17 w 31"/>
                <a:gd name="T3" fmla="*/ 12 h 28"/>
                <a:gd name="T4" fmla="*/ 0 w 31"/>
                <a:gd name="T5" fmla="*/ 11 h 28"/>
                <a:gd name="T6" fmla="*/ 23 w 31"/>
                <a:gd name="T7" fmla="*/ 3 h 28"/>
                <a:gd name="T8" fmla="*/ 11 w 31"/>
                <a:gd name="T9" fmla="*/ 34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28">
                  <a:moveTo>
                    <a:pt x="6" y="28"/>
                  </a:moveTo>
                  <a:cubicBezTo>
                    <a:pt x="10" y="24"/>
                    <a:pt x="19" y="16"/>
                    <a:pt x="14" y="9"/>
                  </a:cubicBezTo>
                  <a:cubicBezTo>
                    <a:pt x="11" y="5"/>
                    <a:pt x="4" y="6"/>
                    <a:pt x="0" y="8"/>
                  </a:cubicBezTo>
                  <a:cubicBezTo>
                    <a:pt x="3" y="6"/>
                    <a:pt x="16" y="0"/>
                    <a:pt x="20" y="3"/>
                  </a:cubicBezTo>
                  <a:cubicBezTo>
                    <a:pt x="31" y="9"/>
                    <a:pt x="13" y="24"/>
                    <a:pt x="8" y="2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7337" name="Freeform 757">
              <a:extLst>
                <a:ext uri="{FF2B5EF4-FFF2-40B4-BE49-F238E27FC236}">
                  <a16:creationId xmlns:a16="http://schemas.microsoft.com/office/drawing/2014/main" id="{FC21B6BB-E3B3-4A34-8D02-62C1E42A81C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4" y="1635"/>
              <a:ext cx="34" cy="29"/>
            </a:xfrm>
            <a:custGeom>
              <a:avLst/>
              <a:gdLst>
                <a:gd name="T0" fmla="*/ 3 w 32"/>
                <a:gd name="T1" fmla="*/ 0 h 27"/>
                <a:gd name="T2" fmla="*/ 17 w 32"/>
                <a:gd name="T3" fmla="*/ 14 h 27"/>
                <a:gd name="T4" fmla="*/ 0 w 32"/>
                <a:gd name="T5" fmla="*/ 25 h 27"/>
                <a:gd name="T6" fmla="*/ 14 w 32"/>
                <a:gd name="T7" fmla="*/ 0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27">
                  <a:moveTo>
                    <a:pt x="3" y="0"/>
                  </a:moveTo>
                  <a:cubicBezTo>
                    <a:pt x="8" y="3"/>
                    <a:pt x="15" y="3"/>
                    <a:pt x="14" y="11"/>
                  </a:cubicBezTo>
                  <a:cubicBezTo>
                    <a:pt x="14" y="19"/>
                    <a:pt x="7" y="21"/>
                    <a:pt x="0" y="20"/>
                  </a:cubicBezTo>
                  <a:cubicBezTo>
                    <a:pt x="20" y="27"/>
                    <a:pt x="32" y="0"/>
                    <a:pt x="1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7338" name="Freeform 758">
              <a:extLst>
                <a:ext uri="{FF2B5EF4-FFF2-40B4-BE49-F238E27FC236}">
                  <a16:creationId xmlns:a16="http://schemas.microsoft.com/office/drawing/2014/main" id="{795FBC30-6E66-4B39-84E6-BA7BD15AFD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4" y="1215"/>
              <a:ext cx="528" cy="583"/>
            </a:xfrm>
            <a:custGeom>
              <a:avLst/>
              <a:gdLst>
                <a:gd name="T0" fmla="*/ 0 w 494"/>
                <a:gd name="T1" fmla="*/ 0 h 546"/>
                <a:gd name="T2" fmla="*/ 450 w 494"/>
                <a:gd name="T3" fmla="*/ 225 h 546"/>
                <a:gd name="T4" fmla="*/ 504 w 494"/>
                <a:gd name="T5" fmla="*/ 327 h 546"/>
                <a:gd name="T6" fmla="*/ 603 w 494"/>
                <a:gd name="T7" fmla="*/ 665 h 546"/>
                <a:gd name="T8" fmla="*/ 513 w 494"/>
                <a:gd name="T9" fmla="*/ 353 h 546"/>
                <a:gd name="T10" fmla="*/ 439 w 494"/>
                <a:gd name="T11" fmla="*/ 232 h 546"/>
                <a:gd name="T12" fmla="*/ 0 w 494"/>
                <a:gd name="T13" fmla="*/ 0 h 54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94" h="546">
                  <a:moveTo>
                    <a:pt x="0" y="0"/>
                  </a:moveTo>
                  <a:cubicBezTo>
                    <a:pt x="0" y="0"/>
                    <a:pt x="296" y="14"/>
                    <a:pt x="369" y="185"/>
                  </a:cubicBezTo>
                  <a:cubicBezTo>
                    <a:pt x="390" y="233"/>
                    <a:pt x="398" y="252"/>
                    <a:pt x="414" y="269"/>
                  </a:cubicBezTo>
                  <a:cubicBezTo>
                    <a:pt x="430" y="286"/>
                    <a:pt x="479" y="350"/>
                    <a:pt x="494" y="546"/>
                  </a:cubicBezTo>
                  <a:cubicBezTo>
                    <a:pt x="494" y="546"/>
                    <a:pt x="475" y="371"/>
                    <a:pt x="420" y="290"/>
                  </a:cubicBezTo>
                  <a:cubicBezTo>
                    <a:pt x="364" y="209"/>
                    <a:pt x="370" y="211"/>
                    <a:pt x="360" y="190"/>
                  </a:cubicBezTo>
                  <a:cubicBezTo>
                    <a:pt x="349" y="170"/>
                    <a:pt x="294" y="33"/>
                    <a:pt x="0" y="0"/>
                  </a:cubicBezTo>
                  <a:close/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7339" name="Freeform 759">
              <a:extLst>
                <a:ext uri="{FF2B5EF4-FFF2-40B4-BE49-F238E27FC236}">
                  <a16:creationId xmlns:a16="http://schemas.microsoft.com/office/drawing/2014/main" id="{7600E80B-30A3-491E-A7FC-12D8419902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1" y="1850"/>
              <a:ext cx="84" cy="100"/>
            </a:xfrm>
            <a:custGeom>
              <a:avLst/>
              <a:gdLst>
                <a:gd name="T0" fmla="*/ 61 w 78"/>
                <a:gd name="T1" fmla="*/ 0 h 94"/>
                <a:gd name="T2" fmla="*/ 78 w 78"/>
                <a:gd name="T3" fmla="*/ 65 h 94"/>
                <a:gd name="T4" fmla="*/ 51 w 78"/>
                <a:gd name="T5" fmla="*/ 99 h 94"/>
                <a:gd name="T6" fmla="*/ 0 w 78"/>
                <a:gd name="T7" fmla="*/ 111 h 94"/>
                <a:gd name="T8" fmla="*/ 36 w 78"/>
                <a:gd name="T9" fmla="*/ 91 h 94"/>
                <a:gd name="T10" fmla="*/ 52 w 78"/>
                <a:gd name="T11" fmla="*/ 63 h 94"/>
                <a:gd name="T12" fmla="*/ 71 w 78"/>
                <a:gd name="T13" fmla="*/ 44 h 94"/>
                <a:gd name="T14" fmla="*/ 59 w 78"/>
                <a:gd name="T15" fmla="*/ 5 h 9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8" h="94">
                  <a:moveTo>
                    <a:pt x="49" y="0"/>
                  </a:moveTo>
                  <a:cubicBezTo>
                    <a:pt x="64" y="14"/>
                    <a:pt x="78" y="36"/>
                    <a:pt x="62" y="54"/>
                  </a:cubicBezTo>
                  <a:cubicBezTo>
                    <a:pt x="53" y="63"/>
                    <a:pt x="48" y="71"/>
                    <a:pt x="41" y="82"/>
                  </a:cubicBezTo>
                  <a:cubicBezTo>
                    <a:pt x="32" y="94"/>
                    <a:pt x="15" y="92"/>
                    <a:pt x="0" y="92"/>
                  </a:cubicBezTo>
                  <a:cubicBezTo>
                    <a:pt x="9" y="88"/>
                    <a:pt x="22" y="83"/>
                    <a:pt x="29" y="76"/>
                  </a:cubicBezTo>
                  <a:cubicBezTo>
                    <a:pt x="35" y="69"/>
                    <a:pt x="36" y="59"/>
                    <a:pt x="42" y="52"/>
                  </a:cubicBezTo>
                  <a:cubicBezTo>
                    <a:pt x="48" y="47"/>
                    <a:pt x="55" y="45"/>
                    <a:pt x="57" y="37"/>
                  </a:cubicBezTo>
                  <a:cubicBezTo>
                    <a:pt x="60" y="28"/>
                    <a:pt x="54" y="10"/>
                    <a:pt x="47" y="5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7340" name="Freeform 760">
              <a:extLst>
                <a:ext uri="{FF2B5EF4-FFF2-40B4-BE49-F238E27FC236}">
                  <a16:creationId xmlns:a16="http://schemas.microsoft.com/office/drawing/2014/main" id="{481DE9F1-35EA-45CE-A950-C6E558406C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8" y="1947"/>
              <a:ext cx="87" cy="268"/>
            </a:xfrm>
            <a:custGeom>
              <a:avLst/>
              <a:gdLst>
                <a:gd name="T0" fmla="*/ 0 w 81"/>
                <a:gd name="T1" fmla="*/ 0 h 251"/>
                <a:gd name="T2" fmla="*/ 56 w 81"/>
                <a:gd name="T3" fmla="*/ 154 h 251"/>
                <a:gd name="T4" fmla="*/ 62 w 81"/>
                <a:gd name="T5" fmla="*/ 232 h 251"/>
                <a:gd name="T6" fmla="*/ 54 w 81"/>
                <a:gd name="T7" fmla="*/ 304 h 251"/>
                <a:gd name="T8" fmla="*/ 17 w 81"/>
                <a:gd name="T9" fmla="*/ 291 h 251"/>
                <a:gd name="T10" fmla="*/ 67 w 81"/>
                <a:gd name="T11" fmla="*/ 284 h 251"/>
                <a:gd name="T12" fmla="*/ 35 w 81"/>
                <a:gd name="T13" fmla="*/ 247 h 251"/>
                <a:gd name="T14" fmla="*/ 46 w 81"/>
                <a:gd name="T15" fmla="*/ 220 h 251"/>
                <a:gd name="T16" fmla="*/ 45 w 81"/>
                <a:gd name="T17" fmla="*/ 147 h 251"/>
                <a:gd name="T18" fmla="*/ 0 w 81"/>
                <a:gd name="T19" fmla="*/ 0 h 25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1" h="251">
                  <a:moveTo>
                    <a:pt x="0" y="0"/>
                  </a:moveTo>
                  <a:cubicBezTo>
                    <a:pt x="0" y="0"/>
                    <a:pt x="50" y="91"/>
                    <a:pt x="45" y="126"/>
                  </a:cubicBezTo>
                  <a:cubicBezTo>
                    <a:pt x="41" y="160"/>
                    <a:pt x="40" y="178"/>
                    <a:pt x="50" y="190"/>
                  </a:cubicBezTo>
                  <a:cubicBezTo>
                    <a:pt x="60" y="203"/>
                    <a:pt x="81" y="247"/>
                    <a:pt x="44" y="250"/>
                  </a:cubicBezTo>
                  <a:cubicBezTo>
                    <a:pt x="36" y="251"/>
                    <a:pt x="24" y="247"/>
                    <a:pt x="14" y="240"/>
                  </a:cubicBezTo>
                  <a:cubicBezTo>
                    <a:pt x="14" y="240"/>
                    <a:pt x="49" y="249"/>
                    <a:pt x="54" y="233"/>
                  </a:cubicBezTo>
                  <a:cubicBezTo>
                    <a:pt x="58" y="217"/>
                    <a:pt x="48" y="195"/>
                    <a:pt x="29" y="202"/>
                  </a:cubicBezTo>
                  <a:cubicBezTo>
                    <a:pt x="29" y="202"/>
                    <a:pt x="41" y="196"/>
                    <a:pt x="37" y="181"/>
                  </a:cubicBezTo>
                  <a:cubicBezTo>
                    <a:pt x="34" y="166"/>
                    <a:pt x="34" y="132"/>
                    <a:pt x="36" y="121"/>
                  </a:cubicBezTo>
                  <a:cubicBezTo>
                    <a:pt x="39" y="111"/>
                    <a:pt x="40" y="80"/>
                    <a:pt x="0" y="0"/>
                  </a:cubicBezTo>
                  <a:close/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7341" name="Freeform 761">
              <a:extLst>
                <a:ext uri="{FF2B5EF4-FFF2-40B4-BE49-F238E27FC236}">
                  <a16:creationId xmlns:a16="http://schemas.microsoft.com/office/drawing/2014/main" id="{EE787FEB-43D6-4A0A-A60C-D1A5824B85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8" y="2237"/>
              <a:ext cx="81" cy="312"/>
            </a:xfrm>
            <a:custGeom>
              <a:avLst/>
              <a:gdLst>
                <a:gd name="T0" fmla="*/ 49 w 76"/>
                <a:gd name="T1" fmla="*/ 0 h 292"/>
                <a:gd name="T2" fmla="*/ 70 w 76"/>
                <a:gd name="T3" fmla="*/ 3 h 292"/>
                <a:gd name="T4" fmla="*/ 77 w 76"/>
                <a:gd name="T5" fmla="*/ 78 h 292"/>
                <a:gd name="T6" fmla="*/ 90 w 76"/>
                <a:gd name="T7" fmla="*/ 156 h 292"/>
                <a:gd name="T8" fmla="*/ 77 w 76"/>
                <a:gd name="T9" fmla="*/ 233 h 292"/>
                <a:gd name="T10" fmla="*/ 59 w 76"/>
                <a:gd name="T11" fmla="*/ 271 h 292"/>
                <a:gd name="T12" fmla="*/ 51 w 76"/>
                <a:gd name="T13" fmla="*/ 306 h 292"/>
                <a:gd name="T14" fmla="*/ 0 w 76"/>
                <a:gd name="T15" fmla="*/ 356 h 292"/>
                <a:gd name="T16" fmla="*/ 23 w 76"/>
                <a:gd name="T17" fmla="*/ 328 h 292"/>
                <a:gd name="T18" fmla="*/ 47 w 76"/>
                <a:gd name="T19" fmla="*/ 283 h 292"/>
                <a:gd name="T20" fmla="*/ 55 w 76"/>
                <a:gd name="T21" fmla="*/ 232 h 292"/>
                <a:gd name="T22" fmla="*/ 76 w 76"/>
                <a:gd name="T23" fmla="*/ 190 h 292"/>
                <a:gd name="T24" fmla="*/ 64 w 76"/>
                <a:gd name="T25" fmla="*/ 84 h 292"/>
                <a:gd name="T26" fmla="*/ 51 w 76"/>
                <a:gd name="T27" fmla="*/ 0 h 29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76" h="292">
                  <a:moveTo>
                    <a:pt x="40" y="0"/>
                  </a:moveTo>
                  <a:cubicBezTo>
                    <a:pt x="46" y="0"/>
                    <a:pt x="52" y="0"/>
                    <a:pt x="58" y="3"/>
                  </a:cubicBezTo>
                  <a:cubicBezTo>
                    <a:pt x="59" y="22"/>
                    <a:pt x="62" y="44"/>
                    <a:pt x="64" y="64"/>
                  </a:cubicBezTo>
                  <a:cubicBezTo>
                    <a:pt x="66" y="85"/>
                    <a:pt x="72" y="106"/>
                    <a:pt x="74" y="128"/>
                  </a:cubicBezTo>
                  <a:cubicBezTo>
                    <a:pt x="76" y="151"/>
                    <a:pt x="74" y="170"/>
                    <a:pt x="64" y="191"/>
                  </a:cubicBezTo>
                  <a:cubicBezTo>
                    <a:pt x="59" y="202"/>
                    <a:pt x="52" y="211"/>
                    <a:pt x="49" y="223"/>
                  </a:cubicBezTo>
                  <a:cubicBezTo>
                    <a:pt x="46" y="232"/>
                    <a:pt x="46" y="242"/>
                    <a:pt x="42" y="251"/>
                  </a:cubicBezTo>
                  <a:cubicBezTo>
                    <a:pt x="35" y="267"/>
                    <a:pt x="15" y="283"/>
                    <a:pt x="0" y="292"/>
                  </a:cubicBezTo>
                  <a:cubicBezTo>
                    <a:pt x="1" y="279"/>
                    <a:pt x="12" y="278"/>
                    <a:pt x="20" y="269"/>
                  </a:cubicBezTo>
                  <a:cubicBezTo>
                    <a:pt x="29" y="260"/>
                    <a:pt x="35" y="244"/>
                    <a:pt x="38" y="232"/>
                  </a:cubicBezTo>
                  <a:cubicBezTo>
                    <a:pt x="41" y="218"/>
                    <a:pt x="41" y="204"/>
                    <a:pt x="46" y="190"/>
                  </a:cubicBezTo>
                  <a:cubicBezTo>
                    <a:pt x="51" y="178"/>
                    <a:pt x="59" y="168"/>
                    <a:pt x="63" y="156"/>
                  </a:cubicBezTo>
                  <a:cubicBezTo>
                    <a:pt x="74" y="122"/>
                    <a:pt x="56" y="102"/>
                    <a:pt x="53" y="69"/>
                  </a:cubicBezTo>
                  <a:cubicBezTo>
                    <a:pt x="52" y="51"/>
                    <a:pt x="58" y="10"/>
                    <a:pt x="42" y="0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7342" name="Freeform 762">
              <a:extLst>
                <a:ext uri="{FF2B5EF4-FFF2-40B4-BE49-F238E27FC236}">
                  <a16:creationId xmlns:a16="http://schemas.microsoft.com/office/drawing/2014/main" id="{F205F3BA-E6B3-46BC-B092-6CAD9B8B82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4" y="2411"/>
              <a:ext cx="52" cy="115"/>
            </a:xfrm>
            <a:custGeom>
              <a:avLst/>
              <a:gdLst>
                <a:gd name="T0" fmla="*/ 48 w 49"/>
                <a:gd name="T1" fmla="*/ 0 h 108"/>
                <a:gd name="T2" fmla="*/ 53 w 49"/>
                <a:gd name="T3" fmla="*/ 77 h 108"/>
                <a:gd name="T4" fmla="*/ 0 w 49"/>
                <a:gd name="T5" fmla="*/ 119 h 108"/>
                <a:gd name="T6" fmla="*/ 44 w 49"/>
                <a:gd name="T7" fmla="*/ 70 h 108"/>
                <a:gd name="T8" fmla="*/ 50 w 49"/>
                <a:gd name="T9" fmla="*/ 11 h 10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108">
                  <a:moveTo>
                    <a:pt x="40" y="0"/>
                  </a:moveTo>
                  <a:cubicBezTo>
                    <a:pt x="44" y="19"/>
                    <a:pt x="49" y="45"/>
                    <a:pt x="44" y="64"/>
                  </a:cubicBezTo>
                  <a:cubicBezTo>
                    <a:pt x="40" y="76"/>
                    <a:pt x="16" y="108"/>
                    <a:pt x="0" y="99"/>
                  </a:cubicBezTo>
                  <a:cubicBezTo>
                    <a:pt x="20" y="91"/>
                    <a:pt x="32" y="80"/>
                    <a:pt x="37" y="58"/>
                  </a:cubicBezTo>
                  <a:cubicBezTo>
                    <a:pt x="41" y="42"/>
                    <a:pt x="46" y="24"/>
                    <a:pt x="41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7343" name="Freeform 763">
              <a:extLst>
                <a:ext uri="{FF2B5EF4-FFF2-40B4-BE49-F238E27FC236}">
                  <a16:creationId xmlns:a16="http://schemas.microsoft.com/office/drawing/2014/main" id="{922E0D7E-5FDE-4CF9-8B59-B3BD14591C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9" y="2371"/>
              <a:ext cx="56" cy="35"/>
            </a:xfrm>
            <a:custGeom>
              <a:avLst/>
              <a:gdLst>
                <a:gd name="T0" fmla="*/ 65 w 52"/>
                <a:gd name="T1" fmla="*/ 12 h 33"/>
                <a:gd name="T2" fmla="*/ 27 w 52"/>
                <a:gd name="T3" fmla="*/ 14 h 33"/>
                <a:gd name="T4" fmla="*/ 0 w 52"/>
                <a:gd name="T5" fmla="*/ 39 h 33"/>
                <a:gd name="T6" fmla="*/ 24 w 52"/>
                <a:gd name="T7" fmla="*/ 3 h 33"/>
                <a:gd name="T8" fmla="*/ 43 w 52"/>
                <a:gd name="T9" fmla="*/ 1 h 33"/>
                <a:gd name="T10" fmla="*/ 61 w 52"/>
                <a:gd name="T11" fmla="*/ 7 h 3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2" h="33">
                  <a:moveTo>
                    <a:pt x="52" y="9"/>
                  </a:moveTo>
                  <a:cubicBezTo>
                    <a:pt x="48" y="2"/>
                    <a:pt x="28" y="9"/>
                    <a:pt x="21" y="11"/>
                  </a:cubicBezTo>
                  <a:cubicBezTo>
                    <a:pt x="9" y="15"/>
                    <a:pt x="5" y="22"/>
                    <a:pt x="0" y="33"/>
                  </a:cubicBezTo>
                  <a:cubicBezTo>
                    <a:pt x="0" y="19"/>
                    <a:pt x="7" y="9"/>
                    <a:pt x="19" y="3"/>
                  </a:cubicBezTo>
                  <a:cubicBezTo>
                    <a:pt x="24" y="1"/>
                    <a:pt x="29" y="0"/>
                    <a:pt x="34" y="1"/>
                  </a:cubicBezTo>
                  <a:cubicBezTo>
                    <a:pt x="40" y="2"/>
                    <a:pt x="44" y="7"/>
                    <a:pt x="49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7344" name="Freeform 764">
              <a:extLst>
                <a:ext uri="{FF2B5EF4-FFF2-40B4-BE49-F238E27FC236}">
                  <a16:creationId xmlns:a16="http://schemas.microsoft.com/office/drawing/2014/main" id="{C69D6B8B-FB93-475B-A9C9-253E46D17A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8" y="2343"/>
              <a:ext cx="109" cy="676"/>
            </a:xfrm>
            <a:custGeom>
              <a:avLst/>
              <a:gdLst>
                <a:gd name="T0" fmla="*/ 57 w 102"/>
                <a:gd name="T1" fmla="*/ 0 h 632"/>
                <a:gd name="T2" fmla="*/ 107 w 102"/>
                <a:gd name="T3" fmla="*/ 451 h 632"/>
                <a:gd name="T4" fmla="*/ 0 w 102"/>
                <a:gd name="T5" fmla="*/ 773 h 632"/>
                <a:gd name="T6" fmla="*/ 84 w 102"/>
                <a:gd name="T7" fmla="*/ 445 h 632"/>
                <a:gd name="T8" fmla="*/ 57 w 102"/>
                <a:gd name="T9" fmla="*/ 0 h 6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2" h="632">
                  <a:moveTo>
                    <a:pt x="47" y="0"/>
                  </a:moveTo>
                  <a:cubicBezTo>
                    <a:pt x="47" y="0"/>
                    <a:pt x="102" y="173"/>
                    <a:pt x="88" y="369"/>
                  </a:cubicBezTo>
                  <a:cubicBezTo>
                    <a:pt x="74" y="564"/>
                    <a:pt x="21" y="601"/>
                    <a:pt x="0" y="632"/>
                  </a:cubicBezTo>
                  <a:cubicBezTo>
                    <a:pt x="0" y="632"/>
                    <a:pt x="68" y="521"/>
                    <a:pt x="69" y="364"/>
                  </a:cubicBezTo>
                  <a:cubicBezTo>
                    <a:pt x="71" y="206"/>
                    <a:pt x="47" y="0"/>
                    <a:pt x="47" y="0"/>
                  </a:cubicBezTo>
                  <a:close/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7345" name="Freeform 765">
              <a:extLst>
                <a:ext uri="{FF2B5EF4-FFF2-40B4-BE49-F238E27FC236}">
                  <a16:creationId xmlns:a16="http://schemas.microsoft.com/office/drawing/2014/main" id="{C3718672-7DAE-4C05-872F-B2DEA6E6C57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0" y="1995"/>
              <a:ext cx="72" cy="320"/>
            </a:xfrm>
            <a:custGeom>
              <a:avLst/>
              <a:gdLst>
                <a:gd name="T0" fmla="*/ 68 w 67"/>
                <a:gd name="T1" fmla="*/ 366 h 299"/>
                <a:gd name="T2" fmla="*/ 0 w 67"/>
                <a:gd name="T3" fmla="*/ 341 h 299"/>
                <a:gd name="T4" fmla="*/ 51 w 67"/>
                <a:gd name="T5" fmla="*/ 313 h 299"/>
                <a:gd name="T6" fmla="*/ 29 w 67"/>
                <a:gd name="T7" fmla="*/ 275 h 299"/>
                <a:gd name="T8" fmla="*/ 60 w 67"/>
                <a:gd name="T9" fmla="*/ 168 h 299"/>
                <a:gd name="T10" fmla="*/ 60 w 67"/>
                <a:gd name="T11" fmla="*/ 80 h 299"/>
                <a:gd name="T12" fmla="*/ 53 w 67"/>
                <a:gd name="T13" fmla="*/ 0 h 299"/>
                <a:gd name="T14" fmla="*/ 80 w 67"/>
                <a:gd name="T15" fmla="*/ 188 h 299"/>
                <a:gd name="T16" fmla="*/ 77 w 67"/>
                <a:gd name="T17" fmla="*/ 265 h 299"/>
                <a:gd name="T18" fmla="*/ 71 w 67"/>
                <a:gd name="T19" fmla="*/ 307 h 299"/>
                <a:gd name="T20" fmla="*/ 68 w 67"/>
                <a:gd name="T21" fmla="*/ 347 h 29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7" h="299">
                  <a:moveTo>
                    <a:pt x="55" y="299"/>
                  </a:moveTo>
                  <a:cubicBezTo>
                    <a:pt x="61" y="263"/>
                    <a:pt x="20" y="270"/>
                    <a:pt x="0" y="278"/>
                  </a:cubicBezTo>
                  <a:cubicBezTo>
                    <a:pt x="15" y="271"/>
                    <a:pt x="36" y="272"/>
                    <a:pt x="41" y="255"/>
                  </a:cubicBezTo>
                  <a:cubicBezTo>
                    <a:pt x="45" y="242"/>
                    <a:pt x="39" y="224"/>
                    <a:pt x="23" y="224"/>
                  </a:cubicBezTo>
                  <a:cubicBezTo>
                    <a:pt x="60" y="228"/>
                    <a:pt x="49" y="162"/>
                    <a:pt x="48" y="137"/>
                  </a:cubicBezTo>
                  <a:cubicBezTo>
                    <a:pt x="47" y="113"/>
                    <a:pt x="49" y="89"/>
                    <a:pt x="48" y="65"/>
                  </a:cubicBezTo>
                  <a:cubicBezTo>
                    <a:pt x="48" y="44"/>
                    <a:pt x="42" y="21"/>
                    <a:pt x="43" y="0"/>
                  </a:cubicBezTo>
                  <a:cubicBezTo>
                    <a:pt x="58" y="51"/>
                    <a:pt x="67" y="101"/>
                    <a:pt x="64" y="153"/>
                  </a:cubicBezTo>
                  <a:cubicBezTo>
                    <a:pt x="63" y="175"/>
                    <a:pt x="63" y="195"/>
                    <a:pt x="62" y="217"/>
                  </a:cubicBezTo>
                  <a:cubicBezTo>
                    <a:pt x="62" y="229"/>
                    <a:pt x="60" y="239"/>
                    <a:pt x="57" y="250"/>
                  </a:cubicBezTo>
                  <a:cubicBezTo>
                    <a:pt x="55" y="257"/>
                    <a:pt x="51" y="286"/>
                    <a:pt x="55" y="28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7346" name="Freeform 766">
              <a:extLst>
                <a:ext uri="{FF2B5EF4-FFF2-40B4-BE49-F238E27FC236}">
                  <a16:creationId xmlns:a16="http://schemas.microsoft.com/office/drawing/2014/main" id="{9CFDEA12-39DE-4014-AC0E-DFA75FEE76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0" y="3021"/>
              <a:ext cx="68" cy="142"/>
            </a:xfrm>
            <a:custGeom>
              <a:avLst/>
              <a:gdLst>
                <a:gd name="T0" fmla="*/ 15 w 64"/>
                <a:gd name="T1" fmla="*/ 33 h 133"/>
                <a:gd name="T2" fmla="*/ 40 w 64"/>
                <a:gd name="T3" fmla="*/ 0 h 133"/>
                <a:gd name="T4" fmla="*/ 0 w 64"/>
                <a:gd name="T5" fmla="*/ 162 h 133"/>
                <a:gd name="T6" fmla="*/ 18 w 64"/>
                <a:gd name="T7" fmla="*/ 32 h 1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4" h="133">
                  <a:moveTo>
                    <a:pt x="12" y="27"/>
                  </a:moveTo>
                  <a:cubicBezTo>
                    <a:pt x="17" y="18"/>
                    <a:pt x="24" y="5"/>
                    <a:pt x="34" y="0"/>
                  </a:cubicBezTo>
                  <a:cubicBezTo>
                    <a:pt x="64" y="38"/>
                    <a:pt x="26" y="105"/>
                    <a:pt x="0" y="133"/>
                  </a:cubicBezTo>
                  <a:cubicBezTo>
                    <a:pt x="17" y="115"/>
                    <a:pt x="42" y="43"/>
                    <a:pt x="15" y="26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7347" name="Freeform 767">
              <a:extLst>
                <a:ext uri="{FF2B5EF4-FFF2-40B4-BE49-F238E27FC236}">
                  <a16:creationId xmlns:a16="http://schemas.microsoft.com/office/drawing/2014/main" id="{FFBAB76A-6095-4C73-A93C-B530F0398B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4" y="3196"/>
              <a:ext cx="129" cy="619"/>
            </a:xfrm>
            <a:custGeom>
              <a:avLst/>
              <a:gdLst>
                <a:gd name="T0" fmla="*/ 109 w 121"/>
                <a:gd name="T1" fmla="*/ 0 h 579"/>
                <a:gd name="T2" fmla="*/ 141 w 121"/>
                <a:gd name="T3" fmla="*/ 169 h 579"/>
                <a:gd name="T4" fmla="*/ 147 w 121"/>
                <a:gd name="T5" fmla="*/ 377 h 579"/>
                <a:gd name="T6" fmla="*/ 109 w 121"/>
                <a:gd name="T7" fmla="*/ 622 h 579"/>
                <a:gd name="T8" fmla="*/ 88 w 121"/>
                <a:gd name="T9" fmla="*/ 701 h 579"/>
                <a:gd name="T10" fmla="*/ 74 w 121"/>
                <a:gd name="T11" fmla="*/ 579 h 579"/>
                <a:gd name="T12" fmla="*/ 87 w 121"/>
                <a:gd name="T13" fmla="*/ 567 h 579"/>
                <a:gd name="T14" fmla="*/ 50 w 121"/>
                <a:gd name="T15" fmla="*/ 578 h 579"/>
                <a:gd name="T16" fmla="*/ 0 w 121"/>
                <a:gd name="T17" fmla="*/ 570 h 579"/>
                <a:gd name="T18" fmla="*/ 86 w 121"/>
                <a:gd name="T19" fmla="*/ 547 h 579"/>
                <a:gd name="T20" fmla="*/ 111 w 121"/>
                <a:gd name="T21" fmla="*/ 414 h 579"/>
                <a:gd name="T22" fmla="*/ 124 w 121"/>
                <a:gd name="T23" fmla="*/ 229 h 579"/>
                <a:gd name="T24" fmla="*/ 109 w 121"/>
                <a:gd name="T25" fmla="*/ 30 h 57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21" h="579">
                  <a:moveTo>
                    <a:pt x="90" y="0"/>
                  </a:moveTo>
                  <a:cubicBezTo>
                    <a:pt x="90" y="46"/>
                    <a:pt x="112" y="91"/>
                    <a:pt x="116" y="138"/>
                  </a:cubicBezTo>
                  <a:cubicBezTo>
                    <a:pt x="120" y="195"/>
                    <a:pt x="121" y="252"/>
                    <a:pt x="121" y="309"/>
                  </a:cubicBezTo>
                  <a:cubicBezTo>
                    <a:pt x="121" y="378"/>
                    <a:pt x="83" y="440"/>
                    <a:pt x="90" y="509"/>
                  </a:cubicBezTo>
                  <a:cubicBezTo>
                    <a:pt x="91" y="520"/>
                    <a:pt x="89" y="579"/>
                    <a:pt x="73" y="574"/>
                  </a:cubicBezTo>
                  <a:cubicBezTo>
                    <a:pt x="92" y="537"/>
                    <a:pt x="65" y="509"/>
                    <a:pt x="61" y="474"/>
                  </a:cubicBezTo>
                  <a:cubicBezTo>
                    <a:pt x="65" y="471"/>
                    <a:pt x="69" y="467"/>
                    <a:pt x="72" y="464"/>
                  </a:cubicBezTo>
                  <a:cubicBezTo>
                    <a:pt x="62" y="464"/>
                    <a:pt x="52" y="471"/>
                    <a:pt x="41" y="473"/>
                  </a:cubicBezTo>
                  <a:cubicBezTo>
                    <a:pt x="25" y="476"/>
                    <a:pt x="15" y="468"/>
                    <a:pt x="0" y="467"/>
                  </a:cubicBezTo>
                  <a:cubicBezTo>
                    <a:pt x="24" y="468"/>
                    <a:pt x="55" y="465"/>
                    <a:pt x="71" y="448"/>
                  </a:cubicBezTo>
                  <a:cubicBezTo>
                    <a:pt x="94" y="423"/>
                    <a:pt x="91" y="371"/>
                    <a:pt x="92" y="339"/>
                  </a:cubicBezTo>
                  <a:cubicBezTo>
                    <a:pt x="93" y="288"/>
                    <a:pt x="104" y="238"/>
                    <a:pt x="102" y="187"/>
                  </a:cubicBezTo>
                  <a:cubicBezTo>
                    <a:pt x="99" y="134"/>
                    <a:pt x="103" y="76"/>
                    <a:pt x="90" y="24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7348" name="Freeform 768">
              <a:extLst>
                <a:ext uri="{FF2B5EF4-FFF2-40B4-BE49-F238E27FC236}">
                  <a16:creationId xmlns:a16="http://schemas.microsoft.com/office/drawing/2014/main" id="{6FB7BD72-80F9-4D57-9242-0945F8C8C3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1" y="3835"/>
              <a:ext cx="166" cy="138"/>
            </a:xfrm>
            <a:custGeom>
              <a:avLst/>
              <a:gdLst>
                <a:gd name="T0" fmla="*/ 0 w 155"/>
                <a:gd name="T1" fmla="*/ 6 h 129"/>
                <a:gd name="T2" fmla="*/ 43 w 155"/>
                <a:gd name="T3" fmla="*/ 48 h 129"/>
                <a:gd name="T4" fmla="*/ 91 w 155"/>
                <a:gd name="T5" fmla="*/ 94 h 129"/>
                <a:gd name="T6" fmla="*/ 135 w 155"/>
                <a:gd name="T7" fmla="*/ 127 h 129"/>
                <a:gd name="T8" fmla="*/ 191 w 155"/>
                <a:gd name="T9" fmla="*/ 150 h 129"/>
                <a:gd name="T10" fmla="*/ 144 w 155"/>
                <a:gd name="T11" fmla="*/ 158 h 129"/>
                <a:gd name="T12" fmla="*/ 134 w 155"/>
                <a:gd name="T13" fmla="*/ 143 h 129"/>
                <a:gd name="T14" fmla="*/ 107 w 155"/>
                <a:gd name="T15" fmla="*/ 125 h 129"/>
                <a:gd name="T16" fmla="*/ 80 w 155"/>
                <a:gd name="T17" fmla="*/ 103 h 129"/>
                <a:gd name="T18" fmla="*/ 65 w 155"/>
                <a:gd name="T19" fmla="*/ 80 h 129"/>
                <a:gd name="T20" fmla="*/ 42 w 155"/>
                <a:gd name="T21" fmla="*/ 59 h 129"/>
                <a:gd name="T22" fmla="*/ 24 w 155"/>
                <a:gd name="T23" fmla="*/ 39 h 129"/>
                <a:gd name="T24" fmla="*/ 0 w 155"/>
                <a:gd name="T25" fmla="*/ 4 h 12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55" h="129">
                  <a:moveTo>
                    <a:pt x="0" y="6"/>
                  </a:moveTo>
                  <a:cubicBezTo>
                    <a:pt x="16" y="0"/>
                    <a:pt x="28" y="29"/>
                    <a:pt x="35" y="39"/>
                  </a:cubicBezTo>
                  <a:cubicBezTo>
                    <a:pt x="46" y="54"/>
                    <a:pt x="61" y="64"/>
                    <a:pt x="74" y="77"/>
                  </a:cubicBezTo>
                  <a:cubicBezTo>
                    <a:pt x="86" y="87"/>
                    <a:pt x="96" y="96"/>
                    <a:pt x="110" y="104"/>
                  </a:cubicBezTo>
                  <a:cubicBezTo>
                    <a:pt x="124" y="111"/>
                    <a:pt x="143" y="109"/>
                    <a:pt x="155" y="122"/>
                  </a:cubicBezTo>
                  <a:cubicBezTo>
                    <a:pt x="141" y="118"/>
                    <a:pt x="129" y="119"/>
                    <a:pt x="117" y="129"/>
                  </a:cubicBezTo>
                  <a:cubicBezTo>
                    <a:pt x="117" y="121"/>
                    <a:pt x="115" y="120"/>
                    <a:pt x="109" y="117"/>
                  </a:cubicBezTo>
                  <a:cubicBezTo>
                    <a:pt x="100" y="113"/>
                    <a:pt x="94" y="108"/>
                    <a:pt x="87" y="102"/>
                  </a:cubicBezTo>
                  <a:cubicBezTo>
                    <a:pt x="79" y="96"/>
                    <a:pt x="71" y="92"/>
                    <a:pt x="65" y="84"/>
                  </a:cubicBezTo>
                  <a:cubicBezTo>
                    <a:pt x="61" y="78"/>
                    <a:pt x="58" y="71"/>
                    <a:pt x="53" y="65"/>
                  </a:cubicBezTo>
                  <a:cubicBezTo>
                    <a:pt x="48" y="58"/>
                    <a:pt x="41" y="54"/>
                    <a:pt x="34" y="48"/>
                  </a:cubicBezTo>
                  <a:cubicBezTo>
                    <a:pt x="28" y="44"/>
                    <a:pt x="24" y="38"/>
                    <a:pt x="20" y="32"/>
                  </a:cubicBezTo>
                  <a:cubicBezTo>
                    <a:pt x="14" y="22"/>
                    <a:pt x="9" y="11"/>
                    <a:pt x="0" y="4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7349" name="Freeform 769">
              <a:extLst>
                <a:ext uri="{FF2B5EF4-FFF2-40B4-BE49-F238E27FC236}">
                  <a16:creationId xmlns:a16="http://schemas.microsoft.com/office/drawing/2014/main" id="{DB4E5A20-1A91-4CB0-8CFE-C24265A8F5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4" y="3801"/>
              <a:ext cx="99" cy="30"/>
            </a:xfrm>
            <a:custGeom>
              <a:avLst/>
              <a:gdLst>
                <a:gd name="T0" fmla="*/ 115 w 92"/>
                <a:gd name="T1" fmla="*/ 10 h 28"/>
                <a:gd name="T2" fmla="*/ 81 w 92"/>
                <a:gd name="T3" fmla="*/ 10 h 28"/>
                <a:gd name="T4" fmla="*/ 57 w 92"/>
                <a:gd name="T5" fmla="*/ 19 h 28"/>
                <a:gd name="T6" fmla="*/ 26 w 92"/>
                <a:gd name="T7" fmla="*/ 18 h 28"/>
                <a:gd name="T8" fmla="*/ 0 w 92"/>
                <a:gd name="T9" fmla="*/ 34 h 28"/>
                <a:gd name="T10" fmla="*/ 48 w 92"/>
                <a:gd name="T11" fmla="*/ 10 h 28"/>
                <a:gd name="T12" fmla="*/ 80 w 92"/>
                <a:gd name="T13" fmla="*/ 1 h 28"/>
                <a:gd name="T14" fmla="*/ 111 w 92"/>
                <a:gd name="T15" fmla="*/ 14 h 2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2" h="28">
                  <a:moveTo>
                    <a:pt x="92" y="7"/>
                  </a:moveTo>
                  <a:cubicBezTo>
                    <a:pt x="84" y="10"/>
                    <a:pt x="74" y="5"/>
                    <a:pt x="65" y="7"/>
                  </a:cubicBezTo>
                  <a:cubicBezTo>
                    <a:pt x="58" y="8"/>
                    <a:pt x="53" y="14"/>
                    <a:pt x="46" y="16"/>
                  </a:cubicBezTo>
                  <a:cubicBezTo>
                    <a:pt x="37" y="18"/>
                    <a:pt x="29" y="12"/>
                    <a:pt x="20" y="15"/>
                  </a:cubicBezTo>
                  <a:cubicBezTo>
                    <a:pt x="13" y="17"/>
                    <a:pt x="6" y="23"/>
                    <a:pt x="0" y="28"/>
                  </a:cubicBezTo>
                  <a:cubicBezTo>
                    <a:pt x="8" y="12"/>
                    <a:pt x="24" y="9"/>
                    <a:pt x="39" y="7"/>
                  </a:cubicBezTo>
                  <a:cubicBezTo>
                    <a:pt x="48" y="7"/>
                    <a:pt x="56" y="2"/>
                    <a:pt x="64" y="1"/>
                  </a:cubicBezTo>
                  <a:cubicBezTo>
                    <a:pt x="75" y="0"/>
                    <a:pt x="81" y="5"/>
                    <a:pt x="89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7350" name="Freeform 770">
              <a:extLst>
                <a:ext uri="{FF2B5EF4-FFF2-40B4-BE49-F238E27FC236}">
                  <a16:creationId xmlns:a16="http://schemas.microsoft.com/office/drawing/2014/main" id="{E363FACC-05C5-4B0E-B4DF-31703FF870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5" y="2518"/>
              <a:ext cx="31" cy="30"/>
            </a:xfrm>
            <a:custGeom>
              <a:avLst/>
              <a:gdLst>
                <a:gd name="T0" fmla="*/ 11 w 29"/>
                <a:gd name="T1" fmla="*/ 0 h 28"/>
                <a:gd name="T2" fmla="*/ 0 w 29"/>
                <a:gd name="T3" fmla="*/ 30 h 28"/>
                <a:gd name="T4" fmla="*/ 19 w 29"/>
                <a:gd name="T5" fmla="*/ 11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28">
                  <a:moveTo>
                    <a:pt x="8" y="0"/>
                  </a:moveTo>
                  <a:cubicBezTo>
                    <a:pt x="11" y="8"/>
                    <a:pt x="13" y="25"/>
                    <a:pt x="0" y="24"/>
                  </a:cubicBezTo>
                  <a:cubicBezTo>
                    <a:pt x="11" y="28"/>
                    <a:pt x="29" y="20"/>
                    <a:pt x="16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7351" name="Freeform 771">
              <a:extLst>
                <a:ext uri="{FF2B5EF4-FFF2-40B4-BE49-F238E27FC236}">
                  <a16:creationId xmlns:a16="http://schemas.microsoft.com/office/drawing/2014/main" id="{AE94E1F2-4F9B-42C2-B79C-3DF12AC8E9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3" y="2678"/>
              <a:ext cx="330" cy="109"/>
            </a:xfrm>
            <a:custGeom>
              <a:avLst/>
              <a:gdLst>
                <a:gd name="T0" fmla="*/ 370 w 309"/>
                <a:gd name="T1" fmla="*/ 1 h 102"/>
                <a:gd name="T2" fmla="*/ 374 w 309"/>
                <a:gd name="T3" fmla="*/ 2 h 102"/>
                <a:gd name="T4" fmla="*/ 346 w 309"/>
                <a:gd name="T5" fmla="*/ 12 h 102"/>
                <a:gd name="T6" fmla="*/ 304 w 309"/>
                <a:gd name="T7" fmla="*/ 24 h 102"/>
                <a:gd name="T8" fmla="*/ 239 w 309"/>
                <a:gd name="T9" fmla="*/ 38 h 102"/>
                <a:gd name="T10" fmla="*/ 150 w 309"/>
                <a:gd name="T11" fmla="*/ 68 h 102"/>
                <a:gd name="T12" fmla="*/ 0 w 309"/>
                <a:gd name="T13" fmla="*/ 124 h 102"/>
                <a:gd name="T14" fmla="*/ 43 w 309"/>
                <a:gd name="T15" fmla="*/ 91 h 102"/>
                <a:gd name="T16" fmla="*/ 103 w 309"/>
                <a:gd name="T17" fmla="*/ 72 h 102"/>
                <a:gd name="T18" fmla="*/ 203 w 309"/>
                <a:gd name="T19" fmla="*/ 36 h 102"/>
                <a:gd name="T20" fmla="*/ 297 w 309"/>
                <a:gd name="T21" fmla="*/ 14 h 102"/>
                <a:gd name="T22" fmla="*/ 342 w 309"/>
                <a:gd name="T23" fmla="*/ 6 h 102"/>
                <a:gd name="T24" fmla="*/ 376 w 309"/>
                <a:gd name="T25" fmla="*/ 0 h 10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09" h="102">
                  <a:moveTo>
                    <a:pt x="303" y="1"/>
                  </a:moveTo>
                  <a:cubicBezTo>
                    <a:pt x="304" y="1"/>
                    <a:pt x="306" y="1"/>
                    <a:pt x="307" y="2"/>
                  </a:cubicBezTo>
                  <a:cubicBezTo>
                    <a:pt x="301" y="6"/>
                    <a:pt x="291" y="6"/>
                    <a:pt x="284" y="9"/>
                  </a:cubicBezTo>
                  <a:cubicBezTo>
                    <a:pt x="272" y="13"/>
                    <a:pt x="262" y="18"/>
                    <a:pt x="250" y="20"/>
                  </a:cubicBezTo>
                  <a:cubicBezTo>
                    <a:pt x="232" y="22"/>
                    <a:pt x="215" y="28"/>
                    <a:pt x="197" y="32"/>
                  </a:cubicBezTo>
                  <a:cubicBezTo>
                    <a:pt x="171" y="37"/>
                    <a:pt x="147" y="45"/>
                    <a:pt x="123" y="56"/>
                  </a:cubicBezTo>
                  <a:cubicBezTo>
                    <a:pt x="84" y="76"/>
                    <a:pt x="33" y="76"/>
                    <a:pt x="0" y="102"/>
                  </a:cubicBezTo>
                  <a:cubicBezTo>
                    <a:pt x="12" y="91"/>
                    <a:pt x="21" y="82"/>
                    <a:pt x="35" y="75"/>
                  </a:cubicBezTo>
                  <a:cubicBezTo>
                    <a:pt x="51" y="67"/>
                    <a:pt x="67" y="63"/>
                    <a:pt x="84" y="59"/>
                  </a:cubicBezTo>
                  <a:cubicBezTo>
                    <a:pt x="112" y="52"/>
                    <a:pt x="139" y="40"/>
                    <a:pt x="167" y="30"/>
                  </a:cubicBezTo>
                  <a:cubicBezTo>
                    <a:pt x="192" y="22"/>
                    <a:pt x="217" y="16"/>
                    <a:pt x="243" y="11"/>
                  </a:cubicBezTo>
                  <a:cubicBezTo>
                    <a:pt x="256" y="8"/>
                    <a:pt x="269" y="8"/>
                    <a:pt x="281" y="6"/>
                  </a:cubicBezTo>
                  <a:cubicBezTo>
                    <a:pt x="290" y="4"/>
                    <a:pt x="300" y="1"/>
                    <a:pt x="30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7352" name="Freeform 772">
              <a:extLst>
                <a:ext uri="{FF2B5EF4-FFF2-40B4-BE49-F238E27FC236}">
                  <a16:creationId xmlns:a16="http://schemas.microsoft.com/office/drawing/2014/main" id="{DCA60005-1EE3-43CE-97D0-663CEB099A7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7" y="3021"/>
              <a:ext cx="115" cy="89"/>
            </a:xfrm>
            <a:custGeom>
              <a:avLst/>
              <a:gdLst>
                <a:gd name="T0" fmla="*/ 130 w 108"/>
                <a:gd name="T1" fmla="*/ 75 h 83"/>
                <a:gd name="T2" fmla="*/ 100 w 108"/>
                <a:gd name="T3" fmla="*/ 29 h 83"/>
                <a:gd name="T4" fmla="*/ 69 w 108"/>
                <a:gd name="T5" fmla="*/ 6 h 83"/>
                <a:gd name="T6" fmla="*/ 34 w 108"/>
                <a:gd name="T7" fmla="*/ 1 h 83"/>
                <a:gd name="T8" fmla="*/ 0 w 108"/>
                <a:gd name="T9" fmla="*/ 12 h 83"/>
                <a:gd name="T10" fmla="*/ 46 w 108"/>
                <a:gd name="T11" fmla="*/ 11 h 83"/>
                <a:gd name="T12" fmla="*/ 77 w 108"/>
                <a:gd name="T13" fmla="*/ 23 h 83"/>
                <a:gd name="T14" fmla="*/ 99 w 108"/>
                <a:gd name="T15" fmla="*/ 68 h 83"/>
                <a:gd name="T16" fmla="*/ 93 w 108"/>
                <a:gd name="T17" fmla="*/ 102 h 83"/>
                <a:gd name="T18" fmla="*/ 130 w 108"/>
                <a:gd name="T19" fmla="*/ 79 h 8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08" h="83">
                  <a:moveTo>
                    <a:pt x="108" y="61"/>
                  </a:moveTo>
                  <a:cubicBezTo>
                    <a:pt x="102" y="44"/>
                    <a:pt x="99" y="35"/>
                    <a:pt x="83" y="23"/>
                  </a:cubicBezTo>
                  <a:cubicBezTo>
                    <a:pt x="76" y="16"/>
                    <a:pt x="66" y="10"/>
                    <a:pt x="57" y="6"/>
                  </a:cubicBezTo>
                  <a:cubicBezTo>
                    <a:pt x="49" y="3"/>
                    <a:pt x="37" y="0"/>
                    <a:pt x="28" y="1"/>
                  </a:cubicBezTo>
                  <a:cubicBezTo>
                    <a:pt x="19" y="2"/>
                    <a:pt x="7" y="9"/>
                    <a:pt x="0" y="9"/>
                  </a:cubicBezTo>
                  <a:cubicBezTo>
                    <a:pt x="13" y="9"/>
                    <a:pt x="25" y="5"/>
                    <a:pt x="38" y="8"/>
                  </a:cubicBezTo>
                  <a:cubicBezTo>
                    <a:pt x="47" y="11"/>
                    <a:pt x="56" y="15"/>
                    <a:pt x="64" y="19"/>
                  </a:cubicBezTo>
                  <a:cubicBezTo>
                    <a:pt x="78" y="26"/>
                    <a:pt x="89" y="37"/>
                    <a:pt x="82" y="55"/>
                  </a:cubicBezTo>
                  <a:cubicBezTo>
                    <a:pt x="79" y="63"/>
                    <a:pt x="61" y="83"/>
                    <a:pt x="77" y="83"/>
                  </a:cubicBezTo>
                  <a:cubicBezTo>
                    <a:pt x="86" y="83"/>
                    <a:pt x="102" y="70"/>
                    <a:pt x="108" y="6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7353" name="Freeform 773">
              <a:extLst>
                <a:ext uri="{FF2B5EF4-FFF2-40B4-BE49-F238E27FC236}">
                  <a16:creationId xmlns:a16="http://schemas.microsoft.com/office/drawing/2014/main" id="{ACDD070C-D5DB-4032-89F1-40A8D315B7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2" y="2535"/>
              <a:ext cx="39" cy="149"/>
            </a:xfrm>
            <a:custGeom>
              <a:avLst/>
              <a:gdLst>
                <a:gd name="T0" fmla="*/ 40 w 37"/>
                <a:gd name="T1" fmla="*/ 0 h 140"/>
                <a:gd name="T2" fmla="*/ 41 w 37"/>
                <a:gd name="T3" fmla="*/ 100 h 140"/>
                <a:gd name="T4" fmla="*/ 37 w 37"/>
                <a:gd name="T5" fmla="*/ 146 h 140"/>
                <a:gd name="T6" fmla="*/ 0 w 37"/>
                <a:gd name="T7" fmla="*/ 169 h 140"/>
                <a:gd name="T8" fmla="*/ 32 w 37"/>
                <a:gd name="T9" fmla="*/ 134 h 140"/>
                <a:gd name="T10" fmla="*/ 28 w 37"/>
                <a:gd name="T11" fmla="*/ 87 h 140"/>
                <a:gd name="T12" fmla="*/ 37 w 37"/>
                <a:gd name="T13" fmla="*/ 6 h 1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7" h="140">
                  <a:moveTo>
                    <a:pt x="34" y="0"/>
                  </a:moveTo>
                  <a:cubicBezTo>
                    <a:pt x="23" y="29"/>
                    <a:pt x="32" y="55"/>
                    <a:pt x="35" y="83"/>
                  </a:cubicBezTo>
                  <a:cubicBezTo>
                    <a:pt x="36" y="95"/>
                    <a:pt x="37" y="112"/>
                    <a:pt x="31" y="121"/>
                  </a:cubicBezTo>
                  <a:cubicBezTo>
                    <a:pt x="24" y="132"/>
                    <a:pt x="10" y="134"/>
                    <a:pt x="0" y="140"/>
                  </a:cubicBezTo>
                  <a:cubicBezTo>
                    <a:pt x="12" y="132"/>
                    <a:pt x="22" y="125"/>
                    <a:pt x="27" y="111"/>
                  </a:cubicBezTo>
                  <a:cubicBezTo>
                    <a:pt x="32" y="98"/>
                    <a:pt x="27" y="85"/>
                    <a:pt x="25" y="72"/>
                  </a:cubicBezTo>
                  <a:cubicBezTo>
                    <a:pt x="22" y="51"/>
                    <a:pt x="16" y="22"/>
                    <a:pt x="31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7354" name="Freeform 774">
              <a:extLst>
                <a:ext uri="{FF2B5EF4-FFF2-40B4-BE49-F238E27FC236}">
                  <a16:creationId xmlns:a16="http://schemas.microsoft.com/office/drawing/2014/main" id="{253B2D53-5D42-4318-BC08-F999F6873E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7" y="2597"/>
              <a:ext cx="51" cy="131"/>
            </a:xfrm>
            <a:custGeom>
              <a:avLst/>
              <a:gdLst>
                <a:gd name="T0" fmla="*/ 52 w 47"/>
                <a:gd name="T1" fmla="*/ 0 h 123"/>
                <a:gd name="T2" fmla="*/ 0 w 47"/>
                <a:gd name="T3" fmla="*/ 111 h 123"/>
                <a:gd name="T4" fmla="*/ 34 w 47"/>
                <a:gd name="T5" fmla="*/ 67 h 123"/>
                <a:gd name="T6" fmla="*/ 47 w 47"/>
                <a:gd name="T7" fmla="*/ 1 h 1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7" h="123">
                  <a:moveTo>
                    <a:pt x="41" y="0"/>
                  </a:moveTo>
                  <a:cubicBezTo>
                    <a:pt x="35" y="19"/>
                    <a:pt x="47" y="123"/>
                    <a:pt x="0" y="92"/>
                  </a:cubicBezTo>
                  <a:cubicBezTo>
                    <a:pt x="20" y="94"/>
                    <a:pt x="22" y="70"/>
                    <a:pt x="27" y="55"/>
                  </a:cubicBezTo>
                  <a:cubicBezTo>
                    <a:pt x="32" y="38"/>
                    <a:pt x="38" y="20"/>
                    <a:pt x="37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7355" name="Freeform 775">
              <a:extLst>
                <a:ext uri="{FF2B5EF4-FFF2-40B4-BE49-F238E27FC236}">
                  <a16:creationId xmlns:a16="http://schemas.microsoft.com/office/drawing/2014/main" id="{2B0E0636-894F-445B-B614-9439536EF5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0" y="2182"/>
              <a:ext cx="415" cy="314"/>
            </a:xfrm>
            <a:custGeom>
              <a:avLst/>
              <a:gdLst>
                <a:gd name="T0" fmla="*/ 473 w 389"/>
                <a:gd name="T1" fmla="*/ 19 h 294"/>
                <a:gd name="T2" fmla="*/ 444 w 389"/>
                <a:gd name="T3" fmla="*/ 22 h 294"/>
                <a:gd name="T4" fmla="*/ 422 w 389"/>
                <a:gd name="T5" fmla="*/ 41 h 294"/>
                <a:gd name="T6" fmla="*/ 402 w 389"/>
                <a:gd name="T7" fmla="*/ 107 h 294"/>
                <a:gd name="T8" fmla="*/ 317 w 389"/>
                <a:gd name="T9" fmla="*/ 236 h 294"/>
                <a:gd name="T10" fmla="*/ 50 w 389"/>
                <a:gd name="T11" fmla="*/ 354 h 294"/>
                <a:gd name="T12" fmla="*/ 0 w 389"/>
                <a:gd name="T13" fmla="*/ 358 h 294"/>
                <a:gd name="T14" fmla="*/ 186 w 389"/>
                <a:gd name="T15" fmla="*/ 291 h 294"/>
                <a:gd name="T16" fmla="*/ 266 w 389"/>
                <a:gd name="T17" fmla="*/ 240 h 294"/>
                <a:gd name="T18" fmla="*/ 338 w 389"/>
                <a:gd name="T19" fmla="*/ 183 h 294"/>
                <a:gd name="T20" fmla="*/ 406 w 389"/>
                <a:gd name="T21" fmla="*/ 46 h 294"/>
                <a:gd name="T22" fmla="*/ 428 w 389"/>
                <a:gd name="T23" fmla="*/ 4 h 294"/>
                <a:gd name="T24" fmla="*/ 469 w 389"/>
                <a:gd name="T25" fmla="*/ 3 h 29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89" h="294">
                  <a:moveTo>
                    <a:pt x="389" y="16"/>
                  </a:moveTo>
                  <a:cubicBezTo>
                    <a:pt x="383" y="19"/>
                    <a:pt x="374" y="15"/>
                    <a:pt x="366" y="19"/>
                  </a:cubicBezTo>
                  <a:cubicBezTo>
                    <a:pt x="359" y="21"/>
                    <a:pt x="353" y="28"/>
                    <a:pt x="348" y="34"/>
                  </a:cubicBezTo>
                  <a:cubicBezTo>
                    <a:pt x="336" y="49"/>
                    <a:pt x="335" y="69"/>
                    <a:pt x="331" y="88"/>
                  </a:cubicBezTo>
                  <a:cubicBezTo>
                    <a:pt x="322" y="133"/>
                    <a:pt x="295" y="165"/>
                    <a:pt x="261" y="194"/>
                  </a:cubicBezTo>
                  <a:cubicBezTo>
                    <a:pt x="198" y="249"/>
                    <a:pt x="120" y="271"/>
                    <a:pt x="41" y="290"/>
                  </a:cubicBezTo>
                  <a:cubicBezTo>
                    <a:pt x="27" y="293"/>
                    <a:pt x="11" y="293"/>
                    <a:pt x="0" y="294"/>
                  </a:cubicBezTo>
                  <a:cubicBezTo>
                    <a:pt x="53" y="278"/>
                    <a:pt x="104" y="263"/>
                    <a:pt x="153" y="239"/>
                  </a:cubicBezTo>
                  <a:cubicBezTo>
                    <a:pt x="176" y="228"/>
                    <a:pt x="196" y="211"/>
                    <a:pt x="218" y="198"/>
                  </a:cubicBezTo>
                  <a:cubicBezTo>
                    <a:pt x="242" y="185"/>
                    <a:pt x="260" y="172"/>
                    <a:pt x="278" y="150"/>
                  </a:cubicBezTo>
                  <a:cubicBezTo>
                    <a:pt x="305" y="118"/>
                    <a:pt x="322" y="76"/>
                    <a:pt x="335" y="37"/>
                  </a:cubicBezTo>
                  <a:cubicBezTo>
                    <a:pt x="340" y="25"/>
                    <a:pt x="338" y="10"/>
                    <a:pt x="352" y="4"/>
                  </a:cubicBezTo>
                  <a:cubicBezTo>
                    <a:pt x="360" y="0"/>
                    <a:pt x="378" y="1"/>
                    <a:pt x="386" y="3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7356" name="Freeform 776">
              <a:extLst>
                <a:ext uri="{FF2B5EF4-FFF2-40B4-BE49-F238E27FC236}">
                  <a16:creationId xmlns:a16="http://schemas.microsoft.com/office/drawing/2014/main" id="{C11E0566-00A8-40E1-83C6-9E0B3DD0456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1" y="1988"/>
              <a:ext cx="352" cy="67"/>
            </a:xfrm>
            <a:custGeom>
              <a:avLst/>
              <a:gdLst>
                <a:gd name="T0" fmla="*/ 400 w 330"/>
                <a:gd name="T1" fmla="*/ 0 h 63"/>
                <a:gd name="T2" fmla="*/ 260 w 330"/>
                <a:gd name="T3" fmla="*/ 61 h 63"/>
                <a:gd name="T4" fmla="*/ 127 w 330"/>
                <a:gd name="T5" fmla="*/ 62 h 63"/>
                <a:gd name="T6" fmla="*/ 5 w 330"/>
                <a:gd name="T7" fmla="*/ 52 h 63"/>
                <a:gd name="T8" fmla="*/ 140 w 330"/>
                <a:gd name="T9" fmla="*/ 52 h 63"/>
                <a:gd name="T10" fmla="*/ 400 w 330"/>
                <a:gd name="T11" fmla="*/ 0 h 6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30" h="63">
                  <a:moveTo>
                    <a:pt x="330" y="0"/>
                  </a:moveTo>
                  <a:cubicBezTo>
                    <a:pt x="330" y="0"/>
                    <a:pt x="257" y="46"/>
                    <a:pt x="215" y="51"/>
                  </a:cubicBezTo>
                  <a:cubicBezTo>
                    <a:pt x="173" y="55"/>
                    <a:pt x="152" y="61"/>
                    <a:pt x="105" y="52"/>
                  </a:cubicBezTo>
                  <a:cubicBezTo>
                    <a:pt x="58" y="43"/>
                    <a:pt x="9" y="42"/>
                    <a:pt x="5" y="43"/>
                  </a:cubicBezTo>
                  <a:cubicBezTo>
                    <a:pt x="0" y="45"/>
                    <a:pt x="77" y="43"/>
                    <a:pt x="115" y="43"/>
                  </a:cubicBezTo>
                  <a:cubicBezTo>
                    <a:pt x="153" y="43"/>
                    <a:pt x="185" y="63"/>
                    <a:pt x="33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7357" name="Freeform 777">
              <a:extLst>
                <a:ext uri="{FF2B5EF4-FFF2-40B4-BE49-F238E27FC236}">
                  <a16:creationId xmlns:a16="http://schemas.microsoft.com/office/drawing/2014/main" id="{20969A84-50C5-430C-93CC-2C2C4F28AE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1" y="1823"/>
              <a:ext cx="132" cy="116"/>
            </a:xfrm>
            <a:custGeom>
              <a:avLst/>
              <a:gdLst>
                <a:gd name="T0" fmla="*/ 150 w 124"/>
                <a:gd name="T1" fmla="*/ 118 h 109"/>
                <a:gd name="T2" fmla="*/ 52 w 124"/>
                <a:gd name="T3" fmla="*/ 105 h 109"/>
                <a:gd name="T4" fmla="*/ 12 w 124"/>
                <a:gd name="T5" fmla="*/ 65 h 109"/>
                <a:gd name="T6" fmla="*/ 1 w 124"/>
                <a:gd name="T7" fmla="*/ 0 h 109"/>
                <a:gd name="T8" fmla="*/ 57 w 124"/>
                <a:gd name="T9" fmla="*/ 96 h 109"/>
                <a:gd name="T10" fmla="*/ 144 w 124"/>
                <a:gd name="T11" fmla="*/ 118 h 10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4" h="109">
                  <a:moveTo>
                    <a:pt x="124" y="98"/>
                  </a:moveTo>
                  <a:cubicBezTo>
                    <a:pt x="99" y="109"/>
                    <a:pt x="66" y="99"/>
                    <a:pt x="43" y="87"/>
                  </a:cubicBezTo>
                  <a:cubicBezTo>
                    <a:pt x="30" y="80"/>
                    <a:pt x="16" y="68"/>
                    <a:pt x="9" y="54"/>
                  </a:cubicBezTo>
                  <a:cubicBezTo>
                    <a:pt x="0" y="37"/>
                    <a:pt x="6" y="17"/>
                    <a:pt x="1" y="0"/>
                  </a:cubicBezTo>
                  <a:cubicBezTo>
                    <a:pt x="16" y="27"/>
                    <a:pt x="18" y="62"/>
                    <a:pt x="48" y="80"/>
                  </a:cubicBezTo>
                  <a:cubicBezTo>
                    <a:pt x="67" y="91"/>
                    <a:pt x="98" y="91"/>
                    <a:pt x="119" y="9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7358" name="Freeform 778">
              <a:extLst>
                <a:ext uri="{FF2B5EF4-FFF2-40B4-BE49-F238E27FC236}">
                  <a16:creationId xmlns:a16="http://schemas.microsoft.com/office/drawing/2014/main" id="{9612731C-A428-42BD-BBFB-524FD357BD1A}"/>
                </a:ext>
              </a:extLst>
            </p:cNvPr>
            <p:cNvSpPr>
              <a:spLocks/>
            </p:cNvSpPr>
            <p:nvPr/>
          </p:nvSpPr>
          <p:spPr bwMode="auto">
            <a:xfrm>
              <a:off x="829" y="1630"/>
              <a:ext cx="180" cy="221"/>
            </a:xfrm>
            <a:custGeom>
              <a:avLst/>
              <a:gdLst>
                <a:gd name="T0" fmla="*/ 207 w 168"/>
                <a:gd name="T1" fmla="*/ 35 h 207"/>
                <a:gd name="T2" fmla="*/ 134 w 168"/>
                <a:gd name="T3" fmla="*/ 61 h 207"/>
                <a:gd name="T4" fmla="*/ 85 w 168"/>
                <a:gd name="T5" fmla="*/ 1 h 207"/>
                <a:gd name="T6" fmla="*/ 30 w 168"/>
                <a:gd name="T7" fmla="*/ 53 h 207"/>
                <a:gd name="T8" fmla="*/ 2 w 168"/>
                <a:gd name="T9" fmla="*/ 136 h 207"/>
                <a:gd name="T10" fmla="*/ 30 w 168"/>
                <a:gd name="T11" fmla="*/ 204 h 207"/>
                <a:gd name="T12" fmla="*/ 106 w 168"/>
                <a:gd name="T13" fmla="*/ 249 h 207"/>
                <a:gd name="T14" fmla="*/ 154 w 168"/>
                <a:gd name="T15" fmla="*/ 195 h 207"/>
                <a:gd name="T16" fmla="*/ 169 w 168"/>
                <a:gd name="T17" fmla="*/ 142 h 207"/>
                <a:gd name="T18" fmla="*/ 195 w 168"/>
                <a:gd name="T19" fmla="*/ 62 h 20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68" h="207">
                  <a:moveTo>
                    <a:pt x="168" y="29"/>
                  </a:moveTo>
                  <a:cubicBezTo>
                    <a:pt x="150" y="37"/>
                    <a:pt x="131" y="57"/>
                    <a:pt x="109" y="50"/>
                  </a:cubicBezTo>
                  <a:cubicBezTo>
                    <a:pt x="88" y="43"/>
                    <a:pt x="88" y="0"/>
                    <a:pt x="69" y="1"/>
                  </a:cubicBezTo>
                  <a:cubicBezTo>
                    <a:pt x="58" y="1"/>
                    <a:pt x="29" y="34"/>
                    <a:pt x="24" y="44"/>
                  </a:cubicBezTo>
                  <a:cubicBezTo>
                    <a:pt x="14" y="61"/>
                    <a:pt x="4" y="92"/>
                    <a:pt x="2" y="111"/>
                  </a:cubicBezTo>
                  <a:cubicBezTo>
                    <a:pt x="0" y="135"/>
                    <a:pt x="5" y="153"/>
                    <a:pt x="24" y="168"/>
                  </a:cubicBezTo>
                  <a:cubicBezTo>
                    <a:pt x="38" y="179"/>
                    <a:pt x="68" y="202"/>
                    <a:pt x="86" y="204"/>
                  </a:cubicBezTo>
                  <a:cubicBezTo>
                    <a:pt x="109" y="207"/>
                    <a:pt x="120" y="179"/>
                    <a:pt x="125" y="160"/>
                  </a:cubicBezTo>
                  <a:cubicBezTo>
                    <a:pt x="129" y="145"/>
                    <a:pt x="132" y="131"/>
                    <a:pt x="137" y="117"/>
                  </a:cubicBezTo>
                  <a:cubicBezTo>
                    <a:pt x="142" y="101"/>
                    <a:pt x="162" y="61"/>
                    <a:pt x="159" y="51"/>
                  </a:cubicBezTo>
                </a:path>
              </a:pathLst>
            </a:custGeom>
            <a:solidFill>
              <a:srgbClr val="FAF4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7359" name="Freeform 779">
              <a:extLst>
                <a:ext uri="{FF2B5EF4-FFF2-40B4-BE49-F238E27FC236}">
                  <a16:creationId xmlns:a16="http://schemas.microsoft.com/office/drawing/2014/main" id="{CACF8C29-4405-4119-9829-0F966E1C9B2A}"/>
                </a:ext>
              </a:extLst>
            </p:cNvPr>
            <p:cNvSpPr>
              <a:spLocks/>
            </p:cNvSpPr>
            <p:nvPr/>
          </p:nvSpPr>
          <p:spPr bwMode="auto">
            <a:xfrm>
              <a:off x="850" y="1532"/>
              <a:ext cx="121" cy="181"/>
            </a:xfrm>
            <a:custGeom>
              <a:avLst/>
              <a:gdLst>
                <a:gd name="T0" fmla="*/ 108 w 113"/>
                <a:gd name="T1" fmla="*/ 167 h 169"/>
                <a:gd name="T2" fmla="*/ 139 w 113"/>
                <a:gd name="T3" fmla="*/ 71 h 169"/>
                <a:gd name="T4" fmla="*/ 93 w 113"/>
                <a:gd name="T5" fmla="*/ 19 h 169"/>
                <a:gd name="T6" fmla="*/ 50 w 113"/>
                <a:gd name="T7" fmla="*/ 24 h 169"/>
                <a:gd name="T8" fmla="*/ 0 w 113"/>
                <a:gd name="T9" fmla="*/ 208 h 16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3" h="169">
                  <a:moveTo>
                    <a:pt x="88" y="136"/>
                  </a:moveTo>
                  <a:cubicBezTo>
                    <a:pt x="68" y="96"/>
                    <a:pt x="77" y="80"/>
                    <a:pt x="113" y="58"/>
                  </a:cubicBezTo>
                  <a:cubicBezTo>
                    <a:pt x="104" y="45"/>
                    <a:pt x="87" y="29"/>
                    <a:pt x="76" y="16"/>
                  </a:cubicBezTo>
                  <a:cubicBezTo>
                    <a:pt x="61" y="0"/>
                    <a:pt x="54" y="3"/>
                    <a:pt x="41" y="20"/>
                  </a:cubicBezTo>
                  <a:cubicBezTo>
                    <a:pt x="9" y="63"/>
                    <a:pt x="1" y="115"/>
                    <a:pt x="0" y="169"/>
                  </a:cubicBezTo>
                </a:path>
              </a:pathLst>
            </a:custGeom>
            <a:solidFill>
              <a:srgbClr val="FAF4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7360" name="Freeform 780">
              <a:extLst>
                <a:ext uri="{FF2B5EF4-FFF2-40B4-BE49-F238E27FC236}">
                  <a16:creationId xmlns:a16="http://schemas.microsoft.com/office/drawing/2014/main" id="{D4E3D5EF-C89A-41E7-BC27-DA6089ED70E1}"/>
                </a:ext>
              </a:extLst>
            </p:cNvPr>
            <p:cNvSpPr>
              <a:spLocks/>
            </p:cNvSpPr>
            <p:nvPr/>
          </p:nvSpPr>
          <p:spPr bwMode="auto">
            <a:xfrm>
              <a:off x="917" y="1290"/>
              <a:ext cx="230" cy="264"/>
            </a:xfrm>
            <a:custGeom>
              <a:avLst/>
              <a:gdLst>
                <a:gd name="T0" fmla="*/ 17 w 216"/>
                <a:gd name="T1" fmla="*/ 301 h 247"/>
                <a:gd name="T2" fmla="*/ 58 w 216"/>
                <a:gd name="T3" fmla="*/ 249 h 247"/>
                <a:gd name="T4" fmla="*/ 118 w 216"/>
                <a:gd name="T5" fmla="*/ 251 h 247"/>
                <a:gd name="T6" fmla="*/ 161 w 216"/>
                <a:gd name="T7" fmla="*/ 171 h 247"/>
                <a:gd name="T8" fmla="*/ 247 w 216"/>
                <a:gd name="T9" fmla="*/ 64 h 247"/>
                <a:gd name="T10" fmla="*/ 213 w 216"/>
                <a:gd name="T11" fmla="*/ 3 h 247"/>
                <a:gd name="T12" fmla="*/ 106 w 216"/>
                <a:gd name="T13" fmla="*/ 77 h 247"/>
                <a:gd name="T14" fmla="*/ 39 w 216"/>
                <a:gd name="T15" fmla="*/ 172 h 247"/>
                <a:gd name="T16" fmla="*/ 0 w 216"/>
                <a:gd name="T17" fmla="*/ 289 h 24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16" h="247">
                  <a:moveTo>
                    <a:pt x="14" y="247"/>
                  </a:moveTo>
                  <a:cubicBezTo>
                    <a:pt x="18" y="226"/>
                    <a:pt x="27" y="209"/>
                    <a:pt x="48" y="204"/>
                  </a:cubicBezTo>
                  <a:cubicBezTo>
                    <a:pt x="68" y="199"/>
                    <a:pt x="84" y="217"/>
                    <a:pt x="98" y="206"/>
                  </a:cubicBezTo>
                  <a:cubicBezTo>
                    <a:pt x="113" y="194"/>
                    <a:pt x="121" y="156"/>
                    <a:pt x="133" y="140"/>
                  </a:cubicBezTo>
                  <a:cubicBezTo>
                    <a:pt x="152" y="113"/>
                    <a:pt x="192" y="83"/>
                    <a:pt x="205" y="52"/>
                  </a:cubicBezTo>
                  <a:cubicBezTo>
                    <a:pt x="216" y="26"/>
                    <a:pt x="208" y="0"/>
                    <a:pt x="177" y="3"/>
                  </a:cubicBezTo>
                  <a:cubicBezTo>
                    <a:pt x="141" y="8"/>
                    <a:pt x="112" y="38"/>
                    <a:pt x="88" y="63"/>
                  </a:cubicBezTo>
                  <a:cubicBezTo>
                    <a:pt x="64" y="87"/>
                    <a:pt x="44" y="110"/>
                    <a:pt x="33" y="141"/>
                  </a:cubicBezTo>
                  <a:cubicBezTo>
                    <a:pt x="21" y="171"/>
                    <a:pt x="17" y="211"/>
                    <a:pt x="0" y="237"/>
                  </a:cubicBezTo>
                </a:path>
              </a:pathLst>
            </a:custGeom>
            <a:solidFill>
              <a:srgbClr val="FAF4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7361" name="Freeform 781">
              <a:extLst>
                <a:ext uri="{FF2B5EF4-FFF2-40B4-BE49-F238E27FC236}">
                  <a16:creationId xmlns:a16="http://schemas.microsoft.com/office/drawing/2014/main" id="{24090DE3-6C31-4B6C-92E2-163B7C02A85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9" y="1227"/>
              <a:ext cx="385" cy="230"/>
            </a:xfrm>
            <a:custGeom>
              <a:avLst/>
              <a:gdLst>
                <a:gd name="T0" fmla="*/ 41 w 361"/>
                <a:gd name="T1" fmla="*/ 261 h 216"/>
                <a:gd name="T2" fmla="*/ 81 w 361"/>
                <a:gd name="T3" fmla="*/ 219 h 216"/>
                <a:gd name="T4" fmla="*/ 156 w 361"/>
                <a:gd name="T5" fmla="*/ 184 h 216"/>
                <a:gd name="T6" fmla="*/ 342 w 361"/>
                <a:gd name="T7" fmla="*/ 136 h 216"/>
                <a:gd name="T8" fmla="*/ 423 w 361"/>
                <a:gd name="T9" fmla="*/ 36 h 216"/>
                <a:gd name="T10" fmla="*/ 365 w 361"/>
                <a:gd name="T11" fmla="*/ 1 h 216"/>
                <a:gd name="T12" fmla="*/ 87 w 361"/>
                <a:gd name="T13" fmla="*/ 81 h 216"/>
                <a:gd name="T14" fmla="*/ 0 w 361"/>
                <a:gd name="T15" fmla="*/ 179 h 21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61" h="216">
                  <a:moveTo>
                    <a:pt x="34" y="216"/>
                  </a:moveTo>
                  <a:cubicBezTo>
                    <a:pt x="44" y="211"/>
                    <a:pt x="56" y="190"/>
                    <a:pt x="67" y="181"/>
                  </a:cubicBezTo>
                  <a:cubicBezTo>
                    <a:pt x="86" y="165"/>
                    <a:pt x="105" y="159"/>
                    <a:pt x="128" y="152"/>
                  </a:cubicBezTo>
                  <a:cubicBezTo>
                    <a:pt x="180" y="138"/>
                    <a:pt x="232" y="135"/>
                    <a:pt x="282" y="113"/>
                  </a:cubicBezTo>
                  <a:cubicBezTo>
                    <a:pt x="310" y="101"/>
                    <a:pt x="361" y="67"/>
                    <a:pt x="349" y="30"/>
                  </a:cubicBezTo>
                  <a:cubicBezTo>
                    <a:pt x="343" y="10"/>
                    <a:pt x="321" y="1"/>
                    <a:pt x="301" y="1"/>
                  </a:cubicBezTo>
                  <a:cubicBezTo>
                    <a:pt x="219" y="0"/>
                    <a:pt x="140" y="28"/>
                    <a:pt x="72" y="67"/>
                  </a:cubicBezTo>
                  <a:cubicBezTo>
                    <a:pt x="39" y="86"/>
                    <a:pt x="22" y="117"/>
                    <a:pt x="0" y="148"/>
                  </a:cubicBezTo>
                </a:path>
              </a:pathLst>
            </a:custGeom>
            <a:solidFill>
              <a:srgbClr val="FAF4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7362" name="Freeform 782">
              <a:extLst>
                <a:ext uri="{FF2B5EF4-FFF2-40B4-BE49-F238E27FC236}">
                  <a16:creationId xmlns:a16="http://schemas.microsoft.com/office/drawing/2014/main" id="{B3840CF2-7ADD-40A2-9B0C-2FC8723C8A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5" y="1326"/>
              <a:ext cx="417" cy="560"/>
            </a:xfrm>
            <a:custGeom>
              <a:avLst/>
              <a:gdLst>
                <a:gd name="T0" fmla="*/ 283 w 390"/>
                <a:gd name="T1" fmla="*/ 31 h 524"/>
                <a:gd name="T2" fmla="*/ 210 w 390"/>
                <a:gd name="T3" fmla="*/ 83 h 524"/>
                <a:gd name="T4" fmla="*/ 121 w 390"/>
                <a:gd name="T5" fmla="*/ 126 h 524"/>
                <a:gd name="T6" fmla="*/ 22 w 390"/>
                <a:gd name="T7" fmla="*/ 230 h 524"/>
                <a:gd name="T8" fmla="*/ 49 w 390"/>
                <a:gd name="T9" fmla="*/ 377 h 524"/>
                <a:gd name="T10" fmla="*/ 64 w 390"/>
                <a:gd name="T11" fmla="*/ 508 h 524"/>
                <a:gd name="T12" fmla="*/ 128 w 390"/>
                <a:gd name="T13" fmla="*/ 577 h 524"/>
                <a:gd name="T14" fmla="*/ 229 w 390"/>
                <a:gd name="T15" fmla="*/ 573 h 524"/>
                <a:gd name="T16" fmla="*/ 303 w 390"/>
                <a:gd name="T17" fmla="*/ 621 h 524"/>
                <a:gd name="T18" fmla="*/ 412 w 390"/>
                <a:gd name="T19" fmla="*/ 611 h 524"/>
                <a:gd name="T20" fmla="*/ 466 w 390"/>
                <a:gd name="T21" fmla="*/ 575 h 524"/>
                <a:gd name="T22" fmla="*/ 472 w 390"/>
                <a:gd name="T23" fmla="*/ 487 h 524"/>
                <a:gd name="T24" fmla="*/ 446 w 390"/>
                <a:gd name="T25" fmla="*/ 267 h 524"/>
                <a:gd name="T26" fmla="*/ 396 w 390"/>
                <a:gd name="T27" fmla="*/ 67 h 524"/>
                <a:gd name="T28" fmla="*/ 281 w 390"/>
                <a:gd name="T29" fmla="*/ 29 h 52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390" h="524">
                  <a:moveTo>
                    <a:pt x="232" y="25"/>
                  </a:moveTo>
                  <a:cubicBezTo>
                    <a:pt x="212" y="39"/>
                    <a:pt x="192" y="54"/>
                    <a:pt x="171" y="68"/>
                  </a:cubicBezTo>
                  <a:cubicBezTo>
                    <a:pt x="148" y="82"/>
                    <a:pt x="121" y="88"/>
                    <a:pt x="99" y="103"/>
                  </a:cubicBezTo>
                  <a:cubicBezTo>
                    <a:pt x="72" y="121"/>
                    <a:pt x="34" y="158"/>
                    <a:pt x="19" y="188"/>
                  </a:cubicBezTo>
                  <a:cubicBezTo>
                    <a:pt x="0" y="229"/>
                    <a:pt x="31" y="270"/>
                    <a:pt x="40" y="309"/>
                  </a:cubicBezTo>
                  <a:cubicBezTo>
                    <a:pt x="48" y="345"/>
                    <a:pt x="50" y="379"/>
                    <a:pt x="52" y="415"/>
                  </a:cubicBezTo>
                  <a:cubicBezTo>
                    <a:pt x="55" y="453"/>
                    <a:pt x="66" y="472"/>
                    <a:pt x="105" y="473"/>
                  </a:cubicBezTo>
                  <a:cubicBezTo>
                    <a:pt x="133" y="473"/>
                    <a:pt x="160" y="461"/>
                    <a:pt x="187" y="470"/>
                  </a:cubicBezTo>
                  <a:cubicBezTo>
                    <a:pt x="213" y="478"/>
                    <a:pt x="226" y="498"/>
                    <a:pt x="248" y="509"/>
                  </a:cubicBezTo>
                  <a:cubicBezTo>
                    <a:pt x="278" y="524"/>
                    <a:pt x="308" y="514"/>
                    <a:pt x="337" y="501"/>
                  </a:cubicBezTo>
                  <a:cubicBezTo>
                    <a:pt x="351" y="494"/>
                    <a:pt x="375" y="486"/>
                    <a:pt x="382" y="471"/>
                  </a:cubicBezTo>
                  <a:cubicBezTo>
                    <a:pt x="390" y="454"/>
                    <a:pt x="387" y="419"/>
                    <a:pt x="385" y="400"/>
                  </a:cubicBezTo>
                  <a:cubicBezTo>
                    <a:pt x="380" y="339"/>
                    <a:pt x="372" y="279"/>
                    <a:pt x="365" y="219"/>
                  </a:cubicBezTo>
                  <a:cubicBezTo>
                    <a:pt x="359" y="164"/>
                    <a:pt x="351" y="105"/>
                    <a:pt x="324" y="55"/>
                  </a:cubicBezTo>
                  <a:cubicBezTo>
                    <a:pt x="306" y="22"/>
                    <a:pt x="269" y="0"/>
                    <a:pt x="230" y="23"/>
                  </a:cubicBezTo>
                </a:path>
              </a:pathLst>
            </a:custGeom>
            <a:solidFill>
              <a:srgbClr val="FAF4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7363" name="Freeform 783">
              <a:extLst>
                <a:ext uri="{FF2B5EF4-FFF2-40B4-BE49-F238E27FC236}">
                  <a16:creationId xmlns:a16="http://schemas.microsoft.com/office/drawing/2014/main" id="{6739521E-04FF-4561-AA30-F399D30995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7" y="1922"/>
              <a:ext cx="282" cy="94"/>
            </a:xfrm>
            <a:custGeom>
              <a:avLst/>
              <a:gdLst>
                <a:gd name="T0" fmla="*/ 4 w 264"/>
                <a:gd name="T1" fmla="*/ 40 h 88"/>
                <a:gd name="T2" fmla="*/ 0 w 264"/>
                <a:gd name="T3" fmla="*/ 35 h 88"/>
                <a:gd name="T4" fmla="*/ 91 w 264"/>
                <a:gd name="T5" fmla="*/ 83 h 88"/>
                <a:gd name="T6" fmla="*/ 184 w 264"/>
                <a:gd name="T7" fmla="*/ 105 h 88"/>
                <a:gd name="T8" fmla="*/ 266 w 264"/>
                <a:gd name="T9" fmla="*/ 103 h 88"/>
                <a:gd name="T10" fmla="*/ 319 w 264"/>
                <a:gd name="T11" fmla="*/ 47 h 88"/>
                <a:gd name="T12" fmla="*/ 11 w 264"/>
                <a:gd name="T13" fmla="*/ 37 h 8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4" h="88">
                  <a:moveTo>
                    <a:pt x="4" y="33"/>
                  </a:moveTo>
                  <a:cubicBezTo>
                    <a:pt x="2" y="32"/>
                    <a:pt x="3" y="30"/>
                    <a:pt x="0" y="29"/>
                  </a:cubicBezTo>
                  <a:cubicBezTo>
                    <a:pt x="11" y="46"/>
                    <a:pt x="56" y="61"/>
                    <a:pt x="75" y="68"/>
                  </a:cubicBezTo>
                  <a:cubicBezTo>
                    <a:pt x="100" y="77"/>
                    <a:pt x="125" y="84"/>
                    <a:pt x="151" y="86"/>
                  </a:cubicBezTo>
                  <a:cubicBezTo>
                    <a:pt x="172" y="88"/>
                    <a:pt x="198" y="88"/>
                    <a:pt x="218" y="84"/>
                  </a:cubicBezTo>
                  <a:cubicBezTo>
                    <a:pt x="236" y="80"/>
                    <a:pt x="264" y="60"/>
                    <a:pt x="262" y="38"/>
                  </a:cubicBezTo>
                  <a:cubicBezTo>
                    <a:pt x="257" y="0"/>
                    <a:pt x="51" y="47"/>
                    <a:pt x="8" y="31"/>
                  </a:cubicBezTo>
                </a:path>
              </a:pathLst>
            </a:custGeom>
            <a:solidFill>
              <a:srgbClr val="FAF4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7364" name="Freeform 784">
              <a:extLst>
                <a:ext uri="{FF2B5EF4-FFF2-40B4-BE49-F238E27FC236}">
                  <a16:creationId xmlns:a16="http://schemas.microsoft.com/office/drawing/2014/main" id="{F5FAD7EF-B816-440D-A674-462D8E8826E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1" y="1886"/>
              <a:ext cx="501" cy="452"/>
            </a:xfrm>
            <a:custGeom>
              <a:avLst/>
              <a:gdLst>
                <a:gd name="T0" fmla="*/ 307 w 469"/>
                <a:gd name="T1" fmla="*/ 89 h 423"/>
                <a:gd name="T2" fmla="*/ 237 w 469"/>
                <a:gd name="T3" fmla="*/ 146 h 423"/>
                <a:gd name="T4" fmla="*/ 422 w 469"/>
                <a:gd name="T5" fmla="*/ 250 h 423"/>
                <a:gd name="T6" fmla="*/ 562 w 469"/>
                <a:gd name="T7" fmla="*/ 419 h 423"/>
                <a:gd name="T8" fmla="*/ 396 w 469"/>
                <a:gd name="T9" fmla="*/ 516 h 423"/>
                <a:gd name="T10" fmla="*/ 269 w 469"/>
                <a:gd name="T11" fmla="*/ 495 h 423"/>
                <a:gd name="T12" fmla="*/ 200 w 469"/>
                <a:gd name="T13" fmla="*/ 428 h 423"/>
                <a:gd name="T14" fmla="*/ 95 w 469"/>
                <a:gd name="T15" fmla="*/ 301 h 423"/>
                <a:gd name="T16" fmla="*/ 18 w 469"/>
                <a:gd name="T17" fmla="*/ 291 h 423"/>
                <a:gd name="T18" fmla="*/ 0 w 469"/>
                <a:gd name="T19" fmla="*/ 186 h 423"/>
                <a:gd name="T20" fmla="*/ 64 w 469"/>
                <a:gd name="T21" fmla="*/ 0 h 423"/>
                <a:gd name="T22" fmla="*/ 118 w 469"/>
                <a:gd name="T23" fmla="*/ 11 h 423"/>
                <a:gd name="T24" fmla="*/ 204 w 469"/>
                <a:gd name="T25" fmla="*/ 50 h 423"/>
                <a:gd name="T26" fmla="*/ 255 w 469"/>
                <a:gd name="T27" fmla="*/ 72 h 423"/>
                <a:gd name="T28" fmla="*/ 292 w 469"/>
                <a:gd name="T29" fmla="*/ 79 h 42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469" h="423">
                  <a:moveTo>
                    <a:pt x="252" y="73"/>
                  </a:moveTo>
                  <a:cubicBezTo>
                    <a:pt x="221" y="49"/>
                    <a:pt x="164" y="83"/>
                    <a:pt x="195" y="120"/>
                  </a:cubicBezTo>
                  <a:cubicBezTo>
                    <a:pt x="235" y="166"/>
                    <a:pt x="289" y="186"/>
                    <a:pt x="346" y="205"/>
                  </a:cubicBezTo>
                  <a:cubicBezTo>
                    <a:pt x="406" y="224"/>
                    <a:pt x="469" y="273"/>
                    <a:pt x="461" y="343"/>
                  </a:cubicBezTo>
                  <a:cubicBezTo>
                    <a:pt x="454" y="407"/>
                    <a:pt x="378" y="423"/>
                    <a:pt x="325" y="423"/>
                  </a:cubicBezTo>
                  <a:cubicBezTo>
                    <a:pt x="292" y="423"/>
                    <a:pt x="253" y="413"/>
                    <a:pt x="221" y="405"/>
                  </a:cubicBezTo>
                  <a:cubicBezTo>
                    <a:pt x="191" y="397"/>
                    <a:pt x="178" y="378"/>
                    <a:pt x="164" y="351"/>
                  </a:cubicBezTo>
                  <a:cubicBezTo>
                    <a:pt x="144" y="314"/>
                    <a:pt x="121" y="260"/>
                    <a:pt x="78" y="247"/>
                  </a:cubicBezTo>
                  <a:cubicBezTo>
                    <a:pt x="61" y="241"/>
                    <a:pt x="26" y="249"/>
                    <a:pt x="15" y="239"/>
                  </a:cubicBezTo>
                  <a:cubicBezTo>
                    <a:pt x="1" y="225"/>
                    <a:pt x="0" y="172"/>
                    <a:pt x="0" y="153"/>
                  </a:cubicBezTo>
                  <a:cubicBezTo>
                    <a:pt x="0" y="99"/>
                    <a:pt x="12" y="39"/>
                    <a:pt x="52" y="0"/>
                  </a:cubicBezTo>
                  <a:cubicBezTo>
                    <a:pt x="63" y="7"/>
                    <a:pt x="82" y="4"/>
                    <a:pt x="96" y="8"/>
                  </a:cubicBezTo>
                  <a:cubicBezTo>
                    <a:pt x="121" y="15"/>
                    <a:pt x="145" y="29"/>
                    <a:pt x="168" y="41"/>
                  </a:cubicBezTo>
                  <a:cubicBezTo>
                    <a:pt x="181" y="47"/>
                    <a:pt x="196" y="55"/>
                    <a:pt x="210" y="59"/>
                  </a:cubicBezTo>
                  <a:cubicBezTo>
                    <a:pt x="220" y="61"/>
                    <a:pt x="235" y="58"/>
                    <a:pt x="240" y="65"/>
                  </a:cubicBezTo>
                </a:path>
              </a:pathLst>
            </a:custGeom>
            <a:solidFill>
              <a:srgbClr val="FAF4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7365" name="Freeform 785">
              <a:extLst>
                <a:ext uri="{FF2B5EF4-FFF2-40B4-BE49-F238E27FC236}">
                  <a16:creationId xmlns:a16="http://schemas.microsoft.com/office/drawing/2014/main" id="{C9D29DCB-1169-47DA-894D-621CE795F98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6" y="2185"/>
              <a:ext cx="227" cy="245"/>
            </a:xfrm>
            <a:custGeom>
              <a:avLst/>
              <a:gdLst>
                <a:gd name="T0" fmla="*/ 258 w 212"/>
                <a:gd name="T1" fmla="*/ 142 h 229"/>
                <a:gd name="T2" fmla="*/ 208 w 212"/>
                <a:gd name="T3" fmla="*/ 200 h 229"/>
                <a:gd name="T4" fmla="*/ 260 w 212"/>
                <a:gd name="T5" fmla="*/ 280 h 229"/>
                <a:gd name="T6" fmla="*/ 185 w 212"/>
                <a:gd name="T7" fmla="*/ 239 h 229"/>
                <a:gd name="T8" fmla="*/ 111 w 212"/>
                <a:gd name="T9" fmla="*/ 195 h 229"/>
                <a:gd name="T10" fmla="*/ 28 w 212"/>
                <a:gd name="T11" fmla="*/ 0 h 2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2" h="229">
                  <a:moveTo>
                    <a:pt x="210" y="116"/>
                  </a:moveTo>
                  <a:cubicBezTo>
                    <a:pt x="187" y="123"/>
                    <a:pt x="167" y="139"/>
                    <a:pt x="169" y="164"/>
                  </a:cubicBezTo>
                  <a:cubicBezTo>
                    <a:pt x="170" y="195"/>
                    <a:pt x="208" y="203"/>
                    <a:pt x="212" y="229"/>
                  </a:cubicBezTo>
                  <a:cubicBezTo>
                    <a:pt x="193" y="228"/>
                    <a:pt x="168" y="203"/>
                    <a:pt x="151" y="194"/>
                  </a:cubicBezTo>
                  <a:cubicBezTo>
                    <a:pt x="132" y="184"/>
                    <a:pt x="109" y="173"/>
                    <a:pt x="91" y="159"/>
                  </a:cubicBezTo>
                  <a:cubicBezTo>
                    <a:pt x="47" y="125"/>
                    <a:pt x="0" y="56"/>
                    <a:pt x="22" y="0"/>
                  </a:cubicBezTo>
                </a:path>
              </a:pathLst>
            </a:custGeom>
            <a:solidFill>
              <a:srgbClr val="FAF4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7366" name="Freeform 786">
              <a:extLst>
                <a:ext uri="{FF2B5EF4-FFF2-40B4-BE49-F238E27FC236}">
                  <a16:creationId xmlns:a16="http://schemas.microsoft.com/office/drawing/2014/main" id="{D073EAA5-3EC8-4B05-8A72-C8A17268224A}"/>
                </a:ext>
              </a:extLst>
            </p:cNvPr>
            <p:cNvSpPr>
              <a:spLocks/>
            </p:cNvSpPr>
            <p:nvPr/>
          </p:nvSpPr>
          <p:spPr bwMode="auto">
            <a:xfrm>
              <a:off x="971" y="2328"/>
              <a:ext cx="239" cy="329"/>
            </a:xfrm>
            <a:custGeom>
              <a:avLst/>
              <a:gdLst>
                <a:gd name="T0" fmla="*/ 258 w 224"/>
                <a:gd name="T1" fmla="*/ 219 h 307"/>
                <a:gd name="T2" fmla="*/ 162 w 224"/>
                <a:gd name="T3" fmla="*/ 75 h 307"/>
                <a:gd name="T4" fmla="*/ 54 w 224"/>
                <a:gd name="T5" fmla="*/ 3 h 307"/>
                <a:gd name="T6" fmla="*/ 21 w 224"/>
                <a:gd name="T7" fmla="*/ 134 h 307"/>
                <a:gd name="T8" fmla="*/ 114 w 224"/>
                <a:gd name="T9" fmla="*/ 358 h 307"/>
                <a:gd name="T10" fmla="*/ 251 w 224"/>
                <a:gd name="T11" fmla="*/ 208 h 30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4" h="307">
                  <a:moveTo>
                    <a:pt x="213" y="177"/>
                  </a:moveTo>
                  <a:cubicBezTo>
                    <a:pt x="224" y="125"/>
                    <a:pt x="167" y="90"/>
                    <a:pt x="133" y="61"/>
                  </a:cubicBezTo>
                  <a:cubicBezTo>
                    <a:pt x="113" y="43"/>
                    <a:pt x="73" y="5"/>
                    <a:pt x="45" y="3"/>
                  </a:cubicBezTo>
                  <a:cubicBezTo>
                    <a:pt x="0" y="0"/>
                    <a:pt x="18" y="83"/>
                    <a:pt x="18" y="109"/>
                  </a:cubicBezTo>
                  <a:cubicBezTo>
                    <a:pt x="20" y="173"/>
                    <a:pt x="13" y="272"/>
                    <a:pt x="94" y="291"/>
                  </a:cubicBezTo>
                  <a:cubicBezTo>
                    <a:pt x="160" y="307"/>
                    <a:pt x="189" y="216"/>
                    <a:pt x="206" y="169"/>
                  </a:cubicBezTo>
                </a:path>
              </a:pathLst>
            </a:custGeom>
            <a:solidFill>
              <a:srgbClr val="FAF4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7367" name="Freeform 787">
              <a:extLst>
                <a:ext uri="{FF2B5EF4-FFF2-40B4-BE49-F238E27FC236}">
                  <a16:creationId xmlns:a16="http://schemas.microsoft.com/office/drawing/2014/main" id="{0D179107-F615-42B8-ACA6-5494DD8C6D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4" y="2478"/>
              <a:ext cx="447" cy="291"/>
            </a:xfrm>
            <a:custGeom>
              <a:avLst/>
              <a:gdLst>
                <a:gd name="T0" fmla="*/ 0 w 419"/>
                <a:gd name="T1" fmla="*/ 160 h 272"/>
                <a:gd name="T2" fmla="*/ 275 w 419"/>
                <a:gd name="T3" fmla="*/ 219 h 272"/>
                <a:gd name="T4" fmla="*/ 369 w 419"/>
                <a:gd name="T5" fmla="*/ 262 h 272"/>
                <a:gd name="T6" fmla="*/ 459 w 419"/>
                <a:gd name="T7" fmla="*/ 319 h 272"/>
                <a:gd name="T8" fmla="*/ 483 w 419"/>
                <a:gd name="T9" fmla="*/ 323 h 272"/>
                <a:gd name="T10" fmla="*/ 454 w 419"/>
                <a:gd name="T11" fmla="*/ 273 h 272"/>
                <a:gd name="T12" fmla="*/ 444 w 419"/>
                <a:gd name="T13" fmla="*/ 220 h 272"/>
                <a:gd name="T14" fmla="*/ 422 w 419"/>
                <a:gd name="T15" fmla="*/ 153 h 272"/>
                <a:gd name="T16" fmla="*/ 308 w 419"/>
                <a:gd name="T17" fmla="*/ 91 h 272"/>
                <a:gd name="T18" fmla="*/ 186 w 419"/>
                <a:gd name="T19" fmla="*/ 116 h 272"/>
                <a:gd name="T20" fmla="*/ 126 w 419"/>
                <a:gd name="T21" fmla="*/ 80 h 272"/>
                <a:gd name="T22" fmla="*/ 126 w 419"/>
                <a:gd name="T23" fmla="*/ 0 h 27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19" h="272">
                  <a:moveTo>
                    <a:pt x="0" y="131"/>
                  </a:moveTo>
                  <a:cubicBezTo>
                    <a:pt x="63" y="182"/>
                    <a:pt x="154" y="162"/>
                    <a:pt x="227" y="179"/>
                  </a:cubicBezTo>
                  <a:cubicBezTo>
                    <a:pt x="256" y="186"/>
                    <a:pt x="277" y="204"/>
                    <a:pt x="304" y="214"/>
                  </a:cubicBezTo>
                  <a:cubicBezTo>
                    <a:pt x="333" y="225"/>
                    <a:pt x="351" y="248"/>
                    <a:pt x="378" y="261"/>
                  </a:cubicBezTo>
                  <a:cubicBezTo>
                    <a:pt x="388" y="266"/>
                    <a:pt x="389" y="272"/>
                    <a:pt x="398" y="264"/>
                  </a:cubicBezTo>
                  <a:cubicBezTo>
                    <a:pt x="419" y="246"/>
                    <a:pt x="385" y="231"/>
                    <a:pt x="374" y="222"/>
                  </a:cubicBezTo>
                  <a:cubicBezTo>
                    <a:pt x="358" y="209"/>
                    <a:pt x="374" y="200"/>
                    <a:pt x="366" y="180"/>
                  </a:cubicBezTo>
                  <a:cubicBezTo>
                    <a:pt x="359" y="164"/>
                    <a:pt x="358" y="140"/>
                    <a:pt x="348" y="125"/>
                  </a:cubicBezTo>
                  <a:cubicBezTo>
                    <a:pt x="334" y="103"/>
                    <a:pt x="281" y="81"/>
                    <a:pt x="254" y="74"/>
                  </a:cubicBezTo>
                  <a:cubicBezTo>
                    <a:pt x="214" y="63"/>
                    <a:pt x="189" y="81"/>
                    <a:pt x="153" y="94"/>
                  </a:cubicBezTo>
                  <a:cubicBezTo>
                    <a:pt x="127" y="102"/>
                    <a:pt x="104" y="97"/>
                    <a:pt x="104" y="65"/>
                  </a:cubicBezTo>
                  <a:cubicBezTo>
                    <a:pt x="104" y="35"/>
                    <a:pt x="132" y="25"/>
                    <a:pt x="104" y="0"/>
                  </a:cubicBezTo>
                </a:path>
              </a:pathLst>
            </a:custGeom>
            <a:solidFill>
              <a:srgbClr val="FAF4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7368" name="Freeform 788">
              <a:extLst>
                <a:ext uri="{FF2B5EF4-FFF2-40B4-BE49-F238E27FC236}">
                  <a16:creationId xmlns:a16="http://schemas.microsoft.com/office/drawing/2014/main" id="{FB8E1B8A-D49B-4CF3-A574-12E10BB535EE}"/>
                </a:ext>
              </a:extLst>
            </p:cNvPr>
            <p:cNvSpPr>
              <a:spLocks/>
            </p:cNvSpPr>
            <p:nvPr/>
          </p:nvSpPr>
          <p:spPr bwMode="auto">
            <a:xfrm>
              <a:off x="987" y="2712"/>
              <a:ext cx="501" cy="318"/>
            </a:xfrm>
            <a:custGeom>
              <a:avLst/>
              <a:gdLst>
                <a:gd name="T0" fmla="*/ 216 w 469"/>
                <a:gd name="T1" fmla="*/ 21 h 297"/>
                <a:gd name="T2" fmla="*/ 87 w 469"/>
                <a:gd name="T3" fmla="*/ 2 h 297"/>
                <a:gd name="T4" fmla="*/ 3 w 469"/>
                <a:gd name="T5" fmla="*/ 116 h 297"/>
                <a:gd name="T6" fmla="*/ 58 w 469"/>
                <a:gd name="T7" fmla="*/ 267 h 297"/>
                <a:gd name="T8" fmla="*/ 191 w 469"/>
                <a:gd name="T9" fmla="*/ 291 h 297"/>
                <a:gd name="T10" fmla="*/ 356 w 469"/>
                <a:gd name="T11" fmla="*/ 311 h 297"/>
                <a:gd name="T12" fmla="*/ 492 w 469"/>
                <a:gd name="T13" fmla="*/ 361 h 297"/>
                <a:gd name="T14" fmla="*/ 552 w 469"/>
                <a:gd name="T15" fmla="*/ 344 h 297"/>
                <a:gd name="T16" fmla="*/ 548 w 469"/>
                <a:gd name="T17" fmla="*/ 249 h 297"/>
                <a:gd name="T18" fmla="*/ 430 w 469"/>
                <a:gd name="T19" fmla="*/ 134 h 297"/>
                <a:gd name="T20" fmla="*/ 289 w 469"/>
                <a:gd name="T21" fmla="*/ 56 h 297"/>
                <a:gd name="T22" fmla="*/ 216 w 469"/>
                <a:gd name="T23" fmla="*/ 28 h 29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69" h="297">
                  <a:moveTo>
                    <a:pt x="177" y="18"/>
                  </a:moveTo>
                  <a:cubicBezTo>
                    <a:pt x="147" y="9"/>
                    <a:pt x="103" y="0"/>
                    <a:pt x="71" y="2"/>
                  </a:cubicBezTo>
                  <a:cubicBezTo>
                    <a:pt x="25" y="4"/>
                    <a:pt x="0" y="52"/>
                    <a:pt x="3" y="94"/>
                  </a:cubicBezTo>
                  <a:cubicBezTo>
                    <a:pt x="6" y="132"/>
                    <a:pt x="19" y="191"/>
                    <a:pt x="48" y="218"/>
                  </a:cubicBezTo>
                  <a:cubicBezTo>
                    <a:pt x="80" y="249"/>
                    <a:pt x="116" y="244"/>
                    <a:pt x="157" y="237"/>
                  </a:cubicBezTo>
                  <a:cubicBezTo>
                    <a:pt x="207" y="228"/>
                    <a:pt x="245" y="237"/>
                    <a:pt x="292" y="253"/>
                  </a:cubicBezTo>
                  <a:cubicBezTo>
                    <a:pt x="329" y="266"/>
                    <a:pt x="364" y="290"/>
                    <a:pt x="404" y="294"/>
                  </a:cubicBezTo>
                  <a:cubicBezTo>
                    <a:pt x="423" y="296"/>
                    <a:pt x="443" y="297"/>
                    <a:pt x="453" y="280"/>
                  </a:cubicBezTo>
                  <a:cubicBezTo>
                    <a:pt x="469" y="255"/>
                    <a:pt x="463" y="228"/>
                    <a:pt x="449" y="204"/>
                  </a:cubicBezTo>
                  <a:cubicBezTo>
                    <a:pt x="426" y="164"/>
                    <a:pt x="394" y="131"/>
                    <a:pt x="353" y="109"/>
                  </a:cubicBezTo>
                  <a:cubicBezTo>
                    <a:pt x="315" y="87"/>
                    <a:pt x="279" y="61"/>
                    <a:pt x="238" y="46"/>
                  </a:cubicBezTo>
                  <a:cubicBezTo>
                    <a:pt x="217" y="39"/>
                    <a:pt x="197" y="30"/>
                    <a:pt x="177" y="22"/>
                  </a:cubicBezTo>
                </a:path>
              </a:pathLst>
            </a:custGeom>
            <a:solidFill>
              <a:srgbClr val="FAF4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7369" name="Freeform 789">
              <a:extLst>
                <a:ext uri="{FF2B5EF4-FFF2-40B4-BE49-F238E27FC236}">
                  <a16:creationId xmlns:a16="http://schemas.microsoft.com/office/drawing/2014/main" id="{78180B6F-85C1-4520-BA9D-CE167CB7E22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8" y="3035"/>
              <a:ext cx="176" cy="97"/>
            </a:xfrm>
            <a:custGeom>
              <a:avLst/>
              <a:gdLst>
                <a:gd name="T0" fmla="*/ 116 w 165"/>
                <a:gd name="T1" fmla="*/ 16 h 91"/>
                <a:gd name="T2" fmla="*/ 33 w 165"/>
                <a:gd name="T3" fmla="*/ 18 h 91"/>
                <a:gd name="T4" fmla="*/ 62 w 165"/>
                <a:gd name="T5" fmla="*/ 85 h 91"/>
                <a:gd name="T6" fmla="*/ 174 w 165"/>
                <a:gd name="T7" fmla="*/ 82 h 91"/>
                <a:gd name="T8" fmla="*/ 102 w 165"/>
                <a:gd name="T9" fmla="*/ 22 h 9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5" h="91">
                  <a:moveTo>
                    <a:pt x="96" y="13"/>
                  </a:moveTo>
                  <a:cubicBezTo>
                    <a:pt x="76" y="21"/>
                    <a:pt x="46" y="0"/>
                    <a:pt x="27" y="15"/>
                  </a:cubicBezTo>
                  <a:cubicBezTo>
                    <a:pt x="0" y="37"/>
                    <a:pt x="31" y="61"/>
                    <a:pt x="51" y="70"/>
                  </a:cubicBezTo>
                  <a:cubicBezTo>
                    <a:pt x="73" y="79"/>
                    <a:pt x="124" y="91"/>
                    <a:pt x="143" y="68"/>
                  </a:cubicBezTo>
                  <a:cubicBezTo>
                    <a:pt x="165" y="40"/>
                    <a:pt x="94" y="11"/>
                    <a:pt x="84" y="19"/>
                  </a:cubicBezTo>
                </a:path>
              </a:pathLst>
            </a:custGeom>
            <a:solidFill>
              <a:srgbClr val="FAF4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7370" name="Freeform 790">
              <a:extLst>
                <a:ext uri="{FF2B5EF4-FFF2-40B4-BE49-F238E27FC236}">
                  <a16:creationId xmlns:a16="http://schemas.microsoft.com/office/drawing/2014/main" id="{76B13EC5-2F0D-45D5-884D-E339A8FE86F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8" y="3139"/>
              <a:ext cx="341" cy="501"/>
            </a:xfrm>
            <a:custGeom>
              <a:avLst/>
              <a:gdLst>
                <a:gd name="T0" fmla="*/ 375 w 319"/>
                <a:gd name="T1" fmla="*/ 105 h 469"/>
                <a:gd name="T2" fmla="*/ 252 w 319"/>
                <a:gd name="T3" fmla="*/ 96 h 469"/>
                <a:gd name="T4" fmla="*/ 142 w 319"/>
                <a:gd name="T5" fmla="*/ 79 h 469"/>
                <a:gd name="T6" fmla="*/ 76 w 319"/>
                <a:gd name="T7" fmla="*/ 47 h 469"/>
                <a:gd name="T8" fmla="*/ 33 w 319"/>
                <a:gd name="T9" fmla="*/ 0 h 469"/>
                <a:gd name="T10" fmla="*/ 43 w 319"/>
                <a:gd name="T11" fmla="*/ 131 h 469"/>
                <a:gd name="T12" fmla="*/ 21 w 319"/>
                <a:gd name="T13" fmla="*/ 303 h 469"/>
                <a:gd name="T14" fmla="*/ 61 w 319"/>
                <a:gd name="T15" fmla="*/ 533 h 469"/>
                <a:gd name="T16" fmla="*/ 199 w 319"/>
                <a:gd name="T17" fmla="*/ 570 h 469"/>
                <a:gd name="T18" fmla="*/ 314 w 319"/>
                <a:gd name="T19" fmla="*/ 434 h 469"/>
                <a:gd name="T20" fmla="*/ 379 w 319"/>
                <a:gd name="T21" fmla="*/ 262 h 469"/>
                <a:gd name="T22" fmla="*/ 388 w 319"/>
                <a:gd name="T23" fmla="*/ 186 h 469"/>
                <a:gd name="T24" fmla="*/ 372 w 319"/>
                <a:gd name="T25" fmla="*/ 110 h 46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19" h="469">
                  <a:moveTo>
                    <a:pt x="307" y="86"/>
                  </a:moveTo>
                  <a:cubicBezTo>
                    <a:pt x="276" y="76"/>
                    <a:pt x="239" y="82"/>
                    <a:pt x="207" y="79"/>
                  </a:cubicBezTo>
                  <a:cubicBezTo>
                    <a:pt x="177" y="77"/>
                    <a:pt x="145" y="74"/>
                    <a:pt x="116" y="65"/>
                  </a:cubicBezTo>
                  <a:cubicBezTo>
                    <a:pt x="97" y="59"/>
                    <a:pt x="76" y="52"/>
                    <a:pt x="62" y="38"/>
                  </a:cubicBezTo>
                  <a:cubicBezTo>
                    <a:pt x="49" y="26"/>
                    <a:pt x="42" y="8"/>
                    <a:pt x="27" y="0"/>
                  </a:cubicBezTo>
                  <a:cubicBezTo>
                    <a:pt x="10" y="28"/>
                    <a:pt x="37" y="75"/>
                    <a:pt x="35" y="108"/>
                  </a:cubicBezTo>
                  <a:cubicBezTo>
                    <a:pt x="32" y="155"/>
                    <a:pt x="21" y="202"/>
                    <a:pt x="18" y="249"/>
                  </a:cubicBezTo>
                  <a:cubicBezTo>
                    <a:pt x="15" y="303"/>
                    <a:pt x="0" y="399"/>
                    <a:pt x="50" y="437"/>
                  </a:cubicBezTo>
                  <a:cubicBezTo>
                    <a:pt x="81" y="461"/>
                    <a:pt x="125" y="469"/>
                    <a:pt x="163" y="468"/>
                  </a:cubicBezTo>
                  <a:cubicBezTo>
                    <a:pt x="219" y="466"/>
                    <a:pt x="239" y="400"/>
                    <a:pt x="257" y="356"/>
                  </a:cubicBezTo>
                  <a:cubicBezTo>
                    <a:pt x="277" y="310"/>
                    <a:pt x="297" y="262"/>
                    <a:pt x="311" y="214"/>
                  </a:cubicBezTo>
                  <a:cubicBezTo>
                    <a:pt x="316" y="194"/>
                    <a:pt x="319" y="174"/>
                    <a:pt x="318" y="153"/>
                  </a:cubicBezTo>
                  <a:cubicBezTo>
                    <a:pt x="316" y="131"/>
                    <a:pt x="307" y="111"/>
                    <a:pt x="305" y="90"/>
                  </a:cubicBezTo>
                </a:path>
              </a:pathLst>
            </a:custGeom>
            <a:solidFill>
              <a:srgbClr val="FAF4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7371" name="Freeform 791">
              <a:extLst>
                <a:ext uri="{FF2B5EF4-FFF2-40B4-BE49-F238E27FC236}">
                  <a16:creationId xmlns:a16="http://schemas.microsoft.com/office/drawing/2014/main" id="{D7C76329-6E06-46BB-B5E8-98856314AB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2" y="3723"/>
              <a:ext cx="152" cy="88"/>
            </a:xfrm>
            <a:custGeom>
              <a:avLst/>
              <a:gdLst>
                <a:gd name="T0" fmla="*/ 83 w 143"/>
                <a:gd name="T1" fmla="*/ 10 h 82"/>
                <a:gd name="T2" fmla="*/ 11 w 143"/>
                <a:gd name="T3" fmla="*/ 32 h 82"/>
                <a:gd name="T4" fmla="*/ 83 w 143"/>
                <a:gd name="T5" fmla="*/ 57 h 82"/>
                <a:gd name="T6" fmla="*/ 172 w 143"/>
                <a:gd name="T7" fmla="*/ 49 h 82"/>
                <a:gd name="T8" fmla="*/ 75 w 143"/>
                <a:gd name="T9" fmla="*/ 14 h 8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3" h="82">
                  <a:moveTo>
                    <a:pt x="69" y="7"/>
                  </a:moveTo>
                  <a:cubicBezTo>
                    <a:pt x="50" y="0"/>
                    <a:pt x="15" y="0"/>
                    <a:pt x="8" y="26"/>
                  </a:cubicBezTo>
                  <a:cubicBezTo>
                    <a:pt x="0" y="57"/>
                    <a:pt x="49" y="40"/>
                    <a:pt x="69" y="46"/>
                  </a:cubicBezTo>
                  <a:cubicBezTo>
                    <a:pt x="88" y="51"/>
                    <a:pt x="143" y="82"/>
                    <a:pt x="143" y="40"/>
                  </a:cubicBezTo>
                  <a:cubicBezTo>
                    <a:pt x="143" y="13"/>
                    <a:pt x="79" y="2"/>
                    <a:pt x="63" y="11"/>
                  </a:cubicBezTo>
                </a:path>
              </a:pathLst>
            </a:custGeom>
            <a:solidFill>
              <a:srgbClr val="FAF4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7372" name="Freeform 792">
              <a:extLst>
                <a:ext uri="{FF2B5EF4-FFF2-40B4-BE49-F238E27FC236}">
                  <a16:creationId xmlns:a16="http://schemas.microsoft.com/office/drawing/2014/main" id="{E19B6078-9B37-4BA2-9959-473DFE822A8E}"/>
                </a:ext>
              </a:extLst>
            </p:cNvPr>
            <p:cNvSpPr>
              <a:spLocks/>
            </p:cNvSpPr>
            <p:nvPr/>
          </p:nvSpPr>
          <p:spPr bwMode="auto">
            <a:xfrm>
              <a:off x="969" y="3843"/>
              <a:ext cx="219" cy="158"/>
            </a:xfrm>
            <a:custGeom>
              <a:avLst/>
              <a:gdLst>
                <a:gd name="T0" fmla="*/ 238 w 205"/>
                <a:gd name="T1" fmla="*/ 23 h 148"/>
                <a:gd name="T2" fmla="*/ 241 w 205"/>
                <a:gd name="T3" fmla="*/ 61 h 148"/>
                <a:gd name="T4" fmla="*/ 199 w 205"/>
                <a:gd name="T5" fmla="*/ 64 h 148"/>
                <a:gd name="T6" fmla="*/ 112 w 205"/>
                <a:gd name="T7" fmla="*/ 85 h 148"/>
                <a:gd name="T8" fmla="*/ 0 w 205"/>
                <a:gd name="T9" fmla="*/ 140 h 148"/>
                <a:gd name="T10" fmla="*/ 43 w 205"/>
                <a:gd name="T11" fmla="*/ 91 h 148"/>
                <a:gd name="T12" fmla="*/ 93 w 205"/>
                <a:gd name="T13" fmla="*/ 22 h 148"/>
                <a:gd name="T14" fmla="*/ 138 w 205"/>
                <a:gd name="T15" fmla="*/ 12 h 148"/>
                <a:gd name="T16" fmla="*/ 234 w 205"/>
                <a:gd name="T17" fmla="*/ 7 h 14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5" h="148">
                  <a:moveTo>
                    <a:pt x="196" y="20"/>
                  </a:moveTo>
                  <a:cubicBezTo>
                    <a:pt x="205" y="24"/>
                    <a:pt x="205" y="42"/>
                    <a:pt x="198" y="50"/>
                  </a:cubicBezTo>
                  <a:cubicBezTo>
                    <a:pt x="188" y="61"/>
                    <a:pt x="175" y="54"/>
                    <a:pt x="163" y="52"/>
                  </a:cubicBezTo>
                  <a:cubicBezTo>
                    <a:pt x="133" y="49"/>
                    <a:pt x="115" y="50"/>
                    <a:pt x="92" y="70"/>
                  </a:cubicBezTo>
                  <a:cubicBezTo>
                    <a:pt x="68" y="91"/>
                    <a:pt x="32" y="148"/>
                    <a:pt x="0" y="115"/>
                  </a:cubicBezTo>
                  <a:cubicBezTo>
                    <a:pt x="10" y="99"/>
                    <a:pt x="22" y="89"/>
                    <a:pt x="35" y="75"/>
                  </a:cubicBezTo>
                  <a:cubicBezTo>
                    <a:pt x="50" y="58"/>
                    <a:pt x="59" y="35"/>
                    <a:pt x="76" y="19"/>
                  </a:cubicBezTo>
                  <a:cubicBezTo>
                    <a:pt x="90" y="5"/>
                    <a:pt x="92" y="7"/>
                    <a:pt x="113" y="9"/>
                  </a:cubicBezTo>
                  <a:cubicBezTo>
                    <a:pt x="137" y="11"/>
                    <a:pt x="170" y="0"/>
                    <a:pt x="192" y="7"/>
                  </a:cubicBezTo>
                </a:path>
              </a:pathLst>
            </a:custGeom>
            <a:solidFill>
              <a:srgbClr val="FAF4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7373" name="Freeform 793">
              <a:extLst>
                <a:ext uri="{FF2B5EF4-FFF2-40B4-BE49-F238E27FC236}">
                  <a16:creationId xmlns:a16="http://schemas.microsoft.com/office/drawing/2014/main" id="{30B38211-7D58-4A6C-B900-21F03864972F}"/>
                </a:ext>
              </a:extLst>
            </p:cNvPr>
            <p:cNvSpPr>
              <a:spLocks/>
            </p:cNvSpPr>
            <p:nvPr/>
          </p:nvSpPr>
          <p:spPr bwMode="auto">
            <a:xfrm>
              <a:off x="809" y="1794"/>
              <a:ext cx="114" cy="184"/>
            </a:xfrm>
            <a:custGeom>
              <a:avLst/>
              <a:gdLst>
                <a:gd name="T0" fmla="*/ 63 w 107"/>
                <a:gd name="T1" fmla="*/ 0 h 172"/>
                <a:gd name="T2" fmla="*/ 82 w 107"/>
                <a:gd name="T3" fmla="*/ 65 h 172"/>
                <a:gd name="T4" fmla="*/ 64 w 107"/>
                <a:gd name="T5" fmla="*/ 120 h 172"/>
                <a:gd name="T6" fmla="*/ 5 w 107"/>
                <a:gd name="T7" fmla="*/ 93 h 172"/>
                <a:gd name="T8" fmla="*/ 117 w 107"/>
                <a:gd name="T9" fmla="*/ 196 h 172"/>
                <a:gd name="T10" fmla="*/ 124 w 107"/>
                <a:gd name="T11" fmla="*/ 165 h 172"/>
                <a:gd name="T12" fmla="*/ 99 w 107"/>
                <a:gd name="T13" fmla="*/ 128 h 172"/>
                <a:gd name="T14" fmla="*/ 119 w 107"/>
                <a:gd name="T15" fmla="*/ 34 h 17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7" h="172">
                  <a:moveTo>
                    <a:pt x="52" y="0"/>
                  </a:moveTo>
                  <a:cubicBezTo>
                    <a:pt x="52" y="17"/>
                    <a:pt x="67" y="33"/>
                    <a:pt x="68" y="53"/>
                  </a:cubicBezTo>
                  <a:cubicBezTo>
                    <a:pt x="69" y="71"/>
                    <a:pt x="60" y="82"/>
                    <a:pt x="53" y="98"/>
                  </a:cubicBezTo>
                  <a:cubicBezTo>
                    <a:pt x="36" y="93"/>
                    <a:pt x="21" y="80"/>
                    <a:pt x="5" y="76"/>
                  </a:cubicBezTo>
                  <a:cubicBezTo>
                    <a:pt x="0" y="99"/>
                    <a:pt x="71" y="172"/>
                    <a:pt x="97" y="160"/>
                  </a:cubicBezTo>
                  <a:cubicBezTo>
                    <a:pt x="107" y="155"/>
                    <a:pt x="106" y="141"/>
                    <a:pt x="102" y="135"/>
                  </a:cubicBezTo>
                  <a:cubicBezTo>
                    <a:pt x="94" y="119"/>
                    <a:pt x="85" y="128"/>
                    <a:pt x="82" y="105"/>
                  </a:cubicBezTo>
                  <a:cubicBezTo>
                    <a:pt x="79" y="78"/>
                    <a:pt x="90" y="54"/>
                    <a:pt x="99" y="28"/>
                  </a:cubicBezTo>
                </a:path>
              </a:pathLst>
            </a:custGeom>
            <a:solidFill>
              <a:srgbClr val="FAF4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7374" name="Freeform 794">
              <a:extLst>
                <a:ext uri="{FF2B5EF4-FFF2-40B4-BE49-F238E27FC236}">
                  <a16:creationId xmlns:a16="http://schemas.microsoft.com/office/drawing/2014/main" id="{473062EF-3B80-4179-BF5E-C6AA35561376}"/>
                </a:ext>
              </a:extLst>
            </p:cNvPr>
            <p:cNvSpPr>
              <a:spLocks/>
            </p:cNvSpPr>
            <p:nvPr/>
          </p:nvSpPr>
          <p:spPr bwMode="auto">
            <a:xfrm>
              <a:off x="741" y="1968"/>
              <a:ext cx="192" cy="225"/>
            </a:xfrm>
            <a:custGeom>
              <a:avLst/>
              <a:gdLst>
                <a:gd name="T0" fmla="*/ 48 w 179"/>
                <a:gd name="T1" fmla="*/ 0 h 210"/>
                <a:gd name="T2" fmla="*/ 120 w 179"/>
                <a:gd name="T3" fmla="*/ 44 h 210"/>
                <a:gd name="T4" fmla="*/ 187 w 179"/>
                <a:gd name="T5" fmla="*/ 42 h 210"/>
                <a:gd name="T6" fmla="*/ 174 w 179"/>
                <a:gd name="T7" fmla="*/ 167 h 210"/>
                <a:gd name="T8" fmla="*/ 82 w 179"/>
                <a:gd name="T9" fmla="*/ 196 h 210"/>
                <a:gd name="T10" fmla="*/ 0 w 179"/>
                <a:gd name="T11" fmla="*/ 246 h 210"/>
                <a:gd name="T12" fmla="*/ 33 w 179"/>
                <a:gd name="T13" fmla="*/ 190 h 210"/>
                <a:gd name="T14" fmla="*/ 31 w 179"/>
                <a:gd name="T15" fmla="*/ 130 h 210"/>
                <a:gd name="T16" fmla="*/ 44 w 179"/>
                <a:gd name="T17" fmla="*/ 12 h 21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79" h="210">
                  <a:moveTo>
                    <a:pt x="39" y="0"/>
                  </a:moveTo>
                  <a:cubicBezTo>
                    <a:pt x="51" y="17"/>
                    <a:pt x="76" y="32"/>
                    <a:pt x="97" y="35"/>
                  </a:cubicBezTo>
                  <a:cubicBezTo>
                    <a:pt x="112" y="37"/>
                    <a:pt x="137" y="26"/>
                    <a:pt x="151" y="34"/>
                  </a:cubicBezTo>
                  <a:cubicBezTo>
                    <a:pt x="179" y="51"/>
                    <a:pt x="154" y="116"/>
                    <a:pt x="141" y="136"/>
                  </a:cubicBezTo>
                  <a:cubicBezTo>
                    <a:pt x="121" y="168"/>
                    <a:pt x="94" y="146"/>
                    <a:pt x="66" y="160"/>
                  </a:cubicBezTo>
                  <a:cubicBezTo>
                    <a:pt x="44" y="172"/>
                    <a:pt x="29" y="210"/>
                    <a:pt x="0" y="201"/>
                  </a:cubicBezTo>
                  <a:cubicBezTo>
                    <a:pt x="3" y="185"/>
                    <a:pt x="20" y="170"/>
                    <a:pt x="27" y="154"/>
                  </a:cubicBezTo>
                  <a:cubicBezTo>
                    <a:pt x="35" y="133"/>
                    <a:pt x="30" y="124"/>
                    <a:pt x="25" y="105"/>
                  </a:cubicBezTo>
                  <a:cubicBezTo>
                    <a:pt x="17" y="73"/>
                    <a:pt x="27" y="39"/>
                    <a:pt x="35" y="9"/>
                  </a:cubicBezTo>
                </a:path>
              </a:pathLst>
            </a:custGeom>
            <a:solidFill>
              <a:srgbClr val="FAF4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7375" name="Freeform 795">
              <a:extLst>
                <a:ext uri="{FF2B5EF4-FFF2-40B4-BE49-F238E27FC236}">
                  <a16:creationId xmlns:a16="http://schemas.microsoft.com/office/drawing/2014/main" id="{793C4B30-CF75-42FB-9EF3-47A90494029C}"/>
                </a:ext>
              </a:extLst>
            </p:cNvPr>
            <p:cNvSpPr>
              <a:spLocks/>
            </p:cNvSpPr>
            <p:nvPr/>
          </p:nvSpPr>
          <p:spPr bwMode="auto">
            <a:xfrm>
              <a:off x="709" y="2242"/>
              <a:ext cx="135" cy="164"/>
            </a:xfrm>
            <a:custGeom>
              <a:avLst/>
              <a:gdLst>
                <a:gd name="T0" fmla="*/ 118 w 126"/>
                <a:gd name="T1" fmla="*/ 17 h 154"/>
                <a:gd name="T2" fmla="*/ 58 w 126"/>
                <a:gd name="T3" fmla="*/ 4 h 154"/>
                <a:gd name="T4" fmla="*/ 30 w 126"/>
                <a:gd name="T5" fmla="*/ 63 h 154"/>
                <a:gd name="T6" fmla="*/ 28 w 126"/>
                <a:gd name="T7" fmla="*/ 186 h 154"/>
                <a:gd name="T8" fmla="*/ 117 w 126"/>
                <a:gd name="T9" fmla="*/ 116 h 154"/>
                <a:gd name="T10" fmla="*/ 153 w 126"/>
                <a:gd name="T11" fmla="*/ 99 h 154"/>
                <a:gd name="T12" fmla="*/ 116 w 126"/>
                <a:gd name="T13" fmla="*/ 19 h 15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6" h="154">
                  <a:moveTo>
                    <a:pt x="96" y="14"/>
                  </a:moveTo>
                  <a:cubicBezTo>
                    <a:pt x="83" y="12"/>
                    <a:pt x="60" y="0"/>
                    <a:pt x="47" y="4"/>
                  </a:cubicBezTo>
                  <a:cubicBezTo>
                    <a:pt x="26" y="10"/>
                    <a:pt x="25" y="34"/>
                    <a:pt x="24" y="52"/>
                  </a:cubicBezTo>
                  <a:cubicBezTo>
                    <a:pt x="22" y="81"/>
                    <a:pt x="0" y="130"/>
                    <a:pt x="22" y="154"/>
                  </a:cubicBezTo>
                  <a:cubicBezTo>
                    <a:pt x="47" y="139"/>
                    <a:pt x="53" y="44"/>
                    <a:pt x="95" y="96"/>
                  </a:cubicBezTo>
                  <a:cubicBezTo>
                    <a:pt x="112" y="115"/>
                    <a:pt x="123" y="110"/>
                    <a:pt x="124" y="82"/>
                  </a:cubicBezTo>
                  <a:cubicBezTo>
                    <a:pt x="126" y="50"/>
                    <a:pt x="110" y="39"/>
                    <a:pt x="94" y="16"/>
                  </a:cubicBezTo>
                </a:path>
              </a:pathLst>
            </a:custGeom>
            <a:solidFill>
              <a:srgbClr val="FAF4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7376" name="Freeform 796">
              <a:extLst>
                <a:ext uri="{FF2B5EF4-FFF2-40B4-BE49-F238E27FC236}">
                  <a16:creationId xmlns:a16="http://schemas.microsoft.com/office/drawing/2014/main" id="{E63E5D5C-8C2C-4DAD-81B3-E853BE4BF0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6" y="1630"/>
              <a:ext cx="179" cy="221"/>
            </a:xfrm>
            <a:custGeom>
              <a:avLst/>
              <a:gdLst>
                <a:gd name="T0" fmla="*/ 0 w 168"/>
                <a:gd name="T1" fmla="*/ 35 h 207"/>
                <a:gd name="T2" fmla="*/ 71 w 168"/>
                <a:gd name="T3" fmla="*/ 61 h 207"/>
                <a:gd name="T4" fmla="*/ 118 w 168"/>
                <a:gd name="T5" fmla="*/ 1 h 207"/>
                <a:gd name="T6" fmla="*/ 174 w 168"/>
                <a:gd name="T7" fmla="*/ 53 h 207"/>
                <a:gd name="T8" fmla="*/ 200 w 168"/>
                <a:gd name="T9" fmla="*/ 136 h 207"/>
                <a:gd name="T10" fmla="*/ 174 w 168"/>
                <a:gd name="T11" fmla="*/ 204 h 207"/>
                <a:gd name="T12" fmla="*/ 99 w 168"/>
                <a:gd name="T13" fmla="*/ 249 h 207"/>
                <a:gd name="T14" fmla="*/ 52 w 168"/>
                <a:gd name="T15" fmla="*/ 195 h 207"/>
                <a:gd name="T16" fmla="*/ 37 w 168"/>
                <a:gd name="T17" fmla="*/ 142 h 207"/>
                <a:gd name="T18" fmla="*/ 11 w 168"/>
                <a:gd name="T19" fmla="*/ 62 h 20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68" h="207">
                  <a:moveTo>
                    <a:pt x="0" y="29"/>
                  </a:moveTo>
                  <a:cubicBezTo>
                    <a:pt x="18" y="37"/>
                    <a:pt x="37" y="57"/>
                    <a:pt x="59" y="50"/>
                  </a:cubicBezTo>
                  <a:cubicBezTo>
                    <a:pt x="80" y="43"/>
                    <a:pt x="80" y="0"/>
                    <a:pt x="98" y="1"/>
                  </a:cubicBezTo>
                  <a:cubicBezTo>
                    <a:pt x="110" y="1"/>
                    <a:pt x="138" y="34"/>
                    <a:pt x="144" y="44"/>
                  </a:cubicBezTo>
                  <a:cubicBezTo>
                    <a:pt x="154" y="61"/>
                    <a:pt x="164" y="92"/>
                    <a:pt x="165" y="111"/>
                  </a:cubicBezTo>
                  <a:cubicBezTo>
                    <a:pt x="168" y="135"/>
                    <a:pt x="163" y="153"/>
                    <a:pt x="144" y="168"/>
                  </a:cubicBezTo>
                  <a:cubicBezTo>
                    <a:pt x="130" y="179"/>
                    <a:pt x="100" y="202"/>
                    <a:pt x="82" y="204"/>
                  </a:cubicBezTo>
                  <a:cubicBezTo>
                    <a:pt x="59" y="207"/>
                    <a:pt x="48" y="179"/>
                    <a:pt x="43" y="160"/>
                  </a:cubicBezTo>
                  <a:cubicBezTo>
                    <a:pt x="39" y="145"/>
                    <a:pt x="35" y="131"/>
                    <a:pt x="31" y="117"/>
                  </a:cubicBezTo>
                  <a:cubicBezTo>
                    <a:pt x="26" y="101"/>
                    <a:pt x="6" y="61"/>
                    <a:pt x="8" y="51"/>
                  </a:cubicBezTo>
                </a:path>
              </a:pathLst>
            </a:custGeom>
            <a:solidFill>
              <a:srgbClr val="FAF4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7377" name="Freeform 797">
              <a:extLst>
                <a:ext uri="{FF2B5EF4-FFF2-40B4-BE49-F238E27FC236}">
                  <a16:creationId xmlns:a16="http://schemas.microsoft.com/office/drawing/2014/main" id="{2B3C0D49-F4FE-4682-80EA-51817A94295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3" y="1532"/>
              <a:ext cx="121" cy="181"/>
            </a:xfrm>
            <a:custGeom>
              <a:avLst/>
              <a:gdLst>
                <a:gd name="T0" fmla="*/ 31 w 113"/>
                <a:gd name="T1" fmla="*/ 167 h 169"/>
                <a:gd name="T2" fmla="*/ 0 w 113"/>
                <a:gd name="T3" fmla="*/ 71 h 169"/>
                <a:gd name="T4" fmla="*/ 46 w 113"/>
                <a:gd name="T5" fmla="*/ 19 h 169"/>
                <a:gd name="T6" fmla="*/ 88 w 113"/>
                <a:gd name="T7" fmla="*/ 24 h 169"/>
                <a:gd name="T8" fmla="*/ 139 w 113"/>
                <a:gd name="T9" fmla="*/ 208 h 16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3" h="169">
                  <a:moveTo>
                    <a:pt x="25" y="136"/>
                  </a:moveTo>
                  <a:cubicBezTo>
                    <a:pt x="45" y="96"/>
                    <a:pt x="36" y="80"/>
                    <a:pt x="0" y="58"/>
                  </a:cubicBezTo>
                  <a:cubicBezTo>
                    <a:pt x="9" y="45"/>
                    <a:pt x="26" y="29"/>
                    <a:pt x="37" y="16"/>
                  </a:cubicBezTo>
                  <a:cubicBezTo>
                    <a:pt x="52" y="0"/>
                    <a:pt x="59" y="3"/>
                    <a:pt x="72" y="20"/>
                  </a:cubicBezTo>
                  <a:cubicBezTo>
                    <a:pt x="104" y="63"/>
                    <a:pt x="112" y="115"/>
                    <a:pt x="113" y="169"/>
                  </a:cubicBezTo>
                </a:path>
              </a:pathLst>
            </a:custGeom>
            <a:solidFill>
              <a:srgbClr val="FAF4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7378" name="Freeform 798">
              <a:extLst>
                <a:ext uri="{FF2B5EF4-FFF2-40B4-BE49-F238E27FC236}">
                  <a16:creationId xmlns:a16="http://schemas.microsoft.com/office/drawing/2014/main" id="{D97188A6-706A-44F6-9DAB-24D995F5B2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7" y="1290"/>
              <a:ext cx="231" cy="264"/>
            </a:xfrm>
            <a:custGeom>
              <a:avLst/>
              <a:gdLst>
                <a:gd name="T0" fmla="*/ 247 w 216"/>
                <a:gd name="T1" fmla="*/ 301 h 247"/>
                <a:gd name="T2" fmla="*/ 206 w 216"/>
                <a:gd name="T3" fmla="*/ 249 h 247"/>
                <a:gd name="T4" fmla="*/ 144 w 216"/>
                <a:gd name="T5" fmla="*/ 251 h 247"/>
                <a:gd name="T6" fmla="*/ 102 w 216"/>
                <a:gd name="T7" fmla="*/ 171 h 247"/>
                <a:gd name="T8" fmla="*/ 14 w 216"/>
                <a:gd name="T9" fmla="*/ 64 h 247"/>
                <a:gd name="T10" fmla="*/ 48 w 216"/>
                <a:gd name="T11" fmla="*/ 3 h 247"/>
                <a:gd name="T12" fmla="*/ 157 w 216"/>
                <a:gd name="T13" fmla="*/ 77 h 247"/>
                <a:gd name="T14" fmla="*/ 225 w 216"/>
                <a:gd name="T15" fmla="*/ 172 h 247"/>
                <a:gd name="T16" fmla="*/ 264 w 216"/>
                <a:gd name="T17" fmla="*/ 289 h 24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16" h="247">
                  <a:moveTo>
                    <a:pt x="202" y="247"/>
                  </a:moveTo>
                  <a:cubicBezTo>
                    <a:pt x="198" y="226"/>
                    <a:pt x="189" y="209"/>
                    <a:pt x="168" y="204"/>
                  </a:cubicBezTo>
                  <a:cubicBezTo>
                    <a:pt x="148" y="199"/>
                    <a:pt x="132" y="217"/>
                    <a:pt x="118" y="206"/>
                  </a:cubicBezTo>
                  <a:cubicBezTo>
                    <a:pt x="103" y="194"/>
                    <a:pt x="95" y="156"/>
                    <a:pt x="83" y="140"/>
                  </a:cubicBezTo>
                  <a:cubicBezTo>
                    <a:pt x="63" y="113"/>
                    <a:pt x="24" y="83"/>
                    <a:pt x="11" y="52"/>
                  </a:cubicBezTo>
                  <a:cubicBezTo>
                    <a:pt x="0" y="26"/>
                    <a:pt x="8" y="0"/>
                    <a:pt x="39" y="3"/>
                  </a:cubicBezTo>
                  <a:cubicBezTo>
                    <a:pt x="75" y="8"/>
                    <a:pt x="104" y="38"/>
                    <a:pt x="128" y="63"/>
                  </a:cubicBezTo>
                  <a:cubicBezTo>
                    <a:pt x="152" y="87"/>
                    <a:pt x="171" y="110"/>
                    <a:pt x="183" y="141"/>
                  </a:cubicBezTo>
                  <a:cubicBezTo>
                    <a:pt x="195" y="171"/>
                    <a:pt x="199" y="211"/>
                    <a:pt x="216" y="237"/>
                  </a:cubicBezTo>
                </a:path>
              </a:pathLst>
            </a:custGeom>
            <a:solidFill>
              <a:srgbClr val="FAF4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7379" name="Freeform 799">
              <a:extLst>
                <a:ext uri="{FF2B5EF4-FFF2-40B4-BE49-F238E27FC236}">
                  <a16:creationId xmlns:a16="http://schemas.microsoft.com/office/drawing/2014/main" id="{203585C0-FCA9-4F90-8F37-E3218DD8A88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0" y="1227"/>
              <a:ext cx="386" cy="230"/>
            </a:xfrm>
            <a:custGeom>
              <a:avLst/>
              <a:gdLst>
                <a:gd name="T0" fmla="*/ 399 w 361"/>
                <a:gd name="T1" fmla="*/ 261 h 216"/>
                <a:gd name="T2" fmla="*/ 359 w 361"/>
                <a:gd name="T3" fmla="*/ 219 h 216"/>
                <a:gd name="T4" fmla="*/ 284 w 361"/>
                <a:gd name="T5" fmla="*/ 184 h 216"/>
                <a:gd name="T6" fmla="*/ 96 w 361"/>
                <a:gd name="T7" fmla="*/ 136 h 216"/>
                <a:gd name="T8" fmla="*/ 15 w 361"/>
                <a:gd name="T9" fmla="*/ 36 h 216"/>
                <a:gd name="T10" fmla="*/ 73 w 361"/>
                <a:gd name="T11" fmla="*/ 1 h 216"/>
                <a:gd name="T12" fmla="*/ 353 w 361"/>
                <a:gd name="T13" fmla="*/ 81 h 216"/>
                <a:gd name="T14" fmla="*/ 442 w 361"/>
                <a:gd name="T15" fmla="*/ 179 h 21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61" h="216">
                  <a:moveTo>
                    <a:pt x="326" y="216"/>
                  </a:moveTo>
                  <a:cubicBezTo>
                    <a:pt x="317" y="211"/>
                    <a:pt x="305" y="190"/>
                    <a:pt x="294" y="181"/>
                  </a:cubicBezTo>
                  <a:cubicBezTo>
                    <a:pt x="275" y="165"/>
                    <a:pt x="256" y="159"/>
                    <a:pt x="233" y="152"/>
                  </a:cubicBezTo>
                  <a:cubicBezTo>
                    <a:pt x="181" y="138"/>
                    <a:pt x="129" y="135"/>
                    <a:pt x="79" y="113"/>
                  </a:cubicBezTo>
                  <a:cubicBezTo>
                    <a:pt x="51" y="101"/>
                    <a:pt x="0" y="67"/>
                    <a:pt x="12" y="30"/>
                  </a:cubicBezTo>
                  <a:cubicBezTo>
                    <a:pt x="17" y="10"/>
                    <a:pt x="40" y="1"/>
                    <a:pt x="60" y="1"/>
                  </a:cubicBezTo>
                  <a:cubicBezTo>
                    <a:pt x="142" y="0"/>
                    <a:pt x="221" y="28"/>
                    <a:pt x="289" y="67"/>
                  </a:cubicBezTo>
                  <a:cubicBezTo>
                    <a:pt x="322" y="86"/>
                    <a:pt x="339" y="117"/>
                    <a:pt x="361" y="148"/>
                  </a:cubicBezTo>
                </a:path>
              </a:pathLst>
            </a:custGeom>
            <a:solidFill>
              <a:srgbClr val="FAF4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7380" name="Freeform 800">
              <a:extLst>
                <a:ext uri="{FF2B5EF4-FFF2-40B4-BE49-F238E27FC236}">
                  <a16:creationId xmlns:a16="http://schemas.microsoft.com/office/drawing/2014/main" id="{7225B6E2-B3D6-4DB4-B979-9BC0A18CD7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3" y="1326"/>
              <a:ext cx="417" cy="560"/>
            </a:xfrm>
            <a:custGeom>
              <a:avLst/>
              <a:gdLst>
                <a:gd name="T0" fmla="*/ 194 w 390"/>
                <a:gd name="T1" fmla="*/ 31 h 524"/>
                <a:gd name="T2" fmla="*/ 267 w 390"/>
                <a:gd name="T3" fmla="*/ 83 h 524"/>
                <a:gd name="T4" fmla="*/ 356 w 390"/>
                <a:gd name="T5" fmla="*/ 126 h 524"/>
                <a:gd name="T6" fmla="*/ 452 w 390"/>
                <a:gd name="T7" fmla="*/ 230 h 524"/>
                <a:gd name="T8" fmla="*/ 428 w 390"/>
                <a:gd name="T9" fmla="*/ 377 h 524"/>
                <a:gd name="T10" fmla="*/ 413 w 390"/>
                <a:gd name="T11" fmla="*/ 508 h 524"/>
                <a:gd name="T12" fmla="*/ 348 w 390"/>
                <a:gd name="T13" fmla="*/ 577 h 524"/>
                <a:gd name="T14" fmla="*/ 248 w 390"/>
                <a:gd name="T15" fmla="*/ 573 h 524"/>
                <a:gd name="T16" fmla="*/ 172 w 390"/>
                <a:gd name="T17" fmla="*/ 621 h 524"/>
                <a:gd name="T18" fmla="*/ 65 w 390"/>
                <a:gd name="T19" fmla="*/ 611 h 524"/>
                <a:gd name="T20" fmla="*/ 11 w 390"/>
                <a:gd name="T21" fmla="*/ 575 h 524"/>
                <a:gd name="T22" fmla="*/ 5 w 390"/>
                <a:gd name="T23" fmla="*/ 487 h 524"/>
                <a:gd name="T24" fmla="*/ 31 w 390"/>
                <a:gd name="T25" fmla="*/ 267 h 524"/>
                <a:gd name="T26" fmla="*/ 81 w 390"/>
                <a:gd name="T27" fmla="*/ 67 h 524"/>
                <a:gd name="T28" fmla="*/ 196 w 390"/>
                <a:gd name="T29" fmla="*/ 29 h 52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390" h="524">
                  <a:moveTo>
                    <a:pt x="158" y="25"/>
                  </a:moveTo>
                  <a:cubicBezTo>
                    <a:pt x="178" y="39"/>
                    <a:pt x="198" y="54"/>
                    <a:pt x="219" y="68"/>
                  </a:cubicBezTo>
                  <a:cubicBezTo>
                    <a:pt x="241" y="82"/>
                    <a:pt x="268" y="88"/>
                    <a:pt x="291" y="103"/>
                  </a:cubicBezTo>
                  <a:cubicBezTo>
                    <a:pt x="318" y="121"/>
                    <a:pt x="356" y="158"/>
                    <a:pt x="370" y="188"/>
                  </a:cubicBezTo>
                  <a:cubicBezTo>
                    <a:pt x="390" y="229"/>
                    <a:pt x="359" y="270"/>
                    <a:pt x="350" y="309"/>
                  </a:cubicBezTo>
                  <a:cubicBezTo>
                    <a:pt x="342" y="345"/>
                    <a:pt x="340" y="379"/>
                    <a:pt x="338" y="415"/>
                  </a:cubicBezTo>
                  <a:cubicBezTo>
                    <a:pt x="335" y="453"/>
                    <a:pt x="324" y="472"/>
                    <a:pt x="284" y="473"/>
                  </a:cubicBezTo>
                  <a:cubicBezTo>
                    <a:pt x="257" y="473"/>
                    <a:pt x="229" y="461"/>
                    <a:pt x="203" y="470"/>
                  </a:cubicBezTo>
                  <a:cubicBezTo>
                    <a:pt x="177" y="478"/>
                    <a:pt x="164" y="498"/>
                    <a:pt x="141" y="509"/>
                  </a:cubicBezTo>
                  <a:cubicBezTo>
                    <a:pt x="112" y="524"/>
                    <a:pt x="81" y="514"/>
                    <a:pt x="53" y="501"/>
                  </a:cubicBezTo>
                  <a:cubicBezTo>
                    <a:pt x="39" y="494"/>
                    <a:pt x="15" y="486"/>
                    <a:pt x="8" y="471"/>
                  </a:cubicBezTo>
                  <a:cubicBezTo>
                    <a:pt x="0" y="454"/>
                    <a:pt x="3" y="419"/>
                    <a:pt x="5" y="400"/>
                  </a:cubicBezTo>
                  <a:cubicBezTo>
                    <a:pt x="10" y="339"/>
                    <a:pt x="18" y="279"/>
                    <a:pt x="25" y="219"/>
                  </a:cubicBezTo>
                  <a:cubicBezTo>
                    <a:pt x="31" y="164"/>
                    <a:pt x="39" y="105"/>
                    <a:pt x="66" y="55"/>
                  </a:cubicBezTo>
                  <a:cubicBezTo>
                    <a:pt x="84" y="22"/>
                    <a:pt x="121" y="0"/>
                    <a:pt x="160" y="23"/>
                  </a:cubicBezTo>
                </a:path>
              </a:pathLst>
            </a:custGeom>
            <a:solidFill>
              <a:srgbClr val="FAF4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7381" name="Freeform 801">
              <a:extLst>
                <a:ext uri="{FF2B5EF4-FFF2-40B4-BE49-F238E27FC236}">
                  <a16:creationId xmlns:a16="http://schemas.microsoft.com/office/drawing/2014/main" id="{BF7AD20B-019D-4BBD-861E-68D3241975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5" y="1922"/>
              <a:ext cx="282" cy="94"/>
            </a:xfrm>
            <a:custGeom>
              <a:avLst/>
              <a:gdLst>
                <a:gd name="T0" fmla="*/ 317 w 264"/>
                <a:gd name="T1" fmla="*/ 40 h 88"/>
                <a:gd name="T2" fmla="*/ 322 w 264"/>
                <a:gd name="T3" fmla="*/ 35 h 88"/>
                <a:gd name="T4" fmla="*/ 230 w 264"/>
                <a:gd name="T5" fmla="*/ 83 h 88"/>
                <a:gd name="T6" fmla="*/ 138 w 264"/>
                <a:gd name="T7" fmla="*/ 105 h 88"/>
                <a:gd name="T8" fmla="*/ 56 w 264"/>
                <a:gd name="T9" fmla="*/ 103 h 88"/>
                <a:gd name="T10" fmla="*/ 2 w 264"/>
                <a:gd name="T11" fmla="*/ 47 h 88"/>
                <a:gd name="T12" fmla="*/ 312 w 264"/>
                <a:gd name="T13" fmla="*/ 37 h 8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4" h="88">
                  <a:moveTo>
                    <a:pt x="260" y="33"/>
                  </a:moveTo>
                  <a:cubicBezTo>
                    <a:pt x="262" y="32"/>
                    <a:pt x="261" y="30"/>
                    <a:pt x="264" y="29"/>
                  </a:cubicBezTo>
                  <a:cubicBezTo>
                    <a:pt x="253" y="46"/>
                    <a:pt x="208" y="61"/>
                    <a:pt x="188" y="68"/>
                  </a:cubicBezTo>
                  <a:cubicBezTo>
                    <a:pt x="164" y="77"/>
                    <a:pt x="138" y="84"/>
                    <a:pt x="113" y="86"/>
                  </a:cubicBezTo>
                  <a:cubicBezTo>
                    <a:pt x="92" y="88"/>
                    <a:pt x="66" y="88"/>
                    <a:pt x="46" y="84"/>
                  </a:cubicBezTo>
                  <a:cubicBezTo>
                    <a:pt x="28" y="80"/>
                    <a:pt x="0" y="60"/>
                    <a:pt x="2" y="38"/>
                  </a:cubicBezTo>
                  <a:cubicBezTo>
                    <a:pt x="6" y="0"/>
                    <a:pt x="213" y="47"/>
                    <a:pt x="256" y="31"/>
                  </a:cubicBezTo>
                </a:path>
              </a:pathLst>
            </a:custGeom>
            <a:solidFill>
              <a:srgbClr val="FAF4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7382" name="Freeform 802">
              <a:extLst>
                <a:ext uri="{FF2B5EF4-FFF2-40B4-BE49-F238E27FC236}">
                  <a16:creationId xmlns:a16="http://schemas.microsoft.com/office/drawing/2014/main" id="{2CDD940C-60B0-4634-988E-3489565D7E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3" y="1886"/>
              <a:ext cx="501" cy="452"/>
            </a:xfrm>
            <a:custGeom>
              <a:avLst/>
              <a:gdLst>
                <a:gd name="T0" fmla="*/ 265 w 469"/>
                <a:gd name="T1" fmla="*/ 89 h 423"/>
                <a:gd name="T2" fmla="*/ 334 w 469"/>
                <a:gd name="T3" fmla="*/ 146 h 423"/>
                <a:gd name="T4" fmla="*/ 150 w 469"/>
                <a:gd name="T5" fmla="*/ 250 h 423"/>
                <a:gd name="T6" fmla="*/ 11 w 469"/>
                <a:gd name="T7" fmla="*/ 419 h 423"/>
                <a:gd name="T8" fmla="*/ 176 w 469"/>
                <a:gd name="T9" fmla="*/ 516 h 423"/>
                <a:gd name="T10" fmla="*/ 302 w 469"/>
                <a:gd name="T11" fmla="*/ 495 h 423"/>
                <a:gd name="T12" fmla="*/ 372 w 469"/>
                <a:gd name="T13" fmla="*/ 428 h 423"/>
                <a:gd name="T14" fmla="*/ 477 w 469"/>
                <a:gd name="T15" fmla="*/ 301 h 423"/>
                <a:gd name="T16" fmla="*/ 553 w 469"/>
                <a:gd name="T17" fmla="*/ 291 h 423"/>
                <a:gd name="T18" fmla="*/ 570 w 469"/>
                <a:gd name="T19" fmla="*/ 186 h 423"/>
                <a:gd name="T20" fmla="*/ 507 w 469"/>
                <a:gd name="T21" fmla="*/ 0 h 423"/>
                <a:gd name="T22" fmla="*/ 454 w 469"/>
                <a:gd name="T23" fmla="*/ 11 h 423"/>
                <a:gd name="T24" fmla="*/ 367 w 469"/>
                <a:gd name="T25" fmla="*/ 50 h 423"/>
                <a:gd name="T26" fmla="*/ 316 w 469"/>
                <a:gd name="T27" fmla="*/ 72 h 423"/>
                <a:gd name="T28" fmla="*/ 280 w 469"/>
                <a:gd name="T29" fmla="*/ 79 h 42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469" h="423">
                  <a:moveTo>
                    <a:pt x="217" y="73"/>
                  </a:moveTo>
                  <a:cubicBezTo>
                    <a:pt x="248" y="49"/>
                    <a:pt x="305" y="83"/>
                    <a:pt x="274" y="120"/>
                  </a:cubicBezTo>
                  <a:cubicBezTo>
                    <a:pt x="233" y="166"/>
                    <a:pt x="180" y="186"/>
                    <a:pt x="123" y="205"/>
                  </a:cubicBezTo>
                  <a:cubicBezTo>
                    <a:pt x="63" y="224"/>
                    <a:pt x="0" y="273"/>
                    <a:pt x="8" y="343"/>
                  </a:cubicBezTo>
                  <a:cubicBezTo>
                    <a:pt x="15" y="407"/>
                    <a:pt x="91" y="423"/>
                    <a:pt x="144" y="423"/>
                  </a:cubicBezTo>
                  <a:cubicBezTo>
                    <a:pt x="177" y="423"/>
                    <a:pt x="216" y="413"/>
                    <a:pt x="248" y="405"/>
                  </a:cubicBezTo>
                  <a:cubicBezTo>
                    <a:pt x="278" y="397"/>
                    <a:pt x="291" y="378"/>
                    <a:pt x="305" y="351"/>
                  </a:cubicBezTo>
                  <a:cubicBezTo>
                    <a:pt x="325" y="314"/>
                    <a:pt x="348" y="260"/>
                    <a:pt x="391" y="247"/>
                  </a:cubicBezTo>
                  <a:cubicBezTo>
                    <a:pt x="408" y="241"/>
                    <a:pt x="443" y="249"/>
                    <a:pt x="454" y="239"/>
                  </a:cubicBezTo>
                  <a:cubicBezTo>
                    <a:pt x="468" y="225"/>
                    <a:pt x="468" y="172"/>
                    <a:pt x="468" y="153"/>
                  </a:cubicBezTo>
                  <a:cubicBezTo>
                    <a:pt x="469" y="99"/>
                    <a:pt x="457" y="39"/>
                    <a:pt x="417" y="0"/>
                  </a:cubicBezTo>
                  <a:cubicBezTo>
                    <a:pt x="406" y="7"/>
                    <a:pt x="387" y="4"/>
                    <a:pt x="373" y="8"/>
                  </a:cubicBezTo>
                  <a:cubicBezTo>
                    <a:pt x="348" y="15"/>
                    <a:pt x="324" y="29"/>
                    <a:pt x="301" y="41"/>
                  </a:cubicBezTo>
                  <a:cubicBezTo>
                    <a:pt x="288" y="47"/>
                    <a:pt x="273" y="55"/>
                    <a:pt x="259" y="59"/>
                  </a:cubicBezTo>
                  <a:cubicBezTo>
                    <a:pt x="249" y="61"/>
                    <a:pt x="234" y="58"/>
                    <a:pt x="229" y="65"/>
                  </a:cubicBezTo>
                </a:path>
              </a:pathLst>
            </a:custGeom>
            <a:solidFill>
              <a:srgbClr val="FAF4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7383" name="Freeform 803">
              <a:extLst>
                <a:ext uri="{FF2B5EF4-FFF2-40B4-BE49-F238E27FC236}">
                  <a16:creationId xmlns:a16="http://schemas.microsoft.com/office/drawing/2014/main" id="{7FE68357-DC46-49F5-98C0-187C356823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2" y="2185"/>
              <a:ext cx="226" cy="245"/>
            </a:xfrm>
            <a:custGeom>
              <a:avLst/>
              <a:gdLst>
                <a:gd name="T0" fmla="*/ 2 w 212"/>
                <a:gd name="T1" fmla="*/ 142 h 229"/>
                <a:gd name="T2" fmla="*/ 52 w 212"/>
                <a:gd name="T3" fmla="*/ 200 h 229"/>
                <a:gd name="T4" fmla="*/ 0 w 212"/>
                <a:gd name="T5" fmla="*/ 280 h 229"/>
                <a:gd name="T6" fmla="*/ 74 w 212"/>
                <a:gd name="T7" fmla="*/ 239 h 229"/>
                <a:gd name="T8" fmla="*/ 145 w 212"/>
                <a:gd name="T9" fmla="*/ 195 h 229"/>
                <a:gd name="T10" fmla="*/ 230 w 212"/>
                <a:gd name="T11" fmla="*/ 0 h 2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2" h="229">
                  <a:moveTo>
                    <a:pt x="2" y="116"/>
                  </a:moveTo>
                  <a:cubicBezTo>
                    <a:pt x="25" y="123"/>
                    <a:pt x="44" y="139"/>
                    <a:pt x="43" y="164"/>
                  </a:cubicBezTo>
                  <a:cubicBezTo>
                    <a:pt x="41" y="195"/>
                    <a:pt x="3" y="203"/>
                    <a:pt x="0" y="229"/>
                  </a:cubicBezTo>
                  <a:cubicBezTo>
                    <a:pt x="19" y="228"/>
                    <a:pt x="44" y="203"/>
                    <a:pt x="61" y="194"/>
                  </a:cubicBezTo>
                  <a:cubicBezTo>
                    <a:pt x="80" y="184"/>
                    <a:pt x="103" y="173"/>
                    <a:pt x="120" y="159"/>
                  </a:cubicBezTo>
                  <a:cubicBezTo>
                    <a:pt x="165" y="125"/>
                    <a:pt x="212" y="56"/>
                    <a:pt x="190" y="0"/>
                  </a:cubicBezTo>
                </a:path>
              </a:pathLst>
            </a:custGeom>
            <a:solidFill>
              <a:srgbClr val="FAF4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7384" name="Freeform 804">
              <a:extLst>
                <a:ext uri="{FF2B5EF4-FFF2-40B4-BE49-F238E27FC236}">
                  <a16:creationId xmlns:a16="http://schemas.microsoft.com/office/drawing/2014/main" id="{A3B97CAB-B907-4CCD-AC01-10883AC95C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4" y="2328"/>
              <a:ext cx="239" cy="329"/>
            </a:xfrm>
            <a:custGeom>
              <a:avLst/>
              <a:gdLst>
                <a:gd name="T0" fmla="*/ 14 w 224"/>
                <a:gd name="T1" fmla="*/ 219 h 307"/>
                <a:gd name="T2" fmla="*/ 110 w 224"/>
                <a:gd name="T3" fmla="*/ 75 h 307"/>
                <a:gd name="T4" fmla="*/ 218 w 224"/>
                <a:gd name="T5" fmla="*/ 3 h 307"/>
                <a:gd name="T6" fmla="*/ 251 w 224"/>
                <a:gd name="T7" fmla="*/ 134 h 307"/>
                <a:gd name="T8" fmla="*/ 158 w 224"/>
                <a:gd name="T9" fmla="*/ 358 h 307"/>
                <a:gd name="T10" fmla="*/ 20 w 224"/>
                <a:gd name="T11" fmla="*/ 208 h 30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4" h="307">
                  <a:moveTo>
                    <a:pt x="11" y="177"/>
                  </a:moveTo>
                  <a:cubicBezTo>
                    <a:pt x="0" y="125"/>
                    <a:pt x="57" y="90"/>
                    <a:pt x="91" y="61"/>
                  </a:cubicBezTo>
                  <a:cubicBezTo>
                    <a:pt x="111" y="43"/>
                    <a:pt x="151" y="5"/>
                    <a:pt x="179" y="3"/>
                  </a:cubicBezTo>
                  <a:cubicBezTo>
                    <a:pt x="224" y="0"/>
                    <a:pt x="206" y="83"/>
                    <a:pt x="206" y="109"/>
                  </a:cubicBezTo>
                  <a:cubicBezTo>
                    <a:pt x="204" y="173"/>
                    <a:pt x="210" y="272"/>
                    <a:pt x="130" y="291"/>
                  </a:cubicBezTo>
                  <a:cubicBezTo>
                    <a:pt x="64" y="307"/>
                    <a:pt x="34" y="216"/>
                    <a:pt x="17" y="169"/>
                  </a:cubicBezTo>
                </a:path>
              </a:pathLst>
            </a:custGeom>
            <a:solidFill>
              <a:srgbClr val="FAF4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7385" name="Freeform 805">
              <a:extLst>
                <a:ext uri="{FF2B5EF4-FFF2-40B4-BE49-F238E27FC236}">
                  <a16:creationId xmlns:a16="http://schemas.microsoft.com/office/drawing/2014/main" id="{FBDD9C44-0496-48EA-BC4D-40ABF876288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3" y="2478"/>
              <a:ext cx="448" cy="291"/>
            </a:xfrm>
            <a:custGeom>
              <a:avLst/>
              <a:gdLst>
                <a:gd name="T0" fmla="*/ 512 w 419"/>
                <a:gd name="T1" fmla="*/ 160 h 272"/>
                <a:gd name="T2" fmla="*/ 234 w 419"/>
                <a:gd name="T3" fmla="*/ 219 h 272"/>
                <a:gd name="T4" fmla="*/ 141 w 419"/>
                <a:gd name="T5" fmla="*/ 262 h 272"/>
                <a:gd name="T6" fmla="*/ 50 w 419"/>
                <a:gd name="T7" fmla="*/ 319 h 272"/>
                <a:gd name="T8" fmla="*/ 26 w 419"/>
                <a:gd name="T9" fmla="*/ 323 h 272"/>
                <a:gd name="T10" fmla="*/ 55 w 419"/>
                <a:gd name="T11" fmla="*/ 273 h 272"/>
                <a:gd name="T12" fmla="*/ 65 w 419"/>
                <a:gd name="T13" fmla="*/ 220 h 272"/>
                <a:gd name="T14" fmla="*/ 87 w 419"/>
                <a:gd name="T15" fmla="*/ 153 h 272"/>
                <a:gd name="T16" fmla="*/ 201 w 419"/>
                <a:gd name="T17" fmla="*/ 91 h 272"/>
                <a:gd name="T18" fmla="*/ 325 w 419"/>
                <a:gd name="T19" fmla="*/ 116 h 272"/>
                <a:gd name="T20" fmla="*/ 385 w 419"/>
                <a:gd name="T21" fmla="*/ 80 h 272"/>
                <a:gd name="T22" fmla="*/ 385 w 419"/>
                <a:gd name="T23" fmla="*/ 0 h 27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19" h="272">
                  <a:moveTo>
                    <a:pt x="419" y="131"/>
                  </a:moveTo>
                  <a:cubicBezTo>
                    <a:pt x="356" y="182"/>
                    <a:pt x="265" y="162"/>
                    <a:pt x="192" y="179"/>
                  </a:cubicBezTo>
                  <a:cubicBezTo>
                    <a:pt x="163" y="186"/>
                    <a:pt x="142" y="204"/>
                    <a:pt x="115" y="214"/>
                  </a:cubicBezTo>
                  <a:cubicBezTo>
                    <a:pt x="86" y="225"/>
                    <a:pt x="68" y="248"/>
                    <a:pt x="41" y="261"/>
                  </a:cubicBezTo>
                  <a:cubicBezTo>
                    <a:pt x="31" y="266"/>
                    <a:pt x="30" y="272"/>
                    <a:pt x="21" y="264"/>
                  </a:cubicBezTo>
                  <a:cubicBezTo>
                    <a:pt x="0" y="246"/>
                    <a:pt x="34" y="231"/>
                    <a:pt x="45" y="222"/>
                  </a:cubicBezTo>
                  <a:cubicBezTo>
                    <a:pt x="61" y="209"/>
                    <a:pt x="45" y="200"/>
                    <a:pt x="53" y="180"/>
                  </a:cubicBezTo>
                  <a:cubicBezTo>
                    <a:pt x="59" y="164"/>
                    <a:pt x="61" y="140"/>
                    <a:pt x="71" y="125"/>
                  </a:cubicBezTo>
                  <a:cubicBezTo>
                    <a:pt x="85" y="103"/>
                    <a:pt x="138" y="81"/>
                    <a:pt x="165" y="74"/>
                  </a:cubicBezTo>
                  <a:cubicBezTo>
                    <a:pt x="205" y="63"/>
                    <a:pt x="230" y="81"/>
                    <a:pt x="266" y="94"/>
                  </a:cubicBezTo>
                  <a:cubicBezTo>
                    <a:pt x="292" y="102"/>
                    <a:pt x="314" y="97"/>
                    <a:pt x="315" y="65"/>
                  </a:cubicBezTo>
                  <a:cubicBezTo>
                    <a:pt x="315" y="35"/>
                    <a:pt x="287" y="25"/>
                    <a:pt x="315" y="0"/>
                  </a:cubicBezTo>
                </a:path>
              </a:pathLst>
            </a:custGeom>
            <a:solidFill>
              <a:srgbClr val="FAF4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7386" name="Freeform 806">
              <a:extLst>
                <a:ext uri="{FF2B5EF4-FFF2-40B4-BE49-F238E27FC236}">
                  <a16:creationId xmlns:a16="http://schemas.microsoft.com/office/drawing/2014/main" id="{8111D3CE-A6BF-4B42-96F2-70D688485D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6" y="2712"/>
              <a:ext cx="501" cy="318"/>
            </a:xfrm>
            <a:custGeom>
              <a:avLst/>
              <a:gdLst>
                <a:gd name="T0" fmla="*/ 356 w 469"/>
                <a:gd name="T1" fmla="*/ 21 h 297"/>
                <a:gd name="T2" fmla="*/ 485 w 469"/>
                <a:gd name="T3" fmla="*/ 2 h 297"/>
                <a:gd name="T4" fmla="*/ 568 w 469"/>
                <a:gd name="T5" fmla="*/ 116 h 297"/>
                <a:gd name="T6" fmla="*/ 514 w 469"/>
                <a:gd name="T7" fmla="*/ 267 h 297"/>
                <a:gd name="T8" fmla="*/ 380 w 469"/>
                <a:gd name="T9" fmla="*/ 291 h 297"/>
                <a:gd name="T10" fmla="*/ 216 w 469"/>
                <a:gd name="T11" fmla="*/ 311 h 297"/>
                <a:gd name="T12" fmla="*/ 79 w 469"/>
                <a:gd name="T13" fmla="*/ 361 h 297"/>
                <a:gd name="T14" fmla="*/ 19 w 469"/>
                <a:gd name="T15" fmla="*/ 344 h 297"/>
                <a:gd name="T16" fmla="*/ 24 w 469"/>
                <a:gd name="T17" fmla="*/ 249 h 297"/>
                <a:gd name="T18" fmla="*/ 140 w 469"/>
                <a:gd name="T19" fmla="*/ 134 h 297"/>
                <a:gd name="T20" fmla="*/ 282 w 469"/>
                <a:gd name="T21" fmla="*/ 56 h 297"/>
                <a:gd name="T22" fmla="*/ 356 w 469"/>
                <a:gd name="T23" fmla="*/ 28 h 29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69" h="297">
                  <a:moveTo>
                    <a:pt x="292" y="18"/>
                  </a:moveTo>
                  <a:cubicBezTo>
                    <a:pt x="322" y="9"/>
                    <a:pt x="366" y="0"/>
                    <a:pt x="398" y="2"/>
                  </a:cubicBezTo>
                  <a:cubicBezTo>
                    <a:pt x="444" y="4"/>
                    <a:pt x="469" y="52"/>
                    <a:pt x="466" y="94"/>
                  </a:cubicBezTo>
                  <a:cubicBezTo>
                    <a:pt x="463" y="132"/>
                    <a:pt x="450" y="191"/>
                    <a:pt x="421" y="218"/>
                  </a:cubicBezTo>
                  <a:cubicBezTo>
                    <a:pt x="389" y="249"/>
                    <a:pt x="353" y="244"/>
                    <a:pt x="312" y="237"/>
                  </a:cubicBezTo>
                  <a:cubicBezTo>
                    <a:pt x="261" y="228"/>
                    <a:pt x="224" y="237"/>
                    <a:pt x="177" y="253"/>
                  </a:cubicBezTo>
                  <a:cubicBezTo>
                    <a:pt x="140" y="266"/>
                    <a:pt x="104" y="290"/>
                    <a:pt x="65" y="294"/>
                  </a:cubicBezTo>
                  <a:cubicBezTo>
                    <a:pt x="46" y="296"/>
                    <a:pt x="26" y="297"/>
                    <a:pt x="16" y="280"/>
                  </a:cubicBezTo>
                  <a:cubicBezTo>
                    <a:pt x="0" y="255"/>
                    <a:pt x="6" y="228"/>
                    <a:pt x="20" y="204"/>
                  </a:cubicBezTo>
                  <a:cubicBezTo>
                    <a:pt x="43" y="164"/>
                    <a:pt x="75" y="131"/>
                    <a:pt x="115" y="109"/>
                  </a:cubicBezTo>
                  <a:cubicBezTo>
                    <a:pt x="154" y="87"/>
                    <a:pt x="190" y="61"/>
                    <a:pt x="231" y="46"/>
                  </a:cubicBezTo>
                  <a:cubicBezTo>
                    <a:pt x="252" y="39"/>
                    <a:pt x="272" y="30"/>
                    <a:pt x="292" y="22"/>
                  </a:cubicBezTo>
                </a:path>
              </a:pathLst>
            </a:custGeom>
            <a:solidFill>
              <a:srgbClr val="FAF4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7387" name="Freeform 807">
              <a:extLst>
                <a:ext uri="{FF2B5EF4-FFF2-40B4-BE49-F238E27FC236}">
                  <a16:creationId xmlns:a16="http://schemas.microsoft.com/office/drawing/2014/main" id="{3880FBC9-57FB-45B7-B7C6-46C2F4525A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0" y="3035"/>
              <a:ext cx="176" cy="97"/>
            </a:xfrm>
            <a:custGeom>
              <a:avLst/>
              <a:gdLst>
                <a:gd name="T0" fmla="*/ 84 w 165"/>
                <a:gd name="T1" fmla="*/ 16 h 91"/>
                <a:gd name="T2" fmla="*/ 167 w 165"/>
                <a:gd name="T3" fmla="*/ 18 h 91"/>
                <a:gd name="T4" fmla="*/ 139 w 165"/>
                <a:gd name="T5" fmla="*/ 85 h 91"/>
                <a:gd name="T6" fmla="*/ 27 w 165"/>
                <a:gd name="T7" fmla="*/ 82 h 91"/>
                <a:gd name="T8" fmla="*/ 98 w 165"/>
                <a:gd name="T9" fmla="*/ 22 h 9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5" h="91">
                  <a:moveTo>
                    <a:pt x="69" y="13"/>
                  </a:moveTo>
                  <a:cubicBezTo>
                    <a:pt x="89" y="21"/>
                    <a:pt x="119" y="0"/>
                    <a:pt x="138" y="15"/>
                  </a:cubicBezTo>
                  <a:cubicBezTo>
                    <a:pt x="165" y="37"/>
                    <a:pt x="134" y="61"/>
                    <a:pt x="114" y="70"/>
                  </a:cubicBezTo>
                  <a:cubicBezTo>
                    <a:pt x="92" y="79"/>
                    <a:pt x="41" y="91"/>
                    <a:pt x="22" y="68"/>
                  </a:cubicBezTo>
                  <a:cubicBezTo>
                    <a:pt x="0" y="40"/>
                    <a:pt x="71" y="11"/>
                    <a:pt x="81" y="19"/>
                  </a:cubicBezTo>
                </a:path>
              </a:pathLst>
            </a:custGeom>
            <a:solidFill>
              <a:srgbClr val="FAF4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7388" name="Freeform 808">
              <a:extLst>
                <a:ext uri="{FF2B5EF4-FFF2-40B4-BE49-F238E27FC236}">
                  <a16:creationId xmlns:a16="http://schemas.microsoft.com/office/drawing/2014/main" id="{BDEF4B76-B918-48AE-AB7A-C95D78B50EA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5" y="3139"/>
              <a:ext cx="341" cy="501"/>
            </a:xfrm>
            <a:custGeom>
              <a:avLst/>
              <a:gdLst>
                <a:gd name="T0" fmla="*/ 15 w 319"/>
                <a:gd name="T1" fmla="*/ 105 h 469"/>
                <a:gd name="T2" fmla="*/ 137 w 319"/>
                <a:gd name="T3" fmla="*/ 96 h 469"/>
                <a:gd name="T4" fmla="*/ 248 w 319"/>
                <a:gd name="T5" fmla="*/ 79 h 469"/>
                <a:gd name="T6" fmla="*/ 314 w 319"/>
                <a:gd name="T7" fmla="*/ 47 h 469"/>
                <a:gd name="T8" fmla="*/ 357 w 319"/>
                <a:gd name="T9" fmla="*/ 0 h 469"/>
                <a:gd name="T10" fmla="*/ 347 w 319"/>
                <a:gd name="T11" fmla="*/ 131 h 469"/>
                <a:gd name="T12" fmla="*/ 368 w 319"/>
                <a:gd name="T13" fmla="*/ 303 h 469"/>
                <a:gd name="T14" fmla="*/ 329 w 319"/>
                <a:gd name="T15" fmla="*/ 533 h 469"/>
                <a:gd name="T16" fmla="*/ 191 w 319"/>
                <a:gd name="T17" fmla="*/ 570 h 469"/>
                <a:gd name="T18" fmla="*/ 74 w 319"/>
                <a:gd name="T19" fmla="*/ 434 h 469"/>
                <a:gd name="T20" fmla="*/ 11 w 319"/>
                <a:gd name="T21" fmla="*/ 262 h 469"/>
                <a:gd name="T22" fmla="*/ 1 w 319"/>
                <a:gd name="T23" fmla="*/ 186 h 469"/>
                <a:gd name="T24" fmla="*/ 17 w 319"/>
                <a:gd name="T25" fmla="*/ 110 h 46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19" h="469">
                  <a:moveTo>
                    <a:pt x="12" y="86"/>
                  </a:moveTo>
                  <a:cubicBezTo>
                    <a:pt x="42" y="76"/>
                    <a:pt x="80" y="82"/>
                    <a:pt x="112" y="79"/>
                  </a:cubicBezTo>
                  <a:cubicBezTo>
                    <a:pt x="142" y="77"/>
                    <a:pt x="174" y="74"/>
                    <a:pt x="203" y="65"/>
                  </a:cubicBezTo>
                  <a:cubicBezTo>
                    <a:pt x="222" y="59"/>
                    <a:pt x="243" y="52"/>
                    <a:pt x="257" y="38"/>
                  </a:cubicBezTo>
                  <a:cubicBezTo>
                    <a:pt x="270" y="26"/>
                    <a:pt x="277" y="8"/>
                    <a:pt x="292" y="0"/>
                  </a:cubicBezTo>
                  <a:cubicBezTo>
                    <a:pt x="309" y="28"/>
                    <a:pt x="281" y="75"/>
                    <a:pt x="284" y="108"/>
                  </a:cubicBezTo>
                  <a:cubicBezTo>
                    <a:pt x="287" y="155"/>
                    <a:pt x="298" y="202"/>
                    <a:pt x="301" y="249"/>
                  </a:cubicBezTo>
                  <a:cubicBezTo>
                    <a:pt x="304" y="303"/>
                    <a:pt x="319" y="399"/>
                    <a:pt x="269" y="437"/>
                  </a:cubicBezTo>
                  <a:cubicBezTo>
                    <a:pt x="238" y="461"/>
                    <a:pt x="194" y="469"/>
                    <a:pt x="156" y="468"/>
                  </a:cubicBezTo>
                  <a:cubicBezTo>
                    <a:pt x="100" y="466"/>
                    <a:pt x="80" y="400"/>
                    <a:pt x="61" y="356"/>
                  </a:cubicBezTo>
                  <a:cubicBezTo>
                    <a:pt x="42" y="310"/>
                    <a:pt x="22" y="262"/>
                    <a:pt x="8" y="214"/>
                  </a:cubicBezTo>
                  <a:cubicBezTo>
                    <a:pt x="3" y="194"/>
                    <a:pt x="0" y="174"/>
                    <a:pt x="1" y="153"/>
                  </a:cubicBezTo>
                  <a:cubicBezTo>
                    <a:pt x="3" y="131"/>
                    <a:pt x="12" y="111"/>
                    <a:pt x="14" y="90"/>
                  </a:cubicBezTo>
                </a:path>
              </a:pathLst>
            </a:custGeom>
            <a:solidFill>
              <a:srgbClr val="FAF4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7389" name="Freeform 809">
              <a:extLst>
                <a:ext uri="{FF2B5EF4-FFF2-40B4-BE49-F238E27FC236}">
                  <a16:creationId xmlns:a16="http://schemas.microsoft.com/office/drawing/2014/main" id="{53CF7B7F-2CB7-4E39-8172-D7FBF23F479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0" y="3723"/>
              <a:ext cx="153" cy="88"/>
            </a:xfrm>
            <a:custGeom>
              <a:avLst/>
              <a:gdLst>
                <a:gd name="T0" fmla="*/ 89 w 143"/>
                <a:gd name="T1" fmla="*/ 10 h 82"/>
                <a:gd name="T2" fmla="*/ 165 w 143"/>
                <a:gd name="T3" fmla="*/ 32 h 82"/>
                <a:gd name="T4" fmla="*/ 89 w 143"/>
                <a:gd name="T5" fmla="*/ 57 h 82"/>
                <a:gd name="T6" fmla="*/ 0 w 143"/>
                <a:gd name="T7" fmla="*/ 49 h 82"/>
                <a:gd name="T8" fmla="*/ 98 w 143"/>
                <a:gd name="T9" fmla="*/ 14 h 8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3" h="82">
                  <a:moveTo>
                    <a:pt x="73" y="7"/>
                  </a:moveTo>
                  <a:cubicBezTo>
                    <a:pt x="93" y="0"/>
                    <a:pt x="128" y="0"/>
                    <a:pt x="135" y="26"/>
                  </a:cubicBezTo>
                  <a:cubicBezTo>
                    <a:pt x="143" y="57"/>
                    <a:pt x="93" y="40"/>
                    <a:pt x="73" y="46"/>
                  </a:cubicBezTo>
                  <a:cubicBezTo>
                    <a:pt x="55" y="51"/>
                    <a:pt x="0" y="82"/>
                    <a:pt x="0" y="40"/>
                  </a:cubicBezTo>
                  <a:cubicBezTo>
                    <a:pt x="0" y="13"/>
                    <a:pt x="64" y="2"/>
                    <a:pt x="80" y="11"/>
                  </a:cubicBezTo>
                </a:path>
              </a:pathLst>
            </a:custGeom>
            <a:solidFill>
              <a:srgbClr val="FAF4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7390" name="Freeform 810">
              <a:extLst>
                <a:ext uri="{FF2B5EF4-FFF2-40B4-BE49-F238E27FC236}">
                  <a16:creationId xmlns:a16="http://schemas.microsoft.com/office/drawing/2014/main" id="{6B42F378-D11F-4BCA-B15D-AE681C02D5A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7" y="3843"/>
              <a:ext cx="219" cy="158"/>
            </a:xfrm>
            <a:custGeom>
              <a:avLst/>
              <a:gdLst>
                <a:gd name="T0" fmla="*/ 12 w 205"/>
                <a:gd name="T1" fmla="*/ 23 h 148"/>
                <a:gd name="T2" fmla="*/ 7 w 205"/>
                <a:gd name="T3" fmla="*/ 61 h 148"/>
                <a:gd name="T4" fmla="*/ 51 w 205"/>
                <a:gd name="T5" fmla="*/ 64 h 148"/>
                <a:gd name="T6" fmla="*/ 138 w 205"/>
                <a:gd name="T7" fmla="*/ 85 h 148"/>
                <a:gd name="T8" fmla="*/ 250 w 205"/>
                <a:gd name="T9" fmla="*/ 140 h 148"/>
                <a:gd name="T10" fmla="*/ 207 w 205"/>
                <a:gd name="T11" fmla="*/ 91 h 148"/>
                <a:gd name="T12" fmla="*/ 157 w 205"/>
                <a:gd name="T13" fmla="*/ 22 h 148"/>
                <a:gd name="T14" fmla="*/ 112 w 205"/>
                <a:gd name="T15" fmla="*/ 12 h 148"/>
                <a:gd name="T16" fmla="*/ 16 w 205"/>
                <a:gd name="T17" fmla="*/ 7 h 14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5" h="148">
                  <a:moveTo>
                    <a:pt x="9" y="20"/>
                  </a:moveTo>
                  <a:cubicBezTo>
                    <a:pt x="0" y="24"/>
                    <a:pt x="0" y="42"/>
                    <a:pt x="7" y="50"/>
                  </a:cubicBezTo>
                  <a:cubicBezTo>
                    <a:pt x="17" y="61"/>
                    <a:pt x="29" y="54"/>
                    <a:pt x="42" y="52"/>
                  </a:cubicBezTo>
                  <a:cubicBezTo>
                    <a:pt x="72" y="49"/>
                    <a:pt x="90" y="50"/>
                    <a:pt x="113" y="70"/>
                  </a:cubicBezTo>
                  <a:cubicBezTo>
                    <a:pt x="137" y="91"/>
                    <a:pt x="173" y="148"/>
                    <a:pt x="205" y="115"/>
                  </a:cubicBezTo>
                  <a:cubicBezTo>
                    <a:pt x="195" y="99"/>
                    <a:pt x="183" y="89"/>
                    <a:pt x="170" y="75"/>
                  </a:cubicBezTo>
                  <a:cubicBezTo>
                    <a:pt x="154" y="58"/>
                    <a:pt x="146" y="35"/>
                    <a:pt x="129" y="19"/>
                  </a:cubicBezTo>
                  <a:cubicBezTo>
                    <a:pt x="115" y="5"/>
                    <a:pt x="113" y="7"/>
                    <a:pt x="92" y="9"/>
                  </a:cubicBezTo>
                  <a:cubicBezTo>
                    <a:pt x="68" y="11"/>
                    <a:pt x="35" y="0"/>
                    <a:pt x="13" y="7"/>
                  </a:cubicBezTo>
                </a:path>
              </a:pathLst>
            </a:custGeom>
            <a:solidFill>
              <a:srgbClr val="FAF4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7391" name="Freeform 811">
              <a:extLst>
                <a:ext uri="{FF2B5EF4-FFF2-40B4-BE49-F238E27FC236}">
                  <a16:creationId xmlns:a16="http://schemas.microsoft.com/office/drawing/2014/main" id="{0462B4AE-DDD9-4691-9356-B9C697AF53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1" y="1794"/>
              <a:ext cx="115" cy="184"/>
            </a:xfrm>
            <a:custGeom>
              <a:avLst/>
              <a:gdLst>
                <a:gd name="T0" fmla="*/ 68 w 107"/>
                <a:gd name="T1" fmla="*/ 0 h 172"/>
                <a:gd name="T2" fmla="*/ 48 w 107"/>
                <a:gd name="T3" fmla="*/ 65 h 172"/>
                <a:gd name="T4" fmla="*/ 67 w 107"/>
                <a:gd name="T5" fmla="*/ 120 h 172"/>
                <a:gd name="T6" fmla="*/ 127 w 107"/>
                <a:gd name="T7" fmla="*/ 93 h 172"/>
                <a:gd name="T8" fmla="*/ 13 w 107"/>
                <a:gd name="T9" fmla="*/ 196 h 172"/>
                <a:gd name="T10" fmla="*/ 4 w 107"/>
                <a:gd name="T11" fmla="*/ 165 h 172"/>
                <a:gd name="T12" fmla="*/ 31 w 107"/>
                <a:gd name="T13" fmla="*/ 128 h 172"/>
                <a:gd name="T14" fmla="*/ 11 w 107"/>
                <a:gd name="T15" fmla="*/ 34 h 17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7" h="172">
                  <a:moveTo>
                    <a:pt x="55" y="0"/>
                  </a:moveTo>
                  <a:cubicBezTo>
                    <a:pt x="55" y="17"/>
                    <a:pt x="40" y="33"/>
                    <a:pt x="39" y="53"/>
                  </a:cubicBezTo>
                  <a:cubicBezTo>
                    <a:pt x="38" y="71"/>
                    <a:pt x="47" y="82"/>
                    <a:pt x="54" y="98"/>
                  </a:cubicBezTo>
                  <a:cubicBezTo>
                    <a:pt x="71" y="93"/>
                    <a:pt x="86" y="80"/>
                    <a:pt x="102" y="76"/>
                  </a:cubicBezTo>
                  <a:cubicBezTo>
                    <a:pt x="107" y="99"/>
                    <a:pt x="36" y="172"/>
                    <a:pt x="10" y="160"/>
                  </a:cubicBezTo>
                  <a:cubicBezTo>
                    <a:pt x="0" y="155"/>
                    <a:pt x="1" y="141"/>
                    <a:pt x="4" y="135"/>
                  </a:cubicBezTo>
                  <a:cubicBezTo>
                    <a:pt x="13" y="119"/>
                    <a:pt x="22" y="128"/>
                    <a:pt x="25" y="105"/>
                  </a:cubicBezTo>
                  <a:cubicBezTo>
                    <a:pt x="27" y="78"/>
                    <a:pt x="16" y="54"/>
                    <a:pt x="8" y="28"/>
                  </a:cubicBezTo>
                </a:path>
              </a:pathLst>
            </a:custGeom>
            <a:solidFill>
              <a:srgbClr val="FAF4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7392" name="Freeform 812">
              <a:extLst>
                <a:ext uri="{FF2B5EF4-FFF2-40B4-BE49-F238E27FC236}">
                  <a16:creationId xmlns:a16="http://schemas.microsoft.com/office/drawing/2014/main" id="{B6C23C80-DB66-4EE8-A0D2-6C6613B5A2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1" y="1968"/>
              <a:ext cx="192" cy="225"/>
            </a:xfrm>
            <a:custGeom>
              <a:avLst/>
              <a:gdLst>
                <a:gd name="T0" fmla="*/ 171 w 180"/>
                <a:gd name="T1" fmla="*/ 0 h 210"/>
                <a:gd name="T2" fmla="*/ 101 w 180"/>
                <a:gd name="T3" fmla="*/ 44 h 210"/>
                <a:gd name="T4" fmla="*/ 35 w 180"/>
                <a:gd name="T5" fmla="*/ 42 h 210"/>
                <a:gd name="T6" fmla="*/ 48 w 180"/>
                <a:gd name="T7" fmla="*/ 167 h 210"/>
                <a:gd name="T8" fmla="*/ 139 w 180"/>
                <a:gd name="T9" fmla="*/ 196 h 210"/>
                <a:gd name="T10" fmla="*/ 219 w 180"/>
                <a:gd name="T11" fmla="*/ 246 h 210"/>
                <a:gd name="T12" fmla="*/ 186 w 180"/>
                <a:gd name="T13" fmla="*/ 190 h 210"/>
                <a:gd name="T14" fmla="*/ 188 w 180"/>
                <a:gd name="T15" fmla="*/ 130 h 210"/>
                <a:gd name="T16" fmla="*/ 176 w 180"/>
                <a:gd name="T17" fmla="*/ 12 h 21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0" h="210">
                  <a:moveTo>
                    <a:pt x="141" y="0"/>
                  </a:moveTo>
                  <a:cubicBezTo>
                    <a:pt x="129" y="17"/>
                    <a:pt x="104" y="32"/>
                    <a:pt x="83" y="35"/>
                  </a:cubicBezTo>
                  <a:cubicBezTo>
                    <a:pt x="68" y="37"/>
                    <a:pt x="43" y="26"/>
                    <a:pt x="29" y="34"/>
                  </a:cubicBezTo>
                  <a:cubicBezTo>
                    <a:pt x="0" y="51"/>
                    <a:pt x="26" y="116"/>
                    <a:pt x="39" y="136"/>
                  </a:cubicBezTo>
                  <a:cubicBezTo>
                    <a:pt x="59" y="168"/>
                    <a:pt x="86" y="146"/>
                    <a:pt x="114" y="160"/>
                  </a:cubicBezTo>
                  <a:cubicBezTo>
                    <a:pt x="136" y="172"/>
                    <a:pt x="150" y="210"/>
                    <a:pt x="180" y="201"/>
                  </a:cubicBezTo>
                  <a:cubicBezTo>
                    <a:pt x="177" y="185"/>
                    <a:pt x="160" y="170"/>
                    <a:pt x="153" y="154"/>
                  </a:cubicBezTo>
                  <a:cubicBezTo>
                    <a:pt x="144" y="133"/>
                    <a:pt x="150" y="124"/>
                    <a:pt x="155" y="105"/>
                  </a:cubicBezTo>
                  <a:cubicBezTo>
                    <a:pt x="163" y="73"/>
                    <a:pt x="153" y="39"/>
                    <a:pt x="145" y="9"/>
                  </a:cubicBezTo>
                </a:path>
              </a:pathLst>
            </a:custGeom>
            <a:solidFill>
              <a:srgbClr val="FAF4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7393" name="Freeform 813">
              <a:extLst>
                <a:ext uri="{FF2B5EF4-FFF2-40B4-BE49-F238E27FC236}">
                  <a16:creationId xmlns:a16="http://schemas.microsoft.com/office/drawing/2014/main" id="{8D624B6C-739C-44A8-849E-2B1B50BBA7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1" y="2242"/>
              <a:ext cx="134" cy="164"/>
            </a:xfrm>
            <a:custGeom>
              <a:avLst/>
              <a:gdLst>
                <a:gd name="T0" fmla="*/ 36 w 126"/>
                <a:gd name="T1" fmla="*/ 17 h 154"/>
                <a:gd name="T2" fmla="*/ 95 w 126"/>
                <a:gd name="T3" fmla="*/ 4 h 154"/>
                <a:gd name="T4" fmla="*/ 122 w 126"/>
                <a:gd name="T5" fmla="*/ 63 h 154"/>
                <a:gd name="T6" fmla="*/ 125 w 126"/>
                <a:gd name="T7" fmla="*/ 186 h 154"/>
                <a:gd name="T8" fmla="*/ 36 w 126"/>
                <a:gd name="T9" fmla="*/ 116 h 154"/>
                <a:gd name="T10" fmla="*/ 2 w 126"/>
                <a:gd name="T11" fmla="*/ 99 h 154"/>
                <a:gd name="T12" fmla="*/ 38 w 126"/>
                <a:gd name="T13" fmla="*/ 19 h 15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6" h="154">
                  <a:moveTo>
                    <a:pt x="30" y="14"/>
                  </a:moveTo>
                  <a:cubicBezTo>
                    <a:pt x="43" y="12"/>
                    <a:pt x="66" y="0"/>
                    <a:pt x="79" y="4"/>
                  </a:cubicBezTo>
                  <a:cubicBezTo>
                    <a:pt x="100" y="10"/>
                    <a:pt x="101" y="34"/>
                    <a:pt x="102" y="52"/>
                  </a:cubicBezTo>
                  <a:cubicBezTo>
                    <a:pt x="103" y="81"/>
                    <a:pt x="126" y="130"/>
                    <a:pt x="104" y="154"/>
                  </a:cubicBezTo>
                  <a:cubicBezTo>
                    <a:pt x="79" y="139"/>
                    <a:pt x="73" y="44"/>
                    <a:pt x="30" y="96"/>
                  </a:cubicBezTo>
                  <a:cubicBezTo>
                    <a:pt x="14" y="115"/>
                    <a:pt x="3" y="110"/>
                    <a:pt x="2" y="82"/>
                  </a:cubicBezTo>
                  <a:cubicBezTo>
                    <a:pt x="0" y="50"/>
                    <a:pt x="16" y="39"/>
                    <a:pt x="32" y="16"/>
                  </a:cubicBezTo>
                </a:path>
              </a:pathLst>
            </a:custGeom>
            <a:solidFill>
              <a:srgbClr val="FAF4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7394" name="Freeform 814">
              <a:extLst>
                <a:ext uri="{FF2B5EF4-FFF2-40B4-BE49-F238E27FC236}">
                  <a16:creationId xmlns:a16="http://schemas.microsoft.com/office/drawing/2014/main" id="{0A1F85FC-B5CC-44CA-9AF9-F6BB2F20B1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6" y="1850"/>
              <a:ext cx="7" cy="4"/>
            </a:xfrm>
            <a:custGeom>
              <a:avLst/>
              <a:gdLst>
                <a:gd name="T0" fmla="*/ 7 w 7"/>
                <a:gd name="T1" fmla="*/ 4 h 4"/>
                <a:gd name="T2" fmla="*/ 0 w 7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4">
                  <a:moveTo>
                    <a:pt x="7" y="4"/>
                  </a:moveTo>
                  <a:cubicBezTo>
                    <a:pt x="5" y="2"/>
                    <a:pt x="3" y="1"/>
                    <a:pt x="0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7395" name="Freeform 815">
              <a:extLst>
                <a:ext uri="{FF2B5EF4-FFF2-40B4-BE49-F238E27FC236}">
                  <a16:creationId xmlns:a16="http://schemas.microsoft.com/office/drawing/2014/main" id="{578754B6-94C9-4465-8362-67737AB7F6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8" y="1845"/>
              <a:ext cx="109" cy="52"/>
            </a:xfrm>
            <a:custGeom>
              <a:avLst/>
              <a:gdLst>
                <a:gd name="T0" fmla="*/ 78 w 102"/>
                <a:gd name="T1" fmla="*/ 0 h 48"/>
                <a:gd name="T2" fmla="*/ 60 w 102"/>
                <a:gd name="T3" fmla="*/ 1 h 48"/>
                <a:gd name="T4" fmla="*/ 1 w 102"/>
                <a:gd name="T5" fmla="*/ 37 h 48"/>
                <a:gd name="T6" fmla="*/ 67 w 102"/>
                <a:gd name="T7" fmla="*/ 56 h 48"/>
                <a:gd name="T8" fmla="*/ 124 w 102"/>
                <a:gd name="T9" fmla="*/ 29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2" h="48">
                  <a:moveTo>
                    <a:pt x="64" y="0"/>
                  </a:moveTo>
                  <a:cubicBezTo>
                    <a:pt x="59" y="0"/>
                    <a:pt x="54" y="0"/>
                    <a:pt x="49" y="1"/>
                  </a:cubicBezTo>
                  <a:cubicBezTo>
                    <a:pt x="21" y="4"/>
                    <a:pt x="0" y="17"/>
                    <a:pt x="1" y="29"/>
                  </a:cubicBezTo>
                  <a:cubicBezTo>
                    <a:pt x="3" y="41"/>
                    <a:pt x="27" y="48"/>
                    <a:pt x="55" y="44"/>
                  </a:cubicBezTo>
                  <a:cubicBezTo>
                    <a:pt x="78" y="41"/>
                    <a:pt x="96" y="32"/>
                    <a:pt x="102" y="23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7396" name="Freeform 816">
              <a:extLst>
                <a:ext uri="{FF2B5EF4-FFF2-40B4-BE49-F238E27FC236}">
                  <a16:creationId xmlns:a16="http://schemas.microsoft.com/office/drawing/2014/main" id="{0A60F1A3-20F6-4AC9-B41B-F66750ECF9B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9" y="1845"/>
              <a:ext cx="11" cy="3"/>
            </a:xfrm>
            <a:custGeom>
              <a:avLst/>
              <a:gdLst>
                <a:gd name="T0" fmla="*/ 11 w 11"/>
                <a:gd name="T1" fmla="*/ 8 h 2"/>
                <a:gd name="T2" fmla="*/ 11 w 11"/>
                <a:gd name="T3" fmla="*/ 8 h 2"/>
                <a:gd name="T4" fmla="*/ 0 w 11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2">
                  <a:moveTo>
                    <a:pt x="11" y="2"/>
                  </a:moveTo>
                  <a:cubicBezTo>
                    <a:pt x="11" y="2"/>
                    <a:pt x="11" y="2"/>
                    <a:pt x="11" y="2"/>
                  </a:cubicBezTo>
                  <a:cubicBezTo>
                    <a:pt x="7" y="1"/>
                    <a:pt x="4" y="1"/>
                    <a:pt x="0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7397" name="Freeform 817">
              <a:extLst>
                <a:ext uri="{FF2B5EF4-FFF2-40B4-BE49-F238E27FC236}">
                  <a16:creationId xmlns:a16="http://schemas.microsoft.com/office/drawing/2014/main" id="{2CAC54B6-4A92-4C16-A1F9-8852A7C3FC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5" y="1864"/>
              <a:ext cx="49" cy="22"/>
            </a:xfrm>
            <a:custGeom>
              <a:avLst/>
              <a:gdLst>
                <a:gd name="T0" fmla="*/ 32 w 46"/>
                <a:gd name="T1" fmla="*/ 0 h 21"/>
                <a:gd name="T2" fmla="*/ 12 w 46"/>
                <a:gd name="T3" fmla="*/ 7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6" h="21">
                  <a:moveTo>
                    <a:pt x="26" y="0"/>
                  </a:moveTo>
                  <a:cubicBezTo>
                    <a:pt x="46" y="15"/>
                    <a:pt x="0" y="21"/>
                    <a:pt x="9" y="7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7398" name="Freeform 818">
              <a:extLst>
                <a:ext uri="{FF2B5EF4-FFF2-40B4-BE49-F238E27FC236}">
                  <a16:creationId xmlns:a16="http://schemas.microsoft.com/office/drawing/2014/main" id="{659021C8-B00D-475E-9E5D-57F269701A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9" y="2699"/>
              <a:ext cx="300" cy="123"/>
            </a:xfrm>
            <a:custGeom>
              <a:avLst/>
              <a:gdLst>
                <a:gd name="T0" fmla="*/ 0 w 281"/>
                <a:gd name="T1" fmla="*/ 138 h 115"/>
                <a:gd name="T2" fmla="*/ 70 w 281"/>
                <a:gd name="T3" fmla="*/ 92 h 115"/>
                <a:gd name="T4" fmla="*/ 162 w 281"/>
                <a:gd name="T5" fmla="*/ 64 h 115"/>
                <a:gd name="T6" fmla="*/ 342 w 281"/>
                <a:gd name="T7" fmla="*/ 0 h 115"/>
                <a:gd name="T8" fmla="*/ 139 w 281"/>
                <a:gd name="T9" fmla="*/ 80 h 115"/>
                <a:gd name="T10" fmla="*/ 2 w 281"/>
                <a:gd name="T11" fmla="*/ 141 h 11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1" h="115">
                  <a:moveTo>
                    <a:pt x="0" y="113"/>
                  </a:moveTo>
                  <a:cubicBezTo>
                    <a:pt x="24" y="105"/>
                    <a:pt x="37" y="87"/>
                    <a:pt x="58" y="75"/>
                  </a:cubicBezTo>
                  <a:cubicBezTo>
                    <a:pt x="81" y="61"/>
                    <a:pt x="110" y="60"/>
                    <a:pt x="133" y="52"/>
                  </a:cubicBezTo>
                  <a:cubicBezTo>
                    <a:pt x="181" y="35"/>
                    <a:pt x="233" y="8"/>
                    <a:pt x="281" y="0"/>
                  </a:cubicBezTo>
                  <a:cubicBezTo>
                    <a:pt x="230" y="32"/>
                    <a:pt x="171" y="51"/>
                    <a:pt x="114" y="65"/>
                  </a:cubicBezTo>
                  <a:cubicBezTo>
                    <a:pt x="72" y="76"/>
                    <a:pt x="41" y="101"/>
                    <a:pt x="2" y="115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7399" name="Freeform 819">
              <a:extLst>
                <a:ext uri="{FF2B5EF4-FFF2-40B4-BE49-F238E27FC236}">
                  <a16:creationId xmlns:a16="http://schemas.microsoft.com/office/drawing/2014/main" id="{41156F75-6786-417E-BE84-B07ECE4112E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1" y="2091"/>
              <a:ext cx="479" cy="237"/>
            </a:xfrm>
            <a:custGeom>
              <a:avLst/>
              <a:gdLst>
                <a:gd name="T0" fmla="*/ 0 w 449"/>
                <a:gd name="T1" fmla="*/ 12 h 222"/>
                <a:gd name="T2" fmla="*/ 54 w 449"/>
                <a:gd name="T3" fmla="*/ 22 h 222"/>
                <a:gd name="T4" fmla="*/ 107 w 449"/>
                <a:gd name="T5" fmla="*/ 33 h 222"/>
                <a:gd name="T6" fmla="*/ 161 w 449"/>
                <a:gd name="T7" fmla="*/ 27 h 222"/>
                <a:gd name="T8" fmla="*/ 221 w 449"/>
                <a:gd name="T9" fmla="*/ 20 h 222"/>
                <a:gd name="T10" fmla="*/ 322 w 449"/>
                <a:gd name="T11" fmla="*/ 4 h 222"/>
                <a:gd name="T12" fmla="*/ 464 w 449"/>
                <a:gd name="T13" fmla="*/ 27 h 222"/>
                <a:gd name="T14" fmla="*/ 524 w 449"/>
                <a:gd name="T15" fmla="*/ 43 h 222"/>
                <a:gd name="T16" fmla="*/ 513 w 449"/>
                <a:gd name="T17" fmla="*/ 91 h 222"/>
                <a:gd name="T18" fmla="*/ 493 w 449"/>
                <a:gd name="T19" fmla="*/ 174 h 222"/>
                <a:gd name="T20" fmla="*/ 470 w 449"/>
                <a:gd name="T21" fmla="*/ 263 h 222"/>
                <a:gd name="T22" fmla="*/ 373 w 449"/>
                <a:gd name="T23" fmla="*/ 199 h 222"/>
                <a:gd name="T24" fmla="*/ 271 w 449"/>
                <a:gd name="T25" fmla="*/ 147 h 222"/>
                <a:gd name="T26" fmla="*/ 151 w 449"/>
                <a:gd name="T27" fmla="*/ 230 h 222"/>
                <a:gd name="T28" fmla="*/ 81 w 449"/>
                <a:gd name="T29" fmla="*/ 250 h 222"/>
                <a:gd name="T30" fmla="*/ 20 w 449"/>
                <a:gd name="T31" fmla="*/ 156 h 222"/>
                <a:gd name="T32" fmla="*/ 0 w 449"/>
                <a:gd name="T33" fmla="*/ 116 h 22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449" h="222">
                  <a:moveTo>
                    <a:pt x="0" y="9"/>
                  </a:moveTo>
                  <a:cubicBezTo>
                    <a:pt x="18" y="2"/>
                    <a:pt x="29" y="12"/>
                    <a:pt x="45" y="19"/>
                  </a:cubicBezTo>
                  <a:cubicBezTo>
                    <a:pt x="58" y="24"/>
                    <a:pt x="74" y="26"/>
                    <a:pt x="88" y="27"/>
                  </a:cubicBezTo>
                  <a:cubicBezTo>
                    <a:pt x="104" y="28"/>
                    <a:pt x="118" y="23"/>
                    <a:pt x="133" y="22"/>
                  </a:cubicBezTo>
                  <a:cubicBezTo>
                    <a:pt x="149" y="20"/>
                    <a:pt x="166" y="21"/>
                    <a:pt x="182" y="17"/>
                  </a:cubicBezTo>
                  <a:cubicBezTo>
                    <a:pt x="209" y="12"/>
                    <a:pt x="237" y="6"/>
                    <a:pt x="265" y="4"/>
                  </a:cubicBezTo>
                  <a:cubicBezTo>
                    <a:pt x="305" y="0"/>
                    <a:pt x="343" y="16"/>
                    <a:pt x="382" y="22"/>
                  </a:cubicBezTo>
                  <a:cubicBezTo>
                    <a:pt x="396" y="24"/>
                    <a:pt x="421" y="26"/>
                    <a:pt x="431" y="35"/>
                  </a:cubicBezTo>
                  <a:cubicBezTo>
                    <a:pt x="449" y="51"/>
                    <a:pt x="432" y="60"/>
                    <a:pt x="423" y="75"/>
                  </a:cubicBezTo>
                  <a:cubicBezTo>
                    <a:pt x="411" y="93"/>
                    <a:pt x="405" y="122"/>
                    <a:pt x="406" y="143"/>
                  </a:cubicBezTo>
                  <a:cubicBezTo>
                    <a:pt x="407" y="165"/>
                    <a:pt x="431" y="222"/>
                    <a:pt x="387" y="215"/>
                  </a:cubicBezTo>
                  <a:cubicBezTo>
                    <a:pt x="356" y="211"/>
                    <a:pt x="330" y="180"/>
                    <a:pt x="307" y="163"/>
                  </a:cubicBezTo>
                  <a:cubicBezTo>
                    <a:pt x="284" y="147"/>
                    <a:pt x="253" y="122"/>
                    <a:pt x="223" y="121"/>
                  </a:cubicBezTo>
                  <a:cubicBezTo>
                    <a:pt x="180" y="120"/>
                    <a:pt x="158" y="169"/>
                    <a:pt x="125" y="188"/>
                  </a:cubicBezTo>
                  <a:cubicBezTo>
                    <a:pt x="110" y="198"/>
                    <a:pt x="85" y="213"/>
                    <a:pt x="67" y="205"/>
                  </a:cubicBezTo>
                  <a:cubicBezTo>
                    <a:pt x="41" y="194"/>
                    <a:pt x="30" y="149"/>
                    <a:pt x="17" y="128"/>
                  </a:cubicBezTo>
                  <a:cubicBezTo>
                    <a:pt x="11" y="117"/>
                    <a:pt x="4" y="108"/>
                    <a:pt x="0" y="96"/>
                  </a:cubicBezTo>
                </a:path>
              </a:pathLst>
            </a:custGeom>
            <a:solidFill>
              <a:srgbClr val="FAF4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7400" name="Freeform 820">
              <a:extLst>
                <a:ext uri="{FF2B5EF4-FFF2-40B4-BE49-F238E27FC236}">
                  <a16:creationId xmlns:a16="http://schemas.microsoft.com/office/drawing/2014/main" id="{51B168B2-83D0-47AC-BB73-DF0CF034BE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9" y="1711"/>
              <a:ext cx="44" cy="142"/>
            </a:xfrm>
            <a:custGeom>
              <a:avLst/>
              <a:gdLst>
                <a:gd name="T0" fmla="*/ 0 w 41"/>
                <a:gd name="T1" fmla="*/ 162 h 133"/>
                <a:gd name="T2" fmla="*/ 28 w 41"/>
                <a:gd name="T3" fmla="*/ 145 h 133"/>
                <a:gd name="T4" fmla="*/ 49 w 41"/>
                <a:gd name="T5" fmla="*/ 116 h 133"/>
                <a:gd name="T6" fmla="*/ 41 w 41"/>
                <a:gd name="T7" fmla="*/ 56 h 133"/>
                <a:gd name="T8" fmla="*/ 30 w 41"/>
                <a:gd name="T9" fmla="*/ 0 h 133"/>
                <a:gd name="T10" fmla="*/ 41 w 41"/>
                <a:gd name="T11" fmla="*/ 58 h 133"/>
                <a:gd name="T12" fmla="*/ 45 w 41"/>
                <a:gd name="T13" fmla="*/ 107 h 133"/>
                <a:gd name="T14" fmla="*/ 35 w 41"/>
                <a:gd name="T15" fmla="*/ 128 h 133"/>
                <a:gd name="T16" fmla="*/ 6 w 41"/>
                <a:gd name="T17" fmla="*/ 157 h 13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1" h="133">
                  <a:moveTo>
                    <a:pt x="0" y="133"/>
                  </a:moveTo>
                  <a:cubicBezTo>
                    <a:pt x="7" y="131"/>
                    <a:pt x="14" y="123"/>
                    <a:pt x="22" y="119"/>
                  </a:cubicBezTo>
                  <a:cubicBezTo>
                    <a:pt x="32" y="115"/>
                    <a:pt x="39" y="109"/>
                    <a:pt x="40" y="96"/>
                  </a:cubicBezTo>
                  <a:cubicBezTo>
                    <a:pt x="41" y="80"/>
                    <a:pt x="36" y="62"/>
                    <a:pt x="33" y="46"/>
                  </a:cubicBezTo>
                  <a:cubicBezTo>
                    <a:pt x="30" y="31"/>
                    <a:pt x="27" y="15"/>
                    <a:pt x="24" y="0"/>
                  </a:cubicBezTo>
                  <a:cubicBezTo>
                    <a:pt x="19" y="13"/>
                    <a:pt x="29" y="35"/>
                    <a:pt x="33" y="48"/>
                  </a:cubicBezTo>
                  <a:cubicBezTo>
                    <a:pt x="36" y="60"/>
                    <a:pt x="37" y="75"/>
                    <a:pt x="36" y="88"/>
                  </a:cubicBezTo>
                  <a:cubicBezTo>
                    <a:pt x="35" y="96"/>
                    <a:pt x="34" y="100"/>
                    <a:pt x="29" y="105"/>
                  </a:cubicBezTo>
                  <a:cubicBezTo>
                    <a:pt x="21" y="112"/>
                    <a:pt x="12" y="120"/>
                    <a:pt x="6" y="12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7401" name="Freeform 821">
              <a:extLst>
                <a:ext uri="{FF2B5EF4-FFF2-40B4-BE49-F238E27FC236}">
                  <a16:creationId xmlns:a16="http://schemas.microsoft.com/office/drawing/2014/main" id="{F06DA4FD-9C8E-4F31-8AE9-86FDB4A38E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6" y="719"/>
              <a:ext cx="331" cy="239"/>
            </a:xfrm>
            <a:custGeom>
              <a:avLst/>
              <a:gdLst>
                <a:gd name="T0" fmla="*/ 140 w 310"/>
                <a:gd name="T1" fmla="*/ 91 h 224"/>
                <a:gd name="T2" fmla="*/ 129 w 310"/>
                <a:gd name="T3" fmla="*/ 117 h 224"/>
                <a:gd name="T4" fmla="*/ 114 w 310"/>
                <a:gd name="T5" fmla="*/ 130 h 224"/>
                <a:gd name="T6" fmla="*/ 119 w 310"/>
                <a:gd name="T7" fmla="*/ 105 h 224"/>
                <a:gd name="T8" fmla="*/ 94 w 310"/>
                <a:gd name="T9" fmla="*/ 132 h 224"/>
                <a:gd name="T10" fmla="*/ 104 w 310"/>
                <a:gd name="T11" fmla="*/ 116 h 224"/>
                <a:gd name="T12" fmla="*/ 85 w 310"/>
                <a:gd name="T13" fmla="*/ 139 h 224"/>
                <a:gd name="T14" fmla="*/ 64 w 310"/>
                <a:gd name="T15" fmla="*/ 157 h 224"/>
                <a:gd name="T16" fmla="*/ 69 w 310"/>
                <a:gd name="T17" fmla="*/ 142 h 224"/>
                <a:gd name="T18" fmla="*/ 49 w 310"/>
                <a:gd name="T19" fmla="*/ 169 h 224"/>
                <a:gd name="T20" fmla="*/ 32 w 310"/>
                <a:gd name="T21" fmla="*/ 206 h 224"/>
                <a:gd name="T22" fmla="*/ 41 w 310"/>
                <a:gd name="T23" fmla="*/ 188 h 224"/>
                <a:gd name="T24" fmla="*/ 16 w 310"/>
                <a:gd name="T25" fmla="*/ 272 h 224"/>
                <a:gd name="T26" fmla="*/ 13 w 310"/>
                <a:gd name="T27" fmla="*/ 255 h 224"/>
                <a:gd name="T28" fmla="*/ 6 w 310"/>
                <a:gd name="T29" fmla="*/ 237 h 224"/>
                <a:gd name="T30" fmla="*/ 2 w 310"/>
                <a:gd name="T31" fmla="*/ 182 h 224"/>
                <a:gd name="T32" fmla="*/ 14 w 310"/>
                <a:gd name="T33" fmla="*/ 131 h 224"/>
                <a:gd name="T34" fmla="*/ 31 w 310"/>
                <a:gd name="T35" fmla="*/ 102 h 224"/>
                <a:gd name="T36" fmla="*/ 16 w 310"/>
                <a:gd name="T37" fmla="*/ 113 h 224"/>
                <a:gd name="T38" fmla="*/ 27 w 310"/>
                <a:gd name="T39" fmla="*/ 92 h 224"/>
                <a:gd name="T40" fmla="*/ 47 w 310"/>
                <a:gd name="T41" fmla="*/ 58 h 224"/>
                <a:gd name="T42" fmla="*/ 70 w 310"/>
                <a:gd name="T43" fmla="*/ 39 h 224"/>
                <a:gd name="T44" fmla="*/ 82 w 310"/>
                <a:gd name="T45" fmla="*/ 35 h 224"/>
                <a:gd name="T46" fmla="*/ 68 w 310"/>
                <a:gd name="T47" fmla="*/ 36 h 224"/>
                <a:gd name="T48" fmla="*/ 121 w 310"/>
                <a:gd name="T49" fmla="*/ 19 h 224"/>
                <a:gd name="T50" fmla="*/ 163 w 310"/>
                <a:gd name="T51" fmla="*/ 14 h 224"/>
                <a:gd name="T52" fmla="*/ 147 w 310"/>
                <a:gd name="T53" fmla="*/ 4 h 224"/>
                <a:gd name="T54" fmla="*/ 191 w 310"/>
                <a:gd name="T55" fmla="*/ 3 h 224"/>
                <a:gd name="T56" fmla="*/ 191 w 310"/>
                <a:gd name="T57" fmla="*/ 2 h 224"/>
                <a:gd name="T58" fmla="*/ 214 w 310"/>
                <a:gd name="T59" fmla="*/ 11 h 224"/>
                <a:gd name="T60" fmla="*/ 241 w 310"/>
                <a:gd name="T61" fmla="*/ 19 h 224"/>
                <a:gd name="T62" fmla="*/ 305 w 310"/>
                <a:gd name="T63" fmla="*/ 41 h 224"/>
                <a:gd name="T64" fmla="*/ 364 w 310"/>
                <a:gd name="T65" fmla="*/ 112 h 224"/>
                <a:gd name="T66" fmla="*/ 374 w 310"/>
                <a:gd name="T67" fmla="*/ 156 h 224"/>
                <a:gd name="T68" fmla="*/ 377 w 310"/>
                <a:gd name="T69" fmla="*/ 197 h 224"/>
                <a:gd name="T70" fmla="*/ 376 w 310"/>
                <a:gd name="T71" fmla="*/ 240 h 224"/>
                <a:gd name="T72" fmla="*/ 369 w 310"/>
                <a:gd name="T73" fmla="*/ 267 h 224"/>
                <a:gd name="T74" fmla="*/ 364 w 310"/>
                <a:gd name="T75" fmla="*/ 253 h 224"/>
                <a:gd name="T76" fmla="*/ 358 w 310"/>
                <a:gd name="T77" fmla="*/ 230 h 224"/>
                <a:gd name="T78" fmla="*/ 356 w 310"/>
                <a:gd name="T79" fmla="*/ 233 h 224"/>
                <a:gd name="T80" fmla="*/ 353 w 310"/>
                <a:gd name="T81" fmla="*/ 207 h 224"/>
                <a:gd name="T82" fmla="*/ 346 w 310"/>
                <a:gd name="T83" fmla="*/ 218 h 224"/>
                <a:gd name="T84" fmla="*/ 346 w 310"/>
                <a:gd name="T85" fmla="*/ 184 h 224"/>
                <a:gd name="T86" fmla="*/ 335 w 310"/>
                <a:gd name="T87" fmla="*/ 163 h 224"/>
                <a:gd name="T88" fmla="*/ 336 w 310"/>
                <a:gd name="T89" fmla="*/ 171 h 224"/>
                <a:gd name="T90" fmla="*/ 320 w 310"/>
                <a:gd name="T91" fmla="*/ 152 h 224"/>
                <a:gd name="T92" fmla="*/ 300 w 310"/>
                <a:gd name="T93" fmla="*/ 139 h 224"/>
                <a:gd name="T94" fmla="*/ 302 w 310"/>
                <a:gd name="T95" fmla="*/ 149 h 224"/>
                <a:gd name="T96" fmla="*/ 274 w 310"/>
                <a:gd name="T97" fmla="*/ 132 h 224"/>
                <a:gd name="T98" fmla="*/ 251 w 310"/>
                <a:gd name="T99" fmla="*/ 123 h 224"/>
                <a:gd name="T100" fmla="*/ 256 w 310"/>
                <a:gd name="T101" fmla="*/ 132 h 224"/>
                <a:gd name="T102" fmla="*/ 232 w 310"/>
                <a:gd name="T103" fmla="*/ 120 h 224"/>
                <a:gd name="T104" fmla="*/ 209 w 310"/>
                <a:gd name="T105" fmla="*/ 112 h 224"/>
                <a:gd name="T106" fmla="*/ 200 w 310"/>
                <a:gd name="T107" fmla="*/ 105 h 224"/>
                <a:gd name="T108" fmla="*/ 205 w 310"/>
                <a:gd name="T109" fmla="*/ 114 h 224"/>
                <a:gd name="T110" fmla="*/ 179 w 310"/>
                <a:gd name="T111" fmla="*/ 105 h 224"/>
                <a:gd name="T112" fmla="*/ 186 w 310"/>
                <a:gd name="T113" fmla="*/ 120 h 224"/>
                <a:gd name="T114" fmla="*/ 163 w 310"/>
                <a:gd name="T115" fmla="*/ 107 h 224"/>
                <a:gd name="T116" fmla="*/ 148 w 310"/>
                <a:gd name="T117" fmla="*/ 96 h 224"/>
                <a:gd name="T118" fmla="*/ 140 w 310"/>
                <a:gd name="T119" fmla="*/ 91 h 224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310" h="224">
                  <a:moveTo>
                    <a:pt x="115" y="75"/>
                  </a:moveTo>
                  <a:cubicBezTo>
                    <a:pt x="113" y="84"/>
                    <a:pt x="113" y="90"/>
                    <a:pt x="106" y="97"/>
                  </a:cubicBezTo>
                  <a:cubicBezTo>
                    <a:pt x="102" y="101"/>
                    <a:pt x="98" y="105"/>
                    <a:pt x="94" y="107"/>
                  </a:cubicBezTo>
                  <a:cubicBezTo>
                    <a:pt x="94" y="101"/>
                    <a:pt x="99" y="93"/>
                    <a:pt x="97" y="86"/>
                  </a:cubicBezTo>
                  <a:cubicBezTo>
                    <a:pt x="93" y="95"/>
                    <a:pt x="87" y="105"/>
                    <a:pt x="77" y="109"/>
                  </a:cubicBezTo>
                  <a:cubicBezTo>
                    <a:pt x="80" y="105"/>
                    <a:pt x="84" y="101"/>
                    <a:pt x="85" y="96"/>
                  </a:cubicBezTo>
                  <a:cubicBezTo>
                    <a:pt x="80" y="102"/>
                    <a:pt x="75" y="109"/>
                    <a:pt x="70" y="114"/>
                  </a:cubicBezTo>
                  <a:cubicBezTo>
                    <a:pt x="64" y="120"/>
                    <a:pt x="58" y="124"/>
                    <a:pt x="52" y="129"/>
                  </a:cubicBezTo>
                  <a:cubicBezTo>
                    <a:pt x="53" y="125"/>
                    <a:pt x="55" y="121"/>
                    <a:pt x="57" y="117"/>
                  </a:cubicBezTo>
                  <a:cubicBezTo>
                    <a:pt x="51" y="120"/>
                    <a:pt x="44" y="133"/>
                    <a:pt x="40" y="139"/>
                  </a:cubicBezTo>
                  <a:cubicBezTo>
                    <a:pt x="34" y="149"/>
                    <a:pt x="31" y="160"/>
                    <a:pt x="26" y="170"/>
                  </a:cubicBezTo>
                  <a:cubicBezTo>
                    <a:pt x="28" y="166"/>
                    <a:pt x="30" y="158"/>
                    <a:pt x="34" y="155"/>
                  </a:cubicBezTo>
                  <a:cubicBezTo>
                    <a:pt x="28" y="177"/>
                    <a:pt x="10" y="201"/>
                    <a:pt x="13" y="224"/>
                  </a:cubicBezTo>
                  <a:cubicBezTo>
                    <a:pt x="12" y="219"/>
                    <a:pt x="12" y="215"/>
                    <a:pt x="10" y="210"/>
                  </a:cubicBezTo>
                  <a:cubicBezTo>
                    <a:pt x="9" y="205"/>
                    <a:pt x="7" y="200"/>
                    <a:pt x="6" y="195"/>
                  </a:cubicBezTo>
                  <a:cubicBezTo>
                    <a:pt x="4" y="180"/>
                    <a:pt x="4" y="165"/>
                    <a:pt x="2" y="150"/>
                  </a:cubicBezTo>
                  <a:cubicBezTo>
                    <a:pt x="0" y="136"/>
                    <a:pt x="5" y="121"/>
                    <a:pt x="11" y="108"/>
                  </a:cubicBezTo>
                  <a:cubicBezTo>
                    <a:pt x="15" y="100"/>
                    <a:pt x="21" y="92"/>
                    <a:pt x="25" y="84"/>
                  </a:cubicBezTo>
                  <a:cubicBezTo>
                    <a:pt x="22" y="88"/>
                    <a:pt x="17" y="90"/>
                    <a:pt x="13" y="93"/>
                  </a:cubicBezTo>
                  <a:cubicBezTo>
                    <a:pt x="17" y="89"/>
                    <a:pt x="20" y="81"/>
                    <a:pt x="22" y="76"/>
                  </a:cubicBezTo>
                  <a:cubicBezTo>
                    <a:pt x="27" y="66"/>
                    <a:pt x="31" y="57"/>
                    <a:pt x="38" y="48"/>
                  </a:cubicBezTo>
                  <a:cubicBezTo>
                    <a:pt x="43" y="42"/>
                    <a:pt x="50" y="36"/>
                    <a:pt x="58" y="33"/>
                  </a:cubicBezTo>
                  <a:cubicBezTo>
                    <a:pt x="60" y="32"/>
                    <a:pt x="64" y="29"/>
                    <a:pt x="67" y="29"/>
                  </a:cubicBezTo>
                  <a:cubicBezTo>
                    <a:pt x="63" y="29"/>
                    <a:pt x="59" y="30"/>
                    <a:pt x="56" y="30"/>
                  </a:cubicBezTo>
                  <a:cubicBezTo>
                    <a:pt x="67" y="22"/>
                    <a:pt x="85" y="16"/>
                    <a:pt x="99" y="16"/>
                  </a:cubicBezTo>
                  <a:cubicBezTo>
                    <a:pt x="112" y="16"/>
                    <a:pt x="121" y="13"/>
                    <a:pt x="134" y="11"/>
                  </a:cubicBezTo>
                  <a:cubicBezTo>
                    <a:pt x="134" y="11"/>
                    <a:pt x="129" y="4"/>
                    <a:pt x="121" y="4"/>
                  </a:cubicBezTo>
                  <a:cubicBezTo>
                    <a:pt x="121" y="4"/>
                    <a:pt x="144" y="0"/>
                    <a:pt x="157" y="3"/>
                  </a:cubicBezTo>
                  <a:cubicBezTo>
                    <a:pt x="158" y="3"/>
                    <a:pt x="156" y="2"/>
                    <a:pt x="157" y="2"/>
                  </a:cubicBezTo>
                  <a:cubicBezTo>
                    <a:pt x="163" y="5"/>
                    <a:pt x="169" y="6"/>
                    <a:pt x="175" y="8"/>
                  </a:cubicBezTo>
                  <a:cubicBezTo>
                    <a:pt x="183" y="10"/>
                    <a:pt x="191" y="13"/>
                    <a:pt x="199" y="16"/>
                  </a:cubicBezTo>
                  <a:cubicBezTo>
                    <a:pt x="217" y="23"/>
                    <a:pt x="235" y="25"/>
                    <a:pt x="251" y="34"/>
                  </a:cubicBezTo>
                  <a:cubicBezTo>
                    <a:pt x="274" y="48"/>
                    <a:pt x="290" y="67"/>
                    <a:pt x="299" y="92"/>
                  </a:cubicBezTo>
                  <a:cubicBezTo>
                    <a:pt x="303" y="104"/>
                    <a:pt x="304" y="116"/>
                    <a:pt x="307" y="128"/>
                  </a:cubicBezTo>
                  <a:cubicBezTo>
                    <a:pt x="309" y="140"/>
                    <a:pt x="309" y="150"/>
                    <a:pt x="310" y="162"/>
                  </a:cubicBezTo>
                  <a:cubicBezTo>
                    <a:pt x="310" y="174"/>
                    <a:pt x="310" y="186"/>
                    <a:pt x="309" y="198"/>
                  </a:cubicBezTo>
                  <a:cubicBezTo>
                    <a:pt x="303" y="219"/>
                    <a:pt x="303" y="219"/>
                    <a:pt x="303" y="219"/>
                  </a:cubicBezTo>
                  <a:cubicBezTo>
                    <a:pt x="303" y="213"/>
                    <a:pt x="300" y="212"/>
                    <a:pt x="299" y="208"/>
                  </a:cubicBezTo>
                  <a:cubicBezTo>
                    <a:pt x="296" y="202"/>
                    <a:pt x="298" y="194"/>
                    <a:pt x="294" y="189"/>
                  </a:cubicBezTo>
                  <a:cubicBezTo>
                    <a:pt x="294" y="190"/>
                    <a:pt x="293" y="191"/>
                    <a:pt x="292" y="191"/>
                  </a:cubicBezTo>
                  <a:cubicBezTo>
                    <a:pt x="290" y="185"/>
                    <a:pt x="292" y="177"/>
                    <a:pt x="290" y="171"/>
                  </a:cubicBezTo>
                  <a:cubicBezTo>
                    <a:pt x="288" y="173"/>
                    <a:pt x="286" y="176"/>
                    <a:pt x="284" y="179"/>
                  </a:cubicBezTo>
                  <a:cubicBezTo>
                    <a:pt x="281" y="172"/>
                    <a:pt x="285" y="159"/>
                    <a:pt x="284" y="151"/>
                  </a:cubicBezTo>
                  <a:cubicBezTo>
                    <a:pt x="283" y="146"/>
                    <a:pt x="280" y="137"/>
                    <a:pt x="275" y="134"/>
                  </a:cubicBezTo>
                  <a:cubicBezTo>
                    <a:pt x="275" y="137"/>
                    <a:pt x="276" y="139"/>
                    <a:pt x="276" y="141"/>
                  </a:cubicBezTo>
                  <a:cubicBezTo>
                    <a:pt x="272" y="136"/>
                    <a:pt x="269" y="129"/>
                    <a:pt x="263" y="125"/>
                  </a:cubicBezTo>
                  <a:cubicBezTo>
                    <a:pt x="258" y="121"/>
                    <a:pt x="250" y="119"/>
                    <a:pt x="246" y="114"/>
                  </a:cubicBezTo>
                  <a:cubicBezTo>
                    <a:pt x="246" y="117"/>
                    <a:pt x="248" y="120"/>
                    <a:pt x="248" y="123"/>
                  </a:cubicBezTo>
                  <a:cubicBezTo>
                    <a:pt x="240" y="117"/>
                    <a:pt x="235" y="112"/>
                    <a:pt x="226" y="109"/>
                  </a:cubicBezTo>
                  <a:cubicBezTo>
                    <a:pt x="219" y="106"/>
                    <a:pt x="212" y="104"/>
                    <a:pt x="206" y="101"/>
                  </a:cubicBezTo>
                  <a:cubicBezTo>
                    <a:pt x="208" y="104"/>
                    <a:pt x="209" y="107"/>
                    <a:pt x="211" y="109"/>
                  </a:cubicBezTo>
                  <a:cubicBezTo>
                    <a:pt x="204" y="106"/>
                    <a:pt x="198" y="100"/>
                    <a:pt x="190" y="98"/>
                  </a:cubicBezTo>
                  <a:cubicBezTo>
                    <a:pt x="184" y="96"/>
                    <a:pt x="178" y="96"/>
                    <a:pt x="172" y="92"/>
                  </a:cubicBezTo>
                  <a:cubicBezTo>
                    <a:pt x="169" y="90"/>
                    <a:pt x="166" y="88"/>
                    <a:pt x="164" y="86"/>
                  </a:cubicBezTo>
                  <a:cubicBezTo>
                    <a:pt x="165" y="89"/>
                    <a:pt x="169" y="92"/>
                    <a:pt x="169" y="94"/>
                  </a:cubicBezTo>
                  <a:cubicBezTo>
                    <a:pt x="161" y="95"/>
                    <a:pt x="154" y="90"/>
                    <a:pt x="147" y="86"/>
                  </a:cubicBezTo>
                  <a:cubicBezTo>
                    <a:pt x="149" y="90"/>
                    <a:pt x="151" y="94"/>
                    <a:pt x="153" y="98"/>
                  </a:cubicBezTo>
                  <a:cubicBezTo>
                    <a:pt x="146" y="96"/>
                    <a:pt x="140" y="92"/>
                    <a:pt x="134" y="88"/>
                  </a:cubicBezTo>
                  <a:cubicBezTo>
                    <a:pt x="130" y="85"/>
                    <a:pt x="126" y="81"/>
                    <a:pt x="122" y="79"/>
                  </a:cubicBezTo>
                  <a:lnTo>
                    <a:pt x="115" y="75"/>
                  </a:lnTo>
                  <a:close/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7402" name="Freeform 822">
              <a:extLst>
                <a:ext uri="{FF2B5EF4-FFF2-40B4-BE49-F238E27FC236}">
                  <a16:creationId xmlns:a16="http://schemas.microsoft.com/office/drawing/2014/main" id="{7EBE5016-010D-4BBF-B4F1-16D2FD976BB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9" y="751"/>
              <a:ext cx="166" cy="107"/>
            </a:xfrm>
            <a:custGeom>
              <a:avLst/>
              <a:gdLst>
                <a:gd name="T0" fmla="*/ 0 w 156"/>
                <a:gd name="T1" fmla="*/ 16 h 100"/>
                <a:gd name="T2" fmla="*/ 35 w 156"/>
                <a:gd name="T3" fmla="*/ 46 h 100"/>
                <a:gd name="T4" fmla="*/ 24 w 156"/>
                <a:gd name="T5" fmla="*/ 33 h 100"/>
                <a:gd name="T6" fmla="*/ 42 w 156"/>
                <a:gd name="T7" fmla="*/ 45 h 100"/>
                <a:gd name="T8" fmla="*/ 38 w 156"/>
                <a:gd name="T9" fmla="*/ 36 h 100"/>
                <a:gd name="T10" fmla="*/ 67 w 156"/>
                <a:gd name="T11" fmla="*/ 52 h 100"/>
                <a:gd name="T12" fmla="*/ 57 w 156"/>
                <a:gd name="T13" fmla="*/ 36 h 100"/>
                <a:gd name="T14" fmla="*/ 107 w 156"/>
                <a:gd name="T15" fmla="*/ 66 h 100"/>
                <a:gd name="T16" fmla="*/ 90 w 156"/>
                <a:gd name="T17" fmla="*/ 42 h 100"/>
                <a:gd name="T18" fmla="*/ 128 w 156"/>
                <a:gd name="T19" fmla="*/ 67 h 100"/>
                <a:gd name="T20" fmla="*/ 119 w 156"/>
                <a:gd name="T21" fmla="*/ 54 h 100"/>
                <a:gd name="T22" fmla="*/ 144 w 156"/>
                <a:gd name="T23" fmla="*/ 72 h 100"/>
                <a:gd name="T24" fmla="*/ 137 w 156"/>
                <a:gd name="T25" fmla="*/ 62 h 100"/>
                <a:gd name="T26" fmla="*/ 155 w 156"/>
                <a:gd name="T27" fmla="*/ 80 h 100"/>
                <a:gd name="T28" fmla="*/ 152 w 156"/>
                <a:gd name="T29" fmla="*/ 68 h 100"/>
                <a:gd name="T30" fmla="*/ 188 w 156"/>
                <a:gd name="T31" fmla="*/ 122 h 100"/>
                <a:gd name="T32" fmla="*/ 173 w 156"/>
                <a:gd name="T33" fmla="*/ 88 h 100"/>
                <a:gd name="T34" fmla="*/ 162 w 156"/>
                <a:gd name="T35" fmla="*/ 55 h 100"/>
                <a:gd name="T36" fmla="*/ 188 w 156"/>
                <a:gd name="T37" fmla="*/ 97 h 100"/>
                <a:gd name="T38" fmla="*/ 119 w 156"/>
                <a:gd name="T39" fmla="*/ 1 h 100"/>
                <a:gd name="T40" fmla="*/ 145 w 156"/>
                <a:gd name="T41" fmla="*/ 35 h 100"/>
                <a:gd name="T42" fmla="*/ 129 w 156"/>
                <a:gd name="T43" fmla="*/ 24 h 100"/>
                <a:gd name="T44" fmla="*/ 133 w 156"/>
                <a:gd name="T45" fmla="*/ 32 h 100"/>
                <a:gd name="T46" fmla="*/ 123 w 156"/>
                <a:gd name="T47" fmla="*/ 24 h 100"/>
                <a:gd name="T48" fmla="*/ 127 w 156"/>
                <a:gd name="T49" fmla="*/ 33 h 100"/>
                <a:gd name="T50" fmla="*/ 104 w 156"/>
                <a:gd name="T51" fmla="*/ 19 h 100"/>
                <a:gd name="T52" fmla="*/ 109 w 156"/>
                <a:gd name="T53" fmla="*/ 36 h 100"/>
                <a:gd name="T54" fmla="*/ 102 w 156"/>
                <a:gd name="T55" fmla="*/ 31 h 100"/>
                <a:gd name="T56" fmla="*/ 110 w 156"/>
                <a:gd name="T57" fmla="*/ 40 h 100"/>
                <a:gd name="T58" fmla="*/ 54 w 156"/>
                <a:gd name="T59" fmla="*/ 0 h 100"/>
                <a:gd name="T60" fmla="*/ 77 w 156"/>
                <a:gd name="T61" fmla="*/ 37 h 100"/>
                <a:gd name="T62" fmla="*/ 54 w 156"/>
                <a:gd name="T63" fmla="*/ 22 h 100"/>
                <a:gd name="T64" fmla="*/ 57 w 156"/>
                <a:gd name="T65" fmla="*/ 34 h 100"/>
                <a:gd name="T66" fmla="*/ 39 w 156"/>
                <a:gd name="T67" fmla="*/ 24 h 100"/>
                <a:gd name="T68" fmla="*/ 38 w 156"/>
                <a:gd name="T69" fmla="*/ 30 h 100"/>
                <a:gd name="T70" fmla="*/ 1 w 156"/>
                <a:gd name="T71" fmla="*/ 14 h 100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156" h="100">
                  <a:moveTo>
                    <a:pt x="0" y="13"/>
                  </a:moveTo>
                  <a:cubicBezTo>
                    <a:pt x="5" y="23"/>
                    <a:pt x="19" y="33"/>
                    <a:pt x="29" y="37"/>
                  </a:cubicBezTo>
                  <a:cubicBezTo>
                    <a:pt x="25" y="35"/>
                    <a:pt x="21" y="31"/>
                    <a:pt x="21" y="27"/>
                  </a:cubicBezTo>
                  <a:cubicBezTo>
                    <a:pt x="26" y="29"/>
                    <a:pt x="29" y="35"/>
                    <a:pt x="35" y="36"/>
                  </a:cubicBezTo>
                  <a:cubicBezTo>
                    <a:pt x="34" y="35"/>
                    <a:pt x="33" y="32"/>
                    <a:pt x="32" y="30"/>
                  </a:cubicBezTo>
                  <a:cubicBezTo>
                    <a:pt x="39" y="35"/>
                    <a:pt x="46" y="41"/>
                    <a:pt x="55" y="43"/>
                  </a:cubicBezTo>
                  <a:cubicBezTo>
                    <a:pt x="52" y="39"/>
                    <a:pt x="49" y="35"/>
                    <a:pt x="48" y="30"/>
                  </a:cubicBezTo>
                  <a:cubicBezTo>
                    <a:pt x="57" y="41"/>
                    <a:pt x="76" y="47"/>
                    <a:pt x="89" y="54"/>
                  </a:cubicBezTo>
                  <a:cubicBezTo>
                    <a:pt x="83" y="48"/>
                    <a:pt x="82" y="40"/>
                    <a:pt x="75" y="34"/>
                  </a:cubicBezTo>
                  <a:cubicBezTo>
                    <a:pt x="85" y="42"/>
                    <a:pt x="96" y="49"/>
                    <a:pt x="106" y="55"/>
                  </a:cubicBezTo>
                  <a:cubicBezTo>
                    <a:pt x="102" y="52"/>
                    <a:pt x="99" y="48"/>
                    <a:pt x="99" y="44"/>
                  </a:cubicBezTo>
                  <a:cubicBezTo>
                    <a:pt x="106" y="47"/>
                    <a:pt x="113" y="54"/>
                    <a:pt x="119" y="59"/>
                  </a:cubicBezTo>
                  <a:cubicBezTo>
                    <a:pt x="117" y="57"/>
                    <a:pt x="115" y="53"/>
                    <a:pt x="114" y="50"/>
                  </a:cubicBezTo>
                  <a:cubicBezTo>
                    <a:pt x="119" y="54"/>
                    <a:pt x="124" y="60"/>
                    <a:pt x="129" y="65"/>
                  </a:cubicBezTo>
                  <a:cubicBezTo>
                    <a:pt x="127" y="62"/>
                    <a:pt x="127" y="59"/>
                    <a:pt x="126" y="56"/>
                  </a:cubicBezTo>
                  <a:cubicBezTo>
                    <a:pt x="140" y="64"/>
                    <a:pt x="154" y="85"/>
                    <a:pt x="156" y="100"/>
                  </a:cubicBezTo>
                  <a:cubicBezTo>
                    <a:pt x="151" y="91"/>
                    <a:pt x="148" y="81"/>
                    <a:pt x="144" y="72"/>
                  </a:cubicBezTo>
                  <a:cubicBezTo>
                    <a:pt x="141" y="64"/>
                    <a:pt x="134" y="53"/>
                    <a:pt x="134" y="45"/>
                  </a:cubicBezTo>
                  <a:cubicBezTo>
                    <a:pt x="143" y="55"/>
                    <a:pt x="152" y="66"/>
                    <a:pt x="156" y="79"/>
                  </a:cubicBezTo>
                  <a:cubicBezTo>
                    <a:pt x="142" y="49"/>
                    <a:pt x="130" y="18"/>
                    <a:pt x="99" y="1"/>
                  </a:cubicBezTo>
                  <a:cubicBezTo>
                    <a:pt x="108" y="8"/>
                    <a:pt x="116" y="18"/>
                    <a:pt x="120" y="29"/>
                  </a:cubicBezTo>
                  <a:cubicBezTo>
                    <a:pt x="116" y="25"/>
                    <a:pt x="112" y="21"/>
                    <a:pt x="107" y="20"/>
                  </a:cubicBezTo>
                  <a:cubicBezTo>
                    <a:pt x="108" y="21"/>
                    <a:pt x="109" y="25"/>
                    <a:pt x="110" y="26"/>
                  </a:cubicBezTo>
                  <a:cubicBezTo>
                    <a:pt x="108" y="23"/>
                    <a:pt x="105" y="21"/>
                    <a:pt x="102" y="20"/>
                  </a:cubicBezTo>
                  <a:cubicBezTo>
                    <a:pt x="103" y="22"/>
                    <a:pt x="103" y="25"/>
                    <a:pt x="105" y="27"/>
                  </a:cubicBezTo>
                  <a:cubicBezTo>
                    <a:pt x="97" y="25"/>
                    <a:pt x="92" y="19"/>
                    <a:pt x="86" y="16"/>
                  </a:cubicBezTo>
                  <a:cubicBezTo>
                    <a:pt x="86" y="21"/>
                    <a:pt x="88" y="26"/>
                    <a:pt x="90" y="30"/>
                  </a:cubicBezTo>
                  <a:cubicBezTo>
                    <a:pt x="88" y="28"/>
                    <a:pt x="86" y="27"/>
                    <a:pt x="85" y="25"/>
                  </a:cubicBezTo>
                  <a:cubicBezTo>
                    <a:pt x="86" y="26"/>
                    <a:pt x="89" y="30"/>
                    <a:pt x="91" y="33"/>
                  </a:cubicBezTo>
                  <a:cubicBezTo>
                    <a:pt x="73" y="24"/>
                    <a:pt x="60" y="13"/>
                    <a:pt x="45" y="0"/>
                  </a:cubicBezTo>
                  <a:cubicBezTo>
                    <a:pt x="43" y="9"/>
                    <a:pt x="55" y="27"/>
                    <a:pt x="64" y="31"/>
                  </a:cubicBezTo>
                  <a:cubicBezTo>
                    <a:pt x="59" y="26"/>
                    <a:pt x="50" y="25"/>
                    <a:pt x="45" y="19"/>
                  </a:cubicBezTo>
                  <a:cubicBezTo>
                    <a:pt x="47" y="22"/>
                    <a:pt x="48" y="25"/>
                    <a:pt x="48" y="28"/>
                  </a:cubicBezTo>
                  <a:cubicBezTo>
                    <a:pt x="44" y="25"/>
                    <a:pt x="38" y="21"/>
                    <a:pt x="33" y="20"/>
                  </a:cubicBezTo>
                  <a:cubicBezTo>
                    <a:pt x="33" y="21"/>
                    <a:pt x="32" y="23"/>
                    <a:pt x="32" y="24"/>
                  </a:cubicBezTo>
                  <a:cubicBezTo>
                    <a:pt x="26" y="18"/>
                    <a:pt x="2" y="16"/>
                    <a:pt x="1" y="11"/>
                  </a:cubicBezTo>
                </a:path>
              </a:pathLst>
            </a:custGeom>
            <a:solidFill>
              <a:srgbClr val="9528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7403" name="Freeform 823">
              <a:extLst>
                <a:ext uri="{FF2B5EF4-FFF2-40B4-BE49-F238E27FC236}">
                  <a16:creationId xmlns:a16="http://schemas.microsoft.com/office/drawing/2014/main" id="{91DE10F6-FAA9-48FF-96DA-F110FDED5D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0" y="762"/>
              <a:ext cx="85" cy="94"/>
            </a:xfrm>
            <a:custGeom>
              <a:avLst/>
              <a:gdLst>
                <a:gd name="T0" fmla="*/ 96 w 80"/>
                <a:gd name="T1" fmla="*/ 0 h 88"/>
                <a:gd name="T2" fmla="*/ 73 w 80"/>
                <a:gd name="T3" fmla="*/ 38 h 88"/>
                <a:gd name="T4" fmla="*/ 77 w 80"/>
                <a:gd name="T5" fmla="*/ 19 h 88"/>
                <a:gd name="T6" fmla="*/ 53 w 80"/>
                <a:gd name="T7" fmla="*/ 52 h 88"/>
                <a:gd name="T8" fmla="*/ 56 w 80"/>
                <a:gd name="T9" fmla="*/ 37 h 88"/>
                <a:gd name="T10" fmla="*/ 41 w 80"/>
                <a:gd name="T11" fmla="*/ 66 h 88"/>
                <a:gd name="T12" fmla="*/ 46 w 80"/>
                <a:gd name="T13" fmla="*/ 48 h 88"/>
                <a:gd name="T14" fmla="*/ 12 w 80"/>
                <a:gd name="T15" fmla="*/ 107 h 88"/>
                <a:gd name="T16" fmla="*/ 18 w 80"/>
                <a:gd name="T17" fmla="*/ 79 h 88"/>
                <a:gd name="T18" fmla="*/ 4 w 80"/>
                <a:gd name="T19" fmla="*/ 100 h 88"/>
                <a:gd name="T20" fmla="*/ 4 w 80"/>
                <a:gd name="T21" fmla="*/ 96 h 88"/>
                <a:gd name="T22" fmla="*/ 0 w 80"/>
                <a:gd name="T23" fmla="*/ 104 h 88"/>
                <a:gd name="T24" fmla="*/ 15 w 80"/>
                <a:gd name="T25" fmla="*/ 66 h 88"/>
                <a:gd name="T26" fmla="*/ 4 w 80"/>
                <a:gd name="T27" fmla="*/ 83 h 88"/>
                <a:gd name="T28" fmla="*/ 16 w 80"/>
                <a:gd name="T29" fmla="*/ 56 h 88"/>
                <a:gd name="T30" fmla="*/ 5 w 80"/>
                <a:gd name="T31" fmla="*/ 65 h 88"/>
                <a:gd name="T32" fmla="*/ 34 w 80"/>
                <a:gd name="T33" fmla="*/ 7 h 88"/>
                <a:gd name="T34" fmla="*/ 23 w 80"/>
                <a:gd name="T35" fmla="*/ 52 h 88"/>
                <a:gd name="T36" fmla="*/ 32 w 80"/>
                <a:gd name="T37" fmla="*/ 38 h 88"/>
                <a:gd name="T38" fmla="*/ 20 w 80"/>
                <a:gd name="T39" fmla="*/ 67 h 88"/>
                <a:gd name="T40" fmla="*/ 31 w 80"/>
                <a:gd name="T41" fmla="*/ 52 h 88"/>
                <a:gd name="T42" fmla="*/ 28 w 80"/>
                <a:gd name="T43" fmla="*/ 65 h 88"/>
                <a:gd name="T44" fmla="*/ 53 w 80"/>
                <a:gd name="T45" fmla="*/ 21 h 88"/>
                <a:gd name="T46" fmla="*/ 50 w 80"/>
                <a:gd name="T47" fmla="*/ 34 h 88"/>
                <a:gd name="T48" fmla="*/ 64 w 80"/>
                <a:gd name="T49" fmla="*/ 7 h 88"/>
                <a:gd name="T50" fmla="*/ 64 w 80"/>
                <a:gd name="T51" fmla="*/ 20 h 88"/>
                <a:gd name="T52" fmla="*/ 78 w 80"/>
                <a:gd name="T53" fmla="*/ 5 h 88"/>
                <a:gd name="T54" fmla="*/ 79 w 80"/>
                <a:gd name="T55" fmla="*/ 13 h 88"/>
                <a:gd name="T56" fmla="*/ 96 w 80"/>
                <a:gd name="T57" fmla="*/ 0 h 88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80" h="88">
                  <a:moveTo>
                    <a:pt x="80" y="0"/>
                  </a:moveTo>
                  <a:cubicBezTo>
                    <a:pt x="73" y="10"/>
                    <a:pt x="64" y="19"/>
                    <a:pt x="61" y="32"/>
                  </a:cubicBezTo>
                  <a:cubicBezTo>
                    <a:pt x="61" y="27"/>
                    <a:pt x="62" y="21"/>
                    <a:pt x="64" y="16"/>
                  </a:cubicBezTo>
                  <a:cubicBezTo>
                    <a:pt x="56" y="23"/>
                    <a:pt x="48" y="33"/>
                    <a:pt x="44" y="43"/>
                  </a:cubicBezTo>
                  <a:cubicBezTo>
                    <a:pt x="44" y="39"/>
                    <a:pt x="46" y="35"/>
                    <a:pt x="47" y="31"/>
                  </a:cubicBezTo>
                  <a:cubicBezTo>
                    <a:pt x="41" y="37"/>
                    <a:pt x="38" y="46"/>
                    <a:pt x="35" y="54"/>
                  </a:cubicBezTo>
                  <a:cubicBezTo>
                    <a:pt x="35" y="49"/>
                    <a:pt x="37" y="44"/>
                    <a:pt x="38" y="39"/>
                  </a:cubicBezTo>
                  <a:cubicBezTo>
                    <a:pt x="34" y="54"/>
                    <a:pt x="16" y="72"/>
                    <a:pt x="9" y="88"/>
                  </a:cubicBezTo>
                  <a:cubicBezTo>
                    <a:pt x="12" y="81"/>
                    <a:pt x="15" y="72"/>
                    <a:pt x="15" y="65"/>
                  </a:cubicBezTo>
                  <a:cubicBezTo>
                    <a:pt x="11" y="71"/>
                    <a:pt x="8" y="77"/>
                    <a:pt x="4" y="82"/>
                  </a:cubicBezTo>
                  <a:cubicBezTo>
                    <a:pt x="4" y="81"/>
                    <a:pt x="4" y="80"/>
                    <a:pt x="4" y="79"/>
                  </a:cubicBezTo>
                  <a:cubicBezTo>
                    <a:pt x="3" y="81"/>
                    <a:pt x="1" y="83"/>
                    <a:pt x="0" y="85"/>
                  </a:cubicBezTo>
                  <a:cubicBezTo>
                    <a:pt x="1" y="75"/>
                    <a:pt x="9" y="64"/>
                    <a:pt x="12" y="54"/>
                  </a:cubicBezTo>
                  <a:cubicBezTo>
                    <a:pt x="9" y="58"/>
                    <a:pt x="7" y="63"/>
                    <a:pt x="4" y="68"/>
                  </a:cubicBezTo>
                  <a:cubicBezTo>
                    <a:pt x="6" y="60"/>
                    <a:pt x="12" y="53"/>
                    <a:pt x="13" y="46"/>
                  </a:cubicBezTo>
                  <a:cubicBezTo>
                    <a:pt x="11" y="48"/>
                    <a:pt x="8" y="50"/>
                    <a:pt x="5" y="53"/>
                  </a:cubicBezTo>
                  <a:cubicBezTo>
                    <a:pt x="14" y="40"/>
                    <a:pt x="20" y="20"/>
                    <a:pt x="28" y="7"/>
                  </a:cubicBezTo>
                  <a:cubicBezTo>
                    <a:pt x="27" y="19"/>
                    <a:pt x="23" y="33"/>
                    <a:pt x="20" y="43"/>
                  </a:cubicBezTo>
                  <a:cubicBezTo>
                    <a:pt x="21" y="39"/>
                    <a:pt x="24" y="35"/>
                    <a:pt x="26" y="32"/>
                  </a:cubicBezTo>
                  <a:cubicBezTo>
                    <a:pt x="21" y="39"/>
                    <a:pt x="19" y="47"/>
                    <a:pt x="17" y="55"/>
                  </a:cubicBezTo>
                  <a:cubicBezTo>
                    <a:pt x="21" y="52"/>
                    <a:pt x="22" y="47"/>
                    <a:pt x="25" y="43"/>
                  </a:cubicBezTo>
                  <a:cubicBezTo>
                    <a:pt x="24" y="47"/>
                    <a:pt x="24" y="50"/>
                    <a:pt x="23" y="53"/>
                  </a:cubicBezTo>
                  <a:cubicBezTo>
                    <a:pt x="30" y="41"/>
                    <a:pt x="39" y="30"/>
                    <a:pt x="44" y="18"/>
                  </a:cubicBezTo>
                  <a:cubicBezTo>
                    <a:pt x="44" y="22"/>
                    <a:pt x="43" y="25"/>
                    <a:pt x="41" y="28"/>
                  </a:cubicBezTo>
                  <a:cubicBezTo>
                    <a:pt x="44" y="21"/>
                    <a:pt x="48" y="13"/>
                    <a:pt x="53" y="7"/>
                  </a:cubicBezTo>
                  <a:cubicBezTo>
                    <a:pt x="52" y="11"/>
                    <a:pt x="53" y="14"/>
                    <a:pt x="53" y="17"/>
                  </a:cubicBezTo>
                  <a:cubicBezTo>
                    <a:pt x="58" y="15"/>
                    <a:pt x="60" y="7"/>
                    <a:pt x="65" y="5"/>
                  </a:cubicBezTo>
                  <a:cubicBezTo>
                    <a:pt x="65" y="7"/>
                    <a:pt x="66" y="9"/>
                    <a:pt x="66" y="10"/>
                  </a:cubicBezTo>
                  <a:cubicBezTo>
                    <a:pt x="70" y="8"/>
                    <a:pt x="76" y="3"/>
                    <a:pt x="80" y="0"/>
                  </a:cubicBezTo>
                </a:path>
              </a:pathLst>
            </a:custGeom>
            <a:solidFill>
              <a:srgbClr val="9528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</p:grpSp>
      <p:grpSp>
        <p:nvGrpSpPr>
          <p:cNvPr id="47108" name="obesity-torso-skin-folds-illustration">
            <a:extLst>
              <a:ext uri="{FF2B5EF4-FFF2-40B4-BE49-F238E27FC236}">
                <a16:creationId xmlns:a16="http://schemas.microsoft.com/office/drawing/2014/main" id="{A5778D31-39C5-417D-9D0C-37DB6F997C71}"/>
              </a:ext>
            </a:extLst>
          </p:cNvPr>
          <p:cNvGrpSpPr>
            <a:grpSpLocks/>
          </p:cNvGrpSpPr>
          <p:nvPr/>
        </p:nvGrpSpPr>
        <p:grpSpPr bwMode="auto">
          <a:xfrm>
            <a:off x="6861175" y="2039938"/>
            <a:ext cx="2547938" cy="3203575"/>
            <a:chOff x="3362" y="1274"/>
            <a:chExt cx="1605" cy="2018"/>
          </a:xfrm>
        </p:grpSpPr>
        <p:sp>
          <p:nvSpPr>
            <p:cNvPr id="47185" name="Freeform 825">
              <a:extLst>
                <a:ext uri="{FF2B5EF4-FFF2-40B4-BE49-F238E27FC236}">
                  <a16:creationId xmlns:a16="http://schemas.microsoft.com/office/drawing/2014/main" id="{1BE3B539-79D9-465A-A70A-ADC2E14379D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2" y="1274"/>
              <a:ext cx="1605" cy="2018"/>
            </a:xfrm>
            <a:custGeom>
              <a:avLst/>
              <a:gdLst>
                <a:gd name="T0" fmla="*/ 1043 w 1409"/>
                <a:gd name="T1" fmla="*/ 327 h 1772"/>
                <a:gd name="T2" fmla="*/ 1300 w 1409"/>
                <a:gd name="T3" fmla="*/ 0 h 1772"/>
                <a:gd name="T4" fmla="*/ 1717 w 1409"/>
                <a:gd name="T5" fmla="*/ 116 h 1772"/>
                <a:gd name="T6" fmla="*/ 1672 w 1409"/>
                <a:gd name="T7" fmla="*/ 616 h 1772"/>
                <a:gd name="T8" fmla="*/ 1703 w 1409"/>
                <a:gd name="T9" fmla="*/ 788 h 1772"/>
                <a:gd name="T10" fmla="*/ 1771 w 1409"/>
                <a:gd name="T11" fmla="*/ 935 h 1772"/>
                <a:gd name="T12" fmla="*/ 1878 w 1409"/>
                <a:gd name="T13" fmla="*/ 1212 h 1772"/>
                <a:gd name="T14" fmla="*/ 2022 w 1409"/>
                <a:gd name="T15" fmla="*/ 1728 h 1772"/>
                <a:gd name="T16" fmla="*/ 2008 w 1409"/>
                <a:gd name="T17" fmla="*/ 2524 h 1772"/>
                <a:gd name="T18" fmla="*/ 1091 w 1409"/>
                <a:gd name="T19" fmla="*/ 2617 h 1772"/>
                <a:gd name="T20" fmla="*/ 976 w 1409"/>
                <a:gd name="T21" fmla="*/ 2617 h 1772"/>
                <a:gd name="T22" fmla="*/ 72 w 1409"/>
                <a:gd name="T23" fmla="*/ 2524 h 1772"/>
                <a:gd name="T24" fmla="*/ 59 w 1409"/>
                <a:gd name="T25" fmla="*/ 1728 h 1772"/>
                <a:gd name="T26" fmla="*/ 202 w 1409"/>
                <a:gd name="T27" fmla="*/ 1212 h 1772"/>
                <a:gd name="T28" fmla="*/ 310 w 1409"/>
                <a:gd name="T29" fmla="*/ 935 h 1772"/>
                <a:gd name="T30" fmla="*/ 379 w 1409"/>
                <a:gd name="T31" fmla="*/ 788 h 1772"/>
                <a:gd name="T32" fmla="*/ 407 w 1409"/>
                <a:gd name="T33" fmla="*/ 616 h 1772"/>
                <a:gd name="T34" fmla="*/ 365 w 1409"/>
                <a:gd name="T35" fmla="*/ 116 h 1772"/>
                <a:gd name="T36" fmla="*/ 780 w 1409"/>
                <a:gd name="T37" fmla="*/ 0 h 1772"/>
                <a:gd name="T38" fmla="*/ 1037 w 1409"/>
                <a:gd name="T39" fmla="*/ 327 h 1772"/>
                <a:gd name="T40" fmla="*/ 1043 w 1409"/>
                <a:gd name="T41" fmla="*/ 327 h 1772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409" h="1772">
                  <a:moveTo>
                    <a:pt x="706" y="221"/>
                  </a:moveTo>
                  <a:cubicBezTo>
                    <a:pt x="880" y="0"/>
                    <a:pt x="880" y="0"/>
                    <a:pt x="880" y="0"/>
                  </a:cubicBezTo>
                  <a:cubicBezTo>
                    <a:pt x="880" y="0"/>
                    <a:pt x="1078" y="14"/>
                    <a:pt x="1161" y="79"/>
                  </a:cubicBezTo>
                  <a:cubicBezTo>
                    <a:pt x="1132" y="417"/>
                    <a:pt x="1132" y="417"/>
                    <a:pt x="1132" y="417"/>
                  </a:cubicBezTo>
                  <a:cubicBezTo>
                    <a:pt x="1132" y="417"/>
                    <a:pt x="1155" y="480"/>
                    <a:pt x="1152" y="534"/>
                  </a:cubicBezTo>
                  <a:cubicBezTo>
                    <a:pt x="1152" y="534"/>
                    <a:pt x="1195" y="587"/>
                    <a:pt x="1198" y="633"/>
                  </a:cubicBezTo>
                  <a:cubicBezTo>
                    <a:pt x="1200" y="679"/>
                    <a:pt x="1274" y="698"/>
                    <a:pt x="1271" y="820"/>
                  </a:cubicBezTo>
                  <a:cubicBezTo>
                    <a:pt x="1271" y="820"/>
                    <a:pt x="1362" y="909"/>
                    <a:pt x="1368" y="1170"/>
                  </a:cubicBezTo>
                  <a:cubicBezTo>
                    <a:pt x="1374" y="1431"/>
                    <a:pt x="1359" y="1709"/>
                    <a:pt x="1359" y="1709"/>
                  </a:cubicBezTo>
                  <a:cubicBezTo>
                    <a:pt x="1359" y="1709"/>
                    <a:pt x="1409" y="1769"/>
                    <a:pt x="738" y="1772"/>
                  </a:cubicBezTo>
                  <a:cubicBezTo>
                    <a:pt x="660" y="1772"/>
                    <a:pt x="660" y="1772"/>
                    <a:pt x="660" y="1772"/>
                  </a:cubicBezTo>
                  <a:cubicBezTo>
                    <a:pt x="0" y="1769"/>
                    <a:pt x="48" y="1709"/>
                    <a:pt x="48" y="1709"/>
                  </a:cubicBezTo>
                  <a:cubicBezTo>
                    <a:pt x="48" y="1709"/>
                    <a:pt x="34" y="1431"/>
                    <a:pt x="40" y="1170"/>
                  </a:cubicBezTo>
                  <a:cubicBezTo>
                    <a:pt x="45" y="909"/>
                    <a:pt x="136" y="820"/>
                    <a:pt x="136" y="820"/>
                  </a:cubicBezTo>
                  <a:cubicBezTo>
                    <a:pt x="133" y="698"/>
                    <a:pt x="208" y="679"/>
                    <a:pt x="210" y="633"/>
                  </a:cubicBezTo>
                  <a:cubicBezTo>
                    <a:pt x="212" y="587"/>
                    <a:pt x="256" y="534"/>
                    <a:pt x="256" y="534"/>
                  </a:cubicBezTo>
                  <a:cubicBezTo>
                    <a:pt x="253" y="480"/>
                    <a:pt x="275" y="417"/>
                    <a:pt x="275" y="417"/>
                  </a:cubicBezTo>
                  <a:cubicBezTo>
                    <a:pt x="247" y="79"/>
                    <a:pt x="247" y="79"/>
                    <a:pt x="247" y="79"/>
                  </a:cubicBezTo>
                  <a:cubicBezTo>
                    <a:pt x="329" y="14"/>
                    <a:pt x="528" y="0"/>
                    <a:pt x="528" y="0"/>
                  </a:cubicBezTo>
                  <a:cubicBezTo>
                    <a:pt x="701" y="221"/>
                    <a:pt x="701" y="221"/>
                    <a:pt x="701" y="221"/>
                  </a:cubicBezTo>
                  <a:lnTo>
                    <a:pt x="706" y="221"/>
                  </a:lnTo>
                  <a:close/>
                </a:path>
              </a:pathLst>
            </a:custGeom>
            <a:solidFill>
              <a:srgbClr val="F39F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7186" name="Freeform 826">
              <a:extLst>
                <a:ext uri="{FF2B5EF4-FFF2-40B4-BE49-F238E27FC236}">
                  <a16:creationId xmlns:a16="http://schemas.microsoft.com/office/drawing/2014/main" id="{ECF540E9-DF2C-4717-9E41-2F1F0ECA77A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9" y="1300"/>
              <a:ext cx="818" cy="1992"/>
            </a:xfrm>
            <a:custGeom>
              <a:avLst/>
              <a:gdLst>
                <a:gd name="T0" fmla="*/ 1000 w 718"/>
                <a:gd name="T1" fmla="*/ 1694 h 1749"/>
                <a:gd name="T2" fmla="*/ 858 w 718"/>
                <a:gd name="T3" fmla="*/ 1178 h 1749"/>
                <a:gd name="T4" fmla="*/ 751 w 718"/>
                <a:gd name="T5" fmla="*/ 902 h 1749"/>
                <a:gd name="T6" fmla="*/ 681 w 718"/>
                <a:gd name="T7" fmla="*/ 755 h 1749"/>
                <a:gd name="T8" fmla="*/ 652 w 718"/>
                <a:gd name="T9" fmla="*/ 582 h 1749"/>
                <a:gd name="T10" fmla="*/ 695 w 718"/>
                <a:gd name="T11" fmla="*/ 83 h 1749"/>
                <a:gd name="T12" fmla="*/ 492 w 718"/>
                <a:gd name="T13" fmla="*/ 0 h 1749"/>
                <a:gd name="T14" fmla="*/ 492 w 718"/>
                <a:gd name="T15" fmla="*/ 0 h 1749"/>
                <a:gd name="T16" fmla="*/ 617 w 718"/>
                <a:gd name="T17" fmla="*/ 83 h 1749"/>
                <a:gd name="T18" fmla="*/ 641 w 718"/>
                <a:gd name="T19" fmla="*/ 587 h 1749"/>
                <a:gd name="T20" fmla="*/ 672 w 718"/>
                <a:gd name="T21" fmla="*/ 902 h 1749"/>
                <a:gd name="T22" fmla="*/ 782 w 718"/>
                <a:gd name="T23" fmla="*/ 1178 h 1749"/>
                <a:gd name="T24" fmla="*/ 981 w 718"/>
                <a:gd name="T25" fmla="*/ 1690 h 1749"/>
                <a:gd name="T26" fmla="*/ 911 w 718"/>
                <a:gd name="T27" fmla="*/ 2491 h 1749"/>
                <a:gd name="T28" fmla="*/ 0 w 718"/>
                <a:gd name="T29" fmla="*/ 2584 h 1749"/>
                <a:gd name="T30" fmla="*/ 71 w 718"/>
                <a:gd name="T31" fmla="*/ 2584 h 1749"/>
                <a:gd name="T32" fmla="*/ 988 w 718"/>
                <a:gd name="T33" fmla="*/ 2491 h 1749"/>
                <a:gd name="T34" fmla="*/ 1000 w 718"/>
                <a:gd name="T35" fmla="*/ 1694 h 1749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718" h="1749">
                  <a:moveTo>
                    <a:pt x="677" y="1147"/>
                  </a:moveTo>
                  <a:cubicBezTo>
                    <a:pt x="671" y="886"/>
                    <a:pt x="580" y="797"/>
                    <a:pt x="580" y="797"/>
                  </a:cubicBezTo>
                  <a:cubicBezTo>
                    <a:pt x="583" y="675"/>
                    <a:pt x="509" y="656"/>
                    <a:pt x="507" y="610"/>
                  </a:cubicBezTo>
                  <a:cubicBezTo>
                    <a:pt x="504" y="564"/>
                    <a:pt x="461" y="511"/>
                    <a:pt x="461" y="511"/>
                  </a:cubicBezTo>
                  <a:cubicBezTo>
                    <a:pt x="464" y="457"/>
                    <a:pt x="441" y="394"/>
                    <a:pt x="441" y="394"/>
                  </a:cubicBezTo>
                  <a:cubicBezTo>
                    <a:pt x="470" y="56"/>
                    <a:pt x="470" y="56"/>
                    <a:pt x="470" y="56"/>
                  </a:cubicBezTo>
                  <a:cubicBezTo>
                    <a:pt x="385" y="5"/>
                    <a:pt x="333" y="0"/>
                    <a:pt x="333" y="0"/>
                  </a:cubicBezTo>
                  <a:cubicBezTo>
                    <a:pt x="333" y="0"/>
                    <a:pt x="333" y="0"/>
                    <a:pt x="333" y="0"/>
                  </a:cubicBezTo>
                  <a:cubicBezTo>
                    <a:pt x="366" y="12"/>
                    <a:pt x="419" y="23"/>
                    <a:pt x="418" y="56"/>
                  </a:cubicBezTo>
                  <a:cubicBezTo>
                    <a:pt x="434" y="397"/>
                    <a:pt x="434" y="397"/>
                    <a:pt x="434" y="397"/>
                  </a:cubicBezTo>
                  <a:cubicBezTo>
                    <a:pt x="434" y="397"/>
                    <a:pt x="476" y="557"/>
                    <a:pt x="455" y="610"/>
                  </a:cubicBezTo>
                  <a:cubicBezTo>
                    <a:pt x="457" y="656"/>
                    <a:pt x="531" y="675"/>
                    <a:pt x="528" y="797"/>
                  </a:cubicBezTo>
                  <a:cubicBezTo>
                    <a:pt x="528" y="797"/>
                    <a:pt x="659" y="883"/>
                    <a:pt x="664" y="1144"/>
                  </a:cubicBezTo>
                  <a:cubicBezTo>
                    <a:pt x="670" y="1406"/>
                    <a:pt x="616" y="1686"/>
                    <a:pt x="616" y="1686"/>
                  </a:cubicBezTo>
                  <a:cubicBezTo>
                    <a:pt x="616" y="1686"/>
                    <a:pt x="665" y="1746"/>
                    <a:pt x="0" y="1749"/>
                  </a:cubicBezTo>
                  <a:cubicBezTo>
                    <a:pt x="47" y="1749"/>
                    <a:pt x="47" y="1749"/>
                    <a:pt x="47" y="1749"/>
                  </a:cubicBezTo>
                  <a:cubicBezTo>
                    <a:pt x="718" y="1746"/>
                    <a:pt x="668" y="1686"/>
                    <a:pt x="668" y="1686"/>
                  </a:cubicBezTo>
                  <a:cubicBezTo>
                    <a:pt x="668" y="1686"/>
                    <a:pt x="683" y="1408"/>
                    <a:pt x="677" y="1147"/>
                  </a:cubicBezTo>
                  <a:close/>
                </a:path>
              </a:pathLst>
            </a:custGeom>
            <a:solidFill>
              <a:srgbClr val="EF84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7187" name="Freeform 827">
              <a:extLst>
                <a:ext uri="{FF2B5EF4-FFF2-40B4-BE49-F238E27FC236}">
                  <a16:creationId xmlns:a16="http://schemas.microsoft.com/office/drawing/2014/main" id="{5676E661-A900-4A80-AB2A-CD226B87692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362" y="1274"/>
              <a:ext cx="1137" cy="2018"/>
            </a:xfrm>
            <a:custGeom>
              <a:avLst/>
              <a:gdLst>
                <a:gd name="T0" fmla="*/ 267 w 998"/>
                <a:gd name="T1" fmla="*/ 2524 h 1772"/>
                <a:gd name="T2" fmla="*/ 123 w 998"/>
                <a:gd name="T3" fmla="*/ 1804 h 1772"/>
                <a:gd name="T4" fmla="*/ 369 w 998"/>
                <a:gd name="T5" fmla="*/ 1204 h 1772"/>
                <a:gd name="T6" fmla="*/ 369 w 998"/>
                <a:gd name="T7" fmla="*/ 941 h 1772"/>
                <a:gd name="T8" fmla="*/ 418 w 998"/>
                <a:gd name="T9" fmla="*/ 802 h 1772"/>
                <a:gd name="T10" fmla="*/ 459 w 998"/>
                <a:gd name="T11" fmla="*/ 591 h 1772"/>
                <a:gd name="T12" fmla="*/ 561 w 998"/>
                <a:gd name="T13" fmla="*/ 116 h 1772"/>
                <a:gd name="T14" fmla="*/ 801 w 998"/>
                <a:gd name="T15" fmla="*/ 25 h 1772"/>
                <a:gd name="T16" fmla="*/ 782 w 998"/>
                <a:gd name="T17" fmla="*/ 0 h 1772"/>
                <a:gd name="T18" fmla="*/ 365 w 998"/>
                <a:gd name="T19" fmla="*/ 116 h 1772"/>
                <a:gd name="T20" fmla="*/ 407 w 998"/>
                <a:gd name="T21" fmla="*/ 616 h 1772"/>
                <a:gd name="T22" fmla="*/ 379 w 998"/>
                <a:gd name="T23" fmla="*/ 788 h 1772"/>
                <a:gd name="T24" fmla="*/ 310 w 998"/>
                <a:gd name="T25" fmla="*/ 935 h 1772"/>
                <a:gd name="T26" fmla="*/ 202 w 998"/>
                <a:gd name="T27" fmla="*/ 1212 h 1772"/>
                <a:gd name="T28" fmla="*/ 59 w 998"/>
                <a:gd name="T29" fmla="*/ 1728 h 1772"/>
                <a:gd name="T30" fmla="*/ 72 w 998"/>
                <a:gd name="T31" fmla="*/ 2524 h 1772"/>
                <a:gd name="T32" fmla="*/ 976 w 998"/>
                <a:gd name="T33" fmla="*/ 2617 h 1772"/>
                <a:gd name="T34" fmla="*/ 1091 w 998"/>
                <a:gd name="T35" fmla="*/ 2617 h 1772"/>
                <a:gd name="T36" fmla="*/ 1138 w 998"/>
                <a:gd name="T37" fmla="*/ 2617 h 1772"/>
                <a:gd name="T38" fmla="*/ 267 w 998"/>
                <a:gd name="T39" fmla="*/ 2524 h 1772"/>
                <a:gd name="T40" fmla="*/ 1302 w 998"/>
                <a:gd name="T41" fmla="*/ 0 h 1772"/>
                <a:gd name="T42" fmla="*/ 1044 w 998"/>
                <a:gd name="T43" fmla="*/ 327 h 1772"/>
                <a:gd name="T44" fmla="*/ 1475 w 998"/>
                <a:gd name="T45" fmla="*/ 25 h 1772"/>
                <a:gd name="T46" fmla="*/ 1302 w 998"/>
                <a:gd name="T47" fmla="*/ 0 h 1772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998" h="1772">
                  <a:moveTo>
                    <a:pt x="180" y="1709"/>
                  </a:moveTo>
                  <a:cubicBezTo>
                    <a:pt x="180" y="1709"/>
                    <a:pt x="67" y="1626"/>
                    <a:pt x="83" y="1221"/>
                  </a:cubicBezTo>
                  <a:cubicBezTo>
                    <a:pt x="92" y="1008"/>
                    <a:pt x="249" y="815"/>
                    <a:pt x="249" y="815"/>
                  </a:cubicBezTo>
                  <a:cubicBezTo>
                    <a:pt x="198" y="781"/>
                    <a:pt x="247" y="683"/>
                    <a:pt x="249" y="637"/>
                  </a:cubicBezTo>
                  <a:cubicBezTo>
                    <a:pt x="251" y="591"/>
                    <a:pt x="283" y="543"/>
                    <a:pt x="283" y="543"/>
                  </a:cubicBezTo>
                  <a:cubicBezTo>
                    <a:pt x="243" y="470"/>
                    <a:pt x="311" y="400"/>
                    <a:pt x="311" y="400"/>
                  </a:cubicBezTo>
                  <a:cubicBezTo>
                    <a:pt x="379" y="79"/>
                    <a:pt x="379" y="79"/>
                    <a:pt x="379" y="79"/>
                  </a:cubicBezTo>
                  <a:cubicBezTo>
                    <a:pt x="418" y="48"/>
                    <a:pt x="484" y="29"/>
                    <a:pt x="542" y="17"/>
                  </a:cubicBezTo>
                  <a:cubicBezTo>
                    <a:pt x="528" y="0"/>
                    <a:pt x="528" y="0"/>
                    <a:pt x="528" y="0"/>
                  </a:cubicBezTo>
                  <a:cubicBezTo>
                    <a:pt x="528" y="0"/>
                    <a:pt x="329" y="14"/>
                    <a:pt x="247" y="79"/>
                  </a:cubicBezTo>
                  <a:cubicBezTo>
                    <a:pt x="275" y="417"/>
                    <a:pt x="275" y="417"/>
                    <a:pt x="275" y="417"/>
                  </a:cubicBezTo>
                  <a:cubicBezTo>
                    <a:pt x="275" y="417"/>
                    <a:pt x="253" y="480"/>
                    <a:pt x="256" y="534"/>
                  </a:cubicBezTo>
                  <a:cubicBezTo>
                    <a:pt x="256" y="534"/>
                    <a:pt x="212" y="587"/>
                    <a:pt x="210" y="633"/>
                  </a:cubicBezTo>
                  <a:cubicBezTo>
                    <a:pt x="208" y="679"/>
                    <a:pt x="133" y="698"/>
                    <a:pt x="136" y="820"/>
                  </a:cubicBezTo>
                  <a:cubicBezTo>
                    <a:pt x="136" y="820"/>
                    <a:pt x="45" y="909"/>
                    <a:pt x="40" y="1170"/>
                  </a:cubicBezTo>
                  <a:cubicBezTo>
                    <a:pt x="34" y="1431"/>
                    <a:pt x="48" y="1709"/>
                    <a:pt x="48" y="1709"/>
                  </a:cubicBezTo>
                  <a:cubicBezTo>
                    <a:pt x="48" y="1709"/>
                    <a:pt x="0" y="1769"/>
                    <a:pt x="660" y="1772"/>
                  </a:cubicBezTo>
                  <a:cubicBezTo>
                    <a:pt x="738" y="1772"/>
                    <a:pt x="738" y="1772"/>
                    <a:pt x="738" y="1772"/>
                  </a:cubicBezTo>
                  <a:cubicBezTo>
                    <a:pt x="749" y="1772"/>
                    <a:pt x="760" y="1772"/>
                    <a:pt x="770" y="1772"/>
                  </a:cubicBezTo>
                  <a:cubicBezTo>
                    <a:pt x="224" y="1769"/>
                    <a:pt x="180" y="1709"/>
                    <a:pt x="180" y="1709"/>
                  </a:cubicBezTo>
                  <a:close/>
                  <a:moveTo>
                    <a:pt x="880" y="0"/>
                  </a:moveTo>
                  <a:cubicBezTo>
                    <a:pt x="706" y="221"/>
                    <a:pt x="706" y="221"/>
                    <a:pt x="706" y="221"/>
                  </a:cubicBezTo>
                  <a:cubicBezTo>
                    <a:pt x="998" y="17"/>
                    <a:pt x="998" y="17"/>
                    <a:pt x="998" y="17"/>
                  </a:cubicBezTo>
                  <a:cubicBezTo>
                    <a:pt x="934" y="4"/>
                    <a:pt x="880" y="0"/>
                    <a:pt x="880" y="0"/>
                  </a:cubicBezTo>
                  <a:close/>
                </a:path>
              </a:pathLst>
            </a:custGeom>
            <a:solidFill>
              <a:srgbClr val="F7B6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7188" name="Freeform 828">
              <a:extLst>
                <a:ext uri="{FF2B5EF4-FFF2-40B4-BE49-F238E27FC236}">
                  <a16:creationId xmlns:a16="http://schemas.microsoft.com/office/drawing/2014/main" id="{E4220F21-E77D-4865-A40A-814192D64B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2" y="1274"/>
              <a:ext cx="1605" cy="2018"/>
            </a:xfrm>
            <a:custGeom>
              <a:avLst/>
              <a:gdLst>
                <a:gd name="T0" fmla="*/ 1043 w 1409"/>
                <a:gd name="T1" fmla="*/ 327 h 1772"/>
                <a:gd name="T2" fmla="*/ 1300 w 1409"/>
                <a:gd name="T3" fmla="*/ 0 h 1772"/>
                <a:gd name="T4" fmla="*/ 1717 w 1409"/>
                <a:gd name="T5" fmla="*/ 116 h 1772"/>
                <a:gd name="T6" fmla="*/ 1672 w 1409"/>
                <a:gd name="T7" fmla="*/ 616 h 1772"/>
                <a:gd name="T8" fmla="*/ 1703 w 1409"/>
                <a:gd name="T9" fmla="*/ 788 h 1772"/>
                <a:gd name="T10" fmla="*/ 1771 w 1409"/>
                <a:gd name="T11" fmla="*/ 935 h 1772"/>
                <a:gd name="T12" fmla="*/ 1878 w 1409"/>
                <a:gd name="T13" fmla="*/ 1212 h 1772"/>
                <a:gd name="T14" fmla="*/ 2022 w 1409"/>
                <a:gd name="T15" fmla="*/ 1728 h 1772"/>
                <a:gd name="T16" fmla="*/ 2008 w 1409"/>
                <a:gd name="T17" fmla="*/ 2524 h 1772"/>
                <a:gd name="T18" fmla="*/ 1091 w 1409"/>
                <a:gd name="T19" fmla="*/ 2617 h 1772"/>
                <a:gd name="T20" fmla="*/ 976 w 1409"/>
                <a:gd name="T21" fmla="*/ 2617 h 1772"/>
                <a:gd name="T22" fmla="*/ 72 w 1409"/>
                <a:gd name="T23" fmla="*/ 2524 h 1772"/>
                <a:gd name="T24" fmla="*/ 59 w 1409"/>
                <a:gd name="T25" fmla="*/ 1728 h 1772"/>
                <a:gd name="T26" fmla="*/ 202 w 1409"/>
                <a:gd name="T27" fmla="*/ 1212 h 1772"/>
                <a:gd name="T28" fmla="*/ 310 w 1409"/>
                <a:gd name="T29" fmla="*/ 935 h 1772"/>
                <a:gd name="T30" fmla="*/ 379 w 1409"/>
                <a:gd name="T31" fmla="*/ 788 h 1772"/>
                <a:gd name="T32" fmla="*/ 407 w 1409"/>
                <a:gd name="T33" fmla="*/ 616 h 1772"/>
                <a:gd name="T34" fmla="*/ 365 w 1409"/>
                <a:gd name="T35" fmla="*/ 116 h 1772"/>
                <a:gd name="T36" fmla="*/ 780 w 1409"/>
                <a:gd name="T37" fmla="*/ 0 h 1772"/>
                <a:gd name="T38" fmla="*/ 1037 w 1409"/>
                <a:gd name="T39" fmla="*/ 327 h 1772"/>
                <a:gd name="T40" fmla="*/ 1043 w 1409"/>
                <a:gd name="T41" fmla="*/ 327 h 1772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409" h="1772">
                  <a:moveTo>
                    <a:pt x="706" y="221"/>
                  </a:moveTo>
                  <a:cubicBezTo>
                    <a:pt x="880" y="0"/>
                    <a:pt x="880" y="0"/>
                    <a:pt x="880" y="0"/>
                  </a:cubicBezTo>
                  <a:cubicBezTo>
                    <a:pt x="880" y="0"/>
                    <a:pt x="1078" y="14"/>
                    <a:pt x="1161" y="79"/>
                  </a:cubicBezTo>
                  <a:cubicBezTo>
                    <a:pt x="1132" y="417"/>
                    <a:pt x="1132" y="417"/>
                    <a:pt x="1132" y="417"/>
                  </a:cubicBezTo>
                  <a:cubicBezTo>
                    <a:pt x="1132" y="417"/>
                    <a:pt x="1155" y="480"/>
                    <a:pt x="1152" y="534"/>
                  </a:cubicBezTo>
                  <a:cubicBezTo>
                    <a:pt x="1152" y="534"/>
                    <a:pt x="1195" y="587"/>
                    <a:pt x="1198" y="633"/>
                  </a:cubicBezTo>
                  <a:cubicBezTo>
                    <a:pt x="1200" y="679"/>
                    <a:pt x="1274" y="698"/>
                    <a:pt x="1271" y="820"/>
                  </a:cubicBezTo>
                  <a:cubicBezTo>
                    <a:pt x="1271" y="820"/>
                    <a:pt x="1362" y="909"/>
                    <a:pt x="1368" y="1170"/>
                  </a:cubicBezTo>
                  <a:cubicBezTo>
                    <a:pt x="1374" y="1431"/>
                    <a:pt x="1359" y="1709"/>
                    <a:pt x="1359" y="1709"/>
                  </a:cubicBezTo>
                  <a:cubicBezTo>
                    <a:pt x="1359" y="1709"/>
                    <a:pt x="1409" y="1769"/>
                    <a:pt x="738" y="1772"/>
                  </a:cubicBezTo>
                  <a:cubicBezTo>
                    <a:pt x="660" y="1772"/>
                    <a:pt x="660" y="1772"/>
                    <a:pt x="660" y="1772"/>
                  </a:cubicBezTo>
                  <a:cubicBezTo>
                    <a:pt x="0" y="1769"/>
                    <a:pt x="48" y="1709"/>
                    <a:pt x="48" y="1709"/>
                  </a:cubicBezTo>
                  <a:cubicBezTo>
                    <a:pt x="48" y="1709"/>
                    <a:pt x="34" y="1431"/>
                    <a:pt x="40" y="1170"/>
                  </a:cubicBezTo>
                  <a:cubicBezTo>
                    <a:pt x="45" y="909"/>
                    <a:pt x="136" y="820"/>
                    <a:pt x="136" y="820"/>
                  </a:cubicBezTo>
                  <a:cubicBezTo>
                    <a:pt x="133" y="698"/>
                    <a:pt x="208" y="679"/>
                    <a:pt x="210" y="633"/>
                  </a:cubicBezTo>
                  <a:cubicBezTo>
                    <a:pt x="212" y="587"/>
                    <a:pt x="256" y="534"/>
                    <a:pt x="256" y="534"/>
                  </a:cubicBezTo>
                  <a:cubicBezTo>
                    <a:pt x="253" y="480"/>
                    <a:pt x="275" y="417"/>
                    <a:pt x="275" y="417"/>
                  </a:cubicBezTo>
                  <a:cubicBezTo>
                    <a:pt x="247" y="79"/>
                    <a:pt x="247" y="79"/>
                    <a:pt x="247" y="79"/>
                  </a:cubicBezTo>
                  <a:cubicBezTo>
                    <a:pt x="329" y="14"/>
                    <a:pt x="528" y="0"/>
                    <a:pt x="528" y="0"/>
                  </a:cubicBezTo>
                  <a:cubicBezTo>
                    <a:pt x="701" y="221"/>
                    <a:pt x="701" y="221"/>
                    <a:pt x="701" y="221"/>
                  </a:cubicBezTo>
                  <a:lnTo>
                    <a:pt x="706" y="221"/>
                  </a:lnTo>
                  <a:close/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7189" name="Freeform 829">
              <a:extLst>
                <a:ext uri="{FF2B5EF4-FFF2-40B4-BE49-F238E27FC236}">
                  <a16:creationId xmlns:a16="http://schemas.microsoft.com/office/drawing/2014/main" id="{E0EF6811-DD81-4CD1-BE12-F1F506869B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6" y="1364"/>
              <a:ext cx="248" cy="373"/>
            </a:xfrm>
            <a:custGeom>
              <a:avLst/>
              <a:gdLst>
                <a:gd name="T0" fmla="*/ 191 w 218"/>
                <a:gd name="T1" fmla="*/ 0 h 327"/>
                <a:gd name="T2" fmla="*/ 94 w 218"/>
                <a:gd name="T3" fmla="*/ 485 h 327"/>
                <a:gd name="T4" fmla="*/ 196 w 218"/>
                <a:gd name="T5" fmla="*/ 0 h 3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8" h="327">
                  <a:moveTo>
                    <a:pt x="130" y="0"/>
                  </a:moveTo>
                  <a:cubicBezTo>
                    <a:pt x="130" y="0"/>
                    <a:pt x="0" y="52"/>
                    <a:pt x="64" y="327"/>
                  </a:cubicBezTo>
                  <a:cubicBezTo>
                    <a:pt x="64" y="327"/>
                    <a:pt x="218" y="194"/>
                    <a:pt x="133" y="0"/>
                  </a:cubicBezTo>
                </a:path>
              </a:pathLst>
            </a:custGeom>
            <a:solidFill>
              <a:srgbClr val="F39F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7190" name="Freeform 830">
              <a:extLst>
                <a:ext uri="{FF2B5EF4-FFF2-40B4-BE49-F238E27FC236}">
                  <a16:creationId xmlns:a16="http://schemas.microsoft.com/office/drawing/2014/main" id="{291C3240-13B5-444F-B9CF-7F33316BA6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1" y="1969"/>
              <a:ext cx="916" cy="247"/>
            </a:xfrm>
            <a:custGeom>
              <a:avLst/>
              <a:gdLst>
                <a:gd name="T0" fmla="*/ 0 w 804"/>
                <a:gd name="T1" fmla="*/ 13 h 217"/>
                <a:gd name="T2" fmla="*/ 506 w 804"/>
                <a:gd name="T3" fmla="*/ 116 h 217"/>
                <a:gd name="T4" fmla="*/ 1189 w 804"/>
                <a:gd name="T5" fmla="*/ 84 h 217"/>
                <a:gd name="T6" fmla="*/ 827 w 804"/>
                <a:gd name="T7" fmla="*/ 175 h 217"/>
                <a:gd name="T8" fmla="*/ 183 w 804"/>
                <a:gd name="T9" fmla="*/ 179 h 217"/>
                <a:gd name="T10" fmla="*/ 0 w 804"/>
                <a:gd name="T11" fmla="*/ 13 h 21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04" h="217">
                  <a:moveTo>
                    <a:pt x="0" y="9"/>
                  </a:moveTo>
                  <a:cubicBezTo>
                    <a:pt x="0" y="9"/>
                    <a:pt x="124" y="190"/>
                    <a:pt x="342" y="79"/>
                  </a:cubicBezTo>
                  <a:cubicBezTo>
                    <a:pt x="497" y="0"/>
                    <a:pt x="652" y="217"/>
                    <a:pt x="804" y="57"/>
                  </a:cubicBezTo>
                  <a:cubicBezTo>
                    <a:pt x="804" y="57"/>
                    <a:pt x="725" y="175"/>
                    <a:pt x="559" y="119"/>
                  </a:cubicBezTo>
                  <a:cubicBezTo>
                    <a:pt x="392" y="62"/>
                    <a:pt x="336" y="158"/>
                    <a:pt x="124" y="121"/>
                  </a:cubicBezTo>
                  <a:cubicBezTo>
                    <a:pt x="26" y="105"/>
                    <a:pt x="0" y="9"/>
                    <a:pt x="0" y="9"/>
                  </a:cubicBezTo>
                  <a:close/>
                </a:path>
              </a:pathLst>
            </a:custGeom>
            <a:solidFill>
              <a:srgbClr val="EF84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7191" name="Freeform 831">
              <a:extLst>
                <a:ext uri="{FF2B5EF4-FFF2-40B4-BE49-F238E27FC236}">
                  <a16:creationId xmlns:a16="http://schemas.microsoft.com/office/drawing/2014/main" id="{09BD27B8-95AF-49E0-BEC6-936826E3D79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9" y="2055"/>
              <a:ext cx="617" cy="389"/>
            </a:xfrm>
            <a:custGeom>
              <a:avLst/>
              <a:gdLst>
                <a:gd name="T0" fmla="*/ 17 w 541"/>
                <a:gd name="T1" fmla="*/ 0 h 341"/>
                <a:gd name="T2" fmla="*/ 130 w 541"/>
                <a:gd name="T3" fmla="*/ 163 h 341"/>
                <a:gd name="T4" fmla="*/ 317 w 541"/>
                <a:gd name="T5" fmla="*/ 283 h 341"/>
                <a:gd name="T6" fmla="*/ 521 w 541"/>
                <a:gd name="T7" fmla="*/ 395 h 341"/>
                <a:gd name="T8" fmla="*/ 803 w 541"/>
                <a:gd name="T9" fmla="*/ 420 h 341"/>
                <a:gd name="T10" fmla="*/ 315 w 541"/>
                <a:gd name="T11" fmla="*/ 326 h 341"/>
                <a:gd name="T12" fmla="*/ 225 w 541"/>
                <a:gd name="T13" fmla="*/ 261 h 341"/>
                <a:gd name="T14" fmla="*/ 127 w 541"/>
                <a:gd name="T15" fmla="*/ 219 h 341"/>
                <a:gd name="T16" fmla="*/ 0 w 541"/>
                <a:gd name="T17" fmla="*/ 25 h 34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41" h="341">
                  <a:moveTo>
                    <a:pt x="11" y="0"/>
                  </a:moveTo>
                  <a:cubicBezTo>
                    <a:pt x="39" y="34"/>
                    <a:pt x="51" y="78"/>
                    <a:pt x="88" y="110"/>
                  </a:cubicBezTo>
                  <a:cubicBezTo>
                    <a:pt x="123" y="141"/>
                    <a:pt x="172" y="167"/>
                    <a:pt x="214" y="190"/>
                  </a:cubicBezTo>
                  <a:cubicBezTo>
                    <a:pt x="259" y="215"/>
                    <a:pt x="302" y="252"/>
                    <a:pt x="352" y="266"/>
                  </a:cubicBezTo>
                  <a:cubicBezTo>
                    <a:pt x="407" y="282"/>
                    <a:pt x="486" y="309"/>
                    <a:pt x="541" y="283"/>
                  </a:cubicBezTo>
                  <a:cubicBezTo>
                    <a:pt x="439" y="341"/>
                    <a:pt x="299" y="277"/>
                    <a:pt x="212" y="220"/>
                  </a:cubicBezTo>
                  <a:cubicBezTo>
                    <a:pt x="191" y="206"/>
                    <a:pt x="173" y="189"/>
                    <a:pt x="152" y="176"/>
                  </a:cubicBezTo>
                  <a:cubicBezTo>
                    <a:pt x="131" y="163"/>
                    <a:pt x="107" y="159"/>
                    <a:pt x="85" y="147"/>
                  </a:cubicBezTo>
                  <a:cubicBezTo>
                    <a:pt x="31" y="116"/>
                    <a:pt x="27" y="67"/>
                    <a:pt x="0" y="17"/>
                  </a:cubicBezTo>
                </a:path>
              </a:pathLst>
            </a:custGeom>
            <a:solidFill>
              <a:srgbClr val="EF84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7192" name="Freeform 832">
              <a:extLst>
                <a:ext uri="{FF2B5EF4-FFF2-40B4-BE49-F238E27FC236}">
                  <a16:creationId xmlns:a16="http://schemas.microsoft.com/office/drawing/2014/main" id="{92DEF677-1C13-48F8-8AEF-E7FB01D288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0" y="2392"/>
              <a:ext cx="597" cy="289"/>
            </a:xfrm>
            <a:custGeom>
              <a:avLst/>
              <a:gdLst>
                <a:gd name="T0" fmla="*/ 17 w 524"/>
                <a:gd name="T1" fmla="*/ 0 h 254"/>
                <a:gd name="T2" fmla="*/ 197 w 524"/>
                <a:gd name="T3" fmla="*/ 223 h 254"/>
                <a:gd name="T4" fmla="*/ 392 w 524"/>
                <a:gd name="T5" fmla="*/ 325 h 254"/>
                <a:gd name="T6" fmla="*/ 607 w 524"/>
                <a:gd name="T7" fmla="*/ 332 h 254"/>
                <a:gd name="T8" fmla="*/ 775 w 524"/>
                <a:gd name="T9" fmla="*/ 308 h 254"/>
                <a:gd name="T10" fmla="*/ 677 w 524"/>
                <a:gd name="T11" fmla="*/ 339 h 254"/>
                <a:gd name="T12" fmla="*/ 554 w 524"/>
                <a:gd name="T13" fmla="*/ 361 h 254"/>
                <a:gd name="T14" fmla="*/ 311 w 524"/>
                <a:gd name="T15" fmla="*/ 354 h 254"/>
                <a:gd name="T16" fmla="*/ 0 w 524"/>
                <a:gd name="T17" fmla="*/ 3 h 25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24" h="254">
                  <a:moveTo>
                    <a:pt x="11" y="0"/>
                  </a:moveTo>
                  <a:cubicBezTo>
                    <a:pt x="59" y="42"/>
                    <a:pt x="91" y="103"/>
                    <a:pt x="133" y="151"/>
                  </a:cubicBezTo>
                  <a:cubicBezTo>
                    <a:pt x="165" y="188"/>
                    <a:pt x="217" y="211"/>
                    <a:pt x="265" y="221"/>
                  </a:cubicBezTo>
                  <a:cubicBezTo>
                    <a:pt x="313" y="231"/>
                    <a:pt x="362" y="235"/>
                    <a:pt x="411" y="226"/>
                  </a:cubicBezTo>
                  <a:cubicBezTo>
                    <a:pt x="449" y="219"/>
                    <a:pt x="485" y="207"/>
                    <a:pt x="524" y="209"/>
                  </a:cubicBezTo>
                  <a:cubicBezTo>
                    <a:pt x="501" y="210"/>
                    <a:pt x="478" y="222"/>
                    <a:pt x="457" y="230"/>
                  </a:cubicBezTo>
                  <a:cubicBezTo>
                    <a:pt x="428" y="240"/>
                    <a:pt x="404" y="241"/>
                    <a:pt x="375" y="245"/>
                  </a:cubicBezTo>
                  <a:cubicBezTo>
                    <a:pt x="321" y="253"/>
                    <a:pt x="264" y="254"/>
                    <a:pt x="211" y="240"/>
                  </a:cubicBezTo>
                  <a:cubicBezTo>
                    <a:pt x="97" y="210"/>
                    <a:pt x="53" y="94"/>
                    <a:pt x="0" y="3"/>
                  </a:cubicBezTo>
                </a:path>
              </a:pathLst>
            </a:custGeom>
            <a:solidFill>
              <a:srgbClr val="EF84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7193" name="Freeform 833">
              <a:extLst>
                <a:ext uri="{FF2B5EF4-FFF2-40B4-BE49-F238E27FC236}">
                  <a16:creationId xmlns:a16="http://schemas.microsoft.com/office/drawing/2014/main" id="{46B27471-170C-4BB8-A837-7328043330F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6" y="1819"/>
              <a:ext cx="339" cy="283"/>
            </a:xfrm>
            <a:custGeom>
              <a:avLst/>
              <a:gdLst>
                <a:gd name="T0" fmla="*/ 9 w 298"/>
                <a:gd name="T1" fmla="*/ 0 h 249"/>
                <a:gd name="T2" fmla="*/ 171 w 298"/>
                <a:gd name="T3" fmla="*/ 314 h 249"/>
                <a:gd name="T4" fmla="*/ 439 w 298"/>
                <a:gd name="T5" fmla="*/ 340 h 249"/>
                <a:gd name="T6" fmla="*/ 270 w 298"/>
                <a:gd name="T7" fmla="*/ 313 h 249"/>
                <a:gd name="T8" fmla="*/ 132 w 298"/>
                <a:gd name="T9" fmla="*/ 248 h 249"/>
                <a:gd name="T10" fmla="*/ 13 w 298"/>
                <a:gd name="T11" fmla="*/ 11 h 24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98" h="249">
                  <a:moveTo>
                    <a:pt x="6" y="0"/>
                  </a:moveTo>
                  <a:cubicBezTo>
                    <a:pt x="2" y="74"/>
                    <a:pt x="51" y="175"/>
                    <a:pt x="116" y="214"/>
                  </a:cubicBezTo>
                  <a:cubicBezTo>
                    <a:pt x="175" y="249"/>
                    <a:pt x="235" y="225"/>
                    <a:pt x="298" y="231"/>
                  </a:cubicBezTo>
                  <a:cubicBezTo>
                    <a:pt x="262" y="220"/>
                    <a:pt x="221" y="224"/>
                    <a:pt x="183" y="213"/>
                  </a:cubicBezTo>
                  <a:cubicBezTo>
                    <a:pt x="153" y="204"/>
                    <a:pt x="116" y="189"/>
                    <a:pt x="90" y="169"/>
                  </a:cubicBezTo>
                  <a:cubicBezTo>
                    <a:pt x="55" y="141"/>
                    <a:pt x="0" y="50"/>
                    <a:pt x="9" y="8"/>
                  </a:cubicBezTo>
                </a:path>
              </a:pathLst>
            </a:custGeom>
            <a:solidFill>
              <a:srgbClr val="F7B6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7194" name="Freeform 834">
              <a:extLst>
                <a:ext uri="{FF2B5EF4-FFF2-40B4-BE49-F238E27FC236}">
                  <a16:creationId xmlns:a16="http://schemas.microsoft.com/office/drawing/2014/main" id="{B17D2CAC-898C-41A3-A449-6765EE233E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6" y="1743"/>
              <a:ext cx="229" cy="341"/>
            </a:xfrm>
            <a:custGeom>
              <a:avLst/>
              <a:gdLst>
                <a:gd name="T0" fmla="*/ 49 w 201"/>
                <a:gd name="T1" fmla="*/ 148 h 299"/>
                <a:gd name="T2" fmla="*/ 297 w 201"/>
                <a:gd name="T3" fmla="*/ 444 h 299"/>
                <a:gd name="T4" fmla="*/ 88 w 201"/>
                <a:gd name="T5" fmla="*/ 0 h 299"/>
                <a:gd name="T6" fmla="*/ 49 w 201"/>
                <a:gd name="T7" fmla="*/ 148 h 29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1" h="299">
                  <a:moveTo>
                    <a:pt x="33" y="100"/>
                  </a:moveTo>
                  <a:cubicBezTo>
                    <a:pt x="33" y="100"/>
                    <a:pt x="31" y="262"/>
                    <a:pt x="201" y="299"/>
                  </a:cubicBezTo>
                  <a:cubicBezTo>
                    <a:pt x="201" y="299"/>
                    <a:pt x="0" y="191"/>
                    <a:pt x="60" y="0"/>
                  </a:cubicBezTo>
                  <a:cubicBezTo>
                    <a:pt x="60" y="0"/>
                    <a:pt x="25" y="52"/>
                    <a:pt x="33" y="100"/>
                  </a:cubicBezTo>
                  <a:close/>
                </a:path>
              </a:pathLst>
            </a:custGeom>
            <a:solidFill>
              <a:srgbClr val="F7B6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7195" name="Freeform 835">
              <a:extLst>
                <a:ext uri="{FF2B5EF4-FFF2-40B4-BE49-F238E27FC236}">
                  <a16:creationId xmlns:a16="http://schemas.microsoft.com/office/drawing/2014/main" id="{CCD88088-A386-4A10-8FB2-F1DA31BCD8D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4" y="2634"/>
              <a:ext cx="172" cy="384"/>
            </a:xfrm>
            <a:custGeom>
              <a:avLst/>
              <a:gdLst>
                <a:gd name="T0" fmla="*/ 223 w 151"/>
                <a:gd name="T1" fmla="*/ 42 h 338"/>
                <a:gd name="T2" fmla="*/ 161 w 151"/>
                <a:gd name="T3" fmla="*/ 219 h 338"/>
                <a:gd name="T4" fmla="*/ 109 w 151"/>
                <a:gd name="T5" fmla="*/ 495 h 338"/>
                <a:gd name="T6" fmla="*/ 130 w 151"/>
                <a:gd name="T7" fmla="*/ 165 h 338"/>
                <a:gd name="T8" fmla="*/ 0 w 151"/>
                <a:gd name="T9" fmla="*/ 0 h 338"/>
                <a:gd name="T10" fmla="*/ 188 w 151"/>
                <a:gd name="T11" fmla="*/ 42 h 33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1" h="338">
                  <a:moveTo>
                    <a:pt x="151" y="29"/>
                  </a:moveTo>
                  <a:cubicBezTo>
                    <a:pt x="107" y="61"/>
                    <a:pt x="112" y="97"/>
                    <a:pt x="109" y="150"/>
                  </a:cubicBezTo>
                  <a:cubicBezTo>
                    <a:pt x="106" y="212"/>
                    <a:pt x="101" y="281"/>
                    <a:pt x="74" y="338"/>
                  </a:cubicBezTo>
                  <a:cubicBezTo>
                    <a:pt x="76" y="262"/>
                    <a:pt x="108" y="189"/>
                    <a:pt x="88" y="113"/>
                  </a:cubicBezTo>
                  <a:cubicBezTo>
                    <a:pt x="75" y="66"/>
                    <a:pt x="39" y="26"/>
                    <a:pt x="0" y="0"/>
                  </a:cubicBezTo>
                  <a:cubicBezTo>
                    <a:pt x="38" y="9"/>
                    <a:pt x="96" y="10"/>
                    <a:pt x="127" y="29"/>
                  </a:cubicBezTo>
                </a:path>
              </a:pathLst>
            </a:custGeom>
            <a:solidFill>
              <a:srgbClr val="EF84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7196" name="Freeform 836">
              <a:extLst>
                <a:ext uri="{FF2B5EF4-FFF2-40B4-BE49-F238E27FC236}">
                  <a16:creationId xmlns:a16="http://schemas.microsoft.com/office/drawing/2014/main" id="{F89694CC-8FDF-4E63-97A5-26FC5EE0508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2" y="2688"/>
              <a:ext cx="134" cy="325"/>
            </a:xfrm>
            <a:custGeom>
              <a:avLst/>
              <a:gdLst>
                <a:gd name="T0" fmla="*/ 0 w 118"/>
                <a:gd name="T1" fmla="*/ 2 h 285"/>
                <a:gd name="T2" fmla="*/ 126 w 118"/>
                <a:gd name="T3" fmla="*/ 0 h 285"/>
                <a:gd name="T4" fmla="*/ 127 w 118"/>
                <a:gd name="T5" fmla="*/ 179 h 285"/>
                <a:gd name="T6" fmla="*/ 173 w 118"/>
                <a:gd name="T7" fmla="*/ 423 h 285"/>
                <a:gd name="T8" fmla="*/ 84 w 118"/>
                <a:gd name="T9" fmla="*/ 120 h 285"/>
                <a:gd name="T10" fmla="*/ 2 w 118"/>
                <a:gd name="T11" fmla="*/ 2 h 28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8" h="285">
                  <a:moveTo>
                    <a:pt x="0" y="2"/>
                  </a:moveTo>
                  <a:cubicBezTo>
                    <a:pt x="27" y="5"/>
                    <a:pt x="58" y="7"/>
                    <a:pt x="86" y="0"/>
                  </a:cubicBezTo>
                  <a:cubicBezTo>
                    <a:pt x="104" y="27"/>
                    <a:pt x="84" y="88"/>
                    <a:pt x="87" y="121"/>
                  </a:cubicBezTo>
                  <a:cubicBezTo>
                    <a:pt x="91" y="173"/>
                    <a:pt x="102" y="235"/>
                    <a:pt x="118" y="285"/>
                  </a:cubicBezTo>
                  <a:cubicBezTo>
                    <a:pt x="71" y="227"/>
                    <a:pt x="90" y="143"/>
                    <a:pt x="57" y="81"/>
                  </a:cubicBezTo>
                  <a:cubicBezTo>
                    <a:pt x="42" y="53"/>
                    <a:pt x="19" y="29"/>
                    <a:pt x="2" y="2"/>
                  </a:cubicBezTo>
                </a:path>
              </a:pathLst>
            </a:custGeom>
            <a:solidFill>
              <a:srgbClr val="F7B6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7197" name="Freeform 837">
              <a:extLst>
                <a:ext uri="{FF2B5EF4-FFF2-40B4-BE49-F238E27FC236}">
                  <a16:creationId xmlns:a16="http://schemas.microsoft.com/office/drawing/2014/main" id="{F7C52AF9-5550-4524-912E-3DB00A155F9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2" y="1949"/>
              <a:ext cx="279" cy="218"/>
            </a:xfrm>
            <a:custGeom>
              <a:avLst/>
              <a:gdLst>
                <a:gd name="T0" fmla="*/ 309 w 245"/>
                <a:gd name="T1" fmla="*/ 0 h 191"/>
                <a:gd name="T2" fmla="*/ 202 w 245"/>
                <a:gd name="T3" fmla="*/ 218 h 191"/>
                <a:gd name="T4" fmla="*/ 0 w 245"/>
                <a:gd name="T5" fmla="*/ 284 h 191"/>
                <a:gd name="T6" fmla="*/ 198 w 245"/>
                <a:gd name="T7" fmla="*/ 239 h 191"/>
                <a:gd name="T8" fmla="*/ 362 w 245"/>
                <a:gd name="T9" fmla="*/ 110 h 191"/>
                <a:gd name="T10" fmla="*/ 321 w 245"/>
                <a:gd name="T11" fmla="*/ 19 h 19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5" h="191">
                  <a:moveTo>
                    <a:pt x="209" y="0"/>
                  </a:moveTo>
                  <a:cubicBezTo>
                    <a:pt x="196" y="23"/>
                    <a:pt x="186" y="105"/>
                    <a:pt x="136" y="146"/>
                  </a:cubicBezTo>
                  <a:cubicBezTo>
                    <a:pt x="92" y="181"/>
                    <a:pt x="48" y="173"/>
                    <a:pt x="0" y="191"/>
                  </a:cubicBezTo>
                  <a:cubicBezTo>
                    <a:pt x="45" y="185"/>
                    <a:pt x="94" y="182"/>
                    <a:pt x="134" y="160"/>
                  </a:cubicBezTo>
                  <a:cubicBezTo>
                    <a:pt x="171" y="139"/>
                    <a:pt x="192" y="59"/>
                    <a:pt x="245" y="74"/>
                  </a:cubicBezTo>
                  <a:cubicBezTo>
                    <a:pt x="244" y="54"/>
                    <a:pt x="222" y="35"/>
                    <a:pt x="218" y="13"/>
                  </a:cubicBezTo>
                </a:path>
              </a:pathLst>
            </a:custGeom>
            <a:solidFill>
              <a:srgbClr val="EF84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7198" name="Freeform 838">
              <a:extLst>
                <a:ext uri="{FF2B5EF4-FFF2-40B4-BE49-F238E27FC236}">
                  <a16:creationId xmlns:a16="http://schemas.microsoft.com/office/drawing/2014/main" id="{BB326DD3-2469-44AA-AA6C-45686649402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6" y="2120"/>
              <a:ext cx="134" cy="163"/>
            </a:xfrm>
            <a:custGeom>
              <a:avLst/>
              <a:gdLst>
                <a:gd name="T0" fmla="*/ 97 w 118"/>
                <a:gd name="T1" fmla="*/ 0 h 143"/>
                <a:gd name="T2" fmla="*/ 85 w 118"/>
                <a:gd name="T3" fmla="*/ 111 h 143"/>
                <a:gd name="T4" fmla="*/ 0 w 118"/>
                <a:gd name="T5" fmla="*/ 212 h 143"/>
                <a:gd name="T6" fmla="*/ 97 w 118"/>
                <a:gd name="T7" fmla="*/ 150 h 143"/>
                <a:gd name="T8" fmla="*/ 173 w 118"/>
                <a:gd name="T9" fmla="*/ 168 h 143"/>
                <a:gd name="T10" fmla="*/ 146 w 118"/>
                <a:gd name="T11" fmla="*/ 117 h 143"/>
                <a:gd name="T12" fmla="*/ 116 w 118"/>
                <a:gd name="T13" fmla="*/ 39 h 14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8" h="143">
                  <a:moveTo>
                    <a:pt x="66" y="0"/>
                  </a:moveTo>
                  <a:cubicBezTo>
                    <a:pt x="75" y="26"/>
                    <a:pt x="67" y="52"/>
                    <a:pt x="58" y="75"/>
                  </a:cubicBezTo>
                  <a:cubicBezTo>
                    <a:pt x="47" y="107"/>
                    <a:pt x="19" y="118"/>
                    <a:pt x="0" y="143"/>
                  </a:cubicBezTo>
                  <a:cubicBezTo>
                    <a:pt x="16" y="127"/>
                    <a:pt x="45" y="113"/>
                    <a:pt x="66" y="102"/>
                  </a:cubicBezTo>
                  <a:cubicBezTo>
                    <a:pt x="97" y="85"/>
                    <a:pt x="92" y="107"/>
                    <a:pt x="118" y="113"/>
                  </a:cubicBezTo>
                  <a:cubicBezTo>
                    <a:pt x="116" y="102"/>
                    <a:pt x="105" y="90"/>
                    <a:pt x="100" y="79"/>
                  </a:cubicBezTo>
                  <a:cubicBezTo>
                    <a:pt x="92" y="62"/>
                    <a:pt x="87" y="43"/>
                    <a:pt x="79" y="26"/>
                  </a:cubicBezTo>
                </a:path>
              </a:pathLst>
            </a:custGeom>
            <a:solidFill>
              <a:srgbClr val="EF84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7199" name="Freeform 839">
              <a:extLst>
                <a:ext uri="{FF2B5EF4-FFF2-40B4-BE49-F238E27FC236}">
                  <a16:creationId xmlns:a16="http://schemas.microsoft.com/office/drawing/2014/main" id="{0C83EBB4-C77A-444E-ACB3-6DD164D5E45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7" y="2257"/>
              <a:ext cx="505" cy="212"/>
            </a:xfrm>
            <a:custGeom>
              <a:avLst/>
              <a:gdLst>
                <a:gd name="T0" fmla="*/ 0 w 443"/>
                <a:gd name="T1" fmla="*/ 93 h 186"/>
                <a:gd name="T2" fmla="*/ 657 w 443"/>
                <a:gd name="T3" fmla="*/ 0 h 186"/>
                <a:gd name="T4" fmla="*/ 0 w 443"/>
                <a:gd name="T5" fmla="*/ 93 h 18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43" h="186">
                  <a:moveTo>
                    <a:pt x="0" y="63"/>
                  </a:moveTo>
                  <a:cubicBezTo>
                    <a:pt x="0" y="63"/>
                    <a:pt x="177" y="186"/>
                    <a:pt x="443" y="0"/>
                  </a:cubicBezTo>
                  <a:cubicBezTo>
                    <a:pt x="443" y="0"/>
                    <a:pt x="197" y="142"/>
                    <a:pt x="0" y="63"/>
                  </a:cubicBezTo>
                  <a:close/>
                </a:path>
              </a:pathLst>
            </a:custGeom>
            <a:solidFill>
              <a:srgbClr val="F7B6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7200" name="Freeform 840">
              <a:extLst>
                <a:ext uri="{FF2B5EF4-FFF2-40B4-BE49-F238E27FC236}">
                  <a16:creationId xmlns:a16="http://schemas.microsoft.com/office/drawing/2014/main" id="{DC72B820-BB09-464D-A36B-308CF1E6520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7" y="2530"/>
              <a:ext cx="528" cy="206"/>
            </a:xfrm>
            <a:custGeom>
              <a:avLst/>
              <a:gdLst>
                <a:gd name="T0" fmla="*/ 0 w 463"/>
                <a:gd name="T1" fmla="*/ 68 h 181"/>
                <a:gd name="T2" fmla="*/ 687 w 463"/>
                <a:gd name="T3" fmla="*/ 0 h 181"/>
                <a:gd name="T4" fmla="*/ 0 w 463"/>
                <a:gd name="T5" fmla="*/ 68 h 18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63" h="181">
                  <a:moveTo>
                    <a:pt x="0" y="47"/>
                  </a:moveTo>
                  <a:cubicBezTo>
                    <a:pt x="0" y="47"/>
                    <a:pt x="264" y="181"/>
                    <a:pt x="463" y="0"/>
                  </a:cubicBezTo>
                  <a:cubicBezTo>
                    <a:pt x="463" y="0"/>
                    <a:pt x="262" y="143"/>
                    <a:pt x="0" y="47"/>
                  </a:cubicBezTo>
                  <a:close/>
                </a:path>
              </a:pathLst>
            </a:custGeom>
            <a:solidFill>
              <a:srgbClr val="F7B6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7201" name="Freeform 841">
              <a:extLst>
                <a:ext uri="{FF2B5EF4-FFF2-40B4-BE49-F238E27FC236}">
                  <a16:creationId xmlns:a16="http://schemas.microsoft.com/office/drawing/2014/main" id="{C63A5F40-0D60-4726-B047-C42480B4B9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2" y="1863"/>
              <a:ext cx="155" cy="205"/>
            </a:xfrm>
            <a:custGeom>
              <a:avLst/>
              <a:gdLst>
                <a:gd name="T0" fmla="*/ 10 w 136"/>
                <a:gd name="T1" fmla="*/ 0 h 180"/>
                <a:gd name="T2" fmla="*/ 202 w 136"/>
                <a:gd name="T3" fmla="*/ 265 h 180"/>
                <a:gd name="T4" fmla="*/ 10 w 136"/>
                <a:gd name="T5" fmla="*/ 0 h 18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6" h="180">
                  <a:moveTo>
                    <a:pt x="7" y="0"/>
                  </a:moveTo>
                  <a:cubicBezTo>
                    <a:pt x="7" y="0"/>
                    <a:pt x="0" y="106"/>
                    <a:pt x="136" y="180"/>
                  </a:cubicBezTo>
                  <a:cubicBezTo>
                    <a:pt x="136" y="180"/>
                    <a:pt x="26" y="108"/>
                    <a:pt x="7" y="0"/>
                  </a:cubicBezTo>
                  <a:close/>
                </a:path>
              </a:pathLst>
            </a:custGeom>
            <a:solidFill>
              <a:srgbClr val="F9E4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7202" name="Freeform 842">
              <a:extLst>
                <a:ext uri="{FF2B5EF4-FFF2-40B4-BE49-F238E27FC236}">
                  <a16:creationId xmlns:a16="http://schemas.microsoft.com/office/drawing/2014/main" id="{3CEBD279-36F0-4119-B039-EB54420735C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2" y="1933"/>
              <a:ext cx="202" cy="149"/>
            </a:xfrm>
            <a:custGeom>
              <a:avLst/>
              <a:gdLst>
                <a:gd name="T0" fmla="*/ 0 w 177"/>
                <a:gd name="T1" fmla="*/ 0 h 130"/>
                <a:gd name="T2" fmla="*/ 264 w 177"/>
                <a:gd name="T3" fmla="*/ 193 h 130"/>
                <a:gd name="T4" fmla="*/ 0 w 177"/>
                <a:gd name="T5" fmla="*/ 0 h 1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7" h="130">
                  <a:moveTo>
                    <a:pt x="0" y="0"/>
                  </a:moveTo>
                  <a:cubicBezTo>
                    <a:pt x="0" y="0"/>
                    <a:pt x="40" y="130"/>
                    <a:pt x="177" y="128"/>
                  </a:cubicBezTo>
                  <a:cubicBezTo>
                    <a:pt x="177" y="128"/>
                    <a:pt x="56" y="117"/>
                    <a:pt x="0" y="0"/>
                  </a:cubicBezTo>
                  <a:close/>
                </a:path>
              </a:pathLst>
            </a:custGeom>
            <a:solidFill>
              <a:srgbClr val="F9E4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7203" name="Freeform 843">
              <a:extLst>
                <a:ext uri="{FF2B5EF4-FFF2-40B4-BE49-F238E27FC236}">
                  <a16:creationId xmlns:a16="http://schemas.microsoft.com/office/drawing/2014/main" id="{751D9E6F-9A72-454B-8248-5EE87B720D7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4" y="2309"/>
              <a:ext cx="263" cy="69"/>
            </a:xfrm>
            <a:custGeom>
              <a:avLst/>
              <a:gdLst>
                <a:gd name="T0" fmla="*/ 0 w 231"/>
                <a:gd name="T1" fmla="*/ 81 h 60"/>
                <a:gd name="T2" fmla="*/ 340 w 231"/>
                <a:gd name="T3" fmla="*/ 0 h 60"/>
                <a:gd name="T4" fmla="*/ 0 w 231"/>
                <a:gd name="T5" fmla="*/ 81 h 6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1" h="60">
                  <a:moveTo>
                    <a:pt x="0" y="53"/>
                  </a:moveTo>
                  <a:cubicBezTo>
                    <a:pt x="0" y="53"/>
                    <a:pt x="127" y="60"/>
                    <a:pt x="231" y="0"/>
                  </a:cubicBezTo>
                  <a:cubicBezTo>
                    <a:pt x="231" y="0"/>
                    <a:pt x="127" y="51"/>
                    <a:pt x="0" y="53"/>
                  </a:cubicBezTo>
                  <a:close/>
                </a:path>
              </a:pathLst>
            </a:custGeom>
            <a:solidFill>
              <a:srgbClr val="F9E4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7204" name="Freeform 844">
              <a:extLst>
                <a:ext uri="{FF2B5EF4-FFF2-40B4-BE49-F238E27FC236}">
                  <a16:creationId xmlns:a16="http://schemas.microsoft.com/office/drawing/2014/main" id="{A0A75B32-3867-4CE0-A9E7-1D8DB285209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4" y="2562"/>
              <a:ext cx="274" cy="80"/>
            </a:xfrm>
            <a:custGeom>
              <a:avLst/>
              <a:gdLst>
                <a:gd name="T0" fmla="*/ 0 w 240"/>
                <a:gd name="T1" fmla="*/ 90 h 70"/>
                <a:gd name="T2" fmla="*/ 357 w 240"/>
                <a:gd name="T3" fmla="*/ 0 h 70"/>
                <a:gd name="T4" fmla="*/ 0 w 240"/>
                <a:gd name="T5" fmla="*/ 90 h 7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0" h="70">
                  <a:moveTo>
                    <a:pt x="0" y="60"/>
                  </a:moveTo>
                  <a:cubicBezTo>
                    <a:pt x="0" y="60"/>
                    <a:pt x="157" y="70"/>
                    <a:pt x="240" y="0"/>
                  </a:cubicBezTo>
                  <a:cubicBezTo>
                    <a:pt x="240" y="0"/>
                    <a:pt x="155" y="58"/>
                    <a:pt x="0" y="60"/>
                  </a:cubicBezTo>
                  <a:close/>
                </a:path>
              </a:pathLst>
            </a:custGeom>
            <a:solidFill>
              <a:srgbClr val="F9E4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7205" name="Freeform 845">
              <a:extLst>
                <a:ext uri="{FF2B5EF4-FFF2-40B4-BE49-F238E27FC236}">
                  <a16:creationId xmlns:a16="http://schemas.microsoft.com/office/drawing/2014/main" id="{03FA5C2E-5485-41E6-99FD-816B37405F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2" y="1282"/>
              <a:ext cx="303" cy="83"/>
            </a:xfrm>
            <a:custGeom>
              <a:avLst/>
              <a:gdLst>
                <a:gd name="T0" fmla="*/ 393 w 266"/>
                <a:gd name="T1" fmla="*/ 0 h 73"/>
                <a:gd name="T2" fmla="*/ 0 w 266"/>
                <a:gd name="T3" fmla="*/ 107 h 73"/>
                <a:gd name="T4" fmla="*/ 393 w 266"/>
                <a:gd name="T5" fmla="*/ 0 h 7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6" h="73">
                  <a:moveTo>
                    <a:pt x="266" y="0"/>
                  </a:moveTo>
                  <a:cubicBezTo>
                    <a:pt x="266" y="0"/>
                    <a:pt x="100" y="8"/>
                    <a:pt x="0" y="73"/>
                  </a:cubicBezTo>
                  <a:cubicBezTo>
                    <a:pt x="0" y="73"/>
                    <a:pt x="74" y="26"/>
                    <a:pt x="266" y="0"/>
                  </a:cubicBezTo>
                  <a:close/>
                </a:path>
              </a:pathLst>
            </a:custGeom>
            <a:solidFill>
              <a:srgbClr val="F9E4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7206" name="Freeform 846">
              <a:extLst>
                <a:ext uri="{FF2B5EF4-FFF2-40B4-BE49-F238E27FC236}">
                  <a16:creationId xmlns:a16="http://schemas.microsoft.com/office/drawing/2014/main" id="{9EE9005E-5583-465A-B152-2E9E3531AB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8" y="2039"/>
              <a:ext cx="221" cy="787"/>
            </a:xfrm>
            <a:custGeom>
              <a:avLst/>
              <a:gdLst>
                <a:gd name="T0" fmla="*/ 287 w 194"/>
                <a:gd name="T1" fmla="*/ 0 h 691"/>
                <a:gd name="T2" fmla="*/ 202 w 194"/>
                <a:gd name="T3" fmla="*/ 214 h 691"/>
                <a:gd name="T4" fmla="*/ 44 w 194"/>
                <a:gd name="T5" fmla="*/ 1020 h 691"/>
                <a:gd name="T6" fmla="*/ 221 w 194"/>
                <a:gd name="T7" fmla="*/ 223 h 691"/>
                <a:gd name="T8" fmla="*/ 287 w 194"/>
                <a:gd name="T9" fmla="*/ 0 h 69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4" h="691">
                  <a:moveTo>
                    <a:pt x="194" y="0"/>
                  </a:moveTo>
                  <a:cubicBezTo>
                    <a:pt x="194" y="0"/>
                    <a:pt x="119" y="83"/>
                    <a:pt x="136" y="145"/>
                  </a:cubicBezTo>
                  <a:cubicBezTo>
                    <a:pt x="136" y="145"/>
                    <a:pt x="0" y="303"/>
                    <a:pt x="30" y="691"/>
                  </a:cubicBezTo>
                  <a:cubicBezTo>
                    <a:pt x="30" y="691"/>
                    <a:pt x="14" y="294"/>
                    <a:pt x="149" y="151"/>
                  </a:cubicBezTo>
                  <a:cubicBezTo>
                    <a:pt x="149" y="151"/>
                    <a:pt x="116" y="116"/>
                    <a:pt x="194" y="0"/>
                  </a:cubicBezTo>
                  <a:close/>
                </a:path>
              </a:pathLst>
            </a:custGeom>
            <a:solidFill>
              <a:srgbClr val="F9E4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</p:grpSp>
      <p:grpSp>
        <p:nvGrpSpPr>
          <p:cNvPr id="47109" name="Group 847">
            <a:extLst>
              <a:ext uri="{FF2B5EF4-FFF2-40B4-BE49-F238E27FC236}">
                <a16:creationId xmlns:a16="http://schemas.microsoft.com/office/drawing/2014/main" id="{19DFF0F3-A924-443E-B274-5973D7DEE932}"/>
              </a:ext>
            </a:extLst>
          </p:cNvPr>
          <p:cNvGrpSpPr>
            <a:grpSpLocks/>
          </p:cNvGrpSpPr>
          <p:nvPr/>
        </p:nvGrpSpPr>
        <p:grpSpPr bwMode="auto">
          <a:xfrm>
            <a:off x="6894513" y="6115050"/>
            <a:ext cx="2495550" cy="409575"/>
            <a:chOff x="3383" y="3841"/>
            <a:chExt cx="1572" cy="258"/>
          </a:xfrm>
        </p:grpSpPr>
        <p:sp>
          <p:nvSpPr>
            <p:cNvPr id="47163" name="Freeform 848">
              <a:extLst>
                <a:ext uri="{FF2B5EF4-FFF2-40B4-BE49-F238E27FC236}">
                  <a16:creationId xmlns:a16="http://schemas.microsoft.com/office/drawing/2014/main" id="{179411C6-FC1C-4E90-BF64-2BB92CC091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3" y="3842"/>
              <a:ext cx="420" cy="257"/>
            </a:xfrm>
            <a:custGeom>
              <a:avLst/>
              <a:gdLst>
                <a:gd name="T0" fmla="*/ 494 w 381"/>
                <a:gd name="T1" fmla="*/ 39 h 232"/>
                <a:gd name="T2" fmla="*/ 355 w 381"/>
                <a:gd name="T3" fmla="*/ 65 h 232"/>
                <a:gd name="T4" fmla="*/ 247 w 381"/>
                <a:gd name="T5" fmla="*/ 124 h 232"/>
                <a:gd name="T6" fmla="*/ 158 w 381"/>
                <a:gd name="T7" fmla="*/ 103 h 232"/>
                <a:gd name="T8" fmla="*/ 181 w 381"/>
                <a:gd name="T9" fmla="*/ 69 h 232"/>
                <a:gd name="T10" fmla="*/ 109 w 381"/>
                <a:gd name="T11" fmla="*/ 102 h 232"/>
                <a:gd name="T12" fmla="*/ 50 w 381"/>
                <a:gd name="T13" fmla="*/ 140 h 232"/>
                <a:gd name="T14" fmla="*/ 11 w 381"/>
                <a:gd name="T15" fmla="*/ 225 h 232"/>
                <a:gd name="T16" fmla="*/ 11 w 381"/>
                <a:gd name="T17" fmla="*/ 241 h 232"/>
                <a:gd name="T18" fmla="*/ 74 w 381"/>
                <a:gd name="T19" fmla="*/ 282 h 232"/>
                <a:gd name="T20" fmla="*/ 224 w 381"/>
                <a:gd name="T21" fmla="*/ 260 h 232"/>
                <a:gd name="T22" fmla="*/ 311 w 381"/>
                <a:gd name="T23" fmla="*/ 185 h 232"/>
                <a:gd name="T24" fmla="*/ 337 w 381"/>
                <a:gd name="T25" fmla="*/ 193 h 232"/>
                <a:gd name="T26" fmla="*/ 484 w 381"/>
                <a:gd name="T27" fmla="*/ 169 h 232"/>
                <a:gd name="T28" fmla="*/ 478 w 381"/>
                <a:gd name="T29" fmla="*/ 138 h 232"/>
                <a:gd name="T30" fmla="*/ 494 w 381"/>
                <a:gd name="T31" fmla="*/ 39 h 23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381" h="232">
                  <a:moveTo>
                    <a:pt x="368" y="29"/>
                  </a:moveTo>
                  <a:cubicBezTo>
                    <a:pt x="361" y="0"/>
                    <a:pt x="344" y="56"/>
                    <a:pt x="265" y="48"/>
                  </a:cubicBezTo>
                  <a:cubicBezTo>
                    <a:pt x="231" y="67"/>
                    <a:pt x="198" y="87"/>
                    <a:pt x="184" y="91"/>
                  </a:cubicBezTo>
                  <a:cubicBezTo>
                    <a:pt x="161" y="96"/>
                    <a:pt x="132" y="84"/>
                    <a:pt x="118" y="76"/>
                  </a:cubicBezTo>
                  <a:cubicBezTo>
                    <a:pt x="110" y="67"/>
                    <a:pt x="135" y="51"/>
                    <a:pt x="135" y="51"/>
                  </a:cubicBezTo>
                  <a:cubicBezTo>
                    <a:pt x="102" y="63"/>
                    <a:pt x="86" y="73"/>
                    <a:pt x="82" y="75"/>
                  </a:cubicBezTo>
                  <a:cubicBezTo>
                    <a:pt x="74" y="80"/>
                    <a:pt x="59" y="89"/>
                    <a:pt x="37" y="103"/>
                  </a:cubicBezTo>
                  <a:cubicBezTo>
                    <a:pt x="0" y="129"/>
                    <a:pt x="8" y="165"/>
                    <a:pt x="8" y="165"/>
                  </a:cubicBezTo>
                  <a:cubicBezTo>
                    <a:pt x="8" y="178"/>
                    <a:pt x="8" y="178"/>
                    <a:pt x="8" y="178"/>
                  </a:cubicBezTo>
                  <a:cubicBezTo>
                    <a:pt x="8" y="178"/>
                    <a:pt x="5" y="185"/>
                    <a:pt x="55" y="208"/>
                  </a:cubicBezTo>
                  <a:cubicBezTo>
                    <a:pt x="105" y="232"/>
                    <a:pt x="134" y="206"/>
                    <a:pt x="167" y="191"/>
                  </a:cubicBezTo>
                  <a:cubicBezTo>
                    <a:pt x="200" y="176"/>
                    <a:pt x="232" y="136"/>
                    <a:pt x="232" y="136"/>
                  </a:cubicBezTo>
                  <a:cubicBezTo>
                    <a:pt x="252" y="142"/>
                    <a:pt x="252" y="142"/>
                    <a:pt x="252" y="142"/>
                  </a:cubicBezTo>
                  <a:cubicBezTo>
                    <a:pt x="304" y="141"/>
                    <a:pt x="361" y="125"/>
                    <a:pt x="361" y="125"/>
                  </a:cubicBezTo>
                  <a:cubicBezTo>
                    <a:pt x="357" y="102"/>
                    <a:pt x="357" y="102"/>
                    <a:pt x="357" y="102"/>
                  </a:cubicBezTo>
                  <a:cubicBezTo>
                    <a:pt x="381" y="86"/>
                    <a:pt x="368" y="29"/>
                    <a:pt x="368" y="29"/>
                  </a:cubicBezTo>
                  <a:close/>
                </a:path>
              </a:pathLst>
            </a:custGeom>
            <a:solidFill>
              <a:srgbClr val="F39F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7164" name="Freeform 849">
              <a:extLst>
                <a:ext uri="{FF2B5EF4-FFF2-40B4-BE49-F238E27FC236}">
                  <a16:creationId xmlns:a16="http://schemas.microsoft.com/office/drawing/2014/main" id="{C81AE96B-B953-4513-A689-B625D816E2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0" y="3856"/>
              <a:ext cx="55" cy="131"/>
            </a:xfrm>
            <a:custGeom>
              <a:avLst/>
              <a:gdLst>
                <a:gd name="T0" fmla="*/ 48 w 50"/>
                <a:gd name="T1" fmla="*/ 22 h 119"/>
                <a:gd name="T2" fmla="*/ 8 w 50"/>
                <a:gd name="T3" fmla="*/ 29 h 119"/>
                <a:gd name="T4" fmla="*/ 13 w 50"/>
                <a:gd name="T5" fmla="*/ 41 h 119"/>
                <a:gd name="T6" fmla="*/ 0 w 50"/>
                <a:gd name="T7" fmla="*/ 137 h 119"/>
                <a:gd name="T8" fmla="*/ 2 w 50"/>
                <a:gd name="T9" fmla="*/ 159 h 119"/>
                <a:gd name="T10" fmla="*/ 40 w 50"/>
                <a:gd name="T11" fmla="*/ 151 h 119"/>
                <a:gd name="T12" fmla="*/ 35 w 50"/>
                <a:gd name="T13" fmla="*/ 119 h 119"/>
                <a:gd name="T14" fmla="*/ 48 w 50"/>
                <a:gd name="T15" fmla="*/ 22 h 11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0" h="119">
                  <a:moveTo>
                    <a:pt x="36" y="16"/>
                  </a:moveTo>
                  <a:cubicBezTo>
                    <a:pt x="32" y="0"/>
                    <a:pt x="25" y="11"/>
                    <a:pt x="5" y="22"/>
                  </a:cubicBezTo>
                  <a:cubicBezTo>
                    <a:pt x="7" y="23"/>
                    <a:pt x="9" y="25"/>
                    <a:pt x="10" y="31"/>
                  </a:cubicBezTo>
                  <a:cubicBezTo>
                    <a:pt x="10" y="31"/>
                    <a:pt x="23" y="87"/>
                    <a:pt x="0" y="103"/>
                  </a:cubicBezTo>
                  <a:cubicBezTo>
                    <a:pt x="2" y="119"/>
                    <a:pt x="2" y="119"/>
                    <a:pt x="2" y="119"/>
                  </a:cubicBezTo>
                  <a:cubicBezTo>
                    <a:pt x="19" y="116"/>
                    <a:pt x="30" y="113"/>
                    <a:pt x="30" y="113"/>
                  </a:cubicBezTo>
                  <a:cubicBezTo>
                    <a:pt x="26" y="89"/>
                    <a:pt x="26" y="89"/>
                    <a:pt x="26" y="89"/>
                  </a:cubicBezTo>
                  <a:cubicBezTo>
                    <a:pt x="50" y="73"/>
                    <a:pt x="36" y="16"/>
                    <a:pt x="36" y="16"/>
                  </a:cubicBezTo>
                  <a:close/>
                </a:path>
              </a:pathLst>
            </a:custGeom>
            <a:solidFill>
              <a:srgbClr val="EF84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7165" name="Freeform 850">
              <a:extLst>
                <a:ext uri="{FF2B5EF4-FFF2-40B4-BE49-F238E27FC236}">
                  <a16:creationId xmlns:a16="http://schemas.microsoft.com/office/drawing/2014/main" id="{0968CDFE-EF5A-4DA2-99A2-EF8372B0B7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3" y="3842"/>
              <a:ext cx="420" cy="257"/>
            </a:xfrm>
            <a:custGeom>
              <a:avLst/>
              <a:gdLst>
                <a:gd name="T0" fmla="*/ 494 w 381"/>
                <a:gd name="T1" fmla="*/ 39 h 232"/>
                <a:gd name="T2" fmla="*/ 355 w 381"/>
                <a:gd name="T3" fmla="*/ 65 h 232"/>
                <a:gd name="T4" fmla="*/ 247 w 381"/>
                <a:gd name="T5" fmla="*/ 124 h 232"/>
                <a:gd name="T6" fmla="*/ 158 w 381"/>
                <a:gd name="T7" fmla="*/ 103 h 232"/>
                <a:gd name="T8" fmla="*/ 181 w 381"/>
                <a:gd name="T9" fmla="*/ 69 h 232"/>
                <a:gd name="T10" fmla="*/ 109 w 381"/>
                <a:gd name="T11" fmla="*/ 102 h 232"/>
                <a:gd name="T12" fmla="*/ 50 w 381"/>
                <a:gd name="T13" fmla="*/ 140 h 232"/>
                <a:gd name="T14" fmla="*/ 11 w 381"/>
                <a:gd name="T15" fmla="*/ 225 h 232"/>
                <a:gd name="T16" fmla="*/ 11 w 381"/>
                <a:gd name="T17" fmla="*/ 241 h 232"/>
                <a:gd name="T18" fmla="*/ 74 w 381"/>
                <a:gd name="T19" fmla="*/ 282 h 232"/>
                <a:gd name="T20" fmla="*/ 224 w 381"/>
                <a:gd name="T21" fmla="*/ 260 h 232"/>
                <a:gd name="T22" fmla="*/ 311 w 381"/>
                <a:gd name="T23" fmla="*/ 185 h 232"/>
                <a:gd name="T24" fmla="*/ 337 w 381"/>
                <a:gd name="T25" fmla="*/ 193 h 232"/>
                <a:gd name="T26" fmla="*/ 484 w 381"/>
                <a:gd name="T27" fmla="*/ 169 h 232"/>
                <a:gd name="T28" fmla="*/ 478 w 381"/>
                <a:gd name="T29" fmla="*/ 138 h 232"/>
                <a:gd name="T30" fmla="*/ 494 w 381"/>
                <a:gd name="T31" fmla="*/ 39 h 23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381" h="232">
                  <a:moveTo>
                    <a:pt x="368" y="29"/>
                  </a:moveTo>
                  <a:cubicBezTo>
                    <a:pt x="361" y="0"/>
                    <a:pt x="344" y="56"/>
                    <a:pt x="265" y="48"/>
                  </a:cubicBezTo>
                  <a:cubicBezTo>
                    <a:pt x="231" y="67"/>
                    <a:pt x="198" y="87"/>
                    <a:pt x="184" y="91"/>
                  </a:cubicBezTo>
                  <a:cubicBezTo>
                    <a:pt x="161" y="96"/>
                    <a:pt x="132" y="84"/>
                    <a:pt x="118" y="76"/>
                  </a:cubicBezTo>
                  <a:cubicBezTo>
                    <a:pt x="110" y="67"/>
                    <a:pt x="135" y="51"/>
                    <a:pt x="135" y="51"/>
                  </a:cubicBezTo>
                  <a:cubicBezTo>
                    <a:pt x="102" y="63"/>
                    <a:pt x="86" y="73"/>
                    <a:pt x="82" y="75"/>
                  </a:cubicBezTo>
                  <a:cubicBezTo>
                    <a:pt x="74" y="80"/>
                    <a:pt x="59" y="89"/>
                    <a:pt x="37" y="103"/>
                  </a:cubicBezTo>
                  <a:cubicBezTo>
                    <a:pt x="0" y="129"/>
                    <a:pt x="8" y="165"/>
                    <a:pt x="8" y="165"/>
                  </a:cubicBezTo>
                  <a:cubicBezTo>
                    <a:pt x="8" y="178"/>
                    <a:pt x="8" y="178"/>
                    <a:pt x="8" y="178"/>
                  </a:cubicBezTo>
                  <a:cubicBezTo>
                    <a:pt x="8" y="178"/>
                    <a:pt x="5" y="185"/>
                    <a:pt x="55" y="208"/>
                  </a:cubicBezTo>
                  <a:cubicBezTo>
                    <a:pt x="105" y="232"/>
                    <a:pt x="134" y="206"/>
                    <a:pt x="167" y="191"/>
                  </a:cubicBezTo>
                  <a:cubicBezTo>
                    <a:pt x="200" y="176"/>
                    <a:pt x="232" y="136"/>
                    <a:pt x="232" y="136"/>
                  </a:cubicBezTo>
                  <a:cubicBezTo>
                    <a:pt x="252" y="142"/>
                    <a:pt x="252" y="142"/>
                    <a:pt x="252" y="142"/>
                  </a:cubicBezTo>
                  <a:cubicBezTo>
                    <a:pt x="304" y="141"/>
                    <a:pt x="361" y="125"/>
                    <a:pt x="361" y="125"/>
                  </a:cubicBezTo>
                  <a:cubicBezTo>
                    <a:pt x="357" y="102"/>
                    <a:pt x="357" y="102"/>
                    <a:pt x="357" y="102"/>
                  </a:cubicBezTo>
                  <a:cubicBezTo>
                    <a:pt x="381" y="86"/>
                    <a:pt x="368" y="29"/>
                    <a:pt x="368" y="29"/>
                  </a:cubicBezTo>
                  <a:close/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7166" name="Freeform 851">
              <a:extLst>
                <a:ext uri="{FF2B5EF4-FFF2-40B4-BE49-F238E27FC236}">
                  <a16:creationId xmlns:a16="http://schemas.microsoft.com/office/drawing/2014/main" id="{B285D56F-33C0-4E86-90C7-B87ED0BF6E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9" y="3954"/>
              <a:ext cx="140" cy="39"/>
            </a:xfrm>
            <a:custGeom>
              <a:avLst/>
              <a:gdLst>
                <a:gd name="T0" fmla="*/ 0 w 127"/>
                <a:gd name="T1" fmla="*/ 48 h 35"/>
                <a:gd name="T2" fmla="*/ 56 w 127"/>
                <a:gd name="T3" fmla="*/ 33 h 35"/>
                <a:gd name="T4" fmla="*/ 170 w 127"/>
                <a:gd name="T5" fmla="*/ 0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7" h="35">
                  <a:moveTo>
                    <a:pt x="0" y="35"/>
                  </a:moveTo>
                  <a:cubicBezTo>
                    <a:pt x="0" y="35"/>
                    <a:pt x="13" y="24"/>
                    <a:pt x="42" y="24"/>
                  </a:cubicBezTo>
                  <a:cubicBezTo>
                    <a:pt x="71" y="24"/>
                    <a:pt x="109" y="14"/>
                    <a:pt x="127" y="0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7167" name="Line 852">
              <a:extLst>
                <a:ext uri="{FF2B5EF4-FFF2-40B4-BE49-F238E27FC236}">
                  <a16:creationId xmlns:a16="http://schemas.microsoft.com/office/drawing/2014/main" id="{48994641-8FA1-4254-B079-15F2D8A32C6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661" y="3985"/>
              <a:ext cx="1" cy="15"/>
            </a:xfrm>
            <a:prstGeom prst="line">
              <a:avLst/>
            </a:prstGeom>
            <a:noFill/>
            <a:ln w="7938" cap="rnd">
              <a:solidFill>
                <a:srgbClr val="343434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7168" name="Freeform 853">
              <a:extLst>
                <a:ext uri="{FF2B5EF4-FFF2-40B4-BE49-F238E27FC236}">
                  <a16:creationId xmlns:a16="http://schemas.microsoft.com/office/drawing/2014/main" id="{09B6C592-A48B-4EE3-B1AC-57C174B2D0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2" y="3992"/>
              <a:ext cx="245" cy="81"/>
            </a:xfrm>
            <a:custGeom>
              <a:avLst/>
              <a:gdLst>
                <a:gd name="T0" fmla="*/ 0 w 222"/>
                <a:gd name="T1" fmla="*/ 41 h 73"/>
                <a:gd name="T2" fmla="*/ 103 w 222"/>
                <a:gd name="T3" fmla="*/ 94 h 73"/>
                <a:gd name="T4" fmla="*/ 298 w 222"/>
                <a:gd name="T5" fmla="*/ 0 h 7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2" h="73">
                  <a:moveTo>
                    <a:pt x="0" y="30"/>
                  </a:moveTo>
                  <a:cubicBezTo>
                    <a:pt x="0" y="30"/>
                    <a:pt x="51" y="67"/>
                    <a:pt x="76" y="69"/>
                  </a:cubicBezTo>
                  <a:cubicBezTo>
                    <a:pt x="100" y="70"/>
                    <a:pt x="146" y="73"/>
                    <a:pt x="222" y="0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7169" name="Freeform 854">
              <a:extLst>
                <a:ext uri="{FF2B5EF4-FFF2-40B4-BE49-F238E27FC236}">
                  <a16:creationId xmlns:a16="http://schemas.microsoft.com/office/drawing/2014/main" id="{A76243A7-9060-4E44-81C0-189E759C3CE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1" y="3841"/>
              <a:ext cx="131" cy="81"/>
            </a:xfrm>
            <a:custGeom>
              <a:avLst/>
              <a:gdLst>
                <a:gd name="T0" fmla="*/ 159 w 119"/>
                <a:gd name="T1" fmla="*/ 78 h 73"/>
                <a:gd name="T2" fmla="*/ 15 w 119"/>
                <a:gd name="T3" fmla="*/ 0 h 73"/>
                <a:gd name="T4" fmla="*/ 0 w 119"/>
                <a:gd name="T5" fmla="*/ 16 h 73"/>
                <a:gd name="T6" fmla="*/ 138 w 119"/>
                <a:gd name="T7" fmla="*/ 92 h 73"/>
                <a:gd name="T8" fmla="*/ 159 w 119"/>
                <a:gd name="T9" fmla="*/ 78 h 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9" h="73">
                  <a:moveTo>
                    <a:pt x="119" y="57"/>
                  </a:moveTo>
                  <a:cubicBezTo>
                    <a:pt x="119" y="57"/>
                    <a:pt x="58" y="9"/>
                    <a:pt x="12" y="0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12"/>
                    <a:pt x="32" y="16"/>
                    <a:pt x="104" y="68"/>
                  </a:cubicBezTo>
                  <a:cubicBezTo>
                    <a:pt x="104" y="68"/>
                    <a:pt x="118" y="73"/>
                    <a:pt x="119" y="57"/>
                  </a:cubicBezTo>
                  <a:close/>
                </a:path>
              </a:pathLst>
            </a:custGeom>
            <a:solidFill>
              <a:srgbClr val="F39F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7170" name="Freeform 855">
              <a:extLst>
                <a:ext uri="{FF2B5EF4-FFF2-40B4-BE49-F238E27FC236}">
                  <a16:creationId xmlns:a16="http://schemas.microsoft.com/office/drawing/2014/main" id="{26A6F2C7-EF12-4D1D-AB68-D336C360CAF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1" y="3841"/>
              <a:ext cx="131" cy="81"/>
            </a:xfrm>
            <a:custGeom>
              <a:avLst/>
              <a:gdLst>
                <a:gd name="T0" fmla="*/ 159 w 119"/>
                <a:gd name="T1" fmla="*/ 78 h 73"/>
                <a:gd name="T2" fmla="*/ 15 w 119"/>
                <a:gd name="T3" fmla="*/ 0 h 73"/>
                <a:gd name="T4" fmla="*/ 0 w 119"/>
                <a:gd name="T5" fmla="*/ 16 h 73"/>
                <a:gd name="T6" fmla="*/ 138 w 119"/>
                <a:gd name="T7" fmla="*/ 92 h 73"/>
                <a:gd name="T8" fmla="*/ 159 w 119"/>
                <a:gd name="T9" fmla="*/ 78 h 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9" h="73">
                  <a:moveTo>
                    <a:pt x="119" y="57"/>
                  </a:moveTo>
                  <a:cubicBezTo>
                    <a:pt x="119" y="57"/>
                    <a:pt x="58" y="9"/>
                    <a:pt x="12" y="0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12"/>
                    <a:pt x="32" y="16"/>
                    <a:pt x="104" y="68"/>
                  </a:cubicBezTo>
                  <a:cubicBezTo>
                    <a:pt x="104" y="68"/>
                    <a:pt x="118" y="73"/>
                    <a:pt x="119" y="57"/>
                  </a:cubicBezTo>
                  <a:close/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7171" name="Freeform 856">
              <a:extLst>
                <a:ext uri="{FF2B5EF4-FFF2-40B4-BE49-F238E27FC236}">
                  <a16:creationId xmlns:a16="http://schemas.microsoft.com/office/drawing/2014/main" id="{177E7A12-2D78-4C95-ADBE-6FEA4A21F43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5" y="3987"/>
              <a:ext cx="13" cy="9"/>
            </a:xfrm>
            <a:custGeom>
              <a:avLst/>
              <a:gdLst>
                <a:gd name="T0" fmla="*/ 15 w 12"/>
                <a:gd name="T1" fmla="*/ 0 h 8"/>
                <a:gd name="T2" fmla="*/ 15 w 12"/>
                <a:gd name="T3" fmla="*/ 11 h 8"/>
                <a:gd name="T4" fmla="*/ 0 w 12"/>
                <a:gd name="T5" fmla="*/ 7 h 8"/>
                <a:gd name="T6" fmla="*/ 15 w 12"/>
                <a:gd name="T7" fmla="*/ 0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8">
                  <a:moveTo>
                    <a:pt x="12" y="0"/>
                  </a:moveTo>
                  <a:cubicBezTo>
                    <a:pt x="12" y="8"/>
                    <a:pt x="12" y="8"/>
                    <a:pt x="12" y="8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4"/>
                    <a:pt x="10" y="0"/>
                    <a:pt x="12" y="0"/>
                  </a:cubicBezTo>
                  <a:close/>
                </a:path>
              </a:pathLst>
            </a:custGeom>
            <a:solidFill>
              <a:srgbClr val="EF84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7172" name="Freeform 857">
              <a:extLst>
                <a:ext uri="{FF2B5EF4-FFF2-40B4-BE49-F238E27FC236}">
                  <a16:creationId xmlns:a16="http://schemas.microsoft.com/office/drawing/2014/main" id="{570829D9-C7A5-44AB-8E0B-86AA654BF0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3" y="3941"/>
              <a:ext cx="168" cy="142"/>
            </a:xfrm>
            <a:custGeom>
              <a:avLst/>
              <a:gdLst>
                <a:gd name="T0" fmla="*/ 81 w 152"/>
                <a:gd name="T1" fmla="*/ 0 h 128"/>
                <a:gd name="T2" fmla="*/ 10 w 152"/>
                <a:gd name="T3" fmla="*/ 64 h 128"/>
                <a:gd name="T4" fmla="*/ 34 w 152"/>
                <a:gd name="T5" fmla="*/ 120 h 128"/>
                <a:gd name="T6" fmla="*/ 206 w 152"/>
                <a:gd name="T7" fmla="*/ 126 h 128"/>
                <a:gd name="T8" fmla="*/ 165 w 152"/>
                <a:gd name="T9" fmla="*/ 77 h 128"/>
                <a:gd name="T10" fmla="*/ 81 w 152"/>
                <a:gd name="T11" fmla="*/ 0 h 1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2" h="128">
                  <a:moveTo>
                    <a:pt x="60" y="0"/>
                  </a:moveTo>
                  <a:cubicBezTo>
                    <a:pt x="60" y="0"/>
                    <a:pt x="10" y="30"/>
                    <a:pt x="7" y="47"/>
                  </a:cubicBezTo>
                  <a:cubicBezTo>
                    <a:pt x="4" y="64"/>
                    <a:pt x="0" y="73"/>
                    <a:pt x="25" y="87"/>
                  </a:cubicBezTo>
                  <a:cubicBezTo>
                    <a:pt x="50" y="102"/>
                    <a:pt x="82" y="128"/>
                    <a:pt x="152" y="93"/>
                  </a:cubicBezTo>
                  <a:cubicBezTo>
                    <a:pt x="152" y="93"/>
                    <a:pt x="152" y="67"/>
                    <a:pt x="122" y="56"/>
                  </a:cubicBezTo>
                  <a:cubicBezTo>
                    <a:pt x="93" y="45"/>
                    <a:pt x="1" y="42"/>
                    <a:pt x="60" y="0"/>
                  </a:cubicBezTo>
                  <a:close/>
                </a:path>
              </a:pathLst>
            </a:custGeom>
            <a:solidFill>
              <a:srgbClr val="F7B6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7173" name="Freeform 858">
              <a:extLst>
                <a:ext uri="{FF2B5EF4-FFF2-40B4-BE49-F238E27FC236}">
                  <a16:creationId xmlns:a16="http://schemas.microsoft.com/office/drawing/2014/main" id="{A0F3F673-E329-4186-8146-FF0C3BA037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0" y="3972"/>
              <a:ext cx="32" cy="52"/>
            </a:xfrm>
            <a:custGeom>
              <a:avLst/>
              <a:gdLst>
                <a:gd name="T0" fmla="*/ 39 w 29"/>
                <a:gd name="T1" fmla="*/ 0 h 47"/>
                <a:gd name="T2" fmla="*/ 22 w 29"/>
                <a:gd name="T3" fmla="*/ 64 h 47"/>
                <a:gd name="T4" fmla="*/ 39 w 29"/>
                <a:gd name="T5" fmla="*/ 0 h 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47">
                  <a:moveTo>
                    <a:pt x="29" y="0"/>
                  </a:moveTo>
                  <a:cubicBezTo>
                    <a:pt x="29" y="0"/>
                    <a:pt x="0" y="21"/>
                    <a:pt x="16" y="47"/>
                  </a:cubicBezTo>
                  <a:cubicBezTo>
                    <a:pt x="16" y="47"/>
                    <a:pt x="4" y="24"/>
                    <a:pt x="29" y="0"/>
                  </a:cubicBezTo>
                  <a:close/>
                </a:path>
              </a:pathLst>
            </a:custGeom>
            <a:solidFill>
              <a:srgbClr val="F9E4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7174" name="Freeform 859">
              <a:extLst>
                <a:ext uri="{FF2B5EF4-FFF2-40B4-BE49-F238E27FC236}">
                  <a16:creationId xmlns:a16="http://schemas.microsoft.com/office/drawing/2014/main" id="{9B8EA27C-8F86-43EE-B937-3E1AE8A112F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4" y="3842"/>
              <a:ext cx="421" cy="257"/>
            </a:xfrm>
            <a:custGeom>
              <a:avLst/>
              <a:gdLst>
                <a:gd name="T0" fmla="*/ 17 w 382"/>
                <a:gd name="T1" fmla="*/ 39 h 232"/>
                <a:gd name="T2" fmla="*/ 155 w 382"/>
                <a:gd name="T3" fmla="*/ 65 h 232"/>
                <a:gd name="T4" fmla="*/ 263 w 382"/>
                <a:gd name="T5" fmla="*/ 124 h 232"/>
                <a:gd name="T6" fmla="*/ 354 w 382"/>
                <a:gd name="T7" fmla="*/ 103 h 232"/>
                <a:gd name="T8" fmla="*/ 331 w 382"/>
                <a:gd name="T9" fmla="*/ 69 h 232"/>
                <a:gd name="T10" fmla="*/ 401 w 382"/>
                <a:gd name="T11" fmla="*/ 102 h 232"/>
                <a:gd name="T12" fmla="*/ 461 w 382"/>
                <a:gd name="T13" fmla="*/ 140 h 232"/>
                <a:gd name="T14" fmla="*/ 499 w 382"/>
                <a:gd name="T15" fmla="*/ 225 h 232"/>
                <a:gd name="T16" fmla="*/ 499 w 382"/>
                <a:gd name="T17" fmla="*/ 241 h 232"/>
                <a:gd name="T18" fmla="*/ 436 w 382"/>
                <a:gd name="T19" fmla="*/ 282 h 232"/>
                <a:gd name="T20" fmla="*/ 287 w 382"/>
                <a:gd name="T21" fmla="*/ 260 h 232"/>
                <a:gd name="T22" fmla="*/ 199 w 382"/>
                <a:gd name="T23" fmla="*/ 185 h 232"/>
                <a:gd name="T24" fmla="*/ 172 w 382"/>
                <a:gd name="T25" fmla="*/ 193 h 232"/>
                <a:gd name="T26" fmla="*/ 26 w 382"/>
                <a:gd name="T27" fmla="*/ 169 h 232"/>
                <a:gd name="T28" fmla="*/ 32 w 382"/>
                <a:gd name="T29" fmla="*/ 138 h 232"/>
                <a:gd name="T30" fmla="*/ 17 w 382"/>
                <a:gd name="T31" fmla="*/ 39 h 23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382" h="232">
                  <a:moveTo>
                    <a:pt x="13" y="29"/>
                  </a:moveTo>
                  <a:cubicBezTo>
                    <a:pt x="20" y="0"/>
                    <a:pt x="38" y="56"/>
                    <a:pt x="116" y="48"/>
                  </a:cubicBezTo>
                  <a:cubicBezTo>
                    <a:pt x="150" y="67"/>
                    <a:pt x="183" y="87"/>
                    <a:pt x="197" y="91"/>
                  </a:cubicBezTo>
                  <a:cubicBezTo>
                    <a:pt x="220" y="96"/>
                    <a:pt x="249" y="84"/>
                    <a:pt x="264" y="76"/>
                  </a:cubicBezTo>
                  <a:cubicBezTo>
                    <a:pt x="271" y="67"/>
                    <a:pt x="247" y="51"/>
                    <a:pt x="247" y="51"/>
                  </a:cubicBezTo>
                  <a:cubicBezTo>
                    <a:pt x="279" y="63"/>
                    <a:pt x="295" y="73"/>
                    <a:pt x="299" y="75"/>
                  </a:cubicBezTo>
                  <a:cubicBezTo>
                    <a:pt x="308" y="80"/>
                    <a:pt x="322" y="89"/>
                    <a:pt x="344" y="103"/>
                  </a:cubicBezTo>
                  <a:cubicBezTo>
                    <a:pt x="382" y="129"/>
                    <a:pt x="373" y="165"/>
                    <a:pt x="373" y="165"/>
                  </a:cubicBezTo>
                  <a:cubicBezTo>
                    <a:pt x="373" y="178"/>
                    <a:pt x="373" y="178"/>
                    <a:pt x="373" y="178"/>
                  </a:cubicBezTo>
                  <a:cubicBezTo>
                    <a:pt x="373" y="178"/>
                    <a:pt x="376" y="185"/>
                    <a:pt x="326" y="208"/>
                  </a:cubicBezTo>
                  <a:cubicBezTo>
                    <a:pt x="276" y="232"/>
                    <a:pt x="248" y="206"/>
                    <a:pt x="214" y="191"/>
                  </a:cubicBezTo>
                  <a:cubicBezTo>
                    <a:pt x="181" y="176"/>
                    <a:pt x="149" y="136"/>
                    <a:pt x="149" y="136"/>
                  </a:cubicBezTo>
                  <a:cubicBezTo>
                    <a:pt x="129" y="142"/>
                    <a:pt x="129" y="142"/>
                    <a:pt x="129" y="142"/>
                  </a:cubicBezTo>
                  <a:cubicBezTo>
                    <a:pt x="78" y="141"/>
                    <a:pt x="20" y="125"/>
                    <a:pt x="20" y="125"/>
                  </a:cubicBezTo>
                  <a:cubicBezTo>
                    <a:pt x="24" y="102"/>
                    <a:pt x="24" y="102"/>
                    <a:pt x="24" y="102"/>
                  </a:cubicBezTo>
                  <a:cubicBezTo>
                    <a:pt x="0" y="86"/>
                    <a:pt x="13" y="29"/>
                    <a:pt x="13" y="29"/>
                  </a:cubicBezTo>
                  <a:close/>
                </a:path>
              </a:pathLst>
            </a:custGeom>
            <a:solidFill>
              <a:srgbClr val="F39F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7175" name="Freeform 860">
              <a:extLst>
                <a:ext uri="{FF2B5EF4-FFF2-40B4-BE49-F238E27FC236}">
                  <a16:creationId xmlns:a16="http://schemas.microsoft.com/office/drawing/2014/main" id="{96D37759-263C-42CA-9DBB-17792AA795F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3" y="3856"/>
              <a:ext cx="55" cy="131"/>
            </a:xfrm>
            <a:custGeom>
              <a:avLst/>
              <a:gdLst>
                <a:gd name="T0" fmla="*/ 31 w 50"/>
                <a:gd name="T1" fmla="*/ 119 h 119"/>
                <a:gd name="T2" fmla="*/ 25 w 50"/>
                <a:gd name="T3" fmla="*/ 151 h 119"/>
                <a:gd name="T4" fmla="*/ 63 w 50"/>
                <a:gd name="T5" fmla="*/ 159 h 119"/>
                <a:gd name="T6" fmla="*/ 67 w 50"/>
                <a:gd name="T7" fmla="*/ 137 h 119"/>
                <a:gd name="T8" fmla="*/ 52 w 50"/>
                <a:gd name="T9" fmla="*/ 41 h 119"/>
                <a:gd name="T10" fmla="*/ 58 w 50"/>
                <a:gd name="T11" fmla="*/ 29 h 119"/>
                <a:gd name="T12" fmla="*/ 17 w 50"/>
                <a:gd name="T13" fmla="*/ 22 h 119"/>
                <a:gd name="T14" fmla="*/ 31 w 50"/>
                <a:gd name="T15" fmla="*/ 119 h 11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0" h="119">
                  <a:moveTo>
                    <a:pt x="23" y="89"/>
                  </a:moveTo>
                  <a:cubicBezTo>
                    <a:pt x="19" y="113"/>
                    <a:pt x="19" y="113"/>
                    <a:pt x="19" y="113"/>
                  </a:cubicBezTo>
                  <a:cubicBezTo>
                    <a:pt x="19" y="113"/>
                    <a:pt x="30" y="116"/>
                    <a:pt x="47" y="119"/>
                  </a:cubicBezTo>
                  <a:cubicBezTo>
                    <a:pt x="50" y="103"/>
                    <a:pt x="50" y="103"/>
                    <a:pt x="50" y="103"/>
                  </a:cubicBezTo>
                  <a:cubicBezTo>
                    <a:pt x="26" y="87"/>
                    <a:pt x="39" y="31"/>
                    <a:pt x="39" y="31"/>
                  </a:cubicBezTo>
                  <a:cubicBezTo>
                    <a:pt x="41" y="25"/>
                    <a:pt x="42" y="23"/>
                    <a:pt x="44" y="22"/>
                  </a:cubicBezTo>
                  <a:cubicBezTo>
                    <a:pt x="24" y="11"/>
                    <a:pt x="17" y="0"/>
                    <a:pt x="13" y="16"/>
                  </a:cubicBezTo>
                  <a:cubicBezTo>
                    <a:pt x="13" y="16"/>
                    <a:pt x="0" y="73"/>
                    <a:pt x="23" y="89"/>
                  </a:cubicBezTo>
                  <a:close/>
                </a:path>
              </a:pathLst>
            </a:custGeom>
            <a:solidFill>
              <a:srgbClr val="EF84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7176" name="Freeform 861">
              <a:extLst>
                <a:ext uri="{FF2B5EF4-FFF2-40B4-BE49-F238E27FC236}">
                  <a16:creationId xmlns:a16="http://schemas.microsoft.com/office/drawing/2014/main" id="{3E00C842-BCC5-4EA7-8557-C4C445C9D8D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4" y="3842"/>
              <a:ext cx="421" cy="257"/>
            </a:xfrm>
            <a:custGeom>
              <a:avLst/>
              <a:gdLst>
                <a:gd name="T0" fmla="*/ 17 w 382"/>
                <a:gd name="T1" fmla="*/ 39 h 232"/>
                <a:gd name="T2" fmla="*/ 155 w 382"/>
                <a:gd name="T3" fmla="*/ 65 h 232"/>
                <a:gd name="T4" fmla="*/ 263 w 382"/>
                <a:gd name="T5" fmla="*/ 124 h 232"/>
                <a:gd name="T6" fmla="*/ 354 w 382"/>
                <a:gd name="T7" fmla="*/ 103 h 232"/>
                <a:gd name="T8" fmla="*/ 331 w 382"/>
                <a:gd name="T9" fmla="*/ 69 h 232"/>
                <a:gd name="T10" fmla="*/ 401 w 382"/>
                <a:gd name="T11" fmla="*/ 102 h 232"/>
                <a:gd name="T12" fmla="*/ 461 w 382"/>
                <a:gd name="T13" fmla="*/ 140 h 232"/>
                <a:gd name="T14" fmla="*/ 499 w 382"/>
                <a:gd name="T15" fmla="*/ 225 h 232"/>
                <a:gd name="T16" fmla="*/ 499 w 382"/>
                <a:gd name="T17" fmla="*/ 241 h 232"/>
                <a:gd name="T18" fmla="*/ 436 w 382"/>
                <a:gd name="T19" fmla="*/ 282 h 232"/>
                <a:gd name="T20" fmla="*/ 287 w 382"/>
                <a:gd name="T21" fmla="*/ 260 h 232"/>
                <a:gd name="T22" fmla="*/ 199 w 382"/>
                <a:gd name="T23" fmla="*/ 185 h 232"/>
                <a:gd name="T24" fmla="*/ 172 w 382"/>
                <a:gd name="T25" fmla="*/ 193 h 232"/>
                <a:gd name="T26" fmla="*/ 26 w 382"/>
                <a:gd name="T27" fmla="*/ 169 h 232"/>
                <a:gd name="T28" fmla="*/ 32 w 382"/>
                <a:gd name="T29" fmla="*/ 138 h 232"/>
                <a:gd name="T30" fmla="*/ 17 w 382"/>
                <a:gd name="T31" fmla="*/ 39 h 23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382" h="232">
                  <a:moveTo>
                    <a:pt x="13" y="29"/>
                  </a:moveTo>
                  <a:cubicBezTo>
                    <a:pt x="20" y="0"/>
                    <a:pt x="38" y="56"/>
                    <a:pt x="116" y="48"/>
                  </a:cubicBezTo>
                  <a:cubicBezTo>
                    <a:pt x="150" y="67"/>
                    <a:pt x="183" y="87"/>
                    <a:pt x="197" y="91"/>
                  </a:cubicBezTo>
                  <a:cubicBezTo>
                    <a:pt x="220" y="96"/>
                    <a:pt x="249" y="84"/>
                    <a:pt x="264" y="76"/>
                  </a:cubicBezTo>
                  <a:cubicBezTo>
                    <a:pt x="271" y="67"/>
                    <a:pt x="247" y="51"/>
                    <a:pt x="247" y="51"/>
                  </a:cubicBezTo>
                  <a:cubicBezTo>
                    <a:pt x="279" y="63"/>
                    <a:pt x="295" y="73"/>
                    <a:pt x="299" y="75"/>
                  </a:cubicBezTo>
                  <a:cubicBezTo>
                    <a:pt x="308" y="80"/>
                    <a:pt x="322" y="89"/>
                    <a:pt x="344" y="103"/>
                  </a:cubicBezTo>
                  <a:cubicBezTo>
                    <a:pt x="382" y="129"/>
                    <a:pt x="373" y="165"/>
                    <a:pt x="373" y="165"/>
                  </a:cubicBezTo>
                  <a:cubicBezTo>
                    <a:pt x="373" y="178"/>
                    <a:pt x="373" y="178"/>
                    <a:pt x="373" y="178"/>
                  </a:cubicBezTo>
                  <a:cubicBezTo>
                    <a:pt x="373" y="178"/>
                    <a:pt x="376" y="185"/>
                    <a:pt x="326" y="208"/>
                  </a:cubicBezTo>
                  <a:cubicBezTo>
                    <a:pt x="276" y="232"/>
                    <a:pt x="248" y="206"/>
                    <a:pt x="214" y="191"/>
                  </a:cubicBezTo>
                  <a:cubicBezTo>
                    <a:pt x="181" y="176"/>
                    <a:pt x="149" y="136"/>
                    <a:pt x="149" y="136"/>
                  </a:cubicBezTo>
                  <a:cubicBezTo>
                    <a:pt x="129" y="142"/>
                    <a:pt x="129" y="142"/>
                    <a:pt x="129" y="142"/>
                  </a:cubicBezTo>
                  <a:cubicBezTo>
                    <a:pt x="78" y="141"/>
                    <a:pt x="20" y="125"/>
                    <a:pt x="20" y="125"/>
                  </a:cubicBezTo>
                  <a:cubicBezTo>
                    <a:pt x="24" y="102"/>
                    <a:pt x="24" y="102"/>
                    <a:pt x="24" y="102"/>
                  </a:cubicBezTo>
                  <a:cubicBezTo>
                    <a:pt x="0" y="86"/>
                    <a:pt x="13" y="29"/>
                    <a:pt x="13" y="29"/>
                  </a:cubicBezTo>
                  <a:close/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7177" name="Freeform 862">
              <a:extLst>
                <a:ext uri="{FF2B5EF4-FFF2-40B4-BE49-F238E27FC236}">
                  <a16:creationId xmlns:a16="http://schemas.microsoft.com/office/drawing/2014/main" id="{993AEA1B-03F5-467C-8604-CB84FCAF686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8" y="3954"/>
              <a:ext cx="140" cy="39"/>
            </a:xfrm>
            <a:custGeom>
              <a:avLst/>
              <a:gdLst>
                <a:gd name="T0" fmla="*/ 170 w 127"/>
                <a:gd name="T1" fmla="*/ 48 h 35"/>
                <a:gd name="T2" fmla="*/ 115 w 127"/>
                <a:gd name="T3" fmla="*/ 33 h 35"/>
                <a:gd name="T4" fmla="*/ 0 w 127"/>
                <a:gd name="T5" fmla="*/ 0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7" h="35">
                  <a:moveTo>
                    <a:pt x="127" y="35"/>
                  </a:moveTo>
                  <a:cubicBezTo>
                    <a:pt x="127" y="35"/>
                    <a:pt x="114" y="24"/>
                    <a:pt x="85" y="24"/>
                  </a:cubicBezTo>
                  <a:cubicBezTo>
                    <a:pt x="56" y="24"/>
                    <a:pt x="18" y="14"/>
                    <a:pt x="0" y="0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7178" name="Line 863">
              <a:extLst>
                <a:ext uri="{FF2B5EF4-FFF2-40B4-BE49-F238E27FC236}">
                  <a16:creationId xmlns:a16="http://schemas.microsoft.com/office/drawing/2014/main" id="{D7640EF2-DF0B-4C1A-B385-E9E1759FED5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676" y="3985"/>
              <a:ext cx="1" cy="15"/>
            </a:xfrm>
            <a:prstGeom prst="line">
              <a:avLst/>
            </a:prstGeom>
            <a:noFill/>
            <a:ln w="7938" cap="rnd">
              <a:solidFill>
                <a:srgbClr val="343434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7179" name="Freeform 864">
              <a:extLst>
                <a:ext uri="{FF2B5EF4-FFF2-40B4-BE49-F238E27FC236}">
                  <a16:creationId xmlns:a16="http://schemas.microsoft.com/office/drawing/2014/main" id="{FEF1F42A-75E2-421D-9BEC-94D7C64F7C2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0" y="3992"/>
              <a:ext cx="245" cy="81"/>
            </a:xfrm>
            <a:custGeom>
              <a:avLst/>
              <a:gdLst>
                <a:gd name="T0" fmla="*/ 298 w 222"/>
                <a:gd name="T1" fmla="*/ 41 h 73"/>
                <a:gd name="T2" fmla="*/ 196 w 222"/>
                <a:gd name="T3" fmla="*/ 94 h 73"/>
                <a:gd name="T4" fmla="*/ 0 w 222"/>
                <a:gd name="T5" fmla="*/ 0 h 7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2" h="73">
                  <a:moveTo>
                    <a:pt x="222" y="30"/>
                  </a:moveTo>
                  <a:cubicBezTo>
                    <a:pt x="222" y="30"/>
                    <a:pt x="171" y="67"/>
                    <a:pt x="146" y="69"/>
                  </a:cubicBezTo>
                  <a:cubicBezTo>
                    <a:pt x="122" y="70"/>
                    <a:pt x="76" y="73"/>
                    <a:pt x="0" y="0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7180" name="Freeform 865">
              <a:extLst>
                <a:ext uri="{FF2B5EF4-FFF2-40B4-BE49-F238E27FC236}">
                  <a16:creationId xmlns:a16="http://schemas.microsoft.com/office/drawing/2014/main" id="{18DDE898-0B69-45AB-A717-C5BDC1E8349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5" y="3841"/>
              <a:ext cx="131" cy="81"/>
            </a:xfrm>
            <a:custGeom>
              <a:avLst/>
              <a:gdLst>
                <a:gd name="T0" fmla="*/ 0 w 119"/>
                <a:gd name="T1" fmla="*/ 78 h 73"/>
                <a:gd name="T2" fmla="*/ 144 w 119"/>
                <a:gd name="T3" fmla="*/ 0 h 73"/>
                <a:gd name="T4" fmla="*/ 159 w 119"/>
                <a:gd name="T5" fmla="*/ 16 h 73"/>
                <a:gd name="T6" fmla="*/ 21 w 119"/>
                <a:gd name="T7" fmla="*/ 92 h 73"/>
                <a:gd name="T8" fmla="*/ 0 w 119"/>
                <a:gd name="T9" fmla="*/ 78 h 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9" h="73">
                  <a:moveTo>
                    <a:pt x="0" y="57"/>
                  </a:moveTo>
                  <a:cubicBezTo>
                    <a:pt x="0" y="57"/>
                    <a:pt x="62" y="9"/>
                    <a:pt x="108" y="0"/>
                  </a:cubicBezTo>
                  <a:cubicBezTo>
                    <a:pt x="119" y="12"/>
                    <a:pt x="119" y="12"/>
                    <a:pt x="119" y="12"/>
                  </a:cubicBezTo>
                  <a:cubicBezTo>
                    <a:pt x="119" y="12"/>
                    <a:pt x="88" y="16"/>
                    <a:pt x="15" y="68"/>
                  </a:cubicBezTo>
                  <a:cubicBezTo>
                    <a:pt x="15" y="68"/>
                    <a:pt x="1" y="73"/>
                    <a:pt x="0" y="57"/>
                  </a:cubicBezTo>
                  <a:close/>
                </a:path>
              </a:pathLst>
            </a:custGeom>
            <a:solidFill>
              <a:srgbClr val="F39F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7181" name="Freeform 866">
              <a:extLst>
                <a:ext uri="{FF2B5EF4-FFF2-40B4-BE49-F238E27FC236}">
                  <a16:creationId xmlns:a16="http://schemas.microsoft.com/office/drawing/2014/main" id="{671983F6-6B64-4229-A291-EEEA47AE74F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5" y="3841"/>
              <a:ext cx="131" cy="81"/>
            </a:xfrm>
            <a:custGeom>
              <a:avLst/>
              <a:gdLst>
                <a:gd name="T0" fmla="*/ 0 w 119"/>
                <a:gd name="T1" fmla="*/ 78 h 73"/>
                <a:gd name="T2" fmla="*/ 144 w 119"/>
                <a:gd name="T3" fmla="*/ 0 h 73"/>
                <a:gd name="T4" fmla="*/ 159 w 119"/>
                <a:gd name="T5" fmla="*/ 16 h 73"/>
                <a:gd name="T6" fmla="*/ 21 w 119"/>
                <a:gd name="T7" fmla="*/ 92 h 73"/>
                <a:gd name="T8" fmla="*/ 0 w 119"/>
                <a:gd name="T9" fmla="*/ 78 h 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9" h="73">
                  <a:moveTo>
                    <a:pt x="0" y="57"/>
                  </a:moveTo>
                  <a:cubicBezTo>
                    <a:pt x="0" y="57"/>
                    <a:pt x="62" y="9"/>
                    <a:pt x="108" y="0"/>
                  </a:cubicBezTo>
                  <a:cubicBezTo>
                    <a:pt x="119" y="12"/>
                    <a:pt x="119" y="12"/>
                    <a:pt x="119" y="12"/>
                  </a:cubicBezTo>
                  <a:cubicBezTo>
                    <a:pt x="119" y="12"/>
                    <a:pt x="88" y="16"/>
                    <a:pt x="15" y="68"/>
                  </a:cubicBezTo>
                  <a:cubicBezTo>
                    <a:pt x="15" y="68"/>
                    <a:pt x="1" y="73"/>
                    <a:pt x="0" y="57"/>
                  </a:cubicBezTo>
                  <a:close/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7182" name="Freeform 867">
              <a:extLst>
                <a:ext uri="{FF2B5EF4-FFF2-40B4-BE49-F238E27FC236}">
                  <a16:creationId xmlns:a16="http://schemas.microsoft.com/office/drawing/2014/main" id="{3D7EFFEA-F892-4BE6-AFF2-2DF35649AE2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9" y="3987"/>
              <a:ext cx="14" cy="9"/>
            </a:xfrm>
            <a:custGeom>
              <a:avLst/>
              <a:gdLst>
                <a:gd name="T0" fmla="*/ 0 w 12"/>
                <a:gd name="T1" fmla="*/ 0 h 8"/>
                <a:gd name="T2" fmla="*/ 0 w 12"/>
                <a:gd name="T3" fmla="*/ 11 h 8"/>
                <a:gd name="T4" fmla="*/ 19 w 12"/>
                <a:gd name="T5" fmla="*/ 7 h 8"/>
                <a:gd name="T6" fmla="*/ 0 w 12"/>
                <a:gd name="T7" fmla="*/ 0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8">
                  <a:moveTo>
                    <a:pt x="0" y="0"/>
                  </a:moveTo>
                  <a:cubicBezTo>
                    <a:pt x="0" y="8"/>
                    <a:pt x="0" y="8"/>
                    <a:pt x="0" y="8"/>
                  </a:cubicBezTo>
                  <a:cubicBezTo>
                    <a:pt x="12" y="4"/>
                    <a:pt x="12" y="4"/>
                    <a:pt x="12" y="4"/>
                  </a:cubicBezTo>
                  <a:cubicBezTo>
                    <a:pt x="12" y="4"/>
                    <a:pt x="3" y="0"/>
                    <a:pt x="0" y="0"/>
                  </a:cubicBezTo>
                  <a:close/>
                </a:path>
              </a:pathLst>
            </a:custGeom>
            <a:solidFill>
              <a:srgbClr val="EF84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7183" name="Freeform 868">
              <a:extLst>
                <a:ext uri="{FF2B5EF4-FFF2-40B4-BE49-F238E27FC236}">
                  <a16:creationId xmlns:a16="http://schemas.microsoft.com/office/drawing/2014/main" id="{42A33227-F8E6-481D-8CA2-58851F5044A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6" y="3941"/>
              <a:ext cx="168" cy="142"/>
            </a:xfrm>
            <a:custGeom>
              <a:avLst/>
              <a:gdLst>
                <a:gd name="T0" fmla="*/ 125 w 152"/>
                <a:gd name="T1" fmla="*/ 0 h 128"/>
                <a:gd name="T2" fmla="*/ 196 w 152"/>
                <a:gd name="T3" fmla="*/ 64 h 128"/>
                <a:gd name="T4" fmla="*/ 171 w 152"/>
                <a:gd name="T5" fmla="*/ 120 h 128"/>
                <a:gd name="T6" fmla="*/ 0 w 152"/>
                <a:gd name="T7" fmla="*/ 126 h 128"/>
                <a:gd name="T8" fmla="*/ 40 w 152"/>
                <a:gd name="T9" fmla="*/ 77 h 128"/>
                <a:gd name="T10" fmla="*/ 125 w 152"/>
                <a:gd name="T11" fmla="*/ 0 h 1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2" h="128">
                  <a:moveTo>
                    <a:pt x="92" y="0"/>
                  </a:moveTo>
                  <a:cubicBezTo>
                    <a:pt x="92" y="0"/>
                    <a:pt x="143" y="30"/>
                    <a:pt x="145" y="47"/>
                  </a:cubicBezTo>
                  <a:cubicBezTo>
                    <a:pt x="148" y="64"/>
                    <a:pt x="152" y="73"/>
                    <a:pt x="127" y="87"/>
                  </a:cubicBezTo>
                  <a:cubicBezTo>
                    <a:pt x="102" y="102"/>
                    <a:pt x="70" y="128"/>
                    <a:pt x="0" y="93"/>
                  </a:cubicBezTo>
                  <a:cubicBezTo>
                    <a:pt x="0" y="93"/>
                    <a:pt x="0" y="67"/>
                    <a:pt x="30" y="56"/>
                  </a:cubicBezTo>
                  <a:cubicBezTo>
                    <a:pt x="59" y="45"/>
                    <a:pt x="151" y="42"/>
                    <a:pt x="92" y="0"/>
                  </a:cubicBezTo>
                  <a:close/>
                </a:path>
              </a:pathLst>
            </a:custGeom>
            <a:solidFill>
              <a:srgbClr val="F7B6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7184" name="Freeform 869">
              <a:extLst>
                <a:ext uri="{FF2B5EF4-FFF2-40B4-BE49-F238E27FC236}">
                  <a16:creationId xmlns:a16="http://schemas.microsoft.com/office/drawing/2014/main" id="{0ABAD292-DD61-4830-8E9F-F20E25B3A6E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5" y="3972"/>
              <a:ext cx="32" cy="52"/>
            </a:xfrm>
            <a:custGeom>
              <a:avLst/>
              <a:gdLst>
                <a:gd name="T0" fmla="*/ 0 w 29"/>
                <a:gd name="T1" fmla="*/ 0 h 47"/>
                <a:gd name="T2" fmla="*/ 19 w 29"/>
                <a:gd name="T3" fmla="*/ 64 h 47"/>
                <a:gd name="T4" fmla="*/ 0 w 29"/>
                <a:gd name="T5" fmla="*/ 0 h 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47">
                  <a:moveTo>
                    <a:pt x="0" y="0"/>
                  </a:moveTo>
                  <a:cubicBezTo>
                    <a:pt x="0" y="0"/>
                    <a:pt x="29" y="21"/>
                    <a:pt x="14" y="47"/>
                  </a:cubicBezTo>
                  <a:cubicBezTo>
                    <a:pt x="14" y="47"/>
                    <a:pt x="25" y="24"/>
                    <a:pt x="0" y="0"/>
                  </a:cubicBezTo>
                  <a:close/>
                </a:path>
              </a:pathLst>
            </a:custGeom>
            <a:solidFill>
              <a:srgbClr val="F9E4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</p:grpSp>
      <p:pic>
        <p:nvPicPr>
          <p:cNvPr id="47110" name="Picture 870" descr="obese_H_chaussures">
            <a:extLst>
              <a:ext uri="{FF2B5EF4-FFF2-40B4-BE49-F238E27FC236}">
                <a16:creationId xmlns:a16="http://schemas.microsoft.com/office/drawing/2014/main" id="{463F1BD0-35B4-46E8-8B62-3E9179E3F7F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819400" y="5980113"/>
            <a:ext cx="2465388" cy="5159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47111" name="Lower-body-obesity-medical-illustration">
            <a:extLst>
              <a:ext uri="{FF2B5EF4-FFF2-40B4-BE49-F238E27FC236}">
                <a16:creationId xmlns:a16="http://schemas.microsoft.com/office/drawing/2014/main" id="{5CD9F81E-956C-4C66-B78E-6DF6D703ADA1}"/>
              </a:ext>
            </a:extLst>
          </p:cNvPr>
          <p:cNvGrpSpPr>
            <a:grpSpLocks/>
          </p:cNvGrpSpPr>
          <p:nvPr/>
        </p:nvGrpSpPr>
        <p:grpSpPr bwMode="auto">
          <a:xfrm>
            <a:off x="2895600" y="3068638"/>
            <a:ext cx="2312988" cy="3178175"/>
            <a:chOff x="864" y="1922"/>
            <a:chExt cx="1457" cy="2002"/>
          </a:xfrm>
        </p:grpSpPr>
        <p:sp>
          <p:nvSpPr>
            <p:cNvPr id="47127" name="Freeform 872">
              <a:extLst>
                <a:ext uri="{FF2B5EF4-FFF2-40B4-BE49-F238E27FC236}">
                  <a16:creationId xmlns:a16="http://schemas.microsoft.com/office/drawing/2014/main" id="{7C95B019-418F-4297-821E-04A9A9DC1985}"/>
                </a:ext>
              </a:extLst>
            </p:cNvPr>
            <p:cNvSpPr>
              <a:spLocks/>
            </p:cNvSpPr>
            <p:nvPr/>
          </p:nvSpPr>
          <p:spPr bwMode="auto">
            <a:xfrm>
              <a:off x="869" y="1922"/>
              <a:ext cx="1452" cy="2002"/>
            </a:xfrm>
            <a:custGeom>
              <a:avLst/>
              <a:gdLst>
                <a:gd name="T0" fmla="*/ 1605 w 1341"/>
                <a:gd name="T1" fmla="*/ 0 h 1851"/>
                <a:gd name="T2" fmla="*/ 1630 w 1341"/>
                <a:gd name="T3" fmla="*/ 342 h 1851"/>
                <a:gd name="T4" fmla="*/ 1698 w 1341"/>
                <a:gd name="T5" fmla="*/ 820 h 1851"/>
                <a:gd name="T6" fmla="*/ 1630 w 1341"/>
                <a:gd name="T7" fmla="*/ 1224 h 1851"/>
                <a:gd name="T8" fmla="*/ 1614 w 1341"/>
                <a:gd name="T9" fmla="*/ 1395 h 1851"/>
                <a:gd name="T10" fmla="*/ 1605 w 1341"/>
                <a:gd name="T11" fmla="*/ 1473 h 1851"/>
                <a:gd name="T12" fmla="*/ 1610 w 1341"/>
                <a:gd name="T13" fmla="*/ 1562 h 1851"/>
                <a:gd name="T14" fmla="*/ 1599 w 1341"/>
                <a:gd name="T15" fmla="*/ 2014 h 1851"/>
                <a:gd name="T16" fmla="*/ 1591 w 1341"/>
                <a:gd name="T17" fmla="*/ 2126 h 1851"/>
                <a:gd name="T18" fmla="*/ 1575 w 1341"/>
                <a:gd name="T19" fmla="*/ 2214 h 1851"/>
                <a:gd name="T20" fmla="*/ 1052 w 1341"/>
                <a:gd name="T21" fmla="*/ 2214 h 1851"/>
                <a:gd name="T22" fmla="*/ 989 w 1341"/>
                <a:gd name="T23" fmla="*/ 1639 h 1851"/>
                <a:gd name="T24" fmla="*/ 993 w 1341"/>
                <a:gd name="T25" fmla="*/ 1526 h 1851"/>
                <a:gd name="T26" fmla="*/ 979 w 1341"/>
                <a:gd name="T27" fmla="*/ 1463 h 1851"/>
                <a:gd name="T28" fmla="*/ 968 w 1341"/>
                <a:gd name="T29" fmla="*/ 1409 h 1851"/>
                <a:gd name="T30" fmla="*/ 853 w 1341"/>
                <a:gd name="T31" fmla="*/ 1043 h 1851"/>
                <a:gd name="T32" fmla="*/ 735 w 1341"/>
                <a:gd name="T33" fmla="*/ 1409 h 1851"/>
                <a:gd name="T34" fmla="*/ 724 w 1341"/>
                <a:gd name="T35" fmla="*/ 1463 h 1851"/>
                <a:gd name="T36" fmla="*/ 709 w 1341"/>
                <a:gd name="T37" fmla="*/ 1526 h 1851"/>
                <a:gd name="T38" fmla="*/ 715 w 1341"/>
                <a:gd name="T39" fmla="*/ 1639 h 1851"/>
                <a:gd name="T40" fmla="*/ 651 w 1341"/>
                <a:gd name="T41" fmla="*/ 2214 h 1851"/>
                <a:gd name="T42" fmla="*/ 128 w 1341"/>
                <a:gd name="T43" fmla="*/ 2214 h 1851"/>
                <a:gd name="T44" fmla="*/ 113 w 1341"/>
                <a:gd name="T45" fmla="*/ 2126 h 1851"/>
                <a:gd name="T46" fmla="*/ 103 w 1341"/>
                <a:gd name="T47" fmla="*/ 2014 h 1851"/>
                <a:gd name="T48" fmla="*/ 94 w 1341"/>
                <a:gd name="T49" fmla="*/ 1562 h 1851"/>
                <a:gd name="T50" fmla="*/ 97 w 1341"/>
                <a:gd name="T51" fmla="*/ 1473 h 1851"/>
                <a:gd name="T52" fmla="*/ 89 w 1341"/>
                <a:gd name="T53" fmla="*/ 1395 h 1851"/>
                <a:gd name="T54" fmla="*/ 74 w 1341"/>
                <a:gd name="T55" fmla="*/ 1224 h 1851"/>
                <a:gd name="T56" fmla="*/ 4 w 1341"/>
                <a:gd name="T57" fmla="*/ 820 h 1851"/>
                <a:gd name="T58" fmla="*/ 74 w 1341"/>
                <a:gd name="T59" fmla="*/ 342 h 1851"/>
                <a:gd name="T60" fmla="*/ 97 w 1341"/>
                <a:gd name="T61" fmla="*/ 0 h 1851"/>
                <a:gd name="T62" fmla="*/ 1605 w 1341"/>
                <a:gd name="T63" fmla="*/ 0 h 1851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1341" h="1851">
                  <a:moveTo>
                    <a:pt x="1264" y="0"/>
                  </a:moveTo>
                  <a:cubicBezTo>
                    <a:pt x="1264" y="0"/>
                    <a:pt x="1287" y="204"/>
                    <a:pt x="1284" y="270"/>
                  </a:cubicBezTo>
                  <a:cubicBezTo>
                    <a:pt x="1280" y="335"/>
                    <a:pt x="1341" y="521"/>
                    <a:pt x="1337" y="648"/>
                  </a:cubicBezTo>
                  <a:cubicBezTo>
                    <a:pt x="1334" y="775"/>
                    <a:pt x="1291" y="894"/>
                    <a:pt x="1284" y="968"/>
                  </a:cubicBezTo>
                  <a:cubicBezTo>
                    <a:pt x="1276" y="1041"/>
                    <a:pt x="1287" y="1076"/>
                    <a:pt x="1272" y="1103"/>
                  </a:cubicBezTo>
                  <a:cubicBezTo>
                    <a:pt x="1257" y="1130"/>
                    <a:pt x="1280" y="1149"/>
                    <a:pt x="1264" y="1164"/>
                  </a:cubicBezTo>
                  <a:cubicBezTo>
                    <a:pt x="1249" y="1180"/>
                    <a:pt x="1276" y="1222"/>
                    <a:pt x="1268" y="1234"/>
                  </a:cubicBezTo>
                  <a:cubicBezTo>
                    <a:pt x="1260" y="1245"/>
                    <a:pt x="1272" y="1554"/>
                    <a:pt x="1260" y="1592"/>
                  </a:cubicBezTo>
                  <a:cubicBezTo>
                    <a:pt x="1249" y="1631"/>
                    <a:pt x="1264" y="1662"/>
                    <a:pt x="1253" y="1681"/>
                  </a:cubicBezTo>
                  <a:cubicBezTo>
                    <a:pt x="1241" y="1700"/>
                    <a:pt x="1241" y="1750"/>
                    <a:pt x="1241" y="1750"/>
                  </a:cubicBezTo>
                  <a:cubicBezTo>
                    <a:pt x="1241" y="1750"/>
                    <a:pt x="1045" y="1851"/>
                    <a:pt x="829" y="1750"/>
                  </a:cubicBezTo>
                  <a:cubicBezTo>
                    <a:pt x="829" y="1750"/>
                    <a:pt x="782" y="1403"/>
                    <a:pt x="779" y="1295"/>
                  </a:cubicBezTo>
                  <a:cubicBezTo>
                    <a:pt x="775" y="1187"/>
                    <a:pt x="771" y="1222"/>
                    <a:pt x="782" y="1207"/>
                  </a:cubicBezTo>
                  <a:cubicBezTo>
                    <a:pt x="794" y="1191"/>
                    <a:pt x="759" y="1160"/>
                    <a:pt x="771" y="1157"/>
                  </a:cubicBezTo>
                  <a:cubicBezTo>
                    <a:pt x="782" y="1153"/>
                    <a:pt x="748" y="1130"/>
                    <a:pt x="763" y="1114"/>
                  </a:cubicBezTo>
                  <a:cubicBezTo>
                    <a:pt x="779" y="1099"/>
                    <a:pt x="680" y="897"/>
                    <a:pt x="672" y="824"/>
                  </a:cubicBezTo>
                  <a:cubicBezTo>
                    <a:pt x="664" y="897"/>
                    <a:pt x="563" y="1099"/>
                    <a:pt x="579" y="1114"/>
                  </a:cubicBezTo>
                  <a:cubicBezTo>
                    <a:pt x="594" y="1130"/>
                    <a:pt x="559" y="1153"/>
                    <a:pt x="571" y="1157"/>
                  </a:cubicBezTo>
                  <a:cubicBezTo>
                    <a:pt x="582" y="1160"/>
                    <a:pt x="548" y="1191"/>
                    <a:pt x="559" y="1207"/>
                  </a:cubicBezTo>
                  <a:cubicBezTo>
                    <a:pt x="571" y="1222"/>
                    <a:pt x="567" y="1187"/>
                    <a:pt x="563" y="1295"/>
                  </a:cubicBezTo>
                  <a:cubicBezTo>
                    <a:pt x="559" y="1403"/>
                    <a:pt x="513" y="1750"/>
                    <a:pt x="513" y="1750"/>
                  </a:cubicBezTo>
                  <a:cubicBezTo>
                    <a:pt x="297" y="1851"/>
                    <a:pt x="101" y="1750"/>
                    <a:pt x="101" y="1750"/>
                  </a:cubicBezTo>
                  <a:cubicBezTo>
                    <a:pt x="101" y="1750"/>
                    <a:pt x="101" y="1700"/>
                    <a:pt x="89" y="1681"/>
                  </a:cubicBezTo>
                  <a:cubicBezTo>
                    <a:pt x="77" y="1662"/>
                    <a:pt x="93" y="1631"/>
                    <a:pt x="81" y="1592"/>
                  </a:cubicBezTo>
                  <a:cubicBezTo>
                    <a:pt x="70" y="1554"/>
                    <a:pt x="81" y="1245"/>
                    <a:pt x="74" y="1234"/>
                  </a:cubicBezTo>
                  <a:cubicBezTo>
                    <a:pt x="66" y="1222"/>
                    <a:pt x="93" y="1180"/>
                    <a:pt x="77" y="1164"/>
                  </a:cubicBezTo>
                  <a:cubicBezTo>
                    <a:pt x="62" y="1149"/>
                    <a:pt x="85" y="1130"/>
                    <a:pt x="70" y="1103"/>
                  </a:cubicBezTo>
                  <a:cubicBezTo>
                    <a:pt x="54" y="1076"/>
                    <a:pt x="66" y="1041"/>
                    <a:pt x="58" y="968"/>
                  </a:cubicBezTo>
                  <a:cubicBezTo>
                    <a:pt x="50" y="894"/>
                    <a:pt x="8" y="775"/>
                    <a:pt x="4" y="648"/>
                  </a:cubicBezTo>
                  <a:cubicBezTo>
                    <a:pt x="0" y="521"/>
                    <a:pt x="62" y="335"/>
                    <a:pt x="58" y="270"/>
                  </a:cubicBezTo>
                  <a:cubicBezTo>
                    <a:pt x="54" y="204"/>
                    <a:pt x="77" y="0"/>
                    <a:pt x="77" y="0"/>
                  </a:cubicBezTo>
                  <a:cubicBezTo>
                    <a:pt x="77" y="0"/>
                    <a:pt x="634" y="255"/>
                    <a:pt x="1264" y="0"/>
                  </a:cubicBezTo>
                  <a:close/>
                </a:path>
              </a:pathLst>
            </a:custGeom>
            <a:solidFill>
              <a:srgbClr val="B4C0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7128" name="Freeform 873">
              <a:extLst>
                <a:ext uri="{FF2B5EF4-FFF2-40B4-BE49-F238E27FC236}">
                  <a16:creationId xmlns:a16="http://schemas.microsoft.com/office/drawing/2014/main" id="{75C75613-0C8F-4AA2-9E7C-942CD12AE3A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69" y="1922"/>
              <a:ext cx="1205" cy="1963"/>
            </a:xfrm>
            <a:custGeom>
              <a:avLst/>
              <a:gdLst>
                <a:gd name="T0" fmla="*/ 318 w 1113"/>
                <a:gd name="T1" fmla="*/ 2126 h 1815"/>
                <a:gd name="T2" fmla="*/ 309 w 1113"/>
                <a:gd name="T3" fmla="*/ 2014 h 1815"/>
                <a:gd name="T4" fmla="*/ 300 w 1113"/>
                <a:gd name="T5" fmla="*/ 1562 h 1815"/>
                <a:gd name="T6" fmla="*/ 303 w 1113"/>
                <a:gd name="T7" fmla="*/ 1473 h 1815"/>
                <a:gd name="T8" fmla="*/ 294 w 1113"/>
                <a:gd name="T9" fmla="*/ 1395 h 1815"/>
                <a:gd name="T10" fmla="*/ 279 w 1113"/>
                <a:gd name="T11" fmla="*/ 1224 h 1815"/>
                <a:gd name="T12" fmla="*/ 211 w 1113"/>
                <a:gd name="T13" fmla="*/ 820 h 1815"/>
                <a:gd name="T14" fmla="*/ 279 w 1113"/>
                <a:gd name="T15" fmla="*/ 342 h 1815"/>
                <a:gd name="T16" fmla="*/ 297 w 1113"/>
                <a:gd name="T17" fmla="*/ 68 h 1815"/>
                <a:gd name="T18" fmla="*/ 97 w 1113"/>
                <a:gd name="T19" fmla="*/ 0 h 1815"/>
                <a:gd name="T20" fmla="*/ 74 w 1113"/>
                <a:gd name="T21" fmla="*/ 342 h 1815"/>
                <a:gd name="T22" fmla="*/ 4 w 1113"/>
                <a:gd name="T23" fmla="*/ 820 h 1815"/>
                <a:gd name="T24" fmla="*/ 74 w 1113"/>
                <a:gd name="T25" fmla="*/ 1224 h 1815"/>
                <a:gd name="T26" fmla="*/ 89 w 1113"/>
                <a:gd name="T27" fmla="*/ 1395 h 1815"/>
                <a:gd name="T28" fmla="*/ 97 w 1113"/>
                <a:gd name="T29" fmla="*/ 1473 h 1815"/>
                <a:gd name="T30" fmla="*/ 94 w 1113"/>
                <a:gd name="T31" fmla="*/ 1562 h 1815"/>
                <a:gd name="T32" fmla="*/ 103 w 1113"/>
                <a:gd name="T33" fmla="*/ 2014 h 1815"/>
                <a:gd name="T34" fmla="*/ 113 w 1113"/>
                <a:gd name="T35" fmla="*/ 2126 h 1815"/>
                <a:gd name="T36" fmla="*/ 128 w 1113"/>
                <a:gd name="T37" fmla="*/ 2214 h 1815"/>
                <a:gd name="T38" fmla="*/ 495 w 1113"/>
                <a:gd name="T39" fmla="*/ 2263 h 1815"/>
                <a:gd name="T40" fmla="*/ 335 w 1113"/>
                <a:gd name="T41" fmla="*/ 2214 h 1815"/>
                <a:gd name="T42" fmla="*/ 318 w 1113"/>
                <a:gd name="T43" fmla="*/ 2126 h 1815"/>
                <a:gd name="T44" fmla="*/ 1119 w 1113"/>
                <a:gd name="T45" fmla="*/ 1682 h 1815"/>
                <a:gd name="T46" fmla="*/ 1166 w 1113"/>
                <a:gd name="T47" fmla="*/ 1554 h 1815"/>
                <a:gd name="T48" fmla="*/ 1147 w 1113"/>
                <a:gd name="T49" fmla="*/ 1498 h 1815"/>
                <a:gd name="T50" fmla="*/ 1189 w 1113"/>
                <a:gd name="T51" fmla="*/ 1377 h 1815"/>
                <a:gd name="T52" fmla="*/ 853 w 1113"/>
                <a:gd name="T53" fmla="*/ 961 h 1815"/>
                <a:gd name="T54" fmla="*/ 954 w 1113"/>
                <a:gd name="T55" fmla="*/ 1340 h 1815"/>
                <a:gd name="T56" fmla="*/ 968 w 1113"/>
                <a:gd name="T57" fmla="*/ 1409 h 1815"/>
                <a:gd name="T58" fmla="*/ 979 w 1113"/>
                <a:gd name="T59" fmla="*/ 1463 h 1815"/>
                <a:gd name="T60" fmla="*/ 993 w 1113"/>
                <a:gd name="T61" fmla="*/ 1526 h 1815"/>
                <a:gd name="T62" fmla="*/ 988 w 1113"/>
                <a:gd name="T63" fmla="*/ 1639 h 1815"/>
                <a:gd name="T64" fmla="*/ 1052 w 1113"/>
                <a:gd name="T65" fmla="*/ 2214 h 1815"/>
                <a:gd name="T66" fmla="*/ 1413 w 1113"/>
                <a:gd name="T67" fmla="*/ 2263 h 1815"/>
                <a:gd name="T68" fmla="*/ 1258 w 1113"/>
                <a:gd name="T69" fmla="*/ 2214 h 1815"/>
                <a:gd name="T70" fmla="*/ 1119 w 1113"/>
                <a:gd name="T71" fmla="*/ 1682 h 1815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1113" h="1815">
                  <a:moveTo>
                    <a:pt x="251" y="1681"/>
                  </a:moveTo>
                  <a:cubicBezTo>
                    <a:pt x="239" y="1662"/>
                    <a:pt x="255" y="1631"/>
                    <a:pt x="243" y="1592"/>
                  </a:cubicBezTo>
                  <a:cubicBezTo>
                    <a:pt x="232" y="1554"/>
                    <a:pt x="243" y="1245"/>
                    <a:pt x="236" y="1234"/>
                  </a:cubicBezTo>
                  <a:cubicBezTo>
                    <a:pt x="228" y="1222"/>
                    <a:pt x="255" y="1180"/>
                    <a:pt x="239" y="1164"/>
                  </a:cubicBezTo>
                  <a:cubicBezTo>
                    <a:pt x="224" y="1149"/>
                    <a:pt x="247" y="1130"/>
                    <a:pt x="232" y="1103"/>
                  </a:cubicBezTo>
                  <a:cubicBezTo>
                    <a:pt x="216" y="1076"/>
                    <a:pt x="228" y="1041"/>
                    <a:pt x="220" y="968"/>
                  </a:cubicBezTo>
                  <a:cubicBezTo>
                    <a:pt x="212" y="894"/>
                    <a:pt x="170" y="775"/>
                    <a:pt x="166" y="648"/>
                  </a:cubicBezTo>
                  <a:cubicBezTo>
                    <a:pt x="162" y="521"/>
                    <a:pt x="224" y="335"/>
                    <a:pt x="220" y="270"/>
                  </a:cubicBezTo>
                  <a:cubicBezTo>
                    <a:pt x="218" y="226"/>
                    <a:pt x="227" y="119"/>
                    <a:pt x="234" y="54"/>
                  </a:cubicBezTo>
                  <a:cubicBezTo>
                    <a:pt x="135" y="26"/>
                    <a:pt x="77" y="0"/>
                    <a:pt x="77" y="0"/>
                  </a:cubicBezTo>
                  <a:cubicBezTo>
                    <a:pt x="77" y="0"/>
                    <a:pt x="54" y="204"/>
                    <a:pt x="58" y="270"/>
                  </a:cubicBezTo>
                  <a:cubicBezTo>
                    <a:pt x="62" y="335"/>
                    <a:pt x="0" y="521"/>
                    <a:pt x="4" y="648"/>
                  </a:cubicBezTo>
                  <a:cubicBezTo>
                    <a:pt x="8" y="775"/>
                    <a:pt x="50" y="894"/>
                    <a:pt x="58" y="968"/>
                  </a:cubicBezTo>
                  <a:cubicBezTo>
                    <a:pt x="66" y="1041"/>
                    <a:pt x="54" y="1076"/>
                    <a:pt x="70" y="1103"/>
                  </a:cubicBezTo>
                  <a:cubicBezTo>
                    <a:pt x="85" y="1130"/>
                    <a:pt x="62" y="1149"/>
                    <a:pt x="77" y="1164"/>
                  </a:cubicBezTo>
                  <a:cubicBezTo>
                    <a:pt x="93" y="1180"/>
                    <a:pt x="66" y="1222"/>
                    <a:pt x="74" y="1234"/>
                  </a:cubicBezTo>
                  <a:cubicBezTo>
                    <a:pt x="81" y="1245"/>
                    <a:pt x="70" y="1554"/>
                    <a:pt x="81" y="1592"/>
                  </a:cubicBezTo>
                  <a:cubicBezTo>
                    <a:pt x="93" y="1631"/>
                    <a:pt x="77" y="1662"/>
                    <a:pt x="89" y="1681"/>
                  </a:cubicBezTo>
                  <a:cubicBezTo>
                    <a:pt x="101" y="1700"/>
                    <a:pt x="101" y="1750"/>
                    <a:pt x="101" y="1750"/>
                  </a:cubicBezTo>
                  <a:cubicBezTo>
                    <a:pt x="101" y="1750"/>
                    <a:pt x="228" y="1815"/>
                    <a:pt x="390" y="1788"/>
                  </a:cubicBezTo>
                  <a:cubicBezTo>
                    <a:pt x="313" y="1776"/>
                    <a:pt x="263" y="1750"/>
                    <a:pt x="263" y="1750"/>
                  </a:cubicBezTo>
                  <a:cubicBezTo>
                    <a:pt x="263" y="1750"/>
                    <a:pt x="263" y="1700"/>
                    <a:pt x="251" y="1681"/>
                  </a:cubicBezTo>
                  <a:close/>
                  <a:moveTo>
                    <a:pt x="882" y="1330"/>
                  </a:moveTo>
                  <a:cubicBezTo>
                    <a:pt x="878" y="1222"/>
                    <a:pt x="907" y="1245"/>
                    <a:pt x="919" y="1229"/>
                  </a:cubicBezTo>
                  <a:cubicBezTo>
                    <a:pt x="931" y="1214"/>
                    <a:pt x="892" y="1188"/>
                    <a:pt x="903" y="1184"/>
                  </a:cubicBezTo>
                  <a:cubicBezTo>
                    <a:pt x="915" y="1180"/>
                    <a:pt x="921" y="1103"/>
                    <a:pt x="937" y="1088"/>
                  </a:cubicBezTo>
                  <a:cubicBezTo>
                    <a:pt x="826" y="1114"/>
                    <a:pt x="680" y="833"/>
                    <a:pt x="672" y="760"/>
                  </a:cubicBezTo>
                  <a:cubicBezTo>
                    <a:pt x="667" y="811"/>
                    <a:pt x="672" y="824"/>
                    <a:pt x="752" y="1060"/>
                  </a:cubicBezTo>
                  <a:cubicBezTo>
                    <a:pt x="762" y="1089"/>
                    <a:pt x="768" y="1110"/>
                    <a:pt x="763" y="1114"/>
                  </a:cubicBezTo>
                  <a:cubicBezTo>
                    <a:pt x="748" y="1130"/>
                    <a:pt x="782" y="1153"/>
                    <a:pt x="771" y="1157"/>
                  </a:cubicBezTo>
                  <a:cubicBezTo>
                    <a:pt x="759" y="1160"/>
                    <a:pt x="794" y="1191"/>
                    <a:pt x="782" y="1207"/>
                  </a:cubicBezTo>
                  <a:cubicBezTo>
                    <a:pt x="771" y="1222"/>
                    <a:pt x="775" y="1187"/>
                    <a:pt x="779" y="1295"/>
                  </a:cubicBezTo>
                  <a:cubicBezTo>
                    <a:pt x="782" y="1403"/>
                    <a:pt x="829" y="1750"/>
                    <a:pt x="829" y="1750"/>
                  </a:cubicBezTo>
                  <a:cubicBezTo>
                    <a:pt x="935" y="1800"/>
                    <a:pt x="1037" y="1800"/>
                    <a:pt x="1113" y="1788"/>
                  </a:cubicBezTo>
                  <a:cubicBezTo>
                    <a:pt x="1074" y="1782"/>
                    <a:pt x="1033" y="1770"/>
                    <a:pt x="991" y="1750"/>
                  </a:cubicBezTo>
                  <a:cubicBezTo>
                    <a:pt x="991" y="1750"/>
                    <a:pt x="901" y="1730"/>
                    <a:pt x="882" y="1330"/>
                  </a:cubicBezTo>
                  <a:close/>
                </a:path>
              </a:pathLst>
            </a:custGeom>
            <a:solidFill>
              <a:srgbClr val="C8D2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7129" name="Freeform 874">
              <a:extLst>
                <a:ext uri="{FF2B5EF4-FFF2-40B4-BE49-F238E27FC236}">
                  <a16:creationId xmlns:a16="http://schemas.microsoft.com/office/drawing/2014/main" id="{06D31114-9BCB-49D4-989F-34B34A64366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59" y="1922"/>
              <a:ext cx="1162" cy="1953"/>
            </a:xfrm>
            <a:custGeom>
              <a:avLst/>
              <a:gdLst>
                <a:gd name="T0" fmla="*/ 311 w 1073"/>
                <a:gd name="T1" fmla="*/ 1316 h 1805"/>
                <a:gd name="T2" fmla="*/ 302 w 1073"/>
                <a:gd name="T3" fmla="*/ 1343 h 1805"/>
                <a:gd name="T4" fmla="*/ 288 w 1073"/>
                <a:gd name="T5" fmla="*/ 1411 h 1805"/>
                <a:gd name="T6" fmla="*/ 278 w 1073"/>
                <a:gd name="T7" fmla="*/ 1466 h 1805"/>
                <a:gd name="T8" fmla="*/ 263 w 1073"/>
                <a:gd name="T9" fmla="*/ 1529 h 1805"/>
                <a:gd name="T10" fmla="*/ 269 w 1073"/>
                <a:gd name="T11" fmla="*/ 1640 h 1805"/>
                <a:gd name="T12" fmla="*/ 277 w 1073"/>
                <a:gd name="T13" fmla="*/ 2230 h 1805"/>
                <a:gd name="T14" fmla="*/ 0 w 1073"/>
                <a:gd name="T15" fmla="*/ 2271 h 1805"/>
                <a:gd name="T16" fmla="*/ 311 w 1073"/>
                <a:gd name="T17" fmla="*/ 2216 h 1805"/>
                <a:gd name="T18" fmla="*/ 374 w 1073"/>
                <a:gd name="T19" fmla="*/ 1640 h 1805"/>
                <a:gd name="T20" fmla="*/ 369 w 1073"/>
                <a:gd name="T21" fmla="*/ 1529 h 1805"/>
                <a:gd name="T22" fmla="*/ 384 w 1073"/>
                <a:gd name="T23" fmla="*/ 1466 h 1805"/>
                <a:gd name="T24" fmla="*/ 395 w 1073"/>
                <a:gd name="T25" fmla="*/ 1411 h 1805"/>
                <a:gd name="T26" fmla="*/ 409 w 1073"/>
                <a:gd name="T27" fmla="*/ 1343 h 1805"/>
                <a:gd name="T28" fmla="*/ 510 w 1073"/>
                <a:gd name="T29" fmla="*/ 962 h 1805"/>
                <a:gd name="T30" fmla="*/ 311 w 1073"/>
                <a:gd name="T31" fmla="*/ 1316 h 1805"/>
                <a:gd name="T32" fmla="*/ 1290 w 1073"/>
                <a:gd name="T33" fmla="*/ 342 h 1805"/>
                <a:gd name="T34" fmla="*/ 1265 w 1073"/>
                <a:gd name="T35" fmla="*/ 0 h 1805"/>
                <a:gd name="T36" fmla="*/ 1163 w 1073"/>
                <a:gd name="T37" fmla="*/ 40 h 1805"/>
                <a:gd name="T38" fmla="*/ 1184 w 1073"/>
                <a:gd name="T39" fmla="*/ 342 h 1805"/>
                <a:gd name="T40" fmla="*/ 1252 w 1073"/>
                <a:gd name="T41" fmla="*/ 820 h 1805"/>
                <a:gd name="T42" fmla="*/ 1184 w 1073"/>
                <a:gd name="T43" fmla="*/ 1226 h 1805"/>
                <a:gd name="T44" fmla="*/ 1168 w 1073"/>
                <a:gd name="T45" fmla="*/ 1397 h 1805"/>
                <a:gd name="T46" fmla="*/ 1159 w 1073"/>
                <a:gd name="T47" fmla="*/ 1474 h 1805"/>
                <a:gd name="T48" fmla="*/ 1163 w 1073"/>
                <a:gd name="T49" fmla="*/ 1562 h 1805"/>
                <a:gd name="T50" fmla="*/ 1153 w 1073"/>
                <a:gd name="T51" fmla="*/ 2017 h 1805"/>
                <a:gd name="T52" fmla="*/ 1145 w 1073"/>
                <a:gd name="T53" fmla="*/ 2129 h 1805"/>
                <a:gd name="T54" fmla="*/ 1170 w 1073"/>
                <a:gd name="T55" fmla="*/ 2240 h 1805"/>
                <a:gd name="T56" fmla="*/ 917 w 1073"/>
                <a:gd name="T57" fmla="*/ 2271 h 1805"/>
                <a:gd name="T58" fmla="*/ 1236 w 1073"/>
                <a:gd name="T59" fmla="*/ 2216 h 1805"/>
                <a:gd name="T60" fmla="*/ 1252 w 1073"/>
                <a:gd name="T61" fmla="*/ 2129 h 1805"/>
                <a:gd name="T62" fmla="*/ 1259 w 1073"/>
                <a:gd name="T63" fmla="*/ 2017 h 1805"/>
                <a:gd name="T64" fmla="*/ 1270 w 1073"/>
                <a:gd name="T65" fmla="*/ 1562 h 1805"/>
                <a:gd name="T66" fmla="*/ 1265 w 1073"/>
                <a:gd name="T67" fmla="*/ 1474 h 1805"/>
                <a:gd name="T68" fmla="*/ 1275 w 1073"/>
                <a:gd name="T69" fmla="*/ 1397 h 1805"/>
                <a:gd name="T70" fmla="*/ 1290 w 1073"/>
                <a:gd name="T71" fmla="*/ 1226 h 1805"/>
                <a:gd name="T72" fmla="*/ 1358 w 1073"/>
                <a:gd name="T73" fmla="*/ 820 h 1805"/>
                <a:gd name="T74" fmla="*/ 1290 w 1073"/>
                <a:gd name="T75" fmla="*/ 342 h 1805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1073" h="1805">
                  <a:moveTo>
                    <a:pt x="245" y="1039"/>
                  </a:moveTo>
                  <a:cubicBezTo>
                    <a:pt x="242" y="1046"/>
                    <a:pt x="240" y="1053"/>
                    <a:pt x="238" y="1060"/>
                  </a:cubicBezTo>
                  <a:cubicBezTo>
                    <a:pt x="228" y="1089"/>
                    <a:pt x="222" y="1110"/>
                    <a:pt x="227" y="1114"/>
                  </a:cubicBezTo>
                  <a:cubicBezTo>
                    <a:pt x="242" y="1130"/>
                    <a:pt x="207" y="1153"/>
                    <a:pt x="219" y="1157"/>
                  </a:cubicBezTo>
                  <a:cubicBezTo>
                    <a:pt x="230" y="1160"/>
                    <a:pt x="196" y="1191"/>
                    <a:pt x="207" y="1207"/>
                  </a:cubicBezTo>
                  <a:cubicBezTo>
                    <a:pt x="219" y="1222"/>
                    <a:pt x="215" y="1187"/>
                    <a:pt x="211" y="1295"/>
                  </a:cubicBezTo>
                  <a:cubicBezTo>
                    <a:pt x="207" y="1403"/>
                    <a:pt x="218" y="1761"/>
                    <a:pt x="218" y="1761"/>
                  </a:cubicBezTo>
                  <a:cubicBezTo>
                    <a:pt x="162" y="1787"/>
                    <a:pt x="49" y="1799"/>
                    <a:pt x="0" y="1793"/>
                  </a:cubicBezTo>
                  <a:cubicBezTo>
                    <a:pt x="70" y="1799"/>
                    <a:pt x="156" y="1792"/>
                    <a:pt x="245" y="1750"/>
                  </a:cubicBezTo>
                  <a:cubicBezTo>
                    <a:pt x="245" y="1750"/>
                    <a:pt x="291" y="1403"/>
                    <a:pt x="295" y="1295"/>
                  </a:cubicBezTo>
                  <a:cubicBezTo>
                    <a:pt x="299" y="1187"/>
                    <a:pt x="303" y="1222"/>
                    <a:pt x="291" y="1207"/>
                  </a:cubicBezTo>
                  <a:cubicBezTo>
                    <a:pt x="280" y="1191"/>
                    <a:pt x="314" y="1160"/>
                    <a:pt x="303" y="1157"/>
                  </a:cubicBezTo>
                  <a:cubicBezTo>
                    <a:pt x="291" y="1153"/>
                    <a:pt x="326" y="1130"/>
                    <a:pt x="311" y="1114"/>
                  </a:cubicBezTo>
                  <a:cubicBezTo>
                    <a:pt x="306" y="1110"/>
                    <a:pt x="312" y="1089"/>
                    <a:pt x="322" y="1060"/>
                  </a:cubicBezTo>
                  <a:cubicBezTo>
                    <a:pt x="402" y="824"/>
                    <a:pt x="407" y="811"/>
                    <a:pt x="402" y="760"/>
                  </a:cubicBezTo>
                  <a:cubicBezTo>
                    <a:pt x="396" y="811"/>
                    <a:pt x="325" y="960"/>
                    <a:pt x="245" y="1039"/>
                  </a:cubicBezTo>
                  <a:close/>
                  <a:moveTo>
                    <a:pt x="1016" y="270"/>
                  </a:moveTo>
                  <a:cubicBezTo>
                    <a:pt x="1019" y="204"/>
                    <a:pt x="996" y="0"/>
                    <a:pt x="996" y="0"/>
                  </a:cubicBezTo>
                  <a:cubicBezTo>
                    <a:pt x="996" y="0"/>
                    <a:pt x="967" y="13"/>
                    <a:pt x="916" y="31"/>
                  </a:cubicBezTo>
                  <a:cubicBezTo>
                    <a:pt x="922" y="90"/>
                    <a:pt x="934" y="220"/>
                    <a:pt x="932" y="270"/>
                  </a:cubicBezTo>
                  <a:cubicBezTo>
                    <a:pt x="928" y="335"/>
                    <a:pt x="989" y="521"/>
                    <a:pt x="985" y="648"/>
                  </a:cubicBezTo>
                  <a:cubicBezTo>
                    <a:pt x="982" y="775"/>
                    <a:pt x="939" y="894"/>
                    <a:pt x="932" y="968"/>
                  </a:cubicBezTo>
                  <a:cubicBezTo>
                    <a:pt x="924" y="1041"/>
                    <a:pt x="935" y="1076"/>
                    <a:pt x="920" y="1103"/>
                  </a:cubicBezTo>
                  <a:cubicBezTo>
                    <a:pt x="905" y="1130"/>
                    <a:pt x="928" y="1149"/>
                    <a:pt x="912" y="1164"/>
                  </a:cubicBezTo>
                  <a:cubicBezTo>
                    <a:pt x="897" y="1180"/>
                    <a:pt x="924" y="1222"/>
                    <a:pt x="916" y="1234"/>
                  </a:cubicBezTo>
                  <a:cubicBezTo>
                    <a:pt x="908" y="1245"/>
                    <a:pt x="920" y="1554"/>
                    <a:pt x="908" y="1592"/>
                  </a:cubicBezTo>
                  <a:cubicBezTo>
                    <a:pt x="897" y="1631"/>
                    <a:pt x="912" y="1662"/>
                    <a:pt x="901" y="1681"/>
                  </a:cubicBezTo>
                  <a:cubicBezTo>
                    <a:pt x="889" y="1700"/>
                    <a:pt x="921" y="1768"/>
                    <a:pt x="921" y="1768"/>
                  </a:cubicBezTo>
                  <a:cubicBezTo>
                    <a:pt x="921" y="1768"/>
                    <a:pt x="839" y="1801"/>
                    <a:pt x="722" y="1793"/>
                  </a:cubicBezTo>
                  <a:cubicBezTo>
                    <a:pt x="865" y="1805"/>
                    <a:pt x="973" y="1750"/>
                    <a:pt x="973" y="1750"/>
                  </a:cubicBezTo>
                  <a:cubicBezTo>
                    <a:pt x="973" y="1750"/>
                    <a:pt x="973" y="1700"/>
                    <a:pt x="985" y="1681"/>
                  </a:cubicBezTo>
                  <a:cubicBezTo>
                    <a:pt x="996" y="1662"/>
                    <a:pt x="981" y="1631"/>
                    <a:pt x="992" y="1592"/>
                  </a:cubicBezTo>
                  <a:cubicBezTo>
                    <a:pt x="1004" y="1554"/>
                    <a:pt x="992" y="1245"/>
                    <a:pt x="1000" y="1234"/>
                  </a:cubicBezTo>
                  <a:cubicBezTo>
                    <a:pt x="1008" y="1222"/>
                    <a:pt x="981" y="1180"/>
                    <a:pt x="996" y="1164"/>
                  </a:cubicBezTo>
                  <a:cubicBezTo>
                    <a:pt x="1012" y="1149"/>
                    <a:pt x="989" y="1130"/>
                    <a:pt x="1004" y="1103"/>
                  </a:cubicBezTo>
                  <a:cubicBezTo>
                    <a:pt x="1019" y="1076"/>
                    <a:pt x="1008" y="1041"/>
                    <a:pt x="1016" y="968"/>
                  </a:cubicBezTo>
                  <a:cubicBezTo>
                    <a:pt x="1023" y="894"/>
                    <a:pt x="1066" y="775"/>
                    <a:pt x="1069" y="648"/>
                  </a:cubicBezTo>
                  <a:cubicBezTo>
                    <a:pt x="1073" y="521"/>
                    <a:pt x="1012" y="335"/>
                    <a:pt x="1016" y="270"/>
                  </a:cubicBezTo>
                  <a:close/>
                </a:path>
              </a:pathLst>
            </a:custGeom>
            <a:solidFill>
              <a:srgbClr val="95AB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7130" name="Freeform 875">
              <a:extLst>
                <a:ext uri="{FF2B5EF4-FFF2-40B4-BE49-F238E27FC236}">
                  <a16:creationId xmlns:a16="http://schemas.microsoft.com/office/drawing/2014/main" id="{CCA978B0-BBA2-4E2D-B736-E53B6975F7F5}"/>
                </a:ext>
              </a:extLst>
            </p:cNvPr>
            <p:cNvSpPr>
              <a:spLocks/>
            </p:cNvSpPr>
            <p:nvPr/>
          </p:nvSpPr>
          <p:spPr bwMode="auto">
            <a:xfrm>
              <a:off x="869" y="1922"/>
              <a:ext cx="1452" cy="2002"/>
            </a:xfrm>
            <a:custGeom>
              <a:avLst/>
              <a:gdLst>
                <a:gd name="T0" fmla="*/ 1605 w 1341"/>
                <a:gd name="T1" fmla="*/ 0 h 1851"/>
                <a:gd name="T2" fmla="*/ 1630 w 1341"/>
                <a:gd name="T3" fmla="*/ 342 h 1851"/>
                <a:gd name="T4" fmla="*/ 1698 w 1341"/>
                <a:gd name="T5" fmla="*/ 820 h 1851"/>
                <a:gd name="T6" fmla="*/ 1630 w 1341"/>
                <a:gd name="T7" fmla="*/ 1224 h 1851"/>
                <a:gd name="T8" fmla="*/ 1614 w 1341"/>
                <a:gd name="T9" fmla="*/ 1395 h 1851"/>
                <a:gd name="T10" fmla="*/ 1605 w 1341"/>
                <a:gd name="T11" fmla="*/ 1473 h 1851"/>
                <a:gd name="T12" fmla="*/ 1610 w 1341"/>
                <a:gd name="T13" fmla="*/ 1562 h 1851"/>
                <a:gd name="T14" fmla="*/ 1599 w 1341"/>
                <a:gd name="T15" fmla="*/ 2014 h 1851"/>
                <a:gd name="T16" fmla="*/ 1591 w 1341"/>
                <a:gd name="T17" fmla="*/ 2126 h 1851"/>
                <a:gd name="T18" fmla="*/ 1575 w 1341"/>
                <a:gd name="T19" fmla="*/ 2214 h 1851"/>
                <a:gd name="T20" fmla="*/ 1052 w 1341"/>
                <a:gd name="T21" fmla="*/ 2214 h 1851"/>
                <a:gd name="T22" fmla="*/ 989 w 1341"/>
                <a:gd name="T23" fmla="*/ 1639 h 1851"/>
                <a:gd name="T24" fmla="*/ 993 w 1341"/>
                <a:gd name="T25" fmla="*/ 1526 h 1851"/>
                <a:gd name="T26" fmla="*/ 979 w 1341"/>
                <a:gd name="T27" fmla="*/ 1463 h 1851"/>
                <a:gd name="T28" fmla="*/ 968 w 1341"/>
                <a:gd name="T29" fmla="*/ 1409 h 1851"/>
                <a:gd name="T30" fmla="*/ 853 w 1341"/>
                <a:gd name="T31" fmla="*/ 1043 h 1851"/>
                <a:gd name="T32" fmla="*/ 735 w 1341"/>
                <a:gd name="T33" fmla="*/ 1409 h 1851"/>
                <a:gd name="T34" fmla="*/ 724 w 1341"/>
                <a:gd name="T35" fmla="*/ 1463 h 1851"/>
                <a:gd name="T36" fmla="*/ 709 w 1341"/>
                <a:gd name="T37" fmla="*/ 1526 h 1851"/>
                <a:gd name="T38" fmla="*/ 715 w 1341"/>
                <a:gd name="T39" fmla="*/ 1639 h 1851"/>
                <a:gd name="T40" fmla="*/ 651 w 1341"/>
                <a:gd name="T41" fmla="*/ 2214 h 1851"/>
                <a:gd name="T42" fmla="*/ 128 w 1341"/>
                <a:gd name="T43" fmla="*/ 2214 h 1851"/>
                <a:gd name="T44" fmla="*/ 113 w 1341"/>
                <a:gd name="T45" fmla="*/ 2126 h 1851"/>
                <a:gd name="T46" fmla="*/ 103 w 1341"/>
                <a:gd name="T47" fmla="*/ 2014 h 1851"/>
                <a:gd name="T48" fmla="*/ 94 w 1341"/>
                <a:gd name="T49" fmla="*/ 1562 h 1851"/>
                <a:gd name="T50" fmla="*/ 97 w 1341"/>
                <a:gd name="T51" fmla="*/ 1473 h 1851"/>
                <a:gd name="T52" fmla="*/ 89 w 1341"/>
                <a:gd name="T53" fmla="*/ 1395 h 1851"/>
                <a:gd name="T54" fmla="*/ 74 w 1341"/>
                <a:gd name="T55" fmla="*/ 1224 h 1851"/>
                <a:gd name="T56" fmla="*/ 4 w 1341"/>
                <a:gd name="T57" fmla="*/ 820 h 1851"/>
                <a:gd name="T58" fmla="*/ 74 w 1341"/>
                <a:gd name="T59" fmla="*/ 342 h 1851"/>
                <a:gd name="T60" fmla="*/ 97 w 1341"/>
                <a:gd name="T61" fmla="*/ 0 h 1851"/>
                <a:gd name="T62" fmla="*/ 1605 w 1341"/>
                <a:gd name="T63" fmla="*/ 0 h 1851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1341" h="1851">
                  <a:moveTo>
                    <a:pt x="1264" y="0"/>
                  </a:moveTo>
                  <a:cubicBezTo>
                    <a:pt x="1264" y="0"/>
                    <a:pt x="1287" y="204"/>
                    <a:pt x="1284" y="270"/>
                  </a:cubicBezTo>
                  <a:cubicBezTo>
                    <a:pt x="1280" y="335"/>
                    <a:pt x="1341" y="521"/>
                    <a:pt x="1337" y="648"/>
                  </a:cubicBezTo>
                  <a:cubicBezTo>
                    <a:pt x="1334" y="775"/>
                    <a:pt x="1291" y="894"/>
                    <a:pt x="1284" y="968"/>
                  </a:cubicBezTo>
                  <a:cubicBezTo>
                    <a:pt x="1276" y="1041"/>
                    <a:pt x="1287" y="1076"/>
                    <a:pt x="1272" y="1103"/>
                  </a:cubicBezTo>
                  <a:cubicBezTo>
                    <a:pt x="1257" y="1130"/>
                    <a:pt x="1280" y="1149"/>
                    <a:pt x="1264" y="1164"/>
                  </a:cubicBezTo>
                  <a:cubicBezTo>
                    <a:pt x="1249" y="1180"/>
                    <a:pt x="1276" y="1222"/>
                    <a:pt x="1268" y="1234"/>
                  </a:cubicBezTo>
                  <a:cubicBezTo>
                    <a:pt x="1260" y="1245"/>
                    <a:pt x="1272" y="1554"/>
                    <a:pt x="1260" y="1592"/>
                  </a:cubicBezTo>
                  <a:cubicBezTo>
                    <a:pt x="1249" y="1631"/>
                    <a:pt x="1264" y="1662"/>
                    <a:pt x="1253" y="1681"/>
                  </a:cubicBezTo>
                  <a:cubicBezTo>
                    <a:pt x="1241" y="1700"/>
                    <a:pt x="1241" y="1750"/>
                    <a:pt x="1241" y="1750"/>
                  </a:cubicBezTo>
                  <a:cubicBezTo>
                    <a:pt x="1241" y="1750"/>
                    <a:pt x="1045" y="1851"/>
                    <a:pt x="829" y="1750"/>
                  </a:cubicBezTo>
                  <a:cubicBezTo>
                    <a:pt x="829" y="1750"/>
                    <a:pt x="782" y="1403"/>
                    <a:pt x="779" y="1295"/>
                  </a:cubicBezTo>
                  <a:cubicBezTo>
                    <a:pt x="775" y="1187"/>
                    <a:pt x="771" y="1222"/>
                    <a:pt x="782" y="1207"/>
                  </a:cubicBezTo>
                  <a:cubicBezTo>
                    <a:pt x="794" y="1191"/>
                    <a:pt x="759" y="1160"/>
                    <a:pt x="771" y="1157"/>
                  </a:cubicBezTo>
                  <a:cubicBezTo>
                    <a:pt x="782" y="1153"/>
                    <a:pt x="748" y="1130"/>
                    <a:pt x="763" y="1114"/>
                  </a:cubicBezTo>
                  <a:cubicBezTo>
                    <a:pt x="779" y="1099"/>
                    <a:pt x="680" y="897"/>
                    <a:pt x="672" y="824"/>
                  </a:cubicBezTo>
                  <a:cubicBezTo>
                    <a:pt x="664" y="897"/>
                    <a:pt x="563" y="1099"/>
                    <a:pt x="579" y="1114"/>
                  </a:cubicBezTo>
                  <a:cubicBezTo>
                    <a:pt x="594" y="1130"/>
                    <a:pt x="559" y="1153"/>
                    <a:pt x="571" y="1157"/>
                  </a:cubicBezTo>
                  <a:cubicBezTo>
                    <a:pt x="582" y="1160"/>
                    <a:pt x="548" y="1191"/>
                    <a:pt x="559" y="1207"/>
                  </a:cubicBezTo>
                  <a:cubicBezTo>
                    <a:pt x="571" y="1222"/>
                    <a:pt x="567" y="1187"/>
                    <a:pt x="563" y="1295"/>
                  </a:cubicBezTo>
                  <a:cubicBezTo>
                    <a:pt x="559" y="1403"/>
                    <a:pt x="513" y="1750"/>
                    <a:pt x="513" y="1750"/>
                  </a:cubicBezTo>
                  <a:cubicBezTo>
                    <a:pt x="297" y="1851"/>
                    <a:pt x="101" y="1750"/>
                    <a:pt x="101" y="1750"/>
                  </a:cubicBezTo>
                  <a:cubicBezTo>
                    <a:pt x="101" y="1750"/>
                    <a:pt x="101" y="1700"/>
                    <a:pt x="89" y="1681"/>
                  </a:cubicBezTo>
                  <a:cubicBezTo>
                    <a:pt x="77" y="1662"/>
                    <a:pt x="93" y="1631"/>
                    <a:pt x="81" y="1592"/>
                  </a:cubicBezTo>
                  <a:cubicBezTo>
                    <a:pt x="70" y="1554"/>
                    <a:pt x="81" y="1245"/>
                    <a:pt x="74" y="1234"/>
                  </a:cubicBezTo>
                  <a:cubicBezTo>
                    <a:pt x="66" y="1222"/>
                    <a:pt x="93" y="1180"/>
                    <a:pt x="77" y="1164"/>
                  </a:cubicBezTo>
                  <a:cubicBezTo>
                    <a:pt x="62" y="1149"/>
                    <a:pt x="85" y="1130"/>
                    <a:pt x="70" y="1103"/>
                  </a:cubicBezTo>
                  <a:cubicBezTo>
                    <a:pt x="54" y="1076"/>
                    <a:pt x="66" y="1041"/>
                    <a:pt x="58" y="968"/>
                  </a:cubicBezTo>
                  <a:cubicBezTo>
                    <a:pt x="50" y="894"/>
                    <a:pt x="8" y="775"/>
                    <a:pt x="4" y="648"/>
                  </a:cubicBezTo>
                  <a:cubicBezTo>
                    <a:pt x="0" y="521"/>
                    <a:pt x="62" y="335"/>
                    <a:pt x="58" y="270"/>
                  </a:cubicBezTo>
                  <a:cubicBezTo>
                    <a:pt x="54" y="204"/>
                    <a:pt x="77" y="0"/>
                    <a:pt x="77" y="0"/>
                  </a:cubicBezTo>
                  <a:cubicBezTo>
                    <a:pt x="77" y="0"/>
                    <a:pt x="634" y="255"/>
                    <a:pt x="1264" y="0"/>
                  </a:cubicBezTo>
                  <a:close/>
                </a:path>
              </a:pathLst>
            </a:custGeom>
            <a:noFill/>
            <a:ln w="793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7131" name="Line 876">
              <a:extLst>
                <a:ext uri="{FF2B5EF4-FFF2-40B4-BE49-F238E27FC236}">
                  <a16:creationId xmlns:a16="http://schemas.microsoft.com/office/drawing/2014/main" id="{8B53B2AE-E686-4F57-8B47-788493F6E9C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597" y="2744"/>
              <a:ext cx="1" cy="69"/>
            </a:xfrm>
            <a:prstGeom prst="line">
              <a:avLst/>
            </a:prstGeom>
            <a:noFill/>
            <a:ln w="7938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7132" name="Freeform 877">
              <a:extLst>
                <a:ext uri="{FF2B5EF4-FFF2-40B4-BE49-F238E27FC236}">
                  <a16:creationId xmlns:a16="http://schemas.microsoft.com/office/drawing/2014/main" id="{B2B39779-2F02-4A90-A6F5-8CDB4272FAC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0" y="2666"/>
              <a:ext cx="228" cy="138"/>
            </a:xfrm>
            <a:custGeom>
              <a:avLst/>
              <a:gdLst>
                <a:gd name="T0" fmla="*/ 0 w 211"/>
                <a:gd name="T1" fmla="*/ 0 h 127"/>
                <a:gd name="T2" fmla="*/ 266 w 211"/>
                <a:gd name="T3" fmla="*/ 1 h 1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1" h="127">
                  <a:moveTo>
                    <a:pt x="0" y="0"/>
                  </a:moveTo>
                  <a:cubicBezTo>
                    <a:pt x="33" y="56"/>
                    <a:pt x="105" y="127"/>
                    <a:pt x="211" y="1"/>
                  </a:cubicBezTo>
                </a:path>
              </a:pathLst>
            </a:custGeom>
            <a:noFill/>
            <a:ln w="793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7133" name="Freeform 878">
              <a:extLst>
                <a:ext uri="{FF2B5EF4-FFF2-40B4-BE49-F238E27FC236}">
                  <a16:creationId xmlns:a16="http://schemas.microsoft.com/office/drawing/2014/main" id="{29EF3CCA-686E-4243-B7BA-413580EF60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7" y="2525"/>
              <a:ext cx="271" cy="168"/>
            </a:xfrm>
            <a:custGeom>
              <a:avLst/>
              <a:gdLst>
                <a:gd name="T0" fmla="*/ 319 w 250"/>
                <a:gd name="T1" fmla="*/ 195 h 156"/>
                <a:gd name="T2" fmla="*/ 172 w 250"/>
                <a:gd name="T3" fmla="*/ 132 h 156"/>
                <a:gd name="T4" fmla="*/ 0 w 250"/>
                <a:gd name="T5" fmla="*/ 0 h 15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0" h="156">
                  <a:moveTo>
                    <a:pt x="250" y="156"/>
                  </a:moveTo>
                  <a:cubicBezTo>
                    <a:pt x="213" y="139"/>
                    <a:pt x="173" y="127"/>
                    <a:pt x="136" y="106"/>
                  </a:cubicBezTo>
                  <a:cubicBezTo>
                    <a:pt x="95" y="83"/>
                    <a:pt x="21" y="44"/>
                    <a:pt x="0" y="0"/>
                  </a:cubicBezTo>
                </a:path>
              </a:pathLst>
            </a:custGeom>
            <a:noFill/>
            <a:ln w="793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7134" name="Freeform 879">
              <a:extLst>
                <a:ext uri="{FF2B5EF4-FFF2-40B4-BE49-F238E27FC236}">
                  <a16:creationId xmlns:a16="http://schemas.microsoft.com/office/drawing/2014/main" id="{242AD2A1-2BA1-4BDC-BECF-A4D9C0B235B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6" y="2522"/>
              <a:ext cx="294" cy="178"/>
            </a:xfrm>
            <a:custGeom>
              <a:avLst/>
              <a:gdLst>
                <a:gd name="T0" fmla="*/ 0 w 272"/>
                <a:gd name="T1" fmla="*/ 209 h 164"/>
                <a:gd name="T2" fmla="*/ 76 w 272"/>
                <a:gd name="T3" fmla="*/ 179 h 164"/>
                <a:gd name="T4" fmla="*/ 178 w 272"/>
                <a:gd name="T5" fmla="*/ 135 h 164"/>
                <a:gd name="T6" fmla="*/ 344 w 272"/>
                <a:gd name="T7" fmla="*/ 0 h 16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2" h="164">
                  <a:moveTo>
                    <a:pt x="0" y="164"/>
                  </a:moveTo>
                  <a:cubicBezTo>
                    <a:pt x="20" y="162"/>
                    <a:pt x="41" y="146"/>
                    <a:pt x="60" y="140"/>
                  </a:cubicBezTo>
                  <a:cubicBezTo>
                    <a:pt x="88" y="129"/>
                    <a:pt x="118" y="121"/>
                    <a:pt x="142" y="105"/>
                  </a:cubicBezTo>
                  <a:cubicBezTo>
                    <a:pt x="186" y="75"/>
                    <a:pt x="244" y="46"/>
                    <a:pt x="272" y="0"/>
                  </a:cubicBezTo>
                </a:path>
              </a:pathLst>
            </a:custGeom>
            <a:noFill/>
            <a:ln w="793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7135" name="Freeform 880">
              <a:extLst>
                <a:ext uri="{FF2B5EF4-FFF2-40B4-BE49-F238E27FC236}">
                  <a16:creationId xmlns:a16="http://schemas.microsoft.com/office/drawing/2014/main" id="{AB0C09DF-314C-468C-90AE-42281EFC91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3" y="2596"/>
              <a:ext cx="137" cy="24"/>
            </a:xfrm>
            <a:custGeom>
              <a:avLst/>
              <a:gdLst>
                <a:gd name="T0" fmla="*/ 162 w 126"/>
                <a:gd name="T1" fmla="*/ 28 h 22"/>
                <a:gd name="T2" fmla="*/ 95 w 126"/>
                <a:gd name="T3" fmla="*/ 17 h 22"/>
                <a:gd name="T4" fmla="*/ 0 w 126"/>
                <a:gd name="T5" fmla="*/ 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6" h="22">
                  <a:moveTo>
                    <a:pt x="126" y="22"/>
                  </a:moveTo>
                  <a:cubicBezTo>
                    <a:pt x="111" y="15"/>
                    <a:pt x="91" y="16"/>
                    <a:pt x="74" y="14"/>
                  </a:cubicBezTo>
                  <a:cubicBezTo>
                    <a:pt x="57" y="12"/>
                    <a:pt x="12" y="12"/>
                    <a:pt x="0" y="0"/>
                  </a:cubicBezTo>
                </a:path>
              </a:pathLst>
            </a:custGeom>
            <a:noFill/>
            <a:ln w="793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7136" name="Freeform 881">
              <a:extLst>
                <a:ext uri="{FF2B5EF4-FFF2-40B4-BE49-F238E27FC236}">
                  <a16:creationId xmlns:a16="http://schemas.microsoft.com/office/drawing/2014/main" id="{BAD5DE66-EA07-4CDC-BDA3-20DB91826E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8" y="2585"/>
              <a:ext cx="156" cy="43"/>
            </a:xfrm>
            <a:custGeom>
              <a:avLst/>
              <a:gdLst>
                <a:gd name="T0" fmla="*/ 0 w 144"/>
                <a:gd name="T1" fmla="*/ 47 h 40"/>
                <a:gd name="T2" fmla="*/ 89 w 144"/>
                <a:gd name="T3" fmla="*/ 30 h 40"/>
                <a:gd name="T4" fmla="*/ 183 w 144"/>
                <a:gd name="T5" fmla="*/ 0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4" h="40">
                  <a:moveTo>
                    <a:pt x="0" y="38"/>
                  </a:moveTo>
                  <a:cubicBezTo>
                    <a:pt x="22" y="40"/>
                    <a:pt x="49" y="28"/>
                    <a:pt x="70" y="24"/>
                  </a:cubicBezTo>
                  <a:cubicBezTo>
                    <a:pt x="96" y="20"/>
                    <a:pt x="122" y="14"/>
                    <a:pt x="144" y="0"/>
                  </a:cubicBezTo>
                </a:path>
              </a:pathLst>
            </a:custGeom>
            <a:noFill/>
            <a:ln w="793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7137" name="Freeform 882">
              <a:extLst>
                <a:ext uri="{FF2B5EF4-FFF2-40B4-BE49-F238E27FC236}">
                  <a16:creationId xmlns:a16="http://schemas.microsoft.com/office/drawing/2014/main" id="{34F0141B-180B-4120-9C51-1525E34FAD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3" y="2083"/>
              <a:ext cx="342" cy="407"/>
            </a:xfrm>
            <a:custGeom>
              <a:avLst/>
              <a:gdLst>
                <a:gd name="T0" fmla="*/ 0 w 316"/>
                <a:gd name="T1" fmla="*/ 0 h 376"/>
                <a:gd name="T2" fmla="*/ 244 w 316"/>
                <a:gd name="T3" fmla="*/ 252 h 376"/>
                <a:gd name="T4" fmla="*/ 400 w 316"/>
                <a:gd name="T5" fmla="*/ 477 h 37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6" h="376">
                  <a:moveTo>
                    <a:pt x="0" y="0"/>
                  </a:moveTo>
                  <a:cubicBezTo>
                    <a:pt x="57" y="73"/>
                    <a:pt x="142" y="117"/>
                    <a:pt x="192" y="199"/>
                  </a:cubicBezTo>
                  <a:cubicBezTo>
                    <a:pt x="230" y="260"/>
                    <a:pt x="263" y="328"/>
                    <a:pt x="316" y="376"/>
                  </a:cubicBezTo>
                </a:path>
              </a:pathLst>
            </a:custGeom>
            <a:noFill/>
            <a:ln w="793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7138" name="Freeform 883">
              <a:extLst>
                <a:ext uri="{FF2B5EF4-FFF2-40B4-BE49-F238E27FC236}">
                  <a16:creationId xmlns:a16="http://schemas.microsoft.com/office/drawing/2014/main" id="{0E9B02E2-36F3-4BEA-80CB-829B89CF18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5" y="2083"/>
              <a:ext cx="290" cy="355"/>
            </a:xfrm>
            <a:custGeom>
              <a:avLst/>
              <a:gdLst>
                <a:gd name="T0" fmla="*/ 0 w 268"/>
                <a:gd name="T1" fmla="*/ 416 h 328"/>
                <a:gd name="T2" fmla="*/ 157 w 268"/>
                <a:gd name="T3" fmla="*/ 213 h 328"/>
                <a:gd name="T4" fmla="*/ 340 w 268"/>
                <a:gd name="T5" fmla="*/ 0 h 3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8" h="328">
                  <a:moveTo>
                    <a:pt x="0" y="328"/>
                  </a:moveTo>
                  <a:cubicBezTo>
                    <a:pt x="56" y="286"/>
                    <a:pt x="88" y="227"/>
                    <a:pt x="124" y="168"/>
                  </a:cubicBezTo>
                  <a:cubicBezTo>
                    <a:pt x="160" y="109"/>
                    <a:pt x="218" y="45"/>
                    <a:pt x="268" y="0"/>
                  </a:cubicBezTo>
                </a:path>
              </a:pathLst>
            </a:custGeom>
            <a:noFill/>
            <a:ln w="793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7139" name="Freeform 884">
              <a:extLst>
                <a:ext uri="{FF2B5EF4-FFF2-40B4-BE49-F238E27FC236}">
                  <a16:creationId xmlns:a16="http://schemas.microsoft.com/office/drawing/2014/main" id="{7FF9455C-E749-4F03-9CA1-12996786B51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5" y="3166"/>
              <a:ext cx="118" cy="50"/>
            </a:xfrm>
            <a:custGeom>
              <a:avLst/>
              <a:gdLst>
                <a:gd name="T0" fmla="*/ 139 w 109"/>
                <a:gd name="T1" fmla="*/ 2 h 46"/>
                <a:gd name="T2" fmla="*/ 70 w 109"/>
                <a:gd name="T3" fmla="*/ 33 h 46"/>
                <a:gd name="T4" fmla="*/ 32 w 109"/>
                <a:gd name="T5" fmla="*/ 51 h 46"/>
                <a:gd name="T6" fmla="*/ 0 w 109"/>
                <a:gd name="T7" fmla="*/ 59 h 4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9" h="46">
                  <a:moveTo>
                    <a:pt x="109" y="2"/>
                  </a:moveTo>
                  <a:cubicBezTo>
                    <a:pt x="88" y="0"/>
                    <a:pt x="73" y="16"/>
                    <a:pt x="55" y="26"/>
                  </a:cubicBezTo>
                  <a:cubicBezTo>
                    <a:pt x="47" y="31"/>
                    <a:pt x="36" y="37"/>
                    <a:pt x="26" y="40"/>
                  </a:cubicBezTo>
                  <a:cubicBezTo>
                    <a:pt x="17" y="43"/>
                    <a:pt x="8" y="41"/>
                    <a:pt x="0" y="46"/>
                  </a:cubicBezTo>
                </a:path>
              </a:pathLst>
            </a:custGeom>
            <a:noFill/>
            <a:ln w="793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7140" name="Freeform 885">
              <a:extLst>
                <a:ext uri="{FF2B5EF4-FFF2-40B4-BE49-F238E27FC236}">
                  <a16:creationId xmlns:a16="http://schemas.microsoft.com/office/drawing/2014/main" id="{25BF93A7-20A8-46A6-918A-E5BBB11C6D4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0" y="3168"/>
              <a:ext cx="126" cy="31"/>
            </a:xfrm>
            <a:custGeom>
              <a:avLst/>
              <a:gdLst>
                <a:gd name="T0" fmla="*/ 0 w 116"/>
                <a:gd name="T1" fmla="*/ 0 h 28"/>
                <a:gd name="T2" fmla="*/ 149 w 116"/>
                <a:gd name="T3" fmla="*/ 38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6" h="28">
                  <a:moveTo>
                    <a:pt x="0" y="0"/>
                  </a:moveTo>
                  <a:cubicBezTo>
                    <a:pt x="35" y="15"/>
                    <a:pt x="78" y="21"/>
                    <a:pt x="116" y="28"/>
                  </a:cubicBezTo>
                </a:path>
              </a:pathLst>
            </a:custGeom>
            <a:noFill/>
            <a:ln w="793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7141" name="Freeform 886">
              <a:extLst>
                <a:ext uri="{FF2B5EF4-FFF2-40B4-BE49-F238E27FC236}">
                  <a16:creationId xmlns:a16="http://schemas.microsoft.com/office/drawing/2014/main" id="{926AD4E3-6331-4E7E-B42C-0BA33E29EA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3" y="3208"/>
              <a:ext cx="74" cy="25"/>
            </a:xfrm>
            <a:custGeom>
              <a:avLst/>
              <a:gdLst>
                <a:gd name="T0" fmla="*/ 88 w 68"/>
                <a:gd name="T1" fmla="*/ 26 h 23"/>
                <a:gd name="T2" fmla="*/ 0 w 68"/>
                <a:gd name="T3" fmla="*/ 29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8" h="23">
                  <a:moveTo>
                    <a:pt x="68" y="20"/>
                  </a:moveTo>
                  <a:cubicBezTo>
                    <a:pt x="53" y="0"/>
                    <a:pt x="19" y="20"/>
                    <a:pt x="0" y="23"/>
                  </a:cubicBezTo>
                </a:path>
              </a:pathLst>
            </a:custGeom>
            <a:noFill/>
            <a:ln w="793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7142" name="Freeform 887">
              <a:extLst>
                <a:ext uri="{FF2B5EF4-FFF2-40B4-BE49-F238E27FC236}">
                  <a16:creationId xmlns:a16="http://schemas.microsoft.com/office/drawing/2014/main" id="{36542F93-E586-42ED-9AA7-43947C98C34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0" y="3227"/>
              <a:ext cx="67" cy="13"/>
            </a:xfrm>
            <a:custGeom>
              <a:avLst/>
              <a:gdLst>
                <a:gd name="T0" fmla="*/ 0 w 62"/>
                <a:gd name="T1" fmla="*/ 9 h 12"/>
                <a:gd name="T2" fmla="*/ 78 w 62"/>
                <a:gd name="T3" fmla="*/ 15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2" h="12">
                  <a:moveTo>
                    <a:pt x="0" y="6"/>
                  </a:moveTo>
                  <a:cubicBezTo>
                    <a:pt x="21" y="0"/>
                    <a:pt x="42" y="4"/>
                    <a:pt x="62" y="12"/>
                  </a:cubicBezTo>
                </a:path>
              </a:pathLst>
            </a:custGeom>
            <a:noFill/>
            <a:ln w="793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7143" name="Freeform 888">
              <a:extLst>
                <a:ext uri="{FF2B5EF4-FFF2-40B4-BE49-F238E27FC236}">
                  <a16:creationId xmlns:a16="http://schemas.microsoft.com/office/drawing/2014/main" id="{5CF656FB-4317-41BC-965B-08D8F8F4DE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9" y="3241"/>
              <a:ext cx="210" cy="46"/>
            </a:xfrm>
            <a:custGeom>
              <a:avLst/>
              <a:gdLst>
                <a:gd name="T0" fmla="*/ 0 w 194"/>
                <a:gd name="T1" fmla="*/ 0 h 43"/>
                <a:gd name="T2" fmla="*/ 108 w 194"/>
                <a:gd name="T3" fmla="*/ 39 h 43"/>
                <a:gd name="T4" fmla="*/ 246 w 194"/>
                <a:gd name="T5" fmla="*/ 22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4" h="43">
                  <a:moveTo>
                    <a:pt x="0" y="0"/>
                  </a:moveTo>
                  <a:cubicBezTo>
                    <a:pt x="12" y="15"/>
                    <a:pt x="64" y="26"/>
                    <a:pt x="85" y="32"/>
                  </a:cubicBezTo>
                  <a:cubicBezTo>
                    <a:pt x="124" y="43"/>
                    <a:pt x="159" y="39"/>
                    <a:pt x="194" y="19"/>
                  </a:cubicBezTo>
                </a:path>
              </a:pathLst>
            </a:custGeom>
            <a:noFill/>
            <a:ln w="793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7144" name="Freeform 889">
              <a:extLst>
                <a:ext uri="{FF2B5EF4-FFF2-40B4-BE49-F238E27FC236}">
                  <a16:creationId xmlns:a16="http://schemas.microsoft.com/office/drawing/2014/main" id="{E7ABD1ED-842D-458C-9587-0448495B11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1" y="3275"/>
              <a:ext cx="167" cy="24"/>
            </a:xfrm>
            <a:custGeom>
              <a:avLst/>
              <a:gdLst>
                <a:gd name="T0" fmla="*/ 0 w 155"/>
                <a:gd name="T1" fmla="*/ 0 h 22"/>
                <a:gd name="T2" fmla="*/ 96 w 155"/>
                <a:gd name="T3" fmla="*/ 25 h 22"/>
                <a:gd name="T4" fmla="*/ 194 w 155"/>
                <a:gd name="T5" fmla="*/ 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5" h="22">
                  <a:moveTo>
                    <a:pt x="0" y="0"/>
                  </a:moveTo>
                  <a:cubicBezTo>
                    <a:pt x="26" y="0"/>
                    <a:pt x="50" y="17"/>
                    <a:pt x="77" y="19"/>
                  </a:cubicBezTo>
                  <a:cubicBezTo>
                    <a:pt x="105" y="22"/>
                    <a:pt x="131" y="13"/>
                    <a:pt x="155" y="0"/>
                  </a:cubicBezTo>
                </a:path>
              </a:pathLst>
            </a:custGeom>
            <a:noFill/>
            <a:ln w="793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7145" name="Freeform 890">
              <a:extLst>
                <a:ext uri="{FF2B5EF4-FFF2-40B4-BE49-F238E27FC236}">
                  <a16:creationId xmlns:a16="http://schemas.microsoft.com/office/drawing/2014/main" id="{9E8B3169-C747-4CB3-B75B-050B6E74D4E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9" y="1986"/>
              <a:ext cx="391" cy="496"/>
            </a:xfrm>
            <a:custGeom>
              <a:avLst/>
              <a:gdLst>
                <a:gd name="T0" fmla="*/ 5 w 361"/>
                <a:gd name="T1" fmla="*/ 78 h 459"/>
                <a:gd name="T2" fmla="*/ 110 w 361"/>
                <a:gd name="T3" fmla="*/ 185 h 459"/>
                <a:gd name="T4" fmla="*/ 256 w 361"/>
                <a:gd name="T5" fmla="*/ 331 h 459"/>
                <a:gd name="T6" fmla="*/ 351 w 361"/>
                <a:gd name="T7" fmla="*/ 475 h 459"/>
                <a:gd name="T8" fmla="*/ 455 w 361"/>
                <a:gd name="T9" fmla="*/ 572 h 459"/>
                <a:gd name="T10" fmla="*/ 380 w 361"/>
                <a:gd name="T11" fmla="*/ 452 h 459"/>
                <a:gd name="T12" fmla="*/ 249 w 361"/>
                <a:gd name="T13" fmla="*/ 260 h 459"/>
                <a:gd name="T14" fmla="*/ 89 w 361"/>
                <a:gd name="T15" fmla="*/ 91 h 459"/>
                <a:gd name="T16" fmla="*/ 55 w 361"/>
                <a:gd name="T17" fmla="*/ 28 h 459"/>
                <a:gd name="T18" fmla="*/ 0 w 361"/>
                <a:gd name="T19" fmla="*/ 0 h 45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61" h="459">
                  <a:moveTo>
                    <a:pt x="5" y="62"/>
                  </a:moveTo>
                  <a:cubicBezTo>
                    <a:pt x="35" y="77"/>
                    <a:pt x="62" y="123"/>
                    <a:pt x="87" y="146"/>
                  </a:cubicBezTo>
                  <a:cubicBezTo>
                    <a:pt x="127" y="184"/>
                    <a:pt x="169" y="218"/>
                    <a:pt x="201" y="262"/>
                  </a:cubicBezTo>
                  <a:cubicBezTo>
                    <a:pt x="229" y="300"/>
                    <a:pt x="254" y="336"/>
                    <a:pt x="276" y="377"/>
                  </a:cubicBezTo>
                  <a:cubicBezTo>
                    <a:pt x="290" y="404"/>
                    <a:pt x="322" y="459"/>
                    <a:pt x="358" y="453"/>
                  </a:cubicBezTo>
                  <a:cubicBezTo>
                    <a:pt x="361" y="431"/>
                    <a:pt x="310" y="383"/>
                    <a:pt x="299" y="358"/>
                  </a:cubicBezTo>
                  <a:cubicBezTo>
                    <a:pt x="274" y="298"/>
                    <a:pt x="243" y="254"/>
                    <a:pt x="196" y="206"/>
                  </a:cubicBezTo>
                  <a:cubicBezTo>
                    <a:pt x="153" y="162"/>
                    <a:pt x="106" y="122"/>
                    <a:pt x="70" y="72"/>
                  </a:cubicBezTo>
                  <a:cubicBezTo>
                    <a:pt x="59" y="56"/>
                    <a:pt x="53" y="37"/>
                    <a:pt x="43" y="22"/>
                  </a:cubicBezTo>
                  <a:cubicBezTo>
                    <a:pt x="32" y="5"/>
                    <a:pt x="19" y="4"/>
                    <a:pt x="0" y="0"/>
                  </a:cubicBezTo>
                </a:path>
              </a:pathLst>
            </a:custGeom>
            <a:solidFill>
              <a:srgbClr val="C8D2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7146" name="Freeform 891">
              <a:extLst>
                <a:ext uri="{FF2B5EF4-FFF2-40B4-BE49-F238E27FC236}">
                  <a16:creationId xmlns:a16="http://schemas.microsoft.com/office/drawing/2014/main" id="{C0AD3062-E8A7-448E-BCE2-841083A3DE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4" y="1984"/>
              <a:ext cx="193" cy="240"/>
            </a:xfrm>
            <a:custGeom>
              <a:avLst/>
              <a:gdLst>
                <a:gd name="T0" fmla="*/ 0 w 178"/>
                <a:gd name="T1" fmla="*/ 0 h 222"/>
                <a:gd name="T2" fmla="*/ 171 w 178"/>
                <a:gd name="T3" fmla="*/ 64 h 222"/>
                <a:gd name="T4" fmla="*/ 183 w 178"/>
                <a:gd name="T5" fmla="*/ 185 h 222"/>
                <a:gd name="T6" fmla="*/ 227 w 178"/>
                <a:gd name="T7" fmla="*/ 280 h 222"/>
                <a:gd name="T8" fmla="*/ 95 w 178"/>
                <a:gd name="T9" fmla="*/ 169 h 222"/>
                <a:gd name="T10" fmla="*/ 2 w 178"/>
                <a:gd name="T11" fmla="*/ 5 h 2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8" h="222">
                  <a:moveTo>
                    <a:pt x="0" y="0"/>
                  </a:moveTo>
                  <a:cubicBezTo>
                    <a:pt x="35" y="9"/>
                    <a:pt x="125" y="16"/>
                    <a:pt x="135" y="51"/>
                  </a:cubicBezTo>
                  <a:cubicBezTo>
                    <a:pt x="143" y="82"/>
                    <a:pt x="133" y="115"/>
                    <a:pt x="144" y="146"/>
                  </a:cubicBezTo>
                  <a:cubicBezTo>
                    <a:pt x="153" y="173"/>
                    <a:pt x="170" y="195"/>
                    <a:pt x="178" y="222"/>
                  </a:cubicBezTo>
                  <a:cubicBezTo>
                    <a:pt x="140" y="212"/>
                    <a:pt x="102" y="159"/>
                    <a:pt x="75" y="133"/>
                  </a:cubicBezTo>
                  <a:cubicBezTo>
                    <a:pt x="35" y="94"/>
                    <a:pt x="6" y="63"/>
                    <a:pt x="2" y="5"/>
                  </a:cubicBezTo>
                </a:path>
              </a:pathLst>
            </a:custGeom>
            <a:solidFill>
              <a:srgbClr val="C8D2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7147" name="Freeform 892">
              <a:extLst>
                <a:ext uri="{FF2B5EF4-FFF2-40B4-BE49-F238E27FC236}">
                  <a16:creationId xmlns:a16="http://schemas.microsoft.com/office/drawing/2014/main" id="{F5996841-D4AE-4C35-91C0-383614D39EF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9" y="2058"/>
              <a:ext cx="334" cy="390"/>
            </a:xfrm>
            <a:custGeom>
              <a:avLst/>
              <a:gdLst>
                <a:gd name="T0" fmla="*/ 374 w 309"/>
                <a:gd name="T1" fmla="*/ 0 h 360"/>
                <a:gd name="T2" fmla="*/ 270 w 309"/>
                <a:gd name="T3" fmla="*/ 94 h 360"/>
                <a:gd name="T4" fmla="*/ 183 w 309"/>
                <a:gd name="T5" fmla="*/ 211 h 360"/>
                <a:gd name="T6" fmla="*/ 0 w 309"/>
                <a:gd name="T7" fmla="*/ 457 h 360"/>
                <a:gd name="T8" fmla="*/ 144 w 309"/>
                <a:gd name="T9" fmla="*/ 322 h 360"/>
                <a:gd name="T10" fmla="*/ 248 w 309"/>
                <a:gd name="T11" fmla="*/ 180 h 360"/>
                <a:gd name="T12" fmla="*/ 324 w 309"/>
                <a:gd name="T13" fmla="*/ 92 h 360"/>
                <a:gd name="T14" fmla="*/ 389 w 309"/>
                <a:gd name="T15" fmla="*/ 202 h 360"/>
                <a:gd name="T16" fmla="*/ 389 w 309"/>
                <a:gd name="T17" fmla="*/ 115 h 360"/>
                <a:gd name="T18" fmla="*/ 371 w 309"/>
                <a:gd name="T19" fmla="*/ 2 h 36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09" h="360">
                  <a:moveTo>
                    <a:pt x="296" y="0"/>
                  </a:moveTo>
                  <a:cubicBezTo>
                    <a:pt x="275" y="31"/>
                    <a:pt x="237" y="46"/>
                    <a:pt x="214" y="74"/>
                  </a:cubicBezTo>
                  <a:cubicBezTo>
                    <a:pt x="189" y="103"/>
                    <a:pt x="164" y="134"/>
                    <a:pt x="144" y="166"/>
                  </a:cubicBezTo>
                  <a:cubicBezTo>
                    <a:pt x="104" y="233"/>
                    <a:pt x="56" y="304"/>
                    <a:pt x="0" y="360"/>
                  </a:cubicBezTo>
                  <a:cubicBezTo>
                    <a:pt x="44" y="335"/>
                    <a:pt x="78" y="288"/>
                    <a:pt x="114" y="253"/>
                  </a:cubicBezTo>
                  <a:cubicBezTo>
                    <a:pt x="148" y="220"/>
                    <a:pt x="175" y="182"/>
                    <a:pt x="196" y="141"/>
                  </a:cubicBezTo>
                  <a:cubicBezTo>
                    <a:pt x="206" y="121"/>
                    <a:pt x="229" y="72"/>
                    <a:pt x="257" y="72"/>
                  </a:cubicBezTo>
                  <a:cubicBezTo>
                    <a:pt x="290" y="71"/>
                    <a:pt x="293" y="140"/>
                    <a:pt x="308" y="159"/>
                  </a:cubicBezTo>
                  <a:cubicBezTo>
                    <a:pt x="309" y="136"/>
                    <a:pt x="309" y="113"/>
                    <a:pt x="308" y="90"/>
                  </a:cubicBezTo>
                  <a:cubicBezTo>
                    <a:pt x="308" y="64"/>
                    <a:pt x="290" y="21"/>
                    <a:pt x="293" y="2"/>
                  </a:cubicBezTo>
                </a:path>
              </a:pathLst>
            </a:custGeom>
            <a:solidFill>
              <a:srgbClr val="95AB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7148" name="Freeform 893">
              <a:extLst>
                <a:ext uri="{FF2B5EF4-FFF2-40B4-BE49-F238E27FC236}">
                  <a16:creationId xmlns:a16="http://schemas.microsoft.com/office/drawing/2014/main" id="{1F36F23F-9B74-4234-B3E6-E0696E5F62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6" y="2555"/>
              <a:ext cx="82" cy="51"/>
            </a:xfrm>
            <a:custGeom>
              <a:avLst/>
              <a:gdLst>
                <a:gd name="T0" fmla="*/ 95 w 76"/>
                <a:gd name="T1" fmla="*/ 60 h 47"/>
                <a:gd name="T2" fmla="*/ 15 w 76"/>
                <a:gd name="T3" fmla="*/ 0 h 47"/>
                <a:gd name="T4" fmla="*/ 0 w 76"/>
                <a:gd name="T5" fmla="*/ 44 h 47"/>
                <a:gd name="T6" fmla="*/ 76 w 76"/>
                <a:gd name="T7" fmla="*/ 51 h 4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6" h="47">
                  <a:moveTo>
                    <a:pt x="76" y="47"/>
                  </a:moveTo>
                  <a:cubicBezTo>
                    <a:pt x="53" y="38"/>
                    <a:pt x="26" y="22"/>
                    <a:pt x="12" y="0"/>
                  </a:cubicBezTo>
                  <a:cubicBezTo>
                    <a:pt x="20" y="17"/>
                    <a:pt x="24" y="32"/>
                    <a:pt x="0" y="35"/>
                  </a:cubicBezTo>
                  <a:cubicBezTo>
                    <a:pt x="20" y="36"/>
                    <a:pt x="39" y="41"/>
                    <a:pt x="60" y="40"/>
                  </a:cubicBezTo>
                </a:path>
              </a:pathLst>
            </a:custGeom>
            <a:solidFill>
              <a:srgbClr val="95AB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7149" name="Freeform 894">
              <a:extLst>
                <a:ext uri="{FF2B5EF4-FFF2-40B4-BE49-F238E27FC236}">
                  <a16:creationId xmlns:a16="http://schemas.microsoft.com/office/drawing/2014/main" id="{D81A5CD0-1659-4124-A8A0-3280731B9C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3" y="2619"/>
              <a:ext cx="334" cy="247"/>
            </a:xfrm>
            <a:custGeom>
              <a:avLst/>
              <a:gdLst>
                <a:gd name="T0" fmla="*/ 362 w 308"/>
                <a:gd name="T1" fmla="*/ 150 h 229"/>
                <a:gd name="T2" fmla="*/ 284 w 308"/>
                <a:gd name="T3" fmla="*/ 102 h 229"/>
                <a:gd name="T4" fmla="*/ 183 w 308"/>
                <a:gd name="T5" fmla="*/ 60 h 229"/>
                <a:gd name="T6" fmla="*/ 100 w 308"/>
                <a:gd name="T7" fmla="*/ 10 h 229"/>
                <a:gd name="T8" fmla="*/ 0 w 308"/>
                <a:gd name="T9" fmla="*/ 11 h 229"/>
                <a:gd name="T10" fmla="*/ 64 w 308"/>
                <a:gd name="T11" fmla="*/ 28 h 229"/>
                <a:gd name="T12" fmla="*/ 134 w 308"/>
                <a:gd name="T13" fmla="*/ 60 h 229"/>
                <a:gd name="T14" fmla="*/ 266 w 308"/>
                <a:gd name="T15" fmla="*/ 112 h 229"/>
                <a:gd name="T16" fmla="*/ 364 w 308"/>
                <a:gd name="T17" fmla="*/ 287 h 229"/>
                <a:gd name="T18" fmla="*/ 385 w 308"/>
                <a:gd name="T19" fmla="*/ 220 h 229"/>
                <a:gd name="T20" fmla="*/ 391 w 308"/>
                <a:gd name="T21" fmla="*/ 163 h 229"/>
                <a:gd name="T22" fmla="*/ 359 w 308"/>
                <a:gd name="T23" fmla="*/ 145 h 22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08" h="229">
                  <a:moveTo>
                    <a:pt x="284" y="120"/>
                  </a:moveTo>
                  <a:cubicBezTo>
                    <a:pt x="260" y="110"/>
                    <a:pt x="244" y="94"/>
                    <a:pt x="223" y="82"/>
                  </a:cubicBezTo>
                  <a:cubicBezTo>
                    <a:pt x="199" y="68"/>
                    <a:pt x="170" y="61"/>
                    <a:pt x="144" y="48"/>
                  </a:cubicBezTo>
                  <a:cubicBezTo>
                    <a:pt x="122" y="36"/>
                    <a:pt x="103" y="14"/>
                    <a:pt x="78" y="7"/>
                  </a:cubicBezTo>
                  <a:cubicBezTo>
                    <a:pt x="52" y="0"/>
                    <a:pt x="25" y="13"/>
                    <a:pt x="0" y="8"/>
                  </a:cubicBezTo>
                  <a:cubicBezTo>
                    <a:pt x="16" y="15"/>
                    <a:pt x="34" y="17"/>
                    <a:pt x="50" y="22"/>
                  </a:cubicBezTo>
                  <a:cubicBezTo>
                    <a:pt x="71" y="28"/>
                    <a:pt x="87" y="39"/>
                    <a:pt x="105" y="48"/>
                  </a:cubicBezTo>
                  <a:cubicBezTo>
                    <a:pt x="139" y="65"/>
                    <a:pt x="174" y="75"/>
                    <a:pt x="208" y="89"/>
                  </a:cubicBezTo>
                  <a:cubicBezTo>
                    <a:pt x="266" y="114"/>
                    <a:pt x="299" y="165"/>
                    <a:pt x="286" y="229"/>
                  </a:cubicBezTo>
                  <a:cubicBezTo>
                    <a:pt x="298" y="219"/>
                    <a:pt x="300" y="190"/>
                    <a:pt x="302" y="175"/>
                  </a:cubicBezTo>
                  <a:cubicBezTo>
                    <a:pt x="304" y="162"/>
                    <a:pt x="308" y="142"/>
                    <a:pt x="307" y="130"/>
                  </a:cubicBezTo>
                  <a:cubicBezTo>
                    <a:pt x="297" y="126"/>
                    <a:pt x="291" y="119"/>
                    <a:pt x="281" y="115"/>
                  </a:cubicBezTo>
                </a:path>
              </a:pathLst>
            </a:custGeom>
            <a:solidFill>
              <a:srgbClr val="95AB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7150" name="Freeform 895">
              <a:extLst>
                <a:ext uri="{FF2B5EF4-FFF2-40B4-BE49-F238E27FC236}">
                  <a16:creationId xmlns:a16="http://schemas.microsoft.com/office/drawing/2014/main" id="{8E76C256-7759-4565-8FD2-4CCD17A8E3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5" y="2665"/>
              <a:ext cx="148" cy="67"/>
            </a:xfrm>
            <a:custGeom>
              <a:avLst/>
              <a:gdLst>
                <a:gd name="T0" fmla="*/ 0 w 137"/>
                <a:gd name="T1" fmla="*/ 0 h 62"/>
                <a:gd name="T2" fmla="*/ 70 w 137"/>
                <a:gd name="T3" fmla="*/ 62 h 62"/>
                <a:gd name="T4" fmla="*/ 173 w 137"/>
                <a:gd name="T5" fmla="*/ 46 h 62"/>
                <a:gd name="T6" fmla="*/ 0 w 137"/>
                <a:gd name="T7" fmla="*/ 10 h 6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7" h="62">
                  <a:moveTo>
                    <a:pt x="0" y="0"/>
                  </a:moveTo>
                  <a:cubicBezTo>
                    <a:pt x="4" y="20"/>
                    <a:pt x="38" y="41"/>
                    <a:pt x="56" y="49"/>
                  </a:cubicBezTo>
                  <a:cubicBezTo>
                    <a:pt x="85" y="62"/>
                    <a:pt x="112" y="55"/>
                    <a:pt x="137" y="37"/>
                  </a:cubicBezTo>
                  <a:cubicBezTo>
                    <a:pt x="81" y="57"/>
                    <a:pt x="47" y="29"/>
                    <a:pt x="0" y="7"/>
                  </a:cubicBezTo>
                </a:path>
              </a:pathLst>
            </a:custGeom>
            <a:solidFill>
              <a:srgbClr val="C8D2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7151" name="Freeform 896">
              <a:extLst>
                <a:ext uri="{FF2B5EF4-FFF2-40B4-BE49-F238E27FC236}">
                  <a16:creationId xmlns:a16="http://schemas.microsoft.com/office/drawing/2014/main" id="{0411FA40-D9B9-4DDB-B769-471FBB5DE8E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9" y="2614"/>
              <a:ext cx="340" cy="140"/>
            </a:xfrm>
            <a:custGeom>
              <a:avLst/>
              <a:gdLst>
                <a:gd name="T0" fmla="*/ 0 w 314"/>
                <a:gd name="T1" fmla="*/ 155 h 129"/>
                <a:gd name="T2" fmla="*/ 40 w 314"/>
                <a:gd name="T3" fmla="*/ 128 h 129"/>
                <a:gd name="T4" fmla="*/ 73 w 314"/>
                <a:gd name="T5" fmla="*/ 113 h 129"/>
                <a:gd name="T6" fmla="*/ 165 w 314"/>
                <a:gd name="T7" fmla="*/ 80 h 129"/>
                <a:gd name="T8" fmla="*/ 263 w 314"/>
                <a:gd name="T9" fmla="*/ 33 h 129"/>
                <a:gd name="T10" fmla="*/ 398 w 314"/>
                <a:gd name="T11" fmla="*/ 0 h 129"/>
                <a:gd name="T12" fmla="*/ 270 w 314"/>
                <a:gd name="T13" fmla="*/ 54 h 129"/>
                <a:gd name="T14" fmla="*/ 219 w 314"/>
                <a:gd name="T15" fmla="*/ 73 h 129"/>
                <a:gd name="T16" fmla="*/ 172 w 314"/>
                <a:gd name="T17" fmla="*/ 110 h 129"/>
                <a:gd name="T18" fmla="*/ 16 w 314"/>
                <a:gd name="T19" fmla="*/ 165 h 12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14" h="129">
                  <a:moveTo>
                    <a:pt x="0" y="122"/>
                  </a:moveTo>
                  <a:cubicBezTo>
                    <a:pt x="12" y="126"/>
                    <a:pt x="23" y="107"/>
                    <a:pt x="31" y="100"/>
                  </a:cubicBezTo>
                  <a:cubicBezTo>
                    <a:pt x="41" y="91"/>
                    <a:pt x="43" y="89"/>
                    <a:pt x="57" y="88"/>
                  </a:cubicBezTo>
                  <a:cubicBezTo>
                    <a:pt x="82" y="85"/>
                    <a:pt x="106" y="74"/>
                    <a:pt x="129" y="63"/>
                  </a:cubicBezTo>
                  <a:cubicBezTo>
                    <a:pt x="156" y="48"/>
                    <a:pt x="176" y="31"/>
                    <a:pt x="207" y="26"/>
                  </a:cubicBezTo>
                  <a:cubicBezTo>
                    <a:pt x="243" y="19"/>
                    <a:pt x="279" y="12"/>
                    <a:pt x="314" y="0"/>
                  </a:cubicBezTo>
                  <a:cubicBezTo>
                    <a:pt x="281" y="16"/>
                    <a:pt x="246" y="29"/>
                    <a:pt x="212" y="42"/>
                  </a:cubicBezTo>
                  <a:cubicBezTo>
                    <a:pt x="199" y="48"/>
                    <a:pt x="185" y="49"/>
                    <a:pt x="173" y="57"/>
                  </a:cubicBezTo>
                  <a:cubicBezTo>
                    <a:pt x="160" y="65"/>
                    <a:pt x="150" y="78"/>
                    <a:pt x="136" y="86"/>
                  </a:cubicBezTo>
                  <a:cubicBezTo>
                    <a:pt x="97" y="111"/>
                    <a:pt x="51" y="110"/>
                    <a:pt x="13" y="129"/>
                  </a:cubicBezTo>
                </a:path>
              </a:pathLst>
            </a:custGeom>
            <a:solidFill>
              <a:srgbClr val="95AB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7152" name="Freeform 897">
              <a:extLst>
                <a:ext uri="{FF2B5EF4-FFF2-40B4-BE49-F238E27FC236}">
                  <a16:creationId xmlns:a16="http://schemas.microsoft.com/office/drawing/2014/main" id="{EAA10141-7B1A-4B61-B2AD-621E3A8913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2" y="2538"/>
              <a:ext cx="99" cy="73"/>
            </a:xfrm>
            <a:custGeom>
              <a:avLst/>
              <a:gdLst>
                <a:gd name="T0" fmla="*/ 0 w 91"/>
                <a:gd name="T1" fmla="*/ 84 h 68"/>
                <a:gd name="T2" fmla="*/ 1 w 91"/>
                <a:gd name="T3" fmla="*/ 78 h 68"/>
                <a:gd name="T4" fmla="*/ 117 w 91"/>
                <a:gd name="T5" fmla="*/ 0 h 68"/>
                <a:gd name="T6" fmla="*/ 98 w 91"/>
                <a:gd name="T7" fmla="*/ 52 h 68"/>
                <a:gd name="T8" fmla="*/ 39 w 91"/>
                <a:gd name="T9" fmla="*/ 72 h 68"/>
                <a:gd name="T10" fmla="*/ 4 w 91"/>
                <a:gd name="T11" fmla="*/ 82 h 6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1" h="68">
                  <a:moveTo>
                    <a:pt x="0" y="68"/>
                  </a:moveTo>
                  <a:cubicBezTo>
                    <a:pt x="1" y="66"/>
                    <a:pt x="0" y="65"/>
                    <a:pt x="1" y="63"/>
                  </a:cubicBezTo>
                  <a:cubicBezTo>
                    <a:pt x="36" y="51"/>
                    <a:pt x="67" y="26"/>
                    <a:pt x="91" y="0"/>
                  </a:cubicBezTo>
                  <a:cubicBezTo>
                    <a:pt x="84" y="12"/>
                    <a:pt x="67" y="27"/>
                    <a:pt x="76" y="42"/>
                  </a:cubicBezTo>
                  <a:cubicBezTo>
                    <a:pt x="62" y="50"/>
                    <a:pt x="45" y="53"/>
                    <a:pt x="30" y="58"/>
                  </a:cubicBezTo>
                  <a:cubicBezTo>
                    <a:pt x="22" y="61"/>
                    <a:pt x="12" y="67"/>
                    <a:pt x="4" y="66"/>
                  </a:cubicBezTo>
                </a:path>
              </a:pathLst>
            </a:custGeom>
            <a:solidFill>
              <a:srgbClr val="95AB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7153" name="Freeform 898">
              <a:extLst>
                <a:ext uri="{FF2B5EF4-FFF2-40B4-BE49-F238E27FC236}">
                  <a16:creationId xmlns:a16="http://schemas.microsoft.com/office/drawing/2014/main" id="{6A93B77D-1A11-44C1-A265-2A1C98D4FB7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5" y="2477"/>
              <a:ext cx="55" cy="56"/>
            </a:xfrm>
            <a:custGeom>
              <a:avLst/>
              <a:gdLst>
                <a:gd name="T0" fmla="*/ 38 w 51"/>
                <a:gd name="T1" fmla="*/ 65 h 52"/>
                <a:gd name="T2" fmla="*/ 64 w 51"/>
                <a:gd name="T3" fmla="*/ 50 h 52"/>
                <a:gd name="T4" fmla="*/ 17 w 51"/>
                <a:gd name="T5" fmla="*/ 11 h 52"/>
                <a:gd name="T6" fmla="*/ 38 w 51"/>
                <a:gd name="T7" fmla="*/ 60 h 5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1" h="52">
                  <a:moveTo>
                    <a:pt x="30" y="52"/>
                  </a:moveTo>
                  <a:cubicBezTo>
                    <a:pt x="20" y="32"/>
                    <a:pt x="38" y="27"/>
                    <a:pt x="51" y="40"/>
                  </a:cubicBezTo>
                  <a:cubicBezTo>
                    <a:pt x="46" y="32"/>
                    <a:pt x="29" y="0"/>
                    <a:pt x="14" y="8"/>
                  </a:cubicBezTo>
                  <a:cubicBezTo>
                    <a:pt x="0" y="16"/>
                    <a:pt x="25" y="41"/>
                    <a:pt x="30" y="48"/>
                  </a:cubicBezTo>
                </a:path>
              </a:pathLst>
            </a:custGeom>
            <a:solidFill>
              <a:srgbClr val="C8D2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7154" name="Freeform 899">
              <a:extLst>
                <a:ext uri="{FF2B5EF4-FFF2-40B4-BE49-F238E27FC236}">
                  <a16:creationId xmlns:a16="http://schemas.microsoft.com/office/drawing/2014/main" id="{8401E87D-5FC8-4D24-B614-126018D9138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2" y="2558"/>
              <a:ext cx="51" cy="53"/>
            </a:xfrm>
            <a:custGeom>
              <a:avLst/>
              <a:gdLst>
                <a:gd name="T0" fmla="*/ 60 w 47"/>
                <a:gd name="T1" fmla="*/ 38 h 49"/>
                <a:gd name="T2" fmla="*/ 47 w 47"/>
                <a:gd name="T3" fmla="*/ 59 h 49"/>
                <a:gd name="T4" fmla="*/ 4 w 47"/>
                <a:gd name="T5" fmla="*/ 26 h 49"/>
                <a:gd name="T6" fmla="*/ 55 w 47"/>
                <a:gd name="T7" fmla="*/ 28 h 4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7" h="49">
                  <a:moveTo>
                    <a:pt x="47" y="30"/>
                  </a:moveTo>
                  <a:cubicBezTo>
                    <a:pt x="21" y="6"/>
                    <a:pt x="5" y="37"/>
                    <a:pt x="37" y="47"/>
                  </a:cubicBezTo>
                  <a:cubicBezTo>
                    <a:pt x="22" y="49"/>
                    <a:pt x="0" y="37"/>
                    <a:pt x="4" y="20"/>
                  </a:cubicBezTo>
                  <a:cubicBezTo>
                    <a:pt x="8" y="0"/>
                    <a:pt x="32" y="14"/>
                    <a:pt x="43" y="22"/>
                  </a:cubicBezTo>
                </a:path>
              </a:pathLst>
            </a:custGeom>
            <a:solidFill>
              <a:srgbClr val="C8D2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7155" name="Freeform 900">
              <a:extLst>
                <a:ext uri="{FF2B5EF4-FFF2-40B4-BE49-F238E27FC236}">
                  <a16:creationId xmlns:a16="http://schemas.microsoft.com/office/drawing/2014/main" id="{FF668C8A-7394-4971-BAD2-AC032AC3A4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0" y="2474"/>
              <a:ext cx="42" cy="65"/>
            </a:xfrm>
            <a:custGeom>
              <a:avLst/>
              <a:gdLst>
                <a:gd name="T0" fmla="*/ 0 w 38"/>
                <a:gd name="T1" fmla="*/ 55 h 60"/>
                <a:gd name="T2" fmla="*/ 22 w 38"/>
                <a:gd name="T3" fmla="*/ 76 h 60"/>
                <a:gd name="T4" fmla="*/ 39 w 38"/>
                <a:gd name="T5" fmla="*/ 16 h 60"/>
                <a:gd name="T6" fmla="*/ 0 w 38"/>
                <a:gd name="T7" fmla="*/ 42 h 6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" h="60">
                  <a:moveTo>
                    <a:pt x="0" y="43"/>
                  </a:moveTo>
                  <a:cubicBezTo>
                    <a:pt x="0" y="17"/>
                    <a:pt x="24" y="36"/>
                    <a:pt x="16" y="60"/>
                  </a:cubicBezTo>
                  <a:cubicBezTo>
                    <a:pt x="19" y="51"/>
                    <a:pt x="38" y="23"/>
                    <a:pt x="29" y="13"/>
                  </a:cubicBezTo>
                  <a:cubicBezTo>
                    <a:pt x="18" y="0"/>
                    <a:pt x="4" y="26"/>
                    <a:pt x="0" y="33"/>
                  </a:cubicBezTo>
                </a:path>
              </a:pathLst>
            </a:custGeom>
            <a:solidFill>
              <a:srgbClr val="C8D2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7156" name="Freeform 901">
              <a:extLst>
                <a:ext uri="{FF2B5EF4-FFF2-40B4-BE49-F238E27FC236}">
                  <a16:creationId xmlns:a16="http://schemas.microsoft.com/office/drawing/2014/main" id="{AF3B383A-FC6A-43FC-A91D-2CDA622BAC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1" y="2548"/>
              <a:ext cx="55" cy="58"/>
            </a:xfrm>
            <a:custGeom>
              <a:avLst/>
              <a:gdLst>
                <a:gd name="T0" fmla="*/ 0 w 51"/>
                <a:gd name="T1" fmla="*/ 36 h 53"/>
                <a:gd name="T2" fmla="*/ 16 w 51"/>
                <a:gd name="T3" fmla="*/ 69 h 53"/>
                <a:gd name="T4" fmla="*/ 64 w 51"/>
                <a:gd name="T5" fmla="*/ 15 h 53"/>
                <a:gd name="T6" fmla="*/ 6 w 51"/>
                <a:gd name="T7" fmla="*/ 30 h 5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1" h="53">
                  <a:moveTo>
                    <a:pt x="0" y="27"/>
                  </a:moveTo>
                  <a:cubicBezTo>
                    <a:pt x="27" y="10"/>
                    <a:pt x="33" y="47"/>
                    <a:pt x="13" y="53"/>
                  </a:cubicBezTo>
                  <a:cubicBezTo>
                    <a:pt x="35" y="52"/>
                    <a:pt x="44" y="30"/>
                    <a:pt x="51" y="12"/>
                  </a:cubicBezTo>
                  <a:cubicBezTo>
                    <a:pt x="40" y="0"/>
                    <a:pt x="15" y="14"/>
                    <a:pt x="6" y="23"/>
                  </a:cubicBezTo>
                </a:path>
              </a:pathLst>
            </a:custGeom>
            <a:solidFill>
              <a:srgbClr val="C8D2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7157" name="Freeform 902">
              <a:extLst>
                <a:ext uri="{FF2B5EF4-FFF2-40B4-BE49-F238E27FC236}">
                  <a16:creationId xmlns:a16="http://schemas.microsoft.com/office/drawing/2014/main" id="{56AB691F-5A3F-494F-B54C-1E56BB3416AD}"/>
                </a:ext>
              </a:extLst>
            </p:cNvPr>
            <p:cNvSpPr>
              <a:spLocks/>
            </p:cNvSpPr>
            <p:nvPr/>
          </p:nvSpPr>
          <p:spPr bwMode="auto">
            <a:xfrm>
              <a:off x="864" y="2348"/>
              <a:ext cx="98" cy="756"/>
            </a:xfrm>
            <a:custGeom>
              <a:avLst/>
              <a:gdLst>
                <a:gd name="T0" fmla="*/ 80 w 91"/>
                <a:gd name="T1" fmla="*/ 0 h 699"/>
                <a:gd name="T2" fmla="*/ 51 w 91"/>
                <a:gd name="T3" fmla="*/ 463 h 699"/>
                <a:gd name="T4" fmla="*/ 107 w 91"/>
                <a:gd name="T5" fmla="*/ 885 h 699"/>
                <a:gd name="T6" fmla="*/ 114 w 91"/>
                <a:gd name="T7" fmla="*/ 699 h 699"/>
                <a:gd name="T8" fmla="*/ 62 w 91"/>
                <a:gd name="T9" fmla="*/ 432 h 699"/>
                <a:gd name="T10" fmla="*/ 80 w 91"/>
                <a:gd name="T11" fmla="*/ 0 h 69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1" h="699">
                  <a:moveTo>
                    <a:pt x="64" y="0"/>
                  </a:moveTo>
                  <a:cubicBezTo>
                    <a:pt x="64" y="0"/>
                    <a:pt x="0" y="227"/>
                    <a:pt x="41" y="366"/>
                  </a:cubicBezTo>
                  <a:cubicBezTo>
                    <a:pt x="83" y="504"/>
                    <a:pt x="70" y="659"/>
                    <a:pt x="85" y="699"/>
                  </a:cubicBezTo>
                  <a:cubicBezTo>
                    <a:pt x="85" y="699"/>
                    <a:pt x="91" y="595"/>
                    <a:pt x="91" y="552"/>
                  </a:cubicBezTo>
                  <a:cubicBezTo>
                    <a:pt x="91" y="508"/>
                    <a:pt x="58" y="411"/>
                    <a:pt x="50" y="341"/>
                  </a:cubicBezTo>
                  <a:cubicBezTo>
                    <a:pt x="41" y="271"/>
                    <a:pt x="17" y="283"/>
                    <a:pt x="64" y="0"/>
                  </a:cubicBezTo>
                  <a:close/>
                </a:path>
              </a:pathLst>
            </a:custGeom>
            <a:solidFill>
              <a:srgbClr val="DBE3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7158" name="Freeform 903">
              <a:extLst>
                <a:ext uri="{FF2B5EF4-FFF2-40B4-BE49-F238E27FC236}">
                  <a16:creationId xmlns:a16="http://schemas.microsoft.com/office/drawing/2014/main" id="{38DB039C-AA0C-44CA-B178-4BA02D79C129}"/>
                </a:ext>
              </a:extLst>
            </p:cNvPr>
            <p:cNvSpPr>
              <a:spLocks/>
            </p:cNvSpPr>
            <p:nvPr/>
          </p:nvSpPr>
          <p:spPr bwMode="auto">
            <a:xfrm>
              <a:off x="960" y="3147"/>
              <a:ext cx="149" cy="162"/>
            </a:xfrm>
            <a:custGeom>
              <a:avLst/>
              <a:gdLst>
                <a:gd name="T0" fmla="*/ 11 w 138"/>
                <a:gd name="T1" fmla="*/ 0 h 150"/>
                <a:gd name="T2" fmla="*/ 27 w 138"/>
                <a:gd name="T3" fmla="*/ 64 h 150"/>
                <a:gd name="T4" fmla="*/ 21 w 138"/>
                <a:gd name="T5" fmla="*/ 96 h 150"/>
                <a:gd name="T6" fmla="*/ 29 w 138"/>
                <a:gd name="T7" fmla="*/ 110 h 150"/>
                <a:gd name="T8" fmla="*/ 25 w 138"/>
                <a:gd name="T9" fmla="*/ 122 h 150"/>
                <a:gd name="T10" fmla="*/ 39 w 138"/>
                <a:gd name="T11" fmla="*/ 150 h 150"/>
                <a:gd name="T12" fmla="*/ 85 w 138"/>
                <a:gd name="T13" fmla="*/ 166 h 150"/>
                <a:gd name="T14" fmla="*/ 174 w 138"/>
                <a:gd name="T15" fmla="*/ 185 h 150"/>
                <a:gd name="T16" fmla="*/ 76 w 138"/>
                <a:gd name="T17" fmla="*/ 154 h 150"/>
                <a:gd name="T18" fmla="*/ 31 w 138"/>
                <a:gd name="T19" fmla="*/ 89 h 150"/>
                <a:gd name="T20" fmla="*/ 76 w 138"/>
                <a:gd name="T21" fmla="*/ 100 h 150"/>
                <a:gd name="T22" fmla="*/ 49 w 138"/>
                <a:gd name="T23" fmla="*/ 83 h 150"/>
                <a:gd name="T24" fmla="*/ 49 w 138"/>
                <a:gd name="T25" fmla="*/ 57 h 150"/>
                <a:gd name="T26" fmla="*/ 11 w 138"/>
                <a:gd name="T27" fmla="*/ 11 h 15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38" h="150">
                  <a:moveTo>
                    <a:pt x="8" y="0"/>
                  </a:moveTo>
                  <a:cubicBezTo>
                    <a:pt x="0" y="24"/>
                    <a:pt x="20" y="33"/>
                    <a:pt x="21" y="51"/>
                  </a:cubicBezTo>
                  <a:cubicBezTo>
                    <a:pt x="22" y="57"/>
                    <a:pt x="16" y="68"/>
                    <a:pt x="17" y="76"/>
                  </a:cubicBezTo>
                  <a:cubicBezTo>
                    <a:pt x="17" y="80"/>
                    <a:pt x="23" y="83"/>
                    <a:pt x="23" y="87"/>
                  </a:cubicBezTo>
                  <a:cubicBezTo>
                    <a:pt x="23" y="90"/>
                    <a:pt x="19" y="96"/>
                    <a:pt x="19" y="97"/>
                  </a:cubicBezTo>
                  <a:cubicBezTo>
                    <a:pt x="19" y="111"/>
                    <a:pt x="14" y="110"/>
                    <a:pt x="31" y="119"/>
                  </a:cubicBezTo>
                  <a:cubicBezTo>
                    <a:pt x="43" y="125"/>
                    <a:pt x="56" y="129"/>
                    <a:pt x="68" y="132"/>
                  </a:cubicBezTo>
                  <a:cubicBezTo>
                    <a:pt x="90" y="138"/>
                    <a:pt x="115" y="150"/>
                    <a:pt x="138" y="146"/>
                  </a:cubicBezTo>
                  <a:cubicBezTo>
                    <a:pt x="115" y="133"/>
                    <a:pt x="84" y="132"/>
                    <a:pt x="60" y="122"/>
                  </a:cubicBezTo>
                  <a:cubicBezTo>
                    <a:pt x="34" y="111"/>
                    <a:pt x="28" y="97"/>
                    <a:pt x="25" y="70"/>
                  </a:cubicBezTo>
                  <a:cubicBezTo>
                    <a:pt x="37" y="71"/>
                    <a:pt x="47" y="81"/>
                    <a:pt x="60" y="80"/>
                  </a:cubicBezTo>
                  <a:cubicBezTo>
                    <a:pt x="56" y="76"/>
                    <a:pt x="42" y="70"/>
                    <a:pt x="39" y="66"/>
                  </a:cubicBezTo>
                  <a:cubicBezTo>
                    <a:pt x="34" y="58"/>
                    <a:pt x="42" y="50"/>
                    <a:pt x="39" y="45"/>
                  </a:cubicBezTo>
                  <a:cubicBezTo>
                    <a:pt x="33" y="32"/>
                    <a:pt x="14" y="27"/>
                    <a:pt x="8" y="8"/>
                  </a:cubicBezTo>
                </a:path>
              </a:pathLst>
            </a:custGeom>
            <a:solidFill>
              <a:srgbClr val="DBE3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7159" name="Freeform 904">
              <a:extLst>
                <a:ext uri="{FF2B5EF4-FFF2-40B4-BE49-F238E27FC236}">
                  <a16:creationId xmlns:a16="http://schemas.microsoft.com/office/drawing/2014/main" id="{11168331-E7C6-415A-9E33-13592411B4E2}"/>
                </a:ext>
              </a:extLst>
            </p:cNvPr>
            <p:cNvSpPr>
              <a:spLocks/>
            </p:cNvSpPr>
            <p:nvPr/>
          </p:nvSpPr>
          <p:spPr bwMode="auto">
            <a:xfrm>
              <a:off x="960" y="3314"/>
              <a:ext cx="54" cy="485"/>
            </a:xfrm>
            <a:custGeom>
              <a:avLst/>
              <a:gdLst>
                <a:gd name="T0" fmla="*/ 13 w 50"/>
                <a:gd name="T1" fmla="*/ 0 h 448"/>
                <a:gd name="T2" fmla="*/ 15 w 50"/>
                <a:gd name="T3" fmla="*/ 378 h 448"/>
                <a:gd name="T4" fmla="*/ 29 w 50"/>
                <a:gd name="T5" fmla="*/ 480 h 448"/>
                <a:gd name="T6" fmla="*/ 44 w 50"/>
                <a:gd name="T7" fmla="*/ 568 h 448"/>
                <a:gd name="T8" fmla="*/ 52 w 50"/>
                <a:gd name="T9" fmla="*/ 460 h 448"/>
                <a:gd name="T10" fmla="*/ 39 w 50"/>
                <a:gd name="T11" fmla="*/ 363 h 448"/>
                <a:gd name="T12" fmla="*/ 13 w 50"/>
                <a:gd name="T13" fmla="*/ 0 h 44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0" h="448">
                  <a:moveTo>
                    <a:pt x="10" y="0"/>
                  </a:moveTo>
                  <a:cubicBezTo>
                    <a:pt x="10" y="0"/>
                    <a:pt x="0" y="258"/>
                    <a:pt x="12" y="297"/>
                  </a:cubicBezTo>
                  <a:cubicBezTo>
                    <a:pt x="25" y="337"/>
                    <a:pt x="10" y="361"/>
                    <a:pt x="23" y="378"/>
                  </a:cubicBezTo>
                  <a:cubicBezTo>
                    <a:pt x="35" y="394"/>
                    <a:pt x="35" y="448"/>
                    <a:pt x="35" y="448"/>
                  </a:cubicBezTo>
                  <a:cubicBezTo>
                    <a:pt x="35" y="448"/>
                    <a:pt x="50" y="388"/>
                    <a:pt x="41" y="363"/>
                  </a:cubicBezTo>
                  <a:cubicBezTo>
                    <a:pt x="33" y="339"/>
                    <a:pt x="37" y="310"/>
                    <a:pt x="31" y="285"/>
                  </a:cubicBezTo>
                  <a:cubicBezTo>
                    <a:pt x="25" y="260"/>
                    <a:pt x="4" y="43"/>
                    <a:pt x="10" y="0"/>
                  </a:cubicBezTo>
                  <a:close/>
                </a:path>
              </a:pathLst>
            </a:custGeom>
            <a:solidFill>
              <a:srgbClr val="DBE3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7160" name="Freeform 905">
              <a:extLst>
                <a:ext uri="{FF2B5EF4-FFF2-40B4-BE49-F238E27FC236}">
                  <a16:creationId xmlns:a16="http://schemas.microsoft.com/office/drawing/2014/main" id="{1DC9ACB8-FA2B-4351-BE7F-54039E9A32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3" y="2977"/>
              <a:ext cx="147" cy="183"/>
            </a:xfrm>
            <a:custGeom>
              <a:avLst/>
              <a:gdLst>
                <a:gd name="T0" fmla="*/ 0 w 136"/>
                <a:gd name="T1" fmla="*/ 0 h 169"/>
                <a:gd name="T2" fmla="*/ 61 w 136"/>
                <a:gd name="T3" fmla="*/ 151 h 169"/>
                <a:gd name="T4" fmla="*/ 172 w 136"/>
                <a:gd name="T5" fmla="*/ 210 h 169"/>
                <a:gd name="T6" fmla="*/ 101 w 136"/>
                <a:gd name="T7" fmla="*/ 197 h 169"/>
                <a:gd name="T8" fmla="*/ 80 w 136"/>
                <a:gd name="T9" fmla="*/ 141 h 169"/>
                <a:gd name="T10" fmla="*/ 46 w 136"/>
                <a:gd name="T11" fmla="*/ 74 h 169"/>
                <a:gd name="T12" fmla="*/ 11 w 136"/>
                <a:gd name="T13" fmla="*/ 11 h 16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6" h="169">
                  <a:moveTo>
                    <a:pt x="0" y="0"/>
                  </a:moveTo>
                  <a:cubicBezTo>
                    <a:pt x="26" y="37"/>
                    <a:pt x="42" y="75"/>
                    <a:pt x="48" y="118"/>
                  </a:cubicBezTo>
                  <a:cubicBezTo>
                    <a:pt x="55" y="169"/>
                    <a:pt x="90" y="165"/>
                    <a:pt x="136" y="165"/>
                  </a:cubicBezTo>
                  <a:cubicBezTo>
                    <a:pt x="121" y="166"/>
                    <a:pt x="92" y="165"/>
                    <a:pt x="80" y="155"/>
                  </a:cubicBezTo>
                  <a:cubicBezTo>
                    <a:pt x="69" y="146"/>
                    <a:pt x="68" y="125"/>
                    <a:pt x="63" y="111"/>
                  </a:cubicBezTo>
                  <a:cubicBezTo>
                    <a:pt x="57" y="92"/>
                    <a:pt x="46" y="75"/>
                    <a:pt x="37" y="58"/>
                  </a:cubicBezTo>
                  <a:cubicBezTo>
                    <a:pt x="29" y="44"/>
                    <a:pt x="20" y="18"/>
                    <a:pt x="8" y="8"/>
                  </a:cubicBezTo>
                </a:path>
              </a:pathLst>
            </a:custGeom>
            <a:solidFill>
              <a:srgbClr val="DBE3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7161" name="Freeform 906">
              <a:extLst>
                <a:ext uri="{FF2B5EF4-FFF2-40B4-BE49-F238E27FC236}">
                  <a16:creationId xmlns:a16="http://schemas.microsoft.com/office/drawing/2014/main" id="{EFCB316F-FFF5-4CBE-934A-424F74B79B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0" y="3184"/>
              <a:ext cx="110" cy="38"/>
            </a:xfrm>
            <a:custGeom>
              <a:avLst/>
              <a:gdLst>
                <a:gd name="T0" fmla="*/ 27 w 101"/>
                <a:gd name="T1" fmla="*/ 2 h 35"/>
                <a:gd name="T2" fmla="*/ 5 w 101"/>
                <a:gd name="T3" fmla="*/ 17 h 35"/>
                <a:gd name="T4" fmla="*/ 44 w 101"/>
                <a:gd name="T5" fmla="*/ 34 h 35"/>
                <a:gd name="T6" fmla="*/ 131 w 101"/>
                <a:gd name="T7" fmla="*/ 36 h 35"/>
                <a:gd name="T8" fmla="*/ 25 w 101"/>
                <a:gd name="T9" fmla="*/ 4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1" h="35">
                  <a:moveTo>
                    <a:pt x="21" y="2"/>
                  </a:moveTo>
                  <a:cubicBezTo>
                    <a:pt x="13" y="0"/>
                    <a:pt x="0" y="3"/>
                    <a:pt x="5" y="14"/>
                  </a:cubicBezTo>
                  <a:cubicBezTo>
                    <a:pt x="8" y="22"/>
                    <a:pt x="27" y="26"/>
                    <a:pt x="34" y="27"/>
                  </a:cubicBezTo>
                  <a:cubicBezTo>
                    <a:pt x="53" y="29"/>
                    <a:pt x="82" y="32"/>
                    <a:pt x="101" y="28"/>
                  </a:cubicBezTo>
                  <a:cubicBezTo>
                    <a:pt x="85" y="19"/>
                    <a:pt x="18" y="35"/>
                    <a:pt x="19" y="4"/>
                  </a:cubicBezTo>
                </a:path>
              </a:pathLst>
            </a:custGeom>
            <a:solidFill>
              <a:srgbClr val="DBE3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7162" name="Freeform 907">
              <a:extLst>
                <a:ext uri="{FF2B5EF4-FFF2-40B4-BE49-F238E27FC236}">
                  <a16:creationId xmlns:a16="http://schemas.microsoft.com/office/drawing/2014/main" id="{30EB9FBF-E34C-4E40-8ADF-5A05880CF62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2" y="3250"/>
              <a:ext cx="64" cy="436"/>
            </a:xfrm>
            <a:custGeom>
              <a:avLst/>
              <a:gdLst>
                <a:gd name="T0" fmla="*/ 56 w 59"/>
                <a:gd name="T1" fmla="*/ 1 h 403"/>
                <a:gd name="T2" fmla="*/ 1 w 59"/>
                <a:gd name="T3" fmla="*/ 40 h 403"/>
                <a:gd name="T4" fmla="*/ 33 w 59"/>
                <a:gd name="T5" fmla="*/ 204 h 403"/>
                <a:gd name="T6" fmla="*/ 56 w 59"/>
                <a:gd name="T7" fmla="*/ 348 h 403"/>
                <a:gd name="T8" fmla="*/ 75 w 59"/>
                <a:gd name="T9" fmla="*/ 511 h 403"/>
                <a:gd name="T10" fmla="*/ 36 w 59"/>
                <a:gd name="T11" fmla="*/ 146 h 403"/>
                <a:gd name="T12" fmla="*/ 59 w 59"/>
                <a:gd name="T13" fmla="*/ 14 h 40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9" h="403">
                  <a:moveTo>
                    <a:pt x="44" y="1"/>
                  </a:moveTo>
                  <a:cubicBezTo>
                    <a:pt x="20" y="0"/>
                    <a:pt x="0" y="3"/>
                    <a:pt x="1" y="31"/>
                  </a:cubicBezTo>
                  <a:cubicBezTo>
                    <a:pt x="1" y="73"/>
                    <a:pt x="18" y="121"/>
                    <a:pt x="26" y="162"/>
                  </a:cubicBezTo>
                  <a:cubicBezTo>
                    <a:pt x="33" y="200"/>
                    <a:pt x="41" y="237"/>
                    <a:pt x="44" y="275"/>
                  </a:cubicBezTo>
                  <a:cubicBezTo>
                    <a:pt x="47" y="317"/>
                    <a:pt x="43" y="364"/>
                    <a:pt x="59" y="403"/>
                  </a:cubicBezTo>
                  <a:cubicBezTo>
                    <a:pt x="57" y="306"/>
                    <a:pt x="43" y="211"/>
                    <a:pt x="28" y="116"/>
                  </a:cubicBezTo>
                  <a:cubicBezTo>
                    <a:pt x="23" y="87"/>
                    <a:pt x="2" y="14"/>
                    <a:pt x="46" y="11"/>
                  </a:cubicBezTo>
                </a:path>
              </a:pathLst>
            </a:custGeom>
            <a:solidFill>
              <a:srgbClr val="DBE3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</p:grpSp>
      <p:grpSp>
        <p:nvGrpSpPr>
          <p:cNvPr id="47112" name="oversized-light-green-t-shirt">
            <a:extLst>
              <a:ext uri="{FF2B5EF4-FFF2-40B4-BE49-F238E27FC236}">
                <a16:creationId xmlns:a16="http://schemas.microsoft.com/office/drawing/2014/main" id="{193CAB85-D2A3-41C3-86D4-719D195CD695}"/>
              </a:ext>
            </a:extLst>
          </p:cNvPr>
          <p:cNvGrpSpPr>
            <a:grpSpLocks/>
          </p:cNvGrpSpPr>
          <p:nvPr/>
        </p:nvGrpSpPr>
        <p:grpSpPr bwMode="auto">
          <a:xfrm>
            <a:off x="2649538" y="1892300"/>
            <a:ext cx="2816225" cy="2312988"/>
            <a:chOff x="709" y="1181"/>
            <a:chExt cx="1774" cy="1457"/>
          </a:xfrm>
        </p:grpSpPr>
        <p:sp>
          <p:nvSpPr>
            <p:cNvPr id="47113" name="Freeform 909">
              <a:extLst>
                <a:ext uri="{FF2B5EF4-FFF2-40B4-BE49-F238E27FC236}">
                  <a16:creationId xmlns:a16="http://schemas.microsoft.com/office/drawing/2014/main" id="{229C327E-5A44-417E-82AA-721D4A105921}"/>
                </a:ext>
              </a:extLst>
            </p:cNvPr>
            <p:cNvSpPr>
              <a:spLocks/>
            </p:cNvSpPr>
            <p:nvPr/>
          </p:nvSpPr>
          <p:spPr bwMode="auto">
            <a:xfrm>
              <a:off x="709" y="1181"/>
              <a:ext cx="1774" cy="1457"/>
            </a:xfrm>
            <a:custGeom>
              <a:avLst/>
              <a:gdLst>
                <a:gd name="T0" fmla="*/ 1344 w 1609"/>
                <a:gd name="T1" fmla="*/ 0 h 1322"/>
                <a:gd name="T2" fmla="*/ 1968 w 1609"/>
                <a:gd name="T3" fmla="*/ 288 h 1322"/>
                <a:gd name="T4" fmla="*/ 2157 w 1609"/>
                <a:gd name="T5" fmla="*/ 726 h 1322"/>
                <a:gd name="T6" fmla="*/ 1848 w 1609"/>
                <a:gd name="T7" fmla="*/ 861 h 1322"/>
                <a:gd name="T8" fmla="*/ 1957 w 1609"/>
                <a:gd name="T9" fmla="*/ 1589 h 1322"/>
                <a:gd name="T10" fmla="*/ 1112 w 1609"/>
                <a:gd name="T11" fmla="*/ 1770 h 1322"/>
                <a:gd name="T12" fmla="*/ 1044 w 1609"/>
                <a:gd name="T13" fmla="*/ 1770 h 1322"/>
                <a:gd name="T14" fmla="*/ 200 w 1609"/>
                <a:gd name="T15" fmla="*/ 1589 h 1322"/>
                <a:gd name="T16" fmla="*/ 307 w 1609"/>
                <a:gd name="T17" fmla="*/ 861 h 1322"/>
                <a:gd name="T18" fmla="*/ 0 w 1609"/>
                <a:gd name="T19" fmla="*/ 726 h 1322"/>
                <a:gd name="T20" fmla="*/ 187 w 1609"/>
                <a:gd name="T21" fmla="*/ 288 h 1322"/>
                <a:gd name="T22" fmla="*/ 810 w 1609"/>
                <a:gd name="T23" fmla="*/ 0 h 1322"/>
                <a:gd name="T24" fmla="*/ 1079 w 1609"/>
                <a:gd name="T25" fmla="*/ 197 h 1322"/>
                <a:gd name="T26" fmla="*/ 1344 w 1609"/>
                <a:gd name="T27" fmla="*/ 0 h 132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609" h="1322">
                  <a:moveTo>
                    <a:pt x="1003" y="0"/>
                  </a:moveTo>
                  <a:cubicBezTo>
                    <a:pt x="1003" y="0"/>
                    <a:pt x="1405" y="58"/>
                    <a:pt x="1468" y="215"/>
                  </a:cubicBezTo>
                  <a:cubicBezTo>
                    <a:pt x="1609" y="543"/>
                    <a:pt x="1609" y="543"/>
                    <a:pt x="1609" y="543"/>
                  </a:cubicBezTo>
                  <a:cubicBezTo>
                    <a:pt x="1609" y="543"/>
                    <a:pt x="1609" y="623"/>
                    <a:pt x="1379" y="643"/>
                  </a:cubicBezTo>
                  <a:cubicBezTo>
                    <a:pt x="1379" y="643"/>
                    <a:pt x="1428" y="790"/>
                    <a:pt x="1460" y="1187"/>
                  </a:cubicBezTo>
                  <a:cubicBezTo>
                    <a:pt x="1460" y="1187"/>
                    <a:pt x="1373" y="1311"/>
                    <a:pt x="830" y="1322"/>
                  </a:cubicBezTo>
                  <a:cubicBezTo>
                    <a:pt x="779" y="1322"/>
                    <a:pt x="779" y="1322"/>
                    <a:pt x="779" y="1322"/>
                  </a:cubicBezTo>
                  <a:cubicBezTo>
                    <a:pt x="236" y="1311"/>
                    <a:pt x="149" y="1187"/>
                    <a:pt x="149" y="1187"/>
                  </a:cubicBezTo>
                  <a:cubicBezTo>
                    <a:pt x="180" y="790"/>
                    <a:pt x="229" y="643"/>
                    <a:pt x="229" y="643"/>
                  </a:cubicBezTo>
                  <a:cubicBezTo>
                    <a:pt x="0" y="623"/>
                    <a:pt x="0" y="543"/>
                    <a:pt x="0" y="543"/>
                  </a:cubicBezTo>
                  <a:cubicBezTo>
                    <a:pt x="140" y="215"/>
                    <a:pt x="140" y="215"/>
                    <a:pt x="140" y="215"/>
                  </a:cubicBezTo>
                  <a:cubicBezTo>
                    <a:pt x="204" y="58"/>
                    <a:pt x="605" y="0"/>
                    <a:pt x="605" y="0"/>
                  </a:cubicBezTo>
                  <a:cubicBezTo>
                    <a:pt x="605" y="0"/>
                    <a:pt x="582" y="155"/>
                    <a:pt x="805" y="147"/>
                  </a:cubicBezTo>
                  <a:cubicBezTo>
                    <a:pt x="1038" y="139"/>
                    <a:pt x="1003" y="0"/>
                    <a:pt x="1003" y="0"/>
                  </a:cubicBezTo>
                  <a:close/>
                </a:path>
              </a:pathLst>
            </a:custGeom>
            <a:solidFill>
              <a:srgbClr val="BDD6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7114" name="Freeform 910">
              <a:extLst>
                <a:ext uri="{FF2B5EF4-FFF2-40B4-BE49-F238E27FC236}">
                  <a16:creationId xmlns:a16="http://schemas.microsoft.com/office/drawing/2014/main" id="{4F79C3D6-ADFE-40B7-B904-EDC66C0F5F3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815" y="1181"/>
              <a:ext cx="668" cy="1335"/>
            </a:xfrm>
            <a:custGeom>
              <a:avLst/>
              <a:gdLst>
                <a:gd name="T0" fmla="*/ 519 w 606"/>
                <a:gd name="T1" fmla="*/ 915 h 1211"/>
                <a:gd name="T2" fmla="*/ 572 w 606"/>
                <a:gd name="T3" fmla="*/ 1623 h 1211"/>
                <a:gd name="T4" fmla="*/ 613 w 606"/>
                <a:gd name="T5" fmla="*/ 1591 h 1211"/>
                <a:gd name="T6" fmla="*/ 519 w 606"/>
                <a:gd name="T7" fmla="*/ 915 h 1211"/>
                <a:gd name="T8" fmla="*/ 519 w 606"/>
                <a:gd name="T9" fmla="*/ 915 h 1211"/>
                <a:gd name="T10" fmla="*/ 623 w 606"/>
                <a:gd name="T11" fmla="*/ 288 h 1211"/>
                <a:gd name="T12" fmla="*/ 0 w 606"/>
                <a:gd name="T13" fmla="*/ 0 h 1211"/>
                <a:gd name="T14" fmla="*/ 357 w 606"/>
                <a:gd name="T15" fmla="*/ 95 h 1211"/>
                <a:gd name="T16" fmla="*/ 585 w 606"/>
                <a:gd name="T17" fmla="*/ 347 h 1211"/>
                <a:gd name="T18" fmla="*/ 773 w 606"/>
                <a:gd name="T19" fmla="*/ 784 h 1211"/>
                <a:gd name="T20" fmla="*/ 811 w 606"/>
                <a:gd name="T21" fmla="*/ 728 h 1211"/>
                <a:gd name="T22" fmla="*/ 623 w 606"/>
                <a:gd name="T23" fmla="*/ 288 h 121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06" h="1211">
                  <a:moveTo>
                    <a:pt x="387" y="683"/>
                  </a:moveTo>
                  <a:cubicBezTo>
                    <a:pt x="387" y="683"/>
                    <a:pt x="396" y="829"/>
                    <a:pt x="427" y="1211"/>
                  </a:cubicBezTo>
                  <a:cubicBezTo>
                    <a:pt x="450" y="1197"/>
                    <a:pt x="457" y="1187"/>
                    <a:pt x="457" y="1187"/>
                  </a:cubicBezTo>
                  <a:cubicBezTo>
                    <a:pt x="434" y="905"/>
                    <a:pt x="403" y="750"/>
                    <a:pt x="387" y="683"/>
                  </a:cubicBezTo>
                  <a:cubicBezTo>
                    <a:pt x="375" y="684"/>
                    <a:pt x="401" y="682"/>
                    <a:pt x="387" y="683"/>
                  </a:cubicBezTo>
                  <a:close/>
                  <a:moveTo>
                    <a:pt x="465" y="215"/>
                  </a:moveTo>
                  <a:cubicBezTo>
                    <a:pt x="402" y="58"/>
                    <a:pt x="0" y="0"/>
                    <a:pt x="0" y="0"/>
                  </a:cubicBezTo>
                  <a:cubicBezTo>
                    <a:pt x="0" y="0"/>
                    <a:pt x="224" y="47"/>
                    <a:pt x="267" y="71"/>
                  </a:cubicBezTo>
                  <a:cubicBezTo>
                    <a:pt x="342" y="119"/>
                    <a:pt x="384" y="126"/>
                    <a:pt x="437" y="259"/>
                  </a:cubicBezTo>
                  <a:cubicBezTo>
                    <a:pt x="577" y="585"/>
                    <a:pt x="577" y="585"/>
                    <a:pt x="577" y="585"/>
                  </a:cubicBezTo>
                  <a:cubicBezTo>
                    <a:pt x="606" y="563"/>
                    <a:pt x="606" y="543"/>
                    <a:pt x="606" y="543"/>
                  </a:cubicBezTo>
                  <a:lnTo>
                    <a:pt x="465" y="215"/>
                  </a:lnTo>
                  <a:close/>
                </a:path>
              </a:pathLst>
            </a:custGeom>
            <a:solidFill>
              <a:srgbClr val="9AC6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7115" name="Freeform 911">
              <a:extLst>
                <a:ext uri="{FF2B5EF4-FFF2-40B4-BE49-F238E27FC236}">
                  <a16:creationId xmlns:a16="http://schemas.microsoft.com/office/drawing/2014/main" id="{4CFA349C-45B5-4195-82E9-2553C4D796B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09" y="1181"/>
              <a:ext cx="1194" cy="1457"/>
            </a:xfrm>
            <a:custGeom>
              <a:avLst/>
              <a:gdLst>
                <a:gd name="T0" fmla="*/ 301 w 1083"/>
                <a:gd name="T1" fmla="*/ 1589 h 1322"/>
                <a:gd name="T2" fmla="*/ 309 w 1083"/>
                <a:gd name="T3" fmla="*/ 857 h 1322"/>
                <a:gd name="T4" fmla="*/ 103 w 1083"/>
                <a:gd name="T5" fmla="*/ 726 h 1322"/>
                <a:gd name="T6" fmla="*/ 289 w 1083"/>
                <a:gd name="T7" fmla="*/ 288 h 1322"/>
                <a:gd name="T8" fmla="*/ 810 w 1083"/>
                <a:gd name="T9" fmla="*/ 19 h 1322"/>
                <a:gd name="T10" fmla="*/ 810 w 1083"/>
                <a:gd name="T11" fmla="*/ 0 h 1322"/>
                <a:gd name="T12" fmla="*/ 187 w 1083"/>
                <a:gd name="T13" fmla="*/ 288 h 1322"/>
                <a:gd name="T14" fmla="*/ 0 w 1083"/>
                <a:gd name="T15" fmla="*/ 726 h 1322"/>
                <a:gd name="T16" fmla="*/ 306 w 1083"/>
                <a:gd name="T17" fmla="*/ 861 h 1322"/>
                <a:gd name="T18" fmla="*/ 200 w 1083"/>
                <a:gd name="T19" fmla="*/ 1589 h 1322"/>
                <a:gd name="T20" fmla="*/ 1044 w 1083"/>
                <a:gd name="T21" fmla="*/ 1770 h 1322"/>
                <a:gd name="T22" fmla="*/ 1112 w 1083"/>
                <a:gd name="T23" fmla="*/ 1770 h 1322"/>
                <a:gd name="T24" fmla="*/ 1128 w 1083"/>
                <a:gd name="T25" fmla="*/ 1770 h 1322"/>
                <a:gd name="T26" fmla="*/ 301 w 1083"/>
                <a:gd name="T27" fmla="*/ 1589 h 1322"/>
                <a:gd name="T28" fmla="*/ 1449 w 1083"/>
                <a:gd name="T29" fmla="*/ 21 h 1322"/>
                <a:gd name="T30" fmla="*/ 1344 w 1083"/>
                <a:gd name="T31" fmla="*/ 0 h 1322"/>
                <a:gd name="T32" fmla="*/ 1111 w 1083"/>
                <a:gd name="T33" fmla="*/ 195 h 1322"/>
                <a:gd name="T34" fmla="*/ 1181 w 1083"/>
                <a:gd name="T35" fmla="*/ 197 h 1322"/>
                <a:gd name="T36" fmla="*/ 1449 w 1083"/>
                <a:gd name="T37" fmla="*/ 21 h 1322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083" h="1322">
                  <a:moveTo>
                    <a:pt x="225" y="1187"/>
                  </a:moveTo>
                  <a:cubicBezTo>
                    <a:pt x="256" y="790"/>
                    <a:pt x="230" y="641"/>
                    <a:pt x="230" y="641"/>
                  </a:cubicBezTo>
                  <a:cubicBezTo>
                    <a:pt x="0" y="621"/>
                    <a:pt x="76" y="543"/>
                    <a:pt x="76" y="543"/>
                  </a:cubicBezTo>
                  <a:cubicBezTo>
                    <a:pt x="216" y="215"/>
                    <a:pt x="216" y="215"/>
                    <a:pt x="216" y="215"/>
                  </a:cubicBezTo>
                  <a:cubicBezTo>
                    <a:pt x="262" y="101"/>
                    <a:pt x="485" y="40"/>
                    <a:pt x="605" y="14"/>
                  </a:cubicBezTo>
                  <a:cubicBezTo>
                    <a:pt x="604" y="6"/>
                    <a:pt x="605" y="0"/>
                    <a:pt x="605" y="0"/>
                  </a:cubicBezTo>
                  <a:cubicBezTo>
                    <a:pt x="605" y="0"/>
                    <a:pt x="204" y="58"/>
                    <a:pt x="140" y="215"/>
                  </a:cubicBezTo>
                  <a:cubicBezTo>
                    <a:pt x="0" y="543"/>
                    <a:pt x="0" y="543"/>
                    <a:pt x="0" y="543"/>
                  </a:cubicBezTo>
                  <a:cubicBezTo>
                    <a:pt x="0" y="543"/>
                    <a:pt x="0" y="623"/>
                    <a:pt x="229" y="643"/>
                  </a:cubicBezTo>
                  <a:cubicBezTo>
                    <a:pt x="229" y="643"/>
                    <a:pt x="180" y="790"/>
                    <a:pt x="149" y="1187"/>
                  </a:cubicBezTo>
                  <a:cubicBezTo>
                    <a:pt x="149" y="1187"/>
                    <a:pt x="236" y="1311"/>
                    <a:pt x="779" y="1322"/>
                  </a:cubicBezTo>
                  <a:cubicBezTo>
                    <a:pt x="830" y="1322"/>
                    <a:pt x="830" y="1322"/>
                    <a:pt x="830" y="1322"/>
                  </a:cubicBezTo>
                  <a:cubicBezTo>
                    <a:pt x="834" y="1322"/>
                    <a:pt x="838" y="1322"/>
                    <a:pt x="842" y="1322"/>
                  </a:cubicBezTo>
                  <a:cubicBezTo>
                    <a:pt x="311" y="1309"/>
                    <a:pt x="225" y="1187"/>
                    <a:pt x="225" y="1187"/>
                  </a:cubicBezTo>
                  <a:close/>
                  <a:moveTo>
                    <a:pt x="1081" y="15"/>
                  </a:moveTo>
                  <a:cubicBezTo>
                    <a:pt x="1035" y="5"/>
                    <a:pt x="1003" y="0"/>
                    <a:pt x="1003" y="0"/>
                  </a:cubicBezTo>
                  <a:cubicBezTo>
                    <a:pt x="1003" y="0"/>
                    <a:pt x="1036" y="129"/>
                    <a:pt x="829" y="146"/>
                  </a:cubicBezTo>
                  <a:cubicBezTo>
                    <a:pt x="844" y="147"/>
                    <a:pt x="862" y="148"/>
                    <a:pt x="881" y="147"/>
                  </a:cubicBezTo>
                  <a:cubicBezTo>
                    <a:pt x="1068" y="141"/>
                    <a:pt x="1083" y="50"/>
                    <a:pt x="1081" y="15"/>
                  </a:cubicBezTo>
                  <a:close/>
                </a:path>
              </a:pathLst>
            </a:custGeom>
            <a:solidFill>
              <a:srgbClr val="D3E4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7116" name="Freeform 912">
              <a:extLst>
                <a:ext uri="{FF2B5EF4-FFF2-40B4-BE49-F238E27FC236}">
                  <a16:creationId xmlns:a16="http://schemas.microsoft.com/office/drawing/2014/main" id="{287E7DF6-38A8-4D03-924B-5B2AED9CFF42}"/>
                </a:ext>
              </a:extLst>
            </p:cNvPr>
            <p:cNvSpPr>
              <a:spLocks/>
            </p:cNvSpPr>
            <p:nvPr/>
          </p:nvSpPr>
          <p:spPr bwMode="auto">
            <a:xfrm>
              <a:off x="709" y="1181"/>
              <a:ext cx="1774" cy="1457"/>
            </a:xfrm>
            <a:custGeom>
              <a:avLst/>
              <a:gdLst>
                <a:gd name="T0" fmla="*/ 1344 w 1609"/>
                <a:gd name="T1" fmla="*/ 0 h 1322"/>
                <a:gd name="T2" fmla="*/ 1968 w 1609"/>
                <a:gd name="T3" fmla="*/ 288 h 1322"/>
                <a:gd name="T4" fmla="*/ 2157 w 1609"/>
                <a:gd name="T5" fmla="*/ 726 h 1322"/>
                <a:gd name="T6" fmla="*/ 1848 w 1609"/>
                <a:gd name="T7" fmla="*/ 861 h 1322"/>
                <a:gd name="T8" fmla="*/ 1957 w 1609"/>
                <a:gd name="T9" fmla="*/ 1589 h 1322"/>
                <a:gd name="T10" fmla="*/ 1112 w 1609"/>
                <a:gd name="T11" fmla="*/ 1770 h 1322"/>
                <a:gd name="T12" fmla="*/ 1044 w 1609"/>
                <a:gd name="T13" fmla="*/ 1770 h 1322"/>
                <a:gd name="T14" fmla="*/ 200 w 1609"/>
                <a:gd name="T15" fmla="*/ 1589 h 1322"/>
                <a:gd name="T16" fmla="*/ 307 w 1609"/>
                <a:gd name="T17" fmla="*/ 861 h 1322"/>
                <a:gd name="T18" fmla="*/ 0 w 1609"/>
                <a:gd name="T19" fmla="*/ 726 h 1322"/>
                <a:gd name="T20" fmla="*/ 187 w 1609"/>
                <a:gd name="T21" fmla="*/ 288 h 1322"/>
                <a:gd name="T22" fmla="*/ 810 w 1609"/>
                <a:gd name="T23" fmla="*/ 0 h 1322"/>
                <a:gd name="T24" fmla="*/ 1079 w 1609"/>
                <a:gd name="T25" fmla="*/ 197 h 1322"/>
                <a:gd name="T26" fmla="*/ 1344 w 1609"/>
                <a:gd name="T27" fmla="*/ 0 h 132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609" h="1322">
                  <a:moveTo>
                    <a:pt x="1003" y="0"/>
                  </a:moveTo>
                  <a:cubicBezTo>
                    <a:pt x="1003" y="0"/>
                    <a:pt x="1405" y="58"/>
                    <a:pt x="1468" y="215"/>
                  </a:cubicBezTo>
                  <a:cubicBezTo>
                    <a:pt x="1609" y="543"/>
                    <a:pt x="1609" y="543"/>
                    <a:pt x="1609" y="543"/>
                  </a:cubicBezTo>
                  <a:cubicBezTo>
                    <a:pt x="1609" y="543"/>
                    <a:pt x="1609" y="623"/>
                    <a:pt x="1379" y="643"/>
                  </a:cubicBezTo>
                  <a:cubicBezTo>
                    <a:pt x="1379" y="643"/>
                    <a:pt x="1428" y="790"/>
                    <a:pt x="1460" y="1187"/>
                  </a:cubicBezTo>
                  <a:cubicBezTo>
                    <a:pt x="1460" y="1187"/>
                    <a:pt x="1373" y="1311"/>
                    <a:pt x="830" y="1322"/>
                  </a:cubicBezTo>
                  <a:cubicBezTo>
                    <a:pt x="779" y="1322"/>
                    <a:pt x="779" y="1322"/>
                    <a:pt x="779" y="1322"/>
                  </a:cubicBezTo>
                  <a:cubicBezTo>
                    <a:pt x="236" y="1311"/>
                    <a:pt x="149" y="1187"/>
                    <a:pt x="149" y="1187"/>
                  </a:cubicBezTo>
                  <a:cubicBezTo>
                    <a:pt x="180" y="790"/>
                    <a:pt x="229" y="643"/>
                    <a:pt x="229" y="643"/>
                  </a:cubicBezTo>
                  <a:cubicBezTo>
                    <a:pt x="0" y="623"/>
                    <a:pt x="0" y="543"/>
                    <a:pt x="0" y="543"/>
                  </a:cubicBezTo>
                  <a:cubicBezTo>
                    <a:pt x="140" y="215"/>
                    <a:pt x="140" y="215"/>
                    <a:pt x="140" y="215"/>
                  </a:cubicBezTo>
                  <a:cubicBezTo>
                    <a:pt x="204" y="58"/>
                    <a:pt x="605" y="0"/>
                    <a:pt x="605" y="0"/>
                  </a:cubicBezTo>
                  <a:cubicBezTo>
                    <a:pt x="605" y="0"/>
                    <a:pt x="582" y="155"/>
                    <a:pt x="805" y="147"/>
                  </a:cubicBezTo>
                  <a:cubicBezTo>
                    <a:pt x="1038" y="139"/>
                    <a:pt x="1003" y="0"/>
                    <a:pt x="1003" y="0"/>
                  </a:cubicBezTo>
                  <a:close/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7117" name="Freeform 913">
              <a:extLst>
                <a:ext uri="{FF2B5EF4-FFF2-40B4-BE49-F238E27FC236}">
                  <a16:creationId xmlns:a16="http://schemas.microsoft.com/office/drawing/2014/main" id="{55A3A864-906D-4E83-9F4B-DBA0D25BA238}"/>
                </a:ext>
              </a:extLst>
            </p:cNvPr>
            <p:cNvSpPr>
              <a:spLocks/>
            </p:cNvSpPr>
            <p:nvPr/>
          </p:nvSpPr>
          <p:spPr bwMode="auto">
            <a:xfrm>
              <a:off x="941" y="1568"/>
              <a:ext cx="60" cy="319"/>
            </a:xfrm>
            <a:custGeom>
              <a:avLst/>
              <a:gdLst>
                <a:gd name="T0" fmla="*/ 26 w 55"/>
                <a:gd name="T1" fmla="*/ 386 h 290"/>
                <a:gd name="T2" fmla="*/ 4 w 55"/>
                <a:gd name="T3" fmla="*/ 290 h 290"/>
                <a:gd name="T4" fmla="*/ 43 w 55"/>
                <a:gd name="T5" fmla="*/ 197 h 290"/>
                <a:gd name="T6" fmla="*/ 71 w 55"/>
                <a:gd name="T7" fmla="*/ 0 h 29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5" h="290">
                  <a:moveTo>
                    <a:pt x="20" y="290"/>
                  </a:moveTo>
                  <a:cubicBezTo>
                    <a:pt x="23" y="264"/>
                    <a:pt x="5" y="244"/>
                    <a:pt x="4" y="218"/>
                  </a:cubicBezTo>
                  <a:cubicBezTo>
                    <a:pt x="2" y="185"/>
                    <a:pt x="24" y="176"/>
                    <a:pt x="33" y="148"/>
                  </a:cubicBezTo>
                  <a:cubicBezTo>
                    <a:pt x="49" y="100"/>
                    <a:pt x="0" y="39"/>
                    <a:pt x="55" y="0"/>
                  </a:cubicBezTo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7118" name="Freeform 914">
              <a:extLst>
                <a:ext uri="{FF2B5EF4-FFF2-40B4-BE49-F238E27FC236}">
                  <a16:creationId xmlns:a16="http://schemas.microsoft.com/office/drawing/2014/main" id="{B346B435-C9C0-44AB-B181-C23FD7CCA4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4" y="1573"/>
              <a:ext cx="92" cy="314"/>
            </a:xfrm>
            <a:custGeom>
              <a:avLst/>
              <a:gdLst>
                <a:gd name="T0" fmla="*/ 84 w 83"/>
                <a:gd name="T1" fmla="*/ 381 h 285"/>
                <a:gd name="T2" fmla="*/ 74 w 83"/>
                <a:gd name="T3" fmla="*/ 206 h 285"/>
                <a:gd name="T4" fmla="*/ 45 w 83"/>
                <a:gd name="T5" fmla="*/ 172 h 285"/>
                <a:gd name="T6" fmla="*/ 48 w 83"/>
                <a:gd name="T7" fmla="*/ 110 h 285"/>
                <a:gd name="T8" fmla="*/ 0 w 83"/>
                <a:gd name="T9" fmla="*/ 0 h 28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3" h="285">
                  <a:moveTo>
                    <a:pt x="62" y="285"/>
                  </a:moveTo>
                  <a:cubicBezTo>
                    <a:pt x="30" y="251"/>
                    <a:pt x="83" y="190"/>
                    <a:pt x="54" y="154"/>
                  </a:cubicBezTo>
                  <a:cubicBezTo>
                    <a:pt x="45" y="142"/>
                    <a:pt x="37" y="143"/>
                    <a:pt x="33" y="129"/>
                  </a:cubicBezTo>
                  <a:cubicBezTo>
                    <a:pt x="28" y="115"/>
                    <a:pt x="35" y="97"/>
                    <a:pt x="35" y="83"/>
                  </a:cubicBezTo>
                  <a:cubicBezTo>
                    <a:pt x="36" y="47"/>
                    <a:pt x="22" y="26"/>
                    <a:pt x="0" y="0"/>
                  </a:cubicBezTo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7119" name="Freeform 915">
              <a:extLst>
                <a:ext uri="{FF2B5EF4-FFF2-40B4-BE49-F238E27FC236}">
                  <a16:creationId xmlns:a16="http://schemas.microsoft.com/office/drawing/2014/main" id="{E7BE3358-CDB8-4394-88F1-50AD35D3096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4" y="1900"/>
              <a:ext cx="998" cy="155"/>
            </a:xfrm>
            <a:custGeom>
              <a:avLst/>
              <a:gdLst>
                <a:gd name="T0" fmla="*/ 3 w 905"/>
                <a:gd name="T1" fmla="*/ 36 h 141"/>
                <a:gd name="T2" fmla="*/ 131 w 905"/>
                <a:gd name="T3" fmla="*/ 107 h 141"/>
                <a:gd name="T4" fmla="*/ 245 w 905"/>
                <a:gd name="T5" fmla="*/ 124 h 141"/>
                <a:gd name="T6" fmla="*/ 335 w 905"/>
                <a:gd name="T7" fmla="*/ 146 h 141"/>
                <a:gd name="T8" fmla="*/ 501 w 905"/>
                <a:gd name="T9" fmla="*/ 122 h 141"/>
                <a:gd name="T10" fmla="*/ 665 w 905"/>
                <a:gd name="T11" fmla="*/ 139 h 141"/>
                <a:gd name="T12" fmla="*/ 968 w 905"/>
                <a:gd name="T13" fmla="*/ 104 h 141"/>
                <a:gd name="T14" fmla="*/ 1214 w 905"/>
                <a:gd name="T15" fmla="*/ 0 h 141"/>
                <a:gd name="T16" fmla="*/ 1062 w 905"/>
                <a:gd name="T17" fmla="*/ 85 h 141"/>
                <a:gd name="T18" fmla="*/ 887 w 905"/>
                <a:gd name="T19" fmla="*/ 157 h 141"/>
                <a:gd name="T20" fmla="*/ 613 w 905"/>
                <a:gd name="T21" fmla="*/ 182 h 141"/>
                <a:gd name="T22" fmla="*/ 426 w 905"/>
                <a:gd name="T23" fmla="*/ 175 h 141"/>
                <a:gd name="T24" fmla="*/ 226 w 905"/>
                <a:gd name="T25" fmla="*/ 178 h 141"/>
                <a:gd name="T26" fmla="*/ 79 w 905"/>
                <a:gd name="T27" fmla="*/ 124 h 141"/>
                <a:gd name="T28" fmla="*/ 0 w 905"/>
                <a:gd name="T29" fmla="*/ 46 h 141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905" h="141">
                  <a:moveTo>
                    <a:pt x="3" y="27"/>
                  </a:moveTo>
                  <a:cubicBezTo>
                    <a:pt x="20" y="28"/>
                    <a:pt x="69" y="70"/>
                    <a:pt x="98" y="80"/>
                  </a:cubicBezTo>
                  <a:cubicBezTo>
                    <a:pt x="126" y="89"/>
                    <a:pt x="154" y="89"/>
                    <a:pt x="182" y="94"/>
                  </a:cubicBezTo>
                  <a:cubicBezTo>
                    <a:pt x="205" y="99"/>
                    <a:pt x="226" y="109"/>
                    <a:pt x="250" y="110"/>
                  </a:cubicBezTo>
                  <a:cubicBezTo>
                    <a:pt x="291" y="111"/>
                    <a:pt x="333" y="96"/>
                    <a:pt x="374" y="92"/>
                  </a:cubicBezTo>
                  <a:cubicBezTo>
                    <a:pt x="416" y="87"/>
                    <a:pt x="456" y="97"/>
                    <a:pt x="496" y="105"/>
                  </a:cubicBezTo>
                  <a:cubicBezTo>
                    <a:pt x="574" y="122"/>
                    <a:pt x="648" y="106"/>
                    <a:pt x="722" y="78"/>
                  </a:cubicBezTo>
                  <a:cubicBezTo>
                    <a:pt x="785" y="54"/>
                    <a:pt x="842" y="16"/>
                    <a:pt x="905" y="0"/>
                  </a:cubicBezTo>
                  <a:cubicBezTo>
                    <a:pt x="867" y="9"/>
                    <a:pt x="828" y="47"/>
                    <a:pt x="792" y="64"/>
                  </a:cubicBezTo>
                  <a:cubicBezTo>
                    <a:pt x="748" y="86"/>
                    <a:pt x="707" y="104"/>
                    <a:pt x="661" y="118"/>
                  </a:cubicBezTo>
                  <a:cubicBezTo>
                    <a:pt x="592" y="139"/>
                    <a:pt x="528" y="139"/>
                    <a:pt x="457" y="137"/>
                  </a:cubicBezTo>
                  <a:cubicBezTo>
                    <a:pt x="410" y="135"/>
                    <a:pt x="363" y="132"/>
                    <a:pt x="317" y="132"/>
                  </a:cubicBezTo>
                  <a:cubicBezTo>
                    <a:pt x="268" y="131"/>
                    <a:pt x="218" y="141"/>
                    <a:pt x="169" y="134"/>
                  </a:cubicBezTo>
                  <a:cubicBezTo>
                    <a:pt x="132" y="129"/>
                    <a:pt x="89" y="116"/>
                    <a:pt x="59" y="94"/>
                  </a:cubicBezTo>
                  <a:cubicBezTo>
                    <a:pt x="37" y="77"/>
                    <a:pt x="21" y="53"/>
                    <a:pt x="0" y="35"/>
                  </a:cubicBezTo>
                </a:path>
              </a:pathLst>
            </a:custGeom>
            <a:solidFill>
              <a:srgbClr val="9AC6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7120" name="Freeform 916">
              <a:extLst>
                <a:ext uri="{FF2B5EF4-FFF2-40B4-BE49-F238E27FC236}">
                  <a16:creationId xmlns:a16="http://schemas.microsoft.com/office/drawing/2014/main" id="{09844194-83CC-4A89-87FD-CD0E930936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9" y="2026"/>
              <a:ext cx="427" cy="234"/>
            </a:xfrm>
            <a:custGeom>
              <a:avLst/>
              <a:gdLst>
                <a:gd name="T0" fmla="*/ 520 w 387"/>
                <a:gd name="T1" fmla="*/ 24 h 212"/>
                <a:gd name="T2" fmla="*/ 235 w 387"/>
                <a:gd name="T3" fmla="*/ 74 h 212"/>
                <a:gd name="T4" fmla="*/ 107 w 387"/>
                <a:gd name="T5" fmla="*/ 153 h 212"/>
                <a:gd name="T6" fmla="*/ 0 w 387"/>
                <a:gd name="T7" fmla="*/ 285 h 212"/>
                <a:gd name="T8" fmla="*/ 115 w 387"/>
                <a:gd name="T9" fmla="*/ 117 h 212"/>
                <a:gd name="T10" fmla="*/ 200 w 387"/>
                <a:gd name="T11" fmla="*/ 2 h 212"/>
                <a:gd name="T12" fmla="*/ 333 w 387"/>
                <a:gd name="T13" fmla="*/ 2 h 212"/>
                <a:gd name="T14" fmla="*/ 445 w 387"/>
                <a:gd name="T15" fmla="*/ 8 h 21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87" h="212">
                  <a:moveTo>
                    <a:pt x="387" y="18"/>
                  </a:moveTo>
                  <a:cubicBezTo>
                    <a:pt x="310" y="18"/>
                    <a:pt x="244" y="19"/>
                    <a:pt x="175" y="55"/>
                  </a:cubicBezTo>
                  <a:cubicBezTo>
                    <a:pt x="142" y="72"/>
                    <a:pt x="107" y="89"/>
                    <a:pt x="80" y="114"/>
                  </a:cubicBezTo>
                  <a:cubicBezTo>
                    <a:pt x="47" y="144"/>
                    <a:pt x="29" y="180"/>
                    <a:pt x="0" y="212"/>
                  </a:cubicBezTo>
                  <a:cubicBezTo>
                    <a:pt x="22" y="168"/>
                    <a:pt x="51" y="123"/>
                    <a:pt x="85" y="87"/>
                  </a:cubicBezTo>
                  <a:cubicBezTo>
                    <a:pt x="108" y="62"/>
                    <a:pt x="151" y="42"/>
                    <a:pt x="149" y="2"/>
                  </a:cubicBezTo>
                  <a:cubicBezTo>
                    <a:pt x="182" y="14"/>
                    <a:pt x="214" y="4"/>
                    <a:pt x="248" y="2"/>
                  </a:cubicBezTo>
                  <a:cubicBezTo>
                    <a:pt x="278" y="0"/>
                    <a:pt x="301" y="9"/>
                    <a:pt x="331" y="5"/>
                  </a:cubicBezTo>
                </a:path>
              </a:pathLst>
            </a:custGeom>
            <a:solidFill>
              <a:srgbClr val="9AC6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7121" name="Freeform 917">
              <a:extLst>
                <a:ext uri="{FF2B5EF4-FFF2-40B4-BE49-F238E27FC236}">
                  <a16:creationId xmlns:a16="http://schemas.microsoft.com/office/drawing/2014/main" id="{BCA9BE41-A940-4B01-B15A-AD667E48592D}"/>
                </a:ext>
              </a:extLst>
            </p:cNvPr>
            <p:cNvSpPr>
              <a:spLocks/>
            </p:cNvSpPr>
            <p:nvPr/>
          </p:nvSpPr>
          <p:spPr bwMode="auto">
            <a:xfrm>
              <a:off x="943" y="1615"/>
              <a:ext cx="116" cy="453"/>
            </a:xfrm>
            <a:custGeom>
              <a:avLst/>
              <a:gdLst>
                <a:gd name="T0" fmla="*/ 59 w 105"/>
                <a:gd name="T1" fmla="*/ 0 h 411"/>
                <a:gd name="T2" fmla="*/ 65 w 105"/>
                <a:gd name="T3" fmla="*/ 86 h 411"/>
                <a:gd name="T4" fmla="*/ 56 w 105"/>
                <a:gd name="T5" fmla="*/ 154 h 411"/>
                <a:gd name="T6" fmla="*/ 13 w 105"/>
                <a:gd name="T7" fmla="*/ 219 h 411"/>
                <a:gd name="T8" fmla="*/ 38 w 105"/>
                <a:gd name="T9" fmla="*/ 306 h 411"/>
                <a:gd name="T10" fmla="*/ 15 w 105"/>
                <a:gd name="T11" fmla="*/ 380 h 411"/>
                <a:gd name="T12" fmla="*/ 4 w 105"/>
                <a:gd name="T13" fmla="*/ 477 h 411"/>
                <a:gd name="T14" fmla="*/ 28 w 105"/>
                <a:gd name="T15" fmla="*/ 550 h 411"/>
                <a:gd name="T16" fmla="*/ 27 w 105"/>
                <a:gd name="T17" fmla="*/ 488 h 411"/>
                <a:gd name="T18" fmla="*/ 46 w 105"/>
                <a:gd name="T19" fmla="*/ 401 h 411"/>
                <a:gd name="T20" fmla="*/ 81 w 105"/>
                <a:gd name="T21" fmla="*/ 298 h 411"/>
                <a:gd name="T22" fmla="*/ 66 w 105"/>
                <a:gd name="T23" fmla="*/ 233 h 411"/>
                <a:gd name="T24" fmla="*/ 114 w 105"/>
                <a:gd name="T25" fmla="*/ 103 h 411"/>
                <a:gd name="T26" fmla="*/ 63 w 105"/>
                <a:gd name="T27" fmla="*/ 1 h 41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05" h="411">
                  <a:moveTo>
                    <a:pt x="43" y="0"/>
                  </a:moveTo>
                  <a:cubicBezTo>
                    <a:pt x="29" y="12"/>
                    <a:pt x="44" y="48"/>
                    <a:pt x="48" y="64"/>
                  </a:cubicBezTo>
                  <a:cubicBezTo>
                    <a:pt x="52" y="81"/>
                    <a:pt x="51" y="99"/>
                    <a:pt x="42" y="115"/>
                  </a:cubicBezTo>
                  <a:cubicBezTo>
                    <a:pt x="32" y="132"/>
                    <a:pt x="15" y="143"/>
                    <a:pt x="10" y="164"/>
                  </a:cubicBezTo>
                  <a:cubicBezTo>
                    <a:pt x="5" y="186"/>
                    <a:pt x="24" y="208"/>
                    <a:pt x="28" y="229"/>
                  </a:cubicBezTo>
                  <a:cubicBezTo>
                    <a:pt x="31" y="249"/>
                    <a:pt x="19" y="265"/>
                    <a:pt x="12" y="284"/>
                  </a:cubicBezTo>
                  <a:cubicBezTo>
                    <a:pt x="4" y="306"/>
                    <a:pt x="0" y="334"/>
                    <a:pt x="4" y="357"/>
                  </a:cubicBezTo>
                  <a:cubicBezTo>
                    <a:pt x="7" y="372"/>
                    <a:pt x="8" y="402"/>
                    <a:pt x="21" y="411"/>
                  </a:cubicBezTo>
                  <a:cubicBezTo>
                    <a:pt x="22" y="396"/>
                    <a:pt x="19" y="380"/>
                    <a:pt x="20" y="365"/>
                  </a:cubicBezTo>
                  <a:cubicBezTo>
                    <a:pt x="21" y="342"/>
                    <a:pt x="28" y="321"/>
                    <a:pt x="34" y="299"/>
                  </a:cubicBezTo>
                  <a:cubicBezTo>
                    <a:pt x="42" y="273"/>
                    <a:pt x="56" y="249"/>
                    <a:pt x="60" y="222"/>
                  </a:cubicBezTo>
                  <a:cubicBezTo>
                    <a:pt x="63" y="204"/>
                    <a:pt x="52" y="191"/>
                    <a:pt x="49" y="173"/>
                  </a:cubicBezTo>
                  <a:cubicBezTo>
                    <a:pt x="42" y="136"/>
                    <a:pt x="105" y="117"/>
                    <a:pt x="84" y="76"/>
                  </a:cubicBezTo>
                  <a:cubicBezTo>
                    <a:pt x="71" y="51"/>
                    <a:pt x="43" y="33"/>
                    <a:pt x="47" y="1"/>
                  </a:cubicBezTo>
                </a:path>
              </a:pathLst>
            </a:custGeom>
            <a:solidFill>
              <a:srgbClr val="D3E4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7122" name="Freeform 918">
              <a:extLst>
                <a:ext uri="{FF2B5EF4-FFF2-40B4-BE49-F238E27FC236}">
                  <a16:creationId xmlns:a16="http://schemas.microsoft.com/office/drawing/2014/main" id="{50E06CA7-3BBB-4DC9-8E9C-37706557C4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4" y="1884"/>
              <a:ext cx="778" cy="108"/>
            </a:xfrm>
            <a:custGeom>
              <a:avLst/>
              <a:gdLst>
                <a:gd name="T0" fmla="*/ 0 w 706"/>
                <a:gd name="T1" fmla="*/ 3 h 98"/>
                <a:gd name="T2" fmla="*/ 194 w 706"/>
                <a:gd name="T3" fmla="*/ 93 h 98"/>
                <a:gd name="T4" fmla="*/ 443 w 706"/>
                <a:gd name="T5" fmla="*/ 118 h 98"/>
                <a:gd name="T6" fmla="*/ 552 w 706"/>
                <a:gd name="T7" fmla="*/ 106 h 98"/>
                <a:gd name="T8" fmla="*/ 670 w 706"/>
                <a:gd name="T9" fmla="*/ 119 h 98"/>
                <a:gd name="T10" fmla="*/ 944 w 706"/>
                <a:gd name="T11" fmla="*/ 63 h 98"/>
                <a:gd name="T12" fmla="*/ 692 w 706"/>
                <a:gd name="T13" fmla="*/ 91 h 98"/>
                <a:gd name="T14" fmla="*/ 457 w 706"/>
                <a:gd name="T15" fmla="*/ 94 h 98"/>
                <a:gd name="T16" fmla="*/ 188 w 706"/>
                <a:gd name="T17" fmla="*/ 82 h 98"/>
                <a:gd name="T18" fmla="*/ 28 w 706"/>
                <a:gd name="T19" fmla="*/ 3 h 9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06" h="98">
                  <a:moveTo>
                    <a:pt x="0" y="3"/>
                  </a:moveTo>
                  <a:cubicBezTo>
                    <a:pt x="46" y="0"/>
                    <a:pt x="101" y="55"/>
                    <a:pt x="145" y="69"/>
                  </a:cubicBezTo>
                  <a:cubicBezTo>
                    <a:pt x="204" y="88"/>
                    <a:pt x="269" y="98"/>
                    <a:pt x="331" y="88"/>
                  </a:cubicBezTo>
                  <a:cubicBezTo>
                    <a:pt x="358" y="84"/>
                    <a:pt x="385" y="81"/>
                    <a:pt x="413" y="79"/>
                  </a:cubicBezTo>
                  <a:cubicBezTo>
                    <a:pt x="445" y="75"/>
                    <a:pt x="469" y="84"/>
                    <a:pt x="501" y="89"/>
                  </a:cubicBezTo>
                  <a:cubicBezTo>
                    <a:pt x="561" y="98"/>
                    <a:pt x="655" y="81"/>
                    <a:pt x="706" y="47"/>
                  </a:cubicBezTo>
                  <a:cubicBezTo>
                    <a:pt x="655" y="89"/>
                    <a:pt x="576" y="82"/>
                    <a:pt x="517" y="68"/>
                  </a:cubicBezTo>
                  <a:cubicBezTo>
                    <a:pt x="460" y="54"/>
                    <a:pt x="401" y="66"/>
                    <a:pt x="342" y="70"/>
                  </a:cubicBezTo>
                  <a:cubicBezTo>
                    <a:pt x="272" y="74"/>
                    <a:pt x="210" y="78"/>
                    <a:pt x="141" y="61"/>
                  </a:cubicBezTo>
                  <a:cubicBezTo>
                    <a:pt x="101" y="51"/>
                    <a:pt x="48" y="36"/>
                    <a:pt x="21" y="3"/>
                  </a:cubicBezTo>
                </a:path>
              </a:pathLst>
            </a:custGeom>
            <a:solidFill>
              <a:srgbClr val="D3E4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7123" name="Freeform 919">
              <a:extLst>
                <a:ext uri="{FF2B5EF4-FFF2-40B4-BE49-F238E27FC236}">
                  <a16:creationId xmlns:a16="http://schemas.microsoft.com/office/drawing/2014/main" id="{6BFA5DB3-9526-4A83-850A-90BF354DD40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4" y="1669"/>
              <a:ext cx="156" cy="404"/>
            </a:xfrm>
            <a:custGeom>
              <a:avLst/>
              <a:gdLst>
                <a:gd name="T0" fmla="*/ 93 w 142"/>
                <a:gd name="T1" fmla="*/ 1 h 366"/>
                <a:gd name="T2" fmla="*/ 97 w 142"/>
                <a:gd name="T3" fmla="*/ 70 h 366"/>
                <a:gd name="T4" fmla="*/ 130 w 142"/>
                <a:gd name="T5" fmla="*/ 120 h 366"/>
                <a:gd name="T6" fmla="*/ 122 w 142"/>
                <a:gd name="T7" fmla="*/ 173 h 366"/>
                <a:gd name="T8" fmla="*/ 123 w 142"/>
                <a:gd name="T9" fmla="*/ 234 h 366"/>
                <a:gd name="T10" fmla="*/ 140 w 142"/>
                <a:gd name="T11" fmla="*/ 272 h 366"/>
                <a:gd name="T12" fmla="*/ 156 w 142"/>
                <a:gd name="T13" fmla="*/ 321 h 366"/>
                <a:gd name="T14" fmla="*/ 175 w 142"/>
                <a:gd name="T15" fmla="*/ 404 h 366"/>
                <a:gd name="T16" fmla="*/ 186 w 142"/>
                <a:gd name="T17" fmla="*/ 492 h 366"/>
                <a:gd name="T18" fmla="*/ 171 w 142"/>
                <a:gd name="T19" fmla="*/ 455 h 366"/>
                <a:gd name="T20" fmla="*/ 154 w 142"/>
                <a:gd name="T21" fmla="*/ 398 h 366"/>
                <a:gd name="T22" fmla="*/ 136 w 142"/>
                <a:gd name="T23" fmla="*/ 341 h 366"/>
                <a:gd name="T24" fmla="*/ 119 w 142"/>
                <a:gd name="T25" fmla="*/ 294 h 366"/>
                <a:gd name="T26" fmla="*/ 62 w 142"/>
                <a:gd name="T27" fmla="*/ 272 h 366"/>
                <a:gd name="T28" fmla="*/ 27 w 142"/>
                <a:gd name="T29" fmla="*/ 281 h 366"/>
                <a:gd name="T30" fmla="*/ 0 w 142"/>
                <a:gd name="T31" fmla="*/ 289 h 366"/>
                <a:gd name="T32" fmla="*/ 59 w 142"/>
                <a:gd name="T33" fmla="*/ 242 h 366"/>
                <a:gd name="T34" fmla="*/ 90 w 142"/>
                <a:gd name="T35" fmla="*/ 169 h 366"/>
                <a:gd name="T36" fmla="*/ 96 w 142"/>
                <a:gd name="T37" fmla="*/ 106 h 366"/>
                <a:gd name="T38" fmla="*/ 83 w 142"/>
                <a:gd name="T39" fmla="*/ 87 h 366"/>
                <a:gd name="T40" fmla="*/ 63 w 142"/>
                <a:gd name="T41" fmla="*/ 92 h 366"/>
                <a:gd name="T42" fmla="*/ 71 w 142"/>
                <a:gd name="T43" fmla="*/ 50 h 366"/>
                <a:gd name="T44" fmla="*/ 88 w 142"/>
                <a:gd name="T45" fmla="*/ 0 h 36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42" h="366">
                  <a:moveTo>
                    <a:pt x="70" y="1"/>
                  </a:moveTo>
                  <a:cubicBezTo>
                    <a:pt x="72" y="19"/>
                    <a:pt x="65" y="34"/>
                    <a:pt x="73" y="52"/>
                  </a:cubicBezTo>
                  <a:cubicBezTo>
                    <a:pt x="79" y="66"/>
                    <a:pt x="93" y="75"/>
                    <a:pt x="97" y="90"/>
                  </a:cubicBezTo>
                  <a:cubicBezTo>
                    <a:pt x="101" y="103"/>
                    <a:pt x="96" y="116"/>
                    <a:pt x="92" y="129"/>
                  </a:cubicBezTo>
                  <a:cubicBezTo>
                    <a:pt x="89" y="144"/>
                    <a:pt x="88" y="159"/>
                    <a:pt x="93" y="174"/>
                  </a:cubicBezTo>
                  <a:cubicBezTo>
                    <a:pt x="97" y="184"/>
                    <a:pt x="102" y="192"/>
                    <a:pt x="106" y="202"/>
                  </a:cubicBezTo>
                  <a:cubicBezTo>
                    <a:pt x="110" y="214"/>
                    <a:pt x="112" y="227"/>
                    <a:pt x="117" y="239"/>
                  </a:cubicBezTo>
                  <a:cubicBezTo>
                    <a:pt x="124" y="258"/>
                    <a:pt x="127" y="280"/>
                    <a:pt x="132" y="301"/>
                  </a:cubicBezTo>
                  <a:cubicBezTo>
                    <a:pt x="136" y="321"/>
                    <a:pt x="142" y="345"/>
                    <a:pt x="140" y="366"/>
                  </a:cubicBezTo>
                  <a:cubicBezTo>
                    <a:pt x="133" y="361"/>
                    <a:pt x="132" y="346"/>
                    <a:pt x="129" y="338"/>
                  </a:cubicBezTo>
                  <a:cubicBezTo>
                    <a:pt x="124" y="324"/>
                    <a:pt x="120" y="310"/>
                    <a:pt x="116" y="296"/>
                  </a:cubicBezTo>
                  <a:cubicBezTo>
                    <a:pt x="111" y="282"/>
                    <a:pt x="107" y="268"/>
                    <a:pt x="103" y="254"/>
                  </a:cubicBezTo>
                  <a:cubicBezTo>
                    <a:pt x="100" y="242"/>
                    <a:pt x="97" y="228"/>
                    <a:pt x="89" y="218"/>
                  </a:cubicBezTo>
                  <a:cubicBezTo>
                    <a:pt x="78" y="203"/>
                    <a:pt x="63" y="200"/>
                    <a:pt x="46" y="202"/>
                  </a:cubicBezTo>
                  <a:cubicBezTo>
                    <a:pt x="37" y="203"/>
                    <a:pt x="29" y="205"/>
                    <a:pt x="21" y="209"/>
                  </a:cubicBezTo>
                  <a:cubicBezTo>
                    <a:pt x="14" y="212"/>
                    <a:pt x="7" y="213"/>
                    <a:pt x="0" y="215"/>
                  </a:cubicBezTo>
                  <a:cubicBezTo>
                    <a:pt x="16" y="212"/>
                    <a:pt x="34" y="191"/>
                    <a:pt x="45" y="179"/>
                  </a:cubicBezTo>
                  <a:cubicBezTo>
                    <a:pt x="59" y="163"/>
                    <a:pt x="66" y="147"/>
                    <a:pt x="68" y="126"/>
                  </a:cubicBezTo>
                  <a:cubicBezTo>
                    <a:pt x="69" y="108"/>
                    <a:pt x="78" y="96"/>
                    <a:pt x="72" y="79"/>
                  </a:cubicBezTo>
                  <a:cubicBezTo>
                    <a:pt x="70" y="74"/>
                    <a:pt x="69" y="66"/>
                    <a:pt x="63" y="65"/>
                  </a:cubicBezTo>
                  <a:cubicBezTo>
                    <a:pt x="58" y="64"/>
                    <a:pt x="53" y="69"/>
                    <a:pt x="47" y="68"/>
                  </a:cubicBezTo>
                  <a:cubicBezTo>
                    <a:pt x="46" y="59"/>
                    <a:pt x="52" y="47"/>
                    <a:pt x="54" y="37"/>
                  </a:cubicBezTo>
                  <a:cubicBezTo>
                    <a:pt x="57" y="25"/>
                    <a:pt x="63" y="13"/>
                    <a:pt x="66" y="0"/>
                  </a:cubicBezTo>
                </a:path>
              </a:pathLst>
            </a:custGeom>
            <a:solidFill>
              <a:srgbClr val="9AC6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7124" name="Freeform 920">
              <a:extLst>
                <a:ext uri="{FF2B5EF4-FFF2-40B4-BE49-F238E27FC236}">
                  <a16:creationId xmlns:a16="http://schemas.microsoft.com/office/drawing/2014/main" id="{EED37E52-2697-4DDA-A1C2-2027C52BDF6F}"/>
                </a:ext>
              </a:extLst>
            </p:cNvPr>
            <p:cNvSpPr>
              <a:spLocks/>
            </p:cNvSpPr>
            <p:nvPr/>
          </p:nvSpPr>
          <p:spPr bwMode="auto">
            <a:xfrm>
              <a:off x="961" y="1762"/>
              <a:ext cx="34" cy="186"/>
            </a:xfrm>
            <a:custGeom>
              <a:avLst/>
              <a:gdLst>
                <a:gd name="T0" fmla="*/ 37 w 31"/>
                <a:gd name="T1" fmla="*/ 0 h 169"/>
                <a:gd name="T2" fmla="*/ 18 w 31"/>
                <a:gd name="T3" fmla="*/ 100 h 169"/>
                <a:gd name="T4" fmla="*/ 9 w 31"/>
                <a:gd name="T5" fmla="*/ 226 h 169"/>
                <a:gd name="T6" fmla="*/ 37 w 31"/>
                <a:gd name="T7" fmla="*/ 113 h 169"/>
                <a:gd name="T8" fmla="*/ 29 w 31"/>
                <a:gd name="T9" fmla="*/ 11 h 16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169">
                  <a:moveTo>
                    <a:pt x="28" y="0"/>
                  </a:moveTo>
                  <a:cubicBezTo>
                    <a:pt x="0" y="27"/>
                    <a:pt x="7" y="42"/>
                    <a:pt x="14" y="75"/>
                  </a:cubicBezTo>
                  <a:cubicBezTo>
                    <a:pt x="20" y="105"/>
                    <a:pt x="6" y="137"/>
                    <a:pt x="6" y="169"/>
                  </a:cubicBezTo>
                  <a:cubicBezTo>
                    <a:pt x="3" y="140"/>
                    <a:pt x="24" y="112"/>
                    <a:pt x="28" y="85"/>
                  </a:cubicBezTo>
                  <a:cubicBezTo>
                    <a:pt x="31" y="59"/>
                    <a:pt x="7" y="33"/>
                    <a:pt x="22" y="8"/>
                  </a:cubicBezTo>
                </a:path>
              </a:pathLst>
            </a:custGeom>
            <a:solidFill>
              <a:srgbClr val="EDF4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7125" name="Freeform 921">
              <a:extLst>
                <a:ext uri="{FF2B5EF4-FFF2-40B4-BE49-F238E27FC236}">
                  <a16:creationId xmlns:a16="http://schemas.microsoft.com/office/drawing/2014/main" id="{A71F4D29-56E7-41B2-B7A9-B3472989EDEC}"/>
                </a:ext>
              </a:extLst>
            </p:cNvPr>
            <p:cNvSpPr>
              <a:spLocks/>
            </p:cNvSpPr>
            <p:nvPr/>
          </p:nvSpPr>
          <p:spPr bwMode="auto">
            <a:xfrm>
              <a:off x="728" y="1324"/>
              <a:ext cx="244" cy="437"/>
            </a:xfrm>
            <a:custGeom>
              <a:avLst/>
              <a:gdLst>
                <a:gd name="T0" fmla="*/ 0 w 221"/>
                <a:gd name="T1" fmla="*/ 532 h 396"/>
                <a:gd name="T2" fmla="*/ 157 w 221"/>
                <a:gd name="T3" fmla="*/ 177 h 396"/>
                <a:gd name="T4" fmla="*/ 297 w 221"/>
                <a:gd name="T5" fmla="*/ 0 h 396"/>
                <a:gd name="T6" fmla="*/ 171 w 221"/>
                <a:gd name="T7" fmla="*/ 184 h 396"/>
                <a:gd name="T8" fmla="*/ 0 w 221"/>
                <a:gd name="T9" fmla="*/ 532 h 39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1" h="396">
                  <a:moveTo>
                    <a:pt x="0" y="396"/>
                  </a:moveTo>
                  <a:cubicBezTo>
                    <a:pt x="117" y="131"/>
                    <a:pt x="117" y="131"/>
                    <a:pt x="117" y="131"/>
                  </a:cubicBezTo>
                  <a:cubicBezTo>
                    <a:pt x="117" y="131"/>
                    <a:pt x="143" y="41"/>
                    <a:pt x="221" y="0"/>
                  </a:cubicBezTo>
                  <a:cubicBezTo>
                    <a:pt x="221" y="0"/>
                    <a:pt x="159" y="46"/>
                    <a:pt x="127" y="137"/>
                  </a:cubicBezTo>
                  <a:cubicBezTo>
                    <a:pt x="95" y="228"/>
                    <a:pt x="0" y="396"/>
                    <a:pt x="0" y="396"/>
                  </a:cubicBezTo>
                  <a:close/>
                </a:path>
              </a:pathLst>
            </a:custGeom>
            <a:solidFill>
              <a:srgbClr val="EDF4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7126" name="Freeform 922">
              <a:extLst>
                <a:ext uri="{FF2B5EF4-FFF2-40B4-BE49-F238E27FC236}">
                  <a16:creationId xmlns:a16="http://schemas.microsoft.com/office/drawing/2014/main" id="{C9170F5E-0798-43DC-AAD4-E006E078F5E6}"/>
                </a:ext>
              </a:extLst>
            </p:cNvPr>
            <p:cNvSpPr>
              <a:spLocks/>
            </p:cNvSpPr>
            <p:nvPr/>
          </p:nvSpPr>
          <p:spPr bwMode="auto">
            <a:xfrm>
              <a:off x="887" y="2399"/>
              <a:ext cx="66" cy="120"/>
            </a:xfrm>
            <a:custGeom>
              <a:avLst/>
              <a:gdLst>
                <a:gd name="T0" fmla="*/ 13 w 60"/>
                <a:gd name="T1" fmla="*/ 0 h 109"/>
                <a:gd name="T2" fmla="*/ 9 w 60"/>
                <a:gd name="T3" fmla="*/ 95 h 109"/>
                <a:gd name="T4" fmla="*/ 80 w 60"/>
                <a:gd name="T5" fmla="*/ 145 h 109"/>
                <a:gd name="T6" fmla="*/ 17 w 60"/>
                <a:gd name="T7" fmla="*/ 9 h 10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0" h="109">
                  <a:moveTo>
                    <a:pt x="10" y="0"/>
                  </a:moveTo>
                  <a:cubicBezTo>
                    <a:pt x="11" y="22"/>
                    <a:pt x="0" y="49"/>
                    <a:pt x="6" y="71"/>
                  </a:cubicBezTo>
                  <a:cubicBezTo>
                    <a:pt x="13" y="95"/>
                    <a:pt x="42" y="98"/>
                    <a:pt x="60" y="109"/>
                  </a:cubicBezTo>
                  <a:cubicBezTo>
                    <a:pt x="30" y="80"/>
                    <a:pt x="10" y="50"/>
                    <a:pt x="13" y="6"/>
                  </a:cubicBezTo>
                </a:path>
              </a:pathLst>
            </a:custGeom>
            <a:solidFill>
              <a:srgbClr val="EDF4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</p:grpSp>
    </p:spTree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794" name="Rectangle 2">
            <a:extLst>
              <a:ext uri="{FF2B5EF4-FFF2-40B4-BE49-F238E27FC236}">
                <a16:creationId xmlns:a16="http://schemas.microsoft.com/office/drawing/2014/main" id="{1A8709B9-C6CD-4BF3-BD8A-26FBBBDB141E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Obesity (3)</a:t>
            </a:r>
          </a:p>
        </p:txBody>
      </p:sp>
      <p:grpSp>
        <p:nvGrpSpPr>
          <p:cNvPr id="48130" name="Obese-Female-Body-Medical-Illustration">
            <a:extLst>
              <a:ext uri="{FF2B5EF4-FFF2-40B4-BE49-F238E27FC236}">
                <a16:creationId xmlns:a16="http://schemas.microsoft.com/office/drawing/2014/main" id="{2F3267E8-4612-4FE4-AA4E-5FB4429D0BD4}"/>
              </a:ext>
            </a:extLst>
          </p:cNvPr>
          <p:cNvGrpSpPr>
            <a:grpSpLocks/>
          </p:cNvGrpSpPr>
          <p:nvPr/>
        </p:nvGrpSpPr>
        <p:grpSpPr bwMode="auto">
          <a:xfrm>
            <a:off x="6615113" y="1300163"/>
            <a:ext cx="2884487" cy="5121275"/>
            <a:chOff x="3207" y="810"/>
            <a:chExt cx="1817" cy="3226"/>
          </a:xfrm>
        </p:grpSpPr>
        <p:grpSp>
          <p:nvGrpSpPr>
            <p:cNvPr id="48530" name="Group 4">
              <a:extLst>
                <a:ext uri="{FF2B5EF4-FFF2-40B4-BE49-F238E27FC236}">
                  <a16:creationId xmlns:a16="http://schemas.microsoft.com/office/drawing/2014/main" id="{C6F7D454-74CD-41E8-8D6D-C9D4BADCB05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207" y="843"/>
              <a:ext cx="1817" cy="3193"/>
              <a:chOff x="3207" y="843"/>
              <a:chExt cx="1817" cy="3193"/>
            </a:xfrm>
          </p:grpSpPr>
          <p:sp>
            <p:nvSpPr>
              <p:cNvPr id="48739" name="Freeform 5">
                <a:extLst>
                  <a:ext uri="{FF2B5EF4-FFF2-40B4-BE49-F238E27FC236}">
                    <a16:creationId xmlns:a16="http://schemas.microsoft.com/office/drawing/2014/main" id="{F440A1E2-ED75-4DD3-94DC-56F20326818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207" y="843"/>
                <a:ext cx="1817" cy="3193"/>
              </a:xfrm>
              <a:custGeom>
                <a:avLst/>
                <a:gdLst>
                  <a:gd name="T0" fmla="*/ 1996 w 1704"/>
                  <a:gd name="T1" fmla="*/ 1555 h 2997"/>
                  <a:gd name="T2" fmla="*/ 1952 w 1704"/>
                  <a:gd name="T3" fmla="*/ 1232 h 2997"/>
                  <a:gd name="T4" fmla="*/ 1925 w 1704"/>
                  <a:gd name="T5" fmla="*/ 1163 h 2997"/>
                  <a:gd name="T6" fmla="*/ 1670 w 1704"/>
                  <a:gd name="T7" fmla="*/ 713 h 2997"/>
                  <a:gd name="T8" fmla="*/ 1213 w 1704"/>
                  <a:gd name="T9" fmla="*/ 335 h 2997"/>
                  <a:gd name="T10" fmla="*/ 1241 w 1704"/>
                  <a:gd name="T11" fmla="*/ 242 h 2997"/>
                  <a:gd name="T12" fmla="*/ 1050 w 1704"/>
                  <a:gd name="T13" fmla="*/ 6 h 2997"/>
                  <a:gd name="T14" fmla="*/ 842 w 1704"/>
                  <a:gd name="T15" fmla="*/ 237 h 2997"/>
                  <a:gd name="T16" fmla="*/ 836 w 1704"/>
                  <a:gd name="T17" fmla="*/ 300 h 2997"/>
                  <a:gd name="T18" fmla="*/ 854 w 1704"/>
                  <a:gd name="T19" fmla="*/ 485 h 2997"/>
                  <a:gd name="T20" fmla="*/ 170 w 1704"/>
                  <a:gd name="T21" fmla="*/ 1140 h 2997"/>
                  <a:gd name="T22" fmla="*/ 128 w 1704"/>
                  <a:gd name="T23" fmla="*/ 1201 h 2997"/>
                  <a:gd name="T24" fmla="*/ 67 w 1704"/>
                  <a:gd name="T25" fmla="*/ 1472 h 2997"/>
                  <a:gd name="T26" fmla="*/ 38 w 1704"/>
                  <a:gd name="T27" fmla="*/ 1628 h 2997"/>
                  <a:gd name="T28" fmla="*/ 55 w 1704"/>
                  <a:gd name="T29" fmla="*/ 1876 h 2997"/>
                  <a:gd name="T30" fmla="*/ 139 w 1704"/>
                  <a:gd name="T31" fmla="*/ 1922 h 2997"/>
                  <a:gd name="T32" fmla="*/ 161 w 1704"/>
                  <a:gd name="T33" fmla="*/ 1875 h 2997"/>
                  <a:gd name="T34" fmla="*/ 212 w 1704"/>
                  <a:gd name="T35" fmla="*/ 1699 h 2997"/>
                  <a:gd name="T36" fmla="*/ 229 w 1704"/>
                  <a:gd name="T37" fmla="*/ 1574 h 2997"/>
                  <a:gd name="T38" fmla="*/ 358 w 1704"/>
                  <a:gd name="T39" fmla="*/ 1477 h 2997"/>
                  <a:gd name="T40" fmla="*/ 308 w 1704"/>
                  <a:gd name="T41" fmla="*/ 2381 h 2997"/>
                  <a:gd name="T42" fmla="*/ 344 w 1704"/>
                  <a:gd name="T43" fmla="*/ 2549 h 2997"/>
                  <a:gd name="T44" fmla="*/ 385 w 1704"/>
                  <a:gd name="T45" fmla="*/ 3265 h 2997"/>
                  <a:gd name="T46" fmla="*/ 390 w 1704"/>
                  <a:gd name="T47" fmla="*/ 3365 h 2997"/>
                  <a:gd name="T48" fmla="*/ 251 w 1704"/>
                  <a:gd name="T49" fmla="*/ 3491 h 2997"/>
                  <a:gd name="T50" fmla="*/ 207 w 1704"/>
                  <a:gd name="T51" fmla="*/ 3565 h 2997"/>
                  <a:gd name="T52" fmla="*/ 304 w 1704"/>
                  <a:gd name="T53" fmla="*/ 3620 h 2997"/>
                  <a:gd name="T54" fmla="*/ 414 w 1704"/>
                  <a:gd name="T55" fmla="*/ 3548 h 2997"/>
                  <a:gd name="T56" fmla="*/ 625 w 1704"/>
                  <a:gd name="T57" fmla="*/ 3385 h 2997"/>
                  <a:gd name="T58" fmla="*/ 865 w 1704"/>
                  <a:gd name="T59" fmla="*/ 2781 h 2997"/>
                  <a:gd name="T60" fmla="*/ 854 w 1704"/>
                  <a:gd name="T61" fmla="*/ 2576 h 2997"/>
                  <a:gd name="T62" fmla="*/ 995 w 1704"/>
                  <a:gd name="T63" fmla="*/ 2307 h 2997"/>
                  <a:gd name="T64" fmla="*/ 1029 w 1704"/>
                  <a:gd name="T65" fmla="*/ 2054 h 2997"/>
                  <a:gd name="T66" fmla="*/ 1064 w 1704"/>
                  <a:gd name="T67" fmla="*/ 2221 h 2997"/>
                  <a:gd name="T68" fmla="*/ 1154 w 1704"/>
                  <a:gd name="T69" fmla="*/ 2532 h 2997"/>
                  <a:gd name="T70" fmla="*/ 1211 w 1704"/>
                  <a:gd name="T71" fmla="*/ 2641 h 2997"/>
                  <a:gd name="T72" fmla="*/ 1400 w 1704"/>
                  <a:gd name="T73" fmla="*/ 3300 h 2997"/>
                  <a:gd name="T74" fmla="*/ 1614 w 1704"/>
                  <a:gd name="T75" fmla="*/ 3514 h 2997"/>
                  <a:gd name="T76" fmla="*/ 1711 w 1704"/>
                  <a:gd name="T77" fmla="*/ 3591 h 2997"/>
                  <a:gd name="T78" fmla="*/ 1843 w 1704"/>
                  <a:gd name="T79" fmla="*/ 3590 h 2997"/>
                  <a:gd name="T80" fmla="*/ 1832 w 1704"/>
                  <a:gd name="T81" fmla="*/ 3502 h 2997"/>
                  <a:gd name="T82" fmla="*/ 1714 w 1704"/>
                  <a:gd name="T83" fmla="*/ 3409 h 2997"/>
                  <a:gd name="T84" fmla="*/ 1678 w 1704"/>
                  <a:gd name="T85" fmla="*/ 3302 h 2997"/>
                  <a:gd name="T86" fmla="*/ 1682 w 1704"/>
                  <a:gd name="T87" fmla="*/ 2663 h 2997"/>
                  <a:gd name="T88" fmla="*/ 1731 w 1704"/>
                  <a:gd name="T89" fmla="*/ 2426 h 2997"/>
                  <a:gd name="T90" fmla="*/ 1792 w 1704"/>
                  <a:gd name="T91" fmla="*/ 1682 h 2997"/>
                  <a:gd name="T92" fmla="*/ 1827 w 1704"/>
                  <a:gd name="T93" fmla="*/ 1557 h 2997"/>
                  <a:gd name="T94" fmla="*/ 1858 w 1704"/>
                  <a:gd name="T95" fmla="*/ 1639 h 2997"/>
                  <a:gd name="T96" fmla="*/ 1872 w 1704"/>
                  <a:gd name="T97" fmla="*/ 1853 h 2997"/>
                  <a:gd name="T98" fmla="*/ 1911 w 1704"/>
                  <a:gd name="T99" fmla="*/ 1917 h 2997"/>
                  <a:gd name="T100" fmla="*/ 1977 w 1704"/>
                  <a:gd name="T101" fmla="*/ 1909 h 2997"/>
                  <a:gd name="T102" fmla="*/ 2046 w 1704"/>
                  <a:gd name="T103" fmla="*/ 1776 h 2997"/>
                  <a:gd name="T104" fmla="*/ 475 w 1704"/>
                  <a:gd name="T105" fmla="*/ 1207 h 2997"/>
                  <a:gd name="T106" fmla="*/ 1583 w 1704"/>
                  <a:gd name="T107" fmla="*/ 1240 h 2997"/>
                  <a:gd name="T108" fmla="*/ 1583 w 1704"/>
                  <a:gd name="T109" fmla="*/ 1240 h 2997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</a:gdLst>
                <a:ahLst/>
                <a:cxnLst>
                  <a:cxn ang="T110">
                    <a:pos x="T0" y="T1"/>
                  </a:cxn>
                  <a:cxn ang="T111">
                    <a:pos x="T2" y="T3"/>
                  </a:cxn>
                  <a:cxn ang="T112">
                    <a:pos x="T4" y="T5"/>
                  </a:cxn>
                  <a:cxn ang="T113">
                    <a:pos x="T6" y="T7"/>
                  </a:cxn>
                  <a:cxn ang="T114">
                    <a:pos x="T8" y="T9"/>
                  </a:cxn>
                  <a:cxn ang="T115">
                    <a:pos x="T10" y="T11"/>
                  </a:cxn>
                  <a:cxn ang="T116">
                    <a:pos x="T12" y="T13"/>
                  </a:cxn>
                  <a:cxn ang="T117">
                    <a:pos x="T14" y="T15"/>
                  </a:cxn>
                  <a:cxn ang="T118">
                    <a:pos x="T16" y="T17"/>
                  </a:cxn>
                  <a:cxn ang="T119">
                    <a:pos x="T18" y="T19"/>
                  </a:cxn>
                  <a:cxn ang="T120">
                    <a:pos x="T20" y="T21"/>
                  </a:cxn>
                  <a:cxn ang="T121">
                    <a:pos x="T22" y="T23"/>
                  </a:cxn>
                  <a:cxn ang="T122">
                    <a:pos x="T24" y="T25"/>
                  </a:cxn>
                  <a:cxn ang="T123">
                    <a:pos x="T26" y="T27"/>
                  </a:cxn>
                  <a:cxn ang="T124">
                    <a:pos x="T28" y="T29"/>
                  </a:cxn>
                  <a:cxn ang="T125">
                    <a:pos x="T30" y="T31"/>
                  </a:cxn>
                  <a:cxn ang="T126">
                    <a:pos x="T32" y="T33"/>
                  </a:cxn>
                  <a:cxn ang="T127">
                    <a:pos x="T34" y="T35"/>
                  </a:cxn>
                  <a:cxn ang="T128">
                    <a:pos x="T36" y="T37"/>
                  </a:cxn>
                  <a:cxn ang="T129">
                    <a:pos x="T38" y="T39"/>
                  </a:cxn>
                  <a:cxn ang="T130">
                    <a:pos x="T40" y="T41"/>
                  </a:cxn>
                  <a:cxn ang="T131">
                    <a:pos x="T42" y="T43"/>
                  </a:cxn>
                  <a:cxn ang="T132">
                    <a:pos x="T44" y="T45"/>
                  </a:cxn>
                  <a:cxn ang="T133">
                    <a:pos x="T46" y="T47"/>
                  </a:cxn>
                  <a:cxn ang="T134">
                    <a:pos x="T48" y="T49"/>
                  </a:cxn>
                  <a:cxn ang="T135">
                    <a:pos x="T50" y="T51"/>
                  </a:cxn>
                  <a:cxn ang="T136">
                    <a:pos x="T52" y="T53"/>
                  </a:cxn>
                  <a:cxn ang="T137">
                    <a:pos x="T54" y="T55"/>
                  </a:cxn>
                  <a:cxn ang="T138">
                    <a:pos x="T56" y="T57"/>
                  </a:cxn>
                  <a:cxn ang="T139">
                    <a:pos x="T58" y="T59"/>
                  </a:cxn>
                  <a:cxn ang="T140">
                    <a:pos x="T60" y="T61"/>
                  </a:cxn>
                  <a:cxn ang="T141">
                    <a:pos x="T62" y="T63"/>
                  </a:cxn>
                  <a:cxn ang="T142">
                    <a:pos x="T64" y="T65"/>
                  </a:cxn>
                  <a:cxn ang="T143">
                    <a:pos x="T66" y="T67"/>
                  </a:cxn>
                  <a:cxn ang="T144">
                    <a:pos x="T68" y="T69"/>
                  </a:cxn>
                  <a:cxn ang="T145">
                    <a:pos x="T70" y="T71"/>
                  </a:cxn>
                  <a:cxn ang="T146">
                    <a:pos x="T72" y="T73"/>
                  </a:cxn>
                  <a:cxn ang="T147">
                    <a:pos x="T74" y="T75"/>
                  </a:cxn>
                  <a:cxn ang="T148">
                    <a:pos x="T76" y="T77"/>
                  </a:cxn>
                  <a:cxn ang="T149">
                    <a:pos x="T78" y="T79"/>
                  </a:cxn>
                  <a:cxn ang="T150">
                    <a:pos x="T80" y="T81"/>
                  </a:cxn>
                  <a:cxn ang="T151">
                    <a:pos x="T82" y="T83"/>
                  </a:cxn>
                  <a:cxn ang="T152">
                    <a:pos x="T84" y="T85"/>
                  </a:cxn>
                  <a:cxn ang="T153">
                    <a:pos x="T86" y="T87"/>
                  </a:cxn>
                  <a:cxn ang="T154">
                    <a:pos x="T88" y="T89"/>
                  </a:cxn>
                  <a:cxn ang="T155">
                    <a:pos x="T90" y="T91"/>
                  </a:cxn>
                  <a:cxn ang="T156">
                    <a:pos x="T92" y="T93"/>
                  </a:cxn>
                  <a:cxn ang="T157">
                    <a:pos x="T94" y="T95"/>
                  </a:cxn>
                  <a:cxn ang="T158">
                    <a:pos x="T96" y="T97"/>
                  </a:cxn>
                  <a:cxn ang="T159">
                    <a:pos x="T98" y="T99"/>
                  </a:cxn>
                  <a:cxn ang="T160">
                    <a:pos x="T100" y="T101"/>
                  </a:cxn>
                  <a:cxn ang="T161">
                    <a:pos x="T102" y="T103"/>
                  </a:cxn>
                  <a:cxn ang="T162">
                    <a:pos x="T104" y="T105"/>
                  </a:cxn>
                  <a:cxn ang="T163">
                    <a:pos x="T106" y="T107"/>
                  </a:cxn>
                  <a:cxn ang="T164">
                    <a:pos x="T108" y="T109"/>
                  </a:cxn>
                </a:cxnLst>
                <a:rect l="0" t="0" r="r" b="b"/>
                <a:pathLst>
                  <a:path w="1704" h="2997">
                    <a:moveTo>
                      <a:pt x="1671" y="1346"/>
                    </a:moveTo>
                    <a:cubicBezTo>
                      <a:pt x="1666" y="1330"/>
                      <a:pt x="1667" y="1320"/>
                      <a:pt x="1666" y="1304"/>
                    </a:cubicBezTo>
                    <a:cubicBezTo>
                      <a:pt x="1664" y="1288"/>
                      <a:pt x="1647" y="1286"/>
                      <a:pt x="1647" y="1286"/>
                    </a:cubicBezTo>
                    <a:cubicBezTo>
                      <a:pt x="1668" y="1265"/>
                      <a:pt x="1656" y="1236"/>
                      <a:pt x="1649" y="1217"/>
                    </a:cubicBezTo>
                    <a:cubicBezTo>
                      <a:pt x="1642" y="1199"/>
                      <a:pt x="1640" y="1148"/>
                      <a:pt x="1637" y="1111"/>
                    </a:cubicBezTo>
                    <a:cubicBezTo>
                      <a:pt x="1634" y="1073"/>
                      <a:pt x="1623" y="1037"/>
                      <a:pt x="1610" y="1018"/>
                    </a:cubicBezTo>
                    <a:cubicBezTo>
                      <a:pt x="1598" y="999"/>
                      <a:pt x="1598" y="997"/>
                      <a:pt x="1598" y="993"/>
                    </a:cubicBezTo>
                    <a:cubicBezTo>
                      <a:pt x="1597" y="990"/>
                      <a:pt x="1598" y="984"/>
                      <a:pt x="1595" y="983"/>
                    </a:cubicBezTo>
                    <a:cubicBezTo>
                      <a:pt x="1593" y="983"/>
                      <a:pt x="1594" y="972"/>
                      <a:pt x="1588" y="962"/>
                    </a:cubicBezTo>
                    <a:cubicBezTo>
                      <a:pt x="1583" y="951"/>
                      <a:pt x="1564" y="942"/>
                      <a:pt x="1564" y="942"/>
                    </a:cubicBezTo>
                    <a:cubicBezTo>
                      <a:pt x="1554" y="838"/>
                      <a:pt x="1515" y="761"/>
                      <a:pt x="1460" y="701"/>
                    </a:cubicBezTo>
                    <a:cubicBezTo>
                      <a:pt x="1405" y="641"/>
                      <a:pt x="1384" y="605"/>
                      <a:pt x="1378" y="589"/>
                    </a:cubicBezTo>
                    <a:cubicBezTo>
                      <a:pt x="1318" y="410"/>
                      <a:pt x="1000" y="401"/>
                      <a:pt x="1000" y="401"/>
                    </a:cubicBezTo>
                    <a:cubicBezTo>
                      <a:pt x="995" y="387"/>
                      <a:pt x="984" y="385"/>
                      <a:pt x="984" y="385"/>
                    </a:cubicBezTo>
                    <a:cubicBezTo>
                      <a:pt x="1004" y="347"/>
                      <a:pt x="1001" y="277"/>
                      <a:pt x="1001" y="277"/>
                    </a:cubicBezTo>
                    <a:cubicBezTo>
                      <a:pt x="1014" y="276"/>
                      <a:pt x="1013" y="256"/>
                      <a:pt x="1015" y="249"/>
                    </a:cubicBezTo>
                    <a:cubicBezTo>
                      <a:pt x="1016" y="242"/>
                      <a:pt x="1020" y="229"/>
                      <a:pt x="1022" y="223"/>
                    </a:cubicBezTo>
                    <a:cubicBezTo>
                      <a:pt x="1025" y="217"/>
                      <a:pt x="1028" y="209"/>
                      <a:pt x="1024" y="200"/>
                    </a:cubicBezTo>
                    <a:cubicBezTo>
                      <a:pt x="1021" y="191"/>
                      <a:pt x="1009" y="195"/>
                      <a:pt x="1009" y="195"/>
                    </a:cubicBezTo>
                    <a:cubicBezTo>
                      <a:pt x="1009" y="195"/>
                      <a:pt x="1014" y="186"/>
                      <a:pt x="1012" y="147"/>
                    </a:cubicBezTo>
                    <a:cubicBezTo>
                      <a:pt x="1005" y="0"/>
                      <a:pt x="867" y="6"/>
                      <a:pt x="867" y="6"/>
                    </a:cubicBezTo>
                    <a:cubicBezTo>
                      <a:pt x="837" y="6"/>
                      <a:pt x="837" y="6"/>
                      <a:pt x="837" y="6"/>
                    </a:cubicBezTo>
                    <a:cubicBezTo>
                      <a:pt x="837" y="6"/>
                      <a:pt x="698" y="0"/>
                      <a:pt x="692" y="147"/>
                    </a:cubicBezTo>
                    <a:cubicBezTo>
                      <a:pt x="690" y="186"/>
                      <a:pt x="695" y="195"/>
                      <a:pt x="695" y="195"/>
                    </a:cubicBezTo>
                    <a:cubicBezTo>
                      <a:pt x="695" y="195"/>
                      <a:pt x="683" y="191"/>
                      <a:pt x="679" y="200"/>
                    </a:cubicBezTo>
                    <a:cubicBezTo>
                      <a:pt x="676" y="209"/>
                      <a:pt x="678" y="217"/>
                      <a:pt x="681" y="223"/>
                    </a:cubicBezTo>
                    <a:cubicBezTo>
                      <a:pt x="684" y="229"/>
                      <a:pt x="688" y="242"/>
                      <a:pt x="689" y="249"/>
                    </a:cubicBezTo>
                    <a:cubicBezTo>
                      <a:pt x="690" y="256"/>
                      <a:pt x="690" y="276"/>
                      <a:pt x="702" y="277"/>
                    </a:cubicBezTo>
                    <a:cubicBezTo>
                      <a:pt x="702" y="277"/>
                      <a:pt x="700" y="347"/>
                      <a:pt x="720" y="385"/>
                    </a:cubicBezTo>
                    <a:cubicBezTo>
                      <a:pt x="720" y="385"/>
                      <a:pt x="708" y="387"/>
                      <a:pt x="704" y="401"/>
                    </a:cubicBezTo>
                    <a:cubicBezTo>
                      <a:pt x="704" y="401"/>
                      <a:pt x="385" y="410"/>
                      <a:pt x="325" y="589"/>
                    </a:cubicBezTo>
                    <a:cubicBezTo>
                      <a:pt x="320" y="605"/>
                      <a:pt x="298" y="641"/>
                      <a:pt x="243" y="701"/>
                    </a:cubicBezTo>
                    <a:cubicBezTo>
                      <a:pt x="188" y="761"/>
                      <a:pt x="150" y="838"/>
                      <a:pt x="140" y="942"/>
                    </a:cubicBezTo>
                    <a:cubicBezTo>
                      <a:pt x="140" y="942"/>
                      <a:pt x="121" y="951"/>
                      <a:pt x="115" y="962"/>
                    </a:cubicBezTo>
                    <a:cubicBezTo>
                      <a:pt x="110" y="972"/>
                      <a:pt x="110" y="983"/>
                      <a:pt x="108" y="983"/>
                    </a:cubicBezTo>
                    <a:cubicBezTo>
                      <a:pt x="106" y="984"/>
                      <a:pt x="107" y="990"/>
                      <a:pt x="106" y="993"/>
                    </a:cubicBezTo>
                    <a:cubicBezTo>
                      <a:pt x="105" y="997"/>
                      <a:pt x="106" y="999"/>
                      <a:pt x="94" y="1018"/>
                    </a:cubicBezTo>
                    <a:cubicBezTo>
                      <a:pt x="81" y="1037"/>
                      <a:pt x="69" y="1073"/>
                      <a:pt x="66" y="1111"/>
                    </a:cubicBezTo>
                    <a:cubicBezTo>
                      <a:pt x="64" y="1148"/>
                      <a:pt x="62" y="1199"/>
                      <a:pt x="55" y="1217"/>
                    </a:cubicBezTo>
                    <a:cubicBezTo>
                      <a:pt x="48" y="1236"/>
                      <a:pt x="36" y="1265"/>
                      <a:pt x="57" y="1286"/>
                    </a:cubicBezTo>
                    <a:cubicBezTo>
                      <a:pt x="57" y="1286"/>
                      <a:pt x="39" y="1288"/>
                      <a:pt x="38" y="1304"/>
                    </a:cubicBezTo>
                    <a:cubicBezTo>
                      <a:pt x="36" y="1320"/>
                      <a:pt x="38" y="1330"/>
                      <a:pt x="32" y="1346"/>
                    </a:cubicBezTo>
                    <a:cubicBezTo>
                      <a:pt x="27" y="1362"/>
                      <a:pt x="0" y="1451"/>
                      <a:pt x="16" y="1469"/>
                    </a:cubicBezTo>
                    <a:cubicBezTo>
                      <a:pt x="32" y="1486"/>
                      <a:pt x="28" y="1488"/>
                      <a:pt x="29" y="1495"/>
                    </a:cubicBezTo>
                    <a:cubicBezTo>
                      <a:pt x="29" y="1503"/>
                      <a:pt x="40" y="1547"/>
                      <a:pt x="46" y="1552"/>
                    </a:cubicBezTo>
                    <a:cubicBezTo>
                      <a:pt x="52" y="1558"/>
                      <a:pt x="63" y="1574"/>
                      <a:pt x="73" y="1579"/>
                    </a:cubicBezTo>
                    <a:cubicBezTo>
                      <a:pt x="82" y="1584"/>
                      <a:pt x="102" y="1603"/>
                      <a:pt x="110" y="1597"/>
                    </a:cubicBezTo>
                    <a:cubicBezTo>
                      <a:pt x="110" y="1597"/>
                      <a:pt x="114" y="1594"/>
                      <a:pt x="114" y="1589"/>
                    </a:cubicBezTo>
                    <a:cubicBezTo>
                      <a:pt x="114" y="1589"/>
                      <a:pt x="124" y="1591"/>
                      <a:pt x="128" y="1585"/>
                    </a:cubicBezTo>
                    <a:cubicBezTo>
                      <a:pt x="132" y="1578"/>
                      <a:pt x="131" y="1568"/>
                      <a:pt x="131" y="1568"/>
                    </a:cubicBezTo>
                    <a:cubicBezTo>
                      <a:pt x="131" y="1568"/>
                      <a:pt x="135" y="1560"/>
                      <a:pt x="133" y="1551"/>
                    </a:cubicBezTo>
                    <a:cubicBezTo>
                      <a:pt x="133" y="1551"/>
                      <a:pt x="157" y="1557"/>
                      <a:pt x="158" y="1532"/>
                    </a:cubicBezTo>
                    <a:cubicBezTo>
                      <a:pt x="159" y="1506"/>
                      <a:pt x="159" y="1485"/>
                      <a:pt x="165" y="1466"/>
                    </a:cubicBezTo>
                    <a:cubicBezTo>
                      <a:pt x="171" y="1448"/>
                      <a:pt x="174" y="1423"/>
                      <a:pt x="175" y="1405"/>
                    </a:cubicBezTo>
                    <a:cubicBezTo>
                      <a:pt x="177" y="1387"/>
                      <a:pt x="174" y="1365"/>
                      <a:pt x="171" y="1355"/>
                    </a:cubicBezTo>
                    <a:cubicBezTo>
                      <a:pt x="168" y="1345"/>
                      <a:pt x="166" y="1344"/>
                      <a:pt x="173" y="1333"/>
                    </a:cubicBezTo>
                    <a:cubicBezTo>
                      <a:pt x="179" y="1322"/>
                      <a:pt x="190" y="1308"/>
                      <a:pt x="189" y="1301"/>
                    </a:cubicBezTo>
                    <a:cubicBezTo>
                      <a:pt x="189" y="1293"/>
                      <a:pt x="192" y="1291"/>
                      <a:pt x="197" y="1287"/>
                    </a:cubicBezTo>
                    <a:cubicBezTo>
                      <a:pt x="202" y="1282"/>
                      <a:pt x="298" y="1225"/>
                      <a:pt x="331" y="1129"/>
                    </a:cubicBezTo>
                    <a:cubicBezTo>
                      <a:pt x="331" y="1129"/>
                      <a:pt x="320" y="1190"/>
                      <a:pt x="295" y="1221"/>
                    </a:cubicBezTo>
                    <a:cubicBezTo>
                      <a:pt x="271" y="1252"/>
                      <a:pt x="239" y="1290"/>
                      <a:pt x="226" y="1391"/>
                    </a:cubicBezTo>
                    <a:cubicBezTo>
                      <a:pt x="213" y="1492"/>
                      <a:pt x="197" y="1667"/>
                      <a:pt x="196" y="1719"/>
                    </a:cubicBezTo>
                    <a:cubicBezTo>
                      <a:pt x="195" y="1771"/>
                      <a:pt x="191" y="1893"/>
                      <a:pt x="254" y="1969"/>
                    </a:cubicBezTo>
                    <a:cubicBezTo>
                      <a:pt x="273" y="1992"/>
                      <a:pt x="277" y="2006"/>
                      <a:pt x="277" y="2006"/>
                    </a:cubicBezTo>
                    <a:cubicBezTo>
                      <a:pt x="277" y="2006"/>
                      <a:pt x="280" y="2022"/>
                      <a:pt x="278" y="2040"/>
                    </a:cubicBezTo>
                    <a:cubicBezTo>
                      <a:pt x="276" y="2058"/>
                      <a:pt x="270" y="2082"/>
                      <a:pt x="284" y="2108"/>
                    </a:cubicBezTo>
                    <a:cubicBezTo>
                      <a:pt x="298" y="2134"/>
                      <a:pt x="326" y="2165"/>
                      <a:pt x="317" y="2203"/>
                    </a:cubicBezTo>
                    <a:cubicBezTo>
                      <a:pt x="308" y="2241"/>
                      <a:pt x="246" y="2432"/>
                      <a:pt x="317" y="2661"/>
                    </a:cubicBezTo>
                    <a:cubicBezTo>
                      <a:pt x="328" y="2698"/>
                      <a:pt x="321" y="2691"/>
                      <a:pt x="318" y="2700"/>
                    </a:cubicBezTo>
                    <a:cubicBezTo>
                      <a:pt x="315" y="2709"/>
                      <a:pt x="314" y="2722"/>
                      <a:pt x="320" y="2730"/>
                    </a:cubicBezTo>
                    <a:cubicBezTo>
                      <a:pt x="326" y="2738"/>
                      <a:pt x="322" y="2756"/>
                      <a:pt x="327" y="2764"/>
                    </a:cubicBezTo>
                    <a:cubicBezTo>
                      <a:pt x="332" y="2772"/>
                      <a:pt x="329" y="2778"/>
                      <a:pt x="322" y="2782"/>
                    </a:cubicBezTo>
                    <a:cubicBezTo>
                      <a:pt x="315" y="2786"/>
                      <a:pt x="302" y="2802"/>
                      <a:pt x="291" y="2820"/>
                    </a:cubicBezTo>
                    <a:cubicBezTo>
                      <a:pt x="280" y="2838"/>
                      <a:pt x="250" y="2857"/>
                      <a:pt x="238" y="2868"/>
                    </a:cubicBezTo>
                    <a:cubicBezTo>
                      <a:pt x="226" y="2879"/>
                      <a:pt x="206" y="2887"/>
                      <a:pt x="206" y="2887"/>
                    </a:cubicBezTo>
                    <a:cubicBezTo>
                      <a:pt x="206" y="2887"/>
                      <a:pt x="196" y="2891"/>
                      <a:pt x="193" y="2896"/>
                    </a:cubicBezTo>
                    <a:cubicBezTo>
                      <a:pt x="190" y="2901"/>
                      <a:pt x="173" y="2901"/>
                      <a:pt x="176" y="2920"/>
                    </a:cubicBezTo>
                    <a:cubicBezTo>
                      <a:pt x="176" y="2920"/>
                      <a:pt x="161" y="2929"/>
                      <a:pt x="171" y="2948"/>
                    </a:cubicBezTo>
                    <a:cubicBezTo>
                      <a:pt x="171" y="2948"/>
                      <a:pt x="168" y="2965"/>
                      <a:pt x="183" y="2969"/>
                    </a:cubicBezTo>
                    <a:cubicBezTo>
                      <a:pt x="183" y="2969"/>
                      <a:pt x="192" y="2986"/>
                      <a:pt x="212" y="2978"/>
                    </a:cubicBezTo>
                    <a:cubicBezTo>
                      <a:pt x="212" y="2978"/>
                      <a:pt x="227" y="2997"/>
                      <a:pt x="250" y="2993"/>
                    </a:cubicBezTo>
                    <a:cubicBezTo>
                      <a:pt x="273" y="2989"/>
                      <a:pt x="283" y="2969"/>
                      <a:pt x="293" y="2970"/>
                    </a:cubicBezTo>
                    <a:cubicBezTo>
                      <a:pt x="302" y="2970"/>
                      <a:pt x="314" y="2969"/>
                      <a:pt x="325" y="2951"/>
                    </a:cubicBezTo>
                    <a:cubicBezTo>
                      <a:pt x="336" y="2932"/>
                      <a:pt x="337" y="2937"/>
                      <a:pt x="341" y="2934"/>
                    </a:cubicBezTo>
                    <a:cubicBezTo>
                      <a:pt x="346" y="2931"/>
                      <a:pt x="372" y="2906"/>
                      <a:pt x="372" y="2906"/>
                    </a:cubicBezTo>
                    <a:cubicBezTo>
                      <a:pt x="372" y="2906"/>
                      <a:pt x="476" y="2919"/>
                      <a:pt x="494" y="2872"/>
                    </a:cubicBezTo>
                    <a:cubicBezTo>
                      <a:pt x="512" y="2825"/>
                      <a:pt x="485" y="2812"/>
                      <a:pt x="516" y="2799"/>
                    </a:cubicBezTo>
                    <a:cubicBezTo>
                      <a:pt x="548" y="2785"/>
                      <a:pt x="549" y="2748"/>
                      <a:pt x="550" y="2729"/>
                    </a:cubicBezTo>
                    <a:cubicBezTo>
                      <a:pt x="550" y="2711"/>
                      <a:pt x="544" y="2695"/>
                      <a:pt x="574" y="2667"/>
                    </a:cubicBezTo>
                    <a:cubicBezTo>
                      <a:pt x="604" y="2639"/>
                      <a:pt x="738" y="2530"/>
                      <a:pt x="714" y="2300"/>
                    </a:cubicBezTo>
                    <a:cubicBezTo>
                      <a:pt x="707" y="2230"/>
                      <a:pt x="708" y="2196"/>
                      <a:pt x="705" y="2184"/>
                    </a:cubicBezTo>
                    <a:cubicBezTo>
                      <a:pt x="701" y="2172"/>
                      <a:pt x="713" y="2167"/>
                      <a:pt x="712" y="2154"/>
                    </a:cubicBezTo>
                    <a:cubicBezTo>
                      <a:pt x="711" y="2142"/>
                      <a:pt x="701" y="2138"/>
                      <a:pt x="704" y="2131"/>
                    </a:cubicBezTo>
                    <a:cubicBezTo>
                      <a:pt x="706" y="2124"/>
                      <a:pt x="730" y="2142"/>
                      <a:pt x="751" y="2094"/>
                    </a:cubicBezTo>
                    <a:cubicBezTo>
                      <a:pt x="773" y="2046"/>
                      <a:pt x="762" y="2048"/>
                      <a:pt x="798" y="2002"/>
                    </a:cubicBezTo>
                    <a:cubicBezTo>
                      <a:pt x="834" y="1955"/>
                      <a:pt x="826" y="1937"/>
                      <a:pt x="821" y="1907"/>
                    </a:cubicBezTo>
                    <a:cubicBezTo>
                      <a:pt x="816" y="1877"/>
                      <a:pt x="813" y="1859"/>
                      <a:pt x="826" y="1837"/>
                    </a:cubicBezTo>
                    <a:cubicBezTo>
                      <a:pt x="839" y="1816"/>
                      <a:pt x="857" y="1782"/>
                      <a:pt x="843" y="1694"/>
                    </a:cubicBezTo>
                    <a:cubicBezTo>
                      <a:pt x="843" y="1694"/>
                      <a:pt x="844" y="1699"/>
                      <a:pt x="849" y="1699"/>
                    </a:cubicBezTo>
                    <a:cubicBezTo>
                      <a:pt x="855" y="1699"/>
                      <a:pt x="855" y="1699"/>
                      <a:pt x="855" y="1699"/>
                    </a:cubicBezTo>
                    <a:cubicBezTo>
                      <a:pt x="859" y="1699"/>
                      <a:pt x="861" y="1694"/>
                      <a:pt x="861" y="1694"/>
                    </a:cubicBezTo>
                    <a:cubicBezTo>
                      <a:pt x="847" y="1782"/>
                      <a:pt x="865" y="1816"/>
                      <a:pt x="878" y="1837"/>
                    </a:cubicBezTo>
                    <a:cubicBezTo>
                      <a:pt x="891" y="1859"/>
                      <a:pt x="887" y="1877"/>
                      <a:pt x="883" y="1907"/>
                    </a:cubicBezTo>
                    <a:cubicBezTo>
                      <a:pt x="878" y="1937"/>
                      <a:pt x="870" y="1955"/>
                      <a:pt x="906" y="2002"/>
                    </a:cubicBezTo>
                    <a:cubicBezTo>
                      <a:pt x="942" y="2048"/>
                      <a:pt x="930" y="2046"/>
                      <a:pt x="952" y="2094"/>
                    </a:cubicBezTo>
                    <a:cubicBezTo>
                      <a:pt x="974" y="2142"/>
                      <a:pt x="998" y="2124"/>
                      <a:pt x="1000" y="2131"/>
                    </a:cubicBezTo>
                    <a:cubicBezTo>
                      <a:pt x="1002" y="2138"/>
                      <a:pt x="993" y="2142"/>
                      <a:pt x="992" y="2154"/>
                    </a:cubicBezTo>
                    <a:cubicBezTo>
                      <a:pt x="991" y="2167"/>
                      <a:pt x="1002" y="2172"/>
                      <a:pt x="999" y="2184"/>
                    </a:cubicBezTo>
                    <a:cubicBezTo>
                      <a:pt x="995" y="2196"/>
                      <a:pt x="996" y="2230"/>
                      <a:pt x="989" y="2300"/>
                    </a:cubicBezTo>
                    <a:cubicBezTo>
                      <a:pt x="966" y="2530"/>
                      <a:pt x="1099" y="2639"/>
                      <a:pt x="1129" y="2667"/>
                    </a:cubicBezTo>
                    <a:cubicBezTo>
                      <a:pt x="1159" y="2695"/>
                      <a:pt x="1153" y="2711"/>
                      <a:pt x="1154" y="2729"/>
                    </a:cubicBezTo>
                    <a:cubicBezTo>
                      <a:pt x="1154" y="2748"/>
                      <a:pt x="1156" y="2785"/>
                      <a:pt x="1187" y="2799"/>
                    </a:cubicBezTo>
                    <a:cubicBezTo>
                      <a:pt x="1218" y="2812"/>
                      <a:pt x="1192" y="2825"/>
                      <a:pt x="1210" y="2872"/>
                    </a:cubicBezTo>
                    <a:cubicBezTo>
                      <a:pt x="1228" y="2919"/>
                      <a:pt x="1332" y="2906"/>
                      <a:pt x="1332" y="2906"/>
                    </a:cubicBezTo>
                    <a:cubicBezTo>
                      <a:pt x="1332" y="2906"/>
                      <a:pt x="1358" y="2931"/>
                      <a:pt x="1362" y="2934"/>
                    </a:cubicBezTo>
                    <a:cubicBezTo>
                      <a:pt x="1367" y="2937"/>
                      <a:pt x="1368" y="2932"/>
                      <a:pt x="1379" y="2951"/>
                    </a:cubicBezTo>
                    <a:cubicBezTo>
                      <a:pt x="1389" y="2969"/>
                      <a:pt x="1401" y="2970"/>
                      <a:pt x="1411" y="2970"/>
                    </a:cubicBezTo>
                    <a:cubicBezTo>
                      <a:pt x="1421" y="2969"/>
                      <a:pt x="1430" y="2989"/>
                      <a:pt x="1454" y="2993"/>
                    </a:cubicBezTo>
                    <a:cubicBezTo>
                      <a:pt x="1477" y="2997"/>
                      <a:pt x="1492" y="2978"/>
                      <a:pt x="1492" y="2978"/>
                    </a:cubicBezTo>
                    <a:cubicBezTo>
                      <a:pt x="1511" y="2986"/>
                      <a:pt x="1520" y="2969"/>
                      <a:pt x="1520" y="2969"/>
                    </a:cubicBezTo>
                    <a:cubicBezTo>
                      <a:pt x="1536" y="2965"/>
                      <a:pt x="1533" y="2948"/>
                      <a:pt x="1533" y="2948"/>
                    </a:cubicBezTo>
                    <a:cubicBezTo>
                      <a:pt x="1543" y="2929"/>
                      <a:pt x="1528" y="2920"/>
                      <a:pt x="1528" y="2920"/>
                    </a:cubicBezTo>
                    <a:cubicBezTo>
                      <a:pt x="1531" y="2901"/>
                      <a:pt x="1514" y="2901"/>
                      <a:pt x="1511" y="2896"/>
                    </a:cubicBezTo>
                    <a:cubicBezTo>
                      <a:pt x="1508" y="2891"/>
                      <a:pt x="1498" y="2887"/>
                      <a:pt x="1498" y="2887"/>
                    </a:cubicBezTo>
                    <a:cubicBezTo>
                      <a:pt x="1498" y="2887"/>
                      <a:pt x="1478" y="2879"/>
                      <a:pt x="1466" y="2868"/>
                    </a:cubicBezTo>
                    <a:cubicBezTo>
                      <a:pt x="1454" y="2857"/>
                      <a:pt x="1424" y="2838"/>
                      <a:pt x="1413" y="2820"/>
                    </a:cubicBezTo>
                    <a:cubicBezTo>
                      <a:pt x="1402" y="2802"/>
                      <a:pt x="1389" y="2786"/>
                      <a:pt x="1382" y="2782"/>
                    </a:cubicBezTo>
                    <a:cubicBezTo>
                      <a:pt x="1375" y="2778"/>
                      <a:pt x="1372" y="2772"/>
                      <a:pt x="1377" y="2764"/>
                    </a:cubicBezTo>
                    <a:cubicBezTo>
                      <a:pt x="1382" y="2756"/>
                      <a:pt x="1378" y="2738"/>
                      <a:pt x="1384" y="2730"/>
                    </a:cubicBezTo>
                    <a:cubicBezTo>
                      <a:pt x="1390" y="2722"/>
                      <a:pt x="1389" y="2709"/>
                      <a:pt x="1386" y="2700"/>
                    </a:cubicBezTo>
                    <a:cubicBezTo>
                      <a:pt x="1383" y="2691"/>
                      <a:pt x="1375" y="2698"/>
                      <a:pt x="1387" y="2661"/>
                    </a:cubicBezTo>
                    <a:cubicBezTo>
                      <a:pt x="1458" y="2432"/>
                      <a:pt x="1396" y="2241"/>
                      <a:pt x="1387" y="2203"/>
                    </a:cubicBezTo>
                    <a:cubicBezTo>
                      <a:pt x="1378" y="2165"/>
                      <a:pt x="1406" y="2134"/>
                      <a:pt x="1420" y="2108"/>
                    </a:cubicBezTo>
                    <a:cubicBezTo>
                      <a:pt x="1434" y="2082"/>
                      <a:pt x="1428" y="2058"/>
                      <a:pt x="1426" y="2040"/>
                    </a:cubicBezTo>
                    <a:cubicBezTo>
                      <a:pt x="1424" y="2022"/>
                      <a:pt x="1427" y="2006"/>
                      <a:pt x="1427" y="2006"/>
                    </a:cubicBezTo>
                    <a:cubicBezTo>
                      <a:pt x="1427" y="2006"/>
                      <a:pt x="1431" y="1992"/>
                      <a:pt x="1450" y="1969"/>
                    </a:cubicBezTo>
                    <a:cubicBezTo>
                      <a:pt x="1513" y="1893"/>
                      <a:pt x="1509" y="1771"/>
                      <a:pt x="1508" y="1719"/>
                    </a:cubicBezTo>
                    <a:cubicBezTo>
                      <a:pt x="1507" y="1667"/>
                      <a:pt x="1491" y="1492"/>
                      <a:pt x="1478" y="1391"/>
                    </a:cubicBezTo>
                    <a:cubicBezTo>
                      <a:pt x="1465" y="1290"/>
                      <a:pt x="1432" y="1252"/>
                      <a:pt x="1408" y="1221"/>
                    </a:cubicBezTo>
                    <a:cubicBezTo>
                      <a:pt x="1384" y="1190"/>
                      <a:pt x="1373" y="1129"/>
                      <a:pt x="1373" y="1129"/>
                    </a:cubicBezTo>
                    <a:cubicBezTo>
                      <a:pt x="1405" y="1225"/>
                      <a:pt x="1501" y="1282"/>
                      <a:pt x="1506" y="1287"/>
                    </a:cubicBezTo>
                    <a:cubicBezTo>
                      <a:pt x="1511" y="1291"/>
                      <a:pt x="1515" y="1293"/>
                      <a:pt x="1514" y="1301"/>
                    </a:cubicBezTo>
                    <a:cubicBezTo>
                      <a:pt x="1513" y="1308"/>
                      <a:pt x="1524" y="1322"/>
                      <a:pt x="1531" y="1333"/>
                    </a:cubicBezTo>
                    <a:cubicBezTo>
                      <a:pt x="1537" y="1344"/>
                      <a:pt x="1535" y="1345"/>
                      <a:pt x="1532" y="1355"/>
                    </a:cubicBezTo>
                    <a:cubicBezTo>
                      <a:pt x="1529" y="1365"/>
                      <a:pt x="1527" y="1387"/>
                      <a:pt x="1528" y="1405"/>
                    </a:cubicBezTo>
                    <a:cubicBezTo>
                      <a:pt x="1529" y="1423"/>
                      <a:pt x="1532" y="1448"/>
                      <a:pt x="1538" y="1466"/>
                    </a:cubicBezTo>
                    <a:cubicBezTo>
                      <a:pt x="1545" y="1485"/>
                      <a:pt x="1544" y="1506"/>
                      <a:pt x="1545" y="1532"/>
                    </a:cubicBezTo>
                    <a:cubicBezTo>
                      <a:pt x="1546" y="1557"/>
                      <a:pt x="1571" y="1551"/>
                      <a:pt x="1571" y="1551"/>
                    </a:cubicBezTo>
                    <a:cubicBezTo>
                      <a:pt x="1569" y="1560"/>
                      <a:pt x="1573" y="1568"/>
                      <a:pt x="1573" y="1568"/>
                    </a:cubicBezTo>
                    <a:cubicBezTo>
                      <a:pt x="1573" y="1568"/>
                      <a:pt x="1572" y="1578"/>
                      <a:pt x="1576" y="1585"/>
                    </a:cubicBezTo>
                    <a:cubicBezTo>
                      <a:pt x="1580" y="1591"/>
                      <a:pt x="1589" y="1589"/>
                      <a:pt x="1589" y="1589"/>
                    </a:cubicBezTo>
                    <a:cubicBezTo>
                      <a:pt x="1590" y="1594"/>
                      <a:pt x="1593" y="1597"/>
                      <a:pt x="1593" y="1597"/>
                    </a:cubicBezTo>
                    <a:cubicBezTo>
                      <a:pt x="1602" y="1603"/>
                      <a:pt x="1621" y="1584"/>
                      <a:pt x="1631" y="1579"/>
                    </a:cubicBezTo>
                    <a:cubicBezTo>
                      <a:pt x="1641" y="1574"/>
                      <a:pt x="1651" y="1558"/>
                      <a:pt x="1657" y="1552"/>
                    </a:cubicBezTo>
                    <a:cubicBezTo>
                      <a:pt x="1664" y="1547"/>
                      <a:pt x="1674" y="1503"/>
                      <a:pt x="1675" y="1495"/>
                    </a:cubicBezTo>
                    <a:cubicBezTo>
                      <a:pt x="1676" y="1488"/>
                      <a:pt x="1672" y="1486"/>
                      <a:pt x="1688" y="1469"/>
                    </a:cubicBezTo>
                    <a:cubicBezTo>
                      <a:pt x="1704" y="1451"/>
                      <a:pt x="1677" y="1362"/>
                      <a:pt x="1671" y="1346"/>
                    </a:cubicBezTo>
                    <a:close/>
                    <a:moveTo>
                      <a:pt x="371" y="1050"/>
                    </a:moveTo>
                    <a:cubicBezTo>
                      <a:pt x="374" y="1028"/>
                      <a:pt x="391" y="998"/>
                      <a:pt x="391" y="998"/>
                    </a:cubicBezTo>
                    <a:cubicBezTo>
                      <a:pt x="390" y="1011"/>
                      <a:pt x="398" y="1026"/>
                      <a:pt x="398" y="1026"/>
                    </a:cubicBezTo>
                    <a:lnTo>
                      <a:pt x="371" y="1050"/>
                    </a:lnTo>
                    <a:close/>
                    <a:moveTo>
                      <a:pt x="1306" y="1026"/>
                    </a:moveTo>
                    <a:cubicBezTo>
                      <a:pt x="1306" y="1026"/>
                      <a:pt x="1314" y="1011"/>
                      <a:pt x="1313" y="998"/>
                    </a:cubicBezTo>
                    <a:cubicBezTo>
                      <a:pt x="1313" y="998"/>
                      <a:pt x="1329" y="1028"/>
                      <a:pt x="1333" y="1050"/>
                    </a:cubicBezTo>
                    <a:lnTo>
                      <a:pt x="1306" y="1026"/>
                    </a:lnTo>
                    <a:close/>
                  </a:path>
                </a:pathLst>
              </a:custGeom>
              <a:solidFill>
                <a:srgbClr val="AA60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740" name="Freeform 6">
                <a:extLst>
                  <a:ext uri="{FF2B5EF4-FFF2-40B4-BE49-F238E27FC236}">
                    <a16:creationId xmlns:a16="http://schemas.microsoft.com/office/drawing/2014/main" id="{8B90F3C5-74A2-4821-95DE-37CE78971B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7" y="843"/>
                <a:ext cx="1817" cy="3193"/>
              </a:xfrm>
              <a:custGeom>
                <a:avLst/>
                <a:gdLst>
                  <a:gd name="T0" fmla="*/ 1223 w 1704"/>
                  <a:gd name="T1" fmla="*/ 237 h 2997"/>
                  <a:gd name="T2" fmla="*/ 1231 w 1704"/>
                  <a:gd name="T3" fmla="*/ 300 h 2997"/>
                  <a:gd name="T4" fmla="*/ 1212 w 1704"/>
                  <a:gd name="T5" fmla="*/ 485 h 2997"/>
                  <a:gd name="T6" fmla="*/ 1897 w 1704"/>
                  <a:gd name="T7" fmla="*/ 1140 h 2997"/>
                  <a:gd name="T8" fmla="*/ 1937 w 1704"/>
                  <a:gd name="T9" fmla="*/ 1201 h 2997"/>
                  <a:gd name="T10" fmla="*/ 1999 w 1704"/>
                  <a:gd name="T11" fmla="*/ 1472 h 2997"/>
                  <a:gd name="T12" fmla="*/ 2026 w 1704"/>
                  <a:gd name="T13" fmla="*/ 1628 h 2997"/>
                  <a:gd name="T14" fmla="*/ 2009 w 1704"/>
                  <a:gd name="T15" fmla="*/ 1876 h 2997"/>
                  <a:gd name="T16" fmla="*/ 1926 w 1704"/>
                  <a:gd name="T17" fmla="*/ 1922 h 2997"/>
                  <a:gd name="T18" fmla="*/ 1904 w 1704"/>
                  <a:gd name="T19" fmla="*/ 1875 h 2997"/>
                  <a:gd name="T20" fmla="*/ 1852 w 1704"/>
                  <a:gd name="T21" fmla="*/ 1699 h 2997"/>
                  <a:gd name="T22" fmla="*/ 1835 w 1704"/>
                  <a:gd name="T23" fmla="*/ 1574 h 2997"/>
                  <a:gd name="T24" fmla="*/ 1707 w 1704"/>
                  <a:gd name="T25" fmla="*/ 1477 h 2997"/>
                  <a:gd name="T26" fmla="*/ 1758 w 1704"/>
                  <a:gd name="T27" fmla="*/ 2381 h 2997"/>
                  <a:gd name="T28" fmla="*/ 1721 w 1704"/>
                  <a:gd name="T29" fmla="*/ 2549 h 2997"/>
                  <a:gd name="T30" fmla="*/ 1681 w 1704"/>
                  <a:gd name="T31" fmla="*/ 3265 h 2997"/>
                  <a:gd name="T32" fmla="*/ 1676 w 1704"/>
                  <a:gd name="T33" fmla="*/ 3365 h 2997"/>
                  <a:gd name="T34" fmla="*/ 1816 w 1704"/>
                  <a:gd name="T35" fmla="*/ 3491 h 2997"/>
                  <a:gd name="T36" fmla="*/ 1859 w 1704"/>
                  <a:gd name="T37" fmla="*/ 3565 h 2997"/>
                  <a:gd name="T38" fmla="*/ 1763 w 1704"/>
                  <a:gd name="T39" fmla="*/ 3620 h 2997"/>
                  <a:gd name="T40" fmla="*/ 1651 w 1704"/>
                  <a:gd name="T41" fmla="*/ 3548 h 2997"/>
                  <a:gd name="T42" fmla="*/ 1440 w 1704"/>
                  <a:gd name="T43" fmla="*/ 3385 h 2997"/>
                  <a:gd name="T44" fmla="*/ 1200 w 1704"/>
                  <a:gd name="T45" fmla="*/ 2781 h 2997"/>
                  <a:gd name="T46" fmla="*/ 1212 w 1704"/>
                  <a:gd name="T47" fmla="*/ 2576 h 2997"/>
                  <a:gd name="T48" fmla="*/ 1071 w 1704"/>
                  <a:gd name="T49" fmla="*/ 2307 h 2997"/>
                  <a:gd name="T50" fmla="*/ 1036 w 1704"/>
                  <a:gd name="T51" fmla="*/ 2054 h 2997"/>
                  <a:gd name="T52" fmla="*/ 1001 w 1704"/>
                  <a:gd name="T53" fmla="*/ 2221 h 2997"/>
                  <a:gd name="T54" fmla="*/ 911 w 1704"/>
                  <a:gd name="T55" fmla="*/ 2532 h 2997"/>
                  <a:gd name="T56" fmla="*/ 855 w 1704"/>
                  <a:gd name="T57" fmla="*/ 2641 h 2997"/>
                  <a:gd name="T58" fmla="*/ 666 w 1704"/>
                  <a:gd name="T59" fmla="*/ 3300 h 2997"/>
                  <a:gd name="T60" fmla="*/ 451 w 1704"/>
                  <a:gd name="T61" fmla="*/ 3514 h 2997"/>
                  <a:gd name="T62" fmla="*/ 355 w 1704"/>
                  <a:gd name="T63" fmla="*/ 3591 h 2997"/>
                  <a:gd name="T64" fmla="*/ 222 w 1704"/>
                  <a:gd name="T65" fmla="*/ 3590 h 2997"/>
                  <a:gd name="T66" fmla="*/ 235 w 1704"/>
                  <a:gd name="T67" fmla="*/ 3502 h 2997"/>
                  <a:gd name="T68" fmla="*/ 353 w 1704"/>
                  <a:gd name="T69" fmla="*/ 3409 h 2997"/>
                  <a:gd name="T70" fmla="*/ 388 w 1704"/>
                  <a:gd name="T71" fmla="*/ 3302 h 2997"/>
                  <a:gd name="T72" fmla="*/ 384 w 1704"/>
                  <a:gd name="T73" fmla="*/ 2663 h 2997"/>
                  <a:gd name="T74" fmla="*/ 336 w 1704"/>
                  <a:gd name="T75" fmla="*/ 2426 h 2997"/>
                  <a:gd name="T76" fmla="*/ 274 w 1704"/>
                  <a:gd name="T77" fmla="*/ 1682 h 2997"/>
                  <a:gd name="T78" fmla="*/ 239 w 1704"/>
                  <a:gd name="T79" fmla="*/ 1557 h 2997"/>
                  <a:gd name="T80" fmla="*/ 207 w 1704"/>
                  <a:gd name="T81" fmla="*/ 1639 h 2997"/>
                  <a:gd name="T82" fmla="*/ 191 w 1704"/>
                  <a:gd name="T83" fmla="*/ 1853 h 2997"/>
                  <a:gd name="T84" fmla="*/ 155 w 1704"/>
                  <a:gd name="T85" fmla="*/ 1917 h 2997"/>
                  <a:gd name="T86" fmla="*/ 89 w 1704"/>
                  <a:gd name="T87" fmla="*/ 1909 h 2997"/>
                  <a:gd name="T88" fmla="*/ 19 w 1704"/>
                  <a:gd name="T89" fmla="*/ 1776 h 2997"/>
                  <a:gd name="T90" fmla="*/ 69 w 1704"/>
                  <a:gd name="T91" fmla="*/ 1555 h 2997"/>
                  <a:gd name="T92" fmla="*/ 114 w 1704"/>
                  <a:gd name="T93" fmla="*/ 1232 h 2997"/>
                  <a:gd name="T94" fmla="*/ 140 w 1704"/>
                  <a:gd name="T95" fmla="*/ 1163 h 2997"/>
                  <a:gd name="T96" fmla="*/ 395 w 1704"/>
                  <a:gd name="T97" fmla="*/ 713 h 2997"/>
                  <a:gd name="T98" fmla="*/ 852 w 1704"/>
                  <a:gd name="T99" fmla="*/ 335 h 2997"/>
                  <a:gd name="T100" fmla="*/ 823 w 1704"/>
                  <a:gd name="T101" fmla="*/ 242 h 2997"/>
                  <a:gd name="T102" fmla="*/ 1015 w 1704"/>
                  <a:gd name="T103" fmla="*/ 6 h 2997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0" t="0" r="r" b="b"/>
                <a:pathLst>
                  <a:path w="1704" h="2997">
                    <a:moveTo>
                      <a:pt x="867" y="6"/>
                    </a:moveTo>
                    <a:cubicBezTo>
                      <a:pt x="867" y="6"/>
                      <a:pt x="1005" y="0"/>
                      <a:pt x="1012" y="147"/>
                    </a:cubicBezTo>
                    <a:cubicBezTo>
                      <a:pt x="1014" y="186"/>
                      <a:pt x="1009" y="195"/>
                      <a:pt x="1009" y="195"/>
                    </a:cubicBezTo>
                    <a:cubicBezTo>
                      <a:pt x="1009" y="195"/>
                      <a:pt x="1021" y="191"/>
                      <a:pt x="1024" y="200"/>
                    </a:cubicBezTo>
                    <a:cubicBezTo>
                      <a:pt x="1028" y="209"/>
                      <a:pt x="1025" y="217"/>
                      <a:pt x="1022" y="223"/>
                    </a:cubicBezTo>
                    <a:cubicBezTo>
                      <a:pt x="1020" y="229"/>
                      <a:pt x="1016" y="242"/>
                      <a:pt x="1015" y="249"/>
                    </a:cubicBezTo>
                    <a:cubicBezTo>
                      <a:pt x="1013" y="256"/>
                      <a:pt x="1014" y="276"/>
                      <a:pt x="1001" y="277"/>
                    </a:cubicBezTo>
                    <a:cubicBezTo>
                      <a:pt x="1001" y="277"/>
                      <a:pt x="1004" y="347"/>
                      <a:pt x="984" y="385"/>
                    </a:cubicBezTo>
                    <a:cubicBezTo>
                      <a:pt x="984" y="385"/>
                      <a:pt x="995" y="387"/>
                      <a:pt x="1000" y="401"/>
                    </a:cubicBezTo>
                    <a:cubicBezTo>
                      <a:pt x="1000" y="401"/>
                      <a:pt x="1318" y="410"/>
                      <a:pt x="1378" y="589"/>
                    </a:cubicBezTo>
                    <a:cubicBezTo>
                      <a:pt x="1384" y="605"/>
                      <a:pt x="1405" y="641"/>
                      <a:pt x="1460" y="701"/>
                    </a:cubicBezTo>
                    <a:cubicBezTo>
                      <a:pt x="1515" y="761"/>
                      <a:pt x="1554" y="838"/>
                      <a:pt x="1564" y="942"/>
                    </a:cubicBezTo>
                    <a:cubicBezTo>
                      <a:pt x="1564" y="942"/>
                      <a:pt x="1583" y="951"/>
                      <a:pt x="1588" y="962"/>
                    </a:cubicBezTo>
                    <a:cubicBezTo>
                      <a:pt x="1594" y="972"/>
                      <a:pt x="1593" y="983"/>
                      <a:pt x="1595" y="983"/>
                    </a:cubicBezTo>
                    <a:cubicBezTo>
                      <a:pt x="1598" y="984"/>
                      <a:pt x="1597" y="990"/>
                      <a:pt x="1598" y="993"/>
                    </a:cubicBezTo>
                    <a:cubicBezTo>
                      <a:pt x="1598" y="997"/>
                      <a:pt x="1598" y="999"/>
                      <a:pt x="1610" y="1018"/>
                    </a:cubicBezTo>
                    <a:cubicBezTo>
                      <a:pt x="1623" y="1037"/>
                      <a:pt x="1634" y="1073"/>
                      <a:pt x="1637" y="1111"/>
                    </a:cubicBezTo>
                    <a:cubicBezTo>
                      <a:pt x="1640" y="1148"/>
                      <a:pt x="1642" y="1199"/>
                      <a:pt x="1649" y="1217"/>
                    </a:cubicBezTo>
                    <a:cubicBezTo>
                      <a:pt x="1656" y="1236"/>
                      <a:pt x="1668" y="1265"/>
                      <a:pt x="1647" y="1286"/>
                    </a:cubicBezTo>
                    <a:cubicBezTo>
                      <a:pt x="1647" y="1286"/>
                      <a:pt x="1664" y="1288"/>
                      <a:pt x="1666" y="1304"/>
                    </a:cubicBezTo>
                    <a:cubicBezTo>
                      <a:pt x="1667" y="1320"/>
                      <a:pt x="1666" y="1330"/>
                      <a:pt x="1671" y="1346"/>
                    </a:cubicBezTo>
                    <a:cubicBezTo>
                      <a:pt x="1677" y="1362"/>
                      <a:pt x="1704" y="1451"/>
                      <a:pt x="1688" y="1469"/>
                    </a:cubicBezTo>
                    <a:cubicBezTo>
                      <a:pt x="1672" y="1486"/>
                      <a:pt x="1676" y="1488"/>
                      <a:pt x="1675" y="1495"/>
                    </a:cubicBezTo>
                    <a:cubicBezTo>
                      <a:pt x="1674" y="1503"/>
                      <a:pt x="1664" y="1547"/>
                      <a:pt x="1657" y="1552"/>
                    </a:cubicBezTo>
                    <a:cubicBezTo>
                      <a:pt x="1651" y="1558"/>
                      <a:pt x="1641" y="1574"/>
                      <a:pt x="1631" y="1579"/>
                    </a:cubicBezTo>
                    <a:cubicBezTo>
                      <a:pt x="1621" y="1584"/>
                      <a:pt x="1602" y="1603"/>
                      <a:pt x="1593" y="1597"/>
                    </a:cubicBezTo>
                    <a:cubicBezTo>
                      <a:pt x="1593" y="1597"/>
                      <a:pt x="1590" y="1594"/>
                      <a:pt x="1589" y="1589"/>
                    </a:cubicBezTo>
                    <a:cubicBezTo>
                      <a:pt x="1589" y="1589"/>
                      <a:pt x="1580" y="1591"/>
                      <a:pt x="1576" y="1585"/>
                    </a:cubicBezTo>
                    <a:cubicBezTo>
                      <a:pt x="1572" y="1578"/>
                      <a:pt x="1573" y="1568"/>
                      <a:pt x="1573" y="1568"/>
                    </a:cubicBezTo>
                    <a:cubicBezTo>
                      <a:pt x="1573" y="1568"/>
                      <a:pt x="1569" y="1560"/>
                      <a:pt x="1571" y="1551"/>
                    </a:cubicBezTo>
                    <a:cubicBezTo>
                      <a:pt x="1571" y="1551"/>
                      <a:pt x="1546" y="1557"/>
                      <a:pt x="1545" y="1532"/>
                    </a:cubicBezTo>
                    <a:cubicBezTo>
                      <a:pt x="1544" y="1506"/>
                      <a:pt x="1545" y="1485"/>
                      <a:pt x="1538" y="1466"/>
                    </a:cubicBezTo>
                    <a:cubicBezTo>
                      <a:pt x="1532" y="1448"/>
                      <a:pt x="1529" y="1423"/>
                      <a:pt x="1528" y="1405"/>
                    </a:cubicBezTo>
                    <a:cubicBezTo>
                      <a:pt x="1527" y="1387"/>
                      <a:pt x="1529" y="1365"/>
                      <a:pt x="1532" y="1355"/>
                    </a:cubicBezTo>
                    <a:cubicBezTo>
                      <a:pt x="1535" y="1345"/>
                      <a:pt x="1537" y="1344"/>
                      <a:pt x="1531" y="1333"/>
                    </a:cubicBezTo>
                    <a:cubicBezTo>
                      <a:pt x="1524" y="1322"/>
                      <a:pt x="1513" y="1308"/>
                      <a:pt x="1514" y="1301"/>
                    </a:cubicBezTo>
                    <a:cubicBezTo>
                      <a:pt x="1515" y="1293"/>
                      <a:pt x="1511" y="1291"/>
                      <a:pt x="1506" y="1287"/>
                    </a:cubicBezTo>
                    <a:cubicBezTo>
                      <a:pt x="1501" y="1282"/>
                      <a:pt x="1405" y="1225"/>
                      <a:pt x="1373" y="1129"/>
                    </a:cubicBezTo>
                    <a:cubicBezTo>
                      <a:pt x="1373" y="1129"/>
                      <a:pt x="1384" y="1190"/>
                      <a:pt x="1408" y="1221"/>
                    </a:cubicBezTo>
                    <a:cubicBezTo>
                      <a:pt x="1432" y="1252"/>
                      <a:pt x="1465" y="1290"/>
                      <a:pt x="1478" y="1391"/>
                    </a:cubicBezTo>
                    <a:cubicBezTo>
                      <a:pt x="1491" y="1492"/>
                      <a:pt x="1507" y="1667"/>
                      <a:pt x="1508" y="1719"/>
                    </a:cubicBezTo>
                    <a:cubicBezTo>
                      <a:pt x="1509" y="1771"/>
                      <a:pt x="1513" y="1893"/>
                      <a:pt x="1450" y="1969"/>
                    </a:cubicBezTo>
                    <a:cubicBezTo>
                      <a:pt x="1431" y="1992"/>
                      <a:pt x="1427" y="2006"/>
                      <a:pt x="1427" y="2006"/>
                    </a:cubicBezTo>
                    <a:cubicBezTo>
                      <a:pt x="1427" y="2006"/>
                      <a:pt x="1424" y="2022"/>
                      <a:pt x="1426" y="2040"/>
                    </a:cubicBezTo>
                    <a:cubicBezTo>
                      <a:pt x="1428" y="2058"/>
                      <a:pt x="1434" y="2082"/>
                      <a:pt x="1420" y="2108"/>
                    </a:cubicBezTo>
                    <a:cubicBezTo>
                      <a:pt x="1406" y="2134"/>
                      <a:pt x="1378" y="2165"/>
                      <a:pt x="1387" y="2203"/>
                    </a:cubicBezTo>
                    <a:cubicBezTo>
                      <a:pt x="1396" y="2241"/>
                      <a:pt x="1458" y="2432"/>
                      <a:pt x="1387" y="2661"/>
                    </a:cubicBezTo>
                    <a:cubicBezTo>
                      <a:pt x="1375" y="2698"/>
                      <a:pt x="1383" y="2691"/>
                      <a:pt x="1386" y="2700"/>
                    </a:cubicBezTo>
                    <a:cubicBezTo>
                      <a:pt x="1389" y="2709"/>
                      <a:pt x="1390" y="2722"/>
                      <a:pt x="1384" y="2730"/>
                    </a:cubicBezTo>
                    <a:cubicBezTo>
                      <a:pt x="1378" y="2738"/>
                      <a:pt x="1382" y="2756"/>
                      <a:pt x="1377" y="2764"/>
                    </a:cubicBezTo>
                    <a:cubicBezTo>
                      <a:pt x="1372" y="2772"/>
                      <a:pt x="1375" y="2778"/>
                      <a:pt x="1382" y="2782"/>
                    </a:cubicBezTo>
                    <a:cubicBezTo>
                      <a:pt x="1389" y="2786"/>
                      <a:pt x="1402" y="2802"/>
                      <a:pt x="1413" y="2820"/>
                    </a:cubicBezTo>
                    <a:cubicBezTo>
                      <a:pt x="1424" y="2838"/>
                      <a:pt x="1454" y="2857"/>
                      <a:pt x="1466" y="2868"/>
                    </a:cubicBezTo>
                    <a:cubicBezTo>
                      <a:pt x="1478" y="2879"/>
                      <a:pt x="1498" y="2887"/>
                      <a:pt x="1498" y="2887"/>
                    </a:cubicBezTo>
                    <a:cubicBezTo>
                      <a:pt x="1498" y="2887"/>
                      <a:pt x="1508" y="2891"/>
                      <a:pt x="1511" y="2896"/>
                    </a:cubicBezTo>
                    <a:cubicBezTo>
                      <a:pt x="1514" y="2901"/>
                      <a:pt x="1531" y="2901"/>
                      <a:pt x="1528" y="2920"/>
                    </a:cubicBezTo>
                    <a:cubicBezTo>
                      <a:pt x="1528" y="2920"/>
                      <a:pt x="1543" y="2929"/>
                      <a:pt x="1533" y="2948"/>
                    </a:cubicBezTo>
                    <a:cubicBezTo>
                      <a:pt x="1533" y="2948"/>
                      <a:pt x="1536" y="2965"/>
                      <a:pt x="1520" y="2969"/>
                    </a:cubicBezTo>
                    <a:cubicBezTo>
                      <a:pt x="1520" y="2969"/>
                      <a:pt x="1511" y="2986"/>
                      <a:pt x="1492" y="2978"/>
                    </a:cubicBezTo>
                    <a:cubicBezTo>
                      <a:pt x="1492" y="2978"/>
                      <a:pt x="1477" y="2997"/>
                      <a:pt x="1454" y="2993"/>
                    </a:cubicBezTo>
                    <a:cubicBezTo>
                      <a:pt x="1430" y="2989"/>
                      <a:pt x="1421" y="2969"/>
                      <a:pt x="1411" y="2970"/>
                    </a:cubicBezTo>
                    <a:cubicBezTo>
                      <a:pt x="1401" y="2970"/>
                      <a:pt x="1389" y="2969"/>
                      <a:pt x="1379" y="2951"/>
                    </a:cubicBezTo>
                    <a:cubicBezTo>
                      <a:pt x="1368" y="2932"/>
                      <a:pt x="1367" y="2937"/>
                      <a:pt x="1362" y="2934"/>
                    </a:cubicBezTo>
                    <a:cubicBezTo>
                      <a:pt x="1358" y="2931"/>
                      <a:pt x="1332" y="2906"/>
                      <a:pt x="1332" y="2906"/>
                    </a:cubicBezTo>
                    <a:cubicBezTo>
                      <a:pt x="1332" y="2906"/>
                      <a:pt x="1228" y="2919"/>
                      <a:pt x="1210" y="2872"/>
                    </a:cubicBezTo>
                    <a:cubicBezTo>
                      <a:pt x="1192" y="2825"/>
                      <a:pt x="1218" y="2812"/>
                      <a:pt x="1187" y="2799"/>
                    </a:cubicBezTo>
                    <a:cubicBezTo>
                      <a:pt x="1156" y="2785"/>
                      <a:pt x="1154" y="2748"/>
                      <a:pt x="1154" y="2729"/>
                    </a:cubicBezTo>
                    <a:cubicBezTo>
                      <a:pt x="1153" y="2711"/>
                      <a:pt x="1159" y="2695"/>
                      <a:pt x="1129" y="2667"/>
                    </a:cubicBezTo>
                    <a:cubicBezTo>
                      <a:pt x="1099" y="2639"/>
                      <a:pt x="966" y="2530"/>
                      <a:pt x="989" y="2300"/>
                    </a:cubicBezTo>
                    <a:cubicBezTo>
                      <a:pt x="996" y="2230"/>
                      <a:pt x="995" y="2196"/>
                      <a:pt x="999" y="2184"/>
                    </a:cubicBezTo>
                    <a:cubicBezTo>
                      <a:pt x="1002" y="2172"/>
                      <a:pt x="991" y="2167"/>
                      <a:pt x="992" y="2154"/>
                    </a:cubicBezTo>
                    <a:cubicBezTo>
                      <a:pt x="993" y="2142"/>
                      <a:pt x="1002" y="2138"/>
                      <a:pt x="1000" y="2131"/>
                    </a:cubicBezTo>
                    <a:cubicBezTo>
                      <a:pt x="998" y="2124"/>
                      <a:pt x="974" y="2142"/>
                      <a:pt x="952" y="2094"/>
                    </a:cubicBezTo>
                    <a:cubicBezTo>
                      <a:pt x="930" y="2046"/>
                      <a:pt x="942" y="2048"/>
                      <a:pt x="906" y="2002"/>
                    </a:cubicBezTo>
                    <a:cubicBezTo>
                      <a:pt x="870" y="1955"/>
                      <a:pt x="878" y="1937"/>
                      <a:pt x="883" y="1907"/>
                    </a:cubicBezTo>
                    <a:cubicBezTo>
                      <a:pt x="887" y="1877"/>
                      <a:pt x="891" y="1859"/>
                      <a:pt x="878" y="1837"/>
                    </a:cubicBezTo>
                    <a:cubicBezTo>
                      <a:pt x="865" y="1816"/>
                      <a:pt x="847" y="1782"/>
                      <a:pt x="861" y="1694"/>
                    </a:cubicBezTo>
                    <a:cubicBezTo>
                      <a:pt x="861" y="1694"/>
                      <a:pt x="859" y="1699"/>
                      <a:pt x="855" y="1699"/>
                    </a:cubicBezTo>
                    <a:cubicBezTo>
                      <a:pt x="849" y="1699"/>
                      <a:pt x="849" y="1699"/>
                      <a:pt x="849" y="1699"/>
                    </a:cubicBezTo>
                    <a:cubicBezTo>
                      <a:pt x="844" y="1699"/>
                      <a:pt x="843" y="1694"/>
                      <a:pt x="843" y="1694"/>
                    </a:cubicBezTo>
                    <a:cubicBezTo>
                      <a:pt x="857" y="1782"/>
                      <a:pt x="839" y="1816"/>
                      <a:pt x="826" y="1837"/>
                    </a:cubicBezTo>
                    <a:cubicBezTo>
                      <a:pt x="813" y="1859"/>
                      <a:pt x="816" y="1877"/>
                      <a:pt x="821" y="1907"/>
                    </a:cubicBezTo>
                    <a:cubicBezTo>
                      <a:pt x="826" y="1937"/>
                      <a:pt x="834" y="1955"/>
                      <a:pt x="798" y="2002"/>
                    </a:cubicBezTo>
                    <a:cubicBezTo>
                      <a:pt x="762" y="2048"/>
                      <a:pt x="773" y="2046"/>
                      <a:pt x="751" y="2094"/>
                    </a:cubicBezTo>
                    <a:cubicBezTo>
                      <a:pt x="730" y="2142"/>
                      <a:pt x="706" y="2124"/>
                      <a:pt x="704" y="2131"/>
                    </a:cubicBezTo>
                    <a:cubicBezTo>
                      <a:pt x="701" y="2138"/>
                      <a:pt x="711" y="2142"/>
                      <a:pt x="712" y="2154"/>
                    </a:cubicBezTo>
                    <a:cubicBezTo>
                      <a:pt x="713" y="2167"/>
                      <a:pt x="701" y="2172"/>
                      <a:pt x="705" y="2184"/>
                    </a:cubicBezTo>
                    <a:cubicBezTo>
                      <a:pt x="708" y="2196"/>
                      <a:pt x="707" y="2230"/>
                      <a:pt x="714" y="2300"/>
                    </a:cubicBezTo>
                    <a:cubicBezTo>
                      <a:pt x="738" y="2530"/>
                      <a:pt x="604" y="2639"/>
                      <a:pt x="574" y="2667"/>
                    </a:cubicBezTo>
                    <a:cubicBezTo>
                      <a:pt x="544" y="2695"/>
                      <a:pt x="550" y="2711"/>
                      <a:pt x="550" y="2729"/>
                    </a:cubicBezTo>
                    <a:cubicBezTo>
                      <a:pt x="549" y="2748"/>
                      <a:pt x="548" y="2785"/>
                      <a:pt x="516" y="2799"/>
                    </a:cubicBezTo>
                    <a:cubicBezTo>
                      <a:pt x="485" y="2812"/>
                      <a:pt x="512" y="2825"/>
                      <a:pt x="494" y="2872"/>
                    </a:cubicBezTo>
                    <a:cubicBezTo>
                      <a:pt x="476" y="2919"/>
                      <a:pt x="372" y="2906"/>
                      <a:pt x="372" y="2906"/>
                    </a:cubicBezTo>
                    <a:cubicBezTo>
                      <a:pt x="372" y="2906"/>
                      <a:pt x="346" y="2931"/>
                      <a:pt x="341" y="2934"/>
                    </a:cubicBezTo>
                    <a:cubicBezTo>
                      <a:pt x="337" y="2937"/>
                      <a:pt x="336" y="2932"/>
                      <a:pt x="325" y="2951"/>
                    </a:cubicBezTo>
                    <a:cubicBezTo>
                      <a:pt x="314" y="2969"/>
                      <a:pt x="302" y="2970"/>
                      <a:pt x="293" y="2970"/>
                    </a:cubicBezTo>
                    <a:cubicBezTo>
                      <a:pt x="283" y="2969"/>
                      <a:pt x="273" y="2989"/>
                      <a:pt x="250" y="2993"/>
                    </a:cubicBezTo>
                    <a:cubicBezTo>
                      <a:pt x="227" y="2997"/>
                      <a:pt x="212" y="2978"/>
                      <a:pt x="212" y="2978"/>
                    </a:cubicBezTo>
                    <a:cubicBezTo>
                      <a:pt x="192" y="2986"/>
                      <a:pt x="183" y="2969"/>
                      <a:pt x="183" y="2969"/>
                    </a:cubicBezTo>
                    <a:cubicBezTo>
                      <a:pt x="168" y="2965"/>
                      <a:pt x="171" y="2948"/>
                      <a:pt x="171" y="2948"/>
                    </a:cubicBezTo>
                    <a:cubicBezTo>
                      <a:pt x="161" y="2929"/>
                      <a:pt x="176" y="2920"/>
                      <a:pt x="176" y="2920"/>
                    </a:cubicBezTo>
                    <a:cubicBezTo>
                      <a:pt x="173" y="2901"/>
                      <a:pt x="190" y="2901"/>
                      <a:pt x="193" y="2896"/>
                    </a:cubicBezTo>
                    <a:cubicBezTo>
                      <a:pt x="196" y="2891"/>
                      <a:pt x="206" y="2887"/>
                      <a:pt x="206" y="2887"/>
                    </a:cubicBezTo>
                    <a:cubicBezTo>
                      <a:pt x="206" y="2887"/>
                      <a:pt x="226" y="2879"/>
                      <a:pt x="238" y="2868"/>
                    </a:cubicBezTo>
                    <a:cubicBezTo>
                      <a:pt x="250" y="2857"/>
                      <a:pt x="280" y="2838"/>
                      <a:pt x="291" y="2820"/>
                    </a:cubicBezTo>
                    <a:cubicBezTo>
                      <a:pt x="302" y="2802"/>
                      <a:pt x="315" y="2786"/>
                      <a:pt x="322" y="2782"/>
                    </a:cubicBezTo>
                    <a:cubicBezTo>
                      <a:pt x="329" y="2778"/>
                      <a:pt x="332" y="2772"/>
                      <a:pt x="327" y="2764"/>
                    </a:cubicBezTo>
                    <a:cubicBezTo>
                      <a:pt x="322" y="2756"/>
                      <a:pt x="326" y="2738"/>
                      <a:pt x="320" y="2730"/>
                    </a:cubicBezTo>
                    <a:cubicBezTo>
                      <a:pt x="314" y="2722"/>
                      <a:pt x="315" y="2709"/>
                      <a:pt x="318" y="2700"/>
                    </a:cubicBezTo>
                    <a:cubicBezTo>
                      <a:pt x="321" y="2691"/>
                      <a:pt x="328" y="2698"/>
                      <a:pt x="317" y="2661"/>
                    </a:cubicBezTo>
                    <a:cubicBezTo>
                      <a:pt x="246" y="2432"/>
                      <a:pt x="308" y="2241"/>
                      <a:pt x="317" y="2203"/>
                    </a:cubicBezTo>
                    <a:cubicBezTo>
                      <a:pt x="326" y="2165"/>
                      <a:pt x="298" y="2134"/>
                      <a:pt x="284" y="2108"/>
                    </a:cubicBezTo>
                    <a:cubicBezTo>
                      <a:pt x="270" y="2082"/>
                      <a:pt x="276" y="2058"/>
                      <a:pt x="278" y="2040"/>
                    </a:cubicBezTo>
                    <a:cubicBezTo>
                      <a:pt x="280" y="2022"/>
                      <a:pt x="277" y="2006"/>
                      <a:pt x="277" y="2006"/>
                    </a:cubicBezTo>
                    <a:cubicBezTo>
                      <a:pt x="277" y="2006"/>
                      <a:pt x="273" y="1992"/>
                      <a:pt x="254" y="1969"/>
                    </a:cubicBezTo>
                    <a:cubicBezTo>
                      <a:pt x="191" y="1893"/>
                      <a:pt x="195" y="1771"/>
                      <a:pt x="196" y="1719"/>
                    </a:cubicBezTo>
                    <a:cubicBezTo>
                      <a:pt x="197" y="1667"/>
                      <a:pt x="213" y="1492"/>
                      <a:pt x="226" y="1391"/>
                    </a:cubicBezTo>
                    <a:cubicBezTo>
                      <a:pt x="239" y="1290"/>
                      <a:pt x="271" y="1252"/>
                      <a:pt x="295" y="1221"/>
                    </a:cubicBezTo>
                    <a:cubicBezTo>
                      <a:pt x="320" y="1190"/>
                      <a:pt x="331" y="1129"/>
                      <a:pt x="331" y="1129"/>
                    </a:cubicBezTo>
                    <a:cubicBezTo>
                      <a:pt x="298" y="1225"/>
                      <a:pt x="202" y="1282"/>
                      <a:pt x="197" y="1287"/>
                    </a:cubicBezTo>
                    <a:cubicBezTo>
                      <a:pt x="192" y="1291"/>
                      <a:pt x="189" y="1293"/>
                      <a:pt x="189" y="1301"/>
                    </a:cubicBezTo>
                    <a:cubicBezTo>
                      <a:pt x="190" y="1308"/>
                      <a:pt x="179" y="1322"/>
                      <a:pt x="173" y="1333"/>
                    </a:cubicBezTo>
                    <a:cubicBezTo>
                      <a:pt x="166" y="1344"/>
                      <a:pt x="168" y="1345"/>
                      <a:pt x="171" y="1355"/>
                    </a:cubicBezTo>
                    <a:cubicBezTo>
                      <a:pt x="174" y="1365"/>
                      <a:pt x="177" y="1387"/>
                      <a:pt x="175" y="1405"/>
                    </a:cubicBezTo>
                    <a:cubicBezTo>
                      <a:pt x="174" y="1423"/>
                      <a:pt x="171" y="1448"/>
                      <a:pt x="165" y="1466"/>
                    </a:cubicBezTo>
                    <a:cubicBezTo>
                      <a:pt x="159" y="1485"/>
                      <a:pt x="159" y="1506"/>
                      <a:pt x="158" y="1532"/>
                    </a:cubicBezTo>
                    <a:cubicBezTo>
                      <a:pt x="157" y="1557"/>
                      <a:pt x="133" y="1551"/>
                      <a:pt x="133" y="1551"/>
                    </a:cubicBezTo>
                    <a:cubicBezTo>
                      <a:pt x="135" y="1560"/>
                      <a:pt x="131" y="1568"/>
                      <a:pt x="131" y="1568"/>
                    </a:cubicBezTo>
                    <a:cubicBezTo>
                      <a:pt x="131" y="1568"/>
                      <a:pt x="132" y="1578"/>
                      <a:pt x="128" y="1585"/>
                    </a:cubicBezTo>
                    <a:cubicBezTo>
                      <a:pt x="124" y="1591"/>
                      <a:pt x="114" y="1589"/>
                      <a:pt x="114" y="1589"/>
                    </a:cubicBezTo>
                    <a:cubicBezTo>
                      <a:pt x="114" y="1594"/>
                      <a:pt x="110" y="1597"/>
                      <a:pt x="110" y="1597"/>
                    </a:cubicBezTo>
                    <a:cubicBezTo>
                      <a:pt x="102" y="1603"/>
                      <a:pt x="82" y="1584"/>
                      <a:pt x="73" y="1579"/>
                    </a:cubicBezTo>
                    <a:cubicBezTo>
                      <a:pt x="63" y="1574"/>
                      <a:pt x="52" y="1558"/>
                      <a:pt x="46" y="1552"/>
                    </a:cubicBezTo>
                    <a:cubicBezTo>
                      <a:pt x="40" y="1547"/>
                      <a:pt x="29" y="1503"/>
                      <a:pt x="29" y="1495"/>
                    </a:cubicBezTo>
                    <a:cubicBezTo>
                      <a:pt x="28" y="1488"/>
                      <a:pt x="32" y="1486"/>
                      <a:pt x="16" y="1469"/>
                    </a:cubicBezTo>
                    <a:cubicBezTo>
                      <a:pt x="0" y="1451"/>
                      <a:pt x="27" y="1362"/>
                      <a:pt x="32" y="1346"/>
                    </a:cubicBezTo>
                    <a:cubicBezTo>
                      <a:pt x="38" y="1330"/>
                      <a:pt x="36" y="1320"/>
                      <a:pt x="38" y="1304"/>
                    </a:cubicBezTo>
                    <a:cubicBezTo>
                      <a:pt x="39" y="1288"/>
                      <a:pt x="57" y="1286"/>
                      <a:pt x="57" y="1286"/>
                    </a:cubicBezTo>
                    <a:cubicBezTo>
                      <a:pt x="36" y="1265"/>
                      <a:pt x="48" y="1236"/>
                      <a:pt x="55" y="1217"/>
                    </a:cubicBezTo>
                    <a:cubicBezTo>
                      <a:pt x="62" y="1199"/>
                      <a:pt x="64" y="1148"/>
                      <a:pt x="66" y="1111"/>
                    </a:cubicBezTo>
                    <a:cubicBezTo>
                      <a:pt x="69" y="1073"/>
                      <a:pt x="81" y="1037"/>
                      <a:pt x="94" y="1018"/>
                    </a:cubicBezTo>
                    <a:cubicBezTo>
                      <a:pt x="106" y="999"/>
                      <a:pt x="105" y="997"/>
                      <a:pt x="106" y="993"/>
                    </a:cubicBezTo>
                    <a:cubicBezTo>
                      <a:pt x="107" y="990"/>
                      <a:pt x="106" y="984"/>
                      <a:pt x="108" y="983"/>
                    </a:cubicBezTo>
                    <a:cubicBezTo>
                      <a:pt x="110" y="983"/>
                      <a:pt x="110" y="972"/>
                      <a:pt x="115" y="962"/>
                    </a:cubicBezTo>
                    <a:cubicBezTo>
                      <a:pt x="121" y="951"/>
                      <a:pt x="140" y="942"/>
                      <a:pt x="140" y="942"/>
                    </a:cubicBezTo>
                    <a:cubicBezTo>
                      <a:pt x="150" y="838"/>
                      <a:pt x="188" y="761"/>
                      <a:pt x="243" y="701"/>
                    </a:cubicBezTo>
                    <a:cubicBezTo>
                      <a:pt x="298" y="641"/>
                      <a:pt x="320" y="605"/>
                      <a:pt x="325" y="589"/>
                    </a:cubicBezTo>
                    <a:cubicBezTo>
                      <a:pt x="385" y="410"/>
                      <a:pt x="704" y="401"/>
                      <a:pt x="704" y="401"/>
                    </a:cubicBezTo>
                    <a:cubicBezTo>
                      <a:pt x="708" y="387"/>
                      <a:pt x="720" y="385"/>
                      <a:pt x="720" y="385"/>
                    </a:cubicBezTo>
                    <a:cubicBezTo>
                      <a:pt x="700" y="347"/>
                      <a:pt x="702" y="277"/>
                      <a:pt x="702" y="277"/>
                    </a:cubicBezTo>
                    <a:cubicBezTo>
                      <a:pt x="690" y="276"/>
                      <a:pt x="690" y="256"/>
                      <a:pt x="689" y="249"/>
                    </a:cubicBezTo>
                    <a:cubicBezTo>
                      <a:pt x="688" y="242"/>
                      <a:pt x="684" y="229"/>
                      <a:pt x="681" y="223"/>
                    </a:cubicBezTo>
                    <a:cubicBezTo>
                      <a:pt x="678" y="217"/>
                      <a:pt x="676" y="209"/>
                      <a:pt x="679" y="200"/>
                    </a:cubicBezTo>
                    <a:cubicBezTo>
                      <a:pt x="683" y="191"/>
                      <a:pt x="695" y="195"/>
                      <a:pt x="695" y="195"/>
                    </a:cubicBezTo>
                    <a:cubicBezTo>
                      <a:pt x="695" y="195"/>
                      <a:pt x="690" y="186"/>
                      <a:pt x="692" y="147"/>
                    </a:cubicBezTo>
                    <a:cubicBezTo>
                      <a:pt x="698" y="0"/>
                      <a:pt x="837" y="6"/>
                      <a:pt x="837" y="6"/>
                    </a:cubicBezTo>
                    <a:lnTo>
                      <a:pt x="867" y="6"/>
                    </a:lnTo>
                    <a:close/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741" name="Freeform 7">
                <a:extLst>
                  <a:ext uri="{FF2B5EF4-FFF2-40B4-BE49-F238E27FC236}">
                    <a16:creationId xmlns:a16="http://schemas.microsoft.com/office/drawing/2014/main" id="{EEA28F64-2451-4204-BA8A-2E1831DAE9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3" y="1906"/>
                <a:ext cx="29" cy="55"/>
              </a:xfrm>
              <a:custGeom>
                <a:avLst/>
                <a:gdLst>
                  <a:gd name="T0" fmla="*/ 25 w 27"/>
                  <a:gd name="T1" fmla="*/ 0 h 52"/>
                  <a:gd name="T2" fmla="*/ 0 w 27"/>
                  <a:gd name="T3" fmla="*/ 61 h 52"/>
                  <a:gd name="T4" fmla="*/ 33 w 27"/>
                  <a:gd name="T5" fmla="*/ 34 h 52"/>
                  <a:gd name="T6" fmla="*/ 25 w 27"/>
                  <a:gd name="T7" fmla="*/ 0 h 5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7" h="52">
                    <a:moveTo>
                      <a:pt x="20" y="0"/>
                    </a:moveTo>
                    <a:cubicBezTo>
                      <a:pt x="20" y="0"/>
                      <a:pt x="3" y="30"/>
                      <a:pt x="0" y="52"/>
                    </a:cubicBezTo>
                    <a:cubicBezTo>
                      <a:pt x="27" y="28"/>
                      <a:pt x="27" y="28"/>
                      <a:pt x="27" y="28"/>
                    </a:cubicBezTo>
                    <a:cubicBezTo>
                      <a:pt x="27" y="28"/>
                      <a:pt x="19" y="13"/>
                      <a:pt x="20" y="0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742" name="Freeform 8">
                <a:extLst>
                  <a:ext uri="{FF2B5EF4-FFF2-40B4-BE49-F238E27FC236}">
                    <a16:creationId xmlns:a16="http://schemas.microsoft.com/office/drawing/2014/main" id="{B05A9C5F-7ABE-4EA7-BFD8-777738D083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0" y="1812"/>
                <a:ext cx="37" cy="99"/>
              </a:xfrm>
              <a:custGeom>
                <a:avLst/>
                <a:gdLst>
                  <a:gd name="T0" fmla="*/ 41 w 35"/>
                  <a:gd name="T1" fmla="*/ 0 h 93"/>
                  <a:gd name="T2" fmla="*/ 26 w 35"/>
                  <a:gd name="T3" fmla="*/ 39 h 93"/>
                  <a:gd name="T4" fmla="*/ 3 w 35"/>
                  <a:gd name="T5" fmla="*/ 112 h 9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5" h="93">
                    <a:moveTo>
                      <a:pt x="35" y="0"/>
                    </a:moveTo>
                    <a:cubicBezTo>
                      <a:pt x="35" y="0"/>
                      <a:pt x="31" y="22"/>
                      <a:pt x="23" y="33"/>
                    </a:cubicBezTo>
                    <a:cubicBezTo>
                      <a:pt x="15" y="44"/>
                      <a:pt x="0" y="65"/>
                      <a:pt x="3" y="93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743" name="Freeform 9">
                <a:extLst>
                  <a:ext uri="{FF2B5EF4-FFF2-40B4-BE49-F238E27FC236}">
                    <a16:creationId xmlns:a16="http://schemas.microsoft.com/office/drawing/2014/main" id="{D724DC05-3998-4C3C-BB44-65B6859885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8" y="1961"/>
                <a:ext cx="45" cy="88"/>
              </a:xfrm>
              <a:custGeom>
                <a:avLst/>
                <a:gdLst>
                  <a:gd name="T0" fmla="*/ 51 w 42"/>
                  <a:gd name="T1" fmla="*/ 0 h 82"/>
                  <a:gd name="T2" fmla="*/ 0 w 42"/>
                  <a:gd name="T3" fmla="*/ 101 h 8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2" h="82">
                    <a:moveTo>
                      <a:pt x="42" y="0"/>
                    </a:moveTo>
                    <a:cubicBezTo>
                      <a:pt x="42" y="0"/>
                      <a:pt x="10" y="18"/>
                      <a:pt x="0" y="82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744" name="Freeform 10">
                <a:extLst>
                  <a:ext uri="{FF2B5EF4-FFF2-40B4-BE49-F238E27FC236}">
                    <a16:creationId xmlns:a16="http://schemas.microsoft.com/office/drawing/2014/main" id="{BE12323A-4863-4F99-A456-CE6C2D4BF6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9" y="1453"/>
                <a:ext cx="432" cy="576"/>
              </a:xfrm>
              <a:custGeom>
                <a:avLst/>
                <a:gdLst>
                  <a:gd name="T0" fmla="*/ 171 w 406"/>
                  <a:gd name="T1" fmla="*/ 0 h 540"/>
                  <a:gd name="T2" fmla="*/ 114 w 406"/>
                  <a:gd name="T3" fmla="*/ 164 h 540"/>
                  <a:gd name="T4" fmla="*/ 83 w 406"/>
                  <a:gd name="T5" fmla="*/ 220 h 540"/>
                  <a:gd name="T6" fmla="*/ 16 w 406"/>
                  <a:gd name="T7" fmla="*/ 423 h 540"/>
                  <a:gd name="T8" fmla="*/ 207 w 406"/>
                  <a:gd name="T9" fmla="*/ 630 h 540"/>
                  <a:gd name="T10" fmla="*/ 489 w 406"/>
                  <a:gd name="T11" fmla="*/ 511 h 54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06" h="540">
                    <a:moveTo>
                      <a:pt x="142" y="0"/>
                    </a:moveTo>
                    <a:cubicBezTo>
                      <a:pt x="142" y="0"/>
                      <a:pt x="107" y="112"/>
                      <a:pt x="95" y="135"/>
                    </a:cubicBezTo>
                    <a:cubicBezTo>
                      <a:pt x="82" y="157"/>
                      <a:pt x="72" y="171"/>
                      <a:pt x="69" y="181"/>
                    </a:cubicBezTo>
                    <a:cubicBezTo>
                      <a:pt x="66" y="191"/>
                      <a:pt x="0" y="268"/>
                      <a:pt x="13" y="349"/>
                    </a:cubicBezTo>
                    <a:cubicBezTo>
                      <a:pt x="25" y="430"/>
                      <a:pt x="59" y="498"/>
                      <a:pt x="172" y="519"/>
                    </a:cubicBezTo>
                    <a:cubicBezTo>
                      <a:pt x="286" y="540"/>
                      <a:pt x="379" y="474"/>
                      <a:pt x="406" y="421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745" name="Freeform 11">
                <a:extLst>
                  <a:ext uri="{FF2B5EF4-FFF2-40B4-BE49-F238E27FC236}">
                    <a16:creationId xmlns:a16="http://schemas.microsoft.com/office/drawing/2014/main" id="{5F130D3D-3B17-4635-8AEF-09F5B4595C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0" y="1930"/>
                <a:ext cx="64" cy="29"/>
              </a:xfrm>
              <a:custGeom>
                <a:avLst/>
                <a:gdLst>
                  <a:gd name="T0" fmla="*/ 0 w 60"/>
                  <a:gd name="T1" fmla="*/ 31 h 28"/>
                  <a:gd name="T2" fmla="*/ 73 w 60"/>
                  <a:gd name="T3" fmla="*/ 17 h 2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0" h="28">
                    <a:moveTo>
                      <a:pt x="0" y="28"/>
                    </a:moveTo>
                    <a:cubicBezTo>
                      <a:pt x="0" y="28"/>
                      <a:pt x="40" y="0"/>
                      <a:pt x="60" y="14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746" name="Freeform 12">
                <a:extLst>
                  <a:ext uri="{FF2B5EF4-FFF2-40B4-BE49-F238E27FC236}">
                    <a16:creationId xmlns:a16="http://schemas.microsoft.com/office/drawing/2014/main" id="{21BE811B-BDA1-4341-ABEE-F472A6C3EC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5" y="1855"/>
                <a:ext cx="11" cy="7"/>
              </a:xfrm>
              <a:custGeom>
                <a:avLst/>
                <a:gdLst>
                  <a:gd name="T0" fmla="*/ 0 w 11"/>
                  <a:gd name="T1" fmla="*/ 7 h 7"/>
                  <a:gd name="T2" fmla="*/ 11 w 11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7">
                    <a:moveTo>
                      <a:pt x="0" y="7"/>
                    </a:moveTo>
                    <a:cubicBezTo>
                      <a:pt x="3" y="5"/>
                      <a:pt x="7" y="2"/>
                      <a:pt x="11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747" name="Freeform 13">
                <a:extLst>
                  <a:ext uri="{FF2B5EF4-FFF2-40B4-BE49-F238E27FC236}">
                    <a16:creationId xmlns:a16="http://schemas.microsoft.com/office/drawing/2014/main" id="{42C39D6D-95C0-407C-BD0F-466650ECB5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5" y="1868"/>
                <a:ext cx="4" cy="5"/>
              </a:xfrm>
              <a:custGeom>
                <a:avLst/>
                <a:gdLst>
                  <a:gd name="T0" fmla="*/ 0 w 4"/>
                  <a:gd name="T1" fmla="*/ 5 h 5"/>
                  <a:gd name="T2" fmla="*/ 4 w 4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5">
                    <a:moveTo>
                      <a:pt x="0" y="5"/>
                    </a:moveTo>
                    <a:cubicBezTo>
                      <a:pt x="1" y="3"/>
                      <a:pt x="2" y="2"/>
                      <a:pt x="4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748" name="Freeform 14">
                <a:extLst>
                  <a:ext uri="{FF2B5EF4-FFF2-40B4-BE49-F238E27FC236}">
                    <a16:creationId xmlns:a16="http://schemas.microsoft.com/office/drawing/2014/main" id="{194BD586-16AA-4AE5-BB24-D1410C2FA6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0" y="1876"/>
                <a:ext cx="187" cy="110"/>
              </a:xfrm>
              <a:custGeom>
                <a:avLst/>
                <a:gdLst>
                  <a:gd name="T0" fmla="*/ 201 w 175"/>
                  <a:gd name="T1" fmla="*/ 30 h 103"/>
                  <a:gd name="T2" fmla="*/ 207 w 175"/>
                  <a:gd name="T3" fmla="*/ 77 h 103"/>
                  <a:gd name="T4" fmla="*/ 87 w 175"/>
                  <a:gd name="T5" fmla="*/ 105 h 103"/>
                  <a:gd name="T6" fmla="*/ 13 w 175"/>
                  <a:gd name="T7" fmla="*/ 4 h 103"/>
                  <a:gd name="T8" fmla="*/ 15 w 175"/>
                  <a:gd name="T9" fmla="*/ 0 h 10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5" h="103">
                    <a:moveTo>
                      <a:pt x="165" y="24"/>
                    </a:moveTo>
                    <a:cubicBezTo>
                      <a:pt x="172" y="37"/>
                      <a:pt x="175" y="51"/>
                      <a:pt x="170" y="63"/>
                    </a:cubicBezTo>
                    <a:cubicBezTo>
                      <a:pt x="159" y="92"/>
                      <a:pt x="115" y="103"/>
                      <a:pt x="71" y="86"/>
                    </a:cubicBezTo>
                    <a:cubicBezTo>
                      <a:pt x="27" y="70"/>
                      <a:pt x="0" y="33"/>
                      <a:pt x="10" y="4"/>
                    </a:cubicBezTo>
                    <a:cubicBezTo>
                      <a:pt x="11" y="3"/>
                      <a:pt x="11" y="1"/>
                      <a:pt x="12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749" name="Freeform 15">
                <a:extLst>
                  <a:ext uri="{FF2B5EF4-FFF2-40B4-BE49-F238E27FC236}">
                    <a16:creationId xmlns:a16="http://schemas.microsoft.com/office/drawing/2014/main" id="{6EF8134C-6279-4544-801C-D2FA33F996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5" y="1852"/>
                <a:ext cx="65" cy="41"/>
              </a:xfrm>
              <a:custGeom>
                <a:avLst/>
                <a:gdLst>
                  <a:gd name="T0" fmla="*/ 0 w 61"/>
                  <a:gd name="T1" fmla="*/ 0 h 39"/>
                  <a:gd name="T2" fmla="*/ 15 w 61"/>
                  <a:gd name="T3" fmla="*/ 4 h 39"/>
                  <a:gd name="T4" fmla="*/ 74 w 61"/>
                  <a:gd name="T5" fmla="*/ 45 h 3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1" h="39">
                    <a:moveTo>
                      <a:pt x="0" y="0"/>
                    </a:moveTo>
                    <a:cubicBezTo>
                      <a:pt x="4" y="2"/>
                      <a:pt x="8" y="3"/>
                      <a:pt x="12" y="4"/>
                    </a:cubicBezTo>
                    <a:cubicBezTo>
                      <a:pt x="33" y="12"/>
                      <a:pt x="50" y="24"/>
                      <a:pt x="61" y="39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750" name="Freeform 16">
                <a:extLst>
                  <a:ext uri="{FF2B5EF4-FFF2-40B4-BE49-F238E27FC236}">
                    <a16:creationId xmlns:a16="http://schemas.microsoft.com/office/drawing/2014/main" id="{9FBBC437-16D9-4B46-9F7D-192D1836E1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9" y="1847"/>
                <a:ext cx="22" cy="3"/>
              </a:xfrm>
              <a:custGeom>
                <a:avLst/>
                <a:gdLst>
                  <a:gd name="T0" fmla="*/ 0 w 20"/>
                  <a:gd name="T1" fmla="*/ 0 h 2"/>
                  <a:gd name="T2" fmla="*/ 26 w 20"/>
                  <a:gd name="T3" fmla="*/ 8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2">
                    <a:moveTo>
                      <a:pt x="0" y="0"/>
                    </a:moveTo>
                    <a:cubicBezTo>
                      <a:pt x="7" y="0"/>
                      <a:pt x="13" y="1"/>
                      <a:pt x="20" y="2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751" name="Freeform 17">
                <a:extLst>
                  <a:ext uri="{FF2B5EF4-FFF2-40B4-BE49-F238E27FC236}">
                    <a16:creationId xmlns:a16="http://schemas.microsoft.com/office/drawing/2014/main" id="{1D2DC001-BF86-4F85-B617-CE34EF0C2E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3" y="1947"/>
                <a:ext cx="211" cy="206"/>
              </a:xfrm>
              <a:custGeom>
                <a:avLst/>
                <a:gdLst>
                  <a:gd name="T0" fmla="*/ 0 w 198"/>
                  <a:gd name="T1" fmla="*/ 0 h 194"/>
                  <a:gd name="T2" fmla="*/ 6 w 198"/>
                  <a:gd name="T3" fmla="*/ 36 h 194"/>
                  <a:gd name="T4" fmla="*/ 100 w 198"/>
                  <a:gd name="T5" fmla="*/ 158 h 194"/>
                  <a:gd name="T6" fmla="*/ 240 w 198"/>
                  <a:gd name="T7" fmla="*/ 233 h 19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8" h="194">
                    <a:moveTo>
                      <a:pt x="0" y="0"/>
                    </a:moveTo>
                    <a:cubicBezTo>
                      <a:pt x="0" y="0"/>
                      <a:pt x="6" y="17"/>
                      <a:pt x="6" y="30"/>
                    </a:cubicBezTo>
                    <a:cubicBezTo>
                      <a:pt x="6" y="42"/>
                      <a:pt x="34" y="110"/>
                      <a:pt x="83" y="132"/>
                    </a:cubicBezTo>
                    <a:cubicBezTo>
                      <a:pt x="132" y="155"/>
                      <a:pt x="176" y="176"/>
                      <a:pt x="198" y="194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752" name="Freeform 18">
                <a:extLst>
                  <a:ext uri="{FF2B5EF4-FFF2-40B4-BE49-F238E27FC236}">
                    <a16:creationId xmlns:a16="http://schemas.microsoft.com/office/drawing/2014/main" id="{5CEAAADE-683B-4907-8D2B-D475FF08DB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2" y="2087"/>
                <a:ext cx="201" cy="275"/>
              </a:xfrm>
              <a:custGeom>
                <a:avLst/>
                <a:gdLst>
                  <a:gd name="T0" fmla="*/ 0 w 189"/>
                  <a:gd name="T1" fmla="*/ 0 h 258"/>
                  <a:gd name="T2" fmla="*/ 58 w 189"/>
                  <a:gd name="T3" fmla="*/ 71 h 258"/>
                  <a:gd name="T4" fmla="*/ 228 w 189"/>
                  <a:gd name="T5" fmla="*/ 312 h 25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9" h="258">
                    <a:moveTo>
                      <a:pt x="0" y="0"/>
                    </a:moveTo>
                    <a:cubicBezTo>
                      <a:pt x="0" y="0"/>
                      <a:pt x="36" y="32"/>
                      <a:pt x="49" y="59"/>
                    </a:cubicBezTo>
                    <a:cubicBezTo>
                      <a:pt x="62" y="86"/>
                      <a:pt x="95" y="191"/>
                      <a:pt x="189" y="258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753" name="Freeform 19">
                <a:extLst>
                  <a:ext uri="{FF2B5EF4-FFF2-40B4-BE49-F238E27FC236}">
                    <a16:creationId xmlns:a16="http://schemas.microsoft.com/office/drawing/2014/main" id="{E2F1CCD1-07A9-44A1-B6DA-4125680032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7" y="2177"/>
                <a:ext cx="479" cy="474"/>
              </a:xfrm>
              <a:custGeom>
                <a:avLst/>
                <a:gdLst>
                  <a:gd name="T0" fmla="*/ 545 w 449"/>
                  <a:gd name="T1" fmla="*/ 538 h 445"/>
                  <a:gd name="T2" fmla="*/ 525 w 449"/>
                  <a:gd name="T3" fmla="*/ 487 h 445"/>
                  <a:gd name="T4" fmla="*/ 491 w 449"/>
                  <a:gd name="T5" fmla="*/ 429 h 445"/>
                  <a:gd name="T6" fmla="*/ 414 w 449"/>
                  <a:gd name="T7" fmla="*/ 372 h 445"/>
                  <a:gd name="T8" fmla="*/ 251 w 449"/>
                  <a:gd name="T9" fmla="*/ 234 h 445"/>
                  <a:gd name="T10" fmla="*/ 132 w 449"/>
                  <a:gd name="T11" fmla="*/ 94 h 445"/>
                  <a:gd name="T12" fmla="*/ 0 w 449"/>
                  <a:gd name="T13" fmla="*/ 0 h 44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49" h="445">
                    <a:moveTo>
                      <a:pt x="449" y="445"/>
                    </a:moveTo>
                    <a:cubicBezTo>
                      <a:pt x="449" y="445"/>
                      <a:pt x="436" y="419"/>
                      <a:pt x="432" y="403"/>
                    </a:cubicBezTo>
                    <a:cubicBezTo>
                      <a:pt x="428" y="388"/>
                      <a:pt x="422" y="369"/>
                      <a:pt x="404" y="355"/>
                    </a:cubicBezTo>
                    <a:cubicBezTo>
                      <a:pt x="386" y="341"/>
                      <a:pt x="362" y="318"/>
                      <a:pt x="341" y="308"/>
                    </a:cubicBezTo>
                    <a:cubicBezTo>
                      <a:pt x="320" y="298"/>
                      <a:pt x="233" y="243"/>
                      <a:pt x="206" y="194"/>
                    </a:cubicBezTo>
                    <a:cubicBezTo>
                      <a:pt x="179" y="145"/>
                      <a:pt x="139" y="121"/>
                      <a:pt x="109" y="78"/>
                    </a:cubicBezTo>
                    <a:cubicBezTo>
                      <a:pt x="80" y="34"/>
                      <a:pt x="26" y="5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754" name="Freeform 20">
                <a:extLst>
                  <a:ext uri="{FF2B5EF4-FFF2-40B4-BE49-F238E27FC236}">
                    <a16:creationId xmlns:a16="http://schemas.microsoft.com/office/drawing/2014/main" id="{4BCC5CB1-25ED-435A-8BBC-6AB4A77C99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5" y="2246"/>
                <a:ext cx="197" cy="37"/>
              </a:xfrm>
              <a:custGeom>
                <a:avLst/>
                <a:gdLst>
                  <a:gd name="T0" fmla="*/ 224 w 185"/>
                  <a:gd name="T1" fmla="*/ 41 h 35"/>
                  <a:gd name="T2" fmla="*/ 69 w 185"/>
                  <a:gd name="T3" fmla="*/ 13 h 35"/>
                  <a:gd name="T4" fmla="*/ 0 w 185"/>
                  <a:gd name="T5" fmla="*/ 3 h 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5" h="35">
                    <a:moveTo>
                      <a:pt x="185" y="35"/>
                    </a:moveTo>
                    <a:cubicBezTo>
                      <a:pt x="185" y="35"/>
                      <a:pt x="111" y="0"/>
                      <a:pt x="57" y="10"/>
                    </a:cubicBezTo>
                    <a:cubicBezTo>
                      <a:pt x="4" y="20"/>
                      <a:pt x="0" y="3"/>
                      <a:pt x="0" y="3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755" name="Freeform 21">
                <a:extLst>
                  <a:ext uri="{FF2B5EF4-FFF2-40B4-BE49-F238E27FC236}">
                    <a16:creationId xmlns:a16="http://schemas.microsoft.com/office/drawing/2014/main" id="{33D3603E-A549-4CB6-BD2F-130CC0695E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1" y="2461"/>
                <a:ext cx="236" cy="51"/>
              </a:xfrm>
              <a:custGeom>
                <a:avLst/>
                <a:gdLst>
                  <a:gd name="T0" fmla="*/ 0 w 221"/>
                  <a:gd name="T1" fmla="*/ 57 h 48"/>
                  <a:gd name="T2" fmla="*/ 207 w 221"/>
                  <a:gd name="T3" fmla="*/ 41 h 48"/>
                  <a:gd name="T4" fmla="*/ 269 w 221"/>
                  <a:gd name="T5" fmla="*/ 46 h 4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1" h="48">
                    <a:moveTo>
                      <a:pt x="0" y="48"/>
                    </a:moveTo>
                    <a:cubicBezTo>
                      <a:pt x="98" y="0"/>
                      <a:pt x="149" y="39"/>
                      <a:pt x="170" y="35"/>
                    </a:cubicBezTo>
                    <a:cubicBezTo>
                      <a:pt x="191" y="31"/>
                      <a:pt x="221" y="38"/>
                      <a:pt x="221" y="38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756" name="Freeform 22">
                <a:extLst>
                  <a:ext uri="{FF2B5EF4-FFF2-40B4-BE49-F238E27FC236}">
                    <a16:creationId xmlns:a16="http://schemas.microsoft.com/office/drawing/2014/main" id="{CD6F9BF6-1CA5-4A31-B6E6-5D980A81E5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0" y="1580"/>
                <a:ext cx="49" cy="103"/>
              </a:xfrm>
              <a:custGeom>
                <a:avLst/>
                <a:gdLst>
                  <a:gd name="T0" fmla="*/ 54 w 46"/>
                  <a:gd name="T1" fmla="*/ 116 h 97"/>
                  <a:gd name="T2" fmla="*/ 0 w 46"/>
                  <a:gd name="T3" fmla="*/ 0 h 9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6" h="97">
                    <a:moveTo>
                      <a:pt x="45" y="97"/>
                    </a:moveTo>
                    <a:cubicBezTo>
                      <a:pt x="45" y="97"/>
                      <a:pt x="46" y="50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757" name="Freeform 23">
                <a:extLst>
                  <a:ext uri="{FF2B5EF4-FFF2-40B4-BE49-F238E27FC236}">
                    <a16:creationId xmlns:a16="http://schemas.microsoft.com/office/drawing/2014/main" id="{E8D6FBA7-45F4-4D21-B911-CF0312D7FF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5" y="1610"/>
                <a:ext cx="96" cy="36"/>
              </a:xfrm>
              <a:custGeom>
                <a:avLst/>
                <a:gdLst>
                  <a:gd name="T0" fmla="*/ 109 w 90"/>
                  <a:gd name="T1" fmla="*/ 40 h 34"/>
                  <a:gd name="T2" fmla="*/ 68 w 90"/>
                  <a:gd name="T3" fmla="*/ 28 h 34"/>
                  <a:gd name="T4" fmla="*/ 0 w 90"/>
                  <a:gd name="T5" fmla="*/ 0 h 3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0" h="34">
                    <a:moveTo>
                      <a:pt x="90" y="34"/>
                    </a:moveTo>
                    <a:cubicBezTo>
                      <a:pt x="90" y="34"/>
                      <a:pt x="73" y="23"/>
                      <a:pt x="56" y="24"/>
                    </a:cubicBezTo>
                    <a:cubicBezTo>
                      <a:pt x="40" y="26"/>
                      <a:pt x="12" y="16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758" name="Freeform 24">
                <a:extLst>
                  <a:ext uri="{FF2B5EF4-FFF2-40B4-BE49-F238E27FC236}">
                    <a16:creationId xmlns:a16="http://schemas.microsoft.com/office/drawing/2014/main" id="{5F5C55E5-061C-40A5-8241-082780D9F6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5" y="1784"/>
                <a:ext cx="117" cy="57"/>
              </a:xfrm>
              <a:custGeom>
                <a:avLst/>
                <a:gdLst>
                  <a:gd name="T0" fmla="*/ 135 w 109"/>
                  <a:gd name="T1" fmla="*/ 0 h 54"/>
                  <a:gd name="T2" fmla="*/ 0 w 109"/>
                  <a:gd name="T3" fmla="*/ 63 h 5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9" h="54">
                    <a:moveTo>
                      <a:pt x="109" y="0"/>
                    </a:moveTo>
                    <a:cubicBezTo>
                      <a:pt x="109" y="0"/>
                      <a:pt x="32" y="41"/>
                      <a:pt x="0" y="54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759" name="Freeform 25">
                <a:extLst>
                  <a:ext uri="{FF2B5EF4-FFF2-40B4-BE49-F238E27FC236}">
                    <a16:creationId xmlns:a16="http://schemas.microsoft.com/office/drawing/2014/main" id="{9A67EDA2-CDDA-441C-A3BF-7BEFE0D648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8" y="1853"/>
                <a:ext cx="47" cy="78"/>
              </a:xfrm>
              <a:custGeom>
                <a:avLst/>
                <a:gdLst>
                  <a:gd name="T0" fmla="*/ 0 w 44"/>
                  <a:gd name="T1" fmla="*/ 0 h 73"/>
                  <a:gd name="T2" fmla="*/ 20 w 44"/>
                  <a:gd name="T3" fmla="*/ 26 h 73"/>
                  <a:gd name="T4" fmla="*/ 51 w 44"/>
                  <a:gd name="T5" fmla="*/ 89 h 7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4" h="73">
                    <a:moveTo>
                      <a:pt x="0" y="0"/>
                    </a:moveTo>
                    <a:cubicBezTo>
                      <a:pt x="0" y="0"/>
                      <a:pt x="3" y="15"/>
                      <a:pt x="17" y="21"/>
                    </a:cubicBezTo>
                    <a:cubicBezTo>
                      <a:pt x="31" y="27"/>
                      <a:pt x="44" y="53"/>
                      <a:pt x="42" y="73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760" name="Freeform 26">
                <a:extLst>
                  <a:ext uri="{FF2B5EF4-FFF2-40B4-BE49-F238E27FC236}">
                    <a16:creationId xmlns:a16="http://schemas.microsoft.com/office/drawing/2014/main" id="{27DDC127-932A-471F-BCB8-DFC86CB240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8" y="1890"/>
                <a:ext cx="20" cy="4"/>
              </a:xfrm>
              <a:custGeom>
                <a:avLst/>
                <a:gdLst>
                  <a:gd name="T0" fmla="*/ 0 w 19"/>
                  <a:gd name="T1" fmla="*/ 0 h 4"/>
                  <a:gd name="T2" fmla="*/ 22 w 19"/>
                  <a:gd name="T3" fmla="*/ 3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4">
                    <a:moveTo>
                      <a:pt x="0" y="0"/>
                    </a:moveTo>
                    <a:cubicBezTo>
                      <a:pt x="0" y="0"/>
                      <a:pt x="11" y="4"/>
                      <a:pt x="19" y="3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761" name="Freeform 27">
                <a:extLst>
                  <a:ext uri="{FF2B5EF4-FFF2-40B4-BE49-F238E27FC236}">
                    <a16:creationId xmlns:a16="http://schemas.microsoft.com/office/drawing/2014/main" id="{487565FF-6555-42EF-915A-810C893C05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2" y="2381"/>
                <a:ext cx="58" cy="158"/>
              </a:xfrm>
              <a:custGeom>
                <a:avLst/>
                <a:gdLst>
                  <a:gd name="T0" fmla="*/ 41 w 55"/>
                  <a:gd name="T1" fmla="*/ 180 h 148"/>
                  <a:gd name="T2" fmla="*/ 28 w 55"/>
                  <a:gd name="T3" fmla="*/ 138 h 148"/>
                  <a:gd name="T4" fmla="*/ 16 w 55"/>
                  <a:gd name="T5" fmla="*/ 121 h 148"/>
                  <a:gd name="T6" fmla="*/ 4 w 55"/>
                  <a:gd name="T7" fmla="*/ 96 h 148"/>
                  <a:gd name="T8" fmla="*/ 2 w 55"/>
                  <a:gd name="T9" fmla="*/ 82 h 148"/>
                  <a:gd name="T10" fmla="*/ 2 w 55"/>
                  <a:gd name="T11" fmla="*/ 47 h 148"/>
                  <a:gd name="T12" fmla="*/ 13 w 55"/>
                  <a:gd name="T13" fmla="*/ 27 h 148"/>
                  <a:gd name="T14" fmla="*/ 34 w 55"/>
                  <a:gd name="T15" fmla="*/ 0 h 148"/>
                  <a:gd name="T16" fmla="*/ 39 w 55"/>
                  <a:gd name="T17" fmla="*/ 15 h 148"/>
                  <a:gd name="T18" fmla="*/ 64 w 55"/>
                  <a:gd name="T19" fmla="*/ 130 h 14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5" h="148">
                    <a:moveTo>
                      <a:pt x="35" y="148"/>
                    </a:moveTo>
                    <a:cubicBezTo>
                      <a:pt x="35" y="148"/>
                      <a:pt x="37" y="123"/>
                      <a:pt x="25" y="113"/>
                    </a:cubicBezTo>
                    <a:cubicBezTo>
                      <a:pt x="13" y="102"/>
                      <a:pt x="13" y="105"/>
                      <a:pt x="13" y="99"/>
                    </a:cubicBezTo>
                    <a:cubicBezTo>
                      <a:pt x="13" y="94"/>
                      <a:pt x="7" y="83"/>
                      <a:pt x="4" y="79"/>
                    </a:cubicBezTo>
                    <a:cubicBezTo>
                      <a:pt x="1" y="75"/>
                      <a:pt x="1" y="73"/>
                      <a:pt x="2" y="67"/>
                    </a:cubicBezTo>
                    <a:cubicBezTo>
                      <a:pt x="4" y="61"/>
                      <a:pt x="5" y="45"/>
                      <a:pt x="2" y="38"/>
                    </a:cubicBezTo>
                    <a:cubicBezTo>
                      <a:pt x="0" y="32"/>
                      <a:pt x="5" y="27"/>
                      <a:pt x="10" y="22"/>
                    </a:cubicBezTo>
                    <a:cubicBezTo>
                      <a:pt x="14" y="17"/>
                      <a:pt x="28" y="0"/>
                      <a:pt x="28" y="0"/>
                    </a:cubicBezTo>
                    <a:cubicBezTo>
                      <a:pt x="28" y="0"/>
                      <a:pt x="33" y="3"/>
                      <a:pt x="33" y="12"/>
                    </a:cubicBezTo>
                    <a:cubicBezTo>
                      <a:pt x="33" y="22"/>
                      <a:pt x="15" y="95"/>
                      <a:pt x="55" y="107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762" name="Freeform 28">
                <a:extLst>
                  <a:ext uri="{FF2B5EF4-FFF2-40B4-BE49-F238E27FC236}">
                    <a16:creationId xmlns:a16="http://schemas.microsoft.com/office/drawing/2014/main" id="{F45A7CEF-2EFF-4C23-8F99-EB6C7916F6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2" y="2372"/>
                <a:ext cx="39" cy="33"/>
              </a:xfrm>
              <a:custGeom>
                <a:avLst/>
                <a:gdLst>
                  <a:gd name="T0" fmla="*/ 0 w 36"/>
                  <a:gd name="T1" fmla="*/ 3 h 31"/>
                  <a:gd name="T2" fmla="*/ 46 w 36"/>
                  <a:gd name="T3" fmla="*/ 37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6" h="31">
                    <a:moveTo>
                      <a:pt x="0" y="3"/>
                    </a:moveTo>
                    <a:cubicBezTo>
                      <a:pt x="0" y="3"/>
                      <a:pt x="26" y="0"/>
                      <a:pt x="36" y="31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763" name="Freeform 29">
                <a:extLst>
                  <a:ext uri="{FF2B5EF4-FFF2-40B4-BE49-F238E27FC236}">
                    <a16:creationId xmlns:a16="http://schemas.microsoft.com/office/drawing/2014/main" id="{B56F5C84-E1E6-4C92-A6A6-B5406A2328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3" y="2456"/>
                <a:ext cx="32" cy="33"/>
              </a:xfrm>
              <a:custGeom>
                <a:avLst/>
                <a:gdLst>
                  <a:gd name="T0" fmla="*/ 33 w 30"/>
                  <a:gd name="T1" fmla="*/ 28 h 31"/>
                  <a:gd name="T2" fmla="*/ 7 w 30"/>
                  <a:gd name="T3" fmla="*/ 32 h 31"/>
                  <a:gd name="T4" fmla="*/ 18 w 30"/>
                  <a:gd name="T5" fmla="*/ 1 h 31"/>
                  <a:gd name="T6" fmla="*/ 33 w 30"/>
                  <a:gd name="T7" fmla="*/ 28 h 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0" h="31">
                    <a:moveTo>
                      <a:pt x="27" y="23"/>
                    </a:moveTo>
                    <a:cubicBezTo>
                      <a:pt x="27" y="23"/>
                      <a:pt x="14" y="31"/>
                      <a:pt x="7" y="26"/>
                    </a:cubicBezTo>
                    <a:cubicBezTo>
                      <a:pt x="7" y="26"/>
                      <a:pt x="0" y="1"/>
                      <a:pt x="15" y="1"/>
                    </a:cubicBezTo>
                    <a:cubicBezTo>
                      <a:pt x="30" y="0"/>
                      <a:pt x="27" y="23"/>
                      <a:pt x="27" y="23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764" name="Freeform 30">
                <a:extLst>
                  <a:ext uri="{FF2B5EF4-FFF2-40B4-BE49-F238E27FC236}">
                    <a16:creationId xmlns:a16="http://schemas.microsoft.com/office/drawing/2014/main" id="{1E8EBC4C-1FD3-46A0-B70E-811BCC25C0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8" y="2527"/>
                <a:ext cx="25" cy="18"/>
              </a:xfrm>
              <a:custGeom>
                <a:avLst/>
                <a:gdLst>
                  <a:gd name="T0" fmla="*/ 0 w 23"/>
                  <a:gd name="T1" fmla="*/ 6 h 17"/>
                  <a:gd name="T2" fmla="*/ 17 w 23"/>
                  <a:gd name="T3" fmla="*/ 4 h 17"/>
                  <a:gd name="T4" fmla="*/ 29 w 23"/>
                  <a:gd name="T5" fmla="*/ 20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17">
                    <a:moveTo>
                      <a:pt x="0" y="6"/>
                    </a:moveTo>
                    <a:cubicBezTo>
                      <a:pt x="0" y="6"/>
                      <a:pt x="6" y="0"/>
                      <a:pt x="14" y="4"/>
                    </a:cubicBezTo>
                    <a:cubicBezTo>
                      <a:pt x="23" y="8"/>
                      <a:pt x="23" y="17"/>
                      <a:pt x="23" y="17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765" name="Freeform 31">
                <a:extLst>
                  <a:ext uri="{FF2B5EF4-FFF2-40B4-BE49-F238E27FC236}">
                    <a16:creationId xmlns:a16="http://schemas.microsoft.com/office/drawing/2014/main" id="{740727AB-3B75-4F14-AFD4-F95F5E24B7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9" y="2471"/>
                <a:ext cx="47" cy="46"/>
              </a:xfrm>
              <a:custGeom>
                <a:avLst/>
                <a:gdLst>
                  <a:gd name="T0" fmla="*/ 53 w 44"/>
                  <a:gd name="T1" fmla="*/ 52 h 43"/>
                  <a:gd name="T2" fmla="*/ 26 w 44"/>
                  <a:gd name="T3" fmla="*/ 30 h 43"/>
                  <a:gd name="T4" fmla="*/ 0 w 44"/>
                  <a:gd name="T5" fmla="*/ 0 h 4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4" h="43">
                    <a:moveTo>
                      <a:pt x="44" y="43"/>
                    </a:moveTo>
                    <a:cubicBezTo>
                      <a:pt x="44" y="43"/>
                      <a:pt x="39" y="29"/>
                      <a:pt x="21" y="24"/>
                    </a:cubicBezTo>
                    <a:cubicBezTo>
                      <a:pt x="21" y="24"/>
                      <a:pt x="18" y="9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766" name="Freeform 32">
                <a:extLst>
                  <a:ext uri="{FF2B5EF4-FFF2-40B4-BE49-F238E27FC236}">
                    <a16:creationId xmlns:a16="http://schemas.microsoft.com/office/drawing/2014/main" id="{DB149B64-3CF5-406E-95EC-5BF075A104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2" y="2455"/>
                <a:ext cx="28" cy="22"/>
              </a:xfrm>
              <a:custGeom>
                <a:avLst/>
                <a:gdLst>
                  <a:gd name="T0" fmla="*/ 32 w 26"/>
                  <a:gd name="T1" fmla="*/ 24 h 21"/>
                  <a:gd name="T2" fmla="*/ 17 w 26"/>
                  <a:gd name="T3" fmla="*/ 18 h 21"/>
                  <a:gd name="T4" fmla="*/ 0 w 26"/>
                  <a:gd name="T5" fmla="*/ 0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21">
                    <a:moveTo>
                      <a:pt x="26" y="21"/>
                    </a:moveTo>
                    <a:cubicBezTo>
                      <a:pt x="26" y="21"/>
                      <a:pt x="20" y="16"/>
                      <a:pt x="14" y="15"/>
                    </a:cubicBezTo>
                    <a:cubicBezTo>
                      <a:pt x="9" y="14"/>
                      <a:pt x="8" y="3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767" name="Freeform 33">
                <a:extLst>
                  <a:ext uri="{FF2B5EF4-FFF2-40B4-BE49-F238E27FC236}">
                    <a16:creationId xmlns:a16="http://schemas.microsoft.com/office/drawing/2014/main" id="{4A0C6EB9-E991-4EEB-96E7-CA1FA5FB02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8" y="2403"/>
                <a:ext cx="21" cy="62"/>
              </a:xfrm>
              <a:custGeom>
                <a:avLst/>
                <a:gdLst>
                  <a:gd name="T0" fmla="*/ 0 w 20"/>
                  <a:gd name="T1" fmla="*/ 68 h 59"/>
                  <a:gd name="T2" fmla="*/ 5 w 20"/>
                  <a:gd name="T3" fmla="*/ 46 h 59"/>
                  <a:gd name="T4" fmla="*/ 14 w 20"/>
                  <a:gd name="T5" fmla="*/ 23 h 59"/>
                  <a:gd name="T6" fmla="*/ 23 w 20"/>
                  <a:gd name="T7" fmla="*/ 0 h 5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59">
                    <a:moveTo>
                      <a:pt x="0" y="59"/>
                    </a:moveTo>
                    <a:cubicBezTo>
                      <a:pt x="0" y="59"/>
                      <a:pt x="7" y="49"/>
                      <a:pt x="5" y="40"/>
                    </a:cubicBezTo>
                    <a:cubicBezTo>
                      <a:pt x="4" y="30"/>
                      <a:pt x="7" y="25"/>
                      <a:pt x="11" y="20"/>
                    </a:cubicBezTo>
                    <a:cubicBezTo>
                      <a:pt x="15" y="14"/>
                      <a:pt x="19" y="7"/>
                      <a:pt x="20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768" name="Freeform 34">
                <a:extLst>
                  <a:ext uri="{FF2B5EF4-FFF2-40B4-BE49-F238E27FC236}">
                    <a16:creationId xmlns:a16="http://schemas.microsoft.com/office/drawing/2014/main" id="{FF90E388-36C4-444B-A976-4493BF8BF0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8" y="2423"/>
                <a:ext cx="12" cy="19"/>
              </a:xfrm>
              <a:custGeom>
                <a:avLst/>
                <a:gdLst>
                  <a:gd name="T0" fmla="*/ 0 w 12"/>
                  <a:gd name="T1" fmla="*/ 0 h 18"/>
                  <a:gd name="T2" fmla="*/ 3 w 12"/>
                  <a:gd name="T3" fmla="*/ 16 h 18"/>
                  <a:gd name="T4" fmla="*/ 12 w 12"/>
                  <a:gd name="T5" fmla="*/ 21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8">
                    <a:moveTo>
                      <a:pt x="0" y="0"/>
                    </a:moveTo>
                    <a:cubicBezTo>
                      <a:pt x="0" y="0"/>
                      <a:pt x="4" y="9"/>
                      <a:pt x="3" y="13"/>
                    </a:cubicBezTo>
                    <a:cubicBezTo>
                      <a:pt x="3" y="18"/>
                      <a:pt x="12" y="18"/>
                      <a:pt x="12" y="18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769" name="Freeform 35">
                <a:extLst>
                  <a:ext uri="{FF2B5EF4-FFF2-40B4-BE49-F238E27FC236}">
                    <a16:creationId xmlns:a16="http://schemas.microsoft.com/office/drawing/2014/main" id="{55DFC530-BE5E-41E5-9374-740EDE5CD9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5" y="1253"/>
                <a:ext cx="77" cy="53"/>
              </a:xfrm>
              <a:custGeom>
                <a:avLst/>
                <a:gdLst>
                  <a:gd name="T0" fmla="*/ 0 w 72"/>
                  <a:gd name="T1" fmla="*/ 0 h 50"/>
                  <a:gd name="T2" fmla="*/ 88 w 72"/>
                  <a:gd name="T3" fmla="*/ 59 h 5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2" h="50">
                    <a:moveTo>
                      <a:pt x="0" y="0"/>
                    </a:moveTo>
                    <a:cubicBezTo>
                      <a:pt x="0" y="0"/>
                      <a:pt x="8" y="33"/>
                      <a:pt x="72" y="5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770" name="Freeform 36">
                <a:extLst>
                  <a:ext uri="{FF2B5EF4-FFF2-40B4-BE49-F238E27FC236}">
                    <a16:creationId xmlns:a16="http://schemas.microsoft.com/office/drawing/2014/main" id="{41EBBCBF-85AA-490D-8B44-926CEBEA54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7" y="1251"/>
                <a:ext cx="10" cy="45"/>
              </a:xfrm>
              <a:custGeom>
                <a:avLst/>
                <a:gdLst>
                  <a:gd name="T0" fmla="*/ 4 w 9"/>
                  <a:gd name="T1" fmla="*/ 0 h 42"/>
                  <a:gd name="T2" fmla="*/ 0 w 9"/>
                  <a:gd name="T3" fmla="*/ 51 h 4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42">
                    <a:moveTo>
                      <a:pt x="4" y="0"/>
                    </a:moveTo>
                    <a:cubicBezTo>
                      <a:pt x="4" y="0"/>
                      <a:pt x="9" y="22"/>
                      <a:pt x="0" y="42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771" name="Freeform 37">
                <a:extLst>
                  <a:ext uri="{FF2B5EF4-FFF2-40B4-BE49-F238E27FC236}">
                    <a16:creationId xmlns:a16="http://schemas.microsoft.com/office/drawing/2014/main" id="{576D0C01-ED1C-4912-8E12-B073CF6F81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6" y="1156"/>
                <a:ext cx="9" cy="17"/>
              </a:xfrm>
              <a:custGeom>
                <a:avLst/>
                <a:gdLst>
                  <a:gd name="T0" fmla="*/ 10 w 8"/>
                  <a:gd name="T1" fmla="*/ 0 h 16"/>
                  <a:gd name="T2" fmla="*/ 11 w 8"/>
                  <a:gd name="T3" fmla="*/ 19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16">
                    <a:moveTo>
                      <a:pt x="7" y="0"/>
                    </a:moveTo>
                    <a:cubicBezTo>
                      <a:pt x="7" y="0"/>
                      <a:pt x="0" y="4"/>
                      <a:pt x="8" y="16"/>
                    </a:cubicBezTo>
                  </a:path>
                </a:pathLst>
              </a:custGeom>
              <a:noFill/>
              <a:ln w="3175" cap="flat">
                <a:solidFill>
                  <a:srgbClr val="5A2218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772" name="Freeform 38">
                <a:extLst>
                  <a:ext uri="{FF2B5EF4-FFF2-40B4-BE49-F238E27FC236}">
                    <a16:creationId xmlns:a16="http://schemas.microsoft.com/office/drawing/2014/main" id="{3EEEE757-63A4-4C3A-B0D9-DA3FFFE627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3" y="1089"/>
                <a:ext cx="21" cy="62"/>
              </a:xfrm>
              <a:custGeom>
                <a:avLst/>
                <a:gdLst>
                  <a:gd name="T0" fmla="*/ 23 w 20"/>
                  <a:gd name="T1" fmla="*/ 0 h 58"/>
                  <a:gd name="T2" fmla="*/ 15 w 20"/>
                  <a:gd name="T3" fmla="*/ 11 h 58"/>
                  <a:gd name="T4" fmla="*/ 6 w 20"/>
                  <a:gd name="T5" fmla="*/ 30 h 58"/>
                  <a:gd name="T6" fmla="*/ 5 w 20"/>
                  <a:gd name="T7" fmla="*/ 50 h 58"/>
                  <a:gd name="T8" fmla="*/ 0 w 20"/>
                  <a:gd name="T9" fmla="*/ 71 h 58"/>
                  <a:gd name="T10" fmla="*/ 3 w 20"/>
                  <a:gd name="T11" fmla="*/ 61 h 58"/>
                  <a:gd name="T12" fmla="*/ 6 w 20"/>
                  <a:gd name="T13" fmla="*/ 49 h 58"/>
                  <a:gd name="T14" fmla="*/ 9 w 20"/>
                  <a:gd name="T15" fmla="*/ 31 h 58"/>
                  <a:gd name="T16" fmla="*/ 14 w 20"/>
                  <a:gd name="T17" fmla="*/ 17 h 58"/>
                  <a:gd name="T18" fmla="*/ 17 w 20"/>
                  <a:gd name="T19" fmla="*/ 11 h 58"/>
                  <a:gd name="T20" fmla="*/ 21 w 20"/>
                  <a:gd name="T21" fmla="*/ 2 h 5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0" h="58">
                    <a:moveTo>
                      <a:pt x="20" y="0"/>
                    </a:moveTo>
                    <a:cubicBezTo>
                      <a:pt x="17" y="1"/>
                      <a:pt x="15" y="6"/>
                      <a:pt x="12" y="8"/>
                    </a:cubicBezTo>
                    <a:cubicBezTo>
                      <a:pt x="8" y="13"/>
                      <a:pt x="7" y="18"/>
                      <a:pt x="6" y="24"/>
                    </a:cubicBezTo>
                    <a:cubicBezTo>
                      <a:pt x="5" y="29"/>
                      <a:pt x="6" y="35"/>
                      <a:pt x="5" y="41"/>
                    </a:cubicBezTo>
                    <a:cubicBezTo>
                      <a:pt x="4" y="47"/>
                      <a:pt x="2" y="53"/>
                      <a:pt x="0" y="58"/>
                    </a:cubicBezTo>
                    <a:cubicBezTo>
                      <a:pt x="0" y="56"/>
                      <a:pt x="2" y="53"/>
                      <a:pt x="3" y="50"/>
                    </a:cubicBezTo>
                    <a:cubicBezTo>
                      <a:pt x="4" y="47"/>
                      <a:pt x="6" y="43"/>
                      <a:pt x="6" y="40"/>
                    </a:cubicBezTo>
                    <a:cubicBezTo>
                      <a:pt x="7" y="35"/>
                      <a:pt x="8" y="30"/>
                      <a:pt x="9" y="25"/>
                    </a:cubicBezTo>
                    <a:cubicBezTo>
                      <a:pt x="9" y="21"/>
                      <a:pt x="10" y="17"/>
                      <a:pt x="11" y="14"/>
                    </a:cubicBezTo>
                    <a:cubicBezTo>
                      <a:pt x="12" y="12"/>
                      <a:pt x="13" y="10"/>
                      <a:pt x="14" y="8"/>
                    </a:cubicBezTo>
                    <a:cubicBezTo>
                      <a:pt x="15" y="6"/>
                      <a:pt x="17" y="4"/>
                      <a:pt x="18" y="2"/>
                    </a:cubicBezTo>
                  </a:path>
                </a:pathLst>
              </a:custGeom>
              <a:solidFill>
                <a:srgbClr val="773C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773" name="Freeform 39">
                <a:extLst>
                  <a:ext uri="{FF2B5EF4-FFF2-40B4-BE49-F238E27FC236}">
                    <a16:creationId xmlns:a16="http://schemas.microsoft.com/office/drawing/2014/main" id="{55BE9C1A-5FF0-466D-A645-BA3D00C6A0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8" y="1157"/>
                <a:ext cx="10" cy="18"/>
              </a:xfrm>
              <a:custGeom>
                <a:avLst/>
                <a:gdLst>
                  <a:gd name="T0" fmla="*/ 11 w 9"/>
                  <a:gd name="T1" fmla="*/ 0 h 17"/>
                  <a:gd name="T2" fmla="*/ 12 w 9"/>
                  <a:gd name="T3" fmla="*/ 20 h 17"/>
                  <a:gd name="T4" fmla="*/ 11 w 9"/>
                  <a:gd name="T5" fmla="*/ 2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7">
                    <a:moveTo>
                      <a:pt x="8" y="0"/>
                    </a:moveTo>
                    <a:cubicBezTo>
                      <a:pt x="9" y="6"/>
                      <a:pt x="5" y="11"/>
                      <a:pt x="9" y="17"/>
                    </a:cubicBezTo>
                    <a:cubicBezTo>
                      <a:pt x="1" y="13"/>
                      <a:pt x="0" y="7"/>
                      <a:pt x="8" y="2"/>
                    </a:cubicBezTo>
                  </a:path>
                </a:pathLst>
              </a:custGeom>
              <a:solidFill>
                <a:srgbClr val="773C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774" name="Freeform 40">
                <a:extLst>
                  <a:ext uri="{FF2B5EF4-FFF2-40B4-BE49-F238E27FC236}">
                    <a16:creationId xmlns:a16="http://schemas.microsoft.com/office/drawing/2014/main" id="{1CC15720-C828-4734-8C21-728864BB52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4" y="1063"/>
                <a:ext cx="10" cy="75"/>
              </a:xfrm>
              <a:custGeom>
                <a:avLst/>
                <a:gdLst>
                  <a:gd name="T0" fmla="*/ 2 w 10"/>
                  <a:gd name="T1" fmla="*/ 86 h 70"/>
                  <a:gd name="T2" fmla="*/ 0 w 10"/>
                  <a:gd name="T3" fmla="*/ 0 h 7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70">
                    <a:moveTo>
                      <a:pt x="2" y="70"/>
                    </a:moveTo>
                    <a:cubicBezTo>
                      <a:pt x="2" y="70"/>
                      <a:pt x="10" y="26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775" name="Freeform 41">
                <a:extLst>
                  <a:ext uri="{FF2B5EF4-FFF2-40B4-BE49-F238E27FC236}">
                    <a16:creationId xmlns:a16="http://schemas.microsoft.com/office/drawing/2014/main" id="{FD8AFC6D-E517-40FD-8D46-A6C43E7F89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3" y="1055"/>
                <a:ext cx="25" cy="23"/>
              </a:xfrm>
              <a:custGeom>
                <a:avLst/>
                <a:gdLst>
                  <a:gd name="T0" fmla="*/ 29 w 23"/>
                  <a:gd name="T1" fmla="*/ 25 h 22"/>
                  <a:gd name="T2" fmla="*/ 5 w 23"/>
                  <a:gd name="T3" fmla="*/ 24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22">
                    <a:moveTo>
                      <a:pt x="23" y="22"/>
                    </a:moveTo>
                    <a:cubicBezTo>
                      <a:pt x="23" y="22"/>
                      <a:pt x="0" y="0"/>
                      <a:pt x="5" y="21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776" name="Freeform 42">
                <a:extLst>
                  <a:ext uri="{FF2B5EF4-FFF2-40B4-BE49-F238E27FC236}">
                    <a16:creationId xmlns:a16="http://schemas.microsoft.com/office/drawing/2014/main" id="{863F5BDC-F482-4B72-BAD9-6E495B7204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0" y="1087"/>
                <a:ext cx="18" cy="21"/>
              </a:xfrm>
              <a:custGeom>
                <a:avLst/>
                <a:gdLst>
                  <a:gd name="T0" fmla="*/ 20 w 17"/>
                  <a:gd name="T1" fmla="*/ 0 h 20"/>
                  <a:gd name="T2" fmla="*/ 20 w 17"/>
                  <a:gd name="T3" fmla="*/ 23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20">
                    <a:moveTo>
                      <a:pt x="17" y="0"/>
                    </a:moveTo>
                    <a:cubicBezTo>
                      <a:pt x="17" y="0"/>
                      <a:pt x="0" y="9"/>
                      <a:pt x="17" y="2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777" name="Freeform 43">
                <a:extLst>
                  <a:ext uri="{FF2B5EF4-FFF2-40B4-BE49-F238E27FC236}">
                    <a16:creationId xmlns:a16="http://schemas.microsoft.com/office/drawing/2014/main" id="{C76464C0-0CA0-4951-8300-64FFE2FF3A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0" y="2971"/>
                <a:ext cx="63" cy="86"/>
              </a:xfrm>
              <a:custGeom>
                <a:avLst/>
                <a:gdLst>
                  <a:gd name="T0" fmla="*/ 0 w 60"/>
                  <a:gd name="T1" fmla="*/ 0 h 81"/>
                  <a:gd name="T2" fmla="*/ 37 w 60"/>
                  <a:gd name="T3" fmla="*/ 37 h 81"/>
                  <a:gd name="T4" fmla="*/ 69 w 60"/>
                  <a:gd name="T5" fmla="*/ 97 h 8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0" h="81">
                    <a:moveTo>
                      <a:pt x="0" y="0"/>
                    </a:moveTo>
                    <a:cubicBezTo>
                      <a:pt x="9" y="3"/>
                      <a:pt x="23" y="23"/>
                      <a:pt x="31" y="31"/>
                    </a:cubicBezTo>
                    <a:cubicBezTo>
                      <a:pt x="46" y="47"/>
                      <a:pt x="52" y="61"/>
                      <a:pt x="60" y="81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778" name="Freeform 44">
                <a:extLst>
                  <a:ext uri="{FF2B5EF4-FFF2-40B4-BE49-F238E27FC236}">
                    <a16:creationId xmlns:a16="http://schemas.microsoft.com/office/drawing/2014/main" id="{84CC17E6-CE8D-4781-8015-FB6B572FF9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3" y="3086"/>
                <a:ext cx="210" cy="52"/>
              </a:xfrm>
              <a:custGeom>
                <a:avLst/>
                <a:gdLst>
                  <a:gd name="T0" fmla="*/ 0 w 197"/>
                  <a:gd name="T1" fmla="*/ 0 h 49"/>
                  <a:gd name="T2" fmla="*/ 35 w 197"/>
                  <a:gd name="T3" fmla="*/ 22 h 49"/>
                  <a:gd name="T4" fmla="*/ 82 w 197"/>
                  <a:gd name="T5" fmla="*/ 48 h 49"/>
                  <a:gd name="T6" fmla="*/ 149 w 197"/>
                  <a:gd name="T7" fmla="*/ 57 h 49"/>
                  <a:gd name="T8" fmla="*/ 239 w 197"/>
                  <a:gd name="T9" fmla="*/ 34 h 4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7" h="49">
                    <a:moveTo>
                      <a:pt x="0" y="0"/>
                    </a:moveTo>
                    <a:cubicBezTo>
                      <a:pt x="6" y="9"/>
                      <a:pt x="20" y="13"/>
                      <a:pt x="29" y="19"/>
                    </a:cubicBezTo>
                    <a:cubicBezTo>
                      <a:pt x="41" y="27"/>
                      <a:pt x="54" y="35"/>
                      <a:pt x="68" y="40"/>
                    </a:cubicBezTo>
                    <a:cubicBezTo>
                      <a:pt x="86" y="46"/>
                      <a:pt x="105" y="49"/>
                      <a:pt x="123" y="48"/>
                    </a:cubicBezTo>
                    <a:cubicBezTo>
                      <a:pt x="150" y="47"/>
                      <a:pt x="172" y="34"/>
                      <a:pt x="197" y="28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779" name="Freeform 45">
                <a:extLst>
                  <a:ext uri="{FF2B5EF4-FFF2-40B4-BE49-F238E27FC236}">
                    <a16:creationId xmlns:a16="http://schemas.microsoft.com/office/drawing/2014/main" id="{1A33252F-07D7-4667-9F29-BADAC41DDA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6" y="3094"/>
                <a:ext cx="38" cy="16"/>
              </a:xfrm>
              <a:custGeom>
                <a:avLst/>
                <a:gdLst>
                  <a:gd name="T0" fmla="*/ 0 w 36"/>
                  <a:gd name="T1" fmla="*/ 0 h 15"/>
                  <a:gd name="T2" fmla="*/ 42 w 36"/>
                  <a:gd name="T3" fmla="*/ 18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6" h="15">
                    <a:moveTo>
                      <a:pt x="0" y="0"/>
                    </a:moveTo>
                    <a:cubicBezTo>
                      <a:pt x="11" y="6"/>
                      <a:pt x="25" y="8"/>
                      <a:pt x="36" y="15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780" name="Freeform 46">
                <a:extLst>
                  <a:ext uri="{FF2B5EF4-FFF2-40B4-BE49-F238E27FC236}">
                    <a16:creationId xmlns:a16="http://schemas.microsoft.com/office/drawing/2014/main" id="{01F779BA-9450-4042-91E8-EF98D76C7F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3" y="3152"/>
                <a:ext cx="56" cy="7"/>
              </a:xfrm>
              <a:custGeom>
                <a:avLst/>
                <a:gdLst>
                  <a:gd name="T0" fmla="*/ 0 w 53"/>
                  <a:gd name="T1" fmla="*/ 2 h 7"/>
                  <a:gd name="T2" fmla="*/ 62 w 53"/>
                  <a:gd name="T3" fmla="*/ 7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3" h="7">
                    <a:moveTo>
                      <a:pt x="0" y="2"/>
                    </a:moveTo>
                    <a:cubicBezTo>
                      <a:pt x="17" y="1"/>
                      <a:pt x="38" y="0"/>
                      <a:pt x="53" y="7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781" name="Freeform 47">
                <a:extLst>
                  <a:ext uri="{FF2B5EF4-FFF2-40B4-BE49-F238E27FC236}">
                    <a16:creationId xmlns:a16="http://schemas.microsoft.com/office/drawing/2014/main" id="{591EA6D1-B64B-4C48-AFC5-B161427BF4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5" y="2778"/>
                <a:ext cx="59" cy="23"/>
              </a:xfrm>
              <a:custGeom>
                <a:avLst/>
                <a:gdLst>
                  <a:gd name="T0" fmla="*/ 0 w 56"/>
                  <a:gd name="T1" fmla="*/ 0 h 22"/>
                  <a:gd name="T2" fmla="*/ 65 w 56"/>
                  <a:gd name="T3" fmla="*/ 25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6" h="22">
                    <a:moveTo>
                      <a:pt x="0" y="0"/>
                    </a:moveTo>
                    <a:cubicBezTo>
                      <a:pt x="21" y="7"/>
                      <a:pt x="38" y="8"/>
                      <a:pt x="56" y="22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782" name="Freeform 48">
                <a:extLst>
                  <a:ext uri="{FF2B5EF4-FFF2-40B4-BE49-F238E27FC236}">
                    <a16:creationId xmlns:a16="http://schemas.microsoft.com/office/drawing/2014/main" id="{0E559673-CC36-4FE6-9677-A8A8846E5F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5" y="3785"/>
                <a:ext cx="104" cy="13"/>
              </a:xfrm>
              <a:custGeom>
                <a:avLst/>
                <a:gdLst>
                  <a:gd name="T0" fmla="*/ 0 w 97"/>
                  <a:gd name="T1" fmla="*/ 5 h 13"/>
                  <a:gd name="T2" fmla="*/ 34 w 97"/>
                  <a:gd name="T3" fmla="*/ 12 h 13"/>
                  <a:gd name="T4" fmla="*/ 68 w 97"/>
                  <a:gd name="T5" fmla="*/ 6 h 13"/>
                  <a:gd name="T6" fmla="*/ 120 w 97"/>
                  <a:gd name="T7" fmla="*/ 13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7" h="13">
                    <a:moveTo>
                      <a:pt x="0" y="5"/>
                    </a:moveTo>
                    <a:cubicBezTo>
                      <a:pt x="9" y="7"/>
                      <a:pt x="18" y="12"/>
                      <a:pt x="28" y="12"/>
                    </a:cubicBezTo>
                    <a:cubicBezTo>
                      <a:pt x="38" y="12"/>
                      <a:pt x="46" y="9"/>
                      <a:pt x="55" y="6"/>
                    </a:cubicBezTo>
                    <a:cubicBezTo>
                      <a:pt x="69" y="0"/>
                      <a:pt x="86" y="1"/>
                      <a:pt x="97" y="13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783" name="Freeform 49">
                <a:extLst>
                  <a:ext uri="{FF2B5EF4-FFF2-40B4-BE49-F238E27FC236}">
                    <a16:creationId xmlns:a16="http://schemas.microsoft.com/office/drawing/2014/main" id="{C381F121-7C32-43CA-A989-26C7848FCF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0" y="3685"/>
                <a:ext cx="43" cy="8"/>
              </a:xfrm>
              <a:custGeom>
                <a:avLst/>
                <a:gdLst>
                  <a:gd name="T0" fmla="*/ 0 w 41"/>
                  <a:gd name="T1" fmla="*/ 0 h 7"/>
                  <a:gd name="T2" fmla="*/ 47 w 41"/>
                  <a:gd name="T3" fmla="*/ 1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1" h="7">
                    <a:moveTo>
                      <a:pt x="0" y="0"/>
                    </a:moveTo>
                    <a:cubicBezTo>
                      <a:pt x="13" y="0"/>
                      <a:pt x="28" y="5"/>
                      <a:pt x="41" y="7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784" name="Freeform 50">
                <a:extLst>
                  <a:ext uri="{FF2B5EF4-FFF2-40B4-BE49-F238E27FC236}">
                    <a16:creationId xmlns:a16="http://schemas.microsoft.com/office/drawing/2014/main" id="{C97BC074-A89E-4EBC-91C6-88FB4E5256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0" y="3978"/>
                <a:ext cx="39" cy="38"/>
              </a:xfrm>
              <a:custGeom>
                <a:avLst/>
                <a:gdLst>
                  <a:gd name="T0" fmla="*/ 4 w 36"/>
                  <a:gd name="T1" fmla="*/ 45 h 35"/>
                  <a:gd name="T2" fmla="*/ 14 w 36"/>
                  <a:gd name="T3" fmla="*/ 14 h 35"/>
                  <a:gd name="T4" fmla="*/ 31 w 36"/>
                  <a:gd name="T5" fmla="*/ 4 h 35"/>
                  <a:gd name="T6" fmla="*/ 46 w 36"/>
                  <a:gd name="T7" fmla="*/ 0 h 3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6" h="35">
                    <a:moveTo>
                      <a:pt x="4" y="35"/>
                    </a:moveTo>
                    <a:cubicBezTo>
                      <a:pt x="0" y="26"/>
                      <a:pt x="2" y="15"/>
                      <a:pt x="11" y="11"/>
                    </a:cubicBezTo>
                    <a:cubicBezTo>
                      <a:pt x="16" y="9"/>
                      <a:pt x="21" y="6"/>
                      <a:pt x="25" y="4"/>
                    </a:cubicBezTo>
                    <a:cubicBezTo>
                      <a:pt x="29" y="3"/>
                      <a:pt x="33" y="2"/>
                      <a:pt x="36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785" name="Freeform 51">
                <a:extLst>
                  <a:ext uri="{FF2B5EF4-FFF2-40B4-BE49-F238E27FC236}">
                    <a16:creationId xmlns:a16="http://schemas.microsoft.com/office/drawing/2014/main" id="{38DFE7E2-A7B3-4E46-9104-33AECF171F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2" y="3959"/>
                <a:ext cx="14" cy="22"/>
              </a:xfrm>
              <a:custGeom>
                <a:avLst/>
                <a:gdLst>
                  <a:gd name="T0" fmla="*/ 0 w 13"/>
                  <a:gd name="T1" fmla="*/ 26 h 20"/>
                  <a:gd name="T2" fmla="*/ 16 w 13"/>
                  <a:gd name="T3" fmla="*/ 0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20">
                    <a:moveTo>
                      <a:pt x="0" y="20"/>
                    </a:moveTo>
                    <a:cubicBezTo>
                      <a:pt x="6" y="15"/>
                      <a:pt x="7" y="5"/>
                      <a:pt x="13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786" name="Freeform 52">
                <a:extLst>
                  <a:ext uri="{FF2B5EF4-FFF2-40B4-BE49-F238E27FC236}">
                    <a16:creationId xmlns:a16="http://schemas.microsoft.com/office/drawing/2014/main" id="{4A26C8AE-69EC-465B-964F-5F0DDFBBAB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0" y="3989"/>
                <a:ext cx="35" cy="25"/>
              </a:xfrm>
              <a:custGeom>
                <a:avLst/>
                <a:gdLst>
                  <a:gd name="T0" fmla="*/ 0 w 33"/>
                  <a:gd name="T1" fmla="*/ 9 h 23"/>
                  <a:gd name="T2" fmla="*/ 33 w 33"/>
                  <a:gd name="T3" fmla="*/ 29 h 23"/>
                  <a:gd name="T4" fmla="*/ 38 w 33"/>
                  <a:gd name="T5" fmla="*/ 11 h 23"/>
                  <a:gd name="T6" fmla="*/ 24 w 33"/>
                  <a:gd name="T7" fmla="*/ 0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" h="23">
                    <a:moveTo>
                      <a:pt x="0" y="6"/>
                    </a:moveTo>
                    <a:cubicBezTo>
                      <a:pt x="14" y="4"/>
                      <a:pt x="24" y="9"/>
                      <a:pt x="27" y="23"/>
                    </a:cubicBezTo>
                    <a:cubicBezTo>
                      <a:pt x="32" y="20"/>
                      <a:pt x="33" y="12"/>
                      <a:pt x="32" y="8"/>
                    </a:cubicBezTo>
                    <a:cubicBezTo>
                      <a:pt x="30" y="3"/>
                      <a:pt x="25" y="3"/>
                      <a:pt x="21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787" name="Freeform 53">
                <a:extLst>
                  <a:ext uri="{FF2B5EF4-FFF2-40B4-BE49-F238E27FC236}">
                    <a16:creationId xmlns:a16="http://schemas.microsoft.com/office/drawing/2014/main" id="{47AB00FF-CC58-45F2-A230-2174E8BB83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3" y="3964"/>
                <a:ext cx="37" cy="46"/>
              </a:xfrm>
              <a:custGeom>
                <a:avLst/>
                <a:gdLst>
                  <a:gd name="T0" fmla="*/ 4 w 35"/>
                  <a:gd name="T1" fmla="*/ 50 h 44"/>
                  <a:gd name="T2" fmla="*/ 3 w 35"/>
                  <a:gd name="T3" fmla="*/ 33 h 44"/>
                  <a:gd name="T4" fmla="*/ 16 w 35"/>
                  <a:gd name="T5" fmla="*/ 22 h 44"/>
                  <a:gd name="T6" fmla="*/ 29 w 35"/>
                  <a:gd name="T7" fmla="*/ 15 h 44"/>
                  <a:gd name="T8" fmla="*/ 36 w 35"/>
                  <a:gd name="T9" fmla="*/ 8 h 44"/>
                  <a:gd name="T10" fmla="*/ 41 w 35"/>
                  <a:gd name="T11" fmla="*/ 0 h 4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5" h="44">
                    <a:moveTo>
                      <a:pt x="4" y="44"/>
                    </a:moveTo>
                    <a:cubicBezTo>
                      <a:pt x="0" y="43"/>
                      <a:pt x="2" y="33"/>
                      <a:pt x="3" y="30"/>
                    </a:cubicBezTo>
                    <a:cubicBezTo>
                      <a:pt x="5" y="26"/>
                      <a:pt x="9" y="22"/>
                      <a:pt x="13" y="19"/>
                    </a:cubicBezTo>
                    <a:cubicBezTo>
                      <a:pt x="16" y="16"/>
                      <a:pt x="21" y="14"/>
                      <a:pt x="25" y="12"/>
                    </a:cubicBezTo>
                    <a:cubicBezTo>
                      <a:pt x="27" y="11"/>
                      <a:pt x="28" y="11"/>
                      <a:pt x="30" y="8"/>
                    </a:cubicBezTo>
                    <a:cubicBezTo>
                      <a:pt x="31" y="6"/>
                      <a:pt x="34" y="1"/>
                      <a:pt x="35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788" name="Freeform 54">
                <a:extLst>
                  <a:ext uri="{FF2B5EF4-FFF2-40B4-BE49-F238E27FC236}">
                    <a16:creationId xmlns:a16="http://schemas.microsoft.com/office/drawing/2014/main" id="{9A310165-52FE-48F5-8A4A-D5A90E639E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1" y="3949"/>
                <a:ext cx="40" cy="42"/>
              </a:xfrm>
              <a:custGeom>
                <a:avLst/>
                <a:gdLst>
                  <a:gd name="T0" fmla="*/ 0 w 38"/>
                  <a:gd name="T1" fmla="*/ 46 h 40"/>
                  <a:gd name="T2" fmla="*/ 15 w 38"/>
                  <a:gd name="T3" fmla="*/ 16 h 40"/>
                  <a:gd name="T4" fmla="*/ 26 w 38"/>
                  <a:gd name="T5" fmla="*/ 9 h 40"/>
                  <a:gd name="T6" fmla="*/ 36 w 38"/>
                  <a:gd name="T7" fmla="*/ 4 h 40"/>
                  <a:gd name="T8" fmla="*/ 44 w 38"/>
                  <a:gd name="T9" fmla="*/ 0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" h="40">
                    <a:moveTo>
                      <a:pt x="0" y="40"/>
                    </a:moveTo>
                    <a:cubicBezTo>
                      <a:pt x="0" y="30"/>
                      <a:pt x="5" y="19"/>
                      <a:pt x="12" y="13"/>
                    </a:cubicBezTo>
                    <a:cubicBezTo>
                      <a:pt x="16" y="11"/>
                      <a:pt x="20" y="11"/>
                      <a:pt x="23" y="9"/>
                    </a:cubicBezTo>
                    <a:cubicBezTo>
                      <a:pt x="26" y="7"/>
                      <a:pt x="28" y="5"/>
                      <a:pt x="30" y="4"/>
                    </a:cubicBezTo>
                    <a:cubicBezTo>
                      <a:pt x="32" y="2"/>
                      <a:pt x="35" y="2"/>
                      <a:pt x="38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789" name="Freeform 55">
                <a:extLst>
                  <a:ext uri="{FF2B5EF4-FFF2-40B4-BE49-F238E27FC236}">
                    <a16:creationId xmlns:a16="http://schemas.microsoft.com/office/drawing/2014/main" id="{53A23266-4883-488F-988D-92FD735233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3" y="3950"/>
                <a:ext cx="12" cy="6"/>
              </a:xfrm>
              <a:custGeom>
                <a:avLst/>
                <a:gdLst>
                  <a:gd name="T0" fmla="*/ 0 w 11"/>
                  <a:gd name="T1" fmla="*/ 6 h 6"/>
                  <a:gd name="T2" fmla="*/ 14 w 11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6">
                    <a:moveTo>
                      <a:pt x="0" y="6"/>
                    </a:moveTo>
                    <a:cubicBezTo>
                      <a:pt x="3" y="2"/>
                      <a:pt x="9" y="2"/>
                      <a:pt x="11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790" name="Freeform 56">
                <a:extLst>
                  <a:ext uri="{FF2B5EF4-FFF2-40B4-BE49-F238E27FC236}">
                    <a16:creationId xmlns:a16="http://schemas.microsoft.com/office/drawing/2014/main" id="{BCE8A25C-B3CF-4F1F-A2DA-209D4F3516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3" y="3942"/>
                <a:ext cx="7" cy="3"/>
              </a:xfrm>
              <a:custGeom>
                <a:avLst/>
                <a:gdLst>
                  <a:gd name="T0" fmla="*/ 0 w 6"/>
                  <a:gd name="T1" fmla="*/ 3 h 3"/>
                  <a:gd name="T2" fmla="*/ 9 w 6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3">
                    <a:moveTo>
                      <a:pt x="0" y="3"/>
                    </a:moveTo>
                    <a:cubicBezTo>
                      <a:pt x="2" y="2"/>
                      <a:pt x="4" y="1"/>
                      <a:pt x="6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791" name="Freeform 57">
                <a:extLst>
                  <a:ext uri="{FF2B5EF4-FFF2-40B4-BE49-F238E27FC236}">
                    <a16:creationId xmlns:a16="http://schemas.microsoft.com/office/drawing/2014/main" id="{3BE12244-65F9-42C2-944F-423065EDF1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1" y="3984"/>
                <a:ext cx="17" cy="13"/>
              </a:xfrm>
              <a:custGeom>
                <a:avLst/>
                <a:gdLst>
                  <a:gd name="T0" fmla="*/ 0 w 16"/>
                  <a:gd name="T1" fmla="*/ 9 h 12"/>
                  <a:gd name="T2" fmla="*/ 16 w 16"/>
                  <a:gd name="T3" fmla="*/ 15 h 12"/>
                  <a:gd name="T4" fmla="*/ 19 w 16"/>
                  <a:gd name="T5" fmla="*/ 9 h 12"/>
                  <a:gd name="T6" fmla="*/ 5 w 16"/>
                  <a:gd name="T7" fmla="*/ 1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12">
                    <a:moveTo>
                      <a:pt x="0" y="6"/>
                    </a:moveTo>
                    <a:cubicBezTo>
                      <a:pt x="7" y="6"/>
                      <a:pt x="9" y="9"/>
                      <a:pt x="13" y="12"/>
                    </a:cubicBezTo>
                    <a:cubicBezTo>
                      <a:pt x="14" y="10"/>
                      <a:pt x="15" y="8"/>
                      <a:pt x="16" y="6"/>
                    </a:cubicBezTo>
                    <a:cubicBezTo>
                      <a:pt x="12" y="5"/>
                      <a:pt x="10" y="0"/>
                      <a:pt x="5" y="1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792" name="Freeform 58">
                <a:extLst>
                  <a:ext uri="{FF2B5EF4-FFF2-40B4-BE49-F238E27FC236}">
                    <a16:creationId xmlns:a16="http://schemas.microsoft.com/office/drawing/2014/main" id="{B00F9C00-4CFE-44AD-A2A0-EC06E46262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3" y="3976"/>
                <a:ext cx="13" cy="13"/>
              </a:xfrm>
              <a:custGeom>
                <a:avLst/>
                <a:gdLst>
                  <a:gd name="T0" fmla="*/ 0 w 12"/>
                  <a:gd name="T1" fmla="*/ 3 h 12"/>
                  <a:gd name="T2" fmla="*/ 12 w 12"/>
                  <a:gd name="T3" fmla="*/ 15 h 12"/>
                  <a:gd name="T4" fmla="*/ 13 w 12"/>
                  <a:gd name="T5" fmla="*/ 15 h 12"/>
                  <a:gd name="T6" fmla="*/ 15 w 12"/>
                  <a:gd name="T7" fmla="*/ 11 h 12"/>
                  <a:gd name="T8" fmla="*/ 3 w 12"/>
                  <a:gd name="T9" fmla="*/ 0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0" y="3"/>
                    </a:moveTo>
                    <a:cubicBezTo>
                      <a:pt x="4" y="4"/>
                      <a:pt x="8" y="9"/>
                      <a:pt x="9" y="12"/>
                    </a:cubicBezTo>
                    <a:cubicBezTo>
                      <a:pt x="9" y="12"/>
                      <a:pt x="9" y="12"/>
                      <a:pt x="10" y="12"/>
                    </a:cubicBezTo>
                    <a:cubicBezTo>
                      <a:pt x="10" y="11"/>
                      <a:pt x="12" y="9"/>
                      <a:pt x="12" y="8"/>
                    </a:cubicBezTo>
                    <a:cubicBezTo>
                      <a:pt x="8" y="7"/>
                      <a:pt x="7" y="1"/>
                      <a:pt x="3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793" name="Freeform 59">
                <a:extLst>
                  <a:ext uri="{FF2B5EF4-FFF2-40B4-BE49-F238E27FC236}">
                    <a16:creationId xmlns:a16="http://schemas.microsoft.com/office/drawing/2014/main" id="{5BB31965-8074-42FF-822E-4D0F716222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0" y="3922"/>
                <a:ext cx="21" cy="18"/>
              </a:xfrm>
              <a:custGeom>
                <a:avLst/>
                <a:gdLst>
                  <a:gd name="T0" fmla="*/ 0 w 20"/>
                  <a:gd name="T1" fmla="*/ 20 h 17"/>
                  <a:gd name="T2" fmla="*/ 23 w 20"/>
                  <a:gd name="T3" fmla="*/ 0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17">
                    <a:moveTo>
                      <a:pt x="0" y="17"/>
                    </a:moveTo>
                    <a:cubicBezTo>
                      <a:pt x="8" y="14"/>
                      <a:pt x="15" y="7"/>
                      <a:pt x="20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794" name="Freeform 60">
                <a:extLst>
                  <a:ext uri="{FF2B5EF4-FFF2-40B4-BE49-F238E27FC236}">
                    <a16:creationId xmlns:a16="http://schemas.microsoft.com/office/drawing/2014/main" id="{130C1E0A-D421-4025-A2FB-356EDFDC9D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9" y="1906"/>
                <a:ext cx="29" cy="55"/>
              </a:xfrm>
              <a:custGeom>
                <a:avLst/>
                <a:gdLst>
                  <a:gd name="T0" fmla="*/ 10 w 27"/>
                  <a:gd name="T1" fmla="*/ 0 h 52"/>
                  <a:gd name="T2" fmla="*/ 33 w 27"/>
                  <a:gd name="T3" fmla="*/ 61 h 52"/>
                  <a:gd name="T4" fmla="*/ 0 w 27"/>
                  <a:gd name="T5" fmla="*/ 34 h 52"/>
                  <a:gd name="T6" fmla="*/ 10 w 27"/>
                  <a:gd name="T7" fmla="*/ 0 h 5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7" h="52">
                    <a:moveTo>
                      <a:pt x="7" y="0"/>
                    </a:moveTo>
                    <a:cubicBezTo>
                      <a:pt x="7" y="0"/>
                      <a:pt x="23" y="30"/>
                      <a:pt x="27" y="52"/>
                    </a:cubicBezTo>
                    <a:cubicBezTo>
                      <a:pt x="0" y="28"/>
                      <a:pt x="0" y="28"/>
                      <a:pt x="0" y="28"/>
                    </a:cubicBezTo>
                    <a:cubicBezTo>
                      <a:pt x="0" y="28"/>
                      <a:pt x="8" y="13"/>
                      <a:pt x="7" y="0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795" name="Freeform 61">
                <a:extLst>
                  <a:ext uri="{FF2B5EF4-FFF2-40B4-BE49-F238E27FC236}">
                    <a16:creationId xmlns:a16="http://schemas.microsoft.com/office/drawing/2014/main" id="{415D55B2-DFE6-427C-BA6D-0C5386A1DF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4" y="1812"/>
                <a:ext cx="37" cy="99"/>
              </a:xfrm>
              <a:custGeom>
                <a:avLst/>
                <a:gdLst>
                  <a:gd name="T0" fmla="*/ 0 w 35"/>
                  <a:gd name="T1" fmla="*/ 0 h 93"/>
                  <a:gd name="T2" fmla="*/ 15 w 35"/>
                  <a:gd name="T3" fmla="*/ 39 h 93"/>
                  <a:gd name="T4" fmla="*/ 38 w 35"/>
                  <a:gd name="T5" fmla="*/ 112 h 9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5" h="93">
                    <a:moveTo>
                      <a:pt x="0" y="0"/>
                    </a:moveTo>
                    <a:cubicBezTo>
                      <a:pt x="0" y="0"/>
                      <a:pt x="4" y="22"/>
                      <a:pt x="12" y="33"/>
                    </a:cubicBezTo>
                    <a:cubicBezTo>
                      <a:pt x="19" y="44"/>
                      <a:pt x="35" y="65"/>
                      <a:pt x="32" y="93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796" name="Freeform 62">
                <a:extLst>
                  <a:ext uri="{FF2B5EF4-FFF2-40B4-BE49-F238E27FC236}">
                    <a16:creationId xmlns:a16="http://schemas.microsoft.com/office/drawing/2014/main" id="{383DBCBC-AEA1-4CE1-B757-EF892DDA51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8" y="1961"/>
                <a:ext cx="45" cy="88"/>
              </a:xfrm>
              <a:custGeom>
                <a:avLst/>
                <a:gdLst>
                  <a:gd name="T0" fmla="*/ 0 w 42"/>
                  <a:gd name="T1" fmla="*/ 0 h 82"/>
                  <a:gd name="T2" fmla="*/ 51 w 42"/>
                  <a:gd name="T3" fmla="*/ 101 h 8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2" h="82">
                    <a:moveTo>
                      <a:pt x="0" y="0"/>
                    </a:moveTo>
                    <a:cubicBezTo>
                      <a:pt x="0" y="0"/>
                      <a:pt x="32" y="18"/>
                      <a:pt x="42" y="82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797" name="Freeform 63">
                <a:extLst>
                  <a:ext uri="{FF2B5EF4-FFF2-40B4-BE49-F238E27FC236}">
                    <a16:creationId xmlns:a16="http://schemas.microsoft.com/office/drawing/2014/main" id="{06B4F8C3-9845-4D11-A4E4-990BFD240D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9" y="1453"/>
                <a:ext cx="432" cy="576"/>
              </a:xfrm>
              <a:custGeom>
                <a:avLst/>
                <a:gdLst>
                  <a:gd name="T0" fmla="*/ 318 w 406"/>
                  <a:gd name="T1" fmla="*/ 0 h 540"/>
                  <a:gd name="T2" fmla="*/ 376 w 406"/>
                  <a:gd name="T3" fmla="*/ 164 h 540"/>
                  <a:gd name="T4" fmla="*/ 406 w 406"/>
                  <a:gd name="T5" fmla="*/ 220 h 540"/>
                  <a:gd name="T6" fmla="*/ 475 w 406"/>
                  <a:gd name="T7" fmla="*/ 423 h 540"/>
                  <a:gd name="T8" fmla="*/ 282 w 406"/>
                  <a:gd name="T9" fmla="*/ 630 h 540"/>
                  <a:gd name="T10" fmla="*/ 0 w 406"/>
                  <a:gd name="T11" fmla="*/ 511 h 54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06" h="540">
                    <a:moveTo>
                      <a:pt x="264" y="0"/>
                    </a:moveTo>
                    <a:cubicBezTo>
                      <a:pt x="264" y="0"/>
                      <a:pt x="300" y="112"/>
                      <a:pt x="312" y="135"/>
                    </a:cubicBezTo>
                    <a:cubicBezTo>
                      <a:pt x="324" y="157"/>
                      <a:pt x="334" y="171"/>
                      <a:pt x="337" y="181"/>
                    </a:cubicBezTo>
                    <a:cubicBezTo>
                      <a:pt x="341" y="191"/>
                      <a:pt x="406" y="268"/>
                      <a:pt x="394" y="349"/>
                    </a:cubicBezTo>
                    <a:cubicBezTo>
                      <a:pt x="382" y="430"/>
                      <a:pt x="347" y="498"/>
                      <a:pt x="234" y="519"/>
                    </a:cubicBezTo>
                    <a:cubicBezTo>
                      <a:pt x="121" y="540"/>
                      <a:pt x="28" y="474"/>
                      <a:pt x="0" y="421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798" name="Freeform 64">
                <a:extLst>
                  <a:ext uri="{FF2B5EF4-FFF2-40B4-BE49-F238E27FC236}">
                    <a16:creationId xmlns:a16="http://schemas.microsoft.com/office/drawing/2014/main" id="{98F8FF5B-F62B-484E-B775-7CB614EB9C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7" y="1930"/>
                <a:ext cx="64" cy="29"/>
              </a:xfrm>
              <a:custGeom>
                <a:avLst/>
                <a:gdLst>
                  <a:gd name="T0" fmla="*/ 73 w 60"/>
                  <a:gd name="T1" fmla="*/ 31 h 28"/>
                  <a:gd name="T2" fmla="*/ 0 w 60"/>
                  <a:gd name="T3" fmla="*/ 17 h 2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0" h="28">
                    <a:moveTo>
                      <a:pt x="60" y="28"/>
                    </a:moveTo>
                    <a:cubicBezTo>
                      <a:pt x="60" y="28"/>
                      <a:pt x="20" y="0"/>
                      <a:pt x="0" y="14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799" name="Freeform 65">
                <a:extLst>
                  <a:ext uri="{FF2B5EF4-FFF2-40B4-BE49-F238E27FC236}">
                    <a16:creationId xmlns:a16="http://schemas.microsoft.com/office/drawing/2014/main" id="{AEF958D7-3DFB-4A6E-8AAF-DABBA55ED9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5" y="1855"/>
                <a:ext cx="11" cy="7"/>
              </a:xfrm>
              <a:custGeom>
                <a:avLst/>
                <a:gdLst>
                  <a:gd name="T0" fmla="*/ 11 w 11"/>
                  <a:gd name="T1" fmla="*/ 7 h 7"/>
                  <a:gd name="T2" fmla="*/ 0 w 11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7">
                    <a:moveTo>
                      <a:pt x="11" y="7"/>
                    </a:moveTo>
                    <a:cubicBezTo>
                      <a:pt x="8" y="5"/>
                      <a:pt x="4" y="2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800" name="Freeform 66">
                <a:extLst>
                  <a:ext uri="{FF2B5EF4-FFF2-40B4-BE49-F238E27FC236}">
                    <a16:creationId xmlns:a16="http://schemas.microsoft.com/office/drawing/2014/main" id="{94E91963-3F6B-4AA2-B29D-0E60826D3C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2" y="1868"/>
                <a:ext cx="4" cy="5"/>
              </a:xfrm>
              <a:custGeom>
                <a:avLst/>
                <a:gdLst>
                  <a:gd name="T0" fmla="*/ 4 w 4"/>
                  <a:gd name="T1" fmla="*/ 5 h 5"/>
                  <a:gd name="T2" fmla="*/ 0 w 4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5">
                    <a:moveTo>
                      <a:pt x="4" y="5"/>
                    </a:moveTo>
                    <a:cubicBezTo>
                      <a:pt x="3" y="3"/>
                      <a:pt x="1" y="2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801" name="Freeform 67">
                <a:extLst>
                  <a:ext uri="{FF2B5EF4-FFF2-40B4-BE49-F238E27FC236}">
                    <a16:creationId xmlns:a16="http://schemas.microsoft.com/office/drawing/2014/main" id="{0B898A8D-4439-4061-A724-403E20BCE2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4" y="1876"/>
                <a:ext cx="187" cy="110"/>
              </a:xfrm>
              <a:custGeom>
                <a:avLst/>
                <a:gdLst>
                  <a:gd name="T0" fmla="*/ 13 w 175"/>
                  <a:gd name="T1" fmla="*/ 30 h 103"/>
                  <a:gd name="T2" fmla="*/ 5 w 175"/>
                  <a:gd name="T3" fmla="*/ 77 h 103"/>
                  <a:gd name="T4" fmla="*/ 127 w 175"/>
                  <a:gd name="T5" fmla="*/ 105 h 103"/>
                  <a:gd name="T6" fmla="*/ 200 w 175"/>
                  <a:gd name="T7" fmla="*/ 4 h 103"/>
                  <a:gd name="T8" fmla="*/ 198 w 175"/>
                  <a:gd name="T9" fmla="*/ 0 h 10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5" h="103">
                    <a:moveTo>
                      <a:pt x="10" y="24"/>
                    </a:moveTo>
                    <a:cubicBezTo>
                      <a:pt x="2" y="37"/>
                      <a:pt x="0" y="51"/>
                      <a:pt x="5" y="63"/>
                    </a:cubicBezTo>
                    <a:cubicBezTo>
                      <a:pt x="15" y="92"/>
                      <a:pt x="60" y="103"/>
                      <a:pt x="104" y="86"/>
                    </a:cubicBezTo>
                    <a:cubicBezTo>
                      <a:pt x="148" y="70"/>
                      <a:pt x="175" y="33"/>
                      <a:pt x="164" y="4"/>
                    </a:cubicBezTo>
                    <a:cubicBezTo>
                      <a:pt x="164" y="3"/>
                      <a:pt x="163" y="1"/>
                      <a:pt x="162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802" name="Freeform 68">
                <a:extLst>
                  <a:ext uri="{FF2B5EF4-FFF2-40B4-BE49-F238E27FC236}">
                    <a16:creationId xmlns:a16="http://schemas.microsoft.com/office/drawing/2014/main" id="{7E3B892B-798C-45A7-A140-3343A57648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2" y="1852"/>
                <a:ext cx="65" cy="41"/>
              </a:xfrm>
              <a:custGeom>
                <a:avLst/>
                <a:gdLst>
                  <a:gd name="T0" fmla="*/ 74 w 61"/>
                  <a:gd name="T1" fmla="*/ 0 h 39"/>
                  <a:gd name="T2" fmla="*/ 59 w 61"/>
                  <a:gd name="T3" fmla="*/ 4 h 39"/>
                  <a:gd name="T4" fmla="*/ 0 w 61"/>
                  <a:gd name="T5" fmla="*/ 45 h 3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1" h="39">
                    <a:moveTo>
                      <a:pt x="61" y="0"/>
                    </a:moveTo>
                    <a:cubicBezTo>
                      <a:pt x="57" y="2"/>
                      <a:pt x="53" y="3"/>
                      <a:pt x="49" y="4"/>
                    </a:cubicBezTo>
                    <a:cubicBezTo>
                      <a:pt x="28" y="12"/>
                      <a:pt x="11" y="24"/>
                      <a:pt x="0" y="39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803" name="Freeform 69">
                <a:extLst>
                  <a:ext uri="{FF2B5EF4-FFF2-40B4-BE49-F238E27FC236}">
                    <a16:creationId xmlns:a16="http://schemas.microsoft.com/office/drawing/2014/main" id="{4C67E2BD-1D2F-4B30-8C69-D3C5650B46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9" y="1847"/>
                <a:ext cx="22" cy="3"/>
              </a:xfrm>
              <a:custGeom>
                <a:avLst/>
                <a:gdLst>
                  <a:gd name="T0" fmla="*/ 26 w 20"/>
                  <a:gd name="T1" fmla="*/ 0 h 2"/>
                  <a:gd name="T2" fmla="*/ 0 w 20"/>
                  <a:gd name="T3" fmla="*/ 8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2">
                    <a:moveTo>
                      <a:pt x="20" y="0"/>
                    </a:moveTo>
                    <a:cubicBezTo>
                      <a:pt x="14" y="0"/>
                      <a:pt x="7" y="1"/>
                      <a:pt x="0" y="2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804" name="Freeform 70">
                <a:extLst>
                  <a:ext uri="{FF2B5EF4-FFF2-40B4-BE49-F238E27FC236}">
                    <a16:creationId xmlns:a16="http://schemas.microsoft.com/office/drawing/2014/main" id="{0F87B188-F3A5-4698-8F4F-907835C690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7" y="1947"/>
                <a:ext cx="210" cy="206"/>
              </a:xfrm>
              <a:custGeom>
                <a:avLst/>
                <a:gdLst>
                  <a:gd name="T0" fmla="*/ 239 w 197"/>
                  <a:gd name="T1" fmla="*/ 0 h 194"/>
                  <a:gd name="T2" fmla="*/ 233 w 197"/>
                  <a:gd name="T3" fmla="*/ 36 h 194"/>
                  <a:gd name="T4" fmla="*/ 140 w 197"/>
                  <a:gd name="T5" fmla="*/ 158 h 194"/>
                  <a:gd name="T6" fmla="*/ 0 w 197"/>
                  <a:gd name="T7" fmla="*/ 233 h 19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7" h="194">
                    <a:moveTo>
                      <a:pt x="197" y="0"/>
                    </a:moveTo>
                    <a:cubicBezTo>
                      <a:pt x="197" y="0"/>
                      <a:pt x="192" y="17"/>
                      <a:pt x="192" y="30"/>
                    </a:cubicBezTo>
                    <a:cubicBezTo>
                      <a:pt x="192" y="42"/>
                      <a:pt x="164" y="110"/>
                      <a:pt x="115" y="132"/>
                    </a:cubicBezTo>
                    <a:cubicBezTo>
                      <a:pt x="65" y="155"/>
                      <a:pt x="22" y="176"/>
                      <a:pt x="0" y="194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805" name="Freeform 71">
                <a:extLst>
                  <a:ext uri="{FF2B5EF4-FFF2-40B4-BE49-F238E27FC236}">
                    <a16:creationId xmlns:a16="http://schemas.microsoft.com/office/drawing/2014/main" id="{0C50F842-4E3D-46C1-9F91-B173657EFB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7" y="2087"/>
                <a:ext cx="202" cy="275"/>
              </a:xfrm>
              <a:custGeom>
                <a:avLst/>
                <a:gdLst>
                  <a:gd name="T0" fmla="*/ 229 w 190"/>
                  <a:gd name="T1" fmla="*/ 0 h 258"/>
                  <a:gd name="T2" fmla="*/ 168 w 190"/>
                  <a:gd name="T3" fmla="*/ 71 h 258"/>
                  <a:gd name="T4" fmla="*/ 0 w 190"/>
                  <a:gd name="T5" fmla="*/ 312 h 25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0" h="258">
                    <a:moveTo>
                      <a:pt x="190" y="0"/>
                    </a:moveTo>
                    <a:cubicBezTo>
                      <a:pt x="190" y="0"/>
                      <a:pt x="153" y="32"/>
                      <a:pt x="140" y="59"/>
                    </a:cubicBezTo>
                    <a:cubicBezTo>
                      <a:pt x="128" y="86"/>
                      <a:pt x="94" y="191"/>
                      <a:pt x="0" y="258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806" name="Freeform 72">
                <a:extLst>
                  <a:ext uri="{FF2B5EF4-FFF2-40B4-BE49-F238E27FC236}">
                    <a16:creationId xmlns:a16="http://schemas.microsoft.com/office/drawing/2014/main" id="{A795A301-2F09-45B8-8764-753FC62574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5" y="2177"/>
                <a:ext cx="479" cy="474"/>
              </a:xfrm>
              <a:custGeom>
                <a:avLst/>
                <a:gdLst>
                  <a:gd name="T0" fmla="*/ 0 w 449"/>
                  <a:gd name="T1" fmla="*/ 538 h 445"/>
                  <a:gd name="T2" fmla="*/ 20 w 449"/>
                  <a:gd name="T3" fmla="*/ 487 h 445"/>
                  <a:gd name="T4" fmla="*/ 54 w 449"/>
                  <a:gd name="T5" fmla="*/ 429 h 445"/>
                  <a:gd name="T6" fmla="*/ 131 w 449"/>
                  <a:gd name="T7" fmla="*/ 372 h 445"/>
                  <a:gd name="T8" fmla="*/ 294 w 449"/>
                  <a:gd name="T9" fmla="*/ 234 h 445"/>
                  <a:gd name="T10" fmla="*/ 412 w 449"/>
                  <a:gd name="T11" fmla="*/ 94 h 445"/>
                  <a:gd name="T12" fmla="*/ 545 w 449"/>
                  <a:gd name="T13" fmla="*/ 0 h 44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49" h="445">
                    <a:moveTo>
                      <a:pt x="0" y="445"/>
                    </a:moveTo>
                    <a:cubicBezTo>
                      <a:pt x="0" y="445"/>
                      <a:pt x="12" y="419"/>
                      <a:pt x="17" y="403"/>
                    </a:cubicBezTo>
                    <a:cubicBezTo>
                      <a:pt x="21" y="388"/>
                      <a:pt x="26" y="369"/>
                      <a:pt x="45" y="355"/>
                    </a:cubicBezTo>
                    <a:cubicBezTo>
                      <a:pt x="63" y="341"/>
                      <a:pt x="87" y="318"/>
                      <a:pt x="108" y="308"/>
                    </a:cubicBezTo>
                    <a:cubicBezTo>
                      <a:pt x="129" y="298"/>
                      <a:pt x="216" y="243"/>
                      <a:pt x="243" y="194"/>
                    </a:cubicBezTo>
                    <a:cubicBezTo>
                      <a:pt x="269" y="145"/>
                      <a:pt x="310" y="121"/>
                      <a:pt x="339" y="78"/>
                    </a:cubicBezTo>
                    <a:cubicBezTo>
                      <a:pt x="369" y="34"/>
                      <a:pt x="422" y="5"/>
                      <a:pt x="449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807" name="Freeform 73">
                <a:extLst>
                  <a:ext uri="{FF2B5EF4-FFF2-40B4-BE49-F238E27FC236}">
                    <a16:creationId xmlns:a16="http://schemas.microsoft.com/office/drawing/2014/main" id="{2F3AC801-81A5-44EF-92C1-BD2FF2123C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9" y="2246"/>
                <a:ext cx="198" cy="37"/>
              </a:xfrm>
              <a:custGeom>
                <a:avLst/>
                <a:gdLst>
                  <a:gd name="T0" fmla="*/ 0 w 185"/>
                  <a:gd name="T1" fmla="*/ 41 h 35"/>
                  <a:gd name="T2" fmla="*/ 156 w 185"/>
                  <a:gd name="T3" fmla="*/ 13 h 35"/>
                  <a:gd name="T4" fmla="*/ 227 w 185"/>
                  <a:gd name="T5" fmla="*/ 3 h 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5" h="35">
                    <a:moveTo>
                      <a:pt x="0" y="35"/>
                    </a:moveTo>
                    <a:cubicBezTo>
                      <a:pt x="0" y="35"/>
                      <a:pt x="74" y="0"/>
                      <a:pt x="127" y="10"/>
                    </a:cubicBezTo>
                    <a:cubicBezTo>
                      <a:pt x="181" y="20"/>
                      <a:pt x="185" y="3"/>
                      <a:pt x="185" y="3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808" name="Freeform 74">
                <a:extLst>
                  <a:ext uri="{FF2B5EF4-FFF2-40B4-BE49-F238E27FC236}">
                    <a16:creationId xmlns:a16="http://schemas.microsoft.com/office/drawing/2014/main" id="{C84DF54B-ABCF-4DDB-A108-E6DEDD0EDF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5" y="2461"/>
                <a:ext cx="234" cy="51"/>
              </a:xfrm>
              <a:custGeom>
                <a:avLst/>
                <a:gdLst>
                  <a:gd name="T0" fmla="*/ 0 w 220"/>
                  <a:gd name="T1" fmla="*/ 46 h 48"/>
                  <a:gd name="T2" fmla="*/ 61 w 220"/>
                  <a:gd name="T3" fmla="*/ 41 h 48"/>
                  <a:gd name="T4" fmla="*/ 265 w 220"/>
                  <a:gd name="T5" fmla="*/ 57 h 4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0" h="48">
                    <a:moveTo>
                      <a:pt x="0" y="38"/>
                    </a:moveTo>
                    <a:cubicBezTo>
                      <a:pt x="0" y="38"/>
                      <a:pt x="29" y="31"/>
                      <a:pt x="51" y="35"/>
                    </a:cubicBezTo>
                    <a:cubicBezTo>
                      <a:pt x="72" y="39"/>
                      <a:pt x="122" y="0"/>
                      <a:pt x="220" y="48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809" name="Freeform 75">
                <a:extLst>
                  <a:ext uri="{FF2B5EF4-FFF2-40B4-BE49-F238E27FC236}">
                    <a16:creationId xmlns:a16="http://schemas.microsoft.com/office/drawing/2014/main" id="{14266E4C-F5A1-442C-9190-BB98877EF7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1" y="1580"/>
                <a:ext cx="50" cy="103"/>
              </a:xfrm>
              <a:custGeom>
                <a:avLst/>
                <a:gdLst>
                  <a:gd name="T0" fmla="*/ 2 w 47"/>
                  <a:gd name="T1" fmla="*/ 116 h 97"/>
                  <a:gd name="T2" fmla="*/ 56 w 47"/>
                  <a:gd name="T3" fmla="*/ 0 h 9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7" h="97">
                    <a:moveTo>
                      <a:pt x="2" y="97"/>
                    </a:moveTo>
                    <a:cubicBezTo>
                      <a:pt x="2" y="97"/>
                      <a:pt x="0" y="50"/>
                      <a:pt x="47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810" name="Freeform 76">
                <a:extLst>
                  <a:ext uri="{FF2B5EF4-FFF2-40B4-BE49-F238E27FC236}">
                    <a16:creationId xmlns:a16="http://schemas.microsoft.com/office/drawing/2014/main" id="{92777EC9-C973-4425-AB22-4CE81C6C15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9" y="1610"/>
                <a:ext cx="96" cy="36"/>
              </a:xfrm>
              <a:custGeom>
                <a:avLst/>
                <a:gdLst>
                  <a:gd name="T0" fmla="*/ 0 w 90"/>
                  <a:gd name="T1" fmla="*/ 40 h 34"/>
                  <a:gd name="T2" fmla="*/ 41 w 90"/>
                  <a:gd name="T3" fmla="*/ 28 h 34"/>
                  <a:gd name="T4" fmla="*/ 109 w 90"/>
                  <a:gd name="T5" fmla="*/ 0 h 3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0" h="34">
                    <a:moveTo>
                      <a:pt x="0" y="34"/>
                    </a:moveTo>
                    <a:cubicBezTo>
                      <a:pt x="0" y="34"/>
                      <a:pt x="17" y="23"/>
                      <a:pt x="34" y="24"/>
                    </a:cubicBezTo>
                    <a:cubicBezTo>
                      <a:pt x="51" y="26"/>
                      <a:pt x="79" y="16"/>
                      <a:pt x="90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811" name="Freeform 77">
                <a:extLst>
                  <a:ext uri="{FF2B5EF4-FFF2-40B4-BE49-F238E27FC236}">
                    <a16:creationId xmlns:a16="http://schemas.microsoft.com/office/drawing/2014/main" id="{2EB15646-99C6-4773-9F35-BB32A251C3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0" y="1784"/>
                <a:ext cx="116" cy="57"/>
              </a:xfrm>
              <a:custGeom>
                <a:avLst/>
                <a:gdLst>
                  <a:gd name="T0" fmla="*/ 0 w 109"/>
                  <a:gd name="T1" fmla="*/ 0 h 54"/>
                  <a:gd name="T2" fmla="*/ 131 w 109"/>
                  <a:gd name="T3" fmla="*/ 63 h 5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9" h="54">
                    <a:moveTo>
                      <a:pt x="0" y="0"/>
                    </a:moveTo>
                    <a:cubicBezTo>
                      <a:pt x="0" y="0"/>
                      <a:pt x="77" y="41"/>
                      <a:pt x="109" y="54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812" name="Freeform 78">
                <a:extLst>
                  <a:ext uri="{FF2B5EF4-FFF2-40B4-BE49-F238E27FC236}">
                    <a16:creationId xmlns:a16="http://schemas.microsoft.com/office/drawing/2014/main" id="{E891AED7-9073-4000-9C35-C3B64BD1F7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6" y="1853"/>
                <a:ext cx="46" cy="78"/>
              </a:xfrm>
              <a:custGeom>
                <a:avLst/>
                <a:gdLst>
                  <a:gd name="T0" fmla="*/ 52 w 43"/>
                  <a:gd name="T1" fmla="*/ 0 h 73"/>
                  <a:gd name="T2" fmla="*/ 33 w 43"/>
                  <a:gd name="T3" fmla="*/ 26 h 73"/>
                  <a:gd name="T4" fmla="*/ 1 w 43"/>
                  <a:gd name="T5" fmla="*/ 89 h 7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" h="73">
                    <a:moveTo>
                      <a:pt x="43" y="0"/>
                    </a:moveTo>
                    <a:cubicBezTo>
                      <a:pt x="43" y="0"/>
                      <a:pt x="41" y="15"/>
                      <a:pt x="27" y="21"/>
                    </a:cubicBezTo>
                    <a:cubicBezTo>
                      <a:pt x="13" y="27"/>
                      <a:pt x="0" y="53"/>
                      <a:pt x="1" y="73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813" name="Freeform 79">
                <a:extLst>
                  <a:ext uri="{FF2B5EF4-FFF2-40B4-BE49-F238E27FC236}">
                    <a16:creationId xmlns:a16="http://schemas.microsoft.com/office/drawing/2014/main" id="{B02FAD7A-6DB6-4413-9471-DC2517366C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2" y="1890"/>
                <a:ext cx="22" cy="4"/>
              </a:xfrm>
              <a:custGeom>
                <a:avLst/>
                <a:gdLst>
                  <a:gd name="T0" fmla="*/ 26 w 20"/>
                  <a:gd name="T1" fmla="*/ 0 h 4"/>
                  <a:gd name="T2" fmla="*/ 0 w 20"/>
                  <a:gd name="T3" fmla="*/ 3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4">
                    <a:moveTo>
                      <a:pt x="20" y="0"/>
                    </a:moveTo>
                    <a:cubicBezTo>
                      <a:pt x="20" y="0"/>
                      <a:pt x="9" y="4"/>
                      <a:pt x="0" y="3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814" name="Freeform 80">
                <a:extLst>
                  <a:ext uri="{FF2B5EF4-FFF2-40B4-BE49-F238E27FC236}">
                    <a16:creationId xmlns:a16="http://schemas.microsoft.com/office/drawing/2014/main" id="{E949FC95-9629-47BA-AEA1-70CB9F6C08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1" y="2381"/>
                <a:ext cx="57" cy="158"/>
              </a:xfrm>
              <a:custGeom>
                <a:avLst/>
                <a:gdLst>
                  <a:gd name="T0" fmla="*/ 23 w 54"/>
                  <a:gd name="T1" fmla="*/ 180 h 148"/>
                  <a:gd name="T2" fmla="*/ 36 w 54"/>
                  <a:gd name="T3" fmla="*/ 138 h 148"/>
                  <a:gd name="T4" fmla="*/ 49 w 54"/>
                  <a:gd name="T5" fmla="*/ 121 h 148"/>
                  <a:gd name="T6" fmla="*/ 59 w 54"/>
                  <a:gd name="T7" fmla="*/ 96 h 148"/>
                  <a:gd name="T8" fmla="*/ 61 w 54"/>
                  <a:gd name="T9" fmla="*/ 82 h 148"/>
                  <a:gd name="T10" fmla="*/ 61 w 54"/>
                  <a:gd name="T11" fmla="*/ 47 h 148"/>
                  <a:gd name="T12" fmla="*/ 54 w 54"/>
                  <a:gd name="T13" fmla="*/ 27 h 148"/>
                  <a:gd name="T14" fmla="*/ 33 w 54"/>
                  <a:gd name="T15" fmla="*/ 0 h 148"/>
                  <a:gd name="T16" fmla="*/ 25 w 54"/>
                  <a:gd name="T17" fmla="*/ 15 h 148"/>
                  <a:gd name="T18" fmla="*/ 0 w 54"/>
                  <a:gd name="T19" fmla="*/ 130 h 14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4" h="148">
                    <a:moveTo>
                      <a:pt x="20" y="148"/>
                    </a:moveTo>
                    <a:cubicBezTo>
                      <a:pt x="20" y="148"/>
                      <a:pt x="17" y="123"/>
                      <a:pt x="30" y="113"/>
                    </a:cubicBezTo>
                    <a:cubicBezTo>
                      <a:pt x="42" y="102"/>
                      <a:pt x="42" y="105"/>
                      <a:pt x="42" y="99"/>
                    </a:cubicBezTo>
                    <a:cubicBezTo>
                      <a:pt x="42" y="94"/>
                      <a:pt x="47" y="83"/>
                      <a:pt x="50" y="79"/>
                    </a:cubicBezTo>
                    <a:cubicBezTo>
                      <a:pt x="54" y="75"/>
                      <a:pt x="54" y="73"/>
                      <a:pt x="52" y="67"/>
                    </a:cubicBezTo>
                    <a:cubicBezTo>
                      <a:pt x="50" y="61"/>
                      <a:pt x="50" y="45"/>
                      <a:pt x="52" y="38"/>
                    </a:cubicBezTo>
                    <a:cubicBezTo>
                      <a:pt x="54" y="32"/>
                      <a:pt x="49" y="27"/>
                      <a:pt x="45" y="22"/>
                    </a:cubicBezTo>
                    <a:cubicBezTo>
                      <a:pt x="41" y="17"/>
                      <a:pt x="27" y="0"/>
                      <a:pt x="27" y="0"/>
                    </a:cubicBezTo>
                    <a:cubicBezTo>
                      <a:pt x="27" y="0"/>
                      <a:pt x="22" y="3"/>
                      <a:pt x="22" y="12"/>
                    </a:cubicBezTo>
                    <a:cubicBezTo>
                      <a:pt x="22" y="22"/>
                      <a:pt x="39" y="95"/>
                      <a:pt x="0" y="107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815" name="Freeform 81">
                <a:extLst>
                  <a:ext uri="{FF2B5EF4-FFF2-40B4-BE49-F238E27FC236}">
                    <a16:creationId xmlns:a16="http://schemas.microsoft.com/office/drawing/2014/main" id="{FF6556D6-83BC-4D82-AB8A-7BD625F191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0" y="2372"/>
                <a:ext cx="38" cy="33"/>
              </a:xfrm>
              <a:custGeom>
                <a:avLst/>
                <a:gdLst>
                  <a:gd name="T0" fmla="*/ 45 w 35"/>
                  <a:gd name="T1" fmla="*/ 3 h 31"/>
                  <a:gd name="T2" fmla="*/ 0 w 35"/>
                  <a:gd name="T3" fmla="*/ 37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5" h="31">
                    <a:moveTo>
                      <a:pt x="35" y="3"/>
                    </a:moveTo>
                    <a:cubicBezTo>
                      <a:pt x="35" y="3"/>
                      <a:pt x="10" y="0"/>
                      <a:pt x="0" y="31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816" name="Freeform 82">
                <a:extLst>
                  <a:ext uri="{FF2B5EF4-FFF2-40B4-BE49-F238E27FC236}">
                    <a16:creationId xmlns:a16="http://schemas.microsoft.com/office/drawing/2014/main" id="{B7050FDD-0DDD-4553-B79A-98610AE839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5" y="2456"/>
                <a:ext cx="33" cy="33"/>
              </a:xfrm>
              <a:custGeom>
                <a:avLst/>
                <a:gdLst>
                  <a:gd name="T0" fmla="*/ 4 w 31"/>
                  <a:gd name="T1" fmla="*/ 28 h 31"/>
                  <a:gd name="T2" fmla="*/ 30 w 31"/>
                  <a:gd name="T3" fmla="*/ 32 h 31"/>
                  <a:gd name="T4" fmla="*/ 18 w 31"/>
                  <a:gd name="T5" fmla="*/ 1 h 31"/>
                  <a:gd name="T6" fmla="*/ 4 w 31"/>
                  <a:gd name="T7" fmla="*/ 28 h 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1" h="31">
                    <a:moveTo>
                      <a:pt x="4" y="23"/>
                    </a:moveTo>
                    <a:cubicBezTo>
                      <a:pt x="4" y="23"/>
                      <a:pt x="16" y="31"/>
                      <a:pt x="24" y="26"/>
                    </a:cubicBezTo>
                    <a:cubicBezTo>
                      <a:pt x="24" y="26"/>
                      <a:pt x="31" y="1"/>
                      <a:pt x="15" y="1"/>
                    </a:cubicBezTo>
                    <a:cubicBezTo>
                      <a:pt x="0" y="0"/>
                      <a:pt x="4" y="23"/>
                      <a:pt x="4" y="23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817" name="Freeform 83">
                <a:extLst>
                  <a:ext uri="{FF2B5EF4-FFF2-40B4-BE49-F238E27FC236}">
                    <a16:creationId xmlns:a16="http://schemas.microsoft.com/office/drawing/2014/main" id="{C34C223F-49E5-4964-AE56-C13B060BE7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7" y="2527"/>
                <a:ext cx="25" cy="18"/>
              </a:xfrm>
              <a:custGeom>
                <a:avLst/>
                <a:gdLst>
                  <a:gd name="T0" fmla="*/ 29 w 23"/>
                  <a:gd name="T1" fmla="*/ 6 h 17"/>
                  <a:gd name="T2" fmla="*/ 12 w 23"/>
                  <a:gd name="T3" fmla="*/ 4 h 17"/>
                  <a:gd name="T4" fmla="*/ 0 w 23"/>
                  <a:gd name="T5" fmla="*/ 20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17">
                    <a:moveTo>
                      <a:pt x="23" y="6"/>
                    </a:moveTo>
                    <a:cubicBezTo>
                      <a:pt x="23" y="6"/>
                      <a:pt x="18" y="0"/>
                      <a:pt x="9" y="4"/>
                    </a:cubicBezTo>
                    <a:cubicBezTo>
                      <a:pt x="1" y="8"/>
                      <a:pt x="0" y="17"/>
                      <a:pt x="0" y="17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818" name="Freeform 84">
                <a:extLst>
                  <a:ext uri="{FF2B5EF4-FFF2-40B4-BE49-F238E27FC236}">
                    <a16:creationId xmlns:a16="http://schemas.microsoft.com/office/drawing/2014/main" id="{23271462-E38A-4DFE-A4D5-3604468175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4" y="2471"/>
                <a:ext cx="47" cy="46"/>
              </a:xfrm>
              <a:custGeom>
                <a:avLst/>
                <a:gdLst>
                  <a:gd name="T0" fmla="*/ 0 w 44"/>
                  <a:gd name="T1" fmla="*/ 52 h 43"/>
                  <a:gd name="T2" fmla="*/ 30 w 44"/>
                  <a:gd name="T3" fmla="*/ 30 h 43"/>
                  <a:gd name="T4" fmla="*/ 53 w 44"/>
                  <a:gd name="T5" fmla="*/ 0 h 4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4" h="43">
                    <a:moveTo>
                      <a:pt x="0" y="43"/>
                    </a:moveTo>
                    <a:cubicBezTo>
                      <a:pt x="0" y="43"/>
                      <a:pt x="6" y="29"/>
                      <a:pt x="24" y="24"/>
                    </a:cubicBezTo>
                    <a:cubicBezTo>
                      <a:pt x="24" y="24"/>
                      <a:pt x="26" y="9"/>
                      <a:pt x="44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819" name="Freeform 85">
                <a:extLst>
                  <a:ext uri="{FF2B5EF4-FFF2-40B4-BE49-F238E27FC236}">
                    <a16:creationId xmlns:a16="http://schemas.microsoft.com/office/drawing/2014/main" id="{ECE7C654-B251-43FC-A6A8-20D9C7F425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1" y="2455"/>
                <a:ext cx="27" cy="22"/>
              </a:xfrm>
              <a:custGeom>
                <a:avLst/>
                <a:gdLst>
                  <a:gd name="T0" fmla="*/ 0 w 25"/>
                  <a:gd name="T1" fmla="*/ 24 h 21"/>
                  <a:gd name="T2" fmla="*/ 14 w 25"/>
                  <a:gd name="T3" fmla="*/ 18 h 21"/>
                  <a:gd name="T4" fmla="*/ 31 w 25"/>
                  <a:gd name="T5" fmla="*/ 0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21">
                    <a:moveTo>
                      <a:pt x="0" y="21"/>
                    </a:moveTo>
                    <a:cubicBezTo>
                      <a:pt x="0" y="21"/>
                      <a:pt x="6" y="16"/>
                      <a:pt x="11" y="15"/>
                    </a:cubicBezTo>
                    <a:cubicBezTo>
                      <a:pt x="17" y="14"/>
                      <a:pt x="18" y="3"/>
                      <a:pt x="25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820" name="Freeform 86">
                <a:extLst>
                  <a:ext uri="{FF2B5EF4-FFF2-40B4-BE49-F238E27FC236}">
                    <a16:creationId xmlns:a16="http://schemas.microsoft.com/office/drawing/2014/main" id="{0B02E5AA-4D21-4D23-A882-55E003278F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2" y="2403"/>
                <a:ext cx="20" cy="62"/>
              </a:xfrm>
              <a:custGeom>
                <a:avLst/>
                <a:gdLst>
                  <a:gd name="T0" fmla="*/ 22 w 19"/>
                  <a:gd name="T1" fmla="*/ 68 h 59"/>
                  <a:gd name="T2" fmla="*/ 17 w 19"/>
                  <a:gd name="T3" fmla="*/ 46 h 59"/>
                  <a:gd name="T4" fmla="*/ 9 w 19"/>
                  <a:gd name="T5" fmla="*/ 23 h 59"/>
                  <a:gd name="T6" fmla="*/ 0 w 19"/>
                  <a:gd name="T7" fmla="*/ 0 h 5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59">
                    <a:moveTo>
                      <a:pt x="19" y="59"/>
                    </a:moveTo>
                    <a:cubicBezTo>
                      <a:pt x="19" y="59"/>
                      <a:pt x="13" y="49"/>
                      <a:pt x="14" y="40"/>
                    </a:cubicBezTo>
                    <a:cubicBezTo>
                      <a:pt x="16" y="30"/>
                      <a:pt x="13" y="25"/>
                      <a:pt x="9" y="20"/>
                    </a:cubicBezTo>
                    <a:cubicBezTo>
                      <a:pt x="5" y="14"/>
                      <a:pt x="1" y="7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821" name="Freeform 87">
                <a:extLst>
                  <a:ext uri="{FF2B5EF4-FFF2-40B4-BE49-F238E27FC236}">
                    <a16:creationId xmlns:a16="http://schemas.microsoft.com/office/drawing/2014/main" id="{9E605929-C533-4DDC-ABFE-8F67F53221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0" y="2423"/>
                <a:ext cx="12" cy="19"/>
              </a:xfrm>
              <a:custGeom>
                <a:avLst/>
                <a:gdLst>
                  <a:gd name="T0" fmla="*/ 12 w 12"/>
                  <a:gd name="T1" fmla="*/ 0 h 18"/>
                  <a:gd name="T2" fmla="*/ 9 w 12"/>
                  <a:gd name="T3" fmla="*/ 16 h 18"/>
                  <a:gd name="T4" fmla="*/ 0 w 12"/>
                  <a:gd name="T5" fmla="*/ 21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8">
                    <a:moveTo>
                      <a:pt x="12" y="0"/>
                    </a:moveTo>
                    <a:cubicBezTo>
                      <a:pt x="12" y="0"/>
                      <a:pt x="9" y="9"/>
                      <a:pt x="9" y="13"/>
                    </a:cubicBezTo>
                    <a:cubicBezTo>
                      <a:pt x="10" y="18"/>
                      <a:pt x="0" y="18"/>
                      <a:pt x="0" y="18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822" name="Freeform 88">
                <a:extLst>
                  <a:ext uri="{FF2B5EF4-FFF2-40B4-BE49-F238E27FC236}">
                    <a16:creationId xmlns:a16="http://schemas.microsoft.com/office/drawing/2014/main" id="{9D8FC0F5-B8D6-4F4D-8A01-A29C44BD2A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9" y="1253"/>
                <a:ext cx="77" cy="53"/>
              </a:xfrm>
              <a:custGeom>
                <a:avLst/>
                <a:gdLst>
                  <a:gd name="T0" fmla="*/ 88 w 72"/>
                  <a:gd name="T1" fmla="*/ 0 h 50"/>
                  <a:gd name="T2" fmla="*/ 0 w 72"/>
                  <a:gd name="T3" fmla="*/ 59 h 5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2" h="50">
                    <a:moveTo>
                      <a:pt x="72" y="0"/>
                    </a:moveTo>
                    <a:cubicBezTo>
                      <a:pt x="72" y="0"/>
                      <a:pt x="63" y="33"/>
                      <a:pt x="0" y="5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823" name="Freeform 89">
                <a:extLst>
                  <a:ext uri="{FF2B5EF4-FFF2-40B4-BE49-F238E27FC236}">
                    <a16:creationId xmlns:a16="http://schemas.microsoft.com/office/drawing/2014/main" id="{9AC58807-943B-4AEF-BB2D-515474A9A0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4" y="1251"/>
                <a:ext cx="9" cy="45"/>
              </a:xfrm>
              <a:custGeom>
                <a:avLst/>
                <a:gdLst>
                  <a:gd name="T0" fmla="*/ 7 w 8"/>
                  <a:gd name="T1" fmla="*/ 0 h 42"/>
                  <a:gd name="T2" fmla="*/ 11 w 8"/>
                  <a:gd name="T3" fmla="*/ 51 h 4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42">
                    <a:moveTo>
                      <a:pt x="4" y="0"/>
                    </a:moveTo>
                    <a:cubicBezTo>
                      <a:pt x="4" y="0"/>
                      <a:pt x="0" y="22"/>
                      <a:pt x="8" y="42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824" name="Freeform 90">
                <a:extLst>
                  <a:ext uri="{FF2B5EF4-FFF2-40B4-BE49-F238E27FC236}">
                    <a16:creationId xmlns:a16="http://schemas.microsoft.com/office/drawing/2014/main" id="{E2018652-B990-436A-8F69-8585BA55AC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3" y="1139"/>
                <a:ext cx="130" cy="49"/>
              </a:xfrm>
              <a:custGeom>
                <a:avLst/>
                <a:gdLst>
                  <a:gd name="T0" fmla="*/ 75 w 122"/>
                  <a:gd name="T1" fmla="*/ 53 h 46"/>
                  <a:gd name="T2" fmla="*/ 148 w 122"/>
                  <a:gd name="T3" fmla="*/ 29 h 46"/>
                  <a:gd name="T4" fmla="*/ 100 w 122"/>
                  <a:gd name="T5" fmla="*/ 0 h 46"/>
                  <a:gd name="T6" fmla="*/ 74 w 122"/>
                  <a:gd name="T7" fmla="*/ 4 h 46"/>
                  <a:gd name="T8" fmla="*/ 74 w 122"/>
                  <a:gd name="T9" fmla="*/ 4 h 46"/>
                  <a:gd name="T10" fmla="*/ 48 w 122"/>
                  <a:gd name="T11" fmla="*/ 0 h 46"/>
                  <a:gd name="T12" fmla="*/ 0 w 122"/>
                  <a:gd name="T13" fmla="*/ 29 h 46"/>
                  <a:gd name="T14" fmla="*/ 71 w 122"/>
                  <a:gd name="T15" fmla="*/ 53 h 46"/>
                  <a:gd name="T16" fmla="*/ 75 w 122"/>
                  <a:gd name="T17" fmla="*/ 53 h 4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22" h="46">
                    <a:moveTo>
                      <a:pt x="62" y="44"/>
                    </a:moveTo>
                    <a:cubicBezTo>
                      <a:pt x="99" y="46"/>
                      <a:pt x="122" y="23"/>
                      <a:pt x="122" y="23"/>
                    </a:cubicBezTo>
                    <a:cubicBezTo>
                      <a:pt x="103" y="21"/>
                      <a:pt x="83" y="0"/>
                      <a:pt x="83" y="0"/>
                    </a:cubicBezTo>
                    <a:cubicBezTo>
                      <a:pt x="61" y="4"/>
                      <a:pt x="61" y="4"/>
                      <a:pt x="61" y="4"/>
                    </a:cubicBezTo>
                    <a:cubicBezTo>
                      <a:pt x="61" y="4"/>
                      <a:pt x="61" y="4"/>
                      <a:pt x="61" y="4"/>
                    </a:cubicBezTo>
                    <a:cubicBezTo>
                      <a:pt x="39" y="0"/>
                      <a:pt x="39" y="0"/>
                      <a:pt x="39" y="0"/>
                    </a:cubicBezTo>
                    <a:cubicBezTo>
                      <a:pt x="39" y="0"/>
                      <a:pt x="19" y="21"/>
                      <a:pt x="0" y="23"/>
                    </a:cubicBezTo>
                    <a:cubicBezTo>
                      <a:pt x="0" y="23"/>
                      <a:pt x="23" y="46"/>
                      <a:pt x="59" y="44"/>
                    </a:cubicBezTo>
                    <a:lnTo>
                      <a:pt x="62" y="44"/>
                    </a:lnTo>
                    <a:close/>
                  </a:path>
                </a:pathLst>
              </a:custGeom>
              <a:solidFill>
                <a:srgbClr val="C2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825" name="Freeform 91">
                <a:extLst>
                  <a:ext uri="{FF2B5EF4-FFF2-40B4-BE49-F238E27FC236}">
                    <a16:creationId xmlns:a16="http://schemas.microsoft.com/office/drawing/2014/main" id="{8D489BF8-112B-4F96-9173-B6EA803C81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2" y="1165"/>
                <a:ext cx="132" cy="24"/>
              </a:xfrm>
              <a:custGeom>
                <a:avLst/>
                <a:gdLst>
                  <a:gd name="T0" fmla="*/ 77 w 124"/>
                  <a:gd name="T1" fmla="*/ 21 h 23"/>
                  <a:gd name="T2" fmla="*/ 73 w 124"/>
                  <a:gd name="T3" fmla="*/ 21 h 23"/>
                  <a:gd name="T4" fmla="*/ 1 w 124"/>
                  <a:gd name="T5" fmla="*/ 1 h 23"/>
                  <a:gd name="T6" fmla="*/ 1 w 124"/>
                  <a:gd name="T7" fmla="*/ 1 h 23"/>
                  <a:gd name="T8" fmla="*/ 73 w 124"/>
                  <a:gd name="T9" fmla="*/ 25 h 23"/>
                  <a:gd name="T10" fmla="*/ 77 w 124"/>
                  <a:gd name="T11" fmla="*/ 25 h 23"/>
                  <a:gd name="T12" fmla="*/ 148 w 124"/>
                  <a:gd name="T13" fmla="*/ 1 h 23"/>
                  <a:gd name="T14" fmla="*/ 148 w 124"/>
                  <a:gd name="T15" fmla="*/ 1 h 23"/>
                  <a:gd name="T16" fmla="*/ 77 w 124"/>
                  <a:gd name="T17" fmla="*/ 21 h 2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24" h="23">
                    <a:moveTo>
                      <a:pt x="64" y="18"/>
                    </a:moveTo>
                    <a:cubicBezTo>
                      <a:pt x="61" y="18"/>
                      <a:pt x="61" y="18"/>
                      <a:pt x="61" y="18"/>
                    </a:cubicBezTo>
                    <a:cubicBezTo>
                      <a:pt x="33" y="19"/>
                      <a:pt x="9" y="7"/>
                      <a:pt x="1" y="1"/>
                    </a:cubicBezTo>
                    <a:cubicBezTo>
                      <a:pt x="0" y="1"/>
                      <a:pt x="2" y="0"/>
                      <a:pt x="1" y="1"/>
                    </a:cubicBezTo>
                    <a:cubicBezTo>
                      <a:pt x="1" y="1"/>
                      <a:pt x="24" y="23"/>
                      <a:pt x="61" y="22"/>
                    </a:cubicBezTo>
                    <a:cubicBezTo>
                      <a:pt x="64" y="22"/>
                      <a:pt x="64" y="22"/>
                      <a:pt x="64" y="22"/>
                    </a:cubicBezTo>
                    <a:cubicBezTo>
                      <a:pt x="100" y="23"/>
                      <a:pt x="123" y="1"/>
                      <a:pt x="123" y="1"/>
                    </a:cubicBezTo>
                    <a:cubicBezTo>
                      <a:pt x="122" y="0"/>
                      <a:pt x="124" y="1"/>
                      <a:pt x="123" y="1"/>
                    </a:cubicBezTo>
                    <a:cubicBezTo>
                      <a:pt x="115" y="7"/>
                      <a:pt x="91" y="19"/>
                      <a:pt x="64" y="18"/>
                    </a:cubicBezTo>
                    <a:close/>
                  </a:path>
                </a:pathLst>
              </a:custGeom>
              <a:solidFill>
                <a:srgbClr val="8E4C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826" name="Freeform 92">
                <a:extLst>
                  <a:ext uri="{FF2B5EF4-FFF2-40B4-BE49-F238E27FC236}">
                    <a16:creationId xmlns:a16="http://schemas.microsoft.com/office/drawing/2014/main" id="{66F54CCB-DEA9-45DC-BA4E-8FC305ADC1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3" y="1137"/>
                <a:ext cx="129" cy="24"/>
              </a:xfrm>
              <a:custGeom>
                <a:avLst/>
                <a:gdLst>
                  <a:gd name="T0" fmla="*/ 0 w 121"/>
                  <a:gd name="T1" fmla="*/ 26 h 23"/>
                  <a:gd name="T2" fmla="*/ 48 w 121"/>
                  <a:gd name="T3" fmla="*/ 3 h 23"/>
                  <a:gd name="T4" fmla="*/ 72 w 121"/>
                  <a:gd name="T5" fmla="*/ 6 h 23"/>
                  <a:gd name="T6" fmla="*/ 74 w 121"/>
                  <a:gd name="T7" fmla="*/ 6 h 23"/>
                  <a:gd name="T8" fmla="*/ 99 w 121"/>
                  <a:gd name="T9" fmla="*/ 3 h 23"/>
                  <a:gd name="T10" fmla="*/ 147 w 121"/>
                  <a:gd name="T11" fmla="*/ 26 h 23"/>
                  <a:gd name="T12" fmla="*/ 147 w 121"/>
                  <a:gd name="T13" fmla="*/ 26 h 23"/>
                  <a:gd name="T14" fmla="*/ 99 w 121"/>
                  <a:gd name="T15" fmla="*/ 0 h 23"/>
                  <a:gd name="T16" fmla="*/ 74 w 121"/>
                  <a:gd name="T17" fmla="*/ 4 h 23"/>
                  <a:gd name="T18" fmla="*/ 72 w 121"/>
                  <a:gd name="T19" fmla="*/ 4 h 23"/>
                  <a:gd name="T20" fmla="*/ 48 w 121"/>
                  <a:gd name="T21" fmla="*/ 0 h 23"/>
                  <a:gd name="T22" fmla="*/ 0 w 121"/>
                  <a:gd name="T23" fmla="*/ 26 h 2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21" h="23">
                    <a:moveTo>
                      <a:pt x="0" y="23"/>
                    </a:moveTo>
                    <a:cubicBezTo>
                      <a:pt x="19" y="21"/>
                      <a:pt x="39" y="3"/>
                      <a:pt x="39" y="3"/>
                    </a:cubicBezTo>
                    <a:cubicBezTo>
                      <a:pt x="60" y="6"/>
                      <a:pt x="60" y="6"/>
                      <a:pt x="60" y="6"/>
                    </a:cubicBezTo>
                    <a:cubicBezTo>
                      <a:pt x="61" y="6"/>
                      <a:pt x="61" y="6"/>
                      <a:pt x="61" y="6"/>
                    </a:cubicBezTo>
                    <a:cubicBezTo>
                      <a:pt x="82" y="3"/>
                      <a:pt x="82" y="3"/>
                      <a:pt x="82" y="3"/>
                    </a:cubicBezTo>
                    <a:cubicBezTo>
                      <a:pt x="82" y="3"/>
                      <a:pt x="99" y="21"/>
                      <a:pt x="121" y="23"/>
                    </a:cubicBezTo>
                    <a:cubicBezTo>
                      <a:pt x="121" y="23"/>
                      <a:pt x="121" y="23"/>
                      <a:pt x="121" y="23"/>
                    </a:cubicBezTo>
                    <a:cubicBezTo>
                      <a:pt x="102" y="21"/>
                      <a:pt x="82" y="0"/>
                      <a:pt x="82" y="0"/>
                    </a:cubicBezTo>
                    <a:cubicBezTo>
                      <a:pt x="61" y="4"/>
                      <a:pt x="61" y="4"/>
                      <a:pt x="61" y="4"/>
                    </a:cubicBezTo>
                    <a:cubicBezTo>
                      <a:pt x="60" y="4"/>
                      <a:pt x="60" y="4"/>
                      <a:pt x="60" y="4"/>
                    </a:cubicBezTo>
                    <a:cubicBezTo>
                      <a:pt x="39" y="0"/>
                      <a:pt x="39" y="0"/>
                      <a:pt x="39" y="0"/>
                    </a:cubicBezTo>
                    <a:cubicBezTo>
                      <a:pt x="39" y="0"/>
                      <a:pt x="19" y="21"/>
                      <a:pt x="0" y="23"/>
                    </a:cubicBezTo>
                    <a:close/>
                  </a:path>
                </a:pathLst>
              </a:custGeom>
              <a:solidFill>
                <a:srgbClr val="8E4C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827" name="Freeform 93">
                <a:extLst>
                  <a:ext uri="{FF2B5EF4-FFF2-40B4-BE49-F238E27FC236}">
                    <a16:creationId xmlns:a16="http://schemas.microsoft.com/office/drawing/2014/main" id="{7426B70A-543D-421E-B2A9-85BCB6C3EC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1" y="1156"/>
                <a:ext cx="8" cy="17"/>
              </a:xfrm>
              <a:custGeom>
                <a:avLst/>
                <a:gdLst>
                  <a:gd name="T0" fmla="*/ 0 w 8"/>
                  <a:gd name="T1" fmla="*/ 0 h 16"/>
                  <a:gd name="T2" fmla="*/ 0 w 8"/>
                  <a:gd name="T3" fmla="*/ 19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16">
                    <a:moveTo>
                      <a:pt x="0" y="0"/>
                    </a:moveTo>
                    <a:cubicBezTo>
                      <a:pt x="0" y="0"/>
                      <a:pt x="8" y="4"/>
                      <a:pt x="0" y="16"/>
                    </a:cubicBezTo>
                  </a:path>
                </a:pathLst>
              </a:custGeom>
              <a:noFill/>
              <a:ln w="3175" cap="flat">
                <a:solidFill>
                  <a:srgbClr val="5A2218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828" name="Freeform 94">
                <a:extLst>
                  <a:ext uri="{FF2B5EF4-FFF2-40B4-BE49-F238E27FC236}">
                    <a16:creationId xmlns:a16="http://schemas.microsoft.com/office/drawing/2014/main" id="{8E3FA16B-A10F-465C-A9EA-074D35AA01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8" y="1087"/>
                <a:ext cx="25" cy="62"/>
              </a:xfrm>
              <a:custGeom>
                <a:avLst/>
                <a:gdLst>
                  <a:gd name="T0" fmla="*/ 0 w 23"/>
                  <a:gd name="T1" fmla="*/ 0 h 58"/>
                  <a:gd name="T2" fmla="*/ 11 w 23"/>
                  <a:gd name="T3" fmla="*/ 11 h 58"/>
                  <a:gd name="T4" fmla="*/ 18 w 23"/>
                  <a:gd name="T5" fmla="*/ 30 h 58"/>
                  <a:gd name="T6" fmla="*/ 22 w 23"/>
                  <a:gd name="T7" fmla="*/ 50 h 58"/>
                  <a:gd name="T8" fmla="*/ 29 w 23"/>
                  <a:gd name="T9" fmla="*/ 71 h 58"/>
                  <a:gd name="T10" fmla="*/ 25 w 23"/>
                  <a:gd name="T11" fmla="*/ 61 h 58"/>
                  <a:gd name="T12" fmla="*/ 18 w 23"/>
                  <a:gd name="T13" fmla="*/ 49 h 58"/>
                  <a:gd name="T14" fmla="*/ 15 w 23"/>
                  <a:gd name="T15" fmla="*/ 31 h 58"/>
                  <a:gd name="T16" fmla="*/ 12 w 23"/>
                  <a:gd name="T17" fmla="*/ 17 h 58"/>
                  <a:gd name="T18" fmla="*/ 9 w 23"/>
                  <a:gd name="T19" fmla="*/ 12 h 58"/>
                  <a:gd name="T20" fmla="*/ 2 w 23"/>
                  <a:gd name="T21" fmla="*/ 2 h 5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3" h="58">
                    <a:moveTo>
                      <a:pt x="0" y="0"/>
                    </a:moveTo>
                    <a:cubicBezTo>
                      <a:pt x="3" y="2"/>
                      <a:pt x="6" y="6"/>
                      <a:pt x="8" y="8"/>
                    </a:cubicBezTo>
                    <a:cubicBezTo>
                      <a:pt x="12" y="13"/>
                      <a:pt x="14" y="18"/>
                      <a:pt x="15" y="24"/>
                    </a:cubicBezTo>
                    <a:cubicBezTo>
                      <a:pt x="16" y="29"/>
                      <a:pt x="16" y="35"/>
                      <a:pt x="17" y="41"/>
                    </a:cubicBezTo>
                    <a:cubicBezTo>
                      <a:pt x="18" y="47"/>
                      <a:pt x="20" y="53"/>
                      <a:pt x="23" y="58"/>
                    </a:cubicBezTo>
                    <a:cubicBezTo>
                      <a:pt x="22" y="56"/>
                      <a:pt x="20" y="53"/>
                      <a:pt x="19" y="50"/>
                    </a:cubicBezTo>
                    <a:cubicBezTo>
                      <a:pt x="18" y="47"/>
                      <a:pt x="16" y="43"/>
                      <a:pt x="15" y="40"/>
                    </a:cubicBezTo>
                    <a:cubicBezTo>
                      <a:pt x="14" y="35"/>
                      <a:pt x="13" y="30"/>
                      <a:pt x="12" y="25"/>
                    </a:cubicBezTo>
                    <a:cubicBezTo>
                      <a:pt x="12" y="21"/>
                      <a:pt x="11" y="18"/>
                      <a:pt x="9" y="14"/>
                    </a:cubicBezTo>
                    <a:cubicBezTo>
                      <a:pt x="8" y="12"/>
                      <a:pt x="8" y="11"/>
                      <a:pt x="6" y="9"/>
                    </a:cubicBezTo>
                    <a:cubicBezTo>
                      <a:pt x="5" y="7"/>
                      <a:pt x="3" y="5"/>
                      <a:pt x="2" y="2"/>
                    </a:cubicBezTo>
                  </a:path>
                </a:pathLst>
              </a:custGeom>
              <a:solidFill>
                <a:srgbClr val="773C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829" name="Freeform 95">
                <a:extLst>
                  <a:ext uri="{FF2B5EF4-FFF2-40B4-BE49-F238E27FC236}">
                    <a16:creationId xmlns:a16="http://schemas.microsoft.com/office/drawing/2014/main" id="{328C2BEF-CBB1-4337-9D9B-448B5B1058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8" y="1157"/>
                <a:ext cx="8" cy="18"/>
              </a:xfrm>
              <a:custGeom>
                <a:avLst/>
                <a:gdLst>
                  <a:gd name="T0" fmla="*/ 0 w 8"/>
                  <a:gd name="T1" fmla="*/ 0 h 17"/>
                  <a:gd name="T2" fmla="*/ 0 w 8"/>
                  <a:gd name="T3" fmla="*/ 20 h 17"/>
                  <a:gd name="T4" fmla="*/ 1 w 8"/>
                  <a:gd name="T5" fmla="*/ 2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7">
                    <a:moveTo>
                      <a:pt x="0" y="0"/>
                    </a:moveTo>
                    <a:cubicBezTo>
                      <a:pt x="0" y="6"/>
                      <a:pt x="4" y="11"/>
                      <a:pt x="0" y="17"/>
                    </a:cubicBezTo>
                    <a:cubicBezTo>
                      <a:pt x="8" y="13"/>
                      <a:pt x="8" y="7"/>
                      <a:pt x="1" y="2"/>
                    </a:cubicBezTo>
                  </a:path>
                </a:pathLst>
              </a:custGeom>
              <a:solidFill>
                <a:srgbClr val="773C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830" name="Freeform 96">
                <a:extLst>
                  <a:ext uri="{FF2B5EF4-FFF2-40B4-BE49-F238E27FC236}">
                    <a16:creationId xmlns:a16="http://schemas.microsoft.com/office/drawing/2014/main" id="{F034D7DB-A327-4B2C-BB83-B209265B19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6" y="1063"/>
                <a:ext cx="12" cy="75"/>
              </a:xfrm>
              <a:custGeom>
                <a:avLst/>
                <a:gdLst>
                  <a:gd name="T0" fmla="*/ 11 w 11"/>
                  <a:gd name="T1" fmla="*/ 86 h 70"/>
                  <a:gd name="T2" fmla="*/ 14 w 11"/>
                  <a:gd name="T3" fmla="*/ 0 h 7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70">
                    <a:moveTo>
                      <a:pt x="8" y="70"/>
                    </a:moveTo>
                    <a:cubicBezTo>
                      <a:pt x="8" y="70"/>
                      <a:pt x="0" y="26"/>
                      <a:pt x="11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831" name="Freeform 97">
                <a:extLst>
                  <a:ext uri="{FF2B5EF4-FFF2-40B4-BE49-F238E27FC236}">
                    <a16:creationId xmlns:a16="http://schemas.microsoft.com/office/drawing/2014/main" id="{4A28A704-7ED2-49EB-B6C3-4F784D6F79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3" y="1055"/>
                <a:ext cx="24" cy="23"/>
              </a:xfrm>
              <a:custGeom>
                <a:avLst/>
                <a:gdLst>
                  <a:gd name="T0" fmla="*/ 0 w 22"/>
                  <a:gd name="T1" fmla="*/ 25 h 22"/>
                  <a:gd name="T2" fmla="*/ 23 w 22"/>
                  <a:gd name="T3" fmla="*/ 24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22">
                    <a:moveTo>
                      <a:pt x="0" y="22"/>
                    </a:moveTo>
                    <a:cubicBezTo>
                      <a:pt x="0" y="22"/>
                      <a:pt x="22" y="0"/>
                      <a:pt x="17" y="21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832" name="Freeform 98">
                <a:extLst>
                  <a:ext uri="{FF2B5EF4-FFF2-40B4-BE49-F238E27FC236}">
                    <a16:creationId xmlns:a16="http://schemas.microsoft.com/office/drawing/2014/main" id="{5B354C91-EAB2-4C51-8E0D-2F99B7805B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2" y="1087"/>
                <a:ext cx="18" cy="21"/>
              </a:xfrm>
              <a:custGeom>
                <a:avLst/>
                <a:gdLst>
                  <a:gd name="T0" fmla="*/ 0 w 17"/>
                  <a:gd name="T1" fmla="*/ 0 h 20"/>
                  <a:gd name="T2" fmla="*/ 0 w 17"/>
                  <a:gd name="T3" fmla="*/ 23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20">
                    <a:moveTo>
                      <a:pt x="0" y="0"/>
                    </a:moveTo>
                    <a:cubicBezTo>
                      <a:pt x="0" y="0"/>
                      <a:pt x="17" y="9"/>
                      <a:pt x="0" y="2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833" name="Freeform 99">
                <a:extLst>
                  <a:ext uri="{FF2B5EF4-FFF2-40B4-BE49-F238E27FC236}">
                    <a16:creationId xmlns:a16="http://schemas.microsoft.com/office/drawing/2014/main" id="{22DB55D9-485C-4C53-ADED-7CC23CBBE0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7" y="2971"/>
                <a:ext cx="65" cy="86"/>
              </a:xfrm>
              <a:custGeom>
                <a:avLst/>
                <a:gdLst>
                  <a:gd name="T0" fmla="*/ 74 w 61"/>
                  <a:gd name="T1" fmla="*/ 0 h 81"/>
                  <a:gd name="T2" fmla="*/ 35 w 61"/>
                  <a:gd name="T3" fmla="*/ 37 h 81"/>
                  <a:gd name="T4" fmla="*/ 0 w 61"/>
                  <a:gd name="T5" fmla="*/ 97 h 8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1" h="81">
                    <a:moveTo>
                      <a:pt x="61" y="0"/>
                    </a:moveTo>
                    <a:cubicBezTo>
                      <a:pt x="51" y="3"/>
                      <a:pt x="37" y="23"/>
                      <a:pt x="29" y="31"/>
                    </a:cubicBezTo>
                    <a:cubicBezTo>
                      <a:pt x="15" y="47"/>
                      <a:pt x="9" y="61"/>
                      <a:pt x="0" y="81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834" name="Freeform 100">
                <a:extLst>
                  <a:ext uri="{FF2B5EF4-FFF2-40B4-BE49-F238E27FC236}">
                    <a16:creationId xmlns:a16="http://schemas.microsoft.com/office/drawing/2014/main" id="{D84B89C3-4669-4D4C-9447-CB305C2289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8" y="3086"/>
                <a:ext cx="210" cy="52"/>
              </a:xfrm>
              <a:custGeom>
                <a:avLst/>
                <a:gdLst>
                  <a:gd name="T0" fmla="*/ 239 w 197"/>
                  <a:gd name="T1" fmla="*/ 0 h 49"/>
                  <a:gd name="T2" fmla="*/ 204 w 197"/>
                  <a:gd name="T3" fmla="*/ 22 h 49"/>
                  <a:gd name="T4" fmla="*/ 157 w 197"/>
                  <a:gd name="T5" fmla="*/ 48 h 49"/>
                  <a:gd name="T6" fmla="*/ 88 w 197"/>
                  <a:gd name="T7" fmla="*/ 57 h 49"/>
                  <a:gd name="T8" fmla="*/ 0 w 197"/>
                  <a:gd name="T9" fmla="*/ 34 h 4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7" h="49">
                    <a:moveTo>
                      <a:pt x="197" y="0"/>
                    </a:moveTo>
                    <a:cubicBezTo>
                      <a:pt x="190" y="9"/>
                      <a:pt x="177" y="13"/>
                      <a:pt x="168" y="19"/>
                    </a:cubicBezTo>
                    <a:cubicBezTo>
                      <a:pt x="156" y="27"/>
                      <a:pt x="143" y="35"/>
                      <a:pt x="129" y="40"/>
                    </a:cubicBezTo>
                    <a:cubicBezTo>
                      <a:pt x="111" y="46"/>
                      <a:pt x="92" y="49"/>
                      <a:pt x="73" y="48"/>
                    </a:cubicBezTo>
                    <a:cubicBezTo>
                      <a:pt x="46" y="47"/>
                      <a:pt x="25" y="34"/>
                      <a:pt x="0" y="28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835" name="Freeform 101">
                <a:extLst>
                  <a:ext uri="{FF2B5EF4-FFF2-40B4-BE49-F238E27FC236}">
                    <a16:creationId xmlns:a16="http://schemas.microsoft.com/office/drawing/2014/main" id="{D10D5F37-0913-4F6E-AE20-009353BA58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6" y="3094"/>
                <a:ext cx="40" cy="16"/>
              </a:xfrm>
              <a:custGeom>
                <a:avLst/>
                <a:gdLst>
                  <a:gd name="T0" fmla="*/ 46 w 37"/>
                  <a:gd name="T1" fmla="*/ 0 h 15"/>
                  <a:gd name="T2" fmla="*/ 0 w 37"/>
                  <a:gd name="T3" fmla="*/ 18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7" h="15">
                    <a:moveTo>
                      <a:pt x="37" y="0"/>
                    </a:moveTo>
                    <a:cubicBezTo>
                      <a:pt x="25" y="6"/>
                      <a:pt x="11" y="8"/>
                      <a:pt x="0" y="15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836" name="Freeform 102">
                <a:extLst>
                  <a:ext uri="{FF2B5EF4-FFF2-40B4-BE49-F238E27FC236}">
                    <a16:creationId xmlns:a16="http://schemas.microsoft.com/office/drawing/2014/main" id="{CF4183D0-CBFB-4579-B5CA-ADA2A4B33B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1" y="3152"/>
                <a:ext cx="56" cy="7"/>
              </a:xfrm>
              <a:custGeom>
                <a:avLst/>
                <a:gdLst>
                  <a:gd name="T0" fmla="*/ 62 w 53"/>
                  <a:gd name="T1" fmla="*/ 2 h 7"/>
                  <a:gd name="T2" fmla="*/ 0 w 53"/>
                  <a:gd name="T3" fmla="*/ 7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3" h="7">
                    <a:moveTo>
                      <a:pt x="53" y="2"/>
                    </a:moveTo>
                    <a:cubicBezTo>
                      <a:pt x="37" y="1"/>
                      <a:pt x="16" y="0"/>
                      <a:pt x="0" y="7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837" name="Freeform 103">
                <a:extLst>
                  <a:ext uri="{FF2B5EF4-FFF2-40B4-BE49-F238E27FC236}">
                    <a16:creationId xmlns:a16="http://schemas.microsoft.com/office/drawing/2014/main" id="{FA3719B3-CD06-4A4D-BCC5-1AD6FA94A0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7" y="2778"/>
                <a:ext cx="58" cy="23"/>
              </a:xfrm>
              <a:custGeom>
                <a:avLst/>
                <a:gdLst>
                  <a:gd name="T0" fmla="*/ 64 w 55"/>
                  <a:gd name="T1" fmla="*/ 0 h 22"/>
                  <a:gd name="T2" fmla="*/ 0 w 55"/>
                  <a:gd name="T3" fmla="*/ 25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5" h="22">
                    <a:moveTo>
                      <a:pt x="55" y="0"/>
                    </a:moveTo>
                    <a:cubicBezTo>
                      <a:pt x="35" y="7"/>
                      <a:pt x="18" y="8"/>
                      <a:pt x="0" y="22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838" name="Freeform 104">
                <a:extLst>
                  <a:ext uri="{FF2B5EF4-FFF2-40B4-BE49-F238E27FC236}">
                    <a16:creationId xmlns:a16="http://schemas.microsoft.com/office/drawing/2014/main" id="{1A7F0E19-1D00-4D7C-A386-330ABDF3EE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1" y="3785"/>
                <a:ext cx="105" cy="13"/>
              </a:xfrm>
              <a:custGeom>
                <a:avLst/>
                <a:gdLst>
                  <a:gd name="T0" fmla="*/ 121 w 98"/>
                  <a:gd name="T1" fmla="*/ 5 h 13"/>
                  <a:gd name="T2" fmla="*/ 85 w 98"/>
                  <a:gd name="T3" fmla="*/ 12 h 13"/>
                  <a:gd name="T4" fmla="*/ 53 w 98"/>
                  <a:gd name="T5" fmla="*/ 6 h 13"/>
                  <a:gd name="T6" fmla="*/ 0 w 98"/>
                  <a:gd name="T7" fmla="*/ 13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8" h="13">
                    <a:moveTo>
                      <a:pt x="98" y="5"/>
                    </a:moveTo>
                    <a:cubicBezTo>
                      <a:pt x="88" y="7"/>
                      <a:pt x="80" y="12"/>
                      <a:pt x="69" y="12"/>
                    </a:cubicBezTo>
                    <a:cubicBezTo>
                      <a:pt x="60" y="12"/>
                      <a:pt x="52" y="9"/>
                      <a:pt x="43" y="6"/>
                    </a:cubicBezTo>
                    <a:cubicBezTo>
                      <a:pt x="28" y="0"/>
                      <a:pt x="11" y="1"/>
                      <a:pt x="0" y="13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839" name="Freeform 105">
                <a:extLst>
                  <a:ext uri="{FF2B5EF4-FFF2-40B4-BE49-F238E27FC236}">
                    <a16:creationId xmlns:a16="http://schemas.microsoft.com/office/drawing/2014/main" id="{5F4BD933-14A4-400C-B85F-8A4A6812E3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7" y="3685"/>
                <a:ext cx="44" cy="8"/>
              </a:xfrm>
              <a:custGeom>
                <a:avLst/>
                <a:gdLst>
                  <a:gd name="T0" fmla="*/ 48 w 42"/>
                  <a:gd name="T1" fmla="*/ 0 h 7"/>
                  <a:gd name="T2" fmla="*/ 0 w 42"/>
                  <a:gd name="T3" fmla="*/ 1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2" h="7">
                    <a:moveTo>
                      <a:pt x="42" y="0"/>
                    </a:moveTo>
                    <a:cubicBezTo>
                      <a:pt x="29" y="0"/>
                      <a:pt x="14" y="5"/>
                      <a:pt x="0" y="7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840" name="Freeform 106">
                <a:extLst>
                  <a:ext uri="{FF2B5EF4-FFF2-40B4-BE49-F238E27FC236}">
                    <a16:creationId xmlns:a16="http://schemas.microsoft.com/office/drawing/2014/main" id="{39C273E2-9AF8-43CA-B1EE-04EAB70E06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1" y="3978"/>
                <a:ext cx="39" cy="38"/>
              </a:xfrm>
              <a:custGeom>
                <a:avLst/>
                <a:gdLst>
                  <a:gd name="T0" fmla="*/ 42 w 36"/>
                  <a:gd name="T1" fmla="*/ 45 h 35"/>
                  <a:gd name="T2" fmla="*/ 31 w 36"/>
                  <a:gd name="T3" fmla="*/ 14 h 35"/>
                  <a:gd name="T4" fmla="*/ 14 w 36"/>
                  <a:gd name="T5" fmla="*/ 4 h 35"/>
                  <a:gd name="T6" fmla="*/ 0 w 36"/>
                  <a:gd name="T7" fmla="*/ 0 h 3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6" h="35">
                    <a:moveTo>
                      <a:pt x="33" y="35"/>
                    </a:moveTo>
                    <a:cubicBezTo>
                      <a:pt x="36" y="26"/>
                      <a:pt x="34" y="15"/>
                      <a:pt x="25" y="11"/>
                    </a:cubicBezTo>
                    <a:cubicBezTo>
                      <a:pt x="20" y="9"/>
                      <a:pt x="16" y="6"/>
                      <a:pt x="11" y="4"/>
                    </a:cubicBezTo>
                    <a:cubicBezTo>
                      <a:pt x="8" y="3"/>
                      <a:pt x="3" y="2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841" name="Freeform 107">
                <a:extLst>
                  <a:ext uri="{FF2B5EF4-FFF2-40B4-BE49-F238E27FC236}">
                    <a16:creationId xmlns:a16="http://schemas.microsoft.com/office/drawing/2014/main" id="{996C5FC4-8573-490D-B102-1C351C0EE2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4" y="3959"/>
                <a:ext cx="15" cy="22"/>
              </a:xfrm>
              <a:custGeom>
                <a:avLst/>
                <a:gdLst>
                  <a:gd name="T0" fmla="*/ 17 w 14"/>
                  <a:gd name="T1" fmla="*/ 26 h 20"/>
                  <a:gd name="T2" fmla="*/ 0 w 14"/>
                  <a:gd name="T3" fmla="*/ 0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20">
                    <a:moveTo>
                      <a:pt x="14" y="20"/>
                    </a:moveTo>
                    <a:cubicBezTo>
                      <a:pt x="7" y="15"/>
                      <a:pt x="6" y="5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842" name="Freeform 108">
                <a:extLst>
                  <a:ext uri="{FF2B5EF4-FFF2-40B4-BE49-F238E27FC236}">
                    <a16:creationId xmlns:a16="http://schemas.microsoft.com/office/drawing/2014/main" id="{DC9B32D5-6EF8-4F0A-BCFE-C43FC09216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5" y="3989"/>
                <a:ext cx="35" cy="25"/>
              </a:xfrm>
              <a:custGeom>
                <a:avLst/>
                <a:gdLst>
                  <a:gd name="T0" fmla="*/ 39 w 33"/>
                  <a:gd name="T1" fmla="*/ 9 h 23"/>
                  <a:gd name="T2" fmla="*/ 6 w 33"/>
                  <a:gd name="T3" fmla="*/ 29 h 23"/>
                  <a:gd name="T4" fmla="*/ 2 w 33"/>
                  <a:gd name="T5" fmla="*/ 11 h 23"/>
                  <a:gd name="T6" fmla="*/ 16 w 33"/>
                  <a:gd name="T7" fmla="*/ 0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" h="23">
                    <a:moveTo>
                      <a:pt x="33" y="6"/>
                    </a:moveTo>
                    <a:cubicBezTo>
                      <a:pt x="20" y="4"/>
                      <a:pt x="10" y="9"/>
                      <a:pt x="6" y="23"/>
                    </a:cubicBezTo>
                    <a:cubicBezTo>
                      <a:pt x="2" y="20"/>
                      <a:pt x="0" y="12"/>
                      <a:pt x="2" y="8"/>
                    </a:cubicBezTo>
                    <a:cubicBezTo>
                      <a:pt x="4" y="3"/>
                      <a:pt x="8" y="3"/>
                      <a:pt x="13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843" name="Freeform 109">
                <a:extLst>
                  <a:ext uri="{FF2B5EF4-FFF2-40B4-BE49-F238E27FC236}">
                    <a16:creationId xmlns:a16="http://schemas.microsoft.com/office/drawing/2014/main" id="{7037C9F9-47E5-429C-931D-9AFC4EC2D1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1" y="3964"/>
                <a:ext cx="38" cy="46"/>
              </a:xfrm>
              <a:custGeom>
                <a:avLst/>
                <a:gdLst>
                  <a:gd name="T0" fmla="*/ 40 w 35"/>
                  <a:gd name="T1" fmla="*/ 50 h 44"/>
                  <a:gd name="T2" fmla="*/ 40 w 35"/>
                  <a:gd name="T3" fmla="*/ 33 h 44"/>
                  <a:gd name="T4" fmla="*/ 28 w 35"/>
                  <a:gd name="T5" fmla="*/ 22 h 44"/>
                  <a:gd name="T6" fmla="*/ 13 w 35"/>
                  <a:gd name="T7" fmla="*/ 15 h 44"/>
                  <a:gd name="T8" fmla="*/ 5 w 35"/>
                  <a:gd name="T9" fmla="*/ 8 h 44"/>
                  <a:gd name="T10" fmla="*/ 0 w 35"/>
                  <a:gd name="T11" fmla="*/ 0 h 4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5" h="44">
                    <a:moveTo>
                      <a:pt x="31" y="44"/>
                    </a:moveTo>
                    <a:cubicBezTo>
                      <a:pt x="35" y="43"/>
                      <a:pt x="32" y="33"/>
                      <a:pt x="31" y="30"/>
                    </a:cubicBezTo>
                    <a:cubicBezTo>
                      <a:pt x="29" y="26"/>
                      <a:pt x="25" y="22"/>
                      <a:pt x="22" y="19"/>
                    </a:cubicBezTo>
                    <a:cubicBezTo>
                      <a:pt x="19" y="16"/>
                      <a:pt x="14" y="14"/>
                      <a:pt x="10" y="12"/>
                    </a:cubicBezTo>
                    <a:cubicBezTo>
                      <a:pt x="7" y="11"/>
                      <a:pt x="6" y="11"/>
                      <a:pt x="5" y="8"/>
                    </a:cubicBezTo>
                    <a:cubicBezTo>
                      <a:pt x="3" y="6"/>
                      <a:pt x="0" y="1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844" name="Freeform 110">
                <a:extLst>
                  <a:ext uri="{FF2B5EF4-FFF2-40B4-BE49-F238E27FC236}">
                    <a16:creationId xmlns:a16="http://schemas.microsoft.com/office/drawing/2014/main" id="{3B182E6D-F805-4B38-A3E9-A71AB5F3BB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0" y="3949"/>
                <a:ext cx="40" cy="42"/>
              </a:xfrm>
              <a:custGeom>
                <a:avLst/>
                <a:gdLst>
                  <a:gd name="T0" fmla="*/ 44 w 38"/>
                  <a:gd name="T1" fmla="*/ 46 h 40"/>
                  <a:gd name="T2" fmla="*/ 28 w 38"/>
                  <a:gd name="T3" fmla="*/ 16 h 40"/>
                  <a:gd name="T4" fmla="*/ 17 w 38"/>
                  <a:gd name="T5" fmla="*/ 9 h 40"/>
                  <a:gd name="T6" fmla="*/ 8 w 38"/>
                  <a:gd name="T7" fmla="*/ 4 h 40"/>
                  <a:gd name="T8" fmla="*/ 0 w 38"/>
                  <a:gd name="T9" fmla="*/ 0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" h="40">
                    <a:moveTo>
                      <a:pt x="38" y="40"/>
                    </a:moveTo>
                    <a:cubicBezTo>
                      <a:pt x="38" y="30"/>
                      <a:pt x="33" y="19"/>
                      <a:pt x="25" y="13"/>
                    </a:cubicBezTo>
                    <a:cubicBezTo>
                      <a:pt x="22" y="11"/>
                      <a:pt x="18" y="11"/>
                      <a:pt x="14" y="9"/>
                    </a:cubicBezTo>
                    <a:cubicBezTo>
                      <a:pt x="12" y="7"/>
                      <a:pt x="10" y="5"/>
                      <a:pt x="8" y="4"/>
                    </a:cubicBezTo>
                    <a:cubicBezTo>
                      <a:pt x="5" y="2"/>
                      <a:pt x="2" y="2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845" name="Freeform 111">
                <a:extLst>
                  <a:ext uri="{FF2B5EF4-FFF2-40B4-BE49-F238E27FC236}">
                    <a16:creationId xmlns:a16="http://schemas.microsoft.com/office/drawing/2014/main" id="{4DCF289C-45F7-4EBD-82CD-CE5FEB40E4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5" y="3950"/>
                <a:ext cx="13" cy="6"/>
              </a:xfrm>
              <a:custGeom>
                <a:avLst/>
                <a:gdLst>
                  <a:gd name="T0" fmla="*/ 15 w 12"/>
                  <a:gd name="T1" fmla="*/ 6 h 6"/>
                  <a:gd name="T2" fmla="*/ 0 w 12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6">
                    <a:moveTo>
                      <a:pt x="12" y="6"/>
                    </a:moveTo>
                    <a:cubicBezTo>
                      <a:pt x="9" y="2"/>
                      <a:pt x="2" y="2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846" name="Freeform 112">
                <a:extLst>
                  <a:ext uri="{FF2B5EF4-FFF2-40B4-BE49-F238E27FC236}">
                    <a16:creationId xmlns:a16="http://schemas.microsoft.com/office/drawing/2014/main" id="{5BA8D145-A5B2-40C1-A903-F9C784215E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2" y="3942"/>
                <a:ext cx="5" cy="3"/>
              </a:xfrm>
              <a:custGeom>
                <a:avLst/>
                <a:gdLst>
                  <a:gd name="T0" fmla="*/ 5 w 5"/>
                  <a:gd name="T1" fmla="*/ 3 h 3"/>
                  <a:gd name="T2" fmla="*/ 0 w 5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3">
                    <a:moveTo>
                      <a:pt x="5" y="3"/>
                    </a:moveTo>
                    <a:cubicBezTo>
                      <a:pt x="4" y="2"/>
                      <a:pt x="1" y="1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847" name="Freeform 113">
                <a:extLst>
                  <a:ext uri="{FF2B5EF4-FFF2-40B4-BE49-F238E27FC236}">
                    <a16:creationId xmlns:a16="http://schemas.microsoft.com/office/drawing/2014/main" id="{1C7D8381-56D4-4322-AE17-082B7F611B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2" y="3984"/>
                <a:ext cx="17" cy="13"/>
              </a:xfrm>
              <a:custGeom>
                <a:avLst/>
                <a:gdLst>
                  <a:gd name="T0" fmla="*/ 19 w 16"/>
                  <a:gd name="T1" fmla="*/ 9 h 12"/>
                  <a:gd name="T2" fmla="*/ 4 w 16"/>
                  <a:gd name="T3" fmla="*/ 15 h 12"/>
                  <a:gd name="T4" fmla="*/ 0 w 16"/>
                  <a:gd name="T5" fmla="*/ 9 h 12"/>
                  <a:gd name="T6" fmla="*/ 15 w 16"/>
                  <a:gd name="T7" fmla="*/ 1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12">
                    <a:moveTo>
                      <a:pt x="16" y="6"/>
                    </a:moveTo>
                    <a:cubicBezTo>
                      <a:pt x="10" y="6"/>
                      <a:pt x="8" y="9"/>
                      <a:pt x="4" y="12"/>
                    </a:cubicBezTo>
                    <a:cubicBezTo>
                      <a:pt x="2" y="10"/>
                      <a:pt x="1" y="8"/>
                      <a:pt x="0" y="6"/>
                    </a:cubicBezTo>
                    <a:cubicBezTo>
                      <a:pt x="5" y="5"/>
                      <a:pt x="7" y="0"/>
                      <a:pt x="12" y="1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848" name="Freeform 114">
                <a:extLst>
                  <a:ext uri="{FF2B5EF4-FFF2-40B4-BE49-F238E27FC236}">
                    <a16:creationId xmlns:a16="http://schemas.microsoft.com/office/drawing/2014/main" id="{74C9981A-D38A-4F6F-927B-0E605F4650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5" y="3976"/>
                <a:ext cx="12" cy="13"/>
              </a:xfrm>
              <a:custGeom>
                <a:avLst/>
                <a:gdLst>
                  <a:gd name="T0" fmla="*/ 14 w 11"/>
                  <a:gd name="T1" fmla="*/ 3 h 12"/>
                  <a:gd name="T2" fmla="*/ 3 w 11"/>
                  <a:gd name="T3" fmla="*/ 15 h 12"/>
                  <a:gd name="T4" fmla="*/ 2 w 11"/>
                  <a:gd name="T5" fmla="*/ 15 h 12"/>
                  <a:gd name="T6" fmla="*/ 0 w 11"/>
                  <a:gd name="T7" fmla="*/ 11 h 12"/>
                  <a:gd name="T8" fmla="*/ 12 w 11"/>
                  <a:gd name="T9" fmla="*/ 0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2">
                    <a:moveTo>
                      <a:pt x="11" y="3"/>
                    </a:moveTo>
                    <a:cubicBezTo>
                      <a:pt x="8" y="4"/>
                      <a:pt x="4" y="9"/>
                      <a:pt x="3" y="12"/>
                    </a:cubicBezTo>
                    <a:cubicBezTo>
                      <a:pt x="3" y="12"/>
                      <a:pt x="2" y="12"/>
                      <a:pt x="2" y="12"/>
                    </a:cubicBezTo>
                    <a:cubicBezTo>
                      <a:pt x="1" y="11"/>
                      <a:pt x="0" y="9"/>
                      <a:pt x="0" y="8"/>
                    </a:cubicBezTo>
                    <a:cubicBezTo>
                      <a:pt x="3" y="7"/>
                      <a:pt x="4" y="1"/>
                      <a:pt x="9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849" name="Freeform 115">
                <a:extLst>
                  <a:ext uri="{FF2B5EF4-FFF2-40B4-BE49-F238E27FC236}">
                    <a16:creationId xmlns:a16="http://schemas.microsoft.com/office/drawing/2014/main" id="{EA8610DA-9D97-4DE6-BAE1-C4F7DE82FE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0" y="3922"/>
                <a:ext cx="21" cy="18"/>
              </a:xfrm>
              <a:custGeom>
                <a:avLst/>
                <a:gdLst>
                  <a:gd name="T0" fmla="*/ 23 w 20"/>
                  <a:gd name="T1" fmla="*/ 20 h 17"/>
                  <a:gd name="T2" fmla="*/ 0 w 20"/>
                  <a:gd name="T3" fmla="*/ 0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17">
                    <a:moveTo>
                      <a:pt x="20" y="17"/>
                    </a:moveTo>
                    <a:cubicBezTo>
                      <a:pt x="12" y="14"/>
                      <a:pt x="5" y="7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850" name="Freeform 116">
                <a:extLst>
                  <a:ext uri="{FF2B5EF4-FFF2-40B4-BE49-F238E27FC236}">
                    <a16:creationId xmlns:a16="http://schemas.microsoft.com/office/drawing/2014/main" id="{91A344E6-4CEC-43FF-84C9-C5FBDFEC2D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9" y="1287"/>
                <a:ext cx="115" cy="57"/>
              </a:xfrm>
              <a:custGeom>
                <a:avLst/>
                <a:gdLst>
                  <a:gd name="T0" fmla="*/ 130 w 108"/>
                  <a:gd name="T1" fmla="*/ 0 h 53"/>
                  <a:gd name="T2" fmla="*/ 85 w 108"/>
                  <a:gd name="T3" fmla="*/ 40 h 53"/>
                  <a:gd name="T4" fmla="*/ 0 w 108"/>
                  <a:gd name="T5" fmla="*/ 63 h 5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8" h="53">
                    <a:moveTo>
                      <a:pt x="108" y="0"/>
                    </a:moveTo>
                    <a:cubicBezTo>
                      <a:pt x="108" y="0"/>
                      <a:pt x="82" y="22"/>
                      <a:pt x="70" y="32"/>
                    </a:cubicBezTo>
                    <a:cubicBezTo>
                      <a:pt x="57" y="42"/>
                      <a:pt x="25" y="53"/>
                      <a:pt x="0" y="51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851" name="Freeform 117">
                <a:extLst>
                  <a:ext uri="{FF2B5EF4-FFF2-40B4-BE49-F238E27FC236}">
                    <a16:creationId xmlns:a16="http://schemas.microsoft.com/office/drawing/2014/main" id="{F1392EC7-133E-42E0-9E13-11F020A9E1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8" y="1332"/>
                <a:ext cx="153" cy="55"/>
              </a:xfrm>
              <a:custGeom>
                <a:avLst/>
                <a:gdLst>
                  <a:gd name="T0" fmla="*/ 0 w 144"/>
                  <a:gd name="T1" fmla="*/ 1 h 52"/>
                  <a:gd name="T2" fmla="*/ 35 w 144"/>
                  <a:gd name="T3" fmla="*/ 32 h 52"/>
                  <a:gd name="T4" fmla="*/ 85 w 144"/>
                  <a:gd name="T5" fmla="*/ 60 h 52"/>
                  <a:gd name="T6" fmla="*/ 134 w 144"/>
                  <a:gd name="T7" fmla="*/ 32 h 52"/>
                  <a:gd name="T8" fmla="*/ 173 w 144"/>
                  <a:gd name="T9" fmla="*/ 0 h 5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4" h="52">
                    <a:moveTo>
                      <a:pt x="0" y="1"/>
                    </a:moveTo>
                    <a:cubicBezTo>
                      <a:pt x="0" y="1"/>
                      <a:pt x="14" y="10"/>
                      <a:pt x="29" y="26"/>
                    </a:cubicBezTo>
                    <a:cubicBezTo>
                      <a:pt x="45" y="42"/>
                      <a:pt x="55" y="49"/>
                      <a:pt x="71" y="51"/>
                    </a:cubicBezTo>
                    <a:cubicBezTo>
                      <a:pt x="87" y="52"/>
                      <a:pt x="98" y="39"/>
                      <a:pt x="112" y="26"/>
                    </a:cubicBezTo>
                    <a:cubicBezTo>
                      <a:pt x="127" y="14"/>
                      <a:pt x="130" y="6"/>
                      <a:pt x="144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852" name="Freeform 118">
                <a:extLst>
                  <a:ext uri="{FF2B5EF4-FFF2-40B4-BE49-F238E27FC236}">
                    <a16:creationId xmlns:a16="http://schemas.microsoft.com/office/drawing/2014/main" id="{6C6F5ABE-8EAC-4538-B930-0DF4F11A73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7" y="2012"/>
                <a:ext cx="655" cy="44"/>
              </a:xfrm>
              <a:custGeom>
                <a:avLst/>
                <a:gdLst>
                  <a:gd name="T0" fmla="*/ 0 w 614"/>
                  <a:gd name="T1" fmla="*/ 0 h 42"/>
                  <a:gd name="T2" fmla="*/ 67 w 614"/>
                  <a:gd name="T3" fmla="*/ 27 h 42"/>
                  <a:gd name="T4" fmla="*/ 212 w 614"/>
                  <a:gd name="T5" fmla="*/ 40 h 42"/>
                  <a:gd name="T6" fmla="*/ 373 w 614"/>
                  <a:gd name="T7" fmla="*/ 8 h 42"/>
                  <a:gd name="T8" fmla="*/ 561 w 614"/>
                  <a:gd name="T9" fmla="*/ 39 h 42"/>
                  <a:gd name="T10" fmla="*/ 643 w 614"/>
                  <a:gd name="T11" fmla="*/ 24 h 42"/>
                  <a:gd name="T12" fmla="*/ 746 w 614"/>
                  <a:gd name="T13" fmla="*/ 0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14" h="42">
                    <a:moveTo>
                      <a:pt x="0" y="0"/>
                    </a:moveTo>
                    <a:cubicBezTo>
                      <a:pt x="0" y="0"/>
                      <a:pt x="27" y="23"/>
                      <a:pt x="55" y="24"/>
                    </a:cubicBezTo>
                    <a:cubicBezTo>
                      <a:pt x="83" y="25"/>
                      <a:pt x="133" y="42"/>
                      <a:pt x="175" y="34"/>
                    </a:cubicBezTo>
                    <a:cubicBezTo>
                      <a:pt x="217" y="26"/>
                      <a:pt x="263" y="12"/>
                      <a:pt x="307" y="8"/>
                    </a:cubicBezTo>
                    <a:cubicBezTo>
                      <a:pt x="351" y="4"/>
                      <a:pt x="422" y="41"/>
                      <a:pt x="462" y="33"/>
                    </a:cubicBezTo>
                    <a:cubicBezTo>
                      <a:pt x="502" y="25"/>
                      <a:pt x="515" y="21"/>
                      <a:pt x="530" y="21"/>
                    </a:cubicBezTo>
                    <a:cubicBezTo>
                      <a:pt x="545" y="21"/>
                      <a:pt x="590" y="26"/>
                      <a:pt x="614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853" name="Freeform 119">
                <a:extLst>
                  <a:ext uri="{FF2B5EF4-FFF2-40B4-BE49-F238E27FC236}">
                    <a16:creationId xmlns:a16="http://schemas.microsoft.com/office/drawing/2014/main" id="{A3802099-12CE-4901-A0CA-914A190542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4" y="2213"/>
                <a:ext cx="363" cy="112"/>
              </a:xfrm>
              <a:custGeom>
                <a:avLst/>
                <a:gdLst>
                  <a:gd name="T0" fmla="*/ 0 w 340"/>
                  <a:gd name="T1" fmla="*/ 2 h 105"/>
                  <a:gd name="T2" fmla="*/ 414 w 340"/>
                  <a:gd name="T3" fmla="*/ 0 h 10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40" h="105">
                    <a:moveTo>
                      <a:pt x="0" y="2"/>
                    </a:moveTo>
                    <a:cubicBezTo>
                      <a:pt x="0" y="2"/>
                      <a:pt x="141" y="105"/>
                      <a:pt x="340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854" name="Freeform 120">
                <a:extLst>
                  <a:ext uri="{FF2B5EF4-FFF2-40B4-BE49-F238E27FC236}">
                    <a16:creationId xmlns:a16="http://schemas.microsoft.com/office/drawing/2014/main" id="{BA73786D-1AC0-4DD2-A4D5-784F72DF4D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1" y="2265"/>
                <a:ext cx="82" cy="37"/>
              </a:xfrm>
              <a:custGeom>
                <a:avLst/>
                <a:gdLst>
                  <a:gd name="T0" fmla="*/ 93 w 77"/>
                  <a:gd name="T1" fmla="*/ 0 h 35"/>
                  <a:gd name="T2" fmla="*/ 0 w 77"/>
                  <a:gd name="T3" fmla="*/ 41 h 3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7" h="35">
                    <a:moveTo>
                      <a:pt x="77" y="0"/>
                    </a:moveTo>
                    <a:cubicBezTo>
                      <a:pt x="77" y="0"/>
                      <a:pt x="39" y="20"/>
                      <a:pt x="0" y="35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855" name="Freeform 121">
                <a:extLst>
                  <a:ext uri="{FF2B5EF4-FFF2-40B4-BE49-F238E27FC236}">
                    <a16:creationId xmlns:a16="http://schemas.microsoft.com/office/drawing/2014/main" id="{BF484FF2-FF23-4276-A8DB-2964E06B57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6" y="2262"/>
                <a:ext cx="58" cy="31"/>
              </a:xfrm>
              <a:custGeom>
                <a:avLst/>
                <a:gdLst>
                  <a:gd name="T0" fmla="*/ 0 w 55"/>
                  <a:gd name="T1" fmla="*/ 0 h 29"/>
                  <a:gd name="T2" fmla="*/ 64 w 55"/>
                  <a:gd name="T3" fmla="*/ 35 h 2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5" h="29">
                    <a:moveTo>
                      <a:pt x="0" y="0"/>
                    </a:moveTo>
                    <a:cubicBezTo>
                      <a:pt x="0" y="0"/>
                      <a:pt x="13" y="21"/>
                      <a:pt x="55" y="29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856" name="Freeform 122">
                <a:extLst>
                  <a:ext uri="{FF2B5EF4-FFF2-40B4-BE49-F238E27FC236}">
                    <a16:creationId xmlns:a16="http://schemas.microsoft.com/office/drawing/2014/main" id="{9FD1639D-503B-4615-B723-654E091F45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1" y="2261"/>
                <a:ext cx="28" cy="28"/>
              </a:xfrm>
              <a:custGeom>
                <a:avLst/>
                <a:gdLst>
                  <a:gd name="T0" fmla="*/ 17 w 26"/>
                  <a:gd name="T1" fmla="*/ 0 h 26"/>
                  <a:gd name="T2" fmla="*/ 32 w 26"/>
                  <a:gd name="T3" fmla="*/ 31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26">
                    <a:moveTo>
                      <a:pt x="14" y="0"/>
                    </a:moveTo>
                    <a:cubicBezTo>
                      <a:pt x="14" y="0"/>
                      <a:pt x="0" y="26"/>
                      <a:pt x="26" y="25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857" name="Freeform 123">
                <a:extLst>
                  <a:ext uri="{FF2B5EF4-FFF2-40B4-BE49-F238E27FC236}">
                    <a16:creationId xmlns:a16="http://schemas.microsoft.com/office/drawing/2014/main" id="{A7C803CD-661F-466A-90FF-C560FED80C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6" y="2510"/>
                <a:ext cx="226" cy="41"/>
              </a:xfrm>
              <a:custGeom>
                <a:avLst/>
                <a:gdLst>
                  <a:gd name="T0" fmla="*/ 0 w 212"/>
                  <a:gd name="T1" fmla="*/ 3 h 38"/>
                  <a:gd name="T2" fmla="*/ 257 w 212"/>
                  <a:gd name="T3" fmla="*/ 0 h 3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2" h="38">
                    <a:moveTo>
                      <a:pt x="0" y="3"/>
                    </a:moveTo>
                    <a:cubicBezTo>
                      <a:pt x="0" y="3"/>
                      <a:pt x="111" y="38"/>
                      <a:pt x="212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858" name="Freeform 124">
                <a:extLst>
                  <a:ext uri="{FF2B5EF4-FFF2-40B4-BE49-F238E27FC236}">
                    <a16:creationId xmlns:a16="http://schemas.microsoft.com/office/drawing/2014/main" id="{75E20A97-26A1-4A2B-86F9-F1F3A25302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2" y="1158"/>
                <a:ext cx="111" cy="16"/>
              </a:xfrm>
              <a:custGeom>
                <a:avLst/>
                <a:gdLst>
                  <a:gd name="T0" fmla="*/ 0 w 104"/>
                  <a:gd name="T1" fmla="*/ 6 h 15"/>
                  <a:gd name="T2" fmla="*/ 36 w 104"/>
                  <a:gd name="T3" fmla="*/ 1 h 15"/>
                  <a:gd name="T4" fmla="*/ 82 w 104"/>
                  <a:gd name="T5" fmla="*/ 0 h 15"/>
                  <a:gd name="T6" fmla="*/ 126 w 104"/>
                  <a:gd name="T7" fmla="*/ 5 h 15"/>
                  <a:gd name="T8" fmla="*/ 83 w 104"/>
                  <a:gd name="T9" fmla="*/ 2 h 15"/>
                  <a:gd name="T10" fmla="*/ 37 w 104"/>
                  <a:gd name="T11" fmla="*/ 4 h 15"/>
                  <a:gd name="T12" fmla="*/ 0 w 104"/>
                  <a:gd name="T13" fmla="*/ 6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4" h="15">
                    <a:moveTo>
                      <a:pt x="0" y="6"/>
                    </a:moveTo>
                    <a:cubicBezTo>
                      <a:pt x="0" y="6"/>
                      <a:pt x="22" y="6"/>
                      <a:pt x="30" y="1"/>
                    </a:cubicBezTo>
                    <a:cubicBezTo>
                      <a:pt x="30" y="1"/>
                      <a:pt x="54" y="12"/>
                      <a:pt x="67" y="0"/>
                    </a:cubicBezTo>
                    <a:cubicBezTo>
                      <a:pt x="67" y="0"/>
                      <a:pt x="89" y="6"/>
                      <a:pt x="104" y="5"/>
                    </a:cubicBezTo>
                    <a:cubicBezTo>
                      <a:pt x="104" y="5"/>
                      <a:pt x="78" y="5"/>
                      <a:pt x="68" y="2"/>
                    </a:cubicBezTo>
                    <a:cubicBezTo>
                      <a:pt x="68" y="2"/>
                      <a:pt x="58" y="15"/>
                      <a:pt x="31" y="4"/>
                    </a:cubicBezTo>
                    <a:cubicBezTo>
                      <a:pt x="31" y="4"/>
                      <a:pt x="10" y="8"/>
                      <a:pt x="0" y="6"/>
                    </a:cubicBezTo>
                    <a:close/>
                  </a:path>
                </a:pathLst>
              </a:custGeom>
              <a:solidFill>
                <a:srgbClr val="8E4C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859" name="Freeform 125">
                <a:extLst>
                  <a:ext uri="{FF2B5EF4-FFF2-40B4-BE49-F238E27FC236}">
                    <a16:creationId xmlns:a16="http://schemas.microsoft.com/office/drawing/2014/main" id="{8321D777-DCD0-431B-9990-F540D8F96E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8" y="1331"/>
                <a:ext cx="17" cy="20"/>
              </a:xfrm>
              <a:custGeom>
                <a:avLst/>
                <a:gdLst>
                  <a:gd name="T0" fmla="*/ 0 w 16"/>
                  <a:gd name="T1" fmla="*/ 8 h 19"/>
                  <a:gd name="T2" fmla="*/ 14 w 16"/>
                  <a:gd name="T3" fmla="*/ 0 h 19"/>
                  <a:gd name="T4" fmla="*/ 11 w 16"/>
                  <a:gd name="T5" fmla="*/ 22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19">
                    <a:moveTo>
                      <a:pt x="0" y="8"/>
                    </a:moveTo>
                    <a:cubicBezTo>
                      <a:pt x="4" y="5"/>
                      <a:pt x="6" y="1"/>
                      <a:pt x="11" y="0"/>
                    </a:cubicBezTo>
                    <a:cubicBezTo>
                      <a:pt x="16" y="6"/>
                      <a:pt x="9" y="15"/>
                      <a:pt x="8" y="19"/>
                    </a:cubicBezTo>
                  </a:path>
                </a:pathLst>
              </a:custGeom>
              <a:noFill/>
              <a:ln w="6350" cap="flat">
                <a:solidFill>
                  <a:srgbClr val="AA604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860" name="Freeform 126">
                <a:extLst>
                  <a:ext uri="{FF2B5EF4-FFF2-40B4-BE49-F238E27FC236}">
                    <a16:creationId xmlns:a16="http://schemas.microsoft.com/office/drawing/2014/main" id="{5B9E39F5-397E-467B-8C1D-F398BDBACF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4" y="1346"/>
                <a:ext cx="13" cy="12"/>
              </a:xfrm>
              <a:custGeom>
                <a:avLst/>
                <a:gdLst>
                  <a:gd name="T0" fmla="*/ 5 w 13"/>
                  <a:gd name="T1" fmla="*/ 12 h 12"/>
                  <a:gd name="T2" fmla="*/ 0 w 13"/>
                  <a:gd name="T3" fmla="*/ 0 h 12"/>
                  <a:gd name="T4" fmla="*/ 13 w 13"/>
                  <a:gd name="T5" fmla="*/ 5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2">
                    <a:moveTo>
                      <a:pt x="5" y="12"/>
                    </a:moveTo>
                    <a:cubicBezTo>
                      <a:pt x="4" y="8"/>
                      <a:pt x="1" y="4"/>
                      <a:pt x="0" y="0"/>
                    </a:cubicBezTo>
                    <a:cubicBezTo>
                      <a:pt x="4" y="2"/>
                      <a:pt x="10" y="5"/>
                      <a:pt x="13" y="5"/>
                    </a:cubicBezTo>
                  </a:path>
                </a:pathLst>
              </a:custGeom>
              <a:noFill/>
              <a:ln w="6350" cap="flat">
                <a:solidFill>
                  <a:srgbClr val="AA604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861" name="Freeform 127">
                <a:extLst>
                  <a:ext uri="{FF2B5EF4-FFF2-40B4-BE49-F238E27FC236}">
                    <a16:creationId xmlns:a16="http://schemas.microsoft.com/office/drawing/2014/main" id="{86A8C618-A793-4837-B939-482CDE0805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5" y="1332"/>
                <a:ext cx="12" cy="13"/>
              </a:xfrm>
              <a:custGeom>
                <a:avLst/>
                <a:gdLst>
                  <a:gd name="T0" fmla="*/ 0 w 11"/>
                  <a:gd name="T1" fmla="*/ 0 h 12"/>
                  <a:gd name="T2" fmla="*/ 14 w 11"/>
                  <a:gd name="T3" fmla="*/ 15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12">
                    <a:moveTo>
                      <a:pt x="0" y="0"/>
                    </a:moveTo>
                    <a:cubicBezTo>
                      <a:pt x="4" y="4"/>
                      <a:pt x="8" y="8"/>
                      <a:pt x="11" y="12"/>
                    </a:cubicBezTo>
                  </a:path>
                </a:pathLst>
              </a:custGeom>
              <a:noFill/>
              <a:ln w="6350" cap="flat">
                <a:solidFill>
                  <a:srgbClr val="AA604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862" name="Freeform 128">
                <a:extLst>
                  <a:ext uri="{FF2B5EF4-FFF2-40B4-BE49-F238E27FC236}">
                    <a16:creationId xmlns:a16="http://schemas.microsoft.com/office/drawing/2014/main" id="{A4D76FA1-0B49-4B79-8333-0648B6B027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8" y="1331"/>
                <a:ext cx="33" cy="25"/>
              </a:xfrm>
              <a:custGeom>
                <a:avLst/>
                <a:gdLst>
                  <a:gd name="T0" fmla="*/ 19 w 31"/>
                  <a:gd name="T1" fmla="*/ 0 h 24"/>
                  <a:gd name="T2" fmla="*/ 6 w 31"/>
                  <a:gd name="T3" fmla="*/ 6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1" h="24">
                    <a:moveTo>
                      <a:pt x="16" y="0"/>
                    </a:moveTo>
                    <a:cubicBezTo>
                      <a:pt x="31" y="13"/>
                      <a:pt x="0" y="24"/>
                      <a:pt x="6" y="6"/>
                    </a:cubicBezTo>
                  </a:path>
                </a:pathLst>
              </a:custGeom>
              <a:noFill/>
              <a:ln w="6350" cap="flat">
                <a:solidFill>
                  <a:srgbClr val="AA604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863" name="Freeform 129">
                <a:extLst>
                  <a:ext uri="{FF2B5EF4-FFF2-40B4-BE49-F238E27FC236}">
                    <a16:creationId xmlns:a16="http://schemas.microsoft.com/office/drawing/2014/main" id="{9FF9FFAC-D42A-4E58-AFA0-093B54D814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6" y="1296"/>
                <a:ext cx="3" cy="16"/>
              </a:xfrm>
              <a:custGeom>
                <a:avLst/>
                <a:gdLst>
                  <a:gd name="T0" fmla="*/ 3 w 3"/>
                  <a:gd name="T1" fmla="*/ 0 h 15"/>
                  <a:gd name="T2" fmla="*/ 0 w 3"/>
                  <a:gd name="T3" fmla="*/ 18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5">
                    <a:moveTo>
                      <a:pt x="3" y="0"/>
                    </a:moveTo>
                    <a:cubicBezTo>
                      <a:pt x="3" y="5"/>
                      <a:pt x="2" y="10"/>
                      <a:pt x="0" y="15"/>
                    </a:cubicBezTo>
                  </a:path>
                </a:pathLst>
              </a:custGeom>
              <a:noFill/>
              <a:ln w="6350" cap="flat">
                <a:solidFill>
                  <a:srgbClr val="AA604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864" name="Freeform 130">
                <a:extLst>
                  <a:ext uri="{FF2B5EF4-FFF2-40B4-BE49-F238E27FC236}">
                    <a16:creationId xmlns:a16="http://schemas.microsoft.com/office/drawing/2014/main" id="{8BCD11F2-5AE8-4326-A75A-30C861D194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1" y="1285"/>
                <a:ext cx="13" cy="32"/>
              </a:xfrm>
              <a:custGeom>
                <a:avLst/>
                <a:gdLst>
                  <a:gd name="T0" fmla="*/ 15 w 12"/>
                  <a:gd name="T1" fmla="*/ 13 h 30"/>
                  <a:gd name="T2" fmla="*/ 12 w 12"/>
                  <a:gd name="T3" fmla="*/ 36 h 30"/>
                  <a:gd name="T4" fmla="*/ 10 w 12"/>
                  <a:gd name="T5" fmla="*/ 0 h 3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30">
                    <a:moveTo>
                      <a:pt x="12" y="10"/>
                    </a:moveTo>
                    <a:cubicBezTo>
                      <a:pt x="12" y="17"/>
                      <a:pt x="12" y="25"/>
                      <a:pt x="9" y="30"/>
                    </a:cubicBezTo>
                    <a:cubicBezTo>
                      <a:pt x="0" y="26"/>
                      <a:pt x="6" y="7"/>
                      <a:pt x="7" y="0"/>
                    </a:cubicBezTo>
                  </a:path>
                </a:pathLst>
              </a:custGeom>
              <a:noFill/>
              <a:ln w="6350" cap="flat">
                <a:solidFill>
                  <a:srgbClr val="AA604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865" name="Freeform 131">
                <a:extLst>
                  <a:ext uri="{FF2B5EF4-FFF2-40B4-BE49-F238E27FC236}">
                    <a16:creationId xmlns:a16="http://schemas.microsoft.com/office/drawing/2014/main" id="{7643F8A6-68AE-42D1-8A1E-F0E555BA6A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3" y="1282"/>
                <a:ext cx="15" cy="11"/>
              </a:xfrm>
              <a:custGeom>
                <a:avLst/>
                <a:gdLst>
                  <a:gd name="T0" fmla="*/ 0 w 14"/>
                  <a:gd name="T1" fmla="*/ 0 h 11"/>
                  <a:gd name="T2" fmla="*/ 17 w 14"/>
                  <a:gd name="T3" fmla="*/ 11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11">
                    <a:moveTo>
                      <a:pt x="0" y="0"/>
                    </a:moveTo>
                    <a:cubicBezTo>
                      <a:pt x="2" y="5"/>
                      <a:pt x="8" y="10"/>
                      <a:pt x="14" y="11"/>
                    </a:cubicBezTo>
                  </a:path>
                </a:pathLst>
              </a:custGeom>
              <a:noFill/>
              <a:ln w="6350" cap="flat">
                <a:solidFill>
                  <a:srgbClr val="AA604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866" name="Freeform 132">
                <a:extLst>
                  <a:ext uri="{FF2B5EF4-FFF2-40B4-BE49-F238E27FC236}">
                    <a16:creationId xmlns:a16="http://schemas.microsoft.com/office/drawing/2014/main" id="{3F44D4AD-7630-4387-8B51-A079AA2C9B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3" y="1286"/>
                <a:ext cx="19" cy="6"/>
              </a:xfrm>
              <a:custGeom>
                <a:avLst/>
                <a:gdLst>
                  <a:gd name="T0" fmla="*/ 0 w 18"/>
                  <a:gd name="T1" fmla="*/ 3 h 6"/>
                  <a:gd name="T2" fmla="*/ 21 w 18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6">
                    <a:moveTo>
                      <a:pt x="0" y="3"/>
                    </a:moveTo>
                    <a:cubicBezTo>
                      <a:pt x="5" y="6"/>
                      <a:pt x="12" y="1"/>
                      <a:pt x="18" y="0"/>
                    </a:cubicBezTo>
                  </a:path>
                </a:pathLst>
              </a:custGeom>
              <a:noFill/>
              <a:ln w="6350" cap="flat">
                <a:solidFill>
                  <a:srgbClr val="AA604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867" name="Freeform 133">
                <a:extLst>
                  <a:ext uri="{FF2B5EF4-FFF2-40B4-BE49-F238E27FC236}">
                    <a16:creationId xmlns:a16="http://schemas.microsoft.com/office/drawing/2014/main" id="{A4A58302-E6B3-41B8-A34C-715564C9A3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1" y="1273"/>
                <a:ext cx="14" cy="1"/>
              </a:xfrm>
              <a:custGeom>
                <a:avLst/>
                <a:gdLst>
                  <a:gd name="T0" fmla="*/ 0 w 13"/>
                  <a:gd name="T1" fmla="*/ 1 h 1"/>
                  <a:gd name="T2" fmla="*/ 16 w 13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1">
                    <a:moveTo>
                      <a:pt x="0" y="1"/>
                    </a:moveTo>
                    <a:cubicBezTo>
                      <a:pt x="4" y="0"/>
                      <a:pt x="9" y="0"/>
                      <a:pt x="13" y="0"/>
                    </a:cubicBezTo>
                  </a:path>
                </a:pathLst>
              </a:custGeom>
              <a:noFill/>
              <a:ln w="6350" cap="flat">
                <a:solidFill>
                  <a:srgbClr val="AA604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868" name="Freeform 134">
                <a:extLst>
                  <a:ext uri="{FF2B5EF4-FFF2-40B4-BE49-F238E27FC236}">
                    <a16:creationId xmlns:a16="http://schemas.microsoft.com/office/drawing/2014/main" id="{288AD583-3FA8-4848-B244-D8C7AE72A0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8" y="1578"/>
                <a:ext cx="19" cy="12"/>
              </a:xfrm>
              <a:custGeom>
                <a:avLst/>
                <a:gdLst>
                  <a:gd name="T0" fmla="*/ 0 w 18"/>
                  <a:gd name="T1" fmla="*/ 14 h 11"/>
                  <a:gd name="T2" fmla="*/ 21 w 18"/>
                  <a:gd name="T3" fmla="*/ 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11">
                    <a:moveTo>
                      <a:pt x="0" y="11"/>
                    </a:moveTo>
                    <a:cubicBezTo>
                      <a:pt x="6" y="11"/>
                      <a:pt x="14" y="4"/>
                      <a:pt x="18" y="0"/>
                    </a:cubicBezTo>
                  </a:path>
                </a:pathLst>
              </a:custGeom>
              <a:noFill/>
              <a:ln w="6350" cap="flat">
                <a:solidFill>
                  <a:srgbClr val="AA604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869" name="Freeform 135">
                <a:extLst>
                  <a:ext uri="{FF2B5EF4-FFF2-40B4-BE49-F238E27FC236}">
                    <a16:creationId xmlns:a16="http://schemas.microsoft.com/office/drawing/2014/main" id="{8BC24DD0-8268-4180-B58C-3A1579C2FD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9" y="1607"/>
                <a:ext cx="20" cy="24"/>
              </a:xfrm>
              <a:custGeom>
                <a:avLst/>
                <a:gdLst>
                  <a:gd name="T0" fmla="*/ 6 w 19"/>
                  <a:gd name="T1" fmla="*/ 0 h 23"/>
                  <a:gd name="T2" fmla="*/ 1 w 19"/>
                  <a:gd name="T3" fmla="*/ 25 h 23"/>
                  <a:gd name="T4" fmla="*/ 22 w 19"/>
                  <a:gd name="T5" fmla="*/ 6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23">
                    <a:moveTo>
                      <a:pt x="6" y="0"/>
                    </a:moveTo>
                    <a:cubicBezTo>
                      <a:pt x="4" y="7"/>
                      <a:pt x="0" y="15"/>
                      <a:pt x="1" y="22"/>
                    </a:cubicBezTo>
                    <a:cubicBezTo>
                      <a:pt x="9" y="23"/>
                      <a:pt x="17" y="13"/>
                      <a:pt x="19" y="6"/>
                    </a:cubicBezTo>
                  </a:path>
                </a:pathLst>
              </a:custGeom>
              <a:noFill/>
              <a:ln w="6350" cap="flat">
                <a:solidFill>
                  <a:srgbClr val="AA604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870" name="Freeform 136">
                <a:extLst>
                  <a:ext uri="{FF2B5EF4-FFF2-40B4-BE49-F238E27FC236}">
                    <a16:creationId xmlns:a16="http://schemas.microsoft.com/office/drawing/2014/main" id="{32730BF6-3031-4BA5-AD2C-62A0518809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5" y="1821"/>
                <a:ext cx="27" cy="25"/>
              </a:xfrm>
              <a:custGeom>
                <a:avLst/>
                <a:gdLst>
                  <a:gd name="T0" fmla="*/ 6 w 25"/>
                  <a:gd name="T1" fmla="*/ 27 h 24"/>
                  <a:gd name="T2" fmla="*/ 5 w 25"/>
                  <a:gd name="T3" fmla="*/ 4 h 24"/>
                  <a:gd name="T4" fmla="*/ 31 w 25"/>
                  <a:gd name="T5" fmla="*/ 21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24">
                    <a:moveTo>
                      <a:pt x="6" y="24"/>
                    </a:moveTo>
                    <a:cubicBezTo>
                      <a:pt x="5" y="20"/>
                      <a:pt x="0" y="7"/>
                      <a:pt x="5" y="4"/>
                    </a:cubicBezTo>
                    <a:cubicBezTo>
                      <a:pt x="11" y="0"/>
                      <a:pt x="22" y="14"/>
                      <a:pt x="25" y="18"/>
                    </a:cubicBezTo>
                  </a:path>
                </a:pathLst>
              </a:custGeom>
              <a:noFill/>
              <a:ln w="6350" cap="flat">
                <a:solidFill>
                  <a:srgbClr val="AA604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871" name="Freeform 137">
                <a:extLst>
                  <a:ext uri="{FF2B5EF4-FFF2-40B4-BE49-F238E27FC236}">
                    <a16:creationId xmlns:a16="http://schemas.microsoft.com/office/drawing/2014/main" id="{063B469B-F0BD-4AE7-87F5-0664A436FD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4" y="1901"/>
                <a:ext cx="25" cy="24"/>
              </a:xfrm>
              <a:custGeom>
                <a:avLst/>
                <a:gdLst>
                  <a:gd name="T0" fmla="*/ 0 w 23"/>
                  <a:gd name="T1" fmla="*/ 20 h 23"/>
                  <a:gd name="T2" fmla="*/ 0 w 23"/>
                  <a:gd name="T3" fmla="*/ 18 h 23"/>
                  <a:gd name="T4" fmla="*/ 0 w 23"/>
                  <a:gd name="T5" fmla="*/ 2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23">
                    <a:moveTo>
                      <a:pt x="0" y="17"/>
                    </a:moveTo>
                    <a:cubicBezTo>
                      <a:pt x="0" y="16"/>
                      <a:pt x="0" y="16"/>
                      <a:pt x="0" y="15"/>
                    </a:cubicBezTo>
                    <a:cubicBezTo>
                      <a:pt x="17" y="23"/>
                      <a:pt x="23" y="0"/>
                      <a:pt x="0" y="2"/>
                    </a:cubicBezTo>
                  </a:path>
                </a:pathLst>
              </a:custGeom>
              <a:noFill/>
              <a:ln w="6350" cap="flat">
                <a:solidFill>
                  <a:srgbClr val="AA604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872" name="Freeform 138">
                <a:extLst>
                  <a:ext uri="{FF2B5EF4-FFF2-40B4-BE49-F238E27FC236}">
                    <a16:creationId xmlns:a16="http://schemas.microsoft.com/office/drawing/2014/main" id="{E4EFBA6D-1AC8-44EE-893E-826814BF45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4" y="1883"/>
                <a:ext cx="2" cy="17"/>
              </a:xfrm>
              <a:custGeom>
                <a:avLst/>
                <a:gdLst>
                  <a:gd name="T0" fmla="*/ 2 w 2"/>
                  <a:gd name="T1" fmla="*/ 0 h 16"/>
                  <a:gd name="T2" fmla="*/ 0 w 2"/>
                  <a:gd name="T3" fmla="*/ 19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6">
                    <a:moveTo>
                      <a:pt x="2" y="0"/>
                    </a:moveTo>
                    <a:cubicBezTo>
                      <a:pt x="2" y="6"/>
                      <a:pt x="2" y="11"/>
                      <a:pt x="0" y="16"/>
                    </a:cubicBezTo>
                  </a:path>
                </a:pathLst>
              </a:custGeom>
              <a:noFill/>
              <a:ln w="6350" cap="flat">
                <a:solidFill>
                  <a:srgbClr val="AA604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873" name="Freeform 139">
                <a:extLst>
                  <a:ext uri="{FF2B5EF4-FFF2-40B4-BE49-F238E27FC236}">
                    <a16:creationId xmlns:a16="http://schemas.microsoft.com/office/drawing/2014/main" id="{97517A6B-649D-43C5-96AF-280C244961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9" y="1902"/>
                <a:ext cx="23" cy="13"/>
              </a:xfrm>
              <a:custGeom>
                <a:avLst/>
                <a:gdLst>
                  <a:gd name="T0" fmla="*/ 0 w 22"/>
                  <a:gd name="T1" fmla="*/ 0 h 12"/>
                  <a:gd name="T2" fmla="*/ 25 w 22"/>
                  <a:gd name="T3" fmla="*/ 15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12">
                    <a:moveTo>
                      <a:pt x="0" y="0"/>
                    </a:moveTo>
                    <a:cubicBezTo>
                      <a:pt x="8" y="3"/>
                      <a:pt x="15" y="8"/>
                      <a:pt x="22" y="12"/>
                    </a:cubicBezTo>
                  </a:path>
                </a:pathLst>
              </a:custGeom>
              <a:noFill/>
              <a:ln w="6350" cap="flat">
                <a:solidFill>
                  <a:srgbClr val="AA604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874" name="Freeform 140">
                <a:extLst>
                  <a:ext uri="{FF2B5EF4-FFF2-40B4-BE49-F238E27FC236}">
                    <a16:creationId xmlns:a16="http://schemas.microsoft.com/office/drawing/2014/main" id="{CF28CD49-6918-4598-A0BF-299005E917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4" y="1934"/>
                <a:ext cx="7" cy="22"/>
              </a:xfrm>
              <a:custGeom>
                <a:avLst/>
                <a:gdLst>
                  <a:gd name="T0" fmla="*/ 0 w 6"/>
                  <a:gd name="T1" fmla="*/ 0 h 21"/>
                  <a:gd name="T2" fmla="*/ 9 w 6"/>
                  <a:gd name="T3" fmla="*/ 24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21">
                    <a:moveTo>
                      <a:pt x="0" y="0"/>
                    </a:moveTo>
                    <a:cubicBezTo>
                      <a:pt x="2" y="7"/>
                      <a:pt x="4" y="14"/>
                      <a:pt x="6" y="21"/>
                    </a:cubicBezTo>
                  </a:path>
                </a:pathLst>
              </a:custGeom>
              <a:noFill/>
              <a:ln w="6350" cap="flat">
                <a:solidFill>
                  <a:srgbClr val="AA604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875" name="Freeform 141">
                <a:extLst>
                  <a:ext uri="{FF2B5EF4-FFF2-40B4-BE49-F238E27FC236}">
                    <a16:creationId xmlns:a16="http://schemas.microsoft.com/office/drawing/2014/main" id="{24A9FEEB-4657-48A5-8EB7-541F77CDD4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9" y="2014"/>
                <a:ext cx="25" cy="41"/>
              </a:xfrm>
              <a:custGeom>
                <a:avLst/>
                <a:gdLst>
                  <a:gd name="T0" fmla="*/ 17 w 23"/>
                  <a:gd name="T1" fmla="*/ 0 h 39"/>
                  <a:gd name="T2" fmla="*/ 29 w 23"/>
                  <a:gd name="T3" fmla="*/ 5 h 3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39">
                    <a:moveTo>
                      <a:pt x="14" y="0"/>
                    </a:moveTo>
                    <a:cubicBezTo>
                      <a:pt x="0" y="1"/>
                      <a:pt x="14" y="39"/>
                      <a:pt x="23" y="5"/>
                    </a:cubicBezTo>
                  </a:path>
                </a:pathLst>
              </a:custGeom>
              <a:noFill/>
              <a:ln w="6350" cap="flat">
                <a:solidFill>
                  <a:srgbClr val="AA604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876" name="Freeform 142">
                <a:extLst>
                  <a:ext uri="{FF2B5EF4-FFF2-40B4-BE49-F238E27FC236}">
                    <a16:creationId xmlns:a16="http://schemas.microsoft.com/office/drawing/2014/main" id="{2D428AC2-C095-4293-A8A3-326C4BB778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3" y="2032"/>
                <a:ext cx="5" cy="23"/>
              </a:xfrm>
              <a:custGeom>
                <a:avLst/>
                <a:gdLst>
                  <a:gd name="T0" fmla="*/ 5 w 5"/>
                  <a:gd name="T1" fmla="*/ 0 h 22"/>
                  <a:gd name="T2" fmla="*/ 0 w 5"/>
                  <a:gd name="T3" fmla="*/ 25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22">
                    <a:moveTo>
                      <a:pt x="5" y="0"/>
                    </a:moveTo>
                    <a:cubicBezTo>
                      <a:pt x="4" y="7"/>
                      <a:pt x="4" y="15"/>
                      <a:pt x="0" y="22"/>
                    </a:cubicBezTo>
                  </a:path>
                </a:pathLst>
              </a:custGeom>
              <a:noFill/>
              <a:ln w="6350" cap="flat">
                <a:solidFill>
                  <a:srgbClr val="AA604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877" name="Freeform 143">
                <a:extLst>
                  <a:ext uri="{FF2B5EF4-FFF2-40B4-BE49-F238E27FC236}">
                    <a16:creationId xmlns:a16="http://schemas.microsoft.com/office/drawing/2014/main" id="{BBF8E670-DEC0-4032-BEA1-8324622D27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9" y="2007"/>
                <a:ext cx="28" cy="24"/>
              </a:xfrm>
              <a:custGeom>
                <a:avLst/>
                <a:gdLst>
                  <a:gd name="T0" fmla="*/ 0 w 26"/>
                  <a:gd name="T1" fmla="*/ 9 h 22"/>
                  <a:gd name="T2" fmla="*/ 12 w 26"/>
                  <a:gd name="T3" fmla="*/ 0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22">
                    <a:moveTo>
                      <a:pt x="0" y="6"/>
                    </a:moveTo>
                    <a:cubicBezTo>
                      <a:pt x="10" y="22"/>
                      <a:pt x="26" y="17"/>
                      <a:pt x="9" y="0"/>
                    </a:cubicBezTo>
                  </a:path>
                </a:pathLst>
              </a:custGeom>
              <a:noFill/>
              <a:ln w="6350" cap="flat">
                <a:solidFill>
                  <a:srgbClr val="AA604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878" name="Freeform 144">
                <a:extLst>
                  <a:ext uri="{FF2B5EF4-FFF2-40B4-BE49-F238E27FC236}">
                    <a16:creationId xmlns:a16="http://schemas.microsoft.com/office/drawing/2014/main" id="{EE02277C-9F89-421B-AB56-347B9ECDE9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4" y="2280"/>
                <a:ext cx="14" cy="21"/>
              </a:xfrm>
              <a:custGeom>
                <a:avLst/>
                <a:gdLst>
                  <a:gd name="T0" fmla="*/ 3 w 13"/>
                  <a:gd name="T1" fmla="*/ 0 h 20"/>
                  <a:gd name="T2" fmla="*/ 1 w 13"/>
                  <a:gd name="T3" fmla="*/ 15 h 20"/>
                  <a:gd name="T4" fmla="*/ 16 w 13"/>
                  <a:gd name="T5" fmla="*/ 0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20">
                    <a:moveTo>
                      <a:pt x="3" y="0"/>
                    </a:moveTo>
                    <a:cubicBezTo>
                      <a:pt x="3" y="3"/>
                      <a:pt x="0" y="9"/>
                      <a:pt x="1" y="12"/>
                    </a:cubicBezTo>
                    <a:cubicBezTo>
                      <a:pt x="6" y="20"/>
                      <a:pt x="13" y="5"/>
                      <a:pt x="13" y="0"/>
                    </a:cubicBezTo>
                  </a:path>
                </a:pathLst>
              </a:custGeom>
              <a:noFill/>
              <a:ln w="6350" cap="flat">
                <a:solidFill>
                  <a:srgbClr val="AA604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879" name="Freeform 145">
                <a:extLst>
                  <a:ext uri="{FF2B5EF4-FFF2-40B4-BE49-F238E27FC236}">
                    <a16:creationId xmlns:a16="http://schemas.microsoft.com/office/drawing/2014/main" id="{6E18B31D-3F4D-422F-8D7A-EB625B902C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3" y="2285"/>
                <a:ext cx="18" cy="22"/>
              </a:xfrm>
              <a:custGeom>
                <a:avLst/>
                <a:gdLst>
                  <a:gd name="T0" fmla="*/ 1 w 17"/>
                  <a:gd name="T1" fmla="*/ 11 h 20"/>
                  <a:gd name="T2" fmla="*/ 1 w 17"/>
                  <a:gd name="T3" fmla="*/ 9 h 20"/>
                  <a:gd name="T4" fmla="*/ 17 w 17"/>
                  <a:gd name="T5" fmla="*/ 21 h 20"/>
                  <a:gd name="T6" fmla="*/ 12 w 17"/>
                  <a:gd name="T7" fmla="*/ 0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20">
                    <a:moveTo>
                      <a:pt x="1" y="8"/>
                    </a:moveTo>
                    <a:cubicBezTo>
                      <a:pt x="1" y="8"/>
                      <a:pt x="0" y="8"/>
                      <a:pt x="1" y="6"/>
                    </a:cubicBezTo>
                    <a:cubicBezTo>
                      <a:pt x="4" y="10"/>
                      <a:pt x="9" y="20"/>
                      <a:pt x="14" y="15"/>
                    </a:cubicBezTo>
                    <a:cubicBezTo>
                      <a:pt x="17" y="11"/>
                      <a:pt x="11" y="3"/>
                      <a:pt x="9" y="0"/>
                    </a:cubicBezTo>
                  </a:path>
                </a:pathLst>
              </a:custGeom>
              <a:noFill/>
              <a:ln w="6350" cap="flat">
                <a:solidFill>
                  <a:srgbClr val="AA604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880" name="Freeform 146">
                <a:extLst>
                  <a:ext uri="{FF2B5EF4-FFF2-40B4-BE49-F238E27FC236}">
                    <a16:creationId xmlns:a16="http://schemas.microsoft.com/office/drawing/2014/main" id="{44E82A6A-E9A0-4D60-9189-1DC4A5526D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8" y="2209"/>
                <a:ext cx="26" cy="28"/>
              </a:xfrm>
              <a:custGeom>
                <a:avLst/>
                <a:gdLst>
                  <a:gd name="T0" fmla="*/ 1 w 25"/>
                  <a:gd name="T1" fmla="*/ 13 h 27"/>
                  <a:gd name="T2" fmla="*/ 10 w 25"/>
                  <a:gd name="T3" fmla="*/ 6 h 27"/>
                  <a:gd name="T4" fmla="*/ 16 w 25"/>
                  <a:gd name="T5" fmla="*/ 30 h 27"/>
                  <a:gd name="T6" fmla="*/ 28 w 25"/>
                  <a:gd name="T7" fmla="*/ 8 h 2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" h="27">
                    <a:moveTo>
                      <a:pt x="1" y="13"/>
                    </a:moveTo>
                    <a:cubicBezTo>
                      <a:pt x="0" y="8"/>
                      <a:pt x="5" y="0"/>
                      <a:pt x="10" y="6"/>
                    </a:cubicBezTo>
                    <a:cubicBezTo>
                      <a:pt x="14" y="11"/>
                      <a:pt x="9" y="21"/>
                      <a:pt x="13" y="27"/>
                    </a:cubicBezTo>
                    <a:cubicBezTo>
                      <a:pt x="20" y="24"/>
                      <a:pt x="23" y="14"/>
                      <a:pt x="25" y="8"/>
                    </a:cubicBezTo>
                  </a:path>
                </a:pathLst>
              </a:custGeom>
              <a:noFill/>
              <a:ln w="6350" cap="flat">
                <a:solidFill>
                  <a:srgbClr val="AA604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881" name="Freeform 147">
                <a:extLst>
                  <a:ext uri="{FF2B5EF4-FFF2-40B4-BE49-F238E27FC236}">
                    <a16:creationId xmlns:a16="http://schemas.microsoft.com/office/drawing/2014/main" id="{EF4A45E6-B42A-4D03-8FE3-1C8C7429B3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3" y="2208"/>
                <a:ext cx="7" cy="18"/>
              </a:xfrm>
              <a:custGeom>
                <a:avLst/>
                <a:gdLst>
                  <a:gd name="T0" fmla="*/ 0 w 7"/>
                  <a:gd name="T1" fmla="*/ 0 h 17"/>
                  <a:gd name="T2" fmla="*/ 7 w 7"/>
                  <a:gd name="T3" fmla="*/ 20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7">
                    <a:moveTo>
                      <a:pt x="0" y="0"/>
                    </a:moveTo>
                    <a:cubicBezTo>
                      <a:pt x="3" y="6"/>
                      <a:pt x="4" y="12"/>
                      <a:pt x="7" y="17"/>
                    </a:cubicBezTo>
                  </a:path>
                </a:pathLst>
              </a:custGeom>
              <a:noFill/>
              <a:ln w="6350" cap="flat">
                <a:solidFill>
                  <a:srgbClr val="AA604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882" name="Freeform 148">
                <a:extLst>
                  <a:ext uri="{FF2B5EF4-FFF2-40B4-BE49-F238E27FC236}">
                    <a16:creationId xmlns:a16="http://schemas.microsoft.com/office/drawing/2014/main" id="{F6C40D8E-F78D-46CE-A73E-BFD2A0572B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6" y="2123"/>
                <a:ext cx="21" cy="25"/>
              </a:xfrm>
              <a:custGeom>
                <a:avLst/>
                <a:gdLst>
                  <a:gd name="T0" fmla="*/ 8 w 20"/>
                  <a:gd name="T1" fmla="*/ 0 h 23"/>
                  <a:gd name="T2" fmla="*/ 2 w 20"/>
                  <a:gd name="T3" fmla="*/ 26 h 23"/>
                  <a:gd name="T4" fmla="*/ 23 w 20"/>
                  <a:gd name="T5" fmla="*/ 9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23">
                    <a:moveTo>
                      <a:pt x="8" y="0"/>
                    </a:moveTo>
                    <a:cubicBezTo>
                      <a:pt x="2" y="5"/>
                      <a:pt x="0" y="12"/>
                      <a:pt x="2" y="20"/>
                    </a:cubicBezTo>
                    <a:cubicBezTo>
                      <a:pt x="13" y="23"/>
                      <a:pt x="20" y="17"/>
                      <a:pt x="20" y="6"/>
                    </a:cubicBezTo>
                  </a:path>
                </a:pathLst>
              </a:custGeom>
              <a:noFill/>
              <a:ln w="6350" cap="flat">
                <a:solidFill>
                  <a:srgbClr val="AA604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883" name="Freeform 149">
                <a:extLst>
                  <a:ext uri="{FF2B5EF4-FFF2-40B4-BE49-F238E27FC236}">
                    <a16:creationId xmlns:a16="http://schemas.microsoft.com/office/drawing/2014/main" id="{399DD6D6-544C-4209-8BD4-F88E304D1F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6" y="2125"/>
                <a:ext cx="26" cy="28"/>
              </a:xfrm>
              <a:custGeom>
                <a:avLst/>
                <a:gdLst>
                  <a:gd name="T0" fmla="*/ 12 w 24"/>
                  <a:gd name="T1" fmla="*/ 30 h 27"/>
                  <a:gd name="T2" fmla="*/ 1 w 24"/>
                  <a:gd name="T3" fmla="*/ 1 h 27"/>
                  <a:gd name="T4" fmla="*/ 29 w 24"/>
                  <a:gd name="T5" fmla="*/ 26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27">
                    <a:moveTo>
                      <a:pt x="9" y="27"/>
                    </a:moveTo>
                    <a:cubicBezTo>
                      <a:pt x="3" y="20"/>
                      <a:pt x="0" y="11"/>
                      <a:pt x="1" y="1"/>
                    </a:cubicBezTo>
                    <a:cubicBezTo>
                      <a:pt x="12" y="0"/>
                      <a:pt x="24" y="16"/>
                      <a:pt x="23" y="23"/>
                    </a:cubicBezTo>
                  </a:path>
                </a:pathLst>
              </a:custGeom>
              <a:noFill/>
              <a:ln w="6350" cap="flat">
                <a:solidFill>
                  <a:srgbClr val="AA604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884" name="Freeform 150">
                <a:extLst>
                  <a:ext uri="{FF2B5EF4-FFF2-40B4-BE49-F238E27FC236}">
                    <a16:creationId xmlns:a16="http://schemas.microsoft.com/office/drawing/2014/main" id="{E9A10807-10E0-481F-A408-89DECE907C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1" y="2343"/>
                <a:ext cx="13" cy="15"/>
              </a:xfrm>
              <a:custGeom>
                <a:avLst/>
                <a:gdLst>
                  <a:gd name="T0" fmla="*/ 0 w 12"/>
                  <a:gd name="T1" fmla="*/ 0 h 14"/>
                  <a:gd name="T2" fmla="*/ 15 w 12"/>
                  <a:gd name="T3" fmla="*/ 17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14">
                    <a:moveTo>
                      <a:pt x="0" y="0"/>
                    </a:moveTo>
                    <a:cubicBezTo>
                      <a:pt x="4" y="5"/>
                      <a:pt x="8" y="10"/>
                      <a:pt x="12" y="14"/>
                    </a:cubicBezTo>
                  </a:path>
                </a:pathLst>
              </a:custGeom>
              <a:noFill/>
              <a:ln w="6350" cap="flat">
                <a:solidFill>
                  <a:srgbClr val="AA604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885" name="Freeform 151">
                <a:extLst>
                  <a:ext uri="{FF2B5EF4-FFF2-40B4-BE49-F238E27FC236}">
                    <a16:creationId xmlns:a16="http://schemas.microsoft.com/office/drawing/2014/main" id="{417F68B9-C232-4FB7-8586-1029C9BCC8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2" y="2331"/>
                <a:ext cx="25" cy="23"/>
              </a:xfrm>
              <a:custGeom>
                <a:avLst/>
                <a:gdLst>
                  <a:gd name="T0" fmla="*/ 15 w 23"/>
                  <a:gd name="T1" fmla="*/ 27 h 21"/>
                  <a:gd name="T2" fmla="*/ 29 w 23"/>
                  <a:gd name="T3" fmla="*/ 14 h 21"/>
                  <a:gd name="T4" fmla="*/ 0 w 23"/>
                  <a:gd name="T5" fmla="*/ 23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21">
                    <a:moveTo>
                      <a:pt x="12" y="21"/>
                    </a:moveTo>
                    <a:cubicBezTo>
                      <a:pt x="18" y="20"/>
                      <a:pt x="21" y="17"/>
                      <a:pt x="23" y="11"/>
                    </a:cubicBezTo>
                    <a:cubicBezTo>
                      <a:pt x="15" y="0"/>
                      <a:pt x="5" y="7"/>
                      <a:pt x="0" y="17"/>
                    </a:cubicBezTo>
                  </a:path>
                </a:pathLst>
              </a:custGeom>
              <a:noFill/>
              <a:ln w="6350" cap="flat">
                <a:solidFill>
                  <a:srgbClr val="AA604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886" name="Freeform 152">
                <a:extLst>
                  <a:ext uri="{FF2B5EF4-FFF2-40B4-BE49-F238E27FC236}">
                    <a16:creationId xmlns:a16="http://schemas.microsoft.com/office/drawing/2014/main" id="{D701F3FE-C71C-41A6-9CE6-5D42F449C0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5" y="2307"/>
                <a:ext cx="11" cy="21"/>
              </a:xfrm>
              <a:custGeom>
                <a:avLst/>
                <a:gdLst>
                  <a:gd name="T0" fmla="*/ 0 w 10"/>
                  <a:gd name="T1" fmla="*/ 23 h 20"/>
                  <a:gd name="T2" fmla="*/ 13 w 10"/>
                  <a:gd name="T3" fmla="*/ 0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20">
                    <a:moveTo>
                      <a:pt x="0" y="20"/>
                    </a:moveTo>
                    <a:cubicBezTo>
                      <a:pt x="2" y="13"/>
                      <a:pt x="7" y="6"/>
                      <a:pt x="10" y="0"/>
                    </a:cubicBezTo>
                  </a:path>
                </a:pathLst>
              </a:custGeom>
              <a:noFill/>
              <a:ln w="6350" cap="flat">
                <a:solidFill>
                  <a:srgbClr val="AA604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887" name="Freeform 153">
                <a:extLst>
                  <a:ext uri="{FF2B5EF4-FFF2-40B4-BE49-F238E27FC236}">
                    <a16:creationId xmlns:a16="http://schemas.microsoft.com/office/drawing/2014/main" id="{25DC3399-CE11-4A52-92B4-FCF2CF25EF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7" y="2168"/>
                <a:ext cx="13" cy="25"/>
              </a:xfrm>
              <a:custGeom>
                <a:avLst/>
                <a:gdLst>
                  <a:gd name="T0" fmla="*/ 15 w 12"/>
                  <a:gd name="T1" fmla="*/ 0 h 23"/>
                  <a:gd name="T2" fmla="*/ 0 w 12"/>
                  <a:gd name="T3" fmla="*/ 29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23">
                    <a:moveTo>
                      <a:pt x="12" y="0"/>
                    </a:moveTo>
                    <a:cubicBezTo>
                      <a:pt x="11" y="9"/>
                      <a:pt x="6" y="16"/>
                      <a:pt x="0" y="23"/>
                    </a:cubicBezTo>
                  </a:path>
                </a:pathLst>
              </a:custGeom>
              <a:noFill/>
              <a:ln w="6350" cap="flat">
                <a:solidFill>
                  <a:srgbClr val="AA604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888" name="Freeform 154">
                <a:extLst>
                  <a:ext uri="{FF2B5EF4-FFF2-40B4-BE49-F238E27FC236}">
                    <a16:creationId xmlns:a16="http://schemas.microsoft.com/office/drawing/2014/main" id="{22B38EDB-3A32-4BBA-BE23-2D27390A18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8" y="2240"/>
                <a:ext cx="25" cy="38"/>
              </a:xfrm>
              <a:custGeom>
                <a:avLst/>
                <a:gdLst>
                  <a:gd name="T0" fmla="*/ 8 w 24"/>
                  <a:gd name="T1" fmla="*/ 13 h 36"/>
                  <a:gd name="T2" fmla="*/ 15 w 24"/>
                  <a:gd name="T3" fmla="*/ 41 h 36"/>
                  <a:gd name="T4" fmla="*/ 27 w 24"/>
                  <a:gd name="T5" fmla="*/ 0 h 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36">
                    <a:moveTo>
                      <a:pt x="8" y="10"/>
                    </a:moveTo>
                    <a:cubicBezTo>
                      <a:pt x="4" y="16"/>
                      <a:pt x="0" y="33"/>
                      <a:pt x="12" y="35"/>
                    </a:cubicBezTo>
                    <a:cubicBezTo>
                      <a:pt x="24" y="36"/>
                      <a:pt x="24" y="7"/>
                      <a:pt x="24" y="0"/>
                    </a:cubicBezTo>
                  </a:path>
                </a:pathLst>
              </a:custGeom>
              <a:noFill/>
              <a:ln w="6350" cap="flat">
                <a:solidFill>
                  <a:srgbClr val="AA604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889" name="Freeform 155">
                <a:extLst>
                  <a:ext uri="{FF2B5EF4-FFF2-40B4-BE49-F238E27FC236}">
                    <a16:creationId xmlns:a16="http://schemas.microsoft.com/office/drawing/2014/main" id="{74BA72BC-931A-4097-B06D-3F24A9B383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9" y="2162"/>
                <a:ext cx="32" cy="46"/>
              </a:xfrm>
              <a:custGeom>
                <a:avLst/>
                <a:gdLst>
                  <a:gd name="T0" fmla="*/ 2 w 30"/>
                  <a:gd name="T1" fmla="*/ 15 h 43"/>
                  <a:gd name="T2" fmla="*/ 27 w 30"/>
                  <a:gd name="T3" fmla="*/ 40 h 43"/>
                  <a:gd name="T4" fmla="*/ 17 w 30"/>
                  <a:gd name="T5" fmla="*/ 0 h 4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0" h="43">
                    <a:moveTo>
                      <a:pt x="2" y="12"/>
                    </a:moveTo>
                    <a:cubicBezTo>
                      <a:pt x="0" y="19"/>
                      <a:pt x="12" y="43"/>
                      <a:pt x="22" y="33"/>
                    </a:cubicBezTo>
                    <a:cubicBezTo>
                      <a:pt x="30" y="26"/>
                      <a:pt x="18" y="6"/>
                      <a:pt x="14" y="0"/>
                    </a:cubicBezTo>
                  </a:path>
                </a:pathLst>
              </a:custGeom>
              <a:noFill/>
              <a:ln w="6350" cap="flat">
                <a:solidFill>
                  <a:srgbClr val="AA604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890" name="Freeform 156">
                <a:extLst>
                  <a:ext uri="{FF2B5EF4-FFF2-40B4-BE49-F238E27FC236}">
                    <a16:creationId xmlns:a16="http://schemas.microsoft.com/office/drawing/2014/main" id="{1C696DE3-FAD3-40BD-90FF-1D86EC700A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4" y="2246"/>
                <a:ext cx="10" cy="26"/>
              </a:xfrm>
              <a:custGeom>
                <a:avLst/>
                <a:gdLst>
                  <a:gd name="T0" fmla="*/ 0 w 10"/>
                  <a:gd name="T1" fmla="*/ 0 h 24"/>
                  <a:gd name="T2" fmla="*/ 10 w 10"/>
                  <a:gd name="T3" fmla="*/ 30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24">
                    <a:moveTo>
                      <a:pt x="0" y="0"/>
                    </a:moveTo>
                    <a:cubicBezTo>
                      <a:pt x="0" y="8"/>
                      <a:pt x="6" y="18"/>
                      <a:pt x="10" y="24"/>
                    </a:cubicBezTo>
                  </a:path>
                </a:pathLst>
              </a:custGeom>
              <a:noFill/>
              <a:ln w="6350" cap="flat">
                <a:solidFill>
                  <a:srgbClr val="AA604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891" name="Freeform 157">
                <a:extLst>
                  <a:ext uri="{FF2B5EF4-FFF2-40B4-BE49-F238E27FC236}">
                    <a16:creationId xmlns:a16="http://schemas.microsoft.com/office/drawing/2014/main" id="{1DE5CB2E-09CB-490F-88DC-3E4E2C37FF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0" y="2488"/>
                <a:ext cx="24" cy="29"/>
              </a:xfrm>
              <a:custGeom>
                <a:avLst/>
                <a:gdLst>
                  <a:gd name="T0" fmla="*/ 7 w 23"/>
                  <a:gd name="T1" fmla="*/ 31 h 27"/>
                  <a:gd name="T2" fmla="*/ 1 w 23"/>
                  <a:gd name="T3" fmla="*/ 3 h 27"/>
                  <a:gd name="T4" fmla="*/ 26 w 23"/>
                  <a:gd name="T5" fmla="*/ 33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27">
                    <a:moveTo>
                      <a:pt x="7" y="25"/>
                    </a:moveTo>
                    <a:cubicBezTo>
                      <a:pt x="1" y="20"/>
                      <a:pt x="0" y="11"/>
                      <a:pt x="1" y="3"/>
                    </a:cubicBezTo>
                    <a:cubicBezTo>
                      <a:pt x="16" y="0"/>
                      <a:pt x="21" y="17"/>
                      <a:pt x="23" y="27"/>
                    </a:cubicBezTo>
                  </a:path>
                </a:pathLst>
              </a:custGeom>
              <a:noFill/>
              <a:ln w="6350" cap="flat">
                <a:solidFill>
                  <a:srgbClr val="AA604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892" name="Freeform 158">
                <a:extLst>
                  <a:ext uri="{FF2B5EF4-FFF2-40B4-BE49-F238E27FC236}">
                    <a16:creationId xmlns:a16="http://schemas.microsoft.com/office/drawing/2014/main" id="{CF86398A-D2A8-4AB1-A120-D10ED6DFD0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0" y="2495"/>
                <a:ext cx="13" cy="34"/>
              </a:xfrm>
              <a:custGeom>
                <a:avLst/>
                <a:gdLst>
                  <a:gd name="T0" fmla="*/ 15 w 12"/>
                  <a:gd name="T1" fmla="*/ 0 h 32"/>
                  <a:gd name="T2" fmla="*/ 0 w 12"/>
                  <a:gd name="T3" fmla="*/ 38 h 3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32">
                    <a:moveTo>
                      <a:pt x="12" y="0"/>
                    </a:moveTo>
                    <a:cubicBezTo>
                      <a:pt x="11" y="11"/>
                      <a:pt x="6" y="23"/>
                      <a:pt x="0" y="32"/>
                    </a:cubicBezTo>
                  </a:path>
                </a:pathLst>
              </a:custGeom>
              <a:noFill/>
              <a:ln w="6350" cap="flat">
                <a:solidFill>
                  <a:srgbClr val="AA604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893" name="Freeform 159">
                <a:extLst>
                  <a:ext uri="{FF2B5EF4-FFF2-40B4-BE49-F238E27FC236}">
                    <a16:creationId xmlns:a16="http://schemas.microsoft.com/office/drawing/2014/main" id="{2C909318-3956-49C0-A812-3FC3638CDB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0" y="2770"/>
                <a:ext cx="20" cy="22"/>
              </a:xfrm>
              <a:custGeom>
                <a:avLst/>
                <a:gdLst>
                  <a:gd name="T0" fmla="*/ 4 w 19"/>
                  <a:gd name="T1" fmla="*/ 0 h 20"/>
                  <a:gd name="T2" fmla="*/ 8 w 19"/>
                  <a:gd name="T3" fmla="*/ 26 h 20"/>
                  <a:gd name="T4" fmla="*/ 22 w 19"/>
                  <a:gd name="T5" fmla="*/ 3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20">
                    <a:moveTo>
                      <a:pt x="4" y="0"/>
                    </a:moveTo>
                    <a:cubicBezTo>
                      <a:pt x="2" y="5"/>
                      <a:pt x="0" y="19"/>
                      <a:pt x="8" y="20"/>
                    </a:cubicBezTo>
                    <a:cubicBezTo>
                      <a:pt x="12" y="20"/>
                      <a:pt x="19" y="7"/>
                      <a:pt x="19" y="3"/>
                    </a:cubicBezTo>
                  </a:path>
                </a:pathLst>
              </a:custGeom>
              <a:noFill/>
              <a:ln w="6350" cap="flat">
                <a:solidFill>
                  <a:srgbClr val="AA604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894" name="Freeform 160">
                <a:extLst>
                  <a:ext uri="{FF2B5EF4-FFF2-40B4-BE49-F238E27FC236}">
                    <a16:creationId xmlns:a16="http://schemas.microsoft.com/office/drawing/2014/main" id="{9531F7B3-98A2-440F-AE76-3EA22381EC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0" y="2770"/>
                <a:ext cx="12" cy="33"/>
              </a:xfrm>
              <a:custGeom>
                <a:avLst/>
                <a:gdLst>
                  <a:gd name="T0" fmla="*/ 2 w 11"/>
                  <a:gd name="T1" fmla="*/ 0 h 31"/>
                  <a:gd name="T2" fmla="*/ 14 w 11"/>
                  <a:gd name="T3" fmla="*/ 37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31">
                    <a:moveTo>
                      <a:pt x="2" y="0"/>
                    </a:moveTo>
                    <a:cubicBezTo>
                      <a:pt x="0" y="6"/>
                      <a:pt x="9" y="24"/>
                      <a:pt x="11" y="31"/>
                    </a:cubicBezTo>
                  </a:path>
                </a:pathLst>
              </a:custGeom>
              <a:noFill/>
              <a:ln w="6350" cap="flat">
                <a:solidFill>
                  <a:srgbClr val="AA604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895" name="Freeform 161">
                <a:extLst>
                  <a:ext uri="{FF2B5EF4-FFF2-40B4-BE49-F238E27FC236}">
                    <a16:creationId xmlns:a16="http://schemas.microsoft.com/office/drawing/2014/main" id="{7C69398E-5F4E-4E69-A9FA-96FEB89710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6" y="2996"/>
                <a:ext cx="48" cy="48"/>
              </a:xfrm>
              <a:custGeom>
                <a:avLst/>
                <a:gdLst>
                  <a:gd name="T0" fmla="*/ 0 w 45"/>
                  <a:gd name="T1" fmla="*/ 35 h 45"/>
                  <a:gd name="T2" fmla="*/ 6 w 45"/>
                  <a:gd name="T3" fmla="*/ 54 h 4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5" h="45">
                    <a:moveTo>
                      <a:pt x="0" y="29"/>
                    </a:moveTo>
                    <a:cubicBezTo>
                      <a:pt x="14" y="0"/>
                      <a:pt x="45" y="33"/>
                      <a:pt x="6" y="45"/>
                    </a:cubicBezTo>
                  </a:path>
                </a:pathLst>
              </a:custGeom>
              <a:noFill/>
              <a:ln w="6350" cap="flat">
                <a:solidFill>
                  <a:srgbClr val="AA604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896" name="Freeform 162">
                <a:extLst>
                  <a:ext uri="{FF2B5EF4-FFF2-40B4-BE49-F238E27FC236}">
                    <a16:creationId xmlns:a16="http://schemas.microsoft.com/office/drawing/2014/main" id="{167F368A-5F9C-4B9A-A092-54026F47A1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1" y="3088"/>
                <a:ext cx="22" cy="90"/>
              </a:xfrm>
              <a:custGeom>
                <a:avLst/>
                <a:gdLst>
                  <a:gd name="T0" fmla="*/ 26 w 20"/>
                  <a:gd name="T1" fmla="*/ 0 h 85"/>
                  <a:gd name="T2" fmla="*/ 13 w 20"/>
                  <a:gd name="T3" fmla="*/ 101 h 8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85">
                    <a:moveTo>
                      <a:pt x="20" y="0"/>
                    </a:moveTo>
                    <a:cubicBezTo>
                      <a:pt x="19" y="27"/>
                      <a:pt x="0" y="57"/>
                      <a:pt x="10" y="85"/>
                    </a:cubicBezTo>
                  </a:path>
                </a:pathLst>
              </a:custGeom>
              <a:noFill/>
              <a:ln w="6350" cap="flat">
                <a:solidFill>
                  <a:srgbClr val="AA604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897" name="Freeform 163">
                <a:extLst>
                  <a:ext uri="{FF2B5EF4-FFF2-40B4-BE49-F238E27FC236}">
                    <a16:creationId xmlns:a16="http://schemas.microsoft.com/office/drawing/2014/main" id="{D45E10E2-CF04-4464-BE42-BADEA33CF2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2" y="3000"/>
                <a:ext cx="38" cy="50"/>
              </a:xfrm>
              <a:custGeom>
                <a:avLst/>
                <a:gdLst>
                  <a:gd name="T0" fmla="*/ 0 w 35"/>
                  <a:gd name="T1" fmla="*/ 24 h 47"/>
                  <a:gd name="T2" fmla="*/ 33 w 35"/>
                  <a:gd name="T3" fmla="*/ 49 h 47"/>
                  <a:gd name="T4" fmla="*/ 20 w 35"/>
                  <a:gd name="T5" fmla="*/ 3 h 47"/>
                  <a:gd name="T6" fmla="*/ 24 w 35"/>
                  <a:gd name="T7" fmla="*/ 1 h 4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5" h="47">
                    <a:moveTo>
                      <a:pt x="0" y="21"/>
                    </a:moveTo>
                    <a:cubicBezTo>
                      <a:pt x="3" y="27"/>
                      <a:pt x="16" y="47"/>
                      <a:pt x="26" y="40"/>
                    </a:cubicBezTo>
                    <a:cubicBezTo>
                      <a:pt x="35" y="34"/>
                      <a:pt x="19" y="10"/>
                      <a:pt x="16" y="3"/>
                    </a:cubicBezTo>
                    <a:cubicBezTo>
                      <a:pt x="19" y="1"/>
                      <a:pt x="18" y="0"/>
                      <a:pt x="18" y="1"/>
                    </a:cubicBezTo>
                  </a:path>
                </a:pathLst>
              </a:custGeom>
              <a:noFill/>
              <a:ln w="6350" cap="flat">
                <a:solidFill>
                  <a:srgbClr val="AA604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898" name="Freeform 164">
                <a:extLst>
                  <a:ext uri="{FF2B5EF4-FFF2-40B4-BE49-F238E27FC236}">
                    <a16:creationId xmlns:a16="http://schemas.microsoft.com/office/drawing/2014/main" id="{0858F9B3-0C20-4579-83BD-86847DCBE2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5" y="3081"/>
                <a:ext cx="12" cy="30"/>
              </a:xfrm>
              <a:custGeom>
                <a:avLst/>
                <a:gdLst>
                  <a:gd name="T0" fmla="*/ 0 w 12"/>
                  <a:gd name="T1" fmla="*/ 0 h 28"/>
                  <a:gd name="T2" fmla="*/ 12 w 12"/>
                  <a:gd name="T3" fmla="*/ 34 h 2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28">
                    <a:moveTo>
                      <a:pt x="0" y="0"/>
                    </a:moveTo>
                    <a:cubicBezTo>
                      <a:pt x="5" y="8"/>
                      <a:pt x="7" y="19"/>
                      <a:pt x="12" y="28"/>
                    </a:cubicBezTo>
                  </a:path>
                </a:pathLst>
              </a:custGeom>
              <a:noFill/>
              <a:ln w="6350" cap="flat">
                <a:solidFill>
                  <a:srgbClr val="AA604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899" name="Freeform 165">
                <a:extLst>
                  <a:ext uri="{FF2B5EF4-FFF2-40B4-BE49-F238E27FC236}">
                    <a16:creationId xmlns:a16="http://schemas.microsoft.com/office/drawing/2014/main" id="{3F89547F-6457-465C-A27B-EEBF3B5744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2" y="3081"/>
                <a:ext cx="26" cy="31"/>
              </a:xfrm>
              <a:custGeom>
                <a:avLst/>
                <a:gdLst>
                  <a:gd name="T0" fmla="*/ 9 w 25"/>
                  <a:gd name="T1" fmla="*/ 0 h 29"/>
                  <a:gd name="T2" fmla="*/ 0 w 25"/>
                  <a:gd name="T3" fmla="*/ 33 h 29"/>
                  <a:gd name="T4" fmla="*/ 28 w 25"/>
                  <a:gd name="T5" fmla="*/ 11 h 2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29">
                    <a:moveTo>
                      <a:pt x="9" y="0"/>
                    </a:moveTo>
                    <a:cubicBezTo>
                      <a:pt x="3" y="7"/>
                      <a:pt x="1" y="18"/>
                      <a:pt x="0" y="27"/>
                    </a:cubicBezTo>
                    <a:cubicBezTo>
                      <a:pt x="11" y="29"/>
                      <a:pt x="23" y="19"/>
                      <a:pt x="25" y="8"/>
                    </a:cubicBezTo>
                  </a:path>
                </a:pathLst>
              </a:custGeom>
              <a:noFill/>
              <a:ln w="6350" cap="flat">
                <a:solidFill>
                  <a:srgbClr val="AA604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900" name="Freeform 166">
                <a:extLst>
                  <a:ext uri="{FF2B5EF4-FFF2-40B4-BE49-F238E27FC236}">
                    <a16:creationId xmlns:a16="http://schemas.microsoft.com/office/drawing/2014/main" id="{D6D170CD-DDA4-4A3A-AD81-3EBE8A80D0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7" y="3672"/>
                <a:ext cx="11" cy="40"/>
              </a:xfrm>
              <a:custGeom>
                <a:avLst/>
                <a:gdLst>
                  <a:gd name="T0" fmla="*/ 13 w 10"/>
                  <a:gd name="T1" fmla="*/ 0 h 38"/>
                  <a:gd name="T2" fmla="*/ 0 w 10"/>
                  <a:gd name="T3" fmla="*/ 44 h 3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38">
                    <a:moveTo>
                      <a:pt x="10" y="0"/>
                    </a:moveTo>
                    <a:cubicBezTo>
                      <a:pt x="7" y="13"/>
                      <a:pt x="6" y="26"/>
                      <a:pt x="0" y="38"/>
                    </a:cubicBezTo>
                  </a:path>
                </a:pathLst>
              </a:custGeom>
              <a:noFill/>
              <a:ln w="6350" cap="flat">
                <a:solidFill>
                  <a:srgbClr val="AA604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901" name="Freeform 167">
                <a:extLst>
                  <a:ext uri="{FF2B5EF4-FFF2-40B4-BE49-F238E27FC236}">
                    <a16:creationId xmlns:a16="http://schemas.microsoft.com/office/drawing/2014/main" id="{A5D6D61B-E209-4DE7-9D95-F5EF6A9E18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6" y="3773"/>
                <a:ext cx="22" cy="43"/>
              </a:xfrm>
              <a:custGeom>
                <a:avLst/>
                <a:gdLst>
                  <a:gd name="T0" fmla="*/ 0 w 21"/>
                  <a:gd name="T1" fmla="*/ 6 h 41"/>
                  <a:gd name="T2" fmla="*/ 23 w 21"/>
                  <a:gd name="T3" fmla="*/ 0 h 4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41">
                    <a:moveTo>
                      <a:pt x="0" y="6"/>
                    </a:moveTo>
                    <a:cubicBezTo>
                      <a:pt x="0" y="41"/>
                      <a:pt x="21" y="30"/>
                      <a:pt x="20" y="0"/>
                    </a:cubicBezTo>
                  </a:path>
                </a:pathLst>
              </a:custGeom>
              <a:noFill/>
              <a:ln w="6350" cap="flat">
                <a:solidFill>
                  <a:srgbClr val="AA604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902" name="Freeform 168">
                <a:extLst>
                  <a:ext uri="{FF2B5EF4-FFF2-40B4-BE49-F238E27FC236}">
                    <a16:creationId xmlns:a16="http://schemas.microsoft.com/office/drawing/2014/main" id="{09E93B64-EAFC-4E69-B363-AD0F020200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2" y="3773"/>
                <a:ext cx="13" cy="36"/>
              </a:xfrm>
              <a:custGeom>
                <a:avLst/>
                <a:gdLst>
                  <a:gd name="T0" fmla="*/ 0 w 12"/>
                  <a:gd name="T1" fmla="*/ 0 h 34"/>
                  <a:gd name="T2" fmla="*/ 15 w 12"/>
                  <a:gd name="T3" fmla="*/ 40 h 3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34">
                    <a:moveTo>
                      <a:pt x="0" y="0"/>
                    </a:moveTo>
                    <a:cubicBezTo>
                      <a:pt x="0" y="12"/>
                      <a:pt x="8" y="22"/>
                      <a:pt x="12" y="34"/>
                    </a:cubicBezTo>
                  </a:path>
                </a:pathLst>
              </a:custGeom>
              <a:noFill/>
              <a:ln w="6350" cap="flat">
                <a:solidFill>
                  <a:srgbClr val="AA604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903" name="Freeform 169">
                <a:extLst>
                  <a:ext uri="{FF2B5EF4-FFF2-40B4-BE49-F238E27FC236}">
                    <a16:creationId xmlns:a16="http://schemas.microsoft.com/office/drawing/2014/main" id="{78560894-EDFA-4847-B9EA-359EBDCA9A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3" y="1458"/>
                <a:ext cx="27" cy="29"/>
              </a:xfrm>
              <a:custGeom>
                <a:avLst/>
                <a:gdLst>
                  <a:gd name="T0" fmla="*/ 4 w 25"/>
                  <a:gd name="T1" fmla="*/ 0 h 28"/>
                  <a:gd name="T2" fmla="*/ 31 w 25"/>
                  <a:gd name="T3" fmla="*/ 18 h 28"/>
                  <a:gd name="T4" fmla="*/ 0 w 25"/>
                  <a:gd name="T5" fmla="*/ 18 h 28"/>
                  <a:gd name="T6" fmla="*/ 19 w 25"/>
                  <a:gd name="T7" fmla="*/ 31 h 2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" h="28">
                    <a:moveTo>
                      <a:pt x="4" y="0"/>
                    </a:moveTo>
                    <a:cubicBezTo>
                      <a:pt x="11" y="1"/>
                      <a:pt x="24" y="7"/>
                      <a:pt x="25" y="15"/>
                    </a:cubicBezTo>
                    <a:cubicBezTo>
                      <a:pt x="16" y="19"/>
                      <a:pt x="7" y="8"/>
                      <a:pt x="0" y="15"/>
                    </a:cubicBezTo>
                    <a:cubicBezTo>
                      <a:pt x="2" y="21"/>
                      <a:pt x="12" y="28"/>
                      <a:pt x="16" y="28"/>
                    </a:cubicBezTo>
                  </a:path>
                </a:pathLst>
              </a:custGeom>
              <a:noFill/>
              <a:ln w="6350" cap="flat">
                <a:solidFill>
                  <a:srgbClr val="AA604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904" name="Freeform 170">
                <a:extLst>
                  <a:ext uri="{FF2B5EF4-FFF2-40B4-BE49-F238E27FC236}">
                    <a16:creationId xmlns:a16="http://schemas.microsoft.com/office/drawing/2014/main" id="{9755E709-34A7-48B8-8FA5-E6D0BC279A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4" y="1453"/>
                <a:ext cx="28" cy="24"/>
              </a:xfrm>
              <a:custGeom>
                <a:avLst/>
                <a:gdLst>
                  <a:gd name="T0" fmla="*/ 0 w 27"/>
                  <a:gd name="T1" fmla="*/ 14 h 22"/>
                  <a:gd name="T2" fmla="*/ 24 w 27"/>
                  <a:gd name="T3" fmla="*/ 10 h 22"/>
                  <a:gd name="T4" fmla="*/ 4 w 27"/>
                  <a:gd name="T5" fmla="*/ 28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7" h="22">
                    <a:moveTo>
                      <a:pt x="0" y="11"/>
                    </a:moveTo>
                    <a:cubicBezTo>
                      <a:pt x="5" y="8"/>
                      <a:pt x="16" y="0"/>
                      <a:pt x="21" y="7"/>
                    </a:cubicBezTo>
                    <a:cubicBezTo>
                      <a:pt x="27" y="16"/>
                      <a:pt x="5" y="22"/>
                      <a:pt x="4" y="22"/>
                    </a:cubicBezTo>
                  </a:path>
                </a:pathLst>
              </a:custGeom>
              <a:noFill/>
              <a:ln w="6350" cap="flat">
                <a:solidFill>
                  <a:srgbClr val="AA604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905" name="Freeform 171">
                <a:extLst>
                  <a:ext uri="{FF2B5EF4-FFF2-40B4-BE49-F238E27FC236}">
                    <a16:creationId xmlns:a16="http://schemas.microsoft.com/office/drawing/2014/main" id="{03C4BCB4-E3AE-45CC-B319-34B27F2C28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5" y="1580"/>
                <a:ext cx="18" cy="13"/>
              </a:xfrm>
              <a:custGeom>
                <a:avLst/>
                <a:gdLst>
                  <a:gd name="T0" fmla="*/ 0 w 17"/>
                  <a:gd name="T1" fmla="*/ 0 h 12"/>
                  <a:gd name="T2" fmla="*/ 20 w 17"/>
                  <a:gd name="T3" fmla="*/ 15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12">
                    <a:moveTo>
                      <a:pt x="0" y="0"/>
                    </a:moveTo>
                    <a:cubicBezTo>
                      <a:pt x="6" y="1"/>
                      <a:pt x="11" y="8"/>
                      <a:pt x="17" y="12"/>
                    </a:cubicBezTo>
                  </a:path>
                </a:pathLst>
              </a:custGeom>
              <a:noFill/>
              <a:ln w="6350" cap="flat">
                <a:solidFill>
                  <a:srgbClr val="AA604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906" name="Freeform 172">
                <a:extLst>
                  <a:ext uri="{FF2B5EF4-FFF2-40B4-BE49-F238E27FC236}">
                    <a16:creationId xmlns:a16="http://schemas.microsoft.com/office/drawing/2014/main" id="{F5E14F5C-92D9-4F46-9886-E81B8BDC3F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4" y="1607"/>
                <a:ext cx="7" cy="23"/>
              </a:xfrm>
              <a:custGeom>
                <a:avLst/>
                <a:gdLst>
                  <a:gd name="T0" fmla="*/ 0 w 7"/>
                  <a:gd name="T1" fmla="*/ 0 h 22"/>
                  <a:gd name="T2" fmla="*/ 7 w 7"/>
                  <a:gd name="T3" fmla="*/ 25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22">
                    <a:moveTo>
                      <a:pt x="0" y="0"/>
                    </a:moveTo>
                    <a:cubicBezTo>
                      <a:pt x="1" y="8"/>
                      <a:pt x="6" y="14"/>
                      <a:pt x="7" y="22"/>
                    </a:cubicBezTo>
                  </a:path>
                </a:pathLst>
              </a:custGeom>
              <a:noFill/>
              <a:ln w="6350" cap="flat">
                <a:solidFill>
                  <a:srgbClr val="AA604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907" name="Freeform 173">
                <a:extLst>
                  <a:ext uri="{FF2B5EF4-FFF2-40B4-BE49-F238E27FC236}">
                    <a16:creationId xmlns:a16="http://schemas.microsoft.com/office/drawing/2014/main" id="{EFB32355-F55B-435C-A913-5092339FF1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1" y="1823"/>
                <a:ext cx="19" cy="27"/>
              </a:xfrm>
              <a:custGeom>
                <a:avLst/>
                <a:gdLst>
                  <a:gd name="T0" fmla="*/ 21 w 18"/>
                  <a:gd name="T1" fmla="*/ 6 h 25"/>
                  <a:gd name="T2" fmla="*/ 12 w 18"/>
                  <a:gd name="T3" fmla="*/ 28 h 25"/>
                  <a:gd name="T4" fmla="*/ 15 w 18"/>
                  <a:gd name="T5" fmla="*/ 0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25">
                    <a:moveTo>
                      <a:pt x="18" y="6"/>
                    </a:moveTo>
                    <a:cubicBezTo>
                      <a:pt x="17" y="10"/>
                      <a:pt x="17" y="25"/>
                      <a:pt x="9" y="22"/>
                    </a:cubicBezTo>
                    <a:cubicBezTo>
                      <a:pt x="0" y="19"/>
                      <a:pt x="8" y="3"/>
                      <a:pt x="12" y="0"/>
                    </a:cubicBezTo>
                  </a:path>
                </a:pathLst>
              </a:custGeom>
              <a:noFill/>
              <a:ln w="6350" cap="flat">
                <a:solidFill>
                  <a:srgbClr val="AA604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908" name="Freeform 174">
                <a:extLst>
                  <a:ext uri="{FF2B5EF4-FFF2-40B4-BE49-F238E27FC236}">
                    <a16:creationId xmlns:a16="http://schemas.microsoft.com/office/drawing/2014/main" id="{D48F411A-487E-4F32-B12B-4373BB982A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2" y="1902"/>
                <a:ext cx="20" cy="20"/>
              </a:xfrm>
              <a:custGeom>
                <a:avLst/>
                <a:gdLst>
                  <a:gd name="T0" fmla="*/ 0 w 19"/>
                  <a:gd name="T1" fmla="*/ 14 h 19"/>
                  <a:gd name="T2" fmla="*/ 19 w 19"/>
                  <a:gd name="T3" fmla="*/ 22 h 19"/>
                  <a:gd name="T4" fmla="*/ 0 w 19"/>
                  <a:gd name="T5" fmla="*/ 0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19">
                    <a:moveTo>
                      <a:pt x="0" y="11"/>
                    </a:moveTo>
                    <a:cubicBezTo>
                      <a:pt x="2" y="17"/>
                      <a:pt x="10" y="19"/>
                      <a:pt x="16" y="19"/>
                    </a:cubicBezTo>
                    <a:cubicBezTo>
                      <a:pt x="19" y="8"/>
                      <a:pt x="6" y="4"/>
                      <a:pt x="0" y="0"/>
                    </a:cubicBezTo>
                  </a:path>
                </a:pathLst>
              </a:custGeom>
              <a:noFill/>
              <a:ln w="6350" cap="flat">
                <a:solidFill>
                  <a:srgbClr val="AA604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909" name="Freeform 175">
                <a:extLst>
                  <a:ext uri="{FF2B5EF4-FFF2-40B4-BE49-F238E27FC236}">
                    <a16:creationId xmlns:a16="http://schemas.microsoft.com/office/drawing/2014/main" id="{0FAFD909-FC53-44F7-9126-6E90C32DA3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7" y="1885"/>
                <a:ext cx="3" cy="23"/>
              </a:xfrm>
              <a:custGeom>
                <a:avLst/>
                <a:gdLst>
                  <a:gd name="T0" fmla="*/ 2 w 3"/>
                  <a:gd name="T1" fmla="*/ 0 h 22"/>
                  <a:gd name="T2" fmla="*/ 3 w 3"/>
                  <a:gd name="T3" fmla="*/ 25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2">
                    <a:moveTo>
                      <a:pt x="2" y="0"/>
                    </a:moveTo>
                    <a:cubicBezTo>
                      <a:pt x="0" y="6"/>
                      <a:pt x="1" y="15"/>
                      <a:pt x="3" y="22"/>
                    </a:cubicBezTo>
                  </a:path>
                </a:pathLst>
              </a:custGeom>
              <a:noFill/>
              <a:ln w="6350" cap="flat">
                <a:solidFill>
                  <a:srgbClr val="AA604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910" name="Freeform 176">
                <a:extLst>
                  <a:ext uri="{FF2B5EF4-FFF2-40B4-BE49-F238E27FC236}">
                    <a16:creationId xmlns:a16="http://schemas.microsoft.com/office/drawing/2014/main" id="{B7E770EE-0D07-4171-A6C9-ED18EE7CC5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5" y="2365"/>
                <a:ext cx="8" cy="19"/>
              </a:xfrm>
              <a:custGeom>
                <a:avLst/>
                <a:gdLst>
                  <a:gd name="T0" fmla="*/ 1 w 8"/>
                  <a:gd name="T1" fmla="*/ 0 h 18"/>
                  <a:gd name="T2" fmla="*/ 8 w 8"/>
                  <a:gd name="T3" fmla="*/ 21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18">
                    <a:moveTo>
                      <a:pt x="1" y="0"/>
                    </a:moveTo>
                    <a:cubicBezTo>
                      <a:pt x="0" y="7"/>
                      <a:pt x="4" y="14"/>
                      <a:pt x="8" y="18"/>
                    </a:cubicBezTo>
                  </a:path>
                </a:pathLst>
              </a:custGeom>
              <a:noFill/>
              <a:ln w="6350" cap="flat">
                <a:solidFill>
                  <a:srgbClr val="AA604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911" name="Freeform 177">
                <a:extLst>
                  <a:ext uri="{FF2B5EF4-FFF2-40B4-BE49-F238E27FC236}">
                    <a16:creationId xmlns:a16="http://schemas.microsoft.com/office/drawing/2014/main" id="{25DCAC27-49C2-4F61-B289-0D76F84DC5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7" y="2009"/>
                <a:ext cx="27" cy="29"/>
              </a:xfrm>
              <a:custGeom>
                <a:avLst/>
                <a:gdLst>
                  <a:gd name="T0" fmla="*/ 27 w 25"/>
                  <a:gd name="T1" fmla="*/ 0 h 27"/>
                  <a:gd name="T2" fmla="*/ 30 w 25"/>
                  <a:gd name="T3" fmla="*/ 33 h 27"/>
                  <a:gd name="T4" fmla="*/ 0 w 25"/>
                  <a:gd name="T5" fmla="*/ 0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27">
                    <a:moveTo>
                      <a:pt x="21" y="0"/>
                    </a:moveTo>
                    <a:cubicBezTo>
                      <a:pt x="24" y="9"/>
                      <a:pt x="25" y="18"/>
                      <a:pt x="24" y="27"/>
                    </a:cubicBezTo>
                    <a:cubicBezTo>
                      <a:pt x="13" y="21"/>
                      <a:pt x="4" y="12"/>
                      <a:pt x="0" y="0"/>
                    </a:cubicBezTo>
                  </a:path>
                </a:pathLst>
              </a:custGeom>
              <a:noFill/>
              <a:ln w="6350" cap="flat">
                <a:solidFill>
                  <a:srgbClr val="AA604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912" name="Freeform 178">
                <a:extLst>
                  <a:ext uri="{FF2B5EF4-FFF2-40B4-BE49-F238E27FC236}">
                    <a16:creationId xmlns:a16="http://schemas.microsoft.com/office/drawing/2014/main" id="{03386231-72DE-4BE9-892D-41DB223F70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0" y="1308"/>
                <a:ext cx="130" cy="24"/>
              </a:xfrm>
              <a:custGeom>
                <a:avLst/>
                <a:gdLst>
                  <a:gd name="T0" fmla="*/ 144 w 122"/>
                  <a:gd name="T1" fmla="*/ 0 h 22"/>
                  <a:gd name="T2" fmla="*/ 59 w 122"/>
                  <a:gd name="T3" fmla="*/ 13 h 22"/>
                  <a:gd name="T4" fmla="*/ 30 w 122"/>
                  <a:gd name="T5" fmla="*/ 13 h 22"/>
                  <a:gd name="T6" fmla="*/ 0 w 122"/>
                  <a:gd name="T7" fmla="*/ 5 h 22"/>
                  <a:gd name="T8" fmla="*/ 45 w 122"/>
                  <a:gd name="T9" fmla="*/ 24 h 22"/>
                  <a:gd name="T10" fmla="*/ 80 w 122"/>
                  <a:gd name="T11" fmla="*/ 27 h 22"/>
                  <a:gd name="T12" fmla="*/ 119 w 122"/>
                  <a:gd name="T13" fmla="*/ 16 h 22"/>
                  <a:gd name="T14" fmla="*/ 148 w 122"/>
                  <a:gd name="T15" fmla="*/ 1 h 2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22" h="22">
                    <a:moveTo>
                      <a:pt x="119" y="0"/>
                    </a:moveTo>
                    <a:cubicBezTo>
                      <a:pt x="100" y="12"/>
                      <a:pt x="71" y="9"/>
                      <a:pt x="49" y="10"/>
                    </a:cubicBezTo>
                    <a:cubicBezTo>
                      <a:pt x="41" y="11"/>
                      <a:pt x="32" y="11"/>
                      <a:pt x="24" y="10"/>
                    </a:cubicBezTo>
                    <a:cubicBezTo>
                      <a:pt x="17" y="9"/>
                      <a:pt x="8" y="4"/>
                      <a:pt x="0" y="5"/>
                    </a:cubicBezTo>
                    <a:cubicBezTo>
                      <a:pt x="8" y="14"/>
                      <a:pt x="26" y="16"/>
                      <a:pt x="37" y="18"/>
                    </a:cubicBezTo>
                    <a:cubicBezTo>
                      <a:pt x="47" y="21"/>
                      <a:pt x="56" y="22"/>
                      <a:pt x="66" y="21"/>
                    </a:cubicBezTo>
                    <a:cubicBezTo>
                      <a:pt x="78" y="21"/>
                      <a:pt x="89" y="18"/>
                      <a:pt x="99" y="13"/>
                    </a:cubicBezTo>
                    <a:cubicBezTo>
                      <a:pt x="106" y="9"/>
                      <a:pt x="115" y="6"/>
                      <a:pt x="122" y="1"/>
                    </a:cubicBezTo>
                  </a:path>
                </a:pathLst>
              </a:custGeom>
              <a:solidFill>
                <a:srgbClr val="8E4C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913" name="Freeform 179">
                <a:extLst>
                  <a:ext uri="{FF2B5EF4-FFF2-40B4-BE49-F238E27FC236}">
                    <a16:creationId xmlns:a16="http://schemas.microsoft.com/office/drawing/2014/main" id="{68836415-50C3-48CC-8BED-30C8822AB8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1" y="1329"/>
                <a:ext cx="135" cy="78"/>
              </a:xfrm>
              <a:custGeom>
                <a:avLst/>
                <a:gdLst>
                  <a:gd name="T0" fmla="*/ 1 w 126"/>
                  <a:gd name="T1" fmla="*/ 59 h 74"/>
                  <a:gd name="T2" fmla="*/ 45 w 126"/>
                  <a:gd name="T3" fmla="*/ 74 h 74"/>
                  <a:gd name="T4" fmla="*/ 81 w 126"/>
                  <a:gd name="T5" fmla="*/ 57 h 74"/>
                  <a:gd name="T6" fmla="*/ 113 w 126"/>
                  <a:gd name="T7" fmla="*/ 24 h 74"/>
                  <a:gd name="T8" fmla="*/ 155 w 126"/>
                  <a:gd name="T9" fmla="*/ 0 h 74"/>
                  <a:gd name="T10" fmla="*/ 106 w 126"/>
                  <a:gd name="T11" fmla="*/ 43 h 74"/>
                  <a:gd name="T12" fmla="*/ 59 w 126"/>
                  <a:gd name="T13" fmla="*/ 83 h 74"/>
                  <a:gd name="T14" fmla="*/ 19 w 126"/>
                  <a:gd name="T15" fmla="*/ 82 h 74"/>
                  <a:gd name="T16" fmla="*/ 0 w 126"/>
                  <a:gd name="T17" fmla="*/ 64 h 7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26" h="74">
                    <a:moveTo>
                      <a:pt x="1" y="50"/>
                    </a:moveTo>
                    <a:cubicBezTo>
                      <a:pt x="12" y="56"/>
                      <a:pt x="22" y="66"/>
                      <a:pt x="36" y="63"/>
                    </a:cubicBezTo>
                    <a:cubicBezTo>
                      <a:pt x="48" y="61"/>
                      <a:pt x="57" y="56"/>
                      <a:pt x="66" y="48"/>
                    </a:cubicBezTo>
                    <a:cubicBezTo>
                      <a:pt x="75" y="40"/>
                      <a:pt x="82" y="29"/>
                      <a:pt x="91" y="21"/>
                    </a:cubicBezTo>
                    <a:cubicBezTo>
                      <a:pt x="101" y="11"/>
                      <a:pt x="114" y="6"/>
                      <a:pt x="126" y="0"/>
                    </a:cubicBezTo>
                    <a:cubicBezTo>
                      <a:pt x="111" y="11"/>
                      <a:pt x="97" y="21"/>
                      <a:pt x="86" y="37"/>
                    </a:cubicBezTo>
                    <a:cubicBezTo>
                      <a:pt x="76" y="51"/>
                      <a:pt x="66" y="65"/>
                      <a:pt x="48" y="71"/>
                    </a:cubicBezTo>
                    <a:cubicBezTo>
                      <a:pt x="39" y="74"/>
                      <a:pt x="26" y="74"/>
                      <a:pt x="16" y="70"/>
                    </a:cubicBezTo>
                    <a:cubicBezTo>
                      <a:pt x="11" y="67"/>
                      <a:pt x="2" y="60"/>
                      <a:pt x="0" y="55"/>
                    </a:cubicBezTo>
                  </a:path>
                </a:pathLst>
              </a:custGeom>
              <a:solidFill>
                <a:srgbClr val="8E4C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914" name="Freeform 180">
                <a:extLst>
                  <a:ext uri="{FF2B5EF4-FFF2-40B4-BE49-F238E27FC236}">
                    <a16:creationId xmlns:a16="http://schemas.microsoft.com/office/drawing/2014/main" id="{E42A1AF3-5ABF-4040-B76F-BB2BB35BD6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9" y="1335"/>
                <a:ext cx="96" cy="25"/>
              </a:xfrm>
              <a:custGeom>
                <a:avLst/>
                <a:gdLst>
                  <a:gd name="T0" fmla="*/ 0 w 90"/>
                  <a:gd name="T1" fmla="*/ 0 h 23"/>
                  <a:gd name="T2" fmla="*/ 30 w 90"/>
                  <a:gd name="T3" fmla="*/ 13 h 23"/>
                  <a:gd name="T4" fmla="*/ 55 w 90"/>
                  <a:gd name="T5" fmla="*/ 16 h 23"/>
                  <a:gd name="T6" fmla="*/ 85 w 90"/>
                  <a:gd name="T7" fmla="*/ 14 h 23"/>
                  <a:gd name="T8" fmla="*/ 109 w 90"/>
                  <a:gd name="T9" fmla="*/ 1 h 23"/>
                  <a:gd name="T10" fmla="*/ 45 w 90"/>
                  <a:gd name="T11" fmla="*/ 29 h 23"/>
                  <a:gd name="T12" fmla="*/ 0 w 90"/>
                  <a:gd name="T13" fmla="*/ 1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0" h="23">
                    <a:moveTo>
                      <a:pt x="0" y="0"/>
                    </a:moveTo>
                    <a:cubicBezTo>
                      <a:pt x="8" y="0"/>
                      <a:pt x="16" y="8"/>
                      <a:pt x="24" y="10"/>
                    </a:cubicBezTo>
                    <a:cubicBezTo>
                      <a:pt x="31" y="12"/>
                      <a:pt x="39" y="13"/>
                      <a:pt x="46" y="13"/>
                    </a:cubicBezTo>
                    <a:cubicBezTo>
                      <a:pt x="54" y="13"/>
                      <a:pt x="62" y="13"/>
                      <a:pt x="70" y="11"/>
                    </a:cubicBezTo>
                    <a:cubicBezTo>
                      <a:pt x="77" y="9"/>
                      <a:pt x="83" y="4"/>
                      <a:pt x="90" y="1"/>
                    </a:cubicBezTo>
                    <a:cubicBezTo>
                      <a:pt x="82" y="17"/>
                      <a:pt x="52" y="22"/>
                      <a:pt x="37" y="23"/>
                    </a:cubicBezTo>
                    <a:cubicBezTo>
                      <a:pt x="24" y="23"/>
                      <a:pt x="5" y="14"/>
                      <a:pt x="0" y="1"/>
                    </a:cubicBezTo>
                  </a:path>
                </a:pathLst>
              </a:custGeom>
              <a:solidFill>
                <a:srgbClr val="8E4C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915" name="Freeform 181">
                <a:extLst>
                  <a:ext uri="{FF2B5EF4-FFF2-40B4-BE49-F238E27FC236}">
                    <a16:creationId xmlns:a16="http://schemas.microsoft.com/office/drawing/2014/main" id="{F7A08F07-5C58-4F02-953C-56D4F3180B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0" y="2009"/>
                <a:ext cx="264" cy="367"/>
              </a:xfrm>
              <a:custGeom>
                <a:avLst/>
                <a:gdLst>
                  <a:gd name="T0" fmla="*/ 2 w 248"/>
                  <a:gd name="T1" fmla="*/ 0 h 344"/>
                  <a:gd name="T2" fmla="*/ 64 w 248"/>
                  <a:gd name="T3" fmla="*/ 84 h 344"/>
                  <a:gd name="T4" fmla="*/ 131 w 248"/>
                  <a:gd name="T5" fmla="*/ 140 h 344"/>
                  <a:gd name="T6" fmla="*/ 180 w 248"/>
                  <a:gd name="T7" fmla="*/ 245 h 344"/>
                  <a:gd name="T8" fmla="*/ 244 w 248"/>
                  <a:gd name="T9" fmla="*/ 355 h 344"/>
                  <a:gd name="T10" fmla="*/ 299 w 248"/>
                  <a:gd name="T11" fmla="*/ 418 h 344"/>
                  <a:gd name="T12" fmla="*/ 179 w 248"/>
                  <a:gd name="T13" fmla="*/ 276 h 344"/>
                  <a:gd name="T14" fmla="*/ 110 w 248"/>
                  <a:gd name="T15" fmla="*/ 165 h 344"/>
                  <a:gd name="T16" fmla="*/ 0 w 248"/>
                  <a:gd name="T17" fmla="*/ 7 h 34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48" h="344">
                    <a:moveTo>
                      <a:pt x="2" y="0"/>
                    </a:moveTo>
                    <a:cubicBezTo>
                      <a:pt x="12" y="27"/>
                      <a:pt x="30" y="52"/>
                      <a:pt x="53" y="69"/>
                    </a:cubicBezTo>
                    <a:cubicBezTo>
                      <a:pt x="72" y="83"/>
                      <a:pt x="96" y="93"/>
                      <a:pt x="109" y="115"/>
                    </a:cubicBezTo>
                    <a:cubicBezTo>
                      <a:pt x="125" y="142"/>
                      <a:pt x="134" y="174"/>
                      <a:pt x="149" y="202"/>
                    </a:cubicBezTo>
                    <a:cubicBezTo>
                      <a:pt x="165" y="232"/>
                      <a:pt x="181" y="263"/>
                      <a:pt x="202" y="292"/>
                    </a:cubicBezTo>
                    <a:cubicBezTo>
                      <a:pt x="216" y="310"/>
                      <a:pt x="233" y="327"/>
                      <a:pt x="248" y="344"/>
                    </a:cubicBezTo>
                    <a:cubicBezTo>
                      <a:pt x="202" y="321"/>
                      <a:pt x="175" y="270"/>
                      <a:pt x="148" y="228"/>
                    </a:cubicBezTo>
                    <a:cubicBezTo>
                      <a:pt x="129" y="198"/>
                      <a:pt x="114" y="162"/>
                      <a:pt x="91" y="136"/>
                    </a:cubicBezTo>
                    <a:cubicBezTo>
                      <a:pt x="54" y="97"/>
                      <a:pt x="11" y="61"/>
                      <a:pt x="0" y="7"/>
                    </a:cubicBezTo>
                  </a:path>
                </a:pathLst>
              </a:custGeom>
              <a:solidFill>
                <a:srgbClr val="8E4C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916" name="Freeform 182">
                <a:extLst>
                  <a:ext uri="{FF2B5EF4-FFF2-40B4-BE49-F238E27FC236}">
                    <a16:creationId xmlns:a16="http://schemas.microsoft.com/office/drawing/2014/main" id="{B620B564-9B1D-49BA-9CEE-1B2AD11C28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5" y="2110"/>
                <a:ext cx="200" cy="140"/>
              </a:xfrm>
              <a:custGeom>
                <a:avLst/>
                <a:gdLst>
                  <a:gd name="T0" fmla="*/ 0 w 188"/>
                  <a:gd name="T1" fmla="*/ 0 h 132"/>
                  <a:gd name="T2" fmla="*/ 114 w 188"/>
                  <a:gd name="T3" fmla="*/ 74 h 132"/>
                  <a:gd name="T4" fmla="*/ 227 w 188"/>
                  <a:gd name="T5" fmla="*/ 157 h 132"/>
                  <a:gd name="T6" fmla="*/ 112 w 188"/>
                  <a:gd name="T7" fmla="*/ 83 h 132"/>
                  <a:gd name="T8" fmla="*/ 65 w 188"/>
                  <a:gd name="T9" fmla="*/ 56 h 132"/>
                  <a:gd name="T10" fmla="*/ 39 w 188"/>
                  <a:gd name="T11" fmla="*/ 64 h 132"/>
                  <a:gd name="T12" fmla="*/ 0 w 188"/>
                  <a:gd name="T13" fmla="*/ 4 h 13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8" h="132">
                    <a:moveTo>
                      <a:pt x="0" y="0"/>
                    </a:moveTo>
                    <a:cubicBezTo>
                      <a:pt x="34" y="12"/>
                      <a:pt x="69" y="37"/>
                      <a:pt x="95" y="62"/>
                    </a:cubicBezTo>
                    <a:cubicBezTo>
                      <a:pt x="121" y="88"/>
                      <a:pt x="150" y="125"/>
                      <a:pt x="188" y="132"/>
                    </a:cubicBezTo>
                    <a:cubicBezTo>
                      <a:pt x="144" y="129"/>
                      <a:pt x="122" y="97"/>
                      <a:pt x="93" y="70"/>
                    </a:cubicBezTo>
                    <a:cubicBezTo>
                      <a:pt x="80" y="58"/>
                      <a:pt x="69" y="53"/>
                      <a:pt x="54" y="47"/>
                    </a:cubicBezTo>
                    <a:cubicBezTo>
                      <a:pt x="47" y="44"/>
                      <a:pt x="18" y="35"/>
                      <a:pt x="33" y="54"/>
                    </a:cubicBezTo>
                    <a:cubicBezTo>
                      <a:pt x="29" y="36"/>
                      <a:pt x="19" y="11"/>
                      <a:pt x="0" y="4"/>
                    </a:cubicBezTo>
                  </a:path>
                </a:pathLst>
              </a:custGeom>
              <a:solidFill>
                <a:srgbClr val="8E4C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917" name="Freeform 183">
                <a:extLst>
                  <a:ext uri="{FF2B5EF4-FFF2-40B4-BE49-F238E27FC236}">
                    <a16:creationId xmlns:a16="http://schemas.microsoft.com/office/drawing/2014/main" id="{648C3DD8-D892-491F-9433-53D5B7A87F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0" y="2179"/>
                <a:ext cx="148" cy="83"/>
              </a:xfrm>
              <a:custGeom>
                <a:avLst/>
                <a:gdLst>
                  <a:gd name="T0" fmla="*/ 168 w 139"/>
                  <a:gd name="T1" fmla="*/ 94 h 78"/>
                  <a:gd name="T2" fmla="*/ 128 w 139"/>
                  <a:gd name="T3" fmla="*/ 54 h 78"/>
                  <a:gd name="T4" fmla="*/ 91 w 139"/>
                  <a:gd name="T5" fmla="*/ 31 h 78"/>
                  <a:gd name="T6" fmla="*/ 0 w 139"/>
                  <a:gd name="T7" fmla="*/ 0 h 78"/>
                  <a:gd name="T8" fmla="*/ 106 w 139"/>
                  <a:gd name="T9" fmla="*/ 81 h 78"/>
                  <a:gd name="T10" fmla="*/ 162 w 139"/>
                  <a:gd name="T11" fmla="*/ 94 h 7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9" h="78">
                    <a:moveTo>
                      <a:pt x="139" y="78"/>
                    </a:moveTo>
                    <a:cubicBezTo>
                      <a:pt x="126" y="70"/>
                      <a:pt x="118" y="54"/>
                      <a:pt x="106" y="45"/>
                    </a:cubicBezTo>
                    <a:cubicBezTo>
                      <a:pt x="96" y="38"/>
                      <a:pt x="85" y="31"/>
                      <a:pt x="75" y="25"/>
                    </a:cubicBezTo>
                    <a:cubicBezTo>
                      <a:pt x="50" y="11"/>
                      <a:pt x="26" y="8"/>
                      <a:pt x="0" y="0"/>
                    </a:cubicBezTo>
                    <a:cubicBezTo>
                      <a:pt x="11" y="6"/>
                      <a:pt x="122" y="41"/>
                      <a:pt x="88" y="67"/>
                    </a:cubicBezTo>
                    <a:cubicBezTo>
                      <a:pt x="105" y="66"/>
                      <a:pt x="119" y="73"/>
                      <a:pt x="134" y="78"/>
                    </a:cubicBezTo>
                  </a:path>
                </a:pathLst>
              </a:custGeom>
              <a:solidFill>
                <a:srgbClr val="8E4C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918" name="Freeform 184">
                <a:extLst>
                  <a:ext uri="{FF2B5EF4-FFF2-40B4-BE49-F238E27FC236}">
                    <a16:creationId xmlns:a16="http://schemas.microsoft.com/office/drawing/2014/main" id="{298DF526-478D-4EF9-8C01-9DD39FBC64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5" y="2253"/>
                <a:ext cx="211" cy="133"/>
              </a:xfrm>
              <a:custGeom>
                <a:avLst/>
                <a:gdLst>
                  <a:gd name="T0" fmla="*/ 0 w 198"/>
                  <a:gd name="T1" fmla="*/ 15 h 124"/>
                  <a:gd name="T2" fmla="*/ 143 w 198"/>
                  <a:gd name="T3" fmla="*/ 42 h 124"/>
                  <a:gd name="T4" fmla="*/ 240 w 198"/>
                  <a:gd name="T5" fmla="*/ 153 h 124"/>
                  <a:gd name="T6" fmla="*/ 182 w 198"/>
                  <a:gd name="T7" fmla="*/ 85 h 124"/>
                  <a:gd name="T8" fmla="*/ 132 w 198"/>
                  <a:gd name="T9" fmla="*/ 48 h 124"/>
                  <a:gd name="T10" fmla="*/ 66 w 198"/>
                  <a:gd name="T11" fmla="*/ 29 h 124"/>
                  <a:gd name="T12" fmla="*/ 0 w 198"/>
                  <a:gd name="T13" fmla="*/ 16 h 1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8" h="124">
                    <a:moveTo>
                      <a:pt x="0" y="12"/>
                    </a:moveTo>
                    <a:cubicBezTo>
                      <a:pt x="40" y="0"/>
                      <a:pt x="84" y="19"/>
                      <a:pt x="118" y="34"/>
                    </a:cubicBezTo>
                    <a:cubicBezTo>
                      <a:pt x="152" y="49"/>
                      <a:pt x="184" y="90"/>
                      <a:pt x="198" y="124"/>
                    </a:cubicBezTo>
                    <a:cubicBezTo>
                      <a:pt x="179" y="112"/>
                      <a:pt x="166" y="86"/>
                      <a:pt x="150" y="69"/>
                    </a:cubicBezTo>
                    <a:cubicBezTo>
                      <a:pt x="137" y="56"/>
                      <a:pt x="124" y="46"/>
                      <a:pt x="109" y="39"/>
                    </a:cubicBezTo>
                    <a:cubicBezTo>
                      <a:pt x="91" y="31"/>
                      <a:pt x="72" y="28"/>
                      <a:pt x="54" y="23"/>
                    </a:cubicBezTo>
                    <a:cubicBezTo>
                      <a:pt x="37" y="18"/>
                      <a:pt x="17" y="19"/>
                      <a:pt x="0" y="13"/>
                    </a:cubicBezTo>
                  </a:path>
                </a:pathLst>
              </a:custGeom>
              <a:solidFill>
                <a:srgbClr val="8E4C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919" name="Freeform 185">
                <a:extLst>
                  <a:ext uri="{FF2B5EF4-FFF2-40B4-BE49-F238E27FC236}">
                    <a16:creationId xmlns:a16="http://schemas.microsoft.com/office/drawing/2014/main" id="{785B82A0-1CCC-41E2-98D5-E911C9A8C2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9" y="2502"/>
                <a:ext cx="173" cy="302"/>
              </a:xfrm>
              <a:custGeom>
                <a:avLst/>
                <a:gdLst>
                  <a:gd name="T0" fmla="*/ 0 w 163"/>
                  <a:gd name="T1" fmla="*/ 1 h 284"/>
                  <a:gd name="T2" fmla="*/ 37 w 163"/>
                  <a:gd name="T3" fmla="*/ 3 h 284"/>
                  <a:gd name="T4" fmla="*/ 73 w 163"/>
                  <a:gd name="T5" fmla="*/ 23 h 284"/>
                  <a:gd name="T6" fmla="*/ 148 w 163"/>
                  <a:gd name="T7" fmla="*/ 95 h 284"/>
                  <a:gd name="T8" fmla="*/ 177 w 163"/>
                  <a:gd name="T9" fmla="*/ 270 h 284"/>
                  <a:gd name="T10" fmla="*/ 160 w 163"/>
                  <a:gd name="T11" fmla="*/ 309 h 284"/>
                  <a:gd name="T12" fmla="*/ 133 w 163"/>
                  <a:gd name="T13" fmla="*/ 340 h 284"/>
                  <a:gd name="T14" fmla="*/ 50 w 163"/>
                  <a:gd name="T15" fmla="*/ 307 h 284"/>
                  <a:gd name="T16" fmla="*/ 133 w 163"/>
                  <a:gd name="T17" fmla="*/ 300 h 284"/>
                  <a:gd name="T18" fmla="*/ 137 w 163"/>
                  <a:gd name="T19" fmla="*/ 249 h 284"/>
                  <a:gd name="T20" fmla="*/ 141 w 163"/>
                  <a:gd name="T21" fmla="*/ 177 h 284"/>
                  <a:gd name="T22" fmla="*/ 123 w 163"/>
                  <a:gd name="T23" fmla="*/ 113 h 284"/>
                  <a:gd name="T24" fmla="*/ 92 w 163"/>
                  <a:gd name="T25" fmla="*/ 50 h 284"/>
                  <a:gd name="T26" fmla="*/ 58 w 163"/>
                  <a:gd name="T27" fmla="*/ 24 h 284"/>
                  <a:gd name="T28" fmla="*/ 8 w 163"/>
                  <a:gd name="T29" fmla="*/ 3 h 284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63" h="284">
                    <a:moveTo>
                      <a:pt x="0" y="1"/>
                    </a:moveTo>
                    <a:cubicBezTo>
                      <a:pt x="10" y="5"/>
                      <a:pt x="22" y="0"/>
                      <a:pt x="31" y="3"/>
                    </a:cubicBezTo>
                    <a:cubicBezTo>
                      <a:pt x="42" y="5"/>
                      <a:pt x="52" y="14"/>
                      <a:pt x="61" y="20"/>
                    </a:cubicBezTo>
                    <a:cubicBezTo>
                      <a:pt x="86" y="37"/>
                      <a:pt x="108" y="53"/>
                      <a:pt x="123" y="79"/>
                    </a:cubicBezTo>
                    <a:cubicBezTo>
                      <a:pt x="147" y="122"/>
                      <a:pt x="163" y="177"/>
                      <a:pt x="148" y="225"/>
                    </a:cubicBezTo>
                    <a:cubicBezTo>
                      <a:pt x="144" y="236"/>
                      <a:pt x="138" y="247"/>
                      <a:pt x="134" y="258"/>
                    </a:cubicBezTo>
                    <a:cubicBezTo>
                      <a:pt x="128" y="273"/>
                      <a:pt x="130" y="284"/>
                      <a:pt x="111" y="283"/>
                    </a:cubicBezTo>
                    <a:cubicBezTo>
                      <a:pt x="86" y="282"/>
                      <a:pt x="62" y="266"/>
                      <a:pt x="41" y="256"/>
                    </a:cubicBezTo>
                    <a:cubicBezTo>
                      <a:pt x="60" y="255"/>
                      <a:pt x="99" y="273"/>
                      <a:pt x="111" y="249"/>
                    </a:cubicBezTo>
                    <a:cubicBezTo>
                      <a:pt x="116" y="238"/>
                      <a:pt x="114" y="219"/>
                      <a:pt x="115" y="207"/>
                    </a:cubicBezTo>
                    <a:cubicBezTo>
                      <a:pt x="116" y="187"/>
                      <a:pt x="118" y="167"/>
                      <a:pt x="118" y="147"/>
                    </a:cubicBezTo>
                    <a:cubicBezTo>
                      <a:pt x="117" y="126"/>
                      <a:pt x="112" y="113"/>
                      <a:pt x="103" y="94"/>
                    </a:cubicBezTo>
                    <a:cubicBezTo>
                      <a:pt x="95" y="76"/>
                      <a:pt x="90" y="56"/>
                      <a:pt x="77" y="41"/>
                    </a:cubicBezTo>
                    <a:cubicBezTo>
                      <a:pt x="69" y="33"/>
                      <a:pt x="59" y="26"/>
                      <a:pt x="49" y="21"/>
                    </a:cubicBezTo>
                    <a:cubicBezTo>
                      <a:pt x="37" y="15"/>
                      <a:pt x="20" y="4"/>
                      <a:pt x="8" y="3"/>
                    </a:cubicBezTo>
                  </a:path>
                </a:pathLst>
              </a:custGeom>
              <a:solidFill>
                <a:srgbClr val="8E4C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920" name="Freeform 186">
                <a:extLst>
                  <a:ext uri="{FF2B5EF4-FFF2-40B4-BE49-F238E27FC236}">
                    <a16:creationId xmlns:a16="http://schemas.microsoft.com/office/drawing/2014/main" id="{8DD0E8A0-2D61-43A7-A155-AFF579B29A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6" y="2676"/>
                <a:ext cx="87" cy="284"/>
              </a:xfrm>
              <a:custGeom>
                <a:avLst/>
                <a:gdLst>
                  <a:gd name="T0" fmla="*/ 4 w 81"/>
                  <a:gd name="T1" fmla="*/ 129 h 266"/>
                  <a:gd name="T2" fmla="*/ 0 w 81"/>
                  <a:gd name="T3" fmla="*/ 163 h 266"/>
                  <a:gd name="T4" fmla="*/ 50 w 81"/>
                  <a:gd name="T5" fmla="*/ 239 h 266"/>
                  <a:gd name="T6" fmla="*/ 56 w 81"/>
                  <a:gd name="T7" fmla="*/ 288 h 266"/>
                  <a:gd name="T8" fmla="*/ 44 w 81"/>
                  <a:gd name="T9" fmla="*/ 324 h 266"/>
                  <a:gd name="T10" fmla="*/ 58 w 81"/>
                  <a:gd name="T11" fmla="*/ 170 h 266"/>
                  <a:gd name="T12" fmla="*/ 85 w 81"/>
                  <a:gd name="T13" fmla="*/ 95 h 266"/>
                  <a:gd name="T14" fmla="*/ 85 w 81"/>
                  <a:gd name="T15" fmla="*/ 0 h 266"/>
                  <a:gd name="T16" fmla="*/ 56 w 81"/>
                  <a:gd name="T17" fmla="*/ 109 h 266"/>
                  <a:gd name="T18" fmla="*/ 17 w 81"/>
                  <a:gd name="T19" fmla="*/ 129 h 26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1" h="266">
                    <a:moveTo>
                      <a:pt x="4" y="106"/>
                    </a:moveTo>
                    <a:cubicBezTo>
                      <a:pt x="12" y="114"/>
                      <a:pt x="21" y="138"/>
                      <a:pt x="0" y="134"/>
                    </a:cubicBezTo>
                    <a:cubicBezTo>
                      <a:pt x="28" y="148"/>
                      <a:pt x="38" y="166"/>
                      <a:pt x="41" y="197"/>
                    </a:cubicBezTo>
                    <a:cubicBezTo>
                      <a:pt x="42" y="210"/>
                      <a:pt x="46" y="223"/>
                      <a:pt x="45" y="237"/>
                    </a:cubicBezTo>
                    <a:cubicBezTo>
                      <a:pt x="44" y="248"/>
                      <a:pt x="37" y="256"/>
                      <a:pt x="35" y="266"/>
                    </a:cubicBezTo>
                    <a:cubicBezTo>
                      <a:pt x="76" y="236"/>
                      <a:pt x="49" y="180"/>
                      <a:pt x="47" y="140"/>
                    </a:cubicBezTo>
                    <a:cubicBezTo>
                      <a:pt x="46" y="121"/>
                      <a:pt x="61" y="96"/>
                      <a:pt x="69" y="78"/>
                    </a:cubicBezTo>
                    <a:cubicBezTo>
                      <a:pt x="81" y="52"/>
                      <a:pt x="81" y="27"/>
                      <a:pt x="69" y="0"/>
                    </a:cubicBezTo>
                    <a:cubicBezTo>
                      <a:pt x="63" y="30"/>
                      <a:pt x="60" y="62"/>
                      <a:pt x="45" y="90"/>
                    </a:cubicBezTo>
                    <a:cubicBezTo>
                      <a:pt x="37" y="104"/>
                      <a:pt x="31" y="106"/>
                      <a:pt x="14" y="106"/>
                    </a:cubicBezTo>
                  </a:path>
                </a:pathLst>
              </a:custGeom>
              <a:solidFill>
                <a:srgbClr val="8E4C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921" name="Freeform 187">
                <a:extLst>
                  <a:ext uri="{FF2B5EF4-FFF2-40B4-BE49-F238E27FC236}">
                    <a16:creationId xmlns:a16="http://schemas.microsoft.com/office/drawing/2014/main" id="{FC7C8327-6552-4976-8C00-E32A79474C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2" y="2242"/>
                <a:ext cx="103" cy="50"/>
              </a:xfrm>
              <a:custGeom>
                <a:avLst/>
                <a:gdLst>
                  <a:gd name="T0" fmla="*/ 0 w 97"/>
                  <a:gd name="T1" fmla="*/ 0 h 47"/>
                  <a:gd name="T2" fmla="*/ 20 w 97"/>
                  <a:gd name="T3" fmla="*/ 5 h 47"/>
                  <a:gd name="T4" fmla="*/ 39 w 97"/>
                  <a:gd name="T5" fmla="*/ 16 h 47"/>
                  <a:gd name="T6" fmla="*/ 65 w 97"/>
                  <a:gd name="T7" fmla="*/ 21 h 47"/>
                  <a:gd name="T8" fmla="*/ 116 w 97"/>
                  <a:gd name="T9" fmla="*/ 26 h 47"/>
                  <a:gd name="T10" fmla="*/ 45 w 97"/>
                  <a:gd name="T11" fmla="*/ 56 h 47"/>
                  <a:gd name="T12" fmla="*/ 63 w 97"/>
                  <a:gd name="T13" fmla="*/ 37 h 47"/>
                  <a:gd name="T14" fmla="*/ 50 w 97"/>
                  <a:gd name="T15" fmla="*/ 22 h 47"/>
                  <a:gd name="T16" fmla="*/ 6 w 97"/>
                  <a:gd name="T17" fmla="*/ 3 h 4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7" h="47">
                    <a:moveTo>
                      <a:pt x="0" y="0"/>
                    </a:moveTo>
                    <a:cubicBezTo>
                      <a:pt x="5" y="3"/>
                      <a:pt x="12" y="3"/>
                      <a:pt x="17" y="5"/>
                    </a:cubicBezTo>
                    <a:cubicBezTo>
                      <a:pt x="23" y="8"/>
                      <a:pt x="28" y="11"/>
                      <a:pt x="33" y="13"/>
                    </a:cubicBezTo>
                    <a:cubicBezTo>
                      <a:pt x="40" y="16"/>
                      <a:pt x="47" y="17"/>
                      <a:pt x="54" y="18"/>
                    </a:cubicBezTo>
                    <a:cubicBezTo>
                      <a:pt x="68" y="20"/>
                      <a:pt x="83" y="23"/>
                      <a:pt x="97" y="22"/>
                    </a:cubicBezTo>
                    <a:cubicBezTo>
                      <a:pt x="77" y="29"/>
                      <a:pt x="56" y="40"/>
                      <a:pt x="38" y="47"/>
                    </a:cubicBezTo>
                    <a:cubicBezTo>
                      <a:pt x="45" y="46"/>
                      <a:pt x="55" y="39"/>
                      <a:pt x="53" y="31"/>
                    </a:cubicBezTo>
                    <a:cubicBezTo>
                      <a:pt x="52" y="26"/>
                      <a:pt x="46" y="22"/>
                      <a:pt x="41" y="19"/>
                    </a:cubicBezTo>
                    <a:cubicBezTo>
                      <a:pt x="31" y="13"/>
                      <a:pt x="18" y="7"/>
                      <a:pt x="6" y="3"/>
                    </a:cubicBezTo>
                  </a:path>
                </a:pathLst>
              </a:custGeom>
              <a:solidFill>
                <a:srgbClr val="8E4C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922" name="Freeform 188">
                <a:extLst>
                  <a:ext uri="{FF2B5EF4-FFF2-40B4-BE49-F238E27FC236}">
                    <a16:creationId xmlns:a16="http://schemas.microsoft.com/office/drawing/2014/main" id="{FDC541C9-72C2-4D7C-A3C1-0CD3A1032D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2" y="2266"/>
                <a:ext cx="30" cy="18"/>
              </a:xfrm>
              <a:custGeom>
                <a:avLst/>
                <a:gdLst>
                  <a:gd name="T0" fmla="*/ 11 w 28"/>
                  <a:gd name="T1" fmla="*/ 0 h 17"/>
                  <a:gd name="T2" fmla="*/ 19 w 28"/>
                  <a:gd name="T3" fmla="*/ 19 h 17"/>
                  <a:gd name="T4" fmla="*/ 13 w 28"/>
                  <a:gd name="T5" fmla="*/ 1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17">
                    <a:moveTo>
                      <a:pt x="8" y="0"/>
                    </a:moveTo>
                    <a:cubicBezTo>
                      <a:pt x="0" y="3"/>
                      <a:pt x="8" y="17"/>
                      <a:pt x="16" y="16"/>
                    </a:cubicBezTo>
                    <a:cubicBezTo>
                      <a:pt x="28" y="14"/>
                      <a:pt x="9" y="4"/>
                      <a:pt x="10" y="1"/>
                    </a:cubicBezTo>
                  </a:path>
                </a:pathLst>
              </a:custGeom>
              <a:solidFill>
                <a:srgbClr val="8E4C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923" name="Freeform 189">
                <a:extLst>
                  <a:ext uri="{FF2B5EF4-FFF2-40B4-BE49-F238E27FC236}">
                    <a16:creationId xmlns:a16="http://schemas.microsoft.com/office/drawing/2014/main" id="{5E68DF88-963C-403E-8589-E03AF08CBB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9" y="2227"/>
                <a:ext cx="127" cy="51"/>
              </a:xfrm>
              <a:custGeom>
                <a:avLst/>
                <a:gdLst>
                  <a:gd name="T0" fmla="*/ 0 w 120"/>
                  <a:gd name="T1" fmla="*/ 43 h 48"/>
                  <a:gd name="T2" fmla="*/ 142 w 120"/>
                  <a:gd name="T3" fmla="*/ 0 h 48"/>
                  <a:gd name="T4" fmla="*/ 72 w 120"/>
                  <a:gd name="T5" fmla="*/ 38 h 48"/>
                  <a:gd name="T6" fmla="*/ 26 w 120"/>
                  <a:gd name="T7" fmla="*/ 57 h 48"/>
                  <a:gd name="T8" fmla="*/ 4 w 120"/>
                  <a:gd name="T9" fmla="*/ 44 h 4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0" h="48">
                    <a:moveTo>
                      <a:pt x="0" y="36"/>
                    </a:moveTo>
                    <a:cubicBezTo>
                      <a:pt x="43" y="38"/>
                      <a:pt x="82" y="17"/>
                      <a:pt x="120" y="0"/>
                    </a:cubicBezTo>
                    <a:cubicBezTo>
                      <a:pt x="108" y="16"/>
                      <a:pt x="79" y="26"/>
                      <a:pt x="60" y="32"/>
                    </a:cubicBezTo>
                    <a:cubicBezTo>
                      <a:pt x="53" y="34"/>
                      <a:pt x="22" y="37"/>
                      <a:pt x="23" y="48"/>
                    </a:cubicBezTo>
                    <a:cubicBezTo>
                      <a:pt x="16" y="47"/>
                      <a:pt x="10" y="40"/>
                      <a:pt x="4" y="37"/>
                    </a:cubicBezTo>
                  </a:path>
                </a:pathLst>
              </a:custGeom>
              <a:solidFill>
                <a:srgbClr val="8E4C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924" name="Freeform 190">
                <a:extLst>
                  <a:ext uri="{FF2B5EF4-FFF2-40B4-BE49-F238E27FC236}">
                    <a16:creationId xmlns:a16="http://schemas.microsoft.com/office/drawing/2014/main" id="{AA02E2DB-80FC-47CD-B6FD-58D827721D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5" y="3013"/>
                <a:ext cx="217" cy="91"/>
              </a:xfrm>
              <a:custGeom>
                <a:avLst/>
                <a:gdLst>
                  <a:gd name="T0" fmla="*/ 248 w 203"/>
                  <a:gd name="T1" fmla="*/ 2 h 85"/>
                  <a:gd name="T2" fmla="*/ 215 w 203"/>
                  <a:gd name="T3" fmla="*/ 80 h 85"/>
                  <a:gd name="T4" fmla="*/ 154 w 203"/>
                  <a:gd name="T5" fmla="*/ 97 h 85"/>
                  <a:gd name="T6" fmla="*/ 67 w 203"/>
                  <a:gd name="T7" fmla="*/ 66 h 85"/>
                  <a:gd name="T8" fmla="*/ 0 w 203"/>
                  <a:gd name="T9" fmla="*/ 56 h 85"/>
                  <a:gd name="T10" fmla="*/ 130 w 203"/>
                  <a:gd name="T11" fmla="*/ 64 h 85"/>
                  <a:gd name="T12" fmla="*/ 202 w 203"/>
                  <a:gd name="T13" fmla="*/ 59 h 85"/>
                  <a:gd name="T14" fmla="*/ 248 w 203"/>
                  <a:gd name="T15" fmla="*/ 0 h 8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03" h="85">
                    <a:moveTo>
                      <a:pt x="203" y="2"/>
                    </a:moveTo>
                    <a:cubicBezTo>
                      <a:pt x="195" y="21"/>
                      <a:pt x="187" y="48"/>
                      <a:pt x="176" y="65"/>
                    </a:cubicBezTo>
                    <a:cubicBezTo>
                      <a:pt x="163" y="84"/>
                      <a:pt x="147" y="85"/>
                      <a:pt x="126" y="79"/>
                    </a:cubicBezTo>
                    <a:cubicBezTo>
                      <a:pt x="102" y="72"/>
                      <a:pt x="79" y="60"/>
                      <a:pt x="55" y="54"/>
                    </a:cubicBezTo>
                    <a:cubicBezTo>
                      <a:pt x="38" y="50"/>
                      <a:pt x="17" y="46"/>
                      <a:pt x="0" y="46"/>
                    </a:cubicBezTo>
                    <a:cubicBezTo>
                      <a:pt x="35" y="40"/>
                      <a:pt x="74" y="36"/>
                      <a:pt x="107" y="52"/>
                    </a:cubicBezTo>
                    <a:cubicBezTo>
                      <a:pt x="129" y="64"/>
                      <a:pt x="146" y="70"/>
                      <a:pt x="166" y="48"/>
                    </a:cubicBezTo>
                    <a:cubicBezTo>
                      <a:pt x="180" y="33"/>
                      <a:pt x="185" y="12"/>
                      <a:pt x="203" y="0"/>
                    </a:cubicBezTo>
                  </a:path>
                </a:pathLst>
              </a:custGeom>
              <a:solidFill>
                <a:srgbClr val="8E4C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925" name="Freeform 191">
                <a:extLst>
                  <a:ext uri="{FF2B5EF4-FFF2-40B4-BE49-F238E27FC236}">
                    <a16:creationId xmlns:a16="http://schemas.microsoft.com/office/drawing/2014/main" id="{B042F778-60F8-4358-BD94-4AD85DC179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9" y="3085"/>
                <a:ext cx="209" cy="85"/>
              </a:xfrm>
              <a:custGeom>
                <a:avLst/>
                <a:gdLst>
                  <a:gd name="T0" fmla="*/ 4 w 196"/>
                  <a:gd name="T1" fmla="*/ 0 h 80"/>
                  <a:gd name="T2" fmla="*/ 63 w 196"/>
                  <a:gd name="T3" fmla="*/ 46 h 80"/>
                  <a:gd name="T4" fmla="*/ 120 w 196"/>
                  <a:gd name="T5" fmla="*/ 61 h 80"/>
                  <a:gd name="T6" fmla="*/ 238 w 196"/>
                  <a:gd name="T7" fmla="*/ 60 h 80"/>
                  <a:gd name="T8" fmla="*/ 76 w 196"/>
                  <a:gd name="T9" fmla="*/ 78 h 80"/>
                  <a:gd name="T10" fmla="*/ 0 w 196"/>
                  <a:gd name="T11" fmla="*/ 4 h 8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96" h="80">
                    <a:moveTo>
                      <a:pt x="4" y="0"/>
                    </a:moveTo>
                    <a:cubicBezTo>
                      <a:pt x="21" y="6"/>
                      <a:pt x="37" y="27"/>
                      <a:pt x="52" y="38"/>
                    </a:cubicBezTo>
                    <a:cubicBezTo>
                      <a:pt x="67" y="48"/>
                      <a:pt x="82" y="47"/>
                      <a:pt x="99" y="51"/>
                    </a:cubicBezTo>
                    <a:cubicBezTo>
                      <a:pt x="126" y="58"/>
                      <a:pt x="170" y="63"/>
                      <a:pt x="196" y="50"/>
                    </a:cubicBezTo>
                    <a:cubicBezTo>
                      <a:pt x="163" y="80"/>
                      <a:pt x="103" y="76"/>
                      <a:pt x="63" y="65"/>
                    </a:cubicBezTo>
                    <a:cubicBezTo>
                      <a:pt x="27" y="56"/>
                      <a:pt x="20" y="28"/>
                      <a:pt x="0" y="4"/>
                    </a:cubicBezTo>
                  </a:path>
                </a:pathLst>
              </a:custGeom>
              <a:solidFill>
                <a:srgbClr val="8E4C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926" name="Freeform 192">
                <a:extLst>
                  <a:ext uri="{FF2B5EF4-FFF2-40B4-BE49-F238E27FC236}">
                    <a16:creationId xmlns:a16="http://schemas.microsoft.com/office/drawing/2014/main" id="{B59D7A4E-5AE3-40AB-8C4C-DA5407EF33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9" y="3108"/>
                <a:ext cx="94" cy="34"/>
              </a:xfrm>
              <a:custGeom>
                <a:avLst/>
                <a:gdLst>
                  <a:gd name="T0" fmla="*/ 57 w 88"/>
                  <a:gd name="T1" fmla="*/ 0 h 32"/>
                  <a:gd name="T2" fmla="*/ 99 w 88"/>
                  <a:gd name="T3" fmla="*/ 38 h 32"/>
                  <a:gd name="T4" fmla="*/ 0 w 88"/>
                  <a:gd name="T5" fmla="*/ 36 h 32"/>
                  <a:gd name="T6" fmla="*/ 37 w 88"/>
                  <a:gd name="T7" fmla="*/ 24 h 32"/>
                  <a:gd name="T8" fmla="*/ 73 w 88"/>
                  <a:gd name="T9" fmla="*/ 19 h 32"/>
                  <a:gd name="T10" fmla="*/ 58 w 88"/>
                  <a:gd name="T11" fmla="*/ 4 h 3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8" h="32">
                    <a:moveTo>
                      <a:pt x="47" y="0"/>
                    </a:moveTo>
                    <a:cubicBezTo>
                      <a:pt x="61" y="3"/>
                      <a:pt x="88" y="14"/>
                      <a:pt x="81" y="32"/>
                    </a:cubicBezTo>
                    <a:cubicBezTo>
                      <a:pt x="55" y="28"/>
                      <a:pt x="28" y="32"/>
                      <a:pt x="0" y="30"/>
                    </a:cubicBezTo>
                    <a:cubicBezTo>
                      <a:pt x="11" y="29"/>
                      <a:pt x="20" y="23"/>
                      <a:pt x="31" y="21"/>
                    </a:cubicBezTo>
                    <a:cubicBezTo>
                      <a:pt x="41" y="19"/>
                      <a:pt x="51" y="19"/>
                      <a:pt x="60" y="16"/>
                    </a:cubicBezTo>
                    <a:cubicBezTo>
                      <a:pt x="56" y="11"/>
                      <a:pt x="51" y="8"/>
                      <a:pt x="48" y="4"/>
                    </a:cubicBezTo>
                  </a:path>
                </a:pathLst>
              </a:custGeom>
              <a:solidFill>
                <a:srgbClr val="8E4C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927" name="Freeform 193">
                <a:extLst>
                  <a:ext uri="{FF2B5EF4-FFF2-40B4-BE49-F238E27FC236}">
                    <a16:creationId xmlns:a16="http://schemas.microsoft.com/office/drawing/2014/main" id="{9A2B3EFB-99E5-4E8B-9220-020F9BE2EA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4" y="2728"/>
                <a:ext cx="227" cy="46"/>
              </a:xfrm>
              <a:custGeom>
                <a:avLst/>
                <a:gdLst>
                  <a:gd name="T0" fmla="*/ 257 w 213"/>
                  <a:gd name="T1" fmla="*/ 48 h 44"/>
                  <a:gd name="T2" fmla="*/ 115 w 213"/>
                  <a:gd name="T3" fmla="*/ 25 h 44"/>
                  <a:gd name="T4" fmla="*/ 51 w 213"/>
                  <a:gd name="T5" fmla="*/ 24 h 44"/>
                  <a:gd name="T6" fmla="*/ 0 w 213"/>
                  <a:gd name="T7" fmla="*/ 0 h 44"/>
                  <a:gd name="T8" fmla="*/ 137 w 213"/>
                  <a:gd name="T9" fmla="*/ 10 h 44"/>
                  <a:gd name="T10" fmla="*/ 201 w 213"/>
                  <a:gd name="T11" fmla="*/ 24 h 44"/>
                  <a:gd name="T12" fmla="*/ 258 w 213"/>
                  <a:gd name="T13" fmla="*/ 50 h 4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13" h="44">
                    <a:moveTo>
                      <a:pt x="212" y="42"/>
                    </a:moveTo>
                    <a:cubicBezTo>
                      <a:pt x="174" y="31"/>
                      <a:pt x="136" y="22"/>
                      <a:pt x="95" y="22"/>
                    </a:cubicBezTo>
                    <a:cubicBezTo>
                      <a:pt x="78" y="22"/>
                      <a:pt x="59" y="24"/>
                      <a:pt x="42" y="21"/>
                    </a:cubicBezTo>
                    <a:cubicBezTo>
                      <a:pt x="24" y="18"/>
                      <a:pt x="14" y="10"/>
                      <a:pt x="0" y="0"/>
                    </a:cubicBezTo>
                    <a:cubicBezTo>
                      <a:pt x="30" y="17"/>
                      <a:pt x="78" y="7"/>
                      <a:pt x="114" y="10"/>
                    </a:cubicBezTo>
                    <a:cubicBezTo>
                      <a:pt x="131" y="12"/>
                      <a:pt x="150" y="16"/>
                      <a:pt x="166" y="21"/>
                    </a:cubicBezTo>
                    <a:cubicBezTo>
                      <a:pt x="184" y="26"/>
                      <a:pt x="197" y="39"/>
                      <a:pt x="213" y="44"/>
                    </a:cubicBezTo>
                  </a:path>
                </a:pathLst>
              </a:custGeom>
              <a:solidFill>
                <a:srgbClr val="8E4C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928" name="Freeform 194">
                <a:extLst>
                  <a:ext uri="{FF2B5EF4-FFF2-40B4-BE49-F238E27FC236}">
                    <a16:creationId xmlns:a16="http://schemas.microsoft.com/office/drawing/2014/main" id="{AEA6AF82-665B-4437-811B-974F243B7B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7" y="2408"/>
                <a:ext cx="165" cy="81"/>
              </a:xfrm>
              <a:custGeom>
                <a:avLst/>
                <a:gdLst>
                  <a:gd name="T0" fmla="*/ 187 w 155"/>
                  <a:gd name="T1" fmla="*/ 91 h 76"/>
                  <a:gd name="T2" fmla="*/ 76 w 155"/>
                  <a:gd name="T3" fmla="*/ 0 h 76"/>
                  <a:gd name="T4" fmla="*/ 83 w 155"/>
                  <a:gd name="T5" fmla="*/ 49 h 76"/>
                  <a:gd name="T6" fmla="*/ 51 w 155"/>
                  <a:gd name="T7" fmla="*/ 68 h 76"/>
                  <a:gd name="T8" fmla="*/ 0 w 155"/>
                  <a:gd name="T9" fmla="*/ 92 h 76"/>
                  <a:gd name="T10" fmla="*/ 49 w 155"/>
                  <a:gd name="T11" fmla="*/ 77 h 76"/>
                  <a:gd name="T12" fmla="*/ 92 w 155"/>
                  <a:gd name="T13" fmla="*/ 82 h 76"/>
                  <a:gd name="T14" fmla="*/ 177 w 155"/>
                  <a:gd name="T15" fmla="*/ 92 h 7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55" h="76">
                    <a:moveTo>
                      <a:pt x="155" y="75"/>
                    </a:moveTo>
                    <a:cubicBezTo>
                      <a:pt x="115" y="63"/>
                      <a:pt x="85" y="34"/>
                      <a:pt x="63" y="0"/>
                    </a:cubicBezTo>
                    <a:cubicBezTo>
                      <a:pt x="61" y="14"/>
                      <a:pt x="74" y="27"/>
                      <a:pt x="69" y="40"/>
                    </a:cubicBezTo>
                    <a:cubicBezTo>
                      <a:pt x="65" y="52"/>
                      <a:pt x="52" y="53"/>
                      <a:pt x="42" y="56"/>
                    </a:cubicBezTo>
                    <a:cubicBezTo>
                      <a:pt x="30" y="60"/>
                      <a:pt x="5" y="64"/>
                      <a:pt x="0" y="76"/>
                    </a:cubicBezTo>
                    <a:cubicBezTo>
                      <a:pt x="13" y="74"/>
                      <a:pt x="25" y="65"/>
                      <a:pt x="40" y="64"/>
                    </a:cubicBezTo>
                    <a:cubicBezTo>
                      <a:pt x="52" y="63"/>
                      <a:pt x="63" y="67"/>
                      <a:pt x="76" y="68"/>
                    </a:cubicBezTo>
                    <a:cubicBezTo>
                      <a:pt x="99" y="72"/>
                      <a:pt x="123" y="71"/>
                      <a:pt x="147" y="76"/>
                    </a:cubicBezTo>
                  </a:path>
                </a:pathLst>
              </a:custGeom>
              <a:solidFill>
                <a:srgbClr val="8E4C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929" name="Freeform 195">
                <a:extLst>
                  <a:ext uri="{FF2B5EF4-FFF2-40B4-BE49-F238E27FC236}">
                    <a16:creationId xmlns:a16="http://schemas.microsoft.com/office/drawing/2014/main" id="{6496400E-2AB8-479D-BC5A-F3373249ED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2" y="2524"/>
                <a:ext cx="90" cy="128"/>
              </a:xfrm>
              <a:custGeom>
                <a:avLst/>
                <a:gdLst>
                  <a:gd name="T0" fmla="*/ 0 w 84"/>
                  <a:gd name="T1" fmla="*/ 0 h 120"/>
                  <a:gd name="T2" fmla="*/ 41 w 84"/>
                  <a:gd name="T3" fmla="*/ 32 h 120"/>
                  <a:gd name="T4" fmla="*/ 64 w 84"/>
                  <a:gd name="T5" fmla="*/ 70 h 120"/>
                  <a:gd name="T6" fmla="*/ 103 w 84"/>
                  <a:gd name="T7" fmla="*/ 138 h 120"/>
                  <a:gd name="T8" fmla="*/ 89 w 84"/>
                  <a:gd name="T9" fmla="*/ 87 h 120"/>
                  <a:gd name="T10" fmla="*/ 76 w 84"/>
                  <a:gd name="T11" fmla="*/ 39 h 120"/>
                  <a:gd name="T12" fmla="*/ 74 w 84"/>
                  <a:gd name="T13" fmla="*/ 16 h 120"/>
                  <a:gd name="T14" fmla="*/ 68 w 84"/>
                  <a:gd name="T15" fmla="*/ 7 h 120"/>
                  <a:gd name="T16" fmla="*/ 54 w 84"/>
                  <a:gd name="T17" fmla="*/ 7 h 120"/>
                  <a:gd name="T18" fmla="*/ 6 w 84"/>
                  <a:gd name="T19" fmla="*/ 1 h 12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4" h="120">
                    <a:moveTo>
                      <a:pt x="0" y="0"/>
                    </a:moveTo>
                    <a:cubicBezTo>
                      <a:pt x="11" y="9"/>
                      <a:pt x="24" y="15"/>
                      <a:pt x="33" y="26"/>
                    </a:cubicBezTo>
                    <a:cubicBezTo>
                      <a:pt x="42" y="36"/>
                      <a:pt x="47" y="46"/>
                      <a:pt x="52" y="58"/>
                    </a:cubicBezTo>
                    <a:cubicBezTo>
                      <a:pt x="57" y="68"/>
                      <a:pt x="70" y="120"/>
                      <a:pt x="84" y="113"/>
                    </a:cubicBezTo>
                    <a:cubicBezTo>
                      <a:pt x="73" y="105"/>
                      <a:pt x="73" y="84"/>
                      <a:pt x="72" y="72"/>
                    </a:cubicBezTo>
                    <a:cubicBezTo>
                      <a:pt x="70" y="57"/>
                      <a:pt x="69" y="46"/>
                      <a:pt x="62" y="33"/>
                    </a:cubicBezTo>
                    <a:cubicBezTo>
                      <a:pt x="57" y="24"/>
                      <a:pt x="61" y="22"/>
                      <a:pt x="60" y="13"/>
                    </a:cubicBezTo>
                    <a:cubicBezTo>
                      <a:pt x="60" y="6"/>
                      <a:pt x="63" y="9"/>
                      <a:pt x="55" y="7"/>
                    </a:cubicBezTo>
                    <a:cubicBezTo>
                      <a:pt x="52" y="6"/>
                      <a:pt x="48" y="7"/>
                      <a:pt x="44" y="7"/>
                    </a:cubicBezTo>
                    <a:cubicBezTo>
                      <a:pt x="31" y="7"/>
                      <a:pt x="17" y="7"/>
                      <a:pt x="6" y="1"/>
                    </a:cubicBezTo>
                  </a:path>
                </a:pathLst>
              </a:custGeom>
              <a:solidFill>
                <a:srgbClr val="8E4C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930" name="Freeform 196">
                <a:extLst>
                  <a:ext uri="{FF2B5EF4-FFF2-40B4-BE49-F238E27FC236}">
                    <a16:creationId xmlns:a16="http://schemas.microsoft.com/office/drawing/2014/main" id="{BD9AED8B-39CD-4C4D-9485-C5721D7F7C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3" y="2522"/>
                <a:ext cx="120" cy="64"/>
              </a:xfrm>
              <a:custGeom>
                <a:avLst/>
                <a:gdLst>
                  <a:gd name="T0" fmla="*/ 24 w 113"/>
                  <a:gd name="T1" fmla="*/ 73 h 60"/>
                  <a:gd name="T2" fmla="*/ 25 w 113"/>
                  <a:gd name="T3" fmla="*/ 58 h 60"/>
                  <a:gd name="T4" fmla="*/ 47 w 113"/>
                  <a:gd name="T5" fmla="*/ 42 h 60"/>
                  <a:gd name="T6" fmla="*/ 88 w 113"/>
                  <a:gd name="T7" fmla="*/ 31 h 60"/>
                  <a:gd name="T8" fmla="*/ 135 w 113"/>
                  <a:gd name="T9" fmla="*/ 0 h 60"/>
                  <a:gd name="T10" fmla="*/ 50 w 113"/>
                  <a:gd name="T11" fmla="*/ 14 h 60"/>
                  <a:gd name="T12" fmla="*/ 22 w 113"/>
                  <a:gd name="T13" fmla="*/ 13 h 60"/>
                  <a:gd name="T14" fmla="*/ 6 w 113"/>
                  <a:gd name="T15" fmla="*/ 15 h 60"/>
                  <a:gd name="T16" fmla="*/ 1 w 113"/>
                  <a:gd name="T17" fmla="*/ 20 h 60"/>
                  <a:gd name="T18" fmla="*/ 5 w 113"/>
                  <a:gd name="T19" fmla="*/ 39 h 6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13" h="60">
                    <a:moveTo>
                      <a:pt x="21" y="60"/>
                    </a:moveTo>
                    <a:cubicBezTo>
                      <a:pt x="21" y="56"/>
                      <a:pt x="21" y="52"/>
                      <a:pt x="22" y="48"/>
                    </a:cubicBezTo>
                    <a:cubicBezTo>
                      <a:pt x="25" y="41"/>
                      <a:pt x="33" y="37"/>
                      <a:pt x="39" y="35"/>
                    </a:cubicBezTo>
                    <a:cubicBezTo>
                      <a:pt x="50" y="31"/>
                      <a:pt x="62" y="28"/>
                      <a:pt x="73" y="25"/>
                    </a:cubicBezTo>
                    <a:cubicBezTo>
                      <a:pt x="88" y="22"/>
                      <a:pt x="101" y="10"/>
                      <a:pt x="113" y="0"/>
                    </a:cubicBezTo>
                    <a:cubicBezTo>
                      <a:pt x="90" y="9"/>
                      <a:pt x="65" y="11"/>
                      <a:pt x="41" y="11"/>
                    </a:cubicBezTo>
                    <a:cubicBezTo>
                      <a:pt x="34" y="12"/>
                      <a:pt x="26" y="10"/>
                      <a:pt x="19" y="10"/>
                    </a:cubicBezTo>
                    <a:cubicBezTo>
                      <a:pt x="15" y="11"/>
                      <a:pt x="10" y="11"/>
                      <a:pt x="6" y="12"/>
                    </a:cubicBezTo>
                    <a:cubicBezTo>
                      <a:pt x="2" y="13"/>
                      <a:pt x="1" y="12"/>
                      <a:pt x="1" y="17"/>
                    </a:cubicBezTo>
                    <a:cubicBezTo>
                      <a:pt x="0" y="23"/>
                      <a:pt x="4" y="28"/>
                      <a:pt x="5" y="33"/>
                    </a:cubicBezTo>
                  </a:path>
                </a:pathLst>
              </a:custGeom>
              <a:solidFill>
                <a:srgbClr val="8E4C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931" name="Freeform 197">
                <a:extLst>
                  <a:ext uri="{FF2B5EF4-FFF2-40B4-BE49-F238E27FC236}">
                    <a16:creationId xmlns:a16="http://schemas.microsoft.com/office/drawing/2014/main" id="{EE1B7624-EA27-4D64-9145-A5599C8EF5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7" y="1837"/>
                <a:ext cx="402" cy="217"/>
              </a:xfrm>
              <a:custGeom>
                <a:avLst/>
                <a:gdLst>
                  <a:gd name="T0" fmla="*/ 57 w 377"/>
                  <a:gd name="T1" fmla="*/ 0 h 204"/>
                  <a:gd name="T2" fmla="*/ 181 w 377"/>
                  <a:gd name="T3" fmla="*/ 174 h 204"/>
                  <a:gd name="T4" fmla="*/ 457 w 377"/>
                  <a:gd name="T5" fmla="*/ 163 h 204"/>
                  <a:gd name="T6" fmla="*/ 176 w 377"/>
                  <a:gd name="T7" fmla="*/ 185 h 204"/>
                  <a:gd name="T8" fmla="*/ 57 w 377"/>
                  <a:gd name="T9" fmla="*/ 0 h 20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77" h="204">
                    <a:moveTo>
                      <a:pt x="47" y="0"/>
                    </a:moveTo>
                    <a:cubicBezTo>
                      <a:pt x="47" y="0"/>
                      <a:pt x="58" y="108"/>
                      <a:pt x="149" y="145"/>
                    </a:cubicBezTo>
                    <a:cubicBezTo>
                      <a:pt x="240" y="182"/>
                      <a:pt x="320" y="169"/>
                      <a:pt x="377" y="135"/>
                    </a:cubicBezTo>
                    <a:cubicBezTo>
                      <a:pt x="377" y="135"/>
                      <a:pt x="290" y="204"/>
                      <a:pt x="145" y="154"/>
                    </a:cubicBezTo>
                    <a:cubicBezTo>
                      <a:pt x="0" y="104"/>
                      <a:pt x="46" y="3"/>
                      <a:pt x="47" y="0"/>
                    </a:cubicBezTo>
                    <a:close/>
                  </a:path>
                </a:pathLst>
              </a:custGeom>
              <a:solidFill>
                <a:srgbClr val="8E4C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932" name="Freeform 198">
                <a:extLst>
                  <a:ext uri="{FF2B5EF4-FFF2-40B4-BE49-F238E27FC236}">
                    <a16:creationId xmlns:a16="http://schemas.microsoft.com/office/drawing/2014/main" id="{8DB43F50-81E1-42FA-93F3-54A8B9E19D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2" y="1185"/>
                <a:ext cx="68" cy="74"/>
              </a:xfrm>
              <a:custGeom>
                <a:avLst/>
                <a:gdLst>
                  <a:gd name="T0" fmla="*/ 11 w 64"/>
                  <a:gd name="T1" fmla="*/ 0 h 70"/>
                  <a:gd name="T2" fmla="*/ 17 w 64"/>
                  <a:gd name="T3" fmla="*/ 42 h 70"/>
                  <a:gd name="T4" fmla="*/ 6 w 64"/>
                  <a:gd name="T5" fmla="*/ 62 h 70"/>
                  <a:gd name="T6" fmla="*/ 0 w 64"/>
                  <a:gd name="T7" fmla="*/ 82 h 70"/>
                  <a:gd name="T8" fmla="*/ 14 w 64"/>
                  <a:gd name="T9" fmla="*/ 63 h 70"/>
                  <a:gd name="T10" fmla="*/ 30 w 64"/>
                  <a:gd name="T11" fmla="*/ 48 h 70"/>
                  <a:gd name="T12" fmla="*/ 77 w 64"/>
                  <a:gd name="T13" fmla="*/ 48 h 70"/>
                  <a:gd name="T14" fmla="*/ 53 w 64"/>
                  <a:gd name="T15" fmla="*/ 41 h 70"/>
                  <a:gd name="T16" fmla="*/ 34 w 64"/>
                  <a:gd name="T17" fmla="*/ 37 h 70"/>
                  <a:gd name="T18" fmla="*/ 7 w 64"/>
                  <a:gd name="T19" fmla="*/ 0 h 7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64" h="70">
                    <a:moveTo>
                      <a:pt x="8" y="0"/>
                    </a:moveTo>
                    <a:cubicBezTo>
                      <a:pt x="8" y="12"/>
                      <a:pt x="15" y="24"/>
                      <a:pt x="14" y="36"/>
                    </a:cubicBezTo>
                    <a:cubicBezTo>
                      <a:pt x="13" y="42"/>
                      <a:pt x="9" y="47"/>
                      <a:pt x="6" y="53"/>
                    </a:cubicBezTo>
                    <a:cubicBezTo>
                      <a:pt x="4" y="58"/>
                      <a:pt x="1" y="65"/>
                      <a:pt x="0" y="70"/>
                    </a:cubicBezTo>
                    <a:cubicBezTo>
                      <a:pt x="2" y="65"/>
                      <a:pt x="8" y="58"/>
                      <a:pt x="11" y="54"/>
                    </a:cubicBezTo>
                    <a:cubicBezTo>
                      <a:pt x="15" y="49"/>
                      <a:pt x="19" y="44"/>
                      <a:pt x="24" y="41"/>
                    </a:cubicBezTo>
                    <a:cubicBezTo>
                      <a:pt x="37" y="34"/>
                      <a:pt x="50" y="41"/>
                      <a:pt x="64" y="41"/>
                    </a:cubicBezTo>
                    <a:cubicBezTo>
                      <a:pt x="57" y="42"/>
                      <a:pt x="50" y="37"/>
                      <a:pt x="44" y="35"/>
                    </a:cubicBezTo>
                    <a:cubicBezTo>
                      <a:pt x="38" y="33"/>
                      <a:pt x="33" y="34"/>
                      <a:pt x="28" y="31"/>
                    </a:cubicBezTo>
                    <a:cubicBezTo>
                      <a:pt x="16" y="24"/>
                      <a:pt x="16" y="9"/>
                      <a:pt x="7" y="0"/>
                    </a:cubicBezTo>
                  </a:path>
                </a:pathLst>
              </a:custGeom>
              <a:solidFill>
                <a:srgbClr val="C2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933" name="Freeform 199">
                <a:extLst>
                  <a:ext uri="{FF2B5EF4-FFF2-40B4-BE49-F238E27FC236}">
                    <a16:creationId xmlns:a16="http://schemas.microsoft.com/office/drawing/2014/main" id="{B029E12D-9B43-49D1-9245-0B0722B561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7" y="1149"/>
                <a:ext cx="157" cy="163"/>
              </a:xfrm>
              <a:custGeom>
                <a:avLst/>
                <a:gdLst>
                  <a:gd name="T0" fmla="*/ 5 w 148"/>
                  <a:gd name="T1" fmla="*/ 0 h 153"/>
                  <a:gd name="T2" fmla="*/ 25 w 148"/>
                  <a:gd name="T3" fmla="*/ 116 h 153"/>
                  <a:gd name="T4" fmla="*/ 177 w 148"/>
                  <a:gd name="T5" fmla="*/ 177 h 153"/>
                  <a:gd name="T6" fmla="*/ 35 w 148"/>
                  <a:gd name="T7" fmla="*/ 109 h 153"/>
                  <a:gd name="T8" fmla="*/ 5 w 148"/>
                  <a:gd name="T9" fmla="*/ 0 h 15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8" h="153">
                    <a:moveTo>
                      <a:pt x="5" y="0"/>
                    </a:moveTo>
                    <a:cubicBezTo>
                      <a:pt x="5" y="0"/>
                      <a:pt x="0" y="65"/>
                      <a:pt x="22" y="96"/>
                    </a:cubicBezTo>
                    <a:cubicBezTo>
                      <a:pt x="45" y="126"/>
                      <a:pt x="67" y="150"/>
                      <a:pt x="148" y="146"/>
                    </a:cubicBezTo>
                    <a:cubicBezTo>
                      <a:pt x="148" y="146"/>
                      <a:pt x="58" y="153"/>
                      <a:pt x="29" y="90"/>
                    </a:cubicBezTo>
                    <a:cubicBezTo>
                      <a:pt x="0" y="27"/>
                      <a:pt x="5" y="0"/>
                      <a:pt x="5" y="0"/>
                    </a:cubicBezTo>
                    <a:close/>
                  </a:path>
                </a:pathLst>
              </a:custGeom>
              <a:solidFill>
                <a:srgbClr val="8E4C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934" name="Freeform 200">
                <a:extLst>
                  <a:ext uri="{FF2B5EF4-FFF2-40B4-BE49-F238E27FC236}">
                    <a16:creationId xmlns:a16="http://schemas.microsoft.com/office/drawing/2014/main" id="{6235F8F3-96E0-47E5-805F-F8ED93936B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3" y="1223"/>
                <a:ext cx="54" cy="33"/>
              </a:xfrm>
              <a:custGeom>
                <a:avLst/>
                <a:gdLst>
                  <a:gd name="T0" fmla="*/ 0 w 50"/>
                  <a:gd name="T1" fmla="*/ 3 h 31"/>
                  <a:gd name="T2" fmla="*/ 63 w 50"/>
                  <a:gd name="T3" fmla="*/ 37 h 31"/>
                  <a:gd name="T4" fmla="*/ 0 w 50"/>
                  <a:gd name="T5" fmla="*/ 3 h 3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0" h="31">
                    <a:moveTo>
                      <a:pt x="0" y="3"/>
                    </a:moveTo>
                    <a:cubicBezTo>
                      <a:pt x="0" y="3"/>
                      <a:pt x="41" y="0"/>
                      <a:pt x="50" y="31"/>
                    </a:cubicBezTo>
                    <a:cubicBezTo>
                      <a:pt x="50" y="31"/>
                      <a:pt x="27" y="1"/>
                      <a:pt x="0" y="3"/>
                    </a:cubicBezTo>
                    <a:close/>
                  </a:path>
                </a:pathLst>
              </a:custGeom>
              <a:solidFill>
                <a:srgbClr val="8E4C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935" name="Freeform 201">
                <a:extLst>
                  <a:ext uri="{FF2B5EF4-FFF2-40B4-BE49-F238E27FC236}">
                    <a16:creationId xmlns:a16="http://schemas.microsoft.com/office/drawing/2014/main" id="{6861ECFC-F9A3-43DB-B91D-A0873833FF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5" y="1284"/>
                <a:ext cx="57" cy="21"/>
              </a:xfrm>
              <a:custGeom>
                <a:avLst/>
                <a:gdLst>
                  <a:gd name="T0" fmla="*/ 0 w 54"/>
                  <a:gd name="T1" fmla="*/ 0 h 20"/>
                  <a:gd name="T2" fmla="*/ 27 w 54"/>
                  <a:gd name="T3" fmla="*/ 16 h 20"/>
                  <a:gd name="T4" fmla="*/ 63 w 54"/>
                  <a:gd name="T5" fmla="*/ 18 h 20"/>
                  <a:gd name="T6" fmla="*/ 27 w 54"/>
                  <a:gd name="T7" fmla="*/ 21 h 20"/>
                  <a:gd name="T8" fmla="*/ 4 w 54"/>
                  <a:gd name="T9" fmla="*/ 6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4" h="20">
                    <a:moveTo>
                      <a:pt x="0" y="0"/>
                    </a:moveTo>
                    <a:cubicBezTo>
                      <a:pt x="8" y="7"/>
                      <a:pt x="14" y="12"/>
                      <a:pt x="24" y="13"/>
                    </a:cubicBezTo>
                    <a:cubicBezTo>
                      <a:pt x="33" y="15"/>
                      <a:pt x="46" y="11"/>
                      <a:pt x="54" y="15"/>
                    </a:cubicBezTo>
                    <a:cubicBezTo>
                      <a:pt x="44" y="16"/>
                      <a:pt x="34" y="20"/>
                      <a:pt x="24" y="18"/>
                    </a:cubicBezTo>
                    <a:cubicBezTo>
                      <a:pt x="16" y="17"/>
                      <a:pt x="11" y="10"/>
                      <a:pt x="4" y="6"/>
                    </a:cubicBezTo>
                  </a:path>
                </a:pathLst>
              </a:custGeom>
              <a:solidFill>
                <a:srgbClr val="8E4C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936" name="Freeform 202">
                <a:extLst>
                  <a:ext uri="{FF2B5EF4-FFF2-40B4-BE49-F238E27FC236}">
                    <a16:creationId xmlns:a16="http://schemas.microsoft.com/office/drawing/2014/main" id="{C087DE33-CB17-4F61-A871-312C33300A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0" y="1152"/>
                <a:ext cx="24" cy="35"/>
              </a:xfrm>
              <a:custGeom>
                <a:avLst/>
                <a:gdLst>
                  <a:gd name="T0" fmla="*/ 17 w 23"/>
                  <a:gd name="T1" fmla="*/ 1 h 33"/>
                  <a:gd name="T2" fmla="*/ 7 w 23"/>
                  <a:gd name="T3" fmla="*/ 18 h 33"/>
                  <a:gd name="T4" fmla="*/ 26 w 23"/>
                  <a:gd name="T5" fmla="*/ 39 h 33"/>
                  <a:gd name="T6" fmla="*/ 2 w 23"/>
                  <a:gd name="T7" fmla="*/ 20 h 33"/>
                  <a:gd name="T8" fmla="*/ 15 w 23"/>
                  <a:gd name="T9" fmla="*/ 0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33">
                    <a:moveTo>
                      <a:pt x="14" y="1"/>
                    </a:moveTo>
                    <a:cubicBezTo>
                      <a:pt x="9" y="5"/>
                      <a:pt x="5" y="10"/>
                      <a:pt x="7" y="15"/>
                    </a:cubicBezTo>
                    <a:cubicBezTo>
                      <a:pt x="9" y="22"/>
                      <a:pt x="18" y="27"/>
                      <a:pt x="23" y="33"/>
                    </a:cubicBezTo>
                    <a:cubicBezTo>
                      <a:pt x="15" y="29"/>
                      <a:pt x="5" y="23"/>
                      <a:pt x="2" y="17"/>
                    </a:cubicBezTo>
                    <a:cubicBezTo>
                      <a:pt x="0" y="12"/>
                      <a:pt x="4" y="2"/>
                      <a:pt x="12" y="0"/>
                    </a:cubicBezTo>
                  </a:path>
                </a:pathLst>
              </a:custGeom>
              <a:solidFill>
                <a:srgbClr val="C2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937" name="Freeform 203">
                <a:extLst>
                  <a:ext uri="{FF2B5EF4-FFF2-40B4-BE49-F238E27FC236}">
                    <a16:creationId xmlns:a16="http://schemas.microsoft.com/office/drawing/2014/main" id="{52DA78E9-25D7-4A4B-A89A-2C09E3286F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1" y="1155"/>
                <a:ext cx="14" cy="26"/>
              </a:xfrm>
              <a:custGeom>
                <a:avLst/>
                <a:gdLst>
                  <a:gd name="T0" fmla="*/ 2 w 13"/>
                  <a:gd name="T1" fmla="*/ 0 h 24"/>
                  <a:gd name="T2" fmla="*/ 0 w 13"/>
                  <a:gd name="T3" fmla="*/ 30 h 24"/>
                  <a:gd name="T4" fmla="*/ 15 w 13"/>
                  <a:gd name="T5" fmla="*/ 15 h 24"/>
                  <a:gd name="T6" fmla="*/ 3 w 13"/>
                  <a:gd name="T7" fmla="*/ 1 h 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24">
                    <a:moveTo>
                      <a:pt x="2" y="0"/>
                    </a:moveTo>
                    <a:cubicBezTo>
                      <a:pt x="13" y="7"/>
                      <a:pt x="6" y="16"/>
                      <a:pt x="0" y="24"/>
                    </a:cubicBezTo>
                    <a:cubicBezTo>
                      <a:pt x="5" y="20"/>
                      <a:pt x="13" y="17"/>
                      <a:pt x="12" y="12"/>
                    </a:cubicBezTo>
                    <a:cubicBezTo>
                      <a:pt x="12" y="7"/>
                      <a:pt x="4" y="5"/>
                      <a:pt x="3" y="1"/>
                    </a:cubicBezTo>
                  </a:path>
                </a:pathLst>
              </a:custGeom>
              <a:solidFill>
                <a:srgbClr val="C2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938" name="Freeform 204">
                <a:extLst>
                  <a:ext uri="{FF2B5EF4-FFF2-40B4-BE49-F238E27FC236}">
                    <a16:creationId xmlns:a16="http://schemas.microsoft.com/office/drawing/2014/main" id="{0020C329-B3F6-41FC-A8D2-4430C87C4D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0" y="1158"/>
                <a:ext cx="17" cy="19"/>
              </a:xfrm>
              <a:custGeom>
                <a:avLst/>
                <a:gdLst>
                  <a:gd name="T0" fmla="*/ 17 w 16"/>
                  <a:gd name="T1" fmla="*/ 0 h 18"/>
                  <a:gd name="T2" fmla="*/ 19 w 16"/>
                  <a:gd name="T3" fmla="*/ 21 h 18"/>
                  <a:gd name="T4" fmla="*/ 16 w 16"/>
                  <a:gd name="T5" fmla="*/ 1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18">
                    <a:moveTo>
                      <a:pt x="14" y="0"/>
                    </a:moveTo>
                    <a:cubicBezTo>
                      <a:pt x="9" y="3"/>
                      <a:pt x="8" y="15"/>
                      <a:pt x="16" y="18"/>
                    </a:cubicBezTo>
                    <a:cubicBezTo>
                      <a:pt x="10" y="14"/>
                      <a:pt x="0" y="4"/>
                      <a:pt x="13" y="1"/>
                    </a:cubicBezTo>
                  </a:path>
                </a:pathLst>
              </a:custGeom>
              <a:solidFill>
                <a:srgbClr val="C2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</p:grpSp>
        <p:grpSp>
          <p:nvGrpSpPr>
            <p:cNvPr id="48531" name="Group 205">
              <a:extLst>
                <a:ext uri="{FF2B5EF4-FFF2-40B4-BE49-F238E27FC236}">
                  <a16:creationId xmlns:a16="http://schemas.microsoft.com/office/drawing/2014/main" id="{72F4C284-E176-4CAD-8706-DFCE6257121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227" y="950"/>
              <a:ext cx="1777" cy="3079"/>
              <a:chOff x="3227" y="950"/>
              <a:chExt cx="1777" cy="3079"/>
            </a:xfrm>
          </p:grpSpPr>
          <p:sp>
            <p:nvSpPr>
              <p:cNvPr id="48539" name="Freeform 206">
                <a:extLst>
                  <a:ext uri="{FF2B5EF4-FFF2-40B4-BE49-F238E27FC236}">
                    <a16:creationId xmlns:a16="http://schemas.microsoft.com/office/drawing/2014/main" id="{314527A7-7CC9-463A-8225-60ACABD72A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7" y="1159"/>
                <a:ext cx="18" cy="17"/>
              </a:xfrm>
              <a:custGeom>
                <a:avLst/>
                <a:gdLst>
                  <a:gd name="T0" fmla="*/ 2 w 17"/>
                  <a:gd name="T1" fmla="*/ 0 h 16"/>
                  <a:gd name="T2" fmla="*/ 0 w 17"/>
                  <a:gd name="T3" fmla="*/ 19 h 16"/>
                  <a:gd name="T4" fmla="*/ 5 w 17"/>
                  <a:gd name="T5" fmla="*/ 1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16">
                    <a:moveTo>
                      <a:pt x="2" y="0"/>
                    </a:moveTo>
                    <a:cubicBezTo>
                      <a:pt x="8" y="5"/>
                      <a:pt x="9" y="13"/>
                      <a:pt x="0" y="16"/>
                    </a:cubicBezTo>
                    <a:cubicBezTo>
                      <a:pt x="13" y="14"/>
                      <a:pt x="17" y="6"/>
                      <a:pt x="5" y="1"/>
                    </a:cubicBezTo>
                  </a:path>
                </a:pathLst>
              </a:custGeom>
              <a:solidFill>
                <a:srgbClr val="C2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540" name="Freeform 207">
                <a:extLst>
                  <a:ext uri="{FF2B5EF4-FFF2-40B4-BE49-F238E27FC236}">
                    <a16:creationId xmlns:a16="http://schemas.microsoft.com/office/drawing/2014/main" id="{834DDBAA-5037-4346-A9EC-9631740CEC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3" y="2210"/>
                <a:ext cx="85" cy="749"/>
              </a:xfrm>
              <a:custGeom>
                <a:avLst/>
                <a:gdLst>
                  <a:gd name="T0" fmla="*/ 77 w 80"/>
                  <a:gd name="T1" fmla="*/ 0 h 703"/>
                  <a:gd name="T2" fmla="*/ 46 w 80"/>
                  <a:gd name="T3" fmla="*/ 111 h 703"/>
                  <a:gd name="T4" fmla="*/ 5 w 80"/>
                  <a:gd name="T5" fmla="*/ 515 h 703"/>
                  <a:gd name="T6" fmla="*/ 96 w 80"/>
                  <a:gd name="T7" fmla="*/ 850 h 703"/>
                  <a:gd name="T8" fmla="*/ 32 w 80"/>
                  <a:gd name="T9" fmla="*/ 520 h 703"/>
                  <a:gd name="T10" fmla="*/ 58 w 80"/>
                  <a:gd name="T11" fmla="*/ 215 h 703"/>
                  <a:gd name="T12" fmla="*/ 77 w 80"/>
                  <a:gd name="T13" fmla="*/ 0 h 70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0" h="703">
                    <a:moveTo>
                      <a:pt x="64" y="0"/>
                    </a:moveTo>
                    <a:cubicBezTo>
                      <a:pt x="64" y="0"/>
                      <a:pt x="41" y="46"/>
                      <a:pt x="38" y="92"/>
                    </a:cubicBezTo>
                    <a:cubicBezTo>
                      <a:pt x="36" y="139"/>
                      <a:pt x="10" y="379"/>
                      <a:pt x="5" y="425"/>
                    </a:cubicBezTo>
                    <a:cubicBezTo>
                      <a:pt x="0" y="471"/>
                      <a:pt x="7" y="642"/>
                      <a:pt x="80" y="703"/>
                    </a:cubicBezTo>
                    <a:cubicBezTo>
                      <a:pt x="80" y="703"/>
                      <a:pt x="13" y="541"/>
                      <a:pt x="26" y="430"/>
                    </a:cubicBezTo>
                    <a:cubicBezTo>
                      <a:pt x="38" y="319"/>
                      <a:pt x="38" y="245"/>
                      <a:pt x="49" y="178"/>
                    </a:cubicBezTo>
                    <a:cubicBezTo>
                      <a:pt x="59" y="111"/>
                      <a:pt x="44" y="36"/>
                      <a:pt x="64" y="0"/>
                    </a:cubicBezTo>
                    <a:close/>
                  </a:path>
                </a:pathLst>
              </a:custGeom>
              <a:solidFill>
                <a:srgbClr val="C2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541" name="Freeform 208">
                <a:extLst>
                  <a:ext uri="{FF2B5EF4-FFF2-40B4-BE49-F238E27FC236}">
                    <a16:creationId xmlns:a16="http://schemas.microsoft.com/office/drawing/2014/main" id="{79428CF3-0941-48DF-ABBD-DA1357310E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1" y="3012"/>
                <a:ext cx="54" cy="111"/>
              </a:xfrm>
              <a:custGeom>
                <a:avLst/>
                <a:gdLst>
                  <a:gd name="T0" fmla="*/ 25 w 51"/>
                  <a:gd name="T1" fmla="*/ 0 h 104"/>
                  <a:gd name="T2" fmla="*/ 60 w 51"/>
                  <a:gd name="T3" fmla="*/ 126 h 104"/>
                  <a:gd name="T4" fmla="*/ 25 w 51"/>
                  <a:gd name="T5" fmla="*/ 0 h 10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1" h="104">
                    <a:moveTo>
                      <a:pt x="22" y="0"/>
                    </a:moveTo>
                    <a:cubicBezTo>
                      <a:pt x="22" y="0"/>
                      <a:pt x="0" y="42"/>
                      <a:pt x="51" y="104"/>
                    </a:cubicBezTo>
                    <a:cubicBezTo>
                      <a:pt x="51" y="104"/>
                      <a:pt x="15" y="28"/>
                      <a:pt x="22" y="0"/>
                    </a:cubicBezTo>
                    <a:close/>
                  </a:path>
                </a:pathLst>
              </a:custGeom>
              <a:solidFill>
                <a:srgbClr val="C2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542" name="Freeform 209">
                <a:extLst>
                  <a:ext uri="{FF2B5EF4-FFF2-40B4-BE49-F238E27FC236}">
                    <a16:creationId xmlns:a16="http://schemas.microsoft.com/office/drawing/2014/main" id="{7D303D43-740A-4AE1-92DD-1F446D1DF5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7" y="3196"/>
                <a:ext cx="78" cy="584"/>
              </a:xfrm>
              <a:custGeom>
                <a:avLst/>
                <a:gdLst>
                  <a:gd name="T0" fmla="*/ 65 w 73"/>
                  <a:gd name="T1" fmla="*/ 0 h 548"/>
                  <a:gd name="T2" fmla="*/ 26 w 73"/>
                  <a:gd name="T3" fmla="*/ 327 h 548"/>
                  <a:gd name="T4" fmla="*/ 73 w 73"/>
                  <a:gd name="T5" fmla="*/ 570 h 548"/>
                  <a:gd name="T6" fmla="*/ 71 w 73"/>
                  <a:gd name="T7" fmla="*/ 590 h 548"/>
                  <a:gd name="T8" fmla="*/ 67 w 73"/>
                  <a:gd name="T9" fmla="*/ 626 h 548"/>
                  <a:gd name="T10" fmla="*/ 73 w 73"/>
                  <a:gd name="T11" fmla="*/ 663 h 548"/>
                  <a:gd name="T12" fmla="*/ 87 w 73"/>
                  <a:gd name="T13" fmla="*/ 638 h 548"/>
                  <a:gd name="T14" fmla="*/ 77 w 73"/>
                  <a:gd name="T15" fmla="*/ 604 h 548"/>
                  <a:gd name="T16" fmla="*/ 79 w 73"/>
                  <a:gd name="T17" fmla="*/ 534 h 548"/>
                  <a:gd name="T18" fmla="*/ 65 w 73"/>
                  <a:gd name="T19" fmla="*/ 0 h 54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73" h="548">
                    <a:moveTo>
                      <a:pt x="53" y="0"/>
                    </a:moveTo>
                    <a:cubicBezTo>
                      <a:pt x="53" y="0"/>
                      <a:pt x="11" y="131"/>
                      <a:pt x="21" y="270"/>
                    </a:cubicBezTo>
                    <a:cubicBezTo>
                      <a:pt x="30" y="408"/>
                      <a:pt x="60" y="471"/>
                      <a:pt x="60" y="471"/>
                    </a:cubicBezTo>
                    <a:cubicBezTo>
                      <a:pt x="60" y="471"/>
                      <a:pt x="61" y="483"/>
                      <a:pt x="58" y="488"/>
                    </a:cubicBezTo>
                    <a:cubicBezTo>
                      <a:pt x="54" y="493"/>
                      <a:pt x="46" y="505"/>
                      <a:pt x="55" y="517"/>
                    </a:cubicBezTo>
                    <a:cubicBezTo>
                      <a:pt x="65" y="529"/>
                      <a:pt x="56" y="543"/>
                      <a:pt x="60" y="548"/>
                    </a:cubicBezTo>
                    <a:cubicBezTo>
                      <a:pt x="60" y="548"/>
                      <a:pt x="68" y="534"/>
                      <a:pt x="71" y="527"/>
                    </a:cubicBezTo>
                    <a:cubicBezTo>
                      <a:pt x="73" y="519"/>
                      <a:pt x="55" y="517"/>
                      <a:pt x="63" y="499"/>
                    </a:cubicBezTo>
                    <a:cubicBezTo>
                      <a:pt x="70" y="481"/>
                      <a:pt x="73" y="462"/>
                      <a:pt x="65" y="441"/>
                    </a:cubicBezTo>
                    <a:cubicBezTo>
                      <a:pt x="57" y="421"/>
                      <a:pt x="0" y="278"/>
                      <a:pt x="53" y="0"/>
                    </a:cubicBezTo>
                    <a:close/>
                  </a:path>
                </a:pathLst>
              </a:custGeom>
              <a:solidFill>
                <a:srgbClr val="C2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543" name="Freeform 210">
                <a:extLst>
                  <a:ext uri="{FF2B5EF4-FFF2-40B4-BE49-F238E27FC236}">
                    <a16:creationId xmlns:a16="http://schemas.microsoft.com/office/drawing/2014/main" id="{DEEA76C5-0336-4FA1-B014-BA2F3F418F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1" y="3808"/>
                <a:ext cx="161" cy="138"/>
              </a:xfrm>
              <a:custGeom>
                <a:avLst/>
                <a:gdLst>
                  <a:gd name="T0" fmla="*/ 182 w 151"/>
                  <a:gd name="T1" fmla="*/ 1 h 130"/>
                  <a:gd name="T2" fmla="*/ 165 w 151"/>
                  <a:gd name="T3" fmla="*/ 14 h 130"/>
                  <a:gd name="T4" fmla="*/ 150 w 151"/>
                  <a:gd name="T5" fmla="*/ 29 h 130"/>
                  <a:gd name="T6" fmla="*/ 131 w 151"/>
                  <a:gd name="T7" fmla="*/ 58 h 130"/>
                  <a:gd name="T8" fmla="*/ 98 w 151"/>
                  <a:gd name="T9" fmla="*/ 85 h 130"/>
                  <a:gd name="T10" fmla="*/ 71 w 151"/>
                  <a:gd name="T11" fmla="*/ 105 h 130"/>
                  <a:gd name="T12" fmla="*/ 49 w 151"/>
                  <a:gd name="T13" fmla="*/ 123 h 130"/>
                  <a:gd name="T14" fmla="*/ 37 w 151"/>
                  <a:gd name="T15" fmla="*/ 131 h 130"/>
                  <a:gd name="T16" fmla="*/ 30 w 151"/>
                  <a:gd name="T17" fmla="*/ 134 h 130"/>
                  <a:gd name="T18" fmla="*/ 1 w 151"/>
                  <a:gd name="T19" fmla="*/ 152 h 130"/>
                  <a:gd name="T20" fmla="*/ 0 w 151"/>
                  <a:gd name="T21" fmla="*/ 155 h 130"/>
                  <a:gd name="T22" fmla="*/ 42 w 151"/>
                  <a:gd name="T23" fmla="*/ 140 h 130"/>
                  <a:gd name="T24" fmla="*/ 78 w 151"/>
                  <a:gd name="T25" fmla="*/ 118 h 130"/>
                  <a:gd name="T26" fmla="*/ 120 w 151"/>
                  <a:gd name="T27" fmla="*/ 81 h 130"/>
                  <a:gd name="T28" fmla="*/ 143 w 151"/>
                  <a:gd name="T29" fmla="*/ 56 h 130"/>
                  <a:gd name="T30" fmla="*/ 161 w 151"/>
                  <a:gd name="T31" fmla="*/ 34 h 130"/>
                  <a:gd name="T32" fmla="*/ 176 w 151"/>
                  <a:gd name="T33" fmla="*/ 13 h 130"/>
                  <a:gd name="T34" fmla="*/ 183 w 151"/>
                  <a:gd name="T35" fmla="*/ 0 h 130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151" h="130">
                    <a:moveTo>
                      <a:pt x="150" y="1"/>
                    </a:moveTo>
                    <a:cubicBezTo>
                      <a:pt x="145" y="2"/>
                      <a:pt x="140" y="7"/>
                      <a:pt x="136" y="11"/>
                    </a:cubicBezTo>
                    <a:cubicBezTo>
                      <a:pt x="132" y="15"/>
                      <a:pt x="127" y="19"/>
                      <a:pt x="124" y="24"/>
                    </a:cubicBezTo>
                    <a:cubicBezTo>
                      <a:pt x="119" y="33"/>
                      <a:pt x="115" y="41"/>
                      <a:pt x="108" y="49"/>
                    </a:cubicBezTo>
                    <a:cubicBezTo>
                      <a:pt x="101" y="58"/>
                      <a:pt x="91" y="64"/>
                      <a:pt x="81" y="71"/>
                    </a:cubicBezTo>
                    <a:cubicBezTo>
                      <a:pt x="73" y="76"/>
                      <a:pt x="66" y="82"/>
                      <a:pt x="59" y="88"/>
                    </a:cubicBezTo>
                    <a:cubicBezTo>
                      <a:pt x="53" y="93"/>
                      <a:pt x="47" y="98"/>
                      <a:pt x="40" y="103"/>
                    </a:cubicBezTo>
                    <a:cubicBezTo>
                      <a:pt x="37" y="105"/>
                      <a:pt x="34" y="107"/>
                      <a:pt x="31" y="109"/>
                    </a:cubicBezTo>
                    <a:cubicBezTo>
                      <a:pt x="29" y="110"/>
                      <a:pt x="26" y="111"/>
                      <a:pt x="24" y="112"/>
                    </a:cubicBezTo>
                    <a:cubicBezTo>
                      <a:pt x="16" y="116"/>
                      <a:pt x="5" y="119"/>
                      <a:pt x="1" y="127"/>
                    </a:cubicBezTo>
                    <a:cubicBezTo>
                      <a:pt x="0" y="128"/>
                      <a:pt x="0" y="129"/>
                      <a:pt x="0" y="130"/>
                    </a:cubicBezTo>
                    <a:cubicBezTo>
                      <a:pt x="6" y="120"/>
                      <a:pt x="25" y="121"/>
                      <a:pt x="35" y="117"/>
                    </a:cubicBezTo>
                    <a:cubicBezTo>
                      <a:pt x="47" y="114"/>
                      <a:pt x="55" y="106"/>
                      <a:pt x="64" y="99"/>
                    </a:cubicBezTo>
                    <a:cubicBezTo>
                      <a:pt x="76" y="88"/>
                      <a:pt x="88" y="79"/>
                      <a:pt x="99" y="68"/>
                    </a:cubicBezTo>
                    <a:cubicBezTo>
                      <a:pt x="106" y="61"/>
                      <a:pt x="111" y="53"/>
                      <a:pt x="118" y="47"/>
                    </a:cubicBezTo>
                    <a:cubicBezTo>
                      <a:pt x="124" y="41"/>
                      <a:pt x="129" y="35"/>
                      <a:pt x="133" y="28"/>
                    </a:cubicBezTo>
                    <a:cubicBezTo>
                      <a:pt x="137" y="21"/>
                      <a:pt x="141" y="16"/>
                      <a:pt x="145" y="10"/>
                    </a:cubicBezTo>
                    <a:cubicBezTo>
                      <a:pt x="147" y="7"/>
                      <a:pt x="149" y="3"/>
                      <a:pt x="151" y="0"/>
                    </a:cubicBezTo>
                  </a:path>
                </a:pathLst>
              </a:custGeom>
              <a:solidFill>
                <a:srgbClr val="C2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544" name="Freeform 211">
                <a:extLst>
                  <a:ext uri="{FF2B5EF4-FFF2-40B4-BE49-F238E27FC236}">
                    <a16:creationId xmlns:a16="http://schemas.microsoft.com/office/drawing/2014/main" id="{F70300D7-B679-46BB-9B23-B6B216DAA4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9" y="3957"/>
                <a:ext cx="8" cy="16"/>
              </a:xfrm>
              <a:custGeom>
                <a:avLst/>
                <a:gdLst>
                  <a:gd name="T0" fmla="*/ 8 w 8"/>
                  <a:gd name="T1" fmla="*/ 0 h 15"/>
                  <a:gd name="T2" fmla="*/ 2 w 8"/>
                  <a:gd name="T3" fmla="*/ 18 h 15"/>
                  <a:gd name="T4" fmla="*/ 8 w 8"/>
                  <a:gd name="T5" fmla="*/ 2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5">
                    <a:moveTo>
                      <a:pt x="8" y="0"/>
                    </a:moveTo>
                    <a:cubicBezTo>
                      <a:pt x="2" y="3"/>
                      <a:pt x="0" y="9"/>
                      <a:pt x="2" y="15"/>
                    </a:cubicBezTo>
                    <a:cubicBezTo>
                      <a:pt x="1" y="10"/>
                      <a:pt x="5" y="5"/>
                      <a:pt x="8" y="2"/>
                    </a:cubicBezTo>
                  </a:path>
                </a:pathLst>
              </a:custGeom>
              <a:solidFill>
                <a:srgbClr val="C2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545" name="Freeform 212">
                <a:extLst>
                  <a:ext uri="{FF2B5EF4-FFF2-40B4-BE49-F238E27FC236}">
                    <a16:creationId xmlns:a16="http://schemas.microsoft.com/office/drawing/2014/main" id="{C64A1FF3-C834-4291-809C-1B51125CC0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1" y="3953"/>
                <a:ext cx="26" cy="27"/>
              </a:xfrm>
              <a:custGeom>
                <a:avLst/>
                <a:gdLst>
                  <a:gd name="T0" fmla="*/ 29 w 24"/>
                  <a:gd name="T1" fmla="*/ 2 h 25"/>
                  <a:gd name="T2" fmla="*/ 22 w 24"/>
                  <a:gd name="T3" fmla="*/ 6 h 25"/>
                  <a:gd name="T4" fmla="*/ 12 w 24"/>
                  <a:gd name="T5" fmla="*/ 12 h 25"/>
                  <a:gd name="T6" fmla="*/ 0 w 24"/>
                  <a:gd name="T7" fmla="*/ 27 h 25"/>
                  <a:gd name="T8" fmla="*/ 0 w 24"/>
                  <a:gd name="T9" fmla="*/ 27 h 25"/>
                  <a:gd name="T10" fmla="*/ 4 w 24"/>
                  <a:gd name="T11" fmla="*/ 31 h 25"/>
                  <a:gd name="T12" fmla="*/ 15 w 24"/>
                  <a:gd name="T13" fmla="*/ 15 h 25"/>
                  <a:gd name="T14" fmla="*/ 30 w 24"/>
                  <a:gd name="T15" fmla="*/ 0 h 2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4" h="25">
                    <a:moveTo>
                      <a:pt x="23" y="2"/>
                    </a:moveTo>
                    <a:cubicBezTo>
                      <a:pt x="22" y="1"/>
                      <a:pt x="19" y="5"/>
                      <a:pt x="17" y="6"/>
                    </a:cubicBezTo>
                    <a:cubicBezTo>
                      <a:pt x="14" y="7"/>
                      <a:pt x="11" y="8"/>
                      <a:pt x="9" y="9"/>
                    </a:cubicBezTo>
                    <a:cubicBezTo>
                      <a:pt x="5" y="12"/>
                      <a:pt x="1" y="17"/>
                      <a:pt x="0" y="21"/>
                    </a:cubicBezTo>
                    <a:cubicBezTo>
                      <a:pt x="0" y="21"/>
                      <a:pt x="0" y="21"/>
                      <a:pt x="0" y="21"/>
                    </a:cubicBezTo>
                    <a:cubicBezTo>
                      <a:pt x="2" y="22"/>
                      <a:pt x="3" y="23"/>
                      <a:pt x="4" y="25"/>
                    </a:cubicBezTo>
                    <a:cubicBezTo>
                      <a:pt x="5" y="19"/>
                      <a:pt x="7" y="16"/>
                      <a:pt x="12" y="12"/>
                    </a:cubicBezTo>
                    <a:cubicBezTo>
                      <a:pt x="16" y="9"/>
                      <a:pt x="20" y="2"/>
                      <a:pt x="24" y="0"/>
                    </a:cubicBezTo>
                  </a:path>
                </a:pathLst>
              </a:custGeom>
              <a:solidFill>
                <a:srgbClr val="C2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546" name="Freeform 213">
                <a:extLst>
                  <a:ext uri="{FF2B5EF4-FFF2-40B4-BE49-F238E27FC236}">
                    <a16:creationId xmlns:a16="http://schemas.microsoft.com/office/drawing/2014/main" id="{29325AF6-C113-40CB-BB51-2B8129482A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5" y="3964"/>
                <a:ext cx="19" cy="28"/>
              </a:xfrm>
              <a:custGeom>
                <a:avLst/>
                <a:gdLst>
                  <a:gd name="T0" fmla="*/ 21 w 18"/>
                  <a:gd name="T1" fmla="*/ 1 h 27"/>
                  <a:gd name="T2" fmla="*/ 13 w 18"/>
                  <a:gd name="T3" fmla="*/ 13 h 27"/>
                  <a:gd name="T4" fmla="*/ 0 w 18"/>
                  <a:gd name="T5" fmla="*/ 20 h 27"/>
                  <a:gd name="T6" fmla="*/ 20 w 18"/>
                  <a:gd name="T7" fmla="*/ 0 h 2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27">
                    <a:moveTo>
                      <a:pt x="18" y="1"/>
                    </a:moveTo>
                    <a:cubicBezTo>
                      <a:pt x="15" y="5"/>
                      <a:pt x="14" y="10"/>
                      <a:pt x="10" y="13"/>
                    </a:cubicBezTo>
                    <a:cubicBezTo>
                      <a:pt x="7" y="15"/>
                      <a:pt x="4" y="16"/>
                      <a:pt x="0" y="17"/>
                    </a:cubicBezTo>
                    <a:cubicBezTo>
                      <a:pt x="10" y="27"/>
                      <a:pt x="15" y="6"/>
                      <a:pt x="17" y="0"/>
                    </a:cubicBezTo>
                  </a:path>
                </a:pathLst>
              </a:custGeom>
              <a:solidFill>
                <a:srgbClr val="C2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547" name="Freeform 214">
                <a:extLst>
                  <a:ext uri="{FF2B5EF4-FFF2-40B4-BE49-F238E27FC236}">
                    <a16:creationId xmlns:a16="http://schemas.microsoft.com/office/drawing/2014/main" id="{B9235C75-CACE-40E1-9D08-7E139592D8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7" y="3998"/>
                <a:ext cx="26" cy="31"/>
              </a:xfrm>
              <a:custGeom>
                <a:avLst/>
                <a:gdLst>
                  <a:gd name="T0" fmla="*/ 5 w 25"/>
                  <a:gd name="T1" fmla="*/ 0 h 29"/>
                  <a:gd name="T2" fmla="*/ 5 w 25"/>
                  <a:gd name="T3" fmla="*/ 19 h 29"/>
                  <a:gd name="T4" fmla="*/ 28 w 25"/>
                  <a:gd name="T5" fmla="*/ 31 h 29"/>
                  <a:gd name="T6" fmla="*/ 17 w 25"/>
                  <a:gd name="T7" fmla="*/ 18 h 29"/>
                  <a:gd name="T8" fmla="*/ 7 w 25"/>
                  <a:gd name="T9" fmla="*/ 1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29">
                    <a:moveTo>
                      <a:pt x="5" y="0"/>
                    </a:moveTo>
                    <a:cubicBezTo>
                      <a:pt x="0" y="5"/>
                      <a:pt x="3" y="12"/>
                      <a:pt x="5" y="16"/>
                    </a:cubicBezTo>
                    <a:cubicBezTo>
                      <a:pt x="8" y="22"/>
                      <a:pt x="18" y="29"/>
                      <a:pt x="25" y="25"/>
                    </a:cubicBezTo>
                    <a:cubicBezTo>
                      <a:pt x="20" y="23"/>
                      <a:pt x="17" y="19"/>
                      <a:pt x="14" y="15"/>
                    </a:cubicBezTo>
                    <a:cubicBezTo>
                      <a:pt x="10" y="11"/>
                      <a:pt x="4" y="7"/>
                      <a:pt x="7" y="1"/>
                    </a:cubicBezTo>
                  </a:path>
                </a:pathLst>
              </a:custGeom>
              <a:solidFill>
                <a:srgbClr val="C2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548" name="Freeform 215">
                <a:extLst>
                  <a:ext uri="{FF2B5EF4-FFF2-40B4-BE49-F238E27FC236}">
                    <a16:creationId xmlns:a16="http://schemas.microsoft.com/office/drawing/2014/main" id="{1C8C85AB-33BF-4A4E-B0AF-1B44C44FFB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8" y="3992"/>
                <a:ext cx="12" cy="22"/>
              </a:xfrm>
              <a:custGeom>
                <a:avLst/>
                <a:gdLst>
                  <a:gd name="T0" fmla="*/ 4 w 11"/>
                  <a:gd name="T1" fmla="*/ 1 h 20"/>
                  <a:gd name="T2" fmla="*/ 14 w 11"/>
                  <a:gd name="T3" fmla="*/ 24 h 20"/>
                  <a:gd name="T4" fmla="*/ 9 w 11"/>
                  <a:gd name="T5" fmla="*/ 0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20">
                    <a:moveTo>
                      <a:pt x="4" y="1"/>
                    </a:moveTo>
                    <a:cubicBezTo>
                      <a:pt x="0" y="0"/>
                      <a:pt x="0" y="20"/>
                      <a:pt x="11" y="18"/>
                    </a:cubicBezTo>
                    <a:cubicBezTo>
                      <a:pt x="6" y="14"/>
                      <a:pt x="2" y="7"/>
                      <a:pt x="6" y="0"/>
                    </a:cubicBezTo>
                  </a:path>
                </a:pathLst>
              </a:custGeom>
              <a:solidFill>
                <a:srgbClr val="C2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549" name="Freeform 216">
                <a:extLst>
                  <a:ext uri="{FF2B5EF4-FFF2-40B4-BE49-F238E27FC236}">
                    <a16:creationId xmlns:a16="http://schemas.microsoft.com/office/drawing/2014/main" id="{459CE4BD-4077-4F10-BD66-26DDC0A22F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4" y="3987"/>
                <a:ext cx="6" cy="13"/>
              </a:xfrm>
              <a:custGeom>
                <a:avLst/>
                <a:gdLst>
                  <a:gd name="T0" fmla="*/ 2 w 6"/>
                  <a:gd name="T1" fmla="*/ 0 h 12"/>
                  <a:gd name="T2" fmla="*/ 6 w 6"/>
                  <a:gd name="T3" fmla="*/ 15 h 12"/>
                  <a:gd name="T4" fmla="*/ 4 w 6"/>
                  <a:gd name="T5" fmla="*/ 0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12">
                    <a:moveTo>
                      <a:pt x="2" y="0"/>
                    </a:moveTo>
                    <a:cubicBezTo>
                      <a:pt x="0" y="4"/>
                      <a:pt x="0" y="12"/>
                      <a:pt x="6" y="12"/>
                    </a:cubicBezTo>
                    <a:cubicBezTo>
                      <a:pt x="5" y="8"/>
                      <a:pt x="2" y="5"/>
                      <a:pt x="4" y="0"/>
                    </a:cubicBezTo>
                  </a:path>
                </a:pathLst>
              </a:custGeom>
              <a:solidFill>
                <a:srgbClr val="C2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550" name="Freeform 217">
                <a:extLst>
                  <a:ext uri="{FF2B5EF4-FFF2-40B4-BE49-F238E27FC236}">
                    <a16:creationId xmlns:a16="http://schemas.microsoft.com/office/drawing/2014/main" id="{587955F2-5531-40CA-9BF8-CDAB64EF2F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1" y="3940"/>
                <a:ext cx="69" cy="62"/>
              </a:xfrm>
              <a:custGeom>
                <a:avLst/>
                <a:gdLst>
                  <a:gd name="T0" fmla="*/ 0 w 65"/>
                  <a:gd name="T1" fmla="*/ 65 h 58"/>
                  <a:gd name="T2" fmla="*/ 29 w 65"/>
                  <a:gd name="T3" fmla="*/ 50 h 58"/>
                  <a:gd name="T4" fmla="*/ 41 w 65"/>
                  <a:gd name="T5" fmla="*/ 30 h 58"/>
                  <a:gd name="T6" fmla="*/ 77 w 65"/>
                  <a:gd name="T7" fmla="*/ 0 h 58"/>
                  <a:gd name="T8" fmla="*/ 53 w 65"/>
                  <a:gd name="T9" fmla="*/ 15 h 58"/>
                  <a:gd name="T10" fmla="*/ 27 w 65"/>
                  <a:gd name="T11" fmla="*/ 33 h 58"/>
                  <a:gd name="T12" fmla="*/ 19 w 65"/>
                  <a:gd name="T13" fmla="*/ 52 h 58"/>
                  <a:gd name="T14" fmla="*/ 4 w 65"/>
                  <a:gd name="T15" fmla="*/ 61 h 5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5" h="58">
                    <a:moveTo>
                      <a:pt x="0" y="53"/>
                    </a:moveTo>
                    <a:cubicBezTo>
                      <a:pt x="9" y="58"/>
                      <a:pt x="21" y="48"/>
                      <a:pt x="24" y="41"/>
                    </a:cubicBezTo>
                    <a:cubicBezTo>
                      <a:pt x="27" y="35"/>
                      <a:pt x="28" y="28"/>
                      <a:pt x="35" y="24"/>
                    </a:cubicBezTo>
                    <a:cubicBezTo>
                      <a:pt x="46" y="19"/>
                      <a:pt x="53" y="4"/>
                      <a:pt x="65" y="0"/>
                    </a:cubicBezTo>
                    <a:cubicBezTo>
                      <a:pt x="58" y="2"/>
                      <a:pt x="51" y="8"/>
                      <a:pt x="44" y="12"/>
                    </a:cubicBezTo>
                    <a:cubicBezTo>
                      <a:pt x="36" y="16"/>
                      <a:pt x="29" y="19"/>
                      <a:pt x="23" y="27"/>
                    </a:cubicBezTo>
                    <a:cubicBezTo>
                      <a:pt x="20" y="32"/>
                      <a:pt x="20" y="39"/>
                      <a:pt x="16" y="43"/>
                    </a:cubicBezTo>
                    <a:cubicBezTo>
                      <a:pt x="13" y="46"/>
                      <a:pt x="8" y="48"/>
                      <a:pt x="4" y="50"/>
                    </a:cubicBezTo>
                  </a:path>
                </a:pathLst>
              </a:custGeom>
              <a:solidFill>
                <a:srgbClr val="8E4C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551" name="Freeform 218">
                <a:extLst>
                  <a:ext uri="{FF2B5EF4-FFF2-40B4-BE49-F238E27FC236}">
                    <a16:creationId xmlns:a16="http://schemas.microsoft.com/office/drawing/2014/main" id="{FA72CE30-5B4B-4FFE-92F5-2C32AD3678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3" y="3690"/>
                <a:ext cx="94" cy="132"/>
              </a:xfrm>
              <a:custGeom>
                <a:avLst/>
                <a:gdLst>
                  <a:gd name="T0" fmla="*/ 58 w 88"/>
                  <a:gd name="T1" fmla="*/ 150 h 124"/>
                  <a:gd name="T2" fmla="*/ 103 w 88"/>
                  <a:gd name="T3" fmla="*/ 99 h 124"/>
                  <a:gd name="T4" fmla="*/ 103 w 88"/>
                  <a:gd name="T5" fmla="*/ 32 h 124"/>
                  <a:gd name="T6" fmla="*/ 99 w 88"/>
                  <a:gd name="T7" fmla="*/ 16 h 124"/>
                  <a:gd name="T8" fmla="*/ 72 w 88"/>
                  <a:gd name="T9" fmla="*/ 5 h 124"/>
                  <a:gd name="T10" fmla="*/ 0 w 88"/>
                  <a:gd name="T11" fmla="*/ 3 h 124"/>
                  <a:gd name="T12" fmla="*/ 69 w 88"/>
                  <a:gd name="T13" fmla="*/ 16 h 124"/>
                  <a:gd name="T14" fmla="*/ 90 w 88"/>
                  <a:gd name="T15" fmla="*/ 20 h 124"/>
                  <a:gd name="T16" fmla="*/ 93 w 88"/>
                  <a:gd name="T17" fmla="*/ 42 h 124"/>
                  <a:gd name="T18" fmla="*/ 94 w 88"/>
                  <a:gd name="T19" fmla="*/ 105 h 124"/>
                  <a:gd name="T20" fmla="*/ 64 w 88"/>
                  <a:gd name="T21" fmla="*/ 148 h 12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8" h="124">
                    <a:moveTo>
                      <a:pt x="48" y="124"/>
                    </a:moveTo>
                    <a:cubicBezTo>
                      <a:pt x="69" y="116"/>
                      <a:pt x="79" y="105"/>
                      <a:pt x="84" y="82"/>
                    </a:cubicBezTo>
                    <a:cubicBezTo>
                      <a:pt x="88" y="63"/>
                      <a:pt x="81" y="45"/>
                      <a:pt x="84" y="26"/>
                    </a:cubicBezTo>
                    <a:cubicBezTo>
                      <a:pt x="86" y="18"/>
                      <a:pt x="88" y="18"/>
                      <a:pt x="81" y="13"/>
                    </a:cubicBezTo>
                    <a:cubicBezTo>
                      <a:pt x="74" y="8"/>
                      <a:pt x="68" y="7"/>
                      <a:pt x="59" y="5"/>
                    </a:cubicBezTo>
                    <a:cubicBezTo>
                      <a:pt x="39" y="0"/>
                      <a:pt x="20" y="2"/>
                      <a:pt x="0" y="3"/>
                    </a:cubicBezTo>
                    <a:cubicBezTo>
                      <a:pt x="19" y="4"/>
                      <a:pt x="37" y="12"/>
                      <a:pt x="57" y="13"/>
                    </a:cubicBezTo>
                    <a:cubicBezTo>
                      <a:pt x="63" y="13"/>
                      <a:pt x="70" y="11"/>
                      <a:pt x="74" y="17"/>
                    </a:cubicBezTo>
                    <a:cubicBezTo>
                      <a:pt x="78" y="22"/>
                      <a:pt x="76" y="29"/>
                      <a:pt x="76" y="35"/>
                    </a:cubicBezTo>
                    <a:cubicBezTo>
                      <a:pt x="76" y="53"/>
                      <a:pt x="83" y="69"/>
                      <a:pt x="77" y="87"/>
                    </a:cubicBezTo>
                    <a:cubicBezTo>
                      <a:pt x="71" y="102"/>
                      <a:pt x="62" y="112"/>
                      <a:pt x="52" y="123"/>
                    </a:cubicBezTo>
                  </a:path>
                </a:pathLst>
              </a:custGeom>
              <a:solidFill>
                <a:srgbClr val="8E4C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552" name="Freeform 219">
                <a:extLst>
                  <a:ext uri="{FF2B5EF4-FFF2-40B4-BE49-F238E27FC236}">
                    <a16:creationId xmlns:a16="http://schemas.microsoft.com/office/drawing/2014/main" id="{6FA1DB0B-2DEC-4130-A58C-24254ACFDF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6" y="3841"/>
                <a:ext cx="119" cy="100"/>
              </a:xfrm>
              <a:custGeom>
                <a:avLst/>
                <a:gdLst>
                  <a:gd name="T0" fmla="*/ 133 w 112"/>
                  <a:gd name="T1" fmla="*/ 0 h 94"/>
                  <a:gd name="T2" fmla="*/ 129 w 112"/>
                  <a:gd name="T3" fmla="*/ 50 h 94"/>
                  <a:gd name="T4" fmla="*/ 120 w 112"/>
                  <a:gd name="T5" fmla="*/ 77 h 94"/>
                  <a:gd name="T6" fmla="*/ 82 w 112"/>
                  <a:gd name="T7" fmla="*/ 99 h 94"/>
                  <a:gd name="T8" fmla="*/ 40 w 112"/>
                  <a:gd name="T9" fmla="*/ 103 h 94"/>
                  <a:gd name="T10" fmla="*/ 0 w 112"/>
                  <a:gd name="T11" fmla="*/ 109 h 94"/>
                  <a:gd name="T12" fmla="*/ 40 w 112"/>
                  <a:gd name="T13" fmla="*/ 41 h 94"/>
                  <a:gd name="T14" fmla="*/ 33 w 112"/>
                  <a:gd name="T15" fmla="*/ 84 h 94"/>
                  <a:gd name="T16" fmla="*/ 37 w 112"/>
                  <a:gd name="T17" fmla="*/ 95 h 94"/>
                  <a:gd name="T18" fmla="*/ 58 w 112"/>
                  <a:gd name="T19" fmla="*/ 91 h 94"/>
                  <a:gd name="T20" fmla="*/ 107 w 112"/>
                  <a:gd name="T21" fmla="*/ 70 h 94"/>
                  <a:gd name="T22" fmla="*/ 125 w 112"/>
                  <a:gd name="T23" fmla="*/ 38 h 94"/>
                  <a:gd name="T24" fmla="*/ 130 w 112"/>
                  <a:gd name="T25" fmla="*/ 5 h 9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12" h="94">
                    <a:moveTo>
                      <a:pt x="111" y="0"/>
                    </a:moveTo>
                    <a:cubicBezTo>
                      <a:pt x="112" y="13"/>
                      <a:pt x="109" y="28"/>
                      <a:pt x="107" y="41"/>
                    </a:cubicBezTo>
                    <a:cubicBezTo>
                      <a:pt x="106" y="50"/>
                      <a:pt x="105" y="57"/>
                      <a:pt x="100" y="64"/>
                    </a:cubicBezTo>
                    <a:cubicBezTo>
                      <a:pt x="92" y="74"/>
                      <a:pt x="80" y="80"/>
                      <a:pt x="68" y="82"/>
                    </a:cubicBezTo>
                    <a:cubicBezTo>
                      <a:pt x="57" y="84"/>
                      <a:pt x="45" y="83"/>
                      <a:pt x="34" y="86"/>
                    </a:cubicBezTo>
                    <a:cubicBezTo>
                      <a:pt x="24" y="88"/>
                      <a:pt x="9" y="94"/>
                      <a:pt x="0" y="90"/>
                    </a:cubicBezTo>
                    <a:cubicBezTo>
                      <a:pt x="17" y="75"/>
                      <a:pt x="31" y="59"/>
                      <a:pt x="34" y="35"/>
                    </a:cubicBezTo>
                    <a:cubicBezTo>
                      <a:pt x="34" y="47"/>
                      <a:pt x="29" y="58"/>
                      <a:pt x="27" y="70"/>
                    </a:cubicBezTo>
                    <a:cubicBezTo>
                      <a:pt x="26" y="76"/>
                      <a:pt x="24" y="79"/>
                      <a:pt x="31" y="79"/>
                    </a:cubicBezTo>
                    <a:cubicBezTo>
                      <a:pt x="37" y="80"/>
                      <a:pt x="43" y="76"/>
                      <a:pt x="49" y="76"/>
                    </a:cubicBezTo>
                    <a:cubicBezTo>
                      <a:pt x="65" y="74"/>
                      <a:pt x="76" y="69"/>
                      <a:pt x="89" y="58"/>
                    </a:cubicBezTo>
                    <a:cubicBezTo>
                      <a:pt x="97" y="51"/>
                      <a:pt x="100" y="43"/>
                      <a:pt x="104" y="32"/>
                    </a:cubicBezTo>
                    <a:cubicBezTo>
                      <a:pt x="107" y="23"/>
                      <a:pt x="111" y="14"/>
                      <a:pt x="108" y="5"/>
                    </a:cubicBezTo>
                  </a:path>
                </a:pathLst>
              </a:custGeom>
              <a:solidFill>
                <a:srgbClr val="8E4C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553" name="Freeform 220">
                <a:extLst>
                  <a:ext uri="{FF2B5EF4-FFF2-40B4-BE49-F238E27FC236}">
                    <a16:creationId xmlns:a16="http://schemas.microsoft.com/office/drawing/2014/main" id="{D38CA135-8111-4D0C-BCEE-BCCB6CE2FE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7" y="3792"/>
                <a:ext cx="110" cy="68"/>
              </a:xfrm>
              <a:custGeom>
                <a:avLst/>
                <a:gdLst>
                  <a:gd name="T0" fmla="*/ 0 w 103"/>
                  <a:gd name="T1" fmla="*/ 14 h 64"/>
                  <a:gd name="T2" fmla="*/ 72 w 103"/>
                  <a:gd name="T3" fmla="*/ 3 h 64"/>
                  <a:gd name="T4" fmla="*/ 125 w 103"/>
                  <a:gd name="T5" fmla="*/ 43 h 64"/>
                  <a:gd name="T6" fmla="*/ 83 w 103"/>
                  <a:gd name="T7" fmla="*/ 30 h 64"/>
                  <a:gd name="T8" fmla="*/ 72 w 103"/>
                  <a:gd name="T9" fmla="*/ 77 h 64"/>
                  <a:gd name="T10" fmla="*/ 67 w 103"/>
                  <a:gd name="T11" fmla="*/ 49 h 64"/>
                  <a:gd name="T12" fmla="*/ 44 w 103"/>
                  <a:gd name="T13" fmla="*/ 33 h 64"/>
                  <a:gd name="T14" fmla="*/ 23 w 103"/>
                  <a:gd name="T15" fmla="*/ 22 h 64"/>
                  <a:gd name="T16" fmla="*/ 2 w 103"/>
                  <a:gd name="T17" fmla="*/ 15 h 6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3" h="64">
                    <a:moveTo>
                      <a:pt x="0" y="11"/>
                    </a:moveTo>
                    <a:cubicBezTo>
                      <a:pt x="20" y="21"/>
                      <a:pt x="39" y="6"/>
                      <a:pt x="59" y="3"/>
                    </a:cubicBezTo>
                    <a:cubicBezTo>
                      <a:pt x="82" y="0"/>
                      <a:pt x="94" y="18"/>
                      <a:pt x="103" y="36"/>
                    </a:cubicBezTo>
                    <a:cubicBezTo>
                      <a:pt x="97" y="27"/>
                      <a:pt x="78" y="17"/>
                      <a:pt x="68" y="24"/>
                    </a:cubicBezTo>
                    <a:cubicBezTo>
                      <a:pt x="56" y="32"/>
                      <a:pt x="62" y="53"/>
                      <a:pt x="59" y="64"/>
                    </a:cubicBezTo>
                    <a:cubicBezTo>
                      <a:pt x="60" y="56"/>
                      <a:pt x="57" y="48"/>
                      <a:pt x="55" y="40"/>
                    </a:cubicBezTo>
                    <a:cubicBezTo>
                      <a:pt x="51" y="31"/>
                      <a:pt x="44" y="30"/>
                      <a:pt x="36" y="27"/>
                    </a:cubicBezTo>
                    <a:cubicBezTo>
                      <a:pt x="30" y="25"/>
                      <a:pt x="25" y="22"/>
                      <a:pt x="20" y="19"/>
                    </a:cubicBezTo>
                    <a:cubicBezTo>
                      <a:pt x="14" y="17"/>
                      <a:pt x="7" y="16"/>
                      <a:pt x="2" y="12"/>
                    </a:cubicBezTo>
                  </a:path>
                </a:pathLst>
              </a:custGeom>
              <a:solidFill>
                <a:srgbClr val="8E4C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554" name="Freeform 221">
                <a:extLst>
                  <a:ext uri="{FF2B5EF4-FFF2-40B4-BE49-F238E27FC236}">
                    <a16:creationId xmlns:a16="http://schemas.microsoft.com/office/drawing/2014/main" id="{682BB7F2-C4D5-48D8-8D6E-3B3889EC71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7" y="3174"/>
                <a:ext cx="190" cy="312"/>
              </a:xfrm>
              <a:custGeom>
                <a:avLst/>
                <a:gdLst>
                  <a:gd name="T0" fmla="*/ 0 w 179"/>
                  <a:gd name="T1" fmla="*/ 12 h 293"/>
                  <a:gd name="T2" fmla="*/ 81 w 179"/>
                  <a:gd name="T3" fmla="*/ 1 h 293"/>
                  <a:gd name="T4" fmla="*/ 142 w 179"/>
                  <a:gd name="T5" fmla="*/ 1 h 293"/>
                  <a:gd name="T6" fmla="*/ 183 w 179"/>
                  <a:gd name="T7" fmla="*/ 5 h 293"/>
                  <a:gd name="T8" fmla="*/ 194 w 179"/>
                  <a:gd name="T9" fmla="*/ 53 h 293"/>
                  <a:gd name="T10" fmla="*/ 207 w 179"/>
                  <a:gd name="T11" fmla="*/ 196 h 293"/>
                  <a:gd name="T12" fmla="*/ 177 w 179"/>
                  <a:gd name="T13" fmla="*/ 354 h 293"/>
                  <a:gd name="T14" fmla="*/ 190 w 179"/>
                  <a:gd name="T15" fmla="*/ 243 h 293"/>
                  <a:gd name="T16" fmla="*/ 187 w 179"/>
                  <a:gd name="T17" fmla="*/ 158 h 293"/>
                  <a:gd name="T18" fmla="*/ 178 w 179"/>
                  <a:gd name="T19" fmla="*/ 111 h 293"/>
                  <a:gd name="T20" fmla="*/ 173 w 179"/>
                  <a:gd name="T21" fmla="*/ 53 h 293"/>
                  <a:gd name="T22" fmla="*/ 148 w 179"/>
                  <a:gd name="T23" fmla="*/ 45 h 293"/>
                  <a:gd name="T24" fmla="*/ 97 w 179"/>
                  <a:gd name="T25" fmla="*/ 34 h 293"/>
                  <a:gd name="T26" fmla="*/ 55 w 179"/>
                  <a:gd name="T27" fmla="*/ 24 h 293"/>
                  <a:gd name="T28" fmla="*/ 22 w 179"/>
                  <a:gd name="T29" fmla="*/ 20 h 293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79" h="293">
                    <a:moveTo>
                      <a:pt x="0" y="9"/>
                    </a:moveTo>
                    <a:cubicBezTo>
                      <a:pt x="24" y="9"/>
                      <a:pt x="45" y="2"/>
                      <a:pt x="68" y="1"/>
                    </a:cubicBezTo>
                    <a:cubicBezTo>
                      <a:pt x="84" y="0"/>
                      <a:pt x="103" y="1"/>
                      <a:pt x="119" y="1"/>
                    </a:cubicBezTo>
                    <a:cubicBezTo>
                      <a:pt x="127" y="1"/>
                      <a:pt x="147" y="0"/>
                      <a:pt x="153" y="5"/>
                    </a:cubicBezTo>
                    <a:cubicBezTo>
                      <a:pt x="162" y="13"/>
                      <a:pt x="161" y="35"/>
                      <a:pt x="162" y="44"/>
                    </a:cubicBezTo>
                    <a:cubicBezTo>
                      <a:pt x="165" y="83"/>
                      <a:pt x="168" y="123"/>
                      <a:pt x="173" y="162"/>
                    </a:cubicBezTo>
                    <a:cubicBezTo>
                      <a:pt x="179" y="210"/>
                      <a:pt x="154" y="248"/>
                      <a:pt x="148" y="293"/>
                    </a:cubicBezTo>
                    <a:cubicBezTo>
                      <a:pt x="149" y="263"/>
                      <a:pt x="158" y="232"/>
                      <a:pt x="159" y="201"/>
                    </a:cubicBezTo>
                    <a:cubicBezTo>
                      <a:pt x="161" y="178"/>
                      <a:pt x="160" y="153"/>
                      <a:pt x="156" y="131"/>
                    </a:cubicBezTo>
                    <a:cubicBezTo>
                      <a:pt x="154" y="118"/>
                      <a:pt x="151" y="105"/>
                      <a:pt x="149" y="92"/>
                    </a:cubicBezTo>
                    <a:cubicBezTo>
                      <a:pt x="147" y="78"/>
                      <a:pt x="149" y="57"/>
                      <a:pt x="145" y="44"/>
                    </a:cubicBezTo>
                    <a:cubicBezTo>
                      <a:pt x="139" y="31"/>
                      <a:pt x="135" y="36"/>
                      <a:pt x="123" y="37"/>
                    </a:cubicBezTo>
                    <a:cubicBezTo>
                      <a:pt x="107" y="38"/>
                      <a:pt x="95" y="32"/>
                      <a:pt x="81" y="28"/>
                    </a:cubicBezTo>
                    <a:cubicBezTo>
                      <a:pt x="69" y="24"/>
                      <a:pt x="58" y="23"/>
                      <a:pt x="46" y="21"/>
                    </a:cubicBezTo>
                    <a:cubicBezTo>
                      <a:pt x="38" y="20"/>
                      <a:pt x="24" y="22"/>
                      <a:pt x="19" y="17"/>
                    </a:cubicBezTo>
                  </a:path>
                </a:pathLst>
              </a:custGeom>
              <a:solidFill>
                <a:srgbClr val="8E4C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555" name="Freeform 222">
                <a:extLst>
                  <a:ext uri="{FF2B5EF4-FFF2-40B4-BE49-F238E27FC236}">
                    <a16:creationId xmlns:a16="http://schemas.microsoft.com/office/drawing/2014/main" id="{D80D0001-0B71-4EEE-94F8-3D2DF9C20B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9" y="3327"/>
                <a:ext cx="151" cy="341"/>
              </a:xfrm>
              <a:custGeom>
                <a:avLst/>
                <a:gdLst>
                  <a:gd name="T0" fmla="*/ 161 w 142"/>
                  <a:gd name="T1" fmla="*/ 140 h 320"/>
                  <a:gd name="T2" fmla="*/ 96 w 142"/>
                  <a:gd name="T3" fmla="*/ 285 h 320"/>
                  <a:gd name="T4" fmla="*/ 0 w 142"/>
                  <a:gd name="T5" fmla="*/ 387 h 320"/>
                  <a:gd name="T6" fmla="*/ 87 w 142"/>
                  <a:gd name="T7" fmla="*/ 276 h 320"/>
                  <a:gd name="T8" fmla="*/ 138 w 142"/>
                  <a:gd name="T9" fmla="*/ 167 h 320"/>
                  <a:gd name="T10" fmla="*/ 163 w 142"/>
                  <a:gd name="T11" fmla="*/ 0 h 32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2" h="320">
                    <a:moveTo>
                      <a:pt x="134" y="115"/>
                    </a:moveTo>
                    <a:cubicBezTo>
                      <a:pt x="129" y="158"/>
                      <a:pt x="104" y="202"/>
                      <a:pt x="80" y="236"/>
                    </a:cubicBezTo>
                    <a:cubicBezTo>
                      <a:pt x="60" y="265"/>
                      <a:pt x="30" y="301"/>
                      <a:pt x="0" y="320"/>
                    </a:cubicBezTo>
                    <a:cubicBezTo>
                      <a:pt x="25" y="292"/>
                      <a:pt x="54" y="261"/>
                      <a:pt x="72" y="228"/>
                    </a:cubicBezTo>
                    <a:cubicBezTo>
                      <a:pt x="88" y="199"/>
                      <a:pt x="100" y="168"/>
                      <a:pt x="115" y="138"/>
                    </a:cubicBezTo>
                    <a:cubicBezTo>
                      <a:pt x="135" y="100"/>
                      <a:pt x="142" y="43"/>
                      <a:pt x="135" y="0"/>
                    </a:cubicBezTo>
                  </a:path>
                </a:pathLst>
              </a:custGeom>
              <a:solidFill>
                <a:srgbClr val="8E4C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556" name="Freeform 223">
                <a:extLst>
                  <a:ext uri="{FF2B5EF4-FFF2-40B4-BE49-F238E27FC236}">
                    <a16:creationId xmlns:a16="http://schemas.microsoft.com/office/drawing/2014/main" id="{963D0F4C-AF06-4ED8-B4B6-BECB8136A8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5" y="2492"/>
                <a:ext cx="124" cy="22"/>
              </a:xfrm>
              <a:custGeom>
                <a:avLst/>
                <a:gdLst>
                  <a:gd name="T0" fmla="*/ 139 w 117"/>
                  <a:gd name="T1" fmla="*/ 8 h 21"/>
                  <a:gd name="T2" fmla="*/ 82 w 117"/>
                  <a:gd name="T3" fmla="*/ 21 h 21"/>
                  <a:gd name="T4" fmla="*/ 0 w 117"/>
                  <a:gd name="T5" fmla="*/ 0 h 21"/>
                  <a:gd name="T6" fmla="*/ 136 w 117"/>
                  <a:gd name="T7" fmla="*/ 8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7" h="21">
                    <a:moveTo>
                      <a:pt x="117" y="8"/>
                    </a:moveTo>
                    <a:cubicBezTo>
                      <a:pt x="108" y="19"/>
                      <a:pt x="83" y="17"/>
                      <a:pt x="69" y="18"/>
                    </a:cubicBezTo>
                    <a:cubicBezTo>
                      <a:pt x="46" y="19"/>
                      <a:pt x="20" y="8"/>
                      <a:pt x="0" y="0"/>
                    </a:cubicBezTo>
                    <a:cubicBezTo>
                      <a:pt x="38" y="21"/>
                      <a:pt x="75" y="7"/>
                      <a:pt x="114" y="8"/>
                    </a:cubicBezTo>
                  </a:path>
                </a:pathLst>
              </a:custGeom>
              <a:solidFill>
                <a:srgbClr val="8E4C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557" name="Freeform 224">
                <a:extLst>
                  <a:ext uri="{FF2B5EF4-FFF2-40B4-BE49-F238E27FC236}">
                    <a16:creationId xmlns:a16="http://schemas.microsoft.com/office/drawing/2014/main" id="{8B696307-B73C-4B79-A8C1-DAD5A1DC2E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1" y="1585"/>
                <a:ext cx="38" cy="48"/>
              </a:xfrm>
              <a:custGeom>
                <a:avLst/>
                <a:gdLst>
                  <a:gd name="T0" fmla="*/ 45 w 35"/>
                  <a:gd name="T1" fmla="*/ 54 h 45"/>
                  <a:gd name="T2" fmla="*/ 0 w 35"/>
                  <a:gd name="T3" fmla="*/ 0 h 45"/>
                  <a:gd name="T4" fmla="*/ 3 w 35"/>
                  <a:gd name="T5" fmla="*/ 50 h 45"/>
                  <a:gd name="T6" fmla="*/ 43 w 35"/>
                  <a:gd name="T7" fmla="*/ 53 h 4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5" h="45">
                    <a:moveTo>
                      <a:pt x="35" y="45"/>
                    </a:moveTo>
                    <a:cubicBezTo>
                      <a:pt x="26" y="30"/>
                      <a:pt x="15" y="11"/>
                      <a:pt x="0" y="0"/>
                    </a:cubicBezTo>
                    <a:cubicBezTo>
                      <a:pt x="7" y="12"/>
                      <a:pt x="18" y="32"/>
                      <a:pt x="3" y="41"/>
                    </a:cubicBezTo>
                    <a:cubicBezTo>
                      <a:pt x="14" y="42"/>
                      <a:pt x="24" y="42"/>
                      <a:pt x="34" y="44"/>
                    </a:cubicBezTo>
                  </a:path>
                </a:pathLst>
              </a:custGeom>
              <a:solidFill>
                <a:srgbClr val="8E4C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558" name="Freeform 225">
                <a:extLst>
                  <a:ext uri="{FF2B5EF4-FFF2-40B4-BE49-F238E27FC236}">
                    <a16:creationId xmlns:a16="http://schemas.microsoft.com/office/drawing/2014/main" id="{1A1619C6-D718-4F8D-9BDA-6D33413A92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8" y="1639"/>
                <a:ext cx="64" cy="87"/>
              </a:xfrm>
              <a:custGeom>
                <a:avLst/>
                <a:gdLst>
                  <a:gd name="T0" fmla="*/ 0 w 60"/>
                  <a:gd name="T1" fmla="*/ 0 h 82"/>
                  <a:gd name="T2" fmla="*/ 39 w 60"/>
                  <a:gd name="T3" fmla="*/ 6 h 82"/>
                  <a:gd name="T4" fmla="*/ 63 w 60"/>
                  <a:gd name="T5" fmla="*/ 24 h 82"/>
                  <a:gd name="T6" fmla="*/ 67 w 60"/>
                  <a:gd name="T7" fmla="*/ 59 h 82"/>
                  <a:gd name="T8" fmla="*/ 48 w 60"/>
                  <a:gd name="T9" fmla="*/ 98 h 82"/>
                  <a:gd name="T10" fmla="*/ 52 w 60"/>
                  <a:gd name="T11" fmla="*/ 58 h 82"/>
                  <a:gd name="T12" fmla="*/ 47 w 60"/>
                  <a:gd name="T13" fmla="*/ 29 h 82"/>
                  <a:gd name="T14" fmla="*/ 25 w 60"/>
                  <a:gd name="T15" fmla="*/ 15 h 82"/>
                  <a:gd name="T16" fmla="*/ 6 w 60"/>
                  <a:gd name="T17" fmla="*/ 4 h 8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0" h="82">
                    <a:moveTo>
                      <a:pt x="0" y="0"/>
                    </a:moveTo>
                    <a:cubicBezTo>
                      <a:pt x="11" y="7"/>
                      <a:pt x="20" y="7"/>
                      <a:pt x="33" y="6"/>
                    </a:cubicBezTo>
                    <a:cubicBezTo>
                      <a:pt x="47" y="6"/>
                      <a:pt x="48" y="9"/>
                      <a:pt x="52" y="21"/>
                    </a:cubicBezTo>
                    <a:cubicBezTo>
                      <a:pt x="55" y="32"/>
                      <a:pt x="60" y="39"/>
                      <a:pt x="55" y="50"/>
                    </a:cubicBezTo>
                    <a:cubicBezTo>
                      <a:pt x="50" y="59"/>
                      <a:pt x="40" y="72"/>
                      <a:pt x="39" y="82"/>
                    </a:cubicBezTo>
                    <a:cubicBezTo>
                      <a:pt x="36" y="74"/>
                      <a:pt x="42" y="58"/>
                      <a:pt x="43" y="49"/>
                    </a:cubicBezTo>
                    <a:cubicBezTo>
                      <a:pt x="44" y="40"/>
                      <a:pt x="44" y="31"/>
                      <a:pt x="38" y="24"/>
                    </a:cubicBezTo>
                    <a:cubicBezTo>
                      <a:pt x="33" y="19"/>
                      <a:pt x="27" y="16"/>
                      <a:pt x="21" y="12"/>
                    </a:cubicBezTo>
                    <a:cubicBezTo>
                      <a:pt x="17" y="10"/>
                      <a:pt x="11" y="6"/>
                      <a:pt x="6" y="4"/>
                    </a:cubicBezTo>
                  </a:path>
                </a:pathLst>
              </a:custGeom>
              <a:solidFill>
                <a:srgbClr val="8E4C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559" name="Freeform 226">
                <a:extLst>
                  <a:ext uri="{FF2B5EF4-FFF2-40B4-BE49-F238E27FC236}">
                    <a16:creationId xmlns:a16="http://schemas.microsoft.com/office/drawing/2014/main" id="{4D021481-2091-417A-91A5-48124DE1D2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7" y="1792"/>
                <a:ext cx="79" cy="83"/>
              </a:xfrm>
              <a:custGeom>
                <a:avLst/>
                <a:gdLst>
                  <a:gd name="T0" fmla="*/ 0 w 74"/>
                  <a:gd name="T1" fmla="*/ 46 h 78"/>
                  <a:gd name="T2" fmla="*/ 30 w 74"/>
                  <a:gd name="T3" fmla="*/ 33 h 78"/>
                  <a:gd name="T4" fmla="*/ 50 w 74"/>
                  <a:gd name="T5" fmla="*/ 22 h 78"/>
                  <a:gd name="T6" fmla="*/ 90 w 74"/>
                  <a:gd name="T7" fmla="*/ 0 h 78"/>
                  <a:gd name="T8" fmla="*/ 48 w 74"/>
                  <a:gd name="T9" fmla="*/ 94 h 78"/>
                  <a:gd name="T10" fmla="*/ 50 w 74"/>
                  <a:gd name="T11" fmla="*/ 37 h 78"/>
                  <a:gd name="T12" fmla="*/ 22 w 74"/>
                  <a:gd name="T13" fmla="*/ 45 h 78"/>
                  <a:gd name="T14" fmla="*/ 0 w 74"/>
                  <a:gd name="T15" fmla="*/ 52 h 7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4" h="78">
                    <a:moveTo>
                      <a:pt x="0" y="38"/>
                    </a:moveTo>
                    <a:cubicBezTo>
                      <a:pt x="6" y="39"/>
                      <a:pt x="18" y="30"/>
                      <a:pt x="24" y="27"/>
                    </a:cubicBezTo>
                    <a:cubicBezTo>
                      <a:pt x="30" y="24"/>
                      <a:pt x="36" y="22"/>
                      <a:pt x="41" y="19"/>
                    </a:cubicBezTo>
                    <a:cubicBezTo>
                      <a:pt x="51" y="13"/>
                      <a:pt x="65" y="8"/>
                      <a:pt x="74" y="0"/>
                    </a:cubicBezTo>
                    <a:cubicBezTo>
                      <a:pt x="68" y="28"/>
                      <a:pt x="50" y="52"/>
                      <a:pt x="39" y="78"/>
                    </a:cubicBezTo>
                    <a:cubicBezTo>
                      <a:pt x="38" y="67"/>
                      <a:pt x="61" y="33"/>
                      <a:pt x="41" y="31"/>
                    </a:cubicBezTo>
                    <a:cubicBezTo>
                      <a:pt x="35" y="31"/>
                      <a:pt x="25" y="35"/>
                      <a:pt x="19" y="37"/>
                    </a:cubicBezTo>
                    <a:cubicBezTo>
                      <a:pt x="13" y="39"/>
                      <a:pt x="8" y="43"/>
                      <a:pt x="0" y="43"/>
                    </a:cubicBezTo>
                  </a:path>
                </a:pathLst>
              </a:custGeom>
              <a:solidFill>
                <a:srgbClr val="8E4C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560" name="Freeform 227">
                <a:extLst>
                  <a:ext uri="{FF2B5EF4-FFF2-40B4-BE49-F238E27FC236}">
                    <a16:creationId xmlns:a16="http://schemas.microsoft.com/office/drawing/2014/main" id="{700E8D8C-C3A8-4F6F-8BEC-9B44584752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4" y="1895"/>
                <a:ext cx="92" cy="54"/>
              </a:xfrm>
              <a:custGeom>
                <a:avLst/>
                <a:gdLst>
                  <a:gd name="T0" fmla="*/ 28 w 86"/>
                  <a:gd name="T1" fmla="*/ 0 h 50"/>
                  <a:gd name="T2" fmla="*/ 67 w 86"/>
                  <a:gd name="T3" fmla="*/ 5 h 50"/>
                  <a:gd name="T4" fmla="*/ 105 w 86"/>
                  <a:gd name="T5" fmla="*/ 41 h 50"/>
                  <a:gd name="T6" fmla="*/ 77 w 86"/>
                  <a:gd name="T7" fmla="*/ 17 h 50"/>
                  <a:gd name="T8" fmla="*/ 49 w 86"/>
                  <a:gd name="T9" fmla="*/ 21 h 50"/>
                  <a:gd name="T10" fmla="*/ 24 w 86"/>
                  <a:gd name="T11" fmla="*/ 27 h 50"/>
                  <a:gd name="T12" fmla="*/ 0 w 86"/>
                  <a:gd name="T13" fmla="*/ 63 h 50"/>
                  <a:gd name="T14" fmla="*/ 28 w 86"/>
                  <a:gd name="T15" fmla="*/ 4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6" h="50">
                    <a:moveTo>
                      <a:pt x="22" y="0"/>
                    </a:moveTo>
                    <a:cubicBezTo>
                      <a:pt x="30" y="13"/>
                      <a:pt x="44" y="5"/>
                      <a:pt x="55" y="5"/>
                    </a:cubicBezTo>
                    <a:cubicBezTo>
                      <a:pt x="68" y="7"/>
                      <a:pt x="78" y="22"/>
                      <a:pt x="86" y="32"/>
                    </a:cubicBezTo>
                    <a:cubicBezTo>
                      <a:pt x="78" y="29"/>
                      <a:pt x="71" y="17"/>
                      <a:pt x="63" y="14"/>
                    </a:cubicBezTo>
                    <a:cubicBezTo>
                      <a:pt x="56" y="12"/>
                      <a:pt x="48" y="18"/>
                      <a:pt x="40" y="17"/>
                    </a:cubicBezTo>
                    <a:cubicBezTo>
                      <a:pt x="31" y="17"/>
                      <a:pt x="28" y="16"/>
                      <a:pt x="20" y="21"/>
                    </a:cubicBezTo>
                    <a:cubicBezTo>
                      <a:pt x="9" y="28"/>
                      <a:pt x="3" y="37"/>
                      <a:pt x="0" y="50"/>
                    </a:cubicBezTo>
                    <a:cubicBezTo>
                      <a:pt x="7" y="34"/>
                      <a:pt x="17" y="20"/>
                      <a:pt x="22" y="4"/>
                    </a:cubicBezTo>
                  </a:path>
                </a:pathLst>
              </a:custGeom>
              <a:solidFill>
                <a:srgbClr val="C2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561" name="Freeform 228">
                <a:extLst>
                  <a:ext uri="{FF2B5EF4-FFF2-40B4-BE49-F238E27FC236}">
                    <a16:creationId xmlns:a16="http://schemas.microsoft.com/office/drawing/2014/main" id="{BB235927-CB79-4797-BE08-28B7F6B310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5" y="2174"/>
                <a:ext cx="122" cy="176"/>
              </a:xfrm>
              <a:custGeom>
                <a:avLst/>
                <a:gdLst>
                  <a:gd name="T0" fmla="*/ 31 w 115"/>
                  <a:gd name="T1" fmla="*/ 21 h 166"/>
                  <a:gd name="T2" fmla="*/ 80 w 115"/>
                  <a:gd name="T3" fmla="*/ 55 h 166"/>
                  <a:gd name="T4" fmla="*/ 67 w 115"/>
                  <a:gd name="T5" fmla="*/ 93 h 166"/>
                  <a:gd name="T6" fmla="*/ 31 w 115"/>
                  <a:gd name="T7" fmla="*/ 83 h 166"/>
                  <a:gd name="T8" fmla="*/ 0 w 115"/>
                  <a:gd name="T9" fmla="*/ 73 h 166"/>
                  <a:gd name="T10" fmla="*/ 59 w 115"/>
                  <a:gd name="T11" fmla="*/ 116 h 166"/>
                  <a:gd name="T12" fmla="*/ 67 w 115"/>
                  <a:gd name="T13" fmla="*/ 198 h 166"/>
                  <a:gd name="T14" fmla="*/ 66 w 115"/>
                  <a:gd name="T15" fmla="*/ 134 h 166"/>
                  <a:gd name="T16" fmla="*/ 73 w 115"/>
                  <a:gd name="T17" fmla="*/ 87 h 166"/>
                  <a:gd name="T18" fmla="*/ 91 w 115"/>
                  <a:gd name="T19" fmla="*/ 43 h 166"/>
                  <a:gd name="T20" fmla="*/ 107 w 115"/>
                  <a:gd name="T21" fmla="*/ 27 h 166"/>
                  <a:gd name="T22" fmla="*/ 137 w 115"/>
                  <a:gd name="T23" fmla="*/ 1 h 166"/>
                  <a:gd name="T24" fmla="*/ 109 w 115"/>
                  <a:gd name="T25" fmla="*/ 17 h 166"/>
                  <a:gd name="T26" fmla="*/ 81 w 115"/>
                  <a:gd name="T27" fmla="*/ 29 h 166"/>
                  <a:gd name="T28" fmla="*/ 56 w 115"/>
                  <a:gd name="T29" fmla="*/ 25 h 166"/>
                  <a:gd name="T30" fmla="*/ 34 w 115"/>
                  <a:gd name="T31" fmla="*/ 21 h 16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15" h="166">
                    <a:moveTo>
                      <a:pt x="25" y="18"/>
                    </a:moveTo>
                    <a:cubicBezTo>
                      <a:pt x="41" y="24"/>
                      <a:pt x="55" y="35"/>
                      <a:pt x="67" y="46"/>
                    </a:cubicBezTo>
                    <a:cubicBezTo>
                      <a:pt x="70" y="56"/>
                      <a:pt x="68" y="74"/>
                      <a:pt x="56" y="78"/>
                    </a:cubicBezTo>
                    <a:cubicBezTo>
                      <a:pt x="47" y="80"/>
                      <a:pt x="34" y="73"/>
                      <a:pt x="25" y="70"/>
                    </a:cubicBezTo>
                    <a:cubicBezTo>
                      <a:pt x="17" y="67"/>
                      <a:pt x="8" y="65"/>
                      <a:pt x="0" y="61"/>
                    </a:cubicBezTo>
                    <a:cubicBezTo>
                      <a:pt x="13" y="79"/>
                      <a:pt x="48" y="70"/>
                      <a:pt x="50" y="97"/>
                    </a:cubicBezTo>
                    <a:cubicBezTo>
                      <a:pt x="51" y="121"/>
                      <a:pt x="59" y="142"/>
                      <a:pt x="56" y="166"/>
                    </a:cubicBezTo>
                    <a:cubicBezTo>
                      <a:pt x="58" y="146"/>
                      <a:pt x="60" y="131"/>
                      <a:pt x="55" y="112"/>
                    </a:cubicBezTo>
                    <a:cubicBezTo>
                      <a:pt x="51" y="97"/>
                      <a:pt x="53" y="87"/>
                      <a:pt x="61" y="73"/>
                    </a:cubicBezTo>
                    <a:cubicBezTo>
                      <a:pt x="68" y="61"/>
                      <a:pt x="71" y="48"/>
                      <a:pt x="76" y="37"/>
                    </a:cubicBezTo>
                    <a:cubicBezTo>
                      <a:pt x="80" y="30"/>
                      <a:pt x="85" y="27"/>
                      <a:pt x="90" y="23"/>
                    </a:cubicBezTo>
                    <a:cubicBezTo>
                      <a:pt x="98" y="16"/>
                      <a:pt x="105" y="5"/>
                      <a:pt x="115" y="1"/>
                    </a:cubicBezTo>
                    <a:cubicBezTo>
                      <a:pt x="109" y="0"/>
                      <a:pt x="98" y="10"/>
                      <a:pt x="91" y="14"/>
                    </a:cubicBezTo>
                    <a:cubicBezTo>
                      <a:pt x="83" y="19"/>
                      <a:pt x="77" y="22"/>
                      <a:pt x="68" y="24"/>
                    </a:cubicBezTo>
                    <a:cubicBezTo>
                      <a:pt x="59" y="27"/>
                      <a:pt x="57" y="25"/>
                      <a:pt x="47" y="22"/>
                    </a:cubicBezTo>
                    <a:cubicBezTo>
                      <a:pt x="41" y="20"/>
                      <a:pt x="32" y="21"/>
                      <a:pt x="28" y="18"/>
                    </a:cubicBezTo>
                  </a:path>
                </a:pathLst>
              </a:custGeom>
              <a:solidFill>
                <a:srgbClr val="8E4C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562" name="Freeform 229">
                <a:extLst>
                  <a:ext uri="{FF2B5EF4-FFF2-40B4-BE49-F238E27FC236}">
                    <a16:creationId xmlns:a16="http://schemas.microsoft.com/office/drawing/2014/main" id="{D3EEFDF1-0B57-4B75-A90A-F458656933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6" y="2397"/>
                <a:ext cx="32" cy="59"/>
              </a:xfrm>
              <a:custGeom>
                <a:avLst/>
                <a:gdLst>
                  <a:gd name="T0" fmla="*/ 36 w 30"/>
                  <a:gd name="T1" fmla="*/ 1 h 55"/>
                  <a:gd name="T2" fmla="*/ 25 w 30"/>
                  <a:gd name="T3" fmla="*/ 68 h 55"/>
                  <a:gd name="T4" fmla="*/ 0 w 30"/>
                  <a:gd name="T5" fmla="*/ 62 h 55"/>
                  <a:gd name="T6" fmla="*/ 20 w 30"/>
                  <a:gd name="T7" fmla="*/ 41 h 55"/>
                  <a:gd name="T8" fmla="*/ 35 w 30"/>
                  <a:gd name="T9" fmla="*/ 0 h 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55">
                    <a:moveTo>
                      <a:pt x="30" y="1"/>
                    </a:moveTo>
                    <a:cubicBezTo>
                      <a:pt x="21" y="17"/>
                      <a:pt x="21" y="37"/>
                      <a:pt x="21" y="55"/>
                    </a:cubicBezTo>
                    <a:cubicBezTo>
                      <a:pt x="20" y="45"/>
                      <a:pt x="6" y="46"/>
                      <a:pt x="0" y="50"/>
                    </a:cubicBezTo>
                    <a:cubicBezTo>
                      <a:pt x="4" y="45"/>
                      <a:pt x="13" y="39"/>
                      <a:pt x="17" y="33"/>
                    </a:cubicBezTo>
                    <a:cubicBezTo>
                      <a:pt x="22" y="25"/>
                      <a:pt x="28" y="10"/>
                      <a:pt x="29" y="0"/>
                    </a:cubicBezTo>
                  </a:path>
                </a:pathLst>
              </a:custGeom>
              <a:solidFill>
                <a:srgbClr val="8E4C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563" name="Freeform 230">
                <a:extLst>
                  <a:ext uri="{FF2B5EF4-FFF2-40B4-BE49-F238E27FC236}">
                    <a16:creationId xmlns:a16="http://schemas.microsoft.com/office/drawing/2014/main" id="{08C34348-B557-4B7C-80D2-6D273D6AEC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0" y="1922"/>
                <a:ext cx="116" cy="210"/>
              </a:xfrm>
              <a:custGeom>
                <a:avLst/>
                <a:gdLst>
                  <a:gd name="T0" fmla="*/ 123 w 109"/>
                  <a:gd name="T1" fmla="*/ 0 h 197"/>
                  <a:gd name="T2" fmla="*/ 94 w 109"/>
                  <a:gd name="T3" fmla="*/ 38 h 197"/>
                  <a:gd name="T4" fmla="*/ 63 w 109"/>
                  <a:gd name="T5" fmla="*/ 96 h 197"/>
                  <a:gd name="T6" fmla="*/ 0 w 109"/>
                  <a:gd name="T7" fmla="*/ 239 h 197"/>
                  <a:gd name="T8" fmla="*/ 54 w 109"/>
                  <a:gd name="T9" fmla="*/ 164 h 197"/>
                  <a:gd name="T10" fmla="*/ 74 w 109"/>
                  <a:gd name="T11" fmla="*/ 102 h 197"/>
                  <a:gd name="T12" fmla="*/ 105 w 109"/>
                  <a:gd name="T13" fmla="*/ 50 h 197"/>
                  <a:gd name="T14" fmla="*/ 123 w 109"/>
                  <a:gd name="T15" fmla="*/ 29 h 197"/>
                  <a:gd name="T16" fmla="*/ 131 w 109"/>
                  <a:gd name="T17" fmla="*/ 0 h 19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9" h="197">
                    <a:moveTo>
                      <a:pt x="102" y="0"/>
                    </a:moveTo>
                    <a:cubicBezTo>
                      <a:pt x="93" y="9"/>
                      <a:pt x="86" y="21"/>
                      <a:pt x="78" y="32"/>
                    </a:cubicBezTo>
                    <a:cubicBezTo>
                      <a:pt x="66" y="46"/>
                      <a:pt x="58" y="61"/>
                      <a:pt x="52" y="79"/>
                    </a:cubicBezTo>
                    <a:cubicBezTo>
                      <a:pt x="38" y="120"/>
                      <a:pt x="30" y="163"/>
                      <a:pt x="0" y="197"/>
                    </a:cubicBezTo>
                    <a:cubicBezTo>
                      <a:pt x="16" y="177"/>
                      <a:pt x="33" y="158"/>
                      <a:pt x="45" y="135"/>
                    </a:cubicBezTo>
                    <a:cubicBezTo>
                      <a:pt x="54" y="118"/>
                      <a:pt x="56" y="102"/>
                      <a:pt x="62" y="84"/>
                    </a:cubicBezTo>
                    <a:cubicBezTo>
                      <a:pt x="68" y="68"/>
                      <a:pt x="76" y="53"/>
                      <a:pt x="87" y="41"/>
                    </a:cubicBezTo>
                    <a:cubicBezTo>
                      <a:pt x="92" y="34"/>
                      <a:pt x="98" y="30"/>
                      <a:pt x="102" y="23"/>
                    </a:cubicBezTo>
                    <a:cubicBezTo>
                      <a:pt x="105" y="16"/>
                      <a:pt x="106" y="8"/>
                      <a:pt x="109" y="0"/>
                    </a:cubicBezTo>
                  </a:path>
                </a:pathLst>
              </a:custGeom>
              <a:solidFill>
                <a:srgbClr val="8E4C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564" name="Freeform 231">
                <a:extLst>
                  <a:ext uri="{FF2B5EF4-FFF2-40B4-BE49-F238E27FC236}">
                    <a16:creationId xmlns:a16="http://schemas.microsoft.com/office/drawing/2014/main" id="{72597452-76A6-408E-A9F5-24F5118A83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4" y="2121"/>
                <a:ext cx="87" cy="111"/>
              </a:xfrm>
              <a:custGeom>
                <a:avLst/>
                <a:gdLst>
                  <a:gd name="T0" fmla="*/ 28 w 81"/>
                  <a:gd name="T1" fmla="*/ 0 h 104"/>
                  <a:gd name="T2" fmla="*/ 15 w 81"/>
                  <a:gd name="T3" fmla="*/ 83 h 104"/>
                  <a:gd name="T4" fmla="*/ 45 w 81"/>
                  <a:gd name="T5" fmla="*/ 107 h 104"/>
                  <a:gd name="T6" fmla="*/ 100 w 81"/>
                  <a:gd name="T7" fmla="*/ 126 h 104"/>
                  <a:gd name="T8" fmla="*/ 56 w 81"/>
                  <a:gd name="T9" fmla="*/ 98 h 104"/>
                  <a:gd name="T10" fmla="*/ 25 w 81"/>
                  <a:gd name="T11" fmla="*/ 80 h 104"/>
                  <a:gd name="T12" fmla="*/ 23 w 81"/>
                  <a:gd name="T13" fmla="*/ 5 h 10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1" h="104">
                    <a:moveTo>
                      <a:pt x="22" y="0"/>
                    </a:moveTo>
                    <a:cubicBezTo>
                      <a:pt x="18" y="23"/>
                      <a:pt x="0" y="46"/>
                      <a:pt x="12" y="68"/>
                    </a:cubicBezTo>
                    <a:cubicBezTo>
                      <a:pt x="18" y="80"/>
                      <a:pt x="23" y="83"/>
                      <a:pt x="36" y="88"/>
                    </a:cubicBezTo>
                    <a:cubicBezTo>
                      <a:pt x="51" y="94"/>
                      <a:pt x="66" y="99"/>
                      <a:pt x="81" y="104"/>
                    </a:cubicBezTo>
                    <a:cubicBezTo>
                      <a:pt x="71" y="95"/>
                      <a:pt x="57" y="88"/>
                      <a:pt x="45" y="81"/>
                    </a:cubicBezTo>
                    <a:cubicBezTo>
                      <a:pt x="38" y="77"/>
                      <a:pt x="25" y="73"/>
                      <a:pt x="20" y="66"/>
                    </a:cubicBezTo>
                    <a:cubicBezTo>
                      <a:pt x="9" y="49"/>
                      <a:pt x="26" y="22"/>
                      <a:pt x="19" y="5"/>
                    </a:cubicBezTo>
                  </a:path>
                </a:pathLst>
              </a:custGeom>
              <a:solidFill>
                <a:srgbClr val="C2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565" name="Freeform 232">
                <a:extLst>
                  <a:ext uri="{FF2B5EF4-FFF2-40B4-BE49-F238E27FC236}">
                    <a16:creationId xmlns:a16="http://schemas.microsoft.com/office/drawing/2014/main" id="{2D3352A4-856D-49C7-AD5A-081FF3AC18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3" y="2214"/>
                <a:ext cx="54" cy="85"/>
              </a:xfrm>
              <a:custGeom>
                <a:avLst/>
                <a:gdLst>
                  <a:gd name="T0" fmla="*/ 60 w 51"/>
                  <a:gd name="T1" fmla="*/ 14 h 80"/>
                  <a:gd name="T2" fmla="*/ 14 w 51"/>
                  <a:gd name="T3" fmla="*/ 23 h 80"/>
                  <a:gd name="T4" fmla="*/ 14 w 51"/>
                  <a:gd name="T5" fmla="*/ 55 h 80"/>
                  <a:gd name="T6" fmla="*/ 0 w 51"/>
                  <a:gd name="T7" fmla="*/ 96 h 80"/>
                  <a:gd name="T8" fmla="*/ 20 w 51"/>
                  <a:gd name="T9" fmla="*/ 35 h 80"/>
                  <a:gd name="T10" fmla="*/ 55 w 51"/>
                  <a:gd name="T11" fmla="*/ 14 h 8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1" h="80">
                    <a:moveTo>
                      <a:pt x="51" y="11"/>
                    </a:moveTo>
                    <a:cubicBezTo>
                      <a:pt x="35" y="8"/>
                      <a:pt x="17" y="0"/>
                      <a:pt x="11" y="20"/>
                    </a:cubicBezTo>
                    <a:cubicBezTo>
                      <a:pt x="9" y="28"/>
                      <a:pt x="11" y="36"/>
                      <a:pt x="11" y="46"/>
                    </a:cubicBezTo>
                    <a:cubicBezTo>
                      <a:pt x="10" y="58"/>
                      <a:pt x="3" y="69"/>
                      <a:pt x="0" y="80"/>
                    </a:cubicBezTo>
                    <a:cubicBezTo>
                      <a:pt x="11" y="64"/>
                      <a:pt x="16" y="48"/>
                      <a:pt x="17" y="29"/>
                    </a:cubicBezTo>
                    <a:cubicBezTo>
                      <a:pt x="18" y="10"/>
                      <a:pt x="30" y="11"/>
                      <a:pt x="46" y="11"/>
                    </a:cubicBezTo>
                  </a:path>
                </a:pathLst>
              </a:custGeom>
              <a:solidFill>
                <a:srgbClr val="C2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566" name="Freeform 233">
                <a:extLst>
                  <a:ext uri="{FF2B5EF4-FFF2-40B4-BE49-F238E27FC236}">
                    <a16:creationId xmlns:a16="http://schemas.microsoft.com/office/drawing/2014/main" id="{9FFDF1C9-3CBB-4EE6-A099-8EF97F62F1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7" y="2370"/>
                <a:ext cx="36" cy="108"/>
              </a:xfrm>
              <a:custGeom>
                <a:avLst/>
                <a:gdLst>
                  <a:gd name="T0" fmla="*/ 1 w 34"/>
                  <a:gd name="T1" fmla="*/ 0 h 102"/>
                  <a:gd name="T2" fmla="*/ 3 w 34"/>
                  <a:gd name="T3" fmla="*/ 28 h 102"/>
                  <a:gd name="T4" fmla="*/ 18 w 34"/>
                  <a:gd name="T5" fmla="*/ 47 h 102"/>
                  <a:gd name="T6" fmla="*/ 22 w 34"/>
                  <a:gd name="T7" fmla="*/ 74 h 102"/>
                  <a:gd name="T8" fmla="*/ 40 w 34"/>
                  <a:gd name="T9" fmla="*/ 121 h 102"/>
                  <a:gd name="T10" fmla="*/ 26 w 34"/>
                  <a:gd name="T11" fmla="*/ 54 h 102"/>
                  <a:gd name="T12" fmla="*/ 16 w 34"/>
                  <a:gd name="T13" fmla="*/ 34 h 102"/>
                  <a:gd name="T14" fmla="*/ 3 w 34"/>
                  <a:gd name="T15" fmla="*/ 4 h 10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4" h="102">
                    <a:moveTo>
                      <a:pt x="1" y="0"/>
                    </a:moveTo>
                    <a:cubicBezTo>
                      <a:pt x="1" y="7"/>
                      <a:pt x="0" y="17"/>
                      <a:pt x="3" y="24"/>
                    </a:cubicBezTo>
                    <a:cubicBezTo>
                      <a:pt x="5" y="31"/>
                      <a:pt x="11" y="34"/>
                      <a:pt x="15" y="40"/>
                    </a:cubicBezTo>
                    <a:cubicBezTo>
                      <a:pt x="18" y="47"/>
                      <a:pt x="18" y="55"/>
                      <a:pt x="19" y="62"/>
                    </a:cubicBezTo>
                    <a:cubicBezTo>
                      <a:pt x="21" y="77"/>
                      <a:pt x="27" y="89"/>
                      <a:pt x="34" y="102"/>
                    </a:cubicBezTo>
                    <a:cubicBezTo>
                      <a:pt x="21" y="86"/>
                      <a:pt x="27" y="63"/>
                      <a:pt x="23" y="45"/>
                    </a:cubicBezTo>
                    <a:cubicBezTo>
                      <a:pt x="22" y="39"/>
                      <a:pt x="17" y="33"/>
                      <a:pt x="13" y="28"/>
                    </a:cubicBezTo>
                    <a:cubicBezTo>
                      <a:pt x="6" y="21"/>
                      <a:pt x="2" y="15"/>
                      <a:pt x="3" y="4"/>
                    </a:cubicBezTo>
                  </a:path>
                </a:pathLst>
              </a:custGeom>
              <a:solidFill>
                <a:srgbClr val="C2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567" name="Freeform 234">
                <a:extLst>
                  <a:ext uri="{FF2B5EF4-FFF2-40B4-BE49-F238E27FC236}">
                    <a16:creationId xmlns:a16="http://schemas.microsoft.com/office/drawing/2014/main" id="{7299B627-2582-40A3-8251-4C197A3B1E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6" y="2357"/>
                <a:ext cx="55" cy="51"/>
              </a:xfrm>
              <a:custGeom>
                <a:avLst/>
                <a:gdLst>
                  <a:gd name="T0" fmla="*/ 1 w 52"/>
                  <a:gd name="T1" fmla="*/ 13 h 48"/>
                  <a:gd name="T2" fmla="*/ 61 w 52"/>
                  <a:gd name="T3" fmla="*/ 57 h 48"/>
                  <a:gd name="T4" fmla="*/ 0 w 52"/>
                  <a:gd name="T5" fmla="*/ 14 h 4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2" h="48">
                    <a:moveTo>
                      <a:pt x="1" y="10"/>
                    </a:moveTo>
                    <a:cubicBezTo>
                      <a:pt x="23" y="9"/>
                      <a:pt x="45" y="28"/>
                      <a:pt x="52" y="48"/>
                    </a:cubicBezTo>
                    <a:cubicBezTo>
                      <a:pt x="51" y="19"/>
                      <a:pt x="28" y="0"/>
                      <a:pt x="0" y="11"/>
                    </a:cubicBezTo>
                  </a:path>
                </a:pathLst>
              </a:custGeom>
              <a:solidFill>
                <a:srgbClr val="C2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568" name="Freeform 235">
                <a:extLst>
                  <a:ext uri="{FF2B5EF4-FFF2-40B4-BE49-F238E27FC236}">
                    <a16:creationId xmlns:a16="http://schemas.microsoft.com/office/drawing/2014/main" id="{5BFDD608-FEBF-47D6-B80C-1141A496B7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0" y="1292"/>
                <a:ext cx="471" cy="471"/>
              </a:xfrm>
              <a:custGeom>
                <a:avLst/>
                <a:gdLst>
                  <a:gd name="T0" fmla="*/ 535 w 442"/>
                  <a:gd name="T1" fmla="*/ 0 h 442"/>
                  <a:gd name="T2" fmla="*/ 225 w 442"/>
                  <a:gd name="T3" fmla="*/ 165 h 442"/>
                  <a:gd name="T4" fmla="*/ 159 w 442"/>
                  <a:gd name="T5" fmla="*/ 282 h 442"/>
                  <a:gd name="T6" fmla="*/ 0 w 442"/>
                  <a:gd name="T7" fmla="*/ 535 h 442"/>
                  <a:gd name="T8" fmla="*/ 133 w 442"/>
                  <a:gd name="T9" fmla="*/ 331 h 442"/>
                  <a:gd name="T10" fmla="*/ 237 w 442"/>
                  <a:gd name="T11" fmla="*/ 190 h 442"/>
                  <a:gd name="T12" fmla="*/ 535 w 442"/>
                  <a:gd name="T13" fmla="*/ 0 h 4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42" h="442">
                    <a:moveTo>
                      <a:pt x="442" y="0"/>
                    </a:moveTo>
                    <a:cubicBezTo>
                      <a:pt x="442" y="0"/>
                      <a:pt x="279" y="23"/>
                      <a:pt x="186" y="136"/>
                    </a:cubicBezTo>
                    <a:cubicBezTo>
                      <a:pt x="170" y="156"/>
                      <a:pt x="163" y="205"/>
                      <a:pt x="131" y="234"/>
                    </a:cubicBezTo>
                    <a:cubicBezTo>
                      <a:pt x="99" y="264"/>
                      <a:pt x="22" y="344"/>
                      <a:pt x="0" y="442"/>
                    </a:cubicBezTo>
                    <a:cubicBezTo>
                      <a:pt x="0" y="442"/>
                      <a:pt x="51" y="325"/>
                      <a:pt x="110" y="274"/>
                    </a:cubicBezTo>
                    <a:cubicBezTo>
                      <a:pt x="169" y="223"/>
                      <a:pt x="172" y="202"/>
                      <a:pt x="195" y="157"/>
                    </a:cubicBezTo>
                    <a:cubicBezTo>
                      <a:pt x="217" y="112"/>
                      <a:pt x="314" y="27"/>
                      <a:pt x="442" y="0"/>
                    </a:cubicBezTo>
                    <a:close/>
                  </a:path>
                </a:pathLst>
              </a:custGeom>
              <a:solidFill>
                <a:srgbClr val="C2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569" name="Freeform 236">
                <a:extLst>
                  <a:ext uri="{FF2B5EF4-FFF2-40B4-BE49-F238E27FC236}">
                    <a16:creationId xmlns:a16="http://schemas.microsoft.com/office/drawing/2014/main" id="{90D5AFCC-35DA-41F0-98EC-E3D9F13417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7" y="1464"/>
                <a:ext cx="153" cy="434"/>
              </a:xfrm>
              <a:custGeom>
                <a:avLst/>
                <a:gdLst>
                  <a:gd name="T0" fmla="*/ 167 w 144"/>
                  <a:gd name="T1" fmla="*/ 0 h 407"/>
                  <a:gd name="T2" fmla="*/ 150 w 144"/>
                  <a:gd name="T3" fmla="*/ 44 h 407"/>
                  <a:gd name="T4" fmla="*/ 126 w 144"/>
                  <a:gd name="T5" fmla="*/ 112 h 407"/>
                  <a:gd name="T6" fmla="*/ 100 w 144"/>
                  <a:gd name="T7" fmla="*/ 173 h 407"/>
                  <a:gd name="T8" fmla="*/ 43 w 144"/>
                  <a:gd name="T9" fmla="*/ 275 h 407"/>
                  <a:gd name="T10" fmla="*/ 30 w 144"/>
                  <a:gd name="T11" fmla="*/ 494 h 407"/>
                  <a:gd name="T12" fmla="*/ 43 w 144"/>
                  <a:gd name="T13" fmla="*/ 327 h 407"/>
                  <a:gd name="T14" fmla="*/ 140 w 144"/>
                  <a:gd name="T15" fmla="*/ 213 h 407"/>
                  <a:gd name="T16" fmla="*/ 164 w 144"/>
                  <a:gd name="T17" fmla="*/ 200 h 407"/>
                  <a:gd name="T18" fmla="*/ 166 w 144"/>
                  <a:gd name="T19" fmla="*/ 183 h 407"/>
                  <a:gd name="T20" fmla="*/ 157 w 144"/>
                  <a:gd name="T21" fmla="*/ 119 h 407"/>
                  <a:gd name="T22" fmla="*/ 166 w 144"/>
                  <a:gd name="T23" fmla="*/ 1 h 40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44" h="407">
                    <a:moveTo>
                      <a:pt x="139" y="0"/>
                    </a:moveTo>
                    <a:cubicBezTo>
                      <a:pt x="132" y="9"/>
                      <a:pt x="129" y="25"/>
                      <a:pt x="125" y="36"/>
                    </a:cubicBezTo>
                    <a:cubicBezTo>
                      <a:pt x="119" y="55"/>
                      <a:pt x="113" y="74"/>
                      <a:pt x="105" y="92"/>
                    </a:cubicBezTo>
                    <a:cubicBezTo>
                      <a:pt x="97" y="109"/>
                      <a:pt x="90" y="126"/>
                      <a:pt x="83" y="143"/>
                    </a:cubicBezTo>
                    <a:cubicBezTo>
                      <a:pt x="71" y="174"/>
                      <a:pt x="54" y="200"/>
                      <a:pt x="36" y="227"/>
                    </a:cubicBezTo>
                    <a:cubicBezTo>
                      <a:pt x="0" y="282"/>
                      <a:pt x="0" y="347"/>
                      <a:pt x="24" y="407"/>
                    </a:cubicBezTo>
                    <a:cubicBezTo>
                      <a:pt x="8" y="360"/>
                      <a:pt x="11" y="313"/>
                      <a:pt x="36" y="270"/>
                    </a:cubicBezTo>
                    <a:cubicBezTo>
                      <a:pt x="55" y="235"/>
                      <a:pt x="82" y="197"/>
                      <a:pt x="117" y="176"/>
                    </a:cubicBezTo>
                    <a:cubicBezTo>
                      <a:pt x="123" y="172"/>
                      <a:pt x="131" y="170"/>
                      <a:pt x="136" y="165"/>
                    </a:cubicBezTo>
                    <a:cubicBezTo>
                      <a:pt x="144" y="157"/>
                      <a:pt x="139" y="159"/>
                      <a:pt x="138" y="151"/>
                    </a:cubicBezTo>
                    <a:cubicBezTo>
                      <a:pt x="136" y="133"/>
                      <a:pt x="133" y="116"/>
                      <a:pt x="131" y="98"/>
                    </a:cubicBezTo>
                    <a:cubicBezTo>
                      <a:pt x="128" y="65"/>
                      <a:pt x="135" y="33"/>
                      <a:pt x="138" y="1"/>
                    </a:cubicBezTo>
                  </a:path>
                </a:pathLst>
              </a:custGeom>
              <a:solidFill>
                <a:srgbClr val="C2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570" name="Freeform 237">
                <a:extLst>
                  <a:ext uri="{FF2B5EF4-FFF2-40B4-BE49-F238E27FC236}">
                    <a16:creationId xmlns:a16="http://schemas.microsoft.com/office/drawing/2014/main" id="{235C1DCC-278B-423F-94AF-7F7E2E9BFE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8" y="1849"/>
                <a:ext cx="156" cy="127"/>
              </a:xfrm>
              <a:custGeom>
                <a:avLst/>
                <a:gdLst>
                  <a:gd name="T0" fmla="*/ 67 w 146"/>
                  <a:gd name="T1" fmla="*/ 7 h 120"/>
                  <a:gd name="T2" fmla="*/ 1 w 146"/>
                  <a:gd name="T3" fmla="*/ 56 h 120"/>
                  <a:gd name="T4" fmla="*/ 72 w 146"/>
                  <a:gd name="T5" fmla="*/ 124 h 120"/>
                  <a:gd name="T6" fmla="*/ 147 w 146"/>
                  <a:gd name="T7" fmla="*/ 130 h 120"/>
                  <a:gd name="T8" fmla="*/ 159 w 146"/>
                  <a:gd name="T9" fmla="*/ 56 h 120"/>
                  <a:gd name="T10" fmla="*/ 104 w 146"/>
                  <a:gd name="T11" fmla="*/ 19 h 120"/>
                  <a:gd name="T12" fmla="*/ 83 w 146"/>
                  <a:gd name="T13" fmla="*/ 14 h 120"/>
                  <a:gd name="T14" fmla="*/ 64 w 146"/>
                  <a:gd name="T15" fmla="*/ 6 h 12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46" h="120">
                    <a:moveTo>
                      <a:pt x="55" y="7"/>
                    </a:moveTo>
                    <a:cubicBezTo>
                      <a:pt x="31" y="0"/>
                      <a:pt x="0" y="22"/>
                      <a:pt x="1" y="47"/>
                    </a:cubicBezTo>
                    <a:cubicBezTo>
                      <a:pt x="1" y="74"/>
                      <a:pt x="39" y="96"/>
                      <a:pt x="59" y="105"/>
                    </a:cubicBezTo>
                    <a:cubicBezTo>
                      <a:pt x="79" y="115"/>
                      <a:pt x="101" y="120"/>
                      <a:pt x="121" y="110"/>
                    </a:cubicBezTo>
                    <a:cubicBezTo>
                      <a:pt x="144" y="98"/>
                      <a:pt x="146" y="66"/>
                      <a:pt x="130" y="47"/>
                    </a:cubicBezTo>
                    <a:cubicBezTo>
                      <a:pt x="117" y="34"/>
                      <a:pt x="101" y="24"/>
                      <a:pt x="85" y="16"/>
                    </a:cubicBezTo>
                    <a:cubicBezTo>
                      <a:pt x="79" y="14"/>
                      <a:pt x="73" y="13"/>
                      <a:pt x="68" y="11"/>
                    </a:cubicBezTo>
                    <a:cubicBezTo>
                      <a:pt x="63" y="9"/>
                      <a:pt x="58" y="6"/>
                      <a:pt x="52" y="6"/>
                    </a:cubicBezTo>
                  </a:path>
                </a:pathLst>
              </a:custGeom>
              <a:solidFill>
                <a:srgbClr val="7233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571" name="Freeform 238">
                <a:extLst>
                  <a:ext uri="{FF2B5EF4-FFF2-40B4-BE49-F238E27FC236}">
                    <a16:creationId xmlns:a16="http://schemas.microsoft.com/office/drawing/2014/main" id="{72B806D6-1402-4635-AC52-D204515C8E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6" y="1894"/>
                <a:ext cx="44" cy="36"/>
              </a:xfrm>
              <a:custGeom>
                <a:avLst/>
                <a:gdLst>
                  <a:gd name="T0" fmla="*/ 42 w 41"/>
                  <a:gd name="T1" fmla="*/ 0 h 33"/>
                  <a:gd name="T2" fmla="*/ 50 w 41"/>
                  <a:gd name="T3" fmla="*/ 17 h 33"/>
                  <a:gd name="T4" fmla="*/ 27 w 41"/>
                  <a:gd name="T5" fmla="*/ 43 h 33"/>
                  <a:gd name="T6" fmla="*/ 0 w 41"/>
                  <a:gd name="T7" fmla="*/ 17 h 33"/>
                  <a:gd name="T8" fmla="*/ 3 w 41"/>
                  <a:gd name="T9" fmla="*/ 4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1" h="33">
                    <a:moveTo>
                      <a:pt x="34" y="0"/>
                    </a:moveTo>
                    <a:cubicBezTo>
                      <a:pt x="38" y="3"/>
                      <a:pt x="41" y="8"/>
                      <a:pt x="41" y="14"/>
                    </a:cubicBezTo>
                    <a:cubicBezTo>
                      <a:pt x="41" y="24"/>
                      <a:pt x="32" y="33"/>
                      <a:pt x="21" y="33"/>
                    </a:cubicBezTo>
                    <a:cubicBezTo>
                      <a:pt x="9" y="33"/>
                      <a:pt x="0" y="24"/>
                      <a:pt x="0" y="14"/>
                    </a:cubicBezTo>
                    <a:cubicBezTo>
                      <a:pt x="0" y="11"/>
                      <a:pt x="1" y="7"/>
                      <a:pt x="3" y="4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572" name="Freeform 239">
                <a:extLst>
                  <a:ext uri="{FF2B5EF4-FFF2-40B4-BE49-F238E27FC236}">
                    <a16:creationId xmlns:a16="http://schemas.microsoft.com/office/drawing/2014/main" id="{E2873C31-2536-4F31-84BA-9E3C35A1F2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2" y="1890"/>
                <a:ext cx="12" cy="1"/>
              </a:xfrm>
              <a:custGeom>
                <a:avLst/>
                <a:gdLst>
                  <a:gd name="T0" fmla="*/ 0 w 11"/>
                  <a:gd name="T1" fmla="*/ 1 h 1"/>
                  <a:gd name="T2" fmla="*/ 9 w 11"/>
                  <a:gd name="T3" fmla="*/ 0 h 1"/>
                  <a:gd name="T4" fmla="*/ 14 w 11"/>
                  <a:gd name="T5" fmla="*/ 1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">
                    <a:moveTo>
                      <a:pt x="0" y="1"/>
                    </a:moveTo>
                    <a:cubicBezTo>
                      <a:pt x="2" y="0"/>
                      <a:pt x="4" y="0"/>
                      <a:pt x="6" y="0"/>
                    </a:cubicBezTo>
                    <a:cubicBezTo>
                      <a:pt x="8" y="0"/>
                      <a:pt x="10" y="0"/>
                      <a:pt x="11" y="1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573" name="Freeform 240">
                <a:extLst>
                  <a:ext uri="{FF2B5EF4-FFF2-40B4-BE49-F238E27FC236}">
                    <a16:creationId xmlns:a16="http://schemas.microsoft.com/office/drawing/2014/main" id="{59689F77-CEE4-45D3-A9DC-9FD0BE33FF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8" y="1712"/>
                <a:ext cx="34" cy="227"/>
              </a:xfrm>
              <a:custGeom>
                <a:avLst/>
                <a:gdLst>
                  <a:gd name="T0" fmla="*/ 0 w 32"/>
                  <a:gd name="T1" fmla="*/ 252 h 213"/>
                  <a:gd name="T2" fmla="*/ 22 w 32"/>
                  <a:gd name="T3" fmla="*/ 144 h 213"/>
                  <a:gd name="T4" fmla="*/ 26 w 32"/>
                  <a:gd name="T5" fmla="*/ 66 h 213"/>
                  <a:gd name="T6" fmla="*/ 22 w 32"/>
                  <a:gd name="T7" fmla="*/ 0 h 213"/>
                  <a:gd name="T8" fmla="*/ 36 w 32"/>
                  <a:gd name="T9" fmla="*/ 128 h 213"/>
                  <a:gd name="T10" fmla="*/ 37 w 32"/>
                  <a:gd name="T11" fmla="*/ 199 h 213"/>
                  <a:gd name="T12" fmla="*/ 36 w 32"/>
                  <a:gd name="T13" fmla="*/ 258 h 213"/>
                  <a:gd name="T14" fmla="*/ 5 w 32"/>
                  <a:gd name="T15" fmla="*/ 252 h 21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2" h="213">
                    <a:moveTo>
                      <a:pt x="0" y="207"/>
                    </a:moveTo>
                    <a:cubicBezTo>
                      <a:pt x="31" y="184"/>
                      <a:pt x="20" y="150"/>
                      <a:pt x="19" y="119"/>
                    </a:cubicBezTo>
                    <a:cubicBezTo>
                      <a:pt x="18" y="98"/>
                      <a:pt x="21" y="76"/>
                      <a:pt x="22" y="54"/>
                    </a:cubicBezTo>
                    <a:cubicBezTo>
                      <a:pt x="23" y="36"/>
                      <a:pt x="19" y="14"/>
                      <a:pt x="19" y="0"/>
                    </a:cubicBezTo>
                    <a:cubicBezTo>
                      <a:pt x="16" y="34"/>
                      <a:pt x="27" y="72"/>
                      <a:pt x="30" y="106"/>
                    </a:cubicBezTo>
                    <a:cubicBezTo>
                      <a:pt x="31" y="125"/>
                      <a:pt x="30" y="145"/>
                      <a:pt x="31" y="164"/>
                    </a:cubicBezTo>
                    <a:cubicBezTo>
                      <a:pt x="32" y="178"/>
                      <a:pt x="27" y="202"/>
                      <a:pt x="30" y="213"/>
                    </a:cubicBezTo>
                    <a:cubicBezTo>
                      <a:pt x="24" y="206"/>
                      <a:pt x="13" y="200"/>
                      <a:pt x="5" y="207"/>
                    </a:cubicBezTo>
                  </a:path>
                </a:pathLst>
              </a:custGeom>
              <a:solidFill>
                <a:srgbClr val="8E4C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574" name="Freeform 241">
                <a:extLst>
                  <a:ext uri="{FF2B5EF4-FFF2-40B4-BE49-F238E27FC236}">
                    <a16:creationId xmlns:a16="http://schemas.microsoft.com/office/drawing/2014/main" id="{9DCCF113-DB72-410B-B088-5263BA1E3C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4" y="2009"/>
                <a:ext cx="265" cy="367"/>
              </a:xfrm>
              <a:custGeom>
                <a:avLst/>
                <a:gdLst>
                  <a:gd name="T0" fmla="*/ 297 w 249"/>
                  <a:gd name="T1" fmla="*/ 0 h 344"/>
                  <a:gd name="T2" fmla="*/ 235 w 249"/>
                  <a:gd name="T3" fmla="*/ 84 h 344"/>
                  <a:gd name="T4" fmla="*/ 168 w 249"/>
                  <a:gd name="T5" fmla="*/ 140 h 344"/>
                  <a:gd name="T6" fmla="*/ 119 w 249"/>
                  <a:gd name="T7" fmla="*/ 245 h 344"/>
                  <a:gd name="T8" fmla="*/ 55 w 249"/>
                  <a:gd name="T9" fmla="*/ 355 h 344"/>
                  <a:gd name="T10" fmla="*/ 0 w 249"/>
                  <a:gd name="T11" fmla="*/ 418 h 344"/>
                  <a:gd name="T12" fmla="*/ 120 w 249"/>
                  <a:gd name="T13" fmla="*/ 276 h 344"/>
                  <a:gd name="T14" fmla="*/ 191 w 249"/>
                  <a:gd name="T15" fmla="*/ 165 h 344"/>
                  <a:gd name="T16" fmla="*/ 300 w 249"/>
                  <a:gd name="T17" fmla="*/ 7 h 34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49" h="344">
                    <a:moveTo>
                      <a:pt x="246" y="0"/>
                    </a:moveTo>
                    <a:cubicBezTo>
                      <a:pt x="236" y="27"/>
                      <a:pt x="218" y="52"/>
                      <a:pt x="195" y="69"/>
                    </a:cubicBezTo>
                    <a:cubicBezTo>
                      <a:pt x="176" y="83"/>
                      <a:pt x="152" y="93"/>
                      <a:pt x="139" y="115"/>
                    </a:cubicBezTo>
                    <a:cubicBezTo>
                      <a:pt x="123" y="142"/>
                      <a:pt x="114" y="174"/>
                      <a:pt x="99" y="202"/>
                    </a:cubicBezTo>
                    <a:cubicBezTo>
                      <a:pt x="84" y="232"/>
                      <a:pt x="67" y="263"/>
                      <a:pt x="46" y="292"/>
                    </a:cubicBezTo>
                    <a:cubicBezTo>
                      <a:pt x="32" y="310"/>
                      <a:pt x="15" y="327"/>
                      <a:pt x="0" y="344"/>
                    </a:cubicBezTo>
                    <a:cubicBezTo>
                      <a:pt x="46" y="321"/>
                      <a:pt x="73" y="270"/>
                      <a:pt x="100" y="228"/>
                    </a:cubicBezTo>
                    <a:cubicBezTo>
                      <a:pt x="119" y="198"/>
                      <a:pt x="134" y="162"/>
                      <a:pt x="158" y="136"/>
                    </a:cubicBezTo>
                    <a:cubicBezTo>
                      <a:pt x="194" y="97"/>
                      <a:pt x="237" y="61"/>
                      <a:pt x="249" y="7"/>
                    </a:cubicBezTo>
                  </a:path>
                </a:pathLst>
              </a:custGeom>
              <a:solidFill>
                <a:srgbClr val="C2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575" name="Freeform 242">
                <a:extLst>
                  <a:ext uri="{FF2B5EF4-FFF2-40B4-BE49-F238E27FC236}">
                    <a16:creationId xmlns:a16="http://schemas.microsoft.com/office/drawing/2014/main" id="{C6A370DD-F5E9-442C-A99E-4AD30201B5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4" y="2110"/>
                <a:ext cx="199" cy="140"/>
              </a:xfrm>
              <a:custGeom>
                <a:avLst/>
                <a:gdLst>
                  <a:gd name="T0" fmla="*/ 226 w 187"/>
                  <a:gd name="T1" fmla="*/ 0 h 132"/>
                  <a:gd name="T2" fmla="*/ 112 w 187"/>
                  <a:gd name="T3" fmla="*/ 74 h 132"/>
                  <a:gd name="T4" fmla="*/ 0 w 187"/>
                  <a:gd name="T5" fmla="*/ 157 h 132"/>
                  <a:gd name="T6" fmla="*/ 113 w 187"/>
                  <a:gd name="T7" fmla="*/ 83 h 132"/>
                  <a:gd name="T8" fmla="*/ 161 w 187"/>
                  <a:gd name="T9" fmla="*/ 56 h 132"/>
                  <a:gd name="T10" fmla="*/ 186 w 187"/>
                  <a:gd name="T11" fmla="*/ 64 h 132"/>
                  <a:gd name="T12" fmla="*/ 226 w 187"/>
                  <a:gd name="T13" fmla="*/ 4 h 13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7" h="132">
                    <a:moveTo>
                      <a:pt x="187" y="0"/>
                    </a:moveTo>
                    <a:cubicBezTo>
                      <a:pt x="153" y="12"/>
                      <a:pt x="119" y="37"/>
                      <a:pt x="93" y="62"/>
                    </a:cubicBezTo>
                    <a:cubicBezTo>
                      <a:pt x="66" y="88"/>
                      <a:pt x="38" y="125"/>
                      <a:pt x="0" y="132"/>
                    </a:cubicBezTo>
                    <a:cubicBezTo>
                      <a:pt x="44" y="129"/>
                      <a:pt x="65" y="97"/>
                      <a:pt x="94" y="70"/>
                    </a:cubicBezTo>
                    <a:cubicBezTo>
                      <a:pt x="107" y="58"/>
                      <a:pt x="118" y="53"/>
                      <a:pt x="133" y="47"/>
                    </a:cubicBezTo>
                    <a:cubicBezTo>
                      <a:pt x="140" y="44"/>
                      <a:pt x="169" y="35"/>
                      <a:pt x="154" y="54"/>
                    </a:cubicBezTo>
                    <a:cubicBezTo>
                      <a:pt x="159" y="36"/>
                      <a:pt x="168" y="11"/>
                      <a:pt x="187" y="4"/>
                    </a:cubicBezTo>
                  </a:path>
                </a:pathLst>
              </a:custGeom>
              <a:solidFill>
                <a:srgbClr val="C2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576" name="Freeform 243">
                <a:extLst>
                  <a:ext uri="{FF2B5EF4-FFF2-40B4-BE49-F238E27FC236}">
                    <a16:creationId xmlns:a16="http://schemas.microsoft.com/office/drawing/2014/main" id="{CD844F80-DFD2-4EEA-AD41-F0494F05B3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0" y="2179"/>
                <a:ext cx="148" cy="83"/>
              </a:xfrm>
              <a:custGeom>
                <a:avLst/>
                <a:gdLst>
                  <a:gd name="T0" fmla="*/ 0 w 139"/>
                  <a:gd name="T1" fmla="*/ 94 h 78"/>
                  <a:gd name="T2" fmla="*/ 39 w 139"/>
                  <a:gd name="T3" fmla="*/ 54 h 78"/>
                  <a:gd name="T4" fmla="*/ 77 w 139"/>
                  <a:gd name="T5" fmla="*/ 31 h 78"/>
                  <a:gd name="T6" fmla="*/ 168 w 139"/>
                  <a:gd name="T7" fmla="*/ 0 h 78"/>
                  <a:gd name="T8" fmla="*/ 61 w 139"/>
                  <a:gd name="T9" fmla="*/ 81 h 78"/>
                  <a:gd name="T10" fmla="*/ 6 w 139"/>
                  <a:gd name="T11" fmla="*/ 94 h 7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9" h="78">
                    <a:moveTo>
                      <a:pt x="0" y="78"/>
                    </a:moveTo>
                    <a:cubicBezTo>
                      <a:pt x="13" y="70"/>
                      <a:pt x="21" y="54"/>
                      <a:pt x="33" y="45"/>
                    </a:cubicBezTo>
                    <a:cubicBezTo>
                      <a:pt x="43" y="38"/>
                      <a:pt x="54" y="31"/>
                      <a:pt x="64" y="25"/>
                    </a:cubicBezTo>
                    <a:cubicBezTo>
                      <a:pt x="89" y="11"/>
                      <a:pt x="114" y="8"/>
                      <a:pt x="139" y="0"/>
                    </a:cubicBezTo>
                    <a:cubicBezTo>
                      <a:pt x="128" y="6"/>
                      <a:pt x="17" y="41"/>
                      <a:pt x="51" y="67"/>
                    </a:cubicBezTo>
                    <a:cubicBezTo>
                      <a:pt x="34" y="66"/>
                      <a:pt x="20" y="73"/>
                      <a:pt x="6" y="78"/>
                    </a:cubicBezTo>
                  </a:path>
                </a:pathLst>
              </a:custGeom>
              <a:solidFill>
                <a:srgbClr val="C2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577" name="Freeform 244">
                <a:extLst>
                  <a:ext uri="{FF2B5EF4-FFF2-40B4-BE49-F238E27FC236}">
                    <a16:creationId xmlns:a16="http://schemas.microsoft.com/office/drawing/2014/main" id="{1E257ADF-34D7-4BD4-A1D5-D53C83E265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2" y="2253"/>
                <a:ext cx="211" cy="133"/>
              </a:xfrm>
              <a:custGeom>
                <a:avLst/>
                <a:gdLst>
                  <a:gd name="T0" fmla="*/ 240 w 198"/>
                  <a:gd name="T1" fmla="*/ 15 h 124"/>
                  <a:gd name="T2" fmla="*/ 97 w 198"/>
                  <a:gd name="T3" fmla="*/ 42 h 124"/>
                  <a:gd name="T4" fmla="*/ 0 w 198"/>
                  <a:gd name="T5" fmla="*/ 153 h 124"/>
                  <a:gd name="T6" fmla="*/ 59 w 198"/>
                  <a:gd name="T7" fmla="*/ 85 h 124"/>
                  <a:gd name="T8" fmla="*/ 109 w 198"/>
                  <a:gd name="T9" fmla="*/ 48 h 124"/>
                  <a:gd name="T10" fmla="*/ 174 w 198"/>
                  <a:gd name="T11" fmla="*/ 29 h 124"/>
                  <a:gd name="T12" fmla="*/ 240 w 198"/>
                  <a:gd name="T13" fmla="*/ 16 h 1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8" h="124">
                    <a:moveTo>
                      <a:pt x="198" y="12"/>
                    </a:moveTo>
                    <a:cubicBezTo>
                      <a:pt x="158" y="0"/>
                      <a:pt x="115" y="19"/>
                      <a:pt x="80" y="34"/>
                    </a:cubicBezTo>
                    <a:cubicBezTo>
                      <a:pt x="47" y="49"/>
                      <a:pt x="14" y="90"/>
                      <a:pt x="0" y="124"/>
                    </a:cubicBezTo>
                    <a:cubicBezTo>
                      <a:pt x="20" y="112"/>
                      <a:pt x="32" y="86"/>
                      <a:pt x="49" y="69"/>
                    </a:cubicBezTo>
                    <a:cubicBezTo>
                      <a:pt x="61" y="56"/>
                      <a:pt x="74" y="46"/>
                      <a:pt x="90" y="39"/>
                    </a:cubicBezTo>
                    <a:cubicBezTo>
                      <a:pt x="107" y="31"/>
                      <a:pt x="126" y="28"/>
                      <a:pt x="144" y="23"/>
                    </a:cubicBezTo>
                    <a:cubicBezTo>
                      <a:pt x="162" y="18"/>
                      <a:pt x="181" y="19"/>
                      <a:pt x="198" y="13"/>
                    </a:cubicBezTo>
                  </a:path>
                </a:pathLst>
              </a:custGeom>
              <a:solidFill>
                <a:srgbClr val="C2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578" name="Freeform 245">
                <a:extLst>
                  <a:ext uri="{FF2B5EF4-FFF2-40B4-BE49-F238E27FC236}">
                    <a16:creationId xmlns:a16="http://schemas.microsoft.com/office/drawing/2014/main" id="{FA254448-EBE2-40C4-AD0B-9FE7FAC0A3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7" y="2502"/>
                <a:ext cx="172" cy="302"/>
              </a:xfrm>
              <a:custGeom>
                <a:avLst/>
                <a:gdLst>
                  <a:gd name="T0" fmla="*/ 194 w 162"/>
                  <a:gd name="T1" fmla="*/ 1 h 284"/>
                  <a:gd name="T2" fmla="*/ 157 w 162"/>
                  <a:gd name="T3" fmla="*/ 3 h 284"/>
                  <a:gd name="T4" fmla="*/ 121 w 162"/>
                  <a:gd name="T5" fmla="*/ 23 h 284"/>
                  <a:gd name="T6" fmla="*/ 47 w 162"/>
                  <a:gd name="T7" fmla="*/ 95 h 284"/>
                  <a:gd name="T8" fmla="*/ 17 w 162"/>
                  <a:gd name="T9" fmla="*/ 270 h 284"/>
                  <a:gd name="T10" fmla="*/ 34 w 162"/>
                  <a:gd name="T11" fmla="*/ 309 h 284"/>
                  <a:gd name="T12" fmla="*/ 62 w 162"/>
                  <a:gd name="T13" fmla="*/ 340 h 284"/>
                  <a:gd name="T14" fmla="*/ 144 w 162"/>
                  <a:gd name="T15" fmla="*/ 307 h 284"/>
                  <a:gd name="T16" fmla="*/ 62 w 162"/>
                  <a:gd name="T17" fmla="*/ 300 h 284"/>
                  <a:gd name="T18" fmla="*/ 57 w 162"/>
                  <a:gd name="T19" fmla="*/ 249 h 284"/>
                  <a:gd name="T20" fmla="*/ 54 w 162"/>
                  <a:gd name="T21" fmla="*/ 177 h 284"/>
                  <a:gd name="T22" fmla="*/ 71 w 162"/>
                  <a:gd name="T23" fmla="*/ 113 h 284"/>
                  <a:gd name="T24" fmla="*/ 103 w 162"/>
                  <a:gd name="T25" fmla="*/ 50 h 284"/>
                  <a:gd name="T26" fmla="*/ 135 w 162"/>
                  <a:gd name="T27" fmla="*/ 24 h 284"/>
                  <a:gd name="T28" fmla="*/ 185 w 162"/>
                  <a:gd name="T29" fmla="*/ 3 h 284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62" h="284">
                    <a:moveTo>
                      <a:pt x="162" y="1"/>
                    </a:moveTo>
                    <a:cubicBezTo>
                      <a:pt x="152" y="5"/>
                      <a:pt x="141" y="0"/>
                      <a:pt x="131" y="3"/>
                    </a:cubicBezTo>
                    <a:cubicBezTo>
                      <a:pt x="121" y="5"/>
                      <a:pt x="111" y="14"/>
                      <a:pt x="101" y="20"/>
                    </a:cubicBezTo>
                    <a:cubicBezTo>
                      <a:pt x="76" y="37"/>
                      <a:pt x="54" y="53"/>
                      <a:pt x="39" y="79"/>
                    </a:cubicBezTo>
                    <a:cubicBezTo>
                      <a:pt x="15" y="122"/>
                      <a:pt x="0" y="177"/>
                      <a:pt x="14" y="225"/>
                    </a:cubicBezTo>
                    <a:cubicBezTo>
                      <a:pt x="18" y="236"/>
                      <a:pt x="24" y="247"/>
                      <a:pt x="28" y="258"/>
                    </a:cubicBezTo>
                    <a:cubicBezTo>
                      <a:pt x="34" y="273"/>
                      <a:pt x="33" y="284"/>
                      <a:pt x="52" y="283"/>
                    </a:cubicBezTo>
                    <a:cubicBezTo>
                      <a:pt x="76" y="282"/>
                      <a:pt x="100" y="266"/>
                      <a:pt x="121" y="256"/>
                    </a:cubicBezTo>
                    <a:cubicBezTo>
                      <a:pt x="102" y="255"/>
                      <a:pt x="63" y="273"/>
                      <a:pt x="52" y="249"/>
                    </a:cubicBezTo>
                    <a:cubicBezTo>
                      <a:pt x="47" y="238"/>
                      <a:pt x="49" y="219"/>
                      <a:pt x="48" y="207"/>
                    </a:cubicBezTo>
                    <a:cubicBezTo>
                      <a:pt x="46" y="187"/>
                      <a:pt x="44" y="167"/>
                      <a:pt x="45" y="147"/>
                    </a:cubicBezTo>
                    <a:cubicBezTo>
                      <a:pt x="45" y="126"/>
                      <a:pt x="51" y="113"/>
                      <a:pt x="59" y="94"/>
                    </a:cubicBezTo>
                    <a:cubicBezTo>
                      <a:pt x="67" y="76"/>
                      <a:pt x="72" y="56"/>
                      <a:pt x="86" y="41"/>
                    </a:cubicBezTo>
                    <a:cubicBezTo>
                      <a:pt x="93" y="33"/>
                      <a:pt x="103" y="26"/>
                      <a:pt x="113" y="21"/>
                    </a:cubicBezTo>
                    <a:cubicBezTo>
                      <a:pt x="125" y="15"/>
                      <a:pt x="142" y="4"/>
                      <a:pt x="154" y="3"/>
                    </a:cubicBezTo>
                  </a:path>
                </a:pathLst>
              </a:custGeom>
              <a:solidFill>
                <a:srgbClr val="C2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579" name="Freeform 246">
                <a:extLst>
                  <a:ext uri="{FF2B5EF4-FFF2-40B4-BE49-F238E27FC236}">
                    <a16:creationId xmlns:a16="http://schemas.microsoft.com/office/drawing/2014/main" id="{B1232BF2-0B2C-421A-BF7B-2ACB2840B3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5" y="2676"/>
                <a:ext cx="86" cy="284"/>
              </a:xfrm>
              <a:custGeom>
                <a:avLst/>
                <a:gdLst>
                  <a:gd name="T0" fmla="*/ 93 w 81"/>
                  <a:gd name="T1" fmla="*/ 129 h 266"/>
                  <a:gd name="T2" fmla="*/ 97 w 81"/>
                  <a:gd name="T3" fmla="*/ 163 h 266"/>
                  <a:gd name="T4" fmla="*/ 48 w 81"/>
                  <a:gd name="T5" fmla="*/ 239 h 266"/>
                  <a:gd name="T6" fmla="*/ 44 w 81"/>
                  <a:gd name="T7" fmla="*/ 288 h 266"/>
                  <a:gd name="T8" fmla="*/ 55 w 81"/>
                  <a:gd name="T9" fmla="*/ 324 h 266"/>
                  <a:gd name="T10" fmla="*/ 40 w 81"/>
                  <a:gd name="T11" fmla="*/ 170 h 266"/>
                  <a:gd name="T12" fmla="*/ 15 w 81"/>
                  <a:gd name="T13" fmla="*/ 95 h 266"/>
                  <a:gd name="T14" fmla="*/ 15 w 81"/>
                  <a:gd name="T15" fmla="*/ 0 h 266"/>
                  <a:gd name="T16" fmla="*/ 42 w 81"/>
                  <a:gd name="T17" fmla="*/ 109 h 266"/>
                  <a:gd name="T18" fmla="*/ 80 w 81"/>
                  <a:gd name="T19" fmla="*/ 129 h 26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1" h="266">
                    <a:moveTo>
                      <a:pt x="78" y="106"/>
                    </a:moveTo>
                    <a:cubicBezTo>
                      <a:pt x="69" y="114"/>
                      <a:pt x="60" y="138"/>
                      <a:pt x="81" y="134"/>
                    </a:cubicBezTo>
                    <a:cubicBezTo>
                      <a:pt x="53" y="148"/>
                      <a:pt x="43" y="166"/>
                      <a:pt x="40" y="197"/>
                    </a:cubicBezTo>
                    <a:cubicBezTo>
                      <a:pt x="39" y="210"/>
                      <a:pt x="35" y="223"/>
                      <a:pt x="37" y="237"/>
                    </a:cubicBezTo>
                    <a:cubicBezTo>
                      <a:pt x="38" y="248"/>
                      <a:pt x="44" y="256"/>
                      <a:pt x="46" y="266"/>
                    </a:cubicBezTo>
                    <a:cubicBezTo>
                      <a:pt x="5" y="236"/>
                      <a:pt x="32" y="180"/>
                      <a:pt x="34" y="140"/>
                    </a:cubicBezTo>
                    <a:cubicBezTo>
                      <a:pt x="35" y="121"/>
                      <a:pt x="20" y="96"/>
                      <a:pt x="12" y="78"/>
                    </a:cubicBezTo>
                    <a:cubicBezTo>
                      <a:pt x="0" y="52"/>
                      <a:pt x="0" y="27"/>
                      <a:pt x="12" y="0"/>
                    </a:cubicBezTo>
                    <a:cubicBezTo>
                      <a:pt x="18" y="30"/>
                      <a:pt x="22" y="62"/>
                      <a:pt x="36" y="90"/>
                    </a:cubicBezTo>
                    <a:cubicBezTo>
                      <a:pt x="44" y="104"/>
                      <a:pt x="50" y="106"/>
                      <a:pt x="67" y="106"/>
                    </a:cubicBezTo>
                  </a:path>
                </a:pathLst>
              </a:custGeom>
              <a:solidFill>
                <a:srgbClr val="C2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580" name="Freeform 247">
                <a:extLst>
                  <a:ext uri="{FF2B5EF4-FFF2-40B4-BE49-F238E27FC236}">
                    <a16:creationId xmlns:a16="http://schemas.microsoft.com/office/drawing/2014/main" id="{D3902E52-04D4-4F1B-88F3-8EA861B417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3" y="2242"/>
                <a:ext cx="103" cy="50"/>
              </a:xfrm>
              <a:custGeom>
                <a:avLst/>
                <a:gdLst>
                  <a:gd name="T0" fmla="*/ 116 w 97"/>
                  <a:gd name="T1" fmla="*/ 0 h 47"/>
                  <a:gd name="T2" fmla="*/ 96 w 97"/>
                  <a:gd name="T3" fmla="*/ 5 h 47"/>
                  <a:gd name="T4" fmla="*/ 76 w 97"/>
                  <a:gd name="T5" fmla="*/ 16 h 47"/>
                  <a:gd name="T6" fmla="*/ 52 w 97"/>
                  <a:gd name="T7" fmla="*/ 21 h 47"/>
                  <a:gd name="T8" fmla="*/ 0 w 97"/>
                  <a:gd name="T9" fmla="*/ 26 h 47"/>
                  <a:gd name="T10" fmla="*/ 71 w 97"/>
                  <a:gd name="T11" fmla="*/ 56 h 47"/>
                  <a:gd name="T12" fmla="*/ 53 w 97"/>
                  <a:gd name="T13" fmla="*/ 37 h 47"/>
                  <a:gd name="T14" fmla="*/ 67 w 97"/>
                  <a:gd name="T15" fmla="*/ 22 h 47"/>
                  <a:gd name="T16" fmla="*/ 109 w 97"/>
                  <a:gd name="T17" fmla="*/ 3 h 4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7" h="47">
                    <a:moveTo>
                      <a:pt x="97" y="0"/>
                    </a:moveTo>
                    <a:cubicBezTo>
                      <a:pt x="92" y="3"/>
                      <a:pt x="86" y="3"/>
                      <a:pt x="80" y="5"/>
                    </a:cubicBezTo>
                    <a:cubicBezTo>
                      <a:pt x="74" y="8"/>
                      <a:pt x="69" y="11"/>
                      <a:pt x="64" y="13"/>
                    </a:cubicBezTo>
                    <a:cubicBezTo>
                      <a:pt x="57" y="16"/>
                      <a:pt x="50" y="17"/>
                      <a:pt x="43" y="18"/>
                    </a:cubicBezTo>
                    <a:cubicBezTo>
                      <a:pt x="29" y="20"/>
                      <a:pt x="14" y="23"/>
                      <a:pt x="0" y="22"/>
                    </a:cubicBezTo>
                    <a:cubicBezTo>
                      <a:pt x="21" y="29"/>
                      <a:pt x="41" y="40"/>
                      <a:pt x="59" y="47"/>
                    </a:cubicBezTo>
                    <a:cubicBezTo>
                      <a:pt x="52" y="46"/>
                      <a:pt x="42" y="39"/>
                      <a:pt x="44" y="31"/>
                    </a:cubicBezTo>
                    <a:cubicBezTo>
                      <a:pt x="45" y="26"/>
                      <a:pt x="51" y="22"/>
                      <a:pt x="56" y="19"/>
                    </a:cubicBezTo>
                    <a:cubicBezTo>
                      <a:pt x="66" y="13"/>
                      <a:pt x="79" y="7"/>
                      <a:pt x="91" y="3"/>
                    </a:cubicBezTo>
                  </a:path>
                </a:pathLst>
              </a:custGeom>
              <a:solidFill>
                <a:srgbClr val="C2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581" name="Freeform 248">
                <a:extLst>
                  <a:ext uri="{FF2B5EF4-FFF2-40B4-BE49-F238E27FC236}">
                    <a16:creationId xmlns:a16="http://schemas.microsoft.com/office/drawing/2014/main" id="{A99707FC-DAE2-4D05-8EA5-8CAF2D8846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6" y="2266"/>
                <a:ext cx="31" cy="18"/>
              </a:xfrm>
              <a:custGeom>
                <a:avLst/>
                <a:gdLst>
                  <a:gd name="T0" fmla="*/ 24 w 29"/>
                  <a:gd name="T1" fmla="*/ 0 h 17"/>
                  <a:gd name="T2" fmla="*/ 15 w 29"/>
                  <a:gd name="T3" fmla="*/ 19 h 17"/>
                  <a:gd name="T4" fmla="*/ 22 w 29"/>
                  <a:gd name="T5" fmla="*/ 1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9" h="17">
                    <a:moveTo>
                      <a:pt x="20" y="0"/>
                    </a:moveTo>
                    <a:cubicBezTo>
                      <a:pt x="29" y="3"/>
                      <a:pt x="20" y="17"/>
                      <a:pt x="12" y="16"/>
                    </a:cubicBezTo>
                    <a:cubicBezTo>
                      <a:pt x="0" y="14"/>
                      <a:pt x="19" y="4"/>
                      <a:pt x="19" y="1"/>
                    </a:cubicBezTo>
                  </a:path>
                </a:pathLst>
              </a:custGeom>
              <a:solidFill>
                <a:srgbClr val="C2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582" name="Freeform 249">
                <a:extLst>
                  <a:ext uri="{FF2B5EF4-FFF2-40B4-BE49-F238E27FC236}">
                    <a16:creationId xmlns:a16="http://schemas.microsoft.com/office/drawing/2014/main" id="{DEA038D6-B080-4B62-A59E-67A0684090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1" y="2227"/>
                <a:ext cx="128" cy="51"/>
              </a:xfrm>
              <a:custGeom>
                <a:avLst/>
                <a:gdLst>
                  <a:gd name="T0" fmla="*/ 146 w 120"/>
                  <a:gd name="T1" fmla="*/ 43 h 48"/>
                  <a:gd name="T2" fmla="*/ 0 w 120"/>
                  <a:gd name="T3" fmla="*/ 0 h 48"/>
                  <a:gd name="T4" fmla="*/ 73 w 120"/>
                  <a:gd name="T5" fmla="*/ 38 h 48"/>
                  <a:gd name="T6" fmla="*/ 117 w 120"/>
                  <a:gd name="T7" fmla="*/ 57 h 48"/>
                  <a:gd name="T8" fmla="*/ 141 w 120"/>
                  <a:gd name="T9" fmla="*/ 44 h 4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0" h="48">
                    <a:moveTo>
                      <a:pt x="120" y="36"/>
                    </a:moveTo>
                    <a:cubicBezTo>
                      <a:pt x="77" y="38"/>
                      <a:pt x="39" y="17"/>
                      <a:pt x="0" y="0"/>
                    </a:cubicBezTo>
                    <a:cubicBezTo>
                      <a:pt x="12" y="16"/>
                      <a:pt x="41" y="26"/>
                      <a:pt x="60" y="32"/>
                    </a:cubicBezTo>
                    <a:cubicBezTo>
                      <a:pt x="67" y="34"/>
                      <a:pt x="98" y="37"/>
                      <a:pt x="97" y="48"/>
                    </a:cubicBezTo>
                    <a:cubicBezTo>
                      <a:pt x="104" y="47"/>
                      <a:pt x="110" y="40"/>
                      <a:pt x="116" y="37"/>
                    </a:cubicBezTo>
                  </a:path>
                </a:pathLst>
              </a:custGeom>
              <a:solidFill>
                <a:srgbClr val="C2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583" name="Freeform 250">
                <a:extLst>
                  <a:ext uri="{FF2B5EF4-FFF2-40B4-BE49-F238E27FC236}">
                    <a16:creationId xmlns:a16="http://schemas.microsoft.com/office/drawing/2014/main" id="{E2B48B8D-F9DB-47AA-850F-4AEA50C983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6" y="3013"/>
                <a:ext cx="217" cy="91"/>
              </a:xfrm>
              <a:custGeom>
                <a:avLst/>
                <a:gdLst>
                  <a:gd name="T0" fmla="*/ 0 w 203"/>
                  <a:gd name="T1" fmla="*/ 2 h 85"/>
                  <a:gd name="T2" fmla="*/ 33 w 203"/>
                  <a:gd name="T3" fmla="*/ 80 h 85"/>
                  <a:gd name="T4" fmla="*/ 94 w 203"/>
                  <a:gd name="T5" fmla="*/ 97 h 85"/>
                  <a:gd name="T6" fmla="*/ 182 w 203"/>
                  <a:gd name="T7" fmla="*/ 66 h 85"/>
                  <a:gd name="T8" fmla="*/ 248 w 203"/>
                  <a:gd name="T9" fmla="*/ 56 h 85"/>
                  <a:gd name="T10" fmla="*/ 118 w 203"/>
                  <a:gd name="T11" fmla="*/ 64 h 85"/>
                  <a:gd name="T12" fmla="*/ 46 w 203"/>
                  <a:gd name="T13" fmla="*/ 59 h 85"/>
                  <a:gd name="T14" fmla="*/ 0 w 203"/>
                  <a:gd name="T15" fmla="*/ 0 h 8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03" h="85">
                    <a:moveTo>
                      <a:pt x="0" y="2"/>
                    </a:moveTo>
                    <a:cubicBezTo>
                      <a:pt x="8" y="21"/>
                      <a:pt x="16" y="48"/>
                      <a:pt x="27" y="65"/>
                    </a:cubicBezTo>
                    <a:cubicBezTo>
                      <a:pt x="40" y="84"/>
                      <a:pt x="56" y="85"/>
                      <a:pt x="77" y="79"/>
                    </a:cubicBezTo>
                    <a:cubicBezTo>
                      <a:pt x="101" y="72"/>
                      <a:pt x="124" y="60"/>
                      <a:pt x="149" y="54"/>
                    </a:cubicBezTo>
                    <a:cubicBezTo>
                      <a:pt x="165" y="50"/>
                      <a:pt x="186" y="46"/>
                      <a:pt x="203" y="46"/>
                    </a:cubicBezTo>
                    <a:cubicBezTo>
                      <a:pt x="168" y="40"/>
                      <a:pt x="129" y="36"/>
                      <a:pt x="96" y="52"/>
                    </a:cubicBezTo>
                    <a:cubicBezTo>
                      <a:pt x="74" y="64"/>
                      <a:pt x="57" y="70"/>
                      <a:pt x="37" y="48"/>
                    </a:cubicBezTo>
                    <a:cubicBezTo>
                      <a:pt x="24" y="33"/>
                      <a:pt x="19" y="12"/>
                      <a:pt x="0" y="0"/>
                    </a:cubicBezTo>
                  </a:path>
                </a:pathLst>
              </a:custGeom>
              <a:solidFill>
                <a:srgbClr val="C2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584" name="Freeform 251">
                <a:extLst>
                  <a:ext uri="{FF2B5EF4-FFF2-40B4-BE49-F238E27FC236}">
                    <a16:creationId xmlns:a16="http://schemas.microsoft.com/office/drawing/2014/main" id="{108FAC56-65CE-424E-9732-229FC761A4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0" y="3085"/>
                <a:ext cx="209" cy="85"/>
              </a:xfrm>
              <a:custGeom>
                <a:avLst/>
                <a:gdLst>
                  <a:gd name="T0" fmla="*/ 234 w 196"/>
                  <a:gd name="T1" fmla="*/ 0 h 80"/>
                  <a:gd name="T2" fmla="*/ 175 w 196"/>
                  <a:gd name="T3" fmla="*/ 46 h 80"/>
                  <a:gd name="T4" fmla="*/ 119 w 196"/>
                  <a:gd name="T5" fmla="*/ 61 h 80"/>
                  <a:gd name="T6" fmla="*/ 0 w 196"/>
                  <a:gd name="T7" fmla="*/ 60 h 80"/>
                  <a:gd name="T8" fmla="*/ 161 w 196"/>
                  <a:gd name="T9" fmla="*/ 78 h 80"/>
                  <a:gd name="T10" fmla="*/ 238 w 196"/>
                  <a:gd name="T11" fmla="*/ 4 h 8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96" h="80">
                    <a:moveTo>
                      <a:pt x="192" y="0"/>
                    </a:moveTo>
                    <a:cubicBezTo>
                      <a:pt x="175" y="6"/>
                      <a:pt x="159" y="27"/>
                      <a:pt x="144" y="38"/>
                    </a:cubicBezTo>
                    <a:cubicBezTo>
                      <a:pt x="129" y="48"/>
                      <a:pt x="114" y="47"/>
                      <a:pt x="98" y="51"/>
                    </a:cubicBezTo>
                    <a:cubicBezTo>
                      <a:pt x="71" y="58"/>
                      <a:pt x="26" y="63"/>
                      <a:pt x="0" y="50"/>
                    </a:cubicBezTo>
                    <a:cubicBezTo>
                      <a:pt x="33" y="80"/>
                      <a:pt x="93" y="76"/>
                      <a:pt x="133" y="65"/>
                    </a:cubicBezTo>
                    <a:cubicBezTo>
                      <a:pt x="169" y="56"/>
                      <a:pt x="177" y="28"/>
                      <a:pt x="196" y="4"/>
                    </a:cubicBezTo>
                  </a:path>
                </a:pathLst>
              </a:custGeom>
              <a:solidFill>
                <a:srgbClr val="C2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585" name="Freeform 252">
                <a:extLst>
                  <a:ext uri="{FF2B5EF4-FFF2-40B4-BE49-F238E27FC236}">
                    <a16:creationId xmlns:a16="http://schemas.microsoft.com/office/drawing/2014/main" id="{A1C695A9-1D96-48CA-85EA-3051684581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5" y="3108"/>
                <a:ext cx="94" cy="34"/>
              </a:xfrm>
              <a:custGeom>
                <a:avLst/>
                <a:gdLst>
                  <a:gd name="T0" fmla="*/ 50 w 88"/>
                  <a:gd name="T1" fmla="*/ 0 h 32"/>
                  <a:gd name="T2" fmla="*/ 7 w 88"/>
                  <a:gd name="T3" fmla="*/ 38 h 32"/>
                  <a:gd name="T4" fmla="*/ 107 w 88"/>
                  <a:gd name="T5" fmla="*/ 36 h 32"/>
                  <a:gd name="T6" fmla="*/ 69 w 88"/>
                  <a:gd name="T7" fmla="*/ 24 h 32"/>
                  <a:gd name="T8" fmla="*/ 34 w 88"/>
                  <a:gd name="T9" fmla="*/ 19 h 32"/>
                  <a:gd name="T10" fmla="*/ 49 w 88"/>
                  <a:gd name="T11" fmla="*/ 4 h 3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8" h="32">
                    <a:moveTo>
                      <a:pt x="41" y="0"/>
                    </a:moveTo>
                    <a:cubicBezTo>
                      <a:pt x="27" y="3"/>
                      <a:pt x="0" y="14"/>
                      <a:pt x="7" y="32"/>
                    </a:cubicBezTo>
                    <a:cubicBezTo>
                      <a:pt x="33" y="28"/>
                      <a:pt x="61" y="32"/>
                      <a:pt x="88" y="30"/>
                    </a:cubicBezTo>
                    <a:cubicBezTo>
                      <a:pt x="77" y="29"/>
                      <a:pt x="68" y="23"/>
                      <a:pt x="57" y="21"/>
                    </a:cubicBezTo>
                    <a:cubicBezTo>
                      <a:pt x="48" y="19"/>
                      <a:pt x="37" y="19"/>
                      <a:pt x="28" y="16"/>
                    </a:cubicBezTo>
                    <a:cubicBezTo>
                      <a:pt x="32" y="11"/>
                      <a:pt x="37" y="8"/>
                      <a:pt x="40" y="4"/>
                    </a:cubicBezTo>
                  </a:path>
                </a:pathLst>
              </a:custGeom>
              <a:solidFill>
                <a:srgbClr val="C2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586" name="Freeform 253">
                <a:extLst>
                  <a:ext uri="{FF2B5EF4-FFF2-40B4-BE49-F238E27FC236}">
                    <a16:creationId xmlns:a16="http://schemas.microsoft.com/office/drawing/2014/main" id="{7397CD96-0A4D-43EE-860B-C6942C1092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7" y="2728"/>
                <a:ext cx="227" cy="46"/>
              </a:xfrm>
              <a:custGeom>
                <a:avLst/>
                <a:gdLst>
                  <a:gd name="T0" fmla="*/ 2 w 213"/>
                  <a:gd name="T1" fmla="*/ 48 h 44"/>
                  <a:gd name="T2" fmla="*/ 143 w 213"/>
                  <a:gd name="T3" fmla="*/ 25 h 44"/>
                  <a:gd name="T4" fmla="*/ 207 w 213"/>
                  <a:gd name="T5" fmla="*/ 24 h 44"/>
                  <a:gd name="T6" fmla="*/ 258 w 213"/>
                  <a:gd name="T7" fmla="*/ 0 h 44"/>
                  <a:gd name="T8" fmla="*/ 120 w 213"/>
                  <a:gd name="T9" fmla="*/ 10 h 44"/>
                  <a:gd name="T10" fmla="*/ 56 w 213"/>
                  <a:gd name="T11" fmla="*/ 24 h 44"/>
                  <a:gd name="T12" fmla="*/ 0 w 213"/>
                  <a:gd name="T13" fmla="*/ 50 h 4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13" h="44">
                    <a:moveTo>
                      <a:pt x="2" y="42"/>
                    </a:moveTo>
                    <a:cubicBezTo>
                      <a:pt x="40" y="31"/>
                      <a:pt x="77" y="22"/>
                      <a:pt x="118" y="22"/>
                    </a:cubicBezTo>
                    <a:cubicBezTo>
                      <a:pt x="135" y="22"/>
                      <a:pt x="154" y="24"/>
                      <a:pt x="171" y="21"/>
                    </a:cubicBezTo>
                    <a:cubicBezTo>
                      <a:pt x="189" y="18"/>
                      <a:pt x="199" y="10"/>
                      <a:pt x="213" y="0"/>
                    </a:cubicBezTo>
                    <a:cubicBezTo>
                      <a:pt x="183" y="17"/>
                      <a:pt x="135" y="7"/>
                      <a:pt x="99" y="10"/>
                    </a:cubicBezTo>
                    <a:cubicBezTo>
                      <a:pt x="82" y="12"/>
                      <a:pt x="63" y="16"/>
                      <a:pt x="47" y="21"/>
                    </a:cubicBezTo>
                    <a:cubicBezTo>
                      <a:pt x="30" y="26"/>
                      <a:pt x="17" y="39"/>
                      <a:pt x="0" y="44"/>
                    </a:cubicBezTo>
                  </a:path>
                </a:pathLst>
              </a:custGeom>
              <a:solidFill>
                <a:srgbClr val="C2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587" name="Freeform 254">
                <a:extLst>
                  <a:ext uri="{FF2B5EF4-FFF2-40B4-BE49-F238E27FC236}">
                    <a16:creationId xmlns:a16="http://schemas.microsoft.com/office/drawing/2014/main" id="{F7AE6CEF-E910-4A5D-AA7C-58A3F81727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6" y="2408"/>
                <a:ext cx="166" cy="81"/>
              </a:xfrm>
              <a:custGeom>
                <a:avLst/>
                <a:gdLst>
                  <a:gd name="T0" fmla="*/ 0 w 155"/>
                  <a:gd name="T1" fmla="*/ 91 h 76"/>
                  <a:gd name="T2" fmla="*/ 114 w 155"/>
                  <a:gd name="T3" fmla="*/ 0 h 76"/>
                  <a:gd name="T4" fmla="*/ 104 w 155"/>
                  <a:gd name="T5" fmla="*/ 49 h 76"/>
                  <a:gd name="T6" fmla="*/ 138 w 155"/>
                  <a:gd name="T7" fmla="*/ 68 h 76"/>
                  <a:gd name="T8" fmla="*/ 191 w 155"/>
                  <a:gd name="T9" fmla="*/ 92 h 76"/>
                  <a:gd name="T10" fmla="*/ 141 w 155"/>
                  <a:gd name="T11" fmla="*/ 77 h 76"/>
                  <a:gd name="T12" fmla="*/ 97 w 155"/>
                  <a:gd name="T13" fmla="*/ 82 h 76"/>
                  <a:gd name="T14" fmla="*/ 11 w 155"/>
                  <a:gd name="T15" fmla="*/ 92 h 7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55" h="76">
                    <a:moveTo>
                      <a:pt x="0" y="75"/>
                    </a:moveTo>
                    <a:cubicBezTo>
                      <a:pt x="39" y="63"/>
                      <a:pt x="69" y="34"/>
                      <a:pt x="92" y="0"/>
                    </a:cubicBezTo>
                    <a:cubicBezTo>
                      <a:pt x="93" y="14"/>
                      <a:pt x="80" y="27"/>
                      <a:pt x="85" y="40"/>
                    </a:cubicBezTo>
                    <a:cubicBezTo>
                      <a:pt x="89" y="52"/>
                      <a:pt x="102" y="53"/>
                      <a:pt x="112" y="56"/>
                    </a:cubicBezTo>
                    <a:cubicBezTo>
                      <a:pt x="124" y="60"/>
                      <a:pt x="149" y="64"/>
                      <a:pt x="155" y="76"/>
                    </a:cubicBezTo>
                    <a:cubicBezTo>
                      <a:pt x="141" y="74"/>
                      <a:pt x="129" y="65"/>
                      <a:pt x="115" y="64"/>
                    </a:cubicBezTo>
                    <a:cubicBezTo>
                      <a:pt x="102" y="63"/>
                      <a:pt x="91" y="67"/>
                      <a:pt x="79" y="68"/>
                    </a:cubicBezTo>
                    <a:cubicBezTo>
                      <a:pt x="55" y="72"/>
                      <a:pt x="31" y="71"/>
                      <a:pt x="8" y="76"/>
                    </a:cubicBezTo>
                  </a:path>
                </a:pathLst>
              </a:custGeom>
              <a:solidFill>
                <a:srgbClr val="C2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588" name="Freeform 255">
                <a:extLst>
                  <a:ext uri="{FF2B5EF4-FFF2-40B4-BE49-F238E27FC236}">
                    <a16:creationId xmlns:a16="http://schemas.microsoft.com/office/drawing/2014/main" id="{2C96BBE9-4CC3-4D99-9D5F-EB68DCC930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9" y="1837"/>
                <a:ext cx="402" cy="217"/>
              </a:xfrm>
              <a:custGeom>
                <a:avLst/>
                <a:gdLst>
                  <a:gd name="T0" fmla="*/ 400 w 377"/>
                  <a:gd name="T1" fmla="*/ 0 h 204"/>
                  <a:gd name="T2" fmla="*/ 277 w 377"/>
                  <a:gd name="T3" fmla="*/ 174 h 204"/>
                  <a:gd name="T4" fmla="*/ 0 w 377"/>
                  <a:gd name="T5" fmla="*/ 163 h 204"/>
                  <a:gd name="T6" fmla="*/ 280 w 377"/>
                  <a:gd name="T7" fmla="*/ 185 h 204"/>
                  <a:gd name="T8" fmla="*/ 400 w 377"/>
                  <a:gd name="T9" fmla="*/ 0 h 20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77" h="204">
                    <a:moveTo>
                      <a:pt x="330" y="0"/>
                    </a:moveTo>
                    <a:cubicBezTo>
                      <a:pt x="330" y="0"/>
                      <a:pt x="320" y="108"/>
                      <a:pt x="229" y="145"/>
                    </a:cubicBezTo>
                    <a:cubicBezTo>
                      <a:pt x="137" y="182"/>
                      <a:pt x="57" y="169"/>
                      <a:pt x="0" y="135"/>
                    </a:cubicBezTo>
                    <a:cubicBezTo>
                      <a:pt x="0" y="135"/>
                      <a:pt x="87" y="204"/>
                      <a:pt x="232" y="154"/>
                    </a:cubicBezTo>
                    <a:cubicBezTo>
                      <a:pt x="377" y="104"/>
                      <a:pt x="331" y="3"/>
                      <a:pt x="330" y="0"/>
                    </a:cubicBezTo>
                    <a:close/>
                  </a:path>
                </a:pathLst>
              </a:custGeom>
              <a:solidFill>
                <a:srgbClr val="C2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589" name="Freeform 256">
                <a:extLst>
                  <a:ext uri="{FF2B5EF4-FFF2-40B4-BE49-F238E27FC236}">
                    <a16:creationId xmlns:a16="http://schemas.microsoft.com/office/drawing/2014/main" id="{AAC62E94-2621-44C7-B78C-C45578B5BC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8" y="3940"/>
                <a:ext cx="69" cy="62"/>
              </a:xfrm>
              <a:custGeom>
                <a:avLst/>
                <a:gdLst>
                  <a:gd name="T0" fmla="*/ 77 w 65"/>
                  <a:gd name="T1" fmla="*/ 65 h 58"/>
                  <a:gd name="T2" fmla="*/ 50 w 65"/>
                  <a:gd name="T3" fmla="*/ 50 h 58"/>
                  <a:gd name="T4" fmla="*/ 36 w 65"/>
                  <a:gd name="T5" fmla="*/ 30 h 58"/>
                  <a:gd name="T6" fmla="*/ 0 w 65"/>
                  <a:gd name="T7" fmla="*/ 0 h 58"/>
                  <a:gd name="T8" fmla="*/ 24 w 65"/>
                  <a:gd name="T9" fmla="*/ 15 h 58"/>
                  <a:gd name="T10" fmla="*/ 51 w 65"/>
                  <a:gd name="T11" fmla="*/ 33 h 58"/>
                  <a:gd name="T12" fmla="*/ 59 w 65"/>
                  <a:gd name="T13" fmla="*/ 52 h 58"/>
                  <a:gd name="T14" fmla="*/ 73 w 65"/>
                  <a:gd name="T15" fmla="*/ 61 h 5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5" h="58">
                    <a:moveTo>
                      <a:pt x="65" y="53"/>
                    </a:moveTo>
                    <a:cubicBezTo>
                      <a:pt x="57" y="58"/>
                      <a:pt x="44" y="48"/>
                      <a:pt x="41" y="41"/>
                    </a:cubicBezTo>
                    <a:cubicBezTo>
                      <a:pt x="38" y="35"/>
                      <a:pt x="37" y="28"/>
                      <a:pt x="30" y="24"/>
                    </a:cubicBezTo>
                    <a:cubicBezTo>
                      <a:pt x="19" y="19"/>
                      <a:pt x="12" y="4"/>
                      <a:pt x="0" y="0"/>
                    </a:cubicBezTo>
                    <a:cubicBezTo>
                      <a:pt x="7" y="2"/>
                      <a:pt x="14" y="8"/>
                      <a:pt x="21" y="12"/>
                    </a:cubicBezTo>
                    <a:cubicBezTo>
                      <a:pt x="29" y="16"/>
                      <a:pt x="37" y="19"/>
                      <a:pt x="42" y="27"/>
                    </a:cubicBezTo>
                    <a:cubicBezTo>
                      <a:pt x="45" y="32"/>
                      <a:pt x="45" y="39"/>
                      <a:pt x="50" y="43"/>
                    </a:cubicBezTo>
                    <a:cubicBezTo>
                      <a:pt x="52" y="46"/>
                      <a:pt x="58" y="48"/>
                      <a:pt x="61" y="50"/>
                    </a:cubicBezTo>
                  </a:path>
                </a:pathLst>
              </a:custGeom>
              <a:solidFill>
                <a:srgbClr val="C2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590" name="Freeform 257">
                <a:extLst>
                  <a:ext uri="{FF2B5EF4-FFF2-40B4-BE49-F238E27FC236}">
                    <a16:creationId xmlns:a16="http://schemas.microsoft.com/office/drawing/2014/main" id="{3C931EA0-3BEA-42CA-B965-E7BF7AE252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1" y="3690"/>
                <a:ext cx="93" cy="132"/>
              </a:xfrm>
              <a:custGeom>
                <a:avLst/>
                <a:gdLst>
                  <a:gd name="T0" fmla="*/ 47 w 88"/>
                  <a:gd name="T1" fmla="*/ 150 h 124"/>
                  <a:gd name="T2" fmla="*/ 4 w 88"/>
                  <a:gd name="T3" fmla="*/ 99 h 124"/>
                  <a:gd name="T4" fmla="*/ 4 w 88"/>
                  <a:gd name="T5" fmla="*/ 32 h 124"/>
                  <a:gd name="T6" fmla="*/ 7 w 88"/>
                  <a:gd name="T7" fmla="*/ 16 h 124"/>
                  <a:gd name="T8" fmla="*/ 35 w 88"/>
                  <a:gd name="T9" fmla="*/ 5 h 124"/>
                  <a:gd name="T10" fmla="*/ 104 w 88"/>
                  <a:gd name="T11" fmla="*/ 3 h 124"/>
                  <a:gd name="T12" fmla="*/ 37 w 88"/>
                  <a:gd name="T13" fmla="*/ 16 h 124"/>
                  <a:gd name="T14" fmla="*/ 17 w 88"/>
                  <a:gd name="T15" fmla="*/ 20 h 124"/>
                  <a:gd name="T16" fmla="*/ 15 w 88"/>
                  <a:gd name="T17" fmla="*/ 42 h 124"/>
                  <a:gd name="T18" fmla="*/ 15 w 88"/>
                  <a:gd name="T19" fmla="*/ 105 h 124"/>
                  <a:gd name="T20" fmla="*/ 42 w 88"/>
                  <a:gd name="T21" fmla="*/ 148 h 12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8" h="124">
                    <a:moveTo>
                      <a:pt x="40" y="124"/>
                    </a:moveTo>
                    <a:cubicBezTo>
                      <a:pt x="19" y="116"/>
                      <a:pt x="9" y="105"/>
                      <a:pt x="4" y="82"/>
                    </a:cubicBezTo>
                    <a:cubicBezTo>
                      <a:pt x="0" y="63"/>
                      <a:pt x="7" y="45"/>
                      <a:pt x="4" y="26"/>
                    </a:cubicBezTo>
                    <a:cubicBezTo>
                      <a:pt x="2" y="18"/>
                      <a:pt x="0" y="18"/>
                      <a:pt x="7" y="13"/>
                    </a:cubicBezTo>
                    <a:cubicBezTo>
                      <a:pt x="14" y="8"/>
                      <a:pt x="21" y="7"/>
                      <a:pt x="29" y="5"/>
                    </a:cubicBezTo>
                    <a:cubicBezTo>
                      <a:pt x="49" y="0"/>
                      <a:pt x="68" y="2"/>
                      <a:pt x="88" y="3"/>
                    </a:cubicBezTo>
                    <a:cubicBezTo>
                      <a:pt x="69" y="4"/>
                      <a:pt x="51" y="12"/>
                      <a:pt x="31" y="13"/>
                    </a:cubicBezTo>
                    <a:cubicBezTo>
                      <a:pt x="25" y="13"/>
                      <a:pt x="19" y="11"/>
                      <a:pt x="14" y="17"/>
                    </a:cubicBezTo>
                    <a:cubicBezTo>
                      <a:pt x="10" y="22"/>
                      <a:pt x="12" y="29"/>
                      <a:pt x="12" y="35"/>
                    </a:cubicBezTo>
                    <a:cubicBezTo>
                      <a:pt x="12" y="53"/>
                      <a:pt x="5" y="69"/>
                      <a:pt x="12" y="87"/>
                    </a:cubicBezTo>
                    <a:cubicBezTo>
                      <a:pt x="17" y="102"/>
                      <a:pt x="27" y="112"/>
                      <a:pt x="36" y="123"/>
                    </a:cubicBezTo>
                  </a:path>
                </a:pathLst>
              </a:custGeom>
              <a:solidFill>
                <a:srgbClr val="C2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591" name="Freeform 258">
                <a:extLst>
                  <a:ext uri="{FF2B5EF4-FFF2-40B4-BE49-F238E27FC236}">
                    <a16:creationId xmlns:a16="http://schemas.microsoft.com/office/drawing/2014/main" id="{19002884-0633-49FC-83D2-FDA312FA4E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3" y="3841"/>
                <a:ext cx="119" cy="100"/>
              </a:xfrm>
              <a:custGeom>
                <a:avLst/>
                <a:gdLst>
                  <a:gd name="T0" fmla="*/ 1 w 112"/>
                  <a:gd name="T1" fmla="*/ 0 h 94"/>
                  <a:gd name="T2" fmla="*/ 5 w 112"/>
                  <a:gd name="T3" fmla="*/ 50 h 94"/>
                  <a:gd name="T4" fmla="*/ 16 w 112"/>
                  <a:gd name="T5" fmla="*/ 77 h 94"/>
                  <a:gd name="T6" fmla="*/ 53 w 112"/>
                  <a:gd name="T7" fmla="*/ 99 h 94"/>
                  <a:gd name="T8" fmla="*/ 95 w 112"/>
                  <a:gd name="T9" fmla="*/ 103 h 94"/>
                  <a:gd name="T10" fmla="*/ 134 w 112"/>
                  <a:gd name="T11" fmla="*/ 109 h 94"/>
                  <a:gd name="T12" fmla="*/ 94 w 112"/>
                  <a:gd name="T13" fmla="*/ 41 h 94"/>
                  <a:gd name="T14" fmla="*/ 102 w 112"/>
                  <a:gd name="T15" fmla="*/ 84 h 94"/>
                  <a:gd name="T16" fmla="*/ 97 w 112"/>
                  <a:gd name="T17" fmla="*/ 95 h 94"/>
                  <a:gd name="T18" fmla="*/ 75 w 112"/>
                  <a:gd name="T19" fmla="*/ 91 h 94"/>
                  <a:gd name="T20" fmla="*/ 30 w 112"/>
                  <a:gd name="T21" fmla="*/ 70 h 94"/>
                  <a:gd name="T22" fmla="*/ 12 w 112"/>
                  <a:gd name="T23" fmla="*/ 38 h 94"/>
                  <a:gd name="T24" fmla="*/ 4 w 112"/>
                  <a:gd name="T25" fmla="*/ 5 h 9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12" h="94">
                    <a:moveTo>
                      <a:pt x="1" y="0"/>
                    </a:moveTo>
                    <a:cubicBezTo>
                      <a:pt x="0" y="13"/>
                      <a:pt x="3" y="28"/>
                      <a:pt x="5" y="41"/>
                    </a:cubicBezTo>
                    <a:cubicBezTo>
                      <a:pt x="6" y="50"/>
                      <a:pt x="7" y="57"/>
                      <a:pt x="13" y="64"/>
                    </a:cubicBezTo>
                    <a:cubicBezTo>
                      <a:pt x="20" y="74"/>
                      <a:pt x="32" y="80"/>
                      <a:pt x="44" y="82"/>
                    </a:cubicBezTo>
                    <a:cubicBezTo>
                      <a:pt x="56" y="84"/>
                      <a:pt x="67" y="83"/>
                      <a:pt x="79" y="86"/>
                    </a:cubicBezTo>
                    <a:cubicBezTo>
                      <a:pt x="88" y="88"/>
                      <a:pt x="103" y="94"/>
                      <a:pt x="112" y="90"/>
                    </a:cubicBezTo>
                    <a:cubicBezTo>
                      <a:pt x="95" y="75"/>
                      <a:pt x="81" y="59"/>
                      <a:pt x="78" y="35"/>
                    </a:cubicBezTo>
                    <a:cubicBezTo>
                      <a:pt x="78" y="47"/>
                      <a:pt x="83" y="58"/>
                      <a:pt x="85" y="70"/>
                    </a:cubicBezTo>
                    <a:cubicBezTo>
                      <a:pt x="86" y="76"/>
                      <a:pt x="88" y="79"/>
                      <a:pt x="81" y="79"/>
                    </a:cubicBezTo>
                    <a:cubicBezTo>
                      <a:pt x="75" y="80"/>
                      <a:pt x="69" y="76"/>
                      <a:pt x="63" y="76"/>
                    </a:cubicBezTo>
                    <a:cubicBezTo>
                      <a:pt x="48" y="74"/>
                      <a:pt x="36" y="69"/>
                      <a:pt x="24" y="58"/>
                    </a:cubicBezTo>
                    <a:cubicBezTo>
                      <a:pt x="15" y="51"/>
                      <a:pt x="12" y="43"/>
                      <a:pt x="9" y="32"/>
                    </a:cubicBezTo>
                    <a:cubicBezTo>
                      <a:pt x="6" y="23"/>
                      <a:pt x="1" y="14"/>
                      <a:pt x="4" y="5"/>
                    </a:cubicBezTo>
                  </a:path>
                </a:pathLst>
              </a:custGeom>
              <a:solidFill>
                <a:srgbClr val="C2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592" name="Freeform 259">
                <a:extLst>
                  <a:ext uri="{FF2B5EF4-FFF2-40B4-BE49-F238E27FC236}">
                    <a16:creationId xmlns:a16="http://schemas.microsoft.com/office/drawing/2014/main" id="{A93FA9BF-11E3-4BCE-8E6B-43BDAEB9EF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1" y="3792"/>
                <a:ext cx="111" cy="68"/>
              </a:xfrm>
              <a:custGeom>
                <a:avLst/>
                <a:gdLst>
                  <a:gd name="T0" fmla="*/ 126 w 104"/>
                  <a:gd name="T1" fmla="*/ 14 h 64"/>
                  <a:gd name="T2" fmla="*/ 53 w 104"/>
                  <a:gd name="T3" fmla="*/ 3 h 64"/>
                  <a:gd name="T4" fmla="*/ 0 w 104"/>
                  <a:gd name="T5" fmla="*/ 43 h 64"/>
                  <a:gd name="T6" fmla="*/ 42 w 104"/>
                  <a:gd name="T7" fmla="*/ 30 h 64"/>
                  <a:gd name="T8" fmla="*/ 53 w 104"/>
                  <a:gd name="T9" fmla="*/ 77 h 64"/>
                  <a:gd name="T10" fmla="*/ 58 w 104"/>
                  <a:gd name="T11" fmla="*/ 49 h 64"/>
                  <a:gd name="T12" fmla="*/ 83 w 104"/>
                  <a:gd name="T13" fmla="*/ 33 h 64"/>
                  <a:gd name="T14" fmla="*/ 101 w 104"/>
                  <a:gd name="T15" fmla="*/ 22 h 64"/>
                  <a:gd name="T16" fmla="*/ 123 w 104"/>
                  <a:gd name="T17" fmla="*/ 15 h 6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4" h="64">
                    <a:moveTo>
                      <a:pt x="104" y="11"/>
                    </a:moveTo>
                    <a:cubicBezTo>
                      <a:pt x="83" y="21"/>
                      <a:pt x="64" y="6"/>
                      <a:pt x="44" y="3"/>
                    </a:cubicBezTo>
                    <a:cubicBezTo>
                      <a:pt x="22" y="0"/>
                      <a:pt x="10" y="18"/>
                      <a:pt x="0" y="36"/>
                    </a:cubicBezTo>
                    <a:cubicBezTo>
                      <a:pt x="6" y="27"/>
                      <a:pt x="25" y="17"/>
                      <a:pt x="35" y="24"/>
                    </a:cubicBezTo>
                    <a:cubicBezTo>
                      <a:pt x="47" y="32"/>
                      <a:pt x="41" y="53"/>
                      <a:pt x="44" y="64"/>
                    </a:cubicBezTo>
                    <a:cubicBezTo>
                      <a:pt x="44" y="56"/>
                      <a:pt x="46" y="48"/>
                      <a:pt x="48" y="40"/>
                    </a:cubicBezTo>
                    <a:cubicBezTo>
                      <a:pt x="52" y="31"/>
                      <a:pt x="59" y="30"/>
                      <a:pt x="68" y="27"/>
                    </a:cubicBezTo>
                    <a:cubicBezTo>
                      <a:pt x="73" y="25"/>
                      <a:pt x="78" y="22"/>
                      <a:pt x="83" y="19"/>
                    </a:cubicBezTo>
                    <a:cubicBezTo>
                      <a:pt x="89" y="17"/>
                      <a:pt x="97" y="16"/>
                      <a:pt x="101" y="12"/>
                    </a:cubicBezTo>
                  </a:path>
                </a:pathLst>
              </a:custGeom>
              <a:solidFill>
                <a:srgbClr val="C2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593" name="Freeform 260">
                <a:extLst>
                  <a:ext uri="{FF2B5EF4-FFF2-40B4-BE49-F238E27FC236}">
                    <a16:creationId xmlns:a16="http://schemas.microsoft.com/office/drawing/2014/main" id="{E31E05D3-D9F9-4DC2-80DB-F41C550135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2" y="3174"/>
                <a:ext cx="189" cy="312"/>
              </a:xfrm>
              <a:custGeom>
                <a:avLst/>
                <a:gdLst>
                  <a:gd name="T0" fmla="*/ 213 w 178"/>
                  <a:gd name="T1" fmla="*/ 12 h 293"/>
                  <a:gd name="T2" fmla="*/ 132 w 178"/>
                  <a:gd name="T3" fmla="*/ 1 h 293"/>
                  <a:gd name="T4" fmla="*/ 71 w 178"/>
                  <a:gd name="T5" fmla="*/ 1 h 293"/>
                  <a:gd name="T6" fmla="*/ 31 w 178"/>
                  <a:gd name="T7" fmla="*/ 5 h 293"/>
                  <a:gd name="T8" fmla="*/ 19 w 178"/>
                  <a:gd name="T9" fmla="*/ 53 h 293"/>
                  <a:gd name="T10" fmla="*/ 5 w 178"/>
                  <a:gd name="T11" fmla="*/ 196 h 293"/>
                  <a:gd name="T12" fmla="*/ 36 w 178"/>
                  <a:gd name="T13" fmla="*/ 354 h 293"/>
                  <a:gd name="T14" fmla="*/ 22 w 178"/>
                  <a:gd name="T15" fmla="*/ 243 h 293"/>
                  <a:gd name="T16" fmla="*/ 25 w 178"/>
                  <a:gd name="T17" fmla="*/ 158 h 293"/>
                  <a:gd name="T18" fmla="*/ 35 w 178"/>
                  <a:gd name="T19" fmla="*/ 111 h 293"/>
                  <a:gd name="T20" fmla="*/ 40 w 178"/>
                  <a:gd name="T21" fmla="*/ 53 h 293"/>
                  <a:gd name="T22" fmla="*/ 66 w 178"/>
                  <a:gd name="T23" fmla="*/ 45 h 293"/>
                  <a:gd name="T24" fmla="*/ 116 w 178"/>
                  <a:gd name="T25" fmla="*/ 34 h 293"/>
                  <a:gd name="T26" fmla="*/ 158 w 178"/>
                  <a:gd name="T27" fmla="*/ 24 h 293"/>
                  <a:gd name="T28" fmla="*/ 192 w 178"/>
                  <a:gd name="T29" fmla="*/ 20 h 293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78" h="293">
                    <a:moveTo>
                      <a:pt x="178" y="9"/>
                    </a:moveTo>
                    <a:cubicBezTo>
                      <a:pt x="154" y="9"/>
                      <a:pt x="133" y="2"/>
                      <a:pt x="110" y="1"/>
                    </a:cubicBezTo>
                    <a:cubicBezTo>
                      <a:pt x="94" y="0"/>
                      <a:pt x="76" y="1"/>
                      <a:pt x="59" y="1"/>
                    </a:cubicBezTo>
                    <a:cubicBezTo>
                      <a:pt x="52" y="1"/>
                      <a:pt x="31" y="0"/>
                      <a:pt x="25" y="5"/>
                    </a:cubicBezTo>
                    <a:cubicBezTo>
                      <a:pt x="16" y="13"/>
                      <a:pt x="17" y="35"/>
                      <a:pt x="16" y="44"/>
                    </a:cubicBezTo>
                    <a:cubicBezTo>
                      <a:pt x="13" y="83"/>
                      <a:pt x="10" y="123"/>
                      <a:pt x="5" y="162"/>
                    </a:cubicBezTo>
                    <a:cubicBezTo>
                      <a:pt x="0" y="210"/>
                      <a:pt x="24" y="248"/>
                      <a:pt x="30" y="293"/>
                    </a:cubicBezTo>
                    <a:cubicBezTo>
                      <a:pt x="29" y="263"/>
                      <a:pt x="20" y="232"/>
                      <a:pt x="19" y="201"/>
                    </a:cubicBezTo>
                    <a:cubicBezTo>
                      <a:pt x="17" y="178"/>
                      <a:pt x="18" y="153"/>
                      <a:pt x="22" y="131"/>
                    </a:cubicBezTo>
                    <a:cubicBezTo>
                      <a:pt x="24" y="118"/>
                      <a:pt x="27" y="105"/>
                      <a:pt x="29" y="92"/>
                    </a:cubicBezTo>
                    <a:cubicBezTo>
                      <a:pt x="31" y="78"/>
                      <a:pt x="29" y="57"/>
                      <a:pt x="34" y="44"/>
                    </a:cubicBezTo>
                    <a:cubicBezTo>
                      <a:pt x="39" y="31"/>
                      <a:pt x="43" y="36"/>
                      <a:pt x="55" y="37"/>
                    </a:cubicBezTo>
                    <a:cubicBezTo>
                      <a:pt x="71" y="38"/>
                      <a:pt x="83" y="32"/>
                      <a:pt x="97" y="28"/>
                    </a:cubicBezTo>
                    <a:cubicBezTo>
                      <a:pt x="109" y="24"/>
                      <a:pt x="120" y="23"/>
                      <a:pt x="132" y="21"/>
                    </a:cubicBezTo>
                    <a:cubicBezTo>
                      <a:pt x="140" y="20"/>
                      <a:pt x="154" y="22"/>
                      <a:pt x="160" y="17"/>
                    </a:cubicBezTo>
                  </a:path>
                </a:pathLst>
              </a:custGeom>
              <a:solidFill>
                <a:srgbClr val="C2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594" name="Freeform 261">
                <a:extLst>
                  <a:ext uri="{FF2B5EF4-FFF2-40B4-BE49-F238E27FC236}">
                    <a16:creationId xmlns:a16="http://schemas.microsoft.com/office/drawing/2014/main" id="{0DAC0680-F43C-4567-B056-BEDEDAE055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8" y="3327"/>
                <a:ext cx="151" cy="341"/>
              </a:xfrm>
              <a:custGeom>
                <a:avLst/>
                <a:gdLst>
                  <a:gd name="T0" fmla="*/ 11 w 142"/>
                  <a:gd name="T1" fmla="*/ 140 h 320"/>
                  <a:gd name="T2" fmla="*/ 74 w 142"/>
                  <a:gd name="T3" fmla="*/ 285 h 320"/>
                  <a:gd name="T4" fmla="*/ 171 w 142"/>
                  <a:gd name="T5" fmla="*/ 387 h 320"/>
                  <a:gd name="T6" fmla="*/ 84 w 142"/>
                  <a:gd name="T7" fmla="*/ 276 h 320"/>
                  <a:gd name="T8" fmla="*/ 33 w 142"/>
                  <a:gd name="T9" fmla="*/ 167 h 320"/>
                  <a:gd name="T10" fmla="*/ 7 w 142"/>
                  <a:gd name="T11" fmla="*/ 0 h 32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2" h="320">
                    <a:moveTo>
                      <a:pt x="8" y="115"/>
                    </a:moveTo>
                    <a:cubicBezTo>
                      <a:pt x="13" y="158"/>
                      <a:pt x="38" y="202"/>
                      <a:pt x="62" y="236"/>
                    </a:cubicBezTo>
                    <a:cubicBezTo>
                      <a:pt x="82" y="265"/>
                      <a:pt x="112" y="301"/>
                      <a:pt x="142" y="320"/>
                    </a:cubicBezTo>
                    <a:cubicBezTo>
                      <a:pt x="117" y="292"/>
                      <a:pt x="88" y="261"/>
                      <a:pt x="70" y="228"/>
                    </a:cubicBezTo>
                    <a:cubicBezTo>
                      <a:pt x="54" y="199"/>
                      <a:pt x="42" y="168"/>
                      <a:pt x="27" y="138"/>
                    </a:cubicBezTo>
                    <a:cubicBezTo>
                      <a:pt x="7" y="100"/>
                      <a:pt x="0" y="43"/>
                      <a:pt x="7" y="0"/>
                    </a:cubicBezTo>
                  </a:path>
                </a:pathLst>
              </a:custGeom>
              <a:solidFill>
                <a:srgbClr val="C2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595" name="Freeform 262">
                <a:extLst>
                  <a:ext uri="{FF2B5EF4-FFF2-40B4-BE49-F238E27FC236}">
                    <a16:creationId xmlns:a16="http://schemas.microsoft.com/office/drawing/2014/main" id="{9F708413-ABD8-4BC9-8647-B099AC806B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9" y="2492"/>
                <a:ext cx="124" cy="22"/>
              </a:xfrm>
              <a:custGeom>
                <a:avLst/>
                <a:gdLst>
                  <a:gd name="T0" fmla="*/ 0 w 117"/>
                  <a:gd name="T1" fmla="*/ 8 h 21"/>
                  <a:gd name="T2" fmla="*/ 58 w 117"/>
                  <a:gd name="T3" fmla="*/ 21 h 21"/>
                  <a:gd name="T4" fmla="*/ 139 w 117"/>
                  <a:gd name="T5" fmla="*/ 0 h 21"/>
                  <a:gd name="T6" fmla="*/ 3 w 117"/>
                  <a:gd name="T7" fmla="*/ 8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7" h="21">
                    <a:moveTo>
                      <a:pt x="0" y="8"/>
                    </a:moveTo>
                    <a:cubicBezTo>
                      <a:pt x="9" y="19"/>
                      <a:pt x="34" y="17"/>
                      <a:pt x="49" y="18"/>
                    </a:cubicBezTo>
                    <a:cubicBezTo>
                      <a:pt x="71" y="19"/>
                      <a:pt x="97" y="8"/>
                      <a:pt x="117" y="0"/>
                    </a:cubicBezTo>
                    <a:cubicBezTo>
                      <a:pt x="79" y="21"/>
                      <a:pt x="42" y="7"/>
                      <a:pt x="3" y="8"/>
                    </a:cubicBezTo>
                  </a:path>
                </a:pathLst>
              </a:custGeom>
              <a:solidFill>
                <a:srgbClr val="C2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596" name="Freeform 263">
                <a:extLst>
                  <a:ext uri="{FF2B5EF4-FFF2-40B4-BE49-F238E27FC236}">
                    <a16:creationId xmlns:a16="http://schemas.microsoft.com/office/drawing/2014/main" id="{65A5C3B6-E97D-446A-B4C5-D88E5C5D67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9" y="1585"/>
                <a:ext cx="38" cy="48"/>
              </a:xfrm>
              <a:custGeom>
                <a:avLst/>
                <a:gdLst>
                  <a:gd name="T0" fmla="*/ 0 w 35"/>
                  <a:gd name="T1" fmla="*/ 54 h 45"/>
                  <a:gd name="T2" fmla="*/ 45 w 35"/>
                  <a:gd name="T3" fmla="*/ 0 h 45"/>
                  <a:gd name="T4" fmla="*/ 41 w 35"/>
                  <a:gd name="T5" fmla="*/ 50 h 45"/>
                  <a:gd name="T6" fmla="*/ 1 w 35"/>
                  <a:gd name="T7" fmla="*/ 53 h 4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5" h="45">
                    <a:moveTo>
                      <a:pt x="0" y="45"/>
                    </a:moveTo>
                    <a:cubicBezTo>
                      <a:pt x="10" y="30"/>
                      <a:pt x="21" y="11"/>
                      <a:pt x="35" y="0"/>
                    </a:cubicBezTo>
                    <a:cubicBezTo>
                      <a:pt x="29" y="12"/>
                      <a:pt x="17" y="32"/>
                      <a:pt x="32" y="41"/>
                    </a:cubicBezTo>
                    <a:cubicBezTo>
                      <a:pt x="21" y="42"/>
                      <a:pt x="11" y="42"/>
                      <a:pt x="1" y="44"/>
                    </a:cubicBezTo>
                  </a:path>
                </a:pathLst>
              </a:custGeom>
              <a:solidFill>
                <a:srgbClr val="C2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597" name="Freeform 264">
                <a:extLst>
                  <a:ext uri="{FF2B5EF4-FFF2-40B4-BE49-F238E27FC236}">
                    <a16:creationId xmlns:a16="http://schemas.microsoft.com/office/drawing/2014/main" id="{4E677B16-C5BC-40CB-8952-B75D3514C9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5" y="1639"/>
                <a:ext cx="64" cy="87"/>
              </a:xfrm>
              <a:custGeom>
                <a:avLst/>
                <a:gdLst>
                  <a:gd name="T0" fmla="*/ 73 w 60"/>
                  <a:gd name="T1" fmla="*/ 0 h 82"/>
                  <a:gd name="T2" fmla="*/ 33 w 60"/>
                  <a:gd name="T3" fmla="*/ 6 h 82"/>
                  <a:gd name="T4" fmla="*/ 12 w 60"/>
                  <a:gd name="T5" fmla="*/ 24 h 82"/>
                  <a:gd name="T6" fmla="*/ 5 w 60"/>
                  <a:gd name="T7" fmla="*/ 59 h 82"/>
                  <a:gd name="T8" fmla="*/ 25 w 60"/>
                  <a:gd name="T9" fmla="*/ 98 h 82"/>
                  <a:gd name="T10" fmla="*/ 20 w 60"/>
                  <a:gd name="T11" fmla="*/ 58 h 82"/>
                  <a:gd name="T12" fmla="*/ 27 w 60"/>
                  <a:gd name="T13" fmla="*/ 29 h 82"/>
                  <a:gd name="T14" fmla="*/ 48 w 60"/>
                  <a:gd name="T15" fmla="*/ 15 h 82"/>
                  <a:gd name="T16" fmla="*/ 66 w 60"/>
                  <a:gd name="T17" fmla="*/ 4 h 8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0" h="82">
                    <a:moveTo>
                      <a:pt x="60" y="0"/>
                    </a:moveTo>
                    <a:cubicBezTo>
                      <a:pt x="49" y="7"/>
                      <a:pt x="40" y="7"/>
                      <a:pt x="27" y="6"/>
                    </a:cubicBezTo>
                    <a:cubicBezTo>
                      <a:pt x="13" y="6"/>
                      <a:pt x="12" y="9"/>
                      <a:pt x="9" y="21"/>
                    </a:cubicBezTo>
                    <a:cubicBezTo>
                      <a:pt x="5" y="32"/>
                      <a:pt x="0" y="39"/>
                      <a:pt x="5" y="50"/>
                    </a:cubicBezTo>
                    <a:cubicBezTo>
                      <a:pt x="10" y="59"/>
                      <a:pt x="20" y="72"/>
                      <a:pt x="21" y="82"/>
                    </a:cubicBezTo>
                    <a:cubicBezTo>
                      <a:pt x="24" y="74"/>
                      <a:pt x="18" y="58"/>
                      <a:pt x="17" y="49"/>
                    </a:cubicBezTo>
                    <a:cubicBezTo>
                      <a:pt x="16" y="40"/>
                      <a:pt x="17" y="31"/>
                      <a:pt x="22" y="24"/>
                    </a:cubicBezTo>
                    <a:cubicBezTo>
                      <a:pt x="27" y="19"/>
                      <a:pt x="33" y="16"/>
                      <a:pt x="39" y="12"/>
                    </a:cubicBezTo>
                    <a:cubicBezTo>
                      <a:pt x="43" y="10"/>
                      <a:pt x="49" y="6"/>
                      <a:pt x="54" y="4"/>
                    </a:cubicBezTo>
                  </a:path>
                </a:pathLst>
              </a:custGeom>
              <a:solidFill>
                <a:srgbClr val="C2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598" name="Freeform 265">
                <a:extLst>
                  <a:ext uri="{FF2B5EF4-FFF2-40B4-BE49-F238E27FC236}">
                    <a16:creationId xmlns:a16="http://schemas.microsoft.com/office/drawing/2014/main" id="{30C3BD9F-477E-4DFF-B73A-4809CD6D21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3" y="1792"/>
                <a:ext cx="78" cy="83"/>
              </a:xfrm>
              <a:custGeom>
                <a:avLst/>
                <a:gdLst>
                  <a:gd name="T0" fmla="*/ 89 w 73"/>
                  <a:gd name="T1" fmla="*/ 46 h 78"/>
                  <a:gd name="T2" fmla="*/ 60 w 73"/>
                  <a:gd name="T3" fmla="*/ 33 h 78"/>
                  <a:gd name="T4" fmla="*/ 38 w 73"/>
                  <a:gd name="T5" fmla="*/ 22 h 78"/>
                  <a:gd name="T6" fmla="*/ 0 w 73"/>
                  <a:gd name="T7" fmla="*/ 0 h 78"/>
                  <a:gd name="T8" fmla="*/ 41 w 73"/>
                  <a:gd name="T9" fmla="*/ 94 h 78"/>
                  <a:gd name="T10" fmla="*/ 38 w 73"/>
                  <a:gd name="T11" fmla="*/ 37 h 78"/>
                  <a:gd name="T12" fmla="*/ 66 w 73"/>
                  <a:gd name="T13" fmla="*/ 45 h 78"/>
                  <a:gd name="T14" fmla="*/ 89 w 73"/>
                  <a:gd name="T15" fmla="*/ 52 h 7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3" h="78">
                    <a:moveTo>
                      <a:pt x="73" y="38"/>
                    </a:moveTo>
                    <a:cubicBezTo>
                      <a:pt x="68" y="39"/>
                      <a:pt x="55" y="30"/>
                      <a:pt x="49" y="27"/>
                    </a:cubicBezTo>
                    <a:cubicBezTo>
                      <a:pt x="43" y="24"/>
                      <a:pt x="37" y="22"/>
                      <a:pt x="32" y="19"/>
                    </a:cubicBezTo>
                    <a:cubicBezTo>
                      <a:pt x="22" y="13"/>
                      <a:pt x="8" y="8"/>
                      <a:pt x="0" y="0"/>
                    </a:cubicBezTo>
                    <a:cubicBezTo>
                      <a:pt x="5" y="28"/>
                      <a:pt x="23" y="52"/>
                      <a:pt x="34" y="78"/>
                    </a:cubicBezTo>
                    <a:cubicBezTo>
                      <a:pt x="35" y="67"/>
                      <a:pt x="12" y="33"/>
                      <a:pt x="32" y="31"/>
                    </a:cubicBezTo>
                    <a:cubicBezTo>
                      <a:pt x="38" y="31"/>
                      <a:pt x="48" y="35"/>
                      <a:pt x="54" y="37"/>
                    </a:cubicBezTo>
                    <a:cubicBezTo>
                      <a:pt x="60" y="39"/>
                      <a:pt x="65" y="43"/>
                      <a:pt x="73" y="43"/>
                    </a:cubicBezTo>
                  </a:path>
                </a:pathLst>
              </a:custGeom>
              <a:solidFill>
                <a:srgbClr val="C2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599" name="Freeform 266">
                <a:extLst>
                  <a:ext uri="{FF2B5EF4-FFF2-40B4-BE49-F238E27FC236}">
                    <a16:creationId xmlns:a16="http://schemas.microsoft.com/office/drawing/2014/main" id="{AF53D2C9-C0BF-4E40-B91E-C30B0676C1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1" y="2174"/>
                <a:ext cx="122" cy="176"/>
              </a:xfrm>
              <a:custGeom>
                <a:avLst/>
                <a:gdLst>
                  <a:gd name="T0" fmla="*/ 107 w 115"/>
                  <a:gd name="T1" fmla="*/ 21 h 166"/>
                  <a:gd name="T2" fmla="*/ 57 w 115"/>
                  <a:gd name="T3" fmla="*/ 55 h 166"/>
                  <a:gd name="T4" fmla="*/ 72 w 115"/>
                  <a:gd name="T5" fmla="*/ 93 h 166"/>
                  <a:gd name="T6" fmla="*/ 107 w 115"/>
                  <a:gd name="T7" fmla="*/ 83 h 166"/>
                  <a:gd name="T8" fmla="*/ 137 w 115"/>
                  <a:gd name="T9" fmla="*/ 73 h 166"/>
                  <a:gd name="T10" fmla="*/ 79 w 115"/>
                  <a:gd name="T11" fmla="*/ 116 h 166"/>
                  <a:gd name="T12" fmla="*/ 72 w 115"/>
                  <a:gd name="T13" fmla="*/ 198 h 166"/>
                  <a:gd name="T14" fmla="*/ 72 w 115"/>
                  <a:gd name="T15" fmla="*/ 134 h 166"/>
                  <a:gd name="T16" fmla="*/ 64 w 115"/>
                  <a:gd name="T17" fmla="*/ 87 h 166"/>
                  <a:gd name="T18" fmla="*/ 46 w 115"/>
                  <a:gd name="T19" fmla="*/ 43 h 166"/>
                  <a:gd name="T20" fmla="*/ 31 w 115"/>
                  <a:gd name="T21" fmla="*/ 27 h 166"/>
                  <a:gd name="T22" fmla="*/ 0 w 115"/>
                  <a:gd name="T23" fmla="*/ 1 h 166"/>
                  <a:gd name="T24" fmla="*/ 29 w 115"/>
                  <a:gd name="T25" fmla="*/ 17 h 166"/>
                  <a:gd name="T26" fmla="*/ 56 w 115"/>
                  <a:gd name="T27" fmla="*/ 29 h 166"/>
                  <a:gd name="T28" fmla="*/ 81 w 115"/>
                  <a:gd name="T29" fmla="*/ 25 h 166"/>
                  <a:gd name="T30" fmla="*/ 104 w 115"/>
                  <a:gd name="T31" fmla="*/ 21 h 16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15" h="166">
                    <a:moveTo>
                      <a:pt x="90" y="18"/>
                    </a:moveTo>
                    <a:cubicBezTo>
                      <a:pt x="75" y="24"/>
                      <a:pt x="60" y="35"/>
                      <a:pt x="48" y="46"/>
                    </a:cubicBezTo>
                    <a:cubicBezTo>
                      <a:pt x="45" y="56"/>
                      <a:pt x="47" y="74"/>
                      <a:pt x="60" y="78"/>
                    </a:cubicBezTo>
                    <a:cubicBezTo>
                      <a:pt x="68" y="80"/>
                      <a:pt x="81" y="73"/>
                      <a:pt x="90" y="70"/>
                    </a:cubicBezTo>
                    <a:cubicBezTo>
                      <a:pt x="98" y="67"/>
                      <a:pt x="108" y="65"/>
                      <a:pt x="115" y="61"/>
                    </a:cubicBezTo>
                    <a:cubicBezTo>
                      <a:pt x="102" y="79"/>
                      <a:pt x="67" y="70"/>
                      <a:pt x="66" y="97"/>
                    </a:cubicBezTo>
                    <a:cubicBezTo>
                      <a:pt x="64" y="121"/>
                      <a:pt x="56" y="142"/>
                      <a:pt x="60" y="166"/>
                    </a:cubicBezTo>
                    <a:cubicBezTo>
                      <a:pt x="57" y="146"/>
                      <a:pt x="56" y="131"/>
                      <a:pt x="60" y="112"/>
                    </a:cubicBezTo>
                    <a:cubicBezTo>
                      <a:pt x="64" y="97"/>
                      <a:pt x="62" y="87"/>
                      <a:pt x="54" y="73"/>
                    </a:cubicBezTo>
                    <a:cubicBezTo>
                      <a:pt x="47" y="61"/>
                      <a:pt x="44" y="48"/>
                      <a:pt x="39" y="37"/>
                    </a:cubicBezTo>
                    <a:cubicBezTo>
                      <a:pt x="36" y="30"/>
                      <a:pt x="30" y="27"/>
                      <a:pt x="25" y="23"/>
                    </a:cubicBezTo>
                    <a:cubicBezTo>
                      <a:pt x="17" y="16"/>
                      <a:pt x="10" y="5"/>
                      <a:pt x="0" y="1"/>
                    </a:cubicBezTo>
                    <a:cubicBezTo>
                      <a:pt x="7" y="0"/>
                      <a:pt x="17" y="10"/>
                      <a:pt x="24" y="14"/>
                    </a:cubicBezTo>
                    <a:cubicBezTo>
                      <a:pt x="32" y="19"/>
                      <a:pt x="38" y="22"/>
                      <a:pt x="47" y="24"/>
                    </a:cubicBezTo>
                    <a:cubicBezTo>
                      <a:pt x="56" y="27"/>
                      <a:pt x="59" y="25"/>
                      <a:pt x="68" y="22"/>
                    </a:cubicBezTo>
                    <a:cubicBezTo>
                      <a:pt x="74" y="20"/>
                      <a:pt x="83" y="21"/>
                      <a:pt x="87" y="18"/>
                    </a:cubicBezTo>
                  </a:path>
                </a:pathLst>
              </a:custGeom>
              <a:solidFill>
                <a:srgbClr val="C2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600" name="Freeform 267">
                <a:extLst>
                  <a:ext uri="{FF2B5EF4-FFF2-40B4-BE49-F238E27FC236}">
                    <a16:creationId xmlns:a16="http://schemas.microsoft.com/office/drawing/2014/main" id="{F4194F67-7438-4FC0-BB1B-E86A7E904A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0" y="2397"/>
                <a:ext cx="32" cy="59"/>
              </a:xfrm>
              <a:custGeom>
                <a:avLst/>
                <a:gdLst>
                  <a:gd name="T0" fmla="*/ 0 w 30"/>
                  <a:gd name="T1" fmla="*/ 1 h 55"/>
                  <a:gd name="T2" fmla="*/ 12 w 30"/>
                  <a:gd name="T3" fmla="*/ 68 h 55"/>
                  <a:gd name="T4" fmla="*/ 36 w 30"/>
                  <a:gd name="T5" fmla="*/ 62 h 55"/>
                  <a:gd name="T6" fmla="*/ 16 w 30"/>
                  <a:gd name="T7" fmla="*/ 41 h 55"/>
                  <a:gd name="T8" fmla="*/ 2 w 30"/>
                  <a:gd name="T9" fmla="*/ 0 h 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55">
                    <a:moveTo>
                      <a:pt x="0" y="1"/>
                    </a:moveTo>
                    <a:cubicBezTo>
                      <a:pt x="9" y="17"/>
                      <a:pt x="9" y="37"/>
                      <a:pt x="9" y="55"/>
                    </a:cubicBezTo>
                    <a:cubicBezTo>
                      <a:pt x="10" y="45"/>
                      <a:pt x="24" y="46"/>
                      <a:pt x="30" y="50"/>
                    </a:cubicBezTo>
                    <a:cubicBezTo>
                      <a:pt x="26" y="45"/>
                      <a:pt x="18" y="39"/>
                      <a:pt x="13" y="33"/>
                    </a:cubicBezTo>
                    <a:cubicBezTo>
                      <a:pt x="8" y="25"/>
                      <a:pt x="2" y="10"/>
                      <a:pt x="2" y="0"/>
                    </a:cubicBezTo>
                  </a:path>
                </a:pathLst>
              </a:custGeom>
              <a:solidFill>
                <a:srgbClr val="C2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601" name="Freeform 268">
                <a:extLst>
                  <a:ext uri="{FF2B5EF4-FFF2-40B4-BE49-F238E27FC236}">
                    <a16:creationId xmlns:a16="http://schemas.microsoft.com/office/drawing/2014/main" id="{54D01347-79A0-4135-BDD2-889F7E7407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3" y="1922"/>
                <a:ext cx="115" cy="210"/>
              </a:xfrm>
              <a:custGeom>
                <a:avLst/>
                <a:gdLst>
                  <a:gd name="T0" fmla="*/ 0 w 108"/>
                  <a:gd name="T1" fmla="*/ 0 h 197"/>
                  <a:gd name="T2" fmla="*/ 7 w 108"/>
                  <a:gd name="T3" fmla="*/ 29 h 197"/>
                  <a:gd name="T4" fmla="*/ 24 w 108"/>
                  <a:gd name="T5" fmla="*/ 50 h 197"/>
                  <a:gd name="T6" fmla="*/ 55 w 108"/>
                  <a:gd name="T7" fmla="*/ 102 h 197"/>
                  <a:gd name="T8" fmla="*/ 76 w 108"/>
                  <a:gd name="T9" fmla="*/ 164 h 197"/>
                  <a:gd name="T10" fmla="*/ 130 w 108"/>
                  <a:gd name="T11" fmla="*/ 239 h 197"/>
                  <a:gd name="T12" fmla="*/ 68 w 108"/>
                  <a:gd name="T13" fmla="*/ 96 h 197"/>
                  <a:gd name="T14" fmla="*/ 36 w 108"/>
                  <a:gd name="T15" fmla="*/ 38 h 197"/>
                  <a:gd name="T16" fmla="*/ 7 w 108"/>
                  <a:gd name="T17" fmla="*/ 0 h 19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8" h="197">
                    <a:moveTo>
                      <a:pt x="0" y="0"/>
                    </a:moveTo>
                    <a:cubicBezTo>
                      <a:pt x="2" y="8"/>
                      <a:pt x="3" y="16"/>
                      <a:pt x="7" y="23"/>
                    </a:cubicBezTo>
                    <a:cubicBezTo>
                      <a:pt x="10" y="30"/>
                      <a:pt x="16" y="34"/>
                      <a:pt x="21" y="41"/>
                    </a:cubicBezTo>
                    <a:cubicBezTo>
                      <a:pt x="32" y="53"/>
                      <a:pt x="40" y="68"/>
                      <a:pt x="46" y="84"/>
                    </a:cubicBezTo>
                    <a:cubicBezTo>
                      <a:pt x="52" y="102"/>
                      <a:pt x="54" y="118"/>
                      <a:pt x="63" y="135"/>
                    </a:cubicBezTo>
                    <a:cubicBezTo>
                      <a:pt x="75" y="158"/>
                      <a:pt x="92" y="177"/>
                      <a:pt x="108" y="197"/>
                    </a:cubicBezTo>
                    <a:cubicBezTo>
                      <a:pt x="78" y="163"/>
                      <a:pt x="70" y="120"/>
                      <a:pt x="56" y="79"/>
                    </a:cubicBezTo>
                    <a:cubicBezTo>
                      <a:pt x="50" y="61"/>
                      <a:pt x="42" y="46"/>
                      <a:pt x="30" y="32"/>
                    </a:cubicBezTo>
                    <a:cubicBezTo>
                      <a:pt x="22" y="21"/>
                      <a:pt x="15" y="9"/>
                      <a:pt x="7" y="0"/>
                    </a:cubicBezTo>
                  </a:path>
                </a:pathLst>
              </a:custGeom>
              <a:solidFill>
                <a:srgbClr val="C2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602" name="Freeform 269">
                <a:extLst>
                  <a:ext uri="{FF2B5EF4-FFF2-40B4-BE49-F238E27FC236}">
                    <a16:creationId xmlns:a16="http://schemas.microsoft.com/office/drawing/2014/main" id="{1FDB777B-F548-4BB1-A6C9-1F7C0AA242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6" y="1847"/>
                <a:ext cx="156" cy="127"/>
              </a:xfrm>
              <a:custGeom>
                <a:avLst/>
                <a:gdLst>
                  <a:gd name="T0" fmla="*/ 111 w 146"/>
                  <a:gd name="T1" fmla="*/ 7 h 119"/>
                  <a:gd name="T2" fmla="*/ 177 w 146"/>
                  <a:gd name="T3" fmla="*/ 55 h 119"/>
                  <a:gd name="T4" fmla="*/ 106 w 146"/>
                  <a:gd name="T5" fmla="*/ 128 h 119"/>
                  <a:gd name="T6" fmla="*/ 30 w 146"/>
                  <a:gd name="T7" fmla="*/ 132 h 119"/>
                  <a:gd name="T8" fmla="*/ 19 w 146"/>
                  <a:gd name="T9" fmla="*/ 55 h 119"/>
                  <a:gd name="T10" fmla="*/ 74 w 146"/>
                  <a:gd name="T11" fmla="*/ 19 h 119"/>
                  <a:gd name="T12" fmla="*/ 95 w 146"/>
                  <a:gd name="T13" fmla="*/ 13 h 119"/>
                  <a:gd name="T14" fmla="*/ 114 w 146"/>
                  <a:gd name="T15" fmla="*/ 5 h 11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46" h="119">
                    <a:moveTo>
                      <a:pt x="91" y="7"/>
                    </a:moveTo>
                    <a:cubicBezTo>
                      <a:pt x="115" y="0"/>
                      <a:pt x="146" y="21"/>
                      <a:pt x="145" y="46"/>
                    </a:cubicBezTo>
                    <a:cubicBezTo>
                      <a:pt x="144" y="73"/>
                      <a:pt x="107" y="95"/>
                      <a:pt x="87" y="105"/>
                    </a:cubicBezTo>
                    <a:cubicBezTo>
                      <a:pt x="67" y="114"/>
                      <a:pt x="45" y="119"/>
                      <a:pt x="24" y="109"/>
                    </a:cubicBezTo>
                    <a:cubicBezTo>
                      <a:pt x="1" y="98"/>
                      <a:pt x="0" y="65"/>
                      <a:pt x="16" y="46"/>
                    </a:cubicBezTo>
                    <a:cubicBezTo>
                      <a:pt x="28" y="33"/>
                      <a:pt x="45" y="23"/>
                      <a:pt x="61" y="16"/>
                    </a:cubicBezTo>
                    <a:cubicBezTo>
                      <a:pt x="66" y="14"/>
                      <a:pt x="73" y="12"/>
                      <a:pt x="78" y="10"/>
                    </a:cubicBezTo>
                    <a:cubicBezTo>
                      <a:pt x="83" y="8"/>
                      <a:pt x="88" y="5"/>
                      <a:pt x="94" y="5"/>
                    </a:cubicBezTo>
                  </a:path>
                </a:pathLst>
              </a:custGeom>
              <a:solidFill>
                <a:srgbClr val="7233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603" name="Freeform 270">
                <a:extLst>
                  <a:ext uri="{FF2B5EF4-FFF2-40B4-BE49-F238E27FC236}">
                    <a16:creationId xmlns:a16="http://schemas.microsoft.com/office/drawing/2014/main" id="{0FF9CF1E-631C-4E99-98FB-9EFF33950E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6" y="1712"/>
                <a:ext cx="34" cy="227"/>
              </a:xfrm>
              <a:custGeom>
                <a:avLst/>
                <a:gdLst>
                  <a:gd name="T0" fmla="*/ 38 w 32"/>
                  <a:gd name="T1" fmla="*/ 252 h 213"/>
                  <a:gd name="T2" fmla="*/ 16 w 32"/>
                  <a:gd name="T3" fmla="*/ 144 h 213"/>
                  <a:gd name="T4" fmla="*/ 13 w 32"/>
                  <a:gd name="T5" fmla="*/ 66 h 213"/>
                  <a:gd name="T6" fmla="*/ 16 w 32"/>
                  <a:gd name="T7" fmla="*/ 0 h 213"/>
                  <a:gd name="T8" fmla="*/ 2 w 32"/>
                  <a:gd name="T9" fmla="*/ 128 h 213"/>
                  <a:gd name="T10" fmla="*/ 1 w 32"/>
                  <a:gd name="T11" fmla="*/ 199 h 213"/>
                  <a:gd name="T12" fmla="*/ 2 w 32"/>
                  <a:gd name="T13" fmla="*/ 258 h 213"/>
                  <a:gd name="T14" fmla="*/ 33 w 32"/>
                  <a:gd name="T15" fmla="*/ 252 h 21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2" h="213">
                    <a:moveTo>
                      <a:pt x="32" y="207"/>
                    </a:moveTo>
                    <a:cubicBezTo>
                      <a:pt x="2" y="184"/>
                      <a:pt x="12" y="150"/>
                      <a:pt x="13" y="119"/>
                    </a:cubicBezTo>
                    <a:cubicBezTo>
                      <a:pt x="14" y="98"/>
                      <a:pt x="11" y="76"/>
                      <a:pt x="10" y="54"/>
                    </a:cubicBezTo>
                    <a:cubicBezTo>
                      <a:pt x="10" y="36"/>
                      <a:pt x="13" y="14"/>
                      <a:pt x="13" y="0"/>
                    </a:cubicBezTo>
                    <a:cubicBezTo>
                      <a:pt x="17" y="34"/>
                      <a:pt x="5" y="72"/>
                      <a:pt x="2" y="106"/>
                    </a:cubicBezTo>
                    <a:cubicBezTo>
                      <a:pt x="1" y="125"/>
                      <a:pt x="2" y="145"/>
                      <a:pt x="1" y="164"/>
                    </a:cubicBezTo>
                    <a:cubicBezTo>
                      <a:pt x="0" y="178"/>
                      <a:pt x="5" y="202"/>
                      <a:pt x="2" y="213"/>
                    </a:cubicBezTo>
                    <a:cubicBezTo>
                      <a:pt x="8" y="206"/>
                      <a:pt x="19" y="200"/>
                      <a:pt x="27" y="207"/>
                    </a:cubicBezTo>
                  </a:path>
                </a:pathLst>
              </a:custGeom>
              <a:solidFill>
                <a:srgbClr val="C2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604" name="Freeform 271">
                <a:extLst>
                  <a:ext uri="{FF2B5EF4-FFF2-40B4-BE49-F238E27FC236}">
                    <a16:creationId xmlns:a16="http://schemas.microsoft.com/office/drawing/2014/main" id="{7A3A66DB-FE66-41EE-9EBA-76EEA149AA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0" y="2496"/>
                <a:ext cx="536" cy="293"/>
              </a:xfrm>
              <a:custGeom>
                <a:avLst/>
                <a:gdLst>
                  <a:gd name="T0" fmla="*/ 433 w 503"/>
                  <a:gd name="T1" fmla="*/ 247 h 275"/>
                  <a:gd name="T2" fmla="*/ 601 w 503"/>
                  <a:gd name="T3" fmla="*/ 219 h 275"/>
                  <a:gd name="T4" fmla="*/ 564 w 503"/>
                  <a:gd name="T5" fmla="*/ 82 h 275"/>
                  <a:gd name="T6" fmla="*/ 457 w 503"/>
                  <a:gd name="T7" fmla="*/ 25 h 275"/>
                  <a:gd name="T8" fmla="*/ 215 w 503"/>
                  <a:gd name="T9" fmla="*/ 40 h 275"/>
                  <a:gd name="T10" fmla="*/ 132 w 503"/>
                  <a:gd name="T11" fmla="*/ 40 h 275"/>
                  <a:gd name="T12" fmla="*/ 52 w 503"/>
                  <a:gd name="T13" fmla="*/ 25 h 275"/>
                  <a:gd name="T14" fmla="*/ 2 w 503"/>
                  <a:gd name="T15" fmla="*/ 148 h 275"/>
                  <a:gd name="T16" fmla="*/ 116 w 503"/>
                  <a:gd name="T17" fmla="*/ 227 h 275"/>
                  <a:gd name="T18" fmla="*/ 266 w 503"/>
                  <a:gd name="T19" fmla="*/ 232 h 275"/>
                  <a:gd name="T20" fmla="*/ 374 w 503"/>
                  <a:gd name="T21" fmla="*/ 243 h 275"/>
                  <a:gd name="T22" fmla="*/ 453 w 503"/>
                  <a:gd name="T23" fmla="*/ 253 h 27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503" h="275">
                    <a:moveTo>
                      <a:pt x="358" y="205"/>
                    </a:moveTo>
                    <a:cubicBezTo>
                      <a:pt x="408" y="197"/>
                      <a:pt x="503" y="275"/>
                      <a:pt x="496" y="181"/>
                    </a:cubicBezTo>
                    <a:cubicBezTo>
                      <a:pt x="493" y="145"/>
                      <a:pt x="485" y="97"/>
                      <a:pt x="465" y="68"/>
                    </a:cubicBezTo>
                    <a:cubicBezTo>
                      <a:pt x="446" y="39"/>
                      <a:pt x="411" y="32"/>
                      <a:pt x="378" y="21"/>
                    </a:cubicBezTo>
                    <a:cubicBezTo>
                      <a:pt x="309" y="0"/>
                      <a:pt x="247" y="34"/>
                      <a:pt x="178" y="34"/>
                    </a:cubicBezTo>
                    <a:cubicBezTo>
                      <a:pt x="156" y="34"/>
                      <a:pt x="132" y="36"/>
                      <a:pt x="109" y="34"/>
                    </a:cubicBezTo>
                    <a:cubicBezTo>
                      <a:pt x="92" y="32"/>
                      <a:pt x="60" y="18"/>
                      <a:pt x="43" y="21"/>
                    </a:cubicBezTo>
                    <a:cubicBezTo>
                      <a:pt x="10" y="29"/>
                      <a:pt x="4" y="89"/>
                      <a:pt x="2" y="122"/>
                    </a:cubicBezTo>
                    <a:cubicBezTo>
                      <a:pt x="0" y="181"/>
                      <a:pt x="44" y="182"/>
                      <a:pt x="96" y="188"/>
                    </a:cubicBezTo>
                    <a:cubicBezTo>
                      <a:pt x="137" y="193"/>
                      <a:pt x="180" y="190"/>
                      <a:pt x="221" y="192"/>
                    </a:cubicBezTo>
                    <a:cubicBezTo>
                      <a:pt x="251" y="194"/>
                      <a:pt x="281" y="199"/>
                      <a:pt x="309" y="201"/>
                    </a:cubicBezTo>
                    <a:cubicBezTo>
                      <a:pt x="324" y="203"/>
                      <a:pt x="381" y="200"/>
                      <a:pt x="374" y="208"/>
                    </a:cubicBezTo>
                  </a:path>
                </a:pathLst>
              </a:custGeom>
              <a:solidFill>
                <a:srgbClr val="B069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605" name="Freeform 272">
                <a:extLst>
                  <a:ext uri="{FF2B5EF4-FFF2-40B4-BE49-F238E27FC236}">
                    <a16:creationId xmlns:a16="http://schemas.microsoft.com/office/drawing/2014/main" id="{38E3D552-BC04-4038-95B1-49676111BA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2" y="2756"/>
                <a:ext cx="516" cy="305"/>
              </a:xfrm>
              <a:custGeom>
                <a:avLst/>
                <a:gdLst>
                  <a:gd name="T0" fmla="*/ 389 w 484"/>
                  <a:gd name="T1" fmla="*/ 298 h 286"/>
                  <a:gd name="T2" fmla="*/ 518 w 484"/>
                  <a:gd name="T3" fmla="*/ 314 h 286"/>
                  <a:gd name="T4" fmla="*/ 561 w 484"/>
                  <a:gd name="T5" fmla="*/ 191 h 286"/>
                  <a:gd name="T6" fmla="*/ 326 w 484"/>
                  <a:gd name="T7" fmla="*/ 14 h 286"/>
                  <a:gd name="T8" fmla="*/ 182 w 484"/>
                  <a:gd name="T9" fmla="*/ 7 h 286"/>
                  <a:gd name="T10" fmla="*/ 123 w 484"/>
                  <a:gd name="T11" fmla="*/ 7 h 286"/>
                  <a:gd name="T12" fmla="*/ 52 w 484"/>
                  <a:gd name="T13" fmla="*/ 3 h 286"/>
                  <a:gd name="T14" fmla="*/ 42 w 484"/>
                  <a:gd name="T15" fmla="*/ 151 h 286"/>
                  <a:gd name="T16" fmla="*/ 182 w 484"/>
                  <a:gd name="T17" fmla="*/ 278 h 286"/>
                  <a:gd name="T18" fmla="*/ 412 w 484"/>
                  <a:gd name="T19" fmla="*/ 314 h 28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84" h="286">
                    <a:moveTo>
                      <a:pt x="321" y="246"/>
                    </a:moveTo>
                    <a:cubicBezTo>
                      <a:pt x="353" y="252"/>
                      <a:pt x="405" y="286"/>
                      <a:pt x="428" y="259"/>
                    </a:cubicBezTo>
                    <a:cubicBezTo>
                      <a:pt x="443" y="240"/>
                      <a:pt x="457" y="180"/>
                      <a:pt x="462" y="158"/>
                    </a:cubicBezTo>
                    <a:cubicBezTo>
                      <a:pt x="484" y="47"/>
                      <a:pt x="354" y="22"/>
                      <a:pt x="269" y="11"/>
                    </a:cubicBezTo>
                    <a:cubicBezTo>
                      <a:pt x="230" y="5"/>
                      <a:pt x="190" y="7"/>
                      <a:pt x="150" y="7"/>
                    </a:cubicBezTo>
                    <a:cubicBezTo>
                      <a:pt x="134" y="7"/>
                      <a:pt x="117" y="6"/>
                      <a:pt x="101" y="7"/>
                    </a:cubicBezTo>
                    <a:cubicBezTo>
                      <a:pt x="85" y="7"/>
                      <a:pt x="57" y="0"/>
                      <a:pt x="43" y="3"/>
                    </a:cubicBezTo>
                    <a:cubicBezTo>
                      <a:pt x="0" y="14"/>
                      <a:pt x="21" y="93"/>
                      <a:pt x="35" y="125"/>
                    </a:cubicBezTo>
                    <a:cubicBezTo>
                      <a:pt x="61" y="182"/>
                      <a:pt x="89" y="212"/>
                      <a:pt x="150" y="230"/>
                    </a:cubicBezTo>
                    <a:cubicBezTo>
                      <a:pt x="213" y="249"/>
                      <a:pt x="279" y="244"/>
                      <a:pt x="340" y="259"/>
                    </a:cubicBezTo>
                  </a:path>
                </a:pathLst>
              </a:custGeom>
              <a:solidFill>
                <a:srgbClr val="B069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606" name="Freeform 273">
                <a:extLst>
                  <a:ext uri="{FF2B5EF4-FFF2-40B4-BE49-F238E27FC236}">
                    <a16:creationId xmlns:a16="http://schemas.microsoft.com/office/drawing/2014/main" id="{4813E5A6-656F-454E-86A8-6A5354C54B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0" y="2574"/>
                <a:ext cx="206" cy="275"/>
              </a:xfrm>
              <a:custGeom>
                <a:avLst/>
                <a:gdLst>
                  <a:gd name="T0" fmla="*/ 233 w 194"/>
                  <a:gd name="T1" fmla="*/ 111 h 258"/>
                  <a:gd name="T2" fmla="*/ 172 w 194"/>
                  <a:gd name="T3" fmla="*/ 148 h 258"/>
                  <a:gd name="T4" fmla="*/ 190 w 194"/>
                  <a:gd name="T5" fmla="*/ 196 h 258"/>
                  <a:gd name="T6" fmla="*/ 230 w 194"/>
                  <a:gd name="T7" fmla="*/ 240 h 258"/>
                  <a:gd name="T8" fmla="*/ 176 w 194"/>
                  <a:gd name="T9" fmla="*/ 261 h 258"/>
                  <a:gd name="T10" fmla="*/ 127 w 194"/>
                  <a:gd name="T11" fmla="*/ 280 h 258"/>
                  <a:gd name="T12" fmla="*/ 103 w 194"/>
                  <a:gd name="T13" fmla="*/ 292 h 258"/>
                  <a:gd name="T14" fmla="*/ 83 w 194"/>
                  <a:gd name="T15" fmla="*/ 308 h 258"/>
                  <a:gd name="T16" fmla="*/ 50 w 194"/>
                  <a:gd name="T17" fmla="*/ 276 h 258"/>
                  <a:gd name="T18" fmla="*/ 15 w 194"/>
                  <a:gd name="T19" fmla="*/ 187 h 258"/>
                  <a:gd name="T20" fmla="*/ 5 w 194"/>
                  <a:gd name="T21" fmla="*/ 74 h 258"/>
                  <a:gd name="T22" fmla="*/ 55 w 194"/>
                  <a:gd name="T23" fmla="*/ 6 h 258"/>
                  <a:gd name="T24" fmla="*/ 140 w 194"/>
                  <a:gd name="T25" fmla="*/ 7 h 25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94" h="258">
                    <a:moveTo>
                      <a:pt x="194" y="92"/>
                    </a:moveTo>
                    <a:cubicBezTo>
                      <a:pt x="176" y="91"/>
                      <a:pt x="149" y="103"/>
                      <a:pt x="144" y="122"/>
                    </a:cubicBezTo>
                    <a:cubicBezTo>
                      <a:pt x="140" y="139"/>
                      <a:pt x="147" y="150"/>
                      <a:pt x="159" y="162"/>
                    </a:cubicBezTo>
                    <a:cubicBezTo>
                      <a:pt x="166" y="170"/>
                      <a:pt x="191" y="186"/>
                      <a:pt x="192" y="198"/>
                    </a:cubicBezTo>
                    <a:cubicBezTo>
                      <a:pt x="193" y="215"/>
                      <a:pt x="159" y="215"/>
                      <a:pt x="147" y="216"/>
                    </a:cubicBezTo>
                    <a:cubicBezTo>
                      <a:pt x="131" y="218"/>
                      <a:pt x="120" y="225"/>
                      <a:pt x="106" y="232"/>
                    </a:cubicBezTo>
                    <a:cubicBezTo>
                      <a:pt x="99" y="235"/>
                      <a:pt x="92" y="238"/>
                      <a:pt x="86" y="241"/>
                    </a:cubicBezTo>
                    <a:cubicBezTo>
                      <a:pt x="81" y="245"/>
                      <a:pt x="75" y="252"/>
                      <a:pt x="69" y="254"/>
                    </a:cubicBezTo>
                    <a:cubicBezTo>
                      <a:pt x="50" y="258"/>
                      <a:pt x="47" y="240"/>
                      <a:pt x="41" y="228"/>
                    </a:cubicBezTo>
                    <a:cubicBezTo>
                      <a:pt x="29" y="203"/>
                      <a:pt x="17" y="181"/>
                      <a:pt x="12" y="154"/>
                    </a:cubicBezTo>
                    <a:cubicBezTo>
                      <a:pt x="6" y="126"/>
                      <a:pt x="0" y="90"/>
                      <a:pt x="5" y="61"/>
                    </a:cubicBezTo>
                    <a:cubicBezTo>
                      <a:pt x="8" y="38"/>
                      <a:pt x="23" y="13"/>
                      <a:pt x="46" y="6"/>
                    </a:cubicBezTo>
                    <a:cubicBezTo>
                      <a:pt x="64" y="0"/>
                      <a:pt x="99" y="1"/>
                      <a:pt x="117" y="7"/>
                    </a:cubicBezTo>
                  </a:path>
                </a:pathLst>
              </a:custGeom>
              <a:solidFill>
                <a:srgbClr val="B069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607" name="Freeform 274">
                <a:extLst>
                  <a:ext uri="{FF2B5EF4-FFF2-40B4-BE49-F238E27FC236}">
                    <a16:creationId xmlns:a16="http://schemas.microsoft.com/office/drawing/2014/main" id="{C597E397-3AD8-47A5-B0DC-F2E39EB12B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4" y="2262"/>
                <a:ext cx="324" cy="219"/>
              </a:xfrm>
              <a:custGeom>
                <a:avLst/>
                <a:gdLst>
                  <a:gd name="T0" fmla="*/ 56 w 304"/>
                  <a:gd name="T1" fmla="*/ 11 h 206"/>
                  <a:gd name="T2" fmla="*/ 18 w 304"/>
                  <a:gd name="T3" fmla="*/ 21 h 206"/>
                  <a:gd name="T4" fmla="*/ 11 w 304"/>
                  <a:gd name="T5" fmla="*/ 89 h 206"/>
                  <a:gd name="T6" fmla="*/ 2 w 304"/>
                  <a:gd name="T7" fmla="*/ 163 h 206"/>
                  <a:gd name="T8" fmla="*/ 27 w 304"/>
                  <a:gd name="T9" fmla="*/ 215 h 206"/>
                  <a:gd name="T10" fmla="*/ 103 w 304"/>
                  <a:gd name="T11" fmla="*/ 225 h 206"/>
                  <a:gd name="T12" fmla="*/ 167 w 304"/>
                  <a:gd name="T13" fmla="*/ 232 h 206"/>
                  <a:gd name="T14" fmla="*/ 226 w 304"/>
                  <a:gd name="T15" fmla="*/ 245 h 206"/>
                  <a:gd name="T16" fmla="*/ 281 w 304"/>
                  <a:gd name="T17" fmla="*/ 218 h 206"/>
                  <a:gd name="T18" fmla="*/ 355 w 304"/>
                  <a:gd name="T19" fmla="*/ 197 h 206"/>
                  <a:gd name="T20" fmla="*/ 279 w 304"/>
                  <a:gd name="T21" fmla="*/ 74 h 206"/>
                  <a:gd name="T22" fmla="*/ 216 w 304"/>
                  <a:gd name="T23" fmla="*/ 55 h 206"/>
                  <a:gd name="T24" fmla="*/ 163 w 304"/>
                  <a:gd name="T25" fmla="*/ 36 h 206"/>
                  <a:gd name="T26" fmla="*/ 75 w 304"/>
                  <a:gd name="T27" fmla="*/ 21 h 206"/>
                  <a:gd name="T28" fmla="*/ 51 w 304"/>
                  <a:gd name="T29" fmla="*/ 6 h 20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304" h="206">
                    <a:moveTo>
                      <a:pt x="47" y="8"/>
                    </a:moveTo>
                    <a:cubicBezTo>
                      <a:pt x="33" y="6"/>
                      <a:pt x="21" y="0"/>
                      <a:pt x="15" y="18"/>
                    </a:cubicBezTo>
                    <a:cubicBezTo>
                      <a:pt x="9" y="34"/>
                      <a:pt x="10" y="57"/>
                      <a:pt x="8" y="74"/>
                    </a:cubicBezTo>
                    <a:cubicBezTo>
                      <a:pt x="5" y="94"/>
                      <a:pt x="4" y="115"/>
                      <a:pt x="2" y="135"/>
                    </a:cubicBezTo>
                    <a:cubicBezTo>
                      <a:pt x="0" y="155"/>
                      <a:pt x="3" y="170"/>
                      <a:pt x="22" y="179"/>
                    </a:cubicBezTo>
                    <a:cubicBezTo>
                      <a:pt x="42" y="187"/>
                      <a:pt x="64" y="186"/>
                      <a:pt x="85" y="187"/>
                    </a:cubicBezTo>
                    <a:cubicBezTo>
                      <a:pt x="103" y="188"/>
                      <a:pt x="121" y="190"/>
                      <a:pt x="138" y="193"/>
                    </a:cubicBezTo>
                    <a:cubicBezTo>
                      <a:pt x="155" y="196"/>
                      <a:pt x="169" y="206"/>
                      <a:pt x="187" y="203"/>
                    </a:cubicBezTo>
                    <a:cubicBezTo>
                      <a:pt x="203" y="199"/>
                      <a:pt x="216" y="185"/>
                      <a:pt x="233" y="182"/>
                    </a:cubicBezTo>
                    <a:cubicBezTo>
                      <a:pt x="250" y="179"/>
                      <a:pt x="286" y="184"/>
                      <a:pt x="293" y="164"/>
                    </a:cubicBezTo>
                    <a:cubicBezTo>
                      <a:pt x="304" y="131"/>
                      <a:pt x="256" y="79"/>
                      <a:pt x="231" y="62"/>
                    </a:cubicBezTo>
                    <a:cubicBezTo>
                      <a:pt x="215" y="52"/>
                      <a:pt x="197" y="50"/>
                      <a:pt x="178" y="46"/>
                    </a:cubicBezTo>
                    <a:cubicBezTo>
                      <a:pt x="163" y="42"/>
                      <a:pt x="150" y="35"/>
                      <a:pt x="135" y="30"/>
                    </a:cubicBezTo>
                    <a:cubicBezTo>
                      <a:pt x="111" y="22"/>
                      <a:pt x="86" y="29"/>
                      <a:pt x="62" y="18"/>
                    </a:cubicBezTo>
                    <a:cubicBezTo>
                      <a:pt x="55" y="14"/>
                      <a:pt x="49" y="9"/>
                      <a:pt x="42" y="6"/>
                    </a:cubicBezTo>
                  </a:path>
                </a:pathLst>
              </a:custGeom>
              <a:solidFill>
                <a:srgbClr val="B069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608" name="Freeform 275">
                <a:extLst>
                  <a:ext uri="{FF2B5EF4-FFF2-40B4-BE49-F238E27FC236}">
                    <a16:creationId xmlns:a16="http://schemas.microsoft.com/office/drawing/2014/main" id="{9C8F9780-99F0-4B4B-A5CD-3C6355C19F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2" y="2163"/>
                <a:ext cx="150" cy="73"/>
              </a:xfrm>
              <a:custGeom>
                <a:avLst/>
                <a:gdLst>
                  <a:gd name="T0" fmla="*/ 30 w 140"/>
                  <a:gd name="T1" fmla="*/ 0 h 69"/>
                  <a:gd name="T2" fmla="*/ 2 w 140"/>
                  <a:gd name="T3" fmla="*/ 47 h 69"/>
                  <a:gd name="T4" fmla="*/ 63 w 140"/>
                  <a:gd name="T5" fmla="*/ 78 h 69"/>
                  <a:gd name="T6" fmla="*/ 167 w 140"/>
                  <a:gd name="T7" fmla="*/ 81 h 69"/>
                  <a:gd name="T8" fmla="*/ 110 w 140"/>
                  <a:gd name="T9" fmla="*/ 48 h 69"/>
                  <a:gd name="T10" fmla="*/ 42 w 140"/>
                  <a:gd name="T11" fmla="*/ 7 h 6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0" h="69">
                    <a:moveTo>
                      <a:pt x="24" y="0"/>
                    </a:moveTo>
                    <a:cubicBezTo>
                      <a:pt x="20" y="16"/>
                      <a:pt x="0" y="19"/>
                      <a:pt x="2" y="40"/>
                    </a:cubicBezTo>
                    <a:cubicBezTo>
                      <a:pt x="4" y="62"/>
                      <a:pt x="32" y="65"/>
                      <a:pt x="51" y="66"/>
                    </a:cubicBezTo>
                    <a:cubicBezTo>
                      <a:pt x="80" y="66"/>
                      <a:pt x="107" y="67"/>
                      <a:pt x="136" y="69"/>
                    </a:cubicBezTo>
                    <a:cubicBezTo>
                      <a:pt x="140" y="51"/>
                      <a:pt x="101" y="47"/>
                      <a:pt x="90" y="41"/>
                    </a:cubicBezTo>
                    <a:cubicBezTo>
                      <a:pt x="71" y="30"/>
                      <a:pt x="56" y="14"/>
                      <a:pt x="34" y="7"/>
                    </a:cubicBezTo>
                  </a:path>
                </a:pathLst>
              </a:custGeom>
              <a:solidFill>
                <a:srgbClr val="B069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609" name="Freeform 276">
                <a:extLst>
                  <a:ext uri="{FF2B5EF4-FFF2-40B4-BE49-F238E27FC236}">
                    <a16:creationId xmlns:a16="http://schemas.microsoft.com/office/drawing/2014/main" id="{6278FC68-4826-43CD-9BEA-6E0F2207DC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9" y="1964"/>
                <a:ext cx="177" cy="241"/>
              </a:xfrm>
              <a:custGeom>
                <a:avLst/>
                <a:gdLst>
                  <a:gd name="T0" fmla="*/ 79 w 166"/>
                  <a:gd name="T1" fmla="*/ 7 h 227"/>
                  <a:gd name="T2" fmla="*/ 23 w 166"/>
                  <a:gd name="T3" fmla="*/ 79 h 227"/>
                  <a:gd name="T4" fmla="*/ 18 w 166"/>
                  <a:gd name="T5" fmla="*/ 125 h 227"/>
                  <a:gd name="T6" fmla="*/ 4 w 166"/>
                  <a:gd name="T7" fmla="*/ 183 h 227"/>
                  <a:gd name="T8" fmla="*/ 79 w 166"/>
                  <a:gd name="T9" fmla="*/ 207 h 227"/>
                  <a:gd name="T10" fmla="*/ 147 w 166"/>
                  <a:gd name="T11" fmla="*/ 241 h 227"/>
                  <a:gd name="T12" fmla="*/ 194 w 166"/>
                  <a:gd name="T13" fmla="*/ 272 h 227"/>
                  <a:gd name="T14" fmla="*/ 168 w 166"/>
                  <a:gd name="T15" fmla="*/ 219 h 227"/>
                  <a:gd name="T16" fmla="*/ 114 w 166"/>
                  <a:gd name="T17" fmla="*/ 152 h 227"/>
                  <a:gd name="T18" fmla="*/ 87 w 166"/>
                  <a:gd name="T19" fmla="*/ 31 h 22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66" h="227">
                    <a:moveTo>
                      <a:pt x="65" y="7"/>
                    </a:moveTo>
                    <a:cubicBezTo>
                      <a:pt x="37" y="0"/>
                      <a:pt x="23" y="46"/>
                      <a:pt x="20" y="66"/>
                    </a:cubicBezTo>
                    <a:cubicBezTo>
                      <a:pt x="17" y="79"/>
                      <a:pt x="19" y="93"/>
                      <a:pt x="15" y="105"/>
                    </a:cubicBezTo>
                    <a:cubicBezTo>
                      <a:pt x="11" y="121"/>
                      <a:pt x="0" y="136"/>
                      <a:pt x="4" y="153"/>
                    </a:cubicBezTo>
                    <a:cubicBezTo>
                      <a:pt x="10" y="178"/>
                      <a:pt x="46" y="169"/>
                      <a:pt x="65" y="173"/>
                    </a:cubicBezTo>
                    <a:cubicBezTo>
                      <a:pt x="86" y="176"/>
                      <a:pt x="103" y="191"/>
                      <a:pt x="121" y="202"/>
                    </a:cubicBezTo>
                    <a:cubicBezTo>
                      <a:pt x="132" y="208"/>
                      <a:pt x="147" y="226"/>
                      <a:pt x="160" y="227"/>
                    </a:cubicBezTo>
                    <a:cubicBezTo>
                      <a:pt x="166" y="211"/>
                      <a:pt x="148" y="193"/>
                      <a:pt x="139" y="183"/>
                    </a:cubicBezTo>
                    <a:cubicBezTo>
                      <a:pt x="123" y="165"/>
                      <a:pt x="108" y="148"/>
                      <a:pt x="94" y="127"/>
                    </a:cubicBezTo>
                    <a:cubicBezTo>
                      <a:pt x="74" y="96"/>
                      <a:pt x="71" y="62"/>
                      <a:pt x="72" y="25"/>
                    </a:cubicBezTo>
                  </a:path>
                </a:pathLst>
              </a:custGeom>
              <a:solidFill>
                <a:srgbClr val="B069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610" name="Freeform 277">
                <a:extLst>
                  <a:ext uri="{FF2B5EF4-FFF2-40B4-BE49-F238E27FC236}">
                    <a16:creationId xmlns:a16="http://schemas.microsoft.com/office/drawing/2014/main" id="{95D63116-E43D-452D-8CD2-19E07FCA06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8" y="2301"/>
                <a:ext cx="5" cy="5"/>
              </a:xfrm>
              <a:custGeom>
                <a:avLst/>
                <a:gdLst>
                  <a:gd name="T0" fmla="*/ 0 w 5"/>
                  <a:gd name="T1" fmla="*/ 8 h 4"/>
                  <a:gd name="T2" fmla="*/ 5 w 5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4">
                    <a:moveTo>
                      <a:pt x="0" y="4"/>
                    </a:moveTo>
                    <a:cubicBezTo>
                      <a:pt x="2" y="3"/>
                      <a:pt x="4" y="2"/>
                      <a:pt x="5" y="0"/>
                    </a:cubicBezTo>
                  </a:path>
                </a:pathLst>
              </a:custGeom>
              <a:solidFill>
                <a:srgbClr val="B069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611" name="Freeform 278">
                <a:extLst>
                  <a:ext uri="{FF2B5EF4-FFF2-40B4-BE49-F238E27FC236}">
                    <a16:creationId xmlns:a16="http://schemas.microsoft.com/office/drawing/2014/main" id="{98A088C8-9B0E-46AF-915D-E7AC25DF4D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8" y="2904"/>
                <a:ext cx="218" cy="236"/>
              </a:xfrm>
              <a:custGeom>
                <a:avLst/>
                <a:gdLst>
                  <a:gd name="T0" fmla="*/ 0 w 205"/>
                  <a:gd name="T1" fmla="*/ 0 h 221"/>
                  <a:gd name="T2" fmla="*/ 106 w 205"/>
                  <a:gd name="T3" fmla="*/ 189 h 221"/>
                  <a:gd name="T4" fmla="*/ 247 w 205"/>
                  <a:gd name="T5" fmla="*/ 229 h 221"/>
                  <a:gd name="T6" fmla="*/ 138 w 205"/>
                  <a:gd name="T7" fmla="*/ 66 h 2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5" h="221">
                    <a:moveTo>
                      <a:pt x="0" y="0"/>
                    </a:moveTo>
                    <a:cubicBezTo>
                      <a:pt x="44" y="43"/>
                      <a:pt x="41" y="115"/>
                      <a:pt x="88" y="155"/>
                    </a:cubicBezTo>
                    <a:cubicBezTo>
                      <a:pt x="110" y="174"/>
                      <a:pt x="179" y="221"/>
                      <a:pt x="205" y="187"/>
                    </a:cubicBezTo>
                    <a:cubicBezTo>
                      <a:pt x="152" y="165"/>
                      <a:pt x="99" y="119"/>
                      <a:pt x="115" y="54"/>
                    </a:cubicBezTo>
                  </a:path>
                </a:pathLst>
              </a:custGeom>
              <a:solidFill>
                <a:srgbClr val="B069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612" name="Freeform 279">
                <a:extLst>
                  <a:ext uri="{FF2B5EF4-FFF2-40B4-BE49-F238E27FC236}">
                    <a16:creationId xmlns:a16="http://schemas.microsoft.com/office/drawing/2014/main" id="{97BFCB35-1209-4023-9F70-0E1318480D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8" y="3185"/>
                <a:ext cx="196" cy="530"/>
              </a:xfrm>
              <a:custGeom>
                <a:avLst/>
                <a:gdLst>
                  <a:gd name="T0" fmla="*/ 189 w 184"/>
                  <a:gd name="T1" fmla="*/ 28 h 498"/>
                  <a:gd name="T2" fmla="*/ 76 w 184"/>
                  <a:gd name="T3" fmla="*/ 1 h 498"/>
                  <a:gd name="T4" fmla="*/ 14 w 184"/>
                  <a:gd name="T5" fmla="*/ 143 h 498"/>
                  <a:gd name="T6" fmla="*/ 29 w 184"/>
                  <a:gd name="T7" fmla="*/ 438 h 498"/>
                  <a:gd name="T8" fmla="*/ 54 w 184"/>
                  <a:gd name="T9" fmla="*/ 550 h 498"/>
                  <a:gd name="T10" fmla="*/ 145 w 184"/>
                  <a:gd name="T11" fmla="*/ 483 h 498"/>
                  <a:gd name="T12" fmla="*/ 163 w 184"/>
                  <a:gd name="T13" fmla="*/ 367 h 498"/>
                  <a:gd name="T14" fmla="*/ 202 w 184"/>
                  <a:gd name="T15" fmla="*/ 210 h 498"/>
                  <a:gd name="T16" fmla="*/ 208 w 184"/>
                  <a:gd name="T17" fmla="*/ 23 h 49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84" h="498">
                    <a:moveTo>
                      <a:pt x="156" y="23"/>
                    </a:moveTo>
                    <a:cubicBezTo>
                      <a:pt x="147" y="13"/>
                      <a:pt x="79" y="0"/>
                      <a:pt x="63" y="1"/>
                    </a:cubicBezTo>
                    <a:cubicBezTo>
                      <a:pt x="16" y="4"/>
                      <a:pt x="15" y="83"/>
                      <a:pt x="11" y="118"/>
                    </a:cubicBezTo>
                    <a:cubicBezTo>
                      <a:pt x="0" y="202"/>
                      <a:pt x="7" y="281"/>
                      <a:pt x="23" y="364"/>
                    </a:cubicBezTo>
                    <a:cubicBezTo>
                      <a:pt x="27" y="388"/>
                      <a:pt x="32" y="437"/>
                      <a:pt x="45" y="457"/>
                    </a:cubicBezTo>
                    <a:cubicBezTo>
                      <a:pt x="71" y="498"/>
                      <a:pt x="111" y="428"/>
                      <a:pt x="120" y="401"/>
                    </a:cubicBezTo>
                    <a:cubicBezTo>
                      <a:pt x="130" y="370"/>
                      <a:pt x="129" y="336"/>
                      <a:pt x="135" y="304"/>
                    </a:cubicBezTo>
                    <a:cubicBezTo>
                      <a:pt x="144" y="260"/>
                      <a:pt x="158" y="218"/>
                      <a:pt x="167" y="174"/>
                    </a:cubicBezTo>
                    <a:cubicBezTo>
                      <a:pt x="178" y="122"/>
                      <a:pt x="184" y="71"/>
                      <a:pt x="172" y="20"/>
                    </a:cubicBezTo>
                  </a:path>
                </a:pathLst>
              </a:custGeom>
              <a:solidFill>
                <a:srgbClr val="B069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613" name="Freeform 280">
                <a:extLst>
                  <a:ext uri="{FF2B5EF4-FFF2-40B4-BE49-F238E27FC236}">
                    <a16:creationId xmlns:a16="http://schemas.microsoft.com/office/drawing/2014/main" id="{6F77AF5A-D115-4AF5-BB79-19B7034A81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6" y="3595"/>
                <a:ext cx="186" cy="212"/>
              </a:xfrm>
              <a:custGeom>
                <a:avLst/>
                <a:gdLst>
                  <a:gd name="T0" fmla="*/ 30 w 174"/>
                  <a:gd name="T1" fmla="*/ 27 h 199"/>
                  <a:gd name="T2" fmla="*/ 31 w 174"/>
                  <a:gd name="T3" fmla="*/ 126 h 199"/>
                  <a:gd name="T4" fmla="*/ 13 w 174"/>
                  <a:gd name="T5" fmla="*/ 172 h 199"/>
                  <a:gd name="T6" fmla="*/ 86 w 174"/>
                  <a:gd name="T7" fmla="*/ 180 h 199"/>
                  <a:gd name="T8" fmla="*/ 159 w 174"/>
                  <a:gd name="T9" fmla="*/ 197 h 199"/>
                  <a:gd name="T10" fmla="*/ 213 w 174"/>
                  <a:gd name="T11" fmla="*/ 197 h 199"/>
                  <a:gd name="T12" fmla="*/ 160 w 174"/>
                  <a:gd name="T13" fmla="*/ 161 h 199"/>
                  <a:gd name="T14" fmla="*/ 83 w 174"/>
                  <a:gd name="T15" fmla="*/ 123 h 199"/>
                  <a:gd name="T16" fmla="*/ 76 w 174"/>
                  <a:gd name="T17" fmla="*/ 0 h 19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74" h="199">
                    <a:moveTo>
                      <a:pt x="24" y="22"/>
                    </a:moveTo>
                    <a:cubicBezTo>
                      <a:pt x="30" y="46"/>
                      <a:pt x="35" y="81"/>
                      <a:pt x="25" y="104"/>
                    </a:cubicBezTo>
                    <a:cubicBezTo>
                      <a:pt x="19" y="117"/>
                      <a:pt x="0" y="125"/>
                      <a:pt x="10" y="142"/>
                    </a:cubicBezTo>
                    <a:cubicBezTo>
                      <a:pt x="22" y="161"/>
                      <a:pt x="53" y="150"/>
                      <a:pt x="70" y="149"/>
                    </a:cubicBezTo>
                    <a:cubicBezTo>
                      <a:pt x="98" y="147"/>
                      <a:pt x="107" y="147"/>
                      <a:pt x="130" y="163"/>
                    </a:cubicBezTo>
                    <a:cubicBezTo>
                      <a:pt x="145" y="174"/>
                      <a:pt x="174" y="199"/>
                      <a:pt x="174" y="163"/>
                    </a:cubicBezTo>
                    <a:cubicBezTo>
                      <a:pt x="174" y="138"/>
                      <a:pt x="149" y="137"/>
                      <a:pt x="131" y="133"/>
                    </a:cubicBezTo>
                    <a:cubicBezTo>
                      <a:pt x="106" y="127"/>
                      <a:pt x="80" y="127"/>
                      <a:pt x="68" y="101"/>
                    </a:cubicBezTo>
                    <a:cubicBezTo>
                      <a:pt x="54" y="71"/>
                      <a:pt x="73" y="31"/>
                      <a:pt x="62" y="0"/>
                    </a:cubicBezTo>
                  </a:path>
                </a:pathLst>
              </a:custGeom>
              <a:solidFill>
                <a:srgbClr val="B069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614" name="Freeform 281">
                <a:extLst>
                  <a:ext uri="{FF2B5EF4-FFF2-40B4-BE49-F238E27FC236}">
                    <a16:creationId xmlns:a16="http://schemas.microsoft.com/office/drawing/2014/main" id="{80D1EEDB-6C03-463A-9C6E-6BF35FB998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4" y="3785"/>
                <a:ext cx="121" cy="168"/>
              </a:xfrm>
              <a:custGeom>
                <a:avLst/>
                <a:gdLst>
                  <a:gd name="T0" fmla="*/ 133 w 114"/>
                  <a:gd name="T1" fmla="*/ 65 h 158"/>
                  <a:gd name="T2" fmla="*/ 66 w 114"/>
                  <a:gd name="T3" fmla="*/ 101 h 158"/>
                  <a:gd name="T4" fmla="*/ 0 w 114"/>
                  <a:gd name="T5" fmla="*/ 180 h 158"/>
                  <a:gd name="T6" fmla="*/ 44 w 114"/>
                  <a:gd name="T7" fmla="*/ 188 h 158"/>
                  <a:gd name="T8" fmla="*/ 76 w 114"/>
                  <a:gd name="T9" fmla="*/ 146 h 158"/>
                  <a:gd name="T10" fmla="*/ 136 w 114"/>
                  <a:gd name="T11" fmla="*/ 55 h 15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4" h="158">
                    <a:moveTo>
                      <a:pt x="111" y="54"/>
                    </a:moveTo>
                    <a:cubicBezTo>
                      <a:pt x="95" y="0"/>
                      <a:pt x="65" y="70"/>
                      <a:pt x="55" y="84"/>
                    </a:cubicBezTo>
                    <a:cubicBezTo>
                      <a:pt x="40" y="107"/>
                      <a:pt x="4" y="120"/>
                      <a:pt x="0" y="150"/>
                    </a:cubicBezTo>
                    <a:cubicBezTo>
                      <a:pt x="8" y="150"/>
                      <a:pt x="31" y="158"/>
                      <a:pt x="37" y="156"/>
                    </a:cubicBezTo>
                    <a:cubicBezTo>
                      <a:pt x="49" y="152"/>
                      <a:pt x="57" y="131"/>
                      <a:pt x="64" y="121"/>
                    </a:cubicBezTo>
                    <a:cubicBezTo>
                      <a:pt x="80" y="99"/>
                      <a:pt x="94" y="63"/>
                      <a:pt x="114" y="46"/>
                    </a:cubicBezTo>
                  </a:path>
                </a:pathLst>
              </a:custGeom>
              <a:solidFill>
                <a:srgbClr val="B069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615" name="Freeform 282">
                <a:extLst>
                  <a:ext uri="{FF2B5EF4-FFF2-40B4-BE49-F238E27FC236}">
                    <a16:creationId xmlns:a16="http://schemas.microsoft.com/office/drawing/2014/main" id="{D863A796-4EAE-44C8-B995-AE0C505AC7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9" y="2241"/>
                <a:ext cx="143" cy="158"/>
              </a:xfrm>
              <a:custGeom>
                <a:avLst/>
                <a:gdLst>
                  <a:gd name="T0" fmla="*/ 129 w 134"/>
                  <a:gd name="T1" fmla="*/ 24 h 149"/>
                  <a:gd name="T2" fmla="*/ 75 w 134"/>
                  <a:gd name="T3" fmla="*/ 4 h 149"/>
                  <a:gd name="T4" fmla="*/ 42 w 134"/>
                  <a:gd name="T5" fmla="*/ 66 h 149"/>
                  <a:gd name="T6" fmla="*/ 42 w 134"/>
                  <a:gd name="T7" fmla="*/ 178 h 149"/>
                  <a:gd name="T8" fmla="*/ 82 w 134"/>
                  <a:gd name="T9" fmla="*/ 104 h 149"/>
                  <a:gd name="T10" fmla="*/ 156 w 134"/>
                  <a:gd name="T11" fmla="*/ 137 h 149"/>
                  <a:gd name="T12" fmla="*/ 141 w 134"/>
                  <a:gd name="T13" fmla="*/ 33 h 14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4" h="149">
                    <a:moveTo>
                      <a:pt x="106" y="21"/>
                    </a:moveTo>
                    <a:cubicBezTo>
                      <a:pt x="92" y="16"/>
                      <a:pt x="76" y="0"/>
                      <a:pt x="62" y="4"/>
                    </a:cubicBezTo>
                    <a:cubicBezTo>
                      <a:pt x="43" y="9"/>
                      <a:pt x="42" y="39"/>
                      <a:pt x="35" y="55"/>
                    </a:cubicBezTo>
                    <a:cubicBezTo>
                      <a:pt x="27" y="76"/>
                      <a:pt x="0" y="136"/>
                      <a:pt x="35" y="149"/>
                    </a:cubicBezTo>
                    <a:cubicBezTo>
                      <a:pt x="45" y="132"/>
                      <a:pt x="45" y="96"/>
                      <a:pt x="67" y="87"/>
                    </a:cubicBezTo>
                    <a:cubicBezTo>
                      <a:pt x="88" y="79"/>
                      <a:pt x="111" y="108"/>
                      <a:pt x="128" y="115"/>
                    </a:cubicBezTo>
                    <a:cubicBezTo>
                      <a:pt x="134" y="88"/>
                      <a:pt x="134" y="49"/>
                      <a:pt x="116" y="27"/>
                    </a:cubicBezTo>
                  </a:path>
                </a:pathLst>
              </a:custGeom>
              <a:solidFill>
                <a:srgbClr val="B069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616" name="Freeform 283">
                <a:extLst>
                  <a:ext uri="{FF2B5EF4-FFF2-40B4-BE49-F238E27FC236}">
                    <a16:creationId xmlns:a16="http://schemas.microsoft.com/office/drawing/2014/main" id="{78D6A13C-6502-4AA5-9479-BC2BA7F797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6" y="1919"/>
                <a:ext cx="206" cy="275"/>
              </a:xfrm>
              <a:custGeom>
                <a:avLst/>
                <a:gdLst>
                  <a:gd name="T0" fmla="*/ 125 w 193"/>
                  <a:gd name="T1" fmla="*/ 39 h 258"/>
                  <a:gd name="T2" fmla="*/ 78 w 193"/>
                  <a:gd name="T3" fmla="*/ 6 h 258"/>
                  <a:gd name="T4" fmla="*/ 23 w 193"/>
                  <a:gd name="T5" fmla="*/ 91 h 258"/>
                  <a:gd name="T6" fmla="*/ 11 w 193"/>
                  <a:gd name="T7" fmla="*/ 196 h 258"/>
                  <a:gd name="T8" fmla="*/ 29 w 193"/>
                  <a:gd name="T9" fmla="*/ 263 h 258"/>
                  <a:gd name="T10" fmla="*/ 184 w 193"/>
                  <a:gd name="T11" fmla="*/ 225 h 258"/>
                  <a:gd name="T12" fmla="*/ 222 w 193"/>
                  <a:gd name="T13" fmla="*/ 102 h 258"/>
                  <a:gd name="T14" fmla="*/ 134 w 193"/>
                  <a:gd name="T15" fmla="*/ 35 h 25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93" h="258">
                    <a:moveTo>
                      <a:pt x="103" y="33"/>
                    </a:moveTo>
                    <a:cubicBezTo>
                      <a:pt x="88" y="25"/>
                      <a:pt x="81" y="9"/>
                      <a:pt x="64" y="6"/>
                    </a:cubicBezTo>
                    <a:cubicBezTo>
                      <a:pt x="27" y="0"/>
                      <a:pt x="24" y="49"/>
                      <a:pt x="20" y="75"/>
                    </a:cubicBezTo>
                    <a:cubicBezTo>
                      <a:pt x="16" y="105"/>
                      <a:pt x="16" y="133"/>
                      <a:pt x="8" y="162"/>
                    </a:cubicBezTo>
                    <a:cubicBezTo>
                      <a:pt x="0" y="189"/>
                      <a:pt x="0" y="201"/>
                      <a:pt x="23" y="218"/>
                    </a:cubicBezTo>
                    <a:cubicBezTo>
                      <a:pt x="74" y="258"/>
                      <a:pt x="111" y="227"/>
                      <a:pt x="151" y="186"/>
                    </a:cubicBezTo>
                    <a:cubicBezTo>
                      <a:pt x="175" y="162"/>
                      <a:pt x="193" y="118"/>
                      <a:pt x="183" y="84"/>
                    </a:cubicBezTo>
                    <a:cubicBezTo>
                      <a:pt x="175" y="54"/>
                      <a:pt x="135" y="42"/>
                      <a:pt x="111" y="29"/>
                    </a:cubicBezTo>
                  </a:path>
                </a:pathLst>
              </a:custGeom>
              <a:solidFill>
                <a:srgbClr val="B069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617" name="Freeform 284">
                <a:extLst>
                  <a:ext uri="{FF2B5EF4-FFF2-40B4-BE49-F238E27FC236}">
                    <a16:creationId xmlns:a16="http://schemas.microsoft.com/office/drawing/2014/main" id="{68D79582-2073-4D88-8704-B02638BF38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9" y="1603"/>
                <a:ext cx="268" cy="332"/>
              </a:xfrm>
              <a:custGeom>
                <a:avLst/>
                <a:gdLst>
                  <a:gd name="T0" fmla="*/ 303 w 252"/>
                  <a:gd name="T1" fmla="*/ 78 h 311"/>
                  <a:gd name="T2" fmla="*/ 133 w 252"/>
                  <a:gd name="T3" fmla="*/ 45 h 311"/>
                  <a:gd name="T4" fmla="*/ 18 w 252"/>
                  <a:gd name="T5" fmla="*/ 241 h 311"/>
                  <a:gd name="T6" fmla="*/ 53 w 252"/>
                  <a:gd name="T7" fmla="*/ 297 h 311"/>
                  <a:gd name="T8" fmla="*/ 82 w 252"/>
                  <a:gd name="T9" fmla="*/ 348 h 311"/>
                  <a:gd name="T10" fmla="*/ 140 w 252"/>
                  <a:gd name="T11" fmla="*/ 348 h 311"/>
                  <a:gd name="T12" fmla="*/ 235 w 252"/>
                  <a:gd name="T13" fmla="*/ 278 h 311"/>
                  <a:gd name="T14" fmla="*/ 150 w 252"/>
                  <a:gd name="T15" fmla="*/ 306 h 311"/>
                  <a:gd name="T16" fmla="*/ 144 w 252"/>
                  <a:gd name="T17" fmla="*/ 239 h 311"/>
                  <a:gd name="T18" fmla="*/ 248 w 252"/>
                  <a:gd name="T19" fmla="*/ 174 h 311"/>
                  <a:gd name="T20" fmla="*/ 286 w 252"/>
                  <a:gd name="T21" fmla="*/ 90 h 31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52" h="311">
                    <a:moveTo>
                      <a:pt x="252" y="64"/>
                    </a:moveTo>
                    <a:cubicBezTo>
                      <a:pt x="203" y="62"/>
                      <a:pt x="154" y="0"/>
                      <a:pt x="111" y="37"/>
                    </a:cubicBezTo>
                    <a:cubicBezTo>
                      <a:pt x="70" y="74"/>
                      <a:pt x="0" y="136"/>
                      <a:pt x="15" y="199"/>
                    </a:cubicBezTo>
                    <a:cubicBezTo>
                      <a:pt x="19" y="219"/>
                      <a:pt x="32" y="229"/>
                      <a:pt x="44" y="244"/>
                    </a:cubicBezTo>
                    <a:cubicBezTo>
                      <a:pt x="56" y="258"/>
                      <a:pt x="59" y="272"/>
                      <a:pt x="68" y="286"/>
                    </a:cubicBezTo>
                    <a:cubicBezTo>
                      <a:pt x="84" y="311"/>
                      <a:pt x="98" y="301"/>
                      <a:pt x="117" y="286"/>
                    </a:cubicBezTo>
                    <a:cubicBezTo>
                      <a:pt x="139" y="268"/>
                      <a:pt x="186" y="257"/>
                      <a:pt x="196" y="229"/>
                    </a:cubicBezTo>
                    <a:cubicBezTo>
                      <a:pt x="177" y="220"/>
                      <a:pt x="147" y="251"/>
                      <a:pt x="125" y="252"/>
                    </a:cubicBezTo>
                    <a:cubicBezTo>
                      <a:pt x="85" y="255"/>
                      <a:pt x="102" y="218"/>
                      <a:pt x="119" y="197"/>
                    </a:cubicBezTo>
                    <a:cubicBezTo>
                      <a:pt x="142" y="169"/>
                      <a:pt x="183" y="172"/>
                      <a:pt x="206" y="143"/>
                    </a:cubicBezTo>
                    <a:cubicBezTo>
                      <a:pt x="218" y="130"/>
                      <a:pt x="244" y="91"/>
                      <a:pt x="238" y="74"/>
                    </a:cubicBezTo>
                  </a:path>
                </a:pathLst>
              </a:custGeom>
              <a:solidFill>
                <a:srgbClr val="B069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618" name="Freeform 285">
                <a:extLst>
                  <a:ext uri="{FF2B5EF4-FFF2-40B4-BE49-F238E27FC236}">
                    <a16:creationId xmlns:a16="http://schemas.microsoft.com/office/drawing/2014/main" id="{0CA90A13-5853-40F2-BAF5-B744D14D5C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9" y="1293"/>
                <a:ext cx="355" cy="328"/>
              </a:xfrm>
              <a:custGeom>
                <a:avLst/>
                <a:gdLst>
                  <a:gd name="T0" fmla="*/ 403 w 333"/>
                  <a:gd name="T1" fmla="*/ 0 h 307"/>
                  <a:gd name="T2" fmla="*/ 328 w 333"/>
                  <a:gd name="T3" fmla="*/ 17 h 307"/>
                  <a:gd name="T4" fmla="*/ 244 w 333"/>
                  <a:gd name="T5" fmla="*/ 58 h 307"/>
                  <a:gd name="T6" fmla="*/ 74 w 333"/>
                  <a:gd name="T7" fmla="*/ 186 h 307"/>
                  <a:gd name="T8" fmla="*/ 6 w 333"/>
                  <a:gd name="T9" fmla="*/ 287 h 307"/>
                  <a:gd name="T10" fmla="*/ 25 w 333"/>
                  <a:gd name="T11" fmla="*/ 316 h 307"/>
                  <a:gd name="T12" fmla="*/ 59 w 333"/>
                  <a:gd name="T13" fmla="*/ 352 h 307"/>
                  <a:gd name="T14" fmla="*/ 108 w 333"/>
                  <a:gd name="T15" fmla="*/ 283 h 307"/>
                  <a:gd name="T16" fmla="*/ 183 w 333"/>
                  <a:gd name="T17" fmla="*/ 302 h 307"/>
                  <a:gd name="T18" fmla="*/ 212 w 333"/>
                  <a:gd name="T19" fmla="*/ 214 h 307"/>
                  <a:gd name="T20" fmla="*/ 270 w 333"/>
                  <a:gd name="T21" fmla="*/ 115 h 307"/>
                  <a:gd name="T22" fmla="*/ 386 w 333"/>
                  <a:gd name="T23" fmla="*/ 6 h 30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33" h="307">
                    <a:moveTo>
                      <a:pt x="333" y="0"/>
                    </a:moveTo>
                    <a:cubicBezTo>
                      <a:pt x="325" y="12"/>
                      <a:pt x="287" y="8"/>
                      <a:pt x="271" y="14"/>
                    </a:cubicBezTo>
                    <a:cubicBezTo>
                      <a:pt x="247" y="23"/>
                      <a:pt x="224" y="34"/>
                      <a:pt x="202" y="48"/>
                    </a:cubicBezTo>
                    <a:cubicBezTo>
                      <a:pt x="151" y="80"/>
                      <a:pt x="99" y="103"/>
                      <a:pt x="61" y="153"/>
                    </a:cubicBezTo>
                    <a:cubicBezTo>
                      <a:pt x="43" y="176"/>
                      <a:pt x="13" y="208"/>
                      <a:pt x="6" y="236"/>
                    </a:cubicBezTo>
                    <a:cubicBezTo>
                      <a:pt x="0" y="261"/>
                      <a:pt x="10" y="250"/>
                      <a:pt x="21" y="259"/>
                    </a:cubicBezTo>
                    <a:cubicBezTo>
                      <a:pt x="31" y="267"/>
                      <a:pt x="34" y="289"/>
                      <a:pt x="49" y="288"/>
                    </a:cubicBezTo>
                    <a:cubicBezTo>
                      <a:pt x="50" y="263"/>
                      <a:pt x="53" y="227"/>
                      <a:pt x="89" y="232"/>
                    </a:cubicBezTo>
                    <a:cubicBezTo>
                      <a:pt x="124" y="237"/>
                      <a:pt x="122" y="307"/>
                      <a:pt x="151" y="248"/>
                    </a:cubicBezTo>
                    <a:cubicBezTo>
                      <a:pt x="162" y="226"/>
                      <a:pt x="169" y="199"/>
                      <a:pt x="175" y="175"/>
                    </a:cubicBezTo>
                    <a:cubicBezTo>
                      <a:pt x="182" y="141"/>
                      <a:pt x="199" y="120"/>
                      <a:pt x="222" y="95"/>
                    </a:cubicBezTo>
                    <a:cubicBezTo>
                      <a:pt x="254" y="62"/>
                      <a:pt x="283" y="31"/>
                      <a:pt x="319" y="6"/>
                    </a:cubicBezTo>
                  </a:path>
                </a:pathLst>
              </a:custGeom>
              <a:solidFill>
                <a:srgbClr val="B069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619" name="Freeform 286">
                <a:extLst>
                  <a:ext uri="{FF2B5EF4-FFF2-40B4-BE49-F238E27FC236}">
                    <a16:creationId xmlns:a16="http://schemas.microsoft.com/office/drawing/2014/main" id="{43771540-35CE-4F12-BB7C-C6EBE565DC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8" y="1354"/>
                <a:ext cx="344" cy="601"/>
              </a:xfrm>
              <a:custGeom>
                <a:avLst/>
                <a:gdLst>
                  <a:gd name="T0" fmla="*/ 155 w 323"/>
                  <a:gd name="T1" fmla="*/ 80 h 564"/>
                  <a:gd name="T2" fmla="*/ 144 w 323"/>
                  <a:gd name="T3" fmla="*/ 237 h 564"/>
                  <a:gd name="T4" fmla="*/ 115 w 323"/>
                  <a:gd name="T5" fmla="*/ 358 h 564"/>
                  <a:gd name="T6" fmla="*/ 58 w 323"/>
                  <a:gd name="T7" fmla="*/ 406 h 564"/>
                  <a:gd name="T8" fmla="*/ 20 w 323"/>
                  <a:gd name="T9" fmla="*/ 464 h 564"/>
                  <a:gd name="T10" fmla="*/ 14 w 323"/>
                  <a:gd name="T11" fmla="*/ 518 h 564"/>
                  <a:gd name="T12" fmla="*/ 42 w 323"/>
                  <a:gd name="T13" fmla="*/ 514 h 564"/>
                  <a:gd name="T14" fmla="*/ 91 w 323"/>
                  <a:gd name="T15" fmla="*/ 511 h 564"/>
                  <a:gd name="T16" fmla="*/ 225 w 323"/>
                  <a:gd name="T17" fmla="*/ 605 h 564"/>
                  <a:gd name="T18" fmla="*/ 241 w 323"/>
                  <a:gd name="T19" fmla="*/ 661 h 564"/>
                  <a:gd name="T20" fmla="*/ 305 w 323"/>
                  <a:gd name="T21" fmla="*/ 667 h 564"/>
                  <a:gd name="T22" fmla="*/ 387 w 323"/>
                  <a:gd name="T23" fmla="*/ 565 h 564"/>
                  <a:gd name="T24" fmla="*/ 379 w 323"/>
                  <a:gd name="T25" fmla="*/ 485 h 564"/>
                  <a:gd name="T26" fmla="*/ 373 w 323"/>
                  <a:gd name="T27" fmla="*/ 395 h 564"/>
                  <a:gd name="T28" fmla="*/ 377 w 323"/>
                  <a:gd name="T29" fmla="*/ 215 h 564"/>
                  <a:gd name="T30" fmla="*/ 332 w 323"/>
                  <a:gd name="T31" fmla="*/ 50 h 564"/>
                  <a:gd name="T32" fmla="*/ 229 w 323"/>
                  <a:gd name="T33" fmla="*/ 19 h 564"/>
                  <a:gd name="T34" fmla="*/ 160 w 323"/>
                  <a:gd name="T35" fmla="*/ 92 h 564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323" h="564">
                    <a:moveTo>
                      <a:pt x="129" y="66"/>
                    </a:moveTo>
                    <a:cubicBezTo>
                      <a:pt x="122" y="109"/>
                      <a:pt x="115" y="151"/>
                      <a:pt x="119" y="195"/>
                    </a:cubicBezTo>
                    <a:cubicBezTo>
                      <a:pt x="123" y="238"/>
                      <a:pt x="125" y="263"/>
                      <a:pt x="95" y="296"/>
                    </a:cubicBezTo>
                    <a:cubicBezTo>
                      <a:pt x="81" y="311"/>
                      <a:pt x="62" y="320"/>
                      <a:pt x="48" y="336"/>
                    </a:cubicBezTo>
                    <a:cubicBezTo>
                      <a:pt x="36" y="350"/>
                      <a:pt x="25" y="367"/>
                      <a:pt x="17" y="383"/>
                    </a:cubicBezTo>
                    <a:cubicBezTo>
                      <a:pt x="13" y="392"/>
                      <a:pt x="0" y="420"/>
                      <a:pt x="11" y="428"/>
                    </a:cubicBezTo>
                    <a:cubicBezTo>
                      <a:pt x="17" y="433"/>
                      <a:pt x="29" y="425"/>
                      <a:pt x="35" y="424"/>
                    </a:cubicBezTo>
                    <a:cubicBezTo>
                      <a:pt x="48" y="422"/>
                      <a:pt x="62" y="422"/>
                      <a:pt x="75" y="422"/>
                    </a:cubicBezTo>
                    <a:cubicBezTo>
                      <a:pt x="124" y="422"/>
                      <a:pt x="166" y="456"/>
                      <a:pt x="186" y="500"/>
                    </a:cubicBezTo>
                    <a:cubicBezTo>
                      <a:pt x="192" y="514"/>
                      <a:pt x="190" y="533"/>
                      <a:pt x="199" y="546"/>
                    </a:cubicBezTo>
                    <a:cubicBezTo>
                      <a:pt x="212" y="564"/>
                      <a:pt x="235" y="562"/>
                      <a:pt x="253" y="551"/>
                    </a:cubicBezTo>
                    <a:cubicBezTo>
                      <a:pt x="279" y="535"/>
                      <a:pt x="317" y="498"/>
                      <a:pt x="320" y="466"/>
                    </a:cubicBezTo>
                    <a:cubicBezTo>
                      <a:pt x="323" y="446"/>
                      <a:pt x="315" y="422"/>
                      <a:pt x="314" y="401"/>
                    </a:cubicBezTo>
                    <a:cubicBezTo>
                      <a:pt x="312" y="377"/>
                      <a:pt x="309" y="352"/>
                      <a:pt x="309" y="327"/>
                    </a:cubicBezTo>
                    <a:cubicBezTo>
                      <a:pt x="308" y="277"/>
                      <a:pt x="310" y="228"/>
                      <a:pt x="312" y="178"/>
                    </a:cubicBezTo>
                    <a:cubicBezTo>
                      <a:pt x="313" y="135"/>
                      <a:pt x="302" y="76"/>
                      <a:pt x="275" y="41"/>
                    </a:cubicBezTo>
                    <a:cubicBezTo>
                      <a:pt x="253" y="14"/>
                      <a:pt x="223" y="0"/>
                      <a:pt x="190" y="16"/>
                    </a:cubicBezTo>
                    <a:cubicBezTo>
                      <a:pt x="161" y="29"/>
                      <a:pt x="151" y="55"/>
                      <a:pt x="132" y="76"/>
                    </a:cubicBezTo>
                  </a:path>
                </a:pathLst>
              </a:custGeom>
              <a:solidFill>
                <a:srgbClr val="B069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620" name="Freeform 287">
                <a:extLst>
                  <a:ext uri="{FF2B5EF4-FFF2-40B4-BE49-F238E27FC236}">
                    <a16:creationId xmlns:a16="http://schemas.microsoft.com/office/drawing/2014/main" id="{BDF7E341-85B8-47B5-AB14-90B68B7F3E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5" y="1981"/>
                <a:ext cx="360" cy="240"/>
              </a:xfrm>
              <a:custGeom>
                <a:avLst/>
                <a:gdLst>
                  <a:gd name="T0" fmla="*/ 4 w 337"/>
                  <a:gd name="T1" fmla="*/ 0 h 226"/>
                  <a:gd name="T2" fmla="*/ 26 w 337"/>
                  <a:gd name="T3" fmla="*/ 58 h 226"/>
                  <a:gd name="T4" fmla="*/ 73 w 337"/>
                  <a:gd name="T5" fmla="*/ 105 h 226"/>
                  <a:gd name="T6" fmla="*/ 178 w 337"/>
                  <a:gd name="T7" fmla="*/ 148 h 226"/>
                  <a:gd name="T8" fmla="*/ 357 w 337"/>
                  <a:gd name="T9" fmla="*/ 255 h 226"/>
                  <a:gd name="T10" fmla="*/ 404 w 337"/>
                  <a:gd name="T11" fmla="*/ 256 h 226"/>
                  <a:gd name="T12" fmla="*/ 401 w 337"/>
                  <a:gd name="T13" fmla="*/ 200 h 226"/>
                  <a:gd name="T14" fmla="*/ 395 w 337"/>
                  <a:gd name="T15" fmla="*/ 131 h 226"/>
                  <a:gd name="T16" fmla="*/ 359 w 337"/>
                  <a:gd name="T17" fmla="*/ 108 h 226"/>
                  <a:gd name="T18" fmla="*/ 73 w 337"/>
                  <a:gd name="T19" fmla="*/ 33 h 226"/>
                  <a:gd name="T20" fmla="*/ 12 w 337"/>
                  <a:gd name="T21" fmla="*/ 2 h 22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37" h="226">
                    <a:moveTo>
                      <a:pt x="4" y="0"/>
                    </a:moveTo>
                    <a:cubicBezTo>
                      <a:pt x="0" y="13"/>
                      <a:pt x="15" y="38"/>
                      <a:pt x="21" y="49"/>
                    </a:cubicBezTo>
                    <a:cubicBezTo>
                      <a:pt x="30" y="67"/>
                      <a:pt x="44" y="77"/>
                      <a:pt x="60" y="88"/>
                    </a:cubicBezTo>
                    <a:cubicBezTo>
                      <a:pt x="85" y="105"/>
                      <a:pt x="118" y="110"/>
                      <a:pt x="146" y="123"/>
                    </a:cubicBezTo>
                    <a:cubicBezTo>
                      <a:pt x="197" y="148"/>
                      <a:pt x="239" y="194"/>
                      <a:pt x="293" y="213"/>
                    </a:cubicBezTo>
                    <a:cubicBezTo>
                      <a:pt x="304" y="216"/>
                      <a:pt x="322" y="226"/>
                      <a:pt x="331" y="214"/>
                    </a:cubicBezTo>
                    <a:cubicBezTo>
                      <a:pt x="337" y="205"/>
                      <a:pt x="330" y="176"/>
                      <a:pt x="329" y="167"/>
                    </a:cubicBezTo>
                    <a:cubicBezTo>
                      <a:pt x="327" y="148"/>
                      <a:pt x="326" y="128"/>
                      <a:pt x="324" y="109"/>
                    </a:cubicBezTo>
                    <a:cubicBezTo>
                      <a:pt x="321" y="87"/>
                      <a:pt x="315" y="89"/>
                      <a:pt x="295" y="90"/>
                    </a:cubicBezTo>
                    <a:cubicBezTo>
                      <a:pt x="207" y="92"/>
                      <a:pt x="138" y="61"/>
                      <a:pt x="60" y="27"/>
                    </a:cubicBezTo>
                    <a:cubicBezTo>
                      <a:pt x="43" y="19"/>
                      <a:pt x="24" y="13"/>
                      <a:pt x="9" y="2"/>
                    </a:cubicBezTo>
                  </a:path>
                </a:pathLst>
              </a:custGeom>
              <a:solidFill>
                <a:srgbClr val="B069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621" name="Freeform 288">
                <a:extLst>
                  <a:ext uri="{FF2B5EF4-FFF2-40B4-BE49-F238E27FC236}">
                    <a16:creationId xmlns:a16="http://schemas.microsoft.com/office/drawing/2014/main" id="{E4C7C9A1-5CF9-410A-84F7-B9DD0EEB22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7" y="2194"/>
                <a:ext cx="151" cy="139"/>
              </a:xfrm>
              <a:custGeom>
                <a:avLst/>
                <a:gdLst>
                  <a:gd name="T0" fmla="*/ 0 w 142"/>
                  <a:gd name="T1" fmla="*/ 0 h 131"/>
                  <a:gd name="T2" fmla="*/ 57 w 142"/>
                  <a:gd name="T3" fmla="*/ 67 h 131"/>
                  <a:gd name="T4" fmla="*/ 107 w 142"/>
                  <a:gd name="T5" fmla="*/ 128 h 131"/>
                  <a:gd name="T6" fmla="*/ 167 w 142"/>
                  <a:gd name="T7" fmla="*/ 117 h 131"/>
                  <a:gd name="T8" fmla="*/ 95 w 142"/>
                  <a:gd name="T9" fmla="*/ 70 h 131"/>
                  <a:gd name="T10" fmla="*/ 44 w 142"/>
                  <a:gd name="T11" fmla="*/ 34 h 131"/>
                  <a:gd name="T12" fmla="*/ 17 w 142"/>
                  <a:gd name="T13" fmla="*/ 2 h 1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2" h="131">
                    <a:moveTo>
                      <a:pt x="0" y="0"/>
                    </a:moveTo>
                    <a:cubicBezTo>
                      <a:pt x="20" y="7"/>
                      <a:pt x="35" y="40"/>
                      <a:pt x="48" y="56"/>
                    </a:cubicBezTo>
                    <a:cubicBezTo>
                      <a:pt x="63" y="73"/>
                      <a:pt x="76" y="89"/>
                      <a:pt x="89" y="107"/>
                    </a:cubicBezTo>
                    <a:cubicBezTo>
                      <a:pt x="104" y="125"/>
                      <a:pt x="133" y="131"/>
                      <a:pt x="139" y="98"/>
                    </a:cubicBezTo>
                    <a:cubicBezTo>
                      <a:pt x="142" y="77"/>
                      <a:pt x="96" y="68"/>
                      <a:pt x="79" y="58"/>
                    </a:cubicBezTo>
                    <a:cubicBezTo>
                      <a:pt x="66" y="50"/>
                      <a:pt x="49" y="38"/>
                      <a:pt x="37" y="28"/>
                    </a:cubicBezTo>
                    <a:cubicBezTo>
                      <a:pt x="29" y="20"/>
                      <a:pt x="24" y="6"/>
                      <a:pt x="14" y="2"/>
                    </a:cubicBezTo>
                  </a:path>
                </a:pathLst>
              </a:custGeom>
              <a:solidFill>
                <a:srgbClr val="B069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622" name="Freeform 289">
                <a:extLst>
                  <a:ext uri="{FF2B5EF4-FFF2-40B4-BE49-F238E27FC236}">
                    <a16:creationId xmlns:a16="http://schemas.microsoft.com/office/drawing/2014/main" id="{E5375106-AAEA-41AA-8194-AE0D04E23D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7" y="2496"/>
                <a:ext cx="537" cy="293"/>
              </a:xfrm>
              <a:custGeom>
                <a:avLst/>
                <a:gdLst>
                  <a:gd name="T0" fmla="*/ 175 w 504"/>
                  <a:gd name="T1" fmla="*/ 247 h 275"/>
                  <a:gd name="T2" fmla="*/ 11 w 504"/>
                  <a:gd name="T3" fmla="*/ 219 h 275"/>
                  <a:gd name="T4" fmla="*/ 46 w 504"/>
                  <a:gd name="T5" fmla="*/ 82 h 275"/>
                  <a:gd name="T6" fmla="*/ 152 w 504"/>
                  <a:gd name="T7" fmla="*/ 25 h 275"/>
                  <a:gd name="T8" fmla="*/ 393 w 504"/>
                  <a:gd name="T9" fmla="*/ 40 h 275"/>
                  <a:gd name="T10" fmla="*/ 477 w 504"/>
                  <a:gd name="T11" fmla="*/ 40 h 275"/>
                  <a:gd name="T12" fmla="*/ 556 w 504"/>
                  <a:gd name="T13" fmla="*/ 25 h 275"/>
                  <a:gd name="T14" fmla="*/ 606 w 504"/>
                  <a:gd name="T15" fmla="*/ 148 h 275"/>
                  <a:gd name="T16" fmla="*/ 492 w 504"/>
                  <a:gd name="T17" fmla="*/ 227 h 275"/>
                  <a:gd name="T18" fmla="*/ 343 w 504"/>
                  <a:gd name="T19" fmla="*/ 232 h 275"/>
                  <a:gd name="T20" fmla="*/ 237 w 504"/>
                  <a:gd name="T21" fmla="*/ 243 h 275"/>
                  <a:gd name="T22" fmla="*/ 156 w 504"/>
                  <a:gd name="T23" fmla="*/ 253 h 27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504" h="275">
                    <a:moveTo>
                      <a:pt x="145" y="205"/>
                    </a:moveTo>
                    <a:cubicBezTo>
                      <a:pt x="95" y="197"/>
                      <a:pt x="0" y="275"/>
                      <a:pt x="8" y="181"/>
                    </a:cubicBezTo>
                    <a:cubicBezTo>
                      <a:pt x="10" y="145"/>
                      <a:pt x="18" y="97"/>
                      <a:pt x="38" y="68"/>
                    </a:cubicBezTo>
                    <a:cubicBezTo>
                      <a:pt x="58" y="39"/>
                      <a:pt x="92" y="32"/>
                      <a:pt x="126" y="21"/>
                    </a:cubicBezTo>
                    <a:cubicBezTo>
                      <a:pt x="194" y="0"/>
                      <a:pt x="256" y="34"/>
                      <a:pt x="325" y="34"/>
                    </a:cubicBezTo>
                    <a:cubicBezTo>
                      <a:pt x="348" y="34"/>
                      <a:pt x="372" y="36"/>
                      <a:pt x="394" y="34"/>
                    </a:cubicBezTo>
                    <a:cubicBezTo>
                      <a:pt x="412" y="32"/>
                      <a:pt x="444" y="18"/>
                      <a:pt x="460" y="21"/>
                    </a:cubicBezTo>
                    <a:cubicBezTo>
                      <a:pt x="493" y="29"/>
                      <a:pt x="499" y="89"/>
                      <a:pt x="501" y="122"/>
                    </a:cubicBezTo>
                    <a:cubicBezTo>
                      <a:pt x="504" y="181"/>
                      <a:pt x="460" y="182"/>
                      <a:pt x="407" y="188"/>
                    </a:cubicBezTo>
                    <a:cubicBezTo>
                      <a:pt x="366" y="193"/>
                      <a:pt x="324" y="190"/>
                      <a:pt x="283" y="192"/>
                    </a:cubicBezTo>
                    <a:cubicBezTo>
                      <a:pt x="253" y="194"/>
                      <a:pt x="223" y="199"/>
                      <a:pt x="195" y="201"/>
                    </a:cubicBezTo>
                    <a:cubicBezTo>
                      <a:pt x="180" y="203"/>
                      <a:pt x="122" y="200"/>
                      <a:pt x="129" y="208"/>
                    </a:cubicBezTo>
                  </a:path>
                </a:pathLst>
              </a:custGeom>
              <a:solidFill>
                <a:srgbClr val="B069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623" name="Freeform 290">
                <a:extLst>
                  <a:ext uri="{FF2B5EF4-FFF2-40B4-BE49-F238E27FC236}">
                    <a16:creationId xmlns:a16="http://schemas.microsoft.com/office/drawing/2014/main" id="{B6D96B65-1B70-450B-BDF8-FA7664D157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5" y="2756"/>
                <a:ext cx="515" cy="305"/>
              </a:xfrm>
              <a:custGeom>
                <a:avLst/>
                <a:gdLst>
                  <a:gd name="T0" fmla="*/ 198 w 483"/>
                  <a:gd name="T1" fmla="*/ 298 h 286"/>
                  <a:gd name="T2" fmla="*/ 67 w 483"/>
                  <a:gd name="T3" fmla="*/ 314 h 286"/>
                  <a:gd name="T4" fmla="*/ 27 w 483"/>
                  <a:gd name="T5" fmla="*/ 191 h 286"/>
                  <a:gd name="T6" fmla="*/ 260 w 483"/>
                  <a:gd name="T7" fmla="*/ 14 h 286"/>
                  <a:gd name="T8" fmla="*/ 405 w 483"/>
                  <a:gd name="T9" fmla="*/ 7 h 286"/>
                  <a:gd name="T10" fmla="*/ 463 w 483"/>
                  <a:gd name="T11" fmla="*/ 7 h 286"/>
                  <a:gd name="T12" fmla="*/ 534 w 483"/>
                  <a:gd name="T13" fmla="*/ 3 h 286"/>
                  <a:gd name="T14" fmla="*/ 544 w 483"/>
                  <a:gd name="T15" fmla="*/ 151 h 286"/>
                  <a:gd name="T16" fmla="*/ 405 w 483"/>
                  <a:gd name="T17" fmla="*/ 278 h 286"/>
                  <a:gd name="T18" fmla="*/ 173 w 483"/>
                  <a:gd name="T19" fmla="*/ 314 h 28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83" h="286">
                    <a:moveTo>
                      <a:pt x="163" y="246"/>
                    </a:moveTo>
                    <a:cubicBezTo>
                      <a:pt x="130" y="252"/>
                      <a:pt x="78" y="286"/>
                      <a:pt x="55" y="259"/>
                    </a:cubicBezTo>
                    <a:cubicBezTo>
                      <a:pt x="40" y="240"/>
                      <a:pt x="26" y="180"/>
                      <a:pt x="22" y="158"/>
                    </a:cubicBezTo>
                    <a:cubicBezTo>
                      <a:pt x="0" y="47"/>
                      <a:pt x="130" y="22"/>
                      <a:pt x="215" y="11"/>
                    </a:cubicBezTo>
                    <a:cubicBezTo>
                      <a:pt x="254" y="5"/>
                      <a:pt x="294" y="7"/>
                      <a:pt x="334" y="7"/>
                    </a:cubicBezTo>
                    <a:cubicBezTo>
                      <a:pt x="350" y="7"/>
                      <a:pt x="366" y="6"/>
                      <a:pt x="382" y="7"/>
                    </a:cubicBezTo>
                    <a:cubicBezTo>
                      <a:pt x="398" y="7"/>
                      <a:pt x="426" y="0"/>
                      <a:pt x="441" y="3"/>
                    </a:cubicBezTo>
                    <a:cubicBezTo>
                      <a:pt x="483" y="14"/>
                      <a:pt x="462" y="93"/>
                      <a:pt x="448" y="125"/>
                    </a:cubicBezTo>
                    <a:cubicBezTo>
                      <a:pt x="422" y="182"/>
                      <a:pt x="394" y="212"/>
                      <a:pt x="334" y="230"/>
                    </a:cubicBezTo>
                    <a:cubicBezTo>
                      <a:pt x="271" y="249"/>
                      <a:pt x="205" y="244"/>
                      <a:pt x="143" y="259"/>
                    </a:cubicBezTo>
                  </a:path>
                </a:pathLst>
              </a:custGeom>
              <a:solidFill>
                <a:srgbClr val="B069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624" name="Freeform 291">
                <a:extLst>
                  <a:ext uri="{FF2B5EF4-FFF2-40B4-BE49-F238E27FC236}">
                    <a16:creationId xmlns:a16="http://schemas.microsoft.com/office/drawing/2014/main" id="{D53EAC76-F92B-43BD-AF24-AD27AA9836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6" y="2574"/>
                <a:ext cx="207" cy="275"/>
              </a:xfrm>
              <a:custGeom>
                <a:avLst/>
                <a:gdLst>
                  <a:gd name="T0" fmla="*/ 0 w 194"/>
                  <a:gd name="T1" fmla="*/ 111 h 258"/>
                  <a:gd name="T2" fmla="*/ 61 w 194"/>
                  <a:gd name="T3" fmla="*/ 148 h 258"/>
                  <a:gd name="T4" fmla="*/ 44 w 194"/>
                  <a:gd name="T5" fmla="*/ 196 h 258"/>
                  <a:gd name="T6" fmla="*/ 3 w 194"/>
                  <a:gd name="T7" fmla="*/ 240 h 258"/>
                  <a:gd name="T8" fmla="*/ 57 w 194"/>
                  <a:gd name="T9" fmla="*/ 261 h 258"/>
                  <a:gd name="T10" fmla="*/ 107 w 194"/>
                  <a:gd name="T11" fmla="*/ 280 h 258"/>
                  <a:gd name="T12" fmla="*/ 131 w 194"/>
                  <a:gd name="T13" fmla="*/ 292 h 258"/>
                  <a:gd name="T14" fmla="*/ 153 w 194"/>
                  <a:gd name="T15" fmla="*/ 308 h 258"/>
                  <a:gd name="T16" fmla="*/ 186 w 194"/>
                  <a:gd name="T17" fmla="*/ 276 h 258"/>
                  <a:gd name="T18" fmla="*/ 222 w 194"/>
                  <a:gd name="T19" fmla="*/ 187 h 258"/>
                  <a:gd name="T20" fmla="*/ 232 w 194"/>
                  <a:gd name="T21" fmla="*/ 74 h 258"/>
                  <a:gd name="T22" fmla="*/ 180 w 194"/>
                  <a:gd name="T23" fmla="*/ 6 h 258"/>
                  <a:gd name="T24" fmla="*/ 93 w 194"/>
                  <a:gd name="T25" fmla="*/ 7 h 25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94" h="258">
                    <a:moveTo>
                      <a:pt x="0" y="92"/>
                    </a:moveTo>
                    <a:cubicBezTo>
                      <a:pt x="19" y="91"/>
                      <a:pt x="46" y="103"/>
                      <a:pt x="50" y="122"/>
                    </a:cubicBezTo>
                    <a:cubicBezTo>
                      <a:pt x="54" y="139"/>
                      <a:pt x="47" y="150"/>
                      <a:pt x="36" y="162"/>
                    </a:cubicBezTo>
                    <a:cubicBezTo>
                      <a:pt x="28" y="170"/>
                      <a:pt x="3" y="186"/>
                      <a:pt x="3" y="198"/>
                    </a:cubicBezTo>
                    <a:cubicBezTo>
                      <a:pt x="2" y="215"/>
                      <a:pt x="36" y="215"/>
                      <a:pt x="47" y="216"/>
                    </a:cubicBezTo>
                    <a:cubicBezTo>
                      <a:pt x="63" y="218"/>
                      <a:pt x="74" y="225"/>
                      <a:pt x="88" y="232"/>
                    </a:cubicBezTo>
                    <a:cubicBezTo>
                      <a:pt x="95" y="235"/>
                      <a:pt x="102" y="238"/>
                      <a:pt x="108" y="241"/>
                    </a:cubicBezTo>
                    <a:cubicBezTo>
                      <a:pt x="113" y="245"/>
                      <a:pt x="119" y="252"/>
                      <a:pt x="126" y="254"/>
                    </a:cubicBezTo>
                    <a:cubicBezTo>
                      <a:pt x="144" y="258"/>
                      <a:pt x="147" y="240"/>
                      <a:pt x="153" y="228"/>
                    </a:cubicBezTo>
                    <a:cubicBezTo>
                      <a:pt x="165" y="203"/>
                      <a:pt x="177" y="181"/>
                      <a:pt x="183" y="154"/>
                    </a:cubicBezTo>
                    <a:cubicBezTo>
                      <a:pt x="188" y="126"/>
                      <a:pt x="194" y="90"/>
                      <a:pt x="190" y="61"/>
                    </a:cubicBezTo>
                    <a:cubicBezTo>
                      <a:pt x="186" y="38"/>
                      <a:pt x="172" y="13"/>
                      <a:pt x="148" y="6"/>
                    </a:cubicBezTo>
                    <a:cubicBezTo>
                      <a:pt x="130" y="0"/>
                      <a:pt x="95" y="1"/>
                      <a:pt x="77" y="7"/>
                    </a:cubicBezTo>
                  </a:path>
                </a:pathLst>
              </a:custGeom>
              <a:solidFill>
                <a:srgbClr val="B069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625" name="Freeform 292">
                <a:extLst>
                  <a:ext uri="{FF2B5EF4-FFF2-40B4-BE49-F238E27FC236}">
                    <a16:creationId xmlns:a16="http://schemas.microsoft.com/office/drawing/2014/main" id="{500A5100-3EEF-4F8E-B2F2-7B270296B1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4" y="2262"/>
                <a:ext cx="324" cy="219"/>
              </a:xfrm>
              <a:custGeom>
                <a:avLst/>
                <a:gdLst>
                  <a:gd name="T0" fmla="*/ 311 w 304"/>
                  <a:gd name="T1" fmla="*/ 11 h 206"/>
                  <a:gd name="T2" fmla="*/ 351 w 304"/>
                  <a:gd name="T3" fmla="*/ 21 h 206"/>
                  <a:gd name="T4" fmla="*/ 360 w 304"/>
                  <a:gd name="T5" fmla="*/ 89 h 206"/>
                  <a:gd name="T6" fmla="*/ 366 w 304"/>
                  <a:gd name="T7" fmla="*/ 163 h 206"/>
                  <a:gd name="T8" fmla="*/ 342 w 304"/>
                  <a:gd name="T9" fmla="*/ 215 h 206"/>
                  <a:gd name="T10" fmla="*/ 264 w 304"/>
                  <a:gd name="T11" fmla="*/ 225 h 206"/>
                  <a:gd name="T12" fmla="*/ 201 w 304"/>
                  <a:gd name="T13" fmla="*/ 232 h 206"/>
                  <a:gd name="T14" fmla="*/ 142 w 304"/>
                  <a:gd name="T15" fmla="*/ 245 h 206"/>
                  <a:gd name="T16" fmla="*/ 87 w 304"/>
                  <a:gd name="T17" fmla="*/ 218 h 206"/>
                  <a:gd name="T18" fmla="*/ 15 w 304"/>
                  <a:gd name="T19" fmla="*/ 197 h 206"/>
                  <a:gd name="T20" fmla="*/ 88 w 304"/>
                  <a:gd name="T21" fmla="*/ 74 h 206"/>
                  <a:gd name="T22" fmla="*/ 152 w 304"/>
                  <a:gd name="T23" fmla="*/ 55 h 206"/>
                  <a:gd name="T24" fmla="*/ 206 w 304"/>
                  <a:gd name="T25" fmla="*/ 36 h 206"/>
                  <a:gd name="T26" fmla="*/ 293 w 304"/>
                  <a:gd name="T27" fmla="*/ 21 h 206"/>
                  <a:gd name="T28" fmla="*/ 317 w 304"/>
                  <a:gd name="T29" fmla="*/ 6 h 20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304" h="206">
                    <a:moveTo>
                      <a:pt x="257" y="8"/>
                    </a:moveTo>
                    <a:cubicBezTo>
                      <a:pt x="272" y="6"/>
                      <a:pt x="284" y="0"/>
                      <a:pt x="290" y="18"/>
                    </a:cubicBezTo>
                    <a:cubicBezTo>
                      <a:pt x="295" y="34"/>
                      <a:pt x="294" y="57"/>
                      <a:pt x="297" y="74"/>
                    </a:cubicBezTo>
                    <a:cubicBezTo>
                      <a:pt x="300" y="94"/>
                      <a:pt x="300" y="115"/>
                      <a:pt x="302" y="135"/>
                    </a:cubicBezTo>
                    <a:cubicBezTo>
                      <a:pt x="304" y="155"/>
                      <a:pt x="302" y="170"/>
                      <a:pt x="282" y="179"/>
                    </a:cubicBezTo>
                    <a:cubicBezTo>
                      <a:pt x="263" y="187"/>
                      <a:pt x="240" y="186"/>
                      <a:pt x="219" y="187"/>
                    </a:cubicBezTo>
                    <a:cubicBezTo>
                      <a:pt x="201" y="188"/>
                      <a:pt x="184" y="190"/>
                      <a:pt x="166" y="193"/>
                    </a:cubicBezTo>
                    <a:cubicBezTo>
                      <a:pt x="149" y="196"/>
                      <a:pt x="135" y="206"/>
                      <a:pt x="117" y="203"/>
                    </a:cubicBezTo>
                    <a:cubicBezTo>
                      <a:pt x="101" y="199"/>
                      <a:pt x="89" y="185"/>
                      <a:pt x="72" y="182"/>
                    </a:cubicBezTo>
                    <a:cubicBezTo>
                      <a:pt x="54" y="179"/>
                      <a:pt x="19" y="184"/>
                      <a:pt x="12" y="164"/>
                    </a:cubicBezTo>
                    <a:cubicBezTo>
                      <a:pt x="0" y="131"/>
                      <a:pt x="49" y="79"/>
                      <a:pt x="73" y="62"/>
                    </a:cubicBezTo>
                    <a:cubicBezTo>
                      <a:pt x="89" y="52"/>
                      <a:pt x="108" y="50"/>
                      <a:pt x="126" y="46"/>
                    </a:cubicBezTo>
                    <a:cubicBezTo>
                      <a:pt x="142" y="42"/>
                      <a:pt x="155" y="35"/>
                      <a:pt x="170" y="30"/>
                    </a:cubicBezTo>
                    <a:cubicBezTo>
                      <a:pt x="194" y="22"/>
                      <a:pt x="219" y="29"/>
                      <a:pt x="242" y="18"/>
                    </a:cubicBezTo>
                    <a:cubicBezTo>
                      <a:pt x="249" y="14"/>
                      <a:pt x="255" y="9"/>
                      <a:pt x="262" y="6"/>
                    </a:cubicBezTo>
                  </a:path>
                </a:pathLst>
              </a:custGeom>
              <a:solidFill>
                <a:srgbClr val="B069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626" name="Freeform 293">
                <a:extLst>
                  <a:ext uri="{FF2B5EF4-FFF2-40B4-BE49-F238E27FC236}">
                    <a16:creationId xmlns:a16="http://schemas.microsoft.com/office/drawing/2014/main" id="{E9B13EEB-482E-4785-A83D-BE616D9E5A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1" y="2163"/>
                <a:ext cx="149" cy="73"/>
              </a:xfrm>
              <a:custGeom>
                <a:avLst/>
                <a:gdLst>
                  <a:gd name="T0" fmla="*/ 139 w 140"/>
                  <a:gd name="T1" fmla="*/ 0 h 69"/>
                  <a:gd name="T2" fmla="*/ 168 w 140"/>
                  <a:gd name="T3" fmla="*/ 47 h 69"/>
                  <a:gd name="T4" fmla="*/ 109 w 140"/>
                  <a:gd name="T5" fmla="*/ 78 h 69"/>
                  <a:gd name="T6" fmla="*/ 4 w 140"/>
                  <a:gd name="T7" fmla="*/ 81 h 69"/>
                  <a:gd name="T8" fmla="*/ 60 w 140"/>
                  <a:gd name="T9" fmla="*/ 48 h 69"/>
                  <a:gd name="T10" fmla="*/ 128 w 140"/>
                  <a:gd name="T11" fmla="*/ 7 h 6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0" h="69">
                    <a:moveTo>
                      <a:pt x="116" y="0"/>
                    </a:moveTo>
                    <a:cubicBezTo>
                      <a:pt x="121" y="16"/>
                      <a:pt x="140" y="19"/>
                      <a:pt x="139" y="40"/>
                    </a:cubicBezTo>
                    <a:cubicBezTo>
                      <a:pt x="137" y="62"/>
                      <a:pt x="109" y="65"/>
                      <a:pt x="90" y="66"/>
                    </a:cubicBezTo>
                    <a:cubicBezTo>
                      <a:pt x="61" y="66"/>
                      <a:pt x="33" y="67"/>
                      <a:pt x="4" y="69"/>
                    </a:cubicBezTo>
                    <a:cubicBezTo>
                      <a:pt x="0" y="51"/>
                      <a:pt x="39" y="47"/>
                      <a:pt x="50" y="41"/>
                    </a:cubicBezTo>
                    <a:cubicBezTo>
                      <a:pt x="69" y="30"/>
                      <a:pt x="85" y="14"/>
                      <a:pt x="106" y="7"/>
                    </a:cubicBezTo>
                  </a:path>
                </a:pathLst>
              </a:custGeom>
              <a:solidFill>
                <a:srgbClr val="B069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627" name="Freeform 294">
                <a:extLst>
                  <a:ext uri="{FF2B5EF4-FFF2-40B4-BE49-F238E27FC236}">
                    <a16:creationId xmlns:a16="http://schemas.microsoft.com/office/drawing/2014/main" id="{B92C5379-F327-4735-AC18-54D9DB39D6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6" y="1964"/>
                <a:ext cx="178" cy="241"/>
              </a:xfrm>
              <a:custGeom>
                <a:avLst/>
                <a:gdLst>
                  <a:gd name="T0" fmla="*/ 124 w 167"/>
                  <a:gd name="T1" fmla="*/ 7 h 227"/>
                  <a:gd name="T2" fmla="*/ 178 w 167"/>
                  <a:gd name="T3" fmla="*/ 79 h 227"/>
                  <a:gd name="T4" fmla="*/ 183 w 167"/>
                  <a:gd name="T5" fmla="*/ 125 h 227"/>
                  <a:gd name="T6" fmla="*/ 196 w 167"/>
                  <a:gd name="T7" fmla="*/ 183 h 227"/>
                  <a:gd name="T8" fmla="*/ 123 w 167"/>
                  <a:gd name="T9" fmla="*/ 207 h 227"/>
                  <a:gd name="T10" fmla="*/ 54 w 167"/>
                  <a:gd name="T11" fmla="*/ 241 h 227"/>
                  <a:gd name="T12" fmla="*/ 7 w 167"/>
                  <a:gd name="T13" fmla="*/ 272 h 227"/>
                  <a:gd name="T14" fmla="*/ 34 w 167"/>
                  <a:gd name="T15" fmla="*/ 219 h 227"/>
                  <a:gd name="T16" fmla="*/ 87 w 167"/>
                  <a:gd name="T17" fmla="*/ 152 h 227"/>
                  <a:gd name="T18" fmla="*/ 114 w 167"/>
                  <a:gd name="T19" fmla="*/ 31 h 22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67" h="227">
                    <a:moveTo>
                      <a:pt x="102" y="7"/>
                    </a:moveTo>
                    <a:cubicBezTo>
                      <a:pt x="129" y="0"/>
                      <a:pt x="143" y="46"/>
                      <a:pt x="147" y="66"/>
                    </a:cubicBezTo>
                    <a:cubicBezTo>
                      <a:pt x="149" y="79"/>
                      <a:pt x="148" y="93"/>
                      <a:pt x="151" y="105"/>
                    </a:cubicBezTo>
                    <a:cubicBezTo>
                      <a:pt x="156" y="121"/>
                      <a:pt x="167" y="136"/>
                      <a:pt x="162" y="153"/>
                    </a:cubicBezTo>
                    <a:cubicBezTo>
                      <a:pt x="156" y="178"/>
                      <a:pt x="121" y="169"/>
                      <a:pt x="101" y="173"/>
                    </a:cubicBezTo>
                    <a:cubicBezTo>
                      <a:pt x="81" y="176"/>
                      <a:pt x="63" y="191"/>
                      <a:pt x="45" y="202"/>
                    </a:cubicBezTo>
                    <a:cubicBezTo>
                      <a:pt x="35" y="208"/>
                      <a:pt x="19" y="226"/>
                      <a:pt x="7" y="227"/>
                    </a:cubicBezTo>
                    <a:cubicBezTo>
                      <a:pt x="0" y="211"/>
                      <a:pt x="18" y="193"/>
                      <a:pt x="28" y="183"/>
                    </a:cubicBezTo>
                    <a:cubicBezTo>
                      <a:pt x="44" y="165"/>
                      <a:pt x="59" y="148"/>
                      <a:pt x="72" y="127"/>
                    </a:cubicBezTo>
                    <a:cubicBezTo>
                      <a:pt x="92" y="96"/>
                      <a:pt x="95" y="62"/>
                      <a:pt x="94" y="25"/>
                    </a:cubicBezTo>
                  </a:path>
                </a:pathLst>
              </a:custGeom>
              <a:solidFill>
                <a:srgbClr val="B069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628" name="Freeform 295">
                <a:extLst>
                  <a:ext uri="{FF2B5EF4-FFF2-40B4-BE49-F238E27FC236}">
                    <a16:creationId xmlns:a16="http://schemas.microsoft.com/office/drawing/2014/main" id="{D631E8B7-000B-45DD-AC78-F8EE128693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9" y="2301"/>
                <a:ext cx="6" cy="5"/>
              </a:xfrm>
              <a:custGeom>
                <a:avLst/>
                <a:gdLst>
                  <a:gd name="T0" fmla="*/ 8 w 5"/>
                  <a:gd name="T1" fmla="*/ 8 h 4"/>
                  <a:gd name="T2" fmla="*/ 0 w 5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4">
                    <a:moveTo>
                      <a:pt x="5" y="4"/>
                    </a:moveTo>
                    <a:cubicBezTo>
                      <a:pt x="3" y="3"/>
                      <a:pt x="2" y="2"/>
                      <a:pt x="0" y="0"/>
                    </a:cubicBezTo>
                  </a:path>
                </a:pathLst>
              </a:custGeom>
              <a:solidFill>
                <a:srgbClr val="B069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629" name="Freeform 296">
                <a:extLst>
                  <a:ext uri="{FF2B5EF4-FFF2-40B4-BE49-F238E27FC236}">
                    <a16:creationId xmlns:a16="http://schemas.microsoft.com/office/drawing/2014/main" id="{907C7F79-4190-48F8-AA2A-49CCD0FC08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6" y="2904"/>
                <a:ext cx="219" cy="236"/>
              </a:xfrm>
              <a:custGeom>
                <a:avLst/>
                <a:gdLst>
                  <a:gd name="T0" fmla="*/ 250 w 205"/>
                  <a:gd name="T1" fmla="*/ 0 h 221"/>
                  <a:gd name="T2" fmla="*/ 143 w 205"/>
                  <a:gd name="T3" fmla="*/ 189 h 221"/>
                  <a:gd name="T4" fmla="*/ 0 w 205"/>
                  <a:gd name="T5" fmla="*/ 229 h 221"/>
                  <a:gd name="T6" fmla="*/ 110 w 205"/>
                  <a:gd name="T7" fmla="*/ 66 h 2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5" h="221">
                    <a:moveTo>
                      <a:pt x="205" y="0"/>
                    </a:moveTo>
                    <a:cubicBezTo>
                      <a:pt x="161" y="43"/>
                      <a:pt x="164" y="115"/>
                      <a:pt x="117" y="155"/>
                    </a:cubicBezTo>
                    <a:cubicBezTo>
                      <a:pt x="95" y="174"/>
                      <a:pt x="27" y="221"/>
                      <a:pt x="0" y="187"/>
                    </a:cubicBezTo>
                    <a:cubicBezTo>
                      <a:pt x="54" y="165"/>
                      <a:pt x="107" y="119"/>
                      <a:pt x="90" y="54"/>
                    </a:cubicBezTo>
                  </a:path>
                </a:pathLst>
              </a:custGeom>
              <a:solidFill>
                <a:srgbClr val="B069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630" name="Freeform 297">
                <a:extLst>
                  <a:ext uri="{FF2B5EF4-FFF2-40B4-BE49-F238E27FC236}">
                    <a16:creationId xmlns:a16="http://schemas.microsoft.com/office/drawing/2014/main" id="{D8E8CA7F-4B94-4FA5-9FD3-38E6A1387B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8" y="3185"/>
                <a:ext cx="196" cy="530"/>
              </a:xfrm>
              <a:custGeom>
                <a:avLst/>
                <a:gdLst>
                  <a:gd name="T0" fmla="*/ 34 w 184"/>
                  <a:gd name="T1" fmla="*/ 28 h 498"/>
                  <a:gd name="T2" fmla="*/ 147 w 184"/>
                  <a:gd name="T3" fmla="*/ 1 h 498"/>
                  <a:gd name="T4" fmla="*/ 210 w 184"/>
                  <a:gd name="T5" fmla="*/ 143 h 498"/>
                  <a:gd name="T6" fmla="*/ 196 w 184"/>
                  <a:gd name="T7" fmla="*/ 438 h 498"/>
                  <a:gd name="T8" fmla="*/ 169 w 184"/>
                  <a:gd name="T9" fmla="*/ 550 h 498"/>
                  <a:gd name="T10" fmla="*/ 79 w 184"/>
                  <a:gd name="T11" fmla="*/ 483 h 498"/>
                  <a:gd name="T12" fmla="*/ 59 w 184"/>
                  <a:gd name="T13" fmla="*/ 367 h 498"/>
                  <a:gd name="T14" fmla="*/ 20 w 184"/>
                  <a:gd name="T15" fmla="*/ 210 h 498"/>
                  <a:gd name="T16" fmla="*/ 15 w 184"/>
                  <a:gd name="T17" fmla="*/ 23 h 49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84" h="498">
                    <a:moveTo>
                      <a:pt x="28" y="23"/>
                    </a:moveTo>
                    <a:cubicBezTo>
                      <a:pt x="37" y="13"/>
                      <a:pt x="105" y="0"/>
                      <a:pt x="122" y="1"/>
                    </a:cubicBezTo>
                    <a:cubicBezTo>
                      <a:pt x="169" y="4"/>
                      <a:pt x="169" y="83"/>
                      <a:pt x="174" y="118"/>
                    </a:cubicBezTo>
                    <a:cubicBezTo>
                      <a:pt x="184" y="202"/>
                      <a:pt x="178" y="281"/>
                      <a:pt x="162" y="364"/>
                    </a:cubicBezTo>
                    <a:cubicBezTo>
                      <a:pt x="157" y="388"/>
                      <a:pt x="152" y="437"/>
                      <a:pt x="140" y="457"/>
                    </a:cubicBezTo>
                    <a:cubicBezTo>
                      <a:pt x="114" y="498"/>
                      <a:pt x="74" y="428"/>
                      <a:pt x="65" y="401"/>
                    </a:cubicBezTo>
                    <a:cubicBezTo>
                      <a:pt x="54" y="370"/>
                      <a:pt x="56" y="336"/>
                      <a:pt x="49" y="304"/>
                    </a:cubicBezTo>
                    <a:cubicBezTo>
                      <a:pt x="40" y="260"/>
                      <a:pt x="26" y="218"/>
                      <a:pt x="17" y="174"/>
                    </a:cubicBezTo>
                    <a:cubicBezTo>
                      <a:pt x="7" y="122"/>
                      <a:pt x="0" y="71"/>
                      <a:pt x="12" y="20"/>
                    </a:cubicBezTo>
                  </a:path>
                </a:pathLst>
              </a:custGeom>
              <a:solidFill>
                <a:srgbClr val="B069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631" name="Freeform 298">
                <a:extLst>
                  <a:ext uri="{FF2B5EF4-FFF2-40B4-BE49-F238E27FC236}">
                    <a16:creationId xmlns:a16="http://schemas.microsoft.com/office/drawing/2014/main" id="{B83EB71B-E617-48D1-A39D-D84D0F3083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1" y="3595"/>
                <a:ext cx="186" cy="212"/>
              </a:xfrm>
              <a:custGeom>
                <a:avLst/>
                <a:gdLst>
                  <a:gd name="T0" fmla="*/ 180 w 175"/>
                  <a:gd name="T1" fmla="*/ 27 h 199"/>
                  <a:gd name="T2" fmla="*/ 180 w 175"/>
                  <a:gd name="T3" fmla="*/ 126 h 199"/>
                  <a:gd name="T4" fmla="*/ 197 w 175"/>
                  <a:gd name="T5" fmla="*/ 172 h 199"/>
                  <a:gd name="T6" fmla="*/ 126 w 175"/>
                  <a:gd name="T7" fmla="*/ 180 h 199"/>
                  <a:gd name="T8" fmla="*/ 53 w 175"/>
                  <a:gd name="T9" fmla="*/ 197 h 199"/>
                  <a:gd name="T10" fmla="*/ 0 w 175"/>
                  <a:gd name="T11" fmla="*/ 197 h 199"/>
                  <a:gd name="T12" fmla="*/ 52 w 175"/>
                  <a:gd name="T13" fmla="*/ 161 h 199"/>
                  <a:gd name="T14" fmla="*/ 129 w 175"/>
                  <a:gd name="T15" fmla="*/ 123 h 199"/>
                  <a:gd name="T16" fmla="*/ 136 w 175"/>
                  <a:gd name="T17" fmla="*/ 0 h 19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75" h="199">
                    <a:moveTo>
                      <a:pt x="150" y="22"/>
                    </a:moveTo>
                    <a:cubicBezTo>
                      <a:pt x="144" y="46"/>
                      <a:pt x="139" y="81"/>
                      <a:pt x="150" y="104"/>
                    </a:cubicBezTo>
                    <a:cubicBezTo>
                      <a:pt x="156" y="117"/>
                      <a:pt x="175" y="125"/>
                      <a:pt x="164" y="142"/>
                    </a:cubicBezTo>
                    <a:cubicBezTo>
                      <a:pt x="153" y="161"/>
                      <a:pt x="121" y="150"/>
                      <a:pt x="105" y="149"/>
                    </a:cubicBezTo>
                    <a:cubicBezTo>
                      <a:pt x="77" y="147"/>
                      <a:pt x="67" y="147"/>
                      <a:pt x="44" y="163"/>
                    </a:cubicBezTo>
                    <a:cubicBezTo>
                      <a:pt x="30" y="174"/>
                      <a:pt x="0" y="199"/>
                      <a:pt x="0" y="163"/>
                    </a:cubicBezTo>
                    <a:cubicBezTo>
                      <a:pt x="1" y="138"/>
                      <a:pt x="25" y="137"/>
                      <a:pt x="43" y="133"/>
                    </a:cubicBezTo>
                    <a:cubicBezTo>
                      <a:pt x="68" y="127"/>
                      <a:pt x="95" y="127"/>
                      <a:pt x="107" y="101"/>
                    </a:cubicBezTo>
                    <a:cubicBezTo>
                      <a:pt x="120" y="71"/>
                      <a:pt x="102" y="31"/>
                      <a:pt x="113" y="0"/>
                    </a:cubicBezTo>
                  </a:path>
                </a:pathLst>
              </a:custGeom>
              <a:solidFill>
                <a:srgbClr val="B069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632" name="Freeform 299">
                <a:extLst>
                  <a:ext uri="{FF2B5EF4-FFF2-40B4-BE49-F238E27FC236}">
                    <a16:creationId xmlns:a16="http://schemas.microsoft.com/office/drawing/2014/main" id="{8150DAE2-CBFC-45F6-B0EF-1AE740C9E2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8" y="3785"/>
                <a:ext cx="122" cy="168"/>
              </a:xfrm>
              <a:custGeom>
                <a:avLst/>
                <a:gdLst>
                  <a:gd name="T0" fmla="*/ 3 w 115"/>
                  <a:gd name="T1" fmla="*/ 65 h 158"/>
                  <a:gd name="T2" fmla="*/ 71 w 115"/>
                  <a:gd name="T3" fmla="*/ 101 h 158"/>
                  <a:gd name="T4" fmla="*/ 137 w 115"/>
                  <a:gd name="T5" fmla="*/ 180 h 158"/>
                  <a:gd name="T6" fmla="*/ 93 w 115"/>
                  <a:gd name="T7" fmla="*/ 188 h 158"/>
                  <a:gd name="T8" fmla="*/ 59 w 115"/>
                  <a:gd name="T9" fmla="*/ 146 h 158"/>
                  <a:gd name="T10" fmla="*/ 0 w 115"/>
                  <a:gd name="T11" fmla="*/ 55 h 15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5" h="158">
                    <a:moveTo>
                      <a:pt x="3" y="54"/>
                    </a:moveTo>
                    <a:cubicBezTo>
                      <a:pt x="19" y="0"/>
                      <a:pt x="50" y="70"/>
                      <a:pt x="59" y="84"/>
                    </a:cubicBezTo>
                    <a:cubicBezTo>
                      <a:pt x="75" y="107"/>
                      <a:pt x="111" y="120"/>
                      <a:pt x="115" y="150"/>
                    </a:cubicBezTo>
                    <a:cubicBezTo>
                      <a:pt x="107" y="150"/>
                      <a:pt x="83" y="158"/>
                      <a:pt x="78" y="156"/>
                    </a:cubicBezTo>
                    <a:cubicBezTo>
                      <a:pt x="65" y="152"/>
                      <a:pt x="57" y="131"/>
                      <a:pt x="50" y="121"/>
                    </a:cubicBezTo>
                    <a:cubicBezTo>
                      <a:pt x="35" y="99"/>
                      <a:pt x="21" y="63"/>
                      <a:pt x="0" y="46"/>
                    </a:cubicBezTo>
                  </a:path>
                </a:pathLst>
              </a:custGeom>
              <a:solidFill>
                <a:srgbClr val="B069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633" name="Freeform 300">
                <a:extLst>
                  <a:ext uri="{FF2B5EF4-FFF2-40B4-BE49-F238E27FC236}">
                    <a16:creationId xmlns:a16="http://schemas.microsoft.com/office/drawing/2014/main" id="{5FBF35A7-93A3-4B4B-95A7-FD6343E94D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1" y="2241"/>
                <a:ext cx="143" cy="158"/>
              </a:xfrm>
              <a:custGeom>
                <a:avLst/>
                <a:gdLst>
                  <a:gd name="T0" fmla="*/ 35 w 134"/>
                  <a:gd name="T1" fmla="*/ 24 h 149"/>
                  <a:gd name="T2" fmla="*/ 89 w 134"/>
                  <a:gd name="T3" fmla="*/ 4 h 149"/>
                  <a:gd name="T4" fmla="*/ 121 w 134"/>
                  <a:gd name="T5" fmla="*/ 66 h 149"/>
                  <a:gd name="T6" fmla="*/ 121 w 134"/>
                  <a:gd name="T7" fmla="*/ 178 h 149"/>
                  <a:gd name="T8" fmla="*/ 82 w 134"/>
                  <a:gd name="T9" fmla="*/ 104 h 149"/>
                  <a:gd name="T10" fmla="*/ 6 w 134"/>
                  <a:gd name="T11" fmla="*/ 137 h 149"/>
                  <a:gd name="T12" fmla="*/ 22 w 134"/>
                  <a:gd name="T13" fmla="*/ 33 h 14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4" h="149">
                    <a:moveTo>
                      <a:pt x="29" y="21"/>
                    </a:moveTo>
                    <a:cubicBezTo>
                      <a:pt x="43" y="16"/>
                      <a:pt x="58" y="0"/>
                      <a:pt x="73" y="4"/>
                    </a:cubicBezTo>
                    <a:cubicBezTo>
                      <a:pt x="92" y="9"/>
                      <a:pt x="92" y="39"/>
                      <a:pt x="99" y="55"/>
                    </a:cubicBezTo>
                    <a:cubicBezTo>
                      <a:pt x="108" y="76"/>
                      <a:pt x="134" y="136"/>
                      <a:pt x="99" y="149"/>
                    </a:cubicBezTo>
                    <a:cubicBezTo>
                      <a:pt x="89" y="132"/>
                      <a:pt x="89" y="96"/>
                      <a:pt x="67" y="87"/>
                    </a:cubicBezTo>
                    <a:cubicBezTo>
                      <a:pt x="46" y="79"/>
                      <a:pt x="24" y="108"/>
                      <a:pt x="6" y="115"/>
                    </a:cubicBezTo>
                    <a:cubicBezTo>
                      <a:pt x="0" y="88"/>
                      <a:pt x="0" y="49"/>
                      <a:pt x="19" y="27"/>
                    </a:cubicBezTo>
                  </a:path>
                </a:pathLst>
              </a:custGeom>
              <a:solidFill>
                <a:srgbClr val="B069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634" name="Freeform 301">
                <a:extLst>
                  <a:ext uri="{FF2B5EF4-FFF2-40B4-BE49-F238E27FC236}">
                    <a16:creationId xmlns:a16="http://schemas.microsoft.com/office/drawing/2014/main" id="{8B305205-94BF-4913-AB70-4ACF659370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1" y="1919"/>
                <a:ext cx="206" cy="275"/>
              </a:xfrm>
              <a:custGeom>
                <a:avLst/>
                <a:gdLst>
                  <a:gd name="T0" fmla="*/ 109 w 193"/>
                  <a:gd name="T1" fmla="*/ 39 h 258"/>
                  <a:gd name="T2" fmla="*/ 157 w 193"/>
                  <a:gd name="T3" fmla="*/ 6 h 258"/>
                  <a:gd name="T4" fmla="*/ 210 w 193"/>
                  <a:gd name="T5" fmla="*/ 91 h 258"/>
                  <a:gd name="T6" fmla="*/ 226 w 193"/>
                  <a:gd name="T7" fmla="*/ 196 h 258"/>
                  <a:gd name="T8" fmla="*/ 208 w 193"/>
                  <a:gd name="T9" fmla="*/ 263 h 258"/>
                  <a:gd name="T10" fmla="*/ 51 w 193"/>
                  <a:gd name="T11" fmla="*/ 225 h 258"/>
                  <a:gd name="T12" fmla="*/ 13 w 193"/>
                  <a:gd name="T13" fmla="*/ 102 h 258"/>
                  <a:gd name="T14" fmla="*/ 100 w 193"/>
                  <a:gd name="T15" fmla="*/ 35 h 25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93" h="258">
                    <a:moveTo>
                      <a:pt x="90" y="33"/>
                    </a:moveTo>
                    <a:cubicBezTo>
                      <a:pt x="105" y="25"/>
                      <a:pt x="112" y="9"/>
                      <a:pt x="129" y="6"/>
                    </a:cubicBezTo>
                    <a:cubicBezTo>
                      <a:pt x="167" y="0"/>
                      <a:pt x="169" y="49"/>
                      <a:pt x="173" y="75"/>
                    </a:cubicBezTo>
                    <a:cubicBezTo>
                      <a:pt x="177" y="105"/>
                      <a:pt x="178" y="133"/>
                      <a:pt x="186" y="162"/>
                    </a:cubicBezTo>
                    <a:cubicBezTo>
                      <a:pt x="193" y="189"/>
                      <a:pt x="193" y="201"/>
                      <a:pt x="171" y="218"/>
                    </a:cubicBezTo>
                    <a:cubicBezTo>
                      <a:pt x="120" y="258"/>
                      <a:pt x="82" y="227"/>
                      <a:pt x="42" y="186"/>
                    </a:cubicBezTo>
                    <a:cubicBezTo>
                      <a:pt x="19" y="162"/>
                      <a:pt x="0" y="118"/>
                      <a:pt x="10" y="84"/>
                    </a:cubicBezTo>
                    <a:cubicBezTo>
                      <a:pt x="19" y="54"/>
                      <a:pt x="58" y="42"/>
                      <a:pt x="82" y="29"/>
                    </a:cubicBezTo>
                  </a:path>
                </a:pathLst>
              </a:custGeom>
              <a:solidFill>
                <a:srgbClr val="B069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635" name="Freeform 302">
                <a:extLst>
                  <a:ext uri="{FF2B5EF4-FFF2-40B4-BE49-F238E27FC236}">
                    <a16:creationId xmlns:a16="http://schemas.microsoft.com/office/drawing/2014/main" id="{15D920E2-5D02-465F-89D9-2ECBAA4284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5" y="1603"/>
                <a:ext cx="269" cy="332"/>
              </a:xfrm>
              <a:custGeom>
                <a:avLst/>
                <a:gdLst>
                  <a:gd name="T0" fmla="*/ 0 w 252"/>
                  <a:gd name="T1" fmla="*/ 78 h 311"/>
                  <a:gd name="T2" fmla="*/ 172 w 252"/>
                  <a:gd name="T3" fmla="*/ 45 h 311"/>
                  <a:gd name="T4" fmla="*/ 289 w 252"/>
                  <a:gd name="T5" fmla="*/ 241 h 311"/>
                  <a:gd name="T6" fmla="*/ 253 w 252"/>
                  <a:gd name="T7" fmla="*/ 297 h 311"/>
                  <a:gd name="T8" fmla="*/ 223 w 252"/>
                  <a:gd name="T9" fmla="*/ 348 h 311"/>
                  <a:gd name="T10" fmla="*/ 164 w 252"/>
                  <a:gd name="T11" fmla="*/ 348 h 311"/>
                  <a:gd name="T12" fmla="*/ 68 w 252"/>
                  <a:gd name="T13" fmla="*/ 278 h 311"/>
                  <a:gd name="T14" fmla="*/ 155 w 252"/>
                  <a:gd name="T15" fmla="*/ 306 h 311"/>
                  <a:gd name="T16" fmla="*/ 162 w 252"/>
                  <a:gd name="T17" fmla="*/ 239 h 311"/>
                  <a:gd name="T18" fmla="*/ 56 w 252"/>
                  <a:gd name="T19" fmla="*/ 174 h 311"/>
                  <a:gd name="T20" fmla="*/ 17 w 252"/>
                  <a:gd name="T21" fmla="*/ 90 h 31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52" h="311">
                    <a:moveTo>
                      <a:pt x="0" y="64"/>
                    </a:moveTo>
                    <a:cubicBezTo>
                      <a:pt x="49" y="62"/>
                      <a:pt x="99" y="0"/>
                      <a:pt x="141" y="37"/>
                    </a:cubicBezTo>
                    <a:cubicBezTo>
                      <a:pt x="182" y="74"/>
                      <a:pt x="252" y="136"/>
                      <a:pt x="238" y="199"/>
                    </a:cubicBezTo>
                    <a:cubicBezTo>
                      <a:pt x="233" y="219"/>
                      <a:pt x="221" y="229"/>
                      <a:pt x="208" y="244"/>
                    </a:cubicBezTo>
                    <a:cubicBezTo>
                      <a:pt x="197" y="258"/>
                      <a:pt x="194" y="272"/>
                      <a:pt x="184" y="286"/>
                    </a:cubicBezTo>
                    <a:cubicBezTo>
                      <a:pt x="168" y="311"/>
                      <a:pt x="154" y="301"/>
                      <a:pt x="135" y="286"/>
                    </a:cubicBezTo>
                    <a:cubicBezTo>
                      <a:pt x="114" y="268"/>
                      <a:pt x="66" y="257"/>
                      <a:pt x="56" y="229"/>
                    </a:cubicBezTo>
                    <a:cubicBezTo>
                      <a:pt x="75" y="220"/>
                      <a:pt x="106" y="251"/>
                      <a:pt x="127" y="252"/>
                    </a:cubicBezTo>
                    <a:cubicBezTo>
                      <a:pt x="167" y="255"/>
                      <a:pt x="150" y="218"/>
                      <a:pt x="133" y="197"/>
                    </a:cubicBezTo>
                    <a:cubicBezTo>
                      <a:pt x="110" y="169"/>
                      <a:pt x="70" y="172"/>
                      <a:pt x="46" y="143"/>
                    </a:cubicBezTo>
                    <a:cubicBezTo>
                      <a:pt x="35" y="130"/>
                      <a:pt x="8" y="91"/>
                      <a:pt x="14" y="74"/>
                    </a:cubicBezTo>
                  </a:path>
                </a:pathLst>
              </a:custGeom>
              <a:solidFill>
                <a:srgbClr val="B069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636" name="Freeform 303">
                <a:extLst>
                  <a:ext uri="{FF2B5EF4-FFF2-40B4-BE49-F238E27FC236}">
                    <a16:creationId xmlns:a16="http://schemas.microsoft.com/office/drawing/2014/main" id="{7978DEBB-8B4E-4C29-A89C-0E6371DF94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9" y="1293"/>
                <a:ext cx="356" cy="328"/>
              </a:xfrm>
              <a:custGeom>
                <a:avLst/>
                <a:gdLst>
                  <a:gd name="T0" fmla="*/ 0 w 334"/>
                  <a:gd name="T1" fmla="*/ 0 h 307"/>
                  <a:gd name="T2" fmla="*/ 75 w 334"/>
                  <a:gd name="T3" fmla="*/ 17 h 307"/>
                  <a:gd name="T4" fmla="*/ 159 w 334"/>
                  <a:gd name="T5" fmla="*/ 58 h 307"/>
                  <a:gd name="T6" fmla="*/ 330 w 334"/>
                  <a:gd name="T7" fmla="*/ 186 h 307"/>
                  <a:gd name="T8" fmla="*/ 397 w 334"/>
                  <a:gd name="T9" fmla="*/ 287 h 307"/>
                  <a:gd name="T10" fmla="*/ 379 w 334"/>
                  <a:gd name="T11" fmla="*/ 316 h 307"/>
                  <a:gd name="T12" fmla="*/ 345 w 334"/>
                  <a:gd name="T13" fmla="*/ 352 h 307"/>
                  <a:gd name="T14" fmla="*/ 296 w 334"/>
                  <a:gd name="T15" fmla="*/ 283 h 307"/>
                  <a:gd name="T16" fmla="*/ 221 w 334"/>
                  <a:gd name="T17" fmla="*/ 302 h 307"/>
                  <a:gd name="T18" fmla="*/ 192 w 334"/>
                  <a:gd name="T19" fmla="*/ 214 h 307"/>
                  <a:gd name="T20" fmla="*/ 134 w 334"/>
                  <a:gd name="T21" fmla="*/ 115 h 307"/>
                  <a:gd name="T22" fmla="*/ 17 w 334"/>
                  <a:gd name="T23" fmla="*/ 6 h 30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34" h="307">
                    <a:moveTo>
                      <a:pt x="0" y="0"/>
                    </a:moveTo>
                    <a:cubicBezTo>
                      <a:pt x="9" y="12"/>
                      <a:pt x="47" y="8"/>
                      <a:pt x="62" y="14"/>
                    </a:cubicBezTo>
                    <a:cubicBezTo>
                      <a:pt x="86" y="23"/>
                      <a:pt x="110" y="34"/>
                      <a:pt x="131" y="48"/>
                    </a:cubicBezTo>
                    <a:cubicBezTo>
                      <a:pt x="183" y="80"/>
                      <a:pt x="234" y="103"/>
                      <a:pt x="273" y="153"/>
                    </a:cubicBezTo>
                    <a:cubicBezTo>
                      <a:pt x="290" y="176"/>
                      <a:pt x="320" y="208"/>
                      <a:pt x="327" y="236"/>
                    </a:cubicBezTo>
                    <a:cubicBezTo>
                      <a:pt x="334" y="261"/>
                      <a:pt x="324" y="250"/>
                      <a:pt x="313" y="259"/>
                    </a:cubicBezTo>
                    <a:cubicBezTo>
                      <a:pt x="303" y="267"/>
                      <a:pt x="299" y="289"/>
                      <a:pt x="285" y="288"/>
                    </a:cubicBezTo>
                    <a:cubicBezTo>
                      <a:pt x="283" y="263"/>
                      <a:pt x="280" y="227"/>
                      <a:pt x="245" y="232"/>
                    </a:cubicBezTo>
                    <a:cubicBezTo>
                      <a:pt x="209" y="237"/>
                      <a:pt x="211" y="307"/>
                      <a:pt x="182" y="248"/>
                    </a:cubicBezTo>
                    <a:cubicBezTo>
                      <a:pt x="171" y="226"/>
                      <a:pt x="164" y="199"/>
                      <a:pt x="159" y="175"/>
                    </a:cubicBezTo>
                    <a:cubicBezTo>
                      <a:pt x="151" y="141"/>
                      <a:pt x="135" y="120"/>
                      <a:pt x="111" y="95"/>
                    </a:cubicBezTo>
                    <a:cubicBezTo>
                      <a:pt x="80" y="62"/>
                      <a:pt x="51" y="31"/>
                      <a:pt x="14" y="6"/>
                    </a:cubicBezTo>
                  </a:path>
                </a:pathLst>
              </a:custGeom>
              <a:solidFill>
                <a:srgbClr val="B069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637" name="Freeform 304">
                <a:extLst>
                  <a:ext uri="{FF2B5EF4-FFF2-40B4-BE49-F238E27FC236}">
                    <a16:creationId xmlns:a16="http://schemas.microsoft.com/office/drawing/2014/main" id="{75218EDC-D96E-4672-91D4-2F5694010F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1" y="1354"/>
                <a:ext cx="345" cy="601"/>
              </a:xfrm>
              <a:custGeom>
                <a:avLst/>
                <a:gdLst>
                  <a:gd name="T0" fmla="*/ 235 w 323"/>
                  <a:gd name="T1" fmla="*/ 80 h 564"/>
                  <a:gd name="T2" fmla="*/ 248 w 323"/>
                  <a:gd name="T3" fmla="*/ 237 h 564"/>
                  <a:gd name="T4" fmla="*/ 276 w 323"/>
                  <a:gd name="T5" fmla="*/ 358 h 564"/>
                  <a:gd name="T6" fmla="*/ 334 w 323"/>
                  <a:gd name="T7" fmla="*/ 406 h 564"/>
                  <a:gd name="T8" fmla="*/ 372 w 323"/>
                  <a:gd name="T9" fmla="*/ 464 h 564"/>
                  <a:gd name="T10" fmla="*/ 380 w 323"/>
                  <a:gd name="T11" fmla="*/ 518 h 564"/>
                  <a:gd name="T12" fmla="*/ 350 w 323"/>
                  <a:gd name="T13" fmla="*/ 514 h 564"/>
                  <a:gd name="T14" fmla="*/ 301 w 323"/>
                  <a:gd name="T15" fmla="*/ 511 h 564"/>
                  <a:gd name="T16" fmla="*/ 167 w 323"/>
                  <a:gd name="T17" fmla="*/ 605 h 564"/>
                  <a:gd name="T18" fmla="*/ 151 w 323"/>
                  <a:gd name="T19" fmla="*/ 661 h 564"/>
                  <a:gd name="T20" fmla="*/ 85 w 323"/>
                  <a:gd name="T21" fmla="*/ 667 h 564"/>
                  <a:gd name="T22" fmla="*/ 2 w 323"/>
                  <a:gd name="T23" fmla="*/ 565 h 564"/>
                  <a:gd name="T24" fmla="*/ 12 w 323"/>
                  <a:gd name="T25" fmla="*/ 485 h 564"/>
                  <a:gd name="T26" fmla="*/ 17 w 323"/>
                  <a:gd name="T27" fmla="*/ 395 h 564"/>
                  <a:gd name="T28" fmla="*/ 14 w 323"/>
                  <a:gd name="T29" fmla="*/ 215 h 564"/>
                  <a:gd name="T30" fmla="*/ 58 w 323"/>
                  <a:gd name="T31" fmla="*/ 50 h 564"/>
                  <a:gd name="T32" fmla="*/ 162 w 323"/>
                  <a:gd name="T33" fmla="*/ 19 h 564"/>
                  <a:gd name="T34" fmla="*/ 232 w 323"/>
                  <a:gd name="T35" fmla="*/ 92 h 564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323" h="564">
                    <a:moveTo>
                      <a:pt x="193" y="66"/>
                    </a:moveTo>
                    <a:cubicBezTo>
                      <a:pt x="201" y="109"/>
                      <a:pt x="207" y="151"/>
                      <a:pt x="203" y="195"/>
                    </a:cubicBezTo>
                    <a:cubicBezTo>
                      <a:pt x="200" y="238"/>
                      <a:pt x="197" y="263"/>
                      <a:pt x="227" y="296"/>
                    </a:cubicBezTo>
                    <a:cubicBezTo>
                      <a:pt x="241" y="311"/>
                      <a:pt x="260" y="320"/>
                      <a:pt x="274" y="336"/>
                    </a:cubicBezTo>
                    <a:cubicBezTo>
                      <a:pt x="286" y="350"/>
                      <a:pt x="298" y="367"/>
                      <a:pt x="305" y="383"/>
                    </a:cubicBezTo>
                    <a:cubicBezTo>
                      <a:pt x="309" y="392"/>
                      <a:pt x="323" y="420"/>
                      <a:pt x="312" y="428"/>
                    </a:cubicBezTo>
                    <a:cubicBezTo>
                      <a:pt x="305" y="433"/>
                      <a:pt x="294" y="425"/>
                      <a:pt x="287" y="424"/>
                    </a:cubicBezTo>
                    <a:cubicBezTo>
                      <a:pt x="275" y="422"/>
                      <a:pt x="260" y="422"/>
                      <a:pt x="247" y="422"/>
                    </a:cubicBezTo>
                    <a:cubicBezTo>
                      <a:pt x="199" y="422"/>
                      <a:pt x="156" y="456"/>
                      <a:pt x="137" y="500"/>
                    </a:cubicBezTo>
                    <a:cubicBezTo>
                      <a:pt x="130" y="514"/>
                      <a:pt x="133" y="533"/>
                      <a:pt x="124" y="546"/>
                    </a:cubicBezTo>
                    <a:cubicBezTo>
                      <a:pt x="110" y="564"/>
                      <a:pt x="87" y="562"/>
                      <a:pt x="70" y="551"/>
                    </a:cubicBezTo>
                    <a:cubicBezTo>
                      <a:pt x="44" y="535"/>
                      <a:pt x="6" y="498"/>
                      <a:pt x="2" y="466"/>
                    </a:cubicBezTo>
                    <a:cubicBezTo>
                      <a:pt x="0" y="446"/>
                      <a:pt x="8" y="422"/>
                      <a:pt x="9" y="401"/>
                    </a:cubicBezTo>
                    <a:cubicBezTo>
                      <a:pt x="10" y="377"/>
                      <a:pt x="13" y="352"/>
                      <a:pt x="14" y="327"/>
                    </a:cubicBezTo>
                    <a:cubicBezTo>
                      <a:pt x="15" y="277"/>
                      <a:pt x="12" y="228"/>
                      <a:pt x="11" y="178"/>
                    </a:cubicBezTo>
                    <a:cubicBezTo>
                      <a:pt x="9" y="135"/>
                      <a:pt x="21" y="76"/>
                      <a:pt x="48" y="41"/>
                    </a:cubicBezTo>
                    <a:cubicBezTo>
                      <a:pt x="70" y="14"/>
                      <a:pt x="99" y="0"/>
                      <a:pt x="133" y="16"/>
                    </a:cubicBezTo>
                    <a:cubicBezTo>
                      <a:pt x="161" y="29"/>
                      <a:pt x="171" y="55"/>
                      <a:pt x="190" y="76"/>
                    </a:cubicBezTo>
                  </a:path>
                </a:pathLst>
              </a:custGeom>
              <a:solidFill>
                <a:srgbClr val="B069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638" name="Freeform 305">
                <a:extLst>
                  <a:ext uri="{FF2B5EF4-FFF2-40B4-BE49-F238E27FC236}">
                    <a16:creationId xmlns:a16="http://schemas.microsoft.com/office/drawing/2014/main" id="{A9940D2A-A60D-4A1F-84B2-2ED7F4F231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8" y="1981"/>
                <a:ext cx="359" cy="240"/>
              </a:xfrm>
              <a:custGeom>
                <a:avLst/>
                <a:gdLst>
                  <a:gd name="T0" fmla="*/ 404 w 337"/>
                  <a:gd name="T1" fmla="*/ 0 h 226"/>
                  <a:gd name="T2" fmla="*/ 384 w 337"/>
                  <a:gd name="T3" fmla="*/ 58 h 226"/>
                  <a:gd name="T4" fmla="*/ 336 w 337"/>
                  <a:gd name="T5" fmla="*/ 105 h 226"/>
                  <a:gd name="T6" fmla="*/ 232 w 337"/>
                  <a:gd name="T7" fmla="*/ 148 h 226"/>
                  <a:gd name="T8" fmla="*/ 53 w 337"/>
                  <a:gd name="T9" fmla="*/ 255 h 226"/>
                  <a:gd name="T10" fmla="*/ 6 w 337"/>
                  <a:gd name="T11" fmla="*/ 256 h 226"/>
                  <a:gd name="T12" fmla="*/ 11 w 337"/>
                  <a:gd name="T13" fmla="*/ 200 h 226"/>
                  <a:gd name="T14" fmla="*/ 17 w 337"/>
                  <a:gd name="T15" fmla="*/ 131 h 226"/>
                  <a:gd name="T16" fmla="*/ 52 w 337"/>
                  <a:gd name="T17" fmla="*/ 108 h 226"/>
                  <a:gd name="T18" fmla="*/ 334 w 337"/>
                  <a:gd name="T19" fmla="*/ 33 h 226"/>
                  <a:gd name="T20" fmla="*/ 397 w 337"/>
                  <a:gd name="T21" fmla="*/ 2 h 22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37" h="226">
                    <a:moveTo>
                      <a:pt x="334" y="0"/>
                    </a:moveTo>
                    <a:cubicBezTo>
                      <a:pt x="337" y="13"/>
                      <a:pt x="323" y="38"/>
                      <a:pt x="317" y="49"/>
                    </a:cubicBezTo>
                    <a:cubicBezTo>
                      <a:pt x="308" y="67"/>
                      <a:pt x="294" y="77"/>
                      <a:pt x="278" y="88"/>
                    </a:cubicBezTo>
                    <a:cubicBezTo>
                      <a:pt x="252" y="105"/>
                      <a:pt x="220" y="110"/>
                      <a:pt x="192" y="123"/>
                    </a:cubicBezTo>
                    <a:cubicBezTo>
                      <a:pt x="141" y="148"/>
                      <a:pt x="98" y="194"/>
                      <a:pt x="44" y="213"/>
                    </a:cubicBezTo>
                    <a:cubicBezTo>
                      <a:pt x="34" y="216"/>
                      <a:pt x="15" y="226"/>
                      <a:pt x="6" y="214"/>
                    </a:cubicBezTo>
                    <a:cubicBezTo>
                      <a:pt x="0" y="205"/>
                      <a:pt x="7" y="176"/>
                      <a:pt x="8" y="167"/>
                    </a:cubicBezTo>
                    <a:cubicBezTo>
                      <a:pt x="11" y="148"/>
                      <a:pt x="11" y="128"/>
                      <a:pt x="14" y="109"/>
                    </a:cubicBezTo>
                    <a:cubicBezTo>
                      <a:pt x="16" y="87"/>
                      <a:pt x="22" y="89"/>
                      <a:pt x="43" y="90"/>
                    </a:cubicBezTo>
                    <a:cubicBezTo>
                      <a:pt x="130" y="92"/>
                      <a:pt x="200" y="61"/>
                      <a:pt x="277" y="27"/>
                    </a:cubicBezTo>
                    <a:cubicBezTo>
                      <a:pt x="295" y="19"/>
                      <a:pt x="313" y="13"/>
                      <a:pt x="329" y="2"/>
                    </a:cubicBezTo>
                  </a:path>
                </a:pathLst>
              </a:custGeom>
              <a:solidFill>
                <a:srgbClr val="B069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639" name="Freeform 306">
                <a:extLst>
                  <a:ext uri="{FF2B5EF4-FFF2-40B4-BE49-F238E27FC236}">
                    <a16:creationId xmlns:a16="http://schemas.microsoft.com/office/drawing/2014/main" id="{166F8476-3BEB-42B3-A1AD-5ABFF3E43C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5" y="2194"/>
                <a:ext cx="151" cy="139"/>
              </a:xfrm>
              <a:custGeom>
                <a:avLst/>
                <a:gdLst>
                  <a:gd name="T0" fmla="*/ 171 w 142"/>
                  <a:gd name="T1" fmla="*/ 0 h 131"/>
                  <a:gd name="T2" fmla="*/ 113 w 142"/>
                  <a:gd name="T3" fmla="*/ 67 h 131"/>
                  <a:gd name="T4" fmla="*/ 64 w 142"/>
                  <a:gd name="T5" fmla="*/ 128 h 131"/>
                  <a:gd name="T6" fmla="*/ 4 w 142"/>
                  <a:gd name="T7" fmla="*/ 117 h 131"/>
                  <a:gd name="T8" fmla="*/ 77 w 142"/>
                  <a:gd name="T9" fmla="*/ 70 h 131"/>
                  <a:gd name="T10" fmla="*/ 127 w 142"/>
                  <a:gd name="T11" fmla="*/ 34 h 131"/>
                  <a:gd name="T12" fmla="*/ 154 w 142"/>
                  <a:gd name="T13" fmla="*/ 2 h 1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2" h="131">
                    <a:moveTo>
                      <a:pt x="142" y="0"/>
                    </a:moveTo>
                    <a:cubicBezTo>
                      <a:pt x="123" y="7"/>
                      <a:pt x="108" y="40"/>
                      <a:pt x="94" y="56"/>
                    </a:cubicBezTo>
                    <a:cubicBezTo>
                      <a:pt x="79" y="73"/>
                      <a:pt x="67" y="89"/>
                      <a:pt x="53" y="107"/>
                    </a:cubicBezTo>
                    <a:cubicBezTo>
                      <a:pt x="39" y="125"/>
                      <a:pt x="10" y="131"/>
                      <a:pt x="4" y="98"/>
                    </a:cubicBezTo>
                    <a:cubicBezTo>
                      <a:pt x="0" y="77"/>
                      <a:pt x="47" y="68"/>
                      <a:pt x="64" y="58"/>
                    </a:cubicBezTo>
                    <a:cubicBezTo>
                      <a:pt x="77" y="50"/>
                      <a:pt x="94" y="38"/>
                      <a:pt x="105" y="28"/>
                    </a:cubicBezTo>
                    <a:cubicBezTo>
                      <a:pt x="114" y="20"/>
                      <a:pt x="119" y="6"/>
                      <a:pt x="128" y="2"/>
                    </a:cubicBezTo>
                  </a:path>
                </a:pathLst>
              </a:custGeom>
              <a:solidFill>
                <a:srgbClr val="B069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640" name="Freeform 307">
                <a:extLst>
                  <a:ext uri="{FF2B5EF4-FFF2-40B4-BE49-F238E27FC236}">
                    <a16:creationId xmlns:a16="http://schemas.microsoft.com/office/drawing/2014/main" id="{9A85E955-B12E-4F6E-91DD-8CC7485E0D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6" y="2219"/>
                <a:ext cx="33" cy="38"/>
              </a:xfrm>
              <a:custGeom>
                <a:avLst/>
                <a:gdLst>
                  <a:gd name="T0" fmla="*/ 37 w 31"/>
                  <a:gd name="T1" fmla="*/ 27 h 35"/>
                  <a:gd name="T2" fmla="*/ 24 w 31"/>
                  <a:gd name="T3" fmla="*/ 45 h 35"/>
                  <a:gd name="T4" fmla="*/ 36 w 31"/>
                  <a:gd name="T5" fmla="*/ 22 h 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1" h="35">
                    <a:moveTo>
                      <a:pt x="31" y="21"/>
                    </a:moveTo>
                    <a:cubicBezTo>
                      <a:pt x="21" y="6"/>
                      <a:pt x="16" y="26"/>
                      <a:pt x="21" y="35"/>
                    </a:cubicBezTo>
                    <a:cubicBezTo>
                      <a:pt x="0" y="24"/>
                      <a:pt x="17" y="0"/>
                      <a:pt x="30" y="17"/>
                    </a:cubicBezTo>
                  </a:path>
                </a:pathLst>
              </a:custGeom>
              <a:solidFill>
                <a:srgbClr val="C2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641" name="Freeform 308">
                <a:extLst>
                  <a:ext uri="{FF2B5EF4-FFF2-40B4-BE49-F238E27FC236}">
                    <a16:creationId xmlns:a16="http://schemas.microsoft.com/office/drawing/2014/main" id="{F16C023D-0547-48F5-886B-C2FC02B6B5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8" y="2155"/>
                <a:ext cx="34" cy="29"/>
              </a:xfrm>
              <a:custGeom>
                <a:avLst/>
                <a:gdLst>
                  <a:gd name="T0" fmla="*/ 34 w 32"/>
                  <a:gd name="T1" fmla="*/ 33 h 27"/>
                  <a:gd name="T2" fmla="*/ 38 w 32"/>
                  <a:gd name="T3" fmla="*/ 15 h 27"/>
                  <a:gd name="T4" fmla="*/ 13 w 32"/>
                  <a:gd name="T5" fmla="*/ 5 h 27"/>
                  <a:gd name="T6" fmla="*/ 26 w 32"/>
                  <a:gd name="T7" fmla="*/ 31 h 2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2" h="27">
                    <a:moveTo>
                      <a:pt x="28" y="27"/>
                    </a:moveTo>
                    <a:cubicBezTo>
                      <a:pt x="10" y="23"/>
                      <a:pt x="14" y="6"/>
                      <a:pt x="32" y="12"/>
                    </a:cubicBezTo>
                    <a:cubicBezTo>
                      <a:pt x="27" y="9"/>
                      <a:pt x="17" y="0"/>
                      <a:pt x="10" y="5"/>
                    </a:cubicBezTo>
                    <a:cubicBezTo>
                      <a:pt x="0" y="12"/>
                      <a:pt x="15" y="23"/>
                      <a:pt x="22" y="25"/>
                    </a:cubicBezTo>
                  </a:path>
                </a:pathLst>
              </a:custGeom>
              <a:solidFill>
                <a:srgbClr val="C2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642" name="Freeform 309">
                <a:extLst>
                  <a:ext uri="{FF2B5EF4-FFF2-40B4-BE49-F238E27FC236}">
                    <a16:creationId xmlns:a16="http://schemas.microsoft.com/office/drawing/2014/main" id="{B8145F56-587A-4DF3-853A-D5982A5730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0" y="1976"/>
                <a:ext cx="145" cy="131"/>
              </a:xfrm>
              <a:custGeom>
                <a:avLst/>
                <a:gdLst>
                  <a:gd name="T0" fmla="*/ 0 w 136"/>
                  <a:gd name="T1" fmla="*/ 0 h 123"/>
                  <a:gd name="T2" fmla="*/ 48 w 136"/>
                  <a:gd name="T3" fmla="*/ 93 h 123"/>
                  <a:gd name="T4" fmla="*/ 165 w 136"/>
                  <a:gd name="T5" fmla="*/ 149 h 123"/>
                  <a:gd name="T6" fmla="*/ 4 w 136"/>
                  <a:gd name="T7" fmla="*/ 6 h 1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6" h="123">
                    <a:moveTo>
                      <a:pt x="0" y="0"/>
                    </a:moveTo>
                    <a:cubicBezTo>
                      <a:pt x="9" y="29"/>
                      <a:pt x="16" y="56"/>
                      <a:pt x="39" y="77"/>
                    </a:cubicBezTo>
                    <a:cubicBezTo>
                      <a:pt x="67" y="101"/>
                      <a:pt x="104" y="105"/>
                      <a:pt x="136" y="123"/>
                    </a:cubicBezTo>
                    <a:cubicBezTo>
                      <a:pt x="80" y="93"/>
                      <a:pt x="26" y="67"/>
                      <a:pt x="4" y="6"/>
                    </a:cubicBezTo>
                  </a:path>
                </a:pathLst>
              </a:custGeom>
              <a:solidFill>
                <a:srgbClr val="C2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643" name="Freeform 310">
                <a:extLst>
                  <a:ext uri="{FF2B5EF4-FFF2-40B4-BE49-F238E27FC236}">
                    <a16:creationId xmlns:a16="http://schemas.microsoft.com/office/drawing/2014/main" id="{AC1502CB-0C20-4678-905F-20832BBBD9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7" y="2236"/>
                <a:ext cx="101" cy="21"/>
              </a:xfrm>
              <a:custGeom>
                <a:avLst/>
                <a:gdLst>
                  <a:gd name="T0" fmla="*/ 0 w 95"/>
                  <a:gd name="T1" fmla="*/ 2 h 19"/>
                  <a:gd name="T2" fmla="*/ 30 w 95"/>
                  <a:gd name="T3" fmla="*/ 23 h 19"/>
                  <a:gd name="T4" fmla="*/ 54 w 95"/>
                  <a:gd name="T5" fmla="*/ 22 h 19"/>
                  <a:gd name="T6" fmla="*/ 84 w 95"/>
                  <a:gd name="T7" fmla="*/ 14 h 19"/>
                  <a:gd name="T8" fmla="*/ 114 w 95"/>
                  <a:gd name="T9" fmla="*/ 15 h 19"/>
                  <a:gd name="T10" fmla="*/ 85 w 95"/>
                  <a:gd name="T11" fmla="*/ 9 h 19"/>
                  <a:gd name="T12" fmla="*/ 50 w 95"/>
                  <a:gd name="T13" fmla="*/ 12 h 19"/>
                  <a:gd name="T14" fmla="*/ 2 w 95"/>
                  <a:gd name="T15" fmla="*/ 0 h 1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5" h="19">
                    <a:moveTo>
                      <a:pt x="0" y="2"/>
                    </a:moveTo>
                    <a:cubicBezTo>
                      <a:pt x="8" y="6"/>
                      <a:pt x="15" y="15"/>
                      <a:pt x="24" y="17"/>
                    </a:cubicBezTo>
                    <a:cubicBezTo>
                      <a:pt x="30" y="19"/>
                      <a:pt x="39" y="17"/>
                      <a:pt x="45" y="16"/>
                    </a:cubicBezTo>
                    <a:cubicBezTo>
                      <a:pt x="54" y="15"/>
                      <a:pt x="61" y="12"/>
                      <a:pt x="70" y="11"/>
                    </a:cubicBezTo>
                    <a:cubicBezTo>
                      <a:pt x="79" y="10"/>
                      <a:pt x="87" y="12"/>
                      <a:pt x="95" y="12"/>
                    </a:cubicBezTo>
                    <a:cubicBezTo>
                      <a:pt x="87" y="11"/>
                      <a:pt x="80" y="6"/>
                      <a:pt x="71" y="6"/>
                    </a:cubicBezTo>
                    <a:cubicBezTo>
                      <a:pt x="61" y="5"/>
                      <a:pt x="51" y="8"/>
                      <a:pt x="41" y="9"/>
                    </a:cubicBezTo>
                    <a:cubicBezTo>
                      <a:pt x="26" y="10"/>
                      <a:pt x="15" y="5"/>
                      <a:pt x="2" y="0"/>
                    </a:cubicBezTo>
                  </a:path>
                </a:pathLst>
              </a:custGeom>
              <a:solidFill>
                <a:srgbClr val="C2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644" name="Freeform 311">
                <a:extLst>
                  <a:ext uri="{FF2B5EF4-FFF2-40B4-BE49-F238E27FC236}">
                    <a16:creationId xmlns:a16="http://schemas.microsoft.com/office/drawing/2014/main" id="{B7523176-C066-4006-B2FD-D62BE923E9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4" y="2451"/>
                <a:ext cx="196" cy="43"/>
              </a:xfrm>
              <a:custGeom>
                <a:avLst/>
                <a:gdLst>
                  <a:gd name="T0" fmla="*/ 223 w 184"/>
                  <a:gd name="T1" fmla="*/ 9 h 41"/>
                  <a:gd name="T2" fmla="*/ 123 w 184"/>
                  <a:gd name="T3" fmla="*/ 33 h 41"/>
                  <a:gd name="T4" fmla="*/ 0 w 184"/>
                  <a:gd name="T5" fmla="*/ 47 h 41"/>
                  <a:gd name="T6" fmla="*/ 52 w 184"/>
                  <a:gd name="T7" fmla="*/ 37 h 41"/>
                  <a:gd name="T8" fmla="*/ 121 w 184"/>
                  <a:gd name="T9" fmla="*/ 24 h 41"/>
                  <a:gd name="T10" fmla="*/ 223 w 184"/>
                  <a:gd name="T11" fmla="*/ 7 h 4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84" h="41">
                    <a:moveTo>
                      <a:pt x="184" y="9"/>
                    </a:moveTo>
                    <a:cubicBezTo>
                      <a:pt x="155" y="9"/>
                      <a:pt x="129" y="22"/>
                      <a:pt x="101" y="29"/>
                    </a:cubicBezTo>
                    <a:cubicBezTo>
                      <a:pt x="68" y="37"/>
                      <a:pt x="32" y="31"/>
                      <a:pt x="0" y="41"/>
                    </a:cubicBezTo>
                    <a:cubicBezTo>
                      <a:pt x="13" y="37"/>
                      <a:pt x="29" y="33"/>
                      <a:pt x="43" y="31"/>
                    </a:cubicBezTo>
                    <a:cubicBezTo>
                      <a:pt x="62" y="27"/>
                      <a:pt x="82" y="28"/>
                      <a:pt x="100" y="21"/>
                    </a:cubicBezTo>
                    <a:cubicBezTo>
                      <a:pt x="125" y="12"/>
                      <a:pt x="157" y="0"/>
                      <a:pt x="184" y="7"/>
                    </a:cubicBezTo>
                  </a:path>
                </a:pathLst>
              </a:custGeom>
              <a:solidFill>
                <a:srgbClr val="C2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645" name="Freeform 312">
                <a:extLst>
                  <a:ext uri="{FF2B5EF4-FFF2-40B4-BE49-F238E27FC236}">
                    <a16:creationId xmlns:a16="http://schemas.microsoft.com/office/drawing/2014/main" id="{A20823CF-3493-4FEC-B98F-D830E618A0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7" y="1841"/>
                <a:ext cx="55" cy="85"/>
              </a:xfrm>
              <a:custGeom>
                <a:avLst/>
                <a:gdLst>
                  <a:gd name="T0" fmla="*/ 16 w 52"/>
                  <a:gd name="T1" fmla="*/ 1 h 80"/>
                  <a:gd name="T2" fmla="*/ 40 w 52"/>
                  <a:gd name="T3" fmla="*/ 43 h 80"/>
                  <a:gd name="T4" fmla="*/ 59 w 52"/>
                  <a:gd name="T5" fmla="*/ 96 h 80"/>
                  <a:gd name="T6" fmla="*/ 51 w 52"/>
                  <a:gd name="T7" fmla="*/ 40 h 80"/>
                  <a:gd name="T8" fmla="*/ 16 w 52"/>
                  <a:gd name="T9" fmla="*/ 0 h 8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2" h="80">
                    <a:moveTo>
                      <a:pt x="13" y="1"/>
                    </a:moveTo>
                    <a:cubicBezTo>
                      <a:pt x="0" y="13"/>
                      <a:pt x="27" y="29"/>
                      <a:pt x="34" y="36"/>
                    </a:cubicBezTo>
                    <a:cubicBezTo>
                      <a:pt x="46" y="49"/>
                      <a:pt x="50" y="62"/>
                      <a:pt x="50" y="80"/>
                    </a:cubicBezTo>
                    <a:cubicBezTo>
                      <a:pt x="50" y="64"/>
                      <a:pt x="52" y="47"/>
                      <a:pt x="43" y="34"/>
                    </a:cubicBezTo>
                    <a:cubicBezTo>
                      <a:pt x="34" y="21"/>
                      <a:pt x="19" y="14"/>
                      <a:pt x="13" y="0"/>
                    </a:cubicBezTo>
                  </a:path>
                </a:pathLst>
              </a:custGeom>
              <a:solidFill>
                <a:srgbClr val="C2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646" name="Freeform 313">
                <a:extLst>
                  <a:ext uri="{FF2B5EF4-FFF2-40B4-BE49-F238E27FC236}">
                    <a16:creationId xmlns:a16="http://schemas.microsoft.com/office/drawing/2014/main" id="{1E36C3F7-F7A2-44C1-A16E-44E0E6F061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8" y="1553"/>
                <a:ext cx="73" cy="94"/>
              </a:xfrm>
              <a:custGeom>
                <a:avLst/>
                <a:gdLst>
                  <a:gd name="T0" fmla="*/ 17 w 68"/>
                  <a:gd name="T1" fmla="*/ 36 h 88"/>
                  <a:gd name="T2" fmla="*/ 18 w 68"/>
                  <a:gd name="T3" fmla="*/ 14 h 88"/>
                  <a:gd name="T4" fmla="*/ 83 w 68"/>
                  <a:gd name="T5" fmla="*/ 107 h 88"/>
                  <a:gd name="T6" fmla="*/ 50 w 68"/>
                  <a:gd name="T7" fmla="*/ 18 h 88"/>
                  <a:gd name="T8" fmla="*/ 14 w 68"/>
                  <a:gd name="T9" fmla="*/ 32 h 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8" h="88">
                    <a:moveTo>
                      <a:pt x="14" y="30"/>
                    </a:moveTo>
                    <a:cubicBezTo>
                      <a:pt x="10" y="24"/>
                      <a:pt x="11" y="16"/>
                      <a:pt x="15" y="11"/>
                    </a:cubicBezTo>
                    <a:cubicBezTo>
                      <a:pt x="44" y="9"/>
                      <a:pt x="58" y="67"/>
                      <a:pt x="67" y="88"/>
                    </a:cubicBezTo>
                    <a:cubicBezTo>
                      <a:pt x="68" y="64"/>
                      <a:pt x="57" y="33"/>
                      <a:pt x="41" y="15"/>
                    </a:cubicBezTo>
                    <a:cubicBezTo>
                      <a:pt x="27" y="0"/>
                      <a:pt x="0" y="0"/>
                      <a:pt x="11" y="26"/>
                    </a:cubicBezTo>
                  </a:path>
                </a:pathLst>
              </a:custGeom>
              <a:solidFill>
                <a:srgbClr val="C2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647" name="Freeform 314">
                <a:extLst>
                  <a:ext uri="{FF2B5EF4-FFF2-40B4-BE49-F238E27FC236}">
                    <a16:creationId xmlns:a16="http://schemas.microsoft.com/office/drawing/2014/main" id="{482861D5-B4C0-4099-B389-3A341D86E6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7" y="1586"/>
                <a:ext cx="35" cy="37"/>
              </a:xfrm>
              <a:custGeom>
                <a:avLst/>
                <a:gdLst>
                  <a:gd name="T0" fmla="*/ 39 w 33"/>
                  <a:gd name="T1" fmla="*/ 24 h 34"/>
                  <a:gd name="T2" fmla="*/ 16 w 33"/>
                  <a:gd name="T3" fmla="*/ 44 h 34"/>
                  <a:gd name="T4" fmla="*/ 32 w 33"/>
                  <a:gd name="T5" fmla="*/ 17 h 3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" h="34">
                    <a:moveTo>
                      <a:pt x="33" y="18"/>
                    </a:moveTo>
                    <a:cubicBezTo>
                      <a:pt x="18" y="11"/>
                      <a:pt x="6" y="14"/>
                      <a:pt x="13" y="34"/>
                    </a:cubicBezTo>
                    <a:cubicBezTo>
                      <a:pt x="10" y="18"/>
                      <a:pt x="0" y="0"/>
                      <a:pt x="26" y="14"/>
                    </a:cubicBezTo>
                  </a:path>
                </a:pathLst>
              </a:custGeom>
              <a:solidFill>
                <a:srgbClr val="C2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648" name="Freeform 315">
                <a:extLst>
                  <a:ext uri="{FF2B5EF4-FFF2-40B4-BE49-F238E27FC236}">
                    <a16:creationId xmlns:a16="http://schemas.microsoft.com/office/drawing/2014/main" id="{7C2137DC-15BC-4B51-ABE8-98C2A421BF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6" y="1824"/>
                <a:ext cx="91" cy="82"/>
              </a:xfrm>
              <a:custGeom>
                <a:avLst/>
                <a:gdLst>
                  <a:gd name="T0" fmla="*/ 104 w 85"/>
                  <a:gd name="T1" fmla="*/ 13 h 77"/>
                  <a:gd name="T2" fmla="*/ 35 w 85"/>
                  <a:gd name="T3" fmla="*/ 32 h 77"/>
                  <a:gd name="T4" fmla="*/ 14 w 85"/>
                  <a:gd name="T5" fmla="*/ 93 h 77"/>
                  <a:gd name="T6" fmla="*/ 39 w 85"/>
                  <a:gd name="T7" fmla="*/ 12 h 77"/>
                  <a:gd name="T8" fmla="*/ 104 w 85"/>
                  <a:gd name="T9" fmla="*/ 1 h 7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5" h="77">
                    <a:moveTo>
                      <a:pt x="85" y="10"/>
                    </a:moveTo>
                    <a:cubicBezTo>
                      <a:pt x="65" y="3"/>
                      <a:pt x="44" y="16"/>
                      <a:pt x="29" y="26"/>
                    </a:cubicBezTo>
                    <a:cubicBezTo>
                      <a:pt x="13" y="37"/>
                      <a:pt x="11" y="60"/>
                      <a:pt x="11" y="77"/>
                    </a:cubicBezTo>
                    <a:cubicBezTo>
                      <a:pt x="0" y="53"/>
                      <a:pt x="3" y="19"/>
                      <a:pt x="32" y="9"/>
                    </a:cubicBezTo>
                    <a:cubicBezTo>
                      <a:pt x="46" y="4"/>
                      <a:pt x="69" y="0"/>
                      <a:pt x="85" y="1"/>
                    </a:cubicBezTo>
                  </a:path>
                </a:pathLst>
              </a:custGeom>
              <a:solidFill>
                <a:srgbClr val="C2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649" name="Freeform 316">
                <a:extLst>
                  <a:ext uri="{FF2B5EF4-FFF2-40B4-BE49-F238E27FC236}">
                    <a16:creationId xmlns:a16="http://schemas.microsoft.com/office/drawing/2014/main" id="{9CED3068-69D1-45E3-B775-9B4AC5331E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2" y="1052"/>
                <a:ext cx="19" cy="21"/>
              </a:xfrm>
              <a:custGeom>
                <a:avLst/>
                <a:gdLst>
                  <a:gd name="T0" fmla="*/ 21 w 18"/>
                  <a:gd name="T1" fmla="*/ 7 h 20"/>
                  <a:gd name="T2" fmla="*/ 3 w 18"/>
                  <a:gd name="T3" fmla="*/ 4 h 20"/>
                  <a:gd name="T4" fmla="*/ 3 w 18"/>
                  <a:gd name="T5" fmla="*/ 23 h 20"/>
                  <a:gd name="T6" fmla="*/ 6 w 18"/>
                  <a:gd name="T7" fmla="*/ 6 h 20"/>
                  <a:gd name="T8" fmla="*/ 21 w 18"/>
                  <a:gd name="T9" fmla="*/ 7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20">
                    <a:moveTo>
                      <a:pt x="18" y="7"/>
                    </a:moveTo>
                    <a:cubicBezTo>
                      <a:pt x="14" y="2"/>
                      <a:pt x="7" y="0"/>
                      <a:pt x="3" y="4"/>
                    </a:cubicBezTo>
                    <a:cubicBezTo>
                      <a:pt x="0" y="8"/>
                      <a:pt x="0" y="17"/>
                      <a:pt x="3" y="20"/>
                    </a:cubicBezTo>
                    <a:cubicBezTo>
                      <a:pt x="1" y="16"/>
                      <a:pt x="3" y="9"/>
                      <a:pt x="6" y="6"/>
                    </a:cubicBezTo>
                    <a:cubicBezTo>
                      <a:pt x="10" y="4"/>
                      <a:pt x="14" y="5"/>
                      <a:pt x="18" y="7"/>
                    </a:cubicBezTo>
                  </a:path>
                </a:pathLst>
              </a:custGeom>
              <a:solidFill>
                <a:srgbClr val="C2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650" name="Freeform 317">
                <a:extLst>
                  <a:ext uri="{FF2B5EF4-FFF2-40B4-BE49-F238E27FC236}">
                    <a16:creationId xmlns:a16="http://schemas.microsoft.com/office/drawing/2014/main" id="{FFB650EE-A22D-4B9D-9833-5D4B373618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5" y="1411"/>
                <a:ext cx="37" cy="54"/>
              </a:xfrm>
              <a:custGeom>
                <a:avLst/>
                <a:gdLst>
                  <a:gd name="T0" fmla="*/ 29 w 35"/>
                  <a:gd name="T1" fmla="*/ 53 h 51"/>
                  <a:gd name="T2" fmla="*/ 19 w 35"/>
                  <a:gd name="T3" fmla="*/ 26 h 51"/>
                  <a:gd name="T4" fmla="*/ 0 w 35"/>
                  <a:gd name="T5" fmla="*/ 60 h 51"/>
                  <a:gd name="T6" fmla="*/ 19 w 35"/>
                  <a:gd name="T7" fmla="*/ 16 h 51"/>
                  <a:gd name="T8" fmla="*/ 27 w 35"/>
                  <a:gd name="T9" fmla="*/ 54 h 5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" h="51">
                    <a:moveTo>
                      <a:pt x="25" y="44"/>
                    </a:moveTo>
                    <a:cubicBezTo>
                      <a:pt x="24" y="38"/>
                      <a:pt x="29" y="14"/>
                      <a:pt x="16" y="23"/>
                    </a:cubicBezTo>
                    <a:cubicBezTo>
                      <a:pt x="8" y="29"/>
                      <a:pt x="5" y="42"/>
                      <a:pt x="0" y="51"/>
                    </a:cubicBezTo>
                    <a:cubicBezTo>
                      <a:pt x="0" y="37"/>
                      <a:pt x="3" y="21"/>
                      <a:pt x="16" y="13"/>
                    </a:cubicBezTo>
                    <a:cubicBezTo>
                      <a:pt x="35" y="0"/>
                      <a:pt x="27" y="36"/>
                      <a:pt x="24" y="45"/>
                    </a:cubicBezTo>
                  </a:path>
                </a:pathLst>
              </a:custGeom>
              <a:solidFill>
                <a:srgbClr val="C2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651" name="Freeform 318">
                <a:extLst>
                  <a:ext uri="{FF2B5EF4-FFF2-40B4-BE49-F238E27FC236}">
                    <a16:creationId xmlns:a16="http://schemas.microsoft.com/office/drawing/2014/main" id="{80806801-4078-4981-AFF5-D477A6BB14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1" y="2689"/>
                <a:ext cx="262" cy="49"/>
              </a:xfrm>
              <a:custGeom>
                <a:avLst/>
                <a:gdLst>
                  <a:gd name="T0" fmla="*/ 0 w 246"/>
                  <a:gd name="T1" fmla="*/ 0 h 46"/>
                  <a:gd name="T2" fmla="*/ 67 w 246"/>
                  <a:gd name="T3" fmla="*/ 14 h 46"/>
                  <a:gd name="T4" fmla="*/ 143 w 246"/>
                  <a:gd name="T5" fmla="*/ 36 h 46"/>
                  <a:gd name="T6" fmla="*/ 297 w 246"/>
                  <a:gd name="T7" fmla="*/ 55 h 46"/>
                  <a:gd name="T8" fmla="*/ 154 w 246"/>
                  <a:gd name="T9" fmla="*/ 20 h 46"/>
                  <a:gd name="T10" fmla="*/ 87 w 246"/>
                  <a:gd name="T11" fmla="*/ 18 h 46"/>
                  <a:gd name="T12" fmla="*/ 17 w 246"/>
                  <a:gd name="T13" fmla="*/ 3 h 4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6" h="46">
                    <a:moveTo>
                      <a:pt x="0" y="0"/>
                    </a:moveTo>
                    <a:cubicBezTo>
                      <a:pt x="17" y="8"/>
                      <a:pt x="37" y="6"/>
                      <a:pt x="55" y="11"/>
                    </a:cubicBezTo>
                    <a:cubicBezTo>
                      <a:pt x="76" y="16"/>
                      <a:pt x="96" y="26"/>
                      <a:pt x="118" y="30"/>
                    </a:cubicBezTo>
                    <a:cubicBezTo>
                      <a:pt x="160" y="38"/>
                      <a:pt x="206" y="23"/>
                      <a:pt x="246" y="46"/>
                    </a:cubicBezTo>
                    <a:cubicBezTo>
                      <a:pt x="207" y="30"/>
                      <a:pt x="171" y="15"/>
                      <a:pt x="128" y="17"/>
                    </a:cubicBezTo>
                    <a:cubicBezTo>
                      <a:pt x="108" y="18"/>
                      <a:pt x="92" y="20"/>
                      <a:pt x="72" y="15"/>
                    </a:cubicBezTo>
                    <a:cubicBezTo>
                      <a:pt x="52" y="11"/>
                      <a:pt x="36" y="1"/>
                      <a:pt x="14" y="3"/>
                    </a:cubicBezTo>
                  </a:path>
                </a:pathLst>
              </a:custGeom>
              <a:solidFill>
                <a:srgbClr val="C2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652" name="Freeform 319">
                <a:extLst>
                  <a:ext uri="{FF2B5EF4-FFF2-40B4-BE49-F238E27FC236}">
                    <a16:creationId xmlns:a16="http://schemas.microsoft.com/office/drawing/2014/main" id="{DFADA627-4AF1-40AD-B0D8-FA3155091E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3" y="3051"/>
                <a:ext cx="98" cy="57"/>
              </a:xfrm>
              <a:custGeom>
                <a:avLst/>
                <a:gdLst>
                  <a:gd name="T0" fmla="*/ 111 w 92"/>
                  <a:gd name="T1" fmla="*/ 62 h 53"/>
                  <a:gd name="T2" fmla="*/ 0 w 92"/>
                  <a:gd name="T3" fmla="*/ 0 h 53"/>
                  <a:gd name="T4" fmla="*/ 51 w 92"/>
                  <a:gd name="T5" fmla="*/ 35 h 53"/>
                  <a:gd name="T6" fmla="*/ 101 w 92"/>
                  <a:gd name="T7" fmla="*/ 66 h 5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2" h="53">
                    <a:moveTo>
                      <a:pt x="92" y="50"/>
                    </a:moveTo>
                    <a:cubicBezTo>
                      <a:pt x="58" y="50"/>
                      <a:pt x="7" y="38"/>
                      <a:pt x="0" y="0"/>
                    </a:cubicBezTo>
                    <a:cubicBezTo>
                      <a:pt x="16" y="0"/>
                      <a:pt x="29" y="19"/>
                      <a:pt x="42" y="29"/>
                    </a:cubicBezTo>
                    <a:cubicBezTo>
                      <a:pt x="54" y="38"/>
                      <a:pt x="78" y="46"/>
                      <a:pt x="84" y="53"/>
                    </a:cubicBezTo>
                  </a:path>
                </a:pathLst>
              </a:custGeom>
              <a:solidFill>
                <a:srgbClr val="C2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653" name="Freeform 320">
                <a:extLst>
                  <a:ext uri="{FF2B5EF4-FFF2-40B4-BE49-F238E27FC236}">
                    <a16:creationId xmlns:a16="http://schemas.microsoft.com/office/drawing/2014/main" id="{B8E477FE-BFC2-4853-9208-6C557317F7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2" y="3652"/>
                <a:ext cx="94" cy="28"/>
              </a:xfrm>
              <a:custGeom>
                <a:avLst/>
                <a:gdLst>
                  <a:gd name="T0" fmla="*/ 0 w 88"/>
                  <a:gd name="T1" fmla="*/ 24 h 26"/>
                  <a:gd name="T2" fmla="*/ 103 w 88"/>
                  <a:gd name="T3" fmla="*/ 32 h 26"/>
                  <a:gd name="T4" fmla="*/ 5 w 88"/>
                  <a:gd name="T5" fmla="*/ 17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8" h="26">
                    <a:moveTo>
                      <a:pt x="0" y="19"/>
                    </a:moveTo>
                    <a:cubicBezTo>
                      <a:pt x="30" y="11"/>
                      <a:pt x="57" y="23"/>
                      <a:pt x="84" y="26"/>
                    </a:cubicBezTo>
                    <a:cubicBezTo>
                      <a:pt x="88" y="0"/>
                      <a:pt x="17" y="6"/>
                      <a:pt x="5" y="14"/>
                    </a:cubicBezTo>
                  </a:path>
                </a:pathLst>
              </a:custGeom>
              <a:solidFill>
                <a:srgbClr val="C2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654" name="Freeform 321">
                <a:extLst>
                  <a:ext uri="{FF2B5EF4-FFF2-40B4-BE49-F238E27FC236}">
                    <a16:creationId xmlns:a16="http://schemas.microsoft.com/office/drawing/2014/main" id="{E6434E96-D5F3-4F8E-85AB-AD0B4AFA36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4" y="3744"/>
                <a:ext cx="89" cy="36"/>
              </a:xfrm>
              <a:custGeom>
                <a:avLst/>
                <a:gdLst>
                  <a:gd name="T0" fmla="*/ 0 w 83"/>
                  <a:gd name="T1" fmla="*/ 23 h 34"/>
                  <a:gd name="T2" fmla="*/ 57 w 83"/>
                  <a:gd name="T3" fmla="*/ 34 h 34"/>
                  <a:gd name="T4" fmla="*/ 102 w 83"/>
                  <a:gd name="T5" fmla="*/ 30 h 34"/>
                  <a:gd name="T6" fmla="*/ 12 w 83"/>
                  <a:gd name="T7" fmla="*/ 23 h 3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3" h="34">
                    <a:moveTo>
                      <a:pt x="0" y="20"/>
                    </a:moveTo>
                    <a:cubicBezTo>
                      <a:pt x="17" y="27"/>
                      <a:pt x="27" y="30"/>
                      <a:pt x="46" y="28"/>
                    </a:cubicBezTo>
                    <a:cubicBezTo>
                      <a:pt x="59" y="26"/>
                      <a:pt x="70" y="19"/>
                      <a:pt x="83" y="25"/>
                    </a:cubicBezTo>
                    <a:cubicBezTo>
                      <a:pt x="57" y="0"/>
                      <a:pt x="28" y="34"/>
                      <a:pt x="9" y="20"/>
                    </a:cubicBezTo>
                  </a:path>
                </a:pathLst>
              </a:custGeom>
              <a:solidFill>
                <a:srgbClr val="C2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655" name="Freeform 322">
                <a:extLst>
                  <a:ext uri="{FF2B5EF4-FFF2-40B4-BE49-F238E27FC236}">
                    <a16:creationId xmlns:a16="http://schemas.microsoft.com/office/drawing/2014/main" id="{58447AC3-AF3B-4707-9AFD-7B1FF43697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9" y="2177"/>
                <a:ext cx="205" cy="81"/>
              </a:xfrm>
              <a:custGeom>
                <a:avLst/>
                <a:gdLst>
                  <a:gd name="T0" fmla="*/ 0 w 192"/>
                  <a:gd name="T1" fmla="*/ 0 h 76"/>
                  <a:gd name="T2" fmla="*/ 47 w 192"/>
                  <a:gd name="T3" fmla="*/ 32 h 76"/>
                  <a:gd name="T4" fmla="*/ 95 w 192"/>
                  <a:gd name="T5" fmla="*/ 59 h 76"/>
                  <a:gd name="T6" fmla="*/ 147 w 192"/>
                  <a:gd name="T7" fmla="*/ 76 h 76"/>
                  <a:gd name="T8" fmla="*/ 234 w 192"/>
                  <a:gd name="T9" fmla="*/ 92 h 76"/>
                  <a:gd name="T10" fmla="*/ 156 w 192"/>
                  <a:gd name="T11" fmla="*/ 69 h 76"/>
                  <a:gd name="T12" fmla="*/ 96 w 192"/>
                  <a:gd name="T13" fmla="*/ 45 h 76"/>
                  <a:gd name="T14" fmla="*/ 51 w 192"/>
                  <a:gd name="T15" fmla="*/ 20 h 76"/>
                  <a:gd name="T16" fmla="*/ 7 w 192"/>
                  <a:gd name="T17" fmla="*/ 6 h 7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92" h="76">
                    <a:moveTo>
                      <a:pt x="0" y="0"/>
                    </a:moveTo>
                    <a:cubicBezTo>
                      <a:pt x="13" y="4"/>
                      <a:pt x="27" y="18"/>
                      <a:pt x="38" y="26"/>
                    </a:cubicBezTo>
                    <a:cubicBezTo>
                      <a:pt x="51" y="35"/>
                      <a:pt x="65" y="41"/>
                      <a:pt x="78" y="49"/>
                    </a:cubicBezTo>
                    <a:cubicBezTo>
                      <a:pt x="92" y="57"/>
                      <a:pt x="106" y="61"/>
                      <a:pt x="121" y="63"/>
                    </a:cubicBezTo>
                    <a:cubicBezTo>
                      <a:pt x="145" y="67"/>
                      <a:pt x="167" y="75"/>
                      <a:pt x="192" y="76"/>
                    </a:cubicBezTo>
                    <a:cubicBezTo>
                      <a:pt x="170" y="72"/>
                      <a:pt x="149" y="63"/>
                      <a:pt x="128" y="57"/>
                    </a:cubicBezTo>
                    <a:cubicBezTo>
                      <a:pt x="111" y="52"/>
                      <a:pt x="94" y="45"/>
                      <a:pt x="79" y="37"/>
                    </a:cubicBezTo>
                    <a:cubicBezTo>
                      <a:pt x="67" y="30"/>
                      <a:pt x="55" y="22"/>
                      <a:pt x="42" y="17"/>
                    </a:cubicBezTo>
                    <a:cubicBezTo>
                      <a:pt x="31" y="12"/>
                      <a:pt x="18" y="11"/>
                      <a:pt x="7" y="6"/>
                    </a:cubicBezTo>
                  </a:path>
                </a:pathLst>
              </a:custGeom>
              <a:solidFill>
                <a:srgbClr val="C2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656" name="Freeform 323">
                <a:extLst>
                  <a:ext uri="{FF2B5EF4-FFF2-40B4-BE49-F238E27FC236}">
                    <a16:creationId xmlns:a16="http://schemas.microsoft.com/office/drawing/2014/main" id="{11CCCC6D-F6A5-485E-843D-2453E49A42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3" y="2163"/>
                <a:ext cx="154" cy="188"/>
              </a:xfrm>
              <a:custGeom>
                <a:avLst/>
                <a:gdLst>
                  <a:gd name="T0" fmla="*/ 28 w 144"/>
                  <a:gd name="T1" fmla="*/ 8 h 177"/>
                  <a:gd name="T2" fmla="*/ 5 w 144"/>
                  <a:gd name="T3" fmla="*/ 3 h 177"/>
                  <a:gd name="T4" fmla="*/ 6 w 144"/>
                  <a:gd name="T5" fmla="*/ 27 h 177"/>
                  <a:gd name="T6" fmla="*/ 50 w 144"/>
                  <a:gd name="T7" fmla="*/ 101 h 177"/>
                  <a:gd name="T8" fmla="*/ 109 w 144"/>
                  <a:gd name="T9" fmla="*/ 165 h 177"/>
                  <a:gd name="T10" fmla="*/ 176 w 144"/>
                  <a:gd name="T11" fmla="*/ 212 h 177"/>
                  <a:gd name="T12" fmla="*/ 111 w 144"/>
                  <a:gd name="T13" fmla="*/ 158 h 177"/>
                  <a:gd name="T14" fmla="*/ 68 w 144"/>
                  <a:gd name="T15" fmla="*/ 97 h 177"/>
                  <a:gd name="T16" fmla="*/ 49 w 144"/>
                  <a:gd name="T17" fmla="*/ 50 h 177"/>
                  <a:gd name="T18" fmla="*/ 67 w 144"/>
                  <a:gd name="T19" fmla="*/ 37 h 177"/>
                  <a:gd name="T20" fmla="*/ 26 w 144"/>
                  <a:gd name="T21" fmla="*/ 8 h 17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44" h="177">
                    <a:moveTo>
                      <a:pt x="22" y="8"/>
                    </a:moveTo>
                    <a:cubicBezTo>
                      <a:pt x="18" y="7"/>
                      <a:pt x="9" y="0"/>
                      <a:pt x="5" y="3"/>
                    </a:cubicBezTo>
                    <a:cubicBezTo>
                      <a:pt x="0" y="6"/>
                      <a:pt x="5" y="19"/>
                      <a:pt x="6" y="23"/>
                    </a:cubicBezTo>
                    <a:cubicBezTo>
                      <a:pt x="14" y="45"/>
                      <a:pt x="28" y="66"/>
                      <a:pt x="41" y="84"/>
                    </a:cubicBezTo>
                    <a:cubicBezTo>
                      <a:pt x="54" y="105"/>
                      <a:pt x="72" y="120"/>
                      <a:pt x="89" y="137"/>
                    </a:cubicBezTo>
                    <a:cubicBezTo>
                      <a:pt x="106" y="152"/>
                      <a:pt x="126" y="163"/>
                      <a:pt x="144" y="177"/>
                    </a:cubicBezTo>
                    <a:cubicBezTo>
                      <a:pt x="125" y="171"/>
                      <a:pt x="104" y="147"/>
                      <a:pt x="91" y="132"/>
                    </a:cubicBezTo>
                    <a:cubicBezTo>
                      <a:pt x="78" y="116"/>
                      <a:pt x="67" y="99"/>
                      <a:pt x="56" y="81"/>
                    </a:cubicBezTo>
                    <a:cubicBezTo>
                      <a:pt x="49" y="69"/>
                      <a:pt x="42" y="56"/>
                      <a:pt x="40" y="41"/>
                    </a:cubicBezTo>
                    <a:cubicBezTo>
                      <a:pt x="39" y="27"/>
                      <a:pt x="42" y="27"/>
                      <a:pt x="55" y="31"/>
                    </a:cubicBezTo>
                    <a:cubicBezTo>
                      <a:pt x="47" y="27"/>
                      <a:pt x="27" y="16"/>
                      <a:pt x="21" y="8"/>
                    </a:cubicBezTo>
                  </a:path>
                </a:pathLst>
              </a:custGeom>
              <a:solidFill>
                <a:srgbClr val="C2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657" name="Freeform 324">
                <a:extLst>
                  <a:ext uri="{FF2B5EF4-FFF2-40B4-BE49-F238E27FC236}">
                    <a16:creationId xmlns:a16="http://schemas.microsoft.com/office/drawing/2014/main" id="{C36FA0C3-2E7D-4027-9B30-C774BEA15E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7" y="2019"/>
                <a:ext cx="177" cy="25"/>
              </a:xfrm>
              <a:custGeom>
                <a:avLst/>
                <a:gdLst>
                  <a:gd name="T0" fmla="*/ 0 w 166"/>
                  <a:gd name="T1" fmla="*/ 14 h 23"/>
                  <a:gd name="T2" fmla="*/ 44 w 166"/>
                  <a:gd name="T3" fmla="*/ 24 h 23"/>
                  <a:gd name="T4" fmla="*/ 96 w 166"/>
                  <a:gd name="T5" fmla="*/ 25 h 23"/>
                  <a:gd name="T6" fmla="*/ 152 w 166"/>
                  <a:gd name="T7" fmla="*/ 10 h 23"/>
                  <a:gd name="T8" fmla="*/ 202 w 166"/>
                  <a:gd name="T9" fmla="*/ 0 h 23"/>
                  <a:gd name="T10" fmla="*/ 135 w 166"/>
                  <a:gd name="T11" fmla="*/ 3 h 23"/>
                  <a:gd name="T12" fmla="*/ 86 w 166"/>
                  <a:gd name="T13" fmla="*/ 10 h 23"/>
                  <a:gd name="T14" fmla="*/ 11 w 166"/>
                  <a:gd name="T15" fmla="*/ 9 h 2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66" h="23">
                    <a:moveTo>
                      <a:pt x="0" y="11"/>
                    </a:moveTo>
                    <a:cubicBezTo>
                      <a:pt x="11" y="10"/>
                      <a:pt x="25" y="16"/>
                      <a:pt x="36" y="18"/>
                    </a:cubicBezTo>
                    <a:cubicBezTo>
                      <a:pt x="51" y="23"/>
                      <a:pt x="64" y="20"/>
                      <a:pt x="79" y="19"/>
                    </a:cubicBezTo>
                    <a:cubicBezTo>
                      <a:pt x="96" y="17"/>
                      <a:pt x="110" y="13"/>
                      <a:pt x="126" y="7"/>
                    </a:cubicBezTo>
                    <a:cubicBezTo>
                      <a:pt x="138" y="3"/>
                      <a:pt x="153" y="0"/>
                      <a:pt x="166" y="0"/>
                    </a:cubicBezTo>
                    <a:cubicBezTo>
                      <a:pt x="148" y="0"/>
                      <a:pt x="130" y="1"/>
                      <a:pt x="112" y="3"/>
                    </a:cubicBezTo>
                    <a:cubicBezTo>
                      <a:pt x="98" y="5"/>
                      <a:pt x="85" y="8"/>
                      <a:pt x="71" y="7"/>
                    </a:cubicBezTo>
                    <a:cubicBezTo>
                      <a:pt x="50" y="6"/>
                      <a:pt x="29" y="6"/>
                      <a:pt x="8" y="6"/>
                    </a:cubicBezTo>
                  </a:path>
                </a:pathLst>
              </a:custGeom>
              <a:solidFill>
                <a:srgbClr val="C2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658" name="Freeform 325">
                <a:extLst>
                  <a:ext uri="{FF2B5EF4-FFF2-40B4-BE49-F238E27FC236}">
                    <a16:creationId xmlns:a16="http://schemas.microsoft.com/office/drawing/2014/main" id="{BA3A7816-F03F-4F3E-9683-01E2518BFF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0" y="2134"/>
                <a:ext cx="184" cy="195"/>
              </a:xfrm>
              <a:custGeom>
                <a:avLst/>
                <a:gdLst>
                  <a:gd name="T0" fmla="*/ 24 w 173"/>
                  <a:gd name="T1" fmla="*/ 25 h 183"/>
                  <a:gd name="T2" fmla="*/ 208 w 173"/>
                  <a:gd name="T3" fmla="*/ 222 h 183"/>
                  <a:gd name="T4" fmla="*/ 69 w 173"/>
                  <a:gd name="T5" fmla="*/ 35 h 183"/>
                  <a:gd name="T6" fmla="*/ 19 w 173"/>
                  <a:gd name="T7" fmla="*/ 1 h 183"/>
                  <a:gd name="T8" fmla="*/ 1 w 173"/>
                  <a:gd name="T9" fmla="*/ 15 h 183"/>
                  <a:gd name="T10" fmla="*/ 26 w 173"/>
                  <a:gd name="T11" fmla="*/ 34 h 18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73" h="183">
                    <a:moveTo>
                      <a:pt x="21" y="21"/>
                    </a:moveTo>
                    <a:cubicBezTo>
                      <a:pt x="98" y="49"/>
                      <a:pt x="125" y="126"/>
                      <a:pt x="173" y="183"/>
                    </a:cubicBezTo>
                    <a:cubicBezTo>
                      <a:pt x="142" y="128"/>
                      <a:pt x="105" y="72"/>
                      <a:pt x="57" y="29"/>
                    </a:cubicBezTo>
                    <a:cubicBezTo>
                      <a:pt x="46" y="19"/>
                      <a:pt x="32" y="1"/>
                      <a:pt x="16" y="1"/>
                    </a:cubicBezTo>
                    <a:cubicBezTo>
                      <a:pt x="9" y="0"/>
                      <a:pt x="0" y="0"/>
                      <a:pt x="1" y="12"/>
                    </a:cubicBezTo>
                    <a:cubicBezTo>
                      <a:pt x="2" y="20"/>
                      <a:pt x="17" y="25"/>
                      <a:pt x="22" y="28"/>
                    </a:cubicBezTo>
                  </a:path>
                </a:pathLst>
              </a:custGeom>
              <a:solidFill>
                <a:srgbClr val="C2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659" name="Freeform 326">
                <a:extLst>
                  <a:ext uri="{FF2B5EF4-FFF2-40B4-BE49-F238E27FC236}">
                    <a16:creationId xmlns:a16="http://schemas.microsoft.com/office/drawing/2014/main" id="{AF1A0054-D291-4494-BA6D-97DA4DCA96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5" y="2414"/>
                <a:ext cx="233" cy="110"/>
              </a:xfrm>
              <a:custGeom>
                <a:avLst/>
                <a:gdLst>
                  <a:gd name="T0" fmla="*/ 0 w 218"/>
                  <a:gd name="T1" fmla="*/ 0 h 103"/>
                  <a:gd name="T2" fmla="*/ 266 w 218"/>
                  <a:gd name="T3" fmla="*/ 124 h 103"/>
                  <a:gd name="T4" fmla="*/ 0 w 218"/>
                  <a:gd name="T5" fmla="*/ 0 h 10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8" h="103">
                    <a:moveTo>
                      <a:pt x="0" y="0"/>
                    </a:moveTo>
                    <a:cubicBezTo>
                      <a:pt x="0" y="0"/>
                      <a:pt x="76" y="103"/>
                      <a:pt x="218" y="102"/>
                    </a:cubicBezTo>
                    <a:cubicBezTo>
                      <a:pt x="218" y="102"/>
                      <a:pt x="78" y="75"/>
                      <a:pt x="0" y="0"/>
                    </a:cubicBezTo>
                    <a:close/>
                  </a:path>
                </a:pathLst>
              </a:custGeom>
              <a:solidFill>
                <a:srgbClr val="C2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660" name="Freeform 327">
                <a:extLst>
                  <a:ext uri="{FF2B5EF4-FFF2-40B4-BE49-F238E27FC236}">
                    <a16:creationId xmlns:a16="http://schemas.microsoft.com/office/drawing/2014/main" id="{4ADCADD9-C149-406F-8036-80F92218BB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3" y="1952"/>
                <a:ext cx="124" cy="245"/>
              </a:xfrm>
              <a:custGeom>
                <a:avLst/>
                <a:gdLst>
                  <a:gd name="T0" fmla="*/ 139 w 117"/>
                  <a:gd name="T1" fmla="*/ 3 h 230"/>
                  <a:gd name="T2" fmla="*/ 74 w 117"/>
                  <a:gd name="T3" fmla="*/ 134 h 230"/>
                  <a:gd name="T4" fmla="*/ 0 w 117"/>
                  <a:gd name="T5" fmla="*/ 278 h 230"/>
                  <a:gd name="T6" fmla="*/ 77 w 117"/>
                  <a:gd name="T7" fmla="*/ 175 h 230"/>
                  <a:gd name="T8" fmla="*/ 91 w 117"/>
                  <a:gd name="T9" fmla="*/ 127 h 230"/>
                  <a:gd name="T10" fmla="*/ 123 w 117"/>
                  <a:gd name="T11" fmla="*/ 149 h 230"/>
                  <a:gd name="T12" fmla="*/ 138 w 117"/>
                  <a:gd name="T13" fmla="*/ 0 h 23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7" h="230">
                    <a:moveTo>
                      <a:pt x="117" y="3"/>
                    </a:moveTo>
                    <a:cubicBezTo>
                      <a:pt x="74" y="10"/>
                      <a:pt x="70" y="79"/>
                      <a:pt x="62" y="111"/>
                    </a:cubicBezTo>
                    <a:cubicBezTo>
                      <a:pt x="51" y="155"/>
                      <a:pt x="15" y="187"/>
                      <a:pt x="0" y="230"/>
                    </a:cubicBezTo>
                    <a:cubicBezTo>
                      <a:pt x="9" y="196"/>
                      <a:pt x="48" y="174"/>
                      <a:pt x="65" y="145"/>
                    </a:cubicBezTo>
                    <a:cubicBezTo>
                      <a:pt x="68" y="138"/>
                      <a:pt x="72" y="107"/>
                      <a:pt x="76" y="105"/>
                    </a:cubicBezTo>
                    <a:cubicBezTo>
                      <a:pt x="83" y="102"/>
                      <a:pt x="98" y="119"/>
                      <a:pt x="103" y="123"/>
                    </a:cubicBezTo>
                    <a:cubicBezTo>
                      <a:pt x="62" y="88"/>
                      <a:pt x="98" y="36"/>
                      <a:pt x="116" y="0"/>
                    </a:cubicBezTo>
                  </a:path>
                </a:pathLst>
              </a:custGeom>
              <a:solidFill>
                <a:srgbClr val="C2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661" name="Freeform 328">
                <a:extLst>
                  <a:ext uri="{FF2B5EF4-FFF2-40B4-BE49-F238E27FC236}">
                    <a16:creationId xmlns:a16="http://schemas.microsoft.com/office/drawing/2014/main" id="{89A9B348-F1C3-4B2C-B20C-52CC1220B8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5" y="1855"/>
                <a:ext cx="29" cy="120"/>
              </a:xfrm>
              <a:custGeom>
                <a:avLst/>
                <a:gdLst>
                  <a:gd name="T0" fmla="*/ 25 w 27"/>
                  <a:gd name="T1" fmla="*/ 0 h 113"/>
                  <a:gd name="T2" fmla="*/ 4 w 27"/>
                  <a:gd name="T3" fmla="*/ 59 h 113"/>
                  <a:gd name="T4" fmla="*/ 33 w 27"/>
                  <a:gd name="T5" fmla="*/ 135 h 113"/>
                  <a:gd name="T6" fmla="*/ 13 w 27"/>
                  <a:gd name="T7" fmla="*/ 81 h 113"/>
                  <a:gd name="T8" fmla="*/ 23 w 27"/>
                  <a:gd name="T9" fmla="*/ 13 h 1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113">
                    <a:moveTo>
                      <a:pt x="20" y="0"/>
                    </a:moveTo>
                    <a:cubicBezTo>
                      <a:pt x="10" y="15"/>
                      <a:pt x="2" y="30"/>
                      <a:pt x="4" y="50"/>
                    </a:cubicBezTo>
                    <a:cubicBezTo>
                      <a:pt x="6" y="73"/>
                      <a:pt x="26" y="87"/>
                      <a:pt x="27" y="113"/>
                    </a:cubicBezTo>
                    <a:cubicBezTo>
                      <a:pt x="24" y="94"/>
                      <a:pt x="21" y="83"/>
                      <a:pt x="10" y="68"/>
                    </a:cubicBezTo>
                    <a:cubicBezTo>
                      <a:pt x="0" y="52"/>
                      <a:pt x="11" y="24"/>
                      <a:pt x="19" y="10"/>
                    </a:cubicBezTo>
                  </a:path>
                </a:pathLst>
              </a:custGeom>
              <a:solidFill>
                <a:srgbClr val="C2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662" name="Freeform 329">
                <a:extLst>
                  <a:ext uri="{FF2B5EF4-FFF2-40B4-BE49-F238E27FC236}">
                    <a16:creationId xmlns:a16="http://schemas.microsoft.com/office/drawing/2014/main" id="{5AE17ADE-7E9F-4FBC-A3DA-7F334F03EA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9" y="1826"/>
                <a:ext cx="21" cy="26"/>
              </a:xfrm>
              <a:custGeom>
                <a:avLst/>
                <a:gdLst>
                  <a:gd name="T0" fmla="*/ 21 w 19"/>
                  <a:gd name="T1" fmla="*/ 0 h 24"/>
                  <a:gd name="T2" fmla="*/ 25 w 19"/>
                  <a:gd name="T3" fmla="*/ 29 h 24"/>
                  <a:gd name="T4" fmla="*/ 1 w 19"/>
                  <a:gd name="T5" fmla="*/ 17 h 24"/>
                  <a:gd name="T6" fmla="*/ 23 w 19"/>
                  <a:gd name="T7" fmla="*/ 2 h 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24">
                    <a:moveTo>
                      <a:pt x="15" y="0"/>
                    </a:moveTo>
                    <a:cubicBezTo>
                      <a:pt x="3" y="12"/>
                      <a:pt x="2" y="17"/>
                      <a:pt x="19" y="23"/>
                    </a:cubicBezTo>
                    <a:cubicBezTo>
                      <a:pt x="11" y="23"/>
                      <a:pt x="2" y="24"/>
                      <a:pt x="1" y="14"/>
                    </a:cubicBezTo>
                    <a:cubicBezTo>
                      <a:pt x="0" y="5"/>
                      <a:pt x="9" y="2"/>
                      <a:pt x="17" y="2"/>
                    </a:cubicBezTo>
                  </a:path>
                </a:pathLst>
              </a:custGeom>
              <a:solidFill>
                <a:srgbClr val="C2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663" name="Freeform 330">
                <a:extLst>
                  <a:ext uri="{FF2B5EF4-FFF2-40B4-BE49-F238E27FC236}">
                    <a16:creationId xmlns:a16="http://schemas.microsoft.com/office/drawing/2014/main" id="{1A04647D-78CD-4B73-9E46-6658AE1289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6" y="3008"/>
                <a:ext cx="120" cy="64"/>
              </a:xfrm>
              <a:custGeom>
                <a:avLst/>
                <a:gdLst>
                  <a:gd name="T0" fmla="*/ 0 w 112"/>
                  <a:gd name="T1" fmla="*/ 41 h 60"/>
                  <a:gd name="T2" fmla="*/ 80 w 112"/>
                  <a:gd name="T3" fmla="*/ 63 h 60"/>
                  <a:gd name="T4" fmla="*/ 138 w 112"/>
                  <a:gd name="T5" fmla="*/ 0 h 60"/>
                  <a:gd name="T6" fmla="*/ 74 w 112"/>
                  <a:gd name="T7" fmla="*/ 49 h 60"/>
                  <a:gd name="T8" fmla="*/ 12 w 112"/>
                  <a:gd name="T9" fmla="*/ 48 h 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2" h="60">
                    <a:moveTo>
                      <a:pt x="0" y="34"/>
                    </a:moveTo>
                    <a:cubicBezTo>
                      <a:pt x="16" y="43"/>
                      <a:pt x="48" y="60"/>
                      <a:pt x="65" y="52"/>
                    </a:cubicBezTo>
                    <a:cubicBezTo>
                      <a:pt x="86" y="42"/>
                      <a:pt x="97" y="17"/>
                      <a:pt x="112" y="0"/>
                    </a:cubicBezTo>
                    <a:cubicBezTo>
                      <a:pt x="92" y="9"/>
                      <a:pt x="78" y="28"/>
                      <a:pt x="60" y="40"/>
                    </a:cubicBezTo>
                    <a:cubicBezTo>
                      <a:pt x="42" y="50"/>
                      <a:pt x="28" y="43"/>
                      <a:pt x="9" y="39"/>
                    </a:cubicBezTo>
                  </a:path>
                </a:pathLst>
              </a:custGeom>
              <a:solidFill>
                <a:srgbClr val="C2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664" name="Freeform 331">
                <a:extLst>
                  <a:ext uri="{FF2B5EF4-FFF2-40B4-BE49-F238E27FC236}">
                    <a16:creationId xmlns:a16="http://schemas.microsoft.com/office/drawing/2014/main" id="{EC44955E-3AF0-4723-9404-4C5C09464D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3" y="2210"/>
                <a:ext cx="85" cy="749"/>
              </a:xfrm>
              <a:custGeom>
                <a:avLst/>
                <a:gdLst>
                  <a:gd name="T0" fmla="*/ 19 w 80"/>
                  <a:gd name="T1" fmla="*/ 0 h 703"/>
                  <a:gd name="T2" fmla="*/ 51 w 80"/>
                  <a:gd name="T3" fmla="*/ 111 h 703"/>
                  <a:gd name="T4" fmla="*/ 90 w 80"/>
                  <a:gd name="T5" fmla="*/ 515 h 703"/>
                  <a:gd name="T6" fmla="*/ 0 w 80"/>
                  <a:gd name="T7" fmla="*/ 850 h 703"/>
                  <a:gd name="T8" fmla="*/ 66 w 80"/>
                  <a:gd name="T9" fmla="*/ 520 h 703"/>
                  <a:gd name="T10" fmla="*/ 37 w 80"/>
                  <a:gd name="T11" fmla="*/ 215 h 703"/>
                  <a:gd name="T12" fmla="*/ 19 w 80"/>
                  <a:gd name="T13" fmla="*/ 0 h 70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0" h="703">
                    <a:moveTo>
                      <a:pt x="16" y="0"/>
                    </a:moveTo>
                    <a:cubicBezTo>
                      <a:pt x="16" y="0"/>
                      <a:pt x="39" y="46"/>
                      <a:pt x="42" y="92"/>
                    </a:cubicBezTo>
                    <a:cubicBezTo>
                      <a:pt x="44" y="139"/>
                      <a:pt x="70" y="379"/>
                      <a:pt x="75" y="425"/>
                    </a:cubicBezTo>
                    <a:cubicBezTo>
                      <a:pt x="80" y="471"/>
                      <a:pt x="73" y="642"/>
                      <a:pt x="0" y="703"/>
                    </a:cubicBezTo>
                    <a:cubicBezTo>
                      <a:pt x="0" y="703"/>
                      <a:pt x="67" y="541"/>
                      <a:pt x="55" y="430"/>
                    </a:cubicBezTo>
                    <a:cubicBezTo>
                      <a:pt x="42" y="319"/>
                      <a:pt x="42" y="245"/>
                      <a:pt x="31" y="178"/>
                    </a:cubicBezTo>
                    <a:cubicBezTo>
                      <a:pt x="21" y="111"/>
                      <a:pt x="37" y="36"/>
                      <a:pt x="16" y="0"/>
                    </a:cubicBezTo>
                    <a:close/>
                  </a:path>
                </a:pathLst>
              </a:custGeom>
              <a:solidFill>
                <a:srgbClr val="8E4C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665" name="Freeform 332">
                <a:extLst>
                  <a:ext uri="{FF2B5EF4-FFF2-40B4-BE49-F238E27FC236}">
                    <a16:creationId xmlns:a16="http://schemas.microsoft.com/office/drawing/2014/main" id="{85D9F24A-119A-4FFC-8820-3D93A698DA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7" y="3012"/>
                <a:ext cx="53" cy="111"/>
              </a:xfrm>
              <a:custGeom>
                <a:avLst/>
                <a:gdLst>
                  <a:gd name="T0" fmla="*/ 34 w 50"/>
                  <a:gd name="T1" fmla="*/ 0 h 104"/>
                  <a:gd name="T2" fmla="*/ 0 w 50"/>
                  <a:gd name="T3" fmla="*/ 126 h 104"/>
                  <a:gd name="T4" fmla="*/ 34 w 50"/>
                  <a:gd name="T5" fmla="*/ 0 h 10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0" h="104">
                    <a:moveTo>
                      <a:pt x="28" y="0"/>
                    </a:moveTo>
                    <a:cubicBezTo>
                      <a:pt x="28" y="0"/>
                      <a:pt x="50" y="42"/>
                      <a:pt x="0" y="104"/>
                    </a:cubicBezTo>
                    <a:cubicBezTo>
                      <a:pt x="0" y="104"/>
                      <a:pt x="35" y="28"/>
                      <a:pt x="28" y="0"/>
                    </a:cubicBezTo>
                    <a:close/>
                  </a:path>
                </a:pathLst>
              </a:custGeom>
              <a:solidFill>
                <a:srgbClr val="8E4C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666" name="Freeform 333">
                <a:extLst>
                  <a:ext uri="{FF2B5EF4-FFF2-40B4-BE49-F238E27FC236}">
                    <a16:creationId xmlns:a16="http://schemas.microsoft.com/office/drawing/2014/main" id="{2A4222AC-18DD-4EDC-8155-16DD13B59F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6" y="3196"/>
                <a:ext cx="78" cy="584"/>
              </a:xfrm>
              <a:custGeom>
                <a:avLst/>
                <a:gdLst>
                  <a:gd name="T0" fmla="*/ 24 w 73"/>
                  <a:gd name="T1" fmla="*/ 0 h 548"/>
                  <a:gd name="T2" fmla="*/ 65 w 73"/>
                  <a:gd name="T3" fmla="*/ 327 h 548"/>
                  <a:gd name="T4" fmla="*/ 16 w 73"/>
                  <a:gd name="T5" fmla="*/ 570 h 548"/>
                  <a:gd name="T6" fmla="*/ 18 w 73"/>
                  <a:gd name="T7" fmla="*/ 590 h 548"/>
                  <a:gd name="T8" fmla="*/ 21 w 73"/>
                  <a:gd name="T9" fmla="*/ 626 h 548"/>
                  <a:gd name="T10" fmla="*/ 16 w 73"/>
                  <a:gd name="T11" fmla="*/ 663 h 548"/>
                  <a:gd name="T12" fmla="*/ 3 w 73"/>
                  <a:gd name="T13" fmla="*/ 638 h 548"/>
                  <a:gd name="T14" fmla="*/ 13 w 73"/>
                  <a:gd name="T15" fmla="*/ 604 h 548"/>
                  <a:gd name="T16" fmla="*/ 11 w 73"/>
                  <a:gd name="T17" fmla="*/ 534 h 548"/>
                  <a:gd name="T18" fmla="*/ 24 w 73"/>
                  <a:gd name="T19" fmla="*/ 0 h 54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73" h="548">
                    <a:moveTo>
                      <a:pt x="20" y="0"/>
                    </a:moveTo>
                    <a:cubicBezTo>
                      <a:pt x="20" y="0"/>
                      <a:pt x="62" y="131"/>
                      <a:pt x="53" y="270"/>
                    </a:cubicBezTo>
                    <a:cubicBezTo>
                      <a:pt x="43" y="408"/>
                      <a:pt x="13" y="471"/>
                      <a:pt x="13" y="471"/>
                    </a:cubicBezTo>
                    <a:cubicBezTo>
                      <a:pt x="13" y="471"/>
                      <a:pt x="12" y="483"/>
                      <a:pt x="15" y="488"/>
                    </a:cubicBezTo>
                    <a:cubicBezTo>
                      <a:pt x="19" y="493"/>
                      <a:pt x="27" y="505"/>
                      <a:pt x="18" y="517"/>
                    </a:cubicBezTo>
                    <a:cubicBezTo>
                      <a:pt x="8" y="529"/>
                      <a:pt x="17" y="543"/>
                      <a:pt x="13" y="548"/>
                    </a:cubicBezTo>
                    <a:cubicBezTo>
                      <a:pt x="13" y="548"/>
                      <a:pt x="5" y="534"/>
                      <a:pt x="3" y="527"/>
                    </a:cubicBezTo>
                    <a:cubicBezTo>
                      <a:pt x="0" y="519"/>
                      <a:pt x="18" y="517"/>
                      <a:pt x="10" y="499"/>
                    </a:cubicBezTo>
                    <a:cubicBezTo>
                      <a:pt x="3" y="481"/>
                      <a:pt x="0" y="462"/>
                      <a:pt x="8" y="441"/>
                    </a:cubicBezTo>
                    <a:cubicBezTo>
                      <a:pt x="16" y="421"/>
                      <a:pt x="73" y="278"/>
                      <a:pt x="20" y="0"/>
                    </a:cubicBezTo>
                    <a:close/>
                  </a:path>
                </a:pathLst>
              </a:custGeom>
              <a:solidFill>
                <a:srgbClr val="8E4C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667" name="Freeform 334">
                <a:extLst>
                  <a:ext uri="{FF2B5EF4-FFF2-40B4-BE49-F238E27FC236}">
                    <a16:creationId xmlns:a16="http://schemas.microsoft.com/office/drawing/2014/main" id="{0ED13A9E-37CF-4893-AF5D-8435AA84BF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9" y="3808"/>
                <a:ext cx="162" cy="138"/>
              </a:xfrm>
              <a:custGeom>
                <a:avLst/>
                <a:gdLst>
                  <a:gd name="T0" fmla="*/ 1 w 152"/>
                  <a:gd name="T1" fmla="*/ 1 h 130"/>
                  <a:gd name="T2" fmla="*/ 18 w 152"/>
                  <a:gd name="T3" fmla="*/ 14 h 130"/>
                  <a:gd name="T4" fmla="*/ 33 w 152"/>
                  <a:gd name="T5" fmla="*/ 29 h 130"/>
                  <a:gd name="T6" fmla="*/ 52 w 152"/>
                  <a:gd name="T7" fmla="*/ 58 h 130"/>
                  <a:gd name="T8" fmla="*/ 85 w 152"/>
                  <a:gd name="T9" fmla="*/ 85 h 130"/>
                  <a:gd name="T10" fmla="*/ 111 w 152"/>
                  <a:gd name="T11" fmla="*/ 105 h 130"/>
                  <a:gd name="T12" fmla="*/ 134 w 152"/>
                  <a:gd name="T13" fmla="*/ 123 h 130"/>
                  <a:gd name="T14" fmla="*/ 145 w 152"/>
                  <a:gd name="T15" fmla="*/ 131 h 130"/>
                  <a:gd name="T16" fmla="*/ 153 w 152"/>
                  <a:gd name="T17" fmla="*/ 134 h 130"/>
                  <a:gd name="T18" fmla="*/ 182 w 152"/>
                  <a:gd name="T19" fmla="*/ 152 h 130"/>
                  <a:gd name="T20" fmla="*/ 184 w 152"/>
                  <a:gd name="T21" fmla="*/ 155 h 130"/>
                  <a:gd name="T22" fmla="*/ 141 w 152"/>
                  <a:gd name="T23" fmla="*/ 140 h 130"/>
                  <a:gd name="T24" fmla="*/ 106 w 152"/>
                  <a:gd name="T25" fmla="*/ 118 h 130"/>
                  <a:gd name="T26" fmla="*/ 63 w 152"/>
                  <a:gd name="T27" fmla="*/ 81 h 130"/>
                  <a:gd name="T28" fmla="*/ 39 w 152"/>
                  <a:gd name="T29" fmla="*/ 56 h 130"/>
                  <a:gd name="T30" fmla="*/ 21 w 152"/>
                  <a:gd name="T31" fmla="*/ 34 h 130"/>
                  <a:gd name="T32" fmla="*/ 6 w 152"/>
                  <a:gd name="T33" fmla="*/ 13 h 130"/>
                  <a:gd name="T34" fmla="*/ 0 w 152"/>
                  <a:gd name="T35" fmla="*/ 0 h 130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152" h="130">
                    <a:moveTo>
                      <a:pt x="1" y="1"/>
                    </a:moveTo>
                    <a:cubicBezTo>
                      <a:pt x="6" y="2"/>
                      <a:pt x="11" y="7"/>
                      <a:pt x="15" y="11"/>
                    </a:cubicBezTo>
                    <a:cubicBezTo>
                      <a:pt x="19" y="15"/>
                      <a:pt x="24" y="19"/>
                      <a:pt x="27" y="24"/>
                    </a:cubicBezTo>
                    <a:cubicBezTo>
                      <a:pt x="32" y="33"/>
                      <a:pt x="36" y="41"/>
                      <a:pt x="43" y="49"/>
                    </a:cubicBezTo>
                    <a:cubicBezTo>
                      <a:pt x="50" y="58"/>
                      <a:pt x="61" y="64"/>
                      <a:pt x="70" y="71"/>
                    </a:cubicBezTo>
                    <a:cubicBezTo>
                      <a:pt x="78" y="76"/>
                      <a:pt x="85" y="82"/>
                      <a:pt x="92" y="88"/>
                    </a:cubicBezTo>
                    <a:cubicBezTo>
                      <a:pt x="98" y="93"/>
                      <a:pt x="104" y="98"/>
                      <a:pt x="111" y="103"/>
                    </a:cubicBezTo>
                    <a:cubicBezTo>
                      <a:pt x="114" y="105"/>
                      <a:pt x="117" y="107"/>
                      <a:pt x="120" y="109"/>
                    </a:cubicBezTo>
                    <a:cubicBezTo>
                      <a:pt x="122" y="110"/>
                      <a:pt x="125" y="111"/>
                      <a:pt x="127" y="112"/>
                    </a:cubicBezTo>
                    <a:cubicBezTo>
                      <a:pt x="135" y="116"/>
                      <a:pt x="147" y="119"/>
                      <a:pt x="150" y="127"/>
                    </a:cubicBezTo>
                    <a:cubicBezTo>
                      <a:pt x="151" y="128"/>
                      <a:pt x="151" y="129"/>
                      <a:pt x="152" y="130"/>
                    </a:cubicBezTo>
                    <a:cubicBezTo>
                      <a:pt x="145" y="120"/>
                      <a:pt x="126" y="121"/>
                      <a:pt x="116" y="117"/>
                    </a:cubicBezTo>
                    <a:cubicBezTo>
                      <a:pt x="104" y="114"/>
                      <a:pt x="96" y="106"/>
                      <a:pt x="87" y="99"/>
                    </a:cubicBezTo>
                    <a:cubicBezTo>
                      <a:pt x="75" y="88"/>
                      <a:pt x="63" y="79"/>
                      <a:pt x="52" y="68"/>
                    </a:cubicBezTo>
                    <a:cubicBezTo>
                      <a:pt x="45" y="61"/>
                      <a:pt x="40" y="53"/>
                      <a:pt x="33" y="47"/>
                    </a:cubicBezTo>
                    <a:cubicBezTo>
                      <a:pt x="27" y="41"/>
                      <a:pt x="22" y="35"/>
                      <a:pt x="18" y="28"/>
                    </a:cubicBezTo>
                    <a:cubicBezTo>
                      <a:pt x="14" y="21"/>
                      <a:pt x="10" y="16"/>
                      <a:pt x="6" y="10"/>
                    </a:cubicBezTo>
                    <a:cubicBezTo>
                      <a:pt x="4" y="7"/>
                      <a:pt x="2" y="3"/>
                      <a:pt x="0" y="0"/>
                    </a:cubicBezTo>
                  </a:path>
                </a:pathLst>
              </a:custGeom>
              <a:solidFill>
                <a:srgbClr val="8E4C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668" name="Freeform 335">
                <a:extLst>
                  <a:ext uri="{FF2B5EF4-FFF2-40B4-BE49-F238E27FC236}">
                    <a16:creationId xmlns:a16="http://schemas.microsoft.com/office/drawing/2014/main" id="{831E7326-5DDD-40AF-A619-B7E8159909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4" y="3957"/>
                <a:ext cx="8" cy="16"/>
              </a:xfrm>
              <a:custGeom>
                <a:avLst/>
                <a:gdLst>
                  <a:gd name="T0" fmla="*/ 0 w 8"/>
                  <a:gd name="T1" fmla="*/ 0 h 15"/>
                  <a:gd name="T2" fmla="*/ 7 w 8"/>
                  <a:gd name="T3" fmla="*/ 18 h 15"/>
                  <a:gd name="T4" fmla="*/ 0 w 8"/>
                  <a:gd name="T5" fmla="*/ 2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5">
                    <a:moveTo>
                      <a:pt x="0" y="0"/>
                    </a:moveTo>
                    <a:cubicBezTo>
                      <a:pt x="6" y="3"/>
                      <a:pt x="8" y="9"/>
                      <a:pt x="7" y="15"/>
                    </a:cubicBezTo>
                    <a:cubicBezTo>
                      <a:pt x="7" y="10"/>
                      <a:pt x="3" y="5"/>
                      <a:pt x="0" y="2"/>
                    </a:cubicBezTo>
                  </a:path>
                </a:pathLst>
              </a:custGeom>
              <a:solidFill>
                <a:srgbClr val="8E4C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669" name="Freeform 336">
                <a:extLst>
                  <a:ext uri="{FF2B5EF4-FFF2-40B4-BE49-F238E27FC236}">
                    <a16:creationId xmlns:a16="http://schemas.microsoft.com/office/drawing/2014/main" id="{EC43ED2F-02CA-433E-AB41-35F34D5814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4" y="3953"/>
                <a:ext cx="26" cy="27"/>
              </a:xfrm>
              <a:custGeom>
                <a:avLst/>
                <a:gdLst>
                  <a:gd name="T0" fmla="*/ 1 w 24"/>
                  <a:gd name="T1" fmla="*/ 2 h 25"/>
                  <a:gd name="T2" fmla="*/ 10 w 24"/>
                  <a:gd name="T3" fmla="*/ 6 h 25"/>
                  <a:gd name="T4" fmla="*/ 18 w 24"/>
                  <a:gd name="T5" fmla="*/ 12 h 25"/>
                  <a:gd name="T6" fmla="*/ 30 w 24"/>
                  <a:gd name="T7" fmla="*/ 27 h 25"/>
                  <a:gd name="T8" fmla="*/ 30 w 24"/>
                  <a:gd name="T9" fmla="*/ 27 h 25"/>
                  <a:gd name="T10" fmla="*/ 26 w 24"/>
                  <a:gd name="T11" fmla="*/ 31 h 25"/>
                  <a:gd name="T12" fmla="*/ 16 w 24"/>
                  <a:gd name="T13" fmla="*/ 15 h 25"/>
                  <a:gd name="T14" fmla="*/ 0 w 24"/>
                  <a:gd name="T15" fmla="*/ 0 h 2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4" h="25">
                    <a:moveTo>
                      <a:pt x="1" y="2"/>
                    </a:moveTo>
                    <a:cubicBezTo>
                      <a:pt x="2" y="1"/>
                      <a:pt x="5" y="5"/>
                      <a:pt x="7" y="6"/>
                    </a:cubicBezTo>
                    <a:cubicBezTo>
                      <a:pt x="10" y="7"/>
                      <a:pt x="13" y="8"/>
                      <a:pt x="15" y="9"/>
                    </a:cubicBezTo>
                    <a:cubicBezTo>
                      <a:pt x="19" y="12"/>
                      <a:pt x="23" y="17"/>
                      <a:pt x="24" y="21"/>
                    </a:cubicBezTo>
                    <a:cubicBezTo>
                      <a:pt x="24" y="21"/>
                      <a:pt x="24" y="21"/>
                      <a:pt x="24" y="21"/>
                    </a:cubicBezTo>
                    <a:cubicBezTo>
                      <a:pt x="22" y="22"/>
                      <a:pt x="21" y="23"/>
                      <a:pt x="20" y="25"/>
                    </a:cubicBezTo>
                    <a:cubicBezTo>
                      <a:pt x="19" y="19"/>
                      <a:pt x="17" y="16"/>
                      <a:pt x="13" y="12"/>
                    </a:cubicBezTo>
                    <a:cubicBezTo>
                      <a:pt x="8" y="9"/>
                      <a:pt x="5" y="2"/>
                      <a:pt x="0" y="0"/>
                    </a:cubicBezTo>
                  </a:path>
                </a:pathLst>
              </a:custGeom>
              <a:solidFill>
                <a:srgbClr val="8E4C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670" name="Freeform 337">
                <a:extLst>
                  <a:ext uri="{FF2B5EF4-FFF2-40B4-BE49-F238E27FC236}">
                    <a16:creationId xmlns:a16="http://schemas.microsoft.com/office/drawing/2014/main" id="{5F8A4C1B-C181-4166-94C0-63492654B3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7" y="3964"/>
                <a:ext cx="19" cy="28"/>
              </a:xfrm>
              <a:custGeom>
                <a:avLst/>
                <a:gdLst>
                  <a:gd name="T0" fmla="*/ 0 w 18"/>
                  <a:gd name="T1" fmla="*/ 1 h 27"/>
                  <a:gd name="T2" fmla="*/ 8 w 18"/>
                  <a:gd name="T3" fmla="*/ 13 h 27"/>
                  <a:gd name="T4" fmla="*/ 21 w 18"/>
                  <a:gd name="T5" fmla="*/ 20 h 27"/>
                  <a:gd name="T6" fmla="*/ 1 w 18"/>
                  <a:gd name="T7" fmla="*/ 0 h 2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27">
                    <a:moveTo>
                      <a:pt x="0" y="1"/>
                    </a:moveTo>
                    <a:cubicBezTo>
                      <a:pt x="3" y="5"/>
                      <a:pt x="4" y="10"/>
                      <a:pt x="8" y="13"/>
                    </a:cubicBezTo>
                    <a:cubicBezTo>
                      <a:pt x="11" y="15"/>
                      <a:pt x="15" y="16"/>
                      <a:pt x="18" y="17"/>
                    </a:cubicBezTo>
                    <a:cubicBezTo>
                      <a:pt x="8" y="27"/>
                      <a:pt x="3" y="6"/>
                      <a:pt x="1" y="0"/>
                    </a:cubicBezTo>
                  </a:path>
                </a:pathLst>
              </a:custGeom>
              <a:solidFill>
                <a:srgbClr val="8E4C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671" name="Freeform 338">
                <a:extLst>
                  <a:ext uri="{FF2B5EF4-FFF2-40B4-BE49-F238E27FC236}">
                    <a16:creationId xmlns:a16="http://schemas.microsoft.com/office/drawing/2014/main" id="{F384396E-6F89-404A-A9F4-B081D0899E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8" y="3998"/>
                <a:ext cx="26" cy="31"/>
              </a:xfrm>
              <a:custGeom>
                <a:avLst/>
                <a:gdLst>
                  <a:gd name="T0" fmla="*/ 23 w 25"/>
                  <a:gd name="T1" fmla="*/ 0 h 29"/>
                  <a:gd name="T2" fmla="*/ 23 w 25"/>
                  <a:gd name="T3" fmla="*/ 19 h 29"/>
                  <a:gd name="T4" fmla="*/ 0 w 25"/>
                  <a:gd name="T5" fmla="*/ 31 h 29"/>
                  <a:gd name="T6" fmla="*/ 11 w 25"/>
                  <a:gd name="T7" fmla="*/ 18 h 29"/>
                  <a:gd name="T8" fmla="*/ 21 w 25"/>
                  <a:gd name="T9" fmla="*/ 1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29">
                    <a:moveTo>
                      <a:pt x="20" y="0"/>
                    </a:moveTo>
                    <a:cubicBezTo>
                      <a:pt x="25" y="5"/>
                      <a:pt x="22" y="12"/>
                      <a:pt x="20" y="16"/>
                    </a:cubicBezTo>
                    <a:cubicBezTo>
                      <a:pt x="17" y="22"/>
                      <a:pt x="7" y="29"/>
                      <a:pt x="0" y="25"/>
                    </a:cubicBezTo>
                    <a:cubicBezTo>
                      <a:pt x="5" y="23"/>
                      <a:pt x="8" y="19"/>
                      <a:pt x="11" y="15"/>
                    </a:cubicBezTo>
                    <a:cubicBezTo>
                      <a:pt x="15" y="11"/>
                      <a:pt x="21" y="7"/>
                      <a:pt x="18" y="1"/>
                    </a:cubicBezTo>
                  </a:path>
                </a:pathLst>
              </a:custGeom>
              <a:solidFill>
                <a:srgbClr val="8E4C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672" name="Freeform 339">
                <a:extLst>
                  <a:ext uri="{FF2B5EF4-FFF2-40B4-BE49-F238E27FC236}">
                    <a16:creationId xmlns:a16="http://schemas.microsoft.com/office/drawing/2014/main" id="{6A8F4012-72F1-4AC1-9ED9-2799F12DE8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2" y="3992"/>
                <a:ext cx="11" cy="22"/>
              </a:xfrm>
              <a:custGeom>
                <a:avLst/>
                <a:gdLst>
                  <a:gd name="T0" fmla="*/ 7 w 11"/>
                  <a:gd name="T1" fmla="*/ 1 h 20"/>
                  <a:gd name="T2" fmla="*/ 0 w 11"/>
                  <a:gd name="T3" fmla="*/ 24 h 20"/>
                  <a:gd name="T4" fmla="*/ 6 w 11"/>
                  <a:gd name="T5" fmla="*/ 0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20">
                    <a:moveTo>
                      <a:pt x="7" y="1"/>
                    </a:moveTo>
                    <a:cubicBezTo>
                      <a:pt x="11" y="0"/>
                      <a:pt x="11" y="20"/>
                      <a:pt x="0" y="18"/>
                    </a:cubicBezTo>
                    <a:cubicBezTo>
                      <a:pt x="5" y="14"/>
                      <a:pt x="10" y="7"/>
                      <a:pt x="6" y="0"/>
                    </a:cubicBezTo>
                  </a:path>
                </a:pathLst>
              </a:custGeom>
              <a:solidFill>
                <a:srgbClr val="8E4C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673" name="Freeform 340">
                <a:extLst>
                  <a:ext uri="{FF2B5EF4-FFF2-40B4-BE49-F238E27FC236}">
                    <a16:creationId xmlns:a16="http://schemas.microsoft.com/office/drawing/2014/main" id="{9DE74D38-7607-427F-9ADF-7D267CEC22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1" y="3987"/>
                <a:ext cx="6" cy="13"/>
              </a:xfrm>
              <a:custGeom>
                <a:avLst/>
                <a:gdLst>
                  <a:gd name="T0" fmla="*/ 4 w 6"/>
                  <a:gd name="T1" fmla="*/ 0 h 12"/>
                  <a:gd name="T2" fmla="*/ 0 w 6"/>
                  <a:gd name="T3" fmla="*/ 15 h 12"/>
                  <a:gd name="T4" fmla="*/ 2 w 6"/>
                  <a:gd name="T5" fmla="*/ 0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12">
                    <a:moveTo>
                      <a:pt x="4" y="0"/>
                    </a:moveTo>
                    <a:cubicBezTo>
                      <a:pt x="6" y="4"/>
                      <a:pt x="6" y="12"/>
                      <a:pt x="0" y="12"/>
                    </a:cubicBezTo>
                    <a:cubicBezTo>
                      <a:pt x="1" y="8"/>
                      <a:pt x="4" y="5"/>
                      <a:pt x="2" y="0"/>
                    </a:cubicBezTo>
                  </a:path>
                </a:pathLst>
              </a:custGeom>
              <a:solidFill>
                <a:srgbClr val="8E4C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674" name="Freeform 341">
                <a:extLst>
                  <a:ext uri="{FF2B5EF4-FFF2-40B4-BE49-F238E27FC236}">
                    <a16:creationId xmlns:a16="http://schemas.microsoft.com/office/drawing/2014/main" id="{902E95C6-CDB2-4683-8460-FC836E7DC3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5" y="1895"/>
                <a:ext cx="92" cy="54"/>
              </a:xfrm>
              <a:custGeom>
                <a:avLst/>
                <a:gdLst>
                  <a:gd name="T0" fmla="*/ 78 w 86"/>
                  <a:gd name="T1" fmla="*/ 0 h 50"/>
                  <a:gd name="T2" fmla="*/ 39 w 86"/>
                  <a:gd name="T3" fmla="*/ 5 h 50"/>
                  <a:gd name="T4" fmla="*/ 0 w 86"/>
                  <a:gd name="T5" fmla="*/ 41 h 50"/>
                  <a:gd name="T6" fmla="*/ 29 w 86"/>
                  <a:gd name="T7" fmla="*/ 17 h 50"/>
                  <a:gd name="T8" fmla="*/ 56 w 86"/>
                  <a:gd name="T9" fmla="*/ 21 h 50"/>
                  <a:gd name="T10" fmla="*/ 81 w 86"/>
                  <a:gd name="T11" fmla="*/ 27 h 50"/>
                  <a:gd name="T12" fmla="*/ 105 w 86"/>
                  <a:gd name="T13" fmla="*/ 63 h 50"/>
                  <a:gd name="T14" fmla="*/ 80 w 86"/>
                  <a:gd name="T15" fmla="*/ 4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6" h="50">
                    <a:moveTo>
                      <a:pt x="64" y="0"/>
                    </a:moveTo>
                    <a:cubicBezTo>
                      <a:pt x="57" y="13"/>
                      <a:pt x="42" y="5"/>
                      <a:pt x="32" y="5"/>
                    </a:cubicBezTo>
                    <a:cubicBezTo>
                      <a:pt x="18" y="7"/>
                      <a:pt x="8" y="22"/>
                      <a:pt x="0" y="32"/>
                    </a:cubicBezTo>
                    <a:cubicBezTo>
                      <a:pt x="8" y="29"/>
                      <a:pt x="15" y="17"/>
                      <a:pt x="23" y="14"/>
                    </a:cubicBezTo>
                    <a:cubicBezTo>
                      <a:pt x="30" y="12"/>
                      <a:pt x="38" y="18"/>
                      <a:pt x="46" y="17"/>
                    </a:cubicBezTo>
                    <a:cubicBezTo>
                      <a:pt x="55" y="17"/>
                      <a:pt x="58" y="16"/>
                      <a:pt x="66" y="21"/>
                    </a:cubicBezTo>
                    <a:cubicBezTo>
                      <a:pt x="77" y="28"/>
                      <a:pt x="83" y="37"/>
                      <a:pt x="86" y="50"/>
                    </a:cubicBezTo>
                    <a:cubicBezTo>
                      <a:pt x="79" y="34"/>
                      <a:pt x="69" y="20"/>
                      <a:pt x="65" y="4"/>
                    </a:cubicBezTo>
                  </a:path>
                </a:pathLst>
              </a:custGeom>
              <a:solidFill>
                <a:srgbClr val="8E4C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675" name="Freeform 342">
                <a:extLst>
                  <a:ext uri="{FF2B5EF4-FFF2-40B4-BE49-F238E27FC236}">
                    <a16:creationId xmlns:a16="http://schemas.microsoft.com/office/drawing/2014/main" id="{7E3BC7A6-258D-408D-8A55-A915F6A15A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0" y="2121"/>
                <a:ext cx="87" cy="111"/>
              </a:xfrm>
              <a:custGeom>
                <a:avLst/>
                <a:gdLst>
                  <a:gd name="T0" fmla="*/ 74 w 81"/>
                  <a:gd name="T1" fmla="*/ 0 h 104"/>
                  <a:gd name="T2" fmla="*/ 85 w 81"/>
                  <a:gd name="T3" fmla="*/ 83 h 104"/>
                  <a:gd name="T4" fmla="*/ 56 w 81"/>
                  <a:gd name="T5" fmla="*/ 107 h 104"/>
                  <a:gd name="T6" fmla="*/ 0 w 81"/>
                  <a:gd name="T7" fmla="*/ 126 h 104"/>
                  <a:gd name="T8" fmla="*/ 45 w 81"/>
                  <a:gd name="T9" fmla="*/ 98 h 104"/>
                  <a:gd name="T10" fmla="*/ 76 w 81"/>
                  <a:gd name="T11" fmla="*/ 80 h 104"/>
                  <a:gd name="T12" fmla="*/ 77 w 81"/>
                  <a:gd name="T13" fmla="*/ 5 h 10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1" h="104">
                    <a:moveTo>
                      <a:pt x="60" y="0"/>
                    </a:moveTo>
                    <a:cubicBezTo>
                      <a:pt x="63" y="23"/>
                      <a:pt x="81" y="46"/>
                      <a:pt x="69" y="68"/>
                    </a:cubicBezTo>
                    <a:cubicBezTo>
                      <a:pt x="63" y="80"/>
                      <a:pt x="58" y="83"/>
                      <a:pt x="45" y="88"/>
                    </a:cubicBezTo>
                    <a:cubicBezTo>
                      <a:pt x="30" y="94"/>
                      <a:pt x="15" y="99"/>
                      <a:pt x="0" y="104"/>
                    </a:cubicBezTo>
                    <a:cubicBezTo>
                      <a:pt x="11" y="95"/>
                      <a:pt x="24" y="88"/>
                      <a:pt x="36" y="81"/>
                    </a:cubicBezTo>
                    <a:cubicBezTo>
                      <a:pt x="43" y="77"/>
                      <a:pt x="56" y="73"/>
                      <a:pt x="61" y="66"/>
                    </a:cubicBezTo>
                    <a:cubicBezTo>
                      <a:pt x="72" y="49"/>
                      <a:pt x="55" y="22"/>
                      <a:pt x="62" y="5"/>
                    </a:cubicBezTo>
                  </a:path>
                </a:pathLst>
              </a:custGeom>
              <a:solidFill>
                <a:srgbClr val="8E4C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676" name="Freeform 343">
                <a:extLst>
                  <a:ext uri="{FF2B5EF4-FFF2-40B4-BE49-F238E27FC236}">
                    <a16:creationId xmlns:a16="http://schemas.microsoft.com/office/drawing/2014/main" id="{EE639E7E-439D-4BE0-9CC4-3A66A9862B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4" y="2214"/>
                <a:ext cx="54" cy="85"/>
              </a:xfrm>
              <a:custGeom>
                <a:avLst/>
                <a:gdLst>
                  <a:gd name="T0" fmla="*/ 0 w 51"/>
                  <a:gd name="T1" fmla="*/ 14 h 80"/>
                  <a:gd name="T2" fmla="*/ 47 w 51"/>
                  <a:gd name="T3" fmla="*/ 23 h 80"/>
                  <a:gd name="T4" fmla="*/ 47 w 51"/>
                  <a:gd name="T5" fmla="*/ 55 h 80"/>
                  <a:gd name="T6" fmla="*/ 60 w 51"/>
                  <a:gd name="T7" fmla="*/ 96 h 80"/>
                  <a:gd name="T8" fmla="*/ 40 w 51"/>
                  <a:gd name="T9" fmla="*/ 35 h 80"/>
                  <a:gd name="T10" fmla="*/ 5 w 51"/>
                  <a:gd name="T11" fmla="*/ 14 h 8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1" h="80">
                    <a:moveTo>
                      <a:pt x="0" y="11"/>
                    </a:moveTo>
                    <a:cubicBezTo>
                      <a:pt x="16" y="8"/>
                      <a:pt x="34" y="0"/>
                      <a:pt x="40" y="20"/>
                    </a:cubicBezTo>
                    <a:cubicBezTo>
                      <a:pt x="42" y="28"/>
                      <a:pt x="40" y="36"/>
                      <a:pt x="40" y="46"/>
                    </a:cubicBezTo>
                    <a:cubicBezTo>
                      <a:pt x="41" y="58"/>
                      <a:pt x="48" y="69"/>
                      <a:pt x="51" y="80"/>
                    </a:cubicBezTo>
                    <a:cubicBezTo>
                      <a:pt x="40" y="64"/>
                      <a:pt x="35" y="48"/>
                      <a:pt x="34" y="29"/>
                    </a:cubicBezTo>
                    <a:cubicBezTo>
                      <a:pt x="34" y="10"/>
                      <a:pt x="21" y="11"/>
                      <a:pt x="5" y="11"/>
                    </a:cubicBezTo>
                  </a:path>
                </a:pathLst>
              </a:custGeom>
              <a:solidFill>
                <a:srgbClr val="8E4C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677" name="Freeform 344">
                <a:extLst>
                  <a:ext uri="{FF2B5EF4-FFF2-40B4-BE49-F238E27FC236}">
                    <a16:creationId xmlns:a16="http://schemas.microsoft.com/office/drawing/2014/main" id="{6307533F-F7BA-44BE-BD07-54D3262352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9" y="2370"/>
                <a:ext cx="35" cy="108"/>
              </a:xfrm>
              <a:custGeom>
                <a:avLst/>
                <a:gdLst>
                  <a:gd name="T0" fmla="*/ 38 w 33"/>
                  <a:gd name="T1" fmla="*/ 0 h 102"/>
                  <a:gd name="T2" fmla="*/ 37 w 33"/>
                  <a:gd name="T3" fmla="*/ 28 h 102"/>
                  <a:gd name="T4" fmla="*/ 22 w 33"/>
                  <a:gd name="T5" fmla="*/ 47 h 102"/>
                  <a:gd name="T6" fmla="*/ 17 w 33"/>
                  <a:gd name="T7" fmla="*/ 74 h 102"/>
                  <a:gd name="T8" fmla="*/ 0 w 33"/>
                  <a:gd name="T9" fmla="*/ 121 h 102"/>
                  <a:gd name="T10" fmla="*/ 13 w 33"/>
                  <a:gd name="T11" fmla="*/ 54 h 102"/>
                  <a:gd name="T12" fmla="*/ 23 w 33"/>
                  <a:gd name="T13" fmla="*/ 34 h 102"/>
                  <a:gd name="T14" fmla="*/ 36 w 33"/>
                  <a:gd name="T15" fmla="*/ 4 h 10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3" h="102">
                    <a:moveTo>
                      <a:pt x="32" y="0"/>
                    </a:moveTo>
                    <a:cubicBezTo>
                      <a:pt x="32" y="7"/>
                      <a:pt x="33" y="17"/>
                      <a:pt x="31" y="24"/>
                    </a:cubicBezTo>
                    <a:cubicBezTo>
                      <a:pt x="28" y="31"/>
                      <a:pt x="22" y="34"/>
                      <a:pt x="19" y="40"/>
                    </a:cubicBezTo>
                    <a:cubicBezTo>
                      <a:pt x="15" y="47"/>
                      <a:pt x="15" y="55"/>
                      <a:pt x="14" y="62"/>
                    </a:cubicBezTo>
                    <a:cubicBezTo>
                      <a:pt x="12" y="77"/>
                      <a:pt x="6" y="89"/>
                      <a:pt x="0" y="102"/>
                    </a:cubicBezTo>
                    <a:cubicBezTo>
                      <a:pt x="12" y="86"/>
                      <a:pt x="6" y="63"/>
                      <a:pt x="10" y="45"/>
                    </a:cubicBezTo>
                    <a:cubicBezTo>
                      <a:pt x="11" y="39"/>
                      <a:pt x="16" y="33"/>
                      <a:pt x="20" y="28"/>
                    </a:cubicBezTo>
                    <a:cubicBezTo>
                      <a:pt x="27" y="21"/>
                      <a:pt x="31" y="15"/>
                      <a:pt x="30" y="4"/>
                    </a:cubicBezTo>
                  </a:path>
                </a:pathLst>
              </a:custGeom>
              <a:solidFill>
                <a:srgbClr val="8E4C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678" name="Freeform 345">
                <a:extLst>
                  <a:ext uri="{FF2B5EF4-FFF2-40B4-BE49-F238E27FC236}">
                    <a16:creationId xmlns:a16="http://schemas.microsoft.com/office/drawing/2014/main" id="{68999AB2-DC96-4410-A8B1-AA5618A90F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0" y="2357"/>
                <a:ext cx="55" cy="51"/>
              </a:xfrm>
              <a:custGeom>
                <a:avLst/>
                <a:gdLst>
                  <a:gd name="T0" fmla="*/ 60 w 52"/>
                  <a:gd name="T1" fmla="*/ 13 h 48"/>
                  <a:gd name="T2" fmla="*/ 0 w 52"/>
                  <a:gd name="T3" fmla="*/ 57 h 48"/>
                  <a:gd name="T4" fmla="*/ 61 w 52"/>
                  <a:gd name="T5" fmla="*/ 14 h 4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2" h="48">
                    <a:moveTo>
                      <a:pt x="51" y="10"/>
                    </a:moveTo>
                    <a:cubicBezTo>
                      <a:pt x="29" y="9"/>
                      <a:pt x="7" y="28"/>
                      <a:pt x="0" y="48"/>
                    </a:cubicBezTo>
                    <a:cubicBezTo>
                      <a:pt x="1" y="19"/>
                      <a:pt x="24" y="0"/>
                      <a:pt x="52" y="11"/>
                    </a:cubicBezTo>
                  </a:path>
                </a:pathLst>
              </a:custGeom>
              <a:solidFill>
                <a:srgbClr val="C2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679" name="Freeform 346">
                <a:extLst>
                  <a:ext uri="{FF2B5EF4-FFF2-40B4-BE49-F238E27FC236}">
                    <a16:creationId xmlns:a16="http://schemas.microsoft.com/office/drawing/2014/main" id="{12D802D5-8D35-4D43-AEF2-E0B61CCFC2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0" y="1292"/>
                <a:ext cx="471" cy="471"/>
              </a:xfrm>
              <a:custGeom>
                <a:avLst/>
                <a:gdLst>
                  <a:gd name="T0" fmla="*/ 0 w 442"/>
                  <a:gd name="T1" fmla="*/ 0 h 442"/>
                  <a:gd name="T2" fmla="*/ 310 w 442"/>
                  <a:gd name="T3" fmla="*/ 165 h 442"/>
                  <a:gd name="T4" fmla="*/ 376 w 442"/>
                  <a:gd name="T5" fmla="*/ 282 h 442"/>
                  <a:gd name="T6" fmla="*/ 535 w 442"/>
                  <a:gd name="T7" fmla="*/ 535 h 442"/>
                  <a:gd name="T8" fmla="*/ 403 w 442"/>
                  <a:gd name="T9" fmla="*/ 331 h 442"/>
                  <a:gd name="T10" fmla="*/ 299 w 442"/>
                  <a:gd name="T11" fmla="*/ 190 h 442"/>
                  <a:gd name="T12" fmla="*/ 0 w 442"/>
                  <a:gd name="T13" fmla="*/ 0 h 4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42" h="442">
                    <a:moveTo>
                      <a:pt x="0" y="0"/>
                    </a:moveTo>
                    <a:cubicBezTo>
                      <a:pt x="0" y="0"/>
                      <a:pt x="163" y="23"/>
                      <a:pt x="256" y="136"/>
                    </a:cubicBezTo>
                    <a:cubicBezTo>
                      <a:pt x="272" y="156"/>
                      <a:pt x="279" y="205"/>
                      <a:pt x="311" y="234"/>
                    </a:cubicBezTo>
                    <a:cubicBezTo>
                      <a:pt x="343" y="264"/>
                      <a:pt x="420" y="344"/>
                      <a:pt x="442" y="442"/>
                    </a:cubicBezTo>
                    <a:cubicBezTo>
                      <a:pt x="442" y="442"/>
                      <a:pt x="392" y="325"/>
                      <a:pt x="333" y="274"/>
                    </a:cubicBezTo>
                    <a:cubicBezTo>
                      <a:pt x="274" y="223"/>
                      <a:pt x="270" y="202"/>
                      <a:pt x="248" y="157"/>
                    </a:cubicBezTo>
                    <a:cubicBezTo>
                      <a:pt x="225" y="112"/>
                      <a:pt x="128" y="27"/>
                      <a:pt x="0" y="0"/>
                    </a:cubicBezTo>
                    <a:close/>
                  </a:path>
                </a:pathLst>
              </a:custGeom>
              <a:solidFill>
                <a:srgbClr val="8E4C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680" name="Freeform 347">
                <a:extLst>
                  <a:ext uri="{FF2B5EF4-FFF2-40B4-BE49-F238E27FC236}">
                    <a16:creationId xmlns:a16="http://schemas.microsoft.com/office/drawing/2014/main" id="{098641EF-C276-4632-A749-F76C02AD79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2" y="1464"/>
                <a:ext cx="152" cy="434"/>
              </a:xfrm>
              <a:custGeom>
                <a:avLst/>
                <a:gdLst>
                  <a:gd name="T0" fmla="*/ 4 w 143"/>
                  <a:gd name="T1" fmla="*/ 0 h 407"/>
                  <a:gd name="T2" fmla="*/ 21 w 143"/>
                  <a:gd name="T3" fmla="*/ 44 h 407"/>
                  <a:gd name="T4" fmla="*/ 46 w 143"/>
                  <a:gd name="T5" fmla="*/ 112 h 407"/>
                  <a:gd name="T6" fmla="*/ 72 w 143"/>
                  <a:gd name="T7" fmla="*/ 173 h 407"/>
                  <a:gd name="T8" fmla="*/ 129 w 143"/>
                  <a:gd name="T9" fmla="*/ 275 h 407"/>
                  <a:gd name="T10" fmla="*/ 142 w 143"/>
                  <a:gd name="T11" fmla="*/ 494 h 407"/>
                  <a:gd name="T12" fmla="*/ 129 w 143"/>
                  <a:gd name="T13" fmla="*/ 327 h 407"/>
                  <a:gd name="T14" fmla="*/ 32 w 143"/>
                  <a:gd name="T15" fmla="*/ 213 h 407"/>
                  <a:gd name="T16" fmla="*/ 7 w 143"/>
                  <a:gd name="T17" fmla="*/ 200 h 407"/>
                  <a:gd name="T18" fmla="*/ 5 w 143"/>
                  <a:gd name="T19" fmla="*/ 183 h 407"/>
                  <a:gd name="T20" fmla="*/ 15 w 143"/>
                  <a:gd name="T21" fmla="*/ 119 h 407"/>
                  <a:gd name="T22" fmla="*/ 5 w 143"/>
                  <a:gd name="T23" fmla="*/ 1 h 40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43" h="407">
                    <a:moveTo>
                      <a:pt x="4" y="0"/>
                    </a:moveTo>
                    <a:cubicBezTo>
                      <a:pt x="11" y="9"/>
                      <a:pt x="14" y="25"/>
                      <a:pt x="18" y="36"/>
                    </a:cubicBezTo>
                    <a:cubicBezTo>
                      <a:pt x="24" y="55"/>
                      <a:pt x="30" y="74"/>
                      <a:pt x="38" y="92"/>
                    </a:cubicBezTo>
                    <a:cubicBezTo>
                      <a:pt x="46" y="109"/>
                      <a:pt x="53" y="126"/>
                      <a:pt x="60" y="143"/>
                    </a:cubicBezTo>
                    <a:cubicBezTo>
                      <a:pt x="73" y="174"/>
                      <a:pt x="89" y="200"/>
                      <a:pt x="107" y="227"/>
                    </a:cubicBezTo>
                    <a:cubicBezTo>
                      <a:pt x="143" y="282"/>
                      <a:pt x="143" y="347"/>
                      <a:pt x="119" y="407"/>
                    </a:cubicBezTo>
                    <a:cubicBezTo>
                      <a:pt x="135" y="360"/>
                      <a:pt x="132" y="313"/>
                      <a:pt x="107" y="270"/>
                    </a:cubicBezTo>
                    <a:cubicBezTo>
                      <a:pt x="88" y="235"/>
                      <a:pt x="61" y="197"/>
                      <a:pt x="26" y="176"/>
                    </a:cubicBezTo>
                    <a:cubicBezTo>
                      <a:pt x="20" y="172"/>
                      <a:pt x="12" y="170"/>
                      <a:pt x="7" y="165"/>
                    </a:cubicBezTo>
                    <a:cubicBezTo>
                      <a:pt x="0" y="157"/>
                      <a:pt x="4" y="159"/>
                      <a:pt x="5" y="151"/>
                    </a:cubicBezTo>
                    <a:cubicBezTo>
                      <a:pt x="7" y="133"/>
                      <a:pt x="10" y="116"/>
                      <a:pt x="12" y="98"/>
                    </a:cubicBezTo>
                    <a:cubicBezTo>
                      <a:pt x="15" y="65"/>
                      <a:pt x="8" y="33"/>
                      <a:pt x="5" y="1"/>
                    </a:cubicBezTo>
                  </a:path>
                </a:pathLst>
              </a:custGeom>
              <a:solidFill>
                <a:srgbClr val="8E4C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681" name="Freeform 348">
                <a:extLst>
                  <a:ext uri="{FF2B5EF4-FFF2-40B4-BE49-F238E27FC236}">
                    <a16:creationId xmlns:a16="http://schemas.microsoft.com/office/drawing/2014/main" id="{8BF76A1A-D483-46A9-A214-6BB4C3E14E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2" y="2219"/>
                <a:ext cx="33" cy="38"/>
              </a:xfrm>
              <a:custGeom>
                <a:avLst/>
                <a:gdLst>
                  <a:gd name="T0" fmla="*/ 0 w 31"/>
                  <a:gd name="T1" fmla="*/ 27 h 35"/>
                  <a:gd name="T2" fmla="*/ 13 w 31"/>
                  <a:gd name="T3" fmla="*/ 45 h 35"/>
                  <a:gd name="T4" fmla="*/ 1 w 31"/>
                  <a:gd name="T5" fmla="*/ 22 h 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1" h="35">
                    <a:moveTo>
                      <a:pt x="0" y="21"/>
                    </a:moveTo>
                    <a:cubicBezTo>
                      <a:pt x="10" y="6"/>
                      <a:pt x="15" y="26"/>
                      <a:pt x="10" y="35"/>
                    </a:cubicBezTo>
                    <a:cubicBezTo>
                      <a:pt x="31" y="24"/>
                      <a:pt x="14" y="0"/>
                      <a:pt x="1" y="17"/>
                    </a:cubicBezTo>
                  </a:path>
                </a:pathLst>
              </a:custGeom>
              <a:solidFill>
                <a:srgbClr val="8E4C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682" name="Freeform 349">
                <a:extLst>
                  <a:ext uri="{FF2B5EF4-FFF2-40B4-BE49-F238E27FC236}">
                    <a16:creationId xmlns:a16="http://schemas.microsoft.com/office/drawing/2014/main" id="{1C9DE172-2D4D-4A91-9586-A69AFD484D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9" y="2155"/>
                <a:ext cx="35" cy="29"/>
              </a:xfrm>
              <a:custGeom>
                <a:avLst/>
                <a:gdLst>
                  <a:gd name="T0" fmla="*/ 4 w 32"/>
                  <a:gd name="T1" fmla="*/ 33 h 27"/>
                  <a:gd name="T2" fmla="*/ 0 w 32"/>
                  <a:gd name="T3" fmla="*/ 15 h 27"/>
                  <a:gd name="T4" fmla="*/ 28 w 32"/>
                  <a:gd name="T5" fmla="*/ 5 h 27"/>
                  <a:gd name="T6" fmla="*/ 13 w 32"/>
                  <a:gd name="T7" fmla="*/ 31 h 2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2" h="27">
                    <a:moveTo>
                      <a:pt x="4" y="27"/>
                    </a:moveTo>
                    <a:cubicBezTo>
                      <a:pt x="23" y="23"/>
                      <a:pt x="18" y="6"/>
                      <a:pt x="0" y="12"/>
                    </a:cubicBezTo>
                    <a:cubicBezTo>
                      <a:pt x="5" y="9"/>
                      <a:pt x="15" y="0"/>
                      <a:pt x="22" y="5"/>
                    </a:cubicBezTo>
                    <a:cubicBezTo>
                      <a:pt x="32" y="12"/>
                      <a:pt x="17" y="23"/>
                      <a:pt x="10" y="25"/>
                    </a:cubicBezTo>
                  </a:path>
                </a:pathLst>
              </a:custGeom>
              <a:solidFill>
                <a:srgbClr val="8E4C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683" name="Freeform 350">
                <a:extLst>
                  <a:ext uri="{FF2B5EF4-FFF2-40B4-BE49-F238E27FC236}">
                    <a16:creationId xmlns:a16="http://schemas.microsoft.com/office/drawing/2014/main" id="{83FDE7E7-A44E-42BE-A3D5-523B4F1D33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6" y="1976"/>
                <a:ext cx="145" cy="131"/>
              </a:xfrm>
              <a:custGeom>
                <a:avLst/>
                <a:gdLst>
                  <a:gd name="T0" fmla="*/ 165 w 136"/>
                  <a:gd name="T1" fmla="*/ 0 h 123"/>
                  <a:gd name="T2" fmla="*/ 117 w 136"/>
                  <a:gd name="T3" fmla="*/ 93 h 123"/>
                  <a:gd name="T4" fmla="*/ 0 w 136"/>
                  <a:gd name="T5" fmla="*/ 149 h 123"/>
                  <a:gd name="T6" fmla="*/ 160 w 136"/>
                  <a:gd name="T7" fmla="*/ 6 h 1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6" h="123">
                    <a:moveTo>
                      <a:pt x="136" y="0"/>
                    </a:moveTo>
                    <a:cubicBezTo>
                      <a:pt x="127" y="29"/>
                      <a:pt x="120" y="56"/>
                      <a:pt x="97" y="77"/>
                    </a:cubicBezTo>
                    <a:cubicBezTo>
                      <a:pt x="69" y="101"/>
                      <a:pt x="32" y="105"/>
                      <a:pt x="0" y="123"/>
                    </a:cubicBezTo>
                    <a:cubicBezTo>
                      <a:pt x="56" y="93"/>
                      <a:pt x="110" y="67"/>
                      <a:pt x="132" y="6"/>
                    </a:cubicBezTo>
                  </a:path>
                </a:pathLst>
              </a:custGeom>
              <a:solidFill>
                <a:srgbClr val="8E4C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684" name="Freeform 351">
                <a:extLst>
                  <a:ext uri="{FF2B5EF4-FFF2-40B4-BE49-F238E27FC236}">
                    <a16:creationId xmlns:a16="http://schemas.microsoft.com/office/drawing/2014/main" id="{1514072D-0B10-4066-A033-0F6563D287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3" y="2236"/>
                <a:ext cx="103" cy="21"/>
              </a:xfrm>
              <a:custGeom>
                <a:avLst/>
                <a:gdLst>
                  <a:gd name="T0" fmla="*/ 119 w 96"/>
                  <a:gd name="T1" fmla="*/ 2 h 19"/>
                  <a:gd name="T2" fmla="*/ 88 w 96"/>
                  <a:gd name="T3" fmla="*/ 23 h 19"/>
                  <a:gd name="T4" fmla="*/ 62 w 96"/>
                  <a:gd name="T5" fmla="*/ 22 h 19"/>
                  <a:gd name="T6" fmla="*/ 31 w 96"/>
                  <a:gd name="T7" fmla="*/ 14 h 19"/>
                  <a:gd name="T8" fmla="*/ 0 w 96"/>
                  <a:gd name="T9" fmla="*/ 15 h 19"/>
                  <a:gd name="T10" fmla="*/ 30 w 96"/>
                  <a:gd name="T11" fmla="*/ 9 h 19"/>
                  <a:gd name="T12" fmla="*/ 67 w 96"/>
                  <a:gd name="T13" fmla="*/ 12 h 19"/>
                  <a:gd name="T14" fmla="*/ 115 w 96"/>
                  <a:gd name="T15" fmla="*/ 0 h 1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6" h="19">
                    <a:moveTo>
                      <a:pt x="96" y="2"/>
                    </a:moveTo>
                    <a:cubicBezTo>
                      <a:pt x="87" y="6"/>
                      <a:pt x="80" y="15"/>
                      <a:pt x="71" y="17"/>
                    </a:cubicBezTo>
                    <a:cubicBezTo>
                      <a:pt x="65" y="19"/>
                      <a:pt x="56" y="17"/>
                      <a:pt x="50" y="16"/>
                    </a:cubicBezTo>
                    <a:cubicBezTo>
                      <a:pt x="42" y="15"/>
                      <a:pt x="34" y="12"/>
                      <a:pt x="25" y="11"/>
                    </a:cubicBezTo>
                    <a:cubicBezTo>
                      <a:pt x="17" y="10"/>
                      <a:pt x="9" y="12"/>
                      <a:pt x="0" y="12"/>
                    </a:cubicBezTo>
                    <a:cubicBezTo>
                      <a:pt x="8" y="11"/>
                      <a:pt x="15" y="6"/>
                      <a:pt x="24" y="6"/>
                    </a:cubicBezTo>
                    <a:cubicBezTo>
                      <a:pt x="35" y="5"/>
                      <a:pt x="44" y="8"/>
                      <a:pt x="54" y="9"/>
                    </a:cubicBezTo>
                    <a:cubicBezTo>
                      <a:pt x="69" y="10"/>
                      <a:pt x="80" y="5"/>
                      <a:pt x="93" y="0"/>
                    </a:cubicBezTo>
                  </a:path>
                </a:pathLst>
              </a:custGeom>
              <a:solidFill>
                <a:srgbClr val="8E4C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685" name="Freeform 352">
                <a:extLst>
                  <a:ext uri="{FF2B5EF4-FFF2-40B4-BE49-F238E27FC236}">
                    <a16:creationId xmlns:a16="http://schemas.microsoft.com/office/drawing/2014/main" id="{0C3FB437-3AC4-486B-B985-B7DE84B07D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1" y="2451"/>
                <a:ext cx="196" cy="43"/>
              </a:xfrm>
              <a:custGeom>
                <a:avLst/>
                <a:gdLst>
                  <a:gd name="T0" fmla="*/ 0 w 184"/>
                  <a:gd name="T1" fmla="*/ 9 h 41"/>
                  <a:gd name="T2" fmla="*/ 100 w 184"/>
                  <a:gd name="T3" fmla="*/ 33 h 41"/>
                  <a:gd name="T4" fmla="*/ 223 w 184"/>
                  <a:gd name="T5" fmla="*/ 47 h 41"/>
                  <a:gd name="T6" fmla="*/ 170 w 184"/>
                  <a:gd name="T7" fmla="*/ 37 h 41"/>
                  <a:gd name="T8" fmla="*/ 101 w 184"/>
                  <a:gd name="T9" fmla="*/ 24 h 41"/>
                  <a:gd name="T10" fmla="*/ 0 w 184"/>
                  <a:gd name="T11" fmla="*/ 7 h 4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84" h="41">
                    <a:moveTo>
                      <a:pt x="0" y="9"/>
                    </a:moveTo>
                    <a:cubicBezTo>
                      <a:pt x="29" y="9"/>
                      <a:pt x="55" y="22"/>
                      <a:pt x="83" y="29"/>
                    </a:cubicBezTo>
                    <a:cubicBezTo>
                      <a:pt x="116" y="37"/>
                      <a:pt x="152" y="31"/>
                      <a:pt x="184" y="41"/>
                    </a:cubicBezTo>
                    <a:cubicBezTo>
                      <a:pt x="171" y="37"/>
                      <a:pt x="155" y="33"/>
                      <a:pt x="141" y="31"/>
                    </a:cubicBezTo>
                    <a:cubicBezTo>
                      <a:pt x="122" y="27"/>
                      <a:pt x="102" y="28"/>
                      <a:pt x="84" y="21"/>
                    </a:cubicBezTo>
                    <a:cubicBezTo>
                      <a:pt x="59" y="12"/>
                      <a:pt x="27" y="0"/>
                      <a:pt x="0" y="7"/>
                    </a:cubicBezTo>
                  </a:path>
                </a:pathLst>
              </a:custGeom>
              <a:solidFill>
                <a:srgbClr val="8E4C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686" name="Freeform 353">
                <a:extLst>
                  <a:ext uri="{FF2B5EF4-FFF2-40B4-BE49-F238E27FC236}">
                    <a16:creationId xmlns:a16="http://schemas.microsoft.com/office/drawing/2014/main" id="{85647436-C98C-41FF-9331-085FDBD4D4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0" y="1841"/>
                <a:ext cx="54" cy="85"/>
              </a:xfrm>
              <a:custGeom>
                <a:avLst/>
                <a:gdLst>
                  <a:gd name="T0" fmla="*/ 46 w 51"/>
                  <a:gd name="T1" fmla="*/ 1 h 80"/>
                  <a:gd name="T2" fmla="*/ 21 w 51"/>
                  <a:gd name="T3" fmla="*/ 43 h 80"/>
                  <a:gd name="T4" fmla="*/ 1 w 51"/>
                  <a:gd name="T5" fmla="*/ 96 h 80"/>
                  <a:gd name="T6" fmla="*/ 12 w 51"/>
                  <a:gd name="T7" fmla="*/ 40 h 80"/>
                  <a:gd name="T8" fmla="*/ 46 w 51"/>
                  <a:gd name="T9" fmla="*/ 0 h 8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1" h="80">
                    <a:moveTo>
                      <a:pt x="39" y="1"/>
                    </a:moveTo>
                    <a:cubicBezTo>
                      <a:pt x="51" y="13"/>
                      <a:pt x="24" y="29"/>
                      <a:pt x="18" y="36"/>
                    </a:cubicBezTo>
                    <a:cubicBezTo>
                      <a:pt x="5" y="49"/>
                      <a:pt x="1" y="62"/>
                      <a:pt x="1" y="80"/>
                    </a:cubicBezTo>
                    <a:cubicBezTo>
                      <a:pt x="1" y="64"/>
                      <a:pt x="0" y="47"/>
                      <a:pt x="9" y="34"/>
                    </a:cubicBezTo>
                    <a:cubicBezTo>
                      <a:pt x="17" y="21"/>
                      <a:pt x="32" y="14"/>
                      <a:pt x="39" y="0"/>
                    </a:cubicBezTo>
                  </a:path>
                </a:pathLst>
              </a:custGeom>
              <a:solidFill>
                <a:srgbClr val="8E4C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687" name="Freeform 354">
                <a:extLst>
                  <a:ext uri="{FF2B5EF4-FFF2-40B4-BE49-F238E27FC236}">
                    <a16:creationId xmlns:a16="http://schemas.microsoft.com/office/drawing/2014/main" id="{EFB96BB3-FD11-46AF-9DB2-E97D518AF8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0" y="1553"/>
                <a:ext cx="73" cy="94"/>
              </a:xfrm>
              <a:custGeom>
                <a:avLst/>
                <a:gdLst>
                  <a:gd name="T0" fmla="*/ 67 w 68"/>
                  <a:gd name="T1" fmla="*/ 36 h 88"/>
                  <a:gd name="T2" fmla="*/ 65 w 68"/>
                  <a:gd name="T3" fmla="*/ 14 h 88"/>
                  <a:gd name="T4" fmla="*/ 2 w 68"/>
                  <a:gd name="T5" fmla="*/ 107 h 88"/>
                  <a:gd name="T6" fmla="*/ 33 w 68"/>
                  <a:gd name="T7" fmla="*/ 18 h 88"/>
                  <a:gd name="T8" fmla="*/ 72 w 68"/>
                  <a:gd name="T9" fmla="*/ 32 h 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8" h="88">
                    <a:moveTo>
                      <a:pt x="54" y="30"/>
                    </a:moveTo>
                    <a:cubicBezTo>
                      <a:pt x="58" y="24"/>
                      <a:pt x="57" y="16"/>
                      <a:pt x="53" y="11"/>
                    </a:cubicBezTo>
                    <a:cubicBezTo>
                      <a:pt x="24" y="9"/>
                      <a:pt x="10" y="67"/>
                      <a:pt x="2" y="88"/>
                    </a:cubicBezTo>
                    <a:cubicBezTo>
                      <a:pt x="0" y="64"/>
                      <a:pt x="11" y="33"/>
                      <a:pt x="27" y="15"/>
                    </a:cubicBezTo>
                    <a:cubicBezTo>
                      <a:pt x="41" y="0"/>
                      <a:pt x="68" y="0"/>
                      <a:pt x="58" y="26"/>
                    </a:cubicBezTo>
                  </a:path>
                </a:pathLst>
              </a:custGeom>
              <a:solidFill>
                <a:srgbClr val="C2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688" name="Freeform 355">
                <a:extLst>
                  <a:ext uri="{FF2B5EF4-FFF2-40B4-BE49-F238E27FC236}">
                    <a16:creationId xmlns:a16="http://schemas.microsoft.com/office/drawing/2014/main" id="{58A3E0A0-DF9B-4E40-8C07-D123E4CB3E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9" y="1586"/>
                <a:ext cx="35" cy="37"/>
              </a:xfrm>
              <a:custGeom>
                <a:avLst/>
                <a:gdLst>
                  <a:gd name="T0" fmla="*/ 0 w 33"/>
                  <a:gd name="T1" fmla="*/ 24 h 34"/>
                  <a:gd name="T2" fmla="*/ 23 w 33"/>
                  <a:gd name="T3" fmla="*/ 44 h 34"/>
                  <a:gd name="T4" fmla="*/ 7 w 33"/>
                  <a:gd name="T5" fmla="*/ 17 h 3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" h="34">
                    <a:moveTo>
                      <a:pt x="0" y="18"/>
                    </a:moveTo>
                    <a:cubicBezTo>
                      <a:pt x="15" y="11"/>
                      <a:pt x="27" y="14"/>
                      <a:pt x="20" y="34"/>
                    </a:cubicBezTo>
                    <a:cubicBezTo>
                      <a:pt x="23" y="18"/>
                      <a:pt x="33" y="0"/>
                      <a:pt x="7" y="14"/>
                    </a:cubicBezTo>
                  </a:path>
                </a:pathLst>
              </a:custGeom>
              <a:solidFill>
                <a:srgbClr val="C2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689" name="Freeform 356">
                <a:extLst>
                  <a:ext uri="{FF2B5EF4-FFF2-40B4-BE49-F238E27FC236}">
                    <a16:creationId xmlns:a16="http://schemas.microsoft.com/office/drawing/2014/main" id="{B1F728C9-104C-4C58-A491-2009798B08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5" y="1824"/>
                <a:ext cx="90" cy="82"/>
              </a:xfrm>
              <a:custGeom>
                <a:avLst/>
                <a:gdLst>
                  <a:gd name="T0" fmla="*/ 0 w 84"/>
                  <a:gd name="T1" fmla="*/ 13 h 77"/>
                  <a:gd name="T2" fmla="*/ 69 w 84"/>
                  <a:gd name="T3" fmla="*/ 32 h 77"/>
                  <a:gd name="T4" fmla="*/ 90 w 84"/>
                  <a:gd name="T5" fmla="*/ 93 h 77"/>
                  <a:gd name="T6" fmla="*/ 64 w 84"/>
                  <a:gd name="T7" fmla="*/ 12 h 77"/>
                  <a:gd name="T8" fmla="*/ 0 w 84"/>
                  <a:gd name="T9" fmla="*/ 1 h 7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4" h="77">
                    <a:moveTo>
                      <a:pt x="0" y="10"/>
                    </a:moveTo>
                    <a:cubicBezTo>
                      <a:pt x="19" y="3"/>
                      <a:pt x="41" y="16"/>
                      <a:pt x="56" y="26"/>
                    </a:cubicBezTo>
                    <a:cubicBezTo>
                      <a:pt x="71" y="37"/>
                      <a:pt x="73" y="60"/>
                      <a:pt x="73" y="77"/>
                    </a:cubicBezTo>
                    <a:cubicBezTo>
                      <a:pt x="84" y="53"/>
                      <a:pt x="81" y="19"/>
                      <a:pt x="52" y="9"/>
                    </a:cubicBezTo>
                    <a:cubicBezTo>
                      <a:pt x="38" y="4"/>
                      <a:pt x="15" y="0"/>
                      <a:pt x="0" y="1"/>
                    </a:cubicBezTo>
                  </a:path>
                </a:pathLst>
              </a:custGeom>
              <a:solidFill>
                <a:srgbClr val="8E4C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690" name="Freeform 357">
                <a:extLst>
                  <a:ext uri="{FF2B5EF4-FFF2-40B4-BE49-F238E27FC236}">
                    <a16:creationId xmlns:a16="http://schemas.microsoft.com/office/drawing/2014/main" id="{2C60A431-006B-4D9B-9C55-52ECA199D6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9" y="1411"/>
                <a:ext cx="37" cy="54"/>
              </a:xfrm>
              <a:custGeom>
                <a:avLst/>
                <a:gdLst>
                  <a:gd name="T0" fmla="*/ 14 w 35"/>
                  <a:gd name="T1" fmla="*/ 53 h 51"/>
                  <a:gd name="T2" fmla="*/ 22 w 35"/>
                  <a:gd name="T3" fmla="*/ 26 h 51"/>
                  <a:gd name="T4" fmla="*/ 41 w 35"/>
                  <a:gd name="T5" fmla="*/ 60 h 51"/>
                  <a:gd name="T6" fmla="*/ 22 w 35"/>
                  <a:gd name="T7" fmla="*/ 16 h 51"/>
                  <a:gd name="T8" fmla="*/ 14 w 35"/>
                  <a:gd name="T9" fmla="*/ 54 h 5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" h="51">
                    <a:moveTo>
                      <a:pt x="11" y="44"/>
                    </a:moveTo>
                    <a:cubicBezTo>
                      <a:pt x="11" y="38"/>
                      <a:pt x="6" y="14"/>
                      <a:pt x="19" y="23"/>
                    </a:cubicBezTo>
                    <a:cubicBezTo>
                      <a:pt x="28" y="29"/>
                      <a:pt x="30" y="42"/>
                      <a:pt x="35" y="51"/>
                    </a:cubicBezTo>
                    <a:cubicBezTo>
                      <a:pt x="35" y="37"/>
                      <a:pt x="32" y="21"/>
                      <a:pt x="19" y="13"/>
                    </a:cubicBezTo>
                    <a:cubicBezTo>
                      <a:pt x="0" y="0"/>
                      <a:pt x="9" y="36"/>
                      <a:pt x="11" y="45"/>
                    </a:cubicBezTo>
                  </a:path>
                </a:pathLst>
              </a:custGeom>
              <a:solidFill>
                <a:srgbClr val="C2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691" name="Freeform 358">
                <a:extLst>
                  <a:ext uri="{FF2B5EF4-FFF2-40B4-BE49-F238E27FC236}">
                    <a16:creationId xmlns:a16="http://schemas.microsoft.com/office/drawing/2014/main" id="{B6E919D1-0DD9-4978-B64C-DB94C6874C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8" y="2689"/>
                <a:ext cx="263" cy="49"/>
              </a:xfrm>
              <a:custGeom>
                <a:avLst/>
                <a:gdLst>
                  <a:gd name="T0" fmla="*/ 298 w 247"/>
                  <a:gd name="T1" fmla="*/ 0 h 46"/>
                  <a:gd name="T2" fmla="*/ 230 w 247"/>
                  <a:gd name="T3" fmla="*/ 14 h 46"/>
                  <a:gd name="T4" fmla="*/ 154 w 247"/>
                  <a:gd name="T5" fmla="*/ 36 h 46"/>
                  <a:gd name="T6" fmla="*/ 0 w 247"/>
                  <a:gd name="T7" fmla="*/ 55 h 46"/>
                  <a:gd name="T8" fmla="*/ 143 w 247"/>
                  <a:gd name="T9" fmla="*/ 20 h 46"/>
                  <a:gd name="T10" fmla="*/ 210 w 247"/>
                  <a:gd name="T11" fmla="*/ 18 h 46"/>
                  <a:gd name="T12" fmla="*/ 280 w 247"/>
                  <a:gd name="T13" fmla="*/ 3 h 4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7" h="46">
                    <a:moveTo>
                      <a:pt x="247" y="0"/>
                    </a:moveTo>
                    <a:cubicBezTo>
                      <a:pt x="229" y="8"/>
                      <a:pt x="209" y="6"/>
                      <a:pt x="191" y="11"/>
                    </a:cubicBezTo>
                    <a:cubicBezTo>
                      <a:pt x="170" y="16"/>
                      <a:pt x="150" y="26"/>
                      <a:pt x="128" y="30"/>
                    </a:cubicBezTo>
                    <a:cubicBezTo>
                      <a:pt x="86" y="38"/>
                      <a:pt x="41" y="23"/>
                      <a:pt x="0" y="46"/>
                    </a:cubicBezTo>
                    <a:cubicBezTo>
                      <a:pt x="39" y="30"/>
                      <a:pt x="75" y="15"/>
                      <a:pt x="118" y="17"/>
                    </a:cubicBezTo>
                    <a:cubicBezTo>
                      <a:pt x="138" y="18"/>
                      <a:pt x="154" y="20"/>
                      <a:pt x="174" y="15"/>
                    </a:cubicBezTo>
                    <a:cubicBezTo>
                      <a:pt x="194" y="11"/>
                      <a:pt x="210" y="1"/>
                      <a:pt x="232" y="3"/>
                    </a:cubicBezTo>
                  </a:path>
                </a:pathLst>
              </a:custGeom>
              <a:solidFill>
                <a:srgbClr val="8E4C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692" name="Freeform 359">
                <a:extLst>
                  <a:ext uri="{FF2B5EF4-FFF2-40B4-BE49-F238E27FC236}">
                    <a16:creationId xmlns:a16="http://schemas.microsoft.com/office/drawing/2014/main" id="{AFAAF809-BFCE-4F18-AF83-853A7A75E2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1" y="3051"/>
                <a:ext cx="97" cy="57"/>
              </a:xfrm>
              <a:custGeom>
                <a:avLst/>
                <a:gdLst>
                  <a:gd name="T0" fmla="*/ 0 w 91"/>
                  <a:gd name="T1" fmla="*/ 62 h 53"/>
                  <a:gd name="T2" fmla="*/ 110 w 91"/>
                  <a:gd name="T3" fmla="*/ 0 h 53"/>
                  <a:gd name="T4" fmla="*/ 59 w 91"/>
                  <a:gd name="T5" fmla="*/ 35 h 53"/>
                  <a:gd name="T6" fmla="*/ 7 w 91"/>
                  <a:gd name="T7" fmla="*/ 66 h 5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1" h="53">
                    <a:moveTo>
                      <a:pt x="0" y="50"/>
                    </a:moveTo>
                    <a:cubicBezTo>
                      <a:pt x="33" y="50"/>
                      <a:pt x="84" y="38"/>
                      <a:pt x="91" y="0"/>
                    </a:cubicBezTo>
                    <a:cubicBezTo>
                      <a:pt x="75" y="0"/>
                      <a:pt x="62" y="19"/>
                      <a:pt x="49" y="29"/>
                    </a:cubicBezTo>
                    <a:cubicBezTo>
                      <a:pt x="37" y="38"/>
                      <a:pt x="13" y="46"/>
                      <a:pt x="7" y="53"/>
                    </a:cubicBezTo>
                  </a:path>
                </a:pathLst>
              </a:custGeom>
              <a:solidFill>
                <a:srgbClr val="8E4C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693" name="Freeform 360">
                <a:extLst>
                  <a:ext uri="{FF2B5EF4-FFF2-40B4-BE49-F238E27FC236}">
                    <a16:creationId xmlns:a16="http://schemas.microsoft.com/office/drawing/2014/main" id="{70435415-7431-47BD-AE97-26FA94FCFB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5" y="3652"/>
                <a:ext cx="94" cy="28"/>
              </a:xfrm>
              <a:custGeom>
                <a:avLst/>
                <a:gdLst>
                  <a:gd name="T0" fmla="*/ 107 w 88"/>
                  <a:gd name="T1" fmla="*/ 24 h 26"/>
                  <a:gd name="T2" fmla="*/ 4 w 88"/>
                  <a:gd name="T3" fmla="*/ 32 h 26"/>
                  <a:gd name="T4" fmla="*/ 101 w 88"/>
                  <a:gd name="T5" fmla="*/ 17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8" h="26">
                    <a:moveTo>
                      <a:pt x="88" y="19"/>
                    </a:moveTo>
                    <a:cubicBezTo>
                      <a:pt x="59" y="11"/>
                      <a:pt x="31" y="23"/>
                      <a:pt x="4" y="26"/>
                    </a:cubicBezTo>
                    <a:cubicBezTo>
                      <a:pt x="0" y="0"/>
                      <a:pt x="71" y="6"/>
                      <a:pt x="83" y="14"/>
                    </a:cubicBezTo>
                  </a:path>
                </a:pathLst>
              </a:custGeom>
              <a:solidFill>
                <a:srgbClr val="8E4C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694" name="Freeform 361">
                <a:extLst>
                  <a:ext uri="{FF2B5EF4-FFF2-40B4-BE49-F238E27FC236}">
                    <a16:creationId xmlns:a16="http://schemas.microsoft.com/office/drawing/2014/main" id="{F58E9096-CB21-4625-B430-5468830C1F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9" y="3744"/>
                <a:ext cx="89" cy="36"/>
              </a:xfrm>
              <a:custGeom>
                <a:avLst/>
                <a:gdLst>
                  <a:gd name="T0" fmla="*/ 100 w 84"/>
                  <a:gd name="T1" fmla="*/ 23 h 34"/>
                  <a:gd name="T2" fmla="*/ 45 w 84"/>
                  <a:gd name="T3" fmla="*/ 34 h 34"/>
                  <a:gd name="T4" fmla="*/ 0 w 84"/>
                  <a:gd name="T5" fmla="*/ 30 h 34"/>
                  <a:gd name="T6" fmla="*/ 88 w 84"/>
                  <a:gd name="T7" fmla="*/ 23 h 3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4" h="34">
                    <a:moveTo>
                      <a:pt x="84" y="20"/>
                    </a:moveTo>
                    <a:cubicBezTo>
                      <a:pt x="66" y="27"/>
                      <a:pt x="56" y="30"/>
                      <a:pt x="38" y="28"/>
                    </a:cubicBezTo>
                    <a:cubicBezTo>
                      <a:pt x="24" y="26"/>
                      <a:pt x="14" y="19"/>
                      <a:pt x="0" y="25"/>
                    </a:cubicBezTo>
                    <a:cubicBezTo>
                      <a:pt x="26" y="0"/>
                      <a:pt x="56" y="34"/>
                      <a:pt x="74" y="20"/>
                    </a:cubicBezTo>
                  </a:path>
                </a:pathLst>
              </a:custGeom>
              <a:solidFill>
                <a:srgbClr val="8E4C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695" name="Freeform 362">
                <a:extLst>
                  <a:ext uri="{FF2B5EF4-FFF2-40B4-BE49-F238E27FC236}">
                    <a16:creationId xmlns:a16="http://schemas.microsoft.com/office/drawing/2014/main" id="{90BB1848-D27E-47AF-B708-7AEB9C6E9B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7" y="2177"/>
                <a:ext cx="205" cy="81"/>
              </a:xfrm>
              <a:custGeom>
                <a:avLst/>
                <a:gdLst>
                  <a:gd name="T0" fmla="*/ 234 w 192"/>
                  <a:gd name="T1" fmla="*/ 0 h 76"/>
                  <a:gd name="T2" fmla="*/ 187 w 192"/>
                  <a:gd name="T3" fmla="*/ 32 h 76"/>
                  <a:gd name="T4" fmla="*/ 139 w 192"/>
                  <a:gd name="T5" fmla="*/ 59 h 76"/>
                  <a:gd name="T6" fmla="*/ 86 w 192"/>
                  <a:gd name="T7" fmla="*/ 76 h 76"/>
                  <a:gd name="T8" fmla="*/ 0 w 192"/>
                  <a:gd name="T9" fmla="*/ 92 h 76"/>
                  <a:gd name="T10" fmla="*/ 78 w 192"/>
                  <a:gd name="T11" fmla="*/ 69 h 76"/>
                  <a:gd name="T12" fmla="*/ 138 w 192"/>
                  <a:gd name="T13" fmla="*/ 45 h 76"/>
                  <a:gd name="T14" fmla="*/ 183 w 192"/>
                  <a:gd name="T15" fmla="*/ 20 h 76"/>
                  <a:gd name="T16" fmla="*/ 225 w 192"/>
                  <a:gd name="T17" fmla="*/ 6 h 7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92" h="76">
                    <a:moveTo>
                      <a:pt x="192" y="0"/>
                    </a:moveTo>
                    <a:cubicBezTo>
                      <a:pt x="179" y="4"/>
                      <a:pt x="165" y="18"/>
                      <a:pt x="154" y="26"/>
                    </a:cubicBezTo>
                    <a:cubicBezTo>
                      <a:pt x="141" y="35"/>
                      <a:pt x="127" y="41"/>
                      <a:pt x="114" y="49"/>
                    </a:cubicBezTo>
                    <a:cubicBezTo>
                      <a:pt x="100" y="57"/>
                      <a:pt x="86" y="61"/>
                      <a:pt x="71" y="63"/>
                    </a:cubicBezTo>
                    <a:cubicBezTo>
                      <a:pt x="47" y="67"/>
                      <a:pt x="25" y="75"/>
                      <a:pt x="0" y="76"/>
                    </a:cubicBezTo>
                    <a:cubicBezTo>
                      <a:pt x="22" y="72"/>
                      <a:pt x="43" y="63"/>
                      <a:pt x="64" y="57"/>
                    </a:cubicBezTo>
                    <a:cubicBezTo>
                      <a:pt x="81" y="52"/>
                      <a:pt x="98" y="45"/>
                      <a:pt x="113" y="37"/>
                    </a:cubicBezTo>
                    <a:cubicBezTo>
                      <a:pt x="125" y="30"/>
                      <a:pt x="137" y="22"/>
                      <a:pt x="150" y="17"/>
                    </a:cubicBezTo>
                    <a:cubicBezTo>
                      <a:pt x="162" y="12"/>
                      <a:pt x="174" y="11"/>
                      <a:pt x="185" y="6"/>
                    </a:cubicBezTo>
                  </a:path>
                </a:pathLst>
              </a:custGeom>
              <a:solidFill>
                <a:srgbClr val="8E4C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696" name="Freeform 363">
                <a:extLst>
                  <a:ext uri="{FF2B5EF4-FFF2-40B4-BE49-F238E27FC236}">
                    <a16:creationId xmlns:a16="http://schemas.microsoft.com/office/drawing/2014/main" id="{A7276F34-1ED1-43BB-92B1-0F84558987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4" y="2163"/>
                <a:ext cx="154" cy="188"/>
              </a:xfrm>
              <a:custGeom>
                <a:avLst/>
                <a:gdLst>
                  <a:gd name="T0" fmla="*/ 149 w 144"/>
                  <a:gd name="T1" fmla="*/ 8 h 177"/>
                  <a:gd name="T2" fmla="*/ 170 w 144"/>
                  <a:gd name="T3" fmla="*/ 3 h 177"/>
                  <a:gd name="T4" fmla="*/ 169 w 144"/>
                  <a:gd name="T5" fmla="*/ 27 h 177"/>
                  <a:gd name="T6" fmla="*/ 126 w 144"/>
                  <a:gd name="T7" fmla="*/ 101 h 177"/>
                  <a:gd name="T8" fmla="*/ 67 w 144"/>
                  <a:gd name="T9" fmla="*/ 165 h 177"/>
                  <a:gd name="T10" fmla="*/ 0 w 144"/>
                  <a:gd name="T11" fmla="*/ 212 h 177"/>
                  <a:gd name="T12" fmla="*/ 65 w 144"/>
                  <a:gd name="T13" fmla="*/ 158 h 177"/>
                  <a:gd name="T14" fmla="*/ 108 w 144"/>
                  <a:gd name="T15" fmla="*/ 97 h 177"/>
                  <a:gd name="T16" fmla="*/ 127 w 144"/>
                  <a:gd name="T17" fmla="*/ 50 h 177"/>
                  <a:gd name="T18" fmla="*/ 109 w 144"/>
                  <a:gd name="T19" fmla="*/ 37 h 177"/>
                  <a:gd name="T20" fmla="*/ 151 w 144"/>
                  <a:gd name="T21" fmla="*/ 8 h 17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44" h="177">
                    <a:moveTo>
                      <a:pt x="122" y="8"/>
                    </a:moveTo>
                    <a:cubicBezTo>
                      <a:pt x="126" y="7"/>
                      <a:pt x="135" y="0"/>
                      <a:pt x="139" y="3"/>
                    </a:cubicBezTo>
                    <a:cubicBezTo>
                      <a:pt x="144" y="6"/>
                      <a:pt x="139" y="19"/>
                      <a:pt x="138" y="23"/>
                    </a:cubicBezTo>
                    <a:cubicBezTo>
                      <a:pt x="130" y="45"/>
                      <a:pt x="116" y="66"/>
                      <a:pt x="103" y="84"/>
                    </a:cubicBezTo>
                    <a:cubicBezTo>
                      <a:pt x="90" y="105"/>
                      <a:pt x="72" y="120"/>
                      <a:pt x="55" y="137"/>
                    </a:cubicBezTo>
                    <a:cubicBezTo>
                      <a:pt x="38" y="152"/>
                      <a:pt x="18" y="163"/>
                      <a:pt x="0" y="177"/>
                    </a:cubicBezTo>
                    <a:cubicBezTo>
                      <a:pt x="19" y="171"/>
                      <a:pt x="40" y="147"/>
                      <a:pt x="53" y="132"/>
                    </a:cubicBezTo>
                    <a:cubicBezTo>
                      <a:pt x="66" y="116"/>
                      <a:pt x="77" y="99"/>
                      <a:pt x="88" y="81"/>
                    </a:cubicBezTo>
                    <a:cubicBezTo>
                      <a:pt x="95" y="69"/>
                      <a:pt x="102" y="56"/>
                      <a:pt x="104" y="41"/>
                    </a:cubicBezTo>
                    <a:cubicBezTo>
                      <a:pt x="105" y="27"/>
                      <a:pt x="102" y="27"/>
                      <a:pt x="89" y="31"/>
                    </a:cubicBezTo>
                    <a:cubicBezTo>
                      <a:pt x="97" y="27"/>
                      <a:pt x="118" y="16"/>
                      <a:pt x="123" y="8"/>
                    </a:cubicBezTo>
                  </a:path>
                </a:pathLst>
              </a:custGeom>
              <a:solidFill>
                <a:srgbClr val="8E4C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697" name="Freeform 364">
                <a:extLst>
                  <a:ext uri="{FF2B5EF4-FFF2-40B4-BE49-F238E27FC236}">
                    <a16:creationId xmlns:a16="http://schemas.microsoft.com/office/drawing/2014/main" id="{D14A2E71-6732-403D-966A-1AA0DA97D5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7" y="2019"/>
                <a:ext cx="177" cy="25"/>
              </a:xfrm>
              <a:custGeom>
                <a:avLst/>
                <a:gdLst>
                  <a:gd name="T0" fmla="*/ 202 w 166"/>
                  <a:gd name="T1" fmla="*/ 14 h 23"/>
                  <a:gd name="T2" fmla="*/ 158 w 166"/>
                  <a:gd name="T3" fmla="*/ 24 h 23"/>
                  <a:gd name="T4" fmla="*/ 106 w 166"/>
                  <a:gd name="T5" fmla="*/ 25 h 23"/>
                  <a:gd name="T6" fmla="*/ 49 w 166"/>
                  <a:gd name="T7" fmla="*/ 10 h 23"/>
                  <a:gd name="T8" fmla="*/ 0 w 166"/>
                  <a:gd name="T9" fmla="*/ 0 h 23"/>
                  <a:gd name="T10" fmla="*/ 66 w 166"/>
                  <a:gd name="T11" fmla="*/ 3 h 23"/>
                  <a:gd name="T12" fmla="*/ 116 w 166"/>
                  <a:gd name="T13" fmla="*/ 10 h 23"/>
                  <a:gd name="T14" fmla="*/ 191 w 166"/>
                  <a:gd name="T15" fmla="*/ 9 h 2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66" h="23">
                    <a:moveTo>
                      <a:pt x="166" y="11"/>
                    </a:moveTo>
                    <a:cubicBezTo>
                      <a:pt x="155" y="10"/>
                      <a:pt x="141" y="16"/>
                      <a:pt x="130" y="18"/>
                    </a:cubicBezTo>
                    <a:cubicBezTo>
                      <a:pt x="115" y="23"/>
                      <a:pt x="102" y="20"/>
                      <a:pt x="87" y="19"/>
                    </a:cubicBezTo>
                    <a:cubicBezTo>
                      <a:pt x="70" y="17"/>
                      <a:pt x="56" y="13"/>
                      <a:pt x="40" y="7"/>
                    </a:cubicBezTo>
                    <a:cubicBezTo>
                      <a:pt x="28" y="3"/>
                      <a:pt x="13" y="0"/>
                      <a:pt x="0" y="0"/>
                    </a:cubicBezTo>
                    <a:cubicBezTo>
                      <a:pt x="18" y="0"/>
                      <a:pt x="36" y="1"/>
                      <a:pt x="54" y="3"/>
                    </a:cubicBezTo>
                    <a:cubicBezTo>
                      <a:pt x="68" y="5"/>
                      <a:pt x="81" y="8"/>
                      <a:pt x="96" y="7"/>
                    </a:cubicBezTo>
                    <a:cubicBezTo>
                      <a:pt x="116" y="6"/>
                      <a:pt x="137" y="6"/>
                      <a:pt x="158" y="6"/>
                    </a:cubicBezTo>
                  </a:path>
                </a:pathLst>
              </a:custGeom>
              <a:solidFill>
                <a:srgbClr val="8E4C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698" name="Freeform 365">
                <a:extLst>
                  <a:ext uri="{FF2B5EF4-FFF2-40B4-BE49-F238E27FC236}">
                    <a16:creationId xmlns:a16="http://schemas.microsoft.com/office/drawing/2014/main" id="{A392677F-4BA4-4F04-90EA-3D6AFA41FC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7" y="2134"/>
                <a:ext cx="185" cy="195"/>
              </a:xfrm>
              <a:custGeom>
                <a:avLst/>
                <a:gdLst>
                  <a:gd name="T0" fmla="*/ 187 w 173"/>
                  <a:gd name="T1" fmla="*/ 25 h 183"/>
                  <a:gd name="T2" fmla="*/ 0 w 173"/>
                  <a:gd name="T3" fmla="*/ 222 h 183"/>
                  <a:gd name="T4" fmla="*/ 142 w 173"/>
                  <a:gd name="T5" fmla="*/ 35 h 183"/>
                  <a:gd name="T6" fmla="*/ 192 w 173"/>
                  <a:gd name="T7" fmla="*/ 1 h 183"/>
                  <a:gd name="T8" fmla="*/ 211 w 173"/>
                  <a:gd name="T9" fmla="*/ 15 h 183"/>
                  <a:gd name="T10" fmla="*/ 184 w 173"/>
                  <a:gd name="T11" fmla="*/ 34 h 18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73" h="183">
                    <a:moveTo>
                      <a:pt x="153" y="21"/>
                    </a:moveTo>
                    <a:cubicBezTo>
                      <a:pt x="75" y="49"/>
                      <a:pt x="48" y="126"/>
                      <a:pt x="0" y="183"/>
                    </a:cubicBezTo>
                    <a:cubicBezTo>
                      <a:pt x="31" y="128"/>
                      <a:pt x="69" y="72"/>
                      <a:pt x="116" y="29"/>
                    </a:cubicBezTo>
                    <a:cubicBezTo>
                      <a:pt x="127" y="19"/>
                      <a:pt x="141" y="1"/>
                      <a:pt x="157" y="1"/>
                    </a:cubicBezTo>
                    <a:cubicBezTo>
                      <a:pt x="164" y="0"/>
                      <a:pt x="173" y="0"/>
                      <a:pt x="172" y="12"/>
                    </a:cubicBezTo>
                    <a:cubicBezTo>
                      <a:pt x="171" y="20"/>
                      <a:pt x="156" y="25"/>
                      <a:pt x="151" y="28"/>
                    </a:cubicBezTo>
                  </a:path>
                </a:pathLst>
              </a:custGeom>
              <a:solidFill>
                <a:srgbClr val="8E4C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699" name="Freeform 366">
                <a:extLst>
                  <a:ext uri="{FF2B5EF4-FFF2-40B4-BE49-F238E27FC236}">
                    <a16:creationId xmlns:a16="http://schemas.microsoft.com/office/drawing/2014/main" id="{D04B8548-C689-4AB0-8A47-B4D1091570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3" y="2414"/>
                <a:ext cx="233" cy="110"/>
              </a:xfrm>
              <a:custGeom>
                <a:avLst/>
                <a:gdLst>
                  <a:gd name="T0" fmla="*/ 266 w 218"/>
                  <a:gd name="T1" fmla="*/ 0 h 103"/>
                  <a:gd name="T2" fmla="*/ 0 w 218"/>
                  <a:gd name="T3" fmla="*/ 124 h 103"/>
                  <a:gd name="T4" fmla="*/ 266 w 218"/>
                  <a:gd name="T5" fmla="*/ 0 h 10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8" h="103">
                    <a:moveTo>
                      <a:pt x="218" y="0"/>
                    </a:moveTo>
                    <a:cubicBezTo>
                      <a:pt x="218" y="0"/>
                      <a:pt x="142" y="103"/>
                      <a:pt x="0" y="102"/>
                    </a:cubicBezTo>
                    <a:cubicBezTo>
                      <a:pt x="0" y="102"/>
                      <a:pt x="140" y="75"/>
                      <a:pt x="218" y="0"/>
                    </a:cubicBezTo>
                    <a:close/>
                  </a:path>
                </a:pathLst>
              </a:custGeom>
              <a:solidFill>
                <a:srgbClr val="8E4C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700" name="Freeform 367">
                <a:extLst>
                  <a:ext uri="{FF2B5EF4-FFF2-40B4-BE49-F238E27FC236}">
                    <a16:creationId xmlns:a16="http://schemas.microsoft.com/office/drawing/2014/main" id="{913AED45-532F-44D0-8FE4-4A9C8DC507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4" y="1952"/>
                <a:ext cx="125" cy="245"/>
              </a:xfrm>
              <a:custGeom>
                <a:avLst/>
                <a:gdLst>
                  <a:gd name="T0" fmla="*/ 0 w 118"/>
                  <a:gd name="T1" fmla="*/ 3 h 230"/>
                  <a:gd name="T2" fmla="*/ 65 w 118"/>
                  <a:gd name="T3" fmla="*/ 134 h 230"/>
                  <a:gd name="T4" fmla="*/ 140 w 118"/>
                  <a:gd name="T5" fmla="*/ 278 h 230"/>
                  <a:gd name="T6" fmla="*/ 61 w 118"/>
                  <a:gd name="T7" fmla="*/ 175 h 230"/>
                  <a:gd name="T8" fmla="*/ 49 w 118"/>
                  <a:gd name="T9" fmla="*/ 127 h 230"/>
                  <a:gd name="T10" fmla="*/ 17 w 118"/>
                  <a:gd name="T11" fmla="*/ 149 h 230"/>
                  <a:gd name="T12" fmla="*/ 1 w 118"/>
                  <a:gd name="T13" fmla="*/ 0 h 23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8" h="230">
                    <a:moveTo>
                      <a:pt x="0" y="3"/>
                    </a:moveTo>
                    <a:cubicBezTo>
                      <a:pt x="43" y="10"/>
                      <a:pt x="48" y="79"/>
                      <a:pt x="55" y="111"/>
                    </a:cubicBezTo>
                    <a:cubicBezTo>
                      <a:pt x="66" y="155"/>
                      <a:pt x="103" y="187"/>
                      <a:pt x="118" y="230"/>
                    </a:cubicBezTo>
                    <a:cubicBezTo>
                      <a:pt x="108" y="196"/>
                      <a:pt x="69" y="174"/>
                      <a:pt x="52" y="145"/>
                    </a:cubicBezTo>
                    <a:cubicBezTo>
                      <a:pt x="49" y="138"/>
                      <a:pt x="45" y="107"/>
                      <a:pt x="41" y="105"/>
                    </a:cubicBezTo>
                    <a:cubicBezTo>
                      <a:pt x="34" y="102"/>
                      <a:pt x="19" y="119"/>
                      <a:pt x="14" y="123"/>
                    </a:cubicBezTo>
                    <a:cubicBezTo>
                      <a:pt x="55" y="88"/>
                      <a:pt x="19" y="36"/>
                      <a:pt x="1" y="0"/>
                    </a:cubicBezTo>
                  </a:path>
                </a:pathLst>
              </a:custGeom>
              <a:solidFill>
                <a:srgbClr val="8E4C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701" name="Freeform 368">
                <a:extLst>
                  <a:ext uri="{FF2B5EF4-FFF2-40B4-BE49-F238E27FC236}">
                    <a16:creationId xmlns:a16="http://schemas.microsoft.com/office/drawing/2014/main" id="{5DD47EA8-30D1-4A9E-8956-FEE5379676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7" y="1855"/>
                <a:ext cx="29" cy="120"/>
              </a:xfrm>
              <a:custGeom>
                <a:avLst/>
                <a:gdLst>
                  <a:gd name="T0" fmla="*/ 10 w 27"/>
                  <a:gd name="T1" fmla="*/ 0 h 113"/>
                  <a:gd name="T2" fmla="*/ 29 w 27"/>
                  <a:gd name="T3" fmla="*/ 59 h 113"/>
                  <a:gd name="T4" fmla="*/ 0 w 27"/>
                  <a:gd name="T5" fmla="*/ 135 h 113"/>
                  <a:gd name="T6" fmla="*/ 20 w 27"/>
                  <a:gd name="T7" fmla="*/ 81 h 113"/>
                  <a:gd name="T8" fmla="*/ 11 w 27"/>
                  <a:gd name="T9" fmla="*/ 13 h 1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113">
                    <a:moveTo>
                      <a:pt x="7" y="0"/>
                    </a:moveTo>
                    <a:cubicBezTo>
                      <a:pt x="17" y="15"/>
                      <a:pt x="25" y="30"/>
                      <a:pt x="23" y="50"/>
                    </a:cubicBezTo>
                    <a:cubicBezTo>
                      <a:pt x="21" y="73"/>
                      <a:pt x="1" y="87"/>
                      <a:pt x="0" y="113"/>
                    </a:cubicBezTo>
                    <a:cubicBezTo>
                      <a:pt x="3" y="94"/>
                      <a:pt x="7" y="83"/>
                      <a:pt x="17" y="68"/>
                    </a:cubicBezTo>
                    <a:cubicBezTo>
                      <a:pt x="27" y="52"/>
                      <a:pt x="16" y="24"/>
                      <a:pt x="8" y="10"/>
                    </a:cubicBezTo>
                  </a:path>
                </a:pathLst>
              </a:custGeom>
              <a:solidFill>
                <a:srgbClr val="8E4C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702" name="Freeform 369">
                <a:extLst>
                  <a:ext uri="{FF2B5EF4-FFF2-40B4-BE49-F238E27FC236}">
                    <a16:creationId xmlns:a16="http://schemas.microsoft.com/office/drawing/2014/main" id="{AC91ACD3-6A04-40B9-9B99-887919C9C7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1" y="1826"/>
                <a:ext cx="21" cy="26"/>
              </a:xfrm>
              <a:custGeom>
                <a:avLst/>
                <a:gdLst>
                  <a:gd name="T0" fmla="*/ 4 w 19"/>
                  <a:gd name="T1" fmla="*/ 0 h 24"/>
                  <a:gd name="T2" fmla="*/ 0 w 19"/>
                  <a:gd name="T3" fmla="*/ 29 h 24"/>
                  <a:gd name="T4" fmla="*/ 24 w 19"/>
                  <a:gd name="T5" fmla="*/ 17 h 24"/>
                  <a:gd name="T6" fmla="*/ 2 w 19"/>
                  <a:gd name="T7" fmla="*/ 2 h 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24">
                    <a:moveTo>
                      <a:pt x="4" y="0"/>
                    </a:moveTo>
                    <a:cubicBezTo>
                      <a:pt x="16" y="12"/>
                      <a:pt x="17" y="17"/>
                      <a:pt x="0" y="23"/>
                    </a:cubicBezTo>
                    <a:cubicBezTo>
                      <a:pt x="8" y="23"/>
                      <a:pt x="18" y="24"/>
                      <a:pt x="18" y="14"/>
                    </a:cubicBezTo>
                    <a:cubicBezTo>
                      <a:pt x="19" y="5"/>
                      <a:pt x="10" y="2"/>
                      <a:pt x="2" y="2"/>
                    </a:cubicBezTo>
                  </a:path>
                </a:pathLst>
              </a:custGeom>
              <a:solidFill>
                <a:srgbClr val="C2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703" name="Freeform 370">
                <a:extLst>
                  <a:ext uri="{FF2B5EF4-FFF2-40B4-BE49-F238E27FC236}">
                    <a16:creationId xmlns:a16="http://schemas.microsoft.com/office/drawing/2014/main" id="{5C284A73-E85E-4F8D-BCAB-D57ECF9239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5" y="3008"/>
                <a:ext cx="120" cy="64"/>
              </a:xfrm>
              <a:custGeom>
                <a:avLst/>
                <a:gdLst>
                  <a:gd name="T0" fmla="*/ 138 w 112"/>
                  <a:gd name="T1" fmla="*/ 41 h 60"/>
                  <a:gd name="T2" fmla="*/ 58 w 112"/>
                  <a:gd name="T3" fmla="*/ 63 h 60"/>
                  <a:gd name="T4" fmla="*/ 0 w 112"/>
                  <a:gd name="T5" fmla="*/ 0 h 60"/>
                  <a:gd name="T6" fmla="*/ 65 w 112"/>
                  <a:gd name="T7" fmla="*/ 49 h 60"/>
                  <a:gd name="T8" fmla="*/ 126 w 112"/>
                  <a:gd name="T9" fmla="*/ 48 h 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2" h="60">
                    <a:moveTo>
                      <a:pt x="112" y="34"/>
                    </a:moveTo>
                    <a:cubicBezTo>
                      <a:pt x="96" y="43"/>
                      <a:pt x="64" y="60"/>
                      <a:pt x="47" y="52"/>
                    </a:cubicBezTo>
                    <a:cubicBezTo>
                      <a:pt x="26" y="42"/>
                      <a:pt x="15" y="17"/>
                      <a:pt x="0" y="0"/>
                    </a:cubicBezTo>
                    <a:cubicBezTo>
                      <a:pt x="20" y="9"/>
                      <a:pt x="34" y="28"/>
                      <a:pt x="53" y="40"/>
                    </a:cubicBezTo>
                    <a:cubicBezTo>
                      <a:pt x="70" y="50"/>
                      <a:pt x="84" y="43"/>
                      <a:pt x="103" y="39"/>
                    </a:cubicBezTo>
                  </a:path>
                </a:pathLst>
              </a:custGeom>
              <a:solidFill>
                <a:srgbClr val="8E4C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704" name="Freeform 371">
                <a:extLst>
                  <a:ext uri="{FF2B5EF4-FFF2-40B4-BE49-F238E27FC236}">
                    <a16:creationId xmlns:a16="http://schemas.microsoft.com/office/drawing/2014/main" id="{6DD61338-B108-4481-9553-9EA4D45D33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0" y="1894"/>
                <a:ext cx="45" cy="36"/>
              </a:xfrm>
              <a:custGeom>
                <a:avLst/>
                <a:gdLst>
                  <a:gd name="T0" fmla="*/ 11 w 42"/>
                  <a:gd name="T1" fmla="*/ 0 h 33"/>
                  <a:gd name="T2" fmla="*/ 0 w 42"/>
                  <a:gd name="T3" fmla="*/ 17 h 33"/>
                  <a:gd name="T4" fmla="*/ 27 w 42"/>
                  <a:gd name="T5" fmla="*/ 43 h 33"/>
                  <a:gd name="T6" fmla="*/ 51 w 42"/>
                  <a:gd name="T7" fmla="*/ 17 h 33"/>
                  <a:gd name="T8" fmla="*/ 47 w 42"/>
                  <a:gd name="T9" fmla="*/ 4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2" h="33">
                    <a:moveTo>
                      <a:pt x="8" y="0"/>
                    </a:moveTo>
                    <a:cubicBezTo>
                      <a:pt x="3" y="3"/>
                      <a:pt x="0" y="8"/>
                      <a:pt x="0" y="14"/>
                    </a:cubicBezTo>
                    <a:cubicBezTo>
                      <a:pt x="0" y="24"/>
                      <a:pt x="10" y="33"/>
                      <a:pt x="21" y="33"/>
                    </a:cubicBezTo>
                    <a:cubicBezTo>
                      <a:pt x="32" y="33"/>
                      <a:pt x="42" y="24"/>
                      <a:pt x="42" y="14"/>
                    </a:cubicBezTo>
                    <a:cubicBezTo>
                      <a:pt x="42" y="11"/>
                      <a:pt x="40" y="7"/>
                      <a:pt x="38" y="4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705" name="Freeform 372">
                <a:extLst>
                  <a:ext uri="{FF2B5EF4-FFF2-40B4-BE49-F238E27FC236}">
                    <a16:creationId xmlns:a16="http://schemas.microsoft.com/office/drawing/2014/main" id="{9A358E8F-C41E-44D0-AF82-917AF8B8FF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6" y="1890"/>
                <a:ext cx="12" cy="1"/>
              </a:xfrm>
              <a:custGeom>
                <a:avLst/>
                <a:gdLst>
                  <a:gd name="T0" fmla="*/ 14 w 11"/>
                  <a:gd name="T1" fmla="*/ 1 h 1"/>
                  <a:gd name="T2" fmla="*/ 9 w 11"/>
                  <a:gd name="T3" fmla="*/ 0 h 1"/>
                  <a:gd name="T4" fmla="*/ 0 w 11"/>
                  <a:gd name="T5" fmla="*/ 1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">
                    <a:moveTo>
                      <a:pt x="11" y="1"/>
                    </a:moveTo>
                    <a:cubicBezTo>
                      <a:pt x="10" y="0"/>
                      <a:pt x="8" y="0"/>
                      <a:pt x="6" y="0"/>
                    </a:cubicBezTo>
                    <a:cubicBezTo>
                      <a:pt x="4" y="0"/>
                      <a:pt x="2" y="0"/>
                      <a:pt x="0" y="1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706" name="Freeform 373">
                <a:extLst>
                  <a:ext uri="{FF2B5EF4-FFF2-40B4-BE49-F238E27FC236}">
                    <a16:creationId xmlns:a16="http://schemas.microsoft.com/office/drawing/2014/main" id="{DD1FE78C-082E-41B4-9896-8C01FC05C0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1" y="2028"/>
                <a:ext cx="318" cy="51"/>
              </a:xfrm>
              <a:custGeom>
                <a:avLst/>
                <a:gdLst>
                  <a:gd name="T0" fmla="*/ 0 w 299"/>
                  <a:gd name="T1" fmla="*/ 39 h 48"/>
                  <a:gd name="T2" fmla="*/ 195 w 299"/>
                  <a:gd name="T3" fmla="*/ 5 h 48"/>
                  <a:gd name="T4" fmla="*/ 359 w 299"/>
                  <a:gd name="T5" fmla="*/ 26 h 48"/>
                  <a:gd name="T6" fmla="*/ 190 w 299"/>
                  <a:gd name="T7" fmla="*/ 24 h 48"/>
                  <a:gd name="T8" fmla="*/ 103 w 299"/>
                  <a:gd name="T9" fmla="*/ 39 h 48"/>
                  <a:gd name="T10" fmla="*/ 2 w 299"/>
                  <a:gd name="T11" fmla="*/ 50 h 4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99" h="48">
                    <a:moveTo>
                      <a:pt x="0" y="33"/>
                    </a:moveTo>
                    <a:cubicBezTo>
                      <a:pt x="56" y="33"/>
                      <a:pt x="107" y="10"/>
                      <a:pt x="162" y="5"/>
                    </a:cubicBezTo>
                    <a:cubicBezTo>
                      <a:pt x="211" y="0"/>
                      <a:pt x="252" y="25"/>
                      <a:pt x="299" y="22"/>
                    </a:cubicBezTo>
                    <a:cubicBezTo>
                      <a:pt x="260" y="48"/>
                      <a:pt x="200" y="23"/>
                      <a:pt x="158" y="21"/>
                    </a:cubicBezTo>
                    <a:cubicBezTo>
                      <a:pt x="132" y="19"/>
                      <a:pt x="110" y="26"/>
                      <a:pt x="86" y="33"/>
                    </a:cubicBezTo>
                    <a:cubicBezTo>
                      <a:pt x="56" y="42"/>
                      <a:pt x="32" y="38"/>
                      <a:pt x="2" y="41"/>
                    </a:cubicBezTo>
                  </a:path>
                </a:pathLst>
              </a:custGeom>
              <a:solidFill>
                <a:srgbClr val="8E4C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707" name="Freeform 374">
                <a:extLst>
                  <a:ext uri="{FF2B5EF4-FFF2-40B4-BE49-F238E27FC236}">
                    <a16:creationId xmlns:a16="http://schemas.microsoft.com/office/drawing/2014/main" id="{CF91E426-29E8-4B09-B95C-7B1D4E96C1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6" y="950"/>
                <a:ext cx="85" cy="28"/>
              </a:xfrm>
              <a:custGeom>
                <a:avLst/>
                <a:gdLst>
                  <a:gd name="T0" fmla="*/ 0 w 80"/>
                  <a:gd name="T1" fmla="*/ 32 h 26"/>
                  <a:gd name="T2" fmla="*/ 96 w 80"/>
                  <a:gd name="T3" fmla="*/ 26 h 26"/>
                  <a:gd name="T4" fmla="*/ 89 w 80"/>
                  <a:gd name="T5" fmla="*/ 28 h 26"/>
                  <a:gd name="T6" fmla="*/ 0 w 80"/>
                  <a:gd name="T7" fmla="*/ 32 h 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0" h="26">
                    <a:moveTo>
                      <a:pt x="0" y="26"/>
                    </a:moveTo>
                    <a:cubicBezTo>
                      <a:pt x="22" y="0"/>
                      <a:pt x="80" y="20"/>
                      <a:pt x="80" y="20"/>
                    </a:cubicBezTo>
                    <a:cubicBezTo>
                      <a:pt x="80" y="20"/>
                      <a:pt x="80" y="25"/>
                      <a:pt x="74" y="22"/>
                    </a:cubicBezTo>
                    <a:cubicBezTo>
                      <a:pt x="69" y="20"/>
                      <a:pt x="24" y="3"/>
                      <a:pt x="0" y="26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708" name="Freeform 375">
                <a:extLst>
                  <a:ext uri="{FF2B5EF4-FFF2-40B4-BE49-F238E27FC236}">
                    <a16:creationId xmlns:a16="http://schemas.microsoft.com/office/drawing/2014/main" id="{516B77A6-B3C6-4FFC-A727-0081E32377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0" y="983"/>
                <a:ext cx="88" cy="41"/>
              </a:xfrm>
              <a:custGeom>
                <a:avLst/>
                <a:gdLst>
                  <a:gd name="T0" fmla="*/ 0 w 82"/>
                  <a:gd name="T1" fmla="*/ 23 h 38"/>
                  <a:gd name="T2" fmla="*/ 56 w 82"/>
                  <a:gd name="T3" fmla="*/ 11 h 38"/>
                  <a:gd name="T4" fmla="*/ 91 w 82"/>
                  <a:gd name="T5" fmla="*/ 41 h 38"/>
                  <a:gd name="T6" fmla="*/ 61 w 82"/>
                  <a:gd name="T7" fmla="*/ 45 h 38"/>
                  <a:gd name="T8" fmla="*/ 0 w 82"/>
                  <a:gd name="T9" fmla="*/ 23 h 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2" h="38">
                    <a:moveTo>
                      <a:pt x="0" y="18"/>
                    </a:moveTo>
                    <a:cubicBezTo>
                      <a:pt x="0" y="18"/>
                      <a:pt x="22" y="0"/>
                      <a:pt x="45" y="8"/>
                    </a:cubicBezTo>
                    <a:cubicBezTo>
                      <a:pt x="69" y="16"/>
                      <a:pt x="82" y="27"/>
                      <a:pt x="74" y="32"/>
                    </a:cubicBezTo>
                    <a:cubicBezTo>
                      <a:pt x="66" y="37"/>
                      <a:pt x="56" y="34"/>
                      <a:pt x="49" y="36"/>
                    </a:cubicBezTo>
                    <a:cubicBezTo>
                      <a:pt x="41" y="38"/>
                      <a:pt x="6" y="32"/>
                      <a:pt x="0" y="18"/>
                    </a:cubicBezTo>
                    <a:close/>
                  </a:path>
                </a:pathLst>
              </a:custGeom>
              <a:solidFill>
                <a:srgbClr val="613A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709" name="Freeform 376">
                <a:extLst>
                  <a:ext uri="{FF2B5EF4-FFF2-40B4-BE49-F238E27FC236}">
                    <a16:creationId xmlns:a16="http://schemas.microsoft.com/office/drawing/2014/main" id="{E3928B39-7023-469D-8D40-18B7D10361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7" y="992"/>
                <a:ext cx="73" cy="29"/>
              </a:xfrm>
              <a:custGeom>
                <a:avLst/>
                <a:gdLst>
                  <a:gd name="T0" fmla="*/ 0 w 69"/>
                  <a:gd name="T1" fmla="*/ 14 h 27"/>
                  <a:gd name="T2" fmla="*/ 40 w 69"/>
                  <a:gd name="T3" fmla="*/ 2 h 27"/>
                  <a:gd name="T4" fmla="*/ 74 w 69"/>
                  <a:gd name="T5" fmla="*/ 18 h 27"/>
                  <a:gd name="T6" fmla="*/ 73 w 69"/>
                  <a:gd name="T7" fmla="*/ 29 h 27"/>
                  <a:gd name="T8" fmla="*/ 44 w 69"/>
                  <a:gd name="T9" fmla="*/ 31 h 27"/>
                  <a:gd name="T10" fmla="*/ 0 w 69"/>
                  <a:gd name="T11" fmla="*/ 14 h 2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9" h="27">
                    <a:moveTo>
                      <a:pt x="0" y="11"/>
                    </a:moveTo>
                    <a:cubicBezTo>
                      <a:pt x="8" y="7"/>
                      <a:pt x="16" y="0"/>
                      <a:pt x="34" y="2"/>
                    </a:cubicBezTo>
                    <a:cubicBezTo>
                      <a:pt x="51" y="4"/>
                      <a:pt x="58" y="14"/>
                      <a:pt x="62" y="15"/>
                    </a:cubicBezTo>
                    <a:cubicBezTo>
                      <a:pt x="69" y="18"/>
                      <a:pt x="65" y="21"/>
                      <a:pt x="61" y="23"/>
                    </a:cubicBezTo>
                    <a:cubicBezTo>
                      <a:pt x="56" y="24"/>
                      <a:pt x="44" y="23"/>
                      <a:pt x="38" y="25"/>
                    </a:cubicBezTo>
                    <a:cubicBezTo>
                      <a:pt x="32" y="27"/>
                      <a:pt x="12" y="20"/>
                      <a:pt x="0" y="1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710" name="Freeform 377">
                <a:extLst>
                  <a:ext uri="{FF2B5EF4-FFF2-40B4-BE49-F238E27FC236}">
                    <a16:creationId xmlns:a16="http://schemas.microsoft.com/office/drawing/2014/main" id="{B21C8E93-88D6-47D0-BC95-209D9D7112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7" y="994"/>
                <a:ext cx="29" cy="25"/>
              </a:xfrm>
              <a:custGeom>
                <a:avLst/>
                <a:gdLst>
                  <a:gd name="T0" fmla="*/ 18 w 27"/>
                  <a:gd name="T1" fmla="*/ 0 h 23"/>
                  <a:gd name="T2" fmla="*/ 4 w 27"/>
                  <a:gd name="T3" fmla="*/ 1 h 23"/>
                  <a:gd name="T4" fmla="*/ 0 w 27"/>
                  <a:gd name="T5" fmla="*/ 13 h 23"/>
                  <a:gd name="T6" fmla="*/ 10 w 27"/>
                  <a:gd name="T7" fmla="*/ 28 h 23"/>
                  <a:gd name="T8" fmla="*/ 18 w 27"/>
                  <a:gd name="T9" fmla="*/ 29 h 23"/>
                  <a:gd name="T10" fmla="*/ 33 w 27"/>
                  <a:gd name="T11" fmla="*/ 14 h 23"/>
                  <a:gd name="T12" fmla="*/ 27 w 27"/>
                  <a:gd name="T13" fmla="*/ 2 h 23"/>
                  <a:gd name="T14" fmla="*/ 18 w 27"/>
                  <a:gd name="T15" fmla="*/ 0 h 2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7" h="23">
                    <a:moveTo>
                      <a:pt x="15" y="0"/>
                    </a:moveTo>
                    <a:cubicBezTo>
                      <a:pt x="7" y="0"/>
                      <a:pt x="7" y="0"/>
                      <a:pt x="4" y="1"/>
                    </a:cubicBezTo>
                    <a:cubicBezTo>
                      <a:pt x="2" y="3"/>
                      <a:pt x="0" y="6"/>
                      <a:pt x="0" y="10"/>
                    </a:cubicBezTo>
                    <a:cubicBezTo>
                      <a:pt x="0" y="15"/>
                      <a:pt x="3" y="19"/>
                      <a:pt x="7" y="22"/>
                    </a:cubicBezTo>
                    <a:cubicBezTo>
                      <a:pt x="10" y="22"/>
                      <a:pt x="13" y="23"/>
                      <a:pt x="15" y="23"/>
                    </a:cubicBezTo>
                    <a:cubicBezTo>
                      <a:pt x="21" y="22"/>
                      <a:pt x="26" y="17"/>
                      <a:pt x="27" y="11"/>
                    </a:cubicBezTo>
                    <a:cubicBezTo>
                      <a:pt x="27" y="7"/>
                      <a:pt x="24" y="4"/>
                      <a:pt x="21" y="2"/>
                    </a:cubicBezTo>
                    <a:cubicBezTo>
                      <a:pt x="19" y="1"/>
                      <a:pt x="17" y="0"/>
                      <a:pt x="15" y="0"/>
                    </a:cubicBezTo>
                  </a:path>
                </a:pathLst>
              </a:custGeom>
              <a:solidFill>
                <a:srgbClr val="2A110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711" name="Freeform 378">
                <a:extLst>
                  <a:ext uri="{FF2B5EF4-FFF2-40B4-BE49-F238E27FC236}">
                    <a16:creationId xmlns:a16="http://schemas.microsoft.com/office/drawing/2014/main" id="{FB6FF047-9AA5-4EB3-9591-64FA42CE71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7" y="991"/>
                <a:ext cx="73" cy="30"/>
              </a:xfrm>
              <a:custGeom>
                <a:avLst/>
                <a:gdLst>
                  <a:gd name="T0" fmla="*/ 0 w 69"/>
                  <a:gd name="T1" fmla="*/ 15 h 28"/>
                  <a:gd name="T2" fmla="*/ 40 w 69"/>
                  <a:gd name="T3" fmla="*/ 3 h 28"/>
                  <a:gd name="T4" fmla="*/ 74 w 69"/>
                  <a:gd name="T5" fmla="*/ 19 h 28"/>
                  <a:gd name="T6" fmla="*/ 73 w 69"/>
                  <a:gd name="T7" fmla="*/ 30 h 28"/>
                  <a:gd name="T8" fmla="*/ 44 w 69"/>
                  <a:gd name="T9" fmla="*/ 32 h 28"/>
                  <a:gd name="T10" fmla="*/ 0 w 69"/>
                  <a:gd name="T11" fmla="*/ 15 h 2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9" h="28">
                    <a:moveTo>
                      <a:pt x="0" y="12"/>
                    </a:moveTo>
                    <a:cubicBezTo>
                      <a:pt x="8" y="8"/>
                      <a:pt x="16" y="0"/>
                      <a:pt x="34" y="3"/>
                    </a:cubicBezTo>
                    <a:cubicBezTo>
                      <a:pt x="52" y="6"/>
                      <a:pt x="58" y="15"/>
                      <a:pt x="62" y="16"/>
                    </a:cubicBezTo>
                    <a:cubicBezTo>
                      <a:pt x="69" y="19"/>
                      <a:pt x="65" y="22"/>
                      <a:pt x="61" y="24"/>
                    </a:cubicBezTo>
                    <a:cubicBezTo>
                      <a:pt x="56" y="25"/>
                      <a:pt x="44" y="24"/>
                      <a:pt x="38" y="26"/>
                    </a:cubicBezTo>
                    <a:cubicBezTo>
                      <a:pt x="32" y="28"/>
                      <a:pt x="12" y="21"/>
                      <a:pt x="0" y="12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712" name="Freeform 379">
                <a:extLst>
                  <a:ext uri="{FF2B5EF4-FFF2-40B4-BE49-F238E27FC236}">
                    <a16:creationId xmlns:a16="http://schemas.microsoft.com/office/drawing/2014/main" id="{6E6689EA-6419-4D36-984A-B3A47C5E68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8" y="1002"/>
                <a:ext cx="7" cy="7"/>
              </a:xfrm>
              <a:custGeom>
                <a:avLst/>
                <a:gdLst>
                  <a:gd name="T0" fmla="*/ 0 w 7"/>
                  <a:gd name="T1" fmla="*/ 3 h 7"/>
                  <a:gd name="T2" fmla="*/ 3 w 7"/>
                  <a:gd name="T3" fmla="*/ 1 h 7"/>
                  <a:gd name="T4" fmla="*/ 7 w 7"/>
                  <a:gd name="T5" fmla="*/ 4 h 7"/>
                  <a:gd name="T6" fmla="*/ 3 w 7"/>
                  <a:gd name="T7" fmla="*/ 7 h 7"/>
                  <a:gd name="T8" fmla="*/ 0 w 7"/>
                  <a:gd name="T9" fmla="*/ 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0" y="3"/>
                    </a:moveTo>
                    <a:cubicBezTo>
                      <a:pt x="0" y="2"/>
                      <a:pt x="2" y="0"/>
                      <a:pt x="3" y="1"/>
                    </a:cubicBezTo>
                    <a:cubicBezTo>
                      <a:pt x="5" y="1"/>
                      <a:pt x="7" y="2"/>
                      <a:pt x="7" y="4"/>
                    </a:cubicBezTo>
                    <a:cubicBezTo>
                      <a:pt x="6" y="5"/>
                      <a:pt x="5" y="7"/>
                      <a:pt x="3" y="7"/>
                    </a:cubicBezTo>
                    <a:cubicBezTo>
                      <a:pt x="1" y="7"/>
                      <a:pt x="0" y="5"/>
                      <a:pt x="0" y="3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713" name="Freeform 380">
                <a:extLst>
                  <a:ext uri="{FF2B5EF4-FFF2-40B4-BE49-F238E27FC236}">
                    <a16:creationId xmlns:a16="http://schemas.microsoft.com/office/drawing/2014/main" id="{ABABBF3F-A19F-4FAC-B3EC-B11DB11E22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8" y="1002"/>
                <a:ext cx="7" cy="7"/>
              </a:xfrm>
              <a:custGeom>
                <a:avLst/>
                <a:gdLst>
                  <a:gd name="T0" fmla="*/ 0 w 7"/>
                  <a:gd name="T1" fmla="*/ 3 h 7"/>
                  <a:gd name="T2" fmla="*/ 3 w 7"/>
                  <a:gd name="T3" fmla="*/ 1 h 7"/>
                  <a:gd name="T4" fmla="*/ 7 w 7"/>
                  <a:gd name="T5" fmla="*/ 4 h 7"/>
                  <a:gd name="T6" fmla="*/ 3 w 7"/>
                  <a:gd name="T7" fmla="*/ 7 h 7"/>
                  <a:gd name="T8" fmla="*/ 0 w 7"/>
                  <a:gd name="T9" fmla="*/ 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0" y="3"/>
                    </a:moveTo>
                    <a:cubicBezTo>
                      <a:pt x="0" y="2"/>
                      <a:pt x="2" y="0"/>
                      <a:pt x="3" y="1"/>
                    </a:cubicBezTo>
                    <a:cubicBezTo>
                      <a:pt x="5" y="1"/>
                      <a:pt x="7" y="2"/>
                      <a:pt x="7" y="4"/>
                    </a:cubicBezTo>
                    <a:cubicBezTo>
                      <a:pt x="6" y="5"/>
                      <a:pt x="5" y="7"/>
                      <a:pt x="3" y="7"/>
                    </a:cubicBezTo>
                    <a:cubicBezTo>
                      <a:pt x="1" y="7"/>
                      <a:pt x="0" y="5"/>
                      <a:pt x="0" y="3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714" name="Freeform 381">
                <a:extLst>
                  <a:ext uri="{FF2B5EF4-FFF2-40B4-BE49-F238E27FC236}">
                    <a16:creationId xmlns:a16="http://schemas.microsoft.com/office/drawing/2014/main" id="{B49F2AF4-21CB-4527-9D16-4279CA8B5D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7" y="975"/>
                <a:ext cx="69" cy="28"/>
              </a:xfrm>
              <a:custGeom>
                <a:avLst/>
                <a:gdLst>
                  <a:gd name="T0" fmla="*/ 77 w 65"/>
                  <a:gd name="T1" fmla="*/ 32 h 26"/>
                  <a:gd name="T2" fmla="*/ 0 w 65"/>
                  <a:gd name="T3" fmla="*/ 19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5" h="26">
                    <a:moveTo>
                      <a:pt x="65" y="26"/>
                    </a:moveTo>
                    <a:cubicBezTo>
                      <a:pt x="50" y="12"/>
                      <a:pt x="13" y="0"/>
                      <a:pt x="0" y="16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715" name="Freeform 382">
                <a:extLst>
                  <a:ext uri="{FF2B5EF4-FFF2-40B4-BE49-F238E27FC236}">
                    <a16:creationId xmlns:a16="http://schemas.microsoft.com/office/drawing/2014/main" id="{36A9D9AC-7724-43C3-AEB2-D7A1C58CAE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2" y="998"/>
                <a:ext cx="9" cy="4"/>
              </a:xfrm>
              <a:custGeom>
                <a:avLst/>
                <a:gdLst>
                  <a:gd name="T0" fmla="*/ 9 w 9"/>
                  <a:gd name="T1" fmla="*/ 7 h 3"/>
                  <a:gd name="T2" fmla="*/ 0 w 9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3">
                    <a:moveTo>
                      <a:pt x="9" y="3"/>
                    </a:moveTo>
                    <a:cubicBezTo>
                      <a:pt x="6" y="2"/>
                      <a:pt x="3" y="1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716" name="Freeform 383">
                <a:extLst>
                  <a:ext uri="{FF2B5EF4-FFF2-40B4-BE49-F238E27FC236}">
                    <a16:creationId xmlns:a16="http://schemas.microsoft.com/office/drawing/2014/main" id="{862B9BAF-8B43-4477-ABA5-390CDA51D2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8" y="996"/>
                <a:ext cx="8" cy="2"/>
              </a:xfrm>
              <a:custGeom>
                <a:avLst/>
                <a:gdLst>
                  <a:gd name="T0" fmla="*/ 8 w 8"/>
                  <a:gd name="T1" fmla="*/ 2 h 2"/>
                  <a:gd name="T2" fmla="*/ 0 w 8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2">
                    <a:moveTo>
                      <a:pt x="8" y="2"/>
                    </a:moveTo>
                    <a:cubicBezTo>
                      <a:pt x="5" y="2"/>
                      <a:pt x="3" y="1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717" name="Freeform 384">
                <a:extLst>
                  <a:ext uri="{FF2B5EF4-FFF2-40B4-BE49-F238E27FC236}">
                    <a16:creationId xmlns:a16="http://schemas.microsoft.com/office/drawing/2014/main" id="{450005E4-296B-4F82-B867-9F0CB2548B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3" y="993"/>
                <a:ext cx="8" cy="3"/>
              </a:xfrm>
              <a:custGeom>
                <a:avLst/>
                <a:gdLst>
                  <a:gd name="T0" fmla="*/ 10 w 7"/>
                  <a:gd name="T1" fmla="*/ 3 h 3"/>
                  <a:gd name="T2" fmla="*/ 0 w 7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3">
                    <a:moveTo>
                      <a:pt x="7" y="3"/>
                    </a:moveTo>
                    <a:cubicBezTo>
                      <a:pt x="5" y="2"/>
                      <a:pt x="2" y="1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718" name="Freeform 385">
                <a:extLst>
                  <a:ext uri="{FF2B5EF4-FFF2-40B4-BE49-F238E27FC236}">
                    <a16:creationId xmlns:a16="http://schemas.microsoft.com/office/drawing/2014/main" id="{42CFCFF9-3771-410F-B5E9-88C7FA0027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9" y="995"/>
                <a:ext cx="25" cy="13"/>
              </a:xfrm>
              <a:custGeom>
                <a:avLst/>
                <a:gdLst>
                  <a:gd name="T0" fmla="*/ 2 w 23"/>
                  <a:gd name="T1" fmla="*/ 12 h 12"/>
                  <a:gd name="T2" fmla="*/ 11 w 23"/>
                  <a:gd name="T3" fmla="*/ 9 h 12"/>
                  <a:gd name="T4" fmla="*/ 16 w 23"/>
                  <a:gd name="T5" fmla="*/ 9 h 12"/>
                  <a:gd name="T6" fmla="*/ 22 w 23"/>
                  <a:gd name="T7" fmla="*/ 13 h 12"/>
                  <a:gd name="T8" fmla="*/ 25 w 23"/>
                  <a:gd name="T9" fmla="*/ 14 h 12"/>
                  <a:gd name="T10" fmla="*/ 28 w 23"/>
                  <a:gd name="T11" fmla="*/ 13 h 12"/>
                  <a:gd name="T12" fmla="*/ 27 w 23"/>
                  <a:gd name="T13" fmla="*/ 5 h 12"/>
                  <a:gd name="T14" fmla="*/ 24 w 23"/>
                  <a:gd name="T15" fmla="*/ 2 h 12"/>
                  <a:gd name="T16" fmla="*/ 15 w 23"/>
                  <a:gd name="T17" fmla="*/ 1 h 12"/>
                  <a:gd name="T18" fmla="*/ 9 w 23"/>
                  <a:gd name="T19" fmla="*/ 0 h 12"/>
                  <a:gd name="T20" fmla="*/ 1 w 23"/>
                  <a:gd name="T21" fmla="*/ 3 h 12"/>
                  <a:gd name="T22" fmla="*/ 2 w 23"/>
                  <a:gd name="T23" fmla="*/ 12 h 1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3" h="12">
                    <a:moveTo>
                      <a:pt x="2" y="9"/>
                    </a:moveTo>
                    <a:cubicBezTo>
                      <a:pt x="3" y="8"/>
                      <a:pt x="5" y="6"/>
                      <a:pt x="8" y="6"/>
                    </a:cubicBezTo>
                    <a:cubicBezTo>
                      <a:pt x="9" y="6"/>
                      <a:pt x="12" y="6"/>
                      <a:pt x="13" y="6"/>
                    </a:cubicBezTo>
                    <a:cubicBezTo>
                      <a:pt x="15" y="7"/>
                      <a:pt x="16" y="8"/>
                      <a:pt x="17" y="10"/>
                    </a:cubicBezTo>
                    <a:cubicBezTo>
                      <a:pt x="18" y="10"/>
                      <a:pt x="19" y="11"/>
                      <a:pt x="19" y="11"/>
                    </a:cubicBezTo>
                    <a:cubicBezTo>
                      <a:pt x="20" y="12"/>
                      <a:pt x="22" y="11"/>
                      <a:pt x="22" y="10"/>
                    </a:cubicBezTo>
                    <a:cubicBezTo>
                      <a:pt x="23" y="9"/>
                      <a:pt x="22" y="7"/>
                      <a:pt x="21" y="5"/>
                    </a:cubicBezTo>
                    <a:cubicBezTo>
                      <a:pt x="21" y="4"/>
                      <a:pt x="20" y="3"/>
                      <a:pt x="18" y="2"/>
                    </a:cubicBezTo>
                    <a:cubicBezTo>
                      <a:pt x="16" y="1"/>
                      <a:pt x="14" y="1"/>
                      <a:pt x="12" y="1"/>
                    </a:cubicBezTo>
                    <a:cubicBezTo>
                      <a:pt x="11" y="0"/>
                      <a:pt x="8" y="0"/>
                      <a:pt x="6" y="0"/>
                    </a:cubicBezTo>
                    <a:cubicBezTo>
                      <a:pt x="5" y="1"/>
                      <a:pt x="2" y="2"/>
                      <a:pt x="1" y="3"/>
                    </a:cubicBezTo>
                    <a:cubicBezTo>
                      <a:pt x="0" y="5"/>
                      <a:pt x="1" y="7"/>
                      <a:pt x="2" y="9"/>
                    </a:cubicBezTo>
                  </a:path>
                </a:pathLst>
              </a:custGeom>
              <a:solidFill>
                <a:srgbClr val="160A0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719" name="Freeform 386">
                <a:extLst>
                  <a:ext uri="{FF2B5EF4-FFF2-40B4-BE49-F238E27FC236}">
                    <a16:creationId xmlns:a16="http://schemas.microsoft.com/office/drawing/2014/main" id="{1830458E-723A-4A0C-97CC-3C16C6CB6B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9" y="1008"/>
                <a:ext cx="23" cy="8"/>
              </a:xfrm>
              <a:custGeom>
                <a:avLst/>
                <a:gdLst>
                  <a:gd name="T0" fmla="*/ 0 w 21"/>
                  <a:gd name="T1" fmla="*/ 1 h 8"/>
                  <a:gd name="T2" fmla="*/ 2 w 21"/>
                  <a:gd name="T3" fmla="*/ 4 h 8"/>
                  <a:gd name="T4" fmla="*/ 9 w 21"/>
                  <a:gd name="T5" fmla="*/ 7 h 8"/>
                  <a:gd name="T6" fmla="*/ 16 w 21"/>
                  <a:gd name="T7" fmla="*/ 8 h 8"/>
                  <a:gd name="T8" fmla="*/ 26 w 21"/>
                  <a:gd name="T9" fmla="*/ 2 h 8"/>
                  <a:gd name="T10" fmla="*/ 24 w 21"/>
                  <a:gd name="T11" fmla="*/ 3 h 8"/>
                  <a:gd name="T12" fmla="*/ 18 w 21"/>
                  <a:gd name="T13" fmla="*/ 3 h 8"/>
                  <a:gd name="T14" fmla="*/ 9 w 21"/>
                  <a:gd name="T15" fmla="*/ 3 h 8"/>
                  <a:gd name="T16" fmla="*/ 2 w 21"/>
                  <a:gd name="T17" fmla="*/ 2 h 8"/>
                  <a:gd name="T18" fmla="*/ 0 w 21"/>
                  <a:gd name="T19" fmla="*/ 0 h 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1" h="8">
                    <a:moveTo>
                      <a:pt x="0" y="1"/>
                    </a:moveTo>
                    <a:cubicBezTo>
                      <a:pt x="1" y="1"/>
                      <a:pt x="1" y="3"/>
                      <a:pt x="2" y="4"/>
                    </a:cubicBezTo>
                    <a:cubicBezTo>
                      <a:pt x="3" y="5"/>
                      <a:pt x="4" y="6"/>
                      <a:pt x="6" y="7"/>
                    </a:cubicBezTo>
                    <a:cubicBezTo>
                      <a:pt x="8" y="8"/>
                      <a:pt x="10" y="8"/>
                      <a:pt x="13" y="8"/>
                    </a:cubicBezTo>
                    <a:cubicBezTo>
                      <a:pt x="15" y="7"/>
                      <a:pt x="21" y="5"/>
                      <a:pt x="20" y="2"/>
                    </a:cubicBezTo>
                    <a:cubicBezTo>
                      <a:pt x="19" y="2"/>
                      <a:pt x="19" y="2"/>
                      <a:pt x="18" y="3"/>
                    </a:cubicBezTo>
                    <a:cubicBezTo>
                      <a:pt x="17" y="3"/>
                      <a:pt x="15" y="3"/>
                      <a:pt x="14" y="3"/>
                    </a:cubicBezTo>
                    <a:cubicBezTo>
                      <a:pt x="11" y="3"/>
                      <a:pt x="8" y="4"/>
                      <a:pt x="6" y="3"/>
                    </a:cubicBezTo>
                    <a:cubicBezTo>
                      <a:pt x="5" y="2"/>
                      <a:pt x="3" y="2"/>
                      <a:pt x="2" y="2"/>
                    </a:cubicBezTo>
                    <a:cubicBezTo>
                      <a:pt x="1" y="1"/>
                      <a:pt x="1" y="1"/>
                      <a:pt x="0" y="0"/>
                    </a:cubicBezTo>
                  </a:path>
                </a:pathLst>
              </a:custGeom>
              <a:solidFill>
                <a:srgbClr val="3E131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720" name="Freeform 387">
                <a:extLst>
                  <a:ext uri="{FF2B5EF4-FFF2-40B4-BE49-F238E27FC236}">
                    <a16:creationId xmlns:a16="http://schemas.microsoft.com/office/drawing/2014/main" id="{5F083A8C-1DC8-4EBD-B0AE-4010A14997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5" y="950"/>
                <a:ext cx="85" cy="28"/>
              </a:xfrm>
              <a:custGeom>
                <a:avLst/>
                <a:gdLst>
                  <a:gd name="T0" fmla="*/ 96 w 80"/>
                  <a:gd name="T1" fmla="*/ 32 h 26"/>
                  <a:gd name="T2" fmla="*/ 0 w 80"/>
                  <a:gd name="T3" fmla="*/ 26 h 26"/>
                  <a:gd name="T4" fmla="*/ 6 w 80"/>
                  <a:gd name="T5" fmla="*/ 28 h 26"/>
                  <a:gd name="T6" fmla="*/ 96 w 80"/>
                  <a:gd name="T7" fmla="*/ 32 h 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0" h="26">
                    <a:moveTo>
                      <a:pt x="80" y="26"/>
                    </a:moveTo>
                    <a:cubicBezTo>
                      <a:pt x="58" y="0"/>
                      <a:pt x="0" y="20"/>
                      <a:pt x="0" y="20"/>
                    </a:cubicBezTo>
                    <a:cubicBezTo>
                      <a:pt x="0" y="20"/>
                      <a:pt x="0" y="25"/>
                      <a:pt x="6" y="22"/>
                    </a:cubicBezTo>
                    <a:cubicBezTo>
                      <a:pt x="12" y="20"/>
                      <a:pt x="56" y="3"/>
                      <a:pt x="80" y="26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721" name="Freeform 388">
                <a:extLst>
                  <a:ext uri="{FF2B5EF4-FFF2-40B4-BE49-F238E27FC236}">
                    <a16:creationId xmlns:a16="http://schemas.microsoft.com/office/drawing/2014/main" id="{4F9DB93D-AE11-4643-A7D6-E0C8F673AB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9" y="983"/>
                <a:ext cx="87" cy="41"/>
              </a:xfrm>
              <a:custGeom>
                <a:avLst/>
                <a:gdLst>
                  <a:gd name="T0" fmla="*/ 98 w 82"/>
                  <a:gd name="T1" fmla="*/ 23 h 38"/>
                  <a:gd name="T2" fmla="*/ 44 w 82"/>
                  <a:gd name="T3" fmla="*/ 11 h 38"/>
                  <a:gd name="T4" fmla="*/ 8 w 82"/>
                  <a:gd name="T5" fmla="*/ 41 h 38"/>
                  <a:gd name="T6" fmla="*/ 40 w 82"/>
                  <a:gd name="T7" fmla="*/ 45 h 38"/>
                  <a:gd name="T8" fmla="*/ 98 w 82"/>
                  <a:gd name="T9" fmla="*/ 23 h 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2" h="38">
                    <a:moveTo>
                      <a:pt x="82" y="18"/>
                    </a:moveTo>
                    <a:cubicBezTo>
                      <a:pt x="82" y="18"/>
                      <a:pt x="61" y="0"/>
                      <a:pt x="37" y="8"/>
                    </a:cubicBezTo>
                    <a:cubicBezTo>
                      <a:pt x="13" y="16"/>
                      <a:pt x="0" y="27"/>
                      <a:pt x="8" y="32"/>
                    </a:cubicBezTo>
                    <a:cubicBezTo>
                      <a:pt x="17" y="37"/>
                      <a:pt x="26" y="34"/>
                      <a:pt x="34" y="36"/>
                    </a:cubicBezTo>
                    <a:cubicBezTo>
                      <a:pt x="41" y="38"/>
                      <a:pt x="76" y="32"/>
                      <a:pt x="82" y="18"/>
                    </a:cubicBezTo>
                    <a:close/>
                  </a:path>
                </a:pathLst>
              </a:custGeom>
              <a:solidFill>
                <a:srgbClr val="613A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722" name="Freeform 389">
                <a:extLst>
                  <a:ext uri="{FF2B5EF4-FFF2-40B4-BE49-F238E27FC236}">
                    <a16:creationId xmlns:a16="http://schemas.microsoft.com/office/drawing/2014/main" id="{05BF8FA5-510E-4F58-9E7E-1AC30DF48D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6" y="992"/>
                <a:ext cx="74" cy="29"/>
              </a:xfrm>
              <a:custGeom>
                <a:avLst/>
                <a:gdLst>
                  <a:gd name="T0" fmla="*/ 85 w 69"/>
                  <a:gd name="T1" fmla="*/ 14 h 27"/>
                  <a:gd name="T2" fmla="*/ 45 w 69"/>
                  <a:gd name="T3" fmla="*/ 2 h 27"/>
                  <a:gd name="T4" fmla="*/ 10 w 69"/>
                  <a:gd name="T5" fmla="*/ 18 h 27"/>
                  <a:gd name="T6" fmla="*/ 12 w 69"/>
                  <a:gd name="T7" fmla="*/ 29 h 27"/>
                  <a:gd name="T8" fmla="*/ 38 w 69"/>
                  <a:gd name="T9" fmla="*/ 31 h 27"/>
                  <a:gd name="T10" fmla="*/ 85 w 69"/>
                  <a:gd name="T11" fmla="*/ 14 h 2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9" h="27">
                    <a:moveTo>
                      <a:pt x="69" y="11"/>
                    </a:moveTo>
                    <a:cubicBezTo>
                      <a:pt x="61" y="7"/>
                      <a:pt x="53" y="0"/>
                      <a:pt x="36" y="2"/>
                    </a:cubicBezTo>
                    <a:cubicBezTo>
                      <a:pt x="18" y="4"/>
                      <a:pt x="11" y="14"/>
                      <a:pt x="7" y="15"/>
                    </a:cubicBezTo>
                    <a:cubicBezTo>
                      <a:pt x="0" y="18"/>
                      <a:pt x="4" y="21"/>
                      <a:pt x="9" y="23"/>
                    </a:cubicBezTo>
                    <a:cubicBezTo>
                      <a:pt x="13" y="24"/>
                      <a:pt x="25" y="23"/>
                      <a:pt x="31" y="25"/>
                    </a:cubicBezTo>
                    <a:cubicBezTo>
                      <a:pt x="37" y="27"/>
                      <a:pt x="57" y="20"/>
                      <a:pt x="69" y="1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723" name="Freeform 390">
                <a:extLst>
                  <a:ext uri="{FF2B5EF4-FFF2-40B4-BE49-F238E27FC236}">
                    <a16:creationId xmlns:a16="http://schemas.microsoft.com/office/drawing/2014/main" id="{2EF6B7D0-80A9-463D-AD58-A17BB9F957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1" y="994"/>
                <a:ext cx="28" cy="25"/>
              </a:xfrm>
              <a:custGeom>
                <a:avLst/>
                <a:gdLst>
                  <a:gd name="T0" fmla="*/ 13 w 27"/>
                  <a:gd name="T1" fmla="*/ 0 h 23"/>
                  <a:gd name="T2" fmla="*/ 26 w 27"/>
                  <a:gd name="T3" fmla="*/ 1 h 23"/>
                  <a:gd name="T4" fmla="*/ 30 w 27"/>
                  <a:gd name="T5" fmla="*/ 13 h 23"/>
                  <a:gd name="T6" fmla="*/ 23 w 27"/>
                  <a:gd name="T7" fmla="*/ 28 h 23"/>
                  <a:gd name="T8" fmla="*/ 12 w 27"/>
                  <a:gd name="T9" fmla="*/ 29 h 23"/>
                  <a:gd name="T10" fmla="*/ 1 w 27"/>
                  <a:gd name="T11" fmla="*/ 14 h 23"/>
                  <a:gd name="T12" fmla="*/ 6 w 27"/>
                  <a:gd name="T13" fmla="*/ 2 h 23"/>
                  <a:gd name="T14" fmla="*/ 13 w 27"/>
                  <a:gd name="T15" fmla="*/ 0 h 2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7" h="23">
                    <a:moveTo>
                      <a:pt x="13" y="0"/>
                    </a:moveTo>
                    <a:cubicBezTo>
                      <a:pt x="20" y="0"/>
                      <a:pt x="20" y="0"/>
                      <a:pt x="23" y="1"/>
                    </a:cubicBezTo>
                    <a:cubicBezTo>
                      <a:pt x="25" y="3"/>
                      <a:pt x="27" y="6"/>
                      <a:pt x="27" y="10"/>
                    </a:cubicBezTo>
                    <a:cubicBezTo>
                      <a:pt x="27" y="15"/>
                      <a:pt x="24" y="19"/>
                      <a:pt x="20" y="22"/>
                    </a:cubicBezTo>
                    <a:cubicBezTo>
                      <a:pt x="17" y="22"/>
                      <a:pt x="14" y="23"/>
                      <a:pt x="12" y="23"/>
                    </a:cubicBezTo>
                    <a:cubicBezTo>
                      <a:pt x="6" y="22"/>
                      <a:pt x="1" y="17"/>
                      <a:pt x="1" y="11"/>
                    </a:cubicBezTo>
                    <a:cubicBezTo>
                      <a:pt x="0" y="7"/>
                      <a:pt x="3" y="4"/>
                      <a:pt x="6" y="2"/>
                    </a:cubicBezTo>
                    <a:cubicBezTo>
                      <a:pt x="8" y="1"/>
                      <a:pt x="10" y="0"/>
                      <a:pt x="13" y="0"/>
                    </a:cubicBezTo>
                  </a:path>
                </a:pathLst>
              </a:custGeom>
              <a:solidFill>
                <a:srgbClr val="2A110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724" name="Freeform 391">
                <a:extLst>
                  <a:ext uri="{FF2B5EF4-FFF2-40B4-BE49-F238E27FC236}">
                    <a16:creationId xmlns:a16="http://schemas.microsoft.com/office/drawing/2014/main" id="{A8001D9F-1F55-4773-ABF0-8C5D54BC20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6" y="991"/>
                <a:ext cx="74" cy="30"/>
              </a:xfrm>
              <a:custGeom>
                <a:avLst/>
                <a:gdLst>
                  <a:gd name="T0" fmla="*/ 85 w 69"/>
                  <a:gd name="T1" fmla="*/ 15 h 28"/>
                  <a:gd name="T2" fmla="*/ 45 w 69"/>
                  <a:gd name="T3" fmla="*/ 3 h 28"/>
                  <a:gd name="T4" fmla="*/ 10 w 69"/>
                  <a:gd name="T5" fmla="*/ 19 h 28"/>
                  <a:gd name="T6" fmla="*/ 12 w 69"/>
                  <a:gd name="T7" fmla="*/ 30 h 28"/>
                  <a:gd name="T8" fmla="*/ 38 w 69"/>
                  <a:gd name="T9" fmla="*/ 32 h 28"/>
                  <a:gd name="T10" fmla="*/ 85 w 69"/>
                  <a:gd name="T11" fmla="*/ 15 h 2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9" h="28">
                    <a:moveTo>
                      <a:pt x="69" y="12"/>
                    </a:moveTo>
                    <a:cubicBezTo>
                      <a:pt x="61" y="8"/>
                      <a:pt x="53" y="0"/>
                      <a:pt x="36" y="3"/>
                    </a:cubicBezTo>
                    <a:cubicBezTo>
                      <a:pt x="18" y="6"/>
                      <a:pt x="11" y="15"/>
                      <a:pt x="7" y="16"/>
                    </a:cubicBezTo>
                    <a:cubicBezTo>
                      <a:pt x="0" y="19"/>
                      <a:pt x="4" y="22"/>
                      <a:pt x="9" y="24"/>
                    </a:cubicBezTo>
                    <a:cubicBezTo>
                      <a:pt x="13" y="25"/>
                      <a:pt x="25" y="24"/>
                      <a:pt x="31" y="26"/>
                    </a:cubicBezTo>
                    <a:cubicBezTo>
                      <a:pt x="37" y="28"/>
                      <a:pt x="57" y="21"/>
                      <a:pt x="69" y="12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725" name="Freeform 392">
                <a:extLst>
                  <a:ext uri="{FF2B5EF4-FFF2-40B4-BE49-F238E27FC236}">
                    <a16:creationId xmlns:a16="http://schemas.microsoft.com/office/drawing/2014/main" id="{17D8EE55-2F24-4AEB-9892-850DDF926E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1" y="1002"/>
                <a:ext cx="8" cy="7"/>
              </a:xfrm>
              <a:custGeom>
                <a:avLst/>
                <a:gdLst>
                  <a:gd name="T0" fmla="*/ 10 w 7"/>
                  <a:gd name="T1" fmla="*/ 3 h 7"/>
                  <a:gd name="T2" fmla="*/ 7 w 7"/>
                  <a:gd name="T3" fmla="*/ 1 h 7"/>
                  <a:gd name="T4" fmla="*/ 1 w 7"/>
                  <a:gd name="T5" fmla="*/ 4 h 7"/>
                  <a:gd name="T6" fmla="*/ 7 w 7"/>
                  <a:gd name="T7" fmla="*/ 7 h 7"/>
                  <a:gd name="T8" fmla="*/ 10 w 7"/>
                  <a:gd name="T9" fmla="*/ 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7" y="3"/>
                    </a:moveTo>
                    <a:cubicBezTo>
                      <a:pt x="7" y="2"/>
                      <a:pt x="5" y="0"/>
                      <a:pt x="4" y="1"/>
                    </a:cubicBezTo>
                    <a:cubicBezTo>
                      <a:pt x="2" y="1"/>
                      <a:pt x="0" y="2"/>
                      <a:pt x="1" y="4"/>
                    </a:cubicBezTo>
                    <a:cubicBezTo>
                      <a:pt x="1" y="5"/>
                      <a:pt x="2" y="7"/>
                      <a:pt x="4" y="7"/>
                    </a:cubicBezTo>
                    <a:cubicBezTo>
                      <a:pt x="6" y="7"/>
                      <a:pt x="7" y="5"/>
                      <a:pt x="7" y="3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726" name="Freeform 393">
                <a:extLst>
                  <a:ext uri="{FF2B5EF4-FFF2-40B4-BE49-F238E27FC236}">
                    <a16:creationId xmlns:a16="http://schemas.microsoft.com/office/drawing/2014/main" id="{2B647501-481A-47D5-B70E-3985919BF6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1" y="1002"/>
                <a:ext cx="8" cy="7"/>
              </a:xfrm>
              <a:custGeom>
                <a:avLst/>
                <a:gdLst>
                  <a:gd name="T0" fmla="*/ 10 w 7"/>
                  <a:gd name="T1" fmla="*/ 3 h 7"/>
                  <a:gd name="T2" fmla="*/ 7 w 7"/>
                  <a:gd name="T3" fmla="*/ 1 h 7"/>
                  <a:gd name="T4" fmla="*/ 1 w 7"/>
                  <a:gd name="T5" fmla="*/ 4 h 7"/>
                  <a:gd name="T6" fmla="*/ 7 w 7"/>
                  <a:gd name="T7" fmla="*/ 7 h 7"/>
                  <a:gd name="T8" fmla="*/ 10 w 7"/>
                  <a:gd name="T9" fmla="*/ 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7" y="3"/>
                    </a:moveTo>
                    <a:cubicBezTo>
                      <a:pt x="7" y="2"/>
                      <a:pt x="5" y="0"/>
                      <a:pt x="4" y="1"/>
                    </a:cubicBezTo>
                    <a:cubicBezTo>
                      <a:pt x="2" y="1"/>
                      <a:pt x="0" y="2"/>
                      <a:pt x="1" y="4"/>
                    </a:cubicBezTo>
                    <a:cubicBezTo>
                      <a:pt x="1" y="5"/>
                      <a:pt x="2" y="7"/>
                      <a:pt x="4" y="7"/>
                    </a:cubicBezTo>
                    <a:cubicBezTo>
                      <a:pt x="6" y="7"/>
                      <a:pt x="7" y="5"/>
                      <a:pt x="7" y="3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727" name="Freeform 394">
                <a:extLst>
                  <a:ext uri="{FF2B5EF4-FFF2-40B4-BE49-F238E27FC236}">
                    <a16:creationId xmlns:a16="http://schemas.microsoft.com/office/drawing/2014/main" id="{8D8132FB-7417-4B9A-9993-30B00FFB6B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0" y="975"/>
                <a:ext cx="70" cy="28"/>
              </a:xfrm>
              <a:custGeom>
                <a:avLst/>
                <a:gdLst>
                  <a:gd name="T0" fmla="*/ 0 w 65"/>
                  <a:gd name="T1" fmla="*/ 32 h 26"/>
                  <a:gd name="T2" fmla="*/ 81 w 65"/>
                  <a:gd name="T3" fmla="*/ 19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5" h="26">
                    <a:moveTo>
                      <a:pt x="0" y="26"/>
                    </a:moveTo>
                    <a:cubicBezTo>
                      <a:pt x="15" y="12"/>
                      <a:pt x="52" y="0"/>
                      <a:pt x="65" y="16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728" name="Freeform 395">
                <a:extLst>
                  <a:ext uri="{FF2B5EF4-FFF2-40B4-BE49-F238E27FC236}">
                    <a16:creationId xmlns:a16="http://schemas.microsoft.com/office/drawing/2014/main" id="{94F84FDD-DBE7-45B0-831E-F00E24B2F9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6" y="998"/>
                <a:ext cx="9" cy="4"/>
              </a:xfrm>
              <a:custGeom>
                <a:avLst/>
                <a:gdLst>
                  <a:gd name="T0" fmla="*/ 0 w 8"/>
                  <a:gd name="T1" fmla="*/ 7 h 3"/>
                  <a:gd name="T2" fmla="*/ 11 w 8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3">
                    <a:moveTo>
                      <a:pt x="0" y="3"/>
                    </a:moveTo>
                    <a:cubicBezTo>
                      <a:pt x="3" y="2"/>
                      <a:pt x="6" y="1"/>
                      <a:pt x="8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729" name="Freeform 396">
                <a:extLst>
                  <a:ext uri="{FF2B5EF4-FFF2-40B4-BE49-F238E27FC236}">
                    <a16:creationId xmlns:a16="http://schemas.microsoft.com/office/drawing/2014/main" id="{1E8EF89B-1714-4FAD-85BD-3D49FAB30F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0" y="996"/>
                <a:ext cx="9" cy="2"/>
              </a:xfrm>
              <a:custGeom>
                <a:avLst/>
                <a:gdLst>
                  <a:gd name="T0" fmla="*/ 0 w 8"/>
                  <a:gd name="T1" fmla="*/ 2 h 2"/>
                  <a:gd name="T2" fmla="*/ 11 w 8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2">
                    <a:moveTo>
                      <a:pt x="0" y="2"/>
                    </a:moveTo>
                    <a:cubicBezTo>
                      <a:pt x="3" y="2"/>
                      <a:pt x="5" y="1"/>
                      <a:pt x="8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730" name="Freeform 397">
                <a:extLst>
                  <a:ext uri="{FF2B5EF4-FFF2-40B4-BE49-F238E27FC236}">
                    <a16:creationId xmlns:a16="http://schemas.microsoft.com/office/drawing/2014/main" id="{1B951C52-307E-427F-AF29-7742BB66CA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6" y="993"/>
                <a:ext cx="7" cy="3"/>
              </a:xfrm>
              <a:custGeom>
                <a:avLst/>
                <a:gdLst>
                  <a:gd name="T0" fmla="*/ 0 w 7"/>
                  <a:gd name="T1" fmla="*/ 3 h 3"/>
                  <a:gd name="T2" fmla="*/ 7 w 7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3">
                    <a:moveTo>
                      <a:pt x="0" y="3"/>
                    </a:moveTo>
                    <a:cubicBezTo>
                      <a:pt x="2" y="2"/>
                      <a:pt x="5" y="1"/>
                      <a:pt x="7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731" name="Freeform 398">
                <a:extLst>
                  <a:ext uri="{FF2B5EF4-FFF2-40B4-BE49-F238E27FC236}">
                    <a16:creationId xmlns:a16="http://schemas.microsoft.com/office/drawing/2014/main" id="{A2F7E2AB-5CD1-46E3-8D40-DE899BD088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3" y="995"/>
                <a:ext cx="24" cy="13"/>
              </a:xfrm>
              <a:custGeom>
                <a:avLst/>
                <a:gdLst>
                  <a:gd name="T0" fmla="*/ 24 w 23"/>
                  <a:gd name="T1" fmla="*/ 12 h 12"/>
                  <a:gd name="T2" fmla="*/ 19 w 23"/>
                  <a:gd name="T3" fmla="*/ 9 h 12"/>
                  <a:gd name="T4" fmla="*/ 10 w 23"/>
                  <a:gd name="T5" fmla="*/ 9 h 12"/>
                  <a:gd name="T6" fmla="*/ 6 w 23"/>
                  <a:gd name="T7" fmla="*/ 13 h 12"/>
                  <a:gd name="T8" fmla="*/ 4 w 23"/>
                  <a:gd name="T9" fmla="*/ 14 h 12"/>
                  <a:gd name="T10" fmla="*/ 1 w 23"/>
                  <a:gd name="T11" fmla="*/ 13 h 12"/>
                  <a:gd name="T12" fmla="*/ 2 w 23"/>
                  <a:gd name="T13" fmla="*/ 5 h 12"/>
                  <a:gd name="T14" fmla="*/ 5 w 23"/>
                  <a:gd name="T15" fmla="*/ 2 h 12"/>
                  <a:gd name="T16" fmla="*/ 11 w 23"/>
                  <a:gd name="T17" fmla="*/ 1 h 12"/>
                  <a:gd name="T18" fmla="*/ 20 w 23"/>
                  <a:gd name="T19" fmla="*/ 0 h 12"/>
                  <a:gd name="T20" fmla="*/ 25 w 23"/>
                  <a:gd name="T21" fmla="*/ 3 h 12"/>
                  <a:gd name="T22" fmla="*/ 25 w 23"/>
                  <a:gd name="T23" fmla="*/ 12 h 1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3" h="12">
                    <a:moveTo>
                      <a:pt x="21" y="9"/>
                    </a:moveTo>
                    <a:cubicBezTo>
                      <a:pt x="20" y="8"/>
                      <a:pt x="18" y="6"/>
                      <a:pt x="16" y="6"/>
                    </a:cubicBezTo>
                    <a:cubicBezTo>
                      <a:pt x="14" y="6"/>
                      <a:pt x="12" y="6"/>
                      <a:pt x="10" y="6"/>
                    </a:cubicBezTo>
                    <a:cubicBezTo>
                      <a:pt x="8" y="7"/>
                      <a:pt x="7" y="8"/>
                      <a:pt x="6" y="10"/>
                    </a:cubicBezTo>
                    <a:cubicBezTo>
                      <a:pt x="5" y="10"/>
                      <a:pt x="5" y="11"/>
                      <a:pt x="4" y="11"/>
                    </a:cubicBezTo>
                    <a:cubicBezTo>
                      <a:pt x="3" y="12"/>
                      <a:pt x="1" y="11"/>
                      <a:pt x="1" y="10"/>
                    </a:cubicBezTo>
                    <a:cubicBezTo>
                      <a:pt x="0" y="9"/>
                      <a:pt x="1" y="7"/>
                      <a:pt x="2" y="5"/>
                    </a:cubicBezTo>
                    <a:cubicBezTo>
                      <a:pt x="2" y="4"/>
                      <a:pt x="3" y="3"/>
                      <a:pt x="5" y="2"/>
                    </a:cubicBezTo>
                    <a:cubicBezTo>
                      <a:pt x="7" y="1"/>
                      <a:pt x="9" y="1"/>
                      <a:pt x="11" y="1"/>
                    </a:cubicBezTo>
                    <a:cubicBezTo>
                      <a:pt x="13" y="0"/>
                      <a:pt x="15" y="0"/>
                      <a:pt x="17" y="0"/>
                    </a:cubicBezTo>
                    <a:cubicBezTo>
                      <a:pt x="18" y="1"/>
                      <a:pt x="21" y="2"/>
                      <a:pt x="22" y="3"/>
                    </a:cubicBezTo>
                    <a:cubicBezTo>
                      <a:pt x="23" y="5"/>
                      <a:pt x="23" y="7"/>
                      <a:pt x="22" y="9"/>
                    </a:cubicBezTo>
                  </a:path>
                </a:pathLst>
              </a:custGeom>
              <a:solidFill>
                <a:srgbClr val="160A0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732" name="Freeform 399">
                <a:extLst>
                  <a:ext uri="{FF2B5EF4-FFF2-40B4-BE49-F238E27FC236}">
                    <a16:creationId xmlns:a16="http://schemas.microsoft.com/office/drawing/2014/main" id="{89CCEE55-A3EF-454C-B742-75AB4ED9A6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5" y="1009"/>
                <a:ext cx="22" cy="7"/>
              </a:xfrm>
              <a:custGeom>
                <a:avLst/>
                <a:gdLst>
                  <a:gd name="T0" fmla="*/ 24 w 21"/>
                  <a:gd name="T1" fmla="*/ 0 h 7"/>
                  <a:gd name="T2" fmla="*/ 22 w 21"/>
                  <a:gd name="T3" fmla="*/ 3 h 7"/>
                  <a:gd name="T4" fmla="*/ 18 w 21"/>
                  <a:gd name="T5" fmla="*/ 6 h 7"/>
                  <a:gd name="T6" fmla="*/ 8 w 21"/>
                  <a:gd name="T7" fmla="*/ 7 h 7"/>
                  <a:gd name="T8" fmla="*/ 1 w 21"/>
                  <a:gd name="T9" fmla="*/ 1 h 7"/>
                  <a:gd name="T10" fmla="*/ 3 w 21"/>
                  <a:gd name="T11" fmla="*/ 1 h 7"/>
                  <a:gd name="T12" fmla="*/ 8 w 21"/>
                  <a:gd name="T13" fmla="*/ 2 h 7"/>
                  <a:gd name="T14" fmla="*/ 18 w 21"/>
                  <a:gd name="T15" fmla="*/ 2 h 7"/>
                  <a:gd name="T16" fmla="*/ 22 w 21"/>
                  <a:gd name="T17" fmla="*/ 1 h 7"/>
                  <a:gd name="T18" fmla="*/ 24 w 21"/>
                  <a:gd name="T19" fmla="*/ 0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1" h="7">
                    <a:moveTo>
                      <a:pt x="21" y="0"/>
                    </a:moveTo>
                    <a:cubicBezTo>
                      <a:pt x="20" y="0"/>
                      <a:pt x="20" y="2"/>
                      <a:pt x="19" y="3"/>
                    </a:cubicBezTo>
                    <a:cubicBezTo>
                      <a:pt x="18" y="4"/>
                      <a:pt x="17" y="6"/>
                      <a:pt x="15" y="6"/>
                    </a:cubicBezTo>
                    <a:cubicBezTo>
                      <a:pt x="13" y="7"/>
                      <a:pt x="11" y="7"/>
                      <a:pt x="8" y="7"/>
                    </a:cubicBezTo>
                    <a:cubicBezTo>
                      <a:pt x="6" y="6"/>
                      <a:pt x="0" y="4"/>
                      <a:pt x="1" y="1"/>
                    </a:cubicBezTo>
                    <a:cubicBezTo>
                      <a:pt x="2" y="1"/>
                      <a:pt x="2" y="1"/>
                      <a:pt x="3" y="1"/>
                    </a:cubicBezTo>
                    <a:cubicBezTo>
                      <a:pt x="4" y="2"/>
                      <a:pt x="6" y="2"/>
                      <a:pt x="8" y="2"/>
                    </a:cubicBezTo>
                    <a:cubicBezTo>
                      <a:pt x="10" y="2"/>
                      <a:pt x="13" y="3"/>
                      <a:pt x="15" y="2"/>
                    </a:cubicBezTo>
                    <a:cubicBezTo>
                      <a:pt x="17" y="2"/>
                      <a:pt x="18" y="1"/>
                      <a:pt x="19" y="1"/>
                    </a:cubicBezTo>
                    <a:cubicBezTo>
                      <a:pt x="20" y="1"/>
                      <a:pt x="21" y="0"/>
                      <a:pt x="21" y="0"/>
                    </a:cubicBezTo>
                  </a:path>
                </a:pathLst>
              </a:custGeom>
              <a:solidFill>
                <a:srgbClr val="3E131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733" name="Freeform 400">
                <a:extLst>
                  <a:ext uri="{FF2B5EF4-FFF2-40B4-BE49-F238E27FC236}">
                    <a16:creationId xmlns:a16="http://schemas.microsoft.com/office/drawing/2014/main" id="{CF3D7CFF-A10E-4A3E-BBBE-D4F8DFB704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3" y="998"/>
                <a:ext cx="8" cy="8"/>
              </a:xfrm>
              <a:custGeom>
                <a:avLst/>
                <a:gdLst>
                  <a:gd name="T0" fmla="*/ 10 w 7"/>
                  <a:gd name="T1" fmla="*/ 7 h 7"/>
                  <a:gd name="T2" fmla="*/ 7 w 7"/>
                  <a:gd name="T3" fmla="*/ 1 h 7"/>
                  <a:gd name="T4" fmla="*/ 0 w 7"/>
                  <a:gd name="T5" fmla="*/ 3 h 7"/>
                  <a:gd name="T6" fmla="*/ 3 w 7"/>
                  <a:gd name="T7" fmla="*/ 10 h 7"/>
                  <a:gd name="T8" fmla="*/ 10 w 7"/>
                  <a:gd name="T9" fmla="*/ 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7" y="4"/>
                    </a:moveTo>
                    <a:cubicBezTo>
                      <a:pt x="7" y="2"/>
                      <a:pt x="5" y="1"/>
                      <a:pt x="4" y="1"/>
                    </a:cubicBezTo>
                    <a:cubicBezTo>
                      <a:pt x="2" y="0"/>
                      <a:pt x="0" y="2"/>
                      <a:pt x="0" y="3"/>
                    </a:cubicBezTo>
                    <a:cubicBezTo>
                      <a:pt x="0" y="5"/>
                      <a:pt x="1" y="7"/>
                      <a:pt x="3" y="7"/>
                    </a:cubicBezTo>
                    <a:cubicBezTo>
                      <a:pt x="5" y="7"/>
                      <a:pt x="6" y="5"/>
                      <a:pt x="7" y="4"/>
                    </a:cubicBezTo>
                  </a:path>
                </a:pathLst>
              </a:custGeom>
              <a:solidFill>
                <a:srgbClr val="E6AE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734" name="Freeform 401">
                <a:extLst>
                  <a:ext uri="{FF2B5EF4-FFF2-40B4-BE49-F238E27FC236}">
                    <a16:creationId xmlns:a16="http://schemas.microsoft.com/office/drawing/2014/main" id="{9CB653C1-525D-4739-B6CE-835E954EC8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5" y="998"/>
                <a:ext cx="8" cy="8"/>
              </a:xfrm>
              <a:custGeom>
                <a:avLst/>
                <a:gdLst>
                  <a:gd name="T0" fmla="*/ 1 w 7"/>
                  <a:gd name="T1" fmla="*/ 7 h 7"/>
                  <a:gd name="T2" fmla="*/ 7 w 7"/>
                  <a:gd name="T3" fmla="*/ 1 h 7"/>
                  <a:gd name="T4" fmla="*/ 10 w 7"/>
                  <a:gd name="T5" fmla="*/ 3 h 7"/>
                  <a:gd name="T6" fmla="*/ 7 w 7"/>
                  <a:gd name="T7" fmla="*/ 10 h 7"/>
                  <a:gd name="T8" fmla="*/ 1 w 7"/>
                  <a:gd name="T9" fmla="*/ 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4"/>
                    </a:moveTo>
                    <a:cubicBezTo>
                      <a:pt x="0" y="2"/>
                      <a:pt x="2" y="1"/>
                      <a:pt x="4" y="1"/>
                    </a:cubicBezTo>
                    <a:cubicBezTo>
                      <a:pt x="5" y="0"/>
                      <a:pt x="7" y="2"/>
                      <a:pt x="7" y="3"/>
                    </a:cubicBezTo>
                    <a:cubicBezTo>
                      <a:pt x="7" y="5"/>
                      <a:pt x="6" y="7"/>
                      <a:pt x="4" y="7"/>
                    </a:cubicBezTo>
                    <a:cubicBezTo>
                      <a:pt x="2" y="7"/>
                      <a:pt x="1" y="5"/>
                      <a:pt x="1" y="4"/>
                    </a:cubicBezTo>
                  </a:path>
                </a:pathLst>
              </a:custGeom>
              <a:solidFill>
                <a:srgbClr val="E6AE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735" name="Freeform 402">
                <a:extLst>
                  <a:ext uri="{FF2B5EF4-FFF2-40B4-BE49-F238E27FC236}">
                    <a16:creationId xmlns:a16="http://schemas.microsoft.com/office/drawing/2014/main" id="{FCDAF44D-5BBE-4406-925D-FE90D86E88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5" y="978"/>
                <a:ext cx="20" cy="68"/>
              </a:xfrm>
              <a:custGeom>
                <a:avLst/>
                <a:gdLst>
                  <a:gd name="T0" fmla="*/ 0 w 19"/>
                  <a:gd name="T1" fmla="*/ 0 h 64"/>
                  <a:gd name="T2" fmla="*/ 8 w 19"/>
                  <a:gd name="T3" fmla="*/ 77 h 64"/>
                  <a:gd name="T4" fmla="*/ 0 w 19"/>
                  <a:gd name="T5" fmla="*/ 0 h 6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64">
                    <a:moveTo>
                      <a:pt x="0" y="0"/>
                    </a:moveTo>
                    <a:cubicBezTo>
                      <a:pt x="0" y="0"/>
                      <a:pt x="14" y="33"/>
                      <a:pt x="8" y="64"/>
                    </a:cubicBezTo>
                    <a:cubicBezTo>
                      <a:pt x="8" y="64"/>
                      <a:pt x="19" y="35"/>
                      <a:pt x="0" y="0"/>
                    </a:cubicBezTo>
                    <a:close/>
                  </a:path>
                </a:pathLst>
              </a:custGeom>
              <a:solidFill>
                <a:srgbClr val="773C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736" name="Freeform 403">
                <a:extLst>
                  <a:ext uri="{FF2B5EF4-FFF2-40B4-BE49-F238E27FC236}">
                    <a16:creationId xmlns:a16="http://schemas.microsoft.com/office/drawing/2014/main" id="{422F0ED9-9144-4560-A04E-178C876FC6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6" y="978"/>
                <a:ext cx="26" cy="65"/>
              </a:xfrm>
              <a:custGeom>
                <a:avLst/>
                <a:gdLst>
                  <a:gd name="T0" fmla="*/ 30 w 24"/>
                  <a:gd name="T1" fmla="*/ 0 h 61"/>
                  <a:gd name="T2" fmla="*/ 12 w 24"/>
                  <a:gd name="T3" fmla="*/ 74 h 61"/>
                  <a:gd name="T4" fmla="*/ 30 w 24"/>
                  <a:gd name="T5" fmla="*/ 0 h 6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61">
                    <a:moveTo>
                      <a:pt x="24" y="0"/>
                    </a:moveTo>
                    <a:cubicBezTo>
                      <a:pt x="24" y="0"/>
                      <a:pt x="5" y="28"/>
                      <a:pt x="9" y="61"/>
                    </a:cubicBezTo>
                    <a:cubicBezTo>
                      <a:pt x="9" y="61"/>
                      <a:pt x="0" y="31"/>
                      <a:pt x="24" y="0"/>
                    </a:cubicBezTo>
                    <a:close/>
                  </a:path>
                </a:pathLst>
              </a:custGeom>
              <a:solidFill>
                <a:srgbClr val="773C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737" name="Freeform 404">
                <a:extLst>
                  <a:ext uri="{FF2B5EF4-FFF2-40B4-BE49-F238E27FC236}">
                    <a16:creationId xmlns:a16="http://schemas.microsoft.com/office/drawing/2014/main" id="{63A7D04F-B543-442D-9706-2D3586FB84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4" y="1100"/>
                <a:ext cx="82" cy="34"/>
              </a:xfrm>
              <a:custGeom>
                <a:avLst/>
                <a:gdLst>
                  <a:gd name="T0" fmla="*/ 87 w 77"/>
                  <a:gd name="T1" fmla="*/ 0 h 32"/>
                  <a:gd name="T2" fmla="*/ 82 w 77"/>
                  <a:gd name="T3" fmla="*/ 26 h 32"/>
                  <a:gd name="T4" fmla="*/ 68 w 77"/>
                  <a:gd name="T5" fmla="*/ 26 h 32"/>
                  <a:gd name="T6" fmla="*/ 51 w 77"/>
                  <a:gd name="T7" fmla="*/ 37 h 32"/>
                  <a:gd name="T8" fmla="*/ 45 w 77"/>
                  <a:gd name="T9" fmla="*/ 37 h 32"/>
                  <a:gd name="T10" fmla="*/ 26 w 77"/>
                  <a:gd name="T11" fmla="*/ 26 h 32"/>
                  <a:gd name="T12" fmla="*/ 13 w 77"/>
                  <a:gd name="T13" fmla="*/ 26 h 32"/>
                  <a:gd name="T14" fmla="*/ 6 w 77"/>
                  <a:gd name="T15" fmla="*/ 0 h 32"/>
                  <a:gd name="T16" fmla="*/ 7 w 77"/>
                  <a:gd name="T17" fmla="*/ 13 h 32"/>
                  <a:gd name="T18" fmla="*/ 21 w 77"/>
                  <a:gd name="T19" fmla="*/ 23 h 32"/>
                  <a:gd name="T20" fmla="*/ 34 w 77"/>
                  <a:gd name="T21" fmla="*/ 26 h 32"/>
                  <a:gd name="T22" fmla="*/ 64 w 77"/>
                  <a:gd name="T23" fmla="*/ 24 h 32"/>
                  <a:gd name="T24" fmla="*/ 72 w 77"/>
                  <a:gd name="T25" fmla="*/ 23 h 32"/>
                  <a:gd name="T26" fmla="*/ 83 w 77"/>
                  <a:gd name="T27" fmla="*/ 16 h 32"/>
                  <a:gd name="T28" fmla="*/ 87 w 77"/>
                  <a:gd name="T29" fmla="*/ 0 h 32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77" h="32">
                    <a:moveTo>
                      <a:pt x="72" y="0"/>
                    </a:moveTo>
                    <a:cubicBezTo>
                      <a:pt x="77" y="6"/>
                      <a:pt x="73" y="13"/>
                      <a:pt x="68" y="22"/>
                    </a:cubicBezTo>
                    <a:cubicBezTo>
                      <a:pt x="63" y="26"/>
                      <a:pt x="60" y="21"/>
                      <a:pt x="56" y="22"/>
                    </a:cubicBezTo>
                    <a:cubicBezTo>
                      <a:pt x="53" y="23"/>
                      <a:pt x="49" y="30"/>
                      <a:pt x="42" y="31"/>
                    </a:cubicBezTo>
                    <a:cubicBezTo>
                      <a:pt x="39" y="32"/>
                      <a:pt x="39" y="31"/>
                      <a:pt x="37" y="31"/>
                    </a:cubicBezTo>
                    <a:cubicBezTo>
                      <a:pt x="29" y="29"/>
                      <a:pt x="25" y="23"/>
                      <a:pt x="22" y="22"/>
                    </a:cubicBezTo>
                    <a:cubicBezTo>
                      <a:pt x="18" y="21"/>
                      <a:pt x="14" y="27"/>
                      <a:pt x="10" y="22"/>
                    </a:cubicBezTo>
                    <a:cubicBezTo>
                      <a:pt x="5" y="14"/>
                      <a:pt x="0" y="1"/>
                      <a:pt x="6" y="0"/>
                    </a:cubicBezTo>
                    <a:cubicBezTo>
                      <a:pt x="6" y="0"/>
                      <a:pt x="3" y="2"/>
                      <a:pt x="7" y="10"/>
                    </a:cubicBezTo>
                    <a:cubicBezTo>
                      <a:pt x="11" y="18"/>
                      <a:pt x="14" y="21"/>
                      <a:pt x="18" y="20"/>
                    </a:cubicBezTo>
                    <a:cubicBezTo>
                      <a:pt x="22" y="18"/>
                      <a:pt x="23" y="17"/>
                      <a:pt x="28" y="22"/>
                    </a:cubicBezTo>
                    <a:cubicBezTo>
                      <a:pt x="37" y="32"/>
                      <a:pt x="43" y="30"/>
                      <a:pt x="53" y="21"/>
                    </a:cubicBezTo>
                    <a:cubicBezTo>
                      <a:pt x="56" y="18"/>
                      <a:pt x="58" y="19"/>
                      <a:pt x="60" y="20"/>
                    </a:cubicBezTo>
                    <a:cubicBezTo>
                      <a:pt x="61" y="20"/>
                      <a:pt x="66" y="20"/>
                      <a:pt x="69" y="13"/>
                    </a:cubicBezTo>
                    <a:cubicBezTo>
                      <a:pt x="71" y="9"/>
                      <a:pt x="76" y="6"/>
                      <a:pt x="72" y="0"/>
                    </a:cubicBezTo>
                    <a:close/>
                  </a:path>
                </a:pathLst>
              </a:custGeom>
              <a:solidFill>
                <a:srgbClr val="773C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738" name="Freeform 405">
                <a:extLst>
                  <a:ext uri="{FF2B5EF4-FFF2-40B4-BE49-F238E27FC236}">
                    <a16:creationId xmlns:a16="http://schemas.microsoft.com/office/drawing/2014/main" id="{73111F4E-055E-4259-909D-92BD8DD5B0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8" y="1142"/>
                <a:ext cx="25" cy="11"/>
              </a:xfrm>
              <a:custGeom>
                <a:avLst/>
                <a:gdLst>
                  <a:gd name="T0" fmla="*/ 0 w 23"/>
                  <a:gd name="T1" fmla="*/ 1 h 10"/>
                  <a:gd name="T2" fmla="*/ 16 w 23"/>
                  <a:gd name="T3" fmla="*/ 2 h 10"/>
                  <a:gd name="T4" fmla="*/ 29 w 23"/>
                  <a:gd name="T5" fmla="*/ 13 h 10"/>
                  <a:gd name="T6" fmla="*/ 16 w 23"/>
                  <a:gd name="T7" fmla="*/ 4 h 10"/>
                  <a:gd name="T8" fmla="*/ 10 w 23"/>
                  <a:gd name="T9" fmla="*/ 1 h 10"/>
                  <a:gd name="T10" fmla="*/ 2 w 23"/>
                  <a:gd name="T11" fmla="*/ 1 h 1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3" h="10">
                    <a:moveTo>
                      <a:pt x="0" y="1"/>
                    </a:moveTo>
                    <a:cubicBezTo>
                      <a:pt x="4" y="1"/>
                      <a:pt x="9" y="0"/>
                      <a:pt x="13" y="2"/>
                    </a:cubicBezTo>
                    <a:cubicBezTo>
                      <a:pt x="16" y="5"/>
                      <a:pt x="20" y="7"/>
                      <a:pt x="23" y="10"/>
                    </a:cubicBezTo>
                    <a:cubicBezTo>
                      <a:pt x="19" y="10"/>
                      <a:pt x="16" y="6"/>
                      <a:pt x="13" y="4"/>
                    </a:cubicBezTo>
                    <a:cubicBezTo>
                      <a:pt x="11" y="3"/>
                      <a:pt x="9" y="2"/>
                      <a:pt x="7" y="1"/>
                    </a:cubicBezTo>
                    <a:cubicBezTo>
                      <a:pt x="6" y="1"/>
                      <a:pt x="4" y="2"/>
                      <a:pt x="2" y="1"/>
                    </a:cubicBezTo>
                  </a:path>
                </a:pathLst>
              </a:custGeom>
              <a:solidFill>
                <a:srgbClr val="D89B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</p:grpSp>
        <p:sp>
          <p:nvSpPr>
            <p:cNvPr id="48532" name="Freeform 406">
              <a:extLst>
                <a:ext uri="{FF2B5EF4-FFF2-40B4-BE49-F238E27FC236}">
                  <a16:creationId xmlns:a16="http://schemas.microsoft.com/office/drawing/2014/main" id="{463E83A3-BA04-4773-B491-46CDDF2882A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6" y="1166"/>
              <a:ext cx="32" cy="9"/>
            </a:xfrm>
            <a:custGeom>
              <a:avLst/>
              <a:gdLst>
                <a:gd name="T0" fmla="*/ 36 w 30"/>
                <a:gd name="T1" fmla="*/ 2 h 9"/>
                <a:gd name="T2" fmla="*/ 19 w 30"/>
                <a:gd name="T3" fmla="*/ 0 h 9"/>
                <a:gd name="T4" fmla="*/ 12 w 30"/>
                <a:gd name="T5" fmla="*/ 2 h 9"/>
                <a:gd name="T6" fmla="*/ 2 w 30"/>
                <a:gd name="T7" fmla="*/ 3 h 9"/>
                <a:gd name="T8" fmla="*/ 6 w 30"/>
                <a:gd name="T9" fmla="*/ 7 h 9"/>
                <a:gd name="T10" fmla="*/ 18 w 30"/>
                <a:gd name="T11" fmla="*/ 5 h 9"/>
                <a:gd name="T12" fmla="*/ 27 w 30"/>
                <a:gd name="T13" fmla="*/ 6 h 9"/>
                <a:gd name="T14" fmla="*/ 35 w 30"/>
                <a:gd name="T15" fmla="*/ 7 h 9"/>
                <a:gd name="T16" fmla="*/ 36 w 30"/>
                <a:gd name="T17" fmla="*/ 5 h 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0" h="9">
                  <a:moveTo>
                    <a:pt x="30" y="2"/>
                  </a:moveTo>
                  <a:cubicBezTo>
                    <a:pt x="25" y="4"/>
                    <a:pt x="21" y="0"/>
                    <a:pt x="16" y="0"/>
                  </a:cubicBezTo>
                  <a:cubicBezTo>
                    <a:pt x="14" y="0"/>
                    <a:pt x="12" y="1"/>
                    <a:pt x="9" y="2"/>
                  </a:cubicBezTo>
                  <a:cubicBezTo>
                    <a:pt x="7" y="2"/>
                    <a:pt x="4" y="1"/>
                    <a:pt x="2" y="3"/>
                  </a:cubicBezTo>
                  <a:cubicBezTo>
                    <a:pt x="0" y="5"/>
                    <a:pt x="4" y="6"/>
                    <a:pt x="6" y="7"/>
                  </a:cubicBezTo>
                  <a:cubicBezTo>
                    <a:pt x="9" y="7"/>
                    <a:pt x="12" y="6"/>
                    <a:pt x="15" y="5"/>
                  </a:cubicBezTo>
                  <a:cubicBezTo>
                    <a:pt x="17" y="5"/>
                    <a:pt x="20" y="5"/>
                    <a:pt x="22" y="6"/>
                  </a:cubicBezTo>
                  <a:cubicBezTo>
                    <a:pt x="24" y="6"/>
                    <a:pt x="27" y="9"/>
                    <a:pt x="29" y="7"/>
                  </a:cubicBezTo>
                  <a:cubicBezTo>
                    <a:pt x="30" y="7"/>
                    <a:pt x="30" y="6"/>
                    <a:pt x="30" y="5"/>
                  </a:cubicBezTo>
                </a:path>
              </a:pathLst>
            </a:custGeom>
            <a:solidFill>
              <a:srgbClr val="D89B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8533" name="Oval 407">
              <a:extLst>
                <a:ext uri="{FF2B5EF4-FFF2-40B4-BE49-F238E27FC236}">
                  <a16:creationId xmlns:a16="http://schemas.microsoft.com/office/drawing/2014/main" id="{9F77E4F8-F87F-43DE-A7DB-16B634C013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08" y="937"/>
              <a:ext cx="20" cy="20"/>
            </a:xfrm>
            <a:prstGeom prst="ellipse">
              <a:avLst/>
            </a:prstGeom>
            <a:solidFill>
              <a:srgbClr val="9614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8534" name="Freeform 408">
              <a:extLst>
                <a:ext uri="{FF2B5EF4-FFF2-40B4-BE49-F238E27FC236}">
                  <a16:creationId xmlns:a16="http://schemas.microsoft.com/office/drawing/2014/main" id="{64C0AB7A-4183-4249-9673-F67AE75B910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8" y="810"/>
              <a:ext cx="181" cy="269"/>
            </a:xfrm>
            <a:custGeom>
              <a:avLst/>
              <a:gdLst>
                <a:gd name="T0" fmla="*/ 205 w 170"/>
                <a:gd name="T1" fmla="*/ 117 h 253"/>
                <a:gd name="T2" fmla="*/ 80 w 170"/>
                <a:gd name="T3" fmla="*/ 187 h 253"/>
                <a:gd name="T4" fmla="*/ 23 w 170"/>
                <a:gd name="T5" fmla="*/ 304 h 253"/>
                <a:gd name="T6" fmla="*/ 1 w 170"/>
                <a:gd name="T7" fmla="*/ 225 h 253"/>
                <a:gd name="T8" fmla="*/ 167 w 170"/>
                <a:gd name="T9" fmla="*/ 4 h 253"/>
                <a:gd name="T10" fmla="*/ 202 w 170"/>
                <a:gd name="T11" fmla="*/ 12 h 253"/>
                <a:gd name="T12" fmla="*/ 205 w 170"/>
                <a:gd name="T13" fmla="*/ 117 h 25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0" h="253">
                  <a:moveTo>
                    <a:pt x="170" y="97"/>
                  </a:moveTo>
                  <a:cubicBezTo>
                    <a:pt x="170" y="97"/>
                    <a:pt x="113" y="137"/>
                    <a:pt x="66" y="156"/>
                  </a:cubicBezTo>
                  <a:cubicBezTo>
                    <a:pt x="19" y="174"/>
                    <a:pt x="13" y="217"/>
                    <a:pt x="20" y="253"/>
                  </a:cubicBezTo>
                  <a:cubicBezTo>
                    <a:pt x="20" y="253"/>
                    <a:pt x="2" y="229"/>
                    <a:pt x="1" y="187"/>
                  </a:cubicBezTo>
                  <a:cubicBezTo>
                    <a:pt x="0" y="120"/>
                    <a:pt x="29" y="22"/>
                    <a:pt x="138" y="4"/>
                  </a:cubicBezTo>
                  <a:cubicBezTo>
                    <a:pt x="161" y="0"/>
                    <a:pt x="167" y="9"/>
                    <a:pt x="167" y="9"/>
                  </a:cubicBezTo>
                  <a:lnTo>
                    <a:pt x="170" y="9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8535" name="Freeform 409">
              <a:extLst>
                <a:ext uri="{FF2B5EF4-FFF2-40B4-BE49-F238E27FC236}">
                  <a16:creationId xmlns:a16="http://schemas.microsoft.com/office/drawing/2014/main" id="{868331CB-5CAF-420F-884F-691E14E045F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6" y="810"/>
              <a:ext cx="175" cy="275"/>
            </a:xfrm>
            <a:custGeom>
              <a:avLst/>
              <a:gdLst>
                <a:gd name="T0" fmla="*/ 3 w 165"/>
                <a:gd name="T1" fmla="*/ 117 h 258"/>
                <a:gd name="T2" fmla="*/ 119 w 165"/>
                <a:gd name="T3" fmla="*/ 189 h 258"/>
                <a:gd name="T4" fmla="*/ 177 w 165"/>
                <a:gd name="T5" fmla="*/ 312 h 258"/>
                <a:gd name="T6" fmla="*/ 197 w 165"/>
                <a:gd name="T7" fmla="*/ 228 h 258"/>
                <a:gd name="T8" fmla="*/ 34 w 165"/>
                <a:gd name="T9" fmla="*/ 4 h 258"/>
                <a:gd name="T10" fmla="*/ 0 w 165"/>
                <a:gd name="T11" fmla="*/ 12 h 258"/>
                <a:gd name="T12" fmla="*/ 3 w 165"/>
                <a:gd name="T13" fmla="*/ 117 h 25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5" h="258">
                  <a:moveTo>
                    <a:pt x="3" y="97"/>
                  </a:moveTo>
                  <a:cubicBezTo>
                    <a:pt x="3" y="97"/>
                    <a:pt x="53" y="137"/>
                    <a:pt x="100" y="156"/>
                  </a:cubicBezTo>
                  <a:cubicBezTo>
                    <a:pt x="147" y="174"/>
                    <a:pt x="156" y="222"/>
                    <a:pt x="148" y="258"/>
                  </a:cubicBezTo>
                  <a:cubicBezTo>
                    <a:pt x="148" y="258"/>
                    <a:pt x="164" y="232"/>
                    <a:pt x="165" y="189"/>
                  </a:cubicBezTo>
                  <a:cubicBezTo>
                    <a:pt x="165" y="121"/>
                    <a:pt x="137" y="22"/>
                    <a:pt x="28" y="4"/>
                  </a:cubicBezTo>
                  <a:cubicBezTo>
                    <a:pt x="5" y="0"/>
                    <a:pt x="0" y="9"/>
                    <a:pt x="0" y="9"/>
                  </a:cubicBezTo>
                  <a:lnTo>
                    <a:pt x="3" y="9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8536" name="Freeform 410">
              <a:extLst>
                <a:ext uri="{FF2B5EF4-FFF2-40B4-BE49-F238E27FC236}">
                  <a16:creationId xmlns:a16="http://schemas.microsoft.com/office/drawing/2014/main" id="{4236430D-6398-4D4A-A011-7235A74C488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9" y="1070"/>
              <a:ext cx="35" cy="265"/>
            </a:xfrm>
            <a:custGeom>
              <a:avLst/>
              <a:gdLst>
                <a:gd name="T0" fmla="*/ 18 w 32"/>
                <a:gd name="T1" fmla="*/ 0 h 249"/>
                <a:gd name="T2" fmla="*/ 10 w 32"/>
                <a:gd name="T3" fmla="*/ 31 h 249"/>
                <a:gd name="T4" fmla="*/ 18 w 32"/>
                <a:gd name="T5" fmla="*/ 70 h 249"/>
                <a:gd name="T6" fmla="*/ 14 w 32"/>
                <a:gd name="T7" fmla="*/ 106 h 249"/>
                <a:gd name="T8" fmla="*/ 26 w 32"/>
                <a:gd name="T9" fmla="*/ 142 h 249"/>
                <a:gd name="T10" fmla="*/ 11 w 32"/>
                <a:gd name="T11" fmla="*/ 189 h 249"/>
                <a:gd name="T12" fmla="*/ 20 w 32"/>
                <a:gd name="T13" fmla="*/ 233 h 249"/>
                <a:gd name="T14" fmla="*/ 2 w 32"/>
                <a:gd name="T15" fmla="*/ 261 h 249"/>
                <a:gd name="T16" fmla="*/ 3 w 32"/>
                <a:gd name="T17" fmla="*/ 296 h 249"/>
                <a:gd name="T18" fmla="*/ 2 w 32"/>
                <a:gd name="T19" fmla="*/ 299 h 249"/>
                <a:gd name="T20" fmla="*/ 5 w 32"/>
                <a:gd name="T21" fmla="*/ 270 h 249"/>
                <a:gd name="T22" fmla="*/ 25 w 32"/>
                <a:gd name="T23" fmla="*/ 247 h 249"/>
                <a:gd name="T24" fmla="*/ 28 w 32"/>
                <a:gd name="T25" fmla="*/ 218 h 249"/>
                <a:gd name="T26" fmla="*/ 20 w 32"/>
                <a:gd name="T27" fmla="*/ 192 h 249"/>
                <a:gd name="T28" fmla="*/ 34 w 32"/>
                <a:gd name="T29" fmla="*/ 135 h 249"/>
                <a:gd name="T30" fmla="*/ 24 w 32"/>
                <a:gd name="T31" fmla="*/ 110 h 249"/>
                <a:gd name="T32" fmla="*/ 25 w 32"/>
                <a:gd name="T33" fmla="*/ 84 h 249"/>
                <a:gd name="T34" fmla="*/ 23 w 32"/>
                <a:gd name="T35" fmla="*/ 42 h 249"/>
                <a:gd name="T36" fmla="*/ 25 w 32"/>
                <a:gd name="T37" fmla="*/ 0 h 249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32" h="249">
                  <a:moveTo>
                    <a:pt x="14" y="0"/>
                  </a:moveTo>
                  <a:cubicBezTo>
                    <a:pt x="15" y="9"/>
                    <a:pt x="8" y="17"/>
                    <a:pt x="7" y="25"/>
                  </a:cubicBezTo>
                  <a:cubicBezTo>
                    <a:pt x="6" y="37"/>
                    <a:pt x="12" y="46"/>
                    <a:pt x="14" y="58"/>
                  </a:cubicBezTo>
                  <a:cubicBezTo>
                    <a:pt x="15" y="69"/>
                    <a:pt x="13" y="78"/>
                    <a:pt x="11" y="88"/>
                  </a:cubicBezTo>
                  <a:cubicBezTo>
                    <a:pt x="9" y="101"/>
                    <a:pt x="16" y="106"/>
                    <a:pt x="20" y="117"/>
                  </a:cubicBezTo>
                  <a:cubicBezTo>
                    <a:pt x="25" y="133"/>
                    <a:pt x="12" y="142"/>
                    <a:pt x="8" y="157"/>
                  </a:cubicBezTo>
                  <a:cubicBezTo>
                    <a:pt x="4" y="171"/>
                    <a:pt x="17" y="180"/>
                    <a:pt x="15" y="194"/>
                  </a:cubicBezTo>
                  <a:cubicBezTo>
                    <a:pt x="14" y="203"/>
                    <a:pt x="4" y="206"/>
                    <a:pt x="2" y="216"/>
                  </a:cubicBezTo>
                  <a:cubicBezTo>
                    <a:pt x="0" y="224"/>
                    <a:pt x="1" y="236"/>
                    <a:pt x="3" y="245"/>
                  </a:cubicBezTo>
                  <a:cubicBezTo>
                    <a:pt x="3" y="245"/>
                    <a:pt x="2" y="249"/>
                    <a:pt x="2" y="248"/>
                  </a:cubicBezTo>
                  <a:cubicBezTo>
                    <a:pt x="3" y="240"/>
                    <a:pt x="2" y="232"/>
                    <a:pt x="5" y="225"/>
                  </a:cubicBezTo>
                  <a:cubicBezTo>
                    <a:pt x="7" y="217"/>
                    <a:pt x="15" y="212"/>
                    <a:pt x="19" y="205"/>
                  </a:cubicBezTo>
                  <a:cubicBezTo>
                    <a:pt x="22" y="198"/>
                    <a:pt x="23" y="188"/>
                    <a:pt x="22" y="181"/>
                  </a:cubicBezTo>
                  <a:cubicBezTo>
                    <a:pt x="20" y="173"/>
                    <a:pt x="15" y="168"/>
                    <a:pt x="15" y="159"/>
                  </a:cubicBezTo>
                  <a:cubicBezTo>
                    <a:pt x="15" y="141"/>
                    <a:pt x="32" y="130"/>
                    <a:pt x="26" y="112"/>
                  </a:cubicBezTo>
                  <a:cubicBezTo>
                    <a:pt x="23" y="105"/>
                    <a:pt x="18" y="99"/>
                    <a:pt x="18" y="91"/>
                  </a:cubicBezTo>
                  <a:cubicBezTo>
                    <a:pt x="17" y="84"/>
                    <a:pt x="19" y="77"/>
                    <a:pt x="19" y="70"/>
                  </a:cubicBezTo>
                  <a:cubicBezTo>
                    <a:pt x="19" y="58"/>
                    <a:pt x="19" y="47"/>
                    <a:pt x="17" y="35"/>
                  </a:cubicBezTo>
                  <a:cubicBezTo>
                    <a:pt x="14" y="22"/>
                    <a:pt x="19" y="13"/>
                    <a:pt x="19" y="0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8537" name="Freeform 411">
              <a:extLst>
                <a:ext uri="{FF2B5EF4-FFF2-40B4-BE49-F238E27FC236}">
                  <a16:creationId xmlns:a16="http://schemas.microsoft.com/office/drawing/2014/main" id="{B0AFC106-8E1E-4675-A5D7-F1C2CFCEDB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2" y="1056"/>
              <a:ext cx="26" cy="227"/>
            </a:xfrm>
            <a:custGeom>
              <a:avLst/>
              <a:gdLst>
                <a:gd name="T0" fmla="*/ 12 w 25"/>
                <a:gd name="T1" fmla="*/ 1 h 213"/>
                <a:gd name="T2" fmla="*/ 21 w 25"/>
                <a:gd name="T3" fmla="*/ 79 h 213"/>
                <a:gd name="T4" fmla="*/ 11 w 25"/>
                <a:gd name="T5" fmla="*/ 109 h 213"/>
                <a:gd name="T6" fmla="*/ 19 w 25"/>
                <a:gd name="T7" fmla="*/ 141 h 213"/>
                <a:gd name="T8" fmla="*/ 11 w 25"/>
                <a:gd name="T9" fmla="*/ 202 h 213"/>
                <a:gd name="T10" fmla="*/ 18 w 25"/>
                <a:gd name="T11" fmla="*/ 236 h 213"/>
                <a:gd name="T12" fmla="*/ 11 w 25"/>
                <a:gd name="T13" fmla="*/ 258 h 213"/>
                <a:gd name="T14" fmla="*/ 2 w 25"/>
                <a:gd name="T15" fmla="*/ 207 h 213"/>
                <a:gd name="T16" fmla="*/ 12 w 25"/>
                <a:gd name="T17" fmla="*/ 148 h 213"/>
                <a:gd name="T18" fmla="*/ 1 w 25"/>
                <a:gd name="T19" fmla="*/ 118 h 213"/>
                <a:gd name="T20" fmla="*/ 10 w 25"/>
                <a:gd name="T21" fmla="*/ 92 h 213"/>
                <a:gd name="T22" fmla="*/ 9 w 25"/>
                <a:gd name="T23" fmla="*/ 31 h 213"/>
                <a:gd name="T24" fmla="*/ 10 w 25"/>
                <a:gd name="T25" fmla="*/ 0 h 21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5" h="213">
                  <a:moveTo>
                    <a:pt x="12" y="1"/>
                  </a:moveTo>
                  <a:cubicBezTo>
                    <a:pt x="9" y="23"/>
                    <a:pt x="17" y="43"/>
                    <a:pt x="18" y="65"/>
                  </a:cubicBezTo>
                  <a:cubicBezTo>
                    <a:pt x="19" y="75"/>
                    <a:pt x="15" y="81"/>
                    <a:pt x="11" y="90"/>
                  </a:cubicBezTo>
                  <a:cubicBezTo>
                    <a:pt x="6" y="100"/>
                    <a:pt x="11" y="106"/>
                    <a:pt x="16" y="116"/>
                  </a:cubicBezTo>
                  <a:cubicBezTo>
                    <a:pt x="25" y="135"/>
                    <a:pt x="14" y="149"/>
                    <a:pt x="11" y="167"/>
                  </a:cubicBezTo>
                  <a:cubicBezTo>
                    <a:pt x="9" y="177"/>
                    <a:pt x="14" y="185"/>
                    <a:pt x="15" y="194"/>
                  </a:cubicBezTo>
                  <a:cubicBezTo>
                    <a:pt x="16" y="201"/>
                    <a:pt x="13" y="207"/>
                    <a:pt x="11" y="213"/>
                  </a:cubicBezTo>
                  <a:cubicBezTo>
                    <a:pt x="13" y="197"/>
                    <a:pt x="0" y="187"/>
                    <a:pt x="2" y="171"/>
                  </a:cubicBezTo>
                  <a:cubicBezTo>
                    <a:pt x="3" y="153"/>
                    <a:pt x="19" y="140"/>
                    <a:pt x="12" y="122"/>
                  </a:cubicBezTo>
                  <a:cubicBezTo>
                    <a:pt x="9" y="114"/>
                    <a:pt x="1" y="107"/>
                    <a:pt x="1" y="98"/>
                  </a:cubicBezTo>
                  <a:cubicBezTo>
                    <a:pt x="1" y="90"/>
                    <a:pt x="7" y="83"/>
                    <a:pt x="10" y="76"/>
                  </a:cubicBezTo>
                  <a:cubicBezTo>
                    <a:pt x="17" y="58"/>
                    <a:pt x="11" y="43"/>
                    <a:pt x="9" y="25"/>
                  </a:cubicBezTo>
                  <a:cubicBezTo>
                    <a:pt x="8" y="16"/>
                    <a:pt x="8" y="8"/>
                    <a:pt x="10" y="0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8538" name="Freeform 412">
              <a:extLst>
                <a:ext uri="{FF2B5EF4-FFF2-40B4-BE49-F238E27FC236}">
                  <a16:creationId xmlns:a16="http://schemas.microsoft.com/office/drawing/2014/main" id="{3342851A-3070-46B4-8F26-5F91023754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8" y="1202"/>
              <a:ext cx="188" cy="957"/>
            </a:xfrm>
            <a:custGeom>
              <a:avLst/>
              <a:gdLst>
                <a:gd name="T0" fmla="*/ 154 w 176"/>
                <a:gd name="T1" fmla="*/ 55 h 898"/>
                <a:gd name="T2" fmla="*/ 97 w 176"/>
                <a:gd name="T3" fmla="*/ 168 h 898"/>
                <a:gd name="T4" fmla="*/ 72 w 176"/>
                <a:gd name="T5" fmla="*/ 263 h 898"/>
                <a:gd name="T6" fmla="*/ 97 w 176"/>
                <a:gd name="T7" fmla="*/ 363 h 898"/>
                <a:gd name="T8" fmla="*/ 128 w 176"/>
                <a:gd name="T9" fmla="*/ 507 h 898"/>
                <a:gd name="T10" fmla="*/ 147 w 176"/>
                <a:gd name="T11" fmla="*/ 602 h 898"/>
                <a:gd name="T12" fmla="*/ 173 w 176"/>
                <a:gd name="T13" fmla="*/ 743 h 898"/>
                <a:gd name="T14" fmla="*/ 151 w 176"/>
                <a:gd name="T15" fmla="*/ 880 h 898"/>
                <a:gd name="T16" fmla="*/ 129 w 176"/>
                <a:gd name="T17" fmla="*/ 973 h 898"/>
                <a:gd name="T18" fmla="*/ 112 w 176"/>
                <a:gd name="T19" fmla="*/ 1087 h 898"/>
                <a:gd name="T20" fmla="*/ 89 w 176"/>
                <a:gd name="T21" fmla="*/ 970 h 898"/>
                <a:gd name="T22" fmla="*/ 113 w 176"/>
                <a:gd name="T23" fmla="*/ 878 h 898"/>
                <a:gd name="T24" fmla="*/ 119 w 176"/>
                <a:gd name="T25" fmla="*/ 753 h 898"/>
                <a:gd name="T26" fmla="*/ 110 w 176"/>
                <a:gd name="T27" fmla="*/ 613 h 898"/>
                <a:gd name="T28" fmla="*/ 83 w 176"/>
                <a:gd name="T29" fmla="*/ 513 h 898"/>
                <a:gd name="T30" fmla="*/ 54 w 176"/>
                <a:gd name="T31" fmla="*/ 379 h 898"/>
                <a:gd name="T32" fmla="*/ 43 w 176"/>
                <a:gd name="T33" fmla="*/ 264 h 898"/>
                <a:gd name="T34" fmla="*/ 72 w 176"/>
                <a:gd name="T35" fmla="*/ 160 h 898"/>
                <a:gd name="T36" fmla="*/ 114 w 176"/>
                <a:gd name="T37" fmla="*/ 52 h 898"/>
                <a:gd name="T38" fmla="*/ 138 w 176"/>
                <a:gd name="T39" fmla="*/ 0 h 898"/>
                <a:gd name="T40" fmla="*/ 154 w 176"/>
                <a:gd name="T41" fmla="*/ 55 h 898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76" h="898">
                  <a:moveTo>
                    <a:pt x="126" y="46"/>
                  </a:moveTo>
                  <a:cubicBezTo>
                    <a:pt x="126" y="46"/>
                    <a:pt x="132" y="121"/>
                    <a:pt x="80" y="139"/>
                  </a:cubicBezTo>
                  <a:cubicBezTo>
                    <a:pt x="80" y="139"/>
                    <a:pt x="94" y="183"/>
                    <a:pt x="59" y="218"/>
                  </a:cubicBezTo>
                  <a:cubicBezTo>
                    <a:pt x="59" y="218"/>
                    <a:pt x="98" y="255"/>
                    <a:pt x="80" y="300"/>
                  </a:cubicBezTo>
                  <a:cubicBezTo>
                    <a:pt x="80" y="300"/>
                    <a:pt x="142" y="365"/>
                    <a:pt x="105" y="419"/>
                  </a:cubicBezTo>
                  <a:cubicBezTo>
                    <a:pt x="105" y="419"/>
                    <a:pt x="142" y="456"/>
                    <a:pt x="121" y="497"/>
                  </a:cubicBezTo>
                  <a:cubicBezTo>
                    <a:pt x="121" y="497"/>
                    <a:pt x="176" y="564"/>
                    <a:pt x="142" y="614"/>
                  </a:cubicBezTo>
                  <a:cubicBezTo>
                    <a:pt x="142" y="614"/>
                    <a:pt x="169" y="690"/>
                    <a:pt x="124" y="727"/>
                  </a:cubicBezTo>
                  <a:cubicBezTo>
                    <a:pt x="124" y="727"/>
                    <a:pt x="145" y="764"/>
                    <a:pt x="106" y="804"/>
                  </a:cubicBezTo>
                  <a:cubicBezTo>
                    <a:pt x="67" y="845"/>
                    <a:pt x="92" y="898"/>
                    <a:pt x="92" y="898"/>
                  </a:cubicBezTo>
                  <a:cubicBezTo>
                    <a:pt x="92" y="898"/>
                    <a:pt x="54" y="833"/>
                    <a:pt x="73" y="801"/>
                  </a:cubicBezTo>
                  <a:cubicBezTo>
                    <a:pt x="93" y="768"/>
                    <a:pt x="68" y="728"/>
                    <a:pt x="93" y="725"/>
                  </a:cubicBezTo>
                  <a:cubicBezTo>
                    <a:pt x="93" y="725"/>
                    <a:pt x="68" y="640"/>
                    <a:pt x="97" y="622"/>
                  </a:cubicBezTo>
                  <a:cubicBezTo>
                    <a:pt x="97" y="622"/>
                    <a:pt x="42" y="549"/>
                    <a:pt x="90" y="507"/>
                  </a:cubicBezTo>
                  <a:cubicBezTo>
                    <a:pt x="90" y="507"/>
                    <a:pt x="28" y="455"/>
                    <a:pt x="68" y="423"/>
                  </a:cubicBezTo>
                  <a:cubicBezTo>
                    <a:pt x="68" y="423"/>
                    <a:pt x="19" y="393"/>
                    <a:pt x="45" y="313"/>
                  </a:cubicBezTo>
                  <a:cubicBezTo>
                    <a:pt x="45" y="313"/>
                    <a:pt x="0" y="274"/>
                    <a:pt x="35" y="219"/>
                  </a:cubicBezTo>
                  <a:cubicBezTo>
                    <a:pt x="35" y="219"/>
                    <a:pt x="4" y="166"/>
                    <a:pt x="59" y="132"/>
                  </a:cubicBezTo>
                  <a:cubicBezTo>
                    <a:pt x="59" y="132"/>
                    <a:pt x="52" y="88"/>
                    <a:pt x="94" y="43"/>
                  </a:cubicBezTo>
                  <a:cubicBezTo>
                    <a:pt x="103" y="34"/>
                    <a:pt x="89" y="22"/>
                    <a:pt x="113" y="0"/>
                  </a:cubicBezTo>
                  <a:lnTo>
                    <a:pt x="126" y="4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</p:grpSp>
      <p:grpSp>
        <p:nvGrpSpPr>
          <p:cNvPr id="48131" name="Obese-Male-Body-Medical-Illustration">
            <a:extLst>
              <a:ext uri="{FF2B5EF4-FFF2-40B4-BE49-F238E27FC236}">
                <a16:creationId xmlns:a16="http://schemas.microsoft.com/office/drawing/2014/main" id="{E9726C7E-6B94-4479-922C-8F493808FA50}"/>
              </a:ext>
            </a:extLst>
          </p:cNvPr>
          <p:cNvGrpSpPr>
            <a:grpSpLocks/>
          </p:cNvGrpSpPr>
          <p:nvPr/>
        </p:nvGrpSpPr>
        <p:grpSpPr bwMode="auto">
          <a:xfrm>
            <a:off x="2579688" y="1155700"/>
            <a:ext cx="2954337" cy="5297488"/>
            <a:chOff x="665" y="719"/>
            <a:chExt cx="1861" cy="3337"/>
          </a:xfrm>
        </p:grpSpPr>
        <p:grpSp>
          <p:nvGrpSpPr>
            <p:cNvPr id="48132" name="Group 414">
              <a:extLst>
                <a:ext uri="{FF2B5EF4-FFF2-40B4-BE49-F238E27FC236}">
                  <a16:creationId xmlns:a16="http://schemas.microsoft.com/office/drawing/2014/main" id="{D49FBBDB-DE21-40CE-BD5C-324C05ACC96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65" y="742"/>
              <a:ext cx="1861" cy="3314"/>
              <a:chOff x="665" y="742"/>
              <a:chExt cx="1861" cy="3314"/>
            </a:xfrm>
          </p:grpSpPr>
          <p:sp>
            <p:nvSpPr>
              <p:cNvPr id="48330" name="Freeform 415">
                <a:extLst>
                  <a:ext uri="{FF2B5EF4-FFF2-40B4-BE49-F238E27FC236}">
                    <a16:creationId xmlns:a16="http://schemas.microsoft.com/office/drawing/2014/main" id="{EB754879-139E-4E48-967D-1A9121CE0F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5" y="742"/>
                <a:ext cx="1861" cy="3314"/>
              </a:xfrm>
              <a:custGeom>
                <a:avLst/>
                <a:gdLst>
                  <a:gd name="T0" fmla="*/ 1253 w 1747"/>
                  <a:gd name="T1" fmla="*/ 208 h 3108"/>
                  <a:gd name="T2" fmla="*/ 1255 w 1747"/>
                  <a:gd name="T3" fmla="*/ 424 h 3108"/>
                  <a:gd name="T4" fmla="*/ 1815 w 1747"/>
                  <a:gd name="T5" fmla="*/ 737 h 3108"/>
                  <a:gd name="T6" fmla="*/ 1975 w 1747"/>
                  <a:gd name="T7" fmla="*/ 1221 h 3108"/>
                  <a:gd name="T8" fmla="*/ 2058 w 1747"/>
                  <a:gd name="T9" fmla="*/ 1505 h 3108"/>
                  <a:gd name="T10" fmla="*/ 2073 w 1747"/>
                  <a:gd name="T11" fmla="*/ 1663 h 3108"/>
                  <a:gd name="T12" fmla="*/ 2094 w 1747"/>
                  <a:gd name="T13" fmla="*/ 1881 h 3108"/>
                  <a:gd name="T14" fmla="*/ 1959 w 1747"/>
                  <a:gd name="T15" fmla="*/ 2060 h 3108"/>
                  <a:gd name="T16" fmla="*/ 1894 w 1747"/>
                  <a:gd name="T17" fmla="*/ 1994 h 3108"/>
                  <a:gd name="T18" fmla="*/ 1861 w 1747"/>
                  <a:gd name="T19" fmla="*/ 1768 h 3108"/>
                  <a:gd name="T20" fmla="*/ 1774 w 1747"/>
                  <a:gd name="T21" fmla="*/ 1565 h 3108"/>
                  <a:gd name="T22" fmla="*/ 1763 w 1747"/>
                  <a:gd name="T23" fmla="*/ 2499 h 3108"/>
                  <a:gd name="T24" fmla="*/ 1708 w 1747"/>
                  <a:gd name="T25" fmla="*/ 2783 h 3108"/>
                  <a:gd name="T26" fmla="*/ 1693 w 1747"/>
                  <a:gd name="T27" fmla="*/ 3436 h 3108"/>
                  <a:gd name="T28" fmla="*/ 1736 w 1747"/>
                  <a:gd name="T29" fmla="*/ 3530 h 3108"/>
                  <a:gd name="T30" fmla="*/ 1858 w 1747"/>
                  <a:gd name="T31" fmla="*/ 3615 h 3108"/>
                  <a:gd name="T32" fmla="*/ 1899 w 1747"/>
                  <a:gd name="T33" fmla="*/ 3677 h 3108"/>
                  <a:gd name="T34" fmla="*/ 1866 w 1747"/>
                  <a:gd name="T35" fmla="*/ 3725 h 3108"/>
                  <a:gd name="T36" fmla="*/ 1780 w 1747"/>
                  <a:gd name="T37" fmla="*/ 3761 h 3108"/>
                  <a:gd name="T38" fmla="*/ 1697 w 1747"/>
                  <a:gd name="T39" fmla="*/ 3698 h 3108"/>
                  <a:gd name="T40" fmla="*/ 1451 w 1747"/>
                  <a:gd name="T41" fmla="*/ 3582 h 3108"/>
                  <a:gd name="T42" fmla="*/ 1388 w 1747"/>
                  <a:gd name="T43" fmla="*/ 3335 h 3108"/>
                  <a:gd name="T44" fmla="*/ 1222 w 1747"/>
                  <a:gd name="T45" fmla="*/ 2704 h 3108"/>
                  <a:gd name="T46" fmla="*/ 1079 w 1747"/>
                  <a:gd name="T47" fmla="*/ 2337 h 3108"/>
                  <a:gd name="T48" fmla="*/ 1057 w 1747"/>
                  <a:gd name="T49" fmla="*/ 2137 h 3108"/>
                  <a:gd name="T50" fmla="*/ 959 w 1747"/>
                  <a:gd name="T51" fmla="*/ 2600 h 3108"/>
                  <a:gd name="T52" fmla="*/ 882 w 1747"/>
                  <a:gd name="T53" fmla="*/ 2745 h 3108"/>
                  <a:gd name="T54" fmla="*/ 693 w 1747"/>
                  <a:gd name="T55" fmla="*/ 3424 h 3108"/>
                  <a:gd name="T56" fmla="*/ 533 w 1747"/>
                  <a:gd name="T57" fmla="*/ 3645 h 3108"/>
                  <a:gd name="T58" fmla="*/ 392 w 1747"/>
                  <a:gd name="T59" fmla="*/ 3716 h 3108"/>
                  <a:gd name="T60" fmla="*/ 283 w 1747"/>
                  <a:gd name="T61" fmla="*/ 3742 h 3108"/>
                  <a:gd name="T62" fmla="*/ 230 w 1747"/>
                  <a:gd name="T63" fmla="*/ 3719 h 3108"/>
                  <a:gd name="T64" fmla="*/ 225 w 1747"/>
                  <a:gd name="T65" fmla="*/ 3652 h 3108"/>
                  <a:gd name="T66" fmla="*/ 295 w 1747"/>
                  <a:gd name="T67" fmla="*/ 3601 h 3108"/>
                  <a:gd name="T68" fmla="*/ 418 w 1747"/>
                  <a:gd name="T69" fmla="*/ 3480 h 3108"/>
                  <a:gd name="T70" fmla="*/ 410 w 1747"/>
                  <a:gd name="T71" fmla="*/ 3406 h 3108"/>
                  <a:gd name="T72" fmla="*/ 375 w 1747"/>
                  <a:gd name="T73" fmla="*/ 2688 h 3108"/>
                  <a:gd name="T74" fmla="*/ 321 w 1747"/>
                  <a:gd name="T75" fmla="*/ 1816 h 3108"/>
                  <a:gd name="T76" fmla="*/ 266 w 1747"/>
                  <a:gd name="T77" fmla="*/ 1668 h 3108"/>
                  <a:gd name="T78" fmla="*/ 235 w 1747"/>
                  <a:gd name="T79" fmla="*/ 1859 h 3108"/>
                  <a:gd name="T80" fmla="*/ 184 w 1747"/>
                  <a:gd name="T81" fmla="*/ 1990 h 3108"/>
                  <a:gd name="T82" fmla="*/ 72 w 1747"/>
                  <a:gd name="T83" fmla="*/ 2007 h 3108"/>
                  <a:gd name="T84" fmla="*/ 30 w 1747"/>
                  <a:gd name="T85" fmla="*/ 1748 h 3108"/>
                  <a:gd name="T86" fmla="*/ 33 w 1747"/>
                  <a:gd name="T87" fmla="*/ 1639 h 3108"/>
                  <a:gd name="T88" fmla="*/ 97 w 1747"/>
                  <a:gd name="T89" fmla="*/ 1353 h 3108"/>
                  <a:gd name="T90" fmla="*/ 151 w 1747"/>
                  <a:gd name="T91" fmla="*/ 1129 h 3108"/>
                  <a:gd name="T92" fmla="*/ 760 w 1747"/>
                  <a:gd name="T93" fmla="*/ 498 h 3108"/>
                  <a:gd name="T94" fmla="*/ 872 w 1747"/>
                  <a:gd name="T95" fmla="*/ 300 h 3108"/>
                  <a:gd name="T96" fmla="*/ 881 w 1747"/>
                  <a:gd name="T97" fmla="*/ 221 h 3108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1747" h="3108">
                    <a:moveTo>
                      <a:pt x="875" y="0"/>
                    </a:moveTo>
                    <a:cubicBezTo>
                      <a:pt x="875" y="0"/>
                      <a:pt x="1009" y="17"/>
                      <a:pt x="1019" y="182"/>
                    </a:cubicBezTo>
                    <a:cubicBezTo>
                      <a:pt x="1019" y="182"/>
                      <a:pt x="1024" y="165"/>
                      <a:pt x="1036" y="172"/>
                    </a:cubicBezTo>
                    <a:cubicBezTo>
                      <a:pt x="1048" y="178"/>
                      <a:pt x="1051" y="193"/>
                      <a:pt x="1048" y="210"/>
                    </a:cubicBezTo>
                    <a:cubicBezTo>
                      <a:pt x="1042" y="241"/>
                      <a:pt x="1038" y="264"/>
                      <a:pt x="1025" y="248"/>
                    </a:cubicBezTo>
                    <a:cubicBezTo>
                      <a:pt x="1025" y="248"/>
                      <a:pt x="1048" y="293"/>
                      <a:pt x="1038" y="350"/>
                    </a:cubicBezTo>
                    <a:cubicBezTo>
                      <a:pt x="1038" y="350"/>
                      <a:pt x="1049" y="349"/>
                      <a:pt x="1054" y="365"/>
                    </a:cubicBezTo>
                    <a:cubicBezTo>
                      <a:pt x="1059" y="381"/>
                      <a:pt x="1094" y="404"/>
                      <a:pt x="1119" y="411"/>
                    </a:cubicBezTo>
                    <a:cubicBezTo>
                      <a:pt x="1144" y="418"/>
                      <a:pt x="1441" y="437"/>
                      <a:pt x="1502" y="608"/>
                    </a:cubicBezTo>
                    <a:cubicBezTo>
                      <a:pt x="1517" y="652"/>
                      <a:pt x="1530" y="667"/>
                      <a:pt x="1553" y="692"/>
                    </a:cubicBezTo>
                    <a:cubicBezTo>
                      <a:pt x="1576" y="717"/>
                      <a:pt x="1609" y="800"/>
                      <a:pt x="1622" y="931"/>
                    </a:cubicBezTo>
                    <a:cubicBezTo>
                      <a:pt x="1626" y="980"/>
                      <a:pt x="1621" y="990"/>
                      <a:pt x="1633" y="1007"/>
                    </a:cubicBezTo>
                    <a:cubicBezTo>
                      <a:pt x="1645" y="1024"/>
                      <a:pt x="1659" y="1038"/>
                      <a:pt x="1655" y="1062"/>
                    </a:cubicBezTo>
                    <a:cubicBezTo>
                      <a:pt x="1651" y="1086"/>
                      <a:pt x="1659" y="1100"/>
                      <a:pt x="1667" y="1116"/>
                    </a:cubicBezTo>
                    <a:cubicBezTo>
                      <a:pt x="1675" y="1132"/>
                      <a:pt x="1707" y="1204"/>
                      <a:pt x="1703" y="1241"/>
                    </a:cubicBezTo>
                    <a:cubicBezTo>
                      <a:pt x="1699" y="1278"/>
                      <a:pt x="1703" y="1291"/>
                      <a:pt x="1711" y="1298"/>
                    </a:cubicBezTo>
                    <a:cubicBezTo>
                      <a:pt x="1719" y="1305"/>
                      <a:pt x="1730" y="1340"/>
                      <a:pt x="1720" y="1351"/>
                    </a:cubicBezTo>
                    <a:cubicBezTo>
                      <a:pt x="1710" y="1362"/>
                      <a:pt x="1711" y="1361"/>
                      <a:pt x="1715" y="1372"/>
                    </a:cubicBezTo>
                    <a:cubicBezTo>
                      <a:pt x="1719" y="1383"/>
                      <a:pt x="1721" y="1386"/>
                      <a:pt x="1720" y="1398"/>
                    </a:cubicBezTo>
                    <a:cubicBezTo>
                      <a:pt x="1719" y="1410"/>
                      <a:pt x="1718" y="1420"/>
                      <a:pt x="1723" y="1441"/>
                    </a:cubicBezTo>
                    <a:cubicBezTo>
                      <a:pt x="1728" y="1462"/>
                      <a:pt x="1747" y="1521"/>
                      <a:pt x="1733" y="1551"/>
                    </a:cubicBezTo>
                    <a:cubicBezTo>
                      <a:pt x="1719" y="1581"/>
                      <a:pt x="1715" y="1591"/>
                      <a:pt x="1710" y="1605"/>
                    </a:cubicBezTo>
                    <a:cubicBezTo>
                      <a:pt x="1705" y="1619"/>
                      <a:pt x="1695" y="1647"/>
                      <a:pt x="1687" y="1655"/>
                    </a:cubicBezTo>
                    <a:cubicBezTo>
                      <a:pt x="1679" y="1663"/>
                      <a:pt x="1634" y="1704"/>
                      <a:pt x="1620" y="1699"/>
                    </a:cubicBezTo>
                    <a:cubicBezTo>
                      <a:pt x="1609" y="1695"/>
                      <a:pt x="1611" y="1680"/>
                      <a:pt x="1611" y="1680"/>
                    </a:cubicBezTo>
                    <a:cubicBezTo>
                      <a:pt x="1611" y="1680"/>
                      <a:pt x="1585" y="1668"/>
                      <a:pt x="1595" y="1641"/>
                    </a:cubicBezTo>
                    <a:cubicBezTo>
                      <a:pt x="1595" y="1641"/>
                      <a:pt x="1579" y="1654"/>
                      <a:pt x="1567" y="1645"/>
                    </a:cubicBezTo>
                    <a:cubicBezTo>
                      <a:pt x="1555" y="1635"/>
                      <a:pt x="1560" y="1603"/>
                      <a:pt x="1558" y="1592"/>
                    </a:cubicBezTo>
                    <a:cubicBezTo>
                      <a:pt x="1556" y="1582"/>
                      <a:pt x="1556" y="1552"/>
                      <a:pt x="1552" y="1533"/>
                    </a:cubicBezTo>
                    <a:cubicBezTo>
                      <a:pt x="1549" y="1514"/>
                      <a:pt x="1536" y="1477"/>
                      <a:pt x="1540" y="1458"/>
                    </a:cubicBezTo>
                    <a:cubicBezTo>
                      <a:pt x="1545" y="1440"/>
                      <a:pt x="1553" y="1420"/>
                      <a:pt x="1542" y="1407"/>
                    </a:cubicBezTo>
                    <a:cubicBezTo>
                      <a:pt x="1531" y="1394"/>
                      <a:pt x="1526" y="1384"/>
                      <a:pt x="1526" y="1376"/>
                    </a:cubicBezTo>
                    <a:cubicBezTo>
                      <a:pt x="1526" y="1368"/>
                      <a:pt x="1478" y="1328"/>
                      <a:pt x="1467" y="1291"/>
                    </a:cubicBezTo>
                    <a:cubicBezTo>
                      <a:pt x="1467" y="1291"/>
                      <a:pt x="1474" y="1378"/>
                      <a:pt x="1471" y="1404"/>
                    </a:cubicBezTo>
                    <a:cubicBezTo>
                      <a:pt x="1469" y="1429"/>
                      <a:pt x="1470" y="1470"/>
                      <a:pt x="1481" y="1498"/>
                    </a:cubicBezTo>
                    <a:cubicBezTo>
                      <a:pt x="1491" y="1526"/>
                      <a:pt x="1571" y="1846"/>
                      <a:pt x="1459" y="2061"/>
                    </a:cubicBezTo>
                    <a:cubicBezTo>
                      <a:pt x="1442" y="2093"/>
                      <a:pt x="1447" y="2108"/>
                      <a:pt x="1450" y="2126"/>
                    </a:cubicBezTo>
                    <a:cubicBezTo>
                      <a:pt x="1453" y="2145"/>
                      <a:pt x="1455" y="2196"/>
                      <a:pt x="1437" y="2217"/>
                    </a:cubicBezTo>
                    <a:cubicBezTo>
                      <a:pt x="1418" y="2238"/>
                      <a:pt x="1405" y="2258"/>
                      <a:pt x="1413" y="2296"/>
                    </a:cubicBezTo>
                    <a:cubicBezTo>
                      <a:pt x="1421" y="2333"/>
                      <a:pt x="1482" y="2552"/>
                      <a:pt x="1413" y="2745"/>
                    </a:cubicBezTo>
                    <a:cubicBezTo>
                      <a:pt x="1397" y="2790"/>
                      <a:pt x="1417" y="2790"/>
                      <a:pt x="1408" y="2809"/>
                    </a:cubicBezTo>
                    <a:cubicBezTo>
                      <a:pt x="1399" y="2828"/>
                      <a:pt x="1399" y="2829"/>
                      <a:pt x="1401" y="2834"/>
                    </a:cubicBezTo>
                    <a:cubicBezTo>
                      <a:pt x="1403" y="2839"/>
                      <a:pt x="1399" y="2851"/>
                      <a:pt x="1396" y="2855"/>
                    </a:cubicBezTo>
                    <a:cubicBezTo>
                      <a:pt x="1393" y="2860"/>
                      <a:pt x="1396" y="2864"/>
                      <a:pt x="1402" y="2871"/>
                    </a:cubicBezTo>
                    <a:cubicBezTo>
                      <a:pt x="1408" y="2877"/>
                      <a:pt x="1430" y="2899"/>
                      <a:pt x="1436" y="2912"/>
                    </a:cubicBezTo>
                    <a:cubicBezTo>
                      <a:pt x="1441" y="2924"/>
                      <a:pt x="1473" y="2946"/>
                      <a:pt x="1481" y="2954"/>
                    </a:cubicBezTo>
                    <a:cubicBezTo>
                      <a:pt x="1490" y="2962"/>
                      <a:pt x="1496" y="2966"/>
                      <a:pt x="1503" y="2970"/>
                    </a:cubicBezTo>
                    <a:cubicBezTo>
                      <a:pt x="1510" y="2975"/>
                      <a:pt x="1531" y="2979"/>
                      <a:pt x="1537" y="2981"/>
                    </a:cubicBezTo>
                    <a:cubicBezTo>
                      <a:pt x="1543" y="2983"/>
                      <a:pt x="1552" y="2987"/>
                      <a:pt x="1556" y="2994"/>
                    </a:cubicBezTo>
                    <a:cubicBezTo>
                      <a:pt x="1559" y="3001"/>
                      <a:pt x="1562" y="3002"/>
                      <a:pt x="1560" y="3012"/>
                    </a:cubicBezTo>
                    <a:cubicBezTo>
                      <a:pt x="1560" y="3012"/>
                      <a:pt x="1575" y="3021"/>
                      <a:pt x="1571" y="3033"/>
                    </a:cubicBezTo>
                    <a:cubicBezTo>
                      <a:pt x="1568" y="3045"/>
                      <a:pt x="1563" y="3045"/>
                      <a:pt x="1563" y="3045"/>
                    </a:cubicBezTo>
                    <a:cubicBezTo>
                      <a:pt x="1563" y="3045"/>
                      <a:pt x="1565" y="3063"/>
                      <a:pt x="1556" y="3068"/>
                    </a:cubicBezTo>
                    <a:cubicBezTo>
                      <a:pt x="1546" y="3073"/>
                      <a:pt x="1544" y="3072"/>
                      <a:pt x="1544" y="3072"/>
                    </a:cubicBezTo>
                    <a:cubicBezTo>
                      <a:pt x="1544" y="3072"/>
                      <a:pt x="1541" y="3082"/>
                      <a:pt x="1529" y="3085"/>
                    </a:cubicBezTo>
                    <a:cubicBezTo>
                      <a:pt x="1517" y="3087"/>
                      <a:pt x="1512" y="3086"/>
                      <a:pt x="1512" y="3086"/>
                    </a:cubicBezTo>
                    <a:cubicBezTo>
                      <a:pt x="1512" y="3086"/>
                      <a:pt x="1498" y="3108"/>
                      <a:pt x="1473" y="3102"/>
                    </a:cubicBezTo>
                    <a:cubicBezTo>
                      <a:pt x="1448" y="3097"/>
                      <a:pt x="1439" y="3084"/>
                      <a:pt x="1435" y="3077"/>
                    </a:cubicBezTo>
                    <a:cubicBezTo>
                      <a:pt x="1430" y="3069"/>
                      <a:pt x="1426" y="3065"/>
                      <a:pt x="1423" y="3065"/>
                    </a:cubicBezTo>
                    <a:cubicBezTo>
                      <a:pt x="1420" y="3064"/>
                      <a:pt x="1409" y="3061"/>
                      <a:pt x="1403" y="3050"/>
                    </a:cubicBezTo>
                    <a:cubicBezTo>
                      <a:pt x="1397" y="3040"/>
                      <a:pt x="1387" y="3027"/>
                      <a:pt x="1379" y="3025"/>
                    </a:cubicBezTo>
                    <a:cubicBezTo>
                      <a:pt x="1371" y="3022"/>
                      <a:pt x="1336" y="3010"/>
                      <a:pt x="1306" y="3007"/>
                    </a:cubicBezTo>
                    <a:cubicBezTo>
                      <a:pt x="1276" y="3005"/>
                      <a:pt x="1197" y="2989"/>
                      <a:pt x="1201" y="2954"/>
                    </a:cubicBezTo>
                    <a:cubicBezTo>
                      <a:pt x="1205" y="2919"/>
                      <a:pt x="1217" y="2899"/>
                      <a:pt x="1205" y="2890"/>
                    </a:cubicBezTo>
                    <a:cubicBezTo>
                      <a:pt x="1193" y="2881"/>
                      <a:pt x="1171" y="2852"/>
                      <a:pt x="1172" y="2824"/>
                    </a:cubicBezTo>
                    <a:cubicBezTo>
                      <a:pt x="1173" y="2797"/>
                      <a:pt x="1180" y="2783"/>
                      <a:pt x="1148" y="2752"/>
                    </a:cubicBezTo>
                    <a:cubicBezTo>
                      <a:pt x="1115" y="2722"/>
                      <a:pt x="982" y="2604"/>
                      <a:pt x="1007" y="2397"/>
                    </a:cubicBezTo>
                    <a:cubicBezTo>
                      <a:pt x="1017" y="2315"/>
                      <a:pt x="1011" y="2277"/>
                      <a:pt x="1018" y="2264"/>
                    </a:cubicBezTo>
                    <a:cubicBezTo>
                      <a:pt x="1025" y="2250"/>
                      <a:pt x="1002" y="2237"/>
                      <a:pt x="1011" y="2230"/>
                    </a:cubicBezTo>
                    <a:cubicBezTo>
                      <a:pt x="1021" y="2224"/>
                      <a:pt x="1021" y="2214"/>
                      <a:pt x="1006" y="2212"/>
                    </a:cubicBezTo>
                    <a:cubicBezTo>
                      <a:pt x="991" y="2209"/>
                      <a:pt x="965" y="2182"/>
                      <a:pt x="954" y="2144"/>
                    </a:cubicBezTo>
                    <a:cubicBezTo>
                      <a:pt x="943" y="2105"/>
                      <a:pt x="897" y="1956"/>
                      <a:pt x="893" y="1928"/>
                    </a:cubicBezTo>
                    <a:cubicBezTo>
                      <a:pt x="889" y="1900"/>
                      <a:pt x="877" y="1890"/>
                      <a:pt x="875" y="1869"/>
                    </a:cubicBezTo>
                    <a:cubicBezTo>
                      <a:pt x="874" y="1848"/>
                      <a:pt x="873" y="1762"/>
                      <a:pt x="873" y="1762"/>
                    </a:cubicBezTo>
                    <a:cubicBezTo>
                      <a:pt x="874" y="1762"/>
                      <a:pt x="874" y="1762"/>
                      <a:pt x="874" y="1762"/>
                    </a:cubicBezTo>
                    <a:cubicBezTo>
                      <a:pt x="874" y="1762"/>
                      <a:pt x="873" y="1848"/>
                      <a:pt x="871" y="1869"/>
                    </a:cubicBezTo>
                    <a:cubicBezTo>
                      <a:pt x="870" y="1890"/>
                      <a:pt x="858" y="1900"/>
                      <a:pt x="854" y="1928"/>
                    </a:cubicBezTo>
                    <a:cubicBezTo>
                      <a:pt x="850" y="1956"/>
                      <a:pt x="803" y="2105"/>
                      <a:pt x="793" y="2144"/>
                    </a:cubicBezTo>
                    <a:cubicBezTo>
                      <a:pt x="782" y="2182"/>
                      <a:pt x="755" y="2209"/>
                      <a:pt x="741" y="2212"/>
                    </a:cubicBezTo>
                    <a:cubicBezTo>
                      <a:pt x="726" y="2214"/>
                      <a:pt x="726" y="2224"/>
                      <a:pt x="735" y="2230"/>
                    </a:cubicBezTo>
                    <a:cubicBezTo>
                      <a:pt x="745" y="2237"/>
                      <a:pt x="722" y="2250"/>
                      <a:pt x="729" y="2264"/>
                    </a:cubicBezTo>
                    <a:cubicBezTo>
                      <a:pt x="735" y="2277"/>
                      <a:pt x="729" y="2315"/>
                      <a:pt x="739" y="2397"/>
                    </a:cubicBezTo>
                    <a:cubicBezTo>
                      <a:pt x="765" y="2604"/>
                      <a:pt x="631" y="2722"/>
                      <a:pt x="599" y="2752"/>
                    </a:cubicBezTo>
                    <a:cubicBezTo>
                      <a:pt x="566" y="2783"/>
                      <a:pt x="574" y="2797"/>
                      <a:pt x="574" y="2824"/>
                    </a:cubicBezTo>
                    <a:cubicBezTo>
                      <a:pt x="575" y="2852"/>
                      <a:pt x="553" y="2881"/>
                      <a:pt x="541" y="2890"/>
                    </a:cubicBezTo>
                    <a:cubicBezTo>
                      <a:pt x="530" y="2899"/>
                      <a:pt x="542" y="2919"/>
                      <a:pt x="545" y="2954"/>
                    </a:cubicBezTo>
                    <a:cubicBezTo>
                      <a:pt x="549" y="2989"/>
                      <a:pt x="471" y="3005"/>
                      <a:pt x="440" y="3007"/>
                    </a:cubicBezTo>
                    <a:cubicBezTo>
                      <a:pt x="410" y="3010"/>
                      <a:pt x="376" y="3022"/>
                      <a:pt x="368" y="3025"/>
                    </a:cubicBezTo>
                    <a:cubicBezTo>
                      <a:pt x="359" y="3027"/>
                      <a:pt x="349" y="3040"/>
                      <a:pt x="344" y="3050"/>
                    </a:cubicBezTo>
                    <a:cubicBezTo>
                      <a:pt x="338" y="3061"/>
                      <a:pt x="326" y="3064"/>
                      <a:pt x="324" y="3065"/>
                    </a:cubicBezTo>
                    <a:cubicBezTo>
                      <a:pt x="321" y="3065"/>
                      <a:pt x="316" y="3069"/>
                      <a:pt x="312" y="3077"/>
                    </a:cubicBezTo>
                    <a:cubicBezTo>
                      <a:pt x="307" y="3084"/>
                      <a:pt x="298" y="3097"/>
                      <a:pt x="273" y="3102"/>
                    </a:cubicBezTo>
                    <a:cubicBezTo>
                      <a:pt x="249" y="3108"/>
                      <a:pt x="235" y="3086"/>
                      <a:pt x="235" y="3086"/>
                    </a:cubicBezTo>
                    <a:cubicBezTo>
                      <a:pt x="235" y="3086"/>
                      <a:pt x="230" y="3087"/>
                      <a:pt x="218" y="3085"/>
                    </a:cubicBezTo>
                    <a:cubicBezTo>
                      <a:pt x="206" y="3082"/>
                      <a:pt x="202" y="3072"/>
                      <a:pt x="202" y="3072"/>
                    </a:cubicBezTo>
                    <a:cubicBezTo>
                      <a:pt x="202" y="3072"/>
                      <a:pt x="200" y="3073"/>
                      <a:pt x="191" y="3068"/>
                    </a:cubicBezTo>
                    <a:cubicBezTo>
                      <a:pt x="181" y="3063"/>
                      <a:pt x="184" y="3045"/>
                      <a:pt x="184" y="3045"/>
                    </a:cubicBezTo>
                    <a:cubicBezTo>
                      <a:pt x="184" y="3045"/>
                      <a:pt x="179" y="3045"/>
                      <a:pt x="175" y="3033"/>
                    </a:cubicBezTo>
                    <a:cubicBezTo>
                      <a:pt x="172" y="3021"/>
                      <a:pt x="186" y="3012"/>
                      <a:pt x="186" y="3012"/>
                    </a:cubicBezTo>
                    <a:cubicBezTo>
                      <a:pt x="185" y="3002"/>
                      <a:pt x="187" y="3001"/>
                      <a:pt x="191" y="2994"/>
                    </a:cubicBezTo>
                    <a:cubicBezTo>
                      <a:pt x="195" y="2987"/>
                      <a:pt x="203" y="2983"/>
                      <a:pt x="210" y="2981"/>
                    </a:cubicBezTo>
                    <a:cubicBezTo>
                      <a:pt x="216" y="2979"/>
                      <a:pt x="236" y="2975"/>
                      <a:pt x="244" y="2970"/>
                    </a:cubicBezTo>
                    <a:cubicBezTo>
                      <a:pt x="251" y="2966"/>
                      <a:pt x="257" y="2962"/>
                      <a:pt x="265" y="2954"/>
                    </a:cubicBezTo>
                    <a:cubicBezTo>
                      <a:pt x="274" y="2946"/>
                      <a:pt x="305" y="2924"/>
                      <a:pt x="311" y="2912"/>
                    </a:cubicBezTo>
                    <a:cubicBezTo>
                      <a:pt x="317" y="2899"/>
                      <a:pt x="338" y="2877"/>
                      <a:pt x="345" y="2871"/>
                    </a:cubicBezTo>
                    <a:cubicBezTo>
                      <a:pt x="351" y="2864"/>
                      <a:pt x="354" y="2860"/>
                      <a:pt x="350" y="2855"/>
                    </a:cubicBezTo>
                    <a:cubicBezTo>
                      <a:pt x="347" y="2851"/>
                      <a:pt x="344" y="2839"/>
                      <a:pt x="346" y="2834"/>
                    </a:cubicBezTo>
                    <a:cubicBezTo>
                      <a:pt x="348" y="2829"/>
                      <a:pt x="348" y="2828"/>
                      <a:pt x="339" y="2809"/>
                    </a:cubicBezTo>
                    <a:cubicBezTo>
                      <a:pt x="330" y="2790"/>
                      <a:pt x="350" y="2790"/>
                      <a:pt x="334" y="2745"/>
                    </a:cubicBezTo>
                    <a:cubicBezTo>
                      <a:pt x="265" y="2552"/>
                      <a:pt x="326" y="2333"/>
                      <a:pt x="334" y="2296"/>
                    </a:cubicBezTo>
                    <a:cubicBezTo>
                      <a:pt x="342" y="2258"/>
                      <a:pt x="329" y="2238"/>
                      <a:pt x="310" y="2217"/>
                    </a:cubicBezTo>
                    <a:cubicBezTo>
                      <a:pt x="291" y="2196"/>
                      <a:pt x="294" y="2145"/>
                      <a:pt x="297" y="2126"/>
                    </a:cubicBezTo>
                    <a:cubicBezTo>
                      <a:pt x="299" y="2108"/>
                      <a:pt x="304" y="2093"/>
                      <a:pt x="287" y="2061"/>
                    </a:cubicBezTo>
                    <a:cubicBezTo>
                      <a:pt x="175" y="1846"/>
                      <a:pt x="255" y="1526"/>
                      <a:pt x="266" y="1498"/>
                    </a:cubicBezTo>
                    <a:cubicBezTo>
                      <a:pt x="277" y="1470"/>
                      <a:pt x="278" y="1429"/>
                      <a:pt x="275" y="1404"/>
                    </a:cubicBezTo>
                    <a:cubicBezTo>
                      <a:pt x="273" y="1378"/>
                      <a:pt x="279" y="1291"/>
                      <a:pt x="279" y="1291"/>
                    </a:cubicBezTo>
                    <a:cubicBezTo>
                      <a:pt x="269" y="1328"/>
                      <a:pt x="221" y="1368"/>
                      <a:pt x="221" y="1376"/>
                    </a:cubicBezTo>
                    <a:cubicBezTo>
                      <a:pt x="221" y="1384"/>
                      <a:pt x="215" y="1394"/>
                      <a:pt x="205" y="1407"/>
                    </a:cubicBezTo>
                    <a:cubicBezTo>
                      <a:pt x="194" y="1420"/>
                      <a:pt x="202" y="1440"/>
                      <a:pt x="207" y="1458"/>
                    </a:cubicBezTo>
                    <a:cubicBezTo>
                      <a:pt x="211" y="1477"/>
                      <a:pt x="198" y="1514"/>
                      <a:pt x="194" y="1533"/>
                    </a:cubicBezTo>
                    <a:cubicBezTo>
                      <a:pt x="190" y="1552"/>
                      <a:pt x="191" y="1582"/>
                      <a:pt x="188" y="1592"/>
                    </a:cubicBezTo>
                    <a:cubicBezTo>
                      <a:pt x="186" y="1603"/>
                      <a:pt x="192" y="1635"/>
                      <a:pt x="180" y="1645"/>
                    </a:cubicBezTo>
                    <a:cubicBezTo>
                      <a:pt x="168" y="1654"/>
                      <a:pt x="152" y="1641"/>
                      <a:pt x="152" y="1641"/>
                    </a:cubicBezTo>
                    <a:cubicBezTo>
                      <a:pt x="162" y="1668"/>
                      <a:pt x="135" y="1680"/>
                      <a:pt x="135" y="1680"/>
                    </a:cubicBezTo>
                    <a:cubicBezTo>
                      <a:pt x="135" y="1680"/>
                      <a:pt x="137" y="1695"/>
                      <a:pt x="127" y="1699"/>
                    </a:cubicBezTo>
                    <a:cubicBezTo>
                      <a:pt x="112" y="1704"/>
                      <a:pt x="68" y="1663"/>
                      <a:pt x="60" y="1655"/>
                    </a:cubicBezTo>
                    <a:cubicBezTo>
                      <a:pt x="52" y="1647"/>
                      <a:pt x="42" y="1619"/>
                      <a:pt x="37" y="1605"/>
                    </a:cubicBezTo>
                    <a:cubicBezTo>
                      <a:pt x="32" y="1591"/>
                      <a:pt x="28" y="1581"/>
                      <a:pt x="14" y="1551"/>
                    </a:cubicBezTo>
                    <a:cubicBezTo>
                      <a:pt x="0" y="1521"/>
                      <a:pt x="19" y="1462"/>
                      <a:pt x="24" y="1441"/>
                    </a:cubicBezTo>
                    <a:cubicBezTo>
                      <a:pt x="29" y="1420"/>
                      <a:pt x="28" y="1410"/>
                      <a:pt x="27" y="1398"/>
                    </a:cubicBezTo>
                    <a:cubicBezTo>
                      <a:pt x="26" y="1386"/>
                      <a:pt x="28" y="1383"/>
                      <a:pt x="32" y="1372"/>
                    </a:cubicBezTo>
                    <a:cubicBezTo>
                      <a:pt x="36" y="1361"/>
                      <a:pt x="37" y="1362"/>
                      <a:pt x="27" y="1351"/>
                    </a:cubicBezTo>
                    <a:cubicBezTo>
                      <a:pt x="17" y="1340"/>
                      <a:pt x="28" y="1305"/>
                      <a:pt x="36" y="1298"/>
                    </a:cubicBezTo>
                    <a:cubicBezTo>
                      <a:pt x="44" y="1291"/>
                      <a:pt x="48" y="1278"/>
                      <a:pt x="44" y="1241"/>
                    </a:cubicBezTo>
                    <a:cubicBezTo>
                      <a:pt x="40" y="1204"/>
                      <a:pt x="72" y="1132"/>
                      <a:pt x="80" y="1116"/>
                    </a:cubicBezTo>
                    <a:cubicBezTo>
                      <a:pt x="88" y="1100"/>
                      <a:pt x="96" y="1086"/>
                      <a:pt x="92" y="1062"/>
                    </a:cubicBezTo>
                    <a:cubicBezTo>
                      <a:pt x="88" y="1038"/>
                      <a:pt x="102" y="1024"/>
                      <a:pt x="114" y="1007"/>
                    </a:cubicBezTo>
                    <a:cubicBezTo>
                      <a:pt x="126" y="990"/>
                      <a:pt x="120" y="980"/>
                      <a:pt x="125" y="931"/>
                    </a:cubicBezTo>
                    <a:cubicBezTo>
                      <a:pt x="138" y="800"/>
                      <a:pt x="171" y="717"/>
                      <a:pt x="194" y="692"/>
                    </a:cubicBezTo>
                    <a:cubicBezTo>
                      <a:pt x="217" y="667"/>
                      <a:pt x="229" y="652"/>
                      <a:pt x="245" y="608"/>
                    </a:cubicBezTo>
                    <a:cubicBezTo>
                      <a:pt x="306" y="437"/>
                      <a:pt x="603" y="418"/>
                      <a:pt x="628" y="411"/>
                    </a:cubicBezTo>
                    <a:cubicBezTo>
                      <a:pt x="653" y="404"/>
                      <a:pt x="688" y="381"/>
                      <a:pt x="693" y="365"/>
                    </a:cubicBezTo>
                    <a:cubicBezTo>
                      <a:pt x="698" y="349"/>
                      <a:pt x="708" y="350"/>
                      <a:pt x="708" y="350"/>
                    </a:cubicBezTo>
                    <a:cubicBezTo>
                      <a:pt x="699" y="293"/>
                      <a:pt x="722" y="248"/>
                      <a:pt x="722" y="248"/>
                    </a:cubicBezTo>
                    <a:cubicBezTo>
                      <a:pt x="705" y="268"/>
                      <a:pt x="707" y="221"/>
                      <a:pt x="702" y="212"/>
                    </a:cubicBezTo>
                    <a:cubicBezTo>
                      <a:pt x="694" y="200"/>
                      <a:pt x="699" y="177"/>
                      <a:pt x="711" y="170"/>
                    </a:cubicBezTo>
                    <a:cubicBezTo>
                      <a:pt x="723" y="163"/>
                      <a:pt x="728" y="182"/>
                      <a:pt x="728" y="182"/>
                    </a:cubicBezTo>
                    <a:cubicBezTo>
                      <a:pt x="737" y="17"/>
                      <a:pt x="872" y="0"/>
                      <a:pt x="872" y="0"/>
                    </a:cubicBezTo>
                    <a:lnTo>
                      <a:pt x="875" y="0"/>
                    </a:lnTo>
                    <a:close/>
                  </a:path>
                </a:pathLst>
              </a:custGeom>
              <a:solidFill>
                <a:srgbClr val="AA60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331" name="Freeform 416">
                <a:extLst>
                  <a:ext uri="{FF2B5EF4-FFF2-40B4-BE49-F238E27FC236}">
                    <a16:creationId xmlns:a16="http://schemas.microsoft.com/office/drawing/2014/main" id="{F0B34DDA-EED3-49BB-A270-EFF903D97C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2" y="2366"/>
                <a:ext cx="39" cy="175"/>
              </a:xfrm>
              <a:custGeom>
                <a:avLst/>
                <a:gdLst>
                  <a:gd name="T0" fmla="*/ 29 w 36"/>
                  <a:gd name="T1" fmla="*/ 0 h 164"/>
                  <a:gd name="T2" fmla="*/ 20 w 36"/>
                  <a:gd name="T3" fmla="*/ 12 h 164"/>
                  <a:gd name="T4" fmla="*/ 20 w 36"/>
                  <a:gd name="T5" fmla="*/ 30 h 164"/>
                  <a:gd name="T6" fmla="*/ 5 w 36"/>
                  <a:gd name="T7" fmla="*/ 57 h 164"/>
                  <a:gd name="T8" fmla="*/ 3 w 36"/>
                  <a:gd name="T9" fmla="*/ 81 h 164"/>
                  <a:gd name="T10" fmla="*/ 3 w 36"/>
                  <a:gd name="T11" fmla="*/ 97 h 164"/>
                  <a:gd name="T12" fmla="*/ 10 w 36"/>
                  <a:gd name="T13" fmla="*/ 107 h 164"/>
                  <a:gd name="T14" fmla="*/ 16 w 36"/>
                  <a:gd name="T15" fmla="*/ 126 h 164"/>
                  <a:gd name="T16" fmla="*/ 31 w 36"/>
                  <a:gd name="T17" fmla="*/ 141 h 164"/>
                  <a:gd name="T18" fmla="*/ 44 w 36"/>
                  <a:gd name="T19" fmla="*/ 173 h 164"/>
                  <a:gd name="T20" fmla="*/ 44 w 36"/>
                  <a:gd name="T21" fmla="*/ 200 h 16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6" h="164">
                    <a:moveTo>
                      <a:pt x="23" y="0"/>
                    </a:moveTo>
                    <a:cubicBezTo>
                      <a:pt x="20" y="4"/>
                      <a:pt x="18" y="5"/>
                      <a:pt x="16" y="9"/>
                    </a:cubicBezTo>
                    <a:cubicBezTo>
                      <a:pt x="15" y="14"/>
                      <a:pt x="17" y="19"/>
                      <a:pt x="16" y="24"/>
                    </a:cubicBezTo>
                    <a:cubicBezTo>
                      <a:pt x="14" y="34"/>
                      <a:pt x="10" y="39"/>
                      <a:pt x="5" y="47"/>
                    </a:cubicBezTo>
                    <a:cubicBezTo>
                      <a:pt x="0" y="54"/>
                      <a:pt x="2" y="58"/>
                      <a:pt x="3" y="67"/>
                    </a:cubicBezTo>
                    <a:cubicBezTo>
                      <a:pt x="3" y="71"/>
                      <a:pt x="3" y="76"/>
                      <a:pt x="3" y="80"/>
                    </a:cubicBezTo>
                    <a:cubicBezTo>
                      <a:pt x="4" y="83"/>
                      <a:pt x="5" y="85"/>
                      <a:pt x="7" y="88"/>
                    </a:cubicBezTo>
                    <a:cubicBezTo>
                      <a:pt x="10" y="95"/>
                      <a:pt x="8" y="100"/>
                      <a:pt x="13" y="104"/>
                    </a:cubicBezTo>
                    <a:cubicBezTo>
                      <a:pt x="18" y="108"/>
                      <a:pt x="21" y="111"/>
                      <a:pt x="25" y="116"/>
                    </a:cubicBezTo>
                    <a:cubicBezTo>
                      <a:pt x="30" y="124"/>
                      <a:pt x="33" y="133"/>
                      <a:pt x="35" y="142"/>
                    </a:cubicBezTo>
                    <a:cubicBezTo>
                      <a:pt x="36" y="149"/>
                      <a:pt x="34" y="157"/>
                      <a:pt x="35" y="164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332" name="Freeform 417">
                <a:extLst>
                  <a:ext uri="{FF2B5EF4-FFF2-40B4-BE49-F238E27FC236}">
                    <a16:creationId xmlns:a16="http://schemas.microsoft.com/office/drawing/2014/main" id="{C76ECDD9-5952-43F1-9E50-95B2EB1184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6" y="2452"/>
                <a:ext cx="49" cy="43"/>
              </a:xfrm>
              <a:custGeom>
                <a:avLst/>
                <a:gdLst>
                  <a:gd name="T0" fmla="*/ 55 w 46"/>
                  <a:gd name="T1" fmla="*/ 47 h 41"/>
                  <a:gd name="T2" fmla="*/ 40 w 46"/>
                  <a:gd name="T3" fmla="*/ 33 h 41"/>
                  <a:gd name="T4" fmla="*/ 25 w 46"/>
                  <a:gd name="T5" fmla="*/ 25 h 41"/>
                  <a:gd name="T6" fmla="*/ 0 w 46"/>
                  <a:gd name="T7" fmla="*/ 0 h 4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6" h="41">
                    <a:moveTo>
                      <a:pt x="46" y="41"/>
                    </a:moveTo>
                    <a:cubicBezTo>
                      <a:pt x="45" y="37"/>
                      <a:pt x="38" y="31"/>
                      <a:pt x="34" y="29"/>
                    </a:cubicBezTo>
                    <a:cubicBezTo>
                      <a:pt x="29" y="26"/>
                      <a:pt x="25" y="26"/>
                      <a:pt x="21" y="22"/>
                    </a:cubicBezTo>
                    <a:cubicBezTo>
                      <a:pt x="14" y="15"/>
                      <a:pt x="12" y="1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333" name="Freeform 418">
                <a:extLst>
                  <a:ext uri="{FF2B5EF4-FFF2-40B4-BE49-F238E27FC236}">
                    <a16:creationId xmlns:a16="http://schemas.microsoft.com/office/drawing/2014/main" id="{E36AC0F9-1D32-41E7-BD59-2344781176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4" y="2430"/>
                <a:ext cx="23" cy="18"/>
              </a:xfrm>
              <a:custGeom>
                <a:avLst/>
                <a:gdLst>
                  <a:gd name="T0" fmla="*/ 27 w 21"/>
                  <a:gd name="T1" fmla="*/ 20 h 17"/>
                  <a:gd name="T2" fmla="*/ 0 w 21"/>
                  <a:gd name="T3" fmla="*/ 0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17">
                    <a:moveTo>
                      <a:pt x="21" y="17"/>
                    </a:moveTo>
                    <a:cubicBezTo>
                      <a:pt x="16" y="9"/>
                      <a:pt x="9" y="4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334" name="Freeform 419">
                <a:extLst>
                  <a:ext uri="{FF2B5EF4-FFF2-40B4-BE49-F238E27FC236}">
                    <a16:creationId xmlns:a16="http://schemas.microsoft.com/office/drawing/2014/main" id="{00F86297-774D-4C0B-A83D-28E4C9E52E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3" y="2366"/>
                <a:ext cx="39" cy="129"/>
              </a:xfrm>
              <a:custGeom>
                <a:avLst/>
                <a:gdLst>
                  <a:gd name="T0" fmla="*/ 2 w 36"/>
                  <a:gd name="T1" fmla="*/ 0 h 121"/>
                  <a:gd name="T2" fmla="*/ 1 w 36"/>
                  <a:gd name="T3" fmla="*/ 57 h 121"/>
                  <a:gd name="T4" fmla="*/ 9 w 36"/>
                  <a:gd name="T5" fmla="*/ 100 h 121"/>
                  <a:gd name="T6" fmla="*/ 25 w 36"/>
                  <a:gd name="T7" fmla="*/ 127 h 121"/>
                  <a:gd name="T8" fmla="*/ 46 w 36"/>
                  <a:gd name="T9" fmla="*/ 147 h 1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" h="121">
                    <a:moveTo>
                      <a:pt x="2" y="0"/>
                    </a:moveTo>
                    <a:cubicBezTo>
                      <a:pt x="8" y="15"/>
                      <a:pt x="2" y="31"/>
                      <a:pt x="1" y="47"/>
                    </a:cubicBezTo>
                    <a:cubicBezTo>
                      <a:pt x="0" y="59"/>
                      <a:pt x="1" y="71"/>
                      <a:pt x="6" y="83"/>
                    </a:cubicBezTo>
                    <a:cubicBezTo>
                      <a:pt x="9" y="90"/>
                      <a:pt x="13" y="99"/>
                      <a:pt x="19" y="105"/>
                    </a:cubicBezTo>
                    <a:cubicBezTo>
                      <a:pt x="23" y="110"/>
                      <a:pt x="30" y="119"/>
                      <a:pt x="36" y="121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335" name="Freeform 420">
                <a:extLst>
                  <a:ext uri="{FF2B5EF4-FFF2-40B4-BE49-F238E27FC236}">
                    <a16:creationId xmlns:a16="http://schemas.microsoft.com/office/drawing/2014/main" id="{E1BE77ED-C29C-400D-B5B6-3BD638E71F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0" y="2358"/>
                <a:ext cx="38" cy="28"/>
              </a:xfrm>
              <a:custGeom>
                <a:avLst/>
                <a:gdLst>
                  <a:gd name="T0" fmla="*/ 0 w 36"/>
                  <a:gd name="T1" fmla="*/ 3 h 26"/>
                  <a:gd name="T2" fmla="*/ 42 w 36"/>
                  <a:gd name="T3" fmla="*/ 32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6" h="26">
                    <a:moveTo>
                      <a:pt x="0" y="3"/>
                    </a:moveTo>
                    <a:cubicBezTo>
                      <a:pt x="13" y="0"/>
                      <a:pt x="30" y="16"/>
                      <a:pt x="36" y="26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336" name="Freeform 421">
                <a:extLst>
                  <a:ext uri="{FF2B5EF4-FFF2-40B4-BE49-F238E27FC236}">
                    <a16:creationId xmlns:a16="http://schemas.microsoft.com/office/drawing/2014/main" id="{9D36A627-C3D7-4059-8541-A5BBE1A01C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7" y="2445"/>
                <a:ext cx="28" cy="30"/>
              </a:xfrm>
              <a:custGeom>
                <a:avLst/>
                <a:gdLst>
                  <a:gd name="T0" fmla="*/ 31 w 26"/>
                  <a:gd name="T1" fmla="*/ 1 h 28"/>
                  <a:gd name="T2" fmla="*/ 6 w 26"/>
                  <a:gd name="T3" fmla="*/ 6 h 28"/>
                  <a:gd name="T4" fmla="*/ 1 w 26"/>
                  <a:gd name="T5" fmla="*/ 34 h 28"/>
                  <a:gd name="T6" fmla="*/ 32 w 26"/>
                  <a:gd name="T7" fmla="*/ 33 h 2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28">
                    <a:moveTo>
                      <a:pt x="25" y="1"/>
                    </a:moveTo>
                    <a:cubicBezTo>
                      <a:pt x="18" y="0"/>
                      <a:pt x="11" y="1"/>
                      <a:pt x="6" y="6"/>
                    </a:cubicBezTo>
                    <a:cubicBezTo>
                      <a:pt x="0" y="11"/>
                      <a:pt x="0" y="21"/>
                      <a:pt x="1" y="28"/>
                    </a:cubicBezTo>
                    <a:cubicBezTo>
                      <a:pt x="5" y="22"/>
                      <a:pt x="20" y="20"/>
                      <a:pt x="26" y="27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337" name="Freeform 422">
                <a:extLst>
                  <a:ext uri="{FF2B5EF4-FFF2-40B4-BE49-F238E27FC236}">
                    <a16:creationId xmlns:a16="http://schemas.microsoft.com/office/drawing/2014/main" id="{47349EDD-EE79-494F-B6E5-699746DD08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" y="2525"/>
                <a:ext cx="38" cy="25"/>
              </a:xfrm>
              <a:custGeom>
                <a:avLst/>
                <a:gdLst>
                  <a:gd name="T0" fmla="*/ 0 w 35"/>
                  <a:gd name="T1" fmla="*/ 10 h 23"/>
                  <a:gd name="T2" fmla="*/ 31 w 35"/>
                  <a:gd name="T3" fmla="*/ 5 h 23"/>
                  <a:gd name="T4" fmla="*/ 43 w 35"/>
                  <a:gd name="T5" fmla="*/ 14 h 23"/>
                  <a:gd name="T6" fmla="*/ 36 w 35"/>
                  <a:gd name="T7" fmla="*/ 29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5" h="23">
                    <a:moveTo>
                      <a:pt x="0" y="7"/>
                    </a:moveTo>
                    <a:cubicBezTo>
                      <a:pt x="8" y="1"/>
                      <a:pt x="16" y="0"/>
                      <a:pt x="25" y="5"/>
                    </a:cubicBezTo>
                    <a:cubicBezTo>
                      <a:pt x="27" y="6"/>
                      <a:pt x="33" y="8"/>
                      <a:pt x="34" y="11"/>
                    </a:cubicBezTo>
                    <a:cubicBezTo>
                      <a:pt x="35" y="14"/>
                      <a:pt x="30" y="21"/>
                      <a:pt x="28" y="23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338" name="Freeform 423">
                <a:extLst>
                  <a:ext uri="{FF2B5EF4-FFF2-40B4-BE49-F238E27FC236}">
                    <a16:creationId xmlns:a16="http://schemas.microsoft.com/office/drawing/2014/main" id="{5BE7E964-A82E-49D7-A275-2F42DA85B8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9" y="2958"/>
                <a:ext cx="62" cy="87"/>
              </a:xfrm>
              <a:custGeom>
                <a:avLst/>
                <a:gdLst>
                  <a:gd name="T0" fmla="*/ 0 w 58"/>
                  <a:gd name="T1" fmla="*/ 0 h 82"/>
                  <a:gd name="T2" fmla="*/ 71 w 58"/>
                  <a:gd name="T3" fmla="*/ 98 h 8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8" h="82">
                    <a:moveTo>
                      <a:pt x="0" y="0"/>
                    </a:moveTo>
                    <a:cubicBezTo>
                      <a:pt x="13" y="31"/>
                      <a:pt x="53" y="46"/>
                      <a:pt x="58" y="82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339" name="Freeform 424">
                <a:extLst>
                  <a:ext uri="{FF2B5EF4-FFF2-40B4-BE49-F238E27FC236}">
                    <a16:creationId xmlns:a16="http://schemas.microsoft.com/office/drawing/2014/main" id="{7E1FB3EB-18FF-4B87-968A-694933F350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3" y="3084"/>
                <a:ext cx="212" cy="38"/>
              </a:xfrm>
              <a:custGeom>
                <a:avLst/>
                <a:gdLst>
                  <a:gd name="T0" fmla="*/ 0 w 199"/>
                  <a:gd name="T1" fmla="*/ 0 h 36"/>
                  <a:gd name="T2" fmla="*/ 114 w 199"/>
                  <a:gd name="T3" fmla="*/ 40 h 36"/>
                  <a:gd name="T4" fmla="*/ 241 w 199"/>
                  <a:gd name="T5" fmla="*/ 20 h 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9" h="36">
                    <a:moveTo>
                      <a:pt x="0" y="0"/>
                    </a:moveTo>
                    <a:cubicBezTo>
                      <a:pt x="32" y="17"/>
                      <a:pt x="56" y="33"/>
                      <a:pt x="94" y="34"/>
                    </a:cubicBezTo>
                    <a:cubicBezTo>
                      <a:pt x="129" y="36"/>
                      <a:pt x="166" y="27"/>
                      <a:pt x="199" y="17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340" name="Freeform 425">
                <a:extLst>
                  <a:ext uri="{FF2B5EF4-FFF2-40B4-BE49-F238E27FC236}">
                    <a16:creationId xmlns:a16="http://schemas.microsoft.com/office/drawing/2014/main" id="{E1649DD8-2846-417D-B76C-CB677E7719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0" y="3088"/>
                <a:ext cx="41" cy="18"/>
              </a:xfrm>
              <a:custGeom>
                <a:avLst/>
                <a:gdLst>
                  <a:gd name="T0" fmla="*/ 0 w 38"/>
                  <a:gd name="T1" fmla="*/ 0 h 17"/>
                  <a:gd name="T2" fmla="*/ 47 w 38"/>
                  <a:gd name="T3" fmla="*/ 20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8" h="17">
                    <a:moveTo>
                      <a:pt x="0" y="0"/>
                    </a:moveTo>
                    <a:cubicBezTo>
                      <a:pt x="13" y="1"/>
                      <a:pt x="29" y="8"/>
                      <a:pt x="38" y="17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341" name="Freeform 426">
                <a:extLst>
                  <a:ext uri="{FF2B5EF4-FFF2-40B4-BE49-F238E27FC236}">
                    <a16:creationId xmlns:a16="http://schemas.microsoft.com/office/drawing/2014/main" id="{BC04AB5B-3690-4BB6-9620-3EDE5F02DD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3" y="3145"/>
                <a:ext cx="44" cy="4"/>
              </a:xfrm>
              <a:custGeom>
                <a:avLst/>
                <a:gdLst>
                  <a:gd name="T0" fmla="*/ 0 w 41"/>
                  <a:gd name="T1" fmla="*/ 0 h 4"/>
                  <a:gd name="T2" fmla="*/ 50 w 41"/>
                  <a:gd name="T3" fmla="*/ 4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1" h="4">
                    <a:moveTo>
                      <a:pt x="0" y="0"/>
                    </a:moveTo>
                    <a:cubicBezTo>
                      <a:pt x="14" y="3"/>
                      <a:pt x="28" y="1"/>
                      <a:pt x="41" y="4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342" name="Freeform 427">
                <a:extLst>
                  <a:ext uri="{FF2B5EF4-FFF2-40B4-BE49-F238E27FC236}">
                    <a16:creationId xmlns:a16="http://schemas.microsoft.com/office/drawing/2014/main" id="{E9FE2F74-C69F-4057-8234-49EFA08259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2" y="3681"/>
                <a:ext cx="40" cy="11"/>
              </a:xfrm>
              <a:custGeom>
                <a:avLst/>
                <a:gdLst>
                  <a:gd name="T0" fmla="*/ 0 w 37"/>
                  <a:gd name="T1" fmla="*/ 0 h 10"/>
                  <a:gd name="T2" fmla="*/ 46 w 37"/>
                  <a:gd name="T3" fmla="*/ 13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7" h="10">
                    <a:moveTo>
                      <a:pt x="0" y="0"/>
                    </a:moveTo>
                    <a:cubicBezTo>
                      <a:pt x="12" y="5"/>
                      <a:pt x="25" y="9"/>
                      <a:pt x="37" y="1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343" name="Freeform 428">
                <a:extLst>
                  <a:ext uri="{FF2B5EF4-FFF2-40B4-BE49-F238E27FC236}">
                    <a16:creationId xmlns:a16="http://schemas.microsoft.com/office/drawing/2014/main" id="{63149D45-96DD-4901-93FF-9AD06AC3F3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2" y="3791"/>
                <a:ext cx="92" cy="15"/>
              </a:xfrm>
              <a:custGeom>
                <a:avLst/>
                <a:gdLst>
                  <a:gd name="T0" fmla="*/ 0 w 86"/>
                  <a:gd name="T1" fmla="*/ 6 h 14"/>
                  <a:gd name="T2" fmla="*/ 34 w 86"/>
                  <a:gd name="T3" fmla="*/ 1 h 14"/>
                  <a:gd name="T4" fmla="*/ 67 w 86"/>
                  <a:gd name="T5" fmla="*/ 12 h 14"/>
                  <a:gd name="T6" fmla="*/ 105 w 86"/>
                  <a:gd name="T7" fmla="*/ 17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6" h="14">
                    <a:moveTo>
                      <a:pt x="0" y="6"/>
                    </a:moveTo>
                    <a:cubicBezTo>
                      <a:pt x="9" y="3"/>
                      <a:pt x="19" y="0"/>
                      <a:pt x="28" y="1"/>
                    </a:cubicBezTo>
                    <a:cubicBezTo>
                      <a:pt x="38" y="2"/>
                      <a:pt x="45" y="8"/>
                      <a:pt x="55" y="9"/>
                    </a:cubicBezTo>
                    <a:cubicBezTo>
                      <a:pt x="65" y="10"/>
                      <a:pt x="80" y="2"/>
                      <a:pt x="86" y="14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344" name="Freeform 429">
                <a:extLst>
                  <a:ext uri="{FF2B5EF4-FFF2-40B4-BE49-F238E27FC236}">
                    <a16:creationId xmlns:a16="http://schemas.microsoft.com/office/drawing/2014/main" id="{DFF92D94-4A11-4724-8CB4-F1F1EE7330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0" y="3953"/>
                <a:ext cx="51" cy="82"/>
              </a:xfrm>
              <a:custGeom>
                <a:avLst/>
                <a:gdLst>
                  <a:gd name="T0" fmla="*/ 7 w 48"/>
                  <a:gd name="T1" fmla="*/ 93 h 77"/>
                  <a:gd name="T2" fmla="*/ 4 w 48"/>
                  <a:gd name="T3" fmla="*/ 49 h 77"/>
                  <a:gd name="T4" fmla="*/ 21 w 48"/>
                  <a:gd name="T5" fmla="*/ 43 h 77"/>
                  <a:gd name="T6" fmla="*/ 38 w 48"/>
                  <a:gd name="T7" fmla="*/ 33 h 77"/>
                  <a:gd name="T8" fmla="*/ 41 w 48"/>
                  <a:gd name="T9" fmla="*/ 23 h 77"/>
                  <a:gd name="T10" fmla="*/ 49 w 48"/>
                  <a:gd name="T11" fmla="*/ 18 h 77"/>
                  <a:gd name="T12" fmla="*/ 55 w 48"/>
                  <a:gd name="T13" fmla="*/ 0 h 7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8" h="77">
                    <a:moveTo>
                      <a:pt x="7" y="77"/>
                    </a:moveTo>
                    <a:cubicBezTo>
                      <a:pt x="0" y="66"/>
                      <a:pt x="0" y="52"/>
                      <a:pt x="4" y="40"/>
                    </a:cubicBezTo>
                    <a:cubicBezTo>
                      <a:pt x="9" y="41"/>
                      <a:pt x="14" y="38"/>
                      <a:pt x="18" y="36"/>
                    </a:cubicBezTo>
                    <a:cubicBezTo>
                      <a:pt x="22" y="34"/>
                      <a:pt x="30" y="30"/>
                      <a:pt x="32" y="27"/>
                    </a:cubicBezTo>
                    <a:cubicBezTo>
                      <a:pt x="34" y="24"/>
                      <a:pt x="33" y="22"/>
                      <a:pt x="35" y="20"/>
                    </a:cubicBezTo>
                    <a:cubicBezTo>
                      <a:pt x="37" y="18"/>
                      <a:pt x="39" y="17"/>
                      <a:pt x="40" y="15"/>
                    </a:cubicBezTo>
                    <a:cubicBezTo>
                      <a:pt x="44" y="11"/>
                      <a:pt x="48" y="6"/>
                      <a:pt x="46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345" name="Freeform 430">
                <a:extLst>
                  <a:ext uri="{FF2B5EF4-FFF2-40B4-BE49-F238E27FC236}">
                    <a16:creationId xmlns:a16="http://schemas.microsoft.com/office/drawing/2014/main" id="{970593D8-BF26-4165-AB9C-A4A02DEEA5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5" y="3959"/>
                <a:ext cx="3" cy="16"/>
              </a:xfrm>
              <a:custGeom>
                <a:avLst/>
                <a:gdLst>
                  <a:gd name="T0" fmla="*/ 3 w 3"/>
                  <a:gd name="T1" fmla="*/ 18 h 15"/>
                  <a:gd name="T2" fmla="*/ 1 w 3"/>
                  <a:gd name="T3" fmla="*/ 0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5">
                    <a:moveTo>
                      <a:pt x="3" y="15"/>
                    </a:moveTo>
                    <a:cubicBezTo>
                      <a:pt x="0" y="11"/>
                      <a:pt x="1" y="5"/>
                      <a:pt x="1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346" name="Freeform 431">
                <a:extLst>
                  <a:ext uri="{FF2B5EF4-FFF2-40B4-BE49-F238E27FC236}">
                    <a16:creationId xmlns:a16="http://schemas.microsoft.com/office/drawing/2014/main" id="{C33E2384-AE8A-410E-A796-01D6B77A10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1" y="3988"/>
                <a:ext cx="42" cy="27"/>
              </a:xfrm>
              <a:custGeom>
                <a:avLst/>
                <a:gdLst>
                  <a:gd name="T0" fmla="*/ 0 w 39"/>
                  <a:gd name="T1" fmla="*/ 10 h 25"/>
                  <a:gd name="T2" fmla="*/ 20 w 39"/>
                  <a:gd name="T3" fmla="*/ 15 h 25"/>
                  <a:gd name="T4" fmla="*/ 30 w 39"/>
                  <a:gd name="T5" fmla="*/ 31 h 25"/>
                  <a:gd name="T6" fmla="*/ 46 w 39"/>
                  <a:gd name="T7" fmla="*/ 15 h 25"/>
                  <a:gd name="T8" fmla="*/ 31 w 39"/>
                  <a:gd name="T9" fmla="*/ 0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9" h="25">
                    <a:moveTo>
                      <a:pt x="0" y="7"/>
                    </a:moveTo>
                    <a:cubicBezTo>
                      <a:pt x="6" y="4"/>
                      <a:pt x="12" y="8"/>
                      <a:pt x="17" y="12"/>
                    </a:cubicBezTo>
                    <a:cubicBezTo>
                      <a:pt x="21" y="15"/>
                      <a:pt x="22" y="20"/>
                      <a:pt x="24" y="25"/>
                    </a:cubicBezTo>
                    <a:cubicBezTo>
                      <a:pt x="27" y="21"/>
                      <a:pt x="35" y="17"/>
                      <a:pt x="37" y="12"/>
                    </a:cubicBezTo>
                    <a:cubicBezTo>
                      <a:pt x="39" y="6"/>
                      <a:pt x="29" y="2"/>
                      <a:pt x="25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347" name="Freeform 432">
                <a:extLst>
                  <a:ext uri="{FF2B5EF4-FFF2-40B4-BE49-F238E27FC236}">
                    <a16:creationId xmlns:a16="http://schemas.microsoft.com/office/drawing/2014/main" id="{A7AF7F07-EC5B-48C7-8F89-46E6149623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7" y="3962"/>
                <a:ext cx="39" cy="57"/>
              </a:xfrm>
              <a:custGeom>
                <a:avLst/>
                <a:gdLst>
                  <a:gd name="T0" fmla="*/ 4 w 37"/>
                  <a:gd name="T1" fmla="*/ 66 h 53"/>
                  <a:gd name="T2" fmla="*/ 20 w 37"/>
                  <a:gd name="T3" fmla="*/ 29 h 53"/>
                  <a:gd name="T4" fmla="*/ 37 w 37"/>
                  <a:gd name="T5" fmla="*/ 17 h 53"/>
                  <a:gd name="T6" fmla="*/ 43 w 37"/>
                  <a:gd name="T7" fmla="*/ 0 h 5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7" h="53">
                    <a:moveTo>
                      <a:pt x="4" y="53"/>
                    </a:moveTo>
                    <a:cubicBezTo>
                      <a:pt x="0" y="40"/>
                      <a:pt x="7" y="29"/>
                      <a:pt x="17" y="23"/>
                    </a:cubicBezTo>
                    <a:cubicBezTo>
                      <a:pt x="22" y="20"/>
                      <a:pt x="27" y="18"/>
                      <a:pt x="31" y="14"/>
                    </a:cubicBezTo>
                    <a:cubicBezTo>
                      <a:pt x="35" y="10"/>
                      <a:pt x="34" y="4"/>
                      <a:pt x="37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348" name="Freeform 433">
                <a:extLst>
                  <a:ext uri="{FF2B5EF4-FFF2-40B4-BE49-F238E27FC236}">
                    <a16:creationId xmlns:a16="http://schemas.microsoft.com/office/drawing/2014/main" id="{D8B85A8E-EC37-4922-9DA7-6362B8E150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2" y="3947"/>
                <a:ext cx="44" cy="43"/>
              </a:xfrm>
              <a:custGeom>
                <a:avLst/>
                <a:gdLst>
                  <a:gd name="T0" fmla="*/ 0 w 42"/>
                  <a:gd name="T1" fmla="*/ 49 h 40"/>
                  <a:gd name="T2" fmla="*/ 8 w 42"/>
                  <a:gd name="T3" fmla="*/ 33 h 40"/>
                  <a:gd name="T4" fmla="*/ 21 w 42"/>
                  <a:gd name="T5" fmla="*/ 19 h 40"/>
                  <a:gd name="T6" fmla="*/ 31 w 42"/>
                  <a:gd name="T7" fmla="*/ 16 h 40"/>
                  <a:gd name="T8" fmla="*/ 48 w 42"/>
                  <a:gd name="T9" fmla="*/ 0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2" h="40">
                    <a:moveTo>
                      <a:pt x="0" y="40"/>
                    </a:moveTo>
                    <a:cubicBezTo>
                      <a:pt x="0" y="35"/>
                      <a:pt x="5" y="30"/>
                      <a:pt x="8" y="27"/>
                    </a:cubicBezTo>
                    <a:cubicBezTo>
                      <a:pt x="11" y="23"/>
                      <a:pt x="14" y="19"/>
                      <a:pt x="18" y="16"/>
                    </a:cubicBezTo>
                    <a:cubicBezTo>
                      <a:pt x="21" y="14"/>
                      <a:pt x="25" y="15"/>
                      <a:pt x="28" y="13"/>
                    </a:cubicBezTo>
                    <a:cubicBezTo>
                      <a:pt x="34" y="10"/>
                      <a:pt x="36" y="3"/>
                      <a:pt x="42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349" name="Freeform 434">
                <a:extLst>
                  <a:ext uri="{FF2B5EF4-FFF2-40B4-BE49-F238E27FC236}">
                    <a16:creationId xmlns:a16="http://schemas.microsoft.com/office/drawing/2014/main" id="{03B5854F-06F5-47A2-A0D0-46F3A41403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2" y="3942"/>
                <a:ext cx="20" cy="15"/>
              </a:xfrm>
              <a:custGeom>
                <a:avLst/>
                <a:gdLst>
                  <a:gd name="T0" fmla="*/ 0 w 19"/>
                  <a:gd name="T1" fmla="*/ 13 h 14"/>
                  <a:gd name="T2" fmla="*/ 9 w 19"/>
                  <a:gd name="T3" fmla="*/ 10 h 14"/>
                  <a:gd name="T4" fmla="*/ 22 w 19"/>
                  <a:gd name="T5" fmla="*/ 0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14">
                    <a:moveTo>
                      <a:pt x="0" y="10"/>
                    </a:moveTo>
                    <a:cubicBezTo>
                      <a:pt x="1" y="14"/>
                      <a:pt x="7" y="8"/>
                      <a:pt x="9" y="7"/>
                    </a:cubicBezTo>
                    <a:cubicBezTo>
                      <a:pt x="12" y="5"/>
                      <a:pt x="16" y="3"/>
                      <a:pt x="19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350" name="Freeform 435">
                <a:extLst>
                  <a:ext uri="{FF2B5EF4-FFF2-40B4-BE49-F238E27FC236}">
                    <a16:creationId xmlns:a16="http://schemas.microsoft.com/office/drawing/2014/main" id="{C49429EC-B849-4B65-BA73-A8E0615DD2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8" y="3959"/>
                <a:ext cx="12" cy="13"/>
              </a:xfrm>
              <a:custGeom>
                <a:avLst/>
                <a:gdLst>
                  <a:gd name="T0" fmla="*/ 0 w 11"/>
                  <a:gd name="T1" fmla="*/ 4 h 12"/>
                  <a:gd name="T2" fmla="*/ 9 w 11"/>
                  <a:gd name="T3" fmla="*/ 15 h 12"/>
                  <a:gd name="T4" fmla="*/ 2 w 11"/>
                  <a:gd name="T5" fmla="*/ 4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2">
                    <a:moveTo>
                      <a:pt x="0" y="4"/>
                    </a:moveTo>
                    <a:cubicBezTo>
                      <a:pt x="3" y="6"/>
                      <a:pt x="4" y="9"/>
                      <a:pt x="6" y="12"/>
                    </a:cubicBezTo>
                    <a:cubicBezTo>
                      <a:pt x="11" y="8"/>
                      <a:pt x="8" y="0"/>
                      <a:pt x="2" y="4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351" name="Freeform 436">
                <a:extLst>
                  <a:ext uri="{FF2B5EF4-FFF2-40B4-BE49-F238E27FC236}">
                    <a16:creationId xmlns:a16="http://schemas.microsoft.com/office/drawing/2014/main" id="{623DBEEF-B754-401C-8E7B-238260709F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9" y="3978"/>
                <a:ext cx="16" cy="17"/>
              </a:xfrm>
              <a:custGeom>
                <a:avLst/>
                <a:gdLst>
                  <a:gd name="T0" fmla="*/ 0 w 15"/>
                  <a:gd name="T1" fmla="*/ 4 h 16"/>
                  <a:gd name="T2" fmla="*/ 11 w 15"/>
                  <a:gd name="T3" fmla="*/ 19 h 16"/>
                  <a:gd name="T4" fmla="*/ 16 w 15"/>
                  <a:gd name="T5" fmla="*/ 4 h 16"/>
                  <a:gd name="T6" fmla="*/ 2 w 15"/>
                  <a:gd name="T7" fmla="*/ 5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16">
                    <a:moveTo>
                      <a:pt x="0" y="4"/>
                    </a:moveTo>
                    <a:cubicBezTo>
                      <a:pt x="7" y="6"/>
                      <a:pt x="8" y="10"/>
                      <a:pt x="8" y="16"/>
                    </a:cubicBezTo>
                    <a:cubicBezTo>
                      <a:pt x="10" y="13"/>
                      <a:pt x="15" y="8"/>
                      <a:pt x="13" y="4"/>
                    </a:cubicBezTo>
                    <a:cubicBezTo>
                      <a:pt x="11" y="0"/>
                      <a:pt x="3" y="1"/>
                      <a:pt x="2" y="5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352" name="Freeform 437">
                <a:extLst>
                  <a:ext uri="{FF2B5EF4-FFF2-40B4-BE49-F238E27FC236}">
                    <a16:creationId xmlns:a16="http://schemas.microsoft.com/office/drawing/2014/main" id="{E24911AC-238A-4F03-8A5D-B9E18AB29C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9" y="3993"/>
                <a:ext cx="22" cy="17"/>
              </a:xfrm>
              <a:custGeom>
                <a:avLst/>
                <a:gdLst>
                  <a:gd name="T0" fmla="*/ 1 w 20"/>
                  <a:gd name="T1" fmla="*/ 11 h 16"/>
                  <a:gd name="T2" fmla="*/ 19 w 20"/>
                  <a:gd name="T3" fmla="*/ 19 h 16"/>
                  <a:gd name="T4" fmla="*/ 25 w 20"/>
                  <a:gd name="T5" fmla="*/ 5 h 16"/>
                  <a:gd name="T6" fmla="*/ 12 w 20"/>
                  <a:gd name="T7" fmla="*/ 0 h 16"/>
                  <a:gd name="T8" fmla="*/ 0 w 20"/>
                  <a:gd name="T9" fmla="*/ 7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16">
                    <a:moveTo>
                      <a:pt x="1" y="8"/>
                    </a:moveTo>
                    <a:cubicBezTo>
                      <a:pt x="7" y="10"/>
                      <a:pt x="10" y="9"/>
                      <a:pt x="14" y="16"/>
                    </a:cubicBezTo>
                    <a:cubicBezTo>
                      <a:pt x="15" y="13"/>
                      <a:pt x="20" y="9"/>
                      <a:pt x="19" y="5"/>
                    </a:cubicBezTo>
                    <a:cubicBezTo>
                      <a:pt x="18" y="0"/>
                      <a:pt x="12" y="0"/>
                      <a:pt x="9" y="0"/>
                    </a:cubicBezTo>
                    <a:cubicBezTo>
                      <a:pt x="4" y="1"/>
                      <a:pt x="2" y="3"/>
                      <a:pt x="0" y="7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353" name="Freeform 438">
                <a:extLst>
                  <a:ext uri="{FF2B5EF4-FFF2-40B4-BE49-F238E27FC236}">
                    <a16:creationId xmlns:a16="http://schemas.microsoft.com/office/drawing/2014/main" id="{862B631A-342E-4F55-875E-B9BC8C46DC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0" y="1470"/>
                <a:ext cx="138" cy="655"/>
              </a:xfrm>
              <a:custGeom>
                <a:avLst/>
                <a:gdLst>
                  <a:gd name="T0" fmla="*/ 0 w 130"/>
                  <a:gd name="T1" fmla="*/ 743 h 615"/>
                  <a:gd name="T2" fmla="*/ 23 w 130"/>
                  <a:gd name="T3" fmla="*/ 508 h 615"/>
                  <a:gd name="T4" fmla="*/ 106 w 130"/>
                  <a:gd name="T5" fmla="*/ 355 h 615"/>
                  <a:gd name="T6" fmla="*/ 113 w 130"/>
                  <a:gd name="T7" fmla="*/ 253 h 615"/>
                  <a:gd name="T8" fmla="*/ 146 w 130"/>
                  <a:gd name="T9" fmla="*/ 165 h 615"/>
                  <a:gd name="T10" fmla="*/ 140 w 130"/>
                  <a:gd name="T11" fmla="*/ 0 h 61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0" h="615">
                    <a:moveTo>
                      <a:pt x="0" y="615"/>
                    </a:moveTo>
                    <a:cubicBezTo>
                      <a:pt x="0" y="615"/>
                      <a:pt x="0" y="472"/>
                      <a:pt x="20" y="421"/>
                    </a:cubicBezTo>
                    <a:cubicBezTo>
                      <a:pt x="41" y="370"/>
                      <a:pt x="95" y="311"/>
                      <a:pt x="89" y="294"/>
                    </a:cubicBezTo>
                    <a:cubicBezTo>
                      <a:pt x="83" y="276"/>
                      <a:pt x="69" y="263"/>
                      <a:pt x="94" y="209"/>
                    </a:cubicBezTo>
                    <a:cubicBezTo>
                      <a:pt x="119" y="154"/>
                      <a:pt x="130" y="156"/>
                      <a:pt x="122" y="137"/>
                    </a:cubicBezTo>
                    <a:cubicBezTo>
                      <a:pt x="113" y="118"/>
                      <a:pt x="92" y="50"/>
                      <a:pt x="117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354" name="Freeform 439">
                <a:extLst>
                  <a:ext uri="{FF2B5EF4-FFF2-40B4-BE49-F238E27FC236}">
                    <a16:creationId xmlns:a16="http://schemas.microsoft.com/office/drawing/2014/main" id="{E69D29AB-941E-40DD-9A0E-58A96D36E5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8" y="1543"/>
                <a:ext cx="99" cy="30"/>
              </a:xfrm>
              <a:custGeom>
                <a:avLst/>
                <a:gdLst>
                  <a:gd name="T0" fmla="*/ 112 w 93"/>
                  <a:gd name="T1" fmla="*/ 33 h 28"/>
                  <a:gd name="T2" fmla="*/ 94 w 93"/>
                  <a:gd name="T3" fmla="*/ 27 h 28"/>
                  <a:gd name="T4" fmla="*/ 0 w 93"/>
                  <a:gd name="T5" fmla="*/ 0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3" h="28">
                    <a:moveTo>
                      <a:pt x="93" y="27"/>
                    </a:moveTo>
                    <a:cubicBezTo>
                      <a:pt x="93" y="27"/>
                      <a:pt x="87" y="28"/>
                      <a:pt x="78" y="21"/>
                    </a:cubicBezTo>
                    <a:cubicBezTo>
                      <a:pt x="69" y="14"/>
                      <a:pt x="30" y="22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355" name="Freeform 440">
                <a:extLst>
                  <a:ext uri="{FF2B5EF4-FFF2-40B4-BE49-F238E27FC236}">
                    <a16:creationId xmlns:a16="http://schemas.microsoft.com/office/drawing/2014/main" id="{EE49EE5E-5426-4445-BD1F-3A0FD8AFE0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8" y="1609"/>
                <a:ext cx="20" cy="44"/>
              </a:xfrm>
              <a:custGeom>
                <a:avLst/>
                <a:gdLst>
                  <a:gd name="T0" fmla="*/ 0 w 19"/>
                  <a:gd name="T1" fmla="*/ 0 h 41"/>
                  <a:gd name="T2" fmla="*/ 22 w 19"/>
                  <a:gd name="T3" fmla="*/ 50 h 4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41">
                    <a:moveTo>
                      <a:pt x="0" y="0"/>
                    </a:moveTo>
                    <a:cubicBezTo>
                      <a:pt x="0" y="0"/>
                      <a:pt x="9" y="17"/>
                      <a:pt x="19" y="41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356" name="Freeform 441">
                <a:extLst>
                  <a:ext uri="{FF2B5EF4-FFF2-40B4-BE49-F238E27FC236}">
                    <a16:creationId xmlns:a16="http://schemas.microsoft.com/office/drawing/2014/main" id="{29BC01B2-75C6-447F-8332-BFAFB1419E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1" y="1698"/>
                <a:ext cx="493" cy="271"/>
              </a:xfrm>
              <a:custGeom>
                <a:avLst/>
                <a:gdLst>
                  <a:gd name="T0" fmla="*/ 33 w 462"/>
                  <a:gd name="T1" fmla="*/ 0 h 254"/>
                  <a:gd name="T2" fmla="*/ 27 w 462"/>
                  <a:gd name="T3" fmla="*/ 101 h 254"/>
                  <a:gd name="T4" fmla="*/ 120 w 462"/>
                  <a:gd name="T5" fmla="*/ 187 h 254"/>
                  <a:gd name="T6" fmla="*/ 217 w 462"/>
                  <a:gd name="T7" fmla="*/ 223 h 254"/>
                  <a:gd name="T8" fmla="*/ 561 w 462"/>
                  <a:gd name="T9" fmla="*/ 163 h 25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62" h="254">
                    <a:moveTo>
                      <a:pt x="27" y="0"/>
                    </a:moveTo>
                    <a:cubicBezTo>
                      <a:pt x="27" y="0"/>
                      <a:pt x="0" y="62"/>
                      <a:pt x="22" y="83"/>
                    </a:cubicBezTo>
                    <a:cubicBezTo>
                      <a:pt x="44" y="103"/>
                      <a:pt x="85" y="146"/>
                      <a:pt x="98" y="154"/>
                    </a:cubicBezTo>
                    <a:cubicBezTo>
                      <a:pt x="112" y="163"/>
                      <a:pt x="138" y="178"/>
                      <a:pt x="178" y="184"/>
                    </a:cubicBezTo>
                    <a:cubicBezTo>
                      <a:pt x="217" y="190"/>
                      <a:pt x="455" y="254"/>
                      <a:pt x="462" y="134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357" name="Freeform 442">
                <a:extLst>
                  <a:ext uri="{FF2B5EF4-FFF2-40B4-BE49-F238E27FC236}">
                    <a16:creationId xmlns:a16="http://schemas.microsoft.com/office/drawing/2014/main" id="{653932BF-9F27-4FB8-A248-4B6C452AAC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9" y="1824"/>
                <a:ext cx="111" cy="52"/>
              </a:xfrm>
              <a:custGeom>
                <a:avLst/>
                <a:gdLst>
                  <a:gd name="T0" fmla="*/ 55 w 105"/>
                  <a:gd name="T1" fmla="*/ 0 h 49"/>
                  <a:gd name="T2" fmla="*/ 66 w 105"/>
                  <a:gd name="T3" fmla="*/ 1 h 49"/>
                  <a:gd name="T4" fmla="*/ 123 w 105"/>
                  <a:gd name="T5" fmla="*/ 36 h 49"/>
                  <a:gd name="T6" fmla="*/ 59 w 105"/>
                  <a:gd name="T7" fmla="*/ 54 h 49"/>
                  <a:gd name="T8" fmla="*/ 2 w 105"/>
                  <a:gd name="T9" fmla="*/ 19 h 49"/>
                  <a:gd name="T10" fmla="*/ 36 w 105"/>
                  <a:gd name="T11" fmla="*/ 1 h 4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5" h="49">
                    <a:moveTo>
                      <a:pt x="46" y="0"/>
                    </a:moveTo>
                    <a:cubicBezTo>
                      <a:pt x="49" y="1"/>
                      <a:pt x="52" y="1"/>
                      <a:pt x="56" y="1"/>
                    </a:cubicBezTo>
                    <a:cubicBezTo>
                      <a:pt x="84" y="5"/>
                      <a:pt x="105" y="18"/>
                      <a:pt x="104" y="30"/>
                    </a:cubicBezTo>
                    <a:cubicBezTo>
                      <a:pt x="102" y="42"/>
                      <a:pt x="78" y="49"/>
                      <a:pt x="50" y="45"/>
                    </a:cubicBezTo>
                    <a:cubicBezTo>
                      <a:pt x="22" y="41"/>
                      <a:pt x="0" y="28"/>
                      <a:pt x="2" y="16"/>
                    </a:cubicBezTo>
                    <a:cubicBezTo>
                      <a:pt x="3" y="8"/>
                      <a:pt x="14" y="3"/>
                      <a:pt x="30" y="1"/>
                    </a:cubicBezTo>
                  </a:path>
                </a:pathLst>
              </a:custGeom>
              <a:solidFill>
                <a:srgbClr val="8E4C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358" name="Freeform 443">
                <a:extLst>
                  <a:ext uri="{FF2B5EF4-FFF2-40B4-BE49-F238E27FC236}">
                    <a16:creationId xmlns:a16="http://schemas.microsoft.com/office/drawing/2014/main" id="{EDF4760A-DA1A-44EB-8F30-0642864D39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4" y="1824"/>
                <a:ext cx="112" cy="52"/>
              </a:xfrm>
              <a:custGeom>
                <a:avLst/>
                <a:gdLst>
                  <a:gd name="T0" fmla="*/ 73 w 105"/>
                  <a:gd name="T1" fmla="*/ 0 h 49"/>
                  <a:gd name="T2" fmla="*/ 61 w 105"/>
                  <a:gd name="T3" fmla="*/ 1 h 49"/>
                  <a:gd name="T4" fmla="*/ 2 w 105"/>
                  <a:gd name="T5" fmla="*/ 36 h 49"/>
                  <a:gd name="T6" fmla="*/ 68 w 105"/>
                  <a:gd name="T7" fmla="*/ 54 h 49"/>
                  <a:gd name="T8" fmla="*/ 126 w 105"/>
                  <a:gd name="T9" fmla="*/ 19 h 49"/>
                  <a:gd name="T10" fmla="*/ 92 w 105"/>
                  <a:gd name="T11" fmla="*/ 1 h 4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5" h="49">
                    <a:moveTo>
                      <a:pt x="60" y="0"/>
                    </a:moveTo>
                    <a:cubicBezTo>
                      <a:pt x="56" y="1"/>
                      <a:pt x="53" y="1"/>
                      <a:pt x="50" y="1"/>
                    </a:cubicBezTo>
                    <a:cubicBezTo>
                      <a:pt x="22" y="5"/>
                      <a:pt x="0" y="18"/>
                      <a:pt x="2" y="30"/>
                    </a:cubicBezTo>
                    <a:cubicBezTo>
                      <a:pt x="4" y="42"/>
                      <a:pt x="28" y="49"/>
                      <a:pt x="56" y="45"/>
                    </a:cubicBezTo>
                    <a:cubicBezTo>
                      <a:pt x="84" y="41"/>
                      <a:pt x="105" y="28"/>
                      <a:pt x="104" y="16"/>
                    </a:cubicBezTo>
                    <a:cubicBezTo>
                      <a:pt x="103" y="8"/>
                      <a:pt x="92" y="3"/>
                      <a:pt x="76" y="1"/>
                    </a:cubicBezTo>
                  </a:path>
                </a:pathLst>
              </a:custGeom>
              <a:solidFill>
                <a:srgbClr val="8E4C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359" name="Freeform 444">
                <a:extLst>
                  <a:ext uri="{FF2B5EF4-FFF2-40B4-BE49-F238E27FC236}">
                    <a16:creationId xmlns:a16="http://schemas.microsoft.com/office/drawing/2014/main" id="{FFD59D0E-9CE6-4AF3-8601-1397947F7E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5" y="1824"/>
                <a:ext cx="13" cy="1"/>
              </a:xfrm>
              <a:custGeom>
                <a:avLst/>
                <a:gdLst>
                  <a:gd name="T0" fmla="*/ 0 w 12"/>
                  <a:gd name="T1" fmla="*/ 1 h 1"/>
                  <a:gd name="T2" fmla="*/ 15 w 1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1">
                    <a:moveTo>
                      <a:pt x="0" y="1"/>
                    </a:moveTo>
                    <a:cubicBezTo>
                      <a:pt x="4" y="0"/>
                      <a:pt x="8" y="0"/>
                      <a:pt x="12" y="0"/>
                    </a:cubicBezTo>
                  </a:path>
                </a:pathLst>
              </a:custGeom>
              <a:solidFill>
                <a:srgbClr val="8E4C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360" name="Freeform 445">
                <a:extLst>
                  <a:ext uri="{FF2B5EF4-FFF2-40B4-BE49-F238E27FC236}">
                    <a16:creationId xmlns:a16="http://schemas.microsoft.com/office/drawing/2014/main" id="{ED948D34-2E10-47B6-9C71-3A87387EEE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6" y="1829"/>
                <a:ext cx="7" cy="3"/>
              </a:xfrm>
              <a:custGeom>
                <a:avLst/>
                <a:gdLst>
                  <a:gd name="T0" fmla="*/ 0 w 7"/>
                  <a:gd name="T1" fmla="*/ 3 h 3"/>
                  <a:gd name="T2" fmla="*/ 7 w 7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3">
                    <a:moveTo>
                      <a:pt x="0" y="3"/>
                    </a:moveTo>
                    <a:cubicBezTo>
                      <a:pt x="2" y="2"/>
                      <a:pt x="4" y="1"/>
                      <a:pt x="7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361" name="Freeform 446">
                <a:extLst>
                  <a:ext uri="{FF2B5EF4-FFF2-40B4-BE49-F238E27FC236}">
                    <a16:creationId xmlns:a16="http://schemas.microsoft.com/office/drawing/2014/main" id="{EE2E20F4-D14C-409F-942D-D104281854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2" y="1824"/>
                <a:ext cx="108" cy="52"/>
              </a:xfrm>
              <a:custGeom>
                <a:avLst/>
                <a:gdLst>
                  <a:gd name="T0" fmla="*/ 44 w 102"/>
                  <a:gd name="T1" fmla="*/ 0 h 49"/>
                  <a:gd name="T2" fmla="*/ 62 w 102"/>
                  <a:gd name="T3" fmla="*/ 1 h 49"/>
                  <a:gd name="T4" fmla="*/ 120 w 102"/>
                  <a:gd name="T5" fmla="*/ 36 h 49"/>
                  <a:gd name="T6" fmla="*/ 56 w 102"/>
                  <a:gd name="T7" fmla="*/ 54 h 49"/>
                  <a:gd name="T8" fmla="*/ 0 w 102"/>
                  <a:gd name="T9" fmla="*/ 27 h 4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2" h="49">
                    <a:moveTo>
                      <a:pt x="38" y="0"/>
                    </a:moveTo>
                    <a:cubicBezTo>
                      <a:pt x="43" y="0"/>
                      <a:pt x="48" y="1"/>
                      <a:pt x="53" y="1"/>
                    </a:cubicBezTo>
                    <a:cubicBezTo>
                      <a:pt x="81" y="5"/>
                      <a:pt x="102" y="18"/>
                      <a:pt x="101" y="30"/>
                    </a:cubicBezTo>
                    <a:cubicBezTo>
                      <a:pt x="99" y="42"/>
                      <a:pt x="75" y="49"/>
                      <a:pt x="47" y="45"/>
                    </a:cubicBezTo>
                    <a:cubicBezTo>
                      <a:pt x="24" y="42"/>
                      <a:pt x="6" y="33"/>
                      <a:pt x="0" y="23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362" name="Freeform 447">
                <a:extLst>
                  <a:ext uri="{FF2B5EF4-FFF2-40B4-BE49-F238E27FC236}">
                    <a16:creationId xmlns:a16="http://schemas.microsoft.com/office/drawing/2014/main" id="{BE6B5135-6DEA-4CD9-8DBC-05BF8F8B58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9" y="1825"/>
                <a:ext cx="12" cy="2"/>
              </a:xfrm>
              <a:custGeom>
                <a:avLst/>
                <a:gdLst>
                  <a:gd name="T0" fmla="*/ 0 w 11"/>
                  <a:gd name="T1" fmla="*/ 2 h 2"/>
                  <a:gd name="T2" fmla="*/ 1 w 11"/>
                  <a:gd name="T3" fmla="*/ 2 h 2"/>
                  <a:gd name="T4" fmla="*/ 14 w 11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2">
                    <a:moveTo>
                      <a:pt x="0" y="2"/>
                    </a:moveTo>
                    <a:cubicBezTo>
                      <a:pt x="0" y="2"/>
                      <a:pt x="0" y="2"/>
                      <a:pt x="1" y="2"/>
                    </a:cubicBezTo>
                    <a:cubicBezTo>
                      <a:pt x="4" y="1"/>
                      <a:pt x="7" y="0"/>
                      <a:pt x="11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363" name="Freeform 448">
                <a:extLst>
                  <a:ext uri="{FF2B5EF4-FFF2-40B4-BE49-F238E27FC236}">
                    <a16:creationId xmlns:a16="http://schemas.microsoft.com/office/drawing/2014/main" id="{0C40481A-FA09-4F34-AD91-61DD36EA08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3" y="1599"/>
                <a:ext cx="62" cy="23"/>
              </a:xfrm>
              <a:custGeom>
                <a:avLst/>
                <a:gdLst>
                  <a:gd name="T0" fmla="*/ 71 w 58"/>
                  <a:gd name="T1" fmla="*/ 0 h 22"/>
                  <a:gd name="T2" fmla="*/ 0 w 58"/>
                  <a:gd name="T3" fmla="*/ 25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8" h="22">
                    <a:moveTo>
                      <a:pt x="58" y="0"/>
                    </a:moveTo>
                    <a:cubicBezTo>
                      <a:pt x="39" y="5"/>
                      <a:pt x="21" y="18"/>
                      <a:pt x="0" y="22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364" name="Freeform 449">
                <a:extLst>
                  <a:ext uri="{FF2B5EF4-FFF2-40B4-BE49-F238E27FC236}">
                    <a16:creationId xmlns:a16="http://schemas.microsoft.com/office/drawing/2014/main" id="{77B82524-8636-419C-8DA6-1C503F6C0B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4" y="1872"/>
                <a:ext cx="67" cy="12"/>
              </a:xfrm>
              <a:custGeom>
                <a:avLst/>
                <a:gdLst>
                  <a:gd name="T0" fmla="*/ 76 w 63"/>
                  <a:gd name="T1" fmla="*/ 2 h 12"/>
                  <a:gd name="T2" fmla="*/ 0 w 63"/>
                  <a:gd name="T3" fmla="*/ 0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3" h="12">
                    <a:moveTo>
                      <a:pt x="63" y="2"/>
                    </a:moveTo>
                    <a:cubicBezTo>
                      <a:pt x="47" y="12"/>
                      <a:pt x="17" y="5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365" name="Freeform 450">
                <a:extLst>
                  <a:ext uri="{FF2B5EF4-FFF2-40B4-BE49-F238E27FC236}">
                    <a16:creationId xmlns:a16="http://schemas.microsoft.com/office/drawing/2014/main" id="{7A4BACD1-3B50-4AC0-9ABB-BBAB3C6431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9" y="1827"/>
                <a:ext cx="40" cy="23"/>
              </a:xfrm>
              <a:custGeom>
                <a:avLst/>
                <a:gdLst>
                  <a:gd name="T0" fmla="*/ 0 w 37"/>
                  <a:gd name="T1" fmla="*/ 0 h 22"/>
                  <a:gd name="T2" fmla="*/ 46 w 37"/>
                  <a:gd name="T3" fmla="*/ 25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7" h="22">
                    <a:moveTo>
                      <a:pt x="0" y="0"/>
                    </a:moveTo>
                    <a:cubicBezTo>
                      <a:pt x="15" y="2"/>
                      <a:pt x="25" y="13"/>
                      <a:pt x="37" y="22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366" name="Freeform 451">
                <a:extLst>
                  <a:ext uri="{FF2B5EF4-FFF2-40B4-BE49-F238E27FC236}">
                    <a16:creationId xmlns:a16="http://schemas.microsoft.com/office/drawing/2014/main" id="{4F3B1673-0172-4014-A47A-00A16C9421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9" y="1909"/>
                <a:ext cx="69" cy="40"/>
              </a:xfrm>
              <a:custGeom>
                <a:avLst/>
                <a:gdLst>
                  <a:gd name="T0" fmla="*/ 0 w 65"/>
                  <a:gd name="T1" fmla="*/ 0 h 38"/>
                  <a:gd name="T2" fmla="*/ 77 w 65"/>
                  <a:gd name="T3" fmla="*/ 44 h 3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5" h="38">
                    <a:moveTo>
                      <a:pt x="0" y="0"/>
                    </a:moveTo>
                    <a:cubicBezTo>
                      <a:pt x="5" y="36"/>
                      <a:pt x="45" y="22"/>
                      <a:pt x="65" y="38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367" name="Freeform 452">
                <a:extLst>
                  <a:ext uri="{FF2B5EF4-FFF2-40B4-BE49-F238E27FC236}">
                    <a16:creationId xmlns:a16="http://schemas.microsoft.com/office/drawing/2014/main" id="{30F518AA-1C49-462F-817E-FBDDE7F482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2" y="2186"/>
                <a:ext cx="68" cy="17"/>
              </a:xfrm>
              <a:custGeom>
                <a:avLst/>
                <a:gdLst>
                  <a:gd name="T0" fmla="*/ 0 w 63"/>
                  <a:gd name="T1" fmla="*/ 15 h 16"/>
                  <a:gd name="T2" fmla="*/ 79 w 63"/>
                  <a:gd name="T3" fmla="*/ 0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3" h="16">
                    <a:moveTo>
                      <a:pt x="0" y="12"/>
                    </a:moveTo>
                    <a:cubicBezTo>
                      <a:pt x="24" y="16"/>
                      <a:pt x="40" y="8"/>
                      <a:pt x="63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368" name="Freeform 453">
                <a:extLst>
                  <a:ext uri="{FF2B5EF4-FFF2-40B4-BE49-F238E27FC236}">
                    <a16:creationId xmlns:a16="http://schemas.microsoft.com/office/drawing/2014/main" id="{B0A1F799-B942-46BE-8818-A9792497CB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4" y="932"/>
                <a:ext cx="10" cy="75"/>
              </a:xfrm>
              <a:custGeom>
                <a:avLst/>
                <a:gdLst>
                  <a:gd name="T0" fmla="*/ 0 w 9"/>
                  <a:gd name="T1" fmla="*/ 86 h 70"/>
                  <a:gd name="T2" fmla="*/ 10 w 9"/>
                  <a:gd name="T3" fmla="*/ 41 h 70"/>
                  <a:gd name="T4" fmla="*/ 9 w 9"/>
                  <a:gd name="T5" fmla="*/ 0 h 7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70">
                    <a:moveTo>
                      <a:pt x="0" y="70"/>
                    </a:moveTo>
                    <a:cubicBezTo>
                      <a:pt x="0" y="70"/>
                      <a:pt x="9" y="45"/>
                      <a:pt x="7" y="33"/>
                    </a:cubicBezTo>
                    <a:cubicBezTo>
                      <a:pt x="6" y="21"/>
                      <a:pt x="6" y="0"/>
                      <a:pt x="6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369" name="Freeform 454">
                <a:extLst>
                  <a:ext uri="{FF2B5EF4-FFF2-40B4-BE49-F238E27FC236}">
                    <a16:creationId xmlns:a16="http://schemas.microsoft.com/office/drawing/2014/main" id="{B14AA550-5D4B-4186-90D4-EE52140C19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9" y="923"/>
                <a:ext cx="20" cy="28"/>
              </a:xfrm>
              <a:custGeom>
                <a:avLst/>
                <a:gdLst>
                  <a:gd name="T0" fmla="*/ 22 w 19"/>
                  <a:gd name="T1" fmla="*/ 30 h 27"/>
                  <a:gd name="T2" fmla="*/ 3 w 19"/>
                  <a:gd name="T3" fmla="*/ 29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27">
                    <a:moveTo>
                      <a:pt x="19" y="27"/>
                    </a:moveTo>
                    <a:cubicBezTo>
                      <a:pt x="19" y="27"/>
                      <a:pt x="0" y="0"/>
                      <a:pt x="3" y="26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370" name="Freeform 455">
                <a:extLst>
                  <a:ext uri="{FF2B5EF4-FFF2-40B4-BE49-F238E27FC236}">
                    <a16:creationId xmlns:a16="http://schemas.microsoft.com/office/drawing/2014/main" id="{77E067C2-3D46-4277-95E6-F1E590A9C1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7" y="961"/>
                <a:ext cx="12" cy="21"/>
              </a:xfrm>
              <a:custGeom>
                <a:avLst/>
                <a:gdLst>
                  <a:gd name="T0" fmla="*/ 12 w 12"/>
                  <a:gd name="T1" fmla="*/ 0 h 20"/>
                  <a:gd name="T2" fmla="*/ 11 w 12"/>
                  <a:gd name="T3" fmla="*/ 23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20">
                    <a:moveTo>
                      <a:pt x="12" y="0"/>
                    </a:moveTo>
                    <a:cubicBezTo>
                      <a:pt x="12" y="0"/>
                      <a:pt x="0" y="10"/>
                      <a:pt x="11" y="2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371" name="Freeform 456">
                <a:extLst>
                  <a:ext uri="{FF2B5EF4-FFF2-40B4-BE49-F238E27FC236}">
                    <a16:creationId xmlns:a16="http://schemas.microsoft.com/office/drawing/2014/main" id="{6C3636D6-4FB2-4F01-B028-3DDE1A9F20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7" y="858"/>
                <a:ext cx="20" cy="57"/>
              </a:xfrm>
              <a:custGeom>
                <a:avLst/>
                <a:gdLst>
                  <a:gd name="T0" fmla="*/ 5 w 19"/>
                  <a:gd name="T1" fmla="*/ 0 h 54"/>
                  <a:gd name="T2" fmla="*/ 0 w 19"/>
                  <a:gd name="T3" fmla="*/ 63 h 54"/>
                  <a:gd name="T4" fmla="*/ 5 w 19"/>
                  <a:gd name="T5" fmla="*/ 0 h 5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54">
                    <a:moveTo>
                      <a:pt x="5" y="0"/>
                    </a:moveTo>
                    <a:cubicBezTo>
                      <a:pt x="5" y="0"/>
                      <a:pt x="15" y="21"/>
                      <a:pt x="0" y="54"/>
                    </a:cubicBezTo>
                    <a:cubicBezTo>
                      <a:pt x="0" y="54"/>
                      <a:pt x="19" y="26"/>
                      <a:pt x="5" y="0"/>
                    </a:cubicBezTo>
                    <a:close/>
                  </a:path>
                </a:pathLst>
              </a:custGeom>
              <a:solidFill>
                <a:srgbClr val="5A22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372" name="Freeform 457">
                <a:extLst>
                  <a:ext uri="{FF2B5EF4-FFF2-40B4-BE49-F238E27FC236}">
                    <a16:creationId xmlns:a16="http://schemas.microsoft.com/office/drawing/2014/main" id="{E580738E-50D8-4008-9A2A-BF0B04B538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4" y="924"/>
                <a:ext cx="22" cy="35"/>
              </a:xfrm>
              <a:custGeom>
                <a:avLst/>
                <a:gdLst>
                  <a:gd name="T0" fmla="*/ 15 w 21"/>
                  <a:gd name="T1" fmla="*/ 0 h 33"/>
                  <a:gd name="T2" fmla="*/ 5 w 21"/>
                  <a:gd name="T3" fmla="*/ 24 h 33"/>
                  <a:gd name="T4" fmla="*/ 24 w 21"/>
                  <a:gd name="T5" fmla="*/ 39 h 33"/>
                  <a:gd name="T6" fmla="*/ 7 w 21"/>
                  <a:gd name="T7" fmla="*/ 20 h 33"/>
                  <a:gd name="T8" fmla="*/ 15 w 21"/>
                  <a:gd name="T9" fmla="*/ 0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33">
                    <a:moveTo>
                      <a:pt x="12" y="0"/>
                    </a:moveTo>
                    <a:cubicBezTo>
                      <a:pt x="12" y="0"/>
                      <a:pt x="0" y="13"/>
                      <a:pt x="5" y="21"/>
                    </a:cubicBezTo>
                    <a:cubicBezTo>
                      <a:pt x="10" y="28"/>
                      <a:pt x="15" y="33"/>
                      <a:pt x="21" y="33"/>
                    </a:cubicBezTo>
                    <a:cubicBezTo>
                      <a:pt x="21" y="33"/>
                      <a:pt x="7" y="25"/>
                      <a:pt x="7" y="17"/>
                    </a:cubicBezTo>
                    <a:cubicBezTo>
                      <a:pt x="8" y="10"/>
                      <a:pt x="8" y="4"/>
                      <a:pt x="12" y="0"/>
                    </a:cubicBezTo>
                    <a:close/>
                  </a:path>
                </a:pathLst>
              </a:custGeom>
              <a:solidFill>
                <a:srgbClr val="5A22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373" name="Freeform 458">
                <a:extLst>
                  <a:ext uri="{FF2B5EF4-FFF2-40B4-BE49-F238E27FC236}">
                    <a16:creationId xmlns:a16="http://schemas.microsoft.com/office/drawing/2014/main" id="{6A7B4F9E-23AF-4A5B-8875-907F2AE99C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1" y="931"/>
                <a:ext cx="20" cy="110"/>
              </a:xfrm>
              <a:custGeom>
                <a:avLst/>
                <a:gdLst>
                  <a:gd name="T0" fmla="*/ 22 w 19"/>
                  <a:gd name="T1" fmla="*/ 0 h 103"/>
                  <a:gd name="T2" fmla="*/ 7 w 19"/>
                  <a:gd name="T3" fmla="*/ 21 h 103"/>
                  <a:gd name="T4" fmla="*/ 4 w 19"/>
                  <a:gd name="T5" fmla="*/ 54 h 103"/>
                  <a:gd name="T6" fmla="*/ 3 w 19"/>
                  <a:gd name="T7" fmla="*/ 125 h 103"/>
                  <a:gd name="T8" fmla="*/ 5 w 19"/>
                  <a:gd name="T9" fmla="*/ 88 h 103"/>
                  <a:gd name="T10" fmla="*/ 6 w 19"/>
                  <a:gd name="T11" fmla="*/ 57 h 103"/>
                  <a:gd name="T12" fmla="*/ 9 w 19"/>
                  <a:gd name="T13" fmla="*/ 29 h 103"/>
                  <a:gd name="T14" fmla="*/ 22 w 19"/>
                  <a:gd name="T15" fmla="*/ 18 h 103"/>
                  <a:gd name="T16" fmla="*/ 20 w 19"/>
                  <a:gd name="T17" fmla="*/ 5 h 10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9" h="103">
                    <a:moveTo>
                      <a:pt x="19" y="0"/>
                    </a:moveTo>
                    <a:cubicBezTo>
                      <a:pt x="15" y="6"/>
                      <a:pt x="10" y="12"/>
                      <a:pt x="7" y="18"/>
                    </a:cubicBezTo>
                    <a:cubicBezTo>
                      <a:pt x="3" y="26"/>
                      <a:pt x="3" y="36"/>
                      <a:pt x="4" y="45"/>
                    </a:cubicBezTo>
                    <a:cubicBezTo>
                      <a:pt x="6" y="65"/>
                      <a:pt x="0" y="83"/>
                      <a:pt x="3" y="103"/>
                    </a:cubicBezTo>
                    <a:cubicBezTo>
                      <a:pt x="0" y="92"/>
                      <a:pt x="5" y="84"/>
                      <a:pt x="5" y="72"/>
                    </a:cubicBezTo>
                    <a:cubicBezTo>
                      <a:pt x="6" y="63"/>
                      <a:pt x="6" y="54"/>
                      <a:pt x="6" y="47"/>
                    </a:cubicBezTo>
                    <a:cubicBezTo>
                      <a:pt x="6" y="39"/>
                      <a:pt x="6" y="31"/>
                      <a:pt x="9" y="23"/>
                    </a:cubicBezTo>
                    <a:cubicBezTo>
                      <a:pt x="10" y="20"/>
                      <a:pt x="15" y="9"/>
                      <a:pt x="19" y="15"/>
                    </a:cubicBezTo>
                    <a:cubicBezTo>
                      <a:pt x="17" y="12"/>
                      <a:pt x="17" y="9"/>
                      <a:pt x="17" y="5"/>
                    </a:cubicBezTo>
                  </a:path>
                </a:pathLst>
              </a:custGeom>
              <a:solidFill>
                <a:srgbClr val="5A22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374" name="Freeform 459">
                <a:extLst>
                  <a:ext uri="{FF2B5EF4-FFF2-40B4-BE49-F238E27FC236}">
                    <a16:creationId xmlns:a16="http://schemas.microsoft.com/office/drawing/2014/main" id="{31F9A2B1-AC1F-4104-AE4F-EE5DCA6750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4" y="1044"/>
                <a:ext cx="13" cy="73"/>
              </a:xfrm>
              <a:custGeom>
                <a:avLst/>
                <a:gdLst>
                  <a:gd name="T0" fmla="*/ 8 w 13"/>
                  <a:gd name="T1" fmla="*/ 0 h 68"/>
                  <a:gd name="T2" fmla="*/ 6 w 13"/>
                  <a:gd name="T3" fmla="*/ 33 h 68"/>
                  <a:gd name="T4" fmla="*/ 0 w 13"/>
                  <a:gd name="T5" fmla="*/ 61 h 68"/>
                  <a:gd name="T6" fmla="*/ 4 w 13"/>
                  <a:gd name="T7" fmla="*/ 84 h 68"/>
                  <a:gd name="T8" fmla="*/ 3 w 13"/>
                  <a:gd name="T9" fmla="*/ 61 h 68"/>
                  <a:gd name="T10" fmla="*/ 9 w 13"/>
                  <a:gd name="T11" fmla="*/ 30 h 68"/>
                  <a:gd name="T12" fmla="*/ 12 w 13"/>
                  <a:gd name="T13" fmla="*/ 15 h 68"/>
                  <a:gd name="T14" fmla="*/ 7 w 13"/>
                  <a:gd name="T15" fmla="*/ 0 h 6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3" h="68">
                    <a:moveTo>
                      <a:pt x="8" y="0"/>
                    </a:moveTo>
                    <a:cubicBezTo>
                      <a:pt x="11" y="9"/>
                      <a:pt x="9" y="19"/>
                      <a:pt x="6" y="27"/>
                    </a:cubicBezTo>
                    <a:cubicBezTo>
                      <a:pt x="3" y="34"/>
                      <a:pt x="1" y="41"/>
                      <a:pt x="0" y="49"/>
                    </a:cubicBezTo>
                    <a:cubicBezTo>
                      <a:pt x="0" y="56"/>
                      <a:pt x="3" y="61"/>
                      <a:pt x="4" y="68"/>
                    </a:cubicBezTo>
                    <a:cubicBezTo>
                      <a:pt x="1" y="62"/>
                      <a:pt x="2" y="54"/>
                      <a:pt x="3" y="49"/>
                    </a:cubicBezTo>
                    <a:cubicBezTo>
                      <a:pt x="3" y="40"/>
                      <a:pt x="6" y="32"/>
                      <a:pt x="9" y="24"/>
                    </a:cubicBezTo>
                    <a:cubicBezTo>
                      <a:pt x="10" y="20"/>
                      <a:pt x="12" y="16"/>
                      <a:pt x="12" y="12"/>
                    </a:cubicBezTo>
                    <a:cubicBezTo>
                      <a:pt x="13" y="6"/>
                      <a:pt x="10" y="4"/>
                      <a:pt x="7" y="0"/>
                    </a:cubicBezTo>
                  </a:path>
                </a:pathLst>
              </a:custGeom>
              <a:solidFill>
                <a:srgbClr val="5A22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375" name="Freeform 460">
                <a:extLst>
                  <a:ext uri="{FF2B5EF4-FFF2-40B4-BE49-F238E27FC236}">
                    <a16:creationId xmlns:a16="http://schemas.microsoft.com/office/drawing/2014/main" id="{2D777CBA-60CD-4E9C-9E46-F35F80C8AD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6" y="2190"/>
                <a:ext cx="1039" cy="335"/>
              </a:xfrm>
              <a:custGeom>
                <a:avLst/>
                <a:gdLst>
                  <a:gd name="T0" fmla="*/ 0 w 975"/>
                  <a:gd name="T1" fmla="*/ 0 h 314"/>
                  <a:gd name="T2" fmla="*/ 160 w 975"/>
                  <a:gd name="T3" fmla="*/ 236 h 314"/>
                  <a:gd name="T4" fmla="*/ 439 w 975"/>
                  <a:gd name="T5" fmla="*/ 334 h 314"/>
                  <a:gd name="T6" fmla="*/ 740 w 975"/>
                  <a:gd name="T7" fmla="*/ 334 h 314"/>
                  <a:gd name="T8" fmla="*/ 1020 w 975"/>
                  <a:gd name="T9" fmla="*/ 236 h 314"/>
                  <a:gd name="T10" fmla="*/ 1180 w 975"/>
                  <a:gd name="T11" fmla="*/ 0 h 31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75" h="314">
                    <a:moveTo>
                      <a:pt x="0" y="0"/>
                    </a:moveTo>
                    <a:cubicBezTo>
                      <a:pt x="26" y="30"/>
                      <a:pt x="16" y="119"/>
                      <a:pt x="132" y="194"/>
                    </a:cubicBezTo>
                    <a:cubicBezTo>
                      <a:pt x="213" y="247"/>
                      <a:pt x="363" y="275"/>
                      <a:pt x="363" y="275"/>
                    </a:cubicBezTo>
                    <a:cubicBezTo>
                      <a:pt x="363" y="275"/>
                      <a:pt x="465" y="314"/>
                      <a:pt x="611" y="275"/>
                    </a:cubicBezTo>
                    <a:cubicBezTo>
                      <a:pt x="611" y="275"/>
                      <a:pt x="761" y="247"/>
                      <a:pt x="843" y="194"/>
                    </a:cubicBezTo>
                    <a:cubicBezTo>
                      <a:pt x="958" y="119"/>
                      <a:pt x="948" y="30"/>
                      <a:pt x="975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376" name="Freeform 461">
                <a:extLst>
                  <a:ext uri="{FF2B5EF4-FFF2-40B4-BE49-F238E27FC236}">
                    <a16:creationId xmlns:a16="http://schemas.microsoft.com/office/drawing/2014/main" id="{74A5CBF7-D1D2-48C2-8CE5-A925DB5CB7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5" y="2468"/>
                <a:ext cx="200" cy="38"/>
              </a:xfrm>
              <a:custGeom>
                <a:avLst/>
                <a:gdLst>
                  <a:gd name="T0" fmla="*/ 227 w 188"/>
                  <a:gd name="T1" fmla="*/ 12 h 36"/>
                  <a:gd name="T2" fmla="*/ 135 w 188"/>
                  <a:gd name="T3" fmla="*/ 2 h 36"/>
                  <a:gd name="T4" fmla="*/ 0 w 188"/>
                  <a:gd name="T5" fmla="*/ 42 h 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8" h="36">
                    <a:moveTo>
                      <a:pt x="188" y="9"/>
                    </a:moveTo>
                    <a:cubicBezTo>
                      <a:pt x="188" y="9"/>
                      <a:pt x="134" y="5"/>
                      <a:pt x="112" y="2"/>
                    </a:cubicBezTo>
                    <a:cubicBezTo>
                      <a:pt x="90" y="0"/>
                      <a:pt x="25" y="2"/>
                      <a:pt x="0" y="36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377" name="Freeform 462">
                <a:extLst>
                  <a:ext uri="{FF2B5EF4-FFF2-40B4-BE49-F238E27FC236}">
                    <a16:creationId xmlns:a16="http://schemas.microsoft.com/office/drawing/2014/main" id="{705681CD-FC3B-420B-804D-8DF9526B3E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9" y="2765"/>
                <a:ext cx="69" cy="48"/>
              </a:xfrm>
              <a:custGeom>
                <a:avLst/>
                <a:gdLst>
                  <a:gd name="T0" fmla="*/ 0 w 64"/>
                  <a:gd name="T1" fmla="*/ 0 h 45"/>
                  <a:gd name="T2" fmla="*/ 80 w 64"/>
                  <a:gd name="T3" fmla="*/ 54 h 4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4" h="45">
                    <a:moveTo>
                      <a:pt x="0" y="0"/>
                    </a:moveTo>
                    <a:cubicBezTo>
                      <a:pt x="0" y="0"/>
                      <a:pt x="56" y="32"/>
                      <a:pt x="64" y="45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378" name="Freeform 463">
                <a:extLst>
                  <a:ext uri="{FF2B5EF4-FFF2-40B4-BE49-F238E27FC236}">
                    <a16:creationId xmlns:a16="http://schemas.microsoft.com/office/drawing/2014/main" id="{F7013D05-7E49-440D-8C6F-02BF07405F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5" y="742"/>
                <a:ext cx="1861" cy="3314"/>
              </a:xfrm>
              <a:custGeom>
                <a:avLst/>
                <a:gdLst>
                  <a:gd name="T0" fmla="*/ 1253 w 1747"/>
                  <a:gd name="T1" fmla="*/ 206 h 3108"/>
                  <a:gd name="T2" fmla="*/ 1255 w 1747"/>
                  <a:gd name="T3" fmla="*/ 424 h 3108"/>
                  <a:gd name="T4" fmla="*/ 1815 w 1747"/>
                  <a:gd name="T5" fmla="*/ 737 h 3108"/>
                  <a:gd name="T6" fmla="*/ 1975 w 1747"/>
                  <a:gd name="T7" fmla="*/ 1221 h 3108"/>
                  <a:gd name="T8" fmla="*/ 2058 w 1747"/>
                  <a:gd name="T9" fmla="*/ 1505 h 3108"/>
                  <a:gd name="T10" fmla="*/ 2073 w 1747"/>
                  <a:gd name="T11" fmla="*/ 1663 h 3108"/>
                  <a:gd name="T12" fmla="*/ 2094 w 1747"/>
                  <a:gd name="T13" fmla="*/ 1881 h 3108"/>
                  <a:gd name="T14" fmla="*/ 1959 w 1747"/>
                  <a:gd name="T15" fmla="*/ 2060 h 3108"/>
                  <a:gd name="T16" fmla="*/ 1894 w 1747"/>
                  <a:gd name="T17" fmla="*/ 1994 h 3108"/>
                  <a:gd name="T18" fmla="*/ 1861 w 1747"/>
                  <a:gd name="T19" fmla="*/ 1768 h 3108"/>
                  <a:gd name="T20" fmla="*/ 1774 w 1747"/>
                  <a:gd name="T21" fmla="*/ 1565 h 3108"/>
                  <a:gd name="T22" fmla="*/ 1763 w 1747"/>
                  <a:gd name="T23" fmla="*/ 2499 h 3108"/>
                  <a:gd name="T24" fmla="*/ 1708 w 1747"/>
                  <a:gd name="T25" fmla="*/ 2783 h 3108"/>
                  <a:gd name="T26" fmla="*/ 1693 w 1747"/>
                  <a:gd name="T27" fmla="*/ 3436 h 3108"/>
                  <a:gd name="T28" fmla="*/ 1736 w 1747"/>
                  <a:gd name="T29" fmla="*/ 3530 h 3108"/>
                  <a:gd name="T30" fmla="*/ 1858 w 1747"/>
                  <a:gd name="T31" fmla="*/ 3615 h 3108"/>
                  <a:gd name="T32" fmla="*/ 1899 w 1747"/>
                  <a:gd name="T33" fmla="*/ 3677 h 3108"/>
                  <a:gd name="T34" fmla="*/ 1866 w 1747"/>
                  <a:gd name="T35" fmla="*/ 3725 h 3108"/>
                  <a:gd name="T36" fmla="*/ 1780 w 1747"/>
                  <a:gd name="T37" fmla="*/ 3761 h 3108"/>
                  <a:gd name="T38" fmla="*/ 1697 w 1747"/>
                  <a:gd name="T39" fmla="*/ 3698 h 3108"/>
                  <a:gd name="T40" fmla="*/ 1451 w 1747"/>
                  <a:gd name="T41" fmla="*/ 3582 h 3108"/>
                  <a:gd name="T42" fmla="*/ 1388 w 1747"/>
                  <a:gd name="T43" fmla="*/ 3335 h 3108"/>
                  <a:gd name="T44" fmla="*/ 1222 w 1747"/>
                  <a:gd name="T45" fmla="*/ 2704 h 3108"/>
                  <a:gd name="T46" fmla="*/ 1079 w 1747"/>
                  <a:gd name="T47" fmla="*/ 2337 h 3108"/>
                  <a:gd name="T48" fmla="*/ 1057 w 1747"/>
                  <a:gd name="T49" fmla="*/ 2137 h 3108"/>
                  <a:gd name="T50" fmla="*/ 959 w 1747"/>
                  <a:gd name="T51" fmla="*/ 2600 h 3108"/>
                  <a:gd name="T52" fmla="*/ 882 w 1747"/>
                  <a:gd name="T53" fmla="*/ 2745 h 3108"/>
                  <a:gd name="T54" fmla="*/ 693 w 1747"/>
                  <a:gd name="T55" fmla="*/ 3424 h 3108"/>
                  <a:gd name="T56" fmla="*/ 533 w 1747"/>
                  <a:gd name="T57" fmla="*/ 3645 h 3108"/>
                  <a:gd name="T58" fmla="*/ 392 w 1747"/>
                  <a:gd name="T59" fmla="*/ 3716 h 3108"/>
                  <a:gd name="T60" fmla="*/ 283 w 1747"/>
                  <a:gd name="T61" fmla="*/ 3742 h 3108"/>
                  <a:gd name="T62" fmla="*/ 230 w 1747"/>
                  <a:gd name="T63" fmla="*/ 3719 h 3108"/>
                  <a:gd name="T64" fmla="*/ 225 w 1747"/>
                  <a:gd name="T65" fmla="*/ 3652 h 3108"/>
                  <a:gd name="T66" fmla="*/ 295 w 1747"/>
                  <a:gd name="T67" fmla="*/ 3601 h 3108"/>
                  <a:gd name="T68" fmla="*/ 418 w 1747"/>
                  <a:gd name="T69" fmla="*/ 3480 h 3108"/>
                  <a:gd name="T70" fmla="*/ 410 w 1747"/>
                  <a:gd name="T71" fmla="*/ 3406 h 3108"/>
                  <a:gd name="T72" fmla="*/ 375 w 1747"/>
                  <a:gd name="T73" fmla="*/ 2688 h 3108"/>
                  <a:gd name="T74" fmla="*/ 321 w 1747"/>
                  <a:gd name="T75" fmla="*/ 1816 h 3108"/>
                  <a:gd name="T76" fmla="*/ 266 w 1747"/>
                  <a:gd name="T77" fmla="*/ 1668 h 3108"/>
                  <a:gd name="T78" fmla="*/ 235 w 1747"/>
                  <a:gd name="T79" fmla="*/ 1859 h 3108"/>
                  <a:gd name="T80" fmla="*/ 184 w 1747"/>
                  <a:gd name="T81" fmla="*/ 1990 h 3108"/>
                  <a:gd name="T82" fmla="*/ 72 w 1747"/>
                  <a:gd name="T83" fmla="*/ 2007 h 3108"/>
                  <a:gd name="T84" fmla="*/ 30 w 1747"/>
                  <a:gd name="T85" fmla="*/ 1748 h 3108"/>
                  <a:gd name="T86" fmla="*/ 33 w 1747"/>
                  <a:gd name="T87" fmla="*/ 1639 h 3108"/>
                  <a:gd name="T88" fmla="*/ 97 w 1747"/>
                  <a:gd name="T89" fmla="*/ 1353 h 3108"/>
                  <a:gd name="T90" fmla="*/ 151 w 1747"/>
                  <a:gd name="T91" fmla="*/ 1129 h 3108"/>
                  <a:gd name="T92" fmla="*/ 760 w 1747"/>
                  <a:gd name="T93" fmla="*/ 498 h 3108"/>
                  <a:gd name="T94" fmla="*/ 872 w 1747"/>
                  <a:gd name="T95" fmla="*/ 300 h 3108"/>
                  <a:gd name="T96" fmla="*/ 881 w 1747"/>
                  <a:gd name="T97" fmla="*/ 221 h 3108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1747" h="3108">
                    <a:moveTo>
                      <a:pt x="875" y="0"/>
                    </a:moveTo>
                    <a:cubicBezTo>
                      <a:pt x="875" y="0"/>
                      <a:pt x="1009" y="17"/>
                      <a:pt x="1019" y="182"/>
                    </a:cubicBezTo>
                    <a:cubicBezTo>
                      <a:pt x="1019" y="182"/>
                      <a:pt x="1024" y="163"/>
                      <a:pt x="1036" y="170"/>
                    </a:cubicBezTo>
                    <a:cubicBezTo>
                      <a:pt x="1048" y="177"/>
                      <a:pt x="1053" y="190"/>
                      <a:pt x="1048" y="209"/>
                    </a:cubicBezTo>
                    <a:cubicBezTo>
                      <a:pt x="1045" y="219"/>
                      <a:pt x="1039" y="267"/>
                      <a:pt x="1025" y="248"/>
                    </a:cubicBezTo>
                    <a:cubicBezTo>
                      <a:pt x="1025" y="248"/>
                      <a:pt x="1048" y="293"/>
                      <a:pt x="1038" y="350"/>
                    </a:cubicBezTo>
                    <a:cubicBezTo>
                      <a:pt x="1038" y="350"/>
                      <a:pt x="1049" y="349"/>
                      <a:pt x="1054" y="365"/>
                    </a:cubicBezTo>
                    <a:cubicBezTo>
                      <a:pt x="1059" y="381"/>
                      <a:pt x="1094" y="404"/>
                      <a:pt x="1119" y="411"/>
                    </a:cubicBezTo>
                    <a:cubicBezTo>
                      <a:pt x="1144" y="418"/>
                      <a:pt x="1441" y="437"/>
                      <a:pt x="1502" y="608"/>
                    </a:cubicBezTo>
                    <a:cubicBezTo>
                      <a:pt x="1517" y="652"/>
                      <a:pt x="1530" y="667"/>
                      <a:pt x="1553" y="692"/>
                    </a:cubicBezTo>
                    <a:cubicBezTo>
                      <a:pt x="1576" y="717"/>
                      <a:pt x="1609" y="800"/>
                      <a:pt x="1622" y="931"/>
                    </a:cubicBezTo>
                    <a:cubicBezTo>
                      <a:pt x="1626" y="980"/>
                      <a:pt x="1621" y="990"/>
                      <a:pt x="1633" y="1007"/>
                    </a:cubicBezTo>
                    <a:cubicBezTo>
                      <a:pt x="1645" y="1024"/>
                      <a:pt x="1659" y="1038"/>
                      <a:pt x="1655" y="1062"/>
                    </a:cubicBezTo>
                    <a:cubicBezTo>
                      <a:pt x="1651" y="1086"/>
                      <a:pt x="1659" y="1100"/>
                      <a:pt x="1667" y="1116"/>
                    </a:cubicBezTo>
                    <a:cubicBezTo>
                      <a:pt x="1675" y="1132"/>
                      <a:pt x="1707" y="1204"/>
                      <a:pt x="1703" y="1241"/>
                    </a:cubicBezTo>
                    <a:cubicBezTo>
                      <a:pt x="1699" y="1278"/>
                      <a:pt x="1703" y="1291"/>
                      <a:pt x="1711" y="1298"/>
                    </a:cubicBezTo>
                    <a:cubicBezTo>
                      <a:pt x="1719" y="1305"/>
                      <a:pt x="1730" y="1340"/>
                      <a:pt x="1720" y="1351"/>
                    </a:cubicBezTo>
                    <a:cubicBezTo>
                      <a:pt x="1710" y="1362"/>
                      <a:pt x="1711" y="1361"/>
                      <a:pt x="1715" y="1372"/>
                    </a:cubicBezTo>
                    <a:cubicBezTo>
                      <a:pt x="1719" y="1383"/>
                      <a:pt x="1721" y="1386"/>
                      <a:pt x="1720" y="1398"/>
                    </a:cubicBezTo>
                    <a:cubicBezTo>
                      <a:pt x="1719" y="1410"/>
                      <a:pt x="1718" y="1420"/>
                      <a:pt x="1723" y="1441"/>
                    </a:cubicBezTo>
                    <a:cubicBezTo>
                      <a:pt x="1728" y="1462"/>
                      <a:pt x="1747" y="1521"/>
                      <a:pt x="1733" y="1551"/>
                    </a:cubicBezTo>
                    <a:cubicBezTo>
                      <a:pt x="1719" y="1581"/>
                      <a:pt x="1715" y="1591"/>
                      <a:pt x="1710" y="1605"/>
                    </a:cubicBezTo>
                    <a:cubicBezTo>
                      <a:pt x="1705" y="1619"/>
                      <a:pt x="1695" y="1647"/>
                      <a:pt x="1687" y="1655"/>
                    </a:cubicBezTo>
                    <a:cubicBezTo>
                      <a:pt x="1679" y="1663"/>
                      <a:pt x="1635" y="1704"/>
                      <a:pt x="1620" y="1699"/>
                    </a:cubicBezTo>
                    <a:cubicBezTo>
                      <a:pt x="1609" y="1695"/>
                      <a:pt x="1611" y="1680"/>
                      <a:pt x="1611" y="1680"/>
                    </a:cubicBezTo>
                    <a:cubicBezTo>
                      <a:pt x="1611" y="1680"/>
                      <a:pt x="1585" y="1668"/>
                      <a:pt x="1595" y="1641"/>
                    </a:cubicBezTo>
                    <a:cubicBezTo>
                      <a:pt x="1595" y="1641"/>
                      <a:pt x="1579" y="1654"/>
                      <a:pt x="1567" y="1645"/>
                    </a:cubicBezTo>
                    <a:cubicBezTo>
                      <a:pt x="1555" y="1635"/>
                      <a:pt x="1560" y="1603"/>
                      <a:pt x="1558" y="1592"/>
                    </a:cubicBezTo>
                    <a:cubicBezTo>
                      <a:pt x="1556" y="1582"/>
                      <a:pt x="1556" y="1552"/>
                      <a:pt x="1552" y="1533"/>
                    </a:cubicBezTo>
                    <a:cubicBezTo>
                      <a:pt x="1549" y="1514"/>
                      <a:pt x="1536" y="1477"/>
                      <a:pt x="1540" y="1458"/>
                    </a:cubicBezTo>
                    <a:cubicBezTo>
                      <a:pt x="1545" y="1440"/>
                      <a:pt x="1553" y="1420"/>
                      <a:pt x="1542" y="1407"/>
                    </a:cubicBezTo>
                    <a:cubicBezTo>
                      <a:pt x="1531" y="1394"/>
                      <a:pt x="1526" y="1384"/>
                      <a:pt x="1526" y="1376"/>
                    </a:cubicBezTo>
                    <a:cubicBezTo>
                      <a:pt x="1526" y="1368"/>
                      <a:pt x="1478" y="1328"/>
                      <a:pt x="1467" y="1291"/>
                    </a:cubicBezTo>
                    <a:cubicBezTo>
                      <a:pt x="1467" y="1291"/>
                      <a:pt x="1474" y="1378"/>
                      <a:pt x="1471" y="1404"/>
                    </a:cubicBezTo>
                    <a:cubicBezTo>
                      <a:pt x="1469" y="1429"/>
                      <a:pt x="1470" y="1470"/>
                      <a:pt x="1481" y="1498"/>
                    </a:cubicBezTo>
                    <a:cubicBezTo>
                      <a:pt x="1491" y="1526"/>
                      <a:pt x="1571" y="1846"/>
                      <a:pt x="1459" y="2061"/>
                    </a:cubicBezTo>
                    <a:cubicBezTo>
                      <a:pt x="1442" y="2093"/>
                      <a:pt x="1447" y="2108"/>
                      <a:pt x="1450" y="2126"/>
                    </a:cubicBezTo>
                    <a:cubicBezTo>
                      <a:pt x="1453" y="2145"/>
                      <a:pt x="1455" y="2196"/>
                      <a:pt x="1437" y="2217"/>
                    </a:cubicBezTo>
                    <a:cubicBezTo>
                      <a:pt x="1418" y="2238"/>
                      <a:pt x="1405" y="2258"/>
                      <a:pt x="1413" y="2296"/>
                    </a:cubicBezTo>
                    <a:cubicBezTo>
                      <a:pt x="1421" y="2333"/>
                      <a:pt x="1482" y="2552"/>
                      <a:pt x="1413" y="2745"/>
                    </a:cubicBezTo>
                    <a:cubicBezTo>
                      <a:pt x="1397" y="2790"/>
                      <a:pt x="1417" y="2790"/>
                      <a:pt x="1408" y="2809"/>
                    </a:cubicBezTo>
                    <a:cubicBezTo>
                      <a:pt x="1399" y="2828"/>
                      <a:pt x="1399" y="2829"/>
                      <a:pt x="1401" y="2834"/>
                    </a:cubicBezTo>
                    <a:cubicBezTo>
                      <a:pt x="1403" y="2839"/>
                      <a:pt x="1399" y="2851"/>
                      <a:pt x="1396" y="2855"/>
                    </a:cubicBezTo>
                    <a:cubicBezTo>
                      <a:pt x="1393" y="2860"/>
                      <a:pt x="1396" y="2864"/>
                      <a:pt x="1402" y="2871"/>
                    </a:cubicBezTo>
                    <a:cubicBezTo>
                      <a:pt x="1408" y="2877"/>
                      <a:pt x="1430" y="2899"/>
                      <a:pt x="1436" y="2912"/>
                    </a:cubicBezTo>
                    <a:cubicBezTo>
                      <a:pt x="1441" y="2924"/>
                      <a:pt x="1473" y="2946"/>
                      <a:pt x="1481" y="2954"/>
                    </a:cubicBezTo>
                    <a:cubicBezTo>
                      <a:pt x="1490" y="2962"/>
                      <a:pt x="1496" y="2966"/>
                      <a:pt x="1503" y="2970"/>
                    </a:cubicBezTo>
                    <a:cubicBezTo>
                      <a:pt x="1510" y="2975"/>
                      <a:pt x="1531" y="2979"/>
                      <a:pt x="1537" y="2981"/>
                    </a:cubicBezTo>
                    <a:cubicBezTo>
                      <a:pt x="1543" y="2983"/>
                      <a:pt x="1552" y="2987"/>
                      <a:pt x="1556" y="2994"/>
                    </a:cubicBezTo>
                    <a:cubicBezTo>
                      <a:pt x="1559" y="3001"/>
                      <a:pt x="1562" y="3002"/>
                      <a:pt x="1561" y="3012"/>
                    </a:cubicBezTo>
                    <a:cubicBezTo>
                      <a:pt x="1561" y="3012"/>
                      <a:pt x="1575" y="3021"/>
                      <a:pt x="1571" y="3033"/>
                    </a:cubicBezTo>
                    <a:cubicBezTo>
                      <a:pt x="1568" y="3045"/>
                      <a:pt x="1563" y="3045"/>
                      <a:pt x="1563" y="3045"/>
                    </a:cubicBezTo>
                    <a:cubicBezTo>
                      <a:pt x="1563" y="3045"/>
                      <a:pt x="1565" y="3063"/>
                      <a:pt x="1556" y="3068"/>
                    </a:cubicBezTo>
                    <a:cubicBezTo>
                      <a:pt x="1546" y="3073"/>
                      <a:pt x="1544" y="3072"/>
                      <a:pt x="1544" y="3072"/>
                    </a:cubicBezTo>
                    <a:cubicBezTo>
                      <a:pt x="1544" y="3072"/>
                      <a:pt x="1541" y="3082"/>
                      <a:pt x="1529" y="3085"/>
                    </a:cubicBezTo>
                    <a:cubicBezTo>
                      <a:pt x="1517" y="3087"/>
                      <a:pt x="1512" y="3086"/>
                      <a:pt x="1512" y="3086"/>
                    </a:cubicBezTo>
                    <a:cubicBezTo>
                      <a:pt x="1512" y="3086"/>
                      <a:pt x="1498" y="3108"/>
                      <a:pt x="1473" y="3102"/>
                    </a:cubicBezTo>
                    <a:cubicBezTo>
                      <a:pt x="1448" y="3097"/>
                      <a:pt x="1439" y="3084"/>
                      <a:pt x="1435" y="3077"/>
                    </a:cubicBezTo>
                    <a:cubicBezTo>
                      <a:pt x="1430" y="3069"/>
                      <a:pt x="1426" y="3065"/>
                      <a:pt x="1423" y="3065"/>
                    </a:cubicBezTo>
                    <a:cubicBezTo>
                      <a:pt x="1420" y="3064"/>
                      <a:pt x="1409" y="3061"/>
                      <a:pt x="1403" y="3050"/>
                    </a:cubicBezTo>
                    <a:cubicBezTo>
                      <a:pt x="1397" y="3040"/>
                      <a:pt x="1387" y="3027"/>
                      <a:pt x="1379" y="3025"/>
                    </a:cubicBezTo>
                    <a:cubicBezTo>
                      <a:pt x="1371" y="3022"/>
                      <a:pt x="1336" y="3010"/>
                      <a:pt x="1306" y="3007"/>
                    </a:cubicBezTo>
                    <a:cubicBezTo>
                      <a:pt x="1276" y="3005"/>
                      <a:pt x="1197" y="2989"/>
                      <a:pt x="1201" y="2954"/>
                    </a:cubicBezTo>
                    <a:cubicBezTo>
                      <a:pt x="1205" y="2919"/>
                      <a:pt x="1217" y="2899"/>
                      <a:pt x="1205" y="2890"/>
                    </a:cubicBezTo>
                    <a:cubicBezTo>
                      <a:pt x="1193" y="2881"/>
                      <a:pt x="1171" y="2852"/>
                      <a:pt x="1172" y="2824"/>
                    </a:cubicBezTo>
                    <a:cubicBezTo>
                      <a:pt x="1173" y="2797"/>
                      <a:pt x="1180" y="2783"/>
                      <a:pt x="1148" y="2752"/>
                    </a:cubicBezTo>
                    <a:cubicBezTo>
                      <a:pt x="1115" y="2722"/>
                      <a:pt x="982" y="2604"/>
                      <a:pt x="1007" y="2397"/>
                    </a:cubicBezTo>
                    <a:cubicBezTo>
                      <a:pt x="1017" y="2315"/>
                      <a:pt x="1011" y="2277"/>
                      <a:pt x="1018" y="2264"/>
                    </a:cubicBezTo>
                    <a:cubicBezTo>
                      <a:pt x="1025" y="2250"/>
                      <a:pt x="1002" y="2237"/>
                      <a:pt x="1011" y="2230"/>
                    </a:cubicBezTo>
                    <a:cubicBezTo>
                      <a:pt x="1021" y="2224"/>
                      <a:pt x="1021" y="2214"/>
                      <a:pt x="1006" y="2212"/>
                    </a:cubicBezTo>
                    <a:cubicBezTo>
                      <a:pt x="991" y="2209"/>
                      <a:pt x="965" y="2182"/>
                      <a:pt x="954" y="2144"/>
                    </a:cubicBezTo>
                    <a:cubicBezTo>
                      <a:pt x="943" y="2105"/>
                      <a:pt x="897" y="1956"/>
                      <a:pt x="893" y="1928"/>
                    </a:cubicBezTo>
                    <a:cubicBezTo>
                      <a:pt x="889" y="1900"/>
                      <a:pt x="877" y="1890"/>
                      <a:pt x="875" y="1869"/>
                    </a:cubicBezTo>
                    <a:cubicBezTo>
                      <a:pt x="874" y="1848"/>
                      <a:pt x="873" y="1762"/>
                      <a:pt x="873" y="1762"/>
                    </a:cubicBezTo>
                    <a:cubicBezTo>
                      <a:pt x="874" y="1762"/>
                      <a:pt x="874" y="1762"/>
                      <a:pt x="874" y="1762"/>
                    </a:cubicBezTo>
                    <a:cubicBezTo>
                      <a:pt x="874" y="1762"/>
                      <a:pt x="873" y="1848"/>
                      <a:pt x="871" y="1869"/>
                    </a:cubicBezTo>
                    <a:cubicBezTo>
                      <a:pt x="870" y="1890"/>
                      <a:pt x="858" y="1900"/>
                      <a:pt x="854" y="1928"/>
                    </a:cubicBezTo>
                    <a:cubicBezTo>
                      <a:pt x="850" y="1956"/>
                      <a:pt x="803" y="2105"/>
                      <a:pt x="793" y="2144"/>
                    </a:cubicBezTo>
                    <a:cubicBezTo>
                      <a:pt x="782" y="2182"/>
                      <a:pt x="755" y="2209"/>
                      <a:pt x="741" y="2212"/>
                    </a:cubicBezTo>
                    <a:cubicBezTo>
                      <a:pt x="726" y="2214"/>
                      <a:pt x="726" y="2224"/>
                      <a:pt x="735" y="2230"/>
                    </a:cubicBezTo>
                    <a:cubicBezTo>
                      <a:pt x="745" y="2237"/>
                      <a:pt x="722" y="2250"/>
                      <a:pt x="729" y="2264"/>
                    </a:cubicBezTo>
                    <a:cubicBezTo>
                      <a:pt x="735" y="2277"/>
                      <a:pt x="729" y="2315"/>
                      <a:pt x="739" y="2397"/>
                    </a:cubicBezTo>
                    <a:cubicBezTo>
                      <a:pt x="765" y="2604"/>
                      <a:pt x="631" y="2722"/>
                      <a:pt x="599" y="2752"/>
                    </a:cubicBezTo>
                    <a:cubicBezTo>
                      <a:pt x="566" y="2783"/>
                      <a:pt x="574" y="2797"/>
                      <a:pt x="574" y="2824"/>
                    </a:cubicBezTo>
                    <a:cubicBezTo>
                      <a:pt x="575" y="2852"/>
                      <a:pt x="553" y="2881"/>
                      <a:pt x="541" y="2890"/>
                    </a:cubicBezTo>
                    <a:cubicBezTo>
                      <a:pt x="530" y="2899"/>
                      <a:pt x="542" y="2919"/>
                      <a:pt x="545" y="2954"/>
                    </a:cubicBezTo>
                    <a:cubicBezTo>
                      <a:pt x="549" y="2989"/>
                      <a:pt x="471" y="3005"/>
                      <a:pt x="440" y="3007"/>
                    </a:cubicBezTo>
                    <a:cubicBezTo>
                      <a:pt x="410" y="3010"/>
                      <a:pt x="376" y="3022"/>
                      <a:pt x="368" y="3025"/>
                    </a:cubicBezTo>
                    <a:cubicBezTo>
                      <a:pt x="359" y="3027"/>
                      <a:pt x="349" y="3040"/>
                      <a:pt x="344" y="3050"/>
                    </a:cubicBezTo>
                    <a:cubicBezTo>
                      <a:pt x="338" y="3061"/>
                      <a:pt x="326" y="3064"/>
                      <a:pt x="324" y="3065"/>
                    </a:cubicBezTo>
                    <a:cubicBezTo>
                      <a:pt x="321" y="3065"/>
                      <a:pt x="316" y="3069"/>
                      <a:pt x="312" y="3077"/>
                    </a:cubicBezTo>
                    <a:cubicBezTo>
                      <a:pt x="307" y="3084"/>
                      <a:pt x="298" y="3097"/>
                      <a:pt x="273" y="3102"/>
                    </a:cubicBezTo>
                    <a:cubicBezTo>
                      <a:pt x="249" y="3108"/>
                      <a:pt x="235" y="3086"/>
                      <a:pt x="235" y="3086"/>
                    </a:cubicBezTo>
                    <a:cubicBezTo>
                      <a:pt x="235" y="3086"/>
                      <a:pt x="230" y="3087"/>
                      <a:pt x="218" y="3085"/>
                    </a:cubicBezTo>
                    <a:cubicBezTo>
                      <a:pt x="206" y="3082"/>
                      <a:pt x="202" y="3072"/>
                      <a:pt x="202" y="3072"/>
                    </a:cubicBezTo>
                    <a:cubicBezTo>
                      <a:pt x="202" y="3072"/>
                      <a:pt x="200" y="3073"/>
                      <a:pt x="191" y="3068"/>
                    </a:cubicBezTo>
                    <a:cubicBezTo>
                      <a:pt x="181" y="3063"/>
                      <a:pt x="184" y="3045"/>
                      <a:pt x="184" y="3045"/>
                    </a:cubicBezTo>
                    <a:cubicBezTo>
                      <a:pt x="184" y="3045"/>
                      <a:pt x="179" y="3045"/>
                      <a:pt x="175" y="3033"/>
                    </a:cubicBezTo>
                    <a:cubicBezTo>
                      <a:pt x="172" y="3021"/>
                      <a:pt x="186" y="3012"/>
                      <a:pt x="186" y="3012"/>
                    </a:cubicBezTo>
                    <a:cubicBezTo>
                      <a:pt x="185" y="3002"/>
                      <a:pt x="187" y="3001"/>
                      <a:pt x="191" y="2994"/>
                    </a:cubicBezTo>
                    <a:cubicBezTo>
                      <a:pt x="195" y="2987"/>
                      <a:pt x="203" y="2983"/>
                      <a:pt x="210" y="2981"/>
                    </a:cubicBezTo>
                    <a:cubicBezTo>
                      <a:pt x="216" y="2979"/>
                      <a:pt x="236" y="2975"/>
                      <a:pt x="244" y="2970"/>
                    </a:cubicBezTo>
                    <a:cubicBezTo>
                      <a:pt x="251" y="2966"/>
                      <a:pt x="257" y="2962"/>
                      <a:pt x="265" y="2954"/>
                    </a:cubicBezTo>
                    <a:cubicBezTo>
                      <a:pt x="274" y="2946"/>
                      <a:pt x="305" y="2924"/>
                      <a:pt x="311" y="2912"/>
                    </a:cubicBezTo>
                    <a:cubicBezTo>
                      <a:pt x="317" y="2899"/>
                      <a:pt x="338" y="2877"/>
                      <a:pt x="345" y="2871"/>
                    </a:cubicBezTo>
                    <a:cubicBezTo>
                      <a:pt x="351" y="2864"/>
                      <a:pt x="354" y="2860"/>
                      <a:pt x="350" y="2855"/>
                    </a:cubicBezTo>
                    <a:cubicBezTo>
                      <a:pt x="347" y="2851"/>
                      <a:pt x="344" y="2839"/>
                      <a:pt x="346" y="2834"/>
                    </a:cubicBezTo>
                    <a:cubicBezTo>
                      <a:pt x="348" y="2829"/>
                      <a:pt x="348" y="2828"/>
                      <a:pt x="339" y="2809"/>
                    </a:cubicBezTo>
                    <a:cubicBezTo>
                      <a:pt x="330" y="2790"/>
                      <a:pt x="350" y="2790"/>
                      <a:pt x="334" y="2745"/>
                    </a:cubicBezTo>
                    <a:cubicBezTo>
                      <a:pt x="265" y="2552"/>
                      <a:pt x="326" y="2333"/>
                      <a:pt x="334" y="2296"/>
                    </a:cubicBezTo>
                    <a:cubicBezTo>
                      <a:pt x="342" y="2258"/>
                      <a:pt x="329" y="2238"/>
                      <a:pt x="310" y="2217"/>
                    </a:cubicBezTo>
                    <a:cubicBezTo>
                      <a:pt x="291" y="2196"/>
                      <a:pt x="294" y="2145"/>
                      <a:pt x="297" y="2126"/>
                    </a:cubicBezTo>
                    <a:cubicBezTo>
                      <a:pt x="299" y="2108"/>
                      <a:pt x="304" y="2093"/>
                      <a:pt x="287" y="2061"/>
                    </a:cubicBezTo>
                    <a:cubicBezTo>
                      <a:pt x="175" y="1846"/>
                      <a:pt x="255" y="1526"/>
                      <a:pt x="266" y="1498"/>
                    </a:cubicBezTo>
                    <a:cubicBezTo>
                      <a:pt x="277" y="1470"/>
                      <a:pt x="278" y="1429"/>
                      <a:pt x="275" y="1404"/>
                    </a:cubicBezTo>
                    <a:cubicBezTo>
                      <a:pt x="273" y="1378"/>
                      <a:pt x="279" y="1291"/>
                      <a:pt x="279" y="1291"/>
                    </a:cubicBezTo>
                    <a:cubicBezTo>
                      <a:pt x="269" y="1328"/>
                      <a:pt x="221" y="1368"/>
                      <a:pt x="221" y="1376"/>
                    </a:cubicBezTo>
                    <a:cubicBezTo>
                      <a:pt x="221" y="1384"/>
                      <a:pt x="215" y="1394"/>
                      <a:pt x="205" y="1407"/>
                    </a:cubicBezTo>
                    <a:cubicBezTo>
                      <a:pt x="194" y="1420"/>
                      <a:pt x="202" y="1440"/>
                      <a:pt x="207" y="1458"/>
                    </a:cubicBezTo>
                    <a:cubicBezTo>
                      <a:pt x="211" y="1477"/>
                      <a:pt x="198" y="1514"/>
                      <a:pt x="194" y="1533"/>
                    </a:cubicBezTo>
                    <a:cubicBezTo>
                      <a:pt x="190" y="1552"/>
                      <a:pt x="191" y="1582"/>
                      <a:pt x="188" y="1592"/>
                    </a:cubicBezTo>
                    <a:cubicBezTo>
                      <a:pt x="186" y="1603"/>
                      <a:pt x="192" y="1635"/>
                      <a:pt x="180" y="1645"/>
                    </a:cubicBezTo>
                    <a:cubicBezTo>
                      <a:pt x="168" y="1654"/>
                      <a:pt x="152" y="1641"/>
                      <a:pt x="152" y="1641"/>
                    </a:cubicBezTo>
                    <a:cubicBezTo>
                      <a:pt x="162" y="1668"/>
                      <a:pt x="135" y="1680"/>
                      <a:pt x="135" y="1680"/>
                    </a:cubicBezTo>
                    <a:cubicBezTo>
                      <a:pt x="135" y="1680"/>
                      <a:pt x="137" y="1695"/>
                      <a:pt x="127" y="1699"/>
                    </a:cubicBezTo>
                    <a:cubicBezTo>
                      <a:pt x="112" y="1704"/>
                      <a:pt x="68" y="1663"/>
                      <a:pt x="60" y="1655"/>
                    </a:cubicBezTo>
                    <a:cubicBezTo>
                      <a:pt x="52" y="1647"/>
                      <a:pt x="42" y="1619"/>
                      <a:pt x="37" y="1605"/>
                    </a:cubicBezTo>
                    <a:cubicBezTo>
                      <a:pt x="32" y="1591"/>
                      <a:pt x="28" y="1581"/>
                      <a:pt x="14" y="1551"/>
                    </a:cubicBezTo>
                    <a:cubicBezTo>
                      <a:pt x="0" y="1521"/>
                      <a:pt x="19" y="1462"/>
                      <a:pt x="24" y="1441"/>
                    </a:cubicBezTo>
                    <a:cubicBezTo>
                      <a:pt x="29" y="1420"/>
                      <a:pt x="28" y="1410"/>
                      <a:pt x="27" y="1398"/>
                    </a:cubicBezTo>
                    <a:cubicBezTo>
                      <a:pt x="26" y="1386"/>
                      <a:pt x="28" y="1383"/>
                      <a:pt x="32" y="1372"/>
                    </a:cubicBezTo>
                    <a:cubicBezTo>
                      <a:pt x="36" y="1361"/>
                      <a:pt x="37" y="1362"/>
                      <a:pt x="27" y="1351"/>
                    </a:cubicBezTo>
                    <a:cubicBezTo>
                      <a:pt x="17" y="1340"/>
                      <a:pt x="28" y="1305"/>
                      <a:pt x="36" y="1298"/>
                    </a:cubicBezTo>
                    <a:cubicBezTo>
                      <a:pt x="44" y="1291"/>
                      <a:pt x="48" y="1278"/>
                      <a:pt x="44" y="1241"/>
                    </a:cubicBezTo>
                    <a:cubicBezTo>
                      <a:pt x="40" y="1204"/>
                      <a:pt x="72" y="1132"/>
                      <a:pt x="80" y="1116"/>
                    </a:cubicBezTo>
                    <a:cubicBezTo>
                      <a:pt x="88" y="1100"/>
                      <a:pt x="96" y="1086"/>
                      <a:pt x="92" y="1062"/>
                    </a:cubicBezTo>
                    <a:cubicBezTo>
                      <a:pt x="88" y="1038"/>
                      <a:pt x="102" y="1024"/>
                      <a:pt x="114" y="1007"/>
                    </a:cubicBezTo>
                    <a:cubicBezTo>
                      <a:pt x="126" y="990"/>
                      <a:pt x="120" y="980"/>
                      <a:pt x="125" y="931"/>
                    </a:cubicBezTo>
                    <a:cubicBezTo>
                      <a:pt x="138" y="800"/>
                      <a:pt x="171" y="717"/>
                      <a:pt x="194" y="692"/>
                    </a:cubicBezTo>
                    <a:cubicBezTo>
                      <a:pt x="217" y="667"/>
                      <a:pt x="229" y="652"/>
                      <a:pt x="245" y="608"/>
                    </a:cubicBezTo>
                    <a:cubicBezTo>
                      <a:pt x="306" y="437"/>
                      <a:pt x="603" y="418"/>
                      <a:pt x="628" y="411"/>
                    </a:cubicBezTo>
                    <a:cubicBezTo>
                      <a:pt x="653" y="404"/>
                      <a:pt x="688" y="381"/>
                      <a:pt x="693" y="365"/>
                    </a:cubicBezTo>
                    <a:cubicBezTo>
                      <a:pt x="698" y="349"/>
                      <a:pt x="709" y="350"/>
                      <a:pt x="709" y="350"/>
                    </a:cubicBezTo>
                    <a:cubicBezTo>
                      <a:pt x="699" y="293"/>
                      <a:pt x="722" y="248"/>
                      <a:pt x="722" y="248"/>
                    </a:cubicBezTo>
                    <a:cubicBezTo>
                      <a:pt x="706" y="264"/>
                      <a:pt x="704" y="218"/>
                      <a:pt x="700" y="207"/>
                    </a:cubicBezTo>
                    <a:cubicBezTo>
                      <a:pt x="696" y="198"/>
                      <a:pt x="697" y="176"/>
                      <a:pt x="711" y="170"/>
                    </a:cubicBezTo>
                    <a:cubicBezTo>
                      <a:pt x="723" y="165"/>
                      <a:pt x="728" y="182"/>
                      <a:pt x="728" y="182"/>
                    </a:cubicBezTo>
                    <a:cubicBezTo>
                      <a:pt x="737" y="17"/>
                      <a:pt x="872" y="0"/>
                      <a:pt x="872" y="0"/>
                    </a:cubicBezTo>
                    <a:lnTo>
                      <a:pt x="875" y="0"/>
                    </a:lnTo>
                    <a:close/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379" name="Freeform 464">
                <a:extLst>
                  <a:ext uri="{FF2B5EF4-FFF2-40B4-BE49-F238E27FC236}">
                    <a16:creationId xmlns:a16="http://schemas.microsoft.com/office/drawing/2014/main" id="{D77DEFC6-BB43-44A0-ADF4-EA9E0C50E3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9" y="2366"/>
                <a:ext cx="40" cy="175"/>
              </a:xfrm>
              <a:custGeom>
                <a:avLst/>
                <a:gdLst>
                  <a:gd name="T0" fmla="*/ 17 w 37"/>
                  <a:gd name="T1" fmla="*/ 0 h 164"/>
                  <a:gd name="T2" fmla="*/ 26 w 37"/>
                  <a:gd name="T3" fmla="*/ 12 h 164"/>
                  <a:gd name="T4" fmla="*/ 27 w 37"/>
                  <a:gd name="T5" fmla="*/ 30 h 164"/>
                  <a:gd name="T6" fmla="*/ 41 w 37"/>
                  <a:gd name="T7" fmla="*/ 57 h 164"/>
                  <a:gd name="T8" fmla="*/ 43 w 37"/>
                  <a:gd name="T9" fmla="*/ 81 h 164"/>
                  <a:gd name="T10" fmla="*/ 42 w 37"/>
                  <a:gd name="T11" fmla="*/ 97 h 164"/>
                  <a:gd name="T12" fmla="*/ 38 w 37"/>
                  <a:gd name="T13" fmla="*/ 107 h 164"/>
                  <a:gd name="T14" fmla="*/ 29 w 37"/>
                  <a:gd name="T15" fmla="*/ 126 h 164"/>
                  <a:gd name="T16" fmla="*/ 15 w 37"/>
                  <a:gd name="T17" fmla="*/ 141 h 164"/>
                  <a:gd name="T18" fmla="*/ 2 w 37"/>
                  <a:gd name="T19" fmla="*/ 173 h 164"/>
                  <a:gd name="T20" fmla="*/ 2 w 37"/>
                  <a:gd name="T21" fmla="*/ 200 h 16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7" h="164">
                    <a:moveTo>
                      <a:pt x="14" y="0"/>
                    </a:moveTo>
                    <a:cubicBezTo>
                      <a:pt x="16" y="4"/>
                      <a:pt x="19" y="5"/>
                      <a:pt x="20" y="9"/>
                    </a:cubicBezTo>
                    <a:cubicBezTo>
                      <a:pt x="22" y="14"/>
                      <a:pt x="20" y="19"/>
                      <a:pt x="21" y="24"/>
                    </a:cubicBezTo>
                    <a:cubicBezTo>
                      <a:pt x="23" y="34"/>
                      <a:pt x="27" y="39"/>
                      <a:pt x="32" y="47"/>
                    </a:cubicBezTo>
                    <a:cubicBezTo>
                      <a:pt x="37" y="54"/>
                      <a:pt x="35" y="58"/>
                      <a:pt x="34" y="67"/>
                    </a:cubicBezTo>
                    <a:cubicBezTo>
                      <a:pt x="33" y="71"/>
                      <a:pt x="34" y="76"/>
                      <a:pt x="33" y="80"/>
                    </a:cubicBezTo>
                    <a:cubicBezTo>
                      <a:pt x="33" y="83"/>
                      <a:pt x="31" y="85"/>
                      <a:pt x="30" y="88"/>
                    </a:cubicBezTo>
                    <a:cubicBezTo>
                      <a:pt x="27" y="95"/>
                      <a:pt x="29" y="100"/>
                      <a:pt x="23" y="104"/>
                    </a:cubicBezTo>
                    <a:cubicBezTo>
                      <a:pt x="19" y="108"/>
                      <a:pt x="15" y="111"/>
                      <a:pt x="12" y="116"/>
                    </a:cubicBezTo>
                    <a:cubicBezTo>
                      <a:pt x="7" y="124"/>
                      <a:pt x="4" y="133"/>
                      <a:pt x="2" y="142"/>
                    </a:cubicBezTo>
                    <a:cubicBezTo>
                      <a:pt x="0" y="149"/>
                      <a:pt x="3" y="157"/>
                      <a:pt x="2" y="164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380" name="Freeform 465">
                <a:extLst>
                  <a:ext uri="{FF2B5EF4-FFF2-40B4-BE49-F238E27FC236}">
                    <a16:creationId xmlns:a16="http://schemas.microsoft.com/office/drawing/2014/main" id="{706B9946-8709-48A5-83E8-6787F5FAF9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4" y="2452"/>
                <a:ext cx="51" cy="43"/>
              </a:xfrm>
              <a:custGeom>
                <a:avLst/>
                <a:gdLst>
                  <a:gd name="T0" fmla="*/ 0 w 47"/>
                  <a:gd name="T1" fmla="*/ 47 h 41"/>
                  <a:gd name="T2" fmla="*/ 16 w 47"/>
                  <a:gd name="T3" fmla="*/ 33 h 41"/>
                  <a:gd name="T4" fmla="*/ 31 w 47"/>
                  <a:gd name="T5" fmla="*/ 25 h 41"/>
                  <a:gd name="T6" fmla="*/ 60 w 47"/>
                  <a:gd name="T7" fmla="*/ 0 h 4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7" h="41">
                    <a:moveTo>
                      <a:pt x="0" y="41"/>
                    </a:moveTo>
                    <a:cubicBezTo>
                      <a:pt x="1" y="37"/>
                      <a:pt x="9" y="31"/>
                      <a:pt x="13" y="29"/>
                    </a:cubicBezTo>
                    <a:cubicBezTo>
                      <a:pt x="17" y="26"/>
                      <a:pt x="22" y="26"/>
                      <a:pt x="25" y="22"/>
                    </a:cubicBezTo>
                    <a:cubicBezTo>
                      <a:pt x="32" y="15"/>
                      <a:pt x="35" y="1"/>
                      <a:pt x="47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381" name="Freeform 466">
                <a:extLst>
                  <a:ext uri="{FF2B5EF4-FFF2-40B4-BE49-F238E27FC236}">
                    <a16:creationId xmlns:a16="http://schemas.microsoft.com/office/drawing/2014/main" id="{D25233C3-E862-466D-84F2-58381800C9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4" y="2430"/>
                <a:ext cx="22" cy="18"/>
              </a:xfrm>
              <a:custGeom>
                <a:avLst/>
                <a:gdLst>
                  <a:gd name="T0" fmla="*/ 0 w 20"/>
                  <a:gd name="T1" fmla="*/ 20 h 17"/>
                  <a:gd name="T2" fmla="*/ 26 w 20"/>
                  <a:gd name="T3" fmla="*/ 0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17">
                    <a:moveTo>
                      <a:pt x="0" y="17"/>
                    </a:moveTo>
                    <a:cubicBezTo>
                      <a:pt x="5" y="9"/>
                      <a:pt x="11" y="4"/>
                      <a:pt x="20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382" name="Freeform 467">
                <a:extLst>
                  <a:ext uri="{FF2B5EF4-FFF2-40B4-BE49-F238E27FC236}">
                    <a16:creationId xmlns:a16="http://schemas.microsoft.com/office/drawing/2014/main" id="{B50F063F-5C56-47D5-B29A-9953345944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9" y="2366"/>
                <a:ext cx="37" cy="129"/>
              </a:xfrm>
              <a:custGeom>
                <a:avLst/>
                <a:gdLst>
                  <a:gd name="T0" fmla="*/ 40 w 35"/>
                  <a:gd name="T1" fmla="*/ 0 h 121"/>
                  <a:gd name="T2" fmla="*/ 41 w 35"/>
                  <a:gd name="T3" fmla="*/ 57 h 121"/>
                  <a:gd name="T4" fmla="*/ 36 w 35"/>
                  <a:gd name="T5" fmla="*/ 100 h 121"/>
                  <a:gd name="T6" fmla="*/ 20 w 35"/>
                  <a:gd name="T7" fmla="*/ 127 h 121"/>
                  <a:gd name="T8" fmla="*/ 0 w 35"/>
                  <a:gd name="T9" fmla="*/ 147 h 1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" h="121">
                    <a:moveTo>
                      <a:pt x="34" y="0"/>
                    </a:moveTo>
                    <a:cubicBezTo>
                      <a:pt x="28" y="15"/>
                      <a:pt x="34" y="31"/>
                      <a:pt x="35" y="47"/>
                    </a:cubicBezTo>
                    <a:cubicBezTo>
                      <a:pt x="35" y="59"/>
                      <a:pt x="35" y="71"/>
                      <a:pt x="30" y="83"/>
                    </a:cubicBezTo>
                    <a:cubicBezTo>
                      <a:pt x="27" y="90"/>
                      <a:pt x="23" y="99"/>
                      <a:pt x="17" y="105"/>
                    </a:cubicBezTo>
                    <a:cubicBezTo>
                      <a:pt x="13" y="110"/>
                      <a:pt x="6" y="119"/>
                      <a:pt x="0" y="121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383" name="Freeform 468">
                <a:extLst>
                  <a:ext uri="{FF2B5EF4-FFF2-40B4-BE49-F238E27FC236}">
                    <a16:creationId xmlns:a16="http://schemas.microsoft.com/office/drawing/2014/main" id="{465F4B2D-EA52-4B10-B3DC-1970AB1C62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2" y="2358"/>
                <a:ext cx="39" cy="28"/>
              </a:xfrm>
              <a:custGeom>
                <a:avLst/>
                <a:gdLst>
                  <a:gd name="T0" fmla="*/ 43 w 37"/>
                  <a:gd name="T1" fmla="*/ 3 h 26"/>
                  <a:gd name="T2" fmla="*/ 0 w 37"/>
                  <a:gd name="T3" fmla="*/ 32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7" h="26">
                    <a:moveTo>
                      <a:pt x="37" y="3"/>
                    </a:moveTo>
                    <a:cubicBezTo>
                      <a:pt x="23" y="0"/>
                      <a:pt x="7" y="16"/>
                      <a:pt x="0" y="26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384" name="Freeform 469">
                <a:extLst>
                  <a:ext uri="{FF2B5EF4-FFF2-40B4-BE49-F238E27FC236}">
                    <a16:creationId xmlns:a16="http://schemas.microsoft.com/office/drawing/2014/main" id="{B97062B7-E254-4F48-B855-4918F910E0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6" y="2445"/>
                <a:ext cx="28" cy="30"/>
              </a:xfrm>
              <a:custGeom>
                <a:avLst/>
                <a:gdLst>
                  <a:gd name="T0" fmla="*/ 0 w 26"/>
                  <a:gd name="T1" fmla="*/ 1 h 28"/>
                  <a:gd name="T2" fmla="*/ 26 w 26"/>
                  <a:gd name="T3" fmla="*/ 6 h 28"/>
                  <a:gd name="T4" fmla="*/ 30 w 26"/>
                  <a:gd name="T5" fmla="*/ 34 h 28"/>
                  <a:gd name="T6" fmla="*/ 0 w 26"/>
                  <a:gd name="T7" fmla="*/ 33 h 2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28">
                    <a:moveTo>
                      <a:pt x="0" y="1"/>
                    </a:moveTo>
                    <a:cubicBezTo>
                      <a:pt x="8" y="0"/>
                      <a:pt x="14" y="1"/>
                      <a:pt x="20" y="6"/>
                    </a:cubicBezTo>
                    <a:cubicBezTo>
                      <a:pt x="26" y="11"/>
                      <a:pt x="26" y="21"/>
                      <a:pt x="24" y="28"/>
                    </a:cubicBezTo>
                    <a:cubicBezTo>
                      <a:pt x="20" y="22"/>
                      <a:pt x="6" y="20"/>
                      <a:pt x="0" y="27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385" name="Freeform 470">
                <a:extLst>
                  <a:ext uri="{FF2B5EF4-FFF2-40B4-BE49-F238E27FC236}">
                    <a16:creationId xmlns:a16="http://schemas.microsoft.com/office/drawing/2014/main" id="{882B6817-7B60-4239-8E76-0BF1542208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4" y="2525"/>
                <a:ext cx="37" cy="25"/>
              </a:xfrm>
              <a:custGeom>
                <a:avLst/>
                <a:gdLst>
                  <a:gd name="T0" fmla="*/ 44 w 34"/>
                  <a:gd name="T1" fmla="*/ 10 h 23"/>
                  <a:gd name="T2" fmla="*/ 13 w 34"/>
                  <a:gd name="T3" fmla="*/ 5 h 23"/>
                  <a:gd name="T4" fmla="*/ 0 w 34"/>
                  <a:gd name="T5" fmla="*/ 14 h 23"/>
                  <a:gd name="T6" fmla="*/ 9 w 34"/>
                  <a:gd name="T7" fmla="*/ 29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4" h="23">
                    <a:moveTo>
                      <a:pt x="34" y="7"/>
                    </a:moveTo>
                    <a:cubicBezTo>
                      <a:pt x="27" y="1"/>
                      <a:pt x="18" y="0"/>
                      <a:pt x="10" y="5"/>
                    </a:cubicBezTo>
                    <a:cubicBezTo>
                      <a:pt x="7" y="6"/>
                      <a:pt x="1" y="8"/>
                      <a:pt x="0" y="11"/>
                    </a:cubicBezTo>
                    <a:cubicBezTo>
                      <a:pt x="0" y="14"/>
                      <a:pt x="5" y="21"/>
                      <a:pt x="6" y="23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386" name="Freeform 471">
                <a:extLst>
                  <a:ext uri="{FF2B5EF4-FFF2-40B4-BE49-F238E27FC236}">
                    <a16:creationId xmlns:a16="http://schemas.microsoft.com/office/drawing/2014/main" id="{D43A2284-A413-42F9-A1CA-87AFE5CCC2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0" y="2958"/>
                <a:ext cx="61" cy="87"/>
              </a:xfrm>
              <a:custGeom>
                <a:avLst/>
                <a:gdLst>
                  <a:gd name="T0" fmla="*/ 70 w 57"/>
                  <a:gd name="T1" fmla="*/ 0 h 82"/>
                  <a:gd name="T2" fmla="*/ 0 w 57"/>
                  <a:gd name="T3" fmla="*/ 98 h 8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7" h="82">
                    <a:moveTo>
                      <a:pt x="57" y="0"/>
                    </a:moveTo>
                    <a:cubicBezTo>
                      <a:pt x="45" y="31"/>
                      <a:pt x="5" y="46"/>
                      <a:pt x="0" y="82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387" name="Freeform 472">
                <a:extLst>
                  <a:ext uri="{FF2B5EF4-FFF2-40B4-BE49-F238E27FC236}">
                    <a16:creationId xmlns:a16="http://schemas.microsoft.com/office/drawing/2014/main" id="{8A791C6F-60AF-4FC9-B600-76D9E66524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6" y="3084"/>
                <a:ext cx="211" cy="38"/>
              </a:xfrm>
              <a:custGeom>
                <a:avLst/>
                <a:gdLst>
                  <a:gd name="T0" fmla="*/ 240 w 198"/>
                  <a:gd name="T1" fmla="*/ 0 h 36"/>
                  <a:gd name="T2" fmla="*/ 127 w 198"/>
                  <a:gd name="T3" fmla="*/ 40 h 36"/>
                  <a:gd name="T4" fmla="*/ 0 w 198"/>
                  <a:gd name="T5" fmla="*/ 20 h 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8" h="36">
                    <a:moveTo>
                      <a:pt x="198" y="0"/>
                    </a:moveTo>
                    <a:cubicBezTo>
                      <a:pt x="166" y="17"/>
                      <a:pt x="143" y="33"/>
                      <a:pt x="105" y="34"/>
                    </a:cubicBezTo>
                    <a:cubicBezTo>
                      <a:pt x="69" y="36"/>
                      <a:pt x="33" y="27"/>
                      <a:pt x="0" y="17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388" name="Freeform 473">
                <a:extLst>
                  <a:ext uri="{FF2B5EF4-FFF2-40B4-BE49-F238E27FC236}">
                    <a16:creationId xmlns:a16="http://schemas.microsoft.com/office/drawing/2014/main" id="{96653FBE-D983-46C9-8702-44D09E8CC6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9" y="3088"/>
                <a:ext cx="42" cy="18"/>
              </a:xfrm>
              <a:custGeom>
                <a:avLst/>
                <a:gdLst>
                  <a:gd name="T0" fmla="*/ 48 w 39"/>
                  <a:gd name="T1" fmla="*/ 0 h 17"/>
                  <a:gd name="T2" fmla="*/ 0 w 39"/>
                  <a:gd name="T3" fmla="*/ 20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9" h="17">
                    <a:moveTo>
                      <a:pt x="39" y="0"/>
                    </a:moveTo>
                    <a:cubicBezTo>
                      <a:pt x="26" y="1"/>
                      <a:pt x="9" y="8"/>
                      <a:pt x="0" y="17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389" name="Freeform 474">
                <a:extLst>
                  <a:ext uri="{FF2B5EF4-FFF2-40B4-BE49-F238E27FC236}">
                    <a16:creationId xmlns:a16="http://schemas.microsoft.com/office/drawing/2014/main" id="{A96B56DE-7CB4-4EB3-8CA5-CD60ED2742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3" y="3145"/>
                <a:ext cx="45" cy="4"/>
              </a:xfrm>
              <a:custGeom>
                <a:avLst/>
                <a:gdLst>
                  <a:gd name="T0" fmla="*/ 51 w 42"/>
                  <a:gd name="T1" fmla="*/ 0 h 4"/>
                  <a:gd name="T2" fmla="*/ 0 w 42"/>
                  <a:gd name="T3" fmla="*/ 4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2" h="4">
                    <a:moveTo>
                      <a:pt x="42" y="0"/>
                    </a:moveTo>
                    <a:cubicBezTo>
                      <a:pt x="28" y="3"/>
                      <a:pt x="14" y="1"/>
                      <a:pt x="0" y="4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390" name="Freeform 475">
                <a:extLst>
                  <a:ext uri="{FF2B5EF4-FFF2-40B4-BE49-F238E27FC236}">
                    <a16:creationId xmlns:a16="http://schemas.microsoft.com/office/drawing/2014/main" id="{0E606A37-318A-4DCD-92CB-C3180D1D00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8" y="3681"/>
                <a:ext cx="41" cy="11"/>
              </a:xfrm>
              <a:custGeom>
                <a:avLst/>
                <a:gdLst>
                  <a:gd name="T0" fmla="*/ 47 w 38"/>
                  <a:gd name="T1" fmla="*/ 0 h 10"/>
                  <a:gd name="T2" fmla="*/ 0 w 38"/>
                  <a:gd name="T3" fmla="*/ 13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8" h="10">
                    <a:moveTo>
                      <a:pt x="38" y="0"/>
                    </a:moveTo>
                    <a:cubicBezTo>
                      <a:pt x="26" y="5"/>
                      <a:pt x="13" y="9"/>
                      <a:pt x="0" y="1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391" name="Freeform 476">
                <a:extLst>
                  <a:ext uri="{FF2B5EF4-FFF2-40B4-BE49-F238E27FC236}">
                    <a16:creationId xmlns:a16="http://schemas.microsoft.com/office/drawing/2014/main" id="{783036D8-6C1B-4E3D-9C76-B78D9A82F1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6" y="3791"/>
                <a:ext cx="93" cy="15"/>
              </a:xfrm>
              <a:custGeom>
                <a:avLst/>
                <a:gdLst>
                  <a:gd name="T0" fmla="*/ 106 w 87"/>
                  <a:gd name="T1" fmla="*/ 6 h 14"/>
                  <a:gd name="T2" fmla="*/ 71 w 87"/>
                  <a:gd name="T3" fmla="*/ 1 h 14"/>
                  <a:gd name="T4" fmla="*/ 38 w 87"/>
                  <a:gd name="T5" fmla="*/ 12 h 14"/>
                  <a:gd name="T6" fmla="*/ 0 w 87"/>
                  <a:gd name="T7" fmla="*/ 17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7" h="14">
                    <a:moveTo>
                      <a:pt x="87" y="6"/>
                    </a:moveTo>
                    <a:cubicBezTo>
                      <a:pt x="78" y="3"/>
                      <a:pt x="68" y="0"/>
                      <a:pt x="58" y="1"/>
                    </a:cubicBezTo>
                    <a:cubicBezTo>
                      <a:pt x="49" y="2"/>
                      <a:pt x="41" y="8"/>
                      <a:pt x="32" y="9"/>
                    </a:cubicBezTo>
                    <a:cubicBezTo>
                      <a:pt x="21" y="10"/>
                      <a:pt x="7" y="2"/>
                      <a:pt x="0" y="14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392" name="Freeform 477">
                <a:extLst>
                  <a:ext uri="{FF2B5EF4-FFF2-40B4-BE49-F238E27FC236}">
                    <a16:creationId xmlns:a16="http://schemas.microsoft.com/office/drawing/2014/main" id="{D87CB0ED-2245-4B9B-8223-A9AA9A0AFE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0" y="3953"/>
                <a:ext cx="51" cy="82"/>
              </a:xfrm>
              <a:custGeom>
                <a:avLst/>
                <a:gdLst>
                  <a:gd name="T0" fmla="*/ 50 w 48"/>
                  <a:gd name="T1" fmla="*/ 93 h 77"/>
                  <a:gd name="T2" fmla="*/ 53 w 48"/>
                  <a:gd name="T3" fmla="*/ 49 h 77"/>
                  <a:gd name="T4" fmla="*/ 35 w 48"/>
                  <a:gd name="T5" fmla="*/ 43 h 77"/>
                  <a:gd name="T6" fmla="*/ 19 w 48"/>
                  <a:gd name="T7" fmla="*/ 33 h 77"/>
                  <a:gd name="T8" fmla="*/ 15 w 48"/>
                  <a:gd name="T9" fmla="*/ 23 h 77"/>
                  <a:gd name="T10" fmla="*/ 11 w 48"/>
                  <a:gd name="T11" fmla="*/ 18 h 77"/>
                  <a:gd name="T12" fmla="*/ 1 w 48"/>
                  <a:gd name="T13" fmla="*/ 0 h 7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8" h="77">
                    <a:moveTo>
                      <a:pt x="41" y="77"/>
                    </a:moveTo>
                    <a:cubicBezTo>
                      <a:pt x="48" y="66"/>
                      <a:pt x="48" y="52"/>
                      <a:pt x="44" y="40"/>
                    </a:cubicBezTo>
                    <a:cubicBezTo>
                      <a:pt x="39" y="41"/>
                      <a:pt x="33" y="38"/>
                      <a:pt x="29" y="36"/>
                    </a:cubicBezTo>
                    <a:cubicBezTo>
                      <a:pt x="26" y="34"/>
                      <a:pt x="18" y="30"/>
                      <a:pt x="16" y="27"/>
                    </a:cubicBezTo>
                    <a:cubicBezTo>
                      <a:pt x="14" y="24"/>
                      <a:pt x="14" y="22"/>
                      <a:pt x="12" y="20"/>
                    </a:cubicBezTo>
                    <a:cubicBezTo>
                      <a:pt x="11" y="18"/>
                      <a:pt x="9" y="17"/>
                      <a:pt x="8" y="15"/>
                    </a:cubicBezTo>
                    <a:cubicBezTo>
                      <a:pt x="4" y="11"/>
                      <a:pt x="0" y="6"/>
                      <a:pt x="1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393" name="Freeform 478">
                <a:extLst>
                  <a:ext uri="{FF2B5EF4-FFF2-40B4-BE49-F238E27FC236}">
                    <a16:creationId xmlns:a16="http://schemas.microsoft.com/office/drawing/2014/main" id="{FEE04562-2AF5-46EB-9DF5-A9147F197C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3" y="3959"/>
                <a:ext cx="3" cy="16"/>
              </a:xfrm>
              <a:custGeom>
                <a:avLst/>
                <a:gdLst>
                  <a:gd name="T0" fmla="*/ 0 w 3"/>
                  <a:gd name="T1" fmla="*/ 18 h 15"/>
                  <a:gd name="T2" fmla="*/ 1 w 3"/>
                  <a:gd name="T3" fmla="*/ 0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5">
                    <a:moveTo>
                      <a:pt x="0" y="15"/>
                    </a:moveTo>
                    <a:cubicBezTo>
                      <a:pt x="3" y="11"/>
                      <a:pt x="1" y="5"/>
                      <a:pt x="1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394" name="Freeform 479">
                <a:extLst>
                  <a:ext uri="{FF2B5EF4-FFF2-40B4-BE49-F238E27FC236}">
                    <a16:creationId xmlns:a16="http://schemas.microsoft.com/office/drawing/2014/main" id="{18E127F0-C872-439D-B139-B29B04DD2F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7" y="3988"/>
                <a:ext cx="43" cy="27"/>
              </a:xfrm>
              <a:custGeom>
                <a:avLst/>
                <a:gdLst>
                  <a:gd name="T0" fmla="*/ 49 w 40"/>
                  <a:gd name="T1" fmla="*/ 10 h 25"/>
                  <a:gd name="T2" fmla="*/ 29 w 40"/>
                  <a:gd name="T3" fmla="*/ 15 h 25"/>
                  <a:gd name="T4" fmla="*/ 19 w 40"/>
                  <a:gd name="T5" fmla="*/ 31 h 25"/>
                  <a:gd name="T6" fmla="*/ 3 w 40"/>
                  <a:gd name="T7" fmla="*/ 15 h 25"/>
                  <a:gd name="T8" fmla="*/ 18 w 40"/>
                  <a:gd name="T9" fmla="*/ 0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0" h="25">
                    <a:moveTo>
                      <a:pt x="40" y="7"/>
                    </a:moveTo>
                    <a:cubicBezTo>
                      <a:pt x="34" y="4"/>
                      <a:pt x="28" y="8"/>
                      <a:pt x="23" y="12"/>
                    </a:cubicBezTo>
                    <a:cubicBezTo>
                      <a:pt x="19" y="15"/>
                      <a:pt x="18" y="20"/>
                      <a:pt x="16" y="25"/>
                    </a:cubicBezTo>
                    <a:cubicBezTo>
                      <a:pt x="13" y="21"/>
                      <a:pt x="5" y="17"/>
                      <a:pt x="3" y="12"/>
                    </a:cubicBezTo>
                    <a:cubicBezTo>
                      <a:pt x="0" y="6"/>
                      <a:pt x="10" y="2"/>
                      <a:pt x="15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395" name="Freeform 480">
                <a:extLst>
                  <a:ext uri="{FF2B5EF4-FFF2-40B4-BE49-F238E27FC236}">
                    <a16:creationId xmlns:a16="http://schemas.microsoft.com/office/drawing/2014/main" id="{D7B6A9DA-D012-41BC-9576-0CF8A11333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4" y="3962"/>
                <a:ext cx="39" cy="57"/>
              </a:xfrm>
              <a:custGeom>
                <a:avLst/>
                <a:gdLst>
                  <a:gd name="T0" fmla="*/ 39 w 37"/>
                  <a:gd name="T1" fmla="*/ 66 h 53"/>
                  <a:gd name="T2" fmla="*/ 24 w 37"/>
                  <a:gd name="T3" fmla="*/ 29 h 53"/>
                  <a:gd name="T4" fmla="*/ 7 w 37"/>
                  <a:gd name="T5" fmla="*/ 17 h 53"/>
                  <a:gd name="T6" fmla="*/ 0 w 37"/>
                  <a:gd name="T7" fmla="*/ 0 h 5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7" h="53">
                    <a:moveTo>
                      <a:pt x="33" y="53"/>
                    </a:moveTo>
                    <a:cubicBezTo>
                      <a:pt x="37" y="40"/>
                      <a:pt x="31" y="29"/>
                      <a:pt x="21" y="23"/>
                    </a:cubicBezTo>
                    <a:cubicBezTo>
                      <a:pt x="15" y="20"/>
                      <a:pt x="11" y="18"/>
                      <a:pt x="7" y="14"/>
                    </a:cubicBezTo>
                    <a:cubicBezTo>
                      <a:pt x="3" y="10"/>
                      <a:pt x="3" y="4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396" name="Freeform 481">
                <a:extLst>
                  <a:ext uri="{FF2B5EF4-FFF2-40B4-BE49-F238E27FC236}">
                    <a16:creationId xmlns:a16="http://schemas.microsoft.com/office/drawing/2014/main" id="{01A7B396-7AE9-40F1-8D28-558067F1AD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4" y="3947"/>
                <a:ext cx="45" cy="43"/>
              </a:xfrm>
              <a:custGeom>
                <a:avLst/>
                <a:gdLst>
                  <a:gd name="T0" fmla="*/ 50 w 42"/>
                  <a:gd name="T1" fmla="*/ 49 h 40"/>
                  <a:gd name="T2" fmla="*/ 41 w 42"/>
                  <a:gd name="T3" fmla="*/ 33 h 40"/>
                  <a:gd name="T4" fmla="*/ 30 w 42"/>
                  <a:gd name="T5" fmla="*/ 19 h 40"/>
                  <a:gd name="T6" fmla="*/ 16 w 42"/>
                  <a:gd name="T7" fmla="*/ 16 h 40"/>
                  <a:gd name="T8" fmla="*/ 0 w 42"/>
                  <a:gd name="T9" fmla="*/ 0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2" h="40">
                    <a:moveTo>
                      <a:pt x="41" y="40"/>
                    </a:moveTo>
                    <a:cubicBezTo>
                      <a:pt x="42" y="35"/>
                      <a:pt x="36" y="30"/>
                      <a:pt x="33" y="27"/>
                    </a:cubicBezTo>
                    <a:cubicBezTo>
                      <a:pt x="31" y="23"/>
                      <a:pt x="28" y="19"/>
                      <a:pt x="24" y="16"/>
                    </a:cubicBezTo>
                    <a:cubicBezTo>
                      <a:pt x="21" y="14"/>
                      <a:pt x="16" y="15"/>
                      <a:pt x="13" y="13"/>
                    </a:cubicBezTo>
                    <a:cubicBezTo>
                      <a:pt x="8" y="10"/>
                      <a:pt x="6" y="3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397" name="Freeform 482">
                <a:extLst>
                  <a:ext uri="{FF2B5EF4-FFF2-40B4-BE49-F238E27FC236}">
                    <a16:creationId xmlns:a16="http://schemas.microsoft.com/office/drawing/2014/main" id="{D5B722D7-731B-4659-9DF1-87270C4DD5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8" y="3942"/>
                <a:ext cx="20" cy="15"/>
              </a:xfrm>
              <a:custGeom>
                <a:avLst/>
                <a:gdLst>
                  <a:gd name="T0" fmla="*/ 22 w 19"/>
                  <a:gd name="T1" fmla="*/ 13 h 14"/>
                  <a:gd name="T2" fmla="*/ 14 w 19"/>
                  <a:gd name="T3" fmla="*/ 10 h 14"/>
                  <a:gd name="T4" fmla="*/ 0 w 19"/>
                  <a:gd name="T5" fmla="*/ 0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14">
                    <a:moveTo>
                      <a:pt x="19" y="10"/>
                    </a:moveTo>
                    <a:cubicBezTo>
                      <a:pt x="19" y="14"/>
                      <a:pt x="13" y="8"/>
                      <a:pt x="11" y="7"/>
                    </a:cubicBezTo>
                    <a:cubicBezTo>
                      <a:pt x="7" y="5"/>
                      <a:pt x="4" y="3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398" name="Freeform 483">
                <a:extLst>
                  <a:ext uri="{FF2B5EF4-FFF2-40B4-BE49-F238E27FC236}">
                    <a16:creationId xmlns:a16="http://schemas.microsoft.com/office/drawing/2014/main" id="{2B0D8422-6117-41FB-81E3-BA107D49A3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0" y="3959"/>
                <a:ext cx="12" cy="13"/>
              </a:xfrm>
              <a:custGeom>
                <a:avLst/>
                <a:gdLst>
                  <a:gd name="T0" fmla="*/ 12 w 12"/>
                  <a:gd name="T1" fmla="*/ 4 h 12"/>
                  <a:gd name="T2" fmla="*/ 6 w 12"/>
                  <a:gd name="T3" fmla="*/ 15 h 12"/>
                  <a:gd name="T4" fmla="*/ 10 w 12"/>
                  <a:gd name="T5" fmla="*/ 4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2">
                    <a:moveTo>
                      <a:pt x="12" y="4"/>
                    </a:moveTo>
                    <a:cubicBezTo>
                      <a:pt x="9" y="6"/>
                      <a:pt x="7" y="9"/>
                      <a:pt x="6" y="12"/>
                    </a:cubicBezTo>
                    <a:cubicBezTo>
                      <a:pt x="0" y="8"/>
                      <a:pt x="3" y="0"/>
                      <a:pt x="10" y="4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399" name="Freeform 484">
                <a:extLst>
                  <a:ext uri="{FF2B5EF4-FFF2-40B4-BE49-F238E27FC236}">
                    <a16:creationId xmlns:a16="http://schemas.microsoft.com/office/drawing/2014/main" id="{38DE7211-C4A0-4865-88AC-998D05D261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5" y="3978"/>
                <a:ext cx="16" cy="17"/>
              </a:xfrm>
              <a:custGeom>
                <a:avLst/>
                <a:gdLst>
                  <a:gd name="T0" fmla="*/ 18 w 15"/>
                  <a:gd name="T1" fmla="*/ 4 h 16"/>
                  <a:gd name="T2" fmla="*/ 11 w 15"/>
                  <a:gd name="T3" fmla="*/ 19 h 16"/>
                  <a:gd name="T4" fmla="*/ 3 w 15"/>
                  <a:gd name="T5" fmla="*/ 4 h 16"/>
                  <a:gd name="T6" fmla="*/ 16 w 15"/>
                  <a:gd name="T7" fmla="*/ 5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16">
                    <a:moveTo>
                      <a:pt x="15" y="4"/>
                    </a:moveTo>
                    <a:cubicBezTo>
                      <a:pt x="9" y="6"/>
                      <a:pt x="8" y="10"/>
                      <a:pt x="8" y="16"/>
                    </a:cubicBezTo>
                    <a:cubicBezTo>
                      <a:pt x="6" y="13"/>
                      <a:pt x="0" y="8"/>
                      <a:pt x="3" y="4"/>
                    </a:cubicBezTo>
                    <a:cubicBezTo>
                      <a:pt x="5" y="0"/>
                      <a:pt x="13" y="1"/>
                      <a:pt x="13" y="5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400" name="Freeform 485">
                <a:extLst>
                  <a:ext uri="{FF2B5EF4-FFF2-40B4-BE49-F238E27FC236}">
                    <a16:creationId xmlns:a16="http://schemas.microsoft.com/office/drawing/2014/main" id="{D432A295-12E3-43FA-9FAC-554AD04A71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0" y="3993"/>
                <a:ext cx="22" cy="17"/>
              </a:xfrm>
              <a:custGeom>
                <a:avLst/>
                <a:gdLst>
                  <a:gd name="T0" fmla="*/ 25 w 20"/>
                  <a:gd name="T1" fmla="*/ 11 h 16"/>
                  <a:gd name="T2" fmla="*/ 9 w 20"/>
                  <a:gd name="T3" fmla="*/ 19 h 16"/>
                  <a:gd name="T4" fmla="*/ 1 w 20"/>
                  <a:gd name="T5" fmla="*/ 5 h 16"/>
                  <a:gd name="T6" fmla="*/ 14 w 20"/>
                  <a:gd name="T7" fmla="*/ 0 h 16"/>
                  <a:gd name="T8" fmla="*/ 26 w 20"/>
                  <a:gd name="T9" fmla="*/ 7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16">
                    <a:moveTo>
                      <a:pt x="19" y="8"/>
                    </a:moveTo>
                    <a:cubicBezTo>
                      <a:pt x="12" y="10"/>
                      <a:pt x="9" y="9"/>
                      <a:pt x="6" y="16"/>
                    </a:cubicBezTo>
                    <a:cubicBezTo>
                      <a:pt x="4" y="13"/>
                      <a:pt x="0" y="9"/>
                      <a:pt x="1" y="5"/>
                    </a:cubicBezTo>
                    <a:cubicBezTo>
                      <a:pt x="2" y="0"/>
                      <a:pt x="7" y="0"/>
                      <a:pt x="11" y="0"/>
                    </a:cubicBezTo>
                    <a:cubicBezTo>
                      <a:pt x="16" y="1"/>
                      <a:pt x="17" y="3"/>
                      <a:pt x="20" y="7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401" name="Freeform 486">
                <a:extLst>
                  <a:ext uri="{FF2B5EF4-FFF2-40B4-BE49-F238E27FC236}">
                    <a16:creationId xmlns:a16="http://schemas.microsoft.com/office/drawing/2014/main" id="{D6B62D5B-52DF-4943-90A2-7A7E03A6B8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2" y="1470"/>
                <a:ext cx="139" cy="655"/>
              </a:xfrm>
              <a:custGeom>
                <a:avLst/>
                <a:gdLst>
                  <a:gd name="T0" fmla="*/ 156 w 131"/>
                  <a:gd name="T1" fmla="*/ 743 h 615"/>
                  <a:gd name="T2" fmla="*/ 132 w 131"/>
                  <a:gd name="T3" fmla="*/ 508 h 615"/>
                  <a:gd name="T4" fmla="*/ 50 w 131"/>
                  <a:gd name="T5" fmla="*/ 355 h 615"/>
                  <a:gd name="T6" fmla="*/ 44 w 131"/>
                  <a:gd name="T7" fmla="*/ 253 h 615"/>
                  <a:gd name="T8" fmla="*/ 12 w 131"/>
                  <a:gd name="T9" fmla="*/ 165 h 615"/>
                  <a:gd name="T10" fmla="*/ 16 w 131"/>
                  <a:gd name="T11" fmla="*/ 0 h 61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1" h="615">
                    <a:moveTo>
                      <a:pt x="131" y="615"/>
                    </a:moveTo>
                    <a:cubicBezTo>
                      <a:pt x="131" y="615"/>
                      <a:pt x="131" y="472"/>
                      <a:pt x="110" y="421"/>
                    </a:cubicBezTo>
                    <a:cubicBezTo>
                      <a:pt x="90" y="370"/>
                      <a:pt x="35" y="311"/>
                      <a:pt x="41" y="294"/>
                    </a:cubicBezTo>
                    <a:cubicBezTo>
                      <a:pt x="47" y="276"/>
                      <a:pt x="62" y="263"/>
                      <a:pt x="37" y="209"/>
                    </a:cubicBezTo>
                    <a:cubicBezTo>
                      <a:pt x="12" y="154"/>
                      <a:pt x="0" y="156"/>
                      <a:pt x="9" y="137"/>
                    </a:cubicBezTo>
                    <a:cubicBezTo>
                      <a:pt x="18" y="118"/>
                      <a:pt x="38" y="50"/>
                      <a:pt x="13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402" name="Freeform 487">
                <a:extLst>
                  <a:ext uri="{FF2B5EF4-FFF2-40B4-BE49-F238E27FC236}">
                    <a16:creationId xmlns:a16="http://schemas.microsoft.com/office/drawing/2014/main" id="{93710C4A-A721-4073-967D-C7BE794DA3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4" y="1543"/>
                <a:ext cx="98" cy="30"/>
              </a:xfrm>
              <a:custGeom>
                <a:avLst/>
                <a:gdLst>
                  <a:gd name="T0" fmla="*/ 0 w 92"/>
                  <a:gd name="T1" fmla="*/ 33 h 28"/>
                  <a:gd name="T2" fmla="*/ 17 w 92"/>
                  <a:gd name="T3" fmla="*/ 27 h 28"/>
                  <a:gd name="T4" fmla="*/ 111 w 92"/>
                  <a:gd name="T5" fmla="*/ 0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2" h="28">
                    <a:moveTo>
                      <a:pt x="0" y="27"/>
                    </a:moveTo>
                    <a:cubicBezTo>
                      <a:pt x="0" y="27"/>
                      <a:pt x="6" y="28"/>
                      <a:pt x="14" y="21"/>
                    </a:cubicBezTo>
                    <a:cubicBezTo>
                      <a:pt x="23" y="14"/>
                      <a:pt x="63" y="22"/>
                      <a:pt x="92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403" name="Freeform 488">
                <a:extLst>
                  <a:ext uri="{FF2B5EF4-FFF2-40B4-BE49-F238E27FC236}">
                    <a16:creationId xmlns:a16="http://schemas.microsoft.com/office/drawing/2014/main" id="{96EBA624-9D00-4202-9F6E-A0E202B2CE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2" y="1609"/>
                <a:ext cx="20" cy="44"/>
              </a:xfrm>
              <a:custGeom>
                <a:avLst/>
                <a:gdLst>
                  <a:gd name="T0" fmla="*/ 22 w 19"/>
                  <a:gd name="T1" fmla="*/ 0 h 41"/>
                  <a:gd name="T2" fmla="*/ 0 w 19"/>
                  <a:gd name="T3" fmla="*/ 50 h 4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41">
                    <a:moveTo>
                      <a:pt x="19" y="0"/>
                    </a:moveTo>
                    <a:cubicBezTo>
                      <a:pt x="19" y="0"/>
                      <a:pt x="11" y="17"/>
                      <a:pt x="0" y="41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404" name="Freeform 489">
                <a:extLst>
                  <a:ext uri="{FF2B5EF4-FFF2-40B4-BE49-F238E27FC236}">
                    <a16:creationId xmlns:a16="http://schemas.microsoft.com/office/drawing/2014/main" id="{58718141-D1AB-41E5-9230-DD80D9B229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7" y="1698"/>
                <a:ext cx="492" cy="271"/>
              </a:xfrm>
              <a:custGeom>
                <a:avLst/>
                <a:gdLst>
                  <a:gd name="T0" fmla="*/ 528 w 461"/>
                  <a:gd name="T1" fmla="*/ 0 h 254"/>
                  <a:gd name="T2" fmla="*/ 535 w 461"/>
                  <a:gd name="T3" fmla="*/ 101 h 254"/>
                  <a:gd name="T4" fmla="*/ 441 w 461"/>
                  <a:gd name="T5" fmla="*/ 187 h 254"/>
                  <a:gd name="T6" fmla="*/ 345 w 461"/>
                  <a:gd name="T7" fmla="*/ 223 h 254"/>
                  <a:gd name="T8" fmla="*/ 0 w 461"/>
                  <a:gd name="T9" fmla="*/ 163 h 25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61" h="254">
                    <a:moveTo>
                      <a:pt x="435" y="0"/>
                    </a:moveTo>
                    <a:cubicBezTo>
                      <a:pt x="435" y="0"/>
                      <a:pt x="461" y="62"/>
                      <a:pt x="439" y="83"/>
                    </a:cubicBezTo>
                    <a:cubicBezTo>
                      <a:pt x="417" y="103"/>
                      <a:pt x="376" y="146"/>
                      <a:pt x="363" y="154"/>
                    </a:cubicBezTo>
                    <a:cubicBezTo>
                      <a:pt x="350" y="163"/>
                      <a:pt x="324" y="178"/>
                      <a:pt x="284" y="184"/>
                    </a:cubicBezTo>
                    <a:cubicBezTo>
                      <a:pt x="244" y="190"/>
                      <a:pt x="7" y="254"/>
                      <a:pt x="0" y="134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405" name="Freeform 490">
                <a:extLst>
                  <a:ext uri="{FF2B5EF4-FFF2-40B4-BE49-F238E27FC236}">
                    <a16:creationId xmlns:a16="http://schemas.microsoft.com/office/drawing/2014/main" id="{30998664-AEE7-449A-91EA-94F7AB84CA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5" y="1599"/>
                <a:ext cx="63" cy="23"/>
              </a:xfrm>
              <a:custGeom>
                <a:avLst/>
                <a:gdLst>
                  <a:gd name="T0" fmla="*/ 0 w 59"/>
                  <a:gd name="T1" fmla="*/ 0 h 22"/>
                  <a:gd name="T2" fmla="*/ 72 w 59"/>
                  <a:gd name="T3" fmla="*/ 25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9" h="22">
                    <a:moveTo>
                      <a:pt x="0" y="0"/>
                    </a:moveTo>
                    <a:cubicBezTo>
                      <a:pt x="19" y="5"/>
                      <a:pt x="38" y="18"/>
                      <a:pt x="59" y="22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406" name="Freeform 491">
                <a:extLst>
                  <a:ext uri="{FF2B5EF4-FFF2-40B4-BE49-F238E27FC236}">
                    <a16:creationId xmlns:a16="http://schemas.microsoft.com/office/drawing/2014/main" id="{61C8650A-0036-452E-A0CA-4AEF7FA762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9" y="1872"/>
                <a:ext cx="67" cy="12"/>
              </a:xfrm>
              <a:custGeom>
                <a:avLst/>
                <a:gdLst>
                  <a:gd name="T0" fmla="*/ 0 w 63"/>
                  <a:gd name="T1" fmla="*/ 2 h 12"/>
                  <a:gd name="T2" fmla="*/ 76 w 63"/>
                  <a:gd name="T3" fmla="*/ 0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3" h="12">
                    <a:moveTo>
                      <a:pt x="0" y="2"/>
                    </a:moveTo>
                    <a:cubicBezTo>
                      <a:pt x="17" y="12"/>
                      <a:pt x="46" y="5"/>
                      <a:pt x="63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407" name="Freeform 492">
                <a:extLst>
                  <a:ext uri="{FF2B5EF4-FFF2-40B4-BE49-F238E27FC236}">
                    <a16:creationId xmlns:a16="http://schemas.microsoft.com/office/drawing/2014/main" id="{9B81EA79-5A91-4B2A-A35A-929BEE6B09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2" y="1827"/>
                <a:ext cx="38" cy="23"/>
              </a:xfrm>
              <a:custGeom>
                <a:avLst/>
                <a:gdLst>
                  <a:gd name="T0" fmla="*/ 42 w 36"/>
                  <a:gd name="T1" fmla="*/ 0 h 22"/>
                  <a:gd name="T2" fmla="*/ 0 w 36"/>
                  <a:gd name="T3" fmla="*/ 25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6" h="22">
                    <a:moveTo>
                      <a:pt x="36" y="0"/>
                    </a:moveTo>
                    <a:cubicBezTo>
                      <a:pt x="22" y="2"/>
                      <a:pt x="11" y="13"/>
                      <a:pt x="0" y="22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408" name="Freeform 493">
                <a:extLst>
                  <a:ext uri="{FF2B5EF4-FFF2-40B4-BE49-F238E27FC236}">
                    <a16:creationId xmlns:a16="http://schemas.microsoft.com/office/drawing/2014/main" id="{E664C56B-52A3-4CDF-B42F-CC4D0B58E1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2" y="1909"/>
                <a:ext cx="69" cy="40"/>
              </a:xfrm>
              <a:custGeom>
                <a:avLst/>
                <a:gdLst>
                  <a:gd name="T0" fmla="*/ 80 w 64"/>
                  <a:gd name="T1" fmla="*/ 0 h 38"/>
                  <a:gd name="T2" fmla="*/ 0 w 64"/>
                  <a:gd name="T3" fmla="*/ 44 h 3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4" h="38">
                    <a:moveTo>
                      <a:pt x="64" y="0"/>
                    </a:moveTo>
                    <a:cubicBezTo>
                      <a:pt x="59" y="36"/>
                      <a:pt x="20" y="22"/>
                      <a:pt x="0" y="38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409" name="Freeform 494">
                <a:extLst>
                  <a:ext uri="{FF2B5EF4-FFF2-40B4-BE49-F238E27FC236}">
                    <a16:creationId xmlns:a16="http://schemas.microsoft.com/office/drawing/2014/main" id="{FBC2CD5A-15B3-44D6-BFE4-D3D47474BD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0" y="2186"/>
                <a:ext cx="67" cy="17"/>
              </a:xfrm>
              <a:custGeom>
                <a:avLst/>
                <a:gdLst>
                  <a:gd name="T0" fmla="*/ 76 w 63"/>
                  <a:gd name="T1" fmla="*/ 15 h 16"/>
                  <a:gd name="T2" fmla="*/ 0 w 63"/>
                  <a:gd name="T3" fmla="*/ 0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3" h="16">
                    <a:moveTo>
                      <a:pt x="63" y="12"/>
                    </a:moveTo>
                    <a:cubicBezTo>
                      <a:pt x="39" y="16"/>
                      <a:pt x="23" y="8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410" name="Freeform 495">
                <a:extLst>
                  <a:ext uri="{FF2B5EF4-FFF2-40B4-BE49-F238E27FC236}">
                    <a16:creationId xmlns:a16="http://schemas.microsoft.com/office/drawing/2014/main" id="{883D7025-89B3-4850-8F2A-FEF2BA7CA4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7" y="932"/>
                <a:ext cx="10" cy="75"/>
              </a:xfrm>
              <a:custGeom>
                <a:avLst/>
                <a:gdLst>
                  <a:gd name="T0" fmla="*/ 12 w 9"/>
                  <a:gd name="T1" fmla="*/ 86 h 70"/>
                  <a:gd name="T2" fmla="*/ 1 w 9"/>
                  <a:gd name="T3" fmla="*/ 41 h 70"/>
                  <a:gd name="T4" fmla="*/ 3 w 9"/>
                  <a:gd name="T5" fmla="*/ 0 h 7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70">
                    <a:moveTo>
                      <a:pt x="9" y="70"/>
                    </a:moveTo>
                    <a:cubicBezTo>
                      <a:pt x="9" y="70"/>
                      <a:pt x="0" y="45"/>
                      <a:pt x="1" y="33"/>
                    </a:cubicBezTo>
                    <a:cubicBezTo>
                      <a:pt x="3" y="21"/>
                      <a:pt x="3" y="0"/>
                      <a:pt x="3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411" name="Freeform 496">
                <a:extLst>
                  <a:ext uri="{FF2B5EF4-FFF2-40B4-BE49-F238E27FC236}">
                    <a16:creationId xmlns:a16="http://schemas.microsoft.com/office/drawing/2014/main" id="{317A2FAF-E1AB-4418-9FF6-2B95EBEEDC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1" y="923"/>
                <a:ext cx="20" cy="28"/>
              </a:xfrm>
              <a:custGeom>
                <a:avLst/>
                <a:gdLst>
                  <a:gd name="T0" fmla="*/ 0 w 19"/>
                  <a:gd name="T1" fmla="*/ 30 h 27"/>
                  <a:gd name="T2" fmla="*/ 20 w 19"/>
                  <a:gd name="T3" fmla="*/ 29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27">
                    <a:moveTo>
                      <a:pt x="0" y="27"/>
                    </a:moveTo>
                    <a:cubicBezTo>
                      <a:pt x="0" y="27"/>
                      <a:pt x="19" y="0"/>
                      <a:pt x="17" y="26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412" name="Freeform 497">
                <a:extLst>
                  <a:ext uri="{FF2B5EF4-FFF2-40B4-BE49-F238E27FC236}">
                    <a16:creationId xmlns:a16="http://schemas.microsoft.com/office/drawing/2014/main" id="{30465668-E3C2-4AC7-A283-C8F563A0E5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1" y="961"/>
                <a:ext cx="12" cy="21"/>
              </a:xfrm>
              <a:custGeom>
                <a:avLst/>
                <a:gdLst>
                  <a:gd name="T0" fmla="*/ 0 w 12"/>
                  <a:gd name="T1" fmla="*/ 0 h 20"/>
                  <a:gd name="T2" fmla="*/ 1 w 12"/>
                  <a:gd name="T3" fmla="*/ 23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20">
                    <a:moveTo>
                      <a:pt x="0" y="0"/>
                    </a:moveTo>
                    <a:cubicBezTo>
                      <a:pt x="0" y="0"/>
                      <a:pt x="12" y="10"/>
                      <a:pt x="1" y="2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413" name="Freeform 498">
                <a:extLst>
                  <a:ext uri="{FF2B5EF4-FFF2-40B4-BE49-F238E27FC236}">
                    <a16:creationId xmlns:a16="http://schemas.microsoft.com/office/drawing/2014/main" id="{619B8F73-BC1C-4396-9F90-689CF263ED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4" y="924"/>
                <a:ext cx="23" cy="35"/>
              </a:xfrm>
              <a:custGeom>
                <a:avLst/>
                <a:gdLst>
                  <a:gd name="T0" fmla="*/ 9 w 22"/>
                  <a:gd name="T1" fmla="*/ 0 h 33"/>
                  <a:gd name="T2" fmla="*/ 20 w 22"/>
                  <a:gd name="T3" fmla="*/ 24 h 33"/>
                  <a:gd name="T4" fmla="*/ 0 w 22"/>
                  <a:gd name="T5" fmla="*/ 39 h 33"/>
                  <a:gd name="T6" fmla="*/ 17 w 22"/>
                  <a:gd name="T7" fmla="*/ 20 h 33"/>
                  <a:gd name="T8" fmla="*/ 9 w 22"/>
                  <a:gd name="T9" fmla="*/ 0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33">
                    <a:moveTo>
                      <a:pt x="9" y="0"/>
                    </a:moveTo>
                    <a:cubicBezTo>
                      <a:pt x="9" y="0"/>
                      <a:pt x="22" y="13"/>
                      <a:pt x="17" y="21"/>
                    </a:cubicBezTo>
                    <a:cubicBezTo>
                      <a:pt x="12" y="28"/>
                      <a:pt x="7" y="33"/>
                      <a:pt x="0" y="33"/>
                    </a:cubicBezTo>
                    <a:cubicBezTo>
                      <a:pt x="0" y="33"/>
                      <a:pt x="15" y="25"/>
                      <a:pt x="14" y="17"/>
                    </a:cubicBezTo>
                    <a:cubicBezTo>
                      <a:pt x="14" y="10"/>
                      <a:pt x="14" y="4"/>
                      <a:pt x="9" y="0"/>
                    </a:cubicBezTo>
                    <a:close/>
                  </a:path>
                </a:pathLst>
              </a:custGeom>
              <a:solidFill>
                <a:srgbClr val="5A22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414" name="Freeform 499">
                <a:extLst>
                  <a:ext uri="{FF2B5EF4-FFF2-40B4-BE49-F238E27FC236}">
                    <a16:creationId xmlns:a16="http://schemas.microsoft.com/office/drawing/2014/main" id="{6D78560F-64B3-4CD5-A3B5-D0419FB098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9" y="931"/>
                <a:ext cx="24" cy="109"/>
              </a:xfrm>
              <a:custGeom>
                <a:avLst/>
                <a:gdLst>
                  <a:gd name="T0" fmla="*/ 1 w 23"/>
                  <a:gd name="T1" fmla="*/ 0 h 102"/>
                  <a:gd name="T2" fmla="*/ 16 w 23"/>
                  <a:gd name="T3" fmla="*/ 21 h 102"/>
                  <a:gd name="T4" fmla="*/ 19 w 23"/>
                  <a:gd name="T5" fmla="*/ 55 h 102"/>
                  <a:gd name="T6" fmla="*/ 23 w 23"/>
                  <a:gd name="T7" fmla="*/ 124 h 102"/>
                  <a:gd name="T8" fmla="*/ 18 w 23"/>
                  <a:gd name="T9" fmla="*/ 79 h 102"/>
                  <a:gd name="T10" fmla="*/ 16 w 23"/>
                  <a:gd name="T11" fmla="*/ 57 h 102"/>
                  <a:gd name="T12" fmla="*/ 10 w 23"/>
                  <a:gd name="T13" fmla="*/ 29 h 102"/>
                  <a:gd name="T14" fmla="*/ 0 w 23"/>
                  <a:gd name="T15" fmla="*/ 18 h 102"/>
                  <a:gd name="T16" fmla="*/ 3 w 23"/>
                  <a:gd name="T17" fmla="*/ 5 h 10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3" h="102">
                    <a:moveTo>
                      <a:pt x="1" y="0"/>
                    </a:moveTo>
                    <a:cubicBezTo>
                      <a:pt x="4" y="6"/>
                      <a:pt x="9" y="12"/>
                      <a:pt x="13" y="18"/>
                    </a:cubicBezTo>
                    <a:cubicBezTo>
                      <a:pt x="16" y="26"/>
                      <a:pt x="16" y="36"/>
                      <a:pt x="16" y="45"/>
                    </a:cubicBezTo>
                    <a:cubicBezTo>
                      <a:pt x="14" y="65"/>
                      <a:pt x="23" y="81"/>
                      <a:pt x="20" y="102"/>
                    </a:cubicBezTo>
                    <a:cubicBezTo>
                      <a:pt x="23" y="90"/>
                      <a:pt x="15" y="77"/>
                      <a:pt x="15" y="65"/>
                    </a:cubicBezTo>
                    <a:cubicBezTo>
                      <a:pt x="14" y="56"/>
                      <a:pt x="13" y="54"/>
                      <a:pt x="13" y="47"/>
                    </a:cubicBezTo>
                    <a:cubicBezTo>
                      <a:pt x="14" y="39"/>
                      <a:pt x="13" y="31"/>
                      <a:pt x="10" y="23"/>
                    </a:cubicBezTo>
                    <a:cubicBezTo>
                      <a:pt x="10" y="20"/>
                      <a:pt x="4" y="9"/>
                      <a:pt x="0" y="15"/>
                    </a:cubicBezTo>
                    <a:cubicBezTo>
                      <a:pt x="3" y="12"/>
                      <a:pt x="3" y="9"/>
                      <a:pt x="3" y="5"/>
                    </a:cubicBezTo>
                  </a:path>
                </a:pathLst>
              </a:custGeom>
              <a:solidFill>
                <a:srgbClr val="5A22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415" name="Freeform 500">
                <a:extLst>
                  <a:ext uri="{FF2B5EF4-FFF2-40B4-BE49-F238E27FC236}">
                    <a16:creationId xmlns:a16="http://schemas.microsoft.com/office/drawing/2014/main" id="{834EC7A8-FF16-41CC-9B34-6148EED6E1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2" y="1019"/>
                <a:ext cx="112" cy="50"/>
              </a:xfrm>
              <a:custGeom>
                <a:avLst/>
                <a:gdLst>
                  <a:gd name="T0" fmla="*/ 66 w 105"/>
                  <a:gd name="T1" fmla="*/ 56 h 47"/>
                  <a:gd name="T2" fmla="*/ 127 w 105"/>
                  <a:gd name="T3" fmla="*/ 24 h 47"/>
                  <a:gd name="T4" fmla="*/ 81 w 105"/>
                  <a:gd name="T5" fmla="*/ 1 h 47"/>
                  <a:gd name="T6" fmla="*/ 65 w 105"/>
                  <a:gd name="T7" fmla="*/ 11 h 47"/>
                  <a:gd name="T8" fmla="*/ 59 w 105"/>
                  <a:gd name="T9" fmla="*/ 11 h 47"/>
                  <a:gd name="T10" fmla="*/ 44 w 105"/>
                  <a:gd name="T11" fmla="*/ 0 h 47"/>
                  <a:gd name="T12" fmla="*/ 0 w 105"/>
                  <a:gd name="T13" fmla="*/ 26 h 47"/>
                  <a:gd name="T14" fmla="*/ 66 w 105"/>
                  <a:gd name="T15" fmla="*/ 55 h 4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5" h="47">
                    <a:moveTo>
                      <a:pt x="54" y="47"/>
                    </a:moveTo>
                    <a:cubicBezTo>
                      <a:pt x="90" y="47"/>
                      <a:pt x="105" y="21"/>
                      <a:pt x="105" y="21"/>
                    </a:cubicBezTo>
                    <a:cubicBezTo>
                      <a:pt x="105" y="21"/>
                      <a:pt x="78" y="9"/>
                      <a:pt x="67" y="1"/>
                    </a:cubicBezTo>
                    <a:cubicBezTo>
                      <a:pt x="53" y="8"/>
                      <a:pt x="53" y="8"/>
                      <a:pt x="53" y="8"/>
                    </a:cubicBezTo>
                    <a:cubicBezTo>
                      <a:pt x="49" y="8"/>
                      <a:pt x="49" y="8"/>
                      <a:pt x="49" y="8"/>
                    </a:cubicBezTo>
                    <a:cubicBezTo>
                      <a:pt x="36" y="0"/>
                      <a:pt x="36" y="0"/>
                      <a:pt x="36" y="0"/>
                    </a:cubicBezTo>
                    <a:cubicBezTo>
                      <a:pt x="23" y="10"/>
                      <a:pt x="0" y="22"/>
                      <a:pt x="0" y="22"/>
                    </a:cubicBezTo>
                    <a:cubicBezTo>
                      <a:pt x="0" y="22"/>
                      <a:pt x="18" y="46"/>
                      <a:pt x="54" y="46"/>
                    </a:cubicBezTo>
                  </a:path>
                </a:pathLst>
              </a:custGeom>
              <a:solidFill>
                <a:srgbClr val="C2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416" name="Freeform 501">
                <a:extLst>
                  <a:ext uri="{FF2B5EF4-FFF2-40B4-BE49-F238E27FC236}">
                    <a16:creationId xmlns:a16="http://schemas.microsoft.com/office/drawing/2014/main" id="{8CDCBC3B-040B-4C91-BEB4-A0B8EB50E7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2" y="1043"/>
                <a:ext cx="109" cy="27"/>
              </a:xfrm>
              <a:custGeom>
                <a:avLst/>
                <a:gdLst>
                  <a:gd name="T0" fmla="*/ 61 w 103"/>
                  <a:gd name="T1" fmla="*/ 27 h 25"/>
                  <a:gd name="T2" fmla="*/ 0 w 103"/>
                  <a:gd name="T3" fmla="*/ 0 h 25"/>
                  <a:gd name="T4" fmla="*/ 0 w 103"/>
                  <a:gd name="T5" fmla="*/ 0 h 25"/>
                  <a:gd name="T6" fmla="*/ 61 w 103"/>
                  <a:gd name="T7" fmla="*/ 31 h 25"/>
                  <a:gd name="T8" fmla="*/ 122 w 103"/>
                  <a:gd name="T9" fmla="*/ 0 h 25"/>
                  <a:gd name="T10" fmla="*/ 122 w 103"/>
                  <a:gd name="T11" fmla="*/ 0 h 25"/>
                  <a:gd name="T12" fmla="*/ 61 w 103"/>
                  <a:gd name="T13" fmla="*/ 27 h 2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3" h="25">
                    <a:moveTo>
                      <a:pt x="52" y="21"/>
                    </a:moveTo>
                    <a:cubicBezTo>
                      <a:pt x="22" y="21"/>
                      <a:pt x="5" y="6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6" y="25"/>
                      <a:pt x="52" y="25"/>
                    </a:cubicBezTo>
                    <a:cubicBezTo>
                      <a:pt x="88" y="25"/>
                      <a:pt x="103" y="0"/>
                      <a:pt x="103" y="0"/>
                    </a:cubicBezTo>
                    <a:cubicBezTo>
                      <a:pt x="103" y="0"/>
                      <a:pt x="103" y="0"/>
                      <a:pt x="103" y="0"/>
                    </a:cubicBezTo>
                    <a:cubicBezTo>
                      <a:pt x="99" y="6"/>
                      <a:pt x="82" y="21"/>
                      <a:pt x="52" y="21"/>
                    </a:cubicBezTo>
                    <a:close/>
                  </a:path>
                </a:pathLst>
              </a:custGeom>
              <a:solidFill>
                <a:srgbClr val="5A22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417" name="Freeform 502">
                <a:extLst>
                  <a:ext uri="{FF2B5EF4-FFF2-40B4-BE49-F238E27FC236}">
                    <a16:creationId xmlns:a16="http://schemas.microsoft.com/office/drawing/2014/main" id="{6AF56AEB-35FD-48BB-91FB-769852736B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7" y="1016"/>
                <a:ext cx="120" cy="25"/>
              </a:xfrm>
              <a:custGeom>
                <a:avLst/>
                <a:gdLst>
                  <a:gd name="T0" fmla="*/ 49 w 112"/>
                  <a:gd name="T1" fmla="*/ 4 h 23"/>
                  <a:gd name="T2" fmla="*/ 68 w 112"/>
                  <a:gd name="T3" fmla="*/ 15 h 23"/>
                  <a:gd name="T4" fmla="*/ 68 w 112"/>
                  <a:gd name="T5" fmla="*/ 15 h 23"/>
                  <a:gd name="T6" fmla="*/ 86 w 112"/>
                  <a:gd name="T7" fmla="*/ 4 h 23"/>
                  <a:gd name="T8" fmla="*/ 138 w 112"/>
                  <a:gd name="T9" fmla="*/ 29 h 23"/>
                  <a:gd name="T10" fmla="*/ 138 w 112"/>
                  <a:gd name="T11" fmla="*/ 29 h 23"/>
                  <a:gd name="T12" fmla="*/ 86 w 112"/>
                  <a:gd name="T13" fmla="*/ 0 h 23"/>
                  <a:gd name="T14" fmla="*/ 66 w 112"/>
                  <a:gd name="T15" fmla="*/ 11 h 23"/>
                  <a:gd name="T16" fmla="*/ 66 w 112"/>
                  <a:gd name="T17" fmla="*/ 11 h 23"/>
                  <a:gd name="T18" fmla="*/ 49 w 112"/>
                  <a:gd name="T19" fmla="*/ 0 h 23"/>
                  <a:gd name="T20" fmla="*/ 0 w 112"/>
                  <a:gd name="T21" fmla="*/ 29 h 23"/>
                  <a:gd name="T22" fmla="*/ 0 w 112"/>
                  <a:gd name="T23" fmla="*/ 29 h 23"/>
                  <a:gd name="T24" fmla="*/ 49 w 112"/>
                  <a:gd name="T25" fmla="*/ 4 h 2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12" h="23">
                    <a:moveTo>
                      <a:pt x="40" y="4"/>
                    </a:moveTo>
                    <a:cubicBezTo>
                      <a:pt x="55" y="12"/>
                      <a:pt x="55" y="12"/>
                      <a:pt x="55" y="12"/>
                    </a:cubicBezTo>
                    <a:cubicBezTo>
                      <a:pt x="55" y="12"/>
                      <a:pt x="55" y="12"/>
                      <a:pt x="55" y="12"/>
                    </a:cubicBezTo>
                    <a:cubicBezTo>
                      <a:pt x="70" y="4"/>
                      <a:pt x="70" y="4"/>
                      <a:pt x="70" y="4"/>
                    </a:cubicBezTo>
                    <a:cubicBezTo>
                      <a:pt x="99" y="20"/>
                      <a:pt x="106" y="23"/>
                      <a:pt x="112" y="23"/>
                    </a:cubicBezTo>
                    <a:cubicBezTo>
                      <a:pt x="112" y="23"/>
                      <a:pt x="112" y="23"/>
                      <a:pt x="112" y="23"/>
                    </a:cubicBezTo>
                    <a:cubicBezTo>
                      <a:pt x="112" y="23"/>
                      <a:pt x="92" y="15"/>
                      <a:pt x="70" y="0"/>
                    </a:cubicBezTo>
                    <a:cubicBezTo>
                      <a:pt x="54" y="8"/>
                      <a:pt x="54" y="8"/>
                      <a:pt x="54" y="8"/>
                    </a:cubicBezTo>
                    <a:cubicBezTo>
                      <a:pt x="54" y="8"/>
                      <a:pt x="54" y="8"/>
                      <a:pt x="54" y="8"/>
                    </a:cubicBezTo>
                    <a:cubicBezTo>
                      <a:pt x="40" y="0"/>
                      <a:pt x="40" y="0"/>
                      <a:pt x="40" y="0"/>
                    </a:cubicBezTo>
                    <a:cubicBezTo>
                      <a:pt x="15" y="18"/>
                      <a:pt x="0" y="23"/>
                      <a:pt x="0" y="23"/>
                    </a:cubicBezTo>
                    <a:cubicBezTo>
                      <a:pt x="0" y="23"/>
                      <a:pt x="0" y="23"/>
                      <a:pt x="0" y="23"/>
                    </a:cubicBezTo>
                    <a:cubicBezTo>
                      <a:pt x="24" y="17"/>
                      <a:pt x="32" y="6"/>
                      <a:pt x="40" y="4"/>
                    </a:cubicBezTo>
                    <a:close/>
                  </a:path>
                </a:pathLst>
              </a:custGeom>
              <a:solidFill>
                <a:srgbClr val="5A22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418" name="Freeform 503">
                <a:extLst>
                  <a:ext uri="{FF2B5EF4-FFF2-40B4-BE49-F238E27FC236}">
                    <a16:creationId xmlns:a16="http://schemas.microsoft.com/office/drawing/2014/main" id="{5D22E01C-3D6B-4524-917B-044355E06E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2" y="1044"/>
                <a:ext cx="14" cy="73"/>
              </a:xfrm>
              <a:custGeom>
                <a:avLst/>
                <a:gdLst>
                  <a:gd name="T0" fmla="*/ 5 w 13"/>
                  <a:gd name="T1" fmla="*/ 0 h 68"/>
                  <a:gd name="T2" fmla="*/ 10 w 13"/>
                  <a:gd name="T3" fmla="*/ 33 h 68"/>
                  <a:gd name="T4" fmla="*/ 16 w 13"/>
                  <a:gd name="T5" fmla="*/ 61 h 68"/>
                  <a:gd name="T6" fmla="*/ 13 w 13"/>
                  <a:gd name="T7" fmla="*/ 84 h 68"/>
                  <a:gd name="T8" fmla="*/ 13 w 13"/>
                  <a:gd name="T9" fmla="*/ 61 h 68"/>
                  <a:gd name="T10" fmla="*/ 4 w 13"/>
                  <a:gd name="T11" fmla="*/ 30 h 68"/>
                  <a:gd name="T12" fmla="*/ 1 w 13"/>
                  <a:gd name="T13" fmla="*/ 15 h 68"/>
                  <a:gd name="T14" fmla="*/ 6 w 13"/>
                  <a:gd name="T15" fmla="*/ 0 h 6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3" h="68">
                    <a:moveTo>
                      <a:pt x="5" y="0"/>
                    </a:moveTo>
                    <a:cubicBezTo>
                      <a:pt x="2" y="9"/>
                      <a:pt x="4" y="19"/>
                      <a:pt x="7" y="27"/>
                    </a:cubicBezTo>
                    <a:cubicBezTo>
                      <a:pt x="10" y="34"/>
                      <a:pt x="12" y="41"/>
                      <a:pt x="13" y="49"/>
                    </a:cubicBezTo>
                    <a:cubicBezTo>
                      <a:pt x="13" y="56"/>
                      <a:pt x="11" y="61"/>
                      <a:pt x="10" y="68"/>
                    </a:cubicBezTo>
                    <a:cubicBezTo>
                      <a:pt x="12" y="62"/>
                      <a:pt x="11" y="54"/>
                      <a:pt x="10" y="49"/>
                    </a:cubicBezTo>
                    <a:cubicBezTo>
                      <a:pt x="10" y="40"/>
                      <a:pt x="7" y="32"/>
                      <a:pt x="4" y="24"/>
                    </a:cubicBezTo>
                    <a:cubicBezTo>
                      <a:pt x="3" y="20"/>
                      <a:pt x="1" y="16"/>
                      <a:pt x="1" y="12"/>
                    </a:cubicBezTo>
                    <a:cubicBezTo>
                      <a:pt x="0" y="6"/>
                      <a:pt x="3" y="4"/>
                      <a:pt x="6" y="0"/>
                    </a:cubicBezTo>
                  </a:path>
                </a:pathLst>
              </a:custGeom>
              <a:solidFill>
                <a:srgbClr val="5A22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419" name="Freeform 504">
                <a:extLst>
                  <a:ext uri="{FF2B5EF4-FFF2-40B4-BE49-F238E27FC236}">
                    <a16:creationId xmlns:a16="http://schemas.microsoft.com/office/drawing/2014/main" id="{379B38E4-2FC9-471C-8BFB-FC44D39A1D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5" y="2468"/>
                <a:ext cx="201" cy="38"/>
              </a:xfrm>
              <a:custGeom>
                <a:avLst/>
                <a:gdLst>
                  <a:gd name="T0" fmla="*/ 0 w 188"/>
                  <a:gd name="T1" fmla="*/ 12 h 36"/>
                  <a:gd name="T2" fmla="*/ 93 w 188"/>
                  <a:gd name="T3" fmla="*/ 2 h 36"/>
                  <a:gd name="T4" fmla="*/ 230 w 188"/>
                  <a:gd name="T5" fmla="*/ 42 h 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8" h="36">
                    <a:moveTo>
                      <a:pt x="0" y="9"/>
                    </a:moveTo>
                    <a:cubicBezTo>
                      <a:pt x="0" y="9"/>
                      <a:pt x="54" y="5"/>
                      <a:pt x="76" y="2"/>
                    </a:cubicBezTo>
                    <a:cubicBezTo>
                      <a:pt x="98" y="0"/>
                      <a:pt x="163" y="2"/>
                      <a:pt x="188" y="36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420" name="Freeform 505">
                <a:extLst>
                  <a:ext uri="{FF2B5EF4-FFF2-40B4-BE49-F238E27FC236}">
                    <a16:creationId xmlns:a16="http://schemas.microsoft.com/office/drawing/2014/main" id="{2CCFD334-83A2-4877-86EA-3D6CF11DF6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9" y="2240"/>
                <a:ext cx="432" cy="126"/>
              </a:xfrm>
              <a:custGeom>
                <a:avLst/>
                <a:gdLst>
                  <a:gd name="T0" fmla="*/ 489 w 406"/>
                  <a:gd name="T1" fmla="*/ 127 h 118"/>
                  <a:gd name="T2" fmla="*/ 352 w 406"/>
                  <a:gd name="T3" fmla="*/ 83 h 118"/>
                  <a:gd name="T4" fmla="*/ 257 w 406"/>
                  <a:gd name="T5" fmla="*/ 0 h 118"/>
                  <a:gd name="T6" fmla="*/ 233 w 406"/>
                  <a:gd name="T7" fmla="*/ 0 h 118"/>
                  <a:gd name="T8" fmla="*/ 138 w 406"/>
                  <a:gd name="T9" fmla="*/ 83 h 118"/>
                  <a:gd name="T10" fmla="*/ 0 w 406"/>
                  <a:gd name="T11" fmla="*/ 127 h 11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06" h="118">
                    <a:moveTo>
                      <a:pt x="406" y="104"/>
                    </a:moveTo>
                    <a:cubicBezTo>
                      <a:pt x="406" y="104"/>
                      <a:pt x="326" y="118"/>
                      <a:pt x="292" y="68"/>
                    </a:cubicBezTo>
                    <a:cubicBezTo>
                      <a:pt x="257" y="18"/>
                      <a:pt x="234" y="1"/>
                      <a:pt x="213" y="0"/>
                    </a:cubicBezTo>
                    <a:cubicBezTo>
                      <a:pt x="194" y="0"/>
                      <a:pt x="194" y="0"/>
                      <a:pt x="194" y="0"/>
                    </a:cubicBezTo>
                    <a:cubicBezTo>
                      <a:pt x="173" y="1"/>
                      <a:pt x="149" y="18"/>
                      <a:pt x="115" y="68"/>
                    </a:cubicBezTo>
                    <a:cubicBezTo>
                      <a:pt x="80" y="118"/>
                      <a:pt x="0" y="104"/>
                      <a:pt x="0" y="104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421" name="Freeform 506">
                <a:extLst>
                  <a:ext uri="{FF2B5EF4-FFF2-40B4-BE49-F238E27FC236}">
                    <a16:creationId xmlns:a16="http://schemas.microsoft.com/office/drawing/2014/main" id="{3BC63AF0-62DC-4E89-BD23-969293EF81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2" y="2765"/>
                <a:ext cx="69" cy="48"/>
              </a:xfrm>
              <a:custGeom>
                <a:avLst/>
                <a:gdLst>
                  <a:gd name="T0" fmla="*/ 80 w 64"/>
                  <a:gd name="T1" fmla="*/ 0 h 45"/>
                  <a:gd name="T2" fmla="*/ 0 w 64"/>
                  <a:gd name="T3" fmla="*/ 54 h 4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4" h="45">
                    <a:moveTo>
                      <a:pt x="64" y="0"/>
                    </a:moveTo>
                    <a:cubicBezTo>
                      <a:pt x="64" y="0"/>
                      <a:pt x="8" y="32"/>
                      <a:pt x="0" y="45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422" name="Freeform 507">
                <a:extLst>
                  <a:ext uri="{FF2B5EF4-FFF2-40B4-BE49-F238E27FC236}">
                    <a16:creationId xmlns:a16="http://schemas.microsoft.com/office/drawing/2014/main" id="{E064F824-4E91-4A52-A477-A7715BEE9B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1" y="1774"/>
                <a:ext cx="32" cy="17"/>
              </a:xfrm>
              <a:custGeom>
                <a:avLst/>
                <a:gdLst>
                  <a:gd name="T0" fmla="*/ 0 w 30"/>
                  <a:gd name="T1" fmla="*/ 0 h 16"/>
                  <a:gd name="T2" fmla="*/ 36 w 30"/>
                  <a:gd name="T3" fmla="*/ 5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0" h="16">
                    <a:moveTo>
                      <a:pt x="0" y="0"/>
                    </a:moveTo>
                    <a:cubicBezTo>
                      <a:pt x="9" y="7"/>
                      <a:pt x="20" y="16"/>
                      <a:pt x="30" y="5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423" name="Freeform 508">
                <a:extLst>
                  <a:ext uri="{FF2B5EF4-FFF2-40B4-BE49-F238E27FC236}">
                    <a16:creationId xmlns:a16="http://schemas.microsoft.com/office/drawing/2014/main" id="{C82034C9-C89D-44B8-9934-735C9A25E7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5" y="1775"/>
                <a:ext cx="22" cy="16"/>
              </a:xfrm>
              <a:custGeom>
                <a:avLst/>
                <a:gdLst>
                  <a:gd name="T0" fmla="*/ 24 w 21"/>
                  <a:gd name="T1" fmla="*/ 0 h 15"/>
                  <a:gd name="T2" fmla="*/ 0 w 21"/>
                  <a:gd name="T3" fmla="*/ 11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15">
                    <a:moveTo>
                      <a:pt x="21" y="0"/>
                    </a:moveTo>
                    <a:cubicBezTo>
                      <a:pt x="18" y="6"/>
                      <a:pt x="4" y="15"/>
                      <a:pt x="0" y="8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424" name="Freeform 509">
                <a:extLst>
                  <a:ext uri="{FF2B5EF4-FFF2-40B4-BE49-F238E27FC236}">
                    <a16:creationId xmlns:a16="http://schemas.microsoft.com/office/drawing/2014/main" id="{4526C6AF-8AD6-41F7-A24F-C6F8931DF2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7" y="1985"/>
                <a:ext cx="653" cy="64"/>
              </a:xfrm>
              <a:custGeom>
                <a:avLst/>
                <a:gdLst>
                  <a:gd name="T0" fmla="*/ 0 w 613"/>
                  <a:gd name="T1" fmla="*/ 0 h 60"/>
                  <a:gd name="T2" fmla="*/ 196 w 613"/>
                  <a:gd name="T3" fmla="*/ 54 h 60"/>
                  <a:gd name="T4" fmla="*/ 370 w 613"/>
                  <a:gd name="T5" fmla="*/ 38 h 60"/>
                  <a:gd name="T6" fmla="*/ 605 w 613"/>
                  <a:gd name="T7" fmla="*/ 58 h 60"/>
                  <a:gd name="T8" fmla="*/ 741 w 613"/>
                  <a:gd name="T9" fmla="*/ 0 h 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13" h="60">
                    <a:moveTo>
                      <a:pt x="0" y="0"/>
                    </a:moveTo>
                    <a:cubicBezTo>
                      <a:pt x="0" y="0"/>
                      <a:pt x="92" y="53"/>
                      <a:pt x="162" y="45"/>
                    </a:cubicBezTo>
                    <a:cubicBezTo>
                      <a:pt x="233" y="37"/>
                      <a:pt x="262" y="35"/>
                      <a:pt x="306" y="32"/>
                    </a:cubicBezTo>
                    <a:cubicBezTo>
                      <a:pt x="350" y="29"/>
                      <a:pt x="449" y="60"/>
                      <a:pt x="500" y="48"/>
                    </a:cubicBezTo>
                    <a:cubicBezTo>
                      <a:pt x="550" y="36"/>
                      <a:pt x="613" y="0"/>
                      <a:pt x="613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425" name="Freeform 510">
                <a:extLst>
                  <a:ext uri="{FF2B5EF4-FFF2-40B4-BE49-F238E27FC236}">
                    <a16:creationId xmlns:a16="http://schemas.microsoft.com/office/drawing/2014/main" id="{C5DE375A-9DE2-44EC-9B50-D7C9BF3D28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8" y="2264"/>
                <a:ext cx="12" cy="47"/>
              </a:xfrm>
              <a:custGeom>
                <a:avLst/>
                <a:gdLst>
                  <a:gd name="T0" fmla="*/ 14 w 11"/>
                  <a:gd name="T1" fmla="*/ 0 h 44"/>
                  <a:gd name="T2" fmla="*/ 0 w 11"/>
                  <a:gd name="T3" fmla="*/ 53 h 4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44">
                    <a:moveTo>
                      <a:pt x="11" y="0"/>
                    </a:moveTo>
                    <a:cubicBezTo>
                      <a:pt x="11" y="0"/>
                      <a:pt x="0" y="13"/>
                      <a:pt x="0" y="44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426" name="Freeform 511">
                <a:extLst>
                  <a:ext uri="{FF2B5EF4-FFF2-40B4-BE49-F238E27FC236}">
                    <a16:creationId xmlns:a16="http://schemas.microsoft.com/office/drawing/2014/main" id="{78822647-F0F4-430E-9576-DD7DC930D5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4" y="2268"/>
                <a:ext cx="12" cy="144"/>
              </a:xfrm>
              <a:custGeom>
                <a:avLst/>
                <a:gdLst>
                  <a:gd name="T0" fmla="*/ 2 w 12"/>
                  <a:gd name="T1" fmla="*/ 0 h 135"/>
                  <a:gd name="T2" fmla="*/ 5 w 12"/>
                  <a:gd name="T3" fmla="*/ 101 h 135"/>
                  <a:gd name="T4" fmla="*/ 12 w 12"/>
                  <a:gd name="T5" fmla="*/ 164 h 1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35">
                    <a:moveTo>
                      <a:pt x="2" y="0"/>
                    </a:moveTo>
                    <a:cubicBezTo>
                      <a:pt x="2" y="0"/>
                      <a:pt x="9" y="62"/>
                      <a:pt x="5" y="83"/>
                    </a:cubicBezTo>
                    <a:cubicBezTo>
                      <a:pt x="0" y="104"/>
                      <a:pt x="7" y="128"/>
                      <a:pt x="12" y="135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427" name="Freeform 512">
                <a:extLst>
                  <a:ext uri="{FF2B5EF4-FFF2-40B4-BE49-F238E27FC236}">
                    <a16:creationId xmlns:a16="http://schemas.microsoft.com/office/drawing/2014/main" id="{8E1A46B7-3BBD-40E2-8DE8-6E6A406A37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7" y="2239"/>
                <a:ext cx="25" cy="30"/>
              </a:xfrm>
              <a:custGeom>
                <a:avLst/>
                <a:gdLst>
                  <a:gd name="T0" fmla="*/ 7 w 24"/>
                  <a:gd name="T1" fmla="*/ 0 h 28"/>
                  <a:gd name="T2" fmla="*/ 4 w 24"/>
                  <a:gd name="T3" fmla="*/ 23 h 28"/>
                  <a:gd name="T4" fmla="*/ 20 w 24"/>
                  <a:gd name="T5" fmla="*/ 32 h 28"/>
                  <a:gd name="T6" fmla="*/ 27 w 24"/>
                  <a:gd name="T7" fmla="*/ 27 h 2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" h="28">
                    <a:moveTo>
                      <a:pt x="7" y="0"/>
                    </a:moveTo>
                    <a:cubicBezTo>
                      <a:pt x="0" y="4"/>
                      <a:pt x="0" y="13"/>
                      <a:pt x="4" y="19"/>
                    </a:cubicBezTo>
                    <a:cubicBezTo>
                      <a:pt x="6" y="24"/>
                      <a:pt x="11" y="28"/>
                      <a:pt x="17" y="26"/>
                    </a:cubicBezTo>
                    <a:cubicBezTo>
                      <a:pt x="19" y="26"/>
                      <a:pt x="23" y="23"/>
                      <a:pt x="24" y="21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428" name="Freeform 513">
                <a:extLst>
                  <a:ext uri="{FF2B5EF4-FFF2-40B4-BE49-F238E27FC236}">
                    <a16:creationId xmlns:a16="http://schemas.microsoft.com/office/drawing/2014/main" id="{AA1644C4-6874-4AF0-A822-7365E79B8C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4" y="2496"/>
                <a:ext cx="222" cy="187"/>
              </a:xfrm>
              <a:custGeom>
                <a:avLst/>
                <a:gdLst>
                  <a:gd name="T0" fmla="*/ 244 w 208"/>
                  <a:gd name="T1" fmla="*/ 0 h 175"/>
                  <a:gd name="T2" fmla="*/ 224 w 208"/>
                  <a:gd name="T3" fmla="*/ 68 h 175"/>
                  <a:gd name="T4" fmla="*/ 126 w 208"/>
                  <a:gd name="T5" fmla="*/ 200 h 175"/>
                  <a:gd name="T6" fmla="*/ 31 w 208"/>
                  <a:gd name="T7" fmla="*/ 69 h 175"/>
                  <a:gd name="T8" fmla="*/ 21 w 208"/>
                  <a:gd name="T9" fmla="*/ 3 h 175"/>
                  <a:gd name="T10" fmla="*/ 244 w 208"/>
                  <a:gd name="T11" fmla="*/ 0 h 17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08" h="175">
                    <a:moveTo>
                      <a:pt x="201" y="0"/>
                    </a:moveTo>
                    <a:cubicBezTo>
                      <a:pt x="201" y="0"/>
                      <a:pt x="181" y="4"/>
                      <a:pt x="185" y="56"/>
                    </a:cubicBezTo>
                    <a:cubicBezTo>
                      <a:pt x="189" y="107"/>
                      <a:pt x="208" y="152"/>
                      <a:pt x="104" y="164"/>
                    </a:cubicBezTo>
                    <a:cubicBezTo>
                      <a:pt x="0" y="175"/>
                      <a:pt x="18" y="94"/>
                      <a:pt x="25" y="57"/>
                    </a:cubicBezTo>
                    <a:cubicBezTo>
                      <a:pt x="32" y="20"/>
                      <a:pt x="18" y="3"/>
                      <a:pt x="18" y="3"/>
                    </a:cubicBezTo>
                    <a:cubicBezTo>
                      <a:pt x="18" y="3"/>
                      <a:pt x="119" y="39"/>
                      <a:pt x="201" y="0"/>
                    </a:cubicBezTo>
                    <a:close/>
                  </a:path>
                </a:pathLst>
              </a:custGeom>
              <a:solidFill>
                <a:srgbClr val="AA60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429" name="Freeform 514">
                <a:extLst>
                  <a:ext uri="{FF2B5EF4-FFF2-40B4-BE49-F238E27FC236}">
                    <a16:creationId xmlns:a16="http://schemas.microsoft.com/office/drawing/2014/main" id="{28947D8E-B281-44DC-8E51-77E9BC6ABD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2" y="2497"/>
                <a:ext cx="223" cy="188"/>
              </a:xfrm>
              <a:custGeom>
                <a:avLst/>
                <a:gdLst>
                  <a:gd name="T0" fmla="*/ 21 w 209"/>
                  <a:gd name="T1" fmla="*/ 3 h 176"/>
                  <a:gd name="T2" fmla="*/ 31 w 209"/>
                  <a:gd name="T3" fmla="*/ 69 h 176"/>
                  <a:gd name="T4" fmla="*/ 128 w 209"/>
                  <a:gd name="T5" fmla="*/ 200 h 176"/>
                  <a:gd name="T6" fmla="*/ 225 w 209"/>
                  <a:gd name="T7" fmla="*/ 68 h 176"/>
                  <a:gd name="T8" fmla="*/ 245 w 209"/>
                  <a:gd name="T9" fmla="*/ 0 h 17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9" h="176">
                    <a:moveTo>
                      <a:pt x="18" y="3"/>
                    </a:moveTo>
                    <a:cubicBezTo>
                      <a:pt x="18" y="3"/>
                      <a:pt x="32" y="20"/>
                      <a:pt x="25" y="57"/>
                    </a:cubicBezTo>
                    <a:cubicBezTo>
                      <a:pt x="18" y="94"/>
                      <a:pt x="0" y="176"/>
                      <a:pt x="105" y="164"/>
                    </a:cubicBezTo>
                    <a:cubicBezTo>
                      <a:pt x="209" y="153"/>
                      <a:pt x="190" y="108"/>
                      <a:pt x="186" y="56"/>
                    </a:cubicBezTo>
                    <a:cubicBezTo>
                      <a:pt x="182" y="4"/>
                      <a:pt x="202" y="0"/>
                      <a:pt x="202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430" name="Freeform 515">
                <a:extLst>
                  <a:ext uri="{FF2B5EF4-FFF2-40B4-BE49-F238E27FC236}">
                    <a16:creationId xmlns:a16="http://schemas.microsoft.com/office/drawing/2014/main" id="{F0ED954A-28DB-4F4D-AF91-296A55E0AB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8" y="2537"/>
                <a:ext cx="61" cy="28"/>
              </a:xfrm>
              <a:custGeom>
                <a:avLst/>
                <a:gdLst>
                  <a:gd name="T0" fmla="*/ 0 w 57"/>
                  <a:gd name="T1" fmla="*/ 0 h 26"/>
                  <a:gd name="T2" fmla="*/ 70 w 57"/>
                  <a:gd name="T3" fmla="*/ 28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7" h="26">
                    <a:moveTo>
                      <a:pt x="0" y="0"/>
                    </a:moveTo>
                    <a:cubicBezTo>
                      <a:pt x="0" y="0"/>
                      <a:pt x="27" y="26"/>
                      <a:pt x="57" y="22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431" name="Freeform 516">
                <a:extLst>
                  <a:ext uri="{FF2B5EF4-FFF2-40B4-BE49-F238E27FC236}">
                    <a16:creationId xmlns:a16="http://schemas.microsoft.com/office/drawing/2014/main" id="{8BBCFCDE-12D3-4EF0-98E0-8AED3CE9F3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4" y="2549"/>
                <a:ext cx="129" cy="144"/>
              </a:xfrm>
              <a:custGeom>
                <a:avLst/>
                <a:gdLst>
                  <a:gd name="T0" fmla="*/ 116 w 121"/>
                  <a:gd name="T1" fmla="*/ 0 h 135"/>
                  <a:gd name="T2" fmla="*/ 72 w 121"/>
                  <a:gd name="T3" fmla="*/ 154 h 135"/>
                  <a:gd name="T4" fmla="*/ 22 w 121"/>
                  <a:gd name="T5" fmla="*/ 13 h 135"/>
                  <a:gd name="T6" fmla="*/ 116 w 121"/>
                  <a:gd name="T7" fmla="*/ 0 h 13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1" h="135">
                    <a:moveTo>
                      <a:pt x="96" y="0"/>
                    </a:moveTo>
                    <a:cubicBezTo>
                      <a:pt x="96" y="0"/>
                      <a:pt x="121" y="119"/>
                      <a:pt x="60" y="127"/>
                    </a:cubicBezTo>
                    <a:cubicBezTo>
                      <a:pt x="0" y="135"/>
                      <a:pt x="19" y="10"/>
                      <a:pt x="19" y="10"/>
                    </a:cubicBezTo>
                    <a:cubicBezTo>
                      <a:pt x="19" y="10"/>
                      <a:pt x="63" y="26"/>
                      <a:pt x="96" y="0"/>
                    </a:cubicBezTo>
                    <a:close/>
                  </a:path>
                </a:pathLst>
              </a:custGeom>
              <a:solidFill>
                <a:srgbClr val="AA60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432" name="Freeform 517">
                <a:extLst>
                  <a:ext uri="{FF2B5EF4-FFF2-40B4-BE49-F238E27FC236}">
                    <a16:creationId xmlns:a16="http://schemas.microsoft.com/office/drawing/2014/main" id="{06DD330F-124C-492D-810A-4DD4DE69E8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2" y="2549"/>
                <a:ext cx="129" cy="144"/>
              </a:xfrm>
              <a:custGeom>
                <a:avLst/>
                <a:gdLst>
                  <a:gd name="T0" fmla="*/ 23 w 121"/>
                  <a:gd name="T1" fmla="*/ 6 h 135"/>
                  <a:gd name="T2" fmla="*/ 72 w 121"/>
                  <a:gd name="T3" fmla="*/ 154 h 135"/>
                  <a:gd name="T4" fmla="*/ 116 w 121"/>
                  <a:gd name="T5" fmla="*/ 0 h 1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1" h="135">
                    <a:moveTo>
                      <a:pt x="20" y="6"/>
                    </a:moveTo>
                    <a:cubicBezTo>
                      <a:pt x="20" y="6"/>
                      <a:pt x="0" y="135"/>
                      <a:pt x="60" y="127"/>
                    </a:cubicBezTo>
                    <a:cubicBezTo>
                      <a:pt x="121" y="119"/>
                      <a:pt x="96" y="0"/>
                      <a:pt x="96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433" name="Freeform 518">
                <a:extLst>
                  <a:ext uri="{FF2B5EF4-FFF2-40B4-BE49-F238E27FC236}">
                    <a16:creationId xmlns:a16="http://schemas.microsoft.com/office/drawing/2014/main" id="{65CD55DF-D361-4018-970A-E1B0BF9AC4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7" y="2542"/>
                <a:ext cx="22" cy="11"/>
              </a:xfrm>
              <a:custGeom>
                <a:avLst/>
                <a:gdLst>
                  <a:gd name="T0" fmla="*/ 0 w 21"/>
                  <a:gd name="T1" fmla="*/ 13 h 10"/>
                  <a:gd name="T2" fmla="*/ 24 w 21"/>
                  <a:gd name="T3" fmla="*/ 0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10">
                    <a:moveTo>
                      <a:pt x="0" y="10"/>
                    </a:moveTo>
                    <a:cubicBezTo>
                      <a:pt x="0" y="10"/>
                      <a:pt x="14" y="7"/>
                      <a:pt x="21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434" name="Freeform 519">
                <a:extLst>
                  <a:ext uri="{FF2B5EF4-FFF2-40B4-BE49-F238E27FC236}">
                    <a16:creationId xmlns:a16="http://schemas.microsoft.com/office/drawing/2014/main" id="{3C14621D-692A-404A-9DD9-ECE3888481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2" y="2501"/>
                <a:ext cx="29" cy="28"/>
              </a:xfrm>
              <a:custGeom>
                <a:avLst/>
                <a:gdLst>
                  <a:gd name="T0" fmla="*/ 33 w 27"/>
                  <a:gd name="T1" fmla="*/ 0 h 27"/>
                  <a:gd name="T2" fmla="*/ 0 w 27"/>
                  <a:gd name="T3" fmla="*/ 30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7" h="27">
                    <a:moveTo>
                      <a:pt x="27" y="0"/>
                    </a:moveTo>
                    <a:cubicBezTo>
                      <a:pt x="27" y="0"/>
                      <a:pt x="7" y="19"/>
                      <a:pt x="0" y="27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435" name="Freeform 520">
                <a:extLst>
                  <a:ext uri="{FF2B5EF4-FFF2-40B4-BE49-F238E27FC236}">
                    <a16:creationId xmlns:a16="http://schemas.microsoft.com/office/drawing/2014/main" id="{06DFC2DE-911B-4430-B498-195D184B23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0" y="1116"/>
                <a:ext cx="91" cy="95"/>
              </a:xfrm>
              <a:custGeom>
                <a:avLst/>
                <a:gdLst>
                  <a:gd name="T0" fmla="*/ 0 w 85"/>
                  <a:gd name="T1" fmla="*/ 0 h 89"/>
                  <a:gd name="T2" fmla="*/ 104 w 85"/>
                  <a:gd name="T3" fmla="*/ 108 h 8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5" h="89">
                    <a:moveTo>
                      <a:pt x="0" y="0"/>
                    </a:moveTo>
                    <a:cubicBezTo>
                      <a:pt x="0" y="0"/>
                      <a:pt x="5" y="71"/>
                      <a:pt x="85" y="89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436" name="Freeform 521">
                <a:extLst>
                  <a:ext uri="{FF2B5EF4-FFF2-40B4-BE49-F238E27FC236}">
                    <a16:creationId xmlns:a16="http://schemas.microsoft.com/office/drawing/2014/main" id="{8175D541-CB51-48F2-B5AE-0C364E91A5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2" y="1116"/>
                <a:ext cx="99" cy="102"/>
              </a:xfrm>
              <a:custGeom>
                <a:avLst/>
                <a:gdLst>
                  <a:gd name="T0" fmla="*/ 112 w 93"/>
                  <a:gd name="T1" fmla="*/ 0 h 96"/>
                  <a:gd name="T2" fmla="*/ 0 w 93"/>
                  <a:gd name="T3" fmla="*/ 115 h 9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3" h="96">
                    <a:moveTo>
                      <a:pt x="93" y="0"/>
                    </a:moveTo>
                    <a:cubicBezTo>
                      <a:pt x="93" y="0"/>
                      <a:pt x="75" y="78"/>
                      <a:pt x="0" y="96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437" name="Freeform 522">
                <a:extLst>
                  <a:ext uri="{FF2B5EF4-FFF2-40B4-BE49-F238E27FC236}">
                    <a16:creationId xmlns:a16="http://schemas.microsoft.com/office/drawing/2014/main" id="{50C48463-BE9D-4513-AB4A-AC7097BB24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6" y="1165"/>
                <a:ext cx="124" cy="58"/>
              </a:xfrm>
              <a:custGeom>
                <a:avLst/>
                <a:gdLst>
                  <a:gd name="T0" fmla="*/ 142 w 116"/>
                  <a:gd name="T1" fmla="*/ 0 h 55"/>
                  <a:gd name="T2" fmla="*/ 104 w 116"/>
                  <a:gd name="T3" fmla="*/ 18 h 55"/>
                  <a:gd name="T4" fmla="*/ 68 w 116"/>
                  <a:gd name="T5" fmla="*/ 47 h 55"/>
                  <a:gd name="T6" fmla="*/ 0 w 116"/>
                  <a:gd name="T7" fmla="*/ 64 h 5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6" h="55">
                    <a:moveTo>
                      <a:pt x="116" y="0"/>
                    </a:moveTo>
                    <a:cubicBezTo>
                      <a:pt x="107" y="0"/>
                      <a:pt x="93" y="9"/>
                      <a:pt x="85" y="15"/>
                    </a:cubicBezTo>
                    <a:cubicBezTo>
                      <a:pt x="75" y="22"/>
                      <a:pt x="67" y="33"/>
                      <a:pt x="56" y="41"/>
                    </a:cubicBezTo>
                    <a:cubicBezTo>
                      <a:pt x="39" y="54"/>
                      <a:pt x="22" y="55"/>
                      <a:pt x="0" y="55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438" name="Freeform 523">
                <a:extLst>
                  <a:ext uri="{FF2B5EF4-FFF2-40B4-BE49-F238E27FC236}">
                    <a16:creationId xmlns:a16="http://schemas.microsoft.com/office/drawing/2014/main" id="{547ACE96-B227-4839-9B42-467B637229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4" y="1230"/>
                <a:ext cx="65" cy="10"/>
              </a:xfrm>
              <a:custGeom>
                <a:avLst/>
                <a:gdLst>
                  <a:gd name="T0" fmla="*/ 0 w 61"/>
                  <a:gd name="T1" fmla="*/ 0 h 10"/>
                  <a:gd name="T2" fmla="*/ 34 w 61"/>
                  <a:gd name="T3" fmla="*/ 6 h 10"/>
                  <a:gd name="T4" fmla="*/ 74 w 61"/>
                  <a:gd name="T5" fmla="*/ 8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1" h="10">
                    <a:moveTo>
                      <a:pt x="0" y="0"/>
                    </a:moveTo>
                    <a:cubicBezTo>
                      <a:pt x="5" y="10"/>
                      <a:pt x="19" y="6"/>
                      <a:pt x="28" y="6"/>
                    </a:cubicBezTo>
                    <a:cubicBezTo>
                      <a:pt x="39" y="6"/>
                      <a:pt x="51" y="8"/>
                      <a:pt x="61" y="8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439" name="Freeform 524">
                <a:extLst>
                  <a:ext uri="{FF2B5EF4-FFF2-40B4-BE49-F238E27FC236}">
                    <a16:creationId xmlns:a16="http://schemas.microsoft.com/office/drawing/2014/main" id="{44C94CC9-76FE-40C6-A8EC-8F75595C93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5" y="1213"/>
                <a:ext cx="153" cy="62"/>
              </a:xfrm>
              <a:custGeom>
                <a:avLst/>
                <a:gdLst>
                  <a:gd name="T0" fmla="*/ 0 w 144"/>
                  <a:gd name="T1" fmla="*/ 0 h 58"/>
                  <a:gd name="T2" fmla="*/ 46 w 144"/>
                  <a:gd name="T3" fmla="*/ 34 h 58"/>
                  <a:gd name="T4" fmla="*/ 92 w 144"/>
                  <a:gd name="T5" fmla="*/ 57 h 58"/>
                  <a:gd name="T6" fmla="*/ 136 w 144"/>
                  <a:gd name="T7" fmla="*/ 61 h 58"/>
                  <a:gd name="T8" fmla="*/ 159 w 144"/>
                  <a:gd name="T9" fmla="*/ 65 h 58"/>
                  <a:gd name="T10" fmla="*/ 173 w 144"/>
                  <a:gd name="T11" fmla="*/ 71 h 5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4" h="58">
                    <a:moveTo>
                      <a:pt x="0" y="0"/>
                    </a:moveTo>
                    <a:cubicBezTo>
                      <a:pt x="9" y="12"/>
                      <a:pt x="25" y="20"/>
                      <a:pt x="38" y="28"/>
                    </a:cubicBezTo>
                    <a:cubicBezTo>
                      <a:pt x="50" y="34"/>
                      <a:pt x="63" y="44"/>
                      <a:pt x="77" y="47"/>
                    </a:cubicBezTo>
                    <a:cubicBezTo>
                      <a:pt x="88" y="50"/>
                      <a:pt x="101" y="49"/>
                      <a:pt x="113" y="50"/>
                    </a:cubicBezTo>
                    <a:cubicBezTo>
                      <a:pt x="120" y="50"/>
                      <a:pt x="127" y="51"/>
                      <a:pt x="133" y="53"/>
                    </a:cubicBezTo>
                    <a:cubicBezTo>
                      <a:pt x="136" y="54"/>
                      <a:pt x="141" y="57"/>
                      <a:pt x="144" y="58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440" name="Freeform 525">
                <a:extLst>
                  <a:ext uri="{FF2B5EF4-FFF2-40B4-BE49-F238E27FC236}">
                    <a16:creationId xmlns:a16="http://schemas.microsoft.com/office/drawing/2014/main" id="{1917931E-6729-4058-BF1E-E7146A394B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2" y="1171"/>
                <a:ext cx="12" cy="31"/>
              </a:xfrm>
              <a:custGeom>
                <a:avLst/>
                <a:gdLst>
                  <a:gd name="T0" fmla="*/ 2 w 11"/>
                  <a:gd name="T1" fmla="*/ 0 h 29"/>
                  <a:gd name="T2" fmla="*/ 14 w 11"/>
                  <a:gd name="T3" fmla="*/ 35 h 2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29">
                    <a:moveTo>
                      <a:pt x="2" y="0"/>
                    </a:moveTo>
                    <a:cubicBezTo>
                      <a:pt x="0" y="11"/>
                      <a:pt x="5" y="20"/>
                      <a:pt x="11" y="29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441" name="Freeform 526">
                <a:extLst>
                  <a:ext uri="{FF2B5EF4-FFF2-40B4-BE49-F238E27FC236}">
                    <a16:creationId xmlns:a16="http://schemas.microsoft.com/office/drawing/2014/main" id="{A1F18F95-4A39-4D78-8FD2-8AF516B684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7" y="1029"/>
                <a:ext cx="100" cy="16"/>
              </a:xfrm>
              <a:custGeom>
                <a:avLst/>
                <a:gdLst>
                  <a:gd name="T0" fmla="*/ 0 w 94"/>
                  <a:gd name="T1" fmla="*/ 16 h 15"/>
                  <a:gd name="T2" fmla="*/ 113 w 94"/>
                  <a:gd name="T3" fmla="*/ 18 h 15"/>
                  <a:gd name="T4" fmla="*/ 0 w 94"/>
                  <a:gd name="T5" fmla="*/ 16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4" h="15">
                    <a:moveTo>
                      <a:pt x="0" y="13"/>
                    </a:moveTo>
                    <a:cubicBezTo>
                      <a:pt x="0" y="13"/>
                      <a:pt x="54" y="0"/>
                      <a:pt x="94" y="15"/>
                    </a:cubicBezTo>
                    <a:cubicBezTo>
                      <a:pt x="94" y="15"/>
                      <a:pt x="55" y="5"/>
                      <a:pt x="0" y="13"/>
                    </a:cubicBezTo>
                    <a:close/>
                  </a:path>
                </a:pathLst>
              </a:custGeom>
              <a:solidFill>
                <a:srgbClr val="5A22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442" name="Freeform 527">
                <a:extLst>
                  <a:ext uri="{FF2B5EF4-FFF2-40B4-BE49-F238E27FC236}">
                    <a16:creationId xmlns:a16="http://schemas.microsoft.com/office/drawing/2014/main" id="{0DF66C09-8B67-4191-A197-C8BEDAA0E1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5" y="1842"/>
                <a:ext cx="35" cy="26"/>
              </a:xfrm>
              <a:custGeom>
                <a:avLst/>
                <a:gdLst>
                  <a:gd name="T0" fmla="*/ 16 w 33"/>
                  <a:gd name="T1" fmla="*/ 0 h 25"/>
                  <a:gd name="T2" fmla="*/ 39 w 33"/>
                  <a:gd name="T3" fmla="*/ 8 h 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3" h="25">
                    <a:moveTo>
                      <a:pt x="13" y="0"/>
                    </a:moveTo>
                    <a:cubicBezTo>
                      <a:pt x="0" y="9"/>
                      <a:pt x="31" y="25"/>
                      <a:pt x="33" y="8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443" name="Freeform 528">
                <a:extLst>
                  <a:ext uri="{FF2B5EF4-FFF2-40B4-BE49-F238E27FC236}">
                    <a16:creationId xmlns:a16="http://schemas.microsoft.com/office/drawing/2014/main" id="{9C819C82-703D-48FC-83EA-BF710DB55A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4" y="1031"/>
                <a:ext cx="95" cy="150"/>
              </a:xfrm>
              <a:custGeom>
                <a:avLst/>
                <a:gdLst>
                  <a:gd name="T0" fmla="*/ 0 w 89"/>
                  <a:gd name="T1" fmla="*/ 173 h 140"/>
                  <a:gd name="T2" fmla="*/ 51 w 89"/>
                  <a:gd name="T3" fmla="*/ 149 h 140"/>
                  <a:gd name="T4" fmla="*/ 75 w 89"/>
                  <a:gd name="T5" fmla="*/ 140 h 140"/>
                  <a:gd name="T6" fmla="*/ 90 w 89"/>
                  <a:gd name="T7" fmla="*/ 118 h 140"/>
                  <a:gd name="T8" fmla="*/ 98 w 89"/>
                  <a:gd name="T9" fmla="*/ 12 h 140"/>
                  <a:gd name="T10" fmla="*/ 97 w 89"/>
                  <a:gd name="T11" fmla="*/ 0 h 140"/>
                  <a:gd name="T12" fmla="*/ 72 w 89"/>
                  <a:gd name="T13" fmla="*/ 119 h 140"/>
                  <a:gd name="T14" fmla="*/ 39 w 89"/>
                  <a:gd name="T15" fmla="*/ 140 h 140"/>
                  <a:gd name="T16" fmla="*/ 5 w 89"/>
                  <a:gd name="T17" fmla="*/ 166 h 14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9" h="140">
                    <a:moveTo>
                      <a:pt x="0" y="140"/>
                    </a:moveTo>
                    <a:cubicBezTo>
                      <a:pt x="10" y="128"/>
                      <a:pt x="28" y="122"/>
                      <a:pt x="42" y="121"/>
                    </a:cubicBezTo>
                    <a:cubicBezTo>
                      <a:pt x="50" y="120"/>
                      <a:pt x="55" y="121"/>
                      <a:pt x="62" y="114"/>
                    </a:cubicBezTo>
                    <a:cubicBezTo>
                      <a:pt x="67" y="109"/>
                      <a:pt x="72" y="102"/>
                      <a:pt x="74" y="96"/>
                    </a:cubicBezTo>
                    <a:cubicBezTo>
                      <a:pt x="88" y="67"/>
                      <a:pt x="89" y="40"/>
                      <a:pt x="81" y="9"/>
                    </a:cubicBezTo>
                    <a:cubicBezTo>
                      <a:pt x="81" y="6"/>
                      <a:pt x="80" y="3"/>
                      <a:pt x="80" y="0"/>
                    </a:cubicBezTo>
                    <a:cubicBezTo>
                      <a:pt x="80" y="33"/>
                      <a:pt x="81" y="70"/>
                      <a:pt x="59" y="97"/>
                    </a:cubicBezTo>
                    <a:cubicBezTo>
                      <a:pt x="53" y="105"/>
                      <a:pt x="43" y="112"/>
                      <a:pt x="33" y="114"/>
                    </a:cubicBezTo>
                    <a:cubicBezTo>
                      <a:pt x="22" y="117"/>
                      <a:pt x="9" y="123"/>
                      <a:pt x="5" y="135"/>
                    </a:cubicBezTo>
                  </a:path>
                </a:pathLst>
              </a:custGeom>
              <a:solidFill>
                <a:srgbClr val="8E4C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444" name="Freeform 529">
                <a:extLst>
                  <a:ext uri="{FF2B5EF4-FFF2-40B4-BE49-F238E27FC236}">
                    <a16:creationId xmlns:a16="http://schemas.microsoft.com/office/drawing/2014/main" id="{E95F0C26-FB32-417A-B304-0B942B9072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8" y="1169"/>
                <a:ext cx="122" cy="65"/>
              </a:xfrm>
              <a:custGeom>
                <a:avLst/>
                <a:gdLst>
                  <a:gd name="T0" fmla="*/ 0 w 114"/>
                  <a:gd name="T1" fmla="*/ 69 h 61"/>
                  <a:gd name="T2" fmla="*/ 14 w 114"/>
                  <a:gd name="T3" fmla="*/ 68 h 61"/>
                  <a:gd name="T4" fmla="*/ 29 w 114"/>
                  <a:gd name="T5" fmla="*/ 66 h 61"/>
                  <a:gd name="T6" fmla="*/ 47 w 114"/>
                  <a:gd name="T7" fmla="*/ 60 h 61"/>
                  <a:gd name="T8" fmla="*/ 73 w 114"/>
                  <a:gd name="T9" fmla="*/ 48 h 61"/>
                  <a:gd name="T10" fmla="*/ 92 w 114"/>
                  <a:gd name="T11" fmla="*/ 30 h 61"/>
                  <a:gd name="T12" fmla="*/ 124 w 114"/>
                  <a:gd name="T13" fmla="*/ 4 h 61"/>
                  <a:gd name="T14" fmla="*/ 140 w 114"/>
                  <a:gd name="T15" fmla="*/ 0 h 61"/>
                  <a:gd name="T16" fmla="*/ 107 w 114"/>
                  <a:gd name="T17" fmla="*/ 25 h 61"/>
                  <a:gd name="T18" fmla="*/ 86 w 114"/>
                  <a:gd name="T19" fmla="*/ 48 h 61"/>
                  <a:gd name="T20" fmla="*/ 77 w 114"/>
                  <a:gd name="T21" fmla="*/ 59 h 61"/>
                  <a:gd name="T22" fmla="*/ 88 w 114"/>
                  <a:gd name="T23" fmla="*/ 63 h 61"/>
                  <a:gd name="T24" fmla="*/ 108 w 114"/>
                  <a:gd name="T25" fmla="*/ 62 h 61"/>
                  <a:gd name="T26" fmla="*/ 80 w 114"/>
                  <a:gd name="T27" fmla="*/ 71 h 61"/>
                  <a:gd name="T28" fmla="*/ 62 w 114"/>
                  <a:gd name="T29" fmla="*/ 69 h 61"/>
                  <a:gd name="T30" fmla="*/ 45 w 114"/>
                  <a:gd name="T31" fmla="*/ 71 h 61"/>
                  <a:gd name="T32" fmla="*/ 34 w 114"/>
                  <a:gd name="T33" fmla="*/ 72 h 61"/>
                  <a:gd name="T34" fmla="*/ 26 w 114"/>
                  <a:gd name="T35" fmla="*/ 69 h 61"/>
                  <a:gd name="T36" fmla="*/ 2 w 114"/>
                  <a:gd name="T37" fmla="*/ 71 h 61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114" h="61">
                    <a:moveTo>
                      <a:pt x="0" y="57"/>
                    </a:moveTo>
                    <a:cubicBezTo>
                      <a:pt x="2" y="56"/>
                      <a:pt x="8" y="56"/>
                      <a:pt x="11" y="56"/>
                    </a:cubicBezTo>
                    <a:cubicBezTo>
                      <a:pt x="15" y="55"/>
                      <a:pt x="19" y="55"/>
                      <a:pt x="23" y="54"/>
                    </a:cubicBezTo>
                    <a:cubicBezTo>
                      <a:pt x="28" y="53"/>
                      <a:pt x="33" y="52"/>
                      <a:pt x="38" y="50"/>
                    </a:cubicBezTo>
                    <a:cubicBezTo>
                      <a:pt x="47" y="48"/>
                      <a:pt x="53" y="46"/>
                      <a:pt x="60" y="39"/>
                    </a:cubicBezTo>
                    <a:cubicBezTo>
                      <a:pt x="65" y="34"/>
                      <a:pt x="69" y="28"/>
                      <a:pt x="75" y="24"/>
                    </a:cubicBezTo>
                    <a:cubicBezTo>
                      <a:pt x="83" y="18"/>
                      <a:pt x="92" y="9"/>
                      <a:pt x="101" y="4"/>
                    </a:cubicBezTo>
                    <a:cubicBezTo>
                      <a:pt x="105" y="3"/>
                      <a:pt x="111" y="2"/>
                      <a:pt x="114" y="0"/>
                    </a:cubicBezTo>
                    <a:cubicBezTo>
                      <a:pt x="105" y="6"/>
                      <a:pt x="96" y="14"/>
                      <a:pt x="87" y="21"/>
                    </a:cubicBezTo>
                    <a:cubicBezTo>
                      <a:pt x="80" y="26"/>
                      <a:pt x="76" y="33"/>
                      <a:pt x="70" y="39"/>
                    </a:cubicBezTo>
                    <a:cubicBezTo>
                      <a:pt x="68" y="41"/>
                      <a:pt x="61" y="45"/>
                      <a:pt x="63" y="49"/>
                    </a:cubicBezTo>
                    <a:cubicBezTo>
                      <a:pt x="64" y="53"/>
                      <a:pt x="69" y="52"/>
                      <a:pt x="72" y="52"/>
                    </a:cubicBezTo>
                    <a:cubicBezTo>
                      <a:pt x="77" y="52"/>
                      <a:pt x="83" y="52"/>
                      <a:pt x="88" y="51"/>
                    </a:cubicBezTo>
                    <a:cubicBezTo>
                      <a:pt x="83" y="56"/>
                      <a:pt x="72" y="58"/>
                      <a:pt x="65" y="59"/>
                    </a:cubicBezTo>
                    <a:cubicBezTo>
                      <a:pt x="60" y="59"/>
                      <a:pt x="55" y="57"/>
                      <a:pt x="50" y="57"/>
                    </a:cubicBezTo>
                    <a:cubicBezTo>
                      <a:pt x="45" y="57"/>
                      <a:pt x="40" y="58"/>
                      <a:pt x="36" y="59"/>
                    </a:cubicBezTo>
                    <a:cubicBezTo>
                      <a:pt x="32" y="60"/>
                      <a:pt x="31" y="61"/>
                      <a:pt x="28" y="60"/>
                    </a:cubicBezTo>
                    <a:cubicBezTo>
                      <a:pt x="26" y="59"/>
                      <a:pt x="24" y="57"/>
                      <a:pt x="21" y="57"/>
                    </a:cubicBezTo>
                    <a:cubicBezTo>
                      <a:pt x="15" y="58"/>
                      <a:pt x="8" y="61"/>
                      <a:pt x="2" y="59"/>
                    </a:cubicBezTo>
                  </a:path>
                </a:pathLst>
              </a:custGeom>
              <a:solidFill>
                <a:srgbClr val="8E4C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445" name="Freeform 530">
                <a:extLst>
                  <a:ext uri="{FF2B5EF4-FFF2-40B4-BE49-F238E27FC236}">
                    <a16:creationId xmlns:a16="http://schemas.microsoft.com/office/drawing/2014/main" id="{3AE61EC6-85DC-4427-BC1F-AF6B245DEA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4" y="1123"/>
                <a:ext cx="177" cy="120"/>
              </a:xfrm>
              <a:custGeom>
                <a:avLst/>
                <a:gdLst>
                  <a:gd name="T0" fmla="*/ 44 w 166"/>
                  <a:gd name="T1" fmla="*/ 0 h 112"/>
                  <a:gd name="T2" fmla="*/ 68 w 166"/>
                  <a:gd name="T3" fmla="*/ 58 h 112"/>
                  <a:gd name="T4" fmla="*/ 110 w 166"/>
                  <a:gd name="T5" fmla="*/ 91 h 112"/>
                  <a:gd name="T6" fmla="*/ 161 w 166"/>
                  <a:gd name="T7" fmla="*/ 115 h 112"/>
                  <a:gd name="T8" fmla="*/ 202 w 166"/>
                  <a:gd name="T9" fmla="*/ 138 h 112"/>
                  <a:gd name="T10" fmla="*/ 125 w 166"/>
                  <a:gd name="T11" fmla="*/ 108 h 112"/>
                  <a:gd name="T12" fmla="*/ 80 w 166"/>
                  <a:gd name="T13" fmla="*/ 84 h 112"/>
                  <a:gd name="T14" fmla="*/ 58 w 166"/>
                  <a:gd name="T15" fmla="*/ 70 h 112"/>
                  <a:gd name="T16" fmla="*/ 42 w 166"/>
                  <a:gd name="T17" fmla="*/ 46 h 112"/>
                  <a:gd name="T18" fmla="*/ 23 w 166"/>
                  <a:gd name="T19" fmla="*/ 42 h 112"/>
                  <a:gd name="T20" fmla="*/ 0 w 166"/>
                  <a:gd name="T21" fmla="*/ 49 h 112"/>
                  <a:gd name="T22" fmla="*/ 29 w 166"/>
                  <a:gd name="T23" fmla="*/ 30 h 112"/>
                  <a:gd name="T24" fmla="*/ 44 w 166"/>
                  <a:gd name="T25" fmla="*/ 1 h 11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66" h="112">
                    <a:moveTo>
                      <a:pt x="36" y="0"/>
                    </a:moveTo>
                    <a:cubicBezTo>
                      <a:pt x="42" y="16"/>
                      <a:pt x="44" y="34"/>
                      <a:pt x="56" y="47"/>
                    </a:cubicBezTo>
                    <a:cubicBezTo>
                      <a:pt x="67" y="59"/>
                      <a:pt x="78" y="66"/>
                      <a:pt x="91" y="74"/>
                    </a:cubicBezTo>
                    <a:cubicBezTo>
                      <a:pt x="105" y="82"/>
                      <a:pt x="120" y="85"/>
                      <a:pt x="133" y="93"/>
                    </a:cubicBezTo>
                    <a:cubicBezTo>
                      <a:pt x="143" y="99"/>
                      <a:pt x="159" y="101"/>
                      <a:pt x="166" y="112"/>
                    </a:cubicBezTo>
                    <a:cubicBezTo>
                      <a:pt x="146" y="101"/>
                      <a:pt x="124" y="96"/>
                      <a:pt x="103" y="88"/>
                    </a:cubicBezTo>
                    <a:cubicBezTo>
                      <a:pt x="90" y="82"/>
                      <a:pt x="78" y="74"/>
                      <a:pt x="66" y="68"/>
                    </a:cubicBezTo>
                    <a:cubicBezTo>
                      <a:pt x="60" y="65"/>
                      <a:pt x="53" y="62"/>
                      <a:pt x="48" y="57"/>
                    </a:cubicBezTo>
                    <a:cubicBezTo>
                      <a:pt x="42" y="51"/>
                      <a:pt x="39" y="44"/>
                      <a:pt x="35" y="37"/>
                    </a:cubicBezTo>
                    <a:cubicBezTo>
                      <a:pt x="31" y="32"/>
                      <a:pt x="27" y="32"/>
                      <a:pt x="20" y="34"/>
                    </a:cubicBezTo>
                    <a:cubicBezTo>
                      <a:pt x="13" y="35"/>
                      <a:pt x="7" y="39"/>
                      <a:pt x="0" y="40"/>
                    </a:cubicBezTo>
                    <a:cubicBezTo>
                      <a:pt x="7" y="33"/>
                      <a:pt x="16" y="30"/>
                      <a:pt x="23" y="24"/>
                    </a:cubicBezTo>
                    <a:cubicBezTo>
                      <a:pt x="32" y="18"/>
                      <a:pt x="34" y="10"/>
                      <a:pt x="36" y="1"/>
                    </a:cubicBezTo>
                  </a:path>
                </a:pathLst>
              </a:custGeom>
              <a:solidFill>
                <a:srgbClr val="C2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446" name="Freeform 531">
                <a:extLst>
                  <a:ext uri="{FF2B5EF4-FFF2-40B4-BE49-F238E27FC236}">
                    <a16:creationId xmlns:a16="http://schemas.microsoft.com/office/drawing/2014/main" id="{24E85842-191E-453A-8D0D-BC71591C68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5" y="854"/>
                <a:ext cx="41" cy="103"/>
              </a:xfrm>
              <a:custGeom>
                <a:avLst/>
                <a:gdLst>
                  <a:gd name="T0" fmla="*/ 41 w 38"/>
                  <a:gd name="T1" fmla="*/ 0 h 96"/>
                  <a:gd name="T2" fmla="*/ 30 w 38"/>
                  <a:gd name="T3" fmla="*/ 2 h 96"/>
                  <a:gd name="T4" fmla="*/ 18 w 38"/>
                  <a:gd name="T5" fmla="*/ 2 h 96"/>
                  <a:gd name="T6" fmla="*/ 3 w 38"/>
                  <a:gd name="T7" fmla="*/ 14 h 96"/>
                  <a:gd name="T8" fmla="*/ 1 w 38"/>
                  <a:gd name="T9" fmla="*/ 39 h 96"/>
                  <a:gd name="T10" fmla="*/ 10 w 38"/>
                  <a:gd name="T11" fmla="*/ 64 h 96"/>
                  <a:gd name="T12" fmla="*/ 28 w 38"/>
                  <a:gd name="T13" fmla="*/ 83 h 96"/>
                  <a:gd name="T14" fmla="*/ 47 w 38"/>
                  <a:gd name="T15" fmla="*/ 119 h 96"/>
                  <a:gd name="T16" fmla="*/ 44 w 38"/>
                  <a:gd name="T17" fmla="*/ 97 h 96"/>
                  <a:gd name="T18" fmla="*/ 31 w 38"/>
                  <a:gd name="T19" fmla="*/ 75 h 96"/>
                  <a:gd name="T20" fmla="*/ 27 w 38"/>
                  <a:gd name="T21" fmla="*/ 52 h 96"/>
                  <a:gd name="T22" fmla="*/ 16 w 38"/>
                  <a:gd name="T23" fmla="*/ 28 h 96"/>
                  <a:gd name="T24" fmla="*/ 33 w 38"/>
                  <a:gd name="T25" fmla="*/ 20 h 96"/>
                  <a:gd name="T26" fmla="*/ 32 w 38"/>
                  <a:gd name="T27" fmla="*/ 12 h 96"/>
                  <a:gd name="T28" fmla="*/ 38 w 38"/>
                  <a:gd name="T29" fmla="*/ 1 h 9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38" h="96">
                    <a:moveTo>
                      <a:pt x="32" y="0"/>
                    </a:moveTo>
                    <a:cubicBezTo>
                      <a:pt x="30" y="2"/>
                      <a:pt x="25" y="2"/>
                      <a:pt x="24" y="2"/>
                    </a:cubicBezTo>
                    <a:cubicBezTo>
                      <a:pt x="21" y="2"/>
                      <a:pt x="18" y="2"/>
                      <a:pt x="15" y="2"/>
                    </a:cubicBezTo>
                    <a:cubicBezTo>
                      <a:pt x="10" y="3"/>
                      <a:pt x="5" y="6"/>
                      <a:pt x="3" y="11"/>
                    </a:cubicBezTo>
                    <a:cubicBezTo>
                      <a:pt x="0" y="17"/>
                      <a:pt x="1" y="25"/>
                      <a:pt x="1" y="32"/>
                    </a:cubicBezTo>
                    <a:cubicBezTo>
                      <a:pt x="1" y="39"/>
                      <a:pt x="4" y="45"/>
                      <a:pt x="7" y="52"/>
                    </a:cubicBezTo>
                    <a:cubicBezTo>
                      <a:pt x="12" y="63"/>
                      <a:pt x="18" y="63"/>
                      <a:pt x="22" y="67"/>
                    </a:cubicBezTo>
                    <a:cubicBezTo>
                      <a:pt x="26" y="73"/>
                      <a:pt x="37" y="88"/>
                      <a:pt x="38" y="96"/>
                    </a:cubicBezTo>
                    <a:cubicBezTo>
                      <a:pt x="37" y="91"/>
                      <a:pt x="36" y="83"/>
                      <a:pt x="35" y="78"/>
                    </a:cubicBezTo>
                    <a:cubicBezTo>
                      <a:pt x="33" y="72"/>
                      <a:pt x="28" y="66"/>
                      <a:pt x="25" y="61"/>
                    </a:cubicBezTo>
                    <a:cubicBezTo>
                      <a:pt x="20" y="53"/>
                      <a:pt x="6" y="39"/>
                      <a:pt x="21" y="42"/>
                    </a:cubicBezTo>
                    <a:cubicBezTo>
                      <a:pt x="12" y="41"/>
                      <a:pt x="4" y="29"/>
                      <a:pt x="13" y="22"/>
                    </a:cubicBezTo>
                    <a:cubicBezTo>
                      <a:pt x="16" y="19"/>
                      <a:pt x="24" y="20"/>
                      <a:pt x="27" y="17"/>
                    </a:cubicBezTo>
                    <a:cubicBezTo>
                      <a:pt x="28" y="15"/>
                      <a:pt x="26" y="12"/>
                      <a:pt x="26" y="9"/>
                    </a:cubicBezTo>
                    <a:cubicBezTo>
                      <a:pt x="26" y="6"/>
                      <a:pt x="28" y="3"/>
                      <a:pt x="30" y="1"/>
                    </a:cubicBezTo>
                  </a:path>
                </a:pathLst>
              </a:custGeom>
              <a:solidFill>
                <a:srgbClr val="8E4C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447" name="Freeform 532">
                <a:extLst>
                  <a:ext uri="{FF2B5EF4-FFF2-40B4-BE49-F238E27FC236}">
                    <a16:creationId xmlns:a16="http://schemas.microsoft.com/office/drawing/2014/main" id="{03018D76-7165-4725-B4D3-623FCB9A18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5" y="947"/>
                <a:ext cx="28" cy="91"/>
              </a:xfrm>
              <a:custGeom>
                <a:avLst/>
                <a:gdLst>
                  <a:gd name="T0" fmla="*/ 32 w 26"/>
                  <a:gd name="T1" fmla="*/ 16 h 85"/>
                  <a:gd name="T2" fmla="*/ 19 w 26"/>
                  <a:gd name="T3" fmla="*/ 7 h 85"/>
                  <a:gd name="T4" fmla="*/ 13 w 26"/>
                  <a:gd name="T5" fmla="*/ 1 h 85"/>
                  <a:gd name="T6" fmla="*/ 4 w 26"/>
                  <a:gd name="T7" fmla="*/ 48 h 85"/>
                  <a:gd name="T8" fmla="*/ 3 w 26"/>
                  <a:gd name="T9" fmla="*/ 75 h 85"/>
                  <a:gd name="T10" fmla="*/ 1 w 26"/>
                  <a:gd name="T11" fmla="*/ 104 h 85"/>
                  <a:gd name="T12" fmla="*/ 17 w 26"/>
                  <a:gd name="T13" fmla="*/ 94 h 85"/>
                  <a:gd name="T14" fmla="*/ 13 w 26"/>
                  <a:gd name="T15" fmla="*/ 40 h 85"/>
                  <a:gd name="T16" fmla="*/ 17 w 26"/>
                  <a:gd name="T17" fmla="*/ 20 h 85"/>
                  <a:gd name="T18" fmla="*/ 30 w 26"/>
                  <a:gd name="T19" fmla="*/ 17 h 8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6" h="85">
                    <a:moveTo>
                      <a:pt x="26" y="13"/>
                    </a:moveTo>
                    <a:cubicBezTo>
                      <a:pt x="23" y="11"/>
                      <a:pt x="19" y="10"/>
                      <a:pt x="16" y="7"/>
                    </a:cubicBezTo>
                    <a:cubicBezTo>
                      <a:pt x="14" y="5"/>
                      <a:pt x="13" y="0"/>
                      <a:pt x="10" y="1"/>
                    </a:cubicBezTo>
                    <a:cubicBezTo>
                      <a:pt x="6" y="12"/>
                      <a:pt x="2" y="27"/>
                      <a:pt x="4" y="39"/>
                    </a:cubicBezTo>
                    <a:cubicBezTo>
                      <a:pt x="6" y="47"/>
                      <a:pt x="4" y="52"/>
                      <a:pt x="3" y="61"/>
                    </a:cubicBezTo>
                    <a:cubicBezTo>
                      <a:pt x="3" y="68"/>
                      <a:pt x="0" y="78"/>
                      <a:pt x="1" y="85"/>
                    </a:cubicBezTo>
                    <a:cubicBezTo>
                      <a:pt x="5" y="83"/>
                      <a:pt x="7" y="82"/>
                      <a:pt x="14" y="77"/>
                    </a:cubicBezTo>
                    <a:cubicBezTo>
                      <a:pt x="2" y="73"/>
                      <a:pt x="11" y="44"/>
                      <a:pt x="10" y="33"/>
                    </a:cubicBezTo>
                    <a:cubicBezTo>
                      <a:pt x="10" y="27"/>
                      <a:pt x="10" y="21"/>
                      <a:pt x="14" y="17"/>
                    </a:cubicBezTo>
                    <a:cubicBezTo>
                      <a:pt x="18" y="12"/>
                      <a:pt x="21" y="15"/>
                      <a:pt x="24" y="14"/>
                    </a:cubicBezTo>
                  </a:path>
                </a:pathLst>
              </a:custGeom>
              <a:solidFill>
                <a:srgbClr val="8E4C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448" name="Freeform 533">
                <a:extLst>
                  <a:ext uri="{FF2B5EF4-FFF2-40B4-BE49-F238E27FC236}">
                    <a16:creationId xmlns:a16="http://schemas.microsoft.com/office/drawing/2014/main" id="{B50B28FD-812A-45A3-B45D-416E2592D3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6" y="966"/>
                <a:ext cx="9" cy="52"/>
              </a:xfrm>
              <a:custGeom>
                <a:avLst/>
                <a:gdLst>
                  <a:gd name="T0" fmla="*/ 1 w 8"/>
                  <a:gd name="T1" fmla="*/ 52 h 48"/>
                  <a:gd name="T2" fmla="*/ 2 w 8"/>
                  <a:gd name="T3" fmla="*/ 20 h 48"/>
                  <a:gd name="T4" fmla="*/ 1 w 8"/>
                  <a:gd name="T5" fmla="*/ 0 h 48"/>
                  <a:gd name="T6" fmla="*/ 8 w 8"/>
                  <a:gd name="T7" fmla="*/ 39 h 48"/>
                  <a:gd name="T8" fmla="*/ 11 w 8"/>
                  <a:gd name="T9" fmla="*/ 61 h 48"/>
                  <a:gd name="T10" fmla="*/ 2 w 8"/>
                  <a:gd name="T11" fmla="*/ 54 h 4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" h="48">
                    <a:moveTo>
                      <a:pt x="1" y="41"/>
                    </a:moveTo>
                    <a:cubicBezTo>
                      <a:pt x="0" y="33"/>
                      <a:pt x="2" y="24"/>
                      <a:pt x="2" y="16"/>
                    </a:cubicBezTo>
                    <a:cubicBezTo>
                      <a:pt x="1" y="11"/>
                      <a:pt x="1" y="5"/>
                      <a:pt x="1" y="0"/>
                    </a:cubicBezTo>
                    <a:cubicBezTo>
                      <a:pt x="2" y="10"/>
                      <a:pt x="4" y="20"/>
                      <a:pt x="5" y="30"/>
                    </a:cubicBezTo>
                    <a:cubicBezTo>
                      <a:pt x="5" y="37"/>
                      <a:pt x="6" y="43"/>
                      <a:pt x="8" y="48"/>
                    </a:cubicBezTo>
                    <a:cubicBezTo>
                      <a:pt x="5" y="47"/>
                      <a:pt x="3" y="44"/>
                      <a:pt x="2" y="42"/>
                    </a:cubicBezTo>
                  </a:path>
                </a:pathLst>
              </a:custGeom>
              <a:solidFill>
                <a:srgbClr val="8E4C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449" name="Freeform 534">
                <a:extLst>
                  <a:ext uri="{FF2B5EF4-FFF2-40B4-BE49-F238E27FC236}">
                    <a16:creationId xmlns:a16="http://schemas.microsoft.com/office/drawing/2014/main" id="{15706C97-FB89-41DA-9C0D-54DB9BC974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3" y="967"/>
                <a:ext cx="13" cy="49"/>
              </a:xfrm>
              <a:custGeom>
                <a:avLst/>
                <a:gdLst>
                  <a:gd name="T0" fmla="*/ 4 w 12"/>
                  <a:gd name="T1" fmla="*/ 55 h 46"/>
                  <a:gd name="T2" fmla="*/ 12 w 12"/>
                  <a:gd name="T3" fmla="*/ 32 h 46"/>
                  <a:gd name="T4" fmla="*/ 11 w 12"/>
                  <a:gd name="T5" fmla="*/ 0 h 46"/>
                  <a:gd name="T6" fmla="*/ 4 w 12"/>
                  <a:gd name="T7" fmla="*/ 55 h 4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46">
                    <a:moveTo>
                      <a:pt x="4" y="46"/>
                    </a:moveTo>
                    <a:cubicBezTo>
                      <a:pt x="12" y="42"/>
                      <a:pt x="10" y="33"/>
                      <a:pt x="9" y="26"/>
                    </a:cubicBezTo>
                    <a:cubicBezTo>
                      <a:pt x="8" y="18"/>
                      <a:pt x="8" y="9"/>
                      <a:pt x="8" y="0"/>
                    </a:cubicBezTo>
                    <a:cubicBezTo>
                      <a:pt x="0" y="13"/>
                      <a:pt x="10" y="32"/>
                      <a:pt x="4" y="46"/>
                    </a:cubicBezTo>
                  </a:path>
                </a:pathLst>
              </a:custGeom>
              <a:solidFill>
                <a:srgbClr val="C2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450" name="Freeform 535">
                <a:extLst>
                  <a:ext uri="{FF2B5EF4-FFF2-40B4-BE49-F238E27FC236}">
                    <a16:creationId xmlns:a16="http://schemas.microsoft.com/office/drawing/2014/main" id="{CC49BB68-C4B2-4F4A-8B27-F2439989B5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4" y="1469"/>
                <a:ext cx="26" cy="25"/>
              </a:xfrm>
              <a:custGeom>
                <a:avLst/>
                <a:gdLst>
                  <a:gd name="T0" fmla="*/ 20 w 24"/>
                  <a:gd name="T1" fmla="*/ 27 h 24"/>
                  <a:gd name="T2" fmla="*/ 2 w 24"/>
                  <a:gd name="T3" fmla="*/ 16 h 24"/>
                  <a:gd name="T4" fmla="*/ 30 w 24"/>
                  <a:gd name="T5" fmla="*/ 15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24">
                    <a:moveTo>
                      <a:pt x="16" y="24"/>
                    </a:moveTo>
                    <a:cubicBezTo>
                      <a:pt x="12" y="21"/>
                      <a:pt x="2" y="19"/>
                      <a:pt x="2" y="13"/>
                    </a:cubicBezTo>
                    <a:cubicBezTo>
                      <a:pt x="0" y="0"/>
                      <a:pt x="18" y="10"/>
                      <a:pt x="24" y="12"/>
                    </a:cubicBezTo>
                  </a:path>
                </a:pathLst>
              </a:custGeom>
              <a:noFill/>
              <a:ln w="6350" cap="flat">
                <a:solidFill>
                  <a:srgbClr val="AA604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451" name="Freeform 536">
                <a:extLst>
                  <a:ext uri="{FF2B5EF4-FFF2-40B4-BE49-F238E27FC236}">
                    <a16:creationId xmlns:a16="http://schemas.microsoft.com/office/drawing/2014/main" id="{36D04E74-011F-4F96-AC40-CF2FD47BD1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0" y="1536"/>
                <a:ext cx="16" cy="30"/>
              </a:xfrm>
              <a:custGeom>
                <a:avLst/>
                <a:gdLst>
                  <a:gd name="T0" fmla="*/ 5 w 15"/>
                  <a:gd name="T1" fmla="*/ 0 h 28"/>
                  <a:gd name="T2" fmla="*/ 4 w 15"/>
                  <a:gd name="T3" fmla="*/ 28 h 28"/>
                  <a:gd name="T4" fmla="*/ 18 w 15"/>
                  <a:gd name="T5" fmla="*/ 4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28">
                    <a:moveTo>
                      <a:pt x="5" y="0"/>
                    </a:moveTo>
                    <a:cubicBezTo>
                      <a:pt x="4" y="5"/>
                      <a:pt x="0" y="18"/>
                      <a:pt x="4" y="22"/>
                    </a:cubicBezTo>
                    <a:cubicBezTo>
                      <a:pt x="11" y="28"/>
                      <a:pt x="14" y="8"/>
                      <a:pt x="15" y="4"/>
                    </a:cubicBezTo>
                  </a:path>
                </a:pathLst>
              </a:custGeom>
              <a:noFill/>
              <a:ln w="6350" cap="flat">
                <a:solidFill>
                  <a:srgbClr val="AA604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452" name="Freeform 537">
                <a:extLst>
                  <a:ext uri="{FF2B5EF4-FFF2-40B4-BE49-F238E27FC236}">
                    <a16:creationId xmlns:a16="http://schemas.microsoft.com/office/drawing/2014/main" id="{D01CC3A4-2485-4058-8BCA-FFE23E3E1F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4" y="1613"/>
                <a:ext cx="13" cy="17"/>
              </a:xfrm>
              <a:custGeom>
                <a:avLst/>
                <a:gdLst>
                  <a:gd name="T0" fmla="*/ 0 w 12"/>
                  <a:gd name="T1" fmla="*/ 0 h 16"/>
                  <a:gd name="T2" fmla="*/ 15 w 12"/>
                  <a:gd name="T3" fmla="*/ 19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16">
                    <a:moveTo>
                      <a:pt x="0" y="0"/>
                    </a:moveTo>
                    <a:cubicBezTo>
                      <a:pt x="2" y="6"/>
                      <a:pt x="8" y="11"/>
                      <a:pt x="12" y="16"/>
                    </a:cubicBezTo>
                  </a:path>
                </a:pathLst>
              </a:custGeom>
              <a:noFill/>
              <a:ln w="6350" cap="flat">
                <a:solidFill>
                  <a:srgbClr val="AA604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453" name="Freeform 538">
                <a:extLst>
                  <a:ext uri="{FF2B5EF4-FFF2-40B4-BE49-F238E27FC236}">
                    <a16:creationId xmlns:a16="http://schemas.microsoft.com/office/drawing/2014/main" id="{CAF97458-D26D-45E6-B692-44980D9178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7" y="1592"/>
                <a:ext cx="9" cy="18"/>
              </a:xfrm>
              <a:custGeom>
                <a:avLst/>
                <a:gdLst>
                  <a:gd name="T0" fmla="*/ 0 w 8"/>
                  <a:gd name="T1" fmla="*/ 0 h 17"/>
                  <a:gd name="T2" fmla="*/ 11 w 8"/>
                  <a:gd name="T3" fmla="*/ 20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17">
                    <a:moveTo>
                      <a:pt x="0" y="0"/>
                    </a:moveTo>
                    <a:cubicBezTo>
                      <a:pt x="4" y="5"/>
                      <a:pt x="6" y="11"/>
                      <a:pt x="8" y="17"/>
                    </a:cubicBezTo>
                  </a:path>
                </a:pathLst>
              </a:custGeom>
              <a:noFill/>
              <a:ln w="6350" cap="flat">
                <a:solidFill>
                  <a:srgbClr val="AA604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454" name="Freeform 539">
                <a:extLst>
                  <a:ext uri="{FF2B5EF4-FFF2-40B4-BE49-F238E27FC236}">
                    <a16:creationId xmlns:a16="http://schemas.microsoft.com/office/drawing/2014/main" id="{9BD28157-F4E2-4EE9-A7FE-0BAB41C929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2" y="1818"/>
                <a:ext cx="7" cy="16"/>
              </a:xfrm>
              <a:custGeom>
                <a:avLst/>
                <a:gdLst>
                  <a:gd name="T0" fmla="*/ 2 w 7"/>
                  <a:gd name="T1" fmla="*/ 18 h 15"/>
                  <a:gd name="T2" fmla="*/ 7 w 7"/>
                  <a:gd name="T3" fmla="*/ 0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5">
                    <a:moveTo>
                      <a:pt x="2" y="15"/>
                    </a:moveTo>
                    <a:cubicBezTo>
                      <a:pt x="0" y="11"/>
                      <a:pt x="5" y="4"/>
                      <a:pt x="7" y="0"/>
                    </a:cubicBezTo>
                  </a:path>
                </a:pathLst>
              </a:custGeom>
              <a:noFill/>
              <a:ln w="6350" cap="flat">
                <a:solidFill>
                  <a:srgbClr val="AA604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455" name="Freeform 540">
                <a:extLst>
                  <a:ext uri="{FF2B5EF4-FFF2-40B4-BE49-F238E27FC236}">
                    <a16:creationId xmlns:a16="http://schemas.microsoft.com/office/drawing/2014/main" id="{94D3C4C2-50CF-48F7-9BE6-0A967DBAE4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9" y="1858"/>
                <a:ext cx="16" cy="33"/>
              </a:xfrm>
              <a:custGeom>
                <a:avLst/>
                <a:gdLst>
                  <a:gd name="T0" fmla="*/ 1 w 15"/>
                  <a:gd name="T1" fmla="*/ 26 h 31"/>
                  <a:gd name="T2" fmla="*/ 13 w 15"/>
                  <a:gd name="T3" fmla="*/ 2 h 31"/>
                  <a:gd name="T4" fmla="*/ 16 w 15"/>
                  <a:gd name="T5" fmla="*/ 37 h 3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31">
                    <a:moveTo>
                      <a:pt x="1" y="22"/>
                    </a:moveTo>
                    <a:cubicBezTo>
                      <a:pt x="0" y="18"/>
                      <a:pt x="2" y="0"/>
                      <a:pt x="10" y="2"/>
                    </a:cubicBezTo>
                    <a:cubicBezTo>
                      <a:pt x="15" y="3"/>
                      <a:pt x="13" y="26"/>
                      <a:pt x="13" y="31"/>
                    </a:cubicBezTo>
                  </a:path>
                </a:pathLst>
              </a:custGeom>
              <a:noFill/>
              <a:ln w="6350" cap="flat">
                <a:solidFill>
                  <a:srgbClr val="AA604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456" name="Freeform 541">
                <a:extLst>
                  <a:ext uri="{FF2B5EF4-FFF2-40B4-BE49-F238E27FC236}">
                    <a16:creationId xmlns:a16="http://schemas.microsoft.com/office/drawing/2014/main" id="{F7C80064-AF38-4D04-8ADE-823E9C6BBC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1" y="1908"/>
                <a:ext cx="16" cy="22"/>
              </a:xfrm>
              <a:custGeom>
                <a:avLst/>
                <a:gdLst>
                  <a:gd name="T0" fmla="*/ 18 w 15"/>
                  <a:gd name="T1" fmla="*/ 0 h 21"/>
                  <a:gd name="T2" fmla="*/ 0 w 15"/>
                  <a:gd name="T3" fmla="*/ 24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21">
                    <a:moveTo>
                      <a:pt x="15" y="0"/>
                    </a:moveTo>
                    <a:cubicBezTo>
                      <a:pt x="9" y="4"/>
                      <a:pt x="5" y="15"/>
                      <a:pt x="0" y="21"/>
                    </a:cubicBezTo>
                  </a:path>
                </a:pathLst>
              </a:custGeom>
              <a:noFill/>
              <a:ln w="6350" cap="flat">
                <a:solidFill>
                  <a:srgbClr val="AA604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457" name="Freeform 542">
                <a:extLst>
                  <a:ext uri="{FF2B5EF4-FFF2-40B4-BE49-F238E27FC236}">
                    <a16:creationId xmlns:a16="http://schemas.microsoft.com/office/drawing/2014/main" id="{576C344D-B43A-4615-ACFD-0BB2A378B3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7" y="1775"/>
                <a:ext cx="8" cy="24"/>
              </a:xfrm>
              <a:custGeom>
                <a:avLst/>
                <a:gdLst>
                  <a:gd name="T0" fmla="*/ 0 w 8"/>
                  <a:gd name="T1" fmla="*/ 0 h 23"/>
                  <a:gd name="T2" fmla="*/ 8 w 8"/>
                  <a:gd name="T3" fmla="*/ 26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23">
                    <a:moveTo>
                      <a:pt x="0" y="0"/>
                    </a:moveTo>
                    <a:cubicBezTo>
                      <a:pt x="3" y="7"/>
                      <a:pt x="5" y="15"/>
                      <a:pt x="8" y="23"/>
                    </a:cubicBezTo>
                  </a:path>
                </a:pathLst>
              </a:custGeom>
              <a:noFill/>
              <a:ln w="6350" cap="flat">
                <a:solidFill>
                  <a:srgbClr val="AA604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458" name="Freeform 543">
                <a:extLst>
                  <a:ext uri="{FF2B5EF4-FFF2-40B4-BE49-F238E27FC236}">
                    <a16:creationId xmlns:a16="http://schemas.microsoft.com/office/drawing/2014/main" id="{C7DA4224-40C4-4044-BAAC-2590D6A7CE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3" y="1632"/>
                <a:ext cx="17" cy="21"/>
              </a:xfrm>
              <a:custGeom>
                <a:avLst/>
                <a:gdLst>
                  <a:gd name="T0" fmla="*/ 3 w 16"/>
                  <a:gd name="T1" fmla="*/ 15 h 20"/>
                  <a:gd name="T2" fmla="*/ 18 w 16"/>
                  <a:gd name="T3" fmla="*/ 0 h 20"/>
                  <a:gd name="T4" fmla="*/ 4 w 16"/>
                  <a:gd name="T5" fmla="*/ 23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20">
                    <a:moveTo>
                      <a:pt x="3" y="12"/>
                    </a:moveTo>
                    <a:cubicBezTo>
                      <a:pt x="0" y="8"/>
                      <a:pt x="10" y="0"/>
                      <a:pt x="15" y="0"/>
                    </a:cubicBezTo>
                    <a:cubicBezTo>
                      <a:pt x="16" y="7"/>
                      <a:pt x="10" y="16"/>
                      <a:pt x="4" y="20"/>
                    </a:cubicBezTo>
                  </a:path>
                </a:pathLst>
              </a:custGeom>
              <a:noFill/>
              <a:ln w="6350" cap="flat">
                <a:solidFill>
                  <a:srgbClr val="AA604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459" name="Freeform 544">
                <a:extLst>
                  <a:ext uri="{FF2B5EF4-FFF2-40B4-BE49-F238E27FC236}">
                    <a16:creationId xmlns:a16="http://schemas.microsoft.com/office/drawing/2014/main" id="{F53E659E-CE1F-4731-ABCD-B0890D60D8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0" y="1698"/>
                <a:ext cx="26" cy="28"/>
              </a:xfrm>
              <a:custGeom>
                <a:avLst/>
                <a:gdLst>
                  <a:gd name="T0" fmla="*/ 9 w 25"/>
                  <a:gd name="T1" fmla="*/ 0 h 26"/>
                  <a:gd name="T2" fmla="*/ 28 w 25"/>
                  <a:gd name="T3" fmla="*/ 19 h 26"/>
                  <a:gd name="T4" fmla="*/ 0 w 25"/>
                  <a:gd name="T5" fmla="*/ 17 h 26"/>
                  <a:gd name="T6" fmla="*/ 20 w 25"/>
                  <a:gd name="T7" fmla="*/ 32 h 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" h="26">
                    <a:moveTo>
                      <a:pt x="9" y="0"/>
                    </a:moveTo>
                    <a:cubicBezTo>
                      <a:pt x="14" y="5"/>
                      <a:pt x="24" y="8"/>
                      <a:pt x="25" y="16"/>
                    </a:cubicBezTo>
                    <a:cubicBezTo>
                      <a:pt x="18" y="18"/>
                      <a:pt x="3" y="8"/>
                      <a:pt x="0" y="14"/>
                    </a:cubicBezTo>
                    <a:cubicBezTo>
                      <a:pt x="5" y="19"/>
                      <a:pt x="13" y="21"/>
                      <a:pt x="17" y="26"/>
                    </a:cubicBezTo>
                  </a:path>
                </a:pathLst>
              </a:custGeom>
              <a:noFill/>
              <a:ln w="6350" cap="flat">
                <a:solidFill>
                  <a:srgbClr val="AA604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460" name="Freeform 545">
                <a:extLst>
                  <a:ext uri="{FF2B5EF4-FFF2-40B4-BE49-F238E27FC236}">
                    <a16:creationId xmlns:a16="http://schemas.microsoft.com/office/drawing/2014/main" id="{A3861E00-803F-4D6B-B79F-86CABBE926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5" y="1261"/>
                <a:ext cx="14" cy="17"/>
              </a:xfrm>
              <a:custGeom>
                <a:avLst/>
                <a:gdLst>
                  <a:gd name="T0" fmla="*/ 5 w 13"/>
                  <a:gd name="T1" fmla="*/ 19 h 16"/>
                  <a:gd name="T2" fmla="*/ 11 w 13"/>
                  <a:gd name="T3" fmla="*/ 1 h 16"/>
                  <a:gd name="T4" fmla="*/ 0 w 13"/>
                  <a:gd name="T5" fmla="*/ 18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6">
                    <a:moveTo>
                      <a:pt x="5" y="16"/>
                    </a:moveTo>
                    <a:cubicBezTo>
                      <a:pt x="7" y="14"/>
                      <a:pt x="13" y="2"/>
                      <a:pt x="8" y="1"/>
                    </a:cubicBezTo>
                    <a:cubicBezTo>
                      <a:pt x="3" y="0"/>
                      <a:pt x="1" y="13"/>
                      <a:pt x="0" y="15"/>
                    </a:cubicBezTo>
                  </a:path>
                </a:pathLst>
              </a:custGeom>
              <a:noFill/>
              <a:ln w="6350" cap="flat">
                <a:solidFill>
                  <a:srgbClr val="AA604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461" name="Freeform 546">
                <a:extLst>
                  <a:ext uri="{FF2B5EF4-FFF2-40B4-BE49-F238E27FC236}">
                    <a16:creationId xmlns:a16="http://schemas.microsoft.com/office/drawing/2014/main" id="{0E1D1C7B-28FC-49EE-B65A-9E7F68245B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3" y="1211"/>
                <a:ext cx="7" cy="10"/>
              </a:xfrm>
              <a:custGeom>
                <a:avLst/>
                <a:gdLst>
                  <a:gd name="T0" fmla="*/ 0 w 7"/>
                  <a:gd name="T1" fmla="*/ 10 h 10"/>
                  <a:gd name="T2" fmla="*/ 7 w 7"/>
                  <a:gd name="T3" fmla="*/ 0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0">
                    <a:moveTo>
                      <a:pt x="0" y="10"/>
                    </a:moveTo>
                    <a:cubicBezTo>
                      <a:pt x="2" y="7"/>
                      <a:pt x="6" y="4"/>
                      <a:pt x="7" y="0"/>
                    </a:cubicBezTo>
                  </a:path>
                </a:pathLst>
              </a:custGeom>
              <a:noFill/>
              <a:ln w="6350" cap="flat">
                <a:solidFill>
                  <a:srgbClr val="AA604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462" name="Freeform 547">
                <a:extLst>
                  <a:ext uri="{FF2B5EF4-FFF2-40B4-BE49-F238E27FC236}">
                    <a16:creationId xmlns:a16="http://schemas.microsoft.com/office/drawing/2014/main" id="{98C7B23E-4440-41A2-86ED-B960139841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3" y="1209"/>
                <a:ext cx="167" cy="83"/>
              </a:xfrm>
              <a:custGeom>
                <a:avLst/>
                <a:gdLst>
                  <a:gd name="T0" fmla="*/ 0 w 157"/>
                  <a:gd name="T1" fmla="*/ 0 h 77"/>
                  <a:gd name="T2" fmla="*/ 46 w 157"/>
                  <a:gd name="T3" fmla="*/ 37 h 77"/>
                  <a:gd name="T4" fmla="*/ 89 w 157"/>
                  <a:gd name="T5" fmla="*/ 63 h 77"/>
                  <a:gd name="T6" fmla="*/ 139 w 157"/>
                  <a:gd name="T7" fmla="*/ 74 h 77"/>
                  <a:gd name="T8" fmla="*/ 189 w 157"/>
                  <a:gd name="T9" fmla="*/ 96 h 77"/>
                  <a:gd name="T10" fmla="*/ 164 w 157"/>
                  <a:gd name="T11" fmla="*/ 86 h 77"/>
                  <a:gd name="T12" fmla="*/ 130 w 157"/>
                  <a:gd name="T13" fmla="*/ 80 h 77"/>
                  <a:gd name="T14" fmla="*/ 63 w 157"/>
                  <a:gd name="T15" fmla="*/ 78 h 77"/>
                  <a:gd name="T16" fmla="*/ 16 w 157"/>
                  <a:gd name="T17" fmla="*/ 37 h 77"/>
                  <a:gd name="T18" fmla="*/ 2 w 157"/>
                  <a:gd name="T19" fmla="*/ 4 h 77"/>
                  <a:gd name="T20" fmla="*/ 0 w 157"/>
                  <a:gd name="T21" fmla="*/ 3 h 7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57" h="77">
                    <a:moveTo>
                      <a:pt x="0" y="0"/>
                    </a:moveTo>
                    <a:cubicBezTo>
                      <a:pt x="9" y="14"/>
                      <a:pt x="23" y="23"/>
                      <a:pt x="38" y="30"/>
                    </a:cubicBezTo>
                    <a:cubicBezTo>
                      <a:pt x="50" y="36"/>
                      <a:pt x="62" y="44"/>
                      <a:pt x="74" y="50"/>
                    </a:cubicBezTo>
                    <a:cubicBezTo>
                      <a:pt x="88" y="57"/>
                      <a:pt x="101" y="58"/>
                      <a:pt x="116" y="59"/>
                    </a:cubicBezTo>
                    <a:cubicBezTo>
                      <a:pt x="134" y="60"/>
                      <a:pt x="143" y="66"/>
                      <a:pt x="157" y="77"/>
                    </a:cubicBezTo>
                    <a:cubicBezTo>
                      <a:pt x="150" y="74"/>
                      <a:pt x="144" y="70"/>
                      <a:pt x="136" y="69"/>
                    </a:cubicBezTo>
                    <a:cubicBezTo>
                      <a:pt x="127" y="68"/>
                      <a:pt x="117" y="65"/>
                      <a:pt x="108" y="64"/>
                    </a:cubicBezTo>
                    <a:cubicBezTo>
                      <a:pt x="89" y="62"/>
                      <a:pt x="72" y="71"/>
                      <a:pt x="52" y="62"/>
                    </a:cubicBezTo>
                    <a:cubicBezTo>
                      <a:pt x="37" y="55"/>
                      <a:pt x="25" y="42"/>
                      <a:pt x="13" y="30"/>
                    </a:cubicBezTo>
                    <a:cubicBezTo>
                      <a:pt x="7" y="23"/>
                      <a:pt x="2" y="13"/>
                      <a:pt x="2" y="4"/>
                    </a:cubicBezTo>
                    <a:cubicBezTo>
                      <a:pt x="1" y="4"/>
                      <a:pt x="1" y="3"/>
                      <a:pt x="0" y="3"/>
                    </a:cubicBezTo>
                  </a:path>
                </a:pathLst>
              </a:custGeom>
              <a:solidFill>
                <a:srgbClr val="8E4C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463" name="Freeform 548">
                <a:extLst>
                  <a:ext uri="{FF2B5EF4-FFF2-40B4-BE49-F238E27FC236}">
                    <a16:creationId xmlns:a16="http://schemas.microsoft.com/office/drawing/2014/main" id="{AF2E52F3-D214-4719-B1CB-56985E87C8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5" y="2183"/>
                <a:ext cx="15" cy="30"/>
              </a:xfrm>
              <a:custGeom>
                <a:avLst/>
                <a:gdLst>
                  <a:gd name="T0" fmla="*/ 4 w 14"/>
                  <a:gd name="T1" fmla="*/ 29 h 28"/>
                  <a:gd name="T2" fmla="*/ 3 w 14"/>
                  <a:gd name="T3" fmla="*/ 5 h 28"/>
                  <a:gd name="T4" fmla="*/ 17 w 14"/>
                  <a:gd name="T5" fmla="*/ 34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28">
                    <a:moveTo>
                      <a:pt x="4" y="23"/>
                    </a:moveTo>
                    <a:cubicBezTo>
                      <a:pt x="3" y="19"/>
                      <a:pt x="0" y="7"/>
                      <a:pt x="3" y="5"/>
                    </a:cubicBezTo>
                    <a:cubicBezTo>
                      <a:pt x="10" y="0"/>
                      <a:pt x="13" y="23"/>
                      <a:pt x="14" y="28"/>
                    </a:cubicBezTo>
                  </a:path>
                </a:pathLst>
              </a:custGeom>
              <a:noFill/>
              <a:ln w="6350" cap="flat">
                <a:solidFill>
                  <a:srgbClr val="AA604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464" name="Freeform 549">
                <a:extLst>
                  <a:ext uri="{FF2B5EF4-FFF2-40B4-BE49-F238E27FC236}">
                    <a16:creationId xmlns:a16="http://schemas.microsoft.com/office/drawing/2014/main" id="{AF7D926A-DD16-4DFC-9964-ED856210B0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0" y="2181"/>
                <a:ext cx="7" cy="17"/>
              </a:xfrm>
              <a:custGeom>
                <a:avLst/>
                <a:gdLst>
                  <a:gd name="T0" fmla="*/ 0 w 7"/>
                  <a:gd name="T1" fmla="*/ 0 h 16"/>
                  <a:gd name="T2" fmla="*/ 7 w 7"/>
                  <a:gd name="T3" fmla="*/ 19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6">
                    <a:moveTo>
                      <a:pt x="0" y="0"/>
                    </a:moveTo>
                    <a:cubicBezTo>
                      <a:pt x="1" y="6"/>
                      <a:pt x="4" y="11"/>
                      <a:pt x="7" y="16"/>
                    </a:cubicBezTo>
                  </a:path>
                </a:pathLst>
              </a:custGeom>
              <a:noFill/>
              <a:ln w="6350" cap="flat">
                <a:solidFill>
                  <a:srgbClr val="AA604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465" name="Freeform 550">
                <a:extLst>
                  <a:ext uri="{FF2B5EF4-FFF2-40B4-BE49-F238E27FC236}">
                    <a16:creationId xmlns:a16="http://schemas.microsoft.com/office/drawing/2014/main" id="{5CE514D1-6092-4FF7-84B0-5F9C6989A9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3" y="2350"/>
                <a:ext cx="7" cy="17"/>
              </a:xfrm>
              <a:custGeom>
                <a:avLst/>
                <a:gdLst>
                  <a:gd name="T0" fmla="*/ 0 w 7"/>
                  <a:gd name="T1" fmla="*/ 19 h 16"/>
                  <a:gd name="T2" fmla="*/ 7 w 7"/>
                  <a:gd name="T3" fmla="*/ 0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6">
                    <a:moveTo>
                      <a:pt x="0" y="16"/>
                    </a:moveTo>
                    <a:cubicBezTo>
                      <a:pt x="1" y="11"/>
                      <a:pt x="4" y="4"/>
                      <a:pt x="7" y="0"/>
                    </a:cubicBezTo>
                  </a:path>
                </a:pathLst>
              </a:custGeom>
              <a:noFill/>
              <a:ln w="6350" cap="flat">
                <a:solidFill>
                  <a:srgbClr val="AA604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466" name="Freeform 551">
                <a:extLst>
                  <a:ext uri="{FF2B5EF4-FFF2-40B4-BE49-F238E27FC236}">
                    <a16:creationId xmlns:a16="http://schemas.microsoft.com/office/drawing/2014/main" id="{60F10C00-FDE4-429E-8546-4783DBF03A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8" y="2370"/>
                <a:ext cx="13" cy="21"/>
              </a:xfrm>
              <a:custGeom>
                <a:avLst/>
                <a:gdLst>
                  <a:gd name="T0" fmla="*/ 0 w 12"/>
                  <a:gd name="T1" fmla="*/ 23 h 20"/>
                  <a:gd name="T2" fmla="*/ 15 w 12"/>
                  <a:gd name="T3" fmla="*/ 0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20">
                    <a:moveTo>
                      <a:pt x="0" y="20"/>
                    </a:moveTo>
                    <a:cubicBezTo>
                      <a:pt x="0" y="13"/>
                      <a:pt x="7" y="4"/>
                      <a:pt x="12" y="0"/>
                    </a:cubicBezTo>
                  </a:path>
                </a:pathLst>
              </a:custGeom>
              <a:noFill/>
              <a:ln w="6350" cap="flat">
                <a:solidFill>
                  <a:srgbClr val="AA604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467" name="Freeform 552">
                <a:extLst>
                  <a:ext uri="{FF2B5EF4-FFF2-40B4-BE49-F238E27FC236}">
                    <a16:creationId xmlns:a16="http://schemas.microsoft.com/office/drawing/2014/main" id="{E9BF4FAE-9B24-471A-888F-B8EE4551EB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3" y="2186"/>
                <a:ext cx="25" cy="34"/>
              </a:xfrm>
              <a:custGeom>
                <a:avLst/>
                <a:gdLst>
                  <a:gd name="T0" fmla="*/ 0 w 24"/>
                  <a:gd name="T1" fmla="*/ 17 h 32"/>
                  <a:gd name="T2" fmla="*/ 7 w 24"/>
                  <a:gd name="T3" fmla="*/ 3 h 32"/>
                  <a:gd name="T4" fmla="*/ 17 w 24"/>
                  <a:gd name="T5" fmla="*/ 14 h 32"/>
                  <a:gd name="T6" fmla="*/ 6 w 24"/>
                  <a:gd name="T7" fmla="*/ 32 h 32"/>
                  <a:gd name="T8" fmla="*/ 27 w 24"/>
                  <a:gd name="T9" fmla="*/ 30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32">
                    <a:moveTo>
                      <a:pt x="0" y="14"/>
                    </a:moveTo>
                    <a:cubicBezTo>
                      <a:pt x="1" y="12"/>
                      <a:pt x="5" y="4"/>
                      <a:pt x="7" y="3"/>
                    </a:cubicBezTo>
                    <a:cubicBezTo>
                      <a:pt x="14" y="0"/>
                      <a:pt x="16" y="6"/>
                      <a:pt x="14" y="11"/>
                    </a:cubicBezTo>
                    <a:cubicBezTo>
                      <a:pt x="13" y="16"/>
                      <a:pt x="3" y="20"/>
                      <a:pt x="6" y="26"/>
                    </a:cubicBezTo>
                    <a:cubicBezTo>
                      <a:pt x="9" y="32"/>
                      <a:pt x="19" y="24"/>
                      <a:pt x="24" y="24"/>
                    </a:cubicBezTo>
                  </a:path>
                </a:pathLst>
              </a:custGeom>
              <a:noFill/>
              <a:ln w="6350" cap="flat">
                <a:solidFill>
                  <a:srgbClr val="AA604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468" name="Freeform 553">
                <a:extLst>
                  <a:ext uri="{FF2B5EF4-FFF2-40B4-BE49-F238E27FC236}">
                    <a16:creationId xmlns:a16="http://schemas.microsoft.com/office/drawing/2014/main" id="{03BAF2A0-B9D6-47F0-AE2E-321035C5D2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4" y="2484"/>
                <a:ext cx="27" cy="27"/>
              </a:xfrm>
              <a:custGeom>
                <a:avLst/>
                <a:gdLst>
                  <a:gd name="T0" fmla="*/ 0 w 25"/>
                  <a:gd name="T1" fmla="*/ 11 h 26"/>
                  <a:gd name="T2" fmla="*/ 23 w 25"/>
                  <a:gd name="T3" fmla="*/ 23 h 26"/>
                  <a:gd name="T4" fmla="*/ 10 w 25"/>
                  <a:gd name="T5" fmla="*/ 0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26">
                    <a:moveTo>
                      <a:pt x="0" y="11"/>
                    </a:moveTo>
                    <a:cubicBezTo>
                      <a:pt x="3" y="15"/>
                      <a:pt x="12" y="26"/>
                      <a:pt x="18" y="20"/>
                    </a:cubicBezTo>
                    <a:cubicBezTo>
                      <a:pt x="25" y="14"/>
                      <a:pt x="13" y="1"/>
                      <a:pt x="7" y="0"/>
                    </a:cubicBezTo>
                  </a:path>
                </a:pathLst>
              </a:custGeom>
              <a:noFill/>
              <a:ln w="6350" cap="flat">
                <a:solidFill>
                  <a:srgbClr val="AA604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469" name="Freeform 554">
                <a:extLst>
                  <a:ext uri="{FF2B5EF4-FFF2-40B4-BE49-F238E27FC236}">
                    <a16:creationId xmlns:a16="http://schemas.microsoft.com/office/drawing/2014/main" id="{D7111653-3831-4F18-9060-EF94186E94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1" y="1980"/>
                <a:ext cx="17" cy="21"/>
              </a:xfrm>
              <a:custGeom>
                <a:avLst/>
                <a:gdLst>
                  <a:gd name="T0" fmla="*/ 5 w 16"/>
                  <a:gd name="T1" fmla="*/ 0 h 19"/>
                  <a:gd name="T2" fmla="*/ 4 w 16"/>
                  <a:gd name="T3" fmla="*/ 21 h 19"/>
                  <a:gd name="T4" fmla="*/ 19 w 16"/>
                  <a:gd name="T5" fmla="*/ 2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19">
                    <a:moveTo>
                      <a:pt x="5" y="0"/>
                    </a:moveTo>
                    <a:cubicBezTo>
                      <a:pt x="3" y="3"/>
                      <a:pt x="0" y="12"/>
                      <a:pt x="4" y="15"/>
                    </a:cubicBezTo>
                    <a:cubicBezTo>
                      <a:pt x="10" y="19"/>
                      <a:pt x="14" y="6"/>
                      <a:pt x="16" y="2"/>
                    </a:cubicBezTo>
                  </a:path>
                </a:pathLst>
              </a:custGeom>
              <a:noFill/>
              <a:ln w="6350" cap="flat">
                <a:solidFill>
                  <a:srgbClr val="AA604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470" name="Freeform 555">
                <a:extLst>
                  <a:ext uri="{FF2B5EF4-FFF2-40B4-BE49-F238E27FC236}">
                    <a16:creationId xmlns:a16="http://schemas.microsoft.com/office/drawing/2014/main" id="{19F0F5D9-BF80-4BE1-87C9-B8CCE325A7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1" y="2003"/>
                <a:ext cx="8" cy="26"/>
              </a:xfrm>
              <a:custGeom>
                <a:avLst/>
                <a:gdLst>
                  <a:gd name="T0" fmla="*/ 10 w 7"/>
                  <a:gd name="T1" fmla="*/ 0 h 25"/>
                  <a:gd name="T2" fmla="*/ 0 w 7"/>
                  <a:gd name="T3" fmla="*/ 28 h 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25">
                    <a:moveTo>
                      <a:pt x="7" y="0"/>
                    </a:moveTo>
                    <a:cubicBezTo>
                      <a:pt x="7" y="8"/>
                      <a:pt x="4" y="17"/>
                      <a:pt x="0" y="25"/>
                    </a:cubicBezTo>
                  </a:path>
                </a:pathLst>
              </a:custGeom>
              <a:noFill/>
              <a:ln w="6350" cap="flat">
                <a:solidFill>
                  <a:srgbClr val="AA604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471" name="Freeform 556">
                <a:extLst>
                  <a:ext uri="{FF2B5EF4-FFF2-40B4-BE49-F238E27FC236}">
                    <a16:creationId xmlns:a16="http://schemas.microsoft.com/office/drawing/2014/main" id="{CEC14D06-D194-4A22-A4DC-27094B6103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3" y="1978"/>
                <a:ext cx="30" cy="32"/>
              </a:xfrm>
              <a:custGeom>
                <a:avLst/>
                <a:gdLst>
                  <a:gd name="T0" fmla="*/ 16 w 28"/>
                  <a:gd name="T1" fmla="*/ 0 h 30"/>
                  <a:gd name="T2" fmla="*/ 21 w 28"/>
                  <a:gd name="T3" fmla="*/ 25 h 30"/>
                  <a:gd name="T4" fmla="*/ 3 w 28"/>
                  <a:gd name="T5" fmla="*/ 7 h 30"/>
                  <a:gd name="T6" fmla="*/ 11 w 28"/>
                  <a:gd name="T7" fmla="*/ 36 h 3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" h="30">
                    <a:moveTo>
                      <a:pt x="13" y="0"/>
                    </a:moveTo>
                    <a:cubicBezTo>
                      <a:pt x="16" y="3"/>
                      <a:pt x="28" y="20"/>
                      <a:pt x="18" y="21"/>
                    </a:cubicBezTo>
                    <a:cubicBezTo>
                      <a:pt x="11" y="21"/>
                      <a:pt x="11" y="8"/>
                      <a:pt x="3" y="7"/>
                    </a:cubicBezTo>
                    <a:cubicBezTo>
                      <a:pt x="0" y="14"/>
                      <a:pt x="5" y="23"/>
                      <a:pt x="8" y="30"/>
                    </a:cubicBezTo>
                  </a:path>
                </a:pathLst>
              </a:custGeom>
              <a:noFill/>
              <a:ln w="6350" cap="flat">
                <a:solidFill>
                  <a:srgbClr val="AA604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472" name="Freeform 557">
                <a:extLst>
                  <a:ext uri="{FF2B5EF4-FFF2-40B4-BE49-F238E27FC236}">
                    <a16:creationId xmlns:a16="http://schemas.microsoft.com/office/drawing/2014/main" id="{DB7A9892-2CAE-45C0-9888-DB2963F0B8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9" y="2300"/>
                <a:ext cx="18" cy="7"/>
              </a:xfrm>
              <a:custGeom>
                <a:avLst/>
                <a:gdLst>
                  <a:gd name="T0" fmla="*/ 0 w 17"/>
                  <a:gd name="T1" fmla="*/ 9 h 6"/>
                  <a:gd name="T2" fmla="*/ 20 w 17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6">
                    <a:moveTo>
                      <a:pt x="0" y="6"/>
                    </a:moveTo>
                    <a:cubicBezTo>
                      <a:pt x="6" y="3"/>
                      <a:pt x="10" y="1"/>
                      <a:pt x="17" y="0"/>
                    </a:cubicBezTo>
                  </a:path>
                </a:pathLst>
              </a:custGeom>
              <a:noFill/>
              <a:ln w="6350" cap="flat">
                <a:solidFill>
                  <a:srgbClr val="AA604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473" name="Freeform 558">
                <a:extLst>
                  <a:ext uri="{FF2B5EF4-FFF2-40B4-BE49-F238E27FC236}">
                    <a16:creationId xmlns:a16="http://schemas.microsoft.com/office/drawing/2014/main" id="{AD12E743-819B-4F5C-A253-A20D0435E6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4" y="2340"/>
                <a:ext cx="19" cy="31"/>
              </a:xfrm>
              <a:custGeom>
                <a:avLst/>
                <a:gdLst>
                  <a:gd name="T0" fmla="*/ 3 w 18"/>
                  <a:gd name="T1" fmla="*/ 24 h 29"/>
                  <a:gd name="T2" fmla="*/ 6 w 18"/>
                  <a:gd name="T3" fmla="*/ 3 h 29"/>
                  <a:gd name="T4" fmla="*/ 21 w 18"/>
                  <a:gd name="T5" fmla="*/ 35 h 2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29">
                    <a:moveTo>
                      <a:pt x="3" y="20"/>
                    </a:moveTo>
                    <a:cubicBezTo>
                      <a:pt x="1" y="16"/>
                      <a:pt x="0" y="5"/>
                      <a:pt x="6" y="3"/>
                    </a:cubicBezTo>
                    <a:cubicBezTo>
                      <a:pt x="17" y="0"/>
                      <a:pt x="16" y="25"/>
                      <a:pt x="18" y="29"/>
                    </a:cubicBezTo>
                  </a:path>
                </a:pathLst>
              </a:custGeom>
              <a:noFill/>
              <a:ln w="6350" cap="flat">
                <a:solidFill>
                  <a:srgbClr val="AA604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474" name="Freeform 559">
                <a:extLst>
                  <a:ext uri="{FF2B5EF4-FFF2-40B4-BE49-F238E27FC236}">
                    <a16:creationId xmlns:a16="http://schemas.microsoft.com/office/drawing/2014/main" id="{BB7291DF-4479-4EAA-A28F-05153196FA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1" y="2342"/>
                <a:ext cx="4" cy="21"/>
              </a:xfrm>
              <a:custGeom>
                <a:avLst/>
                <a:gdLst>
                  <a:gd name="T0" fmla="*/ 0 w 4"/>
                  <a:gd name="T1" fmla="*/ 0 h 20"/>
                  <a:gd name="T2" fmla="*/ 4 w 4"/>
                  <a:gd name="T3" fmla="*/ 23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0">
                    <a:moveTo>
                      <a:pt x="0" y="0"/>
                    </a:moveTo>
                    <a:cubicBezTo>
                      <a:pt x="3" y="6"/>
                      <a:pt x="2" y="14"/>
                      <a:pt x="4" y="20"/>
                    </a:cubicBezTo>
                  </a:path>
                </a:pathLst>
              </a:custGeom>
              <a:noFill/>
              <a:ln w="6350" cap="flat">
                <a:solidFill>
                  <a:srgbClr val="AA604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475" name="Freeform 560">
                <a:extLst>
                  <a:ext uri="{FF2B5EF4-FFF2-40B4-BE49-F238E27FC236}">
                    <a16:creationId xmlns:a16="http://schemas.microsoft.com/office/drawing/2014/main" id="{4FC6D6C5-831F-40F8-97DF-19A3282AB1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8" y="2371"/>
                <a:ext cx="34" cy="35"/>
              </a:xfrm>
              <a:custGeom>
                <a:avLst/>
                <a:gdLst>
                  <a:gd name="T0" fmla="*/ 31 w 32"/>
                  <a:gd name="T1" fmla="*/ 2 h 33"/>
                  <a:gd name="T2" fmla="*/ 20 w 32"/>
                  <a:gd name="T3" fmla="*/ 21 h 33"/>
                  <a:gd name="T4" fmla="*/ 37 w 32"/>
                  <a:gd name="T5" fmla="*/ 22 h 33"/>
                  <a:gd name="T6" fmla="*/ 19 w 32"/>
                  <a:gd name="T7" fmla="*/ 39 h 3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2" h="33">
                    <a:moveTo>
                      <a:pt x="25" y="2"/>
                    </a:moveTo>
                    <a:cubicBezTo>
                      <a:pt x="11" y="0"/>
                      <a:pt x="0" y="19"/>
                      <a:pt x="17" y="18"/>
                    </a:cubicBezTo>
                    <a:cubicBezTo>
                      <a:pt x="22" y="18"/>
                      <a:pt x="29" y="10"/>
                      <a:pt x="31" y="19"/>
                    </a:cubicBezTo>
                    <a:cubicBezTo>
                      <a:pt x="32" y="25"/>
                      <a:pt x="20" y="31"/>
                      <a:pt x="16" y="33"/>
                    </a:cubicBezTo>
                  </a:path>
                </a:pathLst>
              </a:custGeom>
              <a:noFill/>
              <a:ln w="6350" cap="flat">
                <a:solidFill>
                  <a:srgbClr val="AA604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476" name="Freeform 561">
                <a:extLst>
                  <a:ext uri="{FF2B5EF4-FFF2-40B4-BE49-F238E27FC236}">
                    <a16:creationId xmlns:a16="http://schemas.microsoft.com/office/drawing/2014/main" id="{97718074-C241-4B96-9CE0-03EBD50ED3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0" y="2475"/>
                <a:ext cx="17" cy="37"/>
              </a:xfrm>
              <a:custGeom>
                <a:avLst/>
                <a:gdLst>
                  <a:gd name="T0" fmla="*/ 19 w 16"/>
                  <a:gd name="T1" fmla="*/ 0 h 35"/>
                  <a:gd name="T2" fmla="*/ 0 w 16"/>
                  <a:gd name="T3" fmla="*/ 41 h 3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35">
                    <a:moveTo>
                      <a:pt x="16" y="0"/>
                    </a:moveTo>
                    <a:cubicBezTo>
                      <a:pt x="11" y="11"/>
                      <a:pt x="7" y="25"/>
                      <a:pt x="0" y="35"/>
                    </a:cubicBezTo>
                  </a:path>
                </a:pathLst>
              </a:custGeom>
              <a:noFill/>
              <a:ln w="6350" cap="flat">
                <a:solidFill>
                  <a:srgbClr val="AA604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477" name="Freeform 562">
                <a:extLst>
                  <a:ext uri="{FF2B5EF4-FFF2-40B4-BE49-F238E27FC236}">
                    <a16:creationId xmlns:a16="http://schemas.microsoft.com/office/drawing/2014/main" id="{E11AF42B-C0EC-4BFD-9007-6A1BDF134C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0" y="2529"/>
                <a:ext cx="11" cy="20"/>
              </a:xfrm>
              <a:custGeom>
                <a:avLst/>
                <a:gdLst>
                  <a:gd name="T0" fmla="*/ 13 w 10"/>
                  <a:gd name="T1" fmla="*/ 0 h 18"/>
                  <a:gd name="T2" fmla="*/ 0 w 10"/>
                  <a:gd name="T3" fmla="*/ 24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18">
                    <a:moveTo>
                      <a:pt x="10" y="0"/>
                    </a:moveTo>
                    <a:cubicBezTo>
                      <a:pt x="1" y="1"/>
                      <a:pt x="0" y="10"/>
                      <a:pt x="0" y="18"/>
                    </a:cubicBezTo>
                  </a:path>
                </a:pathLst>
              </a:custGeom>
              <a:noFill/>
              <a:ln w="6350" cap="flat">
                <a:solidFill>
                  <a:srgbClr val="AA604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478" name="Freeform 563">
                <a:extLst>
                  <a:ext uri="{FF2B5EF4-FFF2-40B4-BE49-F238E27FC236}">
                    <a16:creationId xmlns:a16="http://schemas.microsoft.com/office/drawing/2014/main" id="{3D1E79C5-9406-42D5-B59D-090B7046E5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5" y="2516"/>
                <a:ext cx="6" cy="12"/>
              </a:xfrm>
              <a:custGeom>
                <a:avLst/>
                <a:gdLst>
                  <a:gd name="T0" fmla="*/ 0 w 5"/>
                  <a:gd name="T1" fmla="*/ 0 h 12"/>
                  <a:gd name="T2" fmla="*/ 8 w 5"/>
                  <a:gd name="T3" fmla="*/ 12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2">
                    <a:moveTo>
                      <a:pt x="0" y="0"/>
                    </a:moveTo>
                    <a:cubicBezTo>
                      <a:pt x="1" y="4"/>
                      <a:pt x="3" y="8"/>
                      <a:pt x="5" y="12"/>
                    </a:cubicBezTo>
                  </a:path>
                </a:pathLst>
              </a:custGeom>
              <a:noFill/>
              <a:ln w="6350" cap="flat">
                <a:solidFill>
                  <a:srgbClr val="AA604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479" name="Freeform 564">
                <a:extLst>
                  <a:ext uri="{FF2B5EF4-FFF2-40B4-BE49-F238E27FC236}">
                    <a16:creationId xmlns:a16="http://schemas.microsoft.com/office/drawing/2014/main" id="{4330257F-806B-40F5-A8AC-1A6D7A8411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5" y="2761"/>
                <a:ext cx="24" cy="28"/>
              </a:xfrm>
              <a:custGeom>
                <a:avLst/>
                <a:gdLst>
                  <a:gd name="T0" fmla="*/ 19 w 22"/>
                  <a:gd name="T1" fmla="*/ 0 h 26"/>
                  <a:gd name="T2" fmla="*/ 28 w 22"/>
                  <a:gd name="T3" fmla="*/ 5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26">
                    <a:moveTo>
                      <a:pt x="15" y="0"/>
                    </a:moveTo>
                    <a:cubicBezTo>
                      <a:pt x="0" y="7"/>
                      <a:pt x="17" y="26"/>
                      <a:pt x="22" y="5"/>
                    </a:cubicBezTo>
                  </a:path>
                </a:pathLst>
              </a:custGeom>
              <a:noFill/>
              <a:ln w="6350" cap="flat">
                <a:solidFill>
                  <a:srgbClr val="AA604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480" name="Freeform 565">
                <a:extLst>
                  <a:ext uri="{FF2B5EF4-FFF2-40B4-BE49-F238E27FC236}">
                    <a16:creationId xmlns:a16="http://schemas.microsoft.com/office/drawing/2014/main" id="{F9E4FD3F-89C4-4156-A1AE-72A3C51B0B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6" y="2758"/>
                <a:ext cx="25" cy="23"/>
              </a:xfrm>
              <a:custGeom>
                <a:avLst/>
                <a:gdLst>
                  <a:gd name="T0" fmla="*/ 13 w 23"/>
                  <a:gd name="T1" fmla="*/ 25 h 22"/>
                  <a:gd name="T2" fmla="*/ 4 w 23"/>
                  <a:gd name="T3" fmla="*/ 5 h 22"/>
                  <a:gd name="T4" fmla="*/ 28 w 23"/>
                  <a:gd name="T5" fmla="*/ 25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22">
                    <a:moveTo>
                      <a:pt x="10" y="22"/>
                    </a:moveTo>
                    <a:cubicBezTo>
                      <a:pt x="6" y="20"/>
                      <a:pt x="0" y="9"/>
                      <a:pt x="4" y="5"/>
                    </a:cubicBezTo>
                    <a:cubicBezTo>
                      <a:pt x="10" y="0"/>
                      <a:pt x="23" y="18"/>
                      <a:pt x="22" y="22"/>
                    </a:cubicBezTo>
                  </a:path>
                </a:pathLst>
              </a:custGeom>
              <a:noFill/>
              <a:ln w="6350" cap="flat">
                <a:solidFill>
                  <a:srgbClr val="AA604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481" name="Freeform 566">
                <a:extLst>
                  <a:ext uri="{FF2B5EF4-FFF2-40B4-BE49-F238E27FC236}">
                    <a16:creationId xmlns:a16="http://schemas.microsoft.com/office/drawing/2014/main" id="{0C8525CC-A77D-4930-8261-6E6289726E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0" y="3075"/>
                <a:ext cx="26" cy="42"/>
              </a:xfrm>
              <a:custGeom>
                <a:avLst/>
                <a:gdLst>
                  <a:gd name="T0" fmla="*/ 10 w 24"/>
                  <a:gd name="T1" fmla="*/ 4 h 39"/>
                  <a:gd name="T2" fmla="*/ 0 w 24"/>
                  <a:gd name="T3" fmla="*/ 22 h 39"/>
                  <a:gd name="T4" fmla="*/ 14 w 24"/>
                  <a:gd name="T5" fmla="*/ 20 h 39"/>
                  <a:gd name="T6" fmla="*/ 27 w 24"/>
                  <a:gd name="T7" fmla="*/ 48 h 3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" h="39">
                    <a:moveTo>
                      <a:pt x="7" y="4"/>
                    </a:moveTo>
                    <a:cubicBezTo>
                      <a:pt x="3" y="7"/>
                      <a:pt x="0" y="13"/>
                      <a:pt x="0" y="18"/>
                    </a:cubicBezTo>
                    <a:cubicBezTo>
                      <a:pt x="2" y="32"/>
                      <a:pt x="7" y="22"/>
                      <a:pt x="11" y="17"/>
                    </a:cubicBezTo>
                    <a:cubicBezTo>
                      <a:pt x="24" y="0"/>
                      <a:pt x="24" y="30"/>
                      <a:pt x="21" y="39"/>
                    </a:cubicBezTo>
                  </a:path>
                </a:pathLst>
              </a:custGeom>
              <a:noFill/>
              <a:ln w="6350" cap="flat">
                <a:solidFill>
                  <a:srgbClr val="AA604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482" name="Freeform 567">
                <a:extLst>
                  <a:ext uri="{FF2B5EF4-FFF2-40B4-BE49-F238E27FC236}">
                    <a16:creationId xmlns:a16="http://schemas.microsoft.com/office/drawing/2014/main" id="{A673398F-6247-4130-AA05-0C56D1BA22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2" y="3092"/>
                <a:ext cx="7" cy="28"/>
              </a:xfrm>
              <a:custGeom>
                <a:avLst/>
                <a:gdLst>
                  <a:gd name="T0" fmla="*/ 0 w 7"/>
                  <a:gd name="T1" fmla="*/ 0 h 26"/>
                  <a:gd name="T2" fmla="*/ 7 w 7"/>
                  <a:gd name="T3" fmla="*/ 32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26">
                    <a:moveTo>
                      <a:pt x="0" y="0"/>
                    </a:moveTo>
                    <a:cubicBezTo>
                      <a:pt x="4" y="8"/>
                      <a:pt x="7" y="17"/>
                      <a:pt x="7" y="26"/>
                    </a:cubicBezTo>
                  </a:path>
                </a:pathLst>
              </a:custGeom>
              <a:noFill/>
              <a:ln w="6350" cap="flat">
                <a:solidFill>
                  <a:srgbClr val="AA604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483" name="Freeform 568">
                <a:extLst>
                  <a:ext uri="{FF2B5EF4-FFF2-40B4-BE49-F238E27FC236}">
                    <a16:creationId xmlns:a16="http://schemas.microsoft.com/office/drawing/2014/main" id="{35313A52-1999-4D9F-B259-13927E49F4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5" y="3074"/>
                <a:ext cx="13" cy="22"/>
              </a:xfrm>
              <a:custGeom>
                <a:avLst/>
                <a:gdLst>
                  <a:gd name="T0" fmla="*/ 0 w 13"/>
                  <a:gd name="T1" fmla="*/ 26 h 20"/>
                  <a:gd name="T2" fmla="*/ 13 w 13"/>
                  <a:gd name="T3" fmla="*/ 0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20">
                    <a:moveTo>
                      <a:pt x="0" y="20"/>
                    </a:moveTo>
                    <a:cubicBezTo>
                      <a:pt x="1" y="13"/>
                      <a:pt x="11" y="8"/>
                      <a:pt x="13" y="0"/>
                    </a:cubicBezTo>
                  </a:path>
                </a:pathLst>
              </a:custGeom>
              <a:noFill/>
              <a:ln w="6350" cap="flat">
                <a:solidFill>
                  <a:srgbClr val="AA604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484" name="Freeform 569">
                <a:extLst>
                  <a:ext uri="{FF2B5EF4-FFF2-40B4-BE49-F238E27FC236}">
                    <a16:creationId xmlns:a16="http://schemas.microsoft.com/office/drawing/2014/main" id="{B3310B31-BA8D-4B83-AA4B-8FA6B8B3B3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1" y="3129"/>
                <a:ext cx="4" cy="35"/>
              </a:xfrm>
              <a:custGeom>
                <a:avLst/>
                <a:gdLst>
                  <a:gd name="T0" fmla="*/ 2 w 4"/>
                  <a:gd name="T1" fmla="*/ 0 h 33"/>
                  <a:gd name="T2" fmla="*/ 0 w 4"/>
                  <a:gd name="T3" fmla="*/ 39 h 3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33">
                    <a:moveTo>
                      <a:pt x="2" y="0"/>
                    </a:moveTo>
                    <a:cubicBezTo>
                      <a:pt x="4" y="9"/>
                      <a:pt x="0" y="22"/>
                      <a:pt x="0" y="33"/>
                    </a:cubicBezTo>
                  </a:path>
                </a:pathLst>
              </a:custGeom>
              <a:noFill/>
              <a:ln w="6350" cap="flat">
                <a:solidFill>
                  <a:srgbClr val="AA604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485" name="Freeform 570">
                <a:extLst>
                  <a:ext uri="{FF2B5EF4-FFF2-40B4-BE49-F238E27FC236}">
                    <a16:creationId xmlns:a16="http://schemas.microsoft.com/office/drawing/2014/main" id="{7495BB99-6B3E-407E-A7A5-B8B83184B0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0" y="3005"/>
                <a:ext cx="29" cy="30"/>
              </a:xfrm>
              <a:custGeom>
                <a:avLst/>
                <a:gdLst>
                  <a:gd name="T0" fmla="*/ 4 w 27"/>
                  <a:gd name="T1" fmla="*/ 32 h 28"/>
                  <a:gd name="T2" fmla="*/ 32 w 27"/>
                  <a:gd name="T3" fmla="*/ 16 h 28"/>
                  <a:gd name="T4" fmla="*/ 0 w 27"/>
                  <a:gd name="T5" fmla="*/ 17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7" h="28">
                    <a:moveTo>
                      <a:pt x="4" y="26"/>
                    </a:moveTo>
                    <a:cubicBezTo>
                      <a:pt x="10" y="28"/>
                      <a:pt x="27" y="22"/>
                      <a:pt x="26" y="13"/>
                    </a:cubicBezTo>
                    <a:cubicBezTo>
                      <a:pt x="23" y="0"/>
                      <a:pt x="6" y="13"/>
                      <a:pt x="0" y="14"/>
                    </a:cubicBezTo>
                  </a:path>
                </a:pathLst>
              </a:custGeom>
              <a:noFill/>
              <a:ln w="6350" cap="flat">
                <a:solidFill>
                  <a:srgbClr val="AA604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486" name="Freeform 571">
                <a:extLst>
                  <a:ext uri="{FF2B5EF4-FFF2-40B4-BE49-F238E27FC236}">
                    <a16:creationId xmlns:a16="http://schemas.microsoft.com/office/drawing/2014/main" id="{40634EC2-9FC6-4966-95BD-2161D6A617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8" y="3092"/>
                <a:ext cx="26" cy="26"/>
              </a:xfrm>
              <a:custGeom>
                <a:avLst/>
                <a:gdLst>
                  <a:gd name="T0" fmla="*/ 0 w 24"/>
                  <a:gd name="T1" fmla="*/ 22 h 24"/>
                  <a:gd name="T2" fmla="*/ 16 w 24"/>
                  <a:gd name="T3" fmla="*/ 17 h 24"/>
                  <a:gd name="T4" fmla="*/ 20 w 24"/>
                  <a:gd name="T5" fmla="*/ 30 h 24"/>
                  <a:gd name="T6" fmla="*/ 30 w 24"/>
                  <a:gd name="T7" fmla="*/ 13 h 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" h="24">
                    <a:moveTo>
                      <a:pt x="0" y="17"/>
                    </a:moveTo>
                    <a:cubicBezTo>
                      <a:pt x="3" y="8"/>
                      <a:pt x="12" y="0"/>
                      <a:pt x="13" y="14"/>
                    </a:cubicBezTo>
                    <a:cubicBezTo>
                      <a:pt x="14" y="18"/>
                      <a:pt x="11" y="24"/>
                      <a:pt x="16" y="24"/>
                    </a:cubicBezTo>
                    <a:cubicBezTo>
                      <a:pt x="22" y="23"/>
                      <a:pt x="23" y="13"/>
                      <a:pt x="24" y="10"/>
                    </a:cubicBezTo>
                  </a:path>
                </a:pathLst>
              </a:custGeom>
              <a:noFill/>
              <a:ln w="6350" cap="flat">
                <a:solidFill>
                  <a:srgbClr val="AA604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487" name="Freeform 572">
                <a:extLst>
                  <a:ext uri="{FF2B5EF4-FFF2-40B4-BE49-F238E27FC236}">
                    <a16:creationId xmlns:a16="http://schemas.microsoft.com/office/drawing/2014/main" id="{5B058BEC-3BC4-429B-9F43-BF02902EDF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7" y="3093"/>
                <a:ext cx="21" cy="74"/>
              </a:xfrm>
              <a:custGeom>
                <a:avLst/>
                <a:gdLst>
                  <a:gd name="T0" fmla="*/ 0 w 20"/>
                  <a:gd name="T1" fmla="*/ 0 h 69"/>
                  <a:gd name="T2" fmla="*/ 22 w 20"/>
                  <a:gd name="T3" fmla="*/ 85 h 6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69">
                    <a:moveTo>
                      <a:pt x="0" y="0"/>
                    </a:moveTo>
                    <a:cubicBezTo>
                      <a:pt x="20" y="16"/>
                      <a:pt x="19" y="47"/>
                      <a:pt x="19" y="69"/>
                    </a:cubicBezTo>
                  </a:path>
                </a:pathLst>
              </a:custGeom>
              <a:noFill/>
              <a:ln w="6350" cap="flat">
                <a:solidFill>
                  <a:srgbClr val="AA604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488" name="Freeform 573">
                <a:extLst>
                  <a:ext uri="{FF2B5EF4-FFF2-40B4-BE49-F238E27FC236}">
                    <a16:creationId xmlns:a16="http://schemas.microsoft.com/office/drawing/2014/main" id="{4ED8864C-6761-4C09-B6D6-6367C4616F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1" y="3079"/>
                <a:ext cx="8" cy="22"/>
              </a:xfrm>
              <a:custGeom>
                <a:avLst/>
                <a:gdLst>
                  <a:gd name="T0" fmla="*/ 0 w 7"/>
                  <a:gd name="T1" fmla="*/ 0 h 21"/>
                  <a:gd name="T2" fmla="*/ 10 w 7"/>
                  <a:gd name="T3" fmla="*/ 24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21">
                    <a:moveTo>
                      <a:pt x="0" y="0"/>
                    </a:moveTo>
                    <a:cubicBezTo>
                      <a:pt x="1" y="7"/>
                      <a:pt x="4" y="15"/>
                      <a:pt x="7" y="21"/>
                    </a:cubicBezTo>
                  </a:path>
                </a:pathLst>
              </a:custGeom>
              <a:noFill/>
              <a:ln w="6350" cap="flat">
                <a:solidFill>
                  <a:srgbClr val="AA604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489" name="Freeform 574">
                <a:extLst>
                  <a:ext uri="{FF2B5EF4-FFF2-40B4-BE49-F238E27FC236}">
                    <a16:creationId xmlns:a16="http://schemas.microsoft.com/office/drawing/2014/main" id="{B847EF3B-6973-4A66-ADB1-6E7AB4FAD8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6" y="3015"/>
                <a:ext cx="29" cy="22"/>
              </a:xfrm>
              <a:custGeom>
                <a:avLst/>
                <a:gdLst>
                  <a:gd name="T0" fmla="*/ 0 w 27"/>
                  <a:gd name="T1" fmla="*/ 14 h 21"/>
                  <a:gd name="T2" fmla="*/ 18 w 27"/>
                  <a:gd name="T3" fmla="*/ 23 h 21"/>
                  <a:gd name="T4" fmla="*/ 0 w 27"/>
                  <a:gd name="T5" fmla="*/ 0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7" h="21">
                    <a:moveTo>
                      <a:pt x="0" y="11"/>
                    </a:moveTo>
                    <a:cubicBezTo>
                      <a:pt x="0" y="15"/>
                      <a:pt x="11" y="21"/>
                      <a:pt x="15" y="20"/>
                    </a:cubicBezTo>
                    <a:cubicBezTo>
                      <a:pt x="27" y="15"/>
                      <a:pt x="4" y="2"/>
                      <a:pt x="0" y="0"/>
                    </a:cubicBezTo>
                  </a:path>
                </a:pathLst>
              </a:custGeom>
              <a:noFill/>
              <a:ln w="6350" cap="flat">
                <a:solidFill>
                  <a:srgbClr val="AA604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490" name="Freeform 575">
                <a:extLst>
                  <a:ext uri="{FF2B5EF4-FFF2-40B4-BE49-F238E27FC236}">
                    <a16:creationId xmlns:a16="http://schemas.microsoft.com/office/drawing/2014/main" id="{401819C8-0DBB-421B-9598-CE35B43C19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6" y="3669"/>
                <a:ext cx="17" cy="38"/>
              </a:xfrm>
              <a:custGeom>
                <a:avLst/>
                <a:gdLst>
                  <a:gd name="T0" fmla="*/ 0 w 16"/>
                  <a:gd name="T1" fmla="*/ 0 h 35"/>
                  <a:gd name="T2" fmla="*/ 19 w 16"/>
                  <a:gd name="T3" fmla="*/ 45 h 3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35">
                    <a:moveTo>
                      <a:pt x="0" y="0"/>
                    </a:moveTo>
                    <a:cubicBezTo>
                      <a:pt x="8" y="10"/>
                      <a:pt x="16" y="21"/>
                      <a:pt x="16" y="35"/>
                    </a:cubicBezTo>
                  </a:path>
                </a:pathLst>
              </a:custGeom>
              <a:noFill/>
              <a:ln w="6350" cap="flat">
                <a:solidFill>
                  <a:srgbClr val="AA604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491" name="Freeform 576">
                <a:extLst>
                  <a:ext uri="{FF2B5EF4-FFF2-40B4-BE49-F238E27FC236}">
                    <a16:creationId xmlns:a16="http://schemas.microsoft.com/office/drawing/2014/main" id="{986107D2-443D-42F5-A472-03FA86DE01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9" y="3678"/>
                <a:ext cx="12" cy="29"/>
              </a:xfrm>
              <a:custGeom>
                <a:avLst/>
                <a:gdLst>
                  <a:gd name="T0" fmla="*/ 14 w 11"/>
                  <a:gd name="T1" fmla="*/ 0 h 27"/>
                  <a:gd name="T2" fmla="*/ 0 w 11"/>
                  <a:gd name="T3" fmla="*/ 33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27">
                    <a:moveTo>
                      <a:pt x="11" y="0"/>
                    </a:moveTo>
                    <a:cubicBezTo>
                      <a:pt x="8" y="9"/>
                      <a:pt x="4" y="18"/>
                      <a:pt x="0" y="27"/>
                    </a:cubicBezTo>
                  </a:path>
                </a:pathLst>
              </a:custGeom>
              <a:noFill/>
              <a:ln w="6350" cap="flat">
                <a:solidFill>
                  <a:srgbClr val="AA604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492" name="Freeform 577">
                <a:extLst>
                  <a:ext uri="{FF2B5EF4-FFF2-40B4-BE49-F238E27FC236}">
                    <a16:creationId xmlns:a16="http://schemas.microsoft.com/office/drawing/2014/main" id="{D0C239F7-0D18-42A1-A5A3-35231EEE8A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1" y="3772"/>
                <a:ext cx="25" cy="39"/>
              </a:xfrm>
              <a:custGeom>
                <a:avLst/>
                <a:gdLst>
                  <a:gd name="T0" fmla="*/ 0 w 24"/>
                  <a:gd name="T1" fmla="*/ 14 h 37"/>
                  <a:gd name="T2" fmla="*/ 5 w 24"/>
                  <a:gd name="T3" fmla="*/ 40 h 37"/>
                  <a:gd name="T4" fmla="*/ 21 w 24"/>
                  <a:gd name="T5" fmla="*/ 0 h 3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37">
                    <a:moveTo>
                      <a:pt x="0" y="11"/>
                    </a:moveTo>
                    <a:cubicBezTo>
                      <a:pt x="1" y="19"/>
                      <a:pt x="4" y="26"/>
                      <a:pt x="5" y="34"/>
                    </a:cubicBezTo>
                    <a:cubicBezTo>
                      <a:pt x="24" y="37"/>
                      <a:pt x="19" y="14"/>
                      <a:pt x="18" y="0"/>
                    </a:cubicBezTo>
                  </a:path>
                </a:pathLst>
              </a:custGeom>
              <a:noFill/>
              <a:ln w="6350" cap="flat">
                <a:solidFill>
                  <a:srgbClr val="AA604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493" name="Freeform 578">
                <a:extLst>
                  <a:ext uri="{FF2B5EF4-FFF2-40B4-BE49-F238E27FC236}">
                    <a16:creationId xmlns:a16="http://schemas.microsoft.com/office/drawing/2014/main" id="{1DAFEE83-7A72-43A7-8EFA-9CF7159ABA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1" y="3777"/>
                <a:ext cx="33" cy="44"/>
              </a:xfrm>
              <a:custGeom>
                <a:avLst/>
                <a:gdLst>
                  <a:gd name="T0" fmla="*/ 3 w 31"/>
                  <a:gd name="T1" fmla="*/ 0 h 41"/>
                  <a:gd name="T2" fmla="*/ 16 w 31"/>
                  <a:gd name="T3" fmla="*/ 46 h 41"/>
                  <a:gd name="T4" fmla="*/ 30 w 31"/>
                  <a:gd name="T5" fmla="*/ 0 h 4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1" h="41">
                    <a:moveTo>
                      <a:pt x="3" y="0"/>
                    </a:moveTo>
                    <a:cubicBezTo>
                      <a:pt x="2" y="11"/>
                      <a:pt x="0" y="34"/>
                      <a:pt x="13" y="37"/>
                    </a:cubicBezTo>
                    <a:cubicBezTo>
                      <a:pt x="31" y="41"/>
                      <a:pt x="24" y="11"/>
                      <a:pt x="24" y="0"/>
                    </a:cubicBezTo>
                  </a:path>
                </a:pathLst>
              </a:custGeom>
              <a:noFill/>
              <a:ln w="6350" cap="flat">
                <a:solidFill>
                  <a:srgbClr val="AA604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494" name="Freeform 579">
                <a:extLst>
                  <a:ext uri="{FF2B5EF4-FFF2-40B4-BE49-F238E27FC236}">
                    <a16:creationId xmlns:a16="http://schemas.microsoft.com/office/drawing/2014/main" id="{A169F501-8281-4B5E-905C-1D12034ED0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1" y="3959"/>
                <a:ext cx="21" cy="8"/>
              </a:xfrm>
              <a:custGeom>
                <a:avLst/>
                <a:gdLst>
                  <a:gd name="T0" fmla="*/ 0 w 20"/>
                  <a:gd name="T1" fmla="*/ 10 h 7"/>
                  <a:gd name="T2" fmla="*/ 15 w 20"/>
                  <a:gd name="T3" fmla="*/ 1 h 7"/>
                  <a:gd name="T4" fmla="*/ 23 w 20"/>
                  <a:gd name="T5" fmla="*/ 2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7">
                    <a:moveTo>
                      <a:pt x="0" y="7"/>
                    </a:moveTo>
                    <a:cubicBezTo>
                      <a:pt x="4" y="7"/>
                      <a:pt x="7" y="2"/>
                      <a:pt x="12" y="1"/>
                    </a:cubicBezTo>
                    <a:cubicBezTo>
                      <a:pt x="14" y="1"/>
                      <a:pt x="19" y="0"/>
                      <a:pt x="20" y="2"/>
                    </a:cubicBezTo>
                  </a:path>
                </a:pathLst>
              </a:custGeom>
              <a:noFill/>
              <a:ln w="6350" cap="flat">
                <a:solidFill>
                  <a:srgbClr val="AA604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495" name="Freeform 580">
                <a:extLst>
                  <a:ext uri="{FF2B5EF4-FFF2-40B4-BE49-F238E27FC236}">
                    <a16:creationId xmlns:a16="http://schemas.microsoft.com/office/drawing/2014/main" id="{29B1C808-F78E-425F-B5BF-3AF81711BD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0" y="3962"/>
                <a:ext cx="10" cy="7"/>
              </a:xfrm>
              <a:custGeom>
                <a:avLst/>
                <a:gdLst>
                  <a:gd name="T0" fmla="*/ 0 w 10"/>
                  <a:gd name="T1" fmla="*/ 0 h 6"/>
                  <a:gd name="T2" fmla="*/ 10 w 10"/>
                  <a:gd name="T3" fmla="*/ 9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6">
                    <a:moveTo>
                      <a:pt x="0" y="0"/>
                    </a:moveTo>
                    <a:cubicBezTo>
                      <a:pt x="4" y="1"/>
                      <a:pt x="7" y="4"/>
                      <a:pt x="10" y="6"/>
                    </a:cubicBezTo>
                  </a:path>
                </a:pathLst>
              </a:custGeom>
              <a:noFill/>
              <a:ln w="6350" cap="flat">
                <a:solidFill>
                  <a:srgbClr val="AA604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496" name="Freeform 581">
                <a:extLst>
                  <a:ext uri="{FF2B5EF4-FFF2-40B4-BE49-F238E27FC236}">
                    <a16:creationId xmlns:a16="http://schemas.microsoft.com/office/drawing/2014/main" id="{5120D54B-BE63-4282-ACC7-954CF8A63A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5" y="3946"/>
                <a:ext cx="14" cy="12"/>
              </a:xfrm>
              <a:custGeom>
                <a:avLst/>
                <a:gdLst>
                  <a:gd name="T0" fmla="*/ 6 w 13"/>
                  <a:gd name="T1" fmla="*/ 14 h 11"/>
                  <a:gd name="T2" fmla="*/ 2 w 13"/>
                  <a:gd name="T3" fmla="*/ 3 h 11"/>
                  <a:gd name="T4" fmla="*/ 16 w 13"/>
                  <a:gd name="T5" fmla="*/ 10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1">
                    <a:moveTo>
                      <a:pt x="6" y="11"/>
                    </a:moveTo>
                    <a:cubicBezTo>
                      <a:pt x="4" y="10"/>
                      <a:pt x="0" y="5"/>
                      <a:pt x="2" y="3"/>
                    </a:cubicBezTo>
                    <a:cubicBezTo>
                      <a:pt x="4" y="0"/>
                      <a:pt x="11" y="6"/>
                      <a:pt x="13" y="7"/>
                    </a:cubicBezTo>
                  </a:path>
                </a:pathLst>
              </a:custGeom>
              <a:noFill/>
              <a:ln w="6350" cap="flat">
                <a:solidFill>
                  <a:srgbClr val="AA604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497" name="Freeform 582">
                <a:extLst>
                  <a:ext uri="{FF2B5EF4-FFF2-40B4-BE49-F238E27FC236}">
                    <a16:creationId xmlns:a16="http://schemas.microsoft.com/office/drawing/2014/main" id="{03A81509-078B-49F3-A31A-90B88682FE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7" y="3957"/>
                <a:ext cx="26" cy="12"/>
              </a:xfrm>
              <a:custGeom>
                <a:avLst/>
                <a:gdLst>
                  <a:gd name="T0" fmla="*/ 0 w 24"/>
                  <a:gd name="T1" fmla="*/ 2 h 11"/>
                  <a:gd name="T2" fmla="*/ 30 w 24"/>
                  <a:gd name="T3" fmla="*/ 14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11">
                    <a:moveTo>
                      <a:pt x="0" y="2"/>
                    </a:moveTo>
                    <a:cubicBezTo>
                      <a:pt x="8" y="0"/>
                      <a:pt x="18" y="6"/>
                      <a:pt x="24" y="11"/>
                    </a:cubicBezTo>
                  </a:path>
                </a:pathLst>
              </a:custGeom>
              <a:noFill/>
              <a:ln w="6350" cap="flat">
                <a:solidFill>
                  <a:srgbClr val="AA604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498" name="Freeform 583">
                <a:extLst>
                  <a:ext uri="{FF2B5EF4-FFF2-40B4-BE49-F238E27FC236}">
                    <a16:creationId xmlns:a16="http://schemas.microsoft.com/office/drawing/2014/main" id="{2A75831C-74F1-42F0-BE9B-CA52EE9009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4" y="3962"/>
                <a:ext cx="7" cy="5"/>
              </a:xfrm>
              <a:custGeom>
                <a:avLst/>
                <a:gdLst>
                  <a:gd name="T0" fmla="*/ 0 w 7"/>
                  <a:gd name="T1" fmla="*/ 8 h 4"/>
                  <a:gd name="T2" fmla="*/ 7 w 7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4">
                    <a:moveTo>
                      <a:pt x="0" y="4"/>
                    </a:moveTo>
                    <a:cubicBezTo>
                      <a:pt x="3" y="3"/>
                      <a:pt x="6" y="2"/>
                      <a:pt x="7" y="0"/>
                    </a:cubicBezTo>
                  </a:path>
                </a:pathLst>
              </a:custGeom>
              <a:noFill/>
              <a:ln w="6350" cap="flat">
                <a:solidFill>
                  <a:srgbClr val="AA604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499" name="Freeform 584">
                <a:extLst>
                  <a:ext uri="{FF2B5EF4-FFF2-40B4-BE49-F238E27FC236}">
                    <a16:creationId xmlns:a16="http://schemas.microsoft.com/office/drawing/2014/main" id="{BCB60015-15F0-4CFB-A137-81F79ACC1D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4" y="3943"/>
                <a:ext cx="14" cy="20"/>
              </a:xfrm>
              <a:custGeom>
                <a:avLst/>
                <a:gdLst>
                  <a:gd name="T0" fmla="*/ 0 w 13"/>
                  <a:gd name="T1" fmla="*/ 9 h 19"/>
                  <a:gd name="T2" fmla="*/ 13 w 13"/>
                  <a:gd name="T3" fmla="*/ 4 h 19"/>
                  <a:gd name="T4" fmla="*/ 10 w 13"/>
                  <a:gd name="T5" fmla="*/ 22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9">
                    <a:moveTo>
                      <a:pt x="0" y="9"/>
                    </a:moveTo>
                    <a:cubicBezTo>
                      <a:pt x="2" y="9"/>
                      <a:pt x="5" y="0"/>
                      <a:pt x="10" y="4"/>
                    </a:cubicBezTo>
                    <a:cubicBezTo>
                      <a:pt x="13" y="7"/>
                      <a:pt x="8" y="15"/>
                      <a:pt x="7" y="19"/>
                    </a:cubicBezTo>
                  </a:path>
                </a:pathLst>
              </a:custGeom>
              <a:noFill/>
              <a:ln w="6350" cap="flat">
                <a:solidFill>
                  <a:srgbClr val="AA604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500" name="Freeform 585">
                <a:extLst>
                  <a:ext uri="{FF2B5EF4-FFF2-40B4-BE49-F238E27FC236}">
                    <a16:creationId xmlns:a16="http://schemas.microsoft.com/office/drawing/2014/main" id="{BA3C6297-2E03-4123-B105-F4AAB5E597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4" y="2366"/>
                <a:ext cx="6" cy="23"/>
              </a:xfrm>
              <a:custGeom>
                <a:avLst/>
                <a:gdLst>
                  <a:gd name="T0" fmla="*/ 0 w 6"/>
                  <a:gd name="T1" fmla="*/ 0 h 21"/>
                  <a:gd name="T2" fmla="*/ 6 w 6"/>
                  <a:gd name="T3" fmla="*/ 27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21">
                    <a:moveTo>
                      <a:pt x="0" y="0"/>
                    </a:moveTo>
                    <a:cubicBezTo>
                      <a:pt x="1" y="7"/>
                      <a:pt x="4" y="14"/>
                      <a:pt x="6" y="21"/>
                    </a:cubicBezTo>
                  </a:path>
                </a:pathLst>
              </a:custGeom>
              <a:noFill/>
              <a:ln w="6350" cap="flat">
                <a:solidFill>
                  <a:srgbClr val="AA604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501" name="Freeform 586">
                <a:extLst>
                  <a:ext uri="{FF2B5EF4-FFF2-40B4-BE49-F238E27FC236}">
                    <a16:creationId xmlns:a16="http://schemas.microsoft.com/office/drawing/2014/main" id="{887E2DB3-E29C-4CF5-90AC-347488774F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2" y="2348"/>
                <a:ext cx="9" cy="24"/>
              </a:xfrm>
              <a:custGeom>
                <a:avLst/>
                <a:gdLst>
                  <a:gd name="T0" fmla="*/ 0 w 9"/>
                  <a:gd name="T1" fmla="*/ 0 h 22"/>
                  <a:gd name="T2" fmla="*/ 9 w 9"/>
                  <a:gd name="T3" fmla="*/ 28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22">
                    <a:moveTo>
                      <a:pt x="0" y="0"/>
                    </a:moveTo>
                    <a:cubicBezTo>
                      <a:pt x="4" y="8"/>
                      <a:pt x="7" y="15"/>
                      <a:pt x="9" y="22"/>
                    </a:cubicBezTo>
                  </a:path>
                </a:pathLst>
              </a:custGeom>
              <a:noFill/>
              <a:ln w="6350" cap="flat">
                <a:solidFill>
                  <a:srgbClr val="AA604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502" name="Freeform 587">
                <a:extLst>
                  <a:ext uri="{FF2B5EF4-FFF2-40B4-BE49-F238E27FC236}">
                    <a16:creationId xmlns:a16="http://schemas.microsoft.com/office/drawing/2014/main" id="{1462A520-CA33-4C4B-8ECD-97F4A063FC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5" y="2180"/>
                <a:ext cx="14" cy="20"/>
              </a:xfrm>
              <a:custGeom>
                <a:avLst/>
                <a:gdLst>
                  <a:gd name="T0" fmla="*/ 4 w 14"/>
                  <a:gd name="T1" fmla="*/ 0 h 19"/>
                  <a:gd name="T2" fmla="*/ 6 w 14"/>
                  <a:gd name="T3" fmla="*/ 20 h 19"/>
                  <a:gd name="T4" fmla="*/ 14 w 14"/>
                  <a:gd name="T5" fmla="*/ 2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9">
                    <a:moveTo>
                      <a:pt x="4" y="0"/>
                    </a:moveTo>
                    <a:cubicBezTo>
                      <a:pt x="2" y="4"/>
                      <a:pt x="0" y="15"/>
                      <a:pt x="6" y="17"/>
                    </a:cubicBezTo>
                    <a:cubicBezTo>
                      <a:pt x="13" y="19"/>
                      <a:pt x="12" y="6"/>
                      <a:pt x="14" y="2"/>
                    </a:cubicBezTo>
                  </a:path>
                </a:pathLst>
              </a:custGeom>
              <a:noFill/>
              <a:ln w="6350" cap="flat">
                <a:solidFill>
                  <a:srgbClr val="AA604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503" name="Freeform 588">
                <a:extLst>
                  <a:ext uri="{FF2B5EF4-FFF2-40B4-BE49-F238E27FC236}">
                    <a16:creationId xmlns:a16="http://schemas.microsoft.com/office/drawing/2014/main" id="{88A6DBCB-0BDB-476F-9DBB-875AD5B414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1" y="1923"/>
                <a:ext cx="39" cy="34"/>
              </a:xfrm>
              <a:custGeom>
                <a:avLst/>
                <a:gdLst>
                  <a:gd name="T0" fmla="*/ 12 w 36"/>
                  <a:gd name="T1" fmla="*/ 36 h 32"/>
                  <a:gd name="T2" fmla="*/ 22 w 36"/>
                  <a:gd name="T3" fmla="*/ 19 h 32"/>
                  <a:gd name="T4" fmla="*/ 40 w 36"/>
                  <a:gd name="T5" fmla="*/ 31 h 32"/>
                  <a:gd name="T6" fmla="*/ 37 w 36"/>
                  <a:gd name="T7" fmla="*/ 4 h 3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6" h="32">
                    <a:moveTo>
                      <a:pt x="9" y="30"/>
                    </a:moveTo>
                    <a:cubicBezTo>
                      <a:pt x="0" y="17"/>
                      <a:pt x="1" y="0"/>
                      <a:pt x="17" y="16"/>
                    </a:cubicBezTo>
                    <a:cubicBezTo>
                      <a:pt x="22" y="21"/>
                      <a:pt x="24" y="32"/>
                      <a:pt x="31" y="25"/>
                    </a:cubicBezTo>
                    <a:cubicBezTo>
                      <a:pt x="36" y="21"/>
                      <a:pt x="32" y="8"/>
                      <a:pt x="29" y="4"/>
                    </a:cubicBezTo>
                  </a:path>
                </a:pathLst>
              </a:custGeom>
              <a:noFill/>
              <a:ln w="6350" cap="flat">
                <a:solidFill>
                  <a:srgbClr val="AA604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504" name="Freeform 589">
                <a:extLst>
                  <a:ext uri="{FF2B5EF4-FFF2-40B4-BE49-F238E27FC236}">
                    <a16:creationId xmlns:a16="http://schemas.microsoft.com/office/drawing/2014/main" id="{605C87DD-0EDA-4DCA-82B6-0AA3D2FCEA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2" y="1861"/>
                <a:ext cx="4" cy="29"/>
              </a:xfrm>
              <a:custGeom>
                <a:avLst/>
                <a:gdLst>
                  <a:gd name="T0" fmla="*/ 0 w 4"/>
                  <a:gd name="T1" fmla="*/ 0 h 27"/>
                  <a:gd name="T2" fmla="*/ 4 w 4"/>
                  <a:gd name="T3" fmla="*/ 33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7">
                    <a:moveTo>
                      <a:pt x="0" y="0"/>
                    </a:moveTo>
                    <a:cubicBezTo>
                      <a:pt x="1" y="9"/>
                      <a:pt x="4" y="18"/>
                      <a:pt x="4" y="27"/>
                    </a:cubicBezTo>
                  </a:path>
                </a:pathLst>
              </a:custGeom>
              <a:noFill/>
              <a:ln w="6350" cap="flat">
                <a:solidFill>
                  <a:srgbClr val="AA604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505" name="Freeform 590">
                <a:extLst>
                  <a:ext uri="{FF2B5EF4-FFF2-40B4-BE49-F238E27FC236}">
                    <a16:creationId xmlns:a16="http://schemas.microsoft.com/office/drawing/2014/main" id="{76336893-D7B8-4184-9AC8-2D6E81F4E7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1" y="1828"/>
                <a:ext cx="22" cy="22"/>
              </a:xfrm>
              <a:custGeom>
                <a:avLst/>
                <a:gdLst>
                  <a:gd name="T0" fmla="*/ 16 w 21"/>
                  <a:gd name="T1" fmla="*/ 24 h 21"/>
                  <a:gd name="T2" fmla="*/ 6 w 21"/>
                  <a:gd name="T3" fmla="*/ 0 h 21"/>
                  <a:gd name="T4" fmla="*/ 24 w 21"/>
                  <a:gd name="T5" fmla="*/ 21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21">
                    <a:moveTo>
                      <a:pt x="13" y="21"/>
                    </a:moveTo>
                    <a:cubicBezTo>
                      <a:pt x="5" y="20"/>
                      <a:pt x="0" y="7"/>
                      <a:pt x="6" y="0"/>
                    </a:cubicBezTo>
                    <a:cubicBezTo>
                      <a:pt x="13" y="3"/>
                      <a:pt x="18" y="11"/>
                      <a:pt x="21" y="18"/>
                    </a:cubicBezTo>
                  </a:path>
                </a:pathLst>
              </a:custGeom>
              <a:noFill/>
              <a:ln w="6350" cap="flat">
                <a:solidFill>
                  <a:srgbClr val="AA604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506" name="Freeform 591">
                <a:extLst>
                  <a:ext uri="{FF2B5EF4-FFF2-40B4-BE49-F238E27FC236}">
                    <a16:creationId xmlns:a16="http://schemas.microsoft.com/office/drawing/2014/main" id="{8882FF1A-8ACC-45BC-B645-97E65DF9D7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9" y="1594"/>
                <a:ext cx="13" cy="22"/>
              </a:xfrm>
              <a:custGeom>
                <a:avLst/>
                <a:gdLst>
                  <a:gd name="T0" fmla="*/ 1 w 12"/>
                  <a:gd name="T1" fmla="*/ 15 h 20"/>
                  <a:gd name="T2" fmla="*/ 4 w 12"/>
                  <a:gd name="T3" fmla="*/ 0 h 20"/>
                  <a:gd name="T4" fmla="*/ 12 w 12"/>
                  <a:gd name="T5" fmla="*/ 26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20">
                    <a:moveTo>
                      <a:pt x="1" y="12"/>
                    </a:moveTo>
                    <a:cubicBezTo>
                      <a:pt x="0" y="8"/>
                      <a:pt x="2" y="4"/>
                      <a:pt x="4" y="0"/>
                    </a:cubicBezTo>
                    <a:cubicBezTo>
                      <a:pt x="12" y="1"/>
                      <a:pt x="9" y="16"/>
                      <a:pt x="9" y="20"/>
                    </a:cubicBezTo>
                  </a:path>
                </a:pathLst>
              </a:custGeom>
              <a:noFill/>
              <a:ln w="6350" cap="flat">
                <a:solidFill>
                  <a:srgbClr val="AA604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507" name="Freeform 592">
                <a:extLst>
                  <a:ext uri="{FF2B5EF4-FFF2-40B4-BE49-F238E27FC236}">
                    <a16:creationId xmlns:a16="http://schemas.microsoft.com/office/drawing/2014/main" id="{960A58C0-9F37-4B8E-BE88-98DEFA6298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5" y="1540"/>
                <a:ext cx="35" cy="30"/>
              </a:xfrm>
              <a:custGeom>
                <a:avLst/>
                <a:gdLst>
                  <a:gd name="T0" fmla="*/ 39 w 33"/>
                  <a:gd name="T1" fmla="*/ 19 h 28"/>
                  <a:gd name="T2" fmla="*/ 21 w 33"/>
                  <a:gd name="T3" fmla="*/ 0 h 28"/>
                  <a:gd name="T4" fmla="*/ 21 w 33"/>
                  <a:gd name="T5" fmla="*/ 34 h 28"/>
                  <a:gd name="T6" fmla="*/ 0 w 33"/>
                  <a:gd name="T7" fmla="*/ 10 h 2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" h="28">
                    <a:moveTo>
                      <a:pt x="33" y="16"/>
                    </a:moveTo>
                    <a:cubicBezTo>
                      <a:pt x="26" y="14"/>
                      <a:pt x="22" y="6"/>
                      <a:pt x="18" y="0"/>
                    </a:cubicBezTo>
                    <a:cubicBezTo>
                      <a:pt x="11" y="6"/>
                      <a:pt x="19" y="19"/>
                      <a:pt x="18" y="28"/>
                    </a:cubicBezTo>
                    <a:cubicBezTo>
                      <a:pt x="11" y="25"/>
                      <a:pt x="5" y="14"/>
                      <a:pt x="0" y="7"/>
                    </a:cubicBezTo>
                  </a:path>
                </a:pathLst>
              </a:custGeom>
              <a:noFill/>
              <a:ln w="6350" cap="flat">
                <a:solidFill>
                  <a:srgbClr val="AA604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508" name="Freeform 593">
                <a:extLst>
                  <a:ext uri="{FF2B5EF4-FFF2-40B4-BE49-F238E27FC236}">
                    <a16:creationId xmlns:a16="http://schemas.microsoft.com/office/drawing/2014/main" id="{7CE01A7A-B582-48A4-BC2D-9807D07DC3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4" y="1478"/>
                <a:ext cx="16" cy="4"/>
              </a:xfrm>
              <a:custGeom>
                <a:avLst/>
                <a:gdLst>
                  <a:gd name="T0" fmla="*/ 0 w 15"/>
                  <a:gd name="T1" fmla="*/ 4 h 4"/>
                  <a:gd name="T2" fmla="*/ 18 w 15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4">
                    <a:moveTo>
                      <a:pt x="0" y="4"/>
                    </a:moveTo>
                    <a:cubicBezTo>
                      <a:pt x="5" y="3"/>
                      <a:pt x="10" y="1"/>
                      <a:pt x="15" y="0"/>
                    </a:cubicBezTo>
                  </a:path>
                </a:pathLst>
              </a:custGeom>
              <a:noFill/>
              <a:ln w="6350" cap="flat">
                <a:solidFill>
                  <a:srgbClr val="AA604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509" name="Freeform 594">
                <a:extLst>
                  <a:ext uri="{FF2B5EF4-FFF2-40B4-BE49-F238E27FC236}">
                    <a16:creationId xmlns:a16="http://schemas.microsoft.com/office/drawing/2014/main" id="{43B91192-EA53-4B9D-A778-6644A8B670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2" y="1635"/>
                <a:ext cx="16" cy="17"/>
              </a:xfrm>
              <a:custGeom>
                <a:avLst/>
                <a:gdLst>
                  <a:gd name="T0" fmla="*/ 0 w 15"/>
                  <a:gd name="T1" fmla="*/ 0 h 16"/>
                  <a:gd name="T2" fmla="*/ 18 w 15"/>
                  <a:gd name="T3" fmla="*/ 19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16">
                    <a:moveTo>
                      <a:pt x="0" y="0"/>
                    </a:moveTo>
                    <a:cubicBezTo>
                      <a:pt x="4" y="6"/>
                      <a:pt x="10" y="12"/>
                      <a:pt x="15" y="16"/>
                    </a:cubicBezTo>
                  </a:path>
                </a:pathLst>
              </a:custGeom>
              <a:noFill/>
              <a:ln w="6350" cap="flat">
                <a:solidFill>
                  <a:srgbClr val="AA604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510" name="Freeform 595">
                <a:extLst>
                  <a:ext uri="{FF2B5EF4-FFF2-40B4-BE49-F238E27FC236}">
                    <a16:creationId xmlns:a16="http://schemas.microsoft.com/office/drawing/2014/main" id="{2746128C-1AFD-485C-8541-DFCE0910B1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7" y="1708"/>
                <a:ext cx="23" cy="22"/>
              </a:xfrm>
              <a:custGeom>
                <a:avLst/>
                <a:gdLst>
                  <a:gd name="T0" fmla="*/ 1 w 22"/>
                  <a:gd name="T1" fmla="*/ 10 h 20"/>
                  <a:gd name="T2" fmla="*/ 1 w 22"/>
                  <a:gd name="T3" fmla="*/ 3 h 20"/>
                  <a:gd name="T4" fmla="*/ 19 w 22"/>
                  <a:gd name="T5" fmla="*/ 1 h 20"/>
                  <a:gd name="T6" fmla="*/ 4 w 22"/>
                  <a:gd name="T7" fmla="*/ 17 h 20"/>
                  <a:gd name="T8" fmla="*/ 25 w 22"/>
                  <a:gd name="T9" fmla="*/ 21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20">
                    <a:moveTo>
                      <a:pt x="1" y="7"/>
                    </a:moveTo>
                    <a:cubicBezTo>
                      <a:pt x="0" y="6"/>
                      <a:pt x="1" y="4"/>
                      <a:pt x="1" y="3"/>
                    </a:cubicBezTo>
                    <a:cubicBezTo>
                      <a:pt x="6" y="2"/>
                      <a:pt x="11" y="0"/>
                      <a:pt x="16" y="1"/>
                    </a:cubicBezTo>
                    <a:cubicBezTo>
                      <a:pt x="16" y="8"/>
                      <a:pt x="8" y="8"/>
                      <a:pt x="4" y="13"/>
                    </a:cubicBezTo>
                    <a:cubicBezTo>
                      <a:pt x="7" y="20"/>
                      <a:pt x="15" y="16"/>
                      <a:pt x="22" y="15"/>
                    </a:cubicBezTo>
                  </a:path>
                </a:pathLst>
              </a:custGeom>
              <a:noFill/>
              <a:ln w="6350" cap="flat">
                <a:solidFill>
                  <a:srgbClr val="AA604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511" name="Freeform 596">
                <a:extLst>
                  <a:ext uri="{FF2B5EF4-FFF2-40B4-BE49-F238E27FC236}">
                    <a16:creationId xmlns:a16="http://schemas.microsoft.com/office/drawing/2014/main" id="{833E3C8F-3A73-47B8-9F09-AFCE171491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3" y="1840"/>
                <a:ext cx="38" cy="59"/>
              </a:xfrm>
              <a:custGeom>
                <a:avLst/>
                <a:gdLst>
                  <a:gd name="T0" fmla="*/ 1 w 36"/>
                  <a:gd name="T1" fmla="*/ 14 h 56"/>
                  <a:gd name="T2" fmla="*/ 18 w 36"/>
                  <a:gd name="T3" fmla="*/ 14 h 56"/>
                  <a:gd name="T4" fmla="*/ 1 w 36"/>
                  <a:gd name="T5" fmla="*/ 41 h 56"/>
                  <a:gd name="T6" fmla="*/ 29 w 36"/>
                  <a:gd name="T7" fmla="*/ 28 h 56"/>
                  <a:gd name="T8" fmla="*/ 27 w 36"/>
                  <a:gd name="T9" fmla="*/ 65 h 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" h="56">
                    <a:moveTo>
                      <a:pt x="1" y="11"/>
                    </a:moveTo>
                    <a:cubicBezTo>
                      <a:pt x="5" y="7"/>
                      <a:pt x="16" y="0"/>
                      <a:pt x="15" y="11"/>
                    </a:cubicBezTo>
                    <a:cubicBezTo>
                      <a:pt x="15" y="20"/>
                      <a:pt x="0" y="24"/>
                      <a:pt x="1" y="35"/>
                    </a:cubicBezTo>
                    <a:cubicBezTo>
                      <a:pt x="12" y="38"/>
                      <a:pt x="17" y="22"/>
                      <a:pt x="25" y="25"/>
                    </a:cubicBezTo>
                    <a:cubicBezTo>
                      <a:pt x="36" y="29"/>
                      <a:pt x="25" y="50"/>
                      <a:pt x="24" y="56"/>
                    </a:cubicBezTo>
                  </a:path>
                </a:pathLst>
              </a:custGeom>
              <a:noFill/>
              <a:ln w="6350" cap="flat">
                <a:solidFill>
                  <a:srgbClr val="AA604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512" name="Freeform 597">
                <a:extLst>
                  <a:ext uri="{FF2B5EF4-FFF2-40B4-BE49-F238E27FC236}">
                    <a16:creationId xmlns:a16="http://schemas.microsoft.com/office/drawing/2014/main" id="{39230E14-7ECE-4A01-8B74-CD024A3A1B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4" y="1846"/>
                <a:ext cx="24" cy="18"/>
              </a:xfrm>
              <a:custGeom>
                <a:avLst/>
                <a:gdLst>
                  <a:gd name="T0" fmla="*/ 28 w 22"/>
                  <a:gd name="T1" fmla="*/ 12 h 17"/>
                  <a:gd name="T2" fmla="*/ 10 w 22"/>
                  <a:gd name="T3" fmla="*/ 0 h 17"/>
                  <a:gd name="T4" fmla="*/ 28 w 22"/>
                  <a:gd name="T5" fmla="*/ 20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17">
                    <a:moveTo>
                      <a:pt x="22" y="9"/>
                    </a:moveTo>
                    <a:cubicBezTo>
                      <a:pt x="18" y="4"/>
                      <a:pt x="13" y="0"/>
                      <a:pt x="7" y="0"/>
                    </a:cubicBezTo>
                    <a:cubicBezTo>
                      <a:pt x="0" y="12"/>
                      <a:pt x="15" y="14"/>
                      <a:pt x="22" y="17"/>
                    </a:cubicBezTo>
                  </a:path>
                </a:pathLst>
              </a:custGeom>
              <a:noFill/>
              <a:ln w="6350" cap="flat">
                <a:solidFill>
                  <a:srgbClr val="AA604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513" name="Freeform 598">
                <a:extLst>
                  <a:ext uri="{FF2B5EF4-FFF2-40B4-BE49-F238E27FC236}">
                    <a16:creationId xmlns:a16="http://schemas.microsoft.com/office/drawing/2014/main" id="{6D0BA880-38C7-438D-97C6-825CE75DBB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4" y="1189"/>
                <a:ext cx="12" cy="14"/>
              </a:xfrm>
              <a:custGeom>
                <a:avLst/>
                <a:gdLst>
                  <a:gd name="T0" fmla="*/ 0 w 11"/>
                  <a:gd name="T1" fmla="*/ 16 h 13"/>
                  <a:gd name="T2" fmla="*/ 14 w 11"/>
                  <a:gd name="T3" fmla="*/ 0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13">
                    <a:moveTo>
                      <a:pt x="0" y="13"/>
                    </a:moveTo>
                    <a:cubicBezTo>
                      <a:pt x="0" y="10"/>
                      <a:pt x="9" y="3"/>
                      <a:pt x="11" y="0"/>
                    </a:cubicBezTo>
                  </a:path>
                </a:pathLst>
              </a:custGeom>
              <a:noFill/>
              <a:ln w="6350" cap="flat">
                <a:solidFill>
                  <a:srgbClr val="AA604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514" name="Freeform 599">
                <a:extLst>
                  <a:ext uri="{FF2B5EF4-FFF2-40B4-BE49-F238E27FC236}">
                    <a16:creationId xmlns:a16="http://schemas.microsoft.com/office/drawing/2014/main" id="{48EB38E5-DB1B-428B-AE3E-F475655F50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4" y="1228"/>
                <a:ext cx="2" cy="16"/>
              </a:xfrm>
              <a:custGeom>
                <a:avLst/>
                <a:gdLst>
                  <a:gd name="T0" fmla="*/ 1 w 2"/>
                  <a:gd name="T1" fmla="*/ 0 h 15"/>
                  <a:gd name="T2" fmla="*/ 2 w 2"/>
                  <a:gd name="T3" fmla="*/ 18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5">
                    <a:moveTo>
                      <a:pt x="1" y="0"/>
                    </a:moveTo>
                    <a:cubicBezTo>
                      <a:pt x="1" y="5"/>
                      <a:pt x="0" y="11"/>
                      <a:pt x="2" y="15"/>
                    </a:cubicBezTo>
                  </a:path>
                </a:pathLst>
              </a:custGeom>
              <a:noFill/>
              <a:ln w="6350" cap="flat">
                <a:solidFill>
                  <a:srgbClr val="AA604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515" name="Freeform 600">
                <a:extLst>
                  <a:ext uri="{FF2B5EF4-FFF2-40B4-BE49-F238E27FC236}">
                    <a16:creationId xmlns:a16="http://schemas.microsoft.com/office/drawing/2014/main" id="{ACE215A8-D43A-483C-AA2A-9503C22D82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8" y="2189"/>
                <a:ext cx="28" cy="40"/>
              </a:xfrm>
              <a:custGeom>
                <a:avLst/>
                <a:gdLst>
                  <a:gd name="T0" fmla="*/ 32 w 26"/>
                  <a:gd name="T1" fmla="*/ 15 h 37"/>
                  <a:gd name="T2" fmla="*/ 13 w 26"/>
                  <a:gd name="T3" fmla="*/ 4 h 37"/>
                  <a:gd name="T4" fmla="*/ 29 w 26"/>
                  <a:gd name="T5" fmla="*/ 31 h 37"/>
                  <a:gd name="T6" fmla="*/ 0 w 26"/>
                  <a:gd name="T7" fmla="*/ 46 h 3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37">
                    <a:moveTo>
                      <a:pt x="26" y="12"/>
                    </a:moveTo>
                    <a:cubicBezTo>
                      <a:pt x="21" y="8"/>
                      <a:pt x="17" y="0"/>
                      <a:pt x="10" y="4"/>
                    </a:cubicBezTo>
                    <a:cubicBezTo>
                      <a:pt x="7" y="17"/>
                      <a:pt x="21" y="17"/>
                      <a:pt x="23" y="25"/>
                    </a:cubicBezTo>
                    <a:cubicBezTo>
                      <a:pt x="25" y="36"/>
                      <a:pt x="8" y="37"/>
                      <a:pt x="0" y="37"/>
                    </a:cubicBezTo>
                  </a:path>
                </a:pathLst>
              </a:custGeom>
              <a:noFill/>
              <a:ln w="6350" cap="flat">
                <a:solidFill>
                  <a:srgbClr val="AA604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516" name="Freeform 601">
                <a:extLst>
                  <a:ext uri="{FF2B5EF4-FFF2-40B4-BE49-F238E27FC236}">
                    <a16:creationId xmlns:a16="http://schemas.microsoft.com/office/drawing/2014/main" id="{93A3CDFE-DAB3-46DE-A1CC-AE86D2C100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5" y="2263"/>
                <a:ext cx="20" cy="12"/>
              </a:xfrm>
              <a:custGeom>
                <a:avLst/>
                <a:gdLst>
                  <a:gd name="T0" fmla="*/ 0 w 19"/>
                  <a:gd name="T1" fmla="*/ 0 h 11"/>
                  <a:gd name="T2" fmla="*/ 22 w 19"/>
                  <a:gd name="T3" fmla="*/ 14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11">
                    <a:moveTo>
                      <a:pt x="0" y="0"/>
                    </a:moveTo>
                    <a:cubicBezTo>
                      <a:pt x="7" y="3"/>
                      <a:pt x="14" y="7"/>
                      <a:pt x="19" y="11"/>
                    </a:cubicBezTo>
                  </a:path>
                </a:pathLst>
              </a:custGeom>
              <a:noFill/>
              <a:ln w="6350" cap="flat">
                <a:solidFill>
                  <a:srgbClr val="AA604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517" name="Freeform 602">
                <a:extLst>
                  <a:ext uri="{FF2B5EF4-FFF2-40B4-BE49-F238E27FC236}">
                    <a16:creationId xmlns:a16="http://schemas.microsoft.com/office/drawing/2014/main" id="{CFCD4668-C1A0-4883-8AFF-E415CCEFE0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9" y="2509"/>
                <a:ext cx="14" cy="4"/>
              </a:xfrm>
              <a:custGeom>
                <a:avLst/>
                <a:gdLst>
                  <a:gd name="T0" fmla="*/ 0 w 13"/>
                  <a:gd name="T1" fmla="*/ 0 h 4"/>
                  <a:gd name="T2" fmla="*/ 16 w 13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4">
                    <a:moveTo>
                      <a:pt x="0" y="0"/>
                    </a:moveTo>
                    <a:cubicBezTo>
                      <a:pt x="3" y="4"/>
                      <a:pt x="9" y="0"/>
                      <a:pt x="13" y="0"/>
                    </a:cubicBezTo>
                  </a:path>
                </a:pathLst>
              </a:custGeom>
              <a:noFill/>
              <a:ln w="6350" cap="flat">
                <a:solidFill>
                  <a:srgbClr val="AA604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518" name="Freeform 603">
                <a:extLst>
                  <a:ext uri="{FF2B5EF4-FFF2-40B4-BE49-F238E27FC236}">
                    <a16:creationId xmlns:a16="http://schemas.microsoft.com/office/drawing/2014/main" id="{683F3030-A890-4916-AF68-4AF020BCD8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0" y="1791"/>
                <a:ext cx="366" cy="138"/>
              </a:xfrm>
              <a:custGeom>
                <a:avLst/>
                <a:gdLst>
                  <a:gd name="T0" fmla="*/ 56 w 344"/>
                  <a:gd name="T1" fmla="*/ 4 h 130"/>
                  <a:gd name="T2" fmla="*/ 84 w 344"/>
                  <a:gd name="T3" fmla="*/ 0 h 130"/>
                  <a:gd name="T4" fmla="*/ 111 w 344"/>
                  <a:gd name="T5" fmla="*/ 23 h 130"/>
                  <a:gd name="T6" fmla="*/ 146 w 344"/>
                  <a:gd name="T7" fmla="*/ 56 h 130"/>
                  <a:gd name="T8" fmla="*/ 224 w 344"/>
                  <a:gd name="T9" fmla="*/ 104 h 130"/>
                  <a:gd name="T10" fmla="*/ 315 w 344"/>
                  <a:gd name="T11" fmla="*/ 131 h 130"/>
                  <a:gd name="T12" fmla="*/ 364 w 344"/>
                  <a:gd name="T13" fmla="*/ 140 h 130"/>
                  <a:gd name="T14" fmla="*/ 414 w 344"/>
                  <a:gd name="T15" fmla="*/ 149 h 130"/>
                  <a:gd name="T16" fmla="*/ 335 w 344"/>
                  <a:gd name="T17" fmla="*/ 148 h 130"/>
                  <a:gd name="T18" fmla="*/ 222 w 344"/>
                  <a:gd name="T19" fmla="*/ 127 h 130"/>
                  <a:gd name="T20" fmla="*/ 111 w 344"/>
                  <a:gd name="T21" fmla="*/ 71 h 130"/>
                  <a:gd name="T22" fmla="*/ 73 w 344"/>
                  <a:gd name="T23" fmla="*/ 38 h 130"/>
                  <a:gd name="T24" fmla="*/ 34 w 344"/>
                  <a:gd name="T25" fmla="*/ 67 h 130"/>
                  <a:gd name="T26" fmla="*/ 0 w 344"/>
                  <a:gd name="T27" fmla="*/ 93 h 130"/>
                  <a:gd name="T28" fmla="*/ 34 w 344"/>
                  <a:gd name="T29" fmla="*/ 42 h 130"/>
                  <a:gd name="T30" fmla="*/ 60 w 344"/>
                  <a:gd name="T31" fmla="*/ 8 h 130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344" h="130">
                    <a:moveTo>
                      <a:pt x="47" y="4"/>
                    </a:moveTo>
                    <a:cubicBezTo>
                      <a:pt x="54" y="4"/>
                      <a:pt x="67" y="7"/>
                      <a:pt x="70" y="0"/>
                    </a:cubicBezTo>
                    <a:cubicBezTo>
                      <a:pt x="79" y="1"/>
                      <a:pt x="86" y="14"/>
                      <a:pt x="92" y="20"/>
                    </a:cubicBezTo>
                    <a:cubicBezTo>
                      <a:pt x="101" y="31"/>
                      <a:pt x="110" y="38"/>
                      <a:pt x="121" y="47"/>
                    </a:cubicBezTo>
                    <a:cubicBezTo>
                      <a:pt x="142" y="65"/>
                      <a:pt x="161" y="75"/>
                      <a:pt x="186" y="87"/>
                    </a:cubicBezTo>
                    <a:cubicBezTo>
                      <a:pt x="211" y="99"/>
                      <a:pt x="233" y="106"/>
                      <a:pt x="261" y="109"/>
                    </a:cubicBezTo>
                    <a:cubicBezTo>
                      <a:pt x="274" y="110"/>
                      <a:pt x="289" y="115"/>
                      <a:pt x="302" y="117"/>
                    </a:cubicBezTo>
                    <a:cubicBezTo>
                      <a:pt x="315" y="120"/>
                      <a:pt x="332" y="119"/>
                      <a:pt x="344" y="124"/>
                    </a:cubicBezTo>
                    <a:cubicBezTo>
                      <a:pt x="329" y="130"/>
                      <a:pt x="296" y="125"/>
                      <a:pt x="278" y="123"/>
                    </a:cubicBezTo>
                    <a:cubicBezTo>
                      <a:pt x="247" y="120"/>
                      <a:pt x="215" y="113"/>
                      <a:pt x="184" y="106"/>
                    </a:cubicBezTo>
                    <a:cubicBezTo>
                      <a:pt x="151" y="98"/>
                      <a:pt x="117" y="83"/>
                      <a:pt x="92" y="59"/>
                    </a:cubicBezTo>
                    <a:cubicBezTo>
                      <a:pt x="85" y="51"/>
                      <a:pt x="74" y="30"/>
                      <a:pt x="61" y="32"/>
                    </a:cubicBezTo>
                    <a:cubicBezTo>
                      <a:pt x="53" y="33"/>
                      <a:pt x="36" y="50"/>
                      <a:pt x="28" y="56"/>
                    </a:cubicBezTo>
                    <a:cubicBezTo>
                      <a:pt x="18" y="63"/>
                      <a:pt x="10" y="71"/>
                      <a:pt x="0" y="78"/>
                    </a:cubicBezTo>
                    <a:cubicBezTo>
                      <a:pt x="12" y="66"/>
                      <a:pt x="19" y="50"/>
                      <a:pt x="28" y="36"/>
                    </a:cubicBezTo>
                    <a:cubicBezTo>
                      <a:pt x="35" y="26"/>
                      <a:pt x="45" y="18"/>
                      <a:pt x="50" y="8"/>
                    </a:cubicBezTo>
                  </a:path>
                </a:pathLst>
              </a:custGeom>
              <a:solidFill>
                <a:srgbClr val="8E4C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519" name="Freeform 604">
                <a:extLst>
                  <a:ext uri="{FF2B5EF4-FFF2-40B4-BE49-F238E27FC236}">
                    <a16:creationId xmlns:a16="http://schemas.microsoft.com/office/drawing/2014/main" id="{F3FFAFC4-E9F4-42F4-960D-0B5E163BFC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8" y="1840"/>
                <a:ext cx="111" cy="72"/>
              </a:xfrm>
              <a:custGeom>
                <a:avLst/>
                <a:gdLst>
                  <a:gd name="T0" fmla="*/ 0 w 104"/>
                  <a:gd name="T1" fmla="*/ 80 h 68"/>
                  <a:gd name="T2" fmla="*/ 19 w 104"/>
                  <a:gd name="T3" fmla="*/ 65 h 68"/>
                  <a:gd name="T4" fmla="*/ 37 w 104"/>
                  <a:gd name="T5" fmla="*/ 39 h 68"/>
                  <a:gd name="T6" fmla="*/ 62 w 104"/>
                  <a:gd name="T7" fmla="*/ 1 h 68"/>
                  <a:gd name="T8" fmla="*/ 92 w 104"/>
                  <a:gd name="T9" fmla="*/ 38 h 68"/>
                  <a:gd name="T10" fmla="*/ 126 w 104"/>
                  <a:gd name="T11" fmla="*/ 76 h 68"/>
                  <a:gd name="T12" fmla="*/ 89 w 104"/>
                  <a:gd name="T13" fmla="*/ 53 h 68"/>
                  <a:gd name="T14" fmla="*/ 57 w 104"/>
                  <a:gd name="T15" fmla="*/ 36 h 68"/>
                  <a:gd name="T16" fmla="*/ 32 w 104"/>
                  <a:gd name="T17" fmla="*/ 64 h 68"/>
                  <a:gd name="T18" fmla="*/ 6 w 104"/>
                  <a:gd name="T19" fmla="*/ 78 h 6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04" h="68">
                    <a:moveTo>
                      <a:pt x="0" y="68"/>
                    </a:moveTo>
                    <a:cubicBezTo>
                      <a:pt x="2" y="64"/>
                      <a:pt x="12" y="60"/>
                      <a:pt x="16" y="55"/>
                    </a:cubicBezTo>
                    <a:cubicBezTo>
                      <a:pt x="23" y="48"/>
                      <a:pt x="26" y="41"/>
                      <a:pt x="31" y="33"/>
                    </a:cubicBezTo>
                    <a:cubicBezTo>
                      <a:pt x="35" y="25"/>
                      <a:pt x="41" y="3"/>
                      <a:pt x="51" y="1"/>
                    </a:cubicBezTo>
                    <a:cubicBezTo>
                      <a:pt x="60" y="0"/>
                      <a:pt x="71" y="25"/>
                      <a:pt x="76" y="32"/>
                    </a:cubicBezTo>
                    <a:cubicBezTo>
                      <a:pt x="84" y="43"/>
                      <a:pt x="94" y="59"/>
                      <a:pt x="104" y="64"/>
                    </a:cubicBezTo>
                    <a:cubicBezTo>
                      <a:pt x="94" y="62"/>
                      <a:pt x="81" y="51"/>
                      <a:pt x="73" y="44"/>
                    </a:cubicBezTo>
                    <a:cubicBezTo>
                      <a:pt x="65" y="37"/>
                      <a:pt x="58" y="24"/>
                      <a:pt x="47" y="30"/>
                    </a:cubicBezTo>
                    <a:cubicBezTo>
                      <a:pt x="38" y="35"/>
                      <a:pt x="34" y="47"/>
                      <a:pt x="26" y="54"/>
                    </a:cubicBezTo>
                    <a:cubicBezTo>
                      <a:pt x="20" y="58"/>
                      <a:pt x="12" y="64"/>
                      <a:pt x="6" y="66"/>
                    </a:cubicBezTo>
                  </a:path>
                </a:pathLst>
              </a:custGeom>
              <a:solidFill>
                <a:srgbClr val="8E4C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520" name="Freeform 605">
                <a:extLst>
                  <a:ext uri="{FF2B5EF4-FFF2-40B4-BE49-F238E27FC236}">
                    <a16:creationId xmlns:a16="http://schemas.microsoft.com/office/drawing/2014/main" id="{8151CD12-4851-4385-8D73-1E0B02A17E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6" y="1996"/>
                <a:ext cx="614" cy="88"/>
              </a:xfrm>
              <a:custGeom>
                <a:avLst/>
                <a:gdLst>
                  <a:gd name="T0" fmla="*/ 0 w 576"/>
                  <a:gd name="T1" fmla="*/ 0 h 82"/>
                  <a:gd name="T2" fmla="*/ 169 w 576"/>
                  <a:gd name="T3" fmla="*/ 58 h 82"/>
                  <a:gd name="T4" fmla="*/ 488 w 576"/>
                  <a:gd name="T5" fmla="*/ 50 h 82"/>
                  <a:gd name="T6" fmla="*/ 698 w 576"/>
                  <a:gd name="T7" fmla="*/ 31 h 82"/>
                  <a:gd name="T8" fmla="*/ 513 w 576"/>
                  <a:gd name="T9" fmla="*/ 79 h 82"/>
                  <a:gd name="T10" fmla="*/ 233 w 576"/>
                  <a:gd name="T11" fmla="*/ 82 h 82"/>
                  <a:gd name="T12" fmla="*/ 0 w 576"/>
                  <a:gd name="T13" fmla="*/ 0 h 8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76" h="82">
                    <a:moveTo>
                      <a:pt x="0" y="0"/>
                    </a:moveTo>
                    <a:cubicBezTo>
                      <a:pt x="0" y="0"/>
                      <a:pt x="90" y="50"/>
                      <a:pt x="140" y="47"/>
                    </a:cubicBezTo>
                    <a:cubicBezTo>
                      <a:pt x="189" y="44"/>
                      <a:pt x="334" y="19"/>
                      <a:pt x="403" y="41"/>
                    </a:cubicBezTo>
                    <a:cubicBezTo>
                      <a:pt x="472" y="64"/>
                      <a:pt x="535" y="46"/>
                      <a:pt x="576" y="25"/>
                    </a:cubicBezTo>
                    <a:cubicBezTo>
                      <a:pt x="576" y="25"/>
                      <a:pt x="486" y="82"/>
                      <a:pt x="423" y="64"/>
                    </a:cubicBezTo>
                    <a:cubicBezTo>
                      <a:pt x="359" y="47"/>
                      <a:pt x="239" y="52"/>
                      <a:pt x="192" y="66"/>
                    </a:cubicBezTo>
                    <a:cubicBezTo>
                      <a:pt x="146" y="81"/>
                      <a:pt x="82" y="54"/>
                      <a:pt x="0" y="0"/>
                    </a:cubicBezTo>
                    <a:close/>
                  </a:path>
                </a:pathLst>
              </a:custGeom>
              <a:solidFill>
                <a:srgbClr val="8E4C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521" name="Freeform 606">
                <a:extLst>
                  <a:ext uri="{FF2B5EF4-FFF2-40B4-BE49-F238E27FC236}">
                    <a16:creationId xmlns:a16="http://schemas.microsoft.com/office/drawing/2014/main" id="{AEE5D3CE-3C23-4E35-A9FA-79CC1BC559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4" y="2248"/>
                <a:ext cx="71" cy="144"/>
              </a:xfrm>
              <a:custGeom>
                <a:avLst/>
                <a:gdLst>
                  <a:gd name="T0" fmla="*/ 42 w 66"/>
                  <a:gd name="T1" fmla="*/ 0 h 135"/>
                  <a:gd name="T2" fmla="*/ 4 w 66"/>
                  <a:gd name="T3" fmla="*/ 50 h 135"/>
                  <a:gd name="T4" fmla="*/ 4 w 66"/>
                  <a:gd name="T5" fmla="*/ 107 h 135"/>
                  <a:gd name="T6" fmla="*/ 6 w 66"/>
                  <a:gd name="T7" fmla="*/ 164 h 135"/>
                  <a:gd name="T8" fmla="*/ 13 w 66"/>
                  <a:gd name="T9" fmla="*/ 112 h 135"/>
                  <a:gd name="T10" fmla="*/ 20 w 66"/>
                  <a:gd name="T11" fmla="*/ 61 h 135"/>
                  <a:gd name="T12" fmla="*/ 52 w 66"/>
                  <a:gd name="T13" fmla="*/ 42 h 135"/>
                  <a:gd name="T14" fmla="*/ 82 w 66"/>
                  <a:gd name="T15" fmla="*/ 36 h 135"/>
                  <a:gd name="T16" fmla="*/ 47 w 66"/>
                  <a:gd name="T17" fmla="*/ 2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6" h="135">
                    <a:moveTo>
                      <a:pt x="33" y="0"/>
                    </a:moveTo>
                    <a:cubicBezTo>
                      <a:pt x="14" y="6"/>
                      <a:pt x="7" y="23"/>
                      <a:pt x="4" y="41"/>
                    </a:cubicBezTo>
                    <a:cubicBezTo>
                      <a:pt x="0" y="56"/>
                      <a:pt x="2" y="72"/>
                      <a:pt x="4" y="88"/>
                    </a:cubicBezTo>
                    <a:cubicBezTo>
                      <a:pt x="5" y="102"/>
                      <a:pt x="1" y="122"/>
                      <a:pt x="6" y="135"/>
                    </a:cubicBezTo>
                    <a:cubicBezTo>
                      <a:pt x="6" y="121"/>
                      <a:pt x="7" y="106"/>
                      <a:pt x="10" y="92"/>
                    </a:cubicBezTo>
                    <a:cubicBezTo>
                      <a:pt x="12" y="79"/>
                      <a:pt x="10" y="61"/>
                      <a:pt x="17" y="50"/>
                    </a:cubicBezTo>
                    <a:cubicBezTo>
                      <a:pt x="22" y="41"/>
                      <a:pt x="31" y="35"/>
                      <a:pt x="42" y="35"/>
                    </a:cubicBezTo>
                    <a:cubicBezTo>
                      <a:pt x="52" y="35"/>
                      <a:pt x="57" y="38"/>
                      <a:pt x="66" y="30"/>
                    </a:cubicBezTo>
                    <a:cubicBezTo>
                      <a:pt x="46" y="28"/>
                      <a:pt x="38" y="24"/>
                      <a:pt x="38" y="2"/>
                    </a:cubicBezTo>
                  </a:path>
                </a:pathLst>
              </a:custGeom>
              <a:solidFill>
                <a:srgbClr val="8E4C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522" name="Freeform 607">
                <a:extLst>
                  <a:ext uri="{FF2B5EF4-FFF2-40B4-BE49-F238E27FC236}">
                    <a16:creationId xmlns:a16="http://schemas.microsoft.com/office/drawing/2014/main" id="{6C80D602-9EAF-4DF0-921C-669D170FA1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7" y="2298"/>
                <a:ext cx="124" cy="94"/>
              </a:xfrm>
              <a:custGeom>
                <a:avLst/>
                <a:gdLst>
                  <a:gd name="T0" fmla="*/ 1 w 116"/>
                  <a:gd name="T1" fmla="*/ 87 h 88"/>
                  <a:gd name="T2" fmla="*/ 0 w 116"/>
                  <a:gd name="T3" fmla="*/ 0 h 88"/>
                  <a:gd name="T4" fmla="*/ 21 w 116"/>
                  <a:gd name="T5" fmla="*/ 33 h 88"/>
                  <a:gd name="T6" fmla="*/ 53 w 116"/>
                  <a:gd name="T7" fmla="*/ 56 h 88"/>
                  <a:gd name="T8" fmla="*/ 142 w 116"/>
                  <a:gd name="T9" fmla="*/ 66 h 88"/>
                  <a:gd name="T10" fmla="*/ 64 w 116"/>
                  <a:gd name="T11" fmla="*/ 72 h 88"/>
                  <a:gd name="T12" fmla="*/ 28 w 116"/>
                  <a:gd name="T13" fmla="*/ 74 h 88"/>
                  <a:gd name="T14" fmla="*/ 4 w 116"/>
                  <a:gd name="T15" fmla="*/ 107 h 8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16" h="88">
                    <a:moveTo>
                      <a:pt x="1" y="71"/>
                    </a:moveTo>
                    <a:cubicBezTo>
                      <a:pt x="3" y="46"/>
                      <a:pt x="3" y="24"/>
                      <a:pt x="0" y="0"/>
                    </a:cubicBezTo>
                    <a:cubicBezTo>
                      <a:pt x="7" y="6"/>
                      <a:pt x="12" y="19"/>
                      <a:pt x="18" y="27"/>
                    </a:cubicBezTo>
                    <a:cubicBezTo>
                      <a:pt x="25" y="36"/>
                      <a:pt x="34" y="41"/>
                      <a:pt x="44" y="46"/>
                    </a:cubicBezTo>
                    <a:cubicBezTo>
                      <a:pt x="67" y="56"/>
                      <a:pt x="91" y="55"/>
                      <a:pt x="116" y="54"/>
                    </a:cubicBezTo>
                    <a:cubicBezTo>
                      <a:pt x="100" y="65"/>
                      <a:pt x="70" y="63"/>
                      <a:pt x="52" y="59"/>
                    </a:cubicBezTo>
                    <a:cubicBezTo>
                      <a:pt x="40" y="56"/>
                      <a:pt x="33" y="54"/>
                      <a:pt x="22" y="61"/>
                    </a:cubicBezTo>
                    <a:cubicBezTo>
                      <a:pt x="13" y="67"/>
                      <a:pt x="2" y="76"/>
                      <a:pt x="4" y="88"/>
                    </a:cubicBezTo>
                  </a:path>
                </a:pathLst>
              </a:custGeom>
              <a:solidFill>
                <a:srgbClr val="8E4C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523" name="Freeform 608">
                <a:extLst>
                  <a:ext uri="{FF2B5EF4-FFF2-40B4-BE49-F238E27FC236}">
                    <a16:creationId xmlns:a16="http://schemas.microsoft.com/office/drawing/2014/main" id="{8C3E8111-62BE-49F5-A84A-9DA9051691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0" y="2308"/>
                <a:ext cx="101" cy="60"/>
              </a:xfrm>
              <a:custGeom>
                <a:avLst/>
                <a:gdLst>
                  <a:gd name="T0" fmla="*/ 108 w 95"/>
                  <a:gd name="T1" fmla="*/ 0 h 57"/>
                  <a:gd name="T2" fmla="*/ 53 w 95"/>
                  <a:gd name="T3" fmla="*/ 47 h 57"/>
                  <a:gd name="T4" fmla="*/ 26 w 95"/>
                  <a:gd name="T5" fmla="*/ 55 h 57"/>
                  <a:gd name="T6" fmla="*/ 0 w 95"/>
                  <a:gd name="T7" fmla="*/ 61 h 57"/>
                  <a:gd name="T8" fmla="*/ 65 w 95"/>
                  <a:gd name="T9" fmla="*/ 58 h 57"/>
                  <a:gd name="T10" fmla="*/ 111 w 95"/>
                  <a:gd name="T11" fmla="*/ 58 h 57"/>
                  <a:gd name="T12" fmla="*/ 108 w 95"/>
                  <a:gd name="T13" fmla="*/ 2 h 5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5" h="57">
                    <a:moveTo>
                      <a:pt x="90" y="0"/>
                    </a:moveTo>
                    <a:cubicBezTo>
                      <a:pt x="74" y="14"/>
                      <a:pt x="65" y="31"/>
                      <a:pt x="44" y="41"/>
                    </a:cubicBezTo>
                    <a:cubicBezTo>
                      <a:pt x="37" y="44"/>
                      <a:pt x="29" y="46"/>
                      <a:pt x="22" y="47"/>
                    </a:cubicBezTo>
                    <a:cubicBezTo>
                      <a:pt x="16" y="48"/>
                      <a:pt x="4" y="49"/>
                      <a:pt x="0" y="52"/>
                    </a:cubicBezTo>
                    <a:cubicBezTo>
                      <a:pt x="12" y="57"/>
                      <a:pt x="43" y="53"/>
                      <a:pt x="54" y="49"/>
                    </a:cubicBezTo>
                    <a:cubicBezTo>
                      <a:pt x="70" y="44"/>
                      <a:pt x="77" y="37"/>
                      <a:pt x="92" y="49"/>
                    </a:cubicBezTo>
                    <a:cubicBezTo>
                      <a:pt x="95" y="35"/>
                      <a:pt x="90" y="17"/>
                      <a:pt x="90" y="2"/>
                    </a:cubicBezTo>
                  </a:path>
                </a:pathLst>
              </a:custGeom>
              <a:solidFill>
                <a:srgbClr val="8E4C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524" name="Freeform 609">
                <a:extLst>
                  <a:ext uri="{FF2B5EF4-FFF2-40B4-BE49-F238E27FC236}">
                    <a16:creationId xmlns:a16="http://schemas.microsoft.com/office/drawing/2014/main" id="{E5C4D67B-E729-4ACE-A8F9-169E4D9190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4" y="2384"/>
                <a:ext cx="170" cy="94"/>
              </a:xfrm>
              <a:custGeom>
                <a:avLst/>
                <a:gdLst>
                  <a:gd name="T0" fmla="*/ 72 w 160"/>
                  <a:gd name="T1" fmla="*/ 107 h 88"/>
                  <a:gd name="T2" fmla="*/ 132 w 160"/>
                  <a:gd name="T3" fmla="*/ 87 h 88"/>
                  <a:gd name="T4" fmla="*/ 192 w 160"/>
                  <a:gd name="T5" fmla="*/ 88 h 88"/>
                  <a:gd name="T6" fmla="*/ 98 w 160"/>
                  <a:gd name="T7" fmla="*/ 58 h 88"/>
                  <a:gd name="T8" fmla="*/ 0 w 160"/>
                  <a:gd name="T9" fmla="*/ 0 h 88"/>
                  <a:gd name="T10" fmla="*/ 40 w 160"/>
                  <a:gd name="T11" fmla="*/ 35 h 88"/>
                  <a:gd name="T12" fmla="*/ 69 w 160"/>
                  <a:gd name="T13" fmla="*/ 60 h 88"/>
                  <a:gd name="T14" fmla="*/ 78 w 160"/>
                  <a:gd name="T15" fmla="*/ 101 h 8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60" h="88">
                    <a:moveTo>
                      <a:pt x="60" y="88"/>
                    </a:moveTo>
                    <a:cubicBezTo>
                      <a:pt x="74" y="77"/>
                      <a:pt x="92" y="72"/>
                      <a:pt x="110" y="71"/>
                    </a:cubicBezTo>
                    <a:cubicBezTo>
                      <a:pt x="126" y="70"/>
                      <a:pt x="146" y="66"/>
                      <a:pt x="160" y="72"/>
                    </a:cubicBezTo>
                    <a:cubicBezTo>
                      <a:pt x="134" y="66"/>
                      <a:pt x="108" y="56"/>
                      <a:pt x="82" y="48"/>
                    </a:cubicBezTo>
                    <a:cubicBezTo>
                      <a:pt x="51" y="38"/>
                      <a:pt x="23" y="22"/>
                      <a:pt x="0" y="0"/>
                    </a:cubicBezTo>
                    <a:cubicBezTo>
                      <a:pt x="13" y="8"/>
                      <a:pt x="22" y="20"/>
                      <a:pt x="34" y="29"/>
                    </a:cubicBezTo>
                    <a:cubicBezTo>
                      <a:pt x="42" y="36"/>
                      <a:pt x="51" y="41"/>
                      <a:pt x="57" y="49"/>
                    </a:cubicBezTo>
                    <a:cubicBezTo>
                      <a:pt x="64" y="60"/>
                      <a:pt x="65" y="71"/>
                      <a:pt x="65" y="83"/>
                    </a:cubicBezTo>
                  </a:path>
                </a:pathLst>
              </a:custGeom>
              <a:solidFill>
                <a:srgbClr val="8E4C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525" name="Freeform 610">
                <a:extLst>
                  <a:ext uri="{FF2B5EF4-FFF2-40B4-BE49-F238E27FC236}">
                    <a16:creationId xmlns:a16="http://schemas.microsoft.com/office/drawing/2014/main" id="{E319AEC8-5948-46FF-8235-0DA2A9F551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9" y="2479"/>
                <a:ext cx="162" cy="158"/>
              </a:xfrm>
              <a:custGeom>
                <a:avLst/>
                <a:gdLst>
                  <a:gd name="T0" fmla="*/ 0 w 152"/>
                  <a:gd name="T1" fmla="*/ 6 h 148"/>
                  <a:gd name="T2" fmla="*/ 84 w 152"/>
                  <a:gd name="T3" fmla="*/ 11 h 148"/>
                  <a:gd name="T4" fmla="*/ 146 w 152"/>
                  <a:gd name="T5" fmla="*/ 31 h 148"/>
                  <a:gd name="T6" fmla="*/ 160 w 152"/>
                  <a:gd name="T7" fmla="*/ 180 h 148"/>
                  <a:gd name="T8" fmla="*/ 113 w 152"/>
                  <a:gd name="T9" fmla="*/ 36 h 148"/>
                  <a:gd name="T10" fmla="*/ 3 w 152"/>
                  <a:gd name="T11" fmla="*/ 14 h 14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2" h="148">
                    <a:moveTo>
                      <a:pt x="0" y="6"/>
                    </a:moveTo>
                    <a:cubicBezTo>
                      <a:pt x="19" y="0"/>
                      <a:pt x="49" y="6"/>
                      <a:pt x="69" y="8"/>
                    </a:cubicBezTo>
                    <a:cubicBezTo>
                      <a:pt x="84" y="10"/>
                      <a:pt x="110" y="13"/>
                      <a:pt x="121" y="25"/>
                    </a:cubicBezTo>
                    <a:cubicBezTo>
                      <a:pt x="152" y="58"/>
                      <a:pt x="110" y="113"/>
                      <a:pt x="132" y="148"/>
                    </a:cubicBezTo>
                    <a:cubicBezTo>
                      <a:pt x="112" y="111"/>
                      <a:pt x="139" y="50"/>
                      <a:pt x="93" y="30"/>
                    </a:cubicBezTo>
                    <a:cubicBezTo>
                      <a:pt x="65" y="17"/>
                      <a:pt x="28" y="27"/>
                      <a:pt x="3" y="11"/>
                    </a:cubicBezTo>
                  </a:path>
                </a:pathLst>
              </a:custGeom>
              <a:solidFill>
                <a:srgbClr val="8E4C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526" name="Freeform 611">
                <a:extLst>
                  <a:ext uri="{FF2B5EF4-FFF2-40B4-BE49-F238E27FC236}">
                    <a16:creationId xmlns:a16="http://schemas.microsoft.com/office/drawing/2014/main" id="{93A9D1A2-1591-47CA-B191-43373BEA91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5" y="2661"/>
                <a:ext cx="127" cy="165"/>
              </a:xfrm>
              <a:custGeom>
                <a:avLst/>
                <a:gdLst>
                  <a:gd name="T0" fmla="*/ 0 w 119"/>
                  <a:gd name="T1" fmla="*/ 119 h 155"/>
                  <a:gd name="T2" fmla="*/ 54 w 119"/>
                  <a:gd name="T3" fmla="*/ 161 h 155"/>
                  <a:gd name="T4" fmla="*/ 82 w 119"/>
                  <a:gd name="T5" fmla="*/ 177 h 155"/>
                  <a:gd name="T6" fmla="*/ 104 w 119"/>
                  <a:gd name="T7" fmla="*/ 175 h 155"/>
                  <a:gd name="T8" fmla="*/ 130 w 119"/>
                  <a:gd name="T9" fmla="*/ 104 h 155"/>
                  <a:gd name="T10" fmla="*/ 131 w 119"/>
                  <a:gd name="T11" fmla="*/ 37 h 155"/>
                  <a:gd name="T12" fmla="*/ 113 w 119"/>
                  <a:gd name="T13" fmla="*/ 33 h 155"/>
                  <a:gd name="T14" fmla="*/ 107 w 119"/>
                  <a:gd name="T15" fmla="*/ 26 h 155"/>
                  <a:gd name="T16" fmla="*/ 95 w 119"/>
                  <a:gd name="T17" fmla="*/ 26 h 155"/>
                  <a:gd name="T18" fmla="*/ 54 w 119"/>
                  <a:gd name="T19" fmla="*/ 0 h 155"/>
                  <a:gd name="T20" fmla="*/ 89 w 119"/>
                  <a:gd name="T21" fmla="*/ 43 h 155"/>
                  <a:gd name="T22" fmla="*/ 106 w 119"/>
                  <a:gd name="T23" fmla="*/ 67 h 155"/>
                  <a:gd name="T24" fmla="*/ 98 w 119"/>
                  <a:gd name="T25" fmla="*/ 102 h 155"/>
                  <a:gd name="T26" fmla="*/ 66 w 119"/>
                  <a:gd name="T27" fmla="*/ 146 h 155"/>
                  <a:gd name="T28" fmla="*/ 4 w 119"/>
                  <a:gd name="T29" fmla="*/ 120 h 15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19" h="155">
                    <a:moveTo>
                      <a:pt x="0" y="99"/>
                    </a:moveTo>
                    <a:cubicBezTo>
                      <a:pt x="15" y="110"/>
                      <a:pt x="30" y="122"/>
                      <a:pt x="45" y="133"/>
                    </a:cubicBezTo>
                    <a:cubicBezTo>
                      <a:pt x="51" y="138"/>
                      <a:pt x="60" y="143"/>
                      <a:pt x="67" y="147"/>
                    </a:cubicBezTo>
                    <a:cubicBezTo>
                      <a:pt x="77" y="152"/>
                      <a:pt x="78" y="155"/>
                      <a:pt x="85" y="145"/>
                    </a:cubicBezTo>
                    <a:cubicBezTo>
                      <a:pt x="97" y="130"/>
                      <a:pt x="101" y="105"/>
                      <a:pt x="107" y="86"/>
                    </a:cubicBezTo>
                    <a:cubicBezTo>
                      <a:pt x="111" y="70"/>
                      <a:pt x="119" y="46"/>
                      <a:pt x="108" y="31"/>
                    </a:cubicBezTo>
                    <a:cubicBezTo>
                      <a:pt x="101" y="35"/>
                      <a:pt x="99" y="30"/>
                      <a:pt x="93" y="27"/>
                    </a:cubicBezTo>
                    <a:cubicBezTo>
                      <a:pt x="90" y="25"/>
                      <a:pt x="92" y="23"/>
                      <a:pt x="88" y="22"/>
                    </a:cubicBezTo>
                    <a:cubicBezTo>
                      <a:pt x="86" y="21"/>
                      <a:pt x="80" y="22"/>
                      <a:pt x="78" y="22"/>
                    </a:cubicBezTo>
                    <a:cubicBezTo>
                      <a:pt x="63" y="20"/>
                      <a:pt x="53" y="10"/>
                      <a:pt x="45" y="0"/>
                    </a:cubicBezTo>
                    <a:cubicBezTo>
                      <a:pt x="52" y="15"/>
                      <a:pt x="61" y="26"/>
                      <a:pt x="73" y="36"/>
                    </a:cubicBezTo>
                    <a:cubicBezTo>
                      <a:pt x="80" y="42"/>
                      <a:pt x="85" y="45"/>
                      <a:pt x="87" y="55"/>
                    </a:cubicBezTo>
                    <a:cubicBezTo>
                      <a:pt x="89" y="65"/>
                      <a:pt x="83" y="75"/>
                      <a:pt x="81" y="85"/>
                    </a:cubicBezTo>
                    <a:cubicBezTo>
                      <a:pt x="78" y="103"/>
                      <a:pt x="76" y="124"/>
                      <a:pt x="54" y="121"/>
                    </a:cubicBezTo>
                    <a:cubicBezTo>
                      <a:pt x="35" y="119"/>
                      <a:pt x="21" y="104"/>
                      <a:pt x="4" y="100"/>
                    </a:cubicBezTo>
                  </a:path>
                </a:pathLst>
              </a:custGeom>
              <a:solidFill>
                <a:srgbClr val="8E4C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527" name="Freeform 612">
                <a:extLst>
                  <a:ext uri="{FF2B5EF4-FFF2-40B4-BE49-F238E27FC236}">
                    <a16:creationId xmlns:a16="http://schemas.microsoft.com/office/drawing/2014/main" id="{9BA70643-875B-4379-B68F-0BA446A906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6" y="2765"/>
                <a:ext cx="182" cy="327"/>
              </a:xfrm>
              <a:custGeom>
                <a:avLst/>
                <a:gdLst>
                  <a:gd name="T0" fmla="*/ 145 w 171"/>
                  <a:gd name="T1" fmla="*/ 38 h 307"/>
                  <a:gd name="T2" fmla="*/ 136 w 171"/>
                  <a:gd name="T3" fmla="*/ 72 h 307"/>
                  <a:gd name="T4" fmla="*/ 87 w 171"/>
                  <a:gd name="T5" fmla="*/ 50 h 307"/>
                  <a:gd name="T6" fmla="*/ 129 w 171"/>
                  <a:gd name="T7" fmla="*/ 85 h 307"/>
                  <a:gd name="T8" fmla="*/ 139 w 171"/>
                  <a:gd name="T9" fmla="*/ 136 h 307"/>
                  <a:gd name="T10" fmla="*/ 128 w 171"/>
                  <a:gd name="T11" fmla="*/ 251 h 307"/>
                  <a:gd name="T12" fmla="*/ 89 w 171"/>
                  <a:gd name="T13" fmla="*/ 346 h 307"/>
                  <a:gd name="T14" fmla="*/ 53 w 171"/>
                  <a:gd name="T15" fmla="*/ 350 h 307"/>
                  <a:gd name="T16" fmla="*/ 0 w 171"/>
                  <a:gd name="T17" fmla="*/ 329 h 307"/>
                  <a:gd name="T18" fmla="*/ 75 w 171"/>
                  <a:gd name="T19" fmla="*/ 363 h 307"/>
                  <a:gd name="T20" fmla="*/ 126 w 171"/>
                  <a:gd name="T21" fmla="*/ 312 h 307"/>
                  <a:gd name="T22" fmla="*/ 155 w 171"/>
                  <a:gd name="T23" fmla="*/ 197 h 307"/>
                  <a:gd name="T24" fmla="*/ 182 w 171"/>
                  <a:gd name="T25" fmla="*/ 92 h 307"/>
                  <a:gd name="T26" fmla="*/ 196 w 171"/>
                  <a:gd name="T27" fmla="*/ 50 h 307"/>
                  <a:gd name="T28" fmla="*/ 206 w 171"/>
                  <a:gd name="T29" fmla="*/ 0 h 307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71" h="307">
                    <a:moveTo>
                      <a:pt x="120" y="32"/>
                    </a:moveTo>
                    <a:cubicBezTo>
                      <a:pt x="122" y="39"/>
                      <a:pt x="135" y="58"/>
                      <a:pt x="113" y="60"/>
                    </a:cubicBezTo>
                    <a:cubicBezTo>
                      <a:pt x="100" y="61"/>
                      <a:pt x="84" y="47"/>
                      <a:pt x="72" y="41"/>
                    </a:cubicBezTo>
                    <a:cubicBezTo>
                      <a:pt x="85" y="49"/>
                      <a:pt x="99" y="58"/>
                      <a:pt x="107" y="70"/>
                    </a:cubicBezTo>
                    <a:cubicBezTo>
                      <a:pt x="115" y="83"/>
                      <a:pt x="116" y="98"/>
                      <a:pt x="116" y="113"/>
                    </a:cubicBezTo>
                    <a:cubicBezTo>
                      <a:pt x="118" y="145"/>
                      <a:pt x="114" y="177"/>
                      <a:pt x="106" y="208"/>
                    </a:cubicBezTo>
                    <a:cubicBezTo>
                      <a:pt x="100" y="233"/>
                      <a:pt x="96" y="269"/>
                      <a:pt x="74" y="286"/>
                    </a:cubicBezTo>
                    <a:cubicBezTo>
                      <a:pt x="65" y="294"/>
                      <a:pt x="55" y="294"/>
                      <a:pt x="44" y="290"/>
                    </a:cubicBezTo>
                    <a:cubicBezTo>
                      <a:pt x="30" y="286"/>
                      <a:pt x="12" y="280"/>
                      <a:pt x="0" y="272"/>
                    </a:cubicBezTo>
                    <a:cubicBezTo>
                      <a:pt x="15" y="287"/>
                      <a:pt x="38" y="307"/>
                      <a:pt x="62" y="300"/>
                    </a:cubicBezTo>
                    <a:cubicBezTo>
                      <a:pt x="81" y="294"/>
                      <a:pt x="96" y="276"/>
                      <a:pt x="104" y="258"/>
                    </a:cubicBezTo>
                    <a:cubicBezTo>
                      <a:pt x="116" y="227"/>
                      <a:pt x="121" y="194"/>
                      <a:pt x="129" y="163"/>
                    </a:cubicBezTo>
                    <a:cubicBezTo>
                      <a:pt x="137" y="134"/>
                      <a:pt x="143" y="104"/>
                      <a:pt x="151" y="76"/>
                    </a:cubicBezTo>
                    <a:cubicBezTo>
                      <a:pt x="154" y="64"/>
                      <a:pt x="159" y="53"/>
                      <a:pt x="163" y="41"/>
                    </a:cubicBezTo>
                    <a:cubicBezTo>
                      <a:pt x="166" y="28"/>
                      <a:pt x="167" y="11"/>
                      <a:pt x="171" y="0"/>
                    </a:cubicBezTo>
                  </a:path>
                </a:pathLst>
              </a:custGeom>
              <a:solidFill>
                <a:srgbClr val="8E4C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528" name="Freeform 613">
                <a:extLst>
                  <a:ext uri="{FF2B5EF4-FFF2-40B4-BE49-F238E27FC236}">
                    <a16:creationId xmlns:a16="http://schemas.microsoft.com/office/drawing/2014/main" id="{6C17BA0F-A1CE-4F2E-B4E5-40A37BFBB4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1" y="2964"/>
                <a:ext cx="188" cy="137"/>
              </a:xfrm>
              <a:custGeom>
                <a:avLst/>
                <a:gdLst>
                  <a:gd name="T0" fmla="*/ 212 w 176"/>
                  <a:gd name="T1" fmla="*/ 5 h 128"/>
                  <a:gd name="T2" fmla="*/ 168 w 176"/>
                  <a:gd name="T3" fmla="*/ 92 h 128"/>
                  <a:gd name="T4" fmla="*/ 88 w 176"/>
                  <a:gd name="T5" fmla="*/ 88 h 128"/>
                  <a:gd name="T6" fmla="*/ 0 w 176"/>
                  <a:gd name="T7" fmla="*/ 93 h 128"/>
                  <a:gd name="T8" fmla="*/ 73 w 176"/>
                  <a:gd name="T9" fmla="*/ 115 h 128"/>
                  <a:gd name="T10" fmla="*/ 131 w 176"/>
                  <a:gd name="T11" fmla="*/ 142 h 128"/>
                  <a:gd name="T12" fmla="*/ 215 w 176"/>
                  <a:gd name="T13" fmla="*/ 0 h 1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6" h="128">
                    <a:moveTo>
                      <a:pt x="173" y="5"/>
                    </a:moveTo>
                    <a:cubicBezTo>
                      <a:pt x="165" y="26"/>
                      <a:pt x="157" y="60"/>
                      <a:pt x="138" y="75"/>
                    </a:cubicBezTo>
                    <a:cubicBezTo>
                      <a:pt x="120" y="89"/>
                      <a:pt x="91" y="79"/>
                      <a:pt x="72" y="72"/>
                    </a:cubicBezTo>
                    <a:cubicBezTo>
                      <a:pt x="46" y="61"/>
                      <a:pt x="23" y="60"/>
                      <a:pt x="0" y="76"/>
                    </a:cubicBezTo>
                    <a:cubicBezTo>
                      <a:pt x="19" y="72"/>
                      <a:pt x="44" y="84"/>
                      <a:pt x="60" y="93"/>
                    </a:cubicBezTo>
                    <a:cubicBezTo>
                      <a:pt x="76" y="101"/>
                      <a:pt x="90" y="113"/>
                      <a:pt x="108" y="116"/>
                    </a:cubicBezTo>
                    <a:cubicBezTo>
                      <a:pt x="168" y="128"/>
                      <a:pt x="160" y="32"/>
                      <a:pt x="176" y="0"/>
                    </a:cubicBezTo>
                  </a:path>
                </a:pathLst>
              </a:custGeom>
              <a:solidFill>
                <a:srgbClr val="8E4C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8529" name="Freeform 614">
                <a:extLst>
                  <a:ext uri="{FF2B5EF4-FFF2-40B4-BE49-F238E27FC236}">
                    <a16:creationId xmlns:a16="http://schemas.microsoft.com/office/drawing/2014/main" id="{80C6C903-D594-4FDB-992F-EA9D99799A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2" y="3099"/>
                <a:ext cx="90" cy="42"/>
              </a:xfrm>
              <a:custGeom>
                <a:avLst/>
                <a:gdLst>
                  <a:gd name="T0" fmla="*/ 54 w 85"/>
                  <a:gd name="T1" fmla="*/ 0 h 40"/>
                  <a:gd name="T2" fmla="*/ 82 w 85"/>
                  <a:gd name="T3" fmla="*/ 40 h 40"/>
                  <a:gd name="T4" fmla="*/ 40 w 85"/>
                  <a:gd name="T5" fmla="*/ 43 h 40"/>
                  <a:gd name="T6" fmla="*/ 18 w 85"/>
                  <a:gd name="T7" fmla="*/ 41 h 40"/>
                  <a:gd name="T8" fmla="*/ 0 w 85"/>
                  <a:gd name="T9" fmla="*/ 40 h 40"/>
                  <a:gd name="T10" fmla="*/ 24 w 85"/>
                  <a:gd name="T11" fmla="*/ 36 h 40"/>
                  <a:gd name="T12" fmla="*/ 52 w 85"/>
                  <a:gd name="T13" fmla="*/ 30 h 40"/>
                  <a:gd name="T14" fmla="*/ 54 w 85"/>
                  <a:gd name="T15" fmla="*/ 1 h 4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5" h="40">
                    <a:moveTo>
                      <a:pt x="45" y="0"/>
                    </a:moveTo>
                    <a:cubicBezTo>
                      <a:pt x="49" y="6"/>
                      <a:pt x="85" y="23"/>
                      <a:pt x="69" y="34"/>
                    </a:cubicBezTo>
                    <a:cubicBezTo>
                      <a:pt x="62" y="40"/>
                      <a:pt x="43" y="37"/>
                      <a:pt x="34" y="37"/>
                    </a:cubicBezTo>
                    <a:cubicBezTo>
                      <a:pt x="28" y="36"/>
                      <a:pt x="21" y="34"/>
                      <a:pt x="15" y="35"/>
                    </a:cubicBezTo>
                    <a:cubicBezTo>
                      <a:pt x="10" y="35"/>
                      <a:pt x="3" y="37"/>
                      <a:pt x="0" y="34"/>
                    </a:cubicBezTo>
                    <a:cubicBezTo>
                      <a:pt x="6" y="34"/>
                      <a:pt x="14" y="31"/>
                      <a:pt x="21" y="30"/>
                    </a:cubicBezTo>
                    <a:cubicBezTo>
                      <a:pt x="28" y="29"/>
                      <a:pt x="36" y="29"/>
                      <a:pt x="43" y="27"/>
                    </a:cubicBezTo>
                    <a:cubicBezTo>
                      <a:pt x="59" y="22"/>
                      <a:pt x="52" y="11"/>
                      <a:pt x="45" y="1"/>
                    </a:cubicBezTo>
                  </a:path>
                </a:pathLst>
              </a:custGeom>
              <a:solidFill>
                <a:srgbClr val="8E4C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</p:grpSp>
        <p:sp>
          <p:nvSpPr>
            <p:cNvPr id="48133" name="Freeform 615">
              <a:extLst>
                <a:ext uri="{FF2B5EF4-FFF2-40B4-BE49-F238E27FC236}">
                  <a16:creationId xmlns:a16="http://schemas.microsoft.com/office/drawing/2014/main" id="{EB7F3CC3-F6B3-4C38-BDBC-CC0946EB8F4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5" y="3153"/>
              <a:ext cx="180" cy="228"/>
            </a:xfrm>
            <a:custGeom>
              <a:avLst/>
              <a:gdLst>
                <a:gd name="T0" fmla="*/ 0 w 169"/>
                <a:gd name="T1" fmla="*/ 13 h 214"/>
                <a:gd name="T2" fmla="*/ 28 w 169"/>
                <a:gd name="T3" fmla="*/ 5 h 214"/>
                <a:gd name="T4" fmla="*/ 56 w 169"/>
                <a:gd name="T5" fmla="*/ 1 h 214"/>
                <a:gd name="T6" fmla="*/ 115 w 169"/>
                <a:gd name="T7" fmla="*/ 5 h 214"/>
                <a:gd name="T8" fmla="*/ 185 w 169"/>
                <a:gd name="T9" fmla="*/ 23 h 214"/>
                <a:gd name="T10" fmla="*/ 199 w 169"/>
                <a:gd name="T11" fmla="*/ 145 h 214"/>
                <a:gd name="T12" fmla="*/ 194 w 169"/>
                <a:gd name="T13" fmla="*/ 259 h 214"/>
                <a:gd name="T14" fmla="*/ 189 w 169"/>
                <a:gd name="T15" fmla="*/ 198 h 214"/>
                <a:gd name="T16" fmla="*/ 181 w 169"/>
                <a:gd name="T17" fmla="*/ 115 h 214"/>
                <a:gd name="T18" fmla="*/ 178 w 169"/>
                <a:gd name="T19" fmla="*/ 67 h 214"/>
                <a:gd name="T20" fmla="*/ 152 w 169"/>
                <a:gd name="T21" fmla="*/ 46 h 214"/>
                <a:gd name="T22" fmla="*/ 69 w 169"/>
                <a:gd name="T23" fmla="*/ 29 h 214"/>
                <a:gd name="T24" fmla="*/ 12 w 169"/>
                <a:gd name="T25" fmla="*/ 18 h 21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69" h="214">
                  <a:moveTo>
                    <a:pt x="0" y="10"/>
                  </a:moveTo>
                  <a:cubicBezTo>
                    <a:pt x="6" y="12"/>
                    <a:pt x="16" y="6"/>
                    <a:pt x="23" y="5"/>
                  </a:cubicBezTo>
                  <a:cubicBezTo>
                    <a:pt x="31" y="4"/>
                    <a:pt x="39" y="2"/>
                    <a:pt x="47" y="1"/>
                  </a:cubicBezTo>
                  <a:cubicBezTo>
                    <a:pt x="62" y="0"/>
                    <a:pt x="79" y="3"/>
                    <a:pt x="95" y="5"/>
                  </a:cubicBezTo>
                  <a:cubicBezTo>
                    <a:pt x="115" y="8"/>
                    <a:pt x="142" y="1"/>
                    <a:pt x="153" y="20"/>
                  </a:cubicBezTo>
                  <a:cubicBezTo>
                    <a:pt x="169" y="48"/>
                    <a:pt x="163" y="89"/>
                    <a:pt x="165" y="120"/>
                  </a:cubicBezTo>
                  <a:cubicBezTo>
                    <a:pt x="166" y="150"/>
                    <a:pt x="168" y="184"/>
                    <a:pt x="161" y="214"/>
                  </a:cubicBezTo>
                  <a:cubicBezTo>
                    <a:pt x="155" y="198"/>
                    <a:pt x="158" y="180"/>
                    <a:pt x="156" y="164"/>
                  </a:cubicBezTo>
                  <a:cubicBezTo>
                    <a:pt x="153" y="141"/>
                    <a:pt x="151" y="118"/>
                    <a:pt x="150" y="95"/>
                  </a:cubicBezTo>
                  <a:cubicBezTo>
                    <a:pt x="149" y="82"/>
                    <a:pt x="151" y="67"/>
                    <a:pt x="147" y="55"/>
                  </a:cubicBezTo>
                  <a:cubicBezTo>
                    <a:pt x="143" y="44"/>
                    <a:pt x="136" y="42"/>
                    <a:pt x="126" y="38"/>
                  </a:cubicBezTo>
                  <a:cubicBezTo>
                    <a:pt x="105" y="30"/>
                    <a:pt x="79" y="25"/>
                    <a:pt x="57" y="23"/>
                  </a:cubicBezTo>
                  <a:cubicBezTo>
                    <a:pt x="47" y="22"/>
                    <a:pt x="14" y="24"/>
                    <a:pt x="9" y="15"/>
                  </a:cubicBezTo>
                </a:path>
              </a:pathLst>
            </a:custGeom>
            <a:solidFill>
              <a:srgbClr val="8E4C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8134" name="Freeform 616">
              <a:extLst>
                <a:ext uri="{FF2B5EF4-FFF2-40B4-BE49-F238E27FC236}">
                  <a16:creationId xmlns:a16="http://schemas.microsoft.com/office/drawing/2014/main" id="{01E73B59-2A6D-4605-9FBC-6EC5F2FEEE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0" y="3225"/>
              <a:ext cx="218" cy="462"/>
            </a:xfrm>
            <a:custGeom>
              <a:avLst/>
              <a:gdLst>
                <a:gd name="T0" fmla="*/ 236 w 204"/>
                <a:gd name="T1" fmla="*/ 56 h 434"/>
                <a:gd name="T2" fmla="*/ 246 w 204"/>
                <a:gd name="T3" fmla="*/ 152 h 434"/>
                <a:gd name="T4" fmla="*/ 223 w 204"/>
                <a:gd name="T5" fmla="*/ 271 h 434"/>
                <a:gd name="T6" fmla="*/ 202 w 204"/>
                <a:gd name="T7" fmla="*/ 331 h 434"/>
                <a:gd name="T8" fmla="*/ 170 w 204"/>
                <a:gd name="T9" fmla="*/ 380 h 434"/>
                <a:gd name="T10" fmla="*/ 99 w 204"/>
                <a:gd name="T11" fmla="*/ 471 h 434"/>
                <a:gd name="T12" fmla="*/ 72 w 204"/>
                <a:gd name="T13" fmla="*/ 497 h 434"/>
                <a:gd name="T14" fmla="*/ 50 w 204"/>
                <a:gd name="T15" fmla="*/ 515 h 434"/>
                <a:gd name="T16" fmla="*/ 0 w 204"/>
                <a:gd name="T17" fmla="*/ 508 h 434"/>
                <a:gd name="T18" fmla="*/ 47 w 204"/>
                <a:gd name="T19" fmla="*/ 498 h 434"/>
                <a:gd name="T20" fmla="*/ 103 w 204"/>
                <a:gd name="T21" fmla="*/ 428 h 434"/>
                <a:gd name="T22" fmla="*/ 153 w 204"/>
                <a:gd name="T23" fmla="*/ 351 h 434"/>
                <a:gd name="T24" fmla="*/ 197 w 204"/>
                <a:gd name="T25" fmla="*/ 275 h 434"/>
                <a:gd name="T26" fmla="*/ 228 w 204"/>
                <a:gd name="T27" fmla="*/ 138 h 434"/>
                <a:gd name="T28" fmla="*/ 225 w 204"/>
                <a:gd name="T29" fmla="*/ 67 h 434"/>
                <a:gd name="T30" fmla="*/ 225 w 204"/>
                <a:gd name="T31" fmla="*/ 33 h 434"/>
                <a:gd name="T32" fmla="*/ 225 w 204"/>
                <a:gd name="T33" fmla="*/ 2 h 434"/>
                <a:gd name="T34" fmla="*/ 227 w 204"/>
                <a:gd name="T35" fmla="*/ 0 h 434"/>
                <a:gd name="T36" fmla="*/ 231 w 204"/>
                <a:gd name="T37" fmla="*/ 22 h 434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204" h="434">
                  <a:moveTo>
                    <a:pt x="194" y="47"/>
                  </a:moveTo>
                  <a:cubicBezTo>
                    <a:pt x="195" y="73"/>
                    <a:pt x="199" y="100"/>
                    <a:pt x="201" y="126"/>
                  </a:cubicBezTo>
                  <a:cubicBezTo>
                    <a:pt x="204" y="158"/>
                    <a:pt x="192" y="194"/>
                    <a:pt x="183" y="225"/>
                  </a:cubicBezTo>
                  <a:cubicBezTo>
                    <a:pt x="178" y="241"/>
                    <a:pt x="173" y="259"/>
                    <a:pt x="166" y="274"/>
                  </a:cubicBezTo>
                  <a:cubicBezTo>
                    <a:pt x="159" y="288"/>
                    <a:pt x="148" y="302"/>
                    <a:pt x="139" y="315"/>
                  </a:cubicBezTo>
                  <a:cubicBezTo>
                    <a:pt x="121" y="340"/>
                    <a:pt x="101" y="367"/>
                    <a:pt x="81" y="390"/>
                  </a:cubicBezTo>
                  <a:cubicBezTo>
                    <a:pt x="74" y="398"/>
                    <a:pt x="66" y="406"/>
                    <a:pt x="59" y="412"/>
                  </a:cubicBezTo>
                  <a:cubicBezTo>
                    <a:pt x="53" y="416"/>
                    <a:pt x="47" y="424"/>
                    <a:pt x="41" y="427"/>
                  </a:cubicBezTo>
                  <a:cubicBezTo>
                    <a:pt x="29" y="434"/>
                    <a:pt x="12" y="423"/>
                    <a:pt x="0" y="421"/>
                  </a:cubicBezTo>
                  <a:cubicBezTo>
                    <a:pt x="13" y="419"/>
                    <a:pt x="27" y="420"/>
                    <a:pt x="38" y="413"/>
                  </a:cubicBezTo>
                  <a:cubicBezTo>
                    <a:pt x="58" y="400"/>
                    <a:pt x="73" y="375"/>
                    <a:pt x="84" y="355"/>
                  </a:cubicBezTo>
                  <a:cubicBezTo>
                    <a:pt x="97" y="333"/>
                    <a:pt x="113" y="313"/>
                    <a:pt x="125" y="291"/>
                  </a:cubicBezTo>
                  <a:cubicBezTo>
                    <a:pt x="136" y="269"/>
                    <a:pt x="150" y="248"/>
                    <a:pt x="161" y="227"/>
                  </a:cubicBezTo>
                  <a:cubicBezTo>
                    <a:pt x="178" y="194"/>
                    <a:pt x="190" y="152"/>
                    <a:pt x="186" y="115"/>
                  </a:cubicBezTo>
                  <a:cubicBezTo>
                    <a:pt x="184" y="95"/>
                    <a:pt x="183" y="76"/>
                    <a:pt x="184" y="55"/>
                  </a:cubicBezTo>
                  <a:cubicBezTo>
                    <a:pt x="185" y="46"/>
                    <a:pt x="185" y="36"/>
                    <a:pt x="184" y="27"/>
                  </a:cubicBezTo>
                  <a:cubicBezTo>
                    <a:pt x="184" y="22"/>
                    <a:pt x="181" y="5"/>
                    <a:pt x="184" y="2"/>
                  </a:cubicBezTo>
                  <a:cubicBezTo>
                    <a:pt x="185" y="1"/>
                    <a:pt x="185" y="1"/>
                    <a:pt x="185" y="0"/>
                  </a:cubicBezTo>
                  <a:cubicBezTo>
                    <a:pt x="188" y="5"/>
                    <a:pt x="188" y="18"/>
                    <a:pt x="189" y="19"/>
                  </a:cubicBezTo>
                </a:path>
              </a:pathLst>
            </a:custGeom>
            <a:solidFill>
              <a:srgbClr val="8E4C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8135" name="Freeform 617">
              <a:extLst>
                <a:ext uri="{FF2B5EF4-FFF2-40B4-BE49-F238E27FC236}">
                  <a16:creationId xmlns:a16="http://schemas.microsoft.com/office/drawing/2014/main" id="{E24C94DA-07FB-4389-96B9-CB05AFFC25D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8" y="3089"/>
              <a:ext cx="181" cy="50"/>
            </a:xfrm>
            <a:custGeom>
              <a:avLst/>
              <a:gdLst>
                <a:gd name="T0" fmla="*/ 0 w 170"/>
                <a:gd name="T1" fmla="*/ 0 h 47"/>
                <a:gd name="T2" fmla="*/ 51 w 170"/>
                <a:gd name="T3" fmla="*/ 21 h 47"/>
                <a:gd name="T4" fmla="*/ 105 w 170"/>
                <a:gd name="T5" fmla="*/ 38 h 47"/>
                <a:gd name="T6" fmla="*/ 205 w 170"/>
                <a:gd name="T7" fmla="*/ 37 h 47"/>
                <a:gd name="T8" fmla="*/ 99 w 170"/>
                <a:gd name="T9" fmla="*/ 47 h 47"/>
                <a:gd name="T10" fmla="*/ 43 w 170"/>
                <a:gd name="T11" fmla="*/ 37 h 47"/>
                <a:gd name="T12" fmla="*/ 2 w 170"/>
                <a:gd name="T13" fmla="*/ 6 h 4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0" h="47">
                  <a:moveTo>
                    <a:pt x="0" y="0"/>
                  </a:moveTo>
                  <a:cubicBezTo>
                    <a:pt x="13" y="6"/>
                    <a:pt x="29" y="11"/>
                    <a:pt x="42" y="18"/>
                  </a:cubicBezTo>
                  <a:cubicBezTo>
                    <a:pt x="56" y="25"/>
                    <a:pt x="72" y="28"/>
                    <a:pt x="87" y="32"/>
                  </a:cubicBezTo>
                  <a:cubicBezTo>
                    <a:pt x="116" y="41"/>
                    <a:pt x="141" y="36"/>
                    <a:pt x="170" y="31"/>
                  </a:cubicBezTo>
                  <a:cubicBezTo>
                    <a:pt x="143" y="47"/>
                    <a:pt x="112" y="39"/>
                    <a:pt x="82" y="39"/>
                  </a:cubicBezTo>
                  <a:cubicBezTo>
                    <a:pt x="67" y="39"/>
                    <a:pt x="50" y="40"/>
                    <a:pt x="36" y="31"/>
                  </a:cubicBezTo>
                  <a:cubicBezTo>
                    <a:pt x="25" y="24"/>
                    <a:pt x="13" y="14"/>
                    <a:pt x="2" y="6"/>
                  </a:cubicBezTo>
                </a:path>
              </a:pathLst>
            </a:custGeom>
            <a:solidFill>
              <a:srgbClr val="8E4C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8136" name="Freeform 618">
              <a:extLst>
                <a:ext uri="{FF2B5EF4-FFF2-40B4-BE49-F238E27FC236}">
                  <a16:creationId xmlns:a16="http://schemas.microsoft.com/office/drawing/2014/main" id="{0037636D-639A-491C-ACFD-C65996A29EE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4" y="3796"/>
              <a:ext cx="107" cy="21"/>
            </a:xfrm>
            <a:custGeom>
              <a:avLst/>
              <a:gdLst>
                <a:gd name="T0" fmla="*/ 0 w 100"/>
                <a:gd name="T1" fmla="*/ 8 h 20"/>
                <a:gd name="T2" fmla="*/ 63 w 100"/>
                <a:gd name="T3" fmla="*/ 4 h 20"/>
                <a:gd name="T4" fmla="*/ 91 w 100"/>
                <a:gd name="T5" fmla="*/ 14 h 20"/>
                <a:gd name="T6" fmla="*/ 122 w 100"/>
                <a:gd name="T7" fmla="*/ 23 h 20"/>
                <a:gd name="T8" fmla="*/ 94 w 100"/>
                <a:gd name="T9" fmla="*/ 16 h 20"/>
                <a:gd name="T10" fmla="*/ 65 w 100"/>
                <a:gd name="T11" fmla="*/ 18 h 20"/>
                <a:gd name="T12" fmla="*/ 36 w 100"/>
                <a:gd name="T13" fmla="*/ 15 h 20"/>
                <a:gd name="T14" fmla="*/ 2 w 100"/>
                <a:gd name="T15" fmla="*/ 8 h 2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0" h="20">
                  <a:moveTo>
                    <a:pt x="0" y="8"/>
                  </a:moveTo>
                  <a:cubicBezTo>
                    <a:pt x="18" y="8"/>
                    <a:pt x="34" y="0"/>
                    <a:pt x="51" y="4"/>
                  </a:cubicBezTo>
                  <a:cubicBezTo>
                    <a:pt x="59" y="5"/>
                    <a:pt x="66" y="10"/>
                    <a:pt x="74" y="11"/>
                  </a:cubicBezTo>
                  <a:cubicBezTo>
                    <a:pt x="86" y="12"/>
                    <a:pt x="91" y="10"/>
                    <a:pt x="100" y="20"/>
                  </a:cubicBezTo>
                  <a:cubicBezTo>
                    <a:pt x="93" y="17"/>
                    <a:pt x="85" y="13"/>
                    <a:pt x="77" y="13"/>
                  </a:cubicBezTo>
                  <a:cubicBezTo>
                    <a:pt x="69" y="13"/>
                    <a:pt x="63" y="17"/>
                    <a:pt x="53" y="15"/>
                  </a:cubicBezTo>
                  <a:cubicBezTo>
                    <a:pt x="45" y="14"/>
                    <a:pt x="39" y="11"/>
                    <a:pt x="30" y="12"/>
                  </a:cubicBezTo>
                  <a:cubicBezTo>
                    <a:pt x="20" y="13"/>
                    <a:pt x="10" y="17"/>
                    <a:pt x="2" y="8"/>
                  </a:cubicBezTo>
                </a:path>
              </a:pathLst>
            </a:custGeom>
            <a:solidFill>
              <a:srgbClr val="8E4C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8137" name="Freeform 619">
              <a:extLst>
                <a:ext uri="{FF2B5EF4-FFF2-40B4-BE49-F238E27FC236}">
                  <a16:creationId xmlns:a16="http://schemas.microsoft.com/office/drawing/2014/main" id="{CD8680ED-8944-4CA4-AF3C-C41C49B8DD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0" y="2972"/>
              <a:ext cx="178" cy="45"/>
            </a:xfrm>
            <a:custGeom>
              <a:avLst/>
              <a:gdLst>
                <a:gd name="T0" fmla="*/ 203 w 167"/>
                <a:gd name="T1" fmla="*/ 49 h 42"/>
                <a:gd name="T2" fmla="*/ 81 w 167"/>
                <a:gd name="T3" fmla="*/ 21 h 42"/>
                <a:gd name="T4" fmla="*/ 0 w 167"/>
                <a:gd name="T5" fmla="*/ 49 h 42"/>
                <a:gd name="T6" fmla="*/ 100 w 167"/>
                <a:gd name="T7" fmla="*/ 11 h 42"/>
                <a:gd name="T8" fmla="*/ 197 w 167"/>
                <a:gd name="T9" fmla="*/ 51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7" h="42">
                  <a:moveTo>
                    <a:pt x="167" y="40"/>
                  </a:moveTo>
                  <a:cubicBezTo>
                    <a:pt x="135" y="38"/>
                    <a:pt x="102" y="18"/>
                    <a:pt x="67" y="18"/>
                  </a:cubicBezTo>
                  <a:cubicBezTo>
                    <a:pt x="42" y="18"/>
                    <a:pt x="22" y="30"/>
                    <a:pt x="0" y="40"/>
                  </a:cubicBezTo>
                  <a:cubicBezTo>
                    <a:pt x="20" y="13"/>
                    <a:pt x="53" y="0"/>
                    <a:pt x="83" y="8"/>
                  </a:cubicBezTo>
                  <a:cubicBezTo>
                    <a:pt x="109" y="15"/>
                    <a:pt x="143" y="22"/>
                    <a:pt x="163" y="42"/>
                  </a:cubicBezTo>
                </a:path>
              </a:pathLst>
            </a:custGeom>
            <a:solidFill>
              <a:srgbClr val="8E4C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8138" name="Freeform 620">
              <a:extLst>
                <a:ext uri="{FF2B5EF4-FFF2-40B4-BE49-F238E27FC236}">
                  <a16:creationId xmlns:a16="http://schemas.microsoft.com/office/drawing/2014/main" id="{414F77BB-2DBF-4D5B-A577-C656C336441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0" y="1640"/>
              <a:ext cx="34" cy="96"/>
            </a:xfrm>
            <a:custGeom>
              <a:avLst/>
              <a:gdLst>
                <a:gd name="T0" fmla="*/ 28 w 32"/>
                <a:gd name="T1" fmla="*/ 0 h 90"/>
                <a:gd name="T2" fmla="*/ 36 w 32"/>
                <a:gd name="T3" fmla="*/ 54 h 90"/>
                <a:gd name="T4" fmla="*/ 23 w 32"/>
                <a:gd name="T5" fmla="*/ 109 h 90"/>
                <a:gd name="T6" fmla="*/ 0 w 32"/>
                <a:gd name="T7" fmla="*/ 54 h 90"/>
                <a:gd name="T8" fmla="*/ 0 w 32"/>
                <a:gd name="T9" fmla="*/ 54 h 90"/>
                <a:gd name="T10" fmla="*/ 28 w 32"/>
                <a:gd name="T11" fmla="*/ 3 h 9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2" h="90">
                  <a:moveTo>
                    <a:pt x="23" y="0"/>
                  </a:moveTo>
                  <a:cubicBezTo>
                    <a:pt x="29" y="13"/>
                    <a:pt x="32" y="31"/>
                    <a:pt x="30" y="45"/>
                  </a:cubicBezTo>
                  <a:cubicBezTo>
                    <a:pt x="29" y="56"/>
                    <a:pt x="25" y="83"/>
                    <a:pt x="20" y="90"/>
                  </a:cubicBezTo>
                  <a:cubicBezTo>
                    <a:pt x="16" y="80"/>
                    <a:pt x="23" y="36"/>
                    <a:pt x="0" y="45"/>
                  </a:cubicBezTo>
                  <a:cubicBezTo>
                    <a:pt x="0" y="46"/>
                    <a:pt x="0" y="46"/>
                    <a:pt x="0" y="45"/>
                  </a:cubicBezTo>
                  <a:cubicBezTo>
                    <a:pt x="3" y="33"/>
                    <a:pt x="14" y="11"/>
                    <a:pt x="23" y="3"/>
                  </a:cubicBezTo>
                </a:path>
              </a:pathLst>
            </a:custGeom>
            <a:solidFill>
              <a:srgbClr val="C27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8139" name="Freeform 621">
              <a:extLst>
                <a:ext uri="{FF2B5EF4-FFF2-40B4-BE49-F238E27FC236}">
                  <a16:creationId xmlns:a16="http://schemas.microsoft.com/office/drawing/2014/main" id="{C56D2782-33A1-4EA7-B70D-4329EF90112F}"/>
                </a:ext>
              </a:extLst>
            </p:cNvPr>
            <p:cNvSpPr>
              <a:spLocks/>
            </p:cNvSpPr>
            <p:nvPr/>
          </p:nvSpPr>
          <p:spPr bwMode="auto">
            <a:xfrm>
              <a:off x="978" y="1554"/>
              <a:ext cx="109" cy="153"/>
            </a:xfrm>
            <a:custGeom>
              <a:avLst/>
              <a:gdLst>
                <a:gd name="T0" fmla="*/ 0 w 102"/>
                <a:gd name="T1" fmla="*/ 0 h 144"/>
                <a:gd name="T2" fmla="*/ 59 w 102"/>
                <a:gd name="T3" fmla="*/ 17 h 144"/>
                <a:gd name="T4" fmla="*/ 88 w 102"/>
                <a:gd name="T5" fmla="*/ 17 h 144"/>
                <a:gd name="T6" fmla="*/ 106 w 102"/>
                <a:gd name="T7" fmla="*/ 39 h 144"/>
                <a:gd name="T8" fmla="*/ 120 w 102"/>
                <a:gd name="T9" fmla="*/ 69 h 144"/>
                <a:gd name="T10" fmla="*/ 113 w 102"/>
                <a:gd name="T11" fmla="*/ 101 h 144"/>
                <a:gd name="T12" fmla="*/ 77 w 102"/>
                <a:gd name="T13" fmla="*/ 168 h 144"/>
                <a:gd name="T14" fmla="*/ 73 w 102"/>
                <a:gd name="T15" fmla="*/ 173 h 144"/>
                <a:gd name="T16" fmla="*/ 93 w 102"/>
                <a:gd name="T17" fmla="*/ 107 h 144"/>
                <a:gd name="T18" fmla="*/ 99 w 102"/>
                <a:gd name="T19" fmla="*/ 68 h 144"/>
                <a:gd name="T20" fmla="*/ 33 w 102"/>
                <a:gd name="T21" fmla="*/ 77 h 144"/>
                <a:gd name="T22" fmla="*/ 67 w 102"/>
                <a:gd name="T23" fmla="*/ 39 h 144"/>
                <a:gd name="T24" fmla="*/ 32 w 102"/>
                <a:gd name="T25" fmla="*/ 28 h 144"/>
                <a:gd name="T26" fmla="*/ 3 w 102"/>
                <a:gd name="T27" fmla="*/ 4 h 144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02" h="144">
                  <a:moveTo>
                    <a:pt x="0" y="0"/>
                  </a:moveTo>
                  <a:cubicBezTo>
                    <a:pt x="14" y="9"/>
                    <a:pt x="32" y="12"/>
                    <a:pt x="48" y="14"/>
                  </a:cubicBezTo>
                  <a:cubicBezTo>
                    <a:pt x="55" y="15"/>
                    <a:pt x="67" y="12"/>
                    <a:pt x="72" y="14"/>
                  </a:cubicBezTo>
                  <a:cubicBezTo>
                    <a:pt x="83" y="16"/>
                    <a:pt x="83" y="25"/>
                    <a:pt x="87" y="33"/>
                  </a:cubicBezTo>
                  <a:cubicBezTo>
                    <a:pt x="90" y="41"/>
                    <a:pt x="95" y="49"/>
                    <a:pt x="98" y="57"/>
                  </a:cubicBezTo>
                  <a:cubicBezTo>
                    <a:pt x="102" y="67"/>
                    <a:pt x="98" y="75"/>
                    <a:pt x="93" y="84"/>
                  </a:cubicBezTo>
                  <a:cubicBezTo>
                    <a:pt x="83" y="102"/>
                    <a:pt x="74" y="122"/>
                    <a:pt x="63" y="140"/>
                  </a:cubicBezTo>
                  <a:cubicBezTo>
                    <a:pt x="62" y="141"/>
                    <a:pt x="61" y="143"/>
                    <a:pt x="60" y="144"/>
                  </a:cubicBezTo>
                  <a:cubicBezTo>
                    <a:pt x="65" y="125"/>
                    <a:pt x="71" y="107"/>
                    <a:pt x="76" y="89"/>
                  </a:cubicBezTo>
                  <a:cubicBezTo>
                    <a:pt x="79" y="81"/>
                    <a:pt x="84" y="64"/>
                    <a:pt x="81" y="56"/>
                  </a:cubicBezTo>
                  <a:cubicBezTo>
                    <a:pt x="74" y="35"/>
                    <a:pt x="38" y="56"/>
                    <a:pt x="27" y="64"/>
                  </a:cubicBezTo>
                  <a:cubicBezTo>
                    <a:pt x="35" y="57"/>
                    <a:pt x="65" y="47"/>
                    <a:pt x="55" y="33"/>
                  </a:cubicBezTo>
                  <a:cubicBezTo>
                    <a:pt x="49" y="25"/>
                    <a:pt x="34" y="26"/>
                    <a:pt x="26" y="23"/>
                  </a:cubicBezTo>
                  <a:cubicBezTo>
                    <a:pt x="17" y="19"/>
                    <a:pt x="10" y="11"/>
                    <a:pt x="3" y="4"/>
                  </a:cubicBezTo>
                </a:path>
              </a:pathLst>
            </a:custGeom>
            <a:solidFill>
              <a:srgbClr val="8E4C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8140" name="Freeform 622">
              <a:extLst>
                <a:ext uri="{FF2B5EF4-FFF2-40B4-BE49-F238E27FC236}">
                  <a16:creationId xmlns:a16="http://schemas.microsoft.com/office/drawing/2014/main" id="{0CD93612-E13B-4796-A98A-2DECA0782A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3" y="1479"/>
              <a:ext cx="71" cy="79"/>
            </a:xfrm>
            <a:custGeom>
              <a:avLst/>
              <a:gdLst>
                <a:gd name="T0" fmla="*/ 82 w 66"/>
                <a:gd name="T1" fmla="*/ 0 h 74"/>
                <a:gd name="T2" fmla="*/ 71 w 66"/>
                <a:gd name="T3" fmla="*/ 46 h 74"/>
                <a:gd name="T4" fmla="*/ 73 w 66"/>
                <a:gd name="T5" fmla="*/ 90 h 74"/>
                <a:gd name="T6" fmla="*/ 37 w 66"/>
                <a:gd name="T7" fmla="*/ 78 h 74"/>
                <a:gd name="T8" fmla="*/ 0 w 66"/>
                <a:gd name="T9" fmla="*/ 68 h 74"/>
                <a:gd name="T10" fmla="*/ 52 w 66"/>
                <a:gd name="T11" fmla="*/ 65 h 74"/>
                <a:gd name="T12" fmla="*/ 77 w 66"/>
                <a:gd name="T13" fmla="*/ 6 h 7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6" h="74">
                  <a:moveTo>
                    <a:pt x="66" y="0"/>
                  </a:moveTo>
                  <a:cubicBezTo>
                    <a:pt x="62" y="12"/>
                    <a:pt x="57" y="24"/>
                    <a:pt x="57" y="37"/>
                  </a:cubicBezTo>
                  <a:cubicBezTo>
                    <a:pt x="56" y="49"/>
                    <a:pt x="62" y="63"/>
                    <a:pt x="59" y="74"/>
                  </a:cubicBezTo>
                  <a:cubicBezTo>
                    <a:pt x="48" y="70"/>
                    <a:pt x="43" y="63"/>
                    <a:pt x="30" y="64"/>
                  </a:cubicBezTo>
                  <a:cubicBezTo>
                    <a:pt x="18" y="64"/>
                    <a:pt x="9" y="65"/>
                    <a:pt x="0" y="56"/>
                  </a:cubicBezTo>
                  <a:cubicBezTo>
                    <a:pt x="11" y="59"/>
                    <a:pt x="33" y="60"/>
                    <a:pt x="42" y="53"/>
                  </a:cubicBezTo>
                  <a:cubicBezTo>
                    <a:pt x="53" y="44"/>
                    <a:pt x="54" y="19"/>
                    <a:pt x="62" y="6"/>
                  </a:cubicBezTo>
                </a:path>
              </a:pathLst>
            </a:custGeom>
            <a:solidFill>
              <a:srgbClr val="8E4C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8141" name="Freeform 623">
              <a:extLst>
                <a:ext uri="{FF2B5EF4-FFF2-40B4-BE49-F238E27FC236}">
                  <a16:creationId xmlns:a16="http://schemas.microsoft.com/office/drawing/2014/main" id="{4FDE47E9-993F-46D0-94FB-23F832FA4757}"/>
                </a:ext>
              </a:extLst>
            </p:cNvPr>
            <p:cNvSpPr>
              <a:spLocks/>
            </p:cNvSpPr>
            <p:nvPr/>
          </p:nvSpPr>
          <p:spPr bwMode="auto">
            <a:xfrm>
              <a:off x="915" y="1874"/>
              <a:ext cx="79" cy="166"/>
            </a:xfrm>
            <a:custGeom>
              <a:avLst/>
              <a:gdLst>
                <a:gd name="T0" fmla="*/ 0 w 74"/>
                <a:gd name="T1" fmla="*/ 0 h 156"/>
                <a:gd name="T2" fmla="*/ 90 w 74"/>
                <a:gd name="T3" fmla="*/ 6 h 156"/>
                <a:gd name="T4" fmla="*/ 56 w 74"/>
                <a:gd name="T5" fmla="*/ 72 h 156"/>
                <a:gd name="T6" fmla="*/ 53 w 74"/>
                <a:gd name="T7" fmla="*/ 126 h 156"/>
                <a:gd name="T8" fmla="*/ 48 w 74"/>
                <a:gd name="T9" fmla="*/ 188 h 156"/>
                <a:gd name="T10" fmla="*/ 46 w 74"/>
                <a:gd name="T11" fmla="*/ 57 h 156"/>
                <a:gd name="T12" fmla="*/ 37 w 74"/>
                <a:gd name="T13" fmla="*/ 30 h 156"/>
                <a:gd name="T14" fmla="*/ 12 w 74"/>
                <a:gd name="T15" fmla="*/ 13 h 15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4" h="156">
                  <a:moveTo>
                    <a:pt x="0" y="0"/>
                  </a:moveTo>
                  <a:cubicBezTo>
                    <a:pt x="13" y="13"/>
                    <a:pt x="58" y="15"/>
                    <a:pt x="74" y="6"/>
                  </a:cubicBezTo>
                  <a:cubicBezTo>
                    <a:pt x="57" y="20"/>
                    <a:pt x="47" y="38"/>
                    <a:pt x="46" y="60"/>
                  </a:cubicBezTo>
                  <a:cubicBezTo>
                    <a:pt x="45" y="74"/>
                    <a:pt x="45" y="89"/>
                    <a:pt x="44" y="104"/>
                  </a:cubicBezTo>
                  <a:cubicBezTo>
                    <a:pt x="43" y="121"/>
                    <a:pt x="38" y="138"/>
                    <a:pt x="39" y="156"/>
                  </a:cubicBezTo>
                  <a:cubicBezTo>
                    <a:pt x="31" y="120"/>
                    <a:pt x="34" y="84"/>
                    <a:pt x="37" y="48"/>
                  </a:cubicBezTo>
                  <a:cubicBezTo>
                    <a:pt x="38" y="39"/>
                    <a:pt x="38" y="31"/>
                    <a:pt x="31" y="24"/>
                  </a:cubicBezTo>
                  <a:cubicBezTo>
                    <a:pt x="25" y="18"/>
                    <a:pt x="10" y="17"/>
                    <a:pt x="9" y="10"/>
                  </a:cubicBezTo>
                </a:path>
              </a:pathLst>
            </a:custGeom>
            <a:solidFill>
              <a:srgbClr val="8E4C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8142" name="Freeform 624">
              <a:extLst>
                <a:ext uri="{FF2B5EF4-FFF2-40B4-BE49-F238E27FC236}">
                  <a16:creationId xmlns:a16="http://schemas.microsoft.com/office/drawing/2014/main" id="{C615B0AC-520B-4ED9-AB02-B8A73E376A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9" y="1617"/>
              <a:ext cx="156" cy="258"/>
            </a:xfrm>
            <a:custGeom>
              <a:avLst/>
              <a:gdLst>
                <a:gd name="T0" fmla="*/ 6 w 146"/>
                <a:gd name="T1" fmla="*/ 0 h 242"/>
                <a:gd name="T2" fmla="*/ 28 w 146"/>
                <a:gd name="T3" fmla="*/ 52 h 242"/>
                <a:gd name="T4" fmla="*/ 28 w 146"/>
                <a:gd name="T5" fmla="*/ 99 h 242"/>
                <a:gd name="T6" fmla="*/ 16 w 146"/>
                <a:gd name="T7" fmla="*/ 183 h 242"/>
                <a:gd name="T8" fmla="*/ 50 w 146"/>
                <a:gd name="T9" fmla="*/ 213 h 242"/>
                <a:gd name="T10" fmla="*/ 79 w 146"/>
                <a:gd name="T11" fmla="*/ 248 h 242"/>
                <a:gd name="T12" fmla="*/ 168 w 146"/>
                <a:gd name="T13" fmla="*/ 292 h 242"/>
                <a:gd name="T14" fmla="*/ 178 w 146"/>
                <a:gd name="T15" fmla="*/ 293 h 242"/>
                <a:gd name="T16" fmla="*/ 128 w 146"/>
                <a:gd name="T17" fmla="*/ 271 h 242"/>
                <a:gd name="T18" fmla="*/ 90 w 146"/>
                <a:gd name="T19" fmla="*/ 235 h 242"/>
                <a:gd name="T20" fmla="*/ 66 w 146"/>
                <a:gd name="T21" fmla="*/ 201 h 242"/>
                <a:gd name="T22" fmla="*/ 38 w 146"/>
                <a:gd name="T23" fmla="*/ 175 h 242"/>
                <a:gd name="T24" fmla="*/ 47 w 146"/>
                <a:gd name="T25" fmla="*/ 80 h 242"/>
                <a:gd name="T26" fmla="*/ 6 w 146"/>
                <a:gd name="T27" fmla="*/ 4 h 24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46" h="242">
                  <a:moveTo>
                    <a:pt x="6" y="0"/>
                  </a:moveTo>
                  <a:cubicBezTo>
                    <a:pt x="5" y="9"/>
                    <a:pt x="18" y="31"/>
                    <a:pt x="22" y="43"/>
                  </a:cubicBezTo>
                  <a:cubicBezTo>
                    <a:pt x="25" y="56"/>
                    <a:pt x="25" y="69"/>
                    <a:pt x="22" y="82"/>
                  </a:cubicBezTo>
                  <a:cubicBezTo>
                    <a:pt x="16" y="103"/>
                    <a:pt x="0" y="128"/>
                    <a:pt x="13" y="151"/>
                  </a:cubicBezTo>
                  <a:cubicBezTo>
                    <a:pt x="20" y="162"/>
                    <a:pt x="33" y="168"/>
                    <a:pt x="41" y="176"/>
                  </a:cubicBezTo>
                  <a:cubicBezTo>
                    <a:pt x="50" y="185"/>
                    <a:pt x="56" y="196"/>
                    <a:pt x="65" y="205"/>
                  </a:cubicBezTo>
                  <a:cubicBezTo>
                    <a:pt x="84" y="225"/>
                    <a:pt x="109" y="242"/>
                    <a:pt x="138" y="241"/>
                  </a:cubicBezTo>
                  <a:cubicBezTo>
                    <a:pt x="140" y="241"/>
                    <a:pt x="143" y="242"/>
                    <a:pt x="146" y="242"/>
                  </a:cubicBezTo>
                  <a:cubicBezTo>
                    <a:pt x="133" y="234"/>
                    <a:pt x="118" y="232"/>
                    <a:pt x="105" y="223"/>
                  </a:cubicBezTo>
                  <a:cubicBezTo>
                    <a:pt x="93" y="214"/>
                    <a:pt x="82" y="204"/>
                    <a:pt x="74" y="193"/>
                  </a:cubicBezTo>
                  <a:cubicBezTo>
                    <a:pt x="67" y="184"/>
                    <a:pt x="61" y="174"/>
                    <a:pt x="54" y="166"/>
                  </a:cubicBezTo>
                  <a:cubicBezTo>
                    <a:pt x="47" y="159"/>
                    <a:pt x="36" y="153"/>
                    <a:pt x="32" y="144"/>
                  </a:cubicBezTo>
                  <a:cubicBezTo>
                    <a:pt x="22" y="118"/>
                    <a:pt x="40" y="92"/>
                    <a:pt x="38" y="66"/>
                  </a:cubicBezTo>
                  <a:cubicBezTo>
                    <a:pt x="36" y="41"/>
                    <a:pt x="18" y="24"/>
                    <a:pt x="6" y="4"/>
                  </a:cubicBezTo>
                </a:path>
              </a:pathLst>
            </a:custGeom>
            <a:solidFill>
              <a:srgbClr val="C27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8143" name="Freeform 625">
              <a:extLst>
                <a:ext uri="{FF2B5EF4-FFF2-40B4-BE49-F238E27FC236}">
                  <a16:creationId xmlns:a16="http://schemas.microsoft.com/office/drawing/2014/main" id="{1AF058ED-5821-4941-8FC6-1BD594F421A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3" y="1438"/>
              <a:ext cx="25" cy="44"/>
            </a:xfrm>
            <a:custGeom>
              <a:avLst/>
              <a:gdLst>
                <a:gd name="T0" fmla="*/ 0 w 24"/>
                <a:gd name="T1" fmla="*/ 30 h 42"/>
                <a:gd name="T2" fmla="*/ 18 w 24"/>
                <a:gd name="T3" fmla="*/ 24 h 42"/>
                <a:gd name="T4" fmla="*/ 15 w 24"/>
                <a:gd name="T5" fmla="*/ 48 h 42"/>
                <a:gd name="T6" fmla="*/ 23 w 24"/>
                <a:gd name="T7" fmla="*/ 15 h 42"/>
                <a:gd name="T8" fmla="*/ 4 w 24"/>
                <a:gd name="T9" fmla="*/ 24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42">
                  <a:moveTo>
                    <a:pt x="0" y="27"/>
                  </a:moveTo>
                  <a:cubicBezTo>
                    <a:pt x="3" y="27"/>
                    <a:pt x="10" y="11"/>
                    <a:pt x="15" y="21"/>
                  </a:cubicBezTo>
                  <a:cubicBezTo>
                    <a:pt x="18" y="26"/>
                    <a:pt x="13" y="36"/>
                    <a:pt x="12" y="42"/>
                  </a:cubicBezTo>
                  <a:cubicBezTo>
                    <a:pt x="19" y="37"/>
                    <a:pt x="24" y="20"/>
                    <a:pt x="20" y="12"/>
                  </a:cubicBezTo>
                  <a:cubicBezTo>
                    <a:pt x="14" y="0"/>
                    <a:pt x="7" y="16"/>
                    <a:pt x="4" y="21"/>
                  </a:cubicBezTo>
                </a:path>
              </a:pathLst>
            </a:custGeom>
            <a:solidFill>
              <a:srgbClr val="C27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8144" name="Freeform 626">
              <a:extLst>
                <a:ext uri="{FF2B5EF4-FFF2-40B4-BE49-F238E27FC236}">
                  <a16:creationId xmlns:a16="http://schemas.microsoft.com/office/drawing/2014/main" id="{691BE743-9263-42C0-9FDB-E0BD24D400DA}"/>
                </a:ext>
              </a:extLst>
            </p:cNvPr>
            <p:cNvSpPr>
              <a:spLocks/>
            </p:cNvSpPr>
            <p:nvPr/>
          </p:nvSpPr>
          <p:spPr bwMode="auto">
            <a:xfrm>
              <a:off x="949" y="1521"/>
              <a:ext cx="33" cy="30"/>
            </a:xfrm>
            <a:custGeom>
              <a:avLst/>
              <a:gdLst>
                <a:gd name="T0" fmla="*/ 31 w 31"/>
                <a:gd name="T1" fmla="*/ 34 h 28"/>
                <a:gd name="T2" fmla="*/ 20 w 31"/>
                <a:gd name="T3" fmla="*/ 11 h 28"/>
                <a:gd name="T4" fmla="*/ 37 w 31"/>
                <a:gd name="T5" fmla="*/ 10 h 28"/>
                <a:gd name="T6" fmla="*/ 14 w 31"/>
                <a:gd name="T7" fmla="*/ 2 h 28"/>
                <a:gd name="T8" fmla="*/ 28 w 31"/>
                <a:gd name="T9" fmla="*/ 33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28">
                  <a:moveTo>
                    <a:pt x="25" y="28"/>
                  </a:moveTo>
                  <a:cubicBezTo>
                    <a:pt x="21" y="23"/>
                    <a:pt x="12" y="15"/>
                    <a:pt x="17" y="8"/>
                  </a:cubicBezTo>
                  <a:cubicBezTo>
                    <a:pt x="20" y="5"/>
                    <a:pt x="27" y="5"/>
                    <a:pt x="31" y="7"/>
                  </a:cubicBezTo>
                  <a:cubicBezTo>
                    <a:pt x="27" y="5"/>
                    <a:pt x="15" y="0"/>
                    <a:pt x="11" y="2"/>
                  </a:cubicBezTo>
                  <a:cubicBezTo>
                    <a:pt x="0" y="8"/>
                    <a:pt x="18" y="23"/>
                    <a:pt x="23" y="27"/>
                  </a:cubicBezTo>
                </a:path>
              </a:pathLst>
            </a:custGeom>
            <a:solidFill>
              <a:srgbClr val="C27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8145" name="Freeform 627">
              <a:extLst>
                <a:ext uri="{FF2B5EF4-FFF2-40B4-BE49-F238E27FC236}">
                  <a16:creationId xmlns:a16="http://schemas.microsoft.com/office/drawing/2014/main" id="{FD365906-C7D2-4E94-AE1B-47BF4CE4AD5B}"/>
                </a:ext>
              </a:extLst>
            </p:cNvPr>
            <p:cNvSpPr>
              <a:spLocks/>
            </p:cNvSpPr>
            <p:nvPr/>
          </p:nvSpPr>
          <p:spPr bwMode="auto">
            <a:xfrm>
              <a:off x="934" y="1610"/>
              <a:ext cx="35" cy="29"/>
            </a:xfrm>
            <a:custGeom>
              <a:avLst/>
              <a:gdLst>
                <a:gd name="T0" fmla="*/ 36 w 33"/>
                <a:gd name="T1" fmla="*/ 0 h 27"/>
                <a:gd name="T2" fmla="*/ 21 w 33"/>
                <a:gd name="T3" fmla="*/ 14 h 27"/>
                <a:gd name="T4" fmla="*/ 39 w 33"/>
                <a:gd name="T5" fmla="*/ 27 h 27"/>
                <a:gd name="T6" fmla="*/ 25 w 33"/>
                <a:gd name="T7" fmla="*/ 0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27">
                  <a:moveTo>
                    <a:pt x="30" y="0"/>
                  </a:moveTo>
                  <a:cubicBezTo>
                    <a:pt x="24" y="4"/>
                    <a:pt x="17" y="3"/>
                    <a:pt x="18" y="11"/>
                  </a:cubicBezTo>
                  <a:cubicBezTo>
                    <a:pt x="19" y="19"/>
                    <a:pt x="26" y="21"/>
                    <a:pt x="33" y="21"/>
                  </a:cubicBezTo>
                  <a:cubicBezTo>
                    <a:pt x="13" y="27"/>
                    <a:pt x="0" y="0"/>
                    <a:pt x="22" y="0"/>
                  </a:cubicBezTo>
                </a:path>
              </a:pathLst>
            </a:custGeom>
            <a:solidFill>
              <a:srgbClr val="C27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8146" name="Freeform 628">
              <a:extLst>
                <a:ext uri="{FF2B5EF4-FFF2-40B4-BE49-F238E27FC236}">
                  <a16:creationId xmlns:a16="http://schemas.microsoft.com/office/drawing/2014/main" id="{D1EDA5DE-679E-43EB-802E-0E46DAAFF313}"/>
                </a:ext>
              </a:extLst>
            </p:cNvPr>
            <p:cNvSpPr>
              <a:spLocks/>
            </p:cNvSpPr>
            <p:nvPr/>
          </p:nvSpPr>
          <p:spPr bwMode="auto">
            <a:xfrm>
              <a:off x="802" y="1191"/>
              <a:ext cx="525" cy="583"/>
            </a:xfrm>
            <a:custGeom>
              <a:avLst/>
              <a:gdLst>
                <a:gd name="T0" fmla="*/ 595 w 493"/>
                <a:gd name="T1" fmla="*/ 0 h 546"/>
                <a:gd name="T2" fmla="*/ 151 w 493"/>
                <a:gd name="T3" fmla="*/ 225 h 546"/>
                <a:gd name="T4" fmla="*/ 97 w 493"/>
                <a:gd name="T5" fmla="*/ 327 h 546"/>
                <a:gd name="T6" fmla="*/ 0 w 493"/>
                <a:gd name="T7" fmla="*/ 665 h 546"/>
                <a:gd name="T8" fmla="*/ 89 w 493"/>
                <a:gd name="T9" fmla="*/ 353 h 546"/>
                <a:gd name="T10" fmla="*/ 162 w 493"/>
                <a:gd name="T11" fmla="*/ 233 h 546"/>
                <a:gd name="T12" fmla="*/ 595 w 493"/>
                <a:gd name="T13" fmla="*/ 0 h 54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93" h="546">
                  <a:moveTo>
                    <a:pt x="493" y="0"/>
                  </a:moveTo>
                  <a:cubicBezTo>
                    <a:pt x="493" y="0"/>
                    <a:pt x="198" y="14"/>
                    <a:pt x="125" y="185"/>
                  </a:cubicBezTo>
                  <a:cubicBezTo>
                    <a:pt x="104" y="233"/>
                    <a:pt x="96" y="252"/>
                    <a:pt x="80" y="269"/>
                  </a:cubicBezTo>
                  <a:cubicBezTo>
                    <a:pt x="64" y="286"/>
                    <a:pt x="15" y="350"/>
                    <a:pt x="0" y="546"/>
                  </a:cubicBezTo>
                  <a:cubicBezTo>
                    <a:pt x="0" y="546"/>
                    <a:pt x="18" y="371"/>
                    <a:pt x="74" y="290"/>
                  </a:cubicBezTo>
                  <a:cubicBezTo>
                    <a:pt x="129" y="209"/>
                    <a:pt x="124" y="211"/>
                    <a:pt x="134" y="191"/>
                  </a:cubicBezTo>
                  <a:cubicBezTo>
                    <a:pt x="144" y="170"/>
                    <a:pt x="200" y="33"/>
                    <a:pt x="493" y="0"/>
                  </a:cubicBezTo>
                  <a:close/>
                </a:path>
              </a:pathLst>
            </a:custGeom>
            <a:solidFill>
              <a:srgbClr val="C27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8147" name="Freeform 629">
              <a:extLst>
                <a:ext uri="{FF2B5EF4-FFF2-40B4-BE49-F238E27FC236}">
                  <a16:creationId xmlns:a16="http://schemas.microsoft.com/office/drawing/2014/main" id="{4DE18E3A-8C54-4B90-A510-5F9655424C26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" y="1825"/>
              <a:ext cx="84" cy="101"/>
            </a:xfrm>
            <a:custGeom>
              <a:avLst/>
              <a:gdLst>
                <a:gd name="T0" fmla="*/ 34 w 78"/>
                <a:gd name="T1" fmla="*/ 0 h 95"/>
                <a:gd name="T2" fmla="*/ 19 w 78"/>
                <a:gd name="T3" fmla="*/ 65 h 95"/>
                <a:gd name="T4" fmla="*/ 46 w 78"/>
                <a:gd name="T5" fmla="*/ 98 h 95"/>
                <a:gd name="T6" fmla="*/ 97 w 78"/>
                <a:gd name="T7" fmla="*/ 111 h 95"/>
                <a:gd name="T8" fmla="*/ 61 w 78"/>
                <a:gd name="T9" fmla="*/ 91 h 95"/>
                <a:gd name="T10" fmla="*/ 44 w 78"/>
                <a:gd name="T11" fmla="*/ 64 h 95"/>
                <a:gd name="T12" fmla="*/ 26 w 78"/>
                <a:gd name="T13" fmla="*/ 44 h 95"/>
                <a:gd name="T14" fmla="*/ 39 w 78"/>
                <a:gd name="T15" fmla="*/ 5 h 9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8" h="95">
                  <a:moveTo>
                    <a:pt x="28" y="0"/>
                  </a:moveTo>
                  <a:cubicBezTo>
                    <a:pt x="14" y="14"/>
                    <a:pt x="0" y="36"/>
                    <a:pt x="16" y="54"/>
                  </a:cubicBezTo>
                  <a:cubicBezTo>
                    <a:pt x="25" y="64"/>
                    <a:pt x="30" y="71"/>
                    <a:pt x="37" y="82"/>
                  </a:cubicBezTo>
                  <a:cubicBezTo>
                    <a:pt x="46" y="95"/>
                    <a:pt x="62" y="92"/>
                    <a:pt x="78" y="92"/>
                  </a:cubicBezTo>
                  <a:cubicBezTo>
                    <a:pt x="69" y="88"/>
                    <a:pt x="56" y="83"/>
                    <a:pt x="49" y="76"/>
                  </a:cubicBezTo>
                  <a:cubicBezTo>
                    <a:pt x="43" y="69"/>
                    <a:pt x="42" y="59"/>
                    <a:pt x="35" y="53"/>
                  </a:cubicBezTo>
                  <a:cubicBezTo>
                    <a:pt x="30" y="47"/>
                    <a:pt x="22" y="45"/>
                    <a:pt x="20" y="37"/>
                  </a:cubicBezTo>
                  <a:cubicBezTo>
                    <a:pt x="18" y="29"/>
                    <a:pt x="24" y="10"/>
                    <a:pt x="31" y="5"/>
                  </a:cubicBezTo>
                </a:path>
              </a:pathLst>
            </a:custGeom>
            <a:solidFill>
              <a:srgbClr val="C27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8148" name="Freeform 630">
              <a:extLst>
                <a:ext uri="{FF2B5EF4-FFF2-40B4-BE49-F238E27FC236}">
                  <a16:creationId xmlns:a16="http://schemas.microsoft.com/office/drawing/2014/main" id="{3E25A9F6-4268-4A7A-A14D-3341F4FA06A7}"/>
                </a:ext>
              </a:extLst>
            </p:cNvPr>
            <p:cNvSpPr>
              <a:spLocks/>
            </p:cNvSpPr>
            <p:nvPr/>
          </p:nvSpPr>
          <p:spPr bwMode="auto">
            <a:xfrm>
              <a:off x="678" y="1922"/>
              <a:ext cx="87" cy="267"/>
            </a:xfrm>
            <a:custGeom>
              <a:avLst/>
              <a:gdLst>
                <a:gd name="T0" fmla="*/ 100 w 81"/>
                <a:gd name="T1" fmla="*/ 0 h 251"/>
                <a:gd name="T2" fmla="*/ 45 w 81"/>
                <a:gd name="T3" fmla="*/ 152 h 251"/>
                <a:gd name="T4" fmla="*/ 40 w 81"/>
                <a:gd name="T5" fmla="*/ 230 h 251"/>
                <a:gd name="T6" fmla="*/ 46 w 81"/>
                <a:gd name="T7" fmla="*/ 301 h 251"/>
                <a:gd name="T8" fmla="*/ 83 w 81"/>
                <a:gd name="T9" fmla="*/ 288 h 251"/>
                <a:gd name="T10" fmla="*/ 34 w 81"/>
                <a:gd name="T11" fmla="*/ 281 h 251"/>
                <a:gd name="T12" fmla="*/ 64 w 81"/>
                <a:gd name="T13" fmla="*/ 244 h 251"/>
                <a:gd name="T14" fmla="*/ 54 w 81"/>
                <a:gd name="T15" fmla="*/ 218 h 251"/>
                <a:gd name="T16" fmla="*/ 57 w 81"/>
                <a:gd name="T17" fmla="*/ 146 h 251"/>
                <a:gd name="T18" fmla="*/ 100 w 81"/>
                <a:gd name="T19" fmla="*/ 0 h 25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1" h="251">
                  <a:moveTo>
                    <a:pt x="81" y="0"/>
                  </a:moveTo>
                  <a:cubicBezTo>
                    <a:pt x="81" y="0"/>
                    <a:pt x="32" y="91"/>
                    <a:pt x="36" y="126"/>
                  </a:cubicBezTo>
                  <a:cubicBezTo>
                    <a:pt x="41" y="161"/>
                    <a:pt x="42" y="178"/>
                    <a:pt x="32" y="191"/>
                  </a:cubicBezTo>
                  <a:cubicBezTo>
                    <a:pt x="21" y="203"/>
                    <a:pt x="0" y="247"/>
                    <a:pt x="37" y="250"/>
                  </a:cubicBezTo>
                  <a:cubicBezTo>
                    <a:pt x="46" y="251"/>
                    <a:pt x="58" y="247"/>
                    <a:pt x="67" y="240"/>
                  </a:cubicBezTo>
                  <a:cubicBezTo>
                    <a:pt x="67" y="240"/>
                    <a:pt x="33" y="250"/>
                    <a:pt x="28" y="233"/>
                  </a:cubicBezTo>
                  <a:cubicBezTo>
                    <a:pt x="24" y="217"/>
                    <a:pt x="34" y="195"/>
                    <a:pt x="52" y="202"/>
                  </a:cubicBezTo>
                  <a:cubicBezTo>
                    <a:pt x="52" y="202"/>
                    <a:pt x="41" y="196"/>
                    <a:pt x="44" y="181"/>
                  </a:cubicBezTo>
                  <a:cubicBezTo>
                    <a:pt x="48" y="166"/>
                    <a:pt x="48" y="132"/>
                    <a:pt x="46" y="121"/>
                  </a:cubicBezTo>
                  <a:cubicBezTo>
                    <a:pt x="43" y="111"/>
                    <a:pt x="42" y="80"/>
                    <a:pt x="81" y="0"/>
                  </a:cubicBezTo>
                  <a:close/>
                </a:path>
              </a:pathLst>
            </a:custGeom>
            <a:solidFill>
              <a:srgbClr val="C27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8149" name="Freeform 631">
              <a:extLst>
                <a:ext uri="{FF2B5EF4-FFF2-40B4-BE49-F238E27FC236}">
                  <a16:creationId xmlns:a16="http://schemas.microsoft.com/office/drawing/2014/main" id="{262B8697-F0B8-4E7D-BC64-60CE15772B77}"/>
                </a:ext>
              </a:extLst>
            </p:cNvPr>
            <p:cNvSpPr>
              <a:spLocks/>
            </p:cNvSpPr>
            <p:nvPr/>
          </p:nvSpPr>
          <p:spPr bwMode="auto">
            <a:xfrm>
              <a:off x="684" y="2211"/>
              <a:ext cx="81" cy="311"/>
            </a:xfrm>
            <a:custGeom>
              <a:avLst/>
              <a:gdLst>
                <a:gd name="T0" fmla="*/ 45 w 76"/>
                <a:gd name="T1" fmla="*/ 0 h 292"/>
                <a:gd name="T2" fmla="*/ 22 w 76"/>
                <a:gd name="T3" fmla="*/ 3 h 292"/>
                <a:gd name="T4" fmla="*/ 16 w 76"/>
                <a:gd name="T5" fmla="*/ 77 h 292"/>
                <a:gd name="T6" fmla="*/ 2 w 76"/>
                <a:gd name="T7" fmla="*/ 154 h 292"/>
                <a:gd name="T8" fmla="*/ 16 w 76"/>
                <a:gd name="T9" fmla="*/ 230 h 292"/>
                <a:gd name="T10" fmla="*/ 34 w 76"/>
                <a:gd name="T11" fmla="*/ 269 h 292"/>
                <a:gd name="T12" fmla="*/ 42 w 76"/>
                <a:gd name="T13" fmla="*/ 302 h 292"/>
                <a:gd name="T14" fmla="*/ 92 w 76"/>
                <a:gd name="T15" fmla="*/ 353 h 292"/>
                <a:gd name="T16" fmla="*/ 69 w 76"/>
                <a:gd name="T17" fmla="*/ 326 h 292"/>
                <a:gd name="T18" fmla="*/ 48 w 76"/>
                <a:gd name="T19" fmla="*/ 280 h 292"/>
                <a:gd name="T20" fmla="*/ 36 w 76"/>
                <a:gd name="T21" fmla="*/ 229 h 292"/>
                <a:gd name="T22" fmla="*/ 17 w 76"/>
                <a:gd name="T23" fmla="*/ 189 h 292"/>
                <a:gd name="T24" fmla="*/ 29 w 76"/>
                <a:gd name="T25" fmla="*/ 83 h 292"/>
                <a:gd name="T26" fmla="*/ 42 w 76"/>
                <a:gd name="T27" fmla="*/ 0 h 29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76" h="292">
                  <a:moveTo>
                    <a:pt x="37" y="0"/>
                  </a:moveTo>
                  <a:cubicBezTo>
                    <a:pt x="30" y="1"/>
                    <a:pt x="25" y="0"/>
                    <a:pt x="19" y="3"/>
                  </a:cubicBezTo>
                  <a:cubicBezTo>
                    <a:pt x="17" y="22"/>
                    <a:pt x="15" y="44"/>
                    <a:pt x="13" y="64"/>
                  </a:cubicBezTo>
                  <a:cubicBezTo>
                    <a:pt x="11" y="86"/>
                    <a:pt x="4" y="106"/>
                    <a:pt x="2" y="128"/>
                  </a:cubicBezTo>
                  <a:cubicBezTo>
                    <a:pt x="0" y="151"/>
                    <a:pt x="3" y="170"/>
                    <a:pt x="13" y="191"/>
                  </a:cubicBezTo>
                  <a:cubicBezTo>
                    <a:pt x="18" y="202"/>
                    <a:pt x="24" y="212"/>
                    <a:pt x="28" y="223"/>
                  </a:cubicBezTo>
                  <a:cubicBezTo>
                    <a:pt x="30" y="233"/>
                    <a:pt x="31" y="242"/>
                    <a:pt x="35" y="251"/>
                  </a:cubicBezTo>
                  <a:cubicBezTo>
                    <a:pt x="42" y="268"/>
                    <a:pt x="61" y="283"/>
                    <a:pt x="76" y="292"/>
                  </a:cubicBezTo>
                  <a:cubicBezTo>
                    <a:pt x="75" y="280"/>
                    <a:pt x="65" y="278"/>
                    <a:pt x="57" y="269"/>
                  </a:cubicBezTo>
                  <a:cubicBezTo>
                    <a:pt x="48" y="260"/>
                    <a:pt x="42" y="244"/>
                    <a:pt x="39" y="232"/>
                  </a:cubicBezTo>
                  <a:cubicBezTo>
                    <a:pt x="35" y="219"/>
                    <a:pt x="35" y="204"/>
                    <a:pt x="30" y="190"/>
                  </a:cubicBezTo>
                  <a:cubicBezTo>
                    <a:pt x="26" y="178"/>
                    <a:pt x="18" y="168"/>
                    <a:pt x="14" y="156"/>
                  </a:cubicBezTo>
                  <a:cubicBezTo>
                    <a:pt x="3" y="123"/>
                    <a:pt x="20" y="102"/>
                    <a:pt x="23" y="69"/>
                  </a:cubicBezTo>
                  <a:cubicBezTo>
                    <a:pt x="25" y="52"/>
                    <a:pt x="18" y="11"/>
                    <a:pt x="35" y="0"/>
                  </a:cubicBezTo>
                </a:path>
              </a:pathLst>
            </a:custGeom>
            <a:solidFill>
              <a:srgbClr val="C27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8150" name="Freeform 632">
              <a:extLst>
                <a:ext uri="{FF2B5EF4-FFF2-40B4-BE49-F238E27FC236}">
                  <a16:creationId xmlns:a16="http://schemas.microsoft.com/office/drawing/2014/main" id="{091D40CD-89E1-480A-BB45-A507A7AF6F31}"/>
                </a:ext>
              </a:extLst>
            </p:cNvPr>
            <p:cNvSpPr>
              <a:spLocks/>
            </p:cNvSpPr>
            <p:nvPr/>
          </p:nvSpPr>
          <p:spPr bwMode="auto">
            <a:xfrm>
              <a:off x="797" y="2384"/>
              <a:ext cx="53" cy="117"/>
            </a:xfrm>
            <a:custGeom>
              <a:avLst/>
              <a:gdLst>
                <a:gd name="T0" fmla="*/ 13 w 50"/>
                <a:gd name="T1" fmla="*/ 0 h 109"/>
                <a:gd name="T2" fmla="*/ 6 w 50"/>
                <a:gd name="T3" fmla="*/ 79 h 109"/>
                <a:gd name="T4" fmla="*/ 59 w 50"/>
                <a:gd name="T5" fmla="*/ 122 h 109"/>
                <a:gd name="T6" fmla="*/ 16 w 50"/>
                <a:gd name="T7" fmla="*/ 72 h 109"/>
                <a:gd name="T8" fmla="*/ 8 w 50"/>
                <a:gd name="T9" fmla="*/ 11 h 10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109">
                  <a:moveTo>
                    <a:pt x="10" y="0"/>
                  </a:moveTo>
                  <a:cubicBezTo>
                    <a:pt x="6" y="19"/>
                    <a:pt x="0" y="45"/>
                    <a:pt x="6" y="64"/>
                  </a:cubicBezTo>
                  <a:cubicBezTo>
                    <a:pt x="10" y="76"/>
                    <a:pt x="34" y="109"/>
                    <a:pt x="50" y="99"/>
                  </a:cubicBezTo>
                  <a:cubicBezTo>
                    <a:pt x="30" y="91"/>
                    <a:pt x="18" y="80"/>
                    <a:pt x="13" y="58"/>
                  </a:cubicBezTo>
                  <a:cubicBezTo>
                    <a:pt x="9" y="43"/>
                    <a:pt x="4" y="24"/>
                    <a:pt x="8" y="8"/>
                  </a:cubicBezTo>
                </a:path>
              </a:pathLst>
            </a:custGeom>
            <a:solidFill>
              <a:srgbClr val="8E4C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8151" name="Freeform 633">
              <a:extLst>
                <a:ext uri="{FF2B5EF4-FFF2-40B4-BE49-F238E27FC236}">
                  <a16:creationId xmlns:a16="http://schemas.microsoft.com/office/drawing/2014/main" id="{79A2B7E2-23D5-4935-A418-CA8F6BA1A2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2" y="930"/>
              <a:ext cx="122" cy="272"/>
            </a:xfrm>
            <a:custGeom>
              <a:avLst/>
              <a:gdLst>
                <a:gd name="T0" fmla="*/ 75 w 115"/>
                <a:gd name="T1" fmla="*/ 0 h 255"/>
                <a:gd name="T2" fmla="*/ 75 w 115"/>
                <a:gd name="T3" fmla="*/ 44 h 255"/>
                <a:gd name="T4" fmla="*/ 63 w 115"/>
                <a:gd name="T5" fmla="*/ 95 h 255"/>
                <a:gd name="T6" fmla="*/ 137 w 115"/>
                <a:gd name="T7" fmla="*/ 309 h 255"/>
                <a:gd name="T8" fmla="*/ 62 w 115"/>
                <a:gd name="T9" fmla="*/ 138 h 255"/>
                <a:gd name="T10" fmla="*/ 82 w 115"/>
                <a:gd name="T11" fmla="*/ 48 h 255"/>
                <a:gd name="T12" fmla="*/ 75 w 115"/>
                <a:gd name="T13" fmla="*/ 0 h 25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5" h="255">
                  <a:moveTo>
                    <a:pt x="63" y="0"/>
                  </a:moveTo>
                  <a:cubicBezTo>
                    <a:pt x="63" y="0"/>
                    <a:pt x="60" y="20"/>
                    <a:pt x="63" y="36"/>
                  </a:cubicBezTo>
                  <a:cubicBezTo>
                    <a:pt x="65" y="52"/>
                    <a:pt x="60" y="63"/>
                    <a:pt x="53" y="78"/>
                  </a:cubicBezTo>
                  <a:cubicBezTo>
                    <a:pt x="47" y="93"/>
                    <a:pt x="0" y="211"/>
                    <a:pt x="115" y="255"/>
                  </a:cubicBezTo>
                  <a:cubicBezTo>
                    <a:pt x="115" y="255"/>
                    <a:pt x="21" y="206"/>
                    <a:pt x="52" y="113"/>
                  </a:cubicBezTo>
                  <a:cubicBezTo>
                    <a:pt x="65" y="75"/>
                    <a:pt x="72" y="53"/>
                    <a:pt x="69" y="39"/>
                  </a:cubicBezTo>
                  <a:cubicBezTo>
                    <a:pt x="67" y="24"/>
                    <a:pt x="63" y="0"/>
                    <a:pt x="63" y="0"/>
                  </a:cubicBezTo>
                  <a:close/>
                </a:path>
              </a:pathLst>
            </a:custGeom>
            <a:solidFill>
              <a:srgbClr val="C27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8152" name="Freeform 634">
              <a:extLst>
                <a:ext uri="{FF2B5EF4-FFF2-40B4-BE49-F238E27FC236}">
                  <a16:creationId xmlns:a16="http://schemas.microsoft.com/office/drawing/2014/main" id="{900F263E-ABD4-49AA-B173-744D83371F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1" y="1009"/>
              <a:ext cx="16" cy="82"/>
            </a:xfrm>
            <a:custGeom>
              <a:avLst/>
              <a:gdLst>
                <a:gd name="T0" fmla="*/ 0 w 15"/>
                <a:gd name="T1" fmla="*/ 0 h 77"/>
                <a:gd name="T2" fmla="*/ 14 w 15"/>
                <a:gd name="T3" fmla="*/ 43 h 77"/>
                <a:gd name="T4" fmla="*/ 4 w 15"/>
                <a:gd name="T5" fmla="*/ 93 h 77"/>
                <a:gd name="T6" fmla="*/ 6 w 15"/>
                <a:gd name="T7" fmla="*/ 42 h 77"/>
                <a:gd name="T8" fmla="*/ 2 w 15"/>
                <a:gd name="T9" fmla="*/ 4 h 7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77">
                  <a:moveTo>
                    <a:pt x="0" y="0"/>
                  </a:moveTo>
                  <a:cubicBezTo>
                    <a:pt x="4" y="12"/>
                    <a:pt x="7" y="24"/>
                    <a:pt x="11" y="36"/>
                  </a:cubicBezTo>
                  <a:cubicBezTo>
                    <a:pt x="15" y="51"/>
                    <a:pt x="4" y="62"/>
                    <a:pt x="4" y="77"/>
                  </a:cubicBezTo>
                  <a:cubicBezTo>
                    <a:pt x="0" y="64"/>
                    <a:pt x="8" y="49"/>
                    <a:pt x="6" y="35"/>
                  </a:cubicBezTo>
                  <a:cubicBezTo>
                    <a:pt x="5" y="25"/>
                    <a:pt x="2" y="15"/>
                    <a:pt x="2" y="4"/>
                  </a:cubicBezTo>
                </a:path>
              </a:pathLst>
            </a:custGeom>
            <a:solidFill>
              <a:srgbClr val="C27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8153" name="Freeform 635">
              <a:extLst>
                <a:ext uri="{FF2B5EF4-FFF2-40B4-BE49-F238E27FC236}">
                  <a16:creationId xmlns:a16="http://schemas.microsoft.com/office/drawing/2014/main" id="{FB6CFFA8-6944-407C-8189-B01A46340B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2" y="893"/>
              <a:ext cx="44" cy="32"/>
            </a:xfrm>
            <a:custGeom>
              <a:avLst/>
              <a:gdLst>
                <a:gd name="T0" fmla="*/ 50 w 41"/>
                <a:gd name="T1" fmla="*/ 0 h 30"/>
                <a:gd name="T2" fmla="*/ 47 w 41"/>
                <a:gd name="T3" fmla="*/ 7 h 30"/>
                <a:gd name="T4" fmla="*/ 30 w 41"/>
                <a:gd name="T5" fmla="*/ 20 h 30"/>
                <a:gd name="T6" fmla="*/ 13 w 41"/>
                <a:gd name="T7" fmla="*/ 27 h 30"/>
                <a:gd name="T8" fmla="*/ 0 w 41"/>
                <a:gd name="T9" fmla="*/ 36 h 30"/>
                <a:gd name="T10" fmla="*/ 17 w 41"/>
                <a:gd name="T11" fmla="*/ 29 h 30"/>
                <a:gd name="T12" fmla="*/ 34 w 41"/>
                <a:gd name="T13" fmla="*/ 20 h 30"/>
                <a:gd name="T14" fmla="*/ 49 w 41"/>
                <a:gd name="T15" fmla="*/ 0 h 3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1" h="30">
                  <a:moveTo>
                    <a:pt x="41" y="0"/>
                  </a:moveTo>
                  <a:cubicBezTo>
                    <a:pt x="40" y="1"/>
                    <a:pt x="39" y="5"/>
                    <a:pt x="38" y="7"/>
                  </a:cubicBezTo>
                  <a:cubicBezTo>
                    <a:pt x="34" y="11"/>
                    <a:pt x="29" y="15"/>
                    <a:pt x="24" y="17"/>
                  </a:cubicBezTo>
                  <a:cubicBezTo>
                    <a:pt x="19" y="19"/>
                    <a:pt x="14" y="19"/>
                    <a:pt x="10" y="22"/>
                  </a:cubicBezTo>
                  <a:cubicBezTo>
                    <a:pt x="7" y="24"/>
                    <a:pt x="3" y="28"/>
                    <a:pt x="0" y="30"/>
                  </a:cubicBezTo>
                  <a:cubicBezTo>
                    <a:pt x="3" y="26"/>
                    <a:pt x="10" y="24"/>
                    <a:pt x="14" y="23"/>
                  </a:cubicBezTo>
                  <a:cubicBezTo>
                    <a:pt x="19" y="21"/>
                    <a:pt x="24" y="19"/>
                    <a:pt x="28" y="17"/>
                  </a:cubicBezTo>
                  <a:cubicBezTo>
                    <a:pt x="34" y="14"/>
                    <a:pt x="41" y="7"/>
                    <a:pt x="40" y="0"/>
                  </a:cubicBezTo>
                </a:path>
              </a:pathLst>
            </a:custGeom>
            <a:solidFill>
              <a:srgbClr val="5A22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8154" name="Freeform 636">
              <a:extLst>
                <a:ext uri="{FF2B5EF4-FFF2-40B4-BE49-F238E27FC236}">
                  <a16:creationId xmlns:a16="http://schemas.microsoft.com/office/drawing/2014/main" id="{1B19F797-3657-45AE-A436-3843BBBD56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7" y="894"/>
              <a:ext cx="29" cy="19"/>
            </a:xfrm>
            <a:custGeom>
              <a:avLst/>
              <a:gdLst>
                <a:gd name="T0" fmla="*/ 0 w 28"/>
                <a:gd name="T1" fmla="*/ 0 h 18"/>
                <a:gd name="T2" fmla="*/ 6 w 28"/>
                <a:gd name="T3" fmla="*/ 5 h 18"/>
                <a:gd name="T4" fmla="*/ 12 w 28"/>
                <a:gd name="T5" fmla="*/ 14 h 18"/>
                <a:gd name="T6" fmla="*/ 24 w 28"/>
                <a:gd name="T7" fmla="*/ 19 h 18"/>
                <a:gd name="T8" fmla="*/ 31 w 28"/>
                <a:gd name="T9" fmla="*/ 21 h 18"/>
                <a:gd name="T10" fmla="*/ 13 w 28"/>
                <a:gd name="T11" fmla="*/ 12 h 18"/>
                <a:gd name="T12" fmla="*/ 0 w 28"/>
                <a:gd name="T13" fmla="*/ 1 h 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" h="18">
                  <a:moveTo>
                    <a:pt x="0" y="0"/>
                  </a:moveTo>
                  <a:cubicBezTo>
                    <a:pt x="1" y="2"/>
                    <a:pt x="4" y="4"/>
                    <a:pt x="6" y="5"/>
                  </a:cubicBezTo>
                  <a:cubicBezTo>
                    <a:pt x="8" y="7"/>
                    <a:pt x="10" y="9"/>
                    <a:pt x="12" y="11"/>
                  </a:cubicBezTo>
                  <a:cubicBezTo>
                    <a:pt x="15" y="13"/>
                    <a:pt x="18" y="15"/>
                    <a:pt x="21" y="16"/>
                  </a:cubicBezTo>
                  <a:cubicBezTo>
                    <a:pt x="23" y="17"/>
                    <a:pt x="26" y="18"/>
                    <a:pt x="28" y="18"/>
                  </a:cubicBezTo>
                  <a:cubicBezTo>
                    <a:pt x="23" y="15"/>
                    <a:pt x="17" y="13"/>
                    <a:pt x="13" y="9"/>
                  </a:cubicBezTo>
                  <a:cubicBezTo>
                    <a:pt x="9" y="6"/>
                    <a:pt x="5" y="2"/>
                    <a:pt x="0" y="1"/>
                  </a:cubicBezTo>
                </a:path>
              </a:pathLst>
            </a:custGeom>
            <a:solidFill>
              <a:srgbClr val="5A22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8155" name="Freeform 637">
              <a:extLst>
                <a:ext uri="{FF2B5EF4-FFF2-40B4-BE49-F238E27FC236}">
                  <a16:creationId xmlns:a16="http://schemas.microsoft.com/office/drawing/2014/main" id="{16089BC2-A33E-4272-8DD1-F083873722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8" y="1086"/>
              <a:ext cx="43" cy="107"/>
            </a:xfrm>
            <a:custGeom>
              <a:avLst/>
              <a:gdLst>
                <a:gd name="T0" fmla="*/ 43 w 40"/>
                <a:gd name="T1" fmla="*/ 3 h 101"/>
                <a:gd name="T2" fmla="*/ 20 w 40"/>
                <a:gd name="T3" fmla="*/ 39 h 101"/>
                <a:gd name="T4" fmla="*/ 49 w 40"/>
                <a:gd name="T5" fmla="*/ 53 h 101"/>
                <a:gd name="T6" fmla="*/ 27 w 40"/>
                <a:gd name="T7" fmla="*/ 73 h 101"/>
                <a:gd name="T8" fmla="*/ 13 w 40"/>
                <a:gd name="T9" fmla="*/ 120 h 101"/>
                <a:gd name="T10" fmla="*/ 17 w 40"/>
                <a:gd name="T11" fmla="*/ 67 h 101"/>
                <a:gd name="T12" fmla="*/ 5 w 40"/>
                <a:gd name="T13" fmla="*/ 54 h 101"/>
                <a:gd name="T14" fmla="*/ 0 w 40"/>
                <a:gd name="T15" fmla="*/ 37 h 101"/>
                <a:gd name="T16" fmla="*/ 10 w 40"/>
                <a:gd name="T17" fmla="*/ 43 h 101"/>
                <a:gd name="T18" fmla="*/ 13 w 40"/>
                <a:gd name="T19" fmla="*/ 28 h 101"/>
                <a:gd name="T20" fmla="*/ 40 w 40"/>
                <a:gd name="T21" fmla="*/ 1 h 10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0" h="101">
                  <a:moveTo>
                    <a:pt x="34" y="3"/>
                  </a:moveTo>
                  <a:cubicBezTo>
                    <a:pt x="21" y="3"/>
                    <a:pt x="10" y="21"/>
                    <a:pt x="17" y="33"/>
                  </a:cubicBezTo>
                  <a:cubicBezTo>
                    <a:pt x="21" y="41"/>
                    <a:pt x="32" y="43"/>
                    <a:pt x="40" y="44"/>
                  </a:cubicBezTo>
                  <a:cubicBezTo>
                    <a:pt x="27" y="42"/>
                    <a:pt x="21" y="48"/>
                    <a:pt x="21" y="61"/>
                  </a:cubicBezTo>
                  <a:cubicBezTo>
                    <a:pt x="22" y="76"/>
                    <a:pt x="20" y="89"/>
                    <a:pt x="10" y="101"/>
                  </a:cubicBezTo>
                  <a:cubicBezTo>
                    <a:pt x="14" y="87"/>
                    <a:pt x="25" y="70"/>
                    <a:pt x="14" y="56"/>
                  </a:cubicBezTo>
                  <a:cubicBezTo>
                    <a:pt x="11" y="53"/>
                    <a:pt x="7" y="49"/>
                    <a:pt x="5" y="45"/>
                  </a:cubicBezTo>
                  <a:cubicBezTo>
                    <a:pt x="3" y="40"/>
                    <a:pt x="2" y="35"/>
                    <a:pt x="0" y="31"/>
                  </a:cubicBezTo>
                  <a:cubicBezTo>
                    <a:pt x="1" y="34"/>
                    <a:pt x="4" y="39"/>
                    <a:pt x="7" y="37"/>
                  </a:cubicBezTo>
                  <a:cubicBezTo>
                    <a:pt x="9" y="36"/>
                    <a:pt x="10" y="26"/>
                    <a:pt x="10" y="24"/>
                  </a:cubicBezTo>
                  <a:cubicBezTo>
                    <a:pt x="13" y="14"/>
                    <a:pt x="20" y="0"/>
                    <a:pt x="32" y="1"/>
                  </a:cubicBezTo>
                </a:path>
              </a:pathLst>
            </a:custGeom>
            <a:solidFill>
              <a:srgbClr val="C27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8156" name="Freeform 638">
              <a:extLst>
                <a:ext uri="{FF2B5EF4-FFF2-40B4-BE49-F238E27FC236}">
                  <a16:creationId xmlns:a16="http://schemas.microsoft.com/office/drawing/2014/main" id="{1387E80D-5A4D-499A-8EE8-E8CD744C0F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6" y="1085"/>
              <a:ext cx="23" cy="23"/>
            </a:xfrm>
            <a:custGeom>
              <a:avLst/>
              <a:gdLst>
                <a:gd name="T0" fmla="*/ 0 w 22"/>
                <a:gd name="T1" fmla="*/ 2 h 22"/>
                <a:gd name="T2" fmla="*/ 14 w 22"/>
                <a:gd name="T3" fmla="*/ 8 h 22"/>
                <a:gd name="T4" fmla="*/ 20 w 22"/>
                <a:gd name="T5" fmla="*/ 25 h 22"/>
                <a:gd name="T6" fmla="*/ 17 w 22"/>
                <a:gd name="T7" fmla="*/ 6 h 22"/>
                <a:gd name="T8" fmla="*/ 1 w 22"/>
                <a:gd name="T9" fmla="*/ 2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2">
                  <a:moveTo>
                    <a:pt x="0" y="2"/>
                  </a:moveTo>
                  <a:cubicBezTo>
                    <a:pt x="4" y="4"/>
                    <a:pt x="7" y="5"/>
                    <a:pt x="11" y="8"/>
                  </a:cubicBezTo>
                  <a:cubicBezTo>
                    <a:pt x="16" y="12"/>
                    <a:pt x="16" y="17"/>
                    <a:pt x="17" y="22"/>
                  </a:cubicBezTo>
                  <a:cubicBezTo>
                    <a:pt x="22" y="18"/>
                    <a:pt x="19" y="8"/>
                    <a:pt x="14" y="6"/>
                  </a:cubicBezTo>
                  <a:cubicBezTo>
                    <a:pt x="11" y="4"/>
                    <a:pt x="4" y="0"/>
                    <a:pt x="1" y="2"/>
                  </a:cubicBezTo>
                </a:path>
              </a:pathLst>
            </a:custGeom>
            <a:solidFill>
              <a:srgbClr val="C27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8157" name="Freeform 639">
              <a:extLst>
                <a:ext uri="{FF2B5EF4-FFF2-40B4-BE49-F238E27FC236}">
                  <a16:creationId xmlns:a16="http://schemas.microsoft.com/office/drawing/2014/main" id="{6190A971-E8C7-433D-BAD7-DAA1980A10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8" y="1022"/>
              <a:ext cx="31" cy="18"/>
            </a:xfrm>
            <a:custGeom>
              <a:avLst/>
              <a:gdLst>
                <a:gd name="T0" fmla="*/ 35 w 29"/>
                <a:gd name="T1" fmla="*/ 6 h 17"/>
                <a:gd name="T2" fmla="*/ 17 w 29"/>
                <a:gd name="T3" fmla="*/ 4 h 17"/>
                <a:gd name="T4" fmla="*/ 0 w 29"/>
                <a:gd name="T5" fmla="*/ 20 h 17"/>
                <a:gd name="T6" fmla="*/ 19 w 29"/>
                <a:gd name="T7" fmla="*/ 7 h 17"/>
                <a:gd name="T8" fmla="*/ 34 w 29"/>
                <a:gd name="T9" fmla="*/ 6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17">
                  <a:moveTo>
                    <a:pt x="29" y="6"/>
                  </a:moveTo>
                  <a:cubicBezTo>
                    <a:pt x="22" y="4"/>
                    <a:pt x="20" y="0"/>
                    <a:pt x="14" y="4"/>
                  </a:cubicBezTo>
                  <a:cubicBezTo>
                    <a:pt x="8" y="8"/>
                    <a:pt x="5" y="14"/>
                    <a:pt x="0" y="17"/>
                  </a:cubicBezTo>
                  <a:cubicBezTo>
                    <a:pt x="5" y="14"/>
                    <a:pt x="10" y="10"/>
                    <a:pt x="16" y="7"/>
                  </a:cubicBezTo>
                  <a:cubicBezTo>
                    <a:pt x="20" y="5"/>
                    <a:pt x="24" y="6"/>
                    <a:pt x="28" y="6"/>
                  </a:cubicBezTo>
                </a:path>
              </a:pathLst>
            </a:custGeom>
            <a:solidFill>
              <a:srgbClr val="D485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8158" name="Freeform 640">
              <a:extLst>
                <a:ext uri="{FF2B5EF4-FFF2-40B4-BE49-F238E27FC236}">
                  <a16:creationId xmlns:a16="http://schemas.microsoft.com/office/drawing/2014/main" id="{1E0B3911-C8F3-43D2-93AA-91906C1C8C8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4" y="1044"/>
              <a:ext cx="35" cy="7"/>
            </a:xfrm>
            <a:custGeom>
              <a:avLst/>
              <a:gdLst>
                <a:gd name="T0" fmla="*/ 42 w 32"/>
                <a:gd name="T1" fmla="*/ 0 h 6"/>
                <a:gd name="T2" fmla="*/ 9 w 32"/>
                <a:gd name="T3" fmla="*/ 2 h 6"/>
                <a:gd name="T4" fmla="*/ 15 w 32"/>
                <a:gd name="T5" fmla="*/ 8 h 6"/>
                <a:gd name="T6" fmla="*/ 30 w 32"/>
                <a:gd name="T7" fmla="*/ 1 h 6"/>
                <a:gd name="T8" fmla="*/ 40 w 32"/>
                <a:gd name="T9" fmla="*/ 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6">
                  <a:moveTo>
                    <a:pt x="32" y="0"/>
                  </a:moveTo>
                  <a:cubicBezTo>
                    <a:pt x="26" y="0"/>
                    <a:pt x="11" y="0"/>
                    <a:pt x="6" y="2"/>
                  </a:cubicBezTo>
                  <a:cubicBezTo>
                    <a:pt x="0" y="6"/>
                    <a:pt x="8" y="6"/>
                    <a:pt x="12" y="5"/>
                  </a:cubicBezTo>
                  <a:cubicBezTo>
                    <a:pt x="15" y="3"/>
                    <a:pt x="19" y="2"/>
                    <a:pt x="23" y="1"/>
                  </a:cubicBezTo>
                  <a:cubicBezTo>
                    <a:pt x="26" y="1"/>
                    <a:pt x="29" y="1"/>
                    <a:pt x="31" y="1"/>
                  </a:cubicBezTo>
                </a:path>
              </a:pathLst>
            </a:custGeom>
            <a:solidFill>
              <a:srgbClr val="D485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8159" name="Freeform 641">
              <a:extLst>
                <a:ext uri="{FF2B5EF4-FFF2-40B4-BE49-F238E27FC236}">
                  <a16:creationId xmlns:a16="http://schemas.microsoft.com/office/drawing/2014/main" id="{66DF5398-DA92-4826-BD46-C811872534B9}"/>
                </a:ext>
              </a:extLst>
            </p:cNvPr>
            <p:cNvSpPr>
              <a:spLocks/>
            </p:cNvSpPr>
            <p:nvPr/>
          </p:nvSpPr>
          <p:spPr bwMode="auto">
            <a:xfrm>
              <a:off x="814" y="2108"/>
              <a:ext cx="138" cy="152"/>
            </a:xfrm>
            <a:custGeom>
              <a:avLst/>
              <a:gdLst>
                <a:gd name="T0" fmla="*/ 155 w 130"/>
                <a:gd name="T1" fmla="*/ 1 h 142"/>
                <a:gd name="T2" fmla="*/ 148 w 130"/>
                <a:gd name="T3" fmla="*/ 34 h 142"/>
                <a:gd name="T4" fmla="*/ 130 w 130"/>
                <a:gd name="T5" fmla="*/ 56 h 142"/>
                <a:gd name="T6" fmla="*/ 91 w 130"/>
                <a:gd name="T7" fmla="*/ 100 h 142"/>
                <a:gd name="T8" fmla="*/ 79 w 130"/>
                <a:gd name="T9" fmla="*/ 137 h 142"/>
                <a:gd name="T10" fmla="*/ 62 w 130"/>
                <a:gd name="T11" fmla="*/ 174 h 142"/>
                <a:gd name="T12" fmla="*/ 0 w 130"/>
                <a:gd name="T13" fmla="*/ 115 h 142"/>
                <a:gd name="T14" fmla="*/ 77 w 130"/>
                <a:gd name="T15" fmla="*/ 125 h 142"/>
                <a:gd name="T16" fmla="*/ 65 w 130"/>
                <a:gd name="T17" fmla="*/ 79 h 142"/>
                <a:gd name="T18" fmla="*/ 34 w 130"/>
                <a:gd name="T19" fmla="*/ 54 h 142"/>
                <a:gd name="T20" fmla="*/ 114 w 130"/>
                <a:gd name="T21" fmla="*/ 67 h 142"/>
                <a:gd name="T22" fmla="*/ 136 w 130"/>
                <a:gd name="T23" fmla="*/ 31 h 142"/>
                <a:gd name="T24" fmla="*/ 152 w 130"/>
                <a:gd name="T25" fmla="*/ 0 h 14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30" h="142">
                  <a:moveTo>
                    <a:pt x="130" y="1"/>
                  </a:moveTo>
                  <a:cubicBezTo>
                    <a:pt x="128" y="10"/>
                    <a:pt x="128" y="19"/>
                    <a:pt x="123" y="28"/>
                  </a:cubicBezTo>
                  <a:cubicBezTo>
                    <a:pt x="120" y="35"/>
                    <a:pt x="114" y="40"/>
                    <a:pt x="108" y="46"/>
                  </a:cubicBezTo>
                  <a:cubicBezTo>
                    <a:pt x="98" y="57"/>
                    <a:pt x="82" y="69"/>
                    <a:pt x="76" y="81"/>
                  </a:cubicBezTo>
                  <a:cubicBezTo>
                    <a:pt x="72" y="93"/>
                    <a:pt x="74" y="102"/>
                    <a:pt x="66" y="112"/>
                  </a:cubicBezTo>
                  <a:cubicBezTo>
                    <a:pt x="58" y="122"/>
                    <a:pt x="52" y="128"/>
                    <a:pt x="52" y="142"/>
                  </a:cubicBezTo>
                  <a:cubicBezTo>
                    <a:pt x="49" y="113"/>
                    <a:pt x="18" y="108"/>
                    <a:pt x="0" y="93"/>
                  </a:cubicBezTo>
                  <a:cubicBezTo>
                    <a:pt x="14" y="97"/>
                    <a:pt x="51" y="123"/>
                    <a:pt x="65" y="102"/>
                  </a:cubicBezTo>
                  <a:cubicBezTo>
                    <a:pt x="71" y="92"/>
                    <a:pt x="61" y="72"/>
                    <a:pt x="54" y="64"/>
                  </a:cubicBezTo>
                  <a:cubicBezTo>
                    <a:pt x="47" y="57"/>
                    <a:pt x="34" y="53"/>
                    <a:pt x="28" y="44"/>
                  </a:cubicBezTo>
                  <a:cubicBezTo>
                    <a:pt x="49" y="55"/>
                    <a:pt x="73" y="84"/>
                    <a:pt x="95" y="55"/>
                  </a:cubicBezTo>
                  <a:cubicBezTo>
                    <a:pt x="102" y="46"/>
                    <a:pt x="108" y="35"/>
                    <a:pt x="114" y="25"/>
                  </a:cubicBezTo>
                  <a:cubicBezTo>
                    <a:pt x="118" y="18"/>
                    <a:pt x="128" y="8"/>
                    <a:pt x="127" y="0"/>
                  </a:cubicBezTo>
                </a:path>
              </a:pathLst>
            </a:custGeom>
            <a:solidFill>
              <a:srgbClr val="8E4C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8160" name="Freeform 642">
              <a:extLst>
                <a:ext uri="{FF2B5EF4-FFF2-40B4-BE49-F238E27FC236}">
                  <a16:creationId xmlns:a16="http://schemas.microsoft.com/office/drawing/2014/main" id="{1E73A338-1ADC-46E0-96A4-E5FC7E9901D2}"/>
                </a:ext>
              </a:extLst>
            </p:cNvPr>
            <p:cNvSpPr>
              <a:spLocks/>
            </p:cNvSpPr>
            <p:nvPr/>
          </p:nvSpPr>
          <p:spPr bwMode="auto">
            <a:xfrm>
              <a:off x="926" y="1913"/>
              <a:ext cx="36" cy="239"/>
            </a:xfrm>
            <a:custGeom>
              <a:avLst/>
              <a:gdLst>
                <a:gd name="T0" fmla="*/ 35 w 34"/>
                <a:gd name="T1" fmla="*/ 107 h 224"/>
                <a:gd name="T2" fmla="*/ 33 w 34"/>
                <a:gd name="T3" fmla="*/ 209 h 224"/>
                <a:gd name="T4" fmla="*/ 26 w 34"/>
                <a:gd name="T5" fmla="*/ 242 h 224"/>
                <a:gd name="T6" fmla="*/ 0 w 34"/>
                <a:gd name="T7" fmla="*/ 272 h 224"/>
                <a:gd name="T8" fmla="*/ 19 w 34"/>
                <a:gd name="T9" fmla="*/ 210 h 224"/>
                <a:gd name="T10" fmla="*/ 21 w 34"/>
                <a:gd name="T11" fmla="*/ 129 h 224"/>
                <a:gd name="T12" fmla="*/ 40 w 34"/>
                <a:gd name="T13" fmla="*/ 0 h 2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4" h="224">
                  <a:moveTo>
                    <a:pt x="29" y="88"/>
                  </a:moveTo>
                  <a:cubicBezTo>
                    <a:pt x="25" y="116"/>
                    <a:pt x="28" y="144"/>
                    <a:pt x="27" y="172"/>
                  </a:cubicBezTo>
                  <a:cubicBezTo>
                    <a:pt x="27" y="181"/>
                    <a:pt x="27" y="191"/>
                    <a:pt x="23" y="200"/>
                  </a:cubicBezTo>
                  <a:cubicBezTo>
                    <a:pt x="19" y="211"/>
                    <a:pt x="9" y="216"/>
                    <a:pt x="0" y="224"/>
                  </a:cubicBezTo>
                  <a:cubicBezTo>
                    <a:pt x="11" y="211"/>
                    <a:pt x="14" y="189"/>
                    <a:pt x="16" y="173"/>
                  </a:cubicBezTo>
                  <a:cubicBezTo>
                    <a:pt x="18" y="151"/>
                    <a:pt x="17" y="128"/>
                    <a:pt x="18" y="106"/>
                  </a:cubicBezTo>
                  <a:cubicBezTo>
                    <a:pt x="21" y="70"/>
                    <a:pt x="20" y="34"/>
                    <a:pt x="34" y="0"/>
                  </a:cubicBezTo>
                </a:path>
              </a:pathLst>
            </a:custGeom>
            <a:solidFill>
              <a:srgbClr val="8E4C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8161" name="Freeform 643">
              <a:extLst>
                <a:ext uri="{FF2B5EF4-FFF2-40B4-BE49-F238E27FC236}">
                  <a16:creationId xmlns:a16="http://schemas.microsoft.com/office/drawing/2014/main" id="{D5B5AD5F-B156-4EBD-BA6D-77096021FF14}"/>
                </a:ext>
              </a:extLst>
            </p:cNvPr>
            <p:cNvSpPr>
              <a:spLocks/>
            </p:cNvSpPr>
            <p:nvPr/>
          </p:nvSpPr>
          <p:spPr bwMode="auto">
            <a:xfrm>
              <a:off x="843" y="2280"/>
              <a:ext cx="50" cy="160"/>
            </a:xfrm>
            <a:custGeom>
              <a:avLst/>
              <a:gdLst>
                <a:gd name="T0" fmla="*/ 33 w 47"/>
                <a:gd name="T1" fmla="*/ 0 h 150"/>
                <a:gd name="T2" fmla="*/ 33 w 47"/>
                <a:gd name="T3" fmla="*/ 86 h 150"/>
                <a:gd name="T4" fmla="*/ 21 w 47"/>
                <a:gd name="T5" fmla="*/ 178 h 150"/>
                <a:gd name="T6" fmla="*/ 0 w 47"/>
                <a:gd name="T7" fmla="*/ 182 h 150"/>
                <a:gd name="T8" fmla="*/ 16 w 47"/>
                <a:gd name="T9" fmla="*/ 134 h 150"/>
                <a:gd name="T10" fmla="*/ 21 w 47"/>
                <a:gd name="T11" fmla="*/ 84 h 150"/>
                <a:gd name="T12" fmla="*/ 33 w 47"/>
                <a:gd name="T13" fmla="*/ 36 h 150"/>
                <a:gd name="T14" fmla="*/ 34 w 47"/>
                <a:gd name="T15" fmla="*/ 0 h 15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7" h="150">
                  <a:moveTo>
                    <a:pt x="27" y="0"/>
                  </a:moveTo>
                  <a:cubicBezTo>
                    <a:pt x="47" y="15"/>
                    <a:pt x="31" y="52"/>
                    <a:pt x="27" y="71"/>
                  </a:cubicBezTo>
                  <a:cubicBezTo>
                    <a:pt x="22" y="96"/>
                    <a:pt x="19" y="121"/>
                    <a:pt x="18" y="147"/>
                  </a:cubicBezTo>
                  <a:cubicBezTo>
                    <a:pt x="12" y="144"/>
                    <a:pt x="6" y="149"/>
                    <a:pt x="0" y="150"/>
                  </a:cubicBezTo>
                  <a:cubicBezTo>
                    <a:pt x="7" y="143"/>
                    <a:pt x="11" y="122"/>
                    <a:pt x="13" y="111"/>
                  </a:cubicBezTo>
                  <a:cubicBezTo>
                    <a:pt x="15" y="97"/>
                    <a:pt x="15" y="83"/>
                    <a:pt x="18" y="69"/>
                  </a:cubicBezTo>
                  <a:cubicBezTo>
                    <a:pt x="20" y="55"/>
                    <a:pt x="25" y="43"/>
                    <a:pt x="27" y="30"/>
                  </a:cubicBezTo>
                  <a:cubicBezTo>
                    <a:pt x="29" y="20"/>
                    <a:pt x="28" y="10"/>
                    <a:pt x="28" y="0"/>
                  </a:cubicBezTo>
                </a:path>
              </a:pathLst>
            </a:custGeom>
            <a:solidFill>
              <a:srgbClr val="8E4C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8162" name="Freeform 644">
              <a:extLst>
                <a:ext uri="{FF2B5EF4-FFF2-40B4-BE49-F238E27FC236}">
                  <a16:creationId xmlns:a16="http://schemas.microsoft.com/office/drawing/2014/main" id="{6323B9D7-DCB7-49E0-A835-E7E8271F3E76}"/>
                </a:ext>
              </a:extLst>
            </p:cNvPr>
            <p:cNvSpPr>
              <a:spLocks/>
            </p:cNvSpPr>
            <p:nvPr/>
          </p:nvSpPr>
          <p:spPr bwMode="auto">
            <a:xfrm>
              <a:off x="768" y="2345"/>
              <a:ext cx="56" cy="35"/>
            </a:xfrm>
            <a:custGeom>
              <a:avLst/>
              <a:gdLst>
                <a:gd name="T0" fmla="*/ 0 w 53"/>
                <a:gd name="T1" fmla="*/ 12 h 33"/>
                <a:gd name="T2" fmla="*/ 38 w 53"/>
                <a:gd name="T3" fmla="*/ 14 h 33"/>
                <a:gd name="T4" fmla="*/ 62 w 53"/>
                <a:gd name="T5" fmla="*/ 39 h 33"/>
                <a:gd name="T6" fmla="*/ 39 w 53"/>
                <a:gd name="T7" fmla="*/ 4 h 33"/>
                <a:gd name="T8" fmla="*/ 21 w 53"/>
                <a:gd name="T9" fmla="*/ 1 h 33"/>
                <a:gd name="T10" fmla="*/ 4 w 53"/>
                <a:gd name="T11" fmla="*/ 8 h 3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3" h="33">
                  <a:moveTo>
                    <a:pt x="0" y="9"/>
                  </a:moveTo>
                  <a:cubicBezTo>
                    <a:pt x="4" y="2"/>
                    <a:pt x="25" y="9"/>
                    <a:pt x="32" y="11"/>
                  </a:cubicBezTo>
                  <a:cubicBezTo>
                    <a:pt x="44" y="15"/>
                    <a:pt x="47" y="22"/>
                    <a:pt x="53" y="33"/>
                  </a:cubicBezTo>
                  <a:cubicBezTo>
                    <a:pt x="53" y="19"/>
                    <a:pt x="46" y="9"/>
                    <a:pt x="33" y="4"/>
                  </a:cubicBezTo>
                  <a:cubicBezTo>
                    <a:pt x="29" y="1"/>
                    <a:pt x="24" y="0"/>
                    <a:pt x="18" y="1"/>
                  </a:cubicBezTo>
                  <a:cubicBezTo>
                    <a:pt x="13" y="2"/>
                    <a:pt x="9" y="7"/>
                    <a:pt x="4" y="8"/>
                  </a:cubicBezTo>
                </a:path>
              </a:pathLst>
            </a:custGeom>
            <a:solidFill>
              <a:srgbClr val="C27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8163" name="Freeform 645">
              <a:extLst>
                <a:ext uri="{FF2B5EF4-FFF2-40B4-BE49-F238E27FC236}">
                  <a16:creationId xmlns:a16="http://schemas.microsoft.com/office/drawing/2014/main" id="{DB2FE267-5674-4995-BCB4-9AD0EBBD623F}"/>
                </a:ext>
              </a:extLst>
            </p:cNvPr>
            <p:cNvSpPr>
              <a:spLocks/>
            </p:cNvSpPr>
            <p:nvPr/>
          </p:nvSpPr>
          <p:spPr bwMode="auto">
            <a:xfrm>
              <a:off x="751" y="2379"/>
              <a:ext cx="50" cy="139"/>
            </a:xfrm>
            <a:custGeom>
              <a:avLst/>
              <a:gdLst>
                <a:gd name="T0" fmla="*/ 36 w 47"/>
                <a:gd name="T1" fmla="*/ 0 h 130"/>
                <a:gd name="T2" fmla="*/ 33 w 47"/>
                <a:gd name="T3" fmla="*/ 21 h 130"/>
                <a:gd name="T4" fmla="*/ 22 w 47"/>
                <a:gd name="T5" fmla="*/ 40 h 130"/>
                <a:gd name="T6" fmla="*/ 21 w 47"/>
                <a:gd name="T7" fmla="*/ 76 h 130"/>
                <a:gd name="T8" fmla="*/ 36 w 47"/>
                <a:gd name="T9" fmla="*/ 117 h 130"/>
                <a:gd name="T10" fmla="*/ 56 w 47"/>
                <a:gd name="T11" fmla="*/ 159 h 130"/>
                <a:gd name="T12" fmla="*/ 47 w 47"/>
                <a:gd name="T13" fmla="*/ 139 h 130"/>
                <a:gd name="T14" fmla="*/ 30 w 47"/>
                <a:gd name="T15" fmla="*/ 122 h 130"/>
                <a:gd name="T16" fmla="*/ 7 w 47"/>
                <a:gd name="T17" fmla="*/ 70 h 130"/>
                <a:gd name="T18" fmla="*/ 2 w 47"/>
                <a:gd name="T19" fmla="*/ 49 h 130"/>
                <a:gd name="T20" fmla="*/ 7 w 47"/>
                <a:gd name="T21" fmla="*/ 40 h 130"/>
                <a:gd name="T22" fmla="*/ 34 w 47"/>
                <a:gd name="T23" fmla="*/ 1 h 13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7" h="130">
                  <a:moveTo>
                    <a:pt x="30" y="0"/>
                  </a:moveTo>
                  <a:cubicBezTo>
                    <a:pt x="28" y="6"/>
                    <a:pt x="29" y="12"/>
                    <a:pt x="27" y="18"/>
                  </a:cubicBezTo>
                  <a:cubicBezTo>
                    <a:pt x="25" y="24"/>
                    <a:pt x="22" y="28"/>
                    <a:pt x="19" y="33"/>
                  </a:cubicBezTo>
                  <a:cubicBezTo>
                    <a:pt x="13" y="43"/>
                    <a:pt x="17" y="51"/>
                    <a:pt x="18" y="62"/>
                  </a:cubicBezTo>
                  <a:cubicBezTo>
                    <a:pt x="19" y="77"/>
                    <a:pt x="20" y="85"/>
                    <a:pt x="30" y="95"/>
                  </a:cubicBezTo>
                  <a:cubicBezTo>
                    <a:pt x="39" y="104"/>
                    <a:pt x="46" y="117"/>
                    <a:pt x="47" y="130"/>
                  </a:cubicBezTo>
                  <a:cubicBezTo>
                    <a:pt x="44" y="126"/>
                    <a:pt x="42" y="118"/>
                    <a:pt x="39" y="114"/>
                  </a:cubicBezTo>
                  <a:cubicBezTo>
                    <a:pt x="35" y="109"/>
                    <a:pt x="29" y="104"/>
                    <a:pt x="24" y="100"/>
                  </a:cubicBezTo>
                  <a:cubicBezTo>
                    <a:pt x="8" y="88"/>
                    <a:pt x="8" y="77"/>
                    <a:pt x="7" y="57"/>
                  </a:cubicBezTo>
                  <a:cubicBezTo>
                    <a:pt x="6" y="50"/>
                    <a:pt x="3" y="46"/>
                    <a:pt x="2" y="40"/>
                  </a:cubicBezTo>
                  <a:cubicBezTo>
                    <a:pt x="0" y="32"/>
                    <a:pt x="1" y="36"/>
                    <a:pt x="7" y="33"/>
                  </a:cubicBezTo>
                  <a:cubicBezTo>
                    <a:pt x="17" y="28"/>
                    <a:pt x="24" y="12"/>
                    <a:pt x="28" y="1"/>
                  </a:cubicBezTo>
                </a:path>
              </a:pathLst>
            </a:custGeom>
            <a:solidFill>
              <a:srgbClr val="8E4C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8164" name="Freeform 646">
              <a:extLst>
                <a:ext uri="{FF2B5EF4-FFF2-40B4-BE49-F238E27FC236}">
                  <a16:creationId xmlns:a16="http://schemas.microsoft.com/office/drawing/2014/main" id="{14ADB2DE-2AC2-481B-B144-27EC9984847D}"/>
                </a:ext>
              </a:extLst>
            </p:cNvPr>
            <p:cNvSpPr>
              <a:spLocks/>
            </p:cNvSpPr>
            <p:nvPr/>
          </p:nvSpPr>
          <p:spPr bwMode="auto">
            <a:xfrm>
              <a:off x="795" y="1933"/>
              <a:ext cx="85" cy="33"/>
            </a:xfrm>
            <a:custGeom>
              <a:avLst/>
              <a:gdLst>
                <a:gd name="T0" fmla="*/ 0 w 80"/>
                <a:gd name="T1" fmla="*/ 0 h 31"/>
                <a:gd name="T2" fmla="*/ 22 w 80"/>
                <a:gd name="T3" fmla="*/ 7 h 31"/>
                <a:gd name="T4" fmla="*/ 49 w 80"/>
                <a:gd name="T5" fmla="*/ 14 h 31"/>
                <a:gd name="T6" fmla="*/ 96 w 80"/>
                <a:gd name="T7" fmla="*/ 33 h 31"/>
                <a:gd name="T8" fmla="*/ 49 w 80"/>
                <a:gd name="T9" fmla="*/ 19 h 31"/>
                <a:gd name="T10" fmla="*/ 24 w 80"/>
                <a:gd name="T11" fmla="*/ 17 h 31"/>
                <a:gd name="T12" fmla="*/ 2 w 80"/>
                <a:gd name="T13" fmla="*/ 4 h 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0" h="31">
                  <a:moveTo>
                    <a:pt x="0" y="0"/>
                  </a:moveTo>
                  <a:cubicBezTo>
                    <a:pt x="6" y="0"/>
                    <a:pt x="12" y="6"/>
                    <a:pt x="19" y="7"/>
                  </a:cubicBezTo>
                  <a:cubicBezTo>
                    <a:pt x="26" y="9"/>
                    <a:pt x="33" y="8"/>
                    <a:pt x="40" y="11"/>
                  </a:cubicBezTo>
                  <a:cubicBezTo>
                    <a:pt x="54" y="15"/>
                    <a:pt x="68" y="20"/>
                    <a:pt x="80" y="27"/>
                  </a:cubicBezTo>
                  <a:cubicBezTo>
                    <a:pt x="67" y="31"/>
                    <a:pt x="52" y="21"/>
                    <a:pt x="40" y="16"/>
                  </a:cubicBezTo>
                  <a:cubicBezTo>
                    <a:pt x="34" y="14"/>
                    <a:pt x="27" y="15"/>
                    <a:pt x="21" y="14"/>
                  </a:cubicBezTo>
                  <a:cubicBezTo>
                    <a:pt x="11" y="13"/>
                    <a:pt x="8" y="9"/>
                    <a:pt x="2" y="4"/>
                  </a:cubicBezTo>
                </a:path>
              </a:pathLst>
            </a:custGeom>
            <a:solidFill>
              <a:srgbClr val="8E4C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8165" name="Freeform 647">
              <a:extLst>
                <a:ext uri="{FF2B5EF4-FFF2-40B4-BE49-F238E27FC236}">
                  <a16:creationId xmlns:a16="http://schemas.microsoft.com/office/drawing/2014/main" id="{9B66CBE3-F3D7-4B09-8112-FA06EB97278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1" y="2184"/>
              <a:ext cx="167" cy="213"/>
            </a:xfrm>
            <a:custGeom>
              <a:avLst/>
              <a:gdLst>
                <a:gd name="T0" fmla="*/ 0 w 157"/>
                <a:gd name="T1" fmla="*/ 31 h 200"/>
                <a:gd name="T2" fmla="*/ 55 w 157"/>
                <a:gd name="T3" fmla="*/ 33 h 200"/>
                <a:gd name="T4" fmla="*/ 83 w 157"/>
                <a:gd name="T5" fmla="*/ 110 h 200"/>
                <a:gd name="T6" fmla="*/ 189 w 157"/>
                <a:gd name="T7" fmla="*/ 242 h 200"/>
                <a:gd name="T8" fmla="*/ 67 w 157"/>
                <a:gd name="T9" fmla="*/ 118 h 200"/>
                <a:gd name="T10" fmla="*/ 46 w 157"/>
                <a:gd name="T11" fmla="*/ 53 h 200"/>
                <a:gd name="T12" fmla="*/ 12 w 157"/>
                <a:gd name="T13" fmla="*/ 38 h 20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7" h="200">
                  <a:moveTo>
                    <a:pt x="0" y="25"/>
                  </a:moveTo>
                  <a:cubicBezTo>
                    <a:pt x="17" y="12"/>
                    <a:pt x="35" y="0"/>
                    <a:pt x="46" y="27"/>
                  </a:cubicBezTo>
                  <a:cubicBezTo>
                    <a:pt x="54" y="48"/>
                    <a:pt x="58" y="69"/>
                    <a:pt x="69" y="91"/>
                  </a:cubicBezTo>
                  <a:cubicBezTo>
                    <a:pt x="93" y="137"/>
                    <a:pt x="112" y="173"/>
                    <a:pt x="157" y="200"/>
                  </a:cubicBezTo>
                  <a:cubicBezTo>
                    <a:pt x="119" y="197"/>
                    <a:pt x="75" y="128"/>
                    <a:pt x="55" y="98"/>
                  </a:cubicBezTo>
                  <a:cubicBezTo>
                    <a:pt x="43" y="80"/>
                    <a:pt x="45" y="64"/>
                    <a:pt x="38" y="44"/>
                  </a:cubicBezTo>
                  <a:cubicBezTo>
                    <a:pt x="33" y="28"/>
                    <a:pt x="25" y="31"/>
                    <a:pt x="9" y="32"/>
                  </a:cubicBezTo>
                </a:path>
              </a:pathLst>
            </a:custGeom>
            <a:solidFill>
              <a:srgbClr val="8E4C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8166" name="Freeform 648">
              <a:extLst>
                <a:ext uri="{FF2B5EF4-FFF2-40B4-BE49-F238E27FC236}">
                  <a16:creationId xmlns:a16="http://schemas.microsoft.com/office/drawing/2014/main" id="{CC1552A4-EFB5-4D95-802B-8A2E6F5ACAE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" y="2280"/>
              <a:ext cx="141" cy="84"/>
            </a:xfrm>
            <a:custGeom>
              <a:avLst/>
              <a:gdLst>
                <a:gd name="T0" fmla="*/ 108 w 132"/>
                <a:gd name="T1" fmla="*/ 28 h 79"/>
                <a:gd name="T2" fmla="*/ 0 w 132"/>
                <a:gd name="T3" fmla="*/ 3 h 79"/>
                <a:gd name="T4" fmla="*/ 89 w 132"/>
                <a:gd name="T5" fmla="*/ 40 h 79"/>
                <a:gd name="T6" fmla="*/ 161 w 132"/>
                <a:gd name="T7" fmla="*/ 95 h 7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2" h="79">
                  <a:moveTo>
                    <a:pt x="89" y="23"/>
                  </a:moveTo>
                  <a:cubicBezTo>
                    <a:pt x="81" y="0"/>
                    <a:pt x="21" y="2"/>
                    <a:pt x="0" y="3"/>
                  </a:cubicBezTo>
                  <a:cubicBezTo>
                    <a:pt x="28" y="8"/>
                    <a:pt x="50" y="16"/>
                    <a:pt x="73" y="34"/>
                  </a:cubicBezTo>
                  <a:cubicBezTo>
                    <a:pt x="88" y="45"/>
                    <a:pt x="129" y="69"/>
                    <a:pt x="132" y="79"/>
                  </a:cubicBezTo>
                </a:path>
              </a:pathLst>
            </a:custGeom>
            <a:solidFill>
              <a:srgbClr val="8E4C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8167" name="Freeform 649">
              <a:extLst>
                <a:ext uri="{FF2B5EF4-FFF2-40B4-BE49-F238E27FC236}">
                  <a16:creationId xmlns:a16="http://schemas.microsoft.com/office/drawing/2014/main" id="{322A1EEC-F511-41AD-AD4B-4B03A89610A9}"/>
                </a:ext>
              </a:extLst>
            </p:cNvPr>
            <p:cNvSpPr>
              <a:spLocks/>
            </p:cNvSpPr>
            <p:nvPr/>
          </p:nvSpPr>
          <p:spPr bwMode="auto">
            <a:xfrm>
              <a:off x="906" y="2318"/>
              <a:ext cx="109" cy="673"/>
            </a:xfrm>
            <a:custGeom>
              <a:avLst/>
              <a:gdLst>
                <a:gd name="T0" fmla="*/ 67 w 102"/>
                <a:gd name="T1" fmla="*/ 0 h 631"/>
                <a:gd name="T2" fmla="*/ 16 w 102"/>
                <a:gd name="T3" fmla="*/ 446 h 631"/>
                <a:gd name="T4" fmla="*/ 124 w 102"/>
                <a:gd name="T5" fmla="*/ 766 h 631"/>
                <a:gd name="T6" fmla="*/ 38 w 102"/>
                <a:gd name="T7" fmla="*/ 440 h 631"/>
                <a:gd name="T8" fmla="*/ 67 w 102"/>
                <a:gd name="T9" fmla="*/ 0 h 6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2" h="631">
                  <a:moveTo>
                    <a:pt x="55" y="0"/>
                  </a:moveTo>
                  <a:cubicBezTo>
                    <a:pt x="55" y="0"/>
                    <a:pt x="0" y="173"/>
                    <a:pt x="13" y="368"/>
                  </a:cubicBezTo>
                  <a:cubicBezTo>
                    <a:pt x="27" y="564"/>
                    <a:pt x="81" y="600"/>
                    <a:pt x="102" y="631"/>
                  </a:cubicBezTo>
                  <a:cubicBezTo>
                    <a:pt x="102" y="631"/>
                    <a:pt x="34" y="520"/>
                    <a:pt x="32" y="363"/>
                  </a:cubicBezTo>
                  <a:cubicBezTo>
                    <a:pt x="31" y="205"/>
                    <a:pt x="55" y="0"/>
                    <a:pt x="55" y="0"/>
                  </a:cubicBezTo>
                  <a:close/>
                </a:path>
              </a:pathLst>
            </a:custGeom>
            <a:solidFill>
              <a:srgbClr val="C27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8168" name="Freeform 650">
              <a:extLst>
                <a:ext uri="{FF2B5EF4-FFF2-40B4-BE49-F238E27FC236}">
                  <a16:creationId xmlns:a16="http://schemas.microsoft.com/office/drawing/2014/main" id="{B57699B1-78F5-4AE4-BC99-56F51347497C}"/>
                </a:ext>
              </a:extLst>
            </p:cNvPr>
            <p:cNvSpPr>
              <a:spLocks/>
            </p:cNvSpPr>
            <p:nvPr/>
          </p:nvSpPr>
          <p:spPr bwMode="auto">
            <a:xfrm>
              <a:off x="962" y="1970"/>
              <a:ext cx="70" cy="318"/>
            </a:xfrm>
            <a:custGeom>
              <a:avLst/>
              <a:gdLst>
                <a:gd name="T0" fmla="*/ 15 w 66"/>
                <a:gd name="T1" fmla="*/ 359 h 299"/>
                <a:gd name="T2" fmla="*/ 78 w 66"/>
                <a:gd name="T3" fmla="*/ 335 h 299"/>
                <a:gd name="T4" fmla="*/ 32 w 66"/>
                <a:gd name="T5" fmla="*/ 307 h 299"/>
                <a:gd name="T6" fmla="*/ 53 w 66"/>
                <a:gd name="T7" fmla="*/ 270 h 299"/>
                <a:gd name="T8" fmla="*/ 21 w 66"/>
                <a:gd name="T9" fmla="*/ 165 h 299"/>
                <a:gd name="T10" fmla="*/ 22 w 66"/>
                <a:gd name="T11" fmla="*/ 79 h 299"/>
                <a:gd name="T12" fmla="*/ 29 w 66"/>
                <a:gd name="T13" fmla="*/ 0 h 299"/>
                <a:gd name="T14" fmla="*/ 3 w 66"/>
                <a:gd name="T15" fmla="*/ 185 h 299"/>
                <a:gd name="T16" fmla="*/ 5 w 66"/>
                <a:gd name="T17" fmla="*/ 262 h 299"/>
                <a:gd name="T18" fmla="*/ 13 w 66"/>
                <a:gd name="T19" fmla="*/ 301 h 299"/>
                <a:gd name="T20" fmla="*/ 15 w 66"/>
                <a:gd name="T21" fmla="*/ 340 h 29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6" h="299">
                  <a:moveTo>
                    <a:pt x="12" y="299"/>
                  </a:moveTo>
                  <a:cubicBezTo>
                    <a:pt x="6" y="263"/>
                    <a:pt x="47" y="270"/>
                    <a:pt x="66" y="278"/>
                  </a:cubicBezTo>
                  <a:cubicBezTo>
                    <a:pt x="52" y="271"/>
                    <a:pt x="31" y="272"/>
                    <a:pt x="26" y="256"/>
                  </a:cubicBezTo>
                  <a:cubicBezTo>
                    <a:pt x="21" y="242"/>
                    <a:pt x="28" y="224"/>
                    <a:pt x="44" y="225"/>
                  </a:cubicBezTo>
                  <a:cubicBezTo>
                    <a:pt x="6" y="228"/>
                    <a:pt x="17" y="162"/>
                    <a:pt x="18" y="137"/>
                  </a:cubicBezTo>
                  <a:cubicBezTo>
                    <a:pt x="20" y="113"/>
                    <a:pt x="18" y="89"/>
                    <a:pt x="19" y="66"/>
                  </a:cubicBezTo>
                  <a:cubicBezTo>
                    <a:pt x="19" y="44"/>
                    <a:pt x="25" y="22"/>
                    <a:pt x="24" y="0"/>
                  </a:cubicBezTo>
                  <a:cubicBezTo>
                    <a:pt x="9" y="51"/>
                    <a:pt x="0" y="101"/>
                    <a:pt x="3" y="154"/>
                  </a:cubicBezTo>
                  <a:cubicBezTo>
                    <a:pt x="4" y="175"/>
                    <a:pt x="4" y="196"/>
                    <a:pt x="5" y="217"/>
                  </a:cubicBezTo>
                  <a:cubicBezTo>
                    <a:pt x="5" y="229"/>
                    <a:pt x="7" y="239"/>
                    <a:pt x="10" y="250"/>
                  </a:cubicBezTo>
                  <a:cubicBezTo>
                    <a:pt x="11" y="257"/>
                    <a:pt x="16" y="286"/>
                    <a:pt x="12" y="283"/>
                  </a:cubicBezTo>
                </a:path>
              </a:pathLst>
            </a:custGeom>
            <a:solidFill>
              <a:srgbClr val="C27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8169" name="Freeform 651">
              <a:extLst>
                <a:ext uri="{FF2B5EF4-FFF2-40B4-BE49-F238E27FC236}">
                  <a16:creationId xmlns:a16="http://schemas.microsoft.com/office/drawing/2014/main" id="{0B7C343F-EF3B-476C-BB35-DFDD58F4E8DE}"/>
                </a:ext>
              </a:extLst>
            </p:cNvPr>
            <p:cNvSpPr>
              <a:spLocks/>
            </p:cNvSpPr>
            <p:nvPr/>
          </p:nvSpPr>
          <p:spPr bwMode="auto">
            <a:xfrm>
              <a:off x="965" y="2993"/>
              <a:ext cx="67" cy="142"/>
            </a:xfrm>
            <a:custGeom>
              <a:avLst/>
              <a:gdLst>
                <a:gd name="T0" fmla="*/ 62 w 63"/>
                <a:gd name="T1" fmla="*/ 33 h 133"/>
                <a:gd name="T2" fmla="*/ 36 w 63"/>
                <a:gd name="T3" fmla="*/ 0 h 133"/>
                <a:gd name="T4" fmla="*/ 76 w 63"/>
                <a:gd name="T5" fmla="*/ 162 h 133"/>
                <a:gd name="T6" fmla="*/ 57 w 63"/>
                <a:gd name="T7" fmla="*/ 32 h 1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3" h="133">
                  <a:moveTo>
                    <a:pt x="52" y="27"/>
                  </a:moveTo>
                  <a:cubicBezTo>
                    <a:pt x="46" y="18"/>
                    <a:pt x="40" y="5"/>
                    <a:pt x="30" y="0"/>
                  </a:cubicBezTo>
                  <a:cubicBezTo>
                    <a:pt x="0" y="38"/>
                    <a:pt x="37" y="105"/>
                    <a:pt x="63" y="133"/>
                  </a:cubicBezTo>
                  <a:cubicBezTo>
                    <a:pt x="46" y="115"/>
                    <a:pt x="22" y="43"/>
                    <a:pt x="48" y="26"/>
                  </a:cubicBezTo>
                </a:path>
              </a:pathLst>
            </a:custGeom>
            <a:solidFill>
              <a:srgbClr val="C27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8170" name="Freeform 652">
              <a:extLst>
                <a:ext uri="{FF2B5EF4-FFF2-40B4-BE49-F238E27FC236}">
                  <a16:creationId xmlns:a16="http://schemas.microsoft.com/office/drawing/2014/main" id="{0708D043-1FC2-4B28-93B3-1D3D7475235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0" y="3168"/>
              <a:ext cx="128" cy="617"/>
            </a:xfrm>
            <a:custGeom>
              <a:avLst/>
              <a:gdLst>
                <a:gd name="T0" fmla="*/ 37 w 120"/>
                <a:gd name="T1" fmla="*/ 0 h 579"/>
                <a:gd name="T2" fmla="*/ 5 w 120"/>
                <a:gd name="T3" fmla="*/ 167 h 579"/>
                <a:gd name="T4" fmla="*/ 0 w 120"/>
                <a:gd name="T5" fmla="*/ 374 h 579"/>
                <a:gd name="T6" fmla="*/ 37 w 120"/>
                <a:gd name="T7" fmla="*/ 616 h 579"/>
                <a:gd name="T8" fmla="*/ 58 w 120"/>
                <a:gd name="T9" fmla="*/ 695 h 579"/>
                <a:gd name="T10" fmla="*/ 73 w 120"/>
                <a:gd name="T11" fmla="*/ 574 h 579"/>
                <a:gd name="T12" fmla="*/ 58 w 120"/>
                <a:gd name="T13" fmla="*/ 561 h 579"/>
                <a:gd name="T14" fmla="*/ 96 w 120"/>
                <a:gd name="T15" fmla="*/ 572 h 579"/>
                <a:gd name="T16" fmla="*/ 146 w 120"/>
                <a:gd name="T17" fmla="*/ 566 h 579"/>
                <a:gd name="T18" fmla="*/ 61 w 120"/>
                <a:gd name="T19" fmla="*/ 541 h 579"/>
                <a:gd name="T20" fmla="*/ 35 w 120"/>
                <a:gd name="T21" fmla="*/ 410 h 579"/>
                <a:gd name="T22" fmla="*/ 22 w 120"/>
                <a:gd name="T23" fmla="*/ 226 h 579"/>
                <a:gd name="T24" fmla="*/ 37 w 120"/>
                <a:gd name="T25" fmla="*/ 30 h 57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20" h="579">
                  <a:moveTo>
                    <a:pt x="31" y="0"/>
                  </a:moveTo>
                  <a:cubicBezTo>
                    <a:pt x="31" y="47"/>
                    <a:pt x="9" y="92"/>
                    <a:pt x="5" y="138"/>
                  </a:cubicBezTo>
                  <a:cubicBezTo>
                    <a:pt x="1" y="195"/>
                    <a:pt x="0" y="252"/>
                    <a:pt x="0" y="309"/>
                  </a:cubicBezTo>
                  <a:cubicBezTo>
                    <a:pt x="0" y="378"/>
                    <a:pt x="38" y="440"/>
                    <a:pt x="31" y="509"/>
                  </a:cubicBezTo>
                  <a:cubicBezTo>
                    <a:pt x="30" y="521"/>
                    <a:pt x="32" y="579"/>
                    <a:pt x="48" y="574"/>
                  </a:cubicBezTo>
                  <a:cubicBezTo>
                    <a:pt x="29" y="537"/>
                    <a:pt x="55" y="509"/>
                    <a:pt x="60" y="475"/>
                  </a:cubicBezTo>
                  <a:cubicBezTo>
                    <a:pt x="56" y="471"/>
                    <a:pt x="52" y="467"/>
                    <a:pt x="48" y="464"/>
                  </a:cubicBezTo>
                  <a:cubicBezTo>
                    <a:pt x="59" y="465"/>
                    <a:pt x="69" y="471"/>
                    <a:pt x="79" y="473"/>
                  </a:cubicBezTo>
                  <a:cubicBezTo>
                    <a:pt x="96" y="476"/>
                    <a:pt x="105" y="468"/>
                    <a:pt x="120" y="467"/>
                  </a:cubicBezTo>
                  <a:cubicBezTo>
                    <a:pt x="97" y="468"/>
                    <a:pt x="66" y="465"/>
                    <a:pt x="50" y="448"/>
                  </a:cubicBezTo>
                  <a:cubicBezTo>
                    <a:pt x="27" y="423"/>
                    <a:pt x="30" y="372"/>
                    <a:pt x="29" y="339"/>
                  </a:cubicBezTo>
                  <a:cubicBezTo>
                    <a:pt x="28" y="288"/>
                    <a:pt x="17" y="239"/>
                    <a:pt x="19" y="187"/>
                  </a:cubicBezTo>
                  <a:cubicBezTo>
                    <a:pt x="22" y="134"/>
                    <a:pt x="18" y="76"/>
                    <a:pt x="31" y="24"/>
                  </a:cubicBezTo>
                </a:path>
              </a:pathLst>
            </a:custGeom>
            <a:solidFill>
              <a:srgbClr val="C27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8171" name="Freeform 653">
              <a:extLst>
                <a:ext uri="{FF2B5EF4-FFF2-40B4-BE49-F238E27FC236}">
                  <a16:creationId xmlns:a16="http://schemas.microsoft.com/office/drawing/2014/main" id="{3D29AEC8-CE5E-475C-B356-6FB900868297}"/>
                </a:ext>
              </a:extLst>
            </p:cNvPr>
            <p:cNvSpPr>
              <a:spLocks/>
            </p:cNvSpPr>
            <p:nvPr/>
          </p:nvSpPr>
          <p:spPr bwMode="auto">
            <a:xfrm>
              <a:off x="877" y="3806"/>
              <a:ext cx="165" cy="137"/>
            </a:xfrm>
            <a:custGeom>
              <a:avLst/>
              <a:gdLst>
                <a:gd name="T0" fmla="*/ 187 w 155"/>
                <a:gd name="T1" fmla="*/ 6 h 129"/>
                <a:gd name="T2" fmla="*/ 145 w 155"/>
                <a:gd name="T3" fmla="*/ 47 h 129"/>
                <a:gd name="T4" fmla="*/ 96 w 155"/>
                <a:gd name="T5" fmla="*/ 92 h 129"/>
                <a:gd name="T6" fmla="*/ 54 w 155"/>
                <a:gd name="T7" fmla="*/ 124 h 129"/>
                <a:gd name="T8" fmla="*/ 0 w 155"/>
                <a:gd name="T9" fmla="*/ 147 h 129"/>
                <a:gd name="T10" fmla="*/ 45 w 155"/>
                <a:gd name="T11" fmla="*/ 154 h 129"/>
                <a:gd name="T12" fmla="*/ 55 w 155"/>
                <a:gd name="T13" fmla="*/ 140 h 129"/>
                <a:gd name="T14" fmla="*/ 82 w 155"/>
                <a:gd name="T15" fmla="*/ 123 h 129"/>
                <a:gd name="T16" fmla="*/ 109 w 155"/>
                <a:gd name="T17" fmla="*/ 101 h 129"/>
                <a:gd name="T18" fmla="*/ 122 w 155"/>
                <a:gd name="T19" fmla="*/ 78 h 129"/>
                <a:gd name="T20" fmla="*/ 146 w 155"/>
                <a:gd name="T21" fmla="*/ 58 h 129"/>
                <a:gd name="T22" fmla="*/ 163 w 155"/>
                <a:gd name="T23" fmla="*/ 38 h 129"/>
                <a:gd name="T24" fmla="*/ 186 w 155"/>
                <a:gd name="T25" fmla="*/ 4 h 12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55" h="129">
                  <a:moveTo>
                    <a:pt x="155" y="6"/>
                  </a:moveTo>
                  <a:cubicBezTo>
                    <a:pt x="139" y="0"/>
                    <a:pt x="127" y="29"/>
                    <a:pt x="120" y="39"/>
                  </a:cubicBezTo>
                  <a:cubicBezTo>
                    <a:pt x="109" y="54"/>
                    <a:pt x="94" y="64"/>
                    <a:pt x="80" y="77"/>
                  </a:cubicBezTo>
                  <a:cubicBezTo>
                    <a:pt x="69" y="88"/>
                    <a:pt x="59" y="96"/>
                    <a:pt x="45" y="104"/>
                  </a:cubicBezTo>
                  <a:cubicBezTo>
                    <a:pt x="30" y="112"/>
                    <a:pt x="12" y="109"/>
                    <a:pt x="0" y="122"/>
                  </a:cubicBezTo>
                  <a:cubicBezTo>
                    <a:pt x="14" y="119"/>
                    <a:pt x="26" y="119"/>
                    <a:pt x="37" y="129"/>
                  </a:cubicBezTo>
                  <a:cubicBezTo>
                    <a:pt x="37" y="121"/>
                    <a:pt x="39" y="121"/>
                    <a:pt x="46" y="117"/>
                  </a:cubicBezTo>
                  <a:cubicBezTo>
                    <a:pt x="54" y="113"/>
                    <a:pt x="61" y="109"/>
                    <a:pt x="68" y="103"/>
                  </a:cubicBezTo>
                  <a:cubicBezTo>
                    <a:pt x="75" y="96"/>
                    <a:pt x="84" y="92"/>
                    <a:pt x="90" y="84"/>
                  </a:cubicBezTo>
                  <a:cubicBezTo>
                    <a:pt x="94" y="78"/>
                    <a:pt x="97" y="71"/>
                    <a:pt x="101" y="65"/>
                  </a:cubicBezTo>
                  <a:cubicBezTo>
                    <a:pt x="107" y="58"/>
                    <a:pt x="114" y="54"/>
                    <a:pt x="121" y="49"/>
                  </a:cubicBezTo>
                  <a:cubicBezTo>
                    <a:pt x="127" y="44"/>
                    <a:pt x="131" y="38"/>
                    <a:pt x="135" y="32"/>
                  </a:cubicBezTo>
                  <a:cubicBezTo>
                    <a:pt x="141" y="22"/>
                    <a:pt x="146" y="11"/>
                    <a:pt x="154" y="4"/>
                  </a:cubicBezTo>
                </a:path>
              </a:pathLst>
            </a:custGeom>
            <a:solidFill>
              <a:srgbClr val="C27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8172" name="Freeform 654">
              <a:extLst>
                <a:ext uri="{FF2B5EF4-FFF2-40B4-BE49-F238E27FC236}">
                  <a16:creationId xmlns:a16="http://schemas.microsoft.com/office/drawing/2014/main" id="{2E79EC5F-3903-4EB6-8C7E-21C828EBC438}"/>
                </a:ext>
              </a:extLst>
            </p:cNvPr>
            <p:cNvSpPr>
              <a:spLocks/>
            </p:cNvSpPr>
            <p:nvPr/>
          </p:nvSpPr>
          <p:spPr bwMode="auto">
            <a:xfrm>
              <a:off x="918" y="3961"/>
              <a:ext cx="126" cy="87"/>
            </a:xfrm>
            <a:custGeom>
              <a:avLst/>
              <a:gdLst>
                <a:gd name="T0" fmla="*/ 0 w 118"/>
                <a:gd name="T1" fmla="*/ 69 h 81"/>
                <a:gd name="T2" fmla="*/ 31 w 118"/>
                <a:gd name="T3" fmla="*/ 98 h 81"/>
                <a:gd name="T4" fmla="*/ 66 w 118"/>
                <a:gd name="T5" fmla="*/ 85 h 81"/>
                <a:gd name="T6" fmla="*/ 86 w 118"/>
                <a:gd name="T7" fmla="*/ 61 h 81"/>
                <a:gd name="T8" fmla="*/ 108 w 118"/>
                <a:gd name="T9" fmla="*/ 45 h 81"/>
                <a:gd name="T10" fmla="*/ 125 w 118"/>
                <a:gd name="T11" fmla="*/ 18 h 81"/>
                <a:gd name="T12" fmla="*/ 144 w 118"/>
                <a:gd name="T13" fmla="*/ 0 h 81"/>
                <a:gd name="T14" fmla="*/ 107 w 118"/>
                <a:gd name="T15" fmla="*/ 33 h 81"/>
                <a:gd name="T16" fmla="*/ 89 w 118"/>
                <a:gd name="T17" fmla="*/ 46 h 81"/>
                <a:gd name="T18" fmla="*/ 78 w 118"/>
                <a:gd name="T19" fmla="*/ 60 h 81"/>
                <a:gd name="T20" fmla="*/ 40 w 118"/>
                <a:gd name="T21" fmla="*/ 89 h 81"/>
                <a:gd name="T22" fmla="*/ 2 w 118"/>
                <a:gd name="T23" fmla="*/ 71 h 81"/>
                <a:gd name="T24" fmla="*/ 1 w 118"/>
                <a:gd name="T25" fmla="*/ 69 h 8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18" h="81">
                  <a:moveTo>
                    <a:pt x="0" y="56"/>
                  </a:moveTo>
                  <a:cubicBezTo>
                    <a:pt x="0" y="68"/>
                    <a:pt x="14" y="77"/>
                    <a:pt x="25" y="79"/>
                  </a:cubicBezTo>
                  <a:cubicBezTo>
                    <a:pt x="35" y="81"/>
                    <a:pt x="47" y="77"/>
                    <a:pt x="54" y="69"/>
                  </a:cubicBezTo>
                  <a:cubicBezTo>
                    <a:pt x="60" y="63"/>
                    <a:pt x="66" y="56"/>
                    <a:pt x="71" y="49"/>
                  </a:cubicBezTo>
                  <a:cubicBezTo>
                    <a:pt x="77" y="42"/>
                    <a:pt x="82" y="41"/>
                    <a:pt x="89" y="36"/>
                  </a:cubicBezTo>
                  <a:cubicBezTo>
                    <a:pt x="96" y="31"/>
                    <a:pt x="98" y="22"/>
                    <a:pt x="103" y="15"/>
                  </a:cubicBezTo>
                  <a:cubicBezTo>
                    <a:pt x="107" y="10"/>
                    <a:pt x="113" y="4"/>
                    <a:pt x="118" y="0"/>
                  </a:cubicBezTo>
                  <a:cubicBezTo>
                    <a:pt x="106" y="4"/>
                    <a:pt x="97" y="18"/>
                    <a:pt x="88" y="27"/>
                  </a:cubicBezTo>
                  <a:cubicBezTo>
                    <a:pt x="83" y="31"/>
                    <a:pt x="78" y="33"/>
                    <a:pt x="73" y="37"/>
                  </a:cubicBezTo>
                  <a:cubicBezTo>
                    <a:pt x="69" y="40"/>
                    <a:pt x="66" y="44"/>
                    <a:pt x="64" y="48"/>
                  </a:cubicBezTo>
                  <a:cubicBezTo>
                    <a:pt x="56" y="59"/>
                    <a:pt x="47" y="70"/>
                    <a:pt x="33" y="72"/>
                  </a:cubicBezTo>
                  <a:cubicBezTo>
                    <a:pt x="21" y="73"/>
                    <a:pt x="7" y="69"/>
                    <a:pt x="2" y="57"/>
                  </a:cubicBezTo>
                  <a:cubicBezTo>
                    <a:pt x="1" y="57"/>
                    <a:pt x="1" y="56"/>
                    <a:pt x="1" y="56"/>
                  </a:cubicBezTo>
                </a:path>
              </a:pathLst>
            </a:custGeom>
            <a:solidFill>
              <a:srgbClr val="8E4C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8173" name="Freeform 655">
              <a:extLst>
                <a:ext uri="{FF2B5EF4-FFF2-40B4-BE49-F238E27FC236}">
                  <a16:creationId xmlns:a16="http://schemas.microsoft.com/office/drawing/2014/main" id="{FF54D0D9-E111-455F-ADC2-C71BD4625DBB}"/>
                </a:ext>
              </a:extLst>
            </p:cNvPr>
            <p:cNvSpPr>
              <a:spLocks/>
            </p:cNvSpPr>
            <p:nvPr/>
          </p:nvSpPr>
          <p:spPr bwMode="auto">
            <a:xfrm>
              <a:off x="989" y="3986"/>
              <a:ext cx="23" cy="29"/>
            </a:xfrm>
            <a:custGeom>
              <a:avLst/>
              <a:gdLst>
                <a:gd name="T0" fmla="*/ 0 w 22"/>
                <a:gd name="T1" fmla="*/ 31 h 27"/>
                <a:gd name="T2" fmla="*/ 2 w 22"/>
                <a:gd name="T3" fmla="*/ 0 h 27"/>
                <a:gd name="T4" fmla="*/ 25 w 22"/>
                <a:gd name="T5" fmla="*/ 12 h 27"/>
                <a:gd name="T6" fmla="*/ 9 w 22"/>
                <a:gd name="T7" fmla="*/ 20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27">
                  <a:moveTo>
                    <a:pt x="0" y="25"/>
                  </a:moveTo>
                  <a:cubicBezTo>
                    <a:pt x="4" y="27"/>
                    <a:pt x="3" y="4"/>
                    <a:pt x="2" y="0"/>
                  </a:cubicBezTo>
                  <a:cubicBezTo>
                    <a:pt x="4" y="8"/>
                    <a:pt x="14" y="14"/>
                    <a:pt x="22" y="9"/>
                  </a:cubicBezTo>
                  <a:cubicBezTo>
                    <a:pt x="18" y="12"/>
                    <a:pt x="14" y="15"/>
                    <a:pt x="9" y="17"/>
                  </a:cubicBezTo>
                </a:path>
              </a:pathLst>
            </a:custGeom>
            <a:solidFill>
              <a:srgbClr val="8E4C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8174" name="Freeform 656">
              <a:extLst>
                <a:ext uri="{FF2B5EF4-FFF2-40B4-BE49-F238E27FC236}">
                  <a16:creationId xmlns:a16="http://schemas.microsoft.com/office/drawing/2014/main" id="{5D30518F-4089-4056-9A89-07DB9F41A65C}"/>
                </a:ext>
              </a:extLst>
            </p:cNvPr>
            <p:cNvSpPr>
              <a:spLocks/>
            </p:cNvSpPr>
            <p:nvPr/>
          </p:nvSpPr>
          <p:spPr bwMode="auto">
            <a:xfrm>
              <a:off x="884" y="4008"/>
              <a:ext cx="25" cy="22"/>
            </a:xfrm>
            <a:custGeom>
              <a:avLst/>
              <a:gdLst>
                <a:gd name="T0" fmla="*/ 27 w 23"/>
                <a:gd name="T1" fmla="*/ 12 h 20"/>
                <a:gd name="T2" fmla="*/ 29 w 23"/>
                <a:gd name="T3" fmla="*/ 26 h 20"/>
                <a:gd name="T4" fmla="*/ 10 w 23"/>
                <a:gd name="T5" fmla="*/ 22 h 20"/>
                <a:gd name="T6" fmla="*/ 0 w 23"/>
                <a:gd name="T7" fmla="*/ 0 h 20"/>
                <a:gd name="T8" fmla="*/ 11 w 23"/>
                <a:gd name="T9" fmla="*/ 12 h 20"/>
                <a:gd name="T10" fmla="*/ 28 w 23"/>
                <a:gd name="T11" fmla="*/ 15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" h="20">
                  <a:moveTo>
                    <a:pt x="21" y="9"/>
                  </a:moveTo>
                  <a:cubicBezTo>
                    <a:pt x="21" y="13"/>
                    <a:pt x="23" y="16"/>
                    <a:pt x="23" y="20"/>
                  </a:cubicBezTo>
                  <a:cubicBezTo>
                    <a:pt x="18" y="20"/>
                    <a:pt x="12" y="18"/>
                    <a:pt x="7" y="16"/>
                  </a:cubicBezTo>
                  <a:cubicBezTo>
                    <a:pt x="2" y="12"/>
                    <a:pt x="0" y="7"/>
                    <a:pt x="0" y="0"/>
                  </a:cubicBezTo>
                  <a:cubicBezTo>
                    <a:pt x="2" y="4"/>
                    <a:pt x="4" y="7"/>
                    <a:pt x="8" y="9"/>
                  </a:cubicBezTo>
                  <a:cubicBezTo>
                    <a:pt x="13" y="13"/>
                    <a:pt x="16" y="11"/>
                    <a:pt x="22" y="12"/>
                  </a:cubicBezTo>
                </a:path>
              </a:pathLst>
            </a:custGeom>
            <a:solidFill>
              <a:srgbClr val="8E4C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8175" name="Freeform 657">
              <a:extLst>
                <a:ext uri="{FF2B5EF4-FFF2-40B4-BE49-F238E27FC236}">
                  <a16:creationId xmlns:a16="http://schemas.microsoft.com/office/drawing/2014/main" id="{5680358F-B39C-4948-AC27-6EFE1B2AE005}"/>
                </a:ext>
              </a:extLst>
            </p:cNvPr>
            <p:cNvSpPr>
              <a:spLocks/>
            </p:cNvSpPr>
            <p:nvPr/>
          </p:nvSpPr>
          <p:spPr bwMode="auto">
            <a:xfrm>
              <a:off x="864" y="3991"/>
              <a:ext cx="14" cy="22"/>
            </a:xfrm>
            <a:custGeom>
              <a:avLst/>
              <a:gdLst>
                <a:gd name="T0" fmla="*/ 16 w 13"/>
                <a:gd name="T1" fmla="*/ 13 h 20"/>
                <a:gd name="T2" fmla="*/ 13 w 13"/>
                <a:gd name="T3" fmla="*/ 26 h 20"/>
                <a:gd name="T4" fmla="*/ 2 w 13"/>
                <a:gd name="T5" fmla="*/ 17 h 20"/>
                <a:gd name="T6" fmla="*/ 0 w 13"/>
                <a:gd name="T7" fmla="*/ 9 h 20"/>
                <a:gd name="T8" fmla="*/ 2 w 13"/>
                <a:gd name="T9" fmla="*/ 0 h 20"/>
                <a:gd name="T10" fmla="*/ 5 w 13"/>
                <a:gd name="T11" fmla="*/ 11 h 20"/>
                <a:gd name="T12" fmla="*/ 14 w 13"/>
                <a:gd name="T13" fmla="*/ 17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20">
                  <a:moveTo>
                    <a:pt x="13" y="10"/>
                  </a:moveTo>
                  <a:cubicBezTo>
                    <a:pt x="11" y="11"/>
                    <a:pt x="10" y="17"/>
                    <a:pt x="10" y="20"/>
                  </a:cubicBezTo>
                  <a:cubicBezTo>
                    <a:pt x="7" y="19"/>
                    <a:pt x="4" y="15"/>
                    <a:pt x="2" y="13"/>
                  </a:cubicBezTo>
                  <a:cubicBezTo>
                    <a:pt x="1" y="11"/>
                    <a:pt x="0" y="8"/>
                    <a:pt x="0" y="6"/>
                  </a:cubicBezTo>
                  <a:cubicBezTo>
                    <a:pt x="0" y="4"/>
                    <a:pt x="1" y="2"/>
                    <a:pt x="2" y="0"/>
                  </a:cubicBezTo>
                  <a:cubicBezTo>
                    <a:pt x="3" y="1"/>
                    <a:pt x="4" y="6"/>
                    <a:pt x="5" y="8"/>
                  </a:cubicBezTo>
                  <a:cubicBezTo>
                    <a:pt x="6" y="10"/>
                    <a:pt x="9" y="13"/>
                    <a:pt x="11" y="13"/>
                  </a:cubicBezTo>
                </a:path>
              </a:pathLst>
            </a:custGeom>
            <a:solidFill>
              <a:srgbClr val="8E4C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8176" name="Freeform 658">
              <a:extLst>
                <a:ext uri="{FF2B5EF4-FFF2-40B4-BE49-F238E27FC236}">
                  <a16:creationId xmlns:a16="http://schemas.microsoft.com/office/drawing/2014/main" id="{A904845A-28B2-41AE-9A32-4CFFE814789E}"/>
                </a:ext>
              </a:extLst>
            </p:cNvPr>
            <p:cNvSpPr>
              <a:spLocks/>
            </p:cNvSpPr>
            <p:nvPr/>
          </p:nvSpPr>
          <p:spPr bwMode="auto">
            <a:xfrm>
              <a:off x="854" y="3970"/>
              <a:ext cx="7" cy="14"/>
            </a:xfrm>
            <a:custGeom>
              <a:avLst/>
              <a:gdLst>
                <a:gd name="T0" fmla="*/ 8 w 6"/>
                <a:gd name="T1" fmla="*/ 16 h 13"/>
                <a:gd name="T2" fmla="*/ 0 w 6"/>
                <a:gd name="T3" fmla="*/ 0 h 13"/>
                <a:gd name="T4" fmla="*/ 9 w 6"/>
                <a:gd name="T5" fmla="*/ 12 h 13"/>
                <a:gd name="T6" fmla="*/ 8 w 6"/>
                <a:gd name="T7" fmla="*/ 15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13">
                  <a:moveTo>
                    <a:pt x="5" y="13"/>
                  </a:moveTo>
                  <a:cubicBezTo>
                    <a:pt x="0" y="13"/>
                    <a:pt x="0" y="3"/>
                    <a:pt x="0" y="0"/>
                  </a:cubicBezTo>
                  <a:cubicBezTo>
                    <a:pt x="2" y="3"/>
                    <a:pt x="2" y="8"/>
                    <a:pt x="6" y="9"/>
                  </a:cubicBezTo>
                  <a:cubicBezTo>
                    <a:pt x="6" y="11"/>
                    <a:pt x="5" y="12"/>
                    <a:pt x="5" y="12"/>
                  </a:cubicBezTo>
                </a:path>
              </a:pathLst>
            </a:custGeom>
            <a:solidFill>
              <a:srgbClr val="8E4C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8177" name="Freeform 659">
              <a:extLst>
                <a:ext uri="{FF2B5EF4-FFF2-40B4-BE49-F238E27FC236}">
                  <a16:creationId xmlns:a16="http://schemas.microsoft.com/office/drawing/2014/main" id="{48C26ECB-0B5C-40DC-8C47-F8B4AC3F5F83}"/>
                </a:ext>
              </a:extLst>
            </p:cNvPr>
            <p:cNvSpPr>
              <a:spLocks/>
            </p:cNvSpPr>
            <p:nvPr/>
          </p:nvSpPr>
          <p:spPr bwMode="auto">
            <a:xfrm>
              <a:off x="893" y="3958"/>
              <a:ext cx="21" cy="24"/>
            </a:xfrm>
            <a:custGeom>
              <a:avLst/>
              <a:gdLst>
                <a:gd name="T0" fmla="*/ 22 w 20"/>
                <a:gd name="T1" fmla="*/ 0 h 22"/>
                <a:gd name="T2" fmla="*/ 15 w 20"/>
                <a:gd name="T3" fmla="*/ 17 h 22"/>
                <a:gd name="T4" fmla="*/ 0 w 20"/>
                <a:gd name="T5" fmla="*/ 28 h 22"/>
                <a:gd name="T6" fmla="*/ 14 w 20"/>
                <a:gd name="T7" fmla="*/ 13 h 22"/>
                <a:gd name="T8" fmla="*/ 18 w 20"/>
                <a:gd name="T9" fmla="*/ 4 h 22"/>
                <a:gd name="T10" fmla="*/ 22 w 20"/>
                <a:gd name="T11" fmla="*/ 0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" h="22">
                  <a:moveTo>
                    <a:pt x="19" y="0"/>
                  </a:moveTo>
                  <a:cubicBezTo>
                    <a:pt x="20" y="4"/>
                    <a:pt x="15" y="10"/>
                    <a:pt x="12" y="14"/>
                  </a:cubicBezTo>
                  <a:cubicBezTo>
                    <a:pt x="10" y="18"/>
                    <a:pt x="5" y="22"/>
                    <a:pt x="0" y="22"/>
                  </a:cubicBezTo>
                  <a:cubicBezTo>
                    <a:pt x="5" y="21"/>
                    <a:pt x="8" y="14"/>
                    <a:pt x="11" y="10"/>
                  </a:cubicBezTo>
                  <a:cubicBezTo>
                    <a:pt x="12" y="8"/>
                    <a:pt x="13" y="6"/>
                    <a:pt x="15" y="4"/>
                  </a:cubicBezTo>
                  <a:cubicBezTo>
                    <a:pt x="16" y="2"/>
                    <a:pt x="18" y="1"/>
                    <a:pt x="19" y="0"/>
                  </a:cubicBezTo>
                </a:path>
              </a:pathLst>
            </a:custGeom>
            <a:solidFill>
              <a:srgbClr val="8E4C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8178" name="Freeform 660">
              <a:extLst>
                <a:ext uri="{FF2B5EF4-FFF2-40B4-BE49-F238E27FC236}">
                  <a16:creationId xmlns:a16="http://schemas.microsoft.com/office/drawing/2014/main" id="{AD125C73-C1D9-43CC-8E8D-8E32D0C21335}"/>
                </a:ext>
              </a:extLst>
            </p:cNvPr>
            <p:cNvSpPr>
              <a:spLocks/>
            </p:cNvSpPr>
            <p:nvPr/>
          </p:nvSpPr>
          <p:spPr bwMode="auto">
            <a:xfrm>
              <a:off x="874" y="3944"/>
              <a:ext cx="27" cy="19"/>
            </a:xfrm>
            <a:custGeom>
              <a:avLst/>
              <a:gdLst>
                <a:gd name="T0" fmla="*/ 31 w 25"/>
                <a:gd name="T1" fmla="*/ 0 h 18"/>
                <a:gd name="T2" fmla="*/ 16 w 25"/>
                <a:gd name="T3" fmla="*/ 15 h 18"/>
                <a:gd name="T4" fmla="*/ 6 w 25"/>
                <a:gd name="T5" fmla="*/ 18 h 18"/>
                <a:gd name="T6" fmla="*/ 0 w 25"/>
                <a:gd name="T7" fmla="*/ 21 h 18"/>
                <a:gd name="T8" fmla="*/ 29 w 25"/>
                <a:gd name="T9" fmla="*/ 0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18">
                  <a:moveTo>
                    <a:pt x="25" y="0"/>
                  </a:moveTo>
                  <a:cubicBezTo>
                    <a:pt x="23" y="6"/>
                    <a:pt x="17" y="9"/>
                    <a:pt x="13" y="12"/>
                  </a:cubicBezTo>
                  <a:cubicBezTo>
                    <a:pt x="10" y="13"/>
                    <a:pt x="8" y="14"/>
                    <a:pt x="6" y="15"/>
                  </a:cubicBezTo>
                  <a:cubicBezTo>
                    <a:pt x="4" y="16"/>
                    <a:pt x="2" y="17"/>
                    <a:pt x="0" y="18"/>
                  </a:cubicBezTo>
                  <a:cubicBezTo>
                    <a:pt x="8" y="11"/>
                    <a:pt x="17" y="8"/>
                    <a:pt x="23" y="0"/>
                  </a:cubicBezTo>
                </a:path>
              </a:pathLst>
            </a:custGeom>
            <a:solidFill>
              <a:srgbClr val="8E4C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8179" name="Freeform 661">
              <a:extLst>
                <a:ext uri="{FF2B5EF4-FFF2-40B4-BE49-F238E27FC236}">
                  <a16:creationId xmlns:a16="http://schemas.microsoft.com/office/drawing/2014/main" id="{2AAB86E0-8222-4990-8262-D3FCF3E87D57}"/>
                </a:ext>
              </a:extLst>
            </p:cNvPr>
            <p:cNvSpPr>
              <a:spLocks/>
            </p:cNvSpPr>
            <p:nvPr/>
          </p:nvSpPr>
          <p:spPr bwMode="auto">
            <a:xfrm>
              <a:off x="925" y="3970"/>
              <a:ext cx="19" cy="15"/>
            </a:xfrm>
            <a:custGeom>
              <a:avLst/>
              <a:gdLst>
                <a:gd name="T0" fmla="*/ 20 w 18"/>
                <a:gd name="T1" fmla="*/ 1 h 14"/>
                <a:gd name="T2" fmla="*/ 0 w 18"/>
                <a:gd name="T3" fmla="*/ 17 h 14"/>
                <a:gd name="T4" fmla="*/ 8 w 18"/>
                <a:gd name="T5" fmla="*/ 10 h 14"/>
                <a:gd name="T6" fmla="*/ 21 w 18"/>
                <a:gd name="T7" fmla="*/ 0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14">
                  <a:moveTo>
                    <a:pt x="17" y="1"/>
                  </a:moveTo>
                  <a:cubicBezTo>
                    <a:pt x="14" y="8"/>
                    <a:pt x="7" y="14"/>
                    <a:pt x="0" y="14"/>
                  </a:cubicBezTo>
                  <a:cubicBezTo>
                    <a:pt x="3" y="13"/>
                    <a:pt x="5" y="9"/>
                    <a:pt x="8" y="7"/>
                  </a:cubicBezTo>
                  <a:cubicBezTo>
                    <a:pt x="11" y="5"/>
                    <a:pt x="15" y="3"/>
                    <a:pt x="18" y="0"/>
                  </a:cubicBezTo>
                </a:path>
              </a:pathLst>
            </a:custGeom>
            <a:solidFill>
              <a:srgbClr val="8E4C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8180" name="Freeform 662">
              <a:extLst>
                <a:ext uri="{FF2B5EF4-FFF2-40B4-BE49-F238E27FC236}">
                  <a16:creationId xmlns:a16="http://schemas.microsoft.com/office/drawing/2014/main" id="{82537839-E625-49DE-90D9-E6F2168E90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0" y="3772"/>
              <a:ext cx="99" cy="29"/>
            </a:xfrm>
            <a:custGeom>
              <a:avLst/>
              <a:gdLst>
                <a:gd name="T0" fmla="*/ 0 w 93"/>
                <a:gd name="T1" fmla="*/ 8 h 28"/>
                <a:gd name="T2" fmla="*/ 33 w 93"/>
                <a:gd name="T3" fmla="*/ 7 h 28"/>
                <a:gd name="T4" fmla="*/ 56 w 93"/>
                <a:gd name="T5" fmla="*/ 19 h 28"/>
                <a:gd name="T6" fmla="*/ 88 w 93"/>
                <a:gd name="T7" fmla="*/ 18 h 28"/>
                <a:gd name="T8" fmla="*/ 112 w 93"/>
                <a:gd name="T9" fmla="*/ 31 h 28"/>
                <a:gd name="T10" fmla="*/ 65 w 93"/>
                <a:gd name="T11" fmla="*/ 8 h 28"/>
                <a:gd name="T12" fmla="*/ 34 w 93"/>
                <a:gd name="T13" fmla="*/ 1 h 28"/>
                <a:gd name="T14" fmla="*/ 4 w 93"/>
                <a:gd name="T15" fmla="*/ 11 h 2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3" h="28">
                  <a:moveTo>
                    <a:pt x="0" y="8"/>
                  </a:moveTo>
                  <a:cubicBezTo>
                    <a:pt x="9" y="10"/>
                    <a:pt x="19" y="5"/>
                    <a:pt x="27" y="7"/>
                  </a:cubicBezTo>
                  <a:cubicBezTo>
                    <a:pt x="35" y="8"/>
                    <a:pt x="40" y="14"/>
                    <a:pt x="47" y="16"/>
                  </a:cubicBezTo>
                  <a:cubicBezTo>
                    <a:pt x="56" y="18"/>
                    <a:pt x="64" y="12"/>
                    <a:pt x="73" y="15"/>
                  </a:cubicBezTo>
                  <a:cubicBezTo>
                    <a:pt x="80" y="17"/>
                    <a:pt x="87" y="23"/>
                    <a:pt x="93" y="28"/>
                  </a:cubicBezTo>
                  <a:cubicBezTo>
                    <a:pt x="85" y="12"/>
                    <a:pt x="69" y="9"/>
                    <a:pt x="54" y="8"/>
                  </a:cubicBezTo>
                  <a:cubicBezTo>
                    <a:pt x="45" y="7"/>
                    <a:pt x="37" y="3"/>
                    <a:pt x="28" y="1"/>
                  </a:cubicBezTo>
                  <a:cubicBezTo>
                    <a:pt x="18" y="0"/>
                    <a:pt x="12" y="5"/>
                    <a:pt x="4" y="11"/>
                  </a:cubicBezTo>
                </a:path>
              </a:pathLst>
            </a:custGeom>
            <a:solidFill>
              <a:srgbClr val="C27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8181" name="Freeform 663">
              <a:extLst>
                <a:ext uri="{FF2B5EF4-FFF2-40B4-BE49-F238E27FC236}">
                  <a16:creationId xmlns:a16="http://schemas.microsoft.com/office/drawing/2014/main" id="{C0793B95-7474-4B84-8C61-0BB170305D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3" y="3693"/>
              <a:ext cx="106" cy="238"/>
            </a:xfrm>
            <a:custGeom>
              <a:avLst/>
              <a:gdLst>
                <a:gd name="T0" fmla="*/ 63 w 99"/>
                <a:gd name="T1" fmla="*/ 0 h 224"/>
                <a:gd name="T2" fmla="*/ 84 w 99"/>
                <a:gd name="T3" fmla="*/ 13 h 224"/>
                <a:gd name="T4" fmla="*/ 109 w 99"/>
                <a:gd name="T5" fmla="*/ 23 h 224"/>
                <a:gd name="T6" fmla="*/ 119 w 99"/>
                <a:gd name="T7" fmla="*/ 61 h 224"/>
                <a:gd name="T8" fmla="*/ 88 w 99"/>
                <a:gd name="T9" fmla="*/ 126 h 224"/>
                <a:gd name="T10" fmla="*/ 72 w 99"/>
                <a:gd name="T11" fmla="*/ 160 h 224"/>
                <a:gd name="T12" fmla="*/ 84 w 99"/>
                <a:gd name="T13" fmla="*/ 199 h 224"/>
                <a:gd name="T14" fmla="*/ 45 w 99"/>
                <a:gd name="T15" fmla="*/ 260 h 224"/>
                <a:gd name="T16" fmla="*/ 19 w 99"/>
                <a:gd name="T17" fmla="*/ 268 h 224"/>
                <a:gd name="T18" fmla="*/ 6 w 99"/>
                <a:gd name="T19" fmla="*/ 269 h 224"/>
                <a:gd name="T20" fmla="*/ 0 w 99"/>
                <a:gd name="T21" fmla="*/ 267 h 224"/>
                <a:gd name="T22" fmla="*/ 29 w 99"/>
                <a:gd name="T23" fmla="*/ 257 h 224"/>
                <a:gd name="T24" fmla="*/ 51 w 99"/>
                <a:gd name="T25" fmla="*/ 237 h 224"/>
                <a:gd name="T26" fmla="*/ 64 w 99"/>
                <a:gd name="T27" fmla="*/ 210 h 224"/>
                <a:gd name="T28" fmla="*/ 63 w 99"/>
                <a:gd name="T29" fmla="*/ 176 h 224"/>
                <a:gd name="T30" fmla="*/ 62 w 99"/>
                <a:gd name="T31" fmla="*/ 152 h 224"/>
                <a:gd name="T32" fmla="*/ 62 w 99"/>
                <a:gd name="T33" fmla="*/ 137 h 224"/>
                <a:gd name="T34" fmla="*/ 55 w 99"/>
                <a:gd name="T35" fmla="*/ 133 h 224"/>
                <a:gd name="T36" fmla="*/ 43 w 99"/>
                <a:gd name="T37" fmla="*/ 126 h 224"/>
                <a:gd name="T38" fmla="*/ 12 w 99"/>
                <a:gd name="T39" fmla="*/ 112 h 224"/>
                <a:gd name="T40" fmla="*/ 60 w 99"/>
                <a:gd name="T41" fmla="*/ 130 h 224"/>
                <a:gd name="T42" fmla="*/ 76 w 99"/>
                <a:gd name="T43" fmla="*/ 122 h 224"/>
                <a:gd name="T44" fmla="*/ 99 w 99"/>
                <a:gd name="T45" fmla="*/ 100 h 224"/>
                <a:gd name="T46" fmla="*/ 107 w 99"/>
                <a:gd name="T47" fmla="*/ 73 h 224"/>
                <a:gd name="T48" fmla="*/ 110 w 99"/>
                <a:gd name="T49" fmla="*/ 41 h 224"/>
                <a:gd name="T50" fmla="*/ 85 w 99"/>
                <a:gd name="T51" fmla="*/ 18 h 224"/>
                <a:gd name="T52" fmla="*/ 62 w 99"/>
                <a:gd name="T53" fmla="*/ 5 h 224"/>
                <a:gd name="T54" fmla="*/ 62 w 99"/>
                <a:gd name="T55" fmla="*/ 3 h 224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99" h="224">
                  <a:moveTo>
                    <a:pt x="51" y="0"/>
                  </a:moveTo>
                  <a:cubicBezTo>
                    <a:pt x="56" y="4"/>
                    <a:pt x="62" y="7"/>
                    <a:pt x="68" y="10"/>
                  </a:cubicBezTo>
                  <a:cubicBezTo>
                    <a:pt x="75" y="13"/>
                    <a:pt x="84" y="16"/>
                    <a:pt x="89" y="20"/>
                  </a:cubicBezTo>
                  <a:cubicBezTo>
                    <a:pt x="97" y="26"/>
                    <a:pt x="96" y="42"/>
                    <a:pt x="97" y="51"/>
                  </a:cubicBezTo>
                  <a:cubicBezTo>
                    <a:pt x="99" y="73"/>
                    <a:pt x="91" y="92"/>
                    <a:pt x="72" y="105"/>
                  </a:cubicBezTo>
                  <a:cubicBezTo>
                    <a:pt x="61" y="113"/>
                    <a:pt x="58" y="120"/>
                    <a:pt x="59" y="134"/>
                  </a:cubicBezTo>
                  <a:cubicBezTo>
                    <a:pt x="60" y="145"/>
                    <a:pt x="65" y="156"/>
                    <a:pt x="68" y="166"/>
                  </a:cubicBezTo>
                  <a:cubicBezTo>
                    <a:pt x="73" y="188"/>
                    <a:pt x="57" y="211"/>
                    <a:pt x="36" y="217"/>
                  </a:cubicBezTo>
                  <a:cubicBezTo>
                    <a:pt x="29" y="220"/>
                    <a:pt x="23" y="223"/>
                    <a:pt x="16" y="223"/>
                  </a:cubicBezTo>
                  <a:cubicBezTo>
                    <a:pt x="13" y="224"/>
                    <a:pt x="9" y="224"/>
                    <a:pt x="6" y="224"/>
                  </a:cubicBezTo>
                  <a:cubicBezTo>
                    <a:pt x="4" y="224"/>
                    <a:pt x="3" y="222"/>
                    <a:pt x="0" y="222"/>
                  </a:cubicBezTo>
                  <a:cubicBezTo>
                    <a:pt x="7" y="222"/>
                    <a:pt x="16" y="217"/>
                    <a:pt x="23" y="215"/>
                  </a:cubicBezTo>
                  <a:cubicBezTo>
                    <a:pt x="31" y="211"/>
                    <a:pt x="37" y="206"/>
                    <a:pt x="42" y="198"/>
                  </a:cubicBezTo>
                  <a:cubicBezTo>
                    <a:pt x="47" y="191"/>
                    <a:pt x="52" y="184"/>
                    <a:pt x="52" y="175"/>
                  </a:cubicBezTo>
                  <a:cubicBezTo>
                    <a:pt x="53" y="166"/>
                    <a:pt x="52" y="156"/>
                    <a:pt x="51" y="147"/>
                  </a:cubicBezTo>
                  <a:cubicBezTo>
                    <a:pt x="50" y="140"/>
                    <a:pt x="49" y="134"/>
                    <a:pt x="50" y="127"/>
                  </a:cubicBezTo>
                  <a:cubicBezTo>
                    <a:pt x="50" y="123"/>
                    <a:pt x="52" y="117"/>
                    <a:pt x="50" y="114"/>
                  </a:cubicBezTo>
                  <a:cubicBezTo>
                    <a:pt x="49" y="112"/>
                    <a:pt x="47" y="112"/>
                    <a:pt x="45" y="111"/>
                  </a:cubicBezTo>
                  <a:cubicBezTo>
                    <a:pt x="41" y="109"/>
                    <a:pt x="38" y="107"/>
                    <a:pt x="35" y="105"/>
                  </a:cubicBezTo>
                  <a:cubicBezTo>
                    <a:pt x="27" y="100"/>
                    <a:pt x="18" y="96"/>
                    <a:pt x="9" y="93"/>
                  </a:cubicBezTo>
                  <a:cubicBezTo>
                    <a:pt x="24" y="93"/>
                    <a:pt x="35" y="104"/>
                    <a:pt x="49" y="108"/>
                  </a:cubicBezTo>
                  <a:cubicBezTo>
                    <a:pt x="55" y="110"/>
                    <a:pt x="58" y="107"/>
                    <a:pt x="62" y="102"/>
                  </a:cubicBezTo>
                  <a:cubicBezTo>
                    <a:pt x="68" y="96"/>
                    <a:pt x="76" y="90"/>
                    <a:pt x="80" y="83"/>
                  </a:cubicBezTo>
                  <a:cubicBezTo>
                    <a:pt x="84" y="76"/>
                    <a:pt x="85" y="68"/>
                    <a:pt x="87" y="61"/>
                  </a:cubicBezTo>
                  <a:cubicBezTo>
                    <a:pt x="89" y="53"/>
                    <a:pt x="94" y="44"/>
                    <a:pt x="90" y="35"/>
                  </a:cubicBezTo>
                  <a:cubicBezTo>
                    <a:pt x="86" y="27"/>
                    <a:pt x="76" y="20"/>
                    <a:pt x="69" y="15"/>
                  </a:cubicBezTo>
                  <a:cubicBezTo>
                    <a:pt x="63" y="10"/>
                    <a:pt x="57" y="6"/>
                    <a:pt x="50" y="5"/>
                  </a:cubicBezTo>
                  <a:cubicBezTo>
                    <a:pt x="50" y="4"/>
                    <a:pt x="50" y="4"/>
                    <a:pt x="50" y="3"/>
                  </a:cubicBezTo>
                </a:path>
              </a:pathLst>
            </a:custGeom>
            <a:solidFill>
              <a:srgbClr val="8E4C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8182" name="Freeform 664">
              <a:extLst>
                <a:ext uri="{FF2B5EF4-FFF2-40B4-BE49-F238E27FC236}">
                  <a16:creationId xmlns:a16="http://schemas.microsoft.com/office/drawing/2014/main" id="{AB65DCF6-C0F2-4FC6-8AF7-3AE086D0B1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3" y="2669"/>
              <a:ext cx="416" cy="229"/>
            </a:xfrm>
            <a:custGeom>
              <a:avLst/>
              <a:gdLst>
                <a:gd name="T0" fmla="*/ 466 w 390"/>
                <a:gd name="T1" fmla="*/ 175 h 215"/>
                <a:gd name="T2" fmla="*/ 395 w 390"/>
                <a:gd name="T3" fmla="*/ 150 h 215"/>
                <a:gd name="T4" fmla="*/ 347 w 390"/>
                <a:gd name="T5" fmla="*/ 105 h 215"/>
                <a:gd name="T6" fmla="*/ 277 w 390"/>
                <a:gd name="T7" fmla="*/ 70 h 215"/>
                <a:gd name="T8" fmla="*/ 131 w 390"/>
                <a:gd name="T9" fmla="*/ 26 h 215"/>
                <a:gd name="T10" fmla="*/ 0 w 390"/>
                <a:gd name="T11" fmla="*/ 2 h 215"/>
                <a:gd name="T12" fmla="*/ 84 w 390"/>
                <a:gd name="T13" fmla="*/ 26 h 215"/>
                <a:gd name="T14" fmla="*/ 153 w 390"/>
                <a:gd name="T15" fmla="*/ 52 h 215"/>
                <a:gd name="T16" fmla="*/ 305 w 390"/>
                <a:gd name="T17" fmla="*/ 100 h 215"/>
                <a:gd name="T18" fmla="*/ 388 w 390"/>
                <a:gd name="T19" fmla="*/ 173 h 215"/>
                <a:gd name="T20" fmla="*/ 439 w 390"/>
                <a:gd name="T21" fmla="*/ 212 h 215"/>
                <a:gd name="T22" fmla="*/ 466 w 390"/>
                <a:gd name="T23" fmla="*/ 260 h 215"/>
                <a:gd name="T24" fmla="*/ 474 w 390"/>
                <a:gd name="T25" fmla="*/ 220 h 21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90" h="215">
                  <a:moveTo>
                    <a:pt x="384" y="145"/>
                  </a:moveTo>
                  <a:cubicBezTo>
                    <a:pt x="380" y="167"/>
                    <a:pt x="333" y="131"/>
                    <a:pt x="325" y="124"/>
                  </a:cubicBezTo>
                  <a:cubicBezTo>
                    <a:pt x="312" y="112"/>
                    <a:pt x="301" y="98"/>
                    <a:pt x="286" y="87"/>
                  </a:cubicBezTo>
                  <a:cubicBezTo>
                    <a:pt x="269" y="75"/>
                    <a:pt x="249" y="67"/>
                    <a:pt x="229" y="58"/>
                  </a:cubicBezTo>
                  <a:cubicBezTo>
                    <a:pt x="191" y="41"/>
                    <a:pt x="149" y="30"/>
                    <a:pt x="108" y="22"/>
                  </a:cubicBezTo>
                  <a:cubicBezTo>
                    <a:pt x="72" y="15"/>
                    <a:pt x="37" y="0"/>
                    <a:pt x="0" y="2"/>
                  </a:cubicBezTo>
                  <a:cubicBezTo>
                    <a:pt x="22" y="12"/>
                    <a:pt x="47" y="12"/>
                    <a:pt x="69" y="22"/>
                  </a:cubicBezTo>
                  <a:cubicBezTo>
                    <a:pt x="88" y="30"/>
                    <a:pt x="107" y="36"/>
                    <a:pt x="126" y="43"/>
                  </a:cubicBezTo>
                  <a:cubicBezTo>
                    <a:pt x="167" y="58"/>
                    <a:pt x="211" y="67"/>
                    <a:pt x="251" y="83"/>
                  </a:cubicBezTo>
                  <a:cubicBezTo>
                    <a:pt x="283" y="96"/>
                    <a:pt x="294" y="124"/>
                    <a:pt x="320" y="143"/>
                  </a:cubicBezTo>
                  <a:cubicBezTo>
                    <a:pt x="334" y="154"/>
                    <a:pt x="352" y="161"/>
                    <a:pt x="362" y="176"/>
                  </a:cubicBezTo>
                  <a:cubicBezTo>
                    <a:pt x="371" y="188"/>
                    <a:pt x="374" y="204"/>
                    <a:pt x="384" y="215"/>
                  </a:cubicBezTo>
                  <a:cubicBezTo>
                    <a:pt x="384" y="204"/>
                    <a:pt x="390" y="194"/>
                    <a:pt x="390" y="182"/>
                  </a:cubicBezTo>
                </a:path>
              </a:pathLst>
            </a:custGeom>
            <a:solidFill>
              <a:srgbClr val="8E4C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8183" name="Freeform 665">
              <a:extLst>
                <a:ext uri="{FF2B5EF4-FFF2-40B4-BE49-F238E27FC236}">
                  <a16:creationId xmlns:a16="http://schemas.microsoft.com/office/drawing/2014/main" id="{C6391D4E-44CB-46B2-B1B7-F24C3B889C05}"/>
                </a:ext>
              </a:extLst>
            </p:cNvPr>
            <p:cNvSpPr>
              <a:spLocks/>
            </p:cNvSpPr>
            <p:nvPr/>
          </p:nvSpPr>
          <p:spPr bwMode="auto">
            <a:xfrm>
              <a:off x="939" y="1594"/>
              <a:ext cx="133" cy="269"/>
            </a:xfrm>
            <a:custGeom>
              <a:avLst/>
              <a:gdLst>
                <a:gd name="T0" fmla="*/ 144 w 124"/>
                <a:gd name="T1" fmla="*/ 77 h 252"/>
                <a:gd name="T2" fmla="*/ 114 w 124"/>
                <a:gd name="T3" fmla="*/ 157 h 252"/>
                <a:gd name="T4" fmla="*/ 112 w 124"/>
                <a:gd name="T5" fmla="*/ 195 h 252"/>
                <a:gd name="T6" fmla="*/ 116 w 124"/>
                <a:gd name="T7" fmla="*/ 222 h 252"/>
                <a:gd name="T8" fmla="*/ 85 w 124"/>
                <a:gd name="T9" fmla="*/ 287 h 252"/>
                <a:gd name="T10" fmla="*/ 54 w 124"/>
                <a:gd name="T11" fmla="*/ 306 h 252"/>
                <a:gd name="T12" fmla="*/ 0 w 124"/>
                <a:gd name="T13" fmla="*/ 294 h 252"/>
                <a:gd name="T14" fmla="*/ 39 w 124"/>
                <a:gd name="T15" fmla="*/ 278 h 252"/>
                <a:gd name="T16" fmla="*/ 54 w 124"/>
                <a:gd name="T17" fmla="*/ 231 h 252"/>
                <a:gd name="T18" fmla="*/ 69 w 124"/>
                <a:gd name="T19" fmla="*/ 174 h 252"/>
                <a:gd name="T20" fmla="*/ 99 w 124"/>
                <a:gd name="T21" fmla="*/ 106 h 252"/>
                <a:gd name="T22" fmla="*/ 134 w 124"/>
                <a:gd name="T23" fmla="*/ 18 h 252"/>
                <a:gd name="T24" fmla="*/ 142 w 124"/>
                <a:gd name="T25" fmla="*/ 13 h 252"/>
                <a:gd name="T26" fmla="*/ 153 w 124"/>
                <a:gd name="T27" fmla="*/ 45 h 25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24" h="252">
                  <a:moveTo>
                    <a:pt x="117" y="63"/>
                  </a:moveTo>
                  <a:cubicBezTo>
                    <a:pt x="103" y="80"/>
                    <a:pt x="95" y="107"/>
                    <a:pt x="92" y="129"/>
                  </a:cubicBezTo>
                  <a:cubicBezTo>
                    <a:pt x="91" y="139"/>
                    <a:pt x="90" y="149"/>
                    <a:pt x="90" y="160"/>
                  </a:cubicBezTo>
                  <a:cubicBezTo>
                    <a:pt x="91" y="168"/>
                    <a:pt x="94" y="175"/>
                    <a:pt x="94" y="183"/>
                  </a:cubicBezTo>
                  <a:cubicBezTo>
                    <a:pt x="95" y="199"/>
                    <a:pt x="77" y="224"/>
                    <a:pt x="69" y="236"/>
                  </a:cubicBezTo>
                  <a:cubicBezTo>
                    <a:pt x="62" y="245"/>
                    <a:pt x="55" y="252"/>
                    <a:pt x="44" y="252"/>
                  </a:cubicBezTo>
                  <a:cubicBezTo>
                    <a:pt x="29" y="252"/>
                    <a:pt x="14" y="241"/>
                    <a:pt x="0" y="242"/>
                  </a:cubicBezTo>
                  <a:cubicBezTo>
                    <a:pt x="9" y="239"/>
                    <a:pt x="25" y="236"/>
                    <a:pt x="32" y="229"/>
                  </a:cubicBezTo>
                  <a:cubicBezTo>
                    <a:pt x="42" y="219"/>
                    <a:pt x="44" y="201"/>
                    <a:pt x="44" y="189"/>
                  </a:cubicBezTo>
                  <a:cubicBezTo>
                    <a:pt x="45" y="172"/>
                    <a:pt x="49" y="158"/>
                    <a:pt x="56" y="143"/>
                  </a:cubicBezTo>
                  <a:cubicBezTo>
                    <a:pt x="65" y="125"/>
                    <a:pt x="70" y="105"/>
                    <a:pt x="80" y="87"/>
                  </a:cubicBezTo>
                  <a:cubicBezTo>
                    <a:pt x="93" y="65"/>
                    <a:pt x="111" y="41"/>
                    <a:pt x="109" y="15"/>
                  </a:cubicBezTo>
                  <a:cubicBezTo>
                    <a:pt x="108" y="6"/>
                    <a:pt x="107" y="0"/>
                    <a:pt x="115" y="10"/>
                  </a:cubicBezTo>
                  <a:cubicBezTo>
                    <a:pt x="121" y="17"/>
                    <a:pt x="124" y="28"/>
                    <a:pt x="124" y="37"/>
                  </a:cubicBezTo>
                </a:path>
              </a:pathLst>
            </a:custGeom>
            <a:solidFill>
              <a:srgbClr val="8E4C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8184" name="Freeform 666">
              <a:extLst>
                <a:ext uri="{FF2B5EF4-FFF2-40B4-BE49-F238E27FC236}">
                  <a16:creationId xmlns:a16="http://schemas.microsoft.com/office/drawing/2014/main" id="{4AF844CC-50AE-4F75-8737-C1A2083384BD}"/>
                </a:ext>
              </a:extLst>
            </p:cNvPr>
            <p:cNvSpPr>
              <a:spLocks/>
            </p:cNvSpPr>
            <p:nvPr/>
          </p:nvSpPr>
          <p:spPr bwMode="auto">
            <a:xfrm>
              <a:off x="849" y="1971"/>
              <a:ext cx="109" cy="246"/>
            </a:xfrm>
            <a:custGeom>
              <a:avLst/>
              <a:gdLst>
                <a:gd name="T0" fmla="*/ 119 w 102"/>
                <a:gd name="T1" fmla="*/ 0 h 231"/>
                <a:gd name="T2" fmla="*/ 0 w 102"/>
                <a:gd name="T3" fmla="*/ 210 h 231"/>
                <a:gd name="T4" fmla="*/ 33 w 102"/>
                <a:gd name="T5" fmla="*/ 236 h 231"/>
                <a:gd name="T6" fmla="*/ 51 w 102"/>
                <a:gd name="T7" fmla="*/ 243 h 231"/>
                <a:gd name="T8" fmla="*/ 96 w 102"/>
                <a:gd name="T9" fmla="*/ 200 h 231"/>
                <a:gd name="T10" fmla="*/ 114 w 102"/>
                <a:gd name="T11" fmla="*/ 142 h 231"/>
                <a:gd name="T12" fmla="*/ 116 w 102"/>
                <a:gd name="T13" fmla="*/ 69 h 2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2" h="231">
                  <a:moveTo>
                    <a:pt x="97" y="0"/>
                  </a:moveTo>
                  <a:cubicBezTo>
                    <a:pt x="89" y="34"/>
                    <a:pt x="84" y="231"/>
                    <a:pt x="0" y="174"/>
                  </a:cubicBezTo>
                  <a:cubicBezTo>
                    <a:pt x="9" y="181"/>
                    <a:pt x="18" y="188"/>
                    <a:pt x="27" y="195"/>
                  </a:cubicBezTo>
                  <a:cubicBezTo>
                    <a:pt x="32" y="199"/>
                    <a:pt x="35" y="202"/>
                    <a:pt x="42" y="201"/>
                  </a:cubicBezTo>
                  <a:cubicBezTo>
                    <a:pt x="57" y="198"/>
                    <a:pt x="70" y="177"/>
                    <a:pt x="79" y="166"/>
                  </a:cubicBezTo>
                  <a:cubicBezTo>
                    <a:pt x="91" y="150"/>
                    <a:pt x="94" y="138"/>
                    <a:pt x="94" y="117"/>
                  </a:cubicBezTo>
                  <a:cubicBezTo>
                    <a:pt x="95" y="99"/>
                    <a:pt x="102" y="75"/>
                    <a:pt x="95" y="57"/>
                  </a:cubicBezTo>
                </a:path>
              </a:pathLst>
            </a:custGeom>
            <a:solidFill>
              <a:srgbClr val="8E4C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8185" name="Freeform 667">
              <a:extLst>
                <a:ext uri="{FF2B5EF4-FFF2-40B4-BE49-F238E27FC236}">
                  <a16:creationId xmlns:a16="http://schemas.microsoft.com/office/drawing/2014/main" id="{6AF24BD5-77D5-4FF9-B39D-A39F1B3045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7" y="2491"/>
              <a:ext cx="31" cy="30"/>
            </a:xfrm>
            <a:custGeom>
              <a:avLst/>
              <a:gdLst>
                <a:gd name="T0" fmla="*/ 24 w 29"/>
                <a:gd name="T1" fmla="*/ 0 h 28"/>
                <a:gd name="T2" fmla="*/ 35 w 29"/>
                <a:gd name="T3" fmla="*/ 30 h 28"/>
                <a:gd name="T4" fmla="*/ 16 w 29"/>
                <a:gd name="T5" fmla="*/ 11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28">
                  <a:moveTo>
                    <a:pt x="20" y="0"/>
                  </a:moveTo>
                  <a:cubicBezTo>
                    <a:pt x="18" y="8"/>
                    <a:pt x="16" y="25"/>
                    <a:pt x="29" y="24"/>
                  </a:cubicBezTo>
                  <a:cubicBezTo>
                    <a:pt x="17" y="28"/>
                    <a:pt x="0" y="20"/>
                    <a:pt x="13" y="8"/>
                  </a:cubicBezTo>
                </a:path>
              </a:pathLst>
            </a:custGeom>
            <a:solidFill>
              <a:srgbClr val="8E4C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8186" name="Freeform 668">
              <a:extLst>
                <a:ext uri="{FF2B5EF4-FFF2-40B4-BE49-F238E27FC236}">
                  <a16:creationId xmlns:a16="http://schemas.microsoft.com/office/drawing/2014/main" id="{4A592FF3-2B1E-4C22-9161-FF98BF6D8C2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9" y="2651"/>
              <a:ext cx="331" cy="109"/>
            </a:xfrm>
            <a:custGeom>
              <a:avLst/>
              <a:gdLst>
                <a:gd name="T0" fmla="*/ 7 w 310"/>
                <a:gd name="T1" fmla="*/ 2 h 102"/>
                <a:gd name="T2" fmla="*/ 2 w 310"/>
                <a:gd name="T3" fmla="*/ 2 h 102"/>
                <a:gd name="T4" fmla="*/ 32 w 310"/>
                <a:gd name="T5" fmla="*/ 12 h 102"/>
                <a:gd name="T6" fmla="*/ 73 w 310"/>
                <a:gd name="T7" fmla="*/ 24 h 102"/>
                <a:gd name="T8" fmla="*/ 138 w 310"/>
                <a:gd name="T9" fmla="*/ 38 h 102"/>
                <a:gd name="T10" fmla="*/ 228 w 310"/>
                <a:gd name="T11" fmla="*/ 69 h 102"/>
                <a:gd name="T12" fmla="*/ 377 w 310"/>
                <a:gd name="T13" fmla="*/ 124 h 102"/>
                <a:gd name="T14" fmla="*/ 335 w 310"/>
                <a:gd name="T15" fmla="*/ 91 h 102"/>
                <a:gd name="T16" fmla="*/ 274 w 310"/>
                <a:gd name="T17" fmla="*/ 72 h 102"/>
                <a:gd name="T18" fmla="*/ 173 w 310"/>
                <a:gd name="T19" fmla="*/ 36 h 102"/>
                <a:gd name="T20" fmla="*/ 82 w 310"/>
                <a:gd name="T21" fmla="*/ 14 h 102"/>
                <a:gd name="T22" fmla="*/ 34 w 310"/>
                <a:gd name="T23" fmla="*/ 6 h 102"/>
                <a:gd name="T24" fmla="*/ 0 w 310"/>
                <a:gd name="T25" fmla="*/ 0 h 10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10" h="102">
                  <a:moveTo>
                    <a:pt x="7" y="2"/>
                  </a:moveTo>
                  <a:cubicBezTo>
                    <a:pt x="5" y="1"/>
                    <a:pt x="4" y="1"/>
                    <a:pt x="2" y="2"/>
                  </a:cubicBezTo>
                  <a:cubicBezTo>
                    <a:pt x="9" y="6"/>
                    <a:pt x="18" y="6"/>
                    <a:pt x="26" y="9"/>
                  </a:cubicBezTo>
                  <a:cubicBezTo>
                    <a:pt x="38" y="13"/>
                    <a:pt x="48" y="18"/>
                    <a:pt x="60" y="20"/>
                  </a:cubicBezTo>
                  <a:cubicBezTo>
                    <a:pt x="78" y="23"/>
                    <a:pt x="95" y="28"/>
                    <a:pt x="113" y="32"/>
                  </a:cubicBezTo>
                  <a:cubicBezTo>
                    <a:pt x="138" y="37"/>
                    <a:pt x="163" y="45"/>
                    <a:pt x="187" y="57"/>
                  </a:cubicBezTo>
                  <a:cubicBezTo>
                    <a:pt x="226" y="76"/>
                    <a:pt x="276" y="76"/>
                    <a:pt x="310" y="102"/>
                  </a:cubicBezTo>
                  <a:cubicBezTo>
                    <a:pt x="298" y="91"/>
                    <a:pt x="289" y="82"/>
                    <a:pt x="275" y="75"/>
                  </a:cubicBezTo>
                  <a:cubicBezTo>
                    <a:pt x="259" y="67"/>
                    <a:pt x="243" y="63"/>
                    <a:pt x="226" y="59"/>
                  </a:cubicBezTo>
                  <a:cubicBezTo>
                    <a:pt x="198" y="52"/>
                    <a:pt x="170" y="40"/>
                    <a:pt x="142" y="30"/>
                  </a:cubicBezTo>
                  <a:cubicBezTo>
                    <a:pt x="118" y="22"/>
                    <a:pt x="92" y="16"/>
                    <a:pt x="67" y="11"/>
                  </a:cubicBezTo>
                  <a:cubicBezTo>
                    <a:pt x="54" y="8"/>
                    <a:pt x="41" y="8"/>
                    <a:pt x="28" y="6"/>
                  </a:cubicBezTo>
                  <a:cubicBezTo>
                    <a:pt x="19" y="4"/>
                    <a:pt x="10" y="1"/>
                    <a:pt x="0" y="0"/>
                  </a:cubicBezTo>
                </a:path>
              </a:pathLst>
            </a:custGeom>
            <a:solidFill>
              <a:srgbClr val="8E4C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8187" name="Freeform 669">
              <a:extLst>
                <a:ext uri="{FF2B5EF4-FFF2-40B4-BE49-F238E27FC236}">
                  <a16:creationId xmlns:a16="http://schemas.microsoft.com/office/drawing/2014/main" id="{D58935EF-B8BC-42F4-8C42-733FE0E6B4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" y="2993"/>
              <a:ext cx="115" cy="90"/>
            </a:xfrm>
            <a:custGeom>
              <a:avLst/>
              <a:gdLst>
                <a:gd name="T0" fmla="*/ 0 w 108"/>
                <a:gd name="T1" fmla="*/ 76 h 84"/>
                <a:gd name="T2" fmla="*/ 30 w 108"/>
                <a:gd name="T3" fmla="*/ 29 h 84"/>
                <a:gd name="T4" fmla="*/ 62 w 108"/>
                <a:gd name="T5" fmla="*/ 6 h 84"/>
                <a:gd name="T6" fmla="*/ 95 w 108"/>
                <a:gd name="T7" fmla="*/ 1 h 84"/>
                <a:gd name="T8" fmla="*/ 130 w 108"/>
                <a:gd name="T9" fmla="*/ 12 h 84"/>
                <a:gd name="T10" fmla="*/ 85 w 108"/>
                <a:gd name="T11" fmla="*/ 12 h 84"/>
                <a:gd name="T12" fmla="*/ 53 w 108"/>
                <a:gd name="T13" fmla="*/ 23 h 84"/>
                <a:gd name="T14" fmla="*/ 32 w 108"/>
                <a:gd name="T15" fmla="*/ 68 h 84"/>
                <a:gd name="T16" fmla="*/ 37 w 108"/>
                <a:gd name="T17" fmla="*/ 102 h 84"/>
                <a:gd name="T18" fmla="*/ 0 w 108"/>
                <a:gd name="T19" fmla="*/ 79 h 8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08" h="84">
                  <a:moveTo>
                    <a:pt x="0" y="62"/>
                  </a:moveTo>
                  <a:cubicBezTo>
                    <a:pt x="6" y="44"/>
                    <a:pt x="9" y="35"/>
                    <a:pt x="24" y="23"/>
                  </a:cubicBezTo>
                  <a:cubicBezTo>
                    <a:pt x="32" y="17"/>
                    <a:pt x="42" y="10"/>
                    <a:pt x="51" y="6"/>
                  </a:cubicBezTo>
                  <a:cubicBezTo>
                    <a:pt x="59" y="3"/>
                    <a:pt x="71" y="0"/>
                    <a:pt x="79" y="1"/>
                  </a:cubicBezTo>
                  <a:cubicBezTo>
                    <a:pt x="89" y="2"/>
                    <a:pt x="101" y="9"/>
                    <a:pt x="108" y="9"/>
                  </a:cubicBezTo>
                  <a:cubicBezTo>
                    <a:pt x="95" y="9"/>
                    <a:pt x="82" y="5"/>
                    <a:pt x="70" y="9"/>
                  </a:cubicBezTo>
                  <a:cubicBezTo>
                    <a:pt x="61" y="11"/>
                    <a:pt x="52" y="15"/>
                    <a:pt x="44" y="19"/>
                  </a:cubicBezTo>
                  <a:cubicBezTo>
                    <a:pt x="30" y="27"/>
                    <a:pt x="19" y="37"/>
                    <a:pt x="26" y="55"/>
                  </a:cubicBezTo>
                  <a:cubicBezTo>
                    <a:pt x="29" y="63"/>
                    <a:pt x="47" y="83"/>
                    <a:pt x="31" y="83"/>
                  </a:cubicBezTo>
                  <a:cubicBezTo>
                    <a:pt x="21" y="84"/>
                    <a:pt x="6" y="70"/>
                    <a:pt x="0" y="64"/>
                  </a:cubicBezTo>
                </a:path>
              </a:pathLst>
            </a:custGeom>
            <a:solidFill>
              <a:srgbClr val="C27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8188" name="Freeform 670">
              <a:extLst>
                <a:ext uri="{FF2B5EF4-FFF2-40B4-BE49-F238E27FC236}">
                  <a16:creationId xmlns:a16="http://schemas.microsoft.com/office/drawing/2014/main" id="{A156DE46-56FF-4021-91B9-2D19846588E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1" y="2509"/>
              <a:ext cx="39" cy="148"/>
            </a:xfrm>
            <a:custGeom>
              <a:avLst/>
              <a:gdLst>
                <a:gd name="T0" fmla="*/ 3 w 37"/>
                <a:gd name="T1" fmla="*/ 0 h 139"/>
                <a:gd name="T2" fmla="*/ 2 w 37"/>
                <a:gd name="T3" fmla="*/ 100 h 139"/>
                <a:gd name="T4" fmla="*/ 6 w 37"/>
                <a:gd name="T5" fmla="*/ 146 h 139"/>
                <a:gd name="T6" fmla="*/ 43 w 37"/>
                <a:gd name="T7" fmla="*/ 168 h 139"/>
                <a:gd name="T8" fmla="*/ 13 w 37"/>
                <a:gd name="T9" fmla="*/ 133 h 139"/>
                <a:gd name="T10" fmla="*/ 15 w 37"/>
                <a:gd name="T11" fmla="*/ 86 h 139"/>
                <a:gd name="T12" fmla="*/ 6 w 37"/>
                <a:gd name="T13" fmla="*/ 5 h 13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7" h="139">
                  <a:moveTo>
                    <a:pt x="3" y="0"/>
                  </a:moveTo>
                  <a:cubicBezTo>
                    <a:pt x="14" y="28"/>
                    <a:pt x="5" y="55"/>
                    <a:pt x="2" y="83"/>
                  </a:cubicBezTo>
                  <a:cubicBezTo>
                    <a:pt x="1" y="94"/>
                    <a:pt x="0" y="111"/>
                    <a:pt x="6" y="121"/>
                  </a:cubicBezTo>
                  <a:cubicBezTo>
                    <a:pt x="13" y="132"/>
                    <a:pt x="27" y="133"/>
                    <a:pt x="37" y="139"/>
                  </a:cubicBezTo>
                  <a:cubicBezTo>
                    <a:pt x="25" y="132"/>
                    <a:pt x="15" y="124"/>
                    <a:pt x="10" y="110"/>
                  </a:cubicBezTo>
                  <a:cubicBezTo>
                    <a:pt x="5" y="97"/>
                    <a:pt x="10" y="84"/>
                    <a:pt x="12" y="71"/>
                  </a:cubicBezTo>
                  <a:cubicBezTo>
                    <a:pt x="14" y="50"/>
                    <a:pt x="21" y="21"/>
                    <a:pt x="6" y="5"/>
                  </a:cubicBezTo>
                </a:path>
              </a:pathLst>
            </a:custGeom>
            <a:solidFill>
              <a:srgbClr val="C27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8189" name="Freeform 671">
              <a:extLst>
                <a:ext uri="{FF2B5EF4-FFF2-40B4-BE49-F238E27FC236}">
                  <a16:creationId xmlns:a16="http://schemas.microsoft.com/office/drawing/2014/main" id="{C7C1D0CE-7527-4805-871C-DA03CA6A177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3" y="2570"/>
              <a:ext cx="52" cy="131"/>
            </a:xfrm>
            <a:custGeom>
              <a:avLst/>
              <a:gdLst>
                <a:gd name="T0" fmla="*/ 10 w 48"/>
                <a:gd name="T1" fmla="*/ 0 h 123"/>
                <a:gd name="T2" fmla="*/ 61 w 48"/>
                <a:gd name="T3" fmla="*/ 111 h 123"/>
                <a:gd name="T4" fmla="*/ 27 w 48"/>
                <a:gd name="T5" fmla="*/ 68 h 123"/>
                <a:gd name="T6" fmla="*/ 13 w 48"/>
                <a:gd name="T7" fmla="*/ 1 h 1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8" h="123">
                  <a:moveTo>
                    <a:pt x="7" y="0"/>
                  </a:moveTo>
                  <a:cubicBezTo>
                    <a:pt x="12" y="19"/>
                    <a:pt x="0" y="123"/>
                    <a:pt x="48" y="92"/>
                  </a:cubicBezTo>
                  <a:cubicBezTo>
                    <a:pt x="28" y="94"/>
                    <a:pt x="26" y="70"/>
                    <a:pt x="21" y="56"/>
                  </a:cubicBezTo>
                  <a:cubicBezTo>
                    <a:pt x="16" y="38"/>
                    <a:pt x="10" y="20"/>
                    <a:pt x="10" y="1"/>
                  </a:cubicBezTo>
                </a:path>
              </a:pathLst>
            </a:custGeom>
            <a:solidFill>
              <a:srgbClr val="C27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8190" name="Freeform 672">
              <a:extLst>
                <a:ext uri="{FF2B5EF4-FFF2-40B4-BE49-F238E27FC236}">
                  <a16:creationId xmlns:a16="http://schemas.microsoft.com/office/drawing/2014/main" id="{A71A07AE-131A-4B44-8E6C-63A43505FE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8" y="2528"/>
              <a:ext cx="36" cy="122"/>
            </a:xfrm>
            <a:custGeom>
              <a:avLst/>
              <a:gdLst>
                <a:gd name="T0" fmla="*/ 39 w 34"/>
                <a:gd name="T1" fmla="*/ 0 h 114"/>
                <a:gd name="T2" fmla="*/ 13 w 34"/>
                <a:gd name="T3" fmla="*/ 30 h 114"/>
                <a:gd name="T4" fmla="*/ 7 w 34"/>
                <a:gd name="T5" fmla="*/ 64 h 114"/>
                <a:gd name="T6" fmla="*/ 0 w 34"/>
                <a:gd name="T7" fmla="*/ 140 h 114"/>
                <a:gd name="T8" fmla="*/ 16 w 34"/>
                <a:gd name="T9" fmla="*/ 70 h 114"/>
                <a:gd name="T10" fmla="*/ 22 w 34"/>
                <a:gd name="T11" fmla="*/ 37 h 114"/>
                <a:gd name="T12" fmla="*/ 40 w 34"/>
                <a:gd name="T13" fmla="*/ 5 h 1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4" h="114">
                  <a:moveTo>
                    <a:pt x="33" y="0"/>
                  </a:moveTo>
                  <a:cubicBezTo>
                    <a:pt x="32" y="11"/>
                    <a:pt x="17" y="17"/>
                    <a:pt x="10" y="24"/>
                  </a:cubicBezTo>
                  <a:cubicBezTo>
                    <a:pt x="2" y="32"/>
                    <a:pt x="6" y="40"/>
                    <a:pt x="7" y="52"/>
                  </a:cubicBezTo>
                  <a:cubicBezTo>
                    <a:pt x="8" y="73"/>
                    <a:pt x="5" y="95"/>
                    <a:pt x="0" y="114"/>
                  </a:cubicBezTo>
                  <a:cubicBezTo>
                    <a:pt x="13" y="103"/>
                    <a:pt x="12" y="73"/>
                    <a:pt x="13" y="57"/>
                  </a:cubicBezTo>
                  <a:cubicBezTo>
                    <a:pt x="14" y="47"/>
                    <a:pt x="15" y="40"/>
                    <a:pt x="19" y="31"/>
                  </a:cubicBezTo>
                  <a:cubicBezTo>
                    <a:pt x="23" y="21"/>
                    <a:pt x="30" y="14"/>
                    <a:pt x="34" y="5"/>
                  </a:cubicBezTo>
                </a:path>
              </a:pathLst>
            </a:custGeom>
            <a:solidFill>
              <a:srgbClr val="8E4C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8191" name="Freeform 673">
              <a:extLst>
                <a:ext uri="{FF2B5EF4-FFF2-40B4-BE49-F238E27FC236}">
                  <a16:creationId xmlns:a16="http://schemas.microsoft.com/office/drawing/2014/main" id="{AA7833C8-039C-4314-BCCA-D72ABC1915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1" y="2501"/>
              <a:ext cx="150" cy="30"/>
            </a:xfrm>
            <a:custGeom>
              <a:avLst/>
              <a:gdLst>
                <a:gd name="T0" fmla="*/ 0 w 140"/>
                <a:gd name="T1" fmla="*/ 1 h 28"/>
                <a:gd name="T2" fmla="*/ 100 w 140"/>
                <a:gd name="T3" fmla="*/ 14 h 28"/>
                <a:gd name="T4" fmla="*/ 173 w 140"/>
                <a:gd name="T5" fmla="*/ 0 h 28"/>
                <a:gd name="T6" fmla="*/ 123 w 140"/>
                <a:gd name="T7" fmla="*/ 23 h 28"/>
                <a:gd name="T8" fmla="*/ 69 w 140"/>
                <a:gd name="T9" fmla="*/ 34 h 28"/>
                <a:gd name="T10" fmla="*/ 5 w 140"/>
                <a:gd name="T11" fmla="*/ 4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0" h="28">
                  <a:moveTo>
                    <a:pt x="0" y="1"/>
                  </a:moveTo>
                  <a:cubicBezTo>
                    <a:pt x="6" y="17"/>
                    <a:pt x="66" y="13"/>
                    <a:pt x="81" y="11"/>
                  </a:cubicBezTo>
                  <a:cubicBezTo>
                    <a:pt x="101" y="8"/>
                    <a:pt x="121" y="3"/>
                    <a:pt x="140" y="0"/>
                  </a:cubicBezTo>
                  <a:cubicBezTo>
                    <a:pt x="127" y="5"/>
                    <a:pt x="114" y="14"/>
                    <a:pt x="100" y="19"/>
                  </a:cubicBezTo>
                  <a:cubicBezTo>
                    <a:pt x="85" y="24"/>
                    <a:pt x="70" y="28"/>
                    <a:pt x="56" y="28"/>
                  </a:cubicBezTo>
                  <a:cubicBezTo>
                    <a:pt x="37" y="27"/>
                    <a:pt x="14" y="21"/>
                    <a:pt x="5" y="4"/>
                  </a:cubicBezTo>
                </a:path>
              </a:pathLst>
            </a:custGeom>
            <a:solidFill>
              <a:srgbClr val="8E4C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8192" name="Freeform 674">
              <a:extLst>
                <a:ext uri="{FF2B5EF4-FFF2-40B4-BE49-F238E27FC236}">
                  <a16:creationId xmlns:a16="http://schemas.microsoft.com/office/drawing/2014/main" id="{307242AF-CE7A-40C6-B745-778F21F316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8" y="2156"/>
              <a:ext cx="414" cy="314"/>
            </a:xfrm>
            <a:custGeom>
              <a:avLst/>
              <a:gdLst>
                <a:gd name="T0" fmla="*/ 0 w 389"/>
                <a:gd name="T1" fmla="*/ 19 h 294"/>
                <a:gd name="T2" fmla="*/ 28 w 389"/>
                <a:gd name="T3" fmla="*/ 22 h 294"/>
                <a:gd name="T4" fmla="*/ 50 w 389"/>
                <a:gd name="T5" fmla="*/ 41 h 294"/>
                <a:gd name="T6" fmla="*/ 70 w 389"/>
                <a:gd name="T7" fmla="*/ 107 h 294"/>
                <a:gd name="T8" fmla="*/ 153 w 389"/>
                <a:gd name="T9" fmla="*/ 236 h 294"/>
                <a:gd name="T10" fmla="*/ 419 w 389"/>
                <a:gd name="T11" fmla="*/ 354 h 294"/>
                <a:gd name="T12" fmla="*/ 469 w 389"/>
                <a:gd name="T13" fmla="*/ 358 h 294"/>
                <a:gd name="T14" fmla="*/ 284 w 389"/>
                <a:gd name="T15" fmla="*/ 291 h 294"/>
                <a:gd name="T16" fmla="*/ 206 w 389"/>
                <a:gd name="T17" fmla="*/ 242 h 294"/>
                <a:gd name="T18" fmla="*/ 133 w 389"/>
                <a:gd name="T19" fmla="*/ 183 h 294"/>
                <a:gd name="T20" fmla="*/ 64 w 389"/>
                <a:gd name="T21" fmla="*/ 46 h 294"/>
                <a:gd name="T22" fmla="*/ 43 w 389"/>
                <a:gd name="T23" fmla="*/ 4 h 294"/>
                <a:gd name="T24" fmla="*/ 3 w 389"/>
                <a:gd name="T25" fmla="*/ 4 h 29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89" h="294">
                  <a:moveTo>
                    <a:pt x="0" y="16"/>
                  </a:moveTo>
                  <a:cubicBezTo>
                    <a:pt x="6" y="19"/>
                    <a:pt x="15" y="16"/>
                    <a:pt x="23" y="19"/>
                  </a:cubicBezTo>
                  <a:cubicBezTo>
                    <a:pt x="29" y="22"/>
                    <a:pt x="36" y="28"/>
                    <a:pt x="41" y="34"/>
                  </a:cubicBezTo>
                  <a:cubicBezTo>
                    <a:pt x="52" y="49"/>
                    <a:pt x="54" y="69"/>
                    <a:pt x="58" y="88"/>
                  </a:cubicBezTo>
                  <a:cubicBezTo>
                    <a:pt x="67" y="133"/>
                    <a:pt x="94" y="165"/>
                    <a:pt x="127" y="194"/>
                  </a:cubicBezTo>
                  <a:cubicBezTo>
                    <a:pt x="191" y="249"/>
                    <a:pt x="268" y="271"/>
                    <a:pt x="348" y="290"/>
                  </a:cubicBezTo>
                  <a:cubicBezTo>
                    <a:pt x="361" y="294"/>
                    <a:pt x="378" y="294"/>
                    <a:pt x="389" y="294"/>
                  </a:cubicBezTo>
                  <a:cubicBezTo>
                    <a:pt x="336" y="278"/>
                    <a:pt x="285" y="263"/>
                    <a:pt x="236" y="239"/>
                  </a:cubicBezTo>
                  <a:cubicBezTo>
                    <a:pt x="213" y="228"/>
                    <a:pt x="193" y="211"/>
                    <a:pt x="171" y="199"/>
                  </a:cubicBezTo>
                  <a:cubicBezTo>
                    <a:pt x="147" y="185"/>
                    <a:pt x="129" y="172"/>
                    <a:pt x="110" y="150"/>
                  </a:cubicBezTo>
                  <a:cubicBezTo>
                    <a:pt x="84" y="119"/>
                    <a:pt x="66" y="76"/>
                    <a:pt x="53" y="37"/>
                  </a:cubicBezTo>
                  <a:cubicBezTo>
                    <a:pt x="49" y="25"/>
                    <a:pt x="50" y="10"/>
                    <a:pt x="36" y="4"/>
                  </a:cubicBezTo>
                  <a:cubicBezTo>
                    <a:pt x="29" y="0"/>
                    <a:pt x="11" y="1"/>
                    <a:pt x="3" y="4"/>
                  </a:cubicBezTo>
                </a:path>
              </a:pathLst>
            </a:custGeom>
            <a:solidFill>
              <a:srgbClr val="C27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8193" name="Freeform 675">
              <a:extLst>
                <a:ext uri="{FF2B5EF4-FFF2-40B4-BE49-F238E27FC236}">
                  <a16:creationId xmlns:a16="http://schemas.microsoft.com/office/drawing/2014/main" id="{988F30F1-F1BC-4F50-AA32-FF755FF430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0" y="1962"/>
              <a:ext cx="350" cy="67"/>
            </a:xfrm>
            <a:custGeom>
              <a:avLst/>
              <a:gdLst>
                <a:gd name="T0" fmla="*/ 0 w 329"/>
                <a:gd name="T1" fmla="*/ 0 h 63"/>
                <a:gd name="T2" fmla="*/ 138 w 329"/>
                <a:gd name="T3" fmla="*/ 61 h 63"/>
                <a:gd name="T4" fmla="*/ 270 w 329"/>
                <a:gd name="T5" fmla="*/ 64 h 63"/>
                <a:gd name="T6" fmla="*/ 391 w 329"/>
                <a:gd name="T7" fmla="*/ 53 h 63"/>
                <a:gd name="T8" fmla="*/ 259 w 329"/>
                <a:gd name="T9" fmla="*/ 53 h 63"/>
                <a:gd name="T10" fmla="*/ 0 w 329"/>
                <a:gd name="T11" fmla="*/ 0 h 6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29" h="63">
                  <a:moveTo>
                    <a:pt x="0" y="0"/>
                  </a:moveTo>
                  <a:cubicBezTo>
                    <a:pt x="0" y="0"/>
                    <a:pt x="72" y="47"/>
                    <a:pt x="115" y="51"/>
                  </a:cubicBezTo>
                  <a:cubicBezTo>
                    <a:pt x="157" y="56"/>
                    <a:pt x="178" y="62"/>
                    <a:pt x="225" y="53"/>
                  </a:cubicBezTo>
                  <a:cubicBezTo>
                    <a:pt x="272" y="44"/>
                    <a:pt x="320" y="42"/>
                    <a:pt x="325" y="44"/>
                  </a:cubicBezTo>
                  <a:cubicBezTo>
                    <a:pt x="329" y="45"/>
                    <a:pt x="252" y="44"/>
                    <a:pt x="214" y="44"/>
                  </a:cubicBezTo>
                  <a:cubicBezTo>
                    <a:pt x="177" y="44"/>
                    <a:pt x="145" y="63"/>
                    <a:pt x="0" y="0"/>
                  </a:cubicBezTo>
                  <a:close/>
                </a:path>
              </a:pathLst>
            </a:custGeom>
            <a:solidFill>
              <a:srgbClr val="8E4C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8194" name="Freeform 676">
              <a:extLst>
                <a:ext uri="{FF2B5EF4-FFF2-40B4-BE49-F238E27FC236}">
                  <a16:creationId xmlns:a16="http://schemas.microsoft.com/office/drawing/2014/main" id="{81F21396-EF15-4AD2-97E6-D65B29D99EC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9" y="1798"/>
              <a:ext cx="132" cy="116"/>
            </a:xfrm>
            <a:custGeom>
              <a:avLst/>
              <a:gdLst>
                <a:gd name="T0" fmla="*/ 0 w 124"/>
                <a:gd name="T1" fmla="*/ 118 h 109"/>
                <a:gd name="T2" fmla="*/ 96 w 124"/>
                <a:gd name="T3" fmla="*/ 105 h 109"/>
                <a:gd name="T4" fmla="*/ 138 w 124"/>
                <a:gd name="T5" fmla="*/ 65 h 109"/>
                <a:gd name="T6" fmla="*/ 148 w 124"/>
                <a:gd name="T7" fmla="*/ 0 h 109"/>
                <a:gd name="T8" fmla="*/ 92 w 124"/>
                <a:gd name="T9" fmla="*/ 96 h 109"/>
                <a:gd name="T10" fmla="*/ 5 w 124"/>
                <a:gd name="T11" fmla="*/ 118 h 10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4" h="109">
                  <a:moveTo>
                    <a:pt x="0" y="98"/>
                  </a:moveTo>
                  <a:cubicBezTo>
                    <a:pt x="25" y="109"/>
                    <a:pt x="58" y="99"/>
                    <a:pt x="80" y="87"/>
                  </a:cubicBezTo>
                  <a:cubicBezTo>
                    <a:pt x="93" y="80"/>
                    <a:pt x="108" y="68"/>
                    <a:pt x="115" y="54"/>
                  </a:cubicBezTo>
                  <a:cubicBezTo>
                    <a:pt x="124" y="38"/>
                    <a:pt x="117" y="17"/>
                    <a:pt x="123" y="0"/>
                  </a:cubicBezTo>
                  <a:cubicBezTo>
                    <a:pt x="108" y="28"/>
                    <a:pt x="106" y="62"/>
                    <a:pt x="76" y="80"/>
                  </a:cubicBezTo>
                  <a:cubicBezTo>
                    <a:pt x="57" y="92"/>
                    <a:pt x="26" y="92"/>
                    <a:pt x="5" y="98"/>
                  </a:cubicBezTo>
                </a:path>
              </a:pathLst>
            </a:custGeom>
            <a:solidFill>
              <a:srgbClr val="C27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8195" name="Freeform 677">
              <a:extLst>
                <a:ext uri="{FF2B5EF4-FFF2-40B4-BE49-F238E27FC236}">
                  <a16:creationId xmlns:a16="http://schemas.microsoft.com/office/drawing/2014/main" id="{40BC2CEC-57F9-45A0-BA0E-75A69AB9E7F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8" y="3902"/>
              <a:ext cx="146" cy="61"/>
            </a:xfrm>
            <a:custGeom>
              <a:avLst/>
              <a:gdLst>
                <a:gd name="T0" fmla="*/ 0 w 137"/>
                <a:gd name="T1" fmla="*/ 63 h 58"/>
                <a:gd name="T2" fmla="*/ 52 w 137"/>
                <a:gd name="T3" fmla="*/ 21 h 58"/>
                <a:gd name="T4" fmla="*/ 92 w 137"/>
                <a:gd name="T5" fmla="*/ 1 h 58"/>
                <a:gd name="T6" fmla="*/ 166 w 137"/>
                <a:gd name="T7" fmla="*/ 23 h 58"/>
                <a:gd name="T8" fmla="*/ 131 w 137"/>
                <a:gd name="T9" fmla="*/ 40 h 58"/>
                <a:gd name="T10" fmla="*/ 86 w 137"/>
                <a:gd name="T11" fmla="*/ 43 h 58"/>
                <a:gd name="T12" fmla="*/ 1 w 137"/>
                <a:gd name="T13" fmla="*/ 64 h 5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7" h="58">
                  <a:moveTo>
                    <a:pt x="0" y="54"/>
                  </a:moveTo>
                  <a:cubicBezTo>
                    <a:pt x="12" y="58"/>
                    <a:pt x="37" y="25"/>
                    <a:pt x="43" y="18"/>
                  </a:cubicBezTo>
                  <a:cubicBezTo>
                    <a:pt x="53" y="7"/>
                    <a:pt x="61" y="0"/>
                    <a:pt x="76" y="1"/>
                  </a:cubicBezTo>
                  <a:cubicBezTo>
                    <a:pt x="97" y="3"/>
                    <a:pt x="115" y="19"/>
                    <a:pt x="137" y="20"/>
                  </a:cubicBezTo>
                  <a:cubicBezTo>
                    <a:pt x="129" y="25"/>
                    <a:pt x="118" y="32"/>
                    <a:pt x="108" y="34"/>
                  </a:cubicBezTo>
                  <a:cubicBezTo>
                    <a:pt x="96" y="37"/>
                    <a:pt x="83" y="37"/>
                    <a:pt x="71" y="37"/>
                  </a:cubicBezTo>
                  <a:cubicBezTo>
                    <a:pt x="47" y="37"/>
                    <a:pt x="22" y="45"/>
                    <a:pt x="1" y="55"/>
                  </a:cubicBezTo>
                </a:path>
              </a:pathLst>
            </a:custGeom>
            <a:solidFill>
              <a:srgbClr val="8E4C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8196" name="Freeform 678">
              <a:extLst>
                <a:ext uri="{FF2B5EF4-FFF2-40B4-BE49-F238E27FC236}">
                  <a16:creationId xmlns:a16="http://schemas.microsoft.com/office/drawing/2014/main" id="{7D8F8654-1217-4415-ABF9-2F5AF7CD07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2" y="3752"/>
              <a:ext cx="80" cy="62"/>
            </a:xfrm>
            <a:custGeom>
              <a:avLst/>
              <a:gdLst>
                <a:gd name="T0" fmla="*/ 0 w 75"/>
                <a:gd name="T1" fmla="*/ 48 h 58"/>
                <a:gd name="T2" fmla="*/ 27 w 75"/>
                <a:gd name="T3" fmla="*/ 56 h 58"/>
                <a:gd name="T4" fmla="*/ 55 w 75"/>
                <a:gd name="T5" fmla="*/ 47 h 58"/>
                <a:gd name="T6" fmla="*/ 78 w 75"/>
                <a:gd name="T7" fmla="*/ 22 h 58"/>
                <a:gd name="T8" fmla="*/ 89 w 75"/>
                <a:gd name="T9" fmla="*/ 0 h 58"/>
                <a:gd name="T10" fmla="*/ 54 w 75"/>
                <a:gd name="T11" fmla="*/ 60 h 58"/>
                <a:gd name="T12" fmla="*/ 36 w 75"/>
                <a:gd name="T13" fmla="*/ 66 h 58"/>
                <a:gd name="T14" fmla="*/ 16 w 75"/>
                <a:gd name="T15" fmla="*/ 56 h 5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5" h="58">
                  <a:moveTo>
                    <a:pt x="0" y="39"/>
                  </a:moveTo>
                  <a:cubicBezTo>
                    <a:pt x="8" y="41"/>
                    <a:pt x="13" y="45"/>
                    <a:pt x="22" y="46"/>
                  </a:cubicBezTo>
                  <a:cubicBezTo>
                    <a:pt x="30" y="46"/>
                    <a:pt x="39" y="43"/>
                    <a:pt x="46" y="38"/>
                  </a:cubicBezTo>
                  <a:cubicBezTo>
                    <a:pt x="52" y="33"/>
                    <a:pt x="59" y="25"/>
                    <a:pt x="64" y="19"/>
                  </a:cubicBezTo>
                  <a:cubicBezTo>
                    <a:pt x="68" y="13"/>
                    <a:pt x="69" y="6"/>
                    <a:pt x="73" y="0"/>
                  </a:cubicBezTo>
                  <a:cubicBezTo>
                    <a:pt x="75" y="19"/>
                    <a:pt x="58" y="37"/>
                    <a:pt x="45" y="49"/>
                  </a:cubicBezTo>
                  <a:cubicBezTo>
                    <a:pt x="40" y="54"/>
                    <a:pt x="36" y="58"/>
                    <a:pt x="30" y="54"/>
                  </a:cubicBezTo>
                  <a:cubicBezTo>
                    <a:pt x="25" y="52"/>
                    <a:pt x="19" y="46"/>
                    <a:pt x="13" y="46"/>
                  </a:cubicBezTo>
                </a:path>
              </a:pathLst>
            </a:custGeom>
            <a:solidFill>
              <a:srgbClr val="8E4C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8197" name="Freeform 679">
              <a:extLst>
                <a:ext uri="{FF2B5EF4-FFF2-40B4-BE49-F238E27FC236}">
                  <a16:creationId xmlns:a16="http://schemas.microsoft.com/office/drawing/2014/main" id="{D1F31B40-11C9-432B-B386-37C839301A1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6" y="1794"/>
              <a:ext cx="366" cy="138"/>
            </a:xfrm>
            <a:custGeom>
              <a:avLst/>
              <a:gdLst>
                <a:gd name="T0" fmla="*/ 357 w 344"/>
                <a:gd name="T1" fmla="*/ 4 h 130"/>
                <a:gd name="T2" fmla="*/ 329 w 344"/>
                <a:gd name="T3" fmla="*/ 0 h 130"/>
                <a:gd name="T4" fmla="*/ 303 w 344"/>
                <a:gd name="T5" fmla="*/ 23 h 130"/>
                <a:gd name="T6" fmla="*/ 268 w 344"/>
                <a:gd name="T7" fmla="*/ 56 h 130"/>
                <a:gd name="T8" fmla="*/ 190 w 344"/>
                <a:gd name="T9" fmla="*/ 103 h 130"/>
                <a:gd name="T10" fmla="*/ 100 w 344"/>
                <a:gd name="T11" fmla="*/ 130 h 130"/>
                <a:gd name="T12" fmla="*/ 51 w 344"/>
                <a:gd name="T13" fmla="*/ 140 h 130"/>
                <a:gd name="T14" fmla="*/ 0 w 344"/>
                <a:gd name="T15" fmla="*/ 149 h 130"/>
                <a:gd name="T16" fmla="*/ 78 w 344"/>
                <a:gd name="T17" fmla="*/ 146 h 130"/>
                <a:gd name="T18" fmla="*/ 192 w 344"/>
                <a:gd name="T19" fmla="*/ 125 h 130"/>
                <a:gd name="T20" fmla="*/ 302 w 344"/>
                <a:gd name="T21" fmla="*/ 70 h 130"/>
                <a:gd name="T22" fmla="*/ 339 w 344"/>
                <a:gd name="T23" fmla="*/ 37 h 130"/>
                <a:gd name="T24" fmla="*/ 379 w 344"/>
                <a:gd name="T25" fmla="*/ 66 h 130"/>
                <a:gd name="T26" fmla="*/ 414 w 344"/>
                <a:gd name="T27" fmla="*/ 93 h 130"/>
                <a:gd name="T28" fmla="*/ 379 w 344"/>
                <a:gd name="T29" fmla="*/ 42 h 130"/>
                <a:gd name="T30" fmla="*/ 353 w 344"/>
                <a:gd name="T31" fmla="*/ 8 h 130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344" h="130">
                  <a:moveTo>
                    <a:pt x="297" y="4"/>
                  </a:moveTo>
                  <a:cubicBezTo>
                    <a:pt x="290" y="4"/>
                    <a:pt x="277" y="7"/>
                    <a:pt x="273" y="0"/>
                  </a:cubicBezTo>
                  <a:cubicBezTo>
                    <a:pt x="265" y="0"/>
                    <a:pt x="257" y="13"/>
                    <a:pt x="252" y="20"/>
                  </a:cubicBezTo>
                  <a:cubicBezTo>
                    <a:pt x="243" y="30"/>
                    <a:pt x="233" y="38"/>
                    <a:pt x="223" y="47"/>
                  </a:cubicBezTo>
                  <a:cubicBezTo>
                    <a:pt x="202" y="65"/>
                    <a:pt x="182" y="75"/>
                    <a:pt x="158" y="86"/>
                  </a:cubicBezTo>
                  <a:cubicBezTo>
                    <a:pt x="133" y="99"/>
                    <a:pt x="111" y="105"/>
                    <a:pt x="83" y="108"/>
                  </a:cubicBezTo>
                  <a:cubicBezTo>
                    <a:pt x="70" y="110"/>
                    <a:pt x="55" y="114"/>
                    <a:pt x="42" y="117"/>
                  </a:cubicBezTo>
                  <a:cubicBezTo>
                    <a:pt x="29" y="120"/>
                    <a:pt x="12" y="119"/>
                    <a:pt x="0" y="124"/>
                  </a:cubicBezTo>
                  <a:cubicBezTo>
                    <a:pt x="14" y="130"/>
                    <a:pt x="47" y="124"/>
                    <a:pt x="65" y="122"/>
                  </a:cubicBezTo>
                  <a:cubicBezTo>
                    <a:pt x="96" y="119"/>
                    <a:pt x="129" y="113"/>
                    <a:pt x="159" y="105"/>
                  </a:cubicBezTo>
                  <a:cubicBezTo>
                    <a:pt x="193" y="97"/>
                    <a:pt x="227" y="83"/>
                    <a:pt x="251" y="58"/>
                  </a:cubicBezTo>
                  <a:cubicBezTo>
                    <a:pt x="259" y="51"/>
                    <a:pt x="269" y="30"/>
                    <a:pt x="282" y="31"/>
                  </a:cubicBezTo>
                  <a:cubicBezTo>
                    <a:pt x="291" y="32"/>
                    <a:pt x="307" y="50"/>
                    <a:pt x="315" y="55"/>
                  </a:cubicBezTo>
                  <a:cubicBezTo>
                    <a:pt x="325" y="62"/>
                    <a:pt x="334" y="71"/>
                    <a:pt x="344" y="78"/>
                  </a:cubicBezTo>
                  <a:cubicBezTo>
                    <a:pt x="332" y="66"/>
                    <a:pt x="325" y="50"/>
                    <a:pt x="315" y="36"/>
                  </a:cubicBezTo>
                  <a:cubicBezTo>
                    <a:pt x="309" y="26"/>
                    <a:pt x="298" y="17"/>
                    <a:pt x="293" y="8"/>
                  </a:cubicBezTo>
                </a:path>
              </a:pathLst>
            </a:custGeom>
            <a:solidFill>
              <a:srgbClr val="8E4C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8198" name="Freeform 680">
              <a:extLst>
                <a:ext uri="{FF2B5EF4-FFF2-40B4-BE49-F238E27FC236}">
                  <a16:creationId xmlns:a16="http://schemas.microsoft.com/office/drawing/2014/main" id="{66CDA5DF-A737-46F8-9725-EEEDA131796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7" y="2250"/>
              <a:ext cx="70" cy="145"/>
            </a:xfrm>
            <a:custGeom>
              <a:avLst/>
              <a:gdLst>
                <a:gd name="T0" fmla="*/ 42 w 65"/>
                <a:gd name="T1" fmla="*/ 0 h 136"/>
                <a:gd name="T2" fmla="*/ 78 w 65"/>
                <a:gd name="T3" fmla="*/ 50 h 136"/>
                <a:gd name="T4" fmla="*/ 78 w 65"/>
                <a:gd name="T5" fmla="*/ 108 h 136"/>
                <a:gd name="T6" fmla="*/ 75 w 65"/>
                <a:gd name="T7" fmla="*/ 165 h 136"/>
                <a:gd name="T8" fmla="*/ 70 w 65"/>
                <a:gd name="T9" fmla="*/ 111 h 136"/>
                <a:gd name="T10" fmla="*/ 60 w 65"/>
                <a:gd name="T11" fmla="*/ 62 h 136"/>
                <a:gd name="T12" fmla="*/ 30 w 65"/>
                <a:gd name="T13" fmla="*/ 42 h 136"/>
                <a:gd name="T14" fmla="*/ 0 w 65"/>
                <a:gd name="T15" fmla="*/ 36 h 136"/>
                <a:gd name="T16" fmla="*/ 34 w 65"/>
                <a:gd name="T17" fmla="*/ 2 h 1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5" h="136">
                  <a:moveTo>
                    <a:pt x="33" y="0"/>
                  </a:moveTo>
                  <a:cubicBezTo>
                    <a:pt x="51" y="6"/>
                    <a:pt x="58" y="24"/>
                    <a:pt x="62" y="41"/>
                  </a:cubicBezTo>
                  <a:cubicBezTo>
                    <a:pt x="65" y="57"/>
                    <a:pt x="63" y="73"/>
                    <a:pt x="62" y="89"/>
                  </a:cubicBezTo>
                  <a:cubicBezTo>
                    <a:pt x="61" y="103"/>
                    <a:pt x="65" y="122"/>
                    <a:pt x="60" y="136"/>
                  </a:cubicBezTo>
                  <a:cubicBezTo>
                    <a:pt x="60" y="122"/>
                    <a:pt x="58" y="106"/>
                    <a:pt x="56" y="92"/>
                  </a:cubicBezTo>
                  <a:cubicBezTo>
                    <a:pt x="54" y="79"/>
                    <a:pt x="55" y="62"/>
                    <a:pt x="48" y="51"/>
                  </a:cubicBezTo>
                  <a:cubicBezTo>
                    <a:pt x="43" y="42"/>
                    <a:pt x="34" y="35"/>
                    <a:pt x="24" y="35"/>
                  </a:cubicBezTo>
                  <a:cubicBezTo>
                    <a:pt x="14" y="35"/>
                    <a:pt x="9" y="38"/>
                    <a:pt x="0" y="30"/>
                  </a:cubicBezTo>
                  <a:cubicBezTo>
                    <a:pt x="19" y="29"/>
                    <a:pt x="28" y="24"/>
                    <a:pt x="28" y="2"/>
                  </a:cubicBezTo>
                </a:path>
              </a:pathLst>
            </a:custGeom>
            <a:solidFill>
              <a:srgbClr val="8E4C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8199" name="Freeform 681">
              <a:extLst>
                <a:ext uri="{FF2B5EF4-FFF2-40B4-BE49-F238E27FC236}">
                  <a16:creationId xmlns:a16="http://schemas.microsoft.com/office/drawing/2014/main" id="{D512636B-99BA-4947-BD02-66BA945013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6" y="2387"/>
              <a:ext cx="172" cy="94"/>
            </a:xfrm>
            <a:custGeom>
              <a:avLst/>
              <a:gdLst>
                <a:gd name="T0" fmla="*/ 123 w 161"/>
                <a:gd name="T1" fmla="*/ 105 h 89"/>
                <a:gd name="T2" fmla="*/ 62 w 161"/>
                <a:gd name="T3" fmla="*/ 83 h 89"/>
                <a:gd name="T4" fmla="*/ 0 w 161"/>
                <a:gd name="T5" fmla="*/ 84 h 89"/>
                <a:gd name="T6" fmla="*/ 96 w 161"/>
                <a:gd name="T7" fmla="*/ 57 h 89"/>
                <a:gd name="T8" fmla="*/ 197 w 161"/>
                <a:gd name="T9" fmla="*/ 0 h 89"/>
                <a:gd name="T10" fmla="*/ 155 w 161"/>
                <a:gd name="T11" fmla="*/ 36 h 89"/>
                <a:gd name="T12" fmla="*/ 127 w 161"/>
                <a:gd name="T13" fmla="*/ 59 h 89"/>
                <a:gd name="T14" fmla="*/ 115 w 161"/>
                <a:gd name="T15" fmla="*/ 99 h 8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1" h="89">
                  <a:moveTo>
                    <a:pt x="101" y="89"/>
                  </a:moveTo>
                  <a:cubicBezTo>
                    <a:pt x="86" y="78"/>
                    <a:pt x="69" y="72"/>
                    <a:pt x="51" y="71"/>
                  </a:cubicBezTo>
                  <a:cubicBezTo>
                    <a:pt x="35" y="70"/>
                    <a:pt x="15" y="67"/>
                    <a:pt x="0" y="72"/>
                  </a:cubicBezTo>
                  <a:cubicBezTo>
                    <a:pt x="27" y="67"/>
                    <a:pt x="53" y="56"/>
                    <a:pt x="79" y="48"/>
                  </a:cubicBezTo>
                  <a:cubicBezTo>
                    <a:pt x="110" y="39"/>
                    <a:pt x="138" y="23"/>
                    <a:pt x="161" y="0"/>
                  </a:cubicBezTo>
                  <a:cubicBezTo>
                    <a:pt x="148" y="8"/>
                    <a:pt x="138" y="20"/>
                    <a:pt x="127" y="30"/>
                  </a:cubicBezTo>
                  <a:cubicBezTo>
                    <a:pt x="119" y="36"/>
                    <a:pt x="109" y="41"/>
                    <a:pt x="104" y="50"/>
                  </a:cubicBezTo>
                  <a:cubicBezTo>
                    <a:pt x="96" y="60"/>
                    <a:pt x="95" y="71"/>
                    <a:pt x="95" y="84"/>
                  </a:cubicBezTo>
                </a:path>
              </a:pathLst>
            </a:custGeom>
            <a:solidFill>
              <a:srgbClr val="8E4C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8200" name="Freeform 682">
              <a:extLst>
                <a:ext uri="{FF2B5EF4-FFF2-40B4-BE49-F238E27FC236}">
                  <a16:creationId xmlns:a16="http://schemas.microsoft.com/office/drawing/2014/main" id="{C08E0C8F-0A57-4201-B7F2-242842389B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1" y="2481"/>
              <a:ext cx="162" cy="158"/>
            </a:xfrm>
            <a:custGeom>
              <a:avLst/>
              <a:gdLst>
                <a:gd name="T0" fmla="*/ 184 w 152"/>
                <a:gd name="T1" fmla="*/ 7 h 148"/>
                <a:gd name="T2" fmla="*/ 100 w 152"/>
                <a:gd name="T3" fmla="*/ 12 h 148"/>
                <a:gd name="T4" fmla="*/ 37 w 152"/>
                <a:gd name="T5" fmla="*/ 31 h 148"/>
                <a:gd name="T6" fmla="*/ 23 w 152"/>
                <a:gd name="T7" fmla="*/ 180 h 148"/>
                <a:gd name="T8" fmla="*/ 71 w 152"/>
                <a:gd name="T9" fmla="*/ 36 h 148"/>
                <a:gd name="T10" fmla="*/ 179 w 152"/>
                <a:gd name="T11" fmla="*/ 14 h 14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2" h="148">
                  <a:moveTo>
                    <a:pt x="152" y="7"/>
                  </a:moveTo>
                  <a:cubicBezTo>
                    <a:pt x="132" y="0"/>
                    <a:pt x="103" y="7"/>
                    <a:pt x="83" y="9"/>
                  </a:cubicBezTo>
                  <a:cubicBezTo>
                    <a:pt x="68" y="11"/>
                    <a:pt x="41" y="14"/>
                    <a:pt x="31" y="25"/>
                  </a:cubicBezTo>
                  <a:cubicBezTo>
                    <a:pt x="0" y="59"/>
                    <a:pt x="42" y="113"/>
                    <a:pt x="20" y="148"/>
                  </a:cubicBezTo>
                  <a:cubicBezTo>
                    <a:pt x="40" y="112"/>
                    <a:pt x="13" y="50"/>
                    <a:pt x="59" y="30"/>
                  </a:cubicBezTo>
                  <a:cubicBezTo>
                    <a:pt x="86" y="18"/>
                    <a:pt x="124" y="28"/>
                    <a:pt x="148" y="11"/>
                  </a:cubicBezTo>
                </a:path>
              </a:pathLst>
            </a:custGeom>
            <a:solidFill>
              <a:srgbClr val="8E4C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8201" name="Freeform 683">
              <a:extLst>
                <a:ext uri="{FF2B5EF4-FFF2-40B4-BE49-F238E27FC236}">
                  <a16:creationId xmlns:a16="http://schemas.microsoft.com/office/drawing/2014/main" id="{87433CF8-D449-4506-86F7-A1CA9DE194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0" y="2663"/>
              <a:ext cx="126" cy="165"/>
            </a:xfrm>
            <a:custGeom>
              <a:avLst/>
              <a:gdLst>
                <a:gd name="T0" fmla="*/ 144 w 118"/>
                <a:gd name="T1" fmla="*/ 120 h 155"/>
                <a:gd name="T2" fmla="*/ 90 w 118"/>
                <a:gd name="T3" fmla="*/ 162 h 155"/>
                <a:gd name="T4" fmla="*/ 64 w 118"/>
                <a:gd name="T5" fmla="*/ 177 h 155"/>
                <a:gd name="T6" fmla="*/ 41 w 118"/>
                <a:gd name="T7" fmla="*/ 176 h 155"/>
                <a:gd name="T8" fmla="*/ 15 w 118"/>
                <a:gd name="T9" fmla="*/ 105 h 155"/>
                <a:gd name="T10" fmla="*/ 14 w 118"/>
                <a:gd name="T11" fmla="*/ 37 h 155"/>
                <a:gd name="T12" fmla="*/ 31 w 118"/>
                <a:gd name="T13" fmla="*/ 33 h 155"/>
                <a:gd name="T14" fmla="*/ 37 w 118"/>
                <a:gd name="T15" fmla="*/ 26 h 155"/>
                <a:gd name="T16" fmla="*/ 50 w 118"/>
                <a:gd name="T17" fmla="*/ 26 h 155"/>
                <a:gd name="T18" fmla="*/ 89 w 118"/>
                <a:gd name="T19" fmla="*/ 0 h 155"/>
                <a:gd name="T20" fmla="*/ 56 w 118"/>
                <a:gd name="T21" fmla="*/ 45 h 155"/>
                <a:gd name="T22" fmla="*/ 38 w 118"/>
                <a:gd name="T23" fmla="*/ 67 h 155"/>
                <a:gd name="T24" fmla="*/ 46 w 118"/>
                <a:gd name="T25" fmla="*/ 104 h 155"/>
                <a:gd name="T26" fmla="*/ 79 w 118"/>
                <a:gd name="T27" fmla="*/ 147 h 155"/>
                <a:gd name="T28" fmla="*/ 139 w 118"/>
                <a:gd name="T29" fmla="*/ 122 h 155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18" h="155">
                  <a:moveTo>
                    <a:pt x="118" y="100"/>
                  </a:moveTo>
                  <a:cubicBezTo>
                    <a:pt x="104" y="111"/>
                    <a:pt x="89" y="123"/>
                    <a:pt x="74" y="134"/>
                  </a:cubicBezTo>
                  <a:cubicBezTo>
                    <a:pt x="67" y="139"/>
                    <a:pt x="59" y="143"/>
                    <a:pt x="52" y="147"/>
                  </a:cubicBezTo>
                  <a:cubicBezTo>
                    <a:pt x="42" y="153"/>
                    <a:pt x="41" y="155"/>
                    <a:pt x="34" y="146"/>
                  </a:cubicBezTo>
                  <a:cubicBezTo>
                    <a:pt x="22" y="131"/>
                    <a:pt x="17" y="106"/>
                    <a:pt x="12" y="87"/>
                  </a:cubicBezTo>
                  <a:cubicBezTo>
                    <a:pt x="7" y="70"/>
                    <a:pt x="0" y="47"/>
                    <a:pt x="11" y="31"/>
                  </a:cubicBezTo>
                  <a:cubicBezTo>
                    <a:pt x="17" y="35"/>
                    <a:pt x="20" y="31"/>
                    <a:pt x="25" y="27"/>
                  </a:cubicBezTo>
                  <a:cubicBezTo>
                    <a:pt x="28" y="25"/>
                    <a:pt x="27" y="24"/>
                    <a:pt x="31" y="22"/>
                  </a:cubicBezTo>
                  <a:cubicBezTo>
                    <a:pt x="33" y="22"/>
                    <a:pt x="38" y="23"/>
                    <a:pt x="41" y="22"/>
                  </a:cubicBezTo>
                  <a:cubicBezTo>
                    <a:pt x="56" y="21"/>
                    <a:pt x="65" y="10"/>
                    <a:pt x="73" y="0"/>
                  </a:cubicBezTo>
                  <a:cubicBezTo>
                    <a:pt x="67" y="16"/>
                    <a:pt x="58" y="26"/>
                    <a:pt x="46" y="37"/>
                  </a:cubicBezTo>
                  <a:cubicBezTo>
                    <a:pt x="38" y="43"/>
                    <a:pt x="33" y="46"/>
                    <a:pt x="32" y="55"/>
                  </a:cubicBezTo>
                  <a:cubicBezTo>
                    <a:pt x="30" y="66"/>
                    <a:pt x="36" y="76"/>
                    <a:pt x="37" y="86"/>
                  </a:cubicBezTo>
                  <a:cubicBezTo>
                    <a:pt x="41" y="103"/>
                    <a:pt x="42" y="124"/>
                    <a:pt x="65" y="122"/>
                  </a:cubicBezTo>
                  <a:cubicBezTo>
                    <a:pt x="84" y="120"/>
                    <a:pt x="98" y="105"/>
                    <a:pt x="114" y="101"/>
                  </a:cubicBezTo>
                </a:path>
              </a:pathLst>
            </a:custGeom>
            <a:solidFill>
              <a:srgbClr val="C27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8202" name="Freeform 684">
              <a:extLst>
                <a:ext uri="{FF2B5EF4-FFF2-40B4-BE49-F238E27FC236}">
                  <a16:creationId xmlns:a16="http://schemas.microsoft.com/office/drawing/2014/main" id="{923C759A-BE05-45CE-8B8B-41A4653A709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3" y="2767"/>
              <a:ext cx="183" cy="329"/>
            </a:xfrm>
            <a:custGeom>
              <a:avLst/>
              <a:gdLst>
                <a:gd name="T0" fmla="*/ 63 w 172"/>
                <a:gd name="T1" fmla="*/ 38 h 308"/>
                <a:gd name="T2" fmla="*/ 70 w 172"/>
                <a:gd name="T3" fmla="*/ 73 h 308"/>
                <a:gd name="T4" fmla="*/ 119 w 172"/>
                <a:gd name="T5" fmla="*/ 51 h 308"/>
                <a:gd name="T6" fmla="*/ 78 w 172"/>
                <a:gd name="T7" fmla="*/ 87 h 308"/>
                <a:gd name="T8" fmla="*/ 67 w 172"/>
                <a:gd name="T9" fmla="*/ 139 h 308"/>
                <a:gd name="T10" fmla="*/ 79 w 172"/>
                <a:gd name="T11" fmla="*/ 253 h 308"/>
                <a:gd name="T12" fmla="*/ 117 w 172"/>
                <a:gd name="T13" fmla="*/ 350 h 308"/>
                <a:gd name="T14" fmla="*/ 154 w 172"/>
                <a:gd name="T15" fmla="*/ 355 h 308"/>
                <a:gd name="T16" fmla="*/ 207 w 172"/>
                <a:gd name="T17" fmla="*/ 333 h 308"/>
                <a:gd name="T18" fmla="*/ 132 w 172"/>
                <a:gd name="T19" fmla="*/ 367 h 308"/>
                <a:gd name="T20" fmla="*/ 82 w 172"/>
                <a:gd name="T21" fmla="*/ 315 h 308"/>
                <a:gd name="T22" fmla="*/ 51 w 172"/>
                <a:gd name="T23" fmla="*/ 199 h 308"/>
                <a:gd name="T24" fmla="*/ 24 w 172"/>
                <a:gd name="T25" fmla="*/ 94 h 308"/>
                <a:gd name="T26" fmla="*/ 12 w 172"/>
                <a:gd name="T27" fmla="*/ 51 h 308"/>
                <a:gd name="T28" fmla="*/ 0 w 172"/>
                <a:gd name="T29" fmla="*/ 0 h 30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72" h="308">
                  <a:moveTo>
                    <a:pt x="52" y="32"/>
                  </a:moveTo>
                  <a:cubicBezTo>
                    <a:pt x="50" y="39"/>
                    <a:pt x="37" y="59"/>
                    <a:pt x="58" y="60"/>
                  </a:cubicBezTo>
                  <a:cubicBezTo>
                    <a:pt x="72" y="61"/>
                    <a:pt x="88" y="48"/>
                    <a:pt x="99" y="42"/>
                  </a:cubicBezTo>
                  <a:cubicBezTo>
                    <a:pt x="87" y="50"/>
                    <a:pt x="73" y="58"/>
                    <a:pt x="65" y="71"/>
                  </a:cubicBezTo>
                  <a:cubicBezTo>
                    <a:pt x="57" y="83"/>
                    <a:pt x="56" y="99"/>
                    <a:pt x="55" y="114"/>
                  </a:cubicBezTo>
                  <a:cubicBezTo>
                    <a:pt x="54" y="146"/>
                    <a:pt x="57" y="177"/>
                    <a:pt x="66" y="208"/>
                  </a:cubicBezTo>
                  <a:cubicBezTo>
                    <a:pt x="72" y="234"/>
                    <a:pt x="76" y="270"/>
                    <a:pt x="97" y="287"/>
                  </a:cubicBezTo>
                  <a:cubicBezTo>
                    <a:pt x="107" y="294"/>
                    <a:pt x="117" y="295"/>
                    <a:pt x="128" y="291"/>
                  </a:cubicBezTo>
                  <a:cubicBezTo>
                    <a:pt x="142" y="286"/>
                    <a:pt x="160" y="281"/>
                    <a:pt x="172" y="273"/>
                  </a:cubicBezTo>
                  <a:cubicBezTo>
                    <a:pt x="156" y="288"/>
                    <a:pt x="134" y="308"/>
                    <a:pt x="110" y="301"/>
                  </a:cubicBezTo>
                  <a:cubicBezTo>
                    <a:pt x="91" y="295"/>
                    <a:pt x="76" y="276"/>
                    <a:pt x="68" y="258"/>
                  </a:cubicBezTo>
                  <a:cubicBezTo>
                    <a:pt x="55" y="228"/>
                    <a:pt x="51" y="195"/>
                    <a:pt x="42" y="163"/>
                  </a:cubicBezTo>
                  <a:cubicBezTo>
                    <a:pt x="35" y="134"/>
                    <a:pt x="28" y="105"/>
                    <a:pt x="21" y="77"/>
                  </a:cubicBezTo>
                  <a:cubicBezTo>
                    <a:pt x="17" y="65"/>
                    <a:pt x="12" y="53"/>
                    <a:pt x="9" y="42"/>
                  </a:cubicBezTo>
                  <a:cubicBezTo>
                    <a:pt x="5" y="29"/>
                    <a:pt x="5" y="12"/>
                    <a:pt x="0" y="0"/>
                  </a:cubicBezTo>
                </a:path>
              </a:pathLst>
            </a:custGeom>
            <a:solidFill>
              <a:srgbClr val="C27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8203" name="Freeform 685">
              <a:extLst>
                <a:ext uri="{FF2B5EF4-FFF2-40B4-BE49-F238E27FC236}">
                  <a16:creationId xmlns:a16="http://schemas.microsoft.com/office/drawing/2014/main" id="{A48435FE-466E-44D4-B2A2-66A593B6755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2" y="2968"/>
              <a:ext cx="189" cy="136"/>
            </a:xfrm>
            <a:custGeom>
              <a:avLst/>
              <a:gdLst>
                <a:gd name="T0" fmla="*/ 3 w 177"/>
                <a:gd name="T1" fmla="*/ 5 h 128"/>
                <a:gd name="T2" fmla="*/ 47 w 177"/>
                <a:gd name="T3" fmla="*/ 89 h 128"/>
                <a:gd name="T4" fmla="*/ 128 w 177"/>
                <a:gd name="T5" fmla="*/ 85 h 128"/>
                <a:gd name="T6" fmla="*/ 216 w 177"/>
                <a:gd name="T7" fmla="*/ 90 h 128"/>
                <a:gd name="T8" fmla="*/ 142 w 177"/>
                <a:gd name="T9" fmla="*/ 111 h 128"/>
                <a:gd name="T10" fmla="*/ 84 w 177"/>
                <a:gd name="T11" fmla="*/ 139 h 128"/>
                <a:gd name="T12" fmla="*/ 0 w 177"/>
                <a:gd name="T13" fmla="*/ 0 h 1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7" h="128">
                  <a:moveTo>
                    <a:pt x="3" y="5"/>
                  </a:moveTo>
                  <a:cubicBezTo>
                    <a:pt x="11" y="26"/>
                    <a:pt x="20" y="60"/>
                    <a:pt x="38" y="74"/>
                  </a:cubicBezTo>
                  <a:cubicBezTo>
                    <a:pt x="57" y="89"/>
                    <a:pt x="86" y="79"/>
                    <a:pt x="105" y="71"/>
                  </a:cubicBezTo>
                  <a:cubicBezTo>
                    <a:pt x="130" y="61"/>
                    <a:pt x="154" y="60"/>
                    <a:pt x="177" y="75"/>
                  </a:cubicBezTo>
                  <a:cubicBezTo>
                    <a:pt x="158" y="71"/>
                    <a:pt x="133" y="83"/>
                    <a:pt x="117" y="92"/>
                  </a:cubicBezTo>
                  <a:cubicBezTo>
                    <a:pt x="101" y="101"/>
                    <a:pt x="86" y="113"/>
                    <a:pt x="69" y="116"/>
                  </a:cubicBezTo>
                  <a:cubicBezTo>
                    <a:pt x="8" y="128"/>
                    <a:pt x="17" y="32"/>
                    <a:pt x="0" y="0"/>
                  </a:cubicBezTo>
                </a:path>
              </a:pathLst>
            </a:custGeom>
            <a:solidFill>
              <a:srgbClr val="C27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8204" name="Freeform 686">
              <a:extLst>
                <a:ext uri="{FF2B5EF4-FFF2-40B4-BE49-F238E27FC236}">
                  <a16:creationId xmlns:a16="http://schemas.microsoft.com/office/drawing/2014/main" id="{9432DEFD-F85E-493E-809C-5DF23AFBC9C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0" y="3101"/>
              <a:ext cx="90" cy="43"/>
            </a:xfrm>
            <a:custGeom>
              <a:avLst/>
              <a:gdLst>
                <a:gd name="T0" fmla="*/ 47 w 85"/>
                <a:gd name="T1" fmla="*/ 0 h 40"/>
                <a:gd name="T2" fmla="*/ 18 w 85"/>
                <a:gd name="T3" fmla="*/ 44 h 40"/>
                <a:gd name="T4" fmla="*/ 59 w 85"/>
                <a:gd name="T5" fmla="*/ 46 h 40"/>
                <a:gd name="T6" fmla="*/ 83 w 85"/>
                <a:gd name="T7" fmla="*/ 44 h 40"/>
                <a:gd name="T8" fmla="*/ 101 w 85"/>
                <a:gd name="T9" fmla="*/ 44 h 40"/>
                <a:gd name="T10" fmla="*/ 76 w 85"/>
                <a:gd name="T11" fmla="*/ 38 h 40"/>
                <a:gd name="T12" fmla="*/ 50 w 85"/>
                <a:gd name="T13" fmla="*/ 34 h 40"/>
                <a:gd name="T14" fmla="*/ 47 w 85"/>
                <a:gd name="T15" fmla="*/ 2 h 4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5" h="40">
                  <a:moveTo>
                    <a:pt x="40" y="0"/>
                  </a:moveTo>
                  <a:cubicBezTo>
                    <a:pt x="36" y="7"/>
                    <a:pt x="0" y="23"/>
                    <a:pt x="15" y="35"/>
                  </a:cubicBezTo>
                  <a:cubicBezTo>
                    <a:pt x="22" y="40"/>
                    <a:pt x="42" y="38"/>
                    <a:pt x="50" y="37"/>
                  </a:cubicBezTo>
                  <a:cubicBezTo>
                    <a:pt x="57" y="37"/>
                    <a:pt x="63" y="35"/>
                    <a:pt x="70" y="35"/>
                  </a:cubicBezTo>
                  <a:cubicBezTo>
                    <a:pt x="74" y="36"/>
                    <a:pt x="81" y="38"/>
                    <a:pt x="85" y="35"/>
                  </a:cubicBezTo>
                  <a:cubicBezTo>
                    <a:pt x="78" y="35"/>
                    <a:pt x="71" y="32"/>
                    <a:pt x="64" y="31"/>
                  </a:cubicBezTo>
                  <a:cubicBezTo>
                    <a:pt x="57" y="29"/>
                    <a:pt x="49" y="30"/>
                    <a:pt x="42" y="28"/>
                  </a:cubicBezTo>
                  <a:cubicBezTo>
                    <a:pt x="26" y="22"/>
                    <a:pt x="32" y="12"/>
                    <a:pt x="40" y="2"/>
                  </a:cubicBezTo>
                </a:path>
              </a:pathLst>
            </a:custGeom>
            <a:solidFill>
              <a:srgbClr val="C27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8205" name="Freeform 687">
              <a:extLst>
                <a:ext uri="{FF2B5EF4-FFF2-40B4-BE49-F238E27FC236}">
                  <a16:creationId xmlns:a16="http://schemas.microsoft.com/office/drawing/2014/main" id="{8D477977-699F-4C07-88D8-D34DAF620B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6" y="3156"/>
              <a:ext cx="181" cy="227"/>
            </a:xfrm>
            <a:custGeom>
              <a:avLst/>
              <a:gdLst>
                <a:gd name="T0" fmla="*/ 205 w 170"/>
                <a:gd name="T1" fmla="*/ 13 h 213"/>
                <a:gd name="T2" fmla="*/ 178 w 170"/>
                <a:gd name="T3" fmla="*/ 5 h 213"/>
                <a:gd name="T4" fmla="*/ 148 w 170"/>
                <a:gd name="T5" fmla="*/ 1 h 213"/>
                <a:gd name="T6" fmla="*/ 91 w 170"/>
                <a:gd name="T7" fmla="*/ 5 h 213"/>
                <a:gd name="T8" fmla="*/ 20 w 170"/>
                <a:gd name="T9" fmla="*/ 22 h 213"/>
                <a:gd name="T10" fmla="*/ 5 w 170"/>
                <a:gd name="T11" fmla="*/ 145 h 213"/>
                <a:gd name="T12" fmla="*/ 12 w 170"/>
                <a:gd name="T13" fmla="*/ 258 h 213"/>
                <a:gd name="T14" fmla="*/ 17 w 170"/>
                <a:gd name="T15" fmla="*/ 197 h 213"/>
                <a:gd name="T16" fmla="*/ 23 w 170"/>
                <a:gd name="T17" fmla="*/ 114 h 213"/>
                <a:gd name="T18" fmla="*/ 28 w 170"/>
                <a:gd name="T19" fmla="*/ 66 h 213"/>
                <a:gd name="T20" fmla="*/ 52 w 170"/>
                <a:gd name="T21" fmla="*/ 46 h 213"/>
                <a:gd name="T22" fmla="*/ 135 w 170"/>
                <a:gd name="T23" fmla="*/ 29 h 213"/>
                <a:gd name="T24" fmla="*/ 194 w 170"/>
                <a:gd name="T25" fmla="*/ 18 h 21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70" h="213">
                  <a:moveTo>
                    <a:pt x="170" y="10"/>
                  </a:moveTo>
                  <a:cubicBezTo>
                    <a:pt x="163" y="12"/>
                    <a:pt x="154" y="6"/>
                    <a:pt x="147" y="5"/>
                  </a:cubicBezTo>
                  <a:cubicBezTo>
                    <a:pt x="139" y="4"/>
                    <a:pt x="131" y="1"/>
                    <a:pt x="123" y="1"/>
                  </a:cubicBezTo>
                  <a:cubicBezTo>
                    <a:pt x="107" y="0"/>
                    <a:pt x="90" y="3"/>
                    <a:pt x="75" y="5"/>
                  </a:cubicBezTo>
                  <a:cubicBezTo>
                    <a:pt x="55" y="7"/>
                    <a:pt x="28" y="1"/>
                    <a:pt x="17" y="19"/>
                  </a:cubicBezTo>
                  <a:cubicBezTo>
                    <a:pt x="0" y="47"/>
                    <a:pt x="6" y="89"/>
                    <a:pt x="5" y="120"/>
                  </a:cubicBezTo>
                  <a:cubicBezTo>
                    <a:pt x="3" y="150"/>
                    <a:pt x="2" y="184"/>
                    <a:pt x="9" y="213"/>
                  </a:cubicBezTo>
                  <a:cubicBezTo>
                    <a:pt x="15" y="198"/>
                    <a:pt x="12" y="180"/>
                    <a:pt x="14" y="163"/>
                  </a:cubicBezTo>
                  <a:cubicBezTo>
                    <a:pt x="16" y="141"/>
                    <a:pt x="19" y="117"/>
                    <a:pt x="20" y="94"/>
                  </a:cubicBezTo>
                  <a:cubicBezTo>
                    <a:pt x="20" y="82"/>
                    <a:pt x="19" y="67"/>
                    <a:pt x="23" y="54"/>
                  </a:cubicBezTo>
                  <a:cubicBezTo>
                    <a:pt x="26" y="43"/>
                    <a:pt x="33" y="41"/>
                    <a:pt x="43" y="38"/>
                  </a:cubicBezTo>
                  <a:cubicBezTo>
                    <a:pt x="65" y="29"/>
                    <a:pt x="90" y="25"/>
                    <a:pt x="112" y="23"/>
                  </a:cubicBezTo>
                  <a:cubicBezTo>
                    <a:pt x="123" y="22"/>
                    <a:pt x="155" y="23"/>
                    <a:pt x="161" y="15"/>
                  </a:cubicBezTo>
                </a:path>
              </a:pathLst>
            </a:custGeom>
            <a:solidFill>
              <a:srgbClr val="C27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8206" name="Freeform 688">
              <a:extLst>
                <a:ext uri="{FF2B5EF4-FFF2-40B4-BE49-F238E27FC236}">
                  <a16:creationId xmlns:a16="http://schemas.microsoft.com/office/drawing/2014/main" id="{BEA094C9-2618-4BB1-B453-D667C9EDFF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4" y="3228"/>
              <a:ext cx="216" cy="463"/>
            </a:xfrm>
            <a:custGeom>
              <a:avLst/>
              <a:gdLst>
                <a:gd name="T0" fmla="*/ 13 w 203"/>
                <a:gd name="T1" fmla="*/ 57 h 434"/>
                <a:gd name="T2" fmla="*/ 3 w 203"/>
                <a:gd name="T3" fmla="*/ 153 h 434"/>
                <a:gd name="T4" fmla="*/ 24 w 203"/>
                <a:gd name="T5" fmla="*/ 272 h 434"/>
                <a:gd name="T6" fmla="*/ 46 w 203"/>
                <a:gd name="T7" fmla="*/ 333 h 434"/>
                <a:gd name="T8" fmla="*/ 78 w 203"/>
                <a:gd name="T9" fmla="*/ 381 h 434"/>
                <a:gd name="T10" fmla="*/ 148 w 203"/>
                <a:gd name="T11" fmla="*/ 474 h 434"/>
                <a:gd name="T12" fmla="*/ 175 w 203"/>
                <a:gd name="T13" fmla="*/ 500 h 434"/>
                <a:gd name="T14" fmla="*/ 195 w 203"/>
                <a:gd name="T15" fmla="*/ 518 h 434"/>
                <a:gd name="T16" fmla="*/ 245 w 203"/>
                <a:gd name="T17" fmla="*/ 511 h 434"/>
                <a:gd name="T18" fmla="*/ 200 w 203"/>
                <a:gd name="T19" fmla="*/ 500 h 434"/>
                <a:gd name="T20" fmla="*/ 145 w 203"/>
                <a:gd name="T21" fmla="*/ 431 h 434"/>
                <a:gd name="T22" fmla="*/ 95 w 203"/>
                <a:gd name="T23" fmla="*/ 352 h 434"/>
                <a:gd name="T24" fmla="*/ 52 w 203"/>
                <a:gd name="T25" fmla="*/ 274 h 434"/>
                <a:gd name="T26" fmla="*/ 21 w 203"/>
                <a:gd name="T27" fmla="*/ 139 h 434"/>
                <a:gd name="T28" fmla="*/ 23 w 203"/>
                <a:gd name="T29" fmla="*/ 67 h 434"/>
                <a:gd name="T30" fmla="*/ 22 w 203"/>
                <a:gd name="T31" fmla="*/ 32 h 434"/>
                <a:gd name="T32" fmla="*/ 22 w 203"/>
                <a:gd name="T33" fmla="*/ 2 h 434"/>
                <a:gd name="T34" fmla="*/ 22 w 203"/>
                <a:gd name="T35" fmla="*/ 0 h 434"/>
                <a:gd name="T36" fmla="*/ 18 w 203"/>
                <a:gd name="T37" fmla="*/ 22 h 434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203" h="434">
                  <a:moveTo>
                    <a:pt x="10" y="47"/>
                  </a:moveTo>
                  <a:cubicBezTo>
                    <a:pt x="9" y="73"/>
                    <a:pt x="5" y="100"/>
                    <a:pt x="3" y="126"/>
                  </a:cubicBezTo>
                  <a:cubicBezTo>
                    <a:pt x="0" y="157"/>
                    <a:pt x="11" y="194"/>
                    <a:pt x="21" y="224"/>
                  </a:cubicBezTo>
                  <a:cubicBezTo>
                    <a:pt x="26" y="240"/>
                    <a:pt x="30" y="258"/>
                    <a:pt x="38" y="274"/>
                  </a:cubicBezTo>
                  <a:cubicBezTo>
                    <a:pt x="45" y="288"/>
                    <a:pt x="55" y="301"/>
                    <a:pt x="65" y="314"/>
                  </a:cubicBezTo>
                  <a:cubicBezTo>
                    <a:pt x="83" y="339"/>
                    <a:pt x="102" y="366"/>
                    <a:pt x="123" y="390"/>
                  </a:cubicBezTo>
                  <a:cubicBezTo>
                    <a:pt x="130" y="397"/>
                    <a:pt x="137" y="405"/>
                    <a:pt x="145" y="412"/>
                  </a:cubicBezTo>
                  <a:cubicBezTo>
                    <a:pt x="150" y="416"/>
                    <a:pt x="157" y="423"/>
                    <a:pt x="162" y="427"/>
                  </a:cubicBezTo>
                  <a:cubicBezTo>
                    <a:pt x="174" y="434"/>
                    <a:pt x="191" y="423"/>
                    <a:pt x="203" y="421"/>
                  </a:cubicBezTo>
                  <a:cubicBezTo>
                    <a:pt x="191" y="419"/>
                    <a:pt x="176" y="419"/>
                    <a:pt x="166" y="412"/>
                  </a:cubicBezTo>
                  <a:cubicBezTo>
                    <a:pt x="146" y="400"/>
                    <a:pt x="131" y="375"/>
                    <a:pt x="120" y="355"/>
                  </a:cubicBezTo>
                  <a:cubicBezTo>
                    <a:pt x="107" y="333"/>
                    <a:pt x="91" y="313"/>
                    <a:pt x="79" y="290"/>
                  </a:cubicBezTo>
                  <a:cubicBezTo>
                    <a:pt x="67" y="269"/>
                    <a:pt x="54" y="248"/>
                    <a:pt x="43" y="226"/>
                  </a:cubicBezTo>
                  <a:cubicBezTo>
                    <a:pt x="26" y="193"/>
                    <a:pt x="13" y="151"/>
                    <a:pt x="18" y="114"/>
                  </a:cubicBezTo>
                  <a:cubicBezTo>
                    <a:pt x="20" y="94"/>
                    <a:pt x="21" y="75"/>
                    <a:pt x="20" y="55"/>
                  </a:cubicBezTo>
                  <a:cubicBezTo>
                    <a:pt x="19" y="45"/>
                    <a:pt x="19" y="36"/>
                    <a:pt x="19" y="26"/>
                  </a:cubicBezTo>
                  <a:cubicBezTo>
                    <a:pt x="20" y="22"/>
                    <a:pt x="23" y="5"/>
                    <a:pt x="19" y="2"/>
                  </a:cubicBezTo>
                  <a:cubicBezTo>
                    <a:pt x="19" y="1"/>
                    <a:pt x="19" y="0"/>
                    <a:pt x="19" y="0"/>
                  </a:cubicBezTo>
                  <a:cubicBezTo>
                    <a:pt x="16" y="5"/>
                    <a:pt x="16" y="18"/>
                    <a:pt x="15" y="19"/>
                  </a:cubicBezTo>
                </a:path>
              </a:pathLst>
            </a:custGeom>
            <a:solidFill>
              <a:srgbClr val="C27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8207" name="Freeform 689">
              <a:extLst>
                <a:ext uri="{FF2B5EF4-FFF2-40B4-BE49-F238E27FC236}">
                  <a16:creationId xmlns:a16="http://schemas.microsoft.com/office/drawing/2014/main" id="{B9590160-EE1D-416B-834C-10A46B7EAAE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3" y="3092"/>
              <a:ext cx="181" cy="51"/>
            </a:xfrm>
            <a:custGeom>
              <a:avLst/>
              <a:gdLst>
                <a:gd name="T0" fmla="*/ 205 w 170"/>
                <a:gd name="T1" fmla="*/ 0 h 47"/>
                <a:gd name="T2" fmla="*/ 153 w 170"/>
                <a:gd name="T3" fmla="*/ 24 h 47"/>
                <a:gd name="T4" fmla="*/ 100 w 170"/>
                <a:gd name="T5" fmla="*/ 41 h 47"/>
                <a:gd name="T6" fmla="*/ 0 w 170"/>
                <a:gd name="T7" fmla="*/ 39 h 47"/>
                <a:gd name="T8" fmla="*/ 106 w 170"/>
                <a:gd name="T9" fmla="*/ 50 h 47"/>
                <a:gd name="T10" fmla="*/ 161 w 170"/>
                <a:gd name="T11" fmla="*/ 40 h 47"/>
                <a:gd name="T12" fmla="*/ 203 w 170"/>
                <a:gd name="T13" fmla="*/ 9 h 4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0" h="47">
                  <a:moveTo>
                    <a:pt x="170" y="0"/>
                  </a:moveTo>
                  <a:cubicBezTo>
                    <a:pt x="157" y="6"/>
                    <a:pt x="141" y="10"/>
                    <a:pt x="127" y="18"/>
                  </a:cubicBezTo>
                  <a:cubicBezTo>
                    <a:pt x="114" y="25"/>
                    <a:pt x="98" y="28"/>
                    <a:pt x="83" y="32"/>
                  </a:cubicBezTo>
                  <a:cubicBezTo>
                    <a:pt x="53" y="40"/>
                    <a:pt x="29" y="35"/>
                    <a:pt x="0" y="30"/>
                  </a:cubicBezTo>
                  <a:cubicBezTo>
                    <a:pt x="27" y="47"/>
                    <a:pt x="58" y="39"/>
                    <a:pt x="88" y="39"/>
                  </a:cubicBezTo>
                  <a:cubicBezTo>
                    <a:pt x="103" y="39"/>
                    <a:pt x="120" y="39"/>
                    <a:pt x="133" y="31"/>
                  </a:cubicBezTo>
                  <a:cubicBezTo>
                    <a:pt x="145" y="23"/>
                    <a:pt x="157" y="14"/>
                    <a:pt x="168" y="6"/>
                  </a:cubicBezTo>
                </a:path>
              </a:pathLst>
            </a:custGeom>
            <a:solidFill>
              <a:srgbClr val="8E4C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8208" name="Freeform 690">
              <a:extLst>
                <a:ext uri="{FF2B5EF4-FFF2-40B4-BE49-F238E27FC236}">
                  <a16:creationId xmlns:a16="http://schemas.microsoft.com/office/drawing/2014/main" id="{E18E3E4A-DD2B-4B43-8133-683F0B6D32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1" y="3799"/>
              <a:ext cx="107" cy="21"/>
            </a:xfrm>
            <a:custGeom>
              <a:avLst/>
              <a:gdLst>
                <a:gd name="T0" fmla="*/ 122 w 100"/>
                <a:gd name="T1" fmla="*/ 11 h 19"/>
                <a:gd name="T2" fmla="*/ 59 w 100"/>
                <a:gd name="T3" fmla="*/ 3 h 19"/>
                <a:gd name="T4" fmla="*/ 32 w 100"/>
                <a:gd name="T5" fmla="*/ 13 h 19"/>
                <a:gd name="T6" fmla="*/ 0 w 100"/>
                <a:gd name="T7" fmla="*/ 25 h 19"/>
                <a:gd name="T8" fmla="*/ 28 w 100"/>
                <a:gd name="T9" fmla="*/ 17 h 19"/>
                <a:gd name="T10" fmla="*/ 56 w 100"/>
                <a:gd name="T11" fmla="*/ 21 h 19"/>
                <a:gd name="T12" fmla="*/ 85 w 100"/>
                <a:gd name="T13" fmla="*/ 15 h 19"/>
                <a:gd name="T14" fmla="*/ 120 w 100"/>
                <a:gd name="T15" fmla="*/ 11 h 1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0" h="19">
                  <a:moveTo>
                    <a:pt x="100" y="8"/>
                  </a:moveTo>
                  <a:cubicBezTo>
                    <a:pt x="82" y="8"/>
                    <a:pt x="65" y="0"/>
                    <a:pt x="48" y="3"/>
                  </a:cubicBezTo>
                  <a:cubicBezTo>
                    <a:pt x="41" y="5"/>
                    <a:pt x="34" y="10"/>
                    <a:pt x="26" y="10"/>
                  </a:cubicBezTo>
                  <a:cubicBezTo>
                    <a:pt x="14" y="11"/>
                    <a:pt x="9" y="10"/>
                    <a:pt x="0" y="19"/>
                  </a:cubicBezTo>
                  <a:cubicBezTo>
                    <a:pt x="6" y="16"/>
                    <a:pt x="15" y="12"/>
                    <a:pt x="22" y="13"/>
                  </a:cubicBezTo>
                  <a:cubicBezTo>
                    <a:pt x="31" y="13"/>
                    <a:pt x="37" y="17"/>
                    <a:pt x="46" y="15"/>
                  </a:cubicBezTo>
                  <a:cubicBezTo>
                    <a:pt x="54" y="13"/>
                    <a:pt x="61" y="11"/>
                    <a:pt x="69" y="12"/>
                  </a:cubicBezTo>
                  <a:cubicBezTo>
                    <a:pt x="79" y="12"/>
                    <a:pt x="90" y="17"/>
                    <a:pt x="98" y="8"/>
                  </a:cubicBezTo>
                </a:path>
              </a:pathLst>
            </a:custGeom>
            <a:solidFill>
              <a:srgbClr val="8E4C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8209" name="Freeform 691">
              <a:extLst>
                <a:ext uri="{FF2B5EF4-FFF2-40B4-BE49-F238E27FC236}">
                  <a16:creationId xmlns:a16="http://schemas.microsoft.com/office/drawing/2014/main" id="{ACB0D990-1372-45E0-B0EF-DCD07916E4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4" y="2975"/>
              <a:ext cx="178" cy="45"/>
            </a:xfrm>
            <a:custGeom>
              <a:avLst/>
              <a:gdLst>
                <a:gd name="T0" fmla="*/ 0 w 167"/>
                <a:gd name="T1" fmla="*/ 49 h 42"/>
                <a:gd name="T2" fmla="*/ 120 w 167"/>
                <a:gd name="T3" fmla="*/ 21 h 42"/>
                <a:gd name="T4" fmla="*/ 203 w 167"/>
                <a:gd name="T5" fmla="*/ 48 h 42"/>
                <a:gd name="T6" fmla="*/ 102 w 167"/>
                <a:gd name="T7" fmla="*/ 11 h 42"/>
                <a:gd name="T8" fmla="*/ 4 w 167"/>
                <a:gd name="T9" fmla="*/ 51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7" h="42">
                  <a:moveTo>
                    <a:pt x="0" y="40"/>
                  </a:moveTo>
                  <a:cubicBezTo>
                    <a:pt x="32" y="38"/>
                    <a:pt x="65" y="18"/>
                    <a:pt x="99" y="18"/>
                  </a:cubicBezTo>
                  <a:cubicBezTo>
                    <a:pt x="125" y="17"/>
                    <a:pt x="144" y="29"/>
                    <a:pt x="167" y="39"/>
                  </a:cubicBezTo>
                  <a:cubicBezTo>
                    <a:pt x="147" y="12"/>
                    <a:pt x="114" y="0"/>
                    <a:pt x="84" y="8"/>
                  </a:cubicBezTo>
                  <a:cubicBezTo>
                    <a:pt x="57" y="15"/>
                    <a:pt x="24" y="22"/>
                    <a:pt x="4" y="42"/>
                  </a:cubicBezTo>
                </a:path>
              </a:pathLst>
            </a:custGeom>
            <a:solidFill>
              <a:srgbClr val="C27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8210" name="Freeform 692">
              <a:extLst>
                <a:ext uri="{FF2B5EF4-FFF2-40B4-BE49-F238E27FC236}">
                  <a16:creationId xmlns:a16="http://schemas.microsoft.com/office/drawing/2014/main" id="{97A2EDED-3F7D-4BB5-856E-3BFE688C451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8" y="1643"/>
              <a:ext cx="34" cy="96"/>
            </a:xfrm>
            <a:custGeom>
              <a:avLst/>
              <a:gdLst>
                <a:gd name="T0" fmla="*/ 11 w 32"/>
                <a:gd name="T1" fmla="*/ 0 h 90"/>
                <a:gd name="T2" fmla="*/ 2 w 32"/>
                <a:gd name="T3" fmla="*/ 54 h 90"/>
                <a:gd name="T4" fmla="*/ 15 w 32"/>
                <a:gd name="T5" fmla="*/ 109 h 90"/>
                <a:gd name="T6" fmla="*/ 37 w 32"/>
                <a:gd name="T7" fmla="*/ 54 h 90"/>
                <a:gd name="T8" fmla="*/ 37 w 32"/>
                <a:gd name="T9" fmla="*/ 54 h 90"/>
                <a:gd name="T10" fmla="*/ 11 w 32"/>
                <a:gd name="T11" fmla="*/ 2 h 9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2" h="90">
                  <a:moveTo>
                    <a:pt x="8" y="0"/>
                  </a:moveTo>
                  <a:cubicBezTo>
                    <a:pt x="2" y="13"/>
                    <a:pt x="0" y="30"/>
                    <a:pt x="2" y="45"/>
                  </a:cubicBezTo>
                  <a:cubicBezTo>
                    <a:pt x="3" y="55"/>
                    <a:pt x="6" y="82"/>
                    <a:pt x="12" y="90"/>
                  </a:cubicBezTo>
                  <a:cubicBezTo>
                    <a:pt x="16" y="80"/>
                    <a:pt x="8" y="35"/>
                    <a:pt x="31" y="45"/>
                  </a:cubicBezTo>
                  <a:cubicBezTo>
                    <a:pt x="32" y="45"/>
                    <a:pt x="32" y="45"/>
                    <a:pt x="31" y="45"/>
                  </a:cubicBezTo>
                  <a:cubicBezTo>
                    <a:pt x="29" y="33"/>
                    <a:pt x="18" y="10"/>
                    <a:pt x="8" y="2"/>
                  </a:cubicBezTo>
                </a:path>
              </a:pathLst>
            </a:custGeom>
            <a:solidFill>
              <a:srgbClr val="8E4C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8211" name="Freeform 693">
              <a:extLst>
                <a:ext uri="{FF2B5EF4-FFF2-40B4-BE49-F238E27FC236}">
                  <a16:creationId xmlns:a16="http://schemas.microsoft.com/office/drawing/2014/main" id="{19AAF4A9-DBFE-4F1B-B408-71EBB9D336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5" y="1556"/>
              <a:ext cx="109" cy="155"/>
            </a:xfrm>
            <a:custGeom>
              <a:avLst/>
              <a:gdLst>
                <a:gd name="T0" fmla="*/ 124 w 102"/>
                <a:gd name="T1" fmla="*/ 0 h 145"/>
                <a:gd name="T2" fmla="*/ 65 w 102"/>
                <a:gd name="T3" fmla="*/ 17 h 145"/>
                <a:gd name="T4" fmla="*/ 35 w 102"/>
                <a:gd name="T5" fmla="*/ 17 h 145"/>
                <a:gd name="T6" fmla="*/ 18 w 102"/>
                <a:gd name="T7" fmla="*/ 41 h 145"/>
                <a:gd name="T8" fmla="*/ 3 w 102"/>
                <a:gd name="T9" fmla="*/ 71 h 145"/>
                <a:gd name="T10" fmla="*/ 12 w 102"/>
                <a:gd name="T11" fmla="*/ 104 h 145"/>
                <a:gd name="T12" fmla="*/ 48 w 102"/>
                <a:gd name="T13" fmla="*/ 171 h 145"/>
                <a:gd name="T14" fmla="*/ 50 w 102"/>
                <a:gd name="T15" fmla="*/ 177 h 145"/>
                <a:gd name="T16" fmla="*/ 31 w 102"/>
                <a:gd name="T17" fmla="*/ 109 h 145"/>
                <a:gd name="T18" fmla="*/ 24 w 102"/>
                <a:gd name="T19" fmla="*/ 69 h 145"/>
                <a:gd name="T20" fmla="*/ 91 w 102"/>
                <a:gd name="T21" fmla="*/ 78 h 145"/>
                <a:gd name="T22" fmla="*/ 57 w 102"/>
                <a:gd name="T23" fmla="*/ 41 h 145"/>
                <a:gd name="T24" fmla="*/ 93 w 102"/>
                <a:gd name="T25" fmla="*/ 29 h 145"/>
                <a:gd name="T26" fmla="*/ 121 w 102"/>
                <a:gd name="T27" fmla="*/ 4 h 145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02" h="145">
                  <a:moveTo>
                    <a:pt x="102" y="0"/>
                  </a:moveTo>
                  <a:cubicBezTo>
                    <a:pt x="87" y="10"/>
                    <a:pt x="70" y="13"/>
                    <a:pt x="53" y="14"/>
                  </a:cubicBezTo>
                  <a:cubicBezTo>
                    <a:pt x="47" y="15"/>
                    <a:pt x="35" y="13"/>
                    <a:pt x="29" y="14"/>
                  </a:cubicBezTo>
                  <a:cubicBezTo>
                    <a:pt x="19" y="17"/>
                    <a:pt x="18" y="25"/>
                    <a:pt x="15" y="34"/>
                  </a:cubicBezTo>
                  <a:cubicBezTo>
                    <a:pt x="11" y="42"/>
                    <a:pt x="6" y="49"/>
                    <a:pt x="3" y="58"/>
                  </a:cubicBezTo>
                  <a:cubicBezTo>
                    <a:pt x="0" y="67"/>
                    <a:pt x="4" y="76"/>
                    <a:pt x="9" y="85"/>
                  </a:cubicBezTo>
                  <a:cubicBezTo>
                    <a:pt x="18" y="103"/>
                    <a:pt x="28" y="123"/>
                    <a:pt x="39" y="140"/>
                  </a:cubicBezTo>
                  <a:cubicBezTo>
                    <a:pt x="40" y="141"/>
                    <a:pt x="41" y="143"/>
                    <a:pt x="41" y="145"/>
                  </a:cubicBezTo>
                  <a:cubicBezTo>
                    <a:pt x="37" y="126"/>
                    <a:pt x="31" y="108"/>
                    <a:pt x="25" y="89"/>
                  </a:cubicBezTo>
                  <a:cubicBezTo>
                    <a:pt x="23" y="81"/>
                    <a:pt x="18" y="65"/>
                    <a:pt x="20" y="57"/>
                  </a:cubicBezTo>
                  <a:cubicBezTo>
                    <a:pt x="27" y="36"/>
                    <a:pt x="64" y="56"/>
                    <a:pt x="75" y="64"/>
                  </a:cubicBezTo>
                  <a:cubicBezTo>
                    <a:pt x="67" y="58"/>
                    <a:pt x="37" y="47"/>
                    <a:pt x="47" y="34"/>
                  </a:cubicBezTo>
                  <a:cubicBezTo>
                    <a:pt x="52" y="26"/>
                    <a:pt x="68" y="27"/>
                    <a:pt x="76" y="23"/>
                  </a:cubicBezTo>
                  <a:cubicBezTo>
                    <a:pt x="85" y="19"/>
                    <a:pt x="91" y="11"/>
                    <a:pt x="99" y="4"/>
                  </a:cubicBezTo>
                </a:path>
              </a:pathLst>
            </a:custGeom>
            <a:solidFill>
              <a:srgbClr val="8E4C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8212" name="Freeform 694">
              <a:extLst>
                <a:ext uri="{FF2B5EF4-FFF2-40B4-BE49-F238E27FC236}">
                  <a16:creationId xmlns:a16="http://schemas.microsoft.com/office/drawing/2014/main" id="{E83F7BA1-B6FA-4AC1-A28E-3FD92205D5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8" y="1482"/>
              <a:ext cx="71" cy="78"/>
            </a:xfrm>
            <a:custGeom>
              <a:avLst/>
              <a:gdLst>
                <a:gd name="T0" fmla="*/ 0 w 66"/>
                <a:gd name="T1" fmla="*/ 0 h 73"/>
                <a:gd name="T2" fmla="*/ 12 w 66"/>
                <a:gd name="T3" fmla="*/ 44 h 73"/>
                <a:gd name="T4" fmla="*/ 10 w 66"/>
                <a:gd name="T5" fmla="*/ 89 h 73"/>
                <a:gd name="T6" fmla="*/ 45 w 66"/>
                <a:gd name="T7" fmla="*/ 78 h 73"/>
                <a:gd name="T8" fmla="*/ 82 w 66"/>
                <a:gd name="T9" fmla="*/ 67 h 73"/>
                <a:gd name="T10" fmla="*/ 29 w 66"/>
                <a:gd name="T11" fmla="*/ 64 h 73"/>
                <a:gd name="T12" fmla="*/ 4 w 66"/>
                <a:gd name="T13" fmla="*/ 6 h 7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6" h="73">
                  <a:moveTo>
                    <a:pt x="0" y="0"/>
                  </a:moveTo>
                  <a:cubicBezTo>
                    <a:pt x="4" y="12"/>
                    <a:pt x="9" y="24"/>
                    <a:pt x="9" y="36"/>
                  </a:cubicBezTo>
                  <a:cubicBezTo>
                    <a:pt x="10" y="48"/>
                    <a:pt x="4" y="62"/>
                    <a:pt x="7" y="73"/>
                  </a:cubicBezTo>
                  <a:cubicBezTo>
                    <a:pt x="18" y="70"/>
                    <a:pt x="23" y="63"/>
                    <a:pt x="36" y="64"/>
                  </a:cubicBezTo>
                  <a:cubicBezTo>
                    <a:pt x="48" y="64"/>
                    <a:pt x="57" y="65"/>
                    <a:pt x="66" y="55"/>
                  </a:cubicBezTo>
                  <a:cubicBezTo>
                    <a:pt x="55" y="58"/>
                    <a:pt x="33" y="60"/>
                    <a:pt x="23" y="52"/>
                  </a:cubicBezTo>
                  <a:cubicBezTo>
                    <a:pt x="13" y="43"/>
                    <a:pt x="11" y="19"/>
                    <a:pt x="4" y="6"/>
                  </a:cubicBezTo>
                </a:path>
              </a:pathLst>
            </a:custGeom>
            <a:solidFill>
              <a:srgbClr val="8E4C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8213" name="Freeform 695">
              <a:extLst>
                <a:ext uri="{FF2B5EF4-FFF2-40B4-BE49-F238E27FC236}">
                  <a16:creationId xmlns:a16="http://schemas.microsoft.com/office/drawing/2014/main" id="{F4579143-DA0C-4863-8CC3-39C4A4E1D9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8" y="1877"/>
              <a:ext cx="79" cy="165"/>
            </a:xfrm>
            <a:custGeom>
              <a:avLst/>
              <a:gdLst>
                <a:gd name="T0" fmla="*/ 90 w 74"/>
                <a:gd name="T1" fmla="*/ 0 h 155"/>
                <a:gd name="T2" fmla="*/ 0 w 74"/>
                <a:gd name="T3" fmla="*/ 6 h 155"/>
                <a:gd name="T4" fmla="*/ 34 w 74"/>
                <a:gd name="T5" fmla="*/ 71 h 155"/>
                <a:gd name="T6" fmla="*/ 36 w 74"/>
                <a:gd name="T7" fmla="*/ 125 h 155"/>
                <a:gd name="T8" fmla="*/ 43 w 74"/>
                <a:gd name="T9" fmla="*/ 187 h 155"/>
                <a:gd name="T10" fmla="*/ 46 w 74"/>
                <a:gd name="T11" fmla="*/ 57 h 155"/>
                <a:gd name="T12" fmla="*/ 52 w 74"/>
                <a:gd name="T13" fmla="*/ 28 h 155"/>
                <a:gd name="T14" fmla="*/ 79 w 74"/>
                <a:gd name="T15" fmla="*/ 12 h 15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4" h="155">
                  <a:moveTo>
                    <a:pt x="74" y="0"/>
                  </a:moveTo>
                  <a:cubicBezTo>
                    <a:pt x="61" y="12"/>
                    <a:pt x="16" y="15"/>
                    <a:pt x="0" y="6"/>
                  </a:cubicBezTo>
                  <a:cubicBezTo>
                    <a:pt x="16" y="20"/>
                    <a:pt x="26" y="38"/>
                    <a:pt x="28" y="59"/>
                  </a:cubicBezTo>
                  <a:cubicBezTo>
                    <a:pt x="29" y="74"/>
                    <a:pt x="29" y="89"/>
                    <a:pt x="30" y="103"/>
                  </a:cubicBezTo>
                  <a:cubicBezTo>
                    <a:pt x="31" y="121"/>
                    <a:pt x="35" y="138"/>
                    <a:pt x="35" y="155"/>
                  </a:cubicBezTo>
                  <a:cubicBezTo>
                    <a:pt x="42" y="120"/>
                    <a:pt x="40" y="83"/>
                    <a:pt x="37" y="48"/>
                  </a:cubicBezTo>
                  <a:cubicBezTo>
                    <a:pt x="36" y="38"/>
                    <a:pt x="36" y="30"/>
                    <a:pt x="43" y="23"/>
                  </a:cubicBezTo>
                  <a:cubicBezTo>
                    <a:pt x="48" y="18"/>
                    <a:pt x="63" y="17"/>
                    <a:pt x="65" y="9"/>
                  </a:cubicBezTo>
                </a:path>
              </a:pathLst>
            </a:custGeom>
            <a:solidFill>
              <a:srgbClr val="8E4C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8214" name="Freeform 696">
              <a:extLst>
                <a:ext uri="{FF2B5EF4-FFF2-40B4-BE49-F238E27FC236}">
                  <a16:creationId xmlns:a16="http://schemas.microsoft.com/office/drawing/2014/main" id="{E0B0416D-5028-495F-8EFD-92B33DC370F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0" y="2111"/>
              <a:ext cx="138" cy="151"/>
            </a:xfrm>
            <a:custGeom>
              <a:avLst/>
              <a:gdLst>
                <a:gd name="T0" fmla="*/ 0 w 130"/>
                <a:gd name="T1" fmla="*/ 1 h 141"/>
                <a:gd name="T2" fmla="*/ 6 w 130"/>
                <a:gd name="T3" fmla="*/ 33 h 141"/>
                <a:gd name="T4" fmla="*/ 25 w 130"/>
                <a:gd name="T5" fmla="*/ 56 h 141"/>
                <a:gd name="T6" fmla="*/ 63 w 130"/>
                <a:gd name="T7" fmla="*/ 100 h 141"/>
                <a:gd name="T8" fmla="*/ 76 w 130"/>
                <a:gd name="T9" fmla="*/ 138 h 141"/>
                <a:gd name="T10" fmla="*/ 93 w 130"/>
                <a:gd name="T11" fmla="*/ 173 h 141"/>
                <a:gd name="T12" fmla="*/ 155 w 130"/>
                <a:gd name="T13" fmla="*/ 114 h 141"/>
                <a:gd name="T14" fmla="*/ 77 w 130"/>
                <a:gd name="T15" fmla="*/ 124 h 141"/>
                <a:gd name="T16" fmla="*/ 90 w 130"/>
                <a:gd name="T17" fmla="*/ 79 h 141"/>
                <a:gd name="T18" fmla="*/ 122 w 130"/>
                <a:gd name="T19" fmla="*/ 54 h 141"/>
                <a:gd name="T20" fmla="*/ 41 w 130"/>
                <a:gd name="T21" fmla="*/ 67 h 141"/>
                <a:gd name="T22" fmla="*/ 19 w 130"/>
                <a:gd name="T23" fmla="*/ 31 h 141"/>
                <a:gd name="T24" fmla="*/ 2 w 130"/>
                <a:gd name="T25" fmla="*/ 0 h 14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30" h="141">
                  <a:moveTo>
                    <a:pt x="0" y="1"/>
                  </a:moveTo>
                  <a:cubicBezTo>
                    <a:pt x="2" y="10"/>
                    <a:pt x="2" y="19"/>
                    <a:pt x="6" y="27"/>
                  </a:cubicBezTo>
                  <a:cubicBezTo>
                    <a:pt x="10" y="35"/>
                    <a:pt x="16" y="40"/>
                    <a:pt x="22" y="46"/>
                  </a:cubicBezTo>
                  <a:cubicBezTo>
                    <a:pt x="31" y="56"/>
                    <a:pt x="48" y="68"/>
                    <a:pt x="53" y="81"/>
                  </a:cubicBezTo>
                  <a:cubicBezTo>
                    <a:pt x="58" y="92"/>
                    <a:pt x="56" y="101"/>
                    <a:pt x="64" y="112"/>
                  </a:cubicBezTo>
                  <a:cubicBezTo>
                    <a:pt x="72" y="122"/>
                    <a:pt x="78" y="127"/>
                    <a:pt x="78" y="141"/>
                  </a:cubicBezTo>
                  <a:cubicBezTo>
                    <a:pt x="81" y="113"/>
                    <a:pt x="111" y="108"/>
                    <a:pt x="130" y="92"/>
                  </a:cubicBezTo>
                  <a:cubicBezTo>
                    <a:pt x="115" y="96"/>
                    <a:pt x="79" y="122"/>
                    <a:pt x="65" y="101"/>
                  </a:cubicBezTo>
                  <a:cubicBezTo>
                    <a:pt x="59" y="92"/>
                    <a:pt x="68" y="72"/>
                    <a:pt x="75" y="64"/>
                  </a:cubicBezTo>
                  <a:cubicBezTo>
                    <a:pt x="82" y="56"/>
                    <a:pt x="96" y="52"/>
                    <a:pt x="102" y="44"/>
                  </a:cubicBezTo>
                  <a:cubicBezTo>
                    <a:pt x="80" y="55"/>
                    <a:pt x="57" y="84"/>
                    <a:pt x="35" y="55"/>
                  </a:cubicBezTo>
                  <a:cubicBezTo>
                    <a:pt x="28" y="46"/>
                    <a:pt x="22" y="34"/>
                    <a:pt x="16" y="25"/>
                  </a:cubicBezTo>
                  <a:cubicBezTo>
                    <a:pt x="11" y="17"/>
                    <a:pt x="2" y="7"/>
                    <a:pt x="2" y="0"/>
                  </a:cubicBezTo>
                </a:path>
              </a:pathLst>
            </a:custGeom>
            <a:solidFill>
              <a:srgbClr val="8E4C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8215" name="Freeform 697">
              <a:extLst>
                <a:ext uri="{FF2B5EF4-FFF2-40B4-BE49-F238E27FC236}">
                  <a16:creationId xmlns:a16="http://schemas.microsoft.com/office/drawing/2014/main" id="{6FEB018F-BBA0-4D4C-AF48-719C7A45B3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0" y="1916"/>
              <a:ext cx="36" cy="238"/>
            </a:xfrm>
            <a:custGeom>
              <a:avLst/>
              <a:gdLst>
                <a:gd name="T0" fmla="*/ 5 w 34"/>
                <a:gd name="T1" fmla="*/ 106 h 223"/>
                <a:gd name="T2" fmla="*/ 6 w 34"/>
                <a:gd name="T3" fmla="*/ 209 h 223"/>
                <a:gd name="T4" fmla="*/ 14 w 34"/>
                <a:gd name="T5" fmla="*/ 241 h 223"/>
                <a:gd name="T6" fmla="*/ 40 w 34"/>
                <a:gd name="T7" fmla="*/ 271 h 223"/>
                <a:gd name="T8" fmla="*/ 21 w 34"/>
                <a:gd name="T9" fmla="*/ 210 h 223"/>
                <a:gd name="T10" fmla="*/ 18 w 34"/>
                <a:gd name="T11" fmla="*/ 128 h 223"/>
                <a:gd name="T12" fmla="*/ 0 w 34"/>
                <a:gd name="T13" fmla="*/ 0 h 2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4" h="223">
                  <a:moveTo>
                    <a:pt x="5" y="87"/>
                  </a:moveTo>
                  <a:cubicBezTo>
                    <a:pt x="8" y="116"/>
                    <a:pt x="6" y="143"/>
                    <a:pt x="6" y="172"/>
                  </a:cubicBezTo>
                  <a:cubicBezTo>
                    <a:pt x="7" y="181"/>
                    <a:pt x="7" y="191"/>
                    <a:pt x="11" y="199"/>
                  </a:cubicBezTo>
                  <a:cubicBezTo>
                    <a:pt x="15" y="210"/>
                    <a:pt x="25" y="215"/>
                    <a:pt x="34" y="223"/>
                  </a:cubicBezTo>
                  <a:cubicBezTo>
                    <a:pt x="23" y="211"/>
                    <a:pt x="20" y="189"/>
                    <a:pt x="18" y="173"/>
                  </a:cubicBezTo>
                  <a:cubicBezTo>
                    <a:pt x="16" y="150"/>
                    <a:pt x="17" y="128"/>
                    <a:pt x="15" y="105"/>
                  </a:cubicBezTo>
                  <a:cubicBezTo>
                    <a:pt x="13" y="70"/>
                    <a:pt x="14" y="34"/>
                    <a:pt x="0" y="0"/>
                  </a:cubicBezTo>
                </a:path>
              </a:pathLst>
            </a:custGeom>
            <a:solidFill>
              <a:srgbClr val="8E4C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8216" name="Freeform 698">
              <a:extLst>
                <a:ext uri="{FF2B5EF4-FFF2-40B4-BE49-F238E27FC236}">
                  <a16:creationId xmlns:a16="http://schemas.microsoft.com/office/drawing/2014/main" id="{C25DD7FC-2A07-4DCC-9745-C2E13A3A1E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9" y="2282"/>
              <a:ext cx="51" cy="160"/>
            </a:xfrm>
            <a:custGeom>
              <a:avLst/>
              <a:gdLst>
                <a:gd name="T0" fmla="*/ 26 w 47"/>
                <a:gd name="T1" fmla="*/ 0 h 150"/>
                <a:gd name="T2" fmla="*/ 26 w 47"/>
                <a:gd name="T3" fmla="*/ 87 h 150"/>
                <a:gd name="T4" fmla="*/ 37 w 47"/>
                <a:gd name="T5" fmla="*/ 180 h 150"/>
                <a:gd name="T6" fmla="*/ 60 w 47"/>
                <a:gd name="T7" fmla="*/ 182 h 150"/>
                <a:gd name="T8" fmla="*/ 43 w 47"/>
                <a:gd name="T9" fmla="*/ 135 h 150"/>
                <a:gd name="T10" fmla="*/ 37 w 47"/>
                <a:gd name="T11" fmla="*/ 84 h 150"/>
                <a:gd name="T12" fmla="*/ 25 w 47"/>
                <a:gd name="T13" fmla="*/ 36 h 150"/>
                <a:gd name="T14" fmla="*/ 24 w 47"/>
                <a:gd name="T15" fmla="*/ 0 h 15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7" h="150">
                  <a:moveTo>
                    <a:pt x="20" y="0"/>
                  </a:moveTo>
                  <a:cubicBezTo>
                    <a:pt x="0" y="16"/>
                    <a:pt x="16" y="53"/>
                    <a:pt x="20" y="72"/>
                  </a:cubicBezTo>
                  <a:cubicBezTo>
                    <a:pt x="25" y="97"/>
                    <a:pt x="28" y="122"/>
                    <a:pt x="29" y="148"/>
                  </a:cubicBezTo>
                  <a:cubicBezTo>
                    <a:pt x="35" y="144"/>
                    <a:pt x="41" y="149"/>
                    <a:pt x="47" y="150"/>
                  </a:cubicBezTo>
                  <a:cubicBezTo>
                    <a:pt x="39" y="144"/>
                    <a:pt x="35" y="123"/>
                    <a:pt x="34" y="112"/>
                  </a:cubicBezTo>
                  <a:cubicBezTo>
                    <a:pt x="31" y="98"/>
                    <a:pt x="32" y="83"/>
                    <a:pt x="29" y="69"/>
                  </a:cubicBezTo>
                  <a:cubicBezTo>
                    <a:pt x="27" y="56"/>
                    <a:pt x="22" y="43"/>
                    <a:pt x="19" y="30"/>
                  </a:cubicBezTo>
                  <a:cubicBezTo>
                    <a:pt x="17" y="21"/>
                    <a:pt x="18" y="10"/>
                    <a:pt x="18" y="0"/>
                  </a:cubicBezTo>
                </a:path>
              </a:pathLst>
            </a:custGeom>
            <a:solidFill>
              <a:srgbClr val="8E4C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8217" name="Freeform 699">
              <a:extLst>
                <a:ext uri="{FF2B5EF4-FFF2-40B4-BE49-F238E27FC236}">
                  <a16:creationId xmlns:a16="http://schemas.microsoft.com/office/drawing/2014/main" id="{2A1A844F-703C-497D-82A4-9A4C0302589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1" y="2381"/>
              <a:ext cx="49" cy="139"/>
            </a:xfrm>
            <a:custGeom>
              <a:avLst/>
              <a:gdLst>
                <a:gd name="T0" fmla="*/ 20 w 46"/>
                <a:gd name="T1" fmla="*/ 0 h 130"/>
                <a:gd name="T2" fmla="*/ 23 w 46"/>
                <a:gd name="T3" fmla="*/ 22 h 130"/>
                <a:gd name="T4" fmla="*/ 34 w 46"/>
                <a:gd name="T5" fmla="*/ 41 h 130"/>
                <a:gd name="T6" fmla="*/ 35 w 46"/>
                <a:gd name="T7" fmla="*/ 77 h 130"/>
                <a:gd name="T8" fmla="*/ 20 w 46"/>
                <a:gd name="T9" fmla="*/ 118 h 130"/>
                <a:gd name="T10" fmla="*/ 0 w 46"/>
                <a:gd name="T11" fmla="*/ 159 h 130"/>
                <a:gd name="T12" fmla="*/ 11 w 46"/>
                <a:gd name="T13" fmla="*/ 139 h 130"/>
                <a:gd name="T14" fmla="*/ 29 w 46"/>
                <a:gd name="T15" fmla="*/ 123 h 130"/>
                <a:gd name="T16" fmla="*/ 49 w 46"/>
                <a:gd name="T17" fmla="*/ 71 h 130"/>
                <a:gd name="T18" fmla="*/ 54 w 46"/>
                <a:gd name="T19" fmla="*/ 49 h 130"/>
                <a:gd name="T20" fmla="*/ 49 w 46"/>
                <a:gd name="T21" fmla="*/ 41 h 130"/>
                <a:gd name="T22" fmla="*/ 22 w 46"/>
                <a:gd name="T23" fmla="*/ 2 h 13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6" h="130">
                  <a:moveTo>
                    <a:pt x="17" y="0"/>
                  </a:moveTo>
                  <a:cubicBezTo>
                    <a:pt x="19" y="6"/>
                    <a:pt x="18" y="13"/>
                    <a:pt x="20" y="19"/>
                  </a:cubicBezTo>
                  <a:cubicBezTo>
                    <a:pt x="22" y="25"/>
                    <a:pt x="25" y="29"/>
                    <a:pt x="28" y="34"/>
                  </a:cubicBezTo>
                  <a:cubicBezTo>
                    <a:pt x="34" y="43"/>
                    <a:pt x="30" y="52"/>
                    <a:pt x="29" y="63"/>
                  </a:cubicBezTo>
                  <a:cubicBezTo>
                    <a:pt x="27" y="77"/>
                    <a:pt x="27" y="85"/>
                    <a:pt x="17" y="96"/>
                  </a:cubicBezTo>
                  <a:cubicBezTo>
                    <a:pt x="8" y="105"/>
                    <a:pt x="1" y="117"/>
                    <a:pt x="0" y="130"/>
                  </a:cubicBezTo>
                  <a:cubicBezTo>
                    <a:pt x="3" y="126"/>
                    <a:pt x="4" y="119"/>
                    <a:pt x="8" y="114"/>
                  </a:cubicBezTo>
                  <a:cubicBezTo>
                    <a:pt x="11" y="109"/>
                    <a:pt x="18" y="105"/>
                    <a:pt x="23" y="101"/>
                  </a:cubicBezTo>
                  <a:cubicBezTo>
                    <a:pt x="39" y="89"/>
                    <a:pt x="39" y="78"/>
                    <a:pt x="40" y="58"/>
                  </a:cubicBezTo>
                  <a:cubicBezTo>
                    <a:pt x="40" y="51"/>
                    <a:pt x="44" y="47"/>
                    <a:pt x="45" y="40"/>
                  </a:cubicBezTo>
                  <a:cubicBezTo>
                    <a:pt x="46" y="32"/>
                    <a:pt x="46" y="37"/>
                    <a:pt x="40" y="34"/>
                  </a:cubicBezTo>
                  <a:cubicBezTo>
                    <a:pt x="30" y="28"/>
                    <a:pt x="23" y="13"/>
                    <a:pt x="19" y="2"/>
                  </a:cubicBezTo>
                </a:path>
              </a:pathLst>
            </a:custGeom>
            <a:solidFill>
              <a:srgbClr val="8E4C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8218" name="Freeform 700">
              <a:extLst>
                <a:ext uri="{FF2B5EF4-FFF2-40B4-BE49-F238E27FC236}">
                  <a16:creationId xmlns:a16="http://schemas.microsoft.com/office/drawing/2014/main" id="{A521B1DD-5594-4780-8C29-2DD4F0075E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1" y="1937"/>
              <a:ext cx="86" cy="32"/>
            </a:xfrm>
            <a:custGeom>
              <a:avLst/>
              <a:gdLst>
                <a:gd name="T0" fmla="*/ 97 w 81"/>
                <a:gd name="T1" fmla="*/ 0 h 30"/>
                <a:gd name="T2" fmla="*/ 74 w 81"/>
                <a:gd name="T3" fmla="*/ 7 h 30"/>
                <a:gd name="T4" fmla="*/ 50 w 81"/>
                <a:gd name="T5" fmla="*/ 13 h 30"/>
                <a:gd name="T6" fmla="*/ 0 w 81"/>
                <a:gd name="T7" fmla="*/ 33 h 30"/>
                <a:gd name="T8" fmla="*/ 50 w 81"/>
                <a:gd name="T9" fmla="*/ 19 h 30"/>
                <a:gd name="T10" fmla="*/ 72 w 81"/>
                <a:gd name="T11" fmla="*/ 17 h 30"/>
                <a:gd name="T12" fmla="*/ 94 w 81"/>
                <a:gd name="T13" fmla="*/ 4 h 3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1" h="30">
                  <a:moveTo>
                    <a:pt x="81" y="0"/>
                  </a:moveTo>
                  <a:cubicBezTo>
                    <a:pt x="75" y="0"/>
                    <a:pt x="69" y="6"/>
                    <a:pt x="62" y="7"/>
                  </a:cubicBezTo>
                  <a:cubicBezTo>
                    <a:pt x="54" y="8"/>
                    <a:pt x="48" y="8"/>
                    <a:pt x="41" y="10"/>
                  </a:cubicBezTo>
                  <a:cubicBezTo>
                    <a:pt x="27" y="14"/>
                    <a:pt x="13" y="20"/>
                    <a:pt x="0" y="27"/>
                  </a:cubicBezTo>
                  <a:cubicBezTo>
                    <a:pt x="14" y="30"/>
                    <a:pt x="29" y="21"/>
                    <a:pt x="41" y="16"/>
                  </a:cubicBezTo>
                  <a:cubicBezTo>
                    <a:pt x="47" y="14"/>
                    <a:pt x="53" y="15"/>
                    <a:pt x="60" y="14"/>
                  </a:cubicBezTo>
                  <a:cubicBezTo>
                    <a:pt x="69" y="12"/>
                    <a:pt x="73" y="8"/>
                    <a:pt x="79" y="4"/>
                  </a:cubicBezTo>
                </a:path>
              </a:pathLst>
            </a:custGeom>
            <a:solidFill>
              <a:srgbClr val="8E4C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8219" name="Freeform 701">
              <a:extLst>
                <a:ext uri="{FF2B5EF4-FFF2-40B4-BE49-F238E27FC236}">
                  <a16:creationId xmlns:a16="http://schemas.microsoft.com/office/drawing/2014/main" id="{0DD41D16-63BF-4EAD-9828-82B9A8A339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2" y="2186"/>
              <a:ext cx="168" cy="214"/>
            </a:xfrm>
            <a:custGeom>
              <a:avLst/>
              <a:gdLst>
                <a:gd name="T0" fmla="*/ 193 w 157"/>
                <a:gd name="T1" fmla="*/ 32 h 201"/>
                <a:gd name="T2" fmla="*/ 137 w 157"/>
                <a:gd name="T3" fmla="*/ 33 h 201"/>
                <a:gd name="T4" fmla="*/ 109 w 157"/>
                <a:gd name="T5" fmla="*/ 111 h 201"/>
                <a:gd name="T6" fmla="*/ 0 w 157"/>
                <a:gd name="T7" fmla="*/ 243 h 201"/>
                <a:gd name="T8" fmla="*/ 125 w 157"/>
                <a:gd name="T9" fmla="*/ 119 h 201"/>
                <a:gd name="T10" fmla="*/ 146 w 157"/>
                <a:gd name="T11" fmla="*/ 54 h 201"/>
                <a:gd name="T12" fmla="*/ 182 w 157"/>
                <a:gd name="T13" fmla="*/ 39 h 20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7" h="201">
                  <a:moveTo>
                    <a:pt x="157" y="26"/>
                  </a:moveTo>
                  <a:cubicBezTo>
                    <a:pt x="141" y="13"/>
                    <a:pt x="123" y="0"/>
                    <a:pt x="112" y="27"/>
                  </a:cubicBezTo>
                  <a:cubicBezTo>
                    <a:pt x="104" y="49"/>
                    <a:pt x="100" y="70"/>
                    <a:pt x="89" y="92"/>
                  </a:cubicBezTo>
                  <a:cubicBezTo>
                    <a:pt x="65" y="137"/>
                    <a:pt x="46" y="173"/>
                    <a:pt x="0" y="201"/>
                  </a:cubicBezTo>
                  <a:cubicBezTo>
                    <a:pt x="39" y="198"/>
                    <a:pt x="83" y="128"/>
                    <a:pt x="102" y="99"/>
                  </a:cubicBezTo>
                  <a:cubicBezTo>
                    <a:pt x="115" y="80"/>
                    <a:pt x="113" y="64"/>
                    <a:pt x="119" y="45"/>
                  </a:cubicBezTo>
                  <a:cubicBezTo>
                    <a:pt x="125" y="28"/>
                    <a:pt x="133" y="32"/>
                    <a:pt x="149" y="33"/>
                  </a:cubicBezTo>
                </a:path>
              </a:pathLst>
            </a:custGeom>
            <a:solidFill>
              <a:srgbClr val="8E4C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8220" name="Freeform 702">
              <a:extLst>
                <a:ext uri="{FF2B5EF4-FFF2-40B4-BE49-F238E27FC236}">
                  <a16:creationId xmlns:a16="http://schemas.microsoft.com/office/drawing/2014/main" id="{F32B24FD-E103-4F1A-8689-C9278CC185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8" y="2282"/>
              <a:ext cx="142" cy="84"/>
            </a:xfrm>
            <a:custGeom>
              <a:avLst/>
              <a:gdLst>
                <a:gd name="T0" fmla="*/ 53 w 133"/>
                <a:gd name="T1" fmla="*/ 30 h 79"/>
                <a:gd name="T2" fmla="*/ 162 w 133"/>
                <a:gd name="T3" fmla="*/ 3 h 79"/>
                <a:gd name="T4" fmla="*/ 72 w 133"/>
                <a:gd name="T5" fmla="*/ 41 h 79"/>
                <a:gd name="T6" fmla="*/ 0 w 133"/>
                <a:gd name="T7" fmla="*/ 95 h 7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3" h="79">
                  <a:moveTo>
                    <a:pt x="44" y="24"/>
                  </a:moveTo>
                  <a:cubicBezTo>
                    <a:pt x="52" y="0"/>
                    <a:pt x="112" y="2"/>
                    <a:pt x="133" y="3"/>
                  </a:cubicBezTo>
                  <a:cubicBezTo>
                    <a:pt x="104" y="9"/>
                    <a:pt x="83" y="17"/>
                    <a:pt x="59" y="35"/>
                  </a:cubicBezTo>
                  <a:cubicBezTo>
                    <a:pt x="45" y="46"/>
                    <a:pt x="4" y="69"/>
                    <a:pt x="0" y="79"/>
                  </a:cubicBezTo>
                </a:path>
              </a:pathLst>
            </a:custGeom>
            <a:solidFill>
              <a:srgbClr val="8E4C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8221" name="Freeform 703">
              <a:extLst>
                <a:ext uri="{FF2B5EF4-FFF2-40B4-BE49-F238E27FC236}">
                  <a16:creationId xmlns:a16="http://schemas.microsoft.com/office/drawing/2014/main" id="{EE46A0EA-8F4E-4BA9-92F4-4BDCE3BAF6B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7" y="3965"/>
              <a:ext cx="126" cy="86"/>
            </a:xfrm>
            <a:custGeom>
              <a:avLst/>
              <a:gdLst>
                <a:gd name="T0" fmla="*/ 144 w 118"/>
                <a:gd name="T1" fmla="*/ 66 h 81"/>
                <a:gd name="T2" fmla="*/ 114 w 118"/>
                <a:gd name="T3" fmla="*/ 94 h 81"/>
                <a:gd name="T4" fmla="*/ 78 w 118"/>
                <a:gd name="T5" fmla="*/ 83 h 81"/>
                <a:gd name="T6" fmla="*/ 58 w 118"/>
                <a:gd name="T7" fmla="*/ 58 h 81"/>
                <a:gd name="T8" fmla="*/ 36 w 118"/>
                <a:gd name="T9" fmla="*/ 42 h 81"/>
                <a:gd name="T10" fmla="*/ 18 w 118"/>
                <a:gd name="T11" fmla="*/ 18 h 81"/>
                <a:gd name="T12" fmla="*/ 0 w 118"/>
                <a:gd name="T13" fmla="*/ 0 h 81"/>
                <a:gd name="T14" fmla="*/ 37 w 118"/>
                <a:gd name="T15" fmla="*/ 33 h 81"/>
                <a:gd name="T16" fmla="*/ 56 w 118"/>
                <a:gd name="T17" fmla="*/ 42 h 81"/>
                <a:gd name="T18" fmla="*/ 67 w 118"/>
                <a:gd name="T19" fmla="*/ 57 h 81"/>
                <a:gd name="T20" fmla="*/ 105 w 118"/>
                <a:gd name="T21" fmla="*/ 85 h 81"/>
                <a:gd name="T22" fmla="*/ 142 w 118"/>
                <a:gd name="T23" fmla="*/ 69 h 81"/>
                <a:gd name="T24" fmla="*/ 144 w 118"/>
                <a:gd name="T25" fmla="*/ 66 h 8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18" h="81">
                  <a:moveTo>
                    <a:pt x="118" y="55"/>
                  </a:moveTo>
                  <a:cubicBezTo>
                    <a:pt x="118" y="67"/>
                    <a:pt x="104" y="77"/>
                    <a:pt x="94" y="79"/>
                  </a:cubicBezTo>
                  <a:cubicBezTo>
                    <a:pt x="84" y="81"/>
                    <a:pt x="72" y="76"/>
                    <a:pt x="64" y="69"/>
                  </a:cubicBezTo>
                  <a:cubicBezTo>
                    <a:pt x="58" y="63"/>
                    <a:pt x="53" y="55"/>
                    <a:pt x="48" y="49"/>
                  </a:cubicBezTo>
                  <a:cubicBezTo>
                    <a:pt x="42" y="42"/>
                    <a:pt x="37" y="40"/>
                    <a:pt x="30" y="36"/>
                  </a:cubicBezTo>
                  <a:cubicBezTo>
                    <a:pt x="23" y="31"/>
                    <a:pt x="20" y="22"/>
                    <a:pt x="15" y="15"/>
                  </a:cubicBezTo>
                  <a:cubicBezTo>
                    <a:pt x="11" y="9"/>
                    <a:pt x="6" y="4"/>
                    <a:pt x="0" y="0"/>
                  </a:cubicBezTo>
                  <a:cubicBezTo>
                    <a:pt x="13" y="3"/>
                    <a:pt x="22" y="18"/>
                    <a:pt x="31" y="27"/>
                  </a:cubicBezTo>
                  <a:cubicBezTo>
                    <a:pt x="35" y="31"/>
                    <a:pt x="41" y="33"/>
                    <a:pt x="46" y="36"/>
                  </a:cubicBezTo>
                  <a:cubicBezTo>
                    <a:pt x="50" y="39"/>
                    <a:pt x="52" y="44"/>
                    <a:pt x="55" y="48"/>
                  </a:cubicBezTo>
                  <a:cubicBezTo>
                    <a:pt x="62" y="59"/>
                    <a:pt x="71" y="70"/>
                    <a:pt x="86" y="71"/>
                  </a:cubicBezTo>
                  <a:cubicBezTo>
                    <a:pt x="98" y="73"/>
                    <a:pt x="112" y="68"/>
                    <a:pt x="117" y="57"/>
                  </a:cubicBezTo>
                  <a:cubicBezTo>
                    <a:pt x="117" y="56"/>
                    <a:pt x="118" y="56"/>
                    <a:pt x="118" y="55"/>
                  </a:cubicBezTo>
                </a:path>
              </a:pathLst>
            </a:custGeom>
            <a:solidFill>
              <a:srgbClr val="C27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8222" name="Freeform 704">
              <a:extLst>
                <a:ext uri="{FF2B5EF4-FFF2-40B4-BE49-F238E27FC236}">
                  <a16:creationId xmlns:a16="http://schemas.microsoft.com/office/drawing/2014/main" id="{CDA04DCF-D25C-4757-8574-D2D9B475AB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0" y="3989"/>
              <a:ext cx="23" cy="29"/>
            </a:xfrm>
            <a:custGeom>
              <a:avLst/>
              <a:gdLst>
                <a:gd name="T0" fmla="*/ 25 w 22"/>
                <a:gd name="T1" fmla="*/ 30 h 27"/>
                <a:gd name="T2" fmla="*/ 23 w 22"/>
                <a:gd name="T3" fmla="*/ 0 h 27"/>
                <a:gd name="T4" fmla="*/ 0 w 22"/>
                <a:gd name="T5" fmla="*/ 11 h 27"/>
                <a:gd name="T6" fmla="*/ 15 w 22"/>
                <a:gd name="T7" fmla="*/ 20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27">
                  <a:moveTo>
                    <a:pt x="22" y="24"/>
                  </a:moveTo>
                  <a:cubicBezTo>
                    <a:pt x="18" y="27"/>
                    <a:pt x="19" y="3"/>
                    <a:pt x="20" y="0"/>
                  </a:cubicBezTo>
                  <a:cubicBezTo>
                    <a:pt x="17" y="8"/>
                    <a:pt x="7" y="14"/>
                    <a:pt x="0" y="8"/>
                  </a:cubicBezTo>
                  <a:cubicBezTo>
                    <a:pt x="4" y="11"/>
                    <a:pt x="8" y="15"/>
                    <a:pt x="12" y="17"/>
                  </a:cubicBezTo>
                </a:path>
              </a:pathLst>
            </a:custGeom>
            <a:solidFill>
              <a:srgbClr val="C27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8223" name="Freeform 705">
              <a:extLst>
                <a:ext uri="{FF2B5EF4-FFF2-40B4-BE49-F238E27FC236}">
                  <a16:creationId xmlns:a16="http://schemas.microsoft.com/office/drawing/2014/main" id="{3F78814B-7170-4ADE-A282-6F328D58D25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2" y="4010"/>
              <a:ext cx="26" cy="22"/>
            </a:xfrm>
            <a:custGeom>
              <a:avLst/>
              <a:gdLst>
                <a:gd name="T0" fmla="*/ 2 w 24"/>
                <a:gd name="T1" fmla="*/ 13 h 20"/>
                <a:gd name="T2" fmla="*/ 1 w 24"/>
                <a:gd name="T3" fmla="*/ 26 h 20"/>
                <a:gd name="T4" fmla="*/ 20 w 24"/>
                <a:gd name="T5" fmla="*/ 22 h 20"/>
                <a:gd name="T6" fmla="*/ 30 w 24"/>
                <a:gd name="T7" fmla="*/ 0 h 20"/>
                <a:gd name="T8" fmla="*/ 20 w 24"/>
                <a:gd name="T9" fmla="*/ 13 h 20"/>
                <a:gd name="T10" fmla="*/ 2 w 24"/>
                <a:gd name="T11" fmla="*/ 15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20">
                  <a:moveTo>
                    <a:pt x="2" y="10"/>
                  </a:moveTo>
                  <a:cubicBezTo>
                    <a:pt x="2" y="13"/>
                    <a:pt x="0" y="17"/>
                    <a:pt x="1" y="20"/>
                  </a:cubicBezTo>
                  <a:cubicBezTo>
                    <a:pt x="6" y="20"/>
                    <a:pt x="12" y="19"/>
                    <a:pt x="16" y="16"/>
                  </a:cubicBezTo>
                  <a:cubicBezTo>
                    <a:pt x="22" y="13"/>
                    <a:pt x="24" y="7"/>
                    <a:pt x="24" y="0"/>
                  </a:cubicBezTo>
                  <a:cubicBezTo>
                    <a:pt x="22" y="4"/>
                    <a:pt x="19" y="8"/>
                    <a:pt x="16" y="10"/>
                  </a:cubicBezTo>
                  <a:cubicBezTo>
                    <a:pt x="11" y="13"/>
                    <a:pt x="7" y="12"/>
                    <a:pt x="2" y="12"/>
                  </a:cubicBezTo>
                </a:path>
              </a:pathLst>
            </a:custGeom>
            <a:solidFill>
              <a:srgbClr val="8E4C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8224" name="Freeform 706">
              <a:extLst>
                <a:ext uri="{FF2B5EF4-FFF2-40B4-BE49-F238E27FC236}">
                  <a16:creationId xmlns:a16="http://schemas.microsoft.com/office/drawing/2014/main" id="{A1D90400-DF65-4708-B873-B21D0A3AC3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4" y="3993"/>
              <a:ext cx="14" cy="23"/>
            </a:xfrm>
            <a:custGeom>
              <a:avLst/>
              <a:gdLst>
                <a:gd name="T0" fmla="*/ 0 w 13"/>
                <a:gd name="T1" fmla="*/ 13 h 21"/>
                <a:gd name="T2" fmla="*/ 2 w 13"/>
                <a:gd name="T3" fmla="*/ 27 h 21"/>
                <a:gd name="T4" fmla="*/ 13 w 13"/>
                <a:gd name="T5" fmla="*/ 16 h 21"/>
                <a:gd name="T6" fmla="*/ 16 w 13"/>
                <a:gd name="T7" fmla="*/ 9 h 21"/>
                <a:gd name="T8" fmla="*/ 14 w 13"/>
                <a:gd name="T9" fmla="*/ 0 h 21"/>
                <a:gd name="T10" fmla="*/ 11 w 13"/>
                <a:gd name="T11" fmla="*/ 11 h 21"/>
                <a:gd name="T12" fmla="*/ 1 w 13"/>
                <a:gd name="T13" fmla="*/ 18 h 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21">
                  <a:moveTo>
                    <a:pt x="0" y="10"/>
                  </a:moveTo>
                  <a:cubicBezTo>
                    <a:pt x="2" y="12"/>
                    <a:pt x="2" y="18"/>
                    <a:pt x="2" y="21"/>
                  </a:cubicBezTo>
                  <a:cubicBezTo>
                    <a:pt x="5" y="20"/>
                    <a:pt x="9" y="16"/>
                    <a:pt x="10" y="13"/>
                  </a:cubicBezTo>
                  <a:cubicBezTo>
                    <a:pt x="11" y="11"/>
                    <a:pt x="13" y="9"/>
                    <a:pt x="13" y="6"/>
                  </a:cubicBezTo>
                  <a:cubicBezTo>
                    <a:pt x="13" y="4"/>
                    <a:pt x="11" y="2"/>
                    <a:pt x="11" y="0"/>
                  </a:cubicBezTo>
                  <a:cubicBezTo>
                    <a:pt x="10" y="1"/>
                    <a:pt x="9" y="6"/>
                    <a:pt x="8" y="8"/>
                  </a:cubicBezTo>
                  <a:cubicBezTo>
                    <a:pt x="6" y="11"/>
                    <a:pt x="4" y="14"/>
                    <a:pt x="1" y="14"/>
                  </a:cubicBezTo>
                </a:path>
              </a:pathLst>
            </a:custGeom>
            <a:solidFill>
              <a:srgbClr val="8E4C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8225" name="Freeform 707">
              <a:extLst>
                <a:ext uri="{FF2B5EF4-FFF2-40B4-BE49-F238E27FC236}">
                  <a16:creationId xmlns:a16="http://schemas.microsoft.com/office/drawing/2014/main" id="{CFE7D785-D0C7-4209-8F18-295E7E247B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1" y="3973"/>
              <a:ext cx="7" cy="13"/>
            </a:xfrm>
            <a:custGeom>
              <a:avLst/>
              <a:gdLst>
                <a:gd name="T0" fmla="*/ 1 w 6"/>
                <a:gd name="T1" fmla="*/ 15 h 12"/>
                <a:gd name="T2" fmla="*/ 9 w 6"/>
                <a:gd name="T3" fmla="*/ 0 h 12"/>
                <a:gd name="T4" fmla="*/ 0 w 6"/>
                <a:gd name="T5" fmla="*/ 12 h 12"/>
                <a:gd name="T6" fmla="*/ 1 w 6"/>
                <a:gd name="T7" fmla="*/ 15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12">
                  <a:moveTo>
                    <a:pt x="1" y="12"/>
                  </a:moveTo>
                  <a:cubicBezTo>
                    <a:pt x="5" y="12"/>
                    <a:pt x="6" y="2"/>
                    <a:pt x="6" y="0"/>
                  </a:cubicBezTo>
                  <a:cubicBezTo>
                    <a:pt x="4" y="2"/>
                    <a:pt x="3" y="8"/>
                    <a:pt x="0" y="9"/>
                  </a:cubicBezTo>
                  <a:cubicBezTo>
                    <a:pt x="0" y="10"/>
                    <a:pt x="0" y="11"/>
                    <a:pt x="1" y="12"/>
                  </a:cubicBezTo>
                </a:path>
              </a:pathLst>
            </a:custGeom>
            <a:solidFill>
              <a:srgbClr val="8E4C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8226" name="Freeform 708">
              <a:extLst>
                <a:ext uri="{FF2B5EF4-FFF2-40B4-BE49-F238E27FC236}">
                  <a16:creationId xmlns:a16="http://schemas.microsoft.com/office/drawing/2014/main" id="{2BABAEE0-5146-4CA2-B9FD-91EB5BD443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8" y="3960"/>
              <a:ext cx="21" cy="24"/>
            </a:xfrm>
            <a:custGeom>
              <a:avLst/>
              <a:gdLst>
                <a:gd name="T0" fmla="*/ 0 w 20"/>
                <a:gd name="T1" fmla="*/ 0 h 22"/>
                <a:gd name="T2" fmla="*/ 7 w 20"/>
                <a:gd name="T3" fmla="*/ 19 h 22"/>
                <a:gd name="T4" fmla="*/ 23 w 20"/>
                <a:gd name="T5" fmla="*/ 28 h 22"/>
                <a:gd name="T6" fmla="*/ 9 w 20"/>
                <a:gd name="T7" fmla="*/ 14 h 22"/>
                <a:gd name="T8" fmla="*/ 5 w 20"/>
                <a:gd name="T9" fmla="*/ 5 h 22"/>
                <a:gd name="T10" fmla="*/ 1 w 20"/>
                <a:gd name="T11" fmla="*/ 0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" h="22">
                  <a:moveTo>
                    <a:pt x="0" y="0"/>
                  </a:moveTo>
                  <a:cubicBezTo>
                    <a:pt x="0" y="5"/>
                    <a:pt x="5" y="11"/>
                    <a:pt x="7" y="15"/>
                  </a:cubicBezTo>
                  <a:cubicBezTo>
                    <a:pt x="10" y="18"/>
                    <a:pt x="15" y="22"/>
                    <a:pt x="20" y="22"/>
                  </a:cubicBezTo>
                  <a:cubicBezTo>
                    <a:pt x="15" y="22"/>
                    <a:pt x="11" y="15"/>
                    <a:pt x="9" y="11"/>
                  </a:cubicBezTo>
                  <a:cubicBezTo>
                    <a:pt x="7" y="9"/>
                    <a:pt x="6" y="7"/>
                    <a:pt x="5" y="5"/>
                  </a:cubicBezTo>
                  <a:cubicBezTo>
                    <a:pt x="4" y="3"/>
                    <a:pt x="2" y="2"/>
                    <a:pt x="1" y="0"/>
                  </a:cubicBezTo>
                </a:path>
              </a:pathLst>
            </a:custGeom>
            <a:solidFill>
              <a:srgbClr val="8E4C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8227" name="Freeform 709">
              <a:extLst>
                <a:ext uri="{FF2B5EF4-FFF2-40B4-BE49-F238E27FC236}">
                  <a16:creationId xmlns:a16="http://schemas.microsoft.com/office/drawing/2014/main" id="{2DF609DE-238D-4D0B-BFFC-FEB2066657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1" y="3947"/>
              <a:ext cx="27" cy="19"/>
            </a:xfrm>
            <a:custGeom>
              <a:avLst/>
              <a:gdLst>
                <a:gd name="T0" fmla="*/ 0 w 25"/>
                <a:gd name="T1" fmla="*/ 0 h 17"/>
                <a:gd name="T2" fmla="*/ 15 w 25"/>
                <a:gd name="T3" fmla="*/ 15 h 17"/>
                <a:gd name="T4" fmla="*/ 25 w 25"/>
                <a:gd name="T5" fmla="*/ 21 h 17"/>
                <a:gd name="T6" fmla="*/ 31 w 25"/>
                <a:gd name="T7" fmla="*/ 23 h 17"/>
                <a:gd name="T8" fmla="*/ 2 w 25"/>
                <a:gd name="T9" fmla="*/ 0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17">
                  <a:moveTo>
                    <a:pt x="0" y="0"/>
                  </a:moveTo>
                  <a:cubicBezTo>
                    <a:pt x="2" y="5"/>
                    <a:pt x="8" y="8"/>
                    <a:pt x="12" y="11"/>
                  </a:cubicBezTo>
                  <a:cubicBezTo>
                    <a:pt x="14" y="13"/>
                    <a:pt x="16" y="14"/>
                    <a:pt x="19" y="15"/>
                  </a:cubicBezTo>
                  <a:cubicBezTo>
                    <a:pt x="21" y="15"/>
                    <a:pt x="23" y="17"/>
                    <a:pt x="25" y="17"/>
                  </a:cubicBezTo>
                  <a:cubicBezTo>
                    <a:pt x="17" y="11"/>
                    <a:pt x="8" y="7"/>
                    <a:pt x="2" y="0"/>
                  </a:cubicBezTo>
                </a:path>
              </a:pathLst>
            </a:custGeom>
            <a:solidFill>
              <a:srgbClr val="8E4C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8228" name="Freeform 710">
              <a:extLst>
                <a:ext uri="{FF2B5EF4-FFF2-40B4-BE49-F238E27FC236}">
                  <a16:creationId xmlns:a16="http://schemas.microsoft.com/office/drawing/2014/main" id="{3CC0F43C-BD7B-4A65-9480-6436C62708D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8" y="3972"/>
              <a:ext cx="19" cy="16"/>
            </a:xfrm>
            <a:custGeom>
              <a:avLst/>
              <a:gdLst>
                <a:gd name="T0" fmla="*/ 0 w 18"/>
                <a:gd name="T1" fmla="*/ 2 h 15"/>
                <a:gd name="T2" fmla="*/ 21 w 18"/>
                <a:gd name="T3" fmla="*/ 18 h 15"/>
                <a:gd name="T4" fmla="*/ 13 w 18"/>
                <a:gd name="T5" fmla="*/ 11 h 15"/>
                <a:gd name="T6" fmla="*/ 0 w 18"/>
                <a:gd name="T7" fmla="*/ 0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15">
                  <a:moveTo>
                    <a:pt x="0" y="2"/>
                  </a:moveTo>
                  <a:cubicBezTo>
                    <a:pt x="3" y="9"/>
                    <a:pt x="10" y="15"/>
                    <a:pt x="18" y="15"/>
                  </a:cubicBezTo>
                  <a:cubicBezTo>
                    <a:pt x="15" y="13"/>
                    <a:pt x="13" y="10"/>
                    <a:pt x="10" y="8"/>
                  </a:cubicBezTo>
                  <a:cubicBezTo>
                    <a:pt x="7" y="5"/>
                    <a:pt x="3" y="3"/>
                    <a:pt x="0" y="0"/>
                  </a:cubicBezTo>
                </a:path>
              </a:pathLst>
            </a:custGeom>
            <a:solidFill>
              <a:srgbClr val="8E4C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8229" name="Freeform 711">
              <a:extLst>
                <a:ext uri="{FF2B5EF4-FFF2-40B4-BE49-F238E27FC236}">
                  <a16:creationId xmlns:a16="http://schemas.microsoft.com/office/drawing/2014/main" id="{10020CE9-B22C-4FA4-9E2F-5BB4462A7E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3" y="3696"/>
              <a:ext cx="106" cy="239"/>
            </a:xfrm>
            <a:custGeom>
              <a:avLst/>
              <a:gdLst>
                <a:gd name="T0" fmla="*/ 59 w 99"/>
                <a:gd name="T1" fmla="*/ 0 h 224"/>
                <a:gd name="T2" fmla="*/ 36 w 99"/>
                <a:gd name="T3" fmla="*/ 13 h 224"/>
                <a:gd name="T4" fmla="*/ 12 w 99"/>
                <a:gd name="T5" fmla="*/ 23 h 224"/>
                <a:gd name="T6" fmla="*/ 2 w 99"/>
                <a:gd name="T7" fmla="*/ 61 h 224"/>
                <a:gd name="T8" fmla="*/ 32 w 99"/>
                <a:gd name="T9" fmla="*/ 128 h 224"/>
                <a:gd name="T10" fmla="*/ 49 w 99"/>
                <a:gd name="T11" fmla="*/ 162 h 224"/>
                <a:gd name="T12" fmla="*/ 37 w 99"/>
                <a:gd name="T13" fmla="*/ 202 h 224"/>
                <a:gd name="T14" fmla="*/ 77 w 99"/>
                <a:gd name="T15" fmla="*/ 265 h 224"/>
                <a:gd name="T16" fmla="*/ 101 w 99"/>
                <a:gd name="T17" fmla="*/ 271 h 224"/>
                <a:gd name="T18" fmla="*/ 113 w 99"/>
                <a:gd name="T19" fmla="*/ 272 h 224"/>
                <a:gd name="T20" fmla="*/ 121 w 99"/>
                <a:gd name="T21" fmla="*/ 270 h 224"/>
                <a:gd name="T22" fmla="*/ 93 w 99"/>
                <a:gd name="T23" fmla="*/ 259 h 224"/>
                <a:gd name="T24" fmla="*/ 69 w 99"/>
                <a:gd name="T25" fmla="*/ 240 h 224"/>
                <a:gd name="T26" fmla="*/ 56 w 99"/>
                <a:gd name="T27" fmla="*/ 213 h 224"/>
                <a:gd name="T28" fmla="*/ 59 w 99"/>
                <a:gd name="T29" fmla="*/ 179 h 224"/>
                <a:gd name="T30" fmla="*/ 60 w 99"/>
                <a:gd name="T31" fmla="*/ 155 h 224"/>
                <a:gd name="T32" fmla="*/ 59 w 99"/>
                <a:gd name="T33" fmla="*/ 138 h 224"/>
                <a:gd name="T34" fmla="*/ 66 w 99"/>
                <a:gd name="T35" fmla="*/ 133 h 224"/>
                <a:gd name="T36" fmla="*/ 79 w 99"/>
                <a:gd name="T37" fmla="*/ 128 h 224"/>
                <a:gd name="T38" fmla="*/ 109 w 99"/>
                <a:gd name="T39" fmla="*/ 113 h 224"/>
                <a:gd name="T40" fmla="*/ 62 w 99"/>
                <a:gd name="T41" fmla="*/ 131 h 224"/>
                <a:gd name="T42" fmla="*/ 46 w 99"/>
                <a:gd name="T43" fmla="*/ 124 h 224"/>
                <a:gd name="T44" fmla="*/ 22 w 99"/>
                <a:gd name="T45" fmla="*/ 99 h 224"/>
                <a:gd name="T46" fmla="*/ 15 w 99"/>
                <a:gd name="T47" fmla="*/ 74 h 224"/>
                <a:gd name="T48" fmla="*/ 12 w 99"/>
                <a:gd name="T49" fmla="*/ 42 h 224"/>
                <a:gd name="T50" fmla="*/ 35 w 99"/>
                <a:gd name="T51" fmla="*/ 17 h 224"/>
                <a:gd name="T52" fmla="*/ 60 w 99"/>
                <a:gd name="T53" fmla="*/ 4 h 224"/>
                <a:gd name="T54" fmla="*/ 60 w 99"/>
                <a:gd name="T55" fmla="*/ 3 h 224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99" h="224">
                  <a:moveTo>
                    <a:pt x="48" y="0"/>
                  </a:moveTo>
                  <a:cubicBezTo>
                    <a:pt x="42" y="4"/>
                    <a:pt x="37" y="7"/>
                    <a:pt x="30" y="10"/>
                  </a:cubicBezTo>
                  <a:cubicBezTo>
                    <a:pt x="24" y="13"/>
                    <a:pt x="15" y="16"/>
                    <a:pt x="9" y="20"/>
                  </a:cubicBezTo>
                  <a:cubicBezTo>
                    <a:pt x="1" y="26"/>
                    <a:pt x="3" y="41"/>
                    <a:pt x="2" y="50"/>
                  </a:cubicBezTo>
                  <a:cubicBezTo>
                    <a:pt x="0" y="72"/>
                    <a:pt x="8" y="92"/>
                    <a:pt x="26" y="105"/>
                  </a:cubicBezTo>
                  <a:cubicBezTo>
                    <a:pt x="37" y="112"/>
                    <a:pt x="41" y="120"/>
                    <a:pt x="40" y="133"/>
                  </a:cubicBezTo>
                  <a:cubicBezTo>
                    <a:pt x="39" y="145"/>
                    <a:pt x="33" y="155"/>
                    <a:pt x="31" y="166"/>
                  </a:cubicBezTo>
                  <a:cubicBezTo>
                    <a:pt x="26" y="188"/>
                    <a:pt x="42" y="210"/>
                    <a:pt x="63" y="217"/>
                  </a:cubicBezTo>
                  <a:cubicBezTo>
                    <a:pt x="69" y="219"/>
                    <a:pt x="75" y="222"/>
                    <a:pt x="82" y="223"/>
                  </a:cubicBezTo>
                  <a:cubicBezTo>
                    <a:pt x="85" y="223"/>
                    <a:pt x="89" y="224"/>
                    <a:pt x="92" y="224"/>
                  </a:cubicBezTo>
                  <a:cubicBezTo>
                    <a:pt x="95" y="223"/>
                    <a:pt x="96" y="221"/>
                    <a:pt x="99" y="222"/>
                  </a:cubicBezTo>
                  <a:cubicBezTo>
                    <a:pt x="92" y="221"/>
                    <a:pt x="82" y="217"/>
                    <a:pt x="76" y="214"/>
                  </a:cubicBezTo>
                  <a:cubicBezTo>
                    <a:pt x="67" y="211"/>
                    <a:pt x="61" y="206"/>
                    <a:pt x="56" y="198"/>
                  </a:cubicBezTo>
                  <a:cubicBezTo>
                    <a:pt x="52" y="191"/>
                    <a:pt x="47" y="183"/>
                    <a:pt x="46" y="175"/>
                  </a:cubicBezTo>
                  <a:cubicBezTo>
                    <a:pt x="45" y="166"/>
                    <a:pt x="47" y="156"/>
                    <a:pt x="48" y="147"/>
                  </a:cubicBezTo>
                  <a:cubicBezTo>
                    <a:pt x="49" y="140"/>
                    <a:pt x="49" y="134"/>
                    <a:pt x="49" y="127"/>
                  </a:cubicBezTo>
                  <a:cubicBezTo>
                    <a:pt x="48" y="123"/>
                    <a:pt x="46" y="116"/>
                    <a:pt x="48" y="113"/>
                  </a:cubicBezTo>
                  <a:cubicBezTo>
                    <a:pt x="50" y="111"/>
                    <a:pt x="52" y="111"/>
                    <a:pt x="54" y="110"/>
                  </a:cubicBezTo>
                  <a:cubicBezTo>
                    <a:pt x="58" y="109"/>
                    <a:pt x="61" y="107"/>
                    <a:pt x="64" y="105"/>
                  </a:cubicBezTo>
                  <a:cubicBezTo>
                    <a:pt x="72" y="100"/>
                    <a:pt x="81" y="96"/>
                    <a:pt x="89" y="93"/>
                  </a:cubicBezTo>
                  <a:cubicBezTo>
                    <a:pt x="74" y="92"/>
                    <a:pt x="63" y="103"/>
                    <a:pt x="50" y="108"/>
                  </a:cubicBezTo>
                  <a:cubicBezTo>
                    <a:pt x="43" y="110"/>
                    <a:pt x="41" y="107"/>
                    <a:pt x="37" y="102"/>
                  </a:cubicBezTo>
                  <a:cubicBezTo>
                    <a:pt x="31" y="95"/>
                    <a:pt x="23" y="90"/>
                    <a:pt x="19" y="82"/>
                  </a:cubicBezTo>
                  <a:cubicBezTo>
                    <a:pt x="15" y="76"/>
                    <a:pt x="14" y="68"/>
                    <a:pt x="12" y="61"/>
                  </a:cubicBezTo>
                  <a:cubicBezTo>
                    <a:pt x="10" y="52"/>
                    <a:pt x="4" y="44"/>
                    <a:pt x="9" y="35"/>
                  </a:cubicBezTo>
                  <a:cubicBezTo>
                    <a:pt x="13" y="27"/>
                    <a:pt x="22" y="20"/>
                    <a:pt x="29" y="14"/>
                  </a:cubicBezTo>
                  <a:cubicBezTo>
                    <a:pt x="35" y="9"/>
                    <a:pt x="41" y="6"/>
                    <a:pt x="49" y="4"/>
                  </a:cubicBezTo>
                  <a:cubicBezTo>
                    <a:pt x="49" y="4"/>
                    <a:pt x="49" y="4"/>
                    <a:pt x="49" y="3"/>
                  </a:cubicBezTo>
                </a:path>
              </a:pathLst>
            </a:custGeom>
            <a:solidFill>
              <a:srgbClr val="C27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8230" name="Freeform 712">
              <a:extLst>
                <a:ext uri="{FF2B5EF4-FFF2-40B4-BE49-F238E27FC236}">
                  <a16:creationId xmlns:a16="http://schemas.microsoft.com/office/drawing/2014/main" id="{C0EC3302-59FF-47AF-AD39-3BD4DFE971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9" y="1598"/>
              <a:ext cx="132" cy="267"/>
            </a:xfrm>
            <a:custGeom>
              <a:avLst/>
              <a:gdLst>
                <a:gd name="T0" fmla="*/ 11 w 124"/>
                <a:gd name="T1" fmla="*/ 76 h 251"/>
                <a:gd name="T2" fmla="*/ 39 w 124"/>
                <a:gd name="T3" fmla="*/ 154 h 251"/>
                <a:gd name="T4" fmla="*/ 42 w 124"/>
                <a:gd name="T5" fmla="*/ 191 h 251"/>
                <a:gd name="T6" fmla="*/ 36 w 124"/>
                <a:gd name="T7" fmla="*/ 220 h 251"/>
                <a:gd name="T8" fmla="*/ 68 w 124"/>
                <a:gd name="T9" fmla="*/ 284 h 251"/>
                <a:gd name="T10" fmla="*/ 98 w 124"/>
                <a:gd name="T11" fmla="*/ 302 h 251"/>
                <a:gd name="T12" fmla="*/ 150 w 124"/>
                <a:gd name="T13" fmla="*/ 290 h 251"/>
                <a:gd name="T14" fmla="*/ 112 w 124"/>
                <a:gd name="T15" fmla="*/ 277 h 251"/>
                <a:gd name="T16" fmla="*/ 96 w 124"/>
                <a:gd name="T17" fmla="*/ 227 h 251"/>
                <a:gd name="T18" fmla="*/ 83 w 124"/>
                <a:gd name="T19" fmla="*/ 171 h 251"/>
                <a:gd name="T20" fmla="*/ 53 w 124"/>
                <a:gd name="T21" fmla="*/ 105 h 251"/>
                <a:gd name="T22" fmla="*/ 19 w 124"/>
                <a:gd name="T23" fmla="*/ 18 h 251"/>
                <a:gd name="T24" fmla="*/ 12 w 124"/>
                <a:gd name="T25" fmla="*/ 13 h 251"/>
                <a:gd name="T26" fmla="*/ 0 w 124"/>
                <a:gd name="T27" fmla="*/ 44 h 25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24" h="251">
                  <a:moveTo>
                    <a:pt x="8" y="63"/>
                  </a:moveTo>
                  <a:cubicBezTo>
                    <a:pt x="21" y="80"/>
                    <a:pt x="30" y="106"/>
                    <a:pt x="33" y="128"/>
                  </a:cubicBezTo>
                  <a:cubicBezTo>
                    <a:pt x="34" y="138"/>
                    <a:pt x="35" y="149"/>
                    <a:pt x="35" y="159"/>
                  </a:cubicBezTo>
                  <a:cubicBezTo>
                    <a:pt x="34" y="168"/>
                    <a:pt x="31" y="175"/>
                    <a:pt x="30" y="183"/>
                  </a:cubicBezTo>
                  <a:cubicBezTo>
                    <a:pt x="30" y="198"/>
                    <a:pt x="47" y="224"/>
                    <a:pt x="56" y="236"/>
                  </a:cubicBezTo>
                  <a:cubicBezTo>
                    <a:pt x="63" y="245"/>
                    <a:pt x="69" y="251"/>
                    <a:pt x="81" y="251"/>
                  </a:cubicBezTo>
                  <a:cubicBezTo>
                    <a:pt x="96" y="251"/>
                    <a:pt x="110" y="241"/>
                    <a:pt x="124" y="242"/>
                  </a:cubicBezTo>
                  <a:cubicBezTo>
                    <a:pt x="115" y="238"/>
                    <a:pt x="99" y="236"/>
                    <a:pt x="93" y="229"/>
                  </a:cubicBezTo>
                  <a:cubicBezTo>
                    <a:pt x="83" y="219"/>
                    <a:pt x="81" y="201"/>
                    <a:pt x="80" y="188"/>
                  </a:cubicBezTo>
                  <a:cubicBezTo>
                    <a:pt x="80" y="172"/>
                    <a:pt x="76" y="157"/>
                    <a:pt x="69" y="142"/>
                  </a:cubicBezTo>
                  <a:cubicBezTo>
                    <a:pt x="60" y="124"/>
                    <a:pt x="54" y="104"/>
                    <a:pt x="44" y="87"/>
                  </a:cubicBezTo>
                  <a:cubicBezTo>
                    <a:pt x="32" y="65"/>
                    <a:pt x="14" y="41"/>
                    <a:pt x="16" y="15"/>
                  </a:cubicBezTo>
                  <a:cubicBezTo>
                    <a:pt x="17" y="5"/>
                    <a:pt x="18" y="0"/>
                    <a:pt x="9" y="10"/>
                  </a:cubicBezTo>
                  <a:cubicBezTo>
                    <a:pt x="4" y="16"/>
                    <a:pt x="1" y="28"/>
                    <a:pt x="0" y="37"/>
                  </a:cubicBezTo>
                </a:path>
              </a:pathLst>
            </a:custGeom>
            <a:solidFill>
              <a:srgbClr val="8E4C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8231" name="Freeform 713">
              <a:extLst>
                <a:ext uri="{FF2B5EF4-FFF2-40B4-BE49-F238E27FC236}">
                  <a16:creationId xmlns:a16="http://schemas.microsoft.com/office/drawing/2014/main" id="{28CE1C8E-68A3-41F1-8457-FCCC8BF2751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3" y="1974"/>
              <a:ext cx="110" cy="245"/>
            </a:xfrm>
            <a:custGeom>
              <a:avLst/>
              <a:gdLst>
                <a:gd name="T0" fmla="*/ 5 w 103"/>
                <a:gd name="T1" fmla="*/ 0 h 230"/>
                <a:gd name="T2" fmla="*/ 125 w 103"/>
                <a:gd name="T3" fmla="*/ 209 h 230"/>
                <a:gd name="T4" fmla="*/ 93 w 103"/>
                <a:gd name="T5" fmla="*/ 236 h 230"/>
                <a:gd name="T6" fmla="*/ 73 w 103"/>
                <a:gd name="T7" fmla="*/ 242 h 230"/>
                <a:gd name="T8" fmla="*/ 30 w 103"/>
                <a:gd name="T9" fmla="*/ 201 h 230"/>
                <a:gd name="T10" fmla="*/ 11 w 103"/>
                <a:gd name="T11" fmla="*/ 142 h 230"/>
                <a:gd name="T12" fmla="*/ 7 w 103"/>
                <a:gd name="T13" fmla="*/ 69 h 23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3" h="230">
                  <a:moveTo>
                    <a:pt x="5" y="0"/>
                  </a:moveTo>
                  <a:cubicBezTo>
                    <a:pt x="14" y="34"/>
                    <a:pt x="19" y="230"/>
                    <a:pt x="103" y="173"/>
                  </a:cubicBezTo>
                  <a:cubicBezTo>
                    <a:pt x="94" y="181"/>
                    <a:pt x="84" y="188"/>
                    <a:pt x="76" y="195"/>
                  </a:cubicBezTo>
                  <a:cubicBezTo>
                    <a:pt x="71" y="199"/>
                    <a:pt x="68" y="202"/>
                    <a:pt x="60" y="200"/>
                  </a:cubicBezTo>
                  <a:cubicBezTo>
                    <a:pt x="45" y="197"/>
                    <a:pt x="33" y="177"/>
                    <a:pt x="24" y="166"/>
                  </a:cubicBezTo>
                  <a:cubicBezTo>
                    <a:pt x="12" y="149"/>
                    <a:pt x="9" y="137"/>
                    <a:pt x="8" y="117"/>
                  </a:cubicBezTo>
                  <a:cubicBezTo>
                    <a:pt x="8" y="98"/>
                    <a:pt x="0" y="75"/>
                    <a:pt x="7" y="57"/>
                  </a:cubicBezTo>
                </a:path>
              </a:pathLst>
            </a:custGeom>
            <a:solidFill>
              <a:srgbClr val="8E4C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8232" name="Freeform 714">
              <a:extLst>
                <a:ext uri="{FF2B5EF4-FFF2-40B4-BE49-F238E27FC236}">
                  <a16:creationId xmlns:a16="http://schemas.microsoft.com/office/drawing/2014/main" id="{9461EB1A-0C95-45E9-90B8-DDCA2DDF91B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7" y="3905"/>
              <a:ext cx="147" cy="62"/>
            </a:xfrm>
            <a:custGeom>
              <a:avLst/>
              <a:gdLst>
                <a:gd name="T0" fmla="*/ 167 w 138"/>
                <a:gd name="T1" fmla="*/ 65 h 58"/>
                <a:gd name="T2" fmla="*/ 114 w 138"/>
                <a:gd name="T3" fmla="*/ 20 h 58"/>
                <a:gd name="T4" fmla="*/ 75 w 138"/>
                <a:gd name="T5" fmla="*/ 1 h 58"/>
                <a:gd name="T6" fmla="*/ 0 w 138"/>
                <a:gd name="T7" fmla="*/ 24 h 58"/>
                <a:gd name="T8" fmla="*/ 36 w 138"/>
                <a:gd name="T9" fmla="*/ 41 h 58"/>
                <a:gd name="T10" fmla="*/ 81 w 138"/>
                <a:gd name="T11" fmla="*/ 44 h 58"/>
                <a:gd name="T12" fmla="*/ 164 w 138"/>
                <a:gd name="T13" fmla="*/ 66 h 5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8" h="58">
                  <a:moveTo>
                    <a:pt x="138" y="53"/>
                  </a:moveTo>
                  <a:cubicBezTo>
                    <a:pt x="126" y="58"/>
                    <a:pt x="101" y="25"/>
                    <a:pt x="94" y="17"/>
                  </a:cubicBezTo>
                  <a:cubicBezTo>
                    <a:pt x="84" y="6"/>
                    <a:pt x="77" y="0"/>
                    <a:pt x="62" y="1"/>
                  </a:cubicBezTo>
                  <a:cubicBezTo>
                    <a:pt x="41" y="2"/>
                    <a:pt x="22" y="18"/>
                    <a:pt x="0" y="20"/>
                  </a:cubicBezTo>
                  <a:cubicBezTo>
                    <a:pt x="9" y="25"/>
                    <a:pt x="20" y="32"/>
                    <a:pt x="30" y="34"/>
                  </a:cubicBezTo>
                  <a:cubicBezTo>
                    <a:pt x="42" y="36"/>
                    <a:pt x="55" y="36"/>
                    <a:pt x="67" y="36"/>
                  </a:cubicBezTo>
                  <a:cubicBezTo>
                    <a:pt x="91" y="36"/>
                    <a:pt x="115" y="44"/>
                    <a:pt x="136" y="54"/>
                  </a:cubicBezTo>
                </a:path>
              </a:pathLst>
            </a:custGeom>
            <a:solidFill>
              <a:srgbClr val="C27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8233" name="Freeform 715">
              <a:extLst>
                <a:ext uri="{FF2B5EF4-FFF2-40B4-BE49-F238E27FC236}">
                  <a16:creationId xmlns:a16="http://schemas.microsoft.com/office/drawing/2014/main" id="{1B616A5C-4EC2-4CBC-9B60-EC15058390A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0" y="3756"/>
              <a:ext cx="78" cy="60"/>
            </a:xfrm>
            <a:custGeom>
              <a:avLst/>
              <a:gdLst>
                <a:gd name="T0" fmla="*/ 86 w 74"/>
                <a:gd name="T1" fmla="*/ 45 h 57"/>
                <a:gd name="T2" fmla="*/ 62 w 74"/>
                <a:gd name="T3" fmla="*/ 52 h 57"/>
                <a:gd name="T4" fmla="*/ 35 w 74"/>
                <a:gd name="T5" fmla="*/ 44 h 57"/>
                <a:gd name="T6" fmla="*/ 14 w 74"/>
                <a:gd name="T7" fmla="*/ 21 h 57"/>
                <a:gd name="T8" fmla="*/ 2 w 74"/>
                <a:gd name="T9" fmla="*/ 0 h 57"/>
                <a:gd name="T10" fmla="*/ 36 w 74"/>
                <a:gd name="T11" fmla="*/ 58 h 57"/>
                <a:gd name="T12" fmla="*/ 53 w 74"/>
                <a:gd name="T13" fmla="*/ 63 h 57"/>
                <a:gd name="T14" fmla="*/ 71 w 74"/>
                <a:gd name="T15" fmla="*/ 52 h 5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4" h="57">
                  <a:moveTo>
                    <a:pt x="74" y="39"/>
                  </a:moveTo>
                  <a:cubicBezTo>
                    <a:pt x="67" y="41"/>
                    <a:pt x="62" y="45"/>
                    <a:pt x="53" y="45"/>
                  </a:cubicBezTo>
                  <a:cubicBezTo>
                    <a:pt x="44" y="46"/>
                    <a:pt x="36" y="43"/>
                    <a:pt x="29" y="38"/>
                  </a:cubicBezTo>
                  <a:cubicBezTo>
                    <a:pt x="22" y="33"/>
                    <a:pt x="16" y="25"/>
                    <a:pt x="11" y="18"/>
                  </a:cubicBezTo>
                  <a:cubicBezTo>
                    <a:pt x="7" y="12"/>
                    <a:pt x="5" y="5"/>
                    <a:pt x="2" y="0"/>
                  </a:cubicBezTo>
                  <a:cubicBezTo>
                    <a:pt x="0" y="19"/>
                    <a:pt x="17" y="37"/>
                    <a:pt x="30" y="49"/>
                  </a:cubicBezTo>
                  <a:cubicBezTo>
                    <a:pt x="35" y="54"/>
                    <a:pt x="38" y="57"/>
                    <a:pt x="45" y="54"/>
                  </a:cubicBezTo>
                  <a:cubicBezTo>
                    <a:pt x="50" y="52"/>
                    <a:pt x="55" y="46"/>
                    <a:pt x="61" y="45"/>
                  </a:cubicBezTo>
                </a:path>
              </a:pathLst>
            </a:custGeom>
            <a:solidFill>
              <a:srgbClr val="C27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8234" name="Freeform 716">
              <a:extLst>
                <a:ext uri="{FF2B5EF4-FFF2-40B4-BE49-F238E27FC236}">
                  <a16:creationId xmlns:a16="http://schemas.microsoft.com/office/drawing/2014/main" id="{85C7FCF8-6A2D-4066-AE27-63752B48F21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6" y="1620"/>
              <a:ext cx="155" cy="259"/>
            </a:xfrm>
            <a:custGeom>
              <a:avLst/>
              <a:gdLst>
                <a:gd name="T0" fmla="*/ 170 w 145"/>
                <a:gd name="T1" fmla="*/ 0 h 243"/>
                <a:gd name="T2" fmla="*/ 152 w 145"/>
                <a:gd name="T3" fmla="*/ 52 h 243"/>
                <a:gd name="T4" fmla="*/ 152 w 145"/>
                <a:gd name="T5" fmla="*/ 99 h 243"/>
                <a:gd name="T6" fmla="*/ 161 w 145"/>
                <a:gd name="T7" fmla="*/ 183 h 243"/>
                <a:gd name="T8" fmla="*/ 128 w 145"/>
                <a:gd name="T9" fmla="*/ 214 h 243"/>
                <a:gd name="T10" fmla="*/ 99 w 145"/>
                <a:gd name="T11" fmla="*/ 247 h 243"/>
                <a:gd name="T12" fmla="*/ 11 w 145"/>
                <a:gd name="T13" fmla="*/ 293 h 243"/>
                <a:gd name="T14" fmla="*/ 0 w 145"/>
                <a:gd name="T15" fmla="*/ 294 h 243"/>
                <a:gd name="T16" fmla="*/ 49 w 145"/>
                <a:gd name="T17" fmla="*/ 271 h 243"/>
                <a:gd name="T18" fmla="*/ 88 w 145"/>
                <a:gd name="T19" fmla="*/ 234 h 243"/>
                <a:gd name="T20" fmla="*/ 112 w 145"/>
                <a:gd name="T21" fmla="*/ 203 h 243"/>
                <a:gd name="T22" fmla="*/ 138 w 145"/>
                <a:gd name="T23" fmla="*/ 174 h 243"/>
                <a:gd name="T24" fmla="*/ 130 w 145"/>
                <a:gd name="T25" fmla="*/ 81 h 243"/>
                <a:gd name="T26" fmla="*/ 170 w 145"/>
                <a:gd name="T27" fmla="*/ 4 h 243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45" h="243">
                  <a:moveTo>
                    <a:pt x="139" y="0"/>
                  </a:moveTo>
                  <a:cubicBezTo>
                    <a:pt x="141" y="9"/>
                    <a:pt x="127" y="31"/>
                    <a:pt x="124" y="43"/>
                  </a:cubicBezTo>
                  <a:cubicBezTo>
                    <a:pt x="120" y="56"/>
                    <a:pt x="121" y="69"/>
                    <a:pt x="124" y="82"/>
                  </a:cubicBezTo>
                  <a:cubicBezTo>
                    <a:pt x="129" y="103"/>
                    <a:pt x="145" y="128"/>
                    <a:pt x="132" y="151"/>
                  </a:cubicBezTo>
                  <a:cubicBezTo>
                    <a:pt x="126" y="162"/>
                    <a:pt x="113" y="168"/>
                    <a:pt x="105" y="177"/>
                  </a:cubicBezTo>
                  <a:cubicBezTo>
                    <a:pt x="96" y="185"/>
                    <a:pt x="89" y="196"/>
                    <a:pt x="81" y="205"/>
                  </a:cubicBezTo>
                  <a:cubicBezTo>
                    <a:pt x="62" y="226"/>
                    <a:pt x="37" y="242"/>
                    <a:pt x="8" y="242"/>
                  </a:cubicBezTo>
                  <a:cubicBezTo>
                    <a:pt x="5" y="242"/>
                    <a:pt x="2" y="243"/>
                    <a:pt x="0" y="243"/>
                  </a:cubicBezTo>
                  <a:cubicBezTo>
                    <a:pt x="13" y="235"/>
                    <a:pt x="28" y="232"/>
                    <a:pt x="40" y="223"/>
                  </a:cubicBezTo>
                  <a:cubicBezTo>
                    <a:pt x="52" y="215"/>
                    <a:pt x="63" y="204"/>
                    <a:pt x="72" y="193"/>
                  </a:cubicBezTo>
                  <a:cubicBezTo>
                    <a:pt x="78" y="184"/>
                    <a:pt x="84" y="175"/>
                    <a:pt x="92" y="167"/>
                  </a:cubicBezTo>
                  <a:cubicBezTo>
                    <a:pt x="98" y="159"/>
                    <a:pt x="109" y="153"/>
                    <a:pt x="113" y="144"/>
                  </a:cubicBezTo>
                  <a:cubicBezTo>
                    <a:pt x="124" y="118"/>
                    <a:pt x="105" y="92"/>
                    <a:pt x="107" y="67"/>
                  </a:cubicBezTo>
                  <a:cubicBezTo>
                    <a:pt x="109" y="42"/>
                    <a:pt x="128" y="25"/>
                    <a:pt x="139" y="4"/>
                  </a:cubicBezTo>
                </a:path>
              </a:pathLst>
            </a:custGeom>
            <a:solidFill>
              <a:srgbClr val="C27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8235" name="Freeform 717">
              <a:extLst>
                <a:ext uri="{FF2B5EF4-FFF2-40B4-BE49-F238E27FC236}">
                  <a16:creationId xmlns:a16="http://schemas.microsoft.com/office/drawing/2014/main" id="{B3C00C61-28D1-4EBD-A80D-B0D39261731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2" y="1441"/>
              <a:ext cx="25" cy="45"/>
            </a:xfrm>
            <a:custGeom>
              <a:avLst/>
              <a:gdLst>
                <a:gd name="T0" fmla="*/ 27 w 24"/>
                <a:gd name="T1" fmla="*/ 33 h 42"/>
                <a:gd name="T2" fmla="*/ 9 w 24"/>
                <a:gd name="T3" fmla="*/ 27 h 42"/>
                <a:gd name="T4" fmla="*/ 15 w 24"/>
                <a:gd name="T5" fmla="*/ 51 h 42"/>
                <a:gd name="T6" fmla="*/ 4 w 24"/>
                <a:gd name="T7" fmla="*/ 16 h 42"/>
                <a:gd name="T8" fmla="*/ 24 w 24"/>
                <a:gd name="T9" fmla="*/ 27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42">
                  <a:moveTo>
                    <a:pt x="24" y="27"/>
                  </a:moveTo>
                  <a:cubicBezTo>
                    <a:pt x="21" y="27"/>
                    <a:pt x="15" y="11"/>
                    <a:pt x="9" y="21"/>
                  </a:cubicBezTo>
                  <a:cubicBezTo>
                    <a:pt x="6" y="26"/>
                    <a:pt x="12" y="37"/>
                    <a:pt x="12" y="42"/>
                  </a:cubicBezTo>
                  <a:cubicBezTo>
                    <a:pt x="6" y="37"/>
                    <a:pt x="0" y="20"/>
                    <a:pt x="4" y="13"/>
                  </a:cubicBezTo>
                  <a:cubicBezTo>
                    <a:pt x="11" y="0"/>
                    <a:pt x="17" y="16"/>
                    <a:pt x="21" y="21"/>
                  </a:cubicBezTo>
                </a:path>
              </a:pathLst>
            </a:custGeom>
            <a:solidFill>
              <a:srgbClr val="C27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8236" name="Freeform 718">
              <a:extLst>
                <a:ext uri="{FF2B5EF4-FFF2-40B4-BE49-F238E27FC236}">
                  <a16:creationId xmlns:a16="http://schemas.microsoft.com/office/drawing/2014/main" id="{5A45D3D2-2929-4CF6-A21F-DAEBC1CFEF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9" y="1524"/>
              <a:ext cx="32" cy="30"/>
            </a:xfrm>
            <a:custGeom>
              <a:avLst/>
              <a:gdLst>
                <a:gd name="T0" fmla="*/ 5 w 30"/>
                <a:gd name="T1" fmla="*/ 34 h 28"/>
                <a:gd name="T2" fmla="*/ 17 w 30"/>
                <a:gd name="T3" fmla="*/ 12 h 28"/>
                <a:gd name="T4" fmla="*/ 0 w 30"/>
                <a:gd name="T5" fmla="*/ 11 h 28"/>
                <a:gd name="T6" fmla="*/ 23 w 30"/>
                <a:gd name="T7" fmla="*/ 2 h 28"/>
                <a:gd name="T8" fmla="*/ 11 w 30"/>
                <a:gd name="T9" fmla="*/ 33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28">
                  <a:moveTo>
                    <a:pt x="5" y="28"/>
                  </a:moveTo>
                  <a:cubicBezTo>
                    <a:pt x="10" y="24"/>
                    <a:pt x="19" y="15"/>
                    <a:pt x="14" y="9"/>
                  </a:cubicBezTo>
                  <a:cubicBezTo>
                    <a:pt x="11" y="5"/>
                    <a:pt x="4" y="6"/>
                    <a:pt x="0" y="8"/>
                  </a:cubicBezTo>
                  <a:cubicBezTo>
                    <a:pt x="3" y="5"/>
                    <a:pt x="16" y="0"/>
                    <a:pt x="20" y="2"/>
                  </a:cubicBezTo>
                  <a:cubicBezTo>
                    <a:pt x="30" y="9"/>
                    <a:pt x="12" y="23"/>
                    <a:pt x="8" y="27"/>
                  </a:cubicBezTo>
                </a:path>
              </a:pathLst>
            </a:custGeom>
            <a:solidFill>
              <a:srgbClr val="C27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8237" name="Freeform 719">
              <a:extLst>
                <a:ext uri="{FF2B5EF4-FFF2-40B4-BE49-F238E27FC236}">
                  <a16:creationId xmlns:a16="http://schemas.microsoft.com/office/drawing/2014/main" id="{5D7A9A1E-9F99-4A59-9B93-49FE1F38A5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2" y="1614"/>
              <a:ext cx="34" cy="29"/>
            </a:xfrm>
            <a:custGeom>
              <a:avLst/>
              <a:gdLst>
                <a:gd name="T0" fmla="*/ 3 w 32"/>
                <a:gd name="T1" fmla="*/ 0 h 28"/>
                <a:gd name="T2" fmla="*/ 17 w 32"/>
                <a:gd name="T3" fmla="*/ 12 h 28"/>
                <a:gd name="T4" fmla="*/ 0 w 32"/>
                <a:gd name="T5" fmla="*/ 24 h 28"/>
                <a:gd name="T6" fmla="*/ 14 w 32"/>
                <a:gd name="T7" fmla="*/ 0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28">
                  <a:moveTo>
                    <a:pt x="3" y="0"/>
                  </a:moveTo>
                  <a:cubicBezTo>
                    <a:pt x="8" y="4"/>
                    <a:pt x="15" y="3"/>
                    <a:pt x="14" y="12"/>
                  </a:cubicBezTo>
                  <a:cubicBezTo>
                    <a:pt x="13" y="19"/>
                    <a:pt x="6" y="21"/>
                    <a:pt x="0" y="21"/>
                  </a:cubicBezTo>
                  <a:cubicBezTo>
                    <a:pt x="19" y="28"/>
                    <a:pt x="32" y="0"/>
                    <a:pt x="11" y="0"/>
                  </a:cubicBezTo>
                </a:path>
              </a:pathLst>
            </a:custGeom>
            <a:solidFill>
              <a:srgbClr val="C27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8238" name="Freeform 720">
              <a:extLst>
                <a:ext uri="{FF2B5EF4-FFF2-40B4-BE49-F238E27FC236}">
                  <a16:creationId xmlns:a16="http://schemas.microsoft.com/office/drawing/2014/main" id="{C9EC0778-47A4-44FA-B4F1-7387FEBFB1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2" y="1195"/>
              <a:ext cx="526" cy="583"/>
            </a:xfrm>
            <a:custGeom>
              <a:avLst/>
              <a:gdLst>
                <a:gd name="T0" fmla="*/ 0 w 493"/>
                <a:gd name="T1" fmla="*/ 0 h 547"/>
                <a:gd name="T2" fmla="*/ 448 w 493"/>
                <a:gd name="T3" fmla="*/ 224 h 547"/>
                <a:gd name="T4" fmla="*/ 504 w 493"/>
                <a:gd name="T5" fmla="*/ 326 h 547"/>
                <a:gd name="T6" fmla="*/ 599 w 493"/>
                <a:gd name="T7" fmla="*/ 662 h 547"/>
                <a:gd name="T8" fmla="*/ 509 w 493"/>
                <a:gd name="T9" fmla="*/ 351 h 547"/>
                <a:gd name="T10" fmla="*/ 436 w 493"/>
                <a:gd name="T11" fmla="*/ 231 h 547"/>
                <a:gd name="T12" fmla="*/ 0 w 493"/>
                <a:gd name="T13" fmla="*/ 0 h 54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93" h="547">
                  <a:moveTo>
                    <a:pt x="0" y="0"/>
                  </a:moveTo>
                  <a:cubicBezTo>
                    <a:pt x="0" y="0"/>
                    <a:pt x="296" y="15"/>
                    <a:pt x="369" y="185"/>
                  </a:cubicBezTo>
                  <a:cubicBezTo>
                    <a:pt x="389" y="234"/>
                    <a:pt x="398" y="252"/>
                    <a:pt x="414" y="269"/>
                  </a:cubicBezTo>
                  <a:cubicBezTo>
                    <a:pt x="430" y="287"/>
                    <a:pt x="478" y="350"/>
                    <a:pt x="493" y="547"/>
                  </a:cubicBezTo>
                  <a:cubicBezTo>
                    <a:pt x="493" y="547"/>
                    <a:pt x="475" y="371"/>
                    <a:pt x="419" y="290"/>
                  </a:cubicBezTo>
                  <a:cubicBezTo>
                    <a:pt x="364" y="209"/>
                    <a:pt x="370" y="212"/>
                    <a:pt x="359" y="191"/>
                  </a:cubicBezTo>
                  <a:cubicBezTo>
                    <a:pt x="349" y="170"/>
                    <a:pt x="294" y="34"/>
                    <a:pt x="0" y="0"/>
                  </a:cubicBezTo>
                  <a:close/>
                </a:path>
              </a:pathLst>
            </a:custGeom>
            <a:solidFill>
              <a:srgbClr val="C27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8239" name="Freeform 721">
              <a:extLst>
                <a:ext uri="{FF2B5EF4-FFF2-40B4-BE49-F238E27FC236}">
                  <a16:creationId xmlns:a16="http://schemas.microsoft.com/office/drawing/2014/main" id="{363D5276-C16F-4D60-9E1D-DB6A7160C3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8" y="1828"/>
              <a:ext cx="84" cy="101"/>
            </a:xfrm>
            <a:custGeom>
              <a:avLst/>
              <a:gdLst>
                <a:gd name="T0" fmla="*/ 61 w 78"/>
                <a:gd name="T1" fmla="*/ 0 h 95"/>
                <a:gd name="T2" fmla="*/ 76 w 78"/>
                <a:gd name="T3" fmla="*/ 65 h 95"/>
                <a:gd name="T4" fmla="*/ 51 w 78"/>
                <a:gd name="T5" fmla="*/ 98 h 95"/>
                <a:gd name="T6" fmla="*/ 0 w 78"/>
                <a:gd name="T7" fmla="*/ 112 h 95"/>
                <a:gd name="T8" fmla="*/ 34 w 78"/>
                <a:gd name="T9" fmla="*/ 91 h 95"/>
                <a:gd name="T10" fmla="*/ 52 w 78"/>
                <a:gd name="T11" fmla="*/ 64 h 95"/>
                <a:gd name="T12" fmla="*/ 71 w 78"/>
                <a:gd name="T13" fmla="*/ 44 h 95"/>
                <a:gd name="T14" fmla="*/ 59 w 78"/>
                <a:gd name="T15" fmla="*/ 6 h 9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8" h="95">
                  <a:moveTo>
                    <a:pt x="49" y="0"/>
                  </a:moveTo>
                  <a:cubicBezTo>
                    <a:pt x="63" y="14"/>
                    <a:pt x="78" y="36"/>
                    <a:pt x="61" y="54"/>
                  </a:cubicBezTo>
                  <a:cubicBezTo>
                    <a:pt x="53" y="64"/>
                    <a:pt x="48" y="72"/>
                    <a:pt x="41" y="82"/>
                  </a:cubicBezTo>
                  <a:cubicBezTo>
                    <a:pt x="32" y="95"/>
                    <a:pt x="15" y="92"/>
                    <a:pt x="0" y="93"/>
                  </a:cubicBezTo>
                  <a:cubicBezTo>
                    <a:pt x="9" y="89"/>
                    <a:pt x="22" y="83"/>
                    <a:pt x="28" y="76"/>
                  </a:cubicBezTo>
                  <a:cubicBezTo>
                    <a:pt x="35" y="70"/>
                    <a:pt x="35" y="60"/>
                    <a:pt x="42" y="53"/>
                  </a:cubicBezTo>
                  <a:cubicBezTo>
                    <a:pt x="47" y="48"/>
                    <a:pt x="55" y="45"/>
                    <a:pt x="57" y="37"/>
                  </a:cubicBezTo>
                  <a:cubicBezTo>
                    <a:pt x="59" y="29"/>
                    <a:pt x="54" y="10"/>
                    <a:pt x="47" y="6"/>
                  </a:cubicBezTo>
                </a:path>
              </a:pathLst>
            </a:custGeom>
            <a:solidFill>
              <a:srgbClr val="C27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8240" name="Freeform 722">
              <a:extLst>
                <a:ext uri="{FF2B5EF4-FFF2-40B4-BE49-F238E27FC236}">
                  <a16:creationId xmlns:a16="http://schemas.microsoft.com/office/drawing/2014/main" id="{1458F488-15D1-46E2-B4AD-C6F21D7650A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5" y="1925"/>
              <a:ext cx="87" cy="268"/>
            </a:xfrm>
            <a:custGeom>
              <a:avLst/>
              <a:gdLst>
                <a:gd name="T0" fmla="*/ 0 w 81"/>
                <a:gd name="T1" fmla="*/ 0 h 251"/>
                <a:gd name="T2" fmla="*/ 56 w 81"/>
                <a:gd name="T3" fmla="*/ 154 h 251"/>
                <a:gd name="T4" fmla="*/ 62 w 81"/>
                <a:gd name="T5" fmla="*/ 233 h 251"/>
                <a:gd name="T6" fmla="*/ 54 w 81"/>
                <a:gd name="T7" fmla="*/ 304 h 251"/>
                <a:gd name="T8" fmla="*/ 17 w 81"/>
                <a:gd name="T9" fmla="*/ 293 h 251"/>
                <a:gd name="T10" fmla="*/ 66 w 81"/>
                <a:gd name="T11" fmla="*/ 285 h 251"/>
                <a:gd name="T12" fmla="*/ 35 w 81"/>
                <a:gd name="T13" fmla="*/ 248 h 251"/>
                <a:gd name="T14" fmla="*/ 46 w 81"/>
                <a:gd name="T15" fmla="*/ 221 h 251"/>
                <a:gd name="T16" fmla="*/ 45 w 81"/>
                <a:gd name="T17" fmla="*/ 148 h 251"/>
                <a:gd name="T18" fmla="*/ 0 w 81"/>
                <a:gd name="T19" fmla="*/ 0 h 25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1" h="251">
                  <a:moveTo>
                    <a:pt x="0" y="0"/>
                  </a:moveTo>
                  <a:cubicBezTo>
                    <a:pt x="0" y="0"/>
                    <a:pt x="50" y="92"/>
                    <a:pt x="45" y="126"/>
                  </a:cubicBezTo>
                  <a:cubicBezTo>
                    <a:pt x="41" y="161"/>
                    <a:pt x="39" y="178"/>
                    <a:pt x="50" y="191"/>
                  </a:cubicBezTo>
                  <a:cubicBezTo>
                    <a:pt x="60" y="204"/>
                    <a:pt x="81" y="248"/>
                    <a:pt x="44" y="250"/>
                  </a:cubicBezTo>
                  <a:cubicBezTo>
                    <a:pt x="36" y="251"/>
                    <a:pt x="23" y="248"/>
                    <a:pt x="14" y="241"/>
                  </a:cubicBezTo>
                  <a:cubicBezTo>
                    <a:pt x="14" y="241"/>
                    <a:pt x="49" y="250"/>
                    <a:pt x="53" y="234"/>
                  </a:cubicBezTo>
                  <a:cubicBezTo>
                    <a:pt x="58" y="218"/>
                    <a:pt x="47" y="196"/>
                    <a:pt x="29" y="203"/>
                  </a:cubicBezTo>
                  <a:cubicBezTo>
                    <a:pt x="29" y="203"/>
                    <a:pt x="41" y="197"/>
                    <a:pt x="37" y="182"/>
                  </a:cubicBezTo>
                  <a:cubicBezTo>
                    <a:pt x="34" y="167"/>
                    <a:pt x="34" y="132"/>
                    <a:pt x="36" y="122"/>
                  </a:cubicBezTo>
                  <a:cubicBezTo>
                    <a:pt x="38" y="111"/>
                    <a:pt x="39" y="80"/>
                    <a:pt x="0" y="0"/>
                  </a:cubicBezTo>
                  <a:close/>
                </a:path>
              </a:pathLst>
            </a:custGeom>
            <a:solidFill>
              <a:srgbClr val="C27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8241" name="Freeform 723">
              <a:extLst>
                <a:ext uri="{FF2B5EF4-FFF2-40B4-BE49-F238E27FC236}">
                  <a16:creationId xmlns:a16="http://schemas.microsoft.com/office/drawing/2014/main" id="{A68A9FC3-0277-4830-B27D-1E621DA7B6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5" y="2215"/>
              <a:ext cx="81" cy="311"/>
            </a:xfrm>
            <a:custGeom>
              <a:avLst/>
              <a:gdLst>
                <a:gd name="T0" fmla="*/ 48 w 76"/>
                <a:gd name="T1" fmla="*/ 0 h 292"/>
                <a:gd name="T2" fmla="*/ 70 w 76"/>
                <a:gd name="T3" fmla="*/ 2 h 292"/>
                <a:gd name="T4" fmla="*/ 77 w 76"/>
                <a:gd name="T5" fmla="*/ 76 h 292"/>
                <a:gd name="T6" fmla="*/ 90 w 76"/>
                <a:gd name="T7" fmla="*/ 153 h 292"/>
                <a:gd name="T8" fmla="*/ 76 w 76"/>
                <a:gd name="T9" fmla="*/ 230 h 292"/>
                <a:gd name="T10" fmla="*/ 59 w 76"/>
                <a:gd name="T11" fmla="*/ 269 h 292"/>
                <a:gd name="T12" fmla="*/ 51 w 76"/>
                <a:gd name="T13" fmla="*/ 302 h 292"/>
                <a:gd name="T14" fmla="*/ 0 w 76"/>
                <a:gd name="T15" fmla="*/ 353 h 292"/>
                <a:gd name="T16" fmla="*/ 23 w 76"/>
                <a:gd name="T17" fmla="*/ 326 h 292"/>
                <a:gd name="T18" fmla="*/ 45 w 76"/>
                <a:gd name="T19" fmla="*/ 280 h 292"/>
                <a:gd name="T20" fmla="*/ 55 w 76"/>
                <a:gd name="T21" fmla="*/ 229 h 292"/>
                <a:gd name="T22" fmla="*/ 75 w 76"/>
                <a:gd name="T23" fmla="*/ 189 h 292"/>
                <a:gd name="T24" fmla="*/ 64 w 76"/>
                <a:gd name="T25" fmla="*/ 83 h 292"/>
                <a:gd name="T26" fmla="*/ 51 w 76"/>
                <a:gd name="T27" fmla="*/ 0 h 29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76" h="292">
                  <a:moveTo>
                    <a:pt x="39" y="0"/>
                  </a:moveTo>
                  <a:cubicBezTo>
                    <a:pt x="46" y="0"/>
                    <a:pt x="52" y="0"/>
                    <a:pt x="58" y="2"/>
                  </a:cubicBezTo>
                  <a:cubicBezTo>
                    <a:pt x="59" y="22"/>
                    <a:pt x="62" y="43"/>
                    <a:pt x="64" y="63"/>
                  </a:cubicBezTo>
                  <a:cubicBezTo>
                    <a:pt x="66" y="85"/>
                    <a:pt x="72" y="105"/>
                    <a:pt x="74" y="127"/>
                  </a:cubicBezTo>
                  <a:cubicBezTo>
                    <a:pt x="76" y="151"/>
                    <a:pt x="73" y="169"/>
                    <a:pt x="63" y="191"/>
                  </a:cubicBezTo>
                  <a:cubicBezTo>
                    <a:pt x="58" y="201"/>
                    <a:pt x="52" y="211"/>
                    <a:pt x="49" y="223"/>
                  </a:cubicBezTo>
                  <a:cubicBezTo>
                    <a:pt x="46" y="232"/>
                    <a:pt x="45" y="242"/>
                    <a:pt x="42" y="251"/>
                  </a:cubicBezTo>
                  <a:cubicBezTo>
                    <a:pt x="35" y="267"/>
                    <a:pt x="15" y="283"/>
                    <a:pt x="0" y="292"/>
                  </a:cubicBezTo>
                  <a:cubicBezTo>
                    <a:pt x="1" y="279"/>
                    <a:pt x="12" y="278"/>
                    <a:pt x="20" y="269"/>
                  </a:cubicBezTo>
                  <a:cubicBezTo>
                    <a:pt x="28" y="259"/>
                    <a:pt x="34" y="244"/>
                    <a:pt x="37" y="232"/>
                  </a:cubicBezTo>
                  <a:cubicBezTo>
                    <a:pt x="41" y="218"/>
                    <a:pt x="41" y="203"/>
                    <a:pt x="46" y="190"/>
                  </a:cubicBezTo>
                  <a:cubicBezTo>
                    <a:pt x="50" y="178"/>
                    <a:pt x="58" y="168"/>
                    <a:pt x="62" y="156"/>
                  </a:cubicBezTo>
                  <a:cubicBezTo>
                    <a:pt x="74" y="122"/>
                    <a:pt x="56" y="101"/>
                    <a:pt x="53" y="69"/>
                  </a:cubicBezTo>
                  <a:cubicBezTo>
                    <a:pt x="51" y="51"/>
                    <a:pt x="58" y="10"/>
                    <a:pt x="42" y="0"/>
                  </a:cubicBezTo>
                </a:path>
              </a:pathLst>
            </a:custGeom>
            <a:solidFill>
              <a:srgbClr val="C27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8242" name="Freeform 724">
              <a:extLst>
                <a:ext uri="{FF2B5EF4-FFF2-40B4-BE49-F238E27FC236}">
                  <a16:creationId xmlns:a16="http://schemas.microsoft.com/office/drawing/2014/main" id="{5BFB505F-055B-44A3-981F-9D7F90F0EB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0" y="2389"/>
              <a:ext cx="53" cy="115"/>
            </a:xfrm>
            <a:custGeom>
              <a:avLst/>
              <a:gdLst>
                <a:gd name="T0" fmla="*/ 49 w 50"/>
                <a:gd name="T1" fmla="*/ 0 h 108"/>
                <a:gd name="T2" fmla="*/ 53 w 50"/>
                <a:gd name="T3" fmla="*/ 76 h 108"/>
                <a:gd name="T4" fmla="*/ 0 w 50"/>
                <a:gd name="T5" fmla="*/ 119 h 108"/>
                <a:gd name="T6" fmla="*/ 45 w 50"/>
                <a:gd name="T7" fmla="*/ 70 h 108"/>
                <a:gd name="T8" fmla="*/ 51 w 50"/>
                <a:gd name="T9" fmla="*/ 11 h 10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108">
                  <a:moveTo>
                    <a:pt x="41" y="0"/>
                  </a:moveTo>
                  <a:cubicBezTo>
                    <a:pt x="44" y="18"/>
                    <a:pt x="50" y="44"/>
                    <a:pt x="44" y="63"/>
                  </a:cubicBezTo>
                  <a:cubicBezTo>
                    <a:pt x="41" y="75"/>
                    <a:pt x="16" y="108"/>
                    <a:pt x="0" y="99"/>
                  </a:cubicBezTo>
                  <a:cubicBezTo>
                    <a:pt x="21" y="91"/>
                    <a:pt x="33" y="79"/>
                    <a:pt x="38" y="58"/>
                  </a:cubicBezTo>
                  <a:cubicBezTo>
                    <a:pt x="41" y="42"/>
                    <a:pt x="46" y="24"/>
                    <a:pt x="42" y="8"/>
                  </a:cubicBezTo>
                </a:path>
              </a:pathLst>
            </a:custGeom>
            <a:solidFill>
              <a:srgbClr val="8E4C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8243" name="Freeform 725">
              <a:extLst>
                <a:ext uri="{FF2B5EF4-FFF2-40B4-BE49-F238E27FC236}">
                  <a16:creationId xmlns:a16="http://schemas.microsoft.com/office/drawing/2014/main" id="{E4BD479F-5198-45B6-B303-7060386855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7" y="2348"/>
              <a:ext cx="55" cy="35"/>
            </a:xfrm>
            <a:custGeom>
              <a:avLst/>
              <a:gdLst>
                <a:gd name="T0" fmla="*/ 61 w 52"/>
                <a:gd name="T1" fmla="*/ 13 h 33"/>
                <a:gd name="T2" fmla="*/ 24 w 52"/>
                <a:gd name="T3" fmla="*/ 14 h 33"/>
                <a:gd name="T4" fmla="*/ 0 w 52"/>
                <a:gd name="T5" fmla="*/ 39 h 33"/>
                <a:gd name="T6" fmla="*/ 22 w 52"/>
                <a:gd name="T7" fmla="*/ 4 h 33"/>
                <a:gd name="T8" fmla="*/ 40 w 52"/>
                <a:gd name="T9" fmla="*/ 2 h 33"/>
                <a:gd name="T10" fmla="*/ 58 w 52"/>
                <a:gd name="T11" fmla="*/ 8 h 3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2" h="33">
                  <a:moveTo>
                    <a:pt x="52" y="10"/>
                  </a:moveTo>
                  <a:cubicBezTo>
                    <a:pt x="48" y="2"/>
                    <a:pt x="27" y="9"/>
                    <a:pt x="21" y="11"/>
                  </a:cubicBezTo>
                  <a:cubicBezTo>
                    <a:pt x="9" y="15"/>
                    <a:pt x="5" y="23"/>
                    <a:pt x="0" y="33"/>
                  </a:cubicBezTo>
                  <a:cubicBezTo>
                    <a:pt x="0" y="19"/>
                    <a:pt x="7" y="9"/>
                    <a:pt x="19" y="4"/>
                  </a:cubicBezTo>
                  <a:cubicBezTo>
                    <a:pt x="24" y="2"/>
                    <a:pt x="29" y="0"/>
                    <a:pt x="34" y="2"/>
                  </a:cubicBezTo>
                  <a:cubicBezTo>
                    <a:pt x="40" y="3"/>
                    <a:pt x="44" y="8"/>
                    <a:pt x="49" y="8"/>
                  </a:cubicBezTo>
                </a:path>
              </a:pathLst>
            </a:custGeom>
            <a:solidFill>
              <a:srgbClr val="8E4C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8244" name="Freeform 726">
              <a:extLst>
                <a:ext uri="{FF2B5EF4-FFF2-40B4-BE49-F238E27FC236}">
                  <a16:creationId xmlns:a16="http://schemas.microsoft.com/office/drawing/2014/main" id="{2778547A-BBD1-4B2B-9F7B-AC05007836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6" y="2322"/>
              <a:ext cx="108" cy="672"/>
            </a:xfrm>
            <a:custGeom>
              <a:avLst/>
              <a:gdLst>
                <a:gd name="T0" fmla="*/ 55 w 102"/>
                <a:gd name="T1" fmla="*/ 0 h 631"/>
                <a:gd name="T2" fmla="*/ 104 w 102"/>
                <a:gd name="T3" fmla="*/ 446 h 631"/>
                <a:gd name="T4" fmla="*/ 0 w 102"/>
                <a:gd name="T5" fmla="*/ 763 h 631"/>
                <a:gd name="T6" fmla="*/ 82 w 102"/>
                <a:gd name="T7" fmla="*/ 439 h 631"/>
                <a:gd name="T8" fmla="*/ 55 w 102"/>
                <a:gd name="T9" fmla="*/ 0 h 6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2" h="631">
                  <a:moveTo>
                    <a:pt x="46" y="0"/>
                  </a:moveTo>
                  <a:cubicBezTo>
                    <a:pt x="46" y="0"/>
                    <a:pt x="102" y="173"/>
                    <a:pt x="88" y="369"/>
                  </a:cubicBezTo>
                  <a:cubicBezTo>
                    <a:pt x="74" y="564"/>
                    <a:pt x="21" y="600"/>
                    <a:pt x="0" y="631"/>
                  </a:cubicBezTo>
                  <a:cubicBezTo>
                    <a:pt x="0" y="631"/>
                    <a:pt x="67" y="521"/>
                    <a:pt x="69" y="363"/>
                  </a:cubicBezTo>
                  <a:cubicBezTo>
                    <a:pt x="71" y="206"/>
                    <a:pt x="46" y="0"/>
                    <a:pt x="46" y="0"/>
                  </a:cubicBezTo>
                  <a:close/>
                </a:path>
              </a:pathLst>
            </a:custGeom>
            <a:solidFill>
              <a:srgbClr val="8E4C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8245" name="Freeform 727">
              <a:extLst>
                <a:ext uri="{FF2B5EF4-FFF2-40B4-BE49-F238E27FC236}">
                  <a16:creationId xmlns:a16="http://schemas.microsoft.com/office/drawing/2014/main" id="{7954B201-0AD3-4EB4-9D47-7206C53B2BC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8" y="1974"/>
              <a:ext cx="70" cy="318"/>
            </a:xfrm>
            <a:custGeom>
              <a:avLst/>
              <a:gdLst>
                <a:gd name="T0" fmla="*/ 66 w 66"/>
                <a:gd name="T1" fmla="*/ 362 h 298"/>
                <a:gd name="T2" fmla="*/ 0 w 66"/>
                <a:gd name="T3" fmla="*/ 338 h 298"/>
                <a:gd name="T4" fmla="*/ 49 w 66"/>
                <a:gd name="T5" fmla="*/ 309 h 298"/>
                <a:gd name="T6" fmla="*/ 25 w 66"/>
                <a:gd name="T7" fmla="*/ 272 h 298"/>
                <a:gd name="T8" fmla="*/ 57 w 66"/>
                <a:gd name="T9" fmla="*/ 165 h 298"/>
                <a:gd name="T10" fmla="*/ 57 w 66"/>
                <a:gd name="T11" fmla="*/ 79 h 298"/>
                <a:gd name="T12" fmla="*/ 52 w 66"/>
                <a:gd name="T13" fmla="*/ 0 h 298"/>
                <a:gd name="T14" fmla="*/ 76 w 66"/>
                <a:gd name="T15" fmla="*/ 186 h 298"/>
                <a:gd name="T16" fmla="*/ 74 w 66"/>
                <a:gd name="T17" fmla="*/ 265 h 298"/>
                <a:gd name="T18" fmla="*/ 68 w 66"/>
                <a:gd name="T19" fmla="*/ 304 h 298"/>
                <a:gd name="T20" fmla="*/ 66 w 66"/>
                <a:gd name="T21" fmla="*/ 344 h 29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6" h="298">
                  <a:moveTo>
                    <a:pt x="55" y="298"/>
                  </a:moveTo>
                  <a:cubicBezTo>
                    <a:pt x="61" y="263"/>
                    <a:pt x="20" y="270"/>
                    <a:pt x="0" y="278"/>
                  </a:cubicBezTo>
                  <a:cubicBezTo>
                    <a:pt x="15" y="271"/>
                    <a:pt x="35" y="271"/>
                    <a:pt x="41" y="255"/>
                  </a:cubicBezTo>
                  <a:cubicBezTo>
                    <a:pt x="45" y="242"/>
                    <a:pt x="38" y="224"/>
                    <a:pt x="22" y="224"/>
                  </a:cubicBezTo>
                  <a:cubicBezTo>
                    <a:pt x="60" y="228"/>
                    <a:pt x="49" y="161"/>
                    <a:pt x="48" y="136"/>
                  </a:cubicBezTo>
                  <a:cubicBezTo>
                    <a:pt x="47" y="112"/>
                    <a:pt x="49" y="89"/>
                    <a:pt x="48" y="65"/>
                  </a:cubicBezTo>
                  <a:cubicBezTo>
                    <a:pt x="47" y="44"/>
                    <a:pt x="42" y="21"/>
                    <a:pt x="43" y="0"/>
                  </a:cubicBezTo>
                  <a:cubicBezTo>
                    <a:pt x="58" y="51"/>
                    <a:pt x="66" y="101"/>
                    <a:pt x="64" y="153"/>
                  </a:cubicBezTo>
                  <a:cubicBezTo>
                    <a:pt x="63" y="174"/>
                    <a:pt x="63" y="195"/>
                    <a:pt x="62" y="217"/>
                  </a:cubicBezTo>
                  <a:cubicBezTo>
                    <a:pt x="61" y="229"/>
                    <a:pt x="59" y="238"/>
                    <a:pt x="57" y="250"/>
                  </a:cubicBezTo>
                  <a:cubicBezTo>
                    <a:pt x="55" y="257"/>
                    <a:pt x="50" y="285"/>
                    <a:pt x="55" y="283"/>
                  </a:cubicBezTo>
                </a:path>
              </a:pathLst>
            </a:custGeom>
            <a:solidFill>
              <a:srgbClr val="8E4C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8246" name="Freeform 728">
              <a:extLst>
                <a:ext uri="{FF2B5EF4-FFF2-40B4-BE49-F238E27FC236}">
                  <a16:creationId xmlns:a16="http://schemas.microsoft.com/office/drawing/2014/main" id="{8296AB11-9EF2-4E85-9024-692A2673894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8" y="2996"/>
              <a:ext cx="68" cy="142"/>
            </a:xfrm>
            <a:custGeom>
              <a:avLst/>
              <a:gdLst>
                <a:gd name="T0" fmla="*/ 15 w 64"/>
                <a:gd name="T1" fmla="*/ 34 h 133"/>
                <a:gd name="T2" fmla="*/ 40 w 64"/>
                <a:gd name="T3" fmla="*/ 0 h 133"/>
                <a:gd name="T4" fmla="*/ 0 w 64"/>
                <a:gd name="T5" fmla="*/ 162 h 133"/>
                <a:gd name="T6" fmla="*/ 18 w 64"/>
                <a:gd name="T7" fmla="*/ 32 h 1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4" h="133">
                  <a:moveTo>
                    <a:pt x="12" y="28"/>
                  </a:moveTo>
                  <a:cubicBezTo>
                    <a:pt x="17" y="18"/>
                    <a:pt x="24" y="6"/>
                    <a:pt x="34" y="0"/>
                  </a:cubicBezTo>
                  <a:cubicBezTo>
                    <a:pt x="64" y="39"/>
                    <a:pt x="26" y="105"/>
                    <a:pt x="0" y="133"/>
                  </a:cubicBezTo>
                  <a:cubicBezTo>
                    <a:pt x="17" y="115"/>
                    <a:pt x="42" y="44"/>
                    <a:pt x="15" y="26"/>
                  </a:cubicBezTo>
                </a:path>
              </a:pathLst>
            </a:custGeom>
            <a:solidFill>
              <a:srgbClr val="8E4C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8247" name="Freeform 729">
              <a:extLst>
                <a:ext uri="{FF2B5EF4-FFF2-40B4-BE49-F238E27FC236}">
                  <a16:creationId xmlns:a16="http://schemas.microsoft.com/office/drawing/2014/main" id="{466624A3-87E2-4459-8B7A-31A81F405E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2" y="3172"/>
              <a:ext cx="129" cy="617"/>
            </a:xfrm>
            <a:custGeom>
              <a:avLst/>
              <a:gdLst>
                <a:gd name="T0" fmla="*/ 108 w 121"/>
                <a:gd name="T1" fmla="*/ 0 h 578"/>
                <a:gd name="T2" fmla="*/ 140 w 121"/>
                <a:gd name="T3" fmla="*/ 168 h 578"/>
                <a:gd name="T4" fmla="*/ 147 w 121"/>
                <a:gd name="T5" fmla="*/ 376 h 578"/>
                <a:gd name="T6" fmla="*/ 108 w 121"/>
                <a:gd name="T7" fmla="*/ 618 h 578"/>
                <a:gd name="T8" fmla="*/ 87 w 121"/>
                <a:gd name="T9" fmla="*/ 698 h 578"/>
                <a:gd name="T10" fmla="*/ 72 w 121"/>
                <a:gd name="T11" fmla="*/ 576 h 578"/>
                <a:gd name="T12" fmla="*/ 87 w 121"/>
                <a:gd name="T13" fmla="*/ 564 h 578"/>
                <a:gd name="T14" fmla="*/ 50 w 121"/>
                <a:gd name="T15" fmla="*/ 574 h 578"/>
                <a:gd name="T16" fmla="*/ 0 w 121"/>
                <a:gd name="T17" fmla="*/ 569 h 578"/>
                <a:gd name="T18" fmla="*/ 85 w 121"/>
                <a:gd name="T19" fmla="*/ 544 h 578"/>
                <a:gd name="T20" fmla="*/ 110 w 121"/>
                <a:gd name="T21" fmla="*/ 412 h 578"/>
                <a:gd name="T22" fmla="*/ 123 w 121"/>
                <a:gd name="T23" fmla="*/ 226 h 578"/>
                <a:gd name="T24" fmla="*/ 108 w 121"/>
                <a:gd name="T25" fmla="*/ 30 h 57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21" h="578">
                  <a:moveTo>
                    <a:pt x="89" y="0"/>
                  </a:moveTo>
                  <a:cubicBezTo>
                    <a:pt x="90" y="46"/>
                    <a:pt x="112" y="91"/>
                    <a:pt x="115" y="138"/>
                  </a:cubicBezTo>
                  <a:cubicBezTo>
                    <a:pt x="120" y="195"/>
                    <a:pt x="121" y="251"/>
                    <a:pt x="121" y="309"/>
                  </a:cubicBezTo>
                  <a:cubicBezTo>
                    <a:pt x="121" y="377"/>
                    <a:pt x="83" y="440"/>
                    <a:pt x="89" y="508"/>
                  </a:cubicBezTo>
                  <a:cubicBezTo>
                    <a:pt x="91" y="520"/>
                    <a:pt x="88" y="578"/>
                    <a:pt x="72" y="574"/>
                  </a:cubicBezTo>
                  <a:cubicBezTo>
                    <a:pt x="91" y="537"/>
                    <a:pt x="65" y="509"/>
                    <a:pt x="60" y="474"/>
                  </a:cubicBezTo>
                  <a:cubicBezTo>
                    <a:pt x="65" y="471"/>
                    <a:pt x="69" y="466"/>
                    <a:pt x="72" y="464"/>
                  </a:cubicBezTo>
                  <a:cubicBezTo>
                    <a:pt x="62" y="464"/>
                    <a:pt x="52" y="470"/>
                    <a:pt x="41" y="472"/>
                  </a:cubicBezTo>
                  <a:cubicBezTo>
                    <a:pt x="25" y="475"/>
                    <a:pt x="15" y="468"/>
                    <a:pt x="0" y="467"/>
                  </a:cubicBezTo>
                  <a:cubicBezTo>
                    <a:pt x="23" y="467"/>
                    <a:pt x="55" y="465"/>
                    <a:pt x="70" y="448"/>
                  </a:cubicBezTo>
                  <a:cubicBezTo>
                    <a:pt x="94" y="423"/>
                    <a:pt x="91" y="371"/>
                    <a:pt x="91" y="339"/>
                  </a:cubicBezTo>
                  <a:cubicBezTo>
                    <a:pt x="92" y="288"/>
                    <a:pt x="103" y="238"/>
                    <a:pt x="101" y="186"/>
                  </a:cubicBezTo>
                  <a:cubicBezTo>
                    <a:pt x="99" y="133"/>
                    <a:pt x="102" y="75"/>
                    <a:pt x="89" y="24"/>
                  </a:cubicBezTo>
                </a:path>
              </a:pathLst>
            </a:custGeom>
            <a:solidFill>
              <a:srgbClr val="8E4C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8248" name="Freeform 730">
              <a:extLst>
                <a:ext uri="{FF2B5EF4-FFF2-40B4-BE49-F238E27FC236}">
                  <a16:creationId xmlns:a16="http://schemas.microsoft.com/office/drawing/2014/main" id="{D3F5FF74-A5C6-44B1-9D6B-5E9CE557B02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9" y="3810"/>
              <a:ext cx="164" cy="136"/>
            </a:xfrm>
            <a:custGeom>
              <a:avLst/>
              <a:gdLst>
                <a:gd name="T0" fmla="*/ 0 w 154"/>
                <a:gd name="T1" fmla="*/ 5 h 128"/>
                <a:gd name="T2" fmla="*/ 42 w 154"/>
                <a:gd name="T3" fmla="*/ 46 h 128"/>
                <a:gd name="T4" fmla="*/ 89 w 154"/>
                <a:gd name="T5" fmla="*/ 91 h 128"/>
                <a:gd name="T6" fmla="*/ 133 w 154"/>
                <a:gd name="T7" fmla="*/ 123 h 128"/>
                <a:gd name="T8" fmla="*/ 186 w 154"/>
                <a:gd name="T9" fmla="*/ 146 h 128"/>
                <a:gd name="T10" fmla="*/ 142 w 154"/>
                <a:gd name="T11" fmla="*/ 154 h 128"/>
                <a:gd name="T12" fmla="*/ 130 w 154"/>
                <a:gd name="T13" fmla="*/ 139 h 128"/>
                <a:gd name="T14" fmla="*/ 104 w 154"/>
                <a:gd name="T15" fmla="*/ 122 h 128"/>
                <a:gd name="T16" fmla="*/ 78 w 154"/>
                <a:gd name="T17" fmla="*/ 101 h 128"/>
                <a:gd name="T18" fmla="*/ 64 w 154"/>
                <a:gd name="T19" fmla="*/ 78 h 128"/>
                <a:gd name="T20" fmla="*/ 40 w 154"/>
                <a:gd name="T21" fmla="*/ 57 h 128"/>
                <a:gd name="T22" fmla="*/ 22 w 154"/>
                <a:gd name="T23" fmla="*/ 37 h 128"/>
                <a:gd name="T24" fmla="*/ 0 w 154"/>
                <a:gd name="T25" fmla="*/ 3 h 12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54" h="128">
                  <a:moveTo>
                    <a:pt x="0" y="5"/>
                  </a:moveTo>
                  <a:cubicBezTo>
                    <a:pt x="15" y="0"/>
                    <a:pt x="28" y="29"/>
                    <a:pt x="35" y="38"/>
                  </a:cubicBezTo>
                  <a:cubicBezTo>
                    <a:pt x="45" y="53"/>
                    <a:pt x="61" y="64"/>
                    <a:pt x="74" y="76"/>
                  </a:cubicBezTo>
                  <a:cubicBezTo>
                    <a:pt x="86" y="87"/>
                    <a:pt x="96" y="96"/>
                    <a:pt x="110" y="103"/>
                  </a:cubicBezTo>
                  <a:cubicBezTo>
                    <a:pt x="124" y="111"/>
                    <a:pt x="142" y="109"/>
                    <a:pt x="154" y="121"/>
                  </a:cubicBezTo>
                  <a:cubicBezTo>
                    <a:pt x="140" y="118"/>
                    <a:pt x="128" y="118"/>
                    <a:pt x="117" y="128"/>
                  </a:cubicBezTo>
                  <a:cubicBezTo>
                    <a:pt x="117" y="120"/>
                    <a:pt x="115" y="120"/>
                    <a:pt x="108" y="116"/>
                  </a:cubicBezTo>
                  <a:cubicBezTo>
                    <a:pt x="100" y="112"/>
                    <a:pt x="94" y="108"/>
                    <a:pt x="86" y="102"/>
                  </a:cubicBezTo>
                  <a:cubicBezTo>
                    <a:pt x="79" y="96"/>
                    <a:pt x="70" y="91"/>
                    <a:pt x="65" y="84"/>
                  </a:cubicBezTo>
                  <a:cubicBezTo>
                    <a:pt x="60" y="77"/>
                    <a:pt x="57" y="71"/>
                    <a:pt x="53" y="65"/>
                  </a:cubicBezTo>
                  <a:cubicBezTo>
                    <a:pt x="48" y="58"/>
                    <a:pt x="40" y="53"/>
                    <a:pt x="34" y="48"/>
                  </a:cubicBezTo>
                  <a:cubicBezTo>
                    <a:pt x="27" y="43"/>
                    <a:pt x="24" y="38"/>
                    <a:pt x="19" y="31"/>
                  </a:cubicBezTo>
                  <a:cubicBezTo>
                    <a:pt x="13" y="22"/>
                    <a:pt x="9" y="11"/>
                    <a:pt x="0" y="3"/>
                  </a:cubicBezTo>
                </a:path>
              </a:pathLst>
            </a:custGeom>
            <a:solidFill>
              <a:srgbClr val="8E4C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8249" name="Freeform 731">
              <a:extLst>
                <a:ext uri="{FF2B5EF4-FFF2-40B4-BE49-F238E27FC236}">
                  <a16:creationId xmlns:a16="http://schemas.microsoft.com/office/drawing/2014/main" id="{B8D0DA75-35E9-4104-930C-85D8958BDB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2" y="3775"/>
              <a:ext cx="98" cy="30"/>
            </a:xfrm>
            <a:custGeom>
              <a:avLst/>
              <a:gdLst>
                <a:gd name="T0" fmla="*/ 111 w 92"/>
                <a:gd name="T1" fmla="*/ 11 h 28"/>
                <a:gd name="T2" fmla="*/ 79 w 92"/>
                <a:gd name="T3" fmla="*/ 10 h 28"/>
                <a:gd name="T4" fmla="*/ 54 w 92"/>
                <a:gd name="T5" fmla="*/ 19 h 28"/>
                <a:gd name="T6" fmla="*/ 22 w 92"/>
                <a:gd name="T7" fmla="*/ 18 h 28"/>
                <a:gd name="T8" fmla="*/ 0 w 92"/>
                <a:gd name="T9" fmla="*/ 34 h 28"/>
                <a:gd name="T10" fmla="*/ 48 w 92"/>
                <a:gd name="T11" fmla="*/ 11 h 28"/>
                <a:gd name="T12" fmla="*/ 77 w 92"/>
                <a:gd name="T13" fmla="*/ 2 h 28"/>
                <a:gd name="T14" fmla="*/ 107 w 92"/>
                <a:gd name="T15" fmla="*/ 15 h 2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2" h="28">
                  <a:moveTo>
                    <a:pt x="92" y="8"/>
                  </a:moveTo>
                  <a:cubicBezTo>
                    <a:pt x="84" y="10"/>
                    <a:pt x="74" y="5"/>
                    <a:pt x="65" y="7"/>
                  </a:cubicBezTo>
                  <a:cubicBezTo>
                    <a:pt x="58" y="9"/>
                    <a:pt x="53" y="14"/>
                    <a:pt x="45" y="16"/>
                  </a:cubicBezTo>
                  <a:cubicBezTo>
                    <a:pt x="36" y="19"/>
                    <a:pt x="28" y="13"/>
                    <a:pt x="19" y="15"/>
                  </a:cubicBezTo>
                  <a:cubicBezTo>
                    <a:pt x="12" y="18"/>
                    <a:pt x="5" y="24"/>
                    <a:pt x="0" y="28"/>
                  </a:cubicBezTo>
                  <a:cubicBezTo>
                    <a:pt x="7" y="12"/>
                    <a:pt x="23" y="10"/>
                    <a:pt x="39" y="8"/>
                  </a:cubicBezTo>
                  <a:cubicBezTo>
                    <a:pt x="47" y="7"/>
                    <a:pt x="55" y="3"/>
                    <a:pt x="64" y="2"/>
                  </a:cubicBezTo>
                  <a:cubicBezTo>
                    <a:pt x="75" y="0"/>
                    <a:pt x="80" y="6"/>
                    <a:pt x="88" y="12"/>
                  </a:cubicBezTo>
                </a:path>
              </a:pathLst>
            </a:custGeom>
            <a:solidFill>
              <a:srgbClr val="C27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8250" name="Freeform 732">
              <a:extLst>
                <a:ext uri="{FF2B5EF4-FFF2-40B4-BE49-F238E27FC236}">
                  <a16:creationId xmlns:a16="http://schemas.microsoft.com/office/drawing/2014/main" id="{A9F09287-F405-4D0B-97EF-BE873A45F52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3" y="2495"/>
              <a:ext cx="31" cy="30"/>
            </a:xfrm>
            <a:custGeom>
              <a:avLst/>
              <a:gdLst>
                <a:gd name="T0" fmla="*/ 11 w 29"/>
                <a:gd name="T1" fmla="*/ 0 h 28"/>
                <a:gd name="T2" fmla="*/ 0 w 29"/>
                <a:gd name="T3" fmla="*/ 30 h 28"/>
                <a:gd name="T4" fmla="*/ 18 w 29"/>
                <a:gd name="T5" fmla="*/ 10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28">
                  <a:moveTo>
                    <a:pt x="8" y="0"/>
                  </a:moveTo>
                  <a:cubicBezTo>
                    <a:pt x="11" y="8"/>
                    <a:pt x="13" y="24"/>
                    <a:pt x="0" y="24"/>
                  </a:cubicBezTo>
                  <a:cubicBezTo>
                    <a:pt x="11" y="28"/>
                    <a:pt x="29" y="19"/>
                    <a:pt x="15" y="7"/>
                  </a:cubicBezTo>
                </a:path>
              </a:pathLst>
            </a:custGeom>
            <a:solidFill>
              <a:srgbClr val="8E4C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8251" name="Freeform 733">
              <a:extLst>
                <a:ext uri="{FF2B5EF4-FFF2-40B4-BE49-F238E27FC236}">
                  <a16:creationId xmlns:a16="http://schemas.microsoft.com/office/drawing/2014/main" id="{5EFFD4BB-4CA5-472F-8A3B-C67F432576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1" y="2655"/>
              <a:ext cx="330" cy="108"/>
            </a:xfrm>
            <a:custGeom>
              <a:avLst/>
              <a:gdLst>
                <a:gd name="T0" fmla="*/ 370 w 309"/>
                <a:gd name="T1" fmla="*/ 1 h 101"/>
                <a:gd name="T2" fmla="*/ 374 w 309"/>
                <a:gd name="T3" fmla="*/ 1 h 101"/>
                <a:gd name="T4" fmla="*/ 345 w 309"/>
                <a:gd name="T5" fmla="*/ 11 h 101"/>
                <a:gd name="T6" fmla="*/ 303 w 309"/>
                <a:gd name="T7" fmla="*/ 22 h 101"/>
                <a:gd name="T8" fmla="*/ 239 w 309"/>
                <a:gd name="T9" fmla="*/ 37 h 101"/>
                <a:gd name="T10" fmla="*/ 148 w 309"/>
                <a:gd name="T11" fmla="*/ 68 h 101"/>
                <a:gd name="T12" fmla="*/ 0 w 309"/>
                <a:gd name="T13" fmla="*/ 123 h 101"/>
                <a:gd name="T14" fmla="*/ 43 w 309"/>
                <a:gd name="T15" fmla="*/ 90 h 101"/>
                <a:gd name="T16" fmla="*/ 101 w 309"/>
                <a:gd name="T17" fmla="*/ 71 h 101"/>
                <a:gd name="T18" fmla="*/ 203 w 309"/>
                <a:gd name="T19" fmla="*/ 36 h 101"/>
                <a:gd name="T20" fmla="*/ 295 w 309"/>
                <a:gd name="T21" fmla="*/ 13 h 101"/>
                <a:gd name="T22" fmla="*/ 342 w 309"/>
                <a:gd name="T23" fmla="*/ 5 h 101"/>
                <a:gd name="T24" fmla="*/ 376 w 309"/>
                <a:gd name="T25" fmla="*/ 0 h 10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09" h="101">
                  <a:moveTo>
                    <a:pt x="303" y="1"/>
                  </a:moveTo>
                  <a:cubicBezTo>
                    <a:pt x="304" y="1"/>
                    <a:pt x="306" y="1"/>
                    <a:pt x="307" y="1"/>
                  </a:cubicBezTo>
                  <a:cubicBezTo>
                    <a:pt x="301" y="6"/>
                    <a:pt x="291" y="6"/>
                    <a:pt x="283" y="8"/>
                  </a:cubicBezTo>
                  <a:cubicBezTo>
                    <a:pt x="271" y="12"/>
                    <a:pt x="262" y="17"/>
                    <a:pt x="249" y="19"/>
                  </a:cubicBezTo>
                  <a:cubicBezTo>
                    <a:pt x="232" y="22"/>
                    <a:pt x="214" y="27"/>
                    <a:pt x="197" y="31"/>
                  </a:cubicBezTo>
                  <a:cubicBezTo>
                    <a:pt x="171" y="37"/>
                    <a:pt x="146" y="44"/>
                    <a:pt x="122" y="56"/>
                  </a:cubicBezTo>
                  <a:cubicBezTo>
                    <a:pt x="83" y="75"/>
                    <a:pt x="33" y="75"/>
                    <a:pt x="0" y="101"/>
                  </a:cubicBezTo>
                  <a:cubicBezTo>
                    <a:pt x="11" y="91"/>
                    <a:pt x="20" y="81"/>
                    <a:pt x="35" y="74"/>
                  </a:cubicBezTo>
                  <a:cubicBezTo>
                    <a:pt x="51" y="67"/>
                    <a:pt x="66" y="62"/>
                    <a:pt x="83" y="58"/>
                  </a:cubicBezTo>
                  <a:cubicBezTo>
                    <a:pt x="112" y="52"/>
                    <a:pt x="139" y="40"/>
                    <a:pt x="167" y="30"/>
                  </a:cubicBezTo>
                  <a:cubicBezTo>
                    <a:pt x="192" y="21"/>
                    <a:pt x="217" y="16"/>
                    <a:pt x="242" y="10"/>
                  </a:cubicBezTo>
                  <a:cubicBezTo>
                    <a:pt x="255" y="8"/>
                    <a:pt x="268" y="8"/>
                    <a:pt x="281" y="5"/>
                  </a:cubicBezTo>
                  <a:cubicBezTo>
                    <a:pt x="290" y="3"/>
                    <a:pt x="300" y="0"/>
                    <a:pt x="309" y="0"/>
                  </a:cubicBezTo>
                </a:path>
              </a:pathLst>
            </a:custGeom>
            <a:solidFill>
              <a:srgbClr val="C27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8252" name="Freeform 734">
              <a:extLst>
                <a:ext uri="{FF2B5EF4-FFF2-40B4-BE49-F238E27FC236}">
                  <a16:creationId xmlns:a16="http://schemas.microsoft.com/office/drawing/2014/main" id="{D4FFAEC6-A28F-4309-8273-006ABF84BE7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5" y="2998"/>
              <a:ext cx="115" cy="88"/>
            </a:xfrm>
            <a:custGeom>
              <a:avLst/>
              <a:gdLst>
                <a:gd name="T0" fmla="*/ 130 w 108"/>
                <a:gd name="T1" fmla="*/ 73 h 83"/>
                <a:gd name="T2" fmla="*/ 100 w 108"/>
                <a:gd name="T3" fmla="*/ 25 h 83"/>
                <a:gd name="T4" fmla="*/ 68 w 108"/>
                <a:gd name="T5" fmla="*/ 6 h 83"/>
                <a:gd name="T6" fmla="*/ 34 w 108"/>
                <a:gd name="T7" fmla="*/ 1 h 83"/>
                <a:gd name="T8" fmla="*/ 0 w 108"/>
                <a:gd name="T9" fmla="*/ 8 h 83"/>
                <a:gd name="T10" fmla="*/ 45 w 108"/>
                <a:gd name="T11" fmla="*/ 8 h 83"/>
                <a:gd name="T12" fmla="*/ 77 w 108"/>
                <a:gd name="T13" fmla="*/ 22 h 83"/>
                <a:gd name="T14" fmla="*/ 99 w 108"/>
                <a:gd name="T15" fmla="*/ 64 h 83"/>
                <a:gd name="T16" fmla="*/ 93 w 108"/>
                <a:gd name="T17" fmla="*/ 99 h 83"/>
                <a:gd name="T18" fmla="*/ 130 w 108"/>
                <a:gd name="T19" fmla="*/ 75 h 8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08" h="83">
                  <a:moveTo>
                    <a:pt x="108" y="61"/>
                  </a:moveTo>
                  <a:cubicBezTo>
                    <a:pt x="101" y="43"/>
                    <a:pt x="99" y="35"/>
                    <a:pt x="83" y="22"/>
                  </a:cubicBezTo>
                  <a:cubicBezTo>
                    <a:pt x="75" y="16"/>
                    <a:pt x="65" y="9"/>
                    <a:pt x="56" y="6"/>
                  </a:cubicBezTo>
                  <a:cubicBezTo>
                    <a:pt x="48" y="3"/>
                    <a:pt x="37" y="0"/>
                    <a:pt x="28" y="1"/>
                  </a:cubicBezTo>
                  <a:cubicBezTo>
                    <a:pt x="19" y="1"/>
                    <a:pt x="7" y="9"/>
                    <a:pt x="0" y="8"/>
                  </a:cubicBezTo>
                  <a:cubicBezTo>
                    <a:pt x="12" y="9"/>
                    <a:pt x="25" y="5"/>
                    <a:pt x="37" y="8"/>
                  </a:cubicBezTo>
                  <a:cubicBezTo>
                    <a:pt x="47" y="10"/>
                    <a:pt x="56" y="14"/>
                    <a:pt x="64" y="19"/>
                  </a:cubicBezTo>
                  <a:cubicBezTo>
                    <a:pt x="78" y="26"/>
                    <a:pt x="89" y="37"/>
                    <a:pt x="82" y="54"/>
                  </a:cubicBezTo>
                  <a:cubicBezTo>
                    <a:pt x="79" y="63"/>
                    <a:pt x="60" y="82"/>
                    <a:pt x="77" y="83"/>
                  </a:cubicBezTo>
                  <a:cubicBezTo>
                    <a:pt x="86" y="83"/>
                    <a:pt x="101" y="70"/>
                    <a:pt x="108" y="63"/>
                  </a:cubicBezTo>
                </a:path>
              </a:pathLst>
            </a:custGeom>
            <a:solidFill>
              <a:srgbClr val="8E4C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8253" name="Freeform 735">
              <a:extLst>
                <a:ext uri="{FF2B5EF4-FFF2-40B4-BE49-F238E27FC236}">
                  <a16:creationId xmlns:a16="http://schemas.microsoft.com/office/drawing/2014/main" id="{2AFF5C8C-AF8F-4EEC-84E4-81DB9251B60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0" y="2512"/>
              <a:ext cx="39" cy="149"/>
            </a:xfrm>
            <a:custGeom>
              <a:avLst/>
              <a:gdLst>
                <a:gd name="T0" fmla="*/ 41 w 37"/>
                <a:gd name="T1" fmla="*/ 0 h 139"/>
                <a:gd name="T2" fmla="*/ 42 w 37"/>
                <a:gd name="T3" fmla="*/ 102 h 139"/>
                <a:gd name="T4" fmla="*/ 37 w 37"/>
                <a:gd name="T5" fmla="*/ 149 h 139"/>
                <a:gd name="T6" fmla="*/ 0 w 37"/>
                <a:gd name="T7" fmla="*/ 172 h 139"/>
                <a:gd name="T8" fmla="*/ 34 w 37"/>
                <a:gd name="T9" fmla="*/ 135 h 139"/>
                <a:gd name="T10" fmla="*/ 30 w 37"/>
                <a:gd name="T11" fmla="*/ 87 h 139"/>
                <a:gd name="T12" fmla="*/ 37 w 37"/>
                <a:gd name="T13" fmla="*/ 5 h 13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7" h="139">
                  <a:moveTo>
                    <a:pt x="35" y="0"/>
                  </a:moveTo>
                  <a:cubicBezTo>
                    <a:pt x="24" y="29"/>
                    <a:pt x="33" y="55"/>
                    <a:pt x="36" y="83"/>
                  </a:cubicBezTo>
                  <a:cubicBezTo>
                    <a:pt x="37" y="94"/>
                    <a:pt x="37" y="111"/>
                    <a:pt x="31" y="121"/>
                  </a:cubicBezTo>
                  <a:cubicBezTo>
                    <a:pt x="24" y="132"/>
                    <a:pt x="10" y="133"/>
                    <a:pt x="0" y="139"/>
                  </a:cubicBezTo>
                  <a:cubicBezTo>
                    <a:pt x="13" y="132"/>
                    <a:pt x="23" y="124"/>
                    <a:pt x="28" y="110"/>
                  </a:cubicBezTo>
                  <a:cubicBezTo>
                    <a:pt x="32" y="97"/>
                    <a:pt x="27" y="84"/>
                    <a:pt x="26" y="71"/>
                  </a:cubicBezTo>
                  <a:cubicBezTo>
                    <a:pt x="23" y="51"/>
                    <a:pt x="16" y="21"/>
                    <a:pt x="31" y="5"/>
                  </a:cubicBezTo>
                </a:path>
              </a:pathLst>
            </a:custGeom>
            <a:solidFill>
              <a:srgbClr val="8E4C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8254" name="Freeform 736">
              <a:extLst>
                <a:ext uri="{FF2B5EF4-FFF2-40B4-BE49-F238E27FC236}">
                  <a16:creationId xmlns:a16="http://schemas.microsoft.com/office/drawing/2014/main" id="{74F04A25-0473-4444-90B5-8491B36C07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6" y="2573"/>
              <a:ext cx="51" cy="131"/>
            </a:xfrm>
            <a:custGeom>
              <a:avLst/>
              <a:gdLst>
                <a:gd name="T0" fmla="*/ 51 w 47"/>
                <a:gd name="T1" fmla="*/ 0 h 123"/>
                <a:gd name="T2" fmla="*/ 0 w 47"/>
                <a:gd name="T3" fmla="*/ 111 h 123"/>
                <a:gd name="T4" fmla="*/ 33 w 47"/>
                <a:gd name="T5" fmla="*/ 68 h 123"/>
                <a:gd name="T6" fmla="*/ 47 w 47"/>
                <a:gd name="T7" fmla="*/ 1 h 1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7" h="123">
                  <a:moveTo>
                    <a:pt x="40" y="0"/>
                  </a:moveTo>
                  <a:cubicBezTo>
                    <a:pt x="35" y="20"/>
                    <a:pt x="47" y="123"/>
                    <a:pt x="0" y="92"/>
                  </a:cubicBezTo>
                  <a:cubicBezTo>
                    <a:pt x="20" y="94"/>
                    <a:pt x="22" y="70"/>
                    <a:pt x="26" y="56"/>
                  </a:cubicBezTo>
                  <a:cubicBezTo>
                    <a:pt x="32" y="38"/>
                    <a:pt x="38" y="20"/>
                    <a:pt x="37" y="1"/>
                  </a:cubicBezTo>
                </a:path>
              </a:pathLst>
            </a:custGeom>
            <a:solidFill>
              <a:srgbClr val="C27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8255" name="Freeform 737">
              <a:extLst>
                <a:ext uri="{FF2B5EF4-FFF2-40B4-BE49-F238E27FC236}">
                  <a16:creationId xmlns:a16="http://schemas.microsoft.com/office/drawing/2014/main" id="{8578B3E3-7FBE-4B4D-B718-DD2AACD270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9" y="2161"/>
              <a:ext cx="413" cy="312"/>
            </a:xfrm>
            <a:custGeom>
              <a:avLst/>
              <a:gdLst>
                <a:gd name="T0" fmla="*/ 468 w 388"/>
                <a:gd name="T1" fmla="*/ 18 h 293"/>
                <a:gd name="T2" fmla="*/ 442 w 388"/>
                <a:gd name="T3" fmla="*/ 21 h 293"/>
                <a:gd name="T4" fmla="*/ 419 w 388"/>
                <a:gd name="T5" fmla="*/ 39 h 293"/>
                <a:gd name="T6" fmla="*/ 399 w 388"/>
                <a:gd name="T7" fmla="*/ 105 h 293"/>
                <a:gd name="T8" fmla="*/ 315 w 388"/>
                <a:gd name="T9" fmla="*/ 234 h 293"/>
                <a:gd name="T10" fmla="*/ 49 w 388"/>
                <a:gd name="T11" fmla="*/ 350 h 293"/>
                <a:gd name="T12" fmla="*/ 0 w 388"/>
                <a:gd name="T13" fmla="*/ 354 h 293"/>
                <a:gd name="T14" fmla="*/ 185 w 388"/>
                <a:gd name="T15" fmla="*/ 286 h 293"/>
                <a:gd name="T16" fmla="*/ 263 w 388"/>
                <a:gd name="T17" fmla="*/ 240 h 293"/>
                <a:gd name="T18" fmla="*/ 335 w 388"/>
                <a:gd name="T19" fmla="*/ 181 h 293"/>
                <a:gd name="T20" fmla="*/ 404 w 388"/>
                <a:gd name="T21" fmla="*/ 45 h 293"/>
                <a:gd name="T22" fmla="*/ 425 w 388"/>
                <a:gd name="T23" fmla="*/ 3 h 293"/>
                <a:gd name="T24" fmla="*/ 464 w 388"/>
                <a:gd name="T25" fmla="*/ 3 h 29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88" h="293">
                  <a:moveTo>
                    <a:pt x="388" y="15"/>
                  </a:moveTo>
                  <a:cubicBezTo>
                    <a:pt x="382" y="18"/>
                    <a:pt x="373" y="15"/>
                    <a:pt x="366" y="18"/>
                  </a:cubicBezTo>
                  <a:cubicBezTo>
                    <a:pt x="359" y="21"/>
                    <a:pt x="352" y="28"/>
                    <a:pt x="348" y="33"/>
                  </a:cubicBezTo>
                  <a:cubicBezTo>
                    <a:pt x="336" y="48"/>
                    <a:pt x="334" y="69"/>
                    <a:pt x="331" y="87"/>
                  </a:cubicBezTo>
                  <a:cubicBezTo>
                    <a:pt x="322" y="133"/>
                    <a:pt x="295" y="165"/>
                    <a:pt x="261" y="194"/>
                  </a:cubicBezTo>
                  <a:cubicBezTo>
                    <a:pt x="197" y="249"/>
                    <a:pt x="120" y="270"/>
                    <a:pt x="40" y="290"/>
                  </a:cubicBezTo>
                  <a:cubicBezTo>
                    <a:pt x="27" y="293"/>
                    <a:pt x="10" y="293"/>
                    <a:pt x="0" y="293"/>
                  </a:cubicBezTo>
                  <a:cubicBezTo>
                    <a:pt x="52" y="277"/>
                    <a:pt x="103" y="263"/>
                    <a:pt x="153" y="238"/>
                  </a:cubicBezTo>
                  <a:cubicBezTo>
                    <a:pt x="176" y="227"/>
                    <a:pt x="195" y="210"/>
                    <a:pt x="218" y="198"/>
                  </a:cubicBezTo>
                  <a:cubicBezTo>
                    <a:pt x="242" y="184"/>
                    <a:pt x="260" y="171"/>
                    <a:pt x="278" y="150"/>
                  </a:cubicBezTo>
                  <a:cubicBezTo>
                    <a:pt x="305" y="118"/>
                    <a:pt x="322" y="75"/>
                    <a:pt x="335" y="37"/>
                  </a:cubicBezTo>
                  <a:cubicBezTo>
                    <a:pt x="339" y="24"/>
                    <a:pt x="338" y="10"/>
                    <a:pt x="352" y="3"/>
                  </a:cubicBezTo>
                  <a:cubicBezTo>
                    <a:pt x="360" y="0"/>
                    <a:pt x="377" y="1"/>
                    <a:pt x="385" y="3"/>
                  </a:cubicBezTo>
                </a:path>
              </a:pathLst>
            </a:custGeom>
            <a:solidFill>
              <a:srgbClr val="C27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8256" name="Freeform 738">
              <a:extLst>
                <a:ext uri="{FF2B5EF4-FFF2-40B4-BE49-F238E27FC236}">
                  <a16:creationId xmlns:a16="http://schemas.microsoft.com/office/drawing/2014/main" id="{8FDFC293-7BCD-4711-AF41-C73EB668B2D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0" y="1965"/>
              <a:ext cx="351" cy="69"/>
            </a:xfrm>
            <a:custGeom>
              <a:avLst/>
              <a:gdLst>
                <a:gd name="T0" fmla="*/ 397 w 330"/>
                <a:gd name="T1" fmla="*/ 0 h 64"/>
                <a:gd name="T2" fmla="*/ 260 w 330"/>
                <a:gd name="T3" fmla="*/ 65 h 64"/>
                <a:gd name="T4" fmla="*/ 126 w 330"/>
                <a:gd name="T5" fmla="*/ 66 h 64"/>
                <a:gd name="T6" fmla="*/ 5 w 330"/>
                <a:gd name="T7" fmla="*/ 55 h 64"/>
                <a:gd name="T8" fmla="*/ 138 w 330"/>
                <a:gd name="T9" fmla="*/ 55 h 64"/>
                <a:gd name="T10" fmla="*/ 397 w 330"/>
                <a:gd name="T11" fmla="*/ 0 h 6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30" h="64">
                  <a:moveTo>
                    <a:pt x="330" y="0"/>
                  </a:moveTo>
                  <a:cubicBezTo>
                    <a:pt x="330" y="0"/>
                    <a:pt x="257" y="47"/>
                    <a:pt x="215" y="52"/>
                  </a:cubicBezTo>
                  <a:cubicBezTo>
                    <a:pt x="172" y="56"/>
                    <a:pt x="151" y="62"/>
                    <a:pt x="104" y="53"/>
                  </a:cubicBezTo>
                  <a:cubicBezTo>
                    <a:pt x="57" y="44"/>
                    <a:pt x="9" y="42"/>
                    <a:pt x="5" y="44"/>
                  </a:cubicBezTo>
                  <a:cubicBezTo>
                    <a:pt x="0" y="45"/>
                    <a:pt x="77" y="44"/>
                    <a:pt x="115" y="44"/>
                  </a:cubicBezTo>
                  <a:cubicBezTo>
                    <a:pt x="153" y="44"/>
                    <a:pt x="184" y="64"/>
                    <a:pt x="330" y="0"/>
                  </a:cubicBezTo>
                  <a:close/>
                </a:path>
              </a:pathLst>
            </a:custGeom>
            <a:solidFill>
              <a:srgbClr val="8E4C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8257" name="Freeform 739">
              <a:extLst>
                <a:ext uri="{FF2B5EF4-FFF2-40B4-BE49-F238E27FC236}">
                  <a16:creationId xmlns:a16="http://schemas.microsoft.com/office/drawing/2014/main" id="{F56D61D2-7163-4BA8-AA3F-198217E24E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9" y="1801"/>
              <a:ext cx="132" cy="118"/>
            </a:xfrm>
            <a:custGeom>
              <a:avLst/>
              <a:gdLst>
                <a:gd name="T0" fmla="*/ 152 w 123"/>
                <a:gd name="T1" fmla="*/ 121 h 110"/>
                <a:gd name="T2" fmla="*/ 53 w 123"/>
                <a:gd name="T3" fmla="*/ 107 h 110"/>
                <a:gd name="T4" fmla="*/ 11 w 123"/>
                <a:gd name="T5" fmla="*/ 67 h 110"/>
                <a:gd name="T6" fmla="*/ 1 w 123"/>
                <a:gd name="T7" fmla="*/ 0 h 110"/>
                <a:gd name="T8" fmla="*/ 60 w 123"/>
                <a:gd name="T9" fmla="*/ 99 h 110"/>
                <a:gd name="T10" fmla="*/ 147 w 123"/>
                <a:gd name="T11" fmla="*/ 121 h 11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3" h="110">
                  <a:moveTo>
                    <a:pt x="123" y="98"/>
                  </a:moveTo>
                  <a:cubicBezTo>
                    <a:pt x="98" y="110"/>
                    <a:pt x="65" y="99"/>
                    <a:pt x="43" y="87"/>
                  </a:cubicBezTo>
                  <a:cubicBezTo>
                    <a:pt x="30" y="81"/>
                    <a:pt x="16" y="69"/>
                    <a:pt x="8" y="54"/>
                  </a:cubicBezTo>
                  <a:cubicBezTo>
                    <a:pt x="0" y="38"/>
                    <a:pt x="6" y="18"/>
                    <a:pt x="1" y="0"/>
                  </a:cubicBezTo>
                  <a:cubicBezTo>
                    <a:pt x="16" y="28"/>
                    <a:pt x="18" y="62"/>
                    <a:pt x="48" y="80"/>
                  </a:cubicBezTo>
                  <a:cubicBezTo>
                    <a:pt x="67" y="92"/>
                    <a:pt x="97" y="92"/>
                    <a:pt x="119" y="98"/>
                  </a:cubicBezTo>
                </a:path>
              </a:pathLst>
            </a:custGeom>
            <a:solidFill>
              <a:srgbClr val="C27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8258" name="Freeform 740">
              <a:extLst>
                <a:ext uri="{FF2B5EF4-FFF2-40B4-BE49-F238E27FC236}">
                  <a16:creationId xmlns:a16="http://schemas.microsoft.com/office/drawing/2014/main" id="{6171A6CE-2250-474F-899D-93C95923639E}"/>
                </a:ext>
              </a:extLst>
            </p:cNvPr>
            <p:cNvSpPr>
              <a:spLocks/>
            </p:cNvSpPr>
            <p:nvPr/>
          </p:nvSpPr>
          <p:spPr bwMode="auto">
            <a:xfrm>
              <a:off x="830" y="1609"/>
              <a:ext cx="178" cy="221"/>
            </a:xfrm>
            <a:custGeom>
              <a:avLst/>
              <a:gdLst>
                <a:gd name="T0" fmla="*/ 203 w 167"/>
                <a:gd name="T1" fmla="*/ 35 h 207"/>
                <a:gd name="T2" fmla="*/ 131 w 167"/>
                <a:gd name="T3" fmla="*/ 61 h 207"/>
                <a:gd name="T4" fmla="*/ 84 w 167"/>
                <a:gd name="T5" fmla="*/ 0 h 207"/>
                <a:gd name="T6" fmla="*/ 30 w 167"/>
                <a:gd name="T7" fmla="*/ 52 h 207"/>
                <a:gd name="T8" fmla="*/ 2 w 167"/>
                <a:gd name="T9" fmla="*/ 133 h 207"/>
                <a:gd name="T10" fmla="*/ 30 w 167"/>
                <a:gd name="T11" fmla="*/ 203 h 207"/>
                <a:gd name="T12" fmla="*/ 103 w 167"/>
                <a:gd name="T13" fmla="*/ 249 h 207"/>
                <a:gd name="T14" fmla="*/ 151 w 167"/>
                <a:gd name="T15" fmla="*/ 195 h 207"/>
                <a:gd name="T16" fmla="*/ 166 w 167"/>
                <a:gd name="T17" fmla="*/ 141 h 207"/>
                <a:gd name="T18" fmla="*/ 192 w 167"/>
                <a:gd name="T19" fmla="*/ 62 h 20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67" h="207">
                  <a:moveTo>
                    <a:pt x="167" y="29"/>
                  </a:moveTo>
                  <a:cubicBezTo>
                    <a:pt x="149" y="37"/>
                    <a:pt x="131" y="57"/>
                    <a:pt x="108" y="50"/>
                  </a:cubicBezTo>
                  <a:cubicBezTo>
                    <a:pt x="88" y="43"/>
                    <a:pt x="87" y="0"/>
                    <a:pt x="69" y="0"/>
                  </a:cubicBezTo>
                  <a:cubicBezTo>
                    <a:pt x="58" y="1"/>
                    <a:pt x="29" y="34"/>
                    <a:pt x="24" y="43"/>
                  </a:cubicBezTo>
                  <a:cubicBezTo>
                    <a:pt x="14" y="61"/>
                    <a:pt x="4" y="91"/>
                    <a:pt x="2" y="110"/>
                  </a:cubicBezTo>
                  <a:cubicBezTo>
                    <a:pt x="0" y="134"/>
                    <a:pt x="5" y="153"/>
                    <a:pt x="24" y="167"/>
                  </a:cubicBezTo>
                  <a:cubicBezTo>
                    <a:pt x="38" y="178"/>
                    <a:pt x="67" y="202"/>
                    <a:pt x="85" y="204"/>
                  </a:cubicBezTo>
                  <a:cubicBezTo>
                    <a:pt x="109" y="207"/>
                    <a:pt x="119" y="178"/>
                    <a:pt x="125" y="160"/>
                  </a:cubicBezTo>
                  <a:cubicBezTo>
                    <a:pt x="129" y="145"/>
                    <a:pt x="132" y="131"/>
                    <a:pt x="137" y="116"/>
                  </a:cubicBezTo>
                  <a:cubicBezTo>
                    <a:pt x="141" y="101"/>
                    <a:pt x="162" y="61"/>
                    <a:pt x="159" y="51"/>
                  </a:cubicBezTo>
                </a:path>
              </a:pathLst>
            </a:custGeom>
            <a:solidFill>
              <a:srgbClr val="B069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8259" name="Freeform 741">
              <a:extLst>
                <a:ext uri="{FF2B5EF4-FFF2-40B4-BE49-F238E27FC236}">
                  <a16:creationId xmlns:a16="http://schemas.microsoft.com/office/drawing/2014/main" id="{AD3188EA-5BD3-4199-8170-4269324026E6}"/>
                </a:ext>
              </a:extLst>
            </p:cNvPr>
            <p:cNvSpPr>
              <a:spLocks/>
            </p:cNvSpPr>
            <p:nvPr/>
          </p:nvSpPr>
          <p:spPr bwMode="auto">
            <a:xfrm>
              <a:off x="851" y="1512"/>
              <a:ext cx="119" cy="180"/>
            </a:xfrm>
            <a:custGeom>
              <a:avLst/>
              <a:gdLst>
                <a:gd name="T0" fmla="*/ 106 w 112"/>
                <a:gd name="T1" fmla="*/ 164 h 169"/>
                <a:gd name="T2" fmla="*/ 134 w 112"/>
                <a:gd name="T3" fmla="*/ 70 h 169"/>
                <a:gd name="T4" fmla="*/ 90 w 112"/>
                <a:gd name="T5" fmla="*/ 19 h 169"/>
                <a:gd name="T6" fmla="*/ 50 w 112"/>
                <a:gd name="T7" fmla="*/ 23 h 169"/>
                <a:gd name="T8" fmla="*/ 0 w 112"/>
                <a:gd name="T9" fmla="*/ 204 h 16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2" h="169">
                  <a:moveTo>
                    <a:pt x="88" y="136"/>
                  </a:moveTo>
                  <a:cubicBezTo>
                    <a:pt x="67" y="95"/>
                    <a:pt x="76" y="79"/>
                    <a:pt x="112" y="58"/>
                  </a:cubicBezTo>
                  <a:cubicBezTo>
                    <a:pt x="103" y="45"/>
                    <a:pt x="87" y="28"/>
                    <a:pt x="75" y="16"/>
                  </a:cubicBezTo>
                  <a:cubicBezTo>
                    <a:pt x="61" y="0"/>
                    <a:pt x="54" y="3"/>
                    <a:pt x="41" y="20"/>
                  </a:cubicBezTo>
                  <a:cubicBezTo>
                    <a:pt x="9" y="62"/>
                    <a:pt x="1" y="115"/>
                    <a:pt x="0" y="169"/>
                  </a:cubicBezTo>
                </a:path>
              </a:pathLst>
            </a:custGeom>
            <a:solidFill>
              <a:srgbClr val="B069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8260" name="Freeform 742">
              <a:extLst>
                <a:ext uri="{FF2B5EF4-FFF2-40B4-BE49-F238E27FC236}">
                  <a16:creationId xmlns:a16="http://schemas.microsoft.com/office/drawing/2014/main" id="{0D0DA1AC-7400-4736-8EAE-4B5832AEF6AD}"/>
                </a:ext>
              </a:extLst>
            </p:cNvPr>
            <p:cNvSpPr>
              <a:spLocks/>
            </p:cNvSpPr>
            <p:nvPr/>
          </p:nvSpPr>
          <p:spPr bwMode="auto">
            <a:xfrm>
              <a:off x="916" y="1269"/>
              <a:ext cx="231" cy="264"/>
            </a:xfrm>
            <a:custGeom>
              <a:avLst/>
              <a:gdLst>
                <a:gd name="T0" fmla="*/ 18 w 217"/>
                <a:gd name="T1" fmla="*/ 301 h 247"/>
                <a:gd name="T2" fmla="*/ 59 w 217"/>
                <a:gd name="T3" fmla="*/ 250 h 247"/>
                <a:gd name="T4" fmla="*/ 119 w 217"/>
                <a:gd name="T5" fmla="*/ 251 h 247"/>
                <a:gd name="T6" fmla="*/ 161 w 217"/>
                <a:gd name="T7" fmla="*/ 172 h 247"/>
                <a:gd name="T8" fmla="*/ 247 w 217"/>
                <a:gd name="T9" fmla="*/ 65 h 247"/>
                <a:gd name="T10" fmla="*/ 214 w 217"/>
                <a:gd name="T11" fmla="*/ 4 h 247"/>
                <a:gd name="T12" fmla="*/ 106 w 217"/>
                <a:gd name="T13" fmla="*/ 77 h 247"/>
                <a:gd name="T14" fmla="*/ 39 w 217"/>
                <a:gd name="T15" fmla="*/ 172 h 247"/>
                <a:gd name="T16" fmla="*/ 0 w 217"/>
                <a:gd name="T17" fmla="*/ 289 h 24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17" h="247">
                  <a:moveTo>
                    <a:pt x="15" y="247"/>
                  </a:moveTo>
                  <a:cubicBezTo>
                    <a:pt x="18" y="226"/>
                    <a:pt x="28" y="210"/>
                    <a:pt x="49" y="205"/>
                  </a:cubicBezTo>
                  <a:cubicBezTo>
                    <a:pt x="69" y="200"/>
                    <a:pt x="85" y="217"/>
                    <a:pt x="99" y="206"/>
                  </a:cubicBezTo>
                  <a:cubicBezTo>
                    <a:pt x="113" y="195"/>
                    <a:pt x="122" y="157"/>
                    <a:pt x="133" y="141"/>
                  </a:cubicBezTo>
                  <a:cubicBezTo>
                    <a:pt x="153" y="114"/>
                    <a:pt x="192" y="84"/>
                    <a:pt x="205" y="53"/>
                  </a:cubicBezTo>
                  <a:cubicBezTo>
                    <a:pt x="217" y="26"/>
                    <a:pt x="209" y="0"/>
                    <a:pt x="178" y="4"/>
                  </a:cubicBezTo>
                  <a:cubicBezTo>
                    <a:pt x="141" y="8"/>
                    <a:pt x="112" y="38"/>
                    <a:pt x="88" y="63"/>
                  </a:cubicBezTo>
                  <a:cubicBezTo>
                    <a:pt x="65" y="88"/>
                    <a:pt x="45" y="110"/>
                    <a:pt x="33" y="141"/>
                  </a:cubicBezTo>
                  <a:cubicBezTo>
                    <a:pt x="22" y="171"/>
                    <a:pt x="17" y="212"/>
                    <a:pt x="0" y="237"/>
                  </a:cubicBezTo>
                </a:path>
              </a:pathLst>
            </a:custGeom>
            <a:solidFill>
              <a:srgbClr val="B069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8261" name="Freeform 743">
              <a:extLst>
                <a:ext uri="{FF2B5EF4-FFF2-40B4-BE49-F238E27FC236}">
                  <a16:creationId xmlns:a16="http://schemas.microsoft.com/office/drawing/2014/main" id="{2F4AAC13-4112-4605-B268-0D49775DF4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8" y="1207"/>
              <a:ext cx="384" cy="230"/>
            </a:xfrm>
            <a:custGeom>
              <a:avLst/>
              <a:gdLst>
                <a:gd name="T0" fmla="*/ 41 w 361"/>
                <a:gd name="T1" fmla="*/ 263 h 215"/>
                <a:gd name="T2" fmla="*/ 82 w 361"/>
                <a:gd name="T3" fmla="*/ 223 h 215"/>
                <a:gd name="T4" fmla="*/ 155 w 361"/>
                <a:gd name="T5" fmla="*/ 186 h 215"/>
                <a:gd name="T6" fmla="*/ 340 w 361"/>
                <a:gd name="T7" fmla="*/ 138 h 215"/>
                <a:gd name="T8" fmla="*/ 421 w 361"/>
                <a:gd name="T9" fmla="*/ 35 h 215"/>
                <a:gd name="T10" fmla="*/ 362 w 361"/>
                <a:gd name="T11" fmla="*/ 1 h 215"/>
                <a:gd name="T12" fmla="*/ 87 w 361"/>
                <a:gd name="T13" fmla="*/ 82 h 215"/>
                <a:gd name="T14" fmla="*/ 0 w 361"/>
                <a:gd name="T15" fmla="*/ 181 h 21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61" h="215">
                  <a:moveTo>
                    <a:pt x="35" y="215"/>
                  </a:moveTo>
                  <a:cubicBezTo>
                    <a:pt x="44" y="211"/>
                    <a:pt x="57" y="190"/>
                    <a:pt x="68" y="181"/>
                  </a:cubicBezTo>
                  <a:cubicBezTo>
                    <a:pt x="87" y="164"/>
                    <a:pt x="105" y="159"/>
                    <a:pt x="129" y="152"/>
                  </a:cubicBezTo>
                  <a:cubicBezTo>
                    <a:pt x="181" y="138"/>
                    <a:pt x="233" y="134"/>
                    <a:pt x="283" y="113"/>
                  </a:cubicBezTo>
                  <a:cubicBezTo>
                    <a:pt x="311" y="101"/>
                    <a:pt x="361" y="67"/>
                    <a:pt x="350" y="29"/>
                  </a:cubicBezTo>
                  <a:cubicBezTo>
                    <a:pt x="344" y="10"/>
                    <a:pt x="321" y="1"/>
                    <a:pt x="301" y="1"/>
                  </a:cubicBezTo>
                  <a:cubicBezTo>
                    <a:pt x="220" y="0"/>
                    <a:pt x="141" y="27"/>
                    <a:pt x="72" y="67"/>
                  </a:cubicBezTo>
                  <a:cubicBezTo>
                    <a:pt x="39" y="86"/>
                    <a:pt x="23" y="117"/>
                    <a:pt x="0" y="148"/>
                  </a:cubicBezTo>
                </a:path>
              </a:pathLst>
            </a:custGeom>
            <a:solidFill>
              <a:srgbClr val="B069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8262" name="Freeform 744">
              <a:extLst>
                <a:ext uri="{FF2B5EF4-FFF2-40B4-BE49-F238E27FC236}">
                  <a16:creationId xmlns:a16="http://schemas.microsoft.com/office/drawing/2014/main" id="{C7810FDE-5A4D-40E1-9E63-0F1843D967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5" y="1307"/>
              <a:ext cx="416" cy="558"/>
            </a:xfrm>
            <a:custGeom>
              <a:avLst/>
              <a:gdLst>
                <a:gd name="T0" fmla="*/ 281 w 390"/>
                <a:gd name="T1" fmla="*/ 30 h 524"/>
                <a:gd name="T2" fmla="*/ 207 w 390"/>
                <a:gd name="T3" fmla="*/ 81 h 524"/>
                <a:gd name="T4" fmla="*/ 121 w 390"/>
                <a:gd name="T5" fmla="*/ 124 h 524"/>
                <a:gd name="T6" fmla="*/ 22 w 390"/>
                <a:gd name="T7" fmla="*/ 227 h 524"/>
                <a:gd name="T8" fmla="*/ 49 w 390"/>
                <a:gd name="T9" fmla="*/ 373 h 524"/>
                <a:gd name="T10" fmla="*/ 63 w 390"/>
                <a:gd name="T11" fmla="*/ 500 h 524"/>
                <a:gd name="T12" fmla="*/ 127 w 390"/>
                <a:gd name="T13" fmla="*/ 571 h 524"/>
                <a:gd name="T14" fmla="*/ 226 w 390"/>
                <a:gd name="T15" fmla="*/ 565 h 524"/>
                <a:gd name="T16" fmla="*/ 302 w 390"/>
                <a:gd name="T17" fmla="*/ 614 h 524"/>
                <a:gd name="T18" fmla="*/ 407 w 390"/>
                <a:gd name="T19" fmla="*/ 606 h 524"/>
                <a:gd name="T20" fmla="*/ 463 w 390"/>
                <a:gd name="T21" fmla="*/ 570 h 524"/>
                <a:gd name="T22" fmla="*/ 467 w 390"/>
                <a:gd name="T23" fmla="*/ 483 h 524"/>
                <a:gd name="T24" fmla="*/ 443 w 390"/>
                <a:gd name="T25" fmla="*/ 263 h 524"/>
                <a:gd name="T26" fmla="*/ 394 w 390"/>
                <a:gd name="T27" fmla="*/ 67 h 524"/>
                <a:gd name="T28" fmla="*/ 278 w 390"/>
                <a:gd name="T29" fmla="*/ 26 h 52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390" h="524">
                  <a:moveTo>
                    <a:pt x="232" y="24"/>
                  </a:moveTo>
                  <a:cubicBezTo>
                    <a:pt x="211" y="38"/>
                    <a:pt x="191" y="54"/>
                    <a:pt x="171" y="67"/>
                  </a:cubicBezTo>
                  <a:cubicBezTo>
                    <a:pt x="148" y="82"/>
                    <a:pt x="121" y="87"/>
                    <a:pt x="99" y="102"/>
                  </a:cubicBezTo>
                  <a:cubicBezTo>
                    <a:pt x="72" y="121"/>
                    <a:pt x="34" y="158"/>
                    <a:pt x="19" y="188"/>
                  </a:cubicBezTo>
                  <a:cubicBezTo>
                    <a:pt x="0" y="228"/>
                    <a:pt x="30" y="269"/>
                    <a:pt x="40" y="309"/>
                  </a:cubicBezTo>
                  <a:cubicBezTo>
                    <a:pt x="48" y="344"/>
                    <a:pt x="50" y="378"/>
                    <a:pt x="52" y="414"/>
                  </a:cubicBezTo>
                  <a:cubicBezTo>
                    <a:pt x="54" y="453"/>
                    <a:pt x="65" y="471"/>
                    <a:pt x="105" y="472"/>
                  </a:cubicBezTo>
                  <a:cubicBezTo>
                    <a:pt x="133" y="473"/>
                    <a:pt x="160" y="461"/>
                    <a:pt x="187" y="469"/>
                  </a:cubicBezTo>
                  <a:cubicBezTo>
                    <a:pt x="213" y="477"/>
                    <a:pt x="226" y="497"/>
                    <a:pt x="248" y="509"/>
                  </a:cubicBezTo>
                  <a:cubicBezTo>
                    <a:pt x="277" y="524"/>
                    <a:pt x="308" y="514"/>
                    <a:pt x="336" y="501"/>
                  </a:cubicBezTo>
                  <a:cubicBezTo>
                    <a:pt x="351" y="494"/>
                    <a:pt x="374" y="485"/>
                    <a:pt x="382" y="471"/>
                  </a:cubicBezTo>
                  <a:cubicBezTo>
                    <a:pt x="390" y="454"/>
                    <a:pt x="386" y="419"/>
                    <a:pt x="385" y="400"/>
                  </a:cubicBezTo>
                  <a:cubicBezTo>
                    <a:pt x="380" y="339"/>
                    <a:pt x="372" y="279"/>
                    <a:pt x="365" y="218"/>
                  </a:cubicBezTo>
                  <a:cubicBezTo>
                    <a:pt x="358" y="163"/>
                    <a:pt x="351" y="104"/>
                    <a:pt x="324" y="55"/>
                  </a:cubicBezTo>
                  <a:cubicBezTo>
                    <a:pt x="306" y="22"/>
                    <a:pt x="268" y="0"/>
                    <a:pt x="230" y="22"/>
                  </a:cubicBezTo>
                </a:path>
              </a:pathLst>
            </a:custGeom>
            <a:solidFill>
              <a:srgbClr val="B069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8263" name="Freeform 745">
              <a:extLst>
                <a:ext uri="{FF2B5EF4-FFF2-40B4-BE49-F238E27FC236}">
                  <a16:creationId xmlns:a16="http://schemas.microsoft.com/office/drawing/2014/main" id="{7651BDF6-D766-4F76-AF32-C37C2827BF5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7" y="1901"/>
              <a:ext cx="281" cy="94"/>
            </a:xfrm>
            <a:custGeom>
              <a:avLst/>
              <a:gdLst>
                <a:gd name="T0" fmla="*/ 4 w 264"/>
                <a:gd name="T1" fmla="*/ 40 h 88"/>
                <a:gd name="T2" fmla="*/ 0 w 264"/>
                <a:gd name="T3" fmla="*/ 35 h 88"/>
                <a:gd name="T4" fmla="*/ 90 w 264"/>
                <a:gd name="T5" fmla="*/ 83 h 88"/>
                <a:gd name="T6" fmla="*/ 182 w 264"/>
                <a:gd name="T7" fmla="*/ 105 h 88"/>
                <a:gd name="T8" fmla="*/ 263 w 264"/>
                <a:gd name="T9" fmla="*/ 101 h 88"/>
                <a:gd name="T10" fmla="*/ 315 w 264"/>
                <a:gd name="T11" fmla="*/ 47 h 88"/>
                <a:gd name="T12" fmla="*/ 11 w 264"/>
                <a:gd name="T13" fmla="*/ 37 h 8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4" h="88">
                  <a:moveTo>
                    <a:pt x="4" y="33"/>
                  </a:moveTo>
                  <a:cubicBezTo>
                    <a:pt x="1" y="31"/>
                    <a:pt x="2" y="29"/>
                    <a:pt x="0" y="29"/>
                  </a:cubicBezTo>
                  <a:cubicBezTo>
                    <a:pt x="10" y="46"/>
                    <a:pt x="56" y="61"/>
                    <a:pt x="75" y="68"/>
                  </a:cubicBezTo>
                  <a:cubicBezTo>
                    <a:pt x="99" y="77"/>
                    <a:pt x="125" y="84"/>
                    <a:pt x="151" y="86"/>
                  </a:cubicBezTo>
                  <a:cubicBezTo>
                    <a:pt x="172" y="88"/>
                    <a:pt x="198" y="88"/>
                    <a:pt x="218" y="83"/>
                  </a:cubicBezTo>
                  <a:cubicBezTo>
                    <a:pt x="236" y="79"/>
                    <a:pt x="264" y="60"/>
                    <a:pt x="261" y="38"/>
                  </a:cubicBezTo>
                  <a:cubicBezTo>
                    <a:pt x="257" y="0"/>
                    <a:pt x="51" y="47"/>
                    <a:pt x="8" y="31"/>
                  </a:cubicBezTo>
                </a:path>
              </a:pathLst>
            </a:custGeom>
            <a:solidFill>
              <a:srgbClr val="B069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8264" name="Freeform 746">
              <a:extLst>
                <a:ext uri="{FF2B5EF4-FFF2-40B4-BE49-F238E27FC236}">
                  <a16:creationId xmlns:a16="http://schemas.microsoft.com/office/drawing/2014/main" id="{800388C7-5DCC-47B8-A349-1A088304408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1" y="1864"/>
              <a:ext cx="499" cy="452"/>
            </a:xfrm>
            <a:custGeom>
              <a:avLst/>
              <a:gdLst>
                <a:gd name="T0" fmla="*/ 306 w 468"/>
                <a:gd name="T1" fmla="*/ 90 h 424"/>
                <a:gd name="T2" fmla="*/ 237 w 468"/>
                <a:gd name="T3" fmla="*/ 145 h 424"/>
                <a:gd name="T4" fmla="*/ 419 w 468"/>
                <a:gd name="T5" fmla="*/ 248 h 424"/>
                <a:gd name="T6" fmla="*/ 557 w 468"/>
                <a:gd name="T7" fmla="*/ 417 h 424"/>
                <a:gd name="T8" fmla="*/ 395 w 468"/>
                <a:gd name="T9" fmla="*/ 514 h 424"/>
                <a:gd name="T10" fmla="*/ 269 w 468"/>
                <a:gd name="T11" fmla="*/ 491 h 424"/>
                <a:gd name="T12" fmla="*/ 198 w 468"/>
                <a:gd name="T13" fmla="*/ 426 h 424"/>
                <a:gd name="T14" fmla="*/ 93 w 468"/>
                <a:gd name="T15" fmla="*/ 298 h 424"/>
                <a:gd name="T16" fmla="*/ 17 w 468"/>
                <a:gd name="T17" fmla="*/ 291 h 424"/>
                <a:gd name="T18" fmla="*/ 0 w 468"/>
                <a:gd name="T19" fmla="*/ 187 h 424"/>
                <a:gd name="T20" fmla="*/ 62 w 468"/>
                <a:gd name="T21" fmla="*/ 0 h 424"/>
                <a:gd name="T22" fmla="*/ 116 w 468"/>
                <a:gd name="T23" fmla="*/ 12 h 424"/>
                <a:gd name="T24" fmla="*/ 204 w 468"/>
                <a:gd name="T25" fmla="*/ 50 h 424"/>
                <a:gd name="T26" fmla="*/ 254 w 468"/>
                <a:gd name="T27" fmla="*/ 71 h 424"/>
                <a:gd name="T28" fmla="*/ 290 w 468"/>
                <a:gd name="T29" fmla="*/ 80 h 42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468" h="424">
                  <a:moveTo>
                    <a:pt x="252" y="74"/>
                  </a:moveTo>
                  <a:cubicBezTo>
                    <a:pt x="221" y="49"/>
                    <a:pt x="163" y="84"/>
                    <a:pt x="195" y="120"/>
                  </a:cubicBezTo>
                  <a:cubicBezTo>
                    <a:pt x="235" y="167"/>
                    <a:pt x="288" y="186"/>
                    <a:pt x="346" y="205"/>
                  </a:cubicBezTo>
                  <a:cubicBezTo>
                    <a:pt x="405" y="225"/>
                    <a:pt x="468" y="273"/>
                    <a:pt x="460" y="344"/>
                  </a:cubicBezTo>
                  <a:cubicBezTo>
                    <a:pt x="453" y="407"/>
                    <a:pt x="377" y="423"/>
                    <a:pt x="325" y="424"/>
                  </a:cubicBezTo>
                  <a:cubicBezTo>
                    <a:pt x="291" y="424"/>
                    <a:pt x="253" y="413"/>
                    <a:pt x="221" y="405"/>
                  </a:cubicBezTo>
                  <a:cubicBezTo>
                    <a:pt x="190" y="398"/>
                    <a:pt x="178" y="378"/>
                    <a:pt x="163" y="352"/>
                  </a:cubicBezTo>
                  <a:cubicBezTo>
                    <a:pt x="143" y="315"/>
                    <a:pt x="121" y="260"/>
                    <a:pt x="77" y="247"/>
                  </a:cubicBezTo>
                  <a:cubicBezTo>
                    <a:pt x="60" y="242"/>
                    <a:pt x="25" y="250"/>
                    <a:pt x="14" y="240"/>
                  </a:cubicBezTo>
                  <a:cubicBezTo>
                    <a:pt x="0" y="226"/>
                    <a:pt x="0" y="173"/>
                    <a:pt x="0" y="154"/>
                  </a:cubicBezTo>
                  <a:cubicBezTo>
                    <a:pt x="0" y="100"/>
                    <a:pt x="11" y="39"/>
                    <a:pt x="51" y="0"/>
                  </a:cubicBezTo>
                  <a:cubicBezTo>
                    <a:pt x="63" y="8"/>
                    <a:pt x="82" y="5"/>
                    <a:pt x="96" y="9"/>
                  </a:cubicBezTo>
                  <a:cubicBezTo>
                    <a:pt x="121" y="16"/>
                    <a:pt x="144" y="30"/>
                    <a:pt x="168" y="41"/>
                  </a:cubicBezTo>
                  <a:cubicBezTo>
                    <a:pt x="181" y="48"/>
                    <a:pt x="196" y="56"/>
                    <a:pt x="209" y="59"/>
                  </a:cubicBezTo>
                  <a:cubicBezTo>
                    <a:pt x="220" y="62"/>
                    <a:pt x="234" y="59"/>
                    <a:pt x="239" y="66"/>
                  </a:cubicBezTo>
                </a:path>
              </a:pathLst>
            </a:custGeom>
            <a:solidFill>
              <a:srgbClr val="B069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8265" name="Freeform 747">
              <a:extLst>
                <a:ext uri="{FF2B5EF4-FFF2-40B4-BE49-F238E27FC236}">
                  <a16:creationId xmlns:a16="http://schemas.microsoft.com/office/drawing/2014/main" id="{EB17F8E3-3AD4-4F8E-9CD8-AC4C92465AE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6" y="2163"/>
              <a:ext cx="225" cy="244"/>
            </a:xfrm>
            <a:custGeom>
              <a:avLst/>
              <a:gdLst>
                <a:gd name="T0" fmla="*/ 255 w 211"/>
                <a:gd name="T1" fmla="*/ 142 h 229"/>
                <a:gd name="T2" fmla="*/ 204 w 211"/>
                <a:gd name="T3" fmla="*/ 200 h 229"/>
                <a:gd name="T4" fmla="*/ 256 w 211"/>
                <a:gd name="T5" fmla="*/ 277 h 229"/>
                <a:gd name="T6" fmla="*/ 182 w 211"/>
                <a:gd name="T7" fmla="*/ 237 h 229"/>
                <a:gd name="T8" fmla="*/ 110 w 211"/>
                <a:gd name="T9" fmla="*/ 193 h 229"/>
                <a:gd name="T10" fmla="*/ 27 w 211"/>
                <a:gd name="T11" fmla="*/ 0 h 2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1" h="229">
                  <a:moveTo>
                    <a:pt x="210" y="117"/>
                  </a:moveTo>
                  <a:cubicBezTo>
                    <a:pt x="187" y="124"/>
                    <a:pt x="167" y="139"/>
                    <a:pt x="168" y="165"/>
                  </a:cubicBezTo>
                  <a:cubicBezTo>
                    <a:pt x="170" y="196"/>
                    <a:pt x="208" y="204"/>
                    <a:pt x="211" y="229"/>
                  </a:cubicBezTo>
                  <a:cubicBezTo>
                    <a:pt x="193" y="228"/>
                    <a:pt x="167" y="204"/>
                    <a:pt x="150" y="195"/>
                  </a:cubicBezTo>
                  <a:cubicBezTo>
                    <a:pt x="131" y="184"/>
                    <a:pt x="108" y="174"/>
                    <a:pt x="91" y="160"/>
                  </a:cubicBezTo>
                  <a:cubicBezTo>
                    <a:pt x="47" y="126"/>
                    <a:pt x="0" y="56"/>
                    <a:pt x="22" y="0"/>
                  </a:cubicBezTo>
                </a:path>
              </a:pathLst>
            </a:custGeom>
            <a:solidFill>
              <a:srgbClr val="B069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8266" name="Freeform 748">
              <a:extLst>
                <a:ext uri="{FF2B5EF4-FFF2-40B4-BE49-F238E27FC236}">
                  <a16:creationId xmlns:a16="http://schemas.microsoft.com/office/drawing/2014/main" id="{BB33A9AE-52E1-4406-B338-85C108ED959C}"/>
                </a:ext>
              </a:extLst>
            </p:cNvPr>
            <p:cNvSpPr>
              <a:spLocks/>
            </p:cNvSpPr>
            <p:nvPr/>
          </p:nvSpPr>
          <p:spPr bwMode="auto">
            <a:xfrm>
              <a:off x="971" y="2307"/>
              <a:ext cx="239" cy="326"/>
            </a:xfrm>
            <a:custGeom>
              <a:avLst/>
              <a:gdLst>
                <a:gd name="T0" fmla="*/ 257 w 224"/>
                <a:gd name="T1" fmla="*/ 213 h 306"/>
                <a:gd name="T2" fmla="*/ 160 w 224"/>
                <a:gd name="T3" fmla="*/ 72 h 306"/>
                <a:gd name="T4" fmla="*/ 54 w 224"/>
                <a:gd name="T5" fmla="*/ 3 h 306"/>
                <a:gd name="T6" fmla="*/ 21 w 224"/>
                <a:gd name="T7" fmla="*/ 131 h 306"/>
                <a:gd name="T8" fmla="*/ 114 w 224"/>
                <a:gd name="T9" fmla="*/ 351 h 306"/>
                <a:gd name="T10" fmla="*/ 251 w 224"/>
                <a:gd name="T11" fmla="*/ 203 h 30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4" h="306">
                  <a:moveTo>
                    <a:pt x="212" y="176"/>
                  </a:moveTo>
                  <a:cubicBezTo>
                    <a:pt x="224" y="124"/>
                    <a:pt x="167" y="90"/>
                    <a:pt x="132" y="60"/>
                  </a:cubicBezTo>
                  <a:cubicBezTo>
                    <a:pt x="112" y="43"/>
                    <a:pt x="73" y="4"/>
                    <a:pt x="45" y="3"/>
                  </a:cubicBezTo>
                  <a:cubicBezTo>
                    <a:pt x="0" y="0"/>
                    <a:pt x="17" y="83"/>
                    <a:pt x="18" y="108"/>
                  </a:cubicBezTo>
                  <a:cubicBezTo>
                    <a:pt x="20" y="173"/>
                    <a:pt x="13" y="271"/>
                    <a:pt x="94" y="290"/>
                  </a:cubicBezTo>
                  <a:cubicBezTo>
                    <a:pt x="160" y="306"/>
                    <a:pt x="189" y="216"/>
                    <a:pt x="206" y="168"/>
                  </a:cubicBezTo>
                </a:path>
              </a:pathLst>
            </a:custGeom>
            <a:solidFill>
              <a:srgbClr val="B069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8267" name="Freeform 749">
              <a:extLst>
                <a:ext uri="{FF2B5EF4-FFF2-40B4-BE49-F238E27FC236}">
                  <a16:creationId xmlns:a16="http://schemas.microsoft.com/office/drawing/2014/main" id="{6D479986-C519-4719-96E4-415B675CA0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4" y="2456"/>
              <a:ext cx="445" cy="289"/>
            </a:xfrm>
            <a:custGeom>
              <a:avLst/>
              <a:gdLst>
                <a:gd name="T0" fmla="*/ 0 w 418"/>
                <a:gd name="T1" fmla="*/ 158 h 271"/>
                <a:gd name="T2" fmla="*/ 275 w 418"/>
                <a:gd name="T3" fmla="*/ 218 h 271"/>
                <a:gd name="T4" fmla="*/ 367 w 418"/>
                <a:gd name="T5" fmla="*/ 259 h 271"/>
                <a:gd name="T6" fmla="*/ 456 w 418"/>
                <a:gd name="T7" fmla="*/ 316 h 271"/>
                <a:gd name="T8" fmla="*/ 480 w 418"/>
                <a:gd name="T9" fmla="*/ 319 h 271"/>
                <a:gd name="T10" fmla="*/ 451 w 418"/>
                <a:gd name="T11" fmla="*/ 270 h 271"/>
                <a:gd name="T12" fmla="*/ 442 w 418"/>
                <a:gd name="T13" fmla="*/ 219 h 271"/>
                <a:gd name="T14" fmla="*/ 419 w 418"/>
                <a:gd name="T15" fmla="*/ 150 h 271"/>
                <a:gd name="T16" fmla="*/ 304 w 418"/>
                <a:gd name="T17" fmla="*/ 89 h 271"/>
                <a:gd name="T18" fmla="*/ 183 w 418"/>
                <a:gd name="T19" fmla="*/ 113 h 271"/>
                <a:gd name="T20" fmla="*/ 126 w 418"/>
                <a:gd name="T21" fmla="*/ 79 h 271"/>
                <a:gd name="T22" fmla="*/ 126 w 418"/>
                <a:gd name="T23" fmla="*/ 0 h 27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18" h="271">
                  <a:moveTo>
                    <a:pt x="0" y="130"/>
                  </a:moveTo>
                  <a:cubicBezTo>
                    <a:pt x="62" y="181"/>
                    <a:pt x="154" y="162"/>
                    <a:pt x="227" y="179"/>
                  </a:cubicBezTo>
                  <a:cubicBezTo>
                    <a:pt x="255" y="186"/>
                    <a:pt x="277" y="204"/>
                    <a:pt x="304" y="214"/>
                  </a:cubicBezTo>
                  <a:cubicBezTo>
                    <a:pt x="333" y="224"/>
                    <a:pt x="351" y="247"/>
                    <a:pt x="378" y="261"/>
                  </a:cubicBezTo>
                  <a:cubicBezTo>
                    <a:pt x="387" y="266"/>
                    <a:pt x="388" y="271"/>
                    <a:pt x="398" y="263"/>
                  </a:cubicBezTo>
                  <a:cubicBezTo>
                    <a:pt x="418" y="246"/>
                    <a:pt x="385" y="231"/>
                    <a:pt x="374" y="222"/>
                  </a:cubicBezTo>
                  <a:cubicBezTo>
                    <a:pt x="357" y="209"/>
                    <a:pt x="373" y="199"/>
                    <a:pt x="366" y="180"/>
                  </a:cubicBezTo>
                  <a:cubicBezTo>
                    <a:pt x="359" y="163"/>
                    <a:pt x="358" y="139"/>
                    <a:pt x="348" y="124"/>
                  </a:cubicBezTo>
                  <a:cubicBezTo>
                    <a:pt x="333" y="102"/>
                    <a:pt x="281" y="80"/>
                    <a:pt x="253" y="73"/>
                  </a:cubicBezTo>
                  <a:cubicBezTo>
                    <a:pt x="214" y="63"/>
                    <a:pt x="189" y="81"/>
                    <a:pt x="152" y="93"/>
                  </a:cubicBezTo>
                  <a:cubicBezTo>
                    <a:pt x="127" y="102"/>
                    <a:pt x="104" y="97"/>
                    <a:pt x="104" y="65"/>
                  </a:cubicBezTo>
                  <a:cubicBezTo>
                    <a:pt x="104" y="35"/>
                    <a:pt x="132" y="25"/>
                    <a:pt x="104" y="0"/>
                  </a:cubicBezTo>
                </a:path>
              </a:pathLst>
            </a:custGeom>
            <a:solidFill>
              <a:srgbClr val="B069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8268" name="Freeform 750">
              <a:extLst>
                <a:ext uri="{FF2B5EF4-FFF2-40B4-BE49-F238E27FC236}">
                  <a16:creationId xmlns:a16="http://schemas.microsoft.com/office/drawing/2014/main" id="{4A88932F-6D25-4E1B-9DEC-83FAFB788B59}"/>
                </a:ext>
              </a:extLst>
            </p:cNvPr>
            <p:cNvSpPr>
              <a:spLocks/>
            </p:cNvSpPr>
            <p:nvPr/>
          </p:nvSpPr>
          <p:spPr bwMode="auto">
            <a:xfrm>
              <a:off x="987" y="2689"/>
              <a:ext cx="500" cy="316"/>
            </a:xfrm>
            <a:custGeom>
              <a:avLst/>
              <a:gdLst>
                <a:gd name="T0" fmla="*/ 214 w 469"/>
                <a:gd name="T1" fmla="*/ 21 h 296"/>
                <a:gd name="T2" fmla="*/ 85 w 469"/>
                <a:gd name="T3" fmla="*/ 1 h 296"/>
                <a:gd name="T4" fmla="*/ 3 w 469"/>
                <a:gd name="T5" fmla="*/ 113 h 296"/>
                <a:gd name="T6" fmla="*/ 57 w 469"/>
                <a:gd name="T7" fmla="*/ 266 h 296"/>
                <a:gd name="T8" fmla="*/ 189 w 469"/>
                <a:gd name="T9" fmla="*/ 288 h 296"/>
                <a:gd name="T10" fmla="*/ 354 w 469"/>
                <a:gd name="T11" fmla="*/ 307 h 296"/>
                <a:gd name="T12" fmla="*/ 489 w 469"/>
                <a:gd name="T13" fmla="*/ 358 h 296"/>
                <a:gd name="T14" fmla="*/ 549 w 469"/>
                <a:gd name="T15" fmla="*/ 341 h 296"/>
                <a:gd name="T16" fmla="*/ 545 w 469"/>
                <a:gd name="T17" fmla="*/ 249 h 296"/>
                <a:gd name="T18" fmla="*/ 428 w 469"/>
                <a:gd name="T19" fmla="*/ 131 h 296"/>
                <a:gd name="T20" fmla="*/ 289 w 469"/>
                <a:gd name="T21" fmla="*/ 56 h 296"/>
                <a:gd name="T22" fmla="*/ 214 w 469"/>
                <a:gd name="T23" fmla="*/ 27 h 29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69" h="296">
                  <a:moveTo>
                    <a:pt x="177" y="18"/>
                  </a:moveTo>
                  <a:cubicBezTo>
                    <a:pt x="146" y="8"/>
                    <a:pt x="103" y="0"/>
                    <a:pt x="70" y="1"/>
                  </a:cubicBezTo>
                  <a:cubicBezTo>
                    <a:pt x="25" y="4"/>
                    <a:pt x="0" y="51"/>
                    <a:pt x="3" y="93"/>
                  </a:cubicBezTo>
                  <a:cubicBezTo>
                    <a:pt x="5" y="131"/>
                    <a:pt x="19" y="191"/>
                    <a:pt x="47" y="218"/>
                  </a:cubicBezTo>
                  <a:cubicBezTo>
                    <a:pt x="80" y="249"/>
                    <a:pt x="116" y="244"/>
                    <a:pt x="156" y="237"/>
                  </a:cubicBezTo>
                  <a:cubicBezTo>
                    <a:pt x="207" y="228"/>
                    <a:pt x="244" y="237"/>
                    <a:pt x="292" y="253"/>
                  </a:cubicBezTo>
                  <a:cubicBezTo>
                    <a:pt x="329" y="266"/>
                    <a:pt x="364" y="290"/>
                    <a:pt x="404" y="294"/>
                  </a:cubicBezTo>
                  <a:cubicBezTo>
                    <a:pt x="423" y="296"/>
                    <a:pt x="442" y="296"/>
                    <a:pt x="453" y="280"/>
                  </a:cubicBezTo>
                  <a:cubicBezTo>
                    <a:pt x="469" y="255"/>
                    <a:pt x="463" y="227"/>
                    <a:pt x="449" y="204"/>
                  </a:cubicBezTo>
                  <a:cubicBezTo>
                    <a:pt x="425" y="164"/>
                    <a:pt x="394" y="131"/>
                    <a:pt x="353" y="108"/>
                  </a:cubicBezTo>
                  <a:cubicBezTo>
                    <a:pt x="314" y="87"/>
                    <a:pt x="279" y="61"/>
                    <a:pt x="238" y="46"/>
                  </a:cubicBezTo>
                  <a:cubicBezTo>
                    <a:pt x="217" y="38"/>
                    <a:pt x="197" y="30"/>
                    <a:pt x="177" y="22"/>
                  </a:cubicBezTo>
                </a:path>
              </a:pathLst>
            </a:custGeom>
            <a:solidFill>
              <a:srgbClr val="B069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8269" name="Freeform 751">
              <a:extLst>
                <a:ext uri="{FF2B5EF4-FFF2-40B4-BE49-F238E27FC236}">
                  <a16:creationId xmlns:a16="http://schemas.microsoft.com/office/drawing/2014/main" id="{B5475EAC-9CDC-4D21-88C8-7E2EEB2FC20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7" y="3010"/>
              <a:ext cx="177" cy="97"/>
            </a:xfrm>
            <a:custGeom>
              <a:avLst/>
              <a:gdLst>
                <a:gd name="T0" fmla="*/ 117 w 166"/>
                <a:gd name="T1" fmla="*/ 16 h 91"/>
                <a:gd name="T2" fmla="*/ 34 w 166"/>
                <a:gd name="T3" fmla="*/ 18 h 91"/>
                <a:gd name="T4" fmla="*/ 63 w 166"/>
                <a:gd name="T5" fmla="*/ 86 h 91"/>
                <a:gd name="T6" fmla="*/ 175 w 166"/>
                <a:gd name="T7" fmla="*/ 82 h 91"/>
                <a:gd name="T8" fmla="*/ 103 w 166"/>
                <a:gd name="T9" fmla="*/ 22 h 9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6" h="91">
                  <a:moveTo>
                    <a:pt x="97" y="13"/>
                  </a:moveTo>
                  <a:cubicBezTo>
                    <a:pt x="77" y="21"/>
                    <a:pt x="47" y="0"/>
                    <a:pt x="28" y="15"/>
                  </a:cubicBezTo>
                  <a:cubicBezTo>
                    <a:pt x="0" y="37"/>
                    <a:pt x="32" y="62"/>
                    <a:pt x="52" y="71"/>
                  </a:cubicBezTo>
                  <a:cubicBezTo>
                    <a:pt x="74" y="80"/>
                    <a:pt x="125" y="91"/>
                    <a:pt x="144" y="68"/>
                  </a:cubicBezTo>
                  <a:cubicBezTo>
                    <a:pt x="166" y="41"/>
                    <a:pt x="95" y="11"/>
                    <a:pt x="85" y="19"/>
                  </a:cubicBezTo>
                </a:path>
              </a:pathLst>
            </a:custGeom>
            <a:solidFill>
              <a:srgbClr val="B069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8270" name="Freeform 752">
              <a:extLst>
                <a:ext uri="{FF2B5EF4-FFF2-40B4-BE49-F238E27FC236}">
                  <a16:creationId xmlns:a16="http://schemas.microsoft.com/office/drawing/2014/main" id="{4EE7F958-BD2B-4392-A2A7-8D6D25029F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9" y="3114"/>
              <a:ext cx="340" cy="501"/>
            </a:xfrm>
            <a:custGeom>
              <a:avLst/>
              <a:gdLst>
                <a:gd name="T0" fmla="*/ 372 w 319"/>
                <a:gd name="T1" fmla="*/ 104 h 470"/>
                <a:gd name="T2" fmla="*/ 252 w 319"/>
                <a:gd name="T3" fmla="*/ 97 h 470"/>
                <a:gd name="T4" fmla="*/ 141 w 319"/>
                <a:gd name="T5" fmla="*/ 80 h 470"/>
                <a:gd name="T6" fmla="*/ 74 w 319"/>
                <a:gd name="T7" fmla="*/ 48 h 470"/>
                <a:gd name="T8" fmla="*/ 32 w 319"/>
                <a:gd name="T9" fmla="*/ 0 h 470"/>
                <a:gd name="T10" fmla="*/ 42 w 319"/>
                <a:gd name="T11" fmla="*/ 131 h 470"/>
                <a:gd name="T12" fmla="*/ 21 w 319"/>
                <a:gd name="T13" fmla="*/ 303 h 470"/>
                <a:gd name="T14" fmla="*/ 59 w 319"/>
                <a:gd name="T15" fmla="*/ 530 h 470"/>
                <a:gd name="T16" fmla="*/ 197 w 319"/>
                <a:gd name="T17" fmla="*/ 568 h 470"/>
                <a:gd name="T18" fmla="*/ 311 w 319"/>
                <a:gd name="T19" fmla="*/ 433 h 470"/>
                <a:gd name="T20" fmla="*/ 375 w 319"/>
                <a:gd name="T21" fmla="*/ 260 h 470"/>
                <a:gd name="T22" fmla="*/ 384 w 319"/>
                <a:gd name="T23" fmla="*/ 187 h 470"/>
                <a:gd name="T24" fmla="*/ 369 w 319"/>
                <a:gd name="T25" fmla="*/ 109 h 47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19" h="470">
                  <a:moveTo>
                    <a:pt x="307" y="86"/>
                  </a:moveTo>
                  <a:cubicBezTo>
                    <a:pt x="276" y="76"/>
                    <a:pt x="239" y="83"/>
                    <a:pt x="207" y="80"/>
                  </a:cubicBezTo>
                  <a:cubicBezTo>
                    <a:pt x="176" y="77"/>
                    <a:pt x="145" y="74"/>
                    <a:pt x="116" y="66"/>
                  </a:cubicBezTo>
                  <a:cubicBezTo>
                    <a:pt x="97" y="60"/>
                    <a:pt x="76" y="53"/>
                    <a:pt x="61" y="39"/>
                  </a:cubicBezTo>
                  <a:cubicBezTo>
                    <a:pt x="49" y="27"/>
                    <a:pt x="41" y="9"/>
                    <a:pt x="26" y="0"/>
                  </a:cubicBezTo>
                  <a:cubicBezTo>
                    <a:pt x="10" y="28"/>
                    <a:pt x="37" y="76"/>
                    <a:pt x="35" y="108"/>
                  </a:cubicBezTo>
                  <a:cubicBezTo>
                    <a:pt x="32" y="156"/>
                    <a:pt x="21" y="203"/>
                    <a:pt x="18" y="250"/>
                  </a:cubicBezTo>
                  <a:cubicBezTo>
                    <a:pt x="15" y="303"/>
                    <a:pt x="0" y="399"/>
                    <a:pt x="49" y="437"/>
                  </a:cubicBezTo>
                  <a:cubicBezTo>
                    <a:pt x="81" y="461"/>
                    <a:pt x="125" y="470"/>
                    <a:pt x="163" y="469"/>
                  </a:cubicBezTo>
                  <a:cubicBezTo>
                    <a:pt x="218" y="466"/>
                    <a:pt x="239" y="401"/>
                    <a:pt x="257" y="357"/>
                  </a:cubicBezTo>
                  <a:cubicBezTo>
                    <a:pt x="276" y="310"/>
                    <a:pt x="297" y="263"/>
                    <a:pt x="310" y="215"/>
                  </a:cubicBezTo>
                  <a:cubicBezTo>
                    <a:pt x="316" y="194"/>
                    <a:pt x="319" y="174"/>
                    <a:pt x="317" y="154"/>
                  </a:cubicBezTo>
                  <a:cubicBezTo>
                    <a:pt x="316" y="131"/>
                    <a:pt x="307" y="111"/>
                    <a:pt x="305" y="90"/>
                  </a:cubicBezTo>
                </a:path>
              </a:pathLst>
            </a:custGeom>
            <a:solidFill>
              <a:srgbClr val="B069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8271" name="Freeform 753">
              <a:extLst>
                <a:ext uri="{FF2B5EF4-FFF2-40B4-BE49-F238E27FC236}">
                  <a16:creationId xmlns:a16="http://schemas.microsoft.com/office/drawing/2014/main" id="{5F63D078-6C32-4A44-AFF9-CAFC8A2646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1" y="3697"/>
              <a:ext cx="152" cy="87"/>
            </a:xfrm>
            <a:custGeom>
              <a:avLst/>
              <a:gdLst>
                <a:gd name="T0" fmla="*/ 84 w 143"/>
                <a:gd name="T1" fmla="*/ 7 h 82"/>
                <a:gd name="T2" fmla="*/ 12 w 143"/>
                <a:gd name="T3" fmla="*/ 32 h 82"/>
                <a:gd name="T4" fmla="*/ 84 w 143"/>
                <a:gd name="T5" fmla="*/ 55 h 82"/>
                <a:gd name="T6" fmla="*/ 172 w 143"/>
                <a:gd name="T7" fmla="*/ 48 h 82"/>
                <a:gd name="T8" fmla="*/ 77 w 143"/>
                <a:gd name="T9" fmla="*/ 15 h 8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3" h="82">
                  <a:moveTo>
                    <a:pt x="70" y="7"/>
                  </a:moveTo>
                  <a:cubicBezTo>
                    <a:pt x="51" y="0"/>
                    <a:pt x="16" y="1"/>
                    <a:pt x="9" y="26"/>
                  </a:cubicBezTo>
                  <a:cubicBezTo>
                    <a:pt x="0" y="58"/>
                    <a:pt x="50" y="41"/>
                    <a:pt x="70" y="46"/>
                  </a:cubicBezTo>
                  <a:cubicBezTo>
                    <a:pt x="88" y="52"/>
                    <a:pt x="143" y="82"/>
                    <a:pt x="143" y="40"/>
                  </a:cubicBezTo>
                  <a:cubicBezTo>
                    <a:pt x="143" y="14"/>
                    <a:pt x="80" y="3"/>
                    <a:pt x="64" y="12"/>
                  </a:cubicBezTo>
                </a:path>
              </a:pathLst>
            </a:custGeom>
            <a:solidFill>
              <a:srgbClr val="B069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8272" name="Freeform 754">
              <a:extLst>
                <a:ext uri="{FF2B5EF4-FFF2-40B4-BE49-F238E27FC236}">
                  <a16:creationId xmlns:a16="http://schemas.microsoft.com/office/drawing/2014/main" id="{7E770BC8-6640-44F9-9988-4CFA6299828E}"/>
                </a:ext>
              </a:extLst>
            </p:cNvPr>
            <p:cNvSpPr>
              <a:spLocks/>
            </p:cNvSpPr>
            <p:nvPr/>
          </p:nvSpPr>
          <p:spPr bwMode="auto">
            <a:xfrm>
              <a:off x="969" y="3817"/>
              <a:ext cx="219" cy="158"/>
            </a:xfrm>
            <a:custGeom>
              <a:avLst/>
              <a:gdLst>
                <a:gd name="T0" fmla="*/ 238 w 205"/>
                <a:gd name="T1" fmla="*/ 22 h 148"/>
                <a:gd name="T2" fmla="*/ 239 w 205"/>
                <a:gd name="T3" fmla="*/ 61 h 148"/>
                <a:gd name="T4" fmla="*/ 199 w 205"/>
                <a:gd name="T5" fmla="*/ 64 h 148"/>
                <a:gd name="T6" fmla="*/ 112 w 205"/>
                <a:gd name="T7" fmla="*/ 85 h 148"/>
                <a:gd name="T8" fmla="*/ 0 w 205"/>
                <a:gd name="T9" fmla="*/ 140 h 148"/>
                <a:gd name="T10" fmla="*/ 41 w 205"/>
                <a:gd name="T11" fmla="*/ 91 h 148"/>
                <a:gd name="T12" fmla="*/ 93 w 205"/>
                <a:gd name="T13" fmla="*/ 22 h 148"/>
                <a:gd name="T14" fmla="*/ 137 w 205"/>
                <a:gd name="T15" fmla="*/ 11 h 148"/>
                <a:gd name="T16" fmla="*/ 234 w 205"/>
                <a:gd name="T17" fmla="*/ 7 h 14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5" h="148">
                  <a:moveTo>
                    <a:pt x="196" y="19"/>
                  </a:moveTo>
                  <a:cubicBezTo>
                    <a:pt x="205" y="24"/>
                    <a:pt x="205" y="42"/>
                    <a:pt x="197" y="50"/>
                  </a:cubicBezTo>
                  <a:cubicBezTo>
                    <a:pt x="187" y="61"/>
                    <a:pt x="175" y="54"/>
                    <a:pt x="163" y="52"/>
                  </a:cubicBezTo>
                  <a:cubicBezTo>
                    <a:pt x="132" y="48"/>
                    <a:pt x="115" y="50"/>
                    <a:pt x="92" y="70"/>
                  </a:cubicBezTo>
                  <a:cubicBezTo>
                    <a:pt x="67" y="91"/>
                    <a:pt x="32" y="148"/>
                    <a:pt x="0" y="115"/>
                  </a:cubicBezTo>
                  <a:cubicBezTo>
                    <a:pt x="10" y="99"/>
                    <a:pt x="21" y="88"/>
                    <a:pt x="34" y="75"/>
                  </a:cubicBezTo>
                  <a:cubicBezTo>
                    <a:pt x="50" y="58"/>
                    <a:pt x="59" y="35"/>
                    <a:pt x="76" y="19"/>
                  </a:cubicBezTo>
                  <a:cubicBezTo>
                    <a:pt x="90" y="5"/>
                    <a:pt x="91" y="7"/>
                    <a:pt x="112" y="8"/>
                  </a:cubicBezTo>
                  <a:cubicBezTo>
                    <a:pt x="136" y="11"/>
                    <a:pt x="170" y="0"/>
                    <a:pt x="192" y="7"/>
                  </a:cubicBezTo>
                </a:path>
              </a:pathLst>
            </a:custGeom>
            <a:solidFill>
              <a:srgbClr val="B069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8273" name="Freeform 755">
              <a:extLst>
                <a:ext uri="{FF2B5EF4-FFF2-40B4-BE49-F238E27FC236}">
                  <a16:creationId xmlns:a16="http://schemas.microsoft.com/office/drawing/2014/main" id="{1591D3DB-C765-4068-A203-C1F1C60B1A54}"/>
                </a:ext>
              </a:extLst>
            </p:cNvPr>
            <p:cNvSpPr>
              <a:spLocks/>
            </p:cNvSpPr>
            <p:nvPr/>
          </p:nvSpPr>
          <p:spPr bwMode="auto">
            <a:xfrm>
              <a:off x="808" y="1772"/>
              <a:ext cx="116" cy="184"/>
            </a:xfrm>
            <a:custGeom>
              <a:avLst/>
              <a:gdLst>
                <a:gd name="T0" fmla="*/ 64 w 108"/>
                <a:gd name="T1" fmla="*/ 0 h 172"/>
                <a:gd name="T2" fmla="*/ 85 w 108"/>
                <a:gd name="T3" fmla="*/ 66 h 172"/>
                <a:gd name="T4" fmla="*/ 67 w 108"/>
                <a:gd name="T5" fmla="*/ 120 h 172"/>
                <a:gd name="T6" fmla="*/ 6 w 108"/>
                <a:gd name="T7" fmla="*/ 93 h 172"/>
                <a:gd name="T8" fmla="*/ 120 w 108"/>
                <a:gd name="T9" fmla="*/ 196 h 172"/>
                <a:gd name="T10" fmla="*/ 128 w 108"/>
                <a:gd name="T11" fmla="*/ 165 h 172"/>
                <a:gd name="T12" fmla="*/ 103 w 108"/>
                <a:gd name="T13" fmla="*/ 129 h 172"/>
                <a:gd name="T14" fmla="*/ 122 w 108"/>
                <a:gd name="T15" fmla="*/ 35 h 17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8" h="172">
                  <a:moveTo>
                    <a:pt x="52" y="0"/>
                  </a:moveTo>
                  <a:cubicBezTo>
                    <a:pt x="53" y="18"/>
                    <a:pt x="68" y="33"/>
                    <a:pt x="69" y="54"/>
                  </a:cubicBezTo>
                  <a:cubicBezTo>
                    <a:pt x="69" y="72"/>
                    <a:pt x="61" y="83"/>
                    <a:pt x="54" y="98"/>
                  </a:cubicBezTo>
                  <a:cubicBezTo>
                    <a:pt x="37" y="94"/>
                    <a:pt x="22" y="81"/>
                    <a:pt x="6" y="76"/>
                  </a:cubicBezTo>
                  <a:cubicBezTo>
                    <a:pt x="0" y="100"/>
                    <a:pt x="72" y="172"/>
                    <a:pt x="97" y="160"/>
                  </a:cubicBezTo>
                  <a:cubicBezTo>
                    <a:pt x="108" y="156"/>
                    <a:pt x="107" y="142"/>
                    <a:pt x="103" y="135"/>
                  </a:cubicBezTo>
                  <a:cubicBezTo>
                    <a:pt x="94" y="120"/>
                    <a:pt x="85" y="129"/>
                    <a:pt x="83" y="106"/>
                  </a:cubicBezTo>
                  <a:cubicBezTo>
                    <a:pt x="80" y="79"/>
                    <a:pt x="91" y="54"/>
                    <a:pt x="99" y="29"/>
                  </a:cubicBezTo>
                </a:path>
              </a:pathLst>
            </a:custGeom>
            <a:solidFill>
              <a:srgbClr val="B069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8274" name="Freeform 756">
              <a:extLst>
                <a:ext uri="{FF2B5EF4-FFF2-40B4-BE49-F238E27FC236}">
                  <a16:creationId xmlns:a16="http://schemas.microsoft.com/office/drawing/2014/main" id="{506A1339-DF7C-41E9-8FC4-DE1E4E073051}"/>
                </a:ext>
              </a:extLst>
            </p:cNvPr>
            <p:cNvSpPr>
              <a:spLocks/>
            </p:cNvSpPr>
            <p:nvPr/>
          </p:nvSpPr>
          <p:spPr bwMode="auto">
            <a:xfrm>
              <a:off x="742" y="1947"/>
              <a:ext cx="191" cy="223"/>
            </a:xfrm>
            <a:custGeom>
              <a:avLst/>
              <a:gdLst>
                <a:gd name="T0" fmla="*/ 48 w 179"/>
                <a:gd name="T1" fmla="*/ 0 h 209"/>
                <a:gd name="T2" fmla="*/ 116 w 179"/>
                <a:gd name="T3" fmla="*/ 41 h 209"/>
                <a:gd name="T4" fmla="*/ 184 w 179"/>
                <a:gd name="T5" fmla="*/ 41 h 209"/>
                <a:gd name="T6" fmla="*/ 171 w 179"/>
                <a:gd name="T7" fmla="*/ 165 h 209"/>
                <a:gd name="T8" fmla="*/ 80 w 179"/>
                <a:gd name="T9" fmla="*/ 194 h 209"/>
                <a:gd name="T10" fmla="*/ 0 w 179"/>
                <a:gd name="T11" fmla="*/ 243 h 209"/>
                <a:gd name="T12" fmla="*/ 32 w 179"/>
                <a:gd name="T13" fmla="*/ 186 h 209"/>
                <a:gd name="T14" fmla="*/ 31 w 179"/>
                <a:gd name="T15" fmla="*/ 126 h 209"/>
                <a:gd name="T16" fmla="*/ 42 w 179"/>
                <a:gd name="T17" fmla="*/ 11 h 20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79" h="209">
                  <a:moveTo>
                    <a:pt x="39" y="0"/>
                  </a:moveTo>
                  <a:cubicBezTo>
                    <a:pt x="51" y="17"/>
                    <a:pt x="76" y="32"/>
                    <a:pt x="96" y="34"/>
                  </a:cubicBezTo>
                  <a:cubicBezTo>
                    <a:pt x="112" y="36"/>
                    <a:pt x="137" y="26"/>
                    <a:pt x="151" y="34"/>
                  </a:cubicBezTo>
                  <a:cubicBezTo>
                    <a:pt x="179" y="50"/>
                    <a:pt x="153" y="116"/>
                    <a:pt x="141" y="136"/>
                  </a:cubicBezTo>
                  <a:cubicBezTo>
                    <a:pt x="121" y="167"/>
                    <a:pt x="94" y="145"/>
                    <a:pt x="66" y="160"/>
                  </a:cubicBezTo>
                  <a:cubicBezTo>
                    <a:pt x="44" y="172"/>
                    <a:pt x="29" y="209"/>
                    <a:pt x="0" y="201"/>
                  </a:cubicBezTo>
                  <a:cubicBezTo>
                    <a:pt x="2" y="185"/>
                    <a:pt x="20" y="169"/>
                    <a:pt x="26" y="153"/>
                  </a:cubicBezTo>
                  <a:cubicBezTo>
                    <a:pt x="35" y="132"/>
                    <a:pt x="30" y="124"/>
                    <a:pt x="25" y="104"/>
                  </a:cubicBezTo>
                  <a:cubicBezTo>
                    <a:pt x="16" y="72"/>
                    <a:pt x="27" y="38"/>
                    <a:pt x="35" y="8"/>
                  </a:cubicBezTo>
                </a:path>
              </a:pathLst>
            </a:custGeom>
            <a:solidFill>
              <a:srgbClr val="B069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8275" name="Freeform 757">
              <a:extLst>
                <a:ext uri="{FF2B5EF4-FFF2-40B4-BE49-F238E27FC236}">
                  <a16:creationId xmlns:a16="http://schemas.microsoft.com/office/drawing/2014/main" id="{B62D9BE6-688D-44F7-AA14-F7F6C7B9CC2A}"/>
                </a:ext>
              </a:extLst>
            </p:cNvPr>
            <p:cNvSpPr>
              <a:spLocks/>
            </p:cNvSpPr>
            <p:nvPr/>
          </p:nvSpPr>
          <p:spPr bwMode="auto">
            <a:xfrm>
              <a:off x="710" y="2220"/>
              <a:ext cx="135" cy="163"/>
            </a:xfrm>
            <a:custGeom>
              <a:avLst/>
              <a:gdLst>
                <a:gd name="T0" fmla="*/ 117 w 126"/>
                <a:gd name="T1" fmla="*/ 17 h 153"/>
                <a:gd name="T2" fmla="*/ 57 w 126"/>
                <a:gd name="T3" fmla="*/ 4 h 153"/>
                <a:gd name="T4" fmla="*/ 30 w 126"/>
                <a:gd name="T5" fmla="*/ 62 h 153"/>
                <a:gd name="T6" fmla="*/ 27 w 126"/>
                <a:gd name="T7" fmla="*/ 185 h 153"/>
                <a:gd name="T8" fmla="*/ 117 w 126"/>
                <a:gd name="T9" fmla="*/ 115 h 153"/>
                <a:gd name="T10" fmla="*/ 153 w 126"/>
                <a:gd name="T11" fmla="*/ 99 h 153"/>
                <a:gd name="T12" fmla="*/ 115 w 126"/>
                <a:gd name="T13" fmla="*/ 19 h 15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6" h="153">
                  <a:moveTo>
                    <a:pt x="95" y="14"/>
                  </a:moveTo>
                  <a:cubicBezTo>
                    <a:pt x="83" y="12"/>
                    <a:pt x="59" y="0"/>
                    <a:pt x="46" y="4"/>
                  </a:cubicBezTo>
                  <a:cubicBezTo>
                    <a:pt x="26" y="10"/>
                    <a:pt x="25" y="34"/>
                    <a:pt x="24" y="51"/>
                  </a:cubicBezTo>
                  <a:cubicBezTo>
                    <a:pt x="22" y="81"/>
                    <a:pt x="0" y="130"/>
                    <a:pt x="21" y="153"/>
                  </a:cubicBezTo>
                  <a:cubicBezTo>
                    <a:pt x="47" y="139"/>
                    <a:pt x="53" y="44"/>
                    <a:pt x="95" y="95"/>
                  </a:cubicBezTo>
                  <a:cubicBezTo>
                    <a:pt x="111" y="115"/>
                    <a:pt x="122" y="110"/>
                    <a:pt x="124" y="82"/>
                  </a:cubicBezTo>
                  <a:cubicBezTo>
                    <a:pt x="126" y="49"/>
                    <a:pt x="110" y="39"/>
                    <a:pt x="93" y="16"/>
                  </a:cubicBezTo>
                </a:path>
              </a:pathLst>
            </a:custGeom>
            <a:solidFill>
              <a:srgbClr val="B069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8276" name="Freeform 758">
              <a:extLst>
                <a:ext uri="{FF2B5EF4-FFF2-40B4-BE49-F238E27FC236}">
                  <a16:creationId xmlns:a16="http://schemas.microsoft.com/office/drawing/2014/main" id="{BE05E6F1-B252-4771-A39C-BD71218E54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4" y="1609"/>
              <a:ext cx="178" cy="221"/>
            </a:xfrm>
            <a:custGeom>
              <a:avLst/>
              <a:gdLst>
                <a:gd name="T0" fmla="*/ 0 w 167"/>
                <a:gd name="T1" fmla="*/ 35 h 207"/>
                <a:gd name="T2" fmla="*/ 71 w 167"/>
                <a:gd name="T3" fmla="*/ 61 h 207"/>
                <a:gd name="T4" fmla="*/ 118 w 167"/>
                <a:gd name="T5" fmla="*/ 0 h 207"/>
                <a:gd name="T6" fmla="*/ 173 w 167"/>
                <a:gd name="T7" fmla="*/ 52 h 207"/>
                <a:gd name="T8" fmla="*/ 200 w 167"/>
                <a:gd name="T9" fmla="*/ 133 h 207"/>
                <a:gd name="T10" fmla="*/ 174 w 167"/>
                <a:gd name="T11" fmla="*/ 203 h 207"/>
                <a:gd name="T12" fmla="*/ 99 w 167"/>
                <a:gd name="T13" fmla="*/ 249 h 207"/>
                <a:gd name="T14" fmla="*/ 51 w 167"/>
                <a:gd name="T15" fmla="*/ 195 h 207"/>
                <a:gd name="T16" fmla="*/ 37 w 167"/>
                <a:gd name="T17" fmla="*/ 141 h 207"/>
                <a:gd name="T18" fmla="*/ 11 w 167"/>
                <a:gd name="T19" fmla="*/ 62 h 20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67" h="207">
                  <a:moveTo>
                    <a:pt x="0" y="29"/>
                  </a:moveTo>
                  <a:cubicBezTo>
                    <a:pt x="18" y="37"/>
                    <a:pt x="37" y="57"/>
                    <a:pt x="59" y="50"/>
                  </a:cubicBezTo>
                  <a:cubicBezTo>
                    <a:pt x="79" y="43"/>
                    <a:pt x="80" y="0"/>
                    <a:pt x="98" y="0"/>
                  </a:cubicBezTo>
                  <a:cubicBezTo>
                    <a:pt x="110" y="1"/>
                    <a:pt x="138" y="34"/>
                    <a:pt x="143" y="43"/>
                  </a:cubicBezTo>
                  <a:cubicBezTo>
                    <a:pt x="153" y="61"/>
                    <a:pt x="163" y="91"/>
                    <a:pt x="165" y="110"/>
                  </a:cubicBezTo>
                  <a:cubicBezTo>
                    <a:pt x="167" y="134"/>
                    <a:pt x="162" y="153"/>
                    <a:pt x="144" y="167"/>
                  </a:cubicBezTo>
                  <a:cubicBezTo>
                    <a:pt x="130" y="178"/>
                    <a:pt x="100" y="202"/>
                    <a:pt x="82" y="204"/>
                  </a:cubicBezTo>
                  <a:cubicBezTo>
                    <a:pt x="59" y="207"/>
                    <a:pt x="48" y="178"/>
                    <a:pt x="42" y="160"/>
                  </a:cubicBezTo>
                  <a:cubicBezTo>
                    <a:pt x="38" y="145"/>
                    <a:pt x="35" y="131"/>
                    <a:pt x="31" y="116"/>
                  </a:cubicBezTo>
                  <a:cubicBezTo>
                    <a:pt x="26" y="101"/>
                    <a:pt x="5" y="61"/>
                    <a:pt x="8" y="51"/>
                  </a:cubicBezTo>
                </a:path>
              </a:pathLst>
            </a:custGeom>
            <a:solidFill>
              <a:srgbClr val="B069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8277" name="Freeform 759">
              <a:extLst>
                <a:ext uri="{FF2B5EF4-FFF2-40B4-BE49-F238E27FC236}">
                  <a16:creationId xmlns:a16="http://schemas.microsoft.com/office/drawing/2014/main" id="{08CBF304-610F-4DB4-8D0A-4B62D13CC1B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1" y="1512"/>
              <a:ext cx="119" cy="180"/>
            </a:xfrm>
            <a:custGeom>
              <a:avLst/>
              <a:gdLst>
                <a:gd name="T0" fmla="*/ 30 w 112"/>
                <a:gd name="T1" fmla="*/ 164 h 169"/>
                <a:gd name="T2" fmla="*/ 0 w 112"/>
                <a:gd name="T3" fmla="*/ 70 h 169"/>
                <a:gd name="T4" fmla="*/ 44 w 112"/>
                <a:gd name="T5" fmla="*/ 19 h 169"/>
                <a:gd name="T6" fmla="*/ 85 w 112"/>
                <a:gd name="T7" fmla="*/ 23 h 169"/>
                <a:gd name="T8" fmla="*/ 134 w 112"/>
                <a:gd name="T9" fmla="*/ 204 h 16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2" h="169">
                  <a:moveTo>
                    <a:pt x="24" y="136"/>
                  </a:moveTo>
                  <a:cubicBezTo>
                    <a:pt x="45" y="95"/>
                    <a:pt x="36" y="79"/>
                    <a:pt x="0" y="58"/>
                  </a:cubicBezTo>
                  <a:cubicBezTo>
                    <a:pt x="9" y="45"/>
                    <a:pt x="26" y="28"/>
                    <a:pt x="37" y="16"/>
                  </a:cubicBezTo>
                  <a:cubicBezTo>
                    <a:pt x="51" y="0"/>
                    <a:pt x="58" y="3"/>
                    <a:pt x="71" y="20"/>
                  </a:cubicBezTo>
                  <a:cubicBezTo>
                    <a:pt x="104" y="62"/>
                    <a:pt x="112" y="115"/>
                    <a:pt x="112" y="169"/>
                  </a:cubicBezTo>
                </a:path>
              </a:pathLst>
            </a:custGeom>
            <a:solidFill>
              <a:srgbClr val="B069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8278" name="Freeform 760">
              <a:extLst>
                <a:ext uri="{FF2B5EF4-FFF2-40B4-BE49-F238E27FC236}">
                  <a16:creationId xmlns:a16="http://schemas.microsoft.com/office/drawing/2014/main" id="{9812913A-FAE4-463D-BE5B-1ED4B41AAE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5" y="1269"/>
              <a:ext cx="230" cy="264"/>
            </a:xfrm>
            <a:custGeom>
              <a:avLst/>
              <a:gdLst>
                <a:gd name="T0" fmla="*/ 243 w 216"/>
                <a:gd name="T1" fmla="*/ 301 h 247"/>
                <a:gd name="T2" fmla="*/ 202 w 216"/>
                <a:gd name="T3" fmla="*/ 250 h 247"/>
                <a:gd name="T4" fmla="*/ 143 w 216"/>
                <a:gd name="T5" fmla="*/ 251 h 247"/>
                <a:gd name="T6" fmla="*/ 100 w 216"/>
                <a:gd name="T7" fmla="*/ 172 h 247"/>
                <a:gd name="T8" fmla="*/ 14 w 216"/>
                <a:gd name="T9" fmla="*/ 65 h 247"/>
                <a:gd name="T10" fmla="*/ 46 w 216"/>
                <a:gd name="T11" fmla="*/ 4 h 247"/>
                <a:gd name="T12" fmla="*/ 154 w 216"/>
                <a:gd name="T13" fmla="*/ 77 h 247"/>
                <a:gd name="T14" fmla="*/ 221 w 216"/>
                <a:gd name="T15" fmla="*/ 172 h 247"/>
                <a:gd name="T16" fmla="*/ 261 w 216"/>
                <a:gd name="T17" fmla="*/ 289 h 24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16" h="247">
                  <a:moveTo>
                    <a:pt x="201" y="247"/>
                  </a:moveTo>
                  <a:cubicBezTo>
                    <a:pt x="198" y="226"/>
                    <a:pt x="189" y="210"/>
                    <a:pt x="167" y="205"/>
                  </a:cubicBezTo>
                  <a:cubicBezTo>
                    <a:pt x="147" y="200"/>
                    <a:pt x="131" y="217"/>
                    <a:pt x="118" y="206"/>
                  </a:cubicBezTo>
                  <a:cubicBezTo>
                    <a:pt x="103" y="195"/>
                    <a:pt x="95" y="157"/>
                    <a:pt x="83" y="141"/>
                  </a:cubicBezTo>
                  <a:cubicBezTo>
                    <a:pt x="63" y="114"/>
                    <a:pt x="24" y="84"/>
                    <a:pt x="11" y="53"/>
                  </a:cubicBezTo>
                  <a:cubicBezTo>
                    <a:pt x="0" y="26"/>
                    <a:pt x="7" y="0"/>
                    <a:pt x="38" y="4"/>
                  </a:cubicBezTo>
                  <a:cubicBezTo>
                    <a:pt x="75" y="8"/>
                    <a:pt x="104" y="38"/>
                    <a:pt x="128" y="63"/>
                  </a:cubicBezTo>
                  <a:cubicBezTo>
                    <a:pt x="151" y="88"/>
                    <a:pt x="171" y="110"/>
                    <a:pt x="183" y="141"/>
                  </a:cubicBezTo>
                  <a:cubicBezTo>
                    <a:pt x="194" y="171"/>
                    <a:pt x="199" y="212"/>
                    <a:pt x="216" y="237"/>
                  </a:cubicBezTo>
                </a:path>
              </a:pathLst>
            </a:custGeom>
            <a:solidFill>
              <a:srgbClr val="B069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8279" name="Freeform 761">
              <a:extLst>
                <a:ext uri="{FF2B5EF4-FFF2-40B4-BE49-F238E27FC236}">
                  <a16:creationId xmlns:a16="http://schemas.microsoft.com/office/drawing/2014/main" id="{55BB94AF-C86D-4880-AD35-C72FC949EA0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9" y="1207"/>
              <a:ext cx="385" cy="230"/>
            </a:xfrm>
            <a:custGeom>
              <a:avLst/>
              <a:gdLst>
                <a:gd name="T0" fmla="*/ 396 w 361"/>
                <a:gd name="T1" fmla="*/ 263 h 215"/>
                <a:gd name="T2" fmla="*/ 357 w 361"/>
                <a:gd name="T3" fmla="*/ 223 h 215"/>
                <a:gd name="T4" fmla="*/ 282 w 361"/>
                <a:gd name="T5" fmla="*/ 186 h 215"/>
                <a:gd name="T6" fmla="*/ 95 w 361"/>
                <a:gd name="T7" fmla="*/ 138 h 215"/>
                <a:gd name="T8" fmla="*/ 14 w 361"/>
                <a:gd name="T9" fmla="*/ 35 h 215"/>
                <a:gd name="T10" fmla="*/ 73 w 361"/>
                <a:gd name="T11" fmla="*/ 1 h 215"/>
                <a:gd name="T12" fmla="*/ 350 w 361"/>
                <a:gd name="T13" fmla="*/ 82 h 215"/>
                <a:gd name="T14" fmla="*/ 438 w 361"/>
                <a:gd name="T15" fmla="*/ 181 h 21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61" h="215">
                  <a:moveTo>
                    <a:pt x="326" y="215"/>
                  </a:moveTo>
                  <a:cubicBezTo>
                    <a:pt x="317" y="211"/>
                    <a:pt x="304" y="190"/>
                    <a:pt x="294" y="181"/>
                  </a:cubicBezTo>
                  <a:cubicBezTo>
                    <a:pt x="275" y="164"/>
                    <a:pt x="256" y="159"/>
                    <a:pt x="233" y="152"/>
                  </a:cubicBezTo>
                  <a:cubicBezTo>
                    <a:pt x="181" y="138"/>
                    <a:pt x="129" y="134"/>
                    <a:pt x="78" y="113"/>
                  </a:cubicBezTo>
                  <a:cubicBezTo>
                    <a:pt x="50" y="101"/>
                    <a:pt x="0" y="67"/>
                    <a:pt x="11" y="29"/>
                  </a:cubicBezTo>
                  <a:cubicBezTo>
                    <a:pt x="17" y="10"/>
                    <a:pt x="40" y="1"/>
                    <a:pt x="60" y="1"/>
                  </a:cubicBezTo>
                  <a:cubicBezTo>
                    <a:pt x="141" y="0"/>
                    <a:pt x="220" y="27"/>
                    <a:pt x="289" y="67"/>
                  </a:cubicBezTo>
                  <a:cubicBezTo>
                    <a:pt x="322" y="86"/>
                    <a:pt x="338" y="117"/>
                    <a:pt x="361" y="148"/>
                  </a:cubicBezTo>
                </a:path>
              </a:pathLst>
            </a:custGeom>
            <a:solidFill>
              <a:srgbClr val="B069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8280" name="Freeform 762">
              <a:extLst>
                <a:ext uri="{FF2B5EF4-FFF2-40B4-BE49-F238E27FC236}">
                  <a16:creationId xmlns:a16="http://schemas.microsoft.com/office/drawing/2014/main" id="{67115023-5EFB-4266-89A2-BD2E0A0D114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1" y="1307"/>
              <a:ext cx="415" cy="558"/>
            </a:xfrm>
            <a:custGeom>
              <a:avLst/>
              <a:gdLst>
                <a:gd name="T0" fmla="*/ 190 w 390"/>
                <a:gd name="T1" fmla="*/ 30 h 524"/>
                <a:gd name="T2" fmla="*/ 265 w 390"/>
                <a:gd name="T3" fmla="*/ 81 h 524"/>
                <a:gd name="T4" fmla="*/ 351 w 390"/>
                <a:gd name="T5" fmla="*/ 124 h 524"/>
                <a:gd name="T6" fmla="*/ 447 w 390"/>
                <a:gd name="T7" fmla="*/ 227 h 524"/>
                <a:gd name="T8" fmla="*/ 424 w 390"/>
                <a:gd name="T9" fmla="*/ 373 h 524"/>
                <a:gd name="T10" fmla="*/ 408 w 390"/>
                <a:gd name="T11" fmla="*/ 500 h 524"/>
                <a:gd name="T12" fmla="*/ 343 w 390"/>
                <a:gd name="T13" fmla="*/ 571 h 524"/>
                <a:gd name="T14" fmla="*/ 245 w 390"/>
                <a:gd name="T15" fmla="*/ 565 h 524"/>
                <a:gd name="T16" fmla="*/ 171 w 390"/>
                <a:gd name="T17" fmla="*/ 614 h 524"/>
                <a:gd name="T18" fmla="*/ 65 w 390"/>
                <a:gd name="T19" fmla="*/ 606 h 524"/>
                <a:gd name="T20" fmla="*/ 12 w 390"/>
                <a:gd name="T21" fmla="*/ 570 h 524"/>
                <a:gd name="T22" fmla="*/ 5 w 390"/>
                <a:gd name="T23" fmla="*/ 483 h 524"/>
                <a:gd name="T24" fmla="*/ 32 w 390"/>
                <a:gd name="T25" fmla="*/ 263 h 524"/>
                <a:gd name="T26" fmla="*/ 79 w 390"/>
                <a:gd name="T27" fmla="*/ 67 h 524"/>
                <a:gd name="T28" fmla="*/ 193 w 390"/>
                <a:gd name="T29" fmla="*/ 26 h 52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390" h="524">
                  <a:moveTo>
                    <a:pt x="158" y="24"/>
                  </a:moveTo>
                  <a:cubicBezTo>
                    <a:pt x="179" y="38"/>
                    <a:pt x="199" y="54"/>
                    <a:pt x="220" y="67"/>
                  </a:cubicBezTo>
                  <a:cubicBezTo>
                    <a:pt x="242" y="82"/>
                    <a:pt x="269" y="87"/>
                    <a:pt x="291" y="102"/>
                  </a:cubicBezTo>
                  <a:cubicBezTo>
                    <a:pt x="319" y="121"/>
                    <a:pt x="357" y="158"/>
                    <a:pt x="371" y="188"/>
                  </a:cubicBezTo>
                  <a:cubicBezTo>
                    <a:pt x="390" y="228"/>
                    <a:pt x="360" y="269"/>
                    <a:pt x="351" y="309"/>
                  </a:cubicBezTo>
                  <a:cubicBezTo>
                    <a:pt x="342" y="344"/>
                    <a:pt x="341" y="378"/>
                    <a:pt x="338" y="414"/>
                  </a:cubicBezTo>
                  <a:cubicBezTo>
                    <a:pt x="336" y="453"/>
                    <a:pt x="325" y="471"/>
                    <a:pt x="285" y="472"/>
                  </a:cubicBezTo>
                  <a:cubicBezTo>
                    <a:pt x="258" y="473"/>
                    <a:pt x="230" y="461"/>
                    <a:pt x="203" y="469"/>
                  </a:cubicBezTo>
                  <a:cubicBezTo>
                    <a:pt x="177" y="477"/>
                    <a:pt x="165" y="497"/>
                    <a:pt x="142" y="509"/>
                  </a:cubicBezTo>
                  <a:cubicBezTo>
                    <a:pt x="113" y="524"/>
                    <a:pt x="82" y="514"/>
                    <a:pt x="54" y="501"/>
                  </a:cubicBezTo>
                  <a:cubicBezTo>
                    <a:pt x="39" y="494"/>
                    <a:pt x="16" y="485"/>
                    <a:pt x="9" y="471"/>
                  </a:cubicBezTo>
                  <a:cubicBezTo>
                    <a:pt x="0" y="454"/>
                    <a:pt x="4" y="419"/>
                    <a:pt x="5" y="400"/>
                  </a:cubicBezTo>
                  <a:cubicBezTo>
                    <a:pt x="10" y="339"/>
                    <a:pt x="18" y="279"/>
                    <a:pt x="26" y="218"/>
                  </a:cubicBezTo>
                  <a:cubicBezTo>
                    <a:pt x="32" y="163"/>
                    <a:pt x="39" y="104"/>
                    <a:pt x="66" y="55"/>
                  </a:cubicBezTo>
                  <a:cubicBezTo>
                    <a:pt x="85" y="22"/>
                    <a:pt x="122" y="0"/>
                    <a:pt x="160" y="22"/>
                  </a:cubicBezTo>
                </a:path>
              </a:pathLst>
            </a:custGeom>
            <a:solidFill>
              <a:srgbClr val="B069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8281" name="Freeform 763">
              <a:extLst>
                <a:ext uri="{FF2B5EF4-FFF2-40B4-BE49-F238E27FC236}">
                  <a16:creationId xmlns:a16="http://schemas.microsoft.com/office/drawing/2014/main" id="{75E33D1F-38BE-4E15-8AD2-00CB436117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3" y="1901"/>
              <a:ext cx="281" cy="94"/>
            </a:xfrm>
            <a:custGeom>
              <a:avLst/>
              <a:gdLst>
                <a:gd name="T0" fmla="*/ 315 w 264"/>
                <a:gd name="T1" fmla="*/ 40 h 88"/>
                <a:gd name="T2" fmla="*/ 318 w 264"/>
                <a:gd name="T3" fmla="*/ 35 h 88"/>
                <a:gd name="T4" fmla="*/ 228 w 264"/>
                <a:gd name="T5" fmla="*/ 83 h 88"/>
                <a:gd name="T6" fmla="*/ 136 w 264"/>
                <a:gd name="T7" fmla="*/ 105 h 88"/>
                <a:gd name="T8" fmla="*/ 55 w 264"/>
                <a:gd name="T9" fmla="*/ 101 h 88"/>
                <a:gd name="T10" fmla="*/ 3 w 264"/>
                <a:gd name="T11" fmla="*/ 47 h 88"/>
                <a:gd name="T12" fmla="*/ 311 w 264"/>
                <a:gd name="T13" fmla="*/ 37 h 8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4" h="88">
                  <a:moveTo>
                    <a:pt x="261" y="33"/>
                  </a:moveTo>
                  <a:cubicBezTo>
                    <a:pt x="263" y="31"/>
                    <a:pt x="262" y="29"/>
                    <a:pt x="264" y="29"/>
                  </a:cubicBezTo>
                  <a:cubicBezTo>
                    <a:pt x="254" y="46"/>
                    <a:pt x="209" y="61"/>
                    <a:pt x="189" y="68"/>
                  </a:cubicBezTo>
                  <a:cubicBezTo>
                    <a:pt x="165" y="77"/>
                    <a:pt x="139" y="84"/>
                    <a:pt x="113" y="86"/>
                  </a:cubicBezTo>
                  <a:cubicBezTo>
                    <a:pt x="92" y="88"/>
                    <a:pt x="67" y="88"/>
                    <a:pt x="46" y="83"/>
                  </a:cubicBezTo>
                  <a:cubicBezTo>
                    <a:pt x="29" y="79"/>
                    <a:pt x="0" y="60"/>
                    <a:pt x="3" y="38"/>
                  </a:cubicBezTo>
                  <a:cubicBezTo>
                    <a:pt x="7" y="0"/>
                    <a:pt x="213" y="47"/>
                    <a:pt x="257" y="31"/>
                  </a:cubicBezTo>
                </a:path>
              </a:pathLst>
            </a:custGeom>
            <a:solidFill>
              <a:srgbClr val="B069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8282" name="Freeform 764">
              <a:extLst>
                <a:ext uri="{FF2B5EF4-FFF2-40B4-BE49-F238E27FC236}">
                  <a16:creationId xmlns:a16="http://schemas.microsoft.com/office/drawing/2014/main" id="{BFE19C71-B7C1-44CB-9E39-BEB5672F42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1" y="1864"/>
              <a:ext cx="499" cy="452"/>
            </a:xfrm>
            <a:custGeom>
              <a:avLst/>
              <a:gdLst>
                <a:gd name="T0" fmla="*/ 261 w 468"/>
                <a:gd name="T1" fmla="*/ 90 h 424"/>
                <a:gd name="T2" fmla="*/ 331 w 468"/>
                <a:gd name="T3" fmla="*/ 145 h 424"/>
                <a:gd name="T4" fmla="*/ 148 w 468"/>
                <a:gd name="T5" fmla="*/ 248 h 424"/>
                <a:gd name="T6" fmla="*/ 11 w 468"/>
                <a:gd name="T7" fmla="*/ 417 h 424"/>
                <a:gd name="T8" fmla="*/ 173 w 468"/>
                <a:gd name="T9" fmla="*/ 514 h 424"/>
                <a:gd name="T10" fmla="*/ 299 w 468"/>
                <a:gd name="T11" fmla="*/ 491 h 424"/>
                <a:gd name="T12" fmla="*/ 370 w 468"/>
                <a:gd name="T13" fmla="*/ 426 h 424"/>
                <a:gd name="T14" fmla="*/ 474 w 468"/>
                <a:gd name="T15" fmla="*/ 298 h 424"/>
                <a:gd name="T16" fmla="*/ 550 w 468"/>
                <a:gd name="T17" fmla="*/ 291 h 424"/>
                <a:gd name="T18" fmla="*/ 567 w 468"/>
                <a:gd name="T19" fmla="*/ 187 h 424"/>
                <a:gd name="T20" fmla="*/ 505 w 468"/>
                <a:gd name="T21" fmla="*/ 0 h 424"/>
                <a:gd name="T22" fmla="*/ 451 w 468"/>
                <a:gd name="T23" fmla="*/ 12 h 424"/>
                <a:gd name="T24" fmla="*/ 364 w 468"/>
                <a:gd name="T25" fmla="*/ 50 h 424"/>
                <a:gd name="T26" fmla="*/ 313 w 468"/>
                <a:gd name="T27" fmla="*/ 71 h 424"/>
                <a:gd name="T28" fmla="*/ 277 w 468"/>
                <a:gd name="T29" fmla="*/ 80 h 42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468" h="424">
                  <a:moveTo>
                    <a:pt x="216" y="74"/>
                  </a:moveTo>
                  <a:cubicBezTo>
                    <a:pt x="247" y="49"/>
                    <a:pt x="305" y="84"/>
                    <a:pt x="273" y="120"/>
                  </a:cubicBezTo>
                  <a:cubicBezTo>
                    <a:pt x="233" y="167"/>
                    <a:pt x="180" y="186"/>
                    <a:pt x="122" y="205"/>
                  </a:cubicBezTo>
                  <a:cubicBezTo>
                    <a:pt x="63" y="225"/>
                    <a:pt x="0" y="273"/>
                    <a:pt x="8" y="344"/>
                  </a:cubicBezTo>
                  <a:cubicBezTo>
                    <a:pt x="15" y="407"/>
                    <a:pt x="91" y="423"/>
                    <a:pt x="143" y="424"/>
                  </a:cubicBezTo>
                  <a:cubicBezTo>
                    <a:pt x="177" y="424"/>
                    <a:pt x="215" y="413"/>
                    <a:pt x="247" y="405"/>
                  </a:cubicBezTo>
                  <a:cubicBezTo>
                    <a:pt x="278" y="398"/>
                    <a:pt x="290" y="378"/>
                    <a:pt x="305" y="352"/>
                  </a:cubicBezTo>
                  <a:cubicBezTo>
                    <a:pt x="325" y="315"/>
                    <a:pt x="348" y="260"/>
                    <a:pt x="391" y="247"/>
                  </a:cubicBezTo>
                  <a:cubicBezTo>
                    <a:pt x="408" y="242"/>
                    <a:pt x="443" y="250"/>
                    <a:pt x="454" y="240"/>
                  </a:cubicBezTo>
                  <a:cubicBezTo>
                    <a:pt x="468" y="226"/>
                    <a:pt x="468" y="173"/>
                    <a:pt x="468" y="154"/>
                  </a:cubicBezTo>
                  <a:cubicBezTo>
                    <a:pt x="468" y="100"/>
                    <a:pt x="457" y="39"/>
                    <a:pt x="417" y="0"/>
                  </a:cubicBezTo>
                  <a:cubicBezTo>
                    <a:pt x="405" y="8"/>
                    <a:pt x="386" y="5"/>
                    <a:pt x="372" y="9"/>
                  </a:cubicBezTo>
                  <a:cubicBezTo>
                    <a:pt x="347" y="16"/>
                    <a:pt x="324" y="30"/>
                    <a:pt x="300" y="41"/>
                  </a:cubicBezTo>
                  <a:cubicBezTo>
                    <a:pt x="287" y="48"/>
                    <a:pt x="272" y="56"/>
                    <a:pt x="259" y="59"/>
                  </a:cubicBezTo>
                  <a:cubicBezTo>
                    <a:pt x="248" y="62"/>
                    <a:pt x="234" y="59"/>
                    <a:pt x="229" y="66"/>
                  </a:cubicBezTo>
                </a:path>
              </a:pathLst>
            </a:custGeom>
            <a:solidFill>
              <a:srgbClr val="B069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8283" name="Freeform 765">
              <a:extLst>
                <a:ext uri="{FF2B5EF4-FFF2-40B4-BE49-F238E27FC236}">
                  <a16:creationId xmlns:a16="http://schemas.microsoft.com/office/drawing/2014/main" id="{B94D38C8-EED8-4E78-B20F-9BC36EF8F0D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0" y="2163"/>
              <a:ext cx="225" cy="244"/>
            </a:xfrm>
            <a:custGeom>
              <a:avLst/>
              <a:gdLst>
                <a:gd name="T0" fmla="*/ 1 w 211"/>
                <a:gd name="T1" fmla="*/ 142 h 229"/>
                <a:gd name="T2" fmla="*/ 52 w 211"/>
                <a:gd name="T3" fmla="*/ 200 h 229"/>
                <a:gd name="T4" fmla="*/ 0 w 211"/>
                <a:gd name="T5" fmla="*/ 277 h 229"/>
                <a:gd name="T6" fmla="*/ 74 w 211"/>
                <a:gd name="T7" fmla="*/ 237 h 229"/>
                <a:gd name="T8" fmla="*/ 145 w 211"/>
                <a:gd name="T9" fmla="*/ 193 h 229"/>
                <a:gd name="T10" fmla="*/ 230 w 211"/>
                <a:gd name="T11" fmla="*/ 0 h 2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1" h="229">
                  <a:moveTo>
                    <a:pt x="1" y="117"/>
                  </a:moveTo>
                  <a:cubicBezTo>
                    <a:pt x="24" y="124"/>
                    <a:pt x="44" y="139"/>
                    <a:pt x="43" y="165"/>
                  </a:cubicBezTo>
                  <a:cubicBezTo>
                    <a:pt x="41" y="196"/>
                    <a:pt x="3" y="204"/>
                    <a:pt x="0" y="229"/>
                  </a:cubicBezTo>
                  <a:cubicBezTo>
                    <a:pt x="18" y="228"/>
                    <a:pt x="44" y="204"/>
                    <a:pt x="61" y="195"/>
                  </a:cubicBezTo>
                  <a:cubicBezTo>
                    <a:pt x="80" y="184"/>
                    <a:pt x="103" y="174"/>
                    <a:pt x="120" y="160"/>
                  </a:cubicBezTo>
                  <a:cubicBezTo>
                    <a:pt x="164" y="126"/>
                    <a:pt x="211" y="56"/>
                    <a:pt x="190" y="0"/>
                  </a:cubicBezTo>
                </a:path>
              </a:pathLst>
            </a:custGeom>
            <a:solidFill>
              <a:srgbClr val="B069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8284" name="Freeform 766">
              <a:extLst>
                <a:ext uri="{FF2B5EF4-FFF2-40B4-BE49-F238E27FC236}">
                  <a16:creationId xmlns:a16="http://schemas.microsoft.com/office/drawing/2014/main" id="{040D09A7-25BC-41A7-B9F7-02394334B5C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1" y="2307"/>
              <a:ext cx="239" cy="326"/>
            </a:xfrm>
            <a:custGeom>
              <a:avLst/>
              <a:gdLst>
                <a:gd name="T0" fmla="*/ 15 w 224"/>
                <a:gd name="T1" fmla="*/ 213 h 306"/>
                <a:gd name="T2" fmla="*/ 112 w 224"/>
                <a:gd name="T3" fmla="*/ 72 h 306"/>
                <a:gd name="T4" fmla="*/ 218 w 224"/>
                <a:gd name="T5" fmla="*/ 3 h 306"/>
                <a:gd name="T6" fmla="*/ 251 w 224"/>
                <a:gd name="T7" fmla="*/ 131 h 306"/>
                <a:gd name="T8" fmla="*/ 159 w 224"/>
                <a:gd name="T9" fmla="*/ 351 h 306"/>
                <a:gd name="T10" fmla="*/ 21 w 224"/>
                <a:gd name="T11" fmla="*/ 203 h 30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4" h="306">
                  <a:moveTo>
                    <a:pt x="12" y="176"/>
                  </a:moveTo>
                  <a:cubicBezTo>
                    <a:pt x="0" y="124"/>
                    <a:pt x="57" y="90"/>
                    <a:pt x="92" y="60"/>
                  </a:cubicBezTo>
                  <a:cubicBezTo>
                    <a:pt x="112" y="43"/>
                    <a:pt x="151" y="4"/>
                    <a:pt x="179" y="3"/>
                  </a:cubicBezTo>
                  <a:cubicBezTo>
                    <a:pt x="224" y="0"/>
                    <a:pt x="207" y="83"/>
                    <a:pt x="206" y="108"/>
                  </a:cubicBezTo>
                  <a:cubicBezTo>
                    <a:pt x="204" y="173"/>
                    <a:pt x="211" y="271"/>
                    <a:pt x="131" y="290"/>
                  </a:cubicBezTo>
                  <a:cubicBezTo>
                    <a:pt x="65" y="306"/>
                    <a:pt x="35" y="216"/>
                    <a:pt x="18" y="168"/>
                  </a:cubicBezTo>
                </a:path>
              </a:pathLst>
            </a:custGeom>
            <a:solidFill>
              <a:srgbClr val="B069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8285" name="Freeform 767">
              <a:extLst>
                <a:ext uri="{FF2B5EF4-FFF2-40B4-BE49-F238E27FC236}">
                  <a16:creationId xmlns:a16="http://schemas.microsoft.com/office/drawing/2014/main" id="{C12CA795-CFA4-4409-8FD5-698E7C07E45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2" y="2456"/>
              <a:ext cx="447" cy="289"/>
            </a:xfrm>
            <a:custGeom>
              <a:avLst/>
              <a:gdLst>
                <a:gd name="T0" fmla="*/ 509 w 419"/>
                <a:gd name="T1" fmla="*/ 158 h 271"/>
                <a:gd name="T2" fmla="*/ 234 w 419"/>
                <a:gd name="T3" fmla="*/ 218 h 271"/>
                <a:gd name="T4" fmla="*/ 139 w 419"/>
                <a:gd name="T5" fmla="*/ 259 h 271"/>
                <a:gd name="T6" fmla="*/ 49 w 419"/>
                <a:gd name="T7" fmla="*/ 316 h 271"/>
                <a:gd name="T8" fmla="*/ 23 w 419"/>
                <a:gd name="T9" fmla="*/ 319 h 271"/>
                <a:gd name="T10" fmla="*/ 53 w 419"/>
                <a:gd name="T11" fmla="*/ 270 h 271"/>
                <a:gd name="T12" fmla="*/ 63 w 419"/>
                <a:gd name="T13" fmla="*/ 219 h 271"/>
                <a:gd name="T14" fmla="*/ 85 w 419"/>
                <a:gd name="T15" fmla="*/ 150 h 271"/>
                <a:gd name="T16" fmla="*/ 201 w 419"/>
                <a:gd name="T17" fmla="*/ 89 h 271"/>
                <a:gd name="T18" fmla="*/ 323 w 419"/>
                <a:gd name="T19" fmla="*/ 113 h 271"/>
                <a:gd name="T20" fmla="*/ 381 w 419"/>
                <a:gd name="T21" fmla="*/ 79 h 271"/>
                <a:gd name="T22" fmla="*/ 381 w 419"/>
                <a:gd name="T23" fmla="*/ 0 h 27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19" h="271">
                  <a:moveTo>
                    <a:pt x="419" y="130"/>
                  </a:moveTo>
                  <a:cubicBezTo>
                    <a:pt x="356" y="181"/>
                    <a:pt x="264" y="162"/>
                    <a:pt x="192" y="179"/>
                  </a:cubicBezTo>
                  <a:cubicBezTo>
                    <a:pt x="163" y="186"/>
                    <a:pt x="141" y="204"/>
                    <a:pt x="114" y="214"/>
                  </a:cubicBezTo>
                  <a:cubicBezTo>
                    <a:pt x="85" y="224"/>
                    <a:pt x="67" y="247"/>
                    <a:pt x="40" y="261"/>
                  </a:cubicBezTo>
                  <a:cubicBezTo>
                    <a:pt x="31" y="266"/>
                    <a:pt x="30" y="271"/>
                    <a:pt x="20" y="263"/>
                  </a:cubicBezTo>
                  <a:cubicBezTo>
                    <a:pt x="0" y="246"/>
                    <a:pt x="33" y="231"/>
                    <a:pt x="44" y="222"/>
                  </a:cubicBezTo>
                  <a:cubicBezTo>
                    <a:pt x="61" y="209"/>
                    <a:pt x="45" y="199"/>
                    <a:pt x="52" y="180"/>
                  </a:cubicBezTo>
                  <a:cubicBezTo>
                    <a:pt x="59" y="163"/>
                    <a:pt x="60" y="139"/>
                    <a:pt x="70" y="124"/>
                  </a:cubicBezTo>
                  <a:cubicBezTo>
                    <a:pt x="85" y="102"/>
                    <a:pt x="138" y="80"/>
                    <a:pt x="165" y="73"/>
                  </a:cubicBezTo>
                  <a:cubicBezTo>
                    <a:pt x="205" y="63"/>
                    <a:pt x="230" y="81"/>
                    <a:pt x="266" y="93"/>
                  </a:cubicBezTo>
                  <a:cubicBezTo>
                    <a:pt x="292" y="102"/>
                    <a:pt x="314" y="97"/>
                    <a:pt x="314" y="65"/>
                  </a:cubicBezTo>
                  <a:cubicBezTo>
                    <a:pt x="314" y="35"/>
                    <a:pt x="286" y="25"/>
                    <a:pt x="314" y="0"/>
                  </a:cubicBezTo>
                </a:path>
              </a:pathLst>
            </a:custGeom>
            <a:solidFill>
              <a:srgbClr val="B069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8286" name="Freeform 768">
              <a:extLst>
                <a:ext uri="{FF2B5EF4-FFF2-40B4-BE49-F238E27FC236}">
                  <a16:creationId xmlns:a16="http://schemas.microsoft.com/office/drawing/2014/main" id="{2EFF5352-B017-4A58-A7CC-13DB552D794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4" y="2689"/>
              <a:ext cx="500" cy="316"/>
            </a:xfrm>
            <a:custGeom>
              <a:avLst/>
              <a:gdLst>
                <a:gd name="T0" fmla="*/ 354 w 469"/>
                <a:gd name="T1" fmla="*/ 21 h 296"/>
                <a:gd name="T2" fmla="*/ 483 w 469"/>
                <a:gd name="T3" fmla="*/ 1 h 296"/>
                <a:gd name="T4" fmla="*/ 565 w 469"/>
                <a:gd name="T5" fmla="*/ 113 h 296"/>
                <a:gd name="T6" fmla="*/ 512 w 469"/>
                <a:gd name="T7" fmla="*/ 266 h 296"/>
                <a:gd name="T8" fmla="*/ 380 w 469"/>
                <a:gd name="T9" fmla="*/ 288 h 296"/>
                <a:gd name="T10" fmla="*/ 214 w 469"/>
                <a:gd name="T11" fmla="*/ 307 h 296"/>
                <a:gd name="T12" fmla="*/ 79 w 469"/>
                <a:gd name="T13" fmla="*/ 358 h 296"/>
                <a:gd name="T14" fmla="*/ 19 w 469"/>
                <a:gd name="T15" fmla="*/ 341 h 296"/>
                <a:gd name="T16" fmla="*/ 23 w 469"/>
                <a:gd name="T17" fmla="*/ 249 h 296"/>
                <a:gd name="T18" fmla="*/ 141 w 469"/>
                <a:gd name="T19" fmla="*/ 131 h 296"/>
                <a:gd name="T20" fmla="*/ 280 w 469"/>
                <a:gd name="T21" fmla="*/ 56 h 296"/>
                <a:gd name="T22" fmla="*/ 354 w 469"/>
                <a:gd name="T23" fmla="*/ 27 h 29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69" h="296">
                  <a:moveTo>
                    <a:pt x="292" y="18"/>
                  </a:moveTo>
                  <a:cubicBezTo>
                    <a:pt x="323" y="8"/>
                    <a:pt x="366" y="0"/>
                    <a:pt x="399" y="1"/>
                  </a:cubicBezTo>
                  <a:cubicBezTo>
                    <a:pt x="444" y="4"/>
                    <a:pt x="469" y="51"/>
                    <a:pt x="466" y="93"/>
                  </a:cubicBezTo>
                  <a:cubicBezTo>
                    <a:pt x="464" y="131"/>
                    <a:pt x="450" y="191"/>
                    <a:pt x="422" y="218"/>
                  </a:cubicBezTo>
                  <a:cubicBezTo>
                    <a:pt x="389" y="249"/>
                    <a:pt x="353" y="244"/>
                    <a:pt x="313" y="237"/>
                  </a:cubicBezTo>
                  <a:cubicBezTo>
                    <a:pt x="262" y="228"/>
                    <a:pt x="225" y="237"/>
                    <a:pt x="177" y="253"/>
                  </a:cubicBezTo>
                  <a:cubicBezTo>
                    <a:pt x="140" y="266"/>
                    <a:pt x="105" y="290"/>
                    <a:pt x="65" y="294"/>
                  </a:cubicBezTo>
                  <a:cubicBezTo>
                    <a:pt x="47" y="296"/>
                    <a:pt x="27" y="296"/>
                    <a:pt x="16" y="280"/>
                  </a:cubicBezTo>
                  <a:cubicBezTo>
                    <a:pt x="0" y="255"/>
                    <a:pt x="7" y="227"/>
                    <a:pt x="20" y="204"/>
                  </a:cubicBezTo>
                  <a:cubicBezTo>
                    <a:pt x="44" y="164"/>
                    <a:pt x="75" y="131"/>
                    <a:pt x="116" y="108"/>
                  </a:cubicBezTo>
                  <a:cubicBezTo>
                    <a:pt x="155" y="87"/>
                    <a:pt x="191" y="61"/>
                    <a:pt x="232" y="46"/>
                  </a:cubicBezTo>
                  <a:cubicBezTo>
                    <a:pt x="252" y="38"/>
                    <a:pt x="273" y="30"/>
                    <a:pt x="292" y="22"/>
                  </a:cubicBezTo>
                </a:path>
              </a:pathLst>
            </a:custGeom>
            <a:solidFill>
              <a:srgbClr val="B069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8287" name="Freeform 769">
              <a:extLst>
                <a:ext uri="{FF2B5EF4-FFF2-40B4-BE49-F238E27FC236}">
                  <a16:creationId xmlns:a16="http://schemas.microsoft.com/office/drawing/2014/main" id="{6A2EDCB8-CF32-437C-9F34-17ED931CD1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7" y="3010"/>
              <a:ext cx="177" cy="97"/>
            </a:xfrm>
            <a:custGeom>
              <a:avLst/>
              <a:gdLst>
                <a:gd name="T0" fmla="*/ 84 w 166"/>
                <a:gd name="T1" fmla="*/ 16 h 91"/>
                <a:gd name="T2" fmla="*/ 167 w 166"/>
                <a:gd name="T3" fmla="*/ 18 h 91"/>
                <a:gd name="T4" fmla="*/ 139 w 166"/>
                <a:gd name="T5" fmla="*/ 86 h 91"/>
                <a:gd name="T6" fmla="*/ 29 w 166"/>
                <a:gd name="T7" fmla="*/ 82 h 91"/>
                <a:gd name="T8" fmla="*/ 99 w 166"/>
                <a:gd name="T9" fmla="*/ 22 h 9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6" h="91">
                  <a:moveTo>
                    <a:pt x="69" y="13"/>
                  </a:moveTo>
                  <a:cubicBezTo>
                    <a:pt x="89" y="21"/>
                    <a:pt x="119" y="0"/>
                    <a:pt x="138" y="15"/>
                  </a:cubicBezTo>
                  <a:cubicBezTo>
                    <a:pt x="166" y="37"/>
                    <a:pt x="135" y="62"/>
                    <a:pt x="114" y="71"/>
                  </a:cubicBezTo>
                  <a:cubicBezTo>
                    <a:pt x="92" y="80"/>
                    <a:pt x="41" y="91"/>
                    <a:pt x="23" y="68"/>
                  </a:cubicBezTo>
                  <a:cubicBezTo>
                    <a:pt x="0" y="41"/>
                    <a:pt x="71" y="11"/>
                    <a:pt x="82" y="19"/>
                  </a:cubicBezTo>
                </a:path>
              </a:pathLst>
            </a:custGeom>
            <a:solidFill>
              <a:srgbClr val="B069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8288" name="Freeform 770">
              <a:extLst>
                <a:ext uri="{FF2B5EF4-FFF2-40B4-BE49-F238E27FC236}">
                  <a16:creationId xmlns:a16="http://schemas.microsoft.com/office/drawing/2014/main" id="{06E2C93D-8B42-418B-8AF4-641E8F1AEEE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3" y="3114"/>
              <a:ext cx="340" cy="501"/>
            </a:xfrm>
            <a:custGeom>
              <a:avLst/>
              <a:gdLst>
                <a:gd name="T0" fmla="*/ 15 w 319"/>
                <a:gd name="T1" fmla="*/ 104 h 470"/>
                <a:gd name="T2" fmla="*/ 136 w 319"/>
                <a:gd name="T3" fmla="*/ 97 h 470"/>
                <a:gd name="T4" fmla="*/ 245 w 319"/>
                <a:gd name="T5" fmla="*/ 80 h 470"/>
                <a:gd name="T6" fmla="*/ 312 w 319"/>
                <a:gd name="T7" fmla="*/ 48 h 470"/>
                <a:gd name="T8" fmla="*/ 355 w 319"/>
                <a:gd name="T9" fmla="*/ 0 h 470"/>
                <a:gd name="T10" fmla="*/ 344 w 319"/>
                <a:gd name="T11" fmla="*/ 131 h 470"/>
                <a:gd name="T12" fmla="*/ 365 w 319"/>
                <a:gd name="T13" fmla="*/ 303 h 470"/>
                <a:gd name="T14" fmla="*/ 327 w 319"/>
                <a:gd name="T15" fmla="*/ 530 h 470"/>
                <a:gd name="T16" fmla="*/ 189 w 319"/>
                <a:gd name="T17" fmla="*/ 568 h 470"/>
                <a:gd name="T18" fmla="*/ 75 w 319"/>
                <a:gd name="T19" fmla="*/ 433 h 470"/>
                <a:gd name="T20" fmla="*/ 12 w 319"/>
                <a:gd name="T21" fmla="*/ 260 h 470"/>
                <a:gd name="T22" fmla="*/ 2 w 319"/>
                <a:gd name="T23" fmla="*/ 187 h 470"/>
                <a:gd name="T24" fmla="*/ 18 w 319"/>
                <a:gd name="T25" fmla="*/ 109 h 47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19" h="470">
                  <a:moveTo>
                    <a:pt x="12" y="86"/>
                  </a:moveTo>
                  <a:cubicBezTo>
                    <a:pt x="43" y="76"/>
                    <a:pt x="80" y="83"/>
                    <a:pt x="113" y="80"/>
                  </a:cubicBezTo>
                  <a:cubicBezTo>
                    <a:pt x="143" y="77"/>
                    <a:pt x="174" y="74"/>
                    <a:pt x="203" y="66"/>
                  </a:cubicBezTo>
                  <a:cubicBezTo>
                    <a:pt x="222" y="60"/>
                    <a:pt x="244" y="53"/>
                    <a:pt x="258" y="39"/>
                  </a:cubicBezTo>
                  <a:cubicBezTo>
                    <a:pt x="270" y="27"/>
                    <a:pt x="278" y="9"/>
                    <a:pt x="293" y="0"/>
                  </a:cubicBezTo>
                  <a:cubicBezTo>
                    <a:pt x="309" y="28"/>
                    <a:pt x="282" y="76"/>
                    <a:pt x="284" y="108"/>
                  </a:cubicBezTo>
                  <a:cubicBezTo>
                    <a:pt x="288" y="156"/>
                    <a:pt x="299" y="203"/>
                    <a:pt x="301" y="250"/>
                  </a:cubicBezTo>
                  <a:cubicBezTo>
                    <a:pt x="304" y="303"/>
                    <a:pt x="319" y="399"/>
                    <a:pt x="270" y="437"/>
                  </a:cubicBezTo>
                  <a:cubicBezTo>
                    <a:pt x="239" y="461"/>
                    <a:pt x="194" y="470"/>
                    <a:pt x="156" y="469"/>
                  </a:cubicBezTo>
                  <a:cubicBezTo>
                    <a:pt x="101" y="466"/>
                    <a:pt x="81" y="401"/>
                    <a:pt x="62" y="357"/>
                  </a:cubicBezTo>
                  <a:cubicBezTo>
                    <a:pt x="43" y="310"/>
                    <a:pt x="22" y="263"/>
                    <a:pt x="9" y="215"/>
                  </a:cubicBezTo>
                  <a:cubicBezTo>
                    <a:pt x="3" y="194"/>
                    <a:pt x="0" y="174"/>
                    <a:pt x="2" y="154"/>
                  </a:cubicBezTo>
                  <a:cubicBezTo>
                    <a:pt x="3" y="131"/>
                    <a:pt x="12" y="111"/>
                    <a:pt x="15" y="90"/>
                  </a:cubicBezTo>
                </a:path>
              </a:pathLst>
            </a:custGeom>
            <a:solidFill>
              <a:srgbClr val="B069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8289" name="Freeform 771">
              <a:extLst>
                <a:ext uri="{FF2B5EF4-FFF2-40B4-BE49-F238E27FC236}">
                  <a16:creationId xmlns:a16="http://schemas.microsoft.com/office/drawing/2014/main" id="{9F279522-08C3-43FC-8F88-35BD4770949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8" y="3697"/>
              <a:ext cx="153" cy="87"/>
            </a:xfrm>
            <a:custGeom>
              <a:avLst/>
              <a:gdLst>
                <a:gd name="T0" fmla="*/ 89 w 143"/>
                <a:gd name="T1" fmla="*/ 7 h 82"/>
                <a:gd name="T2" fmla="*/ 164 w 143"/>
                <a:gd name="T3" fmla="*/ 32 h 82"/>
                <a:gd name="T4" fmla="*/ 89 w 143"/>
                <a:gd name="T5" fmla="*/ 55 h 82"/>
                <a:gd name="T6" fmla="*/ 0 w 143"/>
                <a:gd name="T7" fmla="*/ 48 h 82"/>
                <a:gd name="T8" fmla="*/ 97 w 143"/>
                <a:gd name="T9" fmla="*/ 15 h 8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3" h="82">
                  <a:moveTo>
                    <a:pt x="73" y="7"/>
                  </a:moveTo>
                  <a:cubicBezTo>
                    <a:pt x="93" y="0"/>
                    <a:pt x="128" y="1"/>
                    <a:pt x="134" y="26"/>
                  </a:cubicBezTo>
                  <a:cubicBezTo>
                    <a:pt x="143" y="58"/>
                    <a:pt x="93" y="41"/>
                    <a:pt x="73" y="46"/>
                  </a:cubicBezTo>
                  <a:cubicBezTo>
                    <a:pt x="55" y="52"/>
                    <a:pt x="0" y="82"/>
                    <a:pt x="0" y="40"/>
                  </a:cubicBezTo>
                  <a:cubicBezTo>
                    <a:pt x="0" y="14"/>
                    <a:pt x="63" y="3"/>
                    <a:pt x="79" y="12"/>
                  </a:cubicBezTo>
                </a:path>
              </a:pathLst>
            </a:custGeom>
            <a:solidFill>
              <a:srgbClr val="B069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8290" name="Freeform 772">
              <a:extLst>
                <a:ext uri="{FF2B5EF4-FFF2-40B4-BE49-F238E27FC236}">
                  <a16:creationId xmlns:a16="http://schemas.microsoft.com/office/drawing/2014/main" id="{3AB0A613-4703-49D2-A053-DA1CCCA703F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4" y="3817"/>
              <a:ext cx="218" cy="158"/>
            </a:xfrm>
            <a:custGeom>
              <a:avLst/>
              <a:gdLst>
                <a:gd name="T0" fmla="*/ 12 w 205"/>
                <a:gd name="T1" fmla="*/ 22 h 148"/>
                <a:gd name="T2" fmla="*/ 11 w 205"/>
                <a:gd name="T3" fmla="*/ 61 h 148"/>
                <a:gd name="T4" fmla="*/ 52 w 205"/>
                <a:gd name="T5" fmla="*/ 64 h 148"/>
                <a:gd name="T6" fmla="*/ 137 w 205"/>
                <a:gd name="T7" fmla="*/ 85 h 148"/>
                <a:gd name="T8" fmla="*/ 247 w 205"/>
                <a:gd name="T9" fmla="*/ 140 h 148"/>
                <a:gd name="T10" fmla="*/ 206 w 205"/>
                <a:gd name="T11" fmla="*/ 91 h 148"/>
                <a:gd name="T12" fmla="*/ 156 w 205"/>
                <a:gd name="T13" fmla="*/ 22 h 148"/>
                <a:gd name="T14" fmla="*/ 112 w 205"/>
                <a:gd name="T15" fmla="*/ 11 h 148"/>
                <a:gd name="T16" fmla="*/ 16 w 205"/>
                <a:gd name="T17" fmla="*/ 7 h 14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5" h="148">
                  <a:moveTo>
                    <a:pt x="9" y="19"/>
                  </a:moveTo>
                  <a:cubicBezTo>
                    <a:pt x="1" y="24"/>
                    <a:pt x="0" y="42"/>
                    <a:pt x="8" y="50"/>
                  </a:cubicBezTo>
                  <a:cubicBezTo>
                    <a:pt x="18" y="61"/>
                    <a:pt x="30" y="54"/>
                    <a:pt x="43" y="52"/>
                  </a:cubicBezTo>
                  <a:cubicBezTo>
                    <a:pt x="73" y="48"/>
                    <a:pt x="90" y="50"/>
                    <a:pt x="114" y="70"/>
                  </a:cubicBezTo>
                  <a:cubicBezTo>
                    <a:pt x="138" y="91"/>
                    <a:pt x="173" y="148"/>
                    <a:pt x="205" y="115"/>
                  </a:cubicBezTo>
                  <a:cubicBezTo>
                    <a:pt x="196" y="99"/>
                    <a:pt x="184" y="88"/>
                    <a:pt x="171" y="75"/>
                  </a:cubicBezTo>
                  <a:cubicBezTo>
                    <a:pt x="155" y="58"/>
                    <a:pt x="146" y="35"/>
                    <a:pt x="130" y="19"/>
                  </a:cubicBezTo>
                  <a:cubicBezTo>
                    <a:pt x="115" y="5"/>
                    <a:pt x="114" y="7"/>
                    <a:pt x="93" y="8"/>
                  </a:cubicBezTo>
                  <a:cubicBezTo>
                    <a:pt x="69" y="11"/>
                    <a:pt x="35" y="0"/>
                    <a:pt x="13" y="7"/>
                  </a:cubicBezTo>
                </a:path>
              </a:pathLst>
            </a:custGeom>
            <a:solidFill>
              <a:srgbClr val="B069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8291" name="Freeform 773">
              <a:extLst>
                <a:ext uri="{FF2B5EF4-FFF2-40B4-BE49-F238E27FC236}">
                  <a16:creationId xmlns:a16="http://schemas.microsoft.com/office/drawing/2014/main" id="{CB400E1B-59CA-4816-9E87-1ACC77CA15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9" y="1772"/>
              <a:ext cx="114" cy="184"/>
            </a:xfrm>
            <a:custGeom>
              <a:avLst/>
              <a:gdLst>
                <a:gd name="T0" fmla="*/ 67 w 107"/>
                <a:gd name="T1" fmla="*/ 0 h 172"/>
                <a:gd name="T2" fmla="*/ 48 w 107"/>
                <a:gd name="T3" fmla="*/ 66 h 172"/>
                <a:gd name="T4" fmla="*/ 64 w 107"/>
                <a:gd name="T5" fmla="*/ 120 h 172"/>
                <a:gd name="T6" fmla="*/ 124 w 107"/>
                <a:gd name="T7" fmla="*/ 93 h 172"/>
                <a:gd name="T8" fmla="*/ 13 w 107"/>
                <a:gd name="T9" fmla="*/ 196 h 172"/>
                <a:gd name="T10" fmla="*/ 4 w 107"/>
                <a:gd name="T11" fmla="*/ 165 h 172"/>
                <a:gd name="T12" fmla="*/ 30 w 107"/>
                <a:gd name="T13" fmla="*/ 129 h 172"/>
                <a:gd name="T14" fmla="*/ 11 w 107"/>
                <a:gd name="T15" fmla="*/ 35 h 17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7" h="172">
                  <a:moveTo>
                    <a:pt x="55" y="0"/>
                  </a:moveTo>
                  <a:cubicBezTo>
                    <a:pt x="54" y="18"/>
                    <a:pt x="39" y="33"/>
                    <a:pt x="39" y="54"/>
                  </a:cubicBezTo>
                  <a:cubicBezTo>
                    <a:pt x="38" y="72"/>
                    <a:pt x="46" y="83"/>
                    <a:pt x="53" y="98"/>
                  </a:cubicBezTo>
                  <a:cubicBezTo>
                    <a:pt x="70" y="94"/>
                    <a:pt x="85" y="81"/>
                    <a:pt x="102" y="76"/>
                  </a:cubicBezTo>
                  <a:cubicBezTo>
                    <a:pt x="107" y="100"/>
                    <a:pt x="35" y="172"/>
                    <a:pt x="10" y="160"/>
                  </a:cubicBezTo>
                  <a:cubicBezTo>
                    <a:pt x="0" y="156"/>
                    <a:pt x="0" y="142"/>
                    <a:pt x="4" y="135"/>
                  </a:cubicBezTo>
                  <a:cubicBezTo>
                    <a:pt x="13" y="120"/>
                    <a:pt x="22" y="129"/>
                    <a:pt x="24" y="106"/>
                  </a:cubicBezTo>
                  <a:cubicBezTo>
                    <a:pt x="27" y="79"/>
                    <a:pt x="16" y="54"/>
                    <a:pt x="8" y="29"/>
                  </a:cubicBezTo>
                </a:path>
              </a:pathLst>
            </a:custGeom>
            <a:solidFill>
              <a:srgbClr val="B069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8292" name="Freeform 774">
              <a:extLst>
                <a:ext uri="{FF2B5EF4-FFF2-40B4-BE49-F238E27FC236}">
                  <a16:creationId xmlns:a16="http://schemas.microsoft.com/office/drawing/2014/main" id="{DFF977FD-3977-4CF2-8916-84351974FE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8" y="1947"/>
              <a:ext cx="191" cy="223"/>
            </a:xfrm>
            <a:custGeom>
              <a:avLst/>
              <a:gdLst>
                <a:gd name="T0" fmla="*/ 171 w 179"/>
                <a:gd name="T1" fmla="*/ 0 h 209"/>
                <a:gd name="T2" fmla="*/ 101 w 179"/>
                <a:gd name="T3" fmla="*/ 41 h 209"/>
                <a:gd name="T4" fmla="*/ 35 w 179"/>
                <a:gd name="T5" fmla="*/ 41 h 209"/>
                <a:gd name="T6" fmla="*/ 47 w 179"/>
                <a:gd name="T7" fmla="*/ 165 h 209"/>
                <a:gd name="T8" fmla="*/ 139 w 179"/>
                <a:gd name="T9" fmla="*/ 194 h 209"/>
                <a:gd name="T10" fmla="*/ 218 w 179"/>
                <a:gd name="T11" fmla="*/ 243 h 209"/>
                <a:gd name="T12" fmla="*/ 186 w 179"/>
                <a:gd name="T13" fmla="*/ 186 h 209"/>
                <a:gd name="T14" fmla="*/ 187 w 179"/>
                <a:gd name="T15" fmla="*/ 126 h 209"/>
                <a:gd name="T16" fmla="*/ 176 w 179"/>
                <a:gd name="T17" fmla="*/ 11 h 20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79" h="209">
                  <a:moveTo>
                    <a:pt x="141" y="0"/>
                  </a:moveTo>
                  <a:cubicBezTo>
                    <a:pt x="129" y="17"/>
                    <a:pt x="103" y="32"/>
                    <a:pt x="83" y="34"/>
                  </a:cubicBezTo>
                  <a:cubicBezTo>
                    <a:pt x="68" y="36"/>
                    <a:pt x="42" y="26"/>
                    <a:pt x="29" y="34"/>
                  </a:cubicBezTo>
                  <a:cubicBezTo>
                    <a:pt x="0" y="50"/>
                    <a:pt x="26" y="116"/>
                    <a:pt x="38" y="136"/>
                  </a:cubicBezTo>
                  <a:cubicBezTo>
                    <a:pt x="58" y="167"/>
                    <a:pt x="85" y="145"/>
                    <a:pt x="114" y="160"/>
                  </a:cubicBezTo>
                  <a:cubicBezTo>
                    <a:pt x="136" y="172"/>
                    <a:pt x="150" y="209"/>
                    <a:pt x="179" y="201"/>
                  </a:cubicBezTo>
                  <a:cubicBezTo>
                    <a:pt x="177" y="185"/>
                    <a:pt x="159" y="169"/>
                    <a:pt x="153" y="153"/>
                  </a:cubicBezTo>
                  <a:cubicBezTo>
                    <a:pt x="144" y="132"/>
                    <a:pt x="149" y="124"/>
                    <a:pt x="154" y="104"/>
                  </a:cubicBezTo>
                  <a:cubicBezTo>
                    <a:pt x="163" y="72"/>
                    <a:pt x="152" y="38"/>
                    <a:pt x="145" y="8"/>
                  </a:cubicBezTo>
                </a:path>
              </a:pathLst>
            </a:custGeom>
            <a:solidFill>
              <a:srgbClr val="B069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8293" name="Freeform 775">
              <a:extLst>
                <a:ext uri="{FF2B5EF4-FFF2-40B4-BE49-F238E27FC236}">
                  <a16:creationId xmlns:a16="http://schemas.microsoft.com/office/drawing/2014/main" id="{9BD19964-2561-4C28-B3DF-0C25200BA9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8" y="2220"/>
              <a:ext cx="134" cy="163"/>
            </a:xfrm>
            <a:custGeom>
              <a:avLst/>
              <a:gdLst>
                <a:gd name="T0" fmla="*/ 36 w 126"/>
                <a:gd name="T1" fmla="*/ 17 h 153"/>
                <a:gd name="T2" fmla="*/ 95 w 126"/>
                <a:gd name="T3" fmla="*/ 4 h 153"/>
                <a:gd name="T4" fmla="*/ 122 w 126"/>
                <a:gd name="T5" fmla="*/ 62 h 153"/>
                <a:gd name="T6" fmla="*/ 125 w 126"/>
                <a:gd name="T7" fmla="*/ 185 h 153"/>
                <a:gd name="T8" fmla="*/ 36 w 126"/>
                <a:gd name="T9" fmla="*/ 115 h 153"/>
                <a:gd name="T10" fmla="*/ 1 w 126"/>
                <a:gd name="T11" fmla="*/ 99 h 153"/>
                <a:gd name="T12" fmla="*/ 38 w 126"/>
                <a:gd name="T13" fmla="*/ 19 h 15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6" h="153">
                  <a:moveTo>
                    <a:pt x="30" y="14"/>
                  </a:moveTo>
                  <a:cubicBezTo>
                    <a:pt x="43" y="12"/>
                    <a:pt x="66" y="0"/>
                    <a:pt x="79" y="4"/>
                  </a:cubicBezTo>
                  <a:cubicBezTo>
                    <a:pt x="100" y="10"/>
                    <a:pt x="101" y="34"/>
                    <a:pt x="102" y="51"/>
                  </a:cubicBezTo>
                  <a:cubicBezTo>
                    <a:pt x="103" y="81"/>
                    <a:pt x="126" y="130"/>
                    <a:pt x="104" y="153"/>
                  </a:cubicBezTo>
                  <a:cubicBezTo>
                    <a:pt x="78" y="139"/>
                    <a:pt x="72" y="44"/>
                    <a:pt x="30" y="95"/>
                  </a:cubicBezTo>
                  <a:cubicBezTo>
                    <a:pt x="14" y="115"/>
                    <a:pt x="3" y="110"/>
                    <a:pt x="1" y="82"/>
                  </a:cubicBezTo>
                  <a:cubicBezTo>
                    <a:pt x="0" y="49"/>
                    <a:pt x="15" y="39"/>
                    <a:pt x="32" y="16"/>
                  </a:cubicBezTo>
                </a:path>
              </a:pathLst>
            </a:custGeom>
            <a:solidFill>
              <a:srgbClr val="B069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8294" name="Freeform 776">
              <a:extLst>
                <a:ext uri="{FF2B5EF4-FFF2-40B4-BE49-F238E27FC236}">
                  <a16:creationId xmlns:a16="http://schemas.microsoft.com/office/drawing/2014/main" id="{B3E8C262-00C1-460E-89F8-98674A5DEA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4" y="1829"/>
              <a:ext cx="6" cy="3"/>
            </a:xfrm>
            <a:custGeom>
              <a:avLst/>
              <a:gdLst>
                <a:gd name="T0" fmla="*/ 6 w 6"/>
                <a:gd name="T1" fmla="*/ 3 h 3"/>
                <a:gd name="T2" fmla="*/ 0 w 6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">
                  <a:moveTo>
                    <a:pt x="6" y="3"/>
                  </a:moveTo>
                  <a:cubicBezTo>
                    <a:pt x="5" y="2"/>
                    <a:pt x="3" y="1"/>
                    <a:pt x="0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8295" name="Freeform 777">
              <a:extLst>
                <a:ext uri="{FF2B5EF4-FFF2-40B4-BE49-F238E27FC236}">
                  <a16:creationId xmlns:a16="http://schemas.microsoft.com/office/drawing/2014/main" id="{8AD52A09-88F3-4FE2-B1A8-76C2CE8D2D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6" y="1824"/>
              <a:ext cx="109" cy="52"/>
            </a:xfrm>
            <a:custGeom>
              <a:avLst/>
              <a:gdLst>
                <a:gd name="T0" fmla="*/ 78 w 102"/>
                <a:gd name="T1" fmla="*/ 0 h 49"/>
                <a:gd name="T2" fmla="*/ 61 w 102"/>
                <a:gd name="T3" fmla="*/ 1 h 49"/>
                <a:gd name="T4" fmla="*/ 2 w 102"/>
                <a:gd name="T5" fmla="*/ 36 h 49"/>
                <a:gd name="T6" fmla="*/ 68 w 102"/>
                <a:gd name="T7" fmla="*/ 54 h 49"/>
                <a:gd name="T8" fmla="*/ 124 w 102"/>
                <a:gd name="T9" fmla="*/ 27 h 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2" h="49">
                  <a:moveTo>
                    <a:pt x="64" y="0"/>
                  </a:moveTo>
                  <a:cubicBezTo>
                    <a:pt x="60" y="0"/>
                    <a:pt x="55" y="1"/>
                    <a:pt x="50" y="1"/>
                  </a:cubicBezTo>
                  <a:cubicBezTo>
                    <a:pt x="22" y="5"/>
                    <a:pt x="0" y="18"/>
                    <a:pt x="2" y="30"/>
                  </a:cubicBezTo>
                  <a:cubicBezTo>
                    <a:pt x="4" y="42"/>
                    <a:pt x="28" y="49"/>
                    <a:pt x="56" y="45"/>
                  </a:cubicBezTo>
                  <a:cubicBezTo>
                    <a:pt x="79" y="42"/>
                    <a:pt x="97" y="33"/>
                    <a:pt x="102" y="23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8296" name="Freeform 778">
              <a:extLst>
                <a:ext uri="{FF2B5EF4-FFF2-40B4-BE49-F238E27FC236}">
                  <a16:creationId xmlns:a16="http://schemas.microsoft.com/office/drawing/2014/main" id="{26EF48AB-8D69-43ED-92CD-D0F3A90C61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7" y="1825"/>
              <a:ext cx="12" cy="2"/>
            </a:xfrm>
            <a:custGeom>
              <a:avLst/>
              <a:gdLst>
                <a:gd name="T0" fmla="*/ 14 w 11"/>
                <a:gd name="T1" fmla="*/ 2 h 2"/>
                <a:gd name="T2" fmla="*/ 13 w 11"/>
                <a:gd name="T3" fmla="*/ 2 h 2"/>
                <a:gd name="T4" fmla="*/ 0 w 11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2">
                  <a:moveTo>
                    <a:pt x="11" y="2"/>
                  </a:moveTo>
                  <a:cubicBezTo>
                    <a:pt x="11" y="2"/>
                    <a:pt x="10" y="2"/>
                    <a:pt x="10" y="2"/>
                  </a:cubicBezTo>
                  <a:cubicBezTo>
                    <a:pt x="7" y="1"/>
                    <a:pt x="4" y="0"/>
                    <a:pt x="0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8297" name="Freeform 779">
              <a:extLst>
                <a:ext uri="{FF2B5EF4-FFF2-40B4-BE49-F238E27FC236}">
                  <a16:creationId xmlns:a16="http://schemas.microsoft.com/office/drawing/2014/main" id="{32F87F51-5B74-48FF-B5C3-879A2B253F6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3" y="1843"/>
              <a:ext cx="49" cy="21"/>
            </a:xfrm>
            <a:custGeom>
              <a:avLst/>
              <a:gdLst>
                <a:gd name="T0" fmla="*/ 32 w 46"/>
                <a:gd name="T1" fmla="*/ 0 h 20"/>
                <a:gd name="T2" fmla="*/ 11 w 46"/>
                <a:gd name="T3" fmla="*/ 7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6" h="20">
                  <a:moveTo>
                    <a:pt x="26" y="0"/>
                  </a:moveTo>
                  <a:cubicBezTo>
                    <a:pt x="46" y="15"/>
                    <a:pt x="0" y="20"/>
                    <a:pt x="8" y="7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8298" name="Freeform 780">
              <a:extLst>
                <a:ext uri="{FF2B5EF4-FFF2-40B4-BE49-F238E27FC236}">
                  <a16:creationId xmlns:a16="http://schemas.microsoft.com/office/drawing/2014/main" id="{EECF4EC8-3047-4423-AD8E-FC8CE9BDA3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6" y="2677"/>
              <a:ext cx="301" cy="122"/>
            </a:xfrm>
            <a:custGeom>
              <a:avLst/>
              <a:gdLst>
                <a:gd name="T0" fmla="*/ 0 w 282"/>
                <a:gd name="T1" fmla="*/ 134 h 115"/>
                <a:gd name="T2" fmla="*/ 72 w 282"/>
                <a:gd name="T3" fmla="*/ 89 h 115"/>
                <a:gd name="T4" fmla="*/ 163 w 282"/>
                <a:gd name="T5" fmla="*/ 60 h 115"/>
                <a:gd name="T6" fmla="*/ 343 w 282"/>
                <a:gd name="T7" fmla="*/ 0 h 115"/>
                <a:gd name="T8" fmla="*/ 140 w 282"/>
                <a:gd name="T9" fmla="*/ 77 h 115"/>
                <a:gd name="T10" fmla="*/ 3 w 282"/>
                <a:gd name="T11" fmla="*/ 137 h 11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2" h="115">
                  <a:moveTo>
                    <a:pt x="0" y="112"/>
                  </a:moveTo>
                  <a:cubicBezTo>
                    <a:pt x="25" y="105"/>
                    <a:pt x="38" y="87"/>
                    <a:pt x="59" y="74"/>
                  </a:cubicBezTo>
                  <a:cubicBezTo>
                    <a:pt x="82" y="61"/>
                    <a:pt x="110" y="59"/>
                    <a:pt x="134" y="51"/>
                  </a:cubicBezTo>
                  <a:cubicBezTo>
                    <a:pt x="181" y="35"/>
                    <a:pt x="234" y="7"/>
                    <a:pt x="282" y="0"/>
                  </a:cubicBezTo>
                  <a:cubicBezTo>
                    <a:pt x="231" y="31"/>
                    <a:pt x="172" y="51"/>
                    <a:pt x="115" y="65"/>
                  </a:cubicBezTo>
                  <a:cubicBezTo>
                    <a:pt x="73" y="76"/>
                    <a:pt x="42" y="101"/>
                    <a:pt x="3" y="115"/>
                  </a:cubicBezTo>
                </a:path>
              </a:pathLst>
            </a:custGeom>
            <a:solidFill>
              <a:srgbClr val="8E4C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8299" name="Freeform 781">
              <a:extLst>
                <a:ext uri="{FF2B5EF4-FFF2-40B4-BE49-F238E27FC236}">
                  <a16:creationId xmlns:a16="http://schemas.microsoft.com/office/drawing/2014/main" id="{85745166-14BE-46BF-B7B0-43849F35A64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9" y="2070"/>
              <a:ext cx="479" cy="236"/>
            </a:xfrm>
            <a:custGeom>
              <a:avLst/>
              <a:gdLst>
                <a:gd name="T0" fmla="*/ 0 w 449"/>
                <a:gd name="T1" fmla="*/ 11 h 221"/>
                <a:gd name="T2" fmla="*/ 55 w 449"/>
                <a:gd name="T3" fmla="*/ 21 h 221"/>
                <a:gd name="T4" fmla="*/ 108 w 449"/>
                <a:gd name="T5" fmla="*/ 33 h 221"/>
                <a:gd name="T6" fmla="*/ 161 w 449"/>
                <a:gd name="T7" fmla="*/ 27 h 221"/>
                <a:gd name="T8" fmla="*/ 222 w 449"/>
                <a:gd name="T9" fmla="*/ 20 h 221"/>
                <a:gd name="T10" fmla="*/ 322 w 449"/>
                <a:gd name="T11" fmla="*/ 3 h 221"/>
                <a:gd name="T12" fmla="*/ 465 w 449"/>
                <a:gd name="T13" fmla="*/ 25 h 221"/>
                <a:gd name="T14" fmla="*/ 525 w 449"/>
                <a:gd name="T15" fmla="*/ 43 h 221"/>
                <a:gd name="T16" fmla="*/ 513 w 449"/>
                <a:gd name="T17" fmla="*/ 91 h 221"/>
                <a:gd name="T18" fmla="*/ 493 w 449"/>
                <a:gd name="T19" fmla="*/ 174 h 221"/>
                <a:gd name="T20" fmla="*/ 472 w 449"/>
                <a:gd name="T21" fmla="*/ 263 h 221"/>
                <a:gd name="T22" fmla="*/ 373 w 449"/>
                <a:gd name="T23" fmla="*/ 199 h 221"/>
                <a:gd name="T24" fmla="*/ 272 w 449"/>
                <a:gd name="T25" fmla="*/ 146 h 221"/>
                <a:gd name="T26" fmla="*/ 153 w 449"/>
                <a:gd name="T27" fmla="*/ 230 h 221"/>
                <a:gd name="T28" fmla="*/ 81 w 449"/>
                <a:gd name="T29" fmla="*/ 250 h 221"/>
                <a:gd name="T30" fmla="*/ 21 w 449"/>
                <a:gd name="T31" fmla="*/ 155 h 221"/>
                <a:gd name="T32" fmla="*/ 0 w 449"/>
                <a:gd name="T33" fmla="*/ 115 h 221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449" h="221">
                  <a:moveTo>
                    <a:pt x="0" y="8"/>
                  </a:moveTo>
                  <a:cubicBezTo>
                    <a:pt x="18" y="2"/>
                    <a:pt x="30" y="12"/>
                    <a:pt x="46" y="18"/>
                  </a:cubicBezTo>
                  <a:cubicBezTo>
                    <a:pt x="59" y="24"/>
                    <a:pt x="75" y="26"/>
                    <a:pt x="89" y="27"/>
                  </a:cubicBezTo>
                  <a:cubicBezTo>
                    <a:pt x="104" y="27"/>
                    <a:pt x="118" y="23"/>
                    <a:pt x="133" y="22"/>
                  </a:cubicBezTo>
                  <a:cubicBezTo>
                    <a:pt x="150" y="20"/>
                    <a:pt x="166" y="21"/>
                    <a:pt x="183" y="17"/>
                  </a:cubicBezTo>
                  <a:cubicBezTo>
                    <a:pt x="210" y="11"/>
                    <a:pt x="238" y="6"/>
                    <a:pt x="265" y="3"/>
                  </a:cubicBezTo>
                  <a:cubicBezTo>
                    <a:pt x="306" y="0"/>
                    <a:pt x="344" y="16"/>
                    <a:pt x="383" y="21"/>
                  </a:cubicBezTo>
                  <a:cubicBezTo>
                    <a:pt x="397" y="23"/>
                    <a:pt x="421" y="26"/>
                    <a:pt x="432" y="35"/>
                  </a:cubicBezTo>
                  <a:cubicBezTo>
                    <a:pt x="449" y="50"/>
                    <a:pt x="433" y="60"/>
                    <a:pt x="423" y="75"/>
                  </a:cubicBezTo>
                  <a:cubicBezTo>
                    <a:pt x="411" y="93"/>
                    <a:pt x="405" y="121"/>
                    <a:pt x="406" y="143"/>
                  </a:cubicBezTo>
                  <a:cubicBezTo>
                    <a:pt x="408" y="165"/>
                    <a:pt x="432" y="221"/>
                    <a:pt x="388" y="215"/>
                  </a:cubicBezTo>
                  <a:cubicBezTo>
                    <a:pt x="357" y="211"/>
                    <a:pt x="331" y="179"/>
                    <a:pt x="307" y="163"/>
                  </a:cubicBezTo>
                  <a:cubicBezTo>
                    <a:pt x="284" y="146"/>
                    <a:pt x="254" y="121"/>
                    <a:pt x="224" y="120"/>
                  </a:cubicBezTo>
                  <a:cubicBezTo>
                    <a:pt x="181" y="119"/>
                    <a:pt x="158" y="168"/>
                    <a:pt x="126" y="188"/>
                  </a:cubicBezTo>
                  <a:cubicBezTo>
                    <a:pt x="111" y="197"/>
                    <a:pt x="86" y="213"/>
                    <a:pt x="67" y="205"/>
                  </a:cubicBezTo>
                  <a:cubicBezTo>
                    <a:pt x="42" y="194"/>
                    <a:pt x="31" y="149"/>
                    <a:pt x="18" y="127"/>
                  </a:cubicBezTo>
                  <a:cubicBezTo>
                    <a:pt x="12" y="117"/>
                    <a:pt x="4" y="107"/>
                    <a:pt x="0" y="95"/>
                  </a:cubicBezTo>
                </a:path>
              </a:pathLst>
            </a:custGeom>
            <a:solidFill>
              <a:srgbClr val="B069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8300" name="Freeform 782">
              <a:extLst>
                <a:ext uri="{FF2B5EF4-FFF2-40B4-BE49-F238E27FC236}">
                  <a16:creationId xmlns:a16="http://schemas.microsoft.com/office/drawing/2014/main" id="{06A80D53-1395-491D-957E-1FD532B86C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6" y="1689"/>
              <a:ext cx="44" cy="143"/>
            </a:xfrm>
            <a:custGeom>
              <a:avLst/>
              <a:gdLst>
                <a:gd name="T0" fmla="*/ 0 w 42"/>
                <a:gd name="T1" fmla="*/ 163 h 134"/>
                <a:gd name="T2" fmla="*/ 25 w 42"/>
                <a:gd name="T3" fmla="*/ 146 h 134"/>
                <a:gd name="T4" fmla="*/ 46 w 42"/>
                <a:gd name="T5" fmla="*/ 118 h 134"/>
                <a:gd name="T6" fmla="*/ 40 w 42"/>
                <a:gd name="T7" fmla="*/ 55 h 134"/>
                <a:gd name="T8" fmla="*/ 27 w 42"/>
                <a:gd name="T9" fmla="*/ 0 h 134"/>
                <a:gd name="T10" fmla="*/ 39 w 42"/>
                <a:gd name="T11" fmla="*/ 58 h 134"/>
                <a:gd name="T12" fmla="*/ 43 w 42"/>
                <a:gd name="T13" fmla="*/ 108 h 134"/>
                <a:gd name="T14" fmla="*/ 32 w 42"/>
                <a:gd name="T15" fmla="*/ 129 h 134"/>
                <a:gd name="T16" fmla="*/ 7 w 42"/>
                <a:gd name="T17" fmla="*/ 158 h 13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2" h="134">
                  <a:moveTo>
                    <a:pt x="0" y="134"/>
                  </a:moveTo>
                  <a:cubicBezTo>
                    <a:pt x="8" y="131"/>
                    <a:pt x="15" y="123"/>
                    <a:pt x="22" y="120"/>
                  </a:cubicBezTo>
                  <a:cubicBezTo>
                    <a:pt x="33" y="115"/>
                    <a:pt x="39" y="109"/>
                    <a:pt x="40" y="97"/>
                  </a:cubicBezTo>
                  <a:cubicBezTo>
                    <a:pt x="42" y="80"/>
                    <a:pt x="37" y="63"/>
                    <a:pt x="34" y="46"/>
                  </a:cubicBezTo>
                  <a:cubicBezTo>
                    <a:pt x="31" y="31"/>
                    <a:pt x="27" y="16"/>
                    <a:pt x="24" y="0"/>
                  </a:cubicBezTo>
                  <a:cubicBezTo>
                    <a:pt x="20" y="13"/>
                    <a:pt x="30" y="35"/>
                    <a:pt x="33" y="48"/>
                  </a:cubicBezTo>
                  <a:cubicBezTo>
                    <a:pt x="36" y="61"/>
                    <a:pt x="38" y="76"/>
                    <a:pt x="37" y="89"/>
                  </a:cubicBezTo>
                  <a:cubicBezTo>
                    <a:pt x="36" y="97"/>
                    <a:pt x="35" y="101"/>
                    <a:pt x="29" y="106"/>
                  </a:cubicBezTo>
                  <a:cubicBezTo>
                    <a:pt x="22" y="113"/>
                    <a:pt x="13" y="121"/>
                    <a:pt x="7" y="130"/>
                  </a:cubicBezTo>
                </a:path>
              </a:pathLst>
            </a:custGeom>
            <a:solidFill>
              <a:srgbClr val="C27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8301" name="Freeform 783">
              <a:extLst>
                <a:ext uri="{FF2B5EF4-FFF2-40B4-BE49-F238E27FC236}">
                  <a16:creationId xmlns:a16="http://schemas.microsoft.com/office/drawing/2014/main" id="{A638630C-91CB-4188-8BC6-3CB44DD0CE1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5" y="858"/>
              <a:ext cx="16" cy="57"/>
            </a:xfrm>
            <a:custGeom>
              <a:avLst/>
              <a:gdLst>
                <a:gd name="T0" fmla="*/ 15 w 15"/>
                <a:gd name="T1" fmla="*/ 0 h 54"/>
                <a:gd name="T2" fmla="*/ 18 w 15"/>
                <a:gd name="T3" fmla="*/ 63 h 54"/>
                <a:gd name="T4" fmla="*/ 15 w 15"/>
                <a:gd name="T5" fmla="*/ 0 h 5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54">
                  <a:moveTo>
                    <a:pt x="12" y="0"/>
                  </a:moveTo>
                  <a:cubicBezTo>
                    <a:pt x="12" y="0"/>
                    <a:pt x="3" y="32"/>
                    <a:pt x="15" y="54"/>
                  </a:cubicBezTo>
                  <a:cubicBezTo>
                    <a:pt x="15" y="54"/>
                    <a:pt x="0" y="31"/>
                    <a:pt x="12" y="0"/>
                  </a:cubicBezTo>
                  <a:close/>
                </a:path>
              </a:pathLst>
            </a:custGeom>
            <a:solidFill>
              <a:srgbClr val="5A22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8302" name="Freeform 784">
              <a:extLst>
                <a:ext uri="{FF2B5EF4-FFF2-40B4-BE49-F238E27FC236}">
                  <a16:creationId xmlns:a16="http://schemas.microsoft.com/office/drawing/2014/main" id="{F05ED75C-0131-4A0A-8732-2118FDE7328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8" y="719"/>
              <a:ext cx="211" cy="313"/>
            </a:xfrm>
            <a:custGeom>
              <a:avLst/>
              <a:gdLst>
                <a:gd name="T0" fmla="*/ 240 w 198"/>
                <a:gd name="T1" fmla="*/ 64 h 294"/>
                <a:gd name="T2" fmla="*/ 174 w 198"/>
                <a:gd name="T3" fmla="*/ 128 h 294"/>
                <a:gd name="T4" fmla="*/ 190 w 198"/>
                <a:gd name="T5" fmla="*/ 105 h 294"/>
                <a:gd name="T6" fmla="*/ 215 w 198"/>
                <a:gd name="T7" fmla="*/ 71 h 294"/>
                <a:gd name="T8" fmla="*/ 129 w 198"/>
                <a:gd name="T9" fmla="*/ 117 h 294"/>
                <a:gd name="T10" fmla="*/ 165 w 198"/>
                <a:gd name="T11" fmla="*/ 75 h 294"/>
                <a:gd name="T12" fmla="*/ 132 w 198"/>
                <a:gd name="T13" fmla="*/ 96 h 294"/>
                <a:gd name="T14" fmla="*/ 92 w 198"/>
                <a:gd name="T15" fmla="*/ 119 h 294"/>
                <a:gd name="T16" fmla="*/ 104 w 198"/>
                <a:gd name="T17" fmla="*/ 93 h 294"/>
                <a:gd name="T18" fmla="*/ 85 w 198"/>
                <a:gd name="T19" fmla="*/ 113 h 294"/>
                <a:gd name="T20" fmla="*/ 58 w 198"/>
                <a:gd name="T21" fmla="*/ 135 h 294"/>
                <a:gd name="T22" fmla="*/ 42 w 198"/>
                <a:gd name="T23" fmla="*/ 162 h 294"/>
                <a:gd name="T24" fmla="*/ 21 w 198"/>
                <a:gd name="T25" fmla="*/ 211 h 294"/>
                <a:gd name="T26" fmla="*/ 32 w 198"/>
                <a:gd name="T27" fmla="*/ 193 h 294"/>
                <a:gd name="T28" fmla="*/ 25 w 198"/>
                <a:gd name="T29" fmla="*/ 217 h 294"/>
                <a:gd name="T30" fmla="*/ 19 w 198"/>
                <a:gd name="T31" fmla="*/ 242 h 294"/>
                <a:gd name="T32" fmla="*/ 20 w 198"/>
                <a:gd name="T33" fmla="*/ 283 h 294"/>
                <a:gd name="T34" fmla="*/ 22 w 198"/>
                <a:gd name="T35" fmla="*/ 314 h 294"/>
                <a:gd name="T36" fmla="*/ 14 w 198"/>
                <a:gd name="T37" fmla="*/ 347 h 294"/>
                <a:gd name="T38" fmla="*/ 16 w 198"/>
                <a:gd name="T39" fmla="*/ 324 h 294"/>
                <a:gd name="T40" fmla="*/ 0 w 198"/>
                <a:gd name="T41" fmla="*/ 355 h 294"/>
                <a:gd name="T42" fmla="*/ 6 w 198"/>
                <a:gd name="T43" fmla="*/ 330 h 294"/>
                <a:gd name="T44" fmla="*/ 0 w 198"/>
                <a:gd name="T45" fmla="*/ 336 h 294"/>
                <a:gd name="T46" fmla="*/ 12 w 198"/>
                <a:gd name="T47" fmla="*/ 283 h 294"/>
                <a:gd name="T48" fmla="*/ 5 w 198"/>
                <a:gd name="T49" fmla="*/ 238 h 294"/>
                <a:gd name="T50" fmla="*/ 3 w 198"/>
                <a:gd name="T51" fmla="*/ 200 h 294"/>
                <a:gd name="T52" fmla="*/ 13 w 198"/>
                <a:gd name="T53" fmla="*/ 145 h 294"/>
                <a:gd name="T54" fmla="*/ 2 w 198"/>
                <a:gd name="T55" fmla="*/ 160 h 294"/>
                <a:gd name="T56" fmla="*/ 23 w 198"/>
                <a:gd name="T57" fmla="*/ 115 h 294"/>
                <a:gd name="T58" fmla="*/ 46 w 198"/>
                <a:gd name="T59" fmla="*/ 85 h 294"/>
                <a:gd name="T60" fmla="*/ 60 w 198"/>
                <a:gd name="T61" fmla="*/ 65 h 294"/>
                <a:gd name="T62" fmla="*/ 45 w 198"/>
                <a:gd name="T63" fmla="*/ 73 h 294"/>
                <a:gd name="T64" fmla="*/ 77 w 198"/>
                <a:gd name="T65" fmla="*/ 40 h 294"/>
                <a:gd name="T66" fmla="*/ 109 w 198"/>
                <a:gd name="T67" fmla="*/ 22 h 294"/>
                <a:gd name="T68" fmla="*/ 127 w 198"/>
                <a:gd name="T69" fmla="*/ 15 h 294"/>
                <a:gd name="T70" fmla="*/ 108 w 198"/>
                <a:gd name="T71" fmla="*/ 13 h 294"/>
                <a:gd name="T72" fmla="*/ 148 w 198"/>
                <a:gd name="T73" fmla="*/ 4 h 294"/>
                <a:gd name="T74" fmla="*/ 143 w 198"/>
                <a:gd name="T75" fmla="*/ 0 h 294"/>
                <a:gd name="T76" fmla="*/ 198 w 198"/>
                <a:gd name="T77" fmla="*/ 5 h 294"/>
                <a:gd name="T78" fmla="*/ 240 w 198"/>
                <a:gd name="T79" fmla="*/ 56 h 294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198" h="294">
                  <a:moveTo>
                    <a:pt x="198" y="53"/>
                  </a:moveTo>
                  <a:cubicBezTo>
                    <a:pt x="182" y="73"/>
                    <a:pt x="161" y="87"/>
                    <a:pt x="144" y="106"/>
                  </a:cubicBezTo>
                  <a:cubicBezTo>
                    <a:pt x="144" y="100"/>
                    <a:pt x="152" y="92"/>
                    <a:pt x="157" y="87"/>
                  </a:cubicBezTo>
                  <a:cubicBezTo>
                    <a:pt x="164" y="78"/>
                    <a:pt x="171" y="68"/>
                    <a:pt x="178" y="59"/>
                  </a:cubicBezTo>
                  <a:cubicBezTo>
                    <a:pt x="156" y="75"/>
                    <a:pt x="127" y="79"/>
                    <a:pt x="107" y="97"/>
                  </a:cubicBezTo>
                  <a:cubicBezTo>
                    <a:pt x="115" y="83"/>
                    <a:pt x="127" y="75"/>
                    <a:pt x="136" y="62"/>
                  </a:cubicBezTo>
                  <a:cubicBezTo>
                    <a:pt x="126" y="66"/>
                    <a:pt x="117" y="74"/>
                    <a:pt x="109" y="80"/>
                  </a:cubicBezTo>
                  <a:cubicBezTo>
                    <a:pt x="98" y="87"/>
                    <a:pt x="86" y="91"/>
                    <a:pt x="76" y="99"/>
                  </a:cubicBezTo>
                  <a:cubicBezTo>
                    <a:pt x="78" y="91"/>
                    <a:pt x="85" y="85"/>
                    <a:pt x="86" y="77"/>
                  </a:cubicBezTo>
                  <a:cubicBezTo>
                    <a:pt x="81" y="82"/>
                    <a:pt x="76" y="88"/>
                    <a:pt x="70" y="94"/>
                  </a:cubicBezTo>
                  <a:cubicBezTo>
                    <a:pt x="63" y="100"/>
                    <a:pt x="55" y="105"/>
                    <a:pt x="48" y="112"/>
                  </a:cubicBezTo>
                  <a:cubicBezTo>
                    <a:pt x="42" y="119"/>
                    <a:pt x="38" y="126"/>
                    <a:pt x="35" y="134"/>
                  </a:cubicBezTo>
                  <a:cubicBezTo>
                    <a:pt x="29" y="148"/>
                    <a:pt x="23" y="161"/>
                    <a:pt x="18" y="175"/>
                  </a:cubicBezTo>
                  <a:cubicBezTo>
                    <a:pt x="19" y="170"/>
                    <a:pt x="22" y="164"/>
                    <a:pt x="26" y="160"/>
                  </a:cubicBezTo>
                  <a:cubicBezTo>
                    <a:pt x="28" y="165"/>
                    <a:pt x="22" y="175"/>
                    <a:pt x="21" y="180"/>
                  </a:cubicBezTo>
                  <a:cubicBezTo>
                    <a:pt x="19" y="187"/>
                    <a:pt x="17" y="194"/>
                    <a:pt x="16" y="200"/>
                  </a:cubicBezTo>
                  <a:cubicBezTo>
                    <a:pt x="15" y="211"/>
                    <a:pt x="17" y="224"/>
                    <a:pt x="17" y="235"/>
                  </a:cubicBezTo>
                  <a:cubicBezTo>
                    <a:pt x="17" y="243"/>
                    <a:pt x="20" y="251"/>
                    <a:pt x="19" y="260"/>
                  </a:cubicBezTo>
                  <a:cubicBezTo>
                    <a:pt x="18" y="269"/>
                    <a:pt x="15" y="279"/>
                    <a:pt x="11" y="287"/>
                  </a:cubicBezTo>
                  <a:cubicBezTo>
                    <a:pt x="12" y="281"/>
                    <a:pt x="13" y="275"/>
                    <a:pt x="13" y="269"/>
                  </a:cubicBezTo>
                  <a:cubicBezTo>
                    <a:pt x="10" y="278"/>
                    <a:pt x="5" y="286"/>
                    <a:pt x="0" y="294"/>
                  </a:cubicBezTo>
                  <a:cubicBezTo>
                    <a:pt x="1" y="287"/>
                    <a:pt x="3" y="279"/>
                    <a:pt x="6" y="273"/>
                  </a:cubicBezTo>
                  <a:cubicBezTo>
                    <a:pt x="4" y="275"/>
                    <a:pt x="2" y="277"/>
                    <a:pt x="0" y="279"/>
                  </a:cubicBezTo>
                  <a:cubicBezTo>
                    <a:pt x="2" y="264"/>
                    <a:pt x="10" y="251"/>
                    <a:pt x="9" y="235"/>
                  </a:cubicBezTo>
                  <a:cubicBezTo>
                    <a:pt x="8" y="223"/>
                    <a:pt x="6" y="210"/>
                    <a:pt x="5" y="197"/>
                  </a:cubicBezTo>
                  <a:cubicBezTo>
                    <a:pt x="3" y="187"/>
                    <a:pt x="3" y="177"/>
                    <a:pt x="3" y="166"/>
                  </a:cubicBezTo>
                  <a:cubicBezTo>
                    <a:pt x="4" y="150"/>
                    <a:pt x="9" y="135"/>
                    <a:pt x="10" y="120"/>
                  </a:cubicBezTo>
                  <a:cubicBezTo>
                    <a:pt x="7" y="122"/>
                    <a:pt x="4" y="128"/>
                    <a:pt x="2" y="132"/>
                  </a:cubicBezTo>
                  <a:cubicBezTo>
                    <a:pt x="3" y="119"/>
                    <a:pt x="14" y="105"/>
                    <a:pt x="20" y="95"/>
                  </a:cubicBezTo>
                  <a:cubicBezTo>
                    <a:pt x="25" y="86"/>
                    <a:pt x="31" y="78"/>
                    <a:pt x="38" y="70"/>
                  </a:cubicBezTo>
                  <a:cubicBezTo>
                    <a:pt x="41" y="66"/>
                    <a:pt x="50" y="58"/>
                    <a:pt x="50" y="54"/>
                  </a:cubicBezTo>
                  <a:cubicBezTo>
                    <a:pt x="45" y="55"/>
                    <a:pt x="41" y="59"/>
                    <a:pt x="37" y="61"/>
                  </a:cubicBezTo>
                  <a:cubicBezTo>
                    <a:pt x="42" y="50"/>
                    <a:pt x="53" y="41"/>
                    <a:pt x="64" y="34"/>
                  </a:cubicBezTo>
                  <a:cubicBezTo>
                    <a:pt x="72" y="28"/>
                    <a:pt x="81" y="24"/>
                    <a:pt x="90" y="19"/>
                  </a:cubicBezTo>
                  <a:cubicBezTo>
                    <a:pt x="95" y="16"/>
                    <a:pt x="101" y="15"/>
                    <a:pt x="105" y="12"/>
                  </a:cubicBezTo>
                  <a:cubicBezTo>
                    <a:pt x="99" y="9"/>
                    <a:pt x="94" y="12"/>
                    <a:pt x="89" y="10"/>
                  </a:cubicBezTo>
                  <a:cubicBezTo>
                    <a:pt x="101" y="2"/>
                    <a:pt x="121" y="6"/>
                    <a:pt x="122" y="4"/>
                  </a:cubicBezTo>
                  <a:cubicBezTo>
                    <a:pt x="123" y="1"/>
                    <a:pt x="119" y="0"/>
                    <a:pt x="118" y="0"/>
                  </a:cubicBezTo>
                  <a:cubicBezTo>
                    <a:pt x="134" y="0"/>
                    <a:pt x="149" y="3"/>
                    <a:pt x="164" y="5"/>
                  </a:cubicBezTo>
                  <a:cubicBezTo>
                    <a:pt x="186" y="9"/>
                    <a:pt x="194" y="29"/>
                    <a:pt x="198" y="47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8303" name="Freeform 785">
              <a:extLst>
                <a:ext uri="{FF2B5EF4-FFF2-40B4-BE49-F238E27FC236}">
                  <a16:creationId xmlns:a16="http://schemas.microsoft.com/office/drawing/2014/main" id="{BABB0746-1DDD-40C8-953E-3048F51BA0B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2" y="737"/>
              <a:ext cx="138" cy="273"/>
            </a:xfrm>
            <a:custGeom>
              <a:avLst/>
              <a:gdLst>
                <a:gd name="T0" fmla="*/ 0 w 130"/>
                <a:gd name="T1" fmla="*/ 0 h 256"/>
                <a:gd name="T2" fmla="*/ 42 w 130"/>
                <a:gd name="T3" fmla="*/ 5 h 256"/>
                <a:gd name="T4" fmla="*/ 106 w 130"/>
                <a:gd name="T5" fmla="*/ 54 h 256"/>
                <a:gd name="T6" fmla="*/ 87 w 130"/>
                <a:gd name="T7" fmla="*/ 48 h 256"/>
                <a:gd name="T8" fmla="*/ 117 w 130"/>
                <a:gd name="T9" fmla="*/ 79 h 256"/>
                <a:gd name="T10" fmla="*/ 128 w 130"/>
                <a:gd name="T11" fmla="*/ 105 h 256"/>
                <a:gd name="T12" fmla="*/ 136 w 130"/>
                <a:gd name="T13" fmla="*/ 132 h 256"/>
                <a:gd name="T14" fmla="*/ 128 w 130"/>
                <a:gd name="T15" fmla="*/ 119 h 256"/>
                <a:gd name="T16" fmla="*/ 144 w 130"/>
                <a:gd name="T17" fmla="*/ 159 h 256"/>
                <a:gd name="T18" fmla="*/ 144 w 130"/>
                <a:gd name="T19" fmla="*/ 252 h 256"/>
                <a:gd name="T20" fmla="*/ 149 w 130"/>
                <a:gd name="T21" fmla="*/ 306 h 256"/>
                <a:gd name="T22" fmla="*/ 140 w 130"/>
                <a:gd name="T23" fmla="*/ 294 h 256"/>
                <a:gd name="T24" fmla="*/ 143 w 130"/>
                <a:gd name="T25" fmla="*/ 310 h 256"/>
                <a:gd name="T26" fmla="*/ 131 w 130"/>
                <a:gd name="T27" fmla="*/ 260 h 256"/>
                <a:gd name="T28" fmla="*/ 127 w 130"/>
                <a:gd name="T29" fmla="*/ 271 h 256"/>
                <a:gd name="T30" fmla="*/ 131 w 130"/>
                <a:gd name="T31" fmla="*/ 220 h 256"/>
                <a:gd name="T32" fmla="*/ 131 w 130"/>
                <a:gd name="T33" fmla="*/ 166 h 256"/>
                <a:gd name="T34" fmla="*/ 128 w 130"/>
                <a:gd name="T35" fmla="*/ 175 h 256"/>
                <a:gd name="T36" fmla="*/ 110 w 130"/>
                <a:gd name="T37" fmla="*/ 125 h 256"/>
                <a:gd name="T38" fmla="*/ 76 w 130"/>
                <a:gd name="T39" fmla="*/ 84 h 256"/>
                <a:gd name="T40" fmla="*/ 79 w 130"/>
                <a:gd name="T41" fmla="*/ 97 h 256"/>
                <a:gd name="T42" fmla="*/ 37 w 130"/>
                <a:gd name="T43" fmla="*/ 61 h 256"/>
                <a:gd name="T44" fmla="*/ 2 w 130"/>
                <a:gd name="T45" fmla="*/ 13 h 25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30" h="256">
                  <a:moveTo>
                    <a:pt x="0" y="0"/>
                  </a:moveTo>
                  <a:cubicBezTo>
                    <a:pt x="12" y="3"/>
                    <a:pt x="24" y="1"/>
                    <a:pt x="36" y="5"/>
                  </a:cubicBezTo>
                  <a:cubicBezTo>
                    <a:pt x="57" y="12"/>
                    <a:pt x="76" y="28"/>
                    <a:pt x="89" y="45"/>
                  </a:cubicBezTo>
                  <a:cubicBezTo>
                    <a:pt x="84" y="43"/>
                    <a:pt x="78" y="41"/>
                    <a:pt x="73" y="39"/>
                  </a:cubicBezTo>
                  <a:cubicBezTo>
                    <a:pt x="84" y="47"/>
                    <a:pt x="91" y="53"/>
                    <a:pt x="98" y="65"/>
                  </a:cubicBezTo>
                  <a:cubicBezTo>
                    <a:pt x="102" y="72"/>
                    <a:pt x="104" y="78"/>
                    <a:pt x="107" y="86"/>
                  </a:cubicBezTo>
                  <a:cubicBezTo>
                    <a:pt x="109" y="93"/>
                    <a:pt x="113" y="102"/>
                    <a:pt x="114" y="109"/>
                  </a:cubicBezTo>
                  <a:cubicBezTo>
                    <a:pt x="112" y="105"/>
                    <a:pt x="110" y="104"/>
                    <a:pt x="107" y="98"/>
                  </a:cubicBezTo>
                  <a:cubicBezTo>
                    <a:pt x="112" y="110"/>
                    <a:pt x="119" y="118"/>
                    <a:pt x="121" y="131"/>
                  </a:cubicBezTo>
                  <a:cubicBezTo>
                    <a:pt x="123" y="146"/>
                    <a:pt x="130" y="177"/>
                    <a:pt x="121" y="207"/>
                  </a:cubicBezTo>
                  <a:cubicBezTo>
                    <a:pt x="117" y="220"/>
                    <a:pt x="121" y="239"/>
                    <a:pt x="124" y="252"/>
                  </a:cubicBezTo>
                  <a:cubicBezTo>
                    <a:pt x="124" y="249"/>
                    <a:pt x="118" y="245"/>
                    <a:pt x="117" y="243"/>
                  </a:cubicBezTo>
                  <a:cubicBezTo>
                    <a:pt x="117" y="249"/>
                    <a:pt x="118" y="250"/>
                    <a:pt x="120" y="256"/>
                  </a:cubicBezTo>
                  <a:cubicBezTo>
                    <a:pt x="110" y="245"/>
                    <a:pt x="109" y="230"/>
                    <a:pt x="109" y="215"/>
                  </a:cubicBezTo>
                  <a:cubicBezTo>
                    <a:pt x="109" y="218"/>
                    <a:pt x="108" y="221"/>
                    <a:pt x="106" y="223"/>
                  </a:cubicBezTo>
                  <a:cubicBezTo>
                    <a:pt x="102" y="210"/>
                    <a:pt x="106" y="195"/>
                    <a:pt x="109" y="181"/>
                  </a:cubicBezTo>
                  <a:cubicBezTo>
                    <a:pt x="111" y="167"/>
                    <a:pt x="111" y="152"/>
                    <a:pt x="109" y="137"/>
                  </a:cubicBezTo>
                  <a:cubicBezTo>
                    <a:pt x="108" y="139"/>
                    <a:pt x="107" y="142"/>
                    <a:pt x="107" y="144"/>
                  </a:cubicBezTo>
                  <a:cubicBezTo>
                    <a:pt x="107" y="131"/>
                    <a:pt x="98" y="116"/>
                    <a:pt x="92" y="103"/>
                  </a:cubicBezTo>
                  <a:cubicBezTo>
                    <a:pt x="86" y="90"/>
                    <a:pt x="77" y="76"/>
                    <a:pt x="64" y="69"/>
                  </a:cubicBezTo>
                  <a:cubicBezTo>
                    <a:pt x="66" y="73"/>
                    <a:pt x="67" y="76"/>
                    <a:pt x="66" y="80"/>
                  </a:cubicBezTo>
                  <a:cubicBezTo>
                    <a:pt x="58" y="64"/>
                    <a:pt x="50" y="54"/>
                    <a:pt x="31" y="50"/>
                  </a:cubicBezTo>
                  <a:cubicBezTo>
                    <a:pt x="15" y="47"/>
                    <a:pt x="7" y="24"/>
                    <a:pt x="2" y="10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8304" name="Freeform 786">
              <a:extLst>
                <a:ext uri="{FF2B5EF4-FFF2-40B4-BE49-F238E27FC236}">
                  <a16:creationId xmlns:a16="http://schemas.microsoft.com/office/drawing/2014/main" id="{8D0B5DBE-CBC3-4E2D-B066-E06DCFD3CC2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4" y="752"/>
              <a:ext cx="183" cy="116"/>
            </a:xfrm>
            <a:custGeom>
              <a:avLst/>
              <a:gdLst>
                <a:gd name="T0" fmla="*/ 210 w 171"/>
                <a:gd name="T1" fmla="*/ 28 h 109"/>
                <a:gd name="T2" fmla="*/ 201 w 171"/>
                <a:gd name="T3" fmla="*/ 46 h 109"/>
                <a:gd name="T4" fmla="*/ 179 w 171"/>
                <a:gd name="T5" fmla="*/ 71 h 109"/>
                <a:gd name="T6" fmla="*/ 153 w 171"/>
                <a:gd name="T7" fmla="*/ 95 h 109"/>
                <a:gd name="T8" fmla="*/ 142 w 171"/>
                <a:gd name="T9" fmla="*/ 111 h 109"/>
                <a:gd name="T10" fmla="*/ 142 w 171"/>
                <a:gd name="T11" fmla="*/ 95 h 109"/>
                <a:gd name="T12" fmla="*/ 143 w 171"/>
                <a:gd name="T13" fmla="*/ 83 h 109"/>
                <a:gd name="T14" fmla="*/ 147 w 171"/>
                <a:gd name="T15" fmla="*/ 73 h 109"/>
                <a:gd name="T16" fmla="*/ 121 w 171"/>
                <a:gd name="T17" fmla="*/ 88 h 109"/>
                <a:gd name="T18" fmla="*/ 134 w 171"/>
                <a:gd name="T19" fmla="*/ 72 h 109"/>
                <a:gd name="T20" fmla="*/ 108 w 171"/>
                <a:gd name="T21" fmla="*/ 82 h 109"/>
                <a:gd name="T22" fmla="*/ 89 w 171"/>
                <a:gd name="T23" fmla="*/ 88 h 109"/>
                <a:gd name="T24" fmla="*/ 78 w 171"/>
                <a:gd name="T25" fmla="*/ 95 h 109"/>
                <a:gd name="T26" fmla="*/ 95 w 171"/>
                <a:gd name="T27" fmla="*/ 77 h 109"/>
                <a:gd name="T28" fmla="*/ 77 w 171"/>
                <a:gd name="T29" fmla="*/ 82 h 109"/>
                <a:gd name="T30" fmla="*/ 46 w 171"/>
                <a:gd name="T31" fmla="*/ 99 h 109"/>
                <a:gd name="T32" fmla="*/ 64 w 171"/>
                <a:gd name="T33" fmla="*/ 83 h 109"/>
                <a:gd name="T34" fmla="*/ 46 w 171"/>
                <a:gd name="T35" fmla="*/ 93 h 109"/>
                <a:gd name="T36" fmla="*/ 24 w 171"/>
                <a:gd name="T37" fmla="*/ 109 h 109"/>
                <a:gd name="T38" fmla="*/ 16 w 171"/>
                <a:gd name="T39" fmla="*/ 118 h 109"/>
                <a:gd name="T40" fmla="*/ 7 w 171"/>
                <a:gd name="T41" fmla="*/ 128 h 109"/>
                <a:gd name="T42" fmla="*/ 5 w 171"/>
                <a:gd name="T43" fmla="*/ 113 h 109"/>
                <a:gd name="T44" fmla="*/ 46 w 171"/>
                <a:gd name="T45" fmla="*/ 59 h 109"/>
                <a:gd name="T46" fmla="*/ 98 w 171"/>
                <a:gd name="T47" fmla="*/ 20 h 109"/>
                <a:gd name="T48" fmla="*/ 159 w 171"/>
                <a:gd name="T49" fmla="*/ 3 h 109"/>
                <a:gd name="T50" fmla="*/ 189 w 171"/>
                <a:gd name="T51" fmla="*/ 2 h 109"/>
                <a:gd name="T52" fmla="*/ 203 w 171"/>
                <a:gd name="T53" fmla="*/ 5 h 109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171" h="109">
                  <a:moveTo>
                    <a:pt x="171" y="23"/>
                  </a:moveTo>
                  <a:cubicBezTo>
                    <a:pt x="168" y="27"/>
                    <a:pt x="167" y="33"/>
                    <a:pt x="164" y="38"/>
                  </a:cubicBezTo>
                  <a:cubicBezTo>
                    <a:pt x="159" y="46"/>
                    <a:pt x="152" y="53"/>
                    <a:pt x="146" y="59"/>
                  </a:cubicBezTo>
                  <a:cubicBezTo>
                    <a:pt x="139" y="66"/>
                    <a:pt x="132" y="73"/>
                    <a:pt x="125" y="79"/>
                  </a:cubicBezTo>
                  <a:cubicBezTo>
                    <a:pt x="121" y="83"/>
                    <a:pt x="117" y="87"/>
                    <a:pt x="116" y="92"/>
                  </a:cubicBezTo>
                  <a:cubicBezTo>
                    <a:pt x="114" y="89"/>
                    <a:pt x="116" y="83"/>
                    <a:pt x="116" y="79"/>
                  </a:cubicBezTo>
                  <a:cubicBezTo>
                    <a:pt x="116" y="75"/>
                    <a:pt x="116" y="72"/>
                    <a:pt x="117" y="69"/>
                  </a:cubicBezTo>
                  <a:cubicBezTo>
                    <a:pt x="118" y="66"/>
                    <a:pt x="120" y="64"/>
                    <a:pt x="120" y="61"/>
                  </a:cubicBezTo>
                  <a:cubicBezTo>
                    <a:pt x="113" y="64"/>
                    <a:pt x="107" y="71"/>
                    <a:pt x="99" y="73"/>
                  </a:cubicBezTo>
                  <a:cubicBezTo>
                    <a:pt x="103" y="69"/>
                    <a:pt x="107" y="65"/>
                    <a:pt x="109" y="60"/>
                  </a:cubicBezTo>
                  <a:cubicBezTo>
                    <a:pt x="103" y="65"/>
                    <a:pt x="96" y="67"/>
                    <a:pt x="88" y="68"/>
                  </a:cubicBezTo>
                  <a:cubicBezTo>
                    <a:pt x="83" y="69"/>
                    <a:pt x="78" y="69"/>
                    <a:pt x="73" y="73"/>
                  </a:cubicBezTo>
                  <a:cubicBezTo>
                    <a:pt x="71" y="75"/>
                    <a:pt x="68" y="79"/>
                    <a:pt x="64" y="79"/>
                  </a:cubicBezTo>
                  <a:cubicBezTo>
                    <a:pt x="68" y="74"/>
                    <a:pt x="73" y="68"/>
                    <a:pt x="78" y="64"/>
                  </a:cubicBezTo>
                  <a:cubicBezTo>
                    <a:pt x="73" y="65"/>
                    <a:pt x="68" y="67"/>
                    <a:pt x="63" y="68"/>
                  </a:cubicBezTo>
                  <a:cubicBezTo>
                    <a:pt x="53" y="72"/>
                    <a:pt x="46" y="77"/>
                    <a:pt x="37" y="82"/>
                  </a:cubicBezTo>
                  <a:cubicBezTo>
                    <a:pt x="41" y="76"/>
                    <a:pt x="46" y="71"/>
                    <a:pt x="52" y="69"/>
                  </a:cubicBezTo>
                  <a:cubicBezTo>
                    <a:pt x="48" y="68"/>
                    <a:pt x="41" y="75"/>
                    <a:pt x="37" y="77"/>
                  </a:cubicBezTo>
                  <a:cubicBezTo>
                    <a:pt x="31" y="81"/>
                    <a:pt x="25" y="85"/>
                    <a:pt x="20" y="90"/>
                  </a:cubicBezTo>
                  <a:cubicBezTo>
                    <a:pt x="17" y="92"/>
                    <a:pt x="15" y="95"/>
                    <a:pt x="13" y="98"/>
                  </a:cubicBezTo>
                  <a:cubicBezTo>
                    <a:pt x="12" y="100"/>
                    <a:pt x="9" y="105"/>
                    <a:pt x="7" y="106"/>
                  </a:cubicBezTo>
                  <a:cubicBezTo>
                    <a:pt x="0" y="109"/>
                    <a:pt x="4" y="96"/>
                    <a:pt x="5" y="94"/>
                  </a:cubicBezTo>
                  <a:cubicBezTo>
                    <a:pt x="12" y="78"/>
                    <a:pt x="25" y="62"/>
                    <a:pt x="37" y="49"/>
                  </a:cubicBezTo>
                  <a:cubicBezTo>
                    <a:pt x="49" y="35"/>
                    <a:pt x="63" y="24"/>
                    <a:pt x="80" y="17"/>
                  </a:cubicBezTo>
                  <a:cubicBezTo>
                    <a:pt x="96" y="9"/>
                    <a:pt x="112" y="5"/>
                    <a:pt x="130" y="3"/>
                  </a:cubicBezTo>
                  <a:cubicBezTo>
                    <a:pt x="138" y="2"/>
                    <a:pt x="146" y="0"/>
                    <a:pt x="154" y="2"/>
                  </a:cubicBezTo>
                  <a:cubicBezTo>
                    <a:pt x="157" y="3"/>
                    <a:pt x="162" y="6"/>
                    <a:pt x="166" y="5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8305" name="Freeform 787">
              <a:extLst>
                <a:ext uri="{FF2B5EF4-FFF2-40B4-BE49-F238E27FC236}">
                  <a16:creationId xmlns:a16="http://schemas.microsoft.com/office/drawing/2014/main" id="{2F302105-E1D7-4EB3-A1DF-733EADC0674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7" y="830"/>
              <a:ext cx="114" cy="54"/>
            </a:xfrm>
            <a:custGeom>
              <a:avLst/>
              <a:gdLst>
                <a:gd name="T0" fmla="*/ 123 w 107"/>
                <a:gd name="T1" fmla="*/ 22 h 51"/>
                <a:gd name="T2" fmla="*/ 62 w 107"/>
                <a:gd name="T3" fmla="*/ 13 h 51"/>
                <a:gd name="T4" fmla="*/ 29 w 107"/>
                <a:gd name="T5" fmla="*/ 46 h 51"/>
                <a:gd name="T6" fmla="*/ 123 w 107"/>
                <a:gd name="T7" fmla="*/ 22 h 5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7" h="51">
                  <a:moveTo>
                    <a:pt x="101" y="19"/>
                  </a:moveTo>
                  <a:cubicBezTo>
                    <a:pt x="107" y="5"/>
                    <a:pt x="76" y="0"/>
                    <a:pt x="51" y="10"/>
                  </a:cubicBezTo>
                  <a:cubicBezTo>
                    <a:pt x="27" y="20"/>
                    <a:pt x="0" y="51"/>
                    <a:pt x="23" y="39"/>
                  </a:cubicBezTo>
                  <a:cubicBezTo>
                    <a:pt x="86" y="7"/>
                    <a:pt x="93" y="37"/>
                    <a:pt x="101" y="19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8306" name="Freeform 788">
              <a:extLst>
                <a:ext uri="{FF2B5EF4-FFF2-40B4-BE49-F238E27FC236}">
                  <a16:creationId xmlns:a16="http://schemas.microsoft.com/office/drawing/2014/main" id="{0E2FAC6E-95CA-44F0-8794-83D48FDF2C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2" y="830"/>
              <a:ext cx="114" cy="54"/>
            </a:xfrm>
            <a:custGeom>
              <a:avLst/>
              <a:gdLst>
                <a:gd name="T0" fmla="*/ 6 w 107"/>
                <a:gd name="T1" fmla="*/ 22 h 51"/>
                <a:gd name="T2" fmla="*/ 68 w 107"/>
                <a:gd name="T3" fmla="*/ 13 h 51"/>
                <a:gd name="T4" fmla="*/ 101 w 107"/>
                <a:gd name="T5" fmla="*/ 46 h 51"/>
                <a:gd name="T6" fmla="*/ 6 w 107"/>
                <a:gd name="T7" fmla="*/ 22 h 5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7" h="51">
                  <a:moveTo>
                    <a:pt x="6" y="19"/>
                  </a:moveTo>
                  <a:cubicBezTo>
                    <a:pt x="0" y="5"/>
                    <a:pt x="31" y="0"/>
                    <a:pt x="56" y="10"/>
                  </a:cubicBezTo>
                  <a:cubicBezTo>
                    <a:pt x="80" y="20"/>
                    <a:pt x="107" y="51"/>
                    <a:pt x="84" y="39"/>
                  </a:cubicBezTo>
                  <a:cubicBezTo>
                    <a:pt x="21" y="7"/>
                    <a:pt x="14" y="37"/>
                    <a:pt x="6" y="19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8307" name="Freeform 789">
              <a:extLst>
                <a:ext uri="{FF2B5EF4-FFF2-40B4-BE49-F238E27FC236}">
                  <a16:creationId xmlns:a16="http://schemas.microsoft.com/office/drawing/2014/main" id="{97CBEAB1-44E3-413A-817F-52329EF17B6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4" y="852"/>
              <a:ext cx="77" cy="65"/>
            </a:xfrm>
            <a:custGeom>
              <a:avLst/>
              <a:gdLst>
                <a:gd name="T0" fmla="*/ 80 w 72"/>
                <a:gd name="T1" fmla="*/ 33 h 61"/>
                <a:gd name="T2" fmla="*/ 0 w 72"/>
                <a:gd name="T3" fmla="*/ 42 h 61"/>
                <a:gd name="T4" fmla="*/ 67 w 72"/>
                <a:gd name="T5" fmla="*/ 51 h 61"/>
                <a:gd name="T6" fmla="*/ 82 w 72"/>
                <a:gd name="T7" fmla="*/ 46 h 61"/>
                <a:gd name="T8" fmla="*/ 83 w 72"/>
                <a:gd name="T9" fmla="*/ 36 h 6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2" h="61">
                  <a:moveTo>
                    <a:pt x="65" y="27"/>
                  </a:moveTo>
                  <a:cubicBezTo>
                    <a:pt x="65" y="27"/>
                    <a:pt x="23" y="0"/>
                    <a:pt x="0" y="35"/>
                  </a:cubicBezTo>
                  <a:cubicBezTo>
                    <a:pt x="0" y="35"/>
                    <a:pt x="24" y="61"/>
                    <a:pt x="55" y="42"/>
                  </a:cubicBezTo>
                  <a:cubicBezTo>
                    <a:pt x="55" y="42"/>
                    <a:pt x="61" y="38"/>
                    <a:pt x="67" y="38"/>
                  </a:cubicBezTo>
                  <a:cubicBezTo>
                    <a:pt x="72" y="38"/>
                    <a:pt x="71" y="33"/>
                    <a:pt x="68" y="30"/>
                  </a:cubicBezTo>
                </a:path>
              </a:pathLst>
            </a:custGeom>
            <a:solidFill>
              <a:srgbClr val="613A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8308" name="Freeform 790">
              <a:extLst>
                <a:ext uri="{FF2B5EF4-FFF2-40B4-BE49-F238E27FC236}">
                  <a16:creationId xmlns:a16="http://schemas.microsoft.com/office/drawing/2014/main" id="{185E2DF0-55DB-4804-AAB6-FC9665E998C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9" y="860"/>
              <a:ext cx="68" cy="51"/>
            </a:xfrm>
            <a:custGeom>
              <a:avLst/>
              <a:gdLst>
                <a:gd name="T0" fmla="*/ 72 w 63"/>
                <a:gd name="T1" fmla="*/ 24 h 48"/>
                <a:gd name="T2" fmla="*/ 0 w 63"/>
                <a:gd name="T3" fmla="*/ 34 h 48"/>
                <a:gd name="T4" fmla="*/ 62 w 63"/>
                <a:gd name="T5" fmla="*/ 39 h 48"/>
                <a:gd name="T6" fmla="*/ 73 w 63"/>
                <a:gd name="T7" fmla="*/ 35 h 48"/>
                <a:gd name="T8" fmla="*/ 76 w 63"/>
                <a:gd name="T9" fmla="*/ 30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3" h="48">
                  <a:moveTo>
                    <a:pt x="57" y="21"/>
                  </a:moveTo>
                  <a:cubicBezTo>
                    <a:pt x="57" y="21"/>
                    <a:pt x="21" y="0"/>
                    <a:pt x="0" y="28"/>
                  </a:cubicBezTo>
                  <a:cubicBezTo>
                    <a:pt x="0" y="28"/>
                    <a:pt x="21" y="48"/>
                    <a:pt x="49" y="33"/>
                  </a:cubicBezTo>
                  <a:cubicBezTo>
                    <a:pt x="49" y="33"/>
                    <a:pt x="53" y="29"/>
                    <a:pt x="58" y="29"/>
                  </a:cubicBezTo>
                  <a:cubicBezTo>
                    <a:pt x="63" y="29"/>
                    <a:pt x="63" y="26"/>
                    <a:pt x="60" y="24"/>
                  </a:cubicBezTo>
                </a:path>
              </a:pathLst>
            </a:custGeom>
            <a:solidFill>
              <a:srgbClr val="FCE1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8309" name="Oval 791">
              <a:extLst>
                <a:ext uri="{FF2B5EF4-FFF2-40B4-BE49-F238E27FC236}">
                  <a16:creationId xmlns:a16="http://schemas.microsoft.com/office/drawing/2014/main" id="{C58E32FE-9FE8-45D9-AB00-BE8BCBEBD5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06" y="874"/>
              <a:ext cx="27" cy="26"/>
            </a:xfrm>
            <a:prstGeom prst="ellipse">
              <a:avLst/>
            </a:prstGeom>
            <a:solidFill>
              <a:srgbClr val="2A110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8310" name="Oval 792">
              <a:extLst>
                <a:ext uri="{FF2B5EF4-FFF2-40B4-BE49-F238E27FC236}">
                  <a16:creationId xmlns:a16="http://schemas.microsoft.com/office/drawing/2014/main" id="{604BA182-2D8C-4931-9B9C-A1946875C0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15" y="882"/>
              <a:ext cx="10" cy="10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8311" name="Freeform 793">
              <a:extLst>
                <a:ext uri="{FF2B5EF4-FFF2-40B4-BE49-F238E27FC236}">
                  <a16:creationId xmlns:a16="http://schemas.microsoft.com/office/drawing/2014/main" id="{2C0036F5-D843-40E2-920F-6B59FEEC7D7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8" y="860"/>
              <a:ext cx="68" cy="51"/>
            </a:xfrm>
            <a:custGeom>
              <a:avLst/>
              <a:gdLst>
                <a:gd name="T0" fmla="*/ 72 w 63"/>
                <a:gd name="T1" fmla="*/ 24 h 48"/>
                <a:gd name="T2" fmla="*/ 0 w 63"/>
                <a:gd name="T3" fmla="*/ 34 h 48"/>
                <a:gd name="T4" fmla="*/ 62 w 63"/>
                <a:gd name="T5" fmla="*/ 39 h 48"/>
                <a:gd name="T6" fmla="*/ 73 w 63"/>
                <a:gd name="T7" fmla="*/ 35 h 48"/>
                <a:gd name="T8" fmla="*/ 77 w 63"/>
                <a:gd name="T9" fmla="*/ 30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3" h="48">
                  <a:moveTo>
                    <a:pt x="57" y="21"/>
                  </a:moveTo>
                  <a:cubicBezTo>
                    <a:pt x="57" y="21"/>
                    <a:pt x="21" y="0"/>
                    <a:pt x="0" y="28"/>
                  </a:cubicBezTo>
                  <a:cubicBezTo>
                    <a:pt x="0" y="28"/>
                    <a:pt x="22" y="48"/>
                    <a:pt x="49" y="33"/>
                  </a:cubicBezTo>
                  <a:cubicBezTo>
                    <a:pt x="49" y="33"/>
                    <a:pt x="53" y="29"/>
                    <a:pt x="58" y="29"/>
                  </a:cubicBezTo>
                  <a:cubicBezTo>
                    <a:pt x="63" y="29"/>
                    <a:pt x="63" y="26"/>
                    <a:pt x="61" y="24"/>
                  </a:cubicBezTo>
                </a:path>
              </a:pathLst>
            </a:custGeom>
            <a:noFill/>
            <a:ln w="4763" cap="flat">
              <a:solidFill>
                <a:srgbClr val="5A221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8312" name="Freeform 794">
              <a:extLst>
                <a:ext uri="{FF2B5EF4-FFF2-40B4-BE49-F238E27FC236}">
                  <a16:creationId xmlns:a16="http://schemas.microsoft.com/office/drawing/2014/main" id="{3ABB3DAC-0484-45D0-A81F-C364F53B26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5" y="876"/>
              <a:ext cx="26" cy="10"/>
            </a:xfrm>
            <a:custGeom>
              <a:avLst/>
              <a:gdLst>
                <a:gd name="T0" fmla="*/ 11 w 24"/>
                <a:gd name="T1" fmla="*/ 10 h 10"/>
                <a:gd name="T2" fmla="*/ 22 w 24"/>
                <a:gd name="T3" fmla="*/ 5 h 10"/>
                <a:gd name="T4" fmla="*/ 27 w 24"/>
                <a:gd name="T5" fmla="*/ 10 h 10"/>
                <a:gd name="T6" fmla="*/ 27 w 24"/>
                <a:gd name="T7" fmla="*/ 4 h 10"/>
                <a:gd name="T8" fmla="*/ 12 w 24"/>
                <a:gd name="T9" fmla="*/ 0 h 10"/>
                <a:gd name="T10" fmla="*/ 9 w 24"/>
                <a:gd name="T11" fmla="*/ 9 h 10"/>
                <a:gd name="T12" fmla="*/ 10 w 24"/>
                <a:gd name="T13" fmla="*/ 9 h 1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10">
                  <a:moveTo>
                    <a:pt x="8" y="10"/>
                  </a:moveTo>
                  <a:cubicBezTo>
                    <a:pt x="6" y="6"/>
                    <a:pt x="14" y="4"/>
                    <a:pt x="17" y="5"/>
                  </a:cubicBezTo>
                  <a:cubicBezTo>
                    <a:pt x="18" y="6"/>
                    <a:pt x="20" y="10"/>
                    <a:pt x="21" y="10"/>
                  </a:cubicBezTo>
                  <a:cubicBezTo>
                    <a:pt x="24" y="9"/>
                    <a:pt x="22" y="5"/>
                    <a:pt x="21" y="4"/>
                  </a:cubicBezTo>
                  <a:cubicBezTo>
                    <a:pt x="19" y="1"/>
                    <a:pt x="13" y="0"/>
                    <a:pt x="9" y="0"/>
                  </a:cubicBezTo>
                  <a:cubicBezTo>
                    <a:pt x="6" y="1"/>
                    <a:pt x="0" y="8"/>
                    <a:pt x="6" y="9"/>
                  </a:cubicBezTo>
                  <a:cubicBezTo>
                    <a:pt x="6" y="9"/>
                    <a:pt x="6" y="9"/>
                    <a:pt x="7" y="9"/>
                  </a:cubicBezTo>
                </a:path>
              </a:pathLst>
            </a:custGeom>
            <a:solidFill>
              <a:srgbClr val="160A0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8313" name="Freeform 795">
              <a:extLst>
                <a:ext uri="{FF2B5EF4-FFF2-40B4-BE49-F238E27FC236}">
                  <a16:creationId xmlns:a16="http://schemas.microsoft.com/office/drawing/2014/main" id="{6D5BD0B1-305B-4674-A56C-6C7622E6DC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3" y="890"/>
              <a:ext cx="17" cy="11"/>
            </a:xfrm>
            <a:custGeom>
              <a:avLst/>
              <a:gdLst>
                <a:gd name="T0" fmla="*/ 0 w 16"/>
                <a:gd name="T1" fmla="*/ 0 h 11"/>
                <a:gd name="T2" fmla="*/ 16 w 16"/>
                <a:gd name="T3" fmla="*/ 0 h 11"/>
                <a:gd name="T4" fmla="*/ 0 w 16"/>
                <a:gd name="T5" fmla="*/ 2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1">
                  <a:moveTo>
                    <a:pt x="0" y="0"/>
                  </a:moveTo>
                  <a:cubicBezTo>
                    <a:pt x="3" y="6"/>
                    <a:pt x="9" y="2"/>
                    <a:pt x="13" y="0"/>
                  </a:cubicBezTo>
                  <a:cubicBezTo>
                    <a:pt x="16" y="4"/>
                    <a:pt x="2" y="11"/>
                    <a:pt x="0" y="2"/>
                  </a:cubicBezTo>
                </a:path>
              </a:pathLst>
            </a:custGeom>
            <a:solidFill>
              <a:srgbClr val="3E13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8314" name="Oval 796">
              <a:extLst>
                <a:ext uri="{FF2B5EF4-FFF2-40B4-BE49-F238E27FC236}">
                  <a16:creationId xmlns:a16="http://schemas.microsoft.com/office/drawing/2014/main" id="{42913287-A847-44E8-A956-437DCD3B87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20" y="884"/>
              <a:ext cx="7" cy="8"/>
            </a:xfrm>
            <a:prstGeom prst="ellipse">
              <a:avLst/>
            </a:prstGeom>
            <a:solidFill>
              <a:srgbClr val="8E4C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8315" name="Freeform 797">
              <a:extLst>
                <a:ext uri="{FF2B5EF4-FFF2-40B4-BE49-F238E27FC236}">
                  <a16:creationId xmlns:a16="http://schemas.microsoft.com/office/drawing/2014/main" id="{968F993E-E1F5-4C37-9094-04068CA8125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2" y="889"/>
              <a:ext cx="16" cy="4"/>
            </a:xfrm>
            <a:custGeom>
              <a:avLst/>
              <a:gdLst>
                <a:gd name="T0" fmla="*/ 18 w 15"/>
                <a:gd name="T1" fmla="*/ 0 h 4"/>
                <a:gd name="T2" fmla="*/ 0 w 15"/>
                <a:gd name="T3" fmla="*/ 1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4">
                  <a:moveTo>
                    <a:pt x="15" y="0"/>
                  </a:moveTo>
                  <a:cubicBezTo>
                    <a:pt x="15" y="0"/>
                    <a:pt x="6" y="4"/>
                    <a:pt x="0" y="1"/>
                  </a:cubicBezTo>
                </a:path>
              </a:pathLst>
            </a:custGeom>
            <a:noFill/>
            <a:ln w="4763" cap="flat">
              <a:solidFill>
                <a:srgbClr val="5A221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8316" name="Freeform 798">
              <a:extLst>
                <a:ext uri="{FF2B5EF4-FFF2-40B4-BE49-F238E27FC236}">
                  <a16:creationId xmlns:a16="http://schemas.microsoft.com/office/drawing/2014/main" id="{2A76BF5A-5FBB-46A5-8A1E-A1FA16B0A91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3" y="852"/>
              <a:ext cx="78" cy="65"/>
            </a:xfrm>
            <a:custGeom>
              <a:avLst/>
              <a:gdLst>
                <a:gd name="T0" fmla="*/ 11 w 73"/>
                <a:gd name="T1" fmla="*/ 33 h 61"/>
                <a:gd name="T2" fmla="*/ 89 w 73"/>
                <a:gd name="T3" fmla="*/ 42 h 61"/>
                <a:gd name="T4" fmla="*/ 20 w 73"/>
                <a:gd name="T5" fmla="*/ 51 h 61"/>
                <a:gd name="T6" fmla="*/ 6 w 73"/>
                <a:gd name="T7" fmla="*/ 46 h 61"/>
                <a:gd name="T8" fmla="*/ 4 w 73"/>
                <a:gd name="T9" fmla="*/ 36 h 6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3" h="61">
                  <a:moveTo>
                    <a:pt x="8" y="27"/>
                  </a:moveTo>
                  <a:cubicBezTo>
                    <a:pt x="8" y="27"/>
                    <a:pt x="49" y="0"/>
                    <a:pt x="73" y="35"/>
                  </a:cubicBezTo>
                  <a:cubicBezTo>
                    <a:pt x="73" y="35"/>
                    <a:pt x="48" y="61"/>
                    <a:pt x="17" y="42"/>
                  </a:cubicBezTo>
                  <a:cubicBezTo>
                    <a:pt x="17" y="42"/>
                    <a:pt x="11" y="38"/>
                    <a:pt x="6" y="38"/>
                  </a:cubicBezTo>
                  <a:cubicBezTo>
                    <a:pt x="0" y="38"/>
                    <a:pt x="1" y="33"/>
                    <a:pt x="4" y="30"/>
                  </a:cubicBezTo>
                </a:path>
              </a:pathLst>
            </a:custGeom>
            <a:solidFill>
              <a:srgbClr val="613A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8317" name="Freeform 799">
              <a:extLst>
                <a:ext uri="{FF2B5EF4-FFF2-40B4-BE49-F238E27FC236}">
                  <a16:creationId xmlns:a16="http://schemas.microsoft.com/office/drawing/2014/main" id="{478E9A7C-818B-456F-B70F-A63A38C8A6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9" y="860"/>
              <a:ext cx="67" cy="51"/>
            </a:xfrm>
            <a:custGeom>
              <a:avLst/>
              <a:gdLst>
                <a:gd name="T0" fmla="*/ 5 w 63"/>
                <a:gd name="T1" fmla="*/ 24 h 48"/>
                <a:gd name="T2" fmla="*/ 76 w 63"/>
                <a:gd name="T3" fmla="*/ 34 h 48"/>
                <a:gd name="T4" fmla="*/ 16 w 63"/>
                <a:gd name="T5" fmla="*/ 39 h 48"/>
                <a:gd name="T6" fmla="*/ 4 w 63"/>
                <a:gd name="T7" fmla="*/ 35 h 48"/>
                <a:gd name="T8" fmla="*/ 2 w 63"/>
                <a:gd name="T9" fmla="*/ 30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3" h="48">
                  <a:moveTo>
                    <a:pt x="5" y="21"/>
                  </a:moveTo>
                  <a:cubicBezTo>
                    <a:pt x="5" y="21"/>
                    <a:pt x="42" y="0"/>
                    <a:pt x="63" y="28"/>
                  </a:cubicBezTo>
                  <a:cubicBezTo>
                    <a:pt x="63" y="28"/>
                    <a:pt x="41" y="48"/>
                    <a:pt x="13" y="33"/>
                  </a:cubicBezTo>
                  <a:cubicBezTo>
                    <a:pt x="13" y="33"/>
                    <a:pt x="9" y="29"/>
                    <a:pt x="4" y="29"/>
                  </a:cubicBezTo>
                  <a:cubicBezTo>
                    <a:pt x="0" y="29"/>
                    <a:pt x="0" y="26"/>
                    <a:pt x="2" y="24"/>
                  </a:cubicBezTo>
                </a:path>
              </a:pathLst>
            </a:custGeom>
            <a:solidFill>
              <a:srgbClr val="FCE1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8318" name="Oval 800">
              <a:extLst>
                <a:ext uri="{FF2B5EF4-FFF2-40B4-BE49-F238E27FC236}">
                  <a16:creationId xmlns:a16="http://schemas.microsoft.com/office/drawing/2014/main" id="{CAD3D1B4-E813-401B-A3FE-E1710412BA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62" y="874"/>
              <a:ext cx="26" cy="26"/>
            </a:xfrm>
            <a:prstGeom prst="ellipse">
              <a:avLst/>
            </a:prstGeom>
            <a:solidFill>
              <a:srgbClr val="2A110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8319" name="Oval 801">
              <a:extLst>
                <a:ext uri="{FF2B5EF4-FFF2-40B4-BE49-F238E27FC236}">
                  <a16:creationId xmlns:a16="http://schemas.microsoft.com/office/drawing/2014/main" id="{F4EB956D-937C-4A1F-81B0-7D96DF90D3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71" y="882"/>
              <a:ext cx="9" cy="10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8320" name="Freeform 802">
              <a:extLst>
                <a:ext uri="{FF2B5EF4-FFF2-40B4-BE49-F238E27FC236}">
                  <a16:creationId xmlns:a16="http://schemas.microsoft.com/office/drawing/2014/main" id="{67941C60-64CA-4A13-9F34-993B186309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9" y="860"/>
              <a:ext cx="67" cy="51"/>
            </a:xfrm>
            <a:custGeom>
              <a:avLst/>
              <a:gdLst>
                <a:gd name="T0" fmla="*/ 6 w 63"/>
                <a:gd name="T1" fmla="*/ 24 h 48"/>
                <a:gd name="T2" fmla="*/ 76 w 63"/>
                <a:gd name="T3" fmla="*/ 34 h 48"/>
                <a:gd name="T4" fmla="*/ 17 w 63"/>
                <a:gd name="T5" fmla="*/ 39 h 48"/>
                <a:gd name="T6" fmla="*/ 5 w 63"/>
                <a:gd name="T7" fmla="*/ 35 h 48"/>
                <a:gd name="T8" fmla="*/ 3 w 63"/>
                <a:gd name="T9" fmla="*/ 30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3" h="48">
                  <a:moveTo>
                    <a:pt x="6" y="21"/>
                  </a:moveTo>
                  <a:cubicBezTo>
                    <a:pt x="6" y="21"/>
                    <a:pt x="43" y="0"/>
                    <a:pt x="63" y="28"/>
                  </a:cubicBezTo>
                  <a:cubicBezTo>
                    <a:pt x="63" y="28"/>
                    <a:pt x="42" y="48"/>
                    <a:pt x="14" y="33"/>
                  </a:cubicBezTo>
                  <a:cubicBezTo>
                    <a:pt x="14" y="33"/>
                    <a:pt x="10" y="29"/>
                    <a:pt x="5" y="29"/>
                  </a:cubicBezTo>
                  <a:cubicBezTo>
                    <a:pt x="0" y="29"/>
                    <a:pt x="0" y="26"/>
                    <a:pt x="3" y="24"/>
                  </a:cubicBezTo>
                </a:path>
              </a:pathLst>
            </a:custGeom>
            <a:noFill/>
            <a:ln w="4763" cap="flat">
              <a:solidFill>
                <a:srgbClr val="5A221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8321" name="Freeform 803">
              <a:extLst>
                <a:ext uri="{FF2B5EF4-FFF2-40B4-BE49-F238E27FC236}">
                  <a16:creationId xmlns:a16="http://schemas.microsoft.com/office/drawing/2014/main" id="{CE6E285E-6750-444F-9B3B-B9065C0962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4" y="876"/>
              <a:ext cx="26" cy="10"/>
            </a:xfrm>
            <a:custGeom>
              <a:avLst/>
              <a:gdLst>
                <a:gd name="T0" fmla="*/ 20 w 24"/>
                <a:gd name="T1" fmla="*/ 10 h 10"/>
                <a:gd name="T2" fmla="*/ 10 w 24"/>
                <a:gd name="T3" fmla="*/ 5 h 10"/>
                <a:gd name="T4" fmla="*/ 2 w 24"/>
                <a:gd name="T5" fmla="*/ 10 h 10"/>
                <a:gd name="T6" fmla="*/ 2 w 24"/>
                <a:gd name="T7" fmla="*/ 4 h 10"/>
                <a:gd name="T8" fmla="*/ 17 w 24"/>
                <a:gd name="T9" fmla="*/ 0 h 10"/>
                <a:gd name="T10" fmla="*/ 22 w 24"/>
                <a:gd name="T11" fmla="*/ 9 h 10"/>
                <a:gd name="T12" fmla="*/ 22 w 24"/>
                <a:gd name="T13" fmla="*/ 9 h 1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10">
                  <a:moveTo>
                    <a:pt x="16" y="10"/>
                  </a:moveTo>
                  <a:cubicBezTo>
                    <a:pt x="17" y="6"/>
                    <a:pt x="10" y="4"/>
                    <a:pt x="7" y="5"/>
                  </a:cubicBezTo>
                  <a:cubicBezTo>
                    <a:pt x="5" y="6"/>
                    <a:pt x="4" y="10"/>
                    <a:pt x="2" y="10"/>
                  </a:cubicBezTo>
                  <a:cubicBezTo>
                    <a:pt x="0" y="9"/>
                    <a:pt x="1" y="5"/>
                    <a:pt x="2" y="4"/>
                  </a:cubicBezTo>
                  <a:cubicBezTo>
                    <a:pt x="4" y="1"/>
                    <a:pt x="11" y="0"/>
                    <a:pt x="14" y="0"/>
                  </a:cubicBezTo>
                  <a:cubicBezTo>
                    <a:pt x="18" y="1"/>
                    <a:pt x="24" y="8"/>
                    <a:pt x="17" y="9"/>
                  </a:cubicBezTo>
                  <a:cubicBezTo>
                    <a:pt x="17" y="9"/>
                    <a:pt x="17" y="9"/>
                    <a:pt x="17" y="9"/>
                  </a:cubicBezTo>
                </a:path>
              </a:pathLst>
            </a:custGeom>
            <a:solidFill>
              <a:srgbClr val="160A0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8322" name="Freeform 804">
              <a:extLst>
                <a:ext uri="{FF2B5EF4-FFF2-40B4-BE49-F238E27FC236}">
                  <a16:creationId xmlns:a16="http://schemas.microsoft.com/office/drawing/2014/main" id="{8E501B52-8FB8-4AC6-A9C4-5338B13059D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4" y="890"/>
              <a:ext cx="18" cy="11"/>
            </a:xfrm>
            <a:custGeom>
              <a:avLst/>
              <a:gdLst>
                <a:gd name="T0" fmla="*/ 19 w 17"/>
                <a:gd name="T1" fmla="*/ 0 h 11"/>
                <a:gd name="T2" fmla="*/ 4 w 17"/>
                <a:gd name="T3" fmla="*/ 0 h 11"/>
                <a:gd name="T4" fmla="*/ 20 w 17"/>
                <a:gd name="T5" fmla="*/ 2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1">
                  <a:moveTo>
                    <a:pt x="16" y="0"/>
                  </a:moveTo>
                  <a:cubicBezTo>
                    <a:pt x="14" y="6"/>
                    <a:pt x="7" y="2"/>
                    <a:pt x="4" y="0"/>
                  </a:cubicBezTo>
                  <a:cubicBezTo>
                    <a:pt x="0" y="4"/>
                    <a:pt x="14" y="11"/>
                    <a:pt x="17" y="2"/>
                  </a:cubicBezTo>
                </a:path>
              </a:pathLst>
            </a:custGeom>
            <a:solidFill>
              <a:srgbClr val="3E13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8323" name="Oval 805">
              <a:extLst>
                <a:ext uri="{FF2B5EF4-FFF2-40B4-BE49-F238E27FC236}">
                  <a16:creationId xmlns:a16="http://schemas.microsoft.com/office/drawing/2014/main" id="{3314F7B7-9ECF-4230-8DA8-9EF152FF26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67" y="884"/>
              <a:ext cx="8" cy="8"/>
            </a:xfrm>
            <a:prstGeom prst="ellipse">
              <a:avLst/>
            </a:prstGeom>
            <a:solidFill>
              <a:srgbClr val="8E4C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8324" name="Freeform 806">
              <a:extLst>
                <a:ext uri="{FF2B5EF4-FFF2-40B4-BE49-F238E27FC236}">
                  <a16:creationId xmlns:a16="http://schemas.microsoft.com/office/drawing/2014/main" id="{E6CFFB30-6EC6-4A6B-8F93-8E42798618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6" y="889"/>
              <a:ext cx="16" cy="4"/>
            </a:xfrm>
            <a:custGeom>
              <a:avLst/>
              <a:gdLst>
                <a:gd name="T0" fmla="*/ 0 w 15"/>
                <a:gd name="T1" fmla="*/ 0 h 4"/>
                <a:gd name="T2" fmla="*/ 18 w 15"/>
                <a:gd name="T3" fmla="*/ 1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4">
                  <a:moveTo>
                    <a:pt x="0" y="0"/>
                  </a:moveTo>
                  <a:cubicBezTo>
                    <a:pt x="0" y="0"/>
                    <a:pt x="10" y="4"/>
                    <a:pt x="15" y="1"/>
                  </a:cubicBezTo>
                </a:path>
              </a:pathLst>
            </a:custGeom>
            <a:noFill/>
            <a:ln w="4763" cap="flat">
              <a:solidFill>
                <a:srgbClr val="5A221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8325" name="Freeform 807">
              <a:extLst>
                <a:ext uri="{FF2B5EF4-FFF2-40B4-BE49-F238E27FC236}">
                  <a16:creationId xmlns:a16="http://schemas.microsoft.com/office/drawing/2014/main" id="{5F329DFA-F54E-4277-8E0D-961D094DDE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5" y="951"/>
              <a:ext cx="20" cy="14"/>
            </a:xfrm>
            <a:custGeom>
              <a:avLst/>
              <a:gdLst>
                <a:gd name="T0" fmla="*/ 3 w 19"/>
                <a:gd name="T1" fmla="*/ 3 h 13"/>
                <a:gd name="T2" fmla="*/ 5 w 19"/>
                <a:gd name="T3" fmla="*/ 0 h 13"/>
                <a:gd name="T4" fmla="*/ 14 w 19"/>
                <a:gd name="T5" fmla="*/ 3 h 13"/>
                <a:gd name="T6" fmla="*/ 22 w 19"/>
                <a:gd name="T7" fmla="*/ 16 h 13"/>
                <a:gd name="T8" fmla="*/ 3 w 19"/>
                <a:gd name="T9" fmla="*/ 3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13">
                  <a:moveTo>
                    <a:pt x="3" y="3"/>
                  </a:moveTo>
                  <a:cubicBezTo>
                    <a:pt x="0" y="1"/>
                    <a:pt x="3" y="0"/>
                    <a:pt x="5" y="0"/>
                  </a:cubicBezTo>
                  <a:cubicBezTo>
                    <a:pt x="7" y="0"/>
                    <a:pt x="9" y="1"/>
                    <a:pt x="11" y="3"/>
                  </a:cubicBezTo>
                  <a:cubicBezTo>
                    <a:pt x="14" y="5"/>
                    <a:pt x="17" y="10"/>
                    <a:pt x="19" y="13"/>
                  </a:cubicBezTo>
                  <a:cubicBezTo>
                    <a:pt x="13" y="13"/>
                    <a:pt x="6" y="8"/>
                    <a:pt x="3" y="3"/>
                  </a:cubicBezTo>
                </a:path>
              </a:pathLst>
            </a:custGeom>
            <a:solidFill>
              <a:srgbClr val="5A22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8326" name="Freeform 808">
              <a:extLst>
                <a:ext uri="{FF2B5EF4-FFF2-40B4-BE49-F238E27FC236}">
                  <a16:creationId xmlns:a16="http://schemas.microsoft.com/office/drawing/2014/main" id="{550DC09C-0EC5-4B1B-95EA-499B4890C8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7" y="951"/>
              <a:ext cx="20" cy="14"/>
            </a:xfrm>
            <a:custGeom>
              <a:avLst/>
              <a:gdLst>
                <a:gd name="T0" fmla="*/ 20 w 19"/>
                <a:gd name="T1" fmla="*/ 3 h 13"/>
                <a:gd name="T2" fmla="*/ 18 w 19"/>
                <a:gd name="T3" fmla="*/ 0 h 13"/>
                <a:gd name="T4" fmla="*/ 9 w 19"/>
                <a:gd name="T5" fmla="*/ 3 h 13"/>
                <a:gd name="T6" fmla="*/ 0 w 19"/>
                <a:gd name="T7" fmla="*/ 16 h 13"/>
                <a:gd name="T8" fmla="*/ 20 w 19"/>
                <a:gd name="T9" fmla="*/ 3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13">
                  <a:moveTo>
                    <a:pt x="17" y="3"/>
                  </a:moveTo>
                  <a:cubicBezTo>
                    <a:pt x="19" y="1"/>
                    <a:pt x="17" y="0"/>
                    <a:pt x="15" y="0"/>
                  </a:cubicBezTo>
                  <a:cubicBezTo>
                    <a:pt x="13" y="0"/>
                    <a:pt x="11" y="1"/>
                    <a:pt x="9" y="3"/>
                  </a:cubicBezTo>
                  <a:cubicBezTo>
                    <a:pt x="6" y="5"/>
                    <a:pt x="2" y="10"/>
                    <a:pt x="0" y="13"/>
                  </a:cubicBezTo>
                  <a:cubicBezTo>
                    <a:pt x="6" y="13"/>
                    <a:pt x="13" y="8"/>
                    <a:pt x="17" y="3"/>
                  </a:cubicBezTo>
                </a:path>
              </a:pathLst>
            </a:custGeom>
            <a:solidFill>
              <a:srgbClr val="5A22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8327" name="Freeform 809">
              <a:extLst>
                <a:ext uri="{FF2B5EF4-FFF2-40B4-BE49-F238E27FC236}">
                  <a16:creationId xmlns:a16="http://schemas.microsoft.com/office/drawing/2014/main" id="{57F28B45-6175-4052-BBB2-FEB481AE0D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4" y="861"/>
              <a:ext cx="13" cy="89"/>
            </a:xfrm>
            <a:custGeom>
              <a:avLst/>
              <a:gdLst>
                <a:gd name="T0" fmla="*/ 6 w 13"/>
                <a:gd name="T1" fmla="*/ 0 h 84"/>
                <a:gd name="T2" fmla="*/ 7 w 13"/>
                <a:gd name="T3" fmla="*/ 16 h 84"/>
                <a:gd name="T4" fmla="*/ 6 w 13"/>
                <a:gd name="T5" fmla="*/ 32 h 84"/>
                <a:gd name="T6" fmla="*/ 1 w 13"/>
                <a:gd name="T7" fmla="*/ 56 h 84"/>
                <a:gd name="T8" fmla="*/ 2 w 13"/>
                <a:gd name="T9" fmla="*/ 79 h 84"/>
                <a:gd name="T10" fmla="*/ 13 w 13"/>
                <a:gd name="T11" fmla="*/ 100 h 84"/>
                <a:gd name="T12" fmla="*/ 7 w 13"/>
                <a:gd name="T13" fmla="*/ 72 h 84"/>
                <a:gd name="T14" fmla="*/ 8 w 13"/>
                <a:gd name="T15" fmla="*/ 41 h 84"/>
                <a:gd name="T16" fmla="*/ 10 w 13"/>
                <a:gd name="T17" fmla="*/ 16 h 84"/>
                <a:gd name="T18" fmla="*/ 6 w 13"/>
                <a:gd name="T19" fmla="*/ 0 h 8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" h="84">
                  <a:moveTo>
                    <a:pt x="6" y="0"/>
                  </a:moveTo>
                  <a:cubicBezTo>
                    <a:pt x="6" y="4"/>
                    <a:pt x="7" y="9"/>
                    <a:pt x="7" y="13"/>
                  </a:cubicBezTo>
                  <a:cubicBezTo>
                    <a:pt x="7" y="17"/>
                    <a:pt x="7" y="22"/>
                    <a:pt x="6" y="26"/>
                  </a:cubicBezTo>
                  <a:cubicBezTo>
                    <a:pt x="4" y="33"/>
                    <a:pt x="2" y="40"/>
                    <a:pt x="1" y="47"/>
                  </a:cubicBezTo>
                  <a:cubicBezTo>
                    <a:pt x="0" y="54"/>
                    <a:pt x="0" y="61"/>
                    <a:pt x="2" y="67"/>
                  </a:cubicBezTo>
                  <a:cubicBezTo>
                    <a:pt x="5" y="74"/>
                    <a:pt x="10" y="78"/>
                    <a:pt x="13" y="84"/>
                  </a:cubicBezTo>
                  <a:cubicBezTo>
                    <a:pt x="10" y="75"/>
                    <a:pt x="7" y="69"/>
                    <a:pt x="7" y="60"/>
                  </a:cubicBezTo>
                  <a:cubicBezTo>
                    <a:pt x="6" y="51"/>
                    <a:pt x="6" y="43"/>
                    <a:pt x="8" y="35"/>
                  </a:cubicBezTo>
                  <a:cubicBezTo>
                    <a:pt x="10" y="28"/>
                    <a:pt x="11" y="20"/>
                    <a:pt x="10" y="13"/>
                  </a:cubicBezTo>
                  <a:cubicBezTo>
                    <a:pt x="9" y="9"/>
                    <a:pt x="7" y="4"/>
                    <a:pt x="6" y="0"/>
                  </a:cubicBezTo>
                </a:path>
              </a:pathLst>
            </a:custGeom>
            <a:solidFill>
              <a:srgbClr val="C27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8328" name="Freeform 810">
              <a:extLst>
                <a:ext uri="{FF2B5EF4-FFF2-40B4-BE49-F238E27FC236}">
                  <a16:creationId xmlns:a16="http://schemas.microsoft.com/office/drawing/2014/main" id="{08816BE9-F469-4641-8E4F-C639B851AF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7" y="921"/>
              <a:ext cx="20" cy="28"/>
            </a:xfrm>
            <a:custGeom>
              <a:avLst/>
              <a:gdLst>
                <a:gd name="T0" fmla="*/ 8 w 19"/>
                <a:gd name="T1" fmla="*/ 0 h 27"/>
                <a:gd name="T2" fmla="*/ 14 w 19"/>
                <a:gd name="T3" fmla="*/ 18 h 27"/>
                <a:gd name="T4" fmla="*/ 22 w 19"/>
                <a:gd name="T5" fmla="*/ 30 h 27"/>
                <a:gd name="T6" fmla="*/ 7 w 19"/>
                <a:gd name="T7" fmla="*/ 1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27">
                  <a:moveTo>
                    <a:pt x="8" y="0"/>
                  </a:moveTo>
                  <a:cubicBezTo>
                    <a:pt x="7" y="6"/>
                    <a:pt x="8" y="10"/>
                    <a:pt x="11" y="15"/>
                  </a:cubicBezTo>
                  <a:cubicBezTo>
                    <a:pt x="13" y="20"/>
                    <a:pt x="16" y="23"/>
                    <a:pt x="19" y="27"/>
                  </a:cubicBezTo>
                  <a:cubicBezTo>
                    <a:pt x="13" y="24"/>
                    <a:pt x="0" y="8"/>
                    <a:pt x="7" y="1"/>
                  </a:cubicBezTo>
                </a:path>
              </a:pathLst>
            </a:custGeom>
            <a:solidFill>
              <a:srgbClr val="5A22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8329" name="Freeform 811">
              <a:extLst>
                <a:ext uri="{FF2B5EF4-FFF2-40B4-BE49-F238E27FC236}">
                  <a16:creationId xmlns:a16="http://schemas.microsoft.com/office/drawing/2014/main" id="{E5DC2FF9-1416-4009-B0D3-68FBBA6A6F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9" y="921"/>
              <a:ext cx="13" cy="28"/>
            </a:xfrm>
            <a:custGeom>
              <a:avLst/>
              <a:gdLst>
                <a:gd name="T0" fmla="*/ 15 w 12"/>
                <a:gd name="T1" fmla="*/ 0 h 27"/>
                <a:gd name="T2" fmla="*/ 15 w 12"/>
                <a:gd name="T3" fmla="*/ 6 h 27"/>
                <a:gd name="T4" fmla="*/ 12 w 12"/>
                <a:gd name="T5" fmla="*/ 13 h 27"/>
                <a:gd name="T6" fmla="*/ 0 w 12"/>
                <a:gd name="T7" fmla="*/ 30 h 27"/>
                <a:gd name="T8" fmla="*/ 11 w 12"/>
                <a:gd name="T9" fmla="*/ 11 h 27"/>
                <a:gd name="T10" fmla="*/ 14 w 12"/>
                <a:gd name="T11" fmla="*/ 1 h 2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" h="27">
                  <a:moveTo>
                    <a:pt x="12" y="0"/>
                  </a:moveTo>
                  <a:cubicBezTo>
                    <a:pt x="11" y="1"/>
                    <a:pt x="12" y="4"/>
                    <a:pt x="12" y="6"/>
                  </a:cubicBezTo>
                  <a:cubicBezTo>
                    <a:pt x="12" y="8"/>
                    <a:pt x="10" y="10"/>
                    <a:pt x="9" y="13"/>
                  </a:cubicBezTo>
                  <a:cubicBezTo>
                    <a:pt x="7" y="18"/>
                    <a:pt x="3" y="22"/>
                    <a:pt x="0" y="27"/>
                  </a:cubicBezTo>
                  <a:cubicBezTo>
                    <a:pt x="3" y="22"/>
                    <a:pt x="6" y="16"/>
                    <a:pt x="8" y="11"/>
                  </a:cubicBezTo>
                  <a:cubicBezTo>
                    <a:pt x="9" y="8"/>
                    <a:pt x="12" y="3"/>
                    <a:pt x="11" y="1"/>
                  </a:cubicBezTo>
                </a:path>
              </a:pathLst>
            </a:custGeom>
            <a:solidFill>
              <a:srgbClr val="5A22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</p:grpSp>
    </p:spTree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818" name="Rectangle 2">
            <a:extLst>
              <a:ext uri="{FF2B5EF4-FFF2-40B4-BE49-F238E27FC236}">
                <a16:creationId xmlns:a16="http://schemas.microsoft.com/office/drawing/2014/main" id="{16A5EB4B-8FA9-444E-A7C4-F449AF527C47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Obesity (4)</a:t>
            </a:r>
          </a:p>
        </p:txBody>
      </p:sp>
      <p:grpSp>
        <p:nvGrpSpPr>
          <p:cNvPr id="49154" name="Obese-Female-Body-Front-View">
            <a:extLst>
              <a:ext uri="{FF2B5EF4-FFF2-40B4-BE49-F238E27FC236}">
                <a16:creationId xmlns:a16="http://schemas.microsoft.com/office/drawing/2014/main" id="{ACF6E109-0C15-4C2C-991B-4924D98BC98E}"/>
              </a:ext>
            </a:extLst>
          </p:cNvPr>
          <p:cNvGrpSpPr>
            <a:grpSpLocks/>
          </p:cNvGrpSpPr>
          <p:nvPr/>
        </p:nvGrpSpPr>
        <p:grpSpPr bwMode="auto">
          <a:xfrm>
            <a:off x="6615113" y="1325563"/>
            <a:ext cx="2884487" cy="5121275"/>
            <a:chOff x="3207" y="810"/>
            <a:chExt cx="1817" cy="3226"/>
          </a:xfrm>
        </p:grpSpPr>
        <p:grpSp>
          <p:nvGrpSpPr>
            <p:cNvPr id="49664" name="Group 4">
              <a:extLst>
                <a:ext uri="{FF2B5EF4-FFF2-40B4-BE49-F238E27FC236}">
                  <a16:creationId xmlns:a16="http://schemas.microsoft.com/office/drawing/2014/main" id="{BE567773-6541-45E4-9971-4C3C3ADFA7B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207" y="843"/>
              <a:ext cx="1817" cy="3193"/>
              <a:chOff x="3207" y="843"/>
              <a:chExt cx="1817" cy="3193"/>
            </a:xfrm>
          </p:grpSpPr>
          <p:sp>
            <p:nvSpPr>
              <p:cNvPr id="49873" name="Freeform 5">
                <a:extLst>
                  <a:ext uri="{FF2B5EF4-FFF2-40B4-BE49-F238E27FC236}">
                    <a16:creationId xmlns:a16="http://schemas.microsoft.com/office/drawing/2014/main" id="{76F40005-9B6D-45DB-9FFA-6F9E43C1D98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207" y="843"/>
                <a:ext cx="1817" cy="3193"/>
              </a:xfrm>
              <a:custGeom>
                <a:avLst/>
                <a:gdLst>
                  <a:gd name="T0" fmla="*/ 1996 w 1704"/>
                  <a:gd name="T1" fmla="*/ 1555 h 2997"/>
                  <a:gd name="T2" fmla="*/ 1952 w 1704"/>
                  <a:gd name="T3" fmla="*/ 1232 h 2997"/>
                  <a:gd name="T4" fmla="*/ 1925 w 1704"/>
                  <a:gd name="T5" fmla="*/ 1163 h 2997"/>
                  <a:gd name="T6" fmla="*/ 1670 w 1704"/>
                  <a:gd name="T7" fmla="*/ 713 h 2997"/>
                  <a:gd name="T8" fmla="*/ 1213 w 1704"/>
                  <a:gd name="T9" fmla="*/ 335 h 2997"/>
                  <a:gd name="T10" fmla="*/ 1241 w 1704"/>
                  <a:gd name="T11" fmla="*/ 242 h 2997"/>
                  <a:gd name="T12" fmla="*/ 1050 w 1704"/>
                  <a:gd name="T13" fmla="*/ 6 h 2997"/>
                  <a:gd name="T14" fmla="*/ 842 w 1704"/>
                  <a:gd name="T15" fmla="*/ 237 h 2997"/>
                  <a:gd name="T16" fmla="*/ 836 w 1704"/>
                  <a:gd name="T17" fmla="*/ 300 h 2997"/>
                  <a:gd name="T18" fmla="*/ 854 w 1704"/>
                  <a:gd name="T19" fmla="*/ 485 h 2997"/>
                  <a:gd name="T20" fmla="*/ 170 w 1704"/>
                  <a:gd name="T21" fmla="*/ 1140 h 2997"/>
                  <a:gd name="T22" fmla="*/ 128 w 1704"/>
                  <a:gd name="T23" fmla="*/ 1201 h 2997"/>
                  <a:gd name="T24" fmla="*/ 67 w 1704"/>
                  <a:gd name="T25" fmla="*/ 1472 h 2997"/>
                  <a:gd name="T26" fmla="*/ 38 w 1704"/>
                  <a:gd name="T27" fmla="*/ 1628 h 2997"/>
                  <a:gd name="T28" fmla="*/ 55 w 1704"/>
                  <a:gd name="T29" fmla="*/ 1876 h 2997"/>
                  <a:gd name="T30" fmla="*/ 139 w 1704"/>
                  <a:gd name="T31" fmla="*/ 1922 h 2997"/>
                  <a:gd name="T32" fmla="*/ 161 w 1704"/>
                  <a:gd name="T33" fmla="*/ 1875 h 2997"/>
                  <a:gd name="T34" fmla="*/ 212 w 1704"/>
                  <a:gd name="T35" fmla="*/ 1699 h 2997"/>
                  <a:gd name="T36" fmla="*/ 229 w 1704"/>
                  <a:gd name="T37" fmla="*/ 1574 h 2997"/>
                  <a:gd name="T38" fmla="*/ 358 w 1704"/>
                  <a:gd name="T39" fmla="*/ 1477 h 2997"/>
                  <a:gd name="T40" fmla="*/ 308 w 1704"/>
                  <a:gd name="T41" fmla="*/ 2381 h 2997"/>
                  <a:gd name="T42" fmla="*/ 344 w 1704"/>
                  <a:gd name="T43" fmla="*/ 2549 h 2997"/>
                  <a:gd name="T44" fmla="*/ 385 w 1704"/>
                  <a:gd name="T45" fmla="*/ 3265 h 2997"/>
                  <a:gd name="T46" fmla="*/ 390 w 1704"/>
                  <a:gd name="T47" fmla="*/ 3365 h 2997"/>
                  <a:gd name="T48" fmla="*/ 251 w 1704"/>
                  <a:gd name="T49" fmla="*/ 3491 h 2997"/>
                  <a:gd name="T50" fmla="*/ 207 w 1704"/>
                  <a:gd name="T51" fmla="*/ 3565 h 2997"/>
                  <a:gd name="T52" fmla="*/ 304 w 1704"/>
                  <a:gd name="T53" fmla="*/ 3620 h 2997"/>
                  <a:gd name="T54" fmla="*/ 414 w 1704"/>
                  <a:gd name="T55" fmla="*/ 3548 h 2997"/>
                  <a:gd name="T56" fmla="*/ 625 w 1704"/>
                  <a:gd name="T57" fmla="*/ 3385 h 2997"/>
                  <a:gd name="T58" fmla="*/ 865 w 1704"/>
                  <a:gd name="T59" fmla="*/ 2781 h 2997"/>
                  <a:gd name="T60" fmla="*/ 854 w 1704"/>
                  <a:gd name="T61" fmla="*/ 2576 h 2997"/>
                  <a:gd name="T62" fmla="*/ 995 w 1704"/>
                  <a:gd name="T63" fmla="*/ 2307 h 2997"/>
                  <a:gd name="T64" fmla="*/ 1029 w 1704"/>
                  <a:gd name="T65" fmla="*/ 2054 h 2997"/>
                  <a:gd name="T66" fmla="*/ 1064 w 1704"/>
                  <a:gd name="T67" fmla="*/ 2221 h 2997"/>
                  <a:gd name="T68" fmla="*/ 1154 w 1704"/>
                  <a:gd name="T69" fmla="*/ 2532 h 2997"/>
                  <a:gd name="T70" fmla="*/ 1211 w 1704"/>
                  <a:gd name="T71" fmla="*/ 2641 h 2997"/>
                  <a:gd name="T72" fmla="*/ 1400 w 1704"/>
                  <a:gd name="T73" fmla="*/ 3300 h 2997"/>
                  <a:gd name="T74" fmla="*/ 1614 w 1704"/>
                  <a:gd name="T75" fmla="*/ 3514 h 2997"/>
                  <a:gd name="T76" fmla="*/ 1711 w 1704"/>
                  <a:gd name="T77" fmla="*/ 3591 h 2997"/>
                  <a:gd name="T78" fmla="*/ 1843 w 1704"/>
                  <a:gd name="T79" fmla="*/ 3590 h 2997"/>
                  <a:gd name="T80" fmla="*/ 1832 w 1704"/>
                  <a:gd name="T81" fmla="*/ 3502 h 2997"/>
                  <a:gd name="T82" fmla="*/ 1714 w 1704"/>
                  <a:gd name="T83" fmla="*/ 3409 h 2997"/>
                  <a:gd name="T84" fmla="*/ 1678 w 1704"/>
                  <a:gd name="T85" fmla="*/ 3302 h 2997"/>
                  <a:gd name="T86" fmla="*/ 1682 w 1704"/>
                  <a:gd name="T87" fmla="*/ 2663 h 2997"/>
                  <a:gd name="T88" fmla="*/ 1731 w 1704"/>
                  <a:gd name="T89" fmla="*/ 2426 h 2997"/>
                  <a:gd name="T90" fmla="*/ 1792 w 1704"/>
                  <a:gd name="T91" fmla="*/ 1682 h 2997"/>
                  <a:gd name="T92" fmla="*/ 1827 w 1704"/>
                  <a:gd name="T93" fmla="*/ 1557 h 2997"/>
                  <a:gd name="T94" fmla="*/ 1858 w 1704"/>
                  <a:gd name="T95" fmla="*/ 1639 h 2997"/>
                  <a:gd name="T96" fmla="*/ 1872 w 1704"/>
                  <a:gd name="T97" fmla="*/ 1853 h 2997"/>
                  <a:gd name="T98" fmla="*/ 1911 w 1704"/>
                  <a:gd name="T99" fmla="*/ 1917 h 2997"/>
                  <a:gd name="T100" fmla="*/ 1977 w 1704"/>
                  <a:gd name="T101" fmla="*/ 1909 h 2997"/>
                  <a:gd name="T102" fmla="*/ 2046 w 1704"/>
                  <a:gd name="T103" fmla="*/ 1776 h 2997"/>
                  <a:gd name="T104" fmla="*/ 475 w 1704"/>
                  <a:gd name="T105" fmla="*/ 1207 h 2997"/>
                  <a:gd name="T106" fmla="*/ 1583 w 1704"/>
                  <a:gd name="T107" fmla="*/ 1240 h 2997"/>
                  <a:gd name="T108" fmla="*/ 1583 w 1704"/>
                  <a:gd name="T109" fmla="*/ 1240 h 2997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</a:gdLst>
                <a:ahLst/>
                <a:cxnLst>
                  <a:cxn ang="T110">
                    <a:pos x="T0" y="T1"/>
                  </a:cxn>
                  <a:cxn ang="T111">
                    <a:pos x="T2" y="T3"/>
                  </a:cxn>
                  <a:cxn ang="T112">
                    <a:pos x="T4" y="T5"/>
                  </a:cxn>
                  <a:cxn ang="T113">
                    <a:pos x="T6" y="T7"/>
                  </a:cxn>
                  <a:cxn ang="T114">
                    <a:pos x="T8" y="T9"/>
                  </a:cxn>
                  <a:cxn ang="T115">
                    <a:pos x="T10" y="T11"/>
                  </a:cxn>
                  <a:cxn ang="T116">
                    <a:pos x="T12" y="T13"/>
                  </a:cxn>
                  <a:cxn ang="T117">
                    <a:pos x="T14" y="T15"/>
                  </a:cxn>
                  <a:cxn ang="T118">
                    <a:pos x="T16" y="T17"/>
                  </a:cxn>
                  <a:cxn ang="T119">
                    <a:pos x="T18" y="T19"/>
                  </a:cxn>
                  <a:cxn ang="T120">
                    <a:pos x="T20" y="T21"/>
                  </a:cxn>
                  <a:cxn ang="T121">
                    <a:pos x="T22" y="T23"/>
                  </a:cxn>
                  <a:cxn ang="T122">
                    <a:pos x="T24" y="T25"/>
                  </a:cxn>
                  <a:cxn ang="T123">
                    <a:pos x="T26" y="T27"/>
                  </a:cxn>
                  <a:cxn ang="T124">
                    <a:pos x="T28" y="T29"/>
                  </a:cxn>
                  <a:cxn ang="T125">
                    <a:pos x="T30" y="T31"/>
                  </a:cxn>
                  <a:cxn ang="T126">
                    <a:pos x="T32" y="T33"/>
                  </a:cxn>
                  <a:cxn ang="T127">
                    <a:pos x="T34" y="T35"/>
                  </a:cxn>
                  <a:cxn ang="T128">
                    <a:pos x="T36" y="T37"/>
                  </a:cxn>
                  <a:cxn ang="T129">
                    <a:pos x="T38" y="T39"/>
                  </a:cxn>
                  <a:cxn ang="T130">
                    <a:pos x="T40" y="T41"/>
                  </a:cxn>
                  <a:cxn ang="T131">
                    <a:pos x="T42" y="T43"/>
                  </a:cxn>
                  <a:cxn ang="T132">
                    <a:pos x="T44" y="T45"/>
                  </a:cxn>
                  <a:cxn ang="T133">
                    <a:pos x="T46" y="T47"/>
                  </a:cxn>
                  <a:cxn ang="T134">
                    <a:pos x="T48" y="T49"/>
                  </a:cxn>
                  <a:cxn ang="T135">
                    <a:pos x="T50" y="T51"/>
                  </a:cxn>
                  <a:cxn ang="T136">
                    <a:pos x="T52" y="T53"/>
                  </a:cxn>
                  <a:cxn ang="T137">
                    <a:pos x="T54" y="T55"/>
                  </a:cxn>
                  <a:cxn ang="T138">
                    <a:pos x="T56" y="T57"/>
                  </a:cxn>
                  <a:cxn ang="T139">
                    <a:pos x="T58" y="T59"/>
                  </a:cxn>
                  <a:cxn ang="T140">
                    <a:pos x="T60" y="T61"/>
                  </a:cxn>
                  <a:cxn ang="T141">
                    <a:pos x="T62" y="T63"/>
                  </a:cxn>
                  <a:cxn ang="T142">
                    <a:pos x="T64" y="T65"/>
                  </a:cxn>
                  <a:cxn ang="T143">
                    <a:pos x="T66" y="T67"/>
                  </a:cxn>
                  <a:cxn ang="T144">
                    <a:pos x="T68" y="T69"/>
                  </a:cxn>
                  <a:cxn ang="T145">
                    <a:pos x="T70" y="T71"/>
                  </a:cxn>
                  <a:cxn ang="T146">
                    <a:pos x="T72" y="T73"/>
                  </a:cxn>
                  <a:cxn ang="T147">
                    <a:pos x="T74" y="T75"/>
                  </a:cxn>
                  <a:cxn ang="T148">
                    <a:pos x="T76" y="T77"/>
                  </a:cxn>
                  <a:cxn ang="T149">
                    <a:pos x="T78" y="T79"/>
                  </a:cxn>
                  <a:cxn ang="T150">
                    <a:pos x="T80" y="T81"/>
                  </a:cxn>
                  <a:cxn ang="T151">
                    <a:pos x="T82" y="T83"/>
                  </a:cxn>
                  <a:cxn ang="T152">
                    <a:pos x="T84" y="T85"/>
                  </a:cxn>
                  <a:cxn ang="T153">
                    <a:pos x="T86" y="T87"/>
                  </a:cxn>
                  <a:cxn ang="T154">
                    <a:pos x="T88" y="T89"/>
                  </a:cxn>
                  <a:cxn ang="T155">
                    <a:pos x="T90" y="T91"/>
                  </a:cxn>
                  <a:cxn ang="T156">
                    <a:pos x="T92" y="T93"/>
                  </a:cxn>
                  <a:cxn ang="T157">
                    <a:pos x="T94" y="T95"/>
                  </a:cxn>
                  <a:cxn ang="T158">
                    <a:pos x="T96" y="T97"/>
                  </a:cxn>
                  <a:cxn ang="T159">
                    <a:pos x="T98" y="T99"/>
                  </a:cxn>
                  <a:cxn ang="T160">
                    <a:pos x="T100" y="T101"/>
                  </a:cxn>
                  <a:cxn ang="T161">
                    <a:pos x="T102" y="T103"/>
                  </a:cxn>
                  <a:cxn ang="T162">
                    <a:pos x="T104" y="T105"/>
                  </a:cxn>
                  <a:cxn ang="T163">
                    <a:pos x="T106" y="T107"/>
                  </a:cxn>
                  <a:cxn ang="T164">
                    <a:pos x="T108" y="T109"/>
                  </a:cxn>
                </a:cxnLst>
                <a:rect l="0" t="0" r="r" b="b"/>
                <a:pathLst>
                  <a:path w="1704" h="2997">
                    <a:moveTo>
                      <a:pt x="1671" y="1346"/>
                    </a:moveTo>
                    <a:cubicBezTo>
                      <a:pt x="1666" y="1330"/>
                      <a:pt x="1667" y="1320"/>
                      <a:pt x="1666" y="1304"/>
                    </a:cubicBezTo>
                    <a:cubicBezTo>
                      <a:pt x="1664" y="1288"/>
                      <a:pt x="1647" y="1286"/>
                      <a:pt x="1647" y="1286"/>
                    </a:cubicBezTo>
                    <a:cubicBezTo>
                      <a:pt x="1668" y="1265"/>
                      <a:pt x="1656" y="1236"/>
                      <a:pt x="1649" y="1217"/>
                    </a:cubicBezTo>
                    <a:cubicBezTo>
                      <a:pt x="1642" y="1199"/>
                      <a:pt x="1640" y="1148"/>
                      <a:pt x="1637" y="1111"/>
                    </a:cubicBezTo>
                    <a:cubicBezTo>
                      <a:pt x="1634" y="1073"/>
                      <a:pt x="1623" y="1037"/>
                      <a:pt x="1610" y="1018"/>
                    </a:cubicBezTo>
                    <a:cubicBezTo>
                      <a:pt x="1598" y="999"/>
                      <a:pt x="1598" y="997"/>
                      <a:pt x="1598" y="993"/>
                    </a:cubicBezTo>
                    <a:cubicBezTo>
                      <a:pt x="1597" y="990"/>
                      <a:pt x="1598" y="984"/>
                      <a:pt x="1595" y="983"/>
                    </a:cubicBezTo>
                    <a:cubicBezTo>
                      <a:pt x="1593" y="983"/>
                      <a:pt x="1594" y="972"/>
                      <a:pt x="1588" y="962"/>
                    </a:cubicBezTo>
                    <a:cubicBezTo>
                      <a:pt x="1583" y="951"/>
                      <a:pt x="1564" y="942"/>
                      <a:pt x="1564" y="942"/>
                    </a:cubicBezTo>
                    <a:cubicBezTo>
                      <a:pt x="1554" y="838"/>
                      <a:pt x="1515" y="761"/>
                      <a:pt x="1460" y="701"/>
                    </a:cubicBezTo>
                    <a:cubicBezTo>
                      <a:pt x="1405" y="641"/>
                      <a:pt x="1384" y="605"/>
                      <a:pt x="1378" y="589"/>
                    </a:cubicBezTo>
                    <a:cubicBezTo>
                      <a:pt x="1318" y="410"/>
                      <a:pt x="1000" y="401"/>
                      <a:pt x="1000" y="401"/>
                    </a:cubicBezTo>
                    <a:cubicBezTo>
                      <a:pt x="995" y="387"/>
                      <a:pt x="984" y="385"/>
                      <a:pt x="984" y="385"/>
                    </a:cubicBezTo>
                    <a:cubicBezTo>
                      <a:pt x="1004" y="347"/>
                      <a:pt x="1001" y="277"/>
                      <a:pt x="1001" y="277"/>
                    </a:cubicBezTo>
                    <a:cubicBezTo>
                      <a:pt x="1014" y="276"/>
                      <a:pt x="1013" y="256"/>
                      <a:pt x="1015" y="249"/>
                    </a:cubicBezTo>
                    <a:cubicBezTo>
                      <a:pt x="1016" y="242"/>
                      <a:pt x="1020" y="229"/>
                      <a:pt x="1022" y="223"/>
                    </a:cubicBezTo>
                    <a:cubicBezTo>
                      <a:pt x="1025" y="217"/>
                      <a:pt x="1028" y="209"/>
                      <a:pt x="1024" y="200"/>
                    </a:cubicBezTo>
                    <a:cubicBezTo>
                      <a:pt x="1021" y="191"/>
                      <a:pt x="1009" y="195"/>
                      <a:pt x="1009" y="195"/>
                    </a:cubicBezTo>
                    <a:cubicBezTo>
                      <a:pt x="1009" y="195"/>
                      <a:pt x="1014" y="186"/>
                      <a:pt x="1012" y="147"/>
                    </a:cubicBezTo>
                    <a:cubicBezTo>
                      <a:pt x="1005" y="0"/>
                      <a:pt x="867" y="6"/>
                      <a:pt x="867" y="6"/>
                    </a:cubicBezTo>
                    <a:cubicBezTo>
                      <a:pt x="837" y="6"/>
                      <a:pt x="837" y="6"/>
                      <a:pt x="837" y="6"/>
                    </a:cubicBezTo>
                    <a:cubicBezTo>
                      <a:pt x="837" y="6"/>
                      <a:pt x="698" y="0"/>
                      <a:pt x="692" y="147"/>
                    </a:cubicBezTo>
                    <a:cubicBezTo>
                      <a:pt x="690" y="186"/>
                      <a:pt x="695" y="195"/>
                      <a:pt x="695" y="195"/>
                    </a:cubicBezTo>
                    <a:cubicBezTo>
                      <a:pt x="695" y="195"/>
                      <a:pt x="683" y="191"/>
                      <a:pt x="679" y="200"/>
                    </a:cubicBezTo>
                    <a:cubicBezTo>
                      <a:pt x="676" y="209"/>
                      <a:pt x="678" y="217"/>
                      <a:pt x="681" y="223"/>
                    </a:cubicBezTo>
                    <a:cubicBezTo>
                      <a:pt x="684" y="229"/>
                      <a:pt x="688" y="242"/>
                      <a:pt x="689" y="249"/>
                    </a:cubicBezTo>
                    <a:cubicBezTo>
                      <a:pt x="690" y="256"/>
                      <a:pt x="690" y="276"/>
                      <a:pt x="702" y="277"/>
                    </a:cubicBezTo>
                    <a:cubicBezTo>
                      <a:pt x="702" y="277"/>
                      <a:pt x="700" y="347"/>
                      <a:pt x="720" y="385"/>
                    </a:cubicBezTo>
                    <a:cubicBezTo>
                      <a:pt x="720" y="385"/>
                      <a:pt x="708" y="387"/>
                      <a:pt x="704" y="401"/>
                    </a:cubicBezTo>
                    <a:cubicBezTo>
                      <a:pt x="704" y="401"/>
                      <a:pt x="385" y="410"/>
                      <a:pt x="325" y="589"/>
                    </a:cubicBezTo>
                    <a:cubicBezTo>
                      <a:pt x="320" y="605"/>
                      <a:pt x="298" y="641"/>
                      <a:pt x="243" y="701"/>
                    </a:cubicBezTo>
                    <a:cubicBezTo>
                      <a:pt x="188" y="761"/>
                      <a:pt x="150" y="838"/>
                      <a:pt x="140" y="942"/>
                    </a:cubicBezTo>
                    <a:cubicBezTo>
                      <a:pt x="140" y="942"/>
                      <a:pt x="121" y="951"/>
                      <a:pt x="115" y="962"/>
                    </a:cubicBezTo>
                    <a:cubicBezTo>
                      <a:pt x="110" y="972"/>
                      <a:pt x="110" y="983"/>
                      <a:pt x="108" y="983"/>
                    </a:cubicBezTo>
                    <a:cubicBezTo>
                      <a:pt x="106" y="984"/>
                      <a:pt x="107" y="990"/>
                      <a:pt x="106" y="993"/>
                    </a:cubicBezTo>
                    <a:cubicBezTo>
                      <a:pt x="105" y="997"/>
                      <a:pt x="106" y="999"/>
                      <a:pt x="94" y="1018"/>
                    </a:cubicBezTo>
                    <a:cubicBezTo>
                      <a:pt x="81" y="1037"/>
                      <a:pt x="69" y="1073"/>
                      <a:pt x="66" y="1111"/>
                    </a:cubicBezTo>
                    <a:cubicBezTo>
                      <a:pt x="64" y="1148"/>
                      <a:pt x="62" y="1199"/>
                      <a:pt x="55" y="1217"/>
                    </a:cubicBezTo>
                    <a:cubicBezTo>
                      <a:pt x="48" y="1236"/>
                      <a:pt x="36" y="1265"/>
                      <a:pt x="57" y="1286"/>
                    </a:cubicBezTo>
                    <a:cubicBezTo>
                      <a:pt x="57" y="1286"/>
                      <a:pt x="39" y="1288"/>
                      <a:pt x="38" y="1304"/>
                    </a:cubicBezTo>
                    <a:cubicBezTo>
                      <a:pt x="36" y="1320"/>
                      <a:pt x="38" y="1330"/>
                      <a:pt x="32" y="1346"/>
                    </a:cubicBezTo>
                    <a:cubicBezTo>
                      <a:pt x="27" y="1362"/>
                      <a:pt x="0" y="1451"/>
                      <a:pt x="16" y="1469"/>
                    </a:cubicBezTo>
                    <a:cubicBezTo>
                      <a:pt x="32" y="1486"/>
                      <a:pt x="28" y="1488"/>
                      <a:pt x="29" y="1495"/>
                    </a:cubicBezTo>
                    <a:cubicBezTo>
                      <a:pt x="29" y="1503"/>
                      <a:pt x="40" y="1547"/>
                      <a:pt x="46" y="1552"/>
                    </a:cubicBezTo>
                    <a:cubicBezTo>
                      <a:pt x="52" y="1558"/>
                      <a:pt x="63" y="1574"/>
                      <a:pt x="73" y="1579"/>
                    </a:cubicBezTo>
                    <a:cubicBezTo>
                      <a:pt x="82" y="1584"/>
                      <a:pt x="102" y="1603"/>
                      <a:pt x="110" y="1597"/>
                    </a:cubicBezTo>
                    <a:cubicBezTo>
                      <a:pt x="110" y="1597"/>
                      <a:pt x="114" y="1594"/>
                      <a:pt x="114" y="1589"/>
                    </a:cubicBezTo>
                    <a:cubicBezTo>
                      <a:pt x="114" y="1589"/>
                      <a:pt x="124" y="1591"/>
                      <a:pt x="128" y="1585"/>
                    </a:cubicBezTo>
                    <a:cubicBezTo>
                      <a:pt x="132" y="1578"/>
                      <a:pt x="131" y="1568"/>
                      <a:pt x="131" y="1568"/>
                    </a:cubicBezTo>
                    <a:cubicBezTo>
                      <a:pt x="131" y="1568"/>
                      <a:pt x="135" y="1560"/>
                      <a:pt x="133" y="1551"/>
                    </a:cubicBezTo>
                    <a:cubicBezTo>
                      <a:pt x="133" y="1551"/>
                      <a:pt x="157" y="1557"/>
                      <a:pt x="158" y="1532"/>
                    </a:cubicBezTo>
                    <a:cubicBezTo>
                      <a:pt x="159" y="1506"/>
                      <a:pt x="159" y="1485"/>
                      <a:pt x="165" y="1466"/>
                    </a:cubicBezTo>
                    <a:cubicBezTo>
                      <a:pt x="171" y="1448"/>
                      <a:pt x="174" y="1423"/>
                      <a:pt x="175" y="1405"/>
                    </a:cubicBezTo>
                    <a:cubicBezTo>
                      <a:pt x="177" y="1387"/>
                      <a:pt x="174" y="1365"/>
                      <a:pt x="171" y="1355"/>
                    </a:cubicBezTo>
                    <a:cubicBezTo>
                      <a:pt x="168" y="1345"/>
                      <a:pt x="166" y="1344"/>
                      <a:pt x="173" y="1333"/>
                    </a:cubicBezTo>
                    <a:cubicBezTo>
                      <a:pt x="179" y="1322"/>
                      <a:pt x="190" y="1308"/>
                      <a:pt x="189" y="1301"/>
                    </a:cubicBezTo>
                    <a:cubicBezTo>
                      <a:pt x="189" y="1293"/>
                      <a:pt x="192" y="1291"/>
                      <a:pt x="197" y="1287"/>
                    </a:cubicBezTo>
                    <a:cubicBezTo>
                      <a:pt x="202" y="1282"/>
                      <a:pt x="298" y="1225"/>
                      <a:pt x="331" y="1129"/>
                    </a:cubicBezTo>
                    <a:cubicBezTo>
                      <a:pt x="331" y="1129"/>
                      <a:pt x="320" y="1190"/>
                      <a:pt x="295" y="1221"/>
                    </a:cubicBezTo>
                    <a:cubicBezTo>
                      <a:pt x="271" y="1252"/>
                      <a:pt x="239" y="1290"/>
                      <a:pt x="226" y="1391"/>
                    </a:cubicBezTo>
                    <a:cubicBezTo>
                      <a:pt x="213" y="1492"/>
                      <a:pt x="197" y="1667"/>
                      <a:pt x="196" y="1719"/>
                    </a:cubicBezTo>
                    <a:cubicBezTo>
                      <a:pt x="195" y="1771"/>
                      <a:pt x="191" y="1893"/>
                      <a:pt x="254" y="1969"/>
                    </a:cubicBezTo>
                    <a:cubicBezTo>
                      <a:pt x="273" y="1992"/>
                      <a:pt x="277" y="2006"/>
                      <a:pt x="277" y="2006"/>
                    </a:cubicBezTo>
                    <a:cubicBezTo>
                      <a:pt x="277" y="2006"/>
                      <a:pt x="280" y="2022"/>
                      <a:pt x="278" y="2040"/>
                    </a:cubicBezTo>
                    <a:cubicBezTo>
                      <a:pt x="276" y="2058"/>
                      <a:pt x="270" y="2082"/>
                      <a:pt x="284" y="2108"/>
                    </a:cubicBezTo>
                    <a:cubicBezTo>
                      <a:pt x="298" y="2134"/>
                      <a:pt x="326" y="2165"/>
                      <a:pt x="317" y="2203"/>
                    </a:cubicBezTo>
                    <a:cubicBezTo>
                      <a:pt x="308" y="2241"/>
                      <a:pt x="246" y="2432"/>
                      <a:pt x="317" y="2661"/>
                    </a:cubicBezTo>
                    <a:cubicBezTo>
                      <a:pt x="328" y="2698"/>
                      <a:pt x="321" y="2691"/>
                      <a:pt x="318" y="2700"/>
                    </a:cubicBezTo>
                    <a:cubicBezTo>
                      <a:pt x="315" y="2709"/>
                      <a:pt x="314" y="2722"/>
                      <a:pt x="320" y="2730"/>
                    </a:cubicBezTo>
                    <a:cubicBezTo>
                      <a:pt x="326" y="2738"/>
                      <a:pt x="322" y="2756"/>
                      <a:pt x="327" y="2764"/>
                    </a:cubicBezTo>
                    <a:cubicBezTo>
                      <a:pt x="332" y="2772"/>
                      <a:pt x="329" y="2778"/>
                      <a:pt x="322" y="2782"/>
                    </a:cubicBezTo>
                    <a:cubicBezTo>
                      <a:pt x="315" y="2786"/>
                      <a:pt x="302" y="2802"/>
                      <a:pt x="291" y="2820"/>
                    </a:cubicBezTo>
                    <a:cubicBezTo>
                      <a:pt x="280" y="2838"/>
                      <a:pt x="250" y="2857"/>
                      <a:pt x="238" y="2868"/>
                    </a:cubicBezTo>
                    <a:cubicBezTo>
                      <a:pt x="226" y="2879"/>
                      <a:pt x="206" y="2887"/>
                      <a:pt x="206" y="2887"/>
                    </a:cubicBezTo>
                    <a:cubicBezTo>
                      <a:pt x="206" y="2887"/>
                      <a:pt x="196" y="2891"/>
                      <a:pt x="193" y="2896"/>
                    </a:cubicBezTo>
                    <a:cubicBezTo>
                      <a:pt x="190" y="2901"/>
                      <a:pt x="173" y="2901"/>
                      <a:pt x="176" y="2920"/>
                    </a:cubicBezTo>
                    <a:cubicBezTo>
                      <a:pt x="176" y="2920"/>
                      <a:pt x="161" y="2929"/>
                      <a:pt x="171" y="2948"/>
                    </a:cubicBezTo>
                    <a:cubicBezTo>
                      <a:pt x="171" y="2948"/>
                      <a:pt x="168" y="2965"/>
                      <a:pt x="183" y="2969"/>
                    </a:cubicBezTo>
                    <a:cubicBezTo>
                      <a:pt x="183" y="2969"/>
                      <a:pt x="192" y="2986"/>
                      <a:pt x="212" y="2978"/>
                    </a:cubicBezTo>
                    <a:cubicBezTo>
                      <a:pt x="212" y="2978"/>
                      <a:pt x="227" y="2997"/>
                      <a:pt x="250" y="2993"/>
                    </a:cubicBezTo>
                    <a:cubicBezTo>
                      <a:pt x="273" y="2989"/>
                      <a:pt x="283" y="2969"/>
                      <a:pt x="293" y="2970"/>
                    </a:cubicBezTo>
                    <a:cubicBezTo>
                      <a:pt x="302" y="2970"/>
                      <a:pt x="314" y="2969"/>
                      <a:pt x="325" y="2951"/>
                    </a:cubicBezTo>
                    <a:cubicBezTo>
                      <a:pt x="336" y="2932"/>
                      <a:pt x="337" y="2937"/>
                      <a:pt x="341" y="2934"/>
                    </a:cubicBezTo>
                    <a:cubicBezTo>
                      <a:pt x="346" y="2931"/>
                      <a:pt x="372" y="2906"/>
                      <a:pt x="372" y="2906"/>
                    </a:cubicBezTo>
                    <a:cubicBezTo>
                      <a:pt x="372" y="2906"/>
                      <a:pt x="476" y="2919"/>
                      <a:pt x="494" y="2872"/>
                    </a:cubicBezTo>
                    <a:cubicBezTo>
                      <a:pt x="512" y="2825"/>
                      <a:pt x="485" y="2812"/>
                      <a:pt x="516" y="2799"/>
                    </a:cubicBezTo>
                    <a:cubicBezTo>
                      <a:pt x="548" y="2785"/>
                      <a:pt x="549" y="2748"/>
                      <a:pt x="550" y="2729"/>
                    </a:cubicBezTo>
                    <a:cubicBezTo>
                      <a:pt x="550" y="2711"/>
                      <a:pt x="544" y="2695"/>
                      <a:pt x="574" y="2667"/>
                    </a:cubicBezTo>
                    <a:cubicBezTo>
                      <a:pt x="604" y="2639"/>
                      <a:pt x="738" y="2530"/>
                      <a:pt x="714" y="2300"/>
                    </a:cubicBezTo>
                    <a:cubicBezTo>
                      <a:pt x="707" y="2230"/>
                      <a:pt x="708" y="2196"/>
                      <a:pt x="705" y="2184"/>
                    </a:cubicBezTo>
                    <a:cubicBezTo>
                      <a:pt x="701" y="2172"/>
                      <a:pt x="713" y="2167"/>
                      <a:pt x="712" y="2154"/>
                    </a:cubicBezTo>
                    <a:cubicBezTo>
                      <a:pt x="711" y="2142"/>
                      <a:pt x="701" y="2138"/>
                      <a:pt x="704" y="2131"/>
                    </a:cubicBezTo>
                    <a:cubicBezTo>
                      <a:pt x="706" y="2124"/>
                      <a:pt x="730" y="2142"/>
                      <a:pt x="751" y="2094"/>
                    </a:cubicBezTo>
                    <a:cubicBezTo>
                      <a:pt x="773" y="2046"/>
                      <a:pt x="762" y="2048"/>
                      <a:pt x="798" y="2002"/>
                    </a:cubicBezTo>
                    <a:cubicBezTo>
                      <a:pt x="834" y="1955"/>
                      <a:pt x="826" y="1937"/>
                      <a:pt x="821" y="1907"/>
                    </a:cubicBezTo>
                    <a:cubicBezTo>
                      <a:pt x="816" y="1877"/>
                      <a:pt x="813" y="1859"/>
                      <a:pt x="826" y="1837"/>
                    </a:cubicBezTo>
                    <a:cubicBezTo>
                      <a:pt x="839" y="1816"/>
                      <a:pt x="857" y="1782"/>
                      <a:pt x="843" y="1694"/>
                    </a:cubicBezTo>
                    <a:cubicBezTo>
                      <a:pt x="843" y="1694"/>
                      <a:pt x="844" y="1699"/>
                      <a:pt x="849" y="1699"/>
                    </a:cubicBezTo>
                    <a:cubicBezTo>
                      <a:pt x="855" y="1699"/>
                      <a:pt x="855" y="1699"/>
                      <a:pt x="855" y="1699"/>
                    </a:cubicBezTo>
                    <a:cubicBezTo>
                      <a:pt x="859" y="1699"/>
                      <a:pt x="861" y="1694"/>
                      <a:pt x="861" y="1694"/>
                    </a:cubicBezTo>
                    <a:cubicBezTo>
                      <a:pt x="847" y="1782"/>
                      <a:pt x="865" y="1816"/>
                      <a:pt x="878" y="1837"/>
                    </a:cubicBezTo>
                    <a:cubicBezTo>
                      <a:pt x="891" y="1859"/>
                      <a:pt x="887" y="1877"/>
                      <a:pt x="883" y="1907"/>
                    </a:cubicBezTo>
                    <a:cubicBezTo>
                      <a:pt x="878" y="1937"/>
                      <a:pt x="870" y="1955"/>
                      <a:pt x="906" y="2002"/>
                    </a:cubicBezTo>
                    <a:cubicBezTo>
                      <a:pt x="942" y="2048"/>
                      <a:pt x="930" y="2046"/>
                      <a:pt x="952" y="2094"/>
                    </a:cubicBezTo>
                    <a:cubicBezTo>
                      <a:pt x="974" y="2142"/>
                      <a:pt x="998" y="2124"/>
                      <a:pt x="1000" y="2131"/>
                    </a:cubicBezTo>
                    <a:cubicBezTo>
                      <a:pt x="1002" y="2138"/>
                      <a:pt x="993" y="2142"/>
                      <a:pt x="992" y="2154"/>
                    </a:cubicBezTo>
                    <a:cubicBezTo>
                      <a:pt x="991" y="2167"/>
                      <a:pt x="1002" y="2172"/>
                      <a:pt x="999" y="2184"/>
                    </a:cubicBezTo>
                    <a:cubicBezTo>
                      <a:pt x="995" y="2196"/>
                      <a:pt x="996" y="2230"/>
                      <a:pt x="989" y="2300"/>
                    </a:cubicBezTo>
                    <a:cubicBezTo>
                      <a:pt x="966" y="2530"/>
                      <a:pt x="1099" y="2639"/>
                      <a:pt x="1129" y="2667"/>
                    </a:cubicBezTo>
                    <a:cubicBezTo>
                      <a:pt x="1159" y="2695"/>
                      <a:pt x="1153" y="2711"/>
                      <a:pt x="1154" y="2729"/>
                    </a:cubicBezTo>
                    <a:cubicBezTo>
                      <a:pt x="1154" y="2748"/>
                      <a:pt x="1156" y="2785"/>
                      <a:pt x="1187" y="2799"/>
                    </a:cubicBezTo>
                    <a:cubicBezTo>
                      <a:pt x="1218" y="2812"/>
                      <a:pt x="1192" y="2825"/>
                      <a:pt x="1210" y="2872"/>
                    </a:cubicBezTo>
                    <a:cubicBezTo>
                      <a:pt x="1228" y="2919"/>
                      <a:pt x="1332" y="2906"/>
                      <a:pt x="1332" y="2906"/>
                    </a:cubicBezTo>
                    <a:cubicBezTo>
                      <a:pt x="1332" y="2906"/>
                      <a:pt x="1358" y="2931"/>
                      <a:pt x="1362" y="2934"/>
                    </a:cubicBezTo>
                    <a:cubicBezTo>
                      <a:pt x="1367" y="2937"/>
                      <a:pt x="1368" y="2932"/>
                      <a:pt x="1379" y="2951"/>
                    </a:cubicBezTo>
                    <a:cubicBezTo>
                      <a:pt x="1389" y="2969"/>
                      <a:pt x="1401" y="2970"/>
                      <a:pt x="1411" y="2970"/>
                    </a:cubicBezTo>
                    <a:cubicBezTo>
                      <a:pt x="1421" y="2969"/>
                      <a:pt x="1430" y="2989"/>
                      <a:pt x="1454" y="2993"/>
                    </a:cubicBezTo>
                    <a:cubicBezTo>
                      <a:pt x="1477" y="2997"/>
                      <a:pt x="1492" y="2978"/>
                      <a:pt x="1492" y="2978"/>
                    </a:cubicBezTo>
                    <a:cubicBezTo>
                      <a:pt x="1511" y="2986"/>
                      <a:pt x="1520" y="2969"/>
                      <a:pt x="1520" y="2969"/>
                    </a:cubicBezTo>
                    <a:cubicBezTo>
                      <a:pt x="1536" y="2965"/>
                      <a:pt x="1533" y="2948"/>
                      <a:pt x="1533" y="2948"/>
                    </a:cubicBezTo>
                    <a:cubicBezTo>
                      <a:pt x="1543" y="2929"/>
                      <a:pt x="1528" y="2920"/>
                      <a:pt x="1528" y="2920"/>
                    </a:cubicBezTo>
                    <a:cubicBezTo>
                      <a:pt x="1531" y="2901"/>
                      <a:pt x="1514" y="2901"/>
                      <a:pt x="1511" y="2896"/>
                    </a:cubicBezTo>
                    <a:cubicBezTo>
                      <a:pt x="1508" y="2891"/>
                      <a:pt x="1498" y="2887"/>
                      <a:pt x="1498" y="2887"/>
                    </a:cubicBezTo>
                    <a:cubicBezTo>
                      <a:pt x="1498" y="2887"/>
                      <a:pt x="1478" y="2879"/>
                      <a:pt x="1466" y="2868"/>
                    </a:cubicBezTo>
                    <a:cubicBezTo>
                      <a:pt x="1454" y="2857"/>
                      <a:pt x="1424" y="2838"/>
                      <a:pt x="1413" y="2820"/>
                    </a:cubicBezTo>
                    <a:cubicBezTo>
                      <a:pt x="1402" y="2802"/>
                      <a:pt x="1389" y="2786"/>
                      <a:pt x="1382" y="2782"/>
                    </a:cubicBezTo>
                    <a:cubicBezTo>
                      <a:pt x="1375" y="2778"/>
                      <a:pt x="1372" y="2772"/>
                      <a:pt x="1377" y="2764"/>
                    </a:cubicBezTo>
                    <a:cubicBezTo>
                      <a:pt x="1382" y="2756"/>
                      <a:pt x="1378" y="2738"/>
                      <a:pt x="1384" y="2730"/>
                    </a:cubicBezTo>
                    <a:cubicBezTo>
                      <a:pt x="1390" y="2722"/>
                      <a:pt x="1389" y="2709"/>
                      <a:pt x="1386" y="2700"/>
                    </a:cubicBezTo>
                    <a:cubicBezTo>
                      <a:pt x="1383" y="2691"/>
                      <a:pt x="1375" y="2698"/>
                      <a:pt x="1387" y="2661"/>
                    </a:cubicBezTo>
                    <a:cubicBezTo>
                      <a:pt x="1458" y="2432"/>
                      <a:pt x="1396" y="2241"/>
                      <a:pt x="1387" y="2203"/>
                    </a:cubicBezTo>
                    <a:cubicBezTo>
                      <a:pt x="1378" y="2165"/>
                      <a:pt x="1406" y="2134"/>
                      <a:pt x="1420" y="2108"/>
                    </a:cubicBezTo>
                    <a:cubicBezTo>
                      <a:pt x="1434" y="2082"/>
                      <a:pt x="1428" y="2058"/>
                      <a:pt x="1426" y="2040"/>
                    </a:cubicBezTo>
                    <a:cubicBezTo>
                      <a:pt x="1424" y="2022"/>
                      <a:pt x="1427" y="2006"/>
                      <a:pt x="1427" y="2006"/>
                    </a:cubicBezTo>
                    <a:cubicBezTo>
                      <a:pt x="1427" y="2006"/>
                      <a:pt x="1431" y="1992"/>
                      <a:pt x="1450" y="1969"/>
                    </a:cubicBezTo>
                    <a:cubicBezTo>
                      <a:pt x="1513" y="1893"/>
                      <a:pt x="1509" y="1771"/>
                      <a:pt x="1508" y="1719"/>
                    </a:cubicBezTo>
                    <a:cubicBezTo>
                      <a:pt x="1507" y="1667"/>
                      <a:pt x="1491" y="1492"/>
                      <a:pt x="1478" y="1391"/>
                    </a:cubicBezTo>
                    <a:cubicBezTo>
                      <a:pt x="1465" y="1290"/>
                      <a:pt x="1432" y="1252"/>
                      <a:pt x="1408" y="1221"/>
                    </a:cubicBezTo>
                    <a:cubicBezTo>
                      <a:pt x="1384" y="1190"/>
                      <a:pt x="1373" y="1129"/>
                      <a:pt x="1373" y="1129"/>
                    </a:cubicBezTo>
                    <a:cubicBezTo>
                      <a:pt x="1405" y="1225"/>
                      <a:pt x="1501" y="1282"/>
                      <a:pt x="1506" y="1287"/>
                    </a:cubicBezTo>
                    <a:cubicBezTo>
                      <a:pt x="1511" y="1291"/>
                      <a:pt x="1515" y="1293"/>
                      <a:pt x="1514" y="1301"/>
                    </a:cubicBezTo>
                    <a:cubicBezTo>
                      <a:pt x="1513" y="1308"/>
                      <a:pt x="1524" y="1322"/>
                      <a:pt x="1531" y="1333"/>
                    </a:cubicBezTo>
                    <a:cubicBezTo>
                      <a:pt x="1537" y="1344"/>
                      <a:pt x="1535" y="1345"/>
                      <a:pt x="1532" y="1355"/>
                    </a:cubicBezTo>
                    <a:cubicBezTo>
                      <a:pt x="1529" y="1365"/>
                      <a:pt x="1527" y="1387"/>
                      <a:pt x="1528" y="1405"/>
                    </a:cubicBezTo>
                    <a:cubicBezTo>
                      <a:pt x="1529" y="1423"/>
                      <a:pt x="1532" y="1448"/>
                      <a:pt x="1538" y="1466"/>
                    </a:cubicBezTo>
                    <a:cubicBezTo>
                      <a:pt x="1545" y="1485"/>
                      <a:pt x="1544" y="1506"/>
                      <a:pt x="1545" y="1532"/>
                    </a:cubicBezTo>
                    <a:cubicBezTo>
                      <a:pt x="1546" y="1557"/>
                      <a:pt x="1571" y="1551"/>
                      <a:pt x="1571" y="1551"/>
                    </a:cubicBezTo>
                    <a:cubicBezTo>
                      <a:pt x="1569" y="1560"/>
                      <a:pt x="1573" y="1568"/>
                      <a:pt x="1573" y="1568"/>
                    </a:cubicBezTo>
                    <a:cubicBezTo>
                      <a:pt x="1573" y="1568"/>
                      <a:pt x="1572" y="1578"/>
                      <a:pt x="1576" y="1585"/>
                    </a:cubicBezTo>
                    <a:cubicBezTo>
                      <a:pt x="1580" y="1591"/>
                      <a:pt x="1589" y="1589"/>
                      <a:pt x="1589" y="1589"/>
                    </a:cubicBezTo>
                    <a:cubicBezTo>
                      <a:pt x="1590" y="1594"/>
                      <a:pt x="1593" y="1597"/>
                      <a:pt x="1593" y="1597"/>
                    </a:cubicBezTo>
                    <a:cubicBezTo>
                      <a:pt x="1602" y="1603"/>
                      <a:pt x="1621" y="1584"/>
                      <a:pt x="1631" y="1579"/>
                    </a:cubicBezTo>
                    <a:cubicBezTo>
                      <a:pt x="1641" y="1574"/>
                      <a:pt x="1651" y="1558"/>
                      <a:pt x="1657" y="1552"/>
                    </a:cubicBezTo>
                    <a:cubicBezTo>
                      <a:pt x="1664" y="1547"/>
                      <a:pt x="1674" y="1503"/>
                      <a:pt x="1675" y="1495"/>
                    </a:cubicBezTo>
                    <a:cubicBezTo>
                      <a:pt x="1676" y="1488"/>
                      <a:pt x="1672" y="1486"/>
                      <a:pt x="1688" y="1469"/>
                    </a:cubicBezTo>
                    <a:cubicBezTo>
                      <a:pt x="1704" y="1451"/>
                      <a:pt x="1677" y="1362"/>
                      <a:pt x="1671" y="1346"/>
                    </a:cubicBezTo>
                    <a:close/>
                    <a:moveTo>
                      <a:pt x="371" y="1050"/>
                    </a:moveTo>
                    <a:cubicBezTo>
                      <a:pt x="374" y="1028"/>
                      <a:pt x="391" y="998"/>
                      <a:pt x="391" y="998"/>
                    </a:cubicBezTo>
                    <a:cubicBezTo>
                      <a:pt x="390" y="1011"/>
                      <a:pt x="398" y="1026"/>
                      <a:pt x="398" y="1026"/>
                    </a:cubicBezTo>
                    <a:lnTo>
                      <a:pt x="371" y="1050"/>
                    </a:lnTo>
                    <a:close/>
                    <a:moveTo>
                      <a:pt x="1306" y="1026"/>
                    </a:moveTo>
                    <a:cubicBezTo>
                      <a:pt x="1306" y="1026"/>
                      <a:pt x="1314" y="1011"/>
                      <a:pt x="1313" y="998"/>
                    </a:cubicBezTo>
                    <a:cubicBezTo>
                      <a:pt x="1313" y="998"/>
                      <a:pt x="1329" y="1028"/>
                      <a:pt x="1333" y="1050"/>
                    </a:cubicBezTo>
                    <a:lnTo>
                      <a:pt x="1306" y="1026"/>
                    </a:lnTo>
                    <a:close/>
                  </a:path>
                </a:pathLst>
              </a:custGeom>
              <a:solidFill>
                <a:srgbClr val="AA60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874" name="Freeform 6">
                <a:extLst>
                  <a:ext uri="{FF2B5EF4-FFF2-40B4-BE49-F238E27FC236}">
                    <a16:creationId xmlns:a16="http://schemas.microsoft.com/office/drawing/2014/main" id="{FB020F8E-6B77-4281-A822-25D2269A1A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7" y="843"/>
                <a:ext cx="1817" cy="3193"/>
              </a:xfrm>
              <a:custGeom>
                <a:avLst/>
                <a:gdLst>
                  <a:gd name="T0" fmla="*/ 1223 w 1704"/>
                  <a:gd name="T1" fmla="*/ 237 h 2997"/>
                  <a:gd name="T2" fmla="*/ 1231 w 1704"/>
                  <a:gd name="T3" fmla="*/ 300 h 2997"/>
                  <a:gd name="T4" fmla="*/ 1212 w 1704"/>
                  <a:gd name="T5" fmla="*/ 485 h 2997"/>
                  <a:gd name="T6" fmla="*/ 1897 w 1704"/>
                  <a:gd name="T7" fmla="*/ 1140 h 2997"/>
                  <a:gd name="T8" fmla="*/ 1937 w 1704"/>
                  <a:gd name="T9" fmla="*/ 1201 h 2997"/>
                  <a:gd name="T10" fmla="*/ 1999 w 1704"/>
                  <a:gd name="T11" fmla="*/ 1472 h 2997"/>
                  <a:gd name="T12" fmla="*/ 2026 w 1704"/>
                  <a:gd name="T13" fmla="*/ 1628 h 2997"/>
                  <a:gd name="T14" fmla="*/ 2009 w 1704"/>
                  <a:gd name="T15" fmla="*/ 1876 h 2997"/>
                  <a:gd name="T16" fmla="*/ 1926 w 1704"/>
                  <a:gd name="T17" fmla="*/ 1922 h 2997"/>
                  <a:gd name="T18" fmla="*/ 1904 w 1704"/>
                  <a:gd name="T19" fmla="*/ 1875 h 2997"/>
                  <a:gd name="T20" fmla="*/ 1852 w 1704"/>
                  <a:gd name="T21" fmla="*/ 1699 h 2997"/>
                  <a:gd name="T22" fmla="*/ 1835 w 1704"/>
                  <a:gd name="T23" fmla="*/ 1574 h 2997"/>
                  <a:gd name="T24" fmla="*/ 1707 w 1704"/>
                  <a:gd name="T25" fmla="*/ 1477 h 2997"/>
                  <a:gd name="T26" fmla="*/ 1758 w 1704"/>
                  <a:gd name="T27" fmla="*/ 2381 h 2997"/>
                  <a:gd name="T28" fmla="*/ 1721 w 1704"/>
                  <a:gd name="T29" fmla="*/ 2549 h 2997"/>
                  <a:gd name="T30" fmla="*/ 1681 w 1704"/>
                  <a:gd name="T31" fmla="*/ 3265 h 2997"/>
                  <a:gd name="T32" fmla="*/ 1676 w 1704"/>
                  <a:gd name="T33" fmla="*/ 3365 h 2997"/>
                  <a:gd name="T34" fmla="*/ 1816 w 1704"/>
                  <a:gd name="T35" fmla="*/ 3491 h 2997"/>
                  <a:gd name="T36" fmla="*/ 1859 w 1704"/>
                  <a:gd name="T37" fmla="*/ 3565 h 2997"/>
                  <a:gd name="T38" fmla="*/ 1763 w 1704"/>
                  <a:gd name="T39" fmla="*/ 3620 h 2997"/>
                  <a:gd name="T40" fmla="*/ 1651 w 1704"/>
                  <a:gd name="T41" fmla="*/ 3548 h 2997"/>
                  <a:gd name="T42" fmla="*/ 1440 w 1704"/>
                  <a:gd name="T43" fmla="*/ 3385 h 2997"/>
                  <a:gd name="T44" fmla="*/ 1200 w 1704"/>
                  <a:gd name="T45" fmla="*/ 2781 h 2997"/>
                  <a:gd name="T46" fmla="*/ 1212 w 1704"/>
                  <a:gd name="T47" fmla="*/ 2576 h 2997"/>
                  <a:gd name="T48" fmla="*/ 1071 w 1704"/>
                  <a:gd name="T49" fmla="*/ 2307 h 2997"/>
                  <a:gd name="T50" fmla="*/ 1036 w 1704"/>
                  <a:gd name="T51" fmla="*/ 2054 h 2997"/>
                  <a:gd name="T52" fmla="*/ 1001 w 1704"/>
                  <a:gd name="T53" fmla="*/ 2221 h 2997"/>
                  <a:gd name="T54" fmla="*/ 911 w 1704"/>
                  <a:gd name="T55" fmla="*/ 2532 h 2997"/>
                  <a:gd name="T56" fmla="*/ 855 w 1704"/>
                  <a:gd name="T57" fmla="*/ 2641 h 2997"/>
                  <a:gd name="T58" fmla="*/ 666 w 1704"/>
                  <a:gd name="T59" fmla="*/ 3300 h 2997"/>
                  <a:gd name="T60" fmla="*/ 451 w 1704"/>
                  <a:gd name="T61" fmla="*/ 3514 h 2997"/>
                  <a:gd name="T62" fmla="*/ 355 w 1704"/>
                  <a:gd name="T63" fmla="*/ 3591 h 2997"/>
                  <a:gd name="T64" fmla="*/ 222 w 1704"/>
                  <a:gd name="T65" fmla="*/ 3590 h 2997"/>
                  <a:gd name="T66" fmla="*/ 235 w 1704"/>
                  <a:gd name="T67" fmla="*/ 3502 h 2997"/>
                  <a:gd name="T68" fmla="*/ 353 w 1704"/>
                  <a:gd name="T69" fmla="*/ 3409 h 2997"/>
                  <a:gd name="T70" fmla="*/ 388 w 1704"/>
                  <a:gd name="T71" fmla="*/ 3302 h 2997"/>
                  <a:gd name="T72" fmla="*/ 384 w 1704"/>
                  <a:gd name="T73" fmla="*/ 2663 h 2997"/>
                  <a:gd name="T74" fmla="*/ 336 w 1704"/>
                  <a:gd name="T75" fmla="*/ 2426 h 2997"/>
                  <a:gd name="T76" fmla="*/ 274 w 1704"/>
                  <a:gd name="T77" fmla="*/ 1682 h 2997"/>
                  <a:gd name="T78" fmla="*/ 239 w 1704"/>
                  <a:gd name="T79" fmla="*/ 1557 h 2997"/>
                  <a:gd name="T80" fmla="*/ 207 w 1704"/>
                  <a:gd name="T81" fmla="*/ 1639 h 2997"/>
                  <a:gd name="T82" fmla="*/ 191 w 1704"/>
                  <a:gd name="T83" fmla="*/ 1853 h 2997"/>
                  <a:gd name="T84" fmla="*/ 155 w 1704"/>
                  <a:gd name="T85" fmla="*/ 1917 h 2997"/>
                  <a:gd name="T86" fmla="*/ 89 w 1704"/>
                  <a:gd name="T87" fmla="*/ 1909 h 2997"/>
                  <a:gd name="T88" fmla="*/ 19 w 1704"/>
                  <a:gd name="T89" fmla="*/ 1776 h 2997"/>
                  <a:gd name="T90" fmla="*/ 69 w 1704"/>
                  <a:gd name="T91" fmla="*/ 1555 h 2997"/>
                  <a:gd name="T92" fmla="*/ 114 w 1704"/>
                  <a:gd name="T93" fmla="*/ 1232 h 2997"/>
                  <a:gd name="T94" fmla="*/ 140 w 1704"/>
                  <a:gd name="T95" fmla="*/ 1163 h 2997"/>
                  <a:gd name="T96" fmla="*/ 395 w 1704"/>
                  <a:gd name="T97" fmla="*/ 713 h 2997"/>
                  <a:gd name="T98" fmla="*/ 852 w 1704"/>
                  <a:gd name="T99" fmla="*/ 335 h 2997"/>
                  <a:gd name="T100" fmla="*/ 823 w 1704"/>
                  <a:gd name="T101" fmla="*/ 242 h 2997"/>
                  <a:gd name="T102" fmla="*/ 1015 w 1704"/>
                  <a:gd name="T103" fmla="*/ 6 h 2997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0" t="0" r="r" b="b"/>
                <a:pathLst>
                  <a:path w="1704" h="2997">
                    <a:moveTo>
                      <a:pt x="867" y="6"/>
                    </a:moveTo>
                    <a:cubicBezTo>
                      <a:pt x="867" y="6"/>
                      <a:pt x="1005" y="0"/>
                      <a:pt x="1012" y="147"/>
                    </a:cubicBezTo>
                    <a:cubicBezTo>
                      <a:pt x="1014" y="186"/>
                      <a:pt x="1009" y="195"/>
                      <a:pt x="1009" y="195"/>
                    </a:cubicBezTo>
                    <a:cubicBezTo>
                      <a:pt x="1009" y="195"/>
                      <a:pt x="1021" y="191"/>
                      <a:pt x="1024" y="200"/>
                    </a:cubicBezTo>
                    <a:cubicBezTo>
                      <a:pt x="1028" y="209"/>
                      <a:pt x="1025" y="217"/>
                      <a:pt x="1022" y="223"/>
                    </a:cubicBezTo>
                    <a:cubicBezTo>
                      <a:pt x="1020" y="229"/>
                      <a:pt x="1016" y="242"/>
                      <a:pt x="1015" y="249"/>
                    </a:cubicBezTo>
                    <a:cubicBezTo>
                      <a:pt x="1013" y="256"/>
                      <a:pt x="1014" y="276"/>
                      <a:pt x="1001" y="277"/>
                    </a:cubicBezTo>
                    <a:cubicBezTo>
                      <a:pt x="1001" y="277"/>
                      <a:pt x="1004" y="347"/>
                      <a:pt x="984" y="385"/>
                    </a:cubicBezTo>
                    <a:cubicBezTo>
                      <a:pt x="984" y="385"/>
                      <a:pt x="995" y="387"/>
                      <a:pt x="1000" y="401"/>
                    </a:cubicBezTo>
                    <a:cubicBezTo>
                      <a:pt x="1000" y="401"/>
                      <a:pt x="1318" y="410"/>
                      <a:pt x="1378" y="589"/>
                    </a:cubicBezTo>
                    <a:cubicBezTo>
                      <a:pt x="1384" y="605"/>
                      <a:pt x="1405" y="641"/>
                      <a:pt x="1460" y="701"/>
                    </a:cubicBezTo>
                    <a:cubicBezTo>
                      <a:pt x="1515" y="761"/>
                      <a:pt x="1554" y="838"/>
                      <a:pt x="1564" y="942"/>
                    </a:cubicBezTo>
                    <a:cubicBezTo>
                      <a:pt x="1564" y="942"/>
                      <a:pt x="1583" y="951"/>
                      <a:pt x="1588" y="962"/>
                    </a:cubicBezTo>
                    <a:cubicBezTo>
                      <a:pt x="1594" y="972"/>
                      <a:pt x="1593" y="983"/>
                      <a:pt x="1595" y="983"/>
                    </a:cubicBezTo>
                    <a:cubicBezTo>
                      <a:pt x="1598" y="984"/>
                      <a:pt x="1597" y="990"/>
                      <a:pt x="1598" y="993"/>
                    </a:cubicBezTo>
                    <a:cubicBezTo>
                      <a:pt x="1598" y="997"/>
                      <a:pt x="1598" y="999"/>
                      <a:pt x="1610" y="1018"/>
                    </a:cubicBezTo>
                    <a:cubicBezTo>
                      <a:pt x="1623" y="1037"/>
                      <a:pt x="1634" y="1073"/>
                      <a:pt x="1637" y="1111"/>
                    </a:cubicBezTo>
                    <a:cubicBezTo>
                      <a:pt x="1640" y="1148"/>
                      <a:pt x="1642" y="1199"/>
                      <a:pt x="1649" y="1217"/>
                    </a:cubicBezTo>
                    <a:cubicBezTo>
                      <a:pt x="1656" y="1236"/>
                      <a:pt x="1668" y="1265"/>
                      <a:pt x="1647" y="1286"/>
                    </a:cubicBezTo>
                    <a:cubicBezTo>
                      <a:pt x="1647" y="1286"/>
                      <a:pt x="1664" y="1288"/>
                      <a:pt x="1666" y="1304"/>
                    </a:cubicBezTo>
                    <a:cubicBezTo>
                      <a:pt x="1667" y="1320"/>
                      <a:pt x="1666" y="1330"/>
                      <a:pt x="1671" y="1346"/>
                    </a:cubicBezTo>
                    <a:cubicBezTo>
                      <a:pt x="1677" y="1362"/>
                      <a:pt x="1704" y="1451"/>
                      <a:pt x="1688" y="1469"/>
                    </a:cubicBezTo>
                    <a:cubicBezTo>
                      <a:pt x="1672" y="1486"/>
                      <a:pt x="1676" y="1488"/>
                      <a:pt x="1675" y="1495"/>
                    </a:cubicBezTo>
                    <a:cubicBezTo>
                      <a:pt x="1674" y="1503"/>
                      <a:pt x="1664" y="1547"/>
                      <a:pt x="1657" y="1552"/>
                    </a:cubicBezTo>
                    <a:cubicBezTo>
                      <a:pt x="1651" y="1558"/>
                      <a:pt x="1641" y="1574"/>
                      <a:pt x="1631" y="1579"/>
                    </a:cubicBezTo>
                    <a:cubicBezTo>
                      <a:pt x="1621" y="1584"/>
                      <a:pt x="1602" y="1603"/>
                      <a:pt x="1593" y="1597"/>
                    </a:cubicBezTo>
                    <a:cubicBezTo>
                      <a:pt x="1593" y="1597"/>
                      <a:pt x="1590" y="1594"/>
                      <a:pt x="1589" y="1589"/>
                    </a:cubicBezTo>
                    <a:cubicBezTo>
                      <a:pt x="1589" y="1589"/>
                      <a:pt x="1580" y="1591"/>
                      <a:pt x="1576" y="1585"/>
                    </a:cubicBezTo>
                    <a:cubicBezTo>
                      <a:pt x="1572" y="1578"/>
                      <a:pt x="1573" y="1568"/>
                      <a:pt x="1573" y="1568"/>
                    </a:cubicBezTo>
                    <a:cubicBezTo>
                      <a:pt x="1573" y="1568"/>
                      <a:pt x="1569" y="1560"/>
                      <a:pt x="1571" y="1551"/>
                    </a:cubicBezTo>
                    <a:cubicBezTo>
                      <a:pt x="1571" y="1551"/>
                      <a:pt x="1546" y="1557"/>
                      <a:pt x="1545" y="1532"/>
                    </a:cubicBezTo>
                    <a:cubicBezTo>
                      <a:pt x="1544" y="1506"/>
                      <a:pt x="1545" y="1485"/>
                      <a:pt x="1538" y="1466"/>
                    </a:cubicBezTo>
                    <a:cubicBezTo>
                      <a:pt x="1532" y="1448"/>
                      <a:pt x="1529" y="1423"/>
                      <a:pt x="1528" y="1405"/>
                    </a:cubicBezTo>
                    <a:cubicBezTo>
                      <a:pt x="1527" y="1387"/>
                      <a:pt x="1529" y="1365"/>
                      <a:pt x="1532" y="1355"/>
                    </a:cubicBezTo>
                    <a:cubicBezTo>
                      <a:pt x="1535" y="1345"/>
                      <a:pt x="1537" y="1344"/>
                      <a:pt x="1531" y="1333"/>
                    </a:cubicBezTo>
                    <a:cubicBezTo>
                      <a:pt x="1524" y="1322"/>
                      <a:pt x="1513" y="1308"/>
                      <a:pt x="1514" y="1301"/>
                    </a:cubicBezTo>
                    <a:cubicBezTo>
                      <a:pt x="1515" y="1293"/>
                      <a:pt x="1511" y="1291"/>
                      <a:pt x="1506" y="1287"/>
                    </a:cubicBezTo>
                    <a:cubicBezTo>
                      <a:pt x="1501" y="1282"/>
                      <a:pt x="1405" y="1225"/>
                      <a:pt x="1373" y="1129"/>
                    </a:cubicBezTo>
                    <a:cubicBezTo>
                      <a:pt x="1373" y="1129"/>
                      <a:pt x="1384" y="1190"/>
                      <a:pt x="1408" y="1221"/>
                    </a:cubicBezTo>
                    <a:cubicBezTo>
                      <a:pt x="1432" y="1252"/>
                      <a:pt x="1465" y="1290"/>
                      <a:pt x="1478" y="1391"/>
                    </a:cubicBezTo>
                    <a:cubicBezTo>
                      <a:pt x="1491" y="1492"/>
                      <a:pt x="1507" y="1667"/>
                      <a:pt x="1508" y="1719"/>
                    </a:cubicBezTo>
                    <a:cubicBezTo>
                      <a:pt x="1509" y="1771"/>
                      <a:pt x="1513" y="1893"/>
                      <a:pt x="1450" y="1969"/>
                    </a:cubicBezTo>
                    <a:cubicBezTo>
                      <a:pt x="1431" y="1992"/>
                      <a:pt x="1427" y="2006"/>
                      <a:pt x="1427" y="2006"/>
                    </a:cubicBezTo>
                    <a:cubicBezTo>
                      <a:pt x="1427" y="2006"/>
                      <a:pt x="1424" y="2022"/>
                      <a:pt x="1426" y="2040"/>
                    </a:cubicBezTo>
                    <a:cubicBezTo>
                      <a:pt x="1428" y="2058"/>
                      <a:pt x="1434" y="2082"/>
                      <a:pt x="1420" y="2108"/>
                    </a:cubicBezTo>
                    <a:cubicBezTo>
                      <a:pt x="1406" y="2134"/>
                      <a:pt x="1378" y="2165"/>
                      <a:pt x="1387" y="2203"/>
                    </a:cubicBezTo>
                    <a:cubicBezTo>
                      <a:pt x="1396" y="2241"/>
                      <a:pt x="1458" y="2432"/>
                      <a:pt x="1387" y="2661"/>
                    </a:cubicBezTo>
                    <a:cubicBezTo>
                      <a:pt x="1375" y="2698"/>
                      <a:pt x="1383" y="2691"/>
                      <a:pt x="1386" y="2700"/>
                    </a:cubicBezTo>
                    <a:cubicBezTo>
                      <a:pt x="1389" y="2709"/>
                      <a:pt x="1390" y="2722"/>
                      <a:pt x="1384" y="2730"/>
                    </a:cubicBezTo>
                    <a:cubicBezTo>
                      <a:pt x="1378" y="2738"/>
                      <a:pt x="1382" y="2756"/>
                      <a:pt x="1377" y="2764"/>
                    </a:cubicBezTo>
                    <a:cubicBezTo>
                      <a:pt x="1372" y="2772"/>
                      <a:pt x="1375" y="2778"/>
                      <a:pt x="1382" y="2782"/>
                    </a:cubicBezTo>
                    <a:cubicBezTo>
                      <a:pt x="1389" y="2786"/>
                      <a:pt x="1402" y="2802"/>
                      <a:pt x="1413" y="2820"/>
                    </a:cubicBezTo>
                    <a:cubicBezTo>
                      <a:pt x="1424" y="2838"/>
                      <a:pt x="1454" y="2857"/>
                      <a:pt x="1466" y="2868"/>
                    </a:cubicBezTo>
                    <a:cubicBezTo>
                      <a:pt x="1478" y="2879"/>
                      <a:pt x="1498" y="2887"/>
                      <a:pt x="1498" y="2887"/>
                    </a:cubicBezTo>
                    <a:cubicBezTo>
                      <a:pt x="1498" y="2887"/>
                      <a:pt x="1508" y="2891"/>
                      <a:pt x="1511" y="2896"/>
                    </a:cubicBezTo>
                    <a:cubicBezTo>
                      <a:pt x="1514" y="2901"/>
                      <a:pt x="1531" y="2901"/>
                      <a:pt x="1528" y="2920"/>
                    </a:cubicBezTo>
                    <a:cubicBezTo>
                      <a:pt x="1528" y="2920"/>
                      <a:pt x="1543" y="2929"/>
                      <a:pt x="1533" y="2948"/>
                    </a:cubicBezTo>
                    <a:cubicBezTo>
                      <a:pt x="1533" y="2948"/>
                      <a:pt x="1536" y="2965"/>
                      <a:pt x="1520" y="2969"/>
                    </a:cubicBezTo>
                    <a:cubicBezTo>
                      <a:pt x="1520" y="2969"/>
                      <a:pt x="1511" y="2986"/>
                      <a:pt x="1492" y="2978"/>
                    </a:cubicBezTo>
                    <a:cubicBezTo>
                      <a:pt x="1492" y="2978"/>
                      <a:pt x="1477" y="2997"/>
                      <a:pt x="1454" y="2993"/>
                    </a:cubicBezTo>
                    <a:cubicBezTo>
                      <a:pt x="1430" y="2989"/>
                      <a:pt x="1421" y="2969"/>
                      <a:pt x="1411" y="2970"/>
                    </a:cubicBezTo>
                    <a:cubicBezTo>
                      <a:pt x="1401" y="2970"/>
                      <a:pt x="1389" y="2969"/>
                      <a:pt x="1379" y="2951"/>
                    </a:cubicBezTo>
                    <a:cubicBezTo>
                      <a:pt x="1368" y="2932"/>
                      <a:pt x="1367" y="2937"/>
                      <a:pt x="1362" y="2934"/>
                    </a:cubicBezTo>
                    <a:cubicBezTo>
                      <a:pt x="1358" y="2931"/>
                      <a:pt x="1332" y="2906"/>
                      <a:pt x="1332" y="2906"/>
                    </a:cubicBezTo>
                    <a:cubicBezTo>
                      <a:pt x="1332" y="2906"/>
                      <a:pt x="1228" y="2919"/>
                      <a:pt x="1210" y="2872"/>
                    </a:cubicBezTo>
                    <a:cubicBezTo>
                      <a:pt x="1192" y="2825"/>
                      <a:pt x="1218" y="2812"/>
                      <a:pt x="1187" y="2799"/>
                    </a:cubicBezTo>
                    <a:cubicBezTo>
                      <a:pt x="1156" y="2785"/>
                      <a:pt x="1154" y="2748"/>
                      <a:pt x="1154" y="2729"/>
                    </a:cubicBezTo>
                    <a:cubicBezTo>
                      <a:pt x="1153" y="2711"/>
                      <a:pt x="1159" y="2695"/>
                      <a:pt x="1129" y="2667"/>
                    </a:cubicBezTo>
                    <a:cubicBezTo>
                      <a:pt x="1099" y="2639"/>
                      <a:pt x="966" y="2530"/>
                      <a:pt x="989" y="2300"/>
                    </a:cubicBezTo>
                    <a:cubicBezTo>
                      <a:pt x="996" y="2230"/>
                      <a:pt x="995" y="2196"/>
                      <a:pt x="999" y="2184"/>
                    </a:cubicBezTo>
                    <a:cubicBezTo>
                      <a:pt x="1002" y="2172"/>
                      <a:pt x="991" y="2167"/>
                      <a:pt x="992" y="2154"/>
                    </a:cubicBezTo>
                    <a:cubicBezTo>
                      <a:pt x="993" y="2142"/>
                      <a:pt x="1002" y="2138"/>
                      <a:pt x="1000" y="2131"/>
                    </a:cubicBezTo>
                    <a:cubicBezTo>
                      <a:pt x="998" y="2124"/>
                      <a:pt x="974" y="2142"/>
                      <a:pt x="952" y="2094"/>
                    </a:cubicBezTo>
                    <a:cubicBezTo>
                      <a:pt x="930" y="2046"/>
                      <a:pt x="942" y="2048"/>
                      <a:pt x="906" y="2002"/>
                    </a:cubicBezTo>
                    <a:cubicBezTo>
                      <a:pt x="870" y="1955"/>
                      <a:pt x="878" y="1937"/>
                      <a:pt x="883" y="1907"/>
                    </a:cubicBezTo>
                    <a:cubicBezTo>
                      <a:pt x="887" y="1877"/>
                      <a:pt x="891" y="1859"/>
                      <a:pt x="878" y="1837"/>
                    </a:cubicBezTo>
                    <a:cubicBezTo>
                      <a:pt x="865" y="1816"/>
                      <a:pt x="847" y="1782"/>
                      <a:pt x="861" y="1694"/>
                    </a:cubicBezTo>
                    <a:cubicBezTo>
                      <a:pt x="861" y="1694"/>
                      <a:pt x="859" y="1699"/>
                      <a:pt x="855" y="1699"/>
                    </a:cubicBezTo>
                    <a:cubicBezTo>
                      <a:pt x="849" y="1699"/>
                      <a:pt x="849" y="1699"/>
                      <a:pt x="849" y="1699"/>
                    </a:cubicBezTo>
                    <a:cubicBezTo>
                      <a:pt x="844" y="1699"/>
                      <a:pt x="843" y="1694"/>
                      <a:pt x="843" y="1694"/>
                    </a:cubicBezTo>
                    <a:cubicBezTo>
                      <a:pt x="857" y="1782"/>
                      <a:pt x="839" y="1816"/>
                      <a:pt x="826" y="1837"/>
                    </a:cubicBezTo>
                    <a:cubicBezTo>
                      <a:pt x="813" y="1859"/>
                      <a:pt x="816" y="1877"/>
                      <a:pt x="821" y="1907"/>
                    </a:cubicBezTo>
                    <a:cubicBezTo>
                      <a:pt x="826" y="1937"/>
                      <a:pt x="834" y="1955"/>
                      <a:pt x="798" y="2002"/>
                    </a:cubicBezTo>
                    <a:cubicBezTo>
                      <a:pt x="762" y="2048"/>
                      <a:pt x="773" y="2046"/>
                      <a:pt x="751" y="2094"/>
                    </a:cubicBezTo>
                    <a:cubicBezTo>
                      <a:pt x="730" y="2142"/>
                      <a:pt x="706" y="2124"/>
                      <a:pt x="704" y="2131"/>
                    </a:cubicBezTo>
                    <a:cubicBezTo>
                      <a:pt x="701" y="2138"/>
                      <a:pt x="711" y="2142"/>
                      <a:pt x="712" y="2154"/>
                    </a:cubicBezTo>
                    <a:cubicBezTo>
                      <a:pt x="713" y="2167"/>
                      <a:pt x="701" y="2172"/>
                      <a:pt x="705" y="2184"/>
                    </a:cubicBezTo>
                    <a:cubicBezTo>
                      <a:pt x="708" y="2196"/>
                      <a:pt x="707" y="2230"/>
                      <a:pt x="714" y="2300"/>
                    </a:cubicBezTo>
                    <a:cubicBezTo>
                      <a:pt x="738" y="2530"/>
                      <a:pt x="604" y="2639"/>
                      <a:pt x="574" y="2667"/>
                    </a:cubicBezTo>
                    <a:cubicBezTo>
                      <a:pt x="544" y="2695"/>
                      <a:pt x="550" y="2711"/>
                      <a:pt x="550" y="2729"/>
                    </a:cubicBezTo>
                    <a:cubicBezTo>
                      <a:pt x="549" y="2748"/>
                      <a:pt x="548" y="2785"/>
                      <a:pt x="516" y="2799"/>
                    </a:cubicBezTo>
                    <a:cubicBezTo>
                      <a:pt x="485" y="2812"/>
                      <a:pt x="512" y="2825"/>
                      <a:pt x="494" y="2872"/>
                    </a:cubicBezTo>
                    <a:cubicBezTo>
                      <a:pt x="476" y="2919"/>
                      <a:pt x="372" y="2906"/>
                      <a:pt x="372" y="2906"/>
                    </a:cubicBezTo>
                    <a:cubicBezTo>
                      <a:pt x="372" y="2906"/>
                      <a:pt x="346" y="2931"/>
                      <a:pt x="341" y="2934"/>
                    </a:cubicBezTo>
                    <a:cubicBezTo>
                      <a:pt x="337" y="2937"/>
                      <a:pt x="336" y="2932"/>
                      <a:pt x="325" y="2951"/>
                    </a:cubicBezTo>
                    <a:cubicBezTo>
                      <a:pt x="314" y="2969"/>
                      <a:pt x="302" y="2970"/>
                      <a:pt x="293" y="2970"/>
                    </a:cubicBezTo>
                    <a:cubicBezTo>
                      <a:pt x="283" y="2969"/>
                      <a:pt x="273" y="2989"/>
                      <a:pt x="250" y="2993"/>
                    </a:cubicBezTo>
                    <a:cubicBezTo>
                      <a:pt x="227" y="2997"/>
                      <a:pt x="212" y="2978"/>
                      <a:pt x="212" y="2978"/>
                    </a:cubicBezTo>
                    <a:cubicBezTo>
                      <a:pt x="192" y="2986"/>
                      <a:pt x="183" y="2969"/>
                      <a:pt x="183" y="2969"/>
                    </a:cubicBezTo>
                    <a:cubicBezTo>
                      <a:pt x="168" y="2965"/>
                      <a:pt x="171" y="2948"/>
                      <a:pt x="171" y="2948"/>
                    </a:cubicBezTo>
                    <a:cubicBezTo>
                      <a:pt x="161" y="2929"/>
                      <a:pt x="176" y="2920"/>
                      <a:pt x="176" y="2920"/>
                    </a:cubicBezTo>
                    <a:cubicBezTo>
                      <a:pt x="173" y="2901"/>
                      <a:pt x="190" y="2901"/>
                      <a:pt x="193" y="2896"/>
                    </a:cubicBezTo>
                    <a:cubicBezTo>
                      <a:pt x="196" y="2891"/>
                      <a:pt x="206" y="2887"/>
                      <a:pt x="206" y="2887"/>
                    </a:cubicBezTo>
                    <a:cubicBezTo>
                      <a:pt x="206" y="2887"/>
                      <a:pt x="226" y="2879"/>
                      <a:pt x="238" y="2868"/>
                    </a:cubicBezTo>
                    <a:cubicBezTo>
                      <a:pt x="250" y="2857"/>
                      <a:pt x="280" y="2838"/>
                      <a:pt x="291" y="2820"/>
                    </a:cubicBezTo>
                    <a:cubicBezTo>
                      <a:pt x="302" y="2802"/>
                      <a:pt x="315" y="2786"/>
                      <a:pt x="322" y="2782"/>
                    </a:cubicBezTo>
                    <a:cubicBezTo>
                      <a:pt x="329" y="2778"/>
                      <a:pt x="332" y="2772"/>
                      <a:pt x="327" y="2764"/>
                    </a:cubicBezTo>
                    <a:cubicBezTo>
                      <a:pt x="322" y="2756"/>
                      <a:pt x="326" y="2738"/>
                      <a:pt x="320" y="2730"/>
                    </a:cubicBezTo>
                    <a:cubicBezTo>
                      <a:pt x="314" y="2722"/>
                      <a:pt x="315" y="2709"/>
                      <a:pt x="318" y="2700"/>
                    </a:cubicBezTo>
                    <a:cubicBezTo>
                      <a:pt x="321" y="2691"/>
                      <a:pt x="328" y="2698"/>
                      <a:pt x="317" y="2661"/>
                    </a:cubicBezTo>
                    <a:cubicBezTo>
                      <a:pt x="246" y="2432"/>
                      <a:pt x="308" y="2241"/>
                      <a:pt x="317" y="2203"/>
                    </a:cubicBezTo>
                    <a:cubicBezTo>
                      <a:pt x="326" y="2165"/>
                      <a:pt x="298" y="2134"/>
                      <a:pt x="284" y="2108"/>
                    </a:cubicBezTo>
                    <a:cubicBezTo>
                      <a:pt x="270" y="2082"/>
                      <a:pt x="276" y="2058"/>
                      <a:pt x="278" y="2040"/>
                    </a:cubicBezTo>
                    <a:cubicBezTo>
                      <a:pt x="280" y="2022"/>
                      <a:pt x="277" y="2006"/>
                      <a:pt x="277" y="2006"/>
                    </a:cubicBezTo>
                    <a:cubicBezTo>
                      <a:pt x="277" y="2006"/>
                      <a:pt x="273" y="1992"/>
                      <a:pt x="254" y="1969"/>
                    </a:cubicBezTo>
                    <a:cubicBezTo>
                      <a:pt x="191" y="1893"/>
                      <a:pt x="195" y="1771"/>
                      <a:pt x="196" y="1719"/>
                    </a:cubicBezTo>
                    <a:cubicBezTo>
                      <a:pt x="197" y="1667"/>
                      <a:pt x="213" y="1492"/>
                      <a:pt x="226" y="1391"/>
                    </a:cubicBezTo>
                    <a:cubicBezTo>
                      <a:pt x="239" y="1290"/>
                      <a:pt x="271" y="1252"/>
                      <a:pt x="295" y="1221"/>
                    </a:cubicBezTo>
                    <a:cubicBezTo>
                      <a:pt x="320" y="1190"/>
                      <a:pt x="331" y="1129"/>
                      <a:pt x="331" y="1129"/>
                    </a:cubicBezTo>
                    <a:cubicBezTo>
                      <a:pt x="298" y="1225"/>
                      <a:pt x="202" y="1282"/>
                      <a:pt x="197" y="1287"/>
                    </a:cubicBezTo>
                    <a:cubicBezTo>
                      <a:pt x="192" y="1291"/>
                      <a:pt x="189" y="1293"/>
                      <a:pt x="189" y="1301"/>
                    </a:cubicBezTo>
                    <a:cubicBezTo>
                      <a:pt x="190" y="1308"/>
                      <a:pt x="179" y="1322"/>
                      <a:pt x="173" y="1333"/>
                    </a:cubicBezTo>
                    <a:cubicBezTo>
                      <a:pt x="166" y="1344"/>
                      <a:pt x="168" y="1345"/>
                      <a:pt x="171" y="1355"/>
                    </a:cubicBezTo>
                    <a:cubicBezTo>
                      <a:pt x="174" y="1365"/>
                      <a:pt x="177" y="1387"/>
                      <a:pt x="175" y="1405"/>
                    </a:cubicBezTo>
                    <a:cubicBezTo>
                      <a:pt x="174" y="1423"/>
                      <a:pt x="171" y="1448"/>
                      <a:pt x="165" y="1466"/>
                    </a:cubicBezTo>
                    <a:cubicBezTo>
                      <a:pt x="159" y="1485"/>
                      <a:pt x="159" y="1506"/>
                      <a:pt x="158" y="1532"/>
                    </a:cubicBezTo>
                    <a:cubicBezTo>
                      <a:pt x="157" y="1557"/>
                      <a:pt x="133" y="1551"/>
                      <a:pt x="133" y="1551"/>
                    </a:cubicBezTo>
                    <a:cubicBezTo>
                      <a:pt x="135" y="1560"/>
                      <a:pt x="131" y="1568"/>
                      <a:pt x="131" y="1568"/>
                    </a:cubicBezTo>
                    <a:cubicBezTo>
                      <a:pt x="131" y="1568"/>
                      <a:pt x="132" y="1578"/>
                      <a:pt x="128" y="1585"/>
                    </a:cubicBezTo>
                    <a:cubicBezTo>
                      <a:pt x="124" y="1591"/>
                      <a:pt x="114" y="1589"/>
                      <a:pt x="114" y="1589"/>
                    </a:cubicBezTo>
                    <a:cubicBezTo>
                      <a:pt x="114" y="1594"/>
                      <a:pt x="110" y="1597"/>
                      <a:pt x="110" y="1597"/>
                    </a:cubicBezTo>
                    <a:cubicBezTo>
                      <a:pt x="102" y="1603"/>
                      <a:pt x="82" y="1584"/>
                      <a:pt x="73" y="1579"/>
                    </a:cubicBezTo>
                    <a:cubicBezTo>
                      <a:pt x="63" y="1574"/>
                      <a:pt x="52" y="1558"/>
                      <a:pt x="46" y="1552"/>
                    </a:cubicBezTo>
                    <a:cubicBezTo>
                      <a:pt x="40" y="1547"/>
                      <a:pt x="29" y="1503"/>
                      <a:pt x="29" y="1495"/>
                    </a:cubicBezTo>
                    <a:cubicBezTo>
                      <a:pt x="28" y="1488"/>
                      <a:pt x="32" y="1486"/>
                      <a:pt x="16" y="1469"/>
                    </a:cubicBezTo>
                    <a:cubicBezTo>
                      <a:pt x="0" y="1451"/>
                      <a:pt x="27" y="1362"/>
                      <a:pt x="32" y="1346"/>
                    </a:cubicBezTo>
                    <a:cubicBezTo>
                      <a:pt x="38" y="1330"/>
                      <a:pt x="36" y="1320"/>
                      <a:pt x="38" y="1304"/>
                    </a:cubicBezTo>
                    <a:cubicBezTo>
                      <a:pt x="39" y="1288"/>
                      <a:pt x="57" y="1286"/>
                      <a:pt x="57" y="1286"/>
                    </a:cubicBezTo>
                    <a:cubicBezTo>
                      <a:pt x="36" y="1265"/>
                      <a:pt x="48" y="1236"/>
                      <a:pt x="55" y="1217"/>
                    </a:cubicBezTo>
                    <a:cubicBezTo>
                      <a:pt x="62" y="1199"/>
                      <a:pt x="64" y="1148"/>
                      <a:pt x="66" y="1111"/>
                    </a:cubicBezTo>
                    <a:cubicBezTo>
                      <a:pt x="69" y="1073"/>
                      <a:pt x="81" y="1037"/>
                      <a:pt x="94" y="1018"/>
                    </a:cubicBezTo>
                    <a:cubicBezTo>
                      <a:pt x="106" y="999"/>
                      <a:pt x="105" y="997"/>
                      <a:pt x="106" y="993"/>
                    </a:cubicBezTo>
                    <a:cubicBezTo>
                      <a:pt x="107" y="990"/>
                      <a:pt x="106" y="984"/>
                      <a:pt x="108" y="983"/>
                    </a:cubicBezTo>
                    <a:cubicBezTo>
                      <a:pt x="110" y="983"/>
                      <a:pt x="110" y="972"/>
                      <a:pt x="115" y="962"/>
                    </a:cubicBezTo>
                    <a:cubicBezTo>
                      <a:pt x="121" y="951"/>
                      <a:pt x="140" y="942"/>
                      <a:pt x="140" y="942"/>
                    </a:cubicBezTo>
                    <a:cubicBezTo>
                      <a:pt x="150" y="838"/>
                      <a:pt x="188" y="761"/>
                      <a:pt x="243" y="701"/>
                    </a:cubicBezTo>
                    <a:cubicBezTo>
                      <a:pt x="298" y="641"/>
                      <a:pt x="320" y="605"/>
                      <a:pt x="325" y="589"/>
                    </a:cubicBezTo>
                    <a:cubicBezTo>
                      <a:pt x="385" y="410"/>
                      <a:pt x="704" y="401"/>
                      <a:pt x="704" y="401"/>
                    </a:cubicBezTo>
                    <a:cubicBezTo>
                      <a:pt x="708" y="387"/>
                      <a:pt x="720" y="385"/>
                      <a:pt x="720" y="385"/>
                    </a:cubicBezTo>
                    <a:cubicBezTo>
                      <a:pt x="700" y="347"/>
                      <a:pt x="702" y="277"/>
                      <a:pt x="702" y="277"/>
                    </a:cubicBezTo>
                    <a:cubicBezTo>
                      <a:pt x="690" y="276"/>
                      <a:pt x="690" y="256"/>
                      <a:pt x="689" y="249"/>
                    </a:cubicBezTo>
                    <a:cubicBezTo>
                      <a:pt x="688" y="242"/>
                      <a:pt x="684" y="229"/>
                      <a:pt x="681" y="223"/>
                    </a:cubicBezTo>
                    <a:cubicBezTo>
                      <a:pt x="678" y="217"/>
                      <a:pt x="676" y="209"/>
                      <a:pt x="679" y="200"/>
                    </a:cubicBezTo>
                    <a:cubicBezTo>
                      <a:pt x="683" y="191"/>
                      <a:pt x="695" y="195"/>
                      <a:pt x="695" y="195"/>
                    </a:cubicBezTo>
                    <a:cubicBezTo>
                      <a:pt x="695" y="195"/>
                      <a:pt x="690" y="186"/>
                      <a:pt x="692" y="147"/>
                    </a:cubicBezTo>
                    <a:cubicBezTo>
                      <a:pt x="698" y="0"/>
                      <a:pt x="837" y="6"/>
                      <a:pt x="837" y="6"/>
                    </a:cubicBezTo>
                    <a:lnTo>
                      <a:pt x="867" y="6"/>
                    </a:lnTo>
                    <a:close/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875" name="Freeform 7">
                <a:extLst>
                  <a:ext uri="{FF2B5EF4-FFF2-40B4-BE49-F238E27FC236}">
                    <a16:creationId xmlns:a16="http://schemas.microsoft.com/office/drawing/2014/main" id="{6983C5D5-5562-4473-9225-9FF4FB9639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3" y="1906"/>
                <a:ext cx="29" cy="55"/>
              </a:xfrm>
              <a:custGeom>
                <a:avLst/>
                <a:gdLst>
                  <a:gd name="T0" fmla="*/ 25 w 27"/>
                  <a:gd name="T1" fmla="*/ 0 h 52"/>
                  <a:gd name="T2" fmla="*/ 0 w 27"/>
                  <a:gd name="T3" fmla="*/ 61 h 52"/>
                  <a:gd name="T4" fmla="*/ 33 w 27"/>
                  <a:gd name="T5" fmla="*/ 34 h 52"/>
                  <a:gd name="T6" fmla="*/ 25 w 27"/>
                  <a:gd name="T7" fmla="*/ 0 h 5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7" h="52">
                    <a:moveTo>
                      <a:pt x="20" y="0"/>
                    </a:moveTo>
                    <a:cubicBezTo>
                      <a:pt x="20" y="0"/>
                      <a:pt x="3" y="30"/>
                      <a:pt x="0" y="52"/>
                    </a:cubicBezTo>
                    <a:cubicBezTo>
                      <a:pt x="27" y="28"/>
                      <a:pt x="27" y="28"/>
                      <a:pt x="27" y="28"/>
                    </a:cubicBezTo>
                    <a:cubicBezTo>
                      <a:pt x="27" y="28"/>
                      <a:pt x="19" y="13"/>
                      <a:pt x="20" y="0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876" name="Freeform 8">
                <a:extLst>
                  <a:ext uri="{FF2B5EF4-FFF2-40B4-BE49-F238E27FC236}">
                    <a16:creationId xmlns:a16="http://schemas.microsoft.com/office/drawing/2014/main" id="{F7E7C581-10BF-4AAC-B943-565CB8D2B1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0" y="1812"/>
                <a:ext cx="37" cy="99"/>
              </a:xfrm>
              <a:custGeom>
                <a:avLst/>
                <a:gdLst>
                  <a:gd name="T0" fmla="*/ 41 w 35"/>
                  <a:gd name="T1" fmla="*/ 0 h 93"/>
                  <a:gd name="T2" fmla="*/ 26 w 35"/>
                  <a:gd name="T3" fmla="*/ 39 h 93"/>
                  <a:gd name="T4" fmla="*/ 3 w 35"/>
                  <a:gd name="T5" fmla="*/ 112 h 9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5" h="93">
                    <a:moveTo>
                      <a:pt x="35" y="0"/>
                    </a:moveTo>
                    <a:cubicBezTo>
                      <a:pt x="35" y="0"/>
                      <a:pt x="31" y="22"/>
                      <a:pt x="23" y="33"/>
                    </a:cubicBezTo>
                    <a:cubicBezTo>
                      <a:pt x="15" y="44"/>
                      <a:pt x="0" y="65"/>
                      <a:pt x="3" y="93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877" name="Freeform 9">
                <a:extLst>
                  <a:ext uri="{FF2B5EF4-FFF2-40B4-BE49-F238E27FC236}">
                    <a16:creationId xmlns:a16="http://schemas.microsoft.com/office/drawing/2014/main" id="{E85EDC5F-2045-430E-AFA6-8D876E808B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8" y="1961"/>
                <a:ext cx="45" cy="88"/>
              </a:xfrm>
              <a:custGeom>
                <a:avLst/>
                <a:gdLst>
                  <a:gd name="T0" fmla="*/ 51 w 42"/>
                  <a:gd name="T1" fmla="*/ 0 h 82"/>
                  <a:gd name="T2" fmla="*/ 0 w 42"/>
                  <a:gd name="T3" fmla="*/ 101 h 8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2" h="82">
                    <a:moveTo>
                      <a:pt x="42" y="0"/>
                    </a:moveTo>
                    <a:cubicBezTo>
                      <a:pt x="42" y="0"/>
                      <a:pt x="10" y="18"/>
                      <a:pt x="0" y="82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878" name="Freeform 10">
                <a:extLst>
                  <a:ext uri="{FF2B5EF4-FFF2-40B4-BE49-F238E27FC236}">
                    <a16:creationId xmlns:a16="http://schemas.microsoft.com/office/drawing/2014/main" id="{AEF6304D-41A3-4BA9-AA7F-AA660C2593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9" y="1453"/>
                <a:ext cx="432" cy="576"/>
              </a:xfrm>
              <a:custGeom>
                <a:avLst/>
                <a:gdLst>
                  <a:gd name="T0" fmla="*/ 171 w 406"/>
                  <a:gd name="T1" fmla="*/ 0 h 540"/>
                  <a:gd name="T2" fmla="*/ 114 w 406"/>
                  <a:gd name="T3" fmla="*/ 164 h 540"/>
                  <a:gd name="T4" fmla="*/ 83 w 406"/>
                  <a:gd name="T5" fmla="*/ 220 h 540"/>
                  <a:gd name="T6" fmla="*/ 16 w 406"/>
                  <a:gd name="T7" fmla="*/ 423 h 540"/>
                  <a:gd name="T8" fmla="*/ 207 w 406"/>
                  <a:gd name="T9" fmla="*/ 630 h 540"/>
                  <a:gd name="T10" fmla="*/ 489 w 406"/>
                  <a:gd name="T11" fmla="*/ 511 h 54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06" h="540">
                    <a:moveTo>
                      <a:pt x="142" y="0"/>
                    </a:moveTo>
                    <a:cubicBezTo>
                      <a:pt x="142" y="0"/>
                      <a:pt x="107" y="112"/>
                      <a:pt x="95" y="135"/>
                    </a:cubicBezTo>
                    <a:cubicBezTo>
                      <a:pt x="82" y="157"/>
                      <a:pt x="72" y="171"/>
                      <a:pt x="69" y="181"/>
                    </a:cubicBezTo>
                    <a:cubicBezTo>
                      <a:pt x="66" y="191"/>
                      <a:pt x="0" y="268"/>
                      <a:pt x="13" y="349"/>
                    </a:cubicBezTo>
                    <a:cubicBezTo>
                      <a:pt x="25" y="430"/>
                      <a:pt x="59" y="498"/>
                      <a:pt x="172" y="519"/>
                    </a:cubicBezTo>
                    <a:cubicBezTo>
                      <a:pt x="286" y="540"/>
                      <a:pt x="379" y="474"/>
                      <a:pt x="406" y="421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879" name="Freeform 11">
                <a:extLst>
                  <a:ext uri="{FF2B5EF4-FFF2-40B4-BE49-F238E27FC236}">
                    <a16:creationId xmlns:a16="http://schemas.microsoft.com/office/drawing/2014/main" id="{07F0EE8E-50FB-4A47-B868-8C8B361C0C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0" y="1930"/>
                <a:ext cx="64" cy="29"/>
              </a:xfrm>
              <a:custGeom>
                <a:avLst/>
                <a:gdLst>
                  <a:gd name="T0" fmla="*/ 0 w 60"/>
                  <a:gd name="T1" fmla="*/ 31 h 28"/>
                  <a:gd name="T2" fmla="*/ 73 w 60"/>
                  <a:gd name="T3" fmla="*/ 17 h 2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0" h="28">
                    <a:moveTo>
                      <a:pt x="0" y="28"/>
                    </a:moveTo>
                    <a:cubicBezTo>
                      <a:pt x="0" y="28"/>
                      <a:pt x="40" y="0"/>
                      <a:pt x="60" y="14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880" name="Freeform 12">
                <a:extLst>
                  <a:ext uri="{FF2B5EF4-FFF2-40B4-BE49-F238E27FC236}">
                    <a16:creationId xmlns:a16="http://schemas.microsoft.com/office/drawing/2014/main" id="{C6D0F7C0-3B74-4A65-8638-763131AE73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5" y="1855"/>
                <a:ext cx="11" cy="7"/>
              </a:xfrm>
              <a:custGeom>
                <a:avLst/>
                <a:gdLst>
                  <a:gd name="T0" fmla="*/ 0 w 11"/>
                  <a:gd name="T1" fmla="*/ 7 h 7"/>
                  <a:gd name="T2" fmla="*/ 11 w 11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7">
                    <a:moveTo>
                      <a:pt x="0" y="7"/>
                    </a:moveTo>
                    <a:cubicBezTo>
                      <a:pt x="3" y="5"/>
                      <a:pt x="7" y="2"/>
                      <a:pt x="11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881" name="Freeform 13">
                <a:extLst>
                  <a:ext uri="{FF2B5EF4-FFF2-40B4-BE49-F238E27FC236}">
                    <a16:creationId xmlns:a16="http://schemas.microsoft.com/office/drawing/2014/main" id="{018E3FB9-8AAA-449B-A925-B71C6143E4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5" y="1868"/>
                <a:ext cx="4" cy="5"/>
              </a:xfrm>
              <a:custGeom>
                <a:avLst/>
                <a:gdLst>
                  <a:gd name="T0" fmla="*/ 0 w 4"/>
                  <a:gd name="T1" fmla="*/ 5 h 5"/>
                  <a:gd name="T2" fmla="*/ 4 w 4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5">
                    <a:moveTo>
                      <a:pt x="0" y="5"/>
                    </a:moveTo>
                    <a:cubicBezTo>
                      <a:pt x="1" y="3"/>
                      <a:pt x="2" y="2"/>
                      <a:pt x="4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882" name="Freeform 14">
                <a:extLst>
                  <a:ext uri="{FF2B5EF4-FFF2-40B4-BE49-F238E27FC236}">
                    <a16:creationId xmlns:a16="http://schemas.microsoft.com/office/drawing/2014/main" id="{00652328-61C1-487F-8B3F-0181DC8315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0" y="1876"/>
                <a:ext cx="187" cy="110"/>
              </a:xfrm>
              <a:custGeom>
                <a:avLst/>
                <a:gdLst>
                  <a:gd name="T0" fmla="*/ 201 w 175"/>
                  <a:gd name="T1" fmla="*/ 30 h 103"/>
                  <a:gd name="T2" fmla="*/ 207 w 175"/>
                  <a:gd name="T3" fmla="*/ 77 h 103"/>
                  <a:gd name="T4" fmla="*/ 87 w 175"/>
                  <a:gd name="T5" fmla="*/ 105 h 103"/>
                  <a:gd name="T6" fmla="*/ 13 w 175"/>
                  <a:gd name="T7" fmla="*/ 4 h 103"/>
                  <a:gd name="T8" fmla="*/ 15 w 175"/>
                  <a:gd name="T9" fmla="*/ 0 h 10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5" h="103">
                    <a:moveTo>
                      <a:pt x="165" y="24"/>
                    </a:moveTo>
                    <a:cubicBezTo>
                      <a:pt x="172" y="37"/>
                      <a:pt x="175" y="51"/>
                      <a:pt x="170" y="63"/>
                    </a:cubicBezTo>
                    <a:cubicBezTo>
                      <a:pt x="159" y="92"/>
                      <a:pt x="115" y="103"/>
                      <a:pt x="71" y="86"/>
                    </a:cubicBezTo>
                    <a:cubicBezTo>
                      <a:pt x="27" y="70"/>
                      <a:pt x="0" y="33"/>
                      <a:pt x="10" y="4"/>
                    </a:cubicBezTo>
                    <a:cubicBezTo>
                      <a:pt x="11" y="3"/>
                      <a:pt x="11" y="1"/>
                      <a:pt x="12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883" name="Freeform 15">
                <a:extLst>
                  <a:ext uri="{FF2B5EF4-FFF2-40B4-BE49-F238E27FC236}">
                    <a16:creationId xmlns:a16="http://schemas.microsoft.com/office/drawing/2014/main" id="{BB25881C-C860-4F98-A540-5BD759F92D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5" y="1852"/>
                <a:ext cx="65" cy="41"/>
              </a:xfrm>
              <a:custGeom>
                <a:avLst/>
                <a:gdLst>
                  <a:gd name="T0" fmla="*/ 0 w 61"/>
                  <a:gd name="T1" fmla="*/ 0 h 39"/>
                  <a:gd name="T2" fmla="*/ 15 w 61"/>
                  <a:gd name="T3" fmla="*/ 4 h 39"/>
                  <a:gd name="T4" fmla="*/ 74 w 61"/>
                  <a:gd name="T5" fmla="*/ 45 h 3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1" h="39">
                    <a:moveTo>
                      <a:pt x="0" y="0"/>
                    </a:moveTo>
                    <a:cubicBezTo>
                      <a:pt x="4" y="2"/>
                      <a:pt x="8" y="3"/>
                      <a:pt x="12" y="4"/>
                    </a:cubicBezTo>
                    <a:cubicBezTo>
                      <a:pt x="33" y="12"/>
                      <a:pt x="50" y="24"/>
                      <a:pt x="61" y="39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884" name="Freeform 16">
                <a:extLst>
                  <a:ext uri="{FF2B5EF4-FFF2-40B4-BE49-F238E27FC236}">
                    <a16:creationId xmlns:a16="http://schemas.microsoft.com/office/drawing/2014/main" id="{62957B67-6C74-4BD8-AC54-420AD36087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9" y="1847"/>
                <a:ext cx="22" cy="3"/>
              </a:xfrm>
              <a:custGeom>
                <a:avLst/>
                <a:gdLst>
                  <a:gd name="T0" fmla="*/ 0 w 20"/>
                  <a:gd name="T1" fmla="*/ 0 h 2"/>
                  <a:gd name="T2" fmla="*/ 26 w 20"/>
                  <a:gd name="T3" fmla="*/ 8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2">
                    <a:moveTo>
                      <a:pt x="0" y="0"/>
                    </a:moveTo>
                    <a:cubicBezTo>
                      <a:pt x="7" y="0"/>
                      <a:pt x="13" y="1"/>
                      <a:pt x="20" y="2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885" name="Freeform 17">
                <a:extLst>
                  <a:ext uri="{FF2B5EF4-FFF2-40B4-BE49-F238E27FC236}">
                    <a16:creationId xmlns:a16="http://schemas.microsoft.com/office/drawing/2014/main" id="{C941B21C-995F-481E-9237-282AE04D52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3" y="1947"/>
                <a:ext cx="211" cy="206"/>
              </a:xfrm>
              <a:custGeom>
                <a:avLst/>
                <a:gdLst>
                  <a:gd name="T0" fmla="*/ 0 w 198"/>
                  <a:gd name="T1" fmla="*/ 0 h 194"/>
                  <a:gd name="T2" fmla="*/ 6 w 198"/>
                  <a:gd name="T3" fmla="*/ 36 h 194"/>
                  <a:gd name="T4" fmla="*/ 100 w 198"/>
                  <a:gd name="T5" fmla="*/ 158 h 194"/>
                  <a:gd name="T6" fmla="*/ 240 w 198"/>
                  <a:gd name="T7" fmla="*/ 233 h 19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8" h="194">
                    <a:moveTo>
                      <a:pt x="0" y="0"/>
                    </a:moveTo>
                    <a:cubicBezTo>
                      <a:pt x="0" y="0"/>
                      <a:pt x="6" y="17"/>
                      <a:pt x="6" y="30"/>
                    </a:cubicBezTo>
                    <a:cubicBezTo>
                      <a:pt x="6" y="42"/>
                      <a:pt x="34" y="110"/>
                      <a:pt x="83" y="132"/>
                    </a:cubicBezTo>
                    <a:cubicBezTo>
                      <a:pt x="132" y="155"/>
                      <a:pt x="176" y="176"/>
                      <a:pt x="198" y="194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886" name="Freeform 18">
                <a:extLst>
                  <a:ext uri="{FF2B5EF4-FFF2-40B4-BE49-F238E27FC236}">
                    <a16:creationId xmlns:a16="http://schemas.microsoft.com/office/drawing/2014/main" id="{5A0CC891-C4EA-4C1B-937C-8D786A6B88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2" y="2087"/>
                <a:ext cx="201" cy="275"/>
              </a:xfrm>
              <a:custGeom>
                <a:avLst/>
                <a:gdLst>
                  <a:gd name="T0" fmla="*/ 0 w 189"/>
                  <a:gd name="T1" fmla="*/ 0 h 258"/>
                  <a:gd name="T2" fmla="*/ 58 w 189"/>
                  <a:gd name="T3" fmla="*/ 71 h 258"/>
                  <a:gd name="T4" fmla="*/ 228 w 189"/>
                  <a:gd name="T5" fmla="*/ 312 h 25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9" h="258">
                    <a:moveTo>
                      <a:pt x="0" y="0"/>
                    </a:moveTo>
                    <a:cubicBezTo>
                      <a:pt x="0" y="0"/>
                      <a:pt x="36" y="32"/>
                      <a:pt x="49" y="59"/>
                    </a:cubicBezTo>
                    <a:cubicBezTo>
                      <a:pt x="62" y="86"/>
                      <a:pt x="95" y="191"/>
                      <a:pt x="189" y="258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887" name="Freeform 19">
                <a:extLst>
                  <a:ext uri="{FF2B5EF4-FFF2-40B4-BE49-F238E27FC236}">
                    <a16:creationId xmlns:a16="http://schemas.microsoft.com/office/drawing/2014/main" id="{30356A88-DC63-43A7-BF07-D095A4D5BD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7" y="2177"/>
                <a:ext cx="479" cy="474"/>
              </a:xfrm>
              <a:custGeom>
                <a:avLst/>
                <a:gdLst>
                  <a:gd name="T0" fmla="*/ 545 w 449"/>
                  <a:gd name="T1" fmla="*/ 538 h 445"/>
                  <a:gd name="T2" fmla="*/ 525 w 449"/>
                  <a:gd name="T3" fmla="*/ 487 h 445"/>
                  <a:gd name="T4" fmla="*/ 491 w 449"/>
                  <a:gd name="T5" fmla="*/ 429 h 445"/>
                  <a:gd name="T6" fmla="*/ 414 w 449"/>
                  <a:gd name="T7" fmla="*/ 372 h 445"/>
                  <a:gd name="T8" fmla="*/ 251 w 449"/>
                  <a:gd name="T9" fmla="*/ 234 h 445"/>
                  <a:gd name="T10" fmla="*/ 132 w 449"/>
                  <a:gd name="T11" fmla="*/ 94 h 445"/>
                  <a:gd name="T12" fmla="*/ 0 w 449"/>
                  <a:gd name="T13" fmla="*/ 0 h 44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49" h="445">
                    <a:moveTo>
                      <a:pt x="449" y="445"/>
                    </a:moveTo>
                    <a:cubicBezTo>
                      <a:pt x="449" y="445"/>
                      <a:pt x="436" y="419"/>
                      <a:pt x="432" y="403"/>
                    </a:cubicBezTo>
                    <a:cubicBezTo>
                      <a:pt x="428" y="388"/>
                      <a:pt x="422" y="369"/>
                      <a:pt x="404" y="355"/>
                    </a:cubicBezTo>
                    <a:cubicBezTo>
                      <a:pt x="386" y="341"/>
                      <a:pt x="362" y="318"/>
                      <a:pt x="341" y="308"/>
                    </a:cubicBezTo>
                    <a:cubicBezTo>
                      <a:pt x="320" y="298"/>
                      <a:pt x="233" y="243"/>
                      <a:pt x="206" y="194"/>
                    </a:cubicBezTo>
                    <a:cubicBezTo>
                      <a:pt x="179" y="145"/>
                      <a:pt x="139" y="121"/>
                      <a:pt x="109" y="78"/>
                    </a:cubicBezTo>
                    <a:cubicBezTo>
                      <a:pt x="80" y="34"/>
                      <a:pt x="26" y="5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888" name="Freeform 20">
                <a:extLst>
                  <a:ext uri="{FF2B5EF4-FFF2-40B4-BE49-F238E27FC236}">
                    <a16:creationId xmlns:a16="http://schemas.microsoft.com/office/drawing/2014/main" id="{79233181-7BF7-4C45-8792-D4924061D0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5" y="2246"/>
                <a:ext cx="197" cy="37"/>
              </a:xfrm>
              <a:custGeom>
                <a:avLst/>
                <a:gdLst>
                  <a:gd name="T0" fmla="*/ 224 w 185"/>
                  <a:gd name="T1" fmla="*/ 41 h 35"/>
                  <a:gd name="T2" fmla="*/ 69 w 185"/>
                  <a:gd name="T3" fmla="*/ 13 h 35"/>
                  <a:gd name="T4" fmla="*/ 0 w 185"/>
                  <a:gd name="T5" fmla="*/ 3 h 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5" h="35">
                    <a:moveTo>
                      <a:pt x="185" y="35"/>
                    </a:moveTo>
                    <a:cubicBezTo>
                      <a:pt x="185" y="35"/>
                      <a:pt x="111" y="0"/>
                      <a:pt x="57" y="10"/>
                    </a:cubicBezTo>
                    <a:cubicBezTo>
                      <a:pt x="4" y="20"/>
                      <a:pt x="0" y="3"/>
                      <a:pt x="0" y="3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889" name="Freeform 21">
                <a:extLst>
                  <a:ext uri="{FF2B5EF4-FFF2-40B4-BE49-F238E27FC236}">
                    <a16:creationId xmlns:a16="http://schemas.microsoft.com/office/drawing/2014/main" id="{AAA9A1E9-11C8-48F2-A433-3066C10D2C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1" y="2461"/>
                <a:ext cx="236" cy="51"/>
              </a:xfrm>
              <a:custGeom>
                <a:avLst/>
                <a:gdLst>
                  <a:gd name="T0" fmla="*/ 0 w 221"/>
                  <a:gd name="T1" fmla="*/ 57 h 48"/>
                  <a:gd name="T2" fmla="*/ 207 w 221"/>
                  <a:gd name="T3" fmla="*/ 41 h 48"/>
                  <a:gd name="T4" fmla="*/ 269 w 221"/>
                  <a:gd name="T5" fmla="*/ 46 h 4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1" h="48">
                    <a:moveTo>
                      <a:pt x="0" y="48"/>
                    </a:moveTo>
                    <a:cubicBezTo>
                      <a:pt x="98" y="0"/>
                      <a:pt x="149" y="39"/>
                      <a:pt x="170" y="35"/>
                    </a:cubicBezTo>
                    <a:cubicBezTo>
                      <a:pt x="191" y="31"/>
                      <a:pt x="221" y="38"/>
                      <a:pt x="221" y="38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890" name="Freeform 22">
                <a:extLst>
                  <a:ext uri="{FF2B5EF4-FFF2-40B4-BE49-F238E27FC236}">
                    <a16:creationId xmlns:a16="http://schemas.microsoft.com/office/drawing/2014/main" id="{CA96D872-8187-4D68-A9C9-EC02AF8F87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0" y="1580"/>
                <a:ext cx="49" cy="103"/>
              </a:xfrm>
              <a:custGeom>
                <a:avLst/>
                <a:gdLst>
                  <a:gd name="T0" fmla="*/ 54 w 46"/>
                  <a:gd name="T1" fmla="*/ 116 h 97"/>
                  <a:gd name="T2" fmla="*/ 0 w 46"/>
                  <a:gd name="T3" fmla="*/ 0 h 9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6" h="97">
                    <a:moveTo>
                      <a:pt x="45" y="97"/>
                    </a:moveTo>
                    <a:cubicBezTo>
                      <a:pt x="45" y="97"/>
                      <a:pt x="46" y="50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891" name="Freeform 23">
                <a:extLst>
                  <a:ext uri="{FF2B5EF4-FFF2-40B4-BE49-F238E27FC236}">
                    <a16:creationId xmlns:a16="http://schemas.microsoft.com/office/drawing/2014/main" id="{034A7624-7873-483B-B1F5-F67BDBAF7B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5" y="1610"/>
                <a:ext cx="96" cy="36"/>
              </a:xfrm>
              <a:custGeom>
                <a:avLst/>
                <a:gdLst>
                  <a:gd name="T0" fmla="*/ 109 w 90"/>
                  <a:gd name="T1" fmla="*/ 40 h 34"/>
                  <a:gd name="T2" fmla="*/ 68 w 90"/>
                  <a:gd name="T3" fmla="*/ 28 h 34"/>
                  <a:gd name="T4" fmla="*/ 0 w 90"/>
                  <a:gd name="T5" fmla="*/ 0 h 3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0" h="34">
                    <a:moveTo>
                      <a:pt x="90" y="34"/>
                    </a:moveTo>
                    <a:cubicBezTo>
                      <a:pt x="90" y="34"/>
                      <a:pt x="73" y="23"/>
                      <a:pt x="56" y="24"/>
                    </a:cubicBezTo>
                    <a:cubicBezTo>
                      <a:pt x="40" y="26"/>
                      <a:pt x="12" y="16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892" name="Freeform 24">
                <a:extLst>
                  <a:ext uri="{FF2B5EF4-FFF2-40B4-BE49-F238E27FC236}">
                    <a16:creationId xmlns:a16="http://schemas.microsoft.com/office/drawing/2014/main" id="{F9C59C14-271B-4CC6-B283-CA66EBC4A1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5" y="1784"/>
                <a:ext cx="117" cy="57"/>
              </a:xfrm>
              <a:custGeom>
                <a:avLst/>
                <a:gdLst>
                  <a:gd name="T0" fmla="*/ 135 w 109"/>
                  <a:gd name="T1" fmla="*/ 0 h 54"/>
                  <a:gd name="T2" fmla="*/ 0 w 109"/>
                  <a:gd name="T3" fmla="*/ 63 h 5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9" h="54">
                    <a:moveTo>
                      <a:pt x="109" y="0"/>
                    </a:moveTo>
                    <a:cubicBezTo>
                      <a:pt x="109" y="0"/>
                      <a:pt x="32" y="41"/>
                      <a:pt x="0" y="54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893" name="Freeform 25">
                <a:extLst>
                  <a:ext uri="{FF2B5EF4-FFF2-40B4-BE49-F238E27FC236}">
                    <a16:creationId xmlns:a16="http://schemas.microsoft.com/office/drawing/2014/main" id="{6F17AEC2-410C-48AE-ADB9-ED4B4D2213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8" y="1853"/>
                <a:ext cx="47" cy="78"/>
              </a:xfrm>
              <a:custGeom>
                <a:avLst/>
                <a:gdLst>
                  <a:gd name="T0" fmla="*/ 0 w 44"/>
                  <a:gd name="T1" fmla="*/ 0 h 73"/>
                  <a:gd name="T2" fmla="*/ 20 w 44"/>
                  <a:gd name="T3" fmla="*/ 26 h 73"/>
                  <a:gd name="T4" fmla="*/ 51 w 44"/>
                  <a:gd name="T5" fmla="*/ 89 h 7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4" h="73">
                    <a:moveTo>
                      <a:pt x="0" y="0"/>
                    </a:moveTo>
                    <a:cubicBezTo>
                      <a:pt x="0" y="0"/>
                      <a:pt x="3" y="15"/>
                      <a:pt x="17" y="21"/>
                    </a:cubicBezTo>
                    <a:cubicBezTo>
                      <a:pt x="31" y="27"/>
                      <a:pt x="44" y="53"/>
                      <a:pt x="42" y="73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894" name="Freeform 26">
                <a:extLst>
                  <a:ext uri="{FF2B5EF4-FFF2-40B4-BE49-F238E27FC236}">
                    <a16:creationId xmlns:a16="http://schemas.microsoft.com/office/drawing/2014/main" id="{CDEE35C7-299D-44A0-8D09-43DCE2F151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8" y="1890"/>
                <a:ext cx="20" cy="4"/>
              </a:xfrm>
              <a:custGeom>
                <a:avLst/>
                <a:gdLst>
                  <a:gd name="T0" fmla="*/ 0 w 19"/>
                  <a:gd name="T1" fmla="*/ 0 h 4"/>
                  <a:gd name="T2" fmla="*/ 22 w 19"/>
                  <a:gd name="T3" fmla="*/ 3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4">
                    <a:moveTo>
                      <a:pt x="0" y="0"/>
                    </a:moveTo>
                    <a:cubicBezTo>
                      <a:pt x="0" y="0"/>
                      <a:pt x="11" y="4"/>
                      <a:pt x="19" y="3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895" name="Freeform 27">
                <a:extLst>
                  <a:ext uri="{FF2B5EF4-FFF2-40B4-BE49-F238E27FC236}">
                    <a16:creationId xmlns:a16="http://schemas.microsoft.com/office/drawing/2014/main" id="{DB894C6E-3A73-4844-982F-BE821382FE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2" y="2381"/>
                <a:ext cx="58" cy="158"/>
              </a:xfrm>
              <a:custGeom>
                <a:avLst/>
                <a:gdLst>
                  <a:gd name="T0" fmla="*/ 41 w 55"/>
                  <a:gd name="T1" fmla="*/ 180 h 148"/>
                  <a:gd name="T2" fmla="*/ 28 w 55"/>
                  <a:gd name="T3" fmla="*/ 138 h 148"/>
                  <a:gd name="T4" fmla="*/ 16 w 55"/>
                  <a:gd name="T5" fmla="*/ 121 h 148"/>
                  <a:gd name="T6" fmla="*/ 4 w 55"/>
                  <a:gd name="T7" fmla="*/ 96 h 148"/>
                  <a:gd name="T8" fmla="*/ 2 w 55"/>
                  <a:gd name="T9" fmla="*/ 82 h 148"/>
                  <a:gd name="T10" fmla="*/ 2 w 55"/>
                  <a:gd name="T11" fmla="*/ 47 h 148"/>
                  <a:gd name="T12" fmla="*/ 13 w 55"/>
                  <a:gd name="T13" fmla="*/ 27 h 148"/>
                  <a:gd name="T14" fmla="*/ 34 w 55"/>
                  <a:gd name="T15" fmla="*/ 0 h 148"/>
                  <a:gd name="T16" fmla="*/ 39 w 55"/>
                  <a:gd name="T17" fmla="*/ 15 h 148"/>
                  <a:gd name="T18" fmla="*/ 64 w 55"/>
                  <a:gd name="T19" fmla="*/ 130 h 14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5" h="148">
                    <a:moveTo>
                      <a:pt x="35" y="148"/>
                    </a:moveTo>
                    <a:cubicBezTo>
                      <a:pt x="35" y="148"/>
                      <a:pt x="37" y="123"/>
                      <a:pt x="25" y="113"/>
                    </a:cubicBezTo>
                    <a:cubicBezTo>
                      <a:pt x="13" y="102"/>
                      <a:pt x="13" y="105"/>
                      <a:pt x="13" y="99"/>
                    </a:cubicBezTo>
                    <a:cubicBezTo>
                      <a:pt x="13" y="94"/>
                      <a:pt x="7" y="83"/>
                      <a:pt x="4" y="79"/>
                    </a:cubicBezTo>
                    <a:cubicBezTo>
                      <a:pt x="1" y="75"/>
                      <a:pt x="1" y="73"/>
                      <a:pt x="2" y="67"/>
                    </a:cubicBezTo>
                    <a:cubicBezTo>
                      <a:pt x="4" y="61"/>
                      <a:pt x="5" y="45"/>
                      <a:pt x="2" y="38"/>
                    </a:cubicBezTo>
                    <a:cubicBezTo>
                      <a:pt x="0" y="32"/>
                      <a:pt x="5" y="27"/>
                      <a:pt x="10" y="22"/>
                    </a:cubicBezTo>
                    <a:cubicBezTo>
                      <a:pt x="14" y="17"/>
                      <a:pt x="28" y="0"/>
                      <a:pt x="28" y="0"/>
                    </a:cubicBezTo>
                    <a:cubicBezTo>
                      <a:pt x="28" y="0"/>
                      <a:pt x="33" y="3"/>
                      <a:pt x="33" y="12"/>
                    </a:cubicBezTo>
                    <a:cubicBezTo>
                      <a:pt x="33" y="22"/>
                      <a:pt x="15" y="95"/>
                      <a:pt x="55" y="107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896" name="Freeform 28">
                <a:extLst>
                  <a:ext uri="{FF2B5EF4-FFF2-40B4-BE49-F238E27FC236}">
                    <a16:creationId xmlns:a16="http://schemas.microsoft.com/office/drawing/2014/main" id="{B62D1B06-CE21-4FC0-BF95-D40F903F43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2" y="2372"/>
                <a:ext cx="39" cy="33"/>
              </a:xfrm>
              <a:custGeom>
                <a:avLst/>
                <a:gdLst>
                  <a:gd name="T0" fmla="*/ 0 w 36"/>
                  <a:gd name="T1" fmla="*/ 3 h 31"/>
                  <a:gd name="T2" fmla="*/ 46 w 36"/>
                  <a:gd name="T3" fmla="*/ 37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6" h="31">
                    <a:moveTo>
                      <a:pt x="0" y="3"/>
                    </a:moveTo>
                    <a:cubicBezTo>
                      <a:pt x="0" y="3"/>
                      <a:pt x="26" y="0"/>
                      <a:pt x="36" y="31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897" name="Freeform 29">
                <a:extLst>
                  <a:ext uri="{FF2B5EF4-FFF2-40B4-BE49-F238E27FC236}">
                    <a16:creationId xmlns:a16="http://schemas.microsoft.com/office/drawing/2014/main" id="{547E6087-27EF-40EC-8CD7-46C22BF1F6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3" y="2456"/>
                <a:ext cx="32" cy="33"/>
              </a:xfrm>
              <a:custGeom>
                <a:avLst/>
                <a:gdLst>
                  <a:gd name="T0" fmla="*/ 33 w 30"/>
                  <a:gd name="T1" fmla="*/ 28 h 31"/>
                  <a:gd name="T2" fmla="*/ 7 w 30"/>
                  <a:gd name="T3" fmla="*/ 32 h 31"/>
                  <a:gd name="T4" fmla="*/ 18 w 30"/>
                  <a:gd name="T5" fmla="*/ 1 h 31"/>
                  <a:gd name="T6" fmla="*/ 33 w 30"/>
                  <a:gd name="T7" fmla="*/ 28 h 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0" h="31">
                    <a:moveTo>
                      <a:pt x="27" y="23"/>
                    </a:moveTo>
                    <a:cubicBezTo>
                      <a:pt x="27" y="23"/>
                      <a:pt x="14" y="31"/>
                      <a:pt x="7" y="26"/>
                    </a:cubicBezTo>
                    <a:cubicBezTo>
                      <a:pt x="7" y="26"/>
                      <a:pt x="0" y="1"/>
                      <a:pt x="15" y="1"/>
                    </a:cubicBezTo>
                    <a:cubicBezTo>
                      <a:pt x="30" y="0"/>
                      <a:pt x="27" y="23"/>
                      <a:pt x="27" y="23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898" name="Freeform 30">
                <a:extLst>
                  <a:ext uri="{FF2B5EF4-FFF2-40B4-BE49-F238E27FC236}">
                    <a16:creationId xmlns:a16="http://schemas.microsoft.com/office/drawing/2014/main" id="{52C92A1C-4141-4028-80EE-8769B80735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8" y="2527"/>
                <a:ext cx="25" cy="18"/>
              </a:xfrm>
              <a:custGeom>
                <a:avLst/>
                <a:gdLst>
                  <a:gd name="T0" fmla="*/ 0 w 23"/>
                  <a:gd name="T1" fmla="*/ 6 h 17"/>
                  <a:gd name="T2" fmla="*/ 17 w 23"/>
                  <a:gd name="T3" fmla="*/ 4 h 17"/>
                  <a:gd name="T4" fmla="*/ 29 w 23"/>
                  <a:gd name="T5" fmla="*/ 20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17">
                    <a:moveTo>
                      <a:pt x="0" y="6"/>
                    </a:moveTo>
                    <a:cubicBezTo>
                      <a:pt x="0" y="6"/>
                      <a:pt x="6" y="0"/>
                      <a:pt x="14" y="4"/>
                    </a:cubicBezTo>
                    <a:cubicBezTo>
                      <a:pt x="23" y="8"/>
                      <a:pt x="23" y="17"/>
                      <a:pt x="23" y="17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899" name="Freeform 31">
                <a:extLst>
                  <a:ext uri="{FF2B5EF4-FFF2-40B4-BE49-F238E27FC236}">
                    <a16:creationId xmlns:a16="http://schemas.microsoft.com/office/drawing/2014/main" id="{4584546D-229B-4670-93F2-1864CA82B1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9" y="2471"/>
                <a:ext cx="47" cy="46"/>
              </a:xfrm>
              <a:custGeom>
                <a:avLst/>
                <a:gdLst>
                  <a:gd name="T0" fmla="*/ 53 w 44"/>
                  <a:gd name="T1" fmla="*/ 52 h 43"/>
                  <a:gd name="T2" fmla="*/ 26 w 44"/>
                  <a:gd name="T3" fmla="*/ 30 h 43"/>
                  <a:gd name="T4" fmla="*/ 0 w 44"/>
                  <a:gd name="T5" fmla="*/ 0 h 4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4" h="43">
                    <a:moveTo>
                      <a:pt x="44" y="43"/>
                    </a:moveTo>
                    <a:cubicBezTo>
                      <a:pt x="44" y="43"/>
                      <a:pt x="39" y="29"/>
                      <a:pt x="21" y="24"/>
                    </a:cubicBezTo>
                    <a:cubicBezTo>
                      <a:pt x="21" y="24"/>
                      <a:pt x="18" y="9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900" name="Freeform 32">
                <a:extLst>
                  <a:ext uri="{FF2B5EF4-FFF2-40B4-BE49-F238E27FC236}">
                    <a16:creationId xmlns:a16="http://schemas.microsoft.com/office/drawing/2014/main" id="{CAEE5B26-C405-496E-A75C-3899E0225B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2" y="2455"/>
                <a:ext cx="28" cy="22"/>
              </a:xfrm>
              <a:custGeom>
                <a:avLst/>
                <a:gdLst>
                  <a:gd name="T0" fmla="*/ 32 w 26"/>
                  <a:gd name="T1" fmla="*/ 24 h 21"/>
                  <a:gd name="T2" fmla="*/ 17 w 26"/>
                  <a:gd name="T3" fmla="*/ 18 h 21"/>
                  <a:gd name="T4" fmla="*/ 0 w 26"/>
                  <a:gd name="T5" fmla="*/ 0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21">
                    <a:moveTo>
                      <a:pt x="26" y="21"/>
                    </a:moveTo>
                    <a:cubicBezTo>
                      <a:pt x="26" y="21"/>
                      <a:pt x="20" y="16"/>
                      <a:pt x="14" y="15"/>
                    </a:cubicBezTo>
                    <a:cubicBezTo>
                      <a:pt x="9" y="14"/>
                      <a:pt x="8" y="3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901" name="Freeform 33">
                <a:extLst>
                  <a:ext uri="{FF2B5EF4-FFF2-40B4-BE49-F238E27FC236}">
                    <a16:creationId xmlns:a16="http://schemas.microsoft.com/office/drawing/2014/main" id="{639312E0-5D4A-4A72-8728-42C3CDC95C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8" y="2403"/>
                <a:ext cx="21" cy="62"/>
              </a:xfrm>
              <a:custGeom>
                <a:avLst/>
                <a:gdLst>
                  <a:gd name="T0" fmla="*/ 0 w 20"/>
                  <a:gd name="T1" fmla="*/ 68 h 59"/>
                  <a:gd name="T2" fmla="*/ 5 w 20"/>
                  <a:gd name="T3" fmla="*/ 46 h 59"/>
                  <a:gd name="T4" fmla="*/ 14 w 20"/>
                  <a:gd name="T5" fmla="*/ 23 h 59"/>
                  <a:gd name="T6" fmla="*/ 23 w 20"/>
                  <a:gd name="T7" fmla="*/ 0 h 5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59">
                    <a:moveTo>
                      <a:pt x="0" y="59"/>
                    </a:moveTo>
                    <a:cubicBezTo>
                      <a:pt x="0" y="59"/>
                      <a:pt x="7" y="49"/>
                      <a:pt x="5" y="40"/>
                    </a:cubicBezTo>
                    <a:cubicBezTo>
                      <a:pt x="4" y="30"/>
                      <a:pt x="7" y="25"/>
                      <a:pt x="11" y="20"/>
                    </a:cubicBezTo>
                    <a:cubicBezTo>
                      <a:pt x="15" y="14"/>
                      <a:pt x="19" y="7"/>
                      <a:pt x="20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902" name="Freeform 34">
                <a:extLst>
                  <a:ext uri="{FF2B5EF4-FFF2-40B4-BE49-F238E27FC236}">
                    <a16:creationId xmlns:a16="http://schemas.microsoft.com/office/drawing/2014/main" id="{54E61BF2-A636-45BD-A2FC-A203B0B62D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8" y="2423"/>
                <a:ext cx="12" cy="19"/>
              </a:xfrm>
              <a:custGeom>
                <a:avLst/>
                <a:gdLst>
                  <a:gd name="T0" fmla="*/ 0 w 12"/>
                  <a:gd name="T1" fmla="*/ 0 h 18"/>
                  <a:gd name="T2" fmla="*/ 3 w 12"/>
                  <a:gd name="T3" fmla="*/ 16 h 18"/>
                  <a:gd name="T4" fmla="*/ 12 w 12"/>
                  <a:gd name="T5" fmla="*/ 21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8">
                    <a:moveTo>
                      <a:pt x="0" y="0"/>
                    </a:moveTo>
                    <a:cubicBezTo>
                      <a:pt x="0" y="0"/>
                      <a:pt x="4" y="9"/>
                      <a:pt x="3" y="13"/>
                    </a:cubicBezTo>
                    <a:cubicBezTo>
                      <a:pt x="3" y="18"/>
                      <a:pt x="12" y="18"/>
                      <a:pt x="12" y="18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903" name="Freeform 35">
                <a:extLst>
                  <a:ext uri="{FF2B5EF4-FFF2-40B4-BE49-F238E27FC236}">
                    <a16:creationId xmlns:a16="http://schemas.microsoft.com/office/drawing/2014/main" id="{14CAF164-9C14-411E-8212-782A708C7D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5" y="1253"/>
                <a:ext cx="77" cy="53"/>
              </a:xfrm>
              <a:custGeom>
                <a:avLst/>
                <a:gdLst>
                  <a:gd name="T0" fmla="*/ 0 w 72"/>
                  <a:gd name="T1" fmla="*/ 0 h 50"/>
                  <a:gd name="T2" fmla="*/ 88 w 72"/>
                  <a:gd name="T3" fmla="*/ 59 h 5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2" h="50">
                    <a:moveTo>
                      <a:pt x="0" y="0"/>
                    </a:moveTo>
                    <a:cubicBezTo>
                      <a:pt x="0" y="0"/>
                      <a:pt x="8" y="33"/>
                      <a:pt x="72" y="5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904" name="Freeform 36">
                <a:extLst>
                  <a:ext uri="{FF2B5EF4-FFF2-40B4-BE49-F238E27FC236}">
                    <a16:creationId xmlns:a16="http://schemas.microsoft.com/office/drawing/2014/main" id="{5D88AB42-13A2-42DD-A1D3-043DC6FE75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7" y="1251"/>
                <a:ext cx="10" cy="45"/>
              </a:xfrm>
              <a:custGeom>
                <a:avLst/>
                <a:gdLst>
                  <a:gd name="T0" fmla="*/ 4 w 9"/>
                  <a:gd name="T1" fmla="*/ 0 h 42"/>
                  <a:gd name="T2" fmla="*/ 0 w 9"/>
                  <a:gd name="T3" fmla="*/ 51 h 4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42">
                    <a:moveTo>
                      <a:pt x="4" y="0"/>
                    </a:moveTo>
                    <a:cubicBezTo>
                      <a:pt x="4" y="0"/>
                      <a:pt x="9" y="22"/>
                      <a:pt x="0" y="42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905" name="Freeform 37">
                <a:extLst>
                  <a:ext uri="{FF2B5EF4-FFF2-40B4-BE49-F238E27FC236}">
                    <a16:creationId xmlns:a16="http://schemas.microsoft.com/office/drawing/2014/main" id="{505E38AA-58F0-4698-BDF6-8028209921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6" y="1156"/>
                <a:ext cx="9" cy="17"/>
              </a:xfrm>
              <a:custGeom>
                <a:avLst/>
                <a:gdLst>
                  <a:gd name="T0" fmla="*/ 10 w 8"/>
                  <a:gd name="T1" fmla="*/ 0 h 16"/>
                  <a:gd name="T2" fmla="*/ 11 w 8"/>
                  <a:gd name="T3" fmla="*/ 19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16">
                    <a:moveTo>
                      <a:pt x="7" y="0"/>
                    </a:moveTo>
                    <a:cubicBezTo>
                      <a:pt x="7" y="0"/>
                      <a:pt x="0" y="4"/>
                      <a:pt x="8" y="16"/>
                    </a:cubicBezTo>
                  </a:path>
                </a:pathLst>
              </a:custGeom>
              <a:noFill/>
              <a:ln w="3175" cap="flat">
                <a:solidFill>
                  <a:srgbClr val="5A2218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906" name="Freeform 38">
                <a:extLst>
                  <a:ext uri="{FF2B5EF4-FFF2-40B4-BE49-F238E27FC236}">
                    <a16:creationId xmlns:a16="http://schemas.microsoft.com/office/drawing/2014/main" id="{0F8ED491-147D-499E-B675-1950965D33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3" y="1089"/>
                <a:ext cx="21" cy="62"/>
              </a:xfrm>
              <a:custGeom>
                <a:avLst/>
                <a:gdLst>
                  <a:gd name="T0" fmla="*/ 23 w 20"/>
                  <a:gd name="T1" fmla="*/ 0 h 58"/>
                  <a:gd name="T2" fmla="*/ 15 w 20"/>
                  <a:gd name="T3" fmla="*/ 11 h 58"/>
                  <a:gd name="T4" fmla="*/ 6 w 20"/>
                  <a:gd name="T5" fmla="*/ 30 h 58"/>
                  <a:gd name="T6" fmla="*/ 5 w 20"/>
                  <a:gd name="T7" fmla="*/ 50 h 58"/>
                  <a:gd name="T8" fmla="*/ 0 w 20"/>
                  <a:gd name="T9" fmla="*/ 71 h 58"/>
                  <a:gd name="T10" fmla="*/ 3 w 20"/>
                  <a:gd name="T11" fmla="*/ 61 h 58"/>
                  <a:gd name="T12" fmla="*/ 6 w 20"/>
                  <a:gd name="T13" fmla="*/ 49 h 58"/>
                  <a:gd name="T14" fmla="*/ 9 w 20"/>
                  <a:gd name="T15" fmla="*/ 31 h 58"/>
                  <a:gd name="T16" fmla="*/ 14 w 20"/>
                  <a:gd name="T17" fmla="*/ 17 h 58"/>
                  <a:gd name="T18" fmla="*/ 17 w 20"/>
                  <a:gd name="T19" fmla="*/ 11 h 58"/>
                  <a:gd name="T20" fmla="*/ 21 w 20"/>
                  <a:gd name="T21" fmla="*/ 2 h 5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0" h="58">
                    <a:moveTo>
                      <a:pt x="20" y="0"/>
                    </a:moveTo>
                    <a:cubicBezTo>
                      <a:pt x="17" y="1"/>
                      <a:pt x="15" y="6"/>
                      <a:pt x="12" y="8"/>
                    </a:cubicBezTo>
                    <a:cubicBezTo>
                      <a:pt x="8" y="13"/>
                      <a:pt x="7" y="18"/>
                      <a:pt x="6" y="24"/>
                    </a:cubicBezTo>
                    <a:cubicBezTo>
                      <a:pt x="5" y="29"/>
                      <a:pt x="6" y="35"/>
                      <a:pt x="5" y="41"/>
                    </a:cubicBezTo>
                    <a:cubicBezTo>
                      <a:pt x="4" y="47"/>
                      <a:pt x="2" y="53"/>
                      <a:pt x="0" y="58"/>
                    </a:cubicBezTo>
                    <a:cubicBezTo>
                      <a:pt x="0" y="56"/>
                      <a:pt x="2" y="53"/>
                      <a:pt x="3" y="50"/>
                    </a:cubicBezTo>
                    <a:cubicBezTo>
                      <a:pt x="4" y="47"/>
                      <a:pt x="6" y="43"/>
                      <a:pt x="6" y="40"/>
                    </a:cubicBezTo>
                    <a:cubicBezTo>
                      <a:pt x="7" y="35"/>
                      <a:pt x="8" y="30"/>
                      <a:pt x="9" y="25"/>
                    </a:cubicBezTo>
                    <a:cubicBezTo>
                      <a:pt x="9" y="21"/>
                      <a:pt x="10" y="17"/>
                      <a:pt x="11" y="14"/>
                    </a:cubicBezTo>
                    <a:cubicBezTo>
                      <a:pt x="12" y="12"/>
                      <a:pt x="13" y="10"/>
                      <a:pt x="14" y="8"/>
                    </a:cubicBezTo>
                    <a:cubicBezTo>
                      <a:pt x="15" y="6"/>
                      <a:pt x="17" y="4"/>
                      <a:pt x="18" y="2"/>
                    </a:cubicBezTo>
                  </a:path>
                </a:pathLst>
              </a:custGeom>
              <a:solidFill>
                <a:srgbClr val="773C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907" name="Freeform 39">
                <a:extLst>
                  <a:ext uri="{FF2B5EF4-FFF2-40B4-BE49-F238E27FC236}">
                    <a16:creationId xmlns:a16="http://schemas.microsoft.com/office/drawing/2014/main" id="{CB073C9C-7776-4E61-8396-4CDDF7F5ED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8" y="1157"/>
                <a:ext cx="10" cy="18"/>
              </a:xfrm>
              <a:custGeom>
                <a:avLst/>
                <a:gdLst>
                  <a:gd name="T0" fmla="*/ 11 w 9"/>
                  <a:gd name="T1" fmla="*/ 0 h 17"/>
                  <a:gd name="T2" fmla="*/ 12 w 9"/>
                  <a:gd name="T3" fmla="*/ 20 h 17"/>
                  <a:gd name="T4" fmla="*/ 11 w 9"/>
                  <a:gd name="T5" fmla="*/ 2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7">
                    <a:moveTo>
                      <a:pt x="8" y="0"/>
                    </a:moveTo>
                    <a:cubicBezTo>
                      <a:pt x="9" y="6"/>
                      <a:pt x="5" y="11"/>
                      <a:pt x="9" y="17"/>
                    </a:cubicBezTo>
                    <a:cubicBezTo>
                      <a:pt x="1" y="13"/>
                      <a:pt x="0" y="7"/>
                      <a:pt x="8" y="2"/>
                    </a:cubicBezTo>
                  </a:path>
                </a:pathLst>
              </a:custGeom>
              <a:solidFill>
                <a:srgbClr val="773C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908" name="Freeform 40">
                <a:extLst>
                  <a:ext uri="{FF2B5EF4-FFF2-40B4-BE49-F238E27FC236}">
                    <a16:creationId xmlns:a16="http://schemas.microsoft.com/office/drawing/2014/main" id="{C46EE74F-21D3-4768-8AD1-7E187C104F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4" y="1063"/>
                <a:ext cx="10" cy="75"/>
              </a:xfrm>
              <a:custGeom>
                <a:avLst/>
                <a:gdLst>
                  <a:gd name="T0" fmla="*/ 2 w 10"/>
                  <a:gd name="T1" fmla="*/ 86 h 70"/>
                  <a:gd name="T2" fmla="*/ 0 w 10"/>
                  <a:gd name="T3" fmla="*/ 0 h 7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70">
                    <a:moveTo>
                      <a:pt x="2" y="70"/>
                    </a:moveTo>
                    <a:cubicBezTo>
                      <a:pt x="2" y="70"/>
                      <a:pt x="10" y="26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909" name="Freeform 41">
                <a:extLst>
                  <a:ext uri="{FF2B5EF4-FFF2-40B4-BE49-F238E27FC236}">
                    <a16:creationId xmlns:a16="http://schemas.microsoft.com/office/drawing/2014/main" id="{57DBB79D-E117-4E8B-AF6E-AB3A5DDA82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3" y="1055"/>
                <a:ext cx="25" cy="23"/>
              </a:xfrm>
              <a:custGeom>
                <a:avLst/>
                <a:gdLst>
                  <a:gd name="T0" fmla="*/ 29 w 23"/>
                  <a:gd name="T1" fmla="*/ 25 h 22"/>
                  <a:gd name="T2" fmla="*/ 5 w 23"/>
                  <a:gd name="T3" fmla="*/ 24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22">
                    <a:moveTo>
                      <a:pt x="23" y="22"/>
                    </a:moveTo>
                    <a:cubicBezTo>
                      <a:pt x="23" y="22"/>
                      <a:pt x="0" y="0"/>
                      <a:pt x="5" y="21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910" name="Freeform 42">
                <a:extLst>
                  <a:ext uri="{FF2B5EF4-FFF2-40B4-BE49-F238E27FC236}">
                    <a16:creationId xmlns:a16="http://schemas.microsoft.com/office/drawing/2014/main" id="{F937419B-7AE8-4EFE-B8E7-E8657457F8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0" y="1087"/>
                <a:ext cx="18" cy="21"/>
              </a:xfrm>
              <a:custGeom>
                <a:avLst/>
                <a:gdLst>
                  <a:gd name="T0" fmla="*/ 20 w 17"/>
                  <a:gd name="T1" fmla="*/ 0 h 20"/>
                  <a:gd name="T2" fmla="*/ 20 w 17"/>
                  <a:gd name="T3" fmla="*/ 23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20">
                    <a:moveTo>
                      <a:pt x="17" y="0"/>
                    </a:moveTo>
                    <a:cubicBezTo>
                      <a:pt x="17" y="0"/>
                      <a:pt x="0" y="9"/>
                      <a:pt x="17" y="2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911" name="Freeform 43">
                <a:extLst>
                  <a:ext uri="{FF2B5EF4-FFF2-40B4-BE49-F238E27FC236}">
                    <a16:creationId xmlns:a16="http://schemas.microsoft.com/office/drawing/2014/main" id="{F83A77D1-5319-40AE-A246-1B652906C0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0" y="2971"/>
                <a:ext cx="63" cy="86"/>
              </a:xfrm>
              <a:custGeom>
                <a:avLst/>
                <a:gdLst>
                  <a:gd name="T0" fmla="*/ 0 w 60"/>
                  <a:gd name="T1" fmla="*/ 0 h 81"/>
                  <a:gd name="T2" fmla="*/ 37 w 60"/>
                  <a:gd name="T3" fmla="*/ 37 h 81"/>
                  <a:gd name="T4" fmla="*/ 69 w 60"/>
                  <a:gd name="T5" fmla="*/ 97 h 8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0" h="81">
                    <a:moveTo>
                      <a:pt x="0" y="0"/>
                    </a:moveTo>
                    <a:cubicBezTo>
                      <a:pt x="9" y="3"/>
                      <a:pt x="23" y="23"/>
                      <a:pt x="31" y="31"/>
                    </a:cubicBezTo>
                    <a:cubicBezTo>
                      <a:pt x="46" y="47"/>
                      <a:pt x="52" y="61"/>
                      <a:pt x="60" y="81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912" name="Freeform 44">
                <a:extLst>
                  <a:ext uri="{FF2B5EF4-FFF2-40B4-BE49-F238E27FC236}">
                    <a16:creationId xmlns:a16="http://schemas.microsoft.com/office/drawing/2014/main" id="{1F3D7D5F-DC7F-4EA0-B051-327BD4743D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3" y="3086"/>
                <a:ext cx="210" cy="52"/>
              </a:xfrm>
              <a:custGeom>
                <a:avLst/>
                <a:gdLst>
                  <a:gd name="T0" fmla="*/ 0 w 197"/>
                  <a:gd name="T1" fmla="*/ 0 h 49"/>
                  <a:gd name="T2" fmla="*/ 35 w 197"/>
                  <a:gd name="T3" fmla="*/ 22 h 49"/>
                  <a:gd name="T4" fmla="*/ 82 w 197"/>
                  <a:gd name="T5" fmla="*/ 48 h 49"/>
                  <a:gd name="T6" fmla="*/ 149 w 197"/>
                  <a:gd name="T7" fmla="*/ 57 h 49"/>
                  <a:gd name="T8" fmla="*/ 239 w 197"/>
                  <a:gd name="T9" fmla="*/ 34 h 4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7" h="49">
                    <a:moveTo>
                      <a:pt x="0" y="0"/>
                    </a:moveTo>
                    <a:cubicBezTo>
                      <a:pt x="6" y="9"/>
                      <a:pt x="20" y="13"/>
                      <a:pt x="29" y="19"/>
                    </a:cubicBezTo>
                    <a:cubicBezTo>
                      <a:pt x="41" y="27"/>
                      <a:pt x="54" y="35"/>
                      <a:pt x="68" y="40"/>
                    </a:cubicBezTo>
                    <a:cubicBezTo>
                      <a:pt x="86" y="46"/>
                      <a:pt x="105" y="49"/>
                      <a:pt x="123" y="48"/>
                    </a:cubicBezTo>
                    <a:cubicBezTo>
                      <a:pt x="150" y="47"/>
                      <a:pt x="172" y="34"/>
                      <a:pt x="197" y="28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913" name="Freeform 45">
                <a:extLst>
                  <a:ext uri="{FF2B5EF4-FFF2-40B4-BE49-F238E27FC236}">
                    <a16:creationId xmlns:a16="http://schemas.microsoft.com/office/drawing/2014/main" id="{76D10324-33CE-411A-8D0C-0B5DCE3E0A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6" y="3094"/>
                <a:ext cx="38" cy="16"/>
              </a:xfrm>
              <a:custGeom>
                <a:avLst/>
                <a:gdLst>
                  <a:gd name="T0" fmla="*/ 0 w 36"/>
                  <a:gd name="T1" fmla="*/ 0 h 15"/>
                  <a:gd name="T2" fmla="*/ 42 w 36"/>
                  <a:gd name="T3" fmla="*/ 18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6" h="15">
                    <a:moveTo>
                      <a:pt x="0" y="0"/>
                    </a:moveTo>
                    <a:cubicBezTo>
                      <a:pt x="11" y="6"/>
                      <a:pt x="25" y="8"/>
                      <a:pt x="36" y="15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914" name="Freeform 46">
                <a:extLst>
                  <a:ext uri="{FF2B5EF4-FFF2-40B4-BE49-F238E27FC236}">
                    <a16:creationId xmlns:a16="http://schemas.microsoft.com/office/drawing/2014/main" id="{AA15BFB7-0F53-4DA3-9EF1-5BE85FEE16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3" y="3152"/>
                <a:ext cx="56" cy="7"/>
              </a:xfrm>
              <a:custGeom>
                <a:avLst/>
                <a:gdLst>
                  <a:gd name="T0" fmla="*/ 0 w 53"/>
                  <a:gd name="T1" fmla="*/ 2 h 7"/>
                  <a:gd name="T2" fmla="*/ 62 w 53"/>
                  <a:gd name="T3" fmla="*/ 7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3" h="7">
                    <a:moveTo>
                      <a:pt x="0" y="2"/>
                    </a:moveTo>
                    <a:cubicBezTo>
                      <a:pt x="17" y="1"/>
                      <a:pt x="38" y="0"/>
                      <a:pt x="53" y="7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915" name="Freeform 47">
                <a:extLst>
                  <a:ext uri="{FF2B5EF4-FFF2-40B4-BE49-F238E27FC236}">
                    <a16:creationId xmlns:a16="http://schemas.microsoft.com/office/drawing/2014/main" id="{C3A4F399-1FB1-4DB9-9925-12474C32EE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5" y="2778"/>
                <a:ext cx="59" cy="23"/>
              </a:xfrm>
              <a:custGeom>
                <a:avLst/>
                <a:gdLst>
                  <a:gd name="T0" fmla="*/ 0 w 56"/>
                  <a:gd name="T1" fmla="*/ 0 h 22"/>
                  <a:gd name="T2" fmla="*/ 65 w 56"/>
                  <a:gd name="T3" fmla="*/ 25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6" h="22">
                    <a:moveTo>
                      <a:pt x="0" y="0"/>
                    </a:moveTo>
                    <a:cubicBezTo>
                      <a:pt x="21" y="7"/>
                      <a:pt x="38" y="8"/>
                      <a:pt x="56" y="22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916" name="Freeform 48">
                <a:extLst>
                  <a:ext uri="{FF2B5EF4-FFF2-40B4-BE49-F238E27FC236}">
                    <a16:creationId xmlns:a16="http://schemas.microsoft.com/office/drawing/2014/main" id="{DA1DBA62-E208-4527-A812-B3A8231D3A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5" y="3785"/>
                <a:ext cx="104" cy="13"/>
              </a:xfrm>
              <a:custGeom>
                <a:avLst/>
                <a:gdLst>
                  <a:gd name="T0" fmla="*/ 0 w 97"/>
                  <a:gd name="T1" fmla="*/ 5 h 13"/>
                  <a:gd name="T2" fmla="*/ 34 w 97"/>
                  <a:gd name="T3" fmla="*/ 12 h 13"/>
                  <a:gd name="T4" fmla="*/ 68 w 97"/>
                  <a:gd name="T5" fmla="*/ 6 h 13"/>
                  <a:gd name="T6" fmla="*/ 120 w 97"/>
                  <a:gd name="T7" fmla="*/ 13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7" h="13">
                    <a:moveTo>
                      <a:pt x="0" y="5"/>
                    </a:moveTo>
                    <a:cubicBezTo>
                      <a:pt x="9" y="7"/>
                      <a:pt x="18" y="12"/>
                      <a:pt x="28" y="12"/>
                    </a:cubicBezTo>
                    <a:cubicBezTo>
                      <a:pt x="38" y="12"/>
                      <a:pt x="46" y="9"/>
                      <a:pt x="55" y="6"/>
                    </a:cubicBezTo>
                    <a:cubicBezTo>
                      <a:pt x="69" y="0"/>
                      <a:pt x="86" y="1"/>
                      <a:pt x="97" y="13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917" name="Freeform 49">
                <a:extLst>
                  <a:ext uri="{FF2B5EF4-FFF2-40B4-BE49-F238E27FC236}">
                    <a16:creationId xmlns:a16="http://schemas.microsoft.com/office/drawing/2014/main" id="{12B06FE0-63C5-41C1-B6C2-64D2CC9CF9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0" y="3685"/>
                <a:ext cx="43" cy="8"/>
              </a:xfrm>
              <a:custGeom>
                <a:avLst/>
                <a:gdLst>
                  <a:gd name="T0" fmla="*/ 0 w 41"/>
                  <a:gd name="T1" fmla="*/ 0 h 7"/>
                  <a:gd name="T2" fmla="*/ 47 w 41"/>
                  <a:gd name="T3" fmla="*/ 1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1" h="7">
                    <a:moveTo>
                      <a:pt x="0" y="0"/>
                    </a:moveTo>
                    <a:cubicBezTo>
                      <a:pt x="13" y="0"/>
                      <a:pt x="28" y="5"/>
                      <a:pt x="41" y="7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918" name="Freeform 50">
                <a:extLst>
                  <a:ext uri="{FF2B5EF4-FFF2-40B4-BE49-F238E27FC236}">
                    <a16:creationId xmlns:a16="http://schemas.microsoft.com/office/drawing/2014/main" id="{96E43DD1-CC9A-4D09-A6BB-12A80BA68B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0" y="3978"/>
                <a:ext cx="39" cy="38"/>
              </a:xfrm>
              <a:custGeom>
                <a:avLst/>
                <a:gdLst>
                  <a:gd name="T0" fmla="*/ 4 w 36"/>
                  <a:gd name="T1" fmla="*/ 45 h 35"/>
                  <a:gd name="T2" fmla="*/ 14 w 36"/>
                  <a:gd name="T3" fmla="*/ 14 h 35"/>
                  <a:gd name="T4" fmla="*/ 31 w 36"/>
                  <a:gd name="T5" fmla="*/ 4 h 35"/>
                  <a:gd name="T6" fmla="*/ 46 w 36"/>
                  <a:gd name="T7" fmla="*/ 0 h 3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6" h="35">
                    <a:moveTo>
                      <a:pt x="4" y="35"/>
                    </a:moveTo>
                    <a:cubicBezTo>
                      <a:pt x="0" y="26"/>
                      <a:pt x="2" y="15"/>
                      <a:pt x="11" y="11"/>
                    </a:cubicBezTo>
                    <a:cubicBezTo>
                      <a:pt x="16" y="9"/>
                      <a:pt x="21" y="6"/>
                      <a:pt x="25" y="4"/>
                    </a:cubicBezTo>
                    <a:cubicBezTo>
                      <a:pt x="29" y="3"/>
                      <a:pt x="33" y="2"/>
                      <a:pt x="36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919" name="Freeform 51">
                <a:extLst>
                  <a:ext uri="{FF2B5EF4-FFF2-40B4-BE49-F238E27FC236}">
                    <a16:creationId xmlns:a16="http://schemas.microsoft.com/office/drawing/2014/main" id="{2D795457-C87E-47A1-973B-267C3CF664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2" y="3959"/>
                <a:ext cx="14" cy="22"/>
              </a:xfrm>
              <a:custGeom>
                <a:avLst/>
                <a:gdLst>
                  <a:gd name="T0" fmla="*/ 0 w 13"/>
                  <a:gd name="T1" fmla="*/ 26 h 20"/>
                  <a:gd name="T2" fmla="*/ 16 w 13"/>
                  <a:gd name="T3" fmla="*/ 0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20">
                    <a:moveTo>
                      <a:pt x="0" y="20"/>
                    </a:moveTo>
                    <a:cubicBezTo>
                      <a:pt x="6" y="15"/>
                      <a:pt x="7" y="5"/>
                      <a:pt x="13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920" name="Freeform 52">
                <a:extLst>
                  <a:ext uri="{FF2B5EF4-FFF2-40B4-BE49-F238E27FC236}">
                    <a16:creationId xmlns:a16="http://schemas.microsoft.com/office/drawing/2014/main" id="{897F9CBB-5F40-42E3-928D-36C94C351B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0" y="3989"/>
                <a:ext cx="35" cy="25"/>
              </a:xfrm>
              <a:custGeom>
                <a:avLst/>
                <a:gdLst>
                  <a:gd name="T0" fmla="*/ 0 w 33"/>
                  <a:gd name="T1" fmla="*/ 9 h 23"/>
                  <a:gd name="T2" fmla="*/ 33 w 33"/>
                  <a:gd name="T3" fmla="*/ 29 h 23"/>
                  <a:gd name="T4" fmla="*/ 38 w 33"/>
                  <a:gd name="T5" fmla="*/ 11 h 23"/>
                  <a:gd name="T6" fmla="*/ 24 w 33"/>
                  <a:gd name="T7" fmla="*/ 0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" h="23">
                    <a:moveTo>
                      <a:pt x="0" y="6"/>
                    </a:moveTo>
                    <a:cubicBezTo>
                      <a:pt x="14" y="4"/>
                      <a:pt x="24" y="9"/>
                      <a:pt x="27" y="23"/>
                    </a:cubicBezTo>
                    <a:cubicBezTo>
                      <a:pt x="32" y="20"/>
                      <a:pt x="33" y="12"/>
                      <a:pt x="32" y="8"/>
                    </a:cubicBezTo>
                    <a:cubicBezTo>
                      <a:pt x="30" y="3"/>
                      <a:pt x="25" y="3"/>
                      <a:pt x="21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921" name="Freeform 53">
                <a:extLst>
                  <a:ext uri="{FF2B5EF4-FFF2-40B4-BE49-F238E27FC236}">
                    <a16:creationId xmlns:a16="http://schemas.microsoft.com/office/drawing/2014/main" id="{60B32B97-9294-40C6-8C43-7C3BA6BC24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3" y="3964"/>
                <a:ext cx="37" cy="46"/>
              </a:xfrm>
              <a:custGeom>
                <a:avLst/>
                <a:gdLst>
                  <a:gd name="T0" fmla="*/ 4 w 35"/>
                  <a:gd name="T1" fmla="*/ 50 h 44"/>
                  <a:gd name="T2" fmla="*/ 3 w 35"/>
                  <a:gd name="T3" fmla="*/ 33 h 44"/>
                  <a:gd name="T4" fmla="*/ 16 w 35"/>
                  <a:gd name="T5" fmla="*/ 22 h 44"/>
                  <a:gd name="T6" fmla="*/ 29 w 35"/>
                  <a:gd name="T7" fmla="*/ 15 h 44"/>
                  <a:gd name="T8" fmla="*/ 36 w 35"/>
                  <a:gd name="T9" fmla="*/ 8 h 44"/>
                  <a:gd name="T10" fmla="*/ 41 w 35"/>
                  <a:gd name="T11" fmla="*/ 0 h 4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5" h="44">
                    <a:moveTo>
                      <a:pt x="4" y="44"/>
                    </a:moveTo>
                    <a:cubicBezTo>
                      <a:pt x="0" y="43"/>
                      <a:pt x="2" y="33"/>
                      <a:pt x="3" y="30"/>
                    </a:cubicBezTo>
                    <a:cubicBezTo>
                      <a:pt x="5" y="26"/>
                      <a:pt x="9" y="22"/>
                      <a:pt x="13" y="19"/>
                    </a:cubicBezTo>
                    <a:cubicBezTo>
                      <a:pt x="16" y="16"/>
                      <a:pt x="21" y="14"/>
                      <a:pt x="25" y="12"/>
                    </a:cubicBezTo>
                    <a:cubicBezTo>
                      <a:pt x="27" y="11"/>
                      <a:pt x="28" y="11"/>
                      <a:pt x="30" y="8"/>
                    </a:cubicBezTo>
                    <a:cubicBezTo>
                      <a:pt x="31" y="6"/>
                      <a:pt x="34" y="1"/>
                      <a:pt x="35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922" name="Freeform 54">
                <a:extLst>
                  <a:ext uri="{FF2B5EF4-FFF2-40B4-BE49-F238E27FC236}">
                    <a16:creationId xmlns:a16="http://schemas.microsoft.com/office/drawing/2014/main" id="{61D53531-54CA-4D94-9194-B611E22C5E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1" y="3949"/>
                <a:ext cx="40" cy="42"/>
              </a:xfrm>
              <a:custGeom>
                <a:avLst/>
                <a:gdLst>
                  <a:gd name="T0" fmla="*/ 0 w 38"/>
                  <a:gd name="T1" fmla="*/ 46 h 40"/>
                  <a:gd name="T2" fmla="*/ 15 w 38"/>
                  <a:gd name="T3" fmla="*/ 16 h 40"/>
                  <a:gd name="T4" fmla="*/ 26 w 38"/>
                  <a:gd name="T5" fmla="*/ 9 h 40"/>
                  <a:gd name="T6" fmla="*/ 36 w 38"/>
                  <a:gd name="T7" fmla="*/ 4 h 40"/>
                  <a:gd name="T8" fmla="*/ 44 w 38"/>
                  <a:gd name="T9" fmla="*/ 0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" h="40">
                    <a:moveTo>
                      <a:pt x="0" y="40"/>
                    </a:moveTo>
                    <a:cubicBezTo>
                      <a:pt x="0" y="30"/>
                      <a:pt x="5" y="19"/>
                      <a:pt x="12" y="13"/>
                    </a:cubicBezTo>
                    <a:cubicBezTo>
                      <a:pt x="16" y="11"/>
                      <a:pt x="20" y="11"/>
                      <a:pt x="23" y="9"/>
                    </a:cubicBezTo>
                    <a:cubicBezTo>
                      <a:pt x="26" y="7"/>
                      <a:pt x="28" y="5"/>
                      <a:pt x="30" y="4"/>
                    </a:cubicBezTo>
                    <a:cubicBezTo>
                      <a:pt x="32" y="2"/>
                      <a:pt x="35" y="2"/>
                      <a:pt x="38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923" name="Freeform 55">
                <a:extLst>
                  <a:ext uri="{FF2B5EF4-FFF2-40B4-BE49-F238E27FC236}">
                    <a16:creationId xmlns:a16="http://schemas.microsoft.com/office/drawing/2014/main" id="{07582CDC-9B56-4954-B3D3-EDAE8540E3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3" y="3950"/>
                <a:ext cx="12" cy="6"/>
              </a:xfrm>
              <a:custGeom>
                <a:avLst/>
                <a:gdLst>
                  <a:gd name="T0" fmla="*/ 0 w 11"/>
                  <a:gd name="T1" fmla="*/ 6 h 6"/>
                  <a:gd name="T2" fmla="*/ 14 w 11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6">
                    <a:moveTo>
                      <a:pt x="0" y="6"/>
                    </a:moveTo>
                    <a:cubicBezTo>
                      <a:pt x="3" y="2"/>
                      <a:pt x="9" y="2"/>
                      <a:pt x="11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924" name="Freeform 56">
                <a:extLst>
                  <a:ext uri="{FF2B5EF4-FFF2-40B4-BE49-F238E27FC236}">
                    <a16:creationId xmlns:a16="http://schemas.microsoft.com/office/drawing/2014/main" id="{95705C50-AEEB-4809-B2DF-B65A872F57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3" y="3942"/>
                <a:ext cx="7" cy="3"/>
              </a:xfrm>
              <a:custGeom>
                <a:avLst/>
                <a:gdLst>
                  <a:gd name="T0" fmla="*/ 0 w 6"/>
                  <a:gd name="T1" fmla="*/ 3 h 3"/>
                  <a:gd name="T2" fmla="*/ 9 w 6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3">
                    <a:moveTo>
                      <a:pt x="0" y="3"/>
                    </a:moveTo>
                    <a:cubicBezTo>
                      <a:pt x="2" y="2"/>
                      <a:pt x="4" y="1"/>
                      <a:pt x="6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925" name="Freeform 57">
                <a:extLst>
                  <a:ext uri="{FF2B5EF4-FFF2-40B4-BE49-F238E27FC236}">
                    <a16:creationId xmlns:a16="http://schemas.microsoft.com/office/drawing/2014/main" id="{7A6FE376-F832-4E81-A71C-8BD1EEF4C4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1" y="3984"/>
                <a:ext cx="17" cy="13"/>
              </a:xfrm>
              <a:custGeom>
                <a:avLst/>
                <a:gdLst>
                  <a:gd name="T0" fmla="*/ 0 w 16"/>
                  <a:gd name="T1" fmla="*/ 9 h 12"/>
                  <a:gd name="T2" fmla="*/ 16 w 16"/>
                  <a:gd name="T3" fmla="*/ 15 h 12"/>
                  <a:gd name="T4" fmla="*/ 19 w 16"/>
                  <a:gd name="T5" fmla="*/ 9 h 12"/>
                  <a:gd name="T6" fmla="*/ 5 w 16"/>
                  <a:gd name="T7" fmla="*/ 1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12">
                    <a:moveTo>
                      <a:pt x="0" y="6"/>
                    </a:moveTo>
                    <a:cubicBezTo>
                      <a:pt x="7" y="6"/>
                      <a:pt x="9" y="9"/>
                      <a:pt x="13" y="12"/>
                    </a:cubicBezTo>
                    <a:cubicBezTo>
                      <a:pt x="14" y="10"/>
                      <a:pt x="15" y="8"/>
                      <a:pt x="16" y="6"/>
                    </a:cubicBezTo>
                    <a:cubicBezTo>
                      <a:pt x="12" y="5"/>
                      <a:pt x="10" y="0"/>
                      <a:pt x="5" y="1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926" name="Freeform 58">
                <a:extLst>
                  <a:ext uri="{FF2B5EF4-FFF2-40B4-BE49-F238E27FC236}">
                    <a16:creationId xmlns:a16="http://schemas.microsoft.com/office/drawing/2014/main" id="{D0B3BB6C-7E49-4C1F-9F7B-460929B4F3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3" y="3976"/>
                <a:ext cx="13" cy="13"/>
              </a:xfrm>
              <a:custGeom>
                <a:avLst/>
                <a:gdLst>
                  <a:gd name="T0" fmla="*/ 0 w 12"/>
                  <a:gd name="T1" fmla="*/ 3 h 12"/>
                  <a:gd name="T2" fmla="*/ 12 w 12"/>
                  <a:gd name="T3" fmla="*/ 15 h 12"/>
                  <a:gd name="T4" fmla="*/ 13 w 12"/>
                  <a:gd name="T5" fmla="*/ 15 h 12"/>
                  <a:gd name="T6" fmla="*/ 15 w 12"/>
                  <a:gd name="T7" fmla="*/ 11 h 12"/>
                  <a:gd name="T8" fmla="*/ 3 w 12"/>
                  <a:gd name="T9" fmla="*/ 0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0" y="3"/>
                    </a:moveTo>
                    <a:cubicBezTo>
                      <a:pt x="4" y="4"/>
                      <a:pt x="8" y="9"/>
                      <a:pt x="9" y="12"/>
                    </a:cubicBezTo>
                    <a:cubicBezTo>
                      <a:pt x="9" y="12"/>
                      <a:pt x="9" y="12"/>
                      <a:pt x="10" y="12"/>
                    </a:cubicBezTo>
                    <a:cubicBezTo>
                      <a:pt x="10" y="11"/>
                      <a:pt x="12" y="9"/>
                      <a:pt x="12" y="8"/>
                    </a:cubicBezTo>
                    <a:cubicBezTo>
                      <a:pt x="8" y="7"/>
                      <a:pt x="7" y="1"/>
                      <a:pt x="3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927" name="Freeform 59">
                <a:extLst>
                  <a:ext uri="{FF2B5EF4-FFF2-40B4-BE49-F238E27FC236}">
                    <a16:creationId xmlns:a16="http://schemas.microsoft.com/office/drawing/2014/main" id="{99BB7473-D2B3-4785-AE8E-BCD319D8A6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0" y="3922"/>
                <a:ext cx="21" cy="18"/>
              </a:xfrm>
              <a:custGeom>
                <a:avLst/>
                <a:gdLst>
                  <a:gd name="T0" fmla="*/ 0 w 20"/>
                  <a:gd name="T1" fmla="*/ 20 h 17"/>
                  <a:gd name="T2" fmla="*/ 23 w 20"/>
                  <a:gd name="T3" fmla="*/ 0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17">
                    <a:moveTo>
                      <a:pt x="0" y="17"/>
                    </a:moveTo>
                    <a:cubicBezTo>
                      <a:pt x="8" y="14"/>
                      <a:pt x="15" y="7"/>
                      <a:pt x="20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928" name="Freeform 60">
                <a:extLst>
                  <a:ext uri="{FF2B5EF4-FFF2-40B4-BE49-F238E27FC236}">
                    <a16:creationId xmlns:a16="http://schemas.microsoft.com/office/drawing/2014/main" id="{3617A8D9-DF86-4586-A41D-7AA47CCFE4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9" y="1906"/>
                <a:ext cx="29" cy="55"/>
              </a:xfrm>
              <a:custGeom>
                <a:avLst/>
                <a:gdLst>
                  <a:gd name="T0" fmla="*/ 10 w 27"/>
                  <a:gd name="T1" fmla="*/ 0 h 52"/>
                  <a:gd name="T2" fmla="*/ 33 w 27"/>
                  <a:gd name="T3" fmla="*/ 61 h 52"/>
                  <a:gd name="T4" fmla="*/ 0 w 27"/>
                  <a:gd name="T5" fmla="*/ 34 h 52"/>
                  <a:gd name="T6" fmla="*/ 10 w 27"/>
                  <a:gd name="T7" fmla="*/ 0 h 5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7" h="52">
                    <a:moveTo>
                      <a:pt x="7" y="0"/>
                    </a:moveTo>
                    <a:cubicBezTo>
                      <a:pt x="7" y="0"/>
                      <a:pt x="23" y="30"/>
                      <a:pt x="27" y="52"/>
                    </a:cubicBezTo>
                    <a:cubicBezTo>
                      <a:pt x="0" y="28"/>
                      <a:pt x="0" y="28"/>
                      <a:pt x="0" y="28"/>
                    </a:cubicBezTo>
                    <a:cubicBezTo>
                      <a:pt x="0" y="28"/>
                      <a:pt x="8" y="13"/>
                      <a:pt x="7" y="0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929" name="Freeform 61">
                <a:extLst>
                  <a:ext uri="{FF2B5EF4-FFF2-40B4-BE49-F238E27FC236}">
                    <a16:creationId xmlns:a16="http://schemas.microsoft.com/office/drawing/2014/main" id="{16F4C4F5-6414-4777-BF88-458B4653A2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4" y="1812"/>
                <a:ext cx="37" cy="99"/>
              </a:xfrm>
              <a:custGeom>
                <a:avLst/>
                <a:gdLst>
                  <a:gd name="T0" fmla="*/ 0 w 35"/>
                  <a:gd name="T1" fmla="*/ 0 h 93"/>
                  <a:gd name="T2" fmla="*/ 15 w 35"/>
                  <a:gd name="T3" fmla="*/ 39 h 93"/>
                  <a:gd name="T4" fmla="*/ 38 w 35"/>
                  <a:gd name="T5" fmla="*/ 112 h 9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5" h="93">
                    <a:moveTo>
                      <a:pt x="0" y="0"/>
                    </a:moveTo>
                    <a:cubicBezTo>
                      <a:pt x="0" y="0"/>
                      <a:pt x="4" y="22"/>
                      <a:pt x="12" y="33"/>
                    </a:cubicBezTo>
                    <a:cubicBezTo>
                      <a:pt x="19" y="44"/>
                      <a:pt x="35" y="65"/>
                      <a:pt x="32" y="93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930" name="Freeform 62">
                <a:extLst>
                  <a:ext uri="{FF2B5EF4-FFF2-40B4-BE49-F238E27FC236}">
                    <a16:creationId xmlns:a16="http://schemas.microsoft.com/office/drawing/2014/main" id="{0E680B2A-6BF4-4345-9C03-327AC78D1B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8" y="1961"/>
                <a:ext cx="45" cy="88"/>
              </a:xfrm>
              <a:custGeom>
                <a:avLst/>
                <a:gdLst>
                  <a:gd name="T0" fmla="*/ 0 w 42"/>
                  <a:gd name="T1" fmla="*/ 0 h 82"/>
                  <a:gd name="T2" fmla="*/ 51 w 42"/>
                  <a:gd name="T3" fmla="*/ 101 h 8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2" h="82">
                    <a:moveTo>
                      <a:pt x="0" y="0"/>
                    </a:moveTo>
                    <a:cubicBezTo>
                      <a:pt x="0" y="0"/>
                      <a:pt x="32" y="18"/>
                      <a:pt x="42" y="82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931" name="Freeform 63">
                <a:extLst>
                  <a:ext uri="{FF2B5EF4-FFF2-40B4-BE49-F238E27FC236}">
                    <a16:creationId xmlns:a16="http://schemas.microsoft.com/office/drawing/2014/main" id="{A70030E0-A43D-40EE-9F93-A06740EC38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9" y="1453"/>
                <a:ext cx="432" cy="576"/>
              </a:xfrm>
              <a:custGeom>
                <a:avLst/>
                <a:gdLst>
                  <a:gd name="T0" fmla="*/ 318 w 406"/>
                  <a:gd name="T1" fmla="*/ 0 h 540"/>
                  <a:gd name="T2" fmla="*/ 376 w 406"/>
                  <a:gd name="T3" fmla="*/ 164 h 540"/>
                  <a:gd name="T4" fmla="*/ 406 w 406"/>
                  <a:gd name="T5" fmla="*/ 220 h 540"/>
                  <a:gd name="T6" fmla="*/ 475 w 406"/>
                  <a:gd name="T7" fmla="*/ 423 h 540"/>
                  <a:gd name="T8" fmla="*/ 282 w 406"/>
                  <a:gd name="T9" fmla="*/ 630 h 540"/>
                  <a:gd name="T10" fmla="*/ 0 w 406"/>
                  <a:gd name="T11" fmla="*/ 511 h 54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06" h="540">
                    <a:moveTo>
                      <a:pt x="264" y="0"/>
                    </a:moveTo>
                    <a:cubicBezTo>
                      <a:pt x="264" y="0"/>
                      <a:pt x="300" y="112"/>
                      <a:pt x="312" y="135"/>
                    </a:cubicBezTo>
                    <a:cubicBezTo>
                      <a:pt x="324" y="157"/>
                      <a:pt x="334" y="171"/>
                      <a:pt x="337" y="181"/>
                    </a:cubicBezTo>
                    <a:cubicBezTo>
                      <a:pt x="341" y="191"/>
                      <a:pt x="406" y="268"/>
                      <a:pt x="394" y="349"/>
                    </a:cubicBezTo>
                    <a:cubicBezTo>
                      <a:pt x="382" y="430"/>
                      <a:pt x="347" y="498"/>
                      <a:pt x="234" y="519"/>
                    </a:cubicBezTo>
                    <a:cubicBezTo>
                      <a:pt x="121" y="540"/>
                      <a:pt x="28" y="474"/>
                      <a:pt x="0" y="421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932" name="Freeform 64">
                <a:extLst>
                  <a:ext uri="{FF2B5EF4-FFF2-40B4-BE49-F238E27FC236}">
                    <a16:creationId xmlns:a16="http://schemas.microsoft.com/office/drawing/2014/main" id="{EFF80982-4DF3-4C9D-8286-5FE688E8A1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7" y="1930"/>
                <a:ext cx="64" cy="29"/>
              </a:xfrm>
              <a:custGeom>
                <a:avLst/>
                <a:gdLst>
                  <a:gd name="T0" fmla="*/ 73 w 60"/>
                  <a:gd name="T1" fmla="*/ 31 h 28"/>
                  <a:gd name="T2" fmla="*/ 0 w 60"/>
                  <a:gd name="T3" fmla="*/ 17 h 2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0" h="28">
                    <a:moveTo>
                      <a:pt x="60" y="28"/>
                    </a:moveTo>
                    <a:cubicBezTo>
                      <a:pt x="60" y="28"/>
                      <a:pt x="20" y="0"/>
                      <a:pt x="0" y="14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933" name="Freeform 65">
                <a:extLst>
                  <a:ext uri="{FF2B5EF4-FFF2-40B4-BE49-F238E27FC236}">
                    <a16:creationId xmlns:a16="http://schemas.microsoft.com/office/drawing/2014/main" id="{2EF2AC02-0A05-4F50-8E70-0A173B5869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5" y="1855"/>
                <a:ext cx="11" cy="7"/>
              </a:xfrm>
              <a:custGeom>
                <a:avLst/>
                <a:gdLst>
                  <a:gd name="T0" fmla="*/ 11 w 11"/>
                  <a:gd name="T1" fmla="*/ 7 h 7"/>
                  <a:gd name="T2" fmla="*/ 0 w 11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7">
                    <a:moveTo>
                      <a:pt x="11" y="7"/>
                    </a:moveTo>
                    <a:cubicBezTo>
                      <a:pt x="8" y="5"/>
                      <a:pt x="4" y="2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934" name="Freeform 66">
                <a:extLst>
                  <a:ext uri="{FF2B5EF4-FFF2-40B4-BE49-F238E27FC236}">
                    <a16:creationId xmlns:a16="http://schemas.microsoft.com/office/drawing/2014/main" id="{BCE904C0-2C96-4723-9244-4E43C4BB35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2" y="1868"/>
                <a:ext cx="4" cy="5"/>
              </a:xfrm>
              <a:custGeom>
                <a:avLst/>
                <a:gdLst>
                  <a:gd name="T0" fmla="*/ 4 w 4"/>
                  <a:gd name="T1" fmla="*/ 5 h 5"/>
                  <a:gd name="T2" fmla="*/ 0 w 4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5">
                    <a:moveTo>
                      <a:pt x="4" y="5"/>
                    </a:moveTo>
                    <a:cubicBezTo>
                      <a:pt x="3" y="3"/>
                      <a:pt x="1" y="2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935" name="Freeform 67">
                <a:extLst>
                  <a:ext uri="{FF2B5EF4-FFF2-40B4-BE49-F238E27FC236}">
                    <a16:creationId xmlns:a16="http://schemas.microsoft.com/office/drawing/2014/main" id="{EC995EA5-90BB-4A79-AD55-8250111F0F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4" y="1876"/>
                <a:ext cx="187" cy="110"/>
              </a:xfrm>
              <a:custGeom>
                <a:avLst/>
                <a:gdLst>
                  <a:gd name="T0" fmla="*/ 13 w 175"/>
                  <a:gd name="T1" fmla="*/ 30 h 103"/>
                  <a:gd name="T2" fmla="*/ 5 w 175"/>
                  <a:gd name="T3" fmla="*/ 77 h 103"/>
                  <a:gd name="T4" fmla="*/ 127 w 175"/>
                  <a:gd name="T5" fmla="*/ 105 h 103"/>
                  <a:gd name="T6" fmla="*/ 200 w 175"/>
                  <a:gd name="T7" fmla="*/ 4 h 103"/>
                  <a:gd name="T8" fmla="*/ 198 w 175"/>
                  <a:gd name="T9" fmla="*/ 0 h 10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5" h="103">
                    <a:moveTo>
                      <a:pt x="10" y="24"/>
                    </a:moveTo>
                    <a:cubicBezTo>
                      <a:pt x="2" y="37"/>
                      <a:pt x="0" y="51"/>
                      <a:pt x="5" y="63"/>
                    </a:cubicBezTo>
                    <a:cubicBezTo>
                      <a:pt x="15" y="92"/>
                      <a:pt x="60" y="103"/>
                      <a:pt x="104" y="86"/>
                    </a:cubicBezTo>
                    <a:cubicBezTo>
                      <a:pt x="148" y="70"/>
                      <a:pt x="175" y="33"/>
                      <a:pt x="164" y="4"/>
                    </a:cubicBezTo>
                    <a:cubicBezTo>
                      <a:pt x="164" y="3"/>
                      <a:pt x="163" y="1"/>
                      <a:pt x="162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936" name="Freeform 68">
                <a:extLst>
                  <a:ext uri="{FF2B5EF4-FFF2-40B4-BE49-F238E27FC236}">
                    <a16:creationId xmlns:a16="http://schemas.microsoft.com/office/drawing/2014/main" id="{00D13EAE-E5FA-4696-BE64-37DEF41FA2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2" y="1852"/>
                <a:ext cx="65" cy="41"/>
              </a:xfrm>
              <a:custGeom>
                <a:avLst/>
                <a:gdLst>
                  <a:gd name="T0" fmla="*/ 74 w 61"/>
                  <a:gd name="T1" fmla="*/ 0 h 39"/>
                  <a:gd name="T2" fmla="*/ 59 w 61"/>
                  <a:gd name="T3" fmla="*/ 4 h 39"/>
                  <a:gd name="T4" fmla="*/ 0 w 61"/>
                  <a:gd name="T5" fmla="*/ 45 h 3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1" h="39">
                    <a:moveTo>
                      <a:pt x="61" y="0"/>
                    </a:moveTo>
                    <a:cubicBezTo>
                      <a:pt x="57" y="2"/>
                      <a:pt x="53" y="3"/>
                      <a:pt x="49" y="4"/>
                    </a:cubicBezTo>
                    <a:cubicBezTo>
                      <a:pt x="28" y="12"/>
                      <a:pt x="11" y="24"/>
                      <a:pt x="0" y="39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937" name="Freeform 69">
                <a:extLst>
                  <a:ext uri="{FF2B5EF4-FFF2-40B4-BE49-F238E27FC236}">
                    <a16:creationId xmlns:a16="http://schemas.microsoft.com/office/drawing/2014/main" id="{F7AD2C1B-4151-44C8-8D58-16EB8DCF56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9" y="1847"/>
                <a:ext cx="22" cy="3"/>
              </a:xfrm>
              <a:custGeom>
                <a:avLst/>
                <a:gdLst>
                  <a:gd name="T0" fmla="*/ 26 w 20"/>
                  <a:gd name="T1" fmla="*/ 0 h 2"/>
                  <a:gd name="T2" fmla="*/ 0 w 20"/>
                  <a:gd name="T3" fmla="*/ 8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2">
                    <a:moveTo>
                      <a:pt x="20" y="0"/>
                    </a:moveTo>
                    <a:cubicBezTo>
                      <a:pt x="14" y="0"/>
                      <a:pt x="7" y="1"/>
                      <a:pt x="0" y="2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938" name="Freeform 70">
                <a:extLst>
                  <a:ext uri="{FF2B5EF4-FFF2-40B4-BE49-F238E27FC236}">
                    <a16:creationId xmlns:a16="http://schemas.microsoft.com/office/drawing/2014/main" id="{ABF6DF08-EC86-4619-9778-936C481F7C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7" y="1947"/>
                <a:ext cx="210" cy="206"/>
              </a:xfrm>
              <a:custGeom>
                <a:avLst/>
                <a:gdLst>
                  <a:gd name="T0" fmla="*/ 239 w 197"/>
                  <a:gd name="T1" fmla="*/ 0 h 194"/>
                  <a:gd name="T2" fmla="*/ 233 w 197"/>
                  <a:gd name="T3" fmla="*/ 36 h 194"/>
                  <a:gd name="T4" fmla="*/ 140 w 197"/>
                  <a:gd name="T5" fmla="*/ 158 h 194"/>
                  <a:gd name="T6" fmla="*/ 0 w 197"/>
                  <a:gd name="T7" fmla="*/ 233 h 19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7" h="194">
                    <a:moveTo>
                      <a:pt x="197" y="0"/>
                    </a:moveTo>
                    <a:cubicBezTo>
                      <a:pt x="197" y="0"/>
                      <a:pt x="192" y="17"/>
                      <a:pt x="192" y="30"/>
                    </a:cubicBezTo>
                    <a:cubicBezTo>
                      <a:pt x="192" y="42"/>
                      <a:pt x="164" y="110"/>
                      <a:pt x="115" y="132"/>
                    </a:cubicBezTo>
                    <a:cubicBezTo>
                      <a:pt x="65" y="155"/>
                      <a:pt x="22" y="176"/>
                      <a:pt x="0" y="194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939" name="Freeform 71">
                <a:extLst>
                  <a:ext uri="{FF2B5EF4-FFF2-40B4-BE49-F238E27FC236}">
                    <a16:creationId xmlns:a16="http://schemas.microsoft.com/office/drawing/2014/main" id="{BFAB5410-E85F-41ED-B523-A90CA3809B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7" y="2087"/>
                <a:ext cx="202" cy="275"/>
              </a:xfrm>
              <a:custGeom>
                <a:avLst/>
                <a:gdLst>
                  <a:gd name="T0" fmla="*/ 229 w 190"/>
                  <a:gd name="T1" fmla="*/ 0 h 258"/>
                  <a:gd name="T2" fmla="*/ 168 w 190"/>
                  <a:gd name="T3" fmla="*/ 71 h 258"/>
                  <a:gd name="T4" fmla="*/ 0 w 190"/>
                  <a:gd name="T5" fmla="*/ 312 h 25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0" h="258">
                    <a:moveTo>
                      <a:pt x="190" y="0"/>
                    </a:moveTo>
                    <a:cubicBezTo>
                      <a:pt x="190" y="0"/>
                      <a:pt x="153" y="32"/>
                      <a:pt x="140" y="59"/>
                    </a:cubicBezTo>
                    <a:cubicBezTo>
                      <a:pt x="128" y="86"/>
                      <a:pt x="94" y="191"/>
                      <a:pt x="0" y="258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940" name="Freeform 72">
                <a:extLst>
                  <a:ext uri="{FF2B5EF4-FFF2-40B4-BE49-F238E27FC236}">
                    <a16:creationId xmlns:a16="http://schemas.microsoft.com/office/drawing/2014/main" id="{1A83918D-3343-4FC9-A561-15A2F18D1F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5" y="2177"/>
                <a:ext cx="479" cy="474"/>
              </a:xfrm>
              <a:custGeom>
                <a:avLst/>
                <a:gdLst>
                  <a:gd name="T0" fmla="*/ 0 w 449"/>
                  <a:gd name="T1" fmla="*/ 538 h 445"/>
                  <a:gd name="T2" fmla="*/ 20 w 449"/>
                  <a:gd name="T3" fmla="*/ 487 h 445"/>
                  <a:gd name="T4" fmla="*/ 54 w 449"/>
                  <a:gd name="T5" fmla="*/ 429 h 445"/>
                  <a:gd name="T6" fmla="*/ 131 w 449"/>
                  <a:gd name="T7" fmla="*/ 372 h 445"/>
                  <a:gd name="T8" fmla="*/ 294 w 449"/>
                  <a:gd name="T9" fmla="*/ 234 h 445"/>
                  <a:gd name="T10" fmla="*/ 412 w 449"/>
                  <a:gd name="T11" fmla="*/ 94 h 445"/>
                  <a:gd name="T12" fmla="*/ 545 w 449"/>
                  <a:gd name="T13" fmla="*/ 0 h 44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49" h="445">
                    <a:moveTo>
                      <a:pt x="0" y="445"/>
                    </a:moveTo>
                    <a:cubicBezTo>
                      <a:pt x="0" y="445"/>
                      <a:pt x="12" y="419"/>
                      <a:pt x="17" y="403"/>
                    </a:cubicBezTo>
                    <a:cubicBezTo>
                      <a:pt x="21" y="388"/>
                      <a:pt x="26" y="369"/>
                      <a:pt x="45" y="355"/>
                    </a:cubicBezTo>
                    <a:cubicBezTo>
                      <a:pt x="63" y="341"/>
                      <a:pt x="87" y="318"/>
                      <a:pt x="108" y="308"/>
                    </a:cubicBezTo>
                    <a:cubicBezTo>
                      <a:pt x="129" y="298"/>
                      <a:pt x="216" y="243"/>
                      <a:pt x="243" y="194"/>
                    </a:cubicBezTo>
                    <a:cubicBezTo>
                      <a:pt x="269" y="145"/>
                      <a:pt x="310" y="121"/>
                      <a:pt x="339" y="78"/>
                    </a:cubicBezTo>
                    <a:cubicBezTo>
                      <a:pt x="369" y="34"/>
                      <a:pt x="422" y="5"/>
                      <a:pt x="449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941" name="Freeform 73">
                <a:extLst>
                  <a:ext uri="{FF2B5EF4-FFF2-40B4-BE49-F238E27FC236}">
                    <a16:creationId xmlns:a16="http://schemas.microsoft.com/office/drawing/2014/main" id="{046F1572-B64D-4384-85AC-54AE021279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9" y="2246"/>
                <a:ext cx="198" cy="37"/>
              </a:xfrm>
              <a:custGeom>
                <a:avLst/>
                <a:gdLst>
                  <a:gd name="T0" fmla="*/ 0 w 185"/>
                  <a:gd name="T1" fmla="*/ 41 h 35"/>
                  <a:gd name="T2" fmla="*/ 156 w 185"/>
                  <a:gd name="T3" fmla="*/ 13 h 35"/>
                  <a:gd name="T4" fmla="*/ 227 w 185"/>
                  <a:gd name="T5" fmla="*/ 3 h 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5" h="35">
                    <a:moveTo>
                      <a:pt x="0" y="35"/>
                    </a:moveTo>
                    <a:cubicBezTo>
                      <a:pt x="0" y="35"/>
                      <a:pt x="74" y="0"/>
                      <a:pt x="127" y="10"/>
                    </a:cubicBezTo>
                    <a:cubicBezTo>
                      <a:pt x="181" y="20"/>
                      <a:pt x="185" y="3"/>
                      <a:pt x="185" y="3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942" name="Freeform 74">
                <a:extLst>
                  <a:ext uri="{FF2B5EF4-FFF2-40B4-BE49-F238E27FC236}">
                    <a16:creationId xmlns:a16="http://schemas.microsoft.com/office/drawing/2014/main" id="{9E71E22E-287A-4622-9A37-F368E6D48C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5" y="2461"/>
                <a:ext cx="234" cy="51"/>
              </a:xfrm>
              <a:custGeom>
                <a:avLst/>
                <a:gdLst>
                  <a:gd name="T0" fmla="*/ 0 w 220"/>
                  <a:gd name="T1" fmla="*/ 46 h 48"/>
                  <a:gd name="T2" fmla="*/ 61 w 220"/>
                  <a:gd name="T3" fmla="*/ 41 h 48"/>
                  <a:gd name="T4" fmla="*/ 265 w 220"/>
                  <a:gd name="T5" fmla="*/ 57 h 4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0" h="48">
                    <a:moveTo>
                      <a:pt x="0" y="38"/>
                    </a:moveTo>
                    <a:cubicBezTo>
                      <a:pt x="0" y="38"/>
                      <a:pt x="29" y="31"/>
                      <a:pt x="51" y="35"/>
                    </a:cubicBezTo>
                    <a:cubicBezTo>
                      <a:pt x="72" y="39"/>
                      <a:pt x="122" y="0"/>
                      <a:pt x="220" y="48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943" name="Freeform 75">
                <a:extLst>
                  <a:ext uri="{FF2B5EF4-FFF2-40B4-BE49-F238E27FC236}">
                    <a16:creationId xmlns:a16="http://schemas.microsoft.com/office/drawing/2014/main" id="{137293C3-1AFC-45FC-9B6B-254FBBBB3E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1" y="1580"/>
                <a:ext cx="50" cy="103"/>
              </a:xfrm>
              <a:custGeom>
                <a:avLst/>
                <a:gdLst>
                  <a:gd name="T0" fmla="*/ 2 w 47"/>
                  <a:gd name="T1" fmla="*/ 116 h 97"/>
                  <a:gd name="T2" fmla="*/ 56 w 47"/>
                  <a:gd name="T3" fmla="*/ 0 h 9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7" h="97">
                    <a:moveTo>
                      <a:pt x="2" y="97"/>
                    </a:moveTo>
                    <a:cubicBezTo>
                      <a:pt x="2" y="97"/>
                      <a:pt x="0" y="50"/>
                      <a:pt x="47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944" name="Freeform 76">
                <a:extLst>
                  <a:ext uri="{FF2B5EF4-FFF2-40B4-BE49-F238E27FC236}">
                    <a16:creationId xmlns:a16="http://schemas.microsoft.com/office/drawing/2014/main" id="{8D196EAE-45FB-467D-9438-44BBBC3256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9" y="1610"/>
                <a:ext cx="96" cy="36"/>
              </a:xfrm>
              <a:custGeom>
                <a:avLst/>
                <a:gdLst>
                  <a:gd name="T0" fmla="*/ 0 w 90"/>
                  <a:gd name="T1" fmla="*/ 40 h 34"/>
                  <a:gd name="T2" fmla="*/ 41 w 90"/>
                  <a:gd name="T3" fmla="*/ 28 h 34"/>
                  <a:gd name="T4" fmla="*/ 109 w 90"/>
                  <a:gd name="T5" fmla="*/ 0 h 3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0" h="34">
                    <a:moveTo>
                      <a:pt x="0" y="34"/>
                    </a:moveTo>
                    <a:cubicBezTo>
                      <a:pt x="0" y="34"/>
                      <a:pt x="17" y="23"/>
                      <a:pt x="34" y="24"/>
                    </a:cubicBezTo>
                    <a:cubicBezTo>
                      <a:pt x="51" y="26"/>
                      <a:pt x="79" y="16"/>
                      <a:pt x="90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945" name="Freeform 77">
                <a:extLst>
                  <a:ext uri="{FF2B5EF4-FFF2-40B4-BE49-F238E27FC236}">
                    <a16:creationId xmlns:a16="http://schemas.microsoft.com/office/drawing/2014/main" id="{DB236AF6-DABF-4E96-BFFC-F86BE9CA5A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0" y="1784"/>
                <a:ext cx="116" cy="57"/>
              </a:xfrm>
              <a:custGeom>
                <a:avLst/>
                <a:gdLst>
                  <a:gd name="T0" fmla="*/ 0 w 109"/>
                  <a:gd name="T1" fmla="*/ 0 h 54"/>
                  <a:gd name="T2" fmla="*/ 131 w 109"/>
                  <a:gd name="T3" fmla="*/ 63 h 5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9" h="54">
                    <a:moveTo>
                      <a:pt x="0" y="0"/>
                    </a:moveTo>
                    <a:cubicBezTo>
                      <a:pt x="0" y="0"/>
                      <a:pt x="77" y="41"/>
                      <a:pt x="109" y="54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946" name="Freeform 78">
                <a:extLst>
                  <a:ext uri="{FF2B5EF4-FFF2-40B4-BE49-F238E27FC236}">
                    <a16:creationId xmlns:a16="http://schemas.microsoft.com/office/drawing/2014/main" id="{752C8CEA-39B7-432D-8221-88E6E4BBF8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6" y="1853"/>
                <a:ext cx="46" cy="78"/>
              </a:xfrm>
              <a:custGeom>
                <a:avLst/>
                <a:gdLst>
                  <a:gd name="T0" fmla="*/ 52 w 43"/>
                  <a:gd name="T1" fmla="*/ 0 h 73"/>
                  <a:gd name="T2" fmla="*/ 33 w 43"/>
                  <a:gd name="T3" fmla="*/ 26 h 73"/>
                  <a:gd name="T4" fmla="*/ 1 w 43"/>
                  <a:gd name="T5" fmla="*/ 89 h 7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" h="73">
                    <a:moveTo>
                      <a:pt x="43" y="0"/>
                    </a:moveTo>
                    <a:cubicBezTo>
                      <a:pt x="43" y="0"/>
                      <a:pt x="41" y="15"/>
                      <a:pt x="27" y="21"/>
                    </a:cubicBezTo>
                    <a:cubicBezTo>
                      <a:pt x="13" y="27"/>
                      <a:pt x="0" y="53"/>
                      <a:pt x="1" y="73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947" name="Freeform 79">
                <a:extLst>
                  <a:ext uri="{FF2B5EF4-FFF2-40B4-BE49-F238E27FC236}">
                    <a16:creationId xmlns:a16="http://schemas.microsoft.com/office/drawing/2014/main" id="{641B3FF5-1EFA-45EA-B133-84291214AF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2" y="1890"/>
                <a:ext cx="22" cy="4"/>
              </a:xfrm>
              <a:custGeom>
                <a:avLst/>
                <a:gdLst>
                  <a:gd name="T0" fmla="*/ 26 w 20"/>
                  <a:gd name="T1" fmla="*/ 0 h 4"/>
                  <a:gd name="T2" fmla="*/ 0 w 20"/>
                  <a:gd name="T3" fmla="*/ 3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4">
                    <a:moveTo>
                      <a:pt x="20" y="0"/>
                    </a:moveTo>
                    <a:cubicBezTo>
                      <a:pt x="20" y="0"/>
                      <a:pt x="9" y="4"/>
                      <a:pt x="0" y="3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948" name="Freeform 80">
                <a:extLst>
                  <a:ext uri="{FF2B5EF4-FFF2-40B4-BE49-F238E27FC236}">
                    <a16:creationId xmlns:a16="http://schemas.microsoft.com/office/drawing/2014/main" id="{B0267966-8FAB-4043-9A5C-579FC7B1F3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1" y="2381"/>
                <a:ext cx="57" cy="158"/>
              </a:xfrm>
              <a:custGeom>
                <a:avLst/>
                <a:gdLst>
                  <a:gd name="T0" fmla="*/ 23 w 54"/>
                  <a:gd name="T1" fmla="*/ 180 h 148"/>
                  <a:gd name="T2" fmla="*/ 36 w 54"/>
                  <a:gd name="T3" fmla="*/ 138 h 148"/>
                  <a:gd name="T4" fmla="*/ 49 w 54"/>
                  <a:gd name="T5" fmla="*/ 121 h 148"/>
                  <a:gd name="T6" fmla="*/ 59 w 54"/>
                  <a:gd name="T7" fmla="*/ 96 h 148"/>
                  <a:gd name="T8" fmla="*/ 61 w 54"/>
                  <a:gd name="T9" fmla="*/ 82 h 148"/>
                  <a:gd name="T10" fmla="*/ 61 w 54"/>
                  <a:gd name="T11" fmla="*/ 47 h 148"/>
                  <a:gd name="T12" fmla="*/ 54 w 54"/>
                  <a:gd name="T13" fmla="*/ 27 h 148"/>
                  <a:gd name="T14" fmla="*/ 33 w 54"/>
                  <a:gd name="T15" fmla="*/ 0 h 148"/>
                  <a:gd name="T16" fmla="*/ 25 w 54"/>
                  <a:gd name="T17" fmla="*/ 15 h 148"/>
                  <a:gd name="T18" fmla="*/ 0 w 54"/>
                  <a:gd name="T19" fmla="*/ 130 h 14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4" h="148">
                    <a:moveTo>
                      <a:pt x="20" y="148"/>
                    </a:moveTo>
                    <a:cubicBezTo>
                      <a:pt x="20" y="148"/>
                      <a:pt x="17" y="123"/>
                      <a:pt x="30" y="113"/>
                    </a:cubicBezTo>
                    <a:cubicBezTo>
                      <a:pt x="42" y="102"/>
                      <a:pt x="42" y="105"/>
                      <a:pt x="42" y="99"/>
                    </a:cubicBezTo>
                    <a:cubicBezTo>
                      <a:pt x="42" y="94"/>
                      <a:pt x="47" y="83"/>
                      <a:pt x="50" y="79"/>
                    </a:cubicBezTo>
                    <a:cubicBezTo>
                      <a:pt x="54" y="75"/>
                      <a:pt x="54" y="73"/>
                      <a:pt x="52" y="67"/>
                    </a:cubicBezTo>
                    <a:cubicBezTo>
                      <a:pt x="50" y="61"/>
                      <a:pt x="50" y="45"/>
                      <a:pt x="52" y="38"/>
                    </a:cubicBezTo>
                    <a:cubicBezTo>
                      <a:pt x="54" y="32"/>
                      <a:pt x="49" y="27"/>
                      <a:pt x="45" y="22"/>
                    </a:cubicBezTo>
                    <a:cubicBezTo>
                      <a:pt x="41" y="17"/>
                      <a:pt x="27" y="0"/>
                      <a:pt x="27" y="0"/>
                    </a:cubicBezTo>
                    <a:cubicBezTo>
                      <a:pt x="27" y="0"/>
                      <a:pt x="22" y="3"/>
                      <a:pt x="22" y="12"/>
                    </a:cubicBezTo>
                    <a:cubicBezTo>
                      <a:pt x="22" y="22"/>
                      <a:pt x="39" y="95"/>
                      <a:pt x="0" y="107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949" name="Freeform 81">
                <a:extLst>
                  <a:ext uri="{FF2B5EF4-FFF2-40B4-BE49-F238E27FC236}">
                    <a16:creationId xmlns:a16="http://schemas.microsoft.com/office/drawing/2014/main" id="{76363A16-8CB8-4F63-86A0-F2D5040810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0" y="2372"/>
                <a:ext cx="38" cy="33"/>
              </a:xfrm>
              <a:custGeom>
                <a:avLst/>
                <a:gdLst>
                  <a:gd name="T0" fmla="*/ 45 w 35"/>
                  <a:gd name="T1" fmla="*/ 3 h 31"/>
                  <a:gd name="T2" fmla="*/ 0 w 35"/>
                  <a:gd name="T3" fmla="*/ 37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5" h="31">
                    <a:moveTo>
                      <a:pt x="35" y="3"/>
                    </a:moveTo>
                    <a:cubicBezTo>
                      <a:pt x="35" y="3"/>
                      <a:pt x="10" y="0"/>
                      <a:pt x="0" y="31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950" name="Freeform 82">
                <a:extLst>
                  <a:ext uri="{FF2B5EF4-FFF2-40B4-BE49-F238E27FC236}">
                    <a16:creationId xmlns:a16="http://schemas.microsoft.com/office/drawing/2014/main" id="{767CCAF2-0C28-4EA2-A6A5-8B71A6C47E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5" y="2456"/>
                <a:ext cx="33" cy="33"/>
              </a:xfrm>
              <a:custGeom>
                <a:avLst/>
                <a:gdLst>
                  <a:gd name="T0" fmla="*/ 4 w 31"/>
                  <a:gd name="T1" fmla="*/ 28 h 31"/>
                  <a:gd name="T2" fmla="*/ 30 w 31"/>
                  <a:gd name="T3" fmla="*/ 32 h 31"/>
                  <a:gd name="T4" fmla="*/ 18 w 31"/>
                  <a:gd name="T5" fmla="*/ 1 h 31"/>
                  <a:gd name="T6" fmla="*/ 4 w 31"/>
                  <a:gd name="T7" fmla="*/ 28 h 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1" h="31">
                    <a:moveTo>
                      <a:pt x="4" y="23"/>
                    </a:moveTo>
                    <a:cubicBezTo>
                      <a:pt x="4" y="23"/>
                      <a:pt x="16" y="31"/>
                      <a:pt x="24" y="26"/>
                    </a:cubicBezTo>
                    <a:cubicBezTo>
                      <a:pt x="24" y="26"/>
                      <a:pt x="31" y="1"/>
                      <a:pt x="15" y="1"/>
                    </a:cubicBezTo>
                    <a:cubicBezTo>
                      <a:pt x="0" y="0"/>
                      <a:pt x="4" y="23"/>
                      <a:pt x="4" y="23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951" name="Freeform 83">
                <a:extLst>
                  <a:ext uri="{FF2B5EF4-FFF2-40B4-BE49-F238E27FC236}">
                    <a16:creationId xmlns:a16="http://schemas.microsoft.com/office/drawing/2014/main" id="{A148A30C-430B-4B16-A94E-B18E2DA9AC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7" y="2527"/>
                <a:ext cx="25" cy="18"/>
              </a:xfrm>
              <a:custGeom>
                <a:avLst/>
                <a:gdLst>
                  <a:gd name="T0" fmla="*/ 29 w 23"/>
                  <a:gd name="T1" fmla="*/ 6 h 17"/>
                  <a:gd name="T2" fmla="*/ 12 w 23"/>
                  <a:gd name="T3" fmla="*/ 4 h 17"/>
                  <a:gd name="T4" fmla="*/ 0 w 23"/>
                  <a:gd name="T5" fmla="*/ 20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17">
                    <a:moveTo>
                      <a:pt x="23" y="6"/>
                    </a:moveTo>
                    <a:cubicBezTo>
                      <a:pt x="23" y="6"/>
                      <a:pt x="18" y="0"/>
                      <a:pt x="9" y="4"/>
                    </a:cubicBezTo>
                    <a:cubicBezTo>
                      <a:pt x="1" y="8"/>
                      <a:pt x="0" y="17"/>
                      <a:pt x="0" y="17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952" name="Freeform 84">
                <a:extLst>
                  <a:ext uri="{FF2B5EF4-FFF2-40B4-BE49-F238E27FC236}">
                    <a16:creationId xmlns:a16="http://schemas.microsoft.com/office/drawing/2014/main" id="{E1C2E049-976B-4F54-B415-11A4E5A0EB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4" y="2471"/>
                <a:ext cx="47" cy="46"/>
              </a:xfrm>
              <a:custGeom>
                <a:avLst/>
                <a:gdLst>
                  <a:gd name="T0" fmla="*/ 0 w 44"/>
                  <a:gd name="T1" fmla="*/ 52 h 43"/>
                  <a:gd name="T2" fmla="*/ 30 w 44"/>
                  <a:gd name="T3" fmla="*/ 30 h 43"/>
                  <a:gd name="T4" fmla="*/ 53 w 44"/>
                  <a:gd name="T5" fmla="*/ 0 h 4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4" h="43">
                    <a:moveTo>
                      <a:pt x="0" y="43"/>
                    </a:moveTo>
                    <a:cubicBezTo>
                      <a:pt x="0" y="43"/>
                      <a:pt x="6" y="29"/>
                      <a:pt x="24" y="24"/>
                    </a:cubicBezTo>
                    <a:cubicBezTo>
                      <a:pt x="24" y="24"/>
                      <a:pt x="26" y="9"/>
                      <a:pt x="44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953" name="Freeform 85">
                <a:extLst>
                  <a:ext uri="{FF2B5EF4-FFF2-40B4-BE49-F238E27FC236}">
                    <a16:creationId xmlns:a16="http://schemas.microsoft.com/office/drawing/2014/main" id="{3D63E630-7F5D-4238-B2E4-17B0A7483C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1" y="2455"/>
                <a:ext cx="27" cy="22"/>
              </a:xfrm>
              <a:custGeom>
                <a:avLst/>
                <a:gdLst>
                  <a:gd name="T0" fmla="*/ 0 w 25"/>
                  <a:gd name="T1" fmla="*/ 24 h 21"/>
                  <a:gd name="T2" fmla="*/ 14 w 25"/>
                  <a:gd name="T3" fmla="*/ 18 h 21"/>
                  <a:gd name="T4" fmla="*/ 31 w 25"/>
                  <a:gd name="T5" fmla="*/ 0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21">
                    <a:moveTo>
                      <a:pt x="0" y="21"/>
                    </a:moveTo>
                    <a:cubicBezTo>
                      <a:pt x="0" y="21"/>
                      <a:pt x="6" y="16"/>
                      <a:pt x="11" y="15"/>
                    </a:cubicBezTo>
                    <a:cubicBezTo>
                      <a:pt x="17" y="14"/>
                      <a:pt x="18" y="3"/>
                      <a:pt x="25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954" name="Freeform 86">
                <a:extLst>
                  <a:ext uri="{FF2B5EF4-FFF2-40B4-BE49-F238E27FC236}">
                    <a16:creationId xmlns:a16="http://schemas.microsoft.com/office/drawing/2014/main" id="{14A74CE6-EB2E-4CEC-98E1-5E936A312B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2" y="2403"/>
                <a:ext cx="20" cy="62"/>
              </a:xfrm>
              <a:custGeom>
                <a:avLst/>
                <a:gdLst>
                  <a:gd name="T0" fmla="*/ 22 w 19"/>
                  <a:gd name="T1" fmla="*/ 68 h 59"/>
                  <a:gd name="T2" fmla="*/ 17 w 19"/>
                  <a:gd name="T3" fmla="*/ 46 h 59"/>
                  <a:gd name="T4" fmla="*/ 9 w 19"/>
                  <a:gd name="T5" fmla="*/ 23 h 59"/>
                  <a:gd name="T6" fmla="*/ 0 w 19"/>
                  <a:gd name="T7" fmla="*/ 0 h 5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59">
                    <a:moveTo>
                      <a:pt x="19" y="59"/>
                    </a:moveTo>
                    <a:cubicBezTo>
                      <a:pt x="19" y="59"/>
                      <a:pt x="13" y="49"/>
                      <a:pt x="14" y="40"/>
                    </a:cubicBezTo>
                    <a:cubicBezTo>
                      <a:pt x="16" y="30"/>
                      <a:pt x="13" y="25"/>
                      <a:pt x="9" y="20"/>
                    </a:cubicBezTo>
                    <a:cubicBezTo>
                      <a:pt x="5" y="14"/>
                      <a:pt x="1" y="7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955" name="Freeform 87">
                <a:extLst>
                  <a:ext uri="{FF2B5EF4-FFF2-40B4-BE49-F238E27FC236}">
                    <a16:creationId xmlns:a16="http://schemas.microsoft.com/office/drawing/2014/main" id="{61878B1A-95CA-40FD-8CE9-8175F70B12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0" y="2423"/>
                <a:ext cx="12" cy="19"/>
              </a:xfrm>
              <a:custGeom>
                <a:avLst/>
                <a:gdLst>
                  <a:gd name="T0" fmla="*/ 12 w 12"/>
                  <a:gd name="T1" fmla="*/ 0 h 18"/>
                  <a:gd name="T2" fmla="*/ 9 w 12"/>
                  <a:gd name="T3" fmla="*/ 16 h 18"/>
                  <a:gd name="T4" fmla="*/ 0 w 12"/>
                  <a:gd name="T5" fmla="*/ 21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8">
                    <a:moveTo>
                      <a:pt x="12" y="0"/>
                    </a:moveTo>
                    <a:cubicBezTo>
                      <a:pt x="12" y="0"/>
                      <a:pt x="9" y="9"/>
                      <a:pt x="9" y="13"/>
                    </a:cubicBezTo>
                    <a:cubicBezTo>
                      <a:pt x="10" y="18"/>
                      <a:pt x="0" y="18"/>
                      <a:pt x="0" y="18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956" name="Freeform 88">
                <a:extLst>
                  <a:ext uri="{FF2B5EF4-FFF2-40B4-BE49-F238E27FC236}">
                    <a16:creationId xmlns:a16="http://schemas.microsoft.com/office/drawing/2014/main" id="{B115C964-C12B-4121-9FFE-877532168F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9" y="1253"/>
                <a:ext cx="77" cy="53"/>
              </a:xfrm>
              <a:custGeom>
                <a:avLst/>
                <a:gdLst>
                  <a:gd name="T0" fmla="*/ 88 w 72"/>
                  <a:gd name="T1" fmla="*/ 0 h 50"/>
                  <a:gd name="T2" fmla="*/ 0 w 72"/>
                  <a:gd name="T3" fmla="*/ 59 h 5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2" h="50">
                    <a:moveTo>
                      <a:pt x="72" y="0"/>
                    </a:moveTo>
                    <a:cubicBezTo>
                      <a:pt x="72" y="0"/>
                      <a:pt x="63" y="33"/>
                      <a:pt x="0" y="5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957" name="Freeform 89">
                <a:extLst>
                  <a:ext uri="{FF2B5EF4-FFF2-40B4-BE49-F238E27FC236}">
                    <a16:creationId xmlns:a16="http://schemas.microsoft.com/office/drawing/2014/main" id="{60182CD3-D58B-49A4-8E87-99E9FA227E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4" y="1251"/>
                <a:ext cx="9" cy="45"/>
              </a:xfrm>
              <a:custGeom>
                <a:avLst/>
                <a:gdLst>
                  <a:gd name="T0" fmla="*/ 7 w 8"/>
                  <a:gd name="T1" fmla="*/ 0 h 42"/>
                  <a:gd name="T2" fmla="*/ 11 w 8"/>
                  <a:gd name="T3" fmla="*/ 51 h 4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42">
                    <a:moveTo>
                      <a:pt x="4" y="0"/>
                    </a:moveTo>
                    <a:cubicBezTo>
                      <a:pt x="4" y="0"/>
                      <a:pt x="0" y="22"/>
                      <a:pt x="8" y="42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958" name="Freeform 90">
                <a:extLst>
                  <a:ext uri="{FF2B5EF4-FFF2-40B4-BE49-F238E27FC236}">
                    <a16:creationId xmlns:a16="http://schemas.microsoft.com/office/drawing/2014/main" id="{E42729EB-4C1C-49AD-9589-A6A2F11038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3" y="1139"/>
                <a:ext cx="130" cy="49"/>
              </a:xfrm>
              <a:custGeom>
                <a:avLst/>
                <a:gdLst>
                  <a:gd name="T0" fmla="*/ 75 w 122"/>
                  <a:gd name="T1" fmla="*/ 53 h 46"/>
                  <a:gd name="T2" fmla="*/ 148 w 122"/>
                  <a:gd name="T3" fmla="*/ 29 h 46"/>
                  <a:gd name="T4" fmla="*/ 100 w 122"/>
                  <a:gd name="T5" fmla="*/ 0 h 46"/>
                  <a:gd name="T6" fmla="*/ 74 w 122"/>
                  <a:gd name="T7" fmla="*/ 4 h 46"/>
                  <a:gd name="T8" fmla="*/ 74 w 122"/>
                  <a:gd name="T9" fmla="*/ 4 h 46"/>
                  <a:gd name="T10" fmla="*/ 48 w 122"/>
                  <a:gd name="T11" fmla="*/ 0 h 46"/>
                  <a:gd name="T12" fmla="*/ 0 w 122"/>
                  <a:gd name="T13" fmla="*/ 29 h 46"/>
                  <a:gd name="T14" fmla="*/ 71 w 122"/>
                  <a:gd name="T15" fmla="*/ 53 h 46"/>
                  <a:gd name="T16" fmla="*/ 75 w 122"/>
                  <a:gd name="T17" fmla="*/ 53 h 4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22" h="46">
                    <a:moveTo>
                      <a:pt x="62" y="44"/>
                    </a:moveTo>
                    <a:cubicBezTo>
                      <a:pt x="99" y="46"/>
                      <a:pt x="122" y="23"/>
                      <a:pt x="122" y="23"/>
                    </a:cubicBezTo>
                    <a:cubicBezTo>
                      <a:pt x="103" y="21"/>
                      <a:pt x="83" y="0"/>
                      <a:pt x="83" y="0"/>
                    </a:cubicBezTo>
                    <a:cubicBezTo>
                      <a:pt x="61" y="4"/>
                      <a:pt x="61" y="4"/>
                      <a:pt x="61" y="4"/>
                    </a:cubicBezTo>
                    <a:cubicBezTo>
                      <a:pt x="61" y="4"/>
                      <a:pt x="61" y="4"/>
                      <a:pt x="61" y="4"/>
                    </a:cubicBezTo>
                    <a:cubicBezTo>
                      <a:pt x="39" y="0"/>
                      <a:pt x="39" y="0"/>
                      <a:pt x="39" y="0"/>
                    </a:cubicBezTo>
                    <a:cubicBezTo>
                      <a:pt x="39" y="0"/>
                      <a:pt x="19" y="21"/>
                      <a:pt x="0" y="23"/>
                    </a:cubicBezTo>
                    <a:cubicBezTo>
                      <a:pt x="0" y="23"/>
                      <a:pt x="23" y="46"/>
                      <a:pt x="59" y="44"/>
                    </a:cubicBezTo>
                    <a:lnTo>
                      <a:pt x="62" y="44"/>
                    </a:lnTo>
                    <a:close/>
                  </a:path>
                </a:pathLst>
              </a:custGeom>
              <a:solidFill>
                <a:srgbClr val="C2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959" name="Freeform 91">
                <a:extLst>
                  <a:ext uri="{FF2B5EF4-FFF2-40B4-BE49-F238E27FC236}">
                    <a16:creationId xmlns:a16="http://schemas.microsoft.com/office/drawing/2014/main" id="{5B089E00-47ED-4E6C-9242-402924C262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2" y="1165"/>
                <a:ext cx="132" cy="24"/>
              </a:xfrm>
              <a:custGeom>
                <a:avLst/>
                <a:gdLst>
                  <a:gd name="T0" fmla="*/ 77 w 124"/>
                  <a:gd name="T1" fmla="*/ 21 h 23"/>
                  <a:gd name="T2" fmla="*/ 73 w 124"/>
                  <a:gd name="T3" fmla="*/ 21 h 23"/>
                  <a:gd name="T4" fmla="*/ 1 w 124"/>
                  <a:gd name="T5" fmla="*/ 1 h 23"/>
                  <a:gd name="T6" fmla="*/ 1 w 124"/>
                  <a:gd name="T7" fmla="*/ 1 h 23"/>
                  <a:gd name="T8" fmla="*/ 73 w 124"/>
                  <a:gd name="T9" fmla="*/ 25 h 23"/>
                  <a:gd name="T10" fmla="*/ 77 w 124"/>
                  <a:gd name="T11" fmla="*/ 25 h 23"/>
                  <a:gd name="T12" fmla="*/ 148 w 124"/>
                  <a:gd name="T13" fmla="*/ 1 h 23"/>
                  <a:gd name="T14" fmla="*/ 148 w 124"/>
                  <a:gd name="T15" fmla="*/ 1 h 23"/>
                  <a:gd name="T16" fmla="*/ 77 w 124"/>
                  <a:gd name="T17" fmla="*/ 21 h 2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24" h="23">
                    <a:moveTo>
                      <a:pt x="64" y="18"/>
                    </a:moveTo>
                    <a:cubicBezTo>
                      <a:pt x="61" y="18"/>
                      <a:pt x="61" y="18"/>
                      <a:pt x="61" y="18"/>
                    </a:cubicBezTo>
                    <a:cubicBezTo>
                      <a:pt x="33" y="19"/>
                      <a:pt x="9" y="7"/>
                      <a:pt x="1" y="1"/>
                    </a:cubicBezTo>
                    <a:cubicBezTo>
                      <a:pt x="0" y="1"/>
                      <a:pt x="2" y="0"/>
                      <a:pt x="1" y="1"/>
                    </a:cubicBezTo>
                    <a:cubicBezTo>
                      <a:pt x="1" y="1"/>
                      <a:pt x="24" y="23"/>
                      <a:pt x="61" y="22"/>
                    </a:cubicBezTo>
                    <a:cubicBezTo>
                      <a:pt x="64" y="22"/>
                      <a:pt x="64" y="22"/>
                      <a:pt x="64" y="22"/>
                    </a:cubicBezTo>
                    <a:cubicBezTo>
                      <a:pt x="100" y="23"/>
                      <a:pt x="123" y="1"/>
                      <a:pt x="123" y="1"/>
                    </a:cubicBezTo>
                    <a:cubicBezTo>
                      <a:pt x="122" y="0"/>
                      <a:pt x="124" y="1"/>
                      <a:pt x="123" y="1"/>
                    </a:cubicBezTo>
                    <a:cubicBezTo>
                      <a:pt x="115" y="7"/>
                      <a:pt x="91" y="19"/>
                      <a:pt x="64" y="18"/>
                    </a:cubicBezTo>
                    <a:close/>
                  </a:path>
                </a:pathLst>
              </a:custGeom>
              <a:solidFill>
                <a:srgbClr val="8E4C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960" name="Freeform 92">
                <a:extLst>
                  <a:ext uri="{FF2B5EF4-FFF2-40B4-BE49-F238E27FC236}">
                    <a16:creationId xmlns:a16="http://schemas.microsoft.com/office/drawing/2014/main" id="{D80D71B6-5BF9-4DEF-9224-7A3E7B4F09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3" y="1137"/>
                <a:ext cx="129" cy="24"/>
              </a:xfrm>
              <a:custGeom>
                <a:avLst/>
                <a:gdLst>
                  <a:gd name="T0" fmla="*/ 0 w 121"/>
                  <a:gd name="T1" fmla="*/ 26 h 23"/>
                  <a:gd name="T2" fmla="*/ 48 w 121"/>
                  <a:gd name="T3" fmla="*/ 3 h 23"/>
                  <a:gd name="T4" fmla="*/ 72 w 121"/>
                  <a:gd name="T5" fmla="*/ 6 h 23"/>
                  <a:gd name="T6" fmla="*/ 74 w 121"/>
                  <a:gd name="T7" fmla="*/ 6 h 23"/>
                  <a:gd name="T8" fmla="*/ 99 w 121"/>
                  <a:gd name="T9" fmla="*/ 3 h 23"/>
                  <a:gd name="T10" fmla="*/ 147 w 121"/>
                  <a:gd name="T11" fmla="*/ 26 h 23"/>
                  <a:gd name="T12" fmla="*/ 147 w 121"/>
                  <a:gd name="T13" fmla="*/ 26 h 23"/>
                  <a:gd name="T14" fmla="*/ 99 w 121"/>
                  <a:gd name="T15" fmla="*/ 0 h 23"/>
                  <a:gd name="T16" fmla="*/ 74 w 121"/>
                  <a:gd name="T17" fmla="*/ 4 h 23"/>
                  <a:gd name="T18" fmla="*/ 72 w 121"/>
                  <a:gd name="T19" fmla="*/ 4 h 23"/>
                  <a:gd name="T20" fmla="*/ 48 w 121"/>
                  <a:gd name="T21" fmla="*/ 0 h 23"/>
                  <a:gd name="T22" fmla="*/ 0 w 121"/>
                  <a:gd name="T23" fmla="*/ 26 h 2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21" h="23">
                    <a:moveTo>
                      <a:pt x="0" y="23"/>
                    </a:moveTo>
                    <a:cubicBezTo>
                      <a:pt x="19" y="21"/>
                      <a:pt x="39" y="3"/>
                      <a:pt x="39" y="3"/>
                    </a:cubicBezTo>
                    <a:cubicBezTo>
                      <a:pt x="60" y="6"/>
                      <a:pt x="60" y="6"/>
                      <a:pt x="60" y="6"/>
                    </a:cubicBezTo>
                    <a:cubicBezTo>
                      <a:pt x="61" y="6"/>
                      <a:pt x="61" y="6"/>
                      <a:pt x="61" y="6"/>
                    </a:cubicBezTo>
                    <a:cubicBezTo>
                      <a:pt x="82" y="3"/>
                      <a:pt x="82" y="3"/>
                      <a:pt x="82" y="3"/>
                    </a:cubicBezTo>
                    <a:cubicBezTo>
                      <a:pt x="82" y="3"/>
                      <a:pt x="99" y="21"/>
                      <a:pt x="121" y="23"/>
                    </a:cubicBezTo>
                    <a:cubicBezTo>
                      <a:pt x="121" y="23"/>
                      <a:pt x="121" y="23"/>
                      <a:pt x="121" y="23"/>
                    </a:cubicBezTo>
                    <a:cubicBezTo>
                      <a:pt x="102" y="21"/>
                      <a:pt x="82" y="0"/>
                      <a:pt x="82" y="0"/>
                    </a:cubicBezTo>
                    <a:cubicBezTo>
                      <a:pt x="61" y="4"/>
                      <a:pt x="61" y="4"/>
                      <a:pt x="61" y="4"/>
                    </a:cubicBezTo>
                    <a:cubicBezTo>
                      <a:pt x="60" y="4"/>
                      <a:pt x="60" y="4"/>
                      <a:pt x="60" y="4"/>
                    </a:cubicBezTo>
                    <a:cubicBezTo>
                      <a:pt x="39" y="0"/>
                      <a:pt x="39" y="0"/>
                      <a:pt x="39" y="0"/>
                    </a:cubicBezTo>
                    <a:cubicBezTo>
                      <a:pt x="39" y="0"/>
                      <a:pt x="19" y="21"/>
                      <a:pt x="0" y="23"/>
                    </a:cubicBezTo>
                    <a:close/>
                  </a:path>
                </a:pathLst>
              </a:custGeom>
              <a:solidFill>
                <a:srgbClr val="8E4C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961" name="Freeform 93">
                <a:extLst>
                  <a:ext uri="{FF2B5EF4-FFF2-40B4-BE49-F238E27FC236}">
                    <a16:creationId xmlns:a16="http://schemas.microsoft.com/office/drawing/2014/main" id="{3318A89A-2C99-4A1F-9FCD-2177169274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1" y="1156"/>
                <a:ext cx="8" cy="17"/>
              </a:xfrm>
              <a:custGeom>
                <a:avLst/>
                <a:gdLst>
                  <a:gd name="T0" fmla="*/ 0 w 8"/>
                  <a:gd name="T1" fmla="*/ 0 h 16"/>
                  <a:gd name="T2" fmla="*/ 0 w 8"/>
                  <a:gd name="T3" fmla="*/ 19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16">
                    <a:moveTo>
                      <a:pt x="0" y="0"/>
                    </a:moveTo>
                    <a:cubicBezTo>
                      <a:pt x="0" y="0"/>
                      <a:pt x="8" y="4"/>
                      <a:pt x="0" y="16"/>
                    </a:cubicBezTo>
                  </a:path>
                </a:pathLst>
              </a:custGeom>
              <a:noFill/>
              <a:ln w="3175" cap="flat">
                <a:solidFill>
                  <a:srgbClr val="5A2218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962" name="Freeform 94">
                <a:extLst>
                  <a:ext uri="{FF2B5EF4-FFF2-40B4-BE49-F238E27FC236}">
                    <a16:creationId xmlns:a16="http://schemas.microsoft.com/office/drawing/2014/main" id="{220981FE-B20D-4099-82A2-5FFA44A11D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8" y="1087"/>
                <a:ext cx="25" cy="62"/>
              </a:xfrm>
              <a:custGeom>
                <a:avLst/>
                <a:gdLst>
                  <a:gd name="T0" fmla="*/ 0 w 23"/>
                  <a:gd name="T1" fmla="*/ 0 h 58"/>
                  <a:gd name="T2" fmla="*/ 11 w 23"/>
                  <a:gd name="T3" fmla="*/ 11 h 58"/>
                  <a:gd name="T4" fmla="*/ 18 w 23"/>
                  <a:gd name="T5" fmla="*/ 30 h 58"/>
                  <a:gd name="T6" fmla="*/ 22 w 23"/>
                  <a:gd name="T7" fmla="*/ 50 h 58"/>
                  <a:gd name="T8" fmla="*/ 29 w 23"/>
                  <a:gd name="T9" fmla="*/ 71 h 58"/>
                  <a:gd name="T10" fmla="*/ 25 w 23"/>
                  <a:gd name="T11" fmla="*/ 61 h 58"/>
                  <a:gd name="T12" fmla="*/ 18 w 23"/>
                  <a:gd name="T13" fmla="*/ 49 h 58"/>
                  <a:gd name="T14" fmla="*/ 15 w 23"/>
                  <a:gd name="T15" fmla="*/ 31 h 58"/>
                  <a:gd name="T16" fmla="*/ 12 w 23"/>
                  <a:gd name="T17" fmla="*/ 17 h 58"/>
                  <a:gd name="T18" fmla="*/ 9 w 23"/>
                  <a:gd name="T19" fmla="*/ 12 h 58"/>
                  <a:gd name="T20" fmla="*/ 2 w 23"/>
                  <a:gd name="T21" fmla="*/ 2 h 5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3" h="58">
                    <a:moveTo>
                      <a:pt x="0" y="0"/>
                    </a:moveTo>
                    <a:cubicBezTo>
                      <a:pt x="3" y="2"/>
                      <a:pt x="6" y="6"/>
                      <a:pt x="8" y="8"/>
                    </a:cubicBezTo>
                    <a:cubicBezTo>
                      <a:pt x="12" y="13"/>
                      <a:pt x="14" y="18"/>
                      <a:pt x="15" y="24"/>
                    </a:cubicBezTo>
                    <a:cubicBezTo>
                      <a:pt x="16" y="29"/>
                      <a:pt x="16" y="35"/>
                      <a:pt x="17" y="41"/>
                    </a:cubicBezTo>
                    <a:cubicBezTo>
                      <a:pt x="18" y="47"/>
                      <a:pt x="20" y="53"/>
                      <a:pt x="23" y="58"/>
                    </a:cubicBezTo>
                    <a:cubicBezTo>
                      <a:pt x="22" y="56"/>
                      <a:pt x="20" y="53"/>
                      <a:pt x="19" y="50"/>
                    </a:cubicBezTo>
                    <a:cubicBezTo>
                      <a:pt x="18" y="47"/>
                      <a:pt x="16" y="43"/>
                      <a:pt x="15" y="40"/>
                    </a:cubicBezTo>
                    <a:cubicBezTo>
                      <a:pt x="14" y="35"/>
                      <a:pt x="13" y="30"/>
                      <a:pt x="12" y="25"/>
                    </a:cubicBezTo>
                    <a:cubicBezTo>
                      <a:pt x="12" y="21"/>
                      <a:pt x="11" y="18"/>
                      <a:pt x="9" y="14"/>
                    </a:cubicBezTo>
                    <a:cubicBezTo>
                      <a:pt x="8" y="12"/>
                      <a:pt x="8" y="11"/>
                      <a:pt x="6" y="9"/>
                    </a:cubicBezTo>
                    <a:cubicBezTo>
                      <a:pt x="5" y="7"/>
                      <a:pt x="3" y="5"/>
                      <a:pt x="2" y="2"/>
                    </a:cubicBezTo>
                  </a:path>
                </a:pathLst>
              </a:custGeom>
              <a:solidFill>
                <a:srgbClr val="773C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963" name="Freeform 95">
                <a:extLst>
                  <a:ext uri="{FF2B5EF4-FFF2-40B4-BE49-F238E27FC236}">
                    <a16:creationId xmlns:a16="http://schemas.microsoft.com/office/drawing/2014/main" id="{81485968-9BCE-4937-A9CE-96A5C8568D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8" y="1157"/>
                <a:ext cx="8" cy="18"/>
              </a:xfrm>
              <a:custGeom>
                <a:avLst/>
                <a:gdLst>
                  <a:gd name="T0" fmla="*/ 0 w 8"/>
                  <a:gd name="T1" fmla="*/ 0 h 17"/>
                  <a:gd name="T2" fmla="*/ 0 w 8"/>
                  <a:gd name="T3" fmla="*/ 20 h 17"/>
                  <a:gd name="T4" fmla="*/ 1 w 8"/>
                  <a:gd name="T5" fmla="*/ 2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7">
                    <a:moveTo>
                      <a:pt x="0" y="0"/>
                    </a:moveTo>
                    <a:cubicBezTo>
                      <a:pt x="0" y="6"/>
                      <a:pt x="4" y="11"/>
                      <a:pt x="0" y="17"/>
                    </a:cubicBezTo>
                    <a:cubicBezTo>
                      <a:pt x="8" y="13"/>
                      <a:pt x="8" y="7"/>
                      <a:pt x="1" y="2"/>
                    </a:cubicBezTo>
                  </a:path>
                </a:pathLst>
              </a:custGeom>
              <a:solidFill>
                <a:srgbClr val="773C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964" name="Freeform 96">
                <a:extLst>
                  <a:ext uri="{FF2B5EF4-FFF2-40B4-BE49-F238E27FC236}">
                    <a16:creationId xmlns:a16="http://schemas.microsoft.com/office/drawing/2014/main" id="{553BCE52-2D7A-49E0-AA88-BB0370BD15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6" y="1063"/>
                <a:ext cx="12" cy="75"/>
              </a:xfrm>
              <a:custGeom>
                <a:avLst/>
                <a:gdLst>
                  <a:gd name="T0" fmla="*/ 11 w 11"/>
                  <a:gd name="T1" fmla="*/ 86 h 70"/>
                  <a:gd name="T2" fmla="*/ 14 w 11"/>
                  <a:gd name="T3" fmla="*/ 0 h 7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70">
                    <a:moveTo>
                      <a:pt x="8" y="70"/>
                    </a:moveTo>
                    <a:cubicBezTo>
                      <a:pt x="8" y="70"/>
                      <a:pt x="0" y="26"/>
                      <a:pt x="11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965" name="Freeform 97">
                <a:extLst>
                  <a:ext uri="{FF2B5EF4-FFF2-40B4-BE49-F238E27FC236}">
                    <a16:creationId xmlns:a16="http://schemas.microsoft.com/office/drawing/2014/main" id="{00D826B0-0E68-4E81-B435-5CC0EC91F9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3" y="1055"/>
                <a:ext cx="24" cy="23"/>
              </a:xfrm>
              <a:custGeom>
                <a:avLst/>
                <a:gdLst>
                  <a:gd name="T0" fmla="*/ 0 w 22"/>
                  <a:gd name="T1" fmla="*/ 25 h 22"/>
                  <a:gd name="T2" fmla="*/ 23 w 22"/>
                  <a:gd name="T3" fmla="*/ 24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22">
                    <a:moveTo>
                      <a:pt x="0" y="22"/>
                    </a:moveTo>
                    <a:cubicBezTo>
                      <a:pt x="0" y="22"/>
                      <a:pt x="22" y="0"/>
                      <a:pt x="17" y="21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966" name="Freeform 98">
                <a:extLst>
                  <a:ext uri="{FF2B5EF4-FFF2-40B4-BE49-F238E27FC236}">
                    <a16:creationId xmlns:a16="http://schemas.microsoft.com/office/drawing/2014/main" id="{DFA650A6-E86C-4A8A-99E1-0C082E44B5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2" y="1087"/>
                <a:ext cx="18" cy="21"/>
              </a:xfrm>
              <a:custGeom>
                <a:avLst/>
                <a:gdLst>
                  <a:gd name="T0" fmla="*/ 0 w 17"/>
                  <a:gd name="T1" fmla="*/ 0 h 20"/>
                  <a:gd name="T2" fmla="*/ 0 w 17"/>
                  <a:gd name="T3" fmla="*/ 23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20">
                    <a:moveTo>
                      <a:pt x="0" y="0"/>
                    </a:moveTo>
                    <a:cubicBezTo>
                      <a:pt x="0" y="0"/>
                      <a:pt x="17" y="9"/>
                      <a:pt x="0" y="2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967" name="Freeform 99">
                <a:extLst>
                  <a:ext uri="{FF2B5EF4-FFF2-40B4-BE49-F238E27FC236}">
                    <a16:creationId xmlns:a16="http://schemas.microsoft.com/office/drawing/2014/main" id="{E545EB9D-7EDD-4E51-9EC1-8E6B8E94AA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7" y="2971"/>
                <a:ext cx="65" cy="86"/>
              </a:xfrm>
              <a:custGeom>
                <a:avLst/>
                <a:gdLst>
                  <a:gd name="T0" fmla="*/ 74 w 61"/>
                  <a:gd name="T1" fmla="*/ 0 h 81"/>
                  <a:gd name="T2" fmla="*/ 35 w 61"/>
                  <a:gd name="T3" fmla="*/ 37 h 81"/>
                  <a:gd name="T4" fmla="*/ 0 w 61"/>
                  <a:gd name="T5" fmla="*/ 97 h 8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1" h="81">
                    <a:moveTo>
                      <a:pt x="61" y="0"/>
                    </a:moveTo>
                    <a:cubicBezTo>
                      <a:pt x="51" y="3"/>
                      <a:pt x="37" y="23"/>
                      <a:pt x="29" y="31"/>
                    </a:cubicBezTo>
                    <a:cubicBezTo>
                      <a:pt x="15" y="47"/>
                      <a:pt x="9" y="61"/>
                      <a:pt x="0" y="81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968" name="Freeform 100">
                <a:extLst>
                  <a:ext uri="{FF2B5EF4-FFF2-40B4-BE49-F238E27FC236}">
                    <a16:creationId xmlns:a16="http://schemas.microsoft.com/office/drawing/2014/main" id="{404EEAB6-ED19-4CC3-8442-DA8925BB36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8" y="3086"/>
                <a:ext cx="210" cy="52"/>
              </a:xfrm>
              <a:custGeom>
                <a:avLst/>
                <a:gdLst>
                  <a:gd name="T0" fmla="*/ 239 w 197"/>
                  <a:gd name="T1" fmla="*/ 0 h 49"/>
                  <a:gd name="T2" fmla="*/ 204 w 197"/>
                  <a:gd name="T3" fmla="*/ 22 h 49"/>
                  <a:gd name="T4" fmla="*/ 157 w 197"/>
                  <a:gd name="T5" fmla="*/ 48 h 49"/>
                  <a:gd name="T6" fmla="*/ 88 w 197"/>
                  <a:gd name="T7" fmla="*/ 57 h 49"/>
                  <a:gd name="T8" fmla="*/ 0 w 197"/>
                  <a:gd name="T9" fmla="*/ 34 h 4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7" h="49">
                    <a:moveTo>
                      <a:pt x="197" y="0"/>
                    </a:moveTo>
                    <a:cubicBezTo>
                      <a:pt x="190" y="9"/>
                      <a:pt x="177" y="13"/>
                      <a:pt x="168" y="19"/>
                    </a:cubicBezTo>
                    <a:cubicBezTo>
                      <a:pt x="156" y="27"/>
                      <a:pt x="143" y="35"/>
                      <a:pt x="129" y="40"/>
                    </a:cubicBezTo>
                    <a:cubicBezTo>
                      <a:pt x="111" y="46"/>
                      <a:pt x="92" y="49"/>
                      <a:pt x="73" y="48"/>
                    </a:cubicBezTo>
                    <a:cubicBezTo>
                      <a:pt x="46" y="47"/>
                      <a:pt x="25" y="34"/>
                      <a:pt x="0" y="28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969" name="Freeform 101">
                <a:extLst>
                  <a:ext uri="{FF2B5EF4-FFF2-40B4-BE49-F238E27FC236}">
                    <a16:creationId xmlns:a16="http://schemas.microsoft.com/office/drawing/2014/main" id="{7151CBEA-E96A-4965-B605-7A72CBBC5D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6" y="3094"/>
                <a:ext cx="40" cy="16"/>
              </a:xfrm>
              <a:custGeom>
                <a:avLst/>
                <a:gdLst>
                  <a:gd name="T0" fmla="*/ 46 w 37"/>
                  <a:gd name="T1" fmla="*/ 0 h 15"/>
                  <a:gd name="T2" fmla="*/ 0 w 37"/>
                  <a:gd name="T3" fmla="*/ 18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7" h="15">
                    <a:moveTo>
                      <a:pt x="37" y="0"/>
                    </a:moveTo>
                    <a:cubicBezTo>
                      <a:pt x="25" y="6"/>
                      <a:pt x="11" y="8"/>
                      <a:pt x="0" y="15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970" name="Freeform 102">
                <a:extLst>
                  <a:ext uri="{FF2B5EF4-FFF2-40B4-BE49-F238E27FC236}">
                    <a16:creationId xmlns:a16="http://schemas.microsoft.com/office/drawing/2014/main" id="{AF1623BC-95DD-4A46-972A-D8712A73CE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1" y="3152"/>
                <a:ext cx="56" cy="7"/>
              </a:xfrm>
              <a:custGeom>
                <a:avLst/>
                <a:gdLst>
                  <a:gd name="T0" fmla="*/ 62 w 53"/>
                  <a:gd name="T1" fmla="*/ 2 h 7"/>
                  <a:gd name="T2" fmla="*/ 0 w 53"/>
                  <a:gd name="T3" fmla="*/ 7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3" h="7">
                    <a:moveTo>
                      <a:pt x="53" y="2"/>
                    </a:moveTo>
                    <a:cubicBezTo>
                      <a:pt x="37" y="1"/>
                      <a:pt x="16" y="0"/>
                      <a:pt x="0" y="7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971" name="Freeform 103">
                <a:extLst>
                  <a:ext uri="{FF2B5EF4-FFF2-40B4-BE49-F238E27FC236}">
                    <a16:creationId xmlns:a16="http://schemas.microsoft.com/office/drawing/2014/main" id="{5E0B0BA9-E9D9-4141-98D8-8824200425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7" y="2778"/>
                <a:ext cx="58" cy="23"/>
              </a:xfrm>
              <a:custGeom>
                <a:avLst/>
                <a:gdLst>
                  <a:gd name="T0" fmla="*/ 64 w 55"/>
                  <a:gd name="T1" fmla="*/ 0 h 22"/>
                  <a:gd name="T2" fmla="*/ 0 w 55"/>
                  <a:gd name="T3" fmla="*/ 25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5" h="22">
                    <a:moveTo>
                      <a:pt x="55" y="0"/>
                    </a:moveTo>
                    <a:cubicBezTo>
                      <a:pt x="35" y="7"/>
                      <a:pt x="18" y="8"/>
                      <a:pt x="0" y="22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972" name="Freeform 104">
                <a:extLst>
                  <a:ext uri="{FF2B5EF4-FFF2-40B4-BE49-F238E27FC236}">
                    <a16:creationId xmlns:a16="http://schemas.microsoft.com/office/drawing/2014/main" id="{C10867B7-9048-4527-9D8B-FFE5D6ECE6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1" y="3785"/>
                <a:ext cx="105" cy="13"/>
              </a:xfrm>
              <a:custGeom>
                <a:avLst/>
                <a:gdLst>
                  <a:gd name="T0" fmla="*/ 121 w 98"/>
                  <a:gd name="T1" fmla="*/ 5 h 13"/>
                  <a:gd name="T2" fmla="*/ 85 w 98"/>
                  <a:gd name="T3" fmla="*/ 12 h 13"/>
                  <a:gd name="T4" fmla="*/ 53 w 98"/>
                  <a:gd name="T5" fmla="*/ 6 h 13"/>
                  <a:gd name="T6" fmla="*/ 0 w 98"/>
                  <a:gd name="T7" fmla="*/ 13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8" h="13">
                    <a:moveTo>
                      <a:pt x="98" y="5"/>
                    </a:moveTo>
                    <a:cubicBezTo>
                      <a:pt x="88" y="7"/>
                      <a:pt x="80" y="12"/>
                      <a:pt x="69" y="12"/>
                    </a:cubicBezTo>
                    <a:cubicBezTo>
                      <a:pt x="60" y="12"/>
                      <a:pt x="52" y="9"/>
                      <a:pt x="43" y="6"/>
                    </a:cubicBezTo>
                    <a:cubicBezTo>
                      <a:pt x="28" y="0"/>
                      <a:pt x="11" y="1"/>
                      <a:pt x="0" y="13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973" name="Freeform 105">
                <a:extLst>
                  <a:ext uri="{FF2B5EF4-FFF2-40B4-BE49-F238E27FC236}">
                    <a16:creationId xmlns:a16="http://schemas.microsoft.com/office/drawing/2014/main" id="{D1B5B552-8AE0-4FA4-A9F0-7B98834C1E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7" y="3685"/>
                <a:ext cx="44" cy="8"/>
              </a:xfrm>
              <a:custGeom>
                <a:avLst/>
                <a:gdLst>
                  <a:gd name="T0" fmla="*/ 48 w 42"/>
                  <a:gd name="T1" fmla="*/ 0 h 7"/>
                  <a:gd name="T2" fmla="*/ 0 w 42"/>
                  <a:gd name="T3" fmla="*/ 1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2" h="7">
                    <a:moveTo>
                      <a:pt x="42" y="0"/>
                    </a:moveTo>
                    <a:cubicBezTo>
                      <a:pt x="29" y="0"/>
                      <a:pt x="14" y="5"/>
                      <a:pt x="0" y="7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974" name="Freeform 106">
                <a:extLst>
                  <a:ext uri="{FF2B5EF4-FFF2-40B4-BE49-F238E27FC236}">
                    <a16:creationId xmlns:a16="http://schemas.microsoft.com/office/drawing/2014/main" id="{2B56821B-8733-4C83-859B-36D9328A50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1" y="3978"/>
                <a:ext cx="39" cy="38"/>
              </a:xfrm>
              <a:custGeom>
                <a:avLst/>
                <a:gdLst>
                  <a:gd name="T0" fmla="*/ 42 w 36"/>
                  <a:gd name="T1" fmla="*/ 45 h 35"/>
                  <a:gd name="T2" fmla="*/ 31 w 36"/>
                  <a:gd name="T3" fmla="*/ 14 h 35"/>
                  <a:gd name="T4" fmla="*/ 14 w 36"/>
                  <a:gd name="T5" fmla="*/ 4 h 35"/>
                  <a:gd name="T6" fmla="*/ 0 w 36"/>
                  <a:gd name="T7" fmla="*/ 0 h 3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6" h="35">
                    <a:moveTo>
                      <a:pt x="33" y="35"/>
                    </a:moveTo>
                    <a:cubicBezTo>
                      <a:pt x="36" y="26"/>
                      <a:pt x="34" y="15"/>
                      <a:pt x="25" y="11"/>
                    </a:cubicBezTo>
                    <a:cubicBezTo>
                      <a:pt x="20" y="9"/>
                      <a:pt x="16" y="6"/>
                      <a:pt x="11" y="4"/>
                    </a:cubicBezTo>
                    <a:cubicBezTo>
                      <a:pt x="8" y="3"/>
                      <a:pt x="3" y="2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975" name="Freeform 107">
                <a:extLst>
                  <a:ext uri="{FF2B5EF4-FFF2-40B4-BE49-F238E27FC236}">
                    <a16:creationId xmlns:a16="http://schemas.microsoft.com/office/drawing/2014/main" id="{6FD55839-20FC-4D5A-A0A2-6405CE7493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4" y="3959"/>
                <a:ext cx="15" cy="22"/>
              </a:xfrm>
              <a:custGeom>
                <a:avLst/>
                <a:gdLst>
                  <a:gd name="T0" fmla="*/ 17 w 14"/>
                  <a:gd name="T1" fmla="*/ 26 h 20"/>
                  <a:gd name="T2" fmla="*/ 0 w 14"/>
                  <a:gd name="T3" fmla="*/ 0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20">
                    <a:moveTo>
                      <a:pt x="14" y="20"/>
                    </a:moveTo>
                    <a:cubicBezTo>
                      <a:pt x="7" y="15"/>
                      <a:pt x="6" y="5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976" name="Freeform 108">
                <a:extLst>
                  <a:ext uri="{FF2B5EF4-FFF2-40B4-BE49-F238E27FC236}">
                    <a16:creationId xmlns:a16="http://schemas.microsoft.com/office/drawing/2014/main" id="{87B9F5C8-750A-45BC-8E8F-24C829E77B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5" y="3989"/>
                <a:ext cx="35" cy="25"/>
              </a:xfrm>
              <a:custGeom>
                <a:avLst/>
                <a:gdLst>
                  <a:gd name="T0" fmla="*/ 39 w 33"/>
                  <a:gd name="T1" fmla="*/ 9 h 23"/>
                  <a:gd name="T2" fmla="*/ 6 w 33"/>
                  <a:gd name="T3" fmla="*/ 29 h 23"/>
                  <a:gd name="T4" fmla="*/ 2 w 33"/>
                  <a:gd name="T5" fmla="*/ 11 h 23"/>
                  <a:gd name="T6" fmla="*/ 16 w 33"/>
                  <a:gd name="T7" fmla="*/ 0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" h="23">
                    <a:moveTo>
                      <a:pt x="33" y="6"/>
                    </a:moveTo>
                    <a:cubicBezTo>
                      <a:pt x="20" y="4"/>
                      <a:pt x="10" y="9"/>
                      <a:pt x="6" y="23"/>
                    </a:cubicBezTo>
                    <a:cubicBezTo>
                      <a:pt x="2" y="20"/>
                      <a:pt x="0" y="12"/>
                      <a:pt x="2" y="8"/>
                    </a:cubicBezTo>
                    <a:cubicBezTo>
                      <a:pt x="4" y="3"/>
                      <a:pt x="8" y="3"/>
                      <a:pt x="13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977" name="Freeform 109">
                <a:extLst>
                  <a:ext uri="{FF2B5EF4-FFF2-40B4-BE49-F238E27FC236}">
                    <a16:creationId xmlns:a16="http://schemas.microsoft.com/office/drawing/2014/main" id="{C97B609E-115E-4D9D-A04A-AF8673D666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1" y="3964"/>
                <a:ext cx="38" cy="46"/>
              </a:xfrm>
              <a:custGeom>
                <a:avLst/>
                <a:gdLst>
                  <a:gd name="T0" fmla="*/ 40 w 35"/>
                  <a:gd name="T1" fmla="*/ 50 h 44"/>
                  <a:gd name="T2" fmla="*/ 40 w 35"/>
                  <a:gd name="T3" fmla="*/ 33 h 44"/>
                  <a:gd name="T4" fmla="*/ 28 w 35"/>
                  <a:gd name="T5" fmla="*/ 22 h 44"/>
                  <a:gd name="T6" fmla="*/ 13 w 35"/>
                  <a:gd name="T7" fmla="*/ 15 h 44"/>
                  <a:gd name="T8" fmla="*/ 5 w 35"/>
                  <a:gd name="T9" fmla="*/ 8 h 44"/>
                  <a:gd name="T10" fmla="*/ 0 w 35"/>
                  <a:gd name="T11" fmla="*/ 0 h 4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5" h="44">
                    <a:moveTo>
                      <a:pt x="31" y="44"/>
                    </a:moveTo>
                    <a:cubicBezTo>
                      <a:pt x="35" y="43"/>
                      <a:pt x="32" y="33"/>
                      <a:pt x="31" y="30"/>
                    </a:cubicBezTo>
                    <a:cubicBezTo>
                      <a:pt x="29" y="26"/>
                      <a:pt x="25" y="22"/>
                      <a:pt x="22" y="19"/>
                    </a:cubicBezTo>
                    <a:cubicBezTo>
                      <a:pt x="19" y="16"/>
                      <a:pt x="14" y="14"/>
                      <a:pt x="10" y="12"/>
                    </a:cubicBezTo>
                    <a:cubicBezTo>
                      <a:pt x="7" y="11"/>
                      <a:pt x="6" y="11"/>
                      <a:pt x="5" y="8"/>
                    </a:cubicBezTo>
                    <a:cubicBezTo>
                      <a:pt x="3" y="6"/>
                      <a:pt x="0" y="1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978" name="Freeform 110">
                <a:extLst>
                  <a:ext uri="{FF2B5EF4-FFF2-40B4-BE49-F238E27FC236}">
                    <a16:creationId xmlns:a16="http://schemas.microsoft.com/office/drawing/2014/main" id="{177E696A-D7AB-4963-92D5-6B9B83E593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0" y="3949"/>
                <a:ext cx="40" cy="42"/>
              </a:xfrm>
              <a:custGeom>
                <a:avLst/>
                <a:gdLst>
                  <a:gd name="T0" fmla="*/ 44 w 38"/>
                  <a:gd name="T1" fmla="*/ 46 h 40"/>
                  <a:gd name="T2" fmla="*/ 28 w 38"/>
                  <a:gd name="T3" fmla="*/ 16 h 40"/>
                  <a:gd name="T4" fmla="*/ 17 w 38"/>
                  <a:gd name="T5" fmla="*/ 9 h 40"/>
                  <a:gd name="T6" fmla="*/ 8 w 38"/>
                  <a:gd name="T7" fmla="*/ 4 h 40"/>
                  <a:gd name="T8" fmla="*/ 0 w 38"/>
                  <a:gd name="T9" fmla="*/ 0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" h="40">
                    <a:moveTo>
                      <a:pt x="38" y="40"/>
                    </a:moveTo>
                    <a:cubicBezTo>
                      <a:pt x="38" y="30"/>
                      <a:pt x="33" y="19"/>
                      <a:pt x="25" y="13"/>
                    </a:cubicBezTo>
                    <a:cubicBezTo>
                      <a:pt x="22" y="11"/>
                      <a:pt x="18" y="11"/>
                      <a:pt x="14" y="9"/>
                    </a:cubicBezTo>
                    <a:cubicBezTo>
                      <a:pt x="12" y="7"/>
                      <a:pt x="10" y="5"/>
                      <a:pt x="8" y="4"/>
                    </a:cubicBezTo>
                    <a:cubicBezTo>
                      <a:pt x="5" y="2"/>
                      <a:pt x="2" y="2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979" name="Freeform 111">
                <a:extLst>
                  <a:ext uri="{FF2B5EF4-FFF2-40B4-BE49-F238E27FC236}">
                    <a16:creationId xmlns:a16="http://schemas.microsoft.com/office/drawing/2014/main" id="{9287EC00-262D-44AF-809B-A7596148D6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5" y="3950"/>
                <a:ext cx="13" cy="6"/>
              </a:xfrm>
              <a:custGeom>
                <a:avLst/>
                <a:gdLst>
                  <a:gd name="T0" fmla="*/ 15 w 12"/>
                  <a:gd name="T1" fmla="*/ 6 h 6"/>
                  <a:gd name="T2" fmla="*/ 0 w 12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6">
                    <a:moveTo>
                      <a:pt x="12" y="6"/>
                    </a:moveTo>
                    <a:cubicBezTo>
                      <a:pt x="9" y="2"/>
                      <a:pt x="2" y="2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980" name="Freeform 112">
                <a:extLst>
                  <a:ext uri="{FF2B5EF4-FFF2-40B4-BE49-F238E27FC236}">
                    <a16:creationId xmlns:a16="http://schemas.microsoft.com/office/drawing/2014/main" id="{34A40136-D6D5-40A2-8839-BF37D744E9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2" y="3942"/>
                <a:ext cx="5" cy="3"/>
              </a:xfrm>
              <a:custGeom>
                <a:avLst/>
                <a:gdLst>
                  <a:gd name="T0" fmla="*/ 5 w 5"/>
                  <a:gd name="T1" fmla="*/ 3 h 3"/>
                  <a:gd name="T2" fmla="*/ 0 w 5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3">
                    <a:moveTo>
                      <a:pt x="5" y="3"/>
                    </a:moveTo>
                    <a:cubicBezTo>
                      <a:pt x="4" y="2"/>
                      <a:pt x="1" y="1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981" name="Freeform 113">
                <a:extLst>
                  <a:ext uri="{FF2B5EF4-FFF2-40B4-BE49-F238E27FC236}">
                    <a16:creationId xmlns:a16="http://schemas.microsoft.com/office/drawing/2014/main" id="{3720932A-F545-47C4-975E-114CAE8A87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2" y="3984"/>
                <a:ext cx="17" cy="13"/>
              </a:xfrm>
              <a:custGeom>
                <a:avLst/>
                <a:gdLst>
                  <a:gd name="T0" fmla="*/ 19 w 16"/>
                  <a:gd name="T1" fmla="*/ 9 h 12"/>
                  <a:gd name="T2" fmla="*/ 4 w 16"/>
                  <a:gd name="T3" fmla="*/ 15 h 12"/>
                  <a:gd name="T4" fmla="*/ 0 w 16"/>
                  <a:gd name="T5" fmla="*/ 9 h 12"/>
                  <a:gd name="T6" fmla="*/ 15 w 16"/>
                  <a:gd name="T7" fmla="*/ 1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12">
                    <a:moveTo>
                      <a:pt x="16" y="6"/>
                    </a:moveTo>
                    <a:cubicBezTo>
                      <a:pt x="10" y="6"/>
                      <a:pt x="8" y="9"/>
                      <a:pt x="4" y="12"/>
                    </a:cubicBezTo>
                    <a:cubicBezTo>
                      <a:pt x="2" y="10"/>
                      <a:pt x="1" y="8"/>
                      <a:pt x="0" y="6"/>
                    </a:cubicBezTo>
                    <a:cubicBezTo>
                      <a:pt x="5" y="5"/>
                      <a:pt x="7" y="0"/>
                      <a:pt x="12" y="1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982" name="Freeform 114">
                <a:extLst>
                  <a:ext uri="{FF2B5EF4-FFF2-40B4-BE49-F238E27FC236}">
                    <a16:creationId xmlns:a16="http://schemas.microsoft.com/office/drawing/2014/main" id="{0EED4E3A-5FBB-45C0-AC0E-3985465855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5" y="3976"/>
                <a:ext cx="12" cy="13"/>
              </a:xfrm>
              <a:custGeom>
                <a:avLst/>
                <a:gdLst>
                  <a:gd name="T0" fmla="*/ 14 w 11"/>
                  <a:gd name="T1" fmla="*/ 3 h 12"/>
                  <a:gd name="T2" fmla="*/ 3 w 11"/>
                  <a:gd name="T3" fmla="*/ 15 h 12"/>
                  <a:gd name="T4" fmla="*/ 2 w 11"/>
                  <a:gd name="T5" fmla="*/ 15 h 12"/>
                  <a:gd name="T6" fmla="*/ 0 w 11"/>
                  <a:gd name="T7" fmla="*/ 11 h 12"/>
                  <a:gd name="T8" fmla="*/ 12 w 11"/>
                  <a:gd name="T9" fmla="*/ 0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2">
                    <a:moveTo>
                      <a:pt x="11" y="3"/>
                    </a:moveTo>
                    <a:cubicBezTo>
                      <a:pt x="8" y="4"/>
                      <a:pt x="4" y="9"/>
                      <a:pt x="3" y="12"/>
                    </a:cubicBezTo>
                    <a:cubicBezTo>
                      <a:pt x="3" y="12"/>
                      <a:pt x="2" y="12"/>
                      <a:pt x="2" y="12"/>
                    </a:cubicBezTo>
                    <a:cubicBezTo>
                      <a:pt x="1" y="11"/>
                      <a:pt x="0" y="9"/>
                      <a:pt x="0" y="8"/>
                    </a:cubicBezTo>
                    <a:cubicBezTo>
                      <a:pt x="3" y="7"/>
                      <a:pt x="4" y="1"/>
                      <a:pt x="9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983" name="Freeform 115">
                <a:extLst>
                  <a:ext uri="{FF2B5EF4-FFF2-40B4-BE49-F238E27FC236}">
                    <a16:creationId xmlns:a16="http://schemas.microsoft.com/office/drawing/2014/main" id="{DF13CAB3-5043-4764-85AA-D7C262321A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0" y="3922"/>
                <a:ext cx="21" cy="18"/>
              </a:xfrm>
              <a:custGeom>
                <a:avLst/>
                <a:gdLst>
                  <a:gd name="T0" fmla="*/ 23 w 20"/>
                  <a:gd name="T1" fmla="*/ 20 h 17"/>
                  <a:gd name="T2" fmla="*/ 0 w 20"/>
                  <a:gd name="T3" fmla="*/ 0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17">
                    <a:moveTo>
                      <a:pt x="20" y="17"/>
                    </a:moveTo>
                    <a:cubicBezTo>
                      <a:pt x="12" y="14"/>
                      <a:pt x="5" y="7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984" name="Freeform 116">
                <a:extLst>
                  <a:ext uri="{FF2B5EF4-FFF2-40B4-BE49-F238E27FC236}">
                    <a16:creationId xmlns:a16="http://schemas.microsoft.com/office/drawing/2014/main" id="{7AB4CCF8-0CAB-4CCC-BC14-CA015B6188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9" y="1287"/>
                <a:ext cx="115" cy="57"/>
              </a:xfrm>
              <a:custGeom>
                <a:avLst/>
                <a:gdLst>
                  <a:gd name="T0" fmla="*/ 130 w 108"/>
                  <a:gd name="T1" fmla="*/ 0 h 53"/>
                  <a:gd name="T2" fmla="*/ 85 w 108"/>
                  <a:gd name="T3" fmla="*/ 40 h 53"/>
                  <a:gd name="T4" fmla="*/ 0 w 108"/>
                  <a:gd name="T5" fmla="*/ 63 h 5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8" h="53">
                    <a:moveTo>
                      <a:pt x="108" y="0"/>
                    </a:moveTo>
                    <a:cubicBezTo>
                      <a:pt x="108" y="0"/>
                      <a:pt x="82" y="22"/>
                      <a:pt x="70" y="32"/>
                    </a:cubicBezTo>
                    <a:cubicBezTo>
                      <a:pt x="57" y="42"/>
                      <a:pt x="25" y="53"/>
                      <a:pt x="0" y="51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985" name="Freeform 117">
                <a:extLst>
                  <a:ext uri="{FF2B5EF4-FFF2-40B4-BE49-F238E27FC236}">
                    <a16:creationId xmlns:a16="http://schemas.microsoft.com/office/drawing/2014/main" id="{A8EE8F43-5C26-407A-8691-9921BAB241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8" y="1332"/>
                <a:ext cx="153" cy="55"/>
              </a:xfrm>
              <a:custGeom>
                <a:avLst/>
                <a:gdLst>
                  <a:gd name="T0" fmla="*/ 0 w 144"/>
                  <a:gd name="T1" fmla="*/ 1 h 52"/>
                  <a:gd name="T2" fmla="*/ 35 w 144"/>
                  <a:gd name="T3" fmla="*/ 32 h 52"/>
                  <a:gd name="T4" fmla="*/ 85 w 144"/>
                  <a:gd name="T5" fmla="*/ 60 h 52"/>
                  <a:gd name="T6" fmla="*/ 134 w 144"/>
                  <a:gd name="T7" fmla="*/ 32 h 52"/>
                  <a:gd name="T8" fmla="*/ 173 w 144"/>
                  <a:gd name="T9" fmla="*/ 0 h 5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4" h="52">
                    <a:moveTo>
                      <a:pt x="0" y="1"/>
                    </a:moveTo>
                    <a:cubicBezTo>
                      <a:pt x="0" y="1"/>
                      <a:pt x="14" y="10"/>
                      <a:pt x="29" y="26"/>
                    </a:cubicBezTo>
                    <a:cubicBezTo>
                      <a:pt x="45" y="42"/>
                      <a:pt x="55" y="49"/>
                      <a:pt x="71" y="51"/>
                    </a:cubicBezTo>
                    <a:cubicBezTo>
                      <a:pt x="87" y="52"/>
                      <a:pt x="98" y="39"/>
                      <a:pt x="112" y="26"/>
                    </a:cubicBezTo>
                    <a:cubicBezTo>
                      <a:pt x="127" y="14"/>
                      <a:pt x="130" y="6"/>
                      <a:pt x="144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986" name="Freeform 118">
                <a:extLst>
                  <a:ext uri="{FF2B5EF4-FFF2-40B4-BE49-F238E27FC236}">
                    <a16:creationId xmlns:a16="http://schemas.microsoft.com/office/drawing/2014/main" id="{B3D9A06B-1057-4AD5-9065-378EADE62E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7" y="2012"/>
                <a:ext cx="655" cy="44"/>
              </a:xfrm>
              <a:custGeom>
                <a:avLst/>
                <a:gdLst>
                  <a:gd name="T0" fmla="*/ 0 w 614"/>
                  <a:gd name="T1" fmla="*/ 0 h 42"/>
                  <a:gd name="T2" fmla="*/ 67 w 614"/>
                  <a:gd name="T3" fmla="*/ 27 h 42"/>
                  <a:gd name="T4" fmla="*/ 212 w 614"/>
                  <a:gd name="T5" fmla="*/ 40 h 42"/>
                  <a:gd name="T6" fmla="*/ 373 w 614"/>
                  <a:gd name="T7" fmla="*/ 8 h 42"/>
                  <a:gd name="T8" fmla="*/ 561 w 614"/>
                  <a:gd name="T9" fmla="*/ 39 h 42"/>
                  <a:gd name="T10" fmla="*/ 643 w 614"/>
                  <a:gd name="T11" fmla="*/ 24 h 42"/>
                  <a:gd name="T12" fmla="*/ 746 w 614"/>
                  <a:gd name="T13" fmla="*/ 0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14" h="42">
                    <a:moveTo>
                      <a:pt x="0" y="0"/>
                    </a:moveTo>
                    <a:cubicBezTo>
                      <a:pt x="0" y="0"/>
                      <a:pt x="27" y="23"/>
                      <a:pt x="55" y="24"/>
                    </a:cubicBezTo>
                    <a:cubicBezTo>
                      <a:pt x="83" y="25"/>
                      <a:pt x="133" y="42"/>
                      <a:pt x="175" y="34"/>
                    </a:cubicBezTo>
                    <a:cubicBezTo>
                      <a:pt x="217" y="26"/>
                      <a:pt x="263" y="12"/>
                      <a:pt x="307" y="8"/>
                    </a:cubicBezTo>
                    <a:cubicBezTo>
                      <a:pt x="351" y="4"/>
                      <a:pt x="422" y="41"/>
                      <a:pt x="462" y="33"/>
                    </a:cubicBezTo>
                    <a:cubicBezTo>
                      <a:pt x="502" y="25"/>
                      <a:pt x="515" y="21"/>
                      <a:pt x="530" y="21"/>
                    </a:cubicBezTo>
                    <a:cubicBezTo>
                      <a:pt x="545" y="21"/>
                      <a:pt x="590" y="26"/>
                      <a:pt x="614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987" name="Freeform 119">
                <a:extLst>
                  <a:ext uri="{FF2B5EF4-FFF2-40B4-BE49-F238E27FC236}">
                    <a16:creationId xmlns:a16="http://schemas.microsoft.com/office/drawing/2014/main" id="{5FF42697-635F-4196-B0B4-E03E8F9690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4" y="2213"/>
                <a:ext cx="363" cy="112"/>
              </a:xfrm>
              <a:custGeom>
                <a:avLst/>
                <a:gdLst>
                  <a:gd name="T0" fmla="*/ 0 w 340"/>
                  <a:gd name="T1" fmla="*/ 2 h 105"/>
                  <a:gd name="T2" fmla="*/ 414 w 340"/>
                  <a:gd name="T3" fmla="*/ 0 h 10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40" h="105">
                    <a:moveTo>
                      <a:pt x="0" y="2"/>
                    </a:moveTo>
                    <a:cubicBezTo>
                      <a:pt x="0" y="2"/>
                      <a:pt x="141" y="105"/>
                      <a:pt x="340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988" name="Freeform 120">
                <a:extLst>
                  <a:ext uri="{FF2B5EF4-FFF2-40B4-BE49-F238E27FC236}">
                    <a16:creationId xmlns:a16="http://schemas.microsoft.com/office/drawing/2014/main" id="{324012DE-F548-4250-84FE-9474267212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1" y="2265"/>
                <a:ext cx="82" cy="37"/>
              </a:xfrm>
              <a:custGeom>
                <a:avLst/>
                <a:gdLst>
                  <a:gd name="T0" fmla="*/ 93 w 77"/>
                  <a:gd name="T1" fmla="*/ 0 h 35"/>
                  <a:gd name="T2" fmla="*/ 0 w 77"/>
                  <a:gd name="T3" fmla="*/ 41 h 3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7" h="35">
                    <a:moveTo>
                      <a:pt x="77" y="0"/>
                    </a:moveTo>
                    <a:cubicBezTo>
                      <a:pt x="77" y="0"/>
                      <a:pt x="39" y="20"/>
                      <a:pt x="0" y="35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989" name="Freeform 121">
                <a:extLst>
                  <a:ext uri="{FF2B5EF4-FFF2-40B4-BE49-F238E27FC236}">
                    <a16:creationId xmlns:a16="http://schemas.microsoft.com/office/drawing/2014/main" id="{AC1F0150-C302-4AFA-8F68-90BF8A0B0D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6" y="2262"/>
                <a:ext cx="58" cy="31"/>
              </a:xfrm>
              <a:custGeom>
                <a:avLst/>
                <a:gdLst>
                  <a:gd name="T0" fmla="*/ 0 w 55"/>
                  <a:gd name="T1" fmla="*/ 0 h 29"/>
                  <a:gd name="T2" fmla="*/ 64 w 55"/>
                  <a:gd name="T3" fmla="*/ 35 h 2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5" h="29">
                    <a:moveTo>
                      <a:pt x="0" y="0"/>
                    </a:moveTo>
                    <a:cubicBezTo>
                      <a:pt x="0" y="0"/>
                      <a:pt x="13" y="21"/>
                      <a:pt x="55" y="29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990" name="Freeform 122">
                <a:extLst>
                  <a:ext uri="{FF2B5EF4-FFF2-40B4-BE49-F238E27FC236}">
                    <a16:creationId xmlns:a16="http://schemas.microsoft.com/office/drawing/2014/main" id="{134EE56A-4CAA-40D7-A915-C53E865915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1" y="2261"/>
                <a:ext cx="28" cy="28"/>
              </a:xfrm>
              <a:custGeom>
                <a:avLst/>
                <a:gdLst>
                  <a:gd name="T0" fmla="*/ 17 w 26"/>
                  <a:gd name="T1" fmla="*/ 0 h 26"/>
                  <a:gd name="T2" fmla="*/ 32 w 26"/>
                  <a:gd name="T3" fmla="*/ 31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26">
                    <a:moveTo>
                      <a:pt x="14" y="0"/>
                    </a:moveTo>
                    <a:cubicBezTo>
                      <a:pt x="14" y="0"/>
                      <a:pt x="0" y="26"/>
                      <a:pt x="26" y="25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991" name="Freeform 123">
                <a:extLst>
                  <a:ext uri="{FF2B5EF4-FFF2-40B4-BE49-F238E27FC236}">
                    <a16:creationId xmlns:a16="http://schemas.microsoft.com/office/drawing/2014/main" id="{0E412DEB-821E-4965-83CD-76F5C00CF1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6" y="2510"/>
                <a:ext cx="226" cy="41"/>
              </a:xfrm>
              <a:custGeom>
                <a:avLst/>
                <a:gdLst>
                  <a:gd name="T0" fmla="*/ 0 w 212"/>
                  <a:gd name="T1" fmla="*/ 3 h 38"/>
                  <a:gd name="T2" fmla="*/ 257 w 212"/>
                  <a:gd name="T3" fmla="*/ 0 h 3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2" h="38">
                    <a:moveTo>
                      <a:pt x="0" y="3"/>
                    </a:moveTo>
                    <a:cubicBezTo>
                      <a:pt x="0" y="3"/>
                      <a:pt x="111" y="38"/>
                      <a:pt x="212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992" name="Freeform 124">
                <a:extLst>
                  <a:ext uri="{FF2B5EF4-FFF2-40B4-BE49-F238E27FC236}">
                    <a16:creationId xmlns:a16="http://schemas.microsoft.com/office/drawing/2014/main" id="{88362229-9D68-4A82-B7FB-0D97DF245A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2" y="1158"/>
                <a:ext cx="111" cy="16"/>
              </a:xfrm>
              <a:custGeom>
                <a:avLst/>
                <a:gdLst>
                  <a:gd name="T0" fmla="*/ 0 w 104"/>
                  <a:gd name="T1" fmla="*/ 6 h 15"/>
                  <a:gd name="T2" fmla="*/ 36 w 104"/>
                  <a:gd name="T3" fmla="*/ 1 h 15"/>
                  <a:gd name="T4" fmla="*/ 82 w 104"/>
                  <a:gd name="T5" fmla="*/ 0 h 15"/>
                  <a:gd name="T6" fmla="*/ 126 w 104"/>
                  <a:gd name="T7" fmla="*/ 5 h 15"/>
                  <a:gd name="T8" fmla="*/ 83 w 104"/>
                  <a:gd name="T9" fmla="*/ 2 h 15"/>
                  <a:gd name="T10" fmla="*/ 37 w 104"/>
                  <a:gd name="T11" fmla="*/ 4 h 15"/>
                  <a:gd name="T12" fmla="*/ 0 w 104"/>
                  <a:gd name="T13" fmla="*/ 6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4" h="15">
                    <a:moveTo>
                      <a:pt x="0" y="6"/>
                    </a:moveTo>
                    <a:cubicBezTo>
                      <a:pt x="0" y="6"/>
                      <a:pt x="22" y="6"/>
                      <a:pt x="30" y="1"/>
                    </a:cubicBezTo>
                    <a:cubicBezTo>
                      <a:pt x="30" y="1"/>
                      <a:pt x="54" y="12"/>
                      <a:pt x="67" y="0"/>
                    </a:cubicBezTo>
                    <a:cubicBezTo>
                      <a:pt x="67" y="0"/>
                      <a:pt x="89" y="6"/>
                      <a:pt x="104" y="5"/>
                    </a:cubicBezTo>
                    <a:cubicBezTo>
                      <a:pt x="104" y="5"/>
                      <a:pt x="78" y="5"/>
                      <a:pt x="68" y="2"/>
                    </a:cubicBezTo>
                    <a:cubicBezTo>
                      <a:pt x="68" y="2"/>
                      <a:pt x="58" y="15"/>
                      <a:pt x="31" y="4"/>
                    </a:cubicBezTo>
                    <a:cubicBezTo>
                      <a:pt x="31" y="4"/>
                      <a:pt x="10" y="8"/>
                      <a:pt x="0" y="6"/>
                    </a:cubicBezTo>
                    <a:close/>
                  </a:path>
                </a:pathLst>
              </a:custGeom>
              <a:solidFill>
                <a:srgbClr val="8E4C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993" name="Freeform 125">
                <a:extLst>
                  <a:ext uri="{FF2B5EF4-FFF2-40B4-BE49-F238E27FC236}">
                    <a16:creationId xmlns:a16="http://schemas.microsoft.com/office/drawing/2014/main" id="{276F20E7-059B-445B-B12A-70324B1C8A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8" y="1331"/>
                <a:ext cx="17" cy="20"/>
              </a:xfrm>
              <a:custGeom>
                <a:avLst/>
                <a:gdLst>
                  <a:gd name="T0" fmla="*/ 0 w 16"/>
                  <a:gd name="T1" fmla="*/ 8 h 19"/>
                  <a:gd name="T2" fmla="*/ 14 w 16"/>
                  <a:gd name="T3" fmla="*/ 0 h 19"/>
                  <a:gd name="T4" fmla="*/ 11 w 16"/>
                  <a:gd name="T5" fmla="*/ 22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19">
                    <a:moveTo>
                      <a:pt x="0" y="8"/>
                    </a:moveTo>
                    <a:cubicBezTo>
                      <a:pt x="4" y="5"/>
                      <a:pt x="6" y="1"/>
                      <a:pt x="11" y="0"/>
                    </a:cubicBezTo>
                    <a:cubicBezTo>
                      <a:pt x="16" y="6"/>
                      <a:pt x="9" y="15"/>
                      <a:pt x="8" y="19"/>
                    </a:cubicBezTo>
                  </a:path>
                </a:pathLst>
              </a:custGeom>
              <a:noFill/>
              <a:ln w="6350" cap="flat">
                <a:solidFill>
                  <a:srgbClr val="AA604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994" name="Freeform 126">
                <a:extLst>
                  <a:ext uri="{FF2B5EF4-FFF2-40B4-BE49-F238E27FC236}">
                    <a16:creationId xmlns:a16="http://schemas.microsoft.com/office/drawing/2014/main" id="{5E3259B6-A6B7-45B4-9311-F36AFAC52C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4" y="1346"/>
                <a:ext cx="13" cy="12"/>
              </a:xfrm>
              <a:custGeom>
                <a:avLst/>
                <a:gdLst>
                  <a:gd name="T0" fmla="*/ 5 w 13"/>
                  <a:gd name="T1" fmla="*/ 12 h 12"/>
                  <a:gd name="T2" fmla="*/ 0 w 13"/>
                  <a:gd name="T3" fmla="*/ 0 h 12"/>
                  <a:gd name="T4" fmla="*/ 13 w 13"/>
                  <a:gd name="T5" fmla="*/ 5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2">
                    <a:moveTo>
                      <a:pt x="5" y="12"/>
                    </a:moveTo>
                    <a:cubicBezTo>
                      <a:pt x="4" y="8"/>
                      <a:pt x="1" y="4"/>
                      <a:pt x="0" y="0"/>
                    </a:cubicBezTo>
                    <a:cubicBezTo>
                      <a:pt x="4" y="2"/>
                      <a:pt x="10" y="5"/>
                      <a:pt x="13" y="5"/>
                    </a:cubicBezTo>
                  </a:path>
                </a:pathLst>
              </a:custGeom>
              <a:noFill/>
              <a:ln w="6350" cap="flat">
                <a:solidFill>
                  <a:srgbClr val="AA604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995" name="Freeform 127">
                <a:extLst>
                  <a:ext uri="{FF2B5EF4-FFF2-40B4-BE49-F238E27FC236}">
                    <a16:creationId xmlns:a16="http://schemas.microsoft.com/office/drawing/2014/main" id="{F585DA53-BB19-4D7B-A519-6124E69AC7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5" y="1332"/>
                <a:ext cx="12" cy="13"/>
              </a:xfrm>
              <a:custGeom>
                <a:avLst/>
                <a:gdLst>
                  <a:gd name="T0" fmla="*/ 0 w 11"/>
                  <a:gd name="T1" fmla="*/ 0 h 12"/>
                  <a:gd name="T2" fmla="*/ 14 w 11"/>
                  <a:gd name="T3" fmla="*/ 15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12">
                    <a:moveTo>
                      <a:pt x="0" y="0"/>
                    </a:moveTo>
                    <a:cubicBezTo>
                      <a:pt x="4" y="4"/>
                      <a:pt x="8" y="8"/>
                      <a:pt x="11" y="12"/>
                    </a:cubicBezTo>
                  </a:path>
                </a:pathLst>
              </a:custGeom>
              <a:noFill/>
              <a:ln w="6350" cap="flat">
                <a:solidFill>
                  <a:srgbClr val="AA604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996" name="Freeform 128">
                <a:extLst>
                  <a:ext uri="{FF2B5EF4-FFF2-40B4-BE49-F238E27FC236}">
                    <a16:creationId xmlns:a16="http://schemas.microsoft.com/office/drawing/2014/main" id="{F6B22D58-4592-4BB7-B658-9913043194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8" y="1331"/>
                <a:ext cx="33" cy="25"/>
              </a:xfrm>
              <a:custGeom>
                <a:avLst/>
                <a:gdLst>
                  <a:gd name="T0" fmla="*/ 19 w 31"/>
                  <a:gd name="T1" fmla="*/ 0 h 24"/>
                  <a:gd name="T2" fmla="*/ 6 w 31"/>
                  <a:gd name="T3" fmla="*/ 6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1" h="24">
                    <a:moveTo>
                      <a:pt x="16" y="0"/>
                    </a:moveTo>
                    <a:cubicBezTo>
                      <a:pt x="31" y="13"/>
                      <a:pt x="0" y="24"/>
                      <a:pt x="6" y="6"/>
                    </a:cubicBezTo>
                  </a:path>
                </a:pathLst>
              </a:custGeom>
              <a:noFill/>
              <a:ln w="6350" cap="flat">
                <a:solidFill>
                  <a:srgbClr val="AA604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997" name="Freeform 129">
                <a:extLst>
                  <a:ext uri="{FF2B5EF4-FFF2-40B4-BE49-F238E27FC236}">
                    <a16:creationId xmlns:a16="http://schemas.microsoft.com/office/drawing/2014/main" id="{C722FF7E-2A63-4FED-B7AD-0C62525396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6" y="1296"/>
                <a:ext cx="3" cy="16"/>
              </a:xfrm>
              <a:custGeom>
                <a:avLst/>
                <a:gdLst>
                  <a:gd name="T0" fmla="*/ 3 w 3"/>
                  <a:gd name="T1" fmla="*/ 0 h 15"/>
                  <a:gd name="T2" fmla="*/ 0 w 3"/>
                  <a:gd name="T3" fmla="*/ 18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5">
                    <a:moveTo>
                      <a:pt x="3" y="0"/>
                    </a:moveTo>
                    <a:cubicBezTo>
                      <a:pt x="3" y="5"/>
                      <a:pt x="2" y="10"/>
                      <a:pt x="0" y="15"/>
                    </a:cubicBezTo>
                  </a:path>
                </a:pathLst>
              </a:custGeom>
              <a:noFill/>
              <a:ln w="6350" cap="flat">
                <a:solidFill>
                  <a:srgbClr val="AA604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998" name="Freeform 130">
                <a:extLst>
                  <a:ext uri="{FF2B5EF4-FFF2-40B4-BE49-F238E27FC236}">
                    <a16:creationId xmlns:a16="http://schemas.microsoft.com/office/drawing/2014/main" id="{F59B84CA-96E9-41CE-AFD1-FE5EA42669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1" y="1285"/>
                <a:ext cx="13" cy="32"/>
              </a:xfrm>
              <a:custGeom>
                <a:avLst/>
                <a:gdLst>
                  <a:gd name="T0" fmla="*/ 15 w 12"/>
                  <a:gd name="T1" fmla="*/ 13 h 30"/>
                  <a:gd name="T2" fmla="*/ 12 w 12"/>
                  <a:gd name="T3" fmla="*/ 36 h 30"/>
                  <a:gd name="T4" fmla="*/ 10 w 12"/>
                  <a:gd name="T5" fmla="*/ 0 h 3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30">
                    <a:moveTo>
                      <a:pt x="12" y="10"/>
                    </a:moveTo>
                    <a:cubicBezTo>
                      <a:pt x="12" y="17"/>
                      <a:pt x="12" y="25"/>
                      <a:pt x="9" y="30"/>
                    </a:cubicBezTo>
                    <a:cubicBezTo>
                      <a:pt x="0" y="26"/>
                      <a:pt x="6" y="7"/>
                      <a:pt x="7" y="0"/>
                    </a:cubicBezTo>
                  </a:path>
                </a:pathLst>
              </a:custGeom>
              <a:noFill/>
              <a:ln w="6350" cap="flat">
                <a:solidFill>
                  <a:srgbClr val="AA604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999" name="Freeform 131">
                <a:extLst>
                  <a:ext uri="{FF2B5EF4-FFF2-40B4-BE49-F238E27FC236}">
                    <a16:creationId xmlns:a16="http://schemas.microsoft.com/office/drawing/2014/main" id="{EE6627D7-13A8-4B4A-BCC8-FEC9BC2088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3" y="1282"/>
                <a:ext cx="15" cy="11"/>
              </a:xfrm>
              <a:custGeom>
                <a:avLst/>
                <a:gdLst>
                  <a:gd name="T0" fmla="*/ 0 w 14"/>
                  <a:gd name="T1" fmla="*/ 0 h 11"/>
                  <a:gd name="T2" fmla="*/ 17 w 14"/>
                  <a:gd name="T3" fmla="*/ 11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11">
                    <a:moveTo>
                      <a:pt x="0" y="0"/>
                    </a:moveTo>
                    <a:cubicBezTo>
                      <a:pt x="2" y="5"/>
                      <a:pt x="8" y="10"/>
                      <a:pt x="14" y="11"/>
                    </a:cubicBezTo>
                  </a:path>
                </a:pathLst>
              </a:custGeom>
              <a:noFill/>
              <a:ln w="6350" cap="flat">
                <a:solidFill>
                  <a:srgbClr val="AA604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000" name="Freeform 132">
                <a:extLst>
                  <a:ext uri="{FF2B5EF4-FFF2-40B4-BE49-F238E27FC236}">
                    <a16:creationId xmlns:a16="http://schemas.microsoft.com/office/drawing/2014/main" id="{C5659FA2-1E6F-404F-BB06-9EE5DD8FD6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3" y="1286"/>
                <a:ext cx="19" cy="6"/>
              </a:xfrm>
              <a:custGeom>
                <a:avLst/>
                <a:gdLst>
                  <a:gd name="T0" fmla="*/ 0 w 18"/>
                  <a:gd name="T1" fmla="*/ 3 h 6"/>
                  <a:gd name="T2" fmla="*/ 21 w 18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6">
                    <a:moveTo>
                      <a:pt x="0" y="3"/>
                    </a:moveTo>
                    <a:cubicBezTo>
                      <a:pt x="5" y="6"/>
                      <a:pt x="12" y="1"/>
                      <a:pt x="18" y="0"/>
                    </a:cubicBezTo>
                  </a:path>
                </a:pathLst>
              </a:custGeom>
              <a:noFill/>
              <a:ln w="6350" cap="flat">
                <a:solidFill>
                  <a:srgbClr val="AA604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001" name="Freeform 133">
                <a:extLst>
                  <a:ext uri="{FF2B5EF4-FFF2-40B4-BE49-F238E27FC236}">
                    <a16:creationId xmlns:a16="http://schemas.microsoft.com/office/drawing/2014/main" id="{873107C7-AE13-4001-B690-418B12820F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1" y="1273"/>
                <a:ext cx="14" cy="1"/>
              </a:xfrm>
              <a:custGeom>
                <a:avLst/>
                <a:gdLst>
                  <a:gd name="T0" fmla="*/ 0 w 13"/>
                  <a:gd name="T1" fmla="*/ 1 h 1"/>
                  <a:gd name="T2" fmla="*/ 16 w 13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1">
                    <a:moveTo>
                      <a:pt x="0" y="1"/>
                    </a:moveTo>
                    <a:cubicBezTo>
                      <a:pt x="4" y="0"/>
                      <a:pt x="9" y="0"/>
                      <a:pt x="13" y="0"/>
                    </a:cubicBezTo>
                  </a:path>
                </a:pathLst>
              </a:custGeom>
              <a:noFill/>
              <a:ln w="6350" cap="flat">
                <a:solidFill>
                  <a:srgbClr val="AA604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002" name="Freeform 134">
                <a:extLst>
                  <a:ext uri="{FF2B5EF4-FFF2-40B4-BE49-F238E27FC236}">
                    <a16:creationId xmlns:a16="http://schemas.microsoft.com/office/drawing/2014/main" id="{DDF556B9-2F7A-47E5-A3C9-5495F37F3D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8" y="1578"/>
                <a:ext cx="19" cy="12"/>
              </a:xfrm>
              <a:custGeom>
                <a:avLst/>
                <a:gdLst>
                  <a:gd name="T0" fmla="*/ 0 w 18"/>
                  <a:gd name="T1" fmla="*/ 14 h 11"/>
                  <a:gd name="T2" fmla="*/ 21 w 18"/>
                  <a:gd name="T3" fmla="*/ 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11">
                    <a:moveTo>
                      <a:pt x="0" y="11"/>
                    </a:moveTo>
                    <a:cubicBezTo>
                      <a:pt x="6" y="11"/>
                      <a:pt x="14" y="4"/>
                      <a:pt x="18" y="0"/>
                    </a:cubicBezTo>
                  </a:path>
                </a:pathLst>
              </a:custGeom>
              <a:noFill/>
              <a:ln w="6350" cap="flat">
                <a:solidFill>
                  <a:srgbClr val="AA604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003" name="Freeform 135">
                <a:extLst>
                  <a:ext uri="{FF2B5EF4-FFF2-40B4-BE49-F238E27FC236}">
                    <a16:creationId xmlns:a16="http://schemas.microsoft.com/office/drawing/2014/main" id="{907E1C59-DD5A-4CA8-B35C-8AAEE69542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9" y="1607"/>
                <a:ext cx="20" cy="24"/>
              </a:xfrm>
              <a:custGeom>
                <a:avLst/>
                <a:gdLst>
                  <a:gd name="T0" fmla="*/ 6 w 19"/>
                  <a:gd name="T1" fmla="*/ 0 h 23"/>
                  <a:gd name="T2" fmla="*/ 1 w 19"/>
                  <a:gd name="T3" fmla="*/ 25 h 23"/>
                  <a:gd name="T4" fmla="*/ 22 w 19"/>
                  <a:gd name="T5" fmla="*/ 6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23">
                    <a:moveTo>
                      <a:pt x="6" y="0"/>
                    </a:moveTo>
                    <a:cubicBezTo>
                      <a:pt x="4" y="7"/>
                      <a:pt x="0" y="15"/>
                      <a:pt x="1" y="22"/>
                    </a:cubicBezTo>
                    <a:cubicBezTo>
                      <a:pt x="9" y="23"/>
                      <a:pt x="17" y="13"/>
                      <a:pt x="19" y="6"/>
                    </a:cubicBezTo>
                  </a:path>
                </a:pathLst>
              </a:custGeom>
              <a:noFill/>
              <a:ln w="6350" cap="flat">
                <a:solidFill>
                  <a:srgbClr val="AA604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004" name="Freeform 136">
                <a:extLst>
                  <a:ext uri="{FF2B5EF4-FFF2-40B4-BE49-F238E27FC236}">
                    <a16:creationId xmlns:a16="http://schemas.microsoft.com/office/drawing/2014/main" id="{5EEC765E-3485-4275-91EC-26FF8A4BC8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5" y="1821"/>
                <a:ext cx="27" cy="25"/>
              </a:xfrm>
              <a:custGeom>
                <a:avLst/>
                <a:gdLst>
                  <a:gd name="T0" fmla="*/ 6 w 25"/>
                  <a:gd name="T1" fmla="*/ 27 h 24"/>
                  <a:gd name="T2" fmla="*/ 5 w 25"/>
                  <a:gd name="T3" fmla="*/ 4 h 24"/>
                  <a:gd name="T4" fmla="*/ 31 w 25"/>
                  <a:gd name="T5" fmla="*/ 21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24">
                    <a:moveTo>
                      <a:pt x="6" y="24"/>
                    </a:moveTo>
                    <a:cubicBezTo>
                      <a:pt x="5" y="20"/>
                      <a:pt x="0" y="7"/>
                      <a:pt x="5" y="4"/>
                    </a:cubicBezTo>
                    <a:cubicBezTo>
                      <a:pt x="11" y="0"/>
                      <a:pt x="22" y="14"/>
                      <a:pt x="25" y="18"/>
                    </a:cubicBezTo>
                  </a:path>
                </a:pathLst>
              </a:custGeom>
              <a:noFill/>
              <a:ln w="6350" cap="flat">
                <a:solidFill>
                  <a:srgbClr val="AA604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005" name="Freeform 137">
                <a:extLst>
                  <a:ext uri="{FF2B5EF4-FFF2-40B4-BE49-F238E27FC236}">
                    <a16:creationId xmlns:a16="http://schemas.microsoft.com/office/drawing/2014/main" id="{CD86E49C-0AB8-4C30-B4B0-ACEBA2A73F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4" y="1901"/>
                <a:ext cx="25" cy="24"/>
              </a:xfrm>
              <a:custGeom>
                <a:avLst/>
                <a:gdLst>
                  <a:gd name="T0" fmla="*/ 0 w 23"/>
                  <a:gd name="T1" fmla="*/ 20 h 23"/>
                  <a:gd name="T2" fmla="*/ 0 w 23"/>
                  <a:gd name="T3" fmla="*/ 18 h 23"/>
                  <a:gd name="T4" fmla="*/ 0 w 23"/>
                  <a:gd name="T5" fmla="*/ 2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23">
                    <a:moveTo>
                      <a:pt x="0" y="17"/>
                    </a:moveTo>
                    <a:cubicBezTo>
                      <a:pt x="0" y="16"/>
                      <a:pt x="0" y="16"/>
                      <a:pt x="0" y="15"/>
                    </a:cubicBezTo>
                    <a:cubicBezTo>
                      <a:pt x="17" y="23"/>
                      <a:pt x="23" y="0"/>
                      <a:pt x="0" y="2"/>
                    </a:cubicBezTo>
                  </a:path>
                </a:pathLst>
              </a:custGeom>
              <a:noFill/>
              <a:ln w="6350" cap="flat">
                <a:solidFill>
                  <a:srgbClr val="AA604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006" name="Freeform 138">
                <a:extLst>
                  <a:ext uri="{FF2B5EF4-FFF2-40B4-BE49-F238E27FC236}">
                    <a16:creationId xmlns:a16="http://schemas.microsoft.com/office/drawing/2014/main" id="{20FC69BF-ACB5-46C2-9C3D-012E878791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4" y="1883"/>
                <a:ext cx="2" cy="17"/>
              </a:xfrm>
              <a:custGeom>
                <a:avLst/>
                <a:gdLst>
                  <a:gd name="T0" fmla="*/ 2 w 2"/>
                  <a:gd name="T1" fmla="*/ 0 h 16"/>
                  <a:gd name="T2" fmla="*/ 0 w 2"/>
                  <a:gd name="T3" fmla="*/ 19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6">
                    <a:moveTo>
                      <a:pt x="2" y="0"/>
                    </a:moveTo>
                    <a:cubicBezTo>
                      <a:pt x="2" y="6"/>
                      <a:pt x="2" y="11"/>
                      <a:pt x="0" y="16"/>
                    </a:cubicBezTo>
                  </a:path>
                </a:pathLst>
              </a:custGeom>
              <a:noFill/>
              <a:ln w="6350" cap="flat">
                <a:solidFill>
                  <a:srgbClr val="AA604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007" name="Freeform 139">
                <a:extLst>
                  <a:ext uri="{FF2B5EF4-FFF2-40B4-BE49-F238E27FC236}">
                    <a16:creationId xmlns:a16="http://schemas.microsoft.com/office/drawing/2014/main" id="{FE0D40E3-1EBB-42DC-8A55-314A8CA515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9" y="1902"/>
                <a:ext cx="23" cy="13"/>
              </a:xfrm>
              <a:custGeom>
                <a:avLst/>
                <a:gdLst>
                  <a:gd name="T0" fmla="*/ 0 w 22"/>
                  <a:gd name="T1" fmla="*/ 0 h 12"/>
                  <a:gd name="T2" fmla="*/ 25 w 22"/>
                  <a:gd name="T3" fmla="*/ 15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12">
                    <a:moveTo>
                      <a:pt x="0" y="0"/>
                    </a:moveTo>
                    <a:cubicBezTo>
                      <a:pt x="8" y="3"/>
                      <a:pt x="15" y="8"/>
                      <a:pt x="22" y="12"/>
                    </a:cubicBezTo>
                  </a:path>
                </a:pathLst>
              </a:custGeom>
              <a:noFill/>
              <a:ln w="6350" cap="flat">
                <a:solidFill>
                  <a:srgbClr val="AA604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008" name="Freeform 140">
                <a:extLst>
                  <a:ext uri="{FF2B5EF4-FFF2-40B4-BE49-F238E27FC236}">
                    <a16:creationId xmlns:a16="http://schemas.microsoft.com/office/drawing/2014/main" id="{D36246D9-F2CD-474E-B4E5-4682556651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4" y="1934"/>
                <a:ext cx="7" cy="22"/>
              </a:xfrm>
              <a:custGeom>
                <a:avLst/>
                <a:gdLst>
                  <a:gd name="T0" fmla="*/ 0 w 6"/>
                  <a:gd name="T1" fmla="*/ 0 h 21"/>
                  <a:gd name="T2" fmla="*/ 9 w 6"/>
                  <a:gd name="T3" fmla="*/ 24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21">
                    <a:moveTo>
                      <a:pt x="0" y="0"/>
                    </a:moveTo>
                    <a:cubicBezTo>
                      <a:pt x="2" y="7"/>
                      <a:pt x="4" y="14"/>
                      <a:pt x="6" y="21"/>
                    </a:cubicBezTo>
                  </a:path>
                </a:pathLst>
              </a:custGeom>
              <a:noFill/>
              <a:ln w="6350" cap="flat">
                <a:solidFill>
                  <a:srgbClr val="AA604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009" name="Freeform 141">
                <a:extLst>
                  <a:ext uri="{FF2B5EF4-FFF2-40B4-BE49-F238E27FC236}">
                    <a16:creationId xmlns:a16="http://schemas.microsoft.com/office/drawing/2014/main" id="{43364034-8393-4767-BBC2-D5EC16FBCF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9" y="2014"/>
                <a:ext cx="25" cy="41"/>
              </a:xfrm>
              <a:custGeom>
                <a:avLst/>
                <a:gdLst>
                  <a:gd name="T0" fmla="*/ 17 w 23"/>
                  <a:gd name="T1" fmla="*/ 0 h 39"/>
                  <a:gd name="T2" fmla="*/ 29 w 23"/>
                  <a:gd name="T3" fmla="*/ 5 h 3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39">
                    <a:moveTo>
                      <a:pt x="14" y="0"/>
                    </a:moveTo>
                    <a:cubicBezTo>
                      <a:pt x="0" y="1"/>
                      <a:pt x="14" y="39"/>
                      <a:pt x="23" y="5"/>
                    </a:cubicBezTo>
                  </a:path>
                </a:pathLst>
              </a:custGeom>
              <a:noFill/>
              <a:ln w="6350" cap="flat">
                <a:solidFill>
                  <a:srgbClr val="AA604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010" name="Freeform 142">
                <a:extLst>
                  <a:ext uri="{FF2B5EF4-FFF2-40B4-BE49-F238E27FC236}">
                    <a16:creationId xmlns:a16="http://schemas.microsoft.com/office/drawing/2014/main" id="{586AE113-60F8-4503-8816-F346C82B34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3" y="2032"/>
                <a:ext cx="5" cy="23"/>
              </a:xfrm>
              <a:custGeom>
                <a:avLst/>
                <a:gdLst>
                  <a:gd name="T0" fmla="*/ 5 w 5"/>
                  <a:gd name="T1" fmla="*/ 0 h 22"/>
                  <a:gd name="T2" fmla="*/ 0 w 5"/>
                  <a:gd name="T3" fmla="*/ 25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22">
                    <a:moveTo>
                      <a:pt x="5" y="0"/>
                    </a:moveTo>
                    <a:cubicBezTo>
                      <a:pt x="4" y="7"/>
                      <a:pt x="4" y="15"/>
                      <a:pt x="0" y="22"/>
                    </a:cubicBezTo>
                  </a:path>
                </a:pathLst>
              </a:custGeom>
              <a:noFill/>
              <a:ln w="6350" cap="flat">
                <a:solidFill>
                  <a:srgbClr val="AA604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011" name="Freeform 143">
                <a:extLst>
                  <a:ext uri="{FF2B5EF4-FFF2-40B4-BE49-F238E27FC236}">
                    <a16:creationId xmlns:a16="http://schemas.microsoft.com/office/drawing/2014/main" id="{4DE2DF0E-A340-4B80-88DD-BC2D217507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9" y="2007"/>
                <a:ext cx="28" cy="24"/>
              </a:xfrm>
              <a:custGeom>
                <a:avLst/>
                <a:gdLst>
                  <a:gd name="T0" fmla="*/ 0 w 26"/>
                  <a:gd name="T1" fmla="*/ 9 h 22"/>
                  <a:gd name="T2" fmla="*/ 12 w 26"/>
                  <a:gd name="T3" fmla="*/ 0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22">
                    <a:moveTo>
                      <a:pt x="0" y="6"/>
                    </a:moveTo>
                    <a:cubicBezTo>
                      <a:pt x="10" y="22"/>
                      <a:pt x="26" y="17"/>
                      <a:pt x="9" y="0"/>
                    </a:cubicBezTo>
                  </a:path>
                </a:pathLst>
              </a:custGeom>
              <a:noFill/>
              <a:ln w="6350" cap="flat">
                <a:solidFill>
                  <a:srgbClr val="AA604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012" name="Freeform 144">
                <a:extLst>
                  <a:ext uri="{FF2B5EF4-FFF2-40B4-BE49-F238E27FC236}">
                    <a16:creationId xmlns:a16="http://schemas.microsoft.com/office/drawing/2014/main" id="{69D2C59F-4BEB-4ED7-94D8-228022F794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4" y="2280"/>
                <a:ext cx="14" cy="21"/>
              </a:xfrm>
              <a:custGeom>
                <a:avLst/>
                <a:gdLst>
                  <a:gd name="T0" fmla="*/ 3 w 13"/>
                  <a:gd name="T1" fmla="*/ 0 h 20"/>
                  <a:gd name="T2" fmla="*/ 1 w 13"/>
                  <a:gd name="T3" fmla="*/ 15 h 20"/>
                  <a:gd name="T4" fmla="*/ 16 w 13"/>
                  <a:gd name="T5" fmla="*/ 0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20">
                    <a:moveTo>
                      <a:pt x="3" y="0"/>
                    </a:moveTo>
                    <a:cubicBezTo>
                      <a:pt x="3" y="3"/>
                      <a:pt x="0" y="9"/>
                      <a:pt x="1" y="12"/>
                    </a:cubicBezTo>
                    <a:cubicBezTo>
                      <a:pt x="6" y="20"/>
                      <a:pt x="13" y="5"/>
                      <a:pt x="13" y="0"/>
                    </a:cubicBezTo>
                  </a:path>
                </a:pathLst>
              </a:custGeom>
              <a:noFill/>
              <a:ln w="6350" cap="flat">
                <a:solidFill>
                  <a:srgbClr val="AA604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013" name="Freeform 145">
                <a:extLst>
                  <a:ext uri="{FF2B5EF4-FFF2-40B4-BE49-F238E27FC236}">
                    <a16:creationId xmlns:a16="http://schemas.microsoft.com/office/drawing/2014/main" id="{99ECEB5A-AF85-48C7-B813-3C80C9D671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3" y="2285"/>
                <a:ext cx="18" cy="22"/>
              </a:xfrm>
              <a:custGeom>
                <a:avLst/>
                <a:gdLst>
                  <a:gd name="T0" fmla="*/ 1 w 17"/>
                  <a:gd name="T1" fmla="*/ 11 h 20"/>
                  <a:gd name="T2" fmla="*/ 1 w 17"/>
                  <a:gd name="T3" fmla="*/ 9 h 20"/>
                  <a:gd name="T4" fmla="*/ 17 w 17"/>
                  <a:gd name="T5" fmla="*/ 21 h 20"/>
                  <a:gd name="T6" fmla="*/ 12 w 17"/>
                  <a:gd name="T7" fmla="*/ 0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20">
                    <a:moveTo>
                      <a:pt x="1" y="8"/>
                    </a:moveTo>
                    <a:cubicBezTo>
                      <a:pt x="1" y="8"/>
                      <a:pt x="0" y="8"/>
                      <a:pt x="1" y="6"/>
                    </a:cubicBezTo>
                    <a:cubicBezTo>
                      <a:pt x="4" y="10"/>
                      <a:pt x="9" y="20"/>
                      <a:pt x="14" y="15"/>
                    </a:cubicBezTo>
                    <a:cubicBezTo>
                      <a:pt x="17" y="11"/>
                      <a:pt x="11" y="3"/>
                      <a:pt x="9" y="0"/>
                    </a:cubicBezTo>
                  </a:path>
                </a:pathLst>
              </a:custGeom>
              <a:noFill/>
              <a:ln w="6350" cap="flat">
                <a:solidFill>
                  <a:srgbClr val="AA604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014" name="Freeform 146">
                <a:extLst>
                  <a:ext uri="{FF2B5EF4-FFF2-40B4-BE49-F238E27FC236}">
                    <a16:creationId xmlns:a16="http://schemas.microsoft.com/office/drawing/2014/main" id="{12FA5845-EAFD-4531-8B19-6F3463B4E7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8" y="2209"/>
                <a:ext cx="26" cy="28"/>
              </a:xfrm>
              <a:custGeom>
                <a:avLst/>
                <a:gdLst>
                  <a:gd name="T0" fmla="*/ 1 w 25"/>
                  <a:gd name="T1" fmla="*/ 13 h 27"/>
                  <a:gd name="T2" fmla="*/ 10 w 25"/>
                  <a:gd name="T3" fmla="*/ 6 h 27"/>
                  <a:gd name="T4" fmla="*/ 16 w 25"/>
                  <a:gd name="T5" fmla="*/ 30 h 27"/>
                  <a:gd name="T6" fmla="*/ 28 w 25"/>
                  <a:gd name="T7" fmla="*/ 8 h 2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" h="27">
                    <a:moveTo>
                      <a:pt x="1" y="13"/>
                    </a:moveTo>
                    <a:cubicBezTo>
                      <a:pt x="0" y="8"/>
                      <a:pt x="5" y="0"/>
                      <a:pt x="10" y="6"/>
                    </a:cubicBezTo>
                    <a:cubicBezTo>
                      <a:pt x="14" y="11"/>
                      <a:pt x="9" y="21"/>
                      <a:pt x="13" y="27"/>
                    </a:cubicBezTo>
                    <a:cubicBezTo>
                      <a:pt x="20" y="24"/>
                      <a:pt x="23" y="14"/>
                      <a:pt x="25" y="8"/>
                    </a:cubicBezTo>
                  </a:path>
                </a:pathLst>
              </a:custGeom>
              <a:noFill/>
              <a:ln w="6350" cap="flat">
                <a:solidFill>
                  <a:srgbClr val="AA604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015" name="Freeform 147">
                <a:extLst>
                  <a:ext uri="{FF2B5EF4-FFF2-40B4-BE49-F238E27FC236}">
                    <a16:creationId xmlns:a16="http://schemas.microsoft.com/office/drawing/2014/main" id="{942E128C-6FA6-4288-A7C2-524B757C03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3" y="2208"/>
                <a:ext cx="7" cy="18"/>
              </a:xfrm>
              <a:custGeom>
                <a:avLst/>
                <a:gdLst>
                  <a:gd name="T0" fmla="*/ 0 w 7"/>
                  <a:gd name="T1" fmla="*/ 0 h 17"/>
                  <a:gd name="T2" fmla="*/ 7 w 7"/>
                  <a:gd name="T3" fmla="*/ 20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7">
                    <a:moveTo>
                      <a:pt x="0" y="0"/>
                    </a:moveTo>
                    <a:cubicBezTo>
                      <a:pt x="3" y="6"/>
                      <a:pt x="4" y="12"/>
                      <a:pt x="7" y="17"/>
                    </a:cubicBezTo>
                  </a:path>
                </a:pathLst>
              </a:custGeom>
              <a:noFill/>
              <a:ln w="6350" cap="flat">
                <a:solidFill>
                  <a:srgbClr val="AA604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016" name="Freeform 148">
                <a:extLst>
                  <a:ext uri="{FF2B5EF4-FFF2-40B4-BE49-F238E27FC236}">
                    <a16:creationId xmlns:a16="http://schemas.microsoft.com/office/drawing/2014/main" id="{63E88B9A-2F01-4CC8-87DF-692E849889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6" y="2123"/>
                <a:ext cx="21" cy="25"/>
              </a:xfrm>
              <a:custGeom>
                <a:avLst/>
                <a:gdLst>
                  <a:gd name="T0" fmla="*/ 8 w 20"/>
                  <a:gd name="T1" fmla="*/ 0 h 23"/>
                  <a:gd name="T2" fmla="*/ 2 w 20"/>
                  <a:gd name="T3" fmla="*/ 26 h 23"/>
                  <a:gd name="T4" fmla="*/ 23 w 20"/>
                  <a:gd name="T5" fmla="*/ 9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23">
                    <a:moveTo>
                      <a:pt x="8" y="0"/>
                    </a:moveTo>
                    <a:cubicBezTo>
                      <a:pt x="2" y="5"/>
                      <a:pt x="0" y="12"/>
                      <a:pt x="2" y="20"/>
                    </a:cubicBezTo>
                    <a:cubicBezTo>
                      <a:pt x="13" y="23"/>
                      <a:pt x="20" y="17"/>
                      <a:pt x="20" y="6"/>
                    </a:cubicBezTo>
                  </a:path>
                </a:pathLst>
              </a:custGeom>
              <a:noFill/>
              <a:ln w="6350" cap="flat">
                <a:solidFill>
                  <a:srgbClr val="AA604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017" name="Freeform 149">
                <a:extLst>
                  <a:ext uri="{FF2B5EF4-FFF2-40B4-BE49-F238E27FC236}">
                    <a16:creationId xmlns:a16="http://schemas.microsoft.com/office/drawing/2014/main" id="{8A70E965-A566-44B8-AE77-68A67AF3E7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6" y="2125"/>
                <a:ext cx="26" cy="28"/>
              </a:xfrm>
              <a:custGeom>
                <a:avLst/>
                <a:gdLst>
                  <a:gd name="T0" fmla="*/ 12 w 24"/>
                  <a:gd name="T1" fmla="*/ 30 h 27"/>
                  <a:gd name="T2" fmla="*/ 1 w 24"/>
                  <a:gd name="T3" fmla="*/ 1 h 27"/>
                  <a:gd name="T4" fmla="*/ 29 w 24"/>
                  <a:gd name="T5" fmla="*/ 26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27">
                    <a:moveTo>
                      <a:pt x="9" y="27"/>
                    </a:moveTo>
                    <a:cubicBezTo>
                      <a:pt x="3" y="20"/>
                      <a:pt x="0" y="11"/>
                      <a:pt x="1" y="1"/>
                    </a:cubicBezTo>
                    <a:cubicBezTo>
                      <a:pt x="12" y="0"/>
                      <a:pt x="24" y="16"/>
                      <a:pt x="23" y="23"/>
                    </a:cubicBezTo>
                  </a:path>
                </a:pathLst>
              </a:custGeom>
              <a:noFill/>
              <a:ln w="6350" cap="flat">
                <a:solidFill>
                  <a:srgbClr val="AA604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018" name="Freeform 150">
                <a:extLst>
                  <a:ext uri="{FF2B5EF4-FFF2-40B4-BE49-F238E27FC236}">
                    <a16:creationId xmlns:a16="http://schemas.microsoft.com/office/drawing/2014/main" id="{25245403-C9F2-4570-993C-A746D02B60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1" y="2343"/>
                <a:ext cx="13" cy="15"/>
              </a:xfrm>
              <a:custGeom>
                <a:avLst/>
                <a:gdLst>
                  <a:gd name="T0" fmla="*/ 0 w 12"/>
                  <a:gd name="T1" fmla="*/ 0 h 14"/>
                  <a:gd name="T2" fmla="*/ 15 w 12"/>
                  <a:gd name="T3" fmla="*/ 17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14">
                    <a:moveTo>
                      <a:pt x="0" y="0"/>
                    </a:moveTo>
                    <a:cubicBezTo>
                      <a:pt x="4" y="5"/>
                      <a:pt x="8" y="10"/>
                      <a:pt x="12" y="14"/>
                    </a:cubicBezTo>
                  </a:path>
                </a:pathLst>
              </a:custGeom>
              <a:noFill/>
              <a:ln w="6350" cap="flat">
                <a:solidFill>
                  <a:srgbClr val="AA604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019" name="Freeform 151">
                <a:extLst>
                  <a:ext uri="{FF2B5EF4-FFF2-40B4-BE49-F238E27FC236}">
                    <a16:creationId xmlns:a16="http://schemas.microsoft.com/office/drawing/2014/main" id="{6798E458-591F-49FC-AEA4-097C5F7751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2" y="2331"/>
                <a:ext cx="25" cy="23"/>
              </a:xfrm>
              <a:custGeom>
                <a:avLst/>
                <a:gdLst>
                  <a:gd name="T0" fmla="*/ 15 w 23"/>
                  <a:gd name="T1" fmla="*/ 27 h 21"/>
                  <a:gd name="T2" fmla="*/ 29 w 23"/>
                  <a:gd name="T3" fmla="*/ 14 h 21"/>
                  <a:gd name="T4" fmla="*/ 0 w 23"/>
                  <a:gd name="T5" fmla="*/ 23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21">
                    <a:moveTo>
                      <a:pt x="12" y="21"/>
                    </a:moveTo>
                    <a:cubicBezTo>
                      <a:pt x="18" y="20"/>
                      <a:pt x="21" y="17"/>
                      <a:pt x="23" y="11"/>
                    </a:cubicBezTo>
                    <a:cubicBezTo>
                      <a:pt x="15" y="0"/>
                      <a:pt x="5" y="7"/>
                      <a:pt x="0" y="17"/>
                    </a:cubicBezTo>
                  </a:path>
                </a:pathLst>
              </a:custGeom>
              <a:noFill/>
              <a:ln w="6350" cap="flat">
                <a:solidFill>
                  <a:srgbClr val="AA604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020" name="Freeform 152">
                <a:extLst>
                  <a:ext uri="{FF2B5EF4-FFF2-40B4-BE49-F238E27FC236}">
                    <a16:creationId xmlns:a16="http://schemas.microsoft.com/office/drawing/2014/main" id="{C2877544-0F93-4167-AD22-194C32D90B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5" y="2307"/>
                <a:ext cx="11" cy="21"/>
              </a:xfrm>
              <a:custGeom>
                <a:avLst/>
                <a:gdLst>
                  <a:gd name="T0" fmla="*/ 0 w 10"/>
                  <a:gd name="T1" fmla="*/ 23 h 20"/>
                  <a:gd name="T2" fmla="*/ 13 w 10"/>
                  <a:gd name="T3" fmla="*/ 0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20">
                    <a:moveTo>
                      <a:pt x="0" y="20"/>
                    </a:moveTo>
                    <a:cubicBezTo>
                      <a:pt x="2" y="13"/>
                      <a:pt x="7" y="6"/>
                      <a:pt x="10" y="0"/>
                    </a:cubicBezTo>
                  </a:path>
                </a:pathLst>
              </a:custGeom>
              <a:noFill/>
              <a:ln w="6350" cap="flat">
                <a:solidFill>
                  <a:srgbClr val="AA604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021" name="Freeform 153">
                <a:extLst>
                  <a:ext uri="{FF2B5EF4-FFF2-40B4-BE49-F238E27FC236}">
                    <a16:creationId xmlns:a16="http://schemas.microsoft.com/office/drawing/2014/main" id="{97C0D6F3-D9C1-4270-98DD-EE271B09EA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7" y="2168"/>
                <a:ext cx="13" cy="25"/>
              </a:xfrm>
              <a:custGeom>
                <a:avLst/>
                <a:gdLst>
                  <a:gd name="T0" fmla="*/ 15 w 12"/>
                  <a:gd name="T1" fmla="*/ 0 h 23"/>
                  <a:gd name="T2" fmla="*/ 0 w 12"/>
                  <a:gd name="T3" fmla="*/ 29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23">
                    <a:moveTo>
                      <a:pt x="12" y="0"/>
                    </a:moveTo>
                    <a:cubicBezTo>
                      <a:pt x="11" y="9"/>
                      <a:pt x="6" y="16"/>
                      <a:pt x="0" y="23"/>
                    </a:cubicBezTo>
                  </a:path>
                </a:pathLst>
              </a:custGeom>
              <a:noFill/>
              <a:ln w="6350" cap="flat">
                <a:solidFill>
                  <a:srgbClr val="AA604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022" name="Freeform 154">
                <a:extLst>
                  <a:ext uri="{FF2B5EF4-FFF2-40B4-BE49-F238E27FC236}">
                    <a16:creationId xmlns:a16="http://schemas.microsoft.com/office/drawing/2014/main" id="{68E23738-62CD-4836-8138-FB9A5EA97C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8" y="2240"/>
                <a:ext cx="25" cy="38"/>
              </a:xfrm>
              <a:custGeom>
                <a:avLst/>
                <a:gdLst>
                  <a:gd name="T0" fmla="*/ 8 w 24"/>
                  <a:gd name="T1" fmla="*/ 13 h 36"/>
                  <a:gd name="T2" fmla="*/ 15 w 24"/>
                  <a:gd name="T3" fmla="*/ 41 h 36"/>
                  <a:gd name="T4" fmla="*/ 27 w 24"/>
                  <a:gd name="T5" fmla="*/ 0 h 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36">
                    <a:moveTo>
                      <a:pt x="8" y="10"/>
                    </a:moveTo>
                    <a:cubicBezTo>
                      <a:pt x="4" y="16"/>
                      <a:pt x="0" y="33"/>
                      <a:pt x="12" y="35"/>
                    </a:cubicBezTo>
                    <a:cubicBezTo>
                      <a:pt x="24" y="36"/>
                      <a:pt x="24" y="7"/>
                      <a:pt x="24" y="0"/>
                    </a:cubicBezTo>
                  </a:path>
                </a:pathLst>
              </a:custGeom>
              <a:noFill/>
              <a:ln w="6350" cap="flat">
                <a:solidFill>
                  <a:srgbClr val="AA604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023" name="Freeform 155">
                <a:extLst>
                  <a:ext uri="{FF2B5EF4-FFF2-40B4-BE49-F238E27FC236}">
                    <a16:creationId xmlns:a16="http://schemas.microsoft.com/office/drawing/2014/main" id="{984DA055-1980-4F1D-B1F3-83A94E0B29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9" y="2162"/>
                <a:ext cx="32" cy="46"/>
              </a:xfrm>
              <a:custGeom>
                <a:avLst/>
                <a:gdLst>
                  <a:gd name="T0" fmla="*/ 2 w 30"/>
                  <a:gd name="T1" fmla="*/ 15 h 43"/>
                  <a:gd name="T2" fmla="*/ 27 w 30"/>
                  <a:gd name="T3" fmla="*/ 40 h 43"/>
                  <a:gd name="T4" fmla="*/ 17 w 30"/>
                  <a:gd name="T5" fmla="*/ 0 h 4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0" h="43">
                    <a:moveTo>
                      <a:pt x="2" y="12"/>
                    </a:moveTo>
                    <a:cubicBezTo>
                      <a:pt x="0" y="19"/>
                      <a:pt x="12" y="43"/>
                      <a:pt x="22" y="33"/>
                    </a:cubicBezTo>
                    <a:cubicBezTo>
                      <a:pt x="30" y="26"/>
                      <a:pt x="18" y="6"/>
                      <a:pt x="14" y="0"/>
                    </a:cubicBezTo>
                  </a:path>
                </a:pathLst>
              </a:custGeom>
              <a:noFill/>
              <a:ln w="6350" cap="flat">
                <a:solidFill>
                  <a:srgbClr val="AA604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024" name="Freeform 156">
                <a:extLst>
                  <a:ext uri="{FF2B5EF4-FFF2-40B4-BE49-F238E27FC236}">
                    <a16:creationId xmlns:a16="http://schemas.microsoft.com/office/drawing/2014/main" id="{0C119CEA-B3B8-4D7C-9CB6-C74A99A6AB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4" y="2246"/>
                <a:ext cx="10" cy="26"/>
              </a:xfrm>
              <a:custGeom>
                <a:avLst/>
                <a:gdLst>
                  <a:gd name="T0" fmla="*/ 0 w 10"/>
                  <a:gd name="T1" fmla="*/ 0 h 24"/>
                  <a:gd name="T2" fmla="*/ 10 w 10"/>
                  <a:gd name="T3" fmla="*/ 30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24">
                    <a:moveTo>
                      <a:pt x="0" y="0"/>
                    </a:moveTo>
                    <a:cubicBezTo>
                      <a:pt x="0" y="8"/>
                      <a:pt x="6" y="18"/>
                      <a:pt x="10" y="24"/>
                    </a:cubicBezTo>
                  </a:path>
                </a:pathLst>
              </a:custGeom>
              <a:noFill/>
              <a:ln w="6350" cap="flat">
                <a:solidFill>
                  <a:srgbClr val="AA604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025" name="Freeform 157">
                <a:extLst>
                  <a:ext uri="{FF2B5EF4-FFF2-40B4-BE49-F238E27FC236}">
                    <a16:creationId xmlns:a16="http://schemas.microsoft.com/office/drawing/2014/main" id="{5C68B7B0-F85E-4B8F-9874-00E83DF24C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0" y="2488"/>
                <a:ext cx="24" cy="29"/>
              </a:xfrm>
              <a:custGeom>
                <a:avLst/>
                <a:gdLst>
                  <a:gd name="T0" fmla="*/ 7 w 23"/>
                  <a:gd name="T1" fmla="*/ 31 h 27"/>
                  <a:gd name="T2" fmla="*/ 1 w 23"/>
                  <a:gd name="T3" fmla="*/ 3 h 27"/>
                  <a:gd name="T4" fmla="*/ 26 w 23"/>
                  <a:gd name="T5" fmla="*/ 33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27">
                    <a:moveTo>
                      <a:pt x="7" y="25"/>
                    </a:moveTo>
                    <a:cubicBezTo>
                      <a:pt x="1" y="20"/>
                      <a:pt x="0" y="11"/>
                      <a:pt x="1" y="3"/>
                    </a:cubicBezTo>
                    <a:cubicBezTo>
                      <a:pt x="16" y="0"/>
                      <a:pt x="21" y="17"/>
                      <a:pt x="23" y="27"/>
                    </a:cubicBezTo>
                  </a:path>
                </a:pathLst>
              </a:custGeom>
              <a:noFill/>
              <a:ln w="6350" cap="flat">
                <a:solidFill>
                  <a:srgbClr val="AA604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026" name="Freeform 158">
                <a:extLst>
                  <a:ext uri="{FF2B5EF4-FFF2-40B4-BE49-F238E27FC236}">
                    <a16:creationId xmlns:a16="http://schemas.microsoft.com/office/drawing/2014/main" id="{19786573-0388-414D-B692-BD774EE598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0" y="2495"/>
                <a:ext cx="13" cy="34"/>
              </a:xfrm>
              <a:custGeom>
                <a:avLst/>
                <a:gdLst>
                  <a:gd name="T0" fmla="*/ 15 w 12"/>
                  <a:gd name="T1" fmla="*/ 0 h 32"/>
                  <a:gd name="T2" fmla="*/ 0 w 12"/>
                  <a:gd name="T3" fmla="*/ 38 h 3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32">
                    <a:moveTo>
                      <a:pt x="12" y="0"/>
                    </a:moveTo>
                    <a:cubicBezTo>
                      <a:pt x="11" y="11"/>
                      <a:pt x="6" y="23"/>
                      <a:pt x="0" y="32"/>
                    </a:cubicBezTo>
                  </a:path>
                </a:pathLst>
              </a:custGeom>
              <a:noFill/>
              <a:ln w="6350" cap="flat">
                <a:solidFill>
                  <a:srgbClr val="AA604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027" name="Freeform 159">
                <a:extLst>
                  <a:ext uri="{FF2B5EF4-FFF2-40B4-BE49-F238E27FC236}">
                    <a16:creationId xmlns:a16="http://schemas.microsoft.com/office/drawing/2014/main" id="{DA020DD9-1F02-434D-A634-3F2F046D4C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0" y="2770"/>
                <a:ext cx="20" cy="22"/>
              </a:xfrm>
              <a:custGeom>
                <a:avLst/>
                <a:gdLst>
                  <a:gd name="T0" fmla="*/ 4 w 19"/>
                  <a:gd name="T1" fmla="*/ 0 h 20"/>
                  <a:gd name="T2" fmla="*/ 8 w 19"/>
                  <a:gd name="T3" fmla="*/ 26 h 20"/>
                  <a:gd name="T4" fmla="*/ 22 w 19"/>
                  <a:gd name="T5" fmla="*/ 3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20">
                    <a:moveTo>
                      <a:pt x="4" y="0"/>
                    </a:moveTo>
                    <a:cubicBezTo>
                      <a:pt x="2" y="5"/>
                      <a:pt x="0" y="19"/>
                      <a:pt x="8" y="20"/>
                    </a:cubicBezTo>
                    <a:cubicBezTo>
                      <a:pt x="12" y="20"/>
                      <a:pt x="19" y="7"/>
                      <a:pt x="19" y="3"/>
                    </a:cubicBezTo>
                  </a:path>
                </a:pathLst>
              </a:custGeom>
              <a:noFill/>
              <a:ln w="6350" cap="flat">
                <a:solidFill>
                  <a:srgbClr val="AA604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028" name="Freeform 160">
                <a:extLst>
                  <a:ext uri="{FF2B5EF4-FFF2-40B4-BE49-F238E27FC236}">
                    <a16:creationId xmlns:a16="http://schemas.microsoft.com/office/drawing/2014/main" id="{576A9DCC-55E9-4599-AEEA-3FC98DB739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0" y="2770"/>
                <a:ext cx="12" cy="33"/>
              </a:xfrm>
              <a:custGeom>
                <a:avLst/>
                <a:gdLst>
                  <a:gd name="T0" fmla="*/ 2 w 11"/>
                  <a:gd name="T1" fmla="*/ 0 h 31"/>
                  <a:gd name="T2" fmla="*/ 14 w 11"/>
                  <a:gd name="T3" fmla="*/ 37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31">
                    <a:moveTo>
                      <a:pt x="2" y="0"/>
                    </a:moveTo>
                    <a:cubicBezTo>
                      <a:pt x="0" y="6"/>
                      <a:pt x="9" y="24"/>
                      <a:pt x="11" y="31"/>
                    </a:cubicBezTo>
                  </a:path>
                </a:pathLst>
              </a:custGeom>
              <a:noFill/>
              <a:ln w="6350" cap="flat">
                <a:solidFill>
                  <a:srgbClr val="AA604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029" name="Freeform 161">
                <a:extLst>
                  <a:ext uri="{FF2B5EF4-FFF2-40B4-BE49-F238E27FC236}">
                    <a16:creationId xmlns:a16="http://schemas.microsoft.com/office/drawing/2014/main" id="{E8D4A729-373F-4213-B701-86BC848D08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6" y="2996"/>
                <a:ext cx="48" cy="48"/>
              </a:xfrm>
              <a:custGeom>
                <a:avLst/>
                <a:gdLst>
                  <a:gd name="T0" fmla="*/ 0 w 45"/>
                  <a:gd name="T1" fmla="*/ 35 h 45"/>
                  <a:gd name="T2" fmla="*/ 6 w 45"/>
                  <a:gd name="T3" fmla="*/ 54 h 4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5" h="45">
                    <a:moveTo>
                      <a:pt x="0" y="29"/>
                    </a:moveTo>
                    <a:cubicBezTo>
                      <a:pt x="14" y="0"/>
                      <a:pt x="45" y="33"/>
                      <a:pt x="6" y="45"/>
                    </a:cubicBezTo>
                  </a:path>
                </a:pathLst>
              </a:custGeom>
              <a:noFill/>
              <a:ln w="6350" cap="flat">
                <a:solidFill>
                  <a:srgbClr val="AA604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030" name="Freeform 162">
                <a:extLst>
                  <a:ext uri="{FF2B5EF4-FFF2-40B4-BE49-F238E27FC236}">
                    <a16:creationId xmlns:a16="http://schemas.microsoft.com/office/drawing/2014/main" id="{9030C8A8-BC08-4478-815C-BF086702AC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1" y="3088"/>
                <a:ext cx="22" cy="90"/>
              </a:xfrm>
              <a:custGeom>
                <a:avLst/>
                <a:gdLst>
                  <a:gd name="T0" fmla="*/ 26 w 20"/>
                  <a:gd name="T1" fmla="*/ 0 h 85"/>
                  <a:gd name="T2" fmla="*/ 13 w 20"/>
                  <a:gd name="T3" fmla="*/ 101 h 8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85">
                    <a:moveTo>
                      <a:pt x="20" y="0"/>
                    </a:moveTo>
                    <a:cubicBezTo>
                      <a:pt x="19" y="27"/>
                      <a:pt x="0" y="57"/>
                      <a:pt x="10" y="85"/>
                    </a:cubicBezTo>
                  </a:path>
                </a:pathLst>
              </a:custGeom>
              <a:noFill/>
              <a:ln w="6350" cap="flat">
                <a:solidFill>
                  <a:srgbClr val="AA604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031" name="Freeform 163">
                <a:extLst>
                  <a:ext uri="{FF2B5EF4-FFF2-40B4-BE49-F238E27FC236}">
                    <a16:creationId xmlns:a16="http://schemas.microsoft.com/office/drawing/2014/main" id="{83EC01DC-0F94-4BB0-8787-1B5B6464C1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2" y="3000"/>
                <a:ext cx="38" cy="50"/>
              </a:xfrm>
              <a:custGeom>
                <a:avLst/>
                <a:gdLst>
                  <a:gd name="T0" fmla="*/ 0 w 35"/>
                  <a:gd name="T1" fmla="*/ 24 h 47"/>
                  <a:gd name="T2" fmla="*/ 33 w 35"/>
                  <a:gd name="T3" fmla="*/ 49 h 47"/>
                  <a:gd name="T4" fmla="*/ 20 w 35"/>
                  <a:gd name="T5" fmla="*/ 3 h 47"/>
                  <a:gd name="T6" fmla="*/ 24 w 35"/>
                  <a:gd name="T7" fmla="*/ 1 h 4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5" h="47">
                    <a:moveTo>
                      <a:pt x="0" y="21"/>
                    </a:moveTo>
                    <a:cubicBezTo>
                      <a:pt x="3" y="27"/>
                      <a:pt x="16" y="47"/>
                      <a:pt x="26" y="40"/>
                    </a:cubicBezTo>
                    <a:cubicBezTo>
                      <a:pt x="35" y="34"/>
                      <a:pt x="19" y="10"/>
                      <a:pt x="16" y="3"/>
                    </a:cubicBezTo>
                    <a:cubicBezTo>
                      <a:pt x="19" y="1"/>
                      <a:pt x="18" y="0"/>
                      <a:pt x="18" y="1"/>
                    </a:cubicBezTo>
                  </a:path>
                </a:pathLst>
              </a:custGeom>
              <a:noFill/>
              <a:ln w="6350" cap="flat">
                <a:solidFill>
                  <a:srgbClr val="AA604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032" name="Freeform 164">
                <a:extLst>
                  <a:ext uri="{FF2B5EF4-FFF2-40B4-BE49-F238E27FC236}">
                    <a16:creationId xmlns:a16="http://schemas.microsoft.com/office/drawing/2014/main" id="{DD73A120-CE80-41CB-8C4C-CA84B5B4BD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5" y="3081"/>
                <a:ext cx="12" cy="30"/>
              </a:xfrm>
              <a:custGeom>
                <a:avLst/>
                <a:gdLst>
                  <a:gd name="T0" fmla="*/ 0 w 12"/>
                  <a:gd name="T1" fmla="*/ 0 h 28"/>
                  <a:gd name="T2" fmla="*/ 12 w 12"/>
                  <a:gd name="T3" fmla="*/ 34 h 2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28">
                    <a:moveTo>
                      <a:pt x="0" y="0"/>
                    </a:moveTo>
                    <a:cubicBezTo>
                      <a:pt x="5" y="8"/>
                      <a:pt x="7" y="19"/>
                      <a:pt x="12" y="28"/>
                    </a:cubicBezTo>
                  </a:path>
                </a:pathLst>
              </a:custGeom>
              <a:noFill/>
              <a:ln w="6350" cap="flat">
                <a:solidFill>
                  <a:srgbClr val="AA604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033" name="Freeform 165">
                <a:extLst>
                  <a:ext uri="{FF2B5EF4-FFF2-40B4-BE49-F238E27FC236}">
                    <a16:creationId xmlns:a16="http://schemas.microsoft.com/office/drawing/2014/main" id="{E9901656-6B93-4590-96B0-238E9344E9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2" y="3081"/>
                <a:ext cx="26" cy="31"/>
              </a:xfrm>
              <a:custGeom>
                <a:avLst/>
                <a:gdLst>
                  <a:gd name="T0" fmla="*/ 9 w 25"/>
                  <a:gd name="T1" fmla="*/ 0 h 29"/>
                  <a:gd name="T2" fmla="*/ 0 w 25"/>
                  <a:gd name="T3" fmla="*/ 33 h 29"/>
                  <a:gd name="T4" fmla="*/ 28 w 25"/>
                  <a:gd name="T5" fmla="*/ 11 h 2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29">
                    <a:moveTo>
                      <a:pt x="9" y="0"/>
                    </a:moveTo>
                    <a:cubicBezTo>
                      <a:pt x="3" y="7"/>
                      <a:pt x="1" y="18"/>
                      <a:pt x="0" y="27"/>
                    </a:cubicBezTo>
                    <a:cubicBezTo>
                      <a:pt x="11" y="29"/>
                      <a:pt x="23" y="19"/>
                      <a:pt x="25" y="8"/>
                    </a:cubicBezTo>
                  </a:path>
                </a:pathLst>
              </a:custGeom>
              <a:noFill/>
              <a:ln w="6350" cap="flat">
                <a:solidFill>
                  <a:srgbClr val="AA604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034" name="Freeform 166">
                <a:extLst>
                  <a:ext uri="{FF2B5EF4-FFF2-40B4-BE49-F238E27FC236}">
                    <a16:creationId xmlns:a16="http://schemas.microsoft.com/office/drawing/2014/main" id="{04246B8F-6AAB-440D-8EDE-738F685BD3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7" y="3672"/>
                <a:ext cx="11" cy="40"/>
              </a:xfrm>
              <a:custGeom>
                <a:avLst/>
                <a:gdLst>
                  <a:gd name="T0" fmla="*/ 13 w 10"/>
                  <a:gd name="T1" fmla="*/ 0 h 38"/>
                  <a:gd name="T2" fmla="*/ 0 w 10"/>
                  <a:gd name="T3" fmla="*/ 44 h 3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38">
                    <a:moveTo>
                      <a:pt x="10" y="0"/>
                    </a:moveTo>
                    <a:cubicBezTo>
                      <a:pt x="7" y="13"/>
                      <a:pt x="6" y="26"/>
                      <a:pt x="0" y="38"/>
                    </a:cubicBezTo>
                  </a:path>
                </a:pathLst>
              </a:custGeom>
              <a:noFill/>
              <a:ln w="6350" cap="flat">
                <a:solidFill>
                  <a:srgbClr val="AA604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035" name="Freeform 167">
                <a:extLst>
                  <a:ext uri="{FF2B5EF4-FFF2-40B4-BE49-F238E27FC236}">
                    <a16:creationId xmlns:a16="http://schemas.microsoft.com/office/drawing/2014/main" id="{B0B0B2A9-C5BC-43A7-AA08-B3444612A8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6" y="3773"/>
                <a:ext cx="22" cy="43"/>
              </a:xfrm>
              <a:custGeom>
                <a:avLst/>
                <a:gdLst>
                  <a:gd name="T0" fmla="*/ 0 w 21"/>
                  <a:gd name="T1" fmla="*/ 6 h 41"/>
                  <a:gd name="T2" fmla="*/ 23 w 21"/>
                  <a:gd name="T3" fmla="*/ 0 h 4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41">
                    <a:moveTo>
                      <a:pt x="0" y="6"/>
                    </a:moveTo>
                    <a:cubicBezTo>
                      <a:pt x="0" y="41"/>
                      <a:pt x="21" y="30"/>
                      <a:pt x="20" y="0"/>
                    </a:cubicBezTo>
                  </a:path>
                </a:pathLst>
              </a:custGeom>
              <a:noFill/>
              <a:ln w="6350" cap="flat">
                <a:solidFill>
                  <a:srgbClr val="AA604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036" name="Freeform 168">
                <a:extLst>
                  <a:ext uri="{FF2B5EF4-FFF2-40B4-BE49-F238E27FC236}">
                    <a16:creationId xmlns:a16="http://schemas.microsoft.com/office/drawing/2014/main" id="{3A029388-9374-4464-B27F-1AA7C4BBE7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2" y="3773"/>
                <a:ext cx="13" cy="36"/>
              </a:xfrm>
              <a:custGeom>
                <a:avLst/>
                <a:gdLst>
                  <a:gd name="T0" fmla="*/ 0 w 12"/>
                  <a:gd name="T1" fmla="*/ 0 h 34"/>
                  <a:gd name="T2" fmla="*/ 15 w 12"/>
                  <a:gd name="T3" fmla="*/ 40 h 3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34">
                    <a:moveTo>
                      <a:pt x="0" y="0"/>
                    </a:moveTo>
                    <a:cubicBezTo>
                      <a:pt x="0" y="12"/>
                      <a:pt x="8" y="22"/>
                      <a:pt x="12" y="34"/>
                    </a:cubicBezTo>
                  </a:path>
                </a:pathLst>
              </a:custGeom>
              <a:noFill/>
              <a:ln w="6350" cap="flat">
                <a:solidFill>
                  <a:srgbClr val="AA604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037" name="Freeform 169">
                <a:extLst>
                  <a:ext uri="{FF2B5EF4-FFF2-40B4-BE49-F238E27FC236}">
                    <a16:creationId xmlns:a16="http://schemas.microsoft.com/office/drawing/2014/main" id="{A7FAAAD4-E3D1-4F7E-A9DD-7615194334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3" y="1458"/>
                <a:ext cx="27" cy="29"/>
              </a:xfrm>
              <a:custGeom>
                <a:avLst/>
                <a:gdLst>
                  <a:gd name="T0" fmla="*/ 4 w 25"/>
                  <a:gd name="T1" fmla="*/ 0 h 28"/>
                  <a:gd name="T2" fmla="*/ 31 w 25"/>
                  <a:gd name="T3" fmla="*/ 18 h 28"/>
                  <a:gd name="T4" fmla="*/ 0 w 25"/>
                  <a:gd name="T5" fmla="*/ 18 h 28"/>
                  <a:gd name="T6" fmla="*/ 19 w 25"/>
                  <a:gd name="T7" fmla="*/ 31 h 2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" h="28">
                    <a:moveTo>
                      <a:pt x="4" y="0"/>
                    </a:moveTo>
                    <a:cubicBezTo>
                      <a:pt x="11" y="1"/>
                      <a:pt x="24" y="7"/>
                      <a:pt x="25" y="15"/>
                    </a:cubicBezTo>
                    <a:cubicBezTo>
                      <a:pt x="16" y="19"/>
                      <a:pt x="7" y="8"/>
                      <a:pt x="0" y="15"/>
                    </a:cubicBezTo>
                    <a:cubicBezTo>
                      <a:pt x="2" y="21"/>
                      <a:pt x="12" y="28"/>
                      <a:pt x="16" y="28"/>
                    </a:cubicBezTo>
                  </a:path>
                </a:pathLst>
              </a:custGeom>
              <a:noFill/>
              <a:ln w="6350" cap="flat">
                <a:solidFill>
                  <a:srgbClr val="AA604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038" name="Freeform 170">
                <a:extLst>
                  <a:ext uri="{FF2B5EF4-FFF2-40B4-BE49-F238E27FC236}">
                    <a16:creationId xmlns:a16="http://schemas.microsoft.com/office/drawing/2014/main" id="{C0AD83F0-C9B8-4473-9BFB-42F7A3C4C1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4" y="1453"/>
                <a:ext cx="28" cy="24"/>
              </a:xfrm>
              <a:custGeom>
                <a:avLst/>
                <a:gdLst>
                  <a:gd name="T0" fmla="*/ 0 w 27"/>
                  <a:gd name="T1" fmla="*/ 14 h 22"/>
                  <a:gd name="T2" fmla="*/ 24 w 27"/>
                  <a:gd name="T3" fmla="*/ 10 h 22"/>
                  <a:gd name="T4" fmla="*/ 4 w 27"/>
                  <a:gd name="T5" fmla="*/ 28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7" h="22">
                    <a:moveTo>
                      <a:pt x="0" y="11"/>
                    </a:moveTo>
                    <a:cubicBezTo>
                      <a:pt x="5" y="8"/>
                      <a:pt x="16" y="0"/>
                      <a:pt x="21" y="7"/>
                    </a:cubicBezTo>
                    <a:cubicBezTo>
                      <a:pt x="27" y="16"/>
                      <a:pt x="5" y="22"/>
                      <a:pt x="4" y="22"/>
                    </a:cubicBezTo>
                  </a:path>
                </a:pathLst>
              </a:custGeom>
              <a:noFill/>
              <a:ln w="6350" cap="flat">
                <a:solidFill>
                  <a:srgbClr val="AA604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039" name="Freeform 171">
                <a:extLst>
                  <a:ext uri="{FF2B5EF4-FFF2-40B4-BE49-F238E27FC236}">
                    <a16:creationId xmlns:a16="http://schemas.microsoft.com/office/drawing/2014/main" id="{50E33217-BD75-428B-B653-4290A14281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5" y="1580"/>
                <a:ext cx="18" cy="13"/>
              </a:xfrm>
              <a:custGeom>
                <a:avLst/>
                <a:gdLst>
                  <a:gd name="T0" fmla="*/ 0 w 17"/>
                  <a:gd name="T1" fmla="*/ 0 h 12"/>
                  <a:gd name="T2" fmla="*/ 20 w 17"/>
                  <a:gd name="T3" fmla="*/ 15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12">
                    <a:moveTo>
                      <a:pt x="0" y="0"/>
                    </a:moveTo>
                    <a:cubicBezTo>
                      <a:pt x="6" y="1"/>
                      <a:pt x="11" y="8"/>
                      <a:pt x="17" y="12"/>
                    </a:cubicBezTo>
                  </a:path>
                </a:pathLst>
              </a:custGeom>
              <a:noFill/>
              <a:ln w="6350" cap="flat">
                <a:solidFill>
                  <a:srgbClr val="AA604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040" name="Freeform 172">
                <a:extLst>
                  <a:ext uri="{FF2B5EF4-FFF2-40B4-BE49-F238E27FC236}">
                    <a16:creationId xmlns:a16="http://schemas.microsoft.com/office/drawing/2014/main" id="{33AF7A8B-100A-496A-B64D-327D62FACA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4" y="1607"/>
                <a:ext cx="7" cy="23"/>
              </a:xfrm>
              <a:custGeom>
                <a:avLst/>
                <a:gdLst>
                  <a:gd name="T0" fmla="*/ 0 w 7"/>
                  <a:gd name="T1" fmla="*/ 0 h 22"/>
                  <a:gd name="T2" fmla="*/ 7 w 7"/>
                  <a:gd name="T3" fmla="*/ 25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22">
                    <a:moveTo>
                      <a:pt x="0" y="0"/>
                    </a:moveTo>
                    <a:cubicBezTo>
                      <a:pt x="1" y="8"/>
                      <a:pt x="6" y="14"/>
                      <a:pt x="7" y="22"/>
                    </a:cubicBezTo>
                  </a:path>
                </a:pathLst>
              </a:custGeom>
              <a:noFill/>
              <a:ln w="6350" cap="flat">
                <a:solidFill>
                  <a:srgbClr val="AA604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041" name="Freeform 173">
                <a:extLst>
                  <a:ext uri="{FF2B5EF4-FFF2-40B4-BE49-F238E27FC236}">
                    <a16:creationId xmlns:a16="http://schemas.microsoft.com/office/drawing/2014/main" id="{23ECED4A-2BF9-4A6C-A842-451708437E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1" y="1823"/>
                <a:ext cx="19" cy="27"/>
              </a:xfrm>
              <a:custGeom>
                <a:avLst/>
                <a:gdLst>
                  <a:gd name="T0" fmla="*/ 21 w 18"/>
                  <a:gd name="T1" fmla="*/ 6 h 25"/>
                  <a:gd name="T2" fmla="*/ 12 w 18"/>
                  <a:gd name="T3" fmla="*/ 28 h 25"/>
                  <a:gd name="T4" fmla="*/ 15 w 18"/>
                  <a:gd name="T5" fmla="*/ 0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25">
                    <a:moveTo>
                      <a:pt x="18" y="6"/>
                    </a:moveTo>
                    <a:cubicBezTo>
                      <a:pt x="17" y="10"/>
                      <a:pt x="17" y="25"/>
                      <a:pt x="9" y="22"/>
                    </a:cubicBezTo>
                    <a:cubicBezTo>
                      <a:pt x="0" y="19"/>
                      <a:pt x="8" y="3"/>
                      <a:pt x="12" y="0"/>
                    </a:cubicBezTo>
                  </a:path>
                </a:pathLst>
              </a:custGeom>
              <a:noFill/>
              <a:ln w="6350" cap="flat">
                <a:solidFill>
                  <a:srgbClr val="AA604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042" name="Freeform 174">
                <a:extLst>
                  <a:ext uri="{FF2B5EF4-FFF2-40B4-BE49-F238E27FC236}">
                    <a16:creationId xmlns:a16="http://schemas.microsoft.com/office/drawing/2014/main" id="{0E11F80F-757E-461A-90E6-5BEF6C4CAA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2" y="1902"/>
                <a:ext cx="20" cy="20"/>
              </a:xfrm>
              <a:custGeom>
                <a:avLst/>
                <a:gdLst>
                  <a:gd name="T0" fmla="*/ 0 w 19"/>
                  <a:gd name="T1" fmla="*/ 14 h 19"/>
                  <a:gd name="T2" fmla="*/ 19 w 19"/>
                  <a:gd name="T3" fmla="*/ 22 h 19"/>
                  <a:gd name="T4" fmla="*/ 0 w 19"/>
                  <a:gd name="T5" fmla="*/ 0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19">
                    <a:moveTo>
                      <a:pt x="0" y="11"/>
                    </a:moveTo>
                    <a:cubicBezTo>
                      <a:pt x="2" y="17"/>
                      <a:pt x="10" y="19"/>
                      <a:pt x="16" y="19"/>
                    </a:cubicBezTo>
                    <a:cubicBezTo>
                      <a:pt x="19" y="8"/>
                      <a:pt x="6" y="4"/>
                      <a:pt x="0" y="0"/>
                    </a:cubicBezTo>
                  </a:path>
                </a:pathLst>
              </a:custGeom>
              <a:noFill/>
              <a:ln w="6350" cap="flat">
                <a:solidFill>
                  <a:srgbClr val="AA604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043" name="Freeform 175">
                <a:extLst>
                  <a:ext uri="{FF2B5EF4-FFF2-40B4-BE49-F238E27FC236}">
                    <a16:creationId xmlns:a16="http://schemas.microsoft.com/office/drawing/2014/main" id="{51AFB106-627E-477E-B7FF-6383D8261A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7" y="1885"/>
                <a:ext cx="3" cy="23"/>
              </a:xfrm>
              <a:custGeom>
                <a:avLst/>
                <a:gdLst>
                  <a:gd name="T0" fmla="*/ 2 w 3"/>
                  <a:gd name="T1" fmla="*/ 0 h 22"/>
                  <a:gd name="T2" fmla="*/ 3 w 3"/>
                  <a:gd name="T3" fmla="*/ 25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2">
                    <a:moveTo>
                      <a:pt x="2" y="0"/>
                    </a:moveTo>
                    <a:cubicBezTo>
                      <a:pt x="0" y="6"/>
                      <a:pt x="1" y="15"/>
                      <a:pt x="3" y="22"/>
                    </a:cubicBezTo>
                  </a:path>
                </a:pathLst>
              </a:custGeom>
              <a:noFill/>
              <a:ln w="6350" cap="flat">
                <a:solidFill>
                  <a:srgbClr val="AA604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044" name="Freeform 176">
                <a:extLst>
                  <a:ext uri="{FF2B5EF4-FFF2-40B4-BE49-F238E27FC236}">
                    <a16:creationId xmlns:a16="http://schemas.microsoft.com/office/drawing/2014/main" id="{047DBBF6-78FF-4AB0-A809-DA9D416904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5" y="2365"/>
                <a:ext cx="8" cy="19"/>
              </a:xfrm>
              <a:custGeom>
                <a:avLst/>
                <a:gdLst>
                  <a:gd name="T0" fmla="*/ 1 w 8"/>
                  <a:gd name="T1" fmla="*/ 0 h 18"/>
                  <a:gd name="T2" fmla="*/ 8 w 8"/>
                  <a:gd name="T3" fmla="*/ 21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18">
                    <a:moveTo>
                      <a:pt x="1" y="0"/>
                    </a:moveTo>
                    <a:cubicBezTo>
                      <a:pt x="0" y="7"/>
                      <a:pt x="4" y="14"/>
                      <a:pt x="8" y="18"/>
                    </a:cubicBezTo>
                  </a:path>
                </a:pathLst>
              </a:custGeom>
              <a:noFill/>
              <a:ln w="6350" cap="flat">
                <a:solidFill>
                  <a:srgbClr val="AA604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045" name="Freeform 177">
                <a:extLst>
                  <a:ext uri="{FF2B5EF4-FFF2-40B4-BE49-F238E27FC236}">
                    <a16:creationId xmlns:a16="http://schemas.microsoft.com/office/drawing/2014/main" id="{753B9221-0613-4066-B9E5-8B8DD90092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7" y="2009"/>
                <a:ext cx="27" cy="29"/>
              </a:xfrm>
              <a:custGeom>
                <a:avLst/>
                <a:gdLst>
                  <a:gd name="T0" fmla="*/ 27 w 25"/>
                  <a:gd name="T1" fmla="*/ 0 h 27"/>
                  <a:gd name="T2" fmla="*/ 30 w 25"/>
                  <a:gd name="T3" fmla="*/ 33 h 27"/>
                  <a:gd name="T4" fmla="*/ 0 w 25"/>
                  <a:gd name="T5" fmla="*/ 0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27">
                    <a:moveTo>
                      <a:pt x="21" y="0"/>
                    </a:moveTo>
                    <a:cubicBezTo>
                      <a:pt x="24" y="9"/>
                      <a:pt x="25" y="18"/>
                      <a:pt x="24" y="27"/>
                    </a:cubicBezTo>
                    <a:cubicBezTo>
                      <a:pt x="13" y="21"/>
                      <a:pt x="4" y="12"/>
                      <a:pt x="0" y="0"/>
                    </a:cubicBezTo>
                  </a:path>
                </a:pathLst>
              </a:custGeom>
              <a:noFill/>
              <a:ln w="6350" cap="flat">
                <a:solidFill>
                  <a:srgbClr val="AA604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046" name="Freeform 178">
                <a:extLst>
                  <a:ext uri="{FF2B5EF4-FFF2-40B4-BE49-F238E27FC236}">
                    <a16:creationId xmlns:a16="http://schemas.microsoft.com/office/drawing/2014/main" id="{3DCD7B77-05AA-4FED-AA97-DA10A28408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0" y="1308"/>
                <a:ext cx="130" cy="24"/>
              </a:xfrm>
              <a:custGeom>
                <a:avLst/>
                <a:gdLst>
                  <a:gd name="T0" fmla="*/ 144 w 122"/>
                  <a:gd name="T1" fmla="*/ 0 h 22"/>
                  <a:gd name="T2" fmla="*/ 59 w 122"/>
                  <a:gd name="T3" fmla="*/ 13 h 22"/>
                  <a:gd name="T4" fmla="*/ 30 w 122"/>
                  <a:gd name="T5" fmla="*/ 13 h 22"/>
                  <a:gd name="T6" fmla="*/ 0 w 122"/>
                  <a:gd name="T7" fmla="*/ 5 h 22"/>
                  <a:gd name="T8" fmla="*/ 45 w 122"/>
                  <a:gd name="T9" fmla="*/ 24 h 22"/>
                  <a:gd name="T10" fmla="*/ 80 w 122"/>
                  <a:gd name="T11" fmla="*/ 27 h 22"/>
                  <a:gd name="T12" fmla="*/ 119 w 122"/>
                  <a:gd name="T13" fmla="*/ 16 h 22"/>
                  <a:gd name="T14" fmla="*/ 148 w 122"/>
                  <a:gd name="T15" fmla="*/ 1 h 2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22" h="22">
                    <a:moveTo>
                      <a:pt x="119" y="0"/>
                    </a:moveTo>
                    <a:cubicBezTo>
                      <a:pt x="100" y="12"/>
                      <a:pt x="71" y="9"/>
                      <a:pt x="49" y="10"/>
                    </a:cubicBezTo>
                    <a:cubicBezTo>
                      <a:pt x="41" y="11"/>
                      <a:pt x="32" y="11"/>
                      <a:pt x="24" y="10"/>
                    </a:cubicBezTo>
                    <a:cubicBezTo>
                      <a:pt x="17" y="9"/>
                      <a:pt x="8" y="4"/>
                      <a:pt x="0" y="5"/>
                    </a:cubicBezTo>
                    <a:cubicBezTo>
                      <a:pt x="8" y="14"/>
                      <a:pt x="26" y="16"/>
                      <a:pt x="37" y="18"/>
                    </a:cubicBezTo>
                    <a:cubicBezTo>
                      <a:pt x="47" y="21"/>
                      <a:pt x="56" y="22"/>
                      <a:pt x="66" y="21"/>
                    </a:cubicBezTo>
                    <a:cubicBezTo>
                      <a:pt x="78" y="21"/>
                      <a:pt x="89" y="18"/>
                      <a:pt x="99" y="13"/>
                    </a:cubicBezTo>
                    <a:cubicBezTo>
                      <a:pt x="106" y="9"/>
                      <a:pt x="115" y="6"/>
                      <a:pt x="122" y="1"/>
                    </a:cubicBezTo>
                  </a:path>
                </a:pathLst>
              </a:custGeom>
              <a:solidFill>
                <a:srgbClr val="8E4C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047" name="Freeform 179">
                <a:extLst>
                  <a:ext uri="{FF2B5EF4-FFF2-40B4-BE49-F238E27FC236}">
                    <a16:creationId xmlns:a16="http://schemas.microsoft.com/office/drawing/2014/main" id="{A8261E66-0CA2-4B5E-802E-027F6A51BB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1" y="1329"/>
                <a:ext cx="135" cy="78"/>
              </a:xfrm>
              <a:custGeom>
                <a:avLst/>
                <a:gdLst>
                  <a:gd name="T0" fmla="*/ 1 w 126"/>
                  <a:gd name="T1" fmla="*/ 59 h 74"/>
                  <a:gd name="T2" fmla="*/ 45 w 126"/>
                  <a:gd name="T3" fmla="*/ 74 h 74"/>
                  <a:gd name="T4" fmla="*/ 81 w 126"/>
                  <a:gd name="T5" fmla="*/ 57 h 74"/>
                  <a:gd name="T6" fmla="*/ 113 w 126"/>
                  <a:gd name="T7" fmla="*/ 24 h 74"/>
                  <a:gd name="T8" fmla="*/ 155 w 126"/>
                  <a:gd name="T9" fmla="*/ 0 h 74"/>
                  <a:gd name="T10" fmla="*/ 106 w 126"/>
                  <a:gd name="T11" fmla="*/ 43 h 74"/>
                  <a:gd name="T12" fmla="*/ 59 w 126"/>
                  <a:gd name="T13" fmla="*/ 83 h 74"/>
                  <a:gd name="T14" fmla="*/ 19 w 126"/>
                  <a:gd name="T15" fmla="*/ 82 h 74"/>
                  <a:gd name="T16" fmla="*/ 0 w 126"/>
                  <a:gd name="T17" fmla="*/ 64 h 7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26" h="74">
                    <a:moveTo>
                      <a:pt x="1" y="50"/>
                    </a:moveTo>
                    <a:cubicBezTo>
                      <a:pt x="12" y="56"/>
                      <a:pt x="22" y="66"/>
                      <a:pt x="36" y="63"/>
                    </a:cubicBezTo>
                    <a:cubicBezTo>
                      <a:pt x="48" y="61"/>
                      <a:pt x="57" y="56"/>
                      <a:pt x="66" y="48"/>
                    </a:cubicBezTo>
                    <a:cubicBezTo>
                      <a:pt x="75" y="40"/>
                      <a:pt x="82" y="29"/>
                      <a:pt x="91" y="21"/>
                    </a:cubicBezTo>
                    <a:cubicBezTo>
                      <a:pt x="101" y="11"/>
                      <a:pt x="114" y="6"/>
                      <a:pt x="126" y="0"/>
                    </a:cubicBezTo>
                    <a:cubicBezTo>
                      <a:pt x="111" y="11"/>
                      <a:pt x="97" y="21"/>
                      <a:pt x="86" y="37"/>
                    </a:cubicBezTo>
                    <a:cubicBezTo>
                      <a:pt x="76" y="51"/>
                      <a:pt x="66" y="65"/>
                      <a:pt x="48" y="71"/>
                    </a:cubicBezTo>
                    <a:cubicBezTo>
                      <a:pt x="39" y="74"/>
                      <a:pt x="26" y="74"/>
                      <a:pt x="16" y="70"/>
                    </a:cubicBezTo>
                    <a:cubicBezTo>
                      <a:pt x="11" y="67"/>
                      <a:pt x="2" y="60"/>
                      <a:pt x="0" y="55"/>
                    </a:cubicBezTo>
                  </a:path>
                </a:pathLst>
              </a:custGeom>
              <a:solidFill>
                <a:srgbClr val="8E4C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048" name="Freeform 180">
                <a:extLst>
                  <a:ext uri="{FF2B5EF4-FFF2-40B4-BE49-F238E27FC236}">
                    <a16:creationId xmlns:a16="http://schemas.microsoft.com/office/drawing/2014/main" id="{6AB2B90E-4943-405E-9ADD-A1ECEDA308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9" y="1335"/>
                <a:ext cx="96" cy="25"/>
              </a:xfrm>
              <a:custGeom>
                <a:avLst/>
                <a:gdLst>
                  <a:gd name="T0" fmla="*/ 0 w 90"/>
                  <a:gd name="T1" fmla="*/ 0 h 23"/>
                  <a:gd name="T2" fmla="*/ 30 w 90"/>
                  <a:gd name="T3" fmla="*/ 13 h 23"/>
                  <a:gd name="T4" fmla="*/ 55 w 90"/>
                  <a:gd name="T5" fmla="*/ 16 h 23"/>
                  <a:gd name="T6" fmla="*/ 85 w 90"/>
                  <a:gd name="T7" fmla="*/ 14 h 23"/>
                  <a:gd name="T8" fmla="*/ 109 w 90"/>
                  <a:gd name="T9" fmla="*/ 1 h 23"/>
                  <a:gd name="T10" fmla="*/ 45 w 90"/>
                  <a:gd name="T11" fmla="*/ 29 h 23"/>
                  <a:gd name="T12" fmla="*/ 0 w 90"/>
                  <a:gd name="T13" fmla="*/ 1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0" h="23">
                    <a:moveTo>
                      <a:pt x="0" y="0"/>
                    </a:moveTo>
                    <a:cubicBezTo>
                      <a:pt x="8" y="0"/>
                      <a:pt x="16" y="8"/>
                      <a:pt x="24" y="10"/>
                    </a:cubicBezTo>
                    <a:cubicBezTo>
                      <a:pt x="31" y="12"/>
                      <a:pt x="39" y="13"/>
                      <a:pt x="46" y="13"/>
                    </a:cubicBezTo>
                    <a:cubicBezTo>
                      <a:pt x="54" y="13"/>
                      <a:pt x="62" y="13"/>
                      <a:pt x="70" y="11"/>
                    </a:cubicBezTo>
                    <a:cubicBezTo>
                      <a:pt x="77" y="9"/>
                      <a:pt x="83" y="4"/>
                      <a:pt x="90" y="1"/>
                    </a:cubicBezTo>
                    <a:cubicBezTo>
                      <a:pt x="82" y="17"/>
                      <a:pt x="52" y="22"/>
                      <a:pt x="37" y="23"/>
                    </a:cubicBezTo>
                    <a:cubicBezTo>
                      <a:pt x="24" y="23"/>
                      <a:pt x="5" y="14"/>
                      <a:pt x="0" y="1"/>
                    </a:cubicBezTo>
                  </a:path>
                </a:pathLst>
              </a:custGeom>
              <a:solidFill>
                <a:srgbClr val="8E4C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049" name="Freeform 181">
                <a:extLst>
                  <a:ext uri="{FF2B5EF4-FFF2-40B4-BE49-F238E27FC236}">
                    <a16:creationId xmlns:a16="http://schemas.microsoft.com/office/drawing/2014/main" id="{5E22025D-20CF-4423-84B6-709AF911C9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0" y="2009"/>
                <a:ext cx="264" cy="367"/>
              </a:xfrm>
              <a:custGeom>
                <a:avLst/>
                <a:gdLst>
                  <a:gd name="T0" fmla="*/ 2 w 248"/>
                  <a:gd name="T1" fmla="*/ 0 h 344"/>
                  <a:gd name="T2" fmla="*/ 64 w 248"/>
                  <a:gd name="T3" fmla="*/ 84 h 344"/>
                  <a:gd name="T4" fmla="*/ 131 w 248"/>
                  <a:gd name="T5" fmla="*/ 140 h 344"/>
                  <a:gd name="T6" fmla="*/ 180 w 248"/>
                  <a:gd name="T7" fmla="*/ 245 h 344"/>
                  <a:gd name="T8" fmla="*/ 244 w 248"/>
                  <a:gd name="T9" fmla="*/ 355 h 344"/>
                  <a:gd name="T10" fmla="*/ 299 w 248"/>
                  <a:gd name="T11" fmla="*/ 418 h 344"/>
                  <a:gd name="T12" fmla="*/ 179 w 248"/>
                  <a:gd name="T13" fmla="*/ 276 h 344"/>
                  <a:gd name="T14" fmla="*/ 110 w 248"/>
                  <a:gd name="T15" fmla="*/ 165 h 344"/>
                  <a:gd name="T16" fmla="*/ 0 w 248"/>
                  <a:gd name="T17" fmla="*/ 7 h 34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48" h="344">
                    <a:moveTo>
                      <a:pt x="2" y="0"/>
                    </a:moveTo>
                    <a:cubicBezTo>
                      <a:pt x="12" y="27"/>
                      <a:pt x="30" y="52"/>
                      <a:pt x="53" y="69"/>
                    </a:cubicBezTo>
                    <a:cubicBezTo>
                      <a:pt x="72" y="83"/>
                      <a:pt x="96" y="93"/>
                      <a:pt x="109" y="115"/>
                    </a:cubicBezTo>
                    <a:cubicBezTo>
                      <a:pt x="125" y="142"/>
                      <a:pt x="134" y="174"/>
                      <a:pt x="149" y="202"/>
                    </a:cubicBezTo>
                    <a:cubicBezTo>
                      <a:pt x="165" y="232"/>
                      <a:pt x="181" y="263"/>
                      <a:pt x="202" y="292"/>
                    </a:cubicBezTo>
                    <a:cubicBezTo>
                      <a:pt x="216" y="310"/>
                      <a:pt x="233" y="327"/>
                      <a:pt x="248" y="344"/>
                    </a:cubicBezTo>
                    <a:cubicBezTo>
                      <a:pt x="202" y="321"/>
                      <a:pt x="175" y="270"/>
                      <a:pt x="148" y="228"/>
                    </a:cubicBezTo>
                    <a:cubicBezTo>
                      <a:pt x="129" y="198"/>
                      <a:pt x="114" y="162"/>
                      <a:pt x="91" y="136"/>
                    </a:cubicBezTo>
                    <a:cubicBezTo>
                      <a:pt x="54" y="97"/>
                      <a:pt x="11" y="61"/>
                      <a:pt x="0" y="7"/>
                    </a:cubicBezTo>
                  </a:path>
                </a:pathLst>
              </a:custGeom>
              <a:solidFill>
                <a:srgbClr val="8E4C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050" name="Freeform 182">
                <a:extLst>
                  <a:ext uri="{FF2B5EF4-FFF2-40B4-BE49-F238E27FC236}">
                    <a16:creationId xmlns:a16="http://schemas.microsoft.com/office/drawing/2014/main" id="{79638C6F-82B7-4B82-8485-BF8EA697EB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5" y="2110"/>
                <a:ext cx="200" cy="140"/>
              </a:xfrm>
              <a:custGeom>
                <a:avLst/>
                <a:gdLst>
                  <a:gd name="T0" fmla="*/ 0 w 188"/>
                  <a:gd name="T1" fmla="*/ 0 h 132"/>
                  <a:gd name="T2" fmla="*/ 114 w 188"/>
                  <a:gd name="T3" fmla="*/ 74 h 132"/>
                  <a:gd name="T4" fmla="*/ 227 w 188"/>
                  <a:gd name="T5" fmla="*/ 157 h 132"/>
                  <a:gd name="T6" fmla="*/ 112 w 188"/>
                  <a:gd name="T7" fmla="*/ 83 h 132"/>
                  <a:gd name="T8" fmla="*/ 65 w 188"/>
                  <a:gd name="T9" fmla="*/ 56 h 132"/>
                  <a:gd name="T10" fmla="*/ 39 w 188"/>
                  <a:gd name="T11" fmla="*/ 64 h 132"/>
                  <a:gd name="T12" fmla="*/ 0 w 188"/>
                  <a:gd name="T13" fmla="*/ 4 h 13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8" h="132">
                    <a:moveTo>
                      <a:pt x="0" y="0"/>
                    </a:moveTo>
                    <a:cubicBezTo>
                      <a:pt x="34" y="12"/>
                      <a:pt x="69" y="37"/>
                      <a:pt x="95" y="62"/>
                    </a:cubicBezTo>
                    <a:cubicBezTo>
                      <a:pt x="121" y="88"/>
                      <a:pt x="150" y="125"/>
                      <a:pt x="188" y="132"/>
                    </a:cubicBezTo>
                    <a:cubicBezTo>
                      <a:pt x="144" y="129"/>
                      <a:pt x="122" y="97"/>
                      <a:pt x="93" y="70"/>
                    </a:cubicBezTo>
                    <a:cubicBezTo>
                      <a:pt x="80" y="58"/>
                      <a:pt x="69" y="53"/>
                      <a:pt x="54" y="47"/>
                    </a:cubicBezTo>
                    <a:cubicBezTo>
                      <a:pt x="47" y="44"/>
                      <a:pt x="18" y="35"/>
                      <a:pt x="33" y="54"/>
                    </a:cubicBezTo>
                    <a:cubicBezTo>
                      <a:pt x="29" y="36"/>
                      <a:pt x="19" y="11"/>
                      <a:pt x="0" y="4"/>
                    </a:cubicBezTo>
                  </a:path>
                </a:pathLst>
              </a:custGeom>
              <a:solidFill>
                <a:srgbClr val="8E4C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051" name="Freeform 183">
                <a:extLst>
                  <a:ext uri="{FF2B5EF4-FFF2-40B4-BE49-F238E27FC236}">
                    <a16:creationId xmlns:a16="http://schemas.microsoft.com/office/drawing/2014/main" id="{A832C789-A24F-4FC7-BC7A-F7371E91CB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0" y="2179"/>
                <a:ext cx="148" cy="83"/>
              </a:xfrm>
              <a:custGeom>
                <a:avLst/>
                <a:gdLst>
                  <a:gd name="T0" fmla="*/ 168 w 139"/>
                  <a:gd name="T1" fmla="*/ 94 h 78"/>
                  <a:gd name="T2" fmla="*/ 128 w 139"/>
                  <a:gd name="T3" fmla="*/ 54 h 78"/>
                  <a:gd name="T4" fmla="*/ 91 w 139"/>
                  <a:gd name="T5" fmla="*/ 31 h 78"/>
                  <a:gd name="T6" fmla="*/ 0 w 139"/>
                  <a:gd name="T7" fmla="*/ 0 h 78"/>
                  <a:gd name="T8" fmla="*/ 106 w 139"/>
                  <a:gd name="T9" fmla="*/ 81 h 78"/>
                  <a:gd name="T10" fmla="*/ 162 w 139"/>
                  <a:gd name="T11" fmla="*/ 94 h 7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9" h="78">
                    <a:moveTo>
                      <a:pt x="139" y="78"/>
                    </a:moveTo>
                    <a:cubicBezTo>
                      <a:pt x="126" y="70"/>
                      <a:pt x="118" y="54"/>
                      <a:pt x="106" y="45"/>
                    </a:cubicBezTo>
                    <a:cubicBezTo>
                      <a:pt x="96" y="38"/>
                      <a:pt x="85" y="31"/>
                      <a:pt x="75" y="25"/>
                    </a:cubicBezTo>
                    <a:cubicBezTo>
                      <a:pt x="50" y="11"/>
                      <a:pt x="26" y="8"/>
                      <a:pt x="0" y="0"/>
                    </a:cubicBezTo>
                    <a:cubicBezTo>
                      <a:pt x="11" y="6"/>
                      <a:pt x="122" y="41"/>
                      <a:pt x="88" y="67"/>
                    </a:cubicBezTo>
                    <a:cubicBezTo>
                      <a:pt x="105" y="66"/>
                      <a:pt x="119" y="73"/>
                      <a:pt x="134" y="78"/>
                    </a:cubicBezTo>
                  </a:path>
                </a:pathLst>
              </a:custGeom>
              <a:solidFill>
                <a:srgbClr val="8E4C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052" name="Freeform 184">
                <a:extLst>
                  <a:ext uri="{FF2B5EF4-FFF2-40B4-BE49-F238E27FC236}">
                    <a16:creationId xmlns:a16="http://schemas.microsoft.com/office/drawing/2014/main" id="{D6123160-08F2-4B10-8179-9A6A539BAA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5" y="2253"/>
                <a:ext cx="211" cy="133"/>
              </a:xfrm>
              <a:custGeom>
                <a:avLst/>
                <a:gdLst>
                  <a:gd name="T0" fmla="*/ 0 w 198"/>
                  <a:gd name="T1" fmla="*/ 15 h 124"/>
                  <a:gd name="T2" fmla="*/ 143 w 198"/>
                  <a:gd name="T3" fmla="*/ 42 h 124"/>
                  <a:gd name="T4" fmla="*/ 240 w 198"/>
                  <a:gd name="T5" fmla="*/ 153 h 124"/>
                  <a:gd name="T6" fmla="*/ 182 w 198"/>
                  <a:gd name="T7" fmla="*/ 85 h 124"/>
                  <a:gd name="T8" fmla="*/ 132 w 198"/>
                  <a:gd name="T9" fmla="*/ 48 h 124"/>
                  <a:gd name="T10" fmla="*/ 66 w 198"/>
                  <a:gd name="T11" fmla="*/ 29 h 124"/>
                  <a:gd name="T12" fmla="*/ 0 w 198"/>
                  <a:gd name="T13" fmla="*/ 16 h 1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8" h="124">
                    <a:moveTo>
                      <a:pt x="0" y="12"/>
                    </a:moveTo>
                    <a:cubicBezTo>
                      <a:pt x="40" y="0"/>
                      <a:pt x="84" y="19"/>
                      <a:pt x="118" y="34"/>
                    </a:cubicBezTo>
                    <a:cubicBezTo>
                      <a:pt x="152" y="49"/>
                      <a:pt x="184" y="90"/>
                      <a:pt x="198" y="124"/>
                    </a:cubicBezTo>
                    <a:cubicBezTo>
                      <a:pt x="179" y="112"/>
                      <a:pt x="166" y="86"/>
                      <a:pt x="150" y="69"/>
                    </a:cubicBezTo>
                    <a:cubicBezTo>
                      <a:pt x="137" y="56"/>
                      <a:pt x="124" y="46"/>
                      <a:pt x="109" y="39"/>
                    </a:cubicBezTo>
                    <a:cubicBezTo>
                      <a:pt x="91" y="31"/>
                      <a:pt x="72" y="28"/>
                      <a:pt x="54" y="23"/>
                    </a:cubicBezTo>
                    <a:cubicBezTo>
                      <a:pt x="37" y="18"/>
                      <a:pt x="17" y="19"/>
                      <a:pt x="0" y="13"/>
                    </a:cubicBezTo>
                  </a:path>
                </a:pathLst>
              </a:custGeom>
              <a:solidFill>
                <a:srgbClr val="8E4C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053" name="Freeform 185">
                <a:extLst>
                  <a:ext uri="{FF2B5EF4-FFF2-40B4-BE49-F238E27FC236}">
                    <a16:creationId xmlns:a16="http://schemas.microsoft.com/office/drawing/2014/main" id="{748CE33A-6FEC-4383-BDC0-6080D0CEC9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9" y="2502"/>
                <a:ext cx="173" cy="302"/>
              </a:xfrm>
              <a:custGeom>
                <a:avLst/>
                <a:gdLst>
                  <a:gd name="T0" fmla="*/ 0 w 163"/>
                  <a:gd name="T1" fmla="*/ 1 h 284"/>
                  <a:gd name="T2" fmla="*/ 37 w 163"/>
                  <a:gd name="T3" fmla="*/ 3 h 284"/>
                  <a:gd name="T4" fmla="*/ 73 w 163"/>
                  <a:gd name="T5" fmla="*/ 23 h 284"/>
                  <a:gd name="T6" fmla="*/ 148 w 163"/>
                  <a:gd name="T7" fmla="*/ 95 h 284"/>
                  <a:gd name="T8" fmla="*/ 177 w 163"/>
                  <a:gd name="T9" fmla="*/ 270 h 284"/>
                  <a:gd name="T10" fmla="*/ 160 w 163"/>
                  <a:gd name="T11" fmla="*/ 309 h 284"/>
                  <a:gd name="T12" fmla="*/ 133 w 163"/>
                  <a:gd name="T13" fmla="*/ 340 h 284"/>
                  <a:gd name="T14" fmla="*/ 50 w 163"/>
                  <a:gd name="T15" fmla="*/ 307 h 284"/>
                  <a:gd name="T16" fmla="*/ 133 w 163"/>
                  <a:gd name="T17" fmla="*/ 300 h 284"/>
                  <a:gd name="T18" fmla="*/ 137 w 163"/>
                  <a:gd name="T19" fmla="*/ 249 h 284"/>
                  <a:gd name="T20" fmla="*/ 141 w 163"/>
                  <a:gd name="T21" fmla="*/ 177 h 284"/>
                  <a:gd name="T22" fmla="*/ 123 w 163"/>
                  <a:gd name="T23" fmla="*/ 113 h 284"/>
                  <a:gd name="T24" fmla="*/ 92 w 163"/>
                  <a:gd name="T25" fmla="*/ 50 h 284"/>
                  <a:gd name="T26" fmla="*/ 58 w 163"/>
                  <a:gd name="T27" fmla="*/ 24 h 284"/>
                  <a:gd name="T28" fmla="*/ 8 w 163"/>
                  <a:gd name="T29" fmla="*/ 3 h 284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63" h="284">
                    <a:moveTo>
                      <a:pt x="0" y="1"/>
                    </a:moveTo>
                    <a:cubicBezTo>
                      <a:pt x="10" y="5"/>
                      <a:pt x="22" y="0"/>
                      <a:pt x="31" y="3"/>
                    </a:cubicBezTo>
                    <a:cubicBezTo>
                      <a:pt x="42" y="5"/>
                      <a:pt x="52" y="14"/>
                      <a:pt x="61" y="20"/>
                    </a:cubicBezTo>
                    <a:cubicBezTo>
                      <a:pt x="86" y="37"/>
                      <a:pt x="108" y="53"/>
                      <a:pt x="123" y="79"/>
                    </a:cubicBezTo>
                    <a:cubicBezTo>
                      <a:pt x="147" y="122"/>
                      <a:pt x="163" y="177"/>
                      <a:pt x="148" y="225"/>
                    </a:cubicBezTo>
                    <a:cubicBezTo>
                      <a:pt x="144" y="236"/>
                      <a:pt x="138" y="247"/>
                      <a:pt x="134" y="258"/>
                    </a:cubicBezTo>
                    <a:cubicBezTo>
                      <a:pt x="128" y="273"/>
                      <a:pt x="130" y="284"/>
                      <a:pt x="111" y="283"/>
                    </a:cubicBezTo>
                    <a:cubicBezTo>
                      <a:pt x="86" y="282"/>
                      <a:pt x="62" y="266"/>
                      <a:pt x="41" y="256"/>
                    </a:cubicBezTo>
                    <a:cubicBezTo>
                      <a:pt x="60" y="255"/>
                      <a:pt x="99" y="273"/>
                      <a:pt x="111" y="249"/>
                    </a:cubicBezTo>
                    <a:cubicBezTo>
                      <a:pt x="116" y="238"/>
                      <a:pt x="114" y="219"/>
                      <a:pt x="115" y="207"/>
                    </a:cubicBezTo>
                    <a:cubicBezTo>
                      <a:pt x="116" y="187"/>
                      <a:pt x="118" y="167"/>
                      <a:pt x="118" y="147"/>
                    </a:cubicBezTo>
                    <a:cubicBezTo>
                      <a:pt x="117" y="126"/>
                      <a:pt x="112" y="113"/>
                      <a:pt x="103" y="94"/>
                    </a:cubicBezTo>
                    <a:cubicBezTo>
                      <a:pt x="95" y="76"/>
                      <a:pt x="90" y="56"/>
                      <a:pt x="77" y="41"/>
                    </a:cubicBezTo>
                    <a:cubicBezTo>
                      <a:pt x="69" y="33"/>
                      <a:pt x="59" y="26"/>
                      <a:pt x="49" y="21"/>
                    </a:cubicBezTo>
                    <a:cubicBezTo>
                      <a:pt x="37" y="15"/>
                      <a:pt x="20" y="4"/>
                      <a:pt x="8" y="3"/>
                    </a:cubicBezTo>
                  </a:path>
                </a:pathLst>
              </a:custGeom>
              <a:solidFill>
                <a:srgbClr val="8E4C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054" name="Freeform 186">
                <a:extLst>
                  <a:ext uri="{FF2B5EF4-FFF2-40B4-BE49-F238E27FC236}">
                    <a16:creationId xmlns:a16="http://schemas.microsoft.com/office/drawing/2014/main" id="{CE1AB5E0-B9D5-40DF-88D1-32F2598DA3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6" y="2676"/>
                <a:ext cx="87" cy="284"/>
              </a:xfrm>
              <a:custGeom>
                <a:avLst/>
                <a:gdLst>
                  <a:gd name="T0" fmla="*/ 4 w 81"/>
                  <a:gd name="T1" fmla="*/ 129 h 266"/>
                  <a:gd name="T2" fmla="*/ 0 w 81"/>
                  <a:gd name="T3" fmla="*/ 163 h 266"/>
                  <a:gd name="T4" fmla="*/ 50 w 81"/>
                  <a:gd name="T5" fmla="*/ 239 h 266"/>
                  <a:gd name="T6" fmla="*/ 56 w 81"/>
                  <a:gd name="T7" fmla="*/ 288 h 266"/>
                  <a:gd name="T8" fmla="*/ 44 w 81"/>
                  <a:gd name="T9" fmla="*/ 324 h 266"/>
                  <a:gd name="T10" fmla="*/ 58 w 81"/>
                  <a:gd name="T11" fmla="*/ 170 h 266"/>
                  <a:gd name="T12" fmla="*/ 85 w 81"/>
                  <a:gd name="T13" fmla="*/ 95 h 266"/>
                  <a:gd name="T14" fmla="*/ 85 w 81"/>
                  <a:gd name="T15" fmla="*/ 0 h 266"/>
                  <a:gd name="T16" fmla="*/ 56 w 81"/>
                  <a:gd name="T17" fmla="*/ 109 h 266"/>
                  <a:gd name="T18" fmla="*/ 17 w 81"/>
                  <a:gd name="T19" fmla="*/ 129 h 26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1" h="266">
                    <a:moveTo>
                      <a:pt x="4" y="106"/>
                    </a:moveTo>
                    <a:cubicBezTo>
                      <a:pt x="12" y="114"/>
                      <a:pt x="21" y="138"/>
                      <a:pt x="0" y="134"/>
                    </a:cubicBezTo>
                    <a:cubicBezTo>
                      <a:pt x="28" y="148"/>
                      <a:pt x="38" y="166"/>
                      <a:pt x="41" y="197"/>
                    </a:cubicBezTo>
                    <a:cubicBezTo>
                      <a:pt x="42" y="210"/>
                      <a:pt x="46" y="223"/>
                      <a:pt x="45" y="237"/>
                    </a:cubicBezTo>
                    <a:cubicBezTo>
                      <a:pt x="44" y="248"/>
                      <a:pt x="37" y="256"/>
                      <a:pt x="35" y="266"/>
                    </a:cubicBezTo>
                    <a:cubicBezTo>
                      <a:pt x="76" y="236"/>
                      <a:pt x="49" y="180"/>
                      <a:pt x="47" y="140"/>
                    </a:cubicBezTo>
                    <a:cubicBezTo>
                      <a:pt x="46" y="121"/>
                      <a:pt x="61" y="96"/>
                      <a:pt x="69" y="78"/>
                    </a:cubicBezTo>
                    <a:cubicBezTo>
                      <a:pt x="81" y="52"/>
                      <a:pt x="81" y="27"/>
                      <a:pt x="69" y="0"/>
                    </a:cubicBezTo>
                    <a:cubicBezTo>
                      <a:pt x="63" y="30"/>
                      <a:pt x="60" y="62"/>
                      <a:pt x="45" y="90"/>
                    </a:cubicBezTo>
                    <a:cubicBezTo>
                      <a:pt x="37" y="104"/>
                      <a:pt x="31" y="106"/>
                      <a:pt x="14" y="106"/>
                    </a:cubicBezTo>
                  </a:path>
                </a:pathLst>
              </a:custGeom>
              <a:solidFill>
                <a:srgbClr val="8E4C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055" name="Freeform 187">
                <a:extLst>
                  <a:ext uri="{FF2B5EF4-FFF2-40B4-BE49-F238E27FC236}">
                    <a16:creationId xmlns:a16="http://schemas.microsoft.com/office/drawing/2014/main" id="{382F2DF7-7375-455F-B0AE-36B09B517B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2" y="2242"/>
                <a:ext cx="103" cy="50"/>
              </a:xfrm>
              <a:custGeom>
                <a:avLst/>
                <a:gdLst>
                  <a:gd name="T0" fmla="*/ 0 w 97"/>
                  <a:gd name="T1" fmla="*/ 0 h 47"/>
                  <a:gd name="T2" fmla="*/ 20 w 97"/>
                  <a:gd name="T3" fmla="*/ 5 h 47"/>
                  <a:gd name="T4" fmla="*/ 39 w 97"/>
                  <a:gd name="T5" fmla="*/ 16 h 47"/>
                  <a:gd name="T6" fmla="*/ 65 w 97"/>
                  <a:gd name="T7" fmla="*/ 21 h 47"/>
                  <a:gd name="T8" fmla="*/ 116 w 97"/>
                  <a:gd name="T9" fmla="*/ 26 h 47"/>
                  <a:gd name="T10" fmla="*/ 45 w 97"/>
                  <a:gd name="T11" fmla="*/ 56 h 47"/>
                  <a:gd name="T12" fmla="*/ 63 w 97"/>
                  <a:gd name="T13" fmla="*/ 37 h 47"/>
                  <a:gd name="T14" fmla="*/ 50 w 97"/>
                  <a:gd name="T15" fmla="*/ 22 h 47"/>
                  <a:gd name="T16" fmla="*/ 6 w 97"/>
                  <a:gd name="T17" fmla="*/ 3 h 4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7" h="47">
                    <a:moveTo>
                      <a:pt x="0" y="0"/>
                    </a:moveTo>
                    <a:cubicBezTo>
                      <a:pt x="5" y="3"/>
                      <a:pt x="12" y="3"/>
                      <a:pt x="17" y="5"/>
                    </a:cubicBezTo>
                    <a:cubicBezTo>
                      <a:pt x="23" y="8"/>
                      <a:pt x="28" y="11"/>
                      <a:pt x="33" y="13"/>
                    </a:cubicBezTo>
                    <a:cubicBezTo>
                      <a:pt x="40" y="16"/>
                      <a:pt x="47" y="17"/>
                      <a:pt x="54" y="18"/>
                    </a:cubicBezTo>
                    <a:cubicBezTo>
                      <a:pt x="68" y="20"/>
                      <a:pt x="83" y="23"/>
                      <a:pt x="97" y="22"/>
                    </a:cubicBezTo>
                    <a:cubicBezTo>
                      <a:pt x="77" y="29"/>
                      <a:pt x="56" y="40"/>
                      <a:pt x="38" y="47"/>
                    </a:cubicBezTo>
                    <a:cubicBezTo>
                      <a:pt x="45" y="46"/>
                      <a:pt x="55" y="39"/>
                      <a:pt x="53" y="31"/>
                    </a:cubicBezTo>
                    <a:cubicBezTo>
                      <a:pt x="52" y="26"/>
                      <a:pt x="46" y="22"/>
                      <a:pt x="41" y="19"/>
                    </a:cubicBezTo>
                    <a:cubicBezTo>
                      <a:pt x="31" y="13"/>
                      <a:pt x="18" y="7"/>
                      <a:pt x="6" y="3"/>
                    </a:cubicBezTo>
                  </a:path>
                </a:pathLst>
              </a:custGeom>
              <a:solidFill>
                <a:srgbClr val="8E4C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056" name="Freeform 188">
                <a:extLst>
                  <a:ext uri="{FF2B5EF4-FFF2-40B4-BE49-F238E27FC236}">
                    <a16:creationId xmlns:a16="http://schemas.microsoft.com/office/drawing/2014/main" id="{61FF2187-812E-422B-AAFD-CEB14C07E9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2" y="2266"/>
                <a:ext cx="30" cy="18"/>
              </a:xfrm>
              <a:custGeom>
                <a:avLst/>
                <a:gdLst>
                  <a:gd name="T0" fmla="*/ 11 w 28"/>
                  <a:gd name="T1" fmla="*/ 0 h 17"/>
                  <a:gd name="T2" fmla="*/ 19 w 28"/>
                  <a:gd name="T3" fmla="*/ 19 h 17"/>
                  <a:gd name="T4" fmla="*/ 13 w 28"/>
                  <a:gd name="T5" fmla="*/ 1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17">
                    <a:moveTo>
                      <a:pt x="8" y="0"/>
                    </a:moveTo>
                    <a:cubicBezTo>
                      <a:pt x="0" y="3"/>
                      <a:pt x="8" y="17"/>
                      <a:pt x="16" y="16"/>
                    </a:cubicBezTo>
                    <a:cubicBezTo>
                      <a:pt x="28" y="14"/>
                      <a:pt x="9" y="4"/>
                      <a:pt x="10" y="1"/>
                    </a:cubicBezTo>
                  </a:path>
                </a:pathLst>
              </a:custGeom>
              <a:solidFill>
                <a:srgbClr val="8E4C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057" name="Freeform 189">
                <a:extLst>
                  <a:ext uri="{FF2B5EF4-FFF2-40B4-BE49-F238E27FC236}">
                    <a16:creationId xmlns:a16="http://schemas.microsoft.com/office/drawing/2014/main" id="{055A7F95-86B3-4DFD-A335-DD3B647778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9" y="2227"/>
                <a:ext cx="127" cy="51"/>
              </a:xfrm>
              <a:custGeom>
                <a:avLst/>
                <a:gdLst>
                  <a:gd name="T0" fmla="*/ 0 w 120"/>
                  <a:gd name="T1" fmla="*/ 43 h 48"/>
                  <a:gd name="T2" fmla="*/ 142 w 120"/>
                  <a:gd name="T3" fmla="*/ 0 h 48"/>
                  <a:gd name="T4" fmla="*/ 72 w 120"/>
                  <a:gd name="T5" fmla="*/ 38 h 48"/>
                  <a:gd name="T6" fmla="*/ 26 w 120"/>
                  <a:gd name="T7" fmla="*/ 57 h 48"/>
                  <a:gd name="T8" fmla="*/ 4 w 120"/>
                  <a:gd name="T9" fmla="*/ 44 h 4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0" h="48">
                    <a:moveTo>
                      <a:pt x="0" y="36"/>
                    </a:moveTo>
                    <a:cubicBezTo>
                      <a:pt x="43" y="38"/>
                      <a:pt x="82" y="17"/>
                      <a:pt x="120" y="0"/>
                    </a:cubicBezTo>
                    <a:cubicBezTo>
                      <a:pt x="108" y="16"/>
                      <a:pt x="79" y="26"/>
                      <a:pt x="60" y="32"/>
                    </a:cubicBezTo>
                    <a:cubicBezTo>
                      <a:pt x="53" y="34"/>
                      <a:pt x="22" y="37"/>
                      <a:pt x="23" y="48"/>
                    </a:cubicBezTo>
                    <a:cubicBezTo>
                      <a:pt x="16" y="47"/>
                      <a:pt x="10" y="40"/>
                      <a:pt x="4" y="37"/>
                    </a:cubicBezTo>
                  </a:path>
                </a:pathLst>
              </a:custGeom>
              <a:solidFill>
                <a:srgbClr val="8E4C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058" name="Freeform 190">
                <a:extLst>
                  <a:ext uri="{FF2B5EF4-FFF2-40B4-BE49-F238E27FC236}">
                    <a16:creationId xmlns:a16="http://schemas.microsoft.com/office/drawing/2014/main" id="{E2D8DF89-B71B-4B46-B575-9DFB7EF9C7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5" y="3013"/>
                <a:ext cx="217" cy="91"/>
              </a:xfrm>
              <a:custGeom>
                <a:avLst/>
                <a:gdLst>
                  <a:gd name="T0" fmla="*/ 248 w 203"/>
                  <a:gd name="T1" fmla="*/ 2 h 85"/>
                  <a:gd name="T2" fmla="*/ 215 w 203"/>
                  <a:gd name="T3" fmla="*/ 80 h 85"/>
                  <a:gd name="T4" fmla="*/ 154 w 203"/>
                  <a:gd name="T5" fmla="*/ 97 h 85"/>
                  <a:gd name="T6" fmla="*/ 67 w 203"/>
                  <a:gd name="T7" fmla="*/ 66 h 85"/>
                  <a:gd name="T8" fmla="*/ 0 w 203"/>
                  <a:gd name="T9" fmla="*/ 56 h 85"/>
                  <a:gd name="T10" fmla="*/ 130 w 203"/>
                  <a:gd name="T11" fmla="*/ 64 h 85"/>
                  <a:gd name="T12" fmla="*/ 202 w 203"/>
                  <a:gd name="T13" fmla="*/ 59 h 85"/>
                  <a:gd name="T14" fmla="*/ 248 w 203"/>
                  <a:gd name="T15" fmla="*/ 0 h 8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03" h="85">
                    <a:moveTo>
                      <a:pt x="203" y="2"/>
                    </a:moveTo>
                    <a:cubicBezTo>
                      <a:pt x="195" y="21"/>
                      <a:pt x="187" y="48"/>
                      <a:pt x="176" y="65"/>
                    </a:cubicBezTo>
                    <a:cubicBezTo>
                      <a:pt x="163" y="84"/>
                      <a:pt x="147" y="85"/>
                      <a:pt x="126" y="79"/>
                    </a:cubicBezTo>
                    <a:cubicBezTo>
                      <a:pt x="102" y="72"/>
                      <a:pt x="79" y="60"/>
                      <a:pt x="55" y="54"/>
                    </a:cubicBezTo>
                    <a:cubicBezTo>
                      <a:pt x="38" y="50"/>
                      <a:pt x="17" y="46"/>
                      <a:pt x="0" y="46"/>
                    </a:cubicBezTo>
                    <a:cubicBezTo>
                      <a:pt x="35" y="40"/>
                      <a:pt x="74" y="36"/>
                      <a:pt x="107" y="52"/>
                    </a:cubicBezTo>
                    <a:cubicBezTo>
                      <a:pt x="129" y="64"/>
                      <a:pt x="146" y="70"/>
                      <a:pt x="166" y="48"/>
                    </a:cubicBezTo>
                    <a:cubicBezTo>
                      <a:pt x="180" y="33"/>
                      <a:pt x="185" y="12"/>
                      <a:pt x="203" y="0"/>
                    </a:cubicBezTo>
                  </a:path>
                </a:pathLst>
              </a:custGeom>
              <a:solidFill>
                <a:srgbClr val="8E4C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059" name="Freeform 191">
                <a:extLst>
                  <a:ext uri="{FF2B5EF4-FFF2-40B4-BE49-F238E27FC236}">
                    <a16:creationId xmlns:a16="http://schemas.microsoft.com/office/drawing/2014/main" id="{55E33C84-E3C3-405C-A756-F5C8ADF6E8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9" y="3085"/>
                <a:ext cx="209" cy="85"/>
              </a:xfrm>
              <a:custGeom>
                <a:avLst/>
                <a:gdLst>
                  <a:gd name="T0" fmla="*/ 4 w 196"/>
                  <a:gd name="T1" fmla="*/ 0 h 80"/>
                  <a:gd name="T2" fmla="*/ 63 w 196"/>
                  <a:gd name="T3" fmla="*/ 46 h 80"/>
                  <a:gd name="T4" fmla="*/ 120 w 196"/>
                  <a:gd name="T5" fmla="*/ 61 h 80"/>
                  <a:gd name="T6" fmla="*/ 238 w 196"/>
                  <a:gd name="T7" fmla="*/ 60 h 80"/>
                  <a:gd name="T8" fmla="*/ 76 w 196"/>
                  <a:gd name="T9" fmla="*/ 78 h 80"/>
                  <a:gd name="T10" fmla="*/ 0 w 196"/>
                  <a:gd name="T11" fmla="*/ 4 h 8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96" h="80">
                    <a:moveTo>
                      <a:pt x="4" y="0"/>
                    </a:moveTo>
                    <a:cubicBezTo>
                      <a:pt x="21" y="6"/>
                      <a:pt x="37" y="27"/>
                      <a:pt x="52" y="38"/>
                    </a:cubicBezTo>
                    <a:cubicBezTo>
                      <a:pt x="67" y="48"/>
                      <a:pt x="82" y="47"/>
                      <a:pt x="99" y="51"/>
                    </a:cubicBezTo>
                    <a:cubicBezTo>
                      <a:pt x="126" y="58"/>
                      <a:pt x="170" y="63"/>
                      <a:pt x="196" y="50"/>
                    </a:cubicBezTo>
                    <a:cubicBezTo>
                      <a:pt x="163" y="80"/>
                      <a:pt x="103" y="76"/>
                      <a:pt x="63" y="65"/>
                    </a:cubicBezTo>
                    <a:cubicBezTo>
                      <a:pt x="27" y="56"/>
                      <a:pt x="20" y="28"/>
                      <a:pt x="0" y="4"/>
                    </a:cubicBezTo>
                  </a:path>
                </a:pathLst>
              </a:custGeom>
              <a:solidFill>
                <a:srgbClr val="8E4C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060" name="Freeform 192">
                <a:extLst>
                  <a:ext uri="{FF2B5EF4-FFF2-40B4-BE49-F238E27FC236}">
                    <a16:creationId xmlns:a16="http://schemas.microsoft.com/office/drawing/2014/main" id="{CF57E598-4171-4BA7-AAC9-1BA9BA8768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9" y="3108"/>
                <a:ext cx="94" cy="34"/>
              </a:xfrm>
              <a:custGeom>
                <a:avLst/>
                <a:gdLst>
                  <a:gd name="T0" fmla="*/ 57 w 88"/>
                  <a:gd name="T1" fmla="*/ 0 h 32"/>
                  <a:gd name="T2" fmla="*/ 99 w 88"/>
                  <a:gd name="T3" fmla="*/ 38 h 32"/>
                  <a:gd name="T4" fmla="*/ 0 w 88"/>
                  <a:gd name="T5" fmla="*/ 36 h 32"/>
                  <a:gd name="T6" fmla="*/ 37 w 88"/>
                  <a:gd name="T7" fmla="*/ 24 h 32"/>
                  <a:gd name="T8" fmla="*/ 73 w 88"/>
                  <a:gd name="T9" fmla="*/ 19 h 32"/>
                  <a:gd name="T10" fmla="*/ 58 w 88"/>
                  <a:gd name="T11" fmla="*/ 4 h 3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8" h="32">
                    <a:moveTo>
                      <a:pt x="47" y="0"/>
                    </a:moveTo>
                    <a:cubicBezTo>
                      <a:pt x="61" y="3"/>
                      <a:pt x="88" y="14"/>
                      <a:pt x="81" y="32"/>
                    </a:cubicBezTo>
                    <a:cubicBezTo>
                      <a:pt x="55" y="28"/>
                      <a:pt x="28" y="32"/>
                      <a:pt x="0" y="30"/>
                    </a:cubicBezTo>
                    <a:cubicBezTo>
                      <a:pt x="11" y="29"/>
                      <a:pt x="20" y="23"/>
                      <a:pt x="31" y="21"/>
                    </a:cubicBezTo>
                    <a:cubicBezTo>
                      <a:pt x="41" y="19"/>
                      <a:pt x="51" y="19"/>
                      <a:pt x="60" y="16"/>
                    </a:cubicBezTo>
                    <a:cubicBezTo>
                      <a:pt x="56" y="11"/>
                      <a:pt x="51" y="8"/>
                      <a:pt x="48" y="4"/>
                    </a:cubicBezTo>
                  </a:path>
                </a:pathLst>
              </a:custGeom>
              <a:solidFill>
                <a:srgbClr val="8E4C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061" name="Freeform 193">
                <a:extLst>
                  <a:ext uri="{FF2B5EF4-FFF2-40B4-BE49-F238E27FC236}">
                    <a16:creationId xmlns:a16="http://schemas.microsoft.com/office/drawing/2014/main" id="{918FF6FC-136D-49C2-BA23-CBC37C52C9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4" y="2728"/>
                <a:ext cx="227" cy="46"/>
              </a:xfrm>
              <a:custGeom>
                <a:avLst/>
                <a:gdLst>
                  <a:gd name="T0" fmla="*/ 257 w 213"/>
                  <a:gd name="T1" fmla="*/ 48 h 44"/>
                  <a:gd name="T2" fmla="*/ 115 w 213"/>
                  <a:gd name="T3" fmla="*/ 25 h 44"/>
                  <a:gd name="T4" fmla="*/ 51 w 213"/>
                  <a:gd name="T5" fmla="*/ 24 h 44"/>
                  <a:gd name="T6" fmla="*/ 0 w 213"/>
                  <a:gd name="T7" fmla="*/ 0 h 44"/>
                  <a:gd name="T8" fmla="*/ 137 w 213"/>
                  <a:gd name="T9" fmla="*/ 10 h 44"/>
                  <a:gd name="T10" fmla="*/ 201 w 213"/>
                  <a:gd name="T11" fmla="*/ 24 h 44"/>
                  <a:gd name="T12" fmla="*/ 258 w 213"/>
                  <a:gd name="T13" fmla="*/ 50 h 4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13" h="44">
                    <a:moveTo>
                      <a:pt x="212" y="42"/>
                    </a:moveTo>
                    <a:cubicBezTo>
                      <a:pt x="174" y="31"/>
                      <a:pt x="136" y="22"/>
                      <a:pt x="95" y="22"/>
                    </a:cubicBezTo>
                    <a:cubicBezTo>
                      <a:pt x="78" y="22"/>
                      <a:pt x="59" y="24"/>
                      <a:pt x="42" y="21"/>
                    </a:cubicBezTo>
                    <a:cubicBezTo>
                      <a:pt x="24" y="18"/>
                      <a:pt x="14" y="10"/>
                      <a:pt x="0" y="0"/>
                    </a:cubicBezTo>
                    <a:cubicBezTo>
                      <a:pt x="30" y="17"/>
                      <a:pt x="78" y="7"/>
                      <a:pt x="114" y="10"/>
                    </a:cubicBezTo>
                    <a:cubicBezTo>
                      <a:pt x="131" y="12"/>
                      <a:pt x="150" y="16"/>
                      <a:pt x="166" y="21"/>
                    </a:cubicBezTo>
                    <a:cubicBezTo>
                      <a:pt x="184" y="26"/>
                      <a:pt x="197" y="39"/>
                      <a:pt x="213" y="44"/>
                    </a:cubicBezTo>
                  </a:path>
                </a:pathLst>
              </a:custGeom>
              <a:solidFill>
                <a:srgbClr val="8E4C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062" name="Freeform 194">
                <a:extLst>
                  <a:ext uri="{FF2B5EF4-FFF2-40B4-BE49-F238E27FC236}">
                    <a16:creationId xmlns:a16="http://schemas.microsoft.com/office/drawing/2014/main" id="{D702C6A8-0671-422B-8ED9-9DBCE69EE1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7" y="2408"/>
                <a:ext cx="165" cy="81"/>
              </a:xfrm>
              <a:custGeom>
                <a:avLst/>
                <a:gdLst>
                  <a:gd name="T0" fmla="*/ 187 w 155"/>
                  <a:gd name="T1" fmla="*/ 91 h 76"/>
                  <a:gd name="T2" fmla="*/ 76 w 155"/>
                  <a:gd name="T3" fmla="*/ 0 h 76"/>
                  <a:gd name="T4" fmla="*/ 83 w 155"/>
                  <a:gd name="T5" fmla="*/ 49 h 76"/>
                  <a:gd name="T6" fmla="*/ 51 w 155"/>
                  <a:gd name="T7" fmla="*/ 68 h 76"/>
                  <a:gd name="T8" fmla="*/ 0 w 155"/>
                  <a:gd name="T9" fmla="*/ 92 h 76"/>
                  <a:gd name="T10" fmla="*/ 49 w 155"/>
                  <a:gd name="T11" fmla="*/ 77 h 76"/>
                  <a:gd name="T12" fmla="*/ 92 w 155"/>
                  <a:gd name="T13" fmla="*/ 82 h 76"/>
                  <a:gd name="T14" fmla="*/ 177 w 155"/>
                  <a:gd name="T15" fmla="*/ 92 h 7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55" h="76">
                    <a:moveTo>
                      <a:pt x="155" y="75"/>
                    </a:moveTo>
                    <a:cubicBezTo>
                      <a:pt x="115" y="63"/>
                      <a:pt x="85" y="34"/>
                      <a:pt x="63" y="0"/>
                    </a:cubicBezTo>
                    <a:cubicBezTo>
                      <a:pt x="61" y="14"/>
                      <a:pt x="74" y="27"/>
                      <a:pt x="69" y="40"/>
                    </a:cubicBezTo>
                    <a:cubicBezTo>
                      <a:pt x="65" y="52"/>
                      <a:pt x="52" y="53"/>
                      <a:pt x="42" y="56"/>
                    </a:cubicBezTo>
                    <a:cubicBezTo>
                      <a:pt x="30" y="60"/>
                      <a:pt x="5" y="64"/>
                      <a:pt x="0" y="76"/>
                    </a:cubicBezTo>
                    <a:cubicBezTo>
                      <a:pt x="13" y="74"/>
                      <a:pt x="25" y="65"/>
                      <a:pt x="40" y="64"/>
                    </a:cubicBezTo>
                    <a:cubicBezTo>
                      <a:pt x="52" y="63"/>
                      <a:pt x="63" y="67"/>
                      <a:pt x="76" y="68"/>
                    </a:cubicBezTo>
                    <a:cubicBezTo>
                      <a:pt x="99" y="72"/>
                      <a:pt x="123" y="71"/>
                      <a:pt x="147" y="76"/>
                    </a:cubicBezTo>
                  </a:path>
                </a:pathLst>
              </a:custGeom>
              <a:solidFill>
                <a:srgbClr val="8E4C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063" name="Freeform 195">
                <a:extLst>
                  <a:ext uri="{FF2B5EF4-FFF2-40B4-BE49-F238E27FC236}">
                    <a16:creationId xmlns:a16="http://schemas.microsoft.com/office/drawing/2014/main" id="{A89C4C31-D408-47BD-9B22-9320BB9D98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2" y="2524"/>
                <a:ext cx="90" cy="128"/>
              </a:xfrm>
              <a:custGeom>
                <a:avLst/>
                <a:gdLst>
                  <a:gd name="T0" fmla="*/ 0 w 84"/>
                  <a:gd name="T1" fmla="*/ 0 h 120"/>
                  <a:gd name="T2" fmla="*/ 41 w 84"/>
                  <a:gd name="T3" fmla="*/ 32 h 120"/>
                  <a:gd name="T4" fmla="*/ 64 w 84"/>
                  <a:gd name="T5" fmla="*/ 70 h 120"/>
                  <a:gd name="T6" fmla="*/ 103 w 84"/>
                  <a:gd name="T7" fmla="*/ 138 h 120"/>
                  <a:gd name="T8" fmla="*/ 89 w 84"/>
                  <a:gd name="T9" fmla="*/ 87 h 120"/>
                  <a:gd name="T10" fmla="*/ 76 w 84"/>
                  <a:gd name="T11" fmla="*/ 39 h 120"/>
                  <a:gd name="T12" fmla="*/ 74 w 84"/>
                  <a:gd name="T13" fmla="*/ 16 h 120"/>
                  <a:gd name="T14" fmla="*/ 68 w 84"/>
                  <a:gd name="T15" fmla="*/ 7 h 120"/>
                  <a:gd name="T16" fmla="*/ 54 w 84"/>
                  <a:gd name="T17" fmla="*/ 7 h 120"/>
                  <a:gd name="T18" fmla="*/ 6 w 84"/>
                  <a:gd name="T19" fmla="*/ 1 h 12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4" h="120">
                    <a:moveTo>
                      <a:pt x="0" y="0"/>
                    </a:moveTo>
                    <a:cubicBezTo>
                      <a:pt x="11" y="9"/>
                      <a:pt x="24" y="15"/>
                      <a:pt x="33" y="26"/>
                    </a:cubicBezTo>
                    <a:cubicBezTo>
                      <a:pt x="42" y="36"/>
                      <a:pt x="47" y="46"/>
                      <a:pt x="52" y="58"/>
                    </a:cubicBezTo>
                    <a:cubicBezTo>
                      <a:pt x="57" y="68"/>
                      <a:pt x="70" y="120"/>
                      <a:pt x="84" y="113"/>
                    </a:cubicBezTo>
                    <a:cubicBezTo>
                      <a:pt x="73" y="105"/>
                      <a:pt x="73" y="84"/>
                      <a:pt x="72" y="72"/>
                    </a:cubicBezTo>
                    <a:cubicBezTo>
                      <a:pt x="70" y="57"/>
                      <a:pt x="69" y="46"/>
                      <a:pt x="62" y="33"/>
                    </a:cubicBezTo>
                    <a:cubicBezTo>
                      <a:pt x="57" y="24"/>
                      <a:pt x="61" y="22"/>
                      <a:pt x="60" y="13"/>
                    </a:cubicBezTo>
                    <a:cubicBezTo>
                      <a:pt x="60" y="6"/>
                      <a:pt x="63" y="9"/>
                      <a:pt x="55" y="7"/>
                    </a:cubicBezTo>
                    <a:cubicBezTo>
                      <a:pt x="52" y="6"/>
                      <a:pt x="48" y="7"/>
                      <a:pt x="44" y="7"/>
                    </a:cubicBezTo>
                    <a:cubicBezTo>
                      <a:pt x="31" y="7"/>
                      <a:pt x="17" y="7"/>
                      <a:pt x="6" y="1"/>
                    </a:cubicBezTo>
                  </a:path>
                </a:pathLst>
              </a:custGeom>
              <a:solidFill>
                <a:srgbClr val="8E4C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064" name="Freeform 196">
                <a:extLst>
                  <a:ext uri="{FF2B5EF4-FFF2-40B4-BE49-F238E27FC236}">
                    <a16:creationId xmlns:a16="http://schemas.microsoft.com/office/drawing/2014/main" id="{D0B3A4B5-0E4A-4228-AE93-469709BA94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3" y="2522"/>
                <a:ext cx="120" cy="64"/>
              </a:xfrm>
              <a:custGeom>
                <a:avLst/>
                <a:gdLst>
                  <a:gd name="T0" fmla="*/ 24 w 113"/>
                  <a:gd name="T1" fmla="*/ 73 h 60"/>
                  <a:gd name="T2" fmla="*/ 25 w 113"/>
                  <a:gd name="T3" fmla="*/ 58 h 60"/>
                  <a:gd name="T4" fmla="*/ 47 w 113"/>
                  <a:gd name="T5" fmla="*/ 42 h 60"/>
                  <a:gd name="T6" fmla="*/ 88 w 113"/>
                  <a:gd name="T7" fmla="*/ 31 h 60"/>
                  <a:gd name="T8" fmla="*/ 135 w 113"/>
                  <a:gd name="T9" fmla="*/ 0 h 60"/>
                  <a:gd name="T10" fmla="*/ 50 w 113"/>
                  <a:gd name="T11" fmla="*/ 14 h 60"/>
                  <a:gd name="T12" fmla="*/ 22 w 113"/>
                  <a:gd name="T13" fmla="*/ 13 h 60"/>
                  <a:gd name="T14" fmla="*/ 6 w 113"/>
                  <a:gd name="T15" fmla="*/ 15 h 60"/>
                  <a:gd name="T16" fmla="*/ 1 w 113"/>
                  <a:gd name="T17" fmla="*/ 20 h 60"/>
                  <a:gd name="T18" fmla="*/ 5 w 113"/>
                  <a:gd name="T19" fmla="*/ 39 h 6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13" h="60">
                    <a:moveTo>
                      <a:pt x="21" y="60"/>
                    </a:moveTo>
                    <a:cubicBezTo>
                      <a:pt x="21" y="56"/>
                      <a:pt x="21" y="52"/>
                      <a:pt x="22" y="48"/>
                    </a:cubicBezTo>
                    <a:cubicBezTo>
                      <a:pt x="25" y="41"/>
                      <a:pt x="33" y="37"/>
                      <a:pt x="39" y="35"/>
                    </a:cubicBezTo>
                    <a:cubicBezTo>
                      <a:pt x="50" y="31"/>
                      <a:pt x="62" y="28"/>
                      <a:pt x="73" y="25"/>
                    </a:cubicBezTo>
                    <a:cubicBezTo>
                      <a:pt x="88" y="22"/>
                      <a:pt x="101" y="10"/>
                      <a:pt x="113" y="0"/>
                    </a:cubicBezTo>
                    <a:cubicBezTo>
                      <a:pt x="90" y="9"/>
                      <a:pt x="65" y="11"/>
                      <a:pt x="41" y="11"/>
                    </a:cubicBezTo>
                    <a:cubicBezTo>
                      <a:pt x="34" y="12"/>
                      <a:pt x="26" y="10"/>
                      <a:pt x="19" y="10"/>
                    </a:cubicBezTo>
                    <a:cubicBezTo>
                      <a:pt x="15" y="11"/>
                      <a:pt x="10" y="11"/>
                      <a:pt x="6" y="12"/>
                    </a:cubicBezTo>
                    <a:cubicBezTo>
                      <a:pt x="2" y="13"/>
                      <a:pt x="1" y="12"/>
                      <a:pt x="1" y="17"/>
                    </a:cubicBezTo>
                    <a:cubicBezTo>
                      <a:pt x="0" y="23"/>
                      <a:pt x="4" y="28"/>
                      <a:pt x="5" y="33"/>
                    </a:cubicBezTo>
                  </a:path>
                </a:pathLst>
              </a:custGeom>
              <a:solidFill>
                <a:srgbClr val="8E4C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065" name="Freeform 197">
                <a:extLst>
                  <a:ext uri="{FF2B5EF4-FFF2-40B4-BE49-F238E27FC236}">
                    <a16:creationId xmlns:a16="http://schemas.microsoft.com/office/drawing/2014/main" id="{012F7B0E-E38A-4284-B112-DDA540B5A0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7" y="1837"/>
                <a:ext cx="402" cy="217"/>
              </a:xfrm>
              <a:custGeom>
                <a:avLst/>
                <a:gdLst>
                  <a:gd name="T0" fmla="*/ 57 w 377"/>
                  <a:gd name="T1" fmla="*/ 0 h 204"/>
                  <a:gd name="T2" fmla="*/ 181 w 377"/>
                  <a:gd name="T3" fmla="*/ 174 h 204"/>
                  <a:gd name="T4" fmla="*/ 457 w 377"/>
                  <a:gd name="T5" fmla="*/ 163 h 204"/>
                  <a:gd name="T6" fmla="*/ 176 w 377"/>
                  <a:gd name="T7" fmla="*/ 185 h 204"/>
                  <a:gd name="T8" fmla="*/ 57 w 377"/>
                  <a:gd name="T9" fmla="*/ 0 h 20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77" h="204">
                    <a:moveTo>
                      <a:pt x="47" y="0"/>
                    </a:moveTo>
                    <a:cubicBezTo>
                      <a:pt x="47" y="0"/>
                      <a:pt x="58" y="108"/>
                      <a:pt x="149" y="145"/>
                    </a:cubicBezTo>
                    <a:cubicBezTo>
                      <a:pt x="240" y="182"/>
                      <a:pt x="320" y="169"/>
                      <a:pt x="377" y="135"/>
                    </a:cubicBezTo>
                    <a:cubicBezTo>
                      <a:pt x="377" y="135"/>
                      <a:pt x="290" y="204"/>
                      <a:pt x="145" y="154"/>
                    </a:cubicBezTo>
                    <a:cubicBezTo>
                      <a:pt x="0" y="104"/>
                      <a:pt x="46" y="3"/>
                      <a:pt x="47" y="0"/>
                    </a:cubicBezTo>
                    <a:close/>
                  </a:path>
                </a:pathLst>
              </a:custGeom>
              <a:solidFill>
                <a:srgbClr val="8E4C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066" name="Freeform 198">
                <a:extLst>
                  <a:ext uri="{FF2B5EF4-FFF2-40B4-BE49-F238E27FC236}">
                    <a16:creationId xmlns:a16="http://schemas.microsoft.com/office/drawing/2014/main" id="{2EFBD3A2-EBFA-496C-BD0C-F046E03525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2" y="1185"/>
                <a:ext cx="68" cy="74"/>
              </a:xfrm>
              <a:custGeom>
                <a:avLst/>
                <a:gdLst>
                  <a:gd name="T0" fmla="*/ 11 w 64"/>
                  <a:gd name="T1" fmla="*/ 0 h 70"/>
                  <a:gd name="T2" fmla="*/ 17 w 64"/>
                  <a:gd name="T3" fmla="*/ 42 h 70"/>
                  <a:gd name="T4" fmla="*/ 6 w 64"/>
                  <a:gd name="T5" fmla="*/ 62 h 70"/>
                  <a:gd name="T6" fmla="*/ 0 w 64"/>
                  <a:gd name="T7" fmla="*/ 82 h 70"/>
                  <a:gd name="T8" fmla="*/ 14 w 64"/>
                  <a:gd name="T9" fmla="*/ 63 h 70"/>
                  <a:gd name="T10" fmla="*/ 30 w 64"/>
                  <a:gd name="T11" fmla="*/ 48 h 70"/>
                  <a:gd name="T12" fmla="*/ 77 w 64"/>
                  <a:gd name="T13" fmla="*/ 48 h 70"/>
                  <a:gd name="T14" fmla="*/ 53 w 64"/>
                  <a:gd name="T15" fmla="*/ 41 h 70"/>
                  <a:gd name="T16" fmla="*/ 34 w 64"/>
                  <a:gd name="T17" fmla="*/ 37 h 70"/>
                  <a:gd name="T18" fmla="*/ 7 w 64"/>
                  <a:gd name="T19" fmla="*/ 0 h 7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64" h="70">
                    <a:moveTo>
                      <a:pt x="8" y="0"/>
                    </a:moveTo>
                    <a:cubicBezTo>
                      <a:pt x="8" y="12"/>
                      <a:pt x="15" y="24"/>
                      <a:pt x="14" y="36"/>
                    </a:cubicBezTo>
                    <a:cubicBezTo>
                      <a:pt x="13" y="42"/>
                      <a:pt x="9" y="47"/>
                      <a:pt x="6" y="53"/>
                    </a:cubicBezTo>
                    <a:cubicBezTo>
                      <a:pt x="4" y="58"/>
                      <a:pt x="1" y="65"/>
                      <a:pt x="0" y="70"/>
                    </a:cubicBezTo>
                    <a:cubicBezTo>
                      <a:pt x="2" y="65"/>
                      <a:pt x="8" y="58"/>
                      <a:pt x="11" y="54"/>
                    </a:cubicBezTo>
                    <a:cubicBezTo>
                      <a:pt x="15" y="49"/>
                      <a:pt x="19" y="44"/>
                      <a:pt x="24" y="41"/>
                    </a:cubicBezTo>
                    <a:cubicBezTo>
                      <a:pt x="37" y="34"/>
                      <a:pt x="50" y="41"/>
                      <a:pt x="64" y="41"/>
                    </a:cubicBezTo>
                    <a:cubicBezTo>
                      <a:pt x="57" y="42"/>
                      <a:pt x="50" y="37"/>
                      <a:pt x="44" y="35"/>
                    </a:cubicBezTo>
                    <a:cubicBezTo>
                      <a:pt x="38" y="33"/>
                      <a:pt x="33" y="34"/>
                      <a:pt x="28" y="31"/>
                    </a:cubicBezTo>
                    <a:cubicBezTo>
                      <a:pt x="16" y="24"/>
                      <a:pt x="16" y="9"/>
                      <a:pt x="7" y="0"/>
                    </a:cubicBezTo>
                  </a:path>
                </a:pathLst>
              </a:custGeom>
              <a:solidFill>
                <a:srgbClr val="C2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067" name="Freeform 199">
                <a:extLst>
                  <a:ext uri="{FF2B5EF4-FFF2-40B4-BE49-F238E27FC236}">
                    <a16:creationId xmlns:a16="http://schemas.microsoft.com/office/drawing/2014/main" id="{9A4CEBC5-F32B-4C92-9865-A4377DCD4C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7" y="1149"/>
                <a:ext cx="157" cy="163"/>
              </a:xfrm>
              <a:custGeom>
                <a:avLst/>
                <a:gdLst>
                  <a:gd name="T0" fmla="*/ 5 w 148"/>
                  <a:gd name="T1" fmla="*/ 0 h 153"/>
                  <a:gd name="T2" fmla="*/ 25 w 148"/>
                  <a:gd name="T3" fmla="*/ 116 h 153"/>
                  <a:gd name="T4" fmla="*/ 177 w 148"/>
                  <a:gd name="T5" fmla="*/ 177 h 153"/>
                  <a:gd name="T6" fmla="*/ 35 w 148"/>
                  <a:gd name="T7" fmla="*/ 109 h 153"/>
                  <a:gd name="T8" fmla="*/ 5 w 148"/>
                  <a:gd name="T9" fmla="*/ 0 h 15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8" h="153">
                    <a:moveTo>
                      <a:pt x="5" y="0"/>
                    </a:moveTo>
                    <a:cubicBezTo>
                      <a:pt x="5" y="0"/>
                      <a:pt x="0" y="65"/>
                      <a:pt x="22" y="96"/>
                    </a:cubicBezTo>
                    <a:cubicBezTo>
                      <a:pt x="45" y="126"/>
                      <a:pt x="67" y="150"/>
                      <a:pt x="148" y="146"/>
                    </a:cubicBezTo>
                    <a:cubicBezTo>
                      <a:pt x="148" y="146"/>
                      <a:pt x="58" y="153"/>
                      <a:pt x="29" y="90"/>
                    </a:cubicBezTo>
                    <a:cubicBezTo>
                      <a:pt x="0" y="27"/>
                      <a:pt x="5" y="0"/>
                      <a:pt x="5" y="0"/>
                    </a:cubicBezTo>
                    <a:close/>
                  </a:path>
                </a:pathLst>
              </a:custGeom>
              <a:solidFill>
                <a:srgbClr val="8E4C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068" name="Freeform 200">
                <a:extLst>
                  <a:ext uri="{FF2B5EF4-FFF2-40B4-BE49-F238E27FC236}">
                    <a16:creationId xmlns:a16="http://schemas.microsoft.com/office/drawing/2014/main" id="{4BCAFF27-1687-4D4C-91EB-A1ECE07782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3" y="1223"/>
                <a:ext cx="54" cy="33"/>
              </a:xfrm>
              <a:custGeom>
                <a:avLst/>
                <a:gdLst>
                  <a:gd name="T0" fmla="*/ 0 w 50"/>
                  <a:gd name="T1" fmla="*/ 3 h 31"/>
                  <a:gd name="T2" fmla="*/ 63 w 50"/>
                  <a:gd name="T3" fmla="*/ 37 h 31"/>
                  <a:gd name="T4" fmla="*/ 0 w 50"/>
                  <a:gd name="T5" fmla="*/ 3 h 3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0" h="31">
                    <a:moveTo>
                      <a:pt x="0" y="3"/>
                    </a:moveTo>
                    <a:cubicBezTo>
                      <a:pt x="0" y="3"/>
                      <a:pt x="41" y="0"/>
                      <a:pt x="50" y="31"/>
                    </a:cubicBezTo>
                    <a:cubicBezTo>
                      <a:pt x="50" y="31"/>
                      <a:pt x="27" y="1"/>
                      <a:pt x="0" y="3"/>
                    </a:cubicBezTo>
                    <a:close/>
                  </a:path>
                </a:pathLst>
              </a:custGeom>
              <a:solidFill>
                <a:srgbClr val="8E4C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069" name="Freeform 201">
                <a:extLst>
                  <a:ext uri="{FF2B5EF4-FFF2-40B4-BE49-F238E27FC236}">
                    <a16:creationId xmlns:a16="http://schemas.microsoft.com/office/drawing/2014/main" id="{A18ED00C-5AE7-4F0A-96C3-125804A989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5" y="1284"/>
                <a:ext cx="57" cy="21"/>
              </a:xfrm>
              <a:custGeom>
                <a:avLst/>
                <a:gdLst>
                  <a:gd name="T0" fmla="*/ 0 w 54"/>
                  <a:gd name="T1" fmla="*/ 0 h 20"/>
                  <a:gd name="T2" fmla="*/ 27 w 54"/>
                  <a:gd name="T3" fmla="*/ 16 h 20"/>
                  <a:gd name="T4" fmla="*/ 63 w 54"/>
                  <a:gd name="T5" fmla="*/ 18 h 20"/>
                  <a:gd name="T6" fmla="*/ 27 w 54"/>
                  <a:gd name="T7" fmla="*/ 21 h 20"/>
                  <a:gd name="T8" fmla="*/ 4 w 54"/>
                  <a:gd name="T9" fmla="*/ 6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4" h="20">
                    <a:moveTo>
                      <a:pt x="0" y="0"/>
                    </a:moveTo>
                    <a:cubicBezTo>
                      <a:pt x="8" y="7"/>
                      <a:pt x="14" y="12"/>
                      <a:pt x="24" y="13"/>
                    </a:cubicBezTo>
                    <a:cubicBezTo>
                      <a:pt x="33" y="15"/>
                      <a:pt x="46" y="11"/>
                      <a:pt x="54" y="15"/>
                    </a:cubicBezTo>
                    <a:cubicBezTo>
                      <a:pt x="44" y="16"/>
                      <a:pt x="34" y="20"/>
                      <a:pt x="24" y="18"/>
                    </a:cubicBezTo>
                    <a:cubicBezTo>
                      <a:pt x="16" y="17"/>
                      <a:pt x="11" y="10"/>
                      <a:pt x="4" y="6"/>
                    </a:cubicBezTo>
                  </a:path>
                </a:pathLst>
              </a:custGeom>
              <a:solidFill>
                <a:srgbClr val="8E4C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070" name="Freeform 202">
                <a:extLst>
                  <a:ext uri="{FF2B5EF4-FFF2-40B4-BE49-F238E27FC236}">
                    <a16:creationId xmlns:a16="http://schemas.microsoft.com/office/drawing/2014/main" id="{91C2BCEE-798C-4186-B517-58E6BE349E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0" y="1152"/>
                <a:ext cx="24" cy="35"/>
              </a:xfrm>
              <a:custGeom>
                <a:avLst/>
                <a:gdLst>
                  <a:gd name="T0" fmla="*/ 17 w 23"/>
                  <a:gd name="T1" fmla="*/ 1 h 33"/>
                  <a:gd name="T2" fmla="*/ 7 w 23"/>
                  <a:gd name="T3" fmla="*/ 18 h 33"/>
                  <a:gd name="T4" fmla="*/ 26 w 23"/>
                  <a:gd name="T5" fmla="*/ 39 h 33"/>
                  <a:gd name="T6" fmla="*/ 2 w 23"/>
                  <a:gd name="T7" fmla="*/ 20 h 33"/>
                  <a:gd name="T8" fmla="*/ 15 w 23"/>
                  <a:gd name="T9" fmla="*/ 0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33">
                    <a:moveTo>
                      <a:pt x="14" y="1"/>
                    </a:moveTo>
                    <a:cubicBezTo>
                      <a:pt x="9" y="5"/>
                      <a:pt x="5" y="10"/>
                      <a:pt x="7" y="15"/>
                    </a:cubicBezTo>
                    <a:cubicBezTo>
                      <a:pt x="9" y="22"/>
                      <a:pt x="18" y="27"/>
                      <a:pt x="23" y="33"/>
                    </a:cubicBezTo>
                    <a:cubicBezTo>
                      <a:pt x="15" y="29"/>
                      <a:pt x="5" y="23"/>
                      <a:pt x="2" y="17"/>
                    </a:cubicBezTo>
                    <a:cubicBezTo>
                      <a:pt x="0" y="12"/>
                      <a:pt x="4" y="2"/>
                      <a:pt x="12" y="0"/>
                    </a:cubicBezTo>
                  </a:path>
                </a:pathLst>
              </a:custGeom>
              <a:solidFill>
                <a:srgbClr val="C2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071" name="Freeform 203">
                <a:extLst>
                  <a:ext uri="{FF2B5EF4-FFF2-40B4-BE49-F238E27FC236}">
                    <a16:creationId xmlns:a16="http://schemas.microsoft.com/office/drawing/2014/main" id="{9D437FA0-8D80-437D-BC1D-1B923B59C3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1" y="1155"/>
                <a:ext cx="14" cy="26"/>
              </a:xfrm>
              <a:custGeom>
                <a:avLst/>
                <a:gdLst>
                  <a:gd name="T0" fmla="*/ 2 w 13"/>
                  <a:gd name="T1" fmla="*/ 0 h 24"/>
                  <a:gd name="T2" fmla="*/ 0 w 13"/>
                  <a:gd name="T3" fmla="*/ 30 h 24"/>
                  <a:gd name="T4" fmla="*/ 15 w 13"/>
                  <a:gd name="T5" fmla="*/ 15 h 24"/>
                  <a:gd name="T6" fmla="*/ 3 w 13"/>
                  <a:gd name="T7" fmla="*/ 1 h 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24">
                    <a:moveTo>
                      <a:pt x="2" y="0"/>
                    </a:moveTo>
                    <a:cubicBezTo>
                      <a:pt x="13" y="7"/>
                      <a:pt x="6" y="16"/>
                      <a:pt x="0" y="24"/>
                    </a:cubicBezTo>
                    <a:cubicBezTo>
                      <a:pt x="5" y="20"/>
                      <a:pt x="13" y="17"/>
                      <a:pt x="12" y="12"/>
                    </a:cubicBezTo>
                    <a:cubicBezTo>
                      <a:pt x="12" y="7"/>
                      <a:pt x="4" y="5"/>
                      <a:pt x="3" y="1"/>
                    </a:cubicBezTo>
                  </a:path>
                </a:pathLst>
              </a:custGeom>
              <a:solidFill>
                <a:srgbClr val="C2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072" name="Freeform 204">
                <a:extLst>
                  <a:ext uri="{FF2B5EF4-FFF2-40B4-BE49-F238E27FC236}">
                    <a16:creationId xmlns:a16="http://schemas.microsoft.com/office/drawing/2014/main" id="{B7F3E28B-0919-48D3-AA91-2AE8E2B3B4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0" y="1158"/>
                <a:ext cx="17" cy="19"/>
              </a:xfrm>
              <a:custGeom>
                <a:avLst/>
                <a:gdLst>
                  <a:gd name="T0" fmla="*/ 17 w 16"/>
                  <a:gd name="T1" fmla="*/ 0 h 18"/>
                  <a:gd name="T2" fmla="*/ 19 w 16"/>
                  <a:gd name="T3" fmla="*/ 21 h 18"/>
                  <a:gd name="T4" fmla="*/ 16 w 16"/>
                  <a:gd name="T5" fmla="*/ 1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18">
                    <a:moveTo>
                      <a:pt x="14" y="0"/>
                    </a:moveTo>
                    <a:cubicBezTo>
                      <a:pt x="9" y="3"/>
                      <a:pt x="8" y="15"/>
                      <a:pt x="16" y="18"/>
                    </a:cubicBezTo>
                    <a:cubicBezTo>
                      <a:pt x="10" y="14"/>
                      <a:pt x="0" y="4"/>
                      <a:pt x="13" y="1"/>
                    </a:cubicBezTo>
                  </a:path>
                </a:pathLst>
              </a:custGeom>
              <a:solidFill>
                <a:srgbClr val="C2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</p:grpSp>
        <p:grpSp>
          <p:nvGrpSpPr>
            <p:cNvPr id="49665" name="Group 205">
              <a:extLst>
                <a:ext uri="{FF2B5EF4-FFF2-40B4-BE49-F238E27FC236}">
                  <a16:creationId xmlns:a16="http://schemas.microsoft.com/office/drawing/2014/main" id="{804D3288-8091-42E9-9D76-D9F5EFD3D8F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227" y="950"/>
              <a:ext cx="1777" cy="3079"/>
              <a:chOff x="3227" y="950"/>
              <a:chExt cx="1777" cy="3079"/>
            </a:xfrm>
          </p:grpSpPr>
          <p:sp>
            <p:nvSpPr>
              <p:cNvPr id="49673" name="Freeform 206">
                <a:extLst>
                  <a:ext uri="{FF2B5EF4-FFF2-40B4-BE49-F238E27FC236}">
                    <a16:creationId xmlns:a16="http://schemas.microsoft.com/office/drawing/2014/main" id="{527873F0-C829-4B0D-A559-07133B6FC9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7" y="1159"/>
                <a:ext cx="18" cy="17"/>
              </a:xfrm>
              <a:custGeom>
                <a:avLst/>
                <a:gdLst>
                  <a:gd name="T0" fmla="*/ 2 w 17"/>
                  <a:gd name="T1" fmla="*/ 0 h 16"/>
                  <a:gd name="T2" fmla="*/ 0 w 17"/>
                  <a:gd name="T3" fmla="*/ 19 h 16"/>
                  <a:gd name="T4" fmla="*/ 5 w 17"/>
                  <a:gd name="T5" fmla="*/ 1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16">
                    <a:moveTo>
                      <a:pt x="2" y="0"/>
                    </a:moveTo>
                    <a:cubicBezTo>
                      <a:pt x="8" y="5"/>
                      <a:pt x="9" y="13"/>
                      <a:pt x="0" y="16"/>
                    </a:cubicBezTo>
                    <a:cubicBezTo>
                      <a:pt x="13" y="14"/>
                      <a:pt x="17" y="6"/>
                      <a:pt x="5" y="1"/>
                    </a:cubicBezTo>
                  </a:path>
                </a:pathLst>
              </a:custGeom>
              <a:solidFill>
                <a:srgbClr val="C2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674" name="Freeform 207">
                <a:extLst>
                  <a:ext uri="{FF2B5EF4-FFF2-40B4-BE49-F238E27FC236}">
                    <a16:creationId xmlns:a16="http://schemas.microsoft.com/office/drawing/2014/main" id="{92F30071-5999-4244-8F4F-76429B71E6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3" y="2210"/>
                <a:ext cx="85" cy="749"/>
              </a:xfrm>
              <a:custGeom>
                <a:avLst/>
                <a:gdLst>
                  <a:gd name="T0" fmla="*/ 77 w 80"/>
                  <a:gd name="T1" fmla="*/ 0 h 703"/>
                  <a:gd name="T2" fmla="*/ 46 w 80"/>
                  <a:gd name="T3" fmla="*/ 111 h 703"/>
                  <a:gd name="T4" fmla="*/ 5 w 80"/>
                  <a:gd name="T5" fmla="*/ 515 h 703"/>
                  <a:gd name="T6" fmla="*/ 96 w 80"/>
                  <a:gd name="T7" fmla="*/ 850 h 703"/>
                  <a:gd name="T8" fmla="*/ 32 w 80"/>
                  <a:gd name="T9" fmla="*/ 520 h 703"/>
                  <a:gd name="T10" fmla="*/ 58 w 80"/>
                  <a:gd name="T11" fmla="*/ 215 h 703"/>
                  <a:gd name="T12" fmla="*/ 77 w 80"/>
                  <a:gd name="T13" fmla="*/ 0 h 70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0" h="703">
                    <a:moveTo>
                      <a:pt x="64" y="0"/>
                    </a:moveTo>
                    <a:cubicBezTo>
                      <a:pt x="64" y="0"/>
                      <a:pt x="41" y="46"/>
                      <a:pt x="38" y="92"/>
                    </a:cubicBezTo>
                    <a:cubicBezTo>
                      <a:pt x="36" y="139"/>
                      <a:pt x="10" y="379"/>
                      <a:pt x="5" y="425"/>
                    </a:cubicBezTo>
                    <a:cubicBezTo>
                      <a:pt x="0" y="471"/>
                      <a:pt x="7" y="642"/>
                      <a:pt x="80" y="703"/>
                    </a:cubicBezTo>
                    <a:cubicBezTo>
                      <a:pt x="80" y="703"/>
                      <a:pt x="13" y="541"/>
                      <a:pt x="26" y="430"/>
                    </a:cubicBezTo>
                    <a:cubicBezTo>
                      <a:pt x="38" y="319"/>
                      <a:pt x="38" y="245"/>
                      <a:pt x="49" y="178"/>
                    </a:cubicBezTo>
                    <a:cubicBezTo>
                      <a:pt x="59" y="111"/>
                      <a:pt x="44" y="36"/>
                      <a:pt x="64" y="0"/>
                    </a:cubicBezTo>
                    <a:close/>
                  </a:path>
                </a:pathLst>
              </a:custGeom>
              <a:solidFill>
                <a:srgbClr val="C2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675" name="Freeform 208">
                <a:extLst>
                  <a:ext uri="{FF2B5EF4-FFF2-40B4-BE49-F238E27FC236}">
                    <a16:creationId xmlns:a16="http://schemas.microsoft.com/office/drawing/2014/main" id="{9EB4C58E-9FA9-4BBD-B143-4DEBCD3534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1" y="3012"/>
                <a:ext cx="54" cy="111"/>
              </a:xfrm>
              <a:custGeom>
                <a:avLst/>
                <a:gdLst>
                  <a:gd name="T0" fmla="*/ 25 w 51"/>
                  <a:gd name="T1" fmla="*/ 0 h 104"/>
                  <a:gd name="T2" fmla="*/ 60 w 51"/>
                  <a:gd name="T3" fmla="*/ 126 h 104"/>
                  <a:gd name="T4" fmla="*/ 25 w 51"/>
                  <a:gd name="T5" fmla="*/ 0 h 10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1" h="104">
                    <a:moveTo>
                      <a:pt x="22" y="0"/>
                    </a:moveTo>
                    <a:cubicBezTo>
                      <a:pt x="22" y="0"/>
                      <a:pt x="0" y="42"/>
                      <a:pt x="51" y="104"/>
                    </a:cubicBezTo>
                    <a:cubicBezTo>
                      <a:pt x="51" y="104"/>
                      <a:pt x="15" y="28"/>
                      <a:pt x="22" y="0"/>
                    </a:cubicBezTo>
                    <a:close/>
                  </a:path>
                </a:pathLst>
              </a:custGeom>
              <a:solidFill>
                <a:srgbClr val="C2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676" name="Freeform 209">
                <a:extLst>
                  <a:ext uri="{FF2B5EF4-FFF2-40B4-BE49-F238E27FC236}">
                    <a16:creationId xmlns:a16="http://schemas.microsoft.com/office/drawing/2014/main" id="{50A56158-1A9C-415A-9EB5-0A7EBF6C88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7" y="3196"/>
                <a:ext cx="78" cy="584"/>
              </a:xfrm>
              <a:custGeom>
                <a:avLst/>
                <a:gdLst>
                  <a:gd name="T0" fmla="*/ 65 w 73"/>
                  <a:gd name="T1" fmla="*/ 0 h 548"/>
                  <a:gd name="T2" fmla="*/ 26 w 73"/>
                  <a:gd name="T3" fmla="*/ 327 h 548"/>
                  <a:gd name="T4" fmla="*/ 73 w 73"/>
                  <a:gd name="T5" fmla="*/ 570 h 548"/>
                  <a:gd name="T6" fmla="*/ 71 w 73"/>
                  <a:gd name="T7" fmla="*/ 590 h 548"/>
                  <a:gd name="T8" fmla="*/ 67 w 73"/>
                  <a:gd name="T9" fmla="*/ 626 h 548"/>
                  <a:gd name="T10" fmla="*/ 73 w 73"/>
                  <a:gd name="T11" fmla="*/ 663 h 548"/>
                  <a:gd name="T12" fmla="*/ 87 w 73"/>
                  <a:gd name="T13" fmla="*/ 638 h 548"/>
                  <a:gd name="T14" fmla="*/ 77 w 73"/>
                  <a:gd name="T15" fmla="*/ 604 h 548"/>
                  <a:gd name="T16" fmla="*/ 79 w 73"/>
                  <a:gd name="T17" fmla="*/ 534 h 548"/>
                  <a:gd name="T18" fmla="*/ 65 w 73"/>
                  <a:gd name="T19" fmla="*/ 0 h 54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73" h="548">
                    <a:moveTo>
                      <a:pt x="53" y="0"/>
                    </a:moveTo>
                    <a:cubicBezTo>
                      <a:pt x="53" y="0"/>
                      <a:pt x="11" y="131"/>
                      <a:pt x="21" y="270"/>
                    </a:cubicBezTo>
                    <a:cubicBezTo>
                      <a:pt x="30" y="408"/>
                      <a:pt x="60" y="471"/>
                      <a:pt x="60" y="471"/>
                    </a:cubicBezTo>
                    <a:cubicBezTo>
                      <a:pt x="60" y="471"/>
                      <a:pt x="61" y="483"/>
                      <a:pt x="58" y="488"/>
                    </a:cubicBezTo>
                    <a:cubicBezTo>
                      <a:pt x="54" y="493"/>
                      <a:pt x="46" y="505"/>
                      <a:pt x="55" y="517"/>
                    </a:cubicBezTo>
                    <a:cubicBezTo>
                      <a:pt x="65" y="529"/>
                      <a:pt x="56" y="543"/>
                      <a:pt x="60" y="548"/>
                    </a:cubicBezTo>
                    <a:cubicBezTo>
                      <a:pt x="60" y="548"/>
                      <a:pt x="68" y="534"/>
                      <a:pt x="71" y="527"/>
                    </a:cubicBezTo>
                    <a:cubicBezTo>
                      <a:pt x="73" y="519"/>
                      <a:pt x="55" y="517"/>
                      <a:pt x="63" y="499"/>
                    </a:cubicBezTo>
                    <a:cubicBezTo>
                      <a:pt x="70" y="481"/>
                      <a:pt x="73" y="462"/>
                      <a:pt x="65" y="441"/>
                    </a:cubicBezTo>
                    <a:cubicBezTo>
                      <a:pt x="57" y="421"/>
                      <a:pt x="0" y="278"/>
                      <a:pt x="53" y="0"/>
                    </a:cubicBezTo>
                    <a:close/>
                  </a:path>
                </a:pathLst>
              </a:custGeom>
              <a:solidFill>
                <a:srgbClr val="C2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677" name="Freeform 210">
                <a:extLst>
                  <a:ext uri="{FF2B5EF4-FFF2-40B4-BE49-F238E27FC236}">
                    <a16:creationId xmlns:a16="http://schemas.microsoft.com/office/drawing/2014/main" id="{E3BBDE1F-F6B4-45A0-BDBD-8BB841E7BF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1" y="3808"/>
                <a:ext cx="161" cy="138"/>
              </a:xfrm>
              <a:custGeom>
                <a:avLst/>
                <a:gdLst>
                  <a:gd name="T0" fmla="*/ 182 w 151"/>
                  <a:gd name="T1" fmla="*/ 1 h 130"/>
                  <a:gd name="T2" fmla="*/ 165 w 151"/>
                  <a:gd name="T3" fmla="*/ 14 h 130"/>
                  <a:gd name="T4" fmla="*/ 150 w 151"/>
                  <a:gd name="T5" fmla="*/ 29 h 130"/>
                  <a:gd name="T6" fmla="*/ 131 w 151"/>
                  <a:gd name="T7" fmla="*/ 58 h 130"/>
                  <a:gd name="T8" fmla="*/ 98 w 151"/>
                  <a:gd name="T9" fmla="*/ 85 h 130"/>
                  <a:gd name="T10" fmla="*/ 71 w 151"/>
                  <a:gd name="T11" fmla="*/ 105 h 130"/>
                  <a:gd name="T12" fmla="*/ 49 w 151"/>
                  <a:gd name="T13" fmla="*/ 123 h 130"/>
                  <a:gd name="T14" fmla="*/ 37 w 151"/>
                  <a:gd name="T15" fmla="*/ 131 h 130"/>
                  <a:gd name="T16" fmla="*/ 30 w 151"/>
                  <a:gd name="T17" fmla="*/ 134 h 130"/>
                  <a:gd name="T18" fmla="*/ 1 w 151"/>
                  <a:gd name="T19" fmla="*/ 152 h 130"/>
                  <a:gd name="T20" fmla="*/ 0 w 151"/>
                  <a:gd name="T21" fmla="*/ 155 h 130"/>
                  <a:gd name="T22" fmla="*/ 42 w 151"/>
                  <a:gd name="T23" fmla="*/ 140 h 130"/>
                  <a:gd name="T24" fmla="*/ 78 w 151"/>
                  <a:gd name="T25" fmla="*/ 118 h 130"/>
                  <a:gd name="T26" fmla="*/ 120 w 151"/>
                  <a:gd name="T27" fmla="*/ 81 h 130"/>
                  <a:gd name="T28" fmla="*/ 143 w 151"/>
                  <a:gd name="T29" fmla="*/ 56 h 130"/>
                  <a:gd name="T30" fmla="*/ 161 w 151"/>
                  <a:gd name="T31" fmla="*/ 34 h 130"/>
                  <a:gd name="T32" fmla="*/ 176 w 151"/>
                  <a:gd name="T33" fmla="*/ 13 h 130"/>
                  <a:gd name="T34" fmla="*/ 183 w 151"/>
                  <a:gd name="T35" fmla="*/ 0 h 130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151" h="130">
                    <a:moveTo>
                      <a:pt x="150" y="1"/>
                    </a:moveTo>
                    <a:cubicBezTo>
                      <a:pt x="145" y="2"/>
                      <a:pt x="140" y="7"/>
                      <a:pt x="136" y="11"/>
                    </a:cubicBezTo>
                    <a:cubicBezTo>
                      <a:pt x="132" y="15"/>
                      <a:pt x="127" y="19"/>
                      <a:pt x="124" y="24"/>
                    </a:cubicBezTo>
                    <a:cubicBezTo>
                      <a:pt x="119" y="33"/>
                      <a:pt x="115" y="41"/>
                      <a:pt x="108" y="49"/>
                    </a:cubicBezTo>
                    <a:cubicBezTo>
                      <a:pt x="101" y="58"/>
                      <a:pt x="91" y="64"/>
                      <a:pt x="81" y="71"/>
                    </a:cubicBezTo>
                    <a:cubicBezTo>
                      <a:pt x="73" y="76"/>
                      <a:pt x="66" y="82"/>
                      <a:pt x="59" y="88"/>
                    </a:cubicBezTo>
                    <a:cubicBezTo>
                      <a:pt x="53" y="93"/>
                      <a:pt x="47" y="98"/>
                      <a:pt x="40" y="103"/>
                    </a:cubicBezTo>
                    <a:cubicBezTo>
                      <a:pt x="37" y="105"/>
                      <a:pt x="34" y="107"/>
                      <a:pt x="31" y="109"/>
                    </a:cubicBezTo>
                    <a:cubicBezTo>
                      <a:pt x="29" y="110"/>
                      <a:pt x="26" y="111"/>
                      <a:pt x="24" y="112"/>
                    </a:cubicBezTo>
                    <a:cubicBezTo>
                      <a:pt x="16" y="116"/>
                      <a:pt x="5" y="119"/>
                      <a:pt x="1" y="127"/>
                    </a:cubicBezTo>
                    <a:cubicBezTo>
                      <a:pt x="0" y="128"/>
                      <a:pt x="0" y="129"/>
                      <a:pt x="0" y="130"/>
                    </a:cubicBezTo>
                    <a:cubicBezTo>
                      <a:pt x="6" y="120"/>
                      <a:pt x="25" y="121"/>
                      <a:pt x="35" y="117"/>
                    </a:cubicBezTo>
                    <a:cubicBezTo>
                      <a:pt x="47" y="114"/>
                      <a:pt x="55" y="106"/>
                      <a:pt x="64" y="99"/>
                    </a:cubicBezTo>
                    <a:cubicBezTo>
                      <a:pt x="76" y="88"/>
                      <a:pt x="88" y="79"/>
                      <a:pt x="99" y="68"/>
                    </a:cubicBezTo>
                    <a:cubicBezTo>
                      <a:pt x="106" y="61"/>
                      <a:pt x="111" y="53"/>
                      <a:pt x="118" y="47"/>
                    </a:cubicBezTo>
                    <a:cubicBezTo>
                      <a:pt x="124" y="41"/>
                      <a:pt x="129" y="35"/>
                      <a:pt x="133" y="28"/>
                    </a:cubicBezTo>
                    <a:cubicBezTo>
                      <a:pt x="137" y="21"/>
                      <a:pt x="141" y="16"/>
                      <a:pt x="145" y="10"/>
                    </a:cubicBezTo>
                    <a:cubicBezTo>
                      <a:pt x="147" y="7"/>
                      <a:pt x="149" y="3"/>
                      <a:pt x="151" y="0"/>
                    </a:cubicBezTo>
                  </a:path>
                </a:pathLst>
              </a:custGeom>
              <a:solidFill>
                <a:srgbClr val="C2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678" name="Freeform 211">
                <a:extLst>
                  <a:ext uri="{FF2B5EF4-FFF2-40B4-BE49-F238E27FC236}">
                    <a16:creationId xmlns:a16="http://schemas.microsoft.com/office/drawing/2014/main" id="{EDDC12C4-D1B2-4900-9D16-6AF7E591A1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9" y="3957"/>
                <a:ext cx="8" cy="16"/>
              </a:xfrm>
              <a:custGeom>
                <a:avLst/>
                <a:gdLst>
                  <a:gd name="T0" fmla="*/ 8 w 8"/>
                  <a:gd name="T1" fmla="*/ 0 h 15"/>
                  <a:gd name="T2" fmla="*/ 2 w 8"/>
                  <a:gd name="T3" fmla="*/ 18 h 15"/>
                  <a:gd name="T4" fmla="*/ 8 w 8"/>
                  <a:gd name="T5" fmla="*/ 2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5">
                    <a:moveTo>
                      <a:pt x="8" y="0"/>
                    </a:moveTo>
                    <a:cubicBezTo>
                      <a:pt x="2" y="3"/>
                      <a:pt x="0" y="9"/>
                      <a:pt x="2" y="15"/>
                    </a:cubicBezTo>
                    <a:cubicBezTo>
                      <a:pt x="1" y="10"/>
                      <a:pt x="5" y="5"/>
                      <a:pt x="8" y="2"/>
                    </a:cubicBezTo>
                  </a:path>
                </a:pathLst>
              </a:custGeom>
              <a:solidFill>
                <a:srgbClr val="C2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679" name="Freeform 212">
                <a:extLst>
                  <a:ext uri="{FF2B5EF4-FFF2-40B4-BE49-F238E27FC236}">
                    <a16:creationId xmlns:a16="http://schemas.microsoft.com/office/drawing/2014/main" id="{55A7E2A5-99C4-42DB-B088-E331FBDC89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1" y="3953"/>
                <a:ext cx="26" cy="27"/>
              </a:xfrm>
              <a:custGeom>
                <a:avLst/>
                <a:gdLst>
                  <a:gd name="T0" fmla="*/ 29 w 24"/>
                  <a:gd name="T1" fmla="*/ 2 h 25"/>
                  <a:gd name="T2" fmla="*/ 22 w 24"/>
                  <a:gd name="T3" fmla="*/ 6 h 25"/>
                  <a:gd name="T4" fmla="*/ 12 w 24"/>
                  <a:gd name="T5" fmla="*/ 12 h 25"/>
                  <a:gd name="T6" fmla="*/ 0 w 24"/>
                  <a:gd name="T7" fmla="*/ 27 h 25"/>
                  <a:gd name="T8" fmla="*/ 0 w 24"/>
                  <a:gd name="T9" fmla="*/ 27 h 25"/>
                  <a:gd name="T10" fmla="*/ 4 w 24"/>
                  <a:gd name="T11" fmla="*/ 31 h 25"/>
                  <a:gd name="T12" fmla="*/ 15 w 24"/>
                  <a:gd name="T13" fmla="*/ 15 h 25"/>
                  <a:gd name="T14" fmla="*/ 30 w 24"/>
                  <a:gd name="T15" fmla="*/ 0 h 2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4" h="25">
                    <a:moveTo>
                      <a:pt x="23" y="2"/>
                    </a:moveTo>
                    <a:cubicBezTo>
                      <a:pt x="22" y="1"/>
                      <a:pt x="19" y="5"/>
                      <a:pt x="17" y="6"/>
                    </a:cubicBezTo>
                    <a:cubicBezTo>
                      <a:pt x="14" y="7"/>
                      <a:pt x="11" y="8"/>
                      <a:pt x="9" y="9"/>
                    </a:cubicBezTo>
                    <a:cubicBezTo>
                      <a:pt x="5" y="12"/>
                      <a:pt x="1" y="17"/>
                      <a:pt x="0" y="21"/>
                    </a:cubicBezTo>
                    <a:cubicBezTo>
                      <a:pt x="0" y="21"/>
                      <a:pt x="0" y="21"/>
                      <a:pt x="0" y="21"/>
                    </a:cubicBezTo>
                    <a:cubicBezTo>
                      <a:pt x="2" y="22"/>
                      <a:pt x="3" y="23"/>
                      <a:pt x="4" y="25"/>
                    </a:cubicBezTo>
                    <a:cubicBezTo>
                      <a:pt x="5" y="19"/>
                      <a:pt x="7" y="16"/>
                      <a:pt x="12" y="12"/>
                    </a:cubicBezTo>
                    <a:cubicBezTo>
                      <a:pt x="16" y="9"/>
                      <a:pt x="20" y="2"/>
                      <a:pt x="24" y="0"/>
                    </a:cubicBezTo>
                  </a:path>
                </a:pathLst>
              </a:custGeom>
              <a:solidFill>
                <a:srgbClr val="C2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680" name="Freeform 213">
                <a:extLst>
                  <a:ext uri="{FF2B5EF4-FFF2-40B4-BE49-F238E27FC236}">
                    <a16:creationId xmlns:a16="http://schemas.microsoft.com/office/drawing/2014/main" id="{978BF12A-A49B-4094-9838-9A7ACF50B9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5" y="3964"/>
                <a:ext cx="19" cy="28"/>
              </a:xfrm>
              <a:custGeom>
                <a:avLst/>
                <a:gdLst>
                  <a:gd name="T0" fmla="*/ 21 w 18"/>
                  <a:gd name="T1" fmla="*/ 1 h 27"/>
                  <a:gd name="T2" fmla="*/ 13 w 18"/>
                  <a:gd name="T3" fmla="*/ 13 h 27"/>
                  <a:gd name="T4" fmla="*/ 0 w 18"/>
                  <a:gd name="T5" fmla="*/ 20 h 27"/>
                  <a:gd name="T6" fmla="*/ 20 w 18"/>
                  <a:gd name="T7" fmla="*/ 0 h 2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27">
                    <a:moveTo>
                      <a:pt x="18" y="1"/>
                    </a:moveTo>
                    <a:cubicBezTo>
                      <a:pt x="15" y="5"/>
                      <a:pt x="14" y="10"/>
                      <a:pt x="10" y="13"/>
                    </a:cubicBezTo>
                    <a:cubicBezTo>
                      <a:pt x="7" y="15"/>
                      <a:pt x="4" y="16"/>
                      <a:pt x="0" y="17"/>
                    </a:cubicBezTo>
                    <a:cubicBezTo>
                      <a:pt x="10" y="27"/>
                      <a:pt x="15" y="6"/>
                      <a:pt x="17" y="0"/>
                    </a:cubicBezTo>
                  </a:path>
                </a:pathLst>
              </a:custGeom>
              <a:solidFill>
                <a:srgbClr val="C2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681" name="Freeform 214">
                <a:extLst>
                  <a:ext uri="{FF2B5EF4-FFF2-40B4-BE49-F238E27FC236}">
                    <a16:creationId xmlns:a16="http://schemas.microsoft.com/office/drawing/2014/main" id="{4E620F9D-3483-46C6-A01D-56FABF38A5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7" y="3998"/>
                <a:ext cx="26" cy="31"/>
              </a:xfrm>
              <a:custGeom>
                <a:avLst/>
                <a:gdLst>
                  <a:gd name="T0" fmla="*/ 5 w 25"/>
                  <a:gd name="T1" fmla="*/ 0 h 29"/>
                  <a:gd name="T2" fmla="*/ 5 w 25"/>
                  <a:gd name="T3" fmla="*/ 19 h 29"/>
                  <a:gd name="T4" fmla="*/ 28 w 25"/>
                  <a:gd name="T5" fmla="*/ 31 h 29"/>
                  <a:gd name="T6" fmla="*/ 17 w 25"/>
                  <a:gd name="T7" fmla="*/ 18 h 29"/>
                  <a:gd name="T8" fmla="*/ 7 w 25"/>
                  <a:gd name="T9" fmla="*/ 1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29">
                    <a:moveTo>
                      <a:pt x="5" y="0"/>
                    </a:moveTo>
                    <a:cubicBezTo>
                      <a:pt x="0" y="5"/>
                      <a:pt x="3" y="12"/>
                      <a:pt x="5" y="16"/>
                    </a:cubicBezTo>
                    <a:cubicBezTo>
                      <a:pt x="8" y="22"/>
                      <a:pt x="18" y="29"/>
                      <a:pt x="25" y="25"/>
                    </a:cubicBezTo>
                    <a:cubicBezTo>
                      <a:pt x="20" y="23"/>
                      <a:pt x="17" y="19"/>
                      <a:pt x="14" y="15"/>
                    </a:cubicBezTo>
                    <a:cubicBezTo>
                      <a:pt x="10" y="11"/>
                      <a:pt x="4" y="7"/>
                      <a:pt x="7" y="1"/>
                    </a:cubicBezTo>
                  </a:path>
                </a:pathLst>
              </a:custGeom>
              <a:solidFill>
                <a:srgbClr val="C2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682" name="Freeform 215">
                <a:extLst>
                  <a:ext uri="{FF2B5EF4-FFF2-40B4-BE49-F238E27FC236}">
                    <a16:creationId xmlns:a16="http://schemas.microsoft.com/office/drawing/2014/main" id="{054A1EE5-F38D-4A66-92AD-9B957189D1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8" y="3992"/>
                <a:ext cx="12" cy="22"/>
              </a:xfrm>
              <a:custGeom>
                <a:avLst/>
                <a:gdLst>
                  <a:gd name="T0" fmla="*/ 4 w 11"/>
                  <a:gd name="T1" fmla="*/ 1 h 20"/>
                  <a:gd name="T2" fmla="*/ 14 w 11"/>
                  <a:gd name="T3" fmla="*/ 24 h 20"/>
                  <a:gd name="T4" fmla="*/ 9 w 11"/>
                  <a:gd name="T5" fmla="*/ 0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20">
                    <a:moveTo>
                      <a:pt x="4" y="1"/>
                    </a:moveTo>
                    <a:cubicBezTo>
                      <a:pt x="0" y="0"/>
                      <a:pt x="0" y="20"/>
                      <a:pt x="11" y="18"/>
                    </a:cubicBezTo>
                    <a:cubicBezTo>
                      <a:pt x="6" y="14"/>
                      <a:pt x="2" y="7"/>
                      <a:pt x="6" y="0"/>
                    </a:cubicBezTo>
                  </a:path>
                </a:pathLst>
              </a:custGeom>
              <a:solidFill>
                <a:srgbClr val="C2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683" name="Freeform 216">
                <a:extLst>
                  <a:ext uri="{FF2B5EF4-FFF2-40B4-BE49-F238E27FC236}">
                    <a16:creationId xmlns:a16="http://schemas.microsoft.com/office/drawing/2014/main" id="{6F2FA075-7418-4438-AB40-B91D946CC5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4" y="3987"/>
                <a:ext cx="6" cy="13"/>
              </a:xfrm>
              <a:custGeom>
                <a:avLst/>
                <a:gdLst>
                  <a:gd name="T0" fmla="*/ 2 w 6"/>
                  <a:gd name="T1" fmla="*/ 0 h 12"/>
                  <a:gd name="T2" fmla="*/ 6 w 6"/>
                  <a:gd name="T3" fmla="*/ 15 h 12"/>
                  <a:gd name="T4" fmla="*/ 4 w 6"/>
                  <a:gd name="T5" fmla="*/ 0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12">
                    <a:moveTo>
                      <a:pt x="2" y="0"/>
                    </a:moveTo>
                    <a:cubicBezTo>
                      <a:pt x="0" y="4"/>
                      <a:pt x="0" y="12"/>
                      <a:pt x="6" y="12"/>
                    </a:cubicBezTo>
                    <a:cubicBezTo>
                      <a:pt x="5" y="8"/>
                      <a:pt x="2" y="5"/>
                      <a:pt x="4" y="0"/>
                    </a:cubicBezTo>
                  </a:path>
                </a:pathLst>
              </a:custGeom>
              <a:solidFill>
                <a:srgbClr val="C2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684" name="Freeform 217">
                <a:extLst>
                  <a:ext uri="{FF2B5EF4-FFF2-40B4-BE49-F238E27FC236}">
                    <a16:creationId xmlns:a16="http://schemas.microsoft.com/office/drawing/2014/main" id="{6BDF11AA-5963-4884-B17B-E4437F9FF8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1" y="3940"/>
                <a:ext cx="69" cy="62"/>
              </a:xfrm>
              <a:custGeom>
                <a:avLst/>
                <a:gdLst>
                  <a:gd name="T0" fmla="*/ 0 w 65"/>
                  <a:gd name="T1" fmla="*/ 65 h 58"/>
                  <a:gd name="T2" fmla="*/ 29 w 65"/>
                  <a:gd name="T3" fmla="*/ 50 h 58"/>
                  <a:gd name="T4" fmla="*/ 41 w 65"/>
                  <a:gd name="T5" fmla="*/ 30 h 58"/>
                  <a:gd name="T6" fmla="*/ 77 w 65"/>
                  <a:gd name="T7" fmla="*/ 0 h 58"/>
                  <a:gd name="T8" fmla="*/ 53 w 65"/>
                  <a:gd name="T9" fmla="*/ 15 h 58"/>
                  <a:gd name="T10" fmla="*/ 27 w 65"/>
                  <a:gd name="T11" fmla="*/ 33 h 58"/>
                  <a:gd name="T12" fmla="*/ 19 w 65"/>
                  <a:gd name="T13" fmla="*/ 52 h 58"/>
                  <a:gd name="T14" fmla="*/ 4 w 65"/>
                  <a:gd name="T15" fmla="*/ 61 h 5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5" h="58">
                    <a:moveTo>
                      <a:pt x="0" y="53"/>
                    </a:moveTo>
                    <a:cubicBezTo>
                      <a:pt x="9" y="58"/>
                      <a:pt x="21" y="48"/>
                      <a:pt x="24" y="41"/>
                    </a:cubicBezTo>
                    <a:cubicBezTo>
                      <a:pt x="27" y="35"/>
                      <a:pt x="28" y="28"/>
                      <a:pt x="35" y="24"/>
                    </a:cubicBezTo>
                    <a:cubicBezTo>
                      <a:pt x="46" y="19"/>
                      <a:pt x="53" y="4"/>
                      <a:pt x="65" y="0"/>
                    </a:cubicBezTo>
                    <a:cubicBezTo>
                      <a:pt x="58" y="2"/>
                      <a:pt x="51" y="8"/>
                      <a:pt x="44" y="12"/>
                    </a:cubicBezTo>
                    <a:cubicBezTo>
                      <a:pt x="36" y="16"/>
                      <a:pt x="29" y="19"/>
                      <a:pt x="23" y="27"/>
                    </a:cubicBezTo>
                    <a:cubicBezTo>
                      <a:pt x="20" y="32"/>
                      <a:pt x="20" y="39"/>
                      <a:pt x="16" y="43"/>
                    </a:cubicBezTo>
                    <a:cubicBezTo>
                      <a:pt x="13" y="46"/>
                      <a:pt x="8" y="48"/>
                      <a:pt x="4" y="50"/>
                    </a:cubicBezTo>
                  </a:path>
                </a:pathLst>
              </a:custGeom>
              <a:solidFill>
                <a:srgbClr val="8E4C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685" name="Freeform 218">
                <a:extLst>
                  <a:ext uri="{FF2B5EF4-FFF2-40B4-BE49-F238E27FC236}">
                    <a16:creationId xmlns:a16="http://schemas.microsoft.com/office/drawing/2014/main" id="{1BF3EEB4-8B4B-4EA3-A304-E313D97B28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3" y="3690"/>
                <a:ext cx="94" cy="132"/>
              </a:xfrm>
              <a:custGeom>
                <a:avLst/>
                <a:gdLst>
                  <a:gd name="T0" fmla="*/ 58 w 88"/>
                  <a:gd name="T1" fmla="*/ 150 h 124"/>
                  <a:gd name="T2" fmla="*/ 103 w 88"/>
                  <a:gd name="T3" fmla="*/ 99 h 124"/>
                  <a:gd name="T4" fmla="*/ 103 w 88"/>
                  <a:gd name="T5" fmla="*/ 32 h 124"/>
                  <a:gd name="T6" fmla="*/ 99 w 88"/>
                  <a:gd name="T7" fmla="*/ 16 h 124"/>
                  <a:gd name="T8" fmla="*/ 72 w 88"/>
                  <a:gd name="T9" fmla="*/ 5 h 124"/>
                  <a:gd name="T10" fmla="*/ 0 w 88"/>
                  <a:gd name="T11" fmla="*/ 3 h 124"/>
                  <a:gd name="T12" fmla="*/ 69 w 88"/>
                  <a:gd name="T13" fmla="*/ 16 h 124"/>
                  <a:gd name="T14" fmla="*/ 90 w 88"/>
                  <a:gd name="T15" fmla="*/ 20 h 124"/>
                  <a:gd name="T16" fmla="*/ 93 w 88"/>
                  <a:gd name="T17" fmla="*/ 42 h 124"/>
                  <a:gd name="T18" fmla="*/ 94 w 88"/>
                  <a:gd name="T19" fmla="*/ 105 h 124"/>
                  <a:gd name="T20" fmla="*/ 64 w 88"/>
                  <a:gd name="T21" fmla="*/ 148 h 12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8" h="124">
                    <a:moveTo>
                      <a:pt x="48" y="124"/>
                    </a:moveTo>
                    <a:cubicBezTo>
                      <a:pt x="69" y="116"/>
                      <a:pt x="79" y="105"/>
                      <a:pt x="84" y="82"/>
                    </a:cubicBezTo>
                    <a:cubicBezTo>
                      <a:pt x="88" y="63"/>
                      <a:pt x="81" y="45"/>
                      <a:pt x="84" y="26"/>
                    </a:cubicBezTo>
                    <a:cubicBezTo>
                      <a:pt x="86" y="18"/>
                      <a:pt x="88" y="18"/>
                      <a:pt x="81" y="13"/>
                    </a:cubicBezTo>
                    <a:cubicBezTo>
                      <a:pt x="74" y="8"/>
                      <a:pt x="68" y="7"/>
                      <a:pt x="59" y="5"/>
                    </a:cubicBezTo>
                    <a:cubicBezTo>
                      <a:pt x="39" y="0"/>
                      <a:pt x="20" y="2"/>
                      <a:pt x="0" y="3"/>
                    </a:cubicBezTo>
                    <a:cubicBezTo>
                      <a:pt x="19" y="4"/>
                      <a:pt x="37" y="12"/>
                      <a:pt x="57" y="13"/>
                    </a:cubicBezTo>
                    <a:cubicBezTo>
                      <a:pt x="63" y="13"/>
                      <a:pt x="70" y="11"/>
                      <a:pt x="74" y="17"/>
                    </a:cubicBezTo>
                    <a:cubicBezTo>
                      <a:pt x="78" y="22"/>
                      <a:pt x="76" y="29"/>
                      <a:pt x="76" y="35"/>
                    </a:cubicBezTo>
                    <a:cubicBezTo>
                      <a:pt x="76" y="53"/>
                      <a:pt x="83" y="69"/>
                      <a:pt x="77" y="87"/>
                    </a:cubicBezTo>
                    <a:cubicBezTo>
                      <a:pt x="71" y="102"/>
                      <a:pt x="62" y="112"/>
                      <a:pt x="52" y="123"/>
                    </a:cubicBezTo>
                  </a:path>
                </a:pathLst>
              </a:custGeom>
              <a:solidFill>
                <a:srgbClr val="8E4C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686" name="Freeform 219">
                <a:extLst>
                  <a:ext uri="{FF2B5EF4-FFF2-40B4-BE49-F238E27FC236}">
                    <a16:creationId xmlns:a16="http://schemas.microsoft.com/office/drawing/2014/main" id="{A11873F7-A509-4F6F-908A-1435B0B0B7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6" y="3841"/>
                <a:ext cx="119" cy="100"/>
              </a:xfrm>
              <a:custGeom>
                <a:avLst/>
                <a:gdLst>
                  <a:gd name="T0" fmla="*/ 133 w 112"/>
                  <a:gd name="T1" fmla="*/ 0 h 94"/>
                  <a:gd name="T2" fmla="*/ 129 w 112"/>
                  <a:gd name="T3" fmla="*/ 50 h 94"/>
                  <a:gd name="T4" fmla="*/ 120 w 112"/>
                  <a:gd name="T5" fmla="*/ 77 h 94"/>
                  <a:gd name="T6" fmla="*/ 82 w 112"/>
                  <a:gd name="T7" fmla="*/ 99 h 94"/>
                  <a:gd name="T8" fmla="*/ 40 w 112"/>
                  <a:gd name="T9" fmla="*/ 103 h 94"/>
                  <a:gd name="T10" fmla="*/ 0 w 112"/>
                  <a:gd name="T11" fmla="*/ 109 h 94"/>
                  <a:gd name="T12" fmla="*/ 40 w 112"/>
                  <a:gd name="T13" fmla="*/ 41 h 94"/>
                  <a:gd name="T14" fmla="*/ 33 w 112"/>
                  <a:gd name="T15" fmla="*/ 84 h 94"/>
                  <a:gd name="T16" fmla="*/ 37 w 112"/>
                  <a:gd name="T17" fmla="*/ 95 h 94"/>
                  <a:gd name="T18" fmla="*/ 58 w 112"/>
                  <a:gd name="T19" fmla="*/ 91 h 94"/>
                  <a:gd name="T20" fmla="*/ 107 w 112"/>
                  <a:gd name="T21" fmla="*/ 70 h 94"/>
                  <a:gd name="T22" fmla="*/ 125 w 112"/>
                  <a:gd name="T23" fmla="*/ 38 h 94"/>
                  <a:gd name="T24" fmla="*/ 130 w 112"/>
                  <a:gd name="T25" fmla="*/ 5 h 9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12" h="94">
                    <a:moveTo>
                      <a:pt x="111" y="0"/>
                    </a:moveTo>
                    <a:cubicBezTo>
                      <a:pt x="112" y="13"/>
                      <a:pt x="109" y="28"/>
                      <a:pt x="107" y="41"/>
                    </a:cubicBezTo>
                    <a:cubicBezTo>
                      <a:pt x="106" y="50"/>
                      <a:pt x="105" y="57"/>
                      <a:pt x="100" y="64"/>
                    </a:cubicBezTo>
                    <a:cubicBezTo>
                      <a:pt x="92" y="74"/>
                      <a:pt x="80" y="80"/>
                      <a:pt x="68" y="82"/>
                    </a:cubicBezTo>
                    <a:cubicBezTo>
                      <a:pt x="57" y="84"/>
                      <a:pt x="45" y="83"/>
                      <a:pt x="34" y="86"/>
                    </a:cubicBezTo>
                    <a:cubicBezTo>
                      <a:pt x="24" y="88"/>
                      <a:pt x="9" y="94"/>
                      <a:pt x="0" y="90"/>
                    </a:cubicBezTo>
                    <a:cubicBezTo>
                      <a:pt x="17" y="75"/>
                      <a:pt x="31" y="59"/>
                      <a:pt x="34" y="35"/>
                    </a:cubicBezTo>
                    <a:cubicBezTo>
                      <a:pt x="34" y="47"/>
                      <a:pt x="29" y="58"/>
                      <a:pt x="27" y="70"/>
                    </a:cubicBezTo>
                    <a:cubicBezTo>
                      <a:pt x="26" y="76"/>
                      <a:pt x="24" y="79"/>
                      <a:pt x="31" y="79"/>
                    </a:cubicBezTo>
                    <a:cubicBezTo>
                      <a:pt x="37" y="80"/>
                      <a:pt x="43" y="76"/>
                      <a:pt x="49" y="76"/>
                    </a:cubicBezTo>
                    <a:cubicBezTo>
                      <a:pt x="65" y="74"/>
                      <a:pt x="76" y="69"/>
                      <a:pt x="89" y="58"/>
                    </a:cubicBezTo>
                    <a:cubicBezTo>
                      <a:pt x="97" y="51"/>
                      <a:pt x="100" y="43"/>
                      <a:pt x="104" y="32"/>
                    </a:cubicBezTo>
                    <a:cubicBezTo>
                      <a:pt x="107" y="23"/>
                      <a:pt x="111" y="14"/>
                      <a:pt x="108" y="5"/>
                    </a:cubicBezTo>
                  </a:path>
                </a:pathLst>
              </a:custGeom>
              <a:solidFill>
                <a:srgbClr val="8E4C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687" name="Freeform 220">
                <a:extLst>
                  <a:ext uri="{FF2B5EF4-FFF2-40B4-BE49-F238E27FC236}">
                    <a16:creationId xmlns:a16="http://schemas.microsoft.com/office/drawing/2014/main" id="{D08DAE3D-7615-4403-9603-63D5DB992A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7" y="3792"/>
                <a:ext cx="110" cy="68"/>
              </a:xfrm>
              <a:custGeom>
                <a:avLst/>
                <a:gdLst>
                  <a:gd name="T0" fmla="*/ 0 w 103"/>
                  <a:gd name="T1" fmla="*/ 14 h 64"/>
                  <a:gd name="T2" fmla="*/ 72 w 103"/>
                  <a:gd name="T3" fmla="*/ 3 h 64"/>
                  <a:gd name="T4" fmla="*/ 125 w 103"/>
                  <a:gd name="T5" fmla="*/ 43 h 64"/>
                  <a:gd name="T6" fmla="*/ 83 w 103"/>
                  <a:gd name="T7" fmla="*/ 30 h 64"/>
                  <a:gd name="T8" fmla="*/ 72 w 103"/>
                  <a:gd name="T9" fmla="*/ 77 h 64"/>
                  <a:gd name="T10" fmla="*/ 67 w 103"/>
                  <a:gd name="T11" fmla="*/ 49 h 64"/>
                  <a:gd name="T12" fmla="*/ 44 w 103"/>
                  <a:gd name="T13" fmla="*/ 33 h 64"/>
                  <a:gd name="T14" fmla="*/ 23 w 103"/>
                  <a:gd name="T15" fmla="*/ 22 h 64"/>
                  <a:gd name="T16" fmla="*/ 2 w 103"/>
                  <a:gd name="T17" fmla="*/ 15 h 6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3" h="64">
                    <a:moveTo>
                      <a:pt x="0" y="11"/>
                    </a:moveTo>
                    <a:cubicBezTo>
                      <a:pt x="20" y="21"/>
                      <a:pt x="39" y="6"/>
                      <a:pt x="59" y="3"/>
                    </a:cubicBezTo>
                    <a:cubicBezTo>
                      <a:pt x="82" y="0"/>
                      <a:pt x="94" y="18"/>
                      <a:pt x="103" y="36"/>
                    </a:cubicBezTo>
                    <a:cubicBezTo>
                      <a:pt x="97" y="27"/>
                      <a:pt x="78" y="17"/>
                      <a:pt x="68" y="24"/>
                    </a:cubicBezTo>
                    <a:cubicBezTo>
                      <a:pt x="56" y="32"/>
                      <a:pt x="62" y="53"/>
                      <a:pt x="59" y="64"/>
                    </a:cubicBezTo>
                    <a:cubicBezTo>
                      <a:pt x="60" y="56"/>
                      <a:pt x="57" y="48"/>
                      <a:pt x="55" y="40"/>
                    </a:cubicBezTo>
                    <a:cubicBezTo>
                      <a:pt x="51" y="31"/>
                      <a:pt x="44" y="30"/>
                      <a:pt x="36" y="27"/>
                    </a:cubicBezTo>
                    <a:cubicBezTo>
                      <a:pt x="30" y="25"/>
                      <a:pt x="25" y="22"/>
                      <a:pt x="20" y="19"/>
                    </a:cubicBezTo>
                    <a:cubicBezTo>
                      <a:pt x="14" y="17"/>
                      <a:pt x="7" y="16"/>
                      <a:pt x="2" y="12"/>
                    </a:cubicBezTo>
                  </a:path>
                </a:pathLst>
              </a:custGeom>
              <a:solidFill>
                <a:srgbClr val="8E4C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688" name="Freeform 221">
                <a:extLst>
                  <a:ext uri="{FF2B5EF4-FFF2-40B4-BE49-F238E27FC236}">
                    <a16:creationId xmlns:a16="http://schemas.microsoft.com/office/drawing/2014/main" id="{5797DFE6-230D-4DB0-857D-C1FED602F5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7" y="3174"/>
                <a:ext cx="190" cy="312"/>
              </a:xfrm>
              <a:custGeom>
                <a:avLst/>
                <a:gdLst>
                  <a:gd name="T0" fmla="*/ 0 w 179"/>
                  <a:gd name="T1" fmla="*/ 12 h 293"/>
                  <a:gd name="T2" fmla="*/ 81 w 179"/>
                  <a:gd name="T3" fmla="*/ 1 h 293"/>
                  <a:gd name="T4" fmla="*/ 142 w 179"/>
                  <a:gd name="T5" fmla="*/ 1 h 293"/>
                  <a:gd name="T6" fmla="*/ 183 w 179"/>
                  <a:gd name="T7" fmla="*/ 5 h 293"/>
                  <a:gd name="T8" fmla="*/ 194 w 179"/>
                  <a:gd name="T9" fmla="*/ 53 h 293"/>
                  <a:gd name="T10" fmla="*/ 207 w 179"/>
                  <a:gd name="T11" fmla="*/ 196 h 293"/>
                  <a:gd name="T12" fmla="*/ 177 w 179"/>
                  <a:gd name="T13" fmla="*/ 354 h 293"/>
                  <a:gd name="T14" fmla="*/ 190 w 179"/>
                  <a:gd name="T15" fmla="*/ 243 h 293"/>
                  <a:gd name="T16" fmla="*/ 187 w 179"/>
                  <a:gd name="T17" fmla="*/ 158 h 293"/>
                  <a:gd name="T18" fmla="*/ 178 w 179"/>
                  <a:gd name="T19" fmla="*/ 111 h 293"/>
                  <a:gd name="T20" fmla="*/ 173 w 179"/>
                  <a:gd name="T21" fmla="*/ 53 h 293"/>
                  <a:gd name="T22" fmla="*/ 148 w 179"/>
                  <a:gd name="T23" fmla="*/ 45 h 293"/>
                  <a:gd name="T24" fmla="*/ 97 w 179"/>
                  <a:gd name="T25" fmla="*/ 34 h 293"/>
                  <a:gd name="T26" fmla="*/ 55 w 179"/>
                  <a:gd name="T27" fmla="*/ 24 h 293"/>
                  <a:gd name="T28" fmla="*/ 22 w 179"/>
                  <a:gd name="T29" fmla="*/ 20 h 293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79" h="293">
                    <a:moveTo>
                      <a:pt x="0" y="9"/>
                    </a:moveTo>
                    <a:cubicBezTo>
                      <a:pt x="24" y="9"/>
                      <a:pt x="45" y="2"/>
                      <a:pt x="68" y="1"/>
                    </a:cubicBezTo>
                    <a:cubicBezTo>
                      <a:pt x="84" y="0"/>
                      <a:pt x="103" y="1"/>
                      <a:pt x="119" y="1"/>
                    </a:cubicBezTo>
                    <a:cubicBezTo>
                      <a:pt x="127" y="1"/>
                      <a:pt x="147" y="0"/>
                      <a:pt x="153" y="5"/>
                    </a:cubicBezTo>
                    <a:cubicBezTo>
                      <a:pt x="162" y="13"/>
                      <a:pt x="161" y="35"/>
                      <a:pt x="162" y="44"/>
                    </a:cubicBezTo>
                    <a:cubicBezTo>
                      <a:pt x="165" y="83"/>
                      <a:pt x="168" y="123"/>
                      <a:pt x="173" y="162"/>
                    </a:cubicBezTo>
                    <a:cubicBezTo>
                      <a:pt x="179" y="210"/>
                      <a:pt x="154" y="248"/>
                      <a:pt x="148" y="293"/>
                    </a:cubicBezTo>
                    <a:cubicBezTo>
                      <a:pt x="149" y="263"/>
                      <a:pt x="158" y="232"/>
                      <a:pt x="159" y="201"/>
                    </a:cubicBezTo>
                    <a:cubicBezTo>
                      <a:pt x="161" y="178"/>
                      <a:pt x="160" y="153"/>
                      <a:pt x="156" y="131"/>
                    </a:cubicBezTo>
                    <a:cubicBezTo>
                      <a:pt x="154" y="118"/>
                      <a:pt x="151" y="105"/>
                      <a:pt x="149" y="92"/>
                    </a:cubicBezTo>
                    <a:cubicBezTo>
                      <a:pt x="147" y="78"/>
                      <a:pt x="149" y="57"/>
                      <a:pt x="145" y="44"/>
                    </a:cubicBezTo>
                    <a:cubicBezTo>
                      <a:pt x="139" y="31"/>
                      <a:pt x="135" y="36"/>
                      <a:pt x="123" y="37"/>
                    </a:cubicBezTo>
                    <a:cubicBezTo>
                      <a:pt x="107" y="38"/>
                      <a:pt x="95" y="32"/>
                      <a:pt x="81" y="28"/>
                    </a:cubicBezTo>
                    <a:cubicBezTo>
                      <a:pt x="69" y="24"/>
                      <a:pt x="58" y="23"/>
                      <a:pt x="46" y="21"/>
                    </a:cubicBezTo>
                    <a:cubicBezTo>
                      <a:pt x="38" y="20"/>
                      <a:pt x="24" y="22"/>
                      <a:pt x="19" y="17"/>
                    </a:cubicBezTo>
                  </a:path>
                </a:pathLst>
              </a:custGeom>
              <a:solidFill>
                <a:srgbClr val="8E4C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689" name="Freeform 222">
                <a:extLst>
                  <a:ext uri="{FF2B5EF4-FFF2-40B4-BE49-F238E27FC236}">
                    <a16:creationId xmlns:a16="http://schemas.microsoft.com/office/drawing/2014/main" id="{DEC6E1C3-71C1-420E-809F-ECF9011AA4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9" y="3327"/>
                <a:ext cx="151" cy="341"/>
              </a:xfrm>
              <a:custGeom>
                <a:avLst/>
                <a:gdLst>
                  <a:gd name="T0" fmla="*/ 161 w 142"/>
                  <a:gd name="T1" fmla="*/ 140 h 320"/>
                  <a:gd name="T2" fmla="*/ 96 w 142"/>
                  <a:gd name="T3" fmla="*/ 285 h 320"/>
                  <a:gd name="T4" fmla="*/ 0 w 142"/>
                  <a:gd name="T5" fmla="*/ 387 h 320"/>
                  <a:gd name="T6" fmla="*/ 87 w 142"/>
                  <a:gd name="T7" fmla="*/ 276 h 320"/>
                  <a:gd name="T8" fmla="*/ 138 w 142"/>
                  <a:gd name="T9" fmla="*/ 167 h 320"/>
                  <a:gd name="T10" fmla="*/ 163 w 142"/>
                  <a:gd name="T11" fmla="*/ 0 h 32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2" h="320">
                    <a:moveTo>
                      <a:pt x="134" y="115"/>
                    </a:moveTo>
                    <a:cubicBezTo>
                      <a:pt x="129" y="158"/>
                      <a:pt x="104" y="202"/>
                      <a:pt x="80" y="236"/>
                    </a:cubicBezTo>
                    <a:cubicBezTo>
                      <a:pt x="60" y="265"/>
                      <a:pt x="30" y="301"/>
                      <a:pt x="0" y="320"/>
                    </a:cubicBezTo>
                    <a:cubicBezTo>
                      <a:pt x="25" y="292"/>
                      <a:pt x="54" y="261"/>
                      <a:pt x="72" y="228"/>
                    </a:cubicBezTo>
                    <a:cubicBezTo>
                      <a:pt x="88" y="199"/>
                      <a:pt x="100" y="168"/>
                      <a:pt x="115" y="138"/>
                    </a:cubicBezTo>
                    <a:cubicBezTo>
                      <a:pt x="135" y="100"/>
                      <a:pt x="142" y="43"/>
                      <a:pt x="135" y="0"/>
                    </a:cubicBezTo>
                  </a:path>
                </a:pathLst>
              </a:custGeom>
              <a:solidFill>
                <a:srgbClr val="8E4C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690" name="Freeform 223">
                <a:extLst>
                  <a:ext uri="{FF2B5EF4-FFF2-40B4-BE49-F238E27FC236}">
                    <a16:creationId xmlns:a16="http://schemas.microsoft.com/office/drawing/2014/main" id="{348B9850-7E1C-4724-93DC-49D6E7A9C1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5" y="2492"/>
                <a:ext cx="124" cy="22"/>
              </a:xfrm>
              <a:custGeom>
                <a:avLst/>
                <a:gdLst>
                  <a:gd name="T0" fmla="*/ 139 w 117"/>
                  <a:gd name="T1" fmla="*/ 8 h 21"/>
                  <a:gd name="T2" fmla="*/ 82 w 117"/>
                  <a:gd name="T3" fmla="*/ 21 h 21"/>
                  <a:gd name="T4" fmla="*/ 0 w 117"/>
                  <a:gd name="T5" fmla="*/ 0 h 21"/>
                  <a:gd name="T6" fmla="*/ 136 w 117"/>
                  <a:gd name="T7" fmla="*/ 8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7" h="21">
                    <a:moveTo>
                      <a:pt x="117" y="8"/>
                    </a:moveTo>
                    <a:cubicBezTo>
                      <a:pt x="108" y="19"/>
                      <a:pt x="83" y="17"/>
                      <a:pt x="69" y="18"/>
                    </a:cubicBezTo>
                    <a:cubicBezTo>
                      <a:pt x="46" y="19"/>
                      <a:pt x="20" y="8"/>
                      <a:pt x="0" y="0"/>
                    </a:cubicBezTo>
                    <a:cubicBezTo>
                      <a:pt x="38" y="21"/>
                      <a:pt x="75" y="7"/>
                      <a:pt x="114" y="8"/>
                    </a:cubicBezTo>
                  </a:path>
                </a:pathLst>
              </a:custGeom>
              <a:solidFill>
                <a:srgbClr val="8E4C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691" name="Freeform 224">
                <a:extLst>
                  <a:ext uri="{FF2B5EF4-FFF2-40B4-BE49-F238E27FC236}">
                    <a16:creationId xmlns:a16="http://schemas.microsoft.com/office/drawing/2014/main" id="{764DF12C-8A47-4293-A26C-C3957BAE3B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1" y="1585"/>
                <a:ext cx="38" cy="48"/>
              </a:xfrm>
              <a:custGeom>
                <a:avLst/>
                <a:gdLst>
                  <a:gd name="T0" fmla="*/ 45 w 35"/>
                  <a:gd name="T1" fmla="*/ 54 h 45"/>
                  <a:gd name="T2" fmla="*/ 0 w 35"/>
                  <a:gd name="T3" fmla="*/ 0 h 45"/>
                  <a:gd name="T4" fmla="*/ 3 w 35"/>
                  <a:gd name="T5" fmla="*/ 50 h 45"/>
                  <a:gd name="T6" fmla="*/ 43 w 35"/>
                  <a:gd name="T7" fmla="*/ 53 h 4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5" h="45">
                    <a:moveTo>
                      <a:pt x="35" y="45"/>
                    </a:moveTo>
                    <a:cubicBezTo>
                      <a:pt x="26" y="30"/>
                      <a:pt x="15" y="11"/>
                      <a:pt x="0" y="0"/>
                    </a:cubicBezTo>
                    <a:cubicBezTo>
                      <a:pt x="7" y="12"/>
                      <a:pt x="18" y="32"/>
                      <a:pt x="3" y="41"/>
                    </a:cubicBezTo>
                    <a:cubicBezTo>
                      <a:pt x="14" y="42"/>
                      <a:pt x="24" y="42"/>
                      <a:pt x="34" y="44"/>
                    </a:cubicBezTo>
                  </a:path>
                </a:pathLst>
              </a:custGeom>
              <a:solidFill>
                <a:srgbClr val="8E4C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692" name="Freeform 225">
                <a:extLst>
                  <a:ext uri="{FF2B5EF4-FFF2-40B4-BE49-F238E27FC236}">
                    <a16:creationId xmlns:a16="http://schemas.microsoft.com/office/drawing/2014/main" id="{584FE206-FBF5-4075-8C91-52B9BC3F1D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8" y="1639"/>
                <a:ext cx="64" cy="87"/>
              </a:xfrm>
              <a:custGeom>
                <a:avLst/>
                <a:gdLst>
                  <a:gd name="T0" fmla="*/ 0 w 60"/>
                  <a:gd name="T1" fmla="*/ 0 h 82"/>
                  <a:gd name="T2" fmla="*/ 39 w 60"/>
                  <a:gd name="T3" fmla="*/ 6 h 82"/>
                  <a:gd name="T4" fmla="*/ 63 w 60"/>
                  <a:gd name="T5" fmla="*/ 24 h 82"/>
                  <a:gd name="T6" fmla="*/ 67 w 60"/>
                  <a:gd name="T7" fmla="*/ 59 h 82"/>
                  <a:gd name="T8" fmla="*/ 48 w 60"/>
                  <a:gd name="T9" fmla="*/ 98 h 82"/>
                  <a:gd name="T10" fmla="*/ 52 w 60"/>
                  <a:gd name="T11" fmla="*/ 58 h 82"/>
                  <a:gd name="T12" fmla="*/ 47 w 60"/>
                  <a:gd name="T13" fmla="*/ 29 h 82"/>
                  <a:gd name="T14" fmla="*/ 25 w 60"/>
                  <a:gd name="T15" fmla="*/ 15 h 82"/>
                  <a:gd name="T16" fmla="*/ 6 w 60"/>
                  <a:gd name="T17" fmla="*/ 4 h 8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0" h="82">
                    <a:moveTo>
                      <a:pt x="0" y="0"/>
                    </a:moveTo>
                    <a:cubicBezTo>
                      <a:pt x="11" y="7"/>
                      <a:pt x="20" y="7"/>
                      <a:pt x="33" y="6"/>
                    </a:cubicBezTo>
                    <a:cubicBezTo>
                      <a:pt x="47" y="6"/>
                      <a:pt x="48" y="9"/>
                      <a:pt x="52" y="21"/>
                    </a:cubicBezTo>
                    <a:cubicBezTo>
                      <a:pt x="55" y="32"/>
                      <a:pt x="60" y="39"/>
                      <a:pt x="55" y="50"/>
                    </a:cubicBezTo>
                    <a:cubicBezTo>
                      <a:pt x="50" y="59"/>
                      <a:pt x="40" y="72"/>
                      <a:pt x="39" y="82"/>
                    </a:cubicBezTo>
                    <a:cubicBezTo>
                      <a:pt x="36" y="74"/>
                      <a:pt x="42" y="58"/>
                      <a:pt x="43" y="49"/>
                    </a:cubicBezTo>
                    <a:cubicBezTo>
                      <a:pt x="44" y="40"/>
                      <a:pt x="44" y="31"/>
                      <a:pt x="38" y="24"/>
                    </a:cubicBezTo>
                    <a:cubicBezTo>
                      <a:pt x="33" y="19"/>
                      <a:pt x="27" y="16"/>
                      <a:pt x="21" y="12"/>
                    </a:cubicBezTo>
                    <a:cubicBezTo>
                      <a:pt x="17" y="10"/>
                      <a:pt x="11" y="6"/>
                      <a:pt x="6" y="4"/>
                    </a:cubicBezTo>
                  </a:path>
                </a:pathLst>
              </a:custGeom>
              <a:solidFill>
                <a:srgbClr val="8E4C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693" name="Freeform 226">
                <a:extLst>
                  <a:ext uri="{FF2B5EF4-FFF2-40B4-BE49-F238E27FC236}">
                    <a16:creationId xmlns:a16="http://schemas.microsoft.com/office/drawing/2014/main" id="{442EF79B-6CF2-4D10-B354-B6D2EFFAF6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7" y="1792"/>
                <a:ext cx="79" cy="83"/>
              </a:xfrm>
              <a:custGeom>
                <a:avLst/>
                <a:gdLst>
                  <a:gd name="T0" fmla="*/ 0 w 74"/>
                  <a:gd name="T1" fmla="*/ 46 h 78"/>
                  <a:gd name="T2" fmla="*/ 30 w 74"/>
                  <a:gd name="T3" fmla="*/ 33 h 78"/>
                  <a:gd name="T4" fmla="*/ 50 w 74"/>
                  <a:gd name="T5" fmla="*/ 22 h 78"/>
                  <a:gd name="T6" fmla="*/ 90 w 74"/>
                  <a:gd name="T7" fmla="*/ 0 h 78"/>
                  <a:gd name="T8" fmla="*/ 48 w 74"/>
                  <a:gd name="T9" fmla="*/ 94 h 78"/>
                  <a:gd name="T10" fmla="*/ 50 w 74"/>
                  <a:gd name="T11" fmla="*/ 37 h 78"/>
                  <a:gd name="T12" fmla="*/ 22 w 74"/>
                  <a:gd name="T13" fmla="*/ 45 h 78"/>
                  <a:gd name="T14" fmla="*/ 0 w 74"/>
                  <a:gd name="T15" fmla="*/ 52 h 7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4" h="78">
                    <a:moveTo>
                      <a:pt x="0" y="38"/>
                    </a:moveTo>
                    <a:cubicBezTo>
                      <a:pt x="6" y="39"/>
                      <a:pt x="18" y="30"/>
                      <a:pt x="24" y="27"/>
                    </a:cubicBezTo>
                    <a:cubicBezTo>
                      <a:pt x="30" y="24"/>
                      <a:pt x="36" y="22"/>
                      <a:pt x="41" y="19"/>
                    </a:cubicBezTo>
                    <a:cubicBezTo>
                      <a:pt x="51" y="13"/>
                      <a:pt x="65" y="8"/>
                      <a:pt x="74" y="0"/>
                    </a:cubicBezTo>
                    <a:cubicBezTo>
                      <a:pt x="68" y="28"/>
                      <a:pt x="50" y="52"/>
                      <a:pt x="39" y="78"/>
                    </a:cubicBezTo>
                    <a:cubicBezTo>
                      <a:pt x="38" y="67"/>
                      <a:pt x="61" y="33"/>
                      <a:pt x="41" y="31"/>
                    </a:cubicBezTo>
                    <a:cubicBezTo>
                      <a:pt x="35" y="31"/>
                      <a:pt x="25" y="35"/>
                      <a:pt x="19" y="37"/>
                    </a:cubicBezTo>
                    <a:cubicBezTo>
                      <a:pt x="13" y="39"/>
                      <a:pt x="8" y="43"/>
                      <a:pt x="0" y="43"/>
                    </a:cubicBezTo>
                  </a:path>
                </a:pathLst>
              </a:custGeom>
              <a:solidFill>
                <a:srgbClr val="8E4C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694" name="Freeform 227">
                <a:extLst>
                  <a:ext uri="{FF2B5EF4-FFF2-40B4-BE49-F238E27FC236}">
                    <a16:creationId xmlns:a16="http://schemas.microsoft.com/office/drawing/2014/main" id="{B8F1F498-0849-4216-9CD6-AEDEBF4FC9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4" y="1895"/>
                <a:ext cx="92" cy="54"/>
              </a:xfrm>
              <a:custGeom>
                <a:avLst/>
                <a:gdLst>
                  <a:gd name="T0" fmla="*/ 28 w 86"/>
                  <a:gd name="T1" fmla="*/ 0 h 50"/>
                  <a:gd name="T2" fmla="*/ 67 w 86"/>
                  <a:gd name="T3" fmla="*/ 5 h 50"/>
                  <a:gd name="T4" fmla="*/ 105 w 86"/>
                  <a:gd name="T5" fmla="*/ 41 h 50"/>
                  <a:gd name="T6" fmla="*/ 77 w 86"/>
                  <a:gd name="T7" fmla="*/ 17 h 50"/>
                  <a:gd name="T8" fmla="*/ 49 w 86"/>
                  <a:gd name="T9" fmla="*/ 21 h 50"/>
                  <a:gd name="T10" fmla="*/ 24 w 86"/>
                  <a:gd name="T11" fmla="*/ 27 h 50"/>
                  <a:gd name="T12" fmla="*/ 0 w 86"/>
                  <a:gd name="T13" fmla="*/ 63 h 50"/>
                  <a:gd name="T14" fmla="*/ 28 w 86"/>
                  <a:gd name="T15" fmla="*/ 4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6" h="50">
                    <a:moveTo>
                      <a:pt x="22" y="0"/>
                    </a:moveTo>
                    <a:cubicBezTo>
                      <a:pt x="30" y="13"/>
                      <a:pt x="44" y="5"/>
                      <a:pt x="55" y="5"/>
                    </a:cubicBezTo>
                    <a:cubicBezTo>
                      <a:pt x="68" y="7"/>
                      <a:pt x="78" y="22"/>
                      <a:pt x="86" y="32"/>
                    </a:cubicBezTo>
                    <a:cubicBezTo>
                      <a:pt x="78" y="29"/>
                      <a:pt x="71" y="17"/>
                      <a:pt x="63" y="14"/>
                    </a:cubicBezTo>
                    <a:cubicBezTo>
                      <a:pt x="56" y="12"/>
                      <a:pt x="48" y="18"/>
                      <a:pt x="40" y="17"/>
                    </a:cubicBezTo>
                    <a:cubicBezTo>
                      <a:pt x="31" y="17"/>
                      <a:pt x="28" y="16"/>
                      <a:pt x="20" y="21"/>
                    </a:cubicBezTo>
                    <a:cubicBezTo>
                      <a:pt x="9" y="28"/>
                      <a:pt x="3" y="37"/>
                      <a:pt x="0" y="50"/>
                    </a:cubicBezTo>
                    <a:cubicBezTo>
                      <a:pt x="7" y="34"/>
                      <a:pt x="17" y="20"/>
                      <a:pt x="22" y="4"/>
                    </a:cubicBezTo>
                  </a:path>
                </a:pathLst>
              </a:custGeom>
              <a:solidFill>
                <a:srgbClr val="C2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695" name="Freeform 228">
                <a:extLst>
                  <a:ext uri="{FF2B5EF4-FFF2-40B4-BE49-F238E27FC236}">
                    <a16:creationId xmlns:a16="http://schemas.microsoft.com/office/drawing/2014/main" id="{F0A70636-6D64-4068-8759-235C54D675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5" y="2174"/>
                <a:ext cx="122" cy="176"/>
              </a:xfrm>
              <a:custGeom>
                <a:avLst/>
                <a:gdLst>
                  <a:gd name="T0" fmla="*/ 31 w 115"/>
                  <a:gd name="T1" fmla="*/ 21 h 166"/>
                  <a:gd name="T2" fmla="*/ 80 w 115"/>
                  <a:gd name="T3" fmla="*/ 55 h 166"/>
                  <a:gd name="T4" fmla="*/ 67 w 115"/>
                  <a:gd name="T5" fmla="*/ 93 h 166"/>
                  <a:gd name="T6" fmla="*/ 31 w 115"/>
                  <a:gd name="T7" fmla="*/ 83 h 166"/>
                  <a:gd name="T8" fmla="*/ 0 w 115"/>
                  <a:gd name="T9" fmla="*/ 73 h 166"/>
                  <a:gd name="T10" fmla="*/ 59 w 115"/>
                  <a:gd name="T11" fmla="*/ 116 h 166"/>
                  <a:gd name="T12" fmla="*/ 67 w 115"/>
                  <a:gd name="T13" fmla="*/ 198 h 166"/>
                  <a:gd name="T14" fmla="*/ 66 w 115"/>
                  <a:gd name="T15" fmla="*/ 134 h 166"/>
                  <a:gd name="T16" fmla="*/ 73 w 115"/>
                  <a:gd name="T17" fmla="*/ 87 h 166"/>
                  <a:gd name="T18" fmla="*/ 91 w 115"/>
                  <a:gd name="T19" fmla="*/ 43 h 166"/>
                  <a:gd name="T20" fmla="*/ 107 w 115"/>
                  <a:gd name="T21" fmla="*/ 27 h 166"/>
                  <a:gd name="T22" fmla="*/ 137 w 115"/>
                  <a:gd name="T23" fmla="*/ 1 h 166"/>
                  <a:gd name="T24" fmla="*/ 109 w 115"/>
                  <a:gd name="T25" fmla="*/ 17 h 166"/>
                  <a:gd name="T26" fmla="*/ 81 w 115"/>
                  <a:gd name="T27" fmla="*/ 29 h 166"/>
                  <a:gd name="T28" fmla="*/ 56 w 115"/>
                  <a:gd name="T29" fmla="*/ 25 h 166"/>
                  <a:gd name="T30" fmla="*/ 34 w 115"/>
                  <a:gd name="T31" fmla="*/ 21 h 16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15" h="166">
                    <a:moveTo>
                      <a:pt x="25" y="18"/>
                    </a:moveTo>
                    <a:cubicBezTo>
                      <a:pt x="41" y="24"/>
                      <a:pt x="55" y="35"/>
                      <a:pt x="67" y="46"/>
                    </a:cubicBezTo>
                    <a:cubicBezTo>
                      <a:pt x="70" y="56"/>
                      <a:pt x="68" y="74"/>
                      <a:pt x="56" y="78"/>
                    </a:cubicBezTo>
                    <a:cubicBezTo>
                      <a:pt x="47" y="80"/>
                      <a:pt x="34" y="73"/>
                      <a:pt x="25" y="70"/>
                    </a:cubicBezTo>
                    <a:cubicBezTo>
                      <a:pt x="17" y="67"/>
                      <a:pt x="8" y="65"/>
                      <a:pt x="0" y="61"/>
                    </a:cubicBezTo>
                    <a:cubicBezTo>
                      <a:pt x="13" y="79"/>
                      <a:pt x="48" y="70"/>
                      <a:pt x="50" y="97"/>
                    </a:cubicBezTo>
                    <a:cubicBezTo>
                      <a:pt x="51" y="121"/>
                      <a:pt x="59" y="142"/>
                      <a:pt x="56" y="166"/>
                    </a:cubicBezTo>
                    <a:cubicBezTo>
                      <a:pt x="58" y="146"/>
                      <a:pt x="60" y="131"/>
                      <a:pt x="55" y="112"/>
                    </a:cubicBezTo>
                    <a:cubicBezTo>
                      <a:pt x="51" y="97"/>
                      <a:pt x="53" y="87"/>
                      <a:pt x="61" y="73"/>
                    </a:cubicBezTo>
                    <a:cubicBezTo>
                      <a:pt x="68" y="61"/>
                      <a:pt x="71" y="48"/>
                      <a:pt x="76" y="37"/>
                    </a:cubicBezTo>
                    <a:cubicBezTo>
                      <a:pt x="80" y="30"/>
                      <a:pt x="85" y="27"/>
                      <a:pt x="90" y="23"/>
                    </a:cubicBezTo>
                    <a:cubicBezTo>
                      <a:pt x="98" y="16"/>
                      <a:pt x="105" y="5"/>
                      <a:pt x="115" y="1"/>
                    </a:cubicBezTo>
                    <a:cubicBezTo>
                      <a:pt x="109" y="0"/>
                      <a:pt x="98" y="10"/>
                      <a:pt x="91" y="14"/>
                    </a:cubicBezTo>
                    <a:cubicBezTo>
                      <a:pt x="83" y="19"/>
                      <a:pt x="77" y="22"/>
                      <a:pt x="68" y="24"/>
                    </a:cubicBezTo>
                    <a:cubicBezTo>
                      <a:pt x="59" y="27"/>
                      <a:pt x="57" y="25"/>
                      <a:pt x="47" y="22"/>
                    </a:cubicBezTo>
                    <a:cubicBezTo>
                      <a:pt x="41" y="20"/>
                      <a:pt x="32" y="21"/>
                      <a:pt x="28" y="18"/>
                    </a:cubicBezTo>
                  </a:path>
                </a:pathLst>
              </a:custGeom>
              <a:solidFill>
                <a:srgbClr val="8E4C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696" name="Freeform 229">
                <a:extLst>
                  <a:ext uri="{FF2B5EF4-FFF2-40B4-BE49-F238E27FC236}">
                    <a16:creationId xmlns:a16="http://schemas.microsoft.com/office/drawing/2014/main" id="{6A47D048-CA35-4B9C-80FD-844B9BFE0A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6" y="2397"/>
                <a:ext cx="32" cy="59"/>
              </a:xfrm>
              <a:custGeom>
                <a:avLst/>
                <a:gdLst>
                  <a:gd name="T0" fmla="*/ 36 w 30"/>
                  <a:gd name="T1" fmla="*/ 1 h 55"/>
                  <a:gd name="T2" fmla="*/ 25 w 30"/>
                  <a:gd name="T3" fmla="*/ 68 h 55"/>
                  <a:gd name="T4" fmla="*/ 0 w 30"/>
                  <a:gd name="T5" fmla="*/ 62 h 55"/>
                  <a:gd name="T6" fmla="*/ 20 w 30"/>
                  <a:gd name="T7" fmla="*/ 41 h 55"/>
                  <a:gd name="T8" fmla="*/ 35 w 30"/>
                  <a:gd name="T9" fmla="*/ 0 h 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55">
                    <a:moveTo>
                      <a:pt x="30" y="1"/>
                    </a:moveTo>
                    <a:cubicBezTo>
                      <a:pt x="21" y="17"/>
                      <a:pt x="21" y="37"/>
                      <a:pt x="21" y="55"/>
                    </a:cubicBezTo>
                    <a:cubicBezTo>
                      <a:pt x="20" y="45"/>
                      <a:pt x="6" y="46"/>
                      <a:pt x="0" y="50"/>
                    </a:cubicBezTo>
                    <a:cubicBezTo>
                      <a:pt x="4" y="45"/>
                      <a:pt x="13" y="39"/>
                      <a:pt x="17" y="33"/>
                    </a:cubicBezTo>
                    <a:cubicBezTo>
                      <a:pt x="22" y="25"/>
                      <a:pt x="28" y="10"/>
                      <a:pt x="29" y="0"/>
                    </a:cubicBezTo>
                  </a:path>
                </a:pathLst>
              </a:custGeom>
              <a:solidFill>
                <a:srgbClr val="8E4C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697" name="Freeform 230">
                <a:extLst>
                  <a:ext uri="{FF2B5EF4-FFF2-40B4-BE49-F238E27FC236}">
                    <a16:creationId xmlns:a16="http://schemas.microsoft.com/office/drawing/2014/main" id="{1ED6CC97-F47A-4608-9E61-348BD10FC8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0" y="1922"/>
                <a:ext cx="116" cy="210"/>
              </a:xfrm>
              <a:custGeom>
                <a:avLst/>
                <a:gdLst>
                  <a:gd name="T0" fmla="*/ 123 w 109"/>
                  <a:gd name="T1" fmla="*/ 0 h 197"/>
                  <a:gd name="T2" fmla="*/ 94 w 109"/>
                  <a:gd name="T3" fmla="*/ 38 h 197"/>
                  <a:gd name="T4" fmla="*/ 63 w 109"/>
                  <a:gd name="T5" fmla="*/ 96 h 197"/>
                  <a:gd name="T6" fmla="*/ 0 w 109"/>
                  <a:gd name="T7" fmla="*/ 239 h 197"/>
                  <a:gd name="T8" fmla="*/ 54 w 109"/>
                  <a:gd name="T9" fmla="*/ 164 h 197"/>
                  <a:gd name="T10" fmla="*/ 74 w 109"/>
                  <a:gd name="T11" fmla="*/ 102 h 197"/>
                  <a:gd name="T12" fmla="*/ 105 w 109"/>
                  <a:gd name="T13" fmla="*/ 50 h 197"/>
                  <a:gd name="T14" fmla="*/ 123 w 109"/>
                  <a:gd name="T15" fmla="*/ 29 h 197"/>
                  <a:gd name="T16" fmla="*/ 131 w 109"/>
                  <a:gd name="T17" fmla="*/ 0 h 19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9" h="197">
                    <a:moveTo>
                      <a:pt x="102" y="0"/>
                    </a:moveTo>
                    <a:cubicBezTo>
                      <a:pt x="93" y="9"/>
                      <a:pt x="86" y="21"/>
                      <a:pt x="78" y="32"/>
                    </a:cubicBezTo>
                    <a:cubicBezTo>
                      <a:pt x="66" y="46"/>
                      <a:pt x="58" y="61"/>
                      <a:pt x="52" y="79"/>
                    </a:cubicBezTo>
                    <a:cubicBezTo>
                      <a:pt x="38" y="120"/>
                      <a:pt x="30" y="163"/>
                      <a:pt x="0" y="197"/>
                    </a:cubicBezTo>
                    <a:cubicBezTo>
                      <a:pt x="16" y="177"/>
                      <a:pt x="33" y="158"/>
                      <a:pt x="45" y="135"/>
                    </a:cubicBezTo>
                    <a:cubicBezTo>
                      <a:pt x="54" y="118"/>
                      <a:pt x="56" y="102"/>
                      <a:pt x="62" y="84"/>
                    </a:cubicBezTo>
                    <a:cubicBezTo>
                      <a:pt x="68" y="68"/>
                      <a:pt x="76" y="53"/>
                      <a:pt x="87" y="41"/>
                    </a:cubicBezTo>
                    <a:cubicBezTo>
                      <a:pt x="92" y="34"/>
                      <a:pt x="98" y="30"/>
                      <a:pt x="102" y="23"/>
                    </a:cubicBezTo>
                    <a:cubicBezTo>
                      <a:pt x="105" y="16"/>
                      <a:pt x="106" y="8"/>
                      <a:pt x="109" y="0"/>
                    </a:cubicBezTo>
                  </a:path>
                </a:pathLst>
              </a:custGeom>
              <a:solidFill>
                <a:srgbClr val="8E4C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698" name="Freeform 231">
                <a:extLst>
                  <a:ext uri="{FF2B5EF4-FFF2-40B4-BE49-F238E27FC236}">
                    <a16:creationId xmlns:a16="http://schemas.microsoft.com/office/drawing/2014/main" id="{ED3C4A47-0944-4555-A533-9E7A092FF1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4" y="2121"/>
                <a:ext cx="87" cy="111"/>
              </a:xfrm>
              <a:custGeom>
                <a:avLst/>
                <a:gdLst>
                  <a:gd name="T0" fmla="*/ 28 w 81"/>
                  <a:gd name="T1" fmla="*/ 0 h 104"/>
                  <a:gd name="T2" fmla="*/ 15 w 81"/>
                  <a:gd name="T3" fmla="*/ 83 h 104"/>
                  <a:gd name="T4" fmla="*/ 45 w 81"/>
                  <a:gd name="T5" fmla="*/ 107 h 104"/>
                  <a:gd name="T6" fmla="*/ 100 w 81"/>
                  <a:gd name="T7" fmla="*/ 126 h 104"/>
                  <a:gd name="T8" fmla="*/ 56 w 81"/>
                  <a:gd name="T9" fmla="*/ 98 h 104"/>
                  <a:gd name="T10" fmla="*/ 25 w 81"/>
                  <a:gd name="T11" fmla="*/ 80 h 104"/>
                  <a:gd name="T12" fmla="*/ 23 w 81"/>
                  <a:gd name="T13" fmla="*/ 5 h 10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1" h="104">
                    <a:moveTo>
                      <a:pt x="22" y="0"/>
                    </a:moveTo>
                    <a:cubicBezTo>
                      <a:pt x="18" y="23"/>
                      <a:pt x="0" y="46"/>
                      <a:pt x="12" y="68"/>
                    </a:cubicBezTo>
                    <a:cubicBezTo>
                      <a:pt x="18" y="80"/>
                      <a:pt x="23" y="83"/>
                      <a:pt x="36" y="88"/>
                    </a:cubicBezTo>
                    <a:cubicBezTo>
                      <a:pt x="51" y="94"/>
                      <a:pt x="66" y="99"/>
                      <a:pt x="81" y="104"/>
                    </a:cubicBezTo>
                    <a:cubicBezTo>
                      <a:pt x="71" y="95"/>
                      <a:pt x="57" y="88"/>
                      <a:pt x="45" y="81"/>
                    </a:cubicBezTo>
                    <a:cubicBezTo>
                      <a:pt x="38" y="77"/>
                      <a:pt x="25" y="73"/>
                      <a:pt x="20" y="66"/>
                    </a:cubicBezTo>
                    <a:cubicBezTo>
                      <a:pt x="9" y="49"/>
                      <a:pt x="26" y="22"/>
                      <a:pt x="19" y="5"/>
                    </a:cubicBezTo>
                  </a:path>
                </a:pathLst>
              </a:custGeom>
              <a:solidFill>
                <a:srgbClr val="C2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699" name="Freeform 232">
                <a:extLst>
                  <a:ext uri="{FF2B5EF4-FFF2-40B4-BE49-F238E27FC236}">
                    <a16:creationId xmlns:a16="http://schemas.microsoft.com/office/drawing/2014/main" id="{E73E8894-C34B-4983-A7D2-DC5DD9ACF8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3" y="2214"/>
                <a:ext cx="54" cy="85"/>
              </a:xfrm>
              <a:custGeom>
                <a:avLst/>
                <a:gdLst>
                  <a:gd name="T0" fmla="*/ 60 w 51"/>
                  <a:gd name="T1" fmla="*/ 14 h 80"/>
                  <a:gd name="T2" fmla="*/ 14 w 51"/>
                  <a:gd name="T3" fmla="*/ 23 h 80"/>
                  <a:gd name="T4" fmla="*/ 14 w 51"/>
                  <a:gd name="T5" fmla="*/ 55 h 80"/>
                  <a:gd name="T6" fmla="*/ 0 w 51"/>
                  <a:gd name="T7" fmla="*/ 96 h 80"/>
                  <a:gd name="T8" fmla="*/ 20 w 51"/>
                  <a:gd name="T9" fmla="*/ 35 h 80"/>
                  <a:gd name="T10" fmla="*/ 55 w 51"/>
                  <a:gd name="T11" fmla="*/ 14 h 8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1" h="80">
                    <a:moveTo>
                      <a:pt x="51" y="11"/>
                    </a:moveTo>
                    <a:cubicBezTo>
                      <a:pt x="35" y="8"/>
                      <a:pt x="17" y="0"/>
                      <a:pt x="11" y="20"/>
                    </a:cubicBezTo>
                    <a:cubicBezTo>
                      <a:pt x="9" y="28"/>
                      <a:pt x="11" y="36"/>
                      <a:pt x="11" y="46"/>
                    </a:cubicBezTo>
                    <a:cubicBezTo>
                      <a:pt x="10" y="58"/>
                      <a:pt x="3" y="69"/>
                      <a:pt x="0" y="80"/>
                    </a:cubicBezTo>
                    <a:cubicBezTo>
                      <a:pt x="11" y="64"/>
                      <a:pt x="16" y="48"/>
                      <a:pt x="17" y="29"/>
                    </a:cubicBezTo>
                    <a:cubicBezTo>
                      <a:pt x="18" y="10"/>
                      <a:pt x="30" y="11"/>
                      <a:pt x="46" y="11"/>
                    </a:cubicBezTo>
                  </a:path>
                </a:pathLst>
              </a:custGeom>
              <a:solidFill>
                <a:srgbClr val="C2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700" name="Freeform 233">
                <a:extLst>
                  <a:ext uri="{FF2B5EF4-FFF2-40B4-BE49-F238E27FC236}">
                    <a16:creationId xmlns:a16="http://schemas.microsoft.com/office/drawing/2014/main" id="{D0754347-BC31-48E0-8707-E24FC80BB0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7" y="2370"/>
                <a:ext cx="36" cy="108"/>
              </a:xfrm>
              <a:custGeom>
                <a:avLst/>
                <a:gdLst>
                  <a:gd name="T0" fmla="*/ 1 w 34"/>
                  <a:gd name="T1" fmla="*/ 0 h 102"/>
                  <a:gd name="T2" fmla="*/ 3 w 34"/>
                  <a:gd name="T3" fmla="*/ 28 h 102"/>
                  <a:gd name="T4" fmla="*/ 18 w 34"/>
                  <a:gd name="T5" fmla="*/ 47 h 102"/>
                  <a:gd name="T6" fmla="*/ 22 w 34"/>
                  <a:gd name="T7" fmla="*/ 74 h 102"/>
                  <a:gd name="T8" fmla="*/ 40 w 34"/>
                  <a:gd name="T9" fmla="*/ 121 h 102"/>
                  <a:gd name="T10" fmla="*/ 26 w 34"/>
                  <a:gd name="T11" fmla="*/ 54 h 102"/>
                  <a:gd name="T12" fmla="*/ 16 w 34"/>
                  <a:gd name="T13" fmla="*/ 34 h 102"/>
                  <a:gd name="T14" fmla="*/ 3 w 34"/>
                  <a:gd name="T15" fmla="*/ 4 h 10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4" h="102">
                    <a:moveTo>
                      <a:pt x="1" y="0"/>
                    </a:moveTo>
                    <a:cubicBezTo>
                      <a:pt x="1" y="7"/>
                      <a:pt x="0" y="17"/>
                      <a:pt x="3" y="24"/>
                    </a:cubicBezTo>
                    <a:cubicBezTo>
                      <a:pt x="5" y="31"/>
                      <a:pt x="11" y="34"/>
                      <a:pt x="15" y="40"/>
                    </a:cubicBezTo>
                    <a:cubicBezTo>
                      <a:pt x="18" y="47"/>
                      <a:pt x="18" y="55"/>
                      <a:pt x="19" y="62"/>
                    </a:cubicBezTo>
                    <a:cubicBezTo>
                      <a:pt x="21" y="77"/>
                      <a:pt x="27" y="89"/>
                      <a:pt x="34" y="102"/>
                    </a:cubicBezTo>
                    <a:cubicBezTo>
                      <a:pt x="21" y="86"/>
                      <a:pt x="27" y="63"/>
                      <a:pt x="23" y="45"/>
                    </a:cubicBezTo>
                    <a:cubicBezTo>
                      <a:pt x="22" y="39"/>
                      <a:pt x="17" y="33"/>
                      <a:pt x="13" y="28"/>
                    </a:cubicBezTo>
                    <a:cubicBezTo>
                      <a:pt x="6" y="21"/>
                      <a:pt x="2" y="15"/>
                      <a:pt x="3" y="4"/>
                    </a:cubicBezTo>
                  </a:path>
                </a:pathLst>
              </a:custGeom>
              <a:solidFill>
                <a:srgbClr val="C2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701" name="Freeform 234">
                <a:extLst>
                  <a:ext uri="{FF2B5EF4-FFF2-40B4-BE49-F238E27FC236}">
                    <a16:creationId xmlns:a16="http://schemas.microsoft.com/office/drawing/2014/main" id="{3C8F0E93-3171-49AA-8974-5164149D3D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6" y="2357"/>
                <a:ext cx="55" cy="51"/>
              </a:xfrm>
              <a:custGeom>
                <a:avLst/>
                <a:gdLst>
                  <a:gd name="T0" fmla="*/ 1 w 52"/>
                  <a:gd name="T1" fmla="*/ 13 h 48"/>
                  <a:gd name="T2" fmla="*/ 61 w 52"/>
                  <a:gd name="T3" fmla="*/ 57 h 48"/>
                  <a:gd name="T4" fmla="*/ 0 w 52"/>
                  <a:gd name="T5" fmla="*/ 14 h 4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2" h="48">
                    <a:moveTo>
                      <a:pt x="1" y="10"/>
                    </a:moveTo>
                    <a:cubicBezTo>
                      <a:pt x="23" y="9"/>
                      <a:pt x="45" y="28"/>
                      <a:pt x="52" y="48"/>
                    </a:cubicBezTo>
                    <a:cubicBezTo>
                      <a:pt x="51" y="19"/>
                      <a:pt x="28" y="0"/>
                      <a:pt x="0" y="11"/>
                    </a:cubicBezTo>
                  </a:path>
                </a:pathLst>
              </a:custGeom>
              <a:solidFill>
                <a:srgbClr val="C2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702" name="Freeform 235">
                <a:extLst>
                  <a:ext uri="{FF2B5EF4-FFF2-40B4-BE49-F238E27FC236}">
                    <a16:creationId xmlns:a16="http://schemas.microsoft.com/office/drawing/2014/main" id="{1995D098-8B2F-4D2F-B4AB-4CB5867835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0" y="1292"/>
                <a:ext cx="471" cy="471"/>
              </a:xfrm>
              <a:custGeom>
                <a:avLst/>
                <a:gdLst>
                  <a:gd name="T0" fmla="*/ 535 w 442"/>
                  <a:gd name="T1" fmla="*/ 0 h 442"/>
                  <a:gd name="T2" fmla="*/ 225 w 442"/>
                  <a:gd name="T3" fmla="*/ 165 h 442"/>
                  <a:gd name="T4" fmla="*/ 159 w 442"/>
                  <a:gd name="T5" fmla="*/ 282 h 442"/>
                  <a:gd name="T6" fmla="*/ 0 w 442"/>
                  <a:gd name="T7" fmla="*/ 535 h 442"/>
                  <a:gd name="T8" fmla="*/ 133 w 442"/>
                  <a:gd name="T9" fmla="*/ 331 h 442"/>
                  <a:gd name="T10" fmla="*/ 237 w 442"/>
                  <a:gd name="T11" fmla="*/ 190 h 442"/>
                  <a:gd name="T12" fmla="*/ 535 w 442"/>
                  <a:gd name="T13" fmla="*/ 0 h 4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42" h="442">
                    <a:moveTo>
                      <a:pt x="442" y="0"/>
                    </a:moveTo>
                    <a:cubicBezTo>
                      <a:pt x="442" y="0"/>
                      <a:pt x="279" y="23"/>
                      <a:pt x="186" y="136"/>
                    </a:cubicBezTo>
                    <a:cubicBezTo>
                      <a:pt x="170" y="156"/>
                      <a:pt x="163" y="205"/>
                      <a:pt x="131" y="234"/>
                    </a:cubicBezTo>
                    <a:cubicBezTo>
                      <a:pt x="99" y="264"/>
                      <a:pt x="22" y="344"/>
                      <a:pt x="0" y="442"/>
                    </a:cubicBezTo>
                    <a:cubicBezTo>
                      <a:pt x="0" y="442"/>
                      <a:pt x="51" y="325"/>
                      <a:pt x="110" y="274"/>
                    </a:cubicBezTo>
                    <a:cubicBezTo>
                      <a:pt x="169" y="223"/>
                      <a:pt x="172" y="202"/>
                      <a:pt x="195" y="157"/>
                    </a:cubicBezTo>
                    <a:cubicBezTo>
                      <a:pt x="217" y="112"/>
                      <a:pt x="314" y="27"/>
                      <a:pt x="442" y="0"/>
                    </a:cubicBezTo>
                    <a:close/>
                  </a:path>
                </a:pathLst>
              </a:custGeom>
              <a:solidFill>
                <a:srgbClr val="C2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703" name="Freeform 236">
                <a:extLst>
                  <a:ext uri="{FF2B5EF4-FFF2-40B4-BE49-F238E27FC236}">
                    <a16:creationId xmlns:a16="http://schemas.microsoft.com/office/drawing/2014/main" id="{90AE2293-A701-4B1E-9477-121AFB5D8C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7" y="1464"/>
                <a:ext cx="153" cy="434"/>
              </a:xfrm>
              <a:custGeom>
                <a:avLst/>
                <a:gdLst>
                  <a:gd name="T0" fmla="*/ 167 w 144"/>
                  <a:gd name="T1" fmla="*/ 0 h 407"/>
                  <a:gd name="T2" fmla="*/ 150 w 144"/>
                  <a:gd name="T3" fmla="*/ 44 h 407"/>
                  <a:gd name="T4" fmla="*/ 126 w 144"/>
                  <a:gd name="T5" fmla="*/ 112 h 407"/>
                  <a:gd name="T6" fmla="*/ 100 w 144"/>
                  <a:gd name="T7" fmla="*/ 173 h 407"/>
                  <a:gd name="T8" fmla="*/ 43 w 144"/>
                  <a:gd name="T9" fmla="*/ 275 h 407"/>
                  <a:gd name="T10" fmla="*/ 30 w 144"/>
                  <a:gd name="T11" fmla="*/ 494 h 407"/>
                  <a:gd name="T12" fmla="*/ 43 w 144"/>
                  <a:gd name="T13" fmla="*/ 327 h 407"/>
                  <a:gd name="T14" fmla="*/ 140 w 144"/>
                  <a:gd name="T15" fmla="*/ 213 h 407"/>
                  <a:gd name="T16" fmla="*/ 164 w 144"/>
                  <a:gd name="T17" fmla="*/ 200 h 407"/>
                  <a:gd name="T18" fmla="*/ 166 w 144"/>
                  <a:gd name="T19" fmla="*/ 183 h 407"/>
                  <a:gd name="T20" fmla="*/ 157 w 144"/>
                  <a:gd name="T21" fmla="*/ 119 h 407"/>
                  <a:gd name="T22" fmla="*/ 166 w 144"/>
                  <a:gd name="T23" fmla="*/ 1 h 40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44" h="407">
                    <a:moveTo>
                      <a:pt x="139" y="0"/>
                    </a:moveTo>
                    <a:cubicBezTo>
                      <a:pt x="132" y="9"/>
                      <a:pt x="129" y="25"/>
                      <a:pt x="125" y="36"/>
                    </a:cubicBezTo>
                    <a:cubicBezTo>
                      <a:pt x="119" y="55"/>
                      <a:pt x="113" y="74"/>
                      <a:pt x="105" y="92"/>
                    </a:cubicBezTo>
                    <a:cubicBezTo>
                      <a:pt x="97" y="109"/>
                      <a:pt x="90" y="126"/>
                      <a:pt x="83" y="143"/>
                    </a:cubicBezTo>
                    <a:cubicBezTo>
                      <a:pt x="71" y="174"/>
                      <a:pt x="54" y="200"/>
                      <a:pt x="36" y="227"/>
                    </a:cubicBezTo>
                    <a:cubicBezTo>
                      <a:pt x="0" y="282"/>
                      <a:pt x="0" y="347"/>
                      <a:pt x="24" y="407"/>
                    </a:cubicBezTo>
                    <a:cubicBezTo>
                      <a:pt x="8" y="360"/>
                      <a:pt x="11" y="313"/>
                      <a:pt x="36" y="270"/>
                    </a:cubicBezTo>
                    <a:cubicBezTo>
                      <a:pt x="55" y="235"/>
                      <a:pt x="82" y="197"/>
                      <a:pt x="117" y="176"/>
                    </a:cubicBezTo>
                    <a:cubicBezTo>
                      <a:pt x="123" y="172"/>
                      <a:pt x="131" y="170"/>
                      <a:pt x="136" y="165"/>
                    </a:cubicBezTo>
                    <a:cubicBezTo>
                      <a:pt x="144" y="157"/>
                      <a:pt x="139" y="159"/>
                      <a:pt x="138" y="151"/>
                    </a:cubicBezTo>
                    <a:cubicBezTo>
                      <a:pt x="136" y="133"/>
                      <a:pt x="133" y="116"/>
                      <a:pt x="131" y="98"/>
                    </a:cubicBezTo>
                    <a:cubicBezTo>
                      <a:pt x="128" y="65"/>
                      <a:pt x="135" y="33"/>
                      <a:pt x="138" y="1"/>
                    </a:cubicBezTo>
                  </a:path>
                </a:pathLst>
              </a:custGeom>
              <a:solidFill>
                <a:srgbClr val="C2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704" name="Freeform 237">
                <a:extLst>
                  <a:ext uri="{FF2B5EF4-FFF2-40B4-BE49-F238E27FC236}">
                    <a16:creationId xmlns:a16="http://schemas.microsoft.com/office/drawing/2014/main" id="{95900AA7-C626-43D8-8AFE-0300C9531F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8" y="1849"/>
                <a:ext cx="156" cy="127"/>
              </a:xfrm>
              <a:custGeom>
                <a:avLst/>
                <a:gdLst>
                  <a:gd name="T0" fmla="*/ 67 w 146"/>
                  <a:gd name="T1" fmla="*/ 7 h 120"/>
                  <a:gd name="T2" fmla="*/ 1 w 146"/>
                  <a:gd name="T3" fmla="*/ 56 h 120"/>
                  <a:gd name="T4" fmla="*/ 72 w 146"/>
                  <a:gd name="T5" fmla="*/ 124 h 120"/>
                  <a:gd name="T6" fmla="*/ 147 w 146"/>
                  <a:gd name="T7" fmla="*/ 130 h 120"/>
                  <a:gd name="T8" fmla="*/ 159 w 146"/>
                  <a:gd name="T9" fmla="*/ 56 h 120"/>
                  <a:gd name="T10" fmla="*/ 104 w 146"/>
                  <a:gd name="T11" fmla="*/ 19 h 120"/>
                  <a:gd name="T12" fmla="*/ 83 w 146"/>
                  <a:gd name="T13" fmla="*/ 14 h 120"/>
                  <a:gd name="T14" fmla="*/ 64 w 146"/>
                  <a:gd name="T15" fmla="*/ 6 h 12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46" h="120">
                    <a:moveTo>
                      <a:pt x="55" y="7"/>
                    </a:moveTo>
                    <a:cubicBezTo>
                      <a:pt x="31" y="0"/>
                      <a:pt x="0" y="22"/>
                      <a:pt x="1" y="47"/>
                    </a:cubicBezTo>
                    <a:cubicBezTo>
                      <a:pt x="1" y="74"/>
                      <a:pt x="39" y="96"/>
                      <a:pt x="59" y="105"/>
                    </a:cubicBezTo>
                    <a:cubicBezTo>
                      <a:pt x="79" y="115"/>
                      <a:pt x="101" y="120"/>
                      <a:pt x="121" y="110"/>
                    </a:cubicBezTo>
                    <a:cubicBezTo>
                      <a:pt x="144" y="98"/>
                      <a:pt x="146" y="66"/>
                      <a:pt x="130" y="47"/>
                    </a:cubicBezTo>
                    <a:cubicBezTo>
                      <a:pt x="117" y="34"/>
                      <a:pt x="101" y="24"/>
                      <a:pt x="85" y="16"/>
                    </a:cubicBezTo>
                    <a:cubicBezTo>
                      <a:pt x="79" y="14"/>
                      <a:pt x="73" y="13"/>
                      <a:pt x="68" y="11"/>
                    </a:cubicBezTo>
                    <a:cubicBezTo>
                      <a:pt x="63" y="9"/>
                      <a:pt x="58" y="6"/>
                      <a:pt x="52" y="6"/>
                    </a:cubicBezTo>
                  </a:path>
                </a:pathLst>
              </a:custGeom>
              <a:solidFill>
                <a:srgbClr val="7233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705" name="Freeform 238">
                <a:extLst>
                  <a:ext uri="{FF2B5EF4-FFF2-40B4-BE49-F238E27FC236}">
                    <a16:creationId xmlns:a16="http://schemas.microsoft.com/office/drawing/2014/main" id="{3326CA7E-E374-47DC-B249-54870311CC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6" y="1894"/>
                <a:ext cx="44" cy="36"/>
              </a:xfrm>
              <a:custGeom>
                <a:avLst/>
                <a:gdLst>
                  <a:gd name="T0" fmla="*/ 42 w 41"/>
                  <a:gd name="T1" fmla="*/ 0 h 33"/>
                  <a:gd name="T2" fmla="*/ 50 w 41"/>
                  <a:gd name="T3" fmla="*/ 17 h 33"/>
                  <a:gd name="T4" fmla="*/ 27 w 41"/>
                  <a:gd name="T5" fmla="*/ 43 h 33"/>
                  <a:gd name="T6" fmla="*/ 0 w 41"/>
                  <a:gd name="T7" fmla="*/ 17 h 33"/>
                  <a:gd name="T8" fmla="*/ 3 w 41"/>
                  <a:gd name="T9" fmla="*/ 4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1" h="33">
                    <a:moveTo>
                      <a:pt x="34" y="0"/>
                    </a:moveTo>
                    <a:cubicBezTo>
                      <a:pt x="38" y="3"/>
                      <a:pt x="41" y="8"/>
                      <a:pt x="41" y="14"/>
                    </a:cubicBezTo>
                    <a:cubicBezTo>
                      <a:pt x="41" y="24"/>
                      <a:pt x="32" y="33"/>
                      <a:pt x="21" y="33"/>
                    </a:cubicBezTo>
                    <a:cubicBezTo>
                      <a:pt x="9" y="33"/>
                      <a:pt x="0" y="24"/>
                      <a:pt x="0" y="14"/>
                    </a:cubicBezTo>
                    <a:cubicBezTo>
                      <a:pt x="0" y="11"/>
                      <a:pt x="1" y="7"/>
                      <a:pt x="3" y="4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706" name="Freeform 239">
                <a:extLst>
                  <a:ext uri="{FF2B5EF4-FFF2-40B4-BE49-F238E27FC236}">
                    <a16:creationId xmlns:a16="http://schemas.microsoft.com/office/drawing/2014/main" id="{53AD7CC3-F6FB-4CCA-8168-D8876A7C67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2" y="1890"/>
                <a:ext cx="12" cy="1"/>
              </a:xfrm>
              <a:custGeom>
                <a:avLst/>
                <a:gdLst>
                  <a:gd name="T0" fmla="*/ 0 w 11"/>
                  <a:gd name="T1" fmla="*/ 1 h 1"/>
                  <a:gd name="T2" fmla="*/ 9 w 11"/>
                  <a:gd name="T3" fmla="*/ 0 h 1"/>
                  <a:gd name="T4" fmla="*/ 14 w 11"/>
                  <a:gd name="T5" fmla="*/ 1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">
                    <a:moveTo>
                      <a:pt x="0" y="1"/>
                    </a:moveTo>
                    <a:cubicBezTo>
                      <a:pt x="2" y="0"/>
                      <a:pt x="4" y="0"/>
                      <a:pt x="6" y="0"/>
                    </a:cubicBezTo>
                    <a:cubicBezTo>
                      <a:pt x="8" y="0"/>
                      <a:pt x="10" y="0"/>
                      <a:pt x="11" y="1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707" name="Freeform 240">
                <a:extLst>
                  <a:ext uri="{FF2B5EF4-FFF2-40B4-BE49-F238E27FC236}">
                    <a16:creationId xmlns:a16="http://schemas.microsoft.com/office/drawing/2014/main" id="{FA97514C-460A-4E34-860E-8CABDE7A43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8" y="1712"/>
                <a:ext cx="34" cy="227"/>
              </a:xfrm>
              <a:custGeom>
                <a:avLst/>
                <a:gdLst>
                  <a:gd name="T0" fmla="*/ 0 w 32"/>
                  <a:gd name="T1" fmla="*/ 252 h 213"/>
                  <a:gd name="T2" fmla="*/ 22 w 32"/>
                  <a:gd name="T3" fmla="*/ 144 h 213"/>
                  <a:gd name="T4" fmla="*/ 26 w 32"/>
                  <a:gd name="T5" fmla="*/ 66 h 213"/>
                  <a:gd name="T6" fmla="*/ 22 w 32"/>
                  <a:gd name="T7" fmla="*/ 0 h 213"/>
                  <a:gd name="T8" fmla="*/ 36 w 32"/>
                  <a:gd name="T9" fmla="*/ 128 h 213"/>
                  <a:gd name="T10" fmla="*/ 37 w 32"/>
                  <a:gd name="T11" fmla="*/ 199 h 213"/>
                  <a:gd name="T12" fmla="*/ 36 w 32"/>
                  <a:gd name="T13" fmla="*/ 258 h 213"/>
                  <a:gd name="T14" fmla="*/ 5 w 32"/>
                  <a:gd name="T15" fmla="*/ 252 h 21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2" h="213">
                    <a:moveTo>
                      <a:pt x="0" y="207"/>
                    </a:moveTo>
                    <a:cubicBezTo>
                      <a:pt x="31" y="184"/>
                      <a:pt x="20" y="150"/>
                      <a:pt x="19" y="119"/>
                    </a:cubicBezTo>
                    <a:cubicBezTo>
                      <a:pt x="18" y="98"/>
                      <a:pt x="21" y="76"/>
                      <a:pt x="22" y="54"/>
                    </a:cubicBezTo>
                    <a:cubicBezTo>
                      <a:pt x="23" y="36"/>
                      <a:pt x="19" y="14"/>
                      <a:pt x="19" y="0"/>
                    </a:cubicBezTo>
                    <a:cubicBezTo>
                      <a:pt x="16" y="34"/>
                      <a:pt x="27" y="72"/>
                      <a:pt x="30" y="106"/>
                    </a:cubicBezTo>
                    <a:cubicBezTo>
                      <a:pt x="31" y="125"/>
                      <a:pt x="30" y="145"/>
                      <a:pt x="31" y="164"/>
                    </a:cubicBezTo>
                    <a:cubicBezTo>
                      <a:pt x="32" y="178"/>
                      <a:pt x="27" y="202"/>
                      <a:pt x="30" y="213"/>
                    </a:cubicBezTo>
                    <a:cubicBezTo>
                      <a:pt x="24" y="206"/>
                      <a:pt x="13" y="200"/>
                      <a:pt x="5" y="207"/>
                    </a:cubicBezTo>
                  </a:path>
                </a:pathLst>
              </a:custGeom>
              <a:solidFill>
                <a:srgbClr val="8E4C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708" name="Freeform 241">
                <a:extLst>
                  <a:ext uri="{FF2B5EF4-FFF2-40B4-BE49-F238E27FC236}">
                    <a16:creationId xmlns:a16="http://schemas.microsoft.com/office/drawing/2014/main" id="{8592BBD9-9FAC-4ACB-B153-83EC585549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4" y="2009"/>
                <a:ext cx="265" cy="367"/>
              </a:xfrm>
              <a:custGeom>
                <a:avLst/>
                <a:gdLst>
                  <a:gd name="T0" fmla="*/ 297 w 249"/>
                  <a:gd name="T1" fmla="*/ 0 h 344"/>
                  <a:gd name="T2" fmla="*/ 235 w 249"/>
                  <a:gd name="T3" fmla="*/ 84 h 344"/>
                  <a:gd name="T4" fmla="*/ 168 w 249"/>
                  <a:gd name="T5" fmla="*/ 140 h 344"/>
                  <a:gd name="T6" fmla="*/ 119 w 249"/>
                  <a:gd name="T7" fmla="*/ 245 h 344"/>
                  <a:gd name="T8" fmla="*/ 55 w 249"/>
                  <a:gd name="T9" fmla="*/ 355 h 344"/>
                  <a:gd name="T10" fmla="*/ 0 w 249"/>
                  <a:gd name="T11" fmla="*/ 418 h 344"/>
                  <a:gd name="T12" fmla="*/ 120 w 249"/>
                  <a:gd name="T13" fmla="*/ 276 h 344"/>
                  <a:gd name="T14" fmla="*/ 191 w 249"/>
                  <a:gd name="T15" fmla="*/ 165 h 344"/>
                  <a:gd name="T16" fmla="*/ 300 w 249"/>
                  <a:gd name="T17" fmla="*/ 7 h 34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49" h="344">
                    <a:moveTo>
                      <a:pt x="246" y="0"/>
                    </a:moveTo>
                    <a:cubicBezTo>
                      <a:pt x="236" y="27"/>
                      <a:pt x="218" y="52"/>
                      <a:pt x="195" y="69"/>
                    </a:cubicBezTo>
                    <a:cubicBezTo>
                      <a:pt x="176" y="83"/>
                      <a:pt x="152" y="93"/>
                      <a:pt x="139" y="115"/>
                    </a:cubicBezTo>
                    <a:cubicBezTo>
                      <a:pt x="123" y="142"/>
                      <a:pt x="114" y="174"/>
                      <a:pt x="99" y="202"/>
                    </a:cubicBezTo>
                    <a:cubicBezTo>
                      <a:pt x="84" y="232"/>
                      <a:pt x="67" y="263"/>
                      <a:pt x="46" y="292"/>
                    </a:cubicBezTo>
                    <a:cubicBezTo>
                      <a:pt x="32" y="310"/>
                      <a:pt x="15" y="327"/>
                      <a:pt x="0" y="344"/>
                    </a:cubicBezTo>
                    <a:cubicBezTo>
                      <a:pt x="46" y="321"/>
                      <a:pt x="73" y="270"/>
                      <a:pt x="100" y="228"/>
                    </a:cubicBezTo>
                    <a:cubicBezTo>
                      <a:pt x="119" y="198"/>
                      <a:pt x="134" y="162"/>
                      <a:pt x="158" y="136"/>
                    </a:cubicBezTo>
                    <a:cubicBezTo>
                      <a:pt x="194" y="97"/>
                      <a:pt x="237" y="61"/>
                      <a:pt x="249" y="7"/>
                    </a:cubicBezTo>
                  </a:path>
                </a:pathLst>
              </a:custGeom>
              <a:solidFill>
                <a:srgbClr val="C2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709" name="Freeform 242">
                <a:extLst>
                  <a:ext uri="{FF2B5EF4-FFF2-40B4-BE49-F238E27FC236}">
                    <a16:creationId xmlns:a16="http://schemas.microsoft.com/office/drawing/2014/main" id="{ADA4BF9A-136A-4792-9B19-6BFE6D15B8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4" y="2110"/>
                <a:ext cx="199" cy="140"/>
              </a:xfrm>
              <a:custGeom>
                <a:avLst/>
                <a:gdLst>
                  <a:gd name="T0" fmla="*/ 226 w 187"/>
                  <a:gd name="T1" fmla="*/ 0 h 132"/>
                  <a:gd name="T2" fmla="*/ 112 w 187"/>
                  <a:gd name="T3" fmla="*/ 74 h 132"/>
                  <a:gd name="T4" fmla="*/ 0 w 187"/>
                  <a:gd name="T5" fmla="*/ 157 h 132"/>
                  <a:gd name="T6" fmla="*/ 113 w 187"/>
                  <a:gd name="T7" fmla="*/ 83 h 132"/>
                  <a:gd name="T8" fmla="*/ 161 w 187"/>
                  <a:gd name="T9" fmla="*/ 56 h 132"/>
                  <a:gd name="T10" fmla="*/ 186 w 187"/>
                  <a:gd name="T11" fmla="*/ 64 h 132"/>
                  <a:gd name="T12" fmla="*/ 226 w 187"/>
                  <a:gd name="T13" fmla="*/ 4 h 13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7" h="132">
                    <a:moveTo>
                      <a:pt x="187" y="0"/>
                    </a:moveTo>
                    <a:cubicBezTo>
                      <a:pt x="153" y="12"/>
                      <a:pt x="119" y="37"/>
                      <a:pt x="93" y="62"/>
                    </a:cubicBezTo>
                    <a:cubicBezTo>
                      <a:pt x="66" y="88"/>
                      <a:pt x="38" y="125"/>
                      <a:pt x="0" y="132"/>
                    </a:cubicBezTo>
                    <a:cubicBezTo>
                      <a:pt x="44" y="129"/>
                      <a:pt x="65" y="97"/>
                      <a:pt x="94" y="70"/>
                    </a:cubicBezTo>
                    <a:cubicBezTo>
                      <a:pt x="107" y="58"/>
                      <a:pt x="118" y="53"/>
                      <a:pt x="133" y="47"/>
                    </a:cubicBezTo>
                    <a:cubicBezTo>
                      <a:pt x="140" y="44"/>
                      <a:pt x="169" y="35"/>
                      <a:pt x="154" y="54"/>
                    </a:cubicBezTo>
                    <a:cubicBezTo>
                      <a:pt x="159" y="36"/>
                      <a:pt x="168" y="11"/>
                      <a:pt x="187" y="4"/>
                    </a:cubicBezTo>
                  </a:path>
                </a:pathLst>
              </a:custGeom>
              <a:solidFill>
                <a:srgbClr val="C2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710" name="Freeform 243">
                <a:extLst>
                  <a:ext uri="{FF2B5EF4-FFF2-40B4-BE49-F238E27FC236}">
                    <a16:creationId xmlns:a16="http://schemas.microsoft.com/office/drawing/2014/main" id="{C672C6F5-57C0-445F-8F20-C37B6C6AE6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0" y="2179"/>
                <a:ext cx="148" cy="83"/>
              </a:xfrm>
              <a:custGeom>
                <a:avLst/>
                <a:gdLst>
                  <a:gd name="T0" fmla="*/ 0 w 139"/>
                  <a:gd name="T1" fmla="*/ 94 h 78"/>
                  <a:gd name="T2" fmla="*/ 39 w 139"/>
                  <a:gd name="T3" fmla="*/ 54 h 78"/>
                  <a:gd name="T4" fmla="*/ 77 w 139"/>
                  <a:gd name="T5" fmla="*/ 31 h 78"/>
                  <a:gd name="T6" fmla="*/ 168 w 139"/>
                  <a:gd name="T7" fmla="*/ 0 h 78"/>
                  <a:gd name="T8" fmla="*/ 61 w 139"/>
                  <a:gd name="T9" fmla="*/ 81 h 78"/>
                  <a:gd name="T10" fmla="*/ 6 w 139"/>
                  <a:gd name="T11" fmla="*/ 94 h 7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9" h="78">
                    <a:moveTo>
                      <a:pt x="0" y="78"/>
                    </a:moveTo>
                    <a:cubicBezTo>
                      <a:pt x="13" y="70"/>
                      <a:pt x="21" y="54"/>
                      <a:pt x="33" y="45"/>
                    </a:cubicBezTo>
                    <a:cubicBezTo>
                      <a:pt x="43" y="38"/>
                      <a:pt x="54" y="31"/>
                      <a:pt x="64" y="25"/>
                    </a:cubicBezTo>
                    <a:cubicBezTo>
                      <a:pt x="89" y="11"/>
                      <a:pt x="114" y="8"/>
                      <a:pt x="139" y="0"/>
                    </a:cubicBezTo>
                    <a:cubicBezTo>
                      <a:pt x="128" y="6"/>
                      <a:pt x="17" y="41"/>
                      <a:pt x="51" y="67"/>
                    </a:cubicBezTo>
                    <a:cubicBezTo>
                      <a:pt x="34" y="66"/>
                      <a:pt x="20" y="73"/>
                      <a:pt x="6" y="78"/>
                    </a:cubicBezTo>
                  </a:path>
                </a:pathLst>
              </a:custGeom>
              <a:solidFill>
                <a:srgbClr val="C2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711" name="Freeform 244">
                <a:extLst>
                  <a:ext uri="{FF2B5EF4-FFF2-40B4-BE49-F238E27FC236}">
                    <a16:creationId xmlns:a16="http://schemas.microsoft.com/office/drawing/2014/main" id="{8FBEC41D-929C-40D4-997E-C9784B4FCE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2" y="2253"/>
                <a:ext cx="211" cy="133"/>
              </a:xfrm>
              <a:custGeom>
                <a:avLst/>
                <a:gdLst>
                  <a:gd name="T0" fmla="*/ 240 w 198"/>
                  <a:gd name="T1" fmla="*/ 15 h 124"/>
                  <a:gd name="T2" fmla="*/ 97 w 198"/>
                  <a:gd name="T3" fmla="*/ 42 h 124"/>
                  <a:gd name="T4" fmla="*/ 0 w 198"/>
                  <a:gd name="T5" fmla="*/ 153 h 124"/>
                  <a:gd name="T6" fmla="*/ 59 w 198"/>
                  <a:gd name="T7" fmla="*/ 85 h 124"/>
                  <a:gd name="T8" fmla="*/ 109 w 198"/>
                  <a:gd name="T9" fmla="*/ 48 h 124"/>
                  <a:gd name="T10" fmla="*/ 174 w 198"/>
                  <a:gd name="T11" fmla="*/ 29 h 124"/>
                  <a:gd name="T12" fmla="*/ 240 w 198"/>
                  <a:gd name="T13" fmla="*/ 16 h 1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8" h="124">
                    <a:moveTo>
                      <a:pt x="198" y="12"/>
                    </a:moveTo>
                    <a:cubicBezTo>
                      <a:pt x="158" y="0"/>
                      <a:pt x="115" y="19"/>
                      <a:pt x="80" y="34"/>
                    </a:cubicBezTo>
                    <a:cubicBezTo>
                      <a:pt x="47" y="49"/>
                      <a:pt x="14" y="90"/>
                      <a:pt x="0" y="124"/>
                    </a:cubicBezTo>
                    <a:cubicBezTo>
                      <a:pt x="20" y="112"/>
                      <a:pt x="32" y="86"/>
                      <a:pt x="49" y="69"/>
                    </a:cubicBezTo>
                    <a:cubicBezTo>
                      <a:pt x="61" y="56"/>
                      <a:pt x="74" y="46"/>
                      <a:pt x="90" y="39"/>
                    </a:cubicBezTo>
                    <a:cubicBezTo>
                      <a:pt x="107" y="31"/>
                      <a:pt x="126" y="28"/>
                      <a:pt x="144" y="23"/>
                    </a:cubicBezTo>
                    <a:cubicBezTo>
                      <a:pt x="162" y="18"/>
                      <a:pt x="181" y="19"/>
                      <a:pt x="198" y="13"/>
                    </a:cubicBezTo>
                  </a:path>
                </a:pathLst>
              </a:custGeom>
              <a:solidFill>
                <a:srgbClr val="C2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712" name="Freeform 245">
                <a:extLst>
                  <a:ext uri="{FF2B5EF4-FFF2-40B4-BE49-F238E27FC236}">
                    <a16:creationId xmlns:a16="http://schemas.microsoft.com/office/drawing/2014/main" id="{6D587836-6333-41CA-9A7E-0D8406FC9C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7" y="2502"/>
                <a:ext cx="172" cy="302"/>
              </a:xfrm>
              <a:custGeom>
                <a:avLst/>
                <a:gdLst>
                  <a:gd name="T0" fmla="*/ 194 w 162"/>
                  <a:gd name="T1" fmla="*/ 1 h 284"/>
                  <a:gd name="T2" fmla="*/ 157 w 162"/>
                  <a:gd name="T3" fmla="*/ 3 h 284"/>
                  <a:gd name="T4" fmla="*/ 121 w 162"/>
                  <a:gd name="T5" fmla="*/ 23 h 284"/>
                  <a:gd name="T6" fmla="*/ 47 w 162"/>
                  <a:gd name="T7" fmla="*/ 95 h 284"/>
                  <a:gd name="T8" fmla="*/ 17 w 162"/>
                  <a:gd name="T9" fmla="*/ 270 h 284"/>
                  <a:gd name="T10" fmla="*/ 34 w 162"/>
                  <a:gd name="T11" fmla="*/ 309 h 284"/>
                  <a:gd name="T12" fmla="*/ 62 w 162"/>
                  <a:gd name="T13" fmla="*/ 340 h 284"/>
                  <a:gd name="T14" fmla="*/ 144 w 162"/>
                  <a:gd name="T15" fmla="*/ 307 h 284"/>
                  <a:gd name="T16" fmla="*/ 62 w 162"/>
                  <a:gd name="T17" fmla="*/ 300 h 284"/>
                  <a:gd name="T18" fmla="*/ 57 w 162"/>
                  <a:gd name="T19" fmla="*/ 249 h 284"/>
                  <a:gd name="T20" fmla="*/ 54 w 162"/>
                  <a:gd name="T21" fmla="*/ 177 h 284"/>
                  <a:gd name="T22" fmla="*/ 71 w 162"/>
                  <a:gd name="T23" fmla="*/ 113 h 284"/>
                  <a:gd name="T24" fmla="*/ 103 w 162"/>
                  <a:gd name="T25" fmla="*/ 50 h 284"/>
                  <a:gd name="T26" fmla="*/ 135 w 162"/>
                  <a:gd name="T27" fmla="*/ 24 h 284"/>
                  <a:gd name="T28" fmla="*/ 185 w 162"/>
                  <a:gd name="T29" fmla="*/ 3 h 284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62" h="284">
                    <a:moveTo>
                      <a:pt x="162" y="1"/>
                    </a:moveTo>
                    <a:cubicBezTo>
                      <a:pt x="152" y="5"/>
                      <a:pt x="141" y="0"/>
                      <a:pt x="131" y="3"/>
                    </a:cubicBezTo>
                    <a:cubicBezTo>
                      <a:pt x="121" y="5"/>
                      <a:pt x="111" y="14"/>
                      <a:pt x="101" y="20"/>
                    </a:cubicBezTo>
                    <a:cubicBezTo>
                      <a:pt x="76" y="37"/>
                      <a:pt x="54" y="53"/>
                      <a:pt x="39" y="79"/>
                    </a:cubicBezTo>
                    <a:cubicBezTo>
                      <a:pt x="15" y="122"/>
                      <a:pt x="0" y="177"/>
                      <a:pt x="14" y="225"/>
                    </a:cubicBezTo>
                    <a:cubicBezTo>
                      <a:pt x="18" y="236"/>
                      <a:pt x="24" y="247"/>
                      <a:pt x="28" y="258"/>
                    </a:cubicBezTo>
                    <a:cubicBezTo>
                      <a:pt x="34" y="273"/>
                      <a:pt x="33" y="284"/>
                      <a:pt x="52" y="283"/>
                    </a:cubicBezTo>
                    <a:cubicBezTo>
                      <a:pt x="76" y="282"/>
                      <a:pt x="100" y="266"/>
                      <a:pt x="121" y="256"/>
                    </a:cubicBezTo>
                    <a:cubicBezTo>
                      <a:pt x="102" y="255"/>
                      <a:pt x="63" y="273"/>
                      <a:pt x="52" y="249"/>
                    </a:cubicBezTo>
                    <a:cubicBezTo>
                      <a:pt x="47" y="238"/>
                      <a:pt x="49" y="219"/>
                      <a:pt x="48" y="207"/>
                    </a:cubicBezTo>
                    <a:cubicBezTo>
                      <a:pt x="46" y="187"/>
                      <a:pt x="44" y="167"/>
                      <a:pt x="45" y="147"/>
                    </a:cubicBezTo>
                    <a:cubicBezTo>
                      <a:pt x="45" y="126"/>
                      <a:pt x="51" y="113"/>
                      <a:pt x="59" y="94"/>
                    </a:cubicBezTo>
                    <a:cubicBezTo>
                      <a:pt x="67" y="76"/>
                      <a:pt x="72" y="56"/>
                      <a:pt x="86" y="41"/>
                    </a:cubicBezTo>
                    <a:cubicBezTo>
                      <a:pt x="93" y="33"/>
                      <a:pt x="103" y="26"/>
                      <a:pt x="113" y="21"/>
                    </a:cubicBezTo>
                    <a:cubicBezTo>
                      <a:pt x="125" y="15"/>
                      <a:pt x="142" y="4"/>
                      <a:pt x="154" y="3"/>
                    </a:cubicBezTo>
                  </a:path>
                </a:pathLst>
              </a:custGeom>
              <a:solidFill>
                <a:srgbClr val="C2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713" name="Freeform 246">
                <a:extLst>
                  <a:ext uri="{FF2B5EF4-FFF2-40B4-BE49-F238E27FC236}">
                    <a16:creationId xmlns:a16="http://schemas.microsoft.com/office/drawing/2014/main" id="{EA8795BC-6AC3-442C-873E-6AA97152EF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5" y="2676"/>
                <a:ext cx="86" cy="284"/>
              </a:xfrm>
              <a:custGeom>
                <a:avLst/>
                <a:gdLst>
                  <a:gd name="T0" fmla="*/ 93 w 81"/>
                  <a:gd name="T1" fmla="*/ 129 h 266"/>
                  <a:gd name="T2" fmla="*/ 97 w 81"/>
                  <a:gd name="T3" fmla="*/ 163 h 266"/>
                  <a:gd name="T4" fmla="*/ 48 w 81"/>
                  <a:gd name="T5" fmla="*/ 239 h 266"/>
                  <a:gd name="T6" fmla="*/ 44 w 81"/>
                  <a:gd name="T7" fmla="*/ 288 h 266"/>
                  <a:gd name="T8" fmla="*/ 55 w 81"/>
                  <a:gd name="T9" fmla="*/ 324 h 266"/>
                  <a:gd name="T10" fmla="*/ 40 w 81"/>
                  <a:gd name="T11" fmla="*/ 170 h 266"/>
                  <a:gd name="T12" fmla="*/ 15 w 81"/>
                  <a:gd name="T13" fmla="*/ 95 h 266"/>
                  <a:gd name="T14" fmla="*/ 15 w 81"/>
                  <a:gd name="T15" fmla="*/ 0 h 266"/>
                  <a:gd name="T16" fmla="*/ 42 w 81"/>
                  <a:gd name="T17" fmla="*/ 109 h 266"/>
                  <a:gd name="T18" fmla="*/ 80 w 81"/>
                  <a:gd name="T19" fmla="*/ 129 h 26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1" h="266">
                    <a:moveTo>
                      <a:pt x="78" y="106"/>
                    </a:moveTo>
                    <a:cubicBezTo>
                      <a:pt x="69" y="114"/>
                      <a:pt x="60" y="138"/>
                      <a:pt x="81" y="134"/>
                    </a:cubicBezTo>
                    <a:cubicBezTo>
                      <a:pt x="53" y="148"/>
                      <a:pt x="43" y="166"/>
                      <a:pt x="40" y="197"/>
                    </a:cubicBezTo>
                    <a:cubicBezTo>
                      <a:pt x="39" y="210"/>
                      <a:pt x="35" y="223"/>
                      <a:pt x="37" y="237"/>
                    </a:cubicBezTo>
                    <a:cubicBezTo>
                      <a:pt x="38" y="248"/>
                      <a:pt x="44" y="256"/>
                      <a:pt x="46" y="266"/>
                    </a:cubicBezTo>
                    <a:cubicBezTo>
                      <a:pt x="5" y="236"/>
                      <a:pt x="32" y="180"/>
                      <a:pt x="34" y="140"/>
                    </a:cubicBezTo>
                    <a:cubicBezTo>
                      <a:pt x="35" y="121"/>
                      <a:pt x="20" y="96"/>
                      <a:pt x="12" y="78"/>
                    </a:cubicBezTo>
                    <a:cubicBezTo>
                      <a:pt x="0" y="52"/>
                      <a:pt x="0" y="27"/>
                      <a:pt x="12" y="0"/>
                    </a:cubicBezTo>
                    <a:cubicBezTo>
                      <a:pt x="18" y="30"/>
                      <a:pt x="22" y="62"/>
                      <a:pt x="36" y="90"/>
                    </a:cubicBezTo>
                    <a:cubicBezTo>
                      <a:pt x="44" y="104"/>
                      <a:pt x="50" y="106"/>
                      <a:pt x="67" y="106"/>
                    </a:cubicBezTo>
                  </a:path>
                </a:pathLst>
              </a:custGeom>
              <a:solidFill>
                <a:srgbClr val="C2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714" name="Freeform 247">
                <a:extLst>
                  <a:ext uri="{FF2B5EF4-FFF2-40B4-BE49-F238E27FC236}">
                    <a16:creationId xmlns:a16="http://schemas.microsoft.com/office/drawing/2014/main" id="{A6BACA66-B83D-496B-895C-8B34C4922E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3" y="2242"/>
                <a:ext cx="103" cy="50"/>
              </a:xfrm>
              <a:custGeom>
                <a:avLst/>
                <a:gdLst>
                  <a:gd name="T0" fmla="*/ 116 w 97"/>
                  <a:gd name="T1" fmla="*/ 0 h 47"/>
                  <a:gd name="T2" fmla="*/ 96 w 97"/>
                  <a:gd name="T3" fmla="*/ 5 h 47"/>
                  <a:gd name="T4" fmla="*/ 76 w 97"/>
                  <a:gd name="T5" fmla="*/ 16 h 47"/>
                  <a:gd name="T6" fmla="*/ 52 w 97"/>
                  <a:gd name="T7" fmla="*/ 21 h 47"/>
                  <a:gd name="T8" fmla="*/ 0 w 97"/>
                  <a:gd name="T9" fmla="*/ 26 h 47"/>
                  <a:gd name="T10" fmla="*/ 71 w 97"/>
                  <a:gd name="T11" fmla="*/ 56 h 47"/>
                  <a:gd name="T12" fmla="*/ 53 w 97"/>
                  <a:gd name="T13" fmla="*/ 37 h 47"/>
                  <a:gd name="T14" fmla="*/ 67 w 97"/>
                  <a:gd name="T15" fmla="*/ 22 h 47"/>
                  <a:gd name="T16" fmla="*/ 109 w 97"/>
                  <a:gd name="T17" fmla="*/ 3 h 4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7" h="47">
                    <a:moveTo>
                      <a:pt x="97" y="0"/>
                    </a:moveTo>
                    <a:cubicBezTo>
                      <a:pt x="92" y="3"/>
                      <a:pt x="86" y="3"/>
                      <a:pt x="80" y="5"/>
                    </a:cubicBezTo>
                    <a:cubicBezTo>
                      <a:pt x="74" y="8"/>
                      <a:pt x="69" y="11"/>
                      <a:pt x="64" y="13"/>
                    </a:cubicBezTo>
                    <a:cubicBezTo>
                      <a:pt x="57" y="16"/>
                      <a:pt x="50" y="17"/>
                      <a:pt x="43" y="18"/>
                    </a:cubicBezTo>
                    <a:cubicBezTo>
                      <a:pt x="29" y="20"/>
                      <a:pt x="14" y="23"/>
                      <a:pt x="0" y="22"/>
                    </a:cubicBezTo>
                    <a:cubicBezTo>
                      <a:pt x="21" y="29"/>
                      <a:pt x="41" y="40"/>
                      <a:pt x="59" y="47"/>
                    </a:cubicBezTo>
                    <a:cubicBezTo>
                      <a:pt x="52" y="46"/>
                      <a:pt x="42" y="39"/>
                      <a:pt x="44" y="31"/>
                    </a:cubicBezTo>
                    <a:cubicBezTo>
                      <a:pt x="45" y="26"/>
                      <a:pt x="51" y="22"/>
                      <a:pt x="56" y="19"/>
                    </a:cubicBezTo>
                    <a:cubicBezTo>
                      <a:pt x="66" y="13"/>
                      <a:pt x="79" y="7"/>
                      <a:pt x="91" y="3"/>
                    </a:cubicBezTo>
                  </a:path>
                </a:pathLst>
              </a:custGeom>
              <a:solidFill>
                <a:srgbClr val="C2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715" name="Freeform 248">
                <a:extLst>
                  <a:ext uri="{FF2B5EF4-FFF2-40B4-BE49-F238E27FC236}">
                    <a16:creationId xmlns:a16="http://schemas.microsoft.com/office/drawing/2014/main" id="{87782833-B6C7-4A70-8F42-3DFDC16652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6" y="2266"/>
                <a:ext cx="31" cy="18"/>
              </a:xfrm>
              <a:custGeom>
                <a:avLst/>
                <a:gdLst>
                  <a:gd name="T0" fmla="*/ 24 w 29"/>
                  <a:gd name="T1" fmla="*/ 0 h 17"/>
                  <a:gd name="T2" fmla="*/ 15 w 29"/>
                  <a:gd name="T3" fmla="*/ 19 h 17"/>
                  <a:gd name="T4" fmla="*/ 22 w 29"/>
                  <a:gd name="T5" fmla="*/ 1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9" h="17">
                    <a:moveTo>
                      <a:pt x="20" y="0"/>
                    </a:moveTo>
                    <a:cubicBezTo>
                      <a:pt x="29" y="3"/>
                      <a:pt x="20" y="17"/>
                      <a:pt x="12" y="16"/>
                    </a:cubicBezTo>
                    <a:cubicBezTo>
                      <a:pt x="0" y="14"/>
                      <a:pt x="19" y="4"/>
                      <a:pt x="19" y="1"/>
                    </a:cubicBezTo>
                  </a:path>
                </a:pathLst>
              </a:custGeom>
              <a:solidFill>
                <a:srgbClr val="C2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716" name="Freeform 249">
                <a:extLst>
                  <a:ext uri="{FF2B5EF4-FFF2-40B4-BE49-F238E27FC236}">
                    <a16:creationId xmlns:a16="http://schemas.microsoft.com/office/drawing/2014/main" id="{A8B5E764-8ECE-476B-A98C-31EEF17393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1" y="2227"/>
                <a:ext cx="128" cy="51"/>
              </a:xfrm>
              <a:custGeom>
                <a:avLst/>
                <a:gdLst>
                  <a:gd name="T0" fmla="*/ 146 w 120"/>
                  <a:gd name="T1" fmla="*/ 43 h 48"/>
                  <a:gd name="T2" fmla="*/ 0 w 120"/>
                  <a:gd name="T3" fmla="*/ 0 h 48"/>
                  <a:gd name="T4" fmla="*/ 73 w 120"/>
                  <a:gd name="T5" fmla="*/ 38 h 48"/>
                  <a:gd name="T6" fmla="*/ 117 w 120"/>
                  <a:gd name="T7" fmla="*/ 57 h 48"/>
                  <a:gd name="T8" fmla="*/ 141 w 120"/>
                  <a:gd name="T9" fmla="*/ 44 h 4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0" h="48">
                    <a:moveTo>
                      <a:pt x="120" y="36"/>
                    </a:moveTo>
                    <a:cubicBezTo>
                      <a:pt x="77" y="38"/>
                      <a:pt x="39" y="17"/>
                      <a:pt x="0" y="0"/>
                    </a:cubicBezTo>
                    <a:cubicBezTo>
                      <a:pt x="12" y="16"/>
                      <a:pt x="41" y="26"/>
                      <a:pt x="60" y="32"/>
                    </a:cubicBezTo>
                    <a:cubicBezTo>
                      <a:pt x="67" y="34"/>
                      <a:pt x="98" y="37"/>
                      <a:pt x="97" y="48"/>
                    </a:cubicBezTo>
                    <a:cubicBezTo>
                      <a:pt x="104" y="47"/>
                      <a:pt x="110" y="40"/>
                      <a:pt x="116" y="37"/>
                    </a:cubicBezTo>
                  </a:path>
                </a:pathLst>
              </a:custGeom>
              <a:solidFill>
                <a:srgbClr val="C2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717" name="Freeform 250">
                <a:extLst>
                  <a:ext uri="{FF2B5EF4-FFF2-40B4-BE49-F238E27FC236}">
                    <a16:creationId xmlns:a16="http://schemas.microsoft.com/office/drawing/2014/main" id="{36A2B6CD-DC3D-488F-8D8C-410D1EC516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6" y="3013"/>
                <a:ext cx="217" cy="91"/>
              </a:xfrm>
              <a:custGeom>
                <a:avLst/>
                <a:gdLst>
                  <a:gd name="T0" fmla="*/ 0 w 203"/>
                  <a:gd name="T1" fmla="*/ 2 h 85"/>
                  <a:gd name="T2" fmla="*/ 33 w 203"/>
                  <a:gd name="T3" fmla="*/ 80 h 85"/>
                  <a:gd name="T4" fmla="*/ 94 w 203"/>
                  <a:gd name="T5" fmla="*/ 97 h 85"/>
                  <a:gd name="T6" fmla="*/ 182 w 203"/>
                  <a:gd name="T7" fmla="*/ 66 h 85"/>
                  <a:gd name="T8" fmla="*/ 248 w 203"/>
                  <a:gd name="T9" fmla="*/ 56 h 85"/>
                  <a:gd name="T10" fmla="*/ 118 w 203"/>
                  <a:gd name="T11" fmla="*/ 64 h 85"/>
                  <a:gd name="T12" fmla="*/ 46 w 203"/>
                  <a:gd name="T13" fmla="*/ 59 h 85"/>
                  <a:gd name="T14" fmla="*/ 0 w 203"/>
                  <a:gd name="T15" fmla="*/ 0 h 8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03" h="85">
                    <a:moveTo>
                      <a:pt x="0" y="2"/>
                    </a:moveTo>
                    <a:cubicBezTo>
                      <a:pt x="8" y="21"/>
                      <a:pt x="16" y="48"/>
                      <a:pt x="27" y="65"/>
                    </a:cubicBezTo>
                    <a:cubicBezTo>
                      <a:pt x="40" y="84"/>
                      <a:pt x="56" y="85"/>
                      <a:pt x="77" y="79"/>
                    </a:cubicBezTo>
                    <a:cubicBezTo>
                      <a:pt x="101" y="72"/>
                      <a:pt x="124" y="60"/>
                      <a:pt x="149" y="54"/>
                    </a:cubicBezTo>
                    <a:cubicBezTo>
                      <a:pt x="165" y="50"/>
                      <a:pt x="186" y="46"/>
                      <a:pt x="203" y="46"/>
                    </a:cubicBezTo>
                    <a:cubicBezTo>
                      <a:pt x="168" y="40"/>
                      <a:pt x="129" y="36"/>
                      <a:pt x="96" y="52"/>
                    </a:cubicBezTo>
                    <a:cubicBezTo>
                      <a:pt x="74" y="64"/>
                      <a:pt x="57" y="70"/>
                      <a:pt x="37" y="48"/>
                    </a:cubicBezTo>
                    <a:cubicBezTo>
                      <a:pt x="24" y="33"/>
                      <a:pt x="19" y="12"/>
                      <a:pt x="0" y="0"/>
                    </a:cubicBezTo>
                  </a:path>
                </a:pathLst>
              </a:custGeom>
              <a:solidFill>
                <a:srgbClr val="C2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718" name="Freeform 251">
                <a:extLst>
                  <a:ext uri="{FF2B5EF4-FFF2-40B4-BE49-F238E27FC236}">
                    <a16:creationId xmlns:a16="http://schemas.microsoft.com/office/drawing/2014/main" id="{DC97D2AA-531E-40EC-91B7-186D514E66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0" y="3085"/>
                <a:ext cx="209" cy="85"/>
              </a:xfrm>
              <a:custGeom>
                <a:avLst/>
                <a:gdLst>
                  <a:gd name="T0" fmla="*/ 234 w 196"/>
                  <a:gd name="T1" fmla="*/ 0 h 80"/>
                  <a:gd name="T2" fmla="*/ 175 w 196"/>
                  <a:gd name="T3" fmla="*/ 46 h 80"/>
                  <a:gd name="T4" fmla="*/ 119 w 196"/>
                  <a:gd name="T5" fmla="*/ 61 h 80"/>
                  <a:gd name="T6" fmla="*/ 0 w 196"/>
                  <a:gd name="T7" fmla="*/ 60 h 80"/>
                  <a:gd name="T8" fmla="*/ 161 w 196"/>
                  <a:gd name="T9" fmla="*/ 78 h 80"/>
                  <a:gd name="T10" fmla="*/ 238 w 196"/>
                  <a:gd name="T11" fmla="*/ 4 h 8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96" h="80">
                    <a:moveTo>
                      <a:pt x="192" y="0"/>
                    </a:moveTo>
                    <a:cubicBezTo>
                      <a:pt x="175" y="6"/>
                      <a:pt x="159" y="27"/>
                      <a:pt x="144" y="38"/>
                    </a:cubicBezTo>
                    <a:cubicBezTo>
                      <a:pt x="129" y="48"/>
                      <a:pt x="114" y="47"/>
                      <a:pt x="98" y="51"/>
                    </a:cubicBezTo>
                    <a:cubicBezTo>
                      <a:pt x="71" y="58"/>
                      <a:pt x="26" y="63"/>
                      <a:pt x="0" y="50"/>
                    </a:cubicBezTo>
                    <a:cubicBezTo>
                      <a:pt x="33" y="80"/>
                      <a:pt x="93" y="76"/>
                      <a:pt x="133" y="65"/>
                    </a:cubicBezTo>
                    <a:cubicBezTo>
                      <a:pt x="169" y="56"/>
                      <a:pt x="177" y="28"/>
                      <a:pt x="196" y="4"/>
                    </a:cubicBezTo>
                  </a:path>
                </a:pathLst>
              </a:custGeom>
              <a:solidFill>
                <a:srgbClr val="C2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719" name="Freeform 252">
                <a:extLst>
                  <a:ext uri="{FF2B5EF4-FFF2-40B4-BE49-F238E27FC236}">
                    <a16:creationId xmlns:a16="http://schemas.microsoft.com/office/drawing/2014/main" id="{33AD5351-F921-4D25-B71B-6693B30C7E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5" y="3108"/>
                <a:ext cx="94" cy="34"/>
              </a:xfrm>
              <a:custGeom>
                <a:avLst/>
                <a:gdLst>
                  <a:gd name="T0" fmla="*/ 50 w 88"/>
                  <a:gd name="T1" fmla="*/ 0 h 32"/>
                  <a:gd name="T2" fmla="*/ 7 w 88"/>
                  <a:gd name="T3" fmla="*/ 38 h 32"/>
                  <a:gd name="T4" fmla="*/ 107 w 88"/>
                  <a:gd name="T5" fmla="*/ 36 h 32"/>
                  <a:gd name="T6" fmla="*/ 69 w 88"/>
                  <a:gd name="T7" fmla="*/ 24 h 32"/>
                  <a:gd name="T8" fmla="*/ 34 w 88"/>
                  <a:gd name="T9" fmla="*/ 19 h 32"/>
                  <a:gd name="T10" fmla="*/ 49 w 88"/>
                  <a:gd name="T11" fmla="*/ 4 h 3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8" h="32">
                    <a:moveTo>
                      <a:pt x="41" y="0"/>
                    </a:moveTo>
                    <a:cubicBezTo>
                      <a:pt x="27" y="3"/>
                      <a:pt x="0" y="14"/>
                      <a:pt x="7" y="32"/>
                    </a:cubicBezTo>
                    <a:cubicBezTo>
                      <a:pt x="33" y="28"/>
                      <a:pt x="61" y="32"/>
                      <a:pt x="88" y="30"/>
                    </a:cubicBezTo>
                    <a:cubicBezTo>
                      <a:pt x="77" y="29"/>
                      <a:pt x="68" y="23"/>
                      <a:pt x="57" y="21"/>
                    </a:cubicBezTo>
                    <a:cubicBezTo>
                      <a:pt x="48" y="19"/>
                      <a:pt x="37" y="19"/>
                      <a:pt x="28" y="16"/>
                    </a:cubicBezTo>
                    <a:cubicBezTo>
                      <a:pt x="32" y="11"/>
                      <a:pt x="37" y="8"/>
                      <a:pt x="40" y="4"/>
                    </a:cubicBezTo>
                  </a:path>
                </a:pathLst>
              </a:custGeom>
              <a:solidFill>
                <a:srgbClr val="C2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720" name="Freeform 253">
                <a:extLst>
                  <a:ext uri="{FF2B5EF4-FFF2-40B4-BE49-F238E27FC236}">
                    <a16:creationId xmlns:a16="http://schemas.microsoft.com/office/drawing/2014/main" id="{A87D64EA-57BF-4F10-BB6E-594A9D3EC1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7" y="2728"/>
                <a:ext cx="227" cy="46"/>
              </a:xfrm>
              <a:custGeom>
                <a:avLst/>
                <a:gdLst>
                  <a:gd name="T0" fmla="*/ 2 w 213"/>
                  <a:gd name="T1" fmla="*/ 48 h 44"/>
                  <a:gd name="T2" fmla="*/ 143 w 213"/>
                  <a:gd name="T3" fmla="*/ 25 h 44"/>
                  <a:gd name="T4" fmla="*/ 207 w 213"/>
                  <a:gd name="T5" fmla="*/ 24 h 44"/>
                  <a:gd name="T6" fmla="*/ 258 w 213"/>
                  <a:gd name="T7" fmla="*/ 0 h 44"/>
                  <a:gd name="T8" fmla="*/ 120 w 213"/>
                  <a:gd name="T9" fmla="*/ 10 h 44"/>
                  <a:gd name="T10" fmla="*/ 56 w 213"/>
                  <a:gd name="T11" fmla="*/ 24 h 44"/>
                  <a:gd name="T12" fmla="*/ 0 w 213"/>
                  <a:gd name="T13" fmla="*/ 50 h 4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13" h="44">
                    <a:moveTo>
                      <a:pt x="2" y="42"/>
                    </a:moveTo>
                    <a:cubicBezTo>
                      <a:pt x="40" y="31"/>
                      <a:pt x="77" y="22"/>
                      <a:pt x="118" y="22"/>
                    </a:cubicBezTo>
                    <a:cubicBezTo>
                      <a:pt x="135" y="22"/>
                      <a:pt x="154" y="24"/>
                      <a:pt x="171" y="21"/>
                    </a:cubicBezTo>
                    <a:cubicBezTo>
                      <a:pt x="189" y="18"/>
                      <a:pt x="199" y="10"/>
                      <a:pt x="213" y="0"/>
                    </a:cubicBezTo>
                    <a:cubicBezTo>
                      <a:pt x="183" y="17"/>
                      <a:pt x="135" y="7"/>
                      <a:pt x="99" y="10"/>
                    </a:cubicBezTo>
                    <a:cubicBezTo>
                      <a:pt x="82" y="12"/>
                      <a:pt x="63" y="16"/>
                      <a:pt x="47" y="21"/>
                    </a:cubicBezTo>
                    <a:cubicBezTo>
                      <a:pt x="30" y="26"/>
                      <a:pt x="17" y="39"/>
                      <a:pt x="0" y="44"/>
                    </a:cubicBezTo>
                  </a:path>
                </a:pathLst>
              </a:custGeom>
              <a:solidFill>
                <a:srgbClr val="C2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721" name="Freeform 254">
                <a:extLst>
                  <a:ext uri="{FF2B5EF4-FFF2-40B4-BE49-F238E27FC236}">
                    <a16:creationId xmlns:a16="http://schemas.microsoft.com/office/drawing/2014/main" id="{4F83207D-15C8-4583-837E-4D13802CBF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6" y="2408"/>
                <a:ext cx="166" cy="81"/>
              </a:xfrm>
              <a:custGeom>
                <a:avLst/>
                <a:gdLst>
                  <a:gd name="T0" fmla="*/ 0 w 155"/>
                  <a:gd name="T1" fmla="*/ 91 h 76"/>
                  <a:gd name="T2" fmla="*/ 114 w 155"/>
                  <a:gd name="T3" fmla="*/ 0 h 76"/>
                  <a:gd name="T4" fmla="*/ 104 w 155"/>
                  <a:gd name="T5" fmla="*/ 49 h 76"/>
                  <a:gd name="T6" fmla="*/ 138 w 155"/>
                  <a:gd name="T7" fmla="*/ 68 h 76"/>
                  <a:gd name="T8" fmla="*/ 191 w 155"/>
                  <a:gd name="T9" fmla="*/ 92 h 76"/>
                  <a:gd name="T10" fmla="*/ 141 w 155"/>
                  <a:gd name="T11" fmla="*/ 77 h 76"/>
                  <a:gd name="T12" fmla="*/ 97 w 155"/>
                  <a:gd name="T13" fmla="*/ 82 h 76"/>
                  <a:gd name="T14" fmla="*/ 11 w 155"/>
                  <a:gd name="T15" fmla="*/ 92 h 7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55" h="76">
                    <a:moveTo>
                      <a:pt x="0" y="75"/>
                    </a:moveTo>
                    <a:cubicBezTo>
                      <a:pt x="39" y="63"/>
                      <a:pt x="69" y="34"/>
                      <a:pt x="92" y="0"/>
                    </a:cubicBezTo>
                    <a:cubicBezTo>
                      <a:pt x="93" y="14"/>
                      <a:pt x="80" y="27"/>
                      <a:pt x="85" y="40"/>
                    </a:cubicBezTo>
                    <a:cubicBezTo>
                      <a:pt x="89" y="52"/>
                      <a:pt x="102" y="53"/>
                      <a:pt x="112" y="56"/>
                    </a:cubicBezTo>
                    <a:cubicBezTo>
                      <a:pt x="124" y="60"/>
                      <a:pt x="149" y="64"/>
                      <a:pt x="155" y="76"/>
                    </a:cubicBezTo>
                    <a:cubicBezTo>
                      <a:pt x="141" y="74"/>
                      <a:pt x="129" y="65"/>
                      <a:pt x="115" y="64"/>
                    </a:cubicBezTo>
                    <a:cubicBezTo>
                      <a:pt x="102" y="63"/>
                      <a:pt x="91" y="67"/>
                      <a:pt x="79" y="68"/>
                    </a:cubicBezTo>
                    <a:cubicBezTo>
                      <a:pt x="55" y="72"/>
                      <a:pt x="31" y="71"/>
                      <a:pt x="8" y="76"/>
                    </a:cubicBezTo>
                  </a:path>
                </a:pathLst>
              </a:custGeom>
              <a:solidFill>
                <a:srgbClr val="C2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722" name="Freeform 255">
                <a:extLst>
                  <a:ext uri="{FF2B5EF4-FFF2-40B4-BE49-F238E27FC236}">
                    <a16:creationId xmlns:a16="http://schemas.microsoft.com/office/drawing/2014/main" id="{D7C5AEDF-4B11-40EA-9F0B-BBCAD7C8B4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9" y="1837"/>
                <a:ext cx="402" cy="217"/>
              </a:xfrm>
              <a:custGeom>
                <a:avLst/>
                <a:gdLst>
                  <a:gd name="T0" fmla="*/ 400 w 377"/>
                  <a:gd name="T1" fmla="*/ 0 h 204"/>
                  <a:gd name="T2" fmla="*/ 277 w 377"/>
                  <a:gd name="T3" fmla="*/ 174 h 204"/>
                  <a:gd name="T4" fmla="*/ 0 w 377"/>
                  <a:gd name="T5" fmla="*/ 163 h 204"/>
                  <a:gd name="T6" fmla="*/ 280 w 377"/>
                  <a:gd name="T7" fmla="*/ 185 h 204"/>
                  <a:gd name="T8" fmla="*/ 400 w 377"/>
                  <a:gd name="T9" fmla="*/ 0 h 20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77" h="204">
                    <a:moveTo>
                      <a:pt x="330" y="0"/>
                    </a:moveTo>
                    <a:cubicBezTo>
                      <a:pt x="330" y="0"/>
                      <a:pt x="320" y="108"/>
                      <a:pt x="229" y="145"/>
                    </a:cubicBezTo>
                    <a:cubicBezTo>
                      <a:pt x="137" y="182"/>
                      <a:pt x="57" y="169"/>
                      <a:pt x="0" y="135"/>
                    </a:cubicBezTo>
                    <a:cubicBezTo>
                      <a:pt x="0" y="135"/>
                      <a:pt x="87" y="204"/>
                      <a:pt x="232" y="154"/>
                    </a:cubicBezTo>
                    <a:cubicBezTo>
                      <a:pt x="377" y="104"/>
                      <a:pt x="331" y="3"/>
                      <a:pt x="330" y="0"/>
                    </a:cubicBezTo>
                    <a:close/>
                  </a:path>
                </a:pathLst>
              </a:custGeom>
              <a:solidFill>
                <a:srgbClr val="C2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723" name="Freeform 256">
                <a:extLst>
                  <a:ext uri="{FF2B5EF4-FFF2-40B4-BE49-F238E27FC236}">
                    <a16:creationId xmlns:a16="http://schemas.microsoft.com/office/drawing/2014/main" id="{740D0E5D-B0BA-4C73-A1C2-80A97EA9D1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8" y="3940"/>
                <a:ext cx="69" cy="62"/>
              </a:xfrm>
              <a:custGeom>
                <a:avLst/>
                <a:gdLst>
                  <a:gd name="T0" fmla="*/ 77 w 65"/>
                  <a:gd name="T1" fmla="*/ 65 h 58"/>
                  <a:gd name="T2" fmla="*/ 50 w 65"/>
                  <a:gd name="T3" fmla="*/ 50 h 58"/>
                  <a:gd name="T4" fmla="*/ 36 w 65"/>
                  <a:gd name="T5" fmla="*/ 30 h 58"/>
                  <a:gd name="T6" fmla="*/ 0 w 65"/>
                  <a:gd name="T7" fmla="*/ 0 h 58"/>
                  <a:gd name="T8" fmla="*/ 24 w 65"/>
                  <a:gd name="T9" fmla="*/ 15 h 58"/>
                  <a:gd name="T10" fmla="*/ 51 w 65"/>
                  <a:gd name="T11" fmla="*/ 33 h 58"/>
                  <a:gd name="T12" fmla="*/ 59 w 65"/>
                  <a:gd name="T13" fmla="*/ 52 h 58"/>
                  <a:gd name="T14" fmla="*/ 73 w 65"/>
                  <a:gd name="T15" fmla="*/ 61 h 5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5" h="58">
                    <a:moveTo>
                      <a:pt x="65" y="53"/>
                    </a:moveTo>
                    <a:cubicBezTo>
                      <a:pt x="57" y="58"/>
                      <a:pt x="44" y="48"/>
                      <a:pt x="41" y="41"/>
                    </a:cubicBezTo>
                    <a:cubicBezTo>
                      <a:pt x="38" y="35"/>
                      <a:pt x="37" y="28"/>
                      <a:pt x="30" y="24"/>
                    </a:cubicBezTo>
                    <a:cubicBezTo>
                      <a:pt x="19" y="19"/>
                      <a:pt x="12" y="4"/>
                      <a:pt x="0" y="0"/>
                    </a:cubicBezTo>
                    <a:cubicBezTo>
                      <a:pt x="7" y="2"/>
                      <a:pt x="14" y="8"/>
                      <a:pt x="21" y="12"/>
                    </a:cubicBezTo>
                    <a:cubicBezTo>
                      <a:pt x="29" y="16"/>
                      <a:pt x="37" y="19"/>
                      <a:pt x="42" y="27"/>
                    </a:cubicBezTo>
                    <a:cubicBezTo>
                      <a:pt x="45" y="32"/>
                      <a:pt x="45" y="39"/>
                      <a:pt x="50" y="43"/>
                    </a:cubicBezTo>
                    <a:cubicBezTo>
                      <a:pt x="52" y="46"/>
                      <a:pt x="58" y="48"/>
                      <a:pt x="61" y="50"/>
                    </a:cubicBezTo>
                  </a:path>
                </a:pathLst>
              </a:custGeom>
              <a:solidFill>
                <a:srgbClr val="C2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724" name="Freeform 257">
                <a:extLst>
                  <a:ext uri="{FF2B5EF4-FFF2-40B4-BE49-F238E27FC236}">
                    <a16:creationId xmlns:a16="http://schemas.microsoft.com/office/drawing/2014/main" id="{B60EC5AD-F7FD-473A-88F6-193878191D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1" y="3690"/>
                <a:ext cx="93" cy="132"/>
              </a:xfrm>
              <a:custGeom>
                <a:avLst/>
                <a:gdLst>
                  <a:gd name="T0" fmla="*/ 47 w 88"/>
                  <a:gd name="T1" fmla="*/ 150 h 124"/>
                  <a:gd name="T2" fmla="*/ 4 w 88"/>
                  <a:gd name="T3" fmla="*/ 99 h 124"/>
                  <a:gd name="T4" fmla="*/ 4 w 88"/>
                  <a:gd name="T5" fmla="*/ 32 h 124"/>
                  <a:gd name="T6" fmla="*/ 7 w 88"/>
                  <a:gd name="T7" fmla="*/ 16 h 124"/>
                  <a:gd name="T8" fmla="*/ 35 w 88"/>
                  <a:gd name="T9" fmla="*/ 5 h 124"/>
                  <a:gd name="T10" fmla="*/ 104 w 88"/>
                  <a:gd name="T11" fmla="*/ 3 h 124"/>
                  <a:gd name="T12" fmla="*/ 37 w 88"/>
                  <a:gd name="T13" fmla="*/ 16 h 124"/>
                  <a:gd name="T14" fmla="*/ 17 w 88"/>
                  <a:gd name="T15" fmla="*/ 20 h 124"/>
                  <a:gd name="T16" fmla="*/ 15 w 88"/>
                  <a:gd name="T17" fmla="*/ 42 h 124"/>
                  <a:gd name="T18" fmla="*/ 15 w 88"/>
                  <a:gd name="T19" fmla="*/ 105 h 124"/>
                  <a:gd name="T20" fmla="*/ 42 w 88"/>
                  <a:gd name="T21" fmla="*/ 148 h 12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8" h="124">
                    <a:moveTo>
                      <a:pt x="40" y="124"/>
                    </a:moveTo>
                    <a:cubicBezTo>
                      <a:pt x="19" y="116"/>
                      <a:pt x="9" y="105"/>
                      <a:pt x="4" y="82"/>
                    </a:cubicBezTo>
                    <a:cubicBezTo>
                      <a:pt x="0" y="63"/>
                      <a:pt x="7" y="45"/>
                      <a:pt x="4" y="26"/>
                    </a:cubicBezTo>
                    <a:cubicBezTo>
                      <a:pt x="2" y="18"/>
                      <a:pt x="0" y="18"/>
                      <a:pt x="7" y="13"/>
                    </a:cubicBezTo>
                    <a:cubicBezTo>
                      <a:pt x="14" y="8"/>
                      <a:pt x="21" y="7"/>
                      <a:pt x="29" y="5"/>
                    </a:cubicBezTo>
                    <a:cubicBezTo>
                      <a:pt x="49" y="0"/>
                      <a:pt x="68" y="2"/>
                      <a:pt x="88" y="3"/>
                    </a:cubicBezTo>
                    <a:cubicBezTo>
                      <a:pt x="69" y="4"/>
                      <a:pt x="51" y="12"/>
                      <a:pt x="31" y="13"/>
                    </a:cubicBezTo>
                    <a:cubicBezTo>
                      <a:pt x="25" y="13"/>
                      <a:pt x="19" y="11"/>
                      <a:pt x="14" y="17"/>
                    </a:cubicBezTo>
                    <a:cubicBezTo>
                      <a:pt x="10" y="22"/>
                      <a:pt x="12" y="29"/>
                      <a:pt x="12" y="35"/>
                    </a:cubicBezTo>
                    <a:cubicBezTo>
                      <a:pt x="12" y="53"/>
                      <a:pt x="5" y="69"/>
                      <a:pt x="12" y="87"/>
                    </a:cubicBezTo>
                    <a:cubicBezTo>
                      <a:pt x="17" y="102"/>
                      <a:pt x="27" y="112"/>
                      <a:pt x="36" y="123"/>
                    </a:cubicBezTo>
                  </a:path>
                </a:pathLst>
              </a:custGeom>
              <a:solidFill>
                <a:srgbClr val="C2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725" name="Freeform 258">
                <a:extLst>
                  <a:ext uri="{FF2B5EF4-FFF2-40B4-BE49-F238E27FC236}">
                    <a16:creationId xmlns:a16="http://schemas.microsoft.com/office/drawing/2014/main" id="{8BEB937B-D5D9-42DC-9B13-9EDDB1891B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3" y="3841"/>
                <a:ext cx="119" cy="100"/>
              </a:xfrm>
              <a:custGeom>
                <a:avLst/>
                <a:gdLst>
                  <a:gd name="T0" fmla="*/ 1 w 112"/>
                  <a:gd name="T1" fmla="*/ 0 h 94"/>
                  <a:gd name="T2" fmla="*/ 5 w 112"/>
                  <a:gd name="T3" fmla="*/ 50 h 94"/>
                  <a:gd name="T4" fmla="*/ 16 w 112"/>
                  <a:gd name="T5" fmla="*/ 77 h 94"/>
                  <a:gd name="T6" fmla="*/ 53 w 112"/>
                  <a:gd name="T7" fmla="*/ 99 h 94"/>
                  <a:gd name="T8" fmla="*/ 95 w 112"/>
                  <a:gd name="T9" fmla="*/ 103 h 94"/>
                  <a:gd name="T10" fmla="*/ 134 w 112"/>
                  <a:gd name="T11" fmla="*/ 109 h 94"/>
                  <a:gd name="T12" fmla="*/ 94 w 112"/>
                  <a:gd name="T13" fmla="*/ 41 h 94"/>
                  <a:gd name="T14" fmla="*/ 102 w 112"/>
                  <a:gd name="T15" fmla="*/ 84 h 94"/>
                  <a:gd name="T16" fmla="*/ 97 w 112"/>
                  <a:gd name="T17" fmla="*/ 95 h 94"/>
                  <a:gd name="T18" fmla="*/ 75 w 112"/>
                  <a:gd name="T19" fmla="*/ 91 h 94"/>
                  <a:gd name="T20" fmla="*/ 30 w 112"/>
                  <a:gd name="T21" fmla="*/ 70 h 94"/>
                  <a:gd name="T22" fmla="*/ 12 w 112"/>
                  <a:gd name="T23" fmla="*/ 38 h 94"/>
                  <a:gd name="T24" fmla="*/ 4 w 112"/>
                  <a:gd name="T25" fmla="*/ 5 h 9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12" h="94">
                    <a:moveTo>
                      <a:pt x="1" y="0"/>
                    </a:moveTo>
                    <a:cubicBezTo>
                      <a:pt x="0" y="13"/>
                      <a:pt x="3" y="28"/>
                      <a:pt x="5" y="41"/>
                    </a:cubicBezTo>
                    <a:cubicBezTo>
                      <a:pt x="6" y="50"/>
                      <a:pt x="7" y="57"/>
                      <a:pt x="13" y="64"/>
                    </a:cubicBezTo>
                    <a:cubicBezTo>
                      <a:pt x="20" y="74"/>
                      <a:pt x="32" y="80"/>
                      <a:pt x="44" y="82"/>
                    </a:cubicBezTo>
                    <a:cubicBezTo>
                      <a:pt x="56" y="84"/>
                      <a:pt x="67" y="83"/>
                      <a:pt x="79" y="86"/>
                    </a:cubicBezTo>
                    <a:cubicBezTo>
                      <a:pt x="88" y="88"/>
                      <a:pt x="103" y="94"/>
                      <a:pt x="112" y="90"/>
                    </a:cubicBezTo>
                    <a:cubicBezTo>
                      <a:pt x="95" y="75"/>
                      <a:pt x="81" y="59"/>
                      <a:pt x="78" y="35"/>
                    </a:cubicBezTo>
                    <a:cubicBezTo>
                      <a:pt x="78" y="47"/>
                      <a:pt x="83" y="58"/>
                      <a:pt x="85" y="70"/>
                    </a:cubicBezTo>
                    <a:cubicBezTo>
                      <a:pt x="86" y="76"/>
                      <a:pt x="88" y="79"/>
                      <a:pt x="81" y="79"/>
                    </a:cubicBezTo>
                    <a:cubicBezTo>
                      <a:pt x="75" y="80"/>
                      <a:pt x="69" y="76"/>
                      <a:pt x="63" y="76"/>
                    </a:cubicBezTo>
                    <a:cubicBezTo>
                      <a:pt x="48" y="74"/>
                      <a:pt x="36" y="69"/>
                      <a:pt x="24" y="58"/>
                    </a:cubicBezTo>
                    <a:cubicBezTo>
                      <a:pt x="15" y="51"/>
                      <a:pt x="12" y="43"/>
                      <a:pt x="9" y="32"/>
                    </a:cubicBezTo>
                    <a:cubicBezTo>
                      <a:pt x="6" y="23"/>
                      <a:pt x="1" y="14"/>
                      <a:pt x="4" y="5"/>
                    </a:cubicBezTo>
                  </a:path>
                </a:pathLst>
              </a:custGeom>
              <a:solidFill>
                <a:srgbClr val="C2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726" name="Freeform 259">
                <a:extLst>
                  <a:ext uri="{FF2B5EF4-FFF2-40B4-BE49-F238E27FC236}">
                    <a16:creationId xmlns:a16="http://schemas.microsoft.com/office/drawing/2014/main" id="{D6B884E8-6A70-4729-A3BE-2D5AF6109B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1" y="3792"/>
                <a:ext cx="111" cy="68"/>
              </a:xfrm>
              <a:custGeom>
                <a:avLst/>
                <a:gdLst>
                  <a:gd name="T0" fmla="*/ 126 w 104"/>
                  <a:gd name="T1" fmla="*/ 14 h 64"/>
                  <a:gd name="T2" fmla="*/ 53 w 104"/>
                  <a:gd name="T3" fmla="*/ 3 h 64"/>
                  <a:gd name="T4" fmla="*/ 0 w 104"/>
                  <a:gd name="T5" fmla="*/ 43 h 64"/>
                  <a:gd name="T6" fmla="*/ 42 w 104"/>
                  <a:gd name="T7" fmla="*/ 30 h 64"/>
                  <a:gd name="T8" fmla="*/ 53 w 104"/>
                  <a:gd name="T9" fmla="*/ 77 h 64"/>
                  <a:gd name="T10" fmla="*/ 58 w 104"/>
                  <a:gd name="T11" fmla="*/ 49 h 64"/>
                  <a:gd name="T12" fmla="*/ 83 w 104"/>
                  <a:gd name="T13" fmla="*/ 33 h 64"/>
                  <a:gd name="T14" fmla="*/ 101 w 104"/>
                  <a:gd name="T15" fmla="*/ 22 h 64"/>
                  <a:gd name="T16" fmla="*/ 123 w 104"/>
                  <a:gd name="T17" fmla="*/ 15 h 6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4" h="64">
                    <a:moveTo>
                      <a:pt x="104" y="11"/>
                    </a:moveTo>
                    <a:cubicBezTo>
                      <a:pt x="83" y="21"/>
                      <a:pt x="64" y="6"/>
                      <a:pt x="44" y="3"/>
                    </a:cubicBezTo>
                    <a:cubicBezTo>
                      <a:pt x="22" y="0"/>
                      <a:pt x="10" y="18"/>
                      <a:pt x="0" y="36"/>
                    </a:cubicBezTo>
                    <a:cubicBezTo>
                      <a:pt x="6" y="27"/>
                      <a:pt x="25" y="17"/>
                      <a:pt x="35" y="24"/>
                    </a:cubicBezTo>
                    <a:cubicBezTo>
                      <a:pt x="47" y="32"/>
                      <a:pt x="41" y="53"/>
                      <a:pt x="44" y="64"/>
                    </a:cubicBezTo>
                    <a:cubicBezTo>
                      <a:pt x="44" y="56"/>
                      <a:pt x="46" y="48"/>
                      <a:pt x="48" y="40"/>
                    </a:cubicBezTo>
                    <a:cubicBezTo>
                      <a:pt x="52" y="31"/>
                      <a:pt x="59" y="30"/>
                      <a:pt x="68" y="27"/>
                    </a:cubicBezTo>
                    <a:cubicBezTo>
                      <a:pt x="73" y="25"/>
                      <a:pt x="78" y="22"/>
                      <a:pt x="83" y="19"/>
                    </a:cubicBezTo>
                    <a:cubicBezTo>
                      <a:pt x="89" y="17"/>
                      <a:pt x="97" y="16"/>
                      <a:pt x="101" y="12"/>
                    </a:cubicBezTo>
                  </a:path>
                </a:pathLst>
              </a:custGeom>
              <a:solidFill>
                <a:srgbClr val="C2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727" name="Freeform 260">
                <a:extLst>
                  <a:ext uri="{FF2B5EF4-FFF2-40B4-BE49-F238E27FC236}">
                    <a16:creationId xmlns:a16="http://schemas.microsoft.com/office/drawing/2014/main" id="{571E4FC3-6DF2-4FA3-AFEF-CDB6F0C231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2" y="3174"/>
                <a:ext cx="189" cy="312"/>
              </a:xfrm>
              <a:custGeom>
                <a:avLst/>
                <a:gdLst>
                  <a:gd name="T0" fmla="*/ 213 w 178"/>
                  <a:gd name="T1" fmla="*/ 12 h 293"/>
                  <a:gd name="T2" fmla="*/ 132 w 178"/>
                  <a:gd name="T3" fmla="*/ 1 h 293"/>
                  <a:gd name="T4" fmla="*/ 71 w 178"/>
                  <a:gd name="T5" fmla="*/ 1 h 293"/>
                  <a:gd name="T6" fmla="*/ 31 w 178"/>
                  <a:gd name="T7" fmla="*/ 5 h 293"/>
                  <a:gd name="T8" fmla="*/ 19 w 178"/>
                  <a:gd name="T9" fmla="*/ 53 h 293"/>
                  <a:gd name="T10" fmla="*/ 5 w 178"/>
                  <a:gd name="T11" fmla="*/ 196 h 293"/>
                  <a:gd name="T12" fmla="*/ 36 w 178"/>
                  <a:gd name="T13" fmla="*/ 354 h 293"/>
                  <a:gd name="T14" fmla="*/ 22 w 178"/>
                  <a:gd name="T15" fmla="*/ 243 h 293"/>
                  <a:gd name="T16" fmla="*/ 25 w 178"/>
                  <a:gd name="T17" fmla="*/ 158 h 293"/>
                  <a:gd name="T18" fmla="*/ 35 w 178"/>
                  <a:gd name="T19" fmla="*/ 111 h 293"/>
                  <a:gd name="T20" fmla="*/ 40 w 178"/>
                  <a:gd name="T21" fmla="*/ 53 h 293"/>
                  <a:gd name="T22" fmla="*/ 66 w 178"/>
                  <a:gd name="T23" fmla="*/ 45 h 293"/>
                  <a:gd name="T24" fmla="*/ 116 w 178"/>
                  <a:gd name="T25" fmla="*/ 34 h 293"/>
                  <a:gd name="T26" fmla="*/ 158 w 178"/>
                  <a:gd name="T27" fmla="*/ 24 h 293"/>
                  <a:gd name="T28" fmla="*/ 192 w 178"/>
                  <a:gd name="T29" fmla="*/ 20 h 293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78" h="293">
                    <a:moveTo>
                      <a:pt x="178" y="9"/>
                    </a:moveTo>
                    <a:cubicBezTo>
                      <a:pt x="154" y="9"/>
                      <a:pt x="133" y="2"/>
                      <a:pt x="110" y="1"/>
                    </a:cubicBezTo>
                    <a:cubicBezTo>
                      <a:pt x="94" y="0"/>
                      <a:pt x="76" y="1"/>
                      <a:pt x="59" y="1"/>
                    </a:cubicBezTo>
                    <a:cubicBezTo>
                      <a:pt x="52" y="1"/>
                      <a:pt x="31" y="0"/>
                      <a:pt x="25" y="5"/>
                    </a:cubicBezTo>
                    <a:cubicBezTo>
                      <a:pt x="16" y="13"/>
                      <a:pt x="17" y="35"/>
                      <a:pt x="16" y="44"/>
                    </a:cubicBezTo>
                    <a:cubicBezTo>
                      <a:pt x="13" y="83"/>
                      <a:pt x="10" y="123"/>
                      <a:pt x="5" y="162"/>
                    </a:cubicBezTo>
                    <a:cubicBezTo>
                      <a:pt x="0" y="210"/>
                      <a:pt x="24" y="248"/>
                      <a:pt x="30" y="293"/>
                    </a:cubicBezTo>
                    <a:cubicBezTo>
                      <a:pt x="29" y="263"/>
                      <a:pt x="20" y="232"/>
                      <a:pt x="19" y="201"/>
                    </a:cubicBezTo>
                    <a:cubicBezTo>
                      <a:pt x="17" y="178"/>
                      <a:pt x="18" y="153"/>
                      <a:pt x="22" y="131"/>
                    </a:cubicBezTo>
                    <a:cubicBezTo>
                      <a:pt x="24" y="118"/>
                      <a:pt x="27" y="105"/>
                      <a:pt x="29" y="92"/>
                    </a:cubicBezTo>
                    <a:cubicBezTo>
                      <a:pt x="31" y="78"/>
                      <a:pt x="29" y="57"/>
                      <a:pt x="34" y="44"/>
                    </a:cubicBezTo>
                    <a:cubicBezTo>
                      <a:pt x="39" y="31"/>
                      <a:pt x="43" y="36"/>
                      <a:pt x="55" y="37"/>
                    </a:cubicBezTo>
                    <a:cubicBezTo>
                      <a:pt x="71" y="38"/>
                      <a:pt x="83" y="32"/>
                      <a:pt x="97" y="28"/>
                    </a:cubicBezTo>
                    <a:cubicBezTo>
                      <a:pt x="109" y="24"/>
                      <a:pt x="120" y="23"/>
                      <a:pt x="132" y="21"/>
                    </a:cubicBezTo>
                    <a:cubicBezTo>
                      <a:pt x="140" y="20"/>
                      <a:pt x="154" y="22"/>
                      <a:pt x="160" y="17"/>
                    </a:cubicBezTo>
                  </a:path>
                </a:pathLst>
              </a:custGeom>
              <a:solidFill>
                <a:srgbClr val="C2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728" name="Freeform 261">
                <a:extLst>
                  <a:ext uri="{FF2B5EF4-FFF2-40B4-BE49-F238E27FC236}">
                    <a16:creationId xmlns:a16="http://schemas.microsoft.com/office/drawing/2014/main" id="{18FBECDC-8E83-42E3-9867-9A0D6CC11A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8" y="3327"/>
                <a:ext cx="151" cy="341"/>
              </a:xfrm>
              <a:custGeom>
                <a:avLst/>
                <a:gdLst>
                  <a:gd name="T0" fmla="*/ 11 w 142"/>
                  <a:gd name="T1" fmla="*/ 140 h 320"/>
                  <a:gd name="T2" fmla="*/ 74 w 142"/>
                  <a:gd name="T3" fmla="*/ 285 h 320"/>
                  <a:gd name="T4" fmla="*/ 171 w 142"/>
                  <a:gd name="T5" fmla="*/ 387 h 320"/>
                  <a:gd name="T6" fmla="*/ 84 w 142"/>
                  <a:gd name="T7" fmla="*/ 276 h 320"/>
                  <a:gd name="T8" fmla="*/ 33 w 142"/>
                  <a:gd name="T9" fmla="*/ 167 h 320"/>
                  <a:gd name="T10" fmla="*/ 7 w 142"/>
                  <a:gd name="T11" fmla="*/ 0 h 32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2" h="320">
                    <a:moveTo>
                      <a:pt x="8" y="115"/>
                    </a:moveTo>
                    <a:cubicBezTo>
                      <a:pt x="13" y="158"/>
                      <a:pt x="38" y="202"/>
                      <a:pt x="62" y="236"/>
                    </a:cubicBezTo>
                    <a:cubicBezTo>
                      <a:pt x="82" y="265"/>
                      <a:pt x="112" y="301"/>
                      <a:pt x="142" y="320"/>
                    </a:cubicBezTo>
                    <a:cubicBezTo>
                      <a:pt x="117" y="292"/>
                      <a:pt x="88" y="261"/>
                      <a:pt x="70" y="228"/>
                    </a:cubicBezTo>
                    <a:cubicBezTo>
                      <a:pt x="54" y="199"/>
                      <a:pt x="42" y="168"/>
                      <a:pt x="27" y="138"/>
                    </a:cubicBezTo>
                    <a:cubicBezTo>
                      <a:pt x="7" y="100"/>
                      <a:pt x="0" y="43"/>
                      <a:pt x="7" y="0"/>
                    </a:cubicBezTo>
                  </a:path>
                </a:pathLst>
              </a:custGeom>
              <a:solidFill>
                <a:srgbClr val="C2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729" name="Freeform 262">
                <a:extLst>
                  <a:ext uri="{FF2B5EF4-FFF2-40B4-BE49-F238E27FC236}">
                    <a16:creationId xmlns:a16="http://schemas.microsoft.com/office/drawing/2014/main" id="{4B914B33-0A80-4958-A33C-EF06A3DD99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9" y="2492"/>
                <a:ext cx="124" cy="22"/>
              </a:xfrm>
              <a:custGeom>
                <a:avLst/>
                <a:gdLst>
                  <a:gd name="T0" fmla="*/ 0 w 117"/>
                  <a:gd name="T1" fmla="*/ 8 h 21"/>
                  <a:gd name="T2" fmla="*/ 58 w 117"/>
                  <a:gd name="T3" fmla="*/ 21 h 21"/>
                  <a:gd name="T4" fmla="*/ 139 w 117"/>
                  <a:gd name="T5" fmla="*/ 0 h 21"/>
                  <a:gd name="T6" fmla="*/ 3 w 117"/>
                  <a:gd name="T7" fmla="*/ 8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7" h="21">
                    <a:moveTo>
                      <a:pt x="0" y="8"/>
                    </a:moveTo>
                    <a:cubicBezTo>
                      <a:pt x="9" y="19"/>
                      <a:pt x="34" y="17"/>
                      <a:pt x="49" y="18"/>
                    </a:cubicBezTo>
                    <a:cubicBezTo>
                      <a:pt x="71" y="19"/>
                      <a:pt x="97" y="8"/>
                      <a:pt x="117" y="0"/>
                    </a:cubicBezTo>
                    <a:cubicBezTo>
                      <a:pt x="79" y="21"/>
                      <a:pt x="42" y="7"/>
                      <a:pt x="3" y="8"/>
                    </a:cubicBezTo>
                  </a:path>
                </a:pathLst>
              </a:custGeom>
              <a:solidFill>
                <a:srgbClr val="C2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730" name="Freeform 263">
                <a:extLst>
                  <a:ext uri="{FF2B5EF4-FFF2-40B4-BE49-F238E27FC236}">
                    <a16:creationId xmlns:a16="http://schemas.microsoft.com/office/drawing/2014/main" id="{DA9EB170-642B-46F5-A4F0-F315E6A78F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9" y="1585"/>
                <a:ext cx="38" cy="48"/>
              </a:xfrm>
              <a:custGeom>
                <a:avLst/>
                <a:gdLst>
                  <a:gd name="T0" fmla="*/ 0 w 35"/>
                  <a:gd name="T1" fmla="*/ 54 h 45"/>
                  <a:gd name="T2" fmla="*/ 45 w 35"/>
                  <a:gd name="T3" fmla="*/ 0 h 45"/>
                  <a:gd name="T4" fmla="*/ 41 w 35"/>
                  <a:gd name="T5" fmla="*/ 50 h 45"/>
                  <a:gd name="T6" fmla="*/ 1 w 35"/>
                  <a:gd name="T7" fmla="*/ 53 h 4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5" h="45">
                    <a:moveTo>
                      <a:pt x="0" y="45"/>
                    </a:moveTo>
                    <a:cubicBezTo>
                      <a:pt x="10" y="30"/>
                      <a:pt x="21" y="11"/>
                      <a:pt x="35" y="0"/>
                    </a:cubicBezTo>
                    <a:cubicBezTo>
                      <a:pt x="29" y="12"/>
                      <a:pt x="17" y="32"/>
                      <a:pt x="32" y="41"/>
                    </a:cubicBezTo>
                    <a:cubicBezTo>
                      <a:pt x="21" y="42"/>
                      <a:pt x="11" y="42"/>
                      <a:pt x="1" y="44"/>
                    </a:cubicBezTo>
                  </a:path>
                </a:pathLst>
              </a:custGeom>
              <a:solidFill>
                <a:srgbClr val="C2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731" name="Freeform 264">
                <a:extLst>
                  <a:ext uri="{FF2B5EF4-FFF2-40B4-BE49-F238E27FC236}">
                    <a16:creationId xmlns:a16="http://schemas.microsoft.com/office/drawing/2014/main" id="{588F24C1-C18D-4209-AECD-D489E4E235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5" y="1639"/>
                <a:ext cx="64" cy="87"/>
              </a:xfrm>
              <a:custGeom>
                <a:avLst/>
                <a:gdLst>
                  <a:gd name="T0" fmla="*/ 73 w 60"/>
                  <a:gd name="T1" fmla="*/ 0 h 82"/>
                  <a:gd name="T2" fmla="*/ 33 w 60"/>
                  <a:gd name="T3" fmla="*/ 6 h 82"/>
                  <a:gd name="T4" fmla="*/ 12 w 60"/>
                  <a:gd name="T5" fmla="*/ 24 h 82"/>
                  <a:gd name="T6" fmla="*/ 5 w 60"/>
                  <a:gd name="T7" fmla="*/ 59 h 82"/>
                  <a:gd name="T8" fmla="*/ 25 w 60"/>
                  <a:gd name="T9" fmla="*/ 98 h 82"/>
                  <a:gd name="T10" fmla="*/ 20 w 60"/>
                  <a:gd name="T11" fmla="*/ 58 h 82"/>
                  <a:gd name="T12" fmla="*/ 27 w 60"/>
                  <a:gd name="T13" fmla="*/ 29 h 82"/>
                  <a:gd name="T14" fmla="*/ 48 w 60"/>
                  <a:gd name="T15" fmla="*/ 15 h 82"/>
                  <a:gd name="T16" fmla="*/ 66 w 60"/>
                  <a:gd name="T17" fmla="*/ 4 h 8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0" h="82">
                    <a:moveTo>
                      <a:pt x="60" y="0"/>
                    </a:moveTo>
                    <a:cubicBezTo>
                      <a:pt x="49" y="7"/>
                      <a:pt x="40" y="7"/>
                      <a:pt x="27" y="6"/>
                    </a:cubicBezTo>
                    <a:cubicBezTo>
                      <a:pt x="13" y="6"/>
                      <a:pt x="12" y="9"/>
                      <a:pt x="9" y="21"/>
                    </a:cubicBezTo>
                    <a:cubicBezTo>
                      <a:pt x="5" y="32"/>
                      <a:pt x="0" y="39"/>
                      <a:pt x="5" y="50"/>
                    </a:cubicBezTo>
                    <a:cubicBezTo>
                      <a:pt x="10" y="59"/>
                      <a:pt x="20" y="72"/>
                      <a:pt x="21" y="82"/>
                    </a:cubicBezTo>
                    <a:cubicBezTo>
                      <a:pt x="24" y="74"/>
                      <a:pt x="18" y="58"/>
                      <a:pt x="17" y="49"/>
                    </a:cubicBezTo>
                    <a:cubicBezTo>
                      <a:pt x="16" y="40"/>
                      <a:pt x="17" y="31"/>
                      <a:pt x="22" y="24"/>
                    </a:cubicBezTo>
                    <a:cubicBezTo>
                      <a:pt x="27" y="19"/>
                      <a:pt x="33" y="16"/>
                      <a:pt x="39" y="12"/>
                    </a:cubicBezTo>
                    <a:cubicBezTo>
                      <a:pt x="43" y="10"/>
                      <a:pt x="49" y="6"/>
                      <a:pt x="54" y="4"/>
                    </a:cubicBezTo>
                  </a:path>
                </a:pathLst>
              </a:custGeom>
              <a:solidFill>
                <a:srgbClr val="C2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732" name="Freeform 265">
                <a:extLst>
                  <a:ext uri="{FF2B5EF4-FFF2-40B4-BE49-F238E27FC236}">
                    <a16:creationId xmlns:a16="http://schemas.microsoft.com/office/drawing/2014/main" id="{E577D484-818E-40B1-B181-16BAFD75D1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3" y="1792"/>
                <a:ext cx="78" cy="83"/>
              </a:xfrm>
              <a:custGeom>
                <a:avLst/>
                <a:gdLst>
                  <a:gd name="T0" fmla="*/ 89 w 73"/>
                  <a:gd name="T1" fmla="*/ 46 h 78"/>
                  <a:gd name="T2" fmla="*/ 60 w 73"/>
                  <a:gd name="T3" fmla="*/ 33 h 78"/>
                  <a:gd name="T4" fmla="*/ 38 w 73"/>
                  <a:gd name="T5" fmla="*/ 22 h 78"/>
                  <a:gd name="T6" fmla="*/ 0 w 73"/>
                  <a:gd name="T7" fmla="*/ 0 h 78"/>
                  <a:gd name="T8" fmla="*/ 41 w 73"/>
                  <a:gd name="T9" fmla="*/ 94 h 78"/>
                  <a:gd name="T10" fmla="*/ 38 w 73"/>
                  <a:gd name="T11" fmla="*/ 37 h 78"/>
                  <a:gd name="T12" fmla="*/ 66 w 73"/>
                  <a:gd name="T13" fmla="*/ 45 h 78"/>
                  <a:gd name="T14" fmla="*/ 89 w 73"/>
                  <a:gd name="T15" fmla="*/ 52 h 7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3" h="78">
                    <a:moveTo>
                      <a:pt x="73" y="38"/>
                    </a:moveTo>
                    <a:cubicBezTo>
                      <a:pt x="68" y="39"/>
                      <a:pt x="55" y="30"/>
                      <a:pt x="49" y="27"/>
                    </a:cubicBezTo>
                    <a:cubicBezTo>
                      <a:pt x="43" y="24"/>
                      <a:pt x="37" y="22"/>
                      <a:pt x="32" y="19"/>
                    </a:cubicBezTo>
                    <a:cubicBezTo>
                      <a:pt x="22" y="13"/>
                      <a:pt x="8" y="8"/>
                      <a:pt x="0" y="0"/>
                    </a:cubicBezTo>
                    <a:cubicBezTo>
                      <a:pt x="5" y="28"/>
                      <a:pt x="23" y="52"/>
                      <a:pt x="34" y="78"/>
                    </a:cubicBezTo>
                    <a:cubicBezTo>
                      <a:pt x="35" y="67"/>
                      <a:pt x="12" y="33"/>
                      <a:pt x="32" y="31"/>
                    </a:cubicBezTo>
                    <a:cubicBezTo>
                      <a:pt x="38" y="31"/>
                      <a:pt x="48" y="35"/>
                      <a:pt x="54" y="37"/>
                    </a:cubicBezTo>
                    <a:cubicBezTo>
                      <a:pt x="60" y="39"/>
                      <a:pt x="65" y="43"/>
                      <a:pt x="73" y="43"/>
                    </a:cubicBezTo>
                  </a:path>
                </a:pathLst>
              </a:custGeom>
              <a:solidFill>
                <a:srgbClr val="C2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733" name="Freeform 266">
                <a:extLst>
                  <a:ext uri="{FF2B5EF4-FFF2-40B4-BE49-F238E27FC236}">
                    <a16:creationId xmlns:a16="http://schemas.microsoft.com/office/drawing/2014/main" id="{0A1A5004-8377-497C-A016-AA75644E76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1" y="2174"/>
                <a:ext cx="122" cy="176"/>
              </a:xfrm>
              <a:custGeom>
                <a:avLst/>
                <a:gdLst>
                  <a:gd name="T0" fmla="*/ 107 w 115"/>
                  <a:gd name="T1" fmla="*/ 21 h 166"/>
                  <a:gd name="T2" fmla="*/ 57 w 115"/>
                  <a:gd name="T3" fmla="*/ 55 h 166"/>
                  <a:gd name="T4" fmla="*/ 72 w 115"/>
                  <a:gd name="T5" fmla="*/ 93 h 166"/>
                  <a:gd name="T6" fmla="*/ 107 w 115"/>
                  <a:gd name="T7" fmla="*/ 83 h 166"/>
                  <a:gd name="T8" fmla="*/ 137 w 115"/>
                  <a:gd name="T9" fmla="*/ 73 h 166"/>
                  <a:gd name="T10" fmla="*/ 79 w 115"/>
                  <a:gd name="T11" fmla="*/ 116 h 166"/>
                  <a:gd name="T12" fmla="*/ 72 w 115"/>
                  <a:gd name="T13" fmla="*/ 198 h 166"/>
                  <a:gd name="T14" fmla="*/ 72 w 115"/>
                  <a:gd name="T15" fmla="*/ 134 h 166"/>
                  <a:gd name="T16" fmla="*/ 64 w 115"/>
                  <a:gd name="T17" fmla="*/ 87 h 166"/>
                  <a:gd name="T18" fmla="*/ 46 w 115"/>
                  <a:gd name="T19" fmla="*/ 43 h 166"/>
                  <a:gd name="T20" fmla="*/ 31 w 115"/>
                  <a:gd name="T21" fmla="*/ 27 h 166"/>
                  <a:gd name="T22" fmla="*/ 0 w 115"/>
                  <a:gd name="T23" fmla="*/ 1 h 166"/>
                  <a:gd name="T24" fmla="*/ 29 w 115"/>
                  <a:gd name="T25" fmla="*/ 17 h 166"/>
                  <a:gd name="T26" fmla="*/ 56 w 115"/>
                  <a:gd name="T27" fmla="*/ 29 h 166"/>
                  <a:gd name="T28" fmla="*/ 81 w 115"/>
                  <a:gd name="T29" fmla="*/ 25 h 166"/>
                  <a:gd name="T30" fmla="*/ 104 w 115"/>
                  <a:gd name="T31" fmla="*/ 21 h 16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15" h="166">
                    <a:moveTo>
                      <a:pt x="90" y="18"/>
                    </a:moveTo>
                    <a:cubicBezTo>
                      <a:pt x="75" y="24"/>
                      <a:pt x="60" y="35"/>
                      <a:pt x="48" y="46"/>
                    </a:cubicBezTo>
                    <a:cubicBezTo>
                      <a:pt x="45" y="56"/>
                      <a:pt x="47" y="74"/>
                      <a:pt x="60" y="78"/>
                    </a:cubicBezTo>
                    <a:cubicBezTo>
                      <a:pt x="68" y="80"/>
                      <a:pt x="81" y="73"/>
                      <a:pt x="90" y="70"/>
                    </a:cubicBezTo>
                    <a:cubicBezTo>
                      <a:pt x="98" y="67"/>
                      <a:pt x="108" y="65"/>
                      <a:pt x="115" y="61"/>
                    </a:cubicBezTo>
                    <a:cubicBezTo>
                      <a:pt x="102" y="79"/>
                      <a:pt x="67" y="70"/>
                      <a:pt x="66" y="97"/>
                    </a:cubicBezTo>
                    <a:cubicBezTo>
                      <a:pt x="64" y="121"/>
                      <a:pt x="56" y="142"/>
                      <a:pt x="60" y="166"/>
                    </a:cubicBezTo>
                    <a:cubicBezTo>
                      <a:pt x="57" y="146"/>
                      <a:pt x="56" y="131"/>
                      <a:pt x="60" y="112"/>
                    </a:cubicBezTo>
                    <a:cubicBezTo>
                      <a:pt x="64" y="97"/>
                      <a:pt x="62" y="87"/>
                      <a:pt x="54" y="73"/>
                    </a:cubicBezTo>
                    <a:cubicBezTo>
                      <a:pt x="47" y="61"/>
                      <a:pt x="44" y="48"/>
                      <a:pt x="39" y="37"/>
                    </a:cubicBezTo>
                    <a:cubicBezTo>
                      <a:pt x="36" y="30"/>
                      <a:pt x="30" y="27"/>
                      <a:pt x="25" y="23"/>
                    </a:cubicBezTo>
                    <a:cubicBezTo>
                      <a:pt x="17" y="16"/>
                      <a:pt x="10" y="5"/>
                      <a:pt x="0" y="1"/>
                    </a:cubicBezTo>
                    <a:cubicBezTo>
                      <a:pt x="7" y="0"/>
                      <a:pt x="17" y="10"/>
                      <a:pt x="24" y="14"/>
                    </a:cubicBezTo>
                    <a:cubicBezTo>
                      <a:pt x="32" y="19"/>
                      <a:pt x="38" y="22"/>
                      <a:pt x="47" y="24"/>
                    </a:cubicBezTo>
                    <a:cubicBezTo>
                      <a:pt x="56" y="27"/>
                      <a:pt x="59" y="25"/>
                      <a:pt x="68" y="22"/>
                    </a:cubicBezTo>
                    <a:cubicBezTo>
                      <a:pt x="74" y="20"/>
                      <a:pt x="83" y="21"/>
                      <a:pt x="87" y="18"/>
                    </a:cubicBezTo>
                  </a:path>
                </a:pathLst>
              </a:custGeom>
              <a:solidFill>
                <a:srgbClr val="C2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734" name="Freeform 267">
                <a:extLst>
                  <a:ext uri="{FF2B5EF4-FFF2-40B4-BE49-F238E27FC236}">
                    <a16:creationId xmlns:a16="http://schemas.microsoft.com/office/drawing/2014/main" id="{493C1235-7FE1-4201-A4D4-3FEAF7F3F8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0" y="2397"/>
                <a:ext cx="32" cy="59"/>
              </a:xfrm>
              <a:custGeom>
                <a:avLst/>
                <a:gdLst>
                  <a:gd name="T0" fmla="*/ 0 w 30"/>
                  <a:gd name="T1" fmla="*/ 1 h 55"/>
                  <a:gd name="T2" fmla="*/ 12 w 30"/>
                  <a:gd name="T3" fmla="*/ 68 h 55"/>
                  <a:gd name="T4" fmla="*/ 36 w 30"/>
                  <a:gd name="T5" fmla="*/ 62 h 55"/>
                  <a:gd name="T6" fmla="*/ 16 w 30"/>
                  <a:gd name="T7" fmla="*/ 41 h 55"/>
                  <a:gd name="T8" fmla="*/ 2 w 30"/>
                  <a:gd name="T9" fmla="*/ 0 h 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55">
                    <a:moveTo>
                      <a:pt x="0" y="1"/>
                    </a:moveTo>
                    <a:cubicBezTo>
                      <a:pt x="9" y="17"/>
                      <a:pt x="9" y="37"/>
                      <a:pt x="9" y="55"/>
                    </a:cubicBezTo>
                    <a:cubicBezTo>
                      <a:pt x="10" y="45"/>
                      <a:pt x="24" y="46"/>
                      <a:pt x="30" y="50"/>
                    </a:cubicBezTo>
                    <a:cubicBezTo>
                      <a:pt x="26" y="45"/>
                      <a:pt x="18" y="39"/>
                      <a:pt x="13" y="33"/>
                    </a:cubicBezTo>
                    <a:cubicBezTo>
                      <a:pt x="8" y="25"/>
                      <a:pt x="2" y="10"/>
                      <a:pt x="2" y="0"/>
                    </a:cubicBezTo>
                  </a:path>
                </a:pathLst>
              </a:custGeom>
              <a:solidFill>
                <a:srgbClr val="C2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735" name="Freeform 268">
                <a:extLst>
                  <a:ext uri="{FF2B5EF4-FFF2-40B4-BE49-F238E27FC236}">
                    <a16:creationId xmlns:a16="http://schemas.microsoft.com/office/drawing/2014/main" id="{0266374D-03F4-4BC0-93D0-5D3231F73A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3" y="1922"/>
                <a:ext cx="115" cy="210"/>
              </a:xfrm>
              <a:custGeom>
                <a:avLst/>
                <a:gdLst>
                  <a:gd name="T0" fmla="*/ 0 w 108"/>
                  <a:gd name="T1" fmla="*/ 0 h 197"/>
                  <a:gd name="T2" fmla="*/ 7 w 108"/>
                  <a:gd name="T3" fmla="*/ 29 h 197"/>
                  <a:gd name="T4" fmla="*/ 24 w 108"/>
                  <a:gd name="T5" fmla="*/ 50 h 197"/>
                  <a:gd name="T6" fmla="*/ 55 w 108"/>
                  <a:gd name="T7" fmla="*/ 102 h 197"/>
                  <a:gd name="T8" fmla="*/ 76 w 108"/>
                  <a:gd name="T9" fmla="*/ 164 h 197"/>
                  <a:gd name="T10" fmla="*/ 130 w 108"/>
                  <a:gd name="T11" fmla="*/ 239 h 197"/>
                  <a:gd name="T12" fmla="*/ 68 w 108"/>
                  <a:gd name="T13" fmla="*/ 96 h 197"/>
                  <a:gd name="T14" fmla="*/ 36 w 108"/>
                  <a:gd name="T15" fmla="*/ 38 h 197"/>
                  <a:gd name="T16" fmla="*/ 7 w 108"/>
                  <a:gd name="T17" fmla="*/ 0 h 19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8" h="197">
                    <a:moveTo>
                      <a:pt x="0" y="0"/>
                    </a:moveTo>
                    <a:cubicBezTo>
                      <a:pt x="2" y="8"/>
                      <a:pt x="3" y="16"/>
                      <a:pt x="7" y="23"/>
                    </a:cubicBezTo>
                    <a:cubicBezTo>
                      <a:pt x="10" y="30"/>
                      <a:pt x="16" y="34"/>
                      <a:pt x="21" y="41"/>
                    </a:cubicBezTo>
                    <a:cubicBezTo>
                      <a:pt x="32" y="53"/>
                      <a:pt x="40" y="68"/>
                      <a:pt x="46" y="84"/>
                    </a:cubicBezTo>
                    <a:cubicBezTo>
                      <a:pt x="52" y="102"/>
                      <a:pt x="54" y="118"/>
                      <a:pt x="63" y="135"/>
                    </a:cubicBezTo>
                    <a:cubicBezTo>
                      <a:pt x="75" y="158"/>
                      <a:pt x="92" y="177"/>
                      <a:pt x="108" y="197"/>
                    </a:cubicBezTo>
                    <a:cubicBezTo>
                      <a:pt x="78" y="163"/>
                      <a:pt x="70" y="120"/>
                      <a:pt x="56" y="79"/>
                    </a:cubicBezTo>
                    <a:cubicBezTo>
                      <a:pt x="50" y="61"/>
                      <a:pt x="42" y="46"/>
                      <a:pt x="30" y="32"/>
                    </a:cubicBezTo>
                    <a:cubicBezTo>
                      <a:pt x="22" y="21"/>
                      <a:pt x="15" y="9"/>
                      <a:pt x="7" y="0"/>
                    </a:cubicBezTo>
                  </a:path>
                </a:pathLst>
              </a:custGeom>
              <a:solidFill>
                <a:srgbClr val="C2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736" name="Freeform 269">
                <a:extLst>
                  <a:ext uri="{FF2B5EF4-FFF2-40B4-BE49-F238E27FC236}">
                    <a16:creationId xmlns:a16="http://schemas.microsoft.com/office/drawing/2014/main" id="{795BF012-5124-4A9B-9EDA-92079B2B9C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6" y="1847"/>
                <a:ext cx="156" cy="127"/>
              </a:xfrm>
              <a:custGeom>
                <a:avLst/>
                <a:gdLst>
                  <a:gd name="T0" fmla="*/ 111 w 146"/>
                  <a:gd name="T1" fmla="*/ 7 h 119"/>
                  <a:gd name="T2" fmla="*/ 177 w 146"/>
                  <a:gd name="T3" fmla="*/ 55 h 119"/>
                  <a:gd name="T4" fmla="*/ 106 w 146"/>
                  <a:gd name="T5" fmla="*/ 128 h 119"/>
                  <a:gd name="T6" fmla="*/ 30 w 146"/>
                  <a:gd name="T7" fmla="*/ 132 h 119"/>
                  <a:gd name="T8" fmla="*/ 19 w 146"/>
                  <a:gd name="T9" fmla="*/ 55 h 119"/>
                  <a:gd name="T10" fmla="*/ 74 w 146"/>
                  <a:gd name="T11" fmla="*/ 19 h 119"/>
                  <a:gd name="T12" fmla="*/ 95 w 146"/>
                  <a:gd name="T13" fmla="*/ 13 h 119"/>
                  <a:gd name="T14" fmla="*/ 114 w 146"/>
                  <a:gd name="T15" fmla="*/ 5 h 11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46" h="119">
                    <a:moveTo>
                      <a:pt x="91" y="7"/>
                    </a:moveTo>
                    <a:cubicBezTo>
                      <a:pt x="115" y="0"/>
                      <a:pt x="146" y="21"/>
                      <a:pt x="145" y="46"/>
                    </a:cubicBezTo>
                    <a:cubicBezTo>
                      <a:pt x="144" y="73"/>
                      <a:pt x="107" y="95"/>
                      <a:pt x="87" y="105"/>
                    </a:cubicBezTo>
                    <a:cubicBezTo>
                      <a:pt x="67" y="114"/>
                      <a:pt x="45" y="119"/>
                      <a:pt x="24" y="109"/>
                    </a:cubicBezTo>
                    <a:cubicBezTo>
                      <a:pt x="1" y="98"/>
                      <a:pt x="0" y="65"/>
                      <a:pt x="16" y="46"/>
                    </a:cubicBezTo>
                    <a:cubicBezTo>
                      <a:pt x="28" y="33"/>
                      <a:pt x="45" y="23"/>
                      <a:pt x="61" y="16"/>
                    </a:cubicBezTo>
                    <a:cubicBezTo>
                      <a:pt x="66" y="14"/>
                      <a:pt x="73" y="12"/>
                      <a:pt x="78" y="10"/>
                    </a:cubicBezTo>
                    <a:cubicBezTo>
                      <a:pt x="83" y="8"/>
                      <a:pt x="88" y="5"/>
                      <a:pt x="94" y="5"/>
                    </a:cubicBezTo>
                  </a:path>
                </a:pathLst>
              </a:custGeom>
              <a:solidFill>
                <a:srgbClr val="7233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737" name="Freeform 270">
                <a:extLst>
                  <a:ext uri="{FF2B5EF4-FFF2-40B4-BE49-F238E27FC236}">
                    <a16:creationId xmlns:a16="http://schemas.microsoft.com/office/drawing/2014/main" id="{3BA74491-44E4-497D-8067-3B84F0091F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6" y="1712"/>
                <a:ext cx="34" cy="227"/>
              </a:xfrm>
              <a:custGeom>
                <a:avLst/>
                <a:gdLst>
                  <a:gd name="T0" fmla="*/ 38 w 32"/>
                  <a:gd name="T1" fmla="*/ 252 h 213"/>
                  <a:gd name="T2" fmla="*/ 16 w 32"/>
                  <a:gd name="T3" fmla="*/ 144 h 213"/>
                  <a:gd name="T4" fmla="*/ 13 w 32"/>
                  <a:gd name="T5" fmla="*/ 66 h 213"/>
                  <a:gd name="T6" fmla="*/ 16 w 32"/>
                  <a:gd name="T7" fmla="*/ 0 h 213"/>
                  <a:gd name="T8" fmla="*/ 2 w 32"/>
                  <a:gd name="T9" fmla="*/ 128 h 213"/>
                  <a:gd name="T10" fmla="*/ 1 w 32"/>
                  <a:gd name="T11" fmla="*/ 199 h 213"/>
                  <a:gd name="T12" fmla="*/ 2 w 32"/>
                  <a:gd name="T13" fmla="*/ 258 h 213"/>
                  <a:gd name="T14" fmla="*/ 33 w 32"/>
                  <a:gd name="T15" fmla="*/ 252 h 21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2" h="213">
                    <a:moveTo>
                      <a:pt x="32" y="207"/>
                    </a:moveTo>
                    <a:cubicBezTo>
                      <a:pt x="2" y="184"/>
                      <a:pt x="12" y="150"/>
                      <a:pt x="13" y="119"/>
                    </a:cubicBezTo>
                    <a:cubicBezTo>
                      <a:pt x="14" y="98"/>
                      <a:pt x="11" y="76"/>
                      <a:pt x="10" y="54"/>
                    </a:cubicBezTo>
                    <a:cubicBezTo>
                      <a:pt x="10" y="36"/>
                      <a:pt x="13" y="14"/>
                      <a:pt x="13" y="0"/>
                    </a:cubicBezTo>
                    <a:cubicBezTo>
                      <a:pt x="17" y="34"/>
                      <a:pt x="5" y="72"/>
                      <a:pt x="2" y="106"/>
                    </a:cubicBezTo>
                    <a:cubicBezTo>
                      <a:pt x="1" y="125"/>
                      <a:pt x="2" y="145"/>
                      <a:pt x="1" y="164"/>
                    </a:cubicBezTo>
                    <a:cubicBezTo>
                      <a:pt x="0" y="178"/>
                      <a:pt x="5" y="202"/>
                      <a:pt x="2" y="213"/>
                    </a:cubicBezTo>
                    <a:cubicBezTo>
                      <a:pt x="8" y="206"/>
                      <a:pt x="19" y="200"/>
                      <a:pt x="27" y="207"/>
                    </a:cubicBezTo>
                  </a:path>
                </a:pathLst>
              </a:custGeom>
              <a:solidFill>
                <a:srgbClr val="C2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738" name="Freeform 271">
                <a:extLst>
                  <a:ext uri="{FF2B5EF4-FFF2-40B4-BE49-F238E27FC236}">
                    <a16:creationId xmlns:a16="http://schemas.microsoft.com/office/drawing/2014/main" id="{81E601C3-FAC6-49AF-9C5D-5E97BA83F5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0" y="2496"/>
                <a:ext cx="536" cy="293"/>
              </a:xfrm>
              <a:custGeom>
                <a:avLst/>
                <a:gdLst>
                  <a:gd name="T0" fmla="*/ 433 w 503"/>
                  <a:gd name="T1" fmla="*/ 247 h 275"/>
                  <a:gd name="T2" fmla="*/ 601 w 503"/>
                  <a:gd name="T3" fmla="*/ 219 h 275"/>
                  <a:gd name="T4" fmla="*/ 564 w 503"/>
                  <a:gd name="T5" fmla="*/ 82 h 275"/>
                  <a:gd name="T6" fmla="*/ 457 w 503"/>
                  <a:gd name="T7" fmla="*/ 25 h 275"/>
                  <a:gd name="T8" fmla="*/ 215 w 503"/>
                  <a:gd name="T9" fmla="*/ 40 h 275"/>
                  <a:gd name="T10" fmla="*/ 132 w 503"/>
                  <a:gd name="T11" fmla="*/ 40 h 275"/>
                  <a:gd name="T12" fmla="*/ 52 w 503"/>
                  <a:gd name="T13" fmla="*/ 25 h 275"/>
                  <a:gd name="T14" fmla="*/ 2 w 503"/>
                  <a:gd name="T15" fmla="*/ 148 h 275"/>
                  <a:gd name="T16" fmla="*/ 116 w 503"/>
                  <a:gd name="T17" fmla="*/ 227 h 275"/>
                  <a:gd name="T18" fmla="*/ 266 w 503"/>
                  <a:gd name="T19" fmla="*/ 232 h 275"/>
                  <a:gd name="T20" fmla="*/ 374 w 503"/>
                  <a:gd name="T21" fmla="*/ 243 h 275"/>
                  <a:gd name="T22" fmla="*/ 453 w 503"/>
                  <a:gd name="T23" fmla="*/ 253 h 27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503" h="275">
                    <a:moveTo>
                      <a:pt x="358" y="205"/>
                    </a:moveTo>
                    <a:cubicBezTo>
                      <a:pt x="408" y="197"/>
                      <a:pt x="503" y="275"/>
                      <a:pt x="496" y="181"/>
                    </a:cubicBezTo>
                    <a:cubicBezTo>
                      <a:pt x="493" y="145"/>
                      <a:pt x="485" y="97"/>
                      <a:pt x="465" y="68"/>
                    </a:cubicBezTo>
                    <a:cubicBezTo>
                      <a:pt x="446" y="39"/>
                      <a:pt x="411" y="32"/>
                      <a:pt x="378" y="21"/>
                    </a:cubicBezTo>
                    <a:cubicBezTo>
                      <a:pt x="309" y="0"/>
                      <a:pt x="247" y="34"/>
                      <a:pt x="178" y="34"/>
                    </a:cubicBezTo>
                    <a:cubicBezTo>
                      <a:pt x="156" y="34"/>
                      <a:pt x="132" y="36"/>
                      <a:pt x="109" y="34"/>
                    </a:cubicBezTo>
                    <a:cubicBezTo>
                      <a:pt x="92" y="32"/>
                      <a:pt x="60" y="18"/>
                      <a:pt x="43" y="21"/>
                    </a:cubicBezTo>
                    <a:cubicBezTo>
                      <a:pt x="10" y="29"/>
                      <a:pt x="4" y="89"/>
                      <a:pt x="2" y="122"/>
                    </a:cubicBezTo>
                    <a:cubicBezTo>
                      <a:pt x="0" y="181"/>
                      <a:pt x="44" y="182"/>
                      <a:pt x="96" y="188"/>
                    </a:cubicBezTo>
                    <a:cubicBezTo>
                      <a:pt x="137" y="193"/>
                      <a:pt x="180" y="190"/>
                      <a:pt x="221" y="192"/>
                    </a:cubicBezTo>
                    <a:cubicBezTo>
                      <a:pt x="251" y="194"/>
                      <a:pt x="281" y="199"/>
                      <a:pt x="309" y="201"/>
                    </a:cubicBezTo>
                    <a:cubicBezTo>
                      <a:pt x="324" y="203"/>
                      <a:pt x="381" y="200"/>
                      <a:pt x="374" y="208"/>
                    </a:cubicBezTo>
                  </a:path>
                </a:pathLst>
              </a:custGeom>
              <a:solidFill>
                <a:srgbClr val="B069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739" name="Freeform 272">
                <a:extLst>
                  <a:ext uri="{FF2B5EF4-FFF2-40B4-BE49-F238E27FC236}">
                    <a16:creationId xmlns:a16="http://schemas.microsoft.com/office/drawing/2014/main" id="{B1EC94F1-6DA9-4C30-A86F-444D1D50C8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2" y="2756"/>
                <a:ext cx="516" cy="305"/>
              </a:xfrm>
              <a:custGeom>
                <a:avLst/>
                <a:gdLst>
                  <a:gd name="T0" fmla="*/ 389 w 484"/>
                  <a:gd name="T1" fmla="*/ 298 h 286"/>
                  <a:gd name="T2" fmla="*/ 518 w 484"/>
                  <a:gd name="T3" fmla="*/ 314 h 286"/>
                  <a:gd name="T4" fmla="*/ 561 w 484"/>
                  <a:gd name="T5" fmla="*/ 191 h 286"/>
                  <a:gd name="T6" fmla="*/ 326 w 484"/>
                  <a:gd name="T7" fmla="*/ 14 h 286"/>
                  <a:gd name="T8" fmla="*/ 182 w 484"/>
                  <a:gd name="T9" fmla="*/ 7 h 286"/>
                  <a:gd name="T10" fmla="*/ 123 w 484"/>
                  <a:gd name="T11" fmla="*/ 7 h 286"/>
                  <a:gd name="T12" fmla="*/ 52 w 484"/>
                  <a:gd name="T13" fmla="*/ 3 h 286"/>
                  <a:gd name="T14" fmla="*/ 42 w 484"/>
                  <a:gd name="T15" fmla="*/ 151 h 286"/>
                  <a:gd name="T16" fmla="*/ 182 w 484"/>
                  <a:gd name="T17" fmla="*/ 278 h 286"/>
                  <a:gd name="T18" fmla="*/ 412 w 484"/>
                  <a:gd name="T19" fmla="*/ 314 h 28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84" h="286">
                    <a:moveTo>
                      <a:pt x="321" y="246"/>
                    </a:moveTo>
                    <a:cubicBezTo>
                      <a:pt x="353" y="252"/>
                      <a:pt x="405" y="286"/>
                      <a:pt x="428" y="259"/>
                    </a:cubicBezTo>
                    <a:cubicBezTo>
                      <a:pt x="443" y="240"/>
                      <a:pt x="457" y="180"/>
                      <a:pt x="462" y="158"/>
                    </a:cubicBezTo>
                    <a:cubicBezTo>
                      <a:pt x="484" y="47"/>
                      <a:pt x="354" y="22"/>
                      <a:pt x="269" y="11"/>
                    </a:cubicBezTo>
                    <a:cubicBezTo>
                      <a:pt x="230" y="5"/>
                      <a:pt x="190" y="7"/>
                      <a:pt x="150" y="7"/>
                    </a:cubicBezTo>
                    <a:cubicBezTo>
                      <a:pt x="134" y="7"/>
                      <a:pt x="117" y="6"/>
                      <a:pt x="101" y="7"/>
                    </a:cubicBezTo>
                    <a:cubicBezTo>
                      <a:pt x="85" y="7"/>
                      <a:pt x="57" y="0"/>
                      <a:pt x="43" y="3"/>
                    </a:cubicBezTo>
                    <a:cubicBezTo>
                      <a:pt x="0" y="14"/>
                      <a:pt x="21" y="93"/>
                      <a:pt x="35" y="125"/>
                    </a:cubicBezTo>
                    <a:cubicBezTo>
                      <a:pt x="61" y="182"/>
                      <a:pt x="89" y="212"/>
                      <a:pt x="150" y="230"/>
                    </a:cubicBezTo>
                    <a:cubicBezTo>
                      <a:pt x="213" y="249"/>
                      <a:pt x="279" y="244"/>
                      <a:pt x="340" y="259"/>
                    </a:cubicBezTo>
                  </a:path>
                </a:pathLst>
              </a:custGeom>
              <a:solidFill>
                <a:srgbClr val="B069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740" name="Freeform 273">
                <a:extLst>
                  <a:ext uri="{FF2B5EF4-FFF2-40B4-BE49-F238E27FC236}">
                    <a16:creationId xmlns:a16="http://schemas.microsoft.com/office/drawing/2014/main" id="{FADF1FF4-179D-4C99-99FF-0AC9D6E0A6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0" y="2574"/>
                <a:ext cx="206" cy="275"/>
              </a:xfrm>
              <a:custGeom>
                <a:avLst/>
                <a:gdLst>
                  <a:gd name="T0" fmla="*/ 233 w 194"/>
                  <a:gd name="T1" fmla="*/ 111 h 258"/>
                  <a:gd name="T2" fmla="*/ 172 w 194"/>
                  <a:gd name="T3" fmla="*/ 148 h 258"/>
                  <a:gd name="T4" fmla="*/ 190 w 194"/>
                  <a:gd name="T5" fmla="*/ 196 h 258"/>
                  <a:gd name="T6" fmla="*/ 230 w 194"/>
                  <a:gd name="T7" fmla="*/ 240 h 258"/>
                  <a:gd name="T8" fmla="*/ 176 w 194"/>
                  <a:gd name="T9" fmla="*/ 261 h 258"/>
                  <a:gd name="T10" fmla="*/ 127 w 194"/>
                  <a:gd name="T11" fmla="*/ 280 h 258"/>
                  <a:gd name="T12" fmla="*/ 103 w 194"/>
                  <a:gd name="T13" fmla="*/ 292 h 258"/>
                  <a:gd name="T14" fmla="*/ 83 w 194"/>
                  <a:gd name="T15" fmla="*/ 308 h 258"/>
                  <a:gd name="T16" fmla="*/ 50 w 194"/>
                  <a:gd name="T17" fmla="*/ 276 h 258"/>
                  <a:gd name="T18" fmla="*/ 15 w 194"/>
                  <a:gd name="T19" fmla="*/ 187 h 258"/>
                  <a:gd name="T20" fmla="*/ 5 w 194"/>
                  <a:gd name="T21" fmla="*/ 74 h 258"/>
                  <a:gd name="T22" fmla="*/ 55 w 194"/>
                  <a:gd name="T23" fmla="*/ 6 h 258"/>
                  <a:gd name="T24" fmla="*/ 140 w 194"/>
                  <a:gd name="T25" fmla="*/ 7 h 25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94" h="258">
                    <a:moveTo>
                      <a:pt x="194" y="92"/>
                    </a:moveTo>
                    <a:cubicBezTo>
                      <a:pt x="176" y="91"/>
                      <a:pt x="149" y="103"/>
                      <a:pt x="144" y="122"/>
                    </a:cubicBezTo>
                    <a:cubicBezTo>
                      <a:pt x="140" y="139"/>
                      <a:pt x="147" y="150"/>
                      <a:pt x="159" y="162"/>
                    </a:cubicBezTo>
                    <a:cubicBezTo>
                      <a:pt x="166" y="170"/>
                      <a:pt x="191" y="186"/>
                      <a:pt x="192" y="198"/>
                    </a:cubicBezTo>
                    <a:cubicBezTo>
                      <a:pt x="193" y="215"/>
                      <a:pt x="159" y="215"/>
                      <a:pt x="147" y="216"/>
                    </a:cubicBezTo>
                    <a:cubicBezTo>
                      <a:pt x="131" y="218"/>
                      <a:pt x="120" y="225"/>
                      <a:pt x="106" y="232"/>
                    </a:cubicBezTo>
                    <a:cubicBezTo>
                      <a:pt x="99" y="235"/>
                      <a:pt x="92" y="238"/>
                      <a:pt x="86" y="241"/>
                    </a:cubicBezTo>
                    <a:cubicBezTo>
                      <a:pt x="81" y="245"/>
                      <a:pt x="75" y="252"/>
                      <a:pt x="69" y="254"/>
                    </a:cubicBezTo>
                    <a:cubicBezTo>
                      <a:pt x="50" y="258"/>
                      <a:pt x="47" y="240"/>
                      <a:pt x="41" y="228"/>
                    </a:cubicBezTo>
                    <a:cubicBezTo>
                      <a:pt x="29" y="203"/>
                      <a:pt x="17" y="181"/>
                      <a:pt x="12" y="154"/>
                    </a:cubicBezTo>
                    <a:cubicBezTo>
                      <a:pt x="6" y="126"/>
                      <a:pt x="0" y="90"/>
                      <a:pt x="5" y="61"/>
                    </a:cubicBezTo>
                    <a:cubicBezTo>
                      <a:pt x="8" y="38"/>
                      <a:pt x="23" y="13"/>
                      <a:pt x="46" y="6"/>
                    </a:cubicBezTo>
                    <a:cubicBezTo>
                      <a:pt x="64" y="0"/>
                      <a:pt x="99" y="1"/>
                      <a:pt x="117" y="7"/>
                    </a:cubicBezTo>
                  </a:path>
                </a:pathLst>
              </a:custGeom>
              <a:solidFill>
                <a:srgbClr val="B069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741" name="Freeform 274">
                <a:extLst>
                  <a:ext uri="{FF2B5EF4-FFF2-40B4-BE49-F238E27FC236}">
                    <a16:creationId xmlns:a16="http://schemas.microsoft.com/office/drawing/2014/main" id="{9ACDC30D-71AB-4F38-A79D-D7460BCB7A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4" y="2262"/>
                <a:ext cx="324" cy="219"/>
              </a:xfrm>
              <a:custGeom>
                <a:avLst/>
                <a:gdLst>
                  <a:gd name="T0" fmla="*/ 56 w 304"/>
                  <a:gd name="T1" fmla="*/ 11 h 206"/>
                  <a:gd name="T2" fmla="*/ 18 w 304"/>
                  <a:gd name="T3" fmla="*/ 21 h 206"/>
                  <a:gd name="T4" fmla="*/ 11 w 304"/>
                  <a:gd name="T5" fmla="*/ 89 h 206"/>
                  <a:gd name="T6" fmla="*/ 2 w 304"/>
                  <a:gd name="T7" fmla="*/ 163 h 206"/>
                  <a:gd name="T8" fmla="*/ 27 w 304"/>
                  <a:gd name="T9" fmla="*/ 215 h 206"/>
                  <a:gd name="T10" fmla="*/ 103 w 304"/>
                  <a:gd name="T11" fmla="*/ 225 h 206"/>
                  <a:gd name="T12" fmla="*/ 167 w 304"/>
                  <a:gd name="T13" fmla="*/ 232 h 206"/>
                  <a:gd name="T14" fmla="*/ 226 w 304"/>
                  <a:gd name="T15" fmla="*/ 245 h 206"/>
                  <a:gd name="T16" fmla="*/ 281 w 304"/>
                  <a:gd name="T17" fmla="*/ 218 h 206"/>
                  <a:gd name="T18" fmla="*/ 355 w 304"/>
                  <a:gd name="T19" fmla="*/ 197 h 206"/>
                  <a:gd name="T20" fmla="*/ 279 w 304"/>
                  <a:gd name="T21" fmla="*/ 74 h 206"/>
                  <a:gd name="T22" fmla="*/ 216 w 304"/>
                  <a:gd name="T23" fmla="*/ 55 h 206"/>
                  <a:gd name="T24" fmla="*/ 163 w 304"/>
                  <a:gd name="T25" fmla="*/ 36 h 206"/>
                  <a:gd name="T26" fmla="*/ 75 w 304"/>
                  <a:gd name="T27" fmla="*/ 21 h 206"/>
                  <a:gd name="T28" fmla="*/ 51 w 304"/>
                  <a:gd name="T29" fmla="*/ 6 h 20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304" h="206">
                    <a:moveTo>
                      <a:pt x="47" y="8"/>
                    </a:moveTo>
                    <a:cubicBezTo>
                      <a:pt x="33" y="6"/>
                      <a:pt x="21" y="0"/>
                      <a:pt x="15" y="18"/>
                    </a:cubicBezTo>
                    <a:cubicBezTo>
                      <a:pt x="9" y="34"/>
                      <a:pt x="10" y="57"/>
                      <a:pt x="8" y="74"/>
                    </a:cubicBezTo>
                    <a:cubicBezTo>
                      <a:pt x="5" y="94"/>
                      <a:pt x="4" y="115"/>
                      <a:pt x="2" y="135"/>
                    </a:cubicBezTo>
                    <a:cubicBezTo>
                      <a:pt x="0" y="155"/>
                      <a:pt x="3" y="170"/>
                      <a:pt x="22" y="179"/>
                    </a:cubicBezTo>
                    <a:cubicBezTo>
                      <a:pt x="42" y="187"/>
                      <a:pt x="64" y="186"/>
                      <a:pt x="85" y="187"/>
                    </a:cubicBezTo>
                    <a:cubicBezTo>
                      <a:pt x="103" y="188"/>
                      <a:pt x="121" y="190"/>
                      <a:pt x="138" y="193"/>
                    </a:cubicBezTo>
                    <a:cubicBezTo>
                      <a:pt x="155" y="196"/>
                      <a:pt x="169" y="206"/>
                      <a:pt x="187" y="203"/>
                    </a:cubicBezTo>
                    <a:cubicBezTo>
                      <a:pt x="203" y="199"/>
                      <a:pt x="216" y="185"/>
                      <a:pt x="233" y="182"/>
                    </a:cubicBezTo>
                    <a:cubicBezTo>
                      <a:pt x="250" y="179"/>
                      <a:pt x="286" y="184"/>
                      <a:pt x="293" y="164"/>
                    </a:cubicBezTo>
                    <a:cubicBezTo>
                      <a:pt x="304" y="131"/>
                      <a:pt x="256" y="79"/>
                      <a:pt x="231" y="62"/>
                    </a:cubicBezTo>
                    <a:cubicBezTo>
                      <a:pt x="215" y="52"/>
                      <a:pt x="197" y="50"/>
                      <a:pt x="178" y="46"/>
                    </a:cubicBezTo>
                    <a:cubicBezTo>
                      <a:pt x="163" y="42"/>
                      <a:pt x="150" y="35"/>
                      <a:pt x="135" y="30"/>
                    </a:cubicBezTo>
                    <a:cubicBezTo>
                      <a:pt x="111" y="22"/>
                      <a:pt x="86" y="29"/>
                      <a:pt x="62" y="18"/>
                    </a:cubicBezTo>
                    <a:cubicBezTo>
                      <a:pt x="55" y="14"/>
                      <a:pt x="49" y="9"/>
                      <a:pt x="42" y="6"/>
                    </a:cubicBezTo>
                  </a:path>
                </a:pathLst>
              </a:custGeom>
              <a:solidFill>
                <a:srgbClr val="B069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742" name="Freeform 275">
                <a:extLst>
                  <a:ext uri="{FF2B5EF4-FFF2-40B4-BE49-F238E27FC236}">
                    <a16:creationId xmlns:a16="http://schemas.microsoft.com/office/drawing/2014/main" id="{AF5E874C-795B-478F-AE58-DD7B1091EF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2" y="2163"/>
                <a:ext cx="150" cy="73"/>
              </a:xfrm>
              <a:custGeom>
                <a:avLst/>
                <a:gdLst>
                  <a:gd name="T0" fmla="*/ 30 w 140"/>
                  <a:gd name="T1" fmla="*/ 0 h 69"/>
                  <a:gd name="T2" fmla="*/ 2 w 140"/>
                  <a:gd name="T3" fmla="*/ 47 h 69"/>
                  <a:gd name="T4" fmla="*/ 63 w 140"/>
                  <a:gd name="T5" fmla="*/ 78 h 69"/>
                  <a:gd name="T6" fmla="*/ 167 w 140"/>
                  <a:gd name="T7" fmla="*/ 81 h 69"/>
                  <a:gd name="T8" fmla="*/ 110 w 140"/>
                  <a:gd name="T9" fmla="*/ 48 h 69"/>
                  <a:gd name="T10" fmla="*/ 42 w 140"/>
                  <a:gd name="T11" fmla="*/ 7 h 6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0" h="69">
                    <a:moveTo>
                      <a:pt x="24" y="0"/>
                    </a:moveTo>
                    <a:cubicBezTo>
                      <a:pt x="20" y="16"/>
                      <a:pt x="0" y="19"/>
                      <a:pt x="2" y="40"/>
                    </a:cubicBezTo>
                    <a:cubicBezTo>
                      <a:pt x="4" y="62"/>
                      <a:pt x="32" y="65"/>
                      <a:pt x="51" y="66"/>
                    </a:cubicBezTo>
                    <a:cubicBezTo>
                      <a:pt x="80" y="66"/>
                      <a:pt x="107" y="67"/>
                      <a:pt x="136" y="69"/>
                    </a:cubicBezTo>
                    <a:cubicBezTo>
                      <a:pt x="140" y="51"/>
                      <a:pt x="101" y="47"/>
                      <a:pt x="90" y="41"/>
                    </a:cubicBezTo>
                    <a:cubicBezTo>
                      <a:pt x="71" y="30"/>
                      <a:pt x="56" y="14"/>
                      <a:pt x="34" y="7"/>
                    </a:cubicBezTo>
                  </a:path>
                </a:pathLst>
              </a:custGeom>
              <a:solidFill>
                <a:srgbClr val="B069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743" name="Freeform 276">
                <a:extLst>
                  <a:ext uri="{FF2B5EF4-FFF2-40B4-BE49-F238E27FC236}">
                    <a16:creationId xmlns:a16="http://schemas.microsoft.com/office/drawing/2014/main" id="{9BC83899-1F4F-46ED-AA2B-7DD4D86E91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9" y="1964"/>
                <a:ext cx="177" cy="241"/>
              </a:xfrm>
              <a:custGeom>
                <a:avLst/>
                <a:gdLst>
                  <a:gd name="T0" fmla="*/ 79 w 166"/>
                  <a:gd name="T1" fmla="*/ 7 h 227"/>
                  <a:gd name="T2" fmla="*/ 23 w 166"/>
                  <a:gd name="T3" fmla="*/ 79 h 227"/>
                  <a:gd name="T4" fmla="*/ 18 w 166"/>
                  <a:gd name="T5" fmla="*/ 125 h 227"/>
                  <a:gd name="T6" fmla="*/ 4 w 166"/>
                  <a:gd name="T7" fmla="*/ 183 h 227"/>
                  <a:gd name="T8" fmla="*/ 79 w 166"/>
                  <a:gd name="T9" fmla="*/ 207 h 227"/>
                  <a:gd name="T10" fmla="*/ 147 w 166"/>
                  <a:gd name="T11" fmla="*/ 241 h 227"/>
                  <a:gd name="T12" fmla="*/ 194 w 166"/>
                  <a:gd name="T13" fmla="*/ 272 h 227"/>
                  <a:gd name="T14" fmla="*/ 168 w 166"/>
                  <a:gd name="T15" fmla="*/ 219 h 227"/>
                  <a:gd name="T16" fmla="*/ 114 w 166"/>
                  <a:gd name="T17" fmla="*/ 152 h 227"/>
                  <a:gd name="T18" fmla="*/ 87 w 166"/>
                  <a:gd name="T19" fmla="*/ 31 h 22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66" h="227">
                    <a:moveTo>
                      <a:pt x="65" y="7"/>
                    </a:moveTo>
                    <a:cubicBezTo>
                      <a:pt x="37" y="0"/>
                      <a:pt x="23" y="46"/>
                      <a:pt x="20" y="66"/>
                    </a:cubicBezTo>
                    <a:cubicBezTo>
                      <a:pt x="17" y="79"/>
                      <a:pt x="19" y="93"/>
                      <a:pt x="15" y="105"/>
                    </a:cubicBezTo>
                    <a:cubicBezTo>
                      <a:pt x="11" y="121"/>
                      <a:pt x="0" y="136"/>
                      <a:pt x="4" y="153"/>
                    </a:cubicBezTo>
                    <a:cubicBezTo>
                      <a:pt x="10" y="178"/>
                      <a:pt x="46" y="169"/>
                      <a:pt x="65" y="173"/>
                    </a:cubicBezTo>
                    <a:cubicBezTo>
                      <a:pt x="86" y="176"/>
                      <a:pt x="103" y="191"/>
                      <a:pt x="121" y="202"/>
                    </a:cubicBezTo>
                    <a:cubicBezTo>
                      <a:pt x="132" y="208"/>
                      <a:pt x="147" y="226"/>
                      <a:pt x="160" y="227"/>
                    </a:cubicBezTo>
                    <a:cubicBezTo>
                      <a:pt x="166" y="211"/>
                      <a:pt x="148" y="193"/>
                      <a:pt x="139" y="183"/>
                    </a:cubicBezTo>
                    <a:cubicBezTo>
                      <a:pt x="123" y="165"/>
                      <a:pt x="108" y="148"/>
                      <a:pt x="94" y="127"/>
                    </a:cubicBezTo>
                    <a:cubicBezTo>
                      <a:pt x="74" y="96"/>
                      <a:pt x="71" y="62"/>
                      <a:pt x="72" y="25"/>
                    </a:cubicBezTo>
                  </a:path>
                </a:pathLst>
              </a:custGeom>
              <a:solidFill>
                <a:srgbClr val="B069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744" name="Freeform 277">
                <a:extLst>
                  <a:ext uri="{FF2B5EF4-FFF2-40B4-BE49-F238E27FC236}">
                    <a16:creationId xmlns:a16="http://schemas.microsoft.com/office/drawing/2014/main" id="{3225417C-0735-436D-9172-1DFA543F77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8" y="2301"/>
                <a:ext cx="5" cy="5"/>
              </a:xfrm>
              <a:custGeom>
                <a:avLst/>
                <a:gdLst>
                  <a:gd name="T0" fmla="*/ 0 w 5"/>
                  <a:gd name="T1" fmla="*/ 8 h 4"/>
                  <a:gd name="T2" fmla="*/ 5 w 5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4">
                    <a:moveTo>
                      <a:pt x="0" y="4"/>
                    </a:moveTo>
                    <a:cubicBezTo>
                      <a:pt x="2" y="3"/>
                      <a:pt x="4" y="2"/>
                      <a:pt x="5" y="0"/>
                    </a:cubicBezTo>
                  </a:path>
                </a:pathLst>
              </a:custGeom>
              <a:solidFill>
                <a:srgbClr val="B069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745" name="Freeform 278">
                <a:extLst>
                  <a:ext uri="{FF2B5EF4-FFF2-40B4-BE49-F238E27FC236}">
                    <a16:creationId xmlns:a16="http://schemas.microsoft.com/office/drawing/2014/main" id="{23D34AD9-BA3B-420D-B25C-DA9B0B3F48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8" y="2904"/>
                <a:ext cx="218" cy="236"/>
              </a:xfrm>
              <a:custGeom>
                <a:avLst/>
                <a:gdLst>
                  <a:gd name="T0" fmla="*/ 0 w 205"/>
                  <a:gd name="T1" fmla="*/ 0 h 221"/>
                  <a:gd name="T2" fmla="*/ 106 w 205"/>
                  <a:gd name="T3" fmla="*/ 189 h 221"/>
                  <a:gd name="T4" fmla="*/ 247 w 205"/>
                  <a:gd name="T5" fmla="*/ 229 h 221"/>
                  <a:gd name="T6" fmla="*/ 138 w 205"/>
                  <a:gd name="T7" fmla="*/ 66 h 2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5" h="221">
                    <a:moveTo>
                      <a:pt x="0" y="0"/>
                    </a:moveTo>
                    <a:cubicBezTo>
                      <a:pt x="44" y="43"/>
                      <a:pt x="41" y="115"/>
                      <a:pt x="88" y="155"/>
                    </a:cubicBezTo>
                    <a:cubicBezTo>
                      <a:pt x="110" y="174"/>
                      <a:pt x="179" y="221"/>
                      <a:pt x="205" y="187"/>
                    </a:cubicBezTo>
                    <a:cubicBezTo>
                      <a:pt x="152" y="165"/>
                      <a:pt x="99" y="119"/>
                      <a:pt x="115" y="54"/>
                    </a:cubicBezTo>
                  </a:path>
                </a:pathLst>
              </a:custGeom>
              <a:solidFill>
                <a:srgbClr val="B069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746" name="Freeform 279">
                <a:extLst>
                  <a:ext uri="{FF2B5EF4-FFF2-40B4-BE49-F238E27FC236}">
                    <a16:creationId xmlns:a16="http://schemas.microsoft.com/office/drawing/2014/main" id="{169BBE5D-27B6-4A38-B03A-06E9AA4043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8" y="3185"/>
                <a:ext cx="196" cy="530"/>
              </a:xfrm>
              <a:custGeom>
                <a:avLst/>
                <a:gdLst>
                  <a:gd name="T0" fmla="*/ 189 w 184"/>
                  <a:gd name="T1" fmla="*/ 28 h 498"/>
                  <a:gd name="T2" fmla="*/ 76 w 184"/>
                  <a:gd name="T3" fmla="*/ 1 h 498"/>
                  <a:gd name="T4" fmla="*/ 14 w 184"/>
                  <a:gd name="T5" fmla="*/ 143 h 498"/>
                  <a:gd name="T6" fmla="*/ 29 w 184"/>
                  <a:gd name="T7" fmla="*/ 438 h 498"/>
                  <a:gd name="T8" fmla="*/ 54 w 184"/>
                  <a:gd name="T9" fmla="*/ 550 h 498"/>
                  <a:gd name="T10" fmla="*/ 145 w 184"/>
                  <a:gd name="T11" fmla="*/ 483 h 498"/>
                  <a:gd name="T12" fmla="*/ 163 w 184"/>
                  <a:gd name="T13" fmla="*/ 367 h 498"/>
                  <a:gd name="T14" fmla="*/ 202 w 184"/>
                  <a:gd name="T15" fmla="*/ 210 h 498"/>
                  <a:gd name="T16" fmla="*/ 208 w 184"/>
                  <a:gd name="T17" fmla="*/ 23 h 49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84" h="498">
                    <a:moveTo>
                      <a:pt x="156" y="23"/>
                    </a:moveTo>
                    <a:cubicBezTo>
                      <a:pt x="147" y="13"/>
                      <a:pt x="79" y="0"/>
                      <a:pt x="63" y="1"/>
                    </a:cubicBezTo>
                    <a:cubicBezTo>
                      <a:pt x="16" y="4"/>
                      <a:pt x="15" y="83"/>
                      <a:pt x="11" y="118"/>
                    </a:cubicBezTo>
                    <a:cubicBezTo>
                      <a:pt x="0" y="202"/>
                      <a:pt x="7" y="281"/>
                      <a:pt x="23" y="364"/>
                    </a:cubicBezTo>
                    <a:cubicBezTo>
                      <a:pt x="27" y="388"/>
                      <a:pt x="32" y="437"/>
                      <a:pt x="45" y="457"/>
                    </a:cubicBezTo>
                    <a:cubicBezTo>
                      <a:pt x="71" y="498"/>
                      <a:pt x="111" y="428"/>
                      <a:pt x="120" y="401"/>
                    </a:cubicBezTo>
                    <a:cubicBezTo>
                      <a:pt x="130" y="370"/>
                      <a:pt x="129" y="336"/>
                      <a:pt x="135" y="304"/>
                    </a:cubicBezTo>
                    <a:cubicBezTo>
                      <a:pt x="144" y="260"/>
                      <a:pt x="158" y="218"/>
                      <a:pt x="167" y="174"/>
                    </a:cubicBezTo>
                    <a:cubicBezTo>
                      <a:pt x="178" y="122"/>
                      <a:pt x="184" y="71"/>
                      <a:pt x="172" y="20"/>
                    </a:cubicBezTo>
                  </a:path>
                </a:pathLst>
              </a:custGeom>
              <a:solidFill>
                <a:srgbClr val="B069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747" name="Freeform 280">
                <a:extLst>
                  <a:ext uri="{FF2B5EF4-FFF2-40B4-BE49-F238E27FC236}">
                    <a16:creationId xmlns:a16="http://schemas.microsoft.com/office/drawing/2014/main" id="{2985E0E2-2BD1-442E-A588-962D6D760C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6" y="3595"/>
                <a:ext cx="186" cy="212"/>
              </a:xfrm>
              <a:custGeom>
                <a:avLst/>
                <a:gdLst>
                  <a:gd name="T0" fmla="*/ 30 w 174"/>
                  <a:gd name="T1" fmla="*/ 27 h 199"/>
                  <a:gd name="T2" fmla="*/ 31 w 174"/>
                  <a:gd name="T3" fmla="*/ 126 h 199"/>
                  <a:gd name="T4" fmla="*/ 13 w 174"/>
                  <a:gd name="T5" fmla="*/ 172 h 199"/>
                  <a:gd name="T6" fmla="*/ 86 w 174"/>
                  <a:gd name="T7" fmla="*/ 180 h 199"/>
                  <a:gd name="T8" fmla="*/ 159 w 174"/>
                  <a:gd name="T9" fmla="*/ 197 h 199"/>
                  <a:gd name="T10" fmla="*/ 213 w 174"/>
                  <a:gd name="T11" fmla="*/ 197 h 199"/>
                  <a:gd name="T12" fmla="*/ 160 w 174"/>
                  <a:gd name="T13" fmla="*/ 161 h 199"/>
                  <a:gd name="T14" fmla="*/ 83 w 174"/>
                  <a:gd name="T15" fmla="*/ 123 h 199"/>
                  <a:gd name="T16" fmla="*/ 76 w 174"/>
                  <a:gd name="T17" fmla="*/ 0 h 19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74" h="199">
                    <a:moveTo>
                      <a:pt x="24" y="22"/>
                    </a:moveTo>
                    <a:cubicBezTo>
                      <a:pt x="30" y="46"/>
                      <a:pt x="35" y="81"/>
                      <a:pt x="25" y="104"/>
                    </a:cubicBezTo>
                    <a:cubicBezTo>
                      <a:pt x="19" y="117"/>
                      <a:pt x="0" y="125"/>
                      <a:pt x="10" y="142"/>
                    </a:cubicBezTo>
                    <a:cubicBezTo>
                      <a:pt x="22" y="161"/>
                      <a:pt x="53" y="150"/>
                      <a:pt x="70" y="149"/>
                    </a:cubicBezTo>
                    <a:cubicBezTo>
                      <a:pt x="98" y="147"/>
                      <a:pt x="107" y="147"/>
                      <a:pt x="130" y="163"/>
                    </a:cubicBezTo>
                    <a:cubicBezTo>
                      <a:pt x="145" y="174"/>
                      <a:pt x="174" y="199"/>
                      <a:pt x="174" y="163"/>
                    </a:cubicBezTo>
                    <a:cubicBezTo>
                      <a:pt x="174" y="138"/>
                      <a:pt x="149" y="137"/>
                      <a:pt x="131" y="133"/>
                    </a:cubicBezTo>
                    <a:cubicBezTo>
                      <a:pt x="106" y="127"/>
                      <a:pt x="80" y="127"/>
                      <a:pt x="68" y="101"/>
                    </a:cubicBezTo>
                    <a:cubicBezTo>
                      <a:pt x="54" y="71"/>
                      <a:pt x="73" y="31"/>
                      <a:pt x="62" y="0"/>
                    </a:cubicBezTo>
                  </a:path>
                </a:pathLst>
              </a:custGeom>
              <a:solidFill>
                <a:srgbClr val="B069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748" name="Freeform 281">
                <a:extLst>
                  <a:ext uri="{FF2B5EF4-FFF2-40B4-BE49-F238E27FC236}">
                    <a16:creationId xmlns:a16="http://schemas.microsoft.com/office/drawing/2014/main" id="{06618EBF-A44E-42DE-B3BC-3C386EF4E9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4" y="3785"/>
                <a:ext cx="121" cy="168"/>
              </a:xfrm>
              <a:custGeom>
                <a:avLst/>
                <a:gdLst>
                  <a:gd name="T0" fmla="*/ 133 w 114"/>
                  <a:gd name="T1" fmla="*/ 65 h 158"/>
                  <a:gd name="T2" fmla="*/ 66 w 114"/>
                  <a:gd name="T3" fmla="*/ 101 h 158"/>
                  <a:gd name="T4" fmla="*/ 0 w 114"/>
                  <a:gd name="T5" fmla="*/ 180 h 158"/>
                  <a:gd name="T6" fmla="*/ 44 w 114"/>
                  <a:gd name="T7" fmla="*/ 188 h 158"/>
                  <a:gd name="T8" fmla="*/ 76 w 114"/>
                  <a:gd name="T9" fmla="*/ 146 h 158"/>
                  <a:gd name="T10" fmla="*/ 136 w 114"/>
                  <a:gd name="T11" fmla="*/ 55 h 15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4" h="158">
                    <a:moveTo>
                      <a:pt x="111" y="54"/>
                    </a:moveTo>
                    <a:cubicBezTo>
                      <a:pt x="95" y="0"/>
                      <a:pt x="65" y="70"/>
                      <a:pt x="55" y="84"/>
                    </a:cubicBezTo>
                    <a:cubicBezTo>
                      <a:pt x="40" y="107"/>
                      <a:pt x="4" y="120"/>
                      <a:pt x="0" y="150"/>
                    </a:cubicBezTo>
                    <a:cubicBezTo>
                      <a:pt x="8" y="150"/>
                      <a:pt x="31" y="158"/>
                      <a:pt x="37" y="156"/>
                    </a:cubicBezTo>
                    <a:cubicBezTo>
                      <a:pt x="49" y="152"/>
                      <a:pt x="57" y="131"/>
                      <a:pt x="64" y="121"/>
                    </a:cubicBezTo>
                    <a:cubicBezTo>
                      <a:pt x="80" y="99"/>
                      <a:pt x="94" y="63"/>
                      <a:pt x="114" y="46"/>
                    </a:cubicBezTo>
                  </a:path>
                </a:pathLst>
              </a:custGeom>
              <a:solidFill>
                <a:srgbClr val="B069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749" name="Freeform 282">
                <a:extLst>
                  <a:ext uri="{FF2B5EF4-FFF2-40B4-BE49-F238E27FC236}">
                    <a16:creationId xmlns:a16="http://schemas.microsoft.com/office/drawing/2014/main" id="{B260E631-5BFA-4B78-B4BA-EBF84DAD6B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9" y="2241"/>
                <a:ext cx="143" cy="158"/>
              </a:xfrm>
              <a:custGeom>
                <a:avLst/>
                <a:gdLst>
                  <a:gd name="T0" fmla="*/ 129 w 134"/>
                  <a:gd name="T1" fmla="*/ 24 h 149"/>
                  <a:gd name="T2" fmla="*/ 75 w 134"/>
                  <a:gd name="T3" fmla="*/ 4 h 149"/>
                  <a:gd name="T4" fmla="*/ 42 w 134"/>
                  <a:gd name="T5" fmla="*/ 66 h 149"/>
                  <a:gd name="T6" fmla="*/ 42 w 134"/>
                  <a:gd name="T7" fmla="*/ 178 h 149"/>
                  <a:gd name="T8" fmla="*/ 82 w 134"/>
                  <a:gd name="T9" fmla="*/ 104 h 149"/>
                  <a:gd name="T10" fmla="*/ 156 w 134"/>
                  <a:gd name="T11" fmla="*/ 137 h 149"/>
                  <a:gd name="T12" fmla="*/ 141 w 134"/>
                  <a:gd name="T13" fmla="*/ 33 h 14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4" h="149">
                    <a:moveTo>
                      <a:pt x="106" y="21"/>
                    </a:moveTo>
                    <a:cubicBezTo>
                      <a:pt x="92" y="16"/>
                      <a:pt x="76" y="0"/>
                      <a:pt x="62" y="4"/>
                    </a:cubicBezTo>
                    <a:cubicBezTo>
                      <a:pt x="43" y="9"/>
                      <a:pt x="42" y="39"/>
                      <a:pt x="35" y="55"/>
                    </a:cubicBezTo>
                    <a:cubicBezTo>
                      <a:pt x="27" y="76"/>
                      <a:pt x="0" y="136"/>
                      <a:pt x="35" y="149"/>
                    </a:cubicBezTo>
                    <a:cubicBezTo>
                      <a:pt x="45" y="132"/>
                      <a:pt x="45" y="96"/>
                      <a:pt x="67" y="87"/>
                    </a:cubicBezTo>
                    <a:cubicBezTo>
                      <a:pt x="88" y="79"/>
                      <a:pt x="111" y="108"/>
                      <a:pt x="128" y="115"/>
                    </a:cubicBezTo>
                    <a:cubicBezTo>
                      <a:pt x="134" y="88"/>
                      <a:pt x="134" y="49"/>
                      <a:pt x="116" y="27"/>
                    </a:cubicBezTo>
                  </a:path>
                </a:pathLst>
              </a:custGeom>
              <a:solidFill>
                <a:srgbClr val="B069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750" name="Freeform 283">
                <a:extLst>
                  <a:ext uri="{FF2B5EF4-FFF2-40B4-BE49-F238E27FC236}">
                    <a16:creationId xmlns:a16="http://schemas.microsoft.com/office/drawing/2014/main" id="{2B86B6F9-5C7B-4C84-A162-FCB02D40F8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6" y="1919"/>
                <a:ext cx="206" cy="275"/>
              </a:xfrm>
              <a:custGeom>
                <a:avLst/>
                <a:gdLst>
                  <a:gd name="T0" fmla="*/ 125 w 193"/>
                  <a:gd name="T1" fmla="*/ 39 h 258"/>
                  <a:gd name="T2" fmla="*/ 78 w 193"/>
                  <a:gd name="T3" fmla="*/ 6 h 258"/>
                  <a:gd name="T4" fmla="*/ 23 w 193"/>
                  <a:gd name="T5" fmla="*/ 91 h 258"/>
                  <a:gd name="T6" fmla="*/ 11 w 193"/>
                  <a:gd name="T7" fmla="*/ 196 h 258"/>
                  <a:gd name="T8" fmla="*/ 29 w 193"/>
                  <a:gd name="T9" fmla="*/ 263 h 258"/>
                  <a:gd name="T10" fmla="*/ 184 w 193"/>
                  <a:gd name="T11" fmla="*/ 225 h 258"/>
                  <a:gd name="T12" fmla="*/ 222 w 193"/>
                  <a:gd name="T13" fmla="*/ 102 h 258"/>
                  <a:gd name="T14" fmla="*/ 134 w 193"/>
                  <a:gd name="T15" fmla="*/ 35 h 25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93" h="258">
                    <a:moveTo>
                      <a:pt x="103" y="33"/>
                    </a:moveTo>
                    <a:cubicBezTo>
                      <a:pt x="88" y="25"/>
                      <a:pt x="81" y="9"/>
                      <a:pt x="64" y="6"/>
                    </a:cubicBezTo>
                    <a:cubicBezTo>
                      <a:pt x="27" y="0"/>
                      <a:pt x="24" y="49"/>
                      <a:pt x="20" y="75"/>
                    </a:cubicBezTo>
                    <a:cubicBezTo>
                      <a:pt x="16" y="105"/>
                      <a:pt x="16" y="133"/>
                      <a:pt x="8" y="162"/>
                    </a:cubicBezTo>
                    <a:cubicBezTo>
                      <a:pt x="0" y="189"/>
                      <a:pt x="0" y="201"/>
                      <a:pt x="23" y="218"/>
                    </a:cubicBezTo>
                    <a:cubicBezTo>
                      <a:pt x="74" y="258"/>
                      <a:pt x="111" y="227"/>
                      <a:pt x="151" y="186"/>
                    </a:cubicBezTo>
                    <a:cubicBezTo>
                      <a:pt x="175" y="162"/>
                      <a:pt x="193" y="118"/>
                      <a:pt x="183" y="84"/>
                    </a:cubicBezTo>
                    <a:cubicBezTo>
                      <a:pt x="175" y="54"/>
                      <a:pt x="135" y="42"/>
                      <a:pt x="111" y="29"/>
                    </a:cubicBezTo>
                  </a:path>
                </a:pathLst>
              </a:custGeom>
              <a:solidFill>
                <a:srgbClr val="B069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751" name="Freeform 284">
                <a:extLst>
                  <a:ext uri="{FF2B5EF4-FFF2-40B4-BE49-F238E27FC236}">
                    <a16:creationId xmlns:a16="http://schemas.microsoft.com/office/drawing/2014/main" id="{5882057E-04F2-49FD-802C-2CE70D75B7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9" y="1603"/>
                <a:ext cx="268" cy="332"/>
              </a:xfrm>
              <a:custGeom>
                <a:avLst/>
                <a:gdLst>
                  <a:gd name="T0" fmla="*/ 303 w 252"/>
                  <a:gd name="T1" fmla="*/ 78 h 311"/>
                  <a:gd name="T2" fmla="*/ 133 w 252"/>
                  <a:gd name="T3" fmla="*/ 45 h 311"/>
                  <a:gd name="T4" fmla="*/ 18 w 252"/>
                  <a:gd name="T5" fmla="*/ 241 h 311"/>
                  <a:gd name="T6" fmla="*/ 53 w 252"/>
                  <a:gd name="T7" fmla="*/ 297 h 311"/>
                  <a:gd name="T8" fmla="*/ 82 w 252"/>
                  <a:gd name="T9" fmla="*/ 348 h 311"/>
                  <a:gd name="T10" fmla="*/ 140 w 252"/>
                  <a:gd name="T11" fmla="*/ 348 h 311"/>
                  <a:gd name="T12" fmla="*/ 235 w 252"/>
                  <a:gd name="T13" fmla="*/ 278 h 311"/>
                  <a:gd name="T14" fmla="*/ 150 w 252"/>
                  <a:gd name="T15" fmla="*/ 306 h 311"/>
                  <a:gd name="T16" fmla="*/ 144 w 252"/>
                  <a:gd name="T17" fmla="*/ 239 h 311"/>
                  <a:gd name="T18" fmla="*/ 248 w 252"/>
                  <a:gd name="T19" fmla="*/ 174 h 311"/>
                  <a:gd name="T20" fmla="*/ 286 w 252"/>
                  <a:gd name="T21" fmla="*/ 90 h 31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52" h="311">
                    <a:moveTo>
                      <a:pt x="252" y="64"/>
                    </a:moveTo>
                    <a:cubicBezTo>
                      <a:pt x="203" y="62"/>
                      <a:pt x="154" y="0"/>
                      <a:pt x="111" y="37"/>
                    </a:cubicBezTo>
                    <a:cubicBezTo>
                      <a:pt x="70" y="74"/>
                      <a:pt x="0" y="136"/>
                      <a:pt x="15" y="199"/>
                    </a:cubicBezTo>
                    <a:cubicBezTo>
                      <a:pt x="19" y="219"/>
                      <a:pt x="32" y="229"/>
                      <a:pt x="44" y="244"/>
                    </a:cubicBezTo>
                    <a:cubicBezTo>
                      <a:pt x="56" y="258"/>
                      <a:pt x="59" y="272"/>
                      <a:pt x="68" y="286"/>
                    </a:cubicBezTo>
                    <a:cubicBezTo>
                      <a:pt x="84" y="311"/>
                      <a:pt x="98" y="301"/>
                      <a:pt x="117" y="286"/>
                    </a:cubicBezTo>
                    <a:cubicBezTo>
                      <a:pt x="139" y="268"/>
                      <a:pt x="186" y="257"/>
                      <a:pt x="196" y="229"/>
                    </a:cubicBezTo>
                    <a:cubicBezTo>
                      <a:pt x="177" y="220"/>
                      <a:pt x="147" y="251"/>
                      <a:pt x="125" y="252"/>
                    </a:cubicBezTo>
                    <a:cubicBezTo>
                      <a:pt x="85" y="255"/>
                      <a:pt x="102" y="218"/>
                      <a:pt x="119" y="197"/>
                    </a:cubicBezTo>
                    <a:cubicBezTo>
                      <a:pt x="142" y="169"/>
                      <a:pt x="183" y="172"/>
                      <a:pt x="206" y="143"/>
                    </a:cubicBezTo>
                    <a:cubicBezTo>
                      <a:pt x="218" y="130"/>
                      <a:pt x="244" y="91"/>
                      <a:pt x="238" y="74"/>
                    </a:cubicBezTo>
                  </a:path>
                </a:pathLst>
              </a:custGeom>
              <a:solidFill>
                <a:srgbClr val="B069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752" name="Freeform 285">
                <a:extLst>
                  <a:ext uri="{FF2B5EF4-FFF2-40B4-BE49-F238E27FC236}">
                    <a16:creationId xmlns:a16="http://schemas.microsoft.com/office/drawing/2014/main" id="{64D37490-57EF-4ADF-92C8-C18FCCA0E8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9" y="1293"/>
                <a:ext cx="355" cy="328"/>
              </a:xfrm>
              <a:custGeom>
                <a:avLst/>
                <a:gdLst>
                  <a:gd name="T0" fmla="*/ 403 w 333"/>
                  <a:gd name="T1" fmla="*/ 0 h 307"/>
                  <a:gd name="T2" fmla="*/ 328 w 333"/>
                  <a:gd name="T3" fmla="*/ 17 h 307"/>
                  <a:gd name="T4" fmla="*/ 244 w 333"/>
                  <a:gd name="T5" fmla="*/ 58 h 307"/>
                  <a:gd name="T6" fmla="*/ 74 w 333"/>
                  <a:gd name="T7" fmla="*/ 186 h 307"/>
                  <a:gd name="T8" fmla="*/ 6 w 333"/>
                  <a:gd name="T9" fmla="*/ 287 h 307"/>
                  <a:gd name="T10" fmla="*/ 25 w 333"/>
                  <a:gd name="T11" fmla="*/ 316 h 307"/>
                  <a:gd name="T12" fmla="*/ 59 w 333"/>
                  <a:gd name="T13" fmla="*/ 352 h 307"/>
                  <a:gd name="T14" fmla="*/ 108 w 333"/>
                  <a:gd name="T15" fmla="*/ 283 h 307"/>
                  <a:gd name="T16" fmla="*/ 183 w 333"/>
                  <a:gd name="T17" fmla="*/ 302 h 307"/>
                  <a:gd name="T18" fmla="*/ 212 w 333"/>
                  <a:gd name="T19" fmla="*/ 214 h 307"/>
                  <a:gd name="T20" fmla="*/ 270 w 333"/>
                  <a:gd name="T21" fmla="*/ 115 h 307"/>
                  <a:gd name="T22" fmla="*/ 386 w 333"/>
                  <a:gd name="T23" fmla="*/ 6 h 30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33" h="307">
                    <a:moveTo>
                      <a:pt x="333" y="0"/>
                    </a:moveTo>
                    <a:cubicBezTo>
                      <a:pt x="325" y="12"/>
                      <a:pt x="287" y="8"/>
                      <a:pt x="271" y="14"/>
                    </a:cubicBezTo>
                    <a:cubicBezTo>
                      <a:pt x="247" y="23"/>
                      <a:pt x="224" y="34"/>
                      <a:pt x="202" y="48"/>
                    </a:cubicBezTo>
                    <a:cubicBezTo>
                      <a:pt x="151" y="80"/>
                      <a:pt x="99" y="103"/>
                      <a:pt x="61" y="153"/>
                    </a:cubicBezTo>
                    <a:cubicBezTo>
                      <a:pt x="43" y="176"/>
                      <a:pt x="13" y="208"/>
                      <a:pt x="6" y="236"/>
                    </a:cubicBezTo>
                    <a:cubicBezTo>
                      <a:pt x="0" y="261"/>
                      <a:pt x="10" y="250"/>
                      <a:pt x="21" y="259"/>
                    </a:cubicBezTo>
                    <a:cubicBezTo>
                      <a:pt x="31" y="267"/>
                      <a:pt x="34" y="289"/>
                      <a:pt x="49" y="288"/>
                    </a:cubicBezTo>
                    <a:cubicBezTo>
                      <a:pt x="50" y="263"/>
                      <a:pt x="53" y="227"/>
                      <a:pt x="89" y="232"/>
                    </a:cubicBezTo>
                    <a:cubicBezTo>
                      <a:pt x="124" y="237"/>
                      <a:pt x="122" y="307"/>
                      <a:pt x="151" y="248"/>
                    </a:cubicBezTo>
                    <a:cubicBezTo>
                      <a:pt x="162" y="226"/>
                      <a:pt x="169" y="199"/>
                      <a:pt x="175" y="175"/>
                    </a:cubicBezTo>
                    <a:cubicBezTo>
                      <a:pt x="182" y="141"/>
                      <a:pt x="199" y="120"/>
                      <a:pt x="222" y="95"/>
                    </a:cubicBezTo>
                    <a:cubicBezTo>
                      <a:pt x="254" y="62"/>
                      <a:pt x="283" y="31"/>
                      <a:pt x="319" y="6"/>
                    </a:cubicBezTo>
                  </a:path>
                </a:pathLst>
              </a:custGeom>
              <a:solidFill>
                <a:srgbClr val="B069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753" name="Freeform 286">
                <a:extLst>
                  <a:ext uri="{FF2B5EF4-FFF2-40B4-BE49-F238E27FC236}">
                    <a16:creationId xmlns:a16="http://schemas.microsoft.com/office/drawing/2014/main" id="{7A15865E-B7D3-4035-BBE6-A046D460E7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8" y="1354"/>
                <a:ext cx="344" cy="601"/>
              </a:xfrm>
              <a:custGeom>
                <a:avLst/>
                <a:gdLst>
                  <a:gd name="T0" fmla="*/ 155 w 323"/>
                  <a:gd name="T1" fmla="*/ 80 h 564"/>
                  <a:gd name="T2" fmla="*/ 144 w 323"/>
                  <a:gd name="T3" fmla="*/ 237 h 564"/>
                  <a:gd name="T4" fmla="*/ 115 w 323"/>
                  <a:gd name="T5" fmla="*/ 358 h 564"/>
                  <a:gd name="T6" fmla="*/ 58 w 323"/>
                  <a:gd name="T7" fmla="*/ 406 h 564"/>
                  <a:gd name="T8" fmla="*/ 20 w 323"/>
                  <a:gd name="T9" fmla="*/ 464 h 564"/>
                  <a:gd name="T10" fmla="*/ 14 w 323"/>
                  <a:gd name="T11" fmla="*/ 518 h 564"/>
                  <a:gd name="T12" fmla="*/ 42 w 323"/>
                  <a:gd name="T13" fmla="*/ 514 h 564"/>
                  <a:gd name="T14" fmla="*/ 91 w 323"/>
                  <a:gd name="T15" fmla="*/ 511 h 564"/>
                  <a:gd name="T16" fmla="*/ 225 w 323"/>
                  <a:gd name="T17" fmla="*/ 605 h 564"/>
                  <a:gd name="T18" fmla="*/ 241 w 323"/>
                  <a:gd name="T19" fmla="*/ 661 h 564"/>
                  <a:gd name="T20" fmla="*/ 305 w 323"/>
                  <a:gd name="T21" fmla="*/ 667 h 564"/>
                  <a:gd name="T22" fmla="*/ 387 w 323"/>
                  <a:gd name="T23" fmla="*/ 565 h 564"/>
                  <a:gd name="T24" fmla="*/ 379 w 323"/>
                  <a:gd name="T25" fmla="*/ 485 h 564"/>
                  <a:gd name="T26" fmla="*/ 373 w 323"/>
                  <a:gd name="T27" fmla="*/ 395 h 564"/>
                  <a:gd name="T28" fmla="*/ 377 w 323"/>
                  <a:gd name="T29" fmla="*/ 215 h 564"/>
                  <a:gd name="T30" fmla="*/ 332 w 323"/>
                  <a:gd name="T31" fmla="*/ 50 h 564"/>
                  <a:gd name="T32" fmla="*/ 229 w 323"/>
                  <a:gd name="T33" fmla="*/ 19 h 564"/>
                  <a:gd name="T34" fmla="*/ 160 w 323"/>
                  <a:gd name="T35" fmla="*/ 92 h 564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323" h="564">
                    <a:moveTo>
                      <a:pt x="129" y="66"/>
                    </a:moveTo>
                    <a:cubicBezTo>
                      <a:pt x="122" y="109"/>
                      <a:pt x="115" y="151"/>
                      <a:pt x="119" y="195"/>
                    </a:cubicBezTo>
                    <a:cubicBezTo>
                      <a:pt x="123" y="238"/>
                      <a:pt x="125" y="263"/>
                      <a:pt x="95" y="296"/>
                    </a:cubicBezTo>
                    <a:cubicBezTo>
                      <a:pt x="81" y="311"/>
                      <a:pt x="62" y="320"/>
                      <a:pt x="48" y="336"/>
                    </a:cubicBezTo>
                    <a:cubicBezTo>
                      <a:pt x="36" y="350"/>
                      <a:pt x="25" y="367"/>
                      <a:pt x="17" y="383"/>
                    </a:cubicBezTo>
                    <a:cubicBezTo>
                      <a:pt x="13" y="392"/>
                      <a:pt x="0" y="420"/>
                      <a:pt x="11" y="428"/>
                    </a:cubicBezTo>
                    <a:cubicBezTo>
                      <a:pt x="17" y="433"/>
                      <a:pt x="29" y="425"/>
                      <a:pt x="35" y="424"/>
                    </a:cubicBezTo>
                    <a:cubicBezTo>
                      <a:pt x="48" y="422"/>
                      <a:pt x="62" y="422"/>
                      <a:pt x="75" y="422"/>
                    </a:cubicBezTo>
                    <a:cubicBezTo>
                      <a:pt x="124" y="422"/>
                      <a:pt x="166" y="456"/>
                      <a:pt x="186" y="500"/>
                    </a:cubicBezTo>
                    <a:cubicBezTo>
                      <a:pt x="192" y="514"/>
                      <a:pt x="190" y="533"/>
                      <a:pt x="199" y="546"/>
                    </a:cubicBezTo>
                    <a:cubicBezTo>
                      <a:pt x="212" y="564"/>
                      <a:pt x="235" y="562"/>
                      <a:pt x="253" y="551"/>
                    </a:cubicBezTo>
                    <a:cubicBezTo>
                      <a:pt x="279" y="535"/>
                      <a:pt x="317" y="498"/>
                      <a:pt x="320" y="466"/>
                    </a:cubicBezTo>
                    <a:cubicBezTo>
                      <a:pt x="323" y="446"/>
                      <a:pt x="315" y="422"/>
                      <a:pt x="314" y="401"/>
                    </a:cubicBezTo>
                    <a:cubicBezTo>
                      <a:pt x="312" y="377"/>
                      <a:pt x="309" y="352"/>
                      <a:pt x="309" y="327"/>
                    </a:cubicBezTo>
                    <a:cubicBezTo>
                      <a:pt x="308" y="277"/>
                      <a:pt x="310" y="228"/>
                      <a:pt x="312" y="178"/>
                    </a:cubicBezTo>
                    <a:cubicBezTo>
                      <a:pt x="313" y="135"/>
                      <a:pt x="302" y="76"/>
                      <a:pt x="275" y="41"/>
                    </a:cubicBezTo>
                    <a:cubicBezTo>
                      <a:pt x="253" y="14"/>
                      <a:pt x="223" y="0"/>
                      <a:pt x="190" y="16"/>
                    </a:cubicBezTo>
                    <a:cubicBezTo>
                      <a:pt x="161" y="29"/>
                      <a:pt x="151" y="55"/>
                      <a:pt x="132" y="76"/>
                    </a:cubicBezTo>
                  </a:path>
                </a:pathLst>
              </a:custGeom>
              <a:solidFill>
                <a:srgbClr val="B069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754" name="Freeform 287">
                <a:extLst>
                  <a:ext uri="{FF2B5EF4-FFF2-40B4-BE49-F238E27FC236}">
                    <a16:creationId xmlns:a16="http://schemas.microsoft.com/office/drawing/2014/main" id="{46F5AFB1-B9A3-4381-AED5-EB7946CD85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5" y="1981"/>
                <a:ext cx="360" cy="240"/>
              </a:xfrm>
              <a:custGeom>
                <a:avLst/>
                <a:gdLst>
                  <a:gd name="T0" fmla="*/ 4 w 337"/>
                  <a:gd name="T1" fmla="*/ 0 h 226"/>
                  <a:gd name="T2" fmla="*/ 26 w 337"/>
                  <a:gd name="T3" fmla="*/ 58 h 226"/>
                  <a:gd name="T4" fmla="*/ 73 w 337"/>
                  <a:gd name="T5" fmla="*/ 105 h 226"/>
                  <a:gd name="T6" fmla="*/ 178 w 337"/>
                  <a:gd name="T7" fmla="*/ 148 h 226"/>
                  <a:gd name="T8" fmla="*/ 357 w 337"/>
                  <a:gd name="T9" fmla="*/ 255 h 226"/>
                  <a:gd name="T10" fmla="*/ 404 w 337"/>
                  <a:gd name="T11" fmla="*/ 256 h 226"/>
                  <a:gd name="T12" fmla="*/ 401 w 337"/>
                  <a:gd name="T13" fmla="*/ 200 h 226"/>
                  <a:gd name="T14" fmla="*/ 395 w 337"/>
                  <a:gd name="T15" fmla="*/ 131 h 226"/>
                  <a:gd name="T16" fmla="*/ 359 w 337"/>
                  <a:gd name="T17" fmla="*/ 108 h 226"/>
                  <a:gd name="T18" fmla="*/ 73 w 337"/>
                  <a:gd name="T19" fmla="*/ 33 h 226"/>
                  <a:gd name="T20" fmla="*/ 12 w 337"/>
                  <a:gd name="T21" fmla="*/ 2 h 22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37" h="226">
                    <a:moveTo>
                      <a:pt x="4" y="0"/>
                    </a:moveTo>
                    <a:cubicBezTo>
                      <a:pt x="0" y="13"/>
                      <a:pt x="15" y="38"/>
                      <a:pt x="21" y="49"/>
                    </a:cubicBezTo>
                    <a:cubicBezTo>
                      <a:pt x="30" y="67"/>
                      <a:pt x="44" y="77"/>
                      <a:pt x="60" y="88"/>
                    </a:cubicBezTo>
                    <a:cubicBezTo>
                      <a:pt x="85" y="105"/>
                      <a:pt x="118" y="110"/>
                      <a:pt x="146" y="123"/>
                    </a:cubicBezTo>
                    <a:cubicBezTo>
                      <a:pt x="197" y="148"/>
                      <a:pt x="239" y="194"/>
                      <a:pt x="293" y="213"/>
                    </a:cubicBezTo>
                    <a:cubicBezTo>
                      <a:pt x="304" y="216"/>
                      <a:pt x="322" y="226"/>
                      <a:pt x="331" y="214"/>
                    </a:cubicBezTo>
                    <a:cubicBezTo>
                      <a:pt x="337" y="205"/>
                      <a:pt x="330" y="176"/>
                      <a:pt x="329" y="167"/>
                    </a:cubicBezTo>
                    <a:cubicBezTo>
                      <a:pt x="327" y="148"/>
                      <a:pt x="326" y="128"/>
                      <a:pt x="324" y="109"/>
                    </a:cubicBezTo>
                    <a:cubicBezTo>
                      <a:pt x="321" y="87"/>
                      <a:pt x="315" y="89"/>
                      <a:pt x="295" y="90"/>
                    </a:cubicBezTo>
                    <a:cubicBezTo>
                      <a:pt x="207" y="92"/>
                      <a:pt x="138" y="61"/>
                      <a:pt x="60" y="27"/>
                    </a:cubicBezTo>
                    <a:cubicBezTo>
                      <a:pt x="43" y="19"/>
                      <a:pt x="24" y="13"/>
                      <a:pt x="9" y="2"/>
                    </a:cubicBezTo>
                  </a:path>
                </a:pathLst>
              </a:custGeom>
              <a:solidFill>
                <a:srgbClr val="B069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755" name="Freeform 288">
                <a:extLst>
                  <a:ext uri="{FF2B5EF4-FFF2-40B4-BE49-F238E27FC236}">
                    <a16:creationId xmlns:a16="http://schemas.microsoft.com/office/drawing/2014/main" id="{F7E0D0C1-6652-4B7F-BA59-73FBAAB214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7" y="2194"/>
                <a:ext cx="151" cy="139"/>
              </a:xfrm>
              <a:custGeom>
                <a:avLst/>
                <a:gdLst>
                  <a:gd name="T0" fmla="*/ 0 w 142"/>
                  <a:gd name="T1" fmla="*/ 0 h 131"/>
                  <a:gd name="T2" fmla="*/ 57 w 142"/>
                  <a:gd name="T3" fmla="*/ 67 h 131"/>
                  <a:gd name="T4" fmla="*/ 107 w 142"/>
                  <a:gd name="T5" fmla="*/ 128 h 131"/>
                  <a:gd name="T6" fmla="*/ 167 w 142"/>
                  <a:gd name="T7" fmla="*/ 117 h 131"/>
                  <a:gd name="T8" fmla="*/ 95 w 142"/>
                  <a:gd name="T9" fmla="*/ 70 h 131"/>
                  <a:gd name="T10" fmla="*/ 44 w 142"/>
                  <a:gd name="T11" fmla="*/ 34 h 131"/>
                  <a:gd name="T12" fmla="*/ 17 w 142"/>
                  <a:gd name="T13" fmla="*/ 2 h 1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2" h="131">
                    <a:moveTo>
                      <a:pt x="0" y="0"/>
                    </a:moveTo>
                    <a:cubicBezTo>
                      <a:pt x="20" y="7"/>
                      <a:pt x="35" y="40"/>
                      <a:pt x="48" y="56"/>
                    </a:cubicBezTo>
                    <a:cubicBezTo>
                      <a:pt x="63" y="73"/>
                      <a:pt x="76" y="89"/>
                      <a:pt x="89" y="107"/>
                    </a:cubicBezTo>
                    <a:cubicBezTo>
                      <a:pt x="104" y="125"/>
                      <a:pt x="133" y="131"/>
                      <a:pt x="139" y="98"/>
                    </a:cubicBezTo>
                    <a:cubicBezTo>
                      <a:pt x="142" y="77"/>
                      <a:pt x="96" y="68"/>
                      <a:pt x="79" y="58"/>
                    </a:cubicBezTo>
                    <a:cubicBezTo>
                      <a:pt x="66" y="50"/>
                      <a:pt x="49" y="38"/>
                      <a:pt x="37" y="28"/>
                    </a:cubicBezTo>
                    <a:cubicBezTo>
                      <a:pt x="29" y="20"/>
                      <a:pt x="24" y="6"/>
                      <a:pt x="14" y="2"/>
                    </a:cubicBezTo>
                  </a:path>
                </a:pathLst>
              </a:custGeom>
              <a:solidFill>
                <a:srgbClr val="B069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756" name="Freeform 289">
                <a:extLst>
                  <a:ext uri="{FF2B5EF4-FFF2-40B4-BE49-F238E27FC236}">
                    <a16:creationId xmlns:a16="http://schemas.microsoft.com/office/drawing/2014/main" id="{B191F03A-25AD-4BD6-908B-8029A7B1FA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7" y="2496"/>
                <a:ext cx="537" cy="293"/>
              </a:xfrm>
              <a:custGeom>
                <a:avLst/>
                <a:gdLst>
                  <a:gd name="T0" fmla="*/ 175 w 504"/>
                  <a:gd name="T1" fmla="*/ 247 h 275"/>
                  <a:gd name="T2" fmla="*/ 11 w 504"/>
                  <a:gd name="T3" fmla="*/ 219 h 275"/>
                  <a:gd name="T4" fmla="*/ 46 w 504"/>
                  <a:gd name="T5" fmla="*/ 82 h 275"/>
                  <a:gd name="T6" fmla="*/ 152 w 504"/>
                  <a:gd name="T7" fmla="*/ 25 h 275"/>
                  <a:gd name="T8" fmla="*/ 393 w 504"/>
                  <a:gd name="T9" fmla="*/ 40 h 275"/>
                  <a:gd name="T10" fmla="*/ 477 w 504"/>
                  <a:gd name="T11" fmla="*/ 40 h 275"/>
                  <a:gd name="T12" fmla="*/ 556 w 504"/>
                  <a:gd name="T13" fmla="*/ 25 h 275"/>
                  <a:gd name="T14" fmla="*/ 606 w 504"/>
                  <a:gd name="T15" fmla="*/ 148 h 275"/>
                  <a:gd name="T16" fmla="*/ 492 w 504"/>
                  <a:gd name="T17" fmla="*/ 227 h 275"/>
                  <a:gd name="T18" fmla="*/ 343 w 504"/>
                  <a:gd name="T19" fmla="*/ 232 h 275"/>
                  <a:gd name="T20" fmla="*/ 237 w 504"/>
                  <a:gd name="T21" fmla="*/ 243 h 275"/>
                  <a:gd name="T22" fmla="*/ 156 w 504"/>
                  <a:gd name="T23" fmla="*/ 253 h 27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504" h="275">
                    <a:moveTo>
                      <a:pt x="145" y="205"/>
                    </a:moveTo>
                    <a:cubicBezTo>
                      <a:pt x="95" y="197"/>
                      <a:pt x="0" y="275"/>
                      <a:pt x="8" y="181"/>
                    </a:cubicBezTo>
                    <a:cubicBezTo>
                      <a:pt x="10" y="145"/>
                      <a:pt x="18" y="97"/>
                      <a:pt x="38" y="68"/>
                    </a:cubicBezTo>
                    <a:cubicBezTo>
                      <a:pt x="58" y="39"/>
                      <a:pt x="92" y="32"/>
                      <a:pt x="126" y="21"/>
                    </a:cubicBezTo>
                    <a:cubicBezTo>
                      <a:pt x="194" y="0"/>
                      <a:pt x="256" y="34"/>
                      <a:pt x="325" y="34"/>
                    </a:cubicBezTo>
                    <a:cubicBezTo>
                      <a:pt x="348" y="34"/>
                      <a:pt x="372" y="36"/>
                      <a:pt x="394" y="34"/>
                    </a:cubicBezTo>
                    <a:cubicBezTo>
                      <a:pt x="412" y="32"/>
                      <a:pt x="444" y="18"/>
                      <a:pt x="460" y="21"/>
                    </a:cubicBezTo>
                    <a:cubicBezTo>
                      <a:pt x="493" y="29"/>
                      <a:pt x="499" y="89"/>
                      <a:pt x="501" y="122"/>
                    </a:cubicBezTo>
                    <a:cubicBezTo>
                      <a:pt x="504" y="181"/>
                      <a:pt x="460" y="182"/>
                      <a:pt x="407" y="188"/>
                    </a:cubicBezTo>
                    <a:cubicBezTo>
                      <a:pt x="366" y="193"/>
                      <a:pt x="324" y="190"/>
                      <a:pt x="283" y="192"/>
                    </a:cubicBezTo>
                    <a:cubicBezTo>
                      <a:pt x="253" y="194"/>
                      <a:pt x="223" y="199"/>
                      <a:pt x="195" y="201"/>
                    </a:cubicBezTo>
                    <a:cubicBezTo>
                      <a:pt x="180" y="203"/>
                      <a:pt x="122" y="200"/>
                      <a:pt x="129" y="208"/>
                    </a:cubicBezTo>
                  </a:path>
                </a:pathLst>
              </a:custGeom>
              <a:solidFill>
                <a:srgbClr val="B069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757" name="Freeform 290">
                <a:extLst>
                  <a:ext uri="{FF2B5EF4-FFF2-40B4-BE49-F238E27FC236}">
                    <a16:creationId xmlns:a16="http://schemas.microsoft.com/office/drawing/2014/main" id="{AE5859F0-53DF-4241-A693-62CBBB3339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5" y="2756"/>
                <a:ext cx="515" cy="305"/>
              </a:xfrm>
              <a:custGeom>
                <a:avLst/>
                <a:gdLst>
                  <a:gd name="T0" fmla="*/ 198 w 483"/>
                  <a:gd name="T1" fmla="*/ 298 h 286"/>
                  <a:gd name="T2" fmla="*/ 67 w 483"/>
                  <a:gd name="T3" fmla="*/ 314 h 286"/>
                  <a:gd name="T4" fmla="*/ 27 w 483"/>
                  <a:gd name="T5" fmla="*/ 191 h 286"/>
                  <a:gd name="T6" fmla="*/ 260 w 483"/>
                  <a:gd name="T7" fmla="*/ 14 h 286"/>
                  <a:gd name="T8" fmla="*/ 405 w 483"/>
                  <a:gd name="T9" fmla="*/ 7 h 286"/>
                  <a:gd name="T10" fmla="*/ 463 w 483"/>
                  <a:gd name="T11" fmla="*/ 7 h 286"/>
                  <a:gd name="T12" fmla="*/ 534 w 483"/>
                  <a:gd name="T13" fmla="*/ 3 h 286"/>
                  <a:gd name="T14" fmla="*/ 544 w 483"/>
                  <a:gd name="T15" fmla="*/ 151 h 286"/>
                  <a:gd name="T16" fmla="*/ 405 w 483"/>
                  <a:gd name="T17" fmla="*/ 278 h 286"/>
                  <a:gd name="T18" fmla="*/ 173 w 483"/>
                  <a:gd name="T19" fmla="*/ 314 h 28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83" h="286">
                    <a:moveTo>
                      <a:pt x="163" y="246"/>
                    </a:moveTo>
                    <a:cubicBezTo>
                      <a:pt x="130" y="252"/>
                      <a:pt x="78" y="286"/>
                      <a:pt x="55" y="259"/>
                    </a:cubicBezTo>
                    <a:cubicBezTo>
                      <a:pt x="40" y="240"/>
                      <a:pt x="26" y="180"/>
                      <a:pt x="22" y="158"/>
                    </a:cubicBezTo>
                    <a:cubicBezTo>
                      <a:pt x="0" y="47"/>
                      <a:pt x="130" y="22"/>
                      <a:pt x="215" y="11"/>
                    </a:cubicBezTo>
                    <a:cubicBezTo>
                      <a:pt x="254" y="5"/>
                      <a:pt x="294" y="7"/>
                      <a:pt x="334" y="7"/>
                    </a:cubicBezTo>
                    <a:cubicBezTo>
                      <a:pt x="350" y="7"/>
                      <a:pt x="366" y="6"/>
                      <a:pt x="382" y="7"/>
                    </a:cubicBezTo>
                    <a:cubicBezTo>
                      <a:pt x="398" y="7"/>
                      <a:pt x="426" y="0"/>
                      <a:pt x="441" y="3"/>
                    </a:cubicBezTo>
                    <a:cubicBezTo>
                      <a:pt x="483" y="14"/>
                      <a:pt x="462" y="93"/>
                      <a:pt x="448" y="125"/>
                    </a:cubicBezTo>
                    <a:cubicBezTo>
                      <a:pt x="422" y="182"/>
                      <a:pt x="394" y="212"/>
                      <a:pt x="334" y="230"/>
                    </a:cubicBezTo>
                    <a:cubicBezTo>
                      <a:pt x="271" y="249"/>
                      <a:pt x="205" y="244"/>
                      <a:pt x="143" y="259"/>
                    </a:cubicBezTo>
                  </a:path>
                </a:pathLst>
              </a:custGeom>
              <a:solidFill>
                <a:srgbClr val="B069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758" name="Freeform 291">
                <a:extLst>
                  <a:ext uri="{FF2B5EF4-FFF2-40B4-BE49-F238E27FC236}">
                    <a16:creationId xmlns:a16="http://schemas.microsoft.com/office/drawing/2014/main" id="{A79D880A-F072-4698-AEE0-DFE514D233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6" y="2574"/>
                <a:ext cx="207" cy="275"/>
              </a:xfrm>
              <a:custGeom>
                <a:avLst/>
                <a:gdLst>
                  <a:gd name="T0" fmla="*/ 0 w 194"/>
                  <a:gd name="T1" fmla="*/ 111 h 258"/>
                  <a:gd name="T2" fmla="*/ 61 w 194"/>
                  <a:gd name="T3" fmla="*/ 148 h 258"/>
                  <a:gd name="T4" fmla="*/ 44 w 194"/>
                  <a:gd name="T5" fmla="*/ 196 h 258"/>
                  <a:gd name="T6" fmla="*/ 3 w 194"/>
                  <a:gd name="T7" fmla="*/ 240 h 258"/>
                  <a:gd name="T8" fmla="*/ 57 w 194"/>
                  <a:gd name="T9" fmla="*/ 261 h 258"/>
                  <a:gd name="T10" fmla="*/ 107 w 194"/>
                  <a:gd name="T11" fmla="*/ 280 h 258"/>
                  <a:gd name="T12" fmla="*/ 131 w 194"/>
                  <a:gd name="T13" fmla="*/ 292 h 258"/>
                  <a:gd name="T14" fmla="*/ 153 w 194"/>
                  <a:gd name="T15" fmla="*/ 308 h 258"/>
                  <a:gd name="T16" fmla="*/ 186 w 194"/>
                  <a:gd name="T17" fmla="*/ 276 h 258"/>
                  <a:gd name="T18" fmla="*/ 222 w 194"/>
                  <a:gd name="T19" fmla="*/ 187 h 258"/>
                  <a:gd name="T20" fmla="*/ 232 w 194"/>
                  <a:gd name="T21" fmla="*/ 74 h 258"/>
                  <a:gd name="T22" fmla="*/ 180 w 194"/>
                  <a:gd name="T23" fmla="*/ 6 h 258"/>
                  <a:gd name="T24" fmla="*/ 93 w 194"/>
                  <a:gd name="T25" fmla="*/ 7 h 25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94" h="258">
                    <a:moveTo>
                      <a:pt x="0" y="92"/>
                    </a:moveTo>
                    <a:cubicBezTo>
                      <a:pt x="19" y="91"/>
                      <a:pt x="46" y="103"/>
                      <a:pt x="50" y="122"/>
                    </a:cubicBezTo>
                    <a:cubicBezTo>
                      <a:pt x="54" y="139"/>
                      <a:pt x="47" y="150"/>
                      <a:pt x="36" y="162"/>
                    </a:cubicBezTo>
                    <a:cubicBezTo>
                      <a:pt x="28" y="170"/>
                      <a:pt x="3" y="186"/>
                      <a:pt x="3" y="198"/>
                    </a:cubicBezTo>
                    <a:cubicBezTo>
                      <a:pt x="2" y="215"/>
                      <a:pt x="36" y="215"/>
                      <a:pt x="47" y="216"/>
                    </a:cubicBezTo>
                    <a:cubicBezTo>
                      <a:pt x="63" y="218"/>
                      <a:pt x="74" y="225"/>
                      <a:pt x="88" y="232"/>
                    </a:cubicBezTo>
                    <a:cubicBezTo>
                      <a:pt x="95" y="235"/>
                      <a:pt x="102" y="238"/>
                      <a:pt x="108" y="241"/>
                    </a:cubicBezTo>
                    <a:cubicBezTo>
                      <a:pt x="113" y="245"/>
                      <a:pt x="119" y="252"/>
                      <a:pt x="126" y="254"/>
                    </a:cubicBezTo>
                    <a:cubicBezTo>
                      <a:pt x="144" y="258"/>
                      <a:pt x="147" y="240"/>
                      <a:pt x="153" y="228"/>
                    </a:cubicBezTo>
                    <a:cubicBezTo>
                      <a:pt x="165" y="203"/>
                      <a:pt x="177" y="181"/>
                      <a:pt x="183" y="154"/>
                    </a:cubicBezTo>
                    <a:cubicBezTo>
                      <a:pt x="188" y="126"/>
                      <a:pt x="194" y="90"/>
                      <a:pt x="190" y="61"/>
                    </a:cubicBezTo>
                    <a:cubicBezTo>
                      <a:pt x="186" y="38"/>
                      <a:pt x="172" y="13"/>
                      <a:pt x="148" y="6"/>
                    </a:cubicBezTo>
                    <a:cubicBezTo>
                      <a:pt x="130" y="0"/>
                      <a:pt x="95" y="1"/>
                      <a:pt x="77" y="7"/>
                    </a:cubicBezTo>
                  </a:path>
                </a:pathLst>
              </a:custGeom>
              <a:solidFill>
                <a:srgbClr val="B069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759" name="Freeform 292">
                <a:extLst>
                  <a:ext uri="{FF2B5EF4-FFF2-40B4-BE49-F238E27FC236}">
                    <a16:creationId xmlns:a16="http://schemas.microsoft.com/office/drawing/2014/main" id="{B74CDB7D-FB0B-4E22-A373-1742373282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4" y="2262"/>
                <a:ext cx="324" cy="219"/>
              </a:xfrm>
              <a:custGeom>
                <a:avLst/>
                <a:gdLst>
                  <a:gd name="T0" fmla="*/ 311 w 304"/>
                  <a:gd name="T1" fmla="*/ 11 h 206"/>
                  <a:gd name="T2" fmla="*/ 351 w 304"/>
                  <a:gd name="T3" fmla="*/ 21 h 206"/>
                  <a:gd name="T4" fmla="*/ 360 w 304"/>
                  <a:gd name="T5" fmla="*/ 89 h 206"/>
                  <a:gd name="T6" fmla="*/ 366 w 304"/>
                  <a:gd name="T7" fmla="*/ 163 h 206"/>
                  <a:gd name="T8" fmla="*/ 342 w 304"/>
                  <a:gd name="T9" fmla="*/ 215 h 206"/>
                  <a:gd name="T10" fmla="*/ 264 w 304"/>
                  <a:gd name="T11" fmla="*/ 225 h 206"/>
                  <a:gd name="T12" fmla="*/ 201 w 304"/>
                  <a:gd name="T13" fmla="*/ 232 h 206"/>
                  <a:gd name="T14" fmla="*/ 142 w 304"/>
                  <a:gd name="T15" fmla="*/ 245 h 206"/>
                  <a:gd name="T16" fmla="*/ 87 w 304"/>
                  <a:gd name="T17" fmla="*/ 218 h 206"/>
                  <a:gd name="T18" fmla="*/ 15 w 304"/>
                  <a:gd name="T19" fmla="*/ 197 h 206"/>
                  <a:gd name="T20" fmla="*/ 88 w 304"/>
                  <a:gd name="T21" fmla="*/ 74 h 206"/>
                  <a:gd name="T22" fmla="*/ 152 w 304"/>
                  <a:gd name="T23" fmla="*/ 55 h 206"/>
                  <a:gd name="T24" fmla="*/ 206 w 304"/>
                  <a:gd name="T25" fmla="*/ 36 h 206"/>
                  <a:gd name="T26" fmla="*/ 293 w 304"/>
                  <a:gd name="T27" fmla="*/ 21 h 206"/>
                  <a:gd name="T28" fmla="*/ 317 w 304"/>
                  <a:gd name="T29" fmla="*/ 6 h 20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304" h="206">
                    <a:moveTo>
                      <a:pt x="257" y="8"/>
                    </a:moveTo>
                    <a:cubicBezTo>
                      <a:pt x="272" y="6"/>
                      <a:pt x="284" y="0"/>
                      <a:pt x="290" y="18"/>
                    </a:cubicBezTo>
                    <a:cubicBezTo>
                      <a:pt x="295" y="34"/>
                      <a:pt x="294" y="57"/>
                      <a:pt x="297" y="74"/>
                    </a:cubicBezTo>
                    <a:cubicBezTo>
                      <a:pt x="300" y="94"/>
                      <a:pt x="300" y="115"/>
                      <a:pt x="302" y="135"/>
                    </a:cubicBezTo>
                    <a:cubicBezTo>
                      <a:pt x="304" y="155"/>
                      <a:pt x="302" y="170"/>
                      <a:pt x="282" y="179"/>
                    </a:cubicBezTo>
                    <a:cubicBezTo>
                      <a:pt x="263" y="187"/>
                      <a:pt x="240" y="186"/>
                      <a:pt x="219" y="187"/>
                    </a:cubicBezTo>
                    <a:cubicBezTo>
                      <a:pt x="201" y="188"/>
                      <a:pt x="184" y="190"/>
                      <a:pt x="166" y="193"/>
                    </a:cubicBezTo>
                    <a:cubicBezTo>
                      <a:pt x="149" y="196"/>
                      <a:pt x="135" y="206"/>
                      <a:pt x="117" y="203"/>
                    </a:cubicBezTo>
                    <a:cubicBezTo>
                      <a:pt x="101" y="199"/>
                      <a:pt x="89" y="185"/>
                      <a:pt x="72" y="182"/>
                    </a:cubicBezTo>
                    <a:cubicBezTo>
                      <a:pt x="54" y="179"/>
                      <a:pt x="19" y="184"/>
                      <a:pt x="12" y="164"/>
                    </a:cubicBezTo>
                    <a:cubicBezTo>
                      <a:pt x="0" y="131"/>
                      <a:pt x="49" y="79"/>
                      <a:pt x="73" y="62"/>
                    </a:cubicBezTo>
                    <a:cubicBezTo>
                      <a:pt x="89" y="52"/>
                      <a:pt x="108" y="50"/>
                      <a:pt x="126" y="46"/>
                    </a:cubicBezTo>
                    <a:cubicBezTo>
                      <a:pt x="142" y="42"/>
                      <a:pt x="155" y="35"/>
                      <a:pt x="170" y="30"/>
                    </a:cubicBezTo>
                    <a:cubicBezTo>
                      <a:pt x="194" y="22"/>
                      <a:pt x="219" y="29"/>
                      <a:pt x="242" y="18"/>
                    </a:cubicBezTo>
                    <a:cubicBezTo>
                      <a:pt x="249" y="14"/>
                      <a:pt x="255" y="9"/>
                      <a:pt x="262" y="6"/>
                    </a:cubicBezTo>
                  </a:path>
                </a:pathLst>
              </a:custGeom>
              <a:solidFill>
                <a:srgbClr val="B069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760" name="Freeform 293">
                <a:extLst>
                  <a:ext uri="{FF2B5EF4-FFF2-40B4-BE49-F238E27FC236}">
                    <a16:creationId xmlns:a16="http://schemas.microsoft.com/office/drawing/2014/main" id="{2ED742A2-BA73-4C2B-AA8D-CD0C80A3EB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1" y="2163"/>
                <a:ext cx="149" cy="73"/>
              </a:xfrm>
              <a:custGeom>
                <a:avLst/>
                <a:gdLst>
                  <a:gd name="T0" fmla="*/ 139 w 140"/>
                  <a:gd name="T1" fmla="*/ 0 h 69"/>
                  <a:gd name="T2" fmla="*/ 168 w 140"/>
                  <a:gd name="T3" fmla="*/ 47 h 69"/>
                  <a:gd name="T4" fmla="*/ 109 w 140"/>
                  <a:gd name="T5" fmla="*/ 78 h 69"/>
                  <a:gd name="T6" fmla="*/ 4 w 140"/>
                  <a:gd name="T7" fmla="*/ 81 h 69"/>
                  <a:gd name="T8" fmla="*/ 60 w 140"/>
                  <a:gd name="T9" fmla="*/ 48 h 69"/>
                  <a:gd name="T10" fmla="*/ 128 w 140"/>
                  <a:gd name="T11" fmla="*/ 7 h 6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0" h="69">
                    <a:moveTo>
                      <a:pt x="116" y="0"/>
                    </a:moveTo>
                    <a:cubicBezTo>
                      <a:pt x="121" y="16"/>
                      <a:pt x="140" y="19"/>
                      <a:pt x="139" y="40"/>
                    </a:cubicBezTo>
                    <a:cubicBezTo>
                      <a:pt x="137" y="62"/>
                      <a:pt x="109" y="65"/>
                      <a:pt x="90" y="66"/>
                    </a:cubicBezTo>
                    <a:cubicBezTo>
                      <a:pt x="61" y="66"/>
                      <a:pt x="33" y="67"/>
                      <a:pt x="4" y="69"/>
                    </a:cubicBezTo>
                    <a:cubicBezTo>
                      <a:pt x="0" y="51"/>
                      <a:pt x="39" y="47"/>
                      <a:pt x="50" y="41"/>
                    </a:cubicBezTo>
                    <a:cubicBezTo>
                      <a:pt x="69" y="30"/>
                      <a:pt x="85" y="14"/>
                      <a:pt x="106" y="7"/>
                    </a:cubicBezTo>
                  </a:path>
                </a:pathLst>
              </a:custGeom>
              <a:solidFill>
                <a:srgbClr val="B069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761" name="Freeform 294">
                <a:extLst>
                  <a:ext uri="{FF2B5EF4-FFF2-40B4-BE49-F238E27FC236}">
                    <a16:creationId xmlns:a16="http://schemas.microsoft.com/office/drawing/2014/main" id="{E331DFAE-C0A5-47DB-8F67-1D7CD28C27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6" y="1964"/>
                <a:ext cx="178" cy="241"/>
              </a:xfrm>
              <a:custGeom>
                <a:avLst/>
                <a:gdLst>
                  <a:gd name="T0" fmla="*/ 124 w 167"/>
                  <a:gd name="T1" fmla="*/ 7 h 227"/>
                  <a:gd name="T2" fmla="*/ 178 w 167"/>
                  <a:gd name="T3" fmla="*/ 79 h 227"/>
                  <a:gd name="T4" fmla="*/ 183 w 167"/>
                  <a:gd name="T5" fmla="*/ 125 h 227"/>
                  <a:gd name="T6" fmla="*/ 196 w 167"/>
                  <a:gd name="T7" fmla="*/ 183 h 227"/>
                  <a:gd name="T8" fmla="*/ 123 w 167"/>
                  <a:gd name="T9" fmla="*/ 207 h 227"/>
                  <a:gd name="T10" fmla="*/ 54 w 167"/>
                  <a:gd name="T11" fmla="*/ 241 h 227"/>
                  <a:gd name="T12" fmla="*/ 7 w 167"/>
                  <a:gd name="T13" fmla="*/ 272 h 227"/>
                  <a:gd name="T14" fmla="*/ 34 w 167"/>
                  <a:gd name="T15" fmla="*/ 219 h 227"/>
                  <a:gd name="T16" fmla="*/ 87 w 167"/>
                  <a:gd name="T17" fmla="*/ 152 h 227"/>
                  <a:gd name="T18" fmla="*/ 114 w 167"/>
                  <a:gd name="T19" fmla="*/ 31 h 22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67" h="227">
                    <a:moveTo>
                      <a:pt x="102" y="7"/>
                    </a:moveTo>
                    <a:cubicBezTo>
                      <a:pt x="129" y="0"/>
                      <a:pt x="143" y="46"/>
                      <a:pt x="147" y="66"/>
                    </a:cubicBezTo>
                    <a:cubicBezTo>
                      <a:pt x="149" y="79"/>
                      <a:pt x="148" y="93"/>
                      <a:pt x="151" y="105"/>
                    </a:cubicBezTo>
                    <a:cubicBezTo>
                      <a:pt x="156" y="121"/>
                      <a:pt x="167" y="136"/>
                      <a:pt x="162" y="153"/>
                    </a:cubicBezTo>
                    <a:cubicBezTo>
                      <a:pt x="156" y="178"/>
                      <a:pt x="121" y="169"/>
                      <a:pt x="101" y="173"/>
                    </a:cubicBezTo>
                    <a:cubicBezTo>
                      <a:pt x="81" y="176"/>
                      <a:pt x="63" y="191"/>
                      <a:pt x="45" y="202"/>
                    </a:cubicBezTo>
                    <a:cubicBezTo>
                      <a:pt x="35" y="208"/>
                      <a:pt x="19" y="226"/>
                      <a:pt x="7" y="227"/>
                    </a:cubicBezTo>
                    <a:cubicBezTo>
                      <a:pt x="0" y="211"/>
                      <a:pt x="18" y="193"/>
                      <a:pt x="28" y="183"/>
                    </a:cubicBezTo>
                    <a:cubicBezTo>
                      <a:pt x="44" y="165"/>
                      <a:pt x="59" y="148"/>
                      <a:pt x="72" y="127"/>
                    </a:cubicBezTo>
                    <a:cubicBezTo>
                      <a:pt x="92" y="96"/>
                      <a:pt x="95" y="62"/>
                      <a:pt x="94" y="25"/>
                    </a:cubicBezTo>
                  </a:path>
                </a:pathLst>
              </a:custGeom>
              <a:solidFill>
                <a:srgbClr val="B069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762" name="Freeform 295">
                <a:extLst>
                  <a:ext uri="{FF2B5EF4-FFF2-40B4-BE49-F238E27FC236}">
                    <a16:creationId xmlns:a16="http://schemas.microsoft.com/office/drawing/2014/main" id="{A09C0ED0-56D8-46AF-B258-E8CE5F6611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9" y="2301"/>
                <a:ext cx="6" cy="5"/>
              </a:xfrm>
              <a:custGeom>
                <a:avLst/>
                <a:gdLst>
                  <a:gd name="T0" fmla="*/ 8 w 5"/>
                  <a:gd name="T1" fmla="*/ 8 h 4"/>
                  <a:gd name="T2" fmla="*/ 0 w 5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4">
                    <a:moveTo>
                      <a:pt x="5" y="4"/>
                    </a:moveTo>
                    <a:cubicBezTo>
                      <a:pt x="3" y="3"/>
                      <a:pt x="2" y="2"/>
                      <a:pt x="0" y="0"/>
                    </a:cubicBezTo>
                  </a:path>
                </a:pathLst>
              </a:custGeom>
              <a:solidFill>
                <a:srgbClr val="B069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763" name="Freeform 296">
                <a:extLst>
                  <a:ext uri="{FF2B5EF4-FFF2-40B4-BE49-F238E27FC236}">
                    <a16:creationId xmlns:a16="http://schemas.microsoft.com/office/drawing/2014/main" id="{3E4801CB-9D2A-495F-B9A7-D10ED814D5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6" y="2904"/>
                <a:ext cx="219" cy="236"/>
              </a:xfrm>
              <a:custGeom>
                <a:avLst/>
                <a:gdLst>
                  <a:gd name="T0" fmla="*/ 250 w 205"/>
                  <a:gd name="T1" fmla="*/ 0 h 221"/>
                  <a:gd name="T2" fmla="*/ 143 w 205"/>
                  <a:gd name="T3" fmla="*/ 189 h 221"/>
                  <a:gd name="T4" fmla="*/ 0 w 205"/>
                  <a:gd name="T5" fmla="*/ 229 h 221"/>
                  <a:gd name="T6" fmla="*/ 110 w 205"/>
                  <a:gd name="T7" fmla="*/ 66 h 2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5" h="221">
                    <a:moveTo>
                      <a:pt x="205" y="0"/>
                    </a:moveTo>
                    <a:cubicBezTo>
                      <a:pt x="161" y="43"/>
                      <a:pt x="164" y="115"/>
                      <a:pt x="117" y="155"/>
                    </a:cubicBezTo>
                    <a:cubicBezTo>
                      <a:pt x="95" y="174"/>
                      <a:pt x="27" y="221"/>
                      <a:pt x="0" y="187"/>
                    </a:cubicBezTo>
                    <a:cubicBezTo>
                      <a:pt x="54" y="165"/>
                      <a:pt x="107" y="119"/>
                      <a:pt x="90" y="54"/>
                    </a:cubicBezTo>
                  </a:path>
                </a:pathLst>
              </a:custGeom>
              <a:solidFill>
                <a:srgbClr val="B069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764" name="Freeform 297">
                <a:extLst>
                  <a:ext uri="{FF2B5EF4-FFF2-40B4-BE49-F238E27FC236}">
                    <a16:creationId xmlns:a16="http://schemas.microsoft.com/office/drawing/2014/main" id="{A2F57018-CBD0-473E-A146-36ECB9AE0B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8" y="3185"/>
                <a:ext cx="196" cy="530"/>
              </a:xfrm>
              <a:custGeom>
                <a:avLst/>
                <a:gdLst>
                  <a:gd name="T0" fmla="*/ 34 w 184"/>
                  <a:gd name="T1" fmla="*/ 28 h 498"/>
                  <a:gd name="T2" fmla="*/ 147 w 184"/>
                  <a:gd name="T3" fmla="*/ 1 h 498"/>
                  <a:gd name="T4" fmla="*/ 210 w 184"/>
                  <a:gd name="T5" fmla="*/ 143 h 498"/>
                  <a:gd name="T6" fmla="*/ 196 w 184"/>
                  <a:gd name="T7" fmla="*/ 438 h 498"/>
                  <a:gd name="T8" fmla="*/ 169 w 184"/>
                  <a:gd name="T9" fmla="*/ 550 h 498"/>
                  <a:gd name="T10" fmla="*/ 79 w 184"/>
                  <a:gd name="T11" fmla="*/ 483 h 498"/>
                  <a:gd name="T12" fmla="*/ 59 w 184"/>
                  <a:gd name="T13" fmla="*/ 367 h 498"/>
                  <a:gd name="T14" fmla="*/ 20 w 184"/>
                  <a:gd name="T15" fmla="*/ 210 h 498"/>
                  <a:gd name="T16" fmla="*/ 15 w 184"/>
                  <a:gd name="T17" fmla="*/ 23 h 49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84" h="498">
                    <a:moveTo>
                      <a:pt x="28" y="23"/>
                    </a:moveTo>
                    <a:cubicBezTo>
                      <a:pt x="37" y="13"/>
                      <a:pt x="105" y="0"/>
                      <a:pt x="122" y="1"/>
                    </a:cubicBezTo>
                    <a:cubicBezTo>
                      <a:pt x="169" y="4"/>
                      <a:pt x="169" y="83"/>
                      <a:pt x="174" y="118"/>
                    </a:cubicBezTo>
                    <a:cubicBezTo>
                      <a:pt x="184" y="202"/>
                      <a:pt x="178" y="281"/>
                      <a:pt x="162" y="364"/>
                    </a:cubicBezTo>
                    <a:cubicBezTo>
                      <a:pt x="157" y="388"/>
                      <a:pt x="152" y="437"/>
                      <a:pt x="140" y="457"/>
                    </a:cubicBezTo>
                    <a:cubicBezTo>
                      <a:pt x="114" y="498"/>
                      <a:pt x="74" y="428"/>
                      <a:pt x="65" y="401"/>
                    </a:cubicBezTo>
                    <a:cubicBezTo>
                      <a:pt x="54" y="370"/>
                      <a:pt x="56" y="336"/>
                      <a:pt x="49" y="304"/>
                    </a:cubicBezTo>
                    <a:cubicBezTo>
                      <a:pt x="40" y="260"/>
                      <a:pt x="26" y="218"/>
                      <a:pt x="17" y="174"/>
                    </a:cubicBezTo>
                    <a:cubicBezTo>
                      <a:pt x="7" y="122"/>
                      <a:pt x="0" y="71"/>
                      <a:pt x="12" y="20"/>
                    </a:cubicBezTo>
                  </a:path>
                </a:pathLst>
              </a:custGeom>
              <a:solidFill>
                <a:srgbClr val="B069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765" name="Freeform 298">
                <a:extLst>
                  <a:ext uri="{FF2B5EF4-FFF2-40B4-BE49-F238E27FC236}">
                    <a16:creationId xmlns:a16="http://schemas.microsoft.com/office/drawing/2014/main" id="{55617998-7988-46AF-92C3-1967B247B8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1" y="3595"/>
                <a:ext cx="186" cy="212"/>
              </a:xfrm>
              <a:custGeom>
                <a:avLst/>
                <a:gdLst>
                  <a:gd name="T0" fmla="*/ 180 w 175"/>
                  <a:gd name="T1" fmla="*/ 27 h 199"/>
                  <a:gd name="T2" fmla="*/ 180 w 175"/>
                  <a:gd name="T3" fmla="*/ 126 h 199"/>
                  <a:gd name="T4" fmla="*/ 197 w 175"/>
                  <a:gd name="T5" fmla="*/ 172 h 199"/>
                  <a:gd name="T6" fmla="*/ 126 w 175"/>
                  <a:gd name="T7" fmla="*/ 180 h 199"/>
                  <a:gd name="T8" fmla="*/ 53 w 175"/>
                  <a:gd name="T9" fmla="*/ 197 h 199"/>
                  <a:gd name="T10" fmla="*/ 0 w 175"/>
                  <a:gd name="T11" fmla="*/ 197 h 199"/>
                  <a:gd name="T12" fmla="*/ 52 w 175"/>
                  <a:gd name="T13" fmla="*/ 161 h 199"/>
                  <a:gd name="T14" fmla="*/ 129 w 175"/>
                  <a:gd name="T15" fmla="*/ 123 h 199"/>
                  <a:gd name="T16" fmla="*/ 136 w 175"/>
                  <a:gd name="T17" fmla="*/ 0 h 19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75" h="199">
                    <a:moveTo>
                      <a:pt x="150" y="22"/>
                    </a:moveTo>
                    <a:cubicBezTo>
                      <a:pt x="144" y="46"/>
                      <a:pt x="139" y="81"/>
                      <a:pt x="150" y="104"/>
                    </a:cubicBezTo>
                    <a:cubicBezTo>
                      <a:pt x="156" y="117"/>
                      <a:pt x="175" y="125"/>
                      <a:pt x="164" y="142"/>
                    </a:cubicBezTo>
                    <a:cubicBezTo>
                      <a:pt x="153" y="161"/>
                      <a:pt x="121" y="150"/>
                      <a:pt x="105" y="149"/>
                    </a:cubicBezTo>
                    <a:cubicBezTo>
                      <a:pt x="77" y="147"/>
                      <a:pt x="67" y="147"/>
                      <a:pt x="44" y="163"/>
                    </a:cubicBezTo>
                    <a:cubicBezTo>
                      <a:pt x="30" y="174"/>
                      <a:pt x="0" y="199"/>
                      <a:pt x="0" y="163"/>
                    </a:cubicBezTo>
                    <a:cubicBezTo>
                      <a:pt x="1" y="138"/>
                      <a:pt x="25" y="137"/>
                      <a:pt x="43" y="133"/>
                    </a:cubicBezTo>
                    <a:cubicBezTo>
                      <a:pt x="68" y="127"/>
                      <a:pt x="95" y="127"/>
                      <a:pt x="107" y="101"/>
                    </a:cubicBezTo>
                    <a:cubicBezTo>
                      <a:pt x="120" y="71"/>
                      <a:pt x="102" y="31"/>
                      <a:pt x="113" y="0"/>
                    </a:cubicBezTo>
                  </a:path>
                </a:pathLst>
              </a:custGeom>
              <a:solidFill>
                <a:srgbClr val="B069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766" name="Freeform 299">
                <a:extLst>
                  <a:ext uri="{FF2B5EF4-FFF2-40B4-BE49-F238E27FC236}">
                    <a16:creationId xmlns:a16="http://schemas.microsoft.com/office/drawing/2014/main" id="{C4EA1CDC-288F-4721-9D9C-1F13C13C4A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8" y="3785"/>
                <a:ext cx="122" cy="168"/>
              </a:xfrm>
              <a:custGeom>
                <a:avLst/>
                <a:gdLst>
                  <a:gd name="T0" fmla="*/ 3 w 115"/>
                  <a:gd name="T1" fmla="*/ 65 h 158"/>
                  <a:gd name="T2" fmla="*/ 71 w 115"/>
                  <a:gd name="T3" fmla="*/ 101 h 158"/>
                  <a:gd name="T4" fmla="*/ 137 w 115"/>
                  <a:gd name="T5" fmla="*/ 180 h 158"/>
                  <a:gd name="T6" fmla="*/ 93 w 115"/>
                  <a:gd name="T7" fmla="*/ 188 h 158"/>
                  <a:gd name="T8" fmla="*/ 59 w 115"/>
                  <a:gd name="T9" fmla="*/ 146 h 158"/>
                  <a:gd name="T10" fmla="*/ 0 w 115"/>
                  <a:gd name="T11" fmla="*/ 55 h 15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5" h="158">
                    <a:moveTo>
                      <a:pt x="3" y="54"/>
                    </a:moveTo>
                    <a:cubicBezTo>
                      <a:pt x="19" y="0"/>
                      <a:pt x="50" y="70"/>
                      <a:pt x="59" y="84"/>
                    </a:cubicBezTo>
                    <a:cubicBezTo>
                      <a:pt x="75" y="107"/>
                      <a:pt x="111" y="120"/>
                      <a:pt x="115" y="150"/>
                    </a:cubicBezTo>
                    <a:cubicBezTo>
                      <a:pt x="107" y="150"/>
                      <a:pt x="83" y="158"/>
                      <a:pt x="78" y="156"/>
                    </a:cubicBezTo>
                    <a:cubicBezTo>
                      <a:pt x="65" y="152"/>
                      <a:pt x="57" y="131"/>
                      <a:pt x="50" y="121"/>
                    </a:cubicBezTo>
                    <a:cubicBezTo>
                      <a:pt x="35" y="99"/>
                      <a:pt x="21" y="63"/>
                      <a:pt x="0" y="46"/>
                    </a:cubicBezTo>
                  </a:path>
                </a:pathLst>
              </a:custGeom>
              <a:solidFill>
                <a:srgbClr val="B069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767" name="Freeform 300">
                <a:extLst>
                  <a:ext uri="{FF2B5EF4-FFF2-40B4-BE49-F238E27FC236}">
                    <a16:creationId xmlns:a16="http://schemas.microsoft.com/office/drawing/2014/main" id="{AAFD714D-9790-4B9B-AB06-11CBC5B8EE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1" y="2241"/>
                <a:ext cx="143" cy="158"/>
              </a:xfrm>
              <a:custGeom>
                <a:avLst/>
                <a:gdLst>
                  <a:gd name="T0" fmla="*/ 35 w 134"/>
                  <a:gd name="T1" fmla="*/ 24 h 149"/>
                  <a:gd name="T2" fmla="*/ 89 w 134"/>
                  <a:gd name="T3" fmla="*/ 4 h 149"/>
                  <a:gd name="T4" fmla="*/ 121 w 134"/>
                  <a:gd name="T5" fmla="*/ 66 h 149"/>
                  <a:gd name="T6" fmla="*/ 121 w 134"/>
                  <a:gd name="T7" fmla="*/ 178 h 149"/>
                  <a:gd name="T8" fmla="*/ 82 w 134"/>
                  <a:gd name="T9" fmla="*/ 104 h 149"/>
                  <a:gd name="T10" fmla="*/ 6 w 134"/>
                  <a:gd name="T11" fmla="*/ 137 h 149"/>
                  <a:gd name="T12" fmla="*/ 22 w 134"/>
                  <a:gd name="T13" fmla="*/ 33 h 14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4" h="149">
                    <a:moveTo>
                      <a:pt x="29" y="21"/>
                    </a:moveTo>
                    <a:cubicBezTo>
                      <a:pt x="43" y="16"/>
                      <a:pt x="58" y="0"/>
                      <a:pt x="73" y="4"/>
                    </a:cubicBezTo>
                    <a:cubicBezTo>
                      <a:pt x="92" y="9"/>
                      <a:pt x="92" y="39"/>
                      <a:pt x="99" y="55"/>
                    </a:cubicBezTo>
                    <a:cubicBezTo>
                      <a:pt x="108" y="76"/>
                      <a:pt x="134" y="136"/>
                      <a:pt x="99" y="149"/>
                    </a:cubicBezTo>
                    <a:cubicBezTo>
                      <a:pt x="89" y="132"/>
                      <a:pt x="89" y="96"/>
                      <a:pt x="67" y="87"/>
                    </a:cubicBezTo>
                    <a:cubicBezTo>
                      <a:pt x="46" y="79"/>
                      <a:pt x="24" y="108"/>
                      <a:pt x="6" y="115"/>
                    </a:cubicBezTo>
                    <a:cubicBezTo>
                      <a:pt x="0" y="88"/>
                      <a:pt x="0" y="49"/>
                      <a:pt x="19" y="27"/>
                    </a:cubicBezTo>
                  </a:path>
                </a:pathLst>
              </a:custGeom>
              <a:solidFill>
                <a:srgbClr val="B069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768" name="Freeform 301">
                <a:extLst>
                  <a:ext uri="{FF2B5EF4-FFF2-40B4-BE49-F238E27FC236}">
                    <a16:creationId xmlns:a16="http://schemas.microsoft.com/office/drawing/2014/main" id="{10DC0ABB-DD85-4B7A-AE00-3D10480D96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1" y="1919"/>
                <a:ext cx="206" cy="275"/>
              </a:xfrm>
              <a:custGeom>
                <a:avLst/>
                <a:gdLst>
                  <a:gd name="T0" fmla="*/ 109 w 193"/>
                  <a:gd name="T1" fmla="*/ 39 h 258"/>
                  <a:gd name="T2" fmla="*/ 157 w 193"/>
                  <a:gd name="T3" fmla="*/ 6 h 258"/>
                  <a:gd name="T4" fmla="*/ 210 w 193"/>
                  <a:gd name="T5" fmla="*/ 91 h 258"/>
                  <a:gd name="T6" fmla="*/ 226 w 193"/>
                  <a:gd name="T7" fmla="*/ 196 h 258"/>
                  <a:gd name="T8" fmla="*/ 208 w 193"/>
                  <a:gd name="T9" fmla="*/ 263 h 258"/>
                  <a:gd name="T10" fmla="*/ 51 w 193"/>
                  <a:gd name="T11" fmla="*/ 225 h 258"/>
                  <a:gd name="T12" fmla="*/ 13 w 193"/>
                  <a:gd name="T13" fmla="*/ 102 h 258"/>
                  <a:gd name="T14" fmla="*/ 100 w 193"/>
                  <a:gd name="T15" fmla="*/ 35 h 25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93" h="258">
                    <a:moveTo>
                      <a:pt x="90" y="33"/>
                    </a:moveTo>
                    <a:cubicBezTo>
                      <a:pt x="105" y="25"/>
                      <a:pt x="112" y="9"/>
                      <a:pt x="129" y="6"/>
                    </a:cubicBezTo>
                    <a:cubicBezTo>
                      <a:pt x="167" y="0"/>
                      <a:pt x="169" y="49"/>
                      <a:pt x="173" y="75"/>
                    </a:cubicBezTo>
                    <a:cubicBezTo>
                      <a:pt x="177" y="105"/>
                      <a:pt x="178" y="133"/>
                      <a:pt x="186" y="162"/>
                    </a:cubicBezTo>
                    <a:cubicBezTo>
                      <a:pt x="193" y="189"/>
                      <a:pt x="193" y="201"/>
                      <a:pt x="171" y="218"/>
                    </a:cubicBezTo>
                    <a:cubicBezTo>
                      <a:pt x="120" y="258"/>
                      <a:pt x="82" y="227"/>
                      <a:pt x="42" y="186"/>
                    </a:cubicBezTo>
                    <a:cubicBezTo>
                      <a:pt x="19" y="162"/>
                      <a:pt x="0" y="118"/>
                      <a:pt x="10" y="84"/>
                    </a:cubicBezTo>
                    <a:cubicBezTo>
                      <a:pt x="19" y="54"/>
                      <a:pt x="58" y="42"/>
                      <a:pt x="82" y="29"/>
                    </a:cubicBezTo>
                  </a:path>
                </a:pathLst>
              </a:custGeom>
              <a:solidFill>
                <a:srgbClr val="B069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769" name="Freeform 302">
                <a:extLst>
                  <a:ext uri="{FF2B5EF4-FFF2-40B4-BE49-F238E27FC236}">
                    <a16:creationId xmlns:a16="http://schemas.microsoft.com/office/drawing/2014/main" id="{FBCC5275-1D35-48C5-AB37-87110F889E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5" y="1603"/>
                <a:ext cx="269" cy="332"/>
              </a:xfrm>
              <a:custGeom>
                <a:avLst/>
                <a:gdLst>
                  <a:gd name="T0" fmla="*/ 0 w 252"/>
                  <a:gd name="T1" fmla="*/ 78 h 311"/>
                  <a:gd name="T2" fmla="*/ 172 w 252"/>
                  <a:gd name="T3" fmla="*/ 45 h 311"/>
                  <a:gd name="T4" fmla="*/ 289 w 252"/>
                  <a:gd name="T5" fmla="*/ 241 h 311"/>
                  <a:gd name="T6" fmla="*/ 253 w 252"/>
                  <a:gd name="T7" fmla="*/ 297 h 311"/>
                  <a:gd name="T8" fmla="*/ 223 w 252"/>
                  <a:gd name="T9" fmla="*/ 348 h 311"/>
                  <a:gd name="T10" fmla="*/ 164 w 252"/>
                  <a:gd name="T11" fmla="*/ 348 h 311"/>
                  <a:gd name="T12" fmla="*/ 68 w 252"/>
                  <a:gd name="T13" fmla="*/ 278 h 311"/>
                  <a:gd name="T14" fmla="*/ 155 w 252"/>
                  <a:gd name="T15" fmla="*/ 306 h 311"/>
                  <a:gd name="T16" fmla="*/ 162 w 252"/>
                  <a:gd name="T17" fmla="*/ 239 h 311"/>
                  <a:gd name="T18" fmla="*/ 56 w 252"/>
                  <a:gd name="T19" fmla="*/ 174 h 311"/>
                  <a:gd name="T20" fmla="*/ 17 w 252"/>
                  <a:gd name="T21" fmla="*/ 90 h 31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52" h="311">
                    <a:moveTo>
                      <a:pt x="0" y="64"/>
                    </a:moveTo>
                    <a:cubicBezTo>
                      <a:pt x="49" y="62"/>
                      <a:pt x="99" y="0"/>
                      <a:pt x="141" y="37"/>
                    </a:cubicBezTo>
                    <a:cubicBezTo>
                      <a:pt x="182" y="74"/>
                      <a:pt x="252" y="136"/>
                      <a:pt x="238" y="199"/>
                    </a:cubicBezTo>
                    <a:cubicBezTo>
                      <a:pt x="233" y="219"/>
                      <a:pt x="221" y="229"/>
                      <a:pt x="208" y="244"/>
                    </a:cubicBezTo>
                    <a:cubicBezTo>
                      <a:pt x="197" y="258"/>
                      <a:pt x="194" y="272"/>
                      <a:pt x="184" y="286"/>
                    </a:cubicBezTo>
                    <a:cubicBezTo>
                      <a:pt x="168" y="311"/>
                      <a:pt x="154" y="301"/>
                      <a:pt x="135" y="286"/>
                    </a:cubicBezTo>
                    <a:cubicBezTo>
                      <a:pt x="114" y="268"/>
                      <a:pt x="66" y="257"/>
                      <a:pt x="56" y="229"/>
                    </a:cubicBezTo>
                    <a:cubicBezTo>
                      <a:pt x="75" y="220"/>
                      <a:pt x="106" y="251"/>
                      <a:pt x="127" y="252"/>
                    </a:cubicBezTo>
                    <a:cubicBezTo>
                      <a:pt x="167" y="255"/>
                      <a:pt x="150" y="218"/>
                      <a:pt x="133" y="197"/>
                    </a:cubicBezTo>
                    <a:cubicBezTo>
                      <a:pt x="110" y="169"/>
                      <a:pt x="70" y="172"/>
                      <a:pt x="46" y="143"/>
                    </a:cubicBezTo>
                    <a:cubicBezTo>
                      <a:pt x="35" y="130"/>
                      <a:pt x="8" y="91"/>
                      <a:pt x="14" y="74"/>
                    </a:cubicBezTo>
                  </a:path>
                </a:pathLst>
              </a:custGeom>
              <a:solidFill>
                <a:srgbClr val="B069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770" name="Freeform 303">
                <a:extLst>
                  <a:ext uri="{FF2B5EF4-FFF2-40B4-BE49-F238E27FC236}">
                    <a16:creationId xmlns:a16="http://schemas.microsoft.com/office/drawing/2014/main" id="{A43B9491-45AC-47DB-BE9C-31038FB900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9" y="1293"/>
                <a:ext cx="356" cy="328"/>
              </a:xfrm>
              <a:custGeom>
                <a:avLst/>
                <a:gdLst>
                  <a:gd name="T0" fmla="*/ 0 w 334"/>
                  <a:gd name="T1" fmla="*/ 0 h 307"/>
                  <a:gd name="T2" fmla="*/ 75 w 334"/>
                  <a:gd name="T3" fmla="*/ 17 h 307"/>
                  <a:gd name="T4" fmla="*/ 159 w 334"/>
                  <a:gd name="T5" fmla="*/ 58 h 307"/>
                  <a:gd name="T6" fmla="*/ 330 w 334"/>
                  <a:gd name="T7" fmla="*/ 186 h 307"/>
                  <a:gd name="T8" fmla="*/ 397 w 334"/>
                  <a:gd name="T9" fmla="*/ 287 h 307"/>
                  <a:gd name="T10" fmla="*/ 379 w 334"/>
                  <a:gd name="T11" fmla="*/ 316 h 307"/>
                  <a:gd name="T12" fmla="*/ 345 w 334"/>
                  <a:gd name="T13" fmla="*/ 352 h 307"/>
                  <a:gd name="T14" fmla="*/ 296 w 334"/>
                  <a:gd name="T15" fmla="*/ 283 h 307"/>
                  <a:gd name="T16" fmla="*/ 221 w 334"/>
                  <a:gd name="T17" fmla="*/ 302 h 307"/>
                  <a:gd name="T18" fmla="*/ 192 w 334"/>
                  <a:gd name="T19" fmla="*/ 214 h 307"/>
                  <a:gd name="T20" fmla="*/ 134 w 334"/>
                  <a:gd name="T21" fmla="*/ 115 h 307"/>
                  <a:gd name="T22" fmla="*/ 17 w 334"/>
                  <a:gd name="T23" fmla="*/ 6 h 30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34" h="307">
                    <a:moveTo>
                      <a:pt x="0" y="0"/>
                    </a:moveTo>
                    <a:cubicBezTo>
                      <a:pt x="9" y="12"/>
                      <a:pt x="47" y="8"/>
                      <a:pt x="62" y="14"/>
                    </a:cubicBezTo>
                    <a:cubicBezTo>
                      <a:pt x="86" y="23"/>
                      <a:pt x="110" y="34"/>
                      <a:pt x="131" y="48"/>
                    </a:cubicBezTo>
                    <a:cubicBezTo>
                      <a:pt x="183" y="80"/>
                      <a:pt x="234" y="103"/>
                      <a:pt x="273" y="153"/>
                    </a:cubicBezTo>
                    <a:cubicBezTo>
                      <a:pt x="290" y="176"/>
                      <a:pt x="320" y="208"/>
                      <a:pt x="327" y="236"/>
                    </a:cubicBezTo>
                    <a:cubicBezTo>
                      <a:pt x="334" y="261"/>
                      <a:pt x="324" y="250"/>
                      <a:pt x="313" y="259"/>
                    </a:cubicBezTo>
                    <a:cubicBezTo>
                      <a:pt x="303" y="267"/>
                      <a:pt x="299" y="289"/>
                      <a:pt x="285" y="288"/>
                    </a:cubicBezTo>
                    <a:cubicBezTo>
                      <a:pt x="283" y="263"/>
                      <a:pt x="280" y="227"/>
                      <a:pt x="245" y="232"/>
                    </a:cubicBezTo>
                    <a:cubicBezTo>
                      <a:pt x="209" y="237"/>
                      <a:pt x="211" y="307"/>
                      <a:pt x="182" y="248"/>
                    </a:cubicBezTo>
                    <a:cubicBezTo>
                      <a:pt x="171" y="226"/>
                      <a:pt x="164" y="199"/>
                      <a:pt x="159" y="175"/>
                    </a:cubicBezTo>
                    <a:cubicBezTo>
                      <a:pt x="151" y="141"/>
                      <a:pt x="135" y="120"/>
                      <a:pt x="111" y="95"/>
                    </a:cubicBezTo>
                    <a:cubicBezTo>
                      <a:pt x="80" y="62"/>
                      <a:pt x="51" y="31"/>
                      <a:pt x="14" y="6"/>
                    </a:cubicBezTo>
                  </a:path>
                </a:pathLst>
              </a:custGeom>
              <a:solidFill>
                <a:srgbClr val="B069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771" name="Freeform 304">
                <a:extLst>
                  <a:ext uri="{FF2B5EF4-FFF2-40B4-BE49-F238E27FC236}">
                    <a16:creationId xmlns:a16="http://schemas.microsoft.com/office/drawing/2014/main" id="{13853598-E1A9-461E-B07C-D21386FFB3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1" y="1354"/>
                <a:ext cx="345" cy="601"/>
              </a:xfrm>
              <a:custGeom>
                <a:avLst/>
                <a:gdLst>
                  <a:gd name="T0" fmla="*/ 235 w 323"/>
                  <a:gd name="T1" fmla="*/ 80 h 564"/>
                  <a:gd name="T2" fmla="*/ 248 w 323"/>
                  <a:gd name="T3" fmla="*/ 237 h 564"/>
                  <a:gd name="T4" fmla="*/ 276 w 323"/>
                  <a:gd name="T5" fmla="*/ 358 h 564"/>
                  <a:gd name="T6" fmla="*/ 334 w 323"/>
                  <a:gd name="T7" fmla="*/ 406 h 564"/>
                  <a:gd name="T8" fmla="*/ 372 w 323"/>
                  <a:gd name="T9" fmla="*/ 464 h 564"/>
                  <a:gd name="T10" fmla="*/ 380 w 323"/>
                  <a:gd name="T11" fmla="*/ 518 h 564"/>
                  <a:gd name="T12" fmla="*/ 350 w 323"/>
                  <a:gd name="T13" fmla="*/ 514 h 564"/>
                  <a:gd name="T14" fmla="*/ 301 w 323"/>
                  <a:gd name="T15" fmla="*/ 511 h 564"/>
                  <a:gd name="T16" fmla="*/ 167 w 323"/>
                  <a:gd name="T17" fmla="*/ 605 h 564"/>
                  <a:gd name="T18" fmla="*/ 151 w 323"/>
                  <a:gd name="T19" fmla="*/ 661 h 564"/>
                  <a:gd name="T20" fmla="*/ 85 w 323"/>
                  <a:gd name="T21" fmla="*/ 667 h 564"/>
                  <a:gd name="T22" fmla="*/ 2 w 323"/>
                  <a:gd name="T23" fmla="*/ 565 h 564"/>
                  <a:gd name="T24" fmla="*/ 12 w 323"/>
                  <a:gd name="T25" fmla="*/ 485 h 564"/>
                  <a:gd name="T26" fmla="*/ 17 w 323"/>
                  <a:gd name="T27" fmla="*/ 395 h 564"/>
                  <a:gd name="T28" fmla="*/ 14 w 323"/>
                  <a:gd name="T29" fmla="*/ 215 h 564"/>
                  <a:gd name="T30" fmla="*/ 58 w 323"/>
                  <a:gd name="T31" fmla="*/ 50 h 564"/>
                  <a:gd name="T32" fmla="*/ 162 w 323"/>
                  <a:gd name="T33" fmla="*/ 19 h 564"/>
                  <a:gd name="T34" fmla="*/ 232 w 323"/>
                  <a:gd name="T35" fmla="*/ 92 h 564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323" h="564">
                    <a:moveTo>
                      <a:pt x="193" y="66"/>
                    </a:moveTo>
                    <a:cubicBezTo>
                      <a:pt x="201" y="109"/>
                      <a:pt x="207" y="151"/>
                      <a:pt x="203" y="195"/>
                    </a:cubicBezTo>
                    <a:cubicBezTo>
                      <a:pt x="200" y="238"/>
                      <a:pt x="197" y="263"/>
                      <a:pt x="227" y="296"/>
                    </a:cubicBezTo>
                    <a:cubicBezTo>
                      <a:pt x="241" y="311"/>
                      <a:pt x="260" y="320"/>
                      <a:pt x="274" y="336"/>
                    </a:cubicBezTo>
                    <a:cubicBezTo>
                      <a:pt x="286" y="350"/>
                      <a:pt x="298" y="367"/>
                      <a:pt x="305" y="383"/>
                    </a:cubicBezTo>
                    <a:cubicBezTo>
                      <a:pt x="309" y="392"/>
                      <a:pt x="323" y="420"/>
                      <a:pt x="312" y="428"/>
                    </a:cubicBezTo>
                    <a:cubicBezTo>
                      <a:pt x="305" y="433"/>
                      <a:pt x="294" y="425"/>
                      <a:pt x="287" y="424"/>
                    </a:cubicBezTo>
                    <a:cubicBezTo>
                      <a:pt x="275" y="422"/>
                      <a:pt x="260" y="422"/>
                      <a:pt x="247" y="422"/>
                    </a:cubicBezTo>
                    <a:cubicBezTo>
                      <a:pt x="199" y="422"/>
                      <a:pt x="156" y="456"/>
                      <a:pt x="137" y="500"/>
                    </a:cubicBezTo>
                    <a:cubicBezTo>
                      <a:pt x="130" y="514"/>
                      <a:pt x="133" y="533"/>
                      <a:pt x="124" y="546"/>
                    </a:cubicBezTo>
                    <a:cubicBezTo>
                      <a:pt x="110" y="564"/>
                      <a:pt x="87" y="562"/>
                      <a:pt x="70" y="551"/>
                    </a:cubicBezTo>
                    <a:cubicBezTo>
                      <a:pt x="44" y="535"/>
                      <a:pt x="6" y="498"/>
                      <a:pt x="2" y="466"/>
                    </a:cubicBezTo>
                    <a:cubicBezTo>
                      <a:pt x="0" y="446"/>
                      <a:pt x="8" y="422"/>
                      <a:pt x="9" y="401"/>
                    </a:cubicBezTo>
                    <a:cubicBezTo>
                      <a:pt x="10" y="377"/>
                      <a:pt x="13" y="352"/>
                      <a:pt x="14" y="327"/>
                    </a:cubicBezTo>
                    <a:cubicBezTo>
                      <a:pt x="15" y="277"/>
                      <a:pt x="12" y="228"/>
                      <a:pt x="11" y="178"/>
                    </a:cubicBezTo>
                    <a:cubicBezTo>
                      <a:pt x="9" y="135"/>
                      <a:pt x="21" y="76"/>
                      <a:pt x="48" y="41"/>
                    </a:cubicBezTo>
                    <a:cubicBezTo>
                      <a:pt x="70" y="14"/>
                      <a:pt x="99" y="0"/>
                      <a:pt x="133" y="16"/>
                    </a:cubicBezTo>
                    <a:cubicBezTo>
                      <a:pt x="161" y="29"/>
                      <a:pt x="171" y="55"/>
                      <a:pt x="190" y="76"/>
                    </a:cubicBezTo>
                  </a:path>
                </a:pathLst>
              </a:custGeom>
              <a:solidFill>
                <a:srgbClr val="B069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772" name="Freeform 305">
                <a:extLst>
                  <a:ext uri="{FF2B5EF4-FFF2-40B4-BE49-F238E27FC236}">
                    <a16:creationId xmlns:a16="http://schemas.microsoft.com/office/drawing/2014/main" id="{EBA0F215-10B2-41A0-B36D-F0DB13C86E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8" y="1981"/>
                <a:ext cx="359" cy="240"/>
              </a:xfrm>
              <a:custGeom>
                <a:avLst/>
                <a:gdLst>
                  <a:gd name="T0" fmla="*/ 404 w 337"/>
                  <a:gd name="T1" fmla="*/ 0 h 226"/>
                  <a:gd name="T2" fmla="*/ 384 w 337"/>
                  <a:gd name="T3" fmla="*/ 58 h 226"/>
                  <a:gd name="T4" fmla="*/ 336 w 337"/>
                  <a:gd name="T5" fmla="*/ 105 h 226"/>
                  <a:gd name="T6" fmla="*/ 232 w 337"/>
                  <a:gd name="T7" fmla="*/ 148 h 226"/>
                  <a:gd name="T8" fmla="*/ 53 w 337"/>
                  <a:gd name="T9" fmla="*/ 255 h 226"/>
                  <a:gd name="T10" fmla="*/ 6 w 337"/>
                  <a:gd name="T11" fmla="*/ 256 h 226"/>
                  <a:gd name="T12" fmla="*/ 11 w 337"/>
                  <a:gd name="T13" fmla="*/ 200 h 226"/>
                  <a:gd name="T14" fmla="*/ 17 w 337"/>
                  <a:gd name="T15" fmla="*/ 131 h 226"/>
                  <a:gd name="T16" fmla="*/ 52 w 337"/>
                  <a:gd name="T17" fmla="*/ 108 h 226"/>
                  <a:gd name="T18" fmla="*/ 334 w 337"/>
                  <a:gd name="T19" fmla="*/ 33 h 226"/>
                  <a:gd name="T20" fmla="*/ 397 w 337"/>
                  <a:gd name="T21" fmla="*/ 2 h 22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37" h="226">
                    <a:moveTo>
                      <a:pt x="334" y="0"/>
                    </a:moveTo>
                    <a:cubicBezTo>
                      <a:pt x="337" y="13"/>
                      <a:pt x="323" y="38"/>
                      <a:pt x="317" y="49"/>
                    </a:cubicBezTo>
                    <a:cubicBezTo>
                      <a:pt x="308" y="67"/>
                      <a:pt x="294" y="77"/>
                      <a:pt x="278" y="88"/>
                    </a:cubicBezTo>
                    <a:cubicBezTo>
                      <a:pt x="252" y="105"/>
                      <a:pt x="220" y="110"/>
                      <a:pt x="192" y="123"/>
                    </a:cubicBezTo>
                    <a:cubicBezTo>
                      <a:pt x="141" y="148"/>
                      <a:pt x="98" y="194"/>
                      <a:pt x="44" y="213"/>
                    </a:cubicBezTo>
                    <a:cubicBezTo>
                      <a:pt x="34" y="216"/>
                      <a:pt x="15" y="226"/>
                      <a:pt x="6" y="214"/>
                    </a:cubicBezTo>
                    <a:cubicBezTo>
                      <a:pt x="0" y="205"/>
                      <a:pt x="7" y="176"/>
                      <a:pt x="8" y="167"/>
                    </a:cubicBezTo>
                    <a:cubicBezTo>
                      <a:pt x="11" y="148"/>
                      <a:pt x="11" y="128"/>
                      <a:pt x="14" y="109"/>
                    </a:cubicBezTo>
                    <a:cubicBezTo>
                      <a:pt x="16" y="87"/>
                      <a:pt x="22" y="89"/>
                      <a:pt x="43" y="90"/>
                    </a:cubicBezTo>
                    <a:cubicBezTo>
                      <a:pt x="130" y="92"/>
                      <a:pt x="200" y="61"/>
                      <a:pt x="277" y="27"/>
                    </a:cubicBezTo>
                    <a:cubicBezTo>
                      <a:pt x="295" y="19"/>
                      <a:pt x="313" y="13"/>
                      <a:pt x="329" y="2"/>
                    </a:cubicBezTo>
                  </a:path>
                </a:pathLst>
              </a:custGeom>
              <a:solidFill>
                <a:srgbClr val="B069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773" name="Freeform 306">
                <a:extLst>
                  <a:ext uri="{FF2B5EF4-FFF2-40B4-BE49-F238E27FC236}">
                    <a16:creationId xmlns:a16="http://schemas.microsoft.com/office/drawing/2014/main" id="{37054DE5-97F4-48AD-AA1D-DA3DA9F9F1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5" y="2194"/>
                <a:ext cx="151" cy="139"/>
              </a:xfrm>
              <a:custGeom>
                <a:avLst/>
                <a:gdLst>
                  <a:gd name="T0" fmla="*/ 171 w 142"/>
                  <a:gd name="T1" fmla="*/ 0 h 131"/>
                  <a:gd name="T2" fmla="*/ 113 w 142"/>
                  <a:gd name="T3" fmla="*/ 67 h 131"/>
                  <a:gd name="T4" fmla="*/ 64 w 142"/>
                  <a:gd name="T5" fmla="*/ 128 h 131"/>
                  <a:gd name="T6" fmla="*/ 4 w 142"/>
                  <a:gd name="T7" fmla="*/ 117 h 131"/>
                  <a:gd name="T8" fmla="*/ 77 w 142"/>
                  <a:gd name="T9" fmla="*/ 70 h 131"/>
                  <a:gd name="T10" fmla="*/ 127 w 142"/>
                  <a:gd name="T11" fmla="*/ 34 h 131"/>
                  <a:gd name="T12" fmla="*/ 154 w 142"/>
                  <a:gd name="T13" fmla="*/ 2 h 1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2" h="131">
                    <a:moveTo>
                      <a:pt x="142" y="0"/>
                    </a:moveTo>
                    <a:cubicBezTo>
                      <a:pt x="123" y="7"/>
                      <a:pt x="108" y="40"/>
                      <a:pt x="94" y="56"/>
                    </a:cubicBezTo>
                    <a:cubicBezTo>
                      <a:pt x="79" y="73"/>
                      <a:pt x="67" y="89"/>
                      <a:pt x="53" y="107"/>
                    </a:cubicBezTo>
                    <a:cubicBezTo>
                      <a:pt x="39" y="125"/>
                      <a:pt x="10" y="131"/>
                      <a:pt x="4" y="98"/>
                    </a:cubicBezTo>
                    <a:cubicBezTo>
                      <a:pt x="0" y="77"/>
                      <a:pt x="47" y="68"/>
                      <a:pt x="64" y="58"/>
                    </a:cubicBezTo>
                    <a:cubicBezTo>
                      <a:pt x="77" y="50"/>
                      <a:pt x="94" y="38"/>
                      <a:pt x="105" y="28"/>
                    </a:cubicBezTo>
                    <a:cubicBezTo>
                      <a:pt x="114" y="20"/>
                      <a:pt x="119" y="6"/>
                      <a:pt x="128" y="2"/>
                    </a:cubicBezTo>
                  </a:path>
                </a:pathLst>
              </a:custGeom>
              <a:solidFill>
                <a:srgbClr val="B069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774" name="Freeform 307">
                <a:extLst>
                  <a:ext uri="{FF2B5EF4-FFF2-40B4-BE49-F238E27FC236}">
                    <a16:creationId xmlns:a16="http://schemas.microsoft.com/office/drawing/2014/main" id="{0F9CDA78-4600-4029-A9CB-5EA514D880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6" y="2219"/>
                <a:ext cx="33" cy="38"/>
              </a:xfrm>
              <a:custGeom>
                <a:avLst/>
                <a:gdLst>
                  <a:gd name="T0" fmla="*/ 37 w 31"/>
                  <a:gd name="T1" fmla="*/ 27 h 35"/>
                  <a:gd name="T2" fmla="*/ 24 w 31"/>
                  <a:gd name="T3" fmla="*/ 45 h 35"/>
                  <a:gd name="T4" fmla="*/ 36 w 31"/>
                  <a:gd name="T5" fmla="*/ 22 h 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1" h="35">
                    <a:moveTo>
                      <a:pt x="31" y="21"/>
                    </a:moveTo>
                    <a:cubicBezTo>
                      <a:pt x="21" y="6"/>
                      <a:pt x="16" y="26"/>
                      <a:pt x="21" y="35"/>
                    </a:cubicBezTo>
                    <a:cubicBezTo>
                      <a:pt x="0" y="24"/>
                      <a:pt x="17" y="0"/>
                      <a:pt x="30" y="17"/>
                    </a:cubicBezTo>
                  </a:path>
                </a:pathLst>
              </a:custGeom>
              <a:solidFill>
                <a:srgbClr val="C2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775" name="Freeform 308">
                <a:extLst>
                  <a:ext uri="{FF2B5EF4-FFF2-40B4-BE49-F238E27FC236}">
                    <a16:creationId xmlns:a16="http://schemas.microsoft.com/office/drawing/2014/main" id="{10C115C3-69BB-4CB5-917C-CBD8811529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8" y="2155"/>
                <a:ext cx="34" cy="29"/>
              </a:xfrm>
              <a:custGeom>
                <a:avLst/>
                <a:gdLst>
                  <a:gd name="T0" fmla="*/ 34 w 32"/>
                  <a:gd name="T1" fmla="*/ 33 h 27"/>
                  <a:gd name="T2" fmla="*/ 38 w 32"/>
                  <a:gd name="T3" fmla="*/ 15 h 27"/>
                  <a:gd name="T4" fmla="*/ 13 w 32"/>
                  <a:gd name="T5" fmla="*/ 5 h 27"/>
                  <a:gd name="T6" fmla="*/ 26 w 32"/>
                  <a:gd name="T7" fmla="*/ 31 h 2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2" h="27">
                    <a:moveTo>
                      <a:pt x="28" y="27"/>
                    </a:moveTo>
                    <a:cubicBezTo>
                      <a:pt x="10" y="23"/>
                      <a:pt x="14" y="6"/>
                      <a:pt x="32" y="12"/>
                    </a:cubicBezTo>
                    <a:cubicBezTo>
                      <a:pt x="27" y="9"/>
                      <a:pt x="17" y="0"/>
                      <a:pt x="10" y="5"/>
                    </a:cubicBezTo>
                    <a:cubicBezTo>
                      <a:pt x="0" y="12"/>
                      <a:pt x="15" y="23"/>
                      <a:pt x="22" y="25"/>
                    </a:cubicBezTo>
                  </a:path>
                </a:pathLst>
              </a:custGeom>
              <a:solidFill>
                <a:srgbClr val="C2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776" name="Freeform 309">
                <a:extLst>
                  <a:ext uri="{FF2B5EF4-FFF2-40B4-BE49-F238E27FC236}">
                    <a16:creationId xmlns:a16="http://schemas.microsoft.com/office/drawing/2014/main" id="{31E6E070-2EB4-4869-90E3-2891BDE8C1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0" y="1976"/>
                <a:ext cx="145" cy="131"/>
              </a:xfrm>
              <a:custGeom>
                <a:avLst/>
                <a:gdLst>
                  <a:gd name="T0" fmla="*/ 0 w 136"/>
                  <a:gd name="T1" fmla="*/ 0 h 123"/>
                  <a:gd name="T2" fmla="*/ 48 w 136"/>
                  <a:gd name="T3" fmla="*/ 93 h 123"/>
                  <a:gd name="T4" fmla="*/ 165 w 136"/>
                  <a:gd name="T5" fmla="*/ 149 h 123"/>
                  <a:gd name="T6" fmla="*/ 4 w 136"/>
                  <a:gd name="T7" fmla="*/ 6 h 1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6" h="123">
                    <a:moveTo>
                      <a:pt x="0" y="0"/>
                    </a:moveTo>
                    <a:cubicBezTo>
                      <a:pt x="9" y="29"/>
                      <a:pt x="16" y="56"/>
                      <a:pt x="39" y="77"/>
                    </a:cubicBezTo>
                    <a:cubicBezTo>
                      <a:pt x="67" y="101"/>
                      <a:pt x="104" y="105"/>
                      <a:pt x="136" y="123"/>
                    </a:cubicBezTo>
                    <a:cubicBezTo>
                      <a:pt x="80" y="93"/>
                      <a:pt x="26" y="67"/>
                      <a:pt x="4" y="6"/>
                    </a:cubicBezTo>
                  </a:path>
                </a:pathLst>
              </a:custGeom>
              <a:solidFill>
                <a:srgbClr val="C2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777" name="Freeform 310">
                <a:extLst>
                  <a:ext uri="{FF2B5EF4-FFF2-40B4-BE49-F238E27FC236}">
                    <a16:creationId xmlns:a16="http://schemas.microsoft.com/office/drawing/2014/main" id="{427095FB-5465-4548-808B-3E049C0E68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7" y="2236"/>
                <a:ext cx="101" cy="21"/>
              </a:xfrm>
              <a:custGeom>
                <a:avLst/>
                <a:gdLst>
                  <a:gd name="T0" fmla="*/ 0 w 95"/>
                  <a:gd name="T1" fmla="*/ 2 h 19"/>
                  <a:gd name="T2" fmla="*/ 30 w 95"/>
                  <a:gd name="T3" fmla="*/ 23 h 19"/>
                  <a:gd name="T4" fmla="*/ 54 w 95"/>
                  <a:gd name="T5" fmla="*/ 22 h 19"/>
                  <a:gd name="T6" fmla="*/ 84 w 95"/>
                  <a:gd name="T7" fmla="*/ 14 h 19"/>
                  <a:gd name="T8" fmla="*/ 114 w 95"/>
                  <a:gd name="T9" fmla="*/ 15 h 19"/>
                  <a:gd name="T10" fmla="*/ 85 w 95"/>
                  <a:gd name="T11" fmla="*/ 9 h 19"/>
                  <a:gd name="T12" fmla="*/ 50 w 95"/>
                  <a:gd name="T13" fmla="*/ 12 h 19"/>
                  <a:gd name="T14" fmla="*/ 2 w 95"/>
                  <a:gd name="T15" fmla="*/ 0 h 1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5" h="19">
                    <a:moveTo>
                      <a:pt x="0" y="2"/>
                    </a:moveTo>
                    <a:cubicBezTo>
                      <a:pt x="8" y="6"/>
                      <a:pt x="15" y="15"/>
                      <a:pt x="24" y="17"/>
                    </a:cubicBezTo>
                    <a:cubicBezTo>
                      <a:pt x="30" y="19"/>
                      <a:pt x="39" y="17"/>
                      <a:pt x="45" y="16"/>
                    </a:cubicBezTo>
                    <a:cubicBezTo>
                      <a:pt x="54" y="15"/>
                      <a:pt x="61" y="12"/>
                      <a:pt x="70" y="11"/>
                    </a:cubicBezTo>
                    <a:cubicBezTo>
                      <a:pt x="79" y="10"/>
                      <a:pt x="87" y="12"/>
                      <a:pt x="95" y="12"/>
                    </a:cubicBezTo>
                    <a:cubicBezTo>
                      <a:pt x="87" y="11"/>
                      <a:pt x="80" y="6"/>
                      <a:pt x="71" y="6"/>
                    </a:cubicBezTo>
                    <a:cubicBezTo>
                      <a:pt x="61" y="5"/>
                      <a:pt x="51" y="8"/>
                      <a:pt x="41" y="9"/>
                    </a:cubicBezTo>
                    <a:cubicBezTo>
                      <a:pt x="26" y="10"/>
                      <a:pt x="15" y="5"/>
                      <a:pt x="2" y="0"/>
                    </a:cubicBezTo>
                  </a:path>
                </a:pathLst>
              </a:custGeom>
              <a:solidFill>
                <a:srgbClr val="C2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778" name="Freeform 311">
                <a:extLst>
                  <a:ext uri="{FF2B5EF4-FFF2-40B4-BE49-F238E27FC236}">
                    <a16:creationId xmlns:a16="http://schemas.microsoft.com/office/drawing/2014/main" id="{F8960399-4A7D-467E-A9BD-0E84EEF4EA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4" y="2451"/>
                <a:ext cx="196" cy="43"/>
              </a:xfrm>
              <a:custGeom>
                <a:avLst/>
                <a:gdLst>
                  <a:gd name="T0" fmla="*/ 223 w 184"/>
                  <a:gd name="T1" fmla="*/ 9 h 41"/>
                  <a:gd name="T2" fmla="*/ 123 w 184"/>
                  <a:gd name="T3" fmla="*/ 33 h 41"/>
                  <a:gd name="T4" fmla="*/ 0 w 184"/>
                  <a:gd name="T5" fmla="*/ 47 h 41"/>
                  <a:gd name="T6" fmla="*/ 52 w 184"/>
                  <a:gd name="T7" fmla="*/ 37 h 41"/>
                  <a:gd name="T8" fmla="*/ 121 w 184"/>
                  <a:gd name="T9" fmla="*/ 24 h 41"/>
                  <a:gd name="T10" fmla="*/ 223 w 184"/>
                  <a:gd name="T11" fmla="*/ 7 h 4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84" h="41">
                    <a:moveTo>
                      <a:pt x="184" y="9"/>
                    </a:moveTo>
                    <a:cubicBezTo>
                      <a:pt x="155" y="9"/>
                      <a:pt x="129" y="22"/>
                      <a:pt x="101" y="29"/>
                    </a:cubicBezTo>
                    <a:cubicBezTo>
                      <a:pt x="68" y="37"/>
                      <a:pt x="32" y="31"/>
                      <a:pt x="0" y="41"/>
                    </a:cubicBezTo>
                    <a:cubicBezTo>
                      <a:pt x="13" y="37"/>
                      <a:pt x="29" y="33"/>
                      <a:pt x="43" y="31"/>
                    </a:cubicBezTo>
                    <a:cubicBezTo>
                      <a:pt x="62" y="27"/>
                      <a:pt x="82" y="28"/>
                      <a:pt x="100" y="21"/>
                    </a:cubicBezTo>
                    <a:cubicBezTo>
                      <a:pt x="125" y="12"/>
                      <a:pt x="157" y="0"/>
                      <a:pt x="184" y="7"/>
                    </a:cubicBezTo>
                  </a:path>
                </a:pathLst>
              </a:custGeom>
              <a:solidFill>
                <a:srgbClr val="C2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779" name="Freeform 312">
                <a:extLst>
                  <a:ext uri="{FF2B5EF4-FFF2-40B4-BE49-F238E27FC236}">
                    <a16:creationId xmlns:a16="http://schemas.microsoft.com/office/drawing/2014/main" id="{FC29CF0D-C5DD-4A25-B71E-5E4140B4CA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7" y="1841"/>
                <a:ext cx="55" cy="85"/>
              </a:xfrm>
              <a:custGeom>
                <a:avLst/>
                <a:gdLst>
                  <a:gd name="T0" fmla="*/ 16 w 52"/>
                  <a:gd name="T1" fmla="*/ 1 h 80"/>
                  <a:gd name="T2" fmla="*/ 40 w 52"/>
                  <a:gd name="T3" fmla="*/ 43 h 80"/>
                  <a:gd name="T4" fmla="*/ 59 w 52"/>
                  <a:gd name="T5" fmla="*/ 96 h 80"/>
                  <a:gd name="T6" fmla="*/ 51 w 52"/>
                  <a:gd name="T7" fmla="*/ 40 h 80"/>
                  <a:gd name="T8" fmla="*/ 16 w 52"/>
                  <a:gd name="T9" fmla="*/ 0 h 8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2" h="80">
                    <a:moveTo>
                      <a:pt x="13" y="1"/>
                    </a:moveTo>
                    <a:cubicBezTo>
                      <a:pt x="0" y="13"/>
                      <a:pt x="27" y="29"/>
                      <a:pt x="34" y="36"/>
                    </a:cubicBezTo>
                    <a:cubicBezTo>
                      <a:pt x="46" y="49"/>
                      <a:pt x="50" y="62"/>
                      <a:pt x="50" y="80"/>
                    </a:cubicBezTo>
                    <a:cubicBezTo>
                      <a:pt x="50" y="64"/>
                      <a:pt x="52" y="47"/>
                      <a:pt x="43" y="34"/>
                    </a:cubicBezTo>
                    <a:cubicBezTo>
                      <a:pt x="34" y="21"/>
                      <a:pt x="19" y="14"/>
                      <a:pt x="13" y="0"/>
                    </a:cubicBezTo>
                  </a:path>
                </a:pathLst>
              </a:custGeom>
              <a:solidFill>
                <a:srgbClr val="C2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780" name="Freeform 313">
                <a:extLst>
                  <a:ext uri="{FF2B5EF4-FFF2-40B4-BE49-F238E27FC236}">
                    <a16:creationId xmlns:a16="http://schemas.microsoft.com/office/drawing/2014/main" id="{8F3F428C-B6AF-4070-A9D0-A5902549F9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8" y="1553"/>
                <a:ext cx="73" cy="94"/>
              </a:xfrm>
              <a:custGeom>
                <a:avLst/>
                <a:gdLst>
                  <a:gd name="T0" fmla="*/ 17 w 68"/>
                  <a:gd name="T1" fmla="*/ 36 h 88"/>
                  <a:gd name="T2" fmla="*/ 18 w 68"/>
                  <a:gd name="T3" fmla="*/ 14 h 88"/>
                  <a:gd name="T4" fmla="*/ 83 w 68"/>
                  <a:gd name="T5" fmla="*/ 107 h 88"/>
                  <a:gd name="T6" fmla="*/ 50 w 68"/>
                  <a:gd name="T7" fmla="*/ 18 h 88"/>
                  <a:gd name="T8" fmla="*/ 14 w 68"/>
                  <a:gd name="T9" fmla="*/ 32 h 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8" h="88">
                    <a:moveTo>
                      <a:pt x="14" y="30"/>
                    </a:moveTo>
                    <a:cubicBezTo>
                      <a:pt x="10" y="24"/>
                      <a:pt x="11" y="16"/>
                      <a:pt x="15" y="11"/>
                    </a:cubicBezTo>
                    <a:cubicBezTo>
                      <a:pt x="44" y="9"/>
                      <a:pt x="58" y="67"/>
                      <a:pt x="67" y="88"/>
                    </a:cubicBezTo>
                    <a:cubicBezTo>
                      <a:pt x="68" y="64"/>
                      <a:pt x="57" y="33"/>
                      <a:pt x="41" y="15"/>
                    </a:cubicBezTo>
                    <a:cubicBezTo>
                      <a:pt x="27" y="0"/>
                      <a:pt x="0" y="0"/>
                      <a:pt x="11" y="26"/>
                    </a:cubicBezTo>
                  </a:path>
                </a:pathLst>
              </a:custGeom>
              <a:solidFill>
                <a:srgbClr val="C2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781" name="Freeform 314">
                <a:extLst>
                  <a:ext uri="{FF2B5EF4-FFF2-40B4-BE49-F238E27FC236}">
                    <a16:creationId xmlns:a16="http://schemas.microsoft.com/office/drawing/2014/main" id="{06125974-8505-4CBF-A282-E34BB5D5BE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7" y="1586"/>
                <a:ext cx="35" cy="37"/>
              </a:xfrm>
              <a:custGeom>
                <a:avLst/>
                <a:gdLst>
                  <a:gd name="T0" fmla="*/ 39 w 33"/>
                  <a:gd name="T1" fmla="*/ 24 h 34"/>
                  <a:gd name="T2" fmla="*/ 16 w 33"/>
                  <a:gd name="T3" fmla="*/ 44 h 34"/>
                  <a:gd name="T4" fmla="*/ 32 w 33"/>
                  <a:gd name="T5" fmla="*/ 17 h 3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" h="34">
                    <a:moveTo>
                      <a:pt x="33" y="18"/>
                    </a:moveTo>
                    <a:cubicBezTo>
                      <a:pt x="18" y="11"/>
                      <a:pt x="6" y="14"/>
                      <a:pt x="13" y="34"/>
                    </a:cubicBezTo>
                    <a:cubicBezTo>
                      <a:pt x="10" y="18"/>
                      <a:pt x="0" y="0"/>
                      <a:pt x="26" y="14"/>
                    </a:cubicBezTo>
                  </a:path>
                </a:pathLst>
              </a:custGeom>
              <a:solidFill>
                <a:srgbClr val="C2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782" name="Freeform 315">
                <a:extLst>
                  <a:ext uri="{FF2B5EF4-FFF2-40B4-BE49-F238E27FC236}">
                    <a16:creationId xmlns:a16="http://schemas.microsoft.com/office/drawing/2014/main" id="{8FFEA344-5922-4F53-B664-897D40533B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6" y="1824"/>
                <a:ext cx="91" cy="82"/>
              </a:xfrm>
              <a:custGeom>
                <a:avLst/>
                <a:gdLst>
                  <a:gd name="T0" fmla="*/ 104 w 85"/>
                  <a:gd name="T1" fmla="*/ 13 h 77"/>
                  <a:gd name="T2" fmla="*/ 35 w 85"/>
                  <a:gd name="T3" fmla="*/ 32 h 77"/>
                  <a:gd name="T4" fmla="*/ 14 w 85"/>
                  <a:gd name="T5" fmla="*/ 93 h 77"/>
                  <a:gd name="T6" fmla="*/ 39 w 85"/>
                  <a:gd name="T7" fmla="*/ 12 h 77"/>
                  <a:gd name="T8" fmla="*/ 104 w 85"/>
                  <a:gd name="T9" fmla="*/ 1 h 7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5" h="77">
                    <a:moveTo>
                      <a:pt x="85" y="10"/>
                    </a:moveTo>
                    <a:cubicBezTo>
                      <a:pt x="65" y="3"/>
                      <a:pt x="44" y="16"/>
                      <a:pt x="29" y="26"/>
                    </a:cubicBezTo>
                    <a:cubicBezTo>
                      <a:pt x="13" y="37"/>
                      <a:pt x="11" y="60"/>
                      <a:pt x="11" y="77"/>
                    </a:cubicBezTo>
                    <a:cubicBezTo>
                      <a:pt x="0" y="53"/>
                      <a:pt x="3" y="19"/>
                      <a:pt x="32" y="9"/>
                    </a:cubicBezTo>
                    <a:cubicBezTo>
                      <a:pt x="46" y="4"/>
                      <a:pt x="69" y="0"/>
                      <a:pt x="85" y="1"/>
                    </a:cubicBezTo>
                  </a:path>
                </a:pathLst>
              </a:custGeom>
              <a:solidFill>
                <a:srgbClr val="C2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783" name="Freeform 316">
                <a:extLst>
                  <a:ext uri="{FF2B5EF4-FFF2-40B4-BE49-F238E27FC236}">
                    <a16:creationId xmlns:a16="http://schemas.microsoft.com/office/drawing/2014/main" id="{6706CF8F-3A0D-4A93-A1FC-D5F4AE89C4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2" y="1052"/>
                <a:ext cx="19" cy="21"/>
              </a:xfrm>
              <a:custGeom>
                <a:avLst/>
                <a:gdLst>
                  <a:gd name="T0" fmla="*/ 21 w 18"/>
                  <a:gd name="T1" fmla="*/ 7 h 20"/>
                  <a:gd name="T2" fmla="*/ 3 w 18"/>
                  <a:gd name="T3" fmla="*/ 4 h 20"/>
                  <a:gd name="T4" fmla="*/ 3 w 18"/>
                  <a:gd name="T5" fmla="*/ 23 h 20"/>
                  <a:gd name="T6" fmla="*/ 6 w 18"/>
                  <a:gd name="T7" fmla="*/ 6 h 20"/>
                  <a:gd name="T8" fmla="*/ 21 w 18"/>
                  <a:gd name="T9" fmla="*/ 7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20">
                    <a:moveTo>
                      <a:pt x="18" y="7"/>
                    </a:moveTo>
                    <a:cubicBezTo>
                      <a:pt x="14" y="2"/>
                      <a:pt x="7" y="0"/>
                      <a:pt x="3" y="4"/>
                    </a:cubicBezTo>
                    <a:cubicBezTo>
                      <a:pt x="0" y="8"/>
                      <a:pt x="0" y="17"/>
                      <a:pt x="3" y="20"/>
                    </a:cubicBezTo>
                    <a:cubicBezTo>
                      <a:pt x="1" y="16"/>
                      <a:pt x="3" y="9"/>
                      <a:pt x="6" y="6"/>
                    </a:cubicBezTo>
                    <a:cubicBezTo>
                      <a:pt x="10" y="4"/>
                      <a:pt x="14" y="5"/>
                      <a:pt x="18" y="7"/>
                    </a:cubicBezTo>
                  </a:path>
                </a:pathLst>
              </a:custGeom>
              <a:solidFill>
                <a:srgbClr val="C2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784" name="Freeform 317">
                <a:extLst>
                  <a:ext uri="{FF2B5EF4-FFF2-40B4-BE49-F238E27FC236}">
                    <a16:creationId xmlns:a16="http://schemas.microsoft.com/office/drawing/2014/main" id="{7C476FC3-CF83-4B89-8315-190EC80BF4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5" y="1411"/>
                <a:ext cx="37" cy="54"/>
              </a:xfrm>
              <a:custGeom>
                <a:avLst/>
                <a:gdLst>
                  <a:gd name="T0" fmla="*/ 29 w 35"/>
                  <a:gd name="T1" fmla="*/ 53 h 51"/>
                  <a:gd name="T2" fmla="*/ 19 w 35"/>
                  <a:gd name="T3" fmla="*/ 26 h 51"/>
                  <a:gd name="T4" fmla="*/ 0 w 35"/>
                  <a:gd name="T5" fmla="*/ 60 h 51"/>
                  <a:gd name="T6" fmla="*/ 19 w 35"/>
                  <a:gd name="T7" fmla="*/ 16 h 51"/>
                  <a:gd name="T8" fmla="*/ 27 w 35"/>
                  <a:gd name="T9" fmla="*/ 54 h 5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" h="51">
                    <a:moveTo>
                      <a:pt x="25" y="44"/>
                    </a:moveTo>
                    <a:cubicBezTo>
                      <a:pt x="24" y="38"/>
                      <a:pt x="29" y="14"/>
                      <a:pt x="16" y="23"/>
                    </a:cubicBezTo>
                    <a:cubicBezTo>
                      <a:pt x="8" y="29"/>
                      <a:pt x="5" y="42"/>
                      <a:pt x="0" y="51"/>
                    </a:cubicBezTo>
                    <a:cubicBezTo>
                      <a:pt x="0" y="37"/>
                      <a:pt x="3" y="21"/>
                      <a:pt x="16" y="13"/>
                    </a:cubicBezTo>
                    <a:cubicBezTo>
                      <a:pt x="35" y="0"/>
                      <a:pt x="27" y="36"/>
                      <a:pt x="24" y="45"/>
                    </a:cubicBezTo>
                  </a:path>
                </a:pathLst>
              </a:custGeom>
              <a:solidFill>
                <a:srgbClr val="C2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785" name="Freeform 318">
                <a:extLst>
                  <a:ext uri="{FF2B5EF4-FFF2-40B4-BE49-F238E27FC236}">
                    <a16:creationId xmlns:a16="http://schemas.microsoft.com/office/drawing/2014/main" id="{00B0BCA4-9739-46B5-8CF9-8E45158654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1" y="2689"/>
                <a:ext cx="262" cy="49"/>
              </a:xfrm>
              <a:custGeom>
                <a:avLst/>
                <a:gdLst>
                  <a:gd name="T0" fmla="*/ 0 w 246"/>
                  <a:gd name="T1" fmla="*/ 0 h 46"/>
                  <a:gd name="T2" fmla="*/ 67 w 246"/>
                  <a:gd name="T3" fmla="*/ 14 h 46"/>
                  <a:gd name="T4" fmla="*/ 143 w 246"/>
                  <a:gd name="T5" fmla="*/ 36 h 46"/>
                  <a:gd name="T6" fmla="*/ 297 w 246"/>
                  <a:gd name="T7" fmla="*/ 55 h 46"/>
                  <a:gd name="T8" fmla="*/ 154 w 246"/>
                  <a:gd name="T9" fmla="*/ 20 h 46"/>
                  <a:gd name="T10" fmla="*/ 87 w 246"/>
                  <a:gd name="T11" fmla="*/ 18 h 46"/>
                  <a:gd name="T12" fmla="*/ 17 w 246"/>
                  <a:gd name="T13" fmla="*/ 3 h 4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6" h="46">
                    <a:moveTo>
                      <a:pt x="0" y="0"/>
                    </a:moveTo>
                    <a:cubicBezTo>
                      <a:pt x="17" y="8"/>
                      <a:pt x="37" y="6"/>
                      <a:pt x="55" y="11"/>
                    </a:cubicBezTo>
                    <a:cubicBezTo>
                      <a:pt x="76" y="16"/>
                      <a:pt x="96" y="26"/>
                      <a:pt x="118" y="30"/>
                    </a:cubicBezTo>
                    <a:cubicBezTo>
                      <a:pt x="160" y="38"/>
                      <a:pt x="206" y="23"/>
                      <a:pt x="246" y="46"/>
                    </a:cubicBezTo>
                    <a:cubicBezTo>
                      <a:pt x="207" y="30"/>
                      <a:pt x="171" y="15"/>
                      <a:pt x="128" y="17"/>
                    </a:cubicBezTo>
                    <a:cubicBezTo>
                      <a:pt x="108" y="18"/>
                      <a:pt x="92" y="20"/>
                      <a:pt x="72" y="15"/>
                    </a:cubicBezTo>
                    <a:cubicBezTo>
                      <a:pt x="52" y="11"/>
                      <a:pt x="36" y="1"/>
                      <a:pt x="14" y="3"/>
                    </a:cubicBezTo>
                  </a:path>
                </a:pathLst>
              </a:custGeom>
              <a:solidFill>
                <a:srgbClr val="C2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786" name="Freeform 319">
                <a:extLst>
                  <a:ext uri="{FF2B5EF4-FFF2-40B4-BE49-F238E27FC236}">
                    <a16:creationId xmlns:a16="http://schemas.microsoft.com/office/drawing/2014/main" id="{0134369B-091F-4D5A-88E2-A4F8D26978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3" y="3051"/>
                <a:ext cx="98" cy="57"/>
              </a:xfrm>
              <a:custGeom>
                <a:avLst/>
                <a:gdLst>
                  <a:gd name="T0" fmla="*/ 111 w 92"/>
                  <a:gd name="T1" fmla="*/ 62 h 53"/>
                  <a:gd name="T2" fmla="*/ 0 w 92"/>
                  <a:gd name="T3" fmla="*/ 0 h 53"/>
                  <a:gd name="T4" fmla="*/ 51 w 92"/>
                  <a:gd name="T5" fmla="*/ 35 h 53"/>
                  <a:gd name="T6" fmla="*/ 101 w 92"/>
                  <a:gd name="T7" fmla="*/ 66 h 5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2" h="53">
                    <a:moveTo>
                      <a:pt x="92" y="50"/>
                    </a:moveTo>
                    <a:cubicBezTo>
                      <a:pt x="58" y="50"/>
                      <a:pt x="7" y="38"/>
                      <a:pt x="0" y="0"/>
                    </a:cubicBezTo>
                    <a:cubicBezTo>
                      <a:pt x="16" y="0"/>
                      <a:pt x="29" y="19"/>
                      <a:pt x="42" y="29"/>
                    </a:cubicBezTo>
                    <a:cubicBezTo>
                      <a:pt x="54" y="38"/>
                      <a:pt x="78" y="46"/>
                      <a:pt x="84" y="53"/>
                    </a:cubicBezTo>
                  </a:path>
                </a:pathLst>
              </a:custGeom>
              <a:solidFill>
                <a:srgbClr val="C2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787" name="Freeform 320">
                <a:extLst>
                  <a:ext uri="{FF2B5EF4-FFF2-40B4-BE49-F238E27FC236}">
                    <a16:creationId xmlns:a16="http://schemas.microsoft.com/office/drawing/2014/main" id="{E55BEA69-E275-49DE-874A-69E0FBF8BD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2" y="3652"/>
                <a:ext cx="94" cy="28"/>
              </a:xfrm>
              <a:custGeom>
                <a:avLst/>
                <a:gdLst>
                  <a:gd name="T0" fmla="*/ 0 w 88"/>
                  <a:gd name="T1" fmla="*/ 24 h 26"/>
                  <a:gd name="T2" fmla="*/ 103 w 88"/>
                  <a:gd name="T3" fmla="*/ 32 h 26"/>
                  <a:gd name="T4" fmla="*/ 5 w 88"/>
                  <a:gd name="T5" fmla="*/ 17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8" h="26">
                    <a:moveTo>
                      <a:pt x="0" y="19"/>
                    </a:moveTo>
                    <a:cubicBezTo>
                      <a:pt x="30" y="11"/>
                      <a:pt x="57" y="23"/>
                      <a:pt x="84" y="26"/>
                    </a:cubicBezTo>
                    <a:cubicBezTo>
                      <a:pt x="88" y="0"/>
                      <a:pt x="17" y="6"/>
                      <a:pt x="5" y="14"/>
                    </a:cubicBezTo>
                  </a:path>
                </a:pathLst>
              </a:custGeom>
              <a:solidFill>
                <a:srgbClr val="C2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788" name="Freeform 321">
                <a:extLst>
                  <a:ext uri="{FF2B5EF4-FFF2-40B4-BE49-F238E27FC236}">
                    <a16:creationId xmlns:a16="http://schemas.microsoft.com/office/drawing/2014/main" id="{B9A822BE-5FAF-471C-B33C-2876F63308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4" y="3744"/>
                <a:ext cx="89" cy="36"/>
              </a:xfrm>
              <a:custGeom>
                <a:avLst/>
                <a:gdLst>
                  <a:gd name="T0" fmla="*/ 0 w 83"/>
                  <a:gd name="T1" fmla="*/ 23 h 34"/>
                  <a:gd name="T2" fmla="*/ 57 w 83"/>
                  <a:gd name="T3" fmla="*/ 34 h 34"/>
                  <a:gd name="T4" fmla="*/ 102 w 83"/>
                  <a:gd name="T5" fmla="*/ 30 h 34"/>
                  <a:gd name="T6" fmla="*/ 12 w 83"/>
                  <a:gd name="T7" fmla="*/ 23 h 3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3" h="34">
                    <a:moveTo>
                      <a:pt x="0" y="20"/>
                    </a:moveTo>
                    <a:cubicBezTo>
                      <a:pt x="17" y="27"/>
                      <a:pt x="27" y="30"/>
                      <a:pt x="46" y="28"/>
                    </a:cubicBezTo>
                    <a:cubicBezTo>
                      <a:pt x="59" y="26"/>
                      <a:pt x="70" y="19"/>
                      <a:pt x="83" y="25"/>
                    </a:cubicBezTo>
                    <a:cubicBezTo>
                      <a:pt x="57" y="0"/>
                      <a:pt x="28" y="34"/>
                      <a:pt x="9" y="20"/>
                    </a:cubicBezTo>
                  </a:path>
                </a:pathLst>
              </a:custGeom>
              <a:solidFill>
                <a:srgbClr val="C2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789" name="Freeform 322">
                <a:extLst>
                  <a:ext uri="{FF2B5EF4-FFF2-40B4-BE49-F238E27FC236}">
                    <a16:creationId xmlns:a16="http://schemas.microsoft.com/office/drawing/2014/main" id="{421939E2-5850-4C47-BA64-D46CD1D6B9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9" y="2177"/>
                <a:ext cx="205" cy="81"/>
              </a:xfrm>
              <a:custGeom>
                <a:avLst/>
                <a:gdLst>
                  <a:gd name="T0" fmla="*/ 0 w 192"/>
                  <a:gd name="T1" fmla="*/ 0 h 76"/>
                  <a:gd name="T2" fmla="*/ 47 w 192"/>
                  <a:gd name="T3" fmla="*/ 32 h 76"/>
                  <a:gd name="T4" fmla="*/ 95 w 192"/>
                  <a:gd name="T5" fmla="*/ 59 h 76"/>
                  <a:gd name="T6" fmla="*/ 147 w 192"/>
                  <a:gd name="T7" fmla="*/ 76 h 76"/>
                  <a:gd name="T8" fmla="*/ 234 w 192"/>
                  <a:gd name="T9" fmla="*/ 92 h 76"/>
                  <a:gd name="T10" fmla="*/ 156 w 192"/>
                  <a:gd name="T11" fmla="*/ 69 h 76"/>
                  <a:gd name="T12" fmla="*/ 96 w 192"/>
                  <a:gd name="T13" fmla="*/ 45 h 76"/>
                  <a:gd name="T14" fmla="*/ 51 w 192"/>
                  <a:gd name="T15" fmla="*/ 20 h 76"/>
                  <a:gd name="T16" fmla="*/ 7 w 192"/>
                  <a:gd name="T17" fmla="*/ 6 h 7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92" h="76">
                    <a:moveTo>
                      <a:pt x="0" y="0"/>
                    </a:moveTo>
                    <a:cubicBezTo>
                      <a:pt x="13" y="4"/>
                      <a:pt x="27" y="18"/>
                      <a:pt x="38" y="26"/>
                    </a:cubicBezTo>
                    <a:cubicBezTo>
                      <a:pt x="51" y="35"/>
                      <a:pt x="65" y="41"/>
                      <a:pt x="78" y="49"/>
                    </a:cubicBezTo>
                    <a:cubicBezTo>
                      <a:pt x="92" y="57"/>
                      <a:pt x="106" y="61"/>
                      <a:pt x="121" y="63"/>
                    </a:cubicBezTo>
                    <a:cubicBezTo>
                      <a:pt x="145" y="67"/>
                      <a:pt x="167" y="75"/>
                      <a:pt x="192" y="76"/>
                    </a:cubicBezTo>
                    <a:cubicBezTo>
                      <a:pt x="170" y="72"/>
                      <a:pt x="149" y="63"/>
                      <a:pt x="128" y="57"/>
                    </a:cubicBezTo>
                    <a:cubicBezTo>
                      <a:pt x="111" y="52"/>
                      <a:pt x="94" y="45"/>
                      <a:pt x="79" y="37"/>
                    </a:cubicBezTo>
                    <a:cubicBezTo>
                      <a:pt x="67" y="30"/>
                      <a:pt x="55" y="22"/>
                      <a:pt x="42" y="17"/>
                    </a:cubicBezTo>
                    <a:cubicBezTo>
                      <a:pt x="31" y="12"/>
                      <a:pt x="18" y="11"/>
                      <a:pt x="7" y="6"/>
                    </a:cubicBezTo>
                  </a:path>
                </a:pathLst>
              </a:custGeom>
              <a:solidFill>
                <a:srgbClr val="C2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790" name="Freeform 323">
                <a:extLst>
                  <a:ext uri="{FF2B5EF4-FFF2-40B4-BE49-F238E27FC236}">
                    <a16:creationId xmlns:a16="http://schemas.microsoft.com/office/drawing/2014/main" id="{8A194625-40B4-48DB-82A7-BC9AA6531A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3" y="2163"/>
                <a:ext cx="154" cy="188"/>
              </a:xfrm>
              <a:custGeom>
                <a:avLst/>
                <a:gdLst>
                  <a:gd name="T0" fmla="*/ 28 w 144"/>
                  <a:gd name="T1" fmla="*/ 8 h 177"/>
                  <a:gd name="T2" fmla="*/ 5 w 144"/>
                  <a:gd name="T3" fmla="*/ 3 h 177"/>
                  <a:gd name="T4" fmla="*/ 6 w 144"/>
                  <a:gd name="T5" fmla="*/ 27 h 177"/>
                  <a:gd name="T6" fmla="*/ 50 w 144"/>
                  <a:gd name="T7" fmla="*/ 101 h 177"/>
                  <a:gd name="T8" fmla="*/ 109 w 144"/>
                  <a:gd name="T9" fmla="*/ 165 h 177"/>
                  <a:gd name="T10" fmla="*/ 176 w 144"/>
                  <a:gd name="T11" fmla="*/ 212 h 177"/>
                  <a:gd name="T12" fmla="*/ 111 w 144"/>
                  <a:gd name="T13" fmla="*/ 158 h 177"/>
                  <a:gd name="T14" fmla="*/ 68 w 144"/>
                  <a:gd name="T15" fmla="*/ 97 h 177"/>
                  <a:gd name="T16" fmla="*/ 49 w 144"/>
                  <a:gd name="T17" fmla="*/ 50 h 177"/>
                  <a:gd name="T18" fmla="*/ 67 w 144"/>
                  <a:gd name="T19" fmla="*/ 37 h 177"/>
                  <a:gd name="T20" fmla="*/ 26 w 144"/>
                  <a:gd name="T21" fmla="*/ 8 h 17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44" h="177">
                    <a:moveTo>
                      <a:pt x="22" y="8"/>
                    </a:moveTo>
                    <a:cubicBezTo>
                      <a:pt x="18" y="7"/>
                      <a:pt x="9" y="0"/>
                      <a:pt x="5" y="3"/>
                    </a:cubicBezTo>
                    <a:cubicBezTo>
                      <a:pt x="0" y="6"/>
                      <a:pt x="5" y="19"/>
                      <a:pt x="6" y="23"/>
                    </a:cubicBezTo>
                    <a:cubicBezTo>
                      <a:pt x="14" y="45"/>
                      <a:pt x="28" y="66"/>
                      <a:pt x="41" y="84"/>
                    </a:cubicBezTo>
                    <a:cubicBezTo>
                      <a:pt x="54" y="105"/>
                      <a:pt x="72" y="120"/>
                      <a:pt x="89" y="137"/>
                    </a:cubicBezTo>
                    <a:cubicBezTo>
                      <a:pt x="106" y="152"/>
                      <a:pt x="126" y="163"/>
                      <a:pt x="144" y="177"/>
                    </a:cubicBezTo>
                    <a:cubicBezTo>
                      <a:pt x="125" y="171"/>
                      <a:pt x="104" y="147"/>
                      <a:pt x="91" y="132"/>
                    </a:cubicBezTo>
                    <a:cubicBezTo>
                      <a:pt x="78" y="116"/>
                      <a:pt x="67" y="99"/>
                      <a:pt x="56" y="81"/>
                    </a:cubicBezTo>
                    <a:cubicBezTo>
                      <a:pt x="49" y="69"/>
                      <a:pt x="42" y="56"/>
                      <a:pt x="40" y="41"/>
                    </a:cubicBezTo>
                    <a:cubicBezTo>
                      <a:pt x="39" y="27"/>
                      <a:pt x="42" y="27"/>
                      <a:pt x="55" y="31"/>
                    </a:cubicBezTo>
                    <a:cubicBezTo>
                      <a:pt x="47" y="27"/>
                      <a:pt x="27" y="16"/>
                      <a:pt x="21" y="8"/>
                    </a:cubicBezTo>
                  </a:path>
                </a:pathLst>
              </a:custGeom>
              <a:solidFill>
                <a:srgbClr val="C2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791" name="Freeform 324">
                <a:extLst>
                  <a:ext uri="{FF2B5EF4-FFF2-40B4-BE49-F238E27FC236}">
                    <a16:creationId xmlns:a16="http://schemas.microsoft.com/office/drawing/2014/main" id="{01115119-5930-4EA9-81C9-977D21C552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7" y="2019"/>
                <a:ext cx="177" cy="25"/>
              </a:xfrm>
              <a:custGeom>
                <a:avLst/>
                <a:gdLst>
                  <a:gd name="T0" fmla="*/ 0 w 166"/>
                  <a:gd name="T1" fmla="*/ 14 h 23"/>
                  <a:gd name="T2" fmla="*/ 44 w 166"/>
                  <a:gd name="T3" fmla="*/ 24 h 23"/>
                  <a:gd name="T4" fmla="*/ 96 w 166"/>
                  <a:gd name="T5" fmla="*/ 25 h 23"/>
                  <a:gd name="T6" fmla="*/ 152 w 166"/>
                  <a:gd name="T7" fmla="*/ 10 h 23"/>
                  <a:gd name="T8" fmla="*/ 202 w 166"/>
                  <a:gd name="T9" fmla="*/ 0 h 23"/>
                  <a:gd name="T10" fmla="*/ 135 w 166"/>
                  <a:gd name="T11" fmla="*/ 3 h 23"/>
                  <a:gd name="T12" fmla="*/ 86 w 166"/>
                  <a:gd name="T13" fmla="*/ 10 h 23"/>
                  <a:gd name="T14" fmla="*/ 11 w 166"/>
                  <a:gd name="T15" fmla="*/ 9 h 2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66" h="23">
                    <a:moveTo>
                      <a:pt x="0" y="11"/>
                    </a:moveTo>
                    <a:cubicBezTo>
                      <a:pt x="11" y="10"/>
                      <a:pt x="25" y="16"/>
                      <a:pt x="36" y="18"/>
                    </a:cubicBezTo>
                    <a:cubicBezTo>
                      <a:pt x="51" y="23"/>
                      <a:pt x="64" y="20"/>
                      <a:pt x="79" y="19"/>
                    </a:cubicBezTo>
                    <a:cubicBezTo>
                      <a:pt x="96" y="17"/>
                      <a:pt x="110" y="13"/>
                      <a:pt x="126" y="7"/>
                    </a:cubicBezTo>
                    <a:cubicBezTo>
                      <a:pt x="138" y="3"/>
                      <a:pt x="153" y="0"/>
                      <a:pt x="166" y="0"/>
                    </a:cubicBezTo>
                    <a:cubicBezTo>
                      <a:pt x="148" y="0"/>
                      <a:pt x="130" y="1"/>
                      <a:pt x="112" y="3"/>
                    </a:cubicBezTo>
                    <a:cubicBezTo>
                      <a:pt x="98" y="5"/>
                      <a:pt x="85" y="8"/>
                      <a:pt x="71" y="7"/>
                    </a:cubicBezTo>
                    <a:cubicBezTo>
                      <a:pt x="50" y="6"/>
                      <a:pt x="29" y="6"/>
                      <a:pt x="8" y="6"/>
                    </a:cubicBezTo>
                  </a:path>
                </a:pathLst>
              </a:custGeom>
              <a:solidFill>
                <a:srgbClr val="C2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792" name="Freeform 325">
                <a:extLst>
                  <a:ext uri="{FF2B5EF4-FFF2-40B4-BE49-F238E27FC236}">
                    <a16:creationId xmlns:a16="http://schemas.microsoft.com/office/drawing/2014/main" id="{3863D1A3-C076-4EA6-A6EF-74F163BFC0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0" y="2134"/>
                <a:ext cx="184" cy="195"/>
              </a:xfrm>
              <a:custGeom>
                <a:avLst/>
                <a:gdLst>
                  <a:gd name="T0" fmla="*/ 24 w 173"/>
                  <a:gd name="T1" fmla="*/ 25 h 183"/>
                  <a:gd name="T2" fmla="*/ 208 w 173"/>
                  <a:gd name="T3" fmla="*/ 222 h 183"/>
                  <a:gd name="T4" fmla="*/ 69 w 173"/>
                  <a:gd name="T5" fmla="*/ 35 h 183"/>
                  <a:gd name="T6" fmla="*/ 19 w 173"/>
                  <a:gd name="T7" fmla="*/ 1 h 183"/>
                  <a:gd name="T8" fmla="*/ 1 w 173"/>
                  <a:gd name="T9" fmla="*/ 15 h 183"/>
                  <a:gd name="T10" fmla="*/ 26 w 173"/>
                  <a:gd name="T11" fmla="*/ 34 h 18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73" h="183">
                    <a:moveTo>
                      <a:pt x="21" y="21"/>
                    </a:moveTo>
                    <a:cubicBezTo>
                      <a:pt x="98" y="49"/>
                      <a:pt x="125" y="126"/>
                      <a:pt x="173" y="183"/>
                    </a:cubicBezTo>
                    <a:cubicBezTo>
                      <a:pt x="142" y="128"/>
                      <a:pt x="105" y="72"/>
                      <a:pt x="57" y="29"/>
                    </a:cubicBezTo>
                    <a:cubicBezTo>
                      <a:pt x="46" y="19"/>
                      <a:pt x="32" y="1"/>
                      <a:pt x="16" y="1"/>
                    </a:cubicBezTo>
                    <a:cubicBezTo>
                      <a:pt x="9" y="0"/>
                      <a:pt x="0" y="0"/>
                      <a:pt x="1" y="12"/>
                    </a:cubicBezTo>
                    <a:cubicBezTo>
                      <a:pt x="2" y="20"/>
                      <a:pt x="17" y="25"/>
                      <a:pt x="22" y="28"/>
                    </a:cubicBezTo>
                  </a:path>
                </a:pathLst>
              </a:custGeom>
              <a:solidFill>
                <a:srgbClr val="C2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793" name="Freeform 326">
                <a:extLst>
                  <a:ext uri="{FF2B5EF4-FFF2-40B4-BE49-F238E27FC236}">
                    <a16:creationId xmlns:a16="http://schemas.microsoft.com/office/drawing/2014/main" id="{5D36424E-6402-42FC-A44D-F25E78B313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5" y="2414"/>
                <a:ext cx="233" cy="110"/>
              </a:xfrm>
              <a:custGeom>
                <a:avLst/>
                <a:gdLst>
                  <a:gd name="T0" fmla="*/ 0 w 218"/>
                  <a:gd name="T1" fmla="*/ 0 h 103"/>
                  <a:gd name="T2" fmla="*/ 266 w 218"/>
                  <a:gd name="T3" fmla="*/ 124 h 103"/>
                  <a:gd name="T4" fmla="*/ 0 w 218"/>
                  <a:gd name="T5" fmla="*/ 0 h 10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8" h="103">
                    <a:moveTo>
                      <a:pt x="0" y="0"/>
                    </a:moveTo>
                    <a:cubicBezTo>
                      <a:pt x="0" y="0"/>
                      <a:pt x="76" y="103"/>
                      <a:pt x="218" y="102"/>
                    </a:cubicBezTo>
                    <a:cubicBezTo>
                      <a:pt x="218" y="102"/>
                      <a:pt x="78" y="75"/>
                      <a:pt x="0" y="0"/>
                    </a:cubicBezTo>
                    <a:close/>
                  </a:path>
                </a:pathLst>
              </a:custGeom>
              <a:solidFill>
                <a:srgbClr val="C2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794" name="Freeform 327">
                <a:extLst>
                  <a:ext uri="{FF2B5EF4-FFF2-40B4-BE49-F238E27FC236}">
                    <a16:creationId xmlns:a16="http://schemas.microsoft.com/office/drawing/2014/main" id="{6C135C3B-11D5-4348-8AEE-79BA311DB9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3" y="1952"/>
                <a:ext cx="124" cy="245"/>
              </a:xfrm>
              <a:custGeom>
                <a:avLst/>
                <a:gdLst>
                  <a:gd name="T0" fmla="*/ 139 w 117"/>
                  <a:gd name="T1" fmla="*/ 3 h 230"/>
                  <a:gd name="T2" fmla="*/ 74 w 117"/>
                  <a:gd name="T3" fmla="*/ 134 h 230"/>
                  <a:gd name="T4" fmla="*/ 0 w 117"/>
                  <a:gd name="T5" fmla="*/ 278 h 230"/>
                  <a:gd name="T6" fmla="*/ 77 w 117"/>
                  <a:gd name="T7" fmla="*/ 175 h 230"/>
                  <a:gd name="T8" fmla="*/ 91 w 117"/>
                  <a:gd name="T9" fmla="*/ 127 h 230"/>
                  <a:gd name="T10" fmla="*/ 123 w 117"/>
                  <a:gd name="T11" fmla="*/ 149 h 230"/>
                  <a:gd name="T12" fmla="*/ 138 w 117"/>
                  <a:gd name="T13" fmla="*/ 0 h 23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7" h="230">
                    <a:moveTo>
                      <a:pt x="117" y="3"/>
                    </a:moveTo>
                    <a:cubicBezTo>
                      <a:pt x="74" y="10"/>
                      <a:pt x="70" y="79"/>
                      <a:pt x="62" y="111"/>
                    </a:cubicBezTo>
                    <a:cubicBezTo>
                      <a:pt x="51" y="155"/>
                      <a:pt x="15" y="187"/>
                      <a:pt x="0" y="230"/>
                    </a:cubicBezTo>
                    <a:cubicBezTo>
                      <a:pt x="9" y="196"/>
                      <a:pt x="48" y="174"/>
                      <a:pt x="65" y="145"/>
                    </a:cubicBezTo>
                    <a:cubicBezTo>
                      <a:pt x="68" y="138"/>
                      <a:pt x="72" y="107"/>
                      <a:pt x="76" y="105"/>
                    </a:cubicBezTo>
                    <a:cubicBezTo>
                      <a:pt x="83" y="102"/>
                      <a:pt x="98" y="119"/>
                      <a:pt x="103" y="123"/>
                    </a:cubicBezTo>
                    <a:cubicBezTo>
                      <a:pt x="62" y="88"/>
                      <a:pt x="98" y="36"/>
                      <a:pt x="116" y="0"/>
                    </a:cubicBezTo>
                  </a:path>
                </a:pathLst>
              </a:custGeom>
              <a:solidFill>
                <a:srgbClr val="C2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795" name="Freeform 328">
                <a:extLst>
                  <a:ext uri="{FF2B5EF4-FFF2-40B4-BE49-F238E27FC236}">
                    <a16:creationId xmlns:a16="http://schemas.microsoft.com/office/drawing/2014/main" id="{838B304E-0727-4E07-AC8D-F96632C122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5" y="1855"/>
                <a:ext cx="29" cy="120"/>
              </a:xfrm>
              <a:custGeom>
                <a:avLst/>
                <a:gdLst>
                  <a:gd name="T0" fmla="*/ 25 w 27"/>
                  <a:gd name="T1" fmla="*/ 0 h 113"/>
                  <a:gd name="T2" fmla="*/ 4 w 27"/>
                  <a:gd name="T3" fmla="*/ 59 h 113"/>
                  <a:gd name="T4" fmla="*/ 33 w 27"/>
                  <a:gd name="T5" fmla="*/ 135 h 113"/>
                  <a:gd name="T6" fmla="*/ 13 w 27"/>
                  <a:gd name="T7" fmla="*/ 81 h 113"/>
                  <a:gd name="T8" fmla="*/ 23 w 27"/>
                  <a:gd name="T9" fmla="*/ 13 h 1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113">
                    <a:moveTo>
                      <a:pt x="20" y="0"/>
                    </a:moveTo>
                    <a:cubicBezTo>
                      <a:pt x="10" y="15"/>
                      <a:pt x="2" y="30"/>
                      <a:pt x="4" y="50"/>
                    </a:cubicBezTo>
                    <a:cubicBezTo>
                      <a:pt x="6" y="73"/>
                      <a:pt x="26" y="87"/>
                      <a:pt x="27" y="113"/>
                    </a:cubicBezTo>
                    <a:cubicBezTo>
                      <a:pt x="24" y="94"/>
                      <a:pt x="21" y="83"/>
                      <a:pt x="10" y="68"/>
                    </a:cubicBezTo>
                    <a:cubicBezTo>
                      <a:pt x="0" y="52"/>
                      <a:pt x="11" y="24"/>
                      <a:pt x="19" y="10"/>
                    </a:cubicBezTo>
                  </a:path>
                </a:pathLst>
              </a:custGeom>
              <a:solidFill>
                <a:srgbClr val="C2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796" name="Freeform 329">
                <a:extLst>
                  <a:ext uri="{FF2B5EF4-FFF2-40B4-BE49-F238E27FC236}">
                    <a16:creationId xmlns:a16="http://schemas.microsoft.com/office/drawing/2014/main" id="{59E718F9-F4B3-4E81-AE39-DD52ABC555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9" y="1826"/>
                <a:ext cx="21" cy="26"/>
              </a:xfrm>
              <a:custGeom>
                <a:avLst/>
                <a:gdLst>
                  <a:gd name="T0" fmla="*/ 21 w 19"/>
                  <a:gd name="T1" fmla="*/ 0 h 24"/>
                  <a:gd name="T2" fmla="*/ 25 w 19"/>
                  <a:gd name="T3" fmla="*/ 29 h 24"/>
                  <a:gd name="T4" fmla="*/ 1 w 19"/>
                  <a:gd name="T5" fmla="*/ 17 h 24"/>
                  <a:gd name="T6" fmla="*/ 23 w 19"/>
                  <a:gd name="T7" fmla="*/ 2 h 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24">
                    <a:moveTo>
                      <a:pt x="15" y="0"/>
                    </a:moveTo>
                    <a:cubicBezTo>
                      <a:pt x="3" y="12"/>
                      <a:pt x="2" y="17"/>
                      <a:pt x="19" y="23"/>
                    </a:cubicBezTo>
                    <a:cubicBezTo>
                      <a:pt x="11" y="23"/>
                      <a:pt x="2" y="24"/>
                      <a:pt x="1" y="14"/>
                    </a:cubicBezTo>
                    <a:cubicBezTo>
                      <a:pt x="0" y="5"/>
                      <a:pt x="9" y="2"/>
                      <a:pt x="17" y="2"/>
                    </a:cubicBezTo>
                  </a:path>
                </a:pathLst>
              </a:custGeom>
              <a:solidFill>
                <a:srgbClr val="C2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797" name="Freeform 330">
                <a:extLst>
                  <a:ext uri="{FF2B5EF4-FFF2-40B4-BE49-F238E27FC236}">
                    <a16:creationId xmlns:a16="http://schemas.microsoft.com/office/drawing/2014/main" id="{DE182D1B-06E2-4847-B0C0-9F41BA6804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6" y="3008"/>
                <a:ext cx="120" cy="64"/>
              </a:xfrm>
              <a:custGeom>
                <a:avLst/>
                <a:gdLst>
                  <a:gd name="T0" fmla="*/ 0 w 112"/>
                  <a:gd name="T1" fmla="*/ 41 h 60"/>
                  <a:gd name="T2" fmla="*/ 80 w 112"/>
                  <a:gd name="T3" fmla="*/ 63 h 60"/>
                  <a:gd name="T4" fmla="*/ 138 w 112"/>
                  <a:gd name="T5" fmla="*/ 0 h 60"/>
                  <a:gd name="T6" fmla="*/ 74 w 112"/>
                  <a:gd name="T7" fmla="*/ 49 h 60"/>
                  <a:gd name="T8" fmla="*/ 12 w 112"/>
                  <a:gd name="T9" fmla="*/ 48 h 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2" h="60">
                    <a:moveTo>
                      <a:pt x="0" y="34"/>
                    </a:moveTo>
                    <a:cubicBezTo>
                      <a:pt x="16" y="43"/>
                      <a:pt x="48" y="60"/>
                      <a:pt x="65" y="52"/>
                    </a:cubicBezTo>
                    <a:cubicBezTo>
                      <a:pt x="86" y="42"/>
                      <a:pt x="97" y="17"/>
                      <a:pt x="112" y="0"/>
                    </a:cubicBezTo>
                    <a:cubicBezTo>
                      <a:pt x="92" y="9"/>
                      <a:pt x="78" y="28"/>
                      <a:pt x="60" y="40"/>
                    </a:cubicBezTo>
                    <a:cubicBezTo>
                      <a:pt x="42" y="50"/>
                      <a:pt x="28" y="43"/>
                      <a:pt x="9" y="39"/>
                    </a:cubicBezTo>
                  </a:path>
                </a:pathLst>
              </a:custGeom>
              <a:solidFill>
                <a:srgbClr val="C2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798" name="Freeform 331">
                <a:extLst>
                  <a:ext uri="{FF2B5EF4-FFF2-40B4-BE49-F238E27FC236}">
                    <a16:creationId xmlns:a16="http://schemas.microsoft.com/office/drawing/2014/main" id="{6409716F-864F-4C0B-954C-E5AD79820F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3" y="2210"/>
                <a:ext cx="85" cy="749"/>
              </a:xfrm>
              <a:custGeom>
                <a:avLst/>
                <a:gdLst>
                  <a:gd name="T0" fmla="*/ 19 w 80"/>
                  <a:gd name="T1" fmla="*/ 0 h 703"/>
                  <a:gd name="T2" fmla="*/ 51 w 80"/>
                  <a:gd name="T3" fmla="*/ 111 h 703"/>
                  <a:gd name="T4" fmla="*/ 90 w 80"/>
                  <a:gd name="T5" fmla="*/ 515 h 703"/>
                  <a:gd name="T6" fmla="*/ 0 w 80"/>
                  <a:gd name="T7" fmla="*/ 850 h 703"/>
                  <a:gd name="T8" fmla="*/ 66 w 80"/>
                  <a:gd name="T9" fmla="*/ 520 h 703"/>
                  <a:gd name="T10" fmla="*/ 37 w 80"/>
                  <a:gd name="T11" fmla="*/ 215 h 703"/>
                  <a:gd name="T12" fmla="*/ 19 w 80"/>
                  <a:gd name="T13" fmla="*/ 0 h 70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0" h="703">
                    <a:moveTo>
                      <a:pt x="16" y="0"/>
                    </a:moveTo>
                    <a:cubicBezTo>
                      <a:pt x="16" y="0"/>
                      <a:pt x="39" y="46"/>
                      <a:pt x="42" y="92"/>
                    </a:cubicBezTo>
                    <a:cubicBezTo>
                      <a:pt x="44" y="139"/>
                      <a:pt x="70" y="379"/>
                      <a:pt x="75" y="425"/>
                    </a:cubicBezTo>
                    <a:cubicBezTo>
                      <a:pt x="80" y="471"/>
                      <a:pt x="73" y="642"/>
                      <a:pt x="0" y="703"/>
                    </a:cubicBezTo>
                    <a:cubicBezTo>
                      <a:pt x="0" y="703"/>
                      <a:pt x="67" y="541"/>
                      <a:pt x="55" y="430"/>
                    </a:cubicBezTo>
                    <a:cubicBezTo>
                      <a:pt x="42" y="319"/>
                      <a:pt x="42" y="245"/>
                      <a:pt x="31" y="178"/>
                    </a:cubicBezTo>
                    <a:cubicBezTo>
                      <a:pt x="21" y="111"/>
                      <a:pt x="37" y="36"/>
                      <a:pt x="16" y="0"/>
                    </a:cubicBezTo>
                    <a:close/>
                  </a:path>
                </a:pathLst>
              </a:custGeom>
              <a:solidFill>
                <a:srgbClr val="8E4C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799" name="Freeform 332">
                <a:extLst>
                  <a:ext uri="{FF2B5EF4-FFF2-40B4-BE49-F238E27FC236}">
                    <a16:creationId xmlns:a16="http://schemas.microsoft.com/office/drawing/2014/main" id="{E90CBB99-E994-4CDB-A0DA-EB4FDA1B0D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7" y="3012"/>
                <a:ext cx="53" cy="111"/>
              </a:xfrm>
              <a:custGeom>
                <a:avLst/>
                <a:gdLst>
                  <a:gd name="T0" fmla="*/ 34 w 50"/>
                  <a:gd name="T1" fmla="*/ 0 h 104"/>
                  <a:gd name="T2" fmla="*/ 0 w 50"/>
                  <a:gd name="T3" fmla="*/ 126 h 104"/>
                  <a:gd name="T4" fmla="*/ 34 w 50"/>
                  <a:gd name="T5" fmla="*/ 0 h 10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0" h="104">
                    <a:moveTo>
                      <a:pt x="28" y="0"/>
                    </a:moveTo>
                    <a:cubicBezTo>
                      <a:pt x="28" y="0"/>
                      <a:pt x="50" y="42"/>
                      <a:pt x="0" y="104"/>
                    </a:cubicBezTo>
                    <a:cubicBezTo>
                      <a:pt x="0" y="104"/>
                      <a:pt x="35" y="28"/>
                      <a:pt x="28" y="0"/>
                    </a:cubicBezTo>
                    <a:close/>
                  </a:path>
                </a:pathLst>
              </a:custGeom>
              <a:solidFill>
                <a:srgbClr val="8E4C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800" name="Freeform 333">
                <a:extLst>
                  <a:ext uri="{FF2B5EF4-FFF2-40B4-BE49-F238E27FC236}">
                    <a16:creationId xmlns:a16="http://schemas.microsoft.com/office/drawing/2014/main" id="{BCAF61D3-B61A-4770-BDDA-E4F221D5BD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6" y="3196"/>
                <a:ext cx="78" cy="584"/>
              </a:xfrm>
              <a:custGeom>
                <a:avLst/>
                <a:gdLst>
                  <a:gd name="T0" fmla="*/ 24 w 73"/>
                  <a:gd name="T1" fmla="*/ 0 h 548"/>
                  <a:gd name="T2" fmla="*/ 65 w 73"/>
                  <a:gd name="T3" fmla="*/ 327 h 548"/>
                  <a:gd name="T4" fmla="*/ 16 w 73"/>
                  <a:gd name="T5" fmla="*/ 570 h 548"/>
                  <a:gd name="T6" fmla="*/ 18 w 73"/>
                  <a:gd name="T7" fmla="*/ 590 h 548"/>
                  <a:gd name="T8" fmla="*/ 21 w 73"/>
                  <a:gd name="T9" fmla="*/ 626 h 548"/>
                  <a:gd name="T10" fmla="*/ 16 w 73"/>
                  <a:gd name="T11" fmla="*/ 663 h 548"/>
                  <a:gd name="T12" fmla="*/ 3 w 73"/>
                  <a:gd name="T13" fmla="*/ 638 h 548"/>
                  <a:gd name="T14" fmla="*/ 13 w 73"/>
                  <a:gd name="T15" fmla="*/ 604 h 548"/>
                  <a:gd name="T16" fmla="*/ 11 w 73"/>
                  <a:gd name="T17" fmla="*/ 534 h 548"/>
                  <a:gd name="T18" fmla="*/ 24 w 73"/>
                  <a:gd name="T19" fmla="*/ 0 h 54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73" h="548">
                    <a:moveTo>
                      <a:pt x="20" y="0"/>
                    </a:moveTo>
                    <a:cubicBezTo>
                      <a:pt x="20" y="0"/>
                      <a:pt x="62" y="131"/>
                      <a:pt x="53" y="270"/>
                    </a:cubicBezTo>
                    <a:cubicBezTo>
                      <a:pt x="43" y="408"/>
                      <a:pt x="13" y="471"/>
                      <a:pt x="13" y="471"/>
                    </a:cubicBezTo>
                    <a:cubicBezTo>
                      <a:pt x="13" y="471"/>
                      <a:pt x="12" y="483"/>
                      <a:pt x="15" y="488"/>
                    </a:cubicBezTo>
                    <a:cubicBezTo>
                      <a:pt x="19" y="493"/>
                      <a:pt x="27" y="505"/>
                      <a:pt x="18" y="517"/>
                    </a:cubicBezTo>
                    <a:cubicBezTo>
                      <a:pt x="8" y="529"/>
                      <a:pt x="17" y="543"/>
                      <a:pt x="13" y="548"/>
                    </a:cubicBezTo>
                    <a:cubicBezTo>
                      <a:pt x="13" y="548"/>
                      <a:pt x="5" y="534"/>
                      <a:pt x="3" y="527"/>
                    </a:cubicBezTo>
                    <a:cubicBezTo>
                      <a:pt x="0" y="519"/>
                      <a:pt x="18" y="517"/>
                      <a:pt x="10" y="499"/>
                    </a:cubicBezTo>
                    <a:cubicBezTo>
                      <a:pt x="3" y="481"/>
                      <a:pt x="0" y="462"/>
                      <a:pt x="8" y="441"/>
                    </a:cubicBezTo>
                    <a:cubicBezTo>
                      <a:pt x="16" y="421"/>
                      <a:pt x="73" y="278"/>
                      <a:pt x="20" y="0"/>
                    </a:cubicBezTo>
                    <a:close/>
                  </a:path>
                </a:pathLst>
              </a:custGeom>
              <a:solidFill>
                <a:srgbClr val="8E4C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801" name="Freeform 334">
                <a:extLst>
                  <a:ext uri="{FF2B5EF4-FFF2-40B4-BE49-F238E27FC236}">
                    <a16:creationId xmlns:a16="http://schemas.microsoft.com/office/drawing/2014/main" id="{D35F062E-E51D-4115-9652-940AD4C976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9" y="3808"/>
                <a:ext cx="162" cy="138"/>
              </a:xfrm>
              <a:custGeom>
                <a:avLst/>
                <a:gdLst>
                  <a:gd name="T0" fmla="*/ 1 w 152"/>
                  <a:gd name="T1" fmla="*/ 1 h 130"/>
                  <a:gd name="T2" fmla="*/ 18 w 152"/>
                  <a:gd name="T3" fmla="*/ 14 h 130"/>
                  <a:gd name="T4" fmla="*/ 33 w 152"/>
                  <a:gd name="T5" fmla="*/ 29 h 130"/>
                  <a:gd name="T6" fmla="*/ 52 w 152"/>
                  <a:gd name="T7" fmla="*/ 58 h 130"/>
                  <a:gd name="T8" fmla="*/ 85 w 152"/>
                  <a:gd name="T9" fmla="*/ 85 h 130"/>
                  <a:gd name="T10" fmla="*/ 111 w 152"/>
                  <a:gd name="T11" fmla="*/ 105 h 130"/>
                  <a:gd name="T12" fmla="*/ 134 w 152"/>
                  <a:gd name="T13" fmla="*/ 123 h 130"/>
                  <a:gd name="T14" fmla="*/ 145 w 152"/>
                  <a:gd name="T15" fmla="*/ 131 h 130"/>
                  <a:gd name="T16" fmla="*/ 153 w 152"/>
                  <a:gd name="T17" fmla="*/ 134 h 130"/>
                  <a:gd name="T18" fmla="*/ 182 w 152"/>
                  <a:gd name="T19" fmla="*/ 152 h 130"/>
                  <a:gd name="T20" fmla="*/ 184 w 152"/>
                  <a:gd name="T21" fmla="*/ 155 h 130"/>
                  <a:gd name="T22" fmla="*/ 141 w 152"/>
                  <a:gd name="T23" fmla="*/ 140 h 130"/>
                  <a:gd name="T24" fmla="*/ 106 w 152"/>
                  <a:gd name="T25" fmla="*/ 118 h 130"/>
                  <a:gd name="T26" fmla="*/ 63 w 152"/>
                  <a:gd name="T27" fmla="*/ 81 h 130"/>
                  <a:gd name="T28" fmla="*/ 39 w 152"/>
                  <a:gd name="T29" fmla="*/ 56 h 130"/>
                  <a:gd name="T30" fmla="*/ 21 w 152"/>
                  <a:gd name="T31" fmla="*/ 34 h 130"/>
                  <a:gd name="T32" fmla="*/ 6 w 152"/>
                  <a:gd name="T33" fmla="*/ 13 h 130"/>
                  <a:gd name="T34" fmla="*/ 0 w 152"/>
                  <a:gd name="T35" fmla="*/ 0 h 130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152" h="130">
                    <a:moveTo>
                      <a:pt x="1" y="1"/>
                    </a:moveTo>
                    <a:cubicBezTo>
                      <a:pt x="6" y="2"/>
                      <a:pt x="11" y="7"/>
                      <a:pt x="15" y="11"/>
                    </a:cubicBezTo>
                    <a:cubicBezTo>
                      <a:pt x="19" y="15"/>
                      <a:pt x="24" y="19"/>
                      <a:pt x="27" y="24"/>
                    </a:cubicBezTo>
                    <a:cubicBezTo>
                      <a:pt x="32" y="33"/>
                      <a:pt x="36" y="41"/>
                      <a:pt x="43" y="49"/>
                    </a:cubicBezTo>
                    <a:cubicBezTo>
                      <a:pt x="50" y="58"/>
                      <a:pt x="61" y="64"/>
                      <a:pt x="70" y="71"/>
                    </a:cubicBezTo>
                    <a:cubicBezTo>
                      <a:pt x="78" y="76"/>
                      <a:pt x="85" y="82"/>
                      <a:pt x="92" y="88"/>
                    </a:cubicBezTo>
                    <a:cubicBezTo>
                      <a:pt x="98" y="93"/>
                      <a:pt x="104" y="98"/>
                      <a:pt x="111" y="103"/>
                    </a:cubicBezTo>
                    <a:cubicBezTo>
                      <a:pt x="114" y="105"/>
                      <a:pt x="117" y="107"/>
                      <a:pt x="120" y="109"/>
                    </a:cubicBezTo>
                    <a:cubicBezTo>
                      <a:pt x="122" y="110"/>
                      <a:pt x="125" y="111"/>
                      <a:pt x="127" y="112"/>
                    </a:cubicBezTo>
                    <a:cubicBezTo>
                      <a:pt x="135" y="116"/>
                      <a:pt x="147" y="119"/>
                      <a:pt x="150" y="127"/>
                    </a:cubicBezTo>
                    <a:cubicBezTo>
                      <a:pt x="151" y="128"/>
                      <a:pt x="151" y="129"/>
                      <a:pt x="152" y="130"/>
                    </a:cubicBezTo>
                    <a:cubicBezTo>
                      <a:pt x="145" y="120"/>
                      <a:pt x="126" y="121"/>
                      <a:pt x="116" y="117"/>
                    </a:cubicBezTo>
                    <a:cubicBezTo>
                      <a:pt x="104" y="114"/>
                      <a:pt x="96" y="106"/>
                      <a:pt x="87" y="99"/>
                    </a:cubicBezTo>
                    <a:cubicBezTo>
                      <a:pt x="75" y="88"/>
                      <a:pt x="63" y="79"/>
                      <a:pt x="52" y="68"/>
                    </a:cubicBezTo>
                    <a:cubicBezTo>
                      <a:pt x="45" y="61"/>
                      <a:pt x="40" y="53"/>
                      <a:pt x="33" y="47"/>
                    </a:cubicBezTo>
                    <a:cubicBezTo>
                      <a:pt x="27" y="41"/>
                      <a:pt x="22" y="35"/>
                      <a:pt x="18" y="28"/>
                    </a:cubicBezTo>
                    <a:cubicBezTo>
                      <a:pt x="14" y="21"/>
                      <a:pt x="10" y="16"/>
                      <a:pt x="6" y="10"/>
                    </a:cubicBezTo>
                    <a:cubicBezTo>
                      <a:pt x="4" y="7"/>
                      <a:pt x="2" y="3"/>
                      <a:pt x="0" y="0"/>
                    </a:cubicBezTo>
                  </a:path>
                </a:pathLst>
              </a:custGeom>
              <a:solidFill>
                <a:srgbClr val="8E4C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802" name="Freeform 335">
                <a:extLst>
                  <a:ext uri="{FF2B5EF4-FFF2-40B4-BE49-F238E27FC236}">
                    <a16:creationId xmlns:a16="http://schemas.microsoft.com/office/drawing/2014/main" id="{480DC34F-A0C5-4050-8574-717205445C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4" y="3957"/>
                <a:ext cx="8" cy="16"/>
              </a:xfrm>
              <a:custGeom>
                <a:avLst/>
                <a:gdLst>
                  <a:gd name="T0" fmla="*/ 0 w 8"/>
                  <a:gd name="T1" fmla="*/ 0 h 15"/>
                  <a:gd name="T2" fmla="*/ 7 w 8"/>
                  <a:gd name="T3" fmla="*/ 18 h 15"/>
                  <a:gd name="T4" fmla="*/ 0 w 8"/>
                  <a:gd name="T5" fmla="*/ 2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5">
                    <a:moveTo>
                      <a:pt x="0" y="0"/>
                    </a:moveTo>
                    <a:cubicBezTo>
                      <a:pt x="6" y="3"/>
                      <a:pt x="8" y="9"/>
                      <a:pt x="7" y="15"/>
                    </a:cubicBezTo>
                    <a:cubicBezTo>
                      <a:pt x="7" y="10"/>
                      <a:pt x="3" y="5"/>
                      <a:pt x="0" y="2"/>
                    </a:cubicBezTo>
                  </a:path>
                </a:pathLst>
              </a:custGeom>
              <a:solidFill>
                <a:srgbClr val="8E4C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803" name="Freeform 336">
                <a:extLst>
                  <a:ext uri="{FF2B5EF4-FFF2-40B4-BE49-F238E27FC236}">
                    <a16:creationId xmlns:a16="http://schemas.microsoft.com/office/drawing/2014/main" id="{08C8AC23-D59D-453A-8601-B1B846CDD9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4" y="3953"/>
                <a:ext cx="26" cy="27"/>
              </a:xfrm>
              <a:custGeom>
                <a:avLst/>
                <a:gdLst>
                  <a:gd name="T0" fmla="*/ 1 w 24"/>
                  <a:gd name="T1" fmla="*/ 2 h 25"/>
                  <a:gd name="T2" fmla="*/ 10 w 24"/>
                  <a:gd name="T3" fmla="*/ 6 h 25"/>
                  <a:gd name="T4" fmla="*/ 18 w 24"/>
                  <a:gd name="T5" fmla="*/ 12 h 25"/>
                  <a:gd name="T6" fmla="*/ 30 w 24"/>
                  <a:gd name="T7" fmla="*/ 27 h 25"/>
                  <a:gd name="T8" fmla="*/ 30 w 24"/>
                  <a:gd name="T9" fmla="*/ 27 h 25"/>
                  <a:gd name="T10" fmla="*/ 26 w 24"/>
                  <a:gd name="T11" fmla="*/ 31 h 25"/>
                  <a:gd name="T12" fmla="*/ 16 w 24"/>
                  <a:gd name="T13" fmla="*/ 15 h 25"/>
                  <a:gd name="T14" fmla="*/ 0 w 24"/>
                  <a:gd name="T15" fmla="*/ 0 h 2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4" h="25">
                    <a:moveTo>
                      <a:pt x="1" y="2"/>
                    </a:moveTo>
                    <a:cubicBezTo>
                      <a:pt x="2" y="1"/>
                      <a:pt x="5" y="5"/>
                      <a:pt x="7" y="6"/>
                    </a:cubicBezTo>
                    <a:cubicBezTo>
                      <a:pt x="10" y="7"/>
                      <a:pt x="13" y="8"/>
                      <a:pt x="15" y="9"/>
                    </a:cubicBezTo>
                    <a:cubicBezTo>
                      <a:pt x="19" y="12"/>
                      <a:pt x="23" y="17"/>
                      <a:pt x="24" y="21"/>
                    </a:cubicBezTo>
                    <a:cubicBezTo>
                      <a:pt x="24" y="21"/>
                      <a:pt x="24" y="21"/>
                      <a:pt x="24" y="21"/>
                    </a:cubicBezTo>
                    <a:cubicBezTo>
                      <a:pt x="22" y="22"/>
                      <a:pt x="21" y="23"/>
                      <a:pt x="20" y="25"/>
                    </a:cubicBezTo>
                    <a:cubicBezTo>
                      <a:pt x="19" y="19"/>
                      <a:pt x="17" y="16"/>
                      <a:pt x="13" y="12"/>
                    </a:cubicBezTo>
                    <a:cubicBezTo>
                      <a:pt x="8" y="9"/>
                      <a:pt x="5" y="2"/>
                      <a:pt x="0" y="0"/>
                    </a:cubicBezTo>
                  </a:path>
                </a:pathLst>
              </a:custGeom>
              <a:solidFill>
                <a:srgbClr val="8E4C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804" name="Freeform 337">
                <a:extLst>
                  <a:ext uri="{FF2B5EF4-FFF2-40B4-BE49-F238E27FC236}">
                    <a16:creationId xmlns:a16="http://schemas.microsoft.com/office/drawing/2014/main" id="{C57CAB4D-60A1-4023-9BD1-1D9D5D1550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7" y="3964"/>
                <a:ext cx="19" cy="28"/>
              </a:xfrm>
              <a:custGeom>
                <a:avLst/>
                <a:gdLst>
                  <a:gd name="T0" fmla="*/ 0 w 18"/>
                  <a:gd name="T1" fmla="*/ 1 h 27"/>
                  <a:gd name="T2" fmla="*/ 8 w 18"/>
                  <a:gd name="T3" fmla="*/ 13 h 27"/>
                  <a:gd name="T4" fmla="*/ 21 w 18"/>
                  <a:gd name="T5" fmla="*/ 20 h 27"/>
                  <a:gd name="T6" fmla="*/ 1 w 18"/>
                  <a:gd name="T7" fmla="*/ 0 h 2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27">
                    <a:moveTo>
                      <a:pt x="0" y="1"/>
                    </a:moveTo>
                    <a:cubicBezTo>
                      <a:pt x="3" y="5"/>
                      <a:pt x="4" y="10"/>
                      <a:pt x="8" y="13"/>
                    </a:cubicBezTo>
                    <a:cubicBezTo>
                      <a:pt x="11" y="15"/>
                      <a:pt x="15" y="16"/>
                      <a:pt x="18" y="17"/>
                    </a:cubicBezTo>
                    <a:cubicBezTo>
                      <a:pt x="8" y="27"/>
                      <a:pt x="3" y="6"/>
                      <a:pt x="1" y="0"/>
                    </a:cubicBezTo>
                  </a:path>
                </a:pathLst>
              </a:custGeom>
              <a:solidFill>
                <a:srgbClr val="8E4C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805" name="Freeform 338">
                <a:extLst>
                  <a:ext uri="{FF2B5EF4-FFF2-40B4-BE49-F238E27FC236}">
                    <a16:creationId xmlns:a16="http://schemas.microsoft.com/office/drawing/2014/main" id="{23A05B7D-1C16-47F4-904D-02120CE058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8" y="3998"/>
                <a:ext cx="26" cy="31"/>
              </a:xfrm>
              <a:custGeom>
                <a:avLst/>
                <a:gdLst>
                  <a:gd name="T0" fmla="*/ 23 w 25"/>
                  <a:gd name="T1" fmla="*/ 0 h 29"/>
                  <a:gd name="T2" fmla="*/ 23 w 25"/>
                  <a:gd name="T3" fmla="*/ 19 h 29"/>
                  <a:gd name="T4" fmla="*/ 0 w 25"/>
                  <a:gd name="T5" fmla="*/ 31 h 29"/>
                  <a:gd name="T6" fmla="*/ 11 w 25"/>
                  <a:gd name="T7" fmla="*/ 18 h 29"/>
                  <a:gd name="T8" fmla="*/ 21 w 25"/>
                  <a:gd name="T9" fmla="*/ 1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29">
                    <a:moveTo>
                      <a:pt x="20" y="0"/>
                    </a:moveTo>
                    <a:cubicBezTo>
                      <a:pt x="25" y="5"/>
                      <a:pt x="22" y="12"/>
                      <a:pt x="20" y="16"/>
                    </a:cubicBezTo>
                    <a:cubicBezTo>
                      <a:pt x="17" y="22"/>
                      <a:pt x="7" y="29"/>
                      <a:pt x="0" y="25"/>
                    </a:cubicBezTo>
                    <a:cubicBezTo>
                      <a:pt x="5" y="23"/>
                      <a:pt x="8" y="19"/>
                      <a:pt x="11" y="15"/>
                    </a:cubicBezTo>
                    <a:cubicBezTo>
                      <a:pt x="15" y="11"/>
                      <a:pt x="21" y="7"/>
                      <a:pt x="18" y="1"/>
                    </a:cubicBezTo>
                  </a:path>
                </a:pathLst>
              </a:custGeom>
              <a:solidFill>
                <a:srgbClr val="8E4C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806" name="Freeform 339">
                <a:extLst>
                  <a:ext uri="{FF2B5EF4-FFF2-40B4-BE49-F238E27FC236}">
                    <a16:creationId xmlns:a16="http://schemas.microsoft.com/office/drawing/2014/main" id="{F5BC9C9C-70E4-4F99-B66C-A0309FCDA9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2" y="3992"/>
                <a:ext cx="11" cy="22"/>
              </a:xfrm>
              <a:custGeom>
                <a:avLst/>
                <a:gdLst>
                  <a:gd name="T0" fmla="*/ 7 w 11"/>
                  <a:gd name="T1" fmla="*/ 1 h 20"/>
                  <a:gd name="T2" fmla="*/ 0 w 11"/>
                  <a:gd name="T3" fmla="*/ 24 h 20"/>
                  <a:gd name="T4" fmla="*/ 6 w 11"/>
                  <a:gd name="T5" fmla="*/ 0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20">
                    <a:moveTo>
                      <a:pt x="7" y="1"/>
                    </a:moveTo>
                    <a:cubicBezTo>
                      <a:pt x="11" y="0"/>
                      <a:pt x="11" y="20"/>
                      <a:pt x="0" y="18"/>
                    </a:cubicBezTo>
                    <a:cubicBezTo>
                      <a:pt x="5" y="14"/>
                      <a:pt x="10" y="7"/>
                      <a:pt x="6" y="0"/>
                    </a:cubicBezTo>
                  </a:path>
                </a:pathLst>
              </a:custGeom>
              <a:solidFill>
                <a:srgbClr val="8E4C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807" name="Freeform 340">
                <a:extLst>
                  <a:ext uri="{FF2B5EF4-FFF2-40B4-BE49-F238E27FC236}">
                    <a16:creationId xmlns:a16="http://schemas.microsoft.com/office/drawing/2014/main" id="{AA71434B-BF43-417C-AD03-F46AD2229C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1" y="3987"/>
                <a:ext cx="6" cy="13"/>
              </a:xfrm>
              <a:custGeom>
                <a:avLst/>
                <a:gdLst>
                  <a:gd name="T0" fmla="*/ 4 w 6"/>
                  <a:gd name="T1" fmla="*/ 0 h 12"/>
                  <a:gd name="T2" fmla="*/ 0 w 6"/>
                  <a:gd name="T3" fmla="*/ 15 h 12"/>
                  <a:gd name="T4" fmla="*/ 2 w 6"/>
                  <a:gd name="T5" fmla="*/ 0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12">
                    <a:moveTo>
                      <a:pt x="4" y="0"/>
                    </a:moveTo>
                    <a:cubicBezTo>
                      <a:pt x="6" y="4"/>
                      <a:pt x="6" y="12"/>
                      <a:pt x="0" y="12"/>
                    </a:cubicBezTo>
                    <a:cubicBezTo>
                      <a:pt x="1" y="8"/>
                      <a:pt x="4" y="5"/>
                      <a:pt x="2" y="0"/>
                    </a:cubicBezTo>
                  </a:path>
                </a:pathLst>
              </a:custGeom>
              <a:solidFill>
                <a:srgbClr val="8E4C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808" name="Freeform 341">
                <a:extLst>
                  <a:ext uri="{FF2B5EF4-FFF2-40B4-BE49-F238E27FC236}">
                    <a16:creationId xmlns:a16="http://schemas.microsoft.com/office/drawing/2014/main" id="{AF48FABF-1807-429C-999C-BBB034A807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5" y="1895"/>
                <a:ext cx="92" cy="54"/>
              </a:xfrm>
              <a:custGeom>
                <a:avLst/>
                <a:gdLst>
                  <a:gd name="T0" fmla="*/ 78 w 86"/>
                  <a:gd name="T1" fmla="*/ 0 h 50"/>
                  <a:gd name="T2" fmla="*/ 39 w 86"/>
                  <a:gd name="T3" fmla="*/ 5 h 50"/>
                  <a:gd name="T4" fmla="*/ 0 w 86"/>
                  <a:gd name="T5" fmla="*/ 41 h 50"/>
                  <a:gd name="T6" fmla="*/ 29 w 86"/>
                  <a:gd name="T7" fmla="*/ 17 h 50"/>
                  <a:gd name="T8" fmla="*/ 56 w 86"/>
                  <a:gd name="T9" fmla="*/ 21 h 50"/>
                  <a:gd name="T10" fmla="*/ 81 w 86"/>
                  <a:gd name="T11" fmla="*/ 27 h 50"/>
                  <a:gd name="T12" fmla="*/ 105 w 86"/>
                  <a:gd name="T13" fmla="*/ 63 h 50"/>
                  <a:gd name="T14" fmla="*/ 80 w 86"/>
                  <a:gd name="T15" fmla="*/ 4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6" h="50">
                    <a:moveTo>
                      <a:pt x="64" y="0"/>
                    </a:moveTo>
                    <a:cubicBezTo>
                      <a:pt x="57" y="13"/>
                      <a:pt x="42" y="5"/>
                      <a:pt x="32" y="5"/>
                    </a:cubicBezTo>
                    <a:cubicBezTo>
                      <a:pt x="18" y="7"/>
                      <a:pt x="8" y="22"/>
                      <a:pt x="0" y="32"/>
                    </a:cubicBezTo>
                    <a:cubicBezTo>
                      <a:pt x="8" y="29"/>
                      <a:pt x="15" y="17"/>
                      <a:pt x="23" y="14"/>
                    </a:cubicBezTo>
                    <a:cubicBezTo>
                      <a:pt x="30" y="12"/>
                      <a:pt x="38" y="18"/>
                      <a:pt x="46" y="17"/>
                    </a:cubicBezTo>
                    <a:cubicBezTo>
                      <a:pt x="55" y="17"/>
                      <a:pt x="58" y="16"/>
                      <a:pt x="66" y="21"/>
                    </a:cubicBezTo>
                    <a:cubicBezTo>
                      <a:pt x="77" y="28"/>
                      <a:pt x="83" y="37"/>
                      <a:pt x="86" y="50"/>
                    </a:cubicBezTo>
                    <a:cubicBezTo>
                      <a:pt x="79" y="34"/>
                      <a:pt x="69" y="20"/>
                      <a:pt x="65" y="4"/>
                    </a:cubicBezTo>
                  </a:path>
                </a:pathLst>
              </a:custGeom>
              <a:solidFill>
                <a:srgbClr val="8E4C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809" name="Freeform 342">
                <a:extLst>
                  <a:ext uri="{FF2B5EF4-FFF2-40B4-BE49-F238E27FC236}">
                    <a16:creationId xmlns:a16="http://schemas.microsoft.com/office/drawing/2014/main" id="{F9CD132A-86EA-4143-B771-A6A52A50A6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0" y="2121"/>
                <a:ext cx="87" cy="111"/>
              </a:xfrm>
              <a:custGeom>
                <a:avLst/>
                <a:gdLst>
                  <a:gd name="T0" fmla="*/ 74 w 81"/>
                  <a:gd name="T1" fmla="*/ 0 h 104"/>
                  <a:gd name="T2" fmla="*/ 85 w 81"/>
                  <a:gd name="T3" fmla="*/ 83 h 104"/>
                  <a:gd name="T4" fmla="*/ 56 w 81"/>
                  <a:gd name="T5" fmla="*/ 107 h 104"/>
                  <a:gd name="T6" fmla="*/ 0 w 81"/>
                  <a:gd name="T7" fmla="*/ 126 h 104"/>
                  <a:gd name="T8" fmla="*/ 45 w 81"/>
                  <a:gd name="T9" fmla="*/ 98 h 104"/>
                  <a:gd name="T10" fmla="*/ 76 w 81"/>
                  <a:gd name="T11" fmla="*/ 80 h 104"/>
                  <a:gd name="T12" fmla="*/ 77 w 81"/>
                  <a:gd name="T13" fmla="*/ 5 h 10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1" h="104">
                    <a:moveTo>
                      <a:pt x="60" y="0"/>
                    </a:moveTo>
                    <a:cubicBezTo>
                      <a:pt x="63" y="23"/>
                      <a:pt x="81" y="46"/>
                      <a:pt x="69" y="68"/>
                    </a:cubicBezTo>
                    <a:cubicBezTo>
                      <a:pt x="63" y="80"/>
                      <a:pt x="58" y="83"/>
                      <a:pt x="45" y="88"/>
                    </a:cubicBezTo>
                    <a:cubicBezTo>
                      <a:pt x="30" y="94"/>
                      <a:pt x="15" y="99"/>
                      <a:pt x="0" y="104"/>
                    </a:cubicBezTo>
                    <a:cubicBezTo>
                      <a:pt x="11" y="95"/>
                      <a:pt x="24" y="88"/>
                      <a:pt x="36" y="81"/>
                    </a:cubicBezTo>
                    <a:cubicBezTo>
                      <a:pt x="43" y="77"/>
                      <a:pt x="56" y="73"/>
                      <a:pt x="61" y="66"/>
                    </a:cubicBezTo>
                    <a:cubicBezTo>
                      <a:pt x="72" y="49"/>
                      <a:pt x="55" y="22"/>
                      <a:pt x="62" y="5"/>
                    </a:cubicBezTo>
                  </a:path>
                </a:pathLst>
              </a:custGeom>
              <a:solidFill>
                <a:srgbClr val="8E4C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810" name="Freeform 343">
                <a:extLst>
                  <a:ext uri="{FF2B5EF4-FFF2-40B4-BE49-F238E27FC236}">
                    <a16:creationId xmlns:a16="http://schemas.microsoft.com/office/drawing/2014/main" id="{68612184-94FD-4349-B076-B5E653EB17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4" y="2214"/>
                <a:ext cx="54" cy="85"/>
              </a:xfrm>
              <a:custGeom>
                <a:avLst/>
                <a:gdLst>
                  <a:gd name="T0" fmla="*/ 0 w 51"/>
                  <a:gd name="T1" fmla="*/ 14 h 80"/>
                  <a:gd name="T2" fmla="*/ 47 w 51"/>
                  <a:gd name="T3" fmla="*/ 23 h 80"/>
                  <a:gd name="T4" fmla="*/ 47 w 51"/>
                  <a:gd name="T5" fmla="*/ 55 h 80"/>
                  <a:gd name="T6" fmla="*/ 60 w 51"/>
                  <a:gd name="T7" fmla="*/ 96 h 80"/>
                  <a:gd name="T8" fmla="*/ 40 w 51"/>
                  <a:gd name="T9" fmla="*/ 35 h 80"/>
                  <a:gd name="T10" fmla="*/ 5 w 51"/>
                  <a:gd name="T11" fmla="*/ 14 h 8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1" h="80">
                    <a:moveTo>
                      <a:pt x="0" y="11"/>
                    </a:moveTo>
                    <a:cubicBezTo>
                      <a:pt x="16" y="8"/>
                      <a:pt x="34" y="0"/>
                      <a:pt x="40" y="20"/>
                    </a:cubicBezTo>
                    <a:cubicBezTo>
                      <a:pt x="42" y="28"/>
                      <a:pt x="40" y="36"/>
                      <a:pt x="40" y="46"/>
                    </a:cubicBezTo>
                    <a:cubicBezTo>
                      <a:pt x="41" y="58"/>
                      <a:pt x="48" y="69"/>
                      <a:pt x="51" y="80"/>
                    </a:cubicBezTo>
                    <a:cubicBezTo>
                      <a:pt x="40" y="64"/>
                      <a:pt x="35" y="48"/>
                      <a:pt x="34" y="29"/>
                    </a:cubicBezTo>
                    <a:cubicBezTo>
                      <a:pt x="34" y="10"/>
                      <a:pt x="21" y="11"/>
                      <a:pt x="5" y="11"/>
                    </a:cubicBezTo>
                  </a:path>
                </a:pathLst>
              </a:custGeom>
              <a:solidFill>
                <a:srgbClr val="8E4C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811" name="Freeform 344">
                <a:extLst>
                  <a:ext uri="{FF2B5EF4-FFF2-40B4-BE49-F238E27FC236}">
                    <a16:creationId xmlns:a16="http://schemas.microsoft.com/office/drawing/2014/main" id="{921D3DB8-3557-47F4-8694-D3AD5E6896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9" y="2370"/>
                <a:ext cx="35" cy="108"/>
              </a:xfrm>
              <a:custGeom>
                <a:avLst/>
                <a:gdLst>
                  <a:gd name="T0" fmla="*/ 38 w 33"/>
                  <a:gd name="T1" fmla="*/ 0 h 102"/>
                  <a:gd name="T2" fmla="*/ 37 w 33"/>
                  <a:gd name="T3" fmla="*/ 28 h 102"/>
                  <a:gd name="T4" fmla="*/ 22 w 33"/>
                  <a:gd name="T5" fmla="*/ 47 h 102"/>
                  <a:gd name="T6" fmla="*/ 17 w 33"/>
                  <a:gd name="T7" fmla="*/ 74 h 102"/>
                  <a:gd name="T8" fmla="*/ 0 w 33"/>
                  <a:gd name="T9" fmla="*/ 121 h 102"/>
                  <a:gd name="T10" fmla="*/ 13 w 33"/>
                  <a:gd name="T11" fmla="*/ 54 h 102"/>
                  <a:gd name="T12" fmla="*/ 23 w 33"/>
                  <a:gd name="T13" fmla="*/ 34 h 102"/>
                  <a:gd name="T14" fmla="*/ 36 w 33"/>
                  <a:gd name="T15" fmla="*/ 4 h 10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3" h="102">
                    <a:moveTo>
                      <a:pt x="32" y="0"/>
                    </a:moveTo>
                    <a:cubicBezTo>
                      <a:pt x="32" y="7"/>
                      <a:pt x="33" y="17"/>
                      <a:pt x="31" y="24"/>
                    </a:cubicBezTo>
                    <a:cubicBezTo>
                      <a:pt x="28" y="31"/>
                      <a:pt x="22" y="34"/>
                      <a:pt x="19" y="40"/>
                    </a:cubicBezTo>
                    <a:cubicBezTo>
                      <a:pt x="15" y="47"/>
                      <a:pt x="15" y="55"/>
                      <a:pt x="14" y="62"/>
                    </a:cubicBezTo>
                    <a:cubicBezTo>
                      <a:pt x="12" y="77"/>
                      <a:pt x="6" y="89"/>
                      <a:pt x="0" y="102"/>
                    </a:cubicBezTo>
                    <a:cubicBezTo>
                      <a:pt x="12" y="86"/>
                      <a:pt x="6" y="63"/>
                      <a:pt x="10" y="45"/>
                    </a:cubicBezTo>
                    <a:cubicBezTo>
                      <a:pt x="11" y="39"/>
                      <a:pt x="16" y="33"/>
                      <a:pt x="20" y="28"/>
                    </a:cubicBezTo>
                    <a:cubicBezTo>
                      <a:pt x="27" y="21"/>
                      <a:pt x="31" y="15"/>
                      <a:pt x="30" y="4"/>
                    </a:cubicBezTo>
                  </a:path>
                </a:pathLst>
              </a:custGeom>
              <a:solidFill>
                <a:srgbClr val="8E4C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812" name="Freeform 345">
                <a:extLst>
                  <a:ext uri="{FF2B5EF4-FFF2-40B4-BE49-F238E27FC236}">
                    <a16:creationId xmlns:a16="http://schemas.microsoft.com/office/drawing/2014/main" id="{7138CDFA-1404-4D9C-9FB4-CD8D7B6926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0" y="2357"/>
                <a:ext cx="55" cy="51"/>
              </a:xfrm>
              <a:custGeom>
                <a:avLst/>
                <a:gdLst>
                  <a:gd name="T0" fmla="*/ 60 w 52"/>
                  <a:gd name="T1" fmla="*/ 13 h 48"/>
                  <a:gd name="T2" fmla="*/ 0 w 52"/>
                  <a:gd name="T3" fmla="*/ 57 h 48"/>
                  <a:gd name="T4" fmla="*/ 61 w 52"/>
                  <a:gd name="T5" fmla="*/ 14 h 4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2" h="48">
                    <a:moveTo>
                      <a:pt x="51" y="10"/>
                    </a:moveTo>
                    <a:cubicBezTo>
                      <a:pt x="29" y="9"/>
                      <a:pt x="7" y="28"/>
                      <a:pt x="0" y="48"/>
                    </a:cubicBezTo>
                    <a:cubicBezTo>
                      <a:pt x="1" y="19"/>
                      <a:pt x="24" y="0"/>
                      <a:pt x="52" y="11"/>
                    </a:cubicBezTo>
                  </a:path>
                </a:pathLst>
              </a:custGeom>
              <a:solidFill>
                <a:srgbClr val="C2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813" name="Freeform 346">
                <a:extLst>
                  <a:ext uri="{FF2B5EF4-FFF2-40B4-BE49-F238E27FC236}">
                    <a16:creationId xmlns:a16="http://schemas.microsoft.com/office/drawing/2014/main" id="{7713780C-98FD-47F8-B0BD-A68F440EA4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0" y="1292"/>
                <a:ext cx="471" cy="471"/>
              </a:xfrm>
              <a:custGeom>
                <a:avLst/>
                <a:gdLst>
                  <a:gd name="T0" fmla="*/ 0 w 442"/>
                  <a:gd name="T1" fmla="*/ 0 h 442"/>
                  <a:gd name="T2" fmla="*/ 310 w 442"/>
                  <a:gd name="T3" fmla="*/ 165 h 442"/>
                  <a:gd name="T4" fmla="*/ 376 w 442"/>
                  <a:gd name="T5" fmla="*/ 282 h 442"/>
                  <a:gd name="T6" fmla="*/ 535 w 442"/>
                  <a:gd name="T7" fmla="*/ 535 h 442"/>
                  <a:gd name="T8" fmla="*/ 403 w 442"/>
                  <a:gd name="T9" fmla="*/ 331 h 442"/>
                  <a:gd name="T10" fmla="*/ 299 w 442"/>
                  <a:gd name="T11" fmla="*/ 190 h 442"/>
                  <a:gd name="T12" fmla="*/ 0 w 442"/>
                  <a:gd name="T13" fmla="*/ 0 h 4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42" h="442">
                    <a:moveTo>
                      <a:pt x="0" y="0"/>
                    </a:moveTo>
                    <a:cubicBezTo>
                      <a:pt x="0" y="0"/>
                      <a:pt x="163" y="23"/>
                      <a:pt x="256" y="136"/>
                    </a:cubicBezTo>
                    <a:cubicBezTo>
                      <a:pt x="272" y="156"/>
                      <a:pt x="279" y="205"/>
                      <a:pt x="311" y="234"/>
                    </a:cubicBezTo>
                    <a:cubicBezTo>
                      <a:pt x="343" y="264"/>
                      <a:pt x="420" y="344"/>
                      <a:pt x="442" y="442"/>
                    </a:cubicBezTo>
                    <a:cubicBezTo>
                      <a:pt x="442" y="442"/>
                      <a:pt x="392" y="325"/>
                      <a:pt x="333" y="274"/>
                    </a:cubicBezTo>
                    <a:cubicBezTo>
                      <a:pt x="274" y="223"/>
                      <a:pt x="270" y="202"/>
                      <a:pt x="248" y="157"/>
                    </a:cubicBezTo>
                    <a:cubicBezTo>
                      <a:pt x="225" y="112"/>
                      <a:pt x="128" y="27"/>
                      <a:pt x="0" y="0"/>
                    </a:cubicBezTo>
                    <a:close/>
                  </a:path>
                </a:pathLst>
              </a:custGeom>
              <a:solidFill>
                <a:srgbClr val="8E4C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814" name="Freeform 347">
                <a:extLst>
                  <a:ext uri="{FF2B5EF4-FFF2-40B4-BE49-F238E27FC236}">
                    <a16:creationId xmlns:a16="http://schemas.microsoft.com/office/drawing/2014/main" id="{403F7911-6EBF-4986-B42B-893F6C13B0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2" y="1464"/>
                <a:ext cx="152" cy="434"/>
              </a:xfrm>
              <a:custGeom>
                <a:avLst/>
                <a:gdLst>
                  <a:gd name="T0" fmla="*/ 4 w 143"/>
                  <a:gd name="T1" fmla="*/ 0 h 407"/>
                  <a:gd name="T2" fmla="*/ 21 w 143"/>
                  <a:gd name="T3" fmla="*/ 44 h 407"/>
                  <a:gd name="T4" fmla="*/ 46 w 143"/>
                  <a:gd name="T5" fmla="*/ 112 h 407"/>
                  <a:gd name="T6" fmla="*/ 72 w 143"/>
                  <a:gd name="T7" fmla="*/ 173 h 407"/>
                  <a:gd name="T8" fmla="*/ 129 w 143"/>
                  <a:gd name="T9" fmla="*/ 275 h 407"/>
                  <a:gd name="T10" fmla="*/ 142 w 143"/>
                  <a:gd name="T11" fmla="*/ 494 h 407"/>
                  <a:gd name="T12" fmla="*/ 129 w 143"/>
                  <a:gd name="T13" fmla="*/ 327 h 407"/>
                  <a:gd name="T14" fmla="*/ 32 w 143"/>
                  <a:gd name="T15" fmla="*/ 213 h 407"/>
                  <a:gd name="T16" fmla="*/ 7 w 143"/>
                  <a:gd name="T17" fmla="*/ 200 h 407"/>
                  <a:gd name="T18" fmla="*/ 5 w 143"/>
                  <a:gd name="T19" fmla="*/ 183 h 407"/>
                  <a:gd name="T20" fmla="*/ 15 w 143"/>
                  <a:gd name="T21" fmla="*/ 119 h 407"/>
                  <a:gd name="T22" fmla="*/ 5 w 143"/>
                  <a:gd name="T23" fmla="*/ 1 h 40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43" h="407">
                    <a:moveTo>
                      <a:pt x="4" y="0"/>
                    </a:moveTo>
                    <a:cubicBezTo>
                      <a:pt x="11" y="9"/>
                      <a:pt x="14" y="25"/>
                      <a:pt x="18" y="36"/>
                    </a:cubicBezTo>
                    <a:cubicBezTo>
                      <a:pt x="24" y="55"/>
                      <a:pt x="30" y="74"/>
                      <a:pt x="38" y="92"/>
                    </a:cubicBezTo>
                    <a:cubicBezTo>
                      <a:pt x="46" y="109"/>
                      <a:pt x="53" y="126"/>
                      <a:pt x="60" y="143"/>
                    </a:cubicBezTo>
                    <a:cubicBezTo>
                      <a:pt x="73" y="174"/>
                      <a:pt x="89" y="200"/>
                      <a:pt x="107" y="227"/>
                    </a:cubicBezTo>
                    <a:cubicBezTo>
                      <a:pt x="143" y="282"/>
                      <a:pt x="143" y="347"/>
                      <a:pt x="119" y="407"/>
                    </a:cubicBezTo>
                    <a:cubicBezTo>
                      <a:pt x="135" y="360"/>
                      <a:pt x="132" y="313"/>
                      <a:pt x="107" y="270"/>
                    </a:cubicBezTo>
                    <a:cubicBezTo>
                      <a:pt x="88" y="235"/>
                      <a:pt x="61" y="197"/>
                      <a:pt x="26" y="176"/>
                    </a:cubicBezTo>
                    <a:cubicBezTo>
                      <a:pt x="20" y="172"/>
                      <a:pt x="12" y="170"/>
                      <a:pt x="7" y="165"/>
                    </a:cubicBezTo>
                    <a:cubicBezTo>
                      <a:pt x="0" y="157"/>
                      <a:pt x="4" y="159"/>
                      <a:pt x="5" y="151"/>
                    </a:cubicBezTo>
                    <a:cubicBezTo>
                      <a:pt x="7" y="133"/>
                      <a:pt x="10" y="116"/>
                      <a:pt x="12" y="98"/>
                    </a:cubicBezTo>
                    <a:cubicBezTo>
                      <a:pt x="15" y="65"/>
                      <a:pt x="8" y="33"/>
                      <a:pt x="5" y="1"/>
                    </a:cubicBezTo>
                  </a:path>
                </a:pathLst>
              </a:custGeom>
              <a:solidFill>
                <a:srgbClr val="8E4C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815" name="Freeform 348">
                <a:extLst>
                  <a:ext uri="{FF2B5EF4-FFF2-40B4-BE49-F238E27FC236}">
                    <a16:creationId xmlns:a16="http://schemas.microsoft.com/office/drawing/2014/main" id="{416F73C2-A573-4C71-823E-5C4368F332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2" y="2219"/>
                <a:ext cx="33" cy="38"/>
              </a:xfrm>
              <a:custGeom>
                <a:avLst/>
                <a:gdLst>
                  <a:gd name="T0" fmla="*/ 0 w 31"/>
                  <a:gd name="T1" fmla="*/ 27 h 35"/>
                  <a:gd name="T2" fmla="*/ 13 w 31"/>
                  <a:gd name="T3" fmla="*/ 45 h 35"/>
                  <a:gd name="T4" fmla="*/ 1 w 31"/>
                  <a:gd name="T5" fmla="*/ 22 h 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1" h="35">
                    <a:moveTo>
                      <a:pt x="0" y="21"/>
                    </a:moveTo>
                    <a:cubicBezTo>
                      <a:pt x="10" y="6"/>
                      <a:pt x="15" y="26"/>
                      <a:pt x="10" y="35"/>
                    </a:cubicBezTo>
                    <a:cubicBezTo>
                      <a:pt x="31" y="24"/>
                      <a:pt x="14" y="0"/>
                      <a:pt x="1" y="17"/>
                    </a:cubicBezTo>
                  </a:path>
                </a:pathLst>
              </a:custGeom>
              <a:solidFill>
                <a:srgbClr val="8E4C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816" name="Freeform 349">
                <a:extLst>
                  <a:ext uri="{FF2B5EF4-FFF2-40B4-BE49-F238E27FC236}">
                    <a16:creationId xmlns:a16="http://schemas.microsoft.com/office/drawing/2014/main" id="{B9F8094B-EDA7-4F39-B03F-4140F46BEB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9" y="2155"/>
                <a:ext cx="35" cy="29"/>
              </a:xfrm>
              <a:custGeom>
                <a:avLst/>
                <a:gdLst>
                  <a:gd name="T0" fmla="*/ 4 w 32"/>
                  <a:gd name="T1" fmla="*/ 33 h 27"/>
                  <a:gd name="T2" fmla="*/ 0 w 32"/>
                  <a:gd name="T3" fmla="*/ 15 h 27"/>
                  <a:gd name="T4" fmla="*/ 28 w 32"/>
                  <a:gd name="T5" fmla="*/ 5 h 27"/>
                  <a:gd name="T6" fmla="*/ 13 w 32"/>
                  <a:gd name="T7" fmla="*/ 31 h 2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2" h="27">
                    <a:moveTo>
                      <a:pt x="4" y="27"/>
                    </a:moveTo>
                    <a:cubicBezTo>
                      <a:pt x="23" y="23"/>
                      <a:pt x="18" y="6"/>
                      <a:pt x="0" y="12"/>
                    </a:cubicBezTo>
                    <a:cubicBezTo>
                      <a:pt x="5" y="9"/>
                      <a:pt x="15" y="0"/>
                      <a:pt x="22" y="5"/>
                    </a:cubicBezTo>
                    <a:cubicBezTo>
                      <a:pt x="32" y="12"/>
                      <a:pt x="17" y="23"/>
                      <a:pt x="10" y="25"/>
                    </a:cubicBezTo>
                  </a:path>
                </a:pathLst>
              </a:custGeom>
              <a:solidFill>
                <a:srgbClr val="8E4C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817" name="Freeform 350">
                <a:extLst>
                  <a:ext uri="{FF2B5EF4-FFF2-40B4-BE49-F238E27FC236}">
                    <a16:creationId xmlns:a16="http://schemas.microsoft.com/office/drawing/2014/main" id="{BA4C02C0-0130-4C50-80CA-C3431CAD1B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6" y="1976"/>
                <a:ext cx="145" cy="131"/>
              </a:xfrm>
              <a:custGeom>
                <a:avLst/>
                <a:gdLst>
                  <a:gd name="T0" fmla="*/ 165 w 136"/>
                  <a:gd name="T1" fmla="*/ 0 h 123"/>
                  <a:gd name="T2" fmla="*/ 117 w 136"/>
                  <a:gd name="T3" fmla="*/ 93 h 123"/>
                  <a:gd name="T4" fmla="*/ 0 w 136"/>
                  <a:gd name="T5" fmla="*/ 149 h 123"/>
                  <a:gd name="T6" fmla="*/ 160 w 136"/>
                  <a:gd name="T7" fmla="*/ 6 h 1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6" h="123">
                    <a:moveTo>
                      <a:pt x="136" y="0"/>
                    </a:moveTo>
                    <a:cubicBezTo>
                      <a:pt x="127" y="29"/>
                      <a:pt x="120" y="56"/>
                      <a:pt x="97" y="77"/>
                    </a:cubicBezTo>
                    <a:cubicBezTo>
                      <a:pt x="69" y="101"/>
                      <a:pt x="32" y="105"/>
                      <a:pt x="0" y="123"/>
                    </a:cubicBezTo>
                    <a:cubicBezTo>
                      <a:pt x="56" y="93"/>
                      <a:pt x="110" y="67"/>
                      <a:pt x="132" y="6"/>
                    </a:cubicBezTo>
                  </a:path>
                </a:pathLst>
              </a:custGeom>
              <a:solidFill>
                <a:srgbClr val="8E4C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818" name="Freeform 351">
                <a:extLst>
                  <a:ext uri="{FF2B5EF4-FFF2-40B4-BE49-F238E27FC236}">
                    <a16:creationId xmlns:a16="http://schemas.microsoft.com/office/drawing/2014/main" id="{D45495AA-CD18-485D-832A-9C6DA8B585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3" y="2236"/>
                <a:ext cx="103" cy="21"/>
              </a:xfrm>
              <a:custGeom>
                <a:avLst/>
                <a:gdLst>
                  <a:gd name="T0" fmla="*/ 119 w 96"/>
                  <a:gd name="T1" fmla="*/ 2 h 19"/>
                  <a:gd name="T2" fmla="*/ 88 w 96"/>
                  <a:gd name="T3" fmla="*/ 23 h 19"/>
                  <a:gd name="T4" fmla="*/ 62 w 96"/>
                  <a:gd name="T5" fmla="*/ 22 h 19"/>
                  <a:gd name="T6" fmla="*/ 31 w 96"/>
                  <a:gd name="T7" fmla="*/ 14 h 19"/>
                  <a:gd name="T8" fmla="*/ 0 w 96"/>
                  <a:gd name="T9" fmla="*/ 15 h 19"/>
                  <a:gd name="T10" fmla="*/ 30 w 96"/>
                  <a:gd name="T11" fmla="*/ 9 h 19"/>
                  <a:gd name="T12" fmla="*/ 67 w 96"/>
                  <a:gd name="T13" fmla="*/ 12 h 19"/>
                  <a:gd name="T14" fmla="*/ 115 w 96"/>
                  <a:gd name="T15" fmla="*/ 0 h 1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6" h="19">
                    <a:moveTo>
                      <a:pt x="96" y="2"/>
                    </a:moveTo>
                    <a:cubicBezTo>
                      <a:pt x="87" y="6"/>
                      <a:pt x="80" y="15"/>
                      <a:pt x="71" y="17"/>
                    </a:cubicBezTo>
                    <a:cubicBezTo>
                      <a:pt x="65" y="19"/>
                      <a:pt x="56" y="17"/>
                      <a:pt x="50" y="16"/>
                    </a:cubicBezTo>
                    <a:cubicBezTo>
                      <a:pt x="42" y="15"/>
                      <a:pt x="34" y="12"/>
                      <a:pt x="25" y="11"/>
                    </a:cubicBezTo>
                    <a:cubicBezTo>
                      <a:pt x="17" y="10"/>
                      <a:pt x="9" y="12"/>
                      <a:pt x="0" y="12"/>
                    </a:cubicBezTo>
                    <a:cubicBezTo>
                      <a:pt x="8" y="11"/>
                      <a:pt x="15" y="6"/>
                      <a:pt x="24" y="6"/>
                    </a:cubicBezTo>
                    <a:cubicBezTo>
                      <a:pt x="35" y="5"/>
                      <a:pt x="44" y="8"/>
                      <a:pt x="54" y="9"/>
                    </a:cubicBezTo>
                    <a:cubicBezTo>
                      <a:pt x="69" y="10"/>
                      <a:pt x="80" y="5"/>
                      <a:pt x="93" y="0"/>
                    </a:cubicBezTo>
                  </a:path>
                </a:pathLst>
              </a:custGeom>
              <a:solidFill>
                <a:srgbClr val="8E4C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819" name="Freeform 352">
                <a:extLst>
                  <a:ext uri="{FF2B5EF4-FFF2-40B4-BE49-F238E27FC236}">
                    <a16:creationId xmlns:a16="http://schemas.microsoft.com/office/drawing/2014/main" id="{81AC4A36-F4DF-449C-9C9C-026D422592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1" y="2451"/>
                <a:ext cx="196" cy="43"/>
              </a:xfrm>
              <a:custGeom>
                <a:avLst/>
                <a:gdLst>
                  <a:gd name="T0" fmla="*/ 0 w 184"/>
                  <a:gd name="T1" fmla="*/ 9 h 41"/>
                  <a:gd name="T2" fmla="*/ 100 w 184"/>
                  <a:gd name="T3" fmla="*/ 33 h 41"/>
                  <a:gd name="T4" fmla="*/ 223 w 184"/>
                  <a:gd name="T5" fmla="*/ 47 h 41"/>
                  <a:gd name="T6" fmla="*/ 170 w 184"/>
                  <a:gd name="T7" fmla="*/ 37 h 41"/>
                  <a:gd name="T8" fmla="*/ 101 w 184"/>
                  <a:gd name="T9" fmla="*/ 24 h 41"/>
                  <a:gd name="T10" fmla="*/ 0 w 184"/>
                  <a:gd name="T11" fmla="*/ 7 h 4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84" h="41">
                    <a:moveTo>
                      <a:pt x="0" y="9"/>
                    </a:moveTo>
                    <a:cubicBezTo>
                      <a:pt x="29" y="9"/>
                      <a:pt x="55" y="22"/>
                      <a:pt x="83" y="29"/>
                    </a:cubicBezTo>
                    <a:cubicBezTo>
                      <a:pt x="116" y="37"/>
                      <a:pt x="152" y="31"/>
                      <a:pt x="184" y="41"/>
                    </a:cubicBezTo>
                    <a:cubicBezTo>
                      <a:pt x="171" y="37"/>
                      <a:pt x="155" y="33"/>
                      <a:pt x="141" y="31"/>
                    </a:cubicBezTo>
                    <a:cubicBezTo>
                      <a:pt x="122" y="27"/>
                      <a:pt x="102" y="28"/>
                      <a:pt x="84" y="21"/>
                    </a:cubicBezTo>
                    <a:cubicBezTo>
                      <a:pt x="59" y="12"/>
                      <a:pt x="27" y="0"/>
                      <a:pt x="0" y="7"/>
                    </a:cubicBezTo>
                  </a:path>
                </a:pathLst>
              </a:custGeom>
              <a:solidFill>
                <a:srgbClr val="8E4C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820" name="Freeform 353">
                <a:extLst>
                  <a:ext uri="{FF2B5EF4-FFF2-40B4-BE49-F238E27FC236}">
                    <a16:creationId xmlns:a16="http://schemas.microsoft.com/office/drawing/2014/main" id="{368E7AFF-84DC-458E-9C5B-04026F669A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0" y="1841"/>
                <a:ext cx="54" cy="85"/>
              </a:xfrm>
              <a:custGeom>
                <a:avLst/>
                <a:gdLst>
                  <a:gd name="T0" fmla="*/ 46 w 51"/>
                  <a:gd name="T1" fmla="*/ 1 h 80"/>
                  <a:gd name="T2" fmla="*/ 21 w 51"/>
                  <a:gd name="T3" fmla="*/ 43 h 80"/>
                  <a:gd name="T4" fmla="*/ 1 w 51"/>
                  <a:gd name="T5" fmla="*/ 96 h 80"/>
                  <a:gd name="T6" fmla="*/ 12 w 51"/>
                  <a:gd name="T7" fmla="*/ 40 h 80"/>
                  <a:gd name="T8" fmla="*/ 46 w 51"/>
                  <a:gd name="T9" fmla="*/ 0 h 8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1" h="80">
                    <a:moveTo>
                      <a:pt x="39" y="1"/>
                    </a:moveTo>
                    <a:cubicBezTo>
                      <a:pt x="51" y="13"/>
                      <a:pt x="24" y="29"/>
                      <a:pt x="18" y="36"/>
                    </a:cubicBezTo>
                    <a:cubicBezTo>
                      <a:pt x="5" y="49"/>
                      <a:pt x="1" y="62"/>
                      <a:pt x="1" y="80"/>
                    </a:cubicBezTo>
                    <a:cubicBezTo>
                      <a:pt x="1" y="64"/>
                      <a:pt x="0" y="47"/>
                      <a:pt x="9" y="34"/>
                    </a:cubicBezTo>
                    <a:cubicBezTo>
                      <a:pt x="17" y="21"/>
                      <a:pt x="32" y="14"/>
                      <a:pt x="39" y="0"/>
                    </a:cubicBezTo>
                  </a:path>
                </a:pathLst>
              </a:custGeom>
              <a:solidFill>
                <a:srgbClr val="8E4C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821" name="Freeform 354">
                <a:extLst>
                  <a:ext uri="{FF2B5EF4-FFF2-40B4-BE49-F238E27FC236}">
                    <a16:creationId xmlns:a16="http://schemas.microsoft.com/office/drawing/2014/main" id="{CF8CE2FC-7626-48BB-A776-6272AC8B14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0" y="1553"/>
                <a:ext cx="73" cy="94"/>
              </a:xfrm>
              <a:custGeom>
                <a:avLst/>
                <a:gdLst>
                  <a:gd name="T0" fmla="*/ 67 w 68"/>
                  <a:gd name="T1" fmla="*/ 36 h 88"/>
                  <a:gd name="T2" fmla="*/ 65 w 68"/>
                  <a:gd name="T3" fmla="*/ 14 h 88"/>
                  <a:gd name="T4" fmla="*/ 2 w 68"/>
                  <a:gd name="T5" fmla="*/ 107 h 88"/>
                  <a:gd name="T6" fmla="*/ 33 w 68"/>
                  <a:gd name="T7" fmla="*/ 18 h 88"/>
                  <a:gd name="T8" fmla="*/ 72 w 68"/>
                  <a:gd name="T9" fmla="*/ 32 h 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8" h="88">
                    <a:moveTo>
                      <a:pt x="54" y="30"/>
                    </a:moveTo>
                    <a:cubicBezTo>
                      <a:pt x="58" y="24"/>
                      <a:pt x="57" y="16"/>
                      <a:pt x="53" y="11"/>
                    </a:cubicBezTo>
                    <a:cubicBezTo>
                      <a:pt x="24" y="9"/>
                      <a:pt x="10" y="67"/>
                      <a:pt x="2" y="88"/>
                    </a:cubicBezTo>
                    <a:cubicBezTo>
                      <a:pt x="0" y="64"/>
                      <a:pt x="11" y="33"/>
                      <a:pt x="27" y="15"/>
                    </a:cubicBezTo>
                    <a:cubicBezTo>
                      <a:pt x="41" y="0"/>
                      <a:pt x="68" y="0"/>
                      <a:pt x="58" y="26"/>
                    </a:cubicBezTo>
                  </a:path>
                </a:pathLst>
              </a:custGeom>
              <a:solidFill>
                <a:srgbClr val="C2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822" name="Freeform 355">
                <a:extLst>
                  <a:ext uri="{FF2B5EF4-FFF2-40B4-BE49-F238E27FC236}">
                    <a16:creationId xmlns:a16="http://schemas.microsoft.com/office/drawing/2014/main" id="{34F77731-84B9-4E19-965B-EBFE6F1537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9" y="1586"/>
                <a:ext cx="35" cy="37"/>
              </a:xfrm>
              <a:custGeom>
                <a:avLst/>
                <a:gdLst>
                  <a:gd name="T0" fmla="*/ 0 w 33"/>
                  <a:gd name="T1" fmla="*/ 24 h 34"/>
                  <a:gd name="T2" fmla="*/ 23 w 33"/>
                  <a:gd name="T3" fmla="*/ 44 h 34"/>
                  <a:gd name="T4" fmla="*/ 7 w 33"/>
                  <a:gd name="T5" fmla="*/ 17 h 3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" h="34">
                    <a:moveTo>
                      <a:pt x="0" y="18"/>
                    </a:moveTo>
                    <a:cubicBezTo>
                      <a:pt x="15" y="11"/>
                      <a:pt x="27" y="14"/>
                      <a:pt x="20" y="34"/>
                    </a:cubicBezTo>
                    <a:cubicBezTo>
                      <a:pt x="23" y="18"/>
                      <a:pt x="33" y="0"/>
                      <a:pt x="7" y="14"/>
                    </a:cubicBezTo>
                  </a:path>
                </a:pathLst>
              </a:custGeom>
              <a:solidFill>
                <a:srgbClr val="C2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823" name="Freeform 356">
                <a:extLst>
                  <a:ext uri="{FF2B5EF4-FFF2-40B4-BE49-F238E27FC236}">
                    <a16:creationId xmlns:a16="http://schemas.microsoft.com/office/drawing/2014/main" id="{CADAC003-AD25-4E2F-8DDC-464AA42BB9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5" y="1824"/>
                <a:ext cx="90" cy="82"/>
              </a:xfrm>
              <a:custGeom>
                <a:avLst/>
                <a:gdLst>
                  <a:gd name="T0" fmla="*/ 0 w 84"/>
                  <a:gd name="T1" fmla="*/ 13 h 77"/>
                  <a:gd name="T2" fmla="*/ 69 w 84"/>
                  <a:gd name="T3" fmla="*/ 32 h 77"/>
                  <a:gd name="T4" fmla="*/ 90 w 84"/>
                  <a:gd name="T5" fmla="*/ 93 h 77"/>
                  <a:gd name="T6" fmla="*/ 64 w 84"/>
                  <a:gd name="T7" fmla="*/ 12 h 77"/>
                  <a:gd name="T8" fmla="*/ 0 w 84"/>
                  <a:gd name="T9" fmla="*/ 1 h 7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4" h="77">
                    <a:moveTo>
                      <a:pt x="0" y="10"/>
                    </a:moveTo>
                    <a:cubicBezTo>
                      <a:pt x="19" y="3"/>
                      <a:pt x="41" y="16"/>
                      <a:pt x="56" y="26"/>
                    </a:cubicBezTo>
                    <a:cubicBezTo>
                      <a:pt x="71" y="37"/>
                      <a:pt x="73" y="60"/>
                      <a:pt x="73" y="77"/>
                    </a:cubicBezTo>
                    <a:cubicBezTo>
                      <a:pt x="84" y="53"/>
                      <a:pt x="81" y="19"/>
                      <a:pt x="52" y="9"/>
                    </a:cubicBezTo>
                    <a:cubicBezTo>
                      <a:pt x="38" y="4"/>
                      <a:pt x="15" y="0"/>
                      <a:pt x="0" y="1"/>
                    </a:cubicBezTo>
                  </a:path>
                </a:pathLst>
              </a:custGeom>
              <a:solidFill>
                <a:srgbClr val="8E4C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824" name="Freeform 357">
                <a:extLst>
                  <a:ext uri="{FF2B5EF4-FFF2-40B4-BE49-F238E27FC236}">
                    <a16:creationId xmlns:a16="http://schemas.microsoft.com/office/drawing/2014/main" id="{F70D356B-B516-4AEC-B4B6-B31459F728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9" y="1411"/>
                <a:ext cx="37" cy="54"/>
              </a:xfrm>
              <a:custGeom>
                <a:avLst/>
                <a:gdLst>
                  <a:gd name="T0" fmla="*/ 14 w 35"/>
                  <a:gd name="T1" fmla="*/ 53 h 51"/>
                  <a:gd name="T2" fmla="*/ 22 w 35"/>
                  <a:gd name="T3" fmla="*/ 26 h 51"/>
                  <a:gd name="T4" fmla="*/ 41 w 35"/>
                  <a:gd name="T5" fmla="*/ 60 h 51"/>
                  <a:gd name="T6" fmla="*/ 22 w 35"/>
                  <a:gd name="T7" fmla="*/ 16 h 51"/>
                  <a:gd name="T8" fmla="*/ 14 w 35"/>
                  <a:gd name="T9" fmla="*/ 54 h 5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" h="51">
                    <a:moveTo>
                      <a:pt x="11" y="44"/>
                    </a:moveTo>
                    <a:cubicBezTo>
                      <a:pt x="11" y="38"/>
                      <a:pt x="6" y="14"/>
                      <a:pt x="19" y="23"/>
                    </a:cubicBezTo>
                    <a:cubicBezTo>
                      <a:pt x="28" y="29"/>
                      <a:pt x="30" y="42"/>
                      <a:pt x="35" y="51"/>
                    </a:cubicBezTo>
                    <a:cubicBezTo>
                      <a:pt x="35" y="37"/>
                      <a:pt x="32" y="21"/>
                      <a:pt x="19" y="13"/>
                    </a:cubicBezTo>
                    <a:cubicBezTo>
                      <a:pt x="0" y="0"/>
                      <a:pt x="9" y="36"/>
                      <a:pt x="11" y="45"/>
                    </a:cubicBezTo>
                  </a:path>
                </a:pathLst>
              </a:custGeom>
              <a:solidFill>
                <a:srgbClr val="C2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825" name="Freeform 358">
                <a:extLst>
                  <a:ext uri="{FF2B5EF4-FFF2-40B4-BE49-F238E27FC236}">
                    <a16:creationId xmlns:a16="http://schemas.microsoft.com/office/drawing/2014/main" id="{712A61AC-56E1-4DAF-95A2-C539519556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8" y="2689"/>
                <a:ext cx="263" cy="49"/>
              </a:xfrm>
              <a:custGeom>
                <a:avLst/>
                <a:gdLst>
                  <a:gd name="T0" fmla="*/ 298 w 247"/>
                  <a:gd name="T1" fmla="*/ 0 h 46"/>
                  <a:gd name="T2" fmla="*/ 230 w 247"/>
                  <a:gd name="T3" fmla="*/ 14 h 46"/>
                  <a:gd name="T4" fmla="*/ 154 w 247"/>
                  <a:gd name="T5" fmla="*/ 36 h 46"/>
                  <a:gd name="T6" fmla="*/ 0 w 247"/>
                  <a:gd name="T7" fmla="*/ 55 h 46"/>
                  <a:gd name="T8" fmla="*/ 143 w 247"/>
                  <a:gd name="T9" fmla="*/ 20 h 46"/>
                  <a:gd name="T10" fmla="*/ 210 w 247"/>
                  <a:gd name="T11" fmla="*/ 18 h 46"/>
                  <a:gd name="T12" fmla="*/ 280 w 247"/>
                  <a:gd name="T13" fmla="*/ 3 h 4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7" h="46">
                    <a:moveTo>
                      <a:pt x="247" y="0"/>
                    </a:moveTo>
                    <a:cubicBezTo>
                      <a:pt x="229" y="8"/>
                      <a:pt x="209" y="6"/>
                      <a:pt x="191" y="11"/>
                    </a:cubicBezTo>
                    <a:cubicBezTo>
                      <a:pt x="170" y="16"/>
                      <a:pt x="150" y="26"/>
                      <a:pt x="128" y="30"/>
                    </a:cubicBezTo>
                    <a:cubicBezTo>
                      <a:pt x="86" y="38"/>
                      <a:pt x="41" y="23"/>
                      <a:pt x="0" y="46"/>
                    </a:cubicBezTo>
                    <a:cubicBezTo>
                      <a:pt x="39" y="30"/>
                      <a:pt x="75" y="15"/>
                      <a:pt x="118" y="17"/>
                    </a:cubicBezTo>
                    <a:cubicBezTo>
                      <a:pt x="138" y="18"/>
                      <a:pt x="154" y="20"/>
                      <a:pt x="174" y="15"/>
                    </a:cubicBezTo>
                    <a:cubicBezTo>
                      <a:pt x="194" y="11"/>
                      <a:pt x="210" y="1"/>
                      <a:pt x="232" y="3"/>
                    </a:cubicBezTo>
                  </a:path>
                </a:pathLst>
              </a:custGeom>
              <a:solidFill>
                <a:srgbClr val="8E4C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826" name="Freeform 359">
                <a:extLst>
                  <a:ext uri="{FF2B5EF4-FFF2-40B4-BE49-F238E27FC236}">
                    <a16:creationId xmlns:a16="http://schemas.microsoft.com/office/drawing/2014/main" id="{DC12AC50-F5F8-481B-9480-67BF866F7D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1" y="3051"/>
                <a:ext cx="97" cy="57"/>
              </a:xfrm>
              <a:custGeom>
                <a:avLst/>
                <a:gdLst>
                  <a:gd name="T0" fmla="*/ 0 w 91"/>
                  <a:gd name="T1" fmla="*/ 62 h 53"/>
                  <a:gd name="T2" fmla="*/ 110 w 91"/>
                  <a:gd name="T3" fmla="*/ 0 h 53"/>
                  <a:gd name="T4" fmla="*/ 59 w 91"/>
                  <a:gd name="T5" fmla="*/ 35 h 53"/>
                  <a:gd name="T6" fmla="*/ 7 w 91"/>
                  <a:gd name="T7" fmla="*/ 66 h 5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1" h="53">
                    <a:moveTo>
                      <a:pt x="0" y="50"/>
                    </a:moveTo>
                    <a:cubicBezTo>
                      <a:pt x="33" y="50"/>
                      <a:pt x="84" y="38"/>
                      <a:pt x="91" y="0"/>
                    </a:cubicBezTo>
                    <a:cubicBezTo>
                      <a:pt x="75" y="0"/>
                      <a:pt x="62" y="19"/>
                      <a:pt x="49" y="29"/>
                    </a:cubicBezTo>
                    <a:cubicBezTo>
                      <a:pt x="37" y="38"/>
                      <a:pt x="13" y="46"/>
                      <a:pt x="7" y="53"/>
                    </a:cubicBezTo>
                  </a:path>
                </a:pathLst>
              </a:custGeom>
              <a:solidFill>
                <a:srgbClr val="8E4C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827" name="Freeform 360">
                <a:extLst>
                  <a:ext uri="{FF2B5EF4-FFF2-40B4-BE49-F238E27FC236}">
                    <a16:creationId xmlns:a16="http://schemas.microsoft.com/office/drawing/2014/main" id="{D464C080-77E4-4506-A207-AC96410E38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5" y="3652"/>
                <a:ext cx="94" cy="28"/>
              </a:xfrm>
              <a:custGeom>
                <a:avLst/>
                <a:gdLst>
                  <a:gd name="T0" fmla="*/ 107 w 88"/>
                  <a:gd name="T1" fmla="*/ 24 h 26"/>
                  <a:gd name="T2" fmla="*/ 4 w 88"/>
                  <a:gd name="T3" fmla="*/ 32 h 26"/>
                  <a:gd name="T4" fmla="*/ 101 w 88"/>
                  <a:gd name="T5" fmla="*/ 17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8" h="26">
                    <a:moveTo>
                      <a:pt x="88" y="19"/>
                    </a:moveTo>
                    <a:cubicBezTo>
                      <a:pt x="59" y="11"/>
                      <a:pt x="31" y="23"/>
                      <a:pt x="4" y="26"/>
                    </a:cubicBezTo>
                    <a:cubicBezTo>
                      <a:pt x="0" y="0"/>
                      <a:pt x="71" y="6"/>
                      <a:pt x="83" y="14"/>
                    </a:cubicBezTo>
                  </a:path>
                </a:pathLst>
              </a:custGeom>
              <a:solidFill>
                <a:srgbClr val="8E4C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828" name="Freeform 361">
                <a:extLst>
                  <a:ext uri="{FF2B5EF4-FFF2-40B4-BE49-F238E27FC236}">
                    <a16:creationId xmlns:a16="http://schemas.microsoft.com/office/drawing/2014/main" id="{C3DB7B82-874F-4F9A-B047-297B6FD3B9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9" y="3744"/>
                <a:ext cx="89" cy="36"/>
              </a:xfrm>
              <a:custGeom>
                <a:avLst/>
                <a:gdLst>
                  <a:gd name="T0" fmla="*/ 100 w 84"/>
                  <a:gd name="T1" fmla="*/ 23 h 34"/>
                  <a:gd name="T2" fmla="*/ 45 w 84"/>
                  <a:gd name="T3" fmla="*/ 34 h 34"/>
                  <a:gd name="T4" fmla="*/ 0 w 84"/>
                  <a:gd name="T5" fmla="*/ 30 h 34"/>
                  <a:gd name="T6" fmla="*/ 88 w 84"/>
                  <a:gd name="T7" fmla="*/ 23 h 3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4" h="34">
                    <a:moveTo>
                      <a:pt x="84" y="20"/>
                    </a:moveTo>
                    <a:cubicBezTo>
                      <a:pt x="66" y="27"/>
                      <a:pt x="56" y="30"/>
                      <a:pt x="38" y="28"/>
                    </a:cubicBezTo>
                    <a:cubicBezTo>
                      <a:pt x="24" y="26"/>
                      <a:pt x="14" y="19"/>
                      <a:pt x="0" y="25"/>
                    </a:cubicBezTo>
                    <a:cubicBezTo>
                      <a:pt x="26" y="0"/>
                      <a:pt x="56" y="34"/>
                      <a:pt x="74" y="20"/>
                    </a:cubicBezTo>
                  </a:path>
                </a:pathLst>
              </a:custGeom>
              <a:solidFill>
                <a:srgbClr val="8E4C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829" name="Freeform 362">
                <a:extLst>
                  <a:ext uri="{FF2B5EF4-FFF2-40B4-BE49-F238E27FC236}">
                    <a16:creationId xmlns:a16="http://schemas.microsoft.com/office/drawing/2014/main" id="{063A8F26-3811-4F4F-8D78-573AFFCEAB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7" y="2177"/>
                <a:ext cx="205" cy="81"/>
              </a:xfrm>
              <a:custGeom>
                <a:avLst/>
                <a:gdLst>
                  <a:gd name="T0" fmla="*/ 234 w 192"/>
                  <a:gd name="T1" fmla="*/ 0 h 76"/>
                  <a:gd name="T2" fmla="*/ 187 w 192"/>
                  <a:gd name="T3" fmla="*/ 32 h 76"/>
                  <a:gd name="T4" fmla="*/ 139 w 192"/>
                  <a:gd name="T5" fmla="*/ 59 h 76"/>
                  <a:gd name="T6" fmla="*/ 86 w 192"/>
                  <a:gd name="T7" fmla="*/ 76 h 76"/>
                  <a:gd name="T8" fmla="*/ 0 w 192"/>
                  <a:gd name="T9" fmla="*/ 92 h 76"/>
                  <a:gd name="T10" fmla="*/ 78 w 192"/>
                  <a:gd name="T11" fmla="*/ 69 h 76"/>
                  <a:gd name="T12" fmla="*/ 138 w 192"/>
                  <a:gd name="T13" fmla="*/ 45 h 76"/>
                  <a:gd name="T14" fmla="*/ 183 w 192"/>
                  <a:gd name="T15" fmla="*/ 20 h 76"/>
                  <a:gd name="T16" fmla="*/ 225 w 192"/>
                  <a:gd name="T17" fmla="*/ 6 h 7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92" h="76">
                    <a:moveTo>
                      <a:pt x="192" y="0"/>
                    </a:moveTo>
                    <a:cubicBezTo>
                      <a:pt x="179" y="4"/>
                      <a:pt x="165" y="18"/>
                      <a:pt x="154" y="26"/>
                    </a:cubicBezTo>
                    <a:cubicBezTo>
                      <a:pt x="141" y="35"/>
                      <a:pt x="127" y="41"/>
                      <a:pt x="114" y="49"/>
                    </a:cubicBezTo>
                    <a:cubicBezTo>
                      <a:pt x="100" y="57"/>
                      <a:pt x="86" y="61"/>
                      <a:pt x="71" y="63"/>
                    </a:cubicBezTo>
                    <a:cubicBezTo>
                      <a:pt x="47" y="67"/>
                      <a:pt x="25" y="75"/>
                      <a:pt x="0" y="76"/>
                    </a:cubicBezTo>
                    <a:cubicBezTo>
                      <a:pt x="22" y="72"/>
                      <a:pt x="43" y="63"/>
                      <a:pt x="64" y="57"/>
                    </a:cubicBezTo>
                    <a:cubicBezTo>
                      <a:pt x="81" y="52"/>
                      <a:pt x="98" y="45"/>
                      <a:pt x="113" y="37"/>
                    </a:cubicBezTo>
                    <a:cubicBezTo>
                      <a:pt x="125" y="30"/>
                      <a:pt x="137" y="22"/>
                      <a:pt x="150" y="17"/>
                    </a:cubicBezTo>
                    <a:cubicBezTo>
                      <a:pt x="162" y="12"/>
                      <a:pt x="174" y="11"/>
                      <a:pt x="185" y="6"/>
                    </a:cubicBezTo>
                  </a:path>
                </a:pathLst>
              </a:custGeom>
              <a:solidFill>
                <a:srgbClr val="8E4C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830" name="Freeform 363">
                <a:extLst>
                  <a:ext uri="{FF2B5EF4-FFF2-40B4-BE49-F238E27FC236}">
                    <a16:creationId xmlns:a16="http://schemas.microsoft.com/office/drawing/2014/main" id="{26013102-B5EA-4D35-B21E-49B5C22FBA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4" y="2163"/>
                <a:ext cx="154" cy="188"/>
              </a:xfrm>
              <a:custGeom>
                <a:avLst/>
                <a:gdLst>
                  <a:gd name="T0" fmla="*/ 149 w 144"/>
                  <a:gd name="T1" fmla="*/ 8 h 177"/>
                  <a:gd name="T2" fmla="*/ 170 w 144"/>
                  <a:gd name="T3" fmla="*/ 3 h 177"/>
                  <a:gd name="T4" fmla="*/ 169 w 144"/>
                  <a:gd name="T5" fmla="*/ 27 h 177"/>
                  <a:gd name="T6" fmla="*/ 126 w 144"/>
                  <a:gd name="T7" fmla="*/ 101 h 177"/>
                  <a:gd name="T8" fmla="*/ 67 w 144"/>
                  <a:gd name="T9" fmla="*/ 165 h 177"/>
                  <a:gd name="T10" fmla="*/ 0 w 144"/>
                  <a:gd name="T11" fmla="*/ 212 h 177"/>
                  <a:gd name="T12" fmla="*/ 65 w 144"/>
                  <a:gd name="T13" fmla="*/ 158 h 177"/>
                  <a:gd name="T14" fmla="*/ 108 w 144"/>
                  <a:gd name="T15" fmla="*/ 97 h 177"/>
                  <a:gd name="T16" fmla="*/ 127 w 144"/>
                  <a:gd name="T17" fmla="*/ 50 h 177"/>
                  <a:gd name="T18" fmla="*/ 109 w 144"/>
                  <a:gd name="T19" fmla="*/ 37 h 177"/>
                  <a:gd name="T20" fmla="*/ 151 w 144"/>
                  <a:gd name="T21" fmla="*/ 8 h 17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44" h="177">
                    <a:moveTo>
                      <a:pt x="122" y="8"/>
                    </a:moveTo>
                    <a:cubicBezTo>
                      <a:pt x="126" y="7"/>
                      <a:pt x="135" y="0"/>
                      <a:pt x="139" y="3"/>
                    </a:cubicBezTo>
                    <a:cubicBezTo>
                      <a:pt x="144" y="6"/>
                      <a:pt x="139" y="19"/>
                      <a:pt x="138" y="23"/>
                    </a:cubicBezTo>
                    <a:cubicBezTo>
                      <a:pt x="130" y="45"/>
                      <a:pt x="116" y="66"/>
                      <a:pt x="103" y="84"/>
                    </a:cubicBezTo>
                    <a:cubicBezTo>
                      <a:pt x="90" y="105"/>
                      <a:pt x="72" y="120"/>
                      <a:pt x="55" y="137"/>
                    </a:cubicBezTo>
                    <a:cubicBezTo>
                      <a:pt x="38" y="152"/>
                      <a:pt x="18" y="163"/>
                      <a:pt x="0" y="177"/>
                    </a:cubicBezTo>
                    <a:cubicBezTo>
                      <a:pt x="19" y="171"/>
                      <a:pt x="40" y="147"/>
                      <a:pt x="53" y="132"/>
                    </a:cubicBezTo>
                    <a:cubicBezTo>
                      <a:pt x="66" y="116"/>
                      <a:pt x="77" y="99"/>
                      <a:pt x="88" y="81"/>
                    </a:cubicBezTo>
                    <a:cubicBezTo>
                      <a:pt x="95" y="69"/>
                      <a:pt x="102" y="56"/>
                      <a:pt x="104" y="41"/>
                    </a:cubicBezTo>
                    <a:cubicBezTo>
                      <a:pt x="105" y="27"/>
                      <a:pt x="102" y="27"/>
                      <a:pt x="89" y="31"/>
                    </a:cubicBezTo>
                    <a:cubicBezTo>
                      <a:pt x="97" y="27"/>
                      <a:pt x="118" y="16"/>
                      <a:pt x="123" y="8"/>
                    </a:cubicBezTo>
                  </a:path>
                </a:pathLst>
              </a:custGeom>
              <a:solidFill>
                <a:srgbClr val="8E4C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831" name="Freeform 364">
                <a:extLst>
                  <a:ext uri="{FF2B5EF4-FFF2-40B4-BE49-F238E27FC236}">
                    <a16:creationId xmlns:a16="http://schemas.microsoft.com/office/drawing/2014/main" id="{3AE35EB8-B978-48C5-A02A-4C7ECE8143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7" y="2019"/>
                <a:ext cx="177" cy="25"/>
              </a:xfrm>
              <a:custGeom>
                <a:avLst/>
                <a:gdLst>
                  <a:gd name="T0" fmla="*/ 202 w 166"/>
                  <a:gd name="T1" fmla="*/ 14 h 23"/>
                  <a:gd name="T2" fmla="*/ 158 w 166"/>
                  <a:gd name="T3" fmla="*/ 24 h 23"/>
                  <a:gd name="T4" fmla="*/ 106 w 166"/>
                  <a:gd name="T5" fmla="*/ 25 h 23"/>
                  <a:gd name="T6" fmla="*/ 49 w 166"/>
                  <a:gd name="T7" fmla="*/ 10 h 23"/>
                  <a:gd name="T8" fmla="*/ 0 w 166"/>
                  <a:gd name="T9" fmla="*/ 0 h 23"/>
                  <a:gd name="T10" fmla="*/ 66 w 166"/>
                  <a:gd name="T11" fmla="*/ 3 h 23"/>
                  <a:gd name="T12" fmla="*/ 116 w 166"/>
                  <a:gd name="T13" fmla="*/ 10 h 23"/>
                  <a:gd name="T14" fmla="*/ 191 w 166"/>
                  <a:gd name="T15" fmla="*/ 9 h 2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66" h="23">
                    <a:moveTo>
                      <a:pt x="166" y="11"/>
                    </a:moveTo>
                    <a:cubicBezTo>
                      <a:pt x="155" y="10"/>
                      <a:pt x="141" y="16"/>
                      <a:pt x="130" y="18"/>
                    </a:cubicBezTo>
                    <a:cubicBezTo>
                      <a:pt x="115" y="23"/>
                      <a:pt x="102" y="20"/>
                      <a:pt x="87" y="19"/>
                    </a:cubicBezTo>
                    <a:cubicBezTo>
                      <a:pt x="70" y="17"/>
                      <a:pt x="56" y="13"/>
                      <a:pt x="40" y="7"/>
                    </a:cubicBezTo>
                    <a:cubicBezTo>
                      <a:pt x="28" y="3"/>
                      <a:pt x="13" y="0"/>
                      <a:pt x="0" y="0"/>
                    </a:cubicBezTo>
                    <a:cubicBezTo>
                      <a:pt x="18" y="0"/>
                      <a:pt x="36" y="1"/>
                      <a:pt x="54" y="3"/>
                    </a:cubicBezTo>
                    <a:cubicBezTo>
                      <a:pt x="68" y="5"/>
                      <a:pt x="81" y="8"/>
                      <a:pt x="96" y="7"/>
                    </a:cubicBezTo>
                    <a:cubicBezTo>
                      <a:pt x="116" y="6"/>
                      <a:pt x="137" y="6"/>
                      <a:pt x="158" y="6"/>
                    </a:cubicBezTo>
                  </a:path>
                </a:pathLst>
              </a:custGeom>
              <a:solidFill>
                <a:srgbClr val="8E4C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832" name="Freeform 365">
                <a:extLst>
                  <a:ext uri="{FF2B5EF4-FFF2-40B4-BE49-F238E27FC236}">
                    <a16:creationId xmlns:a16="http://schemas.microsoft.com/office/drawing/2014/main" id="{643360D3-E846-421E-A5F4-4ACF9238FA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7" y="2134"/>
                <a:ext cx="185" cy="195"/>
              </a:xfrm>
              <a:custGeom>
                <a:avLst/>
                <a:gdLst>
                  <a:gd name="T0" fmla="*/ 187 w 173"/>
                  <a:gd name="T1" fmla="*/ 25 h 183"/>
                  <a:gd name="T2" fmla="*/ 0 w 173"/>
                  <a:gd name="T3" fmla="*/ 222 h 183"/>
                  <a:gd name="T4" fmla="*/ 142 w 173"/>
                  <a:gd name="T5" fmla="*/ 35 h 183"/>
                  <a:gd name="T6" fmla="*/ 192 w 173"/>
                  <a:gd name="T7" fmla="*/ 1 h 183"/>
                  <a:gd name="T8" fmla="*/ 211 w 173"/>
                  <a:gd name="T9" fmla="*/ 15 h 183"/>
                  <a:gd name="T10" fmla="*/ 184 w 173"/>
                  <a:gd name="T11" fmla="*/ 34 h 18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73" h="183">
                    <a:moveTo>
                      <a:pt x="153" y="21"/>
                    </a:moveTo>
                    <a:cubicBezTo>
                      <a:pt x="75" y="49"/>
                      <a:pt x="48" y="126"/>
                      <a:pt x="0" y="183"/>
                    </a:cubicBezTo>
                    <a:cubicBezTo>
                      <a:pt x="31" y="128"/>
                      <a:pt x="69" y="72"/>
                      <a:pt x="116" y="29"/>
                    </a:cubicBezTo>
                    <a:cubicBezTo>
                      <a:pt x="127" y="19"/>
                      <a:pt x="141" y="1"/>
                      <a:pt x="157" y="1"/>
                    </a:cubicBezTo>
                    <a:cubicBezTo>
                      <a:pt x="164" y="0"/>
                      <a:pt x="173" y="0"/>
                      <a:pt x="172" y="12"/>
                    </a:cubicBezTo>
                    <a:cubicBezTo>
                      <a:pt x="171" y="20"/>
                      <a:pt x="156" y="25"/>
                      <a:pt x="151" y="28"/>
                    </a:cubicBezTo>
                  </a:path>
                </a:pathLst>
              </a:custGeom>
              <a:solidFill>
                <a:srgbClr val="8E4C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833" name="Freeform 366">
                <a:extLst>
                  <a:ext uri="{FF2B5EF4-FFF2-40B4-BE49-F238E27FC236}">
                    <a16:creationId xmlns:a16="http://schemas.microsoft.com/office/drawing/2014/main" id="{144EEA1E-E6E2-4ACB-9469-6585965635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3" y="2414"/>
                <a:ext cx="233" cy="110"/>
              </a:xfrm>
              <a:custGeom>
                <a:avLst/>
                <a:gdLst>
                  <a:gd name="T0" fmla="*/ 266 w 218"/>
                  <a:gd name="T1" fmla="*/ 0 h 103"/>
                  <a:gd name="T2" fmla="*/ 0 w 218"/>
                  <a:gd name="T3" fmla="*/ 124 h 103"/>
                  <a:gd name="T4" fmla="*/ 266 w 218"/>
                  <a:gd name="T5" fmla="*/ 0 h 10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8" h="103">
                    <a:moveTo>
                      <a:pt x="218" y="0"/>
                    </a:moveTo>
                    <a:cubicBezTo>
                      <a:pt x="218" y="0"/>
                      <a:pt x="142" y="103"/>
                      <a:pt x="0" y="102"/>
                    </a:cubicBezTo>
                    <a:cubicBezTo>
                      <a:pt x="0" y="102"/>
                      <a:pt x="140" y="75"/>
                      <a:pt x="218" y="0"/>
                    </a:cubicBezTo>
                    <a:close/>
                  </a:path>
                </a:pathLst>
              </a:custGeom>
              <a:solidFill>
                <a:srgbClr val="8E4C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834" name="Freeform 367">
                <a:extLst>
                  <a:ext uri="{FF2B5EF4-FFF2-40B4-BE49-F238E27FC236}">
                    <a16:creationId xmlns:a16="http://schemas.microsoft.com/office/drawing/2014/main" id="{3E0B38BF-EA37-4187-B82C-8D110A8F18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4" y="1952"/>
                <a:ext cx="125" cy="245"/>
              </a:xfrm>
              <a:custGeom>
                <a:avLst/>
                <a:gdLst>
                  <a:gd name="T0" fmla="*/ 0 w 118"/>
                  <a:gd name="T1" fmla="*/ 3 h 230"/>
                  <a:gd name="T2" fmla="*/ 65 w 118"/>
                  <a:gd name="T3" fmla="*/ 134 h 230"/>
                  <a:gd name="T4" fmla="*/ 140 w 118"/>
                  <a:gd name="T5" fmla="*/ 278 h 230"/>
                  <a:gd name="T6" fmla="*/ 61 w 118"/>
                  <a:gd name="T7" fmla="*/ 175 h 230"/>
                  <a:gd name="T8" fmla="*/ 49 w 118"/>
                  <a:gd name="T9" fmla="*/ 127 h 230"/>
                  <a:gd name="T10" fmla="*/ 17 w 118"/>
                  <a:gd name="T11" fmla="*/ 149 h 230"/>
                  <a:gd name="T12" fmla="*/ 1 w 118"/>
                  <a:gd name="T13" fmla="*/ 0 h 23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8" h="230">
                    <a:moveTo>
                      <a:pt x="0" y="3"/>
                    </a:moveTo>
                    <a:cubicBezTo>
                      <a:pt x="43" y="10"/>
                      <a:pt x="48" y="79"/>
                      <a:pt x="55" y="111"/>
                    </a:cubicBezTo>
                    <a:cubicBezTo>
                      <a:pt x="66" y="155"/>
                      <a:pt x="103" y="187"/>
                      <a:pt x="118" y="230"/>
                    </a:cubicBezTo>
                    <a:cubicBezTo>
                      <a:pt x="108" y="196"/>
                      <a:pt x="69" y="174"/>
                      <a:pt x="52" y="145"/>
                    </a:cubicBezTo>
                    <a:cubicBezTo>
                      <a:pt x="49" y="138"/>
                      <a:pt x="45" y="107"/>
                      <a:pt x="41" y="105"/>
                    </a:cubicBezTo>
                    <a:cubicBezTo>
                      <a:pt x="34" y="102"/>
                      <a:pt x="19" y="119"/>
                      <a:pt x="14" y="123"/>
                    </a:cubicBezTo>
                    <a:cubicBezTo>
                      <a:pt x="55" y="88"/>
                      <a:pt x="19" y="36"/>
                      <a:pt x="1" y="0"/>
                    </a:cubicBezTo>
                  </a:path>
                </a:pathLst>
              </a:custGeom>
              <a:solidFill>
                <a:srgbClr val="8E4C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835" name="Freeform 368">
                <a:extLst>
                  <a:ext uri="{FF2B5EF4-FFF2-40B4-BE49-F238E27FC236}">
                    <a16:creationId xmlns:a16="http://schemas.microsoft.com/office/drawing/2014/main" id="{055D6F2F-EB99-4A0F-9E5B-5E7CA5CF6E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7" y="1855"/>
                <a:ext cx="29" cy="120"/>
              </a:xfrm>
              <a:custGeom>
                <a:avLst/>
                <a:gdLst>
                  <a:gd name="T0" fmla="*/ 10 w 27"/>
                  <a:gd name="T1" fmla="*/ 0 h 113"/>
                  <a:gd name="T2" fmla="*/ 29 w 27"/>
                  <a:gd name="T3" fmla="*/ 59 h 113"/>
                  <a:gd name="T4" fmla="*/ 0 w 27"/>
                  <a:gd name="T5" fmla="*/ 135 h 113"/>
                  <a:gd name="T6" fmla="*/ 20 w 27"/>
                  <a:gd name="T7" fmla="*/ 81 h 113"/>
                  <a:gd name="T8" fmla="*/ 11 w 27"/>
                  <a:gd name="T9" fmla="*/ 13 h 1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113">
                    <a:moveTo>
                      <a:pt x="7" y="0"/>
                    </a:moveTo>
                    <a:cubicBezTo>
                      <a:pt x="17" y="15"/>
                      <a:pt x="25" y="30"/>
                      <a:pt x="23" y="50"/>
                    </a:cubicBezTo>
                    <a:cubicBezTo>
                      <a:pt x="21" y="73"/>
                      <a:pt x="1" y="87"/>
                      <a:pt x="0" y="113"/>
                    </a:cubicBezTo>
                    <a:cubicBezTo>
                      <a:pt x="3" y="94"/>
                      <a:pt x="7" y="83"/>
                      <a:pt x="17" y="68"/>
                    </a:cubicBezTo>
                    <a:cubicBezTo>
                      <a:pt x="27" y="52"/>
                      <a:pt x="16" y="24"/>
                      <a:pt x="8" y="10"/>
                    </a:cubicBezTo>
                  </a:path>
                </a:pathLst>
              </a:custGeom>
              <a:solidFill>
                <a:srgbClr val="8E4C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836" name="Freeform 369">
                <a:extLst>
                  <a:ext uri="{FF2B5EF4-FFF2-40B4-BE49-F238E27FC236}">
                    <a16:creationId xmlns:a16="http://schemas.microsoft.com/office/drawing/2014/main" id="{D282F617-35E6-4872-84D0-01F94876C0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1" y="1826"/>
                <a:ext cx="21" cy="26"/>
              </a:xfrm>
              <a:custGeom>
                <a:avLst/>
                <a:gdLst>
                  <a:gd name="T0" fmla="*/ 4 w 19"/>
                  <a:gd name="T1" fmla="*/ 0 h 24"/>
                  <a:gd name="T2" fmla="*/ 0 w 19"/>
                  <a:gd name="T3" fmla="*/ 29 h 24"/>
                  <a:gd name="T4" fmla="*/ 24 w 19"/>
                  <a:gd name="T5" fmla="*/ 17 h 24"/>
                  <a:gd name="T6" fmla="*/ 2 w 19"/>
                  <a:gd name="T7" fmla="*/ 2 h 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24">
                    <a:moveTo>
                      <a:pt x="4" y="0"/>
                    </a:moveTo>
                    <a:cubicBezTo>
                      <a:pt x="16" y="12"/>
                      <a:pt x="17" y="17"/>
                      <a:pt x="0" y="23"/>
                    </a:cubicBezTo>
                    <a:cubicBezTo>
                      <a:pt x="8" y="23"/>
                      <a:pt x="18" y="24"/>
                      <a:pt x="18" y="14"/>
                    </a:cubicBezTo>
                    <a:cubicBezTo>
                      <a:pt x="19" y="5"/>
                      <a:pt x="10" y="2"/>
                      <a:pt x="2" y="2"/>
                    </a:cubicBezTo>
                  </a:path>
                </a:pathLst>
              </a:custGeom>
              <a:solidFill>
                <a:srgbClr val="C2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837" name="Freeform 370">
                <a:extLst>
                  <a:ext uri="{FF2B5EF4-FFF2-40B4-BE49-F238E27FC236}">
                    <a16:creationId xmlns:a16="http://schemas.microsoft.com/office/drawing/2014/main" id="{6749A6E8-F38E-4D93-B549-5D52A11E4D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5" y="3008"/>
                <a:ext cx="120" cy="64"/>
              </a:xfrm>
              <a:custGeom>
                <a:avLst/>
                <a:gdLst>
                  <a:gd name="T0" fmla="*/ 138 w 112"/>
                  <a:gd name="T1" fmla="*/ 41 h 60"/>
                  <a:gd name="T2" fmla="*/ 58 w 112"/>
                  <a:gd name="T3" fmla="*/ 63 h 60"/>
                  <a:gd name="T4" fmla="*/ 0 w 112"/>
                  <a:gd name="T5" fmla="*/ 0 h 60"/>
                  <a:gd name="T6" fmla="*/ 65 w 112"/>
                  <a:gd name="T7" fmla="*/ 49 h 60"/>
                  <a:gd name="T8" fmla="*/ 126 w 112"/>
                  <a:gd name="T9" fmla="*/ 48 h 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2" h="60">
                    <a:moveTo>
                      <a:pt x="112" y="34"/>
                    </a:moveTo>
                    <a:cubicBezTo>
                      <a:pt x="96" y="43"/>
                      <a:pt x="64" y="60"/>
                      <a:pt x="47" y="52"/>
                    </a:cubicBezTo>
                    <a:cubicBezTo>
                      <a:pt x="26" y="42"/>
                      <a:pt x="15" y="17"/>
                      <a:pt x="0" y="0"/>
                    </a:cubicBezTo>
                    <a:cubicBezTo>
                      <a:pt x="20" y="9"/>
                      <a:pt x="34" y="28"/>
                      <a:pt x="53" y="40"/>
                    </a:cubicBezTo>
                    <a:cubicBezTo>
                      <a:pt x="70" y="50"/>
                      <a:pt x="84" y="43"/>
                      <a:pt x="103" y="39"/>
                    </a:cubicBezTo>
                  </a:path>
                </a:pathLst>
              </a:custGeom>
              <a:solidFill>
                <a:srgbClr val="8E4C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838" name="Freeform 371">
                <a:extLst>
                  <a:ext uri="{FF2B5EF4-FFF2-40B4-BE49-F238E27FC236}">
                    <a16:creationId xmlns:a16="http://schemas.microsoft.com/office/drawing/2014/main" id="{11F643C4-23F7-496C-BE74-61426D66E9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0" y="1894"/>
                <a:ext cx="45" cy="36"/>
              </a:xfrm>
              <a:custGeom>
                <a:avLst/>
                <a:gdLst>
                  <a:gd name="T0" fmla="*/ 11 w 42"/>
                  <a:gd name="T1" fmla="*/ 0 h 33"/>
                  <a:gd name="T2" fmla="*/ 0 w 42"/>
                  <a:gd name="T3" fmla="*/ 17 h 33"/>
                  <a:gd name="T4" fmla="*/ 27 w 42"/>
                  <a:gd name="T5" fmla="*/ 43 h 33"/>
                  <a:gd name="T6" fmla="*/ 51 w 42"/>
                  <a:gd name="T7" fmla="*/ 17 h 33"/>
                  <a:gd name="T8" fmla="*/ 47 w 42"/>
                  <a:gd name="T9" fmla="*/ 4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2" h="33">
                    <a:moveTo>
                      <a:pt x="8" y="0"/>
                    </a:moveTo>
                    <a:cubicBezTo>
                      <a:pt x="3" y="3"/>
                      <a:pt x="0" y="8"/>
                      <a:pt x="0" y="14"/>
                    </a:cubicBezTo>
                    <a:cubicBezTo>
                      <a:pt x="0" y="24"/>
                      <a:pt x="10" y="33"/>
                      <a:pt x="21" y="33"/>
                    </a:cubicBezTo>
                    <a:cubicBezTo>
                      <a:pt x="32" y="33"/>
                      <a:pt x="42" y="24"/>
                      <a:pt x="42" y="14"/>
                    </a:cubicBezTo>
                    <a:cubicBezTo>
                      <a:pt x="42" y="11"/>
                      <a:pt x="40" y="7"/>
                      <a:pt x="38" y="4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839" name="Freeform 372">
                <a:extLst>
                  <a:ext uri="{FF2B5EF4-FFF2-40B4-BE49-F238E27FC236}">
                    <a16:creationId xmlns:a16="http://schemas.microsoft.com/office/drawing/2014/main" id="{1BF4FBBD-D181-4702-8E51-1543E99E14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6" y="1890"/>
                <a:ext cx="12" cy="1"/>
              </a:xfrm>
              <a:custGeom>
                <a:avLst/>
                <a:gdLst>
                  <a:gd name="T0" fmla="*/ 14 w 11"/>
                  <a:gd name="T1" fmla="*/ 1 h 1"/>
                  <a:gd name="T2" fmla="*/ 9 w 11"/>
                  <a:gd name="T3" fmla="*/ 0 h 1"/>
                  <a:gd name="T4" fmla="*/ 0 w 11"/>
                  <a:gd name="T5" fmla="*/ 1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">
                    <a:moveTo>
                      <a:pt x="11" y="1"/>
                    </a:moveTo>
                    <a:cubicBezTo>
                      <a:pt x="10" y="0"/>
                      <a:pt x="8" y="0"/>
                      <a:pt x="6" y="0"/>
                    </a:cubicBezTo>
                    <a:cubicBezTo>
                      <a:pt x="4" y="0"/>
                      <a:pt x="2" y="0"/>
                      <a:pt x="0" y="1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840" name="Freeform 373">
                <a:extLst>
                  <a:ext uri="{FF2B5EF4-FFF2-40B4-BE49-F238E27FC236}">
                    <a16:creationId xmlns:a16="http://schemas.microsoft.com/office/drawing/2014/main" id="{4F5459EE-89D6-48BF-9D09-5CD7144A11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1" y="2028"/>
                <a:ext cx="318" cy="51"/>
              </a:xfrm>
              <a:custGeom>
                <a:avLst/>
                <a:gdLst>
                  <a:gd name="T0" fmla="*/ 0 w 299"/>
                  <a:gd name="T1" fmla="*/ 39 h 48"/>
                  <a:gd name="T2" fmla="*/ 195 w 299"/>
                  <a:gd name="T3" fmla="*/ 5 h 48"/>
                  <a:gd name="T4" fmla="*/ 359 w 299"/>
                  <a:gd name="T5" fmla="*/ 26 h 48"/>
                  <a:gd name="T6" fmla="*/ 190 w 299"/>
                  <a:gd name="T7" fmla="*/ 24 h 48"/>
                  <a:gd name="T8" fmla="*/ 103 w 299"/>
                  <a:gd name="T9" fmla="*/ 39 h 48"/>
                  <a:gd name="T10" fmla="*/ 2 w 299"/>
                  <a:gd name="T11" fmla="*/ 50 h 4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99" h="48">
                    <a:moveTo>
                      <a:pt x="0" y="33"/>
                    </a:moveTo>
                    <a:cubicBezTo>
                      <a:pt x="56" y="33"/>
                      <a:pt x="107" y="10"/>
                      <a:pt x="162" y="5"/>
                    </a:cubicBezTo>
                    <a:cubicBezTo>
                      <a:pt x="211" y="0"/>
                      <a:pt x="252" y="25"/>
                      <a:pt x="299" y="22"/>
                    </a:cubicBezTo>
                    <a:cubicBezTo>
                      <a:pt x="260" y="48"/>
                      <a:pt x="200" y="23"/>
                      <a:pt x="158" y="21"/>
                    </a:cubicBezTo>
                    <a:cubicBezTo>
                      <a:pt x="132" y="19"/>
                      <a:pt x="110" y="26"/>
                      <a:pt x="86" y="33"/>
                    </a:cubicBezTo>
                    <a:cubicBezTo>
                      <a:pt x="56" y="42"/>
                      <a:pt x="32" y="38"/>
                      <a:pt x="2" y="41"/>
                    </a:cubicBezTo>
                  </a:path>
                </a:pathLst>
              </a:custGeom>
              <a:solidFill>
                <a:srgbClr val="8E4C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841" name="Freeform 374">
                <a:extLst>
                  <a:ext uri="{FF2B5EF4-FFF2-40B4-BE49-F238E27FC236}">
                    <a16:creationId xmlns:a16="http://schemas.microsoft.com/office/drawing/2014/main" id="{9DBBAFAE-301B-4C72-B161-CB499F1B19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6" y="950"/>
                <a:ext cx="85" cy="28"/>
              </a:xfrm>
              <a:custGeom>
                <a:avLst/>
                <a:gdLst>
                  <a:gd name="T0" fmla="*/ 0 w 80"/>
                  <a:gd name="T1" fmla="*/ 32 h 26"/>
                  <a:gd name="T2" fmla="*/ 96 w 80"/>
                  <a:gd name="T3" fmla="*/ 26 h 26"/>
                  <a:gd name="T4" fmla="*/ 89 w 80"/>
                  <a:gd name="T5" fmla="*/ 28 h 26"/>
                  <a:gd name="T6" fmla="*/ 0 w 80"/>
                  <a:gd name="T7" fmla="*/ 32 h 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0" h="26">
                    <a:moveTo>
                      <a:pt x="0" y="26"/>
                    </a:moveTo>
                    <a:cubicBezTo>
                      <a:pt x="22" y="0"/>
                      <a:pt x="80" y="20"/>
                      <a:pt x="80" y="20"/>
                    </a:cubicBezTo>
                    <a:cubicBezTo>
                      <a:pt x="80" y="20"/>
                      <a:pt x="80" y="25"/>
                      <a:pt x="74" y="22"/>
                    </a:cubicBezTo>
                    <a:cubicBezTo>
                      <a:pt x="69" y="20"/>
                      <a:pt x="24" y="3"/>
                      <a:pt x="0" y="26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842" name="Freeform 375">
                <a:extLst>
                  <a:ext uri="{FF2B5EF4-FFF2-40B4-BE49-F238E27FC236}">
                    <a16:creationId xmlns:a16="http://schemas.microsoft.com/office/drawing/2014/main" id="{C28D13F2-AC1B-44CF-A00C-E2153B952E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0" y="983"/>
                <a:ext cx="88" cy="41"/>
              </a:xfrm>
              <a:custGeom>
                <a:avLst/>
                <a:gdLst>
                  <a:gd name="T0" fmla="*/ 0 w 82"/>
                  <a:gd name="T1" fmla="*/ 23 h 38"/>
                  <a:gd name="T2" fmla="*/ 56 w 82"/>
                  <a:gd name="T3" fmla="*/ 11 h 38"/>
                  <a:gd name="T4" fmla="*/ 91 w 82"/>
                  <a:gd name="T5" fmla="*/ 41 h 38"/>
                  <a:gd name="T6" fmla="*/ 61 w 82"/>
                  <a:gd name="T7" fmla="*/ 45 h 38"/>
                  <a:gd name="T8" fmla="*/ 0 w 82"/>
                  <a:gd name="T9" fmla="*/ 23 h 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2" h="38">
                    <a:moveTo>
                      <a:pt x="0" y="18"/>
                    </a:moveTo>
                    <a:cubicBezTo>
                      <a:pt x="0" y="18"/>
                      <a:pt x="22" y="0"/>
                      <a:pt x="45" y="8"/>
                    </a:cubicBezTo>
                    <a:cubicBezTo>
                      <a:pt x="69" y="16"/>
                      <a:pt x="82" y="27"/>
                      <a:pt x="74" y="32"/>
                    </a:cubicBezTo>
                    <a:cubicBezTo>
                      <a:pt x="66" y="37"/>
                      <a:pt x="56" y="34"/>
                      <a:pt x="49" y="36"/>
                    </a:cubicBezTo>
                    <a:cubicBezTo>
                      <a:pt x="41" y="38"/>
                      <a:pt x="6" y="32"/>
                      <a:pt x="0" y="18"/>
                    </a:cubicBezTo>
                    <a:close/>
                  </a:path>
                </a:pathLst>
              </a:custGeom>
              <a:solidFill>
                <a:srgbClr val="613A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843" name="Freeform 376">
                <a:extLst>
                  <a:ext uri="{FF2B5EF4-FFF2-40B4-BE49-F238E27FC236}">
                    <a16:creationId xmlns:a16="http://schemas.microsoft.com/office/drawing/2014/main" id="{A4B0411B-89E2-4DEF-BAC4-2E4F2515F3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7" y="992"/>
                <a:ext cx="73" cy="29"/>
              </a:xfrm>
              <a:custGeom>
                <a:avLst/>
                <a:gdLst>
                  <a:gd name="T0" fmla="*/ 0 w 69"/>
                  <a:gd name="T1" fmla="*/ 14 h 27"/>
                  <a:gd name="T2" fmla="*/ 40 w 69"/>
                  <a:gd name="T3" fmla="*/ 2 h 27"/>
                  <a:gd name="T4" fmla="*/ 74 w 69"/>
                  <a:gd name="T5" fmla="*/ 18 h 27"/>
                  <a:gd name="T6" fmla="*/ 73 w 69"/>
                  <a:gd name="T7" fmla="*/ 29 h 27"/>
                  <a:gd name="T8" fmla="*/ 44 w 69"/>
                  <a:gd name="T9" fmla="*/ 31 h 27"/>
                  <a:gd name="T10" fmla="*/ 0 w 69"/>
                  <a:gd name="T11" fmla="*/ 14 h 2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9" h="27">
                    <a:moveTo>
                      <a:pt x="0" y="11"/>
                    </a:moveTo>
                    <a:cubicBezTo>
                      <a:pt x="8" y="7"/>
                      <a:pt x="16" y="0"/>
                      <a:pt x="34" y="2"/>
                    </a:cubicBezTo>
                    <a:cubicBezTo>
                      <a:pt x="51" y="4"/>
                      <a:pt x="58" y="14"/>
                      <a:pt x="62" y="15"/>
                    </a:cubicBezTo>
                    <a:cubicBezTo>
                      <a:pt x="69" y="18"/>
                      <a:pt x="65" y="21"/>
                      <a:pt x="61" y="23"/>
                    </a:cubicBezTo>
                    <a:cubicBezTo>
                      <a:pt x="56" y="24"/>
                      <a:pt x="44" y="23"/>
                      <a:pt x="38" y="25"/>
                    </a:cubicBezTo>
                    <a:cubicBezTo>
                      <a:pt x="32" y="27"/>
                      <a:pt x="12" y="20"/>
                      <a:pt x="0" y="1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844" name="Freeform 377">
                <a:extLst>
                  <a:ext uri="{FF2B5EF4-FFF2-40B4-BE49-F238E27FC236}">
                    <a16:creationId xmlns:a16="http://schemas.microsoft.com/office/drawing/2014/main" id="{3EF54081-AABB-462B-AEF1-EDD4CF8FDD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7" y="994"/>
                <a:ext cx="29" cy="25"/>
              </a:xfrm>
              <a:custGeom>
                <a:avLst/>
                <a:gdLst>
                  <a:gd name="T0" fmla="*/ 18 w 27"/>
                  <a:gd name="T1" fmla="*/ 0 h 23"/>
                  <a:gd name="T2" fmla="*/ 4 w 27"/>
                  <a:gd name="T3" fmla="*/ 1 h 23"/>
                  <a:gd name="T4" fmla="*/ 0 w 27"/>
                  <a:gd name="T5" fmla="*/ 13 h 23"/>
                  <a:gd name="T6" fmla="*/ 10 w 27"/>
                  <a:gd name="T7" fmla="*/ 28 h 23"/>
                  <a:gd name="T8" fmla="*/ 18 w 27"/>
                  <a:gd name="T9" fmla="*/ 29 h 23"/>
                  <a:gd name="T10" fmla="*/ 33 w 27"/>
                  <a:gd name="T11" fmla="*/ 14 h 23"/>
                  <a:gd name="T12" fmla="*/ 27 w 27"/>
                  <a:gd name="T13" fmla="*/ 2 h 23"/>
                  <a:gd name="T14" fmla="*/ 18 w 27"/>
                  <a:gd name="T15" fmla="*/ 0 h 2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7" h="23">
                    <a:moveTo>
                      <a:pt x="15" y="0"/>
                    </a:moveTo>
                    <a:cubicBezTo>
                      <a:pt x="7" y="0"/>
                      <a:pt x="7" y="0"/>
                      <a:pt x="4" y="1"/>
                    </a:cubicBezTo>
                    <a:cubicBezTo>
                      <a:pt x="2" y="3"/>
                      <a:pt x="0" y="6"/>
                      <a:pt x="0" y="10"/>
                    </a:cubicBezTo>
                    <a:cubicBezTo>
                      <a:pt x="0" y="15"/>
                      <a:pt x="3" y="19"/>
                      <a:pt x="7" y="22"/>
                    </a:cubicBezTo>
                    <a:cubicBezTo>
                      <a:pt x="10" y="22"/>
                      <a:pt x="13" y="23"/>
                      <a:pt x="15" y="23"/>
                    </a:cubicBezTo>
                    <a:cubicBezTo>
                      <a:pt x="21" y="22"/>
                      <a:pt x="26" y="17"/>
                      <a:pt x="27" y="11"/>
                    </a:cubicBezTo>
                    <a:cubicBezTo>
                      <a:pt x="27" y="7"/>
                      <a:pt x="24" y="4"/>
                      <a:pt x="21" y="2"/>
                    </a:cubicBezTo>
                    <a:cubicBezTo>
                      <a:pt x="19" y="1"/>
                      <a:pt x="17" y="0"/>
                      <a:pt x="15" y="0"/>
                    </a:cubicBezTo>
                  </a:path>
                </a:pathLst>
              </a:custGeom>
              <a:solidFill>
                <a:srgbClr val="2A110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845" name="Freeform 378">
                <a:extLst>
                  <a:ext uri="{FF2B5EF4-FFF2-40B4-BE49-F238E27FC236}">
                    <a16:creationId xmlns:a16="http://schemas.microsoft.com/office/drawing/2014/main" id="{AEF105D5-19F7-4B68-9C08-9B2A52B46F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7" y="991"/>
                <a:ext cx="73" cy="30"/>
              </a:xfrm>
              <a:custGeom>
                <a:avLst/>
                <a:gdLst>
                  <a:gd name="T0" fmla="*/ 0 w 69"/>
                  <a:gd name="T1" fmla="*/ 15 h 28"/>
                  <a:gd name="T2" fmla="*/ 40 w 69"/>
                  <a:gd name="T3" fmla="*/ 3 h 28"/>
                  <a:gd name="T4" fmla="*/ 74 w 69"/>
                  <a:gd name="T5" fmla="*/ 19 h 28"/>
                  <a:gd name="T6" fmla="*/ 73 w 69"/>
                  <a:gd name="T7" fmla="*/ 30 h 28"/>
                  <a:gd name="T8" fmla="*/ 44 w 69"/>
                  <a:gd name="T9" fmla="*/ 32 h 28"/>
                  <a:gd name="T10" fmla="*/ 0 w 69"/>
                  <a:gd name="T11" fmla="*/ 15 h 2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9" h="28">
                    <a:moveTo>
                      <a:pt x="0" y="12"/>
                    </a:moveTo>
                    <a:cubicBezTo>
                      <a:pt x="8" y="8"/>
                      <a:pt x="16" y="0"/>
                      <a:pt x="34" y="3"/>
                    </a:cubicBezTo>
                    <a:cubicBezTo>
                      <a:pt x="52" y="6"/>
                      <a:pt x="58" y="15"/>
                      <a:pt x="62" y="16"/>
                    </a:cubicBezTo>
                    <a:cubicBezTo>
                      <a:pt x="69" y="19"/>
                      <a:pt x="65" y="22"/>
                      <a:pt x="61" y="24"/>
                    </a:cubicBezTo>
                    <a:cubicBezTo>
                      <a:pt x="56" y="25"/>
                      <a:pt x="44" y="24"/>
                      <a:pt x="38" y="26"/>
                    </a:cubicBezTo>
                    <a:cubicBezTo>
                      <a:pt x="32" y="28"/>
                      <a:pt x="12" y="21"/>
                      <a:pt x="0" y="12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846" name="Freeform 379">
                <a:extLst>
                  <a:ext uri="{FF2B5EF4-FFF2-40B4-BE49-F238E27FC236}">
                    <a16:creationId xmlns:a16="http://schemas.microsoft.com/office/drawing/2014/main" id="{DF9108EC-98F3-4D3B-A54D-034E6EB83B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8" y="1002"/>
                <a:ext cx="7" cy="7"/>
              </a:xfrm>
              <a:custGeom>
                <a:avLst/>
                <a:gdLst>
                  <a:gd name="T0" fmla="*/ 0 w 7"/>
                  <a:gd name="T1" fmla="*/ 3 h 7"/>
                  <a:gd name="T2" fmla="*/ 3 w 7"/>
                  <a:gd name="T3" fmla="*/ 1 h 7"/>
                  <a:gd name="T4" fmla="*/ 7 w 7"/>
                  <a:gd name="T5" fmla="*/ 4 h 7"/>
                  <a:gd name="T6" fmla="*/ 3 w 7"/>
                  <a:gd name="T7" fmla="*/ 7 h 7"/>
                  <a:gd name="T8" fmla="*/ 0 w 7"/>
                  <a:gd name="T9" fmla="*/ 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0" y="3"/>
                    </a:moveTo>
                    <a:cubicBezTo>
                      <a:pt x="0" y="2"/>
                      <a:pt x="2" y="0"/>
                      <a:pt x="3" y="1"/>
                    </a:cubicBezTo>
                    <a:cubicBezTo>
                      <a:pt x="5" y="1"/>
                      <a:pt x="7" y="2"/>
                      <a:pt x="7" y="4"/>
                    </a:cubicBezTo>
                    <a:cubicBezTo>
                      <a:pt x="6" y="5"/>
                      <a:pt x="5" y="7"/>
                      <a:pt x="3" y="7"/>
                    </a:cubicBezTo>
                    <a:cubicBezTo>
                      <a:pt x="1" y="7"/>
                      <a:pt x="0" y="5"/>
                      <a:pt x="0" y="3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847" name="Freeform 380">
                <a:extLst>
                  <a:ext uri="{FF2B5EF4-FFF2-40B4-BE49-F238E27FC236}">
                    <a16:creationId xmlns:a16="http://schemas.microsoft.com/office/drawing/2014/main" id="{46D83E75-0597-4916-A1F9-69FDF9FC4F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8" y="1002"/>
                <a:ext cx="7" cy="7"/>
              </a:xfrm>
              <a:custGeom>
                <a:avLst/>
                <a:gdLst>
                  <a:gd name="T0" fmla="*/ 0 w 7"/>
                  <a:gd name="T1" fmla="*/ 3 h 7"/>
                  <a:gd name="T2" fmla="*/ 3 w 7"/>
                  <a:gd name="T3" fmla="*/ 1 h 7"/>
                  <a:gd name="T4" fmla="*/ 7 w 7"/>
                  <a:gd name="T5" fmla="*/ 4 h 7"/>
                  <a:gd name="T6" fmla="*/ 3 w 7"/>
                  <a:gd name="T7" fmla="*/ 7 h 7"/>
                  <a:gd name="T8" fmla="*/ 0 w 7"/>
                  <a:gd name="T9" fmla="*/ 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0" y="3"/>
                    </a:moveTo>
                    <a:cubicBezTo>
                      <a:pt x="0" y="2"/>
                      <a:pt x="2" y="0"/>
                      <a:pt x="3" y="1"/>
                    </a:cubicBezTo>
                    <a:cubicBezTo>
                      <a:pt x="5" y="1"/>
                      <a:pt x="7" y="2"/>
                      <a:pt x="7" y="4"/>
                    </a:cubicBezTo>
                    <a:cubicBezTo>
                      <a:pt x="6" y="5"/>
                      <a:pt x="5" y="7"/>
                      <a:pt x="3" y="7"/>
                    </a:cubicBezTo>
                    <a:cubicBezTo>
                      <a:pt x="1" y="7"/>
                      <a:pt x="0" y="5"/>
                      <a:pt x="0" y="3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848" name="Freeform 381">
                <a:extLst>
                  <a:ext uri="{FF2B5EF4-FFF2-40B4-BE49-F238E27FC236}">
                    <a16:creationId xmlns:a16="http://schemas.microsoft.com/office/drawing/2014/main" id="{1777D711-7063-4BB7-A044-AB46BB910D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7" y="975"/>
                <a:ext cx="69" cy="28"/>
              </a:xfrm>
              <a:custGeom>
                <a:avLst/>
                <a:gdLst>
                  <a:gd name="T0" fmla="*/ 77 w 65"/>
                  <a:gd name="T1" fmla="*/ 32 h 26"/>
                  <a:gd name="T2" fmla="*/ 0 w 65"/>
                  <a:gd name="T3" fmla="*/ 19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5" h="26">
                    <a:moveTo>
                      <a:pt x="65" y="26"/>
                    </a:moveTo>
                    <a:cubicBezTo>
                      <a:pt x="50" y="12"/>
                      <a:pt x="13" y="0"/>
                      <a:pt x="0" y="16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849" name="Freeform 382">
                <a:extLst>
                  <a:ext uri="{FF2B5EF4-FFF2-40B4-BE49-F238E27FC236}">
                    <a16:creationId xmlns:a16="http://schemas.microsoft.com/office/drawing/2014/main" id="{EA3651A7-1480-4319-9635-BA7659AE51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2" y="998"/>
                <a:ext cx="9" cy="4"/>
              </a:xfrm>
              <a:custGeom>
                <a:avLst/>
                <a:gdLst>
                  <a:gd name="T0" fmla="*/ 9 w 9"/>
                  <a:gd name="T1" fmla="*/ 7 h 3"/>
                  <a:gd name="T2" fmla="*/ 0 w 9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3">
                    <a:moveTo>
                      <a:pt x="9" y="3"/>
                    </a:moveTo>
                    <a:cubicBezTo>
                      <a:pt x="6" y="2"/>
                      <a:pt x="3" y="1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850" name="Freeform 383">
                <a:extLst>
                  <a:ext uri="{FF2B5EF4-FFF2-40B4-BE49-F238E27FC236}">
                    <a16:creationId xmlns:a16="http://schemas.microsoft.com/office/drawing/2014/main" id="{D408A144-FA61-439B-8ADC-089AA05476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8" y="996"/>
                <a:ext cx="8" cy="2"/>
              </a:xfrm>
              <a:custGeom>
                <a:avLst/>
                <a:gdLst>
                  <a:gd name="T0" fmla="*/ 8 w 8"/>
                  <a:gd name="T1" fmla="*/ 2 h 2"/>
                  <a:gd name="T2" fmla="*/ 0 w 8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2">
                    <a:moveTo>
                      <a:pt x="8" y="2"/>
                    </a:moveTo>
                    <a:cubicBezTo>
                      <a:pt x="5" y="2"/>
                      <a:pt x="3" y="1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851" name="Freeform 384">
                <a:extLst>
                  <a:ext uri="{FF2B5EF4-FFF2-40B4-BE49-F238E27FC236}">
                    <a16:creationId xmlns:a16="http://schemas.microsoft.com/office/drawing/2014/main" id="{59BBC836-5337-4C03-87C7-85BFF99AB1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3" y="993"/>
                <a:ext cx="8" cy="3"/>
              </a:xfrm>
              <a:custGeom>
                <a:avLst/>
                <a:gdLst>
                  <a:gd name="T0" fmla="*/ 10 w 7"/>
                  <a:gd name="T1" fmla="*/ 3 h 3"/>
                  <a:gd name="T2" fmla="*/ 0 w 7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3">
                    <a:moveTo>
                      <a:pt x="7" y="3"/>
                    </a:moveTo>
                    <a:cubicBezTo>
                      <a:pt x="5" y="2"/>
                      <a:pt x="2" y="1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852" name="Freeform 385">
                <a:extLst>
                  <a:ext uri="{FF2B5EF4-FFF2-40B4-BE49-F238E27FC236}">
                    <a16:creationId xmlns:a16="http://schemas.microsoft.com/office/drawing/2014/main" id="{1A7D7344-055C-44DA-AB2C-64345EFC87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9" y="995"/>
                <a:ext cx="25" cy="13"/>
              </a:xfrm>
              <a:custGeom>
                <a:avLst/>
                <a:gdLst>
                  <a:gd name="T0" fmla="*/ 2 w 23"/>
                  <a:gd name="T1" fmla="*/ 12 h 12"/>
                  <a:gd name="T2" fmla="*/ 11 w 23"/>
                  <a:gd name="T3" fmla="*/ 9 h 12"/>
                  <a:gd name="T4" fmla="*/ 16 w 23"/>
                  <a:gd name="T5" fmla="*/ 9 h 12"/>
                  <a:gd name="T6" fmla="*/ 22 w 23"/>
                  <a:gd name="T7" fmla="*/ 13 h 12"/>
                  <a:gd name="T8" fmla="*/ 25 w 23"/>
                  <a:gd name="T9" fmla="*/ 14 h 12"/>
                  <a:gd name="T10" fmla="*/ 28 w 23"/>
                  <a:gd name="T11" fmla="*/ 13 h 12"/>
                  <a:gd name="T12" fmla="*/ 27 w 23"/>
                  <a:gd name="T13" fmla="*/ 5 h 12"/>
                  <a:gd name="T14" fmla="*/ 24 w 23"/>
                  <a:gd name="T15" fmla="*/ 2 h 12"/>
                  <a:gd name="T16" fmla="*/ 15 w 23"/>
                  <a:gd name="T17" fmla="*/ 1 h 12"/>
                  <a:gd name="T18" fmla="*/ 9 w 23"/>
                  <a:gd name="T19" fmla="*/ 0 h 12"/>
                  <a:gd name="T20" fmla="*/ 1 w 23"/>
                  <a:gd name="T21" fmla="*/ 3 h 12"/>
                  <a:gd name="T22" fmla="*/ 2 w 23"/>
                  <a:gd name="T23" fmla="*/ 12 h 1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3" h="12">
                    <a:moveTo>
                      <a:pt x="2" y="9"/>
                    </a:moveTo>
                    <a:cubicBezTo>
                      <a:pt x="3" y="8"/>
                      <a:pt x="5" y="6"/>
                      <a:pt x="8" y="6"/>
                    </a:cubicBezTo>
                    <a:cubicBezTo>
                      <a:pt x="9" y="6"/>
                      <a:pt x="12" y="6"/>
                      <a:pt x="13" y="6"/>
                    </a:cubicBezTo>
                    <a:cubicBezTo>
                      <a:pt x="15" y="7"/>
                      <a:pt x="16" y="8"/>
                      <a:pt x="17" y="10"/>
                    </a:cubicBezTo>
                    <a:cubicBezTo>
                      <a:pt x="18" y="10"/>
                      <a:pt x="19" y="11"/>
                      <a:pt x="19" y="11"/>
                    </a:cubicBezTo>
                    <a:cubicBezTo>
                      <a:pt x="20" y="12"/>
                      <a:pt x="22" y="11"/>
                      <a:pt x="22" y="10"/>
                    </a:cubicBezTo>
                    <a:cubicBezTo>
                      <a:pt x="23" y="9"/>
                      <a:pt x="22" y="7"/>
                      <a:pt x="21" y="5"/>
                    </a:cubicBezTo>
                    <a:cubicBezTo>
                      <a:pt x="21" y="4"/>
                      <a:pt x="20" y="3"/>
                      <a:pt x="18" y="2"/>
                    </a:cubicBezTo>
                    <a:cubicBezTo>
                      <a:pt x="16" y="1"/>
                      <a:pt x="14" y="1"/>
                      <a:pt x="12" y="1"/>
                    </a:cubicBezTo>
                    <a:cubicBezTo>
                      <a:pt x="11" y="0"/>
                      <a:pt x="8" y="0"/>
                      <a:pt x="6" y="0"/>
                    </a:cubicBezTo>
                    <a:cubicBezTo>
                      <a:pt x="5" y="1"/>
                      <a:pt x="2" y="2"/>
                      <a:pt x="1" y="3"/>
                    </a:cubicBezTo>
                    <a:cubicBezTo>
                      <a:pt x="0" y="5"/>
                      <a:pt x="1" y="7"/>
                      <a:pt x="2" y="9"/>
                    </a:cubicBezTo>
                  </a:path>
                </a:pathLst>
              </a:custGeom>
              <a:solidFill>
                <a:srgbClr val="160A0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853" name="Freeform 386">
                <a:extLst>
                  <a:ext uri="{FF2B5EF4-FFF2-40B4-BE49-F238E27FC236}">
                    <a16:creationId xmlns:a16="http://schemas.microsoft.com/office/drawing/2014/main" id="{4413A6AA-1E96-4B90-AA2A-54AA1783D6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9" y="1008"/>
                <a:ext cx="23" cy="8"/>
              </a:xfrm>
              <a:custGeom>
                <a:avLst/>
                <a:gdLst>
                  <a:gd name="T0" fmla="*/ 0 w 21"/>
                  <a:gd name="T1" fmla="*/ 1 h 8"/>
                  <a:gd name="T2" fmla="*/ 2 w 21"/>
                  <a:gd name="T3" fmla="*/ 4 h 8"/>
                  <a:gd name="T4" fmla="*/ 9 w 21"/>
                  <a:gd name="T5" fmla="*/ 7 h 8"/>
                  <a:gd name="T6" fmla="*/ 16 w 21"/>
                  <a:gd name="T7" fmla="*/ 8 h 8"/>
                  <a:gd name="T8" fmla="*/ 26 w 21"/>
                  <a:gd name="T9" fmla="*/ 2 h 8"/>
                  <a:gd name="T10" fmla="*/ 24 w 21"/>
                  <a:gd name="T11" fmla="*/ 3 h 8"/>
                  <a:gd name="T12" fmla="*/ 18 w 21"/>
                  <a:gd name="T13" fmla="*/ 3 h 8"/>
                  <a:gd name="T14" fmla="*/ 9 w 21"/>
                  <a:gd name="T15" fmla="*/ 3 h 8"/>
                  <a:gd name="T16" fmla="*/ 2 w 21"/>
                  <a:gd name="T17" fmla="*/ 2 h 8"/>
                  <a:gd name="T18" fmla="*/ 0 w 21"/>
                  <a:gd name="T19" fmla="*/ 0 h 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1" h="8">
                    <a:moveTo>
                      <a:pt x="0" y="1"/>
                    </a:moveTo>
                    <a:cubicBezTo>
                      <a:pt x="1" y="1"/>
                      <a:pt x="1" y="3"/>
                      <a:pt x="2" y="4"/>
                    </a:cubicBezTo>
                    <a:cubicBezTo>
                      <a:pt x="3" y="5"/>
                      <a:pt x="4" y="6"/>
                      <a:pt x="6" y="7"/>
                    </a:cubicBezTo>
                    <a:cubicBezTo>
                      <a:pt x="8" y="8"/>
                      <a:pt x="10" y="8"/>
                      <a:pt x="13" y="8"/>
                    </a:cubicBezTo>
                    <a:cubicBezTo>
                      <a:pt x="15" y="7"/>
                      <a:pt x="21" y="5"/>
                      <a:pt x="20" y="2"/>
                    </a:cubicBezTo>
                    <a:cubicBezTo>
                      <a:pt x="19" y="2"/>
                      <a:pt x="19" y="2"/>
                      <a:pt x="18" y="3"/>
                    </a:cubicBezTo>
                    <a:cubicBezTo>
                      <a:pt x="17" y="3"/>
                      <a:pt x="15" y="3"/>
                      <a:pt x="14" y="3"/>
                    </a:cubicBezTo>
                    <a:cubicBezTo>
                      <a:pt x="11" y="3"/>
                      <a:pt x="8" y="4"/>
                      <a:pt x="6" y="3"/>
                    </a:cubicBezTo>
                    <a:cubicBezTo>
                      <a:pt x="5" y="2"/>
                      <a:pt x="3" y="2"/>
                      <a:pt x="2" y="2"/>
                    </a:cubicBezTo>
                    <a:cubicBezTo>
                      <a:pt x="1" y="1"/>
                      <a:pt x="1" y="1"/>
                      <a:pt x="0" y="0"/>
                    </a:cubicBezTo>
                  </a:path>
                </a:pathLst>
              </a:custGeom>
              <a:solidFill>
                <a:srgbClr val="3E131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854" name="Freeform 387">
                <a:extLst>
                  <a:ext uri="{FF2B5EF4-FFF2-40B4-BE49-F238E27FC236}">
                    <a16:creationId xmlns:a16="http://schemas.microsoft.com/office/drawing/2014/main" id="{1D328C9A-58BD-4000-9211-7698CA44AD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5" y="950"/>
                <a:ext cx="85" cy="28"/>
              </a:xfrm>
              <a:custGeom>
                <a:avLst/>
                <a:gdLst>
                  <a:gd name="T0" fmla="*/ 96 w 80"/>
                  <a:gd name="T1" fmla="*/ 32 h 26"/>
                  <a:gd name="T2" fmla="*/ 0 w 80"/>
                  <a:gd name="T3" fmla="*/ 26 h 26"/>
                  <a:gd name="T4" fmla="*/ 6 w 80"/>
                  <a:gd name="T5" fmla="*/ 28 h 26"/>
                  <a:gd name="T6" fmla="*/ 96 w 80"/>
                  <a:gd name="T7" fmla="*/ 32 h 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0" h="26">
                    <a:moveTo>
                      <a:pt x="80" y="26"/>
                    </a:moveTo>
                    <a:cubicBezTo>
                      <a:pt x="58" y="0"/>
                      <a:pt x="0" y="20"/>
                      <a:pt x="0" y="20"/>
                    </a:cubicBezTo>
                    <a:cubicBezTo>
                      <a:pt x="0" y="20"/>
                      <a:pt x="0" y="25"/>
                      <a:pt x="6" y="22"/>
                    </a:cubicBezTo>
                    <a:cubicBezTo>
                      <a:pt x="12" y="20"/>
                      <a:pt x="56" y="3"/>
                      <a:pt x="80" y="26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855" name="Freeform 388">
                <a:extLst>
                  <a:ext uri="{FF2B5EF4-FFF2-40B4-BE49-F238E27FC236}">
                    <a16:creationId xmlns:a16="http://schemas.microsoft.com/office/drawing/2014/main" id="{8EF44BE6-F8F6-470B-A455-221A0747CA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9" y="983"/>
                <a:ext cx="87" cy="41"/>
              </a:xfrm>
              <a:custGeom>
                <a:avLst/>
                <a:gdLst>
                  <a:gd name="T0" fmla="*/ 98 w 82"/>
                  <a:gd name="T1" fmla="*/ 23 h 38"/>
                  <a:gd name="T2" fmla="*/ 44 w 82"/>
                  <a:gd name="T3" fmla="*/ 11 h 38"/>
                  <a:gd name="T4" fmla="*/ 8 w 82"/>
                  <a:gd name="T5" fmla="*/ 41 h 38"/>
                  <a:gd name="T6" fmla="*/ 40 w 82"/>
                  <a:gd name="T7" fmla="*/ 45 h 38"/>
                  <a:gd name="T8" fmla="*/ 98 w 82"/>
                  <a:gd name="T9" fmla="*/ 23 h 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2" h="38">
                    <a:moveTo>
                      <a:pt x="82" y="18"/>
                    </a:moveTo>
                    <a:cubicBezTo>
                      <a:pt x="82" y="18"/>
                      <a:pt x="61" y="0"/>
                      <a:pt x="37" y="8"/>
                    </a:cubicBezTo>
                    <a:cubicBezTo>
                      <a:pt x="13" y="16"/>
                      <a:pt x="0" y="27"/>
                      <a:pt x="8" y="32"/>
                    </a:cubicBezTo>
                    <a:cubicBezTo>
                      <a:pt x="17" y="37"/>
                      <a:pt x="26" y="34"/>
                      <a:pt x="34" y="36"/>
                    </a:cubicBezTo>
                    <a:cubicBezTo>
                      <a:pt x="41" y="38"/>
                      <a:pt x="76" y="32"/>
                      <a:pt x="82" y="18"/>
                    </a:cubicBezTo>
                    <a:close/>
                  </a:path>
                </a:pathLst>
              </a:custGeom>
              <a:solidFill>
                <a:srgbClr val="613A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856" name="Freeform 389">
                <a:extLst>
                  <a:ext uri="{FF2B5EF4-FFF2-40B4-BE49-F238E27FC236}">
                    <a16:creationId xmlns:a16="http://schemas.microsoft.com/office/drawing/2014/main" id="{7308D178-D0FF-437C-ADB8-6CF7FF1DC3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6" y="992"/>
                <a:ext cx="74" cy="29"/>
              </a:xfrm>
              <a:custGeom>
                <a:avLst/>
                <a:gdLst>
                  <a:gd name="T0" fmla="*/ 85 w 69"/>
                  <a:gd name="T1" fmla="*/ 14 h 27"/>
                  <a:gd name="T2" fmla="*/ 45 w 69"/>
                  <a:gd name="T3" fmla="*/ 2 h 27"/>
                  <a:gd name="T4" fmla="*/ 10 w 69"/>
                  <a:gd name="T5" fmla="*/ 18 h 27"/>
                  <a:gd name="T6" fmla="*/ 12 w 69"/>
                  <a:gd name="T7" fmla="*/ 29 h 27"/>
                  <a:gd name="T8" fmla="*/ 38 w 69"/>
                  <a:gd name="T9" fmla="*/ 31 h 27"/>
                  <a:gd name="T10" fmla="*/ 85 w 69"/>
                  <a:gd name="T11" fmla="*/ 14 h 2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9" h="27">
                    <a:moveTo>
                      <a:pt x="69" y="11"/>
                    </a:moveTo>
                    <a:cubicBezTo>
                      <a:pt x="61" y="7"/>
                      <a:pt x="53" y="0"/>
                      <a:pt x="36" y="2"/>
                    </a:cubicBezTo>
                    <a:cubicBezTo>
                      <a:pt x="18" y="4"/>
                      <a:pt x="11" y="14"/>
                      <a:pt x="7" y="15"/>
                    </a:cubicBezTo>
                    <a:cubicBezTo>
                      <a:pt x="0" y="18"/>
                      <a:pt x="4" y="21"/>
                      <a:pt x="9" y="23"/>
                    </a:cubicBezTo>
                    <a:cubicBezTo>
                      <a:pt x="13" y="24"/>
                      <a:pt x="25" y="23"/>
                      <a:pt x="31" y="25"/>
                    </a:cubicBezTo>
                    <a:cubicBezTo>
                      <a:pt x="37" y="27"/>
                      <a:pt x="57" y="20"/>
                      <a:pt x="69" y="1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857" name="Freeform 390">
                <a:extLst>
                  <a:ext uri="{FF2B5EF4-FFF2-40B4-BE49-F238E27FC236}">
                    <a16:creationId xmlns:a16="http://schemas.microsoft.com/office/drawing/2014/main" id="{89CDA1E8-4FDB-4988-863E-75ED0AFE55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1" y="994"/>
                <a:ext cx="28" cy="25"/>
              </a:xfrm>
              <a:custGeom>
                <a:avLst/>
                <a:gdLst>
                  <a:gd name="T0" fmla="*/ 13 w 27"/>
                  <a:gd name="T1" fmla="*/ 0 h 23"/>
                  <a:gd name="T2" fmla="*/ 26 w 27"/>
                  <a:gd name="T3" fmla="*/ 1 h 23"/>
                  <a:gd name="T4" fmla="*/ 30 w 27"/>
                  <a:gd name="T5" fmla="*/ 13 h 23"/>
                  <a:gd name="T6" fmla="*/ 23 w 27"/>
                  <a:gd name="T7" fmla="*/ 28 h 23"/>
                  <a:gd name="T8" fmla="*/ 12 w 27"/>
                  <a:gd name="T9" fmla="*/ 29 h 23"/>
                  <a:gd name="T10" fmla="*/ 1 w 27"/>
                  <a:gd name="T11" fmla="*/ 14 h 23"/>
                  <a:gd name="T12" fmla="*/ 6 w 27"/>
                  <a:gd name="T13" fmla="*/ 2 h 23"/>
                  <a:gd name="T14" fmla="*/ 13 w 27"/>
                  <a:gd name="T15" fmla="*/ 0 h 2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7" h="23">
                    <a:moveTo>
                      <a:pt x="13" y="0"/>
                    </a:moveTo>
                    <a:cubicBezTo>
                      <a:pt x="20" y="0"/>
                      <a:pt x="20" y="0"/>
                      <a:pt x="23" y="1"/>
                    </a:cubicBezTo>
                    <a:cubicBezTo>
                      <a:pt x="25" y="3"/>
                      <a:pt x="27" y="6"/>
                      <a:pt x="27" y="10"/>
                    </a:cubicBezTo>
                    <a:cubicBezTo>
                      <a:pt x="27" y="15"/>
                      <a:pt x="24" y="19"/>
                      <a:pt x="20" y="22"/>
                    </a:cubicBezTo>
                    <a:cubicBezTo>
                      <a:pt x="17" y="22"/>
                      <a:pt x="14" y="23"/>
                      <a:pt x="12" y="23"/>
                    </a:cubicBezTo>
                    <a:cubicBezTo>
                      <a:pt x="6" y="22"/>
                      <a:pt x="1" y="17"/>
                      <a:pt x="1" y="11"/>
                    </a:cubicBezTo>
                    <a:cubicBezTo>
                      <a:pt x="0" y="7"/>
                      <a:pt x="3" y="4"/>
                      <a:pt x="6" y="2"/>
                    </a:cubicBezTo>
                    <a:cubicBezTo>
                      <a:pt x="8" y="1"/>
                      <a:pt x="10" y="0"/>
                      <a:pt x="13" y="0"/>
                    </a:cubicBezTo>
                  </a:path>
                </a:pathLst>
              </a:custGeom>
              <a:solidFill>
                <a:srgbClr val="2A110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858" name="Freeform 391">
                <a:extLst>
                  <a:ext uri="{FF2B5EF4-FFF2-40B4-BE49-F238E27FC236}">
                    <a16:creationId xmlns:a16="http://schemas.microsoft.com/office/drawing/2014/main" id="{C89914FE-A90A-4627-9A2A-9AE5DCB81E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6" y="991"/>
                <a:ext cx="74" cy="30"/>
              </a:xfrm>
              <a:custGeom>
                <a:avLst/>
                <a:gdLst>
                  <a:gd name="T0" fmla="*/ 85 w 69"/>
                  <a:gd name="T1" fmla="*/ 15 h 28"/>
                  <a:gd name="T2" fmla="*/ 45 w 69"/>
                  <a:gd name="T3" fmla="*/ 3 h 28"/>
                  <a:gd name="T4" fmla="*/ 10 w 69"/>
                  <a:gd name="T5" fmla="*/ 19 h 28"/>
                  <a:gd name="T6" fmla="*/ 12 w 69"/>
                  <a:gd name="T7" fmla="*/ 30 h 28"/>
                  <a:gd name="T8" fmla="*/ 38 w 69"/>
                  <a:gd name="T9" fmla="*/ 32 h 28"/>
                  <a:gd name="T10" fmla="*/ 85 w 69"/>
                  <a:gd name="T11" fmla="*/ 15 h 2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9" h="28">
                    <a:moveTo>
                      <a:pt x="69" y="12"/>
                    </a:moveTo>
                    <a:cubicBezTo>
                      <a:pt x="61" y="8"/>
                      <a:pt x="53" y="0"/>
                      <a:pt x="36" y="3"/>
                    </a:cubicBezTo>
                    <a:cubicBezTo>
                      <a:pt x="18" y="6"/>
                      <a:pt x="11" y="15"/>
                      <a:pt x="7" y="16"/>
                    </a:cubicBezTo>
                    <a:cubicBezTo>
                      <a:pt x="0" y="19"/>
                      <a:pt x="4" y="22"/>
                      <a:pt x="9" y="24"/>
                    </a:cubicBezTo>
                    <a:cubicBezTo>
                      <a:pt x="13" y="25"/>
                      <a:pt x="25" y="24"/>
                      <a:pt x="31" y="26"/>
                    </a:cubicBezTo>
                    <a:cubicBezTo>
                      <a:pt x="37" y="28"/>
                      <a:pt x="57" y="21"/>
                      <a:pt x="69" y="12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859" name="Freeform 392">
                <a:extLst>
                  <a:ext uri="{FF2B5EF4-FFF2-40B4-BE49-F238E27FC236}">
                    <a16:creationId xmlns:a16="http://schemas.microsoft.com/office/drawing/2014/main" id="{51F64EAF-BD54-410C-A0E3-25013188DB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1" y="1002"/>
                <a:ext cx="8" cy="7"/>
              </a:xfrm>
              <a:custGeom>
                <a:avLst/>
                <a:gdLst>
                  <a:gd name="T0" fmla="*/ 10 w 7"/>
                  <a:gd name="T1" fmla="*/ 3 h 7"/>
                  <a:gd name="T2" fmla="*/ 7 w 7"/>
                  <a:gd name="T3" fmla="*/ 1 h 7"/>
                  <a:gd name="T4" fmla="*/ 1 w 7"/>
                  <a:gd name="T5" fmla="*/ 4 h 7"/>
                  <a:gd name="T6" fmla="*/ 7 w 7"/>
                  <a:gd name="T7" fmla="*/ 7 h 7"/>
                  <a:gd name="T8" fmla="*/ 10 w 7"/>
                  <a:gd name="T9" fmla="*/ 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7" y="3"/>
                    </a:moveTo>
                    <a:cubicBezTo>
                      <a:pt x="7" y="2"/>
                      <a:pt x="5" y="0"/>
                      <a:pt x="4" y="1"/>
                    </a:cubicBezTo>
                    <a:cubicBezTo>
                      <a:pt x="2" y="1"/>
                      <a:pt x="0" y="2"/>
                      <a:pt x="1" y="4"/>
                    </a:cubicBezTo>
                    <a:cubicBezTo>
                      <a:pt x="1" y="5"/>
                      <a:pt x="2" y="7"/>
                      <a:pt x="4" y="7"/>
                    </a:cubicBezTo>
                    <a:cubicBezTo>
                      <a:pt x="6" y="7"/>
                      <a:pt x="7" y="5"/>
                      <a:pt x="7" y="3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860" name="Freeform 393">
                <a:extLst>
                  <a:ext uri="{FF2B5EF4-FFF2-40B4-BE49-F238E27FC236}">
                    <a16:creationId xmlns:a16="http://schemas.microsoft.com/office/drawing/2014/main" id="{756CB0D5-0046-44F2-AA8E-85DFEF82E1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1" y="1002"/>
                <a:ext cx="8" cy="7"/>
              </a:xfrm>
              <a:custGeom>
                <a:avLst/>
                <a:gdLst>
                  <a:gd name="T0" fmla="*/ 10 w 7"/>
                  <a:gd name="T1" fmla="*/ 3 h 7"/>
                  <a:gd name="T2" fmla="*/ 7 w 7"/>
                  <a:gd name="T3" fmla="*/ 1 h 7"/>
                  <a:gd name="T4" fmla="*/ 1 w 7"/>
                  <a:gd name="T5" fmla="*/ 4 h 7"/>
                  <a:gd name="T6" fmla="*/ 7 w 7"/>
                  <a:gd name="T7" fmla="*/ 7 h 7"/>
                  <a:gd name="T8" fmla="*/ 10 w 7"/>
                  <a:gd name="T9" fmla="*/ 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7" y="3"/>
                    </a:moveTo>
                    <a:cubicBezTo>
                      <a:pt x="7" y="2"/>
                      <a:pt x="5" y="0"/>
                      <a:pt x="4" y="1"/>
                    </a:cubicBezTo>
                    <a:cubicBezTo>
                      <a:pt x="2" y="1"/>
                      <a:pt x="0" y="2"/>
                      <a:pt x="1" y="4"/>
                    </a:cubicBezTo>
                    <a:cubicBezTo>
                      <a:pt x="1" y="5"/>
                      <a:pt x="2" y="7"/>
                      <a:pt x="4" y="7"/>
                    </a:cubicBezTo>
                    <a:cubicBezTo>
                      <a:pt x="6" y="7"/>
                      <a:pt x="7" y="5"/>
                      <a:pt x="7" y="3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861" name="Freeform 394">
                <a:extLst>
                  <a:ext uri="{FF2B5EF4-FFF2-40B4-BE49-F238E27FC236}">
                    <a16:creationId xmlns:a16="http://schemas.microsoft.com/office/drawing/2014/main" id="{4A4C3A99-5FF1-44F0-BAC1-F97458BA12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0" y="975"/>
                <a:ext cx="70" cy="28"/>
              </a:xfrm>
              <a:custGeom>
                <a:avLst/>
                <a:gdLst>
                  <a:gd name="T0" fmla="*/ 0 w 65"/>
                  <a:gd name="T1" fmla="*/ 32 h 26"/>
                  <a:gd name="T2" fmla="*/ 81 w 65"/>
                  <a:gd name="T3" fmla="*/ 19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5" h="26">
                    <a:moveTo>
                      <a:pt x="0" y="26"/>
                    </a:moveTo>
                    <a:cubicBezTo>
                      <a:pt x="15" y="12"/>
                      <a:pt x="52" y="0"/>
                      <a:pt x="65" y="16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862" name="Freeform 395">
                <a:extLst>
                  <a:ext uri="{FF2B5EF4-FFF2-40B4-BE49-F238E27FC236}">
                    <a16:creationId xmlns:a16="http://schemas.microsoft.com/office/drawing/2014/main" id="{17C6A5A9-7C87-42C4-B41A-FB91458E7C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6" y="998"/>
                <a:ext cx="9" cy="4"/>
              </a:xfrm>
              <a:custGeom>
                <a:avLst/>
                <a:gdLst>
                  <a:gd name="T0" fmla="*/ 0 w 8"/>
                  <a:gd name="T1" fmla="*/ 7 h 3"/>
                  <a:gd name="T2" fmla="*/ 11 w 8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3">
                    <a:moveTo>
                      <a:pt x="0" y="3"/>
                    </a:moveTo>
                    <a:cubicBezTo>
                      <a:pt x="3" y="2"/>
                      <a:pt x="6" y="1"/>
                      <a:pt x="8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863" name="Freeform 396">
                <a:extLst>
                  <a:ext uri="{FF2B5EF4-FFF2-40B4-BE49-F238E27FC236}">
                    <a16:creationId xmlns:a16="http://schemas.microsoft.com/office/drawing/2014/main" id="{132B199A-9CE2-4156-AB82-ECDB43C389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0" y="996"/>
                <a:ext cx="9" cy="2"/>
              </a:xfrm>
              <a:custGeom>
                <a:avLst/>
                <a:gdLst>
                  <a:gd name="T0" fmla="*/ 0 w 8"/>
                  <a:gd name="T1" fmla="*/ 2 h 2"/>
                  <a:gd name="T2" fmla="*/ 11 w 8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2">
                    <a:moveTo>
                      <a:pt x="0" y="2"/>
                    </a:moveTo>
                    <a:cubicBezTo>
                      <a:pt x="3" y="2"/>
                      <a:pt x="5" y="1"/>
                      <a:pt x="8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864" name="Freeform 397">
                <a:extLst>
                  <a:ext uri="{FF2B5EF4-FFF2-40B4-BE49-F238E27FC236}">
                    <a16:creationId xmlns:a16="http://schemas.microsoft.com/office/drawing/2014/main" id="{9D628C8D-B38C-490C-8459-79D7C16644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6" y="993"/>
                <a:ext cx="7" cy="3"/>
              </a:xfrm>
              <a:custGeom>
                <a:avLst/>
                <a:gdLst>
                  <a:gd name="T0" fmla="*/ 0 w 7"/>
                  <a:gd name="T1" fmla="*/ 3 h 3"/>
                  <a:gd name="T2" fmla="*/ 7 w 7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3">
                    <a:moveTo>
                      <a:pt x="0" y="3"/>
                    </a:moveTo>
                    <a:cubicBezTo>
                      <a:pt x="2" y="2"/>
                      <a:pt x="5" y="1"/>
                      <a:pt x="7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865" name="Freeform 398">
                <a:extLst>
                  <a:ext uri="{FF2B5EF4-FFF2-40B4-BE49-F238E27FC236}">
                    <a16:creationId xmlns:a16="http://schemas.microsoft.com/office/drawing/2014/main" id="{F4F11373-2FFB-4CDB-AD00-7DF456019E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3" y="995"/>
                <a:ext cx="24" cy="13"/>
              </a:xfrm>
              <a:custGeom>
                <a:avLst/>
                <a:gdLst>
                  <a:gd name="T0" fmla="*/ 24 w 23"/>
                  <a:gd name="T1" fmla="*/ 12 h 12"/>
                  <a:gd name="T2" fmla="*/ 19 w 23"/>
                  <a:gd name="T3" fmla="*/ 9 h 12"/>
                  <a:gd name="T4" fmla="*/ 10 w 23"/>
                  <a:gd name="T5" fmla="*/ 9 h 12"/>
                  <a:gd name="T6" fmla="*/ 6 w 23"/>
                  <a:gd name="T7" fmla="*/ 13 h 12"/>
                  <a:gd name="T8" fmla="*/ 4 w 23"/>
                  <a:gd name="T9" fmla="*/ 14 h 12"/>
                  <a:gd name="T10" fmla="*/ 1 w 23"/>
                  <a:gd name="T11" fmla="*/ 13 h 12"/>
                  <a:gd name="T12" fmla="*/ 2 w 23"/>
                  <a:gd name="T13" fmla="*/ 5 h 12"/>
                  <a:gd name="T14" fmla="*/ 5 w 23"/>
                  <a:gd name="T15" fmla="*/ 2 h 12"/>
                  <a:gd name="T16" fmla="*/ 11 w 23"/>
                  <a:gd name="T17" fmla="*/ 1 h 12"/>
                  <a:gd name="T18" fmla="*/ 20 w 23"/>
                  <a:gd name="T19" fmla="*/ 0 h 12"/>
                  <a:gd name="T20" fmla="*/ 25 w 23"/>
                  <a:gd name="T21" fmla="*/ 3 h 12"/>
                  <a:gd name="T22" fmla="*/ 25 w 23"/>
                  <a:gd name="T23" fmla="*/ 12 h 1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3" h="12">
                    <a:moveTo>
                      <a:pt x="21" y="9"/>
                    </a:moveTo>
                    <a:cubicBezTo>
                      <a:pt x="20" y="8"/>
                      <a:pt x="18" y="6"/>
                      <a:pt x="16" y="6"/>
                    </a:cubicBezTo>
                    <a:cubicBezTo>
                      <a:pt x="14" y="6"/>
                      <a:pt x="12" y="6"/>
                      <a:pt x="10" y="6"/>
                    </a:cubicBezTo>
                    <a:cubicBezTo>
                      <a:pt x="8" y="7"/>
                      <a:pt x="7" y="8"/>
                      <a:pt x="6" y="10"/>
                    </a:cubicBezTo>
                    <a:cubicBezTo>
                      <a:pt x="5" y="10"/>
                      <a:pt x="5" y="11"/>
                      <a:pt x="4" y="11"/>
                    </a:cubicBezTo>
                    <a:cubicBezTo>
                      <a:pt x="3" y="12"/>
                      <a:pt x="1" y="11"/>
                      <a:pt x="1" y="10"/>
                    </a:cubicBezTo>
                    <a:cubicBezTo>
                      <a:pt x="0" y="9"/>
                      <a:pt x="1" y="7"/>
                      <a:pt x="2" y="5"/>
                    </a:cubicBezTo>
                    <a:cubicBezTo>
                      <a:pt x="2" y="4"/>
                      <a:pt x="3" y="3"/>
                      <a:pt x="5" y="2"/>
                    </a:cubicBezTo>
                    <a:cubicBezTo>
                      <a:pt x="7" y="1"/>
                      <a:pt x="9" y="1"/>
                      <a:pt x="11" y="1"/>
                    </a:cubicBezTo>
                    <a:cubicBezTo>
                      <a:pt x="13" y="0"/>
                      <a:pt x="15" y="0"/>
                      <a:pt x="17" y="0"/>
                    </a:cubicBezTo>
                    <a:cubicBezTo>
                      <a:pt x="18" y="1"/>
                      <a:pt x="21" y="2"/>
                      <a:pt x="22" y="3"/>
                    </a:cubicBezTo>
                    <a:cubicBezTo>
                      <a:pt x="23" y="5"/>
                      <a:pt x="23" y="7"/>
                      <a:pt x="22" y="9"/>
                    </a:cubicBezTo>
                  </a:path>
                </a:pathLst>
              </a:custGeom>
              <a:solidFill>
                <a:srgbClr val="160A0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866" name="Freeform 399">
                <a:extLst>
                  <a:ext uri="{FF2B5EF4-FFF2-40B4-BE49-F238E27FC236}">
                    <a16:creationId xmlns:a16="http://schemas.microsoft.com/office/drawing/2014/main" id="{F101BC26-EA1B-4DBE-9EE2-98E6337BDE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5" y="1009"/>
                <a:ext cx="22" cy="7"/>
              </a:xfrm>
              <a:custGeom>
                <a:avLst/>
                <a:gdLst>
                  <a:gd name="T0" fmla="*/ 24 w 21"/>
                  <a:gd name="T1" fmla="*/ 0 h 7"/>
                  <a:gd name="T2" fmla="*/ 22 w 21"/>
                  <a:gd name="T3" fmla="*/ 3 h 7"/>
                  <a:gd name="T4" fmla="*/ 18 w 21"/>
                  <a:gd name="T5" fmla="*/ 6 h 7"/>
                  <a:gd name="T6" fmla="*/ 8 w 21"/>
                  <a:gd name="T7" fmla="*/ 7 h 7"/>
                  <a:gd name="T8" fmla="*/ 1 w 21"/>
                  <a:gd name="T9" fmla="*/ 1 h 7"/>
                  <a:gd name="T10" fmla="*/ 3 w 21"/>
                  <a:gd name="T11" fmla="*/ 1 h 7"/>
                  <a:gd name="T12" fmla="*/ 8 w 21"/>
                  <a:gd name="T13" fmla="*/ 2 h 7"/>
                  <a:gd name="T14" fmla="*/ 18 w 21"/>
                  <a:gd name="T15" fmla="*/ 2 h 7"/>
                  <a:gd name="T16" fmla="*/ 22 w 21"/>
                  <a:gd name="T17" fmla="*/ 1 h 7"/>
                  <a:gd name="T18" fmla="*/ 24 w 21"/>
                  <a:gd name="T19" fmla="*/ 0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1" h="7">
                    <a:moveTo>
                      <a:pt x="21" y="0"/>
                    </a:moveTo>
                    <a:cubicBezTo>
                      <a:pt x="20" y="0"/>
                      <a:pt x="20" y="2"/>
                      <a:pt x="19" y="3"/>
                    </a:cubicBezTo>
                    <a:cubicBezTo>
                      <a:pt x="18" y="4"/>
                      <a:pt x="17" y="6"/>
                      <a:pt x="15" y="6"/>
                    </a:cubicBezTo>
                    <a:cubicBezTo>
                      <a:pt x="13" y="7"/>
                      <a:pt x="11" y="7"/>
                      <a:pt x="8" y="7"/>
                    </a:cubicBezTo>
                    <a:cubicBezTo>
                      <a:pt x="6" y="6"/>
                      <a:pt x="0" y="4"/>
                      <a:pt x="1" y="1"/>
                    </a:cubicBezTo>
                    <a:cubicBezTo>
                      <a:pt x="2" y="1"/>
                      <a:pt x="2" y="1"/>
                      <a:pt x="3" y="1"/>
                    </a:cubicBezTo>
                    <a:cubicBezTo>
                      <a:pt x="4" y="2"/>
                      <a:pt x="6" y="2"/>
                      <a:pt x="8" y="2"/>
                    </a:cubicBezTo>
                    <a:cubicBezTo>
                      <a:pt x="10" y="2"/>
                      <a:pt x="13" y="3"/>
                      <a:pt x="15" y="2"/>
                    </a:cubicBezTo>
                    <a:cubicBezTo>
                      <a:pt x="17" y="2"/>
                      <a:pt x="18" y="1"/>
                      <a:pt x="19" y="1"/>
                    </a:cubicBezTo>
                    <a:cubicBezTo>
                      <a:pt x="20" y="1"/>
                      <a:pt x="21" y="0"/>
                      <a:pt x="21" y="0"/>
                    </a:cubicBezTo>
                  </a:path>
                </a:pathLst>
              </a:custGeom>
              <a:solidFill>
                <a:srgbClr val="3E131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867" name="Freeform 400">
                <a:extLst>
                  <a:ext uri="{FF2B5EF4-FFF2-40B4-BE49-F238E27FC236}">
                    <a16:creationId xmlns:a16="http://schemas.microsoft.com/office/drawing/2014/main" id="{612BB9B3-A55F-46ED-84C5-6176121FB4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3" y="998"/>
                <a:ext cx="8" cy="8"/>
              </a:xfrm>
              <a:custGeom>
                <a:avLst/>
                <a:gdLst>
                  <a:gd name="T0" fmla="*/ 10 w 7"/>
                  <a:gd name="T1" fmla="*/ 7 h 7"/>
                  <a:gd name="T2" fmla="*/ 7 w 7"/>
                  <a:gd name="T3" fmla="*/ 1 h 7"/>
                  <a:gd name="T4" fmla="*/ 0 w 7"/>
                  <a:gd name="T5" fmla="*/ 3 h 7"/>
                  <a:gd name="T6" fmla="*/ 3 w 7"/>
                  <a:gd name="T7" fmla="*/ 10 h 7"/>
                  <a:gd name="T8" fmla="*/ 10 w 7"/>
                  <a:gd name="T9" fmla="*/ 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7" y="4"/>
                    </a:moveTo>
                    <a:cubicBezTo>
                      <a:pt x="7" y="2"/>
                      <a:pt x="5" y="1"/>
                      <a:pt x="4" y="1"/>
                    </a:cubicBezTo>
                    <a:cubicBezTo>
                      <a:pt x="2" y="0"/>
                      <a:pt x="0" y="2"/>
                      <a:pt x="0" y="3"/>
                    </a:cubicBezTo>
                    <a:cubicBezTo>
                      <a:pt x="0" y="5"/>
                      <a:pt x="1" y="7"/>
                      <a:pt x="3" y="7"/>
                    </a:cubicBezTo>
                    <a:cubicBezTo>
                      <a:pt x="5" y="7"/>
                      <a:pt x="6" y="5"/>
                      <a:pt x="7" y="4"/>
                    </a:cubicBezTo>
                  </a:path>
                </a:pathLst>
              </a:custGeom>
              <a:solidFill>
                <a:srgbClr val="E6AE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868" name="Freeform 401">
                <a:extLst>
                  <a:ext uri="{FF2B5EF4-FFF2-40B4-BE49-F238E27FC236}">
                    <a16:creationId xmlns:a16="http://schemas.microsoft.com/office/drawing/2014/main" id="{EEBCEC9A-18C4-49A9-9482-B5292190A5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5" y="998"/>
                <a:ext cx="8" cy="8"/>
              </a:xfrm>
              <a:custGeom>
                <a:avLst/>
                <a:gdLst>
                  <a:gd name="T0" fmla="*/ 1 w 7"/>
                  <a:gd name="T1" fmla="*/ 7 h 7"/>
                  <a:gd name="T2" fmla="*/ 7 w 7"/>
                  <a:gd name="T3" fmla="*/ 1 h 7"/>
                  <a:gd name="T4" fmla="*/ 10 w 7"/>
                  <a:gd name="T5" fmla="*/ 3 h 7"/>
                  <a:gd name="T6" fmla="*/ 7 w 7"/>
                  <a:gd name="T7" fmla="*/ 10 h 7"/>
                  <a:gd name="T8" fmla="*/ 1 w 7"/>
                  <a:gd name="T9" fmla="*/ 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4"/>
                    </a:moveTo>
                    <a:cubicBezTo>
                      <a:pt x="0" y="2"/>
                      <a:pt x="2" y="1"/>
                      <a:pt x="4" y="1"/>
                    </a:cubicBezTo>
                    <a:cubicBezTo>
                      <a:pt x="5" y="0"/>
                      <a:pt x="7" y="2"/>
                      <a:pt x="7" y="3"/>
                    </a:cubicBezTo>
                    <a:cubicBezTo>
                      <a:pt x="7" y="5"/>
                      <a:pt x="6" y="7"/>
                      <a:pt x="4" y="7"/>
                    </a:cubicBezTo>
                    <a:cubicBezTo>
                      <a:pt x="2" y="7"/>
                      <a:pt x="1" y="5"/>
                      <a:pt x="1" y="4"/>
                    </a:cubicBezTo>
                  </a:path>
                </a:pathLst>
              </a:custGeom>
              <a:solidFill>
                <a:srgbClr val="E6AE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869" name="Freeform 402">
                <a:extLst>
                  <a:ext uri="{FF2B5EF4-FFF2-40B4-BE49-F238E27FC236}">
                    <a16:creationId xmlns:a16="http://schemas.microsoft.com/office/drawing/2014/main" id="{24A8A125-BA3C-47E5-B912-57C992302D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5" y="978"/>
                <a:ext cx="20" cy="68"/>
              </a:xfrm>
              <a:custGeom>
                <a:avLst/>
                <a:gdLst>
                  <a:gd name="T0" fmla="*/ 0 w 19"/>
                  <a:gd name="T1" fmla="*/ 0 h 64"/>
                  <a:gd name="T2" fmla="*/ 8 w 19"/>
                  <a:gd name="T3" fmla="*/ 77 h 64"/>
                  <a:gd name="T4" fmla="*/ 0 w 19"/>
                  <a:gd name="T5" fmla="*/ 0 h 6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64">
                    <a:moveTo>
                      <a:pt x="0" y="0"/>
                    </a:moveTo>
                    <a:cubicBezTo>
                      <a:pt x="0" y="0"/>
                      <a:pt x="14" y="33"/>
                      <a:pt x="8" y="64"/>
                    </a:cubicBezTo>
                    <a:cubicBezTo>
                      <a:pt x="8" y="64"/>
                      <a:pt x="19" y="35"/>
                      <a:pt x="0" y="0"/>
                    </a:cubicBezTo>
                    <a:close/>
                  </a:path>
                </a:pathLst>
              </a:custGeom>
              <a:solidFill>
                <a:srgbClr val="773C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870" name="Freeform 403">
                <a:extLst>
                  <a:ext uri="{FF2B5EF4-FFF2-40B4-BE49-F238E27FC236}">
                    <a16:creationId xmlns:a16="http://schemas.microsoft.com/office/drawing/2014/main" id="{6B15C54B-77A0-473A-9885-9AADA87E0D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6" y="978"/>
                <a:ext cx="26" cy="65"/>
              </a:xfrm>
              <a:custGeom>
                <a:avLst/>
                <a:gdLst>
                  <a:gd name="T0" fmla="*/ 30 w 24"/>
                  <a:gd name="T1" fmla="*/ 0 h 61"/>
                  <a:gd name="T2" fmla="*/ 12 w 24"/>
                  <a:gd name="T3" fmla="*/ 74 h 61"/>
                  <a:gd name="T4" fmla="*/ 30 w 24"/>
                  <a:gd name="T5" fmla="*/ 0 h 6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61">
                    <a:moveTo>
                      <a:pt x="24" y="0"/>
                    </a:moveTo>
                    <a:cubicBezTo>
                      <a:pt x="24" y="0"/>
                      <a:pt x="5" y="28"/>
                      <a:pt x="9" y="61"/>
                    </a:cubicBezTo>
                    <a:cubicBezTo>
                      <a:pt x="9" y="61"/>
                      <a:pt x="0" y="31"/>
                      <a:pt x="24" y="0"/>
                    </a:cubicBezTo>
                    <a:close/>
                  </a:path>
                </a:pathLst>
              </a:custGeom>
              <a:solidFill>
                <a:srgbClr val="773C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871" name="Freeform 404">
                <a:extLst>
                  <a:ext uri="{FF2B5EF4-FFF2-40B4-BE49-F238E27FC236}">
                    <a16:creationId xmlns:a16="http://schemas.microsoft.com/office/drawing/2014/main" id="{DCFFA133-0C8B-4A12-B297-022A0E83AD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4" y="1100"/>
                <a:ext cx="82" cy="34"/>
              </a:xfrm>
              <a:custGeom>
                <a:avLst/>
                <a:gdLst>
                  <a:gd name="T0" fmla="*/ 87 w 77"/>
                  <a:gd name="T1" fmla="*/ 0 h 32"/>
                  <a:gd name="T2" fmla="*/ 82 w 77"/>
                  <a:gd name="T3" fmla="*/ 26 h 32"/>
                  <a:gd name="T4" fmla="*/ 68 w 77"/>
                  <a:gd name="T5" fmla="*/ 26 h 32"/>
                  <a:gd name="T6" fmla="*/ 51 w 77"/>
                  <a:gd name="T7" fmla="*/ 37 h 32"/>
                  <a:gd name="T8" fmla="*/ 45 w 77"/>
                  <a:gd name="T9" fmla="*/ 37 h 32"/>
                  <a:gd name="T10" fmla="*/ 26 w 77"/>
                  <a:gd name="T11" fmla="*/ 26 h 32"/>
                  <a:gd name="T12" fmla="*/ 13 w 77"/>
                  <a:gd name="T13" fmla="*/ 26 h 32"/>
                  <a:gd name="T14" fmla="*/ 6 w 77"/>
                  <a:gd name="T15" fmla="*/ 0 h 32"/>
                  <a:gd name="T16" fmla="*/ 7 w 77"/>
                  <a:gd name="T17" fmla="*/ 13 h 32"/>
                  <a:gd name="T18" fmla="*/ 21 w 77"/>
                  <a:gd name="T19" fmla="*/ 23 h 32"/>
                  <a:gd name="T20" fmla="*/ 34 w 77"/>
                  <a:gd name="T21" fmla="*/ 26 h 32"/>
                  <a:gd name="T22" fmla="*/ 64 w 77"/>
                  <a:gd name="T23" fmla="*/ 24 h 32"/>
                  <a:gd name="T24" fmla="*/ 72 w 77"/>
                  <a:gd name="T25" fmla="*/ 23 h 32"/>
                  <a:gd name="T26" fmla="*/ 83 w 77"/>
                  <a:gd name="T27" fmla="*/ 16 h 32"/>
                  <a:gd name="T28" fmla="*/ 87 w 77"/>
                  <a:gd name="T29" fmla="*/ 0 h 32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77" h="32">
                    <a:moveTo>
                      <a:pt x="72" y="0"/>
                    </a:moveTo>
                    <a:cubicBezTo>
                      <a:pt x="77" y="6"/>
                      <a:pt x="73" y="13"/>
                      <a:pt x="68" y="22"/>
                    </a:cubicBezTo>
                    <a:cubicBezTo>
                      <a:pt x="63" y="26"/>
                      <a:pt x="60" y="21"/>
                      <a:pt x="56" y="22"/>
                    </a:cubicBezTo>
                    <a:cubicBezTo>
                      <a:pt x="53" y="23"/>
                      <a:pt x="49" y="30"/>
                      <a:pt x="42" y="31"/>
                    </a:cubicBezTo>
                    <a:cubicBezTo>
                      <a:pt x="39" y="32"/>
                      <a:pt x="39" y="31"/>
                      <a:pt x="37" y="31"/>
                    </a:cubicBezTo>
                    <a:cubicBezTo>
                      <a:pt x="29" y="29"/>
                      <a:pt x="25" y="23"/>
                      <a:pt x="22" y="22"/>
                    </a:cubicBezTo>
                    <a:cubicBezTo>
                      <a:pt x="18" y="21"/>
                      <a:pt x="14" y="27"/>
                      <a:pt x="10" y="22"/>
                    </a:cubicBezTo>
                    <a:cubicBezTo>
                      <a:pt x="5" y="14"/>
                      <a:pt x="0" y="1"/>
                      <a:pt x="6" y="0"/>
                    </a:cubicBezTo>
                    <a:cubicBezTo>
                      <a:pt x="6" y="0"/>
                      <a:pt x="3" y="2"/>
                      <a:pt x="7" y="10"/>
                    </a:cubicBezTo>
                    <a:cubicBezTo>
                      <a:pt x="11" y="18"/>
                      <a:pt x="14" y="21"/>
                      <a:pt x="18" y="20"/>
                    </a:cubicBezTo>
                    <a:cubicBezTo>
                      <a:pt x="22" y="18"/>
                      <a:pt x="23" y="17"/>
                      <a:pt x="28" y="22"/>
                    </a:cubicBezTo>
                    <a:cubicBezTo>
                      <a:pt x="37" y="32"/>
                      <a:pt x="43" y="30"/>
                      <a:pt x="53" y="21"/>
                    </a:cubicBezTo>
                    <a:cubicBezTo>
                      <a:pt x="56" y="18"/>
                      <a:pt x="58" y="19"/>
                      <a:pt x="60" y="20"/>
                    </a:cubicBezTo>
                    <a:cubicBezTo>
                      <a:pt x="61" y="20"/>
                      <a:pt x="66" y="20"/>
                      <a:pt x="69" y="13"/>
                    </a:cubicBezTo>
                    <a:cubicBezTo>
                      <a:pt x="71" y="9"/>
                      <a:pt x="76" y="6"/>
                      <a:pt x="72" y="0"/>
                    </a:cubicBezTo>
                    <a:close/>
                  </a:path>
                </a:pathLst>
              </a:custGeom>
              <a:solidFill>
                <a:srgbClr val="773C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872" name="Freeform 405">
                <a:extLst>
                  <a:ext uri="{FF2B5EF4-FFF2-40B4-BE49-F238E27FC236}">
                    <a16:creationId xmlns:a16="http://schemas.microsoft.com/office/drawing/2014/main" id="{8E7E0370-CF1C-4861-932D-779DA7D94C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8" y="1142"/>
                <a:ext cx="25" cy="11"/>
              </a:xfrm>
              <a:custGeom>
                <a:avLst/>
                <a:gdLst>
                  <a:gd name="T0" fmla="*/ 0 w 23"/>
                  <a:gd name="T1" fmla="*/ 1 h 10"/>
                  <a:gd name="T2" fmla="*/ 16 w 23"/>
                  <a:gd name="T3" fmla="*/ 2 h 10"/>
                  <a:gd name="T4" fmla="*/ 29 w 23"/>
                  <a:gd name="T5" fmla="*/ 13 h 10"/>
                  <a:gd name="T6" fmla="*/ 16 w 23"/>
                  <a:gd name="T7" fmla="*/ 4 h 10"/>
                  <a:gd name="T8" fmla="*/ 10 w 23"/>
                  <a:gd name="T9" fmla="*/ 1 h 10"/>
                  <a:gd name="T10" fmla="*/ 2 w 23"/>
                  <a:gd name="T11" fmla="*/ 1 h 1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3" h="10">
                    <a:moveTo>
                      <a:pt x="0" y="1"/>
                    </a:moveTo>
                    <a:cubicBezTo>
                      <a:pt x="4" y="1"/>
                      <a:pt x="9" y="0"/>
                      <a:pt x="13" y="2"/>
                    </a:cubicBezTo>
                    <a:cubicBezTo>
                      <a:pt x="16" y="5"/>
                      <a:pt x="20" y="7"/>
                      <a:pt x="23" y="10"/>
                    </a:cubicBezTo>
                    <a:cubicBezTo>
                      <a:pt x="19" y="10"/>
                      <a:pt x="16" y="6"/>
                      <a:pt x="13" y="4"/>
                    </a:cubicBezTo>
                    <a:cubicBezTo>
                      <a:pt x="11" y="3"/>
                      <a:pt x="9" y="2"/>
                      <a:pt x="7" y="1"/>
                    </a:cubicBezTo>
                    <a:cubicBezTo>
                      <a:pt x="6" y="1"/>
                      <a:pt x="4" y="2"/>
                      <a:pt x="2" y="1"/>
                    </a:cubicBezTo>
                  </a:path>
                </a:pathLst>
              </a:custGeom>
              <a:solidFill>
                <a:srgbClr val="D89B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</p:grpSp>
        <p:sp>
          <p:nvSpPr>
            <p:cNvPr id="49666" name="Freeform 406">
              <a:extLst>
                <a:ext uri="{FF2B5EF4-FFF2-40B4-BE49-F238E27FC236}">
                  <a16:creationId xmlns:a16="http://schemas.microsoft.com/office/drawing/2014/main" id="{0C6FA476-5C1E-4BC3-8BD0-6CC579C4CB5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6" y="1166"/>
              <a:ext cx="32" cy="9"/>
            </a:xfrm>
            <a:custGeom>
              <a:avLst/>
              <a:gdLst>
                <a:gd name="T0" fmla="*/ 36 w 30"/>
                <a:gd name="T1" fmla="*/ 2 h 9"/>
                <a:gd name="T2" fmla="*/ 19 w 30"/>
                <a:gd name="T3" fmla="*/ 0 h 9"/>
                <a:gd name="T4" fmla="*/ 12 w 30"/>
                <a:gd name="T5" fmla="*/ 2 h 9"/>
                <a:gd name="T6" fmla="*/ 2 w 30"/>
                <a:gd name="T7" fmla="*/ 3 h 9"/>
                <a:gd name="T8" fmla="*/ 6 w 30"/>
                <a:gd name="T9" fmla="*/ 7 h 9"/>
                <a:gd name="T10" fmla="*/ 18 w 30"/>
                <a:gd name="T11" fmla="*/ 5 h 9"/>
                <a:gd name="T12" fmla="*/ 27 w 30"/>
                <a:gd name="T13" fmla="*/ 6 h 9"/>
                <a:gd name="T14" fmla="*/ 35 w 30"/>
                <a:gd name="T15" fmla="*/ 7 h 9"/>
                <a:gd name="T16" fmla="*/ 36 w 30"/>
                <a:gd name="T17" fmla="*/ 5 h 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0" h="9">
                  <a:moveTo>
                    <a:pt x="30" y="2"/>
                  </a:moveTo>
                  <a:cubicBezTo>
                    <a:pt x="25" y="4"/>
                    <a:pt x="21" y="0"/>
                    <a:pt x="16" y="0"/>
                  </a:cubicBezTo>
                  <a:cubicBezTo>
                    <a:pt x="14" y="0"/>
                    <a:pt x="12" y="1"/>
                    <a:pt x="9" y="2"/>
                  </a:cubicBezTo>
                  <a:cubicBezTo>
                    <a:pt x="7" y="2"/>
                    <a:pt x="4" y="1"/>
                    <a:pt x="2" y="3"/>
                  </a:cubicBezTo>
                  <a:cubicBezTo>
                    <a:pt x="0" y="5"/>
                    <a:pt x="4" y="6"/>
                    <a:pt x="6" y="7"/>
                  </a:cubicBezTo>
                  <a:cubicBezTo>
                    <a:pt x="9" y="7"/>
                    <a:pt x="12" y="6"/>
                    <a:pt x="15" y="5"/>
                  </a:cubicBezTo>
                  <a:cubicBezTo>
                    <a:pt x="17" y="5"/>
                    <a:pt x="20" y="5"/>
                    <a:pt x="22" y="6"/>
                  </a:cubicBezTo>
                  <a:cubicBezTo>
                    <a:pt x="24" y="6"/>
                    <a:pt x="27" y="9"/>
                    <a:pt x="29" y="7"/>
                  </a:cubicBezTo>
                  <a:cubicBezTo>
                    <a:pt x="30" y="7"/>
                    <a:pt x="30" y="6"/>
                    <a:pt x="30" y="5"/>
                  </a:cubicBezTo>
                </a:path>
              </a:pathLst>
            </a:custGeom>
            <a:solidFill>
              <a:srgbClr val="D89B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9667" name="Oval 407">
              <a:extLst>
                <a:ext uri="{FF2B5EF4-FFF2-40B4-BE49-F238E27FC236}">
                  <a16:creationId xmlns:a16="http://schemas.microsoft.com/office/drawing/2014/main" id="{25917C3E-2DB1-4186-A4F7-DF8972D063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08" y="937"/>
              <a:ext cx="20" cy="20"/>
            </a:xfrm>
            <a:prstGeom prst="ellipse">
              <a:avLst/>
            </a:prstGeom>
            <a:solidFill>
              <a:srgbClr val="9614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9668" name="Freeform 408">
              <a:extLst>
                <a:ext uri="{FF2B5EF4-FFF2-40B4-BE49-F238E27FC236}">
                  <a16:creationId xmlns:a16="http://schemas.microsoft.com/office/drawing/2014/main" id="{3BD0ECE0-456F-45BF-BF5E-0088D1B23E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8" y="810"/>
              <a:ext cx="181" cy="269"/>
            </a:xfrm>
            <a:custGeom>
              <a:avLst/>
              <a:gdLst>
                <a:gd name="T0" fmla="*/ 205 w 170"/>
                <a:gd name="T1" fmla="*/ 117 h 253"/>
                <a:gd name="T2" fmla="*/ 80 w 170"/>
                <a:gd name="T3" fmla="*/ 187 h 253"/>
                <a:gd name="T4" fmla="*/ 23 w 170"/>
                <a:gd name="T5" fmla="*/ 304 h 253"/>
                <a:gd name="T6" fmla="*/ 1 w 170"/>
                <a:gd name="T7" fmla="*/ 225 h 253"/>
                <a:gd name="T8" fmla="*/ 167 w 170"/>
                <a:gd name="T9" fmla="*/ 4 h 253"/>
                <a:gd name="T10" fmla="*/ 202 w 170"/>
                <a:gd name="T11" fmla="*/ 12 h 253"/>
                <a:gd name="T12" fmla="*/ 205 w 170"/>
                <a:gd name="T13" fmla="*/ 117 h 25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0" h="253">
                  <a:moveTo>
                    <a:pt x="170" y="97"/>
                  </a:moveTo>
                  <a:cubicBezTo>
                    <a:pt x="170" y="97"/>
                    <a:pt x="113" y="137"/>
                    <a:pt x="66" y="156"/>
                  </a:cubicBezTo>
                  <a:cubicBezTo>
                    <a:pt x="19" y="174"/>
                    <a:pt x="13" y="217"/>
                    <a:pt x="20" y="253"/>
                  </a:cubicBezTo>
                  <a:cubicBezTo>
                    <a:pt x="20" y="253"/>
                    <a:pt x="2" y="229"/>
                    <a:pt x="1" y="187"/>
                  </a:cubicBezTo>
                  <a:cubicBezTo>
                    <a:pt x="0" y="120"/>
                    <a:pt x="29" y="22"/>
                    <a:pt x="138" y="4"/>
                  </a:cubicBezTo>
                  <a:cubicBezTo>
                    <a:pt x="161" y="0"/>
                    <a:pt x="167" y="9"/>
                    <a:pt x="167" y="9"/>
                  </a:cubicBezTo>
                  <a:lnTo>
                    <a:pt x="170" y="9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9669" name="Freeform 409">
              <a:extLst>
                <a:ext uri="{FF2B5EF4-FFF2-40B4-BE49-F238E27FC236}">
                  <a16:creationId xmlns:a16="http://schemas.microsoft.com/office/drawing/2014/main" id="{3ECBEB27-B212-48BB-ADF3-E8ED0CD165D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6" y="810"/>
              <a:ext cx="175" cy="275"/>
            </a:xfrm>
            <a:custGeom>
              <a:avLst/>
              <a:gdLst>
                <a:gd name="T0" fmla="*/ 3 w 165"/>
                <a:gd name="T1" fmla="*/ 117 h 258"/>
                <a:gd name="T2" fmla="*/ 119 w 165"/>
                <a:gd name="T3" fmla="*/ 189 h 258"/>
                <a:gd name="T4" fmla="*/ 177 w 165"/>
                <a:gd name="T5" fmla="*/ 312 h 258"/>
                <a:gd name="T6" fmla="*/ 197 w 165"/>
                <a:gd name="T7" fmla="*/ 228 h 258"/>
                <a:gd name="T8" fmla="*/ 34 w 165"/>
                <a:gd name="T9" fmla="*/ 4 h 258"/>
                <a:gd name="T10" fmla="*/ 0 w 165"/>
                <a:gd name="T11" fmla="*/ 12 h 258"/>
                <a:gd name="T12" fmla="*/ 3 w 165"/>
                <a:gd name="T13" fmla="*/ 117 h 25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5" h="258">
                  <a:moveTo>
                    <a:pt x="3" y="97"/>
                  </a:moveTo>
                  <a:cubicBezTo>
                    <a:pt x="3" y="97"/>
                    <a:pt x="53" y="137"/>
                    <a:pt x="100" y="156"/>
                  </a:cubicBezTo>
                  <a:cubicBezTo>
                    <a:pt x="147" y="174"/>
                    <a:pt x="156" y="222"/>
                    <a:pt x="148" y="258"/>
                  </a:cubicBezTo>
                  <a:cubicBezTo>
                    <a:pt x="148" y="258"/>
                    <a:pt x="164" y="232"/>
                    <a:pt x="165" y="189"/>
                  </a:cubicBezTo>
                  <a:cubicBezTo>
                    <a:pt x="165" y="121"/>
                    <a:pt x="137" y="22"/>
                    <a:pt x="28" y="4"/>
                  </a:cubicBezTo>
                  <a:cubicBezTo>
                    <a:pt x="5" y="0"/>
                    <a:pt x="0" y="9"/>
                    <a:pt x="0" y="9"/>
                  </a:cubicBezTo>
                  <a:lnTo>
                    <a:pt x="3" y="9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9670" name="Freeform 410">
              <a:extLst>
                <a:ext uri="{FF2B5EF4-FFF2-40B4-BE49-F238E27FC236}">
                  <a16:creationId xmlns:a16="http://schemas.microsoft.com/office/drawing/2014/main" id="{E100153D-1E8F-4893-9A8C-6E2F08FD87F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9" y="1070"/>
              <a:ext cx="35" cy="265"/>
            </a:xfrm>
            <a:custGeom>
              <a:avLst/>
              <a:gdLst>
                <a:gd name="T0" fmla="*/ 18 w 32"/>
                <a:gd name="T1" fmla="*/ 0 h 249"/>
                <a:gd name="T2" fmla="*/ 10 w 32"/>
                <a:gd name="T3" fmla="*/ 31 h 249"/>
                <a:gd name="T4" fmla="*/ 18 w 32"/>
                <a:gd name="T5" fmla="*/ 70 h 249"/>
                <a:gd name="T6" fmla="*/ 14 w 32"/>
                <a:gd name="T7" fmla="*/ 106 h 249"/>
                <a:gd name="T8" fmla="*/ 26 w 32"/>
                <a:gd name="T9" fmla="*/ 142 h 249"/>
                <a:gd name="T10" fmla="*/ 11 w 32"/>
                <a:gd name="T11" fmla="*/ 189 h 249"/>
                <a:gd name="T12" fmla="*/ 20 w 32"/>
                <a:gd name="T13" fmla="*/ 233 h 249"/>
                <a:gd name="T14" fmla="*/ 2 w 32"/>
                <a:gd name="T15" fmla="*/ 261 h 249"/>
                <a:gd name="T16" fmla="*/ 3 w 32"/>
                <a:gd name="T17" fmla="*/ 296 h 249"/>
                <a:gd name="T18" fmla="*/ 2 w 32"/>
                <a:gd name="T19" fmla="*/ 299 h 249"/>
                <a:gd name="T20" fmla="*/ 5 w 32"/>
                <a:gd name="T21" fmla="*/ 270 h 249"/>
                <a:gd name="T22" fmla="*/ 25 w 32"/>
                <a:gd name="T23" fmla="*/ 247 h 249"/>
                <a:gd name="T24" fmla="*/ 28 w 32"/>
                <a:gd name="T25" fmla="*/ 218 h 249"/>
                <a:gd name="T26" fmla="*/ 20 w 32"/>
                <a:gd name="T27" fmla="*/ 192 h 249"/>
                <a:gd name="T28" fmla="*/ 34 w 32"/>
                <a:gd name="T29" fmla="*/ 135 h 249"/>
                <a:gd name="T30" fmla="*/ 24 w 32"/>
                <a:gd name="T31" fmla="*/ 110 h 249"/>
                <a:gd name="T32" fmla="*/ 25 w 32"/>
                <a:gd name="T33" fmla="*/ 84 h 249"/>
                <a:gd name="T34" fmla="*/ 23 w 32"/>
                <a:gd name="T35" fmla="*/ 42 h 249"/>
                <a:gd name="T36" fmla="*/ 25 w 32"/>
                <a:gd name="T37" fmla="*/ 0 h 249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32" h="249">
                  <a:moveTo>
                    <a:pt x="14" y="0"/>
                  </a:moveTo>
                  <a:cubicBezTo>
                    <a:pt x="15" y="9"/>
                    <a:pt x="8" y="17"/>
                    <a:pt x="7" y="25"/>
                  </a:cubicBezTo>
                  <a:cubicBezTo>
                    <a:pt x="6" y="37"/>
                    <a:pt x="12" y="46"/>
                    <a:pt x="14" y="58"/>
                  </a:cubicBezTo>
                  <a:cubicBezTo>
                    <a:pt x="15" y="69"/>
                    <a:pt x="13" y="78"/>
                    <a:pt x="11" y="88"/>
                  </a:cubicBezTo>
                  <a:cubicBezTo>
                    <a:pt x="9" y="101"/>
                    <a:pt x="16" y="106"/>
                    <a:pt x="20" y="117"/>
                  </a:cubicBezTo>
                  <a:cubicBezTo>
                    <a:pt x="25" y="133"/>
                    <a:pt x="12" y="142"/>
                    <a:pt x="8" y="157"/>
                  </a:cubicBezTo>
                  <a:cubicBezTo>
                    <a:pt x="4" y="171"/>
                    <a:pt x="17" y="180"/>
                    <a:pt x="15" y="194"/>
                  </a:cubicBezTo>
                  <a:cubicBezTo>
                    <a:pt x="14" y="203"/>
                    <a:pt x="4" y="206"/>
                    <a:pt x="2" y="216"/>
                  </a:cubicBezTo>
                  <a:cubicBezTo>
                    <a:pt x="0" y="224"/>
                    <a:pt x="1" y="236"/>
                    <a:pt x="3" y="245"/>
                  </a:cubicBezTo>
                  <a:cubicBezTo>
                    <a:pt x="3" y="245"/>
                    <a:pt x="2" y="249"/>
                    <a:pt x="2" y="248"/>
                  </a:cubicBezTo>
                  <a:cubicBezTo>
                    <a:pt x="3" y="240"/>
                    <a:pt x="2" y="232"/>
                    <a:pt x="5" y="225"/>
                  </a:cubicBezTo>
                  <a:cubicBezTo>
                    <a:pt x="7" y="217"/>
                    <a:pt x="15" y="212"/>
                    <a:pt x="19" y="205"/>
                  </a:cubicBezTo>
                  <a:cubicBezTo>
                    <a:pt x="22" y="198"/>
                    <a:pt x="23" y="188"/>
                    <a:pt x="22" y="181"/>
                  </a:cubicBezTo>
                  <a:cubicBezTo>
                    <a:pt x="20" y="173"/>
                    <a:pt x="15" y="168"/>
                    <a:pt x="15" y="159"/>
                  </a:cubicBezTo>
                  <a:cubicBezTo>
                    <a:pt x="15" y="141"/>
                    <a:pt x="32" y="130"/>
                    <a:pt x="26" y="112"/>
                  </a:cubicBezTo>
                  <a:cubicBezTo>
                    <a:pt x="23" y="105"/>
                    <a:pt x="18" y="99"/>
                    <a:pt x="18" y="91"/>
                  </a:cubicBezTo>
                  <a:cubicBezTo>
                    <a:pt x="17" y="84"/>
                    <a:pt x="19" y="77"/>
                    <a:pt x="19" y="70"/>
                  </a:cubicBezTo>
                  <a:cubicBezTo>
                    <a:pt x="19" y="58"/>
                    <a:pt x="19" y="47"/>
                    <a:pt x="17" y="35"/>
                  </a:cubicBezTo>
                  <a:cubicBezTo>
                    <a:pt x="14" y="22"/>
                    <a:pt x="19" y="13"/>
                    <a:pt x="19" y="0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9671" name="Freeform 411">
              <a:extLst>
                <a:ext uri="{FF2B5EF4-FFF2-40B4-BE49-F238E27FC236}">
                  <a16:creationId xmlns:a16="http://schemas.microsoft.com/office/drawing/2014/main" id="{0A018399-CFA0-47A8-B13E-7868BE024C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2" y="1056"/>
              <a:ext cx="26" cy="227"/>
            </a:xfrm>
            <a:custGeom>
              <a:avLst/>
              <a:gdLst>
                <a:gd name="T0" fmla="*/ 12 w 25"/>
                <a:gd name="T1" fmla="*/ 1 h 213"/>
                <a:gd name="T2" fmla="*/ 21 w 25"/>
                <a:gd name="T3" fmla="*/ 79 h 213"/>
                <a:gd name="T4" fmla="*/ 11 w 25"/>
                <a:gd name="T5" fmla="*/ 109 h 213"/>
                <a:gd name="T6" fmla="*/ 19 w 25"/>
                <a:gd name="T7" fmla="*/ 141 h 213"/>
                <a:gd name="T8" fmla="*/ 11 w 25"/>
                <a:gd name="T9" fmla="*/ 202 h 213"/>
                <a:gd name="T10" fmla="*/ 18 w 25"/>
                <a:gd name="T11" fmla="*/ 236 h 213"/>
                <a:gd name="T12" fmla="*/ 11 w 25"/>
                <a:gd name="T13" fmla="*/ 258 h 213"/>
                <a:gd name="T14" fmla="*/ 2 w 25"/>
                <a:gd name="T15" fmla="*/ 207 h 213"/>
                <a:gd name="T16" fmla="*/ 12 w 25"/>
                <a:gd name="T17" fmla="*/ 148 h 213"/>
                <a:gd name="T18" fmla="*/ 1 w 25"/>
                <a:gd name="T19" fmla="*/ 118 h 213"/>
                <a:gd name="T20" fmla="*/ 10 w 25"/>
                <a:gd name="T21" fmla="*/ 92 h 213"/>
                <a:gd name="T22" fmla="*/ 9 w 25"/>
                <a:gd name="T23" fmla="*/ 31 h 213"/>
                <a:gd name="T24" fmla="*/ 10 w 25"/>
                <a:gd name="T25" fmla="*/ 0 h 21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5" h="213">
                  <a:moveTo>
                    <a:pt x="12" y="1"/>
                  </a:moveTo>
                  <a:cubicBezTo>
                    <a:pt x="9" y="23"/>
                    <a:pt x="17" y="43"/>
                    <a:pt x="18" y="65"/>
                  </a:cubicBezTo>
                  <a:cubicBezTo>
                    <a:pt x="19" y="75"/>
                    <a:pt x="15" y="81"/>
                    <a:pt x="11" y="90"/>
                  </a:cubicBezTo>
                  <a:cubicBezTo>
                    <a:pt x="6" y="100"/>
                    <a:pt x="11" y="106"/>
                    <a:pt x="16" y="116"/>
                  </a:cubicBezTo>
                  <a:cubicBezTo>
                    <a:pt x="25" y="135"/>
                    <a:pt x="14" y="149"/>
                    <a:pt x="11" y="167"/>
                  </a:cubicBezTo>
                  <a:cubicBezTo>
                    <a:pt x="9" y="177"/>
                    <a:pt x="14" y="185"/>
                    <a:pt x="15" y="194"/>
                  </a:cubicBezTo>
                  <a:cubicBezTo>
                    <a:pt x="16" y="201"/>
                    <a:pt x="13" y="207"/>
                    <a:pt x="11" y="213"/>
                  </a:cubicBezTo>
                  <a:cubicBezTo>
                    <a:pt x="13" y="197"/>
                    <a:pt x="0" y="187"/>
                    <a:pt x="2" y="171"/>
                  </a:cubicBezTo>
                  <a:cubicBezTo>
                    <a:pt x="3" y="153"/>
                    <a:pt x="19" y="140"/>
                    <a:pt x="12" y="122"/>
                  </a:cubicBezTo>
                  <a:cubicBezTo>
                    <a:pt x="9" y="114"/>
                    <a:pt x="1" y="107"/>
                    <a:pt x="1" y="98"/>
                  </a:cubicBezTo>
                  <a:cubicBezTo>
                    <a:pt x="1" y="90"/>
                    <a:pt x="7" y="83"/>
                    <a:pt x="10" y="76"/>
                  </a:cubicBezTo>
                  <a:cubicBezTo>
                    <a:pt x="17" y="58"/>
                    <a:pt x="11" y="43"/>
                    <a:pt x="9" y="25"/>
                  </a:cubicBezTo>
                  <a:cubicBezTo>
                    <a:pt x="8" y="16"/>
                    <a:pt x="8" y="8"/>
                    <a:pt x="10" y="0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9672" name="Freeform 412">
              <a:extLst>
                <a:ext uri="{FF2B5EF4-FFF2-40B4-BE49-F238E27FC236}">
                  <a16:creationId xmlns:a16="http://schemas.microsoft.com/office/drawing/2014/main" id="{9FA85AE0-2F5A-473F-A7E9-DE61B061B8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8" y="1202"/>
              <a:ext cx="188" cy="957"/>
            </a:xfrm>
            <a:custGeom>
              <a:avLst/>
              <a:gdLst>
                <a:gd name="T0" fmla="*/ 154 w 176"/>
                <a:gd name="T1" fmla="*/ 55 h 898"/>
                <a:gd name="T2" fmla="*/ 97 w 176"/>
                <a:gd name="T3" fmla="*/ 168 h 898"/>
                <a:gd name="T4" fmla="*/ 72 w 176"/>
                <a:gd name="T5" fmla="*/ 263 h 898"/>
                <a:gd name="T6" fmla="*/ 97 w 176"/>
                <a:gd name="T7" fmla="*/ 363 h 898"/>
                <a:gd name="T8" fmla="*/ 128 w 176"/>
                <a:gd name="T9" fmla="*/ 507 h 898"/>
                <a:gd name="T10" fmla="*/ 147 w 176"/>
                <a:gd name="T11" fmla="*/ 602 h 898"/>
                <a:gd name="T12" fmla="*/ 173 w 176"/>
                <a:gd name="T13" fmla="*/ 743 h 898"/>
                <a:gd name="T14" fmla="*/ 151 w 176"/>
                <a:gd name="T15" fmla="*/ 880 h 898"/>
                <a:gd name="T16" fmla="*/ 129 w 176"/>
                <a:gd name="T17" fmla="*/ 973 h 898"/>
                <a:gd name="T18" fmla="*/ 112 w 176"/>
                <a:gd name="T19" fmla="*/ 1087 h 898"/>
                <a:gd name="T20" fmla="*/ 89 w 176"/>
                <a:gd name="T21" fmla="*/ 970 h 898"/>
                <a:gd name="T22" fmla="*/ 113 w 176"/>
                <a:gd name="T23" fmla="*/ 878 h 898"/>
                <a:gd name="T24" fmla="*/ 119 w 176"/>
                <a:gd name="T25" fmla="*/ 753 h 898"/>
                <a:gd name="T26" fmla="*/ 110 w 176"/>
                <a:gd name="T27" fmla="*/ 613 h 898"/>
                <a:gd name="T28" fmla="*/ 83 w 176"/>
                <a:gd name="T29" fmla="*/ 513 h 898"/>
                <a:gd name="T30" fmla="*/ 54 w 176"/>
                <a:gd name="T31" fmla="*/ 379 h 898"/>
                <a:gd name="T32" fmla="*/ 43 w 176"/>
                <a:gd name="T33" fmla="*/ 264 h 898"/>
                <a:gd name="T34" fmla="*/ 72 w 176"/>
                <a:gd name="T35" fmla="*/ 160 h 898"/>
                <a:gd name="T36" fmla="*/ 114 w 176"/>
                <a:gd name="T37" fmla="*/ 52 h 898"/>
                <a:gd name="T38" fmla="*/ 138 w 176"/>
                <a:gd name="T39" fmla="*/ 0 h 898"/>
                <a:gd name="T40" fmla="*/ 154 w 176"/>
                <a:gd name="T41" fmla="*/ 55 h 898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76" h="898">
                  <a:moveTo>
                    <a:pt x="126" y="46"/>
                  </a:moveTo>
                  <a:cubicBezTo>
                    <a:pt x="126" y="46"/>
                    <a:pt x="132" y="121"/>
                    <a:pt x="80" y="139"/>
                  </a:cubicBezTo>
                  <a:cubicBezTo>
                    <a:pt x="80" y="139"/>
                    <a:pt x="94" y="183"/>
                    <a:pt x="59" y="218"/>
                  </a:cubicBezTo>
                  <a:cubicBezTo>
                    <a:pt x="59" y="218"/>
                    <a:pt x="98" y="255"/>
                    <a:pt x="80" y="300"/>
                  </a:cubicBezTo>
                  <a:cubicBezTo>
                    <a:pt x="80" y="300"/>
                    <a:pt x="142" y="365"/>
                    <a:pt x="105" y="419"/>
                  </a:cubicBezTo>
                  <a:cubicBezTo>
                    <a:pt x="105" y="419"/>
                    <a:pt x="142" y="456"/>
                    <a:pt x="121" y="497"/>
                  </a:cubicBezTo>
                  <a:cubicBezTo>
                    <a:pt x="121" y="497"/>
                    <a:pt x="176" y="564"/>
                    <a:pt x="142" y="614"/>
                  </a:cubicBezTo>
                  <a:cubicBezTo>
                    <a:pt x="142" y="614"/>
                    <a:pt x="169" y="690"/>
                    <a:pt x="124" y="727"/>
                  </a:cubicBezTo>
                  <a:cubicBezTo>
                    <a:pt x="124" y="727"/>
                    <a:pt x="145" y="764"/>
                    <a:pt x="106" y="804"/>
                  </a:cubicBezTo>
                  <a:cubicBezTo>
                    <a:pt x="67" y="845"/>
                    <a:pt x="92" y="898"/>
                    <a:pt x="92" y="898"/>
                  </a:cubicBezTo>
                  <a:cubicBezTo>
                    <a:pt x="92" y="898"/>
                    <a:pt x="54" y="833"/>
                    <a:pt x="73" y="801"/>
                  </a:cubicBezTo>
                  <a:cubicBezTo>
                    <a:pt x="93" y="768"/>
                    <a:pt x="68" y="728"/>
                    <a:pt x="93" y="725"/>
                  </a:cubicBezTo>
                  <a:cubicBezTo>
                    <a:pt x="93" y="725"/>
                    <a:pt x="68" y="640"/>
                    <a:pt x="97" y="622"/>
                  </a:cubicBezTo>
                  <a:cubicBezTo>
                    <a:pt x="97" y="622"/>
                    <a:pt x="42" y="549"/>
                    <a:pt x="90" y="507"/>
                  </a:cubicBezTo>
                  <a:cubicBezTo>
                    <a:pt x="90" y="507"/>
                    <a:pt x="28" y="455"/>
                    <a:pt x="68" y="423"/>
                  </a:cubicBezTo>
                  <a:cubicBezTo>
                    <a:pt x="68" y="423"/>
                    <a:pt x="19" y="393"/>
                    <a:pt x="45" y="313"/>
                  </a:cubicBezTo>
                  <a:cubicBezTo>
                    <a:pt x="45" y="313"/>
                    <a:pt x="0" y="274"/>
                    <a:pt x="35" y="219"/>
                  </a:cubicBezTo>
                  <a:cubicBezTo>
                    <a:pt x="35" y="219"/>
                    <a:pt x="4" y="166"/>
                    <a:pt x="59" y="132"/>
                  </a:cubicBezTo>
                  <a:cubicBezTo>
                    <a:pt x="59" y="132"/>
                    <a:pt x="52" y="88"/>
                    <a:pt x="94" y="43"/>
                  </a:cubicBezTo>
                  <a:cubicBezTo>
                    <a:pt x="103" y="34"/>
                    <a:pt x="89" y="22"/>
                    <a:pt x="113" y="0"/>
                  </a:cubicBezTo>
                  <a:lnTo>
                    <a:pt x="126" y="4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</p:grpSp>
      <p:grpSp>
        <p:nvGrpSpPr>
          <p:cNvPr id="49155" name="Obese-Male-Body-Illustration">
            <a:extLst>
              <a:ext uri="{FF2B5EF4-FFF2-40B4-BE49-F238E27FC236}">
                <a16:creationId xmlns:a16="http://schemas.microsoft.com/office/drawing/2014/main" id="{123C60C6-6561-4842-A28D-65F933870B61}"/>
              </a:ext>
            </a:extLst>
          </p:cNvPr>
          <p:cNvGrpSpPr>
            <a:grpSpLocks/>
          </p:cNvGrpSpPr>
          <p:nvPr/>
        </p:nvGrpSpPr>
        <p:grpSpPr bwMode="auto">
          <a:xfrm>
            <a:off x="2579688" y="1181100"/>
            <a:ext cx="2954337" cy="5297488"/>
            <a:chOff x="665" y="719"/>
            <a:chExt cx="1861" cy="3337"/>
          </a:xfrm>
        </p:grpSpPr>
        <p:grpSp>
          <p:nvGrpSpPr>
            <p:cNvPr id="49266" name="Group 414">
              <a:extLst>
                <a:ext uri="{FF2B5EF4-FFF2-40B4-BE49-F238E27FC236}">
                  <a16:creationId xmlns:a16="http://schemas.microsoft.com/office/drawing/2014/main" id="{4B97F2A5-2263-448F-B0BD-5A940BC7E72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65" y="742"/>
              <a:ext cx="1861" cy="3314"/>
              <a:chOff x="665" y="742"/>
              <a:chExt cx="1861" cy="3314"/>
            </a:xfrm>
          </p:grpSpPr>
          <p:sp>
            <p:nvSpPr>
              <p:cNvPr id="49464" name="Freeform 415">
                <a:extLst>
                  <a:ext uri="{FF2B5EF4-FFF2-40B4-BE49-F238E27FC236}">
                    <a16:creationId xmlns:a16="http://schemas.microsoft.com/office/drawing/2014/main" id="{FAEE9A5B-A121-403B-83B5-803B1A818D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5" y="742"/>
                <a:ext cx="1861" cy="3314"/>
              </a:xfrm>
              <a:custGeom>
                <a:avLst/>
                <a:gdLst>
                  <a:gd name="T0" fmla="*/ 1253 w 1747"/>
                  <a:gd name="T1" fmla="*/ 208 h 3108"/>
                  <a:gd name="T2" fmla="*/ 1255 w 1747"/>
                  <a:gd name="T3" fmla="*/ 424 h 3108"/>
                  <a:gd name="T4" fmla="*/ 1815 w 1747"/>
                  <a:gd name="T5" fmla="*/ 737 h 3108"/>
                  <a:gd name="T6" fmla="*/ 1975 w 1747"/>
                  <a:gd name="T7" fmla="*/ 1221 h 3108"/>
                  <a:gd name="T8" fmla="*/ 2058 w 1747"/>
                  <a:gd name="T9" fmla="*/ 1505 h 3108"/>
                  <a:gd name="T10" fmla="*/ 2073 w 1747"/>
                  <a:gd name="T11" fmla="*/ 1663 h 3108"/>
                  <a:gd name="T12" fmla="*/ 2094 w 1747"/>
                  <a:gd name="T13" fmla="*/ 1881 h 3108"/>
                  <a:gd name="T14" fmla="*/ 1959 w 1747"/>
                  <a:gd name="T15" fmla="*/ 2060 h 3108"/>
                  <a:gd name="T16" fmla="*/ 1894 w 1747"/>
                  <a:gd name="T17" fmla="*/ 1994 h 3108"/>
                  <a:gd name="T18" fmla="*/ 1861 w 1747"/>
                  <a:gd name="T19" fmla="*/ 1768 h 3108"/>
                  <a:gd name="T20" fmla="*/ 1774 w 1747"/>
                  <a:gd name="T21" fmla="*/ 1565 h 3108"/>
                  <a:gd name="T22" fmla="*/ 1763 w 1747"/>
                  <a:gd name="T23" fmla="*/ 2499 h 3108"/>
                  <a:gd name="T24" fmla="*/ 1708 w 1747"/>
                  <a:gd name="T25" fmla="*/ 2783 h 3108"/>
                  <a:gd name="T26" fmla="*/ 1693 w 1747"/>
                  <a:gd name="T27" fmla="*/ 3436 h 3108"/>
                  <a:gd name="T28" fmla="*/ 1736 w 1747"/>
                  <a:gd name="T29" fmla="*/ 3530 h 3108"/>
                  <a:gd name="T30" fmla="*/ 1858 w 1747"/>
                  <a:gd name="T31" fmla="*/ 3615 h 3108"/>
                  <a:gd name="T32" fmla="*/ 1899 w 1747"/>
                  <a:gd name="T33" fmla="*/ 3677 h 3108"/>
                  <a:gd name="T34" fmla="*/ 1866 w 1747"/>
                  <a:gd name="T35" fmla="*/ 3725 h 3108"/>
                  <a:gd name="T36" fmla="*/ 1780 w 1747"/>
                  <a:gd name="T37" fmla="*/ 3761 h 3108"/>
                  <a:gd name="T38" fmla="*/ 1697 w 1747"/>
                  <a:gd name="T39" fmla="*/ 3698 h 3108"/>
                  <a:gd name="T40" fmla="*/ 1451 w 1747"/>
                  <a:gd name="T41" fmla="*/ 3582 h 3108"/>
                  <a:gd name="T42" fmla="*/ 1388 w 1747"/>
                  <a:gd name="T43" fmla="*/ 3335 h 3108"/>
                  <a:gd name="T44" fmla="*/ 1222 w 1747"/>
                  <a:gd name="T45" fmla="*/ 2704 h 3108"/>
                  <a:gd name="T46" fmla="*/ 1079 w 1747"/>
                  <a:gd name="T47" fmla="*/ 2337 h 3108"/>
                  <a:gd name="T48" fmla="*/ 1057 w 1747"/>
                  <a:gd name="T49" fmla="*/ 2137 h 3108"/>
                  <a:gd name="T50" fmla="*/ 959 w 1747"/>
                  <a:gd name="T51" fmla="*/ 2600 h 3108"/>
                  <a:gd name="T52" fmla="*/ 882 w 1747"/>
                  <a:gd name="T53" fmla="*/ 2745 h 3108"/>
                  <a:gd name="T54" fmla="*/ 693 w 1747"/>
                  <a:gd name="T55" fmla="*/ 3424 h 3108"/>
                  <a:gd name="T56" fmla="*/ 533 w 1747"/>
                  <a:gd name="T57" fmla="*/ 3645 h 3108"/>
                  <a:gd name="T58" fmla="*/ 392 w 1747"/>
                  <a:gd name="T59" fmla="*/ 3716 h 3108"/>
                  <a:gd name="T60" fmla="*/ 283 w 1747"/>
                  <a:gd name="T61" fmla="*/ 3742 h 3108"/>
                  <a:gd name="T62" fmla="*/ 230 w 1747"/>
                  <a:gd name="T63" fmla="*/ 3719 h 3108"/>
                  <a:gd name="T64" fmla="*/ 225 w 1747"/>
                  <a:gd name="T65" fmla="*/ 3652 h 3108"/>
                  <a:gd name="T66" fmla="*/ 295 w 1747"/>
                  <a:gd name="T67" fmla="*/ 3601 h 3108"/>
                  <a:gd name="T68" fmla="*/ 418 w 1747"/>
                  <a:gd name="T69" fmla="*/ 3480 h 3108"/>
                  <a:gd name="T70" fmla="*/ 410 w 1747"/>
                  <a:gd name="T71" fmla="*/ 3406 h 3108"/>
                  <a:gd name="T72" fmla="*/ 375 w 1747"/>
                  <a:gd name="T73" fmla="*/ 2688 h 3108"/>
                  <a:gd name="T74" fmla="*/ 321 w 1747"/>
                  <a:gd name="T75" fmla="*/ 1816 h 3108"/>
                  <a:gd name="T76" fmla="*/ 266 w 1747"/>
                  <a:gd name="T77" fmla="*/ 1668 h 3108"/>
                  <a:gd name="T78" fmla="*/ 235 w 1747"/>
                  <a:gd name="T79" fmla="*/ 1859 h 3108"/>
                  <a:gd name="T80" fmla="*/ 184 w 1747"/>
                  <a:gd name="T81" fmla="*/ 1990 h 3108"/>
                  <a:gd name="T82" fmla="*/ 72 w 1747"/>
                  <a:gd name="T83" fmla="*/ 2007 h 3108"/>
                  <a:gd name="T84" fmla="*/ 30 w 1747"/>
                  <a:gd name="T85" fmla="*/ 1748 h 3108"/>
                  <a:gd name="T86" fmla="*/ 33 w 1747"/>
                  <a:gd name="T87" fmla="*/ 1639 h 3108"/>
                  <a:gd name="T88" fmla="*/ 97 w 1747"/>
                  <a:gd name="T89" fmla="*/ 1353 h 3108"/>
                  <a:gd name="T90" fmla="*/ 151 w 1747"/>
                  <a:gd name="T91" fmla="*/ 1129 h 3108"/>
                  <a:gd name="T92" fmla="*/ 760 w 1747"/>
                  <a:gd name="T93" fmla="*/ 498 h 3108"/>
                  <a:gd name="T94" fmla="*/ 872 w 1747"/>
                  <a:gd name="T95" fmla="*/ 300 h 3108"/>
                  <a:gd name="T96" fmla="*/ 881 w 1747"/>
                  <a:gd name="T97" fmla="*/ 221 h 3108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1747" h="3108">
                    <a:moveTo>
                      <a:pt x="875" y="0"/>
                    </a:moveTo>
                    <a:cubicBezTo>
                      <a:pt x="875" y="0"/>
                      <a:pt x="1009" y="17"/>
                      <a:pt x="1019" y="182"/>
                    </a:cubicBezTo>
                    <a:cubicBezTo>
                      <a:pt x="1019" y="182"/>
                      <a:pt x="1024" y="165"/>
                      <a:pt x="1036" y="172"/>
                    </a:cubicBezTo>
                    <a:cubicBezTo>
                      <a:pt x="1048" y="178"/>
                      <a:pt x="1051" y="193"/>
                      <a:pt x="1048" y="210"/>
                    </a:cubicBezTo>
                    <a:cubicBezTo>
                      <a:pt x="1042" y="241"/>
                      <a:pt x="1038" y="264"/>
                      <a:pt x="1025" y="248"/>
                    </a:cubicBezTo>
                    <a:cubicBezTo>
                      <a:pt x="1025" y="248"/>
                      <a:pt x="1048" y="293"/>
                      <a:pt x="1038" y="350"/>
                    </a:cubicBezTo>
                    <a:cubicBezTo>
                      <a:pt x="1038" y="350"/>
                      <a:pt x="1049" y="349"/>
                      <a:pt x="1054" y="365"/>
                    </a:cubicBezTo>
                    <a:cubicBezTo>
                      <a:pt x="1059" y="381"/>
                      <a:pt x="1094" y="404"/>
                      <a:pt x="1119" y="411"/>
                    </a:cubicBezTo>
                    <a:cubicBezTo>
                      <a:pt x="1144" y="418"/>
                      <a:pt x="1441" y="437"/>
                      <a:pt x="1502" y="608"/>
                    </a:cubicBezTo>
                    <a:cubicBezTo>
                      <a:pt x="1517" y="652"/>
                      <a:pt x="1530" y="667"/>
                      <a:pt x="1553" y="692"/>
                    </a:cubicBezTo>
                    <a:cubicBezTo>
                      <a:pt x="1576" y="717"/>
                      <a:pt x="1609" y="800"/>
                      <a:pt x="1622" y="931"/>
                    </a:cubicBezTo>
                    <a:cubicBezTo>
                      <a:pt x="1626" y="980"/>
                      <a:pt x="1621" y="990"/>
                      <a:pt x="1633" y="1007"/>
                    </a:cubicBezTo>
                    <a:cubicBezTo>
                      <a:pt x="1645" y="1024"/>
                      <a:pt x="1659" y="1038"/>
                      <a:pt x="1655" y="1062"/>
                    </a:cubicBezTo>
                    <a:cubicBezTo>
                      <a:pt x="1651" y="1086"/>
                      <a:pt x="1659" y="1100"/>
                      <a:pt x="1667" y="1116"/>
                    </a:cubicBezTo>
                    <a:cubicBezTo>
                      <a:pt x="1675" y="1132"/>
                      <a:pt x="1707" y="1204"/>
                      <a:pt x="1703" y="1241"/>
                    </a:cubicBezTo>
                    <a:cubicBezTo>
                      <a:pt x="1699" y="1278"/>
                      <a:pt x="1703" y="1291"/>
                      <a:pt x="1711" y="1298"/>
                    </a:cubicBezTo>
                    <a:cubicBezTo>
                      <a:pt x="1719" y="1305"/>
                      <a:pt x="1730" y="1340"/>
                      <a:pt x="1720" y="1351"/>
                    </a:cubicBezTo>
                    <a:cubicBezTo>
                      <a:pt x="1710" y="1362"/>
                      <a:pt x="1711" y="1361"/>
                      <a:pt x="1715" y="1372"/>
                    </a:cubicBezTo>
                    <a:cubicBezTo>
                      <a:pt x="1719" y="1383"/>
                      <a:pt x="1721" y="1386"/>
                      <a:pt x="1720" y="1398"/>
                    </a:cubicBezTo>
                    <a:cubicBezTo>
                      <a:pt x="1719" y="1410"/>
                      <a:pt x="1718" y="1420"/>
                      <a:pt x="1723" y="1441"/>
                    </a:cubicBezTo>
                    <a:cubicBezTo>
                      <a:pt x="1728" y="1462"/>
                      <a:pt x="1747" y="1521"/>
                      <a:pt x="1733" y="1551"/>
                    </a:cubicBezTo>
                    <a:cubicBezTo>
                      <a:pt x="1719" y="1581"/>
                      <a:pt x="1715" y="1591"/>
                      <a:pt x="1710" y="1605"/>
                    </a:cubicBezTo>
                    <a:cubicBezTo>
                      <a:pt x="1705" y="1619"/>
                      <a:pt x="1695" y="1647"/>
                      <a:pt x="1687" y="1655"/>
                    </a:cubicBezTo>
                    <a:cubicBezTo>
                      <a:pt x="1679" y="1663"/>
                      <a:pt x="1634" y="1704"/>
                      <a:pt x="1620" y="1699"/>
                    </a:cubicBezTo>
                    <a:cubicBezTo>
                      <a:pt x="1609" y="1695"/>
                      <a:pt x="1611" y="1680"/>
                      <a:pt x="1611" y="1680"/>
                    </a:cubicBezTo>
                    <a:cubicBezTo>
                      <a:pt x="1611" y="1680"/>
                      <a:pt x="1585" y="1668"/>
                      <a:pt x="1595" y="1641"/>
                    </a:cubicBezTo>
                    <a:cubicBezTo>
                      <a:pt x="1595" y="1641"/>
                      <a:pt x="1579" y="1654"/>
                      <a:pt x="1567" y="1645"/>
                    </a:cubicBezTo>
                    <a:cubicBezTo>
                      <a:pt x="1555" y="1635"/>
                      <a:pt x="1560" y="1603"/>
                      <a:pt x="1558" y="1592"/>
                    </a:cubicBezTo>
                    <a:cubicBezTo>
                      <a:pt x="1556" y="1582"/>
                      <a:pt x="1556" y="1552"/>
                      <a:pt x="1552" y="1533"/>
                    </a:cubicBezTo>
                    <a:cubicBezTo>
                      <a:pt x="1549" y="1514"/>
                      <a:pt x="1536" y="1477"/>
                      <a:pt x="1540" y="1458"/>
                    </a:cubicBezTo>
                    <a:cubicBezTo>
                      <a:pt x="1545" y="1440"/>
                      <a:pt x="1553" y="1420"/>
                      <a:pt x="1542" y="1407"/>
                    </a:cubicBezTo>
                    <a:cubicBezTo>
                      <a:pt x="1531" y="1394"/>
                      <a:pt x="1526" y="1384"/>
                      <a:pt x="1526" y="1376"/>
                    </a:cubicBezTo>
                    <a:cubicBezTo>
                      <a:pt x="1526" y="1368"/>
                      <a:pt x="1478" y="1328"/>
                      <a:pt x="1467" y="1291"/>
                    </a:cubicBezTo>
                    <a:cubicBezTo>
                      <a:pt x="1467" y="1291"/>
                      <a:pt x="1474" y="1378"/>
                      <a:pt x="1471" y="1404"/>
                    </a:cubicBezTo>
                    <a:cubicBezTo>
                      <a:pt x="1469" y="1429"/>
                      <a:pt x="1470" y="1470"/>
                      <a:pt x="1481" y="1498"/>
                    </a:cubicBezTo>
                    <a:cubicBezTo>
                      <a:pt x="1491" y="1526"/>
                      <a:pt x="1571" y="1846"/>
                      <a:pt x="1459" y="2061"/>
                    </a:cubicBezTo>
                    <a:cubicBezTo>
                      <a:pt x="1442" y="2093"/>
                      <a:pt x="1447" y="2108"/>
                      <a:pt x="1450" y="2126"/>
                    </a:cubicBezTo>
                    <a:cubicBezTo>
                      <a:pt x="1453" y="2145"/>
                      <a:pt x="1455" y="2196"/>
                      <a:pt x="1437" y="2217"/>
                    </a:cubicBezTo>
                    <a:cubicBezTo>
                      <a:pt x="1418" y="2238"/>
                      <a:pt x="1405" y="2258"/>
                      <a:pt x="1413" y="2296"/>
                    </a:cubicBezTo>
                    <a:cubicBezTo>
                      <a:pt x="1421" y="2333"/>
                      <a:pt x="1482" y="2552"/>
                      <a:pt x="1413" y="2745"/>
                    </a:cubicBezTo>
                    <a:cubicBezTo>
                      <a:pt x="1397" y="2790"/>
                      <a:pt x="1417" y="2790"/>
                      <a:pt x="1408" y="2809"/>
                    </a:cubicBezTo>
                    <a:cubicBezTo>
                      <a:pt x="1399" y="2828"/>
                      <a:pt x="1399" y="2829"/>
                      <a:pt x="1401" y="2834"/>
                    </a:cubicBezTo>
                    <a:cubicBezTo>
                      <a:pt x="1403" y="2839"/>
                      <a:pt x="1399" y="2851"/>
                      <a:pt x="1396" y="2855"/>
                    </a:cubicBezTo>
                    <a:cubicBezTo>
                      <a:pt x="1393" y="2860"/>
                      <a:pt x="1396" y="2864"/>
                      <a:pt x="1402" y="2871"/>
                    </a:cubicBezTo>
                    <a:cubicBezTo>
                      <a:pt x="1408" y="2877"/>
                      <a:pt x="1430" y="2899"/>
                      <a:pt x="1436" y="2912"/>
                    </a:cubicBezTo>
                    <a:cubicBezTo>
                      <a:pt x="1441" y="2924"/>
                      <a:pt x="1473" y="2946"/>
                      <a:pt x="1481" y="2954"/>
                    </a:cubicBezTo>
                    <a:cubicBezTo>
                      <a:pt x="1490" y="2962"/>
                      <a:pt x="1496" y="2966"/>
                      <a:pt x="1503" y="2970"/>
                    </a:cubicBezTo>
                    <a:cubicBezTo>
                      <a:pt x="1510" y="2975"/>
                      <a:pt x="1531" y="2979"/>
                      <a:pt x="1537" y="2981"/>
                    </a:cubicBezTo>
                    <a:cubicBezTo>
                      <a:pt x="1543" y="2983"/>
                      <a:pt x="1552" y="2987"/>
                      <a:pt x="1556" y="2994"/>
                    </a:cubicBezTo>
                    <a:cubicBezTo>
                      <a:pt x="1559" y="3001"/>
                      <a:pt x="1562" y="3002"/>
                      <a:pt x="1560" y="3012"/>
                    </a:cubicBezTo>
                    <a:cubicBezTo>
                      <a:pt x="1560" y="3012"/>
                      <a:pt x="1575" y="3021"/>
                      <a:pt x="1571" y="3033"/>
                    </a:cubicBezTo>
                    <a:cubicBezTo>
                      <a:pt x="1568" y="3045"/>
                      <a:pt x="1563" y="3045"/>
                      <a:pt x="1563" y="3045"/>
                    </a:cubicBezTo>
                    <a:cubicBezTo>
                      <a:pt x="1563" y="3045"/>
                      <a:pt x="1565" y="3063"/>
                      <a:pt x="1556" y="3068"/>
                    </a:cubicBezTo>
                    <a:cubicBezTo>
                      <a:pt x="1546" y="3073"/>
                      <a:pt x="1544" y="3072"/>
                      <a:pt x="1544" y="3072"/>
                    </a:cubicBezTo>
                    <a:cubicBezTo>
                      <a:pt x="1544" y="3072"/>
                      <a:pt x="1541" y="3082"/>
                      <a:pt x="1529" y="3085"/>
                    </a:cubicBezTo>
                    <a:cubicBezTo>
                      <a:pt x="1517" y="3087"/>
                      <a:pt x="1512" y="3086"/>
                      <a:pt x="1512" y="3086"/>
                    </a:cubicBezTo>
                    <a:cubicBezTo>
                      <a:pt x="1512" y="3086"/>
                      <a:pt x="1498" y="3108"/>
                      <a:pt x="1473" y="3102"/>
                    </a:cubicBezTo>
                    <a:cubicBezTo>
                      <a:pt x="1448" y="3097"/>
                      <a:pt x="1439" y="3084"/>
                      <a:pt x="1435" y="3077"/>
                    </a:cubicBezTo>
                    <a:cubicBezTo>
                      <a:pt x="1430" y="3069"/>
                      <a:pt x="1426" y="3065"/>
                      <a:pt x="1423" y="3065"/>
                    </a:cubicBezTo>
                    <a:cubicBezTo>
                      <a:pt x="1420" y="3064"/>
                      <a:pt x="1409" y="3061"/>
                      <a:pt x="1403" y="3050"/>
                    </a:cubicBezTo>
                    <a:cubicBezTo>
                      <a:pt x="1397" y="3040"/>
                      <a:pt x="1387" y="3027"/>
                      <a:pt x="1379" y="3025"/>
                    </a:cubicBezTo>
                    <a:cubicBezTo>
                      <a:pt x="1371" y="3022"/>
                      <a:pt x="1336" y="3010"/>
                      <a:pt x="1306" y="3007"/>
                    </a:cubicBezTo>
                    <a:cubicBezTo>
                      <a:pt x="1276" y="3005"/>
                      <a:pt x="1197" y="2989"/>
                      <a:pt x="1201" y="2954"/>
                    </a:cubicBezTo>
                    <a:cubicBezTo>
                      <a:pt x="1205" y="2919"/>
                      <a:pt x="1217" y="2899"/>
                      <a:pt x="1205" y="2890"/>
                    </a:cubicBezTo>
                    <a:cubicBezTo>
                      <a:pt x="1193" y="2881"/>
                      <a:pt x="1171" y="2852"/>
                      <a:pt x="1172" y="2824"/>
                    </a:cubicBezTo>
                    <a:cubicBezTo>
                      <a:pt x="1173" y="2797"/>
                      <a:pt x="1180" y="2783"/>
                      <a:pt x="1148" y="2752"/>
                    </a:cubicBezTo>
                    <a:cubicBezTo>
                      <a:pt x="1115" y="2722"/>
                      <a:pt x="982" y="2604"/>
                      <a:pt x="1007" y="2397"/>
                    </a:cubicBezTo>
                    <a:cubicBezTo>
                      <a:pt x="1017" y="2315"/>
                      <a:pt x="1011" y="2277"/>
                      <a:pt x="1018" y="2264"/>
                    </a:cubicBezTo>
                    <a:cubicBezTo>
                      <a:pt x="1025" y="2250"/>
                      <a:pt x="1002" y="2237"/>
                      <a:pt x="1011" y="2230"/>
                    </a:cubicBezTo>
                    <a:cubicBezTo>
                      <a:pt x="1021" y="2224"/>
                      <a:pt x="1021" y="2214"/>
                      <a:pt x="1006" y="2212"/>
                    </a:cubicBezTo>
                    <a:cubicBezTo>
                      <a:pt x="991" y="2209"/>
                      <a:pt x="965" y="2182"/>
                      <a:pt x="954" y="2144"/>
                    </a:cubicBezTo>
                    <a:cubicBezTo>
                      <a:pt x="943" y="2105"/>
                      <a:pt x="897" y="1956"/>
                      <a:pt x="893" y="1928"/>
                    </a:cubicBezTo>
                    <a:cubicBezTo>
                      <a:pt x="889" y="1900"/>
                      <a:pt x="877" y="1890"/>
                      <a:pt x="875" y="1869"/>
                    </a:cubicBezTo>
                    <a:cubicBezTo>
                      <a:pt x="874" y="1848"/>
                      <a:pt x="873" y="1762"/>
                      <a:pt x="873" y="1762"/>
                    </a:cubicBezTo>
                    <a:cubicBezTo>
                      <a:pt x="874" y="1762"/>
                      <a:pt x="874" y="1762"/>
                      <a:pt x="874" y="1762"/>
                    </a:cubicBezTo>
                    <a:cubicBezTo>
                      <a:pt x="874" y="1762"/>
                      <a:pt x="873" y="1848"/>
                      <a:pt x="871" y="1869"/>
                    </a:cubicBezTo>
                    <a:cubicBezTo>
                      <a:pt x="870" y="1890"/>
                      <a:pt x="858" y="1900"/>
                      <a:pt x="854" y="1928"/>
                    </a:cubicBezTo>
                    <a:cubicBezTo>
                      <a:pt x="850" y="1956"/>
                      <a:pt x="803" y="2105"/>
                      <a:pt x="793" y="2144"/>
                    </a:cubicBezTo>
                    <a:cubicBezTo>
                      <a:pt x="782" y="2182"/>
                      <a:pt x="755" y="2209"/>
                      <a:pt x="741" y="2212"/>
                    </a:cubicBezTo>
                    <a:cubicBezTo>
                      <a:pt x="726" y="2214"/>
                      <a:pt x="726" y="2224"/>
                      <a:pt x="735" y="2230"/>
                    </a:cubicBezTo>
                    <a:cubicBezTo>
                      <a:pt x="745" y="2237"/>
                      <a:pt x="722" y="2250"/>
                      <a:pt x="729" y="2264"/>
                    </a:cubicBezTo>
                    <a:cubicBezTo>
                      <a:pt x="735" y="2277"/>
                      <a:pt x="729" y="2315"/>
                      <a:pt x="739" y="2397"/>
                    </a:cubicBezTo>
                    <a:cubicBezTo>
                      <a:pt x="765" y="2604"/>
                      <a:pt x="631" y="2722"/>
                      <a:pt x="599" y="2752"/>
                    </a:cubicBezTo>
                    <a:cubicBezTo>
                      <a:pt x="566" y="2783"/>
                      <a:pt x="574" y="2797"/>
                      <a:pt x="574" y="2824"/>
                    </a:cubicBezTo>
                    <a:cubicBezTo>
                      <a:pt x="575" y="2852"/>
                      <a:pt x="553" y="2881"/>
                      <a:pt x="541" y="2890"/>
                    </a:cubicBezTo>
                    <a:cubicBezTo>
                      <a:pt x="530" y="2899"/>
                      <a:pt x="542" y="2919"/>
                      <a:pt x="545" y="2954"/>
                    </a:cubicBezTo>
                    <a:cubicBezTo>
                      <a:pt x="549" y="2989"/>
                      <a:pt x="471" y="3005"/>
                      <a:pt x="440" y="3007"/>
                    </a:cubicBezTo>
                    <a:cubicBezTo>
                      <a:pt x="410" y="3010"/>
                      <a:pt x="376" y="3022"/>
                      <a:pt x="368" y="3025"/>
                    </a:cubicBezTo>
                    <a:cubicBezTo>
                      <a:pt x="359" y="3027"/>
                      <a:pt x="349" y="3040"/>
                      <a:pt x="344" y="3050"/>
                    </a:cubicBezTo>
                    <a:cubicBezTo>
                      <a:pt x="338" y="3061"/>
                      <a:pt x="326" y="3064"/>
                      <a:pt x="324" y="3065"/>
                    </a:cubicBezTo>
                    <a:cubicBezTo>
                      <a:pt x="321" y="3065"/>
                      <a:pt x="316" y="3069"/>
                      <a:pt x="312" y="3077"/>
                    </a:cubicBezTo>
                    <a:cubicBezTo>
                      <a:pt x="307" y="3084"/>
                      <a:pt x="298" y="3097"/>
                      <a:pt x="273" y="3102"/>
                    </a:cubicBezTo>
                    <a:cubicBezTo>
                      <a:pt x="249" y="3108"/>
                      <a:pt x="235" y="3086"/>
                      <a:pt x="235" y="3086"/>
                    </a:cubicBezTo>
                    <a:cubicBezTo>
                      <a:pt x="235" y="3086"/>
                      <a:pt x="230" y="3087"/>
                      <a:pt x="218" y="3085"/>
                    </a:cubicBezTo>
                    <a:cubicBezTo>
                      <a:pt x="206" y="3082"/>
                      <a:pt x="202" y="3072"/>
                      <a:pt x="202" y="3072"/>
                    </a:cubicBezTo>
                    <a:cubicBezTo>
                      <a:pt x="202" y="3072"/>
                      <a:pt x="200" y="3073"/>
                      <a:pt x="191" y="3068"/>
                    </a:cubicBezTo>
                    <a:cubicBezTo>
                      <a:pt x="181" y="3063"/>
                      <a:pt x="184" y="3045"/>
                      <a:pt x="184" y="3045"/>
                    </a:cubicBezTo>
                    <a:cubicBezTo>
                      <a:pt x="184" y="3045"/>
                      <a:pt x="179" y="3045"/>
                      <a:pt x="175" y="3033"/>
                    </a:cubicBezTo>
                    <a:cubicBezTo>
                      <a:pt x="172" y="3021"/>
                      <a:pt x="186" y="3012"/>
                      <a:pt x="186" y="3012"/>
                    </a:cubicBezTo>
                    <a:cubicBezTo>
                      <a:pt x="185" y="3002"/>
                      <a:pt x="187" y="3001"/>
                      <a:pt x="191" y="2994"/>
                    </a:cubicBezTo>
                    <a:cubicBezTo>
                      <a:pt x="195" y="2987"/>
                      <a:pt x="203" y="2983"/>
                      <a:pt x="210" y="2981"/>
                    </a:cubicBezTo>
                    <a:cubicBezTo>
                      <a:pt x="216" y="2979"/>
                      <a:pt x="236" y="2975"/>
                      <a:pt x="244" y="2970"/>
                    </a:cubicBezTo>
                    <a:cubicBezTo>
                      <a:pt x="251" y="2966"/>
                      <a:pt x="257" y="2962"/>
                      <a:pt x="265" y="2954"/>
                    </a:cubicBezTo>
                    <a:cubicBezTo>
                      <a:pt x="274" y="2946"/>
                      <a:pt x="305" y="2924"/>
                      <a:pt x="311" y="2912"/>
                    </a:cubicBezTo>
                    <a:cubicBezTo>
                      <a:pt x="317" y="2899"/>
                      <a:pt x="338" y="2877"/>
                      <a:pt x="345" y="2871"/>
                    </a:cubicBezTo>
                    <a:cubicBezTo>
                      <a:pt x="351" y="2864"/>
                      <a:pt x="354" y="2860"/>
                      <a:pt x="350" y="2855"/>
                    </a:cubicBezTo>
                    <a:cubicBezTo>
                      <a:pt x="347" y="2851"/>
                      <a:pt x="344" y="2839"/>
                      <a:pt x="346" y="2834"/>
                    </a:cubicBezTo>
                    <a:cubicBezTo>
                      <a:pt x="348" y="2829"/>
                      <a:pt x="348" y="2828"/>
                      <a:pt x="339" y="2809"/>
                    </a:cubicBezTo>
                    <a:cubicBezTo>
                      <a:pt x="330" y="2790"/>
                      <a:pt x="350" y="2790"/>
                      <a:pt x="334" y="2745"/>
                    </a:cubicBezTo>
                    <a:cubicBezTo>
                      <a:pt x="265" y="2552"/>
                      <a:pt x="326" y="2333"/>
                      <a:pt x="334" y="2296"/>
                    </a:cubicBezTo>
                    <a:cubicBezTo>
                      <a:pt x="342" y="2258"/>
                      <a:pt x="329" y="2238"/>
                      <a:pt x="310" y="2217"/>
                    </a:cubicBezTo>
                    <a:cubicBezTo>
                      <a:pt x="291" y="2196"/>
                      <a:pt x="294" y="2145"/>
                      <a:pt x="297" y="2126"/>
                    </a:cubicBezTo>
                    <a:cubicBezTo>
                      <a:pt x="299" y="2108"/>
                      <a:pt x="304" y="2093"/>
                      <a:pt x="287" y="2061"/>
                    </a:cubicBezTo>
                    <a:cubicBezTo>
                      <a:pt x="175" y="1846"/>
                      <a:pt x="255" y="1526"/>
                      <a:pt x="266" y="1498"/>
                    </a:cubicBezTo>
                    <a:cubicBezTo>
                      <a:pt x="277" y="1470"/>
                      <a:pt x="278" y="1429"/>
                      <a:pt x="275" y="1404"/>
                    </a:cubicBezTo>
                    <a:cubicBezTo>
                      <a:pt x="273" y="1378"/>
                      <a:pt x="279" y="1291"/>
                      <a:pt x="279" y="1291"/>
                    </a:cubicBezTo>
                    <a:cubicBezTo>
                      <a:pt x="269" y="1328"/>
                      <a:pt x="221" y="1368"/>
                      <a:pt x="221" y="1376"/>
                    </a:cubicBezTo>
                    <a:cubicBezTo>
                      <a:pt x="221" y="1384"/>
                      <a:pt x="215" y="1394"/>
                      <a:pt x="205" y="1407"/>
                    </a:cubicBezTo>
                    <a:cubicBezTo>
                      <a:pt x="194" y="1420"/>
                      <a:pt x="202" y="1440"/>
                      <a:pt x="207" y="1458"/>
                    </a:cubicBezTo>
                    <a:cubicBezTo>
                      <a:pt x="211" y="1477"/>
                      <a:pt x="198" y="1514"/>
                      <a:pt x="194" y="1533"/>
                    </a:cubicBezTo>
                    <a:cubicBezTo>
                      <a:pt x="190" y="1552"/>
                      <a:pt x="191" y="1582"/>
                      <a:pt x="188" y="1592"/>
                    </a:cubicBezTo>
                    <a:cubicBezTo>
                      <a:pt x="186" y="1603"/>
                      <a:pt x="192" y="1635"/>
                      <a:pt x="180" y="1645"/>
                    </a:cubicBezTo>
                    <a:cubicBezTo>
                      <a:pt x="168" y="1654"/>
                      <a:pt x="152" y="1641"/>
                      <a:pt x="152" y="1641"/>
                    </a:cubicBezTo>
                    <a:cubicBezTo>
                      <a:pt x="162" y="1668"/>
                      <a:pt x="135" y="1680"/>
                      <a:pt x="135" y="1680"/>
                    </a:cubicBezTo>
                    <a:cubicBezTo>
                      <a:pt x="135" y="1680"/>
                      <a:pt x="137" y="1695"/>
                      <a:pt x="127" y="1699"/>
                    </a:cubicBezTo>
                    <a:cubicBezTo>
                      <a:pt x="112" y="1704"/>
                      <a:pt x="68" y="1663"/>
                      <a:pt x="60" y="1655"/>
                    </a:cubicBezTo>
                    <a:cubicBezTo>
                      <a:pt x="52" y="1647"/>
                      <a:pt x="42" y="1619"/>
                      <a:pt x="37" y="1605"/>
                    </a:cubicBezTo>
                    <a:cubicBezTo>
                      <a:pt x="32" y="1591"/>
                      <a:pt x="28" y="1581"/>
                      <a:pt x="14" y="1551"/>
                    </a:cubicBezTo>
                    <a:cubicBezTo>
                      <a:pt x="0" y="1521"/>
                      <a:pt x="19" y="1462"/>
                      <a:pt x="24" y="1441"/>
                    </a:cubicBezTo>
                    <a:cubicBezTo>
                      <a:pt x="29" y="1420"/>
                      <a:pt x="28" y="1410"/>
                      <a:pt x="27" y="1398"/>
                    </a:cubicBezTo>
                    <a:cubicBezTo>
                      <a:pt x="26" y="1386"/>
                      <a:pt x="28" y="1383"/>
                      <a:pt x="32" y="1372"/>
                    </a:cubicBezTo>
                    <a:cubicBezTo>
                      <a:pt x="36" y="1361"/>
                      <a:pt x="37" y="1362"/>
                      <a:pt x="27" y="1351"/>
                    </a:cubicBezTo>
                    <a:cubicBezTo>
                      <a:pt x="17" y="1340"/>
                      <a:pt x="28" y="1305"/>
                      <a:pt x="36" y="1298"/>
                    </a:cubicBezTo>
                    <a:cubicBezTo>
                      <a:pt x="44" y="1291"/>
                      <a:pt x="48" y="1278"/>
                      <a:pt x="44" y="1241"/>
                    </a:cubicBezTo>
                    <a:cubicBezTo>
                      <a:pt x="40" y="1204"/>
                      <a:pt x="72" y="1132"/>
                      <a:pt x="80" y="1116"/>
                    </a:cubicBezTo>
                    <a:cubicBezTo>
                      <a:pt x="88" y="1100"/>
                      <a:pt x="96" y="1086"/>
                      <a:pt x="92" y="1062"/>
                    </a:cubicBezTo>
                    <a:cubicBezTo>
                      <a:pt x="88" y="1038"/>
                      <a:pt x="102" y="1024"/>
                      <a:pt x="114" y="1007"/>
                    </a:cubicBezTo>
                    <a:cubicBezTo>
                      <a:pt x="126" y="990"/>
                      <a:pt x="120" y="980"/>
                      <a:pt x="125" y="931"/>
                    </a:cubicBezTo>
                    <a:cubicBezTo>
                      <a:pt x="138" y="800"/>
                      <a:pt x="171" y="717"/>
                      <a:pt x="194" y="692"/>
                    </a:cubicBezTo>
                    <a:cubicBezTo>
                      <a:pt x="217" y="667"/>
                      <a:pt x="229" y="652"/>
                      <a:pt x="245" y="608"/>
                    </a:cubicBezTo>
                    <a:cubicBezTo>
                      <a:pt x="306" y="437"/>
                      <a:pt x="603" y="418"/>
                      <a:pt x="628" y="411"/>
                    </a:cubicBezTo>
                    <a:cubicBezTo>
                      <a:pt x="653" y="404"/>
                      <a:pt x="688" y="381"/>
                      <a:pt x="693" y="365"/>
                    </a:cubicBezTo>
                    <a:cubicBezTo>
                      <a:pt x="698" y="349"/>
                      <a:pt x="708" y="350"/>
                      <a:pt x="708" y="350"/>
                    </a:cubicBezTo>
                    <a:cubicBezTo>
                      <a:pt x="699" y="293"/>
                      <a:pt x="722" y="248"/>
                      <a:pt x="722" y="248"/>
                    </a:cubicBezTo>
                    <a:cubicBezTo>
                      <a:pt x="705" y="268"/>
                      <a:pt x="707" y="221"/>
                      <a:pt x="702" y="212"/>
                    </a:cubicBezTo>
                    <a:cubicBezTo>
                      <a:pt x="694" y="200"/>
                      <a:pt x="699" y="177"/>
                      <a:pt x="711" y="170"/>
                    </a:cubicBezTo>
                    <a:cubicBezTo>
                      <a:pt x="723" y="163"/>
                      <a:pt x="728" y="182"/>
                      <a:pt x="728" y="182"/>
                    </a:cubicBezTo>
                    <a:cubicBezTo>
                      <a:pt x="737" y="17"/>
                      <a:pt x="872" y="0"/>
                      <a:pt x="872" y="0"/>
                    </a:cubicBezTo>
                    <a:lnTo>
                      <a:pt x="875" y="0"/>
                    </a:lnTo>
                    <a:close/>
                  </a:path>
                </a:pathLst>
              </a:custGeom>
              <a:solidFill>
                <a:srgbClr val="AA60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465" name="Freeform 416">
                <a:extLst>
                  <a:ext uri="{FF2B5EF4-FFF2-40B4-BE49-F238E27FC236}">
                    <a16:creationId xmlns:a16="http://schemas.microsoft.com/office/drawing/2014/main" id="{8AA55495-56C5-4677-BE48-717E7D9C6E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2" y="2366"/>
                <a:ext cx="39" cy="175"/>
              </a:xfrm>
              <a:custGeom>
                <a:avLst/>
                <a:gdLst>
                  <a:gd name="T0" fmla="*/ 29 w 36"/>
                  <a:gd name="T1" fmla="*/ 0 h 164"/>
                  <a:gd name="T2" fmla="*/ 20 w 36"/>
                  <a:gd name="T3" fmla="*/ 12 h 164"/>
                  <a:gd name="T4" fmla="*/ 20 w 36"/>
                  <a:gd name="T5" fmla="*/ 30 h 164"/>
                  <a:gd name="T6" fmla="*/ 5 w 36"/>
                  <a:gd name="T7" fmla="*/ 57 h 164"/>
                  <a:gd name="T8" fmla="*/ 3 w 36"/>
                  <a:gd name="T9" fmla="*/ 81 h 164"/>
                  <a:gd name="T10" fmla="*/ 3 w 36"/>
                  <a:gd name="T11" fmla="*/ 97 h 164"/>
                  <a:gd name="T12" fmla="*/ 10 w 36"/>
                  <a:gd name="T13" fmla="*/ 107 h 164"/>
                  <a:gd name="T14" fmla="*/ 16 w 36"/>
                  <a:gd name="T15" fmla="*/ 126 h 164"/>
                  <a:gd name="T16" fmla="*/ 31 w 36"/>
                  <a:gd name="T17" fmla="*/ 141 h 164"/>
                  <a:gd name="T18" fmla="*/ 44 w 36"/>
                  <a:gd name="T19" fmla="*/ 173 h 164"/>
                  <a:gd name="T20" fmla="*/ 44 w 36"/>
                  <a:gd name="T21" fmla="*/ 200 h 16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6" h="164">
                    <a:moveTo>
                      <a:pt x="23" y="0"/>
                    </a:moveTo>
                    <a:cubicBezTo>
                      <a:pt x="20" y="4"/>
                      <a:pt x="18" y="5"/>
                      <a:pt x="16" y="9"/>
                    </a:cubicBezTo>
                    <a:cubicBezTo>
                      <a:pt x="15" y="14"/>
                      <a:pt x="17" y="19"/>
                      <a:pt x="16" y="24"/>
                    </a:cubicBezTo>
                    <a:cubicBezTo>
                      <a:pt x="14" y="34"/>
                      <a:pt x="10" y="39"/>
                      <a:pt x="5" y="47"/>
                    </a:cubicBezTo>
                    <a:cubicBezTo>
                      <a:pt x="0" y="54"/>
                      <a:pt x="2" y="58"/>
                      <a:pt x="3" y="67"/>
                    </a:cubicBezTo>
                    <a:cubicBezTo>
                      <a:pt x="3" y="71"/>
                      <a:pt x="3" y="76"/>
                      <a:pt x="3" y="80"/>
                    </a:cubicBezTo>
                    <a:cubicBezTo>
                      <a:pt x="4" y="83"/>
                      <a:pt x="5" y="85"/>
                      <a:pt x="7" y="88"/>
                    </a:cubicBezTo>
                    <a:cubicBezTo>
                      <a:pt x="10" y="95"/>
                      <a:pt x="8" y="100"/>
                      <a:pt x="13" y="104"/>
                    </a:cubicBezTo>
                    <a:cubicBezTo>
                      <a:pt x="18" y="108"/>
                      <a:pt x="21" y="111"/>
                      <a:pt x="25" y="116"/>
                    </a:cubicBezTo>
                    <a:cubicBezTo>
                      <a:pt x="30" y="124"/>
                      <a:pt x="33" y="133"/>
                      <a:pt x="35" y="142"/>
                    </a:cubicBezTo>
                    <a:cubicBezTo>
                      <a:pt x="36" y="149"/>
                      <a:pt x="34" y="157"/>
                      <a:pt x="35" y="164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466" name="Freeform 417">
                <a:extLst>
                  <a:ext uri="{FF2B5EF4-FFF2-40B4-BE49-F238E27FC236}">
                    <a16:creationId xmlns:a16="http://schemas.microsoft.com/office/drawing/2014/main" id="{08C13D16-E489-448E-9351-4B0897C2B7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6" y="2452"/>
                <a:ext cx="49" cy="43"/>
              </a:xfrm>
              <a:custGeom>
                <a:avLst/>
                <a:gdLst>
                  <a:gd name="T0" fmla="*/ 55 w 46"/>
                  <a:gd name="T1" fmla="*/ 47 h 41"/>
                  <a:gd name="T2" fmla="*/ 40 w 46"/>
                  <a:gd name="T3" fmla="*/ 33 h 41"/>
                  <a:gd name="T4" fmla="*/ 25 w 46"/>
                  <a:gd name="T5" fmla="*/ 25 h 41"/>
                  <a:gd name="T6" fmla="*/ 0 w 46"/>
                  <a:gd name="T7" fmla="*/ 0 h 4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6" h="41">
                    <a:moveTo>
                      <a:pt x="46" y="41"/>
                    </a:moveTo>
                    <a:cubicBezTo>
                      <a:pt x="45" y="37"/>
                      <a:pt x="38" y="31"/>
                      <a:pt x="34" y="29"/>
                    </a:cubicBezTo>
                    <a:cubicBezTo>
                      <a:pt x="29" y="26"/>
                      <a:pt x="25" y="26"/>
                      <a:pt x="21" y="22"/>
                    </a:cubicBezTo>
                    <a:cubicBezTo>
                      <a:pt x="14" y="15"/>
                      <a:pt x="12" y="1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467" name="Freeform 418">
                <a:extLst>
                  <a:ext uri="{FF2B5EF4-FFF2-40B4-BE49-F238E27FC236}">
                    <a16:creationId xmlns:a16="http://schemas.microsoft.com/office/drawing/2014/main" id="{5C69CA8C-28C6-4967-A7A3-E9A7DC24EA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4" y="2430"/>
                <a:ext cx="23" cy="18"/>
              </a:xfrm>
              <a:custGeom>
                <a:avLst/>
                <a:gdLst>
                  <a:gd name="T0" fmla="*/ 27 w 21"/>
                  <a:gd name="T1" fmla="*/ 20 h 17"/>
                  <a:gd name="T2" fmla="*/ 0 w 21"/>
                  <a:gd name="T3" fmla="*/ 0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17">
                    <a:moveTo>
                      <a:pt x="21" y="17"/>
                    </a:moveTo>
                    <a:cubicBezTo>
                      <a:pt x="16" y="9"/>
                      <a:pt x="9" y="4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468" name="Freeform 419">
                <a:extLst>
                  <a:ext uri="{FF2B5EF4-FFF2-40B4-BE49-F238E27FC236}">
                    <a16:creationId xmlns:a16="http://schemas.microsoft.com/office/drawing/2014/main" id="{C6595BDF-BD2F-46D0-91FC-E2D92EAAC1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3" y="2366"/>
                <a:ext cx="39" cy="129"/>
              </a:xfrm>
              <a:custGeom>
                <a:avLst/>
                <a:gdLst>
                  <a:gd name="T0" fmla="*/ 2 w 36"/>
                  <a:gd name="T1" fmla="*/ 0 h 121"/>
                  <a:gd name="T2" fmla="*/ 1 w 36"/>
                  <a:gd name="T3" fmla="*/ 57 h 121"/>
                  <a:gd name="T4" fmla="*/ 9 w 36"/>
                  <a:gd name="T5" fmla="*/ 100 h 121"/>
                  <a:gd name="T6" fmla="*/ 25 w 36"/>
                  <a:gd name="T7" fmla="*/ 127 h 121"/>
                  <a:gd name="T8" fmla="*/ 46 w 36"/>
                  <a:gd name="T9" fmla="*/ 147 h 1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" h="121">
                    <a:moveTo>
                      <a:pt x="2" y="0"/>
                    </a:moveTo>
                    <a:cubicBezTo>
                      <a:pt x="8" y="15"/>
                      <a:pt x="2" y="31"/>
                      <a:pt x="1" y="47"/>
                    </a:cubicBezTo>
                    <a:cubicBezTo>
                      <a:pt x="0" y="59"/>
                      <a:pt x="1" y="71"/>
                      <a:pt x="6" y="83"/>
                    </a:cubicBezTo>
                    <a:cubicBezTo>
                      <a:pt x="9" y="90"/>
                      <a:pt x="13" y="99"/>
                      <a:pt x="19" y="105"/>
                    </a:cubicBezTo>
                    <a:cubicBezTo>
                      <a:pt x="23" y="110"/>
                      <a:pt x="30" y="119"/>
                      <a:pt x="36" y="121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469" name="Freeform 420">
                <a:extLst>
                  <a:ext uri="{FF2B5EF4-FFF2-40B4-BE49-F238E27FC236}">
                    <a16:creationId xmlns:a16="http://schemas.microsoft.com/office/drawing/2014/main" id="{742E8F1A-4242-4893-8FA4-9D76D09239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0" y="2358"/>
                <a:ext cx="38" cy="28"/>
              </a:xfrm>
              <a:custGeom>
                <a:avLst/>
                <a:gdLst>
                  <a:gd name="T0" fmla="*/ 0 w 36"/>
                  <a:gd name="T1" fmla="*/ 3 h 26"/>
                  <a:gd name="T2" fmla="*/ 42 w 36"/>
                  <a:gd name="T3" fmla="*/ 32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6" h="26">
                    <a:moveTo>
                      <a:pt x="0" y="3"/>
                    </a:moveTo>
                    <a:cubicBezTo>
                      <a:pt x="13" y="0"/>
                      <a:pt x="30" y="16"/>
                      <a:pt x="36" y="26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470" name="Freeform 421">
                <a:extLst>
                  <a:ext uri="{FF2B5EF4-FFF2-40B4-BE49-F238E27FC236}">
                    <a16:creationId xmlns:a16="http://schemas.microsoft.com/office/drawing/2014/main" id="{8537233F-FE55-47E3-BFC8-E947A04435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7" y="2445"/>
                <a:ext cx="28" cy="30"/>
              </a:xfrm>
              <a:custGeom>
                <a:avLst/>
                <a:gdLst>
                  <a:gd name="T0" fmla="*/ 31 w 26"/>
                  <a:gd name="T1" fmla="*/ 1 h 28"/>
                  <a:gd name="T2" fmla="*/ 6 w 26"/>
                  <a:gd name="T3" fmla="*/ 6 h 28"/>
                  <a:gd name="T4" fmla="*/ 1 w 26"/>
                  <a:gd name="T5" fmla="*/ 34 h 28"/>
                  <a:gd name="T6" fmla="*/ 32 w 26"/>
                  <a:gd name="T7" fmla="*/ 33 h 2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28">
                    <a:moveTo>
                      <a:pt x="25" y="1"/>
                    </a:moveTo>
                    <a:cubicBezTo>
                      <a:pt x="18" y="0"/>
                      <a:pt x="11" y="1"/>
                      <a:pt x="6" y="6"/>
                    </a:cubicBezTo>
                    <a:cubicBezTo>
                      <a:pt x="0" y="11"/>
                      <a:pt x="0" y="21"/>
                      <a:pt x="1" y="28"/>
                    </a:cubicBezTo>
                    <a:cubicBezTo>
                      <a:pt x="5" y="22"/>
                      <a:pt x="20" y="20"/>
                      <a:pt x="26" y="27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471" name="Freeform 422">
                <a:extLst>
                  <a:ext uri="{FF2B5EF4-FFF2-40B4-BE49-F238E27FC236}">
                    <a16:creationId xmlns:a16="http://schemas.microsoft.com/office/drawing/2014/main" id="{2B77E5F2-0781-45F1-AB80-5DC969A12A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" y="2525"/>
                <a:ext cx="38" cy="25"/>
              </a:xfrm>
              <a:custGeom>
                <a:avLst/>
                <a:gdLst>
                  <a:gd name="T0" fmla="*/ 0 w 35"/>
                  <a:gd name="T1" fmla="*/ 10 h 23"/>
                  <a:gd name="T2" fmla="*/ 31 w 35"/>
                  <a:gd name="T3" fmla="*/ 5 h 23"/>
                  <a:gd name="T4" fmla="*/ 43 w 35"/>
                  <a:gd name="T5" fmla="*/ 14 h 23"/>
                  <a:gd name="T6" fmla="*/ 36 w 35"/>
                  <a:gd name="T7" fmla="*/ 29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5" h="23">
                    <a:moveTo>
                      <a:pt x="0" y="7"/>
                    </a:moveTo>
                    <a:cubicBezTo>
                      <a:pt x="8" y="1"/>
                      <a:pt x="16" y="0"/>
                      <a:pt x="25" y="5"/>
                    </a:cubicBezTo>
                    <a:cubicBezTo>
                      <a:pt x="27" y="6"/>
                      <a:pt x="33" y="8"/>
                      <a:pt x="34" y="11"/>
                    </a:cubicBezTo>
                    <a:cubicBezTo>
                      <a:pt x="35" y="14"/>
                      <a:pt x="30" y="21"/>
                      <a:pt x="28" y="23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472" name="Freeform 423">
                <a:extLst>
                  <a:ext uri="{FF2B5EF4-FFF2-40B4-BE49-F238E27FC236}">
                    <a16:creationId xmlns:a16="http://schemas.microsoft.com/office/drawing/2014/main" id="{5F3F2A4C-AC5B-4236-A9A7-7652E56C36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9" y="2958"/>
                <a:ext cx="62" cy="87"/>
              </a:xfrm>
              <a:custGeom>
                <a:avLst/>
                <a:gdLst>
                  <a:gd name="T0" fmla="*/ 0 w 58"/>
                  <a:gd name="T1" fmla="*/ 0 h 82"/>
                  <a:gd name="T2" fmla="*/ 71 w 58"/>
                  <a:gd name="T3" fmla="*/ 98 h 8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8" h="82">
                    <a:moveTo>
                      <a:pt x="0" y="0"/>
                    </a:moveTo>
                    <a:cubicBezTo>
                      <a:pt x="13" y="31"/>
                      <a:pt x="53" y="46"/>
                      <a:pt x="58" y="82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473" name="Freeform 424">
                <a:extLst>
                  <a:ext uri="{FF2B5EF4-FFF2-40B4-BE49-F238E27FC236}">
                    <a16:creationId xmlns:a16="http://schemas.microsoft.com/office/drawing/2014/main" id="{D7C59E42-BFC8-4B2D-95A4-298EFD7637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3" y="3084"/>
                <a:ext cx="212" cy="38"/>
              </a:xfrm>
              <a:custGeom>
                <a:avLst/>
                <a:gdLst>
                  <a:gd name="T0" fmla="*/ 0 w 199"/>
                  <a:gd name="T1" fmla="*/ 0 h 36"/>
                  <a:gd name="T2" fmla="*/ 114 w 199"/>
                  <a:gd name="T3" fmla="*/ 40 h 36"/>
                  <a:gd name="T4" fmla="*/ 241 w 199"/>
                  <a:gd name="T5" fmla="*/ 20 h 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9" h="36">
                    <a:moveTo>
                      <a:pt x="0" y="0"/>
                    </a:moveTo>
                    <a:cubicBezTo>
                      <a:pt x="32" y="17"/>
                      <a:pt x="56" y="33"/>
                      <a:pt x="94" y="34"/>
                    </a:cubicBezTo>
                    <a:cubicBezTo>
                      <a:pt x="129" y="36"/>
                      <a:pt x="166" y="27"/>
                      <a:pt x="199" y="17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474" name="Freeform 425">
                <a:extLst>
                  <a:ext uri="{FF2B5EF4-FFF2-40B4-BE49-F238E27FC236}">
                    <a16:creationId xmlns:a16="http://schemas.microsoft.com/office/drawing/2014/main" id="{4A127D24-693A-4043-91EF-7586AEE160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0" y="3088"/>
                <a:ext cx="41" cy="18"/>
              </a:xfrm>
              <a:custGeom>
                <a:avLst/>
                <a:gdLst>
                  <a:gd name="T0" fmla="*/ 0 w 38"/>
                  <a:gd name="T1" fmla="*/ 0 h 17"/>
                  <a:gd name="T2" fmla="*/ 47 w 38"/>
                  <a:gd name="T3" fmla="*/ 20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8" h="17">
                    <a:moveTo>
                      <a:pt x="0" y="0"/>
                    </a:moveTo>
                    <a:cubicBezTo>
                      <a:pt x="13" y="1"/>
                      <a:pt x="29" y="8"/>
                      <a:pt x="38" y="17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475" name="Freeform 426">
                <a:extLst>
                  <a:ext uri="{FF2B5EF4-FFF2-40B4-BE49-F238E27FC236}">
                    <a16:creationId xmlns:a16="http://schemas.microsoft.com/office/drawing/2014/main" id="{1A7AA08E-B29A-445F-A3E1-E58DF7D01A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3" y="3145"/>
                <a:ext cx="44" cy="4"/>
              </a:xfrm>
              <a:custGeom>
                <a:avLst/>
                <a:gdLst>
                  <a:gd name="T0" fmla="*/ 0 w 41"/>
                  <a:gd name="T1" fmla="*/ 0 h 4"/>
                  <a:gd name="T2" fmla="*/ 50 w 41"/>
                  <a:gd name="T3" fmla="*/ 4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1" h="4">
                    <a:moveTo>
                      <a:pt x="0" y="0"/>
                    </a:moveTo>
                    <a:cubicBezTo>
                      <a:pt x="14" y="3"/>
                      <a:pt x="28" y="1"/>
                      <a:pt x="41" y="4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476" name="Freeform 427">
                <a:extLst>
                  <a:ext uri="{FF2B5EF4-FFF2-40B4-BE49-F238E27FC236}">
                    <a16:creationId xmlns:a16="http://schemas.microsoft.com/office/drawing/2014/main" id="{1B746DF1-BDEC-42F0-B6B0-A9A66AB93B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2" y="3681"/>
                <a:ext cx="40" cy="11"/>
              </a:xfrm>
              <a:custGeom>
                <a:avLst/>
                <a:gdLst>
                  <a:gd name="T0" fmla="*/ 0 w 37"/>
                  <a:gd name="T1" fmla="*/ 0 h 10"/>
                  <a:gd name="T2" fmla="*/ 46 w 37"/>
                  <a:gd name="T3" fmla="*/ 13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7" h="10">
                    <a:moveTo>
                      <a:pt x="0" y="0"/>
                    </a:moveTo>
                    <a:cubicBezTo>
                      <a:pt x="12" y="5"/>
                      <a:pt x="25" y="9"/>
                      <a:pt x="37" y="1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477" name="Freeform 428">
                <a:extLst>
                  <a:ext uri="{FF2B5EF4-FFF2-40B4-BE49-F238E27FC236}">
                    <a16:creationId xmlns:a16="http://schemas.microsoft.com/office/drawing/2014/main" id="{124EFBFF-D9CD-4B65-8E84-536C95B19C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2" y="3791"/>
                <a:ext cx="92" cy="15"/>
              </a:xfrm>
              <a:custGeom>
                <a:avLst/>
                <a:gdLst>
                  <a:gd name="T0" fmla="*/ 0 w 86"/>
                  <a:gd name="T1" fmla="*/ 6 h 14"/>
                  <a:gd name="T2" fmla="*/ 34 w 86"/>
                  <a:gd name="T3" fmla="*/ 1 h 14"/>
                  <a:gd name="T4" fmla="*/ 67 w 86"/>
                  <a:gd name="T5" fmla="*/ 12 h 14"/>
                  <a:gd name="T6" fmla="*/ 105 w 86"/>
                  <a:gd name="T7" fmla="*/ 17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6" h="14">
                    <a:moveTo>
                      <a:pt x="0" y="6"/>
                    </a:moveTo>
                    <a:cubicBezTo>
                      <a:pt x="9" y="3"/>
                      <a:pt x="19" y="0"/>
                      <a:pt x="28" y="1"/>
                    </a:cubicBezTo>
                    <a:cubicBezTo>
                      <a:pt x="38" y="2"/>
                      <a:pt x="45" y="8"/>
                      <a:pt x="55" y="9"/>
                    </a:cubicBezTo>
                    <a:cubicBezTo>
                      <a:pt x="65" y="10"/>
                      <a:pt x="80" y="2"/>
                      <a:pt x="86" y="14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478" name="Freeform 429">
                <a:extLst>
                  <a:ext uri="{FF2B5EF4-FFF2-40B4-BE49-F238E27FC236}">
                    <a16:creationId xmlns:a16="http://schemas.microsoft.com/office/drawing/2014/main" id="{B8FDDFEF-53DE-44E3-AC01-A5BFE9BAAB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0" y="3953"/>
                <a:ext cx="51" cy="82"/>
              </a:xfrm>
              <a:custGeom>
                <a:avLst/>
                <a:gdLst>
                  <a:gd name="T0" fmla="*/ 7 w 48"/>
                  <a:gd name="T1" fmla="*/ 93 h 77"/>
                  <a:gd name="T2" fmla="*/ 4 w 48"/>
                  <a:gd name="T3" fmla="*/ 49 h 77"/>
                  <a:gd name="T4" fmla="*/ 21 w 48"/>
                  <a:gd name="T5" fmla="*/ 43 h 77"/>
                  <a:gd name="T6" fmla="*/ 38 w 48"/>
                  <a:gd name="T7" fmla="*/ 33 h 77"/>
                  <a:gd name="T8" fmla="*/ 41 w 48"/>
                  <a:gd name="T9" fmla="*/ 23 h 77"/>
                  <a:gd name="T10" fmla="*/ 49 w 48"/>
                  <a:gd name="T11" fmla="*/ 18 h 77"/>
                  <a:gd name="T12" fmla="*/ 55 w 48"/>
                  <a:gd name="T13" fmla="*/ 0 h 7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8" h="77">
                    <a:moveTo>
                      <a:pt x="7" y="77"/>
                    </a:moveTo>
                    <a:cubicBezTo>
                      <a:pt x="0" y="66"/>
                      <a:pt x="0" y="52"/>
                      <a:pt x="4" y="40"/>
                    </a:cubicBezTo>
                    <a:cubicBezTo>
                      <a:pt x="9" y="41"/>
                      <a:pt x="14" y="38"/>
                      <a:pt x="18" y="36"/>
                    </a:cubicBezTo>
                    <a:cubicBezTo>
                      <a:pt x="22" y="34"/>
                      <a:pt x="30" y="30"/>
                      <a:pt x="32" y="27"/>
                    </a:cubicBezTo>
                    <a:cubicBezTo>
                      <a:pt x="34" y="24"/>
                      <a:pt x="33" y="22"/>
                      <a:pt x="35" y="20"/>
                    </a:cubicBezTo>
                    <a:cubicBezTo>
                      <a:pt x="37" y="18"/>
                      <a:pt x="39" y="17"/>
                      <a:pt x="40" y="15"/>
                    </a:cubicBezTo>
                    <a:cubicBezTo>
                      <a:pt x="44" y="11"/>
                      <a:pt x="48" y="6"/>
                      <a:pt x="46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479" name="Freeform 430">
                <a:extLst>
                  <a:ext uri="{FF2B5EF4-FFF2-40B4-BE49-F238E27FC236}">
                    <a16:creationId xmlns:a16="http://schemas.microsoft.com/office/drawing/2014/main" id="{E55FAE9C-503D-4C81-A708-03F4F4FEE0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5" y="3959"/>
                <a:ext cx="3" cy="16"/>
              </a:xfrm>
              <a:custGeom>
                <a:avLst/>
                <a:gdLst>
                  <a:gd name="T0" fmla="*/ 3 w 3"/>
                  <a:gd name="T1" fmla="*/ 18 h 15"/>
                  <a:gd name="T2" fmla="*/ 1 w 3"/>
                  <a:gd name="T3" fmla="*/ 0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5">
                    <a:moveTo>
                      <a:pt x="3" y="15"/>
                    </a:moveTo>
                    <a:cubicBezTo>
                      <a:pt x="0" y="11"/>
                      <a:pt x="1" y="5"/>
                      <a:pt x="1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480" name="Freeform 431">
                <a:extLst>
                  <a:ext uri="{FF2B5EF4-FFF2-40B4-BE49-F238E27FC236}">
                    <a16:creationId xmlns:a16="http://schemas.microsoft.com/office/drawing/2014/main" id="{3E3171CA-BB1E-46EC-94C4-ED467243D9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1" y="3988"/>
                <a:ext cx="42" cy="27"/>
              </a:xfrm>
              <a:custGeom>
                <a:avLst/>
                <a:gdLst>
                  <a:gd name="T0" fmla="*/ 0 w 39"/>
                  <a:gd name="T1" fmla="*/ 10 h 25"/>
                  <a:gd name="T2" fmla="*/ 20 w 39"/>
                  <a:gd name="T3" fmla="*/ 15 h 25"/>
                  <a:gd name="T4" fmla="*/ 30 w 39"/>
                  <a:gd name="T5" fmla="*/ 31 h 25"/>
                  <a:gd name="T6" fmla="*/ 46 w 39"/>
                  <a:gd name="T7" fmla="*/ 15 h 25"/>
                  <a:gd name="T8" fmla="*/ 31 w 39"/>
                  <a:gd name="T9" fmla="*/ 0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9" h="25">
                    <a:moveTo>
                      <a:pt x="0" y="7"/>
                    </a:moveTo>
                    <a:cubicBezTo>
                      <a:pt x="6" y="4"/>
                      <a:pt x="12" y="8"/>
                      <a:pt x="17" y="12"/>
                    </a:cubicBezTo>
                    <a:cubicBezTo>
                      <a:pt x="21" y="15"/>
                      <a:pt x="22" y="20"/>
                      <a:pt x="24" y="25"/>
                    </a:cubicBezTo>
                    <a:cubicBezTo>
                      <a:pt x="27" y="21"/>
                      <a:pt x="35" y="17"/>
                      <a:pt x="37" y="12"/>
                    </a:cubicBezTo>
                    <a:cubicBezTo>
                      <a:pt x="39" y="6"/>
                      <a:pt x="29" y="2"/>
                      <a:pt x="25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481" name="Freeform 432">
                <a:extLst>
                  <a:ext uri="{FF2B5EF4-FFF2-40B4-BE49-F238E27FC236}">
                    <a16:creationId xmlns:a16="http://schemas.microsoft.com/office/drawing/2014/main" id="{AC5610DF-A549-49FB-91E1-04B72391FF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7" y="3962"/>
                <a:ext cx="39" cy="57"/>
              </a:xfrm>
              <a:custGeom>
                <a:avLst/>
                <a:gdLst>
                  <a:gd name="T0" fmla="*/ 4 w 37"/>
                  <a:gd name="T1" fmla="*/ 66 h 53"/>
                  <a:gd name="T2" fmla="*/ 20 w 37"/>
                  <a:gd name="T3" fmla="*/ 29 h 53"/>
                  <a:gd name="T4" fmla="*/ 37 w 37"/>
                  <a:gd name="T5" fmla="*/ 17 h 53"/>
                  <a:gd name="T6" fmla="*/ 43 w 37"/>
                  <a:gd name="T7" fmla="*/ 0 h 5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7" h="53">
                    <a:moveTo>
                      <a:pt x="4" y="53"/>
                    </a:moveTo>
                    <a:cubicBezTo>
                      <a:pt x="0" y="40"/>
                      <a:pt x="7" y="29"/>
                      <a:pt x="17" y="23"/>
                    </a:cubicBezTo>
                    <a:cubicBezTo>
                      <a:pt x="22" y="20"/>
                      <a:pt x="27" y="18"/>
                      <a:pt x="31" y="14"/>
                    </a:cubicBezTo>
                    <a:cubicBezTo>
                      <a:pt x="35" y="10"/>
                      <a:pt x="34" y="4"/>
                      <a:pt x="37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482" name="Freeform 433">
                <a:extLst>
                  <a:ext uri="{FF2B5EF4-FFF2-40B4-BE49-F238E27FC236}">
                    <a16:creationId xmlns:a16="http://schemas.microsoft.com/office/drawing/2014/main" id="{C084F4D0-4624-4B6E-A6C6-7AB1D4051D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2" y="3947"/>
                <a:ext cx="44" cy="43"/>
              </a:xfrm>
              <a:custGeom>
                <a:avLst/>
                <a:gdLst>
                  <a:gd name="T0" fmla="*/ 0 w 42"/>
                  <a:gd name="T1" fmla="*/ 49 h 40"/>
                  <a:gd name="T2" fmla="*/ 8 w 42"/>
                  <a:gd name="T3" fmla="*/ 33 h 40"/>
                  <a:gd name="T4" fmla="*/ 21 w 42"/>
                  <a:gd name="T5" fmla="*/ 19 h 40"/>
                  <a:gd name="T6" fmla="*/ 31 w 42"/>
                  <a:gd name="T7" fmla="*/ 16 h 40"/>
                  <a:gd name="T8" fmla="*/ 48 w 42"/>
                  <a:gd name="T9" fmla="*/ 0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2" h="40">
                    <a:moveTo>
                      <a:pt x="0" y="40"/>
                    </a:moveTo>
                    <a:cubicBezTo>
                      <a:pt x="0" y="35"/>
                      <a:pt x="5" y="30"/>
                      <a:pt x="8" y="27"/>
                    </a:cubicBezTo>
                    <a:cubicBezTo>
                      <a:pt x="11" y="23"/>
                      <a:pt x="14" y="19"/>
                      <a:pt x="18" y="16"/>
                    </a:cubicBezTo>
                    <a:cubicBezTo>
                      <a:pt x="21" y="14"/>
                      <a:pt x="25" y="15"/>
                      <a:pt x="28" y="13"/>
                    </a:cubicBezTo>
                    <a:cubicBezTo>
                      <a:pt x="34" y="10"/>
                      <a:pt x="36" y="3"/>
                      <a:pt x="42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483" name="Freeform 434">
                <a:extLst>
                  <a:ext uri="{FF2B5EF4-FFF2-40B4-BE49-F238E27FC236}">
                    <a16:creationId xmlns:a16="http://schemas.microsoft.com/office/drawing/2014/main" id="{126B1664-DC41-4886-A7CD-35F10A1F68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2" y="3942"/>
                <a:ext cx="20" cy="15"/>
              </a:xfrm>
              <a:custGeom>
                <a:avLst/>
                <a:gdLst>
                  <a:gd name="T0" fmla="*/ 0 w 19"/>
                  <a:gd name="T1" fmla="*/ 13 h 14"/>
                  <a:gd name="T2" fmla="*/ 9 w 19"/>
                  <a:gd name="T3" fmla="*/ 10 h 14"/>
                  <a:gd name="T4" fmla="*/ 22 w 19"/>
                  <a:gd name="T5" fmla="*/ 0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14">
                    <a:moveTo>
                      <a:pt x="0" y="10"/>
                    </a:moveTo>
                    <a:cubicBezTo>
                      <a:pt x="1" y="14"/>
                      <a:pt x="7" y="8"/>
                      <a:pt x="9" y="7"/>
                    </a:cubicBezTo>
                    <a:cubicBezTo>
                      <a:pt x="12" y="5"/>
                      <a:pt x="16" y="3"/>
                      <a:pt x="19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484" name="Freeform 435">
                <a:extLst>
                  <a:ext uri="{FF2B5EF4-FFF2-40B4-BE49-F238E27FC236}">
                    <a16:creationId xmlns:a16="http://schemas.microsoft.com/office/drawing/2014/main" id="{A962F903-F5BC-4D1F-96BD-C7E33FD803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8" y="3959"/>
                <a:ext cx="12" cy="13"/>
              </a:xfrm>
              <a:custGeom>
                <a:avLst/>
                <a:gdLst>
                  <a:gd name="T0" fmla="*/ 0 w 11"/>
                  <a:gd name="T1" fmla="*/ 4 h 12"/>
                  <a:gd name="T2" fmla="*/ 9 w 11"/>
                  <a:gd name="T3" fmla="*/ 15 h 12"/>
                  <a:gd name="T4" fmla="*/ 2 w 11"/>
                  <a:gd name="T5" fmla="*/ 4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2">
                    <a:moveTo>
                      <a:pt x="0" y="4"/>
                    </a:moveTo>
                    <a:cubicBezTo>
                      <a:pt x="3" y="6"/>
                      <a:pt x="4" y="9"/>
                      <a:pt x="6" y="12"/>
                    </a:cubicBezTo>
                    <a:cubicBezTo>
                      <a:pt x="11" y="8"/>
                      <a:pt x="8" y="0"/>
                      <a:pt x="2" y="4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485" name="Freeform 436">
                <a:extLst>
                  <a:ext uri="{FF2B5EF4-FFF2-40B4-BE49-F238E27FC236}">
                    <a16:creationId xmlns:a16="http://schemas.microsoft.com/office/drawing/2014/main" id="{890A4991-AAB9-480A-A650-C9D0385845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9" y="3978"/>
                <a:ext cx="16" cy="17"/>
              </a:xfrm>
              <a:custGeom>
                <a:avLst/>
                <a:gdLst>
                  <a:gd name="T0" fmla="*/ 0 w 15"/>
                  <a:gd name="T1" fmla="*/ 4 h 16"/>
                  <a:gd name="T2" fmla="*/ 11 w 15"/>
                  <a:gd name="T3" fmla="*/ 19 h 16"/>
                  <a:gd name="T4" fmla="*/ 16 w 15"/>
                  <a:gd name="T5" fmla="*/ 4 h 16"/>
                  <a:gd name="T6" fmla="*/ 2 w 15"/>
                  <a:gd name="T7" fmla="*/ 5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16">
                    <a:moveTo>
                      <a:pt x="0" y="4"/>
                    </a:moveTo>
                    <a:cubicBezTo>
                      <a:pt x="7" y="6"/>
                      <a:pt x="8" y="10"/>
                      <a:pt x="8" y="16"/>
                    </a:cubicBezTo>
                    <a:cubicBezTo>
                      <a:pt x="10" y="13"/>
                      <a:pt x="15" y="8"/>
                      <a:pt x="13" y="4"/>
                    </a:cubicBezTo>
                    <a:cubicBezTo>
                      <a:pt x="11" y="0"/>
                      <a:pt x="3" y="1"/>
                      <a:pt x="2" y="5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486" name="Freeform 437">
                <a:extLst>
                  <a:ext uri="{FF2B5EF4-FFF2-40B4-BE49-F238E27FC236}">
                    <a16:creationId xmlns:a16="http://schemas.microsoft.com/office/drawing/2014/main" id="{C5BC3CC5-3262-4B55-B15E-F793FEE720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9" y="3993"/>
                <a:ext cx="22" cy="17"/>
              </a:xfrm>
              <a:custGeom>
                <a:avLst/>
                <a:gdLst>
                  <a:gd name="T0" fmla="*/ 1 w 20"/>
                  <a:gd name="T1" fmla="*/ 11 h 16"/>
                  <a:gd name="T2" fmla="*/ 19 w 20"/>
                  <a:gd name="T3" fmla="*/ 19 h 16"/>
                  <a:gd name="T4" fmla="*/ 25 w 20"/>
                  <a:gd name="T5" fmla="*/ 5 h 16"/>
                  <a:gd name="T6" fmla="*/ 12 w 20"/>
                  <a:gd name="T7" fmla="*/ 0 h 16"/>
                  <a:gd name="T8" fmla="*/ 0 w 20"/>
                  <a:gd name="T9" fmla="*/ 7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16">
                    <a:moveTo>
                      <a:pt x="1" y="8"/>
                    </a:moveTo>
                    <a:cubicBezTo>
                      <a:pt x="7" y="10"/>
                      <a:pt x="10" y="9"/>
                      <a:pt x="14" y="16"/>
                    </a:cubicBezTo>
                    <a:cubicBezTo>
                      <a:pt x="15" y="13"/>
                      <a:pt x="20" y="9"/>
                      <a:pt x="19" y="5"/>
                    </a:cubicBezTo>
                    <a:cubicBezTo>
                      <a:pt x="18" y="0"/>
                      <a:pt x="12" y="0"/>
                      <a:pt x="9" y="0"/>
                    </a:cubicBezTo>
                    <a:cubicBezTo>
                      <a:pt x="4" y="1"/>
                      <a:pt x="2" y="3"/>
                      <a:pt x="0" y="7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487" name="Freeform 438">
                <a:extLst>
                  <a:ext uri="{FF2B5EF4-FFF2-40B4-BE49-F238E27FC236}">
                    <a16:creationId xmlns:a16="http://schemas.microsoft.com/office/drawing/2014/main" id="{CA94267F-31C1-4723-A290-63C5826387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0" y="1470"/>
                <a:ext cx="138" cy="655"/>
              </a:xfrm>
              <a:custGeom>
                <a:avLst/>
                <a:gdLst>
                  <a:gd name="T0" fmla="*/ 0 w 130"/>
                  <a:gd name="T1" fmla="*/ 743 h 615"/>
                  <a:gd name="T2" fmla="*/ 23 w 130"/>
                  <a:gd name="T3" fmla="*/ 508 h 615"/>
                  <a:gd name="T4" fmla="*/ 106 w 130"/>
                  <a:gd name="T5" fmla="*/ 355 h 615"/>
                  <a:gd name="T6" fmla="*/ 113 w 130"/>
                  <a:gd name="T7" fmla="*/ 253 h 615"/>
                  <a:gd name="T8" fmla="*/ 146 w 130"/>
                  <a:gd name="T9" fmla="*/ 165 h 615"/>
                  <a:gd name="T10" fmla="*/ 140 w 130"/>
                  <a:gd name="T11" fmla="*/ 0 h 61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0" h="615">
                    <a:moveTo>
                      <a:pt x="0" y="615"/>
                    </a:moveTo>
                    <a:cubicBezTo>
                      <a:pt x="0" y="615"/>
                      <a:pt x="0" y="472"/>
                      <a:pt x="20" y="421"/>
                    </a:cubicBezTo>
                    <a:cubicBezTo>
                      <a:pt x="41" y="370"/>
                      <a:pt x="95" y="311"/>
                      <a:pt x="89" y="294"/>
                    </a:cubicBezTo>
                    <a:cubicBezTo>
                      <a:pt x="83" y="276"/>
                      <a:pt x="69" y="263"/>
                      <a:pt x="94" y="209"/>
                    </a:cubicBezTo>
                    <a:cubicBezTo>
                      <a:pt x="119" y="154"/>
                      <a:pt x="130" y="156"/>
                      <a:pt x="122" y="137"/>
                    </a:cubicBezTo>
                    <a:cubicBezTo>
                      <a:pt x="113" y="118"/>
                      <a:pt x="92" y="50"/>
                      <a:pt x="117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488" name="Freeform 439">
                <a:extLst>
                  <a:ext uri="{FF2B5EF4-FFF2-40B4-BE49-F238E27FC236}">
                    <a16:creationId xmlns:a16="http://schemas.microsoft.com/office/drawing/2014/main" id="{8947C498-1E95-4EE2-B9F5-776150E1FB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8" y="1543"/>
                <a:ext cx="99" cy="30"/>
              </a:xfrm>
              <a:custGeom>
                <a:avLst/>
                <a:gdLst>
                  <a:gd name="T0" fmla="*/ 112 w 93"/>
                  <a:gd name="T1" fmla="*/ 33 h 28"/>
                  <a:gd name="T2" fmla="*/ 94 w 93"/>
                  <a:gd name="T3" fmla="*/ 27 h 28"/>
                  <a:gd name="T4" fmla="*/ 0 w 93"/>
                  <a:gd name="T5" fmla="*/ 0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3" h="28">
                    <a:moveTo>
                      <a:pt x="93" y="27"/>
                    </a:moveTo>
                    <a:cubicBezTo>
                      <a:pt x="93" y="27"/>
                      <a:pt x="87" y="28"/>
                      <a:pt x="78" y="21"/>
                    </a:cubicBezTo>
                    <a:cubicBezTo>
                      <a:pt x="69" y="14"/>
                      <a:pt x="30" y="22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489" name="Freeform 440">
                <a:extLst>
                  <a:ext uri="{FF2B5EF4-FFF2-40B4-BE49-F238E27FC236}">
                    <a16:creationId xmlns:a16="http://schemas.microsoft.com/office/drawing/2014/main" id="{1F5E48A3-9EAA-49B3-BC43-E0118659B9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8" y="1609"/>
                <a:ext cx="20" cy="44"/>
              </a:xfrm>
              <a:custGeom>
                <a:avLst/>
                <a:gdLst>
                  <a:gd name="T0" fmla="*/ 0 w 19"/>
                  <a:gd name="T1" fmla="*/ 0 h 41"/>
                  <a:gd name="T2" fmla="*/ 22 w 19"/>
                  <a:gd name="T3" fmla="*/ 50 h 4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41">
                    <a:moveTo>
                      <a:pt x="0" y="0"/>
                    </a:moveTo>
                    <a:cubicBezTo>
                      <a:pt x="0" y="0"/>
                      <a:pt x="9" y="17"/>
                      <a:pt x="19" y="41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490" name="Freeform 441">
                <a:extLst>
                  <a:ext uri="{FF2B5EF4-FFF2-40B4-BE49-F238E27FC236}">
                    <a16:creationId xmlns:a16="http://schemas.microsoft.com/office/drawing/2014/main" id="{1EC66982-D1BE-4B3B-9F19-F4D97369FB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1" y="1698"/>
                <a:ext cx="493" cy="271"/>
              </a:xfrm>
              <a:custGeom>
                <a:avLst/>
                <a:gdLst>
                  <a:gd name="T0" fmla="*/ 33 w 462"/>
                  <a:gd name="T1" fmla="*/ 0 h 254"/>
                  <a:gd name="T2" fmla="*/ 27 w 462"/>
                  <a:gd name="T3" fmla="*/ 101 h 254"/>
                  <a:gd name="T4" fmla="*/ 120 w 462"/>
                  <a:gd name="T5" fmla="*/ 187 h 254"/>
                  <a:gd name="T6" fmla="*/ 217 w 462"/>
                  <a:gd name="T7" fmla="*/ 223 h 254"/>
                  <a:gd name="T8" fmla="*/ 561 w 462"/>
                  <a:gd name="T9" fmla="*/ 163 h 25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62" h="254">
                    <a:moveTo>
                      <a:pt x="27" y="0"/>
                    </a:moveTo>
                    <a:cubicBezTo>
                      <a:pt x="27" y="0"/>
                      <a:pt x="0" y="62"/>
                      <a:pt x="22" y="83"/>
                    </a:cubicBezTo>
                    <a:cubicBezTo>
                      <a:pt x="44" y="103"/>
                      <a:pt x="85" y="146"/>
                      <a:pt x="98" y="154"/>
                    </a:cubicBezTo>
                    <a:cubicBezTo>
                      <a:pt x="112" y="163"/>
                      <a:pt x="138" y="178"/>
                      <a:pt x="178" y="184"/>
                    </a:cubicBezTo>
                    <a:cubicBezTo>
                      <a:pt x="217" y="190"/>
                      <a:pt x="455" y="254"/>
                      <a:pt x="462" y="134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491" name="Freeform 442">
                <a:extLst>
                  <a:ext uri="{FF2B5EF4-FFF2-40B4-BE49-F238E27FC236}">
                    <a16:creationId xmlns:a16="http://schemas.microsoft.com/office/drawing/2014/main" id="{B4A88B4B-E329-4F97-A67E-E0261EFCA4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9" y="1824"/>
                <a:ext cx="111" cy="52"/>
              </a:xfrm>
              <a:custGeom>
                <a:avLst/>
                <a:gdLst>
                  <a:gd name="T0" fmla="*/ 55 w 105"/>
                  <a:gd name="T1" fmla="*/ 0 h 49"/>
                  <a:gd name="T2" fmla="*/ 66 w 105"/>
                  <a:gd name="T3" fmla="*/ 1 h 49"/>
                  <a:gd name="T4" fmla="*/ 123 w 105"/>
                  <a:gd name="T5" fmla="*/ 36 h 49"/>
                  <a:gd name="T6" fmla="*/ 59 w 105"/>
                  <a:gd name="T7" fmla="*/ 54 h 49"/>
                  <a:gd name="T8" fmla="*/ 2 w 105"/>
                  <a:gd name="T9" fmla="*/ 19 h 49"/>
                  <a:gd name="T10" fmla="*/ 36 w 105"/>
                  <a:gd name="T11" fmla="*/ 1 h 4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5" h="49">
                    <a:moveTo>
                      <a:pt x="46" y="0"/>
                    </a:moveTo>
                    <a:cubicBezTo>
                      <a:pt x="49" y="1"/>
                      <a:pt x="52" y="1"/>
                      <a:pt x="56" y="1"/>
                    </a:cubicBezTo>
                    <a:cubicBezTo>
                      <a:pt x="84" y="5"/>
                      <a:pt x="105" y="18"/>
                      <a:pt x="104" y="30"/>
                    </a:cubicBezTo>
                    <a:cubicBezTo>
                      <a:pt x="102" y="42"/>
                      <a:pt x="78" y="49"/>
                      <a:pt x="50" y="45"/>
                    </a:cubicBezTo>
                    <a:cubicBezTo>
                      <a:pt x="22" y="41"/>
                      <a:pt x="0" y="28"/>
                      <a:pt x="2" y="16"/>
                    </a:cubicBezTo>
                    <a:cubicBezTo>
                      <a:pt x="3" y="8"/>
                      <a:pt x="14" y="3"/>
                      <a:pt x="30" y="1"/>
                    </a:cubicBezTo>
                  </a:path>
                </a:pathLst>
              </a:custGeom>
              <a:solidFill>
                <a:srgbClr val="8E4C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492" name="Freeform 443">
                <a:extLst>
                  <a:ext uri="{FF2B5EF4-FFF2-40B4-BE49-F238E27FC236}">
                    <a16:creationId xmlns:a16="http://schemas.microsoft.com/office/drawing/2014/main" id="{4040DFE5-6F62-40E0-8A14-FD8AEA9306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4" y="1824"/>
                <a:ext cx="112" cy="52"/>
              </a:xfrm>
              <a:custGeom>
                <a:avLst/>
                <a:gdLst>
                  <a:gd name="T0" fmla="*/ 73 w 105"/>
                  <a:gd name="T1" fmla="*/ 0 h 49"/>
                  <a:gd name="T2" fmla="*/ 61 w 105"/>
                  <a:gd name="T3" fmla="*/ 1 h 49"/>
                  <a:gd name="T4" fmla="*/ 2 w 105"/>
                  <a:gd name="T5" fmla="*/ 36 h 49"/>
                  <a:gd name="T6" fmla="*/ 68 w 105"/>
                  <a:gd name="T7" fmla="*/ 54 h 49"/>
                  <a:gd name="T8" fmla="*/ 126 w 105"/>
                  <a:gd name="T9" fmla="*/ 19 h 49"/>
                  <a:gd name="T10" fmla="*/ 92 w 105"/>
                  <a:gd name="T11" fmla="*/ 1 h 4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5" h="49">
                    <a:moveTo>
                      <a:pt x="60" y="0"/>
                    </a:moveTo>
                    <a:cubicBezTo>
                      <a:pt x="56" y="1"/>
                      <a:pt x="53" y="1"/>
                      <a:pt x="50" y="1"/>
                    </a:cubicBezTo>
                    <a:cubicBezTo>
                      <a:pt x="22" y="5"/>
                      <a:pt x="0" y="18"/>
                      <a:pt x="2" y="30"/>
                    </a:cubicBezTo>
                    <a:cubicBezTo>
                      <a:pt x="4" y="42"/>
                      <a:pt x="28" y="49"/>
                      <a:pt x="56" y="45"/>
                    </a:cubicBezTo>
                    <a:cubicBezTo>
                      <a:pt x="84" y="41"/>
                      <a:pt x="105" y="28"/>
                      <a:pt x="104" y="16"/>
                    </a:cubicBezTo>
                    <a:cubicBezTo>
                      <a:pt x="103" y="8"/>
                      <a:pt x="92" y="3"/>
                      <a:pt x="76" y="1"/>
                    </a:cubicBezTo>
                  </a:path>
                </a:pathLst>
              </a:custGeom>
              <a:solidFill>
                <a:srgbClr val="8E4C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493" name="Freeform 444">
                <a:extLst>
                  <a:ext uri="{FF2B5EF4-FFF2-40B4-BE49-F238E27FC236}">
                    <a16:creationId xmlns:a16="http://schemas.microsoft.com/office/drawing/2014/main" id="{E8CAA3D7-BEAF-440F-8AAD-B2B05B84A4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5" y="1824"/>
                <a:ext cx="13" cy="1"/>
              </a:xfrm>
              <a:custGeom>
                <a:avLst/>
                <a:gdLst>
                  <a:gd name="T0" fmla="*/ 0 w 12"/>
                  <a:gd name="T1" fmla="*/ 1 h 1"/>
                  <a:gd name="T2" fmla="*/ 15 w 1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1">
                    <a:moveTo>
                      <a:pt x="0" y="1"/>
                    </a:moveTo>
                    <a:cubicBezTo>
                      <a:pt x="4" y="0"/>
                      <a:pt x="8" y="0"/>
                      <a:pt x="12" y="0"/>
                    </a:cubicBezTo>
                  </a:path>
                </a:pathLst>
              </a:custGeom>
              <a:solidFill>
                <a:srgbClr val="8E4C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494" name="Freeform 445">
                <a:extLst>
                  <a:ext uri="{FF2B5EF4-FFF2-40B4-BE49-F238E27FC236}">
                    <a16:creationId xmlns:a16="http://schemas.microsoft.com/office/drawing/2014/main" id="{7C6BB3C0-EBC8-4945-A541-86ADA980CB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6" y="1829"/>
                <a:ext cx="7" cy="3"/>
              </a:xfrm>
              <a:custGeom>
                <a:avLst/>
                <a:gdLst>
                  <a:gd name="T0" fmla="*/ 0 w 7"/>
                  <a:gd name="T1" fmla="*/ 3 h 3"/>
                  <a:gd name="T2" fmla="*/ 7 w 7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3">
                    <a:moveTo>
                      <a:pt x="0" y="3"/>
                    </a:moveTo>
                    <a:cubicBezTo>
                      <a:pt x="2" y="2"/>
                      <a:pt x="4" y="1"/>
                      <a:pt x="7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495" name="Freeform 446">
                <a:extLst>
                  <a:ext uri="{FF2B5EF4-FFF2-40B4-BE49-F238E27FC236}">
                    <a16:creationId xmlns:a16="http://schemas.microsoft.com/office/drawing/2014/main" id="{42BE9B77-E05F-42C8-8C72-9AAFD20869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2" y="1824"/>
                <a:ext cx="108" cy="52"/>
              </a:xfrm>
              <a:custGeom>
                <a:avLst/>
                <a:gdLst>
                  <a:gd name="T0" fmla="*/ 44 w 102"/>
                  <a:gd name="T1" fmla="*/ 0 h 49"/>
                  <a:gd name="T2" fmla="*/ 62 w 102"/>
                  <a:gd name="T3" fmla="*/ 1 h 49"/>
                  <a:gd name="T4" fmla="*/ 120 w 102"/>
                  <a:gd name="T5" fmla="*/ 36 h 49"/>
                  <a:gd name="T6" fmla="*/ 56 w 102"/>
                  <a:gd name="T7" fmla="*/ 54 h 49"/>
                  <a:gd name="T8" fmla="*/ 0 w 102"/>
                  <a:gd name="T9" fmla="*/ 27 h 4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2" h="49">
                    <a:moveTo>
                      <a:pt x="38" y="0"/>
                    </a:moveTo>
                    <a:cubicBezTo>
                      <a:pt x="43" y="0"/>
                      <a:pt x="48" y="1"/>
                      <a:pt x="53" y="1"/>
                    </a:cubicBezTo>
                    <a:cubicBezTo>
                      <a:pt x="81" y="5"/>
                      <a:pt x="102" y="18"/>
                      <a:pt x="101" y="30"/>
                    </a:cubicBezTo>
                    <a:cubicBezTo>
                      <a:pt x="99" y="42"/>
                      <a:pt x="75" y="49"/>
                      <a:pt x="47" y="45"/>
                    </a:cubicBezTo>
                    <a:cubicBezTo>
                      <a:pt x="24" y="42"/>
                      <a:pt x="6" y="33"/>
                      <a:pt x="0" y="23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496" name="Freeform 447">
                <a:extLst>
                  <a:ext uri="{FF2B5EF4-FFF2-40B4-BE49-F238E27FC236}">
                    <a16:creationId xmlns:a16="http://schemas.microsoft.com/office/drawing/2014/main" id="{234340C4-82AE-47A5-963E-70A266C3EE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9" y="1825"/>
                <a:ext cx="12" cy="2"/>
              </a:xfrm>
              <a:custGeom>
                <a:avLst/>
                <a:gdLst>
                  <a:gd name="T0" fmla="*/ 0 w 11"/>
                  <a:gd name="T1" fmla="*/ 2 h 2"/>
                  <a:gd name="T2" fmla="*/ 1 w 11"/>
                  <a:gd name="T3" fmla="*/ 2 h 2"/>
                  <a:gd name="T4" fmla="*/ 14 w 11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2">
                    <a:moveTo>
                      <a:pt x="0" y="2"/>
                    </a:moveTo>
                    <a:cubicBezTo>
                      <a:pt x="0" y="2"/>
                      <a:pt x="0" y="2"/>
                      <a:pt x="1" y="2"/>
                    </a:cubicBezTo>
                    <a:cubicBezTo>
                      <a:pt x="4" y="1"/>
                      <a:pt x="7" y="0"/>
                      <a:pt x="11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497" name="Freeform 448">
                <a:extLst>
                  <a:ext uri="{FF2B5EF4-FFF2-40B4-BE49-F238E27FC236}">
                    <a16:creationId xmlns:a16="http://schemas.microsoft.com/office/drawing/2014/main" id="{C3653961-5FA5-4C3D-BCED-A75AB2537A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3" y="1599"/>
                <a:ext cx="62" cy="23"/>
              </a:xfrm>
              <a:custGeom>
                <a:avLst/>
                <a:gdLst>
                  <a:gd name="T0" fmla="*/ 71 w 58"/>
                  <a:gd name="T1" fmla="*/ 0 h 22"/>
                  <a:gd name="T2" fmla="*/ 0 w 58"/>
                  <a:gd name="T3" fmla="*/ 25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8" h="22">
                    <a:moveTo>
                      <a:pt x="58" y="0"/>
                    </a:moveTo>
                    <a:cubicBezTo>
                      <a:pt x="39" y="5"/>
                      <a:pt x="21" y="18"/>
                      <a:pt x="0" y="22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498" name="Freeform 449">
                <a:extLst>
                  <a:ext uri="{FF2B5EF4-FFF2-40B4-BE49-F238E27FC236}">
                    <a16:creationId xmlns:a16="http://schemas.microsoft.com/office/drawing/2014/main" id="{8FE4CA50-460E-4304-860C-63DA256F0F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4" y="1872"/>
                <a:ext cx="67" cy="12"/>
              </a:xfrm>
              <a:custGeom>
                <a:avLst/>
                <a:gdLst>
                  <a:gd name="T0" fmla="*/ 76 w 63"/>
                  <a:gd name="T1" fmla="*/ 2 h 12"/>
                  <a:gd name="T2" fmla="*/ 0 w 63"/>
                  <a:gd name="T3" fmla="*/ 0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3" h="12">
                    <a:moveTo>
                      <a:pt x="63" y="2"/>
                    </a:moveTo>
                    <a:cubicBezTo>
                      <a:pt x="47" y="12"/>
                      <a:pt x="17" y="5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499" name="Freeform 450">
                <a:extLst>
                  <a:ext uri="{FF2B5EF4-FFF2-40B4-BE49-F238E27FC236}">
                    <a16:creationId xmlns:a16="http://schemas.microsoft.com/office/drawing/2014/main" id="{2F63A176-5F4E-4B55-A057-1E9CCC1BF5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9" y="1827"/>
                <a:ext cx="40" cy="23"/>
              </a:xfrm>
              <a:custGeom>
                <a:avLst/>
                <a:gdLst>
                  <a:gd name="T0" fmla="*/ 0 w 37"/>
                  <a:gd name="T1" fmla="*/ 0 h 22"/>
                  <a:gd name="T2" fmla="*/ 46 w 37"/>
                  <a:gd name="T3" fmla="*/ 25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7" h="22">
                    <a:moveTo>
                      <a:pt x="0" y="0"/>
                    </a:moveTo>
                    <a:cubicBezTo>
                      <a:pt x="15" y="2"/>
                      <a:pt x="25" y="13"/>
                      <a:pt x="37" y="22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500" name="Freeform 451">
                <a:extLst>
                  <a:ext uri="{FF2B5EF4-FFF2-40B4-BE49-F238E27FC236}">
                    <a16:creationId xmlns:a16="http://schemas.microsoft.com/office/drawing/2014/main" id="{8F7BE680-DFBC-4ABE-85DA-6D042A5FB3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9" y="1909"/>
                <a:ext cx="69" cy="40"/>
              </a:xfrm>
              <a:custGeom>
                <a:avLst/>
                <a:gdLst>
                  <a:gd name="T0" fmla="*/ 0 w 65"/>
                  <a:gd name="T1" fmla="*/ 0 h 38"/>
                  <a:gd name="T2" fmla="*/ 77 w 65"/>
                  <a:gd name="T3" fmla="*/ 44 h 3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5" h="38">
                    <a:moveTo>
                      <a:pt x="0" y="0"/>
                    </a:moveTo>
                    <a:cubicBezTo>
                      <a:pt x="5" y="36"/>
                      <a:pt x="45" y="22"/>
                      <a:pt x="65" y="38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501" name="Freeform 452">
                <a:extLst>
                  <a:ext uri="{FF2B5EF4-FFF2-40B4-BE49-F238E27FC236}">
                    <a16:creationId xmlns:a16="http://schemas.microsoft.com/office/drawing/2014/main" id="{29CEB6D3-D29E-4550-AB01-FC359C7F5C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2" y="2186"/>
                <a:ext cx="68" cy="17"/>
              </a:xfrm>
              <a:custGeom>
                <a:avLst/>
                <a:gdLst>
                  <a:gd name="T0" fmla="*/ 0 w 63"/>
                  <a:gd name="T1" fmla="*/ 15 h 16"/>
                  <a:gd name="T2" fmla="*/ 79 w 63"/>
                  <a:gd name="T3" fmla="*/ 0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3" h="16">
                    <a:moveTo>
                      <a:pt x="0" y="12"/>
                    </a:moveTo>
                    <a:cubicBezTo>
                      <a:pt x="24" y="16"/>
                      <a:pt x="40" y="8"/>
                      <a:pt x="63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502" name="Freeform 453">
                <a:extLst>
                  <a:ext uri="{FF2B5EF4-FFF2-40B4-BE49-F238E27FC236}">
                    <a16:creationId xmlns:a16="http://schemas.microsoft.com/office/drawing/2014/main" id="{CC389785-A584-4FE7-9DF5-2A73293A71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4" y="932"/>
                <a:ext cx="10" cy="75"/>
              </a:xfrm>
              <a:custGeom>
                <a:avLst/>
                <a:gdLst>
                  <a:gd name="T0" fmla="*/ 0 w 9"/>
                  <a:gd name="T1" fmla="*/ 86 h 70"/>
                  <a:gd name="T2" fmla="*/ 10 w 9"/>
                  <a:gd name="T3" fmla="*/ 41 h 70"/>
                  <a:gd name="T4" fmla="*/ 9 w 9"/>
                  <a:gd name="T5" fmla="*/ 0 h 7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70">
                    <a:moveTo>
                      <a:pt x="0" y="70"/>
                    </a:moveTo>
                    <a:cubicBezTo>
                      <a:pt x="0" y="70"/>
                      <a:pt x="9" y="45"/>
                      <a:pt x="7" y="33"/>
                    </a:cubicBezTo>
                    <a:cubicBezTo>
                      <a:pt x="6" y="21"/>
                      <a:pt x="6" y="0"/>
                      <a:pt x="6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503" name="Freeform 454">
                <a:extLst>
                  <a:ext uri="{FF2B5EF4-FFF2-40B4-BE49-F238E27FC236}">
                    <a16:creationId xmlns:a16="http://schemas.microsoft.com/office/drawing/2014/main" id="{0FD9C366-7578-4585-8D6D-423C26C2D0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9" y="923"/>
                <a:ext cx="20" cy="28"/>
              </a:xfrm>
              <a:custGeom>
                <a:avLst/>
                <a:gdLst>
                  <a:gd name="T0" fmla="*/ 22 w 19"/>
                  <a:gd name="T1" fmla="*/ 30 h 27"/>
                  <a:gd name="T2" fmla="*/ 3 w 19"/>
                  <a:gd name="T3" fmla="*/ 29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27">
                    <a:moveTo>
                      <a:pt x="19" y="27"/>
                    </a:moveTo>
                    <a:cubicBezTo>
                      <a:pt x="19" y="27"/>
                      <a:pt x="0" y="0"/>
                      <a:pt x="3" y="26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504" name="Freeform 455">
                <a:extLst>
                  <a:ext uri="{FF2B5EF4-FFF2-40B4-BE49-F238E27FC236}">
                    <a16:creationId xmlns:a16="http://schemas.microsoft.com/office/drawing/2014/main" id="{35221072-6299-4074-A763-02A9B860FF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7" y="961"/>
                <a:ext cx="12" cy="21"/>
              </a:xfrm>
              <a:custGeom>
                <a:avLst/>
                <a:gdLst>
                  <a:gd name="T0" fmla="*/ 12 w 12"/>
                  <a:gd name="T1" fmla="*/ 0 h 20"/>
                  <a:gd name="T2" fmla="*/ 11 w 12"/>
                  <a:gd name="T3" fmla="*/ 23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20">
                    <a:moveTo>
                      <a:pt x="12" y="0"/>
                    </a:moveTo>
                    <a:cubicBezTo>
                      <a:pt x="12" y="0"/>
                      <a:pt x="0" y="10"/>
                      <a:pt x="11" y="2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505" name="Freeform 456">
                <a:extLst>
                  <a:ext uri="{FF2B5EF4-FFF2-40B4-BE49-F238E27FC236}">
                    <a16:creationId xmlns:a16="http://schemas.microsoft.com/office/drawing/2014/main" id="{365217D8-824C-4851-AB59-B8E317CC26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7" y="858"/>
                <a:ext cx="20" cy="57"/>
              </a:xfrm>
              <a:custGeom>
                <a:avLst/>
                <a:gdLst>
                  <a:gd name="T0" fmla="*/ 5 w 19"/>
                  <a:gd name="T1" fmla="*/ 0 h 54"/>
                  <a:gd name="T2" fmla="*/ 0 w 19"/>
                  <a:gd name="T3" fmla="*/ 63 h 54"/>
                  <a:gd name="T4" fmla="*/ 5 w 19"/>
                  <a:gd name="T5" fmla="*/ 0 h 5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54">
                    <a:moveTo>
                      <a:pt x="5" y="0"/>
                    </a:moveTo>
                    <a:cubicBezTo>
                      <a:pt x="5" y="0"/>
                      <a:pt x="15" y="21"/>
                      <a:pt x="0" y="54"/>
                    </a:cubicBezTo>
                    <a:cubicBezTo>
                      <a:pt x="0" y="54"/>
                      <a:pt x="19" y="26"/>
                      <a:pt x="5" y="0"/>
                    </a:cubicBezTo>
                    <a:close/>
                  </a:path>
                </a:pathLst>
              </a:custGeom>
              <a:solidFill>
                <a:srgbClr val="5A22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506" name="Freeform 457">
                <a:extLst>
                  <a:ext uri="{FF2B5EF4-FFF2-40B4-BE49-F238E27FC236}">
                    <a16:creationId xmlns:a16="http://schemas.microsoft.com/office/drawing/2014/main" id="{8CED6F7E-E60C-47AF-9EAB-9F03F28631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4" y="924"/>
                <a:ext cx="22" cy="35"/>
              </a:xfrm>
              <a:custGeom>
                <a:avLst/>
                <a:gdLst>
                  <a:gd name="T0" fmla="*/ 15 w 21"/>
                  <a:gd name="T1" fmla="*/ 0 h 33"/>
                  <a:gd name="T2" fmla="*/ 5 w 21"/>
                  <a:gd name="T3" fmla="*/ 24 h 33"/>
                  <a:gd name="T4" fmla="*/ 24 w 21"/>
                  <a:gd name="T5" fmla="*/ 39 h 33"/>
                  <a:gd name="T6" fmla="*/ 7 w 21"/>
                  <a:gd name="T7" fmla="*/ 20 h 33"/>
                  <a:gd name="T8" fmla="*/ 15 w 21"/>
                  <a:gd name="T9" fmla="*/ 0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33">
                    <a:moveTo>
                      <a:pt x="12" y="0"/>
                    </a:moveTo>
                    <a:cubicBezTo>
                      <a:pt x="12" y="0"/>
                      <a:pt x="0" y="13"/>
                      <a:pt x="5" y="21"/>
                    </a:cubicBezTo>
                    <a:cubicBezTo>
                      <a:pt x="10" y="28"/>
                      <a:pt x="15" y="33"/>
                      <a:pt x="21" y="33"/>
                    </a:cubicBezTo>
                    <a:cubicBezTo>
                      <a:pt x="21" y="33"/>
                      <a:pt x="7" y="25"/>
                      <a:pt x="7" y="17"/>
                    </a:cubicBezTo>
                    <a:cubicBezTo>
                      <a:pt x="8" y="10"/>
                      <a:pt x="8" y="4"/>
                      <a:pt x="12" y="0"/>
                    </a:cubicBezTo>
                    <a:close/>
                  </a:path>
                </a:pathLst>
              </a:custGeom>
              <a:solidFill>
                <a:srgbClr val="5A22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507" name="Freeform 458">
                <a:extLst>
                  <a:ext uri="{FF2B5EF4-FFF2-40B4-BE49-F238E27FC236}">
                    <a16:creationId xmlns:a16="http://schemas.microsoft.com/office/drawing/2014/main" id="{2871C0DF-6ACE-4351-953B-83340A3658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1" y="931"/>
                <a:ext cx="20" cy="110"/>
              </a:xfrm>
              <a:custGeom>
                <a:avLst/>
                <a:gdLst>
                  <a:gd name="T0" fmla="*/ 22 w 19"/>
                  <a:gd name="T1" fmla="*/ 0 h 103"/>
                  <a:gd name="T2" fmla="*/ 7 w 19"/>
                  <a:gd name="T3" fmla="*/ 21 h 103"/>
                  <a:gd name="T4" fmla="*/ 4 w 19"/>
                  <a:gd name="T5" fmla="*/ 54 h 103"/>
                  <a:gd name="T6" fmla="*/ 3 w 19"/>
                  <a:gd name="T7" fmla="*/ 125 h 103"/>
                  <a:gd name="T8" fmla="*/ 5 w 19"/>
                  <a:gd name="T9" fmla="*/ 88 h 103"/>
                  <a:gd name="T10" fmla="*/ 6 w 19"/>
                  <a:gd name="T11" fmla="*/ 57 h 103"/>
                  <a:gd name="T12" fmla="*/ 9 w 19"/>
                  <a:gd name="T13" fmla="*/ 29 h 103"/>
                  <a:gd name="T14" fmla="*/ 22 w 19"/>
                  <a:gd name="T15" fmla="*/ 18 h 103"/>
                  <a:gd name="T16" fmla="*/ 20 w 19"/>
                  <a:gd name="T17" fmla="*/ 5 h 10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9" h="103">
                    <a:moveTo>
                      <a:pt x="19" y="0"/>
                    </a:moveTo>
                    <a:cubicBezTo>
                      <a:pt x="15" y="6"/>
                      <a:pt x="10" y="12"/>
                      <a:pt x="7" y="18"/>
                    </a:cubicBezTo>
                    <a:cubicBezTo>
                      <a:pt x="3" y="26"/>
                      <a:pt x="3" y="36"/>
                      <a:pt x="4" y="45"/>
                    </a:cubicBezTo>
                    <a:cubicBezTo>
                      <a:pt x="6" y="65"/>
                      <a:pt x="0" y="83"/>
                      <a:pt x="3" y="103"/>
                    </a:cubicBezTo>
                    <a:cubicBezTo>
                      <a:pt x="0" y="92"/>
                      <a:pt x="5" y="84"/>
                      <a:pt x="5" y="72"/>
                    </a:cubicBezTo>
                    <a:cubicBezTo>
                      <a:pt x="6" y="63"/>
                      <a:pt x="6" y="54"/>
                      <a:pt x="6" y="47"/>
                    </a:cubicBezTo>
                    <a:cubicBezTo>
                      <a:pt x="6" y="39"/>
                      <a:pt x="6" y="31"/>
                      <a:pt x="9" y="23"/>
                    </a:cubicBezTo>
                    <a:cubicBezTo>
                      <a:pt x="10" y="20"/>
                      <a:pt x="15" y="9"/>
                      <a:pt x="19" y="15"/>
                    </a:cubicBezTo>
                    <a:cubicBezTo>
                      <a:pt x="17" y="12"/>
                      <a:pt x="17" y="9"/>
                      <a:pt x="17" y="5"/>
                    </a:cubicBezTo>
                  </a:path>
                </a:pathLst>
              </a:custGeom>
              <a:solidFill>
                <a:srgbClr val="5A22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508" name="Freeform 459">
                <a:extLst>
                  <a:ext uri="{FF2B5EF4-FFF2-40B4-BE49-F238E27FC236}">
                    <a16:creationId xmlns:a16="http://schemas.microsoft.com/office/drawing/2014/main" id="{0726E735-DF42-4691-827C-6D66113B36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4" y="1044"/>
                <a:ext cx="13" cy="73"/>
              </a:xfrm>
              <a:custGeom>
                <a:avLst/>
                <a:gdLst>
                  <a:gd name="T0" fmla="*/ 8 w 13"/>
                  <a:gd name="T1" fmla="*/ 0 h 68"/>
                  <a:gd name="T2" fmla="*/ 6 w 13"/>
                  <a:gd name="T3" fmla="*/ 33 h 68"/>
                  <a:gd name="T4" fmla="*/ 0 w 13"/>
                  <a:gd name="T5" fmla="*/ 61 h 68"/>
                  <a:gd name="T6" fmla="*/ 4 w 13"/>
                  <a:gd name="T7" fmla="*/ 84 h 68"/>
                  <a:gd name="T8" fmla="*/ 3 w 13"/>
                  <a:gd name="T9" fmla="*/ 61 h 68"/>
                  <a:gd name="T10" fmla="*/ 9 w 13"/>
                  <a:gd name="T11" fmla="*/ 30 h 68"/>
                  <a:gd name="T12" fmla="*/ 12 w 13"/>
                  <a:gd name="T13" fmla="*/ 15 h 68"/>
                  <a:gd name="T14" fmla="*/ 7 w 13"/>
                  <a:gd name="T15" fmla="*/ 0 h 6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3" h="68">
                    <a:moveTo>
                      <a:pt x="8" y="0"/>
                    </a:moveTo>
                    <a:cubicBezTo>
                      <a:pt x="11" y="9"/>
                      <a:pt x="9" y="19"/>
                      <a:pt x="6" y="27"/>
                    </a:cubicBezTo>
                    <a:cubicBezTo>
                      <a:pt x="3" y="34"/>
                      <a:pt x="1" y="41"/>
                      <a:pt x="0" y="49"/>
                    </a:cubicBezTo>
                    <a:cubicBezTo>
                      <a:pt x="0" y="56"/>
                      <a:pt x="3" y="61"/>
                      <a:pt x="4" y="68"/>
                    </a:cubicBezTo>
                    <a:cubicBezTo>
                      <a:pt x="1" y="62"/>
                      <a:pt x="2" y="54"/>
                      <a:pt x="3" y="49"/>
                    </a:cubicBezTo>
                    <a:cubicBezTo>
                      <a:pt x="3" y="40"/>
                      <a:pt x="6" y="32"/>
                      <a:pt x="9" y="24"/>
                    </a:cubicBezTo>
                    <a:cubicBezTo>
                      <a:pt x="10" y="20"/>
                      <a:pt x="12" y="16"/>
                      <a:pt x="12" y="12"/>
                    </a:cubicBezTo>
                    <a:cubicBezTo>
                      <a:pt x="13" y="6"/>
                      <a:pt x="10" y="4"/>
                      <a:pt x="7" y="0"/>
                    </a:cubicBezTo>
                  </a:path>
                </a:pathLst>
              </a:custGeom>
              <a:solidFill>
                <a:srgbClr val="5A22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509" name="Freeform 460">
                <a:extLst>
                  <a:ext uri="{FF2B5EF4-FFF2-40B4-BE49-F238E27FC236}">
                    <a16:creationId xmlns:a16="http://schemas.microsoft.com/office/drawing/2014/main" id="{BF0FC00B-6554-4FB0-B905-F3862B2454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6" y="2190"/>
                <a:ext cx="1039" cy="335"/>
              </a:xfrm>
              <a:custGeom>
                <a:avLst/>
                <a:gdLst>
                  <a:gd name="T0" fmla="*/ 0 w 975"/>
                  <a:gd name="T1" fmla="*/ 0 h 314"/>
                  <a:gd name="T2" fmla="*/ 160 w 975"/>
                  <a:gd name="T3" fmla="*/ 236 h 314"/>
                  <a:gd name="T4" fmla="*/ 439 w 975"/>
                  <a:gd name="T5" fmla="*/ 334 h 314"/>
                  <a:gd name="T6" fmla="*/ 740 w 975"/>
                  <a:gd name="T7" fmla="*/ 334 h 314"/>
                  <a:gd name="T8" fmla="*/ 1020 w 975"/>
                  <a:gd name="T9" fmla="*/ 236 h 314"/>
                  <a:gd name="T10" fmla="*/ 1180 w 975"/>
                  <a:gd name="T11" fmla="*/ 0 h 31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75" h="314">
                    <a:moveTo>
                      <a:pt x="0" y="0"/>
                    </a:moveTo>
                    <a:cubicBezTo>
                      <a:pt x="26" y="30"/>
                      <a:pt x="16" y="119"/>
                      <a:pt x="132" y="194"/>
                    </a:cubicBezTo>
                    <a:cubicBezTo>
                      <a:pt x="213" y="247"/>
                      <a:pt x="363" y="275"/>
                      <a:pt x="363" y="275"/>
                    </a:cubicBezTo>
                    <a:cubicBezTo>
                      <a:pt x="363" y="275"/>
                      <a:pt x="465" y="314"/>
                      <a:pt x="611" y="275"/>
                    </a:cubicBezTo>
                    <a:cubicBezTo>
                      <a:pt x="611" y="275"/>
                      <a:pt x="761" y="247"/>
                      <a:pt x="843" y="194"/>
                    </a:cubicBezTo>
                    <a:cubicBezTo>
                      <a:pt x="958" y="119"/>
                      <a:pt x="948" y="30"/>
                      <a:pt x="975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510" name="Freeform 461">
                <a:extLst>
                  <a:ext uri="{FF2B5EF4-FFF2-40B4-BE49-F238E27FC236}">
                    <a16:creationId xmlns:a16="http://schemas.microsoft.com/office/drawing/2014/main" id="{B4191F90-CB0B-4A15-8520-C3A5814392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5" y="2468"/>
                <a:ext cx="200" cy="38"/>
              </a:xfrm>
              <a:custGeom>
                <a:avLst/>
                <a:gdLst>
                  <a:gd name="T0" fmla="*/ 227 w 188"/>
                  <a:gd name="T1" fmla="*/ 12 h 36"/>
                  <a:gd name="T2" fmla="*/ 135 w 188"/>
                  <a:gd name="T3" fmla="*/ 2 h 36"/>
                  <a:gd name="T4" fmla="*/ 0 w 188"/>
                  <a:gd name="T5" fmla="*/ 42 h 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8" h="36">
                    <a:moveTo>
                      <a:pt x="188" y="9"/>
                    </a:moveTo>
                    <a:cubicBezTo>
                      <a:pt x="188" y="9"/>
                      <a:pt x="134" y="5"/>
                      <a:pt x="112" y="2"/>
                    </a:cubicBezTo>
                    <a:cubicBezTo>
                      <a:pt x="90" y="0"/>
                      <a:pt x="25" y="2"/>
                      <a:pt x="0" y="36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511" name="Freeform 462">
                <a:extLst>
                  <a:ext uri="{FF2B5EF4-FFF2-40B4-BE49-F238E27FC236}">
                    <a16:creationId xmlns:a16="http://schemas.microsoft.com/office/drawing/2014/main" id="{9A10312B-3F15-444C-BC60-C7A5FFB238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9" y="2765"/>
                <a:ext cx="69" cy="48"/>
              </a:xfrm>
              <a:custGeom>
                <a:avLst/>
                <a:gdLst>
                  <a:gd name="T0" fmla="*/ 0 w 64"/>
                  <a:gd name="T1" fmla="*/ 0 h 45"/>
                  <a:gd name="T2" fmla="*/ 80 w 64"/>
                  <a:gd name="T3" fmla="*/ 54 h 4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4" h="45">
                    <a:moveTo>
                      <a:pt x="0" y="0"/>
                    </a:moveTo>
                    <a:cubicBezTo>
                      <a:pt x="0" y="0"/>
                      <a:pt x="56" y="32"/>
                      <a:pt x="64" y="45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512" name="Freeform 463">
                <a:extLst>
                  <a:ext uri="{FF2B5EF4-FFF2-40B4-BE49-F238E27FC236}">
                    <a16:creationId xmlns:a16="http://schemas.microsoft.com/office/drawing/2014/main" id="{25A04C8C-F22B-4129-83FF-FC0782A219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5" y="742"/>
                <a:ext cx="1861" cy="3314"/>
              </a:xfrm>
              <a:custGeom>
                <a:avLst/>
                <a:gdLst>
                  <a:gd name="T0" fmla="*/ 1253 w 1747"/>
                  <a:gd name="T1" fmla="*/ 206 h 3108"/>
                  <a:gd name="T2" fmla="*/ 1255 w 1747"/>
                  <a:gd name="T3" fmla="*/ 424 h 3108"/>
                  <a:gd name="T4" fmla="*/ 1815 w 1747"/>
                  <a:gd name="T5" fmla="*/ 737 h 3108"/>
                  <a:gd name="T6" fmla="*/ 1975 w 1747"/>
                  <a:gd name="T7" fmla="*/ 1221 h 3108"/>
                  <a:gd name="T8" fmla="*/ 2058 w 1747"/>
                  <a:gd name="T9" fmla="*/ 1505 h 3108"/>
                  <a:gd name="T10" fmla="*/ 2073 w 1747"/>
                  <a:gd name="T11" fmla="*/ 1663 h 3108"/>
                  <a:gd name="T12" fmla="*/ 2094 w 1747"/>
                  <a:gd name="T13" fmla="*/ 1881 h 3108"/>
                  <a:gd name="T14" fmla="*/ 1959 w 1747"/>
                  <a:gd name="T15" fmla="*/ 2060 h 3108"/>
                  <a:gd name="T16" fmla="*/ 1894 w 1747"/>
                  <a:gd name="T17" fmla="*/ 1994 h 3108"/>
                  <a:gd name="T18" fmla="*/ 1861 w 1747"/>
                  <a:gd name="T19" fmla="*/ 1768 h 3108"/>
                  <a:gd name="T20" fmla="*/ 1774 w 1747"/>
                  <a:gd name="T21" fmla="*/ 1565 h 3108"/>
                  <a:gd name="T22" fmla="*/ 1763 w 1747"/>
                  <a:gd name="T23" fmla="*/ 2499 h 3108"/>
                  <a:gd name="T24" fmla="*/ 1708 w 1747"/>
                  <a:gd name="T25" fmla="*/ 2783 h 3108"/>
                  <a:gd name="T26" fmla="*/ 1693 w 1747"/>
                  <a:gd name="T27" fmla="*/ 3436 h 3108"/>
                  <a:gd name="T28" fmla="*/ 1736 w 1747"/>
                  <a:gd name="T29" fmla="*/ 3530 h 3108"/>
                  <a:gd name="T30" fmla="*/ 1858 w 1747"/>
                  <a:gd name="T31" fmla="*/ 3615 h 3108"/>
                  <a:gd name="T32" fmla="*/ 1899 w 1747"/>
                  <a:gd name="T33" fmla="*/ 3677 h 3108"/>
                  <a:gd name="T34" fmla="*/ 1866 w 1747"/>
                  <a:gd name="T35" fmla="*/ 3725 h 3108"/>
                  <a:gd name="T36" fmla="*/ 1780 w 1747"/>
                  <a:gd name="T37" fmla="*/ 3761 h 3108"/>
                  <a:gd name="T38" fmla="*/ 1697 w 1747"/>
                  <a:gd name="T39" fmla="*/ 3698 h 3108"/>
                  <a:gd name="T40" fmla="*/ 1451 w 1747"/>
                  <a:gd name="T41" fmla="*/ 3582 h 3108"/>
                  <a:gd name="T42" fmla="*/ 1388 w 1747"/>
                  <a:gd name="T43" fmla="*/ 3335 h 3108"/>
                  <a:gd name="T44" fmla="*/ 1222 w 1747"/>
                  <a:gd name="T45" fmla="*/ 2704 h 3108"/>
                  <a:gd name="T46" fmla="*/ 1079 w 1747"/>
                  <a:gd name="T47" fmla="*/ 2337 h 3108"/>
                  <a:gd name="T48" fmla="*/ 1057 w 1747"/>
                  <a:gd name="T49" fmla="*/ 2137 h 3108"/>
                  <a:gd name="T50" fmla="*/ 959 w 1747"/>
                  <a:gd name="T51" fmla="*/ 2600 h 3108"/>
                  <a:gd name="T52" fmla="*/ 882 w 1747"/>
                  <a:gd name="T53" fmla="*/ 2745 h 3108"/>
                  <a:gd name="T54" fmla="*/ 693 w 1747"/>
                  <a:gd name="T55" fmla="*/ 3424 h 3108"/>
                  <a:gd name="T56" fmla="*/ 533 w 1747"/>
                  <a:gd name="T57" fmla="*/ 3645 h 3108"/>
                  <a:gd name="T58" fmla="*/ 392 w 1747"/>
                  <a:gd name="T59" fmla="*/ 3716 h 3108"/>
                  <a:gd name="T60" fmla="*/ 283 w 1747"/>
                  <a:gd name="T61" fmla="*/ 3742 h 3108"/>
                  <a:gd name="T62" fmla="*/ 230 w 1747"/>
                  <a:gd name="T63" fmla="*/ 3719 h 3108"/>
                  <a:gd name="T64" fmla="*/ 225 w 1747"/>
                  <a:gd name="T65" fmla="*/ 3652 h 3108"/>
                  <a:gd name="T66" fmla="*/ 295 w 1747"/>
                  <a:gd name="T67" fmla="*/ 3601 h 3108"/>
                  <a:gd name="T68" fmla="*/ 418 w 1747"/>
                  <a:gd name="T69" fmla="*/ 3480 h 3108"/>
                  <a:gd name="T70" fmla="*/ 410 w 1747"/>
                  <a:gd name="T71" fmla="*/ 3406 h 3108"/>
                  <a:gd name="T72" fmla="*/ 375 w 1747"/>
                  <a:gd name="T73" fmla="*/ 2688 h 3108"/>
                  <a:gd name="T74" fmla="*/ 321 w 1747"/>
                  <a:gd name="T75" fmla="*/ 1816 h 3108"/>
                  <a:gd name="T76" fmla="*/ 266 w 1747"/>
                  <a:gd name="T77" fmla="*/ 1668 h 3108"/>
                  <a:gd name="T78" fmla="*/ 235 w 1747"/>
                  <a:gd name="T79" fmla="*/ 1859 h 3108"/>
                  <a:gd name="T80" fmla="*/ 184 w 1747"/>
                  <a:gd name="T81" fmla="*/ 1990 h 3108"/>
                  <a:gd name="T82" fmla="*/ 72 w 1747"/>
                  <a:gd name="T83" fmla="*/ 2007 h 3108"/>
                  <a:gd name="T84" fmla="*/ 30 w 1747"/>
                  <a:gd name="T85" fmla="*/ 1748 h 3108"/>
                  <a:gd name="T86" fmla="*/ 33 w 1747"/>
                  <a:gd name="T87" fmla="*/ 1639 h 3108"/>
                  <a:gd name="T88" fmla="*/ 97 w 1747"/>
                  <a:gd name="T89" fmla="*/ 1353 h 3108"/>
                  <a:gd name="T90" fmla="*/ 151 w 1747"/>
                  <a:gd name="T91" fmla="*/ 1129 h 3108"/>
                  <a:gd name="T92" fmla="*/ 760 w 1747"/>
                  <a:gd name="T93" fmla="*/ 498 h 3108"/>
                  <a:gd name="T94" fmla="*/ 872 w 1747"/>
                  <a:gd name="T95" fmla="*/ 300 h 3108"/>
                  <a:gd name="T96" fmla="*/ 881 w 1747"/>
                  <a:gd name="T97" fmla="*/ 221 h 3108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1747" h="3108">
                    <a:moveTo>
                      <a:pt x="875" y="0"/>
                    </a:moveTo>
                    <a:cubicBezTo>
                      <a:pt x="875" y="0"/>
                      <a:pt x="1009" y="17"/>
                      <a:pt x="1019" y="182"/>
                    </a:cubicBezTo>
                    <a:cubicBezTo>
                      <a:pt x="1019" y="182"/>
                      <a:pt x="1024" y="163"/>
                      <a:pt x="1036" y="170"/>
                    </a:cubicBezTo>
                    <a:cubicBezTo>
                      <a:pt x="1048" y="177"/>
                      <a:pt x="1053" y="190"/>
                      <a:pt x="1048" y="209"/>
                    </a:cubicBezTo>
                    <a:cubicBezTo>
                      <a:pt x="1045" y="219"/>
                      <a:pt x="1039" y="267"/>
                      <a:pt x="1025" y="248"/>
                    </a:cubicBezTo>
                    <a:cubicBezTo>
                      <a:pt x="1025" y="248"/>
                      <a:pt x="1048" y="293"/>
                      <a:pt x="1038" y="350"/>
                    </a:cubicBezTo>
                    <a:cubicBezTo>
                      <a:pt x="1038" y="350"/>
                      <a:pt x="1049" y="349"/>
                      <a:pt x="1054" y="365"/>
                    </a:cubicBezTo>
                    <a:cubicBezTo>
                      <a:pt x="1059" y="381"/>
                      <a:pt x="1094" y="404"/>
                      <a:pt x="1119" y="411"/>
                    </a:cubicBezTo>
                    <a:cubicBezTo>
                      <a:pt x="1144" y="418"/>
                      <a:pt x="1441" y="437"/>
                      <a:pt x="1502" y="608"/>
                    </a:cubicBezTo>
                    <a:cubicBezTo>
                      <a:pt x="1517" y="652"/>
                      <a:pt x="1530" y="667"/>
                      <a:pt x="1553" y="692"/>
                    </a:cubicBezTo>
                    <a:cubicBezTo>
                      <a:pt x="1576" y="717"/>
                      <a:pt x="1609" y="800"/>
                      <a:pt x="1622" y="931"/>
                    </a:cubicBezTo>
                    <a:cubicBezTo>
                      <a:pt x="1626" y="980"/>
                      <a:pt x="1621" y="990"/>
                      <a:pt x="1633" y="1007"/>
                    </a:cubicBezTo>
                    <a:cubicBezTo>
                      <a:pt x="1645" y="1024"/>
                      <a:pt x="1659" y="1038"/>
                      <a:pt x="1655" y="1062"/>
                    </a:cubicBezTo>
                    <a:cubicBezTo>
                      <a:pt x="1651" y="1086"/>
                      <a:pt x="1659" y="1100"/>
                      <a:pt x="1667" y="1116"/>
                    </a:cubicBezTo>
                    <a:cubicBezTo>
                      <a:pt x="1675" y="1132"/>
                      <a:pt x="1707" y="1204"/>
                      <a:pt x="1703" y="1241"/>
                    </a:cubicBezTo>
                    <a:cubicBezTo>
                      <a:pt x="1699" y="1278"/>
                      <a:pt x="1703" y="1291"/>
                      <a:pt x="1711" y="1298"/>
                    </a:cubicBezTo>
                    <a:cubicBezTo>
                      <a:pt x="1719" y="1305"/>
                      <a:pt x="1730" y="1340"/>
                      <a:pt x="1720" y="1351"/>
                    </a:cubicBezTo>
                    <a:cubicBezTo>
                      <a:pt x="1710" y="1362"/>
                      <a:pt x="1711" y="1361"/>
                      <a:pt x="1715" y="1372"/>
                    </a:cubicBezTo>
                    <a:cubicBezTo>
                      <a:pt x="1719" y="1383"/>
                      <a:pt x="1721" y="1386"/>
                      <a:pt x="1720" y="1398"/>
                    </a:cubicBezTo>
                    <a:cubicBezTo>
                      <a:pt x="1719" y="1410"/>
                      <a:pt x="1718" y="1420"/>
                      <a:pt x="1723" y="1441"/>
                    </a:cubicBezTo>
                    <a:cubicBezTo>
                      <a:pt x="1728" y="1462"/>
                      <a:pt x="1747" y="1521"/>
                      <a:pt x="1733" y="1551"/>
                    </a:cubicBezTo>
                    <a:cubicBezTo>
                      <a:pt x="1719" y="1581"/>
                      <a:pt x="1715" y="1591"/>
                      <a:pt x="1710" y="1605"/>
                    </a:cubicBezTo>
                    <a:cubicBezTo>
                      <a:pt x="1705" y="1619"/>
                      <a:pt x="1695" y="1647"/>
                      <a:pt x="1687" y="1655"/>
                    </a:cubicBezTo>
                    <a:cubicBezTo>
                      <a:pt x="1679" y="1663"/>
                      <a:pt x="1635" y="1704"/>
                      <a:pt x="1620" y="1699"/>
                    </a:cubicBezTo>
                    <a:cubicBezTo>
                      <a:pt x="1609" y="1695"/>
                      <a:pt x="1611" y="1680"/>
                      <a:pt x="1611" y="1680"/>
                    </a:cubicBezTo>
                    <a:cubicBezTo>
                      <a:pt x="1611" y="1680"/>
                      <a:pt x="1585" y="1668"/>
                      <a:pt x="1595" y="1641"/>
                    </a:cubicBezTo>
                    <a:cubicBezTo>
                      <a:pt x="1595" y="1641"/>
                      <a:pt x="1579" y="1654"/>
                      <a:pt x="1567" y="1645"/>
                    </a:cubicBezTo>
                    <a:cubicBezTo>
                      <a:pt x="1555" y="1635"/>
                      <a:pt x="1560" y="1603"/>
                      <a:pt x="1558" y="1592"/>
                    </a:cubicBezTo>
                    <a:cubicBezTo>
                      <a:pt x="1556" y="1582"/>
                      <a:pt x="1556" y="1552"/>
                      <a:pt x="1552" y="1533"/>
                    </a:cubicBezTo>
                    <a:cubicBezTo>
                      <a:pt x="1549" y="1514"/>
                      <a:pt x="1536" y="1477"/>
                      <a:pt x="1540" y="1458"/>
                    </a:cubicBezTo>
                    <a:cubicBezTo>
                      <a:pt x="1545" y="1440"/>
                      <a:pt x="1553" y="1420"/>
                      <a:pt x="1542" y="1407"/>
                    </a:cubicBezTo>
                    <a:cubicBezTo>
                      <a:pt x="1531" y="1394"/>
                      <a:pt x="1526" y="1384"/>
                      <a:pt x="1526" y="1376"/>
                    </a:cubicBezTo>
                    <a:cubicBezTo>
                      <a:pt x="1526" y="1368"/>
                      <a:pt x="1478" y="1328"/>
                      <a:pt x="1467" y="1291"/>
                    </a:cubicBezTo>
                    <a:cubicBezTo>
                      <a:pt x="1467" y="1291"/>
                      <a:pt x="1474" y="1378"/>
                      <a:pt x="1471" y="1404"/>
                    </a:cubicBezTo>
                    <a:cubicBezTo>
                      <a:pt x="1469" y="1429"/>
                      <a:pt x="1470" y="1470"/>
                      <a:pt x="1481" y="1498"/>
                    </a:cubicBezTo>
                    <a:cubicBezTo>
                      <a:pt x="1491" y="1526"/>
                      <a:pt x="1571" y="1846"/>
                      <a:pt x="1459" y="2061"/>
                    </a:cubicBezTo>
                    <a:cubicBezTo>
                      <a:pt x="1442" y="2093"/>
                      <a:pt x="1447" y="2108"/>
                      <a:pt x="1450" y="2126"/>
                    </a:cubicBezTo>
                    <a:cubicBezTo>
                      <a:pt x="1453" y="2145"/>
                      <a:pt x="1455" y="2196"/>
                      <a:pt x="1437" y="2217"/>
                    </a:cubicBezTo>
                    <a:cubicBezTo>
                      <a:pt x="1418" y="2238"/>
                      <a:pt x="1405" y="2258"/>
                      <a:pt x="1413" y="2296"/>
                    </a:cubicBezTo>
                    <a:cubicBezTo>
                      <a:pt x="1421" y="2333"/>
                      <a:pt x="1482" y="2552"/>
                      <a:pt x="1413" y="2745"/>
                    </a:cubicBezTo>
                    <a:cubicBezTo>
                      <a:pt x="1397" y="2790"/>
                      <a:pt x="1417" y="2790"/>
                      <a:pt x="1408" y="2809"/>
                    </a:cubicBezTo>
                    <a:cubicBezTo>
                      <a:pt x="1399" y="2828"/>
                      <a:pt x="1399" y="2829"/>
                      <a:pt x="1401" y="2834"/>
                    </a:cubicBezTo>
                    <a:cubicBezTo>
                      <a:pt x="1403" y="2839"/>
                      <a:pt x="1399" y="2851"/>
                      <a:pt x="1396" y="2855"/>
                    </a:cubicBezTo>
                    <a:cubicBezTo>
                      <a:pt x="1393" y="2860"/>
                      <a:pt x="1396" y="2864"/>
                      <a:pt x="1402" y="2871"/>
                    </a:cubicBezTo>
                    <a:cubicBezTo>
                      <a:pt x="1408" y="2877"/>
                      <a:pt x="1430" y="2899"/>
                      <a:pt x="1436" y="2912"/>
                    </a:cubicBezTo>
                    <a:cubicBezTo>
                      <a:pt x="1441" y="2924"/>
                      <a:pt x="1473" y="2946"/>
                      <a:pt x="1481" y="2954"/>
                    </a:cubicBezTo>
                    <a:cubicBezTo>
                      <a:pt x="1490" y="2962"/>
                      <a:pt x="1496" y="2966"/>
                      <a:pt x="1503" y="2970"/>
                    </a:cubicBezTo>
                    <a:cubicBezTo>
                      <a:pt x="1510" y="2975"/>
                      <a:pt x="1531" y="2979"/>
                      <a:pt x="1537" y="2981"/>
                    </a:cubicBezTo>
                    <a:cubicBezTo>
                      <a:pt x="1543" y="2983"/>
                      <a:pt x="1552" y="2987"/>
                      <a:pt x="1556" y="2994"/>
                    </a:cubicBezTo>
                    <a:cubicBezTo>
                      <a:pt x="1559" y="3001"/>
                      <a:pt x="1562" y="3002"/>
                      <a:pt x="1561" y="3012"/>
                    </a:cubicBezTo>
                    <a:cubicBezTo>
                      <a:pt x="1561" y="3012"/>
                      <a:pt x="1575" y="3021"/>
                      <a:pt x="1571" y="3033"/>
                    </a:cubicBezTo>
                    <a:cubicBezTo>
                      <a:pt x="1568" y="3045"/>
                      <a:pt x="1563" y="3045"/>
                      <a:pt x="1563" y="3045"/>
                    </a:cubicBezTo>
                    <a:cubicBezTo>
                      <a:pt x="1563" y="3045"/>
                      <a:pt x="1565" y="3063"/>
                      <a:pt x="1556" y="3068"/>
                    </a:cubicBezTo>
                    <a:cubicBezTo>
                      <a:pt x="1546" y="3073"/>
                      <a:pt x="1544" y="3072"/>
                      <a:pt x="1544" y="3072"/>
                    </a:cubicBezTo>
                    <a:cubicBezTo>
                      <a:pt x="1544" y="3072"/>
                      <a:pt x="1541" y="3082"/>
                      <a:pt x="1529" y="3085"/>
                    </a:cubicBezTo>
                    <a:cubicBezTo>
                      <a:pt x="1517" y="3087"/>
                      <a:pt x="1512" y="3086"/>
                      <a:pt x="1512" y="3086"/>
                    </a:cubicBezTo>
                    <a:cubicBezTo>
                      <a:pt x="1512" y="3086"/>
                      <a:pt x="1498" y="3108"/>
                      <a:pt x="1473" y="3102"/>
                    </a:cubicBezTo>
                    <a:cubicBezTo>
                      <a:pt x="1448" y="3097"/>
                      <a:pt x="1439" y="3084"/>
                      <a:pt x="1435" y="3077"/>
                    </a:cubicBezTo>
                    <a:cubicBezTo>
                      <a:pt x="1430" y="3069"/>
                      <a:pt x="1426" y="3065"/>
                      <a:pt x="1423" y="3065"/>
                    </a:cubicBezTo>
                    <a:cubicBezTo>
                      <a:pt x="1420" y="3064"/>
                      <a:pt x="1409" y="3061"/>
                      <a:pt x="1403" y="3050"/>
                    </a:cubicBezTo>
                    <a:cubicBezTo>
                      <a:pt x="1397" y="3040"/>
                      <a:pt x="1387" y="3027"/>
                      <a:pt x="1379" y="3025"/>
                    </a:cubicBezTo>
                    <a:cubicBezTo>
                      <a:pt x="1371" y="3022"/>
                      <a:pt x="1336" y="3010"/>
                      <a:pt x="1306" y="3007"/>
                    </a:cubicBezTo>
                    <a:cubicBezTo>
                      <a:pt x="1276" y="3005"/>
                      <a:pt x="1197" y="2989"/>
                      <a:pt x="1201" y="2954"/>
                    </a:cubicBezTo>
                    <a:cubicBezTo>
                      <a:pt x="1205" y="2919"/>
                      <a:pt x="1217" y="2899"/>
                      <a:pt x="1205" y="2890"/>
                    </a:cubicBezTo>
                    <a:cubicBezTo>
                      <a:pt x="1193" y="2881"/>
                      <a:pt x="1171" y="2852"/>
                      <a:pt x="1172" y="2824"/>
                    </a:cubicBezTo>
                    <a:cubicBezTo>
                      <a:pt x="1173" y="2797"/>
                      <a:pt x="1180" y="2783"/>
                      <a:pt x="1148" y="2752"/>
                    </a:cubicBezTo>
                    <a:cubicBezTo>
                      <a:pt x="1115" y="2722"/>
                      <a:pt x="982" y="2604"/>
                      <a:pt x="1007" y="2397"/>
                    </a:cubicBezTo>
                    <a:cubicBezTo>
                      <a:pt x="1017" y="2315"/>
                      <a:pt x="1011" y="2277"/>
                      <a:pt x="1018" y="2264"/>
                    </a:cubicBezTo>
                    <a:cubicBezTo>
                      <a:pt x="1025" y="2250"/>
                      <a:pt x="1002" y="2237"/>
                      <a:pt x="1011" y="2230"/>
                    </a:cubicBezTo>
                    <a:cubicBezTo>
                      <a:pt x="1021" y="2224"/>
                      <a:pt x="1021" y="2214"/>
                      <a:pt x="1006" y="2212"/>
                    </a:cubicBezTo>
                    <a:cubicBezTo>
                      <a:pt x="991" y="2209"/>
                      <a:pt x="965" y="2182"/>
                      <a:pt x="954" y="2144"/>
                    </a:cubicBezTo>
                    <a:cubicBezTo>
                      <a:pt x="943" y="2105"/>
                      <a:pt x="897" y="1956"/>
                      <a:pt x="893" y="1928"/>
                    </a:cubicBezTo>
                    <a:cubicBezTo>
                      <a:pt x="889" y="1900"/>
                      <a:pt x="877" y="1890"/>
                      <a:pt x="875" y="1869"/>
                    </a:cubicBezTo>
                    <a:cubicBezTo>
                      <a:pt x="874" y="1848"/>
                      <a:pt x="873" y="1762"/>
                      <a:pt x="873" y="1762"/>
                    </a:cubicBezTo>
                    <a:cubicBezTo>
                      <a:pt x="874" y="1762"/>
                      <a:pt x="874" y="1762"/>
                      <a:pt x="874" y="1762"/>
                    </a:cubicBezTo>
                    <a:cubicBezTo>
                      <a:pt x="874" y="1762"/>
                      <a:pt x="873" y="1848"/>
                      <a:pt x="871" y="1869"/>
                    </a:cubicBezTo>
                    <a:cubicBezTo>
                      <a:pt x="870" y="1890"/>
                      <a:pt x="858" y="1900"/>
                      <a:pt x="854" y="1928"/>
                    </a:cubicBezTo>
                    <a:cubicBezTo>
                      <a:pt x="850" y="1956"/>
                      <a:pt x="803" y="2105"/>
                      <a:pt x="793" y="2144"/>
                    </a:cubicBezTo>
                    <a:cubicBezTo>
                      <a:pt x="782" y="2182"/>
                      <a:pt x="755" y="2209"/>
                      <a:pt x="741" y="2212"/>
                    </a:cubicBezTo>
                    <a:cubicBezTo>
                      <a:pt x="726" y="2214"/>
                      <a:pt x="726" y="2224"/>
                      <a:pt x="735" y="2230"/>
                    </a:cubicBezTo>
                    <a:cubicBezTo>
                      <a:pt x="745" y="2237"/>
                      <a:pt x="722" y="2250"/>
                      <a:pt x="729" y="2264"/>
                    </a:cubicBezTo>
                    <a:cubicBezTo>
                      <a:pt x="735" y="2277"/>
                      <a:pt x="729" y="2315"/>
                      <a:pt x="739" y="2397"/>
                    </a:cubicBezTo>
                    <a:cubicBezTo>
                      <a:pt x="765" y="2604"/>
                      <a:pt x="631" y="2722"/>
                      <a:pt x="599" y="2752"/>
                    </a:cubicBezTo>
                    <a:cubicBezTo>
                      <a:pt x="566" y="2783"/>
                      <a:pt x="574" y="2797"/>
                      <a:pt x="574" y="2824"/>
                    </a:cubicBezTo>
                    <a:cubicBezTo>
                      <a:pt x="575" y="2852"/>
                      <a:pt x="553" y="2881"/>
                      <a:pt x="541" y="2890"/>
                    </a:cubicBezTo>
                    <a:cubicBezTo>
                      <a:pt x="530" y="2899"/>
                      <a:pt x="542" y="2919"/>
                      <a:pt x="545" y="2954"/>
                    </a:cubicBezTo>
                    <a:cubicBezTo>
                      <a:pt x="549" y="2989"/>
                      <a:pt x="471" y="3005"/>
                      <a:pt x="440" y="3007"/>
                    </a:cubicBezTo>
                    <a:cubicBezTo>
                      <a:pt x="410" y="3010"/>
                      <a:pt x="376" y="3022"/>
                      <a:pt x="368" y="3025"/>
                    </a:cubicBezTo>
                    <a:cubicBezTo>
                      <a:pt x="359" y="3027"/>
                      <a:pt x="349" y="3040"/>
                      <a:pt x="344" y="3050"/>
                    </a:cubicBezTo>
                    <a:cubicBezTo>
                      <a:pt x="338" y="3061"/>
                      <a:pt x="326" y="3064"/>
                      <a:pt x="324" y="3065"/>
                    </a:cubicBezTo>
                    <a:cubicBezTo>
                      <a:pt x="321" y="3065"/>
                      <a:pt x="316" y="3069"/>
                      <a:pt x="312" y="3077"/>
                    </a:cubicBezTo>
                    <a:cubicBezTo>
                      <a:pt x="307" y="3084"/>
                      <a:pt x="298" y="3097"/>
                      <a:pt x="273" y="3102"/>
                    </a:cubicBezTo>
                    <a:cubicBezTo>
                      <a:pt x="249" y="3108"/>
                      <a:pt x="235" y="3086"/>
                      <a:pt x="235" y="3086"/>
                    </a:cubicBezTo>
                    <a:cubicBezTo>
                      <a:pt x="235" y="3086"/>
                      <a:pt x="230" y="3087"/>
                      <a:pt x="218" y="3085"/>
                    </a:cubicBezTo>
                    <a:cubicBezTo>
                      <a:pt x="206" y="3082"/>
                      <a:pt x="202" y="3072"/>
                      <a:pt x="202" y="3072"/>
                    </a:cubicBezTo>
                    <a:cubicBezTo>
                      <a:pt x="202" y="3072"/>
                      <a:pt x="200" y="3073"/>
                      <a:pt x="191" y="3068"/>
                    </a:cubicBezTo>
                    <a:cubicBezTo>
                      <a:pt x="181" y="3063"/>
                      <a:pt x="184" y="3045"/>
                      <a:pt x="184" y="3045"/>
                    </a:cubicBezTo>
                    <a:cubicBezTo>
                      <a:pt x="184" y="3045"/>
                      <a:pt x="179" y="3045"/>
                      <a:pt x="175" y="3033"/>
                    </a:cubicBezTo>
                    <a:cubicBezTo>
                      <a:pt x="172" y="3021"/>
                      <a:pt x="186" y="3012"/>
                      <a:pt x="186" y="3012"/>
                    </a:cubicBezTo>
                    <a:cubicBezTo>
                      <a:pt x="185" y="3002"/>
                      <a:pt x="187" y="3001"/>
                      <a:pt x="191" y="2994"/>
                    </a:cubicBezTo>
                    <a:cubicBezTo>
                      <a:pt x="195" y="2987"/>
                      <a:pt x="203" y="2983"/>
                      <a:pt x="210" y="2981"/>
                    </a:cubicBezTo>
                    <a:cubicBezTo>
                      <a:pt x="216" y="2979"/>
                      <a:pt x="236" y="2975"/>
                      <a:pt x="244" y="2970"/>
                    </a:cubicBezTo>
                    <a:cubicBezTo>
                      <a:pt x="251" y="2966"/>
                      <a:pt x="257" y="2962"/>
                      <a:pt x="265" y="2954"/>
                    </a:cubicBezTo>
                    <a:cubicBezTo>
                      <a:pt x="274" y="2946"/>
                      <a:pt x="305" y="2924"/>
                      <a:pt x="311" y="2912"/>
                    </a:cubicBezTo>
                    <a:cubicBezTo>
                      <a:pt x="317" y="2899"/>
                      <a:pt x="338" y="2877"/>
                      <a:pt x="345" y="2871"/>
                    </a:cubicBezTo>
                    <a:cubicBezTo>
                      <a:pt x="351" y="2864"/>
                      <a:pt x="354" y="2860"/>
                      <a:pt x="350" y="2855"/>
                    </a:cubicBezTo>
                    <a:cubicBezTo>
                      <a:pt x="347" y="2851"/>
                      <a:pt x="344" y="2839"/>
                      <a:pt x="346" y="2834"/>
                    </a:cubicBezTo>
                    <a:cubicBezTo>
                      <a:pt x="348" y="2829"/>
                      <a:pt x="348" y="2828"/>
                      <a:pt x="339" y="2809"/>
                    </a:cubicBezTo>
                    <a:cubicBezTo>
                      <a:pt x="330" y="2790"/>
                      <a:pt x="350" y="2790"/>
                      <a:pt x="334" y="2745"/>
                    </a:cubicBezTo>
                    <a:cubicBezTo>
                      <a:pt x="265" y="2552"/>
                      <a:pt x="326" y="2333"/>
                      <a:pt x="334" y="2296"/>
                    </a:cubicBezTo>
                    <a:cubicBezTo>
                      <a:pt x="342" y="2258"/>
                      <a:pt x="329" y="2238"/>
                      <a:pt x="310" y="2217"/>
                    </a:cubicBezTo>
                    <a:cubicBezTo>
                      <a:pt x="291" y="2196"/>
                      <a:pt x="294" y="2145"/>
                      <a:pt x="297" y="2126"/>
                    </a:cubicBezTo>
                    <a:cubicBezTo>
                      <a:pt x="299" y="2108"/>
                      <a:pt x="304" y="2093"/>
                      <a:pt x="287" y="2061"/>
                    </a:cubicBezTo>
                    <a:cubicBezTo>
                      <a:pt x="175" y="1846"/>
                      <a:pt x="255" y="1526"/>
                      <a:pt x="266" y="1498"/>
                    </a:cubicBezTo>
                    <a:cubicBezTo>
                      <a:pt x="277" y="1470"/>
                      <a:pt x="278" y="1429"/>
                      <a:pt x="275" y="1404"/>
                    </a:cubicBezTo>
                    <a:cubicBezTo>
                      <a:pt x="273" y="1378"/>
                      <a:pt x="279" y="1291"/>
                      <a:pt x="279" y="1291"/>
                    </a:cubicBezTo>
                    <a:cubicBezTo>
                      <a:pt x="269" y="1328"/>
                      <a:pt x="221" y="1368"/>
                      <a:pt x="221" y="1376"/>
                    </a:cubicBezTo>
                    <a:cubicBezTo>
                      <a:pt x="221" y="1384"/>
                      <a:pt x="215" y="1394"/>
                      <a:pt x="205" y="1407"/>
                    </a:cubicBezTo>
                    <a:cubicBezTo>
                      <a:pt x="194" y="1420"/>
                      <a:pt x="202" y="1440"/>
                      <a:pt x="207" y="1458"/>
                    </a:cubicBezTo>
                    <a:cubicBezTo>
                      <a:pt x="211" y="1477"/>
                      <a:pt x="198" y="1514"/>
                      <a:pt x="194" y="1533"/>
                    </a:cubicBezTo>
                    <a:cubicBezTo>
                      <a:pt x="190" y="1552"/>
                      <a:pt x="191" y="1582"/>
                      <a:pt x="188" y="1592"/>
                    </a:cubicBezTo>
                    <a:cubicBezTo>
                      <a:pt x="186" y="1603"/>
                      <a:pt x="192" y="1635"/>
                      <a:pt x="180" y="1645"/>
                    </a:cubicBezTo>
                    <a:cubicBezTo>
                      <a:pt x="168" y="1654"/>
                      <a:pt x="152" y="1641"/>
                      <a:pt x="152" y="1641"/>
                    </a:cubicBezTo>
                    <a:cubicBezTo>
                      <a:pt x="162" y="1668"/>
                      <a:pt x="135" y="1680"/>
                      <a:pt x="135" y="1680"/>
                    </a:cubicBezTo>
                    <a:cubicBezTo>
                      <a:pt x="135" y="1680"/>
                      <a:pt x="137" y="1695"/>
                      <a:pt x="127" y="1699"/>
                    </a:cubicBezTo>
                    <a:cubicBezTo>
                      <a:pt x="112" y="1704"/>
                      <a:pt x="68" y="1663"/>
                      <a:pt x="60" y="1655"/>
                    </a:cubicBezTo>
                    <a:cubicBezTo>
                      <a:pt x="52" y="1647"/>
                      <a:pt x="42" y="1619"/>
                      <a:pt x="37" y="1605"/>
                    </a:cubicBezTo>
                    <a:cubicBezTo>
                      <a:pt x="32" y="1591"/>
                      <a:pt x="28" y="1581"/>
                      <a:pt x="14" y="1551"/>
                    </a:cubicBezTo>
                    <a:cubicBezTo>
                      <a:pt x="0" y="1521"/>
                      <a:pt x="19" y="1462"/>
                      <a:pt x="24" y="1441"/>
                    </a:cubicBezTo>
                    <a:cubicBezTo>
                      <a:pt x="29" y="1420"/>
                      <a:pt x="28" y="1410"/>
                      <a:pt x="27" y="1398"/>
                    </a:cubicBezTo>
                    <a:cubicBezTo>
                      <a:pt x="26" y="1386"/>
                      <a:pt x="28" y="1383"/>
                      <a:pt x="32" y="1372"/>
                    </a:cubicBezTo>
                    <a:cubicBezTo>
                      <a:pt x="36" y="1361"/>
                      <a:pt x="37" y="1362"/>
                      <a:pt x="27" y="1351"/>
                    </a:cubicBezTo>
                    <a:cubicBezTo>
                      <a:pt x="17" y="1340"/>
                      <a:pt x="28" y="1305"/>
                      <a:pt x="36" y="1298"/>
                    </a:cubicBezTo>
                    <a:cubicBezTo>
                      <a:pt x="44" y="1291"/>
                      <a:pt x="48" y="1278"/>
                      <a:pt x="44" y="1241"/>
                    </a:cubicBezTo>
                    <a:cubicBezTo>
                      <a:pt x="40" y="1204"/>
                      <a:pt x="72" y="1132"/>
                      <a:pt x="80" y="1116"/>
                    </a:cubicBezTo>
                    <a:cubicBezTo>
                      <a:pt x="88" y="1100"/>
                      <a:pt x="96" y="1086"/>
                      <a:pt x="92" y="1062"/>
                    </a:cubicBezTo>
                    <a:cubicBezTo>
                      <a:pt x="88" y="1038"/>
                      <a:pt x="102" y="1024"/>
                      <a:pt x="114" y="1007"/>
                    </a:cubicBezTo>
                    <a:cubicBezTo>
                      <a:pt x="126" y="990"/>
                      <a:pt x="120" y="980"/>
                      <a:pt x="125" y="931"/>
                    </a:cubicBezTo>
                    <a:cubicBezTo>
                      <a:pt x="138" y="800"/>
                      <a:pt x="171" y="717"/>
                      <a:pt x="194" y="692"/>
                    </a:cubicBezTo>
                    <a:cubicBezTo>
                      <a:pt x="217" y="667"/>
                      <a:pt x="229" y="652"/>
                      <a:pt x="245" y="608"/>
                    </a:cubicBezTo>
                    <a:cubicBezTo>
                      <a:pt x="306" y="437"/>
                      <a:pt x="603" y="418"/>
                      <a:pt x="628" y="411"/>
                    </a:cubicBezTo>
                    <a:cubicBezTo>
                      <a:pt x="653" y="404"/>
                      <a:pt x="688" y="381"/>
                      <a:pt x="693" y="365"/>
                    </a:cubicBezTo>
                    <a:cubicBezTo>
                      <a:pt x="698" y="349"/>
                      <a:pt x="709" y="350"/>
                      <a:pt x="709" y="350"/>
                    </a:cubicBezTo>
                    <a:cubicBezTo>
                      <a:pt x="699" y="293"/>
                      <a:pt x="722" y="248"/>
                      <a:pt x="722" y="248"/>
                    </a:cubicBezTo>
                    <a:cubicBezTo>
                      <a:pt x="706" y="264"/>
                      <a:pt x="704" y="218"/>
                      <a:pt x="700" y="207"/>
                    </a:cubicBezTo>
                    <a:cubicBezTo>
                      <a:pt x="696" y="198"/>
                      <a:pt x="697" y="176"/>
                      <a:pt x="711" y="170"/>
                    </a:cubicBezTo>
                    <a:cubicBezTo>
                      <a:pt x="723" y="165"/>
                      <a:pt x="728" y="182"/>
                      <a:pt x="728" y="182"/>
                    </a:cubicBezTo>
                    <a:cubicBezTo>
                      <a:pt x="737" y="17"/>
                      <a:pt x="872" y="0"/>
                      <a:pt x="872" y="0"/>
                    </a:cubicBezTo>
                    <a:lnTo>
                      <a:pt x="875" y="0"/>
                    </a:lnTo>
                    <a:close/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513" name="Freeform 464">
                <a:extLst>
                  <a:ext uri="{FF2B5EF4-FFF2-40B4-BE49-F238E27FC236}">
                    <a16:creationId xmlns:a16="http://schemas.microsoft.com/office/drawing/2014/main" id="{701B98F7-D310-4114-8AF2-5B70FB13B5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9" y="2366"/>
                <a:ext cx="40" cy="175"/>
              </a:xfrm>
              <a:custGeom>
                <a:avLst/>
                <a:gdLst>
                  <a:gd name="T0" fmla="*/ 17 w 37"/>
                  <a:gd name="T1" fmla="*/ 0 h 164"/>
                  <a:gd name="T2" fmla="*/ 26 w 37"/>
                  <a:gd name="T3" fmla="*/ 12 h 164"/>
                  <a:gd name="T4" fmla="*/ 27 w 37"/>
                  <a:gd name="T5" fmla="*/ 30 h 164"/>
                  <a:gd name="T6" fmla="*/ 41 w 37"/>
                  <a:gd name="T7" fmla="*/ 57 h 164"/>
                  <a:gd name="T8" fmla="*/ 43 w 37"/>
                  <a:gd name="T9" fmla="*/ 81 h 164"/>
                  <a:gd name="T10" fmla="*/ 42 w 37"/>
                  <a:gd name="T11" fmla="*/ 97 h 164"/>
                  <a:gd name="T12" fmla="*/ 38 w 37"/>
                  <a:gd name="T13" fmla="*/ 107 h 164"/>
                  <a:gd name="T14" fmla="*/ 29 w 37"/>
                  <a:gd name="T15" fmla="*/ 126 h 164"/>
                  <a:gd name="T16" fmla="*/ 15 w 37"/>
                  <a:gd name="T17" fmla="*/ 141 h 164"/>
                  <a:gd name="T18" fmla="*/ 2 w 37"/>
                  <a:gd name="T19" fmla="*/ 173 h 164"/>
                  <a:gd name="T20" fmla="*/ 2 w 37"/>
                  <a:gd name="T21" fmla="*/ 200 h 16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7" h="164">
                    <a:moveTo>
                      <a:pt x="14" y="0"/>
                    </a:moveTo>
                    <a:cubicBezTo>
                      <a:pt x="16" y="4"/>
                      <a:pt x="19" y="5"/>
                      <a:pt x="20" y="9"/>
                    </a:cubicBezTo>
                    <a:cubicBezTo>
                      <a:pt x="22" y="14"/>
                      <a:pt x="20" y="19"/>
                      <a:pt x="21" y="24"/>
                    </a:cubicBezTo>
                    <a:cubicBezTo>
                      <a:pt x="23" y="34"/>
                      <a:pt x="27" y="39"/>
                      <a:pt x="32" y="47"/>
                    </a:cubicBezTo>
                    <a:cubicBezTo>
                      <a:pt x="37" y="54"/>
                      <a:pt x="35" y="58"/>
                      <a:pt x="34" y="67"/>
                    </a:cubicBezTo>
                    <a:cubicBezTo>
                      <a:pt x="33" y="71"/>
                      <a:pt x="34" y="76"/>
                      <a:pt x="33" y="80"/>
                    </a:cubicBezTo>
                    <a:cubicBezTo>
                      <a:pt x="33" y="83"/>
                      <a:pt x="31" y="85"/>
                      <a:pt x="30" y="88"/>
                    </a:cubicBezTo>
                    <a:cubicBezTo>
                      <a:pt x="27" y="95"/>
                      <a:pt x="29" y="100"/>
                      <a:pt x="23" y="104"/>
                    </a:cubicBezTo>
                    <a:cubicBezTo>
                      <a:pt x="19" y="108"/>
                      <a:pt x="15" y="111"/>
                      <a:pt x="12" y="116"/>
                    </a:cubicBezTo>
                    <a:cubicBezTo>
                      <a:pt x="7" y="124"/>
                      <a:pt x="4" y="133"/>
                      <a:pt x="2" y="142"/>
                    </a:cubicBezTo>
                    <a:cubicBezTo>
                      <a:pt x="0" y="149"/>
                      <a:pt x="3" y="157"/>
                      <a:pt x="2" y="164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514" name="Freeform 465">
                <a:extLst>
                  <a:ext uri="{FF2B5EF4-FFF2-40B4-BE49-F238E27FC236}">
                    <a16:creationId xmlns:a16="http://schemas.microsoft.com/office/drawing/2014/main" id="{85C78431-62A5-4F9C-ACB1-1F0794B246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4" y="2452"/>
                <a:ext cx="51" cy="43"/>
              </a:xfrm>
              <a:custGeom>
                <a:avLst/>
                <a:gdLst>
                  <a:gd name="T0" fmla="*/ 0 w 47"/>
                  <a:gd name="T1" fmla="*/ 47 h 41"/>
                  <a:gd name="T2" fmla="*/ 16 w 47"/>
                  <a:gd name="T3" fmla="*/ 33 h 41"/>
                  <a:gd name="T4" fmla="*/ 31 w 47"/>
                  <a:gd name="T5" fmla="*/ 25 h 41"/>
                  <a:gd name="T6" fmla="*/ 60 w 47"/>
                  <a:gd name="T7" fmla="*/ 0 h 4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7" h="41">
                    <a:moveTo>
                      <a:pt x="0" y="41"/>
                    </a:moveTo>
                    <a:cubicBezTo>
                      <a:pt x="1" y="37"/>
                      <a:pt x="9" y="31"/>
                      <a:pt x="13" y="29"/>
                    </a:cubicBezTo>
                    <a:cubicBezTo>
                      <a:pt x="17" y="26"/>
                      <a:pt x="22" y="26"/>
                      <a:pt x="25" y="22"/>
                    </a:cubicBezTo>
                    <a:cubicBezTo>
                      <a:pt x="32" y="15"/>
                      <a:pt x="35" y="1"/>
                      <a:pt x="47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515" name="Freeform 466">
                <a:extLst>
                  <a:ext uri="{FF2B5EF4-FFF2-40B4-BE49-F238E27FC236}">
                    <a16:creationId xmlns:a16="http://schemas.microsoft.com/office/drawing/2014/main" id="{23AD3FC2-585B-4819-A1FA-C0487A046F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4" y="2430"/>
                <a:ext cx="22" cy="18"/>
              </a:xfrm>
              <a:custGeom>
                <a:avLst/>
                <a:gdLst>
                  <a:gd name="T0" fmla="*/ 0 w 20"/>
                  <a:gd name="T1" fmla="*/ 20 h 17"/>
                  <a:gd name="T2" fmla="*/ 26 w 20"/>
                  <a:gd name="T3" fmla="*/ 0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17">
                    <a:moveTo>
                      <a:pt x="0" y="17"/>
                    </a:moveTo>
                    <a:cubicBezTo>
                      <a:pt x="5" y="9"/>
                      <a:pt x="11" y="4"/>
                      <a:pt x="20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516" name="Freeform 467">
                <a:extLst>
                  <a:ext uri="{FF2B5EF4-FFF2-40B4-BE49-F238E27FC236}">
                    <a16:creationId xmlns:a16="http://schemas.microsoft.com/office/drawing/2014/main" id="{36326B3E-7B16-4048-9DD1-E81E7F1044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9" y="2366"/>
                <a:ext cx="37" cy="129"/>
              </a:xfrm>
              <a:custGeom>
                <a:avLst/>
                <a:gdLst>
                  <a:gd name="T0" fmla="*/ 40 w 35"/>
                  <a:gd name="T1" fmla="*/ 0 h 121"/>
                  <a:gd name="T2" fmla="*/ 41 w 35"/>
                  <a:gd name="T3" fmla="*/ 57 h 121"/>
                  <a:gd name="T4" fmla="*/ 36 w 35"/>
                  <a:gd name="T5" fmla="*/ 100 h 121"/>
                  <a:gd name="T6" fmla="*/ 20 w 35"/>
                  <a:gd name="T7" fmla="*/ 127 h 121"/>
                  <a:gd name="T8" fmla="*/ 0 w 35"/>
                  <a:gd name="T9" fmla="*/ 147 h 1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" h="121">
                    <a:moveTo>
                      <a:pt x="34" y="0"/>
                    </a:moveTo>
                    <a:cubicBezTo>
                      <a:pt x="28" y="15"/>
                      <a:pt x="34" y="31"/>
                      <a:pt x="35" y="47"/>
                    </a:cubicBezTo>
                    <a:cubicBezTo>
                      <a:pt x="35" y="59"/>
                      <a:pt x="35" y="71"/>
                      <a:pt x="30" y="83"/>
                    </a:cubicBezTo>
                    <a:cubicBezTo>
                      <a:pt x="27" y="90"/>
                      <a:pt x="23" y="99"/>
                      <a:pt x="17" y="105"/>
                    </a:cubicBezTo>
                    <a:cubicBezTo>
                      <a:pt x="13" y="110"/>
                      <a:pt x="6" y="119"/>
                      <a:pt x="0" y="121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517" name="Freeform 468">
                <a:extLst>
                  <a:ext uri="{FF2B5EF4-FFF2-40B4-BE49-F238E27FC236}">
                    <a16:creationId xmlns:a16="http://schemas.microsoft.com/office/drawing/2014/main" id="{88279011-4689-47EA-BE29-E0A719CE85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2" y="2358"/>
                <a:ext cx="39" cy="28"/>
              </a:xfrm>
              <a:custGeom>
                <a:avLst/>
                <a:gdLst>
                  <a:gd name="T0" fmla="*/ 43 w 37"/>
                  <a:gd name="T1" fmla="*/ 3 h 26"/>
                  <a:gd name="T2" fmla="*/ 0 w 37"/>
                  <a:gd name="T3" fmla="*/ 32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7" h="26">
                    <a:moveTo>
                      <a:pt x="37" y="3"/>
                    </a:moveTo>
                    <a:cubicBezTo>
                      <a:pt x="23" y="0"/>
                      <a:pt x="7" y="16"/>
                      <a:pt x="0" y="26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518" name="Freeform 469">
                <a:extLst>
                  <a:ext uri="{FF2B5EF4-FFF2-40B4-BE49-F238E27FC236}">
                    <a16:creationId xmlns:a16="http://schemas.microsoft.com/office/drawing/2014/main" id="{D3EAB90F-B58E-44CA-AEBF-52DC65A1B8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6" y="2445"/>
                <a:ext cx="28" cy="30"/>
              </a:xfrm>
              <a:custGeom>
                <a:avLst/>
                <a:gdLst>
                  <a:gd name="T0" fmla="*/ 0 w 26"/>
                  <a:gd name="T1" fmla="*/ 1 h 28"/>
                  <a:gd name="T2" fmla="*/ 26 w 26"/>
                  <a:gd name="T3" fmla="*/ 6 h 28"/>
                  <a:gd name="T4" fmla="*/ 30 w 26"/>
                  <a:gd name="T5" fmla="*/ 34 h 28"/>
                  <a:gd name="T6" fmla="*/ 0 w 26"/>
                  <a:gd name="T7" fmla="*/ 33 h 2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28">
                    <a:moveTo>
                      <a:pt x="0" y="1"/>
                    </a:moveTo>
                    <a:cubicBezTo>
                      <a:pt x="8" y="0"/>
                      <a:pt x="14" y="1"/>
                      <a:pt x="20" y="6"/>
                    </a:cubicBezTo>
                    <a:cubicBezTo>
                      <a:pt x="26" y="11"/>
                      <a:pt x="26" y="21"/>
                      <a:pt x="24" y="28"/>
                    </a:cubicBezTo>
                    <a:cubicBezTo>
                      <a:pt x="20" y="22"/>
                      <a:pt x="6" y="20"/>
                      <a:pt x="0" y="27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519" name="Freeform 470">
                <a:extLst>
                  <a:ext uri="{FF2B5EF4-FFF2-40B4-BE49-F238E27FC236}">
                    <a16:creationId xmlns:a16="http://schemas.microsoft.com/office/drawing/2014/main" id="{7E77527A-6AB7-4279-9A38-2709C5E147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4" y="2525"/>
                <a:ext cx="37" cy="25"/>
              </a:xfrm>
              <a:custGeom>
                <a:avLst/>
                <a:gdLst>
                  <a:gd name="T0" fmla="*/ 44 w 34"/>
                  <a:gd name="T1" fmla="*/ 10 h 23"/>
                  <a:gd name="T2" fmla="*/ 13 w 34"/>
                  <a:gd name="T3" fmla="*/ 5 h 23"/>
                  <a:gd name="T4" fmla="*/ 0 w 34"/>
                  <a:gd name="T5" fmla="*/ 14 h 23"/>
                  <a:gd name="T6" fmla="*/ 9 w 34"/>
                  <a:gd name="T7" fmla="*/ 29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4" h="23">
                    <a:moveTo>
                      <a:pt x="34" y="7"/>
                    </a:moveTo>
                    <a:cubicBezTo>
                      <a:pt x="27" y="1"/>
                      <a:pt x="18" y="0"/>
                      <a:pt x="10" y="5"/>
                    </a:cubicBezTo>
                    <a:cubicBezTo>
                      <a:pt x="7" y="6"/>
                      <a:pt x="1" y="8"/>
                      <a:pt x="0" y="11"/>
                    </a:cubicBezTo>
                    <a:cubicBezTo>
                      <a:pt x="0" y="14"/>
                      <a:pt x="5" y="21"/>
                      <a:pt x="6" y="23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520" name="Freeform 471">
                <a:extLst>
                  <a:ext uri="{FF2B5EF4-FFF2-40B4-BE49-F238E27FC236}">
                    <a16:creationId xmlns:a16="http://schemas.microsoft.com/office/drawing/2014/main" id="{031F9CF8-ABDD-4E6E-B6B4-D6315B6454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0" y="2958"/>
                <a:ext cx="61" cy="87"/>
              </a:xfrm>
              <a:custGeom>
                <a:avLst/>
                <a:gdLst>
                  <a:gd name="T0" fmla="*/ 70 w 57"/>
                  <a:gd name="T1" fmla="*/ 0 h 82"/>
                  <a:gd name="T2" fmla="*/ 0 w 57"/>
                  <a:gd name="T3" fmla="*/ 98 h 8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7" h="82">
                    <a:moveTo>
                      <a:pt x="57" y="0"/>
                    </a:moveTo>
                    <a:cubicBezTo>
                      <a:pt x="45" y="31"/>
                      <a:pt x="5" y="46"/>
                      <a:pt x="0" y="82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521" name="Freeform 472">
                <a:extLst>
                  <a:ext uri="{FF2B5EF4-FFF2-40B4-BE49-F238E27FC236}">
                    <a16:creationId xmlns:a16="http://schemas.microsoft.com/office/drawing/2014/main" id="{3F95E552-2735-4B14-97FE-116C48978A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6" y="3084"/>
                <a:ext cx="211" cy="38"/>
              </a:xfrm>
              <a:custGeom>
                <a:avLst/>
                <a:gdLst>
                  <a:gd name="T0" fmla="*/ 240 w 198"/>
                  <a:gd name="T1" fmla="*/ 0 h 36"/>
                  <a:gd name="T2" fmla="*/ 127 w 198"/>
                  <a:gd name="T3" fmla="*/ 40 h 36"/>
                  <a:gd name="T4" fmla="*/ 0 w 198"/>
                  <a:gd name="T5" fmla="*/ 20 h 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8" h="36">
                    <a:moveTo>
                      <a:pt x="198" y="0"/>
                    </a:moveTo>
                    <a:cubicBezTo>
                      <a:pt x="166" y="17"/>
                      <a:pt x="143" y="33"/>
                      <a:pt x="105" y="34"/>
                    </a:cubicBezTo>
                    <a:cubicBezTo>
                      <a:pt x="69" y="36"/>
                      <a:pt x="33" y="27"/>
                      <a:pt x="0" y="17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522" name="Freeform 473">
                <a:extLst>
                  <a:ext uri="{FF2B5EF4-FFF2-40B4-BE49-F238E27FC236}">
                    <a16:creationId xmlns:a16="http://schemas.microsoft.com/office/drawing/2014/main" id="{160F76FC-1559-445E-9B1F-AE58300395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9" y="3088"/>
                <a:ext cx="42" cy="18"/>
              </a:xfrm>
              <a:custGeom>
                <a:avLst/>
                <a:gdLst>
                  <a:gd name="T0" fmla="*/ 48 w 39"/>
                  <a:gd name="T1" fmla="*/ 0 h 17"/>
                  <a:gd name="T2" fmla="*/ 0 w 39"/>
                  <a:gd name="T3" fmla="*/ 20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9" h="17">
                    <a:moveTo>
                      <a:pt x="39" y="0"/>
                    </a:moveTo>
                    <a:cubicBezTo>
                      <a:pt x="26" y="1"/>
                      <a:pt x="9" y="8"/>
                      <a:pt x="0" y="17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523" name="Freeform 474">
                <a:extLst>
                  <a:ext uri="{FF2B5EF4-FFF2-40B4-BE49-F238E27FC236}">
                    <a16:creationId xmlns:a16="http://schemas.microsoft.com/office/drawing/2014/main" id="{4812E8C3-D786-4915-B183-B371785729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3" y="3145"/>
                <a:ext cx="45" cy="4"/>
              </a:xfrm>
              <a:custGeom>
                <a:avLst/>
                <a:gdLst>
                  <a:gd name="T0" fmla="*/ 51 w 42"/>
                  <a:gd name="T1" fmla="*/ 0 h 4"/>
                  <a:gd name="T2" fmla="*/ 0 w 42"/>
                  <a:gd name="T3" fmla="*/ 4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2" h="4">
                    <a:moveTo>
                      <a:pt x="42" y="0"/>
                    </a:moveTo>
                    <a:cubicBezTo>
                      <a:pt x="28" y="3"/>
                      <a:pt x="14" y="1"/>
                      <a:pt x="0" y="4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524" name="Freeform 475">
                <a:extLst>
                  <a:ext uri="{FF2B5EF4-FFF2-40B4-BE49-F238E27FC236}">
                    <a16:creationId xmlns:a16="http://schemas.microsoft.com/office/drawing/2014/main" id="{BB7BAAEE-0115-405B-BF3E-C436EFD5F6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8" y="3681"/>
                <a:ext cx="41" cy="11"/>
              </a:xfrm>
              <a:custGeom>
                <a:avLst/>
                <a:gdLst>
                  <a:gd name="T0" fmla="*/ 47 w 38"/>
                  <a:gd name="T1" fmla="*/ 0 h 10"/>
                  <a:gd name="T2" fmla="*/ 0 w 38"/>
                  <a:gd name="T3" fmla="*/ 13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8" h="10">
                    <a:moveTo>
                      <a:pt x="38" y="0"/>
                    </a:moveTo>
                    <a:cubicBezTo>
                      <a:pt x="26" y="5"/>
                      <a:pt x="13" y="9"/>
                      <a:pt x="0" y="1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525" name="Freeform 476">
                <a:extLst>
                  <a:ext uri="{FF2B5EF4-FFF2-40B4-BE49-F238E27FC236}">
                    <a16:creationId xmlns:a16="http://schemas.microsoft.com/office/drawing/2014/main" id="{92657FED-7CEA-4AC2-9535-0E0BBFAB9D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6" y="3791"/>
                <a:ext cx="93" cy="15"/>
              </a:xfrm>
              <a:custGeom>
                <a:avLst/>
                <a:gdLst>
                  <a:gd name="T0" fmla="*/ 106 w 87"/>
                  <a:gd name="T1" fmla="*/ 6 h 14"/>
                  <a:gd name="T2" fmla="*/ 71 w 87"/>
                  <a:gd name="T3" fmla="*/ 1 h 14"/>
                  <a:gd name="T4" fmla="*/ 38 w 87"/>
                  <a:gd name="T5" fmla="*/ 12 h 14"/>
                  <a:gd name="T6" fmla="*/ 0 w 87"/>
                  <a:gd name="T7" fmla="*/ 17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7" h="14">
                    <a:moveTo>
                      <a:pt x="87" y="6"/>
                    </a:moveTo>
                    <a:cubicBezTo>
                      <a:pt x="78" y="3"/>
                      <a:pt x="68" y="0"/>
                      <a:pt x="58" y="1"/>
                    </a:cubicBezTo>
                    <a:cubicBezTo>
                      <a:pt x="49" y="2"/>
                      <a:pt x="41" y="8"/>
                      <a:pt x="32" y="9"/>
                    </a:cubicBezTo>
                    <a:cubicBezTo>
                      <a:pt x="21" y="10"/>
                      <a:pt x="7" y="2"/>
                      <a:pt x="0" y="14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526" name="Freeform 477">
                <a:extLst>
                  <a:ext uri="{FF2B5EF4-FFF2-40B4-BE49-F238E27FC236}">
                    <a16:creationId xmlns:a16="http://schemas.microsoft.com/office/drawing/2014/main" id="{2EE90157-C3DF-418C-B186-98FEFBFF3A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0" y="3953"/>
                <a:ext cx="51" cy="82"/>
              </a:xfrm>
              <a:custGeom>
                <a:avLst/>
                <a:gdLst>
                  <a:gd name="T0" fmla="*/ 50 w 48"/>
                  <a:gd name="T1" fmla="*/ 93 h 77"/>
                  <a:gd name="T2" fmla="*/ 53 w 48"/>
                  <a:gd name="T3" fmla="*/ 49 h 77"/>
                  <a:gd name="T4" fmla="*/ 35 w 48"/>
                  <a:gd name="T5" fmla="*/ 43 h 77"/>
                  <a:gd name="T6" fmla="*/ 19 w 48"/>
                  <a:gd name="T7" fmla="*/ 33 h 77"/>
                  <a:gd name="T8" fmla="*/ 15 w 48"/>
                  <a:gd name="T9" fmla="*/ 23 h 77"/>
                  <a:gd name="T10" fmla="*/ 11 w 48"/>
                  <a:gd name="T11" fmla="*/ 18 h 77"/>
                  <a:gd name="T12" fmla="*/ 1 w 48"/>
                  <a:gd name="T13" fmla="*/ 0 h 7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8" h="77">
                    <a:moveTo>
                      <a:pt x="41" y="77"/>
                    </a:moveTo>
                    <a:cubicBezTo>
                      <a:pt x="48" y="66"/>
                      <a:pt x="48" y="52"/>
                      <a:pt x="44" y="40"/>
                    </a:cubicBezTo>
                    <a:cubicBezTo>
                      <a:pt x="39" y="41"/>
                      <a:pt x="33" y="38"/>
                      <a:pt x="29" y="36"/>
                    </a:cubicBezTo>
                    <a:cubicBezTo>
                      <a:pt x="26" y="34"/>
                      <a:pt x="18" y="30"/>
                      <a:pt x="16" y="27"/>
                    </a:cubicBezTo>
                    <a:cubicBezTo>
                      <a:pt x="14" y="24"/>
                      <a:pt x="14" y="22"/>
                      <a:pt x="12" y="20"/>
                    </a:cubicBezTo>
                    <a:cubicBezTo>
                      <a:pt x="11" y="18"/>
                      <a:pt x="9" y="17"/>
                      <a:pt x="8" y="15"/>
                    </a:cubicBezTo>
                    <a:cubicBezTo>
                      <a:pt x="4" y="11"/>
                      <a:pt x="0" y="6"/>
                      <a:pt x="1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527" name="Freeform 478">
                <a:extLst>
                  <a:ext uri="{FF2B5EF4-FFF2-40B4-BE49-F238E27FC236}">
                    <a16:creationId xmlns:a16="http://schemas.microsoft.com/office/drawing/2014/main" id="{9766997B-CA13-40E0-BE67-4E748EB6A0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3" y="3959"/>
                <a:ext cx="3" cy="16"/>
              </a:xfrm>
              <a:custGeom>
                <a:avLst/>
                <a:gdLst>
                  <a:gd name="T0" fmla="*/ 0 w 3"/>
                  <a:gd name="T1" fmla="*/ 18 h 15"/>
                  <a:gd name="T2" fmla="*/ 1 w 3"/>
                  <a:gd name="T3" fmla="*/ 0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5">
                    <a:moveTo>
                      <a:pt x="0" y="15"/>
                    </a:moveTo>
                    <a:cubicBezTo>
                      <a:pt x="3" y="11"/>
                      <a:pt x="1" y="5"/>
                      <a:pt x="1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528" name="Freeform 479">
                <a:extLst>
                  <a:ext uri="{FF2B5EF4-FFF2-40B4-BE49-F238E27FC236}">
                    <a16:creationId xmlns:a16="http://schemas.microsoft.com/office/drawing/2014/main" id="{F5BEA652-0FC5-4784-BBDC-312820C033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7" y="3988"/>
                <a:ext cx="43" cy="27"/>
              </a:xfrm>
              <a:custGeom>
                <a:avLst/>
                <a:gdLst>
                  <a:gd name="T0" fmla="*/ 49 w 40"/>
                  <a:gd name="T1" fmla="*/ 10 h 25"/>
                  <a:gd name="T2" fmla="*/ 29 w 40"/>
                  <a:gd name="T3" fmla="*/ 15 h 25"/>
                  <a:gd name="T4" fmla="*/ 19 w 40"/>
                  <a:gd name="T5" fmla="*/ 31 h 25"/>
                  <a:gd name="T6" fmla="*/ 3 w 40"/>
                  <a:gd name="T7" fmla="*/ 15 h 25"/>
                  <a:gd name="T8" fmla="*/ 18 w 40"/>
                  <a:gd name="T9" fmla="*/ 0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0" h="25">
                    <a:moveTo>
                      <a:pt x="40" y="7"/>
                    </a:moveTo>
                    <a:cubicBezTo>
                      <a:pt x="34" y="4"/>
                      <a:pt x="28" y="8"/>
                      <a:pt x="23" y="12"/>
                    </a:cubicBezTo>
                    <a:cubicBezTo>
                      <a:pt x="19" y="15"/>
                      <a:pt x="18" y="20"/>
                      <a:pt x="16" y="25"/>
                    </a:cubicBezTo>
                    <a:cubicBezTo>
                      <a:pt x="13" y="21"/>
                      <a:pt x="5" y="17"/>
                      <a:pt x="3" y="12"/>
                    </a:cubicBezTo>
                    <a:cubicBezTo>
                      <a:pt x="0" y="6"/>
                      <a:pt x="10" y="2"/>
                      <a:pt x="15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529" name="Freeform 480">
                <a:extLst>
                  <a:ext uri="{FF2B5EF4-FFF2-40B4-BE49-F238E27FC236}">
                    <a16:creationId xmlns:a16="http://schemas.microsoft.com/office/drawing/2014/main" id="{336D33CB-8BD8-4486-8A42-92CC83BF9D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4" y="3962"/>
                <a:ext cx="39" cy="57"/>
              </a:xfrm>
              <a:custGeom>
                <a:avLst/>
                <a:gdLst>
                  <a:gd name="T0" fmla="*/ 39 w 37"/>
                  <a:gd name="T1" fmla="*/ 66 h 53"/>
                  <a:gd name="T2" fmla="*/ 24 w 37"/>
                  <a:gd name="T3" fmla="*/ 29 h 53"/>
                  <a:gd name="T4" fmla="*/ 7 w 37"/>
                  <a:gd name="T5" fmla="*/ 17 h 53"/>
                  <a:gd name="T6" fmla="*/ 0 w 37"/>
                  <a:gd name="T7" fmla="*/ 0 h 5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7" h="53">
                    <a:moveTo>
                      <a:pt x="33" y="53"/>
                    </a:moveTo>
                    <a:cubicBezTo>
                      <a:pt x="37" y="40"/>
                      <a:pt x="31" y="29"/>
                      <a:pt x="21" y="23"/>
                    </a:cubicBezTo>
                    <a:cubicBezTo>
                      <a:pt x="15" y="20"/>
                      <a:pt x="11" y="18"/>
                      <a:pt x="7" y="14"/>
                    </a:cubicBezTo>
                    <a:cubicBezTo>
                      <a:pt x="3" y="10"/>
                      <a:pt x="3" y="4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530" name="Freeform 481">
                <a:extLst>
                  <a:ext uri="{FF2B5EF4-FFF2-40B4-BE49-F238E27FC236}">
                    <a16:creationId xmlns:a16="http://schemas.microsoft.com/office/drawing/2014/main" id="{C92B0DC4-AA44-4B37-8A13-E7C89B8BE4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4" y="3947"/>
                <a:ext cx="45" cy="43"/>
              </a:xfrm>
              <a:custGeom>
                <a:avLst/>
                <a:gdLst>
                  <a:gd name="T0" fmla="*/ 50 w 42"/>
                  <a:gd name="T1" fmla="*/ 49 h 40"/>
                  <a:gd name="T2" fmla="*/ 41 w 42"/>
                  <a:gd name="T3" fmla="*/ 33 h 40"/>
                  <a:gd name="T4" fmla="*/ 30 w 42"/>
                  <a:gd name="T5" fmla="*/ 19 h 40"/>
                  <a:gd name="T6" fmla="*/ 16 w 42"/>
                  <a:gd name="T7" fmla="*/ 16 h 40"/>
                  <a:gd name="T8" fmla="*/ 0 w 42"/>
                  <a:gd name="T9" fmla="*/ 0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2" h="40">
                    <a:moveTo>
                      <a:pt x="41" y="40"/>
                    </a:moveTo>
                    <a:cubicBezTo>
                      <a:pt x="42" y="35"/>
                      <a:pt x="36" y="30"/>
                      <a:pt x="33" y="27"/>
                    </a:cubicBezTo>
                    <a:cubicBezTo>
                      <a:pt x="31" y="23"/>
                      <a:pt x="28" y="19"/>
                      <a:pt x="24" y="16"/>
                    </a:cubicBezTo>
                    <a:cubicBezTo>
                      <a:pt x="21" y="14"/>
                      <a:pt x="16" y="15"/>
                      <a:pt x="13" y="13"/>
                    </a:cubicBezTo>
                    <a:cubicBezTo>
                      <a:pt x="8" y="10"/>
                      <a:pt x="6" y="3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531" name="Freeform 482">
                <a:extLst>
                  <a:ext uri="{FF2B5EF4-FFF2-40B4-BE49-F238E27FC236}">
                    <a16:creationId xmlns:a16="http://schemas.microsoft.com/office/drawing/2014/main" id="{1C20671B-0582-4A82-9B48-81541E5949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8" y="3942"/>
                <a:ext cx="20" cy="15"/>
              </a:xfrm>
              <a:custGeom>
                <a:avLst/>
                <a:gdLst>
                  <a:gd name="T0" fmla="*/ 22 w 19"/>
                  <a:gd name="T1" fmla="*/ 13 h 14"/>
                  <a:gd name="T2" fmla="*/ 14 w 19"/>
                  <a:gd name="T3" fmla="*/ 10 h 14"/>
                  <a:gd name="T4" fmla="*/ 0 w 19"/>
                  <a:gd name="T5" fmla="*/ 0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14">
                    <a:moveTo>
                      <a:pt x="19" y="10"/>
                    </a:moveTo>
                    <a:cubicBezTo>
                      <a:pt x="19" y="14"/>
                      <a:pt x="13" y="8"/>
                      <a:pt x="11" y="7"/>
                    </a:cubicBezTo>
                    <a:cubicBezTo>
                      <a:pt x="7" y="5"/>
                      <a:pt x="4" y="3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532" name="Freeform 483">
                <a:extLst>
                  <a:ext uri="{FF2B5EF4-FFF2-40B4-BE49-F238E27FC236}">
                    <a16:creationId xmlns:a16="http://schemas.microsoft.com/office/drawing/2014/main" id="{FB372E4B-FE89-484F-9C45-DE5761B718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0" y="3959"/>
                <a:ext cx="12" cy="13"/>
              </a:xfrm>
              <a:custGeom>
                <a:avLst/>
                <a:gdLst>
                  <a:gd name="T0" fmla="*/ 12 w 12"/>
                  <a:gd name="T1" fmla="*/ 4 h 12"/>
                  <a:gd name="T2" fmla="*/ 6 w 12"/>
                  <a:gd name="T3" fmla="*/ 15 h 12"/>
                  <a:gd name="T4" fmla="*/ 10 w 12"/>
                  <a:gd name="T5" fmla="*/ 4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2">
                    <a:moveTo>
                      <a:pt x="12" y="4"/>
                    </a:moveTo>
                    <a:cubicBezTo>
                      <a:pt x="9" y="6"/>
                      <a:pt x="7" y="9"/>
                      <a:pt x="6" y="12"/>
                    </a:cubicBezTo>
                    <a:cubicBezTo>
                      <a:pt x="0" y="8"/>
                      <a:pt x="3" y="0"/>
                      <a:pt x="10" y="4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533" name="Freeform 484">
                <a:extLst>
                  <a:ext uri="{FF2B5EF4-FFF2-40B4-BE49-F238E27FC236}">
                    <a16:creationId xmlns:a16="http://schemas.microsoft.com/office/drawing/2014/main" id="{CFA887D1-E724-48CB-AF24-FA7FA55731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5" y="3978"/>
                <a:ext cx="16" cy="17"/>
              </a:xfrm>
              <a:custGeom>
                <a:avLst/>
                <a:gdLst>
                  <a:gd name="T0" fmla="*/ 18 w 15"/>
                  <a:gd name="T1" fmla="*/ 4 h 16"/>
                  <a:gd name="T2" fmla="*/ 11 w 15"/>
                  <a:gd name="T3" fmla="*/ 19 h 16"/>
                  <a:gd name="T4" fmla="*/ 3 w 15"/>
                  <a:gd name="T5" fmla="*/ 4 h 16"/>
                  <a:gd name="T6" fmla="*/ 16 w 15"/>
                  <a:gd name="T7" fmla="*/ 5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16">
                    <a:moveTo>
                      <a:pt x="15" y="4"/>
                    </a:moveTo>
                    <a:cubicBezTo>
                      <a:pt x="9" y="6"/>
                      <a:pt x="8" y="10"/>
                      <a:pt x="8" y="16"/>
                    </a:cubicBezTo>
                    <a:cubicBezTo>
                      <a:pt x="6" y="13"/>
                      <a:pt x="0" y="8"/>
                      <a:pt x="3" y="4"/>
                    </a:cubicBezTo>
                    <a:cubicBezTo>
                      <a:pt x="5" y="0"/>
                      <a:pt x="13" y="1"/>
                      <a:pt x="13" y="5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534" name="Freeform 485">
                <a:extLst>
                  <a:ext uri="{FF2B5EF4-FFF2-40B4-BE49-F238E27FC236}">
                    <a16:creationId xmlns:a16="http://schemas.microsoft.com/office/drawing/2014/main" id="{E3E5AFDE-98EB-4CD4-9E58-230A119350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0" y="3993"/>
                <a:ext cx="22" cy="17"/>
              </a:xfrm>
              <a:custGeom>
                <a:avLst/>
                <a:gdLst>
                  <a:gd name="T0" fmla="*/ 25 w 20"/>
                  <a:gd name="T1" fmla="*/ 11 h 16"/>
                  <a:gd name="T2" fmla="*/ 9 w 20"/>
                  <a:gd name="T3" fmla="*/ 19 h 16"/>
                  <a:gd name="T4" fmla="*/ 1 w 20"/>
                  <a:gd name="T5" fmla="*/ 5 h 16"/>
                  <a:gd name="T6" fmla="*/ 14 w 20"/>
                  <a:gd name="T7" fmla="*/ 0 h 16"/>
                  <a:gd name="T8" fmla="*/ 26 w 20"/>
                  <a:gd name="T9" fmla="*/ 7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16">
                    <a:moveTo>
                      <a:pt x="19" y="8"/>
                    </a:moveTo>
                    <a:cubicBezTo>
                      <a:pt x="12" y="10"/>
                      <a:pt x="9" y="9"/>
                      <a:pt x="6" y="16"/>
                    </a:cubicBezTo>
                    <a:cubicBezTo>
                      <a:pt x="4" y="13"/>
                      <a:pt x="0" y="9"/>
                      <a:pt x="1" y="5"/>
                    </a:cubicBezTo>
                    <a:cubicBezTo>
                      <a:pt x="2" y="0"/>
                      <a:pt x="7" y="0"/>
                      <a:pt x="11" y="0"/>
                    </a:cubicBezTo>
                    <a:cubicBezTo>
                      <a:pt x="16" y="1"/>
                      <a:pt x="17" y="3"/>
                      <a:pt x="20" y="7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535" name="Freeform 486">
                <a:extLst>
                  <a:ext uri="{FF2B5EF4-FFF2-40B4-BE49-F238E27FC236}">
                    <a16:creationId xmlns:a16="http://schemas.microsoft.com/office/drawing/2014/main" id="{F43AB7FD-09ED-455C-A6ED-40B970A30D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2" y="1470"/>
                <a:ext cx="139" cy="655"/>
              </a:xfrm>
              <a:custGeom>
                <a:avLst/>
                <a:gdLst>
                  <a:gd name="T0" fmla="*/ 156 w 131"/>
                  <a:gd name="T1" fmla="*/ 743 h 615"/>
                  <a:gd name="T2" fmla="*/ 132 w 131"/>
                  <a:gd name="T3" fmla="*/ 508 h 615"/>
                  <a:gd name="T4" fmla="*/ 50 w 131"/>
                  <a:gd name="T5" fmla="*/ 355 h 615"/>
                  <a:gd name="T6" fmla="*/ 44 w 131"/>
                  <a:gd name="T7" fmla="*/ 253 h 615"/>
                  <a:gd name="T8" fmla="*/ 12 w 131"/>
                  <a:gd name="T9" fmla="*/ 165 h 615"/>
                  <a:gd name="T10" fmla="*/ 16 w 131"/>
                  <a:gd name="T11" fmla="*/ 0 h 61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1" h="615">
                    <a:moveTo>
                      <a:pt x="131" y="615"/>
                    </a:moveTo>
                    <a:cubicBezTo>
                      <a:pt x="131" y="615"/>
                      <a:pt x="131" y="472"/>
                      <a:pt x="110" y="421"/>
                    </a:cubicBezTo>
                    <a:cubicBezTo>
                      <a:pt x="90" y="370"/>
                      <a:pt x="35" y="311"/>
                      <a:pt x="41" y="294"/>
                    </a:cubicBezTo>
                    <a:cubicBezTo>
                      <a:pt x="47" y="276"/>
                      <a:pt x="62" y="263"/>
                      <a:pt x="37" y="209"/>
                    </a:cubicBezTo>
                    <a:cubicBezTo>
                      <a:pt x="12" y="154"/>
                      <a:pt x="0" y="156"/>
                      <a:pt x="9" y="137"/>
                    </a:cubicBezTo>
                    <a:cubicBezTo>
                      <a:pt x="18" y="118"/>
                      <a:pt x="38" y="50"/>
                      <a:pt x="13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536" name="Freeform 487">
                <a:extLst>
                  <a:ext uri="{FF2B5EF4-FFF2-40B4-BE49-F238E27FC236}">
                    <a16:creationId xmlns:a16="http://schemas.microsoft.com/office/drawing/2014/main" id="{E7C92749-08EA-4536-939A-F2050BA7E6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4" y="1543"/>
                <a:ext cx="98" cy="30"/>
              </a:xfrm>
              <a:custGeom>
                <a:avLst/>
                <a:gdLst>
                  <a:gd name="T0" fmla="*/ 0 w 92"/>
                  <a:gd name="T1" fmla="*/ 33 h 28"/>
                  <a:gd name="T2" fmla="*/ 17 w 92"/>
                  <a:gd name="T3" fmla="*/ 27 h 28"/>
                  <a:gd name="T4" fmla="*/ 111 w 92"/>
                  <a:gd name="T5" fmla="*/ 0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2" h="28">
                    <a:moveTo>
                      <a:pt x="0" y="27"/>
                    </a:moveTo>
                    <a:cubicBezTo>
                      <a:pt x="0" y="27"/>
                      <a:pt x="6" y="28"/>
                      <a:pt x="14" y="21"/>
                    </a:cubicBezTo>
                    <a:cubicBezTo>
                      <a:pt x="23" y="14"/>
                      <a:pt x="63" y="22"/>
                      <a:pt x="92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537" name="Freeform 488">
                <a:extLst>
                  <a:ext uri="{FF2B5EF4-FFF2-40B4-BE49-F238E27FC236}">
                    <a16:creationId xmlns:a16="http://schemas.microsoft.com/office/drawing/2014/main" id="{F168F9D3-5135-4E4A-9605-0F0DC4F1A8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2" y="1609"/>
                <a:ext cx="20" cy="44"/>
              </a:xfrm>
              <a:custGeom>
                <a:avLst/>
                <a:gdLst>
                  <a:gd name="T0" fmla="*/ 22 w 19"/>
                  <a:gd name="T1" fmla="*/ 0 h 41"/>
                  <a:gd name="T2" fmla="*/ 0 w 19"/>
                  <a:gd name="T3" fmla="*/ 50 h 4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41">
                    <a:moveTo>
                      <a:pt x="19" y="0"/>
                    </a:moveTo>
                    <a:cubicBezTo>
                      <a:pt x="19" y="0"/>
                      <a:pt x="11" y="17"/>
                      <a:pt x="0" y="41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538" name="Freeform 489">
                <a:extLst>
                  <a:ext uri="{FF2B5EF4-FFF2-40B4-BE49-F238E27FC236}">
                    <a16:creationId xmlns:a16="http://schemas.microsoft.com/office/drawing/2014/main" id="{46A341F5-933E-4BBD-A357-09C73C1E62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7" y="1698"/>
                <a:ext cx="492" cy="271"/>
              </a:xfrm>
              <a:custGeom>
                <a:avLst/>
                <a:gdLst>
                  <a:gd name="T0" fmla="*/ 528 w 461"/>
                  <a:gd name="T1" fmla="*/ 0 h 254"/>
                  <a:gd name="T2" fmla="*/ 535 w 461"/>
                  <a:gd name="T3" fmla="*/ 101 h 254"/>
                  <a:gd name="T4" fmla="*/ 441 w 461"/>
                  <a:gd name="T5" fmla="*/ 187 h 254"/>
                  <a:gd name="T6" fmla="*/ 345 w 461"/>
                  <a:gd name="T7" fmla="*/ 223 h 254"/>
                  <a:gd name="T8" fmla="*/ 0 w 461"/>
                  <a:gd name="T9" fmla="*/ 163 h 25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61" h="254">
                    <a:moveTo>
                      <a:pt x="435" y="0"/>
                    </a:moveTo>
                    <a:cubicBezTo>
                      <a:pt x="435" y="0"/>
                      <a:pt x="461" y="62"/>
                      <a:pt x="439" y="83"/>
                    </a:cubicBezTo>
                    <a:cubicBezTo>
                      <a:pt x="417" y="103"/>
                      <a:pt x="376" y="146"/>
                      <a:pt x="363" y="154"/>
                    </a:cubicBezTo>
                    <a:cubicBezTo>
                      <a:pt x="350" y="163"/>
                      <a:pt x="324" y="178"/>
                      <a:pt x="284" y="184"/>
                    </a:cubicBezTo>
                    <a:cubicBezTo>
                      <a:pt x="244" y="190"/>
                      <a:pt x="7" y="254"/>
                      <a:pt x="0" y="134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539" name="Freeform 490">
                <a:extLst>
                  <a:ext uri="{FF2B5EF4-FFF2-40B4-BE49-F238E27FC236}">
                    <a16:creationId xmlns:a16="http://schemas.microsoft.com/office/drawing/2014/main" id="{3AD537A6-434D-4E5F-BD1A-EA2073F26A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5" y="1599"/>
                <a:ext cx="63" cy="23"/>
              </a:xfrm>
              <a:custGeom>
                <a:avLst/>
                <a:gdLst>
                  <a:gd name="T0" fmla="*/ 0 w 59"/>
                  <a:gd name="T1" fmla="*/ 0 h 22"/>
                  <a:gd name="T2" fmla="*/ 72 w 59"/>
                  <a:gd name="T3" fmla="*/ 25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9" h="22">
                    <a:moveTo>
                      <a:pt x="0" y="0"/>
                    </a:moveTo>
                    <a:cubicBezTo>
                      <a:pt x="19" y="5"/>
                      <a:pt x="38" y="18"/>
                      <a:pt x="59" y="22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540" name="Freeform 491">
                <a:extLst>
                  <a:ext uri="{FF2B5EF4-FFF2-40B4-BE49-F238E27FC236}">
                    <a16:creationId xmlns:a16="http://schemas.microsoft.com/office/drawing/2014/main" id="{3339D1CC-D236-4159-BFD1-879DB41C15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9" y="1872"/>
                <a:ext cx="67" cy="12"/>
              </a:xfrm>
              <a:custGeom>
                <a:avLst/>
                <a:gdLst>
                  <a:gd name="T0" fmla="*/ 0 w 63"/>
                  <a:gd name="T1" fmla="*/ 2 h 12"/>
                  <a:gd name="T2" fmla="*/ 76 w 63"/>
                  <a:gd name="T3" fmla="*/ 0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3" h="12">
                    <a:moveTo>
                      <a:pt x="0" y="2"/>
                    </a:moveTo>
                    <a:cubicBezTo>
                      <a:pt x="17" y="12"/>
                      <a:pt x="46" y="5"/>
                      <a:pt x="63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541" name="Freeform 492">
                <a:extLst>
                  <a:ext uri="{FF2B5EF4-FFF2-40B4-BE49-F238E27FC236}">
                    <a16:creationId xmlns:a16="http://schemas.microsoft.com/office/drawing/2014/main" id="{B2CBDED5-2468-42AF-9576-ACB9DD1005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2" y="1827"/>
                <a:ext cx="38" cy="23"/>
              </a:xfrm>
              <a:custGeom>
                <a:avLst/>
                <a:gdLst>
                  <a:gd name="T0" fmla="*/ 42 w 36"/>
                  <a:gd name="T1" fmla="*/ 0 h 22"/>
                  <a:gd name="T2" fmla="*/ 0 w 36"/>
                  <a:gd name="T3" fmla="*/ 25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6" h="22">
                    <a:moveTo>
                      <a:pt x="36" y="0"/>
                    </a:moveTo>
                    <a:cubicBezTo>
                      <a:pt x="22" y="2"/>
                      <a:pt x="11" y="13"/>
                      <a:pt x="0" y="22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542" name="Freeform 493">
                <a:extLst>
                  <a:ext uri="{FF2B5EF4-FFF2-40B4-BE49-F238E27FC236}">
                    <a16:creationId xmlns:a16="http://schemas.microsoft.com/office/drawing/2014/main" id="{214B3B78-D9A5-4B05-A4BD-6FFE60234D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2" y="1909"/>
                <a:ext cx="69" cy="40"/>
              </a:xfrm>
              <a:custGeom>
                <a:avLst/>
                <a:gdLst>
                  <a:gd name="T0" fmla="*/ 80 w 64"/>
                  <a:gd name="T1" fmla="*/ 0 h 38"/>
                  <a:gd name="T2" fmla="*/ 0 w 64"/>
                  <a:gd name="T3" fmla="*/ 44 h 3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4" h="38">
                    <a:moveTo>
                      <a:pt x="64" y="0"/>
                    </a:moveTo>
                    <a:cubicBezTo>
                      <a:pt x="59" y="36"/>
                      <a:pt x="20" y="22"/>
                      <a:pt x="0" y="38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543" name="Freeform 494">
                <a:extLst>
                  <a:ext uri="{FF2B5EF4-FFF2-40B4-BE49-F238E27FC236}">
                    <a16:creationId xmlns:a16="http://schemas.microsoft.com/office/drawing/2014/main" id="{79C06A0B-9E54-482B-9B84-B5A469EF2A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0" y="2186"/>
                <a:ext cx="67" cy="17"/>
              </a:xfrm>
              <a:custGeom>
                <a:avLst/>
                <a:gdLst>
                  <a:gd name="T0" fmla="*/ 76 w 63"/>
                  <a:gd name="T1" fmla="*/ 15 h 16"/>
                  <a:gd name="T2" fmla="*/ 0 w 63"/>
                  <a:gd name="T3" fmla="*/ 0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3" h="16">
                    <a:moveTo>
                      <a:pt x="63" y="12"/>
                    </a:moveTo>
                    <a:cubicBezTo>
                      <a:pt x="39" y="16"/>
                      <a:pt x="23" y="8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544" name="Freeform 495">
                <a:extLst>
                  <a:ext uri="{FF2B5EF4-FFF2-40B4-BE49-F238E27FC236}">
                    <a16:creationId xmlns:a16="http://schemas.microsoft.com/office/drawing/2014/main" id="{0353C8D9-6F30-4876-8485-1B79CD46C2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7" y="932"/>
                <a:ext cx="10" cy="75"/>
              </a:xfrm>
              <a:custGeom>
                <a:avLst/>
                <a:gdLst>
                  <a:gd name="T0" fmla="*/ 12 w 9"/>
                  <a:gd name="T1" fmla="*/ 86 h 70"/>
                  <a:gd name="T2" fmla="*/ 1 w 9"/>
                  <a:gd name="T3" fmla="*/ 41 h 70"/>
                  <a:gd name="T4" fmla="*/ 3 w 9"/>
                  <a:gd name="T5" fmla="*/ 0 h 7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70">
                    <a:moveTo>
                      <a:pt x="9" y="70"/>
                    </a:moveTo>
                    <a:cubicBezTo>
                      <a:pt x="9" y="70"/>
                      <a:pt x="0" y="45"/>
                      <a:pt x="1" y="33"/>
                    </a:cubicBezTo>
                    <a:cubicBezTo>
                      <a:pt x="3" y="21"/>
                      <a:pt x="3" y="0"/>
                      <a:pt x="3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545" name="Freeform 496">
                <a:extLst>
                  <a:ext uri="{FF2B5EF4-FFF2-40B4-BE49-F238E27FC236}">
                    <a16:creationId xmlns:a16="http://schemas.microsoft.com/office/drawing/2014/main" id="{02F88D92-25FD-44C1-88D0-35DCE426E8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1" y="923"/>
                <a:ext cx="20" cy="28"/>
              </a:xfrm>
              <a:custGeom>
                <a:avLst/>
                <a:gdLst>
                  <a:gd name="T0" fmla="*/ 0 w 19"/>
                  <a:gd name="T1" fmla="*/ 30 h 27"/>
                  <a:gd name="T2" fmla="*/ 20 w 19"/>
                  <a:gd name="T3" fmla="*/ 29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27">
                    <a:moveTo>
                      <a:pt x="0" y="27"/>
                    </a:moveTo>
                    <a:cubicBezTo>
                      <a:pt x="0" y="27"/>
                      <a:pt x="19" y="0"/>
                      <a:pt x="17" y="26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546" name="Freeform 497">
                <a:extLst>
                  <a:ext uri="{FF2B5EF4-FFF2-40B4-BE49-F238E27FC236}">
                    <a16:creationId xmlns:a16="http://schemas.microsoft.com/office/drawing/2014/main" id="{B328CD2B-F377-44EE-A121-EBA2DEDC2B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1" y="961"/>
                <a:ext cx="12" cy="21"/>
              </a:xfrm>
              <a:custGeom>
                <a:avLst/>
                <a:gdLst>
                  <a:gd name="T0" fmla="*/ 0 w 12"/>
                  <a:gd name="T1" fmla="*/ 0 h 20"/>
                  <a:gd name="T2" fmla="*/ 1 w 12"/>
                  <a:gd name="T3" fmla="*/ 23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20">
                    <a:moveTo>
                      <a:pt x="0" y="0"/>
                    </a:moveTo>
                    <a:cubicBezTo>
                      <a:pt x="0" y="0"/>
                      <a:pt x="12" y="10"/>
                      <a:pt x="1" y="2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547" name="Freeform 498">
                <a:extLst>
                  <a:ext uri="{FF2B5EF4-FFF2-40B4-BE49-F238E27FC236}">
                    <a16:creationId xmlns:a16="http://schemas.microsoft.com/office/drawing/2014/main" id="{EFC89E20-0F49-4F4E-A6A1-AE96D5BD04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4" y="924"/>
                <a:ext cx="23" cy="35"/>
              </a:xfrm>
              <a:custGeom>
                <a:avLst/>
                <a:gdLst>
                  <a:gd name="T0" fmla="*/ 9 w 22"/>
                  <a:gd name="T1" fmla="*/ 0 h 33"/>
                  <a:gd name="T2" fmla="*/ 20 w 22"/>
                  <a:gd name="T3" fmla="*/ 24 h 33"/>
                  <a:gd name="T4" fmla="*/ 0 w 22"/>
                  <a:gd name="T5" fmla="*/ 39 h 33"/>
                  <a:gd name="T6" fmla="*/ 17 w 22"/>
                  <a:gd name="T7" fmla="*/ 20 h 33"/>
                  <a:gd name="T8" fmla="*/ 9 w 22"/>
                  <a:gd name="T9" fmla="*/ 0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33">
                    <a:moveTo>
                      <a:pt x="9" y="0"/>
                    </a:moveTo>
                    <a:cubicBezTo>
                      <a:pt x="9" y="0"/>
                      <a:pt x="22" y="13"/>
                      <a:pt x="17" y="21"/>
                    </a:cubicBezTo>
                    <a:cubicBezTo>
                      <a:pt x="12" y="28"/>
                      <a:pt x="7" y="33"/>
                      <a:pt x="0" y="33"/>
                    </a:cubicBezTo>
                    <a:cubicBezTo>
                      <a:pt x="0" y="33"/>
                      <a:pt x="15" y="25"/>
                      <a:pt x="14" y="17"/>
                    </a:cubicBezTo>
                    <a:cubicBezTo>
                      <a:pt x="14" y="10"/>
                      <a:pt x="14" y="4"/>
                      <a:pt x="9" y="0"/>
                    </a:cubicBezTo>
                    <a:close/>
                  </a:path>
                </a:pathLst>
              </a:custGeom>
              <a:solidFill>
                <a:srgbClr val="5A22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548" name="Freeform 499">
                <a:extLst>
                  <a:ext uri="{FF2B5EF4-FFF2-40B4-BE49-F238E27FC236}">
                    <a16:creationId xmlns:a16="http://schemas.microsoft.com/office/drawing/2014/main" id="{29B3C805-48E8-46EA-BBCD-58752ED6D5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9" y="931"/>
                <a:ext cx="24" cy="109"/>
              </a:xfrm>
              <a:custGeom>
                <a:avLst/>
                <a:gdLst>
                  <a:gd name="T0" fmla="*/ 1 w 23"/>
                  <a:gd name="T1" fmla="*/ 0 h 102"/>
                  <a:gd name="T2" fmla="*/ 16 w 23"/>
                  <a:gd name="T3" fmla="*/ 21 h 102"/>
                  <a:gd name="T4" fmla="*/ 19 w 23"/>
                  <a:gd name="T5" fmla="*/ 55 h 102"/>
                  <a:gd name="T6" fmla="*/ 23 w 23"/>
                  <a:gd name="T7" fmla="*/ 124 h 102"/>
                  <a:gd name="T8" fmla="*/ 18 w 23"/>
                  <a:gd name="T9" fmla="*/ 79 h 102"/>
                  <a:gd name="T10" fmla="*/ 16 w 23"/>
                  <a:gd name="T11" fmla="*/ 57 h 102"/>
                  <a:gd name="T12" fmla="*/ 10 w 23"/>
                  <a:gd name="T13" fmla="*/ 29 h 102"/>
                  <a:gd name="T14" fmla="*/ 0 w 23"/>
                  <a:gd name="T15" fmla="*/ 18 h 102"/>
                  <a:gd name="T16" fmla="*/ 3 w 23"/>
                  <a:gd name="T17" fmla="*/ 5 h 10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3" h="102">
                    <a:moveTo>
                      <a:pt x="1" y="0"/>
                    </a:moveTo>
                    <a:cubicBezTo>
                      <a:pt x="4" y="6"/>
                      <a:pt x="9" y="12"/>
                      <a:pt x="13" y="18"/>
                    </a:cubicBezTo>
                    <a:cubicBezTo>
                      <a:pt x="16" y="26"/>
                      <a:pt x="16" y="36"/>
                      <a:pt x="16" y="45"/>
                    </a:cubicBezTo>
                    <a:cubicBezTo>
                      <a:pt x="14" y="65"/>
                      <a:pt x="23" y="81"/>
                      <a:pt x="20" y="102"/>
                    </a:cubicBezTo>
                    <a:cubicBezTo>
                      <a:pt x="23" y="90"/>
                      <a:pt x="15" y="77"/>
                      <a:pt x="15" y="65"/>
                    </a:cubicBezTo>
                    <a:cubicBezTo>
                      <a:pt x="14" y="56"/>
                      <a:pt x="13" y="54"/>
                      <a:pt x="13" y="47"/>
                    </a:cubicBezTo>
                    <a:cubicBezTo>
                      <a:pt x="14" y="39"/>
                      <a:pt x="13" y="31"/>
                      <a:pt x="10" y="23"/>
                    </a:cubicBezTo>
                    <a:cubicBezTo>
                      <a:pt x="10" y="20"/>
                      <a:pt x="4" y="9"/>
                      <a:pt x="0" y="15"/>
                    </a:cubicBezTo>
                    <a:cubicBezTo>
                      <a:pt x="3" y="12"/>
                      <a:pt x="3" y="9"/>
                      <a:pt x="3" y="5"/>
                    </a:cubicBezTo>
                  </a:path>
                </a:pathLst>
              </a:custGeom>
              <a:solidFill>
                <a:srgbClr val="5A22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549" name="Freeform 500">
                <a:extLst>
                  <a:ext uri="{FF2B5EF4-FFF2-40B4-BE49-F238E27FC236}">
                    <a16:creationId xmlns:a16="http://schemas.microsoft.com/office/drawing/2014/main" id="{912409FF-500C-479E-BD27-487AB240FB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2" y="1019"/>
                <a:ext cx="112" cy="50"/>
              </a:xfrm>
              <a:custGeom>
                <a:avLst/>
                <a:gdLst>
                  <a:gd name="T0" fmla="*/ 66 w 105"/>
                  <a:gd name="T1" fmla="*/ 56 h 47"/>
                  <a:gd name="T2" fmla="*/ 127 w 105"/>
                  <a:gd name="T3" fmla="*/ 24 h 47"/>
                  <a:gd name="T4" fmla="*/ 81 w 105"/>
                  <a:gd name="T5" fmla="*/ 1 h 47"/>
                  <a:gd name="T6" fmla="*/ 65 w 105"/>
                  <a:gd name="T7" fmla="*/ 11 h 47"/>
                  <a:gd name="T8" fmla="*/ 59 w 105"/>
                  <a:gd name="T9" fmla="*/ 11 h 47"/>
                  <a:gd name="T10" fmla="*/ 44 w 105"/>
                  <a:gd name="T11" fmla="*/ 0 h 47"/>
                  <a:gd name="T12" fmla="*/ 0 w 105"/>
                  <a:gd name="T13" fmla="*/ 26 h 47"/>
                  <a:gd name="T14" fmla="*/ 66 w 105"/>
                  <a:gd name="T15" fmla="*/ 55 h 4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5" h="47">
                    <a:moveTo>
                      <a:pt x="54" y="47"/>
                    </a:moveTo>
                    <a:cubicBezTo>
                      <a:pt x="90" y="47"/>
                      <a:pt x="105" y="21"/>
                      <a:pt x="105" y="21"/>
                    </a:cubicBezTo>
                    <a:cubicBezTo>
                      <a:pt x="105" y="21"/>
                      <a:pt x="78" y="9"/>
                      <a:pt x="67" y="1"/>
                    </a:cubicBezTo>
                    <a:cubicBezTo>
                      <a:pt x="53" y="8"/>
                      <a:pt x="53" y="8"/>
                      <a:pt x="53" y="8"/>
                    </a:cubicBezTo>
                    <a:cubicBezTo>
                      <a:pt x="49" y="8"/>
                      <a:pt x="49" y="8"/>
                      <a:pt x="49" y="8"/>
                    </a:cubicBezTo>
                    <a:cubicBezTo>
                      <a:pt x="36" y="0"/>
                      <a:pt x="36" y="0"/>
                      <a:pt x="36" y="0"/>
                    </a:cubicBezTo>
                    <a:cubicBezTo>
                      <a:pt x="23" y="10"/>
                      <a:pt x="0" y="22"/>
                      <a:pt x="0" y="22"/>
                    </a:cubicBezTo>
                    <a:cubicBezTo>
                      <a:pt x="0" y="22"/>
                      <a:pt x="18" y="46"/>
                      <a:pt x="54" y="46"/>
                    </a:cubicBezTo>
                  </a:path>
                </a:pathLst>
              </a:custGeom>
              <a:solidFill>
                <a:srgbClr val="C2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550" name="Freeform 501">
                <a:extLst>
                  <a:ext uri="{FF2B5EF4-FFF2-40B4-BE49-F238E27FC236}">
                    <a16:creationId xmlns:a16="http://schemas.microsoft.com/office/drawing/2014/main" id="{9BF5C7FA-0AD9-400A-959C-24E586E725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2" y="1043"/>
                <a:ext cx="109" cy="27"/>
              </a:xfrm>
              <a:custGeom>
                <a:avLst/>
                <a:gdLst>
                  <a:gd name="T0" fmla="*/ 61 w 103"/>
                  <a:gd name="T1" fmla="*/ 27 h 25"/>
                  <a:gd name="T2" fmla="*/ 0 w 103"/>
                  <a:gd name="T3" fmla="*/ 0 h 25"/>
                  <a:gd name="T4" fmla="*/ 0 w 103"/>
                  <a:gd name="T5" fmla="*/ 0 h 25"/>
                  <a:gd name="T6" fmla="*/ 61 w 103"/>
                  <a:gd name="T7" fmla="*/ 31 h 25"/>
                  <a:gd name="T8" fmla="*/ 122 w 103"/>
                  <a:gd name="T9" fmla="*/ 0 h 25"/>
                  <a:gd name="T10" fmla="*/ 122 w 103"/>
                  <a:gd name="T11" fmla="*/ 0 h 25"/>
                  <a:gd name="T12" fmla="*/ 61 w 103"/>
                  <a:gd name="T13" fmla="*/ 27 h 2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3" h="25">
                    <a:moveTo>
                      <a:pt x="52" y="21"/>
                    </a:moveTo>
                    <a:cubicBezTo>
                      <a:pt x="22" y="21"/>
                      <a:pt x="5" y="6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6" y="25"/>
                      <a:pt x="52" y="25"/>
                    </a:cubicBezTo>
                    <a:cubicBezTo>
                      <a:pt x="88" y="25"/>
                      <a:pt x="103" y="0"/>
                      <a:pt x="103" y="0"/>
                    </a:cubicBezTo>
                    <a:cubicBezTo>
                      <a:pt x="103" y="0"/>
                      <a:pt x="103" y="0"/>
                      <a:pt x="103" y="0"/>
                    </a:cubicBezTo>
                    <a:cubicBezTo>
                      <a:pt x="99" y="6"/>
                      <a:pt x="82" y="21"/>
                      <a:pt x="52" y="21"/>
                    </a:cubicBezTo>
                    <a:close/>
                  </a:path>
                </a:pathLst>
              </a:custGeom>
              <a:solidFill>
                <a:srgbClr val="5A22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551" name="Freeform 502">
                <a:extLst>
                  <a:ext uri="{FF2B5EF4-FFF2-40B4-BE49-F238E27FC236}">
                    <a16:creationId xmlns:a16="http://schemas.microsoft.com/office/drawing/2014/main" id="{97791518-BF3E-4848-9969-3B6A8E304E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7" y="1016"/>
                <a:ext cx="120" cy="25"/>
              </a:xfrm>
              <a:custGeom>
                <a:avLst/>
                <a:gdLst>
                  <a:gd name="T0" fmla="*/ 49 w 112"/>
                  <a:gd name="T1" fmla="*/ 4 h 23"/>
                  <a:gd name="T2" fmla="*/ 68 w 112"/>
                  <a:gd name="T3" fmla="*/ 15 h 23"/>
                  <a:gd name="T4" fmla="*/ 68 w 112"/>
                  <a:gd name="T5" fmla="*/ 15 h 23"/>
                  <a:gd name="T6" fmla="*/ 86 w 112"/>
                  <a:gd name="T7" fmla="*/ 4 h 23"/>
                  <a:gd name="T8" fmla="*/ 138 w 112"/>
                  <a:gd name="T9" fmla="*/ 29 h 23"/>
                  <a:gd name="T10" fmla="*/ 138 w 112"/>
                  <a:gd name="T11" fmla="*/ 29 h 23"/>
                  <a:gd name="T12" fmla="*/ 86 w 112"/>
                  <a:gd name="T13" fmla="*/ 0 h 23"/>
                  <a:gd name="T14" fmla="*/ 66 w 112"/>
                  <a:gd name="T15" fmla="*/ 11 h 23"/>
                  <a:gd name="T16" fmla="*/ 66 w 112"/>
                  <a:gd name="T17" fmla="*/ 11 h 23"/>
                  <a:gd name="T18" fmla="*/ 49 w 112"/>
                  <a:gd name="T19" fmla="*/ 0 h 23"/>
                  <a:gd name="T20" fmla="*/ 0 w 112"/>
                  <a:gd name="T21" fmla="*/ 29 h 23"/>
                  <a:gd name="T22" fmla="*/ 0 w 112"/>
                  <a:gd name="T23" fmla="*/ 29 h 23"/>
                  <a:gd name="T24" fmla="*/ 49 w 112"/>
                  <a:gd name="T25" fmla="*/ 4 h 2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12" h="23">
                    <a:moveTo>
                      <a:pt x="40" y="4"/>
                    </a:moveTo>
                    <a:cubicBezTo>
                      <a:pt x="55" y="12"/>
                      <a:pt x="55" y="12"/>
                      <a:pt x="55" y="12"/>
                    </a:cubicBezTo>
                    <a:cubicBezTo>
                      <a:pt x="55" y="12"/>
                      <a:pt x="55" y="12"/>
                      <a:pt x="55" y="12"/>
                    </a:cubicBezTo>
                    <a:cubicBezTo>
                      <a:pt x="70" y="4"/>
                      <a:pt x="70" y="4"/>
                      <a:pt x="70" y="4"/>
                    </a:cubicBezTo>
                    <a:cubicBezTo>
                      <a:pt x="99" y="20"/>
                      <a:pt x="106" y="23"/>
                      <a:pt x="112" y="23"/>
                    </a:cubicBezTo>
                    <a:cubicBezTo>
                      <a:pt x="112" y="23"/>
                      <a:pt x="112" y="23"/>
                      <a:pt x="112" y="23"/>
                    </a:cubicBezTo>
                    <a:cubicBezTo>
                      <a:pt x="112" y="23"/>
                      <a:pt x="92" y="15"/>
                      <a:pt x="70" y="0"/>
                    </a:cubicBezTo>
                    <a:cubicBezTo>
                      <a:pt x="54" y="8"/>
                      <a:pt x="54" y="8"/>
                      <a:pt x="54" y="8"/>
                    </a:cubicBezTo>
                    <a:cubicBezTo>
                      <a:pt x="54" y="8"/>
                      <a:pt x="54" y="8"/>
                      <a:pt x="54" y="8"/>
                    </a:cubicBezTo>
                    <a:cubicBezTo>
                      <a:pt x="40" y="0"/>
                      <a:pt x="40" y="0"/>
                      <a:pt x="40" y="0"/>
                    </a:cubicBezTo>
                    <a:cubicBezTo>
                      <a:pt x="15" y="18"/>
                      <a:pt x="0" y="23"/>
                      <a:pt x="0" y="23"/>
                    </a:cubicBezTo>
                    <a:cubicBezTo>
                      <a:pt x="0" y="23"/>
                      <a:pt x="0" y="23"/>
                      <a:pt x="0" y="23"/>
                    </a:cubicBezTo>
                    <a:cubicBezTo>
                      <a:pt x="24" y="17"/>
                      <a:pt x="32" y="6"/>
                      <a:pt x="40" y="4"/>
                    </a:cubicBezTo>
                    <a:close/>
                  </a:path>
                </a:pathLst>
              </a:custGeom>
              <a:solidFill>
                <a:srgbClr val="5A22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552" name="Freeform 503">
                <a:extLst>
                  <a:ext uri="{FF2B5EF4-FFF2-40B4-BE49-F238E27FC236}">
                    <a16:creationId xmlns:a16="http://schemas.microsoft.com/office/drawing/2014/main" id="{35C1F568-1D72-42F8-97F0-61BFE33978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2" y="1044"/>
                <a:ext cx="14" cy="73"/>
              </a:xfrm>
              <a:custGeom>
                <a:avLst/>
                <a:gdLst>
                  <a:gd name="T0" fmla="*/ 5 w 13"/>
                  <a:gd name="T1" fmla="*/ 0 h 68"/>
                  <a:gd name="T2" fmla="*/ 10 w 13"/>
                  <a:gd name="T3" fmla="*/ 33 h 68"/>
                  <a:gd name="T4" fmla="*/ 16 w 13"/>
                  <a:gd name="T5" fmla="*/ 61 h 68"/>
                  <a:gd name="T6" fmla="*/ 13 w 13"/>
                  <a:gd name="T7" fmla="*/ 84 h 68"/>
                  <a:gd name="T8" fmla="*/ 13 w 13"/>
                  <a:gd name="T9" fmla="*/ 61 h 68"/>
                  <a:gd name="T10" fmla="*/ 4 w 13"/>
                  <a:gd name="T11" fmla="*/ 30 h 68"/>
                  <a:gd name="T12" fmla="*/ 1 w 13"/>
                  <a:gd name="T13" fmla="*/ 15 h 68"/>
                  <a:gd name="T14" fmla="*/ 6 w 13"/>
                  <a:gd name="T15" fmla="*/ 0 h 6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3" h="68">
                    <a:moveTo>
                      <a:pt x="5" y="0"/>
                    </a:moveTo>
                    <a:cubicBezTo>
                      <a:pt x="2" y="9"/>
                      <a:pt x="4" y="19"/>
                      <a:pt x="7" y="27"/>
                    </a:cubicBezTo>
                    <a:cubicBezTo>
                      <a:pt x="10" y="34"/>
                      <a:pt x="12" y="41"/>
                      <a:pt x="13" y="49"/>
                    </a:cubicBezTo>
                    <a:cubicBezTo>
                      <a:pt x="13" y="56"/>
                      <a:pt x="11" y="61"/>
                      <a:pt x="10" y="68"/>
                    </a:cubicBezTo>
                    <a:cubicBezTo>
                      <a:pt x="12" y="62"/>
                      <a:pt x="11" y="54"/>
                      <a:pt x="10" y="49"/>
                    </a:cubicBezTo>
                    <a:cubicBezTo>
                      <a:pt x="10" y="40"/>
                      <a:pt x="7" y="32"/>
                      <a:pt x="4" y="24"/>
                    </a:cubicBezTo>
                    <a:cubicBezTo>
                      <a:pt x="3" y="20"/>
                      <a:pt x="1" y="16"/>
                      <a:pt x="1" y="12"/>
                    </a:cubicBezTo>
                    <a:cubicBezTo>
                      <a:pt x="0" y="6"/>
                      <a:pt x="3" y="4"/>
                      <a:pt x="6" y="0"/>
                    </a:cubicBezTo>
                  </a:path>
                </a:pathLst>
              </a:custGeom>
              <a:solidFill>
                <a:srgbClr val="5A22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553" name="Freeform 504">
                <a:extLst>
                  <a:ext uri="{FF2B5EF4-FFF2-40B4-BE49-F238E27FC236}">
                    <a16:creationId xmlns:a16="http://schemas.microsoft.com/office/drawing/2014/main" id="{2C16CDC8-0068-4F14-9B1C-813EBCFBBA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5" y="2468"/>
                <a:ext cx="201" cy="38"/>
              </a:xfrm>
              <a:custGeom>
                <a:avLst/>
                <a:gdLst>
                  <a:gd name="T0" fmla="*/ 0 w 188"/>
                  <a:gd name="T1" fmla="*/ 12 h 36"/>
                  <a:gd name="T2" fmla="*/ 93 w 188"/>
                  <a:gd name="T3" fmla="*/ 2 h 36"/>
                  <a:gd name="T4" fmla="*/ 230 w 188"/>
                  <a:gd name="T5" fmla="*/ 42 h 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8" h="36">
                    <a:moveTo>
                      <a:pt x="0" y="9"/>
                    </a:moveTo>
                    <a:cubicBezTo>
                      <a:pt x="0" y="9"/>
                      <a:pt x="54" y="5"/>
                      <a:pt x="76" y="2"/>
                    </a:cubicBezTo>
                    <a:cubicBezTo>
                      <a:pt x="98" y="0"/>
                      <a:pt x="163" y="2"/>
                      <a:pt x="188" y="36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554" name="Freeform 505">
                <a:extLst>
                  <a:ext uri="{FF2B5EF4-FFF2-40B4-BE49-F238E27FC236}">
                    <a16:creationId xmlns:a16="http://schemas.microsoft.com/office/drawing/2014/main" id="{3977B6AE-4044-4392-BFBA-48AB3F2B64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9" y="2240"/>
                <a:ext cx="432" cy="126"/>
              </a:xfrm>
              <a:custGeom>
                <a:avLst/>
                <a:gdLst>
                  <a:gd name="T0" fmla="*/ 489 w 406"/>
                  <a:gd name="T1" fmla="*/ 127 h 118"/>
                  <a:gd name="T2" fmla="*/ 352 w 406"/>
                  <a:gd name="T3" fmla="*/ 83 h 118"/>
                  <a:gd name="T4" fmla="*/ 257 w 406"/>
                  <a:gd name="T5" fmla="*/ 0 h 118"/>
                  <a:gd name="T6" fmla="*/ 233 w 406"/>
                  <a:gd name="T7" fmla="*/ 0 h 118"/>
                  <a:gd name="T8" fmla="*/ 138 w 406"/>
                  <a:gd name="T9" fmla="*/ 83 h 118"/>
                  <a:gd name="T10" fmla="*/ 0 w 406"/>
                  <a:gd name="T11" fmla="*/ 127 h 11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06" h="118">
                    <a:moveTo>
                      <a:pt x="406" y="104"/>
                    </a:moveTo>
                    <a:cubicBezTo>
                      <a:pt x="406" y="104"/>
                      <a:pt x="326" y="118"/>
                      <a:pt x="292" y="68"/>
                    </a:cubicBezTo>
                    <a:cubicBezTo>
                      <a:pt x="257" y="18"/>
                      <a:pt x="234" y="1"/>
                      <a:pt x="213" y="0"/>
                    </a:cubicBezTo>
                    <a:cubicBezTo>
                      <a:pt x="194" y="0"/>
                      <a:pt x="194" y="0"/>
                      <a:pt x="194" y="0"/>
                    </a:cubicBezTo>
                    <a:cubicBezTo>
                      <a:pt x="173" y="1"/>
                      <a:pt x="149" y="18"/>
                      <a:pt x="115" y="68"/>
                    </a:cubicBezTo>
                    <a:cubicBezTo>
                      <a:pt x="80" y="118"/>
                      <a:pt x="0" y="104"/>
                      <a:pt x="0" y="104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555" name="Freeform 506">
                <a:extLst>
                  <a:ext uri="{FF2B5EF4-FFF2-40B4-BE49-F238E27FC236}">
                    <a16:creationId xmlns:a16="http://schemas.microsoft.com/office/drawing/2014/main" id="{1FFD53DD-6CBB-4E50-854F-F52B7E98B8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2" y="2765"/>
                <a:ext cx="69" cy="48"/>
              </a:xfrm>
              <a:custGeom>
                <a:avLst/>
                <a:gdLst>
                  <a:gd name="T0" fmla="*/ 80 w 64"/>
                  <a:gd name="T1" fmla="*/ 0 h 45"/>
                  <a:gd name="T2" fmla="*/ 0 w 64"/>
                  <a:gd name="T3" fmla="*/ 54 h 4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4" h="45">
                    <a:moveTo>
                      <a:pt x="64" y="0"/>
                    </a:moveTo>
                    <a:cubicBezTo>
                      <a:pt x="64" y="0"/>
                      <a:pt x="8" y="32"/>
                      <a:pt x="0" y="45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556" name="Freeform 507">
                <a:extLst>
                  <a:ext uri="{FF2B5EF4-FFF2-40B4-BE49-F238E27FC236}">
                    <a16:creationId xmlns:a16="http://schemas.microsoft.com/office/drawing/2014/main" id="{BF24B52B-C85D-4A96-A0A6-D65D58CFFF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1" y="1774"/>
                <a:ext cx="32" cy="17"/>
              </a:xfrm>
              <a:custGeom>
                <a:avLst/>
                <a:gdLst>
                  <a:gd name="T0" fmla="*/ 0 w 30"/>
                  <a:gd name="T1" fmla="*/ 0 h 16"/>
                  <a:gd name="T2" fmla="*/ 36 w 30"/>
                  <a:gd name="T3" fmla="*/ 5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0" h="16">
                    <a:moveTo>
                      <a:pt x="0" y="0"/>
                    </a:moveTo>
                    <a:cubicBezTo>
                      <a:pt x="9" y="7"/>
                      <a:pt x="20" y="16"/>
                      <a:pt x="30" y="5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557" name="Freeform 508">
                <a:extLst>
                  <a:ext uri="{FF2B5EF4-FFF2-40B4-BE49-F238E27FC236}">
                    <a16:creationId xmlns:a16="http://schemas.microsoft.com/office/drawing/2014/main" id="{F872B6F6-4F8E-4112-AF6B-FE29980C97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5" y="1775"/>
                <a:ext cx="22" cy="16"/>
              </a:xfrm>
              <a:custGeom>
                <a:avLst/>
                <a:gdLst>
                  <a:gd name="T0" fmla="*/ 24 w 21"/>
                  <a:gd name="T1" fmla="*/ 0 h 15"/>
                  <a:gd name="T2" fmla="*/ 0 w 21"/>
                  <a:gd name="T3" fmla="*/ 11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15">
                    <a:moveTo>
                      <a:pt x="21" y="0"/>
                    </a:moveTo>
                    <a:cubicBezTo>
                      <a:pt x="18" y="6"/>
                      <a:pt x="4" y="15"/>
                      <a:pt x="0" y="8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558" name="Freeform 509">
                <a:extLst>
                  <a:ext uri="{FF2B5EF4-FFF2-40B4-BE49-F238E27FC236}">
                    <a16:creationId xmlns:a16="http://schemas.microsoft.com/office/drawing/2014/main" id="{5C129482-0318-4E1A-8320-4BE3F921FC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7" y="1985"/>
                <a:ext cx="653" cy="64"/>
              </a:xfrm>
              <a:custGeom>
                <a:avLst/>
                <a:gdLst>
                  <a:gd name="T0" fmla="*/ 0 w 613"/>
                  <a:gd name="T1" fmla="*/ 0 h 60"/>
                  <a:gd name="T2" fmla="*/ 196 w 613"/>
                  <a:gd name="T3" fmla="*/ 54 h 60"/>
                  <a:gd name="T4" fmla="*/ 370 w 613"/>
                  <a:gd name="T5" fmla="*/ 38 h 60"/>
                  <a:gd name="T6" fmla="*/ 605 w 613"/>
                  <a:gd name="T7" fmla="*/ 58 h 60"/>
                  <a:gd name="T8" fmla="*/ 741 w 613"/>
                  <a:gd name="T9" fmla="*/ 0 h 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13" h="60">
                    <a:moveTo>
                      <a:pt x="0" y="0"/>
                    </a:moveTo>
                    <a:cubicBezTo>
                      <a:pt x="0" y="0"/>
                      <a:pt x="92" y="53"/>
                      <a:pt x="162" y="45"/>
                    </a:cubicBezTo>
                    <a:cubicBezTo>
                      <a:pt x="233" y="37"/>
                      <a:pt x="262" y="35"/>
                      <a:pt x="306" y="32"/>
                    </a:cubicBezTo>
                    <a:cubicBezTo>
                      <a:pt x="350" y="29"/>
                      <a:pt x="449" y="60"/>
                      <a:pt x="500" y="48"/>
                    </a:cubicBezTo>
                    <a:cubicBezTo>
                      <a:pt x="550" y="36"/>
                      <a:pt x="613" y="0"/>
                      <a:pt x="613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559" name="Freeform 510">
                <a:extLst>
                  <a:ext uri="{FF2B5EF4-FFF2-40B4-BE49-F238E27FC236}">
                    <a16:creationId xmlns:a16="http://schemas.microsoft.com/office/drawing/2014/main" id="{28057547-73D4-4448-9841-982F118D4B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8" y="2264"/>
                <a:ext cx="12" cy="47"/>
              </a:xfrm>
              <a:custGeom>
                <a:avLst/>
                <a:gdLst>
                  <a:gd name="T0" fmla="*/ 14 w 11"/>
                  <a:gd name="T1" fmla="*/ 0 h 44"/>
                  <a:gd name="T2" fmla="*/ 0 w 11"/>
                  <a:gd name="T3" fmla="*/ 53 h 4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44">
                    <a:moveTo>
                      <a:pt x="11" y="0"/>
                    </a:moveTo>
                    <a:cubicBezTo>
                      <a:pt x="11" y="0"/>
                      <a:pt x="0" y="13"/>
                      <a:pt x="0" y="44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560" name="Freeform 511">
                <a:extLst>
                  <a:ext uri="{FF2B5EF4-FFF2-40B4-BE49-F238E27FC236}">
                    <a16:creationId xmlns:a16="http://schemas.microsoft.com/office/drawing/2014/main" id="{0987FE1C-5D5D-41CD-BCE9-9ACA18806B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4" y="2268"/>
                <a:ext cx="12" cy="144"/>
              </a:xfrm>
              <a:custGeom>
                <a:avLst/>
                <a:gdLst>
                  <a:gd name="T0" fmla="*/ 2 w 12"/>
                  <a:gd name="T1" fmla="*/ 0 h 135"/>
                  <a:gd name="T2" fmla="*/ 5 w 12"/>
                  <a:gd name="T3" fmla="*/ 101 h 135"/>
                  <a:gd name="T4" fmla="*/ 12 w 12"/>
                  <a:gd name="T5" fmla="*/ 164 h 1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35">
                    <a:moveTo>
                      <a:pt x="2" y="0"/>
                    </a:moveTo>
                    <a:cubicBezTo>
                      <a:pt x="2" y="0"/>
                      <a:pt x="9" y="62"/>
                      <a:pt x="5" y="83"/>
                    </a:cubicBezTo>
                    <a:cubicBezTo>
                      <a:pt x="0" y="104"/>
                      <a:pt x="7" y="128"/>
                      <a:pt x="12" y="135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561" name="Freeform 512">
                <a:extLst>
                  <a:ext uri="{FF2B5EF4-FFF2-40B4-BE49-F238E27FC236}">
                    <a16:creationId xmlns:a16="http://schemas.microsoft.com/office/drawing/2014/main" id="{D36D1DB7-F249-4C4A-A966-09336B46BC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7" y="2239"/>
                <a:ext cx="25" cy="30"/>
              </a:xfrm>
              <a:custGeom>
                <a:avLst/>
                <a:gdLst>
                  <a:gd name="T0" fmla="*/ 7 w 24"/>
                  <a:gd name="T1" fmla="*/ 0 h 28"/>
                  <a:gd name="T2" fmla="*/ 4 w 24"/>
                  <a:gd name="T3" fmla="*/ 23 h 28"/>
                  <a:gd name="T4" fmla="*/ 20 w 24"/>
                  <a:gd name="T5" fmla="*/ 32 h 28"/>
                  <a:gd name="T6" fmla="*/ 27 w 24"/>
                  <a:gd name="T7" fmla="*/ 27 h 2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" h="28">
                    <a:moveTo>
                      <a:pt x="7" y="0"/>
                    </a:moveTo>
                    <a:cubicBezTo>
                      <a:pt x="0" y="4"/>
                      <a:pt x="0" y="13"/>
                      <a:pt x="4" y="19"/>
                    </a:cubicBezTo>
                    <a:cubicBezTo>
                      <a:pt x="6" y="24"/>
                      <a:pt x="11" y="28"/>
                      <a:pt x="17" y="26"/>
                    </a:cubicBezTo>
                    <a:cubicBezTo>
                      <a:pt x="19" y="26"/>
                      <a:pt x="23" y="23"/>
                      <a:pt x="24" y="21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562" name="Freeform 513">
                <a:extLst>
                  <a:ext uri="{FF2B5EF4-FFF2-40B4-BE49-F238E27FC236}">
                    <a16:creationId xmlns:a16="http://schemas.microsoft.com/office/drawing/2014/main" id="{CD2D5FBD-0F50-4A43-8313-6CF034D0E7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4" y="2496"/>
                <a:ext cx="222" cy="187"/>
              </a:xfrm>
              <a:custGeom>
                <a:avLst/>
                <a:gdLst>
                  <a:gd name="T0" fmla="*/ 244 w 208"/>
                  <a:gd name="T1" fmla="*/ 0 h 175"/>
                  <a:gd name="T2" fmla="*/ 224 w 208"/>
                  <a:gd name="T3" fmla="*/ 68 h 175"/>
                  <a:gd name="T4" fmla="*/ 126 w 208"/>
                  <a:gd name="T5" fmla="*/ 200 h 175"/>
                  <a:gd name="T6" fmla="*/ 31 w 208"/>
                  <a:gd name="T7" fmla="*/ 69 h 175"/>
                  <a:gd name="T8" fmla="*/ 21 w 208"/>
                  <a:gd name="T9" fmla="*/ 3 h 175"/>
                  <a:gd name="T10" fmla="*/ 244 w 208"/>
                  <a:gd name="T11" fmla="*/ 0 h 17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08" h="175">
                    <a:moveTo>
                      <a:pt x="201" y="0"/>
                    </a:moveTo>
                    <a:cubicBezTo>
                      <a:pt x="201" y="0"/>
                      <a:pt x="181" y="4"/>
                      <a:pt x="185" y="56"/>
                    </a:cubicBezTo>
                    <a:cubicBezTo>
                      <a:pt x="189" y="107"/>
                      <a:pt x="208" y="152"/>
                      <a:pt x="104" y="164"/>
                    </a:cubicBezTo>
                    <a:cubicBezTo>
                      <a:pt x="0" y="175"/>
                      <a:pt x="18" y="94"/>
                      <a:pt x="25" y="57"/>
                    </a:cubicBezTo>
                    <a:cubicBezTo>
                      <a:pt x="32" y="20"/>
                      <a:pt x="18" y="3"/>
                      <a:pt x="18" y="3"/>
                    </a:cubicBezTo>
                    <a:cubicBezTo>
                      <a:pt x="18" y="3"/>
                      <a:pt x="119" y="39"/>
                      <a:pt x="201" y="0"/>
                    </a:cubicBezTo>
                    <a:close/>
                  </a:path>
                </a:pathLst>
              </a:custGeom>
              <a:solidFill>
                <a:srgbClr val="AA60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563" name="Freeform 514">
                <a:extLst>
                  <a:ext uri="{FF2B5EF4-FFF2-40B4-BE49-F238E27FC236}">
                    <a16:creationId xmlns:a16="http://schemas.microsoft.com/office/drawing/2014/main" id="{09B83070-C40B-4766-B7D1-078E1EBCE8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2" y="2497"/>
                <a:ext cx="223" cy="188"/>
              </a:xfrm>
              <a:custGeom>
                <a:avLst/>
                <a:gdLst>
                  <a:gd name="T0" fmla="*/ 21 w 209"/>
                  <a:gd name="T1" fmla="*/ 3 h 176"/>
                  <a:gd name="T2" fmla="*/ 31 w 209"/>
                  <a:gd name="T3" fmla="*/ 69 h 176"/>
                  <a:gd name="T4" fmla="*/ 128 w 209"/>
                  <a:gd name="T5" fmla="*/ 200 h 176"/>
                  <a:gd name="T6" fmla="*/ 225 w 209"/>
                  <a:gd name="T7" fmla="*/ 68 h 176"/>
                  <a:gd name="T8" fmla="*/ 245 w 209"/>
                  <a:gd name="T9" fmla="*/ 0 h 17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9" h="176">
                    <a:moveTo>
                      <a:pt x="18" y="3"/>
                    </a:moveTo>
                    <a:cubicBezTo>
                      <a:pt x="18" y="3"/>
                      <a:pt x="32" y="20"/>
                      <a:pt x="25" y="57"/>
                    </a:cubicBezTo>
                    <a:cubicBezTo>
                      <a:pt x="18" y="94"/>
                      <a:pt x="0" y="176"/>
                      <a:pt x="105" y="164"/>
                    </a:cubicBezTo>
                    <a:cubicBezTo>
                      <a:pt x="209" y="153"/>
                      <a:pt x="190" y="108"/>
                      <a:pt x="186" y="56"/>
                    </a:cubicBezTo>
                    <a:cubicBezTo>
                      <a:pt x="182" y="4"/>
                      <a:pt x="202" y="0"/>
                      <a:pt x="202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564" name="Freeform 515">
                <a:extLst>
                  <a:ext uri="{FF2B5EF4-FFF2-40B4-BE49-F238E27FC236}">
                    <a16:creationId xmlns:a16="http://schemas.microsoft.com/office/drawing/2014/main" id="{396B3FDA-2D8B-4D18-BED0-4C382A2581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8" y="2537"/>
                <a:ext cx="61" cy="28"/>
              </a:xfrm>
              <a:custGeom>
                <a:avLst/>
                <a:gdLst>
                  <a:gd name="T0" fmla="*/ 0 w 57"/>
                  <a:gd name="T1" fmla="*/ 0 h 26"/>
                  <a:gd name="T2" fmla="*/ 70 w 57"/>
                  <a:gd name="T3" fmla="*/ 28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7" h="26">
                    <a:moveTo>
                      <a:pt x="0" y="0"/>
                    </a:moveTo>
                    <a:cubicBezTo>
                      <a:pt x="0" y="0"/>
                      <a:pt x="27" y="26"/>
                      <a:pt x="57" y="22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565" name="Freeform 516">
                <a:extLst>
                  <a:ext uri="{FF2B5EF4-FFF2-40B4-BE49-F238E27FC236}">
                    <a16:creationId xmlns:a16="http://schemas.microsoft.com/office/drawing/2014/main" id="{7145CA35-4012-49A0-85B5-82037F51F3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4" y="2549"/>
                <a:ext cx="129" cy="144"/>
              </a:xfrm>
              <a:custGeom>
                <a:avLst/>
                <a:gdLst>
                  <a:gd name="T0" fmla="*/ 116 w 121"/>
                  <a:gd name="T1" fmla="*/ 0 h 135"/>
                  <a:gd name="T2" fmla="*/ 72 w 121"/>
                  <a:gd name="T3" fmla="*/ 154 h 135"/>
                  <a:gd name="T4" fmla="*/ 22 w 121"/>
                  <a:gd name="T5" fmla="*/ 13 h 135"/>
                  <a:gd name="T6" fmla="*/ 116 w 121"/>
                  <a:gd name="T7" fmla="*/ 0 h 13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1" h="135">
                    <a:moveTo>
                      <a:pt x="96" y="0"/>
                    </a:moveTo>
                    <a:cubicBezTo>
                      <a:pt x="96" y="0"/>
                      <a:pt x="121" y="119"/>
                      <a:pt x="60" y="127"/>
                    </a:cubicBezTo>
                    <a:cubicBezTo>
                      <a:pt x="0" y="135"/>
                      <a:pt x="19" y="10"/>
                      <a:pt x="19" y="10"/>
                    </a:cubicBezTo>
                    <a:cubicBezTo>
                      <a:pt x="19" y="10"/>
                      <a:pt x="63" y="26"/>
                      <a:pt x="96" y="0"/>
                    </a:cubicBezTo>
                    <a:close/>
                  </a:path>
                </a:pathLst>
              </a:custGeom>
              <a:solidFill>
                <a:srgbClr val="AA60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566" name="Freeform 517">
                <a:extLst>
                  <a:ext uri="{FF2B5EF4-FFF2-40B4-BE49-F238E27FC236}">
                    <a16:creationId xmlns:a16="http://schemas.microsoft.com/office/drawing/2014/main" id="{BBA59EFE-76FF-4CE1-BE40-9B035F9DDD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2" y="2549"/>
                <a:ext cx="129" cy="144"/>
              </a:xfrm>
              <a:custGeom>
                <a:avLst/>
                <a:gdLst>
                  <a:gd name="T0" fmla="*/ 23 w 121"/>
                  <a:gd name="T1" fmla="*/ 6 h 135"/>
                  <a:gd name="T2" fmla="*/ 72 w 121"/>
                  <a:gd name="T3" fmla="*/ 154 h 135"/>
                  <a:gd name="T4" fmla="*/ 116 w 121"/>
                  <a:gd name="T5" fmla="*/ 0 h 1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1" h="135">
                    <a:moveTo>
                      <a:pt x="20" y="6"/>
                    </a:moveTo>
                    <a:cubicBezTo>
                      <a:pt x="20" y="6"/>
                      <a:pt x="0" y="135"/>
                      <a:pt x="60" y="127"/>
                    </a:cubicBezTo>
                    <a:cubicBezTo>
                      <a:pt x="121" y="119"/>
                      <a:pt x="96" y="0"/>
                      <a:pt x="96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567" name="Freeform 518">
                <a:extLst>
                  <a:ext uri="{FF2B5EF4-FFF2-40B4-BE49-F238E27FC236}">
                    <a16:creationId xmlns:a16="http://schemas.microsoft.com/office/drawing/2014/main" id="{286330FD-CA8C-4A93-8F30-F354100F40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7" y="2542"/>
                <a:ext cx="22" cy="11"/>
              </a:xfrm>
              <a:custGeom>
                <a:avLst/>
                <a:gdLst>
                  <a:gd name="T0" fmla="*/ 0 w 21"/>
                  <a:gd name="T1" fmla="*/ 13 h 10"/>
                  <a:gd name="T2" fmla="*/ 24 w 21"/>
                  <a:gd name="T3" fmla="*/ 0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10">
                    <a:moveTo>
                      <a:pt x="0" y="10"/>
                    </a:moveTo>
                    <a:cubicBezTo>
                      <a:pt x="0" y="10"/>
                      <a:pt x="14" y="7"/>
                      <a:pt x="21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568" name="Freeform 519">
                <a:extLst>
                  <a:ext uri="{FF2B5EF4-FFF2-40B4-BE49-F238E27FC236}">
                    <a16:creationId xmlns:a16="http://schemas.microsoft.com/office/drawing/2014/main" id="{0DB7FD80-3E00-4B2B-B07F-747108B2F2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2" y="2501"/>
                <a:ext cx="29" cy="28"/>
              </a:xfrm>
              <a:custGeom>
                <a:avLst/>
                <a:gdLst>
                  <a:gd name="T0" fmla="*/ 33 w 27"/>
                  <a:gd name="T1" fmla="*/ 0 h 27"/>
                  <a:gd name="T2" fmla="*/ 0 w 27"/>
                  <a:gd name="T3" fmla="*/ 30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7" h="27">
                    <a:moveTo>
                      <a:pt x="27" y="0"/>
                    </a:moveTo>
                    <a:cubicBezTo>
                      <a:pt x="27" y="0"/>
                      <a:pt x="7" y="19"/>
                      <a:pt x="0" y="27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569" name="Freeform 520">
                <a:extLst>
                  <a:ext uri="{FF2B5EF4-FFF2-40B4-BE49-F238E27FC236}">
                    <a16:creationId xmlns:a16="http://schemas.microsoft.com/office/drawing/2014/main" id="{6C38336F-ECDC-43EE-A24B-58FF5CCEF6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0" y="1116"/>
                <a:ext cx="91" cy="95"/>
              </a:xfrm>
              <a:custGeom>
                <a:avLst/>
                <a:gdLst>
                  <a:gd name="T0" fmla="*/ 0 w 85"/>
                  <a:gd name="T1" fmla="*/ 0 h 89"/>
                  <a:gd name="T2" fmla="*/ 104 w 85"/>
                  <a:gd name="T3" fmla="*/ 108 h 8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5" h="89">
                    <a:moveTo>
                      <a:pt x="0" y="0"/>
                    </a:moveTo>
                    <a:cubicBezTo>
                      <a:pt x="0" y="0"/>
                      <a:pt x="5" y="71"/>
                      <a:pt x="85" y="89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570" name="Freeform 521">
                <a:extLst>
                  <a:ext uri="{FF2B5EF4-FFF2-40B4-BE49-F238E27FC236}">
                    <a16:creationId xmlns:a16="http://schemas.microsoft.com/office/drawing/2014/main" id="{2595EBB5-0349-4B41-AB87-44CD43B9E5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2" y="1116"/>
                <a:ext cx="99" cy="102"/>
              </a:xfrm>
              <a:custGeom>
                <a:avLst/>
                <a:gdLst>
                  <a:gd name="T0" fmla="*/ 112 w 93"/>
                  <a:gd name="T1" fmla="*/ 0 h 96"/>
                  <a:gd name="T2" fmla="*/ 0 w 93"/>
                  <a:gd name="T3" fmla="*/ 115 h 9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3" h="96">
                    <a:moveTo>
                      <a:pt x="93" y="0"/>
                    </a:moveTo>
                    <a:cubicBezTo>
                      <a:pt x="93" y="0"/>
                      <a:pt x="75" y="78"/>
                      <a:pt x="0" y="96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571" name="Freeform 522">
                <a:extLst>
                  <a:ext uri="{FF2B5EF4-FFF2-40B4-BE49-F238E27FC236}">
                    <a16:creationId xmlns:a16="http://schemas.microsoft.com/office/drawing/2014/main" id="{E18CC2F8-0616-43B2-AD65-9A342983F8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6" y="1165"/>
                <a:ext cx="124" cy="58"/>
              </a:xfrm>
              <a:custGeom>
                <a:avLst/>
                <a:gdLst>
                  <a:gd name="T0" fmla="*/ 142 w 116"/>
                  <a:gd name="T1" fmla="*/ 0 h 55"/>
                  <a:gd name="T2" fmla="*/ 104 w 116"/>
                  <a:gd name="T3" fmla="*/ 18 h 55"/>
                  <a:gd name="T4" fmla="*/ 68 w 116"/>
                  <a:gd name="T5" fmla="*/ 47 h 55"/>
                  <a:gd name="T6" fmla="*/ 0 w 116"/>
                  <a:gd name="T7" fmla="*/ 64 h 5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6" h="55">
                    <a:moveTo>
                      <a:pt x="116" y="0"/>
                    </a:moveTo>
                    <a:cubicBezTo>
                      <a:pt x="107" y="0"/>
                      <a:pt x="93" y="9"/>
                      <a:pt x="85" y="15"/>
                    </a:cubicBezTo>
                    <a:cubicBezTo>
                      <a:pt x="75" y="22"/>
                      <a:pt x="67" y="33"/>
                      <a:pt x="56" y="41"/>
                    </a:cubicBezTo>
                    <a:cubicBezTo>
                      <a:pt x="39" y="54"/>
                      <a:pt x="22" y="55"/>
                      <a:pt x="0" y="55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572" name="Freeform 523">
                <a:extLst>
                  <a:ext uri="{FF2B5EF4-FFF2-40B4-BE49-F238E27FC236}">
                    <a16:creationId xmlns:a16="http://schemas.microsoft.com/office/drawing/2014/main" id="{A585B239-3873-4972-A466-BB3CA3F711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4" y="1230"/>
                <a:ext cx="65" cy="10"/>
              </a:xfrm>
              <a:custGeom>
                <a:avLst/>
                <a:gdLst>
                  <a:gd name="T0" fmla="*/ 0 w 61"/>
                  <a:gd name="T1" fmla="*/ 0 h 10"/>
                  <a:gd name="T2" fmla="*/ 34 w 61"/>
                  <a:gd name="T3" fmla="*/ 6 h 10"/>
                  <a:gd name="T4" fmla="*/ 74 w 61"/>
                  <a:gd name="T5" fmla="*/ 8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1" h="10">
                    <a:moveTo>
                      <a:pt x="0" y="0"/>
                    </a:moveTo>
                    <a:cubicBezTo>
                      <a:pt x="5" y="10"/>
                      <a:pt x="19" y="6"/>
                      <a:pt x="28" y="6"/>
                    </a:cubicBezTo>
                    <a:cubicBezTo>
                      <a:pt x="39" y="6"/>
                      <a:pt x="51" y="8"/>
                      <a:pt x="61" y="8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573" name="Freeform 524">
                <a:extLst>
                  <a:ext uri="{FF2B5EF4-FFF2-40B4-BE49-F238E27FC236}">
                    <a16:creationId xmlns:a16="http://schemas.microsoft.com/office/drawing/2014/main" id="{D0FF30EA-413C-4342-8BDE-8A88B39655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5" y="1213"/>
                <a:ext cx="153" cy="62"/>
              </a:xfrm>
              <a:custGeom>
                <a:avLst/>
                <a:gdLst>
                  <a:gd name="T0" fmla="*/ 0 w 144"/>
                  <a:gd name="T1" fmla="*/ 0 h 58"/>
                  <a:gd name="T2" fmla="*/ 46 w 144"/>
                  <a:gd name="T3" fmla="*/ 34 h 58"/>
                  <a:gd name="T4" fmla="*/ 92 w 144"/>
                  <a:gd name="T5" fmla="*/ 57 h 58"/>
                  <a:gd name="T6" fmla="*/ 136 w 144"/>
                  <a:gd name="T7" fmla="*/ 61 h 58"/>
                  <a:gd name="T8" fmla="*/ 159 w 144"/>
                  <a:gd name="T9" fmla="*/ 65 h 58"/>
                  <a:gd name="T10" fmla="*/ 173 w 144"/>
                  <a:gd name="T11" fmla="*/ 71 h 5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4" h="58">
                    <a:moveTo>
                      <a:pt x="0" y="0"/>
                    </a:moveTo>
                    <a:cubicBezTo>
                      <a:pt x="9" y="12"/>
                      <a:pt x="25" y="20"/>
                      <a:pt x="38" y="28"/>
                    </a:cubicBezTo>
                    <a:cubicBezTo>
                      <a:pt x="50" y="34"/>
                      <a:pt x="63" y="44"/>
                      <a:pt x="77" y="47"/>
                    </a:cubicBezTo>
                    <a:cubicBezTo>
                      <a:pt x="88" y="50"/>
                      <a:pt x="101" y="49"/>
                      <a:pt x="113" y="50"/>
                    </a:cubicBezTo>
                    <a:cubicBezTo>
                      <a:pt x="120" y="50"/>
                      <a:pt x="127" y="51"/>
                      <a:pt x="133" y="53"/>
                    </a:cubicBezTo>
                    <a:cubicBezTo>
                      <a:pt x="136" y="54"/>
                      <a:pt x="141" y="57"/>
                      <a:pt x="144" y="58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574" name="Freeform 525">
                <a:extLst>
                  <a:ext uri="{FF2B5EF4-FFF2-40B4-BE49-F238E27FC236}">
                    <a16:creationId xmlns:a16="http://schemas.microsoft.com/office/drawing/2014/main" id="{FBC3910B-3911-452A-B9F8-3FAFD2648E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2" y="1171"/>
                <a:ext cx="12" cy="31"/>
              </a:xfrm>
              <a:custGeom>
                <a:avLst/>
                <a:gdLst>
                  <a:gd name="T0" fmla="*/ 2 w 11"/>
                  <a:gd name="T1" fmla="*/ 0 h 29"/>
                  <a:gd name="T2" fmla="*/ 14 w 11"/>
                  <a:gd name="T3" fmla="*/ 35 h 2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29">
                    <a:moveTo>
                      <a:pt x="2" y="0"/>
                    </a:moveTo>
                    <a:cubicBezTo>
                      <a:pt x="0" y="11"/>
                      <a:pt x="5" y="20"/>
                      <a:pt x="11" y="29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575" name="Freeform 526">
                <a:extLst>
                  <a:ext uri="{FF2B5EF4-FFF2-40B4-BE49-F238E27FC236}">
                    <a16:creationId xmlns:a16="http://schemas.microsoft.com/office/drawing/2014/main" id="{49B42071-7022-4DDC-B983-84BA9E3E4D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7" y="1029"/>
                <a:ext cx="100" cy="16"/>
              </a:xfrm>
              <a:custGeom>
                <a:avLst/>
                <a:gdLst>
                  <a:gd name="T0" fmla="*/ 0 w 94"/>
                  <a:gd name="T1" fmla="*/ 16 h 15"/>
                  <a:gd name="T2" fmla="*/ 113 w 94"/>
                  <a:gd name="T3" fmla="*/ 18 h 15"/>
                  <a:gd name="T4" fmla="*/ 0 w 94"/>
                  <a:gd name="T5" fmla="*/ 16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4" h="15">
                    <a:moveTo>
                      <a:pt x="0" y="13"/>
                    </a:moveTo>
                    <a:cubicBezTo>
                      <a:pt x="0" y="13"/>
                      <a:pt x="54" y="0"/>
                      <a:pt x="94" y="15"/>
                    </a:cubicBezTo>
                    <a:cubicBezTo>
                      <a:pt x="94" y="15"/>
                      <a:pt x="55" y="5"/>
                      <a:pt x="0" y="13"/>
                    </a:cubicBezTo>
                    <a:close/>
                  </a:path>
                </a:pathLst>
              </a:custGeom>
              <a:solidFill>
                <a:srgbClr val="5A22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576" name="Freeform 527">
                <a:extLst>
                  <a:ext uri="{FF2B5EF4-FFF2-40B4-BE49-F238E27FC236}">
                    <a16:creationId xmlns:a16="http://schemas.microsoft.com/office/drawing/2014/main" id="{18D68C07-13D0-48CC-BD23-C7371FAD7C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5" y="1842"/>
                <a:ext cx="35" cy="26"/>
              </a:xfrm>
              <a:custGeom>
                <a:avLst/>
                <a:gdLst>
                  <a:gd name="T0" fmla="*/ 16 w 33"/>
                  <a:gd name="T1" fmla="*/ 0 h 25"/>
                  <a:gd name="T2" fmla="*/ 39 w 33"/>
                  <a:gd name="T3" fmla="*/ 8 h 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3" h="25">
                    <a:moveTo>
                      <a:pt x="13" y="0"/>
                    </a:moveTo>
                    <a:cubicBezTo>
                      <a:pt x="0" y="9"/>
                      <a:pt x="31" y="25"/>
                      <a:pt x="33" y="8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577" name="Freeform 528">
                <a:extLst>
                  <a:ext uri="{FF2B5EF4-FFF2-40B4-BE49-F238E27FC236}">
                    <a16:creationId xmlns:a16="http://schemas.microsoft.com/office/drawing/2014/main" id="{25525FFC-B510-4C84-9984-E73BE38EA9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4" y="1031"/>
                <a:ext cx="95" cy="150"/>
              </a:xfrm>
              <a:custGeom>
                <a:avLst/>
                <a:gdLst>
                  <a:gd name="T0" fmla="*/ 0 w 89"/>
                  <a:gd name="T1" fmla="*/ 173 h 140"/>
                  <a:gd name="T2" fmla="*/ 51 w 89"/>
                  <a:gd name="T3" fmla="*/ 149 h 140"/>
                  <a:gd name="T4" fmla="*/ 75 w 89"/>
                  <a:gd name="T5" fmla="*/ 140 h 140"/>
                  <a:gd name="T6" fmla="*/ 90 w 89"/>
                  <a:gd name="T7" fmla="*/ 118 h 140"/>
                  <a:gd name="T8" fmla="*/ 98 w 89"/>
                  <a:gd name="T9" fmla="*/ 12 h 140"/>
                  <a:gd name="T10" fmla="*/ 97 w 89"/>
                  <a:gd name="T11" fmla="*/ 0 h 140"/>
                  <a:gd name="T12" fmla="*/ 72 w 89"/>
                  <a:gd name="T13" fmla="*/ 119 h 140"/>
                  <a:gd name="T14" fmla="*/ 39 w 89"/>
                  <a:gd name="T15" fmla="*/ 140 h 140"/>
                  <a:gd name="T16" fmla="*/ 5 w 89"/>
                  <a:gd name="T17" fmla="*/ 166 h 14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9" h="140">
                    <a:moveTo>
                      <a:pt x="0" y="140"/>
                    </a:moveTo>
                    <a:cubicBezTo>
                      <a:pt x="10" y="128"/>
                      <a:pt x="28" y="122"/>
                      <a:pt x="42" y="121"/>
                    </a:cubicBezTo>
                    <a:cubicBezTo>
                      <a:pt x="50" y="120"/>
                      <a:pt x="55" y="121"/>
                      <a:pt x="62" y="114"/>
                    </a:cubicBezTo>
                    <a:cubicBezTo>
                      <a:pt x="67" y="109"/>
                      <a:pt x="72" y="102"/>
                      <a:pt x="74" y="96"/>
                    </a:cubicBezTo>
                    <a:cubicBezTo>
                      <a:pt x="88" y="67"/>
                      <a:pt x="89" y="40"/>
                      <a:pt x="81" y="9"/>
                    </a:cubicBezTo>
                    <a:cubicBezTo>
                      <a:pt x="81" y="6"/>
                      <a:pt x="80" y="3"/>
                      <a:pt x="80" y="0"/>
                    </a:cubicBezTo>
                    <a:cubicBezTo>
                      <a:pt x="80" y="33"/>
                      <a:pt x="81" y="70"/>
                      <a:pt x="59" y="97"/>
                    </a:cubicBezTo>
                    <a:cubicBezTo>
                      <a:pt x="53" y="105"/>
                      <a:pt x="43" y="112"/>
                      <a:pt x="33" y="114"/>
                    </a:cubicBezTo>
                    <a:cubicBezTo>
                      <a:pt x="22" y="117"/>
                      <a:pt x="9" y="123"/>
                      <a:pt x="5" y="135"/>
                    </a:cubicBezTo>
                  </a:path>
                </a:pathLst>
              </a:custGeom>
              <a:solidFill>
                <a:srgbClr val="8E4C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578" name="Freeform 529">
                <a:extLst>
                  <a:ext uri="{FF2B5EF4-FFF2-40B4-BE49-F238E27FC236}">
                    <a16:creationId xmlns:a16="http://schemas.microsoft.com/office/drawing/2014/main" id="{0F39C311-54E4-46B4-A893-2B8CE63659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8" y="1169"/>
                <a:ext cx="122" cy="65"/>
              </a:xfrm>
              <a:custGeom>
                <a:avLst/>
                <a:gdLst>
                  <a:gd name="T0" fmla="*/ 0 w 114"/>
                  <a:gd name="T1" fmla="*/ 69 h 61"/>
                  <a:gd name="T2" fmla="*/ 14 w 114"/>
                  <a:gd name="T3" fmla="*/ 68 h 61"/>
                  <a:gd name="T4" fmla="*/ 29 w 114"/>
                  <a:gd name="T5" fmla="*/ 66 h 61"/>
                  <a:gd name="T6" fmla="*/ 47 w 114"/>
                  <a:gd name="T7" fmla="*/ 60 h 61"/>
                  <a:gd name="T8" fmla="*/ 73 w 114"/>
                  <a:gd name="T9" fmla="*/ 48 h 61"/>
                  <a:gd name="T10" fmla="*/ 92 w 114"/>
                  <a:gd name="T11" fmla="*/ 30 h 61"/>
                  <a:gd name="T12" fmla="*/ 124 w 114"/>
                  <a:gd name="T13" fmla="*/ 4 h 61"/>
                  <a:gd name="T14" fmla="*/ 140 w 114"/>
                  <a:gd name="T15" fmla="*/ 0 h 61"/>
                  <a:gd name="T16" fmla="*/ 107 w 114"/>
                  <a:gd name="T17" fmla="*/ 25 h 61"/>
                  <a:gd name="T18" fmla="*/ 86 w 114"/>
                  <a:gd name="T19" fmla="*/ 48 h 61"/>
                  <a:gd name="T20" fmla="*/ 77 w 114"/>
                  <a:gd name="T21" fmla="*/ 59 h 61"/>
                  <a:gd name="T22" fmla="*/ 88 w 114"/>
                  <a:gd name="T23" fmla="*/ 63 h 61"/>
                  <a:gd name="T24" fmla="*/ 108 w 114"/>
                  <a:gd name="T25" fmla="*/ 62 h 61"/>
                  <a:gd name="T26" fmla="*/ 80 w 114"/>
                  <a:gd name="T27" fmla="*/ 71 h 61"/>
                  <a:gd name="T28" fmla="*/ 62 w 114"/>
                  <a:gd name="T29" fmla="*/ 69 h 61"/>
                  <a:gd name="T30" fmla="*/ 45 w 114"/>
                  <a:gd name="T31" fmla="*/ 71 h 61"/>
                  <a:gd name="T32" fmla="*/ 34 w 114"/>
                  <a:gd name="T33" fmla="*/ 72 h 61"/>
                  <a:gd name="T34" fmla="*/ 26 w 114"/>
                  <a:gd name="T35" fmla="*/ 69 h 61"/>
                  <a:gd name="T36" fmla="*/ 2 w 114"/>
                  <a:gd name="T37" fmla="*/ 71 h 61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114" h="61">
                    <a:moveTo>
                      <a:pt x="0" y="57"/>
                    </a:moveTo>
                    <a:cubicBezTo>
                      <a:pt x="2" y="56"/>
                      <a:pt x="8" y="56"/>
                      <a:pt x="11" y="56"/>
                    </a:cubicBezTo>
                    <a:cubicBezTo>
                      <a:pt x="15" y="55"/>
                      <a:pt x="19" y="55"/>
                      <a:pt x="23" y="54"/>
                    </a:cubicBezTo>
                    <a:cubicBezTo>
                      <a:pt x="28" y="53"/>
                      <a:pt x="33" y="52"/>
                      <a:pt x="38" y="50"/>
                    </a:cubicBezTo>
                    <a:cubicBezTo>
                      <a:pt x="47" y="48"/>
                      <a:pt x="53" y="46"/>
                      <a:pt x="60" y="39"/>
                    </a:cubicBezTo>
                    <a:cubicBezTo>
                      <a:pt x="65" y="34"/>
                      <a:pt x="69" y="28"/>
                      <a:pt x="75" y="24"/>
                    </a:cubicBezTo>
                    <a:cubicBezTo>
                      <a:pt x="83" y="18"/>
                      <a:pt x="92" y="9"/>
                      <a:pt x="101" y="4"/>
                    </a:cubicBezTo>
                    <a:cubicBezTo>
                      <a:pt x="105" y="3"/>
                      <a:pt x="111" y="2"/>
                      <a:pt x="114" y="0"/>
                    </a:cubicBezTo>
                    <a:cubicBezTo>
                      <a:pt x="105" y="6"/>
                      <a:pt x="96" y="14"/>
                      <a:pt x="87" y="21"/>
                    </a:cubicBezTo>
                    <a:cubicBezTo>
                      <a:pt x="80" y="26"/>
                      <a:pt x="76" y="33"/>
                      <a:pt x="70" y="39"/>
                    </a:cubicBezTo>
                    <a:cubicBezTo>
                      <a:pt x="68" y="41"/>
                      <a:pt x="61" y="45"/>
                      <a:pt x="63" y="49"/>
                    </a:cubicBezTo>
                    <a:cubicBezTo>
                      <a:pt x="64" y="53"/>
                      <a:pt x="69" y="52"/>
                      <a:pt x="72" y="52"/>
                    </a:cubicBezTo>
                    <a:cubicBezTo>
                      <a:pt x="77" y="52"/>
                      <a:pt x="83" y="52"/>
                      <a:pt x="88" y="51"/>
                    </a:cubicBezTo>
                    <a:cubicBezTo>
                      <a:pt x="83" y="56"/>
                      <a:pt x="72" y="58"/>
                      <a:pt x="65" y="59"/>
                    </a:cubicBezTo>
                    <a:cubicBezTo>
                      <a:pt x="60" y="59"/>
                      <a:pt x="55" y="57"/>
                      <a:pt x="50" y="57"/>
                    </a:cubicBezTo>
                    <a:cubicBezTo>
                      <a:pt x="45" y="57"/>
                      <a:pt x="40" y="58"/>
                      <a:pt x="36" y="59"/>
                    </a:cubicBezTo>
                    <a:cubicBezTo>
                      <a:pt x="32" y="60"/>
                      <a:pt x="31" y="61"/>
                      <a:pt x="28" y="60"/>
                    </a:cubicBezTo>
                    <a:cubicBezTo>
                      <a:pt x="26" y="59"/>
                      <a:pt x="24" y="57"/>
                      <a:pt x="21" y="57"/>
                    </a:cubicBezTo>
                    <a:cubicBezTo>
                      <a:pt x="15" y="58"/>
                      <a:pt x="8" y="61"/>
                      <a:pt x="2" y="59"/>
                    </a:cubicBezTo>
                  </a:path>
                </a:pathLst>
              </a:custGeom>
              <a:solidFill>
                <a:srgbClr val="8E4C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579" name="Freeform 530">
                <a:extLst>
                  <a:ext uri="{FF2B5EF4-FFF2-40B4-BE49-F238E27FC236}">
                    <a16:creationId xmlns:a16="http://schemas.microsoft.com/office/drawing/2014/main" id="{64162828-1EA1-4724-92DA-468041AF7C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4" y="1123"/>
                <a:ext cx="177" cy="120"/>
              </a:xfrm>
              <a:custGeom>
                <a:avLst/>
                <a:gdLst>
                  <a:gd name="T0" fmla="*/ 44 w 166"/>
                  <a:gd name="T1" fmla="*/ 0 h 112"/>
                  <a:gd name="T2" fmla="*/ 68 w 166"/>
                  <a:gd name="T3" fmla="*/ 58 h 112"/>
                  <a:gd name="T4" fmla="*/ 110 w 166"/>
                  <a:gd name="T5" fmla="*/ 91 h 112"/>
                  <a:gd name="T6" fmla="*/ 161 w 166"/>
                  <a:gd name="T7" fmla="*/ 115 h 112"/>
                  <a:gd name="T8" fmla="*/ 202 w 166"/>
                  <a:gd name="T9" fmla="*/ 138 h 112"/>
                  <a:gd name="T10" fmla="*/ 125 w 166"/>
                  <a:gd name="T11" fmla="*/ 108 h 112"/>
                  <a:gd name="T12" fmla="*/ 80 w 166"/>
                  <a:gd name="T13" fmla="*/ 84 h 112"/>
                  <a:gd name="T14" fmla="*/ 58 w 166"/>
                  <a:gd name="T15" fmla="*/ 70 h 112"/>
                  <a:gd name="T16" fmla="*/ 42 w 166"/>
                  <a:gd name="T17" fmla="*/ 46 h 112"/>
                  <a:gd name="T18" fmla="*/ 23 w 166"/>
                  <a:gd name="T19" fmla="*/ 42 h 112"/>
                  <a:gd name="T20" fmla="*/ 0 w 166"/>
                  <a:gd name="T21" fmla="*/ 49 h 112"/>
                  <a:gd name="T22" fmla="*/ 29 w 166"/>
                  <a:gd name="T23" fmla="*/ 30 h 112"/>
                  <a:gd name="T24" fmla="*/ 44 w 166"/>
                  <a:gd name="T25" fmla="*/ 1 h 11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66" h="112">
                    <a:moveTo>
                      <a:pt x="36" y="0"/>
                    </a:moveTo>
                    <a:cubicBezTo>
                      <a:pt x="42" y="16"/>
                      <a:pt x="44" y="34"/>
                      <a:pt x="56" y="47"/>
                    </a:cubicBezTo>
                    <a:cubicBezTo>
                      <a:pt x="67" y="59"/>
                      <a:pt x="78" y="66"/>
                      <a:pt x="91" y="74"/>
                    </a:cubicBezTo>
                    <a:cubicBezTo>
                      <a:pt x="105" y="82"/>
                      <a:pt x="120" y="85"/>
                      <a:pt x="133" y="93"/>
                    </a:cubicBezTo>
                    <a:cubicBezTo>
                      <a:pt x="143" y="99"/>
                      <a:pt x="159" y="101"/>
                      <a:pt x="166" y="112"/>
                    </a:cubicBezTo>
                    <a:cubicBezTo>
                      <a:pt x="146" y="101"/>
                      <a:pt x="124" y="96"/>
                      <a:pt x="103" y="88"/>
                    </a:cubicBezTo>
                    <a:cubicBezTo>
                      <a:pt x="90" y="82"/>
                      <a:pt x="78" y="74"/>
                      <a:pt x="66" y="68"/>
                    </a:cubicBezTo>
                    <a:cubicBezTo>
                      <a:pt x="60" y="65"/>
                      <a:pt x="53" y="62"/>
                      <a:pt x="48" y="57"/>
                    </a:cubicBezTo>
                    <a:cubicBezTo>
                      <a:pt x="42" y="51"/>
                      <a:pt x="39" y="44"/>
                      <a:pt x="35" y="37"/>
                    </a:cubicBezTo>
                    <a:cubicBezTo>
                      <a:pt x="31" y="32"/>
                      <a:pt x="27" y="32"/>
                      <a:pt x="20" y="34"/>
                    </a:cubicBezTo>
                    <a:cubicBezTo>
                      <a:pt x="13" y="35"/>
                      <a:pt x="7" y="39"/>
                      <a:pt x="0" y="40"/>
                    </a:cubicBezTo>
                    <a:cubicBezTo>
                      <a:pt x="7" y="33"/>
                      <a:pt x="16" y="30"/>
                      <a:pt x="23" y="24"/>
                    </a:cubicBezTo>
                    <a:cubicBezTo>
                      <a:pt x="32" y="18"/>
                      <a:pt x="34" y="10"/>
                      <a:pt x="36" y="1"/>
                    </a:cubicBezTo>
                  </a:path>
                </a:pathLst>
              </a:custGeom>
              <a:solidFill>
                <a:srgbClr val="C2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580" name="Freeform 531">
                <a:extLst>
                  <a:ext uri="{FF2B5EF4-FFF2-40B4-BE49-F238E27FC236}">
                    <a16:creationId xmlns:a16="http://schemas.microsoft.com/office/drawing/2014/main" id="{3BC257E9-F35E-4251-9FC1-82B79CA229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5" y="854"/>
                <a:ext cx="41" cy="103"/>
              </a:xfrm>
              <a:custGeom>
                <a:avLst/>
                <a:gdLst>
                  <a:gd name="T0" fmla="*/ 41 w 38"/>
                  <a:gd name="T1" fmla="*/ 0 h 96"/>
                  <a:gd name="T2" fmla="*/ 30 w 38"/>
                  <a:gd name="T3" fmla="*/ 2 h 96"/>
                  <a:gd name="T4" fmla="*/ 18 w 38"/>
                  <a:gd name="T5" fmla="*/ 2 h 96"/>
                  <a:gd name="T6" fmla="*/ 3 w 38"/>
                  <a:gd name="T7" fmla="*/ 14 h 96"/>
                  <a:gd name="T8" fmla="*/ 1 w 38"/>
                  <a:gd name="T9" fmla="*/ 39 h 96"/>
                  <a:gd name="T10" fmla="*/ 10 w 38"/>
                  <a:gd name="T11" fmla="*/ 64 h 96"/>
                  <a:gd name="T12" fmla="*/ 28 w 38"/>
                  <a:gd name="T13" fmla="*/ 83 h 96"/>
                  <a:gd name="T14" fmla="*/ 47 w 38"/>
                  <a:gd name="T15" fmla="*/ 119 h 96"/>
                  <a:gd name="T16" fmla="*/ 44 w 38"/>
                  <a:gd name="T17" fmla="*/ 97 h 96"/>
                  <a:gd name="T18" fmla="*/ 31 w 38"/>
                  <a:gd name="T19" fmla="*/ 75 h 96"/>
                  <a:gd name="T20" fmla="*/ 27 w 38"/>
                  <a:gd name="T21" fmla="*/ 52 h 96"/>
                  <a:gd name="T22" fmla="*/ 16 w 38"/>
                  <a:gd name="T23" fmla="*/ 28 h 96"/>
                  <a:gd name="T24" fmla="*/ 33 w 38"/>
                  <a:gd name="T25" fmla="*/ 20 h 96"/>
                  <a:gd name="T26" fmla="*/ 32 w 38"/>
                  <a:gd name="T27" fmla="*/ 12 h 96"/>
                  <a:gd name="T28" fmla="*/ 38 w 38"/>
                  <a:gd name="T29" fmla="*/ 1 h 9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38" h="96">
                    <a:moveTo>
                      <a:pt x="32" y="0"/>
                    </a:moveTo>
                    <a:cubicBezTo>
                      <a:pt x="30" y="2"/>
                      <a:pt x="25" y="2"/>
                      <a:pt x="24" y="2"/>
                    </a:cubicBezTo>
                    <a:cubicBezTo>
                      <a:pt x="21" y="2"/>
                      <a:pt x="18" y="2"/>
                      <a:pt x="15" y="2"/>
                    </a:cubicBezTo>
                    <a:cubicBezTo>
                      <a:pt x="10" y="3"/>
                      <a:pt x="5" y="6"/>
                      <a:pt x="3" y="11"/>
                    </a:cubicBezTo>
                    <a:cubicBezTo>
                      <a:pt x="0" y="17"/>
                      <a:pt x="1" y="25"/>
                      <a:pt x="1" y="32"/>
                    </a:cubicBezTo>
                    <a:cubicBezTo>
                      <a:pt x="1" y="39"/>
                      <a:pt x="4" y="45"/>
                      <a:pt x="7" y="52"/>
                    </a:cubicBezTo>
                    <a:cubicBezTo>
                      <a:pt x="12" y="63"/>
                      <a:pt x="18" y="63"/>
                      <a:pt x="22" y="67"/>
                    </a:cubicBezTo>
                    <a:cubicBezTo>
                      <a:pt x="26" y="73"/>
                      <a:pt x="37" y="88"/>
                      <a:pt x="38" y="96"/>
                    </a:cubicBezTo>
                    <a:cubicBezTo>
                      <a:pt x="37" y="91"/>
                      <a:pt x="36" y="83"/>
                      <a:pt x="35" y="78"/>
                    </a:cubicBezTo>
                    <a:cubicBezTo>
                      <a:pt x="33" y="72"/>
                      <a:pt x="28" y="66"/>
                      <a:pt x="25" y="61"/>
                    </a:cubicBezTo>
                    <a:cubicBezTo>
                      <a:pt x="20" y="53"/>
                      <a:pt x="6" y="39"/>
                      <a:pt x="21" y="42"/>
                    </a:cubicBezTo>
                    <a:cubicBezTo>
                      <a:pt x="12" y="41"/>
                      <a:pt x="4" y="29"/>
                      <a:pt x="13" y="22"/>
                    </a:cubicBezTo>
                    <a:cubicBezTo>
                      <a:pt x="16" y="19"/>
                      <a:pt x="24" y="20"/>
                      <a:pt x="27" y="17"/>
                    </a:cubicBezTo>
                    <a:cubicBezTo>
                      <a:pt x="28" y="15"/>
                      <a:pt x="26" y="12"/>
                      <a:pt x="26" y="9"/>
                    </a:cubicBezTo>
                    <a:cubicBezTo>
                      <a:pt x="26" y="6"/>
                      <a:pt x="28" y="3"/>
                      <a:pt x="30" y="1"/>
                    </a:cubicBezTo>
                  </a:path>
                </a:pathLst>
              </a:custGeom>
              <a:solidFill>
                <a:srgbClr val="8E4C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581" name="Freeform 532">
                <a:extLst>
                  <a:ext uri="{FF2B5EF4-FFF2-40B4-BE49-F238E27FC236}">
                    <a16:creationId xmlns:a16="http://schemas.microsoft.com/office/drawing/2014/main" id="{A3F45E81-2FAE-4597-811E-6E00E03F0E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5" y="947"/>
                <a:ext cx="28" cy="91"/>
              </a:xfrm>
              <a:custGeom>
                <a:avLst/>
                <a:gdLst>
                  <a:gd name="T0" fmla="*/ 32 w 26"/>
                  <a:gd name="T1" fmla="*/ 16 h 85"/>
                  <a:gd name="T2" fmla="*/ 19 w 26"/>
                  <a:gd name="T3" fmla="*/ 7 h 85"/>
                  <a:gd name="T4" fmla="*/ 13 w 26"/>
                  <a:gd name="T5" fmla="*/ 1 h 85"/>
                  <a:gd name="T6" fmla="*/ 4 w 26"/>
                  <a:gd name="T7" fmla="*/ 48 h 85"/>
                  <a:gd name="T8" fmla="*/ 3 w 26"/>
                  <a:gd name="T9" fmla="*/ 75 h 85"/>
                  <a:gd name="T10" fmla="*/ 1 w 26"/>
                  <a:gd name="T11" fmla="*/ 104 h 85"/>
                  <a:gd name="T12" fmla="*/ 17 w 26"/>
                  <a:gd name="T13" fmla="*/ 94 h 85"/>
                  <a:gd name="T14" fmla="*/ 13 w 26"/>
                  <a:gd name="T15" fmla="*/ 40 h 85"/>
                  <a:gd name="T16" fmla="*/ 17 w 26"/>
                  <a:gd name="T17" fmla="*/ 20 h 85"/>
                  <a:gd name="T18" fmla="*/ 30 w 26"/>
                  <a:gd name="T19" fmla="*/ 17 h 8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6" h="85">
                    <a:moveTo>
                      <a:pt x="26" y="13"/>
                    </a:moveTo>
                    <a:cubicBezTo>
                      <a:pt x="23" y="11"/>
                      <a:pt x="19" y="10"/>
                      <a:pt x="16" y="7"/>
                    </a:cubicBezTo>
                    <a:cubicBezTo>
                      <a:pt x="14" y="5"/>
                      <a:pt x="13" y="0"/>
                      <a:pt x="10" y="1"/>
                    </a:cubicBezTo>
                    <a:cubicBezTo>
                      <a:pt x="6" y="12"/>
                      <a:pt x="2" y="27"/>
                      <a:pt x="4" y="39"/>
                    </a:cubicBezTo>
                    <a:cubicBezTo>
                      <a:pt x="6" y="47"/>
                      <a:pt x="4" y="52"/>
                      <a:pt x="3" y="61"/>
                    </a:cubicBezTo>
                    <a:cubicBezTo>
                      <a:pt x="3" y="68"/>
                      <a:pt x="0" y="78"/>
                      <a:pt x="1" y="85"/>
                    </a:cubicBezTo>
                    <a:cubicBezTo>
                      <a:pt x="5" y="83"/>
                      <a:pt x="7" y="82"/>
                      <a:pt x="14" y="77"/>
                    </a:cubicBezTo>
                    <a:cubicBezTo>
                      <a:pt x="2" y="73"/>
                      <a:pt x="11" y="44"/>
                      <a:pt x="10" y="33"/>
                    </a:cubicBezTo>
                    <a:cubicBezTo>
                      <a:pt x="10" y="27"/>
                      <a:pt x="10" y="21"/>
                      <a:pt x="14" y="17"/>
                    </a:cubicBezTo>
                    <a:cubicBezTo>
                      <a:pt x="18" y="12"/>
                      <a:pt x="21" y="15"/>
                      <a:pt x="24" y="14"/>
                    </a:cubicBezTo>
                  </a:path>
                </a:pathLst>
              </a:custGeom>
              <a:solidFill>
                <a:srgbClr val="8E4C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582" name="Freeform 533">
                <a:extLst>
                  <a:ext uri="{FF2B5EF4-FFF2-40B4-BE49-F238E27FC236}">
                    <a16:creationId xmlns:a16="http://schemas.microsoft.com/office/drawing/2014/main" id="{D8E02428-6A40-49D7-9AFA-A39BF8F582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6" y="966"/>
                <a:ext cx="9" cy="52"/>
              </a:xfrm>
              <a:custGeom>
                <a:avLst/>
                <a:gdLst>
                  <a:gd name="T0" fmla="*/ 1 w 8"/>
                  <a:gd name="T1" fmla="*/ 52 h 48"/>
                  <a:gd name="T2" fmla="*/ 2 w 8"/>
                  <a:gd name="T3" fmla="*/ 20 h 48"/>
                  <a:gd name="T4" fmla="*/ 1 w 8"/>
                  <a:gd name="T5" fmla="*/ 0 h 48"/>
                  <a:gd name="T6" fmla="*/ 8 w 8"/>
                  <a:gd name="T7" fmla="*/ 39 h 48"/>
                  <a:gd name="T8" fmla="*/ 11 w 8"/>
                  <a:gd name="T9" fmla="*/ 61 h 48"/>
                  <a:gd name="T10" fmla="*/ 2 w 8"/>
                  <a:gd name="T11" fmla="*/ 54 h 4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" h="48">
                    <a:moveTo>
                      <a:pt x="1" y="41"/>
                    </a:moveTo>
                    <a:cubicBezTo>
                      <a:pt x="0" y="33"/>
                      <a:pt x="2" y="24"/>
                      <a:pt x="2" y="16"/>
                    </a:cubicBezTo>
                    <a:cubicBezTo>
                      <a:pt x="1" y="11"/>
                      <a:pt x="1" y="5"/>
                      <a:pt x="1" y="0"/>
                    </a:cubicBezTo>
                    <a:cubicBezTo>
                      <a:pt x="2" y="10"/>
                      <a:pt x="4" y="20"/>
                      <a:pt x="5" y="30"/>
                    </a:cubicBezTo>
                    <a:cubicBezTo>
                      <a:pt x="5" y="37"/>
                      <a:pt x="6" y="43"/>
                      <a:pt x="8" y="48"/>
                    </a:cubicBezTo>
                    <a:cubicBezTo>
                      <a:pt x="5" y="47"/>
                      <a:pt x="3" y="44"/>
                      <a:pt x="2" y="42"/>
                    </a:cubicBezTo>
                  </a:path>
                </a:pathLst>
              </a:custGeom>
              <a:solidFill>
                <a:srgbClr val="8E4C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583" name="Freeform 534">
                <a:extLst>
                  <a:ext uri="{FF2B5EF4-FFF2-40B4-BE49-F238E27FC236}">
                    <a16:creationId xmlns:a16="http://schemas.microsoft.com/office/drawing/2014/main" id="{C170FAD2-4D2C-401B-995D-C51FD8EF5E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3" y="967"/>
                <a:ext cx="13" cy="49"/>
              </a:xfrm>
              <a:custGeom>
                <a:avLst/>
                <a:gdLst>
                  <a:gd name="T0" fmla="*/ 4 w 12"/>
                  <a:gd name="T1" fmla="*/ 55 h 46"/>
                  <a:gd name="T2" fmla="*/ 12 w 12"/>
                  <a:gd name="T3" fmla="*/ 32 h 46"/>
                  <a:gd name="T4" fmla="*/ 11 w 12"/>
                  <a:gd name="T5" fmla="*/ 0 h 46"/>
                  <a:gd name="T6" fmla="*/ 4 w 12"/>
                  <a:gd name="T7" fmla="*/ 55 h 4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46">
                    <a:moveTo>
                      <a:pt x="4" y="46"/>
                    </a:moveTo>
                    <a:cubicBezTo>
                      <a:pt x="12" y="42"/>
                      <a:pt x="10" y="33"/>
                      <a:pt x="9" y="26"/>
                    </a:cubicBezTo>
                    <a:cubicBezTo>
                      <a:pt x="8" y="18"/>
                      <a:pt x="8" y="9"/>
                      <a:pt x="8" y="0"/>
                    </a:cubicBezTo>
                    <a:cubicBezTo>
                      <a:pt x="0" y="13"/>
                      <a:pt x="10" y="32"/>
                      <a:pt x="4" y="46"/>
                    </a:cubicBezTo>
                  </a:path>
                </a:pathLst>
              </a:custGeom>
              <a:solidFill>
                <a:srgbClr val="C27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584" name="Freeform 535">
                <a:extLst>
                  <a:ext uri="{FF2B5EF4-FFF2-40B4-BE49-F238E27FC236}">
                    <a16:creationId xmlns:a16="http://schemas.microsoft.com/office/drawing/2014/main" id="{A43B625D-F689-4331-87B1-9C25B6BB65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4" y="1469"/>
                <a:ext cx="26" cy="25"/>
              </a:xfrm>
              <a:custGeom>
                <a:avLst/>
                <a:gdLst>
                  <a:gd name="T0" fmla="*/ 20 w 24"/>
                  <a:gd name="T1" fmla="*/ 27 h 24"/>
                  <a:gd name="T2" fmla="*/ 2 w 24"/>
                  <a:gd name="T3" fmla="*/ 16 h 24"/>
                  <a:gd name="T4" fmla="*/ 30 w 24"/>
                  <a:gd name="T5" fmla="*/ 15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24">
                    <a:moveTo>
                      <a:pt x="16" y="24"/>
                    </a:moveTo>
                    <a:cubicBezTo>
                      <a:pt x="12" y="21"/>
                      <a:pt x="2" y="19"/>
                      <a:pt x="2" y="13"/>
                    </a:cubicBezTo>
                    <a:cubicBezTo>
                      <a:pt x="0" y="0"/>
                      <a:pt x="18" y="10"/>
                      <a:pt x="24" y="12"/>
                    </a:cubicBezTo>
                  </a:path>
                </a:pathLst>
              </a:custGeom>
              <a:noFill/>
              <a:ln w="6350" cap="flat">
                <a:solidFill>
                  <a:srgbClr val="AA604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585" name="Freeform 536">
                <a:extLst>
                  <a:ext uri="{FF2B5EF4-FFF2-40B4-BE49-F238E27FC236}">
                    <a16:creationId xmlns:a16="http://schemas.microsoft.com/office/drawing/2014/main" id="{401391B8-683B-4118-A095-53EBDDF361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0" y="1536"/>
                <a:ext cx="16" cy="30"/>
              </a:xfrm>
              <a:custGeom>
                <a:avLst/>
                <a:gdLst>
                  <a:gd name="T0" fmla="*/ 5 w 15"/>
                  <a:gd name="T1" fmla="*/ 0 h 28"/>
                  <a:gd name="T2" fmla="*/ 4 w 15"/>
                  <a:gd name="T3" fmla="*/ 28 h 28"/>
                  <a:gd name="T4" fmla="*/ 18 w 15"/>
                  <a:gd name="T5" fmla="*/ 4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28">
                    <a:moveTo>
                      <a:pt x="5" y="0"/>
                    </a:moveTo>
                    <a:cubicBezTo>
                      <a:pt x="4" y="5"/>
                      <a:pt x="0" y="18"/>
                      <a:pt x="4" y="22"/>
                    </a:cubicBezTo>
                    <a:cubicBezTo>
                      <a:pt x="11" y="28"/>
                      <a:pt x="14" y="8"/>
                      <a:pt x="15" y="4"/>
                    </a:cubicBezTo>
                  </a:path>
                </a:pathLst>
              </a:custGeom>
              <a:noFill/>
              <a:ln w="6350" cap="flat">
                <a:solidFill>
                  <a:srgbClr val="AA604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586" name="Freeform 537">
                <a:extLst>
                  <a:ext uri="{FF2B5EF4-FFF2-40B4-BE49-F238E27FC236}">
                    <a16:creationId xmlns:a16="http://schemas.microsoft.com/office/drawing/2014/main" id="{994E02ED-CFC6-460A-AD0A-52BD70BF13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4" y="1613"/>
                <a:ext cx="13" cy="17"/>
              </a:xfrm>
              <a:custGeom>
                <a:avLst/>
                <a:gdLst>
                  <a:gd name="T0" fmla="*/ 0 w 12"/>
                  <a:gd name="T1" fmla="*/ 0 h 16"/>
                  <a:gd name="T2" fmla="*/ 15 w 12"/>
                  <a:gd name="T3" fmla="*/ 19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16">
                    <a:moveTo>
                      <a:pt x="0" y="0"/>
                    </a:moveTo>
                    <a:cubicBezTo>
                      <a:pt x="2" y="6"/>
                      <a:pt x="8" y="11"/>
                      <a:pt x="12" y="16"/>
                    </a:cubicBezTo>
                  </a:path>
                </a:pathLst>
              </a:custGeom>
              <a:noFill/>
              <a:ln w="6350" cap="flat">
                <a:solidFill>
                  <a:srgbClr val="AA604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587" name="Freeform 538">
                <a:extLst>
                  <a:ext uri="{FF2B5EF4-FFF2-40B4-BE49-F238E27FC236}">
                    <a16:creationId xmlns:a16="http://schemas.microsoft.com/office/drawing/2014/main" id="{F7F786E8-BB62-49C6-A598-BD87AA01A6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7" y="1592"/>
                <a:ext cx="9" cy="18"/>
              </a:xfrm>
              <a:custGeom>
                <a:avLst/>
                <a:gdLst>
                  <a:gd name="T0" fmla="*/ 0 w 8"/>
                  <a:gd name="T1" fmla="*/ 0 h 17"/>
                  <a:gd name="T2" fmla="*/ 11 w 8"/>
                  <a:gd name="T3" fmla="*/ 20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17">
                    <a:moveTo>
                      <a:pt x="0" y="0"/>
                    </a:moveTo>
                    <a:cubicBezTo>
                      <a:pt x="4" y="5"/>
                      <a:pt x="6" y="11"/>
                      <a:pt x="8" y="17"/>
                    </a:cubicBezTo>
                  </a:path>
                </a:pathLst>
              </a:custGeom>
              <a:noFill/>
              <a:ln w="6350" cap="flat">
                <a:solidFill>
                  <a:srgbClr val="AA604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588" name="Freeform 539">
                <a:extLst>
                  <a:ext uri="{FF2B5EF4-FFF2-40B4-BE49-F238E27FC236}">
                    <a16:creationId xmlns:a16="http://schemas.microsoft.com/office/drawing/2014/main" id="{9C904D82-1CDC-4F64-840B-87F59AA016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2" y="1818"/>
                <a:ext cx="7" cy="16"/>
              </a:xfrm>
              <a:custGeom>
                <a:avLst/>
                <a:gdLst>
                  <a:gd name="T0" fmla="*/ 2 w 7"/>
                  <a:gd name="T1" fmla="*/ 18 h 15"/>
                  <a:gd name="T2" fmla="*/ 7 w 7"/>
                  <a:gd name="T3" fmla="*/ 0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5">
                    <a:moveTo>
                      <a:pt x="2" y="15"/>
                    </a:moveTo>
                    <a:cubicBezTo>
                      <a:pt x="0" y="11"/>
                      <a:pt x="5" y="4"/>
                      <a:pt x="7" y="0"/>
                    </a:cubicBezTo>
                  </a:path>
                </a:pathLst>
              </a:custGeom>
              <a:noFill/>
              <a:ln w="6350" cap="flat">
                <a:solidFill>
                  <a:srgbClr val="AA604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589" name="Freeform 540">
                <a:extLst>
                  <a:ext uri="{FF2B5EF4-FFF2-40B4-BE49-F238E27FC236}">
                    <a16:creationId xmlns:a16="http://schemas.microsoft.com/office/drawing/2014/main" id="{F56F425E-D3E4-446F-BBA2-C6A9FE0515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9" y="1858"/>
                <a:ext cx="16" cy="33"/>
              </a:xfrm>
              <a:custGeom>
                <a:avLst/>
                <a:gdLst>
                  <a:gd name="T0" fmla="*/ 1 w 15"/>
                  <a:gd name="T1" fmla="*/ 26 h 31"/>
                  <a:gd name="T2" fmla="*/ 13 w 15"/>
                  <a:gd name="T3" fmla="*/ 2 h 31"/>
                  <a:gd name="T4" fmla="*/ 16 w 15"/>
                  <a:gd name="T5" fmla="*/ 37 h 3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31">
                    <a:moveTo>
                      <a:pt x="1" y="22"/>
                    </a:moveTo>
                    <a:cubicBezTo>
                      <a:pt x="0" y="18"/>
                      <a:pt x="2" y="0"/>
                      <a:pt x="10" y="2"/>
                    </a:cubicBezTo>
                    <a:cubicBezTo>
                      <a:pt x="15" y="3"/>
                      <a:pt x="13" y="26"/>
                      <a:pt x="13" y="31"/>
                    </a:cubicBezTo>
                  </a:path>
                </a:pathLst>
              </a:custGeom>
              <a:noFill/>
              <a:ln w="6350" cap="flat">
                <a:solidFill>
                  <a:srgbClr val="AA604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590" name="Freeform 541">
                <a:extLst>
                  <a:ext uri="{FF2B5EF4-FFF2-40B4-BE49-F238E27FC236}">
                    <a16:creationId xmlns:a16="http://schemas.microsoft.com/office/drawing/2014/main" id="{3664E226-84E7-4624-BFF3-51A52B0937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1" y="1908"/>
                <a:ext cx="16" cy="22"/>
              </a:xfrm>
              <a:custGeom>
                <a:avLst/>
                <a:gdLst>
                  <a:gd name="T0" fmla="*/ 18 w 15"/>
                  <a:gd name="T1" fmla="*/ 0 h 21"/>
                  <a:gd name="T2" fmla="*/ 0 w 15"/>
                  <a:gd name="T3" fmla="*/ 24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21">
                    <a:moveTo>
                      <a:pt x="15" y="0"/>
                    </a:moveTo>
                    <a:cubicBezTo>
                      <a:pt x="9" y="4"/>
                      <a:pt x="5" y="15"/>
                      <a:pt x="0" y="21"/>
                    </a:cubicBezTo>
                  </a:path>
                </a:pathLst>
              </a:custGeom>
              <a:noFill/>
              <a:ln w="6350" cap="flat">
                <a:solidFill>
                  <a:srgbClr val="AA604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591" name="Freeform 542">
                <a:extLst>
                  <a:ext uri="{FF2B5EF4-FFF2-40B4-BE49-F238E27FC236}">
                    <a16:creationId xmlns:a16="http://schemas.microsoft.com/office/drawing/2014/main" id="{37DA20DF-F349-46CF-A6D0-0733309B70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7" y="1775"/>
                <a:ext cx="8" cy="24"/>
              </a:xfrm>
              <a:custGeom>
                <a:avLst/>
                <a:gdLst>
                  <a:gd name="T0" fmla="*/ 0 w 8"/>
                  <a:gd name="T1" fmla="*/ 0 h 23"/>
                  <a:gd name="T2" fmla="*/ 8 w 8"/>
                  <a:gd name="T3" fmla="*/ 26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23">
                    <a:moveTo>
                      <a:pt x="0" y="0"/>
                    </a:moveTo>
                    <a:cubicBezTo>
                      <a:pt x="3" y="7"/>
                      <a:pt x="5" y="15"/>
                      <a:pt x="8" y="23"/>
                    </a:cubicBezTo>
                  </a:path>
                </a:pathLst>
              </a:custGeom>
              <a:noFill/>
              <a:ln w="6350" cap="flat">
                <a:solidFill>
                  <a:srgbClr val="AA604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592" name="Freeform 543">
                <a:extLst>
                  <a:ext uri="{FF2B5EF4-FFF2-40B4-BE49-F238E27FC236}">
                    <a16:creationId xmlns:a16="http://schemas.microsoft.com/office/drawing/2014/main" id="{F1AF70CB-0D98-4956-BF6F-D585339198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3" y="1632"/>
                <a:ext cx="17" cy="21"/>
              </a:xfrm>
              <a:custGeom>
                <a:avLst/>
                <a:gdLst>
                  <a:gd name="T0" fmla="*/ 3 w 16"/>
                  <a:gd name="T1" fmla="*/ 15 h 20"/>
                  <a:gd name="T2" fmla="*/ 18 w 16"/>
                  <a:gd name="T3" fmla="*/ 0 h 20"/>
                  <a:gd name="T4" fmla="*/ 4 w 16"/>
                  <a:gd name="T5" fmla="*/ 23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20">
                    <a:moveTo>
                      <a:pt x="3" y="12"/>
                    </a:moveTo>
                    <a:cubicBezTo>
                      <a:pt x="0" y="8"/>
                      <a:pt x="10" y="0"/>
                      <a:pt x="15" y="0"/>
                    </a:cubicBezTo>
                    <a:cubicBezTo>
                      <a:pt x="16" y="7"/>
                      <a:pt x="10" y="16"/>
                      <a:pt x="4" y="20"/>
                    </a:cubicBezTo>
                  </a:path>
                </a:pathLst>
              </a:custGeom>
              <a:noFill/>
              <a:ln w="6350" cap="flat">
                <a:solidFill>
                  <a:srgbClr val="AA604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593" name="Freeform 544">
                <a:extLst>
                  <a:ext uri="{FF2B5EF4-FFF2-40B4-BE49-F238E27FC236}">
                    <a16:creationId xmlns:a16="http://schemas.microsoft.com/office/drawing/2014/main" id="{939B32C8-41AD-4903-9959-3E5A5E638A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0" y="1698"/>
                <a:ext cx="26" cy="28"/>
              </a:xfrm>
              <a:custGeom>
                <a:avLst/>
                <a:gdLst>
                  <a:gd name="T0" fmla="*/ 9 w 25"/>
                  <a:gd name="T1" fmla="*/ 0 h 26"/>
                  <a:gd name="T2" fmla="*/ 28 w 25"/>
                  <a:gd name="T3" fmla="*/ 19 h 26"/>
                  <a:gd name="T4" fmla="*/ 0 w 25"/>
                  <a:gd name="T5" fmla="*/ 17 h 26"/>
                  <a:gd name="T6" fmla="*/ 20 w 25"/>
                  <a:gd name="T7" fmla="*/ 32 h 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" h="26">
                    <a:moveTo>
                      <a:pt x="9" y="0"/>
                    </a:moveTo>
                    <a:cubicBezTo>
                      <a:pt x="14" y="5"/>
                      <a:pt x="24" y="8"/>
                      <a:pt x="25" y="16"/>
                    </a:cubicBezTo>
                    <a:cubicBezTo>
                      <a:pt x="18" y="18"/>
                      <a:pt x="3" y="8"/>
                      <a:pt x="0" y="14"/>
                    </a:cubicBezTo>
                    <a:cubicBezTo>
                      <a:pt x="5" y="19"/>
                      <a:pt x="13" y="21"/>
                      <a:pt x="17" y="26"/>
                    </a:cubicBezTo>
                  </a:path>
                </a:pathLst>
              </a:custGeom>
              <a:noFill/>
              <a:ln w="6350" cap="flat">
                <a:solidFill>
                  <a:srgbClr val="AA604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594" name="Freeform 545">
                <a:extLst>
                  <a:ext uri="{FF2B5EF4-FFF2-40B4-BE49-F238E27FC236}">
                    <a16:creationId xmlns:a16="http://schemas.microsoft.com/office/drawing/2014/main" id="{6FFB2983-6F6B-4636-816B-0CFD7761E9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5" y="1261"/>
                <a:ext cx="14" cy="17"/>
              </a:xfrm>
              <a:custGeom>
                <a:avLst/>
                <a:gdLst>
                  <a:gd name="T0" fmla="*/ 5 w 13"/>
                  <a:gd name="T1" fmla="*/ 19 h 16"/>
                  <a:gd name="T2" fmla="*/ 11 w 13"/>
                  <a:gd name="T3" fmla="*/ 1 h 16"/>
                  <a:gd name="T4" fmla="*/ 0 w 13"/>
                  <a:gd name="T5" fmla="*/ 18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6">
                    <a:moveTo>
                      <a:pt x="5" y="16"/>
                    </a:moveTo>
                    <a:cubicBezTo>
                      <a:pt x="7" y="14"/>
                      <a:pt x="13" y="2"/>
                      <a:pt x="8" y="1"/>
                    </a:cubicBezTo>
                    <a:cubicBezTo>
                      <a:pt x="3" y="0"/>
                      <a:pt x="1" y="13"/>
                      <a:pt x="0" y="15"/>
                    </a:cubicBezTo>
                  </a:path>
                </a:pathLst>
              </a:custGeom>
              <a:noFill/>
              <a:ln w="6350" cap="flat">
                <a:solidFill>
                  <a:srgbClr val="AA604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595" name="Freeform 546">
                <a:extLst>
                  <a:ext uri="{FF2B5EF4-FFF2-40B4-BE49-F238E27FC236}">
                    <a16:creationId xmlns:a16="http://schemas.microsoft.com/office/drawing/2014/main" id="{6F10E6EB-E24E-46D3-9809-730ABAAEDE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3" y="1211"/>
                <a:ext cx="7" cy="10"/>
              </a:xfrm>
              <a:custGeom>
                <a:avLst/>
                <a:gdLst>
                  <a:gd name="T0" fmla="*/ 0 w 7"/>
                  <a:gd name="T1" fmla="*/ 10 h 10"/>
                  <a:gd name="T2" fmla="*/ 7 w 7"/>
                  <a:gd name="T3" fmla="*/ 0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0">
                    <a:moveTo>
                      <a:pt x="0" y="10"/>
                    </a:moveTo>
                    <a:cubicBezTo>
                      <a:pt x="2" y="7"/>
                      <a:pt x="6" y="4"/>
                      <a:pt x="7" y="0"/>
                    </a:cubicBezTo>
                  </a:path>
                </a:pathLst>
              </a:custGeom>
              <a:noFill/>
              <a:ln w="6350" cap="flat">
                <a:solidFill>
                  <a:srgbClr val="AA604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596" name="Freeform 547">
                <a:extLst>
                  <a:ext uri="{FF2B5EF4-FFF2-40B4-BE49-F238E27FC236}">
                    <a16:creationId xmlns:a16="http://schemas.microsoft.com/office/drawing/2014/main" id="{F07CB652-4008-4405-871C-21D78901B9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3" y="1209"/>
                <a:ext cx="167" cy="83"/>
              </a:xfrm>
              <a:custGeom>
                <a:avLst/>
                <a:gdLst>
                  <a:gd name="T0" fmla="*/ 0 w 157"/>
                  <a:gd name="T1" fmla="*/ 0 h 77"/>
                  <a:gd name="T2" fmla="*/ 46 w 157"/>
                  <a:gd name="T3" fmla="*/ 37 h 77"/>
                  <a:gd name="T4" fmla="*/ 89 w 157"/>
                  <a:gd name="T5" fmla="*/ 63 h 77"/>
                  <a:gd name="T6" fmla="*/ 139 w 157"/>
                  <a:gd name="T7" fmla="*/ 74 h 77"/>
                  <a:gd name="T8" fmla="*/ 189 w 157"/>
                  <a:gd name="T9" fmla="*/ 96 h 77"/>
                  <a:gd name="T10" fmla="*/ 164 w 157"/>
                  <a:gd name="T11" fmla="*/ 86 h 77"/>
                  <a:gd name="T12" fmla="*/ 130 w 157"/>
                  <a:gd name="T13" fmla="*/ 80 h 77"/>
                  <a:gd name="T14" fmla="*/ 63 w 157"/>
                  <a:gd name="T15" fmla="*/ 78 h 77"/>
                  <a:gd name="T16" fmla="*/ 16 w 157"/>
                  <a:gd name="T17" fmla="*/ 37 h 77"/>
                  <a:gd name="T18" fmla="*/ 2 w 157"/>
                  <a:gd name="T19" fmla="*/ 4 h 77"/>
                  <a:gd name="T20" fmla="*/ 0 w 157"/>
                  <a:gd name="T21" fmla="*/ 3 h 7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57" h="77">
                    <a:moveTo>
                      <a:pt x="0" y="0"/>
                    </a:moveTo>
                    <a:cubicBezTo>
                      <a:pt x="9" y="14"/>
                      <a:pt x="23" y="23"/>
                      <a:pt x="38" y="30"/>
                    </a:cubicBezTo>
                    <a:cubicBezTo>
                      <a:pt x="50" y="36"/>
                      <a:pt x="62" y="44"/>
                      <a:pt x="74" y="50"/>
                    </a:cubicBezTo>
                    <a:cubicBezTo>
                      <a:pt x="88" y="57"/>
                      <a:pt x="101" y="58"/>
                      <a:pt x="116" y="59"/>
                    </a:cubicBezTo>
                    <a:cubicBezTo>
                      <a:pt x="134" y="60"/>
                      <a:pt x="143" y="66"/>
                      <a:pt x="157" y="77"/>
                    </a:cubicBezTo>
                    <a:cubicBezTo>
                      <a:pt x="150" y="74"/>
                      <a:pt x="144" y="70"/>
                      <a:pt x="136" y="69"/>
                    </a:cubicBezTo>
                    <a:cubicBezTo>
                      <a:pt x="127" y="68"/>
                      <a:pt x="117" y="65"/>
                      <a:pt x="108" y="64"/>
                    </a:cubicBezTo>
                    <a:cubicBezTo>
                      <a:pt x="89" y="62"/>
                      <a:pt x="72" y="71"/>
                      <a:pt x="52" y="62"/>
                    </a:cubicBezTo>
                    <a:cubicBezTo>
                      <a:pt x="37" y="55"/>
                      <a:pt x="25" y="42"/>
                      <a:pt x="13" y="30"/>
                    </a:cubicBezTo>
                    <a:cubicBezTo>
                      <a:pt x="7" y="23"/>
                      <a:pt x="2" y="13"/>
                      <a:pt x="2" y="4"/>
                    </a:cubicBezTo>
                    <a:cubicBezTo>
                      <a:pt x="1" y="4"/>
                      <a:pt x="1" y="3"/>
                      <a:pt x="0" y="3"/>
                    </a:cubicBezTo>
                  </a:path>
                </a:pathLst>
              </a:custGeom>
              <a:solidFill>
                <a:srgbClr val="8E4C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597" name="Freeform 548">
                <a:extLst>
                  <a:ext uri="{FF2B5EF4-FFF2-40B4-BE49-F238E27FC236}">
                    <a16:creationId xmlns:a16="http://schemas.microsoft.com/office/drawing/2014/main" id="{E9B21430-C4D7-4423-8B28-A626130E5B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5" y="2183"/>
                <a:ext cx="15" cy="30"/>
              </a:xfrm>
              <a:custGeom>
                <a:avLst/>
                <a:gdLst>
                  <a:gd name="T0" fmla="*/ 4 w 14"/>
                  <a:gd name="T1" fmla="*/ 29 h 28"/>
                  <a:gd name="T2" fmla="*/ 3 w 14"/>
                  <a:gd name="T3" fmla="*/ 5 h 28"/>
                  <a:gd name="T4" fmla="*/ 17 w 14"/>
                  <a:gd name="T5" fmla="*/ 34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28">
                    <a:moveTo>
                      <a:pt x="4" y="23"/>
                    </a:moveTo>
                    <a:cubicBezTo>
                      <a:pt x="3" y="19"/>
                      <a:pt x="0" y="7"/>
                      <a:pt x="3" y="5"/>
                    </a:cubicBezTo>
                    <a:cubicBezTo>
                      <a:pt x="10" y="0"/>
                      <a:pt x="13" y="23"/>
                      <a:pt x="14" y="28"/>
                    </a:cubicBezTo>
                  </a:path>
                </a:pathLst>
              </a:custGeom>
              <a:noFill/>
              <a:ln w="6350" cap="flat">
                <a:solidFill>
                  <a:srgbClr val="AA604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598" name="Freeform 549">
                <a:extLst>
                  <a:ext uri="{FF2B5EF4-FFF2-40B4-BE49-F238E27FC236}">
                    <a16:creationId xmlns:a16="http://schemas.microsoft.com/office/drawing/2014/main" id="{41CEF277-7CC4-4707-A1C5-5FF84273BF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0" y="2181"/>
                <a:ext cx="7" cy="17"/>
              </a:xfrm>
              <a:custGeom>
                <a:avLst/>
                <a:gdLst>
                  <a:gd name="T0" fmla="*/ 0 w 7"/>
                  <a:gd name="T1" fmla="*/ 0 h 16"/>
                  <a:gd name="T2" fmla="*/ 7 w 7"/>
                  <a:gd name="T3" fmla="*/ 19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6">
                    <a:moveTo>
                      <a:pt x="0" y="0"/>
                    </a:moveTo>
                    <a:cubicBezTo>
                      <a:pt x="1" y="6"/>
                      <a:pt x="4" y="11"/>
                      <a:pt x="7" y="16"/>
                    </a:cubicBezTo>
                  </a:path>
                </a:pathLst>
              </a:custGeom>
              <a:noFill/>
              <a:ln w="6350" cap="flat">
                <a:solidFill>
                  <a:srgbClr val="AA604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599" name="Freeform 550">
                <a:extLst>
                  <a:ext uri="{FF2B5EF4-FFF2-40B4-BE49-F238E27FC236}">
                    <a16:creationId xmlns:a16="http://schemas.microsoft.com/office/drawing/2014/main" id="{1C25D240-D758-48E5-AF3D-9958216DE3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3" y="2350"/>
                <a:ext cx="7" cy="17"/>
              </a:xfrm>
              <a:custGeom>
                <a:avLst/>
                <a:gdLst>
                  <a:gd name="T0" fmla="*/ 0 w 7"/>
                  <a:gd name="T1" fmla="*/ 19 h 16"/>
                  <a:gd name="T2" fmla="*/ 7 w 7"/>
                  <a:gd name="T3" fmla="*/ 0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6">
                    <a:moveTo>
                      <a:pt x="0" y="16"/>
                    </a:moveTo>
                    <a:cubicBezTo>
                      <a:pt x="1" y="11"/>
                      <a:pt x="4" y="4"/>
                      <a:pt x="7" y="0"/>
                    </a:cubicBezTo>
                  </a:path>
                </a:pathLst>
              </a:custGeom>
              <a:noFill/>
              <a:ln w="6350" cap="flat">
                <a:solidFill>
                  <a:srgbClr val="AA604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600" name="Freeform 551">
                <a:extLst>
                  <a:ext uri="{FF2B5EF4-FFF2-40B4-BE49-F238E27FC236}">
                    <a16:creationId xmlns:a16="http://schemas.microsoft.com/office/drawing/2014/main" id="{1A215C64-7E1B-4BD4-9028-58225944A4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8" y="2370"/>
                <a:ext cx="13" cy="21"/>
              </a:xfrm>
              <a:custGeom>
                <a:avLst/>
                <a:gdLst>
                  <a:gd name="T0" fmla="*/ 0 w 12"/>
                  <a:gd name="T1" fmla="*/ 23 h 20"/>
                  <a:gd name="T2" fmla="*/ 15 w 12"/>
                  <a:gd name="T3" fmla="*/ 0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20">
                    <a:moveTo>
                      <a:pt x="0" y="20"/>
                    </a:moveTo>
                    <a:cubicBezTo>
                      <a:pt x="0" y="13"/>
                      <a:pt x="7" y="4"/>
                      <a:pt x="12" y="0"/>
                    </a:cubicBezTo>
                  </a:path>
                </a:pathLst>
              </a:custGeom>
              <a:noFill/>
              <a:ln w="6350" cap="flat">
                <a:solidFill>
                  <a:srgbClr val="AA604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601" name="Freeform 552">
                <a:extLst>
                  <a:ext uri="{FF2B5EF4-FFF2-40B4-BE49-F238E27FC236}">
                    <a16:creationId xmlns:a16="http://schemas.microsoft.com/office/drawing/2014/main" id="{D6919819-FE36-4ABB-ADBF-3E22875BED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3" y="2186"/>
                <a:ext cx="25" cy="34"/>
              </a:xfrm>
              <a:custGeom>
                <a:avLst/>
                <a:gdLst>
                  <a:gd name="T0" fmla="*/ 0 w 24"/>
                  <a:gd name="T1" fmla="*/ 17 h 32"/>
                  <a:gd name="T2" fmla="*/ 7 w 24"/>
                  <a:gd name="T3" fmla="*/ 3 h 32"/>
                  <a:gd name="T4" fmla="*/ 17 w 24"/>
                  <a:gd name="T5" fmla="*/ 14 h 32"/>
                  <a:gd name="T6" fmla="*/ 6 w 24"/>
                  <a:gd name="T7" fmla="*/ 32 h 32"/>
                  <a:gd name="T8" fmla="*/ 27 w 24"/>
                  <a:gd name="T9" fmla="*/ 30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32">
                    <a:moveTo>
                      <a:pt x="0" y="14"/>
                    </a:moveTo>
                    <a:cubicBezTo>
                      <a:pt x="1" y="12"/>
                      <a:pt x="5" y="4"/>
                      <a:pt x="7" y="3"/>
                    </a:cubicBezTo>
                    <a:cubicBezTo>
                      <a:pt x="14" y="0"/>
                      <a:pt x="16" y="6"/>
                      <a:pt x="14" y="11"/>
                    </a:cubicBezTo>
                    <a:cubicBezTo>
                      <a:pt x="13" y="16"/>
                      <a:pt x="3" y="20"/>
                      <a:pt x="6" y="26"/>
                    </a:cubicBezTo>
                    <a:cubicBezTo>
                      <a:pt x="9" y="32"/>
                      <a:pt x="19" y="24"/>
                      <a:pt x="24" y="24"/>
                    </a:cubicBezTo>
                  </a:path>
                </a:pathLst>
              </a:custGeom>
              <a:noFill/>
              <a:ln w="6350" cap="flat">
                <a:solidFill>
                  <a:srgbClr val="AA604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602" name="Freeform 553">
                <a:extLst>
                  <a:ext uri="{FF2B5EF4-FFF2-40B4-BE49-F238E27FC236}">
                    <a16:creationId xmlns:a16="http://schemas.microsoft.com/office/drawing/2014/main" id="{9EC2EF3B-10BD-4054-BBE9-4EF69E0AD4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4" y="2484"/>
                <a:ext cx="27" cy="27"/>
              </a:xfrm>
              <a:custGeom>
                <a:avLst/>
                <a:gdLst>
                  <a:gd name="T0" fmla="*/ 0 w 25"/>
                  <a:gd name="T1" fmla="*/ 11 h 26"/>
                  <a:gd name="T2" fmla="*/ 23 w 25"/>
                  <a:gd name="T3" fmla="*/ 23 h 26"/>
                  <a:gd name="T4" fmla="*/ 10 w 25"/>
                  <a:gd name="T5" fmla="*/ 0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26">
                    <a:moveTo>
                      <a:pt x="0" y="11"/>
                    </a:moveTo>
                    <a:cubicBezTo>
                      <a:pt x="3" y="15"/>
                      <a:pt x="12" y="26"/>
                      <a:pt x="18" y="20"/>
                    </a:cubicBezTo>
                    <a:cubicBezTo>
                      <a:pt x="25" y="14"/>
                      <a:pt x="13" y="1"/>
                      <a:pt x="7" y="0"/>
                    </a:cubicBezTo>
                  </a:path>
                </a:pathLst>
              </a:custGeom>
              <a:noFill/>
              <a:ln w="6350" cap="flat">
                <a:solidFill>
                  <a:srgbClr val="AA604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603" name="Freeform 554">
                <a:extLst>
                  <a:ext uri="{FF2B5EF4-FFF2-40B4-BE49-F238E27FC236}">
                    <a16:creationId xmlns:a16="http://schemas.microsoft.com/office/drawing/2014/main" id="{229AE42F-D1FB-4239-AA4E-2C2A05BAC6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1" y="1980"/>
                <a:ext cx="17" cy="21"/>
              </a:xfrm>
              <a:custGeom>
                <a:avLst/>
                <a:gdLst>
                  <a:gd name="T0" fmla="*/ 5 w 16"/>
                  <a:gd name="T1" fmla="*/ 0 h 19"/>
                  <a:gd name="T2" fmla="*/ 4 w 16"/>
                  <a:gd name="T3" fmla="*/ 21 h 19"/>
                  <a:gd name="T4" fmla="*/ 19 w 16"/>
                  <a:gd name="T5" fmla="*/ 2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19">
                    <a:moveTo>
                      <a:pt x="5" y="0"/>
                    </a:moveTo>
                    <a:cubicBezTo>
                      <a:pt x="3" y="3"/>
                      <a:pt x="0" y="12"/>
                      <a:pt x="4" y="15"/>
                    </a:cubicBezTo>
                    <a:cubicBezTo>
                      <a:pt x="10" y="19"/>
                      <a:pt x="14" y="6"/>
                      <a:pt x="16" y="2"/>
                    </a:cubicBezTo>
                  </a:path>
                </a:pathLst>
              </a:custGeom>
              <a:noFill/>
              <a:ln w="6350" cap="flat">
                <a:solidFill>
                  <a:srgbClr val="AA604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604" name="Freeform 555">
                <a:extLst>
                  <a:ext uri="{FF2B5EF4-FFF2-40B4-BE49-F238E27FC236}">
                    <a16:creationId xmlns:a16="http://schemas.microsoft.com/office/drawing/2014/main" id="{E08D9753-5730-459E-8768-248CCA5E90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1" y="2003"/>
                <a:ext cx="8" cy="26"/>
              </a:xfrm>
              <a:custGeom>
                <a:avLst/>
                <a:gdLst>
                  <a:gd name="T0" fmla="*/ 10 w 7"/>
                  <a:gd name="T1" fmla="*/ 0 h 25"/>
                  <a:gd name="T2" fmla="*/ 0 w 7"/>
                  <a:gd name="T3" fmla="*/ 28 h 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25">
                    <a:moveTo>
                      <a:pt x="7" y="0"/>
                    </a:moveTo>
                    <a:cubicBezTo>
                      <a:pt x="7" y="8"/>
                      <a:pt x="4" y="17"/>
                      <a:pt x="0" y="25"/>
                    </a:cubicBezTo>
                  </a:path>
                </a:pathLst>
              </a:custGeom>
              <a:noFill/>
              <a:ln w="6350" cap="flat">
                <a:solidFill>
                  <a:srgbClr val="AA604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605" name="Freeform 556">
                <a:extLst>
                  <a:ext uri="{FF2B5EF4-FFF2-40B4-BE49-F238E27FC236}">
                    <a16:creationId xmlns:a16="http://schemas.microsoft.com/office/drawing/2014/main" id="{4B65DE7B-77CD-4E89-8FD4-7780A670A9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3" y="1978"/>
                <a:ext cx="30" cy="32"/>
              </a:xfrm>
              <a:custGeom>
                <a:avLst/>
                <a:gdLst>
                  <a:gd name="T0" fmla="*/ 16 w 28"/>
                  <a:gd name="T1" fmla="*/ 0 h 30"/>
                  <a:gd name="T2" fmla="*/ 21 w 28"/>
                  <a:gd name="T3" fmla="*/ 25 h 30"/>
                  <a:gd name="T4" fmla="*/ 3 w 28"/>
                  <a:gd name="T5" fmla="*/ 7 h 30"/>
                  <a:gd name="T6" fmla="*/ 11 w 28"/>
                  <a:gd name="T7" fmla="*/ 36 h 3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" h="30">
                    <a:moveTo>
                      <a:pt x="13" y="0"/>
                    </a:moveTo>
                    <a:cubicBezTo>
                      <a:pt x="16" y="3"/>
                      <a:pt x="28" y="20"/>
                      <a:pt x="18" y="21"/>
                    </a:cubicBezTo>
                    <a:cubicBezTo>
                      <a:pt x="11" y="21"/>
                      <a:pt x="11" y="8"/>
                      <a:pt x="3" y="7"/>
                    </a:cubicBezTo>
                    <a:cubicBezTo>
                      <a:pt x="0" y="14"/>
                      <a:pt x="5" y="23"/>
                      <a:pt x="8" y="30"/>
                    </a:cubicBezTo>
                  </a:path>
                </a:pathLst>
              </a:custGeom>
              <a:noFill/>
              <a:ln w="6350" cap="flat">
                <a:solidFill>
                  <a:srgbClr val="AA604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606" name="Freeform 557">
                <a:extLst>
                  <a:ext uri="{FF2B5EF4-FFF2-40B4-BE49-F238E27FC236}">
                    <a16:creationId xmlns:a16="http://schemas.microsoft.com/office/drawing/2014/main" id="{0311F78B-4C98-4A47-A326-9BA0EC6473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9" y="2300"/>
                <a:ext cx="18" cy="7"/>
              </a:xfrm>
              <a:custGeom>
                <a:avLst/>
                <a:gdLst>
                  <a:gd name="T0" fmla="*/ 0 w 17"/>
                  <a:gd name="T1" fmla="*/ 9 h 6"/>
                  <a:gd name="T2" fmla="*/ 20 w 17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6">
                    <a:moveTo>
                      <a:pt x="0" y="6"/>
                    </a:moveTo>
                    <a:cubicBezTo>
                      <a:pt x="6" y="3"/>
                      <a:pt x="10" y="1"/>
                      <a:pt x="17" y="0"/>
                    </a:cubicBezTo>
                  </a:path>
                </a:pathLst>
              </a:custGeom>
              <a:noFill/>
              <a:ln w="6350" cap="flat">
                <a:solidFill>
                  <a:srgbClr val="AA604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607" name="Freeform 558">
                <a:extLst>
                  <a:ext uri="{FF2B5EF4-FFF2-40B4-BE49-F238E27FC236}">
                    <a16:creationId xmlns:a16="http://schemas.microsoft.com/office/drawing/2014/main" id="{A0245436-D2E0-4C8A-9D83-C055AA6DC3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4" y="2340"/>
                <a:ext cx="19" cy="31"/>
              </a:xfrm>
              <a:custGeom>
                <a:avLst/>
                <a:gdLst>
                  <a:gd name="T0" fmla="*/ 3 w 18"/>
                  <a:gd name="T1" fmla="*/ 24 h 29"/>
                  <a:gd name="T2" fmla="*/ 6 w 18"/>
                  <a:gd name="T3" fmla="*/ 3 h 29"/>
                  <a:gd name="T4" fmla="*/ 21 w 18"/>
                  <a:gd name="T5" fmla="*/ 35 h 2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29">
                    <a:moveTo>
                      <a:pt x="3" y="20"/>
                    </a:moveTo>
                    <a:cubicBezTo>
                      <a:pt x="1" y="16"/>
                      <a:pt x="0" y="5"/>
                      <a:pt x="6" y="3"/>
                    </a:cubicBezTo>
                    <a:cubicBezTo>
                      <a:pt x="17" y="0"/>
                      <a:pt x="16" y="25"/>
                      <a:pt x="18" y="29"/>
                    </a:cubicBezTo>
                  </a:path>
                </a:pathLst>
              </a:custGeom>
              <a:noFill/>
              <a:ln w="6350" cap="flat">
                <a:solidFill>
                  <a:srgbClr val="AA604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608" name="Freeform 559">
                <a:extLst>
                  <a:ext uri="{FF2B5EF4-FFF2-40B4-BE49-F238E27FC236}">
                    <a16:creationId xmlns:a16="http://schemas.microsoft.com/office/drawing/2014/main" id="{80613620-F936-4DE2-A657-B8D54A2B79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1" y="2342"/>
                <a:ext cx="4" cy="21"/>
              </a:xfrm>
              <a:custGeom>
                <a:avLst/>
                <a:gdLst>
                  <a:gd name="T0" fmla="*/ 0 w 4"/>
                  <a:gd name="T1" fmla="*/ 0 h 20"/>
                  <a:gd name="T2" fmla="*/ 4 w 4"/>
                  <a:gd name="T3" fmla="*/ 23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0">
                    <a:moveTo>
                      <a:pt x="0" y="0"/>
                    </a:moveTo>
                    <a:cubicBezTo>
                      <a:pt x="3" y="6"/>
                      <a:pt x="2" y="14"/>
                      <a:pt x="4" y="20"/>
                    </a:cubicBezTo>
                  </a:path>
                </a:pathLst>
              </a:custGeom>
              <a:noFill/>
              <a:ln w="6350" cap="flat">
                <a:solidFill>
                  <a:srgbClr val="AA604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609" name="Freeform 560">
                <a:extLst>
                  <a:ext uri="{FF2B5EF4-FFF2-40B4-BE49-F238E27FC236}">
                    <a16:creationId xmlns:a16="http://schemas.microsoft.com/office/drawing/2014/main" id="{4D2DDE13-4BFF-4FCD-92F6-CB61B7DE2F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8" y="2371"/>
                <a:ext cx="34" cy="35"/>
              </a:xfrm>
              <a:custGeom>
                <a:avLst/>
                <a:gdLst>
                  <a:gd name="T0" fmla="*/ 31 w 32"/>
                  <a:gd name="T1" fmla="*/ 2 h 33"/>
                  <a:gd name="T2" fmla="*/ 20 w 32"/>
                  <a:gd name="T3" fmla="*/ 21 h 33"/>
                  <a:gd name="T4" fmla="*/ 37 w 32"/>
                  <a:gd name="T5" fmla="*/ 22 h 33"/>
                  <a:gd name="T6" fmla="*/ 19 w 32"/>
                  <a:gd name="T7" fmla="*/ 39 h 3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2" h="33">
                    <a:moveTo>
                      <a:pt x="25" y="2"/>
                    </a:moveTo>
                    <a:cubicBezTo>
                      <a:pt x="11" y="0"/>
                      <a:pt x="0" y="19"/>
                      <a:pt x="17" y="18"/>
                    </a:cubicBezTo>
                    <a:cubicBezTo>
                      <a:pt x="22" y="18"/>
                      <a:pt x="29" y="10"/>
                      <a:pt x="31" y="19"/>
                    </a:cubicBezTo>
                    <a:cubicBezTo>
                      <a:pt x="32" y="25"/>
                      <a:pt x="20" y="31"/>
                      <a:pt x="16" y="33"/>
                    </a:cubicBezTo>
                  </a:path>
                </a:pathLst>
              </a:custGeom>
              <a:noFill/>
              <a:ln w="6350" cap="flat">
                <a:solidFill>
                  <a:srgbClr val="AA604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610" name="Freeform 561">
                <a:extLst>
                  <a:ext uri="{FF2B5EF4-FFF2-40B4-BE49-F238E27FC236}">
                    <a16:creationId xmlns:a16="http://schemas.microsoft.com/office/drawing/2014/main" id="{A16BC28B-0620-413C-95AB-BBC3ACB8B6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0" y="2475"/>
                <a:ext cx="17" cy="37"/>
              </a:xfrm>
              <a:custGeom>
                <a:avLst/>
                <a:gdLst>
                  <a:gd name="T0" fmla="*/ 19 w 16"/>
                  <a:gd name="T1" fmla="*/ 0 h 35"/>
                  <a:gd name="T2" fmla="*/ 0 w 16"/>
                  <a:gd name="T3" fmla="*/ 41 h 3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35">
                    <a:moveTo>
                      <a:pt x="16" y="0"/>
                    </a:moveTo>
                    <a:cubicBezTo>
                      <a:pt x="11" y="11"/>
                      <a:pt x="7" y="25"/>
                      <a:pt x="0" y="35"/>
                    </a:cubicBezTo>
                  </a:path>
                </a:pathLst>
              </a:custGeom>
              <a:noFill/>
              <a:ln w="6350" cap="flat">
                <a:solidFill>
                  <a:srgbClr val="AA604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611" name="Freeform 562">
                <a:extLst>
                  <a:ext uri="{FF2B5EF4-FFF2-40B4-BE49-F238E27FC236}">
                    <a16:creationId xmlns:a16="http://schemas.microsoft.com/office/drawing/2014/main" id="{CD64599F-37FD-4B54-B2BB-1B741A22FD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0" y="2529"/>
                <a:ext cx="11" cy="20"/>
              </a:xfrm>
              <a:custGeom>
                <a:avLst/>
                <a:gdLst>
                  <a:gd name="T0" fmla="*/ 13 w 10"/>
                  <a:gd name="T1" fmla="*/ 0 h 18"/>
                  <a:gd name="T2" fmla="*/ 0 w 10"/>
                  <a:gd name="T3" fmla="*/ 24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18">
                    <a:moveTo>
                      <a:pt x="10" y="0"/>
                    </a:moveTo>
                    <a:cubicBezTo>
                      <a:pt x="1" y="1"/>
                      <a:pt x="0" y="10"/>
                      <a:pt x="0" y="18"/>
                    </a:cubicBezTo>
                  </a:path>
                </a:pathLst>
              </a:custGeom>
              <a:noFill/>
              <a:ln w="6350" cap="flat">
                <a:solidFill>
                  <a:srgbClr val="AA604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612" name="Freeform 563">
                <a:extLst>
                  <a:ext uri="{FF2B5EF4-FFF2-40B4-BE49-F238E27FC236}">
                    <a16:creationId xmlns:a16="http://schemas.microsoft.com/office/drawing/2014/main" id="{D55633AD-1994-4C1D-B572-AC65E5C28A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5" y="2516"/>
                <a:ext cx="6" cy="12"/>
              </a:xfrm>
              <a:custGeom>
                <a:avLst/>
                <a:gdLst>
                  <a:gd name="T0" fmla="*/ 0 w 5"/>
                  <a:gd name="T1" fmla="*/ 0 h 12"/>
                  <a:gd name="T2" fmla="*/ 8 w 5"/>
                  <a:gd name="T3" fmla="*/ 12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2">
                    <a:moveTo>
                      <a:pt x="0" y="0"/>
                    </a:moveTo>
                    <a:cubicBezTo>
                      <a:pt x="1" y="4"/>
                      <a:pt x="3" y="8"/>
                      <a:pt x="5" y="12"/>
                    </a:cubicBezTo>
                  </a:path>
                </a:pathLst>
              </a:custGeom>
              <a:noFill/>
              <a:ln w="6350" cap="flat">
                <a:solidFill>
                  <a:srgbClr val="AA604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613" name="Freeform 564">
                <a:extLst>
                  <a:ext uri="{FF2B5EF4-FFF2-40B4-BE49-F238E27FC236}">
                    <a16:creationId xmlns:a16="http://schemas.microsoft.com/office/drawing/2014/main" id="{0B0CAC1D-EF78-4A9A-9DC0-68C61E03ED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5" y="2761"/>
                <a:ext cx="24" cy="28"/>
              </a:xfrm>
              <a:custGeom>
                <a:avLst/>
                <a:gdLst>
                  <a:gd name="T0" fmla="*/ 19 w 22"/>
                  <a:gd name="T1" fmla="*/ 0 h 26"/>
                  <a:gd name="T2" fmla="*/ 28 w 22"/>
                  <a:gd name="T3" fmla="*/ 5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26">
                    <a:moveTo>
                      <a:pt x="15" y="0"/>
                    </a:moveTo>
                    <a:cubicBezTo>
                      <a:pt x="0" y="7"/>
                      <a:pt x="17" y="26"/>
                      <a:pt x="22" y="5"/>
                    </a:cubicBezTo>
                  </a:path>
                </a:pathLst>
              </a:custGeom>
              <a:noFill/>
              <a:ln w="6350" cap="flat">
                <a:solidFill>
                  <a:srgbClr val="AA604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614" name="Freeform 565">
                <a:extLst>
                  <a:ext uri="{FF2B5EF4-FFF2-40B4-BE49-F238E27FC236}">
                    <a16:creationId xmlns:a16="http://schemas.microsoft.com/office/drawing/2014/main" id="{8EF1741E-62B3-497F-B038-6327707856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6" y="2758"/>
                <a:ext cx="25" cy="23"/>
              </a:xfrm>
              <a:custGeom>
                <a:avLst/>
                <a:gdLst>
                  <a:gd name="T0" fmla="*/ 13 w 23"/>
                  <a:gd name="T1" fmla="*/ 25 h 22"/>
                  <a:gd name="T2" fmla="*/ 4 w 23"/>
                  <a:gd name="T3" fmla="*/ 5 h 22"/>
                  <a:gd name="T4" fmla="*/ 28 w 23"/>
                  <a:gd name="T5" fmla="*/ 25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22">
                    <a:moveTo>
                      <a:pt x="10" y="22"/>
                    </a:moveTo>
                    <a:cubicBezTo>
                      <a:pt x="6" y="20"/>
                      <a:pt x="0" y="9"/>
                      <a:pt x="4" y="5"/>
                    </a:cubicBezTo>
                    <a:cubicBezTo>
                      <a:pt x="10" y="0"/>
                      <a:pt x="23" y="18"/>
                      <a:pt x="22" y="22"/>
                    </a:cubicBezTo>
                  </a:path>
                </a:pathLst>
              </a:custGeom>
              <a:noFill/>
              <a:ln w="6350" cap="flat">
                <a:solidFill>
                  <a:srgbClr val="AA604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615" name="Freeform 566">
                <a:extLst>
                  <a:ext uri="{FF2B5EF4-FFF2-40B4-BE49-F238E27FC236}">
                    <a16:creationId xmlns:a16="http://schemas.microsoft.com/office/drawing/2014/main" id="{B47256AB-FA04-4383-B312-113CA7262E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0" y="3075"/>
                <a:ext cx="26" cy="42"/>
              </a:xfrm>
              <a:custGeom>
                <a:avLst/>
                <a:gdLst>
                  <a:gd name="T0" fmla="*/ 10 w 24"/>
                  <a:gd name="T1" fmla="*/ 4 h 39"/>
                  <a:gd name="T2" fmla="*/ 0 w 24"/>
                  <a:gd name="T3" fmla="*/ 22 h 39"/>
                  <a:gd name="T4" fmla="*/ 14 w 24"/>
                  <a:gd name="T5" fmla="*/ 20 h 39"/>
                  <a:gd name="T6" fmla="*/ 27 w 24"/>
                  <a:gd name="T7" fmla="*/ 48 h 3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" h="39">
                    <a:moveTo>
                      <a:pt x="7" y="4"/>
                    </a:moveTo>
                    <a:cubicBezTo>
                      <a:pt x="3" y="7"/>
                      <a:pt x="0" y="13"/>
                      <a:pt x="0" y="18"/>
                    </a:cubicBezTo>
                    <a:cubicBezTo>
                      <a:pt x="2" y="32"/>
                      <a:pt x="7" y="22"/>
                      <a:pt x="11" y="17"/>
                    </a:cubicBezTo>
                    <a:cubicBezTo>
                      <a:pt x="24" y="0"/>
                      <a:pt x="24" y="30"/>
                      <a:pt x="21" y="39"/>
                    </a:cubicBezTo>
                  </a:path>
                </a:pathLst>
              </a:custGeom>
              <a:noFill/>
              <a:ln w="6350" cap="flat">
                <a:solidFill>
                  <a:srgbClr val="AA604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616" name="Freeform 567">
                <a:extLst>
                  <a:ext uri="{FF2B5EF4-FFF2-40B4-BE49-F238E27FC236}">
                    <a16:creationId xmlns:a16="http://schemas.microsoft.com/office/drawing/2014/main" id="{8018F82D-48BB-4D15-8935-B8772585F8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2" y="3092"/>
                <a:ext cx="7" cy="28"/>
              </a:xfrm>
              <a:custGeom>
                <a:avLst/>
                <a:gdLst>
                  <a:gd name="T0" fmla="*/ 0 w 7"/>
                  <a:gd name="T1" fmla="*/ 0 h 26"/>
                  <a:gd name="T2" fmla="*/ 7 w 7"/>
                  <a:gd name="T3" fmla="*/ 32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26">
                    <a:moveTo>
                      <a:pt x="0" y="0"/>
                    </a:moveTo>
                    <a:cubicBezTo>
                      <a:pt x="4" y="8"/>
                      <a:pt x="7" y="17"/>
                      <a:pt x="7" y="26"/>
                    </a:cubicBezTo>
                  </a:path>
                </a:pathLst>
              </a:custGeom>
              <a:noFill/>
              <a:ln w="6350" cap="flat">
                <a:solidFill>
                  <a:srgbClr val="AA604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617" name="Freeform 568">
                <a:extLst>
                  <a:ext uri="{FF2B5EF4-FFF2-40B4-BE49-F238E27FC236}">
                    <a16:creationId xmlns:a16="http://schemas.microsoft.com/office/drawing/2014/main" id="{837C7550-BCF1-48BB-8AE6-D1F06F937E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5" y="3074"/>
                <a:ext cx="13" cy="22"/>
              </a:xfrm>
              <a:custGeom>
                <a:avLst/>
                <a:gdLst>
                  <a:gd name="T0" fmla="*/ 0 w 13"/>
                  <a:gd name="T1" fmla="*/ 26 h 20"/>
                  <a:gd name="T2" fmla="*/ 13 w 13"/>
                  <a:gd name="T3" fmla="*/ 0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20">
                    <a:moveTo>
                      <a:pt x="0" y="20"/>
                    </a:moveTo>
                    <a:cubicBezTo>
                      <a:pt x="1" y="13"/>
                      <a:pt x="11" y="8"/>
                      <a:pt x="13" y="0"/>
                    </a:cubicBezTo>
                  </a:path>
                </a:pathLst>
              </a:custGeom>
              <a:noFill/>
              <a:ln w="6350" cap="flat">
                <a:solidFill>
                  <a:srgbClr val="AA604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618" name="Freeform 569">
                <a:extLst>
                  <a:ext uri="{FF2B5EF4-FFF2-40B4-BE49-F238E27FC236}">
                    <a16:creationId xmlns:a16="http://schemas.microsoft.com/office/drawing/2014/main" id="{A518B1C6-9274-48D2-864D-96BB815E76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1" y="3129"/>
                <a:ext cx="4" cy="35"/>
              </a:xfrm>
              <a:custGeom>
                <a:avLst/>
                <a:gdLst>
                  <a:gd name="T0" fmla="*/ 2 w 4"/>
                  <a:gd name="T1" fmla="*/ 0 h 33"/>
                  <a:gd name="T2" fmla="*/ 0 w 4"/>
                  <a:gd name="T3" fmla="*/ 39 h 3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33">
                    <a:moveTo>
                      <a:pt x="2" y="0"/>
                    </a:moveTo>
                    <a:cubicBezTo>
                      <a:pt x="4" y="9"/>
                      <a:pt x="0" y="22"/>
                      <a:pt x="0" y="33"/>
                    </a:cubicBezTo>
                  </a:path>
                </a:pathLst>
              </a:custGeom>
              <a:noFill/>
              <a:ln w="6350" cap="flat">
                <a:solidFill>
                  <a:srgbClr val="AA604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619" name="Freeform 570">
                <a:extLst>
                  <a:ext uri="{FF2B5EF4-FFF2-40B4-BE49-F238E27FC236}">
                    <a16:creationId xmlns:a16="http://schemas.microsoft.com/office/drawing/2014/main" id="{8BC37597-5192-4F5C-9A60-2ECD39BD2C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0" y="3005"/>
                <a:ext cx="29" cy="30"/>
              </a:xfrm>
              <a:custGeom>
                <a:avLst/>
                <a:gdLst>
                  <a:gd name="T0" fmla="*/ 4 w 27"/>
                  <a:gd name="T1" fmla="*/ 32 h 28"/>
                  <a:gd name="T2" fmla="*/ 32 w 27"/>
                  <a:gd name="T3" fmla="*/ 16 h 28"/>
                  <a:gd name="T4" fmla="*/ 0 w 27"/>
                  <a:gd name="T5" fmla="*/ 17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7" h="28">
                    <a:moveTo>
                      <a:pt x="4" y="26"/>
                    </a:moveTo>
                    <a:cubicBezTo>
                      <a:pt x="10" y="28"/>
                      <a:pt x="27" y="22"/>
                      <a:pt x="26" y="13"/>
                    </a:cubicBezTo>
                    <a:cubicBezTo>
                      <a:pt x="23" y="0"/>
                      <a:pt x="6" y="13"/>
                      <a:pt x="0" y="14"/>
                    </a:cubicBezTo>
                  </a:path>
                </a:pathLst>
              </a:custGeom>
              <a:noFill/>
              <a:ln w="6350" cap="flat">
                <a:solidFill>
                  <a:srgbClr val="AA604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620" name="Freeform 571">
                <a:extLst>
                  <a:ext uri="{FF2B5EF4-FFF2-40B4-BE49-F238E27FC236}">
                    <a16:creationId xmlns:a16="http://schemas.microsoft.com/office/drawing/2014/main" id="{E22FEE30-2EE4-4DCC-ADAE-B0FADA873A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8" y="3092"/>
                <a:ext cx="26" cy="26"/>
              </a:xfrm>
              <a:custGeom>
                <a:avLst/>
                <a:gdLst>
                  <a:gd name="T0" fmla="*/ 0 w 24"/>
                  <a:gd name="T1" fmla="*/ 22 h 24"/>
                  <a:gd name="T2" fmla="*/ 16 w 24"/>
                  <a:gd name="T3" fmla="*/ 17 h 24"/>
                  <a:gd name="T4" fmla="*/ 20 w 24"/>
                  <a:gd name="T5" fmla="*/ 30 h 24"/>
                  <a:gd name="T6" fmla="*/ 30 w 24"/>
                  <a:gd name="T7" fmla="*/ 13 h 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" h="24">
                    <a:moveTo>
                      <a:pt x="0" y="17"/>
                    </a:moveTo>
                    <a:cubicBezTo>
                      <a:pt x="3" y="8"/>
                      <a:pt x="12" y="0"/>
                      <a:pt x="13" y="14"/>
                    </a:cubicBezTo>
                    <a:cubicBezTo>
                      <a:pt x="14" y="18"/>
                      <a:pt x="11" y="24"/>
                      <a:pt x="16" y="24"/>
                    </a:cubicBezTo>
                    <a:cubicBezTo>
                      <a:pt x="22" y="23"/>
                      <a:pt x="23" y="13"/>
                      <a:pt x="24" y="10"/>
                    </a:cubicBezTo>
                  </a:path>
                </a:pathLst>
              </a:custGeom>
              <a:noFill/>
              <a:ln w="6350" cap="flat">
                <a:solidFill>
                  <a:srgbClr val="AA604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621" name="Freeform 572">
                <a:extLst>
                  <a:ext uri="{FF2B5EF4-FFF2-40B4-BE49-F238E27FC236}">
                    <a16:creationId xmlns:a16="http://schemas.microsoft.com/office/drawing/2014/main" id="{9D7D8968-1299-4173-8420-0B9A1E59A9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7" y="3093"/>
                <a:ext cx="21" cy="74"/>
              </a:xfrm>
              <a:custGeom>
                <a:avLst/>
                <a:gdLst>
                  <a:gd name="T0" fmla="*/ 0 w 20"/>
                  <a:gd name="T1" fmla="*/ 0 h 69"/>
                  <a:gd name="T2" fmla="*/ 22 w 20"/>
                  <a:gd name="T3" fmla="*/ 85 h 6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69">
                    <a:moveTo>
                      <a:pt x="0" y="0"/>
                    </a:moveTo>
                    <a:cubicBezTo>
                      <a:pt x="20" y="16"/>
                      <a:pt x="19" y="47"/>
                      <a:pt x="19" y="69"/>
                    </a:cubicBezTo>
                  </a:path>
                </a:pathLst>
              </a:custGeom>
              <a:noFill/>
              <a:ln w="6350" cap="flat">
                <a:solidFill>
                  <a:srgbClr val="AA604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622" name="Freeform 573">
                <a:extLst>
                  <a:ext uri="{FF2B5EF4-FFF2-40B4-BE49-F238E27FC236}">
                    <a16:creationId xmlns:a16="http://schemas.microsoft.com/office/drawing/2014/main" id="{7999232A-CA2F-4D24-96CF-02680EDA28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1" y="3079"/>
                <a:ext cx="8" cy="22"/>
              </a:xfrm>
              <a:custGeom>
                <a:avLst/>
                <a:gdLst>
                  <a:gd name="T0" fmla="*/ 0 w 7"/>
                  <a:gd name="T1" fmla="*/ 0 h 21"/>
                  <a:gd name="T2" fmla="*/ 10 w 7"/>
                  <a:gd name="T3" fmla="*/ 24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21">
                    <a:moveTo>
                      <a:pt x="0" y="0"/>
                    </a:moveTo>
                    <a:cubicBezTo>
                      <a:pt x="1" y="7"/>
                      <a:pt x="4" y="15"/>
                      <a:pt x="7" y="21"/>
                    </a:cubicBezTo>
                  </a:path>
                </a:pathLst>
              </a:custGeom>
              <a:noFill/>
              <a:ln w="6350" cap="flat">
                <a:solidFill>
                  <a:srgbClr val="AA604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623" name="Freeform 574">
                <a:extLst>
                  <a:ext uri="{FF2B5EF4-FFF2-40B4-BE49-F238E27FC236}">
                    <a16:creationId xmlns:a16="http://schemas.microsoft.com/office/drawing/2014/main" id="{CD5C9A12-5472-41BB-A0CA-FBFFDC7C4D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6" y="3015"/>
                <a:ext cx="29" cy="22"/>
              </a:xfrm>
              <a:custGeom>
                <a:avLst/>
                <a:gdLst>
                  <a:gd name="T0" fmla="*/ 0 w 27"/>
                  <a:gd name="T1" fmla="*/ 14 h 21"/>
                  <a:gd name="T2" fmla="*/ 18 w 27"/>
                  <a:gd name="T3" fmla="*/ 23 h 21"/>
                  <a:gd name="T4" fmla="*/ 0 w 27"/>
                  <a:gd name="T5" fmla="*/ 0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7" h="21">
                    <a:moveTo>
                      <a:pt x="0" y="11"/>
                    </a:moveTo>
                    <a:cubicBezTo>
                      <a:pt x="0" y="15"/>
                      <a:pt x="11" y="21"/>
                      <a:pt x="15" y="20"/>
                    </a:cubicBezTo>
                    <a:cubicBezTo>
                      <a:pt x="27" y="15"/>
                      <a:pt x="4" y="2"/>
                      <a:pt x="0" y="0"/>
                    </a:cubicBezTo>
                  </a:path>
                </a:pathLst>
              </a:custGeom>
              <a:noFill/>
              <a:ln w="6350" cap="flat">
                <a:solidFill>
                  <a:srgbClr val="AA604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624" name="Freeform 575">
                <a:extLst>
                  <a:ext uri="{FF2B5EF4-FFF2-40B4-BE49-F238E27FC236}">
                    <a16:creationId xmlns:a16="http://schemas.microsoft.com/office/drawing/2014/main" id="{E520152C-3088-4433-B807-34C3162310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6" y="3669"/>
                <a:ext cx="17" cy="38"/>
              </a:xfrm>
              <a:custGeom>
                <a:avLst/>
                <a:gdLst>
                  <a:gd name="T0" fmla="*/ 0 w 16"/>
                  <a:gd name="T1" fmla="*/ 0 h 35"/>
                  <a:gd name="T2" fmla="*/ 19 w 16"/>
                  <a:gd name="T3" fmla="*/ 45 h 3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35">
                    <a:moveTo>
                      <a:pt x="0" y="0"/>
                    </a:moveTo>
                    <a:cubicBezTo>
                      <a:pt x="8" y="10"/>
                      <a:pt x="16" y="21"/>
                      <a:pt x="16" y="35"/>
                    </a:cubicBezTo>
                  </a:path>
                </a:pathLst>
              </a:custGeom>
              <a:noFill/>
              <a:ln w="6350" cap="flat">
                <a:solidFill>
                  <a:srgbClr val="AA604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625" name="Freeform 576">
                <a:extLst>
                  <a:ext uri="{FF2B5EF4-FFF2-40B4-BE49-F238E27FC236}">
                    <a16:creationId xmlns:a16="http://schemas.microsoft.com/office/drawing/2014/main" id="{87D4A789-EA70-4BC6-A59C-A9233C548B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9" y="3678"/>
                <a:ext cx="12" cy="29"/>
              </a:xfrm>
              <a:custGeom>
                <a:avLst/>
                <a:gdLst>
                  <a:gd name="T0" fmla="*/ 14 w 11"/>
                  <a:gd name="T1" fmla="*/ 0 h 27"/>
                  <a:gd name="T2" fmla="*/ 0 w 11"/>
                  <a:gd name="T3" fmla="*/ 33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27">
                    <a:moveTo>
                      <a:pt x="11" y="0"/>
                    </a:moveTo>
                    <a:cubicBezTo>
                      <a:pt x="8" y="9"/>
                      <a:pt x="4" y="18"/>
                      <a:pt x="0" y="27"/>
                    </a:cubicBezTo>
                  </a:path>
                </a:pathLst>
              </a:custGeom>
              <a:noFill/>
              <a:ln w="6350" cap="flat">
                <a:solidFill>
                  <a:srgbClr val="AA604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626" name="Freeform 577">
                <a:extLst>
                  <a:ext uri="{FF2B5EF4-FFF2-40B4-BE49-F238E27FC236}">
                    <a16:creationId xmlns:a16="http://schemas.microsoft.com/office/drawing/2014/main" id="{5D5343A7-2BB0-43D1-9376-04C6482BF7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1" y="3772"/>
                <a:ext cx="25" cy="39"/>
              </a:xfrm>
              <a:custGeom>
                <a:avLst/>
                <a:gdLst>
                  <a:gd name="T0" fmla="*/ 0 w 24"/>
                  <a:gd name="T1" fmla="*/ 14 h 37"/>
                  <a:gd name="T2" fmla="*/ 5 w 24"/>
                  <a:gd name="T3" fmla="*/ 40 h 37"/>
                  <a:gd name="T4" fmla="*/ 21 w 24"/>
                  <a:gd name="T5" fmla="*/ 0 h 3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37">
                    <a:moveTo>
                      <a:pt x="0" y="11"/>
                    </a:moveTo>
                    <a:cubicBezTo>
                      <a:pt x="1" y="19"/>
                      <a:pt x="4" y="26"/>
                      <a:pt x="5" y="34"/>
                    </a:cubicBezTo>
                    <a:cubicBezTo>
                      <a:pt x="24" y="37"/>
                      <a:pt x="19" y="14"/>
                      <a:pt x="18" y="0"/>
                    </a:cubicBezTo>
                  </a:path>
                </a:pathLst>
              </a:custGeom>
              <a:noFill/>
              <a:ln w="6350" cap="flat">
                <a:solidFill>
                  <a:srgbClr val="AA604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627" name="Freeform 578">
                <a:extLst>
                  <a:ext uri="{FF2B5EF4-FFF2-40B4-BE49-F238E27FC236}">
                    <a16:creationId xmlns:a16="http://schemas.microsoft.com/office/drawing/2014/main" id="{489BEDB4-3592-4116-8720-48463A81D5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1" y="3777"/>
                <a:ext cx="33" cy="44"/>
              </a:xfrm>
              <a:custGeom>
                <a:avLst/>
                <a:gdLst>
                  <a:gd name="T0" fmla="*/ 3 w 31"/>
                  <a:gd name="T1" fmla="*/ 0 h 41"/>
                  <a:gd name="T2" fmla="*/ 16 w 31"/>
                  <a:gd name="T3" fmla="*/ 46 h 41"/>
                  <a:gd name="T4" fmla="*/ 30 w 31"/>
                  <a:gd name="T5" fmla="*/ 0 h 4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1" h="41">
                    <a:moveTo>
                      <a:pt x="3" y="0"/>
                    </a:moveTo>
                    <a:cubicBezTo>
                      <a:pt x="2" y="11"/>
                      <a:pt x="0" y="34"/>
                      <a:pt x="13" y="37"/>
                    </a:cubicBezTo>
                    <a:cubicBezTo>
                      <a:pt x="31" y="41"/>
                      <a:pt x="24" y="11"/>
                      <a:pt x="24" y="0"/>
                    </a:cubicBezTo>
                  </a:path>
                </a:pathLst>
              </a:custGeom>
              <a:noFill/>
              <a:ln w="6350" cap="flat">
                <a:solidFill>
                  <a:srgbClr val="AA604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628" name="Freeform 579">
                <a:extLst>
                  <a:ext uri="{FF2B5EF4-FFF2-40B4-BE49-F238E27FC236}">
                    <a16:creationId xmlns:a16="http://schemas.microsoft.com/office/drawing/2014/main" id="{092F7A8A-92BF-4274-B227-33A8915299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1" y="3959"/>
                <a:ext cx="21" cy="8"/>
              </a:xfrm>
              <a:custGeom>
                <a:avLst/>
                <a:gdLst>
                  <a:gd name="T0" fmla="*/ 0 w 20"/>
                  <a:gd name="T1" fmla="*/ 10 h 7"/>
                  <a:gd name="T2" fmla="*/ 15 w 20"/>
                  <a:gd name="T3" fmla="*/ 1 h 7"/>
                  <a:gd name="T4" fmla="*/ 23 w 20"/>
                  <a:gd name="T5" fmla="*/ 2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7">
                    <a:moveTo>
                      <a:pt x="0" y="7"/>
                    </a:moveTo>
                    <a:cubicBezTo>
                      <a:pt x="4" y="7"/>
                      <a:pt x="7" y="2"/>
                      <a:pt x="12" y="1"/>
                    </a:cubicBezTo>
                    <a:cubicBezTo>
                      <a:pt x="14" y="1"/>
                      <a:pt x="19" y="0"/>
                      <a:pt x="20" y="2"/>
                    </a:cubicBezTo>
                  </a:path>
                </a:pathLst>
              </a:custGeom>
              <a:noFill/>
              <a:ln w="6350" cap="flat">
                <a:solidFill>
                  <a:srgbClr val="AA604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629" name="Freeform 580">
                <a:extLst>
                  <a:ext uri="{FF2B5EF4-FFF2-40B4-BE49-F238E27FC236}">
                    <a16:creationId xmlns:a16="http://schemas.microsoft.com/office/drawing/2014/main" id="{CC3ADB2A-2FAA-478E-9E7D-3627326521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0" y="3962"/>
                <a:ext cx="10" cy="7"/>
              </a:xfrm>
              <a:custGeom>
                <a:avLst/>
                <a:gdLst>
                  <a:gd name="T0" fmla="*/ 0 w 10"/>
                  <a:gd name="T1" fmla="*/ 0 h 6"/>
                  <a:gd name="T2" fmla="*/ 10 w 10"/>
                  <a:gd name="T3" fmla="*/ 9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6">
                    <a:moveTo>
                      <a:pt x="0" y="0"/>
                    </a:moveTo>
                    <a:cubicBezTo>
                      <a:pt x="4" y="1"/>
                      <a:pt x="7" y="4"/>
                      <a:pt x="10" y="6"/>
                    </a:cubicBezTo>
                  </a:path>
                </a:pathLst>
              </a:custGeom>
              <a:noFill/>
              <a:ln w="6350" cap="flat">
                <a:solidFill>
                  <a:srgbClr val="AA604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630" name="Freeform 581">
                <a:extLst>
                  <a:ext uri="{FF2B5EF4-FFF2-40B4-BE49-F238E27FC236}">
                    <a16:creationId xmlns:a16="http://schemas.microsoft.com/office/drawing/2014/main" id="{26A908DD-3A28-4EEA-B315-0F1BFFB614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5" y="3946"/>
                <a:ext cx="14" cy="12"/>
              </a:xfrm>
              <a:custGeom>
                <a:avLst/>
                <a:gdLst>
                  <a:gd name="T0" fmla="*/ 6 w 13"/>
                  <a:gd name="T1" fmla="*/ 14 h 11"/>
                  <a:gd name="T2" fmla="*/ 2 w 13"/>
                  <a:gd name="T3" fmla="*/ 3 h 11"/>
                  <a:gd name="T4" fmla="*/ 16 w 13"/>
                  <a:gd name="T5" fmla="*/ 10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1">
                    <a:moveTo>
                      <a:pt x="6" y="11"/>
                    </a:moveTo>
                    <a:cubicBezTo>
                      <a:pt x="4" y="10"/>
                      <a:pt x="0" y="5"/>
                      <a:pt x="2" y="3"/>
                    </a:cubicBezTo>
                    <a:cubicBezTo>
                      <a:pt x="4" y="0"/>
                      <a:pt x="11" y="6"/>
                      <a:pt x="13" y="7"/>
                    </a:cubicBezTo>
                  </a:path>
                </a:pathLst>
              </a:custGeom>
              <a:noFill/>
              <a:ln w="6350" cap="flat">
                <a:solidFill>
                  <a:srgbClr val="AA604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631" name="Freeform 582">
                <a:extLst>
                  <a:ext uri="{FF2B5EF4-FFF2-40B4-BE49-F238E27FC236}">
                    <a16:creationId xmlns:a16="http://schemas.microsoft.com/office/drawing/2014/main" id="{DEE95380-E9C3-4B51-BC79-5F6584D2AF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7" y="3957"/>
                <a:ext cx="26" cy="12"/>
              </a:xfrm>
              <a:custGeom>
                <a:avLst/>
                <a:gdLst>
                  <a:gd name="T0" fmla="*/ 0 w 24"/>
                  <a:gd name="T1" fmla="*/ 2 h 11"/>
                  <a:gd name="T2" fmla="*/ 30 w 24"/>
                  <a:gd name="T3" fmla="*/ 14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11">
                    <a:moveTo>
                      <a:pt x="0" y="2"/>
                    </a:moveTo>
                    <a:cubicBezTo>
                      <a:pt x="8" y="0"/>
                      <a:pt x="18" y="6"/>
                      <a:pt x="24" y="11"/>
                    </a:cubicBezTo>
                  </a:path>
                </a:pathLst>
              </a:custGeom>
              <a:noFill/>
              <a:ln w="6350" cap="flat">
                <a:solidFill>
                  <a:srgbClr val="AA604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632" name="Freeform 583">
                <a:extLst>
                  <a:ext uri="{FF2B5EF4-FFF2-40B4-BE49-F238E27FC236}">
                    <a16:creationId xmlns:a16="http://schemas.microsoft.com/office/drawing/2014/main" id="{6C28F93F-F5C0-4AD2-91F9-4E9433359A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4" y="3962"/>
                <a:ext cx="7" cy="5"/>
              </a:xfrm>
              <a:custGeom>
                <a:avLst/>
                <a:gdLst>
                  <a:gd name="T0" fmla="*/ 0 w 7"/>
                  <a:gd name="T1" fmla="*/ 8 h 4"/>
                  <a:gd name="T2" fmla="*/ 7 w 7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4">
                    <a:moveTo>
                      <a:pt x="0" y="4"/>
                    </a:moveTo>
                    <a:cubicBezTo>
                      <a:pt x="3" y="3"/>
                      <a:pt x="6" y="2"/>
                      <a:pt x="7" y="0"/>
                    </a:cubicBezTo>
                  </a:path>
                </a:pathLst>
              </a:custGeom>
              <a:noFill/>
              <a:ln w="6350" cap="flat">
                <a:solidFill>
                  <a:srgbClr val="AA604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633" name="Freeform 584">
                <a:extLst>
                  <a:ext uri="{FF2B5EF4-FFF2-40B4-BE49-F238E27FC236}">
                    <a16:creationId xmlns:a16="http://schemas.microsoft.com/office/drawing/2014/main" id="{2184221F-5D9F-478C-92B1-A1B50B0F82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4" y="3943"/>
                <a:ext cx="14" cy="20"/>
              </a:xfrm>
              <a:custGeom>
                <a:avLst/>
                <a:gdLst>
                  <a:gd name="T0" fmla="*/ 0 w 13"/>
                  <a:gd name="T1" fmla="*/ 9 h 19"/>
                  <a:gd name="T2" fmla="*/ 13 w 13"/>
                  <a:gd name="T3" fmla="*/ 4 h 19"/>
                  <a:gd name="T4" fmla="*/ 10 w 13"/>
                  <a:gd name="T5" fmla="*/ 22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9">
                    <a:moveTo>
                      <a:pt x="0" y="9"/>
                    </a:moveTo>
                    <a:cubicBezTo>
                      <a:pt x="2" y="9"/>
                      <a:pt x="5" y="0"/>
                      <a:pt x="10" y="4"/>
                    </a:cubicBezTo>
                    <a:cubicBezTo>
                      <a:pt x="13" y="7"/>
                      <a:pt x="8" y="15"/>
                      <a:pt x="7" y="19"/>
                    </a:cubicBezTo>
                  </a:path>
                </a:pathLst>
              </a:custGeom>
              <a:noFill/>
              <a:ln w="6350" cap="flat">
                <a:solidFill>
                  <a:srgbClr val="AA604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634" name="Freeform 585">
                <a:extLst>
                  <a:ext uri="{FF2B5EF4-FFF2-40B4-BE49-F238E27FC236}">
                    <a16:creationId xmlns:a16="http://schemas.microsoft.com/office/drawing/2014/main" id="{46B3EB9B-5E46-47BA-9B0C-94E9233E8A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4" y="2366"/>
                <a:ext cx="6" cy="23"/>
              </a:xfrm>
              <a:custGeom>
                <a:avLst/>
                <a:gdLst>
                  <a:gd name="T0" fmla="*/ 0 w 6"/>
                  <a:gd name="T1" fmla="*/ 0 h 21"/>
                  <a:gd name="T2" fmla="*/ 6 w 6"/>
                  <a:gd name="T3" fmla="*/ 27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21">
                    <a:moveTo>
                      <a:pt x="0" y="0"/>
                    </a:moveTo>
                    <a:cubicBezTo>
                      <a:pt x="1" y="7"/>
                      <a:pt x="4" y="14"/>
                      <a:pt x="6" y="21"/>
                    </a:cubicBezTo>
                  </a:path>
                </a:pathLst>
              </a:custGeom>
              <a:noFill/>
              <a:ln w="6350" cap="flat">
                <a:solidFill>
                  <a:srgbClr val="AA604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635" name="Freeform 586">
                <a:extLst>
                  <a:ext uri="{FF2B5EF4-FFF2-40B4-BE49-F238E27FC236}">
                    <a16:creationId xmlns:a16="http://schemas.microsoft.com/office/drawing/2014/main" id="{BB82FFD7-9AFF-4679-99C7-1BA30D31F7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2" y="2348"/>
                <a:ext cx="9" cy="24"/>
              </a:xfrm>
              <a:custGeom>
                <a:avLst/>
                <a:gdLst>
                  <a:gd name="T0" fmla="*/ 0 w 9"/>
                  <a:gd name="T1" fmla="*/ 0 h 22"/>
                  <a:gd name="T2" fmla="*/ 9 w 9"/>
                  <a:gd name="T3" fmla="*/ 28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22">
                    <a:moveTo>
                      <a:pt x="0" y="0"/>
                    </a:moveTo>
                    <a:cubicBezTo>
                      <a:pt x="4" y="8"/>
                      <a:pt x="7" y="15"/>
                      <a:pt x="9" y="22"/>
                    </a:cubicBezTo>
                  </a:path>
                </a:pathLst>
              </a:custGeom>
              <a:noFill/>
              <a:ln w="6350" cap="flat">
                <a:solidFill>
                  <a:srgbClr val="AA604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636" name="Freeform 587">
                <a:extLst>
                  <a:ext uri="{FF2B5EF4-FFF2-40B4-BE49-F238E27FC236}">
                    <a16:creationId xmlns:a16="http://schemas.microsoft.com/office/drawing/2014/main" id="{D36B9291-482C-4864-B7B3-63B761377F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5" y="2180"/>
                <a:ext cx="14" cy="20"/>
              </a:xfrm>
              <a:custGeom>
                <a:avLst/>
                <a:gdLst>
                  <a:gd name="T0" fmla="*/ 4 w 14"/>
                  <a:gd name="T1" fmla="*/ 0 h 19"/>
                  <a:gd name="T2" fmla="*/ 6 w 14"/>
                  <a:gd name="T3" fmla="*/ 20 h 19"/>
                  <a:gd name="T4" fmla="*/ 14 w 14"/>
                  <a:gd name="T5" fmla="*/ 2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9">
                    <a:moveTo>
                      <a:pt x="4" y="0"/>
                    </a:moveTo>
                    <a:cubicBezTo>
                      <a:pt x="2" y="4"/>
                      <a:pt x="0" y="15"/>
                      <a:pt x="6" y="17"/>
                    </a:cubicBezTo>
                    <a:cubicBezTo>
                      <a:pt x="13" y="19"/>
                      <a:pt x="12" y="6"/>
                      <a:pt x="14" y="2"/>
                    </a:cubicBezTo>
                  </a:path>
                </a:pathLst>
              </a:custGeom>
              <a:noFill/>
              <a:ln w="6350" cap="flat">
                <a:solidFill>
                  <a:srgbClr val="AA604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637" name="Freeform 588">
                <a:extLst>
                  <a:ext uri="{FF2B5EF4-FFF2-40B4-BE49-F238E27FC236}">
                    <a16:creationId xmlns:a16="http://schemas.microsoft.com/office/drawing/2014/main" id="{F4FD72DE-652F-4A1C-91B5-4742BC1CB4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1" y="1923"/>
                <a:ext cx="39" cy="34"/>
              </a:xfrm>
              <a:custGeom>
                <a:avLst/>
                <a:gdLst>
                  <a:gd name="T0" fmla="*/ 12 w 36"/>
                  <a:gd name="T1" fmla="*/ 36 h 32"/>
                  <a:gd name="T2" fmla="*/ 22 w 36"/>
                  <a:gd name="T3" fmla="*/ 19 h 32"/>
                  <a:gd name="T4" fmla="*/ 40 w 36"/>
                  <a:gd name="T5" fmla="*/ 31 h 32"/>
                  <a:gd name="T6" fmla="*/ 37 w 36"/>
                  <a:gd name="T7" fmla="*/ 4 h 3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6" h="32">
                    <a:moveTo>
                      <a:pt x="9" y="30"/>
                    </a:moveTo>
                    <a:cubicBezTo>
                      <a:pt x="0" y="17"/>
                      <a:pt x="1" y="0"/>
                      <a:pt x="17" y="16"/>
                    </a:cubicBezTo>
                    <a:cubicBezTo>
                      <a:pt x="22" y="21"/>
                      <a:pt x="24" y="32"/>
                      <a:pt x="31" y="25"/>
                    </a:cubicBezTo>
                    <a:cubicBezTo>
                      <a:pt x="36" y="21"/>
                      <a:pt x="32" y="8"/>
                      <a:pt x="29" y="4"/>
                    </a:cubicBezTo>
                  </a:path>
                </a:pathLst>
              </a:custGeom>
              <a:noFill/>
              <a:ln w="6350" cap="flat">
                <a:solidFill>
                  <a:srgbClr val="AA604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638" name="Freeform 589">
                <a:extLst>
                  <a:ext uri="{FF2B5EF4-FFF2-40B4-BE49-F238E27FC236}">
                    <a16:creationId xmlns:a16="http://schemas.microsoft.com/office/drawing/2014/main" id="{5486F096-578F-43C4-A924-0D7BCB1D6C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2" y="1861"/>
                <a:ext cx="4" cy="29"/>
              </a:xfrm>
              <a:custGeom>
                <a:avLst/>
                <a:gdLst>
                  <a:gd name="T0" fmla="*/ 0 w 4"/>
                  <a:gd name="T1" fmla="*/ 0 h 27"/>
                  <a:gd name="T2" fmla="*/ 4 w 4"/>
                  <a:gd name="T3" fmla="*/ 33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7">
                    <a:moveTo>
                      <a:pt x="0" y="0"/>
                    </a:moveTo>
                    <a:cubicBezTo>
                      <a:pt x="1" y="9"/>
                      <a:pt x="4" y="18"/>
                      <a:pt x="4" y="27"/>
                    </a:cubicBezTo>
                  </a:path>
                </a:pathLst>
              </a:custGeom>
              <a:noFill/>
              <a:ln w="6350" cap="flat">
                <a:solidFill>
                  <a:srgbClr val="AA604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639" name="Freeform 590">
                <a:extLst>
                  <a:ext uri="{FF2B5EF4-FFF2-40B4-BE49-F238E27FC236}">
                    <a16:creationId xmlns:a16="http://schemas.microsoft.com/office/drawing/2014/main" id="{2CD9D624-FBEB-4512-9701-8CE46C2DB6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1" y="1828"/>
                <a:ext cx="22" cy="22"/>
              </a:xfrm>
              <a:custGeom>
                <a:avLst/>
                <a:gdLst>
                  <a:gd name="T0" fmla="*/ 16 w 21"/>
                  <a:gd name="T1" fmla="*/ 24 h 21"/>
                  <a:gd name="T2" fmla="*/ 6 w 21"/>
                  <a:gd name="T3" fmla="*/ 0 h 21"/>
                  <a:gd name="T4" fmla="*/ 24 w 21"/>
                  <a:gd name="T5" fmla="*/ 21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21">
                    <a:moveTo>
                      <a:pt x="13" y="21"/>
                    </a:moveTo>
                    <a:cubicBezTo>
                      <a:pt x="5" y="20"/>
                      <a:pt x="0" y="7"/>
                      <a:pt x="6" y="0"/>
                    </a:cubicBezTo>
                    <a:cubicBezTo>
                      <a:pt x="13" y="3"/>
                      <a:pt x="18" y="11"/>
                      <a:pt x="21" y="18"/>
                    </a:cubicBezTo>
                  </a:path>
                </a:pathLst>
              </a:custGeom>
              <a:noFill/>
              <a:ln w="6350" cap="flat">
                <a:solidFill>
                  <a:srgbClr val="AA604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640" name="Freeform 591">
                <a:extLst>
                  <a:ext uri="{FF2B5EF4-FFF2-40B4-BE49-F238E27FC236}">
                    <a16:creationId xmlns:a16="http://schemas.microsoft.com/office/drawing/2014/main" id="{CA7B86BD-E119-4D41-8D2B-D64ED7EAD0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9" y="1594"/>
                <a:ext cx="13" cy="22"/>
              </a:xfrm>
              <a:custGeom>
                <a:avLst/>
                <a:gdLst>
                  <a:gd name="T0" fmla="*/ 1 w 12"/>
                  <a:gd name="T1" fmla="*/ 15 h 20"/>
                  <a:gd name="T2" fmla="*/ 4 w 12"/>
                  <a:gd name="T3" fmla="*/ 0 h 20"/>
                  <a:gd name="T4" fmla="*/ 12 w 12"/>
                  <a:gd name="T5" fmla="*/ 26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20">
                    <a:moveTo>
                      <a:pt x="1" y="12"/>
                    </a:moveTo>
                    <a:cubicBezTo>
                      <a:pt x="0" y="8"/>
                      <a:pt x="2" y="4"/>
                      <a:pt x="4" y="0"/>
                    </a:cubicBezTo>
                    <a:cubicBezTo>
                      <a:pt x="12" y="1"/>
                      <a:pt x="9" y="16"/>
                      <a:pt x="9" y="20"/>
                    </a:cubicBezTo>
                  </a:path>
                </a:pathLst>
              </a:custGeom>
              <a:noFill/>
              <a:ln w="6350" cap="flat">
                <a:solidFill>
                  <a:srgbClr val="AA604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641" name="Freeform 592">
                <a:extLst>
                  <a:ext uri="{FF2B5EF4-FFF2-40B4-BE49-F238E27FC236}">
                    <a16:creationId xmlns:a16="http://schemas.microsoft.com/office/drawing/2014/main" id="{BE6C8873-4416-4743-9A97-1A2F100CC7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5" y="1540"/>
                <a:ext cx="35" cy="30"/>
              </a:xfrm>
              <a:custGeom>
                <a:avLst/>
                <a:gdLst>
                  <a:gd name="T0" fmla="*/ 39 w 33"/>
                  <a:gd name="T1" fmla="*/ 19 h 28"/>
                  <a:gd name="T2" fmla="*/ 21 w 33"/>
                  <a:gd name="T3" fmla="*/ 0 h 28"/>
                  <a:gd name="T4" fmla="*/ 21 w 33"/>
                  <a:gd name="T5" fmla="*/ 34 h 28"/>
                  <a:gd name="T6" fmla="*/ 0 w 33"/>
                  <a:gd name="T7" fmla="*/ 10 h 2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" h="28">
                    <a:moveTo>
                      <a:pt x="33" y="16"/>
                    </a:moveTo>
                    <a:cubicBezTo>
                      <a:pt x="26" y="14"/>
                      <a:pt x="22" y="6"/>
                      <a:pt x="18" y="0"/>
                    </a:cubicBezTo>
                    <a:cubicBezTo>
                      <a:pt x="11" y="6"/>
                      <a:pt x="19" y="19"/>
                      <a:pt x="18" y="28"/>
                    </a:cubicBezTo>
                    <a:cubicBezTo>
                      <a:pt x="11" y="25"/>
                      <a:pt x="5" y="14"/>
                      <a:pt x="0" y="7"/>
                    </a:cubicBezTo>
                  </a:path>
                </a:pathLst>
              </a:custGeom>
              <a:noFill/>
              <a:ln w="6350" cap="flat">
                <a:solidFill>
                  <a:srgbClr val="AA604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642" name="Freeform 593">
                <a:extLst>
                  <a:ext uri="{FF2B5EF4-FFF2-40B4-BE49-F238E27FC236}">
                    <a16:creationId xmlns:a16="http://schemas.microsoft.com/office/drawing/2014/main" id="{AF711CB6-8BDA-439C-9DD1-2338D9704F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4" y="1478"/>
                <a:ext cx="16" cy="4"/>
              </a:xfrm>
              <a:custGeom>
                <a:avLst/>
                <a:gdLst>
                  <a:gd name="T0" fmla="*/ 0 w 15"/>
                  <a:gd name="T1" fmla="*/ 4 h 4"/>
                  <a:gd name="T2" fmla="*/ 18 w 15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4">
                    <a:moveTo>
                      <a:pt x="0" y="4"/>
                    </a:moveTo>
                    <a:cubicBezTo>
                      <a:pt x="5" y="3"/>
                      <a:pt x="10" y="1"/>
                      <a:pt x="15" y="0"/>
                    </a:cubicBezTo>
                  </a:path>
                </a:pathLst>
              </a:custGeom>
              <a:noFill/>
              <a:ln w="6350" cap="flat">
                <a:solidFill>
                  <a:srgbClr val="AA604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643" name="Freeform 594">
                <a:extLst>
                  <a:ext uri="{FF2B5EF4-FFF2-40B4-BE49-F238E27FC236}">
                    <a16:creationId xmlns:a16="http://schemas.microsoft.com/office/drawing/2014/main" id="{DD6D6A30-7AB3-4B3B-BF32-0C0BF3BF50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2" y="1635"/>
                <a:ext cx="16" cy="17"/>
              </a:xfrm>
              <a:custGeom>
                <a:avLst/>
                <a:gdLst>
                  <a:gd name="T0" fmla="*/ 0 w 15"/>
                  <a:gd name="T1" fmla="*/ 0 h 16"/>
                  <a:gd name="T2" fmla="*/ 18 w 15"/>
                  <a:gd name="T3" fmla="*/ 19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16">
                    <a:moveTo>
                      <a:pt x="0" y="0"/>
                    </a:moveTo>
                    <a:cubicBezTo>
                      <a:pt x="4" y="6"/>
                      <a:pt x="10" y="12"/>
                      <a:pt x="15" y="16"/>
                    </a:cubicBezTo>
                  </a:path>
                </a:pathLst>
              </a:custGeom>
              <a:noFill/>
              <a:ln w="6350" cap="flat">
                <a:solidFill>
                  <a:srgbClr val="AA604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644" name="Freeform 595">
                <a:extLst>
                  <a:ext uri="{FF2B5EF4-FFF2-40B4-BE49-F238E27FC236}">
                    <a16:creationId xmlns:a16="http://schemas.microsoft.com/office/drawing/2014/main" id="{ACF5138E-45CD-44A8-93D8-5E9931EF7B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7" y="1708"/>
                <a:ext cx="23" cy="22"/>
              </a:xfrm>
              <a:custGeom>
                <a:avLst/>
                <a:gdLst>
                  <a:gd name="T0" fmla="*/ 1 w 22"/>
                  <a:gd name="T1" fmla="*/ 10 h 20"/>
                  <a:gd name="T2" fmla="*/ 1 w 22"/>
                  <a:gd name="T3" fmla="*/ 3 h 20"/>
                  <a:gd name="T4" fmla="*/ 19 w 22"/>
                  <a:gd name="T5" fmla="*/ 1 h 20"/>
                  <a:gd name="T6" fmla="*/ 4 w 22"/>
                  <a:gd name="T7" fmla="*/ 17 h 20"/>
                  <a:gd name="T8" fmla="*/ 25 w 22"/>
                  <a:gd name="T9" fmla="*/ 21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20">
                    <a:moveTo>
                      <a:pt x="1" y="7"/>
                    </a:moveTo>
                    <a:cubicBezTo>
                      <a:pt x="0" y="6"/>
                      <a:pt x="1" y="4"/>
                      <a:pt x="1" y="3"/>
                    </a:cubicBezTo>
                    <a:cubicBezTo>
                      <a:pt x="6" y="2"/>
                      <a:pt x="11" y="0"/>
                      <a:pt x="16" y="1"/>
                    </a:cubicBezTo>
                    <a:cubicBezTo>
                      <a:pt x="16" y="8"/>
                      <a:pt x="8" y="8"/>
                      <a:pt x="4" y="13"/>
                    </a:cubicBezTo>
                    <a:cubicBezTo>
                      <a:pt x="7" y="20"/>
                      <a:pt x="15" y="16"/>
                      <a:pt x="22" y="15"/>
                    </a:cubicBezTo>
                  </a:path>
                </a:pathLst>
              </a:custGeom>
              <a:noFill/>
              <a:ln w="6350" cap="flat">
                <a:solidFill>
                  <a:srgbClr val="AA604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645" name="Freeform 596">
                <a:extLst>
                  <a:ext uri="{FF2B5EF4-FFF2-40B4-BE49-F238E27FC236}">
                    <a16:creationId xmlns:a16="http://schemas.microsoft.com/office/drawing/2014/main" id="{DF971592-6258-44F0-A937-9DF60C5B53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3" y="1840"/>
                <a:ext cx="38" cy="59"/>
              </a:xfrm>
              <a:custGeom>
                <a:avLst/>
                <a:gdLst>
                  <a:gd name="T0" fmla="*/ 1 w 36"/>
                  <a:gd name="T1" fmla="*/ 14 h 56"/>
                  <a:gd name="T2" fmla="*/ 18 w 36"/>
                  <a:gd name="T3" fmla="*/ 14 h 56"/>
                  <a:gd name="T4" fmla="*/ 1 w 36"/>
                  <a:gd name="T5" fmla="*/ 41 h 56"/>
                  <a:gd name="T6" fmla="*/ 29 w 36"/>
                  <a:gd name="T7" fmla="*/ 28 h 56"/>
                  <a:gd name="T8" fmla="*/ 27 w 36"/>
                  <a:gd name="T9" fmla="*/ 65 h 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" h="56">
                    <a:moveTo>
                      <a:pt x="1" y="11"/>
                    </a:moveTo>
                    <a:cubicBezTo>
                      <a:pt x="5" y="7"/>
                      <a:pt x="16" y="0"/>
                      <a:pt x="15" y="11"/>
                    </a:cubicBezTo>
                    <a:cubicBezTo>
                      <a:pt x="15" y="20"/>
                      <a:pt x="0" y="24"/>
                      <a:pt x="1" y="35"/>
                    </a:cubicBezTo>
                    <a:cubicBezTo>
                      <a:pt x="12" y="38"/>
                      <a:pt x="17" y="22"/>
                      <a:pt x="25" y="25"/>
                    </a:cubicBezTo>
                    <a:cubicBezTo>
                      <a:pt x="36" y="29"/>
                      <a:pt x="25" y="50"/>
                      <a:pt x="24" y="56"/>
                    </a:cubicBezTo>
                  </a:path>
                </a:pathLst>
              </a:custGeom>
              <a:noFill/>
              <a:ln w="6350" cap="flat">
                <a:solidFill>
                  <a:srgbClr val="AA604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646" name="Freeform 597">
                <a:extLst>
                  <a:ext uri="{FF2B5EF4-FFF2-40B4-BE49-F238E27FC236}">
                    <a16:creationId xmlns:a16="http://schemas.microsoft.com/office/drawing/2014/main" id="{B650E288-9827-4EA3-BDDC-7CC4B4BD1F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4" y="1846"/>
                <a:ext cx="24" cy="18"/>
              </a:xfrm>
              <a:custGeom>
                <a:avLst/>
                <a:gdLst>
                  <a:gd name="T0" fmla="*/ 28 w 22"/>
                  <a:gd name="T1" fmla="*/ 12 h 17"/>
                  <a:gd name="T2" fmla="*/ 10 w 22"/>
                  <a:gd name="T3" fmla="*/ 0 h 17"/>
                  <a:gd name="T4" fmla="*/ 28 w 22"/>
                  <a:gd name="T5" fmla="*/ 20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17">
                    <a:moveTo>
                      <a:pt x="22" y="9"/>
                    </a:moveTo>
                    <a:cubicBezTo>
                      <a:pt x="18" y="4"/>
                      <a:pt x="13" y="0"/>
                      <a:pt x="7" y="0"/>
                    </a:cubicBezTo>
                    <a:cubicBezTo>
                      <a:pt x="0" y="12"/>
                      <a:pt x="15" y="14"/>
                      <a:pt x="22" y="17"/>
                    </a:cubicBezTo>
                  </a:path>
                </a:pathLst>
              </a:custGeom>
              <a:noFill/>
              <a:ln w="6350" cap="flat">
                <a:solidFill>
                  <a:srgbClr val="AA604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647" name="Freeform 598">
                <a:extLst>
                  <a:ext uri="{FF2B5EF4-FFF2-40B4-BE49-F238E27FC236}">
                    <a16:creationId xmlns:a16="http://schemas.microsoft.com/office/drawing/2014/main" id="{A1EDE8B8-3AFA-4954-B90F-330290F2F7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4" y="1189"/>
                <a:ext cx="12" cy="14"/>
              </a:xfrm>
              <a:custGeom>
                <a:avLst/>
                <a:gdLst>
                  <a:gd name="T0" fmla="*/ 0 w 11"/>
                  <a:gd name="T1" fmla="*/ 16 h 13"/>
                  <a:gd name="T2" fmla="*/ 14 w 11"/>
                  <a:gd name="T3" fmla="*/ 0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13">
                    <a:moveTo>
                      <a:pt x="0" y="13"/>
                    </a:moveTo>
                    <a:cubicBezTo>
                      <a:pt x="0" y="10"/>
                      <a:pt x="9" y="3"/>
                      <a:pt x="11" y="0"/>
                    </a:cubicBezTo>
                  </a:path>
                </a:pathLst>
              </a:custGeom>
              <a:noFill/>
              <a:ln w="6350" cap="flat">
                <a:solidFill>
                  <a:srgbClr val="AA604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648" name="Freeform 599">
                <a:extLst>
                  <a:ext uri="{FF2B5EF4-FFF2-40B4-BE49-F238E27FC236}">
                    <a16:creationId xmlns:a16="http://schemas.microsoft.com/office/drawing/2014/main" id="{A406E159-390A-4501-9BBC-FB22B6AE95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4" y="1228"/>
                <a:ext cx="2" cy="16"/>
              </a:xfrm>
              <a:custGeom>
                <a:avLst/>
                <a:gdLst>
                  <a:gd name="T0" fmla="*/ 1 w 2"/>
                  <a:gd name="T1" fmla="*/ 0 h 15"/>
                  <a:gd name="T2" fmla="*/ 2 w 2"/>
                  <a:gd name="T3" fmla="*/ 18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5">
                    <a:moveTo>
                      <a:pt x="1" y="0"/>
                    </a:moveTo>
                    <a:cubicBezTo>
                      <a:pt x="1" y="5"/>
                      <a:pt x="0" y="11"/>
                      <a:pt x="2" y="15"/>
                    </a:cubicBezTo>
                  </a:path>
                </a:pathLst>
              </a:custGeom>
              <a:noFill/>
              <a:ln w="6350" cap="flat">
                <a:solidFill>
                  <a:srgbClr val="AA604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649" name="Freeform 600">
                <a:extLst>
                  <a:ext uri="{FF2B5EF4-FFF2-40B4-BE49-F238E27FC236}">
                    <a16:creationId xmlns:a16="http://schemas.microsoft.com/office/drawing/2014/main" id="{556774C9-D2C5-449A-9A60-9A7CF92EF0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8" y="2189"/>
                <a:ext cx="28" cy="40"/>
              </a:xfrm>
              <a:custGeom>
                <a:avLst/>
                <a:gdLst>
                  <a:gd name="T0" fmla="*/ 32 w 26"/>
                  <a:gd name="T1" fmla="*/ 15 h 37"/>
                  <a:gd name="T2" fmla="*/ 13 w 26"/>
                  <a:gd name="T3" fmla="*/ 4 h 37"/>
                  <a:gd name="T4" fmla="*/ 29 w 26"/>
                  <a:gd name="T5" fmla="*/ 31 h 37"/>
                  <a:gd name="T6" fmla="*/ 0 w 26"/>
                  <a:gd name="T7" fmla="*/ 46 h 3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37">
                    <a:moveTo>
                      <a:pt x="26" y="12"/>
                    </a:moveTo>
                    <a:cubicBezTo>
                      <a:pt x="21" y="8"/>
                      <a:pt x="17" y="0"/>
                      <a:pt x="10" y="4"/>
                    </a:cubicBezTo>
                    <a:cubicBezTo>
                      <a:pt x="7" y="17"/>
                      <a:pt x="21" y="17"/>
                      <a:pt x="23" y="25"/>
                    </a:cubicBezTo>
                    <a:cubicBezTo>
                      <a:pt x="25" y="36"/>
                      <a:pt x="8" y="37"/>
                      <a:pt x="0" y="37"/>
                    </a:cubicBezTo>
                  </a:path>
                </a:pathLst>
              </a:custGeom>
              <a:noFill/>
              <a:ln w="6350" cap="flat">
                <a:solidFill>
                  <a:srgbClr val="AA604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650" name="Freeform 601">
                <a:extLst>
                  <a:ext uri="{FF2B5EF4-FFF2-40B4-BE49-F238E27FC236}">
                    <a16:creationId xmlns:a16="http://schemas.microsoft.com/office/drawing/2014/main" id="{BA405D7C-1686-44ED-9466-7E4B73F5BB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5" y="2263"/>
                <a:ext cx="20" cy="12"/>
              </a:xfrm>
              <a:custGeom>
                <a:avLst/>
                <a:gdLst>
                  <a:gd name="T0" fmla="*/ 0 w 19"/>
                  <a:gd name="T1" fmla="*/ 0 h 11"/>
                  <a:gd name="T2" fmla="*/ 22 w 19"/>
                  <a:gd name="T3" fmla="*/ 14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11">
                    <a:moveTo>
                      <a:pt x="0" y="0"/>
                    </a:moveTo>
                    <a:cubicBezTo>
                      <a:pt x="7" y="3"/>
                      <a:pt x="14" y="7"/>
                      <a:pt x="19" y="11"/>
                    </a:cubicBezTo>
                  </a:path>
                </a:pathLst>
              </a:custGeom>
              <a:noFill/>
              <a:ln w="6350" cap="flat">
                <a:solidFill>
                  <a:srgbClr val="AA604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651" name="Freeform 602">
                <a:extLst>
                  <a:ext uri="{FF2B5EF4-FFF2-40B4-BE49-F238E27FC236}">
                    <a16:creationId xmlns:a16="http://schemas.microsoft.com/office/drawing/2014/main" id="{97DF9123-6FD2-4D83-A4D8-7CC4859B87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9" y="2509"/>
                <a:ext cx="14" cy="4"/>
              </a:xfrm>
              <a:custGeom>
                <a:avLst/>
                <a:gdLst>
                  <a:gd name="T0" fmla="*/ 0 w 13"/>
                  <a:gd name="T1" fmla="*/ 0 h 4"/>
                  <a:gd name="T2" fmla="*/ 16 w 13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4">
                    <a:moveTo>
                      <a:pt x="0" y="0"/>
                    </a:moveTo>
                    <a:cubicBezTo>
                      <a:pt x="3" y="4"/>
                      <a:pt x="9" y="0"/>
                      <a:pt x="13" y="0"/>
                    </a:cubicBezTo>
                  </a:path>
                </a:pathLst>
              </a:custGeom>
              <a:noFill/>
              <a:ln w="6350" cap="flat">
                <a:solidFill>
                  <a:srgbClr val="AA604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652" name="Freeform 603">
                <a:extLst>
                  <a:ext uri="{FF2B5EF4-FFF2-40B4-BE49-F238E27FC236}">
                    <a16:creationId xmlns:a16="http://schemas.microsoft.com/office/drawing/2014/main" id="{F411E85D-E347-4A34-92E7-32B5155091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0" y="1791"/>
                <a:ext cx="366" cy="138"/>
              </a:xfrm>
              <a:custGeom>
                <a:avLst/>
                <a:gdLst>
                  <a:gd name="T0" fmla="*/ 56 w 344"/>
                  <a:gd name="T1" fmla="*/ 4 h 130"/>
                  <a:gd name="T2" fmla="*/ 84 w 344"/>
                  <a:gd name="T3" fmla="*/ 0 h 130"/>
                  <a:gd name="T4" fmla="*/ 111 w 344"/>
                  <a:gd name="T5" fmla="*/ 23 h 130"/>
                  <a:gd name="T6" fmla="*/ 146 w 344"/>
                  <a:gd name="T7" fmla="*/ 56 h 130"/>
                  <a:gd name="T8" fmla="*/ 224 w 344"/>
                  <a:gd name="T9" fmla="*/ 104 h 130"/>
                  <a:gd name="T10" fmla="*/ 315 w 344"/>
                  <a:gd name="T11" fmla="*/ 131 h 130"/>
                  <a:gd name="T12" fmla="*/ 364 w 344"/>
                  <a:gd name="T13" fmla="*/ 140 h 130"/>
                  <a:gd name="T14" fmla="*/ 414 w 344"/>
                  <a:gd name="T15" fmla="*/ 149 h 130"/>
                  <a:gd name="T16" fmla="*/ 335 w 344"/>
                  <a:gd name="T17" fmla="*/ 148 h 130"/>
                  <a:gd name="T18" fmla="*/ 222 w 344"/>
                  <a:gd name="T19" fmla="*/ 127 h 130"/>
                  <a:gd name="T20" fmla="*/ 111 w 344"/>
                  <a:gd name="T21" fmla="*/ 71 h 130"/>
                  <a:gd name="T22" fmla="*/ 73 w 344"/>
                  <a:gd name="T23" fmla="*/ 38 h 130"/>
                  <a:gd name="T24" fmla="*/ 34 w 344"/>
                  <a:gd name="T25" fmla="*/ 67 h 130"/>
                  <a:gd name="T26" fmla="*/ 0 w 344"/>
                  <a:gd name="T27" fmla="*/ 93 h 130"/>
                  <a:gd name="T28" fmla="*/ 34 w 344"/>
                  <a:gd name="T29" fmla="*/ 42 h 130"/>
                  <a:gd name="T30" fmla="*/ 60 w 344"/>
                  <a:gd name="T31" fmla="*/ 8 h 130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344" h="130">
                    <a:moveTo>
                      <a:pt x="47" y="4"/>
                    </a:moveTo>
                    <a:cubicBezTo>
                      <a:pt x="54" y="4"/>
                      <a:pt x="67" y="7"/>
                      <a:pt x="70" y="0"/>
                    </a:cubicBezTo>
                    <a:cubicBezTo>
                      <a:pt x="79" y="1"/>
                      <a:pt x="86" y="14"/>
                      <a:pt x="92" y="20"/>
                    </a:cubicBezTo>
                    <a:cubicBezTo>
                      <a:pt x="101" y="31"/>
                      <a:pt x="110" y="38"/>
                      <a:pt x="121" y="47"/>
                    </a:cubicBezTo>
                    <a:cubicBezTo>
                      <a:pt x="142" y="65"/>
                      <a:pt x="161" y="75"/>
                      <a:pt x="186" y="87"/>
                    </a:cubicBezTo>
                    <a:cubicBezTo>
                      <a:pt x="211" y="99"/>
                      <a:pt x="233" y="106"/>
                      <a:pt x="261" y="109"/>
                    </a:cubicBezTo>
                    <a:cubicBezTo>
                      <a:pt x="274" y="110"/>
                      <a:pt x="289" y="115"/>
                      <a:pt x="302" y="117"/>
                    </a:cubicBezTo>
                    <a:cubicBezTo>
                      <a:pt x="315" y="120"/>
                      <a:pt x="332" y="119"/>
                      <a:pt x="344" y="124"/>
                    </a:cubicBezTo>
                    <a:cubicBezTo>
                      <a:pt x="329" y="130"/>
                      <a:pt x="296" y="125"/>
                      <a:pt x="278" y="123"/>
                    </a:cubicBezTo>
                    <a:cubicBezTo>
                      <a:pt x="247" y="120"/>
                      <a:pt x="215" y="113"/>
                      <a:pt x="184" y="106"/>
                    </a:cubicBezTo>
                    <a:cubicBezTo>
                      <a:pt x="151" y="98"/>
                      <a:pt x="117" y="83"/>
                      <a:pt x="92" y="59"/>
                    </a:cubicBezTo>
                    <a:cubicBezTo>
                      <a:pt x="85" y="51"/>
                      <a:pt x="74" y="30"/>
                      <a:pt x="61" y="32"/>
                    </a:cubicBezTo>
                    <a:cubicBezTo>
                      <a:pt x="53" y="33"/>
                      <a:pt x="36" y="50"/>
                      <a:pt x="28" y="56"/>
                    </a:cubicBezTo>
                    <a:cubicBezTo>
                      <a:pt x="18" y="63"/>
                      <a:pt x="10" y="71"/>
                      <a:pt x="0" y="78"/>
                    </a:cubicBezTo>
                    <a:cubicBezTo>
                      <a:pt x="12" y="66"/>
                      <a:pt x="19" y="50"/>
                      <a:pt x="28" y="36"/>
                    </a:cubicBezTo>
                    <a:cubicBezTo>
                      <a:pt x="35" y="26"/>
                      <a:pt x="45" y="18"/>
                      <a:pt x="50" y="8"/>
                    </a:cubicBezTo>
                  </a:path>
                </a:pathLst>
              </a:custGeom>
              <a:solidFill>
                <a:srgbClr val="8E4C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653" name="Freeform 604">
                <a:extLst>
                  <a:ext uri="{FF2B5EF4-FFF2-40B4-BE49-F238E27FC236}">
                    <a16:creationId xmlns:a16="http://schemas.microsoft.com/office/drawing/2014/main" id="{B256CA17-87AE-4A3E-89FE-901908B783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8" y="1840"/>
                <a:ext cx="111" cy="72"/>
              </a:xfrm>
              <a:custGeom>
                <a:avLst/>
                <a:gdLst>
                  <a:gd name="T0" fmla="*/ 0 w 104"/>
                  <a:gd name="T1" fmla="*/ 80 h 68"/>
                  <a:gd name="T2" fmla="*/ 19 w 104"/>
                  <a:gd name="T3" fmla="*/ 65 h 68"/>
                  <a:gd name="T4" fmla="*/ 37 w 104"/>
                  <a:gd name="T5" fmla="*/ 39 h 68"/>
                  <a:gd name="T6" fmla="*/ 62 w 104"/>
                  <a:gd name="T7" fmla="*/ 1 h 68"/>
                  <a:gd name="T8" fmla="*/ 92 w 104"/>
                  <a:gd name="T9" fmla="*/ 38 h 68"/>
                  <a:gd name="T10" fmla="*/ 126 w 104"/>
                  <a:gd name="T11" fmla="*/ 76 h 68"/>
                  <a:gd name="T12" fmla="*/ 89 w 104"/>
                  <a:gd name="T13" fmla="*/ 53 h 68"/>
                  <a:gd name="T14" fmla="*/ 57 w 104"/>
                  <a:gd name="T15" fmla="*/ 36 h 68"/>
                  <a:gd name="T16" fmla="*/ 32 w 104"/>
                  <a:gd name="T17" fmla="*/ 64 h 68"/>
                  <a:gd name="T18" fmla="*/ 6 w 104"/>
                  <a:gd name="T19" fmla="*/ 78 h 6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04" h="68">
                    <a:moveTo>
                      <a:pt x="0" y="68"/>
                    </a:moveTo>
                    <a:cubicBezTo>
                      <a:pt x="2" y="64"/>
                      <a:pt x="12" y="60"/>
                      <a:pt x="16" y="55"/>
                    </a:cubicBezTo>
                    <a:cubicBezTo>
                      <a:pt x="23" y="48"/>
                      <a:pt x="26" y="41"/>
                      <a:pt x="31" y="33"/>
                    </a:cubicBezTo>
                    <a:cubicBezTo>
                      <a:pt x="35" y="25"/>
                      <a:pt x="41" y="3"/>
                      <a:pt x="51" y="1"/>
                    </a:cubicBezTo>
                    <a:cubicBezTo>
                      <a:pt x="60" y="0"/>
                      <a:pt x="71" y="25"/>
                      <a:pt x="76" y="32"/>
                    </a:cubicBezTo>
                    <a:cubicBezTo>
                      <a:pt x="84" y="43"/>
                      <a:pt x="94" y="59"/>
                      <a:pt x="104" y="64"/>
                    </a:cubicBezTo>
                    <a:cubicBezTo>
                      <a:pt x="94" y="62"/>
                      <a:pt x="81" y="51"/>
                      <a:pt x="73" y="44"/>
                    </a:cubicBezTo>
                    <a:cubicBezTo>
                      <a:pt x="65" y="37"/>
                      <a:pt x="58" y="24"/>
                      <a:pt x="47" y="30"/>
                    </a:cubicBezTo>
                    <a:cubicBezTo>
                      <a:pt x="38" y="35"/>
                      <a:pt x="34" y="47"/>
                      <a:pt x="26" y="54"/>
                    </a:cubicBezTo>
                    <a:cubicBezTo>
                      <a:pt x="20" y="58"/>
                      <a:pt x="12" y="64"/>
                      <a:pt x="6" y="66"/>
                    </a:cubicBezTo>
                  </a:path>
                </a:pathLst>
              </a:custGeom>
              <a:solidFill>
                <a:srgbClr val="8E4C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654" name="Freeform 605">
                <a:extLst>
                  <a:ext uri="{FF2B5EF4-FFF2-40B4-BE49-F238E27FC236}">
                    <a16:creationId xmlns:a16="http://schemas.microsoft.com/office/drawing/2014/main" id="{20B0908A-93E2-4412-A572-74B8AF520F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6" y="1996"/>
                <a:ext cx="614" cy="88"/>
              </a:xfrm>
              <a:custGeom>
                <a:avLst/>
                <a:gdLst>
                  <a:gd name="T0" fmla="*/ 0 w 576"/>
                  <a:gd name="T1" fmla="*/ 0 h 82"/>
                  <a:gd name="T2" fmla="*/ 169 w 576"/>
                  <a:gd name="T3" fmla="*/ 58 h 82"/>
                  <a:gd name="T4" fmla="*/ 488 w 576"/>
                  <a:gd name="T5" fmla="*/ 50 h 82"/>
                  <a:gd name="T6" fmla="*/ 698 w 576"/>
                  <a:gd name="T7" fmla="*/ 31 h 82"/>
                  <a:gd name="T8" fmla="*/ 513 w 576"/>
                  <a:gd name="T9" fmla="*/ 79 h 82"/>
                  <a:gd name="T10" fmla="*/ 233 w 576"/>
                  <a:gd name="T11" fmla="*/ 82 h 82"/>
                  <a:gd name="T12" fmla="*/ 0 w 576"/>
                  <a:gd name="T13" fmla="*/ 0 h 8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76" h="82">
                    <a:moveTo>
                      <a:pt x="0" y="0"/>
                    </a:moveTo>
                    <a:cubicBezTo>
                      <a:pt x="0" y="0"/>
                      <a:pt x="90" y="50"/>
                      <a:pt x="140" y="47"/>
                    </a:cubicBezTo>
                    <a:cubicBezTo>
                      <a:pt x="189" y="44"/>
                      <a:pt x="334" y="19"/>
                      <a:pt x="403" y="41"/>
                    </a:cubicBezTo>
                    <a:cubicBezTo>
                      <a:pt x="472" y="64"/>
                      <a:pt x="535" y="46"/>
                      <a:pt x="576" y="25"/>
                    </a:cubicBezTo>
                    <a:cubicBezTo>
                      <a:pt x="576" y="25"/>
                      <a:pt x="486" y="82"/>
                      <a:pt x="423" y="64"/>
                    </a:cubicBezTo>
                    <a:cubicBezTo>
                      <a:pt x="359" y="47"/>
                      <a:pt x="239" y="52"/>
                      <a:pt x="192" y="66"/>
                    </a:cubicBezTo>
                    <a:cubicBezTo>
                      <a:pt x="146" y="81"/>
                      <a:pt x="82" y="54"/>
                      <a:pt x="0" y="0"/>
                    </a:cubicBezTo>
                    <a:close/>
                  </a:path>
                </a:pathLst>
              </a:custGeom>
              <a:solidFill>
                <a:srgbClr val="8E4C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655" name="Freeform 606">
                <a:extLst>
                  <a:ext uri="{FF2B5EF4-FFF2-40B4-BE49-F238E27FC236}">
                    <a16:creationId xmlns:a16="http://schemas.microsoft.com/office/drawing/2014/main" id="{237BD1FA-F66B-4B40-9AD8-EE6BC4AB8C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4" y="2248"/>
                <a:ext cx="71" cy="144"/>
              </a:xfrm>
              <a:custGeom>
                <a:avLst/>
                <a:gdLst>
                  <a:gd name="T0" fmla="*/ 42 w 66"/>
                  <a:gd name="T1" fmla="*/ 0 h 135"/>
                  <a:gd name="T2" fmla="*/ 4 w 66"/>
                  <a:gd name="T3" fmla="*/ 50 h 135"/>
                  <a:gd name="T4" fmla="*/ 4 w 66"/>
                  <a:gd name="T5" fmla="*/ 107 h 135"/>
                  <a:gd name="T6" fmla="*/ 6 w 66"/>
                  <a:gd name="T7" fmla="*/ 164 h 135"/>
                  <a:gd name="T8" fmla="*/ 13 w 66"/>
                  <a:gd name="T9" fmla="*/ 112 h 135"/>
                  <a:gd name="T10" fmla="*/ 20 w 66"/>
                  <a:gd name="T11" fmla="*/ 61 h 135"/>
                  <a:gd name="T12" fmla="*/ 52 w 66"/>
                  <a:gd name="T13" fmla="*/ 42 h 135"/>
                  <a:gd name="T14" fmla="*/ 82 w 66"/>
                  <a:gd name="T15" fmla="*/ 36 h 135"/>
                  <a:gd name="T16" fmla="*/ 47 w 66"/>
                  <a:gd name="T17" fmla="*/ 2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6" h="135">
                    <a:moveTo>
                      <a:pt x="33" y="0"/>
                    </a:moveTo>
                    <a:cubicBezTo>
                      <a:pt x="14" y="6"/>
                      <a:pt x="7" y="23"/>
                      <a:pt x="4" y="41"/>
                    </a:cubicBezTo>
                    <a:cubicBezTo>
                      <a:pt x="0" y="56"/>
                      <a:pt x="2" y="72"/>
                      <a:pt x="4" y="88"/>
                    </a:cubicBezTo>
                    <a:cubicBezTo>
                      <a:pt x="5" y="102"/>
                      <a:pt x="1" y="122"/>
                      <a:pt x="6" y="135"/>
                    </a:cubicBezTo>
                    <a:cubicBezTo>
                      <a:pt x="6" y="121"/>
                      <a:pt x="7" y="106"/>
                      <a:pt x="10" y="92"/>
                    </a:cubicBezTo>
                    <a:cubicBezTo>
                      <a:pt x="12" y="79"/>
                      <a:pt x="10" y="61"/>
                      <a:pt x="17" y="50"/>
                    </a:cubicBezTo>
                    <a:cubicBezTo>
                      <a:pt x="22" y="41"/>
                      <a:pt x="31" y="35"/>
                      <a:pt x="42" y="35"/>
                    </a:cubicBezTo>
                    <a:cubicBezTo>
                      <a:pt x="52" y="35"/>
                      <a:pt x="57" y="38"/>
                      <a:pt x="66" y="30"/>
                    </a:cubicBezTo>
                    <a:cubicBezTo>
                      <a:pt x="46" y="28"/>
                      <a:pt x="38" y="24"/>
                      <a:pt x="38" y="2"/>
                    </a:cubicBezTo>
                  </a:path>
                </a:pathLst>
              </a:custGeom>
              <a:solidFill>
                <a:srgbClr val="8E4C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656" name="Freeform 607">
                <a:extLst>
                  <a:ext uri="{FF2B5EF4-FFF2-40B4-BE49-F238E27FC236}">
                    <a16:creationId xmlns:a16="http://schemas.microsoft.com/office/drawing/2014/main" id="{86C0650D-19CD-4A9B-8AFF-CC5CB32F15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7" y="2298"/>
                <a:ext cx="124" cy="94"/>
              </a:xfrm>
              <a:custGeom>
                <a:avLst/>
                <a:gdLst>
                  <a:gd name="T0" fmla="*/ 1 w 116"/>
                  <a:gd name="T1" fmla="*/ 87 h 88"/>
                  <a:gd name="T2" fmla="*/ 0 w 116"/>
                  <a:gd name="T3" fmla="*/ 0 h 88"/>
                  <a:gd name="T4" fmla="*/ 21 w 116"/>
                  <a:gd name="T5" fmla="*/ 33 h 88"/>
                  <a:gd name="T6" fmla="*/ 53 w 116"/>
                  <a:gd name="T7" fmla="*/ 56 h 88"/>
                  <a:gd name="T8" fmla="*/ 142 w 116"/>
                  <a:gd name="T9" fmla="*/ 66 h 88"/>
                  <a:gd name="T10" fmla="*/ 64 w 116"/>
                  <a:gd name="T11" fmla="*/ 72 h 88"/>
                  <a:gd name="T12" fmla="*/ 28 w 116"/>
                  <a:gd name="T13" fmla="*/ 74 h 88"/>
                  <a:gd name="T14" fmla="*/ 4 w 116"/>
                  <a:gd name="T15" fmla="*/ 107 h 8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16" h="88">
                    <a:moveTo>
                      <a:pt x="1" y="71"/>
                    </a:moveTo>
                    <a:cubicBezTo>
                      <a:pt x="3" y="46"/>
                      <a:pt x="3" y="24"/>
                      <a:pt x="0" y="0"/>
                    </a:cubicBezTo>
                    <a:cubicBezTo>
                      <a:pt x="7" y="6"/>
                      <a:pt x="12" y="19"/>
                      <a:pt x="18" y="27"/>
                    </a:cubicBezTo>
                    <a:cubicBezTo>
                      <a:pt x="25" y="36"/>
                      <a:pt x="34" y="41"/>
                      <a:pt x="44" y="46"/>
                    </a:cubicBezTo>
                    <a:cubicBezTo>
                      <a:pt x="67" y="56"/>
                      <a:pt x="91" y="55"/>
                      <a:pt x="116" y="54"/>
                    </a:cubicBezTo>
                    <a:cubicBezTo>
                      <a:pt x="100" y="65"/>
                      <a:pt x="70" y="63"/>
                      <a:pt x="52" y="59"/>
                    </a:cubicBezTo>
                    <a:cubicBezTo>
                      <a:pt x="40" y="56"/>
                      <a:pt x="33" y="54"/>
                      <a:pt x="22" y="61"/>
                    </a:cubicBezTo>
                    <a:cubicBezTo>
                      <a:pt x="13" y="67"/>
                      <a:pt x="2" y="76"/>
                      <a:pt x="4" y="88"/>
                    </a:cubicBezTo>
                  </a:path>
                </a:pathLst>
              </a:custGeom>
              <a:solidFill>
                <a:srgbClr val="8E4C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657" name="Freeform 608">
                <a:extLst>
                  <a:ext uri="{FF2B5EF4-FFF2-40B4-BE49-F238E27FC236}">
                    <a16:creationId xmlns:a16="http://schemas.microsoft.com/office/drawing/2014/main" id="{B86620DF-4D32-46B1-B95A-70B3FF6ED9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0" y="2308"/>
                <a:ext cx="101" cy="60"/>
              </a:xfrm>
              <a:custGeom>
                <a:avLst/>
                <a:gdLst>
                  <a:gd name="T0" fmla="*/ 108 w 95"/>
                  <a:gd name="T1" fmla="*/ 0 h 57"/>
                  <a:gd name="T2" fmla="*/ 53 w 95"/>
                  <a:gd name="T3" fmla="*/ 47 h 57"/>
                  <a:gd name="T4" fmla="*/ 26 w 95"/>
                  <a:gd name="T5" fmla="*/ 55 h 57"/>
                  <a:gd name="T6" fmla="*/ 0 w 95"/>
                  <a:gd name="T7" fmla="*/ 61 h 57"/>
                  <a:gd name="T8" fmla="*/ 65 w 95"/>
                  <a:gd name="T9" fmla="*/ 58 h 57"/>
                  <a:gd name="T10" fmla="*/ 111 w 95"/>
                  <a:gd name="T11" fmla="*/ 58 h 57"/>
                  <a:gd name="T12" fmla="*/ 108 w 95"/>
                  <a:gd name="T13" fmla="*/ 2 h 5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5" h="57">
                    <a:moveTo>
                      <a:pt x="90" y="0"/>
                    </a:moveTo>
                    <a:cubicBezTo>
                      <a:pt x="74" y="14"/>
                      <a:pt x="65" y="31"/>
                      <a:pt x="44" y="41"/>
                    </a:cubicBezTo>
                    <a:cubicBezTo>
                      <a:pt x="37" y="44"/>
                      <a:pt x="29" y="46"/>
                      <a:pt x="22" y="47"/>
                    </a:cubicBezTo>
                    <a:cubicBezTo>
                      <a:pt x="16" y="48"/>
                      <a:pt x="4" y="49"/>
                      <a:pt x="0" y="52"/>
                    </a:cubicBezTo>
                    <a:cubicBezTo>
                      <a:pt x="12" y="57"/>
                      <a:pt x="43" y="53"/>
                      <a:pt x="54" y="49"/>
                    </a:cubicBezTo>
                    <a:cubicBezTo>
                      <a:pt x="70" y="44"/>
                      <a:pt x="77" y="37"/>
                      <a:pt x="92" y="49"/>
                    </a:cubicBezTo>
                    <a:cubicBezTo>
                      <a:pt x="95" y="35"/>
                      <a:pt x="90" y="17"/>
                      <a:pt x="90" y="2"/>
                    </a:cubicBezTo>
                  </a:path>
                </a:pathLst>
              </a:custGeom>
              <a:solidFill>
                <a:srgbClr val="8E4C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658" name="Freeform 609">
                <a:extLst>
                  <a:ext uri="{FF2B5EF4-FFF2-40B4-BE49-F238E27FC236}">
                    <a16:creationId xmlns:a16="http://schemas.microsoft.com/office/drawing/2014/main" id="{2B0291FF-B2C3-4081-A15E-D1436154EC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4" y="2384"/>
                <a:ext cx="170" cy="94"/>
              </a:xfrm>
              <a:custGeom>
                <a:avLst/>
                <a:gdLst>
                  <a:gd name="T0" fmla="*/ 72 w 160"/>
                  <a:gd name="T1" fmla="*/ 107 h 88"/>
                  <a:gd name="T2" fmla="*/ 132 w 160"/>
                  <a:gd name="T3" fmla="*/ 87 h 88"/>
                  <a:gd name="T4" fmla="*/ 192 w 160"/>
                  <a:gd name="T5" fmla="*/ 88 h 88"/>
                  <a:gd name="T6" fmla="*/ 98 w 160"/>
                  <a:gd name="T7" fmla="*/ 58 h 88"/>
                  <a:gd name="T8" fmla="*/ 0 w 160"/>
                  <a:gd name="T9" fmla="*/ 0 h 88"/>
                  <a:gd name="T10" fmla="*/ 40 w 160"/>
                  <a:gd name="T11" fmla="*/ 35 h 88"/>
                  <a:gd name="T12" fmla="*/ 69 w 160"/>
                  <a:gd name="T13" fmla="*/ 60 h 88"/>
                  <a:gd name="T14" fmla="*/ 78 w 160"/>
                  <a:gd name="T15" fmla="*/ 101 h 8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60" h="88">
                    <a:moveTo>
                      <a:pt x="60" y="88"/>
                    </a:moveTo>
                    <a:cubicBezTo>
                      <a:pt x="74" y="77"/>
                      <a:pt x="92" y="72"/>
                      <a:pt x="110" y="71"/>
                    </a:cubicBezTo>
                    <a:cubicBezTo>
                      <a:pt x="126" y="70"/>
                      <a:pt x="146" y="66"/>
                      <a:pt x="160" y="72"/>
                    </a:cubicBezTo>
                    <a:cubicBezTo>
                      <a:pt x="134" y="66"/>
                      <a:pt x="108" y="56"/>
                      <a:pt x="82" y="48"/>
                    </a:cubicBezTo>
                    <a:cubicBezTo>
                      <a:pt x="51" y="38"/>
                      <a:pt x="23" y="22"/>
                      <a:pt x="0" y="0"/>
                    </a:cubicBezTo>
                    <a:cubicBezTo>
                      <a:pt x="13" y="8"/>
                      <a:pt x="22" y="20"/>
                      <a:pt x="34" y="29"/>
                    </a:cubicBezTo>
                    <a:cubicBezTo>
                      <a:pt x="42" y="36"/>
                      <a:pt x="51" y="41"/>
                      <a:pt x="57" y="49"/>
                    </a:cubicBezTo>
                    <a:cubicBezTo>
                      <a:pt x="64" y="60"/>
                      <a:pt x="65" y="71"/>
                      <a:pt x="65" y="83"/>
                    </a:cubicBezTo>
                  </a:path>
                </a:pathLst>
              </a:custGeom>
              <a:solidFill>
                <a:srgbClr val="8E4C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659" name="Freeform 610">
                <a:extLst>
                  <a:ext uri="{FF2B5EF4-FFF2-40B4-BE49-F238E27FC236}">
                    <a16:creationId xmlns:a16="http://schemas.microsoft.com/office/drawing/2014/main" id="{37FC6B57-ECD1-4E1E-9F90-9564C345C4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9" y="2479"/>
                <a:ext cx="162" cy="158"/>
              </a:xfrm>
              <a:custGeom>
                <a:avLst/>
                <a:gdLst>
                  <a:gd name="T0" fmla="*/ 0 w 152"/>
                  <a:gd name="T1" fmla="*/ 6 h 148"/>
                  <a:gd name="T2" fmla="*/ 84 w 152"/>
                  <a:gd name="T3" fmla="*/ 11 h 148"/>
                  <a:gd name="T4" fmla="*/ 146 w 152"/>
                  <a:gd name="T5" fmla="*/ 31 h 148"/>
                  <a:gd name="T6" fmla="*/ 160 w 152"/>
                  <a:gd name="T7" fmla="*/ 180 h 148"/>
                  <a:gd name="T8" fmla="*/ 113 w 152"/>
                  <a:gd name="T9" fmla="*/ 36 h 148"/>
                  <a:gd name="T10" fmla="*/ 3 w 152"/>
                  <a:gd name="T11" fmla="*/ 14 h 14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2" h="148">
                    <a:moveTo>
                      <a:pt x="0" y="6"/>
                    </a:moveTo>
                    <a:cubicBezTo>
                      <a:pt x="19" y="0"/>
                      <a:pt x="49" y="6"/>
                      <a:pt x="69" y="8"/>
                    </a:cubicBezTo>
                    <a:cubicBezTo>
                      <a:pt x="84" y="10"/>
                      <a:pt x="110" y="13"/>
                      <a:pt x="121" y="25"/>
                    </a:cubicBezTo>
                    <a:cubicBezTo>
                      <a:pt x="152" y="58"/>
                      <a:pt x="110" y="113"/>
                      <a:pt x="132" y="148"/>
                    </a:cubicBezTo>
                    <a:cubicBezTo>
                      <a:pt x="112" y="111"/>
                      <a:pt x="139" y="50"/>
                      <a:pt x="93" y="30"/>
                    </a:cubicBezTo>
                    <a:cubicBezTo>
                      <a:pt x="65" y="17"/>
                      <a:pt x="28" y="27"/>
                      <a:pt x="3" y="11"/>
                    </a:cubicBezTo>
                  </a:path>
                </a:pathLst>
              </a:custGeom>
              <a:solidFill>
                <a:srgbClr val="8E4C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660" name="Freeform 611">
                <a:extLst>
                  <a:ext uri="{FF2B5EF4-FFF2-40B4-BE49-F238E27FC236}">
                    <a16:creationId xmlns:a16="http://schemas.microsoft.com/office/drawing/2014/main" id="{13D4EC4C-66FE-4896-9FB1-C2F8FD0949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5" y="2661"/>
                <a:ext cx="127" cy="165"/>
              </a:xfrm>
              <a:custGeom>
                <a:avLst/>
                <a:gdLst>
                  <a:gd name="T0" fmla="*/ 0 w 119"/>
                  <a:gd name="T1" fmla="*/ 119 h 155"/>
                  <a:gd name="T2" fmla="*/ 54 w 119"/>
                  <a:gd name="T3" fmla="*/ 161 h 155"/>
                  <a:gd name="T4" fmla="*/ 82 w 119"/>
                  <a:gd name="T5" fmla="*/ 177 h 155"/>
                  <a:gd name="T6" fmla="*/ 104 w 119"/>
                  <a:gd name="T7" fmla="*/ 175 h 155"/>
                  <a:gd name="T8" fmla="*/ 130 w 119"/>
                  <a:gd name="T9" fmla="*/ 104 h 155"/>
                  <a:gd name="T10" fmla="*/ 131 w 119"/>
                  <a:gd name="T11" fmla="*/ 37 h 155"/>
                  <a:gd name="T12" fmla="*/ 113 w 119"/>
                  <a:gd name="T13" fmla="*/ 33 h 155"/>
                  <a:gd name="T14" fmla="*/ 107 w 119"/>
                  <a:gd name="T15" fmla="*/ 26 h 155"/>
                  <a:gd name="T16" fmla="*/ 95 w 119"/>
                  <a:gd name="T17" fmla="*/ 26 h 155"/>
                  <a:gd name="T18" fmla="*/ 54 w 119"/>
                  <a:gd name="T19" fmla="*/ 0 h 155"/>
                  <a:gd name="T20" fmla="*/ 89 w 119"/>
                  <a:gd name="T21" fmla="*/ 43 h 155"/>
                  <a:gd name="T22" fmla="*/ 106 w 119"/>
                  <a:gd name="T23" fmla="*/ 67 h 155"/>
                  <a:gd name="T24" fmla="*/ 98 w 119"/>
                  <a:gd name="T25" fmla="*/ 102 h 155"/>
                  <a:gd name="T26" fmla="*/ 66 w 119"/>
                  <a:gd name="T27" fmla="*/ 146 h 155"/>
                  <a:gd name="T28" fmla="*/ 4 w 119"/>
                  <a:gd name="T29" fmla="*/ 120 h 15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19" h="155">
                    <a:moveTo>
                      <a:pt x="0" y="99"/>
                    </a:moveTo>
                    <a:cubicBezTo>
                      <a:pt x="15" y="110"/>
                      <a:pt x="30" y="122"/>
                      <a:pt x="45" y="133"/>
                    </a:cubicBezTo>
                    <a:cubicBezTo>
                      <a:pt x="51" y="138"/>
                      <a:pt x="60" y="143"/>
                      <a:pt x="67" y="147"/>
                    </a:cubicBezTo>
                    <a:cubicBezTo>
                      <a:pt x="77" y="152"/>
                      <a:pt x="78" y="155"/>
                      <a:pt x="85" y="145"/>
                    </a:cubicBezTo>
                    <a:cubicBezTo>
                      <a:pt x="97" y="130"/>
                      <a:pt x="101" y="105"/>
                      <a:pt x="107" y="86"/>
                    </a:cubicBezTo>
                    <a:cubicBezTo>
                      <a:pt x="111" y="70"/>
                      <a:pt x="119" y="46"/>
                      <a:pt x="108" y="31"/>
                    </a:cubicBezTo>
                    <a:cubicBezTo>
                      <a:pt x="101" y="35"/>
                      <a:pt x="99" y="30"/>
                      <a:pt x="93" y="27"/>
                    </a:cubicBezTo>
                    <a:cubicBezTo>
                      <a:pt x="90" y="25"/>
                      <a:pt x="92" y="23"/>
                      <a:pt x="88" y="22"/>
                    </a:cubicBezTo>
                    <a:cubicBezTo>
                      <a:pt x="86" y="21"/>
                      <a:pt x="80" y="22"/>
                      <a:pt x="78" y="22"/>
                    </a:cubicBezTo>
                    <a:cubicBezTo>
                      <a:pt x="63" y="20"/>
                      <a:pt x="53" y="10"/>
                      <a:pt x="45" y="0"/>
                    </a:cubicBezTo>
                    <a:cubicBezTo>
                      <a:pt x="52" y="15"/>
                      <a:pt x="61" y="26"/>
                      <a:pt x="73" y="36"/>
                    </a:cubicBezTo>
                    <a:cubicBezTo>
                      <a:pt x="80" y="42"/>
                      <a:pt x="85" y="45"/>
                      <a:pt x="87" y="55"/>
                    </a:cubicBezTo>
                    <a:cubicBezTo>
                      <a:pt x="89" y="65"/>
                      <a:pt x="83" y="75"/>
                      <a:pt x="81" y="85"/>
                    </a:cubicBezTo>
                    <a:cubicBezTo>
                      <a:pt x="78" y="103"/>
                      <a:pt x="76" y="124"/>
                      <a:pt x="54" y="121"/>
                    </a:cubicBezTo>
                    <a:cubicBezTo>
                      <a:pt x="35" y="119"/>
                      <a:pt x="21" y="104"/>
                      <a:pt x="4" y="100"/>
                    </a:cubicBezTo>
                  </a:path>
                </a:pathLst>
              </a:custGeom>
              <a:solidFill>
                <a:srgbClr val="8E4C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661" name="Freeform 612">
                <a:extLst>
                  <a:ext uri="{FF2B5EF4-FFF2-40B4-BE49-F238E27FC236}">
                    <a16:creationId xmlns:a16="http://schemas.microsoft.com/office/drawing/2014/main" id="{8AD64C06-6C53-4E2B-B4C9-C99AC96D23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6" y="2765"/>
                <a:ext cx="182" cy="327"/>
              </a:xfrm>
              <a:custGeom>
                <a:avLst/>
                <a:gdLst>
                  <a:gd name="T0" fmla="*/ 145 w 171"/>
                  <a:gd name="T1" fmla="*/ 38 h 307"/>
                  <a:gd name="T2" fmla="*/ 136 w 171"/>
                  <a:gd name="T3" fmla="*/ 72 h 307"/>
                  <a:gd name="T4" fmla="*/ 87 w 171"/>
                  <a:gd name="T5" fmla="*/ 50 h 307"/>
                  <a:gd name="T6" fmla="*/ 129 w 171"/>
                  <a:gd name="T7" fmla="*/ 85 h 307"/>
                  <a:gd name="T8" fmla="*/ 139 w 171"/>
                  <a:gd name="T9" fmla="*/ 136 h 307"/>
                  <a:gd name="T10" fmla="*/ 128 w 171"/>
                  <a:gd name="T11" fmla="*/ 251 h 307"/>
                  <a:gd name="T12" fmla="*/ 89 w 171"/>
                  <a:gd name="T13" fmla="*/ 346 h 307"/>
                  <a:gd name="T14" fmla="*/ 53 w 171"/>
                  <a:gd name="T15" fmla="*/ 350 h 307"/>
                  <a:gd name="T16" fmla="*/ 0 w 171"/>
                  <a:gd name="T17" fmla="*/ 329 h 307"/>
                  <a:gd name="T18" fmla="*/ 75 w 171"/>
                  <a:gd name="T19" fmla="*/ 363 h 307"/>
                  <a:gd name="T20" fmla="*/ 126 w 171"/>
                  <a:gd name="T21" fmla="*/ 312 h 307"/>
                  <a:gd name="T22" fmla="*/ 155 w 171"/>
                  <a:gd name="T23" fmla="*/ 197 h 307"/>
                  <a:gd name="T24" fmla="*/ 182 w 171"/>
                  <a:gd name="T25" fmla="*/ 92 h 307"/>
                  <a:gd name="T26" fmla="*/ 196 w 171"/>
                  <a:gd name="T27" fmla="*/ 50 h 307"/>
                  <a:gd name="T28" fmla="*/ 206 w 171"/>
                  <a:gd name="T29" fmla="*/ 0 h 307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71" h="307">
                    <a:moveTo>
                      <a:pt x="120" y="32"/>
                    </a:moveTo>
                    <a:cubicBezTo>
                      <a:pt x="122" y="39"/>
                      <a:pt x="135" y="58"/>
                      <a:pt x="113" y="60"/>
                    </a:cubicBezTo>
                    <a:cubicBezTo>
                      <a:pt x="100" y="61"/>
                      <a:pt x="84" y="47"/>
                      <a:pt x="72" y="41"/>
                    </a:cubicBezTo>
                    <a:cubicBezTo>
                      <a:pt x="85" y="49"/>
                      <a:pt x="99" y="58"/>
                      <a:pt x="107" y="70"/>
                    </a:cubicBezTo>
                    <a:cubicBezTo>
                      <a:pt x="115" y="83"/>
                      <a:pt x="116" y="98"/>
                      <a:pt x="116" y="113"/>
                    </a:cubicBezTo>
                    <a:cubicBezTo>
                      <a:pt x="118" y="145"/>
                      <a:pt x="114" y="177"/>
                      <a:pt x="106" y="208"/>
                    </a:cubicBezTo>
                    <a:cubicBezTo>
                      <a:pt x="100" y="233"/>
                      <a:pt x="96" y="269"/>
                      <a:pt x="74" y="286"/>
                    </a:cubicBezTo>
                    <a:cubicBezTo>
                      <a:pt x="65" y="294"/>
                      <a:pt x="55" y="294"/>
                      <a:pt x="44" y="290"/>
                    </a:cubicBezTo>
                    <a:cubicBezTo>
                      <a:pt x="30" y="286"/>
                      <a:pt x="12" y="280"/>
                      <a:pt x="0" y="272"/>
                    </a:cubicBezTo>
                    <a:cubicBezTo>
                      <a:pt x="15" y="287"/>
                      <a:pt x="38" y="307"/>
                      <a:pt x="62" y="300"/>
                    </a:cubicBezTo>
                    <a:cubicBezTo>
                      <a:pt x="81" y="294"/>
                      <a:pt x="96" y="276"/>
                      <a:pt x="104" y="258"/>
                    </a:cubicBezTo>
                    <a:cubicBezTo>
                      <a:pt x="116" y="227"/>
                      <a:pt x="121" y="194"/>
                      <a:pt x="129" y="163"/>
                    </a:cubicBezTo>
                    <a:cubicBezTo>
                      <a:pt x="137" y="134"/>
                      <a:pt x="143" y="104"/>
                      <a:pt x="151" y="76"/>
                    </a:cubicBezTo>
                    <a:cubicBezTo>
                      <a:pt x="154" y="64"/>
                      <a:pt x="159" y="53"/>
                      <a:pt x="163" y="41"/>
                    </a:cubicBezTo>
                    <a:cubicBezTo>
                      <a:pt x="166" y="28"/>
                      <a:pt x="167" y="11"/>
                      <a:pt x="171" y="0"/>
                    </a:cubicBezTo>
                  </a:path>
                </a:pathLst>
              </a:custGeom>
              <a:solidFill>
                <a:srgbClr val="8E4C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662" name="Freeform 613">
                <a:extLst>
                  <a:ext uri="{FF2B5EF4-FFF2-40B4-BE49-F238E27FC236}">
                    <a16:creationId xmlns:a16="http://schemas.microsoft.com/office/drawing/2014/main" id="{9C98298A-8701-4189-97FA-F92E9F88E2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1" y="2964"/>
                <a:ext cx="188" cy="137"/>
              </a:xfrm>
              <a:custGeom>
                <a:avLst/>
                <a:gdLst>
                  <a:gd name="T0" fmla="*/ 212 w 176"/>
                  <a:gd name="T1" fmla="*/ 5 h 128"/>
                  <a:gd name="T2" fmla="*/ 168 w 176"/>
                  <a:gd name="T3" fmla="*/ 92 h 128"/>
                  <a:gd name="T4" fmla="*/ 88 w 176"/>
                  <a:gd name="T5" fmla="*/ 88 h 128"/>
                  <a:gd name="T6" fmla="*/ 0 w 176"/>
                  <a:gd name="T7" fmla="*/ 93 h 128"/>
                  <a:gd name="T8" fmla="*/ 73 w 176"/>
                  <a:gd name="T9" fmla="*/ 115 h 128"/>
                  <a:gd name="T10" fmla="*/ 131 w 176"/>
                  <a:gd name="T11" fmla="*/ 142 h 128"/>
                  <a:gd name="T12" fmla="*/ 215 w 176"/>
                  <a:gd name="T13" fmla="*/ 0 h 1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6" h="128">
                    <a:moveTo>
                      <a:pt x="173" y="5"/>
                    </a:moveTo>
                    <a:cubicBezTo>
                      <a:pt x="165" y="26"/>
                      <a:pt x="157" y="60"/>
                      <a:pt x="138" y="75"/>
                    </a:cubicBezTo>
                    <a:cubicBezTo>
                      <a:pt x="120" y="89"/>
                      <a:pt x="91" y="79"/>
                      <a:pt x="72" y="72"/>
                    </a:cubicBezTo>
                    <a:cubicBezTo>
                      <a:pt x="46" y="61"/>
                      <a:pt x="23" y="60"/>
                      <a:pt x="0" y="76"/>
                    </a:cubicBezTo>
                    <a:cubicBezTo>
                      <a:pt x="19" y="72"/>
                      <a:pt x="44" y="84"/>
                      <a:pt x="60" y="93"/>
                    </a:cubicBezTo>
                    <a:cubicBezTo>
                      <a:pt x="76" y="101"/>
                      <a:pt x="90" y="113"/>
                      <a:pt x="108" y="116"/>
                    </a:cubicBezTo>
                    <a:cubicBezTo>
                      <a:pt x="168" y="128"/>
                      <a:pt x="160" y="32"/>
                      <a:pt x="176" y="0"/>
                    </a:cubicBezTo>
                  </a:path>
                </a:pathLst>
              </a:custGeom>
              <a:solidFill>
                <a:srgbClr val="8E4C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49663" name="Freeform 614">
                <a:extLst>
                  <a:ext uri="{FF2B5EF4-FFF2-40B4-BE49-F238E27FC236}">
                    <a16:creationId xmlns:a16="http://schemas.microsoft.com/office/drawing/2014/main" id="{838B3FD7-704F-447E-893D-AABA88E47E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2" y="3099"/>
                <a:ext cx="90" cy="42"/>
              </a:xfrm>
              <a:custGeom>
                <a:avLst/>
                <a:gdLst>
                  <a:gd name="T0" fmla="*/ 54 w 85"/>
                  <a:gd name="T1" fmla="*/ 0 h 40"/>
                  <a:gd name="T2" fmla="*/ 82 w 85"/>
                  <a:gd name="T3" fmla="*/ 40 h 40"/>
                  <a:gd name="T4" fmla="*/ 40 w 85"/>
                  <a:gd name="T5" fmla="*/ 43 h 40"/>
                  <a:gd name="T6" fmla="*/ 18 w 85"/>
                  <a:gd name="T7" fmla="*/ 41 h 40"/>
                  <a:gd name="T8" fmla="*/ 0 w 85"/>
                  <a:gd name="T9" fmla="*/ 40 h 40"/>
                  <a:gd name="T10" fmla="*/ 24 w 85"/>
                  <a:gd name="T11" fmla="*/ 36 h 40"/>
                  <a:gd name="T12" fmla="*/ 52 w 85"/>
                  <a:gd name="T13" fmla="*/ 30 h 40"/>
                  <a:gd name="T14" fmla="*/ 54 w 85"/>
                  <a:gd name="T15" fmla="*/ 1 h 4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5" h="40">
                    <a:moveTo>
                      <a:pt x="45" y="0"/>
                    </a:moveTo>
                    <a:cubicBezTo>
                      <a:pt x="49" y="6"/>
                      <a:pt x="85" y="23"/>
                      <a:pt x="69" y="34"/>
                    </a:cubicBezTo>
                    <a:cubicBezTo>
                      <a:pt x="62" y="40"/>
                      <a:pt x="43" y="37"/>
                      <a:pt x="34" y="37"/>
                    </a:cubicBezTo>
                    <a:cubicBezTo>
                      <a:pt x="28" y="36"/>
                      <a:pt x="21" y="34"/>
                      <a:pt x="15" y="35"/>
                    </a:cubicBezTo>
                    <a:cubicBezTo>
                      <a:pt x="10" y="35"/>
                      <a:pt x="3" y="37"/>
                      <a:pt x="0" y="34"/>
                    </a:cubicBezTo>
                    <a:cubicBezTo>
                      <a:pt x="6" y="34"/>
                      <a:pt x="14" y="31"/>
                      <a:pt x="21" y="30"/>
                    </a:cubicBezTo>
                    <a:cubicBezTo>
                      <a:pt x="28" y="29"/>
                      <a:pt x="36" y="29"/>
                      <a:pt x="43" y="27"/>
                    </a:cubicBezTo>
                    <a:cubicBezTo>
                      <a:pt x="59" y="22"/>
                      <a:pt x="52" y="11"/>
                      <a:pt x="45" y="1"/>
                    </a:cubicBezTo>
                  </a:path>
                </a:pathLst>
              </a:custGeom>
              <a:solidFill>
                <a:srgbClr val="8E4C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</p:grpSp>
        <p:sp>
          <p:nvSpPr>
            <p:cNvPr id="49267" name="Freeform 615">
              <a:extLst>
                <a:ext uri="{FF2B5EF4-FFF2-40B4-BE49-F238E27FC236}">
                  <a16:creationId xmlns:a16="http://schemas.microsoft.com/office/drawing/2014/main" id="{A1B4D84D-0166-419A-A483-7E14487ED0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5" y="3153"/>
              <a:ext cx="180" cy="228"/>
            </a:xfrm>
            <a:custGeom>
              <a:avLst/>
              <a:gdLst>
                <a:gd name="T0" fmla="*/ 0 w 169"/>
                <a:gd name="T1" fmla="*/ 13 h 214"/>
                <a:gd name="T2" fmla="*/ 28 w 169"/>
                <a:gd name="T3" fmla="*/ 5 h 214"/>
                <a:gd name="T4" fmla="*/ 56 w 169"/>
                <a:gd name="T5" fmla="*/ 1 h 214"/>
                <a:gd name="T6" fmla="*/ 115 w 169"/>
                <a:gd name="T7" fmla="*/ 5 h 214"/>
                <a:gd name="T8" fmla="*/ 185 w 169"/>
                <a:gd name="T9" fmla="*/ 23 h 214"/>
                <a:gd name="T10" fmla="*/ 199 w 169"/>
                <a:gd name="T11" fmla="*/ 145 h 214"/>
                <a:gd name="T12" fmla="*/ 194 w 169"/>
                <a:gd name="T13" fmla="*/ 259 h 214"/>
                <a:gd name="T14" fmla="*/ 189 w 169"/>
                <a:gd name="T15" fmla="*/ 198 h 214"/>
                <a:gd name="T16" fmla="*/ 181 w 169"/>
                <a:gd name="T17" fmla="*/ 115 h 214"/>
                <a:gd name="T18" fmla="*/ 178 w 169"/>
                <a:gd name="T19" fmla="*/ 67 h 214"/>
                <a:gd name="T20" fmla="*/ 152 w 169"/>
                <a:gd name="T21" fmla="*/ 46 h 214"/>
                <a:gd name="T22" fmla="*/ 69 w 169"/>
                <a:gd name="T23" fmla="*/ 29 h 214"/>
                <a:gd name="T24" fmla="*/ 12 w 169"/>
                <a:gd name="T25" fmla="*/ 18 h 21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69" h="214">
                  <a:moveTo>
                    <a:pt x="0" y="10"/>
                  </a:moveTo>
                  <a:cubicBezTo>
                    <a:pt x="6" y="12"/>
                    <a:pt x="16" y="6"/>
                    <a:pt x="23" y="5"/>
                  </a:cubicBezTo>
                  <a:cubicBezTo>
                    <a:pt x="31" y="4"/>
                    <a:pt x="39" y="2"/>
                    <a:pt x="47" y="1"/>
                  </a:cubicBezTo>
                  <a:cubicBezTo>
                    <a:pt x="62" y="0"/>
                    <a:pt x="79" y="3"/>
                    <a:pt x="95" y="5"/>
                  </a:cubicBezTo>
                  <a:cubicBezTo>
                    <a:pt x="115" y="8"/>
                    <a:pt x="142" y="1"/>
                    <a:pt x="153" y="20"/>
                  </a:cubicBezTo>
                  <a:cubicBezTo>
                    <a:pt x="169" y="48"/>
                    <a:pt x="163" y="89"/>
                    <a:pt x="165" y="120"/>
                  </a:cubicBezTo>
                  <a:cubicBezTo>
                    <a:pt x="166" y="150"/>
                    <a:pt x="168" y="184"/>
                    <a:pt x="161" y="214"/>
                  </a:cubicBezTo>
                  <a:cubicBezTo>
                    <a:pt x="155" y="198"/>
                    <a:pt x="158" y="180"/>
                    <a:pt x="156" y="164"/>
                  </a:cubicBezTo>
                  <a:cubicBezTo>
                    <a:pt x="153" y="141"/>
                    <a:pt x="151" y="118"/>
                    <a:pt x="150" y="95"/>
                  </a:cubicBezTo>
                  <a:cubicBezTo>
                    <a:pt x="149" y="82"/>
                    <a:pt x="151" y="67"/>
                    <a:pt x="147" y="55"/>
                  </a:cubicBezTo>
                  <a:cubicBezTo>
                    <a:pt x="143" y="44"/>
                    <a:pt x="136" y="42"/>
                    <a:pt x="126" y="38"/>
                  </a:cubicBezTo>
                  <a:cubicBezTo>
                    <a:pt x="105" y="30"/>
                    <a:pt x="79" y="25"/>
                    <a:pt x="57" y="23"/>
                  </a:cubicBezTo>
                  <a:cubicBezTo>
                    <a:pt x="47" y="22"/>
                    <a:pt x="14" y="24"/>
                    <a:pt x="9" y="15"/>
                  </a:cubicBezTo>
                </a:path>
              </a:pathLst>
            </a:custGeom>
            <a:solidFill>
              <a:srgbClr val="8E4C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9268" name="Freeform 616">
              <a:extLst>
                <a:ext uri="{FF2B5EF4-FFF2-40B4-BE49-F238E27FC236}">
                  <a16:creationId xmlns:a16="http://schemas.microsoft.com/office/drawing/2014/main" id="{3FEBF03E-17A6-4407-8D6A-AB426A940A6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0" y="3225"/>
              <a:ext cx="218" cy="462"/>
            </a:xfrm>
            <a:custGeom>
              <a:avLst/>
              <a:gdLst>
                <a:gd name="T0" fmla="*/ 236 w 204"/>
                <a:gd name="T1" fmla="*/ 56 h 434"/>
                <a:gd name="T2" fmla="*/ 246 w 204"/>
                <a:gd name="T3" fmla="*/ 152 h 434"/>
                <a:gd name="T4" fmla="*/ 223 w 204"/>
                <a:gd name="T5" fmla="*/ 271 h 434"/>
                <a:gd name="T6" fmla="*/ 202 w 204"/>
                <a:gd name="T7" fmla="*/ 331 h 434"/>
                <a:gd name="T8" fmla="*/ 170 w 204"/>
                <a:gd name="T9" fmla="*/ 380 h 434"/>
                <a:gd name="T10" fmla="*/ 99 w 204"/>
                <a:gd name="T11" fmla="*/ 471 h 434"/>
                <a:gd name="T12" fmla="*/ 72 w 204"/>
                <a:gd name="T13" fmla="*/ 497 h 434"/>
                <a:gd name="T14" fmla="*/ 50 w 204"/>
                <a:gd name="T15" fmla="*/ 515 h 434"/>
                <a:gd name="T16" fmla="*/ 0 w 204"/>
                <a:gd name="T17" fmla="*/ 508 h 434"/>
                <a:gd name="T18" fmla="*/ 47 w 204"/>
                <a:gd name="T19" fmla="*/ 498 h 434"/>
                <a:gd name="T20" fmla="*/ 103 w 204"/>
                <a:gd name="T21" fmla="*/ 428 h 434"/>
                <a:gd name="T22" fmla="*/ 153 w 204"/>
                <a:gd name="T23" fmla="*/ 351 h 434"/>
                <a:gd name="T24" fmla="*/ 197 w 204"/>
                <a:gd name="T25" fmla="*/ 275 h 434"/>
                <a:gd name="T26" fmla="*/ 228 w 204"/>
                <a:gd name="T27" fmla="*/ 138 h 434"/>
                <a:gd name="T28" fmla="*/ 225 w 204"/>
                <a:gd name="T29" fmla="*/ 67 h 434"/>
                <a:gd name="T30" fmla="*/ 225 w 204"/>
                <a:gd name="T31" fmla="*/ 33 h 434"/>
                <a:gd name="T32" fmla="*/ 225 w 204"/>
                <a:gd name="T33" fmla="*/ 2 h 434"/>
                <a:gd name="T34" fmla="*/ 227 w 204"/>
                <a:gd name="T35" fmla="*/ 0 h 434"/>
                <a:gd name="T36" fmla="*/ 231 w 204"/>
                <a:gd name="T37" fmla="*/ 22 h 434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204" h="434">
                  <a:moveTo>
                    <a:pt x="194" y="47"/>
                  </a:moveTo>
                  <a:cubicBezTo>
                    <a:pt x="195" y="73"/>
                    <a:pt x="199" y="100"/>
                    <a:pt x="201" y="126"/>
                  </a:cubicBezTo>
                  <a:cubicBezTo>
                    <a:pt x="204" y="158"/>
                    <a:pt x="192" y="194"/>
                    <a:pt x="183" y="225"/>
                  </a:cubicBezTo>
                  <a:cubicBezTo>
                    <a:pt x="178" y="241"/>
                    <a:pt x="173" y="259"/>
                    <a:pt x="166" y="274"/>
                  </a:cubicBezTo>
                  <a:cubicBezTo>
                    <a:pt x="159" y="288"/>
                    <a:pt x="148" y="302"/>
                    <a:pt x="139" y="315"/>
                  </a:cubicBezTo>
                  <a:cubicBezTo>
                    <a:pt x="121" y="340"/>
                    <a:pt x="101" y="367"/>
                    <a:pt x="81" y="390"/>
                  </a:cubicBezTo>
                  <a:cubicBezTo>
                    <a:pt x="74" y="398"/>
                    <a:pt x="66" y="406"/>
                    <a:pt x="59" y="412"/>
                  </a:cubicBezTo>
                  <a:cubicBezTo>
                    <a:pt x="53" y="416"/>
                    <a:pt x="47" y="424"/>
                    <a:pt x="41" y="427"/>
                  </a:cubicBezTo>
                  <a:cubicBezTo>
                    <a:pt x="29" y="434"/>
                    <a:pt x="12" y="423"/>
                    <a:pt x="0" y="421"/>
                  </a:cubicBezTo>
                  <a:cubicBezTo>
                    <a:pt x="13" y="419"/>
                    <a:pt x="27" y="420"/>
                    <a:pt x="38" y="413"/>
                  </a:cubicBezTo>
                  <a:cubicBezTo>
                    <a:pt x="58" y="400"/>
                    <a:pt x="73" y="375"/>
                    <a:pt x="84" y="355"/>
                  </a:cubicBezTo>
                  <a:cubicBezTo>
                    <a:pt x="97" y="333"/>
                    <a:pt x="113" y="313"/>
                    <a:pt x="125" y="291"/>
                  </a:cubicBezTo>
                  <a:cubicBezTo>
                    <a:pt x="136" y="269"/>
                    <a:pt x="150" y="248"/>
                    <a:pt x="161" y="227"/>
                  </a:cubicBezTo>
                  <a:cubicBezTo>
                    <a:pt x="178" y="194"/>
                    <a:pt x="190" y="152"/>
                    <a:pt x="186" y="115"/>
                  </a:cubicBezTo>
                  <a:cubicBezTo>
                    <a:pt x="184" y="95"/>
                    <a:pt x="183" y="76"/>
                    <a:pt x="184" y="55"/>
                  </a:cubicBezTo>
                  <a:cubicBezTo>
                    <a:pt x="185" y="46"/>
                    <a:pt x="185" y="36"/>
                    <a:pt x="184" y="27"/>
                  </a:cubicBezTo>
                  <a:cubicBezTo>
                    <a:pt x="184" y="22"/>
                    <a:pt x="181" y="5"/>
                    <a:pt x="184" y="2"/>
                  </a:cubicBezTo>
                  <a:cubicBezTo>
                    <a:pt x="185" y="1"/>
                    <a:pt x="185" y="1"/>
                    <a:pt x="185" y="0"/>
                  </a:cubicBezTo>
                  <a:cubicBezTo>
                    <a:pt x="188" y="5"/>
                    <a:pt x="188" y="18"/>
                    <a:pt x="189" y="19"/>
                  </a:cubicBezTo>
                </a:path>
              </a:pathLst>
            </a:custGeom>
            <a:solidFill>
              <a:srgbClr val="8E4C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9269" name="Freeform 617">
              <a:extLst>
                <a:ext uri="{FF2B5EF4-FFF2-40B4-BE49-F238E27FC236}">
                  <a16:creationId xmlns:a16="http://schemas.microsoft.com/office/drawing/2014/main" id="{06A6312E-E610-4A50-A554-91602E03CC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8" y="3089"/>
              <a:ext cx="181" cy="50"/>
            </a:xfrm>
            <a:custGeom>
              <a:avLst/>
              <a:gdLst>
                <a:gd name="T0" fmla="*/ 0 w 170"/>
                <a:gd name="T1" fmla="*/ 0 h 47"/>
                <a:gd name="T2" fmla="*/ 51 w 170"/>
                <a:gd name="T3" fmla="*/ 21 h 47"/>
                <a:gd name="T4" fmla="*/ 105 w 170"/>
                <a:gd name="T5" fmla="*/ 38 h 47"/>
                <a:gd name="T6" fmla="*/ 205 w 170"/>
                <a:gd name="T7" fmla="*/ 37 h 47"/>
                <a:gd name="T8" fmla="*/ 99 w 170"/>
                <a:gd name="T9" fmla="*/ 47 h 47"/>
                <a:gd name="T10" fmla="*/ 43 w 170"/>
                <a:gd name="T11" fmla="*/ 37 h 47"/>
                <a:gd name="T12" fmla="*/ 2 w 170"/>
                <a:gd name="T13" fmla="*/ 6 h 4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0" h="47">
                  <a:moveTo>
                    <a:pt x="0" y="0"/>
                  </a:moveTo>
                  <a:cubicBezTo>
                    <a:pt x="13" y="6"/>
                    <a:pt x="29" y="11"/>
                    <a:pt x="42" y="18"/>
                  </a:cubicBezTo>
                  <a:cubicBezTo>
                    <a:pt x="56" y="25"/>
                    <a:pt x="72" y="28"/>
                    <a:pt x="87" y="32"/>
                  </a:cubicBezTo>
                  <a:cubicBezTo>
                    <a:pt x="116" y="41"/>
                    <a:pt x="141" y="36"/>
                    <a:pt x="170" y="31"/>
                  </a:cubicBezTo>
                  <a:cubicBezTo>
                    <a:pt x="143" y="47"/>
                    <a:pt x="112" y="39"/>
                    <a:pt x="82" y="39"/>
                  </a:cubicBezTo>
                  <a:cubicBezTo>
                    <a:pt x="67" y="39"/>
                    <a:pt x="50" y="40"/>
                    <a:pt x="36" y="31"/>
                  </a:cubicBezTo>
                  <a:cubicBezTo>
                    <a:pt x="25" y="24"/>
                    <a:pt x="13" y="14"/>
                    <a:pt x="2" y="6"/>
                  </a:cubicBezTo>
                </a:path>
              </a:pathLst>
            </a:custGeom>
            <a:solidFill>
              <a:srgbClr val="8E4C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9270" name="Freeform 618">
              <a:extLst>
                <a:ext uri="{FF2B5EF4-FFF2-40B4-BE49-F238E27FC236}">
                  <a16:creationId xmlns:a16="http://schemas.microsoft.com/office/drawing/2014/main" id="{48F6BFFC-8CBB-48FD-B1D2-EA42168FC8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4" y="3796"/>
              <a:ext cx="107" cy="21"/>
            </a:xfrm>
            <a:custGeom>
              <a:avLst/>
              <a:gdLst>
                <a:gd name="T0" fmla="*/ 0 w 100"/>
                <a:gd name="T1" fmla="*/ 8 h 20"/>
                <a:gd name="T2" fmla="*/ 63 w 100"/>
                <a:gd name="T3" fmla="*/ 4 h 20"/>
                <a:gd name="T4" fmla="*/ 91 w 100"/>
                <a:gd name="T5" fmla="*/ 14 h 20"/>
                <a:gd name="T6" fmla="*/ 122 w 100"/>
                <a:gd name="T7" fmla="*/ 23 h 20"/>
                <a:gd name="T8" fmla="*/ 94 w 100"/>
                <a:gd name="T9" fmla="*/ 16 h 20"/>
                <a:gd name="T10" fmla="*/ 65 w 100"/>
                <a:gd name="T11" fmla="*/ 18 h 20"/>
                <a:gd name="T12" fmla="*/ 36 w 100"/>
                <a:gd name="T13" fmla="*/ 15 h 20"/>
                <a:gd name="T14" fmla="*/ 2 w 100"/>
                <a:gd name="T15" fmla="*/ 8 h 2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0" h="20">
                  <a:moveTo>
                    <a:pt x="0" y="8"/>
                  </a:moveTo>
                  <a:cubicBezTo>
                    <a:pt x="18" y="8"/>
                    <a:pt x="34" y="0"/>
                    <a:pt x="51" y="4"/>
                  </a:cubicBezTo>
                  <a:cubicBezTo>
                    <a:pt x="59" y="5"/>
                    <a:pt x="66" y="10"/>
                    <a:pt x="74" y="11"/>
                  </a:cubicBezTo>
                  <a:cubicBezTo>
                    <a:pt x="86" y="12"/>
                    <a:pt x="91" y="10"/>
                    <a:pt x="100" y="20"/>
                  </a:cubicBezTo>
                  <a:cubicBezTo>
                    <a:pt x="93" y="17"/>
                    <a:pt x="85" y="13"/>
                    <a:pt x="77" y="13"/>
                  </a:cubicBezTo>
                  <a:cubicBezTo>
                    <a:pt x="69" y="13"/>
                    <a:pt x="63" y="17"/>
                    <a:pt x="53" y="15"/>
                  </a:cubicBezTo>
                  <a:cubicBezTo>
                    <a:pt x="45" y="14"/>
                    <a:pt x="39" y="11"/>
                    <a:pt x="30" y="12"/>
                  </a:cubicBezTo>
                  <a:cubicBezTo>
                    <a:pt x="20" y="13"/>
                    <a:pt x="10" y="17"/>
                    <a:pt x="2" y="8"/>
                  </a:cubicBezTo>
                </a:path>
              </a:pathLst>
            </a:custGeom>
            <a:solidFill>
              <a:srgbClr val="8E4C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9271" name="Freeform 619">
              <a:extLst>
                <a:ext uri="{FF2B5EF4-FFF2-40B4-BE49-F238E27FC236}">
                  <a16:creationId xmlns:a16="http://schemas.microsoft.com/office/drawing/2014/main" id="{8695104A-CF59-47A1-850D-8EF1BE75F0B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0" y="2972"/>
              <a:ext cx="178" cy="45"/>
            </a:xfrm>
            <a:custGeom>
              <a:avLst/>
              <a:gdLst>
                <a:gd name="T0" fmla="*/ 203 w 167"/>
                <a:gd name="T1" fmla="*/ 49 h 42"/>
                <a:gd name="T2" fmla="*/ 81 w 167"/>
                <a:gd name="T3" fmla="*/ 21 h 42"/>
                <a:gd name="T4" fmla="*/ 0 w 167"/>
                <a:gd name="T5" fmla="*/ 49 h 42"/>
                <a:gd name="T6" fmla="*/ 100 w 167"/>
                <a:gd name="T7" fmla="*/ 11 h 42"/>
                <a:gd name="T8" fmla="*/ 197 w 167"/>
                <a:gd name="T9" fmla="*/ 51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7" h="42">
                  <a:moveTo>
                    <a:pt x="167" y="40"/>
                  </a:moveTo>
                  <a:cubicBezTo>
                    <a:pt x="135" y="38"/>
                    <a:pt x="102" y="18"/>
                    <a:pt x="67" y="18"/>
                  </a:cubicBezTo>
                  <a:cubicBezTo>
                    <a:pt x="42" y="18"/>
                    <a:pt x="22" y="30"/>
                    <a:pt x="0" y="40"/>
                  </a:cubicBezTo>
                  <a:cubicBezTo>
                    <a:pt x="20" y="13"/>
                    <a:pt x="53" y="0"/>
                    <a:pt x="83" y="8"/>
                  </a:cubicBezTo>
                  <a:cubicBezTo>
                    <a:pt x="109" y="15"/>
                    <a:pt x="143" y="22"/>
                    <a:pt x="163" y="42"/>
                  </a:cubicBezTo>
                </a:path>
              </a:pathLst>
            </a:custGeom>
            <a:solidFill>
              <a:srgbClr val="8E4C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9272" name="Freeform 620">
              <a:extLst>
                <a:ext uri="{FF2B5EF4-FFF2-40B4-BE49-F238E27FC236}">
                  <a16:creationId xmlns:a16="http://schemas.microsoft.com/office/drawing/2014/main" id="{B861C159-7548-46EC-BDA5-007EDB2DB05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0" y="1640"/>
              <a:ext cx="34" cy="96"/>
            </a:xfrm>
            <a:custGeom>
              <a:avLst/>
              <a:gdLst>
                <a:gd name="T0" fmla="*/ 28 w 32"/>
                <a:gd name="T1" fmla="*/ 0 h 90"/>
                <a:gd name="T2" fmla="*/ 36 w 32"/>
                <a:gd name="T3" fmla="*/ 54 h 90"/>
                <a:gd name="T4" fmla="*/ 23 w 32"/>
                <a:gd name="T5" fmla="*/ 109 h 90"/>
                <a:gd name="T6" fmla="*/ 0 w 32"/>
                <a:gd name="T7" fmla="*/ 54 h 90"/>
                <a:gd name="T8" fmla="*/ 0 w 32"/>
                <a:gd name="T9" fmla="*/ 54 h 90"/>
                <a:gd name="T10" fmla="*/ 28 w 32"/>
                <a:gd name="T11" fmla="*/ 3 h 9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2" h="90">
                  <a:moveTo>
                    <a:pt x="23" y="0"/>
                  </a:moveTo>
                  <a:cubicBezTo>
                    <a:pt x="29" y="13"/>
                    <a:pt x="32" y="31"/>
                    <a:pt x="30" y="45"/>
                  </a:cubicBezTo>
                  <a:cubicBezTo>
                    <a:pt x="29" y="56"/>
                    <a:pt x="25" y="83"/>
                    <a:pt x="20" y="90"/>
                  </a:cubicBezTo>
                  <a:cubicBezTo>
                    <a:pt x="16" y="80"/>
                    <a:pt x="23" y="36"/>
                    <a:pt x="0" y="45"/>
                  </a:cubicBezTo>
                  <a:cubicBezTo>
                    <a:pt x="0" y="46"/>
                    <a:pt x="0" y="46"/>
                    <a:pt x="0" y="45"/>
                  </a:cubicBezTo>
                  <a:cubicBezTo>
                    <a:pt x="3" y="33"/>
                    <a:pt x="14" y="11"/>
                    <a:pt x="23" y="3"/>
                  </a:cubicBezTo>
                </a:path>
              </a:pathLst>
            </a:custGeom>
            <a:solidFill>
              <a:srgbClr val="C27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9273" name="Freeform 621">
              <a:extLst>
                <a:ext uri="{FF2B5EF4-FFF2-40B4-BE49-F238E27FC236}">
                  <a16:creationId xmlns:a16="http://schemas.microsoft.com/office/drawing/2014/main" id="{75C900CA-7A34-45DC-AF51-81E83D12E2BC}"/>
                </a:ext>
              </a:extLst>
            </p:cNvPr>
            <p:cNvSpPr>
              <a:spLocks/>
            </p:cNvSpPr>
            <p:nvPr/>
          </p:nvSpPr>
          <p:spPr bwMode="auto">
            <a:xfrm>
              <a:off x="978" y="1554"/>
              <a:ext cx="109" cy="153"/>
            </a:xfrm>
            <a:custGeom>
              <a:avLst/>
              <a:gdLst>
                <a:gd name="T0" fmla="*/ 0 w 102"/>
                <a:gd name="T1" fmla="*/ 0 h 144"/>
                <a:gd name="T2" fmla="*/ 59 w 102"/>
                <a:gd name="T3" fmla="*/ 17 h 144"/>
                <a:gd name="T4" fmla="*/ 88 w 102"/>
                <a:gd name="T5" fmla="*/ 17 h 144"/>
                <a:gd name="T6" fmla="*/ 106 w 102"/>
                <a:gd name="T7" fmla="*/ 39 h 144"/>
                <a:gd name="T8" fmla="*/ 120 w 102"/>
                <a:gd name="T9" fmla="*/ 69 h 144"/>
                <a:gd name="T10" fmla="*/ 113 w 102"/>
                <a:gd name="T11" fmla="*/ 101 h 144"/>
                <a:gd name="T12" fmla="*/ 77 w 102"/>
                <a:gd name="T13" fmla="*/ 168 h 144"/>
                <a:gd name="T14" fmla="*/ 73 w 102"/>
                <a:gd name="T15" fmla="*/ 173 h 144"/>
                <a:gd name="T16" fmla="*/ 93 w 102"/>
                <a:gd name="T17" fmla="*/ 107 h 144"/>
                <a:gd name="T18" fmla="*/ 99 w 102"/>
                <a:gd name="T19" fmla="*/ 68 h 144"/>
                <a:gd name="T20" fmla="*/ 33 w 102"/>
                <a:gd name="T21" fmla="*/ 77 h 144"/>
                <a:gd name="T22" fmla="*/ 67 w 102"/>
                <a:gd name="T23" fmla="*/ 39 h 144"/>
                <a:gd name="T24" fmla="*/ 32 w 102"/>
                <a:gd name="T25" fmla="*/ 28 h 144"/>
                <a:gd name="T26" fmla="*/ 3 w 102"/>
                <a:gd name="T27" fmla="*/ 4 h 144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02" h="144">
                  <a:moveTo>
                    <a:pt x="0" y="0"/>
                  </a:moveTo>
                  <a:cubicBezTo>
                    <a:pt x="14" y="9"/>
                    <a:pt x="32" y="12"/>
                    <a:pt x="48" y="14"/>
                  </a:cubicBezTo>
                  <a:cubicBezTo>
                    <a:pt x="55" y="15"/>
                    <a:pt x="67" y="12"/>
                    <a:pt x="72" y="14"/>
                  </a:cubicBezTo>
                  <a:cubicBezTo>
                    <a:pt x="83" y="16"/>
                    <a:pt x="83" y="25"/>
                    <a:pt x="87" y="33"/>
                  </a:cubicBezTo>
                  <a:cubicBezTo>
                    <a:pt x="90" y="41"/>
                    <a:pt x="95" y="49"/>
                    <a:pt x="98" y="57"/>
                  </a:cubicBezTo>
                  <a:cubicBezTo>
                    <a:pt x="102" y="67"/>
                    <a:pt x="98" y="75"/>
                    <a:pt x="93" y="84"/>
                  </a:cubicBezTo>
                  <a:cubicBezTo>
                    <a:pt x="83" y="102"/>
                    <a:pt x="74" y="122"/>
                    <a:pt x="63" y="140"/>
                  </a:cubicBezTo>
                  <a:cubicBezTo>
                    <a:pt x="62" y="141"/>
                    <a:pt x="61" y="143"/>
                    <a:pt x="60" y="144"/>
                  </a:cubicBezTo>
                  <a:cubicBezTo>
                    <a:pt x="65" y="125"/>
                    <a:pt x="71" y="107"/>
                    <a:pt x="76" y="89"/>
                  </a:cubicBezTo>
                  <a:cubicBezTo>
                    <a:pt x="79" y="81"/>
                    <a:pt x="84" y="64"/>
                    <a:pt x="81" y="56"/>
                  </a:cubicBezTo>
                  <a:cubicBezTo>
                    <a:pt x="74" y="35"/>
                    <a:pt x="38" y="56"/>
                    <a:pt x="27" y="64"/>
                  </a:cubicBezTo>
                  <a:cubicBezTo>
                    <a:pt x="35" y="57"/>
                    <a:pt x="65" y="47"/>
                    <a:pt x="55" y="33"/>
                  </a:cubicBezTo>
                  <a:cubicBezTo>
                    <a:pt x="49" y="25"/>
                    <a:pt x="34" y="26"/>
                    <a:pt x="26" y="23"/>
                  </a:cubicBezTo>
                  <a:cubicBezTo>
                    <a:pt x="17" y="19"/>
                    <a:pt x="10" y="11"/>
                    <a:pt x="3" y="4"/>
                  </a:cubicBezTo>
                </a:path>
              </a:pathLst>
            </a:custGeom>
            <a:solidFill>
              <a:srgbClr val="8E4C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9274" name="Freeform 622">
              <a:extLst>
                <a:ext uri="{FF2B5EF4-FFF2-40B4-BE49-F238E27FC236}">
                  <a16:creationId xmlns:a16="http://schemas.microsoft.com/office/drawing/2014/main" id="{2510A375-F484-4FD7-B4DC-1BAD7534A27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3" y="1479"/>
              <a:ext cx="71" cy="79"/>
            </a:xfrm>
            <a:custGeom>
              <a:avLst/>
              <a:gdLst>
                <a:gd name="T0" fmla="*/ 82 w 66"/>
                <a:gd name="T1" fmla="*/ 0 h 74"/>
                <a:gd name="T2" fmla="*/ 71 w 66"/>
                <a:gd name="T3" fmla="*/ 46 h 74"/>
                <a:gd name="T4" fmla="*/ 73 w 66"/>
                <a:gd name="T5" fmla="*/ 90 h 74"/>
                <a:gd name="T6" fmla="*/ 37 w 66"/>
                <a:gd name="T7" fmla="*/ 78 h 74"/>
                <a:gd name="T8" fmla="*/ 0 w 66"/>
                <a:gd name="T9" fmla="*/ 68 h 74"/>
                <a:gd name="T10" fmla="*/ 52 w 66"/>
                <a:gd name="T11" fmla="*/ 65 h 74"/>
                <a:gd name="T12" fmla="*/ 77 w 66"/>
                <a:gd name="T13" fmla="*/ 6 h 7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6" h="74">
                  <a:moveTo>
                    <a:pt x="66" y="0"/>
                  </a:moveTo>
                  <a:cubicBezTo>
                    <a:pt x="62" y="12"/>
                    <a:pt x="57" y="24"/>
                    <a:pt x="57" y="37"/>
                  </a:cubicBezTo>
                  <a:cubicBezTo>
                    <a:pt x="56" y="49"/>
                    <a:pt x="62" y="63"/>
                    <a:pt x="59" y="74"/>
                  </a:cubicBezTo>
                  <a:cubicBezTo>
                    <a:pt x="48" y="70"/>
                    <a:pt x="43" y="63"/>
                    <a:pt x="30" y="64"/>
                  </a:cubicBezTo>
                  <a:cubicBezTo>
                    <a:pt x="18" y="64"/>
                    <a:pt x="9" y="65"/>
                    <a:pt x="0" y="56"/>
                  </a:cubicBezTo>
                  <a:cubicBezTo>
                    <a:pt x="11" y="59"/>
                    <a:pt x="33" y="60"/>
                    <a:pt x="42" y="53"/>
                  </a:cubicBezTo>
                  <a:cubicBezTo>
                    <a:pt x="53" y="44"/>
                    <a:pt x="54" y="19"/>
                    <a:pt x="62" y="6"/>
                  </a:cubicBezTo>
                </a:path>
              </a:pathLst>
            </a:custGeom>
            <a:solidFill>
              <a:srgbClr val="8E4C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9275" name="Freeform 623">
              <a:extLst>
                <a:ext uri="{FF2B5EF4-FFF2-40B4-BE49-F238E27FC236}">
                  <a16:creationId xmlns:a16="http://schemas.microsoft.com/office/drawing/2014/main" id="{81E05F1F-1A44-4F8E-AAAE-9AE254CDFA13}"/>
                </a:ext>
              </a:extLst>
            </p:cNvPr>
            <p:cNvSpPr>
              <a:spLocks/>
            </p:cNvSpPr>
            <p:nvPr/>
          </p:nvSpPr>
          <p:spPr bwMode="auto">
            <a:xfrm>
              <a:off x="915" y="1874"/>
              <a:ext cx="79" cy="166"/>
            </a:xfrm>
            <a:custGeom>
              <a:avLst/>
              <a:gdLst>
                <a:gd name="T0" fmla="*/ 0 w 74"/>
                <a:gd name="T1" fmla="*/ 0 h 156"/>
                <a:gd name="T2" fmla="*/ 90 w 74"/>
                <a:gd name="T3" fmla="*/ 6 h 156"/>
                <a:gd name="T4" fmla="*/ 56 w 74"/>
                <a:gd name="T5" fmla="*/ 72 h 156"/>
                <a:gd name="T6" fmla="*/ 53 w 74"/>
                <a:gd name="T7" fmla="*/ 126 h 156"/>
                <a:gd name="T8" fmla="*/ 48 w 74"/>
                <a:gd name="T9" fmla="*/ 188 h 156"/>
                <a:gd name="T10" fmla="*/ 46 w 74"/>
                <a:gd name="T11" fmla="*/ 57 h 156"/>
                <a:gd name="T12" fmla="*/ 37 w 74"/>
                <a:gd name="T13" fmla="*/ 30 h 156"/>
                <a:gd name="T14" fmla="*/ 12 w 74"/>
                <a:gd name="T15" fmla="*/ 13 h 15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4" h="156">
                  <a:moveTo>
                    <a:pt x="0" y="0"/>
                  </a:moveTo>
                  <a:cubicBezTo>
                    <a:pt x="13" y="13"/>
                    <a:pt x="58" y="15"/>
                    <a:pt x="74" y="6"/>
                  </a:cubicBezTo>
                  <a:cubicBezTo>
                    <a:pt x="57" y="20"/>
                    <a:pt x="47" y="38"/>
                    <a:pt x="46" y="60"/>
                  </a:cubicBezTo>
                  <a:cubicBezTo>
                    <a:pt x="45" y="74"/>
                    <a:pt x="45" y="89"/>
                    <a:pt x="44" y="104"/>
                  </a:cubicBezTo>
                  <a:cubicBezTo>
                    <a:pt x="43" y="121"/>
                    <a:pt x="38" y="138"/>
                    <a:pt x="39" y="156"/>
                  </a:cubicBezTo>
                  <a:cubicBezTo>
                    <a:pt x="31" y="120"/>
                    <a:pt x="34" y="84"/>
                    <a:pt x="37" y="48"/>
                  </a:cubicBezTo>
                  <a:cubicBezTo>
                    <a:pt x="38" y="39"/>
                    <a:pt x="38" y="31"/>
                    <a:pt x="31" y="24"/>
                  </a:cubicBezTo>
                  <a:cubicBezTo>
                    <a:pt x="25" y="18"/>
                    <a:pt x="10" y="17"/>
                    <a:pt x="9" y="10"/>
                  </a:cubicBezTo>
                </a:path>
              </a:pathLst>
            </a:custGeom>
            <a:solidFill>
              <a:srgbClr val="8E4C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9276" name="Freeform 624">
              <a:extLst>
                <a:ext uri="{FF2B5EF4-FFF2-40B4-BE49-F238E27FC236}">
                  <a16:creationId xmlns:a16="http://schemas.microsoft.com/office/drawing/2014/main" id="{9844AEF7-72EC-4433-87EE-27CC0FBB17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9" y="1617"/>
              <a:ext cx="156" cy="258"/>
            </a:xfrm>
            <a:custGeom>
              <a:avLst/>
              <a:gdLst>
                <a:gd name="T0" fmla="*/ 6 w 146"/>
                <a:gd name="T1" fmla="*/ 0 h 242"/>
                <a:gd name="T2" fmla="*/ 28 w 146"/>
                <a:gd name="T3" fmla="*/ 52 h 242"/>
                <a:gd name="T4" fmla="*/ 28 w 146"/>
                <a:gd name="T5" fmla="*/ 99 h 242"/>
                <a:gd name="T6" fmla="*/ 16 w 146"/>
                <a:gd name="T7" fmla="*/ 183 h 242"/>
                <a:gd name="T8" fmla="*/ 50 w 146"/>
                <a:gd name="T9" fmla="*/ 213 h 242"/>
                <a:gd name="T10" fmla="*/ 79 w 146"/>
                <a:gd name="T11" fmla="*/ 248 h 242"/>
                <a:gd name="T12" fmla="*/ 168 w 146"/>
                <a:gd name="T13" fmla="*/ 292 h 242"/>
                <a:gd name="T14" fmla="*/ 178 w 146"/>
                <a:gd name="T15" fmla="*/ 293 h 242"/>
                <a:gd name="T16" fmla="*/ 128 w 146"/>
                <a:gd name="T17" fmla="*/ 271 h 242"/>
                <a:gd name="T18" fmla="*/ 90 w 146"/>
                <a:gd name="T19" fmla="*/ 235 h 242"/>
                <a:gd name="T20" fmla="*/ 66 w 146"/>
                <a:gd name="T21" fmla="*/ 201 h 242"/>
                <a:gd name="T22" fmla="*/ 38 w 146"/>
                <a:gd name="T23" fmla="*/ 175 h 242"/>
                <a:gd name="T24" fmla="*/ 47 w 146"/>
                <a:gd name="T25" fmla="*/ 80 h 242"/>
                <a:gd name="T26" fmla="*/ 6 w 146"/>
                <a:gd name="T27" fmla="*/ 4 h 24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46" h="242">
                  <a:moveTo>
                    <a:pt x="6" y="0"/>
                  </a:moveTo>
                  <a:cubicBezTo>
                    <a:pt x="5" y="9"/>
                    <a:pt x="18" y="31"/>
                    <a:pt x="22" y="43"/>
                  </a:cubicBezTo>
                  <a:cubicBezTo>
                    <a:pt x="25" y="56"/>
                    <a:pt x="25" y="69"/>
                    <a:pt x="22" y="82"/>
                  </a:cubicBezTo>
                  <a:cubicBezTo>
                    <a:pt x="16" y="103"/>
                    <a:pt x="0" y="128"/>
                    <a:pt x="13" y="151"/>
                  </a:cubicBezTo>
                  <a:cubicBezTo>
                    <a:pt x="20" y="162"/>
                    <a:pt x="33" y="168"/>
                    <a:pt x="41" y="176"/>
                  </a:cubicBezTo>
                  <a:cubicBezTo>
                    <a:pt x="50" y="185"/>
                    <a:pt x="56" y="196"/>
                    <a:pt x="65" y="205"/>
                  </a:cubicBezTo>
                  <a:cubicBezTo>
                    <a:pt x="84" y="225"/>
                    <a:pt x="109" y="242"/>
                    <a:pt x="138" y="241"/>
                  </a:cubicBezTo>
                  <a:cubicBezTo>
                    <a:pt x="140" y="241"/>
                    <a:pt x="143" y="242"/>
                    <a:pt x="146" y="242"/>
                  </a:cubicBezTo>
                  <a:cubicBezTo>
                    <a:pt x="133" y="234"/>
                    <a:pt x="118" y="232"/>
                    <a:pt x="105" y="223"/>
                  </a:cubicBezTo>
                  <a:cubicBezTo>
                    <a:pt x="93" y="214"/>
                    <a:pt x="82" y="204"/>
                    <a:pt x="74" y="193"/>
                  </a:cubicBezTo>
                  <a:cubicBezTo>
                    <a:pt x="67" y="184"/>
                    <a:pt x="61" y="174"/>
                    <a:pt x="54" y="166"/>
                  </a:cubicBezTo>
                  <a:cubicBezTo>
                    <a:pt x="47" y="159"/>
                    <a:pt x="36" y="153"/>
                    <a:pt x="32" y="144"/>
                  </a:cubicBezTo>
                  <a:cubicBezTo>
                    <a:pt x="22" y="118"/>
                    <a:pt x="40" y="92"/>
                    <a:pt x="38" y="66"/>
                  </a:cubicBezTo>
                  <a:cubicBezTo>
                    <a:pt x="36" y="41"/>
                    <a:pt x="18" y="24"/>
                    <a:pt x="6" y="4"/>
                  </a:cubicBezTo>
                </a:path>
              </a:pathLst>
            </a:custGeom>
            <a:solidFill>
              <a:srgbClr val="C27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9277" name="Freeform 625">
              <a:extLst>
                <a:ext uri="{FF2B5EF4-FFF2-40B4-BE49-F238E27FC236}">
                  <a16:creationId xmlns:a16="http://schemas.microsoft.com/office/drawing/2014/main" id="{B5E6E7BE-F6EC-4290-9BA1-B83E4A6EA00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3" y="1438"/>
              <a:ext cx="25" cy="44"/>
            </a:xfrm>
            <a:custGeom>
              <a:avLst/>
              <a:gdLst>
                <a:gd name="T0" fmla="*/ 0 w 24"/>
                <a:gd name="T1" fmla="*/ 30 h 42"/>
                <a:gd name="T2" fmla="*/ 18 w 24"/>
                <a:gd name="T3" fmla="*/ 24 h 42"/>
                <a:gd name="T4" fmla="*/ 15 w 24"/>
                <a:gd name="T5" fmla="*/ 48 h 42"/>
                <a:gd name="T6" fmla="*/ 23 w 24"/>
                <a:gd name="T7" fmla="*/ 15 h 42"/>
                <a:gd name="T8" fmla="*/ 4 w 24"/>
                <a:gd name="T9" fmla="*/ 24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42">
                  <a:moveTo>
                    <a:pt x="0" y="27"/>
                  </a:moveTo>
                  <a:cubicBezTo>
                    <a:pt x="3" y="27"/>
                    <a:pt x="10" y="11"/>
                    <a:pt x="15" y="21"/>
                  </a:cubicBezTo>
                  <a:cubicBezTo>
                    <a:pt x="18" y="26"/>
                    <a:pt x="13" y="36"/>
                    <a:pt x="12" y="42"/>
                  </a:cubicBezTo>
                  <a:cubicBezTo>
                    <a:pt x="19" y="37"/>
                    <a:pt x="24" y="20"/>
                    <a:pt x="20" y="12"/>
                  </a:cubicBezTo>
                  <a:cubicBezTo>
                    <a:pt x="14" y="0"/>
                    <a:pt x="7" y="16"/>
                    <a:pt x="4" y="21"/>
                  </a:cubicBezTo>
                </a:path>
              </a:pathLst>
            </a:custGeom>
            <a:solidFill>
              <a:srgbClr val="C27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9278" name="Freeform 626">
              <a:extLst>
                <a:ext uri="{FF2B5EF4-FFF2-40B4-BE49-F238E27FC236}">
                  <a16:creationId xmlns:a16="http://schemas.microsoft.com/office/drawing/2014/main" id="{341687C6-9EC9-4AE6-98B2-F47B8901ABB3}"/>
                </a:ext>
              </a:extLst>
            </p:cNvPr>
            <p:cNvSpPr>
              <a:spLocks/>
            </p:cNvSpPr>
            <p:nvPr/>
          </p:nvSpPr>
          <p:spPr bwMode="auto">
            <a:xfrm>
              <a:off x="949" y="1521"/>
              <a:ext cx="33" cy="30"/>
            </a:xfrm>
            <a:custGeom>
              <a:avLst/>
              <a:gdLst>
                <a:gd name="T0" fmla="*/ 31 w 31"/>
                <a:gd name="T1" fmla="*/ 34 h 28"/>
                <a:gd name="T2" fmla="*/ 20 w 31"/>
                <a:gd name="T3" fmla="*/ 11 h 28"/>
                <a:gd name="T4" fmla="*/ 37 w 31"/>
                <a:gd name="T5" fmla="*/ 10 h 28"/>
                <a:gd name="T6" fmla="*/ 14 w 31"/>
                <a:gd name="T7" fmla="*/ 2 h 28"/>
                <a:gd name="T8" fmla="*/ 28 w 31"/>
                <a:gd name="T9" fmla="*/ 33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28">
                  <a:moveTo>
                    <a:pt x="25" y="28"/>
                  </a:moveTo>
                  <a:cubicBezTo>
                    <a:pt x="21" y="23"/>
                    <a:pt x="12" y="15"/>
                    <a:pt x="17" y="8"/>
                  </a:cubicBezTo>
                  <a:cubicBezTo>
                    <a:pt x="20" y="5"/>
                    <a:pt x="27" y="5"/>
                    <a:pt x="31" y="7"/>
                  </a:cubicBezTo>
                  <a:cubicBezTo>
                    <a:pt x="27" y="5"/>
                    <a:pt x="15" y="0"/>
                    <a:pt x="11" y="2"/>
                  </a:cubicBezTo>
                  <a:cubicBezTo>
                    <a:pt x="0" y="8"/>
                    <a:pt x="18" y="23"/>
                    <a:pt x="23" y="27"/>
                  </a:cubicBezTo>
                </a:path>
              </a:pathLst>
            </a:custGeom>
            <a:solidFill>
              <a:srgbClr val="C27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9279" name="Freeform 627">
              <a:extLst>
                <a:ext uri="{FF2B5EF4-FFF2-40B4-BE49-F238E27FC236}">
                  <a16:creationId xmlns:a16="http://schemas.microsoft.com/office/drawing/2014/main" id="{8FF0B1BB-DFE9-44B1-87E9-3ECDA64977B0}"/>
                </a:ext>
              </a:extLst>
            </p:cNvPr>
            <p:cNvSpPr>
              <a:spLocks/>
            </p:cNvSpPr>
            <p:nvPr/>
          </p:nvSpPr>
          <p:spPr bwMode="auto">
            <a:xfrm>
              <a:off x="934" y="1610"/>
              <a:ext cx="35" cy="29"/>
            </a:xfrm>
            <a:custGeom>
              <a:avLst/>
              <a:gdLst>
                <a:gd name="T0" fmla="*/ 36 w 33"/>
                <a:gd name="T1" fmla="*/ 0 h 27"/>
                <a:gd name="T2" fmla="*/ 21 w 33"/>
                <a:gd name="T3" fmla="*/ 14 h 27"/>
                <a:gd name="T4" fmla="*/ 39 w 33"/>
                <a:gd name="T5" fmla="*/ 27 h 27"/>
                <a:gd name="T6" fmla="*/ 25 w 33"/>
                <a:gd name="T7" fmla="*/ 0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27">
                  <a:moveTo>
                    <a:pt x="30" y="0"/>
                  </a:moveTo>
                  <a:cubicBezTo>
                    <a:pt x="24" y="4"/>
                    <a:pt x="17" y="3"/>
                    <a:pt x="18" y="11"/>
                  </a:cubicBezTo>
                  <a:cubicBezTo>
                    <a:pt x="19" y="19"/>
                    <a:pt x="26" y="21"/>
                    <a:pt x="33" y="21"/>
                  </a:cubicBezTo>
                  <a:cubicBezTo>
                    <a:pt x="13" y="27"/>
                    <a:pt x="0" y="0"/>
                    <a:pt x="22" y="0"/>
                  </a:cubicBezTo>
                </a:path>
              </a:pathLst>
            </a:custGeom>
            <a:solidFill>
              <a:srgbClr val="C27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9280" name="Freeform 628">
              <a:extLst>
                <a:ext uri="{FF2B5EF4-FFF2-40B4-BE49-F238E27FC236}">
                  <a16:creationId xmlns:a16="http://schemas.microsoft.com/office/drawing/2014/main" id="{56848EEA-0F2D-4F68-B79D-2AB3C7BCC976}"/>
                </a:ext>
              </a:extLst>
            </p:cNvPr>
            <p:cNvSpPr>
              <a:spLocks/>
            </p:cNvSpPr>
            <p:nvPr/>
          </p:nvSpPr>
          <p:spPr bwMode="auto">
            <a:xfrm>
              <a:off x="802" y="1191"/>
              <a:ext cx="525" cy="583"/>
            </a:xfrm>
            <a:custGeom>
              <a:avLst/>
              <a:gdLst>
                <a:gd name="T0" fmla="*/ 595 w 493"/>
                <a:gd name="T1" fmla="*/ 0 h 546"/>
                <a:gd name="T2" fmla="*/ 151 w 493"/>
                <a:gd name="T3" fmla="*/ 225 h 546"/>
                <a:gd name="T4" fmla="*/ 97 w 493"/>
                <a:gd name="T5" fmla="*/ 327 h 546"/>
                <a:gd name="T6" fmla="*/ 0 w 493"/>
                <a:gd name="T7" fmla="*/ 665 h 546"/>
                <a:gd name="T8" fmla="*/ 89 w 493"/>
                <a:gd name="T9" fmla="*/ 353 h 546"/>
                <a:gd name="T10" fmla="*/ 162 w 493"/>
                <a:gd name="T11" fmla="*/ 233 h 546"/>
                <a:gd name="T12" fmla="*/ 595 w 493"/>
                <a:gd name="T13" fmla="*/ 0 h 54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93" h="546">
                  <a:moveTo>
                    <a:pt x="493" y="0"/>
                  </a:moveTo>
                  <a:cubicBezTo>
                    <a:pt x="493" y="0"/>
                    <a:pt x="198" y="14"/>
                    <a:pt x="125" y="185"/>
                  </a:cubicBezTo>
                  <a:cubicBezTo>
                    <a:pt x="104" y="233"/>
                    <a:pt x="96" y="252"/>
                    <a:pt x="80" y="269"/>
                  </a:cubicBezTo>
                  <a:cubicBezTo>
                    <a:pt x="64" y="286"/>
                    <a:pt x="15" y="350"/>
                    <a:pt x="0" y="546"/>
                  </a:cubicBezTo>
                  <a:cubicBezTo>
                    <a:pt x="0" y="546"/>
                    <a:pt x="18" y="371"/>
                    <a:pt x="74" y="290"/>
                  </a:cubicBezTo>
                  <a:cubicBezTo>
                    <a:pt x="129" y="209"/>
                    <a:pt x="124" y="211"/>
                    <a:pt x="134" y="191"/>
                  </a:cubicBezTo>
                  <a:cubicBezTo>
                    <a:pt x="144" y="170"/>
                    <a:pt x="200" y="33"/>
                    <a:pt x="493" y="0"/>
                  </a:cubicBezTo>
                  <a:close/>
                </a:path>
              </a:pathLst>
            </a:custGeom>
            <a:solidFill>
              <a:srgbClr val="C27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9281" name="Freeform 629">
              <a:extLst>
                <a:ext uri="{FF2B5EF4-FFF2-40B4-BE49-F238E27FC236}">
                  <a16:creationId xmlns:a16="http://schemas.microsoft.com/office/drawing/2014/main" id="{1D8D7A83-FC60-4012-9FD7-39B453D44DE5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" y="1825"/>
              <a:ext cx="84" cy="101"/>
            </a:xfrm>
            <a:custGeom>
              <a:avLst/>
              <a:gdLst>
                <a:gd name="T0" fmla="*/ 34 w 78"/>
                <a:gd name="T1" fmla="*/ 0 h 95"/>
                <a:gd name="T2" fmla="*/ 19 w 78"/>
                <a:gd name="T3" fmla="*/ 65 h 95"/>
                <a:gd name="T4" fmla="*/ 46 w 78"/>
                <a:gd name="T5" fmla="*/ 98 h 95"/>
                <a:gd name="T6" fmla="*/ 97 w 78"/>
                <a:gd name="T7" fmla="*/ 111 h 95"/>
                <a:gd name="T8" fmla="*/ 61 w 78"/>
                <a:gd name="T9" fmla="*/ 91 h 95"/>
                <a:gd name="T10" fmla="*/ 44 w 78"/>
                <a:gd name="T11" fmla="*/ 64 h 95"/>
                <a:gd name="T12" fmla="*/ 26 w 78"/>
                <a:gd name="T13" fmla="*/ 44 h 95"/>
                <a:gd name="T14" fmla="*/ 39 w 78"/>
                <a:gd name="T15" fmla="*/ 5 h 9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8" h="95">
                  <a:moveTo>
                    <a:pt x="28" y="0"/>
                  </a:moveTo>
                  <a:cubicBezTo>
                    <a:pt x="14" y="14"/>
                    <a:pt x="0" y="36"/>
                    <a:pt x="16" y="54"/>
                  </a:cubicBezTo>
                  <a:cubicBezTo>
                    <a:pt x="25" y="64"/>
                    <a:pt x="30" y="71"/>
                    <a:pt x="37" y="82"/>
                  </a:cubicBezTo>
                  <a:cubicBezTo>
                    <a:pt x="46" y="95"/>
                    <a:pt x="62" y="92"/>
                    <a:pt x="78" y="92"/>
                  </a:cubicBezTo>
                  <a:cubicBezTo>
                    <a:pt x="69" y="88"/>
                    <a:pt x="56" y="83"/>
                    <a:pt x="49" y="76"/>
                  </a:cubicBezTo>
                  <a:cubicBezTo>
                    <a:pt x="43" y="69"/>
                    <a:pt x="42" y="59"/>
                    <a:pt x="35" y="53"/>
                  </a:cubicBezTo>
                  <a:cubicBezTo>
                    <a:pt x="30" y="47"/>
                    <a:pt x="22" y="45"/>
                    <a:pt x="20" y="37"/>
                  </a:cubicBezTo>
                  <a:cubicBezTo>
                    <a:pt x="18" y="29"/>
                    <a:pt x="24" y="10"/>
                    <a:pt x="31" y="5"/>
                  </a:cubicBezTo>
                </a:path>
              </a:pathLst>
            </a:custGeom>
            <a:solidFill>
              <a:srgbClr val="C27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9282" name="Freeform 630">
              <a:extLst>
                <a:ext uri="{FF2B5EF4-FFF2-40B4-BE49-F238E27FC236}">
                  <a16:creationId xmlns:a16="http://schemas.microsoft.com/office/drawing/2014/main" id="{D942E738-19F6-48DA-BD1D-5569DFC85DB3}"/>
                </a:ext>
              </a:extLst>
            </p:cNvPr>
            <p:cNvSpPr>
              <a:spLocks/>
            </p:cNvSpPr>
            <p:nvPr/>
          </p:nvSpPr>
          <p:spPr bwMode="auto">
            <a:xfrm>
              <a:off x="678" y="1922"/>
              <a:ext cx="87" cy="267"/>
            </a:xfrm>
            <a:custGeom>
              <a:avLst/>
              <a:gdLst>
                <a:gd name="T0" fmla="*/ 100 w 81"/>
                <a:gd name="T1" fmla="*/ 0 h 251"/>
                <a:gd name="T2" fmla="*/ 45 w 81"/>
                <a:gd name="T3" fmla="*/ 152 h 251"/>
                <a:gd name="T4" fmla="*/ 40 w 81"/>
                <a:gd name="T5" fmla="*/ 230 h 251"/>
                <a:gd name="T6" fmla="*/ 46 w 81"/>
                <a:gd name="T7" fmla="*/ 301 h 251"/>
                <a:gd name="T8" fmla="*/ 83 w 81"/>
                <a:gd name="T9" fmla="*/ 288 h 251"/>
                <a:gd name="T10" fmla="*/ 34 w 81"/>
                <a:gd name="T11" fmla="*/ 281 h 251"/>
                <a:gd name="T12" fmla="*/ 64 w 81"/>
                <a:gd name="T13" fmla="*/ 244 h 251"/>
                <a:gd name="T14" fmla="*/ 54 w 81"/>
                <a:gd name="T15" fmla="*/ 218 h 251"/>
                <a:gd name="T16" fmla="*/ 57 w 81"/>
                <a:gd name="T17" fmla="*/ 146 h 251"/>
                <a:gd name="T18" fmla="*/ 100 w 81"/>
                <a:gd name="T19" fmla="*/ 0 h 25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1" h="251">
                  <a:moveTo>
                    <a:pt x="81" y="0"/>
                  </a:moveTo>
                  <a:cubicBezTo>
                    <a:pt x="81" y="0"/>
                    <a:pt x="32" y="91"/>
                    <a:pt x="36" y="126"/>
                  </a:cubicBezTo>
                  <a:cubicBezTo>
                    <a:pt x="41" y="161"/>
                    <a:pt x="42" y="178"/>
                    <a:pt x="32" y="191"/>
                  </a:cubicBezTo>
                  <a:cubicBezTo>
                    <a:pt x="21" y="203"/>
                    <a:pt x="0" y="247"/>
                    <a:pt x="37" y="250"/>
                  </a:cubicBezTo>
                  <a:cubicBezTo>
                    <a:pt x="46" y="251"/>
                    <a:pt x="58" y="247"/>
                    <a:pt x="67" y="240"/>
                  </a:cubicBezTo>
                  <a:cubicBezTo>
                    <a:pt x="67" y="240"/>
                    <a:pt x="33" y="250"/>
                    <a:pt x="28" y="233"/>
                  </a:cubicBezTo>
                  <a:cubicBezTo>
                    <a:pt x="24" y="217"/>
                    <a:pt x="34" y="195"/>
                    <a:pt x="52" y="202"/>
                  </a:cubicBezTo>
                  <a:cubicBezTo>
                    <a:pt x="52" y="202"/>
                    <a:pt x="41" y="196"/>
                    <a:pt x="44" y="181"/>
                  </a:cubicBezTo>
                  <a:cubicBezTo>
                    <a:pt x="48" y="166"/>
                    <a:pt x="48" y="132"/>
                    <a:pt x="46" y="121"/>
                  </a:cubicBezTo>
                  <a:cubicBezTo>
                    <a:pt x="43" y="111"/>
                    <a:pt x="42" y="80"/>
                    <a:pt x="81" y="0"/>
                  </a:cubicBezTo>
                  <a:close/>
                </a:path>
              </a:pathLst>
            </a:custGeom>
            <a:solidFill>
              <a:srgbClr val="C27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9283" name="Freeform 631">
              <a:extLst>
                <a:ext uri="{FF2B5EF4-FFF2-40B4-BE49-F238E27FC236}">
                  <a16:creationId xmlns:a16="http://schemas.microsoft.com/office/drawing/2014/main" id="{68F2D98C-1ACA-401B-9FEC-2449FF5EB4C7}"/>
                </a:ext>
              </a:extLst>
            </p:cNvPr>
            <p:cNvSpPr>
              <a:spLocks/>
            </p:cNvSpPr>
            <p:nvPr/>
          </p:nvSpPr>
          <p:spPr bwMode="auto">
            <a:xfrm>
              <a:off x="684" y="2211"/>
              <a:ext cx="81" cy="311"/>
            </a:xfrm>
            <a:custGeom>
              <a:avLst/>
              <a:gdLst>
                <a:gd name="T0" fmla="*/ 45 w 76"/>
                <a:gd name="T1" fmla="*/ 0 h 292"/>
                <a:gd name="T2" fmla="*/ 22 w 76"/>
                <a:gd name="T3" fmla="*/ 3 h 292"/>
                <a:gd name="T4" fmla="*/ 16 w 76"/>
                <a:gd name="T5" fmla="*/ 77 h 292"/>
                <a:gd name="T6" fmla="*/ 2 w 76"/>
                <a:gd name="T7" fmla="*/ 154 h 292"/>
                <a:gd name="T8" fmla="*/ 16 w 76"/>
                <a:gd name="T9" fmla="*/ 230 h 292"/>
                <a:gd name="T10" fmla="*/ 34 w 76"/>
                <a:gd name="T11" fmla="*/ 269 h 292"/>
                <a:gd name="T12" fmla="*/ 42 w 76"/>
                <a:gd name="T13" fmla="*/ 302 h 292"/>
                <a:gd name="T14" fmla="*/ 92 w 76"/>
                <a:gd name="T15" fmla="*/ 353 h 292"/>
                <a:gd name="T16" fmla="*/ 69 w 76"/>
                <a:gd name="T17" fmla="*/ 326 h 292"/>
                <a:gd name="T18" fmla="*/ 48 w 76"/>
                <a:gd name="T19" fmla="*/ 280 h 292"/>
                <a:gd name="T20" fmla="*/ 36 w 76"/>
                <a:gd name="T21" fmla="*/ 229 h 292"/>
                <a:gd name="T22" fmla="*/ 17 w 76"/>
                <a:gd name="T23" fmla="*/ 189 h 292"/>
                <a:gd name="T24" fmla="*/ 29 w 76"/>
                <a:gd name="T25" fmla="*/ 83 h 292"/>
                <a:gd name="T26" fmla="*/ 42 w 76"/>
                <a:gd name="T27" fmla="*/ 0 h 29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76" h="292">
                  <a:moveTo>
                    <a:pt x="37" y="0"/>
                  </a:moveTo>
                  <a:cubicBezTo>
                    <a:pt x="30" y="1"/>
                    <a:pt x="25" y="0"/>
                    <a:pt x="19" y="3"/>
                  </a:cubicBezTo>
                  <a:cubicBezTo>
                    <a:pt x="17" y="22"/>
                    <a:pt x="15" y="44"/>
                    <a:pt x="13" y="64"/>
                  </a:cubicBezTo>
                  <a:cubicBezTo>
                    <a:pt x="11" y="86"/>
                    <a:pt x="4" y="106"/>
                    <a:pt x="2" y="128"/>
                  </a:cubicBezTo>
                  <a:cubicBezTo>
                    <a:pt x="0" y="151"/>
                    <a:pt x="3" y="170"/>
                    <a:pt x="13" y="191"/>
                  </a:cubicBezTo>
                  <a:cubicBezTo>
                    <a:pt x="18" y="202"/>
                    <a:pt x="24" y="212"/>
                    <a:pt x="28" y="223"/>
                  </a:cubicBezTo>
                  <a:cubicBezTo>
                    <a:pt x="30" y="233"/>
                    <a:pt x="31" y="242"/>
                    <a:pt x="35" y="251"/>
                  </a:cubicBezTo>
                  <a:cubicBezTo>
                    <a:pt x="42" y="268"/>
                    <a:pt x="61" y="283"/>
                    <a:pt x="76" y="292"/>
                  </a:cubicBezTo>
                  <a:cubicBezTo>
                    <a:pt x="75" y="280"/>
                    <a:pt x="65" y="278"/>
                    <a:pt x="57" y="269"/>
                  </a:cubicBezTo>
                  <a:cubicBezTo>
                    <a:pt x="48" y="260"/>
                    <a:pt x="42" y="244"/>
                    <a:pt x="39" y="232"/>
                  </a:cubicBezTo>
                  <a:cubicBezTo>
                    <a:pt x="35" y="219"/>
                    <a:pt x="35" y="204"/>
                    <a:pt x="30" y="190"/>
                  </a:cubicBezTo>
                  <a:cubicBezTo>
                    <a:pt x="26" y="178"/>
                    <a:pt x="18" y="168"/>
                    <a:pt x="14" y="156"/>
                  </a:cubicBezTo>
                  <a:cubicBezTo>
                    <a:pt x="3" y="123"/>
                    <a:pt x="20" y="102"/>
                    <a:pt x="23" y="69"/>
                  </a:cubicBezTo>
                  <a:cubicBezTo>
                    <a:pt x="25" y="52"/>
                    <a:pt x="18" y="11"/>
                    <a:pt x="35" y="0"/>
                  </a:cubicBezTo>
                </a:path>
              </a:pathLst>
            </a:custGeom>
            <a:solidFill>
              <a:srgbClr val="C27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9284" name="Freeform 632">
              <a:extLst>
                <a:ext uri="{FF2B5EF4-FFF2-40B4-BE49-F238E27FC236}">
                  <a16:creationId xmlns:a16="http://schemas.microsoft.com/office/drawing/2014/main" id="{B967EECF-985D-4D70-A66A-D3552F4CA817}"/>
                </a:ext>
              </a:extLst>
            </p:cNvPr>
            <p:cNvSpPr>
              <a:spLocks/>
            </p:cNvSpPr>
            <p:nvPr/>
          </p:nvSpPr>
          <p:spPr bwMode="auto">
            <a:xfrm>
              <a:off x="797" y="2384"/>
              <a:ext cx="53" cy="117"/>
            </a:xfrm>
            <a:custGeom>
              <a:avLst/>
              <a:gdLst>
                <a:gd name="T0" fmla="*/ 13 w 50"/>
                <a:gd name="T1" fmla="*/ 0 h 109"/>
                <a:gd name="T2" fmla="*/ 6 w 50"/>
                <a:gd name="T3" fmla="*/ 79 h 109"/>
                <a:gd name="T4" fmla="*/ 59 w 50"/>
                <a:gd name="T5" fmla="*/ 122 h 109"/>
                <a:gd name="T6" fmla="*/ 16 w 50"/>
                <a:gd name="T7" fmla="*/ 72 h 109"/>
                <a:gd name="T8" fmla="*/ 8 w 50"/>
                <a:gd name="T9" fmla="*/ 11 h 10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109">
                  <a:moveTo>
                    <a:pt x="10" y="0"/>
                  </a:moveTo>
                  <a:cubicBezTo>
                    <a:pt x="6" y="19"/>
                    <a:pt x="0" y="45"/>
                    <a:pt x="6" y="64"/>
                  </a:cubicBezTo>
                  <a:cubicBezTo>
                    <a:pt x="10" y="76"/>
                    <a:pt x="34" y="109"/>
                    <a:pt x="50" y="99"/>
                  </a:cubicBezTo>
                  <a:cubicBezTo>
                    <a:pt x="30" y="91"/>
                    <a:pt x="18" y="80"/>
                    <a:pt x="13" y="58"/>
                  </a:cubicBezTo>
                  <a:cubicBezTo>
                    <a:pt x="9" y="43"/>
                    <a:pt x="4" y="24"/>
                    <a:pt x="8" y="8"/>
                  </a:cubicBezTo>
                </a:path>
              </a:pathLst>
            </a:custGeom>
            <a:solidFill>
              <a:srgbClr val="8E4C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9285" name="Freeform 633">
              <a:extLst>
                <a:ext uri="{FF2B5EF4-FFF2-40B4-BE49-F238E27FC236}">
                  <a16:creationId xmlns:a16="http://schemas.microsoft.com/office/drawing/2014/main" id="{65E4033D-2FA5-4D1F-80B9-5A13CC3DFD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2" y="930"/>
              <a:ext cx="122" cy="272"/>
            </a:xfrm>
            <a:custGeom>
              <a:avLst/>
              <a:gdLst>
                <a:gd name="T0" fmla="*/ 75 w 115"/>
                <a:gd name="T1" fmla="*/ 0 h 255"/>
                <a:gd name="T2" fmla="*/ 75 w 115"/>
                <a:gd name="T3" fmla="*/ 44 h 255"/>
                <a:gd name="T4" fmla="*/ 63 w 115"/>
                <a:gd name="T5" fmla="*/ 95 h 255"/>
                <a:gd name="T6" fmla="*/ 137 w 115"/>
                <a:gd name="T7" fmla="*/ 309 h 255"/>
                <a:gd name="T8" fmla="*/ 62 w 115"/>
                <a:gd name="T9" fmla="*/ 138 h 255"/>
                <a:gd name="T10" fmla="*/ 82 w 115"/>
                <a:gd name="T11" fmla="*/ 48 h 255"/>
                <a:gd name="T12" fmla="*/ 75 w 115"/>
                <a:gd name="T13" fmla="*/ 0 h 25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5" h="255">
                  <a:moveTo>
                    <a:pt x="63" y="0"/>
                  </a:moveTo>
                  <a:cubicBezTo>
                    <a:pt x="63" y="0"/>
                    <a:pt x="60" y="20"/>
                    <a:pt x="63" y="36"/>
                  </a:cubicBezTo>
                  <a:cubicBezTo>
                    <a:pt x="65" y="52"/>
                    <a:pt x="60" y="63"/>
                    <a:pt x="53" y="78"/>
                  </a:cubicBezTo>
                  <a:cubicBezTo>
                    <a:pt x="47" y="93"/>
                    <a:pt x="0" y="211"/>
                    <a:pt x="115" y="255"/>
                  </a:cubicBezTo>
                  <a:cubicBezTo>
                    <a:pt x="115" y="255"/>
                    <a:pt x="21" y="206"/>
                    <a:pt x="52" y="113"/>
                  </a:cubicBezTo>
                  <a:cubicBezTo>
                    <a:pt x="65" y="75"/>
                    <a:pt x="72" y="53"/>
                    <a:pt x="69" y="39"/>
                  </a:cubicBezTo>
                  <a:cubicBezTo>
                    <a:pt x="67" y="24"/>
                    <a:pt x="63" y="0"/>
                    <a:pt x="63" y="0"/>
                  </a:cubicBezTo>
                  <a:close/>
                </a:path>
              </a:pathLst>
            </a:custGeom>
            <a:solidFill>
              <a:srgbClr val="C27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9286" name="Freeform 634">
              <a:extLst>
                <a:ext uri="{FF2B5EF4-FFF2-40B4-BE49-F238E27FC236}">
                  <a16:creationId xmlns:a16="http://schemas.microsoft.com/office/drawing/2014/main" id="{F53BD21A-A4D6-4326-B664-451E8A0AE5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1" y="1009"/>
              <a:ext cx="16" cy="82"/>
            </a:xfrm>
            <a:custGeom>
              <a:avLst/>
              <a:gdLst>
                <a:gd name="T0" fmla="*/ 0 w 15"/>
                <a:gd name="T1" fmla="*/ 0 h 77"/>
                <a:gd name="T2" fmla="*/ 14 w 15"/>
                <a:gd name="T3" fmla="*/ 43 h 77"/>
                <a:gd name="T4" fmla="*/ 4 w 15"/>
                <a:gd name="T5" fmla="*/ 93 h 77"/>
                <a:gd name="T6" fmla="*/ 6 w 15"/>
                <a:gd name="T7" fmla="*/ 42 h 77"/>
                <a:gd name="T8" fmla="*/ 2 w 15"/>
                <a:gd name="T9" fmla="*/ 4 h 7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77">
                  <a:moveTo>
                    <a:pt x="0" y="0"/>
                  </a:moveTo>
                  <a:cubicBezTo>
                    <a:pt x="4" y="12"/>
                    <a:pt x="7" y="24"/>
                    <a:pt x="11" y="36"/>
                  </a:cubicBezTo>
                  <a:cubicBezTo>
                    <a:pt x="15" y="51"/>
                    <a:pt x="4" y="62"/>
                    <a:pt x="4" y="77"/>
                  </a:cubicBezTo>
                  <a:cubicBezTo>
                    <a:pt x="0" y="64"/>
                    <a:pt x="8" y="49"/>
                    <a:pt x="6" y="35"/>
                  </a:cubicBezTo>
                  <a:cubicBezTo>
                    <a:pt x="5" y="25"/>
                    <a:pt x="2" y="15"/>
                    <a:pt x="2" y="4"/>
                  </a:cubicBezTo>
                </a:path>
              </a:pathLst>
            </a:custGeom>
            <a:solidFill>
              <a:srgbClr val="C27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9287" name="Freeform 635">
              <a:extLst>
                <a:ext uri="{FF2B5EF4-FFF2-40B4-BE49-F238E27FC236}">
                  <a16:creationId xmlns:a16="http://schemas.microsoft.com/office/drawing/2014/main" id="{5EF8D809-D45A-4162-9796-855EE56B7A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2" y="893"/>
              <a:ext cx="44" cy="32"/>
            </a:xfrm>
            <a:custGeom>
              <a:avLst/>
              <a:gdLst>
                <a:gd name="T0" fmla="*/ 50 w 41"/>
                <a:gd name="T1" fmla="*/ 0 h 30"/>
                <a:gd name="T2" fmla="*/ 47 w 41"/>
                <a:gd name="T3" fmla="*/ 7 h 30"/>
                <a:gd name="T4" fmla="*/ 30 w 41"/>
                <a:gd name="T5" fmla="*/ 20 h 30"/>
                <a:gd name="T6" fmla="*/ 13 w 41"/>
                <a:gd name="T7" fmla="*/ 27 h 30"/>
                <a:gd name="T8" fmla="*/ 0 w 41"/>
                <a:gd name="T9" fmla="*/ 36 h 30"/>
                <a:gd name="T10" fmla="*/ 17 w 41"/>
                <a:gd name="T11" fmla="*/ 29 h 30"/>
                <a:gd name="T12" fmla="*/ 34 w 41"/>
                <a:gd name="T13" fmla="*/ 20 h 30"/>
                <a:gd name="T14" fmla="*/ 49 w 41"/>
                <a:gd name="T15" fmla="*/ 0 h 3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1" h="30">
                  <a:moveTo>
                    <a:pt x="41" y="0"/>
                  </a:moveTo>
                  <a:cubicBezTo>
                    <a:pt x="40" y="1"/>
                    <a:pt x="39" y="5"/>
                    <a:pt x="38" y="7"/>
                  </a:cubicBezTo>
                  <a:cubicBezTo>
                    <a:pt x="34" y="11"/>
                    <a:pt x="29" y="15"/>
                    <a:pt x="24" y="17"/>
                  </a:cubicBezTo>
                  <a:cubicBezTo>
                    <a:pt x="19" y="19"/>
                    <a:pt x="14" y="19"/>
                    <a:pt x="10" y="22"/>
                  </a:cubicBezTo>
                  <a:cubicBezTo>
                    <a:pt x="7" y="24"/>
                    <a:pt x="3" y="28"/>
                    <a:pt x="0" y="30"/>
                  </a:cubicBezTo>
                  <a:cubicBezTo>
                    <a:pt x="3" y="26"/>
                    <a:pt x="10" y="24"/>
                    <a:pt x="14" y="23"/>
                  </a:cubicBezTo>
                  <a:cubicBezTo>
                    <a:pt x="19" y="21"/>
                    <a:pt x="24" y="19"/>
                    <a:pt x="28" y="17"/>
                  </a:cubicBezTo>
                  <a:cubicBezTo>
                    <a:pt x="34" y="14"/>
                    <a:pt x="41" y="7"/>
                    <a:pt x="40" y="0"/>
                  </a:cubicBezTo>
                </a:path>
              </a:pathLst>
            </a:custGeom>
            <a:solidFill>
              <a:srgbClr val="5A22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9288" name="Freeform 636">
              <a:extLst>
                <a:ext uri="{FF2B5EF4-FFF2-40B4-BE49-F238E27FC236}">
                  <a16:creationId xmlns:a16="http://schemas.microsoft.com/office/drawing/2014/main" id="{61B1B404-CEDC-48F7-AF0C-E65D6BB354B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7" y="894"/>
              <a:ext cx="29" cy="19"/>
            </a:xfrm>
            <a:custGeom>
              <a:avLst/>
              <a:gdLst>
                <a:gd name="T0" fmla="*/ 0 w 28"/>
                <a:gd name="T1" fmla="*/ 0 h 18"/>
                <a:gd name="T2" fmla="*/ 6 w 28"/>
                <a:gd name="T3" fmla="*/ 5 h 18"/>
                <a:gd name="T4" fmla="*/ 12 w 28"/>
                <a:gd name="T5" fmla="*/ 14 h 18"/>
                <a:gd name="T6" fmla="*/ 24 w 28"/>
                <a:gd name="T7" fmla="*/ 19 h 18"/>
                <a:gd name="T8" fmla="*/ 31 w 28"/>
                <a:gd name="T9" fmla="*/ 21 h 18"/>
                <a:gd name="T10" fmla="*/ 13 w 28"/>
                <a:gd name="T11" fmla="*/ 12 h 18"/>
                <a:gd name="T12" fmla="*/ 0 w 28"/>
                <a:gd name="T13" fmla="*/ 1 h 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" h="18">
                  <a:moveTo>
                    <a:pt x="0" y="0"/>
                  </a:moveTo>
                  <a:cubicBezTo>
                    <a:pt x="1" y="2"/>
                    <a:pt x="4" y="4"/>
                    <a:pt x="6" y="5"/>
                  </a:cubicBezTo>
                  <a:cubicBezTo>
                    <a:pt x="8" y="7"/>
                    <a:pt x="10" y="9"/>
                    <a:pt x="12" y="11"/>
                  </a:cubicBezTo>
                  <a:cubicBezTo>
                    <a:pt x="15" y="13"/>
                    <a:pt x="18" y="15"/>
                    <a:pt x="21" y="16"/>
                  </a:cubicBezTo>
                  <a:cubicBezTo>
                    <a:pt x="23" y="17"/>
                    <a:pt x="26" y="18"/>
                    <a:pt x="28" y="18"/>
                  </a:cubicBezTo>
                  <a:cubicBezTo>
                    <a:pt x="23" y="15"/>
                    <a:pt x="17" y="13"/>
                    <a:pt x="13" y="9"/>
                  </a:cubicBezTo>
                  <a:cubicBezTo>
                    <a:pt x="9" y="6"/>
                    <a:pt x="5" y="2"/>
                    <a:pt x="0" y="1"/>
                  </a:cubicBezTo>
                </a:path>
              </a:pathLst>
            </a:custGeom>
            <a:solidFill>
              <a:srgbClr val="5A22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9289" name="Freeform 637">
              <a:extLst>
                <a:ext uri="{FF2B5EF4-FFF2-40B4-BE49-F238E27FC236}">
                  <a16:creationId xmlns:a16="http://schemas.microsoft.com/office/drawing/2014/main" id="{7F625EDC-874E-4830-B224-E5F5CB65B2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8" y="1086"/>
              <a:ext cx="43" cy="107"/>
            </a:xfrm>
            <a:custGeom>
              <a:avLst/>
              <a:gdLst>
                <a:gd name="T0" fmla="*/ 43 w 40"/>
                <a:gd name="T1" fmla="*/ 3 h 101"/>
                <a:gd name="T2" fmla="*/ 20 w 40"/>
                <a:gd name="T3" fmla="*/ 39 h 101"/>
                <a:gd name="T4" fmla="*/ 49 w 40"/>
                <a:gd name="T5" fmla="*/ 53 h 101"/>
                <a:gd name="T6" fmla="*/ 27 w 40"/>
                <a:gd name="T7" fmla="*/ 73 h 101"/>
                <a:gd name="T8" fmla="*/ 13 w 40"/>
                <a:gd name="T9" fmla="*/ 120 h 101"/>
                <a:gd name="T10" fmla="*/ 17 w 40"/>
                <a:gd name="T11" fmla="*/ 67 h 101"/>
                <a:gd name="T12" fmla="*/ 5 w 40"/>
                <a:gd name="T13" fmla="*/ 54 h 101"/>
                <a:gd name="T14" fmla="*/ 0 w 40"/>
                <a:gd name="T15" fmla="*/ 37 h 101"/>
                <a:gd name="T16" fmla="*/ 10 w 40"/>
                <a:gd name="T17" fmla="*/ 43 h 101"/>
                <a:gd name="T18" fmla="*/ 13 w 40"/>
                <a:gd name="T19" fmla="*/ 28 h 101"/>
                <a:gd name="T20" fmla="*/ 40 w 40"/>
                <a:gd name="T21" fmla="*/ 1 h 10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0" h="101">
                  <a:moveTo>
                    <a:pt x="34" y="3"/>
                  </a:moveTo>
                  <a:cubicBezTo>
                    <a:pt x="21" y="3"/>
                    <a:pt x="10" y="21"/>
                    <a:pt x="17" y="33"/>
                  </a:cubicBezTo>
                  <a:cubicBezTo>
                    <a:pt x="21" y="41"/>
                    <a:pt x="32" y="43"/>
                    <a:pt x="40" y="44"/>
                  </a:cubicBezTo>
                  <a:cubicBezTo>
                    <a:pt x="27" y="42"/>
                    <a:pt x="21" y="48"/>
                    <a:pt x="21" y="61"/>
                  </a:cubicBezTo>
                  <a:cubicBezTo>
                    <a:pt x="22" y="76"/>
                    <a:pt x="20" y="89"/>
                    <a:pt x="10" y="101"/>
                  </a:cubicBezTo>
                  <a:cubicBezTo>
                    <a:pt x="14" y="87"/>
                    <a:pt x="25" y="70"/>
                    <a:pt x="14" y="56"/>
                  </a:cubicBezTo>
                  <a:cubicBezTo>
                    <a:pt x="11" y="53"/>
                    <a:pt x="7" y="49"/>
                    <a:pt x="5" y="45"/>
                  </a:cubicBezTo>
                  <a:cubicBezTo>
                    <a:pt x="3" y="40"/>
                    <a:pt x="2" y="35"/>
                    <a:pt x="0" y="31"/>
                  </a:cubicBezTo>
                  <a:cubicBezTo>
                    <a:pt x="1" y="34"/>
                    <a:pt x="4" y="39"/>
                    <a:pt x="7" y="37"/>
                  </a:cubicBezTo>
                  <a:cubicBezTo>
                    <a:pt x="9" y="36"/>
                    <a:pt x="10" y="26"/>
                    <a:pt x="10" y="24"/>
                  </a:cubicBezTo>
                  <a:cubicBezTo>
                    <a:pt x="13" y="14"/>
                    <a:pt x="20" y="0"/>
                    <a:pt x="32" y="1"/>
                  </a:cubicBezTo>
                </a:path>
              </a:pathLst>
            </a:custGeom>
            <a:solidFill>
              <a:srgbClr val="C27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9290" name="Freeform 638">
              <a:extLst>
                <a:ext uri="{FF2B5EF4-FFF2-40B4-BE49-F238E27FC236}">
                  <a16:creationId xmlns:a16="http://schemas.microsoft.com/office/drawing/2014/main" id="{A0385DE1-98FB-4889-ADF5-9A11B42AEF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6" y="1085"/>
              <a:ext cx="23" cy="23"/>
            </a:xfrm>
            <a:custGeom>
              <a:avLst/>
              <a:gdLst>
                <a:gd name="T0" fmla="*/ 0 w 22"/>
                <a:gd name="T1" fmla="*/ 2 h 22"/>
                <a:gd name="T2" fmla="*/ 14 w 22"/>
                <a:gd name="T3" fmla="*/ 8 h 22"/>
                <a:gd name="T4" fmla="*/ 20 w 22"/>
                <a:gd name="T5" fmla="*/ 25 h 22"/>
                <a:gd name="T6" fmla="*/ 17 w 22"/>
                <a:gd name="T7" fmla="*/ 6 h 22"/>
                <a:gd name="T8" fmla="*/ 1 w 22"/>
                <a:gd name="T9" fmla="*/ 2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2">
                  <a:moveTo>
                    <a:pt x="0" y="2"/>
                  </a:moveTo>
                  <a:cubicBezTo>
                    <a:pt x="4" y="4"/>
                    <a:pt x="7" y="5"/>
                    <a:pt x="11" y="8"/>
                  </a:cubicBezTo>
                  <a:cubicBezTo>
                    <a:pt x="16" y="12"/>
                    <a:pt x="16" y="17"/>
                    <a:pt x="17" y="22"/>
                  </a:cubicBezTo>
                  <a:cubicBezTo>
                    <a:pt x="22" y="18"/>
                    <a:pt x="19" y="8"/>
                    <a:pt x="14" y="6"/>
                  </a:cubicBezTo>
                  <a:cubicBezTo>
                    <a:pt x="11" y="4"/>
                    <a:pt x="4" y="0"/>
                    <a:pt x="1" y="2"/>
                  </a:cubicBezTo>
                </a:path>
              </a:pathLst>
            </a:custGeom>
            <a:solidFill>
              <a:srgbClr val="C27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9291" name="Freeform 639">
              <a:extLst>
                <a:ext uri="{FF2B5EF4-FFF2-40B4-BE49-F238E27FC236}">
                  <a16:creationId xmlns:a16="http://schemas.microsoft.com/office/drawing/2014/main" id="{56256F99-AE5C-45B4-9CDF-77AC7801242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8" y="1022"/>
              <a:ext cx="31" cy="18"/>
            </a:xfrm>
            <a:custGeom>
              <a:avLst/>
              <a:gdLst>
                <a:gd name="T0" fmla="*/ 35 w 29"/>
                <a:gd name="T1" fmla="*/ 6 h 17"/>
                <a:gd name="T2" fmla="*/ 17 w 29"/>
                <a:gd name="T3" fmla="*/ 4 h 17"/>
                <a:gd name="T4" fmla="*/ 0 w 29"/>
                <a:gd name="T5" fmla="*/ 20 h 17"/>
                <a:gd name="T6" fmla="*/ 19 w 29"/>
                <a:gd name="T7" fmla="*/ 7 h 17"/>
                <a:gd name="T8" fmla="*/ 34 w 29"/>
                <a:gd name="T9" fmla="*/ 6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17">
                  <a:moveTo>
                    <a:pt x="29" y="6"/>
                  </a:moveTo>
                  <a:cubicBezTo>
                    <a:pt x="22" y="4"/>
                    <a:pt x="20" y="0"/>
                    <a:pt x="14" y="4"/>
                  </a:cubicBezTo>
                  <a:cubicBezTo>
                    <a:pt x="8" y="8"/>
                    <a:pt x="5" y="14"/>
                    <a:pt x="0" y="17"/>
                  </a:cubicBezTo>
                  <a:cubicBezTo>
                    <a:pt x="5" y="14"/>
                    <a:pt x="10" y="10"/>
                    <a:pt x="16" y="7"/>
                  </a:cubicBezTo>
                  <a:cubicBezTo>
                    <a:pt x="20" y="5"/>
                    <a:pt x="24" y="6"/>
                    <a:pt x="28" y="6"/>
                  </a:cubicBezTo>
                </a:path>
              </a:pathLst>
            </a:custGeom>
            <a:solidFill>
              <a:srgbClr val="D485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9292" name="Freeform 640">
              <a:extLst>
                <a:ext uri="{FF2B5EF4-FFF2-40B4-BE49-F238E27FC236}">
                  <a16:creationId xmlns:a16="http://schemas.microsoft.com/office/drawing/2014/main" id="{6F33A2E1-26E7-47C1-870C-D442086AE1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4" y="1044"/>
              <a:ext cx="35" cy="7"/>
            </a:xfrm>
            <a:custGeom>
              <a:avLst/>
              <a:gdLst>
                <a:gd name="T0" fmla="*/ 42 w 32"/>
                <a:gd name="T1" fmla="*/ 0 h 6"/>
                <a:gd name="T2" fmla="*/ 9 w 32"/>
                <a:gd name="T3" fmla="*/ 2 h 6"/>
                <a:gd name="T4" fmla="*/ 15 w 32"/>
                <a:gd name="T5" fmla="*/ 8 h 6"/>
                <a:gd name="T6" fmla="*/ 30 w 32"/>
                <a:gd name="T7" fmla="*/ 1 h 6"/>
                <a:gd name="T8" fmla="*/ 40 w 32"/>
                <a:gd name="T9" fmla="*/ 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6">
                  <a:moveTo>
                    <a:pt x="32" y="0"/>
                  </a:moveTo>
                  <a:cubicBezTo>
                    <a:pt x="26" y="0"/>
                    <a:pt x="11" y="0"/>
                    <a:pt x="6" y="2"/>
                  </a:cubicBezTo>
                  <a:cubicBezTo>
                    <a:pt x="0" y="6"/>
                    <a:pt x="8" y="6"/>
                    <a:pt x="12" y="5"/>
                  </a:cubicBezTo>
                  <a:cubicBezTo>
                    <a:pt x="15" y="3"/>
                    <a:pt x="19" y="2"/>
                    <a:pt x="23" y="1"/>
                  </a:cubicBezTo>
                  <a:cubicBezTo>
                    <a:pt x="26" y="1"/>
                    <a:pt x="29" y="1"/>
                    <a:pt x="31" y="1"/>
                  </a:cubicBezTo>
                </a:path>
              </a:pathLst>
            </a:custGeom>
            <a:solidFill>
              <a:srgbClr val="D485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9293" name="Freeform 641">
              <a:extLst>
                <a:ext uri="{FF2B5EF4-FFF2-40B4-BE49-F238E27FC236}">
                  <a16:creationId xmlns:a16="http://schemas.microsoft.com/office/drawing/2014/main" id="{7043CBA2-F01E-4968-9A2F-E07CD3DCEE76}"/>
                </a:ext>
              </a:extLst>
            </p:cNvPr>
            <p:cNvSpPr>
              <a:spLocks/>
            </p:cNvSpPr>
            <p:nvPr/>
          </p:nvSpPr>
          <p:spPr bwMode="auto">
            <a:xfrm>
              <a:off x="814" y="2108"/>
              <a:ext cx="138" cy="152"/>
            </a:xfrm>
            <a:custGeom>
              <a:avLst/>
              <a:gdLst>
                <a:gd name="T0" fmla="*/ 155 w 130"/>
                <a:gd name="T1" fmla="*/ 1 h 142"/>
                <a:gd name="T2" fmla="*/ 148 w 130"/>
                <a:gd name="T3" fmla="*/ 34 h 142"/>
                <a:gd name="T4" fmla="*/ 130 w 130"/>
                <a:gd name="T5" fmla="*/ 56 h 142"/>
                <a:gd name="T6" fmla="*/ 91 w 130"/>
                <a:gd name="T7" fmla="*/ 100 h 142"/>
                <a:gd name="T8" fmla="*/ 79 w 130"/>
                <a:gd name="T9" fmla="*/ 137 h 142"/>
                <a:gd name="T10" fmla="*/ 62 w 130"/>
                <a:gd name="T11" fmla="*/ 174 h 142"/>
                <a:gd name="T12" fmla="*/ 0 w 130"/>
                <a:gd name="T13" fmla="*/ 115 h 142"/>
                <a:gd name="T14" fmla="*/ 77 w 130"/>
                <a:gd name="T15" fmla="*/ 125 h 142"/>
                <a:gd name="T16" fmla="*/ 65 w 130"/>
                <a:gd name="T17" fmla="*/ 79 h 142"/>
                <a:gd name="T18" fmla="*/ 34 w 130"/>
                <a:gd name="T19" fmla="*/ 54 h 142"/>
                <a:gd name="T20" fmla="*/ 114 w 130"/>
                <a:gd name="T21" fmla="*/ 67 h 142"/>
                <a:gd name="T22" fmla="*/ 136 w 130"/>
                <a:gd name="T23" fmla="*/ 31 h 142"/>
                <a:gd name="T24" fmla="*/ 152 w 130"/>
                <a:gd name="T25" fmla="*/ 0 h 14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30" h="142">
                  <a:moveTo>
                    <a:pt x="130" y="1"/>
                  </a:moveTo>
                  <a:cubicBezTo>
                    <a:pt x="128" y="10"/>
                    <a:pt x="128" y="19"/>
                    <a:pt x="123" y="28"/>
                  </a:cubicBezTo>
                  <a:cubicBezTo>
                    <a:pt x="120" y="35"/>
                    <a:pt x="114" y="40"/>
                    <a:pt x="108" y="46"/>
                  </a:cubicBezTo>
                  <a:cubicBezTo>
                    <a:pt x="98" y="57"/>
                    <a:pt x="82" y="69"/>
                    <a:pt x="76" y="81"/>
                  </a:cubicBezTo>
                  <a:cubicBezTo>
                    <a:pt x="72" y="93"/>
                    <a:pt x="74" y="102"/>
                    <a:pt x="66" y="112"/>
                  </a:cubicBezTo>
                  <a:cubicBezTo>
                    <a:pt x="58" y="122"/>
                    <a:pt x="52" y="128"/>
                    <a:pt x="52" y="142"/>
                  </a:cubicBezTo>
                  <a:cubicBezTo>
                    <a:pt x="49" y="113"/>
                    <a:pt x="18" y="108"/>
                    <a:pt x="0" y="93"/>
                  </a:cubicBezTo>
                  <a:cubicBezTo>
                    <a:pt x="14" y="97"/>
                    <a:pt x="51" y="123"/>
                    <a:pt x="65" y="102"/>
                  </a:cubicBezTo>
                  <a:cubicBezTo>
                    <a:pt x="71" y="92"/>
                    <a:pt x="61" y="72"/>
                    <a:pt x="54" y="64"/>
                  </a:cubicBezTo>
                  <a:cubicBezTo>
                    <a:pt x="47" y="57"/>
                    <a:pt x="34" y="53"/>
                    <a:pt x="28" y="44"/>
                  </a:cubicBezTo>
                  <a:cubicBezTo>
                    <a:pt x="49" y="55"/>
                    <a:pt x="73" y="84"/>
                    <a:pt x="95" y="55"/>
                  </a:cubicBezTo>
                  <a:cubicBezTo>
                    <a:pt x="102" y="46"/>
                    <a:pt x="108" y="35"/>
                    <a:pt x="114" y="25"/>
                  </a:cubicBezTo>
                  <a:cubicBezTo>
                    <a:pt x="118" y="18"/>
                    <a:pt x="128" y="8"/>
                    <a:pt x="127" y="0"/>
                  </a:cubicBezTo>
                </a:path>
              </a:pathLst>
            </a:custGeom>
            <a:solidFill>
              <a:srgbClr val="8E4C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9294" name="Freeform 642">
              <a:extLst>
                <a:ext uri="{FF2B5EF4-FFF2-40B4-BE49-F238E27FC236}">
                  <a16:creationId xmlns:a16="http://schemas.microsoft.com/office/drawing/2014/main" id="{E7575D2F-7C1E-4FC0-8756-1836DE7CEE56}"/>
                </a:ext>
              </a:extLst>
            </p:cNvPr>
            <p:cNvSpPr>
              <a:spLocks/>
            </p:cNvSpPr>
            <p:nvPr/>
          </p:nvSpPr>
          <p:spPr bwMode="auto">
            <a:xfrm>
              <a:off x="926" y="1913"/>
              <a:ext cx="36" cy="239"/>
            </a:xfrm>
            <a:custGeom>
              <a:avLst/>
              <a:gdLst>
                <a:gd name="T0" fmla="*/ 35 w 34"/>
                <a:gd name="T1" fmla="*/ 107 h 224"/>
                <a:gd name="T2" fmla="*/ 33 w 34"/>
                <a:gd name="T3" fmla="*/ 209 h 224"/>
                <a:gd name="T4" fmla="*/ 26 w 34"/>
                <a:gd name="T5" fmla="*/ 242 h 224"/>
                <a:gd name="T6" fmla="*/ 0 w 34"/>
                <a:gd name="T7" fmla="*/ 272 h 224"/>
                <a:gd name="T8" fmla="*/ 19 w 34"/>
                <a:gd name="T9" fmla="*/ 210 h 224"/>
                <a:gd name="T10" fmla="*/ 21 w 34"/>
                <a:gd name="T11" fmla="*/ 129 h 224"/>
                <a:gd name="T12" fmla="*/ 40 w 34"/>
                <a:gd name="T13" fmla="*/ 0 h 2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4" h="224">
                  <a:moveTo>
                    <a:pt x="29" y="88"/>
                  </a:moveTo>
                  <a:cubicBezTo>
                    <a:pt x="25" y="116"/>
                    <a:pt x="28" y="144"/>
                    <a:pt x="27" y="172"/>
                  </a:cubicBezTo>
                  <a:cubicBezTo>
                    <a:pt x="27" y="181"/>
                    <a:pt x="27" y="191"/>
                    <a:pt x="23" y="200"/>
                  </a:cubicBezTo>
                  <a:cubicBezTo>
                    <a:pt x="19" y="211"/>
                    <a:pt x="9" y="216"/>
                    <a:pt x="0" y="224"/>
                  </a:cubicBezTo>
                  <a:cubicBezTo>
                    <a:pt x="11" y="211"/>
                    <a:pt x="14" y="189"/>
                    <a:pt x="16" y="173"/>
                  </a:cubicBezTo>
                  <a:cubicBezTo>
                    <a:pt x="18" y="151"/>
                    <a:pt x="17" y="128"/>
                    <a:pt x="18" y="106"/>
                  </a:cubicBezTo>
                  <a:cubicBezTo>
                    <a:pt x="21" y="70"/>
                    <a:pt x="20" y="34"/>
                    <a:pt x="34" y="0"/>
                  </a:cubicBezTo>
                </a:path>
              </a:pathLst>
            </a:custGeom>
            <a:solidFill>
              <a:srgbClr val="8E4C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9295" name="Freeform 643">
              <a:extLst>
                <a:ext uri="{FF2B5EF4-FFF2-40B4-BE49-F238E27FC236}">
                  <a16:creationId xmlns:a16="http://schemas.microsoft.com/office/drawing/2014/main" id="{B376BBAF-BE5B-4BE8-A473-10EB16150658}"/>
                </a:ext>
              </a:extLst>
            </p:cNvPr>
            <p:cNvSpPr>
              <a:spLocks/>
            </p:cNvSpPr>
            <p:nvPr/>
          </p:nvSpPr>
          <p:spPr bwMode="auto">
            <a:xfrm>
              <a:off x="843" y="2280"/>
              <a:ext cx="50" cy="160"/>
            </a:xfrm>
            <a:custGeom>
              <a:avLst/>
              <a:gdLst>
                <a:gd name="T0" fmla="*/ 33 w 47"/>
                <a:gd name="T1" fmla="*/ 0 h 150"/>
                <a:gd name="T2" fmla="*/ 33 w 47"/>
                <a:gd name="T3" fmla="*/ 86 h 150"/>
                <a:gd name="T4" fmla="*/ 21 w 47"/>
                <a:gd name="T5" fmla="*/ 178 h 150"/>
                <a:gd name="T6" fmla="*/ 0 w 47"/>
                <a:gd name="T7" fmla="*/ 182 h 150"/>
                <a:gd name="T8" fmla="*/ 16 w 47"/>
                <a:gd name="T9" fmla="*/ 134 h 150"/>
                <a:gd name="T10" fmla="*/ 21 w 47"/>
                <a:gd name="T11" fmla="*/ 84 h 150"/>
                <a:gd name="T12" fmla="*/ 33 w 47"/>
                <a:gd name="T13" fmla="*/ 36 h 150"/>
                <a:gd name="T14" fmla="*/ 34 w 47"/>
                <a:gd name="T15" fmla="*/ 0 h 15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7" h="150">
                  <a:moveTo>
                    <a:pt x="27" y="0"/>
                  </a:moveTo>
                  <a:cubicBezTo>
                    <a:pt x="47" y="15"/>
                    <a:pt x="31" y="52"/>
                    <a:pt x="27" y="71"/>
                  </a:cubicBezTo>
                  <a:cubicBezTo>
                    <a:pt x="22" y="96"/>
                    <a:pt x="19" y="121"/>
                    <a:pt x="18" y="147"/>
                  </a:cubicBezTo>
                  <a:cubicBezTo>
                    <a:pt x="12" y="144"/>
                    <a:pt x="6" y="149"/>
                    <a:pt x="0" y="150"/>
                  </a:cubicBezTo>
                  <a:cubicBezTo>
                    <a:pt x="7" y="143"/>
                    <a:pt x="11" y="122"/>
                    <a:pt x="13" y="111"/>
                  </a:cubicBezTo>
                  <a:cubicBezTo>
                    <a:pt x="15" y="97"/>
                    <a:pt x="15" y="83"/>
                    <a:pt x="18" y="69"/>
                  </a:cubicBezTo>
                  <a:cubicBezTo>
                    <a:pt x="20" y="55"/>
                    <a:pt x="25" y="43"/>
                    <a:pt x="27" y="30"/>
                  </a:cubicBezTo>
                  <a:cubicBezTo>
                    <a:pt x="29" y="20"/>
                    <a:pt x="28" y="10"/>
                    <a:pt x="28" y="0"/>
                  </a:cubicBezTo>
                </a:path>
              </a:pathLst>
            </a:custGeom>
            <a:solidFill>
              <a:srgbClr val="8E4C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9296" name="Freeform 644">
              <a:extLst>
                <a:ext uri="{FF2B5EF4-FFF2-40B4-BE49-F238E27FC236}">
                  <a16:creationId xmlns:a16="http://schemas.microsoft.com/office/drawing/2014/main" id="{DB15D23B-4B56-4F1B-8B1E-E58BA6A90B4D}"/>
                </a:ext>
              </a:extLst>
            </p:cNvPr>
            <p:cNvSpPr>
              <a:spLocks/>
            </p:cNvSpPr>
            <p:nvPr/>
          </p:nvSpPr>
          <p:spPr bwMode="auto">
            <a:xfrm>
              <a:off x="768" y="2345"/>
              <a:ext cx="56" cy="35"/>
            </a:xfrm>
            <a:custGeom>
              <a:avLst/>
              <a:gdLst>
                <a:gd name="T0" fmla="*/ 0 w 53"/>
                <a:gd name="T1" fmla="*/ 12 h 33"/>
                <a:gd name="T2" fmla="*/ 38 w 53"/>
                <a:gd name="T3" fmla="*/ 14 h 33"/>
                <a:gd name="T4" fmla="*/ 62 w 53"/>
                <a:gd name="T5" fmla="*/ 39 h 33"/>
                <a:gd name="T6" fmla="*/ 39 w 53"/>
                <a:gd name="T7" fmla="*/ 4 h 33"/>
                <a:gd name="T8" fmla="*/ 21 w 53"/>
                <a:gd name="T9" fmla="*/ 1 h 33"/>
                <a:gd name="T10" fmla="*/ 4 w 53"/>
                <a:gd name="T11" fmla="*/ 8 h 3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3" h="33">
                  <a:moveTo>
                    <a:pt x="0" y="9"/>
                  </a:moveTo>
                  <a:cubicBezTo>
                    <a:pt x="4" y="2"/>
                    <a:pt x="25" y="9"/>
                    <a:pt x="32" y="11"/>
                  </a:cubicBezTo>
                  <a:cubicBezTo>
                    <a:pt x="44" y="15"/>
                    <a:pt x="47" y="22"/>
                    <a:pt x="53" y="33"/>
                  </a:cubicBezTo>
                  <a:cubicBezTo>
                    <a:pt x="53" y="19"/>
                    <a:pt x="46" y="9"/>
                    <a:pt x="33" y="4"/>
                  </a:cubicBezTo>
                  <a:cubicBezTo>
                    <a:pt x="29" y="1"/>
                    <a:pt x="24" y="0"/>
                    <a:pt x="18" y="1"/>
                  </a:cubicBezTo>
                  <a:cubicBezTo>
                    <a:pt x="13" y="2"/>
                    <a:pt x="9" y="7"/>
                    <a:pt x="4" y="8"/>
                  </a:cubicBezTo>
                </a:path>
              </a:pathLst>
            </a:custGeom>
            <a:solidFill>
              <a:srgbClr val="C27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9297" name="Freeform 645">
              <a:extLst>
                <a:ext uri="{FF2B5EF4-FFF2-40B4-BE49-F238E27FC236}">
                  <a16:creationId xmlns:a16="http://schemas.microsoft.com/office/drawing/2014/main" id="{49F205CF-8F22-420E-89B1-4BD95451C594}"/>
                </a:ext>
              </a:extLst>
            </p:cNvPr>
            <p:cNvSpPr>
              <a:spLocks/>
            </p:cNvSpPr>
            <p:nvPr/>
          </p:nvSpPr>
          <p:spPr bwMode="auto">
            <a:xfrm>
              <a:off x="751" y="2379"/>
              <a:ext cx="50" cy="139"/>
            </a:xfrm>
            <a:custGeom>
              <a:avLst/>
              <a:gdLst>
                <a:gd name="T0" fmla="*/ 36 w 47"/>
                <a:gd name="T1" fmla="*/ 0 h 130"/>
                <a:gd name="T2" fmla="*/ 33 w 47"/>
                <a:gd name="T3" fmla="*/ 21 h 130"/>
                <a:gd name="T4" fmla="*/ 22 w 47"/>
                <a:gd name="T5" fmla="*/ 40 h 130"/>
                <a:gd name="T6" fmla="*/ 21 w 47"/>
                <a:gd name="T7" fmla="*/ 76 h 130"/>
                <a:gd name="T8" fmla="*/ 36 w 47"/>
                <a:gd name="T9" fmla="*/ 117 h 130"/>
                <a:gd name="T10" fmla="*/ 56 w 47"/>
                <a:gd name="T11" fmla="*/ 159 h 130"/>
                <a:gd name="T12" fmla="*/ 47 w 47"/>
                <a:gd name="T13" fmla="*/ 139 h 130"/>
                <a:gd name="T14" fmla="*/ 30 w 47"/>
                <a:gd name="T15" fmla="*/ 122 h 130"/>
                <a:gd name="T16" fmla="*/ 7 w 47"/>
                <a:gd name="T17" fmla="*/ 70 h 130"/>
                <a:gd name="T18" fmla="*/ 2 w 47"/>
                <a:gd name="T19" fmla="*/ 49 h 130"/>
                <a:gd name="T20" fmla="*/ 7 w 47"/>
                <a:gd name="T21" fmla="*/ 40 h 130"/>
                <a:gd name="T22" fmla="*/ 34 w 47"/>
                <a:gd name="T23" fmla="*/ 1 h 13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7" h="130">
                  <a:moveTo>
                    <a:pt x="30" y="0"/>
                  </a:moveTo>
                  <a:cubicBezTo>
                    <a:pt x="28" y="6"/>
                    <a:pt x="29" y="12"/>
                    <a:pt x="27" y="18"/>
                  </a:cubicBezTo>
                  <a:cubicBezTo>
                    <a:pt x="25" y="24"/>
                    <a:pt x="22" y="28"/>
                    <a:pt x="19" y="33"/>
                  </a:cubicBezTo>
                  <a:cubicBezTo>
                    <a:pt x="13" y="43"/>
                    <a:pt x="17" y="51"/>
                    <a:pt x="18" y="62"/>
                  </a:cubicBezTo>
                  <a:cubicBezTo>
                    <a:pt x="19" y="77"/>
                    <a:pt x="20" y="85"/>
                    <a:pt x="30" y="95"/>
                  </a:cubicBezTo>
                  <a:cubicBezTo>
                    <a:pt x="39" y="104"/>
                    <a:pt x="46" y="117"/>
                    <a:pt x="47" y="130"/>
                  </a:cubicBezTo>
                  <a:cubicBezTo>
                    <a:pt x="44" y="126"/>
                    <a:pt x="42" y="118"/>
                    <a:pt x="39" y="114"/>
                  </a:cubicBezTo>
                  <a:cubicBezTo>
                    <a:pt x="35" y="109"/>
                    <a:pt x="29" y="104"/>
                    <a:pt x="24" y="100"/>
                  </a:cubicBezTo>
                  <a:cubicBezTo>
                    <a:pt x="8" y="88"/>
                    <a:pt x="8" y="77"/>
                    <a:pt x="7" y="57"/>
                  </a:cubicBezTo>
                  <a:cubicBezTo>
                    <a:pt x="6" y="50"/>
                    <a:pt x="3" y="46"/>
                    <a:pt x="2" y="40"/>
                  </a:cubicBezTo>
                  <a:cubicBezTo>
                    <a:pt x="0" y="32"/>
                    <a:pt x="1" y="36"/>
                    <a:pt x="7" y="33"/>
                  </a:cubicBezTo>
                  <a:cubicBezTo>
                    <a:pt x="17" y="28"/>
                    <a:pt x="24" y="12"/>
                    <a:pt x="28" y="1"/>
                  </a:cubicBezTo>
                </a:path>
              </a:pathLst>
            </a:custGeom>
            <a:solidFill>
              <a:srgbClr val="8E4C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9298" name="Freeform 646">
              <a:extLst>
                <a:ext uri="{FF2B5EF4-FFF2-40B4-BE49-F238E27FC236}">
                  <a16:creationId xmlns:a16="http://schemas.microsoft.com/office/drawing/2014/main" id="{BD24D6B0-9404-42E5-BC36-F5A83D321521}"/>
                </a:ext>
              </a:extLst>
            </p:cNvPr>
            <p:cNvSpPr>
              <a:spLocks/>
            </p:cNvSpPr>
            <p:nvPr/>
          </p:nvSpPr>
          <p:spPr bwMode="auto">
            <a:xfrm>
              <a:off x="795" y="1933"/>
              <a:ext cx="85" cy="33"/>
            </a:xfrm>
            <a:custGeom>
              <a:avLst/>
              <a:gdLst>
                <a:gd name="T0" fmla="*/ 0 w 80"/>
                <a:gd name="T1" fmla="*/ 0 h 31"/>
                <a:gd name="T2" fmla="*/ 22 w 80"/>
                <a:gd name="T3" fmla="*/ 7 h 31"/>
                <a:gd name="T4" fmla="*/ 49 w 80"/>
                <a:gd name="T5" fmla="*/ 14 h 31"/>
                <a:gd name="T6" fmla="*/ 96 w 80"/>
                <a:gd name="T7" fmla="*/ 33 h 31"/>
                <a:gd name="T8" fmla="*/ 49 w 80"/>
                <a:gd name="T9" fmla="*/ 19 h 31"/>
                <a:gd name="T10" fmla="*/ 24 w 80"/>
                <a:gd name="T11" fmla="*/ 17 h 31"/>
                <a:gd name="T12" fmla="*/ 2 w 80"/>
                <a:gd name="T13" fmla="*/ 4 h 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0" h="31">
                  <a:moveTo>
                    <a:pt x="0" y="0"/>
                  </a:moveTo>
                  <a:cubicBezTo>
                    <a:pt x="6" y="0"/>
                    <a:pt x="12" y="6"/>
                    <a:pt x="19" y="7"/>
                  </a:cubicBezTo>
                  <a:cubicBezTo>
                    <a:pt x="26" y="9"/>
                    <a:pt x="33" y="8"/>
                    <a:pt x="40" y="11"/>
                  </a:cubicBezTo>
                  <a:cubicBezTo>
                    <a:pt x="54" y="15"/>
                    <a:pt x="68" y="20"/>
                    <a:pt x="80" y="27"/>
                  </a:cubicBezTo>
                  <a:cubicBezTo>
                    <a:pt x="67" y="31"/>
                    <a:pt x="52" y="21"/>
                    <a:pt x="40" y="16"/>
                  </a:cubicBezTo>
                  <a:cubicBezTo>
                    <a:pt x="34" y="14"/>
                    <a:pt x="27" y="15"/>
                    <a:pt x="21" y="14"/>
                  </a:cubicBezTo>
                  <a:cubicBezTo>
                    <a:pt x="11" y="13"/>
                    <a:pt x="8" y="9"/>
                    <a:pt x="2" y="4"/>
                  </a:cubicBezTo>
                </a:path>
              </a:pathLst>
            </a:custGeom>
            <a:solidFill>
              <a:srgbClr val="8E4C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9299" name="Freeform 647">
              <a:extLst>
                <a:ext uri="{FF2B5EF4-FFF2-40B4-BE49-F238E27FC236}">
                  <a16:creationId xmlns:a16="http://schemas.microsoft.com/office/drawing/2014/main" id="{FEBD1D24-1D6F-4AB2-94A3-FD05670287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1" y="2184"/>
              <a:ext cx="167" cy="213"/>
            </a:xfrm>
            <a:custGeom>
              <a:avLst/>
              <a:gdLst>
                <a:gd name="T0" fmla="*/ 0 w 157"/>
                <a:gd name="T1" fmla="*/ 31 h 200"/>
                <a:gd name="T2" fmla="*/ 55 w 157"/>
                <a:gd name="T3" fmla="*/ 33 h 200"/>
                <a:gd name="T4" fmla="*/ 83 w 157"/>
                <a:gd name="T5" fmla="*/ 110 h 200"/>
                <a:gd name="T6" fmla="*/ 189 w 157"/>
                <a:gd name="T7" fmla="*/ 242 h 200"/>
                <a:gd name="T8" fmla="*/ 67 w 157"/>
                <a:gd name="T9" fmla="*/ 118 h 200"/>
                <a:gd name="T10" fmla="*/ 46 w 157"/>
                <a:gd name="T11" fmla="*/ 53 h 200"/>
                <a:gd name="T12" fmla="*/ 12 w 157"/>
                <a:gd name="T13" fmla="*/ 38 h 20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7" h="200">
                  <a:moveTo>
                    <a:pt x="0" y="25"/>
                  </a:moveTo>
                  <a:cubicBezTo>
                    <a:pt x="17" y="12"/>
                    <a:pt x="35" y="0"/>
                    <a:pt x="46" y="27"/>
                  </a:cubicBezTo>
                  <a:cubicBezTo>
                    <a:pt x="54" y="48"/>
                    <a:pt x="58" y="69"/>
                    <a:pt x="69" y="91"/>
                  </a:cubicBezTo>
                  <a:cubicBezTo>
                    <a:pt x="93" y="137"/>
                    <a:pt x="112" y="173"/>
                    <a:pt x="157" y="200"/>
                  </a:cubicBezTo>
                  <a:cubicBezTo>
                    <a:pt x="119" y="197"/>
                    <a:pt x="75" y="128"/>
                    <a:pt x="55" y="98"/>
                  </a:cubicBezTo>
                  <a:cubicBezTo>
                    <a:pt x="43" y="80"/>
                    <a:pt x="45" y="64"/>
                    <a:pt x="38" y="44"/>
                  </a:cubicBezTo>
                  <a:cubicBezTo>
                    <a:pt x="33" y="28"/>
                    <a:pt x="25" y="31"/>
                    <a:pt x="9" y="32"/>
                  </a:cubicBezTo>
                </a:path>
              </a:pathLst>
            </a:custGeom>
            <a:solidFill>
              <a:srgbClr val="8E4C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9300" name="Freeform 648">
              <a:extLst>
                <a:ext uri="{FF2B5EF4-FFF2-40B4-BE49-F238E27FC236}">
                  <a16:creationId xmlns:a16="http://schemas.microsoft.com/office/drawing/2014/main" id="{0498DC3A-47F8-4588-9D3E-9A953CDF763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" y="2280"/>
              <a:ext cx="141" cy="84"/>
            </a:xfrm>
            <a:custGeom>
              <a:avLst/>
              <a:gdLst>
                <a:gd name="T0" fmla="*/ 108 w 132"/>
                <a:gd name="T1" fmla="*/ 28 h 79"/>
                <a:gd name="T2" fmla="*/ 0 w 132"/>
                <a:gd name="T3" fmla="*/ 3 h 79"/>
                <a:gd name="T4" fmla="*/ 89 w 132"/>
                <a:gd name="T5" fmla="*/ 40 h 79"/>
                <a:gd name="T6" fmla="*/ 161 w 132"/>
                <a:gd name="T7" fmla="*/ 95 h 7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2" h="79">
                  <a:moveTo>
                    <a:pt x="89" y="23"/>
                  </a:moveTo>
                  <a:cubicBezTo>
                    <a:pt x="81" y="0"/>
                    <a:pt x="21" y="2"/>
                    <a:pt x="0" y="3"/>
                  </a:cubicBezTo>
                  <a:cubicBezTo>
                    <a:pt x="28" y="8"/>
                    <a:pt x="50" y="16"/>
                    <a:pt x="73" y="34"/>
                  </a:cubicBezTo>
                  <a:cubicBezTo>
                    <a:pt x="88" y="45"/>
                    <a:pt x="129" y="69"/>
                    <a:pt x="132" y="79"/>
                  </a:cubicBezTo>
                </a:path>
              </a:pathLst>
            </a:custGeom>
            <a:solidFill>
              <a:srgbClr val="8E4C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9301" name="Freeform 649">
              <a:extLst>
                <a:ext uri="{FF2B5EF4-FFF2-40B4-BE49-F238E27FC236}">
                  <a16:creationId xmlns:a16="http://schemas.microsoft.com/office/drawing/2014/main" id="{2420620F-FEDD-4376-9EF7-710B0DA8548A}"/>
                </a:ext>
              </a:extLst>
            </p:cNvPr>
            <p:cNvSpPr>
              <a:spLocks/>
            </p:cNvSpPr>
            <p:nvPr/>
          </p:nvSpPr>
          <p:spPr bwMode="auto">
            <a:xfrm>
              <a:off x="906" y="2318"/>
              <a:ext cx="109" cy="673"/>
            </a:xfrm>
            <a:custGeom>
              <a:avLst/>
              <a:gdLst>
                <a:gd name="T0" fmla="*/ 67 w 102"/>
                <a:gd name="T1" fmla="*/ 0 h 631"/>
                <a:gd name="T2" fmla="*/ 16 w 102"/>
                <a:gd name="T3" fmla="*/ 446 h 631"/>
                <a:gd name="T4" fmla="*/ 124 w 102"/>
                <a:gd name="T5" fmla="*/ 766 h 631"/>
                <a:gd name="T6" fmla="*/ 38 w 102"/>
                <a:gd name="T7" fmla="*/ 440 h 631"/>
                <a:gd name="T8" fmla="*/ 67 w 102"/>
                <a:gd name="T9" fmla="*/ 0 h 6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2" h="631">
                  <a:moveTo>
                    <a:pt x="55" y="0"/>
                  </a:moveTo>
                  <a:cubicBezTo>
                    <a:pt x="55" y="0"/>
                    <a:pt x="0" y="173"/>
                    <a:pt x="13" y="368"/>
                  </a:cubicBezTo>
                  <a:cubicBezTo>
                    <a:pt x="27" y="564"/>
                    <a:pt x="81" y="600"/>
                    <a:pt x="102" y="631"/>
                  </a:cubicBezTo>
                  <a:cubicBezTo>
                    <a:pt x="102" y="631"/>
                    <a:pt x="34" y="520"/>
                    <a:pt x="32" y="363"/>
                  </a:cubicBezTo>
                  <a:cubicBezTo>
                    <a:pt x="31" y="205"/>
                    <a:pt x="55" y="0"/>
                    <a:pt x="55" y="0"/>
                  </a:cubicBezTo>
                  <a:close/>
                </a:path>
              </a:pathLst>
            </a:custGeom>
            <a:solidFill>
              <a:srgbClr val="C27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9302" name="Freeform 650">
              <a:extLst>
                <a:ext uri="{FF2B5EF4-FFF2-40B4-BE49-F238E27FC236}">
                  <a16:creationId xmlns:a16="http://schemas.microsoft.com/office/drawing/2014/main" id="{66139D92-58B4-4ACD-82D9-D670BBB96B22}"/>
                </a:ext>
              </a:extLst>
            </p:cNvPr>
            <p:cNvSpPr>
              <a:spLocks/>
            </p:cNvSpPr>
            <p:nvPr/>
          </p:nvSpPr>
          <p:spPr bwMode="auto">
            <a:xfrm>
              <a:off x="962" y="1970"/>
              <a:ext cx="70" cy="318"/>
            </a:xfrm>
            <a:custGeom>
              <a:avLst/>
              <a:gdLst>
                <a:gd name="T0" fmla="*/ 15 w 66"/>
                <a:gd name="T1" fmla="*/ 359 h 299"/>
                <a:gd name="T2" fmla="*/ 78 w 66"/>
                <a:gd name="T3" fmla="*/ 335 h 299"/>
                <a:gd name="T4" fmla="*/ 32 w 66"/>
                <a:gd name="T5" fmla="*/ 307 h 299"/>
                <a:gd name="T6" fmla="*/ 53 w 66"/>
                <a:gd name="T7" fmla="*/ 270 h 299"/>
                <a:gd name="T8" fmla="*/ 21 w 66"/>
                <a:gd name="T9" fmla="*/ 165 h 299"/>
                <a:gd name="T10" fmla="*/ 22 w 66"/>
                <a:gd name="T11" fmla="*/ 79 h 299"/>
                <a:gd name="T12" fmla="*/ 29 w 66"/>
                <a:gd name="T13" fmla="*/ 0 h 299"/>
                <a:gd name="T14" fmla="*/ 3 w 66"/>
                <a:gd name="T15" fmla="*/ 185 h 299"/>
                <a:gd name="T16" fmla="*/ 5 w 66"/>
                <a:gd name="T17" fmla="*/ 262 h 299"/>
                <a:gd name="T18" fmla="*/ 13 w 66"/>
                <a:gd name="T19" fmla="*/ 301 h 299"/>
                <a:gd name="T20" fmla="*/ 15 w 66"/>
                <a:gd name="T21" fmla="*/ 340 h 29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6" h="299">
                  <a:moveTo>
                    <a:pt x="12" y="299"/>
                  </a:moveTo>
                  <a:cubicBezTo>
                    <a:pt x="6" y="263"/>
                    <a:pt x="47" y="270"/>
                    <a:pt x="66" y="278"/>
                  </a:cubicBezTo>
                  <a:cubicBezTo>
                    <a:pt x="52" y="271"/>
                    <a:pt x="31" y="272"/>
                    <a:pt x="26" y="256"/>
                  </a:cubicBezTo>
                  <a:cubicBezTo>
                    <a:pt x="21" y="242"/>
                    <a:pt x="28" y="224"/>
                    <a:pt x="44" y="225"/>
                  </a:cubicBezTo>
                  <a:cubicBezTo>
                    <a:pt x="6" y="228"/>
                    <a:pt x="17" y="162"/>
                    <a:pt x="18" y="137"/>
                  </a:cubicBezTo>
                  <a:cubicBezTo>
                    <a:pt x="20" y="113"/>
                    <a:pt x="18" y="89"/>
                    <a:pt x="19" y="66"/>
                  </a:cubicBezTo>
                  <a:cubicBezTo>
                    <a:pt x="19" y="44"/>
                    <a:pt x="25" y="22"/>
                    <a:pt x="24" y="0"/>
                  </a:cubicBezTo>
                  <a:cubicBezTo>
                    <a:pt x="9" y="51"/>
                    <a:pt x="0" y="101"/>
                    <a:pt x="3" y="154"/>
                  </a:cubicBezTo>
                  <a:cubicBezTo>
                    <a:pt x="4" y="175"/>
                    <a:pt x="4" y="196"/>
                    <a:pt x="5" y="217"/>
                  </a:cubicBezTo>
                  <a:cubicBezTo>
                    <a:pt x="5" y="229"/>
                    <a:pt x="7" y="239"/>
                    <a:pt x="10" y="250"/>
                  </a:cubicBezTo>
                  <a:cubicBezTo>
                    <a:pt x="11" y="257"/>
                    <a:pt x="16" y="286"/>
                    <a:pt x="12" y="283"/>
                  </a:cubicBezTo>
                </a:path>
              </a:pathLst>
            </a:custGeom>
            <a:solidFill>
              <a:srgbClr val="C27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9303" name="Freeform 651">
              <a:extLst>
                <a:ext uri="{FF2B5EF4-FFF2-40B4-BE49-F238E27FC236}">
                  <a16:creationId xmlns:a16="http://schemas.microsoft.com/office/drawing/2014/main" id="{013CF0F1-3D87-47C3-88F1-C86AB1D1334B}"/>
                </a:ext>
              </a:extLst>
            </p:cNvPr>
            <p:cNvSpPr>
              <a:spLocks/>
            </p:cNvSpPr>
            <p:nvPr/>
          </p:nvSpPr>
          <p:spPr bwMode="auto">
            <a:xfrm>
              <a:off x="965" y="2993"/>
              <a:ext cx="67" cy="142"/>
            </a:xfrm>
            <a:custGeom>
              <a:avLst/>
              <a:gdLst>
                <a:gd name="T0" fmla="*/ 62 w 63"/>
                <a:gd name="T1" fmla="*/ 33 h 133"/>
                <a:gd name="T2" fmla="*/ 36 w 63"/>
                <a:gd name="T3" fmla="*/ 0 h 133"/>
                <a:gd name="T4" fmla="*/ 76 w 63"/>
                <a:gd name="T5" fmla="*/ 162 h 133"/>
                <a:gd name="T6" fmla="*/ 57 w 63"/>
                <a:gd name="T7" fmla="*/ 32 h 1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3" h="133">
                  <a:moveTo>
                    <a:pt x="52" y="27"/>
                  </a:moveTo>
                  <a:cubicBezTo>
                    <a:pt x="46" y="18"/>
                    <a:pt x="40" y="5"/>
                    <a:pt x="30" y="0"/>
                  </a:cubicBezTo>
                  <a:cubicBezTo>
                    <a:pt x="0" y="38"/>
                    <a:pt x="37" y="105"/>
                    <a:pt x="63" y="133"/>
                  </a:cubicBezTo>
                  <a:cubicBezTo>
                    <a:pt x="46" y="115"/>
                    <a:pt x="22" y="43"/>
                    <a:pt x="48" y="26"/>
                  </a:cubicBezTo>
                </a:path>
              </a:pathLst>
            </a:custGeom>
            <a:solidFill>
              <a:srgbClr val="C27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9304" name="Freeform 652">
              <a:extLst>
                <a:ext uri="{FF2B5EF4-FFF2-40B4-BE49-F238E27FC236}">
                  <a16:creationId xmlns:a16="http://schemas.microsoft.com/office/drawing/2014/main" id="{27936829-EDDD-41C8-AFA7-FC3FAD233CA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0" y="3168"/>
              <a:ext cx="128" cy="617"/>
            </a:xfrm>
            <a:custGeom>
              <a:avLst/>
              <a:gdLst>
                <a:gd name="T0" fmla="*/ 37 w 120"/>
                <a:gd name="T1" fmla="*/ 0 h 579"/>
                <a:gd name="T2" fmla="*/ 5 w 120"/>
                <a:gd name="T3" fmla="*/ 167 h 579"/>
                <a:gd name="T4" fmla="*/ 0 w 120"/>
                <a:gd name="T5" fmla="*/ 374 h 579"/>
                <a:gd name="T6" fmla="*/ 37 w 120"/>
                <a:gd name="T7" fmla="*/ 616 h 579"/>
                <a:gd name="T8" fmla="*/ 58 w 120"/>
                <a:gd name="T9" fmla="*/ 695 h 579"/>
                <a:gd name="T10" fmla="*/ 73 w 120"/>
                <a:gd name="T11" fmla="*/ 574 h 579"/>
                <a:gd name="T12" fmla="*/ 58 w 120"/>
                <a:gd name="T13" fmla="*/ 561 h 579"/>
                <a:gd name="T14" fmla="*/ 96 w 120"/>
                <a:gd name="T15" fmla="*/ 572 h 579"/>
                <a:gd name="T16" fmla="*/ 146 w 120"/>
                <a:gd name="T17" fmla="*/ 566 h 579"/>
                <a:gd name="T18" fmla="*/ 61 w 120"/>
                <a:gd name="T19" fmla="*/ 541 h 579"/>
                <a:gd name="T20" fmla="*/ 35 w 120"/>
                <a:gd name="T21" fmla="*/ 410 h 579"/>
                <a:gd name="T22" fmla="*/ 22 w 120"/>
                <a:gd name="T23" fmla="*/ 226 h 579"/>
                <a:gd name="T24" fmla="*/ 37 w 120"/>
                <a:gd name="T25" fmla="*/ 30 h 57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20" h="579">
                  <a:moveTo>
                    <a:pt x="31" y="0"/>
                  </a:moveTo>
                  <a:cubicBezTo>
                    <a:pt x="31" y="47"/>
                    <a:pt x="9" y="92"/>
                    <a:pt x="5" y="138"/>
                  </a:cubicBezTo>
                  <a:cubicBezTo>
                    <a:pt x="1" y="195"/>
                    <a:pt x="0" y="252"/>
                    <a:pt x="0" y="309"/>
                  </a:cubicBezTo>
                  <a:cubicBezTo>
                    <a:pt x="0" y="378"/>
                    <a:pt x="38" y="440"/>
                    <a:pt x="31" y="509"/>
                  </a:cubicBezTo>
                  <a:cubicBezTo>
                    <a:pt x="30" y="521"/>
                    <a:pt x="32" y="579"/>
                    <a:pt x="48" y="574"/>
                  </a:cubicBezTo>
                  <a:cubicBezTo>
                    <a:pt x="29" y="537"/>
                    <a:pt x="55" y="509"/>
                    <a:pt x="60" y="475"/>
                  </a:cubicBezTo>
                  <a:cubicBezTo>
                    <a:pt x="56" y="471"/>
                    <a:pt x="52" y="467"/>
                    <a:pt x="48" y="464"/>
                  </a:cubicBezTo>
                  <a:cubicBezTo>
                    <a:pt x="59" y="465"/>
                    <a:pt x="69" y="471"/>
                    <a:pt x="79" y="473"/>
                  </a:cubicBezTo>
                  <a:cubicBezTo>
                    <a:pt x="96" y="476"/>
                    <a:pt x="105" y="468"/>
                    <a:pt x="120" y="467"/>
                  </a:cubicBezTo>
                  <a:cubicBezTo>
                    <a:pt x="97" y="468"/>
                    <a:pt x="66" y="465"/>
                    <a:pt x="50" y="448"/>
                  </a:cubicBezTo>
                  <a:cubicBezTo>
                    <a:pt x="27" y="423"/>
                    <a:pt x="30" y="372"/>
                    <a:pt x="29" y="339"/>
                  </a:cubicBezTo>
                  <a:cubicBezTo>
                    <a:pt x="28" y="288"/>
                    <a:pt x="17" y="239"/>
                    <a:pt x="19" y="187"/>
                  </a:cubicBezTo>
                  <a:cubicBezTo>
                    <a:pt x="22" y="134"/>
                    <a:pt x="18" y="76"/>
                    <a:pt x="31" y="24"/>
                  </a:cubicBezTo>
                </a:path>
              </a:pathLst>
            </a:custGeom>
            <a:solidFill>
              <a:srgbClr val="C27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9305" name="Freeform 653">
              <a:extLst>
                <a:ext uri="{FF2B5EF4-FFF2-40B4-BE49-F238E27FC236}">
                  <a16:creationId xmlns:a16="http://schemas.microsoft.com/office/drawing/2014/main" id="{9554936B-A3CC-4654-AFAC-F3F465C6052A}"/>
                </a:ext>
              </a:extLst>
            </p:cNvPr>
            <p:cNvSpPr>
              <a:spLocks/>
            </p:cNvSpPr>
            <p:nvPr/>
          </p:nvSpPr>
          <p:spPr bwMode="auto">
            <a:xfrm>
              <a:off x="877" y="3806"/>
              <a:ext cx="165" cy="137"/>
            </a:xfrm>
            <a:custGeom>
              <a:avLst/>
              <a:gdLst>
                <a:gd name="T0" fmla="*/ 187 w 155"/>
                <a:gd name="T1" fmla="*/ 6 h 129"/>
                <a:gd name="T2" fmla="*/ 145 w 155"/>
                <a:gd name="T3" fmla="*/ 47 h 129"/>
                <a:gd name="T4" fmla="*/ 96 w 155"/>
                <a:gd name="T5" fmla="*/ 92 h 129"/>
                <a:gd name="T6" fmla="*/ 54 w 155"/>
                <a:gd name="T7" fmla="*/ 124 h 129"/>
                <a:gd name="T8" fmla="*/ 0 w 155"/>
                <a:gd name="T9" fmla="*/ 147 h 129"/>
                <a:gd name="T10" fmla="*/ 45 w 155"/>
                <a:gd name="T11" fmla="*/ 154 h 129"/>
                <a:gd name="T12" fmla="*/ 55 w 155"/>
                <a:gd name="T13" fmla="*/ 140 h 129"/>
                <a:gd name="T14" fmla="*/ 82 w 155"/>
                <a:gd name="T15" fmla="*/ 123 h 129"/>
                <a:gd name="T16" fmla="*/ 109 w 155"/>
                <a:gd name="T17" fmla="*/ 101 h 129"/>
                <a:gd name="T18" fmla="*/ 122 w 155"/>
                <a:gd name="T19" fmla="*/ 78 h 129"/>
                <a:gd name="T20" fmla="*/ 146 w 155"/>
                <a:gd name="T21" fmla="*/ 58 h 129"/>
                <a:gd name="T22" fmla="*/ 163 w 155"/>
                <a:gd name="T23" fmla="*/ 38 h 129"/>
                <a:gd name="T24" fmla="*/ 186 w 155"/>
                <a:gd name="T25" fmla="*/ 4 h 12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55" h="129">
                  <a:moveTo>
                    <a:pt x="155" y="6"/>
                  </a:moveTo>
                  <a:cubicBezTo>
                    <a:pt x="139" y="0"/>
                    <a:pt x="127" y="29"/>
                    <a:pt x="120" y="39"/>
                  </a:cubicBezTo>
                  <a:cubicBezTo>
                    <a:pt x="109" y="54"/>
                    <a:pt x="94" y="64"/>
                    <a:pt x="80" y="77"/>
                  </a:cubicBezTo>
                  <a:cubicBezTo>
                    <a:pt x="69" y="88"/>
                    <a:pt x="59" y="96"/>
                    <a:pt x="45" y="104"/>
                  </a:cubicBezTo>
                  <a:cubicBezTo>
                    <a:pt x="30" y="112"/>
                    <a:pt x="12" y="109"/>
                    <a:pt x="0" y="122"/>
                  </a:cubicBezTo>
                  <a:cubicBezTo>
                    <a:pt x="14" y="119"/>
                    <a:pt x="26" y="119"/>
                    <a:pt x="37" y="129"/>
                  </a:cubicBezTo>
                  <a:cubicBezTo>
                    <a:pt x="37" y="121"/>
                    <a:pt x="39" y="121"/>
                    <a:pt x="46" y="117"/>
                  </a:cubicBezTo>
                  <a:cubicBezTo>
                    <a:pt x="54" y="113"/>
                    <a:pt x="61" y="109"/>
                    <a:pt x="68" y="103"/>
                  </a:cubicBezTo>
                  <a:cubicBezTo>
                    <a:pt x="75" y="96"/>
                    <a:pt x="84" y="92"/>
                    <a:pt x="90" y="84"/>
                  </a:cubicBezTo>
                  <a:cubicBezTo>
                    <a:pt x="94" y="78"/>
                    <a:pt x="97" y="71"/>
                    <a:pt x="101" y="65"/>
                  </a:cubicBezTo>
                  <a:cubicBezTo>
                    <a:pt x="107" y="58"/>
                    <a:pt x="114" y="54"/>
                    <a:pt x="121" y="49"/>
                  </a:cubicBezTo>
                  <a:cubicBezTo>
                    <a:pt x="127" y="44"/>
                    <a:pt x="131" y="38"/>
                    <a:pt x="135" y="32"/>
                  </a:cubicBezTo>
                  <a:cubicBezTo>
                    <a:pt x="141" y="22"/>
                    <a:pt x="146" y="11"/>
                    <a:pt x="154" y="4"/>
                  </a:cubicBezTo>
                </a:path>
              </a:pathLst>
            </a:custGeom>
            <a:solidFill>
              <a:srgbClr val="C27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9306" name="Freeform 654">
              <a:extLst>
                <a:ext uri="{FF2B5EF4-FFF2-40B4-BE49-F238E27FC236}">
                  <a16:creationId xmlns:a16="http://schemas.microsoft.com/office/drawing/2014/main" id="{8793951A-722E-4357-9F74-CDD196EBE0B5}"/>
                </a:ext>
              </a:extLst>
            </p:cNvPr>
            <p:cNvSpPr>
              <a:spLocks/>
            </p:cNvSpPr>
            <p:nvPr/>
          </p:nvSpPr>
          <p:spPr bwMode="auto">
            <a:xfrm>
              <a:off x="918" y="3961"/>
              <a:ext cx="126" cy="87"/>
            </a:xfrm>
            <a:custGeom>
              <a:avLst/>
              <a:gdLst>
                <a:gd name="T0" fmla="*/ 0 w 118"/>
                <a:gd name="T1" fmla="*/ 69 h 81"/>
                <a:gd name="T2" fmla="*/ 31 w 118"/>
                <a:gd name="T3" fmla="*/ 98 h 81"/>
                <a:gd name="T4" fmla="*/ 66 w 118"/>
                <a:gd name="T5" fmla="*/ 85 h 81"/>
                <a:gd name="T6" fmla="*/ 86 w 118"/>
                <a:gd name="T7" fmla="*/ 61 h 81"/>
                <a:gd name="T8" fmla="*/ 108 w 118"/>
                <a:gd name="T9" fmla="*/ 45 h 81"/>
                <a:gd name="T10" fmla="*/ 125 w 118"/>
                <a:gd name="T11" fmla="*/ 18 h 81"/>
                <a:gd name="T12" fmla="*/ 144 w 118"/>
                <a:gd name="T13" fmla="*/ 0 h 81"/>
                <a:gd name="T14" fmla="*/ 107 w 118"/>
                <a:gd name="T15" fmla="*/ 33 h 81"/>
                <a:gd name="T16" fmla="*/ 89 w 118"/>
                <a:gd name="T17" fmla="*/ 46 h 81"/>
                <a:gd name="T18" fmla="*/ 78 w 118"/>
                <a:gd name="T19" fmla="*/ 60 h 81"/>
                <a:gd name="T20" fmla="*/ 40 w 118"/>
                <a:gd name="T21" fmla="*/ 89 h 81"/>
                <a:gd name="T22" fmla="*/ 2 w 118"/>
                <a:gd name="T23" fmla="*/ 71 h 81"/>
                <a:gd name="T24" fmla="*/ 1 w 118"/>
                <a:gd name="T25" fmla="*/ 69 h 8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18" h="81">
                  <a:moveTo>
                    <a:pt x="0" y="56"/>
                  </a:moveTo>
                  <a:cubicBezTo>
                    <a:pt x="0" y="68"/>
                    <a:pt x="14" y="77"/>
                    <a:pt x="25" y="79"/>
                  </a:cubicBezTo>
                  <a:cubicBezTo>
                    <a:pt x="35" y="81"/>
                    <a:pt x="47" y="77"/>
                    <a:pt x="54" y="69"/>
                  </a:cubicBezTo>
                  <a:cubicBezTo>
                    <a:pt x="60" y="63"/>
                    <a:pt x="66" y="56"/>
                    <a:pt x="71" y="49"/>
                  </a:cubicBezTo>
                  <a:cubicBezTo>
                    <a:pt x="77" y="42"/>
                    <a:pt x="82" y="41"/>
                    <a:pt x="89" y="36"/>
                  </a:cubicBezTo>
                  <a:cubicBezTo>
                    <a:pt x="96" y="31"/>
                    <a:pt x="98" y="22"/>
                    <a:pt x="103" y="15"/>
                  </a:cubicBezTo>
                  <a:cubicBezTo>
                    <a:pt x="107" y="10"/>
                    <a:pt x="113" y="4"/>
                    <a:pt x="118" y="0"/>
                  </a:cubicBezTo>
                  <a:cubicBezTo>
                    <a:pt x="106" y="4"/>
                    <a:pt x="97" y="18"/>
                    <a:pt x="88" y="27"/>
                  </a:cubicBezTo>
                  <a:cubicBezTo>
                    <a:pt x="83" y="31"/>
                    <a:pt x="78" y="33"/>
                    <a:pt x="73" y="37"/>
                  </a:cubicBezTo>
                  <a:cubicBezTo>
                    <a:pt x="69" y="40"/>
                    <a:pt x="66" y="44"/>
                    <a:pt x="64" y="48"/>
                  </a:cubicBezTo>
                  <a:cubicBezTo>
                    <a:pt x="56" y="59"/>
                    <a:pt x="47" y="70"/>
                    <a:pt x="33" y="72"/>
                  </a:cubicBezTo>
                  <a:cubicBezTo>
                    <a:pt x="21" y="73"/>
                    <a:pt x="7" y="69"/>
                    <a:pt x="2" y="57"/>
                  </a:cubicBezTo>
                  <a:cubicBezTo>
                    <a:pt x="1" y="57"/>
                    <a:pt x="1" y="56"/>
                    <a:pt x="1" y="56"/>
                  </a:cubicBezTo>
                </a:path>
              </a:pathLst>
            </a:custGeom>
            <a:solidFill>
              <a:srgbClr val="8E4C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9307" name="Freeform 655">
              <a:extLst>
                <a:ext uri="{FF2B5EF4-FFF2-40B4-BE49-F238E27FC236}">
                  <a16:creationId xmlns:a16="http://schemas.microsoft.com/office/drawing/2014/main" id="{88F1D9BD-AB2A-4A2B-AB99-D245C9BC7A8A}"/>
                </a:ext>
              </a:extLst>
            </p:cNvPr>
            <p:cNvSpPr>
              <a:spLocks/>
            </p:cNvSpPr>
            <p:nvPr/>
          </p:nvSpPr>
          <p:spPr bwMode="auto">
            <a:xfrm>
              <a:off x="989" y="3986"/>
              <a:ext cx="23" cy="29"/>
            </a:xfrm>
            <a:custGeom>
              <a:avLst/>
              <a:gdLst>
                <a:gd name="T0" fmla="*/ 0 w 22"/>
                <a:gd name="T1" fmla="*/ 31 h 27"/>
                <a:gd name="T2" fmla="*/ 2 w 22"/>
                <a:gd name="T3" fmla="*/ 0 h 27"/>
                <a:gd name="T4" fmla="*/ 25 w 22"/>
                <a:gd name="T5" fmla="*/ 12 h 27"/>
                <a:gd name="T6" fmla="*/ 9 w 22"/>
                <a:gd name="T7" fmla="*/ 20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27">
                  <a:moveTo>
                    <a:pt x="0" y="25"/>
                  </a:moveTo>
                  <a:cubicBezTo>
                    <a:pt x="4" y="27"/>
                    <a:pt x="3" y="4"/>
                    <a:pt x="2" y="0"/>
                  </a:cubicBezTo>
                  <a:cubicBezTo>
                    <a:pt x="4" y="8"/>
                    <a:pt x="14" y="14"/>
                    <a:pt x="22" y="9"/>
                  </a:cubicBezTo>
                  <a:cubicBezTo>
                    <a:pt x="18" y="12"/>
                    <a:pt x="14" y="15"/>
                    <a:pt x="9" y="17"/>
                  </a:cubicBezTo>
                </a:path>
              </a:pathLst>
            </a:custGeom>
            <a:solidFill>
              <a:srgbClr val="8E4C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9308" name="Freeform 656">
              <a:extLst>
                <a:ext uri="{FF2B5EF4-FFF2-40B4-BE49-F238E27FC236}">
                  <a16:creationId xmlns:a16="http://schemas.microsoft.com/office/drawing/2014/main" id="{FBD297C0-303F-4F30-A3CE-73398FFBB9FC}"/>
                </a:ext>
              </a:extLst>
            </p:cNvPr>
            <p:cNvSpPr>
              <a:spLocks/>
            </p:cNvSpPr>
            <p:nvPr/>
          </p:nvSpPr>
          <p:spPr bwMode="auto">
            <a:xfrm>
              <a:off x="884" y="4008"/>
              <a:ext cx="25" cy="22"/>
            </a:xfrm>
            <a:custGeom>
              <a:avLst/>
              <a:gdLst>
                <a:gd name="T0" fmla="*/ 27 w 23"/>
                <a:gd name="T1" fmla="*/ 12 h 20"/>
                <a:gd name="T2" fmla="*/ 29 w 23"/>
                <a:gd name="T3" fmla="*/ 26 h 20"/>
                <a:gd name="T4" fmla="*/ 10 w 23"/>
                <a:gd name="T5" fmla="*/ 22 h 20"/>
                <a:gd name="T6" fmla="*/ 0 w 23"/>
                <a:gd name="T7" fmla="*/ 0 h 20"/>
                <a:gd name="T8" fmla="*/ 11 w 23"/>
                <a:gd name="T9" fmla="*/ 12 h 20"/>
                <a:gd name="T10" fmla="*/ 28 w 23"/>
                <a:gd name="T11" fmla="*/ 15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" h="20">
                  <a:moveTo>
                    <a:pt x="21" y="9"/>
                  </a:moveTo>
                  <a:cubicBezTo>
                    <a:pt x="21" y="13"/>
                    <a:pt x="23" y="16"/>
                    <a:pt x="23" y="20"/>
                  </a:cubicBezTo>
                  <a:cubicBezTo>
                    <a:pt x="18" y="20"/>
                    <a:pt x="12" y="18"/>
                    <a:pt x="7" y="16"/>
                  </a:cubicBezTo>
                  <a:cubicBezTo>
                    <a:pt x="2" y="12"/>
                    <a:pt x="0" y="7"/>
                    <a:pt x="0" y="0"/>
                  </a:cubicBezTo>
                  <a:cubicBezTo>
                    <a:pt x="2" y="4"/>
                    <a:pt x="4" y="7"/>
                    <a:pt x="8" y="9"/>
                  </a:cubicBezTo>
                  <a:cubicBezTo>
                    <a:pt x="13" y="13"/>
                    <a:pt x="16" y="11"/>
                    <a:pt x="22" y="12"/>
                  </a:cubicBezTo>
                </a:path>
              </a:pathLst>
            </a:custGeom>
            <a:solidFill>
              <a:srgbClr val="8E4C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9309" name="Freeform 657">
              <a:extLst>
                <a:ext uri="{FF2B5EF4-FFF2-40B4-BE49-F238E27FC236}">
                  <a16:creationId xmlns:a16="http://schemas.microsoft.com/office/drawing/2014/main" id="{82495D5D-E17E-4281-85EA-81E92125A764}"/>
                </a:ext>
              </a:extLst>
            </p:cNvPr>
            <p:cNvSpPr>
              <a:spLocks/>
            </p:cNvSpPr>
            <p:nvPr/>
          </p:nvSpPr>
          <p:spPr bwMode="auto">
            <a:xfrm>
              <a:off x="864" y="3991"/>
              <a:ext cx="14" cy="22"/>
            </a:xfrm>
            <a:custGeom>
              <a:avLst/>
              <a:gdLst>
                <a:gd name="T0" fmla="*/ 16 w 13"/>
                <a:gd name="T1" fmla="*/ 13 h 20"/>
                <a:gd name="T2" fmla="*/ 13 w 13"/>
                <a:gd name="T3" fmla="*/ 26 h 20"/>
                <a:gd name="T4" fmla="*/ 2 w 13"/>
                <a:gd name="T5" fmla="*/ 17 h 20"/>
                <a:gd name="T6" fmla="*/ 0 w 13"/>
                <a:gd name="T7" fmla="*/ 9 h 20"/>
                <a:gd name="T8" fmla="*/ 2 w 13"/>
                <a:gd name="T9" fmla="*/ 0 h 20"/>
                <a:gd name="T10" fmla="*/ 5 w 13"/>
                <a:gd name="T11" fmla="*/ 11 h 20"/>
                <a:gd name="T12" fmla="*/ 14 w 13"/>
                <a:gd name="T13" fmla="*/ 17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20">
                  <a:moveTo>
                    <a:pt x="13" y="10"/>
                  </a:moveTo>
                  <a:cubicBezTo>
                    <a:pt x="11" y="11"/>
                    <a:pt x="10" y="17"/>
                    <a:pt x="10" y="20"/>
                  </a:cubicBezTo>
                  <a:cubicBezTo>
                    <a:pt x="7" y="19"/>
                    <a:pt x="4" y="15"/>
                    <a:pt x="2" y="13"/>
                  </a:cubicBezTo>
                  <a:cubicBezTo>
                    <a:pt x="1" y="11"/>
                    <a:pt x="0" y="8"/>
                    <a:pt x="0" y="6"/>
                  </a:cubicBezTo>
                  <a:cubicBezTo>
                    <a:pt x="0" y="4"/>
                    <a:pt x="1" y="2"/>
                    <a:pt x="2" y="0"/>
                  </a:cubicBezTo>
                  <a:cubicBezTo>
                    <a:pt x="3" y="1"/>
                    <a:pt x="4" y="6"/>
                    <a:pt x="5" y="8"/>
                  </a:cubicBezTo>
                  <a:cubicBezTo>
                    <a:pt x="6" y="10"/>
                    <a:pt x="9" y="13"/>
                    <a:pt x="11" y="13"/>
                  </a:cubicBezTo>
                </a:path>
              </a:pathLst>
            </a:custGeom>
            <a:solidFill>
              <a:srgbClr val="8E4C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9310" name="Freeform 658">
              <a:extLst>
                <a:ext uri="{FF2B5EF4-FFF2-40B4-BE49-F238E27FC236}">
                  <a16:creationId xmlns:a16="http://schemas.microsoft.com/office/drawing/2014/main" id="{BA0A8F09-F13D-432A-A55D-88B97BD2E0FA}"/>
                </a:ext>
              </a:extLst>
            </p:cNvPr>
            <p:cNvSpPr>
              <a:spLocks/>
            </p:cNvSpPr>
            <p:nvPr/>
          </p:nvSpPr>
          <p:spPr bwMode="auto">
            <a:xfrm>
              <a:off x="854" y="3970"/>
              <a:ext cx="7" cy="14"/>
            </a:xfrm>
            <a:custGeom>
              <a:avLst/>
              <a:gdLst>
                <a:gd name="T0" fmla="*/ 8 w 6"/>
                <a:gd name="T1" fmla="*/ 16 h 13"/>
                <a:gd name="T2" fmla="*/ 0 w 6"/>
                <a:gd name="T3" fmla="*/ 0 h 13"/>
                <a:gd name="T4" fmla="*/ 9 w 6"/>
                <a:gd name="T5" fmla="*/ 12 h 13"/>
                <a:gd name="T6" fmla="*/ 8 w 6"/>
                <a:gd name="T7" fmla="*/ 15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13">
                  <a:moveTo>
                    <a:pt x="5" y="13"/>
                  </a:moveTo>
                  <a:cubicBezTo>
                    <a:pt x="0" y="13"/>
                    <a:pt x="0" y="3"/>
                    <a:pt x="0" y="0"/>
                  </a:cubicBezTo>
                  <a:cubicBezTo>
                    <a:pt x="2" y="3"/>
                    <a:pt x="2" y="8"/>
                    <a:pt x="6" y="9"/>
                  </a:cubicBezTo>
                  <a:cubicBezTo>
                    <a:pt x="6" y="11"/>
                    <a:pt x="5" y="12"/>
                    <a:pt x="5" y="12"/>
                  </a:cubicBezTo>
                </a:path>
              </a:pathLst>
            </a:custGeom>
            <a:solidFill>
              <a:srgbClr val="8E4C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9311" name="Freeform 659">
              <a:extLst>
                <a:ext uri="{FF2B5EF4-FFF2-40B4-BE49-F238E27FC236}">
                  <a16:creationId xmlns:a16="http://schemas.microsoft.com/office/drawing/2014/main" id="{1D716681-096F-4BBD-A59A-7C7AF750786F}"/>
                </a:ext>
              </a:extLst>
            </p:cNvPr>
            <p:cNvSpPr>
              <a:spLocks/>
            </p:cNvSpPr>
            <p:nvPr/>
          </p:nvSpPr>
          <p:spPr bwMode="auto">
            <a:xfrm>
              <a:off x="893" y="3958"/>
              <a:ext cx="21" cy="24"/>
            </a:xfrm>
            <a:custGeom>
              <a:avLst/>
              <a:gdLst>
                <a:gd name="T0" fmla="*/ 22 w 20"/>
                <a:gd name="T1" fmla="*/ 0 h 22"/>
                <a:gd name="T2" fmla="*/ 15 w 20"/>
                <a:gd name="T3" fmla="*/ 17 h 22"/>
                <a:gd name="T4" fmla="*/ 0 w 20"/>
                <a:gd name="T5" fmla="*/ 28 h 22"/>
                <a:gd name="T6" fmla="*/ 14 w 20"/>
                <a:gd name="T7" fmla="*/ 13 h 22"/>
                <a:gd name="T8" fmla="*/ 18 w 20"/>
                <a:gd name="T9" fmla="*/ 4 h 22"/>
                <a:gd name="T10" fmla="*/ 22 w 20"/>
                <a:gd name="T11" fmla="*/ 0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" h="22">
                  <a:moveTo>
                    <a:pt x="19" y="0"/>
                  </a:moveTo>
                  <a:cubicBezTo>
                    <a:pt x="20" y="4"/>
                    <a:pt x="15" y="10"/>
                    <a:pt x="12" y="14"/>
                  </a:cubicBezTo>
                  <a:cubicBezTo>
                    <a:pt x="10" y="18"/>
                    <a:pt x="5" y="22"/>
                    <a:pt x="0" y="22"/>
                  </a:cubicBezTo>
                  <a:cubicBezTo>
                    <a:pt x="5" y="21"/>
                    <a:pt x="8" y="14"/>
                    <a:pt x="11" y="10"/>
                  </a:cubicBezTo>
                  <a:cubicBezTo>
                    <a:pt x="12" y="8"/>
                    <a:pt x="13" y="6"/>
                    <a:pt x="15" y="4"/>
                  </a:cubicBezTo>
                  <a:cubicBezTo>
                    <a:pt x="16" y="2"/>
                    <a:pt x="18" y="1"/>
                    <a:pt x="19" y="0"/>
                  </a:cubicBezTo>
                </a:path>
              </a:pathLst>
            </a:custGeom>
            <a:solidFill>
              <a:srgbClr val="8E4C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9312" name="Freeform 660">
              <a:extLst>
                <a:ext uri="{FF2B5EF4-FFF2-40B4-BE49-F238E27FC236}">
                  <a16:creationId xmlns:a16="http://schemas.microsoft.com/office/drawing/2014/main" id="{6796660C-4FD4-4EED-936B-A60DCD94311D}"/>
                </a:ext>
              </a:extLst>
            </p:cNvPr>
            <p:cNvSpPr>
              <a:spLocks/>
            </p:cNvSpPr>
            <p:nvPr/>
          </p:nvSpPr>
          <p:spPr bwMode="auto">
            <a:xfrm>
              <a:off x="874" y="3944"/>
              <a:ext cx="27" cy="19"/>
            </a:xfrm>
            <a:custGeom>
              <a:avLst/>
              <a:gdLst>
                <a:gd name="T0" fmla="*/ 31 w 25"/>
                <a:gd name="T1" fmla="*/ 0 h 18"/>
                <a:gd name="T2" fmla="*/ 16 w 25"/>
                <a:gd name="T3" fmla="*/ 15 h 18"/>
                <a:gd name="T4" fmla="*/ 6 w 25"/>
                <a:gd name="T5" fmla="*/ 18 h 18"/>
                <a:gd name="T6" fmla="*/ 0 w 25"/>
                <a:gd name="T7" fmla="*/ 21 h 18"/>
                <a:gd name="T8" fmla="*/ 29 w 25"/>
                <a:gd name="T9" fmla="*/ 0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18">
                  <a:moveTo>
                    <a:pt x="25" y="0"/>
                  </a:moveTo>
                  <a:cubicBezTo>
                    <a:pt x="23" y="6"/>
                    <a:pt x="17" y="9"/>
                    <a:pt x="13" y="12"/>
                  </a:cubicBezTo>
                  <a:cubicBezTo>
                    <a:pt x="10" y="13"/>
                    <a:pt x="8" y="14"/>
                    <a:pt x="6" y="15"/>
                  </a:cubicBezTo>
                  <a:cubicBezTo>
                    <a:pt x="4" y="16"/>
                    <a:pt x="2" y="17"/>
                    <a:pt x="0" y="18"/>
                  </a:cubicBezTo>
                  <a:cubicBezTo>
                    <a:pt x="8" y="11"/>
                    <a:pt x="17" y="8"/>
                    <a:pt x="23" y="0"/>
                  </a:cubicBezTo>
                </a:path>
              </a:pathLst>
            </a:custGeom>
            <a:solidFill>
              <a:srgbClr val="8E4C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9313" name="Freeform 661">
              <a:extLst>
                <a:ext uri="{FF2B5EF4-FFF2-40B4-BE49-F238E27FC236}">
                  <a16:creationId xmlns:a16="http://schemas.microsoft.com/office/drawing/2014/main" id="{3B126645-0471-4025-948D-30440C1CC590}"/>
                </a:ext>
              </a:extLst>
            </p:cNvPr>
            <p:cNvSpPr>
              <a:spLocks/>
            </p:cNvSpPr>
            <p:nvPr/>
          </p:nvSpPr>
          <p:spPr bwMode="auto">
            <a:xfrm>
              <a:off x="925" y="3970"/>
              <a:ext cx="19" cy="15"/>
            </a:xfrm>
            <a:custGeom>
              <a:avLst/>
              <a:gdLst>
                <a:gd name="T0" fmla="*/ 20 w 18"/>
                <a:gd name="T1" fmla="*/ 1 h 14"/>
                <a:gd name="T2" fmla="*/ 0 w 18"/>
                <a:gd name="T3" fmla="*/ 17 h 14"/>
                <a:gd name="T4" fmla="*/ 8 w 18"/>
                <a:gd name="T5" fmla="*/ 10 h 14"/>
                <a:gd name="T6" fmla="*/ 21 w 18"/>
                <a:gd name="T7" fmla="*/ 0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14">
                  <a:moveTo>
                    <a:pt x="17" y="1"/>
                  </a:moveTo>
                  <a:cubicBezTo>
                    <a:pt x="14" y="8"/>
                    <a:pt x="7" y="14"/>
                    <a:pt x="0" y="14"/>
                  </a:cubicBezTo>
                  <a:cubicBezTo>
                    <a:pt x="3" y="13"/>
                    <a:pt x="5" y="9"/>
                    <a:pt x="8" y="7"/>
                  </a:cubicBezTo>
                  <a:cubicBezTo>
                    <a:pt x="11" y="5"/>
                    <a:pt x="15" y="3"/>
                    <a:pt x="18" y="0"/>
                  </a:cubicBezTo>
                </a:path>
              </a:pathLst>
            </a:custGeom>
            <a:solidFill>
              <a:srgbClr val="8E4C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9314" name="Freeform 662">
              <a:extLst>
                <a:ext uri="{FF2B5EF4-FFF2-40B4-BE49-F238E27FC236}">
                  <a16:creationId xmlns:a16="http://schemas.microsoft.com/office/drawing/2014/main" id="{20FC8EA7-3FC6-419C-8484-6A6FC9E234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0" y="3772"/>
              <a:ext cx="99" cy="29"/>
            </a:xfrm>
            <a:custGeom>
              <a:avLst/>
              <a:gdLst>
                <a:gd name="T0" fmla="*/ 0 w 93"/>
                <a:gd name="T1" fmla="*/ 8 h 28"/>
                <a:gd name="T2" fmla="*/ 33 w 93"/>
                <a:gd name="T3" fmla="*/ 7 h 28"/>
                <a:gd name="T4" fmla="*/ 56 w 93"/>
                <a:gd name="T5" fmla="*/ 19 h 28"/>
                <a:gd name="T6" fmla="*/ 88 w 93"/>
                <a:gd name="T7" fmla="*/ 18 h 28"/>
                <a:gd name="T8" fmla="*/ 112 w 93"/>
                <a:gd name="T9" fmla="*/ 31 h 28"/>
                <a:gd name="T10" fmla="*/ 65 w 93"/>
                <a:gd name="T11" fmla="*/ 8 h 28"/>
                <a:gd name="T12" fmla="*/ 34 w 93"/>
                <a:gd name="T13" fmla="*/ 1 h 28"/>
                <a:gd name="T14" fmla="*/ 4 w 93"/>
                <a:gd name="T15" fmla="*/ 11 h 2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3" h="28">
                  <a:moveTo>
                    <a:pt x="0" y="8"/>
                  </a:moveTo>
                  <a:cubicBezTo>
                    <a:pt x="9" y="10"/>
                    <a:pt x="19" y="5"/>
                    <a:pt x="27" y="7"/>
                  </a:cubicBezTo>
                  <a:cubicBezTo>
                    <a:pt x="35" y="8"/>
                    <a:pt x="40" y="14"/>
                    <a:pt x="47" y="16"/>
                  </a:cubicBezTo>
                  <a:cubicBezTo>
                    <a:pt x="56" y="18"/>
                    <a:pt x="64" y="12"/>
                    <a:pt x="73" y="15"/>
                  </a:cubicBezTo>
                  <a:cubicBezTo>
                    <a:pt x="80" y="17"/>
                    <a:pt x="87" y="23"/>
                    <a:pt x="93" y="28"/>
                  </a:cubicBezTo>
                  <a:cubicBezTo>
                    <a:pt x="85" y="12"/>
                    <a:pt x="69" y="9"/>
                    <a:pt x="54" y="8"/>
                  </a:cubicBezTo>
                  <a:cubicBezTo>
                    <a:pt x="45" y="7"/>
                    <a:pt x="37" y="3"/>
                    <a:pt x="28" y="1"/>
                  </a:cubicBezTo>
                  <a:cubicBezTo>
                    <a:pt x="18" y="0"/>
                    <a:pt x="12" y="5"/>
                    <a:pt x="4" y="11"/>
                  </a:cubicBezTo>
                </a:path>
              </a:pathLst>
            </a:custGeom>
            <a:solidFill>
              <a:srgbClr val="C27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9315" name="Freeform 663">
              <a:extLst>
                <a:ext uri="{FF2B5EF4-FFF2-40B4-BE49-F238E27FC236}">
                  <a16:creationId xmlns:a16="http://schemas.microsoft.com/office/drawing/2014/main" id="{0E03FE0E-ABAB-4892-A8FD-8944EC4B6C2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3" y="3693"/>
              <a:ext cx="106" cy="238"/>
            </a:xfrm>
            <a:custGeom>
              <a:avLst/>
              <a:gdLst>
                <a:gd name="T0" fmla="*/ 63 w 99"/>
                <a:gd name="T1" fmla="*/ 0 h 224"/>
                <a:gd name="T2" fmla="*/ 84 w 99"/>
                <a:gd name="T3" fmla="*/ 13 h 224"/>
                <a:gd name="T4" fmla="*/ 109 w 99"/>
                <a:gd name="T5" fmla="*/ 23 h 224"/>
                <a:gd name="T6" fmla="*/ 119 w 99"/>
                <a:gd name="T7" fmla="*/ 61 h 224"/>
                <a:gd name="T8" fmla="*/ 88 w 99"/>
                <a:gd name="T9" fmla="*/ 126 h 224"/>
                <a:gd name="T10" fmla="*/ 72 w 99"/>
                <a:gd name="T11" fmla="*/ 160 h 224"/>
                <a:gd name="T12" fmla="*/ 84 w 99"/>
                <a:gd name="T13" fmla="*/ 199 h 224"/>
                <a:gd name="T14" fmla="*/ 45 w 99"/>
                <a:gd name="T15" fmla="*/ 260 h 224"/>
                <a:gd name="T16" fmla="*/ 19 w 99"/>
                <a:gd name="T17" fmla="*/ 268 h 224"/>
                <a:gd name="T18" fmla="*/ 6 w 99"/>
                <a:gd name="T19" fmla="*/ 269 h 224"/>
                <a:gd name="T20" fmla="*/ 0 w 99"/>
                <a:gd name="T21" fmla="*/ 267 h 224"/>
                <a:gd name="T22" fmla="*/ 29 w 99"/>
                <a:gd name="T23" fmla="*/ 257 h 224"/>
                <a:gd name="T24" fmla="*/ 51 w 99"/>
                <a:gd name="T25" fmla="*/ 237 h 224"/>
                <a:gd name="T26" fmla="*/ 64 w 99"/>
                <a:gd name="T27" fmla="*/ 210 h 224"/>
                <a:gd name="T28" fmla="*/ 63 w 99"/>
                <a:gd name="T29" fmla="*/ 176 h 224"/>
                <a:gd name="T30" fmla="*/ 62 w 99"/>
                <a:gd name="T31" fmla="*/ 152 h 224"/>
                <a:gd name="T32" fmla="*/ 62 w 99"/>
                <a:gd name="T33" fmla="*/ 137 h 224"/>
                <a:gd name="T34" fmla="*/ 55 w 99"/>
                <a:gd name="T35" fmla="*/ 133 h 224"/>
                <a:gd name="T36" fmla="*/ 43 w 99"/>
                <a:gd name="T37" fmla="*/ 126 h 224"/>
                <a:gd name="T38" fmla="*/ 12 w 99"/>
                <a:gd name="T39" fmla="*/ 112 h 224"/>
                <a:gd name="T40" fmla="*/ 60 w 99"/>
                <a:gd name="T41" fmla="*/ 130 h 224"/>
                <a:gd name="T42" fmla="*/ 76 w 99"/>
                <a:gd name="T43" fmla="*/ 122 h 224"/>
                <a:gd name="T44" fmla="*/ 99 w 99"/>
                <a:gd name="T45" fmla="*/ 100 h 224"/>
                <a:gd name="T46" fmla="*/ 107 w 99"/>
                <a:gd name="T47" fmla="*/ 73 h 224"/>
                <a:gd name="T48" fmla="*/ 110 w 99"/>
                <a:gd name="T49" fmla="*/ 41 h 224"/>
                <a:gd name="T50" fmla="*/ 85 w 99"/>
                <a:gd name="T51" fmla="*/ 18 h 224"/>
                <a:gd name="T52" fmla="*/ 62 w 99"/>
                <a:gd name="T53" fmla="*/ 5 h 224"/>
                <a:gd name="T54" fmla="*/ 62 w 99"/>
                <a:gd name="T55" fmla="*/ 3 h 224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99" h="224">
                  <a:moveTo>
                    <a:pt x="51" y="0"/>
                  </a:moveTo>
                  <a:cubicBezTo>
                    <a:pt x="56" y="4"/>
                    <a:pt x="62" y="7"/>
                    <a:pt x="68" y="10"/>
                  </a:cubicBezTo>
                  <a:cubicBezTo>
                    <a:pt x="75" y="13"/>
                    <a:pt x="84" y="16"/>
                    <a:pt x="89" y="20"/>
                  </a:cubicBezTo>
                  <a:cubicBezTo>
                    <a:pt x="97" y="26"/>
                    <a:pt x="96" y="42"/>
                    <a:pt x="97" y="51"/>
                  </a:cubicBezTo>
                  <a:cubicBezTo>
                    <a:pt x="99" y="73"/>
                    <a:pt x="91" y="92"/>
                    <a:pt x="72" y="105"/>
                  </a:cubicBezTo>
                  <a:cubicBezTo>
                    <a:pt x="61" y="113"/>
                    <a:pt x="58" y="120"/>
                    <a:pt x="59" y="134"/>
                  </a:cubicBezTo>
                  <a:cubicBezTo>
                    <a:pt x="60" y="145"/>
                    <a:pt x="65" y="156"/>
                    <a:pt x="68" y="166"/>
                  </a:cubicBezTo>
                  <a:cubicBezTo>
                    <a:pt x="73" y="188"/>
                    <a:pt x="57" y="211"/>
                    <a:pt x="36" y="217"/>
                  </a:cubicBezTo>
                  <a:cubicBezTo>
                    <a:pt x="29" y="220"/>
                    <a:pt x="23" y="223"/>
                    <a:pt x="16" y="223"/>
                  </a:cubicBezTo>
                  <a:cubicBezTo>
                    <a:pt x="13" y="224"/>
                    <a:pt x="9" y="224"/>
                    <a:pt x="6" y="224"/>
                  </a:cubicBezTo>
                  <a:cubicBezTo>
                    <a:pt x="4" y="224"/>
                    <a:pt x="3" y="222"/>
                    <a:pt x="0" y="222"/>
                  </a:cubicBezTo>
                  <a:cubicBezTo>
                    <a:pt x="7" y="222"/>
                    <a:pt x="16" y="217"/>
                    <a:pt x="23" y="215"/>
                  </a:cubicBezTo>
                  <a:cubicBezTo>
                    <a:pt x="31" y="211"/>
                    <a:pt x="37" y="206"/>
                    <a:pt x="42" y="198"/>
                  </a:cubicBezTo>
                  <a:cubicBezTo>
                    <a:pt x="47" y="191"/>
                    <a:pt x="52" y="184"/>
                    <a:pt x="52" y="175"/>
                  </a:cubicBezTo>
                  <a:cubicBezTo>
                    <a:pt x="53" y="166"/>
                    <a:pt x="52" y="156"/>
                    <a:pt x="51" y="147"/>
                  </a:cubicBezTo>
                  <a:cubicBezTo>
                    <a:pt x="50" y="140"/>
                    <a:pt x="49" y="134"/>
                    <a:pt x="50" y="127"/>
                  </a:cubicBezTo>
                  <a:cubicBezTo>
                    <a:pt x="50" y="123"/>
                    <a:pt x="52" y="117"/>
                    <a:pt x="50" y="114"/>
                  </a:cubicBezTo>
                  <a:cubicBezTo>
                    <a:pt x="49" y="112"/>
                    <a:pt x="47" y="112"/>
                    <a:pt x="45" y="111"/>
                  </a:cubicBezTo>
                  <a:cubicBezTo>
                    <a:pt x="41" y="109"/>
                    <a:pt x="38" y="107"/>
                    <a:pt x="35" y="105"/>
                  </a:cubicBezTo>
                  <a:cubicBezTo>
                    <a:pt x="27" y="100"/>
                    <a:pt x="18" y="96"/>
                    <a:pt x="9" y="93"/>
                  </a:cubicBezTo>
                  <a:cubicBezTo>
                    <a:pt x="24" y="93"/>
                    <a:pt x="35" y="104"/>
                    <a:pt x="49" y="108"/>
                  </a:cubicBezTo>
                  <a:cubicBezTo>
                    <a:pt x="55" y="110"/>
                    <a:pt x="58" y="107"/>
                    <a:pt x="62" y="102"/>
                  </a:cubicBezTo>
                  <a:cubicBezTo>
                    <a:pt x="68" y="96"/>
                    <a:pt x="76" y="90"/>
                    <a:pt x="80" y="83"/>
                  </a:cubicBezTo>
                  <a:cubicBezTo>
                    <a:pt x="84" y="76"/>
                    <a:pt x="85" y="68"/>
                    <a:pt x="87" y="61"/>
                  </a:cubicBezTo>
                  <a:cubicBezTo>
                    <a:pt x="89" y="53"/>
                    <a:pt x="94" y="44"/>
                    <a:pt x="90" y="35"/>
                  </a:cubicBezTo>
                  <a:cubicBezTo>
                    <a:pt x="86" y="27"/>
                    <a:pt x="76" y="20"/>
                    <a:pt x="69" y="15"/>
                  </a:cubicBezTo>
                  <a:cubicBezTo>
                    <a:pt x="63" y="10"/>
                    <a:pt x="57" y="6"/>
                    <a:pt x="50" y="5"/>
                  </a:cubicBezTo>
                  <a:cubicBezTo>
                    <a:pt x="50" y="4"/>
                    <a:pt x="50" y="4"/>
                    <a:pt x="50" y="3"/>
                  </a:cubicBezTo>
                </a:path>
              </a:pathLst>
            </a:custGeom>
            <a:solidFill>
              <a:srgbClr val="8E4C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9316" name="Freeform 664">
              <a:extLst>
                <a:ext uri="{FF2B5EF4-FFF2-40B4-BE49-F238E27FC236}">
                  <a16:creationId xmlns:a16="http://schemas.microsoft.com/office/drawing/2014/main" id="{562E9431-A1A0-44F7-9685-87FFF5DCA0F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3" y="2669"/>
              <a:ext cx="416" cy="229"/>
            </a:xfrm>
            <a:custGeom>
              <a:avLst/>
              <a:gdLst>
                <a:gd name="T0" fmla="*/ 466 w 390"/>
                <a:gd name="T1" fmla="*/ 175 h 215"/>
                <a:gd name="T2" fmla="*/ 395 w 390"/>
                <a:gd name="T3" fmla="*/ 150 h 215"/>
                <a:gd name="T4" fmla="*/ 347 w 390"/>
                <a:gd name="T5" fmla="*/ 105 h 215"/>
                <a:gd name="T6" fmla="*/ 277 w 390"/>
                <a:gd name="T7" fmla="*/ 70 h 215"/>
                <a:gd name="T8" fmla="*/ 131 w 390"/>
                <a:gd name="T9" fmla="*/ 26 h 215"/>
                <a:gd name="T10" fmla="*/ 0 w 390"/>
                <a:gd name="T11" fmla="*/ 2 h 215"/>
                <a:gd name="T12" fmla="*/ 84 w 390"/>
                <a:gd name="T13" fmla="*/ 26 h 215"/>
                <a:gd name="T14" fmla="*/ 153 w 390"/>
                <a:gd name="T15" fmla="*/ 52 h 215"/>
                <a:gd name="T16" fmla="*/ 305 w 390"/>
                <a:gd name="T17" fmla="*/ 100 h 215"/>
                <a:gd name="T18" fmla="*/ 388 w 390"/>
                <a:gd name="T19" fmla="*/ 173 h 215"/>
                <a:gd name="T20" fmla="*/ 439 w 390"/>
                <a:gd name="T21" fmla="*/ 212 h 215"/>
                <a:gd name="T22" fmla="*/ 466 w 390"/>
                <a:gd name="T23" fmla="*/ 260 h 215"/>
                <a:gd name="T24" fmla="*/ 474 w 390"/>
                <a:gd name="T25" fmla="*/ 220 h 21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90" h="215">
                  <a:moveTo>
                    <a:pt x="384" y="145"/>
                  </a:moveTo>
                  <a:cubicBezTo>
                    <a:pt x="380" y="167"/>
                    <a:pt x="333" y="131"/>
                    <a:pt x="325" y="124"/>
                  </a:cubicBezTo>
                  <a:cubicBezTo>
                    <a:pt x="312" y="112"/>
                    <a:pt x="301" y="98"/>
                    <a:pt x="286" y="87"/>
                  </a:cubicBezTo>
                  <a:cubicBezTo>
                    <a:pt x="269" y="75"/>
                    <a:pt x="249" y="67"/>
                    <a:pt x="229" y="58"/>
                  </a:cubicBezTo>
                  <a:cubicBezTo>
                    <a:pt x="191" y="41"/>
                    <a:pt x="149" y="30"/>
                    <a:pt x="108" y="22"/>
                  </a:cubicBezTo>
                  <a:cubicBezTo>
                    <a:pt x="72" y="15"/>
                    <a:pt x="37" y="0"/>
                    <a:pt x="0" y="2"/>
                  </a:cubicBezTo>
                  <a:cubicBezTo>
                    <a:pt x="22" y="12"/>
                    <a:pt x="47" y="12"/>
                    <a:pt x="69" y="22"/>
                  </a:cubicBezTo>
                  <a:cubicBezTo>
                    <a:pt x="88" y="30"/>
                    <a:pt x="107" y="36"/>
                    <a:pt x="126" y="43"/>
                  </a:cubicBezTo>
                  <a:cubicBezTo>
                    <a:pt x="167" y="58"/>
                    <a:pt x="211" y="67"/>
                    <a:pt x="251" y="83"/>
                  </a:cubicBezTo>
                  <a:cubicBezTo>
                    <a:pt x="283" y="96"/>
                    <a:pt x="294" y="124"/>
                    <a:pt x="320" y="143"/>
                  </a:cubicBezTo>
                  <a:cubicBezTo>
                    <a:pt x="334" y="154"/>
                    <a:pt x="352" y="161"/>
                    <a:pt x="362" y="176"/>
                  </a:cubicBezTo>
                  <a:cubicBezTo>
                    <a:pt x="371" y="188"/>
                    <a:pt x="374" y="204"/>
                    <a:pt x="384" y="215"/>
                  </a:cubicBezTo>
                  <a:cubicBezTo>
                    <a:pt x="384" y="204"/>
                    <a:pt x="390" y="194"/>
                    <a:pt x="390" y="182"/>
                  </a:cubicBezTo>
                </a:path>
              </a:pathLst>
            </a:custGeom>
            <a:solidFill>
              <a:srgbClr val="8E4C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9317" name="Freeform 665">
              <a:extLst>
                <a:ext uri="{FF2B5EF4-FFF2-40B4-BE49-F238E27FC236}">
                  <a16:creationId xmlns:a16="http://schemas.microsoft.com/office/drawing/2014/main" id="{E3CF22E1-FEE2-4E4D-B2E3-9A2537B0E64D}"/>
                </a:ext>
              </a:extLst>
            </p:cNvPr>
            <p:cNvSpPr>
              <a:spLocks/>
            </p:cNvSpPr>
            <p:nvPr/>
          </p:nvSpPr>
          <p:spPr bwMode="auto">
            <a:xfrm>
              <a:off x="939" y="1594"/>
              <a:ext cx="133" cy="269"/>
            </a:xfrm>
            <a:custGeom>
              <a:avLst/>
              <a:gdLst>
                <a:gd name="T0" fmla="*/ 144 w 124"/>
                <a:gd name="T1" fmla="*/ 77 h 252"/>
                <a:gd name="T2" fmla="*/ 114 w 124"/>
                <a:gd name="T3" fmla="*/ 157 h 252"/>
                <a:gd name="T4" fmla="*/ 112 w 124"/>
                <a:gd name="T5" fmla="*/ 195 h 252"/>
                <a:gd name="T6" fmla="*/ 116 w 124"/>
                <a:gd name="T7" fmla="*/ 222 h 252"/>
                <a:gd name="T8" fmla="*/ 85 w 124"/>
                <a:gd name="T9" fmla="*/ 287 h 252"/>
                <a:gd name="T10" fmla="*/ 54 w 124"/>
                <a:gd name="T11" fmla="*/ 306 h 252"/>
                <a:gd name="T12" fmla="*/ 0 w 124"/>
                <a:gd name="T13" fmla="*/ 294 h 252"/>
                <a:gd name="T14" fmla="*/ 39 w 124"/>
                <a:gd name="T15" fmla="*/ 278 h 252"/>
                <a:gd name="T16" fmla="*/ 54 w 124"/>
                <a:gd name="T17" fmla="*/ 231 h 252"/>
                <a:gd name="T18" fmla="*/ 69 w 124"/>
                <a:gd name="T19" fmla="*/ 174 h 252"/>
                <a:gd name="T20" fmla="*/ 99 w 124"/>
                <a:gd name="T21" fmla="*/ 106 h 252"/>
                <a:gd name="T22" fmla="*/ 134 w 124"/>
                <a:gd name="T23" fmla="*/ 18 h 252"/>
                <a:gd name="T24" fmla="*/ 142 w 124"/>
                <a:gd name="T25" fmla="*/ 13 h 252"/>
                <a:gd name="T26" fmla="*/ 153 w 124"/>
                <a:gd name="T27" fmla="*/ 45 h 25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24" h="252">
                  <a:moveTo>
                    <a:pt x="117" y="63"/>
                  </a:moveTo>
                  <a:cubicBezTo>
                    <a:pt x="103" y="80"/>
                    <a:pt x="95" y="107"/>
                    <a:pt x="92" y="129"/>
                  </a:cubicBezTo>
                  <a:cubicBezTo>
                    <a:pt x="91" y="139"/>
                    <a:pt x="90" y="149"/>
                    <a:pt x="90" y="160"/>
                  </a:cubicBezTo>
                  <a:cubicBezTo>
                    <a:pt x="91" y="168"/>
                    <a:pt x="94" y="175"/>
                    <a:pt x="94" y="183"/>
                  </a:cubicBezTo>
                  <a:cubicBezTo>
                    <a:pt x="95" y="199"/>
                    <a:pt x="77" y="224"/>
                    <a:pt x="69" y="236"/>
                  </a:cubicBezTo>
                  <a:cubicBezTo>
                    <a:pt x="62" y="245"/>
                    <a:pt x="55" y="252"/>
                    <a:pt x="44" y="252"/>
                  </a:cubicBezTo>
                  <a:cubicBezTo>
                    <a:pt x="29" y="252"/>
                    <a:pt x="14" y="241"/>
                    <a:pt x="0" y="242"/>
                  </a:cubicBezTo>
                  <a:cubicBezTo>
                    <a:pt x="9" y="239"/>
                    <a:pt x="25" y="236"/>
                    <a:pt x="32" y="229"/>
                  </a:cubicBezTo>
                  <a:cubicBezTo>
                    <a:pt x="42" y="219"/>
                    <a:pt x="44" y="201"/>
                    <a:pt x="44" y="189"/>
                  </a:cubicBezTo>
                  <a:cubicBezTo>
                    <a:pt x="45" y="172"/>
                    <a:pt x="49" y="158"/>
                    <a:pt x="56" y="143"/>
                  </a:cubicBezTo>
                  <a:cubicBezTo>
                    <a:pt x="65" y="125"/>
                    <a:pt x="70" y="105"/>
                    <a:pt x="80" y="87"/>
                  </a:cubicBezTo>
                  <a:cubicBezTo>
                    <a:pt x="93" y="65"/>
                    <a:pt x="111" y="41"/>
                    <a:pt x="109" y="15"/>
                  </a:cubicBezTo>
                  <a:cubicBezTo>
                    <a:pt x="108" y="6"/>
                    <a:pt x="107" y="0"/>
                    <a:pt x="115" y="10"/>
                  </a:cubicBezTo>
                  <a:cubicBezTo>
                    <a:pt x="121" y="17"/>
                    <a:pt x="124" y="28"/>
                    <a:pt x="124" y="37"/>
                  </a:cubicBezTo>
                </a:path>
              </a:pathLst>
            </a:custGeom>
            <a:solidFill>
              <a:srgbClr val="8E4C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9318" name="Freeform 666">
              <a:extLst>
                <a:ext uri="{FF2B5EF4-FFF2-40B4-BE49-F238E27FC236}">
                  <a16:creationId xmlns:a16="http://schemas.microsoft.com/office/drawing/2014/main" id="{F5FD83E3-C291-4671-81B8-425BCE3942B4}"/>
                </a:ext>
              </a:extLst>
            </p:cNvPr>
            <p:cNvSpPr>
              <a:spLocks/>
            </p:cNvSpPr>
            <p:nvPr/>
          </p:nvSpPr>
          <p:spPr bwMode="auto">
            <a:xfrm>
              <a:off x="849" y="1971"/>
              <a:ext cx="109" cy="246"/>
            </a:xfrm>
            <a:custGeom>
              <a:avLst/>
              <a:gdLst>
                <a:gd name="T0" fmla="*/ 119 w 102"/>
                <a:gd name="T1" fmla="*/ 0 h 231"/>
                <a:gd name="T2" fmla="*/ 0 w 102"/>
                <a:gd name="T3" fmla="*/ 210 h 231"/>
                <a:gd name="T4" fmla="*/ 33 w 102"/>
                <a:gd name="T5" fmla="*/ 236 h 231"/>
                <a:gd name="T6" fmla="*/ 51 w 102"/>
                <a:gd name="T7" fmla="*/ 243 h 231"/>
                <a:gd name="T8" fmla="*/ 96 w 102"/>
                <a:gd name="T9" fmla="*/ 200 h 231"/>
                <a:gd name="T10" fmla="*/ 114 w 102"/>
                <a:gd name="T11" fmla="*/ 142 h 231"/>
                <a:gd name="T12" fmla="*/ 116 w 102"/>
                <a:gd name="T13" fmla="*/ 69 h 2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2" h="231">
                  <a:moveTo>
                    <a:pt x="97" y="0"/>
                  </a:moveTo>
                  <a:cubicBezTo>
                    <a:pt x="89" y="34"/>
                    <a:pt x="84" y="231"/>
                    <a:pt x="0" y="174"/>
                  </a:cubicBezTo>
                  <a:cubicBezTo>
                    <a:pt x="9" y="181"/>
                    <a:pt x="18" y="188"/>
                    <a:pt x="27" y="195"/>
                  </a:cubicBezTo>
                  <a:cubicBezTo>
                    <a:pt x="32" y="199"/>
                    <a:pt x="35" y="202"/>
                    <a:pt x="42" y="201"/>
                  </a:cubicBezTo>
                  <a:cubicBezTo>
                    <a:pt x="57" y="198"/>
                    <a:pt x="70" y="177"/>
                    <a:pt x="79" y="166"/>
                  </a:cubicBezTo>
                  <a:cubicBezTo>
                    <a:pt x="91" y="150"/>
                    <a:pt x="94" y="138"/>
                    <a:pt x="94" y="117"/>
                  </a:cubicBezTo>
                  <a:cubicBezTo>
                    <a:pt x="95" y="99"/>
                    <a:pt x="102" y="75"/>
                    <a:pt x="95" y="57"/>
                  </a:cubicBezTo>
                </a:path>
              </a:pathLst>
            </a:custGeom>
            <a:solidFill>
              <a:srgbClr val="8E4C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9319" name="Freeform 667">
              <a:extLst>
                <a:ext uri="{FF2B5EF4-FFF2-40B4-BE49-F238E27FC236}">
                  <a16:creationId xmlns:a16="http://schemas.microsoft.com/office/drawing/2014/main" id="{D848B114-C937-4C30-BFA2-1FAAF95DCC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7" y="2491"/>
              <a:ext cx="31" cy="30"/>
            </a:xfrm>
            <a:custGeom>
              <a:avLst/>
              <a:gdLst>
                <a:gd name="T0" fmla="*/ 24 w 29"/>
                <a:gd name="T1" fmla="*/ 0 h 28"/>
                <a:gd name="T2" fmla="*/ 35 w 29"/>
                <a:gd name="T3" fmla="*/ 30 h 28"/>
                <a:gd name="T4" fmla="*/ 16 w 29"/>
                <a:gd name="T5" fmla="*/ 11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28">
                  <a:moveTo>
                    <a:pt x="20" y="0"/>
                  </a:moveTo>
                  <a:cubicBezTo>
                    <a:pt x="18" y="8"/>
                    <a:pt x="16" y="25"/>
                    <a:pt x="29" y="24"/>
                  </a:cubicBezTo>
                  <a:cubicBezTo>
                    <a:pt x="17" y="28"/>
                    <a:pt x="0" y="20"/>
                    <a:pt x="13" y="8"/>
                  </a:cubicBezTo>
                </a:path>
              </a:pathLst>
            </a:custGeom>
            <a:solidFill>
              <a:srgbClr val="8E4C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9320" name="Freeform 668">
              <a:extLst>
                <a:ext uri="{FF2B5EF4-FFF2-40B4-BE49-F238E27FC236}">
                  <a16:creationId xmlns:a16="http://schemas.microsoft.com/office/drawing/2014/main" id="{1DB6F082-A92D-4EA1-902B-E5B8E41358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9" y="2651"/>
              <a:ext cx="331" cy="109"/>
            </a:xfrm>
            <a:custGeom>
              <a:avLst/>
              <a:gdLst>
                <a:gd name="T0" fmla="*/ 7 w 310"/>
                <a:gd name="T1" fmla="*/ 2 h 102"/>
                <a:gd name="T2" fmla="*/ 2 w 310"/>
                <a:gd name="T3" fmla="*/ 2 h 102"/>
                <a:gd name="T4" fmla="*/ 32 w 310"/>
                <a:gd name="T5" fmla="*/ 12 h 102"/>
                <a:gd name="T6" fmla="*/ 73 w 310"/>
                <a:gd name="T7" fmla="*/ 24 h 102"/>
                <a:gd name="T8" fmla="*/ 138 w 310"/>
                <a:gd name="T9" fmla="*/ 38 h 102"/>
                <a:gd name="T10" fmla="*/ 228 w 310"/>
                <a:gd name="T11" fmla="*/ 69 h 102"/>
                <a:gd name="T12" fmla="*/ 377 w 310"/>
                <a:gd name="T13" fmla="*/ 124 h 102"/>
                <a:gd name="T14" fmla="*/ 335 w 310"/>
                <a:gd name="T15" fmla="*/ 91 h 102"/>
                <a:gd name="T16" fmla="*/ 274 w 310"/>
                <a:gd name="T17" fmla="*/ 72 h 102"/>
                <a:gd name="T18" fmla="*/ 173 w 310"/>
                <a:gd name="T19" fmla="*/ 36 h 102"/>
                <a:gd name="T20" fmla="*/ 82 w 310"/>
                <a:gd name="T21" fmla="*/ 14 h 102"/>
                <a:gd name="T22" fmla="*/ 34 w 310"/>
                <a:gd name="T23" fmla="*/ 6 h 102"/>
                <a:gd name="T24" fmla="*/ 0 w 310"/>
                <a:gd name="T25" fmla="*/ 0 h 10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10" h="102">
                  <a:moveTo>
                    <a:pt x="7" y="2"/>
                  </a:moveTo>
                  <a:cubicBezTo>
                    <a:pt x="5" y="1"/>
                    <a:pt x="4" y="1"/>
                    <a:pt x="2" y="2"/>
                  </a:cubicBezTo>
                  <a:cubicBezTo>
                    <a:pt x="9" y="6"/>
                    <a:pt x="18" y="6"/>
                    <a:pt x="26" y="9"/>
                  </a:cubicBezTo>
                  <a:cubicBezTo>
                    <a:pt x="38" y="13"/>
                    <a:pt x="48" y="18"/>
                    <a:pt x="60" y="20"/>
                  </a:cubicBezTo>
                  <a:cubicBezTo>
                    <a:pt x="78" y="23"/>
                    <a:pt x="95" y="28"/>
                    <a:pt x="113" y="32"/>
                  </a:cubicBezTo>
                  <a:cubicBezTo>
                    <a:pt x="138" y="37"/>
                    <a:pt x="163" y="45"/>
                    <a:pt x="187" y="57"/>
                  </a:cubicBezTo>
                  <a:cubicBezTo>
                    <a:pt x="226" y="76"/>
                    <a:pt x="276" y="76"/>
                    <a:pt x="310" y="102"/>
                  </a:cubicBezTo>
                  <a:cubicBezTo>
                    <a:pt x="298" y="91"/>
                    <a:pt x="289" y="82"/>
                    <a:pt x="275" y="75"/>
                  </a:cubicBezTo>
                  <a:cubicBezTo>
                    <a:pt x="259" y="67"/>
                    <a:pt x="243" y="63"/>
                    <a:pt x="226" y="59"/>
                  </a:cubicBezTo>
                  <a:cubicBezTo>
                    <a:pt x="198" y="52"/>
                    <a:pt x="170" y="40"/>
                    <a:pt x="142" y="30"/>
                  </a:cubicBezTo>
                  <a:cubicBezTo>
                    <a:pt x="118" y="22"/>
                    <a:pt x="92" y="16"/>
                    <a:pt x="67" y="11"/>
                  </a:cubicBezTo>
                  <a:cubicBezTo>
                    <a:pt x="54" y="8"/>
                    <a:pt x="41" y="8"/>
                    <a:pt x="28" y="6"/>
                  </a:cubicBezTo>
                  <a:cubicBezTo>
                    <a:pt x="19" y="4"/>
                    <a:pt x="10" y="1"/>
                    <a:pt x="0" y="0"/>
                  </a:cubicBezTo>
                </a:path>
              </a:pathLst>
            </a:custGeom>
            <a:solidFill>
              <a:srgbClr val="8E4C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9321" name="Freeform 669">
              <a:extLst>
                <a:ext uri="{FF2B5EF4-FFF2-40B4-BE49-F238E27FC236}">
                  <a16:creationId xmlns:a16="http://schemas.microsoft.com/office/drawing/2014/main" id="{A8A48264-9065-45BA-807C-E296817B766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" y="2993"/>
              <a:ext cx="115" cy="90"/>
            </a:xfrm>
            <a:custGeom>
              <a:avLst/>
              <a:gdLst>
                <a:gd name="T0" fmla="*/ 0 w 108"/>
                <a:gd name="T1" fmla="*/ 76 h 84"/>
                <a:gd name="T2" fmla="*/ 30 w 108"/>
                <a:gd name="T3" fmla="*/ 29 h 84"/>
                <a:gd name="T4" fmla="*/ 62 w 108"/>
                <a:gd name="T5" fmla="*/ 6 h 84"/>
                <a:gd name="T6" fmla="*/ 95 w 108"/>
                <a:gd name="T7" fmla="*/ 1 h 84"/>
                <a:gd name="T8" fmla="*/ 130 w 108"/>
                <a:gd name="T9" fmla="*/ 12 h 84"/>
                <a:gd name="T10" fmla="*/ 85 w 108"/>
                <a:gd name="T11" fmla="*/ 12 h 84"/>
                <a:gd name="T12" fmla="*/ 53 w 108"/>
                <a:gd name="T13" fmla="*/ 23 h 84"/>
                <a:gd name="T14" fmla="*/ 32 w 108"/>
                <a:gd name="T15" fmla="*/ 68 h 84"/>
                <a:gd name="T16" fmla="*/ 37 w 108"/>
                <a:gd name="T17" fmla="*/ 102 h 84"/>
                <a:gd name="T18" fmla="*/ 0 w 108"/>
                <a:gd name="T19" fmla="*/ 79 h 8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08" h="84">
                  <a:moveTo>
                    <a:pt x="0" y="62"/>
                  </a:moveTo>
                  <a:cubicBezTo>
                    <a:pt x="6" y="44"/>
                    <a:pt x="9" y="35"/>
                    <a:pt x="24" y="23"/>
                  </a:cubicBezTo>
                  <a:cubicBezTo>
                    <a:pt x="32" y="17"/>
                    <a:pt x="42" y="10"/>
                    <a:pt x="51" y="6"/>
                  </a:cubicBezTo>
                  <a:cubicBezTo>
                    <a:pt x="59" y="3"/>
                    <a:pt x="71" y="0"/>
                    <a:pt x="79" y="1"/>
                  </a:cubicBezTo>
                  <a:cubicBezTo>
                    <a:pt x="89" y="2"/>
                    <a:pt x="101" y="9"/>
                    <a:pt x="108" y="9"/>
                  </a:cubicBezTo>
                  <a:cubicBezTo>
                    <a:pt x="95" y="9"/>
                    <a:pt x="82" y="5"/>
                    <a:pt x="70" y="9"/>
                  </a:cubicBezTo>
                  <a:cubicBezTo>
                    <a:pt x="61" y="11"/>
                    <a:pt x="52" y="15"/>
                    <a:pt x="44" y="19"/>
                  </a:cubicBezTo>
                  <a:cubicBezTo>
                    <a:pt x="30" y="27"/>
                    <a:pt x="19" y="37"/>
                    <a:pt x="26" y="55"/>
                  </a:cubicBezTo>
                  <a:cubicBezTo>
                    <a:pt x="29" y="63"/>
                    <a:pt x="47" y="83"/>
                    <a:pt x="31" y="83"/>
                  </a:cubicBezTo>
                  <a:cubicBezTo>
                    <a:pt x="21" y="84"/>
                    <a:pt x="6" y="70"/>
                    <a:pt x="0" y="64"/>
                  </a:cubicBezTo>
                </a:path>
              </a:pathLst>
            </a:custGeom>
            <a:solidFill>
              <a:srgbClr val="C27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9322" name="Freeform 670">
              <a:extLst>
                <a:ext uri="{FF2B5EF4-FFF2-40B4-BE49-F238E27FC236}">
                  <a16:creationId xmlns:a16="http://schemas.microsoft.com/office/drawing/2014/main" id="{5EC689AD-0C85-46A6-BD2B-FE2181B2461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1" y="2509"/>
              <a:ext cx="39" cy="148"/>
            </a:xfrm>
            <a:custGeom>
              <a:avLst/>
              <a:gdLst>
                <a:gd name="T0" fmla="*/ 3 w 37"/>
                <a:gd name="T1" fmla="*/ 0 h 139"/>
                <a:gd name="T2" fmla="*/ 2 w 37"/>
                <a:gd name="T3" fmla="*/ 100 h 139"/>
                <a:gd name="T4" fmla="*/ 6 w 37"/>
                <a:gd name="T5" fmla="*/ 146 h 139"/>
                <a:gd name="T6" fmla="*/ 43 w 37"/>
                <a:gd name="T7" fmla="*/ 168 h 139"/>
                <a:gd name="T8" fmla="*/ 13 w 37"/>
                <a:gd name="T9" fmla="*/ 133 h 139"/>
                <a:gd name="T10" fmla="*/ 15 w 37"/>
                <a:gd name="T11" fmla="*/ 86 h 139"/>
                <a:gd name="T12" fmla="*/ 6 w 37"/>
                <a:gd name="T13" fmla="*/ 5 h 13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7" h="139">
                  <a:moveTo>
                    <a:pt x="3" y="0"/>
                  </a:moveTo>
                  <a:cubicBezTo>
                    <a:pt x="14" y="28"/>
                    <a:pt x="5" y="55"/>
                    <a:pt x="2" y="83"/>
                  </a:cubicBezTo>
                  <a:cubicBezTo>
                    <a:pt x="1" y="94"/>
                    <a:pt x="0" y="111"/>
                    <a:pt x="6" y="121"/>
                  </a:cubicBezTo>
                  <a:cubicBezTo>
                    <a:pt x="13" y="132"/>
                    <a:pt x="27" y="133"/>
                    <a:pt x="37" y="139"/>
                  </a:cubicBezTo>
                  <a:cubicBezTo>
                    <a:pt x="25" y="132"/>
                    <a:pt x="15" y="124"/>
                    <a:pt x="10" y="110"/>
                  </a:cubicBezTo>
                  <a:cubicBezTo>
                    <a:pt x="5" y="97"/>
                    <a:pt x="10" y="84"/>
                    <a:pt x="12" y="71"/>
                  </a:cubicBezTo>
                  <a:cubicBezTo>
                    <a:pt x="14" y="50"/>
                    <a:pt x="21" y="21"/>
                    <a:pt x="6" y="5"/>
                  </a:cubicBezTo>
                </a:path>
              </a:pathLst>
            </a:custGeom>
            <a:solidFill>
              <a:srgbClr val="C27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9323" name="Freeform 671">
              <a:extLst>
                <a:ext uri="{FF2B5EF4-FFF2-40B4-BE49-F238E27FC236}">
                  <a16:creationId xmlns:a16="http://schemas.microsoft.com/office/drawing/2014/main" id="{9C7DEFB5-E8C8-4C0F-8DB9-1596FF49FD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3" y="2570"/>
              <a:ext cx="52" cy="131"/>
            </a:xfrm>
            <a:custGeom>
              <a:avLst/>
              <a:gdLst>
                <a:gd name="T0" fmla="*/ 10 w 48"/>
                <a:gd name="T1" fmla="*/ 0 h 123"/>
                <a:gd name="T2" fmla="*/ 61 w 48"/>
                <a:gd name="T3" fmla="*/ 111 h 123"/>
                <a:gd name="T4" fmla="*/ 27 w 48"/>
                <a:gd name="T5" fmla="*/ 68 h 123"/>
                <a:gd name="T6" fmla="*/ 13 w 48"/>
                <a:gd name="T7" fmla="*/ 1 h 1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8" h="123">
                  <a:moveTo>
                    <a:pt x="7" y="0"/>
                  </a:moveTo>
                  <a:cubicBezTo>
                    <a:pt x="12" y="19"/>
                    <a:pt x="0" y="123"/>
                    <a:pt x="48" y="92"/>
                  </a:cubicBezTo>
                  <a:cubicBezTo>
                    <a:pt x="28" y="94"/>
                    <a:pt x="26" y="70"/>
                    <a:pt x="21" y="56"/>
                  </a:cubicBezTo>
                  <a:cubicBezTo>
                    <a:pt x="16" y="38"/>
                    <a:pt x="10" y="20"/>
                    <a:pt x="10" y="1"/>
                  </a:cubicBezTo>
                </a:path>
              </a:pathLst>
            </a:custGeom>
            <a:solidFill>
              <a:srgbClr val="C27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9324" name="Freeform 672">
              <a:extLst>
                <a:ext uri="{FF2B5EF4-FFF2-40B4-BE49-F238E27FC236}">
                  <a16:creationId xmlns:a16="http://schemas.microsoft.com/office/drawing/2014/main" id="{90FC0D17-286A-4BA9-94A7-8690B66151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8" y="2528"/>
              <a:ext cx="36" cy="122"/>
            </a:xfrm>
            <a:custGeom>
              <a:avLst/>
              <a:gdLst>
                <a:gd name="T0" fmla="*/ 39 w 34"/>
                <a:gd name="T1" fmla="*/ 0 h 114"/>
                <a:gd name="T2" fmla="*/ 13 w 34"/>
                <a:gd name="T3" fmla="*/ 30 h 114"/>
                <a:gd name="T4" fmla="*/ 7 w 34"/>
                <a:gd name="T5" fmla="*/ 64 h 114"/>
                <a:gd name="T6" fmla="*/ 0 w 34"/>
                <a:gd name="T7" fmla="*/ 140 h 114"/>
                <a:gd name="T8" fmla="*/ 16 w 34"/>
                <a:gd name="T9" fmla="*/ 70 h 114"/>
                <a:gd name="T10" fmla="*/ 22 w 34"/>
                <a:gd name="T11" fmla="*/ 37 h 114"/>
                <a:gd name="T12" fmla="*/ 40 w 34"/>
                <a:gd name="T13" fmla="*/ 5 h 1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4" h="114">
                  <a:moveTo>
                    <a:pt x="33" y="0"/>
                  </a:moveTo>
                  <a:cubicBezTo>
                    <a:pt x="32" y="11"/>
                    <a:pt x="17" y="17"/>
                    <a:pt x="10" y="24"/>
                  </a:cubicBezTo>
                  <a:cubicBezTo>
                    <a:pt x="2" y="32"/>
                    <a:pt x="6" y="40"/>
                    <a:pt x="7" y="52"/>
                  </a:cubicBezTo>
                  <a:cubicBezTo>
                    <a:pt x="8" y="73"/>
                    <a:pt x="5" y="95"/>
                    <a:pt x="0" y="114"/>
                  </a:cubicBezTo>
                  <a:cubicBezTo>
                    <a:pt x="13" y="103"/>
                    <a:pt x="12" y="73"/>
                    <a:pt x="13" y="57"/>
                  </a:cubicBezTo>
                  <a:cubicBezTo>
                    <a:pt x="14" y="47"/>
                    <a:pt x="15" y="40"/>
                    <a:pt x="19" y="31"/>
                  </a:cubicBezTo>
                  <a:cubicBezTo>
                    <a:pt x="23" y="21"/>
                    <a:pt x="30" y="14"/>
                    <a:pt x="34" y="5"/>
                  </a:cubicBezTo>
                </a:path>
              </a:pathLst>
            </a:custGeom>
            <a:solidFill>
              <a:srgbClr val="8E4C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9325" name="Freeform 673">
              <a:extLst>
                <a:ext uri="{FF2B5EF4-FFF2-40B4-BE49-F238E27FC236}">
                  <a16:creationId xmlns:a16="http://schemas.microsoft.com/office/drawing/2014/main" id="{06275351-D950-4363-A063-469C1C87894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1" y="2501"/>
              <a:ext cx="150" cy="30"/>
            </a:xfrm>
            <a:custGeom>
              <a:avLst/>
              <a:gdLst>
                <a:gd name="T0" fmla="*/ 0 w 140"/>
                <a:gd name="T1" fmla="*/ 1 h 28"/>
                <a:gd name="T2" fmla="*/ 100 w 140"/>
                <a:gd name="T3" fmla="*/ 14 h 28"/>
                <a:gd name="T4" fmla="*/ 173 w 140"/>
                <a:gd name="T5" fmla="*/ 0 h 28"/>
                <a:gd name="T6" fmla="*/ 123 w 140"/>
                <a:gd name="T7" fmla="*/ 23 h 28"/>
                <a:gd name="T8" fmla="*/ 69 w 140"/>
                <a:gd name="T9" fmla="*/ 34 h 28"/>
                <a:gd name="T10" fmla="*/ 5 w 140"/>
                <a:gd name="T11" fmla="*/ 4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0" h="28">
                  <a:moveTo>
                    <a:pt x="0" y="1"/>
                  </a:moveTo>
                  <a:cubicBezTo>
                    <a:pt x="6" y="17"/>
                    <a:pt x="66" y="13"/>
                    <a:pt x="81" y="11"/>
                  </a:cubicBezTo>
                  <a:cubicBezTo>
                    <a:pt x="101" y="8"/>
                    <a:pt x="121" y="3"/>
                    <a:pt x="140" y="0"/>
                  </a:cubicBezTo>
                  <a:cubicBezTo>
                    <a:pt x="127" y="5"/>
                    <a:pt x="114" y="14"/>
                    <a:pt x="100" y="19"/>
                  </a:cubicBezTo>
                  <a:cubicBezTo>
                    <a:pt x="85" y="24"/>
                    <a:pt x="70" y="28"/>
                    <a:pt x="56" y="28"/>
                  </a:cubicBezTo>
                  <a:cubicBezTo>
                    <a:pt x="37" y="27"/>
                    <a:pt x="14" y="21"/>
                    <a:pt x="5" y="4"/>
                  </a:cubicBezTo>
                </a:path>
              </a:pathLst>
            </a:custGeom>
            <a:solidFill>
              <a:srgbClr val="8E4C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9326" name="Freeform 674">
              <a:extLst>
                <a:ext uri="{FF2B5EF4-FFF2-40B4-BE49-F238E27FC236}">
                  <a16:creationId xmlns:a16="http://schemas.microsoft.com/office/drawing/2014/main" id="{85EF29A5-4974-4CB1-B56F-9BEF32FE27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8" y="2156"/>
              <a:ext cx="414" cy="314"/>
            </a:xfrm>
            <a:custGeom>
              <a:avLst/>
              <a:gdLst>
                <a:gd name="T0" fmla="*/ 0 w 389"/>
                <a:gd name="T1" fmla="*/ 19 h 294"/>
                <a:gd name="T2" fmla="*/ 28 w 389"/>
                <a:gd name="T3" fmla="*/ 22 h 294"/>
                <a:gd name="T4" fmla="*/ 50 w 389"/>
                <a:gd name="T5" fmla="*/ 41 h 294"/>
                <a:gd name="T6" fmla="*/ 70 w 389"/>
                <a:gd name="T7" fmla="*/ 107 h 294"/>
                <a:gd name="T8" fmla="*/ 153 w 389"/>
                <a:gd name="T9" fmla="*/ 236 h 294"/>
                <a:gd name="T10" fmla="*/ 419 w 389"/>
                <a:gd name="T11" fmla="*/ 354 h 294"/>
                <a:gd name="T12" fmla="*/ 469 w 389"/>
                <a:gd name="T13" fmla="*/ 358 h 294"/>
                <a:gd name="T14" fmla="*/ 284 w 389"/>
                <a:gd name="T15" fmla="*/ 291 h 294"/>
                <a:gd name="T16" fmla="*/ 206 w 389"/>
                <a:gd name="T17" fmla="*/ 242 h 294"/>
                <a:gd name="T18" fmla="*/ 133 w 389"/>
                <a:gd name="T19" fmla="*/ 183 h 294"/>
                <a:gd name="T20" fmla="*/ 64 w 389"/>
                <a:gd name="T21" fmla="*/ 46 h 294"/>
                <a:gd name="T22" fmla="*/ 43 w 389"/>
                <a:gd name="T23" fmla="*/ 4 h 294"/>
                <a:gd name="T24" fmla="*/ 3 w 389"/>
                <a:gd name="T25" fmla="*/ 4 h 29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89" h="294">
                  <a:moveTo>
                    <a:pt x="0" y="16"/>
                  </a:moveTo>
                  <a:cubicBezTo>
                    <a:pt x="6" y="19"/>
                    <a:pt x="15" y="16"/>
                    <a:pt x="23" y="19"/>
                  </a:cubicBezTo>
                  <a:cubicBezTo>
                    <a:pt x="29" y="22"/>
                    <a:pt x="36" y="28"/>
                    <a:pt x="41" y="34"/>
                  </a:cubicBezTo>
                  <a:cubicBezTo>
                    <a:pt x="52" y="49"/>
                    <a:pt x="54" y="69"/>
                    <a:pt x="58" y="88"/>
                  </a:cubicBezTo>
                  <a:cubicBezTo>
                    <a:pt x="67" y="133"/>
                    <a:pt x="94" y="165"/>
                    <a:pt x="127" y="194"/>
                  </a:cubicBezTo>
                  <a:cubicBezTo>
                    <a:pt x="191" y="249"/>
                    <a:pt x="268" y="271"/>
                    <a:pt x="348" y="290"/>
                  </a:cubicBezTo>
                  <a:cubicBezTo>
                    <a:pt x="361" y="294"/>
                    <a:pt x="378" y="294"/>
                    <a:pt x="389" y="294"/>
                  </a:cubicBezTo>
                  <a:cubicBezTo>
                    <a:pt x="336" y="278"/>
                    <a:pt x="285" y="263"/>
                    <a:pt x="236" y="239"/>
                  </a:cubicBezTo>
                  <a:cubicBezTo>
                    <a:pt x="213" y="228"/>
                    <a:pt x="193" y="211"/>
                    <a:pt x="171" y="199"/>
                  </a:cubicBezTo>
                  <a:cubicBezTo>
                    <a:pt x="147" y="185"/>
                    <a:pt x="129" y="172"/>
                    <a:pt x="110" y="150"/>
                  </a:cubicBezTo>
                  <a:cubicBezTo>
                    <a:pt x="84" y="119"/>
                    <a:pt x="66" y="76"/>
                    <a:pt x="53" y="37"/>
                  </a:cubicBezTo>
                  <a:cubicBezTo>
                    <a:pt x="49" y="25"/>
                    <a:pt x="50" y="10"/>
                    <a:pt x="36" y="4"/>
                  </a:cubicBezTo>
                  <a:cubicBezTo>
                    <a:pt x="29" y="0"/>
                    <a:pt x="11" y="1"/>
                    <a:pt x="3" y="4"/>
                  </a:cubicBezTo>
                </a:path>
              </a:pathLst>
            </a:custGeom>
            <a:solidFill>
              <a:srgbClr val="C27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9327" name="Freeform 675">
              <a:extLst>
                <a:ext uri="{FF2B5EF4-FFF2-40B4-BE49-F238E27FC236}">
                  <a16:creationId xmlns:a16="http://schemas.microsoft.com/office/drawing/2014/main" id="{8E32422C-1211-4D3D-B6AC-2424629480D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0" y="1962"/>
              <a:ext cx="350" cy="67"/>
            </a:xfrm>
            <a:custGeom>
              <a:avLst/>
              <a:gdLst>
                <a:gd name="T0" fmla="*/ 0 w 329"/>
                <a:gd name="T1" fmla="*/ 0 h 63"/>
                <a:gd name="T2" fmla="*/ 138 w 329"/>
                <a:gd name="T3" fmla="*/ 61 h 63"/>
                <a:gd name="T4" fmla="*/ 270 w 329"/>
                <a:gd name="T5" fmla="*/ 64 h 63"/>
                <a:gd name="T6" fmla="*/ 391 w 329"/>
                <a:gd name="T7" fmla="*/ 53 h 63"/>
                <a:gd name="T8" fmla="*/ 259 w 329"/>
                <a:gd name="T9" fmla="*/ 53 h 63"/>
                <a:gd name="T10" fmla="*/ 0 w 329"/>
                <a:gd name="T11" fmla="*/ 0 h 6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29" h="63">
                  <a:moveTo>
                    <a:pt x="0" y="0"/>
                  </a:moveTo>
                  <a:cubicBezTo>
                    <a:pt x="0" y="0"/>
                    <a:pt x="72" y="47"/>
                    <a:pt x="115" y="51"/>
                  </a:cubicBezTo>
                  <a:cubicBezTo>
                    <a:pt x="157" y="56"/>
                    <a:pt x="178" y="62"/>
                    <a:pt x="225" y="53"/>
                  </a:cubicBezTo>
                  <a:cubicBezTo>
                    <a:pt x="272" y="44"/>
                    <a:pt x="320" y="42"/>
                    <a:pt x="325" y="44"/>
                  </a:cubicBezTo>
                  <a:cubicBezTo>
                    <a:pt x="329" y="45"/>
                    <a:pt x="252" y="44"/>
                    <a:pt x="214" y="44"/>
                  </a:cubicBezTo>
                  <a:cubicBezTo>
                    <a:pt x="177" y="44"/>
                    <a:pt x="145" y="63"/>
                    <a:pt x="0" y="0"/>
                  </a:cubicBezTo>
                  <a:close/>
                </a:path>
              </a:pathLst>
            </a:custGeom>
            <a:solidFill>
              <a:srgbClr val="8E4C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9328" name="Freeform 676">
              <a:extLst>
                <a:ext uri="{FF2B5EF4-FFF2-40B4-BE49-F238E27FC236}">
                  <a16:creationId xmlns:a16="http://schemas.microsoft.com/office/drawing/2014/main" id="{C0CB8AE7-77A6-4AC9-93FE-C0A84744A5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9" y="1798"/>
              <a:ext cx="132" cy="116"/>
            </a:xfrm>
            <a:custGeom>
              <a:avLst/>
              <a:gdLst>
                <a:gd name="T0" fmla="*/ 0 w 124"/>
                <a:gd name="T1" fmla="*/ 118 h 109"/>
                <a:gd name="T2" fmla="*/ 96 w 124"/>
                <a:gd name="T3" fmla="*/ 105 h 109"/>
                <a:gd name="T4" fmla="*/ 138 w 124"/>
                <a:gd name="T5" fmla="*/ 65 h 109"/>
                <a:gd name="T6" fmla="*/ 148 w 124"/>
                <a:gd name="T7" fmla="*/ 0 h 109"/>
                <a:gd name="T8" fmla="*/ 92 w 124"/>
                <a:gd name="T9" fmla="*/ 96 h 109"/>
                <a:gd name="T10" fmla="*/ 5 w 124"/>
                <a:gd name="T11" fmla="*/ 118 h 10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4" h="109">
                  <a:moveTo>
                    <a:pt x="0" y="98"/>
                  </a:moveTo>
                  <a:cubicBezTo>
                    <a:pt x="25" y="109"/>
                    <a:pt x="58" y="99"/>
                    <a:pt x="80" y="87"/>
                  </a:cubicBezTo>
                  <a:cubicBezTo>
                    <a:pt x="93" y="80"/>
                    <a:pt x="108" y="68"/>
                    <a:pt x="115" y="54"/>
                  </a:cubicBezTo>
                  <a:cubicBezTo>
                    <a:pt x="124" y="38"/>
                    <a:pt x="117" y="17"/>
                    <a:pt x="123" y="0"/>
                  </a:cubicBezTo>
                  <a:cubicBezTo>
                    <a:pt x="108" y="28"/>
                    <a:pt x="106" y="62"/>
                    <a:pt x="76" y="80"/>
                  </a:cubicBezTo>
                  <a:cubicBezTo>
                    <a:pt x="57" y="92"/>
                    <a:pt x="26" y="92"/>
                    <a:pt x="5" y="98"/>
                  </a:cubicBezTo>
                </a:path>
              </a:pathLst>
            </a:custGeom>
            <a:solidFill>
              <a:srgbClr val="C27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9329" name="Freeform 677">
              <a:extLst>
                <a:ext uri="{FF2B5EF4-FFF2-40B4-BE49-F238E27FC236}">
                  <a16:creationId xmlns:a16="http://schemas.microsoft.com/office/drawing/2014/main" id="{FC516624-021A-46DB-A652-AD954C8833D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8" y="3902"/>
              <a:ext cx="146" cy="61"/>
            </a:xfrm>
            <a:custGeom>
              <a:avLst/>
              <a:gdLst>
                <a:gd name="T0" fmla="*/ 0 w 137"/>
                <a:gd name="T1" fmla="*/ 63 h 58"/>
                <a:gd name="T2" fmla="*/ 52 w 137"/>
                <a:gd name="T3" fmla="*/ 21 h 58"/>
                <a:gd name="T4" fmla="*/ 92 w 137"/>
                <a:gd name="T5" fmla="*/ 1 h 58"/>
                <a:gd name="T6" fmla="*/ 166 w 137"/>
                <a:gd name="T7" fmla="*/ 23 h 58"/>
                <a:gd name="T8" fmla="*/ 131 w 137"/>
                <a:gd name="T9" fmla="*/ 40 h 58"/>
                <a:gd name="T10" fmla="*/ 86 w 137"/>
                <a:gd name="T11" fmla="*/ 43 h 58"/>
                <a:gd name="T12" fmla="*/ 1 w 137"/>
                <a:gd name="T13" fmla="*/ 64 h 5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7" h="58">
                  <a:moveTo>
                    <a:pt x="0" y="54"/>
                  </a:moveTo>
                  <a:cubicBezTo>
                    <a:pt x="12" y="58"/>
                    <a:pt x="37" y="25"/>
                    <a:pt x="43" y="18"/>
                  </a:cubicBezTo>
                  <a:cubicBezTo>
                    <a:pt x="53" y="7"/>
                    <a:pt x="61" y="0"/>
                    <a:pt x="76" y="1"/>
                  </a:cubicBezTo>
                  <a:cubicBezTo>
                    <a:pt x="97" y="3"/>
                    <a:pt x="115" y="19"/>
                    <a:pt x="137" y="20"/>
                  </a:cubicBezTo>
                  <a:cubicBezTo>
                    <a:pt x="129" y="25"/>
                    <a:pt x="118" y="32"/>
                    <a:pt x="108" y="34"/>
                  </a:cubicBezTo>
                  <a:cubicBezTo>
                    <a:pt x="96" y="37"/>
                    <a:pt x="83" y="37"/>
                    <a:pt x="71" y="37"/>
                  </a:cubicBezTo>
                  <a:cubicBezTo>
                    <a:pt x="47" y="37"/>
                    <a:pt x="22" y="45"/>
                    <a:pt x="1" y="55"/>
                  </a:cubicBezTo>
                </a:path>
              </a:pathLst>
            </a:custGeom>
            <a:solidFill>
              <a:srgbClr val="8E4C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9330" name="Freeform 678">
              <a:extLst>
                <a:ext uri="{FF2B5EF4-FFF2-40B4-BE49-F238E27FC236}">
                  <a16:creationId xmlns:a16="http://schemas.microsoft.com/office/drawing/2014/main" id="{4A1F7D81-63AB-4681-A3D3-68B3BD86A0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2" y="3752"/>
              <a:ext cx="80" cy="62"/>
            </a:xfrm>
            <a:custGeom>
              <a:avLst/>
              <a:gdLst>
                <a:gd name="T0" fmla="*/ 0 w 75"/>
                <a:gd name="T1" fmla="*/ 48 h 58"/>
                <a:gd name="T2" fmla="*/ 27 w 75"/>
                <a:gd name="T3" fmla="*/ 56 h 58"/>
                <a:gd name="T4" fmla="*/ 55 w 75"/>
                <a:gd name="T5" fmla="*/ 47 h 58"/>
                <a:gd name="T6" fmla="*/ 78 w 75"/>
                <a:gd name="T7" fmla="*/ 22 h 58"/>
                <a:gd name="T8" fmla="*/ 89 w 75"/>
                <a:gd name="T9" fmla="*/ 0 h 58"/>
                <a:gd name="T10" fmla="*/ 54 w 75"/>
                <a:gd name="T11" fmla="*/ 60 h 58"/>
                <a:gd name="T12" fmla="*/ 36 w 75"/>
                <a:gd name="T13" fmla="*/ 66 h 58"/>
                <a:gd name="T14" fmla="*/ 16 w 75"/>
                <a:gd name="T15" fmla="*/ 56 h 5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5" h="58">
                  <a:moveTo>
                    <a:pt x="0" y="39"/>
                  </a:moveTo>
                  <a:cubicBezTo>
                    <a:pt x="8" y="41"/>
                    <a:pt x="13" y="45"/>
                    <a:pt x="22" y="46"/>
                  </a:cubicBezTo>
                  <a:cubicBezTo>
                    <a:pt x="30" y="46"/>
                    <a:pt x="39" y="43"/>
                    <a:pt x="46" y="38"/>
                  </a:cubicBezTo>
                  <a:cubicBezTo>
                    <a:pt x="52" y="33"/>
                    <a:pt x="59" y="25"/>
                    <a:pt x="64" y="19"/>
                  </a:cubicBezTo>
                  <a:cubicBezTo>
                    <a:pt x="68" y="13"/>
                    <a:pt x="69" y="6"/>
                    <a:pt x="73" y="0"/>
                  </a:cubicBezTo>
                  <a:cubicBezTo>
                    <a:pt x="75" y="19"/>
                    <a:pt x="58" y="37"/>
                    <a:pt x="45" y="49"/>
                  </a:cubicBezTo>
                  <a:cubicBezTo>
                    <a:pt x="40" y="54"/>
                    <a:pt x="36" y="58"/>
                    <a:pt x="30" y="54"/>
                  </a:cubicBezTo>
                  <a:cubicBezTo>
                    <a:pt x="25" y="52"/>
                    <a:pt x="19" y="46"/>
                    <a:pt x="13" y="46"/>
                  </a:cubicBezTo>
                </a:path>
              </a:pathLst>
            </a:custGeom>
            <a:solidFill>
              <a:srgbClr val="8E4C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9331" name="Freeform 679">
              <a:extLst>
                <a:ext uri="{FF2B5EF4-FFF2-40B4-BE49-F238E27FC236}">
                  <a16:creationId xmlns:a16="http://schemas.microsoft.com/office/drawing/2014/main" id="{7FBED789-671B-4E02-A15C-3436BD7D91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6" y="1794"/>
              <a:ext cx="366" cy="138"/>
            </a:xfrm>
            <a:custGeom>
              <a:avLst/>
              <a:gdLst>
                <a:gd name="T0" fmla="*/ 357 w 344"/>
                <a:gd name="T1" fmla="*/ 4 h 130"/>
                <a:gd name="T2" fmla="*/ 329 w 344"/>
                <a:gd name="T3" fmla="*/ 0 h 130"/>
                <a:gd name="T4" fmla="*/ 303 w 344"/>
                <a:gd name="T5" fmla="*/ 23 h 130"/>
                <a:gd name="T6" fmla="*/ 268 w 344"/>
                <a:gd name="T7" fmla="*/ 56 h 130"/>
                <a:gd name="T8" fmla="*/ 190 w 344"/>
                <a:gd name="T9" fmla="*/ 103 h 130"/>
                <a:gd name="T10" fmla="*/ 100 w 344"/>
                <a:gd name="T11" fmla="*/ 130 h 130"/>
                <a:gd name="T12" fmla="*/ 51 w 344"/>
                <a:gd name="T13" fmla="*/ 140 h 130"/>
                <a:gd name="T14" fmla="*/ 0 w 344"/>
                <a:gd name="T15" fmla="*/ 149 h 130"/>
                <a:gd name="T16" fmla="*/ 78 w 344"/>
                <a:gd name="T17" fmla="*/ 146 h 130"/>
                <a:gd name="T18" fmla="*/ 192 w 344"/>
                <a:gd name="T19" fmla="*/ 125 h 130"/>
                <a:gd name="T20" fmla="*/ 302 w 344"/>
                <a:gd name="T21" fmla="*/ 70 h 130"/>
                <a:gd name="T22" fmla="*/ 339 w 344"/>
                <a:gd name="T23" fmla="*/ 37 h 130"/>
                <a:gd name="T24" fmla="*/ 379 w 344"/>
                <a:gd name="T25" fmla="*/ 66 h 130"/>
                <a:gd name="T26" fmla="*/ 414 w 344"/>
                <a:gd name="T27" fmla="*/ 93 h 130"/>
                <a:gd name="T28" fmla="*/ 379 w 344"/>
                <a:gd name="T29" fmla="*/ 42 h 130"/>
                <a:gd name="T30" fmla="*/ 353 w 344"/>
                <a:gd name="T31" fmla="*/ 8 h 130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344" h="130">
                  <a:moveTo>
                    <a:pt x="297" y="4"/>
                  </a:moveTo>
                  <a:cubicBezTo>
                    <a:pt x="290" y="4"/>
                    <a:pt x="277" y="7"/>
                    <a:pt x="273" y="0"/>
                  </a:cubicBezTo>
                  <a:cubicBezTo>
                    <a:pt x="265" y="0"/>
                    <a:pt x="257" y="13"/>
                    <a:pt x="252" y="20"/>
                  </a:cubicBezTo>
                  <a:cubicBezTo>
                    <a:pt x="243" y="30"/>
                    <a:pt x="233" y="38"/>
                    <a:pt x="223" y="47"/>
                  </a:cubicBezTo>
                  <a:cubicBezTo>
                    <a:pt x="202" y="65"/>
                    <a:pt x="182" y="75"/>
                    <a:pt x="158" y="86"/>
                  </a:cubicBezTo>
                  <a:cubicBezTo>
                    <a:pt x="133" y="99"/>
                    <a:pt x="111" y="105"/>
                    <a:pt x="83" y="108"/>
                  </a:cubicBezTo>
                  <a:cubicBezTo>
                    <a:pt x="70" y="110"/>
                    <a:pt x="55" y="114"/>
                    <a:pt x="42" y="117"/>
                  </a:cubicBezTo>
                  <a:cubicBezTo>
                    <a:pt x="29" y="120"/>
                    <a:pt x="12" y="119"/>
                    <a:pt x="0" y="124"/>
                  </a:cubicBezTo>
                  <a:cubicBezTo>
                    <a:pt x="14" y="130"/>
                    <a:pt x="47" y="124"/>
                    <a:pt x="65" y="122"/>
                  </a:cubicBezTo>
                  <a:cubicBezTo>
                    <a:pt x="96" y="119"/>
                    <a:pt x="129" y="113"/>
                    <a:pt x="159" y="105"/>
                  </a:cubicBezTo>
                  <a:cubicBezTo>
                    <a:pt x="193" y="97"/>
                    <a:pt x="227" y="83"/>
                    <a:pt x="251" y="58"/>
                  </a:cubicBezTo>
                  <a:cubicBezTo>
                    <a:pt x="259" y="51"/>
                    <a:pt x="269" y="30"/>
                    <a:pt x="282" y="31"/>
                  </a:cubicBezTo>
                  <a:cubicBezTo>
                    <a:pt x="291" y="32"/>
                    <a:pt x="307" y="50"/>
                    <a:pt x="315" y="55"/>
                  </a:cubicBezTo>
                  <a:cubicBezTo>
                    <a:pt x="325" y="62"/>
                    <a:pt x="334" y="71"/>
                    <a:pt x="344" y="78"/>
                  </a:cubicBezTo>
                  <a:cubicBezTo>
                    <a:pt x="332" y="66"/>
                    <a:pt x="325" y="50"/>
                    <a:pt x="315" y="36"/>
                  </a:cubicBezTo>
                  <a:cubicBezTo>
                    <a:pt x="309" y="26"/>
                    <a:pt x="298" y="17"/>
                    <a:pt x="293" y="8"/>
                  </a:cubicBezTo>
                </a:path>
              </a:pathLst>
            </a:custGeom>
            <a:solidFill>
              <a:srgbClr val="8E4C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9332" name="Freeform 680">
              <a:extLst>
                <a:ext uri="{FF2B5EF4-FFF2-40B4-BE49-F238E27FC236}">
                  <a16:creationId xmlns:a16="http://schemas.microsoft.com/office/drawing/2014/main" id="{8032E9EE-38DC-417E-ADC5-BFADF3676C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7" y="2250"/>
              <a:ext cx="70" cy="145"/>
            </a:xfrm>
            <a:custGeom>
              <a:avLst/>
              <a:gdLst>
                <a:gd name="T0" fmla="*/ 42 w 65"/>
                <a:gd name="T1" fmla="*/ 0 h 136"/>
                <a:gd name="T2" fmla="*/ 78 w 65"/>
                <a:gd name="T3" fmla="*/ 50 h 136"/>
                <a:gd name="T4" fmla="*/ 78 w 65"/>
                <a:gd name="T5" fmla="*/ 108 h 136"/>
                <a:gd name="T6" fmla="*/ 75 w 65"/>
                <a:gd name="T7" fmla="*/ 165 h 136"/>
                <a:gd name="T8" fmla="*/ 70 w 65"/>
                <a:gd name="T9" fmla="*/ 111 h 136"/>
                <a:gd name="T10" fmla="*/ 60 w 65"/>
                <a:gd name="T11" fmla="*/ 62 h 136"/>
                <a:gd name="T12" fmla="*/ 30 w 65"/>
                <a:gd name="T13" fmla="*/ 42 h 136"/>
                <a:gd name="T14" fmla="*/ 0 w 65"/>
                <a:gd name="T15" fmla="*/ 36 h 136"/>
                <a:gd name="T16" fmla="*/ 34 w 65"/>
                <a:gd name="T17" fmla="*/ 2 h 1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5" h="136">
                  <a:moveTo>
                    <a:pt x="33" y="0"/>
                  </a:moveTo>
                  <a:cubicBezTo>
                    <a:pt x="51" y="6"/>
                    <a:pt x="58" y="24"/>
                    <a:pt x="62" y="41"/>
                  </a:cubicBezTo>
                  <a:cubicBezTo>
                    <a:pt x="65" y="57"/>
                    <a:pt x="63" y="73"/>
                    <a:pt x="62" y="89"/>
                  </a:cubicBezTo>
                  <a:cubicBezTo>
                    <a:pt x="61" y="103"/>
                    <a:pt x="65" y="122"/>
                    <a:pt x="60" y="136"/>
                  </a:cubicBezTo>
                  <a:cubicBezTo>
                    <a:pt x="60" y="122"/>
                    <a:pt x="58" y="106"/>
                    <a:pt x="56" y="92"/>
                  </a:cubicBezTo>
                  <a:cubicBezTo>
                    <a:pt x="54" y="79"/>
                    <a:pt x="55" y="62"/>
                    <a:pt x="48" y="51"/>
                  </a:cubicBezTo>
                  <a:cubicBezTo>
                    <a:pt x="43" y="42"/>
                    <a:pt x="34" y="35"/>
                    <a:pt x="24" y="35"/>
                  </a:cubicBezTo>
                  <a:cubicBezTo>
                    <a:pt x="14" y="35"/>
                    <a:pt x="9" y="38"/>
                    <a:pt x="0" y="30"/>
                  </a:cubicBezTo>
                  <a:cubicBezTo>
                    <a:pt x="19" y="29"/>
                    <a:pt x="28" y="24"/>
                    <a:pt x="28" y="2"/>
                  </a:cubicBezTo>
                </a:path>
              </a:pathLst>
            </a:custGeom>
            <a:solidFill>
              <a:srgbClr val="8E4C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9333" name="Freeform 681">
              <a:extLst>
                <a:ext uri="{FF2B5EF4-FFF2-40B4-BE49-F238E27FC236}">
                  <a16:creationId xmlns:a16="http://schemas.microsoft.com/office/drawing/2014/main" id="{6946B34D-75C3-4036-8CA3-397884C4FBA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6" y="2387"/>
              <a:ext cx="172" cy="94"/>
            </a:xfrm>
            <a:custGeom>
              <a:avLst/>
              <a:gdLst>
                <a:gd name="T0" fmla="*/ 123 w 161"/>
                <a:gd name="T1" fmla="*/ 105 h 89"/>
                <a:gd name="T2" fmla="*/ 62 w 161"/>
                <a:gd name="T3" fmla="*/ 83 h 89"/>
                <a:gd name="T4" fmla="*/ 0 w 161"/>
                <a:gd name="T5" fmla="*/ 84 h 89"/>
                <a:gd name="T6" fmla="*/ 96 w 161"/>
                <a:gd name="T7" fmla="*/ 57 h 89"/>
                <a:gd name="T8" fmla="*/ 197 w 161"/>
                <a:gd name="T9" fmla="*/ 0 h 89"/>
                <a:gd name="T10" fmla="*/ 155 w 161"/>
                <a:gd name="T11" fmla="*/ 36 h 89"/>
                <a:gd name="T12" fmla="*/ 127 w 161"/>
                <a:gd name="T13" fmla="*/ 59 h 89"/>
                <a:gd name="T14" fmla="*/ 115 w 161"/>
                <a:gd name="T15" fmla="*/ 99 h 8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1" h="89">
                  <a:moveTo>
                    <a:pt x="101" y="89"/>
                  </a:moveTo>
                  <a:cubicBezTo>
                    <a:pt x="86" y="78"/>
                    <a:pt x="69" y="72"/>
                    <a:pt x="51" y="71"/>
                  </a:cubicBezTo>
                  <a:cubicBezTo>
                    <a:pt x="35" y="70"/>
                    <a:pt x="15" y="67"/>
                    <a:pt x="0" y="72"/>
                  </a:cubicBezTo>
                  <a:cubicBezTo>
                    <a:pt x="27" y="67"/>
                    <a:pt x="53" y="56"/>
                    <a:pt x="79" y="48"/>
                  </a:cubicBezTo>
                  <a:cubicBezTo>
                    <a:pt x="110" y="39"/>
                    <a:pt x="138" y="23"/>
                    <a:pt x="161" y="0"/>
                  </a:cubicBezTo>
                  <a:cubicBezTo>
                    <a:pt x="148" y="8"/>
                    <a:pt x="138" y="20"/>
                    <a:pt x="127" y="30"/>
                  </a:cubicBezTo>
                  <a:cubicBezTo>
                    <a:pt x="119" y="36"/>
                    <a:pt x="109" y="41"/>
                    <a:pt x="104" y="50"/>
                  </a:cubicBezTo>
                  <a:cubicBezTo>
                    <a:pt x="96" y="60"/>
                    <a:pt x="95" y="71"/>
                    <a:pt x="95" y="84"/>
                  </a:cubicBezTo>
                </a:path>
              </a:pathLst>
            </a:custGeom>
            <a:solidFill>
              <a:srgbClr val="8E4C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9334" name="Freeform 682">
              <a:extLst>
                <a:ext uri="{FF2B5EF4-FFF2-40B4-BE49-F238E27FC236}">
                  <a16:creationId xmlns:a16="http://schemas.microsoft.com/office/drawing/2014/main" id="{12C41731-E5E5-4D51-BD85-A4F66A70B67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1" y="2481"/>
              <a:ext cx="162" cy="158"/>
            </a:xfrm>
            <a:custGeom>
              <a:avLst/>
              <a:gdLst>
                <a:gd name="T0" fmla="*/ 184 w 152"/>
                <a:gd name="T1" fmla="*/ 7 h 148"/>
                <a:gd name="T2" fmla="*/ 100 w 152"/>
                <a:gd name="T3" fmla="*/ 12 h 148"/>
                <a:gd name="T4" fmla="*/ 37 w 152"/>
                <a:gd name="T5" fmla="*/ 31 h 148"/>
                <a:gd name="T6" fmla="*/ 23 w 152"/>
                <a:gd name="T7" fmla="*/ 180 h 148"/>
                <a:gd name="T8" fmla="*/ 71 w 152"/>
                <a:gd name="T9" fmla="*/ 36 h 148"/>
                <a:gd name="T10" fmla="*/ 179 w 152"/>
                <a:gd name="T11" fmla="*/ 14 h 14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2" h="148">
                  <a:moveTo>
                    <a:pt x="152" y="7"/>
                  </a:moveTo>
                  <a:cubicBezTo>
                    <a:pt x="132" y="0"/>
                    <a:pt x="103" y="7"/>
                    <a:pt x="83" y="9"/>
                  </a:cubicBezTo>
                  <a:cubicBezTo>
                    <a:pt x="68" y="11"/>
                    <a:pt x="41" y="14"/>
                    <a:pt x="31" y="25"/>
                  </a:cubicBezTo>
                  <a:cubicBezTo>
                    <a:pt x="0" y="59"/>
                    <a:pt x="42" y="113"/>
                    <a:pt x="20" y="148"/>
                  </a:cubicBezTo>
                  <a:cubicBezTo>
                    <a:pt x="40" y="112"/>
                    <a:pt x="13" y="50"/>
                    <a:pt x="59" y="30"/>
                  </a:cubicBezTo>
                  <a:cubicBezTo>
                    <a:pt x="86" y="18"/>
                    <a:pt x="124" y="28"/>
                    <a:pt x="148" y="11"/>
                  </a:cubicBezTo>
                </a:path>
              </a:pathLst>
            </a:custGeom>
            <a:solidFill>
              <a:srgbClr val="8E4C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9335" name="Freeform 683">
              <a:extLst>
                <a:ext uri="{FF2B5EF4-FFF2-40B4-BE49-F238E27FC236}">
                  <a16:creationId xmlns:a16="http://schemas.microsoft.com/office/drawing/2014/main" id="{C3562419-9E2A-48A8-87B9-1009DE0F4E1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0" y="2663"/>
              <a:ext cx="126" cy="165"/>
            </a:xfrm>
            <a:custGeom>
              <a:avLst/>
              <a:gdLst>
                <a:gd name="T0" fmla="*/ 144 w 118"/>
                <a:gd name="T1" fmla="*/ 120 h 155"/>
                <a:gd name="T2" fmla="*/ 90 w 118"/>
                <a:gd name="T3" fmla="*/ 162 h 155"/>
                <a:gd name="T4" fmla="*/ 64 w 118"/>
                <a:gd name="T5" fmla="*/ 177 h 155"/>
                <a:gd name="T6" fmla="*/ 41 w 118"/>
                <a:gd name="T7" fmla="*/ 176 h 155"/>
                <a:gd name="T8" fmla="*/ 15 w 118"/>
                <a:gd name="T9" fmla="*/ 105 h 155"/>
                <a:gd name="T10" fmla="*/ 14 w 118"/>
                <a:gd name="T11" fmla="*/ 37 h 155"/>
                <a:gd name="T12" fmla="*/ 31 w 118"/>
                <a:gd name="T13" fmla="*/ 33 h 155"/>
                <a:gd name="T14" fmla="*/ 37 w 118"/>
                <a:gd name="T15" fmla="*/ 26 h 155"/>
                <a:gd name="T16" fmla="*/ 50 w 118"/>
                <a:gd name="T17" fmla="*/ 26 h 155"/>
                <a:gd name="T18" fmla="*/ 89 w 118"/>
                <a:gd name="T19" fmla="*/ 0 h 155"/>
                <a:gd name="T20" fmla="*/ 56 w 118"/>
                <a:gd name="T21" fmla="*/ 45 h 155"/>
                <a:gd name="T22" fmla="*/ 38 w 118"/>
                <a:gd name="T23" fmla="*/ 67 h 155"/>
                <a:gd name="T24" fmla="*/ 46 w 118"/>
                <a:gd name="T25" fmla="*/ 104 h 155"/>
                <a:gd name="T26" fmla="*/ 79 w 118"/>
                <a:gd name="T27" fmla="*/ 147 h 155"/>
                <a:gd name="T28" fmla="*/ 139 w 118"/>
                <a:gd name="T29" fmla="*/ 122 h 155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18" h="155">
                  <a:moveTo>
                    <a:pt x="118" y="100"/>
                  </a:moveTo>
                  <a:cubicBezTo>
                    <a:pt x="104" y="111"/>
                    <a:pt x="89" y="123"/>
                    <a:pt x="74" y="134"/>
                  </a:cubicBezTo>
                  <a:cubicBezTo>
                    <a:pt x="67" y="139"/>
                    <a:pt x="59" y="143"/>
                    <a:pt x="52" y="147"/>
                  </a:cubicBezTo>
                  <a:cubicBezTo>
                    <a:pt x="42" y="153"/>
                    <a:pt x="41" y="155"/>
                    <a:pt x="34" y="146"/>
                  </a:cubicBezTo>
                  <a:cubicBezTo>
                    <a:pt x="22" y="131"/>
                    <a:pt x="17" y="106"/>
                    <a:pt x="12" y="87"/>
                  </a:cubicBezTo>
                  <a:cubicBezTo>
                    <a:pt x="7" y="70"/>
                    <a:pt x="0" y="47"/>
                    <a:pt x="11" y="31"/>
                  </a:cubicBezTo>
                  <a:cubicBezTo>
                    <a:pt x="17" y="35"/>
                    <a:pt x="20" y="31"/>
                    <a:pt x="25" y="27"/>
                  </a:cubicBezTo>
                  <a:cubicBezTo>
                    <a:pt x="28" y="25"/>
                    <a:pt x="27" y="24"/>
                    <a:pt x="31" y="22"/>
                  </a:cubicBezTo>
                  <a:cubicBezTo>
                    <a:pt x="33" y="22"/>
                    <a:pt x="38" y="23"/>
                    <a:pt x="41" y="22"/>
                  </a:cubicBezTo>
                  <a:cubicBezTo>
                    <a:pt x="56" y="21"/>
                    <a:pt x="65" y="10"/>
                    <a:pt x="73" y="0"/>
                  </a:cubicBezTo>
                  <a:cubicBezTo>
                    <a:pt x="67" y="16"/>
                    <a:pt x="58" y="26"/>
                    <a:pt x="46" y="37"/>
                  </a:cubicBezTo>
                  <a:cubicBezTo>
                    <a:pt x="38" y="43"/>
                    <a:pt x="33" y="46"/>
                    <a:pt x="32" y="55"/>
                  </a:cubicBezTo>
                  <a:cubicBezTo>
                    <a:pt x="30" y="66"/>
                    <a:pt x="36" y="76"/>
                    <a:pt x="37" y="86"/>
                  </a:cubicBezTo>
                  <a:cubicBezTo>
                    <a:pt x="41" y="103"/>
                    <a:pt x="42" y="124"/>
                    <a:pt x="65" y="122"/>
                  </a:cubicBezTo>
                  <a:cubicBezTo>
                    <a:pt x="84" y="120"/>
                    <a:pt x="98" y="105"/>
                    <a:pt x="114" y="101"/>
                  </a:cubicBezTo>
                </a:path>
              </a:pathLst>
            </a:custGeom>
            <a:solidFill>
              <a:srgbClr val="C27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9336" name="Freeform 684">
              <a:extLst>
                <a:ext uri="{FF2B5EF4-FFF2-40B4-BE49-F238E27FC236}">
                  <a16:creationId xmlns:a16="http://schemas.microsoft.com/office/drawing/2014/main" id="{3A13EC0A-49DD-4D61-8D8C-07C644CE3F8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3" y="2767"/>
              <a:ext cx="183" cy="329"/>
            </a:xfrm>
            <a:custGeom>
              <a:avLst/>
              <a:gdLst>
                <a:gd name="T0" fmla="*/ 63 w 172"/>
                <a:gd name="T1" fmla="*/ 38 h 308"/>
                <a:gd name="T2" fmla="*/ 70 w 172"/>
                <a:gd name="T3" fmla="*/ 73 h 308"/>
                <a:gd name="T4" fmla="*/ 119 w 172"/>
                <a:gd name="T5" fmla="*/ 51 h 308"/>
                <a:gd name="T6" fmla="*/ 78 w 172"/>
                <a:gd name="T7" fmla="*/ 87 h 308"/>
                <a:gd name="T8" fmla="*/ 67 w 172"/>
                <a:gd name="T9" fmla="*/ 139 h 308"/>
                <a:gd name="T10" fmla="*/ 79 w 172"/>
                <a:gd name="T11" fmla="*/ 253 h 308"/>
                <a:gd name="T12" fmla="*/ 117 w 172"/>
                <a:gd name="T13" fmla="*/ 350 h 308"/>
                <a:gd name="T14" fmla="*/ 154 w 172"/>
                <a:gd name="T15" fmla="*/ 355 h 308"/>
                <a:gd name="T16" fmla="*/ 207 w 172"/>
                <a:gd name="T17" fmla="*/ 333 h 308"/>
                <a:gd name="T18" fmla="*/ 132 w 172"/>
                <a:gd name="T19" fmla="*/ 367 h 308"/>
                <a:gd name="T20" fmla="*/ 82 w 172"/>
                <a:gd name="T21" fmla="*/ 315 h 308"/>
                <a:gd name="T22" fmla="*/ 51 w 172"/>
                <a:gd name="T23" fmla="*/ 199 h 308"/>
                <a:gd name="T24" fmla="*/ 24 w 172"/>
                <a:gd name="T25" fmla="*/ 94 h 308"/>
                <a:gd name="T26" fmla="*/ 12 w 172"/>
                <a:gd name="T27" fmla="*/ 51 h 308"/>
                <a:gd name="T28" fmla="*/ 0 w 172"/>
                <a:gd name="T29" fmla="*/ 0 h 30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72" h="308">
                  <a:moveTo>
                    <a:pt x="52" y="32"/>
                  </a:moveTo>
                  <a:cubicBezTo>
                    <a:pt x="50" y="39"/>
                    <a:pt x="37" y="59"/>
                    <a:pt x="58" y="60"/>
                  </a:cubicBezTo>
                  <a:cubicBezTo>
                    <a:pt x="72" y="61"/>
                    <a:pt x="88" y="48"/>
                    <a:pt x="99" y="42"/>
                  </a:cubicBezTo>
                  <a:cubicBezTo>
                    <a:pt x="87" y="50"/>
                    <a:pt x="73" y="58"/>
                    <a:pt x="65" y="71"/>
                  </a:cubicBezTo>
                  <a:cubicBezTo>
                    <a:pt x="57" y="83"/>
                    <a:pt x="56" y="99"/>
                    <a:pt x="55" y="114"/>
                  </a:cubicBezTo>
                  <a:cubicBezTo>
                    <a:pt x="54" y="146"/>
                    <a:pt x="57" y="177"/>
                    <a:pt x="66" y="208"/>
                  </a:cubicBezTo>
                  <a:cubicBezTo>
                    <a:pt x="72" y="234"/>
                    <a:pt x="76" y="270"/>
                    <a:pt x="97" y="287"/>
                  </a:cubicBezTo>
                  <a:cubicBezTo>
                    <a:pt x="107" y="294"/>
                    <a:pt x="117" y="295"/>
                    <a:pt x="128" y="291"/>
                  </a:cubicBezTo>
                  <a:cubicBezTo>
                    <a:pt x="142" y="286"/>
                    <a:pt x="160" y="281"/>
                    <a:pt x="172" y="273"/>
                  </a:cubicBezTo>
                  <a:cubicBezTo>
                    <a:pt x="156" y="288"/>
                    <a:pt x="134" y="308"/>
                    <a:pt x="110" y="301"/>
                  </a:cubicBezTo>
                  <a:cubicBezTo>
                    <a:pt x="91" y="295"/>
                    <a:pt x="76" y="276"/>
                    <a:pt x="68" y="258"/>
                  </a:cubicBezTo>
                  <a:cubicBezTo>
                    <a:pt x="55" y="228"/>
                    <a:pt x="51" y="195"/>
                    <a:pt x="42" y="163"/>
                  </a:cubicBezTo>
                  <a:cubicBezTo>
                    <a:pt x="35" y="134"/>
                    <a:pt x="28" y="105"/>
                    <a:pt x="21" y="77"/>
                  </a:cubicBezTo>
                  <a:cubicBezTo>
                    <a:pt x="17" y="65"/>
                    <a:pt x="12" y="53"/>
                    <a:pt x="9" y="42"/>
                  </a:cubicBezTo>
                  <a:cubicBezTo>
                    <a:pt x="5" y="29"/>
                    <a:pt x="5" y="12"/>
                    <a:pt x="0" y="0"/>
                  </a:cubicBezTo>
                </a:path>
              </a:pathLst>
            </a:custGeom>
            <a:solidFill>
              <a:srgbClr val="C27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9337" name="Freeform 685">
              <a:extLst>
                <a:ext uri="{FF2B5EF4-FFF2-40B4-BE49-F238E27FC236}">
                  <a16:creationId xmlns:a16="http://schemas.microsoft.com/office/drawing/2014/main" id="{4F5A0B66-4F1F-42BB-83D2-C0103E69247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2" y="2968"/>
              <a:ext cx="189" cy="136"/>
            </a:xfrm>
            <a:custGeom>
              <a:avLst/>
              <a:gdLst>
                <a:gd name="T0" fmla="*/ 3 w 177"/>
                <a:gd name="T1" fmla="*/ 5 h 128"/>
                <a:gd name="T2" fmla="*/ 47 w 177"/>
                <a:gd name="T3" fmla="*/ 89 h 128"/>
                <a:gd name="T4" fmla="*/ 128 w 177"/>
                <a:gd name="T5" fmla="*/ 85 h 128"/>
                <a:gd name="T6" fmla="*/ 216 w 177"/>
                <a:gd name="T7" fmla="*/ 90 h 128"/>
                <a:gd name="T8" fmla="*/ 142 w 177"/>
                <a:gd name="T9" fmla="*/ 111 h 128"/>
                <a:gd name="T10" fmla="*/ 84 w 177"/>
                <a:gd name="T11" fmla="*/ 139 h 128"/>
                <a:gd name="T12" fmla="*/ 0 w 177"/>
                <a:gd name="T13" fmla="*/ 0 h 1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7" h="128">
                  <a:moveTo>
                    <a:pt x="3" y="5"/>
                  </a:moveTo>
                  <a:cubicBezTo>
                    <a:pt x="11" y="26"/>
                    <a:pt x="20" y="60"/>
                    <a:pt x="38" y="74"/>
                  </a:cubicBezTo>
                  <a:cubicBezTo>
                    <a:pt x="57" y="89"/>
                    <a:pt x="86" y="79"/>
                    <a:pt x="105" y="71"/>
                  </a:cubicBezTo>
                  <a:cubicBezTo>
                    <a:pt x="130" y="61"/>
                    <a:pt x="154" y="60"/>
                    <a:pt x="177" y="75"/>
                  </a:cubicBezTo>
                  <a:cubicBezTo>
                    <a:pt x="158" y="71"/>
                    <a:pt x="133" y="83"/>
                    <a:pt x="117" y="92"/>
                  </a:cubicBezTo>
                  <a:cubicBezTo>
                    <a:pt x="101" y="101"/>
                    <a:pt x="86" y="113"/>
                    <a:pt x="69" y="116"/>
                  </a:cubicBezTo>
                  <a:cubicBezTo>
                    <a:pt x="8" y="128"/>
                    <a:pt x="17" y="32"/>
                    <a:pt x="0" y="0"/>
                  </a:cubicBezTo>
                </a:path>
              </a:pathLst>
            </a:custGeom>
            <a:solidFill>
              <a:srgbClr val="C27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9338" name="Freeform 686">
              <a:extLst>
                <a:ext uri="{FF2B5EF4-FFF2-40B4-BE49-F238E27FC236}">
                  <a16:creationId xmlns:a16="http://schemas.microsoft.com/office/drawing/2014/main" id="{25B046A3-B35F-4959-A29C-746568B0BC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0" y="3101"/>
              <a:ext cx="90" cy="43"/>
            </a:xfrm>
            <a:custGeom>
              <a:avLst/>
              <a:gdLst>
                <a:gd name="T0" fmla="*/ 47 w 85"/>
                <a:gd name="T1" fmla="*/ 0 h 40"/>
                <a:gd name="T2" fmla="*/ 18 w 85"/>
                <a:gd name="T3" fmla="*/ 44 h 40"/>
                <a:gd name="T4" fmla="*/ 59 w 85"/>
                <a:gd name="T5" fmla="*/ 46 h 40"/>
                <a:gd name="T6" fmla="*/ 83 w 85"/>
                <a:gd name="T7" fmla="*/ 44 h 40"/>
                <a:gd name="T8" fmla="*/ 101 w 85"/>
                <a:gd name="T9" fmla="*/ 44 h 40"/>
                <a:gd name="T10" fmla="*/ 76 w 85"/>
                <a:gd name="T11" fmla="*/ 38 h 40"/>
                <a:gd name="T12" fmla="*/ 50 w 85"/>
                <a:gd name="T13" fmla="*/ 34 h 40"/>
                <a:gd name="T14" fmla="*/ 47 w 85"/>
                <a:gd name="T15" fmla="*/ 2 h 4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5" h="40">
                  <a:moveTo>
                    <a:pt x="40" y="0"/>
                  </a:moveTo>
                  <a:cubicBezTo>
                    <a:pt x="36" y="7"/>
                    <a:pt x="0" y="23"/>
                    <a:pt x="15" y="35"/>
                  </a:cubicBezTo>
                  <a:cubicBezTo>
                    <a:pt x="22" y="40"/>
                    <a:pt x="42" y="38"/>
                    <a:pt x="50" y="37"/>
                  </a:cubicBezTo>
                  <a:cubicBezTo>
                    <a:pt x="57" y="37"/>
                    <a:pt x="63" y="35"/>
                    <a:pt x="70" y="35"/>
                  </a:cubicBezTo>
                  <a:cubicBezTo>
                    <a:pt x="74" y="36"/>
                    <a:pt x="81" y="38"/>
                    <a:pt x="85" y="35"/>
                  </a:cubicBezTo>
                  <a:cubicBezTo>
                    <a:pt x="78" y="35"/>
                    <a:pt x="71" y="32"/>
                    <a:pt x="64" y="31"/>
                  </a:cubicBezTo>
                  <a:cubicBezTo>
                    <a:pt x="57" y="29"/>
                    <a:pt x="49" y="30"/>
                    <a:pt x="42" y="28"/>
                  </a:cubicBezTo>
                  <a:cubicBezTo>
                    <a:pt x="26" y="22"/>
                    <a:pt x="32" y="12"/>
                    <a:pt x="40" y="2"/>
                  </a:cubicBezTo>
                </a:path>
              </a:pathLst>
            </a:custGeom>
            <a:solidFill>
              <a:srgbClr val="C27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9339" name="Freeform 687">
              <a:extLst>
                <a:ext uri="{FF2B5EF4-FFF2-40B4-BE49-F238E27FC236}">
                  <a16:creationId xmlns:a16="http://schemas.microsoft.com/office/drawing/2014/main" id="{F8B6912D-B476-4A86-9D7F-87FDEB079A6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6" y="3156"/>
              <a:ext cx="181" cy="227"/>
            </a:xfrm>
            <a:custGeom>
              <a:avLst/>
              <a:gdLst>
                <a:gd name="T0" fmla="*/ 205 w 170"/>
                <a:gd name="T1" fmla="*/ 13 h 213"/>
                <a:gd name="T2" fmla="*/ 178 w 170"/>
                <a:gd name="T3" fmla="*/ 5 h 213"/>
                <a:gd name="T4" fmla="*/ 148 w 170"/>
                <a:gd name="T5" fmla="*/ 1 h 213"/>
                <a:gd name="T6" fmla="*/ 91 w 170"/>
                <a:gd name="T7" fmla="*/ 5 h 213"/>
                <a:gd name="T8" fmla="*/ 20 w 170"/>
                <a:gd name="T9" fmla="*/ 22 h 213"/>
                <a:gd name="T10" fmla="*/ 5 w 170"/>
                <a:gd name="T11" fmla="*/ 145 h 213"/>
                <a:gd name="T12" fmla="*/ 12 w 170"/>
                <a:gd name="T13" fmla="*/ 258 h 213"/>
                <a:gd name="T14" fmla="*/ 17 w 170"/>
                <a:gd name="T15" fmla="*/ 197 h 213"/>
                <a:gd name="T16" fmla="*/ 23 w 170"/>
                <a:gd name="T17" fmla="*/ 114 h 213"/>
                <a:gd name="T18" fmla="*/ 28 w 170"/>
                <a:gd name="T19" fmla="*/ 66 h 213"/>
                <a:gd name="T20" fmla="*/ 52 w 170"/>
                <a:gd name="T21" fmla="*/ 46 h 213"/>
                <a:gd name="T22" fmla="*/ 135 w 170"/>
                <a:gd name="T23" fmla="*/ 29 h 213"/>
                <a:gd name="T24" fmla="*/ 194 w 170"/>
                <a:gd name="T25" fmla="*/ 18 h 21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70" h="213">
                  <a:moveTo>
                    <a:pt x="170" y="10"/>
                  </a:moveTo>
                  <a:cubicBezTo>
                    <a:pt x="163" y="12"/>
                    <a:pt x="154" y="6"/>
                    <a:pt x="147" y="5"/>
                  </a:cubicBezTo>
                  <a:cubicBezTo>
                    <a:pt x="139" y="4"/>
                    <a:pt x="131" y="1"/>
                    <a:pt x="123" y="1"/>
                  </a:cubicBezTo>
                  <a:cubicBezTo>
                    <a:pt x="107" y="0"/>
                    <a:pt x="90" y="3"/>
                    <a:pt x="75" y="5"/>
                  </a:cubicBezTo>
                  <a:cubicBezTo>
                    <a:pt x="55" y="7"/>
                    <a:pt x="28" y="1"/>
                    <a:pt x="17" y="19"/>
                  </a:cubicBezTo>
                  <a:cubicBezTo>
                    <a:pt x="0" y="47"/>
                    <a:pt x="6" y="89"/>
                    <a:pt x="5" y="120"/>
                  </a:cubicBezTo>
                  <a:cubicBezTo>
                    <a:pt x="3" y="150"/>
                    <a:pt x="2" y="184"/>
                    <a:pt x="9" y="213"/>
                  </a:cubicBezTo>
                  <a:cubicBezTo>
                    <a:pt x="15" y="198"/>
                    <a:pt x="12" y="180"/>
                    <a:pt x="14" y="163"/>
                  </a:cubicBezTo>
                  <a:cubicBezTo>
                    <a:pt x="16" y="141"/>
                    <a:pt x="19" y="117"/>
                    <a:pt x="20" y="94"/>
                  </a:cubicBezTo>
                  <a:cubicBezTo>
                    <a:pt x="20" y="82"/>
                    <a:pt x="19" y="67"/>
                    <a:pt x="23" y="54"/>
                  </a:cubicBezTo>
                  <a:cubicBezTo>
                    <a:pt x="26" y="43"/>
                    <a:pt x="33" y="41"/>
                    <a:pt x="43" y="38"/>
                  </a:cubicBezTo>
                  <a:cubicBezTo>
                    <a:pt x="65" y="29"/>
                    <a:pt x="90" y="25"/>
                    <a:pt x="112" y="23"/>
                  </a:cubicBezTo>
                  <a:cubicBezTo>
                    <a:pt x="123" y="22"/>
                    <a:pt x="155" y="23"/>
                    <a:pt x="161" y="15"/>
                  </a:cubicBezTo>
                </a:path>
              </a:pathLst>
            </a:custGeom>
            <a:solidFill>
              <a:srgbClr val="C27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9340" name="Freeform 688">
              <a:extLst>
                <a:ext uri="{FF2B5EF4-FFF2-40B4-BE49-F238E27FC236}">
                  <a16:creationId xmlns:a16="http://schemas.microsoft.com/office/drawing/2014/main" id="{3EF0074D-1749-4A70-BDC4-8CA5DE43BA1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4" y="3228"/>
              <a:ext cx="216" cy="463"/>
            </a:xfrm>
            <a:custGeom>
              <a:avLst/>
              <a:gdLst>
                <a:gd name="T0" fmla="*/ 13 w 203"/>
                <a:gd name="T1" fmla="*/ 57 h 434"/>
                <a:gd name="T2" fmla="*/ 3 w 203"/>
                <a:gd name="T3" fmla="*/ 153 h 434"/>
                <a:gd name="T4" fmla="*/ 24 w 203"/>
                <a:gd name="T5" fmla="*/ 272 h 434"/>
                <a:gd name="T6" fmla="*/ 46 w 203"/>
                <a:gd name="T7" fmla="*/ 333 h 434"/>
                <a:gd name="T8" fmla="*/ 78 w 203"/>
                <a:gd name="T9" fmla="*/ 381 h 434"/>
                <a:gd name="T10" fmla="*/ 148 w 203"/>
                <a:gd name="T11" fmla="*/ 474 h 434"/>
                <a:gd name="T12" fmla="*/ 175 w 203"/>
                <a:gd name="T13" fmla="*/ 500 h 434"/>
                <a:gd name="T14" fmla="*/ 195 w 203"/>
                <a:gd name="T15" fmla="*/ 518 h 434"/>
                <a:gd name="T16" fmla="*/ 245 w 203"/>
                <a:gd name="T17" fmla="*/ 511 h 434"/>
                <a:gd name="T18" fmla="*/ 200 w 203"/>
                <a:gd name="T19" fmla="*/ 500 h 434"/>
                <a:gd name="T20" fmla="*/ 145 w 203"/>
                <a:gd name="T21" fmla="*/ 431 h 434"/>
                <a:gd name="T22" fmla="*/ 95 w 203"/>
                <a:gd name="T23" fmla="*/ 352 h 434"/>
                <a:gd name="T24" fmla="*/ 52 w 203"/>
                <a:gd name="T25" fmla="*/ 274 h 434"/>
                <a:gd name="T26" fmla="*/ 21 w 203"/>
                <a:gd name="T27" fmla="*/ 139 h 434"/>
                <a:gd name="T28" fmla="*/ 23 w 203"/>
                <a:gd name="T29" fmla="*/ 67 h 434"/>
                <a:gd name="T30" fmla="*/ 22 w 203"/>
                <a:gd name="T31" fmla="*/ 32 h 434"/>
                <a:gd name="T32" fmla="*/ 22 w 203"/>
                <a:gd name="T33" fmla="*/ 2 h 434"/>
                <a:gd name="T34" fmla="*/ 22 w 203"/>
                <a:gd name="T35" fmla="*/ 0 h 434"/>
                <a:gd name="T36" fmla="*/ 18 w 203"/>
                <a:gd name="T37" fmla="*/ 22 h 434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203" h="434">
                  <a:moveTo>
                    <a:pt x="10" y="47"/>
                  </a:moveTo>
                  <a:cubicBezTo>
                    <a:pt x="9" y="73"/>
                    <a:pt x="5" y="100"/>
                    <a:pt x="3" y="126"/>
                  </a:cubicBezTo>
                  <a:cubicBezTo>
                    <a:pt x="0" y="157"/>
                    <a:pt x="11" y="194"/>
                    <a:pt x="21" y="224"/>
                  </a:cubicBezTo>
                  <a:cubicBezTo>
                    <a:pt x="26" y="240"/>
                    <a:pt x="30" y="258"/>
                    <a:pt x="38" y="274"/>
                  </a:cubicBezTo>
                  <a:cubicBezTo>
                    <a:pt x="45" y="288"/>
                    <a:pt x="55" y="301"/>
                    <a:pt x="65" y="314"/>
                  </a:cubicBezTo>
                  <a:cubicBezTo>
                    <a:pt x="83" y="339"/>
                    <a:pt x="102" y="366"/>
                    <a:pt x="123" y="390"/>
                  </a:cubicBezTo>
                  <a:cubicBezTo>
                    <a:pt x="130" y="397"/>
                    <a:pt x="137" y="405"/>
                    <a:pt x="145" y="412"/>
                  </a:cubicBezTo>
                  <a:cubicBezTo>
                    <a:pt x="150" y="416"/>
                    <a:pt x="157" y="423"/>
                    <a:pt x="162" y="427"/>
                  </a:cubicBezTo>
                  <a:cubicBezTo>
                    <a:pt x="174" y="434"/>
                    <a:pt x="191" y="423"/>
                    <a:pt x="203" y="421"/>
                  </a:cubicBezTo>
                  <a:cubicBezTo>
                    <a:pt x="191" y="419"/>
                    <a:pt x="176" y="419"/>
                    <a:pt x="166" y="412"/>
                  </a:cubicBezTo>
                  <a:cubicBezTo>
                    <a:pt x="146" y="400"/>
                    <a:pt x="131" y="375"/>
                    <a:pt x="120" y="355"/>
                  </a:cubicBezTo>
                  <a:cubicBezTo>
                    <a:pt x="107" y="333"/>
                    <a:pt x="91" y="313"/>
                    <a:pt x="79" y="290"/>
                  </a:cubicBezTo>
                  <a:cubicBezTo>
                    <a:pt x="67" y="269"/>
                    <a:pt x="54" y="248"/>
                    <a:pt x="43" y="226"/>
                  </a:cubicBezTo>
                  <a:cubicBezTo>
                    <a:pt x="26" y="193"/>
                    <a:pt x="13" y="151"/>
                    <a:pt x="18" y="114"/>
                  </a:cubicBezTo>
                  <a:cubicBezTo>
                    <a:pt x="20" y="94"/>
                    <a:pt x="21" y="75"/>
                    <a:pt x="20" y="55"/>
                  </a:cubicBezTo>
                  <a:cubicBezTo>
                    <a:pt x="19" y="45"/>
                    <a:pt x="19" y="36"/>
                    <a:pt x="19" y="26"/>
                  </a:cubicBezTo>
                  <a:cubicBezTo>
                    <a:pt x="20" y="22"/>
                    <a:pt x="23" y="5"/>
                    <a:pt x="19" y="2"/>
                  </a:cubicBezTo>
                  <a:cubicBezTo>
                    <a:pt x="19" y="1"/>
                    <a:pt x="19" y="0"/>
                    <a:pt x="19" y="0"/>
                  </a:cubicBezTo>
                  <a:cubicBezTo>
                    <a:pt x="16" y="5"/>
                    <a:pt x="16" y="18"/>
                    <a:pt x="15" y="19"/>
                  </a:cubicBezTo>
                </a:path>
              </a:pathLst>
            </a:custGeom>
            <a:solidFill>
              <a:srgbClr val="C27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9341" name="Freeform 689">
              <a:extLst>
                <a:ext uri="{FF2B5EF4-FFF2-40B4-BE49-F238E27FC236}">
                  <a16:creationId xmlns:a16="http://schemas.microsoft.com/office/drawing/2014/main" id="{44E77299-7C68-4A2A-A4A8-A6714929A69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3" y="3092"/>
              <a:ext cx="181" cy="51"/>
            </a:xfrm>
            <a:custGeom>
              <a:avLst/>
              <a:gdLst>
                <a:gd name="T0" fmla="*/ 205 w 170"/>
                <a:gd name="T1" fmla="*/ 0 h 47"/>
                <a:gd name="T2" fmla="*/ 153 w 170"/>
                <a:gd name="T3" fmla="*/ 24 h 47"/>
                <a:gd name="T4" fmla="*/ 100 w 170"/>
                <a:gd name="T5" fmla="*/ 41 h 47"/>
                <a:gd name="T6" fmla="*/ 0 w 170"/>
                <a:gd name="T7" fmla="*/ 39 h 47"/>
                <a:gd name="T8" fmla="*/ 106 w 170"/>
                <a:gd name="T9" fmla="*/ 50 h 47"/>
                <a:gd name="T10" fmla="*/ 161 w 170"/>
                <a:gd name="T11" fmla="*/ 40 h 47"/>
                <a:gd name="T12" fmla="*/ 203 w 170"/>
                <a:gd name="T13" fmla="*/ 9 h 4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0" h="47">
                  <a:moveTo>
                    <a:pt x="170" y="0"/>
                  </a:moveTo>
                  <a:cubicBezTo>
                    <a:pt x="157" y="6"/>
                    <a:pt x="141" y="10"/>
                    <a:pt x="127" y="18"/>
                  </a:cubicBezTo>
                  <a:cubicBezTo>
                    <a:pt x="114" y="25"/>
                    <a:pt x="98" y="28"/>
                    <a:pt x="83" y="32"/>
                  </a:cubicBezTo>
                  <a:cubicBezTo>
                    <a:pt x="53" y="40"/>
                    <a:pt x="29" y="35"/>
                    <a:pt x="0" y="30"/>
                  </a:cubicBezTo>
                  <a:cubicBezTo>
                    <a:pt x="27" y="47"/>
                    <a:pt x="58" y="39"/>
                    <a:pt x="88" y="39"/>
                  </a:cubicBezTo>
                  <a:cubicBezTo>
                    <a:pt x="103" y="39"/>
                    <a:pt x="120" y="39"/>
                    <a:pt x="133" y="31"/>
                  </a:cubicBezTo>
                  <a:cubicBezTo>
                    <a:pt x="145" y="23"/>
                    <a:pt x="157" y="14"/>
                    <a:pt x="168" y="6"/>
                  </a:cubicBezTo>
                </a:path>
              </a:pathLst>
            </a:custGeom>
            <a:solidFill>
              <a:srgbClr val="8E4C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9342" name="Freeform 690">
              <a:extLst>
                <a:ext uri="{FF2B5EF4-FFF2-40B4-BE49-F238E27FC236}">
                  <a16:creationId xmlns:a16="http://schemas.microsoft.com/office/drawing/2014/main" id="{4176C227-E095-4309-AB78-97531AC609C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1" y="3799"/>
              <a:ext cx="107" cy="21"/>
            </a:xfrm>
            <a:custGeom>
              <a:avLst/>
              <a:gdLst>
                <a:gd name="T0" fmla="*/ 122 w 100"/>
                <a:gd name="T1" fmla="*/ 11 h 19"/>
                <a:gd name="T2" fmla="*/ 59 w 100"/>
                <a:gd name="T3" fmla="*/ 3 h 19"/>
                <a:gd name="T4" fmla="*/ 32 w 100"/>
                <a:gd name="T5" fmla="*/ 13 h 19"/>
                <a:gd name="T6" fmla="*/ 0 w 100"/>
                <a:gd name="T7" fmla="*/ 25 h 19"/>
                <a:gd name="T8" fmla="*/ 28 w 100"/>
                <a:gd name="T9" fmla="*/ 17 h 19"/>
                <a:gd name="T10" fmla="*/ 56 w 100"/>
                <a:gd name="T11" fmla="*/ 21 h 19"/>
                <a:gd name="T12" fmla="*/ 85 w 100"/>
                <a:gd name="T13" fmla="*/ 15 h 19"/>
                <a:gd name="T14" fmla="*/ 120 w 100"/>
                <a:gd name="T15" fmla="*/ 11 h 1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0" h="19">
                  <a:moveTo>
                    <a:pt x="100" y="8"/>
                  </a:moveTo>
                  <a:cubicBezTo>
                    <a:pt x="82" y="8"/>
                    <a:pt x="65" y="0"/>
                    <a:pt x="48" y="3"/>
                  </a:cubicBezTo>
                  <a:cubicBezTo>
                    <a:pt x="41" y="5"/>
                    <a:pt x="34" y="10"/>
                    <a:pt x="26" y="10"/>
                  </a:cubicBezTo>
                  <a:cubicBezTo>
                    <a:pt x="14" y="11"/>
                    <a:pt x="9" y="10"/>
                    <a:pt x="0" y="19"/>
                  </a:cubicBezTo>
                  <a:cubicBezTo>
                    <a:pt x="6" y="16"/>
                    <a:pt x="15" y="12"/>
                    <a:pt x="22" y="13"/>
                  </a:cubicBezTo>
                  <a:cubicBezTo>
                    <a:pt x="31" y="13"/>
                    <a:pt x="37" y="17"/>
                    <a:pt x="46" y="15"/>
                  </a:cubicBezTo>
                  <a:cubicBezTo>
                    <a:pt x="54" y="13"/>
                    <a:pt x="61" y="11"/>
                    <a:pt x="69" y="12"/>
                  </a:cubicBezTo>
                  <a:cubicBezTo>
                    <a:pt x="79" y="12"/>
                    <a:pt x="90" y="17"/>
                    <a:pt x="98" y="8"/>
                  </a:cubicBezTo>
                </a:path>
              </a:pathLst>
            </a:custGeom>
            <a:solidFill>
              <a:srgbClr val="8E4C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9343" name="Freeform 691">
              <a:extLst>
                <a:ext uri="{FF2B5EF4-FFF2-40B4-BE49-F238E27FC236}">
                  <a16:creationId xmlns:a16="http://schemas.microsoft.com/office/drawing/2014/main" id="{F067B00C-F344-4C8F-901F-0F198832B7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4" y="2975"/>
              <a:ext cx="178" cy="45"/>
            </a:xfrm>
            <a:custGeom>
              <a:avLst/>
              <a:gdLst>
                <a:gd name="T0" fmla="*/ 0 w 167"/>
                <a:gd name="T1" fmla="*/ 49 h 42"/>
                <a:gd name="T2" fmla="*/ 120 w 167"/>
                <a:gd name="T3" fmla="*/ 21 h 42"/>
                <a:gd name="T4" fmla="*/ 203 w 167"/>
                <a:gd name="T5" fmla="*/ 48 h 42"/>
                <a:gd name="T6" fmla="*/ 102 w 167"/>
                <a:gd name="T7" fmla="*/ 11 h 42"/>
                <a:gd name="T8" fmla="*/ 4 w 167"/>
                <a:gd name="T9" fmla="*/ 51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7" h="42">
                  <a:moveTo>
                    <a:pt x="0" y="40"/>
                  </a:moveTo>
                  <a:cubicBezTo>
                    <a:pt x="32" y="38"/>
                    <a:pt x="65" y="18"/>
                    <a:pt x="99" y="18"/>
                  </a:cubicBezTo>
                  <a:cubicBezTo>
                    <a:pt x="125" y="17"/>
                    <a:pt x="144" y="29"/>
                    <a:pt x="167" y="39"/>
                  </a:cubicBezTo>
                  <a:cubicBezTo>
                    <a:pt x="147" y="12"/>
                    <a:pt x="114" y="0"/>
                    <a:pt x="84" y="8"/>
                  </a:cubicBezTo>
                  <a:cubicBezTo>
                    <a:pt x="57" y="15"/>
                    <a:pt x="24" y="22"/>
                    <a:pt x="4" y="42"/>
                  </a:cubicBezTo>
                </a:path>
              </a:pathLst>
            </a:custGeom>
            <a:solidFill>
              <a:srgbClr val="C27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9344" name="Freeform 692">
              <a:extLst>
                <a:ext uri="{FF2B5EF4-FFF2-40B4-BE49-F238E27FC236}">
                  <a16:creationId xmlns:a16="http://schemas.microsoft.com/office/drawing/2014/main" id="{6DD5BEA1-F5FA-4ACB-8A52-3F276FCC194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8" y="1643"/>
              <a:ext cx="34" cy="96"/>
            </a:xfrm>
            <a:custGeom>
              <a:avLst/>
              <a:gdLst>
                <a:gd name="T0" fmla="*/ 11 w 32"/>
                <a:gd name="T1" fmla="*/ 0 h 90"/>
                <a:gd name="T2" fmla="*/ 2 w 32"/>
                <a:gd name="T3" fmla="*/ 54 h 90"/>
                <a:gd name="T4" fmla="*/ 15 w 32"/>
                <a:gd name="T5" fmla="*/ 109 h 90"/>
                <a:gd name="T6" fmla="*/ 37 w 32"/>
                <a:gd name="T7" fmla="*/ 54 h 90"/>
                <a:gd name="T8" fmla="*/ 37 w 32"/>
                <a:gd name="T9" fmla="*/ 54 h 90"/>
                <a:gd name="T10" fmla="*/ 11 w 32"/>
                <a:gd name="T11" fmla="*/ 2 h 9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2" h="90">
                  <a:moveTo>
                    <a:pt x="8" y="0"/>
                  </a:moveTo>
                  <a:cubicBezTo>
                    <a:pt x="2" y="13"/>
                    <a:pt x="0" y="30"/>
                    <a:pt x="2" y="45"/>
                  </a:cubicBezTo>
                  <a:cubicBezTo>
                    <a:pt x="3" y="55"/>
                    <a:pt x="6" y="82"/>
                    <a:pt x="12" y="90"/>
                  </a:cubicBezTo>
                  <a:cubicBezTo>
                    <a:pt x="16" y="80"/>
                    <a:pt x="8" y="35"/>
                    <a:pt x="31" y="45"/>
                  </a:cubicBezTo>
                  <a:cubicBezTo>
                    <a:pt x="32" y="45"/>
                    <a:pt x="32" y="45"/>
                    <a:pt x="31" y="45"/>
                  </a:cubicBezTo>
                  <a:cubicBezTo>
                    <a:pt x="29" y="33"/>
                    <a:pt x="18" y="10"/>
                    <a:pt x="8" y="2"/>
                  </a:cubicBezTo>
                </a:path>
              </a:pathLst>
            </a:custGeom>
            <a:solidFill>
              <a:srgbClr val="8E4C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9345" name="Freeform 693">
              <a:extLst>
                <a:ext uri="{FF2B5EF4-FFF2-40B4-BE49-F238E27FC236}">
                  <a16:creationId xmlns:a16="http://schemas.microsoft.com/office/drawing/2014/main" id="{CC915EE4-4487-451C-B84A-3C411F627A2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5" y="1556"/>
              <a:ext cx="109" cy="155"/>
            </a:xfrm>
            <a:custGeom>
              <a:avLst/>
              <a:gdLst>
                <a:gd name="T0" fmla="*/ 124 w 102"/>
                <a:gd name="T1" fmla="*/ 0 h 145"/>
                <a:gd name="T2" fmla="*/ 65 w 102"/>
                <a:gd name="T3" fmla="*/ 17 h 145"/>
                <a:gd name="T4" fmla="*/ 35 w 102"/>
                <a:gd name="T5" fmla="*/ 17 h 145"/>
                <a:gd name="T6" fmla="*/ 18 w 102"/>
                <a:gd name="T7" fmla="*/ 41 h 145"/>
                <a:gd name="T8" fmla="*/ 3 w 102"/>
                <a:gd name="T9" fmla="*/ 71 h 145"/>
                <a:gd name="T10" fmla="*/ 12 w 102"/>
                <a:gd name="T11" fmla="*/ 104 h 145"/>
                <a:gd name="T12" fmla="*/ 48 w 102"/>
                <a:gd name="T13" fmla="*/ 171 h 145"/>
                <a:gd name="T14" fmla="*/ 50 w 102"/>
                <a:gd name="T15" fmla="*/ 177 h 145"/>
                <a:gd name="T16" fmla="*/ 31 w 102"/>
                <a:gd name="T17" fmla="*/ 109 h 145"/>
                <a:gd name="T18" fmla="*/ 24 w 102"/>
                <a:gd name="T19" fmla="*/ 69 h 145"/>
                <a:gd name="T20" fmla="*/ 91 w 102"/>
                <a:gd name="T21" fmla="*/ 78 h 145"/>
                <a:gd name="T22" fmla="*/ 57 w 102"/>
                <a:gd name="T23" fmla="*/ 41 h 145"/>
                <a:gd name="T24" fmla="*/ 93 w 102"/>
                <a:gd name="T25" fmla="*/ 29 h 145"/>
                <a:gd name="T26" fmla="*/ 121 w 102"/>
                <a:gd name="T27" fmla="*/ 4 h 145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02" h="145">
                  <a:moveTo>
                    <a:pt x="102" y="0"/>
                  </a:moveTo>
                  <a:cubicBezTo>
                    <a:pt x="87" y="10"/>
                    <a:pt x="70" y="13"/>
                    <a:pt x="53" y="14"/>
                  </a:cubicBezTo>
                  <a:cubicBezTo>
                    <a:pt x="47" y="15"/>
                    <a:pt x="35" y="13"/>
                    <a:pt x="29" y="14"/>
                  </a:cubicBezTo>
                  <a:cubicBezTo>
                    <a:pt x="19" y="17"/>
                    <a:pt x="18" y="25"/>
                    <a:pt x="15" y="34"/>
                  </a:cubicBezTo>
                  <a:cubicBezTo>
                    <a:pt x="11" y="42"/>
                    <a:pt x="6" y="49"/>
                    <a:pt x="3" y="58"/>
                  </a:cubicBezTo>
                  <a:cubicBezTo>
                    <a:pt x="0" y="67"/>
                    <a:pt x="4" y="76"/>
                    <a:pt x="9" y="85"/>
                  </a:cubicBezTo>
                  <a:cubicBezTo>
                    <a:pt x="18" y="103"/>
                    <a:pt x="28" y="123"/>
                    <a:pt x="39" y="140"/>
                  </a:cubicBezTo>
                  <a:cubicBezTo>
                    <a:pt x="40" y="141"/>
                    <a:pt x="41" y="143"/>
                    <a:pt x="41" y="145"/>
                  </a:cubicBezTo>
                  <a:cubicBezTo>
                    <a:pt x="37" y="126"/>
                    <a:pt x="31" y="108"/>
                    <a:pt x="25" y="89"/>
                  </a:cubicBezTo>
                  <a:cubicBezTo>
                    <a:pt x="23" y="81"/>
                    <a:pt x="18" y="65"/>
                    <a:pt x="20" y="57"/>
                  </a:cubicBezTo>
                  <a:cubicBezTo>
                    <a:pt x="27" y="36"/>
                    <a:pt x="64" y="56"/>
                    <a:pt x="75" y="64"/>
                  </a:cubicBezTo>
                  <a:cubicBezTo>
                    <a:pt x="67" y="58"/>
                    <a:pt x="37" y="47"/>
                    <a:pt x="47" y="34"/>
                  </a:cubicBezTo>
                  <a:cubicBezTo>
                    <a:pt x="52" y="26"/>
                    <a:pt x="68" y="27"/>
                    <a:pt x="76" y="23"/>
                  </a:cubicBezTo>
                  <a:cubicBezTo>
                    <a:pt x="85" y="19"/>
                    <a:pt x="91" y="11"/>
                    <a:pt x="99" y="4"/>
                  </a:cubicBezTo>
                </a:path>
              </a:pathLst>
            </a:custGeom>
            <a:solidFill>
              <a:srgbClr val="8E4C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9346" name="Freeform 694">
              <a:extLst>
                <a:ext uri="{FF2B5EF4-FFF2-40B4-BE49-F238E27FC236}">
                  <a16:creationId xmlns:a16="http://schemas.microsoft.com/office/drawing/2014/main" id="{57100689-ADD3-42F7-88E4-2BC3A0D910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8" y="1482"/>
              <a:ext cx="71" cy="78"/>
            </a:xfrm>
            <a:custGeom>
              <a:avLst/>
              <a:gdLst>
                <a:gd name="T0" fmla="*/ 0 w 66"/>
                <a:gd name="T1" fmla="*/ 0 h 73"/>
                <a:gd name="T2" fmla="*/ 12 w 66"/>
                <a:gd name="T3" fmla="*/ 44 h 73"/>
                <a:gd name="T4" fmla="*/ 10 w 66"/>
                <a:gd name="T5" fmla="*/ 89 h 73"/>
                <a:gd name="T6" fmla="*/ 45 w 66"/>
                <a:gd name="T7" fmla="*/ 78 h 73"/>
                <a:gd name="T8" fmla="*/ 82 w 66"/>
                <a:gd name="T9" fmla="*/ 67 h 73"/>
                <a:gd name="T10" fmla="*/ 29 w 66"/>
                <a:gd name="T11" fmla="*/ 64 h 73"/>
                <a:gd name="T12" fmla="*/ 4 w 66"/>
                <a:gd name="T13" fmla="*/ 6 h 7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6" h="73">
                  <a:moveTo>
                    <a:pt x="0" y="0"/>
                  </a:moveTo>
                  <a:cubicBezTo>
                    <a:pt x="4" y="12"/>
                    <a:pt x="9" y="24"/>
                    <a:pt x="9" y="36"/>
                  </a:cubicBezTo>
                  <a:cubicBezTo>
                    <a:pt x="10" y="48"/>
                    <a:pt x="4" y="62"/>
                    <a:pt x="7" y="73"/>
                  </a:cubicBezTo>
                  <a:cubicBezTo>
                    <a:pt x="18" y="70"/>
                    <a:pt x="23" y="63"/>
                    <a:pt x="36" y="64"/>
                  </a:cubicBezTo>
                  <a:cubicBezTo>
                    <a:pt x="48" y="64"/>
                    <a:pt x="57" y="65"/>
                    <a:pt x="66" y="55"/>
                  </a:cubicBezTo>
                  <a:cubicBezTo>
                    <a:pt x="55" y="58"/>
                    <a:pt x="33" y="60"/>
                    <a:pt x="23" y="52"/>
                  </a:cubicBezTo>
                  <a:cubicBezTo>
                    <a:pt x="13" y="43"/>
                    <a:pt x="11" y="19"/>
                    <a:pt x="4" y="6"/>
                  </a:cubicBezTo>
                </a:path>
              </a:pathLst>
            </a:custGeom>
            <a:solidFill>
              <a:srgbClr val="8E4C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9347" name="Freeform 695">
              <a:extLst>
                <a:ext uri="{FF2B5EF4-FFF2-40B4-BE49-F238E27FC236}">
                  <a16:creationId xmlns:a16="http://schemas.microsoft.com/office/drawing/2014/main" id="{D091DEF5-7514-4220-AA67-435E9AA8BD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8" y="1877"/>
              <a:ext cx="79" cy="165"/>
            </a:xfrm>
            <a:custGeom>
              <a:avLst/>
              <a:gdLst>
                <a:gd name="T0" fmla="*/ 90 w 74"/>
                <a:gd name="T1" fmla="*/ 0 h 155"/>
                <a:gd name="T2" fmla="*/ 0 w 74"/>
                <a:gd name="T3" fmla="*/ 6 h 155"/>
                <a:gd name="T4" fmla="*/ 34 w 74"/>
                <a:gd name="T5" fmla="*/ 71 h 155"/>
                <a:gd name="T6" fmla="*/ 36 w 74"/>
                <a:gd name="T7" fmla="*/ 125 h 155"/>
                <a:gd name="T8" fmla="*/ 43 w 74"/>
                <a:gd name="T9" fmla="*/ 187 h 155"/>
                <a:gd name="T10" fmla="*/ 46 w 74"/>
                <a:gd name="T11" fmla="*/ 57 h 155"/>
                <a:gd name="T12" fmla="*/ 52 w 74"/>
                <a:gd name="T13" fmla="*/ 28 h 155"/>
                <a:gd name="T14" fmla="*/ 79 w 74"/>
                <a:gd name="T15" fmla="*/ 12 h 15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4" h="155">
                  <a:moveTo>
                    <a:pt x="74" y="0"/>
                  </a:moveTo>
                  <a:cubicBezTo>
                    <a:pt x="61" y="12"/>
                    <a:pt x="16" y="15"/>
                    <a:pt x="0" y="6"/>
                  </a:cubicBezTo>
                  <a:cubicBezTo>
                    <a:pt x="16" y="20"/>
                    <a:pt x="26" y="38"/>
                    <a:pt x="28" y="59"/>
                  </a:cubicBezTo>
                  <a:cubicBezTo>
                    <a:pt x="29" y="74"/>
                    <a:pt x="29" y="89"/>
                    <a:pt x="30" y="103"/>
                  </a:cubicBezTo>
                  <a:cubicBezTo>
                    <a:pt x="31" y="121"/>
                    <a:pt x="35" y="138"/>
                    <a:pt x="35" y="155"/>
                  </a:cubicBezTo>
                  <a:cubicBezTo>
                    <a:pt x="42" y="120"/>
                    <a:pt x="40" y="83"/>
                    <a:pt x="37" y="48"/>
                  </a:cubicBezTo>
                  <a:cubicBezTo>
                    <a:pt x="36" y="38"/>
                    <a:pt x="36" y="30"/>
                    <a:pt x="43" y="23"/>
                  </a:cubicBezTo>
                  <a:cubicBezTo>
                    <a:pt x="48" y="18"/>
                    <a:pt x="63" y="17"/>
                    <a:pt x="65" y="9"/>
                  </a:cubicBezTo>
                </a:path>
              </a:pathLst>
            </a:custGeom>
            <a:solidFill>
              <a:srgbClr val="8E4C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9348" name="Freeform 696">
              <a:extLst>
                <a:ext uri="{FF2B5EF4-FFF2-40B4-BE49-F238E27FC236}">
                  <a16:creationId xmlns:a16="http://schemas.microsoft.com/office/drawing/2014/main" id="{0D2276CC-AB1D-4F0E-8CC8-D6DA71C484D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0" y="2111"/>
              <a:ext cx="138" cy="151"/>
            </a:xfrm>
            <a:custGeom>
              <a:avLst/>
              <a:gdLst>
                <a:gd name="T0" fmla="*/ 0 w 130"/>
                <a:gd name="T1" fmla="*/ 1 h 141"/>
                <a:gd name="T2" fmla="*/ 6 w 130"/>
                <a:gd name="T3" fmla="*/ 33 h 141"/>
                <a:gd name="T4" fmla="*/ 25 w 130"/>
                <a:gd name="T5" fmla="*/ 56 h 141"/>
                <a:gd name="T6" fmla="*/ 63 w 130"/>
                <a:gd name="T7" fmla="*/ 100 h 141"/>
                <a:gd name="T8" fmla="*/ 76 w 130"/>
                <a:gd name="T9" fmla="*/ 138 h 141"/>
                <a:gd name="T10" fmla="*/ 93 w 130"/>
                <a:gd name="T11" fmla="*/ 173 h 141"/>
                <a:gd name="T12" fmla="*/ 155 w 130"/>
                <a:gd name="T13" fmla="*/ 114 h 141"/>
                <a:gd name="T14" fmla="*/ 77 w 130"/>
                <a:gd name="T15" fmla="*/ 124 h 141"/>
                <a:gd name="T16" fmla="*/ 90 w 130"/>
                <a:gd name="T17" fmla="*/ 79 h 141"/>
                <a:gd name="T18" fmla="*/ 122 w 130"/>
                <a:gd name="T19" fmla="*/ 54 h 141"/>
                <a:gd name="T20" fmla="*/ 41 w 130"/>
                <a:gd name="T21" fmla="*/ 67 h 141"/>
                <a:gd name="T22" fmla="*/ 19 w 130"/>
                <a:gd name="T23" fmla="*/ 31 h 141"/>
                <a:gd name="T24" fmla="*/ 2 w 130"/>
                <a:gd name="T25" fmla="*/ 0 h 14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30" h="141">
                  <a:moveTo>
                    <a:pt x="0" y="1"/>
                  </a:moveTo>
                  <a:cubicBezTo>
                    <a:pt x="2" y="10"/>
                    <a:pt x="2" y="19"/>
                    <a:pt x="6" y="27"/>
                  </a:cubicBezTo>
                  <a:cubicBezTo>
                    <a:pt x="10" y="35"/>
                    <a:pt x="16" y="40"/>
                    <a:pt x="22" y="46"/>
                  </a:cubicBezTo>
                  <a:cubicBezTo>
                    <a:pt x="31" y="56"/>
                    <a:pt x="48" y="68"/>
                    <a:pt x="53" y="81"/>
                  </a:cubicBezTo>
                  <a:cubicBezTo>
                    <a:pt x="58" y="92"/>
                    <a:pt x="56" y="101"/>
                    <a:pt x="64" y="112"/>
                  </a:cubicBezTo>
                  <a:cubicBezTo>
                    <a:pt x="72" y="122"/>
                    <a:pt x="78" y="127"/>
                    <a:pt x="78" y="141"/>
                  </a:cubicBezTo>
                  <a:cubicBezTo>
                    <a:pt x="81" y="113"/>
                    <a:pt x="111" y="108"/>
                    <a:pt x="130" y="92"/>
                  </a:cubicBezTo>
                  <a:cubicBezTo>
                    <a:pt x="115" y="96"/>
                    <a:pt x="79" y="122"/>
                    <a:pt x="65" y="101"/>
                  </a:cubicBezTo>
                  <a:cubicBezTo>
                    <a:pt x="59" y="92"/>
                    <a:pt x="68" y="72"/>
                    <a:pt x="75" y="64"/>
                  </a:cubicBezTo>
                  <a:cubicBezTo>
                    <a:pt x="82" y="56"/>
                    <a:pt x="96" y="52"/>
                    <a:pt x="102" y="44"/>
                  </a:cubicBezTo>
                  <a:cubicBezTo>
                    <a:pt x="80" y="55"/>
                    <a:pt x="57" y="84"/>
                    <a:pt x="35" y="55"/>
                  </a:cubicBezTo>
                  <a:cubicBezTo>
                    <a:pt x="28" y="46"/>
                    <a:pt x="22" y="34"/>
                    <a:pt x="16" y="25"/>
                  </a:cubicBezTo>
                  <a:cubicBezTo>
                    <a:pt x="11" y="17"/>
                    <a:pt x="2" y="7"/>
                    <a:pt x="2" y="0"/>
                  </a:cubicBezTo>
                </a:path>
              </a:pathLst>
            </a:custGeom>
            <a:solidFill>
              <a:srgbClr val="8E4C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9349" name="Freeform 697">
              <a:extLst>
                <a:ext uri="{FF2B5EF4-FFF2-40B4-BE49-F238E27FC236}">
                  <a16:creationId xmlns:a16="http://schemas.microsoft.com/office/drawing/2014/main" id="{147E2DEA-A114-4F97-9DD5-FAF0C98DF9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0" y="1916"/>
              <a:ext cx="36" cy="238"/>
            </a:xfrm>
            <a:custGeom>
              <a:avLst/>
              <a:gdLst>
                <a:gd name="T0" fmla="*/ 5 w 34"/>
                <a:gd name="T1" fmla="*/ 106 h 223"/>
                <a:gd name="T2" fmla="*/ 6 w 34"/>
                <a:gd name="T3" fmla="*/ 209 h 223"/>
                <a:gd name="T4" fmla="*/ 14 w 34"/>
                <a:gd name="T5" fmla="*/ 241 h 223"/>
                <a:gd name="T6" fmla="*/ 40 w 34"/>
                <a:gd name="T7" fmla="*/ 271 h 223"/>
                <a:gd name="T8" fmla="*/ 21 w 34"/>
                <a:gd name="T9" fmla="*/ 210 h 223"/>
                <a:gd name="T10" fmla="*/ 18 w 34"/>
                <a:gd name="T11" fmla="*/ 128 h 223"/>
                <a:gd name="T12" fmla="*/ 0 w 34"/>
                <a:gd name="T13" fmla="*/ 0 h 2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4" h="223">
                  <a:moveTo>
                    <a:pt x="5" y="87"/>
                  </a:moveTo>
                  <a:cubicBezTo>
                    <a:pt x="8" y="116"/>
                    <a:pt x="6" y="143"/>
                    <a:pt x="6" y="172"/>
                  </a:cubicBezTo>
                  <a:cubicBezTo>
                    <a:pt x="7" y="181"/>
                    <a:pt x="7" y="191"/>
                    <a:pt x="11" y="199"/>
                  </a:cubicBezTo>
                  <a:cubicBezTo>
                    <a:pt x="15" y="210"/>
                    <a:pt x="25" y="215"/>
                    <a:pt x="34" y="223"/>
                  </a:cubicBezTo>
                  <a:cubicBezTo>
                    <a:pt x="23" y="211"/>
                    <a:pt x="20" y="189"/>
                    <a:pt x="18" y="173"/>
                  </a:cubicBezTo>
                  <a:cubicBezTo>
                    <a:pt x="16" y="150"/>
                    <a:pt x="17" y="128"/>
                    <a:pt x="15" y="105"/>
                  </a:cubicBezTo>
                  <a:cubicBezTo>
                    <a:pt x="13" y="70"/>
                    <a:pt x="14" y="34"/>
                    <a:pt x="0" y="0"/>
                  </a:cubicBezTo>
                </a:path>
              </a:pathLst>
            </a:custGeom>
            <a:solidFill>
              <a:srgbClr val="8E4C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9350" name="Freeform 698">
              <a:extLst>
                <a:ext uri="{FF2B5EF4-FFF2-40B4-BE49-F238E27FC236}">
                  <a16:creationId xmlns:a16="http://schemas.microsoft.com/office/drawing/2014/main" id="{BC007A2B-3875-4BCC-A2AE-E46FD94952B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9" y="2282"/>
              <a:ext cx="51" cy="160"/>
            </a:xfrm>
            <a:custGeom>
              <a:avLst/>
              <a:gdLst>
                <a:gd name="T0" fmla="*/ 26 w 47"/>
                <a:gd name="T1" fmla="*/ 0 h 150"/>
                <a:gd name="T2" fmla="*/ 26 w 47"/>
                <a:gd name="T3" fmla="*/ 87 h 150"/>
                <a:gd name="T4" fmla="*/ 37 w 47"/>
                <a:gd name="T5" fmla="*/ 180 h 150"/>
                <a:gd name="T6" fmla="*/ 60 w 47"/>
                <a:gd name="T7" fmla="*/ 182 h 150"/>
                <a:gd name="T8" fmla="*/ 43 w 47"/>
                <a:gd name="T9" fmla="*/ 135 h 150"/>
                <a:gd name="T10" fmla="*/ 37 w 47"/>
                <a:gd name="T11" fmla="*/ 84 h 150"/>
                <a:gd name="T12" fmla="*/ 25 w 47"/>
                <a:gd name="T13" fmla="*/ 36 h 150"/>
                <a:gd name="T14" fmla="*/ 24 w 47"/>
                <a:gd name="T15" fmla="*/ 0 h 15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7" h="150">
                  <a:moveTo>
                    <a:pt x="20" y="0"/>
                  </a:moveTo>
                  <a:cubicBezTo>
                    <a:pt x="0" y="16"/>
                    <a:pt x="16" y="53"/>
                    <a:pt x="20" y="72"/>
                  </a:cubicBezTo>
                  <a:cubicBezTo>
                    <a:pt x="25" y="97"/>
                    <a:pt x="28" y="122"/>
                    <a:pt x="29" y="148"/>
                  </a:cubicBezTo>
                  <a:cubicBezTo>
                    <a:pt x="35" y="144"/>
                    <a:pt x="41" y="149"/>
                    <a:pt x="47" y="150"/>
                  </a:cubicBezTo>
                  <a:cubicBezTo>
                    <a:pt x="39" y="144"/>
                    <a:pt x="35" y="123"/>
                    <a:pt x="34" y="112"/>
                  </a:cubicBezTo>
                  <a:cubicBezTo>
                    <a:pt x="31" y="98"/>
                    <a:pt x="32" y="83"/>
                    <a:pt x="29" y="69"/>
                  </a:cubicBezTo>
                  <a:cubicBezTo>
                    <a:pt x="27" y="56"/>
                    <a:pt x="22" y="43"/>
                    <a:pt x="19" y="30"/>
                  </a:cubicBezTo>
                  <a:cubicBezTo>
                    <a:pt x="17" y="21"/>
                    <a:pt x="18" y="10"/>
                    <a:pt x="18" y="0"/>
                  </a:cubicBezTo>
                </a:path>
              </a:pathLst>
            </a:custGeom>
            <a:solidFill>
              <a:srgbClr val="8E4C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9351" name="Freeform 699">
              <a:extLst>
                <a:ext uri="{FF2B5EF4-FFF2-40B4-BE49-F238E27FC236}">
                  <a16:creationId xmlns:a16="http://schemas.microsoft.com/office/drawing/2014/main" id="{BA5E34C0-6A35-4783-863A-4F31583359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1" y="2381"/>
              <a:ext cx="49" cy="139"/>
            </a:xfrm>
            <a:custGeom>
              <a:avLst/>
              <a:gdLst>
                <a:gd name="T0" fmla="*/ 20 w 46"/>
                <a:gd name="T1" fmla="*/ 0 h 130"/>
                <a:gd name="T2" fmla="*/ 23 w 46"/>
                <a:gd name="T3" fmla="*/ 22 h 130"/>
                <a:gd name="T4" fmla="*/ 34 w 46"/>
                <a:gd name="T5" fmla="*/ 41 h 130"/>
                <a:gd name="T6" fmla="*/ 35 w 46"/>
                <a:gd name="T7" fmla="*/ 77 h 130"/>
                <a:gd name="T8" fmla="*/ 20 w 46"/>
                <a:gd name="T9" fmla="*/ 118 h 130"/>
                <a:gd name="T10" fmla="*/ 0 w 46"/>
                <a:gd name="T11" fmla="*/ 159 h 130"/>
                <a:gd name="T12" fmla="*/ 11 w 46"/>
                <a:gd name="T13" fmla="*/ 139 h 130"/>
                <a:gd name="T14" fmla="*/ 29 w 46"/>
                <a:gd name="T15" fmla="*/ 123 h 130"/>
                <a:gd name="T16" fmla="*/ 49 w 46"/>
                <a:gd name="T17" fmla="*/ 71 h 130"/>
                <a:gd name="T18" fmla="*/ 54 w 46"/>
                <a:gd name="T19" fmla="*/ 49 h 130"/>
                <a:gd name="T20" fmla="*/ 49 w 46"/>
                <a:gd name="T21" fmla="*/ 41 h 130"/>
                <a:gd name="T22" fmla="*/ 22 w 46"/>
                <a:gd name="T23" fmla="*/ 2 h 13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6" h="130">
                  <a:moveTo>
                    <a:pt x="17" y="0"/>
                  </a:moveTo>
                  <a:cubicBezTo>
                    <a:pt x="19" y="6"/>
                    <a:pt x="18" y="13"/>
                    <a:pt x="20" y="19"/>
                  </a:cubicBezTo>
                  <a:cubicBezTo>
                    <a:pt x="22" y="25"/>
                    <a:pt x="25" y="29"/>
                    <a:pt x="28" y="34"/>
                  </a:cubicBezTo>
                  <a:cubicBezTo>
                    <a:pt x="34" y="43"/>
                    <a:pt x="30" y="52"/>
                    <a:pt x="29" y="63"/>
                  </a:cubicBezTo>
                  <a:cubicBezTo>
                    <a:pt x="27" y="77"/>
                    <a:pt x="27" y="85"/>
                    <a:pt x="17" y="96"/>
                  </a:cubicBezTo>
                  <a:cubicBezTo>
                    <a:pt x="8" y="105"/>
                    <a:pt x="1" y="117"/>
                    <a:pt x="0" y="130"/>
                  </a:cubicBezTo>
                  <a:cubicBezTo>
                    <a:pt x="3" y="126"/>
                    <a:pt x="4" y="119"/>
                    <a:pt x="8" y="114"/>
                  </a:cubicBezTo>
                  <a:cubicBezTo>
                    <a:pt x="11" y="109"/>
                    <a:pt x="18" y="105"/>
                    <a:pt x="23" y="101"/>
                  </a:cubicBezTo>
                  <a:cubicBezTo>
                    <a:pt x="39" y="89"/>
                    <a:pt x="39" y="78"/>
                    <a:pt x="40" y="58"/>
                  </a:cubicBezTo>
                  <a:cubicBezTo>
                    <a:pt x="40" y="51"/>
                    <a:pt x="44" y="47"/>
                    <a:pt x="45" y="40"/>
                  </a:cubicBezTo>
                  <a:cubicBezTo>
                    <a:pt x="46" y="32"/>
                    <a:pt x="46" y="37"/>
                    <a:pt x="40" y="34"/>
                  </a:cubicBezTo>
                  <a:cubicBezTo>
                    <a:pt x="30" y="28"/>
                    <a:pt x="23" y="13"/>
                    <a:pt x="19" y="2"/>
                  </a:cubicBezTo>
                </a:path>
              </a:pathLst>
            </a:custGeom>
            <a:solidFill>
              <a:srgbClr val="8E4C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9352" name="Freeform 700">
              <a:extLst>
                <a:ext uri="{FF2B5EF4-FFF2-40B4-BE49-F238E27FC236}">
                  <a16:creationId xmlns:a16="http://schemas.microsoft.com/office/drawing/2014/main" id="{22EA239D-2473-4DC8-AD9B-992FF9C5DD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1" y="1937"/>
              <a:ext cx="86" cy="32"/>
            </a:xfrm>
            <a:custGeom>
              <a:avLst/>
              <a:gdLst>
                <a:gd name="T0" fmla="*/ 97 w 81"/>
                <a:gd name="T1" fmla="*/ 0 h 30"/>
                <a:gd name="T2" fmla="*/ 74 w 81"/>
                <a:gd name="T3" fmla="*/ 7 h 30"/>
                <a:gd name="T4" fmla="*/ 50 w 81"/>
                <a:gd name="T5" fmla="*/ 13 h 30"/>
                <a:gd name="T6" fmla="*/ 0 w 81"/>
                <a:gd name="T7" fmla="*/ 33 h 30"/>
                <a:gd name="T8" fmla="*/ 50 w 81"/>
                <a:gd name="T9" fmla="*/ 19 h 30"/>
                <a:gd name="T10" fmla="*/ 72 w 81"/>
                <a:gd name="T11" fmla="*/ 17 h 30"/>
                <a:gd name="T12" fmla="*/ 94 w 81"/>
                <a:gd name="T13" fmla="*/ 4 h 3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1" h="30">
                  <a:moveTo>
                    <a:pt x="81" y="0"/>
                  </a:moveTo>
                  <a:cubicBezTo>
                    <a:pt x="75" y="0"/>
                    <a:pt x="69" y="6"/>
                    <a:pt x="62" y="7"/>
                  </a:cubicBezTo>
                  <a:cubicBezTo>
                    <a:pt x="54" y="8"/>
                    <a:pt x="48" y="8"/>
                    <a:pt x="41" y="10"/>
                  </a:cubicBezTo>
                  <a:cubicBezTo>
                    <a:pt x="27" y="14"/>
                    <a:pt x="13" y="20"/>
                    <a:pt x="0" y="27"/>
                  </a:cubicBezTo>
                  <a:cubicBezTo>
                    <a:pt x="14" y="30"/>
                    <a:pt x="29" y="21"/>
                    <a:pt x="41" y="16"/>
                  </a:cubicBezTo>
                  <a:cubicBezTo>
                    <a:pt x="47" y="14"/>
                    <a:pt x="53" y="15"/>
                    <a:pt x="60" y="14"/>
                  </a:cubicBezTo>
                  <a:cubicBezTo>
                    <a:pt x="69" y="12"/>
                    <a:pt x="73" y="8"/>
                    <a:pt x="79" y="4"/>
                  </a:cubicBezTo>
                </a:path>
              </a:pathLst>
            </a:custGeom>
            <a:solidFill>
              <a:srgbClr val="8E4C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9353" name="Freeform 701">
              <a:extLst>
                <a:ext uri="{FF2B5EF4-FFF2-40B4-BE49-F238E27FC236}">
                  <a16:creationId xmlns:a16="http://schemas.microsoft.com/office/drawing/2014/main" id="{6AE0628A-2EDC-47CC-B099-EAF142A7BB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2" y="2186"/>
              <a:ext cx="168" cy="214"/>
            </a:xfrm>
            <a:custGeom>
              <a:avLst/>
              <a:gdLst>
                <a:gd name="T0" fmla="*/ 193 w 157"/>
                <a:gd name="T1" fmla="*/ 32 h 201"/>
                <a:gd name="T2" fmla="*/ 137 w 157"/>
                <a:gd name="T3" fmla="*/ 33 h 201"/>
                <a:gd name="T4" fmla="*/ 109 w 157"/>
                <a:gd name="T5" fmla="*/ 111 h 201"/>
                <a:gd name="T6" fmla="*/ 0 w 157"/>
                <a:gd name="T7" fmla="*/ 243 h 201"/>
                <a:gd name="T8" fmla="*/ 125 w 157"/>
                <a:gd name="T9" fmla="*/ 119 h 201"/>
                <a:gd name="T10" fmla="*/ 146 w 157"/>
                <a:gd name="T11" fmla="*/ 54 h 201"/>
                <a:gd name="T12" fmla="*/ 182 w 157"/>
                <a:gd name="T13" fmla="*/ 39 h 20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7" h="201">
                  <a:moveTo>
                    <a:pt x="157" y="26"/>
                  </a:moveTo>
                  <a:cubicBezTo>
                    <a:pt x="141" y="13"/>
                    <a:pt x="123" y="0"/>
                    <a:pt x="112" y="27"/>
                  </a:cubicBezTo>
                  <a:cubicBezTo>
                    <a:pt x="104" y="49"/>
                    <a:pt x="100" y="70"/>
                    <a:pt x="89" y="92"/>
                  </a:cubicBezTo>
                  <a:cubicBezTo>
                    <a:pt x="65" y="137"/>
                    <a:pt x="46" y="173"/>
                    <a:pt x="0" y="201"/>
                  </a:cubicBezTo>
                  <a:cubicBezTo>
                    <a:pt x="39" y="198"/>
                    <a:pt x="83" y="128"/>
                    <a:pt x="102" y="99"/>
                  </a:cubicBezTo>
                  <a:cubicBezTo>
                    <a:pt x="115" y="80"/>
                    <a:pt x="113" y="64"/>
                    <a:pt x="119" y="45"/>
                  </a:cubicBezTo>
                  <a:cubicBezTo>
                    <a:pt x="125" y="28"/>
                    <a:pt x="133" y="32"/>
                    <a:pt x="149" y="33"/>
                  </a:cubicBezTo>
                </a:path>
              </a:pathLst>
            </a:custGeom>
            <a:solidFill>
              <a:srgbClr val="8E4C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9354" name="Freeform 702">
              <a:extLst>
                <a:ext uri="{FF2B5EF4-FFF2-40B4-BE49-F238E27FC236}">
                  <a16:creationId xmlns:a16="http://schemas.microsoft.com/office/drawing/2014/main" id="{85159CD0-7B76-461B-9B6E-27966E10F6D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8" y="2282"/>
              <a:ext cx="142" cy="84"/>
            </a:xfrm>
            <a:custGeom>
              <a:avLst/>
              <a:gdLst>
                <a:gd name="T0" fmla="*/ 53 w 133"/>
                <a:gd name="T1" fmla="*/ 30 h 79"/>
                <a:gd name="T2" fmla="*/ 162 w 133"/>
                <a:gd name="T3" fmla="*/ 3 h 79"/>
                <a:gd name="T4" fmla="*/ 72 w 133"/>
                <a:gd name="T5" fmla="*/ 41 h 79"/>
                <a:gd name="T6" fmla="*/ 0 w 133"/>
                <a:gd name="T7" fmla="*/ 95 h 7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3" h="79">
                  <a:moveTo>
                    <a:pt x="44" y="24"/>
                  </a:moveTo>
                  <a:cubicBezTo>
                    <a:pt x="52" y="0"/>
                    <a:pt x="112" y="2"/>
                    <a:pt x="133" y="3"/>
                  </a:cubicBezTo>
                  <a:cubicBezTo>
                    <a:pt x="104" y="9"/>
                    <a:pt x="83" y="17"/>
                    <a:pt x="59" y="35"/>
                  </a:cubicBezTo>
                  <a:cubicBezTo>
                    <a:pt x="45" y="46"/>
                    <a:pt x="4" y="69"/>
                    <a:pt x="0" y="79"/>
                  </a:cubicBezTo>
                </a:path>
              </a:pathLst>
            </a:custGeom>
            <a:solidFill>
              <a:srgbClr val="8E4C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9355" name="Freeform 703">
              <a:extLst>
                <a:ext uri="{FF2B5EF4-FFF2-40B4-BE49-F238E27FC236}">
                  <a16:creationId xmlns:a16="http://schemas.microsoft.com/office/drawing/2014/main" id="{5B27B09A-ACE1-4D01-9B60-9420C58B07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7" y="3965"/>
              <a:ext cx="126" cy="86"/>
            </a:xfrm>
            <a:custGeom>
              <a:avLst/>
              <a:gdLst>
                <a:gd name="T0" fmla="*/ 144 w 118"/>
                <a:gd name="T1" fmla="*/ 66 h 81"/>
                <a:gd name="T2" fmla="*/ 114 w 118"/>
                <a:gd name="T3" fmla="*/ 94 h 81"/>
                <a:gd name="T4" fmla="*/ 78 w 118"/>
                <a:gd name="T5" fmla="*/ 83 h 81"/>
                <a:gd name="T6" fmla="*/ 58 w 118"/>
                <a:gd name="T7" fmla="*/ 58 h 81"/>
                <a:gd name="T8" fmla="*/ 36 w 118"/>
                <a:gd name="T9" fmla="*/ 42 h 81"/>
                <a:gd name="T10" fmla="*/ 18 w 118"/>
                <a:gd name="T11" fmla="*/ 18 h 81"/>
                <a:gd name="T12" fmla="*/ 0 w 118"/>
                <a:gd name="T13" fmla="*/ 0 h 81"/>
                <a:gd name="T14" fmla="*/ 37 w 118"/>
                <a:gd name="T15" fmla="*/ 33 h 81"/>
                <a:gd name="T16" fmla="*/ 56 w 118"/>
                <a:gd name="T17" fmla="*/ 42 h 81"/>
                <a:gd name="T18" fmla="*/ 67 w 118"/>
                <a:gd name="T19" fmla="*/ 57 h 81"/>
                <a:gd name="T20" fmla="*/ 105 w 118"/>
                <a:gd name="T21" fmla="*/ 85 h 81"/>
                <a:gd name="T22" fmla="*/ 142 w 118"/>
                <a:gd name="T23" fmla="*/ 69 h 81"/>
                <a:gd name="T24" fmla="*/ 144 w 118"/>
                <a:gd name="T25" fmla="*/ 66 h 8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18" h="81">
                  <a:moveTo>
                    <a:pt x="118" y="55"/>
                  </a:moveTo>
                  <a:cubicBezTo>
                    <a:pt x="118" y="67"/>
                    <a:pt x="104" y="77"/>
                    <a:pt x="94" y="79"/>
                  </a:cubicBezTo>
                  <a:cubicBezTo>
                    <a:pt x="84" y="81"/>
                    <a:pt x="72" y="76"/>
                    <a:pt x="64" y="69"/>
                  </a:cubicBezTo>
                  <a:cubicBezTo>
                    <a:pt x="58" y="63"/>
                    <a:pt x="53" y="55"/>
                    <a:pt x="48" y="49"/>
                  </a:cubicBezTo>
                  <a:cubicBezTo>
                    <a:pt x="42" y="42"/>
                    <a:pt x="37" y="40"/>
                    <a:pt x="30" y="36"/>
                  </a:cubicBezTo>
                  <a:cubicBezTo>
                    <a:pt x="23" y="31"/>
                    <a:pt x="20" y="22"/>
                    <a:pt x="15" y="15"/>
                  </a:cubicBezTo>
                  <a:cubicBezTo>
                    <a:pt x="11" y="9"/>
                    <a:pt x="6" y="4"/>
                    <a:pt x="0" y="0"/>
                  </a:cubicBezTo>
                  <a:cubicBezTo>
                    <a:pt x="13" y="3"/>
                    <a:pt x="22" y="18"/>
                    <a:pt x="31" y="27"/>
                  </a:cubicBezTo>
                  <a:cubicBezTo>
                    <a:pt x="35" y="31"/>
                    <a:pt x="41" y="33"/>
                    <a:pt x="46" y="36"/>
                  </a:cubicBezTo>
                  <a:cubicBezTo>
                    <a:pt x="50" y="39"/>
                    <a:pt x="52" y="44"/>
                    <a:pt x="55" y="48"/>
                  </a:cubicBezTo>
                  <a:cubicBezTo>
                    <a:pt x="62" y="59"/>
                    <a:pt x="71" y="70"/>
                    <a:pt x="86" y="71"/>
                  </a:cubicBezTo>
                  <a:cubicBezTo>
                    <a:pt x="98" y="73"/>
                    <a:pt x="112" y="68"/>
                    <a:pt x="117" y="57"/>
                  </a:cubicBezTo>
                  <a:cubicBezTo>
                    <a:pt x="117" y="56"/>
                    <a:pt x="118" y="56"/>
                    <a:pt x="118" y="55"/>
                  </a:cubicBezTo>
                </a:path>
              </a:pathLst>
            </a:custGeom>
            <a:solidFill>
              <a:srgbClr val="C27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9356" name="Freeform 704">
              <a:extLst>
                <a:ext uri="{FF2B5EF4-FFF2-40B4-BE49-F238E27FC236}">
                  <a16:creationId xmlns:a16="http://schemas.microsoft.com/office/drawing/2014/main" id="{65792D66-820A-4711-B601-B2E5329929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0" y="3989"/>
              <a:ext cx="23" cy="29"/>
            </a:xfrm>
            <a:custGeom>
              <a:avLst/>
              <a:gdLst>
                <a:gd name="T0" fmla="*/ 25 w 22"/>
                <a:gd name="T1" fmla="*/ 30 h 27"/>
                <a:gd name="T2" fmla="*/ 23 w 22"/>
                <a:gd name="T3" fmla="*/ 0 h 27"/>
                <a:gd name="T4" fmla="*/ 0 w 22"/>
                <a:gd name="T5" fmla="*/ 11 h 27"/>
                <a:gd name="T6" fmla="*/ 15 w 22"/>
                <a:gd name="T7" fmla="*/ 20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27">
                  <a:moveTo>
                    <a:pt x="22" y="24"/>
                  </a:moveTo>
                  <a:cubicBezTo>
                    <a:pt x="18" y="27"/>
                    <a:pt x="19" y="3"/>
                    <a:pt x="20" y="0"/>
                  </a:cubicBezTo>
                  <a:cubicBezTo>
                    <a:pt x="17" y="8"/>
                    <a:pt x="7" y="14"/>
                    <a:pt x="0" y="8"/>
                  </a:cubicBezTo>
                  <a:cubicBezTo>
                    <a:pt x="4" y="11"/>
                    <a:pt x="8" y="15"/>
                    <a:pt x="12" y="17"/>
                  </a:cubicBezTo>
                </a:path>
              </a:pathLst>
            </a:custGeom>
            <a:solidFill>
              <a:srgbClr val="C27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9357" name="Freeform 705">
              <a:extLst>
                <a:ext uri="{FF2B5EF4-FFF2-40B4-BE49-F238E27FC236}">
                  <a16:creationId xmlns:a16="http://schemas.microsoft.com/office/drawing/2014/main" id="{4E6133C0-9BD3-4EA3-86CB-0EF78D0BF40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2" y="4010"/>
              <a:ext cx="26" cy="22"/>
            </a:xfrm>
            <a:custGeom>
              <a:avLst/>
              <a:gdLst>
                <a:gd name="T0" fmla="*/ 2 w 24"/>
                <a:gd name="T1" fmla="*/ 13 h 20"/>
                <a:gd name="T2" fmla="*/ 1 w 24"/>
                <a:gd name="T3" fmla="*/ 26 h 20"/>
                <a:gd name="T4" fmla="*/ 20 w 24"/>
                <a:gd name="T5" fmla="*/ 22 h 20"/>
                <a:gd name="T6" fmla="*/ 30 w 24"/>
                <a:gd name="T7" fmla="*/ 0 h 20"/>
                <a:gd name="T8" fmla="*/ 20 w 24"/>
                <a:gd name="T9" fmla="*/ 13 h 20"/>
                <a:gd name="T10" fmla="*/ 2 w 24"/>
                <a:gd name="T11" fmla="*/ 15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20">
                  <a:moveTo>
                    <a:pt x="2" y="10"/>
                  </a:moveTo>
                  <a:cubicBezTo>
                    <a:pt x="2" y="13"/>
                    <a:pt x="0" y="17"/>
                    <a:pt x="1" y="20"/>
                  </a:cubicBezTo>
                  <a:cubicBezTo>
                    <a:pt x="6" y="20"/>
                    <a:pt x="12" y="19"/>
                    <a:pt x="16" y="16"/>
                  </a:cubicBezTo>
                  <a:cubicBezTo>
                    <a:pt x="22" y="13"/>
                    <a:pt x="24" y="7"/>
                    <a:pt x="24" y="0"/>
                  </a:cubicBezTo>
                  <a:cubicBezTo>
                    <a:pt x="22" y="4"/>
                    <a:pt x="19" y="8"/>
                    <a:pt x="16" y="10"/>
                  </a:cubicBezTo>
                  <a:cubicBezTo>
                    <a:pt x="11" y="13"/>
                    <a:pt x="7" y="12"/>
                    <a:pt x="2" y="12"/>
                  </a:cubicBezTo>
                </a:path>
              </a:pathLst>
            </a:custGeom>
            <a:solidFill>
              <a:srgbClr val="8E4C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9358" name="Freeform 706">
              <a:extLst>
                <a:ext uri="{FF2B5EF4-FFF2-40B4-BE49-F238E27FC236}">
                  <a16:creationId xmlns:a16="http://schemas.microsoft.com/office/drawing/2014/main" id="{EFE69E3A-98DE-410B-B6AB-0C0B84AFFE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4" y="3993"/>
              <a:ext cx="14" cy="23"/>
            </a:xfrm>
            <a:custGeom>
              <a:avLst/>
              <a:gdLst>
                <a:gd name="T0" fmla="*/ 0 w 13"/>
                <a:gd name="T1" fmla="*/ 13 h 21"/>
                <a:gd name="T2" fmla="*/ 2 w 13"/>
                <a:gd name="T3" fmla="*/ 27 h 21"/>
                <a:gd name="T4" fmla="*/ 13 w 13"/>
                <a:gd name="T5" fmla="*/ 16 h 21"/>
                <a:gd name="T6" fmla="*/ 16 w 13"/>
                <a:gd name="T7" fmla="*/ 9 h 21"/>
                <a:gd name="T8" fmla="*/ 14 w 13"/>
                <a:gd name="T9" fmla="*/ 0 h 21"/>
                <a:gd name="T10" fmla="*/ 11 w 13"/>
                <a:gd name="T11" fmla="*/ 11 h 21"/>
                <a:gd name="T12" fmla="*/ 1 w 13"/>
                <a:gd name="T13" fmla="*/ 18 h 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21">
                  <a:moveTo>
                    <a:pt x="0" y="10"/>
                  </a:moveTo>
                  <a:cubicBezTo>
                    <a:pt x="2" y="12"/>
                    <a:pt x="2" y="18"/>
                    <a:pt x="2" y="21"/>
                  </a:cubicBezTo>
                  <a:cubicBezTo>
                    <a:pt x="5" y="20"/>
                    <a:pt x="9" y="16"/>
                    <a:pt x="10" y="13"/>
                  </a:cubicBezTo>
                  <a:cubicBezTo>
                    <a:pt x="11" y="11"/>
                    <a:pt x="13" y="9"/>
                    <a:pt x="13" y="6"/>
                  </a:cubicBezTo>
                  <a:cubicBezTo>
                    <a:pt x="13" y="4"/>
                    <a:pt x="11" y="2"/>
                    <a:pt x="11" y="0"/>
                  </a:cubicBezTo>
                  <a:cubicBezTo>
                    <a:pt x="10" y="1"/>
                    <a:pt x="9" y="6"/>
                    <a:pt x="8" y="8"/>
                  </a:cubicBezTo>
                  <a:cubicBezTo>
                    <a:pt x="6" y="11"/>
                    <a:pt x="4" y="14"/>
                    <a:pt x="1" y="14"/>
                  </a:cubicBezTo>
                </a:path>
              </a:pathLst>
            </a:custGeom>
            <a:solidFill>
              <a:srgbClr val="8E4C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9359" name="Freeform 707">
              <a:extLst>
                <a:ext uri="{FF2B5EF4-FFF2-40B4-BE49-F238E27FC236}">
                  <a16:creationId xmlns:a16="http://schemas.microsoft.com/office/drawing/2014/main" id="{1B431C11-FE6C-49E9-80B5-5963416348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1" y="3973"/>
              <a:ext cx="7" cy="13"/>
            </a:xfrm>
            <a:custGeom>
              <a:avLst/>
              <a:gdLst>
                <a:gd name="T0" fmla="*/ 1 w 6"/>
                <a:gd name="T1" fmla="*/ 15 h 12"/>
                <a:gd name="T2" fmla="*/ 9 w 6"/>
                <a:gd name="T3" fmla="*/ 0 h 12"/>
                <a:gd name="T4" fmla="*/ 0 w 6"/>
                <a:gd name="T5" fmla="*/ 12 h 12"/>
                <a:gd name="T6" fmla="*/ 1 w 6"/>
                <a:gd name="T7" fmla="*/ 15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12">
                  <a:moveTo>
                    <a:pt x="1" y="12"/>
                  </a:moveTo>
                  <a:cubicBezTo>
                    <a:pt x="5" y="12"/>
                    <a:pt x="6" y="2"/>
                    <a:pt x="6" y="0"/>
                  </a:cubicBezTo>
                  <a:cubicBezTo>
                    <a:pt x="4" y="2"/>
                    <a:pt x="3" y="8"/>
                    <a:pt x="0" y="9"/>
                  </a:cubicBezTo>
                  <a:cubicBezTo>
                    <a:pt x="0" y="10"/>
                    <a:pt x="0" y="11"/>
                    <a:pt x="1" y="12"/>
                  </a:cubicBezTo>
                </a:path>
              </a:pathLst>
            </a:custGeom>
            <a:solidFill>
              <a:srgbClr val="8E4C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9360" name="Freeform 708">
              <a:extLst>
                <a:ext uri="{FF2B5EF4-FFF2-40B4-BE49-F238E27FC236}">
                  <a16:creationId xmlns:a16="http://schemas.microsoft.com/office/drawing/2014/main" id="{F9A1380F-F2E2-4B92-BFEC-F38F667652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8" y="3960"/>
              <a:ext cx="21" cy="24"/>
            </a:xfrm>
            <a:custGeom>
              <a:avLst/>
              <a:gdLst>
                <a:gd name="T0" fmla="*/ 0 w 20"/>
                <a:gd name="T1" fmla="*/ 0 h 22"/>
                <a:gd name="T2" fmla="*/ 7 w 20"/>
                <a:gd name="T3" fmla="*/ 19 h 22"/>
                <a:gd name="T4" fmla="*/ 23 w 20"/>
                <a:gd name="T5" fmla="*/ 28 h 22"/>
                <a:gd name="T6" fmla="*/ 9 w 20"/>
                <a:gd name="T7" fmla="*/ 14 h 22"/>
                <a:gd name="T8" fmla="*/ 5 w 20"/>
                <a:gd name="T9" fmla="*/ 5 h 22"/>
                <a:gd name="T10" fmla="*/ 1 w 20"/>
                <a:gd name="T11" fmla="*/ 0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" h="22">
                  <a:moveTo>
                    <a:pt x="0" y="0"/>
                  </a:moveTo>
                  <a:cubicBezTo>
                    <a:pt x="0" y="5"/>
                    <a:pt x="5" y="11"/>
                    <a:pt x="7" y="15"/>
                  </a:cubicBezTo>
                  <a:cubicBezTo>
                    <a:pt x="10" y="18"/>
                    <a:pt x="15" y="22"/>
                    <a:pt x="20" y="22"/>
                  </a:cubicBezTo>
                  <a:cubicBezTo>
                    <a:pt x="15" y="22"/>
                    <a:pt x="11" y="15"/>
                    <a:pt x="9" y="11"/>
                  </a:cubicBezTo>
                  <a:cubicBezTo>
                    <a:pt x="7" y="9"/>
                    <a:pt x="6" y="7"/>
                    <a:pt x="5" y="5"/>
                  </a:cubicBezTo>
                  <a:cubicBezTo>
                    <a:pt x="4" y="3"/>
                    <a:pt x="2" y="2"/>
                    <a:pt x="1" y="0"/>
                  </a:cubicBezTo>
                </a:path>
              </a:pathLst>
            </a:custGeom>
            <a:solidFill>
              <a:srgbClr val="8E4C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9361" name="Freeform 709">
              <a:extLst>
                <a:ext uri="{FF2B5EF4-FFF2-40B4-BE49-F238E27FC236}">
                  <a16:creationId xmlns:a16="http://schemas.microsoft.com/office/drawing/2014/main" id="{18F953EF-98A5-46F8-A4C4-412776D508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1" y="3947"/>
              <a:ext cx="27" cy="19"/>
            </a:xfrm>
            <a:custGeom>
              <a:avLst/>
              <a:gdLst>
                <a:gd name="T0" fmla="*/ 0 w 25"/>
                <a:gd name="T1" fmla="*/ 0 h 17"/>
                <a:gd name="T2" fmla="*/ 15 w 25"/>
                <a:gd name="T3" fmla="*/ 15 h 17"/>
                <a:gd name="T4" fmla="*/ 25 w 25"/>
                <a:gd name="T5" fmla="*/ 21 h 17"/>
                <a:gd name="T6" fmla="*/ 31 w 25"/>
                <a:gd name="T7" fmla="*/ 23 h 17"/>
                <a:gd name="T8" fmla="*/ 2 w 25"/>
                <a:gd name="T9" fmla="*/ 0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17">
                  <a:moveTo>
                    <a:pt x="0" y="0"/>
                  </a:moveTo>
                  <a:cubicBezTo>
                    <a:pt x="2" y="5"/>
                    <a:pt x="8" y="8"/>
                    <a:pt x="12" y="11"/>
                  </a:cubicBezTo>
                  <a:cubicBezTo>
                    <a:pt x="14" y="13"/>
                    <a:pt x="16" y="14"/>
                    <a:pt x="19" y="15"/>
                  </a:cubicBezTo>
                  <a:cubicBezTo>
                    <a:pt x="21" y="15"/>
                    <a:pt x="23" y="17"/>
                    <a:pt x="25" y="17"/>
                  </a:cubicBezTo>
                  <a:cubicBezTo>
                    <a:pt x="17" y="11"/>
                    <a:pt x="8" y="7"/>
                    <a:pt x="2" y="0"/>
                  </a:cubicBezTo>
                </a:path>
              </a:pathLst>
            </a:custGeom>
            <a:solidFill>
              <a:srgbClr val="8E4C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9362" name="Freeform 710">
              <a:extLst>
                <a:ext uri="{FF2B5EF4-FFF2-40B4-BE49-F238E27FC236}">
                  <a16:creationId xmlns:a16="http://schemas.microsoft.com/office/drawing/2014/main" id="{119451EF-043C-497B-97D8-B55DC6A252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8" y="3972"/>
              <a:ext cx="19" cy="16"/>
            </a:xfrm>
            <a:custGeom>
              <a:avLst/>
              <a:gdLst>
                <a:gd name="T0" fmla="*/ 0 w 18"/>
                <a:gd name="T1" fmla="*/ 2 h 15"/>
                <a:gd name="T2" fmla="*/ 21 w 18"/>
                <a:gd name="T3" fmla="*/ 18 h 15"/>
                <a:gd name="T4" fmla="*/ 13 w 18"/>
                <a:gd name="T5" fmla="*/ 11 h 15"/>
                <a:gd name="T6" fmla="*/ 0 w 18"/>
                <a:gd name="T7" fmla="*/ 0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15">
                  <a:moveTo>
                    <a:pt x="0" y="2"/>
                  </a:moveTo>
                  <a:cubicBezTo>
                    <a:pt x="3" y="9"/>
                    <a:pt x="10" y="15"/>
                    <a:pt x="18" y="15"/>
                  </a:cubicBezTo>
                  <a:cubicBezTo>
                    <a:pt x="15" y="13"/>
                    <a:pt x="13" y="10"/>
                    <a:pt x="10" y="8"/>
                  </a:cubicBezTo>
                  <a:cubicBezTo>
                    <a:pt x="7" y="5"/>
                    <a:pt x="3" y="3"/>
                    <a:pt x="0" y="0"/>
                  </a:cubicBezTo>
                </a:path>
              </a:pathLst>
            </a:custGeom>
            <a:solidFill>
              <a:srgbClr val="8E4C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9363" name="Freeform 711">
              <a:extLst>
                <a:ext uri="{FF2B5EF4-FFF2-40B4-BE49-F238E27FC236}">
                  <a16:creationId xmlns:a16="http://schemas.microsoft.com/office/drawing/2014/main" id="{EE2DB448-95DC-419E-9725-907E86FE2A4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3" y="3696"/>
              <a:ext cx="106" cy="239"/>
            </a:xfrm>
            <a:custGeom>
              <a:avLst/>
              <a:gdLst>
                <a:gd name="T0" fmla="*/ 59 w 99"/>
                <a:gd name="T1" fmla="*/ 0 h 224"/>
                <a:gd name="T2" fmla="*/ 36 w 99"/>
                <a:gd name="T3" fmla="*/ 13 h 224"/>
                <a:gd name="T4" fmla="*/ 12 w 99"/>
                <a:gd name="T5" fmla="*/ 23 h 224"/>
                <a:gd name="T6" fmla="*/ 2 w 99"/>
                <a:gd name="T7" fmla="*/ 61 h 224"/>
                <a:gd name="T8" fmla="*/ 32 w 99"/>
                <a:gd name="T9" fmla="*/ 128 h 224"/>
                <a:gd name="T10" fmla="*/ 49 w 99"/>
                <a:gd name="T11" fmla="*/ 162 h 224"/>
                <a:gd name="T12" fmla="*/ 37 w 99"/>
                <a:gd name="T13" fmla="*/ 202 h 224"/>
                <a:gd name="T14" fmla="*/ 77 w 99"/>
                <a:gd name="T15" fmla="*/ 265 h 224"/>
                <a:gd name="T16" fmla="*/ 101 w 99"/>
                <a:gd name="T17" fmla="*/ 271 h 224"/>
                <a:gd name="T18" fmla="*/ 113 w 99"/>
                <a:gd name="T19" fmla="*/ 272 h 224"/>
                <a:gd name="T20" fmla="*/ 121 w 99"/>
                <a:gd name="T21" fmla="*/ 270 h 224"/>
                <a:gd name="T22" fmla="*/ 93 w 99"/>
                <a:gd name="T23" fmla="*/ 259 h 224"/>
                <a:gd name="T24" fmla="*/ 69 w 99"/>
                <a:gd name="T25" fmla="*/ 240 h 224"/>
                <a:gd name="T26" fmla="*/ 56 w 99"/>
                <a:gd name="T27" fmla="*/ 213 h 224"/>
                <a:gd name="T28" fmla="*/ 59 w 99"/>
                <a:gd name="T29" fmla="*/ 179 h 224"/>
                <a:gd name="T30" fmla="*/ 60 w 99"/>
                <a:gd name="T31" fmla="*/ 155 h 224"/>
                <a:gd name="T32" fmla="*/ 59 w 99"/>
                <a:gd name="T33" fmla="*/ 138 h 224"/>
                <a:gd name="T34" fmla="*/ 66 w 99"/>
                <a:gd name="T35" fmla="*/ 133 h 224"/>
                <a:gd name="T36" fmla="*/ 79 w 99"/>
                <a:gd name="T37" fmla="*/ 128 h 224"/>
                <a:gd name="T38" fmla="*/ 109 w 99"/>
                <a:gd name="T39" fmla="*/ 113 h 224"/>
                <a:gd name="T40" fmla="*/ 62 w 99"/>
                <a:gd name="T41" fmla="*/ 131 h 224"/>
                <a:gd name="T42" fmla="*/ 46 w 99"/>
                <a:gd name="T43" fmla="*/ 124 h 224"/>
                <a:gd name="T44" fmla="*/ 22 w 99"/>
                <a:gd name="T45" fmla="*/ 99 h 224"/>
                <a:gd name="T46" fmla="*/ 15 w 99"/>
                <a:gd name="T47" fmla="*/ 74 h 224"/>
                <a:gd name="T48" fmla="*/ 12 w 99"/>
                <a:gd name="T49" fmla="*/ 42 h 224"/>
                <a:gd name="T50" fmla="*/ 35 w 99"/>
                <a:gd name="T51" fmla="*/ 17 h 224"/>
                <a:gd name="T52" fmla="*/ 60 w 99"/>
                <a:gd name="T53" fmla="*/ 4 h 224"/>
                <a:gd name="T54" fmla="*/ 60 w 99"/>
                <a:gd name="T55" fmla="*/ 3 h 224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99" h="224">
                  <a:moveTo>
                    <a:pt x="48" y="0"/>
                  </a:moveTo>
                  <a:cubicBezTo>
                    <a:pt x="42" y="4"/>
                    <a:pt x="37" y="7"/>
                    <a:pt x="30" y="10"/>
                  </a:cubicBezTo>
                  <a:cubicBezTo>
                    <a:pt x="24" y="13"/>
                    <a:pt x="15" y="16"/>
                    <a:pt x="9" y="20"/>
                  </a:cubicBezTo>
                  <a:cubicBezTo>
                    <a:pt x="1" y="26"/>
                    <a:pt x="3" y="41"/>
                    <a:pt x="2" y="50"/>
                  </a:cubicBezTo>
                  <a:cubicBezTo>
                    <a:pt x="0" y="72"/>
                    <a:pt x="8" y="92"/>
                    <a:pt x="26" y="105"/>
                  </a:cubicBezTo>
                  <a:cubicBezTo>
                    <a:pt x="37" y="112"/>
                    <a:pt x="41" y="120"/>
                    <a:pt x="40" y="133"/>
                  </a:cubicBezTo>
                  <a:cubicBezTo>
                    <a:pt x="39" y="145"/>
                    <a:pt x="33" y="155"/>
                    <a:pt x="31" y="166"/>
                  </a:cubicBezTo>
                  <a:cubicBezTo>
                    <a:pt x="26" y="188"/>
                    <a:pt x="42" y="210"/>
                    <a:pt x="63" y="217"/>
                  </a:cubicBezTo>
                  <a:cubicBezTo>
                    <a:pt x="69" y="219"/>
                    <a:pt x="75" y="222"/>
                    <a:pt x="82" y="223"/>
                  </a:cubicBezTo>
                  <a:cubicBezTo>
                    <a:pt x="85" y="223"/>
                    <a:pt x="89" y="224"/>
                    <a:pt x="92" y="224"/>
                  </a:cubicBezTo>
                  <a:cubicBezTo>
                    <a:pt x="95" y="223"/>
                    <a:pt x="96" y="221"/>
                    <a:pt x="99" y="222"/>
                  </a:cubicBezTo>
                  <a:cubicBezTo>
                    <a:pt x="92" y="221"/>
                    <a:pt x="82" y="217"/>
                    <a:pt x="76" y="214"/>
                  </a:cubicBezTo>
                  <a:cubicBezTo>
                    <a:pt x="67" y="211"/>
                    <a:pt x="61" y="206"/>
                    <a:pt x="56" y="198"/>
                  </a:cubicBezTo>
                  <a:cubicBezTo>
                    <a:pt x="52" y="191"/>
                    <a:pt x="47" y="183"/>
                    <a:pt x="46" y="175"/>
                  </a:cubicBezTo>
                  <a:cubicBezTo>
                    <a:pt x="45" y="166"/>
                    <a:pt x="47" y="156"/>
                    <a:pt x="48" y="147"/>
                  </a:cubicBezTo>
                  <a:cubicBezTo>
                    <a:pt x="49" y="140"/>
                    <a:pt x="49" y="134"/>
                    <a:pt x="49" y="127"/>
                  </a:cubicBezTo>
                  <a:cubicBezTo>
                    <a:pt x="48" y="123"/>
                    <a:pt x="46" y="116"/>
                    <a:pt x="48" y="113"/>
                  </a:cubicBezTo>
                  <a:cubicBezTo>
                    <a:pt x="50" y="111"/>
                    <a:pt x="52" y="111"/>
                    <a:pt x="54" y="110"/>
                  </a:cubicBezTo>
                  <a:cubicBezTo>
                    <a:pt x="58" y="109"/>
                    <a:pt x="61" y="107"/>
                    <a:pt x="64" y="105"/>
                  </a:cubicBezTo>
                  <a:cubicBezTo>
                    <a:pt x="72" y="100"/>
                    <a:pt x="81" y="96"/>
                    <a:pt x="89" y="93"/>
                  </a:cubicBezTo>
                  <a:cubicBezTo>
                    <a:pt x="74" y="92"/>
                    <a:pt x="63" y="103"/>
                    <a:pt x="50" y="108"/>
                  </a:cubicBezTo>
                  <a:cubicBezTo>
                    <a:pt x="43" y="110"/>
                    <a:pt x="41" y="107"/>
                    <a:pt x="37" y="102"/>
                  </a:cubicBezTo>
                  <a:cubicBezTo>
                    <a:pt x="31" y="95"/>
                    <a:pt x="23" y="90"/>
                    <a:pt x="19" y="82"/>
                  </a:cubicBezTo>
                  <a:cubicBezTo>
                    <a:pt x="15" y="76"/>
                    <a:pt x="14" y="68"/>
                    <a:pt x="12" y="61"/>
                  </a:cubicBezTo>
                  <a:cubicBezTo>
                    <a:pt x="10" y="52"/>
                    <a:pt x="4" y="44"/>
                    <a:pt x="9" y="35"/>
                  </a:cubicBezTo>
                  <a:cubicBezTo>
                    <a:pt x="13" y="27"/>
                    <a:pt x="22" y="20"/>
                    <a:pt x="29" y="14"/>
                  </a:cubicBezTo>
                  <a:cubicBezTo>
                    <a:pt x="35" y="9"/>
                    <a:pt x="41" y="6"/>
                    <a:pt x="49" y="4"/>
                  </a:cubicBezTo>
                  <a:cubicBezTo>
                    <a:pt x="49" y="4"/>
                    <a:pt x="49" y="4"/>
                    <a:pt x="49" y="3"/>
                  </a:cubicBezTo>
                </a:path>
              </a:pathLst>
            </a:custGeom>
            <a:solidFill>
              <a:srgbClr val="C27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9364" name="Freeform 712">
              <a:extLst>
                <a:ext uri="{FF2B5EF4-FFF2-40B4-BE49-F238E27FC236}">
                  <a16:creationId xmlns:a16="http://schemas.microsoft.com/office/drawing/2014/main" id="{F28D5FEC-2141-4A77-8716-966716CAF5B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9" y="1598"/>
              <a:ext cx="132" cy="267"/>
            </a:xfrm>
            <a:custGeom>
              <a:avLst/>
              <a:gdLst>
                <a:gd name="T0" fmla="*/ 11 w 124"/>
                <a:gd name="T1" fmla="*/ 76 h 251"/>
                <a:gd name="T2" fmla="*/ 39 w 124"/>
                <a:gd name="T3" fmla="*/ 154 h 251"/>
                <a:gd name="T4" fmla="*/ 42 w 124"/>
                <a:gd name="T5" fmla="*/ 191 h 251"/>
                <a:gd name="T6" fmla="*/ 36 w 124"/>
                <a:gd name="T7" fmla="*/ 220 h 251"/>
                <a:gd name="T8" fmla="*/ 68 w 124"/>
                <a:gd name="T9" fmla="*/ 284 h 251"/>
                <a:gd name="T10" fmla="*/ 98 w 124"/>
                <a:gd name="T11" fmla="*/ 302 h 251"/>
                <a:gd name="T12" fmla="*/ 150 w 124"/>
                <a:gd name="T13" fmla="*/ 290 h 251"/>
                <a:gd name="T14" fmla="*/ 112 w 124"/>
                <a:gd name="T15" fmla="*/ 277 h 251"/>
                <a:gd name="T16" fmla="*/ 96 w 124"/>
                <a:gd name="T17" fmla="*/ 227 h 251"/>
                <a:gd name="T18" fmla="*/ 83 w 124"/>
                <a:gd name="T19" fmla="*/ 171 h 251"/>
                <a:gd name="T20" fmla="*/ 53 w 124"/>
                <a:gd name="T21" fmla="*/ 105 h 251"/>
                <a:gd name="T22" fmla="*/ 19 w 124"/>
                <a:gd name="T23" fmla="*/ 18 h 251"/>
                <a:gd name="T24" fmla="*/ 12 w 124"/>
                <a:gd name="T25" fmla="*/ 13 h 251"/>
                <a:gd name="T26" fmla="*/ 0 w 124"/>
                <a:gd name="T27" fmla="*/ 44 h 25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24" h="251">
                  <a:moveTo>
                    <a:pt x="8" y="63"/>
                  </a:moveTo>
                  <a:cubicBezTo>
                    <a:pt x="21" y="80"/>
                    <a:pt x="30" y="106"/>
                    <a:pt x="33" y="128"/>
                  </a:cubicBezTo>
                  <a:cubicBezTo>
                    <a:pt x="34" y="138"/>
                    <a:pt x="35" y="149"/>
                    <a:pt x="35" y="159"/>
                  </a:cubicBezTo>
                  <a:cubicBezTo>
                    <a:pt x="34" y="168"/>
                    <a:pt x="31" y="175"/>
                    <a:pt x="30" y="183"/>
                  </a:cubicBezTo>
                  <a:cubicBezTo>
                    <a:pt x="30" y="198"/>
                    <a:pt x="47" y="224"/>
                    <a:pt x="56" y="236"/>
                  </a:cubicBezTo>
                  <a:cubicBezTo>
                    <a:pt x="63" y="245"/>
                    <a:pt x="69" y="251"/>
                    <a:pt x="81" y="251"/>
                  </a:cubicBezTo>
                  <a:cubicBezTo>
                    <a:pt x="96" y="251"/>
                    <a:pt x="110" y="241"/>
                    <a:pt x="124" y="242"/>
                  </a:cubicBezTo>
                  <a:cubicBezTo>
                    <a:pt x="115" y="238"/>
                    <a:pt x="99" y="236"/>
                    <a:pt x="93" y="229"/>
                  </a:cubicBezTo>
                  <a:cubicBezTo>
                    <a:pt x="83" y="219"/>
                    <a:pt x="81" y="201"/>
                    <a:pt x="80" y="188"/>
                  </a:cubicBezTo>
                  <a:cubicBezTo>
                    <a:pt x="80" y="172"/>
                    <a:pt x="76" y="157"/>
                    <a:pt x="69" y="142"/>
                  </a:cubicBezTo>
                  <a:cubicBezTo>
                    <a:pt x="60" y="124"/>
                    <a:pt x="54" y="104"/>
                    <a:pt x="44" y="87"/>
                  </a:cubicBezTo>
                  <a:cubicBezTo>
                    <a:pt x="32" y="65"/>
                    <a:pt x="14" y="41"/>
                    <a:pt x="16" y="15"/>
                  </a:cubicBezTo>
                  <a:cubicBezTo>
                    <a:pt x="17" y="5"/>
                    <a:pt x="18" y="0"/>
                    <a:pt x="9" y="10"/>
                  </a:cubicBezTo>
                  <a:cubicBezTo>
                    <a:pt x="4" y="16"/>
                    <a:pt x="1" y="28"/>
                    <a:pt x="0" y="37"/>
                  </a:cubicBezTo>
                </a:path>
              </a:pathLst>
            </a:custGeom>
            <a:solidFill>
              <a:srgbClr val="8E4C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9365" name="Freeform 713">
              <a:extLst>
                <a:ext uri="{FF2B5EF4-FFF2-40B4-BE49-F238E27FC236}">
                  <a16:creationId xmlns:a16="http://schemas.microsoft.com/office/drawing/2014/main" id="{7A245C6E-A304-4002-9FFC-F3B72BB6A7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3" y="1974"/>
              <a:ext cx="110" cy="245"/>
            </a:xfrm>
            <a:custGeom>
              <a:avLst/>
              <a:gdLst>
                <a:gd name="T0" fmla="*/ 5 w 103"/>
                <a:gd name="T1" fmla="*/ 0 h 230"/>
                <a:gd name="T2" fmla="*/ 125 w 103"/>
                <a:gd name="T3" fmla="*/ 209 h 230"/>
                <a:gd name="T4" fmla="*/ 93 w 103"/>
                <a:gd name="T5" fmla="*/ 236 h 230"/>
                <a:gd name="T6" fmla="*/ 73 w 103"/>
                <a:gd name="T7" fmla="*/ 242 h 230"/>
                <a:gd name="T8" fmla="*/ 30 w 103"/>
                <a:gd name="T9" fmla="*/ 201 h 230"/>
                <a:gd name="T10" fmla="*/ 11 w 103"/>
                <a:gd name="T11" fmla="*/ 142 h 230"/>
                <a:gd name="T12" fmla="*/ 7 w 103"/>
                <a:gd name="T13" fmla="*/ 69 h 23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3" h="230">
                  <a:moveTo>
                    <a:pt x="5" y="0"/>
                  </a:moveTo>
                  <a:cubicBezTo>
                    <a:pt x="14" y="34"/>
                    <a:pt x="19" y="230"/>
                    <a:pt x="103" y="173"/>
                  </a:cubicBezTo>
                  <a:cubicBezTo>
                    <a:pt x="94" y="181"/>
                    <a:pt x="84" y="188"/>
                    <a:pt x="76" y="195"/>
                  </a:cubicBezTo>
                  <a:cubicBezTo>
                    <a:pt x="71" y="199"/>
                    <a:pt x="68" y="202"/>
                    <a:pt x="60" y="200"/>
                  </a:cubicBezTo>
                  <a:cubicBezTo>
                    <a:pt x="45" y="197"/>
                    <a:pt x="33" y="177"/>
                    <a:pt x="24" y="166"/>
                  </a:cubicBezTo>
                  <a:cubicBezTo>
                    <a:pt x="12" y="149"/>
                    <a:pt x="9" y="137"/>
                    <a:pt x="8" y="117"/>
                  </a:cubicBezTo>
                  <a:cubicBezTo>
                    <a:pt x="8" y="98"/>
                    <a:pt x="0" y="75"/>
                    <a:pt x="7" y="57"/>
                  </a:cubicBezTo>
                </a:path>
              </a:pathLst>
            </a:custGeom>
            <a:solidFill>
              <a:srgbClr val="8E4C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9366" name="Freeform 714">
              <a:extLst>
                <a:ext uri="{FF2B5EF4-FFF2-40B4-BE49-F238E27FC236}">
                  <a16:creationId xmlns:a16="http://schemas.microsoft.com/office/drawing/2014/main" id="{664670C0-23DE-40C2-9230-F82CFE4E44F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7" y="3905"/>
              <a:ext cx="147" cy="62"/>
            </a:xfrm>
            <a:custGeom>
              <a:avLst/>
              <a:gdLst>
                <a:gd name="T0" fmla="*/ 167 w 138"/>
                <a:gd name="T1" fmla="*/ 65 h 58"/>
                <a:gd name="T2" fmla="*/ 114 w 138"/>
                <a:gd name="T3" fmla="*/ 20 h 58"/>
                <a:gd name="T4" fmla="*/ 75 w 138"/>
                <a:gd name="T5" fmla="*/ 1 h 58"/>
                <a:gd name="T6" fmla="*/ 0 w 138"/>
                <a:gd name="T7" fmla="*/ 24 h 58"/>
                <a:gd name="T8" fmla="*/ 36 w 138"/>
                <a:gd name="T9" fmla="*/ 41 h 58"/>
                <a:gd name="T10" fmla="*/ 81 w 138"/>
                <a:gd name="T11" fmla="*/ 44 h 58"/>
                <a:gd name="T12" fmla="*/ 164 w 138"/>
                <a:gd name="T13" fmla="*/ 66 h 5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8" h="58">
                  <a:moveTo>
                    <a:pt x="138" y="53"/>
                  </a:moveTo>
                  <a:cubicBezTo>
                    <a:pt x="126" y="58"/>
                    <a:pt x="101" y="25"/>
                    <a:pt x="94" y="17"/>
                  </a:cubicBezTo>
                  <a:cubicBezTo>
                    <a:pt x="84" y="6"/>
                    <a:pt x="77" y="0"/>
                    <a:pt x="62" y="1"/>
                  </a:cubicBezTo>
                  <a:cubicBezTo>
                    <a:pt x="41" y="2"/>
                    <a:pt x="22" y="18"/>
                    <a:pt x="0" y="20"/>
                  </a:cubicBezTo>
                  <a:cubicBezTo>
                    <a:pt x="9" y="25"/>
                    <a:pt x="20" y="32"/>
                    <a:pt x="30" y="34"/>
                  </a:cubicBezTo>
                  <a:cubicBezTo>
                    <a:pt x="42" y="36"/>
                    <a:pt x="55" y="36"/>
                    <a:pt x="67" y="36"/>
                  </a:cubicBezTo>
                  <a:cubicBezTo>
                    <a:pt x="91" y="36"/>
                    <a:pt x="115" y="44"/>
                    <a:pt x="136" y="54"/>
                  </a:cubicBezTo>
                </a:path>
              </a:pathLst>
            </a:custGeom>
            <a:solidFill>
              <a:srgbClr val="C27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9367" name="Freeform 715">
              <a:extLst>
                <a:ext uri="{FF2B5EF4-FFF2-40B4-BE49-F238E27FC236}">
                  <a16:creationId xmlns:a16="http://schemas.microsoft.com/office/drawing/2014/main" id="{C33168B8-10AE-4969-88B1-E7C07F328A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0" y="3756"/>
              <a:ext cx="78" cy="60"/>
            </a:xfrm>
            <a:custGeom>
              <a:avLst/>
              <a:gdLst>
                <a:gd name="T0" fmla="*/ 86 w 74"/>
                <a:gd name="T1" fmla="*/ 45 h 57"/>
                <a:gd name="T2" fmla="*/ 62 w 74"/>
                <a:gd name="T3" fmla="*/ 52 h 57"/>
                <a:gd name="T4" fmla="*/ 35 w 74"/>
                <a:gd name="T5" fmla="*/ 44 h 57"/>
                <a:gd name="T6" fmla="*/ 14 w 74"/>
                <a:gd name="T7" fmla="*/ 21 h 57"/>
                <a:gd name="T8" fmla="*/ 2 w 74"/>
                <a:gd name="T9" fmla="*/ 0 h 57"/>
                <a:gd name="T10" fmla="*/ 36 w 74"/>
                <a:gd name="T11" fmla="*/ 58 h 57"/>
                <a:gd name="T12" fmla="*/ 53 w 74"/>
                <a:gd name="T13" fmla="*/ 63 h 57"/>
                <a:gd name="T14" fmla="*/ 71 w 74"/>
                <a:gd name="T15" fmla="*/ 52 h 5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4" h="57">
                  <a:moveTo>
                    <a:pt x="74" y="39"/>
                  </a:moveTo>
                  <a:cubicBezTo>
                    <a:pt x="67" y="41"/>
                    <a:pt x="62" y="45"/>
                    <a:pt x="53" y="45"/>
                  </a:cubicBezTo>
                  <a:cubicBezTo>
                    <a:pt x="44" y="46"/>
                    <a:pt x="36" y="43"/>
                    <a:pt x="29" y="38"/>
                  </a:cubicBezTo>
                  <a:cubicBezTo>
                    <a:pt x="22" y="33"/>
                    <a:pt x="16" y="25"/>
                    <a:pt x="11" y="18"/>
                  </a:cubicBezTo>
                  <a:cubicBezTo>
                    <a:pt x="7" y="12"/>
                    <a:pt x="5" y="5"/>
                    <a:pt x="2" y="0"/>
                  </a:cubicBezTo>
                  <a:cubicBezTo>
                    <a:pt x="0" y="19"/>
                    <a:pt x="17" y="37"/>
                    <a:pt x="30" y="49"/>
                  </a:cubicBezTo>
                  <a:cubicBezTo>
                    <a:pt x="35" y="54"/>
                    <a:pt x="38" y="57"/>
                    <a:pt x="45" y="54"/>
                  </a:cubicBezTo>
                  <a:cubicBezTo>
                    <a:pt x="50" y="52"/>
                    <a:pt x="55" y="46"/>
                    <a:pt x="61" y="45"/>
                  </a:cubicBezTo>
                </a:path>
              </a:pathLst>
            </a:custGeom>
            <a:solidFill>
              <a:srgbClr val="C27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9368" name="Freeform 716">
              <a:extLst>
                <a:ext uri="{FF2B5EF4-FFF2-40B4-BE49-F238E27FC236}">
                  <a16:creationId xmlns:a16="http://schemas.microsoft.com/office/drawing/2014/main" id="{A21C264F-68D1-452B-AC8A-14F67554B4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6" y="1620"/>
              <a:ext cx="155" cy="259"/>
            </a:xfrm>
            <a:custGeom>
              <a:avLst/>
              <a:gdLst>
                <a:gd name="T0" fmla="*/ 170 w 145"/>
                <a:gd name="T1" fmla="*/ 0 h 243"/>
                <a:gd name="T2" fmla="*/ 152 w 145"/>
                <a:gd name="T3" fmla="*/ 52 h 243"/>
                <a:gd name="T4" fmla="*/ 152 w 145"/>
                <a:gd name="T5" fmla="*/ 99 h 243"/>
                <a:gd name="T6" fmla="*/ 161 w 145"/>
                <a:gd name="T7" fmla="*/ 183 h 243"/>
                <a:gd name="T8" fmla="*/ 128 w 145"/>
                <a:gd name="T9" fmla="*/ 214 h 243"/>
                <a:gd name="T10" fmla="*/ 99 w 145"/>
                <a:gd name="T11" fmla="*/ 247 h 243"/>
                <a:gd name="T12" fmla="*/ 11 w 145"/>
                <a:gd name="T13" fmla="*/ 293 h 243"/>
                <a:gd name="T14" fmla="*/ 0 w 145"/>
                <a:gd name="T15" fmla="*/ 294 h 243"/>
                <a:gd name="T16" fmla="*/ 49 w 145"/>
                <a:gd name="T17" fmla="*/ 271 h 243"/>
                <a:gd name="T18" fmla="*/ 88 w 145"/>
                <a:gd name="T19" fmla="*/ 234 h 243"/>
                <a:gd name="T20" fmla="*/ 112 w 145"/>
                <a:gd name="T21" fmla="*/ 203 h 243"/>
                <a:gd name="T22" fmla="*/ 138 w 145"/>
                <a:gd name="T23" fmla="*/ 174 h 243"/>
                <a:gd name="T24" fmla="*/ 130 w 145"/>
                <a:gd name="T25" fmla="*/ 81 h 243"/>
                <a:gd name="T26" fmla="*/ 170 w 145"/>
                <a:gd name="T27" fmla="*/ 4 h 243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45" h="243">
                  <a:moveTo>
                    <a:pt x="139" y="0"/>
                  </a:moveTo>
                  <a:cubicBezTo>
                    <a:pt x="141" y="9"/>
                    <a:pt x="127" y="31"/>
                    <a:pt x="124" y="43"/>
                  </a:cubicBezTo>
                  <a:cubicBezTo>
                    <a:pt x="120" y="56"/>
                    <a:pt x="121" y="69"/>
                    <a:pt x="124" y="82"/>
                  </a:cubicBezTo>
                  <a:cubicBezTo>
                    <a:pt x="129" y="103"/>
                    <a:pt x="145" y="128"/>
                    <a:pt x="132" y="151"/>
                  </a:cubicBezTo>
                  <a:cubicBezTo>
                    <a:pt x="126" y="162"/>
                    <a:pt x="113" y="168"/>
                    <a:pt x="105" y="177"/>
                  </a:cubicBezTo>
                  <a:cubicBezTo>
                    <a:pt x="96" y="185"/>
                    <a:pt x="89" y="196"/>
                    <a:pt x="81" y="205"/>
                  </a:cubicBezTo>
                  <a:cubicBezTo>
                    <a:pt x="62" y="226"/>
                    <a:pt x="37" y="242"/>
                    <a:pt x="8" y="242"/>
                  </a:cubicBezTo>
                  <a:cubicBezTo>
                    <a:pt x="5" y="242"/>
                    <a:pt x="2" y="243"/>
                    <a:pt x="0" y="243"/>
                  </a:cubicBezTo>
                  <a:cubicBezTo>
                    <a:pt x="13" y="235"/>
                    <a:pt x="28" y="232"/>
                    <a:pt x="40" y="223"/>
                  </a:cubicBezTo>
                  <a:cubicBezTo>
                    <a:pt x="52" y="215"/>
                    <a:pt x="63" y="204"/>
                    <a:pt x="72" y="193"/>
                  </a:cubicBezTo>
                  <a:cubicBezTo>
                    <a:pt x="78" y="184"/>
                    <a:pt x="84" y="175"/>
                    <a:pt x="92" y="167"/>
                  </a:cubicBezTo>
                  <a:cubicBezTo>
                    <a:pt x="98" y="159"/>
                    <a:pt x="109" y="153"/>
                    <a:pt x="113" y="144"/>
                  </a:cubicBezTo>
                  <a:cubicBezTo>
                    <a:pt x="124" y="118"/>
                    <a:pt x="105" y="92"/>
                    <a:pt x="107" y="67"/>
                  </a:cubicBezTo>
                  <a:cubicBezTo>
                    <a:pt x="109" y="42"/>
                    <a:pt x="128" y="25"/>
                    <a:pt x="139" y="4"/>
                  </a:cubicBezTo>
                </a:path>
              </a:pathLst>
            </a:custGeom>
            <a:solidFill>
              <a:srgbClr val="C27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9369" name="Freeform 717">
              <a:extLst>
                <a:ext uri="{FF2B5EF4-FFF2-40B4-BE49-F238E27FC236}">
                  <a16:creationId xmlns:a16="http://schemas.microsoft.com/office/drawing/2014/main" id="{5A7A53A8-BA86-438A-A523-EE8019E19A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2" y="1441"/>
              <a:ext cx="25" cy="45"/>
            </a:xfrm>
            <a:custGeom>
              <a:avLst/>
              <a:gdLst>
                <a:gd name="T0" fmla="*/ 27 w 24"/>
                <a:gd name="T1" fmla="*/ 33 h 42"/>
                <a:gd name="T2" fmla="*/ 9 w 24"/>
                <a:gd name="T3" fmla="*/ 27 h 42"/>
                <a:gd name="T4" fmla="*/ 15 w 24"/>
                <a:gd name="T5" fmla="*/ 51 h 42"/>
                <a:gd name="T6" fmla="*/ 4 w 24"/>
                <a:gd name="T7" fmla="*/ 16 h 42"/>
                <a:gd name="T8" fmla="*/ 24 w 24"/>
                <a:gd name="T9" fmla="*/ 27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42">
                  <a:moveTo>
                    <a:pt x="24" y="27"/>
                  </a:moveTo>
                  <a:cubicBezTo>
                    <a:pt x="21" y="27"/>
                    <a:pt x="15" y="11"/>
                    <a:pt x="9" y="21"/>
                  </a:cubicBezTo>
                  <a:cubicBezTo>
                    <a:pt x="6" y="26"/>
                    <a:pt x="12" y="37"/>
                    <a:pt x="12" y="42"/>
                  </a:cubicBezTo>
                  <a:cubicBezTo>
                    <a:pt x="6" y="37"/>
                    <a:pt x="0" y="20"/>
                    <a:pt x="4" y="13"/>
                  </a:cubicBezTo>
                  <a:cubicBezTo>
                    <a:pt x="11" y="0"/>
                    <a:pt x="17" y="16"/>
                    <a:pt x="21" y="21"/>
                  </a:cubicBezTo>
                </a:path>
              </a:pathLst>
            </a:custGeom>
            <a:solidFill>
              <a:srgbClr val="C27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9370" name="Freeform 718">
              <a:extLst>
                <a:ext uri="{FF2B5EF4-FFF2-40B4-BE49-F238E27FC236}">
                  <a16:creationId xmlns:a16="http://schemas.microsoft.com/office/drawing/2014/main" id="{21F05C94-D4DA-4F75-ABDC-5E93CE6E35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9" y="1524"/>
              <a:ext cx="32" cy="30"/>
            </a:xfrm>
            <a:custGeom>
              <a:avLst/>
              <a:gdLst>
                <a:gd name="T0" fmla="*/ 5 w 30"/>
                <a:gd name="T1" fmla="*/ 34 h 28"/>
                <a:gd name="T2" fmla="*/ 17 w 30"/>
                <a:gd name="T3" fmla="*/ 12 h 28"/>
                <a:gd name="T4" fmla="*/ 0 w 30"/>
                <a:gd name="T5" fmla="*/ 11 h 28"/>
                <a:gd name="T6" fmla="*/ 23 w 30"/>
                <a:gd name="T7" fmla="*/ 2 h 28"/>
                <a:gd name="T8" fmla="*/ 11 w 30"/>
                <a:gd name="T9" fmla="*/ 33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28">
                  <a:moveTo>
                    <a:pt x="5" y="28"/>
                  </a:moveTo>
                  <a:cubicBezTo>
                    <a:pt x="10" y="24"/>
                    <a:pt x="19" y="15"/>
                    <a:pt x="14" y="9"/>
                  </a:cubicBezTo>
                  <a:cubicBezTo>
                    <a:pt x="11" y="5"/>
                    <a:pt x="4" y="6"/>
                    <a:pt x="0" y="8"/>
                  </a:cubicBezTo>
                  <a:cubicBezTo>
                    <a:pt x="3" y="5"/>
                    <a:pt x="16" y="0"/>
                    <a:pt x="20" y="2"/>
                  </a:cubicBezTo>
                  <a:cubicBezTo>
                    <a:pt x="30" y="9"/>
                    <a:pt x="12" y="23"/>
                    <a:pt x="8" y="27"/>
                  </a:cubicBezTo>
                </a:path>
              </a:pathLst>
            </a:custGeom>
            <a:solidFill>
              <a:srgbClr val="C27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9371" name="Freeform 719">
              <a:extLst>
                <a:ext uri="{FF2B5EF4-FFF2-40B4-BE49-F238E27FC236}">
                  <a16:creationId xmlns:a16="http://schemas.microsoft.com/office/drawing/2014/main" id="{F0186BD7-E13A-452C-A884-E361257268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2" y="1614"/>
              <a:ext cx="34" cy="29"/>
            </a:xfrm>
            <a:custGeom>
              <a:avLst/>
              <a:gdLst>
                <a:gd name="T0" fmla="*/ 3 w 32"/>
                <a:gd name="T1" fmla="*/ 0 h 28"/>
                <a:gd name="T2" fmla="*/ 17 w 32"/>
                <a:gd name="T3" fmla="*/ 12 h 28"/>
                <a:gd name="T4" fmla="*/ 0 w 32"/>
                <a:gd name="T5" fmla="*/ 24 h 28"/>
                <a:gd name="T6" fmla="*/ 14 w 32"/>
                <a:gd name="T7" fmla="*/ 0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28">
                  <a:moveTo>
                    <a:pt x="3" y="0"/>
                  </a:moveTo>
                  <a:cubicBezTo>
                    <a:pt x="8" y="4"/>
                    <a:pt x="15" y="3"/>
                    <a:pt x="14" y="12"/>
                  </a:cubicBezTo>
                  <a:cubicBezTo>
                    <a:pt x="13" y="19"/>
                    <a:pt x="6" y="21"/>
                    <a:pt x="0" y="21"/>
                  </a:cubicBezTo>
                  <a:cubicBezTo>
                    <a:pt x="19" y="28"/>
                    <a:pt x="32" y="0"/>
                    <a:pt x="11" y="0"/>
                  </a:cubicBezTo>
                </a:path>
              </a:pathLst>
            </a:custGeom>
            <a:solidFill>
              <a:srgbClr val="C27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9372" name="Freeform 720">
              <a:extLst>
                <a:ext uri="{FF2B5EF4-FFF2-40B4-BE49-F238E27FC236}">
                  <a16:creationId xmlns:a16="http://schemas.microsoft.com/office/drawing/2014/main" id="{534DCAB9-46D4-43B5-84F2-F4EEBB39E3E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2" y="1195"/>
              <a:ext cx="526" cy="583"/>
            </a:xfrm>
            <a:custGeom>
              <a:avLst/>
              <a:gdLst>
                <a:gd name="T0" fmla="*/ 0 w 493"/>
                <a:gd name="T1" fmla="*/ 0 h 547"/>
                <a:gd name="T2" fmla="*/ 448 w 493"/>
                <a:gd name="T3" fmla="*/ 224 h 547"/>
                <a:gd name="T4" fmla="*/ 504 w 493"/>
                <a:gd name="T5" fmla="*/ 326 h 547"/>
                <a:gd name="T6" fmla="*/ 599 w 493"/>
                <a:gd name="T7" fmla="*/ 662 h 547"/>
                <a:gd name="T8" fmla="*/ 509 w 493"/>
                <a:gd name="T9" fmla="*/ 351 h 547"/>
                <a:gd name="T10" fmla="*/ 436 w 493"/>
                <a:gd name="T11" fmla="*/ 231 h 547"/>
                <a:gd name="T12" fmla="*/ 0 w 493"/>
                <a:gd name="T13" fmla="*/ 0 h 54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93" h="547">
                  <a:moveTo>
                    <a:pt x="0" y="0"/>
                  </a:moveTo>
                  <a:cubicBezTo>
                    <a:pt x="0" y="0"/>
                    <a:pt x="296" y="15"/>
                    <a:pt x="369" y="185"/>
                  </a:cubicBezTo>
                  <a:cubicBezTo>
                    <a:pt x="389" y="234"/>
                    <a:pt x="398" y="252"/>
                    <a:pt x="414" y="269"/>
                  </a:cubicBezTo>
                  <a:cubicBezTo>
                    <a:pt x="430" y="287"/>
                    <a:pt x="478" y="350"/>
                    <a:pt x="493" y="547"/>
                  </a:cubicBezTo>
                  <a:cubicBezTo>
                    <a:pt x="493" y="547"/>
                    <a:pt x="475" y="371"/>
                    <a:pt x="419" y="290"/>
                  </a:cubicBezTo>
                  <a:cubicBezTo>
                    <a:pt x="364" y="209"/>
                    <a:pt x="370" y="212"/>
                    <a:pt x="359" y="191"/>
                  </a:cubicBezTo>
                  <a:cubicBezTo>
                    <a:pt x="349" y="170"/>
                    <a:pt x="294" y="34"/>
                    <a:pt x="0" y="0"/>
                  </a:cubicBezTo>
                  <a:close/>
                </a:path>
              </a:pathLst>
            </a:custGeom>
            <a:solidFill>
              <a:srgbClr val="C27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9373" name="Freeform 721">
              <a:extLst>
                <a:ext uri="{FF2B5EF4-FFF2-40B4-BE49-F238E27FC236}">
                  <a16:creationId xmlns:a16="http://schemas.microsoft.com/office/drawing/2014/main" id="{A9E5528F-2010-48D2-BFBB-6040E9B777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8" y="1828"/>
              <a:ext cx="84" cy="101"/>
            </a:xfrm>
            <a:custGeom>
              <a:avLst/>
              <a:gdLst>
                <a:gd name="T0" fmla="*/ 61 w 78"/>
                <a:gd name="T1" fmla="*/ 0 h 95"/>
                <a:gd name="T2" fmla="*/ 76 w 78"/>
                <a:gd name="T3" fmla="*/ 65 h 95"/>
                <a:gd name="T4" fmla="*/ 51 w 78"/>
                <a:gd name="T5" fmla="*/ 98 h 95"/>
                <a:gd name="T6" fmla="*/ 0 w 78"/>
                <a:gd name="T7" fmla="*/ 112 h 95"/>
                <a:gd name="T8" fmla="*/ 34 w 78"/>
                <a:gd name="T9" fmla="*/ 91 h 95"/>
                <a:gd name="T10" fmla="*/ 52 w 78"/>
                <a:gd name="T11" fmla="*/ 64 h 95"/>
                <a:gd name="T12" fmla="*/ 71 w 78"/>
                <a:gd name="T13" fmla="*/ 44 h 95"/>
                <a:gd name="T14" fmla="*/ 59 w 78"/>
                <a:gd name="T15" fmla="*/ 6 h 9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8" h="95">
                  <a:moveTo>
                    <a:pt x="49" y="0"/>
                  </a:moveTo>
                  <a:cubicBezTo>
                    <a:pt x="63" y="14"/>
                    <a:pt x="78" y="36"/>
                    <a:pt x="61" y="54"/>
                  </a:cubicBezTo>
                  <a:cubicBezTo>
                    <a:pt x="53" y="64"/>
                    <a:pt x="48" y="72"/>
                    <a:pt x="41" y="82"/>
                  </a:cubicBezTo>
                  <a:cubicBezTo>
                    <a:pt x="32" y="95"/>
                    <a:pt x="15" y="92"/>
                    <a:pt x="0" y="93"/>
                  </a:cubicBezTo>
                  <a:cubicBezTo>
                    <a:pt x="9" y="89"/>
                    <a:pt x="22" y="83"/>
                    <a:pt x="28" y="76"/>
                  </a:cubicBezTo>
                  <a:cubicBezTo>
                    <a:pt x="35" y="70"/>
                    <a:pt x="35" y="60"/>
                    <a:pt x="42" y="53"/>
                  </a:cubicBezTo>
                  <a:cubicBezTo>
                    <a:pt x="47" y="48"/>
                    <a:pt x="55" y="45"/>
                    <a:pt x="57" y="37"/>
                  </a:cubicBezTo>
                  <a:cubicBezTo>
                    <a:pt x="59" y="29"/>
                    <a:pt x="54" y="10"/>
                    <a:pt x="47" y="6"/>
                  </a:cubicBezTo>
                </a:path>
              </a:pathLst>
            </a:custGeom>
            <a:solidFill>
              <a:srgbClr val="C27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9374" name="Freeform 722">
              <a:extLst>
                <a:ext uri="{FF2B5EF4-FFF2-40B4-BE49-F238E27FC236}">
                  <a16:creationId xmlns:a16="http://schemas.microsoft.com/office/drawing/2014/main" id="{CD202948-E926-44D7-A2E3-E59ACD7FF7E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5" y="1925"/>
              <a:ext cx="87" cy="268"/>
            </a:xfrm>
            <a:custGeom>
              <a:avLst/>
              <a:gdLst>
                <a:gd name="T0" fmla="*/ 0 w 81"/>
                <a:gd name="T1" fmla="*/ 0 h 251"/>
                <a:gd name="T2" fmla="*/ 56 w 81"/>
                <a:gd name="T3" fmla="*/ 154 h 251"/>
                <a:gd name="T4" fmla="*/ 62 w 81"/>
                <a:gd name="T5" fmla="*/ 233 h 251"/>
                <a:gd name="T6" fmla="*/ 54 w 81"/>
                <a:gd name="T7" fmla="*/ 304 h 251"/>
                <a:gd name="T8" fmla="*/ 17 w 81"/>
                <a:gd name="T9" fmla="*/ 293 h 251"/>
                <a:gd name="T10" fmla="*/ 66 w 81"/>
                <a:gd name="T11" fmla="*/ 285 h 251"/>
                <a:gd name="T12" fmla="*/ 35 w 81"/>
                <a:gd name="T13" fmla="*/ 248 h 251"/>
                <a:gd name="T14" fmla="*/ 46 w 81"/>
                <a:gd name="T15" fmla="*/ 221 h 251"/>
                <a:gd name="T16" fmla="*/ 45 w 81"/>
                <a:gd name="T17" fmla="*/ 148 h 251"/>
                <a:gd name="T18" fmla="*/ 0 w 81"/>
                <a:gd name="T19" fmla="*/ 0 h 25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1" h="251">
                  <a:moveTo>
                    <a:pt x="0" y="0"/>
                  </a:moveTo>
                  <a:cubicBezTo>
                    <a:pt x="0" y="0"/>
                    <a:pt x="50" y="92"/>
                    <a:pt x="45" y="126"/>
                  </a:cubicBezTo>
                  <a:cubicBezTo>
                    <a:pt x="41" y="161"/>
                    <a:pt x="39" y="178"/>
                    <a:pt x="50" y="191"/>
                  </a:cubicBezTo>
                  <a:cubicBezTo>
                    <a:pt x="60" y="204"/>
                    <a:pt x="81" y="248"/>
                    <a:pt x="44" y="250"/>
                  </a:cubicBezTo>
                  <a:cubicBezTo>
                    <a:pt x="36" y="251"/>
                    <a:pt x="23" y="248"/>
                    <a:pt x="14" y="241"/>
                  </a:cubicBezTo>
                  <a:cubicBezTo>
                    <a:pt x="14" y="241"/>
                    <a:pt x="49" y="250"/>
                    <a:pt x="53" y="234"/>
                  </a:cubicBezTo>
                  <a:cubicBezTo>
                    <a:pt x="58" y="218"/>
                    <a:pt x="47" y="196"/>
                    <a:pt x="29" y="203"/>
                  </a:cubicBezTo>
                  <a:cubicBezTo>
                    <a:pt x="29" y="203"/>
                    <a:pt x="41" y="197"/>
                    <a:pt x="37" y="182"/>
                  </a:cubicBezTo>
                  <a:cubicBezTo>
                    <a:pt x="34" y="167"/>
                    <a:pt x="34" y="132"/>
                    <a:pt x="36" y="122"/>
                  </a:cubicBezTo>
                  <a:cubicBezTo>
                    <a:pt x="38" y="111"/>
                    <a:pt x="39" y="80"/>
                    <a:pt x="0" y="0"/>
                  </a:cubicBezTo>
                  <a:close/>
                </a:path>
              </a:pathLst>
            </a:custGeom>
            <a:solidFill>
              <a:srgbClr val="C27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9375" name="Freeform 723">
              <a:extLst>
                <a:ext uri="{FF2B5EF4-FFF2-40B4-BE49-F238E27FC236}">
                  <a16:creationId xmlns:a16="http://schemas.microsoft.com/office/drawing/2014/main" id="{BAD950CD-3616-4555-9BA8-688F01C270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5" y="2215"/>
              <a:ext cx="81" cy="311"/>
            </a:xfrm>
            <a:custGeom>
              <a:avLst/>
              <a:gdLst>
                <a:gd name="T0" fmla="*/ 48 w 76"/>
                <a:gd name="T1" fmla="*/ 0 h 292"/>
                <a:gd name="T2" fmla="*/ 70 w 76"/>
                <a:gd name="T3" fmla="*/ 2 h 292"/>
                <a:gd name="T4" fmla="*/ 77 w 76"/>
                <a:gd name="T5" fmla="*/ 76 h 292"/>
                <a:gd name="T6" fmla="*/ 90 w 76"/>
                <a:gd name="T7" fmla="*/ 153 h 292"/>
                <a:gd name="T8" fmla="*/ 76 w 76"/>
                <a:gd name="T9" fmla="*/ 230 h 292"/>
                <a:gd name="T10" fmla="*/ 59 w 76"/>
                <a:gd name="T11" fmla="*/ 269 h 292"/>
                <a:gd name="T12" fmla="*/ 51 w 76"/>
                <a:gd name="T13" fmla="*/ 302 h 292"/>
                <a:gd name="T14" fmla="*/ 0 w 76"/>
                <a:gd name="T15" fmla="*/ 353 h 292"/>
                <a:gd name="T16" fmla="*/ 23 w 76"/>
                <a:gd name="T17" fmla="*/ 326 h 292"/>
                <a:gd name="T18" fmla="*/ 45 w 76"/>
                <a:gd name="T19" fmla="*/ 280 h 292"/>
                <a:gd name="T20" fmla="*/ 55 w 76"/>
                <a:gd name="T21" fmla="*/ 229 h 292"/>
                <a:gd name="T22" fmla="*/ 75 w 76"/>
                <a:gd name="T23" fmla="*/ 189 h 292"/>
                <a:gd name="T24" fmla="*/ 64 w 76"/>
                <a:gd name="T25" fmla="*/ 83 h 292"/>
                <a:gd name="T26" fmla="*/ 51 w 76"/>
                <a:gd name="T27" fmla="*/ 0 h 29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76" h="292">
                  <a:moveTo>
                    <a:pt x="39" y="0"/>
                  </a:moveTo>
                  <a:cubicBezTo>
                    <a:pt x="46" y="0"/>
                    <a:pt x="52" y="0"/>
                    <a:pt x="58" y="2"/>
                  </a:cubicBezTo>
                  <a:cubicBezTo>
                    <a:pt x="59" y="22"/>
                    <a:pt x="62" y="43"/>
                    <a:pt x="64" y="63"/>
                  </a:cubicBezTo>
                  <a:cubicBezTo>
                    <a:pt x="66" y="85"/>
                    <a:pt x="72" y="105"/>
                    <a:pt x="74" y="127"/>
                  </a:cubicBezTo>
                  <a:cubicBezTo>
                    <a:pt x="76" y="151"/>
                    <a:pt x="73" y="169"/>
                    <a:pt x="63" y="191"/>
                  </a:cubicBezTo>
                  <a:cubicBezTo>
                    <a:pt x="58" y="201"/>
                    <a:pt x="52" y="211"/>
                    <a:pt x="49" y="223"/>
                  </a:cubicBezTo>
                  <a:cubicBezTo>
                    <a:pt x="46" y="232"/>
                    <a:pt x="45" y="242"/>
                    <a:pt x="42" y="251"/>
                  </a:cubicBezTo>
                  <a:cubicBezTo>
                    <a:pt x="35" y="267"/>
                    <a:pt x="15" y="283"/>
                    <a:pt x="0" y="292"/>
                  </a:cubicBezTo>
                  <a:cubicBezTo>
                    <a:pt x="1" y="279"/>
                    <a:pt x="12" y="278"/>
                    <a:pt x="20" y="269"/>
                  </a:cubicBezTo>
                  <a:cubicBezTo>
                    <a:pt x="28" y="259"/>
                    <a:pt x="34" y="244"/>
                    <a:pt x="37" y="232"/>
                  </a:cubicBezTo>
                  <a:cubicBezTo>
                    <a:pt x="41" y="218"/>
                    <a:pt x="41" y="203"/>
                    <a:pt x="46" y="190"/>
                  </a:cubicBezTo>
                  <a:cubicBezTo>
                    <a:pt x="50" y="178"/>
                    <a:pt x="58" y="168"/>
                    <a:pt x="62" y="156"/>
                  </a:cubicBezTo>
                  <a:cubicBezTo>
                    <a:pt x="74" y="122"/>
                    <a:pt x="56" y="101"/>
                    <a:pt x="53" y="69"/>
                  </a:cubicBezTo>
                  <a:cubicBezTo>
                    <a:pt x="51" y="51"/>
                    <a:pt x="58" y="10"/>
                    <a:pt x="42" y="0"/>
                  </a:cubicBezTo>
                </a:path>
              </a:pathLst>
            </a:custGeom>
            <a:solidFill>
              <a:srgbClr val="C27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9376" name="Freeform 724">
              <a:extLst>
                <a:ext uri="{FF2B5EF4-FFF2-40B4-BE49-F238E27FC236}">
                  <a16:creationId xmlns:a16="http://schemas.microsoft.com/office/drawing/2014/main" id="{00B7B31D-9091-46CF-90E5-03ED2CBEAF1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0" y="2389"/>
              <a:ext cx="53" cy="115"/>
            </a:xfrm>
            <a:custGeom>
              <a:avLst/>
              <a:gdLst>
                <a:gd name="T0" fmla="*/ 49 w 50"/>
                <a:gd name="T1" fmla="*/ 0 h 108"/>
                <a:gd name="T2" fmla="*/ 53 w 50"/>
                <a:gd name="T3" fmla="*/ 76 h 108"/>
                <a:gd name="T4" fmla="*/ 0 w 50"/>
                <a:gd name="T5" fmla="*/ 119 h 108"/>
                <a:gd name="T6" fmla="*/ 45 w 50"/>
                <a:gd name="T7" fmla="*/ 70 h 108"/>
                <a:gd name="T8" fmla="*/ 51 w 50"/>
                <a:gd name="T9" fmla="*/ 11 h 10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108">
                  <a:moveTo>
                    <a:pt x="41" y="0"/>
                  </a:moveTo>
                  <a:cubicBezTo>
                    <a:pt x="44" y="18"/>
                    <a:pt x="50" y="44"/>
                    <a:pt x="44" y="63"/>
                  </a:cubicBezTo>
                  <a:cubicBezTo>
                    <a:pt x="41" y="75"/>
                    <a:pt x="16" y="108"/>
                    <a:pt x="0" y="99"/>
                  </a:cubicBezTo>
                  <a:cubicBezTo>
                    <a:pt x="21" y="91"/>
                    <a:pt x="33" y="79"/>
                    <a:pt x="38" y="58"/>
                  </a:cubicBezTo>
                  <a:cubicBezTo>
                    <a:pt x="41" y="42"/>
                    <a:pt x="46" y="24"/>
                    <a:pt x="42" y="8"/>
                  </a:cubicBezTo>
                </a:path>
              </a:pathLst>
            </a:custGeom>
            <a:solidFill>
              <a:srgbClr val="8E4C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9377" name="Freeform 725">
              <a:extLst>
                <a:ext uri="{FF2B5EF4-FFF2-40B4-BE49-F238E27FC236}">
                  <a16:creationId xmlns:a16="http://schemas.microsoft.com/office/drawing/2014/main" id="{DAEF720B-568B-4577-A7A2-59EB6966A4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7" y="2348"/>
              <a:ext cx="55" cy="35"/>
            </a:xfrm>
            <a:custGeom>
              <a:avLst/>
              <a:gdLst>
                <a:gd name="T0" fmla="*/ 61 w 52"/>
                <a:gd name="T1" fmla="*/ 13 h 33"/>
                <a:gd name="T2" fmla="*/ 24 w 52"/>
                <a:gd name="T3" fmla="*/ 14 h 33"/>
                <a:gd name="T4" fmla="*/ 0 w 52"/>
                <a:gd name="T5" fmla="*/ 39 h 33"/>
                <a:gd name="T6" fmla="*/ 22 w 52"/>
                <a:gd name="T7" fmla="*/ 4 h 33"/>
                <a:gd name="T8" fmla="*/ 40 w 52"/>
                <a:gd name="T9" fmla="*/ 2 h 33"/>
                <a:gd name="T10" fmla="*/ 58 w 52"/>
                <a:gd name="T11" fmla="*/ 8 h 3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2" h="33">
                  <a:moveTo>
                    <a:pt x="52" y="10"/>
                  </a:moveTo>
                  <a:cubicBezTo>
                    <a:pt x="48" y="2"/>
                    <a:pt x="27" y="9"/>
                    <a:pt x="21" y="11"/>
                  </a:cubicBezTo>
                  <a:cubicBezTo>
                    <a:pt x="9" y="15"/>
                    <a:pt x="5" y="23"/>
                    <a:pt x="0" y="33"/>
                  </a:cubicBezTo>
                  <a:cubicBezTo>
                    <a:pt x="0" y="19"/>
                    <a:pt x="7" y="9"/>
                    <a:pt x="19" y="4"/>
                  </a:cubicBezTo>
                  <a:cubicBezTo>
                    <a:pt x="24" y="2"/>
                    <a:pt x="29" y="0"/>
                    <a:pt x="34" y="2"/>
                  </a:cubicBezTo>
                  <a:cubicBezTo>
                    <a:pt x="40" y="3"/>
                    <a:pt x="44" y="8"/>
                    <a:pt x="49" y="8"/>
                  </a:cubicBezTo>
                </a:path>
              </a:pathLst>
            </a:custGeom>
            <a:solidFill>
              <a:srgbClr val="8E4C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9378" name="Freeform 726">
              <a:extLst>
                <a:ext uri="{FF2B5EF4-FFF2-40B4-BE49-F238E27FC236}">
                  <a16:creationId xmlns:a16="http://schemas.microsoft.com/office/drawing/2014/main" id="{DCAA2395-3FDF-4EB8-BB8A-CA51D170415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6" y="2322"/>
              <a:ext cx="108" cy="672"/>
            </a:xfrm>
            <a:custGeom>
              <a:avLst/>
              <a:gdLst>
                <a:gd name="T0" fmla="*/ 55 w 102"/>
                <a:gd name="T1" fmla="*/ 0 h 631"/>
                <a:gd name="T2" fmla="*/ 104 w 102"/>
                <a:gd name="T3" fmla="*/ 446 h 631"/>
                <a:gd name="T4" fmla="*/ 0 w 102"/>
                <a:gd name="T5" fmla="*/ 763 h 631"/>
                <a:gd name="T6" fmla="*/ 82 w 102"/>
                <a:gd name="T7" fmla="*/ 439 h 631"/>
                <a:gd name="T8" fmla="*/ 55 w 102"/>
                <a:gd name="T9" fmla="*/ 0 h 6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2" h="631">
                  <a:moveTo>
                    <a:pt x="46" y="0"/>
                  </a:moveTo>
                  <a:cubicBezTo>
                    <a:pt x="46" y="0"/>
                    <a:pt x="102" y="173"/>
                    <a:pt x="88" y="369"/>
                  </a:cubicBezTo>
                  <a:cubicBezTo>
                    <a:pt x="74" y="564"/>
                    <a:pt x="21" y="600"/>
                    <a:pt x="0" y="631"/>
                  </a:cubicBezTo>
                  <a:cubicBezTo>
                    <a:pt x="0" y="631"/>
                    <a:pt x="67" y="521"/>
                    <a:pt x="69" y="363"/>
                  </a:cubicBezTo>
                  <a:cubicBezTo>
                    <a:pt x="71" y="206"/>
                    <a:pt x="46" y="0"/>
                    <a:pt x="46" y="0"/>
                  </a:cubicBezTo>
                  <a:close/>
                </a:path>
              </a:pathLst>
            </a:custGeom>
            <a:solidFill>
              <a:srgbClr val="8E4C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9379" name="Freeform 727">
              <a:extLst>
                <a:ext uri="{FF2B5EF4-FFF2-40B4-BE49-F238E27FC236}">
                  <a16:creationId xmlns:a16="http://schemas.microsoft.com/office/drawing/2014/main" id="{0820969D-4679-472B-A6E4-2785D00C7E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8" y="1974"/>
              <a:ext cx="70" cy="318"/>
            </a:xfrm>
            <a:custGeom>
              <a:avLst/>
              <a:gdLst>
                <a:gd name="T0" fmla="*/ 66 w 66"/>
                <a:gd name="T1" fmla="*/ 362 h 298"/>
                <a:gd name="T2" fmla="*/ 0 w 66"/>
                <a:gd name="T3" fmla="*/ 338 h 298"/>
                <a:gd name="T4" fmla="*/ 49 w 66"/>
                <a:gd name="T5" fmla="*/ 309 h 298"/>
                <a:gd name="T6" fmla="*/ 25 w 66"/>
                <a:gd name="T7" fmla="*/ 272 h 298"/>
                <a:gd name="T8" fmla="*/ 57 w 66"/>
                <a:gd name="T9" fmla="*/ 165 h 298"/>
                <a:gd name="T10" fmla="*/ 57 w 66"/>
                <a:gd name="T11" fmla="*/ 79 h 298"/>
                <a:gd name="T12" fmla="*/ 52 w 66"/>
                <a:gd name="T13" fmla="*/ 0 h 298"/>
                <a:gd name="T14" fmla="*/ 76 w 66"/>
                <a:gd name="T15" fmla="*/ 186 h 298"/>
                <a:gd name="T16" fmla="*/ 74 w 66"/>
                <a:gd name="T17" fmla="*/ 265 h 298"/>
                <a:gd name="T18" fmla="*/ 68 w 66"/>
                <a:gd name="T19" fmla="*/ 304 h 298"/>
                <a:gd name="T20" fmla="*/ 66 w 66"/>
                <a:gd name="T21" fmla="*/ 344 h 29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6" h="298">
                  <a:moveTo>
                    <a:pt x="55" y="298"/>
                  </a:moveTo>
                  <a:cubicBezTo>
                    <a:pt x="61" y="263"/>
                    <a:pt x="20" y="270"/>
                    <a:pt x="0" y="278"/>
                  </a:cubicBezTo>
                  <a:cubicBezTo>
                    <a:pt x="15" y="271"/>
                    <a:pt x="35" y="271"/>
                    <a:pt x="41" y="255"/>
                  </a:cubicBezTo>
                  <a:cubicBezTo>
                    <a:pt x="45" y="242"/>
                    <a:pt x="38" y="224"/>
                    <a:pt x="22" y="224"/>
                  </a:cubicBezTo>
                  <a:cubicBezTo>
                    <a:pt x="60" y="228"/>
                    <a:pt x="49" y="161"/>
                    <a:pt x="48" y="136"/>
                  </a:cubicBezTo>
                  <a:cubicBezTo>
                    <a:pt x="47" y="112"/>
                    <a:pt x="49" y="89"/>
                    <a:pt x="48" y="65"/>
                  </a:cubicBezTo>
                  <a:cubicBezTo>
                    <a:pt x="47" y="44"/>
                    <a:pt x="42" y="21"/>
                    <a:pt x="43" y="0"/>
                  </a:cubicBezTo>
                  <a:cubicBezTo>
                    <a:pt x="58" y="51"/>
                    <a:pt x="66" y="101"/>
                    <a:pt x="64" y="153"/>
                  </a:cubicBezTo>
                  <a:cubicBezTo>
                    <a:pt x="63" y="174"/>
                    <a:pt x="63" y="195"/>
                    <a:pt x="62" y="217"/>
                  </a:cubicBezTo>
                  <a:cubicBezTo>
                    <a:pt x="61" y="229"/>
                    <a:pt x="59" y="238"/>
                    <a:pt x="57" y="250"/>
                  </a:cubicBezTo>
                  <a:cubicBezTo>
                    <a:pt x="55" y="257"/>
                    <a:pt x="50" y="285"/>
                    <a:pt x="55" y="283"/>
                  </a:cubicBezTo>
                </a:path>
              </a:pathLst>
            </a:custGeom>
            <a:solidFill>
              <a:srgbClr val="8E4C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9380" name="Freeform 728">
              <a:extLst>
                <a:ext uri="{FF2B5EF4-FFF2-40B4-BE49-F238E27FC236}">
                  <a16:creationId xmlns:a16="http://schemas.microsoft.com/office/drawing/2014/main" id="{AAC4EB1B-DB4F-4057-9149-C18F0657EBC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8" y="2996"/>
              <a:ext cx="68" cy="142"/>
            </a:xfrm>
            <a:custGeom>
              <a:avLst/>
              <a:gdLst>
                <a:gd name="T0" fmla="*/ 15 w 64"/>
                <a:gd name="T1" fmla="*/ 34 h 133"/>
                <a:gd name="T2" fmla="*/ 40 w 64"/>
                <a:gd name="T3" fmla="*/ 0 h 133"/>
                <a:gd name="T4" fmla="*/ 0 w 64"/>
                <a:gd name="T5" fmla="*/ 162 h 133"/>
                <a:gd name="T6" fmla="*/ 18 w 64"/>
                <a:gd name="T7" fmla="*/ 32 h 1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4" h="133">
                  <a:moveTo>
                    <a:pt x="12" y="28"/>
                  </a:moveTo>
                  <a:cubicBezTo>
                    <a:pt x="17" y="18"/>
                    <a:pt x="24" y="6"/>
                    <a:pt x="34" y="0"/>
                  </a:cubicBezTo>
                  <a:cubicBezTo>
                    <a:pt x="64" y="39"/>
                    <a:pt x="26" y="105"/>
                    <a:pt x="0" y="133"/>
                  </a:cubicBezTo>
                  <a:cubicBezTo>
                    <a:pt x="17" y="115"/>
                    <a:pt x="42" y="44"/>
                    <a:pt x="15" y="26"/>
                  </a:cubicBezTo>
                </a:path>
              </a:pathLst>
            </a:custGeom>
            <a:solidFill>
              <a:srgbClr val="8E4C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9381" name="Freeform 729">
              <a:extLst>
                <a:ext uri="{FF2B5EF4-FFF2-40B4-BE49-F238E27FC236}">
                  <a16:creationId xmlns:a16="http://schemas.microsoft.com/office/drawing/2014/main" id="{229C48DC-3C81-495F-89C8-49B8787914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2" y="3172"/>
              <a:ext cx="129" cy="617"/>
            </a:xfrm>
            <a:custGeom>
              <a:avLst/>
              <a:gdLst>
                <a:gd name="T0" fmla="*/ 108 w 121"/>
                <a:gd name="T1" fmla="*/ 0 h 578"/>
                <a:gd name="T2" fmla="*/ 140 w 121"/>
                <a:gd name="T3" fmla="*/ 168 h 578"/>
                <a:gd name="T4" fmla="*/ 147 w 121"/>
                <a:gd name="T5" fmla="*/ 376 h 578"/>
                <a:gd name="T6" fmla="*/ 108 w 121"/>
                <a:gd name="T7" fmla="*/ 618 h 578"/>
                <a:gd name="T8" fmla="*/ 87 w 121"/>
                <a:gd name="T9" fmla="*/ 698 h 578"/>
                <a:gd name="T10" fmla="*/ 72 w 121"/>
                <a:gd name="T11" fmla="*/ 576 h 578"/>
                <a:gd name="T12" fmla="*/ 87 w 121"/>
                <a:gd name="T13" fmla="*/ 564 h 578"/>
                <a:gd name="T14" fmla="*/ 50 w 121"/>
                <a:gd name="T15" fmla="*/ 574 h 578"/>
                <a:gd name="T16" fmla="*/ 0 w 121"/>
                <a:gd name="T17" fmla="*/ 569 h 578"/>
                <a:gd name="T18" fmla="*/ 85 w 121"/>
                <a:gd name="T19" fmla="*/ 544 h 578"/>
                <a:gd name="T20" fmla="*/ 110 w 121"/>
                <a:gd name="T21" fmla="*/ 412 h 578"/>
                <a:gd name="T22" fmla="*/ 123 w 121"/>
                <a:gd name="T23" fmla="*/ 226 h 578"/>
                <a:gd name="T24" fmla="*/ 108 w 121"/>
                <a:gd name="T25" fmla="*/ 30 h 57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21" h="578">
                  <a:moveTo>
                    <a:pt x="89" y="0"/>
                  </a:moveTo>
                  <a:cubicBezTo>
                    <a:pt x="90" y="46"/>
                    <a:pt x="112" y="91"/>
                    <a:pt x="115" y="138"/>
                  </a:cubicBezTo>
                  <a:cubicBezTo>
                    <a:pt x="120" y="195"/>
                    <a:pt x="121" y="251"/>
                    <a:pt x="121" y="309"/>
                  </a:cubicBezTo>
                  <a:cubicBezTo>
                    <a:pt x="121" y="377"/>
                    <a:pt x="83" y="440"/>
                    <a:pt x="89" y="508"/>
                  </a:cubicBezTo>
                  <a:cubicBezTo>
                    <a:pt x="91" y="520"/>
                    <a:pt x="88" y="578"/>
                    <a:pt x="72" y="574"/>
                  </a:cubicBezTo>
                  <a:cubicBezTo>
                    <a:pt x="91" y="537"/>
                    <a:pt x="65" y="509"/>
                    <a:pt x="60" y="474"/>
                  </a:cubicBezTo>
                  <a:cubicBezTo>
                    <a:pt x="65" y="471"/>
                    <a:pt x="69" y="466"/>
                    <a:pt x="72" y="464"/>
                  </a:cubicBezTo>
                  <a:cubicBezTo>
                    <a:pt x="62" y="464"/>
                    <a:pt x="52" y="470"/>
                    <a:pt x="41" y="472"/>
                  </a:cubicBezTo>
                  <a:cubicBezTo>
                    <a:pt x="25" y="475"/>
                    <a:pt x="15" y="468"/>
                    <a:pt x="0" y="467"/>
                  </a:cubicBezTo>
                  <a:cubicBezTo>
                    <a:pt x="23" y="467"/>
                    <a:pt x="55" y="465"/>
                    <a:pt x="70" y="448"/>
                  </a:cubicBezTo>
                  <a:cubicBezTo>
                    <a:pt x="94" y="423"/>
                    <a:pt x="91" y="371"/>
                    <a:pt x="91" y="339"/>
                  </a:cubicBezTo>
                  <a:cubicBezTo>
                    <a:pt x="92" y="288"/>
                    <a:pt x="103" y="238"/>
                    <a:pt x="101" y="186"/>
                  </a:cubicBezTo>
                  <a:cubicBezTo>
                    <a:pt x="99" y="133"/>
                    <a:pt x="102" y="75"/>
                    <a:pt x="89" y="24"/>
                  </a:cubicBezTo>
                </a:path>
              </a:pathLst>
            </a:custGeom>
            <a:solidFill>
              <a:srgbClr val="8E4C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9382" name="Freeform 730">
              <a:extLst>
                <a:ext uri="{FF2B5EF4-FFF2-40B4-BE49-F238E27FC236}">
                  <a16:creationId xmlns:a16="http://schemas.microsoft.com/office/drawing/2014/main" id="{C5E434F8-6B7A-4032-8842-23F99B7850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9" y="3810"/>
              <a:ext cx="164" cy="136"/>
            </a:xfrm>
            <a:custGeom>
              <a:avLst/>
              <a:gdLst>
                <a:gd name="T0" fmla="*/ 0 w 154"/>
                <a:gd name="T1" fmla="*/ 5 h 128"/>
                <a:gd name="T2" fmla="*/ 42 w 154"/>
                <a:gd name="T3" fmla="*/ 46 h 128"/>
                <a:gd name="T4" fmla="*/ 89 w 154"/>
                <a:gd name="T5" fmla="*/ 91 h 128"/>
                <a:gd name="T6" fmla="*/ 133 w 154"/>
                <a:gd name="T7" fmla="*/ 123 h 128"/>
                <a:gd name="T8" fmla="*/ 186 w 154"/>
                <a:gd name="T9" fmla="*/ 146 h 128"/>
                <a:gd name="T10" fmla="*/ 142 w 154"/>
                <a:gd name="T11" fmla="*/ 154 h 128"/>
                <a:gd name="T12" fmla="*/ 130 w 154"/>
                <a:gd name="T13" fmla="*/ 139 h 128"/>
                <a:gd name="T14" fmla="*/ 104 w 154"/>
                <a:gd name="T15" fmla="*/ 122 h 128"/>
                <a:gd name="T16" fmla="*/ 78 w 154"/>
                <a:gd name="T17" fmla="*/ 101 h 128"/>
                <a:gd name="T18" fmla="*/ 64 w 154"/>
                <a:gd name="T19" fmla="*/ 78 h 128"/>
                <a:gd name="T20" fmla="*/ 40 w 154"/>
                <a:gd name="T21" fmla="*/ 57 h 128"/>
                <a:gd name="T22" fmla="*/ 22 w 154"/>
                <a:gd name="T23" fmla="*/ 37 h 128"/>
                <a:gd name="T24" fmla="*/ 0 w 154"/>
                <a:gd name="T25" fmla="*/ 3 h 12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54" h="128">
                  <a:moveTo>
                    <a:pt x="0" y="5"/>
                  </a:moveTo>
                  <a:cubicBezTo>
                    <a:pt x="15" y="0"/>
                    <a:pt x="28" y="29"/>
                    <a:pt x="35" y="38"/>
                  </a:cubicBezTo>
                  <a:cubicBezTo>
                    <a:pt x="45" y="53"/>
                    <a:pt x="61" y="64"/>
                    <a:pt x="74" y="76"/>
                  </a:cubicBezTo>
                  <a:cubicBezTo>
                    <a:pt x="86" y="87"/>
                    <a:pt x="96" y="96"/>
                    <a:pt x="110" y="103"/>
                  </a:cubicBezTo>
                  <a:cubicBezTo>
                    <a:pt x="124" y="111"/>
                    <a:pt x="142" y="109"/>
                    <a:pt x="154" y="121"/>
                  </a:cubicBezTo>
                  <a:cubicBezTo>
                    <a:pt x="140" y="118"/>
                    <a:pt x="128" y="118"/>
                    <a:pt x="117" y="128"/>
                  </a:cubicBezTo>
                  <a:cubicBezTo>
                    <a:pt x="117" y="120"/>
                    <a:pt x="115" y="120"/>
                    <a:pt x="108" y="116"/>
                  </a:cubicBezTo>
                  <a:cubicBezTo>
                    <a:pt x="100" y="112"/>
                    <a:pt x="94" y="108"/>
                    <a:pt x="86" y="102"/>
                  </a:cubicBezTo>
                  <a:cubicBezTo>
                    <a:pt x="79" y="96"/>
                    <a:pt x="70" y="91"/>
                    <a:pt x="65" y="84"/>
                  </a:cubicBezTo>
                  <a:cubicBezTo>
                    <a:pt x="60" y="77"/>
                    <a:pt x="57" y="71"/>
                    <a:pt x="53" y="65"/>
                  </a:cubicBezTo>
                  <a:cubicBezTo>
                    <a:pt x="48" y="58"/>
                    <a:pt x="40" y="53"/>
                    <a:pt x="34" y="48"/>
                  </a:cubicBezTo>
                  <a:cubicBezTo>
                    <a:pt x="27" y="43"/>
                    <a:pt x="24" y="38"/>
                    <a:pt x="19" y="31"/>
                  </a:cubicBezTo>
                  <a:cubicBezTo>
                    <a:pt x="13" y="22"/>
                    <a:pt x="9" y="11"/>
                    <a:pt x="0" y="3"/>
                  </a:cubicBezTo>
                </a:path>
              </a:pathLst>
            </a:custGeom>
            <a:solidFill>
              <a:srgbClr val="8E4C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9383" name="Freeform 731">
              <a:extLst>
                <a:ext uri="{FF2B5EF4-FFF2-40B4-BE49-F238E27FC236}">
                  <a16:creationId xmlns:a16="http://schemas.microsoft.com/office/drawing/2014/main" id="{B392B723-F88B-4998-AB46-39D30BA0F8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2" y="3775"/>
              <a:ext cx="98" cy="30"/>
            </a:xfrm>
            <a:custGeom>
              <a:avLst/>
              <a:gdLst>
                <a:gd name="T0" fmla="*/ 111 w 92"/>
                <a:gd name="T1" fmla="*/ 11 h 28"/>
                <a:gd name="T2" fmla="*/ 79 w 92"/>
                <a:gd name="T3" fmla="*/ 10 h 28"/>
                <a:gd name="T4" fmla="*/ 54 w 92"/>
                <a:gd name="T5" fmla="*/ 19 h 28"/>
                <a:gd name="T6" fmla="*/ 22 w 92"/>
                <a:gd name="T7" fmla="*/ 18 h 28"/>
                <a:gd name="T8" fmla="*/ 0 w 92"/>
                <a:gd name="T9" fmla="*/ 34 h 28"/>
                <a:gd name="T10" fmla="*/ 48 w 92"/>
                <a:gd name="T11" fmla="*/ 11 h 28"/>
                <a:gd name="T12" fmla="*/ 77 w 92"/>
                <a:gd name="T13" fmla="*/ 2 h 28"/>
                <a:gd name="T14" fmla="*/ 107 w 92"/>
                <a:gd name="T15" fmla="*/ 15 h 2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2" h="28">
                  <a:moveTo>
                    <a:pt x="92" y="8"/>
                  </a:moveTo>
                  <a:cubicBezTo>
                    <a:pt x="84" y="10"/>
                    <a:pt x="74" y="5"/>
                    <a:pt x="65" y="7"/>
                  </a:cubicBezTo>
                  <a:cubicBezTo>
                    <a:pt x="58" y="9"/>
                    <a:pt x="53" y="14"/>
                    <a:pt x="45" y="16"/>
                  </a:cubicBezTo>
                  <a:cubicBezTo>
                    <a:pt x="36" y="19"/>
                    <a:pt x="28" y="13"/>
                    <a:pt x="19" y="15"/>
                  </a:cubicBezTo>
                  <a:cubicBezTo>
                    <a:pt x="12" y="18"/>
                    <a:pt x="5" y="24"/>
                    <a:pt x="0" y="28"/>
                  </a:cubicBezTo>
                  <a:cubicBezTo>
                    <a:pt x="7" y="12"/>
                    <a:pt x="23" y="10"/>
                    <a:pt x="39" y="8"/>
                  </a:cubicBezTo>
                  <a:cubicBezTo>
                    <a:pt x="47" y="7"/>
                    <a:pt x="55" y="3"/>
                    <a:pt x="64" y="2"/>
                  </a:cubicBezTo>
                  <a:cubicBezTo>
                    <a:pt x="75" y="0"/>
                    <a:pt x="80" y="6"/>
                    <a:pt x="88" y="12"/>
                  </a:cubicBezTo>
                </a:path>
              </a:pathLst>
            </a:custGeom>
            <a:solidFill>
              <a:srgbClr val="C27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9384" name="Freeform 732">
              <a:extLst>
                <a:ext uri="{FF2B5EF4-FFF2-40B4-BE49-F238E27FC236}">
                  <a16:creationId xmlns:a16="http://schemas.microsoft.com/office/drawing/2014/main" id="{FFFFF7FC-0AA8-4AB0-8741-F24CF33A22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3" y="2495"/>
              <a:ext cx="31" cy="30"/>
            </a:xfrm>
            <a:custGeom>
              <a:avLst/>
              <a:gdLst>
                <a:gd name="T0" fmla="*/ 11 w 29"/>
                <a:gd name="T1" fmla="*/ 0 h 28"/>
                <a:gd name="T2" fmla="*/ 0 w 29"/>
                <a:gd name="T3" fmla="*/ 30 h 28"/>
                <a:gd name="T4" fmla="*/ 18 w 29"/>
                <a:gd name="T5" fmla="*/ 10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28">
                  <a:moveTo>
                    <a:pt x="8" y="0"/>
                  </a:moveTo>
                  <a:cubicBezTo>
                    <a:pt x="11" y="8"/>
                    <a:pt x="13" y="24"/>
                    <a:pt x="0" y="24"/>
                  </a:cubicBezTo>
                  <a:cubicBezTo>
                    <a:pt x="11" y="28"/>
                    <a:pt x="29" y="19"/>
                    <a:pt x="15" y="7"/>
                  </a:cubicBezTo>
                </a:path>
              </a:pathLst>
            </a:custGeom>
            <a:solidFill>
              <a:srgbClr val="8E4C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9385" name="Freeform 733">
              <a:extLst>
                <a:ext uri="{FF2B5EF4-FFF2-40B4-BE49-F238E27FC236}">
                  <a16:creationId xmlns:a16="http://schemas.microsoft.com/office/drawing/2014/main" id="{3B776679-E4B9-4A4F-9925-5501D2CE16F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1" y="2655"/>
              <a:ext cx="330" cy="108"/>
            </a:xfrm>
            <a:custGeom>
              <a:avLst/>
              <a:gdLst>
                <a:gd name="T0" fmla="*/ 370 w 309"/>
                <a:gd name="T1" fmla="*/ 1 h 101"/>
                <a:gd name="T2" fmla="*/ 374 w 309"/>
                <a:gd name="T3" fmla="*/ 1 h 101"/>
                <a:gd name="T4" fmla="*/ 345 w 309"/>
                <a:gd name="T5" fmla="*/ 11 h 101"/>
                <a:gd name="T6" fmla="*/ 303 w 309"/>
                <a:gd name="T7" fmla="*/ 22 h 101"/>
                <a:gd name="T8" fmla="*/ 239 w 309"/>
                <a:gd name="T9" fmla="*/ 37 h 101"/>
                <a:gd name="T10" fmla="*/ 148 w 309"/>
                <a:gd name="T11" fmla="*/ 68 h 101"/>
                <a:gd name="T12" fmla="*/ 0 w 309"/>
                <a:gd name="T13" fmla="*/ 123 h 101"/>
                <a:gd name="T14" fmla="*/ 43 w 309"/>
                <a:gd name="T15" fmla="*/ 90 h 101"/>
                <a:gd name="T16" fmla="*/ 101 w 309"/>
                <a:gd name="T17" fmla="*/ 71 h 101"/>
                <a:gd name="T18" fmla="*/ 203 w 309"/>
                <a:gd name="T19" fmla="*/ 36 h 101"/>
                <a:gd name="T20" fmla="*/ 295 w 309"/>
                <a:gd name="T21" fmla="*/ 13 h 101"/>
                <a:gd name="T22" fmla="*/ 342 w 309"/>
                <a:gd name="T23" fmla="*/ 5 h 101"/>
                <a:gd name="T24" fmla="*/ 376 w 309"/>
                <a:gd name="T25" fmla="*/ 0 h 10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09" h="101">
                  <a:moveTo>
                    <a:pt x="303" y="1"/>
                  </a:moveTo>
                  <a:cubicBezTo>
                    <a:pt x="304" y="1"/>
                    <a:pt x="306" y="1"/>
                    <a:pt x="307" y="1"/>
                  </a:cubicBezTo>
                  <a:cubicBezTo>
                    <a:pt x="301" y="6"/>
                    <a:pt x="291" y="6"/>
                    <a:pt x="283" y="8"/>
                  </a:cubicBezTo>
                  <a:cubicBezTo>
                    <a:pt x="271" y="12"/>
                    <a:pt x="262" y="17"/>
                    <a:pt x="249" y="19"/>
                  </a:cubicBezTo>
                  <a:cubicBezTo>
                    <a:pt x="232" y="22"/>
                    <a:pt x="214" y="27"/>
                    <a:pt x="197" y="31"/>
                  </a:cubicBezTo>
                  <a:cubicBezTo>
                    <a:pt x="171" y="37"/>
                    <a:pt x="146" y="44"/>
                    <a:pt x="122" y="56"/>
                  </a:cubicBezTo>
                  <a:cubicBezTo>
                    <a:pt x="83" y="75"/>
                    <a:pt x="33" y="75"/>
                    <a:pt x="0" y="101"/>
                  </a:cubicBezTo>
                  <a:cubicBezTo>
                    <a:pt x="11" y="91"/>
                    <a:pt x="20" y="81"/>
                    <a:pt x="35" y="74"/>
                  </a:cubicBezTo>
                  <a:cubicBezTo>
                    <a:pt x="51" y="67"/>
                    <a:pt x="66" y="62"/>
                    <a:pt x="83" y="58"/>
                  </a:cubicBezTo>
                  <a:cubicBezTo>
                    <a:pt x="112" y="52"/>
                    <a:pt x="139" y="40"/>
                    <a:pt x="167" y="30"/>
                  </a:cubicBezTo>
                  <a:cubicBezTo>
                    <a:pt x="192" y="21"/>
                    <a:pt x="217" y="16"/>
                    <a:pt x="242" y="10"/>
                  </a:cubicBezTo>
                  <a:cubicBezTo>
                    <a:pt x="255" y="8"/>
                    <a:pt x="268" y="8"/>
                    <a:pt x="281" y="5"/>
                  </a:cubicBezTo>
                  <a:cubicBezTo>
                    <a:pt x="290" y="3"/>
                    <a:pt x="300" y="0"/>
                    <a:pt x="309" y="0"/>
                  </a:cubicBezTo>
                </a:path>
              </a:pathLst>
            </a:custGeom>
            <a:solidFill>
              <a:srgbClr val="C27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9386" name="Freeform 734">
              <a:extLst>
                <a:ext uri="{FF2B5EF4-FFF2-40B4-BE49-F238E27FC236}">
                  <a16:creationId xmlns:a16="http://schemas.microsoft.com/office/drawing/2014/main" id="{536F0AB3-23AF-454E-AB2C-6244EDD91D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5" y="2998"/>
              <a:ext cx="115" cy="88"/>
            </a:xfrm>
            <a:custGeom>
              <a:avLst/>
              <a:gdLst>
                <a:gd name="T0" fmla="*/ 130 w 108"/>
                <a:gd name="T1" fmla="*/ 73 h 83"/>
                <a:gd name="T2" fmla="*/ 100 w 108"/>
                <a:gd name="T3" fmla="*/ 25 h 83"/>
                <a:gd name="T4" fmla="*/ 68 w 108"/>
                <a:gd name="T5" fmla="*/ 6 h 83"/>
                <a:gd name="T6" fmla="*/ 34 w 108"/>
                <a:gd name="T7" fmla="*/ 1 h 83"/>
                <a:gd name="T8" fmla="*/ 0 w 108"/>
                <a:gd name="T9" fmla="*/ 8 h 83"/>
                <a:gd name="T10" fmla="*/ 45 w 108"/>
                <a:gd name="T11" fmla="*/ 8 h 83"/>
                <a:gd name="T12" fmla="*/ 77 w 108"/>
                <a:gd name="T13" fmla="*/ 22 h 83"/>
                <a:gd name="T14" fmla="*/ 99 w 108"/>
                <a:gd name="T15" fmla="*/ 64 h 83"/>
                <a:gd name="T16" fmla="*/ 93 w 108"/>
                <a:gd name="T17" fmla="*/ 99 h 83"/>
                <a:gd name="T18" fmla="*/ 130 w 108"/>
                <a:gd name="T19" fmla="*/ 75 h 8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08" h="83">
                  <a:moveTo>
                    <a:pt x="108" y="61"/>
                  </a:moveTo>
                  <a:cubicBezTo>
                    <a:pt x="101" y="43"/>
                    <a:pt x="99" y="35"/>
                    <a:pt x="83" y="22"/>
                  </a:cubicBezTo>
                  <a:cubicBezTo>
                    <a:pt x="75" y="16"/>
                    <a:pt x="65" y="9"/>
                    <a:pt x="56" y="6"/>
                  </a:cubicBezTo>
                  <a:cubicBezTo>
                    <a:pt x="48" y="3"/>
                    <a:pt x="37" y="0"/>
                    <a:pt x="28" y="1"/>
                  </a:cubicBezTo>
                  <a:cubicBezTo>
                    <a:pt x="19" y="1"/>
                    <a:pt x="7" y="9"/>
                    <a:pt x="0" y="8"/>
                  </a:cubicBezTo>
                  <a:cubicBezTo>
                    <a:pt x="12" y="9"/>
                    <a:pt x="25" y="5"/>
                    <a:pt x="37" y="8"/>
                  </a:cubicBezTo>
                  <a:cubicBezTo>
                    <a:pt x="47" y="10"/>
                    <a:pt x="56" y="14"/>
                    <a:pt x="64" y="19"/>
                  </a:cubicBezTo>
                  <a:cubicBezTo>
                    <a:pt x="78" y="26"/>
                    <a:pt x="89" y="37"/>
                    <a:pt x="82" y="54"/>
                  </a:cubicBezTo>
                  <a:cubicBezTo>
                    <a:pt x="79" y="63"/>
                    <a:pt x="60" y="82"/>
                    <a:pt x="77" y="83"/>
                  </a:cubicBezTo>
                  <a:cubicBezTo>
                    <a:pt x="86" y="83"/>
                    <a:pt x="101" y="70"/>
                    <a:pt x="108" y="63"/>
                  </a:cubicBezTo>
                </a:path>
              </a:pathLst>
            </a:custGeom>
            <a:solidFill>
              <a:srgbClr val="8E4C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9387" name="Freeform 735">
              <a:extLst>
                <a:ext uri="{FF2B5EF4-FFF2-40B4-BE49-F238E27FC236}">
                  <a16:creationId xmlns:a16="http://schemas.microsoft.com/office/drawing/2014/main" id="{3272D288-736D-404A-9D64-C064E4CB831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0" y="2512"/>
              <a:ext cx="39" cy="149"/>
            </a:xfrm>
            <a:custGeom>
              <a:avLst/>
              <a:gdLst>
                <a:gd name="T0" fmla="*/ 41 w 37"/>
                <a:gd name="T1" fmla="*/ 0 h 139"/>
                <a:gd name="T2" fmla="*/ 42 w 37"/>
                <a:gd name="T3" fmla="*/ 102 h 139"/>
                <a:gd name="T4" fmla="*/ 37 w 37"/>
                <a:gd name="T5" fmla="*/ 149 h 139"/>
                <a:gd name="T6" fmla="*/ 0 w 37"/>
                <a:gd name="T7" fmla="*/ 172 h 139"/>
                <a:gd name="T8" fmla="*/ 34 w 37"/>
                <a:gd name="T9" fmla="*/ 135 h 139"/>
                <a:gd name="T10" fmla="*/ 30 w 37"/>
                <a:gd name="T11" fmla="*/ 87 h 139"/>
                <a:gd name="T12" fmla="*/ 37 w 37"/>
                <a:gd name="T13" fmla="*/ 5 h 13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7" h="139">
                  <a:moveTo>
                    <a:pt x="35" y="0"/>
                  </a:moveTo>
                  <a:cubicBezTo>
                    <a:pt x="24" y="29"/>
                    <a:pt x="33" y="55"/>
                    <a:pt x="36" y="83"/>
                  </a:cubicBezTo>
                  <a:cubicBezTo>
                    <a:pt x="37" y="94"/>
                    <a:pt x="37" y="111"/>
                    <a:pt x="31" y="121"/>
                  </a:cubicBezTo>
                  <a:cubicBezTo>
                    <a:pt x="24" y="132"/>
                    <a:pt x="10" y="133"/>
                    <a:pt x="0" y="139"/>
                  </a:cubicBezTo>
                  <a:cubicBezTo>
                    <a:pt x="13" y="132"/>
                    <a:pt x="23" y="124"/>
                    <a:pt x="28" y="110"/>
                  </a:cubicBezTo>
                  <a:cubicBezTo>
                    <a:pt x="32" y="97"/>
                    <a:pt x="27" y="84"/>
                    <a:pt x="26" y="71"/>
                  </a:cubicBezTo>
                  <a:cubicBezTo>
                    <a:pt x="23" y="51"/>
                    <a:pt x="16" y="21"/>
                    <a:pt x="31" y="5"/>
                  </a:cubicBezTo>
                </a:path>
              </a:pathLst>
            </a:custGeom>
            <a:solidFill>
              <a:srgbClr val="8E4C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9388" name="Freeform 736">
              <a:extLst>
                <a:ext uri="{FF2B5EF4-FFF2-40B4-BE49-F238E27FC236}">
                  <a16:creationId xmlns:a16="http://schemas.microsoft.com/office/drawing/2014/main" id="{CF8771D9-0725-432A-8228-6BB1047C19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6" y="2573"/>
              <a:ext cx="51" cy="131"/>
            </a:xfrm>
            <a:custGeom>
              <a:avLst/>
              <a:gdLst>
                <a:gd name="T0" fmla="*/ 51 w 47"/>
                <a:gd name="T1" fmla="*/ 0 h 123"/>
                <a:gd name="T2" fmla="*/ 0 w 47"/>
                <a:gd name="T3" fmla="*/ 111 h 123"/>
                <a:gd name="T4" fmla="*/ 33 w 47"/>
                <a:gd name="T5" fmla="*/ 68 h 123"/>
                <a:gd name="T6" fmla="*/ 47 w 47"/>
                <a:gd name="T7" fmla="*/ 1 h 1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7" h="123">
                  <a:moveTo>
                    <a:pt x="40" y="0"/>
                  </a:moveTo>
                  <a:cubicBezTo>
                    <a:pt x="35" y="20"/>
                    <a:pt x="47" y="123"/>
                    <a:pt x="0" y="92"/>
                  </a:cubicBezTo>
                  <a:cubicBezTo>
                    <a:pt x="20" y="94"/>
                    <a:pt x="22" y="70"/>
                    <a:pt x="26" y="56"/>
                  </a:cubicBezTo>
                  <a:cubicBezTo>
                    <a:pt x="32" y="38"/>
                    <a:pt x="38" y="20"/>
                    <a:pt x="37" y="1"/>
                  </a:cubicBezTo>
                </a:path>
              </a:pathLst>
            </a:custGeom>
            <a:solidFill>
              <a:srgbClr val="C27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9389" name="Freeform 737">
              <a:extLst>
                <a:ext uri="{FF2B5EF4-FFF2-40B4-BE49-F238E27FC236}">
                  <a16:creationId xmlns:a16="http://schemas.microsoft.com/office/drawing/2014/main" id="{6FFF9C3A-5B81-4424-8FD7-539D09DFCB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9" y="2161"/>
              <a:ext cx="413" cy="312"/>
            </a:xfrm>
            <a:custGeom>
              <a:avLst/>
              <a:gdLst>
                <a:gd name="T0" fmla="*/ 468 w 388"/>
                <a:gd name="T1" fmla="*/ 18 h 293"/>
                <a:gd name="T2" fmla="*/ 442 w 388"/>
                <a:gd name="T3" fmla="*/ 21 h 293"/>
                <a:gd name="T4" fmla="*/ 419 w 388"/>
                <a:gd name="T5" fmla="*/ 39 h 293"/>
                <a:gd name="T6" fmla="*/ 399 w 388"/>
                <a:gd name="T7" fmla="*/ 105 h 293"/>
                <a:gd name="T8" fmla="*/ 315 w 388"/>
                <a:gd name="T9" fmla="*/ 234 h 293"/>
                <a:gd name="T10" fmla="*/ 49 w 388"/>
                <a:gd name="T11" fmla="*/ 350 h 293"/>
                <a:gd name="T12" fmla="*/ 0 w 388"/>
                <a:gd name="T13" fmla="*/ 354 h 293"/>
                <a:gd name="T14" fmla="*/ 185 w 388"/>
                <a:gd name="T15" fmla="*/ 286 h 293"/>
                <a:gd name="T16" fmla="*/ 263 w 388"/>
                <a:gd name="T17" fmla="*/ 240 h 293"/>
                <a:gd name="T18" fmla="*/ 335 w 388"/>
                <a:gd name="T19" fmla="*/ 181 h 293"/>
                <a:gd name="T20" fmla="*/ 404 w 388"/>
                <a:gd name="T21" fmla="*/ 45 h 293"/>
                <a:gd name="T22" fmla="*/ 425 w 388"/>
                <a:gd name="T23" fmla="*/ 3 h 293"/>
                <a:gd name="T24" fmla="*/ 464 w 388"/>
                <a:gd name="T25" fmla="*/ 3 h 29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88" h="293">
                  <a:moveTo>
                    <a:pt x="388" y="15"/>
                  </a:moveTo>
                  <a:cubicBezTo>
                    <a:pt x="382" y="18"/>
                    <a:pt x="373" y="15"/>
                    <a:pt x="366" y="18"/>
                  </a:cubicBezTo>
                  <a:cubicBezTo>
                    <a:pt x="359" y="21"/>
                    <a:pt x="352" y="28"/>
                    <a:pt x="348" y="33"/>
                  </a:cubicBezTo>
                  <a:cubicBezTo>
                    <a:pt x="336" y="48"/>
                    <a:pt x="334" y="69"/>
                    <a:pt x="331" y="87"/>
                  </a:cubicBezTo>
                  <a:cubicBezTo>
                    <a:pt x="322" y="133"/>
                    <a:pt x="295" y="165"/>
                    <a:pt x="261" y="194"/>
                  </a:cubicBezTo>
                  <a:cubicBezTo>
                    <a:pt x="197" y="249"/>
                    <a:pt x="120" y="270"/>
                    <a:pt x="40" y="290"/>
                  </a:cubicBezTo>
                  <a:cubicBezTo>
                    <a:pt x="27" y="293"/>
                    <a:pt x="10" y="293"/>
                    <a:pt x="0" y="293"/>
                  </a:cubicBezTo>
                  <a:cubicBezTo>
                    <a:pt x="52" y="277"/>
                    <a:pt x="103" y="263"/>
                    <a:pt x="153" y="238"/>
                  </a:cubicBezTo>
                  <a:cubicBezTo>
                    <a:pt x="176" y="227"/>
                    <a:pt x="195" y="210"/>
                    <a:pt x="218" y="198"/>
                  </a:cubicBezTo>
                  <a:cubicBezTo>
                    <a:pt x="242" y="184"/>
                    <a:pt x="260" y="171"/>
                    <a:pt x="278" y="150"/>
                  </a:cubicBezTo>
                  <a:cubicBezTo>
                    <a:pt x="305" y="118"/>
                    <a:pt x="322" y="75"/>
                    <a:pt x="335" y="37"/>
                  </a:cubicBezTo>
                  <a:cubicBezTo>
                    <a:pt x="339" y="24"/>
                    <a:pt x="338" y="10"/>
                    <a:pt x="352" y="3"/>
                  </a:cubicBezTo>
                  <a:cubicBezTo>
                    <a:pt x="360" y="0"/>
                    <a:pt x="377" y="1"/>
                    <a:pt x="385" y="3"/>
                  </a:cubicBezTo>
                </a:path>
              </a:pathLst>
            </a:custGeom>
            <a:solidFill>
              <a:srgbClr val="C27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9390" name="Freeform 738">
              <a:extLst>
                <a:ext uri="{FF2B5EF4-FFF2-40B4-BE49-F238E27FC236}">
                  <a16:creationId xmlns:a16="http://schemas.microsoft.com/office/drawing/2014/main" id="{CB10E8CA-8A03-4591-82FD-C6AE7AF1A68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0" y="1965"/>
              <a:ext cx="351" cy="69"/>
            </a:xfrm>
            <a:custGeom>
              <a:avLst/>
              <a:gdLst>
                <a:gd name="T0" fmla="*/ 397 w 330"/>
                <a:gd name="T1" fmla="*/ 0 h 64"/>
                <a:gd name="T2" fmla="*/ 260 w 330"/>
                <a:gd name="T3" fmla="*/ 65 h 64"/>
                <a:gd name="T4" fmla="*/ 126 w 330"/>
                <a:gd name="T5" fmla="*/ 66 h 64"/>
                <a:gd name="T6" fmla="*/ 5 w 330"/>
                <a:gd name="T7" fmla="*/ 55 h 64"/>
                <a:gd name="T8" fmla="*/ 138 w 330"/>
                <a:gd name="T9" fmla="*/ 55 h 64"/>
                <a:gd name="T10" fmla="*/ 397 w 330"/>
                <a:gd name="T11" fmla="*/ 0 h 6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30" h="64">
                  <a:moveTo>
                    <a:pt x="330" y="0"/>
                  </a:moveTo>
                  <a:cubicBezTo>
                    <a:pt x="330" y="0"/>
                    <a:pt x="257" y="47"/>
                    <a:pt x="215" y="52"/>
                  </a:cubicBezTo>
                  <a:cubicBezTo>
                    <a:pt x="172" y="56"/>
                    <a:pt x="151" y="62"/>
                    <a:pt x="104" y="53"/>
                  </a:cubicBezTo>
                  <a:cubicBezTo>
                    <a:pt x="57" y="44"/>
                    <a:pt x="9" y="42"/>
                    <a:pt x="5" y="44"/>
                  </a:cubicBezTo>
                  <a:cubicBezTo>
                    <a:pt x="0" y="45"/>
                    <a:pt x="77" y="44"/>
                    <a:pt x="115" y="44"/>
                  </a:cubicBezTo>
                  <a:cubicBezTo>
                    <a:pt x="153" y="44"/>
                    <a:pt x="184" y="64"/>
                    <a:pt x="330" y="0"/>
                  </a:cubicBezTo>
                  <a:close/>
                </a:path>
              </a:pathLst>
            </a:custGeom>
            <a:solidFill>
              <a:srgbClr val="8E4C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9391" name="Freeform 739">
              <a:extLst>
                <a:ext uri="{FF2B5EF4-FFF2-40B4-BE49-F238E27FC236}">
                  <a16:creationId xmlns:a16="http://schemas.microsoft.com/office/drawing/2014/main" id="{D56A6457-DA7A-4213-A3CA-F7ED351E70A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9" y="1801"/>
              <a:ext cx="132" cy="118"/>
            </a:xfrm>
            <a:custGeom>
              <a:avLst/>
              <a:gdLst>
                <a:gd name="T0" fmla="*/ 152 w 123"/>
                <a:gd name="T1" fmla="*/ 121 h 110"/>
                <a:gd name="T2" fmla="*/ 53 w 123"/>
                <a:gd name="T3" fmla="*/ 107 h 110"/>
                <a:gd name="T4" fmla="*/ 11 w 123"/>
                <a:gd name="T5" fmla="*/ 67 h 110"/>
                <a:gd name="T6" fmla="*/ 1 w 123"/>
                <a:gd name="T7" fmla="*/ 0 h 110"/>
                <a:gd name="T8" fmla="*/ 60 w 123"/>
                <a:gd name="T9" fmla="*/ 99 h 110"/>
                <a:gd name="T10" fmla="*/ 147 w 123"/>
                <a:gd name="T11" fmla="*/ 121 h 11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3" h="110">
                  <a:moveTo>
                    <a:pt x="123" y="98"/>
                  </a:moveTo>
                  <a:cubicBezTo>
                    <a:pt x="98" y="110"/>
                    <a:pt x="65" y="99"/>
                    <a:pt x="43" y="87"/>
                  </a:cubicBezTo>
                  <a:cubicBezTo>
                    <a:pt x="30" y="81"/>
                    <a:pt x="16" y="69"/>
                    <a:pt x="8" y="54"/>
                  </a:cubicBezTo>
                  <a:cubicBezTo>
                    <a:pt x="0" y="38"/>
                    <a:pt x="6" y="18"/>
                    <a:pt x="1" y="0"/>
                  </a:cubicBezTo>
                  <a:cubicBezTo>
                    <a:pt x="16" y="28"/>
                    <a:pt x="18" y="62"/>
                    <a:pt x="48" y="80"/>
                  </a:cubicBezTo>
                  <a:cubicBezTo>
                    <a:pt x="67" y="92"/>
                    <a:pt x="97" y="92"/>
                    <a:pt x="119" y="98"/>
                  </a:cubicBezTo>
                </a:path>
              </a:pathLst>
            </a:custGeom>
            <a:solidFill>
              <a:srgbClr val="C27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9392" name="Freeform 740">
              <a:extLst>
                <a:ext uri="{FF2B5EF4-FFF2-40B4-BE49-F238E27FC236}">
                  <a16:creationId xmlns:a16="http://schemas.microsoft.com/office/drawing/2014/main" id="{FB33C68D-F6D8-4AF6-BDFE-C3737D0E49C4}"/>
                </a:ext>
              </a:extLst>
            </p:cNvPr>
            <p:cNvSpPr>
              <a:spLocks/>
            </p:cNvSpPr>
            <p:nvPr/>
          </p:nvSpPr>
          <p:spPr bwMode="auto">
            <a:xfrm>
              <a:off x="830" y="1609"/>
              <a:ext cx="178" cy="221"/>
            </a:xfrm>
            <a:custGeom>
              <a:avLst/>
              <a:gdLst>
                <a:gd name="T0" fmla="*/ 203 w 167"/>
                <a:gd name="T1" fmla="*/ 35 h 207"/>
                <a:gd name="T2" fmla="*/ 131 w 167"/>
                <a:gd name="T3" fmla="*/ 61 h 207"/>
                <a:gd name="T4" fmla="*/ 84 w 167"/>
                <a:gd name="T5" fmla="*/ 0 h 207"/>
                <a:gd name="T6" fmla="*/ 30 w 167"/>
                <a:gd name="T7" fmla="*/ 52 h 207"/>
                <a:gd name="T8" fmla="*/ 2 w 167"/>
                <a:gd name="T9" fmla="*/ 133 h 207"/>
                <a:gd name="T10" fmla="*/ 30 w 167"/>
                <a:gd name="T11" fmla="*/ 203 h 207"/>
                <a:gd name="T12" fmla="*/ 103 w 167"/>
                <a:gd name="T13" fmla="*/ 249 h 207"/>
                <a:gd name="T14" fmla="*/ 151 w 167"/>
                <a:gd name="T15" fmla="*/ 195 h 207"/>
                <a:gd name="T16" fmla="*/ 166 w 167"/>
                <a:gd name="T17" fmla="*/ 141 h 207"/>
                <a:gd name="T18" fmla="*/ 192 w 167"/>
                <a:gd name="T19" fmla="*/ 62 h 20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67" h="207">
                  <a:moveTo>
                    <a:pt x="167" y="29"/>
                  </a:moveTo>
                  <a:cubicBezTo>
                    <a:pt x="149" y="37"/>
                    <a:pt x="131" y="57"/>
                    <a:pt x="108" y="50"/>
                  </a:cubicBezTo>
                  <a:cubicBezTo>
                    <a:pt x="88" y="43"/>
                    <a:pt x="87" y="0"/>
                    <a:pt x="69" y="0"/>
                  </a:cubicBezTo>
                  <a:cubicBezTo>
                    <a:pt x="58" y="1"/>
                    <a:pt x="29" y="34"/>
                    <a:pt x="24" y="43"/>
                  </a:cubicBezTo>
                  <a:cubicBezTo>
                    <a:pt x="14" y="61"/>
                    <a:pt x="4" y="91"/>
                    <a:pt x="2" y="110"/>
                  </a:cubicBezTo>
                  <a:cubicBezTo>
                    <a:pt x="0" y="134"/>
                    <a:pt x="5" y="153"/>
                    <a:pt x="24" y="167"/>
                  </a:cubicBezTo>
                  <a:cubicBezTo>
                    <a:pt x="38" y="178"/>
                    <a:pt x="67" y="202"/>
                    <a:pt x="85" y="204"/>
                  </a:cubicBezTo>
                  <a:cubicBezTo>
                    <a:pt x="109" y="207"/>
                    <a:pt x="119" y="178"/>
                    <a:pt x="125" y="160"/>
                  </a:cubicBezTo>
                  <a:cubicBezTo>
                    <a:pt x="129" y="145"/>
                    <a:pt x="132" y="131"/>
                    <a:pt x="137" y="116"/>
                  </a:cubicBezTo>
                  <a:cubicBezTo>
                    <a:pt x="141" y="101"/>
                    <a:pt x="162" y="61"/>
                    <a:pt x="159" y="51"/>
                  </a:cubicBezTo>
                </a:path>
              </a:pathLst>
            </a:custGeom>
            <a:solidFill>
              <a:srgbClr val="B069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9393" name="Freeform 741">
              <a:extLst>
                <a:ext uri="{FF2B5EF4-FFF2-40B4-BE49-F238E27FC236}">
                  <a16:creationId xmlns:a16="http://schemas.microsoft.com/office/drawing/2014/main" id="{81F0ABB1-0A8C-4D09-8DF8-444FEC1F04A3}"/>
                </a:ext>
              </a:extLst>
            </p:cNvPr>
            <p:cNvSpPr>
              <a:spLocks/>
            </p:cNvSpPr>
            <p:nvPr/>
          </p:nvSpPr>
          <p:spPr bwMode="auto">
            <a:xfrm>
              <a:off x="851" y="1512"/>
              <a:ext cx="119" cy="180"/>
            </a:xfrm>
            <a:custGeom>
              <a:avLst/>
              <a:gdLst>
                <a:gd name="T0" fmla="*/ 106 w 112"/>
                <a:gd name="T1" fmla="*/ 164 h 169"/>
                <a:gd name="T2" fmla="*/ 134 w 112"/>
                <a:gd name="T3" fmla="*/ 70 h 169"/>
                <a:gd name="T4" fmla="*/ 90 w 112"/>
                <a:gd name="T5" fmla="*/ 19 h 169"/>
                <a:gd name="T6" fmla="*/ 50 w 112"/>
                <a:gd name="T7" fmla="*/ 23 h 169"/>
                <a:gd name="T8" fmla="*/ 0 w 112"/>
                <a:gd name="T9" fmla="*/ 204 h 16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2" h="169">
                  <a:moveTo>
                    <a:pt x="88" y="136"/>
                  </a:moveTo>
                  <a:cubicBezTo>
                    <a:pt x="67" y="95"/>
                    <a:pt x="76" y="79"/>
                    <a:pt x="112" y="58"/>
                  </a:cubicBezTo>
                  <a:cubicBezTo>
                    <a:pt x="103" y="45"/>
                    <a:pt x="87" y="28"/>
                    <a:pt x="75" y="16"/>
                  </a:cubicBezTo>
                  <a:cubicBezTo>
                    <a:pt x="61" y="0"/>
                    <a:pt x="54" y="3"/>
                    <a:pt x="41" y="20"/>
                  </a:cubicBezTo>
                  <a:cubicBezTo>
                    <a:pt x="9" y="62"/>
                    <a:pt x="1" y="115"/>
                    <a:pt x="0" y="169"/>
                  </a:cubicBezTo>
                </a:path>
              </a:pathLst>
            </a:custGeom>
            <a:solidFill>
              <a:srgbClr val="B069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9394" name="Freeform 742">
              <a:extLst>
                <a:ext uri="{FF2B5EF4-FFF2-40B4-BE49-F238E27FC236}">
                  <a16:creationId xmlns:a16="http://schemas.microsoft.com/office/drawing/2014/main" id="{5EF62C0C-846E-4CCA-92E4-E72071B83983}"/>
                </a:ext>
              </a:extLst>
            </p:cNvPr>
            <p:cNvSpPr>
              <a:spLocks/>
            </p:cNvSpPr>
            <p:nvPr/>
          </p:nvSpPr>
          <p:spPr bwMode="auto">
            <a:xfrm>
              <a:off x="916" y="1269"/>
              <a:ext cx="231" cy="264"/>
            </a:xfrm>
            <a:custGeom>
              <a:avLst/>
              <a:gdLst>
                <a:gd name="T0" fmla="*/ 18 w 217"/>
                <a:gd name="T1" fmla="*/ 301 h 247"/>
                <a:gd name="T2" fmla="*/ 59 w 217"/>
                <a:gd name="T3" fmla="*/ 250 h 247"/>
                <a:gd name="T4" fmla="*/ 119 w 217"/>
                <a:gd name="T5" fmla="*/ 251 h 247"/>
                <a:gd name="T6" fmla="*/ 161 w 217"/>
                <a:gd name="T7" fmla="*/ 172 h 247"/>
                <a:gd name="T8" fmla="*/ 247 w 217"/>
                <a:gd name="T9" fmla="*/ 65 h 247"/>
                <a:gd name="T10" fmla="*/ 214 w 217"/>
                <a:gd name="T11" fmla="*/ 4 h 247"/>
                <a:gd name="T12" fmla="*/ 106 w 217"/>
                <a:gd name="T13" fmla="*/ 77 h 247"/>
                <a:gd name="T14" fmla="*/ 39 w 217"/>
                <a:gd name="T15" fmla="*/ 172 h 247"/>
                <a:gd name="T16" fmla="*/ 0 w 217"/>
                <a:gd name="T17" fmla="*/ 289 h 24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17" h="247">
                  <a:moveTo>
                    <a:pt x="15" y="247"/>
                  </a:moveTo>
                  <a:cubicBezTo>
                    <a:pt x="18" y="226"/>
                    <a:pt x="28" y="210"/>
                    <a:pt x="49" y="205"/>
                  </a:cubicBezTo>
                  <a:cubicBezTo>
                    <a:pt x="69" y="200"/>
                    <a:pt x="85" y="217"/>
                    <a:pt x="99" y="206"/>
                  </a:cubicBezTo>
                  <a:cubicBezTo>
                    <a:pt x="113" y="195"/>
                    <a:pt x="122" y="157"/>
                    <a:pt x="133" y="141"/>
                  </a:cubicBezTo>
                  <a:cubicBezTo>
                    <a:pt x="153" y="114"/>
                    <a:pt x="192" y="84"/>
                    <a:pt x="205" y="53"/>
                  </a:cubicBezTo>
                  <a:cubicBezTo>
                    <a:pt x="217" y="26"/>
                    <a:pt x="209" y="0"/>
                    <a:pt x="178" y="4"/>
                  </a:cubicBezTo>
                  <a:cubicBezTo>
                    <a:pt x="141" y="8"/>
                    <a:pt x="112" y="38"/>
                    <a:pt x="88" y="63"/>
                  </a:cubicBezTo>
                  <a:cubicBezTo>
                    <a:pt x="65" y="88"/>
                    <a:pt x="45" y="110"/>
                    <a:pt x="33" y="141"/>
                  </a:cubicBezTo>
                  <a:cubicBezTo>
                    <a:pt x="22" y="171"/>
                    <a:pt x="17" y="212"/>
                    <a:pt x="0" y="237"/>
                  </a:cubicBezTo>
                </a:path>
              </a:pathLst>
            </a:custGeom>
            <a:solidFill>
              <a:srgbClr val="B069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9395" name="Freeform 743">
              <a:extLst>
                <a:ext uri="{FF2B5EF4-FFF2-40B4-BE49-F238E27FC236}">
                  <a16:creationId xmlns:a16="http://schemas.microsoft.com/office/drawing/2014/main" id="{F94DB4E9-88D1-4E6C-8BA3-6BF5530817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8" y="1207"/>
              <a:ext cx="384" cy="230"/>
            </a:xfrm>
            <a:custGeom>
              <a:avLst/>
              <a:gdLst>
                <a:gd name="T0" fmla="*/ 41 w 361"/>
                <a:gd name="T1" fmla="*/ 263 h 215"/>
                <a:gd name="T2" fmla="*/ 82 w 361"/>
                <a:gd name="T3" fmla="*/ 223 h 215"/>
                <a:gd name="T4" fmla="*/ 155 w 361"/>
                <a:gd name="T5" fmla="*/ 186 h 215"/>
                <a:gd name="T6" fmla="*/ 340 w 361"/>
                <a:gd name="T7" fmla="*/ 138 h 215"/>
                <a:gd name="T8" fmla="*/ 421 w 361"/>
                <a:gd name="T9" fmla="*/ 35 h 215"/>
                <a:gd name="T10" fmla="*/ 362 w 361"/>
                <a:gd name="T11" fmla="*/ 1 h 215"/>
                <a:gd name="T12" fmla="*/ 87 w 361"/>
                <a:gd name="T13" fmla="*/ 82 h 215"/>
                <a:gd name="T14" fmla="*/ 0 w 361"/>
                <a:gd name="T15" fmla="*/ 181 h 21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61" h="215">
                  <a:moveTo>
                    <a:pt x="35" y="215"/>
                  </a:moveTo>
                  <a:cubicBezTo>
                    <a:pt x="44" y="211"/>
                    <a:pt x="57" y="190"/>
                    <a:pt x="68" y="181"/>
                  </a:cubicBezTo>
                  <a:cubicBezTo>
                    <a:pt x="87" y="164"/>
                    <a:pt x="105" y="159"/>
                    <a:pt x="129" y="152"/>
                  </a:cubicBezTo>
                  <a:cubicBezTo>
                    <a:pt x="181" y="138"/>
                    <a:pt x="233" y="134"/>
                    <a:pt x="283" y="113"/>
                  </a:cubicBezTo>
                  <a:cubicBezTo>
                    <a:pt x="311" y="101"/>
                    <a:pt x="361" y="67"/>
                    <a:pt x="350" y="29"/>
                  </a:cubicBezTo>
                  <a:cubicBezTo>
                    <a:pt x="344" y="10"/>
                    <a:pt x="321" y="1"/>
                    <a:pt x="301" y="1"/>
                  </a:cubicBezTo>
                  <a:cubicBezTo>
                    <a:pt x="220" y="0"/>
                    <a:pt x="141" y="27"/>
                    <a:pt x="72" y="67"/>
                  </a:cubicBezTo>
                  <a:cubicBezTo>
                    <a:pt x="39" y="86"/>
                    <a:pt x="23" y="117"/>
                    <a:pt x="0" y="148"/>
                  </a:cubicBezTo>
                </a:path>
              </a:pathLst>
            </a:custGeom>
            <a:solidFill>
              <a:srgbClr val="B069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9396" name="Freeform 744">
              <a:extLst>
                <a:ext uri="{FF2B5EF4-FFF2-40B4-BE49-F238E27FC236}">
                  <a16:creationId xmlns:a16="http://schemas.microsoft.com/office/drawing/2014/main" id="{816FE4D1-3B3A-4414-B3E8-9BE9945055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5" y="1307"/>
              <a:ext cx="416" cy="558"/>
            </a:xfrm>
            <a:custGeom>
              <a:avLst/>
              <a:gdLst>
                <a:gd name="T0" fmla="*/ 281 w 390"/>
                <a:gd name="T1" fmla="*/ 30 h 524"/>
                <a:gd name="T2" fmla="*/ 207 w 390"/>
                <a:gd name="T3" fmla="*/ 81 h 524"/>
                <a:gd name="T4" fmla="*/ 121 w 390"/>
                <a:gd name="T5" fmla="*/ 124 h 524"/>
                <a:gd name="T6" fmla="*/ 22 w 390"/>
                <a:gd name="T7" fmla="*/ 227 h 524"/>
                <a:gd name="T8" fmla="*/ 49 w 390"/>
                <a:gd name="T9" fmla="*/ 373 h 524"/>
                <a:gd name="T10" fmla="*/ 63 w 390"/>
                <a:gd name="T11" fmla="*/ 500 h 524"/>
                <a:gd name="T12" fmla="*/ 127 w 390"/>
                <a:gd name="T13" fmla="*/ 571 h 524"/>
                <a:gd name="T14" fmla="*/ 226 w 390"/>
                <a:gd name="T15" fmla="*/ 565 h 524"/>
                <a:gd name="T16" fmla="*/ 302 w 390"/>
                <a:gd name="T17" fmla="*/ 614 h 524"/>
                <a:gd name="T18" fmla="*/ 407 w 390"/>
                <a:gd name="T19" fmla="*/ 606 h 524"/>
                <a:gd name="T20" fmla="*/ 463 w 390"/>
                <a:gd name="T21" fmla="*/ 570 h 524"/>
                <a:gd name="T22" fmla="*/ 467 w 390"/>
                <a:gd name="T23" fmla="*/ 483 h 524"/>
                <a:gd name="T24" fmla="*/ 443 w 390"/>
                <a:gd name="T25" fmla="*/ 263 h 524"/>
                <a:gd name="T26" fmla="*/ 394 w 390"/>
                <a:gd name="T27" fmla="*/ 67 h 524"/>
                <a:gd name="T28" fmla="*/ 278 w 390"/>
                <a:gd name="T29" fmla="*/ 26 h 52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390" h="524">
                  <a:moveTo>
                    <a:pt x="232" y="24"/>
                  </a:moveTo>
                  <a:cubicBezTo>
                    <a:pt x="211" y="38"/>
                    <a:pt x="191" y="54"/>
                    <a:pt x="171" y="67"/>
                  </a:cubicBezTo>
                  <a:cubicBezTo>
                    <a:pt x="148" y="82"/>
                    <a:pt x="121" y="87"/>
                    <a:pt x="99" y="102"/>
                  </a:cubicBezTo>
                  <a:cubicBezTo>
                    <a:pt x="72" y="121"/>
                    <a:pt x="34" y="158"/>
                    <a:pt x="19" y="188"/>
                  </a:cubicBezTo>
                  <a:cubicBezTo>
                    <a:pt x="0" y="228"/>
                    <a:pt x="30" y="269"/>
                    <a:pt x="40" y="309"/>
                  </a:cubicBezTo>
                  <a:cubicBezTo>
                    <a:pt x="48" y="344"/>
                    <a:pt x="50" y="378"/>
                    <a:pt x="52" y="414"/>
                  </a:cubicBezTo>
                  <a:cubicBezTo>
                    <a:pt x="54" y="453"/>
                    <a:pt x="65" y="471"/>
                    <a:pt x="105" y="472"/>
                  </a:cubicBezTo>
                  <a:cubicBezTo>
                    <a:pt x="133" y="473"/>
                    <a:pt x="160" y="461"/>
                    <a:pt x="187" y="469"/>
                  </a:cubicBezTo>
                  <a:cubicBezTo>
                    <a:pt x="213" y="477"/>
                    <a:pt x="226" y="497"/>
                    <a:pt x="248" y="509"/>
                  </a:cubicBezTo>
                  <a:cubicBezTo>
                    <a:pt x="277" y="524"/>
                    <a:pt x="308" y="514"/>
                    <a:pt x="336" y="501"/>
                  </a:cubicBezTo>
                  <a:cubicBezTo>
                    <a:pt x="351" y="494"/>
                    <a:pt x="374" y="485"/>
                    <a:pt x="382" y="471"/>
                  </a:cubicBezTo>
                  <a:cubicBezTo>
                    <a:pt x="390" y="454"/>
                    <a:pt x="386" y="419"/>
                    <a:pt x="385" y="400"/>
                  </a:cubicBezTo>
                  <a:cubicBezTo>
                    <a:pt x="380" y="339"/>
                    <a:pt x="372" y="279"/>
                    <a:pt x="365" y="218"/>
                  </a:cubicBezTo>
                  <a:cubicBezTo>
                    <a:pt x="358" y="163"/>
                    <a:pt x="351" y="104"/>
                    <a:pt x="324" y="55"/>
                  </a:cubicBezTo>
                  <a:cubicBezTo>
                    <a:pt x="306" y="22"/>
                    <a:pt x="268" y="0"/>
                    <a:pt x="230" y="22"/>
                  </a:cubicBezTo>
                </a:path>
              </a:pathLst>
            </a:custGeom>
            <a:solidFill>
              <a:srgbClr val="B069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9397" name="Freeform 745">
              <a:extLst>
                <a:ext uri="{FF2B5EF4-FFF2-40B4-BE49-F238E27FC236}">
                  <a16:creationId xmlns:a16="http://schemas.microsoft.com/office/drawing/2014/main" id="{41948673-6340-4ACD-ABDE-DB076662914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7" y="1901"/>
              <a:ext cx="281" cy="94"/>
            </a:xfrm>
            <a:custGeom>
              <a:avLst/>
              <a:gdLst>
                <a:gd name="T0" fmla="*/ 4 w 264"/>
                <a:gd name="T1" fmla="*/ 40 h 88"/>
                <a:gd name="T2" fmla="*/ 0 w 264"/>
                <a:gd name="T3" fmla="*/ 35 h 88"/>
                <a:gd name="T4" fmla="*/ 90 w 264"/>
                <a:gd name="T5" fmla="*/ 83 h 88"/>
                <a:gd name="T6" fmla="*/ 182 w 264"/>
                <a:gd name="T7" fmla="*/ 105 h 88"/>
                <a:gd name="T8" fmla="*/ 263 w 264"/>
                <a:gd name="T9" fmla="*/ 101 h 88"/>
                <a:gd name="T10" fmla="*/ 315 w 264"/>
                <a:gd name="T11" fmla="*/ 47 h 88"/>
                <a:gd name="T12" fmla="*/ 11 w 264"/>
                <a:gd name="T13" fmla="*/ 37 h 8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4" h="88">
                  <a:moveTo>
                    <a:pt x="4" y="33"/>
                  </a:moveTo>
                  <a:cubicBezTo>
                    <a:pt x="1" y="31"/>
                    <a:pt x="2" y="29"/>
                    <a:pt x="0" y="29"/>
                  </a:cubicBezTo>
                  <a:cubicBezTo>
                    <a:pt x="10" y="46"/>
                    <a:pt x="56" y="61"/>
                    <a:pt x="75" y="68"/>
                  </a:cubicBezTo>
                  <a:cubicBezTo>
                    <a:pt x="99" y="77"/>
                    <a:pt x="125" y="84"/>
                    <a:pt x="151" y="86"/>
                  </a:cubicBezTo>
                  <a:cubicBezTo>
                    <a:pt x="172" y="88"/>
                    <a:pt x="198" y="88"/>
                    <a:pt x="218" y="83"/>
                  </a:cubicBezTo>
                  <a:cubicBezTo>
                    <a:pt x="236" y="79"/>
                    <a:pt x="264" y="60"/>
                    <a:pt x="261" y="38"/>
                  </a:cubicBezTo>
                  <a:cubicBezTo>
                    <a:pt x="257" y="0"/>
                    <a:pt x="51" y="47"/>
                    <a:pt x="8" y="31"/>
                  </a:cubicBezTo>
                </a:path>
              </a:pathLst>
            </a:custGeom>
            <a:solidFill>
              <a:srgbClr val="B069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9398" name="Freeform 746">
              <a:extLst>
                <a:ext uri="{FF2B5EF4-FFF2-40B4-BE49-F238E27FC236}">
                  <a16:creationId xmlns:a16="http://schemas.microsoft.com/office/drawing/2014/main" id="{A9A1E956-B483-4921-9F5B-FA5AE63C61C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1" y="1864"/>
              <a:ext cx="499" cy="452"/>
            </a:xfrm>
            <a:custGeom>
              <a:avLst/>
              <a:gdLst>
                <a:gd name="T0" fmla="*/ 306 w 468"/>
                <a:gd name="T1" fmla="*/ 90 h 424"/>
                <a:gd name="T2" fmla="*/ 237 w 468"/>
                <a:gd name="T3" fmla="*/ 145 h 424"/>
                <a:gd name="T4" fmla="*/ 419 w 468"/>
                <a:gd name="T5" fmla="*/ 248 h 424"/>
                <a:gd name="T6" fmla="*/ 557 w 468"/>
                <a:gd name="T7" fmla="*/ 417 h 424"/>
                <a:gd name="T8" fmla="*/ 395 w 468"/>
                <a:gd name="T9" fmla="*/ 514 h 424"/>
                <a:gd name="T10" fmla="*/ 269 w 468"/>
                <a:gd name="T11" fmla="*/ 491 h 424"/>
                <a:gd name="T12" fmla="*/ 198 w 468"/>
                <a:gd name="T13" fmla="*/ 426 h 424"/>
                <a:gd name="T14" fmla="*/ 93 w 468"/>
                <a:gd name="T15" fmla="*/ 298 h 424"/>
                <a:gd name="T16" fmla="*/ 17 w 468"/>
                <a:gd name="T17" fmla="*/ 291 h 424"/>
                <a:gd name="T18" fmla="*/ 0 w 468"/>
                <a:gd name="T19" fmla="*/ 187 h 424"/>
                <a:gd name="T20" fmla="*/ 62 w 468"/>
                <a:gd name="T21" fmla="*/ 0 h 424"/>
                <a:gd name="T22" fmla="*/ 116 w 468"/>
                <a:gd name="T23" fmla="*/ 12 h 424"/>
                <a:gd name="T24" fmla="*/ 204 w 468"/>
                <a:gd name="T25" fmla="*/ 50 h 424"/>
                <a:gd name="T26" fmla="*/ 254 w 468"/>
                <a:gd name="T27" fmla="*/ 71 h 424"/>
                <a:gd name="T28" fmla="*/ 290 w 468"/>
                <a:gd name="T29" fmla="*/ 80 h 42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468" h="424">
                  <a:moveTo>
                    <a:pt x="252" y="74"/>
                  </a:moveTo>
                  <a:cubicBezTo>
                    <a:pt x="221" y="49"/>
                    <a:pt x="163" y="84"/>
                    <a:pt x="195" y="120"/>
                  </a:cubicBezTo>
                  <a:cubicBezTo>
                    <a:pt x="235" y="167"/>
                    <a:pt x="288" y="186"/>
                    <a:pt x="346" y="205"/>
                  </a:cubicBezTo>
                  <a:cubicBezTo>
                    <a:pt x="405" y="225"/>
                    <a:pt x="468" y="273"/>
                    <a:pt x="460" y="344"/>
                  </a:cubicBezTo>
                  <a:cubicBezTo>
                    <a:pt x="453" y="407"/>
                    <a:pt x="377" y="423"/>
                    <a:pt x="325" y="424"/>
                  </a:cubicBezTo>
                  <a:cubicBezTo>
                    <a:pt x="291" y="424"/>
                    <a:pt x="253" y="413"/>
                    <a:pt x="221" y="405"/>
                  </a:cubicBezTo>
                  <a:cubicBezTo>
                    <a:pt x="190" y="398"/>
                    <a:pt x="178" y="378"/>
                    <a:pt x="163" y="352"/>
                  </a:cubicBezTo>
                  <a:cubicBezTo>
                    <a:pt x="143" y="315"/>
                    <a:pt x="121" y="260"/>
                    <a:pt x="77" y="247"/>
                  </a:cubicBezTo>
                  <a:cubicBezTo>
                    <a:pt x="60" y="242"/>
                    <a:pt x="25" y="250"/>
                    <a:pt x="14" y="240"/>
                  </a:cubicBezTo>
                  <a:cubicBezTo>
                    <a:pt x="0" y="226"/>
                    <a:pt x="0" y="173"/>
                    <a:pt x="0" y="154"/>
                  </a:cubicBezTo>
                  <a:cubicBezTo>
                    <a:pt x="0" y="100"/>
                    <a:pt x="11" y="39"/>
                    <a:pt x="51" y="0"/>
                  </a:cubicBezTo>
                  <a:cubicBezTo>
                    <a:pt x="63" y="8"/>
                    <a:pt x="82" y="5"/>
                    <a:pt x="96" y="9"/>
                  </a:cubicBezTo>
                  <a:cubicBezTo>
                    <a:pt x="121" y="16"/>
                    <a:pt x="144" y="30"/>
                    <a:pt x="168" y="41"/>
                  </a:cubicBezTo>
                  <a:cubicBezTo>
                    <a:pt x="181" y="48"/>
                    <a:pt x="196" y="56"/>
                    <a:pt x="209" y="59"/>
                  </a:cubicBezTo>
                  <a:cubicBezTo>
                    <a:pt x="220" y="62"/>
                    <a:pt x="234" y="59"/>
                    <a:pt x="239" y="66"/>
                  </a:cubicBezTo>
                </a:path>
              </a:pathLst>
            </a:custGeom>
            <a:solidFill>
              <a:srgbClr val="B069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9399" name="Freeform 747">
              <a:extLst>
                <a:ext uri="{FF2B5EF4-FFF2-40B4-BE49-F238E27FC236}">
                  <a16:creationId xmlns:a16="http://schemas.microsoft.com/office/drawing/2014/main" id="{B1A29453-2F7F-4C07-B41F-D989481BDF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6" y="2163"/>
              <a:ext cx="225" cy="244"/>
            </a:xfrm>
            <a:custGeom>
              <a:avLst/>
              <a:gdLst>
                <a:gd name="T0" fmla="*/ 255 w 211"/>
                <a:gd name="T1" fmla="*/ 142 h 229"/>
                <a:gd name="T2" fmla="*/ 204 w 211"/>
                <a:gd name="T3" fmla="*/ 200 h 229"/>
                <a:gd name="T4" fmla="*/ 256 w 211"/>
                <a:gd name="T5" fmla="*/ 277 h 229"/>
                <a:gd name="T6" fmla="*/ 182 w 211"/>
                <a:gd name="T7" fmla="*/ 237 h 229"/>
                <a:gd name="T8" fmla="*/ 110 w 211"/>
                <a:gd name="T9" fmla="*/ 193 h 229"/>
                <a:gd name="T10" fmla="*/ 27 w 211"/>
                <a:gd name="T11" fmla="*/ 0 h 2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1" h="229">
                  <a:moveTo>
                    <a:pt x="210" y="117"/>
                  </a:moveTo>
                  <a:cubicBezTo>
                    <a:pt x="187" y="124"/>
                    <a:pt x="167" y="139"/>
                    <a:pt x="168" y="165"/>
                  </a:cubicBezTo>
                  <a:cubicBezTo>
                    <a:pt x="170" y="196"/>
                    <a:pt x="208" y="204"/>
                    <a:pt x="211" y="229"/>
                  </a:cubicBezTo>
                  <a:cubicBezTo>
                    <a:pt x="193" y="228"/>
                    <a:pt x="167" y="204"/>
                    <a:pt x="150" y="195"/>
                  </a:cubicBezTo>
                  <a:cubicBezTo>
                    <a:pt x="131" y="184"/>
                    <a:pt x="108" y="174"/>
                    <a:pt x="91" y="160"/>
                  </a:cubicBezTo>
                  <a:cubicBezTo>
                    <a:pt x="47" y="126"/>
                    <a:pt x="0" y="56"/>
                    <a:pt x="22" y="0"/>
                  </a:cubicBezTo>
                </a:path>
              </a:pathLst>
            </a:custGeom>
            <a:solidFill>
              <a:srgbClr val="B069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9400" name="Freeform 748">
              <a:extLst>
                <a:ext uri="{FF2B5EF4-FFF2-40B4-BE49-F238E27FC236}">
                  <a16:creationId xmlns:a16="http://schemas.microsoft.com/office/drawing/2014/main" id="{0ECFE78D-FD65-4533-9F14-D7F4D0445518}"/>
                </a:ext>
              </a:extLst>
            </p:cNvPr>
            <p:cNvSpPr>
              <a:spLocks/>
            </p:cNvSpPr>
            <p:nvPr/>
          </p:nvSpPr>
          <p:spPr bwMode="auto">
            <a:xfrm>
              <a:off x="971" y="2307"/>
              <a:ext cx="239" cy="326"/>
            </a:xfrm>
            <a:custGeom>
              <a:avLst/>
              <a:gdLst>
                <a:gd name="T0" fmla="*/ 257 w 224"/>
                <a:gd name="T1" fmla="*/ 213 h 306"/>
                <a:gd name="T2" fmla="*/ 160 w 224"/>
                <a:gd name="T3" fmla="*/ 72 h 306"/>
                <a:gd name="T4" fmla="*/ 54 w 224"/>
                <a:gd name="T5" fmla="*/ 3 h 306"/>
                <a:gd name="T6" fmla="*/ 21 w 224"/>
                <a:gd name="T7" fmla="*/ 131 h 306"/>
                <a:gd name="T8" fmla="*/ 114 w 224"/>
                <a:gd name="T9" fmla="*/ 351 h 306"/>
                <a:gd name="T10" fmla="*/ 251 w 224"/>
                <a:gd name="T11" fmla="*/ 203 h 30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4" h="306">
                  <a:moveTo>
                    <a:pt x="212" y="176"/>
                  </a:moveTo>
                  <a:cubicBezTo>
                    <a:pt x="224" y="124"/>
                    <a:pt x="167" y="90"/>
                    <a:pt x="132" y="60"/>
                  </a:cubicBezTo>
                  <a:cubicBezTo>
                    <a:pt x="112" y="43"/>
                    <a:pt x="73" y="4"/>
                    <a:pt x="45" y="3"/>
                  </a:cubicBezTo>
                  <a:cubicBezTo>
                    <a:pt x="0" y="0"/>
                    <a:pt x="17" y="83"/>
                    <a:pt x="18" y="108"/>
                  </a:cubicBezTo>
                  <a:cubicBezTo>
                    <a:pt x="20" y="173"/>
                    <a:pt x="13" y="271"/>
                    <a:pt x="94" y="290"/>
                  </a:cubicBezTo>
                  <a:cubicBezTo>
                    <a:pt x="160" y="306"/>
                    <a:pt x="189" y="216"/>
                    <a:pt x="206" y="168"/>
                  </a:cubicBezTo>
                </a:path>
              </a:pathLst>
            </a:custGeom>
            <a:solidFill>
              <a:srgbClr val="B069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9401" name="Freeform 749">
              <a:extLst>
                <a:ext uri="{FF2B5EF4-FFF2-40B4-BE49-F238E27FC236}">
                  <a16:creationId xmlns:a16="http://schemas.microsoft.com/office/drawing/2014/main" id="{56D57C4B-87B5-47F3-B364-A91C1BBA475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4" y="2456"/>
              <a:ext cx="445" cy="289"/>
            </a:xfrm>
            <a:custGeom>
              <a:avLst/>
              <a:gdLst>
                <a:gd name="T0" fmla="*/ 0 w 418"/>
                <a:gd name="T1" fmla="*/ 158 h 271"/>
                <a:gd name="T2" fmla="*/ 275 w 418"/>
                <a:gd name="T3" fmla="*/ 218 h 271"/>
                <a:gd name="T4" fmla="*/ 367 w 418"/>
                <a:gd name="T5" fmla="*/ 259 h 271"/>
                <a:gd name="T6" fmla="*/ 456 w 418"/>
                <a:gd name="T7" fmla="*/ 316 h 271"/>
                <a:gd name="T8" fmla="*/ 480 w 418"/>
                <a:gd name="T9" fmla="*/ 319 h 271"/>
                <a:gd name="T10" fmla="*/ 451 w 418"/>
                <a:gd name="T11" fmla="*/ 270 h 271"/>
                <a:gd name="T12" fmla="*/ 442 w 418"/>
                <a:gd name="T13" fmla="*/ 219 h 271"/>
                <a:gd name="T14" fmla="*/ 419 w 418"/>
                <a:gd name="T15" fmla="*/ 150 h 271"/>
                <a:gd name="T16" fmla="*/ 304 w 418"/>
                <a:gd name="T17" fmla="*/ 89 h 271"/>
                <a:gd name="T18" fmla="*/ 183 w 418"/>
                <a:gd name="T19" fmla="*/ 113 h 271"/>
                <a:gd name="T20" fmla="*/ 126 w 418"/>
                <a:gd name="T21" fmla="*/ 79 h 271"/>
                <a:gd name="T22" fmla="*/ 126 w 418"/>
                <a:gd name="T23" fmla="*/ 0 h 27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18" h="271">
                  <a:moveTo>
                    <a:pt x="0" y="130"/>
                  </a:moveTo>
                  <a:cubicBezTo>
                    <a:pt x="62" y="181"/>
                    <a:pt x="154" y="162"/>
                    <a:pt x="227" y="179"/>
                  </a:cubicBezTo>
                  <a:cubicBezTo>
                    <a:pt x="255" y="186"/>
                    <a:pt x="277" y="204"/>
                    <a:pt x="304" y="214"/>
                  </a:cubicBezTo>
                  <a:cubicBezTo>
                    <a:pt x="333" y="224"/>
                    <a:pt x="351" y="247"/>
                    <a:pt x="378" y="261"/>
                  </a:cubicBezTo>
                  <a:cubicBezTo>
                    <a:pt x="387" y="266"/>
                    <a:pt x="388" y="271"/>
                    <a:pt x="398" y="263"/>
                  </a:cubicBezTo>
                  <a:cubicBezTo>
                    <a:pt x="418" y="246"/>
                    <a:pt x="385" y="231"/>
                    <a:pt x="374" y="222"/>
                  </a:cubicBezTo>
                  <a:cubicBezTo>
                    <a:pt x="357" y="209"/>
                    <a:pt x="373" y="199"/>
                    <a:pt x="366" y="180"/>
                  </a:cubicBezTo>
                  <a:cubicBezTo>
                    <a:pt x="359" y="163"/>
                    <a:pt x="358" y="139"/>
                    <a:pt x="348" y="124"/>
                  </a:cubicBezTo>
                  <a:cubicBezTo>
                    <a:pt x="333" y="102"/>
                    <a:pt x="281" y="80"/>
                    <a:pt x="253" y="73"/>
                  </a:cubicBezTo>
                  <a:cubicBezTo>
                    <a:pt x="214" y="63"/>
                    <a:pt x="189" y="81"/>
                    <a:pt x="152" y="93"/>
                  </a:cubicBezTo>
                  <a:cubicBezTo>
                    <a:pt x="127" y="102"/>
                    <a:pt x="104" y="97"/>
                    <a:pt x="104" y="65"/>
                  </a:cubicBezTo>
                  <a:cubicBezTo>
                    <a:pt x="104" y="35"/>
                    <a:pt x="132" y="25"/>
                    <a:pt x="104" y="0"/>
                  </a:cubicBezTo>
                </a:path>
              </a:pathLst>
            </a:custGeom>
            <a:solidFill>
              <a:srgbClr val="B069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9402" name="Freeform 750">
              <a:extLst>
                <a:ext uri="{FF2B5EF4-FFF2-40B4-BE49-F238E27FC236}">
                  <a16:creationId xmlns:a16="http://schemas.microsoft.com/office/drawing/2014/main" id="{26899DE9-9F93-4EDD-B90C-E2BE2D87EB19}"/>
                </a:ext>
              </a:extLst>
            </p:cNvPr>
            <p:cNvSpPr>
              <a:spLocks/>
            </p:cNvSpPr>
            <p:nvPr/>
          </p:nvSpPr>
          <p:spPr bwMode="auto">
            <a:xfrm>
              <a:off x="987" y="2689"/>
              <a:ext cx="500" cy="316"/>
            </a:xfrm>
            <a:custGeom>
              <a:avLst/>
              <a:gdLst>
                <a:gd name="T0" fmla="*/ 214 w 469"/>
                <a:gd name="T1" fmla="*/ 21 h 296"/>
                <a:gd name="T2" fmla="*/ 85 w 469"/>
                <a:gd name="T3" fmla="*/ 1 h 296"/>
                <a:gd name="T4" fmla="*/ 3 w 469"/>
                <a:gd name="T5" fmla="*/ 113 h 296"/>
                <a:gd name="T6" fmla="*/ 57 w 469"/>
                <a:gd name="T7" fmla="*/ 266 h 296"/>
                <a:gd name="T8" fmla="*/ 189 w 469"/>
                <a:gd name="T9" fmla="*/ 288 h 296"/>
                <a:gd name="T10" fmla="*/ 354 w 469"/>
                <a:gd name="T11" fmla="*/ 307 h 296"/>
                <a:gd name="T12" fmla="*/ 489 w 469"/>
                <a:gd name="T13" fmla="*/ 358 h 296"/>
                <a:gd name="T14" fmla="*/ 549 w 469"/>
                <a:gd name="T15" fmla="*/ 341 h 296"/>
                <a:gd name="T16" fmla="*/ 545 w 469"/>
                <a:gd name="T17" fmla="*/ 249 h 296"/>
                <a:gd name="T18" fmla="*/ 428 w 469"/>
                <a:gd name="T19" fmla="*/ 131 h 296"/>
                <a:gd name="T20" fmla="*/ 289 w 469"/>
                <a:gd name="T21" fmla="*/ 56 h 296"/>
                <a:gd name="T22" fmla="*/ 214 w 469"/>
                <a:gd name="T23" fmla="*/ 27 h 29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69" h="296">
                  <a:moveTo>
                    <a:pt x="177" y="18"/>
                  </a:moveTo>
                  <a:cubicBezTo>
                    <a:pt x="146" y="8"/>
                    <a:pt x="103" y="0"/>
                    <a:pt x="70" y="1"/>
                  </a:cubicBezTo>
                  <a:cubicBezTo>
                    <a:pt x="25" y="4"/>
                    <a:pt x="0" y="51"/>
                    <a:pt x="3" y="93"/>
                  </a:cubicBezTo>
                  <a:cubicBezTo>
                    <a:pt x="5" y="131"/>
                    <a:pt x="19" y="191"/>
                    <a:pt x="47" y="218"/>
                  </a:cubicBezTo>
                  <a:cubicBezTo>
                    <a:pt x="80" y="249"/>
                    <a:pt x="116" y="244"/>
                    <a:pt x="156" y="237"/>
                  </a:cubicBezTo>
                  <a:cubicBezTo>
                    <a:pt x="207" y="228"/>
                    <a:pt x="244" y="237"/>
                    <a:pt x="292" y="253"/>
                  </a:cubicBezTo>
                  <a:cubicBezTo>
                    <a:pt x="329" y="266"/>
                    <a:pt x="364" y="290"/>
                    <a:pt x="404" y="294"/>
                  </a:cubicBezTo>
                  <a:cubicBezTo>
                    <a:pt x="423" y="296"/>
                    <a:pt x="442" y="296"/>
                    <a:pt x="453" y="280"/>
                  </a:cubicBezTo>
                  <a:cubicBezTo>
                    <a:pt x="469" y="255"/>
                    <a:pt x="463" y="227"/>
                    <a:pt x="449" y="204"/>
                  </a:cubicBezTo>
                  <a:cubicBezTo>
                    <a:pt x="425" y="164"/>
                    <a:pt x="394" y="131"/>
                    <a:pt x="353" y="108"/>
                  </a:cubicBezTo>
                  <a:cubicBezTo>
                    <a:pt x="314" y="87"/>
                    <a:pt x="279" y="61"/>
                    <a:pt x="238" y="46"/>
                  </a:cubicBezTo>
                  <a:cubicBezTo>
                    <a:pt x="217" y="38"/>
                    <a:pt x="197" y="30"/>
                    <a:pt x="177" y="22"/>
                  </a:cubicBezTo>
                </a:path>
              </a:pathLst>
            </a:custGeom>
            <a:solidFill>
              <a:srgbClr val="B069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9403" name="Freeform 751">
              <a:extLst>
                <a:ext uri="{FF2B5EF4-FFF2-40B4-BE49-F238E27FC236}">
                  <a16:creationId xmlns:a16="http://schemas.microsoft.com/office/drawing/2014/main" id="{04D3774B-CB99-4E68-B32A-3F8BE22817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7" y="3010"/>
              <a:ext cx="177" cy="97"/>
            </a:xfrm>
            <a:custGeom>
              <a:avLst/>
              <a:gdLst>
                <a:gd name="T0" fmla="*/ 117 w 166"/>
                <a:gd name="T1" fmla="*/ 16 h 91"/>
                <a:gd name="T2" fmla="*/ 34 w 166"/>
                <a:gd name="T3" fmla="*/ 18 h 91"/>
                <a:gd name="T4" fmla="*/ 63 w 166"/>
                <a:gd name="T5" fmla="*/ 86 h 91"/>
                <a:gd name="T6" fmla="*/ 175 w 166"/>
                <a:gd name="T7" fmla="*/ 82 h 91"/>
                <a:gd name="T8" fmla="*/ 103 w 166"/>
                <a:gd name="T9" fmla="*/ 22 h 9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6" h="91">
                  <a:moveTo>
                    <a:pt x="97" y="13"/>
                  </a:moveTo>
                  <a:cubicBezTo>
                    <a:pt x="77" y="21"/>
                    <a:pt x="47" y="0"/>
                    <a:pt x="28" y="15"/>
                  </a:cubicBezTo>
                  <a:cubicBezTo>
                    <a:pt x="0" y="37"/>
                    <a:pt x="32" y="62"/>
                    <a:pt x="52" y="71"/>
                  </a:cubicBezTo>
                  <a:cubicBezTo>
                    <a:pt x="74" y="80"/>
                    <a:pt x="125" y="91"/>
                    <a:pt x="144" y="68"/>
                  </a:cubicBezTo>
                  <a:cubicBezTo>
                    <a:pt x="166" y="41"/>
                    <a:pt x="95" y="11"/>
                    <a:pt x="85" y="19"/>
                  </a:cubicBezTo>
                </a:path>
              </a:pathLst>
            </a:custGeom>
            <a:solidFill>
              <a:srgbClr val="B069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9404" name="Freeform 752">
              <a:extLst>
                <a:ext uri="{FF2B5EF4-FFF2-40B4-BE49-F238E27FC236}">
                  <a16:creationId xmlns:a16="http://schemas.microsoft.com/office/drawing/2014/main" id="{F2AEDA05-2E5F-4B18-825A-9EF80B14905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9" y="3114"/>
              <a:ext cx="340" cy="501"/>
            </a:xfrm>
            <a:custGeom>
              <a:avLst/>
              <a:gdLst>
                <a:gd name="T0" fmla="*/ 372 w 319"/>
                <a:gd name="T1" fmla="*/ 104 h 470"/>
                <a:gd name="T2" fmla="*/ 252 w 319"/>
                <a:gd name="T3" fmla="*/ 97 h 470"/>
                <a:gd name="T4" fmla="*/ 141 w 319"/>
                <a:gd name="T5" fmla="*/ 80 h 470"/>
                <a:gd name="T6" fmla="*/ 74 w 319"/>
                <a:gd name="T7" fmla="*/ 48 h 470"/>
                <a:gd name="T8" fmla="*/ 32 w 319"/>
                <a:gd name="T9" fmla="*/ 0 h 470"/>
                <a:gd name="T10" fmla="*/ 42 w 319"/>
                <a:gd name="T11" fmla="*/ 131 h 470"/>
                <a:gd name="T12" fmla="*/ 21 w 319"/>
                <a:gd name="T13" fmla="*/ 303 h 470"/>
                <a:gd name="T14" fmla="*/ 59 w 319"/>
                <a:gd name="T15" fmla="*/ 530 h 470"/>
                <a:gd name="T16" fmla="*/ 197 w 319"/>
                <a:gd name="T17" fmla="*/ 568 h 470"/>
                <a:gd name="T18" fmla="*/ 311 w 319"/>
                <a:gd name="T19" fmla="*/ 433 h 470"/>
                <a:gd name="T20" fmla="*/ 375 w 319"/>
                <a:gd name="T21" fmla="*/ 260 h 470"/>
                <a:gd name="T22" fmla="*/ 384 w 319"/>
                <a:gd name="T23" fmla="*/ 187 h 470"/>
                <a:gd name="T24" fmla="*/ 369 w 319"/>
                <a:gd name="T25" fmla="*/ 109 h 47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19" h="470">
                  <a:moveTo>
                    <a:pt x="307" y="86"/>
                  </a:moveTo>
                  <a:cubicBezTo>
                    <a:pt x="276" y="76"/>
                    <a:pt x="239" y="83"/>
                    <a:pt x="207" y="80"/>
                  </a:cubicBezTo>
                  <a:cubicBezTo>
                    <a:pt x="176" y="77"/>
                    <a:pt x="145" y="74"/>
                    <a:pt x="116" y="66"/>
                  </a:cubicBezTo>
                  <a:cubicBezTo>
                    <a:pt x="97" y="60"/>
                    <a:pt x="76" y="53"/>
                    <a:pt x="61" y="39"/>
                  </a:cubicBezTo>
                  <a:cubicBezTo>
                    <a:pt x="49" y="27"/>
                    <a:pt x="41" y="9"/>
                    <a:pt x="26" y="0"/>
                  </a:cubicBezTo>
                  <a:cubicBezTo>
                    <a:pt x="10" y="28"/>
                    <a:pt x="37" y="76"/>
                    <a:pt x="35" y="108"/>
                  </a:cubicBezTo>
                  <a:cubicBezTo>
                    <a:pt x="32" y="156"/>
                    <a:pt x="21" y="203"/>
                    <a:pt x="18" y="250"/>
                  </a:cubicBezTo>
                  <a:cubicBezTo>
                    <a:pt x="15" y="303"/>
                    <a:pt x="0" y="399"/>
                    <a:pt x="49" y="437"/>
                  </a:cubicBezTo>
                  <a:cubicBezTo>
                    <a:pt x="81" y="461"/>
                    <a:pt x="125" y="470"/>
                    <a:pt x="163" y="469"/>
                  </a:cubicBezTo>
                  <a:cubicBezTo>
                    <a:pt x="218" y="466"/>
                    <a:pt x="239" y="401"/>
                    <a:pt x="257" y="357"/>
                  </a:cubicBezTo>
                  <a:cubicBezTo>
                    <a:pt x="276" y="310"/>
                    <a:pt x="297" y="263"/>
                    <a:pt x="310" y="215"/>
                  </a:cubicBezTo>
                  <a:cubicBezTo>
                    <a:pt x="316" y="194"/>
                    <a:pt x="319" y="174"/>
                    <a:pt x="317" y="154"/>
                  </a:cubicBezTo>
                  <a:cubicBezTo>
                    <a:pt x="316" y="131"/>
                    <a:pt x="307" y="111"/>
                    <a:pt x="305" y="90"/>
                  </a:cubicBezTo>
                </a:path>
              </a:pathLst>
            </a:custGeom>
            <a:solidFill>
              <a:srgbClr val="B069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9405" name="Freeform 753">
              <a:extLst>
                <a:ext uri="{FF2B5EF4-FFF2-40B4-BE49-F238E27FC236}">
                  <a16:creationId xmlns:a16="http://schemas.microsoft.com/office/drawing/2014/main" id="{BFEE67A4-6335-4D55-99E0-D98B8D12617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1" y="3697"/>
              <a:ext cx="152" cy="87"/>
            </a:xfrm>
            <a:custGeom>
              <a:avLst/>
              <a:gdLst>
                <a:gd name="T0" fmla="*/ 84 w 143"/>
                <a:gd name="T1" fmla="*/ 7 h 82"/>
                <a:gd name="T2" fmla="*/ 12 w 143"/>
                <a:gd name="T3" fmla="*/ 32 h 82"/>
                <a:gd name="T4" fmla="*/ 84 w 143"/>
                <a:gd name="T5" fmla="*/ 55 h 82"/>
                <a:gd name="T6" fmla="*/ 172 w 143"/>
                <a:gd name="T7" fmla="*/ 48 h 82"/>
                <a:gd name="T8" fmla="*/ 77 w 143"/>
                <a:gd name="T9" fmla="*/ 15 h 8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3" h="82">
                  <a:moveTo>
                    <a:pt x="70" y="7"/>
                  </a:moveTo>
                  <a:cubicBezTo>
                    <a:pt x="51" y="0"/>
                    <a:pt x="16" y="1"/>
                    <a:pt x="9" y="26"/>
                  </a:cubicBezTo>
                  <a:cubicBezTo>
                    <a:pt x="0" y="58"/>
                    <a:pt x="50" y="41"/>
                    <a:pt x="70" y="46"/>
                  </a:cubicBezTo>
                  <a:cubicBezTo>
                    <a:pt x="88" y="52"/>
                    <a:pt x="143" y="82"/>
                    <a:pt x="143" y="40"/>
                  </a:cubicBezTo>
                  <a:cubicBezTo>
                    <a:pt x="143" y="14"/>
                    <a:pt x="80" y="3"/>
                    <a:pt x="64" y="12"/>
                  </a:cubicBezTo>
                </a:path>
              </a:pathLst>
            </a:custGeom>
            <a:solidFill>
              <a:srgbClr val="B069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9406" name="Freeform 754">
              <a:extLst>
                <a:ext uri="{FF2B5EF4-FFF2-40B4-BE49-F238E27FC236}">
                  <a16:creationId xmlns:a16="http://schemas.microsoft.com/office/drawing/2014/main" id="{801F5165-5F53-43C7-B433-C816081278A7}"/>
                </a:ext>
              </a:extLst>
            </p:cNvPr>
            <p:cNvSpPr>
              <a:spLocks/>
            </p:cNvSpPr>
            <p:nvPr/>
          </p:nvSpPr>
          <p:spPr bwMode="auto">
            <a:xfrm>
              <a:off x="969" y="3817"/>
              <a:ext cx="219" cy="158"/>
            </a:xfrm>
            <a:custGeom>
              <a:avLst/>
              <a:gdLst>
                <a:gd name="T0" fmla="*/ 238 w 205"/>
                <a:gd name="T1" fmla="*/ 22 h 148"/>
                <a:gd name="T2" fmla="*/ 239 w 205"/>
                <a:gd name="T3" fmla="*/ 61 h 148"/>
                <a:gd name="T4" fmla="*/ 199 w 205"/>
                <a:gd name="T5" fmla="*/ 64 h 148"/>
                <a:gd name="T6" fmla="*/ 112 w 205"/>
                <a:gd name="T7" fmla="*/ 85 h 148"/>
                <a:gd name="T8" fmla="*/ 0 w 205"/>
                <a:gd name="T9" fmla="*/ 140 h 148"/>
                <a:gd name="T10" fmla="*/ 41 w 205"/>
                <a:gd name="T11" fmla="*/ 91 h 148"/>
                <a:gd name="T12" fmla="*/ 93 w 205"/>
                <a:gd name="T13" fmla="*/ 22 h 148"/>
                <a:gd name="T14" fmla="*/ 137 w 205"/>
                <a:gd name="T15" fmla="*/ 11 h 148"/>
                <a:gd name="T16" fmla="*/ 234 w 205"/>
                <a:gd name="T17" fmla="*/ 7 h 14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5" h="148">
                  <a:moveTo>
                    <a:pt x="196" y="19"/>
                  </a:moveTo>
                  <a:cubicBezTo>
                    <a:pt x="205" y="24"/>
                    <a:pt x="205" y="42"/>
                    <a:pt x="197" y="50"/>
                  </a:cubicBezTo>
                  <a:cubicBezTo>
                    <a:pt x="187" y="61"/>
                    <a:pt x="175" y="54"/>
                    <a:pt x="163" y="52"/>
                  </a:cubicBezTo>
                  <a:cubicBezTo>
                    <a:pt x="132" y="48"/>
                    <a:pt x="115" y="50"/>
                    <a:pt x="92" y="70"/>
                  </a:cubicBezTo>
                  <a:cubicBezTo>
                    <a:pt x="67" y="91"/>
                    <a:pt x="32" y="148"/>
                    <a:pt x="0" y="115"/>
                  </a:cubicBezTo>
                  <a:cubicBezTo>
                    <a:pt x="10" y="99"/>
                    <a:pt x="21" y="88"/>
                    <a:pt x="34" y="75"/>
                  </a:cubicBezTo>
                  <a:cubicBezTo>
                    <a:pt x="50" y="58"/>
                    <a:pt x="59" y="35"/>
                    <a:pt x="76" y="19"/>
                  </a:cubicBezTo>
                  <a:cubicBezTo>
                    <a:pt x="90" y="5"/>
                    <a:pt x="91" y="7"/>
                    <a:pt x="112" y="8"/>
                  </a:cubicBezTo>
                  <a:cubicBezTo>
                    <a:pt x="136" y="11"/>
                    <a:pt x="170" y="0"/>
                    <a:pt x="192" y="7"/>
                  </a:cubicBezTo>
                </a:path>
              </a:pathLst>
            </a:custGeom>
            <a:solidFill>
              <a:srgbClr val="B069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9407" name="Freeform 755">
              <a:extLst>
                <a:ext uri="{FF2B5EF4-FFF2-40B4-BE49-F238E27FC236}">
                  <a16:creationId xmlns:a16="http://schemas.microsoft.com/office/drawing/2014/main" id="{24EDF8A1-46B7-44BC-A156-E3AEF0CB0397}"/>
                </a:ext>
              </a:extLst>
            </p:cNvPr>
            <p:cNvSpPr>
              <a:spLocks/>
            </p:cNvSpPr>
            <p:nvPr/>
          </p:nvSpPr>
          <p:spPr bwMode="auto">
            <a:xfrm>
              <a:off x="808" y="1772"/>
              <a:ext cx="116" cy="184"/>
            </a:xfrm>
            <a:custGeom>
              <a:avLst/>
              <a:gdLst>
                <a:gd name="T0" fmla="*/ 64 w 108"/>
                <a:gd name="T1" fmla="*/ 0 h 172"/>
                <a:gd name="T2" fmla="*/ 85 w 108"/>
                <a:gd name="T3" fmla="*/ 66 h 172"/>
                <a:gd name="T4" fmla="*/ 67 w 108"/>
                <a:gd name="T5" fmla="*/ 120 h 172"/>
                <a:gd name="T6" fmla="*/ 6 w 108"/>
                <a:gd name="T7" fmla="*/ 93 h 172"/>
                <a:gd name="T8" fmla="*/ 120 w 108"/>
                <a:gd name="T9" fmla="*/ 196 h 172"/>
                <a:gd name="T10" fmla="*/ 128 w 108"/>
                <a:gd name="T11" fmla="*/ 165 h 172"/>
                <a:gd name="T12" fmla="*/ 103 w 108"/>
                <a:gd name="T13" fmla="*/ 129 h 172"/>
                <a:gd name="T14" fmla="*/ 122 w 108"/>
                <a:gd name="T15" fmla="*/ 35 h 17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8" h="172">
                  <a:moveTo>
                    <a:pt x="52" y="0"/>
                  </a:moveTo>
                  <a:cubicBezTo>
                    <a:pt x="53" y="18"/>
                    <a:pt x="68" y="33"/>
                    <a:pt x="69" y="54"/>
                  </a:cubicBezTo>
                  <a:cubicBezTo>
                    <a:pt x="69" y="72"/>
                    <a:pt x="61" y="83"/>
                    <a:pt x="54" y="98"/>
                  </a:cubicBezTo>
                  <a:cubicBezTo>
                    <a:pt x="37" y="94"/>
                    <a:pt x="22" y="81"/>
                    <a:pt x="6" y="76"/>
                  </a:cubicBezTo>
                  <a:cubicBezTo>
                    <a:pt x="0" y="100"/>
                    <a:pt x="72" y="172"/>
                    <a:pt x="97" y="160"/>
                  </a:cubicBezTo>
                  <a:cubicBezTo>
                    <a:pt x="108" y="156"/>
                    <a:pt x="107" y="142"/>
                    <a:pt x="103" y="135"/>
                  </a:cubicBezTo>
                  <a:cubicBezTo>
                    <a:pt x="94" y="120"/>
                    <a:pt x="85" y="129"/>
                    <a:pt x="83" y="106"/>
                  </a:cubicBezTo>
                  <a:cubicBezTo>
                    <a:pt x="80" y="79"/>
                    <a:pt x="91" y="54"/>
                    <a:pt x="99" y="29"/>
                  </a:cubicBezTo>
                </a:path>
              </a:pathLst>
            </a:custGeom>
            <a:solidFill>
              <a:srgbClr val="B069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9408" name="Freeform 756">
              <a:extLst>
                <a:ext uri="{FF2B5EF4-FFF2-40B4-BE49-F238E27FC236}">
                  <a16:creationId xmlns:a16="http://schemas.microsoft.com/office/drawing/2014/main" id="{DAEACEFA-362C-4935-A333-216A89D03184}"/>
                </a:ext>
              </a:extLst>
            </p:cNvPr>
            <p:cNvSpPr>
              <a:spLocks/>
            </p:cNvSpPr>
            <p:nvPr/>
          </p:nvSpPr>
          <p:spPr bwMode="auto">
            <a:xfrm>
              <a:off x="742" y="1947"/>
              <a:ext cx="191" cy="223"/>
            </a:xfrm>
            <a:custGeom>
              <a:avLst/>
              <a:gdLst>
                <a:gd name="T0" fmla="*/ 48 w 179"/>
                <a:gd name="T1" fmla="*/ 0 h 209"/>
                <a:gd name="T2" fmla="*/ 116 w 179"/>
                <a:gd name="T3" fmla="*/ 41 h 209"/>
                <a:gd name="T4" fmla="*/ 184 w 179"/>
                <a:gd name="T5" fmla="*/ 41 h 209"/>
                <a:gd name="T6" fmla="*/ 171 w 179"/>
                <a:gd name="T7" fmla="*/ 165 h 209"/>
                <a:gd name="T8" fmla="*/ 80 w 179"/>
                <a:gd name="T9" fmla="*/ 194 h 209"/>
                <a:gd name="T10" fmla="*/ 0 w 179"/>
                <a:gd name="T11" fmla="*/ 243 h 209"/>
                <a:gd name="T12" fmla="*/ 32 w 179"/>
                <a:gd name="T13" fmla="*/ 186 h 209"/>
                <a:gd name="T14" fmla="*/ 31 w 179"/>
                <a:gd name="T15" fmla="*/ 126 h 209"/>
                <a:gd name="T16" fmla="*/ 42 w 179"/>
                <a:gd name="T17" fmla="*/ 11 h 20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79" h="209">
                  <a:moveTo>
                    <a:pt x="39" y="0"/>
                  </a:moveTo>
                  <a:cubicBezTo>
                    <a:pt x="51" y="17"/>
                    <a:pt x="76" y="32"/>
                    <a:pt x="96" y="34"/>
                  </a:cubicBezTo>
                  <a:cubicBezTo>
                    <a:pt x="112" y="36"/>
                    <a:pt x="137" y="26"/>
                    <a:pt x="151" y="34"/>
                  </a:cubicBezTo>
                  <a:cubicBezTo>
                    <a:pt x="179" y="50"/>
                    <a:pt x="153" y="116"/>
                    <a:pt x="141" y="136"/>
                  </a:cubicBezTo>
                  <a:cubicBezTo>
                    <a:pt x="121" y="167"/>
                    <a:pt x="94" y="145"/>
                    <a:pt x="66" y="160"/>
                  </a:cubicBezTo>
                  <a:cubicBezTo>
                    <a:pt x="44" y="172"/>
                    <a:pt x="29" y="209"/>
                    <a:pt x="0" y="201"/>
                  </a:cubicBezTo>
                  <a:cubicBezTo>
                    <a:pt x="2" y="185"/>
                    <a:pt x="20" y="169"/>
                    <a:pt x="26" y="153"/>
                  </a:cubicBezTo>
                  <a:cubicBezTo>
                    <a:pt x="35" y="132"/>
                    <a:pt x="30" y="124"/>
                    <a:pt x="25" y="104"/>
                  </a:cubicBezTo>
                  <a:cubicBezTo>
                    <a:pt x="16" y="72"/>
                    <a:pt x="27" y="38"/>
                    <a:pt x="35" y="8"/>
                  </a:cubicBezTo>
                </a:path>
              </a:pathLst>
            </a:custGeom>
            <a:solidFill>
              <a:srgbClr val="B069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9409" name="Freeform 757">
              <a:extLst>
                <a:ext uri="{FF2B5EF4-FFF2-40B4-BE49-F238E27FC236}">
                  <a16:creationId xmlns:a16="http://schemas.microsoft.com/office/drawing/2014/main" id="{AD248746-6147-428B-A7A1-085558CE5223}"/>
                </a:ext>
              </a:extLst>
            </p:cNvPr>
            <p:cNvSpPr>
              <a:spLocks/>
            </p:cNvSpPr>
            <p:nvPr/>
          </p:nvSpPr>
          <p:spPr bwMode="auto">
            <a:xfrm>
              <a:off x="710" y="2220"/>
              <a:ext cx="135" cy="163"/>
            </a:xfrm>
            <a:custGeom>
              <a:avLst/>
              <a:gdLst>
                <a:gd name="T0" fmla="*/ 117 w 126"/>
                <a:gd name="T1" fmla="*/ 17 h 153"/>
                <a:gd name="T2" fmla="*/ 57 w 126"/>
                <a:gd name="T3" fmla="*/ 4 h 153"/>
                <a:gd name="T4" fmla="*/ 30 w 126"/>
                <a:gd name="T5" fmla="*/ 62 h 153"/>
                <a:gd name="T6" fmla="*/ 27 w 126"/>
                <a:gd name="T7" fmla="*/ 185 h 153"/>
                <a:gd name="T8" fmla="*/ 117 w 126"/>
                <a:gd name="T9" fmla="*/ 115 h 153"/>
                <a:gd name="T10" fmla="*/ 153 w 126"/>
                <a:gd name="T11" fmla="*/ 99 h 153"/>
                <a:gd name="T12" fmla="*/ 115 w 126"/>
                <a:gd name="T13" fmla="*/ 19 h 15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6" h="153">
                  <a:moveTo>
                    <a:pt x="95" y="14"/>
                  </a:moveTo>
                  <a:cubicBezTo>
                    <a:pt x="83" y="12"/>
                    <a:pt x="59" y="0"/>
                    <a:pt x="46" y="4"/>
                  </a:cubicBezTo>
                  <a:cubicBezTo>
                    <a:pt x="26" y="10"/>
                    <a:pt x="25" y="34"/>
                    <a:pt x="24" y="51"/>
                  </a:cubicBezTo>
                  <a:cubicBezTo>
                    <a:pt x="22" y="81"/>
                    <a:pt x="0" y="130"/>
                    <a:pt x="21" y="153"/>
                  </a:cubicBezTo>
                  <a:cubicBezTo>
                    <a:pt x="47" y="139"/>
                    <a:pt x="53" y="44"/>
                    <a:pt x="95" y="95"/>
                  </a:cubicBezTo>
                  <a:cubicBezTo>
                    <a:pt x="111" y="115"/>
                    <a:pt x="122" y="110"/>
                    <a:pt x="124" y="82"/>
                  </a:cubicBezTo>
                  <a:cubicBezTo>
                    <a:pt x="126" y="49"/>
                    <a:pt x="110" y="39"/>
                    <a:pt x="93" y="16"/>
                  </a:cubicBezTo>
                </a:path>
              </a:pathLst>
            </a:custGeom>
            <a:solidFill>
              <a:srgbClr val="B069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9410" name="Freeform 758">
              <a:extLst>
                <a:ext uri="{FF2B5EF4-FFF2-40B4-BE49-F238E27FC236}">
                  <a16:creationId xmlns:a16="http://schemas.microsoft.com/office/drawing/2014/main" id="{E0606ABF-E8A4-44DF-9345-98C1021D2A2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4" y="1609"/>
              <a:ext cx="178" cy="221"/>
            </a:xfrm>
            <a:custGeom>
              <a:avLst/>
              <a:gdLst>
                <a:gd name="T0" fmla="*/ 0 w 167"/>
                <a:gd name="T1" fmla="*/ 35 h 207"/>
                <a:gd name="T2" fmla="*/ 71 w 167"/>
                <a:gd name="T3" fmla="*/ 61 h 207"/>
                <a:gd name="T4" fmla="*/ 118 w 167"/>
                <a:gd name="T5" fmla="*/ 0 h 207"/>
                <a:gd name="T6" fmla="*/ 173 w 167"/>
                <a:gd name="T7" fmla="*/ 52 h 207"/>
                <a:gd name="T8" fmla="*/ 200 w 167"/>
                <a:gd name="T9" fmla="*/ 133 h 207"/>
                <a:gd name="T10" fmla="*/ 174 w 167"/>
                <a:gd name="T11" fmla="*/ 203 h 207"/>
                <a:gd name="T12" fmla="*/ 99 w 167"/>
                <a:gd name="T13" fmla="*/ 249 h 207"/>
                <a:gd name="T14" fmla="*/ 51 w 167"/>
                <a:gd name="T15" fmla="*/ 195 h 207"/>
                <a:gd name="T16" fmla="*/ 37 w 167"/>
                <a:gd name="T17" fmla="*/ 141 h 207"/>
                <a:gd name="T18" fmla="*/ 11 w 167"/>
                <a:gd name="T19" fmla="*/ 62 h 20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67" h="207">
                  <a:moveTo>
                    <a:pt x="0" y="29"/>
                  </a:moveTo>
                  <a:cubicBezTo>
                    <a:pt x="18" y="37"/>
                    <a:pt x="37" y="57"/>
                    <a:pt x="59" y="50"/>
                  </a:cubicBezTo>
                  <a:cubicBezTo>
                    <a:pt x="79" y="43"/>
                    <a:pt x="80" y="0"/>
                    <a:pt x="98" y="0"/>
                  </a:cubicBezTo>
                  <a:cubicBezTo>
                    <a:pt x="110" y="1"/>
                    <a:pt x="138" y="34"/>
                    <a:pt x="143" y="43"/>
                  </a:cubicBezTo>
                  <a:cubicBezTo>
                    <a:pt x="153" y="61"/>
                    <a:pt x="163" y="91"/>
                    <a:pt x="165" y="110"/>
                  </a:cubicBezTo>
                  <a:cubicBezTo>
                    <a:pt x="167" y="134"/>
                    <a:pt x="162" y="153"/>
                    <a:pt x="144" y="167"/>
                  </a:cubicBezTo>
                  <a:cubicBezTo>
                    <a:pt x="130" y="178"/>
                    <a:pt x="100" y="202"/>
                    <a:pt x="82" y="204"/>
                  </a:cubicBezTo>
                  <a:cubicBezTo>
                    <a:pt x="59" y="207"/>
                    <a:pt x="48" y="178"/>
                    <a:pt x="42" y="160"/>
                  </a:cubicBezTo>
                  <a:cubicBezTo>
                    <a:pt x="38" y="145"/>
                    <a:pt x="35" y="131"/>
                    <a:pt x="31" y="116"/>
                  </a:cubicBezTo>
                  <a:cubicBezTo>
                    <a:pt x="26" y="101"/>
                    <a:pt x="5" y="61"/>
                    <a:pt x="8" y="51"/>
                  </a:cubicBezTo>
                </a:path>
              </a:pathLst>
            </a:custGeom>
            <a:solidFill>
              <a:srgbClr val="B069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9411" name="Freeform 759">
              <a:extLst>
                <a:ext uri="{FF2B5EF4-FFF2-40B4-BE49-F238E27FC236}">
                  <a16:creationId xmlns:a16="http://schemas.microsoft.com/office/drawing/2014/main" id="{48BF3040-93E1-42D9-B3DF-730AB7654E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1" y="1512"/>
              <a:ext cx="119" cy="180"/>
            </a:xfrm>
            <a:custGeom>
              <a:avLst/>
              <a:gdLst>
                <a:gd name="T0" fmla="*/ 30 w 112"/>
                <a:gd name="T1" fmla="*/ 164 h 169"/>
                <a:gd name="T2" fmla="*/ 0 w 112"/>
                <a:gd name="T3" fmla="*/ 70 h 169"/>
                <a:gd name="T4" fmla="*/ 44 w 112"/>
                <a:gd name="T5" fmla="*/ 19 h 169"/>
                <a:gd name="T6" fmla="*/ 85 w 112"/>
                <a:gd name="T7" fmla="*/ 23 h 169"/>
                <a:gd name="T8" fmla="*/ 134 w 112"/>
                <a:gd name="T9" fmla="*/ 204 h 16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2" h="169">
                  <a:moveTo>
                    <a:pt x="24" y="136"/>
                  </a:moveTo>
                  <a:cubicBezTo>
                    <a:pt x="45" y="95"/>
                    <a:pt x="36" y="79"/>
                    <a:pt x="0" y="58"/>
                  </a:cubicBezTo>
                  <a:cubicBezTo>
                    <a:pt x="9" y="45"/>
                    <a:pt x="26" y="28"/>
                    <a:pt x="37" y="16"/>
                  </a:cubicBezTo>
                  <a:cubicBezTo>
                    <a:pt x="51" y="0"/>
                    <a:pt x="58" y="3"/>
                    <a:pt x="71" y="20"/>
                  </a:cubicBezTo>
                  <a:cubicBezTo>
                    <a:pt x="104" y="62"/>
                    <a:pt x="112" y="115"/>
                    <a:pt x="112" y="169"/>
                  </a:cubicBezTo>
                </a:path>
              </a:pathLst>
            </a:custGeom>
            <a:solidFill>
              <a:srgbClr val="B069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9412" name="Freeform 760">
              <a:extLst>
                <a:ext uri="{FF2B5EF4-FFF2-40B4-BE49-F238E27FC236}">
                  <a16:creationId xmlns:a16="http://schemas.microsoft.com/office/drawing/2014/main" id="{0DF9921D-57FC-4CD2-88B1-1F0FEE51BC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5" y="1269"/>
              <a:ext cx="230" cy="264"/>
            </a:xfrm>
            <a:custGeom>
              <a:avLst/>
              <a:gdLst>
                <a:gd name="T0" fmla="*/ 243 w 216"/>
                <a:gd name="T1" fmla="*/ 301 h 247"/>
                <a:gd name="T2" fmla="*/ 202 w 216"/>
                <a:gd name="T3" fmla="*/ 250 h 247"/>
                <a:gd name="T4" fmla="*/ 143 w 216"/>
                <a:gd name="T5" fmla="*/ 251 h 247"/>
                <a:gd name="T6" fmla="*/ 100 w 216"/>
                <a:gd name="T7" fmla="*/ 172 h 247"/>
                <a:gd name="T8" fmla="*/ 14 w 216"/>
                <a:gd name="T9" fmla="*/ 65 h 247"/>
                <a:gd name="T10" fmla="*/ 46 w 216"/>
                <a:gd name="T11" fmla="*/ 4 h 247"/>
                <a:gd name="T12" fmla="*/ 154 w 216"/>
                <a:gd name="T13" fmla="*/ 77 h 247"/>
                <a:gd name="T14" fmla="*/ 221 w 216"/>
                <a:gd name="T15" fmla="*/ 172 h 247"/>
                <a:gd name="T16" fmla="*/ 261 w 216"/>
                <a:gd name="T17" fmla="*/ 289 h 24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16" h="247">
                  <a:moveTo>
                    <a:pt x="201" y="247"/>
                  </a:moveTo>
                  <a:cubicBezTo>
                    <a:pt x="198" y="226"/>
                    <a:pt x="189" y="210"/>
                    <a:pt x="167" y="205"/>
                  </a:cubicBezTo>
                  <a:cubicBezTo>
                    <a:pt x="147" y="200"/>
                    <a:pt x="131" y="217"/>
                    <a:pt x="118" y="206"/>
                  </a:cubicBezTo>
                  <a:cubicBezTo>
                    <a:pt x="103" y="195"/>
                    <a:pt x="95" y="157"/>
                    <a:pt x="83" y="141"/>
                  </a:cubicBezTo>
                  <a:cubicBezTo>
                    <a:pt x="63" y="114"/>
                    <a:pt x="24" y="84"/>
                    <a:pt x="11" y="53"/>
                  </a:cubicBezTo>
                  <a:cubicBezTo>
                    <a:pt x="0" y="26"/>
                    <a:pt x="7" y="0"/>
                    <a:pt x="38" y="4"/>
                  </a:cubicBezTo>
                  <a:cubicBezTo>
                    <a:pt x="75" y="8"/>
                    <a:pt x="104" y="38"/>
                    <a:pt x="128" y="63"/>
                  </a:cubicBezTo>
                  <a:cubicBezTo>
                    <a:pt x="151" y="88"/>
                    <a:pt x="171" y="110"/>
                    <a:pt x="183" y="141"/>
                  </a:cubicBezTo>
                  <a:cubicBezTo>
                    <a:pt x="194" y="171"/>
                    <a:pt x="199" y="212"/>
                    <a:pt x="216" y="237"/>
                  </a:cubicBezTo>
                </a:path>
              </a:pathLst>
            </a:custGeom>
            <a:solidFill>
              <a:srgbClr val="B069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9413" name="Freeform 761">
              <a:extLst>
                <a:ext uri="{FF2B5EF4-FFF2-40B4-BE49-F238E27FC236}">
                  <a16:creationId xmlns:a16="http://schemas.microsoft.com/office/drawing/2014/main" id="{30B5DA83-8CCF-406D-9123-0C4AE15B39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9" y="1207"/>
              <a:ext cx="385" cy="230"/>
            </a:xfrm>
            <a:custGeom>
              <a:avLst/>
              <a:gdLst>
                <a:gd name="T0" fmla="*/ 396 w 361"/>
                <a:gd name="T1" fmla="*/ 263 h 215"/>
                <a:gd name="T2" fmla="*/ 357 w 361"/>
                <a:gd name="T3" fmla="*/ 223 h 215"/>
                <a:gd name="T4" fmla="*/ 282 w 361"/>
                <a:gd name="T5" fmla="*/ 186 h 215"/>
                <a:gd name="T6" fmla="*/ 95 w 361"/>
                <a:gd name="T7" fmla="*/ 138 h 215"/>
                <a:gd name="T8" fmla="*/ 14 w 361"/>
                <a:gd name="T9" fmla="*/ 35 h 215"/>
                <a:gd name="T10" fmla="*/ 73 w 361"/>
                <a:gd name="T11" fmla="*/ 1 h 215"/>
                <a:gd name="T12" fmla="*/ 350 w 361"/>
                <a:gd name="T13" fmla="*/ 82 h 215"/>
                <a:gd name="T14" fmla="*/ 438 w 361"/>
                <a:gd name="T15" fmla="*/ 181 h 21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61" h="215">
                  <a:moveTo>
                    <a:pt x="326" y="215"/>
                  </a:moveTo>
                  <a:cubicBezTo>
                    <a:pt x="317" y="211"/>
                    <a:pt x="304" y="190"/>
                    <a:pt x="294" y="181"/>
                  </a:cubicBezTo>
                  <a:cubicBezTo>
                    <a:pt x="275" y="164"/>
                    <a:pt x="256" y="159"/>
                    <a:pt x="233" y="152"/>
                  </a:cubicBezTo>
                  <a:cubicBezTo>
                    <a:pt x="181" y="138"/>
                    <a:pt x="129" y="134"/>
                    <a:pt x="78" y="113"/>
                  </a:cubicBezTo>
                  <a:cubicBezTo>
                    <a:pt x="50" y="101"/>
                    <a:pt x="0" y="67"/>
                    <a:pt x="11" y="29"/>
                  </a:cubicBezTo>
                  <a:cubicBezTo>
                    <a:pt x="17" y="10"/>
                    <a:pt x="40" y="1"/>
                    <a:pt x="60" y="1"/>
                  </a:cubicBezTo>
                  <a:cubicBezTo>
                    <a:pt x="141" y="0"/>
                    <a:pt x="220" y="27"/>
                    <a:pt x="289" y="67"/>
                  </a:cubicBezTo>
                  <a:cubicBezTo>
                    <a:pt x="322" y="86"/>
                    <a:pt x="338" y="117"/>
                    <a:pt x="361" y="148"/>
                  </a:cubicBezTo>
                </a:path>
              </a:pathLst>
            </a:custGeom>
            <a:solidFill>
              <a:srgbClr val="B069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9414" name="Freeform 762">
              <a:extLst>
                <a:ext uri="{FF2B5EF4-FFF2-40B4-BE49-F238E27FC236}">
                  <a16:creationId xmlns:a16="http://schemas.microsoft.com/office/drawing/2014/main" id="{7F224DD4-DEF1-4AD2-A136-8C0ACA1191E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1" y="1307"/>
              <a:ext cx="415" cy="558"/>
            </a:xfrm>
            <a:custGeom>
              <a:avLst/>
              <a:gdLst>
                <a:gd name="T0" fmla="*/ 190 w 390"/>
                <a:gd name="T1" fmla="*/ 30 h 524"/>
                <a:gd name="T2" fmla="*/ 265 w 390"/>
                <a:gd name="T3" fmla="*/ 81 h 524"/>
                <a:gd name="T4" fmla="*/ 351 w 390"/>
                <a:gd name="T5" fmla="*/ 124 h 524"/>
                <a:gd name="T6" fmla="*/ 447 w 390"/>
                <a:gd name="T7" fmla="*/ 227 h 524"/>
                <a:gd name="T8" fmla="*/ 424 w 390"/>
                <a:gd name="T9" fmla="*/ 373 h 524"/>
                <a:gd name="T10" fmla="*/ 408 w 390"/>
                <a:gd name="T11" fmla="*/ 500 h 524"/>
                <a:gd name="T12" fmla="*/ 343 w 390"/>
                <a:gd name="T13" fmla="*/ 571 h 524"/>
                <a:gd name="T14" fmla="*/ 245 w 390"/>
                <a:gd name="T15" fmla="*/ 565 h 524"/>
                <a:gd name="T16" fmla="*/ 171 w 390"/>
                <a:gd name="T17" fmla="*/ 614 h 524"/>
                <a:gd name="T18" fmla="*/ 65 w 390"/>
                <a:gd name="T19" fmla="*/ 606 h 524"/>
                <a:gd name="T20" fmla="*/ 12 w 390"/>
                <a:gd name="T21" fmla="*/ 570 h 524"/>
                <a:gd name="T22" fmla="*/ 5 w 390"/>
                <a:gd name="T23" fmla="*/ 483 h 524"/>
                <a:gd name="T24" fmla="*/ 32 w 390"/>
                <a:gd name="T25" fmla="*/ 263 h 524"/>
                <a:gd name="T26" fmla="*/ 79 w 390"/>
                <a:gd name="T27" fmla="*/ 67 h 524"/>
                <a:gd name="T28" fmla="*/ 193 w 390"/>
                <a:gd name="T29" fmla="*/ 26 h 52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390" h="524">
                  <a:moveTo>
                    <a:pt x="158" y="24"/>
                  </a:moveTo>
                  <a:cubicBezTo>
                    <a:pt x="179" y="38"/>
                    <a:pt x="199" y="54"/>
                    <a:pt x="220" y="67"/>
                  </a:cubicBezTo>
                  <a:cubicBezTo>
                    <a:pt x="242" y="82"/>
                    <a:pt x="269" y="87"/>
                    <a:pt x="291" y="102"/>
                  </a:cubicBezTo>
                  <a:cubicBezTo>
                    <a:pt x="319" y="121"/>
                    <a:pt x="357" y="158"/>
                    <a:pt x="371" y="188"/>
                  </a:cubicBezTo>
                  <a:cubicBezTo>
                    <a:pt x="390" y="228"/>
                    <a:pt x="360" y="269"/>
                    <a:pt x="351" y="309"/>
                  </a:cubicBezTo>
                  <a:cubicBezTo>
                    <a:pt x="342" y="344"/>
                    <a:pt x="341" y="378"/>
                    <a:pt x="338" y="414"/>
                  </a:cubicBezTo>
                  <a:cubicBezTo>
                    <a:pt x="336" y="453"/>
                    <a:pt x="325" y="471"/>
                    <a:pt x="285" y="472"/>
                  </a:cubicBezTo>
                  <a:cubicBezTo>
                    <a:pt x="258" y="473"/>
                    <a:pt x="230" y="461"/>
                    <a:pt x="203" y="469"/>
                  </a:cubicBezTo>
                  <a:cubicBezTo>
                    <a:pt x="177" y="477"/>
                    <a:pt x="165" y="497"/>
                    <a:pt x="142" y="509"/>
                  </a:cubicBezTo>
                  <a:cubicBezTo>
                    <a:pt x="113" y="524"/>
                    <a:pt x="82" y="514"/>
                    <a:pt x="54" y="501"/>
                  </a:cubicBezTo>
                  <a:cubicBezTo>
                    <a:pt x="39" y="494"/>
                    <a:pt x="16" y="485"/>
                    <a:pt x="9" y="471"/>
                  </a:cubicBezTo>
                  <a:cubicBezTo>
                    <a:pt x="0" y="454"/>
                    <a:pt x="4" y="419"/>
                    <a:pt x="5" y="400"/>
                  </a:cubicBezTo>
                  <a:cubicBezTo>
                    <a:pt x="10" y="339"/>
                    <a:pt x="18" y="279"/>
                    <a:pt x="26" y="218"/>
                  </a:cubicBezTo>
                  <a:cubicBezTo>
                    <a:pt x="32" y="163"/>
                    <a:pt x="39" y="104"/>
                    <a:pt x="66" y="55"/>
                  </a:cubicBezTo>
                  <a:cubicBezTo>
                    <a:pt x="85" y="22"/>
                    <a:pt x="122" y="0"/>
                    <a:pt x="160" y="22"/>
                  </a:cubicBezTo>
                </a:path>
              </a:pathLst>
            </a:custGeom>
            <a:solidFill>
              <a:srgbClr val="B069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9415" name="Freeform 763">
              <a:extLst>
                <a:ext uri="{FF2B5EF4-FFF2-40B4-BE49-F238E27FC236}">
                  <a16:creationId xmlns:a16="http://schemas.microsoft.com/office/drawing/2014/main" id="{4C1E8B89-8900-486F-97DC-2658BFD443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3" y="1901"/>
              <a:ext cx="281" cy="94"/>
            </a:xfrm>
            <a:custGeom>
              <a:avLst/>
              <a:gdLst>
                <a:gd name="T0" fmla="*/ 315 w 264"/>
                <a:gd name="T1" fmla="*/ 40 h 88"/>
                <a:gd name="T2" fmla="*/ 318 w 264"/>
                <a:gd name="T3" fmla="*/ 35 h 88"/>
                <a:gd name="T4" fmla="*/ 228 w 264"/>
                <a:gd name="T5" fmla="*/ 83 h 88"/>
                <a:gd name="T6" fmla="*/ 136 w 264"/>
                <a:gd name="T7" fmla="*/ 105 h 88"/>
                <a:gd name="T8" fmla="*/ 55 w 264"/>
                <a:gd name="T9" fmla="*/ 101 h 88"/>
                <a:gd name="T10" fmla="*/ 3 w 264"/>
                <a:gd name="T11" fmla="*/ 47 h 88"/>
                <a:gd name="T12" fmla="*/ 311 w 264"/>
                <a:gd name="T13" fmla="*/ 37 h 8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4" h="88">
                  <a:moveTo>
                    <a:pt x="261" y="33"/>
                  </a:moveTo>
                  <a:cubicBezTo>
                    <a:pt x="263" y="31"/>
                    <a:pt x="262" y="29"/>
                    <a:pt x="264" y="29"/>
                  </a:cubicBezTo>
                  <a:cubicBezTo>
                    <a:pt x="254" y="46"/>
                    <a:pt x="209" y="61"/>
                    <a:pt x="189" y="68"/>
                  </a:cubicBezTo>
                  <a:cubicBezTo>
                    <a:pt x="165" y="77"/>
                    <a:pt x="139" y="84"/>
                    <a:pt x="113" y="86"/>
                  </a:cubicBezTo>
                  <a:cubicBezTo>
                    <a:pt x="92" y="88"/>
                    <a:pt x="67" y="88"/>
                    <a:pt x="46" y="83"/>
                  </a:cubicBezTo>
                  <a:cubicBezTo>
                    <a:pt x="29" y="79"/>
                    <a:pt x="0" y="60"/>
                    <a:pt x="3" y="38"/>
                  </a:cubicBezTo>
                  <a:cubicBezTo>
                    <a:pt x="7" y="0"/>
                    <a:pt x="213" y="47"/>
                    <a:pt x="257" y="31"/>
                  </a:cubicBezTo>
                </a:path>
              </a:pathLst>
            </a:custGeom>
            <a:solidFill>
              <a:srgbClr val="B069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9416" name="Freeform 764">
              <a:extLst>
                <a:ext uri="{FF2B5EF4-FFF2-40B4-BE49-F238E27FC236}">
                  <a16:creationId xmlns:a16="http://schemas.microsoft.com/office/drawing/2014/main" id="{889DC895-AAD7-40B0-A2F1-16991A536E9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1" y="1864"/>
              <a:ext cx="499" cy="452"/>
            </a:xfrm>
            <a:custGeom>
              <a:avLst/>
              <a:gdLst>
                <a:gd name="T0" fmla="*/ 261 w 468"/>
                <a:gd name="T1" fmla="*/ 90 h 424"/>
                <a:gd name="T2" fmla="*/ 331 w 468"/>
                <a:gd name="T3" fmla="*/ 145 h 424"/>
                <a:gd name="T4" fmla="*/ 148 w 468"/>
                <a:gd name="T5" fmla="*/ 248 h 424"/>
                <a:gd name="T6" fmla="*/ 11 w 468"/>
                <a:gd name="T7" fmla="*/ 417 h 424"/>
                <a:gd name="T8" fmla="*/ 173 w 468"/>
                <a:gd name="T9" fmla="*/ 514 h 424"/>
                <a:gd name="T10" fmla="*/ 299 w 468"/>
                <a:gd name="T11" fmla="*/ 491 h 424"/>
                <a:gd name="T12" fmla="*/ 370 w 468"/>
                <a:gd name="T13" fmla="*/ 426 h 424"/>
                <a:gd name="T14" fmla="*/ 474 w 468"/>
                <a:gd name="T15" fmla="*/ 298 h 424"/>
                <a:gd name="T16" fmla="*/ 550 w 468"/>
                <a:gd name="T17" fmla="*/ 291 h 424"/>
                <a:gd name="T18" fmla="*/ 567 w 468"/>
                <a:gd name="T19" fmla="*/ 187 h 424"/>
                <a:gd name="T20" fmla="*/ 505 w 468"/>
                <a:gd name="T21" fmla="*/ 0 h 424"/>
                <a:gd name="T22" fmla="*/ 451 w 468"/>
                <a:gd name="T23" fmla="*/ 12 h 424"/>
                <a:gd name="T24" fmla="*/ 364 w 468"/>
                <a:gd name="T25" fmla="*/ 50 h 424"/>
                <a:gd name="T26" fmla="*/ 313 w 468"/>
                <a:gd name="T27" fmla="*/ 71 h 424"/>
                <a:gd name="T28" fmla="*/ 277 w 468"/>
                <a:gd name="T29" fmla="*/ 80 h 42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468" h="424">
                  <a:moveTo>
                    <a:pt x="216" y="74"/>
                  </a:moveTo>
                  <a:cubicBezTo>
                    <a:pt x="247" y="49"/>
                    <a:pt x="305" y="84"/>
                    <a:pt x="273" y="120"/>
                  </a:cubicBezTo>
                  <a:cubicBezTo>
                    <a:pt x="233" y="167"/>
                    <a:pt x="180" y="186"/>
                    <a:pt x="122" y="205"/>
                  </a:cubicBezTo>
                  <a:cubicBezTo>
                    <a:pt x="63" y="225"/>
                    <a:pt x="0" y="273"/>
                    <a:pt x="8" y="344"/>
                  </a:cubicBezTo>
                  <a:cubicBezTo>
                    <a:pt x="15" y="407"/>
                    <a:pt x="91" y="423"/>
                    <a:pt x="143" y="424"/>
                  </a:cubicBezTo>
                  <a:cubicBezTo>
                    <a:pt x="177" y="424"/>
                    <a:pt x="215" y="413"/>
                    <a:pt x="247" y="405"/>
                  </a:cubicBezTo>
                  <a:cubicBezTo>
                    <a:pt x="278" y="398"/>
                    <a:pt x="290" y="378"/>
                    <a:pt x="305" y="352"/>
                  </a:cubicBezTo>
                  <a:cubicBezTo>
                    <a:pt x="325" y="315"/>
                    <a:pt x="348" y="260"/>
                    <a:pt x="391" y="247"/>
                  </a:cubicBezTo>
                  <a:cubicBezTo>
                    <a:pt x="408" y="242"/>
                    <a:pt x="443" y="250"/>
                    <a:pt x="454" y="240"/>
                  </a:cubicBezTo>
                  <a:cubicBezTo>
                    <a:pt x="468" y="226"/>
                    <a:pt x="468" y="173"/>
                    <a:pt x="468" y="154"/>
                  </a:cubicBezTo>
                  <a:cubicBezTo>
                    <a:pt x="468" y="100"/>
                    <a:pt x="457" y="39"/>
                    <a:pt x="417" y="0"/>
                  </a:cubicBezTo>
                  <a:cubicBezTo>
                    <a:pt x="405" y="8"/>
                    <a:pt x="386" y="5"/>
                    <a:pt x="372" y="9"/>
                  </a:cubicBezTo>
                  <a:cubicBezTo>
                    <a:pt x="347" y="16"/>
                    <a:pt x="324" y="30"/>
                    <a:pt x="300" y="41"/>
                  </a:cubicBezTo>
                  <a:cubicBezTo>
                    <a:pt x="287" y="48"/>
                    <a:pt x="272" y="56"/>
                    <a:pt x="259" y="59"/>
                  </a:cubicBezTo>
                  <a:cubicBezTo>
                    <a:pt x="248" y="62"/>
                    <a:pt x="234" y="59"/>
                    <a:pt x="229" y="66"/>
                  </a:cubicBezTo>
                </a:path>
              </a:pathLst>
            </a:custGeom>
            <a:solidFill>
              <a:srgbClr val="B069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9417" name="Freeform 765">
              <a:extLst>
                <a:ext uri="{FF2B5EF4-FFF2-40B4-BE49-F238E27FC236}">
                  <a16:creationId xmlns:a16="http://schemas.microsoft.com/office/drawing/2014/main" id="{B9E2DE92-626A-4BFC-AB91-430369F65D6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0" y="2163"/>
              <a:ext cx="225" cy="244"/>
            </a:xfrm>
            <a:custGeom>
              <a:avLst/>
              <a:gdLst>
                <a:gd name="T0" fmla="*/ 1 w 211"/>
                <a:gd name="T1" fmla="*/ 142 h 229"/>
                <a:gd name="T2" fmla="*/ 52 w 211"/>
                <a:gd name="T3" fmla="*/ 200 h 229"/>
                <a:gd name="T4" fmla="*/ 0 w 211"/>
                <a:gd name="T5" fmla="*/ 277 h 229"/>
                <a:gd name="T6" fmla="*/ 74 w 211"/>
                <a:gd name="T7" fmla="*/ 237 h 229"/>
                <a:gd name="T8" fmla="*/ 145 w 211"/>
                <a:gd name="T9" fmla="*/ 193 h 229"/>
                <a:gd name="T10" fmla="*/ 230 w 211"/>
                <a:gd name="T11" fmla="*/ 0 h 2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1" h="229">
                  <a:moveTo>
                    <a:pt x="1" y="117"/>
                  </a:moveTo>
                  <a:cubicBezTo>
                    <a:pt x="24" y="124"/>
                    <a:pt x="44" y="139"/>
                    <a:pt x="43" y="165"/>
                  </a:cubicBezTo>
                  <a:cubicBezTo>
                    <a:pt x="41" y="196"/>
                    <a:pt x="3" y="204"/>
                    <a:pt x="0" y="229"/>
                  </a:cubicBezTo>
                  <a:cubicBezTo>
                    <a:pt x="18" y="228"/>
                    <a:pt x="44" y="204"/>
                    <a:pt x="61" y="195"/>
                  </a:cubicBezTo>
                  <a:cubicBezTo>
                    <a:pt x="80" y="184"/>
                    <a:pt x="103" y="174"/>
                    <a:pt x="120" y="160"/>
                  </a:cubicBezTo>
                  <a:cubicBezTo>
                    <a:pt x="164" y="126"/>
                    <a:pt x="211" y="56"/>
                    <a:pt x="190" y="0"/>
                  </a:cubicBezTo>
                </a:path>
              </a:pathLst>
            </a:custGeom>
            <a:solidFill>
              <a:srgbClr val="B069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9418" name="Freeform 766">
              <a:extLst>
                <a:ext uri="{FF2B5EF4-FFF2-40B4-BE49-F238E27FC236}">
                  <a16:creationId xmlns:a16="http://schemas.microsoft.com/office/drawing/2014/main" id="{24AB772B-CADA-44A3-993C-C552771D0E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1" y="2307"/>
              <a:ext cx="239" cy="326"/>
            </a:xfrm>
            <a:custGeom>
              <a:avLst/>
              <a:gdLst>
                <a:gd name="T0" fmla="*/ 15 w 224"/>
                <a:gd name="T1" fmla="*/ 213 h 306"/>
                <a:gd name="T2" fmla="*/ 112 w 224"/>
                <a:gd name="T3" fmla="*/ 72 h 306"/>
                <a:gd name="T4" fmla="*/ 218 w 224"/>
                <a:gd name="T5" fmla="*/ 3 h 306"/>
                <a:gd name="T6" fmla="*/ 251 w 224"/>
                <a:gd name="T7" fmla="*/ 131 h 306"/>
                <a:gd name="T8" fmla="*/ 159 w 224"/>
                <a:gd name="T9" fmla="*/ 351 h 306"/>
                <a:gd name="T10" fmla="*/ 21 w 224"/>
                <a:gd name="T11" fmla="*/ 203 h 30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4" h="306">
                  <a:moveTo>
                    <a:pt x="12" y="176"/>
                  </a:moveTo>
                  <a:cubicBezTo>
                    <a:pt x="0" y="124"/>
                    <a:pt x="57" y="90"/>
                    <a:pt x="92" y="60"/>
                  </a:cubicBezTo>
                  <a:cubicBezTo>
                    <a:pt x="112" y="43"/>
                    <a:pt x="151" y="4"/>
                    <a:pt x="179" y="3"/>
                  </a:cubicBezTo>
                  <a:cubicBezTo>
                    <a:pt x="224" y="0"/>
                    <a:pt x="207" y="83"/>
                    <a:pt x="206" y="108"/>
                  </a:cubicBezTo>
                  <a:cubicBezTo>
                    <a:pt x="204" y="173"/>
                    <a:pt x="211" y="271"/>
                    <a:pt x="131" y="290"/>
                  </a:cubicBezTo>
                  <a:cubicBezTo>
                    <a:pt x="65" y="306"/>
                    <a:pt x="35" y="216"/>
                    <a:pt x="18" y="168"/>
                  </a:cubicBezTo>
                </a:path>
              </a:pathLst>
            </a:custGeom>
            <a:solidFill>
              <a:srgbClr val="B069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9419" name="Freeform 767">
              <a:extLst>
                <a:ext uri="{FF2B5EF4-FFF2-40B4-BE49-F238E27FC236}">
                  <a16:creationId xmlns:a16="http://schemas.microsoft.com/office/drawing/2014/main" id="{4F5D8BEC-1B0B-42E7-AD23-1FE26FD84E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2" y="2456"/>
              <a:ext cx="447" cy="289"/>
            </a:xfrm>
            <a:custGeom>
              <a:avLst/>
              <a:gdLst>
                <a:gd name="T0" fmla="*/ 509 w 419"/>
                <a:gd name="T1" fmla="*/ 158 h 271"/>
                <a:gd name="T2" fmla="*/ 234 w 419"/>
                <a:gd name="T3" fmla="*/ 218 h 271"/>
                <a:gd name="T4" fmla="*/ 139 w 419"/>
                <a:gd name="T5" fmla="*/ 259 h 271"/>
                <a:gd name="T6" fmla="*/ 49 w 419"/>
                <a:gd name="T7" fmla="*/ 316 h 271"/>
                <a:gd name="T8" fmla="*/ 23 w 419"/>
                <a:gd name="T9" fmla="*/ 319 h 271"/>
                <a:gd name="T10" fmla="*/ 53 w 419"/>
                <a:gd name="T11" fmla="*/ 270 h 271"/>
                <a:gd name="T12" fmla="*/ 63 w 419"/>
                <a:gd name="T13" fmla="*/ 219 h 271"/>
                <a:gd name="T14" fmla="*/ 85 w 419"/>
                <a:gd name="T15" fmla="*/ 150 h 271"/>
                <a:gd name="T16" fmla="*/ 201 w 419"/>
                <a:gd name="T17" fmla="*/ 89 h 271"/>
                <a:gd name="T18" fmla="*/ 323 w 419"/>
                <a:gd name="T19" fmla="*/ 113 h 271"/>
                <a:gd name="T20" fmla="*/ 381 w 419"/>
                <a:gd name="T21" fmla="*/ 79 h 271"/>
                <a:gd name="T22" fmla="*/ 381 w 419"/>
                <a:gd name="T23" fmla="*/ 0 h 27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19" h="271">
                  <a:moveTo>
                    <a:pt x="419" y="130"/>
                  </a:moveTo>
                  <a:cubicBezTo>
                    <a:pt x="356" y="181"/>
                    <a:pt x="264" y="162"/>
                    <a:pt x="192" y="179"/>
                  </a:cubicBezTo>
                  <a:cubicBezTo>
                    <a:pt x="163" y="186"/>
                    <a:pt x="141" y="204"/>
                    <a:pt x="114" y="214"/>
                  </a:cubicBezTo>
                  <a:cubicBezTo>
                    <a:pt x="85" y="224"/>
                    <a:pt x="67" y="247"/>
                    <a:pt x="40" y="261"/>
                  </a:cubicBezTo>
                  <a:cubicBezTo>
                    <a:pt x="31" y="266"/>
                    <a:pt x="30" y="271"/>
                    <a:pt x="20" y="263"/>
                  </a:cubicBezTo>
                  <a:cubicBezTo>
                    <a:pt x="0" y="246"/>
                    <a:pt x="33" y="231"/>
                    <a:pt x="44" y="222"/>
                  </a:cubicBezTo>
                  <a:cubicBezTo>
                    <a:pt x="61" y="209"/>
                    <a:pt x="45" y="199"/>
                    <a:pt x="52" y="180"/>
                  </a:cubicBezTo>
                  <a:cubicBezTo>
                    <a:pt x="59" y="163"/>
                    <a:pt x="60" y="139"/>
                    <a:pt x="70" y="124"/>
                  </a:cubicBezTo>
                  <a:cubicBezTo>
                    <a:pt x="85" y="102"/>
                    <a:pt x="138" y="80"/>
                    <a:pt x="165" y="73"/>
                  </a:cubicBezTo>
                  <a:cubicBezTo>
                    <a:pt x="205" y="63"/>
                    <a:pt x="230" y="81"/>
                    <a:pt x="266" y="93"/>
                  </a:cubicBezTo>
                  <a:cubicBezTo>
                    <a:pt x="292" y="102"/>
                    <a:pt x="314" y="97"/>
                    <a:pt x="314" y="65"/>
                  </a:cubicBezTo>
                  <a:cubicBezTo>
                    <a:pt x="314" y="35"/>
                    <a:pt x="286" y="25"/>
                    <a:pt x="314" y="0"/>
                  </a:cubicBezTo>
                </a:path>
              </a:pathLst>
            </a:custGeom>
            <a:solidFill>
              <a:srgbClr val="B069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9420" name="Freeform 768">
              <a:extLst>
                <a:ext uri="{FF2B5EF4-FFF2-40B4-BE49-F238E27FC236}">
                  <a16:creationId xmlns:a16="http://schemas.microsoft.com/office/drawing/2014/main" id="{E3D1ED90-03CC-4980-B431-CCC5DF49D2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4" y="2689"/>
              <a:ext cx="500" cy="316"/>
            </a:xfrm>
            <a:custGeom>
              <a:avLst/>
              <a:gdLst>
                <a:gd name="T0" fmla="*/ 354 w 469"/>
                <a:gd name="T1" fmla="*/ 21 h 296"/>
                <a:gd name="T2" fmla="*/ 483 w 469"/>
                <a:gd name="T3" fmla="*/ 1 h 296"/>
                <a:gd name="T4" fmla="*/ 565 w 469"/>
                <a:gd name="T5" fmla="*/ 113 h 296"/>
                <a:gd name="T6" fmla="*/ 512 w 469"/>
                <a:gd name="T7" fmla="*/ 266 h 296"/>
                <a:gd name="T8" fmla="*/ 380 w 469"/>
                <a:gd name="T9" fmla="*/ 288 h 296"/>
                <a:gd name="T10" fmla="*/ 214 w 469"/>
                <a:gd name="T11" fmla="*/ 307 h 296"/>
                <a:gd name="T12" fmla="*/ 79 w 469"/>
                <a:gd name="T13" fmla="*/ 358 h 296"/>
                <a:gd name="T14" fmla="*/ 19 w 469"/>
                <a:gd name="T15" fmla="*/ 341 h 296"/>
                <a:gd name="T16" fmla="*/ 23 w 469"/>
                <a:gd name="T17" fmla="*/ 249 h 296"/>
                <a:gd name="T18" fmla="*/ 141 w 469"/>
                <a:gd name="T19" fmla="*/ 131 h 296"/>
                <a:gd name="T20" fmla="*/ 280 w 469"/>
                <a:gd name="T21" fmla="*/ 56 h 296"/>
                <a:gd name="T22" fmla="*/ 354 w 469"/>
                <a:gd name="T23" fmla="*/ 27 h 29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69" h="296">
                  <a:moveTo>
                    <a:pt x="292" y="18"/>
                  </a:moveTo>
                  <a:cubicBezTo>
                    <a:pt x="323" y="8"/>
                    <a:pt x="366" y="0"/>
                    <a:pt x="399" y="1"/>
                  </a:cubicBezTo>
                  <a:cubicBezTo>
                    <a:pt x="444" y="4"/>
                    <a:pt x="469" y="51"/>
                    <a:pt x="466" y="93"/>
                  </a:cubicBezTo>
                  <a:cubicBezTo>
                    <a:pt x="464" y="131"/>
                    <a:pt x="450" y="191"/>
                    <a:pt x="422" y="218"/>
                  </a:cubicBezTo>
                  <a:cubicBezTo>
                    <a:pt x="389" y="249"/>
                    <a:pt x="353" y="244"/>
                    <a:pt x="313" y="237"/>
                  </a:cubicBezTo>
                  <a:cubicBezTo>
                    <a:pt x="262" y="228"/>
                    <a:pt x="225" y="237"/>
                    <a:pt x="177" y="253"/>
                  </a:cubicBezTo>
                  <a:cubicBezTo>
                    <a:pt x="140" y="266"/>
                    <a:pt x="105" y="290"/>
                    <a:pt x="65" y="294"/>
                  </a:cubicBezTo>
                  <a:cubicBezTo>
                    <a:pt x="47" y="296"/>
                    <a:pt x="27" y="296"/>
                    <a:pt x="16" y="280"/>
                  </a:cubicBezTo>
                  <a:cubicBezTo>
                    <a:pt x="0" y="255"/>
                    <a:pt x="7" y="227"/>
                    <a:pt x="20" y="204"/>
                  </a:cubicBezTo>
                  <a:cubicBezTo>
                    <a:pt x="44" y="164"/>
                    <a:pt x="75" y="131"/>
                    <a:pt x="116" y="108"/>
                  </a:cubicBezTo>
                  <a:cubicBezTo>
                    <a:pt x="155" y="87"/>
                    <a:pt x="191" y="61"/>
                    <a:pt x="232" y="46"/>
                  </a:cubicBezTo>
                  <a:cubicBezTo>
                    <a:pt x="252" y="38"/>
                    <a:pt x="273" y="30"/>
                    <a:pt x="292" y="22"/>
                  </a:cubicBezTo>
                </a:path>
              </a:pathLst>
            </a:custGeom>
            <a:solidFill>
              <a:srgbClr val="B069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9421" name="Freeform 769">
              <a:extLst>
                <a:ext uri="{FF2B5EF4-FFF2-40B4-BE49-F238E27FC236}">
                  <a16:creationId xmlns:a16="http://schemas.microsoft.com/office/drawing/2014/main" id="{2FBC4075-6EC4-4B86-8744-449F14B9D28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7" y="3010"/>
              <a:ext cx="177" cy="97"/>
            </a:xfrm>
            <a:custGeom>
              <a:avLst/>
              <a:gdLst>
                <a:gd name="T0" fmla="*/ 84 w 166"/>
                <a:gd name="T1" fmla="*/ 16 h 91"/>
                <a:gd name="T2" fmla="*/ 167 w 166"/>
                <a:gd name="T3" fmla="*/ 18 h 91"/>
                <a:gd name="T4" fmla="*/ 139 w 166"/>
                <a:gd name="T5" fmla="*/ 86 h 91"/>
                <a:gd name="T6" fmla="*/ 29 w 166"/>
                <a:gd name="T7" fmla="*/ 82 h 91"/>
                <a:gd name="T8" fmla="*/ 99 w 166"/>
                <a:gd name="T9" fmla="*/ 22 h 9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6" h="91">
                  <a:moveTo>
                    <a:pt x="69" y="13"/>
                  </a:moveTo>
                  <a:cubicBezTo>
                    <a:pt x="89" y="21"/>
                    <a:pt x="119" y="0"/>
                    <a:pt x="138" y="15"/>
                  </a:cubicBezTo>
                  <a:cubicBezTo>
                    <a:pt x="166" y="37"/>
                    <a:pt x="135" y="62"/>
                    <a:pt x="114" y="71"/>
                  </a:cubicBezTo>
                  <a:cubicBezTo>
                    <a:pt x="92" y="80"/>
                    <a:pt x="41" y="91"/>
                    <a:pt x="23" y="68"/>
                  </a:cubicBezTo>
                  <a:cubicBezTo>
                    <a:pt x="0" y="41"/>
                    <a:pt x="71" y="11"/>
                    <a:pt x="82" y="19"/>
                  </a:cubicBezTo>
                </a:path>
              </a:pathLst>
            </a:custGeom>
            <a:solidFill>
              <a:srgbClr val="B069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9422" name="Freeform 770">
              <a:extLst>
                <a:ext uri="{FF2B5EF4-FFF2-40B4-BE49-F238E27FC236}">
                  <a16:creationId xmlns:a16="http://schemas.microsoft.com/office/drawing/2014/main" id="{73CB3EF9-0484-4239-A201-23C454DFF27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3" y="3114"/>
              <a:ext cx="340" cy="501"/>
            </a:xfrm>
            <a:custGeom>
              <a:avLst/>
              <a:gdLst>
                <a:gd name="T0" fmla="*/ 15 w 319"/>
                <a:gd name="T1" fmla="*/ 104 h 470"/>
                <a:gd name="T2" fmla="*/ 136 w 319"/>
                <a:gd name="T3" fmla="*/ 97 h 470"/>
                <a:gd name="T4" fmla="*/ 245 w 319"/>
                <a:gd name="T5" fmla="*/ 80 h 470"/>
                <a:gd name="T6" fmla="*/ 312 w 319"/>
                <a:gd name="T7" fmla="*/ 48 h 470"/>
                <a:gd name="T8" fmla="*/ 355 w 319"/>
                <a:gd name="T9" fmla="*/ 0 h 470"/>
                <a:gd name="T10" fmla="*/ 344 w 319"/>
                <a:gd name="T11" fmla="*/ 131 h 470"/>
                <a:gd name="T12" fmla="*/ 365 w 319"/>
                <a:gd name="T13" fmla="*/ 303 h 470"/>
                <a:gd name="T14" fmla="*/ 327 w 319"/>
                <a:gd name="T15" fmla="*/ 530 h 470"/>
                <a:gd name="T16" fmla="*/ 189 w 319"/>
                <a:gd name="T17" fmla="*/ 568 h 470"/>
                <a:gd name="T18" fmla="*/ 75 w 319"/>
                <a:gd name="T19" fmla="*/ 433 h 470"/>
                <a:gd name="T20" fmla="*/ 12 w 319"/>
                <a:gd name="T21" fmla="*/ 260 h 470"/>
                <a:gd name="T22" fmla="*/ 2 w 319"/>
                <a:gd name="T23" fmla="*/ 187 h 470"/>
                <a:gd name="T24" fmla="*/ 18 w 319"/>
                <a:gd name="T25" fmla="*/ 109 h 47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19" h="470">
                  <a:moveTo>
                    <a:pt x="12" y="86"/>
                  </a:moveTo>
                  <a:cubicBezTo>
                    <a:pt x="43" y="76"/>
                    <a:pt x="80" y="83"/>
                    <a:pt x="113" y="80"/>
                  </a:cubicBezTo>
                  <a:cubicBezTo>
                    <a:pt x="143" y="77"/>
                    <a:pt x="174" y="74"/>
                    <a:pt x="203" y="66"/>
                  </a:cubicBezTo>
                  <a:cubicBezTo>
                    <a:pt x="222" y="60"/>
                    <a:pt x="244" y="53"/>
                    <a:pt x="258" y="39"/>
                  </a:cubicBezTo>
                  <a:cubicBezTo>
                    <a:pt x="270" y="27"/>
                    <a:pt x="278" y="9"/>
                    <a:pt x="293" y="0"/>
                  </a:cubicBezTo>
                  <a:cubicBezTo>
                    <a:pt x="309" y="28"/>
                    <a:pt x="282" y="76"/>
                    <a:pt x="284" y="108"/>
                  </a:cubicBezTo>
                  <a:cubicBezTo>
                    <a:pt x="288" y="156"/>
                    <a:pt x="299" y="203"/>
                    <a:pt x="301" y="250"/>
                  </a:cubicBezTo>
                  <a:cubicBezTo>
                    <a:pt x="304" y="303"/>
                    <a:pt x="319" y="399"/>
                    <a:pt x="270" y="437"/>
                  </a:cubicBezTo>
                  <a:cubicBezTo>
                    <a:pt x="239" y="461"/>
                    <a:pt x="194" y="470"/>
                    <a:pt x="156" y="469"/>
                  </a:cubicBezTo>
                  <a:cubicBezTo>
                    <a:pt x="101" y="466"/>
                    <a:pt x="81" y="401"/>
                    <a:pt x="62" y="357"/>
                  </a:cubicBezTo>
                  <a:cubicBezTo>
                    <a:pt x="43" y="310"/>
                    <a:pt x="22" y="263"/>
                    <a:pt x="9" y="215"/>
                  </a:cubicBezTo>
                  <a:cubicBezTo>
                    <a:pt x="3" y="194"/>
                    <a:pt x="0" y="174"/>
                    <a:pt x="2" y="154"/>
                  </a:cubicBezTo>
                  <a:cubicBezTo>
                    <a:pt x="3" y="131"/>
                    <a:pt x="12" y="111"/>
                    <a:pt x="15" y="90"/>
                  </a:cubicBezTo>
                </a:path>
              </a:pathLst>
            </a:custGeom>
            <a:solidFill>
              <a:srgbClr val="B069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9423" name="Freeform 771">
              <a:extLst>
                <a:ext uri="{FF2B5EF4-FFF2-40B4-BE49-F238E27FC236}">
                  <a16:creationId xmlns:a16="http://schemas.microsoft.com/office/drawing/2014/main" id="{4DE0AF8C-ED07-4B38-A65C-018F4ECC049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8" y="3697"/>
              <a:ext cx="153" cy="87"/>
            </a:xfrm>
            <a:custGeom>
              <a:avLst/>
              <a:gdLst>
                <a:gd name="T0" fmla="*/ 89 w 143"/>
                <a:gd name="T1" fmla="*/ 7 h 82"/>
                <a:gd name="T2" fmla="*/ 164 w 143"/>
                <a:gd name="T3" fmla="*/ 32 h 82"/>
                <a:gd name="T4" fmla="*/ 89 w 143"/>
                <a:gd name="T5" fmla="*/ 55 h 82"/>
                <a:gd name="T6" fmla="*/ 0 w 143"/>
                <a:gd name="T7" fmla="*/ 48 h 82"/>
                <a:gd name="T8" fmla="*/ 97 w 143"/>
                <a:gd name="T9" fmla="*/ 15 h 8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3" h="82">
                  <a:moveTo>
                    <a:pt x="73" y="7"/>
                  </a:moveTo>
                  <a:cubicBezTo>
                    <a:pt x="93" y="0"/>
                    <a:pt x="128" y="1"/>
                    <a:pt x="134" y="26"/>
                  </a:cubicBezTo>
                  <a:cubicBezTo>
                    <a:pt x="143" y="58"/>
                    <a:pt x="93" y="41"/>
                    <a:pt x="73" y="46"/>
                  </a:cubicBezTo>
                  <a:cubicBezTo>
                    <a:pt x="55" y="52"/>
                    <a:pt x="0" y="82"/>
                    <a:pt x="0" y="40"/>
                  </a:cubicBezTo>
                  <a:cubicBezTo>
                    <a:pt x="0" y="14"/>
                    <a:pt x="63" y="3"/>
                    <a:pt x="79" y="12"/>
                  </a:cubicBezTo>
                </a:path>
              </a:pathLst>
            </a:custGeom>
            <a:solidFill>
              <a:srgbClr val="B069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9424" name="Freeform 772">
              <a:extLst>
                <a:ext uri="{FF2B5EF4-FFF2-40B4-BE49-F238E27FC236}">
                  <a16:creationId xmlns:a16="http://schemas.microsoft.com/office/drawing/2014/main" id="{D97DBDCC-7055-45BA-B070-33A8C269847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4" y="3817"/>
              <a:ext cx="218" cy="158"/>
            </a:xfrm>
            <a:custGeom>
              <a:avLst/>
              <a:gdLst>
                <a:gd name="T0" fmla="*/ 12 w 205"/>
                <a:gd name="T1" fmla="*/ 22 h 148"/>
                <a:gd name="T2" fmla="*/ 11 w 205"/>
                <a:gd name="T3" fmla="*/ 61 h 148"/>
                <a:gd name="T4" fmla="*/ 52 w 205"/>
                <a:gd name="T5" fmla="*/ 64 h 148"/>
                <a:gd name="T6" fmla="*/ 137 w 205"/>
                <a:gd name="T7" fmla="*/ 85 h 148"/>
                <a:gd name="T8" fmla="*/ 247 w 205"/>
                <a:gd name="T9" fmla="*/ 140 h 148"/>
                <a:gd name="T10" fmla="*/ 206 w 205"/>
                <a:gd name="T11" fmla="*/ 91 h 148"/>
                <a:gd name="T12" fmla="*/ 156 w 205"/>
                <a:gd name="T13" fmla="*/ 22 h 148"/>
                <a:gd name="T14" fmla="*/ 112 w 205"/>
                <a:gd name="T15" fmla="*/ 11 h 148"/>
                <a:gd name="T16" fmla="*/ 16 w 205"/>
                <a:gd name="T17" fmla="*/ 7 h 14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5" h="148">
                  <a:moveTo>
                    <a:pt x="9" y="19"/>
                  </a:moveTo>
                  <a:cubicBezTo>
                    <a:pt x="1" y="24"/>
                    <a:pt x="0" y="42"/>
                    <a:pt x="8" y="50"/>
                  </a:cubicBezTo>
                  <a:cubicBezTo>
                    <a:pt x="18" y="61"/>
                    <a:pt x="30" y="54"/>
                    <a:pt x="43" y="52"/>
                  </a:cubicBezTo>
                  <a:cubicBezTo>
                    <a:pt x="73" y="48"/>
                    <a:pt x="90" y="50"/>
                    <a:pt x="114" y="70"/>
                  </a:cubicBezTo>
                  <a:cubicBezTo>
                    <a:pt x="138" y="91"/>
                    <a:pt x="173" y="148"/>
                    <a:pt x="205" y="115"/>
                  </a:cubicBezTo>
                  <a:cubicBezTo>
                    <a:pt x="196" y="99"/>
                    <a:pt x="184" y="88"/>
                    <a:pt x="171" y="75"/>
                  </a:cubicBezTo>
                  <a:cubicBezTo>
                    <a:pt x="155" y="58"/>
                    <a:pt x="146" y="35"/>
                    <a:pt x="130" y="19"/>
                  </a:cubicBezTo>
                  <a:cubicBezTo>
                    <a:pt x="115" y="5"/>
                    <a:pt x="114" y="7"/>
                    <a:pt x="93" y="8"/>
                  </a:cubicBezTo>
                  <a:cubicBezTo>
                    <a:pt x="69" y="11"/>
                    <a:pt x="35" y="0"/>
                    <a:pt x="13" y="7"/>
                  </a:cubicBezTo>
                </a:path>
              </a:pathLst>
            </a:custGeom>
            <a:solidFill>
              <a:srgbClr val="B069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9425" name="Freeform 773">
              <a:extLst>
                <a:ext uri="{FF2B5EF4-FFF2-40B4-BE49-F238E27FC236}">
                  <a16:creationId xmlns:a16="http://schemas.microsoft.com/office/drawing/2014/main" id="{7686FFE8-8CBD-4979-B441-FDA104564E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9" y="1772"/>
              <a:ext cx="114" cy="184"/>
            </a:xfrm>
            <a:custGeom>
              <a:avLst/>
              <a:gdLst>
                <a:gd name="T0" fmla="*/ 67 w 107"/>
                <a:gd name="T1" fmla="*/ 0 h 172"/>
                <a:gd name="T2" fmla="*/ 48 w 107"/>
                <a:gd name="T3" fmla="*/ 66 h 172"/>
                <a:gd name="T4" fmla="*/ 64 w 107"/>
                <a:gd name="T5" fmla="*/ 120 h 172"/>
                <a:gd name="T6" fmla="*/ 124 w 107"/>
                <a:gd name="T7" fmla="*/ 93 h 172"/>
                <a:gd name="T8" fmla="*/ 13 w 107"/>
                <a:gd name="T9" fmla="*/ 196 h 172"/>
                <a:gd name="T10" fmla="*/ 4 w 107"/>
                <a:gd name="T11" fmla="*/ 165 h 172"/>
                <a:gd name="T12" fmla="*/ 30 w 107"/>
                <a:gd name="T13" fmla="*/ 129 h 172"/>
                <a:gd name="T14" fmla="*/ 11 w 107"/>
                <a:gd name="T15" fmla="*/ 35 h 17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7" h="172">
                  <a:moveTo>
                    <a:pt x="55" y="0"/>
                  </a:moveTo>
                  <a:cubicBezTo>
                    <a:pt x="54" y="18"/>
                    <a:pt x="39" y="33"/>
                    <a:pt x="39" y="54"/>
                  </a:cubicBezTo>
                  <a:cubicBezTo>
                    <a:pt x="38" y="72"/>
                    <a:pt x="46" y="83"/>
                    <a:pt x="53" y="98"/>
                  </a:cubicBezTo>
                  <a:cubicBezTo>
                    <a:pt x="70" y="94"/>
                    <a:pt x="85" y="81"/>
                    <a:pt x="102" y="76"/>
                  </a:cubicBezTo>
                  <a:cubicBezTo>
                    <a:pt x="107" y="100"/>
                    <a:pt x="35" y="172"/>
                    <a:pt x="10" y="160"/>
                  </a:cubicBezTo>
                  <a:cubicBezTo>
                    <a:pt x="0" y="156"/>
                    <a:pt x="0" y="142"/>
                    <a:pt x="4" y="135"/>
                  </a:cubicBezTo>
                  <a:cubicBezTo>
                    <a:pt x="13" y="120"/>
                    <a:pt x="22" y="129"/>
                    <a:pt x="24" y="106"/>
                  </a:cubicBezTo>
                  <a:cubicBezTo>
                    <a:pt x="27" y="79"/>
                    <a:pt x="16" y="54"/>
                    <a:pt x="8" y="29"/>
                  </a:cubicBezTo>
                </a:path>
              </a:pathLst>
            </a:custGeom>
            <a:solidFill>
              <a:srgbClr val="B069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9426" name="Freeform 774">
              <a:extLst>
                <a:ext uri="{FF2B5EF4-FFF2-40B4-BE49-F238E27FC236}">
                  <a16:creationId xmlns:a16="http://schemas.microsoft.com/office/drawing/2014/main" id="{B6E5D3EA-C97E-4BC2-BA14-AF52FBB3DE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8" y="1947"/>
              <a:ext cx="191" cy="223"/>
            </a:xfrm>
            <a:custGeom>
              <a:avLst/>
              <a:gdLst>
                <a:gd name="T0" fmla="*/ 171 w 179"/>
                <a:gd name="T1" fmla="*/ 0 h 209"/>
                <a:gd name="T2" fmla="*/ 101 w 179"/>
                <a:gd name="T3" fmla="*/ 41 h 209"/>
                <a:gd name="T4" fmla="*/ 35 w 179"/>
                <a:gd name="T5" fmla="*/ 41 h 209"/>
                <a:gd name="T6" fmla="*/ 47 w 179"/>
                <a:gd name="T7" fmla="*/ 165 h 209"/>
                <a:gd name="T8" fmla="*/ 139 w 179"/>
                <a:gd name="T9" fmla="*/ 194 h 209"/>
                <a:gd name="T10" fmla="*/ 218 w 179"/>
                <a:gd name="T11" fmla="*/ 243 h 209"/>
                <a:gd name="T12" fmla="*/ 186 w 179"/>
                <a:gd name="T13" fmla="*/ 186 h 209"/>
                <a:gd name="T14" fmla="*/ 187 w 179"/>
                <a:gd name="T15" fmla="*/ 126 h 209"/>
                <a:gd name="T16" fmla="*/ 176 w 179"/>
                <a:gd name="T17" fmla="*/ 11 h 20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79" h="209">
                  <a:moveTo>
                    <a:pt x="141" y="0"/>
                  </a:moveTo>
                  <a:cubicBezTo>
                    <a:pt x="129" y="17"/>
                    <a:pt x="103" y="32"/>
                    <a:pt x="83" y="34"/>
                  </a:cubicBezTo>
                  <a:cubicBezTo>
                    <a:pt x="68" y="36"/>
                    <a:pt x="42" y="26"/>
                    <a:pt x="29" y="34"/>
                  </a:cubicBezTo>
                  <a:cubicBezTo>
                    <a:pt x="0" y="50"/>
                    <a:pt x="26" y="116"/>
                    <a:pt x="38" y="136"/>
                  </a:cubicBezTo>
                  <a:cubicBezTo>
                    <a:pt x="58" y="167"/>
                    <a:pt x="85" y="145"/>
                    <a:pt x="114" y="160"/>
                  </a:cubicBezTo>
                  <a:cubicBezTo>
                    <a:pt x="136" y="172"/>
                    <a:pt x="150" y="209"/>
                    <a:pt x="179" y="201"/>
                  </a:cubicBezTo>
                  <a:cubicBezTo>
                    <a:pt x="177" y="185"/>
                    <a:pt x="159" y="169"/>
                    <a:pt x="153" y="153"/>
                  </a:cubicBezTo>
                  <a:cubicBezTo>
                    <a:pt x="144" y="132"/>
                    <a:pt x="149" y="124"/>
                    <a:pt x="154" y="104"/>
                  </a:cubicBezTo>
                  <a:cubicBezTo>
                    <a:pt x="163" y="72"/>
                    <a:pt x="152" y="38"/>
                    <a:pt x="145" y="8"/>
                  </a:cubicBezTo>
                </a:path>
              </a:pathLst>
            </a:custGeom>
            <a:solidFill>
              <a:srgbClr val="B069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9427" name="Freeform 775">
              <a:extLst>
                <a:ext uri="{FF2B5EF4-FFF2-40B4-BE49-F238E27FC236}">
                  <a16:creationId xmlns:a16="http://schemas.microsoft.com/office/drawing/2014/main" id="{98C88D6B-013B-44B6-9B7B-746483E0F5F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8" y="2220"/>
              <a:ext cx="134" cy="163"/>
            </a:xfrm>
            <a:custGeom>
              <a:avLst/>
              <a:gdLst>
                <a:gd name="T0" fmla="*/ 36 w 126"/>
                <a:gd name="T1" fmla="*/ 17 h 153"/>
                <a:gd name="T2" fmla="*/ 95 w 126"/>
                <a:gd name="T3" fmla="*/ 4 h 153"/>
                <a:gd name="T4" fmla="*/ 122 w 126"/>
                <a:gd name="T5" fmla="*/ 62 h 153"/>
                <a:gd name="T6" fmla="*/ 125 w 126"/>
                <a:gd name="T7" fmla="*/ 185 h 153"/>
                <a:gd name="T8" fmla="*/ 36 w 126"/>
                <a:gd name="T9" fmla="*/ 115 h 153"/>
                <a:gd name="T10" fmla="*/ 1 w 126"/>
                <a:gd name="T11" fmla="*/ 99 h 153"/>
                <a:gd name="T12" fmla="*/ 38 w 126"/>
                <a:gd name="T13" fmla="*/ 19 h 15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6" h="153">
                  <a:moveTo>
                    <a:pt x="30" y="14"/>
                  </a:moveTo>
                  <a:cubicBezTo>
                    <a:pt x="43" y="12"/>
                    <a:pt x="66" y="0"/>
                    <a:pt x="79" y="4"/>
                  </a:cubicBezTo>
                  <a:cubicBezTo>
                    <a:pt x="100" y="10"/>
                    <a:pt x="101" y="34"/>
                    <a:pt x="102" y="51"/>
                  </a:cubicBezTo>
                  <a:cubicBezTo>
                    <a:pt x="103" y="81"/>
                    <a:pt x="126" y="130"/>
                    <a:pt x="104" y="153"/>
                  </a:cubicBezTo>
                  <a:cubicBezTo>
                    <a:pt x="78" y="139"/>
                    <a:pt x="72" y="44"/>
                    <a:pt x="30" y="95"/>
                  </a:cubicBezTo>
                  <a:cubicBezTo>
                    <a:pt x="14" y="115"/>
                    <a:pt x="3" y="110"/>
                    <a:pt x="1" y="82"/>
                  </a:cubicBezTo>
                  <a:cubicBezTo>
                    <a:pt x="0" y="49"/>
                    <a:pt x="15" y="39"/>
                    <a:pt x="32" y="16"/>
                  </a:cubicBezTo>
                </a:path>
              </a:pathLst>
            </a:custGeom>
            <a:solidFill>
              <a:srgbClr val="B069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9428" name="Freeform 776">
              <a:extLst>
                <a:ext uri="{FF2B5EF4-FFF2-40B4-BE49-F238E27FC236}">
                  <a16:creationId xmlns:a16="http://schemas.microsoft.com/office/drawing/2014/main" id="{99DC70C4-B5B8-456A-B517-2BD7DE4B2B8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4" y="1829"/>
              <a:ext cx="6" cy="3"/>
            </a:xfrm>
            <a:custGeom>
              <a:avLst/>
              <a:gdLst>
                <a:gd name="T0" fmla="*/ 6 w 6"/>
                <a:gd name="T1" fmla="*/ 3 h 3"/>
                <a:gd name="T2" fmla="*/ 0 w 6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">
                  <a:moveTo>
                    <a:pt x="6" y="3"/>
                  </a:moveTo>
                  <a:cubicBezTo>
                    <a:pt x="5" y="2"/>
                    <a:pt x="3" y="1"/>
                    <a:pt x="0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9429" name="Freeform 777">
              <a:extLst>
                <a:ext uri="{FF2B5EF4-FFF2-40B4-BE49-F238E27FC236}">
                  <a16:creationId xmlns:a16="http://schemas.microsoft.com/office/drawing/2014/main" id="{A7A82DEE-DE2E-45CE-92CB-F8A349A57D0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6" y="1824"/>
              <a:ext cx="109" cy="52"/>
            </a:xfrm>
            <a:custGeom>
              <a:avLst/>
              <a:gdLst>
                <a:gd name="T0" fmla="*/ 78 w 102"/>
                <a:gd name="T1" fmla="*/ 0 h 49"/>
                <a:gd name="T2" fmla="*/ 61 w 102"/>
                <a:gd name="T3" fmla="*/ 1 h 49"/>
                <a:gd name="T4" fmla="*/ 2 w 102"/>
                <a:gd name="T5" fmla="*/ 36 h 49"/>
                <a:gd name="T6" fmla="*/ 68 w 102"/>
                <a:gd name="T7" fmla="*/ 54 h 49"/>
                <a:gd name="T8" fmla="*/ 124 w 102"/>
                <a:gd name="T9" fmla="*/ 27 h 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2" h="49">
                  <a:moveTo>
                    <a:pt x="64" y="0"/>
                  </a:moveTo>
                  <a:cubicBezTo>
                    <a:pt x="60" y="0"/>
                    <a:pt x="55" y="1"/>
                    <a:pt x="50" y="1"/>
                  </a:cubicBezTo>
                  <a:cubicBezTo>
                    <a:pt x="22" y="5"/>
                    <a:pt x="0" y="18"/>
                    <a:pt x="2" y="30"/>
                  </a:cubicBezTo>
                  <a:cubicBezTo>
                    <a:pt x="4" y="42"/>
                    <a:pt x="28" y="49"/>
                    <a:pt x="56" y="45"/>
                  </a:cubicBezTo>
                  <a:cubicBezTo>
                    <a:pt x="79" y="42"/>
                    <a:pt x="97" y="33"/>
                    <a:pt x="102" y="23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9430" name="Freeform 778">
              <a:extLst>
                <a:ext uri="{FF2B5EF4-FFF2-40B4-BE49-F238E27FC236}">
                  <a16:creationId xmlns:a16="http://schemas.microsoft.com/office/drawing/2014/main" id="{D562270A-F83B-4882-8534-D41C70D1D7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7" y="1825"/>
              <a:ext cx="12" cy="2"/>
            </a:xfrm>
            <a:custGeom>
              <a:avLst/>
              <a:gdLst>
                <a:gd name="T0" fmla="*/ 14 w 11"/>
                <a:gd name="T1" fmla="*/ 2 h 2"/>
                <a:gd name="T2" fmla="*/ 13 w 11"/>
                <a:gd name="T3" fmla="*/ 2 h 2"/>
                <a:gd name="T4" fmla="*/ 0 w 11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2">
                  <a:moveTo>
                    <a:pt x="11" y="2"/>
                  </a:moveTo>
                  <a:cubicBezTo>
                    <a:pt x="11" y="2"/>
                    <a:pt x="10" y="2"/>
                    <a:pt x="10" y="2"/>
                  </a:cubicBezTo>
                  <a:cubicBezTo>
                    <a:pt x="7" y="1"/>
                    <a:pt x="4" y="0"/>
                    <a:pt x="0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9431" name="Freeform 779">
              <a:extLst>
                <a:ext uri="{FF2B5EF4-FFF2-40B4-BE49-F238E27FC236}">
                  <a16:creationId xmlns:a16="http://schemas.microsoft.com/office/drawing/2014/main" id="{4145EC9B-DE6A-4429-B91B-EFA7A97C037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3" y="1843"/>
              <a:ext cx="49" cy="21"/>
            </a:xfrm>
            <a:custGeom>
              <a:avLst/>
              <a:gdLst>
                <a:gd name="T0" fmla="*/ 32 w 46"/>
                <a:gd name="T1" fmla="*/ 0 h 20"/>
                <a:gd name="T2" fmla="*/ 11 w 46"/>
                <a:gd name="T3" fmla="*/ 7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6" h="20">
                  <a:moveTo>
                    <a:pt x="26" y="0"/>
                  </a:moveTo>
                  <a:cubicBezTo>
                    <a:pt x="46" y="15"/>
                    <a:pt x="0" y="20"/>
                    <a:pt x="8" y="7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9432" name="Freeform 780">
              <a:extLst>
                <a:ext uri="{FF2B5EF4-FFF2-40B4-BE49-F238E27FC236}">
                  <a16:creationId xmlns:a16="http://schemas.microsoft.com/office/drawing/2014/main" id="{CAAF94B9-08ED-4F4E-8599-4BE3510B62B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6" y="2677"/>
              <a:ext cx="301" cy="122"/>
            </a:xfrm>
            <a:custGeom>
              <a:avLst/>
              <a:gdLst>
                <a:gd name="T0" fmla="*/ 0 w 282"/>
                <a:gd name="T1" fmla="*/ 134 h 115"/>
                <a:gd name="T2" fmla="*/ 72 w 282"/>
                <a:gd name="T3" fmla="*/ 89 h 115"/>
                <a:gd name="T4" fmla="*/ 163 w 282"/>
                <a:gd name="T5" fmla="*/ 60 h 115"/>
                <a:gd name="T6" fmla="*/ 343 w 282"/>
                <a:gd name="T7" fmla="*/ 0 h 115"/>
                <a:gd name="T8" fmla="*/ 140 w 282"/>
                <a:gd name="T9" fmla="*/ 77 h 115"/>
                <a:gd name="T10" fmla="*/ 3 w 282"/>
                <a:gd name="T11" fmla="*/ 137 h 11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2" h="115">
                  <a:moveTo>
                    <a:pt x="0" y="112"/>
                  </a:moveTo>
                  <a:cubicBezTo>
                    <a:pt x="25" y="105"/>
                    <a:pt x="38" y="87"/>
                    <a:pt x="59" y="74"/>
                  </a:cubicBezTo>
                  <a:cubicBezTo>
                    <a:pt x="82" y="61"/>
                    <a:pt x="110" y="59"/>
                    <a:pt x="134" y="51"/>
                  </a:cubicBezTo>
                  <a:cubicBezTo>
                    <a:pt x="181" y="35"/>
                    <a:pt x="234" y="7"/>
                    <a:pt x="282" y="0"/>
                  </a:cubicBezTo>
                  <a:cubicBezTo>
                    <a:pt x="231" y="31"/>
                    <a:pt x="172" y="51"/>
                    <a:pt x="115" y="65"/>
                  </a:cubicBezTo>
                  <a:cubicBezTo>
                    <a:pt x="73" y="76"/>
                    <a:pt x="42" y="101"/>
                    <a:pt x="3" y="115"/>
                  </a:cubicBezTo>
                </a:path>
              </a:pathLst>
            </a:custGeom>
            <a:solidFill>
              <a:srgbClr val="8E4C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9433" name="Freeform 781">
              <a:extLst>
                <a:ext uri="{FF2B5EF4-FFF2-40B4-BE49-F238E27FC236}">
                  <a16:creationId xmlns:a16="http://schemas.microsoft.com/office/drawing/2014/main" id="{9AFF494B-93AF-461B-A461-1BCCD9F1E8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9" y="2070"/>
              <a:ext cx="479" cy="236"/>
            </a:xfrm>
            <a:custGeom>
              <a:avLst/>
              <a:gdLst>
                <a:gd name="T0" fmla="*/ 0 w 449"/>
                <a:gd name="T1" fmla="*/ 11 h 221"/>
                <a:gd name="T2" fmla="*/ 55 w 449"/>
                <a:gd name="T3" fmla="*/ 21 h 221"/>
                <a:gd name="T4" fmla="*/ 108 w 449"/>
                <a:gd name="T5" fmla="*/ 33 h 221"/>
                <a:gd name="T6" fmla="*/ 161 w 449"/>
                <a:gd name="T7" fmla="*/ 27 h 221"/>
                <a:gd name="T8" fmla="*/ 222 w 449"/>
                <a:gd name="T9" fmla="*/ 20 h 221"/>
                <a:gd name="T10" fmla="*/ 322 w 449"/>
                <a:gd name="T11" fmla="*/ 3 h 221"/>
                <a:gd name="T12" fmla="*/ 465 w 449"/>
                <a:gd name="T13" fmla="*/ 25 h 221"/>
                <a:gd name="T14" fmla="*/ 525 w 449"/>
                <a:gd name="T15" fmla="*/ 43 h 221"/>
                <a:gd name="T16" fmla="*/ 513 w 449"/>
                <a:gd name="T17" fmla="*/ 91 h 221"/>
                <a:gd name="T18" fmla="*/ 493 w 449"/>
                <a:gd name="T19" fmla="*/ 174 h 221"/>
                <a:gd name="T20" fmla="*/ 472 w 449"/>
                <a:gd name="T21" fmla="*/ 263 h 221"/>
                <a:gd name="T22" fmla="*/ 373 w 449"/>
                <a:gd name="T23" fmla="*/ 199 h 221"/>
                <a:gd name="T24" fmla="*/ 272 w 449"/>
                <a:gd name="T25" fmla="*/ 146 h 221"/>
                <a:gd name="T26" fmla="*/ 153 w 449"/>
                <a:gd name="T27" fmla="*/ 230 h 221"/>
                <a:gd name="T28" fmla="*/ 81 w 449"/>
                <a:gd name="T29" fmla="*/ 250 h 221"/>
                <a:gd name="T30" fmla="*/ 21 w 449"/>
                <a:gd name="T31" fmla="*/ 155 h 221"/>
                <a:gd name="T32" fmla="*/ 0 w 449"/>
                <a:gd name="T33" fmla="*/ 115 h 221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449" h="221">
                  <a:moveTo>
                    <a:pt x="0" y="8"/>
                  </a:moveTo>
                  <a:cubicBezTo>
                    <a:pt x="18" y="2"/>
                    <a:pt x="30" y="12"/>
                    <a:pt x="46" y="18"/>
                  </a:cubicBezTo>
                  <a:cubicBezTo>
                    <a:pt x="59" y="24"/>
                    <a:pt x="75" y="26"/>
                    <a:pt x="89" y="27"/>
                  </a:cubicBezTo>
                  <a:cubicBezTo>
                    <a:pt x="104" y="27"/>
                    <a:pt x="118" y="23"/>
                    <a:pt x="133" y="22"/>
                  </a:cubicBezTo>
                  <a:cubicBezTo>
                    <a:pt x="150" y="20"/>
                    <a:pt x="166" y="21"/>
                    <a:pt x="183" y="17"/>
                  </a:cubicBezTo>
                  <a:cubicBezTo>
                    <a:pt x="210" y="11"/>
                    <a:pt x="238" y="6"/>
                    <a:pt x="265" y="3"/>
                  </a:cubicBezTo>
                  <a:cubicBezTo>
                    <a:pt x="306" y="0"/>
                    <a:pt x="344" y="16"/>
                    <a:pt x="383" y="21"/>
                  </a:cubicBezTo>
                  <a:cubicBezTo>
                    <a:pt x="397" y="23"/>
                    <a:pt x="421" y="26"/>
                    <a:pt x="432" y="35"/>
                  </a:cubicBezTo>
                  <a:cubicBezTo>
                    <a:pt x="449" y="50"/>
                    <a:pt x="433" y="60"/>
                    <a:pt x="423" y="75"/>
                  </a:cubicBezTo>
                  <a:cubicBezTo>
                    <a:pt x="411" y="93"/>
                    <a:pt x="405" y="121"/>
                    <a:pt x="406" y="143"/>
                  </a:cubicBezTo>
                  <a:cubicBezTo>
                    <a:pt x="408" y="165"/>
                    <a:pt x="432" y="221"/>
                    <a:pt x="388" y="215"/>
                  </a:cubicBezTo>
                  <a:cubicBezTo>
                    <a:pt x="357" y="211"/>
                    <a:pt x="331" y="179"/>
                    <a:pt x="307" y="163"/>
                  </a:cubicBezTo>
                  <a:cubicBezTo>
                    <a:pt x="284" y="146"/>
                    <a:pt x="254" y="121"/>
                    <a:pt x="224" y="120"/>
                  </a:cubicBezTo>
                  <a:cubicBezTo>
                    <a:pt x="181" y="119"/>
                    <a:pt x="158" y="168"/>
                    <a:pt x="126" y="188"/>
                  </a:cubicBezTo>
                  <a:cubicBezTo>
                    <a:pt x="111" y="197"/>
                    <a:pt x="86" y="213"/>
                    <a:pt x="67" y="205"/>
                  </a:cubicBezTo>
                  <a:cubicBezTo>
                    <a:pt x="42" y="194"/>
                    <a:pt x="31" y="149"/>
                    <a:pt x="18" y="127"/>
                  </a:cubicBezTo>
                  <a:cubicBezTo>
                    <a:pt x="12" y="117"/>
                    <a:pt x="4" y="107"/>
                    <a:pt x="0" y="95"/>
                  </a:cubicBezTo>
                </a:path>
              </a:pathLst>
            </a:custGeom>
            <a:solidFill>
              <a:srgbClr val="B069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9434" name="Freeform 782">
              <a:extLst>
                <a:ext uri="{FF2B5EF4-FFF2-40B4-BE49-F238E27FC236}">
                  <a16:creationId xmlns:a16="http://schemas.microsoft.com/office/drawing/2014/main" id="{50C5C9E0-C084-4EAC-9BFB-E5789D2257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6" y="1689"/>
              <a:ext cx="44" cy="143"/>
            </a:xfrm>
            <a:custGeom>
              <a:avLst/>
              <a:gdLst>
                <a:gd name="T0" fmla="*/ 0 w 42"/>
                <a:gd name="T1" fmla="*/ 163 h 134"/>
                <a:gd name="T2" fmla="*/ 25 w 42"/>
                <a:gd name="T3" fmla="*/ 146 h 134"/>
                <a:gd name="T4" fmla="*/ 46 w 42"/>
                <a:gd name="T5" fmla="*/ 118 h 134"/>
                <a:gd name="T6" fmla="*/ 40 w 42"/>
                <a:gd name="T7" fmla="*/ 55 h 134"/>
                <a:gd name="T8" fmla="*/ 27 w 42"/>
                <a:gd name="T9" fmla="*/ 0 h 134"/>
                <a:gd name="T10" fmla="*/ 39 w 42"/>
                <a:gd name="T11" fmla="*/ 58 h 134"/>
                <a:gd name="T12" fmla="*/ 43 w 42"/>
                <a:gd name="T13" fmla="*/ 108 h 134"/>
                <a:gd name="T14" fmla="*/ 32 w 42"/>
                <a:gd name="T15" fmla="*/ 129 h 134"/>
                <a:gd name="T16" fmla="*/ 7 w 42"/>
                <a:gd name="T17" fmla="*/ 158 h 13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2" h="134">
                  <a:moveTo>
                    <a:pt x="0" y="134"/>
                  </a:moveTo>
                  <a:cubicBezTo>
                    <a:pt x="8" y="131"/>
                    <a:pt x="15" y="123"/>
                    <a:pt x="22" y="120"/>
                  </a:cubicBezTo>
                  <a:cubicBezTo>
                    <a:pt x="33" y="115"/>
                    <a:pt x="39" y="109"/>
                    <a:pt x="40" y="97"/>
                  </a:cubicBezTo>
                  <a:cubicBezTo>
                    <a:pt x="42" y="80"/>
                    <a:pt x="37" y="63"/>
                    <a:pt x="34" y="46"/>
                  </a:cubicBezTo>
                  <a:cubicBezTo>
                    <a:pt x="31" y="31"/>
                    <a:pt x="27" y="16"/>
                    <a:pt x="24" y="0"/>
                  </a:cubicBezTo>
                  <a:cubicBezTo>
                    <a:pt x="20" y="13"/>
                    <a:pt x="30" y="35"/>
                    <a:pt x="33" y="48"/>
                  </a:cubicBezTo>
                  <a:cubicBezTo>
                    <a:pt x="36" y="61"/>
                    <a:pt x="38" y="76"/>
                    <a:pt x="37" y="89"/>
                  </a:cubicBezTo>
                  <a:cubicBezTo>
                    <a:pt x="36" y="97"/>
                    <a:pt x="35" y="101"/>
                    <a:pt x="29" y="106"/>
                  </a:cubicBezTo>
                  <a:cubicBezTo>
                    <a:pt x="22" y="113"/>
                    <a:pt x="13" y="121"/>
                    <a:pt x="7" y="130"/>
                  </a:cubicBezTo>
                </a:path>
              </a:pathLst>
            </a:custGeom>
            <a:solidFill>
              <a:srgbClr val="C27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9435" name="Freeform 783">
              <a:extLst>
                <a:ext uri="{FF2B5EF4-FFF2-40B4-BE49-F238E27FC236}">
                  <a16:creationId xmlns:a16="http://schemas.microsoft.com/office/drawing/2014/main" id="{CE0C9A8A-29E9-41E0-849C-76086AE6BA5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5" y="858"/>
              <a:ext cx="16" cy="57"/>
            </a:xfrm>
            <a:custGeom>
              <a:avLst/>
              <a:gdLst>
                <a:gd name="T0" fmla="*/ 15 w 15"/>
                <a:gd name="T1" fmla="*/ 0 h 54"/>
                <a:gd name="T2" fmla="*/ 18 w 15"/>
                <a:gd name="T3" fmla="*/ 63 h 54"/>
                <a:gd name="T4" fmla="*/ 15 w 15"/>
                <a:gd name="T5" fmla="*/ 0 h 5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54">
                  <a:moveTo>
                    <a:pt x="12" y="0"/>
                  </a:moveTo>
                  <a:cubicBezTo>
                    <a:pt x="12" y="0"/>
                    <a:pt x="3" y="32"/>
                    <a:pt x="15" y="54"/>
                  </a:cubicBezTo>
                  <a:cubicBezTo>
                    <a:pt x="15" y="54"/>
                    <a:pt x="0" y="31"/>
                    <a:pt x="12" y="0"/>
                  </a:cubicBezTo>
                  <a:close/>
                </a:path>
              </a:pathLst>
            </a:custGeom>
            <a:solidFill>
              <a:srgbClr val="5A22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9436" name="Freeform 784">
              <a:extLst>
                <a:ext uri="{FF2B5EF4-FFF2-40B4-BE49-F238E27FC236}">
                  <a16:creationId xmlns:a16="http://schemas.microsoft.com/office/drawing/2014/main" id="{5FCC644B-5225-4F2C-AF23-F8AC63669B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8" y="719"/>
              <a:ext cx="211" cy="313"/>
            </a:xfrm>
            <a:custGeom>
              <a:avLst/>
              <a:gdLst>
                <a:gd name="T0" fmla="*/ 240 w 198"/>
                <a:gd name="T1" fmla="*/ 64 h 294"/>
                <a:gd name="T2" fmla="*/ 174 w 198"/>
                <a:gd name="T3" fmla="*/ 128 h 294"/>
                <a:gd name="T4" fmla="*/ 190 w 198"/>
                <a:gd name="T5" fmla="*/ 105 h 294"/>
                <a:gd name="T6" fmla="*/ 215 w 198"/>
                <a:gd name="T7" fmla="*/ 71 h 294"/>
                <a:gd name="T8" fmla="*/ 129 w 198"/>
                <a:gd name="T9" fmla="*/ 117 h 294"/>
                <a:gd name="T10" fmla="*/ 165 w 198"/>
                <a:gd name="T11" fmla="*/ 75 h 294"/>
                <a:gd name="T12" fmla="*/ 132 w 198"/>
                <a:gd name="T13" fmla="*/ 96 h 294"/>
                <a:gd name="T14" fmla="*/ 92 w 198"/>
                <a:gd name="T15" fmla="*/ 119 h 294"/>
                <a:gd name="T16" fmla="*/ 104 w 198"/>
                <a:gd name="T17" fmla="*/ 93 h 294"/>
                <a:gd name="T18" fmla="*/ 85 w 198"/>
                <a:gd name="T19" fmla="*/ 113 h 294"/>
                <a:gd name="T20" fmla="*/ 58 w 198"/>
                <a:gd name="T21" fmla="*/ 135 h 294"/>
                <a:gd name="T22" fmla="*/ 42 w 198"/>
                <a:gd name="T23" fmla="*/ 162 h 294"/>
                <a:gd name="T24" fmla="*/ 21 w 198"/>
                <a:gd name="T25" fmla="*/ 211 h 294"/>
                <a:gd name="T26" fmla="*/ 32 w 198"/>
                <a:gd name="T27" fmla="*/ 193 h 294"/>
                <a:gd name="T28" fmla="*/ 25 w 198"/>
                <a:gd name="T29" fmla="*/ 217 h 294"/>
                <a:gd name="T30" fmla="*/ 19 w 198"/>
                <a:gd name="T31" fmla="*/ 242 h 294"/>
                <a:gd name="T32" fmla="*/ 20 w 198"/>
                <a:gd name="T33" fmla="*/ 283 h 294"/>
                <a:gd name="T34" fmla="*/ 22 w 198"/>
                <a:gd name="T35" fmla="*/ 314 h 294"/>
                <a:gd name="T36" fmla="*/ 14 w 198"/>
                <a:gd name="T37" fmla="*/ 347 h 294"/>
                <a:gd name="T38" fmla="*/ 16 w 198"/>
                <a:gd name="T39" fmla="*/ 324 h 294"/>
                <a:gd name="T40" fmla="*/ 0 w 198"/>
                <a:gd name="T41" fmla="*/ 355 h 294"/>
                <a:gd name="T42" fmla="*/ 6 w 198"/>
                <a:gd name="T43" fmla="*/ 330 h 294"/>
                <a:gd name="T44" fmla="*/ 0 w 198"/>
                <a:gd name="T45" fmla="*/ 336 h 294"/>
                <a:gd name="T46" fmla="*/ 12 w 198"/>
                <a:gd name="T47" fmla="*/ 283 h 294"/>
                <a:gd name="T48" fmla="*/ 5 w 198"/>
                <a:gd name="T49" fmla="*/ 238 h 294"/>
                <a:gd name="T50" fmla="*/ 3 w 198"/>
                <a:gd name="T51" fmla="*/ 200 h 294"/>
                <a:gd name="T52" fmla="*/ 13 w 198"/>
                <a:gd name="T53" fmla="*/ 145 h 294"/>
                <a:gd name="T54" fmla="*/ 2 w 198"/>
                <a:gd name="T55" fmla="*/ 160 h 294"/>
                <a:gd name="T56" fmla="*/ 23 w 198"/>
                <a:gd name="T57" fmla="*/ 115 h 294"/>
                <a:gd name="T58" fmla="*/ 46 w 198"/>
                <a:gd name="T59" fmla="*/ 85 h 294"/>
                <a:gd name="T60" fmla="*/ 60 w 198"/>
                <a:gd name="T61" fmla="*/ 65 h 294"/>
                <a:gd name="T62" fmla="*/ 45 w 198"/>
                <a:gd name="T63" fmla="*/ 73 h 294"/>
                <a:gd name="T64" fmla="*/ 77 w 198"/>
                <a:gd name="T65" fmla="*/ 40 h 294"/>
                <a:gd name="T66" fmla="*/ 109 w 198"/>
                <a:gd name="T67" fmla="*/ 22 h 294"/>
                <a:gd name="T68" fmla="*/ 127 w 198"/>
                <a:gd name="T69" fmla="*/ 15 h 294"/>
                <a:gd name="T70" fmla="*/ 108 w 198"/>
                <a:gd name="T71" fmla="*/ 13 h 294"/>
                <a:gd name="T72" fmla="*/ 148 w 198"/>
                <a:gd name="T73" fmla="*/ 4 h 294"/>
                <a:gd name="T74" fmla="*/ 143 w 198"/>
                <a:gd name="T75" fmla="*/ 0 h 294"/>
                <a:gd name="T76" fmla="*/ 198 w 198"/>
                <a:gd name="T77" fmla="*/ 5 h 294"/>
                <a:gd name="T78" fmla="*/ 240 w 198"/>
                <a:gd name="T79" fmla="*/ 56 h 294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198" h="294">
                  <a:moveTo>
                    <a:pt x="198" y="53"/>
                  </a:moveTo>
                  <a:cubicBezTo>
                    <a:pt x="182" y="73"/>
                    <a:pt x="161" y="87"/>
                    <a:pt x="144" y="106"/>
                  </a:cubicBezTo>
                  <a:cubicBezTo>
                    <a:pt x="144" y="100"/>
                    <a:pt x="152" y="92"/>
                    <a:pt x="157" y="87"/>
                  </a:cubicBezTo>
                  <a:cubicBezTo>
                    <a:pt x="164" y="78"/>
                    <a:pt x="171" y="68"/>
                    <a:pt x="178" y="59"/>
                  </a:cubicBezTo>
                  <a:cubicBezTo>
                    <a:pt x="156" y="75"/>
                    <a:pt x="127" y="79"/>
                    <a:pt x="107" y="97"/>
                  </a:cubicBezTo>
                  <a:cubicBezTo>
                    <a:pt x="115" y="83"/>
                    <a:pt x="127" y="75"/>
                    <a:pt x="136" y="62"/>
                  </a:cubicBezTo>
                  <a:cubicBezTo>
                    <a:pt x="126" y="66"/>
                    <a:pt x="117" y="74"/>
                    <a:pt x="109" y="80"/>
                  </a:cubicBezTo>
                  <a:cubicBezTo>
                    <a:pt x="98" y="87"/>
                    <a:pt x="86" y="91"/>
                    <a:pt x="76" y="99"/>
                  </a:cubicBezTo>
                  <a:cubicBezTo>
                    <a:pt x="78" y="91"/>
                    <a:pt x="85" y="85"/>
                    <a:pt x="86" y="77"/>
                  </a:cubicBezTo>
                  <a:cubicBezTo>
                    <a:pt x="81" y="82"/>
                    <a:pt x="76" y="88"/>
                    <a:pt x="70" y="94"/>
                  </a:cubicBezTo>
                  <a:cubicBezTo>
                    <a:pt x="63" y="100"/>
                    <a:pt x="55" y="105"/>
                    <a:pt x="48" y="112"/>
                  </a:cubicBezTo>
                  <a:cubicBezTo>
                    <a:pt x="42" y="119"/>
                    <a:pt x="38" y="126"/>
                    <a:pt x="35" y="134"/>
                  </a:cubicBezTo>
                  <a:cubicBezTo>
                    <a:pt x="29" y="148"/>
                    <a:pt x="23" y="161"/>
                    <a:pt x="18" y="175"/>
                  </a:cubicBezTo>
                  <a:cubicBezTo>
                    <a:pt x="19" y="170"/>
                    <a:pt x="22" y="164"/>
                    <a:pt x="26" y="160"/>
                  </a:cubicBezTo>
                  <a:cubicBezTo>
                    <a:pt x="28" y="165"/>
                    <a:pt x="22" y="175"/>
                    <a:pt x="21" y="180"/>
                  </a:cubicBezTo>
                  <a:cubicBezTo>
                    <a:pt x="19" y="187"/>
                    <a:pt x="17" y="194"/>
                    <a:pt x="16" y="200"/>
                  </a:cubicBezTo>
                  <a:cubicBezTo>
                    <a:pt x="15" y="211"/>
                    <a:pt x="17" y="224"/>
                    <a:pt x="17" y="235"/>
                  </a:cubicBezTo>
                  <a:cubicBezTo>
                    <a:pt x="17" y="243"/>
                    <a:pt x="20" y="251"/>
                    <a:pt x="19" y="260"/>
                  </a:cubicBezTo>
                  <a:cubicBezTo>
                    <a:pt x="18" y="269"/>
                    <a:pt x="15" y="279"/>
                    <a:pt x="11" y="287"/>
                  </a:cubicBezTo>
                  <a:cubicBezTo>
                    <a:pt x="12" y="281"/>
                    <a:pt x="13" y="275"/>
                    <a:pt x="13" y="269"/>
                  </a:cubicBezTo>
                  <a:cubicBezTo>
                    <a:pt x="10" y="278"/>
                    <a:pt x="5" y="286"/>
                    <a:pt x="0" y="294"/>
                  </a:cubicBezTo>
                  <a:cubicBezTo>
                    <a:pt x="1" y="287"/>
                    <a:pt x="3" y="279"/>
                    <a:pt x="6" y="273"/>
                  </a:cubicBezTo>
                  <a:cubicBezTo>
                    <a:pt x="4" y="275"/>
                    <a:pt x="2" y="277"/>
                    <a:pt x="0" y="279"/>
                  </a:cubicBezTo>
                  <a:cubicBezTo>
                    <a:pt x="2" y="264"/>
                    <a:pt x="10" y="251"/>
                    <a:pt x="9" y="235"/>
                  </a:cubicBezTo>
                  <a:cubicBezTo>
                    <a:pt x="8" y="223"/>
                    <a:pt x="6" y="210"/>
                    <a:pt x="5" y="197"/>
                  </a:cubicBezTo>
                  <a:cubicBezTo>
                    <a:pt x="3" y="187"/>
                    <a:pt x="3" y="177"/>
                    <a:pt x="3" y="166"/>
                  </a:cubicBezTo>
                  <a:cubicBezTo>
                    <a:pt x="4" y="150"/>
                    <a:pt x="9" y="135"/>
                    <a:pt x="10" y="120"/>
                  </a:cubicBezTo>
                  <a:cubicBezTo>
                    <a:pt x="7" y="122"/>
                    <a:pt x="4" y="128"/>
                    <a:pt x="2" y="132"/>
                  </a:cubicBezTo>
                  <a:cubicBezTo>
                    <a:pt x="3" y="119"/>
                    <a:pt x="14" y="105"/>
                    <a:pt x="20" y="95"/>
                  </a:cubicBezTo>
                  <a:cubicBezTo>
                    <a:pt x="25" y="86"/>
                    <a:pt x="31" y="78"/>
                    <a:pt x="38" y="70"/>
                  </a:cubicBezTo>
                  <a:cubicBezTo>
                    <a:pt x="41" y="66"/>
                    <a:pt x="50" y="58"/>
                    <a:pt x="50" y="54"/>
                  </a:cubicBezTo>
                  <a:cubicBezTo>
                    <a:pt x="45" y="55"/>
                    <a:pt x="41" y="59"/>
                    <a:pt x="37" y="61"/>
                  </a:cubicBezTo>
                  <a:cubicBezTo>
                    <a:pt x="42" y="50"/>
                    <a:pt x="53" y="41"/>
                    <a:pt x="64" y="34"/>
                  </a:cubicBezTo>
                  <a:cubicBezTo>
                    <a:pt x="72" y="28"/>
                    <a:pt x="81" y="24"/>
                    <a:pt x="90" y="19"/>
                  </a:cubicBezTo>
                  <a:cubicBezTo>
                    <a:pt x="95" y="16"/>
                    <a:pt x="101" y="15"/>
                    <a:pt x="105" y="12"/>
                  </a:cubicBezTo>
                  <a:cubicBezTo>
                    <a:pt x="99" y="9"/>
                    <a:pt x="94" y="12"/>
                    <a:pt x="89" y="10"/>
                  </a:cubicBezTo>
                  <a:cubicBezTo>
                    <a:pt x="101" y="2"/>
                    <a:pt x="121" y="6"/>
                    <a:pt x="122" y="4"/>
                  </a:cubicBezTo>
                  <a:cubicBezTo>
                    <a:pt x="123" y="1"/>
                    <a:pt x="119" y="0"/>
                    <a:pt x="118" y="0"/>
                  </a:cubicBezTo>
                  <a:cubicBezTo>
                    <a:pt x="134" y="0"/>
                    <a:pt x="149" y="3"/>
                    <a:pt x="164" y="5"/>
                  </a:cubicBezTo>
                  <a:cubicBezTo>
                    <a:pt x="186" y="9"/>
                    <a:pt x="194" y="29"/>
                    <a:pt x="198" y="47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9437" name="Freeform 785">
              <a:extLst>
                <a:ext uri="{FF2B5EF4-FFF2-40B4-BE49-F238E27FC236}">
                  <a16:creationId xmlns:a16="http://schemas.microsoft.com/office/drawing/2014/main" id="{DBA95740-45DF-4C59-BF5E-0C9D067697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2" y="737"/>
              <a:ext cx="138" cy="273"/>
            </a:xfrm>
            <a:custGeom>
              <a:avLst/>
              <a:gdLst>
                <a:gd name="T0" fmla="*/ 0 w 130"/>
                <a:gd name="T1" fmla="*/ 0 h 256"/>
                <a:gd name="T2" fmla="*/ 42 w 130"/>
                <a:gd name="T3" fmla="*/ 5 h 256"/>
                <a:gd name="T4" fmla="*/ 106 w 130"/>
                <a:gd name="T5" fmla="*/ 54 h 256"/>
                <a:gd name="T6" fmla="*/ 87 w 130"/>
                <a:gd name="T7" fmla="*/ 48 h 256"/>
                <a:gd name="T8" fmla="*/ 117 w 130"/>
                <a:gd name="T9" fmla="*/ 79 h 256"/>
                <a:gd name="T10" fmla="*/ 128 w 130"/>
                <a:gd name="T11" fmla="*/ 105 h 256"/>
                <a:gd name="T12" fmla="*/ 136 w 130"/>
                <a:gd name="T13" fmla="*/ 132 h 256"/>
                <a:gd name="T14" fmla="*/ 128 w 130"/>
                <a:gd name="T15" fmla="*/ 119 h 256"/>
                <a:gd name="T16" fmla="*/ 144 w 130"/>
                <a:gd name="T17" fmla="*/ 159 h 256"/>
                <a:gd name="T18" fmla="*/ 144 w 130"/>
                <a:gd name="T19" fmla="*/ 252 h 256"/>
                <a:gd name="T20" fmla="*/ 149 w 130"/>
                <a:gd name="T21" fmla="*/ 306 h 256"/>
                <a:gd name="T22" fmla="*/ 140 w 130"/>
                <a:gd name="T23" fmla="*/ 294 h 256"/>
                <a:gd name="T24" fmla="*/ 143 w 130"/>
                <a:gd name="T25" fmla="*/ 310 h 256"/>
                <a:gd name="T26" fmla="*/ 131 w 130"/>
                <a:gd name="T27" fmla="*/ 260 h 256"/>
                <a:gd name="T28" fmla="*/ 127 w 130"/>
                <a:gd name="T29" fmla="*/ 271 h 256"/>
                <a:gd name="T30" fmla="*/ 131 w 130"/>
                <a:gd name="T31" fmla="*/ 220 h 256"/>
                <a:gd name="T32" fmla="*/ 131 w 130"/>
                <a:gd name="T33" fmla="*/ 166 h 256"/>
                <a:gd name="T34" fmla="*/ 128 w 130"/>
                <a:gd name="T35" fmla="*/ 175 h 256"/>
                <a:gd name="T36" fmla="*/ 110 w 130"/>
                <a:gd name="T37" fmla="*/ 125 h 256"/>
                <a:gd name="T38" fmla="*/ 76 w 130"/>
                <a:gd name="T39" fmla="*/ 84 h 256"/>
                <a:gd name="T40" fmla="*/ 79 w 130"/>
                <a:gd name="T41" fmla="*/ 97 h 256"/>
                <a:gd name="T42" fmla="*/ 37 w 130"/>
                <a:gd name="T43" fmla="*/ 61 h 256"/>
                <a:gd name="T44" fmla="*/ 2 w 130"/>
                <a:gd name="T45" fmla="*/ 13 h 25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30" h="256">
                  <a:moveTo>
                    <a:pt x="0" y="0"/>
                  </a:moveTo>
                  <a:cubicBezTo>
                    <a:pt x="12" y="3"/>
                    <a:pt x="24" y="1"/>
                    <a:pt x="36" y="5"/>
                  </a:cubicBezTo>
                  <a:cubicBezTo>
                    <a:pt x="57" y="12"/>
                    <a:pt x="76" y="28"/>
                    <a:pt x="89" y="45"/>
                  </a:cubicBezTo>
                  <a:cubicBezTo>
                    <a:pt x="84" y="43"/>
                    <a:pt x="78" y="41"/>
                    <a:pt x="73" y="39"/>
                  </a:cubicBezTo>
                  <a:cubicBezTo>
                    <a:pt x="84" y="47"/>
                    <a:pt x="91" y="53"/>
                    <a:pt x="98" y="65"/>
                  </a:cubicBezTo>
                  <a:cubicBezTo>
                    <a:pt x="102" y="72"/>
                    <a:pt x="104" y="78"/>
                    <a:pt x="107" y="86"/>
                  </a:cubicBezTo>
                  <a:cubicBezTo>
                    <a:pt x="109" y="93"/>
                    <a:pt x="113" y="102"/>
                    <a:pt x="114" y="109"/>
                  </a:cubicBezTo>
                  <a:cubicBezTo>
                    <a:pt x="112" y="105"/>
                    <a:pt x="110" y="104"/>
                    <a:pt x="107" y="98"/>
                  </a:cubicBezTo>
                  <a:cubicBezTo>
                    <a:pt x="112" y="110"/>
                    <a:pt x="119" y="118"/>
                    <a:pt x="121" y="131"/>
                  </a:cubicBezTo>
                  <a:cubicBezTo>
                    <a:pt x="123" y="146"/>
                    <a:pt x="130" y="177"/>
                    <a:pt x="121" y="207"/>
                  </a:cubicBezTo>
                  <a:cubicBezTo>
                    <a:pt x="117" y="220"/>
                    <a:pt x="121" y="239"/>
                    <a:pt x="124" y="252"/>
                  </a:cubicBezTo>
                  <a:cubicBezTo>
                    <a:pt x="124" y="249"/>
                    <a:pt x="118" y="245"/>
                    <a:pt x="117" y="243"/>
                  </a:cubicBezTo>
                  <a:cubicBezTo>
                    <a:pt x="117" y="249"/>
                    <a:pt x="118" y="250"/>
                    <a:pt x="120" y="256"/>
                  </a:cubicBezTo>
                  <a:cubicBezTo>
                    <a:pt x="110" y="245"/>
                    <a:pt x="109" y="230"/>
                    <a:pt x="109" y="215"/>
                  </a:cubicBezTo>
                  <a:cubicBezTo>
                    <a:pt x="109" y="218"/>
                    <a:pt x="108" y="221"/>
                    <a:pt x="106" y="223"/>
                  </a:cubicBezTo>
                  <a:cubicBezTo>
                    <a:pt x="102" y="210"/>
                    <a:pt x="106" y="195"/>
                    <a:pt x="109" y="181"/>
                  </a:cubicBezTo>
                  <a:cubicBezTo>
                    <a:pt x="111" y="167"/>
                    <a:pt x="111" y="152"/>
                    <a:pt x="109" y="137"/>
                  </a:cubicBezTo>
                  <a:cubicBezTo>
                    <a:pt x="108" y="139"/>
                    <a:pt x="107" y="142"/>
                    <a:pt x="107" y="144"/>
                  </a:cubicBezTo>
                  <a:cubicBezTo>
                    <a:pt x="107" y="131"/>
                    <a:pt x="98" y="116"/>
                    <a:pt x="92" y="103"/>
                  </a:cubicBezTo>
                  <a:cubicBezTo>
                    <a:pt x="86" y="90"/>
                    <a:pt x="77" y="76"/>
                    <a:pt x="64" y="69"/>
                  </a:cubicBezTo>
                  <a:cubicBezTo>
                    <a:pt x="66" y="73"/>
                    <a:pt x="67" y="76"/>
                    <a:pt x="66" y="80"/>
                  </a:cubicBezTo>
                  <a:cubicBezTo>
                    <a:pt x="58" y="64"/>
                    <a:pt x="50" y="54"/>
                    <a:pt x="31" y="50"/>
                  </a:cubicBezTo>
                  <a:cubicBezTo>
                    <a:pt x="15" y="47"/>
                    <a:pt x="7" y="24"/>
                    <a:pt x="2" y="10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9438" name="Freeform 786">
              <a:extLst>
                <a:ext uri="{FF2B5EF4-FFF2-40B4-BE49-F238E27FC236}">
                  <a16:creationId xmlns:a16="http://schemas.microsoft.com/office/drawing/2014/main" id="{6B386935-D969-4FEF-BAEE-2EA03069050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4" y="752"/>
              <a:ext cx="183" cy="116"/>
            </a:xfrm>
            <a:custGeom>
              <a:avLst/>
              <a:gdLst>
                <a:gd name="T0" fmla="*/ 210 w 171"/>
                <a:gd name="T1" fmla="*/ 28 h 109"/>
                <a:gd name="T2" fmla="*/ 201 w 171"/>
                <a:gd name="T3" fmla="*/ 46 h 109"/>
                <a:gd name="T4" fmla="*/ 179 w 171"/>
                <a:gd name="T5" fmla="*/ 71 h 109"/>
                <a:gd name="T6" fmla="*/ 153 w 171"/>
                <a:gd name="T7" fmla="*/ 95 h 109"/>
                <a:gd name="T8" fmla="*/ 142 w 171"/>
                <a:gd name="T9" fmla="*/ 111 h 109"/>
                <a:gd name="T10" fmla="*/ 142 w 171"/>
                <a:gd name="T11" fmla="*/ 95 h 109"/>
                <a:gd name="T12" fmla="*/ 143 w 171"/>
                <a:gd name="T13" fmla="*/ 83 h 109"/>
                <a:gd name="T14" fmla="*/ 147 w 171"/>
                <a:gd name="T15" fmla="*/ 73 h 109"/>
                <a:gd name="T16" fmla="*/ 121 w 171"/>
                <a:gd name="T17" fmla="*/ 88 h 109"/>
                <a:gd name="T18" fmla="*/ 134 w 171"/>
                <a:gd name="T19" fmla="*/ 72 h 109"/>
                <a:gd name="T20" fmla="*/ 108 w 171"/>
                <a:gd name="T21" fmla="*/ 82 h 109"/>
                <a:gd name="T22" fmla="*/ 89 w 171"/>
                <a:gd name="T23" fmla="*/ 88 h 109"/>
                <a:gd name="T24" fmla="*/ 78 w 171"/>
                <a:gd name="T25" fmla="*/ 95 h 109"/>
                <a:gd name="T26" fmla="*/ 95 w 171"/>
                <a:gd name="T27" fmla="*/ 77 h 109"/>
                <a:gd name="T28" fmla="*/ 77 w 171"/>
                <a:gd name="T29" fmla="*/ 82 h 109"/>
                <a:gd name="T30" fmla="*/ 46 w 171"/>
                <a:gd name="T31" fmla="*/ 99 h 109"/>
                <a:gd name="T32" fmla="*/ 64 w 171"/>
                <a:gd name="T33" fmla="*/ 83 h 109"/>
                <a:gd name="T34" fmla="*/ 46 w 171"/>
                <a:gd name="T35" fmla="*/ 93 h 109"/>
                <a:gd name="T36" fmla="*/ 24 w 171"/>
                <a:gd name="T37" fmla="*/ 109 h 109"/>
                <a:gd name="T38" fmla="*/ 16 w 171"/>
                <a:gd name="T39" fmla="*/ 118 h 109"/>
                <a:gd name="T40" fmla="*/ 7 w 171"/>
                <a:gd name="T41" fmla="*/ 128 h 109"/>
                <a:gd name="T42" fmla="*/ 5 w 171"/>
                <a:gd name="T43" fmla="*/ 113 h 109"/>
                <a:gd name="T44" fmla="*/ 46 w 171"/>
                <a:gd name="T45" fmla="*/ 59 h 109"/>
                <a:gd name="T46" fmla="*/ 98 w 171"/>
                <a:gd name="T47" fmla="*/ 20 h 109"/>
                <a:gd name="T48" fmla="*/ 159 w 171"/>
                <a:gd name="T49" fmla="*/ 3 h 109"/>
                <a:gd name="T50" fmla="*/ 189 w 171"/>
                <a:gd name="T51" fmla="*/ 2 h 109"/>
                <a:gd name="T52" fmla="*/ 203 w 171"/>
                <a:gd name="T53" fmla="*/ 5 h 109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171" h="109">
                  <a:moveTo>
                    <a:pt x="171" y="23"/>
                  </a:moveTo>
                  <a:cubicBezTo>
                    <a:pt x="168" y="27"/>
                    <a:pt x="167" y="33"/>
                    <a:pt x="164" y="38"/>
                  </a:cubicBezTo>
                  <a:cubicBezTo>
                    <a:pt x="159" y="46"/>
                    <a:pt x="152" y="53"/>
                    <a:pt x="146" y="59"/>
                  </a:cubicBezTo>
                  <a:cubicBezTo>
                    <a:pt x="139" y="66"/>
                    <a:pt x="132" y="73"/>
                    <a:pt x="125" y="79"/>
                  </a:cubicBezTo>
                  <a:cubicBezTo>
                    <a:pt x="121" y="83"/>
                    <a:pt x="117" y="87"/>
                    <a:pt x="116" y="92"/>
                  </a:cubicBezTo>
                  <a:cubicBezTo>
                    <a:pt x="114" y="89"/>
                    <a:pt x="116" y="83"/>
                    <a:pt x="116" y="79"/>
                  </a:cubicBezTo>
                  <a:cubicBezTo>
                    <a:pt x="116" y="75"/>
                    <a:pt x="116" y="72"/>
                    <a:pt x="117" y="69"/>
                  </a:cubicBezTo>
                  <a:cubicBezTo>
                    <a:pt x="118" y="66"/>
                    <a:pt x="120" y="64"/>
                    <a:pt x="120" y="61"/>
                  </a:cubicBezTo>
                  <a:cubicBezTo>
                    <a:pt x="113" y="64"/>
                    <a:pt x="107" y="71"/>
                    <a:pt x="99" y="73"/>
                  </a:cubicBezTo>
                  <a:cubicBezTo>
                    <a:pt x="103" y="69"/>
                    <a:pt x="107" y="65"/>
                    <a:pt x="109" y="60"/>
                  </a:cubicBezTo>
                  <a:cubicBezTo>
                    <a:pt x="103" y="65"/>
                    <a:pt x="96" y="67"/>
                    <a:pt x="88" y="68"/>
                  </a:cubicBezTo>
                  <a:cubicBezTo>
                    <a:pt x="83" y="69"/>
                    <a:pt x="78" y="69"/>
                    <a:pt x="73" y="73"/>
                  </a:cubicBezTo>
                  <a:cubicBezTo>
                    <a:pt x="71" y="75"/>
                    <a:pt x="68" y="79"/>
                    <a:pt x="64" y="79"/>
                  </a:cubicBezTo>
                  <a:cubicBezTo>
                    <a:pt x="68" y="74"/>
                    <a:pt x="73" y="68"/>
                    <a:pt x="78" y="64"/>
                  </a:cubicBezTo>
                  <a:cubicBezTo>
                    <a:pt x="73" y="65"/>
                    <a:pt x="68" y="67"/>
                    <a:pt x="63" y="68"/>
                  </a:cubicBezTo>
                  <a:cubicBezTo>
                    <a:pt x="53" y="72"/>
                    <a:pt x="46" y="77"/>
                    <a:pt x="37" y="82"/>
                  </a:cubicBezTo>
                  <a:cubicBezTo>
                    <a:pt x="41" y="76"/>
                    <a:pt x="46" y="71"/>
                    <a:pt x="52" y="69"/>
                  </a:cubicBezTo>
                  <a:cubicBezTo>
                    <a:pt x="48" y="68"/>
                    <a:pt x="41" y="75"/>
                    <a:pt x="37" y="77"/>
                  </a:cubicBezTo>
                  <a:cubicBezTo>
                    <a:pt x="31" y="81"/>
                    <a:pt x="25" y="85"/>
                    <a:pt x="20" y="90"/>
                  </a:cubicBezTo>
                  <a:cubicBezTo>
                    <a:pt x="17" y="92"/>
                    <a:pt x="15" y="95"/>
                    <a:pt x="13" y="98"/>
                  </a:cubicBezTo>
                  <a:cubicBezTo>
                    <a:pt x="12" y="100"/>
                    <a:pt x="9" y="105"/>
                    <a:pt x="7" y="106"/>
                  </a:cubicBezTo>
                  <a:cubicBezTo>
                    <a:pt x="0" y="109"/>
                    <a:pt x="4" y="96"/>
                    <a:pt x="5" y="94"/>
                  </a:cubicBezTo>
                  <a:cubicBezTo>
                    <a:pt x="12" y="78"/>
                    <a:pt x="25" y="62"/>
                    <a:pt x="37" y="49"/>
                  </a:cubicBezTo>
                  <a:cubicBezTo>
                    <a:pt x="49" y="35"/>
                    <a:pt x="63" y="24"/>
                    <a:pt x="80" y="17"/>
                  </a:cubicBezTo>
                  <a:cubicBezTo>
                    <a:pt x="96" y="9"/>
                    <a:pt x="112" y="5"/>
                    <a:pt x="130" y="3"/>
                  </a:cubicBezTo>
                  <a:cubicBezTo>
                    <a:pt x="138" y="2"/>
                    <a:pt x="146" y="0"/>
                    <a:pt x="154" y="2"/>
                  </a:cubicBezTo>
                  <a:cubicBezTo>
                    <a:pt x="157" y="3"/>
                    <a:pt x="162" y="6"/>
                    <a:pt x="166" y="5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9439" name="Freeform 787">
              <a:extLst>
                <a:ext uri="{FF2B5EF4-FFF2-40B4-BE49-F238E27FC236}">
                  <a16:creationId xmlns:a16="http://schemas.microsoft.com/office/drawing/2014/main" id="{00094EF1-FF08-4151-AE4E-168BE503FDC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7" y="830"/>
              <a:ext cx="114" cy="54"/>
            </a:xfrm>
            <a:custGeom>
              <a:avLst/>
              <a:gdLst>
                <a:gd name="T0" fmla="*/ 123 w 107"/>
                <a:gd name="T1" fmla="*/ 22 h 51"/>
                <a:gd name="T2" fmla="*/ 62 w 107"/>
                <a:gd name="T3" fmla="*/ 13 h 51"/>
                <a:gd name="T4" fmla="*/ 29 w 107"/>
                <a:gd name="T5" fmla="*/ 46 h 51"/>
                <a:gd name="T6" fmla="*/ 123 w 107"/>
                <a:gd name="T7" fmla="*/ 22 h 5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7" h="51">
                  <a:moveTo>
                    <a:pt x="101" y="19"/>
                  </a:moveTo>
                  <a:cubicBezTo>
                    <a:pt x="107" y="5"/>
                    <a:pt x="76" y="0"/>
                    <a:pt x="51" y="10"/>
                  </a:cubicBezTo>
                  <a:cubicBezTo>
                    <a:pt x="27" y="20"/>
                    <a:pt x="0" y="51"/>
                    <a:pt x="23" y="39"/>
                  </a:cubicBezTo>
                  <a:cubicBezTo>
                    <a:pt x="86" y="7"/>
                    <a:pt x="93" y="37"/>
                    <a:pt x="101" y="19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9440" name="Freeform 788">
              <a:extLst>
                <a:ext uri="{FF2B5EF4-FFF2-40B4-BE49-F238E27FC236}">
                  <a16:creationId xmlns:a16="http://schemas.microsoft.com/office/drawing/2014/main" id="{3D6E8B05-B109-40C2-8319-3401A38C39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2" y="830"/>
              <a:ext cx="114" cy="54"/>
            </a:xfrm>
            <a:custGeom>
              <a:avLst/>
              <a:gdLst>
                <a:gd name="T0" fmla="*/ 6 w 107"/>
                <a:gd name="T1" fmla="*/ 22 h 51"/>
                <a:gd name="T2" fmla="*/ 68 w 107"/>
                <a:gd name="T3" fmla="*/ 13 h 51"/>
                <a:gd name="T4" fmla="*/ 101 w 107"/>
                <a:gd name="T5" fmla="*/ 46 h 51"/>
                <a:gd name="T6" fmla="*/ 6 w 107"/>
                <a:gd name="T7" fmla="*/ 22 h 5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7" h="51">
                  <a:moveTo>
                    <a:pt x="6" y="19"/>
                  </a:moveTo>
                  <a:cubicBezTo>
                    <a:pt x="0" y="5"/>
                    <a:pt x="31" y="0"/>
                    <a:pt x="56" y="10"/>
                  </a:cubicBezTo>
                  <a:cubicBezTo>
                    <a:pt x="80" y="20"/>
                    <a:pt x="107" y="51"/>
                    <a:pt x="84" y="39"/>
                  </a:cubicBezTo>
                  <a:cubicBezTo>
                    <a:pt x="21" y="7"/>
                    <a:pt x="14" y="37"/>
                    <a:pt x="6" y="19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9441" name="Freeform 789">
              <a:extLst>
                <a:ext uri="{FF2B5EF4-FFF2-40B4-BE49-F238E27FC236}">
                  <a16:creationId xmlns:a16="http://schemas.microsoft.com/office/drawing/2014/main" id="{365E004A-FED4-4F52-B3AC-4F13B510F17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4" y="852"/>
              <a:ext cx="77" cy="65"/>
            </a:xfrm>
            <a:custGeom>
              <a:avLst/>
              <a:gdLst>
                <a:gd name="T0" fmla="*/ 80 w 72"/>
                <a:gd name="T1" fmla="*/ 33 h 61"/>
                <a:gd name="T2" fmla="*/ 0 w 72"/>
                <a:gd name="T3" fmla="*/ 42 h 61"/>
                <a:gd name="T4" fmla="*/ 67 w 72"/>
                <a:gd name="T5" fmla="*/ 51 h 61"/>
                <a:gd name="T6" fmla="*/ 82 w 72"/>
                <a:gd name="T7" fmla="*/ 46 h 61"/>
                <a:gd name="T8" fmla="*/ 83 w 72"/>
                <a:gd name="T9" fmla="*/ 36 h 6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2" h="61">
                  <a:moveTo>
                    <a:pt x="65" y="27"/>
                  </a:moveTo>
                  <a:cubicBezTo>
                    <a:pt x="65" y="27"/>
                    <a:pt x="23" y="0"/>
                    <a:pt x="0" y="35"/>
                  </a:cubicBezTo>
                  <a:cubicBezTo>
                    <a:pt x="0" y="35"/>
                    <a:pt x="24" y="61"/>
                    <a:pt x="55" y="42"/>
                  </a:cubicBezTo>
                  <a:cubicBezTo>
                    <a:pt x="55" y="42"/>
                    <a:pt x="61" y="38"/>
                    <a:pt x="67" y="38"/>
                  </a:cubicBezTo>
                  <a:cubicBezTo>
                    <a:pt x="72" y="38"/>
                    <a:pt x="71" y="33"/>
                    <a:pt x="68" y="30"/>
                  </a:cubicBezTo>
                </a:path>
              </a:pathLst>
            </a:custGeom>
            <a:solidFill>
              <a:srgbClr val="613A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9442" name="Freeform 790">
              <a:extLst>
                <a:ext uri="{FF2B5EF4-FFF2-40B4-BE49-F238E27FC236}">
                  <a16:creationId xmlns:a16="http://schemas.microsoft.com/office/drawing/2014/main" id="{066A42C7-0523-4FE3-A9D3-C8709EA463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9" y="860"/>
              <a:ext cx="68" cy="51"/>
            </a:xfrm>
            <a:custGeom>
              <a:avLst/>
              <a:gdLst>
                <a:gd name="T0" fmla="*/ 72 w 63"/>
                <a:gd name="T1" fmla="*/ 24 h 48"/>
                <a:gd name="T2" fmla="*/ 0 w 63"/>
                <a:gd name="T3" fmla="*/ 34 h 48"/>
                <a:gd name="T4" fmla="*/ 62 w 63"/>
                <a:gd name="T5" fmla="*/ 39 h 48"/>
                <a:gd name="T6" fmla="*/ 73 w 63"/>
                <a:gd name="T7" fmla="*/ 35 h 48"/>
                <a:gd name="T8" fmla="*/ 76 w 63"/>
                <a:gd name="T9" fmla="*/ 30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3" h="48">
                  <a:moveTo>
                    <a:pt x="57" y="21"/>
                  </a:moveTo>
                  <a:cubicBezTo>
                    <a:pt x="57" y="21"/>
                    <a:pt x="21" y="0"/>
                    <a:pt x="0" y="28"/>
                  </a:cubicBezTo>
                  <a:cubicBezTo>
                    <a:pt x="0" y="28"/>
                    <a:pt x="21" y="48"/>
                    <a:pt x="49" y="33"/>
                  </a:cubicBezTo>
                  <a:cubicBezTo>
                    <a:pt x="49" y="33"/>
                    <a:pt x="53" y="29"/>
                    <a:pt x="58" y="29"/>
                  </a:cubicBezTo>
                  <a:cubicBezTo>
                    <a:pt x="63" y="29"/>
                    <a:pt x="63" y="26"/>
                    <a:pt x="60" y="24"/>
                  </a:cubicBezTo>
                </a:path>
              </a:pathLst>
            </a:custGeom>
            <a:solidFill>
              <a:srgbClr val="FCE1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9443" name="Oval 791">
              <a:extLst>
                <a:ext uri="{FF2B5EF4-FFF2-40B4-BE49-F238E27FC236}">
                  <a16:creationId xmlns:a16="http://schemas.microsoft.com/office/drawing/2014/main" id="{E111B220-BD2A-40E0-801F-FCC93CABF7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06" y="874"/>
              <a:ext cx="27" cy="26"/>
            </a:xfrm>
            <a:prstGeom prst="ellipse">
              <a:avLst/>
            </a:prstGeom>
            <a:solidFill>
              <a:srgbClr val="2A110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9444" name="Oval 792">
              <a:extLst>
                <a:ext uri="{FF2B5EF4-FFF2-40B4-BE49-F238E27FC236}">
                  <a16:creationId xmlns:a16="http://schemas.microsoft.com/office/drawing/2014/main" id="{231B45A5-55D5-430D-892B-3063AA9881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15" y="882"/>
              <a:ext cx="10" cy="10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9445" name="Freeform 793">
              <a:extLst>
                <a:ext uri="{FF2B5EF4-FFF2-40B4-BE49-F238E27FC236}">
                  <a16:creationId xmlns:a16="http://schemas.microsoft.com/office/drawing/2014/main" id="{173AB1EC-6771-4FC6-B36A-3DECB238E6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8" y="860"/>
              <a:ext cx="68" cy="51"/>
            </a:xfrm>
            <a:custGeom>
              <a:avLst/>
              <a:gdLst>
                <a:gd name="T0" fmla="*/ 72 w 63"/>
                <a:gd name="T1" fmla="*/ 24 h 48"/>
                <a:gd name="T2" fmla="*/ 0 w 63"/>
                <a:gd name="T3" fmla="*/ 34 h 48"/>
                <a:gd name="T4" fmla="*/ 62 w 63"/>
                <a:gd name="T5" fmla="*/ 39 h 48"/>
                <a:gd name="T6" fmla="*/ 73 w 63"/>
                <a:gd name="T7" fmla="*/ 35 h 48"/>
                <a:gd name="T8" fmla="*/ 77 w 63"/>
                <a:gd name="T9" fmla="*/ 30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3" h="48">
                  <a:moveTo>
                    <a:pt x="57" y="21"/>
                  </a:moveTo>
                  <a:cubicBezTo>
                    <a:pt x="57" y="21"/>
                    <a:pt x="21" y="0"/>
                    <a:pt x="0" y="28"/>
                  </a:cubicBezTo>
                  <a:cubicBezTo>
                    <a:pt x="0" y="28"/>
                    <a:pt x="22" y="48"/>
                    <a:pt x="49" y="33"/>
                  </a:cubicBezTo>
                  <a:cubicBezTo>
                    <a:pt x="49" y="33"/>
                    <a:pt x="53" y="29"/>
                    <a:pt x="58" y="29"/>
                  </a:cubicBezTo>
                  <a:cubicBezTo>
                    <a:pt x="63" y="29"/>
                    <a:pt x="63" y="26"/>
                    <a:pt x="61" y="24"/>
                  </a:cubicBezTo>
                </a:path>
              </a:pathLst>
            </a:custGeom>
            <a:noFill/>
            <a:ln w="4763" cap="flat">
              <a:solidFill>
                <a:srgbClr val="5A221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9446" name="Freeform 794">
              <a:extLst>
                <a:ext uri="{FF2B5EF4-FFF2-40B4-BE49-F238E27FC236}">
                  <a16:creationId xmlns:a16="http://schemas.microsoft.com/office/drawing/2014/main" id="{8603C764-3C79-4864-AAB8-788B22F0641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5" y="876"/>
              <a:ext cx="26" cy="10"/>
            </a:xfrm>
            <a:custGeom>
              <a:avLst/>
              <a:gdLst>
                <a:gd name="T0" fmla="*/ 11 w 24"/>
                <a:gd name="T1" fmla="*/ 10 h 10"/>
                <a:gd name="T2" fmla="*/ 22 w 24"/>
                <a:gd name="T3" fmla="*/ 5 h 10"/>
                <a:gd name="T4" fmla="*/ 27 w 24"/>
                <a:gd name="T5" fmla="*/ 10 h 10"/>
                <a:gd name="T6" fmla="*/ 27 w 24"/>
                <a:gd name="T7" fmla="*/ 4 h 10"/>
                <a:gd name="T8" fmla="*/ 12 w 24"/>
                <a:gd name="T9" fmla="*/ 0 h 10"/>
                <a:gd name="T10" fmla="*/ 9 w 24"/>
                <a:gd name="T11" fmla="*/ 9 h 10"/>
                <a:gd name="T12" fmla="*/ 10 w 24"/>
                <a:gd name="T13" fmla="*/ 9 h 1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10">
                  <a:moveTo>
                    <a:pt x="8" y="10"/>
                  </a:moveTo>
                  <a:cubicBezTo>
                    <a:pt x="6" y="6"/>
                    <a:pt x="14" y="4"/>
                    <a:pt x="17" y="5"/>
                  </a:cubicBezTo>
                  <a:cubicBezTo>
                    <a:pt x="18" y="6"/>
                    <a:pt x="20" y="10"/>
                    <a:pt x="21" y="10"/>
                  </a:cubicBezTo>
                  <a:cubicBezTo>
                    <a:pt x="24" y="9"/>
                    <a:pt x="22" y="5"/>
                    <a:pt x="21" y="4"/>
                  </a:cubicBezTo>
                  <a:cubicBezTo>
                    <a:pt x="19" y="1"/>
                    <a:pt x="13" y="0"/>
                    <a:pt x="9" y="0"/>
                  </a:cubicBezTo>
                  <a:cubicBezTo>
                    <a:pt x="6" y="1"/>
                    <a:pt x="0" y="8"/>
                    <a:pt x="6" y="9"/>
                  </a:cubicBezTo>
                  <a:cubicBezTo>
                    <a:pt x="6" y="9"/>
                    <a:pt x="6" y="9"/>
                    <a:pt x="7" y="9"/>
                  </a:cubicBezTo>
                </a:path>
              </a:pathLst>
            </a:custGeom>
            <a:solidFill>
              <a:srgbClr val="160A0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9447" name="Freeform 795">
              <a:extLst>
                <a:ext uri="{FF2B5EF4-FFF2-40B4-BE49-F238E27FC236}">
                  <a16:creationId xmlns:a16="http://schemas.microsoft.com/office/drawing/2014/main" id="{D70C57B8-A807-4DBC-BC57-20DCF4A9458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3" y="890"/>
              <a:ext cx="17" cy="11"/>
            </a:xfrm>
            <a:custGeom>
              <a:avLst/>
              <a:gdLst>
                <a:gd name="T0" fmla="*/ 0 w 16"/>
                <a:gd name="T1" fmla="*/ 0 h 11"/>
                <a:gd name="T2" fmla="*/ 16 w 16"/>
                <a:gd name="T3" fmla="*/ 0 h 11"/>
                <a:gd name="T4" fmla="*/ 0 w 16"/>
                <a:gd name="T5" fmla="*/ 2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1">
                  <a:moveTo>
                    <a:pt x="0" y="0"/>
                  </a:moveTo>
                  <a:cubicBezTo>
                    <a:pt x="3" y="6"/>
                    <a:pt x="9" y="2"/>
                    <a:pt x="13" y="0"/>
                  </a:cubicBezTo>
                  <a:cubicBezTo>
                    <a:pt x="16" y="4"/>
                    <a:pt x="2" y="11"/>
                    <a:pt x="0" y="2"/>
                  </a:cubicBezTo>
                </a:path>
              </a:pathLst>
            </a:custGeom>
            <a:solidFill>
              <a:srgbClr val="3E13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9448" name="Oval 796">
              <a:extLst>
                <a:ext uri="{FF2B5EF4-FFF2-40B4-BE49-F238E27FC236}">
                  <a16:creationId xmlns:a16="http://schemas.microsoft.com/office/drawing/2014/main" id="{60D9A498-115A-4E33-83CE-5446731650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20" y="884"/>
              <a:ext cx="7" cy="8"/>
            </a:xfrm>
            <a:prstGeom prst="ellipse">
              <a:avLst/>
            </a:prstGeom>
            <a:solidFill>
              <a:srgbClr val="8E4C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9449" name="Freeform 797">
              <a:extLst>
                <a:ext uri="{FF2B5EF4-FFF2-40B4-BE49-F238E27FC236}">
                  <a16:creationId xmlns:a16="http://schemas.microsoft.com/office/drawing/2014/main" id="{A7B26BD6-8958-4165-A82B-CBAA5C46DD0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2" y="889"/>
              <a:ext cx="16" cy="4"/>
            </a:xfrm>
            <a:custGeom>
              <a:avLst/>
              <a:gdLst>
                <a:gd name="T0" fmla="*/ 18 w 15"/>
                <a:gd name="T1" fmla="*/ 0 h 4"/>
                <a:gd name="T2" fmla="*/ 0 w 15"/>
                <a:gd name="T3" fmla="*/ 1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4">
                  <a:moveTo>
                    <a:pt x="15" y="0"/>
                  </a:moveTo>
                  <a:cubicBezTo>
                    <a:pt x="15" y="0"/>
                    <a:pt x="6" y="4"/>
                    <a:pt x="0" y="1"/>
                  </a:cubicBezTo>
                </a:path>
              </a:pathLst>
            </a:custGeom>
            <a:noFill/>
            <a:ln w="4763" cap="flat">
              <a:solidFill>
                <a:srgbClr val="5A221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9450" name="Freeform 798">
              <a:extLst>
                <a:ext uri="{FF2B5EF4-FFF2-40B4-BE49-F238E27FC236}">
                  <a16:creationId xmlns:a16="http://schemas.microsoft.com/office/drawing/2014/main" id="{8E3089CC-43C0-4CC2-89A7-FCB365495F7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3" y="852"/>
              <a:ext cx="78" cy="65"/>
            </a:xfrm>
            <a:custGeom>
              <a:avLst/>
              <a:gdLst>
                <a:gd name="T0" fmla="*/ 11 w 73"/>
                <a:gd name="T1" fmla="*/ 33 h 61"/>
                <a:gd name="T2" fmla="*/ 89 w 73"/>
                <a:gd name="T3" fmla="*/ 42 h 61"/>
                <a:gd name="T4" fmla="*/ 20 w 73"/>
                <a:gd name="T5" fmla="*/ 51 h 61"/>
                <a:gd name="T6" fmla="*/ 6 w 73"/>
                <a:gd name="T7" fmla="*/ 46 h 61"/>
                <a:gd name="T8" fmla="*/ 4 w 73"/>
                <a:gd name="T9" fmla="*/ 36 h 6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3" h="61">
                  <a:moveTo>
                    <a:pt x="8" y="27"/>
                  </a:moveTo>
                  <a:cubicBezTo>
                    <a:pt x="8" y="27"/>
                    <a:pt x="49" y="0"/>
                    <a:pt x="73" y="35"/>
                  </a:cubicBezTo>
                  <a:cubicBezTo>
                    <a:pt x="73" y="35"/>
                    <a:pt x="48" y="61"/>
                    <a:pt x="17" y="42"/>
                  </a:cubicBezTo>
                  <a:cubicBezTo>
                    <a:pt x="17" y="42"/>
                    <a:pt x="11" y="38"/>
                    <a:pt x="6" y="38"/>
                  </a:cubicBezTo>
                  <a:cubicBezTo>
                    <a:pt x="0" y="38"/>
                    <a:pt x="1" y="33"/>
                    <a:pt x="4" y="30"/>
                  </a:cubicBezTo>
                </a:path>
              </a:pathLst>
            </a:custGeom>
            <a:solidFill>
              <a:srgbClr val="613A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9451" name="Freeform 799">
              <a:extLst>
                <a:ext uri="{FF2B5EF4-FFF2-40B4-BE49-F238E27FC236}">
                  <a16:creationId xmlns:a16="http://schemas.microsoft.com/office/drawing/2014/main" id="{BC4C9E53-0BEE-4AB0-862E-68A2E441412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9" y="860"/>
              <a:ext cx="67" cy="51"/>
            </a:xfrm>
            <a:custGeom>
              <a:avLst/>
              <a:gdLst>
                <a:gd name="T0" fmla="*/ 5 w 63"/>
                <a:gd name="T1" fmla="*/ 24 h 48"/>
                <a:gd name="T2" fmla="*/ 76 w 63"/>
                <a:gd name="T3" fmla="*/ 34 h 48"/>
                <a:gd name="T4" fmla="*/ 16 w 63"/>
                <a:gd name="T5" fmla="*/ 39 h 48"/>
                <a:gd name="T6" fmla="*/ 4 w 63"/>
                <a:gd name="T7" fmla="*/ 35 h 48"/>
                <a:gd name="T8" fmla="*/ 2 w 63"/>
                <a:gd name="T9" fmla="*/ 30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3" h="48">
                  <a:moveTo>
                    <a:pt x="5" y="21"/>
                  </a:moveTo>
                  <a:cubicBezTo>
                    <a:pt x="5" y="21"/>
                    <a:pt x="42" y="0"/>
                    <a:pt x="63" y="28"/>
                  </a:cubicBezTo>
                  <a:cubicBezTo>
                    <a:pt x="63" y="28"/>
                    <a:pt x="41" y="48"/>
                    <a:pt x="13" y="33"/>
                  </a:cubicBezTo>
                  <a:cubicBezTo>
                    <a:pt x="13" y="33"/>
                    <a:pt x="9" y="29"/>
                    <a:pt x="4" y="29"/>
                  </a:cubicBezTo>
                  <a:cubicBezTo>
                    <a:pt x="0" y="29"/>
                    <a:pt x="0" y="26"/>
                    <a:pt x="2" y="24"/>
                  </a:cubicBezTo>
                </a:path>
              </a:pathLst>
            </a:custGeom>
            <a:solidFill>
              <a:srgbClr val="FCE1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9452" name="Oval 800">
              <a:extLst>
                <a:ext uri="{FF2B5EF4-FFF2-40B4-BE49-F238E27FC236}">
                  <a16:creationId xmlns:a16="http://schemas.microsoft.com/office/drawing/2014/main" id="{E75A4221-8238-4868-95AE-9482D65CA6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62" y="874"/>
              <a:ext cx="26" cy="26"/>
            </a:xfrm>
            <a:prstGeom prst="ellipse">
              <a:avLst/>
            </a:prstGeom>
            <a:solidFill>
              <a:srgbClr val="2A110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9453" name="Oval 801">
              <a:extLst>
                <a:ext uri="{FF2B5EF4-FFF2-40B4-BE49-F238E27FC236}">
                  <a16:creationId xmlns:a16="http://schemas.microsoft.com/office/drawing/2014/main" id="{0B28394E-614A-47C3-B7B9-054BD7BCD7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71" y="882"/>
              <a:ext cx="9" cy="10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9454" name="Freeform 802">
              <a:extLst>
                <a:ext uri="{FF2B5EF4-FFF2-40B4-BE49-F238E27FC236}">
                  <a16:creationId xmlns:a16="http://schemas.microsoft.com/office/drawing/2014/main" id="{F1661196-9534-457E-93B1-2254A36EFC7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9" y="860"/>
              <a:ext cx="67" cy="51"/>
            </a:xfrm>
            <a:custGeom>
              <a:avLst/>
              <a:gdLst>
                <a:gd name="T0" fmla="*/ 6 w 63"/>
                <a:gd name="T1" fmla="*/ 24 h 48"/>
                <a:gd name="T2" fmla="*/ 76 w 63"/>
                <a:gd name="T3" fmla="*/ 34 h 48"/>
                <a:gd name="T4" fmla="*/ 17 w 63"/>
                <a:gd name="T5" fmla="*/ 39 h 48"/>
                <a:gd name="T6" fmla="*/ 5 w 63"/>
                <a:gd name="T7" fmla="*/ 35 h 48"/>
                <a:gd name="T8" fmla="*/ 3 w 63"/>
                <a:gd name="T9" fmla="*/ 30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3" h="48">
                  <a:moveTo>
                    <a:pt x="6" y="21"/>
                  </a:moveTo>
                  <a:cubicBezTo>
                    <a:pt x="6" y="21"/>
                    <a:pt x="43" y="0"/>
                    <a:pt x="63" y="28"/>
                  </a:cubicBezTo>
                  <a:cubicBezTo>
                    <a:pt x="63" y="28"/>
                    <a:pt x="42" y="48"/>
                    <a:pt x="14" y="33"/>
                  </a:cubicBezTo>
                  <a:cubicBezTo>
                    <a:pt x="14" y="33"/>
                    <a:pt x="10" y="29"/>
                    <a:pt x="5" y="29"/>
                  </a:cubicBezTo>
                  <a:cubicBezTo>
                    <a:pt x="0" y="29"/>
                    <a:pt x="0" y="26"/>
                    <a:pt x="3" y="24"/>
                  </a:cubicBezTo>
                </a:path>
              </a:pathLst>
            </a:custGeom>
            <a:noFill/>
            <a:ln w="4763" cap="flat">
              <a:solidFill>
                <a:srgbClr val="5A221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9455" name="Freeform 803">
              <a:extLst>
                <a:ext uri="{FF2B5EF4-FFF2-40B4-BE49-F238E27FC236}">
                  <a16:creationId xmlns:a16="http://schemas.microsoft.com/office/drawing/2014/main" id="{B0386801-289B-4C00-86AB-B8FE1BB2A97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4" y="876"/>
              <a:ext cx="26" cy="10"/>
            </a:xfrm>
            <a:custGeom>
              <a:avLst/>
              <a:gdLst>
                <a:gd name="T0" fmla="*/ 20 w 24"/>
                <a:gd name="T1" fmla="*/ 10 h 10"/>
                <a:gd name="T2" fmla="*/ 10 w 24"/>
                <a:gd name="T3" fmla="*/ 5 h 10"/>
                <a:gd name="T4" fmla="*/ 2 w 24"/>
                <a:gd name="T5" fmla="*/ 10 h 10"/>
                <a:gd name="T6" fmla="*/ 2 w 24"/>
                <a:gd name="T7" fmla="*/ 4 h 10"/>
                <a:gd name="T8" fmla="*/ 17 w 24"/>
                <a:gd name="T9" fmla="*/ 0 h 10"/>
                <a:gd name="T10" fmla="*/ 22 w 24"/>
                <a:gd name="T11" fmla="*/ 9 h 10"/>
                <a:gd name="T12" fmla="*/ 22 w 24"/>
                <a:gd name="T13" fmla="*/ 9 h 1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10">
                  <a:moveTo>
                    <a:pt x="16" y="10"/>
                  </a:moveTo>
                  <a:cubicBezTo>
                    <a:pt x="17" y="6"/>
                    <a:pt x="10" y="4"/>
                    <a:pt x="7" y="5"/>
                  </a:cubicBezTo>
                  <a:cubicBezTo>
                    <a:pt x="5" y="6"/>
                    <a:pt x="4" y="10"/>
                    <a:pt x="2" y="10"/>
                  </a:cubicBezTo>
                  <a:cubicBezTo>
                    <a:pt x="0" y="9"/>
                    <a:pt x="1" y="5"/>
                    <a:pt x="2" y="4"/>
                  </a:cubicBezTo>
                  <a:cubicBezTo>
                    <a:pt x="4" y="1"/>
                    <a:pt x="11" y="0"/>
                    <a:pt x="14" y="0"/>
                  </a:cubicBezTo>
                  <a:cubicBezTo>
                    <a:pt x="18" y="1"/>
                    <a:pt x="24" y="8"/>
                    <a:pt x="17" y="9"/>
                  </a:cubicBezTo>
                  <a:cubicBezTo>
                    <a:pt x="17" y="9"/>
                    <a:pt x="17" y="9"/>
                    <a:pt x="17" y="9"/>
                  </a:cubicBezTo>
                </a:path>
              </a:pathLst>
            </a:custGeom>
            <a:solidFill>
              <a:srgbClr val="160A0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9456" name="Freeform 804">
              <a:extLst>
                <a:ext uri="{FF2B5EF4-FFF2-40B4-BE49-F238E27FC236}">
                  <a16:creationId xmlns:a16="http://schemas.microsoft.com/office/drawing/2014/main" id="{E7FA6554-3255-421A-909E-8BC7CCACA5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4" y="890"/>
              <a:ext cx="18" cy="11"/>
            </a:xfrm>
            <a:custGeom>
              <a:avLst/>
              <a:gdLst>
                <a:gd name="T0" fmla="*/ 19 w 17"/>
                <a:gd name="T1" fmla="*/ 0 h 11"/>
                <a:gd name="T2" fmla="*/ 4 w 17"/>
                <a:gd name="T3" fmla="*/ 0 h 11"/>
                <a:gd name="T4" fmla="*/ 20 w 17"/>
                <a:gd name="T5" fmla="*/ 2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1">
                  <a:moveTo>
                    <a:pt x="16" y="0"/>
                  </a:moveTo>
                  <a:cubicBezTo>
                    <a:pt x="14" y="6"/>
                    <a:pt x="7" y="2"/>
                    <a:pt x="4" y="0"/>
                  </a:cubicBezTo>
                  <a:cubicBezTo>
                    <a:pt x="0" y="4"/>
                    <a:pt x="14" y="11"/>
                    <a:pt x="17" y="2"/>
                  </a:cubicBezTo>
                </a:path>
              </a:pathLst>
            </a:custGeom>
            <a:solidFill>
              <a:srgbClr val="3E13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9457" name="Oval 805">
              <a:extLst>
                <a:ext uri="{FF2B5EF4-FFF2-40B4-BE49-F238E27FC236}">
                  <a16:creationId xmlns:a16="http://schemas.microsoft.com/office/drawing/2014/main" id="{AD63A343-6B15-47A8-9D94-57599E6629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67" y="884"/>
              <a:ext cx="8" cy="8"/>
            </a:xfrm>
            <a:prstGeom prst="ellipse">
              <a:avLst/>
            </a:prstGeom>
            <a:solidFill>
              <a:srgbClr val="8E4C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9458" name="Freeform 806">
              <a:extLst>
                <a:ext uri="{FF2B5EF4-FFF2-40B4-BE49-F238E27FC236}">
                  <a16:creationId xmlns:a16="http://schemas.microsoft.com/office/drawing/2014/main" id="{748B9166-EE91-4414-9F00-49CF4206937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6" y="889"/>
              <a:ext cx="16" cy="4"/>
            </a:xfrm>
            <a:custGeom>
              <a:avLst/>
              <a:gdLst>
                <a:gd name="T0" fmla="*/ 0 w 15"/>
                <a:gd name="T1" fmla="*/ 0 h 4"/>
                <a:gd name="T2" fmla="*/ 18 w 15"/>
                <a:gd name="T3" fmla="*/ 1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4">
                  <a:moveTo>
                    <a:pt x="0" y="0"/>
                  </a:moveTo>
                  <a:cubicBezTo>
                    <a:pt x="0" y="0"/>
                    <a:pt x="10" y="4"/>
                    <a:pt x="15" y="1"/>
                  </a:cubicBezTo>
                </a:path>
              </a:pathLst>
            </a:custGeom>
            <a:noFill/>
            <a:ln w="4763" cap="flat">
              <a:solidFill>
                <a:srgbClr val="5A221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9459" name="Freeform 807">
              <a:extLst>
                <a:ext uri="{FF2B5EF4-FFF2-40B4-BE49-F238E27FC236}">
                  <a16:creationId xmlns:a16="http://schemas.microsoft.com/office/drawing/2014/main" id="{16C4D261-3BDC-4633-8376-82F591B242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5" y="951"/>
              <a:ext cx="20" cy="14"/>
            </a:xfrm>
            <a:custGeom>
              <a:avLst/>
              <a:gdLst>
                <a:gd name="T0" fmla="*/ 3 w 19"/>
                <a:gd name="T1" fmla="*/ 3 h 13"/>
                <a:gd name="T2" fmla="*/ 5 w 19"/>
                <a:gd name="T3" fmla="*/ 0 h 13"/>
                <a:gd name="T4" fmla="*/ 14 w 19"/>
                <a:gd name="T5" fmla="*/ 3 h 13"/>
                <a:gd name="T6" fmla="*/ 22 w 19"/>
                <a:gd name="T7" fmla="*/ 16 h 13"/>
                <a:gd name="T8" fmla="*/ 3 w 19"/>
                <a:gd name="T9" fmla="*/ 3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13">
                  <a:moveTo>
                    <a:pt x="3" y="3"/>
                  </a:moveTo>
                  <a:cubicBezTo>
                    <a:pt x="0" y="1"/>
                    <a:pt x="3" y="0"/>
                    <a:pt x="5" y="0"/>
                  </a:cubicBezTo>
                  <a:cubicBezTo>
                    <a:pt x="7" y="0"/>
                    <a:pt x="9" y="1"/>
                    <a:pt x="11" y="3"/>
                  </a:cubicBezTo>
                  <a:cubicBezTo>
                    <a:pt x="14" y="5"/>
                    <a:pt x="17" y="10"/>
                    <a:pt x="19" y="13"/>
                  </a:cubicBezTo>
                  <a:cubicBezTo>
                    <a:pt x="13" y="13"/>
                    <a:pt x="6" y="8"/>
                    <a:pt x="3" y="3"/>
                  </a:cubicBezTo>
                </a:path>
              </a:pathLst>
            </a:custGeom>
            <a:solidFill>
              <a:srgbClr val="5A22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9460" name="Freeform 808">
              <a:extLst>
                <a:ext uri="{FF2B5EF4-FFF2-40B4-BE49-F238E27FC236}">
                  <a16:creationId xmlns:a16="http://schemas.microsoft.com/office/drawing/2014/main" id="{3EA74AA9-D79E-4EF8-B8C4-6AB06E9B9B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7" y="951"/>
              <a:ext cx="20" cy="14"/>
            </a:xfrm>
            <a:custGeom>
              <a:avLst/>
              <a:gdLst>
                <a:gd name="T0" fmla="*/ 20 w 19"/>
                <a:gd name="T1" fmla="*/ 3 h 13"/>
                <a:gd name="T2" fmla="*/ 18 w 19"/>
                <a:gd name="T3" fmla="*/ 0 h 13"/>
                <a:gd name="T4" fmla="*/ 9 w 19"/>
                <a:gd name="T5" fmla="*/ 3 h 13"/>
                <a:gd name="T6" fmla="*/ 0 w 19"/>
                <a:gd name="T7" fmla="*/ 16 h 13"/>
                <a:gd name="T8" fmla="*/ 20 w 19"/>
                <a:gd name="T9" fmla="*/ 3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13">
                  <a:moveTo>
                    <a:pt x="17" y="3"/>
                  </a:moveTo>
                  <a:cubicBezTo>
                    <a:pt x="19" y="1"/>
                    <a:pt x="17" y="0"/>
                    <a:pt x="15" y="0"/>
                  </a:cubicBezTo>
                  <a:cubicBezTo>
                    <a:pt x="13" y="0"/>
                    <a:pt x="11" y="1"/>
                    <a:pt x="9" y="3"/>
                  </a:cubicBezTo>
                  <a:cubicBezTo>
                    <a:pt x="6" y="5"/>
                    <a:pt x="2" y="10"/>
                    <a:pt x="0" y="13"/>
                  </a:cubicBezTo>
                  <a:cubicBezTo>
                    <a:pt x="6" y="13"/>
                    <a:pt x="13" y="8"/>
                    <a:pt x="17" y="3"/>
                  </a:cubicBezTo>
                </a:path>
              </a:pathLst>
            </a:custGeom>
            <a:solidFill>
              <a:srgbClr val="5A22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9461" name="Freeform 809">
              <a:extLst>
                <a:ext uri="{FF2B5EF4-FFF2-40B4-BE49-F238E27FC236}">
                  <a16:creationId xmlns:a16="http://schemas.microsoft.com/office/drawing/2014/main" id="{73FE68D5-6532-4248-BEB0-6F09D19957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4" y="861"/>
              <a:ext cx="13" cy="89"/>
            </a:xfrm>
            <a:custGeom>
              <a:avLst/>
              <a:gdLst>
                <a:gd name="T0" fmla="*/ 6 w 13"/>
                <a:gd name="T1" fmla="*/ 0 h 84"/>
                <a:gd name="T2" fmla="*/ 7 w 13"/>
                <a:gd name="T3" fmla="*/ 16 h 84"/>
                <a:gd name="T4" fmla="*/ 6 w 13"/>
                <a:gd name="T5" fmla="*/ 32 h 84"/>
                <a:gd name="T6" fmla="*/ 1 w 13"/>
                <a:gd name="T7" fmla="*/ 56 h 84"/>
                <a:gd name="T8" fmla="*/ 2 w 13"/>
                <a:gd name="T9" fmla="*/ 79 h 84"/>
                <a:gd name="T10" fmla="*/ 13 w 13"/>
                <a:gd name="T11" fmla="*/ 100 h 84"/>
                <a:gd name="T12" fmla="*/ 7 w 13"/>
                <a:gd name="T13" fmla="*/ 72 h 84"/>
                <a:gd name="T14" fmla="*/ 8 w 13"/>
                <a:gd name="T15" fmla="*/ 41 h 84"/>
                <a:gd name="T16" fmla="*/ 10 w 13"/>
                <a:gd name="T17" fmla="*/ 16 h 84"/>
                <a:gd name="T18" fmla="*/ 6 w 13"/>
                <a:gd name="T19" fmla="*/ 0 h 8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" h="84">
                  <a:moveTo>
                    <a:pt x="6" y="0"/>
                  </a:moveTo>
                  <a:cubicBezTo>
                    <a:pt x="6" y="4"/>
                    <a:pt x="7" y="9"/>
                    <a:pt x="7" y="13"/>
                  </a:cubicBezTo>
                  <a:cubicBezTo>
                    <a:pt x="7" y="17"/>
                    <a:pt x="7" y="22"/>
                    <a:pt x="6" y="26"/>
                  </a:cubicBezTo>
                  <a:cubicBezTo>
                    <a:pt x="4" y="33"/>
                    <a:pt x="2" y="40"/>
                    <a:pt x="1" y="47"/>
                  </a:cubicBezTo>
                  <a:cubicBezTo>
                    <a:pt x="0" y="54"/>
                    <a:pt x="0" y="61"/>
                    <a:pt x="2" y="67"/>
                  </a:cubicBezTo>
                  <a:cubicBezTo>
                    <a:pt x="5" y="74"/>
                    <a:pt x="10" y="78"/>
                    <a:pt x="13" y="84"/>
                  </a:cubicBezTo>
                  <a:cubicBezTo>
                    <a:pt x="10" y="75"/>
                    <a:pt x="7" y="69"/>
                    <a:pt x="7" y="60"/>
                  </a:cubicBezTo>
                  <a:cubicBezTo>
                    <a:pt x="6" y="51"/>
                    <a:pt x="6" y="43"/>
                    <a:pt x="8" y="35"/>
                  </a:cubicBezTo>
                  <a:cubicBezTo>
                    <a:pt x="10" y="28"/>
                    <a:pt x="11" y="20"/>
                    <a:pt x="10" y="13"/>
                  </a:cubicBezTo>
                  <a:cubicBezTo>
                    <a:pt x="9" y="9"/>
                    <a:pt x="7" y="4"/>
                    <a:pt x="6" y="0"/>
                  </a:cubicBezTo>
                </a:path>
              </a:pathLst>
            </a:custGeom>
            <a:solidFill>
              <a:srgbClr val="C27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9462" name="Freeform 810">
              <a:extLst>
                <a:ext uri="{FF2B5EF4-FFF2-40B4-BE49-F238E27FC236}">
                  <a16:creationId xmlns:a16="http://schemas.microsoft.com/office/drawing/2014/main" id="{2983C76E-8670-44D5-A19C-346E384EA4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7" y="921"/>
              <a:ext cx="20" cy="28"/>
            </a:xfrm>
            <a:custGeom>
              <a:avLst/>
              <a:gdLst>
                <a:gd name="T0" fmla="*/ 8 w 19"/>
                <a:gd name="T1" fmla="*/ 0 h 27"/>
                <a:gd name="T2" fmla="*/ 14 w 19"/>
                <a:gd name="T3" fmla="*/ 18 h 27"/>
                <a:gd name="T4" fmla="*/ 22 w 19"/>
                <a:gd name="T5" fmla="*/ 30 h 27"/>
                <a:gd name="T6" fmla="*/ 7 w 19"/>
                <a:gd name="T7" fmla="*/ 1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27">
                  <a:moveTo>
                    <a:pt x="8" y="0"/>
                  </a:moveTo>
                  <a:cubicBezTo>
                    <a:pt x="7" y="6"/>
                    <a:pt x="8" y="10"/>
                    <a:pt x="11" y="15"/>
                  </a:cubicBezTo>
                  <a:cubicBezTo>
                    <a:pt x="13" y="20"/>
                    <a:pt x="16" y="23"/>
                    <a:pt x="19" y="27"/>
                  </a:cubicBezTo>
                  <a:cubicBezTo>
                    <a:pt x="13" y="24"/>
                    <a:pt x="0" y="8"/>
                    <a:pt x="7" y="1"/>
                  </a:cubicBezTo>
                </a:path>
              </a:pathLst>
            </a:custGeom>
            <a:solidFill>
              <a:srgbClr val="5A22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9463" name="Freeform 811">
              <a:extLst>
                <a:ext uri="{FF2B5EF4-FFF2-40B4-BE49-F238E27FC236}">
                  <a16:creationId xmlns:a16="http://schemas.microsoft.com/office/drawing/2014/main" id="{83B811D8-A3B7-47D3-8870-4CEF8AAB2CB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9" y="921"/>
              <a:ext cx="13" cy="28"/>
            </a:xfrm>
            <a:custGeom>
              <a:avLst/>
              <a:gdLst>
                <a:gd name="T0" fmla="*/ 15 w 12"/>
                <a:gd name="T1" fmla="*/ 0 h 27"/>
                <a:gd name="T2" fmla="*/ 15 w 12"/>
                <a:gd name="T3" fmla="*/ 6 h 27"/>
                <a:gd name="T4" fmla="*/ 12 w 12"/>
                <a:gd name="T5" fmla="*/ 13 h 27"/>
                <a:gd name="T6" fmla="*/ 0 w 12"/>
                <a:gd name="T7" fmla="*/ 30 h 27"/>
                <a:gd name="T8" fmla="*/ 11 w 12"/>
                <a:gd name="T9" fmla="*/ 11 h 27"/>
                <a:gd name="T10" fmla="*/ 14 w 12"/>
                <a:gd name="T11" fmla="*/ 1 h 2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" h="27">
                  <a:moveTo>
                    <a:pt x="12" y="0"/>
                  </a:moveTo>
                  <a:cubicBezTo>
                    <a:pt x="11" y="1"/>
                    <a:pt x="12" y="4"/>
                    <a:pt x="12" y="6"/>
                  </a:cubicBezTo>
                  <a:cubicBezTo>
                    <a:pt x="12" y="8"/>
                    <a:pt x="10" y="10"/>
                    <a:pt x="9" y="13"/>
                  </a:cubicBezTo>
                  <a:cubicBezTo>
                    <a:pt x="7" y="18"/>
                    <a:pt x="3" y="22"/>
                    <a:pt x="0" y="27"/>
                  </a:cubicBezTo>
                  <a:cubicBezTo>
                    <a:pt x="3" y="22"/>
                    <a:pt x="6" y="16"/>
                    <a:pt x="8" y="11"/>
                  </a:cubicBezTo>
                  <a:cubicBezTo>
                    <a:pt x="9" y="8"/>
                    <a:pt x="12" y="3"/>
                    <a:pt x="11" y="1"/>
                  </a:cubicBezTo>
                </a:path>
              </a:pathLst>
            </a:custGeom>
            <a:solidFill>
              <a:srgbClr val="5A22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</p:grpSp>
      <p:grpSp>
        <p:nvGrpSpPr>
          <p:cNvPr id="49156" name="female-obesity-body-illustration">
            <a:extLst>
              <a:ext uri="{FF2B5EF4-FFF2-40B4-BE49-F238E27FC236}">
                <a16:creationId xmlns:a16="http://schemas.microsoft.com/office/drawing/2014/main" id="{85D96DB6-DB8F-4EA6-ACB8-9E7CE116B451}"/>
              </a:ext>
            </a:extLst>
          </p:cNvPr>
          <p:cNvGrpSpPr>
            <a:grpSpLocks/>
          </p:cNvGrpSpPr>
          <p:nvPr/>
        </p:nvGrpSpPr>
        <p:grpSpPr bwMode="auto">
          <a:xfrm>
            <a:off x="6873875" y="2065338"/>
            <a:ext cx="2355850" cy="2965450"/>
            <a:chOff x="3370" y="1273"/>
            <a:chExt cx="1484" cy="1868"/>
          </a:xfrm>
        </p:grpSpPr>
        <p:sp>
          <p:nvSpPr>
            <p:cNvPr id="49244" name="Freeform 813">
              <a:extLst>
                <a:ext uri="{FF2B5EF4-FFF2-40B4-BE49-F238E27FC236}">
                  <a16:creationId xmlns:a16="http://schemas.microsoft.com/office/drawing/2014/main" id="{16C02FA3-DE35-45DB-8FCF-12CF7AD512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0" y="1273"/>
              <a:ext cx="1484" cy="1868"/>
            </a:xfrm>
            <a:custGeom>
              <a:avLst/>
              <a:gdLst>
                <a:gd name="T0" fmla="*/ 826 w 1409"/>
                <a:gd name="T1" fmla="*/ 260 h 1772"/>
                <a:gd name="T2" fmla="*/ 1028 w 1409"/>
                <a:gd name="T3" fmla="*/ 0 h 1772"/>
                <a:gd name="T4" fmla="*/ 1357 w 1409"/>
                <a:gd name="T5" fmla="*/ 94 h 1772"/>
                <a:gd name="T6" fmla="*/ 1322 w 1409"/>
                <a:gd name="T7" fmla="*/ 490 h 1772"/>
                <a:gd name="T8" fmla="*/ 1346 w 1409"/>
                <a:gd name="T9" fmla="*/ 626 h 1772"/>
                <a:gd name="T10" fmla="*/ 1400 w 1409"/>
                <a:gd name="T11" fmla="*/ 741 h 1772"/>
                <a:gd name="T12" fmla="*/ 1485 w 1409"/>
                <a:gd name="T13" fmla="*/ 961 h 1772"/>
                <a:gd name="T14" fmla="*/ 1599 w 1409"/>
                <a:gd name="T15" fmla="*/ 1370 h 1772"/>
                <a:gd name="T16" fmla="*/ 1588 w 1409"/>
                <a:gd name="T17" fmla="*/ 2004 h 1772"/>
                <a:gd name="T18" fmla="*/ 862 w 1409"/>
                <a:gd name="T19" fmla="*/ 2076 h 1772"/>
                <a:gd name="T20" fmla="*/ 771 w 1409"/>
                <a:gd name="T21" fmla="*/ 2076 h 1772"/>
                <a:gd name="T22" fmla="*/ 57 w 1409"/>
                <a:gd name="T23" fmla="*/ 2004 h 1772"/>
                <a:gd name="T24" fmla="*/ 46 w 1409"/>
                <a:gd name="T25" fmla="*/ 1370 h 1772"/>
                <a:gd name="T26" fmla="*/ 159 w 1409"/>
                <a:gd name="T27" fmla="*/ 961 h 1772"/>
                <a:gd name="T28" fmla="*/ 245 w 1409"/>
                <a:gd name="T29" fmla="*/ 741 h 1772"/>
                <a:gd name="T30" fmla="*/ 299 w 1409"/>
                <a:gd name="T31" fmla="*/ 626 h 1772"/>
                <a:gd name="T32" fmla="*/ 322 w 1409"/>
                <a:gd name="T33" fmla="*/ 490 h 1772"/>
                <a:gd name="T34" fmla="*/ 289 w 1409"/>
                <a:gd name="T35" fmla="*/ 94 h 1772"/>
                <a:gd name="T36" fmla="*/ 617 w 1409"/>
                <a:gd name="T37" fmla="*/ 0 h 1772"/>
                <a:gd name="T38" fmla="*/ 819 w 1409"/>
                <a:gd name="T39" fmla="*/ 260 h 1772"/>
                <a:gd name="T40" fmla="*/ 826 w 1409"/>
                <a:gd name="T41" fmla="*/ 260 h 1772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409" h="1772">
                  <a:moveTo>
                    <a:pt x="706" y="222"/>
                  </a:moveTo>
                  <a:cubicBezTo>
                    <a:pt x="880" y="0"/>
                    <a:pt x="880" y="0"/>
                    <a:pt x="880" y="0"/>
                  </a:cubicBezTo>
                  <a:cubicBezTo>
                    <a:pt x="880" y="0"/>
                    <a:pt x="1078" y="14"/>
                    <a:pt x="1161" y="80"/>
                  </a:cubicBezTo>
                  <a:cubicBezTo>
                    <a:pt x="1132" y="418"/>
                    <a:pt x="1132" y="418"/>
                    <a:pt x="1132" y="418"/>
                  </a:cubicBezTo>
                  <a:cubicBezTo>
                    <a:pt x="1132" y="418"/>
                    <a:pt x="1155" y="480"/>
                    <a:pt x="1152" y="534"/>
                  </a:cubicBezTo>
                  <a:cubicBezTo>
                    <a:pt x="1152" y="534"/>
                    <a:pt x="1195" y="588"/>
                    <a:pt x="1198" y="633"/>
                  </a:cubicBezTo>
                  <a:cubicBezTo>
                    <a:pt x="1200" y="679"/>
                    <a:pt x="1274" y="699"/>
                    <a:pt x="1271" y="821"/>
                  </a:cubicBezTo>
                  <a:cubicBezTo>
                    <a:pt x="1271" y="821"/>
                    <a:pt x="1362" y="909"/>
                    <a:pt x="1368" y="1170"/>
                  </a:cubicBezTo>
                  <a:cubicBezTo>
                    <a:pt x="1374" y="1432"/>
                    <a:pt x="1360" y="1710"/>
                    <a:pt x="1360" y="1710"/>
                  </a:cubicBezTo>
                  <a:cubicBezTo>
                    <a:pt x="1360" y="1710"/>
                    <a:pt x="1409" y="1770"/>
                    <a:pt x="738" y="1772"/>
                  </a:cubicBezTo>
                  <a:cubicBezTo>
                    <a:pt x="660" y="1772"/>
                    <a:pt x="660" y="1772"/>
                    <a:pt x="660" y="1772"/>
                  </a:cubicBezTo>
                  <a:cubicBezTo>
                    <a:pt x="0" y="1769"/>
                    <a:pt x="48" y="1710"/>
                    <a:pt x="48" y="1710"/>
                  </a:cubicBezTo>
                  <a:cubicBezTo>
                    <a:pt x="48" y="1710"/>
                    <a:pt x="34" y="1432"/>
                    <a:pt x="40" y="1170"/>
                  </a:cubicBezTo>
                  <a:cubicBezTo>
                    <a:pt x="46" y="909"/>
                    <a:pt x="136" y="821"/>
                    <a:pt x="136" y="821"/>
                  </a:cubicBezTo>
                  <a:cubicBezTo>
                    <a:pt x="134" y="699"/>
                    <a:pt x="208" y="679"/>
                    <a:pt x="210" y="633"/>
                  </a:cubicBezTo>
                  <a:cubicBezTo>
                    <a:pt x="212" y="588"/>
                    <a:pt x="256" y="534"/>
                    <a:pt x="256" y="534"/>
                  </a:cubicBezTo>
                  <a:cubicBezTo>
                    <a:pt x="253" y="480"/>
                    <a:pt x="276" y="418"/>
                    <a:pt x="276" y="418"/>
                  </a:cubicBezTo>
                  <a:cubicBezTo>
                    <a:pt x="247" y="80"/>
                    <a:pt x="247" y="80"/>
                    <a:pt x="247" y="80"/>
                  </a:cubicBezTo>
                  <a:cubicBezTo>
                    <a:pt x="330" y="14"/>
                    <a:pt x="528" y="0"/>
                    <a:pt x="528" y="0"/>
                  </a:cubicBezTo>
                  <a:cubicBezTo>
                    <a:pt x="702" y="222"/>
                    <a:pt x="702" y="222"/>
                    <a:pt x="702" y="222"/>
                  </a:cubicBezTo>
                  <a:lnTo>
                    <a:pt x="706" y="222"/>
                  </a:lnTo>
                  <a:close/>
                </a:path>
              </a:pathLst>
            </a:custGeom>
            <a:solidFill>
              <a:srgbClr val="E8B9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9245" name="Freeform 814">
              <a:extLst>
                <a:ext uri="{FF2B5EF4-FFF2-40B4-BE49-F238E27FC236}">
                  <a16:creationId xmlns:a16="http://schemas.microsoft.com/office/drawing/2014/main" id="{1FAF64AE-9CC9-4D95-A7A8-FC7971F74D5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8" y="1297"/>
              <a:ext cx="756" cy="1844"/>
            </a:xfrm>
            <a:custGeom>
              <a:avLst/>
              <a:gdLst>
                <a:gd name="T0" fmla="*/ 791 w 718"/>
                <a:gd name="T1" fmla="*/ 1344 h 1749"/>
                <a:gd name="T2" fmla="*/ 677 w 718"/>
                <a:gd name="T3" fmla="*/ 935 h 1749"/>
                <a:gd name="T4" fmla="*/ 592 w 718"/>
                <a:gd name="T5" fmla="*/ 715 h 1749"/>
                <a:gd name="T6" fmla="*/ 538 w 718"/>
                <a:gd name="T7" fmla="*/ 599 h 1749"/>
                <a:gd name="T8" fmla="*/ 515 w 718"/>
                <a:gd name="T9" fmla="*/ 463 h 1749"/>
                <a:gd name="T10" fmla="*/ 549 w 718"/>
                <a:gd name="T11" fmla="*/ 66 h 1749"/>
                <a:gd name="T12" fmla="*/ 391 w 718"/>
                <a:gd name="T13" fmla="*/ 0 h 1749"/>
                <a:gd name="T14" fmla="*/ 391 w 718"/>
                <a:gd name="T15" fmla="*/ 0 h 1749"/>
                <a:gd name="T16" fmla="*/ 488 w 718"/>
                <a:gd name="T17" fmla="*/ 66 h 1749"/>
                <a:gd name="T18" fmla="*/ 506 w 718"/>
                <a:gd name="T19" fmla="*/ 466 h 1749"/>
                <a:gd name="T20" fmla="*/ 531 w 718"/>
                <a:gd name="T21" fmla="*/ 715 h 1749"/>
                <a:gd name="T22" fmla="*/ 616 w 718"/>
                <a:gd name="T23" fmla="*/ 935 h 1749"/>
                <a:gd name="T24" fmla="*/ 775 w 718"/>
                <a:gd name="T25" fmla="*/ 1342 h 1749"/>
                <a:gd name="T26" fmla="*/ 720 w 718"/>
                <a:gd name="T27" fmla="*/ 1978 h 1749"/>
                <a:gd name="T28" fmla="*/ 0 w 718"/>
                <a:gd name="T29" fmla="*/ 2050 h 1749"/>
                <a:gd name="T30" fmla="*/ 55 w 718"/>
                <a:gd name="T31" fmla="*/ 2050 h 1749"/>
                <a:gd name="T32" fmla="*/ 780 w 718"/>
                <a:gd name="T33" fmla="*/ 1978 h 1749"/>
                <a:gd name="T34" fmla="*/ 791 w 718"/>
                <a:gd name="T35" fmla="*/ 1344 h 1749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718" h="1749">
                  <a:moveTo>
                    <a:pt x="677" y="1147"/>
                  </a:moveTo>
                  <a:cubicBezTo>
                    <a:pt x="671" y="886"/>
                    <a:pt x="580" y="798"/>
                    <a:pt x="580" y="798"/>
                  </a:cubicBezTo>
                  <a:cubicBezTo>
                    <a:pt x="583" y="676"/>
                    <a:pt x="509" y="656"/>
                    <a:pt x="507" y="610"/>
                  </a:cubicBezTo>
                  <a:cubicBezTo>
                    <a:pt x="504" y="565"/>
                    <a:pt x="461" y="511"/>
                    <a:pt x="461" y="511"/>
                  </a:cubicBezTo>
                  <a:cubicBezTo>
                    <a:pt x="464" y="457"/>
                    <a:pt x="441" y="395"/>
                    <a:pt x="441" y="395"/>
                  </a:cubicBezTo>
                  <a:cubicBezTo>
                    <a:pt x="470" y="57"/>
                    <a:pt x="470" y="57"/>
                    <a:pt x="470" y="57"/>
                  </a:cubicBezTo>
                  <a:cubicBezTo>
                    <a:pt x="385" y="5"/>
                    <a:pt x="334" y="0"/>
                    <a:pt x="334" y="0"/>
                  </a:cubicBezTo>
                  <a:cubicBezTo>
                    <a:pt x="334" y="0"/>
                    <a:pt x="334" y="0"/>
                    <a:pt x="334" y="0"/>
                  </a:cubicBezTo>
                  <a:cubicBezTo>
                    <a:pt x="366" y="12"/>
                    <a:pt x="419" y="24"/>
                    <a:pt x="418" y="57"/>
                  </a:cubicBezTo>
                  <a:cubicBezTo>
                    <a:pt x="434" y="397"/>
                    <a:pt x="434" y="397"/>
                    <a:pt x="434" y="397"/>
                  </a:cubicBezTo>
                  <a:cubicBezTo>
                    <a:pt x="434" y="397"/>
                    <a:pt x="476" y="558"/>
                    <a:pt x="455" y="610"/>
                  </a:cubicBezTo>
                  <a:cubicBezTo>
                    <a:pt x="457" y="656"/>
                    <a:pt x="531" y="676"/>
                    <a:pt x="528" y="798"/>
                  </a:cubicBezTo>
                  <a:cubicBezTo>
                    <a:pt x="528" y="798"/>
                    <a:pt x="659" y="884"/>
                    <a:pt x="664" y="1145"/>
                  </a:cubicBezTo>
                  <a:cubicBezTo>
                    <a:pt x="670" y="1406"/>
                    <a:pt x="617" y="1687"/>
                    <a:pt x="617" y="1687"/>
                  </a:cubicBezTo>
                  <a:cubicBezTo>
                    <a:pt x="617" y="1687"/>
                    <a:pt x="665" y="1747"/>
                    <a:pt x="0" y="1749"/>
                  </a:cubicBezTo>
                  <a:cubicBezTo>
                    <a:pt x="47" y="1749"/>
                    <a:pt x="47" y="1749"/>
                    <a:pt x="47" y="1749"/>
                  </a:cubicBezTo>
                  <a:cubicBezTo>
                    <a:pt x="718" y="1747"/>
                    <a:pt x="669" y="1687"/>
                    <a:pt x="669" y="1687"/>
                  </a:cubicBezTo>
                  <a:cubicBezTo>
                    <a:pt x="669" y="1687"/>
                    <a:pt x="683" y="1409"/>
                    <a:pt x="677" y="1147"/>
                  </a:cubicBezTo>
                  <a:close/>
                </a:path>
              </a:pathLst>
            </a:custGeom>
            <a:solidFill>
              <a:srgbClr val="E599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9246" name="Freeform 815">
              <a:extLst>
                <a:ext uri="{FF2B5EF4-FFF2-40B4-BE49-F238E27FC236}">
                  <a16:creationId xmlns:a16="http://schemas.microsoft.com/office/drawing/2014/main" id="{FDFB9F71-9CCC-4B5A-9FEE-47B8FF6E802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370" y="1273"/>
              <a:ext cx="1051" cy="1868"/>
            </a:xfrm>
            <a:custGeom>
              <a:avLst/>
              <a:gdLst>
                <a:gd name="T0" fmla="*/ 211 w 998"/>
                <a:gd name="T1" fmla="*/ 2004 h 1772"/>
                <a:gd name="T2" fmla="*/ 97 w 998"/>
                <a:gd name="T3" fmla="*/ 1431 h 1772"/>
                <a:gd name="T4" fmla="*/ 291 w 998"/>
                <a:gd name="T5" fmla="*/ 956 h 1772"/>
                <a:gd name="T6" fmla="*/ 291 w 998"/>
                <a:gd name="T7" fmla="*/ 746 h 1772"/>
                <a:gd name="T8" fmla="*/ 331 w 998"/>
                <a:gd name="T9" fmla="*/ 637 h 1772"/>
                <a:gd name="T10" fmla="*/ 363 w 998"/>
                <a:gd name="T11" fmla="*/ 470 h 1772"/>
                <a:gd name="T12" fmla="*/ 442 w 998"/>
                <a:gd name="T13" fmla="*/ 94 h 1772"/>
                <a:gd name="T14" fmla="*/ 633 w 998"/>
                <a:gd name="T15" fmla="*/ 20 h 1772"/>
                <a:gd name="T16" fmla="*/ 617 w 998"/>
                <a:gd name="T17" fmla="*/ 0 h 1772"/>
                <a:gd name="T18" fmla="*/ 289 w 998"/>
                <a:gd name="T19" fmla="*/ 94 h 1772"/>
                <a:gd name="T20" fmla="*/ 322 w 998"/>
                <a:gd name="T21" fmla="*/ 490 h 1772"/>
                <a:gd name="T22" fmla="*/ 299 w 998"/>
                <a:gd name="T23" fmla="*/ 626 h 1772"/>
                <a:gd name="T24" fmla="*/ 245 w 998"/>
                <a:gd name="T25" fmla="*/ 741 h 1772"/>
                <a:gd name="T26" fmla="*/ 159 w 998"/>
                <a:gd name="T27" fmla="*/ 961 h 1772"/>
                <a:gd name="T28" fmla="*/ 46 w 998"/>
                <a:gd name="T29" fmla="*/ 1370 h 1772"/>
                <a:gd name="T30" fmla="*/ 57 w 998"/>
                <a:gd name="T31" fmla="*/ 2004 h 1772"/>
                <a:gd name="T32" fmla="*/ 771 w 998"/>
                <a:gd name="T33" fmla="*/ 2076 h 1772"/>
                <a:gd name="T34" fmla="*/ 861 w 998"/>
                <a:gd name="T35" fmla="*/ 2076 h 1772"/>
                <a:gd name="T36" fmla="*/ 899 w 998"/>
                <a:gd name="T37" fmla="*/ 2076 h 1772"/>
                <a:gd name="T38" fmla="*/ 211 w 998"/>
                <a:gd name="T39" fmla="*/ 2004 h 1772"/>
                <a:gd name="T40" fmla="*/ 1028 w 998"/>
                <a:gd name="T41" fmla="*/ 0 h 1772"/>
                <a:gd name="T42" fmla="*/ 824 w 998"/>
                <a:gd name="T43" fmla="*/ 260 h 1772"/>
                <a:gd name="T44" fmla="*/ 1166 w 998"/>
                <a:gd name="T45" fmla="*/ 20 h 1772"/>
                <a:gd name="T46" fmla="*/ 1028 w 998"/>
                <a:gd name="T47" fmla="*/ 0 h 1772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998" h="1772">
                  <a:moveTo>
                    <a:pt x="180" y="1710"/>
                  </a:moveTo>
                  <a:cubicBezTo>
                    <a:pt x="180" y="1710"/>
                    <a:pt x="67" y="1626"/>
                    <a:pt x="83" y="1221"/>
                  </a:cubicBezTo>
                  <a:cubicBezTo>
                    <a:pt x="92" y="1008"/>
                    <a:pt x="249" y="816"/>
                    <a:pt x="249" y="816"/>
                  </a:cubicBezTo>
                  <a:cubicBezTo>
                    <a:pt x="198" y="781"/>
                    <a:pt x="247" y="683"/>
                    <a:pt x="249" y="637"/>
                  </a:cubicBezTo>
                  <a:cubicBezTo>
                    <a:pt x="251" y="592"/>
                    <a:pt x="283" y="544"/>
                    <a:pt x="283" y="544"/>
                  </a:cubicBezTo>
                  <a:cubicBezTo>
                    <a:pt x="243" y="470"/>
                    <a:pt x="311" y="401"/>
                    <a:pt x="311" y="401"/>
                  </a:cubicBezTo>
                  <a:cubicBezTo>
                    <a:pt x="379" y="80"/>
                    <a:pt x="379" y="80"/>
                    <a:pt x="379" y="80"/>
                  </a:cubicBezTo>
                  <a:cubicBezTo>
                    <a:pt x="418" y="49"/>
                    <a:pt x="484" y="29"/>
                    <a:pt x="542" y="17"/>
                  </a:cubicBezTo>
                  <a:cubicBezTo>
                    <a:pt x="528" y="0"/>
                    <a:pt x="528" y="0"/>
                    <a:pt x="528" y="0"/>
                  </a:cubicBezTo>
                  <a:cubicBezTo>
                    <a:pt x="528" y="0"/>
                    <a:pt x="330" y="14"/>
                    <a:pt x="247" y="80"/>
                  </a:cubicBezTo>
                  <a:cubicBezTo>
                    <a:pt x="276" y="418"/>
                    <a:pt x="276" y="418"/>
                    <a:pt x="276" y="418"/>
                  </a:cubicBezTo>
                  <a:cubicBezTo>
                    <a:pt x="276" y="418"/>
                    <a:pt x="253" y="480"/>
                    <a:pt x="256" y="534"/>
                  </a:cubicBezTo>
                  <a:cubicBezTo>
                    <a:pt x="256" y="534"/>
                    <a:pt x="212" y="588"/>
                    <a:pt x="210" y="633"/>
                  </a:cubicBezTo>
                  <a:cubicBezTo>
                    <a:pt x="208" y="679"/>
                    <a:pt x="134" y="699"/>
                    <a:pt x="136" y="821"/>
                  </a:cubicBezTo>
                  <a:cubicBezTo>
                    <a:pt x="136" y="821"/>
                    <a:pt x="46" y="909"/>
                    <a:pt x="40" y="1170"/>
                  </a:cubicBezTo>
                  <a:cubicBezTo>
                    <a:pt x="34" y="1432"/>
                    <a:pt x="48" y="1710"/>
                    <a:pt x="48" y="1710"/>
                  </a:cubicBezTo>
                  <a:cubicBezTo>
                    <a:pt x="48" y="1710"/>
                    <a:pt x="0" y="1769"/>
                    <a:pt x="660" y="1772"/>
                  </a:cubicBezTo>
                  <a:cubicBezTo>
                    <a:pt x="738" y="1772"/>
                    <a:pt x="738" y="1772"/>
                    <a:pt x="738" y="1772"/>
                  </a:cubicBezTo>
                  <a:cubicBezTo>
                    <a:pt x="749" y="1772"/>
                    <a:pt x="760" y="1772"/>
                    <a:pt x="770" y="1772"/>
                  </a:cubicBezTo>
                  <a:cubicBezTo>
                    <a:pt x="224" y="1769"/>
                    <a:pt x="180" y="1710"/>
                    <a:pt x="180" y="1710"/>
                  </a:cubicBezTo>
                  <a:close/>
                  <a:moveTo>
                    <a:pt x="880" y="0"/>
                  </a:moveTo>
                  <a:cubicBezTo>
                    <a:pt x="706" y="222"/>
                    <a:pt x="706" y="222"/>
                    <a:pt x="706" y="222"/>
                  </a:cubicBezTo>
                  <a:cubicBezTo>
                    <a:pt x="998" y="17"/>
                    <a:pt x="998" y="17"/>
                    <a:pt x="998" y="17"/>
                  </a:cubicBezTo>
                  <a:cubicBezTo>
                    <a:pt x="934" y="4"/>
                    <a:pt x="880" y="0"/>
                    <a:pt x="880" y="0"/>
                  </a:cubicBezTo>
                  <a:close/>
                </a:path>
              </a:pathLst>
            </a:custGeom>
            <a:solidFill>
              <a:srgbClr val="F4C8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9247" name="Freeform 816">
              <a:extLst>
                <a:ext uri="{FF2B5EF4-FFF2-40B4-BE49-F238E27FC236}">
                  <a16:creationId xmlns:a16="http://schemas.microsoft.com/office/drawing/2014/main" id="{FF53B900-1236-4118-B9DF-2BB2E32B3E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0" y="1273"/>
              <a:ext cx="1484" cy="1868"/>
            </a:xfrm>
            <a:custGeom>
              <a:avLst/>
              <a:gdLst>
                <a:gd name="T0" fmla="*/ 826 w 1409"/>
                <a:gd name="T1" fmla="*/ 260 h 1772"/>
                <a:gd name="T2" fmla="*/ 1028 w 1409"/>
                <a:gd name="T3" fmla="*/ 0 h 1772"/>
                <a:gd name="T4" fmla="*/ 1357 w 1409"/>
                <a:gd name="T5" fmla="*/ 94 h 1772"/>
                <a:gd name="T6" fmla="*/ 1322 w 1409"/>
                <a:gd name="T7" fmla="*/ 490 h 1772"/>
                <a:gd name="T8" fmla="*/ 1346 w 1409"/>
                <a:gd name="T9" fmla="*/ 626 h 1772"/>
                <a:gd name="T10" fmla="*/ 1400 w 1409"/>
                <a:gd name="T11" fmla="*/ 741 h 1772"/>
                <a:gd name="T12" fmla="*/ 1485 w 1409"/>
                <a:gd name="T13" fmla="*/ 961 h 1772"/>
                <a:gd name="T14" fmla="*/ 1599 w 1409"/>
                <a:gd name="T15" fmla="*/ 1370 h 1772"/>
                <a:gd name="T16" fmla="*/ 1588 w 1409"/>
                <a:gd name="T17" fmla="*/ 2004 h 1772"/>
                <a:gd name="T18" fmla="*/ 862 w 1409"/>
                <a:gd name="T19" fmla="*/ 2076 h 1772"/>
                <a:gd name="T20" fmla="*/ 771 w 1409"/>
                <a:gd name="T21" fmla="*/ 2076 h 1772"/>
                <a:gd name="T22" fmla="*/ 57 w 1409"/>
                <a:gd name="T23" fmla="*/ 2004 h 1772"/>
                <a:gd name="T24" fmla="*/ 46 w 1409"/>
                <a:gd name="T25" fmla="*/ 1370 h 1772"/>
                <a:gd name="T26" fmla="*/ 159 w 1409"/>
                <a:gd name="T27" fmla="*/ 961 h 1772"/>
                <a:gd name="T28" fmla="*/ 245 w 1409"/>
                <a:gd name="T29" fmla="*/ 741 h 1772"/>
                <a:gd name="T30" fmla="*/ 299 w 1409"/>
                <a:gd name="T31" fmla="*/ 626 h 1772"/>
                <a:gd name="T32" fmla="*/ 322 w 1409"/>
                <a:gd name="T33" fmla="*/ 490 h 1772"/>
                <a:gd name="T34" fmla="*/ 289 w 1409"/>
                <a:gd name="T35" fmla="*/ 94 h 1772"/>
                <a:gd name="T36" fmla="*/ 617 w 1409"/>
                <a:gd name="T37" fmla="*/ 0 h 1772"/>
                <a:gd name="T38" fmla="*/ 819 w 1409"/>
                <a:gd name="T39" fmla="*/ 260 h 1772"/>
                <a:gd name="T40" fmla="*/ 826 w 1409"/>
                <a:gd name="T41" fmla="*/ 260 h 1772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409" h="1772">
                  <a:moveTo>
                    <a:pt x="706" y="222"/>
                  </a:moveTo>
                  <a:cubicBezTo>
                    <a:pt x="880" y="0"/>
                    <a:pt x="880" y="0"/>
                    <a:pt x="880" y="0"/>
                  </a:cubicBezTo>
                  <a:cubicBezTo>
                    <a:pt x="880" y="0"/>
                    <a:pt x="1078" y="14"/>
                    <a:pt x="1161" y="80"/>
                  </a:cubicBezTo>
                  <a:cubicBezTo>
                    <a:pt x="1132" y="418"/>
                    <a:pt x="1132" y="418"/>
                    <a:pt x="1132" y="418"/>
                  </a:cubicBezTo>
                  <a:cubicBezTo>
                    <a:pt x="1132" y="418"/>
                    <a:pt x="1155" y="480"/>
                    <a:pt x="1152" y="534"/>
                  </a:cubicBezTo>
                  <a:cubicBezTo>
                    <a:pt x="1152" y="534"/>
                    <a:pt x="1195" y="588"/>
                    <a:pt x="1198" y="633"/>
                  </a:cubicBezTo>
                  <a:cubicBezTo>
                    <a:pt x="1200" y="679"/>
                    <a:pt x="1274" y="699"/>
                    <a:pt x="1271" y="821"/>
                  </a:cubicBezTo>
                  <a:cubicBezTo>
                    <a:pt x="1271" y="821"/>
                    <a:pt x="1362" y="909"/>
                    <a:pt x="1368" y="1170"/>
                  </a:cubicBezTo>
                  <a:cubicBezTo>
                    <a:pt x="1374" y="1432"/>
                    <a:pt x="1360" y="1710"/>
                    <a:pt x="1360" y="1710"/>
                  </a:cubicBezTo>
                  <a:cubicBezTo>
                    <a:pt x="1360" y="1710"/>
                    <a:pt x="1409" y="1770"/>
                    <a:pt x="738" y="1772"/>
                  </a:cubicBezTo>
                  <a:cubicBezTo>
                    <a:pt x="660" y="1772"/>
                    <a:pt x="660" y="1772"/>
                    <a:pt x="660" y="1772"/>
                  </a:cubicBezTo>
                  <a:cubicBezTo>
                    <a:pt x="0" y="1769"/>
                    <a:pt x="48" y="1710"/>
                    <a:pt x="48" y="1710"/>
                  </a:cubicBezTo>
                  <a:cubicBezTo>
                    <a:pt x="48" y="1710"/>
                    <a:pt x="34" y="1432"/>
                    <a:pt x="40" y="1170"/>
                  </a:cubicBezTo>
                  <a:cubicBezTo>
                    <a:pt x="46" y="909"/>
                    <a:pt x="136" y="821"/>
                    <a:pt x="136" y="821"/>
                  </a:cubicBezTo>
                  <a:cubicBezTo>
                    <a:pt x="134" y="699"/>
                    <a:pt x="208" y="679"/>
                    <a:pt x="210" y="633"/>
                  </a:cubicBezTo>
                  <a:cubicBezTo>
                    <a:pt x="212" y="588"/>
                    <a:pt x="256" y="534"/>
                    <a:pt x="256" y="534"/>
                  </a:cubicBezTo>
                  <a:cubicBezTo>
                    <a:pt x="253" y="480"/>
                    <a:pt x="276" y="418"/>
                    <a:pt x="276" y="418"/>
                  </a:cubicBezTo>
                  <a:cubicBezTo>
                    <a:pt x="247" y="80"/>
                    <a:pt x="247" y="80"/>
                    <a:pt x="247" y="80"/>
                  </a:cubicBezTo>
                  <a:cubicBezTo>
                    <a:pt x="330" y="14"/>
                    <a:pt x="528" y="0"/>
                    <a:pt x="528" y="0"/>
                  </a:cubicBezTo>
                  <a:cubicBezTo>
                    <a:pt x="702" y="222"/>
                    <a:pt x="702" y="222"/>
                    <a:pt x="702" y="222"/>
                  </a:cubicBezTo>
                  <a:lnTo>
                    <a:pt x="706" y="222"/>
                  </a:lnTo>
                  <a:close/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9248" name="Freeform 817">
              <a:extLst>
                <a:ext uri="{FF2B5EF4-FFF2-40B4-BE49-F238E27FC236}">
                  <a16:creationId xmlns:a16="http://schemas.microsoft.com/office/drawing/2014/main" id="{9B6753BA-6C1E-4259-A62A-5F03630A771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2" y="1357"/>
              <a:ext cx="230" cy="344"/>
            </a:xfrm>
            <a:custGeom>
              <a:avLst/>
              <a:gdLst>
                <a:gd name="T0" fmla="*/ 153 w 218"/>
                <a:gd name="T1" fmla="*/ 0 h 326"/>
                <a:gd name="T2" fmla="*/ 76 w 218"/>
                <a:gd name="T3" fmla="*/ 383 h 326"/>
                <a:gd name="T4" fmla="*/ 156 w 218"/>
                <a:gd name="T5" fmla="*/ 0 h 3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8" h="326">
                  <a:moveTo>
                    <a:pt x="130" y="0"/>
                  </a:moveTo>
                  <a:cubicBezTo>
                    <a:pt x="130" y="0"/>
                    <a:pt x="0" y="52"/>
                    <a:pt x="64" y="326"/>
                  </a:cubicBezTo>
                  <a:cubicBezTo>
                    <a:pt x="64" y="326"/>
                    <a:pt x="218" y="193"/>
                    <a:pt x="133" y="0"/>
                  </a:cubicBezTo>
                </a:path>
              </a:pathLst>
            </a:custGeom>
            <a:solidFill>
              <a:srgbClr val="E8B9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9249" name="Freeform 818">
              <a:extLst>
                <a:ext uri="{FF2B5EF4-FFF2-40B4-BE49-F238E27FC236}">
                  <a16:creationId xmlns:a16="http://schemas.microsoft.com/office/drawing/2014/main" id="{F210A123-DBD8-4585-90AD-1DA7A8B48D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5" y="1917"/>
              <a:ext cx="847" cy="229"/>
            </a:xfrm>
            <a:custGeom>
              <a:avLst/>
              <a:gdLst>
                <a:gd name="T0" fmla="*/ 0 w 804"/>
                <a:gd name="T1" fmla="*/ 8 h 217"/>
                <a:gd name="T2" fmla="*/ 399 w 804"/>
                <a:gd name="T3" fmla="*/ 93 h 217"/>
                <a:gd name="T4" fmla="*/ 940 w 804"/>
                <a:gd name="T5" fmla="*/ 65 h 217"/>
                <a:gd name="T6" fmla="*/ 654 w 804"/>
                <a:gd name="T7" fmla="*/ 139 h 217"/>
                <a:gd name="T8" fmla="*/ 146 w 804"/>
                <a:gd name="T9" fmla="*/ 142 h 217"/>
                <a:gd name="T10" fmla="*/ 0 w 804"/>
                <a:gd name="T11" fmla="*/ 8 h 21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04" h="217">
                  <a:moveTo>
                    <a:pt x="0" y="8"/>
                  </a:moveTo>
                  <a:cubicBezTo>
                    <a:pt x="0" y="8"/>
                    <a:pt x="124" y="190"/>
                    <a:pt x="342" y="79"/>
                  </a:cubicBezTo>
                  <a:cubicBezTo>
                    <a:pt x="497" y="0"/>
                    <a:pt x="652" y="217"/>
                    <a:pt x="804" y="56"/>
                  </a:cubicBezTo>
                  <a:cubicBezTo>
                    <a:pt x="804" y="56"/>
                    <a:pt x="725" y="174"/>
                    <a:pt x="559" y="118"/>
                  </a:cubicBezTo>
                  <a:cubicBezTo>
                    <a:pt x="392" y="62"/>
                    <a:pt x="336" y="157"/>
                    <a:pt x="125" y="121"/>
                  </a:cubicBezTo>
                  <a:cubicBezTo>
                    <a:pt x="26" y="104"/>
                    <a:pt x="0" y="8"/>
                    <a:pt x="0" y="8"/>
                  </a:cubicBezTo>
                  <a:close/>
                </a:path>
              </a:pathLst>
            </a:custGeom>
            <a:solidFill>
              <a:srgbClr val="E599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9250" name="Freeform 819">
              <a:extLst>
                <a:ext uri="{FF2B5EF4-FFF2-40B4-BE49-F238E27FC236}">
                  <a16:creationId xmlns:a16="http://schemas.microsoft.com/office/drawing/2014/main" id="{97FD13D0-60B9-4B0A-9FD4-1529B2726B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5" y="1997"/>
              <a:ext cx="570" cy="359"/>
            </a:xfrm>
            <a:custGeom>
              <a:avLst/>
              <a:gdLst>
                <a:gd name="T0" fmla="*/ 15 w 541"/>
                <a:gd name="T1" fmla="*/ 0 h 340"/>
                <a:gd name="T2" fmla="*/ 103 w 541"/>
                <a:gd name="T3" fmla="*/ 129 h 340"/>
                <a:gd name="T4" fmla="*/ 250 w 541"/>
                <a:gd name="T5" fmla="*/ 223 h 340"/>
                <a:gd name="T6" fmla="*/ 412 w 541"/>
                <a:gd name="T7" fmla="*/ 314 h 340"/>
                <a:gd name="T8" fmla="*/ 633 w 541"/>
                <a:gd name="T9" fmla="*/ 333 h 340"/>
                <a:gd name="T10" fmla="*/ 248 w 541"/>
                <a:gd name="T11" fmla="*/ 258 h 340"/>
                <a:gd name="T12" fmla="*/ 179 w 541"/>
                <a:gd name="T13" fmla="*/ 206 h 340"/>
                <a:gd name="T14" fmla="*/ 100 w 541"/>
                <a:gd name="T15" fmla="*/ 172 h 340"/>
                <a:gd name="T16" fmla="*/ 0 w 541"/>
                <a:gd name="T17" fmla="*/ 20 h 34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41" h="340">
                  <a:moveTo>
                    <a:pt x="12" y="0"/>
                  </a:moveTo>
                  <a:cubicBezTo>
                    <a:pt x="39" y="33"/>
                    <a:pt x="51" y="78"/>
                    <a:pt x="88" y="110"/>
                  </a:cubicBezTo>
                  <a:cubicBezTo>
                    <a:pt x="123" y="140"/>
                    <a:pt x="172" y="166"/>
                    <a:pt x="214" y="189"/>
                  </a:cubicBezTo>
                  <a:cubicBezTo>
                    <a:pt x="259" y="214"/>
                    <a:pt x="302" y="252"/>
                    <a:pt x="352" y="266"/>
                  </a:cubicBezTo>
                  <a:cubicBezTo>
                    <a:pt x="407" y="281"/>
                    <a:pt x="486" y="308"/>
                    <a:pt x="541" y="282"/>
                  </a:cubicBezTo>
                  <a:cubicBezTo>
                    <a:pt x="439" y="340"/>
                    <a:pt x="299" y="277"/>
                    <a:pt x="212" y="219"/>
                  </a:cubicBezTo>
                  <a:cubicBezTo>
                    <a:pt x="191" y="206"/>
                    <a:pt x="173" y="188"/>
                    <a:pt x="153" y="175"/>
                  </a:cubicBezTo>
                  <a:cubicBezTo>
                    <a:pt x="131" y="162"/>
                    <a:pt x="107" y="159"/>
                    <a:pt x="85" y="146"/>
                  </a:cubicBezTo>
                  <a:cubicBezTo>
                    <a:pt x="31" y="115"/>
                    <a:pt x="27" y="66"/>
                    <a:pt x="0" y="17"/>
                  </a:cubicBezTo>
                </a:path>
              </a:pathLst>
            </a:custGeom>
            <a:solidFill>
              <a:srgbClr val="E599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9251" name="Freeform 820">
              <a:extLst>
                <a:ext uri="{FF2B5EF4-FFF2-40B4-BE49-F238E27FC236}">
                  <a16:creationId xmlns:a16="http://schemas.microsoft.com/office/drawing/2014/main" id="{2F0C4FA5-DF6D-4006-BD74-F67BF8EE10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4" y="2309"/>
              <a:ext cx="552" cy="268"/>
            </a:xfrm>
            <a:custGeom>
              <a:avLst/>
              <a:gdLst>
                <a:gd name="T0" fmla="*/ 15 w 524"/>
                <a:gd name="T1" fmla="*/ 0 h 254"/>
                <a:gd name="T2" fmla="*/ 155 w 524"/>
                <a:gd name="T3" fmla="*/ 176 h 254"/>
                <a:gd name="T4" fmla="*/ 310 w 524"/>
                <a:gd name="T5" fmla="*/ 260 h 254"/>
                <a:gd name="T6" fmla="*/ 480 w 524"/>
                <a:gd name="T7" fmla="*/ 265 h 254"/>
                <a:gd name="T8" fmla="*/ 612 w 524"/>
                <a:gd name="T9" fmla="*/ 246 h 254"/>
                <a:gd name="T10" fmla="*/ 534 w 524"/>
                <a:gd name="T11" fmla="*/ 269 h 254"/>
                <a:gd name="T12" fmla="*/ 438 w 524"/>
                <a:gd name="T13" fmla="*/ 288 h 254"/>
                <a:gd name="T14" fmla="*/ 247 w 524"/>
                <a:gd name="T15" fmla="*/ 282 h 254"/>
                <a:gd name="T16" fmla="*/ 0 w 524"/>
                <a:gd name="T17" fmla="*/ 3 h 25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24" h="254">
                  <a:moveTo>
                    <a:pt x="12" y="0"/>
                  </a:moveTo>
                  <a:cubicBezTo>
                    <a:pt x="59" y="42"/>
                    <a:pt x="92" y="103"/>
                    <a:pt x="133" y="150"/>
                  </a:cubicBezTo>
                  <a:cubicBezTo>
                    <a:pt x="165" y="188"/>
                    <a:pt x="217" y="210"/>
                    <a:pt x="265" y="221"/>
                  </a:cubicBezTo>
                  <a:cubicBezTo>
                    <a:pt x="313" y="231"/>
                    <a:pt x="362" y="235"/>
                    <a:pt x="411" y="226"/>
                  </a:cubicBezTo>
                  <a:cubicBezTo>
                    <a:pt x="449" y="219"/>
                    <a:pt x="485" y="206"/>
                    <a:pt x="524" y="209"/>
                  </a:cubicBezTo>
                  <a:cubicBezTo>
                    <a:pt x="501" y="210"/>
                    <a:pt x="479" y="221"/>
                    <a:pt x="457" y="229"/>
                  </a:cubicBezTo>
                  <a:cubicBezTo>
                    <a:pt x="429" y="239"/>
                    <a:pt x="404" y="240"/>
                    <a:pt x="375" y="245"/>
                  </a:cubicBezTo>
                  <a:cubicBezTo>
                    <a:pt x="321" y="253"/>
                    <a:pt x="264" y="254"/>
                    <a:pt x="211" y="240"/>
                  </a:cubicBezTo>
                  <a:cubicBezTo>
                    <a:pt x="97" y="210"/>
                    <a:pt x="53" y="93"/>
                    <a:pt x="0" y="3"/>
                  </a:cubicBezTo>
                </a:path>
              </a:pathLst>
            </a:custGeom>
            <a:solidFill>
              <a:srgbClr val="E599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9252" name="Freeform 821">
              <a:extLst>
                <a:ext uri="{FF2B5EF4-FFF2-40B4-BE49-F238E27FC236}">
                  <a16:creationId xmlns:a16="http://schemas.microsoft.com/office/drawing/2014/main" id="{015E848D-C5D9-4FFF-A589-FDF85CE8B2D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2" y="1777"/>
              <a:ext cx="313" cy="262"/>
            </a:xfrm>
            <a:custGeom>
              <a:avLst/>
              <a:gdLst>
                <a:gd name="T0" fmla="*/ 6 w 298"/>
                <a:gd name="T1" fmla="*/ 0 h 249"/>
                <a:gd name="T2" fmla="*/ 134 w 298"/>
                <a:gd name="T3" fmla="*/ 249 h 249"/>
                <a:gd name="T4" fmla="*/ 346 w 298"/>
                <a:gd name="T5" fmla="*/ 269 h 249"/>
                <a:gd name="T6" fmla="*/ 212 w 298"/>
                <a:gd name="T7" fmla="*/ 249 h 249"/>
                <a:gd name="T8" fmla="*/ 105 w 298"/>
                <a:gd name="T9" fmla="*/ 197 h 249"/>
                <a:gd name="T10" fmla="*/ 9 w 298"/>
                <a:gd name="T11" fmla="*/ 9 h 24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98" h="249">
                  <a:moveTo>
                    <a:pt x="6" y="0"/>
                  </a:moveTo>
                  <a:cubicBezTo>
                    <a:pt x="2" y="74"/>
                    <a:pt x="51" y="176"/>
                    <a:pt x="116" y="214"/>
                  </a:cubicBezTo>
                  <a:cubicBezTo>
                    <a:pt x="175" y="249"/>
                    <a:pt x="236" y="225"/>
                    <a:pt x="298" y="231"/>
                  </a:cubicBezTo>
                  <a:cubicBezTo>
                    <a:pt x="262" y="220"/>
                    <a:pt x="221" y="225"/>
                    <a:pt x="183" y="214"/>
                  </a:cubicBezTo>
                  <a:cubicBezTo>
                    <a:pt x="153" y="205"/>
                    <a:pt x="116" y="190"/>
                    <a:pt x="90" y="169"/>
                  </a:cubicBezTo>
                  <a:cubicBezTo>
                    <a:pt x="55" y="141"/>
                    <a:pt x="0" y="51"/>
                    <a:pt x="9" y="9"/>
                  </a:cubicBezTo>
                </a:path>
              </a:pathLst>
            </a:custGeom>
            <a:solidFill>
              <a:srgbClr val="F4C8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9253" name="Freeform 822">
              <a:extLst>
                <a:ext uri="{FF2B5EF4-FFF2-40B4-BE49-F238E27FC236}">
                  <a16:creationId xmlns:a16="http://schemas.microsoft.com/office/drawing/2014/main" id="{FCA50190-77D0-4B60-BFA8-31290C1CA9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4" y="1708"/>
              <a:ext cx="212" cy="315"/>
            </a:xfrm>
            <a:custGeom>
              <a:avLst/>
              <a:gdLst>
                <a:gd name="T0" fmla="*/ 39 w 201"/>
                <a:gd name="T1" fmla="*/ 118 h 298"/>
                <a:gd name="T2" fmla="*/ 236 w 201"/>
                <a:gd name="T3" fmla="*/ 352 h 298"/>
                <a:gd name="T4" fmla="*/ 70 w 201"/>
                <a:gd name="T5" fmla="*/ 0 h 298"/>
                <a:gd name="T6" fmla="*/ 39 w 201"/>
                <a:gd name="T7" fmla="*/ 118 h 29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1" h="298">
                  <a:moveTo>
                    <a:pt x="33" y="100"/>
                  </a:moveTo>
                  <a:cubicBezTo>
                    <a:pt x="33" y="100"/>
                    <a:pt x="31" y="262"/>
                    <a:pt x="201" y="298"/>
                  </a:cubicBezTo>
                  <a:cubicBezTo>
                    <a:pt x="201" y="298"/>
                    <a:pt x="0" y="190"/>
                    <a:pt x="60" y="0"/>
                  </a:cubicBezTo>
                  <a:cubicBezTo>
                    <a:pt x="60" y="0"/>
                    <a:pt x="25" y="52"/>
                    <a:pt x="33" y="100"/>
                  </a:cubicBezTo>
                  <a:close/>
                </a:path>
              </a:pathLst>
            </a:custGeom>
            <a:solidFill>
              <a:srgbClr val="F4C8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9254" name="Freeform 823">
              <a:extLst>
                <a:ext uri="{FF2B5EF4-FFF2-40B4-BE49-F238E27FC236}">
                  <a16:creationId xmlns:a16="http://schemas.microsoft.com/office/drawing/2014/main" id="{26EA40C5-ED6A-49F3-B20F-A221F20653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3" y="2532"/>
              <a:ext cx="159" cy="356"/>
            </a:xfrm>
            <a:custGeom>
              <a:avLst/>
              <a:gdLst>
                <a:gd name="T0" fmla="*/ 176 w 151"/>
                <a:gd name="T1" fmla="*/ 35 h 338"/>
                <a:gd name="T2" fmla="*/ 127 w 151"/>
                <a:gd name="T3" fmla="*/ 175 h 338"/>
                <a:gd name="T4" fmla="*/ 86 w 151"/>
                <a:gd name="T5" fmla="*/ 395 h 338"/>
                <a:gd name="T6" fmla="*/ 103 w 151"/>
                <a:gd name="T7" fmla="*/ 133 h 338"/>
                <a:gd name="T8" fmla="*/ 0 w 151"/>
                <a:gd name="T9" fmla="*/ 0 h 338"/>
                <a:gd name="T10" fmla="*/ 150 w 151"/>
                <a:gd name="T11" fmla="*/ 35 h 33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1" h="338">
                  <a:moveTo>
                    <a:pt x="151" y="29"/>
                  </a:moveTo>
                  <a:cubicBezTo>
                    <a:pt x="107" y="62"/>
                    <a:pt x="112" y="97"/>
                    <a:pt x="109" y="150"/>
                  </a:cubicBezTo>
                  <a:cubicBezTo>
                    <a:pt x="106" y="213"/>
                    <a:pt x="101" y="281"/>
                    <a:pt x="74" y="338"/>
                  </a:cubicBezTo>
                  <a:cubicBezTo>
                    <a:pt x="76" y="262"/>
                    <a:pt x="108" y="190"/>
                    <a:pt x="88" y="114"/>
                  </a:cubicBezTo>
                  <a:cubicBezTo>
                    <a:pt x="75" y="67"/>
                    <a:pt x="39" y="26"/>
                    <a:pt x="0" y="0"/>
                  </a:cubicBezTo>
                  <a:cubicBezTo>
                    <a:pt x="38" y="10"/>
                    <a:pt x="96" y="10"/>
                    <a:pt x="128" y="29"/>
                  </a:cubicBezTo>
                </a:path>
              </a:pathLst>
            </a:custGeom>
            <a:solidFill>
              <a:srgbClr val="E599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9255" name="Freeform 824">
              <a:extLst>
                <a:ext uri="{FF2B5EF4-FFF2-40B4-BE49-F238E27FC236}">
                  <a16:creationId xmlns:a16="http://schemas.microsoft.com/office/drawing/2014/main" id="{F5972DCF-3724-4EDF-9B93-4DC12B525E3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6" y="2582"/>
              <a:ext cx="125" cy="301"/>
            </a:xfrm>
            <a:custGeom>
              <a:avLst/>
              <a:gdLst>
                <a:gd name="T0" fmla="*/ 0 w 118"/>
                <a:gd name="T1" fmla="*/ 2 h 285"/>
                <a:gd name="T2" fmla="*/ 103 w 118"/>
                <a:gd name="T3" fmla="*/ 0 h 285"/>
                <a:gd name="T4" fmla="*/ 103 w 118"/>
                <a:gd name="T5" fmla="*/ 144 h 285"/>
                <a:gd name="T6" fmla="*/ 140 w 118"/>
                <a:gd name="T7" fmla="*/ 336 h 285"/>
                <a:gd name="T8" fmla="*/ 68 w 118"/>
                <a:gd name="T9" fmla="*/ 97 h 285"/>
                <a:gd name="T10" fmla="*/ 2 w 118"/>
                <a:gd name="T11" fmla="*/ 2 h 28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8" h="285">
                  <a:moveTo>
                    <a:pt x="0" y="2"/>
                  </a:moveTo>
                  <a:cubicBezTo>
                    <a:pt x="27" y="6"/>
                    <a:pt x="58" y="7"/>
                    <a:pt x="87" y="0"/>
                  </a:cubicBezTo>
                  <a:cubicBezTo>
                    <a:pt x="104" y="27"/>
                    <a:pt x="84" y="89"/>
                    <a:pt x="87" y="122"/>
                  </a:cubicBezTo>
                  <a:cubicBezTo>
                    <a:pt x="91" y="174"/>
                    <a:pt x="102" y="235"/>
                    <a:pt x="118" y="285"/>
                  </a:cubicBezTo>
                  <a:cubicBezTo>
                    <a:pt x="71" y="227"/>
                    <a:pt x="90" y="144"/>
                    <a:pt x="57" y="82"/>
                  </a:cubicBezTo>
                  <a:cubicBezTo>
                    <a:pt x="42" y="53"/>
                    <a:pt x="19" y="29"/>
                    <a:pt x="2" y="2"/>
                  </a:cubicBezTo>
                </a:path>
              </a:pathLst>
            </a:custGeom>
            <a:solidFill>
              <a:srgbClr val="F4C8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9256" name="Freeform 825">
              <a:extLst>
                <a:ext uri="{FF2B5EF4-FFF2-40B4-BE49-F238E27FC236}">
                  <a16:creationId xmlns:a16="http://schemas.microsoft.com/office/drawing/2014/main" id="{569CA2D7-5D75-4EBA-A3ED-79EB5B0AB24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9" y="1898"/>
              <a:ext cx="259" cy="202"/>
            </a:xfrm>
            <a:custGeom>
              <a:avLst/>
              <a:gdLst>
                <a:gd name="T0" fmla="*/ 244 w 246"/>
                <a:gd name="T1" fmla="*/ 0 h 191"/>
                <a:gd name="T2" fmla="*/ 159 w 246"/>
                <a:gd name="T3" fmla="*/ 172 h 191"/>
                <a:gd name="T4" fmla="*/ 0 w 246"/>
                <a:gd name="T5" fmla="*/ 226 h 191"/>
                <a:gd name="T6" fmla="*/ 156 w 246"/>
                <a:gd name="T7" fmla="*/ 189 h 191"/>
                <a:gd name="T8" fmla="*/ 287 w 246"/>
                <a:gd name="T9" fmla="*/ 89 h 191"/>
                <a:gd name="T10" fmla="*/ 255 w 246"/>
                <a:gd name="T11" fmla="*/ 16 h 19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6" h="191">
                  <a:moveTo>
                    <a:pt x="209" y="0"/>
                  </a:moveTo>
                  <a:cubicBezTo>
                    <a:pt x="196" y="24"/>
                    <a:pt x="186" y="106"/>
                    <a:pt x="136" y="146"/>
                  </a:cubicBezTo>
                  <a:cubicBezTo>
                    <a:pt x="92" y="181"/>
                    <a:pt x="48" y="174"/>
                    <a:pt x="0" y="191"/>
                  </a:cubicBezTo>
                  <a:cubicBezTo>
                    <a:pt x="45" y="186"/>
                    <a:pt x="94" y="182"/>
                    <a:pt x="134" y="160"/>
                  </a:cubicBezTo>
                  <a:cubicBezTo>
                    <a:pt x="171" y="140"/>
                    <a:pt x="192" y="60"/>
                    <a:pt x="246" y="75"/>
                  </a:cubicBezTo>
                  <a:cubicBezTo>
                    <a:pt x="244" y="55"/>
                    <a:pt x="222" y="36"/>
                    <a:pt x="218" y="13"/>
                  </a:cubicBezTo>
                </a:path>
              </a:pathLst>
            </a:custGeom>
            <a:solidFill>
              <a:srgbClr val="E599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9257" name="Freeform 826">
              <a:extLst>
                <a:ext uri="{FF2B5EF4-FFF2-40B4-BE49-F238E27FC236}">
                  <a16:creationId xmlns:a16="http://schemas.microsoft.com/office/drawing/2014/main" id="{E014C5A2-E0C4-4768-B053-3C3E458102C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4" y="2056"/>
              <a:ext cx="125" cy="152"/>
            </a:xfrm>
            <a:custGeom>
              <a:avLst/>
              <a:gdLst>
                <a:gd name="T0" fmla="*/ 79 w 118"/>
                <a:gd name="T1" fmla="*/ 0 h 144"/>
                <a:gd name="T2" fmla="*/ 69 w 118"/>
                <a:gd name="T3" fmla="*/ 89 h 144"/>
                <a:gd name="T4" fmla="*/ 0 w 118"/>
                <a:gd name="T5" fmla="*/ 169 h 144"/>
                <a:gd name="T6" fmla="*/ 78 w 118"/>
                <a:gd name="T7" fmla="*/ 120 h 144"/>
                <a:gd name="T8" fmla="*/ 140 w 118"/>
                <a:gd name="T9" fmla="*/ 134 h 144"/>
                <a:gd name="T10" fmla="*/ 119 w 118"/>
                <a:gd name="T11" fmla="*/ 94 h 144"/>
                <a:gd name="T12" fmla="*/ 94 w 118"/>
                <a:gd name="T13" fmla="*/ 31 h 14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8" h="144">
                  <a:moveTo>
                    <a:pt x="67" y="0"/>
                  </a:moveTo>
                  <a:cubicBezTo>
                    <a:pt x="75" y="26"/>
                    <a:pt x="67" y="52"/>
                    <a:pt x="58" y="76"/>
                  </a:cubicBezTo>
                  <a:cubicBezTo>
                    <a:pt x="47" y="107"/>
                    <a:pt x="19" y="119"/>
                    <a:pt x="0" y="144"/>
                  </a:cubicBezTo>
                  <a:cubicBezTo>
                    <a:pt x="16" y="128"/>
                    <a:pt x="46" y="114"/>
                    <a:pt x="66" y="102"/>
                  </a:cubicBezTo>
                  <a:cubicBezTo>
                    <a:pt x="97" y="86"/>
                    <a:pt x="92" y="107"/>
                    <a:pt x="118" y="114"/>
                  </a:cubicBezTo>
                  <a:cubicBezTo>
                    <a:pt x="116" y="103"/>
                    <a:pt x="106" y="90"/>
                    <a:pt x="100" y="80"/>
                  </a:cubicBezTo>
                  <a:cubicBezTo>
                    <a:pt x="92" y="62"/>
                    <a:pt x="87" y="44"/>
                    <a:pt x="79" y="26"/>
                  </a:cubicBezTo>
                </a:path>
              </a:pathLst>
            </a:custGeom>
            <a:solidFill>
              <a:srgbClr val="E599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9258" name="Freeform 827">
              <a:extLst>
                <a:ext uri="{FF2B5EF4-FFF2-40B4-BE49-F238E27FC236}">
                  <a16:creationId xmlns:a16="http://schemas.microsoft.com/office/drawing/2014/main" id="{E7593F0A-FEDE-4451-9B09-38D19285BB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6" y="2183"/>
              <a:ext cx="466" cy="196"/>
            </a:xfrm>
            <a:custGeom>
              <a:avLst/>
              <a:gdLst>
                <a:gd name="T0" fmla="*/ 0 w 443"/>
                <a:gd name="T1" fmla="*/ 75 h 186"/>
                <a:gd name="T2" fmla="*/ 515 w 443"/>
                <a:gd name="T3" fmla="*/ 0 h 186"/>
                <a:gd name="T4" fmla="*/ 0 w 443"/>
                <a:gd name="T5" fmla="*/ 75 h 18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43" h="186">
                  <a:moveTo>
                    <a:pt x="0" y="64"/>
                  </a:moveTo>
                  <a:cubicBezTo>
                    <a:pt x="0" y="64"/>
                    <a:pt x="177" y="186"/>
                    <a:pt x="443" y="0"/>
                  </a:cubicBezTo>
                  <a:cubicBezTo>
                    <a:pt x="443" y="0"/>
                    <a:pt x="197" y="142"/>
                    <a:pt x="0" y="64"/>
                  </a:cubicBezTo>
                  <a:close/>
                </a:path>
              </a:pathLst>
            </a:custGeom>
            <a:solidFill>
              <a:srgbClr val="F4C8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9259" name="Freeform 828">
              <a:extLst>
                <a:ext uri="{FF2B5EF4-FFF2-40B4-BE49-F238E27FC236}">
                  <a16:creationId xmlns:a16="http://schemas.microsoft.com/office/drawing/2014/main" id="{6431BB99-183F-4788-A2B0-C38C17D996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6" y="2436"/>
              <a:ext cx="488" cy="191"/>
            </a:xfrm>
            <a:custGeom>
              <a:avLst/>
              <a:gdLst>
                <a:gd name="T0" fmla="*/ 0 w 463"/>
                <a:gd name="T1" fmla="*/ 56 h 181"/>
                <a:gd name="T2" fmla="*/ 542 w 463"/>
                <a:gd name="T3" fmla="*/ 0 h 181"/>
                <a:gd name="T4" fmla="*/ 0 w 463"/>
                <a:gd name="T5" fmla="*/ 56 h 18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63" h="181">
                  <a:moveTo>
                    <a:pt x="0" y="47"/>
                  </a:moveTo>
                  <a:cubicBezTo>
                    <a:pt x="0" y="47"/>
                    <a:pt x="264" y="181"/>
                    <a:pt x="463" y="0"/>
                  </a:cubicBezTo>
                  <a:cubicBezTo>
                    <a:pt x="463" y="0"/>
                    <a:pt x="262" y="144"/>
                    <a:pt x="0" y="47"/>
                  </a:cubicBezTo>
                  <a:close/>
                </a:path>
              </a:pathLst>
            </a:custGeom>
            <a:solidFill>
              <a:srgbClr val="F4C8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9260" name="Freeform 829">
              <a:extLst>
                <a:ext uri="{FF2B5EF4-FFF2-40B4-BE49-F238E27FC236}">
                  <a16:creationId xmlns:a16="http://schemas.microsoft.com/office/drawing/2014/main" id="{94DBF615-A4C7-447B-8298-4C4A773B7B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7" y="1819"/>
              <a:ext cx="143" cy="189"/>
            </a:xfrm>
            <a:custGeom>
              <a:avLst/>
              <a:gdLst>
                <a:gd name="T0" fmla="*/ 7 w 136"/>
                <a:gd name="T1" fmla="*/ 0 h 179"/>
                <a:gd name="T2" fmla="*/ 158 w 136"/>
                <a:gd name="T3" fmla="*/ 211 h 179"/>
                <a:gd name="T4" fmla="*/ 7 w 136"/>
                <a:gd name="T5" fmla="*/ 0 h 17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6" h="179">
                  <a:moveTo>
                    <a:pt x="7" y="0"/>
                  </a:moveTo>
                  <a:cubicBezTo>
                    <a:pt x="7" y="0"/>
                    <a:pt x="0" y="105"/>
                    <a:pt x="136" y="179"/>
                  </a:cubicBezTo>
                  <a:cubicBezTo>
                    <a:pt x="136" y="179"/>
                    <a:pt x="26" y="107"/>
                    <a:pt x="7" y="0"/>
                  </a:cubicBezTo>
                  <a:close/>
                </a:path>
              </a:pathLst>
            </a:custGeom>
            <a:solidFill>
              <a:srgbClr val="F9E4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9261" name="Freeform 830">
              <a:extLst>
                <a:ext uri="{FF2B5EF4-FFF2-40B4-BE49-F238E27FC236}">
                  <a16:creationId xmlns:a16="http://schemas.microsoft.com/office/drawing/2014/main" id="{22913F8E-D371-4CA3-8FCF-376A6AB7E70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5" y="1883"/>
              <a:ext cx="187" cy="137"/>
            </a:xfrm>
            <a:custGeom>
              <a:avLst/>
              <a:gdLst>
                <a:gd name="T0" fmla="*/ 0 w 177"/>
                <a:gd name="T1" fmla="*/ 0 h 130"/>
                <a:gd name="T2" fmla="*/ 209 w 177"/>
                <a:gd name="T3" fmla="*/ 150 h 130"/>
                <a:gd name="T4" fmla="*/ 0 w 177"/>
                <a:gd name="T5" fmla="*/ 0 h 1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7" h="130">
                  <a:moveTo>
                    <a:pt x="0" y="0"/>
                  </a:moveTo>
                  <a:cubicBezTo>
                    <a:pt x="0" y="0"/>
                    <a:pt x="40" y="130"/>
                    <a:pt x="177" y="128"/>
                  </a:cubicBezTo>
                  <a:cubicBezTo>
                    <a:pt x="177" y="128"/>
                    <a:pt x="56" y="117"/>
                    <a:pt x="0" y="0"/>
                  </a:cubicBezTo>
                  <a:close/>
                </a:path>
              </a:pathLst>
            </a:custGeom>
            <a:solidFill>
              <a:srgbClr val="F9E4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9262" name="Freeform 831">
              <a:extLst>
                <a:ext uri="{FF2B5EF4-FFF2-40B4-BE49-F238E27FC236}">
                  <a16:creationId xmlns:a16="http://schemas.microsoft.com/office/drawing/2014/main" id="{04DFA7DA-EA34-46F0-AD8A-AE1C85845E5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3" y="2232"/>
              <a:ext cx="242" cy="63"/>
            </a:xfrm>
            <a:custGeom>
              <a:avLst/>
              <a:gdLst>
                <a:gd name="T0" fmla="*/ 0 w 230"/>
                <a:gd name="T1" fmla="*/ 65 h 59"/>
                <a:gd name="T2" fmla="*/ 268 w 230"/>
                <a:gd name="T3" fmla="*/ 0 h 59"/>
                <a:gd name="T4" fmla="*/ 0 w 230"/>
                <a:gd name="T5" fmla="*/ 65 h 5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0" h="59">
                  <a:moveTo>
                    <a:pt x="0" y="53"/>
                  </a:moveTo>
                  <a:cubicBezTo>
                    <a:pt x="0" y="53"/>
                    <a:pt x="126" y="59"/>
                    <a:pt x="230" y="0"/>
                  </a:cubicBezTo>
                  <a:cubicBezTo>
                    <a:pt x="230" y="0"/>
                    <a:pt x="126" y="50"/>
                    <a:pt x="0" y="53"/>
                  </a:cubicBezTo>
                  <a:close/>
                </a:path>
              </a:pathLst>
            </a:custGeom>
            <a:solidFill>
              <a:srgbClr val="F9E4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9263" name="Freeform 832">
              <a:extLst>
                <a:ext uri="{FF2B5EF4-FFF2-40B4-BE49-F238E27FC236}">
                  <a16:creationId xmlns:a16="http://schemas.microsoft.com/office/drawing/2014/main" id="{D1F8CAF7-4DCB-4834-B0F6-BFC4C242D74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8" y="2466"/>
              <a:ext cx="253" cy="73"/>
            </a:xfrm>
            <a:custGeom>
              <a:avLst/>
              <a:gdLst>
                <a:gd name="T0" fmla="*/ 0 w 240"/>
                <a:gd name="T1" fmla="*/ 70 h 69"/>
                <a:gd name="T2" fmla="*/ 281 w 240"/>
                <a:gd name="T3" fmla="*/ 0 h 69"/>
                <a:gd name="T4" fmla="*/ 0 w 240"/>
                <a:gd name="T5" fmla="*/ 70 h 6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0" h="69">
                  <a:moveTo>
                    <a:pt x="0" y="59"/>
                  </a:moveTo>
                  <a:cubicBezTo>
                    <a:pt x="0" y="59"/>
                    <a:pt x="157" y="69"/>
                    <a:pt x="240" y="0"/>
                  </a:cubicBezTo>
                  <a:cubicBezTo>
                    <a:pt x="240" y="0"/>
                    <a:pt x="155" y="58"/>
                    <a:pt x="0" y="59"/>
                  </a:cubicBezTo>
                  <a:close/>
                </a:path>
              </a:pathLst>
            </a:custGeom>
            <a:solidFill>
              <a:srgbClr val="F9E4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9264" name="Freeform 833">
              <a:extLst>
                <a:ext uri="{FF2B5EF4-FFF2-40B4-BE49-F238E27FC236}">
                  <a16:creationId xmlns:a16="http://schemas.microsoft.com/office/drawing/2014/main" id="{223E5F01-BC28-47A3-B339-15C5FA7F1F0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8" y="1282"/>
              <a:ext cx="280" cy="77"/>
            </a:xfrm>
            <a:custGeom>
              <a:avLst/>
              <a:gdLst>
                <a:gd name="T0" fmla="*/ 311 w 266"/>
                <a:gd name="T1" fmla="*/ 0 h 73"/>
                <a:gd name="T2" fmla="*/ 0 w 266"/>
                <a:gd name="T3" fmla="*/ 85 h 73"/>
                <a:gd name="T4" fmla="*/ 311 w 266"/>
                <a:gd name="T5" fmla="*/ 0 h 7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6" h="73">
                  <a:moveTo>
                    <a:pt x="266" y="0"/>
                  </a:moveTo>
                  <a:cubicBezTo>
                    <a:pt x="266" y="0"/>
                    <a:pt x="100" y="7"/>
                    <a:pt x="0" y="73"/>
                  </a:cubicBezTo>
                  <a:cubicBezTo>
                    <a:pt x="0" y="73"/>
                    <a:pt x="74" y="26"/>
                    <a:pt x="266" y="0"/>
                  </a:cubicBezTo>
                  <a:close/>
                </a:path>
              </a:pathLst>
            </a:custGeom>
            <a:solidFill>
              <a:srgbClr val="F9E4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9265" name="Freeform 834">
              <a:extLst>
                <a:ext uri="{FF2B5EF4-FFF2-40B4-BE49-F238E27FC236}">
                  <a16:creationId xmlns:a16="http://schemas.microsoft.com/office/drawing/2014/main" id="{1DBCD574-D134-4DDD-8A60-5A66F0C388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4" y="1981"/>
              <a:ext cx="205" cy="730"/>
            </a:xfrm>
            <a:custGeom>
              <a:avLst/>
              <a:gdLst>
                <a:gd name="T0" fmla="*/ 229 w 194"/>
                <a:gd name="T1" fmla="*/ 0 h 692"/>
                <a:gd name="T2" fmla="*/ 161 w 194"/>
                <a:gd name="T3" fmla="*/ 171 h 692"/>
                <a:gd name="T4" fmla="*/ 36 w 194"/>
                <a:gd name="T5" fmla="*/ 812 h 692"/>
                <a:gd name="T6" fmla="*/ 175 w 194"/>
                <a:gd name="T7" fmla="*/ 177 h 692"/>
                <a:gd name="T8" fmla="*/ 229 w 194"/>
                <a:gd name="T9" fmla="*/ 0 h 6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4" h="692">
                  <a:moveTo>
                    <a:pt x="194" y="0"/>
                  </a:moveTo>
                  <a:cubicBezTo>
                    <a:pt x="194" y="0"/>
                    <a:pt x="119" y="84"/>
                    <a:pt x="136" y="146"/>
                  </a:cubicBezTo>
                  <a:cubicBezTo>
                    <a:pt x="136" y="146"/>
                    <a:pt x="0" y="304"/>
                    <a:pt x="30" y="692"/>
                  </a:cubicBezTo>
                  <a:cubicBezTo>
                    <a:pt x="30" y="692"/>
                    <a:pt x="14" y="295"/>
                    <a:pt x="149" y="151"/>
                  </a:cubicBezTo>
                  <a:cubicBezTo>
                    <a:pt x="149" y="151"/>
                    <a:pt x="116" y="116"/>
                    <a:pt x="194" y="0"/>
                  </a:cubicBezTo>
                  <a:close/>
                </a:path>
              </a:pathLst>
            </a:custGeom>
            <a:solidFill>
              <a:srgbClr val="F9E4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</p:grpSp>
      <p:grpSp>
        <p:nvGrpSpPr>
          <p:cNvPr id="49157" name="Group 835">
            <a:extLst>
              <a:ext uri="{FF2B5EF4-FFF2-40B4-BE49-F238E27FC236}">
                <a16:creationId xmlns:a16="http://schemas.microsoft.com/office/drawing/2014/main" id="{FEBA2BA8-36D9-4464-8BF3-C1B058F7C730}"/>
              </a:ext>
            </a:extLst>
          </p:cNvPr>
          <p:cNvGrpSpPr>
            <a:grpSpLocks/>
          </p:cNvGrpSpPr>
          <p:nvPr/>
        </p:nvGrpSpPr>
        <p:grpSpPr bwMode="auto">
          <a:xfrm>
            <a:off x="6791325" y="6124575"/>
            <a:ext cx="2533650" cy="415925"/>
            <a:chOff x="3318" y="3833"/>
            <a:chExt cx="1596" cy="262"/>
          </a:xfrm>
        </p:grpSpPr>
        <p:sp>
          <p:nvSpPr>
            <p:cNvPr id="49222" name="Freeform 836">
              <a:extLst>
                <a:ext uri="{FF2B5EF4-FFF2-40B4-BE49-F238E27FC236}">
                  <a16:creationId xmlns:a16="http://schemas.microsoft.com/office/drawing/2014/main" id="{FADD463F-992D-4E63-A830-6879F69FAD7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8" y="3834"/>
              <a:ext cx="427" cy="261"/>
            </a:xfrm>
            <a:custGeom>
              <a:avLst/>
              <a:gdLst>
                <a:gd name="T0" fmla="*/ 518 w 381"/>
                <a:gd name="T1" fmla="*/ 42 h 232"/>
                <a:gd name="T2" fmla="*/ 373 w 381"/>
                <a:gd name="T3" fmla="*/ 69 h 232"/>
                <a:gd name="T4" fmla="*/ 259 w 381"/>
                <a:gd name="T5" fmla="*/ 129 h 232"/>
                <a:gd name="T6" fmla="*/ 166 w 381"/>
                <a:gd name="T7" fmla="*/ 109 h 232"/>
                <a:gd name="T8" fmla="*/ 189 w 381"/>
                <a:gd name="T9" fmla="*/ 72 h 232"/>
                <a:gd name="T10" fmla="*/ 115 w 381"/>
                <a:gd name="T11" fmla="*/ 109 h 232"/>
                <a:gd name="T12" fmla="*/ 52 w 381"/>
                <a:gd name="T13" fmla="*/ 149 h 232"/>
                <a:gd name="T14" fmla="*/ 11 w 381"/>
                <a:gd name="T15" fmla="*/ 235 h 232"/>
                <a:gd name="T16" fmla="*/ 12 w 381"/>
                <a:gd name="T17" fmla="*/ 254 h 232"/>
                <a:gd name="T18" fmla="*/ 77 w 381"/>
                <a:gd name="T19" fmla="*/ 297 h 232"/>
                <a:gd name="T20" fmla="*/ 235 w 381"/>
                <a:gd name="T21" fmla="*/ 273 h 232"/>
                <a:gd name="T22" fmla="*/ 326 w 381"/>
                <a:gd name="T23" fmla="*/ 194 h 232"/>
                <a:gd name="T24" fmla="*/ 354 w 381"/>
                <a:gd name="T25" fmla="*/ 204 h 232"/>
                <a:gd name="T26" fmla="*/ 509 w 381"/>
                <a:gd name="T27" fmla="*/ 180 h 232"/>
                <a:gd name="T28" fmla="*/ 503 w 381"/>
                <a:gd name="T29" fmla="*/ 145 h 232"/>
                <a:gd name="T30" fmla="*/ 518 w 381"/>
                <a:gd name="T31" fmla="*/ 42 h 23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381" h="232">
                  <a:moveTo>
                    <a:pt x="368" y="29"/>
                  </a:moveTo>
                  <a:cubicBezTo>
                    <a:pt x="361" y="0"/>
                    <a:pt x="344" y="57"/>
                    <a:pt x="265" y="48"/>
                  </a:cubicBezTo>
                  <a:cubicBezTo>
                    <a:pt x="231" y="67"/>
                    <a:pt x="198" y="88"/>
                    <a:pt x="184" y="91"/>
                  </a:cubicBezTo>
                  <a:cubicBezTo>
                    <a:pt x="161" y="97"/>
                    <a:pt x="132" y="84"/>
                    <a:pt x="118" y="76"/>
                  </a:cubicBezTo>
                  <a:cubicBezTo>
                    <a:pt x="110" y="67"/>
                    <a:pt x="135" y="51"/>
                    <a:pt x="135" y="51"/>
                  </a:cubicBezTo>
                  <a:cubicBezTo>
                    <a:pt x="102" y="63"/>
                    <a:pt x="86" y="73"/>
                    <a:pt x="82" y="76"/>
                  </a:cubicBezTo>
                  <a:cubicBezTo>
                    <a:pt x="74" y="81"/>
                    <a:pt x="59" y="89"/>
                    <a:pt x="37" y="104"/>
                  </a:cubicBezTo>
                  <a:cubicBezTo>
                    <a:pt x="0" y="129"/>
                    <a:pt x="8" y="165"/>
                    <a:pt x="8" y="165"/>
                  </a:cubicBezTo>
                  <a:cubicBezTo>
                    <a:pt x="9" y="179"/>
                    <a:pt x="9" y="179"/>
                    <a:pt x="9" y="179"/>
                  </a:cubicBezTo>
                  <a:cubicBezTo>
                    <a:pt x="9" y="179"/>
                    <a:pt x="5" y="185"/>
                    <a:pt x="55" y="209"/>
                  </a:cubicBezTo>
                  <a:cubicBezTo>
                    <a:pt x="105" y="232"/>
                    <a:pt x="134" y="207"/>
                    <a:pt x="167" y="192"/>
                  </a:cubicBezTo>
                  <a:cubicBezTo>
                    <a:pt x="200" y="177"/>
                    <a:pt x="232" y="136"/>
                    <a:pt x="232" y="136"/>
                  </a:cubicBezTo>
                  <a:cubicBezTo>
                    <a:pt x="252" y="143"/>
                    <a:pt x="252" y="143"/>
                    <a:pt x="252" y="143"/>
                  </a:cubicBezTo>
                  <a:cubicBezTo>
                    <a:pt x="304" y="142"/>
                    <a:pt x="361" y="126"/>
                    <a:pt x="361" y="126"/>
                  </a:cubicBezTo>
                  <a:cubicBezTo>
                    <a:pt x="358" y="102"/>
                    <a:pt x="358" y="102"/>
                    <a:pt x="358" y="102"/>
                  </a:cubicBezTo>
                  <a:cubicBezTo>
                    <a:pt x="381" y="86"/>
                    <a:pt x="368" y="29"/>
                    <a:pt x="368" y="29"/>
                  </a:cubicBezTo>
                  <a:close/>
                </a:path>
              </a:pathLst>
            </a:custGeom>
            <a:solidFill>
              <a:srgbClr val="E8B9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9223" name="Freeform 837">
              <a:extLst>
                <a:ext uri="{FF2B5EF4-FFF2-40B4-BE49-F238E27FC236}">
                  <a16:creationId xmlns:a16="http://schemas.microsoft.com/office/drawing/2014/main" id="{4C80F633-6E43-481B-97CA-BC0FD3711C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1" y="3848"/>
              <a:ext cx="56" cy="134"/>
            </a:xfrm>
            <a:custGeom>
              <a:avLst/>
              <a:gdLst>
                <a:gd name="T0" fmla="*/ 52 w 50"/>
                <a:gd name="T1" fmla="*/ 23 h 120"/>
                <a:gd name="T2" fmla="*/ 8 w 50"/>
                <a:gd name="T3" fmla="*/ 32 h 120"/>
                <a:gd name="T4" fmla="*/ 13 w 50"/>
                <a:gd name="T5" fmla="*/ 44 h 120"/>
                <a:gd name="T6" fmla="*/ 0 w 50"/>
                <a:gd name="T7" fmla="*/ 145 h 120"/>
                <a:gd name="T8" fmla="*/ 2 w 50"/>
                <a:gd name="T9" fmla="*/ 168 h 120"/>
                <a:gd name="T10" fmla="*/ 43 w 50"/>
                <a:gd name="T11" fmla="*/ 157 h 120"/>
                <a:gd name="T12" fmla="*/ 36 w 50"/>
                <a:gd name="T13" fmla="*/ 126 h 120"/>
                <a:gd name="T14" fmla="*/ 52 w 50"/>
                <a:gd name="T15" fmla="*/ 23 h 12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0" h="120">
                  <a:moveTo>
                    <a:pt x="37" y="17"/>
                  </a:moveTo>
                  <a:cubicBezTo>
                    <a:pt x="32" y="0"/>
                    <a:pt x="25" y="11"/>
                    <a:pt x="5" y="23"/>
                  </a:cubicBezTo>
                  <a:cubicBezTo>
                    <a:pt x="7" y="23"/>
                    <a:pt x="9" y="26"/>
                    <a:pt x="10" y="31"/>
                  </a:cubicBezTo>
                  <a:cubicBezTo>
                    <a:pt x="10" y="31"/>
                    <a:pt x="23" y="88"/>
                    <a:pt x="0" y="104"/>
                  </a:cubicBezTo>
                  <a:cubicBezTo>
                    <a:pt x="2" y="120"/>
                    <a:pt x="2" y="120"/>
                    <a:pt x="2" y="120"/>
                  </a:cubicBezTo>
                  <a:cubicBezTo>
                    <a:pt x="19" y="116"/>
                    <a:pt x="30" y="113"/>
                    <a:pt x="30" y="113"/>
                  </a:cubicBezTo>
                  <a:cubicBezTo>
                    <a:pt x="26" y="90"/>
                    <a:pt x="26" y="90"/>
                    <a:pt x="26" y="90"/>
                  </a:cubicBezTo>
                  <a:cubicBezTo>
                    <a:pt x="50" y="74"/>
                    <a:pt x="37" y="17"/>
                    <a:pt x="37" y="17"/>
                  </a:cubicBezTo>
                  <a:close/>
                </a:path>
              </a:pathLst>
            </a:custGeom>
            <a:solidFill>
              <a:srgbClr val="E599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9224" name="Freeform 838">
              <a:extLst>
                <a:ext uri="{FF2B5EF4-FFF2-40B4-BE49-F238E27FC236}">
                  <a16:creationId xmlns:a16="http://schemas.microsoft.com/office/drawing/2014/main" id="{1B2FE03B-C76E-4247-8BE3-17EB6341D0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8" y="3834"/>
              <a:ext cx="427" cy="261"/>
            </a:xfrm>
            <a:custGeom>
              <a:avLst/>
              <a:gdLst>
                <a:gd name="T0" fmla="*/ 518 w 381"/>
                <a:gd name="T1" fmla="*/ 42 h 232"/>
                <a:gd name="T2" fmla="*/ 373 w 381"/>
                <a:gd name="T3" fmla="*/ 69 h 232"/>
                <a:gd name="T4" fmla="*/ 259 w 381"/>
                <a:gd name="T5" fmla="*/ 129 h 232"/>
                <a:gd name="T6" fmla="*/ 166 w 381"/>
                <a:gd name="T7" fmla="*/ 109 h 232"/>
                <a:gd name="T8" fmla="*/ 189 w 381"/>
                <a:gd name="T9" fmla="*/ 72 h 232"/>
                <a:gd name="T10" fmla="*/ 115 w 381"/>
                <a:gd name="T11" fmla="*/ 109 h 232"/>
                <a:gd name="T12" fmla="*/ 52 w 381"/>
                <a:gd name="T13" fmla="*/ 149 h 232"/>
                <a:gd name="T14" fmla="*/ 11 w 381"/>
                <a:gd name="T15" fmla="*/ 235 h 232"/>
                <a:gd name="T16" fmla="*/ 12 w 381"/>
                <a:gd name="T17" fmla="*/ 254 h 232"/>
                <a:gd name="T18" fmla="*/ 77 w 381"/>
                <a:gd name="T19" fmla="*/ 297 h 232"/>
                <a:gd name="T20" fmla="*/ 235 w 381"/>
                <a:gd name="T21" fmla="*/ 273 h 232"/>
                <a:gd name="T22" fmla="*/ 326 w 381"/>
                <a:gd name="T23" fmla="*/ 194 h 232"/>
                <a:gd name="T24" fmla="*/ 354 w 381"/>
                <a:gd name="T25" fmla="*/ 204 h 232"/>
                <a:gd name="T26" fmla="*/ 509 w 381"/>
                <a:gd name="T27" fmla="*/ 180 h 232"/>
                <a:gd name="T28" fmla="*/ 503 w 381"/>
                <a:gd name="T29" fmla="*/ 145 h 232"/>
                <a:gd name="T30" fmla="*/ 518 w 381"/>
                <a:gd name="T31" fmla="*/ 42 h 23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381" h="232">
                  <a:moveTo>
                    <a:pt x="368" y="29"/>
                  </a:moveTo>
                  <a:cubicBezTo>
                    <a:pt x="361" y="0"/>
                    <a:pt x="344" y="57"/>
                    <a:pt x="265" y="48"/>
                  </a:cubicBezTo>
                  <a:cubicBezTo>
                    <a:pt x="231" y="67"/>
                    <a:pt x="198" y="88"/>
                    <a:pt x="184" y="91"/>
                  </a:cubicBezTo>
                  <a:cubicBezTo>
                    <a:pt x="161" y="97"/>
                    <a:pt x="132" y="84"/>
                    <a:pt x="118" y="76"/>
                  </a:cubicBezTo>
                  <a:cubicBezTo>
                    <a:pt x="110" y="67"/>
                    <a:pt x="135" y="51"/>
                    <a:pt x="135" y="51"/>
                  </a:cubicBezTo>
                  <a:cubicBezTo>
                    <a:pt x="102" y="63"/>
                    <a:pt x="86" y="73"/>
                    <a:pt x="82" y="76"/>
                  </a:cubicBezTo>
                  <a:cubicBezTo>
                    <a:pt x="74" y="81"/>
                    <a:pt x="59" y="89"/>
                    <a:pt x="37" y="104"/>
                  </a:cubicBezTo>
                  <a:cubicBezTo>
                    <a:pt x="0" y="129"/>
                    <a:pt x="8" y="165"/>
                    <a:pt x="8" y="165"/>
                  </a:cubicBezTo>
                  <a:cubicBezTo>
                    <a:pt x="9" y="179"/>
                    <a:pt x="9" y="179"/>
                    <a:pt x="9" y="179"/>
                  </a:cubicBezTo>
                  <a:cubicBezTo>
                    <a:pt x="9" y="179"/>
                    <a:pt x="5" y="185"/>
                    <a:pt x="55" y="209"/>
                  </a:cubicBezTo>
                  <a:cubicBezTo>
                    <a:pt x="105" y="232"/>
                    <a:pt x="134" y="207"/>
                    <a:pt x="167" y="192"/>
                  </a:cubicBezTo>
                  <a:cubicBezTo>
                    <a:pt x="200" y="177"/>
                    <a:pt x="232" y="136"/>
                    <a:pt x="232" y="136"/>
                  </a:cubicBezTo>
                  <a:cubicBezTo>
                    <a:pt x="252" y="143"/>
                    <a:pt x="252" y="143"/>
                    <a:pt x="252" y="143"/>
                  </a:cubicBezTo>
                  <a:cubicBezTo>
                    <a:pt x="304" y="142"/>
                    <a:pt x="361" y="126"/>
                    <a:pt x="361" y="126"/>
                  </a:cubicBezTo>
                  <a:cubicBezTo>
                    <a:pt x="358" y="102"/>
                    <a:pt x="358" y="102"/>
                    <a:pt x="358" y="102"/>
                  </a:cubicBezTo>
                  <a:cubicBezTo>
                    <a:pt x="381" y="86"/>
                    <a:pt x="368" y="29"/>
                    <a:pt x="368" y="29"/>
                  </a:cubicBezTo>
                  <a:close/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9225" name="Freeform 839">
              <a:extLst>
                <a:ext uri="{FF2B5EF4-FFF2-40B4-BE49-F238E27FC236}">
                  <a16:creationId xmlns:a16="http://schemas.microsoft.com/office/drawing/2014/main" id="{9F52FCDE-1161-4AEC-A240-1E4FDAA0AA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8" y="3949"/>
              <a:ext cx="142" cy="38"/>
            </a:xfrm>
            <a:custGeom>
              <a:avLst/>
              <a:gdLst>
                <a:gd name="T0" fmla="*/ 0 w 127"/>
                <a:gd name="T1" fmla="*/ 47 h 34"/>
                <a:gd name="T2" fmla="*/ 59 w 127"/>
                <a:gd name="T3" fmla="*/ 34 h 34"/>
                <a:gd name="T4" fmla="*/ 178 w 127"/>
                <a:gd name="T5" fmla="*/ 0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7" h="34">
                  <a:moveTo>
                    <a:pt x="0" y="34"/>
                  </a:moveTo>
                  <a:cubicBezTo>
                    <a:pt x="0" y="34"/>
                    <a:pt x="13" y="24"/>
                    <a:pt x="42" y="24"/>
                  </a:cubicBezTo>
                  <a:cubicBezTo>
                    <a:pt x="71" y="24"/>
                    <a:pt x="110" y="14"/>
                    <a:pt x="127" y="0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9226" name="Line 840">
              <a:extLst>
                <a:ext uri="{FF2B5EF4-FFF2-40B4-BE49-F238E27FC236}">
                  <a16:creationId xmlns:a16="http://schemas.microsoft.com/office/drawing/2014/main" id="{B888433E-D811-4FBE-9E3A-35A78507508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600" y="3980"/>
              <a:ext cx="1" cy="15"/>
            </a:xfrm>
            <a:prstGeom prst="line">
              <a:avLst/>
            </a:prstGeom>
            <a:noFill/>
            <a:ln w="7938" cap="rnd">
              <a:solidFill>
                <a:srgbClr val="343434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9227" name="Freeform 841">
              <a:extLst>
                <a:ext uri="{FF2B5EF4-FFF2-40B4-BE49-F238E27FC236}">
                  <a16:creationId xmlns:a16="http://schemas.microsoft.com/office/drawing/2014/main" id="{167ABFEB-2927-47AE-A83A-3A0BFFE4B4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7" y="3987"/>
              <a:ext cx="249" cy="81"/>
            </a:xfrm>
            <a:custGeom>
              <a:avLst/>
              <a:gdLst>
                <a:gd name="T0" fmla="*/ 0 w 222"/>
                <a:gd name="T1" fmla="*/ 42 h 72"/>
                <a:gd name="T2" fmla="*/ 107 w 222"/>
                <a:gd name="T3" fmla="*/ 98 h 72"/>
                <a:gd name="T4" fmla="*/ 313 w 222"/>
                <a:gd name="T5" fmla="*/ 0 h 7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2" h="72">
                  <a:moveTo>
                    <a:pt x="0" y="29"/>
                  </a:moveTo>
                  <a:cubicBezTo>
                    <a:pt x="0" y="29"/>
                    <a:pt x="51" y="66"/>
                    <a:pt x="76" y="68"/>
                  </a:cubicBezTo>
                  <a:cubicBezTo>
                    <a:pt x="100" y="70"/>
                    <a:pt x="146" y="72"/>
                    <a:pt x="222" y="0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9228" name="Freeform 842">
              <a:extLst>
                <a:ext uri="{FF2B5EF4-FFF2-40B4-BE49-F238E27FC236}">
                  <a16:creationId xmlns:a16="http://schemas.microsoft.com/office/drawing/2014/main" id="{EA99ED95-F11E-45E1-A8B2-CF77190845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8" y="3833"/>
              <a:ext cx="134" cy="82"/>
            </a:xfrm>
            <a:custGeom>
              <a:avLst/>
              <a:gdLst>
                <a:gd name="T0" fmla="*/ 170 w 119"/>
                <a:gd name="T1" fmla="*/ 82 h 73"/>
                <a:gd name="T2" fmla="*/ 18 w 119"/>
                <a:gd name="T3" fmla="*/ 0 h 73"/>
                <a:gd name="T4" fmla="*/ 0 w 119"/>
                <a:gd name="T5" fmla="*/ 17 h 73"/>
                <a:gd name="T6" fmla="*/ 149 w 119"/>
                <a:gd name="T7" fmla="*/ 99 h 73"/>
                <a:gd name="T8" fmla="*/ 170 w 119"/>
                <a:gd name="T9" fmla="*/ 82 h 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9" h="73">
                  <a:moveTo>
                    <a:pt x="119" y="58"/>
                  </a:moveTo>
                  <a:cubicBezTo>
                    <a:pt x="119" y="58"/>
                    <a:pt x="58" y="9"/>
                    <a:pt x="12" y="0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12"/>
                    <a:pt x="32" y="16"/>
                    <a:pt x="104" y="69"/>
                  </a:cubicBezTo>
                  <a:cubicBezTo>
                    <a:pt x="104" y="69"/>
                    <a:pt x="118" y="73"/>
                    <a:pt x="119" y="58"/>
                  </a:cubicBezTo>
                  <a:close/>
                </a:path>
              </a:pathLst>
            </a:custGeom>
            <a:solidFill>
              <a:srgbClr val="E8B9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9229" name="Freeform 843">
              <a:extLst>
                <a:ext uri="{FF2B5EF4-FFF2-40B4-BE49-F238E27FC236}">
                  <a16:creationId xmlns:a16="http://schemas.microsoft.com/office/drawing/2014/main" id="{6DDAA902-76D1-4BD4-ADC3-0ED0D531D7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8" y="3833"/>
              <a:ext cx="134" cy="82"/>
            </a:xfrm>
            <a:custGeom>
              <a:avLst/>
              <a:gdLst>
                <a:gd name="T0" fmla="*/ 170 w 119"/>
                <a:gd name="T1" fmla="*/ 82 h 73"/>
                <a:gd name="T2" fmla="*/ 18 w 119"/>
                <a:gd name="T3" fmla="*/ 0 h 73"/>
                <a:gd name="T4" fmla="*/ 0 w 119"/>
                <a:gd name="T5" fmla="*/ 17 h 73"/>
                <a:gd name="T6" fmla="*/ 149 w 119"/>
                <a:gd name="T7" fmla="*/ 99 h 73"/>
                <a:gd name="T8" fmla="*/ 170 w 119"/>
                <a:gd name="T9" fmla="*/ 82 h 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9" h="73">
                  <a:moveTo>
                    <a:pt x="119" y="58"/>
                  </a:moveTo>
                  <a:cubicBezTo>
                    <a:pt x="119" y="58"/>
                    <a:pt x="58" y="9"/>
                    <a:pt x="12" y="0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12"/>
                    <a:pt x="32" y="16"/>
                    <a:pt x="104" y="69"/>
                  </a:cubicBezTo>
                  <a:cubicBezTo>
                    <a:pt x="104" y="69"/>
                    <a:pt x="118" y="73"/>
                    <a:pt x="119" y="58"/>
                  </a:cubicBezTo>
                  <a:close/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9230" name="Freeform 844">
              <a:extLst>
                <a:ext uri="{FF2B5EF4-FFF2-40B4-BE49-F238E27FC236}">
                  <a16:creationId xmlns:a16="http://schemas.microsoft.com/office/drawing/2014/main" id="{F6D7AF46-6E02-4E00-8137-0C6F0A6832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4" y="3981"/>
              <a:ext cx="14" cy="10"/>
            </a:xfrm>
            <a:custGeom>
              <a:avLst/>
              <a:gdLst>
                <a:gd name="T0" fmla="*/ 15 w 13"/>
                <a:gd name="T1" fmla="*/ 0 h 9"/>
                <a:gd name="T2" fmla="*/ 16 w 13"/>
                <a:gd name="T3" fmla="*/ 12 h 9"/>
                <a:gd name="T4" fmla="*/ 0 w 13"/>
                <a:gd name="T5" fmla="*/ 4 h 9"/>
                <a:gd name="T6" fmla="*/ 15 w 13"/>
                <a:gd name="T7" fmla="*/ 0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9">
                  <a:moveTo>
                    <a:pt x="12" y="0"/>
                  </a:moveTo>
                  <a:cubicBezTo>
                    <a:pt x="13" y="9"/>
                    <a:pt x="13" y="9"/>
                    <a:pt x="13" y="9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4"/>
                    <a:pt x="10" y="0"/>
                    <a:pt x="12" y="0"/>
                  </a:cubicBezTo>
                  <a:close/>
                </a:path>
              </a:pathLst>
            </a:custGeom>
            <a:solidFill>
              <a:srgbClr val="E599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9231" name="Freeform 845">
              <a:extLst>
                <a:ext uri="{FF2B5EF4-FFF2-40B4-BE49-F238E27FC236}">
                  <a16:creationId xmlns:a16="http://schemas.microsoft.com/office/drawing/2014/main" id="{4268FF43-DC20-4FC7-9D9C-5914F6D4A7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8" y="3934"/>
              <a:ext cx="170" cy="144"/>
            </a:xfrm>
            <a:custGeom>
              <a:avLst/>
              <a:gdLst>
                <a:gd name="T0" fmla="*/ 84 w 152"/>
                <a:gd name="T1" fmla="*/ 0 h 128"/>
                <a:gd name="T2" fmla="*/ 10 w 152"/>
                <a:gd name="T3" fmla="*/ 68 h 128"/>
                <a:gd name="T4" fmla="*/ 35 w 152"/>
                <a:gd name="T5" fmla="*/ 125 h 128"/>
                <a:gd name="T6" fmla="*/ 213 w 152"/>
                <a:gd name="T7" fmla="*/ 133 h 128"/>
                <a:gd name="T8" fmla="*/ 172 w 152"/>
                <a:gd name="T9" fmla="*/ 80 h 128"/>
                <a:gd name="T10" fmla="*/ 84 w 152"/>
                <a:gd name="T11" fmla="*/ 0 h 1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2" h="128">
                  <a:moveTo>
                    <a:pt x="60" y="0"/>
                  </a:moveTo>
                  <a:cubicBezTo>
                    <a:pt x="60" y="0"/>
                    <a:pt x="10" y="30"/>
                    <a:pt x="7" y="47"/>
                  </a:cubicBezTo>
                  <a:cubicBezTo>
                    <a:pt x="4" y="64"/>
                    <a:pt x="0" y="73"/>
                    <a:pt x="25" y="88"/>
                  </a:cubicBezTo>
                  <a:cubicBezTo>
                    <a:pt x="50" y="103"/>
                    <a:pt x="82" y="128"/>
                    <a:pt x="152" y="93"/>
                  </a:cubicBezTo>
                  <a:cubicBezTo>
                    <a:pt x="152" y="93"/>
                    <a:pt x="152" y="67"/>
                    <a:pt x="123" y="56"/>
                  </a:cubicBezTo>
                  <a:cubicBezTo>
                    <a:pt x="93" y="45"/>
                    <a:pt x="1" y="43"/>
                    <a:pt x="60" y="0"/>
                  </a:cubicBezTo>
                  <a:close/>
                </a:path>
              </a:pathLst>
            </a:custGeom>
            <a:solidFill>
              <a:srgbClr val="F4C8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9232" name="Freeform 846">
              <a:extLst>
                <a:ext uri="{FF2B5EF4-FFF2-40B4-BE49-F238E27FC236}">
                  <a16:creationId xmlns:a16="http://schemas.microsoft.com/office/drawing/2014/main" id="{BBA1C28D-865D-4AC5-96A0-8728E2E36F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5" y="3967"/>
              <a:ext cx="33" cy="51"/>
            </a:xfrm>
            <a:custGeom>
              <a:avLst/>
              <a:gdLst>
                <a:gd name="T0" fmla="*/ 43 w 29"/>
                <a:gd name="T1" fmla="*/ 0 h 46"/>
                <a:gd name="T2" fmla="*/ 23 w 29"/>
                <a:gd name="T3" fmla="*/ 63 h 46"/>
                <a:gd name="T4" fmla="*/ 43 w 29"/>
                <a:gd name="T5" fmla="*/ 0 h 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46">
                  <a:moveTo>
                    <a:pt x="29" y="0"/>
                  </a:moveTo>
                  <a:cubicBezTo>
                    <a:pt x="29" y="0"/>
                    <a:pt x="0" y="21"/>
                    <a:pt x="16" y="46"/>
                  </a:cubicBezTo>
                  <a:cubicBezTo>
                    <a:pt x="16" y="46"/>
                    <a:pt x="4" y="23"/>
                    <a:pt x="29" y="0"/>
                  </a:cubicBezTo>
                  <a:close/>
                </a:path>
              </a:pathLst>
            </a:custGeom>
            <a:solidFill>
              <a:srgbClr val="F9E4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9233" name="Freeform 847">
              <a:extLst>
                <a:ext uri="{FF2B5EF4-FFF2-40B4-BE49-F238E27FC236}">
                  <a16:creationId xmlns:a16="http://schemas.microsoft.com/office/drawing/2014/main" id="{C572D001-8A75-449F-B8B1-A0593DF52E4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6" y="3834"/>
              <a:ext cx="428" cy="261"/>
            </a:xfrm>
            <a:custGeom>
              <a:avLst/>
              <a:gdLst>
                <a:gd name="T0" fmla="*/ 19 w 382"/>
                <a:gd name="T1" fmla="*/ 42 h 232"/>
                <a:gd name="T2" fmla="*/ 164 w 382"/>
                <a:gd name="T3" fmla="*/ 69 h 232"/>
                <a:gd name="T4" fmla="*/ 278 w 382"/>
                <a:gd name="T5" fmla="*/ 129 h 232"/>
                <a:gd name="T6" fmla="*/ 372 w 382"/>
                <a:gd name="T7" fmla="*/ 109 h 232"/>
                <a:gd name="T8" fmla="*/ 347 w 382"/>
                <a:gd name="T9" fmla="*/ 72 h 232"/>
                <a:gd name="T10" fmla="*/ 420 w 382"/>
                <a:gd name="T11" fmla="*/ 109 h 232"/>
                <a:gd name="T12" fmla="*/ 483 w 382"/>
                <a:gd name="T13" fmla="*/ 149 h 232"/>
                <a:gd name="T14" fmla="*/ 524 w 382"/>
                <a:gd name="T15" fmla="*/ 235 h 232"/>
                <a:gd name="T16" fmla="*/ 524 w 382"/>
                <a:gd name="T17" fmla="*/ 254 h 232"/>
                <a:gd name="T18" fmla="*/ 458 w 382"/>
                <a:gd name="T19" fmla="*/ 297 h 232"/>
                <a:gd name="T20" fmla="*/ 303 w 382"/>
                <a:gd name="T21" fmla="*/ 273 h 232"/>
                <a:gd name="T22" fmla="*/ 210 w 382"/>
                <a:gd name="T23" fmla="*/ 194 h 232"/>
                <a:gd name="T24" fmla="*/ 184 w 382"/>
                <a:gd name="T25" fmla="*/ 204 h 232"/>
                <a:gd name="T26" fmla="*/ 28 w 382"/>
                <a:gd name="T27" fmla="*/ 180 h 232"/>
                <a:gd name="T28" fmla="*/ 34 w 382"/>
                <a:gd name="T29" fmla="*/ 145 h 232"/>
                <a:gd name="T30" fmla="*/ 19 w 382"/>
                <a:gd name="T31" fmla="*/ 42 h 23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382" h="232">
                  <a:moveTo>
                    <a:pt x="13" y="29"/>
                  </a:moveTo>
                  <a:cubicBezTo>
                    <a:pt x="20" y="0"/>
                    <a:pt x="38" y="57"/>
                    <a:pt x="116" y="48"/>
                  </a:cubicBezTo>
                  <a:cubicBezTo>
                    <a:pt x="150" y="67"/>
                    <a:pt x="183" y="88"/>
                    <a:pt x="197" y="91"/>
                  </a:cubicBezTo>
                  <a:cubicBezTo>
                    <a:pt x="221" y="97"/>
                    <a:pt x="249" y="84"/>
                    <a:pt x="264" y="76"/>
                  </a:cubicBezTo>
                  <a:cubicBezTo>
                    <a:pt x="271" y="67"/>
                    <a:pt x="247" y="51"/>
                    <a:pt x="247" y="51"/>
                  </a:cubicBezTo>
                  <a:cubicBezTo>
                    <a:pt x="279" y="63"/>
                    <a:pt x="295" y="73"/>
                    <a:pt x="299" y="76"/>
                  </a:cubicBezTo>
                  <a:cubicBezTo>
                    <a:pt x="308" y="81"/>
                    <a:pt x="322" y="89"/>
                    <a:pt x="344" y="104"/>
                  </a:cubicBezTo>
                  <a:cubicBezTo>
                    <a:pt x="382" y="129"/>
                    <a:pt x="373" y="165"/>
                    <a:pt x="373" y="165"/>
                  </a:cubicBezTo>
                  <a:cubicBezTo>
                    <a:pt x="373" y="179"/>
                    <a:pt x="373" y="179"/>
                    <a:pt x="373" y="179"/>
                  </a:cubicBezTo>
                  <a:cubicBezTo>
                    <a:pt x="373" y="179"/>
                    <a:pt x="376" y="185"/>
                    <a:pt x="326" y="209"/>
                  </a:cubicBezTo>
                  <a:cubicBezTo>
                    <a:pt x="276" y="232"/>
                    <a:pt x="248" y="207"/>
                    <a:pt x="215" y="192"/>
                  </a:cubicBezTo>
                  <a:cubicBezTo>
                    <a:pt x="182" y="177"/>
                    <a:pt x="149" y="136"/>
                    <a:pt x="149" y="136"/>
                  </a:cubicBezTo>
                  <a:cubicBezTo>
                    <a:pt x="130" y="143"/>
                    <a:pt x="130" y="143"/>
                    <a:pt x="130" y="143"/>
                  </a:cubicBezTo>
                  <a:cubicBezTo>
                    <a:pt x="78" y="142"/>
                    <a:pt x="20" y="126"/>
                    <a:pt x="20" y="126"/>
                  </a:cubicBezTo>
                  <a:cubicBezTo>
                    <a:pt x="24" y="102"/>
                    <a:pt x="24" y="102"/>
                    <a:pt x="24" y="102"/>
                  </a:cubicBezTo>
                  <a:cubicBezTo>
                    <a:pt x="0" y="86"/>
                    <a:pt x="13" y="29"/>
                    <a:pt x="13" y="29"/>
                  </a:cubicBezTo>
                  <a:close/>
                </a:path>
              </a:pathLst>
            </a:custGeom>
            <a:solidFill>
              <a:srgbClr val="E8B9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9234" name="Freeform 848">
              <a:extLst>
                <a:ext uri="{FF2B5EF4-FFF2-40B4-BE49-F238E27FC236}">
                  <a16:creationId xmlns:a16="http://schemas.microsoft.com/office/drawing/2014/main" id="{394C661A-81C0-464E-88BA-D90F22CAEA2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5" y="3848"/>
              <a:ext cx="56" cy="134"/>
            </a:xfrm>
            <a:custGeom>
              <a:avLst/>
              <a:gdLst>
                <a:gd name="T0" fmla="*/ 32 w 50"/>
                <a:gd name="T1" fmla="*/ 126 h 120"/>
                <a:gd name="T2" fmla="*/ 27 w 50"/>
                <a:gd name="T3" fmla="*/ 157 h 120"/>
                <a:gd name="T4" fmla="*/ 66 w 50"/>
                <a:gd name="T5" fmla="*/ 168 h 120"/>
                <a:gd name="T6" fmla="*/ 71 w 50"/>
                <a:gd name="T7" fmla="*/ 145 h 120"/>
                <a:gd name="T8" fmla="*/ 55 w 50"/>
                <a:gd name="T9" fmla="*/ 44 h 120"/>
                <a:gd name="T10" fmla="*/ 62 w 50"/>
                <a:gd name="T11" fmla="*/ 32 h 120"/>
                <a:gd name="T12" fmla="*/ 19 w 50"/>
                <a:gd name="T13" fmla="*/ 23 h 120"/>
                <a:gd name="T14" fmla="*/ 32 w 50"/>
                <a:gd name="T15" fmla="*/ 126 h 12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0" h="120">
                  <a:moveTo>
                    <a:pt x="23" y="90"/>
                  </a:moveTo>
                  <a:cubicBezTo>
                    <a:pt x="19" y="113"/>
                    <a:pt x="19" y="113"/>
                    <a:pt x="19" y="113"/>
                  </a:cubicBezTo>
                  <a:cubicBezTo>
                    <a:pt x="19" y="113"/>
                    <a:pt x="30" y="116"/>
                    <a:pt x="47" y="120"/>
                  </a:cubicBezTo>
                  <a:cubicBezTo>
                    <a:pt x="50" y="104"/>
                    <a:pt x="50" y="104"/>
                    <a:pt x="50" y="104"/>
                  </a:cubicBezTo>
                  <a:cubicBezTo>
                    <a:pt x="26" y="88"/>
                    <a:pt x="39" y="31"/>
                    <a:pt x="39" y="31"/>
                  </a:cubicBezTo>
                  <a:cubicBezTo>
                    <a:pt x="41" y="26"/>
                    <a:pt x="42" y="23"/>
                    <a:pt x="44" y="23"/>
                  </a:cubicBezTo>
                  <a:cubicBezTo>
                    <a:pt x="24" y="11"/>
                    <a:pt x="17" y="0"/>
                    <a:pt x="13" y="17"/>
                  </a:cubicBezTo>
                  <a:cubicBezTo>
                    <a:pt x="13" y="17"/>
                    <a:pt x="0" y="74"/>
                    <a:pt x="23" y="90"/>
                  </a:cubicBezTo>
                  <a:close/>
                </a:path>
              </a:pathLst>
            </a:custGeom>
            <a:solidFill>
              <a:srgbClr val="E599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9235" name="Freeform 849">
              <a:extLst>
                <a:ext uri="{FF2B5EF4-FFF2-40B4-BE49-F238E27FC236}">
                  <a16:creationId xmlns:a16="http://schemas.microsoft.com/office/drawing/2014/main" id="{871B1D54-C304-4540-B501-D86219D7D84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6" y="3834"/>
              <a:ext cx="428" cy="261"/>
            </a:xfrm>
            <a:custGeom>
              <a:avLst/>
              <a:gdLst>
                <a:gd name="T0" fmla="*/ 19 w 382"/>
                <a:gd name="T1" fmla="*/ 42 h 232"/>
                <a:gd name="T2" fmla="*/ 164 w 382"/>
                <a:gd name="T3" fmla="*/ 69 h 232"/>
                <a:gd name="T4" fmla="*/ 278 w 382"/>
                <a:gd name="T5" fmla="*/ 129 h 232"/>
                <a:gd name="T6" fmla="*/ 372 w 382"/>
                <a:gd name="T7" fmla="*/ 109 h 232"/>
                <a:gd name="T8" fmla="*/ 347 w 382"/>
                <a:gd name="T9" fmla="*/ 72 h 232"/>
                <a:gd name="T10" fmla="*/ 420 w 382"/>
                <a:gd name="T11" fmla="*/ 109 h 232"/>
                <a:gd name="T12" fmla="*/ 483 w 382"/>
                <a:gd name="T13" fmla="*/ 149 h 232"/>
                <a:gd name="T14" fmla="*/ 524 w 382"/>
                <a:gd name="T15" fmla="*/ 235 h 232"/>
                <a:gd name="T16" fmla="*/ 524 w 382"/>
                <a:gd name="T17" fmla="*/ 254 h 232"/>
                <a:gd name="T18" fmla="*/ 458 w 382"/>
                <a:gd name="T19" fmla="*/ 297 h 232"/>
                <a:gd name="T20" fmla="*/ 303 w 382"/>
                <a:gd name="T21" fmla="*/ 273 h 232"/>
                <a:gd name="T22" fmla="*/ 210 w 382"/>
                <a:gd name="T23" fmla="*/ 194 h 232"/>
                <a:gd name="T24" fmla="*/ 184 w 382"/>
                <a:gd name="T25" fmla="*/ 204 h 232"/>
                <a:gd name="T26" fmla="*/ 28 w 382"/>
                <a:gd name="T27" fmla="*/ 180 h 232"/>
                <a:gd name="T28" fmla="*/ 34 w 382"/>
                <a:gd name="T29" fmla="*/ 145 h 232"/>
                <a:gd name="T30" fmla="*/ 19 w 382"/>
                <a:gd name="T31" fmla="*/ 42 h 23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382" h="232">
                  <a:moveTo>
                    <a:pt x="13" y="29"/>
                  </a:moveTo>
                  <a:cubicBezTo>
                    <a:pt x="20" y="0"/>
                    <a:pt x="38" y="57"/>
                    <a:pt x="116" y="48"/>
                  </a:cubicBezTo>
                  <a:cubicBezTo>
                    <a:pt x="150" y="67"/>
                    <a:pt x="183" y="88"/>
                    <a:pt x="197" y="91"/>
                  </a:cubicBezTo>
                  <a:cubicBezTo>
                    <a:pt x="221" y="97"/>
                    <a:pt x="249" y="84"/>
                    <a:pt x="264" y="76"/>
                  </a:cubicBezTo>
                  <a:cubicBezTo>
                    <a:pt x="271" y="67"/>
                    <a:pt x="247" y="51"/>
                    <a:pt x="247" y="51"/>
                  </a:cubicBezTo>
                  <a:cubicBezTo>
                    <a:pt x="279" y="63"/>
                    <a:pt x="295" y="73"/>
                    <a:pt x="299" y="76"/>
                  </a:cubicBezTo>
                  <a:cubicBezTo>
                    <a:pt x="308" y="81"/>
                    <a:pt x="322" y="89"/>
                    <a:pt x="344" y="104"/>
                  </a:cubicBezTo>
                  <a:cubicBezTo>
                    <a:pt x="382" y="129"/>
                    <a:pt x="373" y="165"/>
                    <a:pt x="373" y="165"/>
                  </a:cubicBezTo>
                  <a:cubicBezTo>
                    <a:pt x="373" y="179"/>
                    <a:pt x="373" y="179"/>
                    <a:pt x="373" y="179"/>
                  </a:cubicBezTo>
                  <a:cubicBezTo>
                    <a:pt x="373" y="179"/>
                    <a:pt x="376" y="185"/>
                    <a:pt x="326" y="209"/>
                  </a:cubicBezTo>
                  <a:cubicBezTo>
                    <a:pt x="276" y="232"/>
                    <a:pt x="248" y="207"/>
                    <a:pt x="215" y="192"/>
                  </a:cubicBezTo>
                  <a:cubicBezTo>
                    <a:pt x="182" y="177"/>
                    <a:pt x="149" y="136"/>
                    <a:pt x="149" y="136"/>
                  </a:cubicBezTo>
                  <a:cubicBezTo>
                    <a:pt x="130" y="143"/>
                    <a:pt x="130" y="143"/>
                    <a:pt x="130" y="143"/>
                  </a:cubicBezTo>
                  <a:cubicBezTo>
                    <a:pt x="78" y="142"/>
                    <a:pt x="20" y="126"/>
                    <a:pt x="20" y="126"/>
                  </a:cubicBezTo>
                  <a:cubicBezTo>
                    <a:pt x="24" y="102"/>
                    <a:pt x="24" y="102"/>
                    <a:pt x="24" y="102"/>
                  </a:cubicBezTo>
                  <a:cubicBezTo>
                    <a:pt x="0" y="86"/>
                    <a:pt x="13" y="29"/>
                    <a:pt x="13" y="29"/>
                  </a:cubicBezTo>
                  <a:close/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9236" name="Freeform 850">
              <a:extLst>
                <a:ext uri="{FF2B5EF4-FFF2-40B4-BE49-F238E27FC236}">
                  <a16:creationId xmlns:a16="http://schemas.microsoft.com/office/drawing/2014/main" id="{D01B7400-312C-45A7-81EB-BEB8EFB0EE4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1" y="3949"/>
              <a:ext cx="142" cy="38"/>
            </a:xfrm>
            <a:custGeom>
              <a:avLst/>
              <a:gdLst>
                <a:gd name="T0" fmla="*/ 178 w 127"/>
                <a:gd name="T1" fmla="*/ 47 h 34"/>
                <a:gd name="T2" fmla="*/ 119 w 127"/>
                <a:gd name="T3" fmla="*/ 34 h 34"/>
                <a:gd name="T4" fmla="*/ 0 w 127"/>
                <a:gd name="T5" fmla="*/ 0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7" h="34">
                  <a:moveTo>
                    <a:pt x="127" y="34"/>
                  </a:moveTo>
                  <a:cubicBezTo>
                    <a:pt x="127" y="34"/>
                    <a:pt x="114" y="24"/>
                    <a:pt x="85" y="24"/>
                  </a:cubicBezTo>
                  <a:cubicBezTo>
                    <a:pt x="57" y="24"/>
                    <a:pt x="18" y="14"/>
                    <a:pt x="0" y="0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9237" name="Line 851">
              <a:extLst>
                <a:ext uri="{FF2B5EF4-FFF2-40B4-BE49-F238E27FC236}">
                  <a16:creationId xmlns:a16="http://schemas.microsoft.com/office/drawing/2014/main" id="{2E908C2C-2CA1-4F54-B236-1C9EA12EDB7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632" y="3980"/>
              <a:ext cx="1" cy="15"/>
            </a:xfrm>
            <a:prstGeom prst="line">
              <a:avLst/>
            </a:prstGeom>
            <a:noFill/>
            <a:ln w="7938" cap="rnd">
              <a:solidFill>
                <a:srgbClr val="343434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9238" name="Freeform 852">
              <a:extLst>
                <a:ext uri="{FF2B5EF4-FFF2-40B4-BE49-F238E27FC236}">
                  <a16:creationId xmlns:a16="http://schemas.microsoft.com/office/drawing/2014/main" id="{54D62302-AE8C-457C-B06D-81EE18463E8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5" y="3987"/>
              <a:ext cx="249" cy="81"/>
            </a:xfrm>
            <a:custGeom>
              <a:avLst/>
              <a:gdLst>
                <a:gd name="T0" fmla="*/ 313 w 222"/>
                <a:gd name="T1" fmla="*/ 42 h 72"/>
                <a:gd name="T2" fmla="*/ 206 w 222"/>
                <a:gd name="T3" fmla="*/ 98 h 72"/>
                <a:gd name="T4" fmla="*/ 0 w 222"/>
                <a:gd name="T5" fmla="*/ 0 h 7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2" h="72">
                  <a:moveTo>
                    <a:pt x="222" y="29"/>
                  </a:moveTo>
                  <a:cubicBezTo>
                    <a:pt x="222" y="29"/>
                    <a:pt x="171" y="66"/>
                    <a:pt x="146" y="68"/>
                  </a:cubicBezTo>
                  <a:cubicBezTo>
                    <a:pt x="122" y="70"/>
                    <a:pt x="76" y="72"/>
                    <a:pt x="0" y="0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9239" name="Freeform 853">
              <a:extLst>
                <a:ext uri="{FF2B5EF4-FFF2-40B4-BE49-F238E27FC236}">
                  <a16:creationId xmlns:a16="http://schemas.microsoft.com/office/drawing/2014/main" id="{C8DABB68-EDF4-475A-B189-D54A40BB014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0" y="3833"/>
              <a:ext cx="132" cy="82"/>
            </a:xfrm>
            <a:custGeom>
              <a:avLst/>
              <a:gdLst>
                <a:gd name="T0" fmla="*/ 0 w 118"/>
                <a:gd name="T1" fmla="*/ 82 h 73"/>
                <a:gd name="T2" fmla="*/ 150 w 118"/>
                <a:gd name="T3" fmla="*/ 0 h 73"/>
                <a:gd name="T4" fmla="*/ 166 w 118"/>
                <a:gd name="T5" fmla="*/ 17 h 73"/>
                <a:gd name="T6" fmla="*/ 21 w 118"/>
                <a:gd name="T7" fmla="*/ 99 h 73"/>
                <a:gd name="T8" fmla="*/ 0 w 118"/>
                <a:gd name="T9" fmla="*/ 82 h 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8" h="73">
                  <a:moveTo>
                    <a:pt x="0" y="58"/>
                  </a:moveTo>
                  <a:cubicBezTo>
                    <a:pt x="0" y="58"/>
                    <a:pt x="61" y="9"/>
                    <a:pt x="107" y="0"/>
                  </a:cubicBezTo>
                  <a:cubicBezTo>
                    <a:pt x="118" y="12"/>
                    <a:pt x="118" y="12"/>
                    <a:pt x="118" y="12"/>
                  </a:cubicBezTo>
                  <a:cubicBezTo>
                    <a:pt x="118" y="12"/>
                    <a:pt x="87" y="16"/>
                    <a:pt x="15" y="69"/>
                  </a:cubicBezTo>
                  <a:cubicBezTo>
                    <a:pt x="15" y="69"/>
                    <a:pt x="0" y="73"/>
                    <a:pt x="0" y="58"/>
                  </a:cubicBezTo>
                  <a:close/>
                </a:path>
              </a:pathLst>
            </a:custGeom>
            <a:solidFill>
              <a:srgbClr val="E8B9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9240" name="Freeform 854">
              <a:extLst>
                <a:ext uri="{FF2B5EF4-FFF2-40B4-BE49-F238E27FC236}">
                  <a16:creationId xmlns:a16="http://schemas.microsoft.com/office/drawing/2014/main" id="{3E594C80-6A41-47BA-B567-E1B9474E4C1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0" y="3833"/>
              <a:ext cx="132" cy="82"/>
            </a:xfrm>
            <a:custGeom>
              <a:avLst/>
              <a:gdLst>
                <a:gd name="T0" fmla="*/ 0 w 118"/>
                <a:gd name="T1" fmla="*/ 82 h 73"/>
                <a:gd name="T2" fmla="*/ 150 w 118"/>
                <a:gd name="T3" fmla="*/ 0 h 73"/>
                <a:gd name="T4" fmla="*/ 166 w 118"/>
                <a:gd name="T5" fmla="*/ 17 h 73"/>
                <a:gd name="T6" fmla="*/ 21 w 118"/>
                <a:gd name="T7" fmla="*/ 99 h 73"/>
                <a:gd name="T8" fmla="*/ 0 w 118"/>
                <a:gd name="T9" fmla="*/ 82 h 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8" h="73">
                  <a:moveTo>
                    <a:pt x="0" y="58"/>
                  </a:moveTo>
                  <a:cubicBezTo>
                    <a:pt x="0" y="58"/>
                    <a:pt x="61" y="9"/>
                    <a:pt x="107" y="0"/>
                  </a:cubicBezTo>
                  <a:cubicBezTo>
                    <a:pt x="118" y="12"/>
                    <a:pt x="118" y="12"/>
                    <a:pt x="118" y="12"/>
                  </a:cubicBezTo>
                  <a:cubicBezTo>
                    <a:pt x="118" y="12"/>
                    <a:pt x="87" y="16"/>
                    <a:pt x="15" y="69"/>
                  </a:cubicBezTo>
                  <a:cubicBezTo>
                    <a:pt x="15" y="69"/>
                    <a:pt x="0" y="73"/>
                    <a:pt x="0" y="58"/>
                  </a:cubicBezTo>
                  <a:close/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9241" name="Freeform 855">
              <a:extLst>
                <a:ext uri="{FF2B5EF4-FFF2-40B4-BE49-F238E27FC236}">
                  <a16:creationId xmlns:a16="http://schemas.microsoft.com/office/drawing/2014/main" id="{5D96E451-3F8D-434A-A32F-0077F8D24F9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4" y="3981"/>
              <a:ext cx="13" cy="10"/>
            </a:xfrm>
            <a:custGeom>
              <a:avLst/>
              <a:gdLst>
                <a:gd name="T0" fmla="*/ 0 w 12"/>
                <a:gd name="T1" fmla="*/ 0 h 9"/>
                <a:gd name="T2" fmla="*/ 0 w 12"/>
                <a:gd name="T3" fmla="*/ 12 h 9"/>
                <a:gd name="T4" fmla="*/ 15 w 12"/>
                <a:gd name="T5" fmla="*/ 4 h 9"/>
                <a:gd name="T6" fmla="*/ 0 w 12"/>
                <a:gd name="T7" fmla="*/ 0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9">
                  <a:moveTo>
                    <a:pt x="0" y="0"/>
                  </a:moveTo>
                  <a:cubicBezTo>
                    <a:pt x="0" y="9"/>
                    <a:pt x="0" y="9"/>
                    <a:pt x="0" y="9"/>
                  </a:cubicBezTo>
                  <a:cubicBezTo>
                    <a:pt x="12" y="4"/>
                    <a:pt x="12" y="4"/>
                    <a:pt x="12" y="4"/>
                  </a:cubicBezTo>
                  <a:cubicBezTo>
                    <a:pt x="12" y="4"/>
                    <a:pt x="3" y="0"/>
                    <a:pt x="0" y="0"/>
                  </a:cubicBezTo>
                  <a:close/>
                </a:path>
              </a:pathLst>
            </a:custGeom>
            <a:solidFill>
              <a:srgbClr val="E599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9242" name="Freeform 856">
              <a:extLst>
                <a:ext uri="{FF2B5EF4-FFF2-40B4-BE49-F238E27FC236}">
                  <a16:creationId xmlns:a16="http://schemas.microsoft.com/office/drawing/2014/main" id="{B3B0B725-FE0C-454E-9B01-0C80015D9E7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2" y="3934"/>
              <a:ext cx="170" cy="144"/>
            </a:xfrm>
            <a:custGeom>
              <a:avLst/>
              <a:gdLst>
                <a:gd name="T0" fmla="*/ 129 w 152"/>
                <a:gd name="T1" fmla="*/ 0 h 128"/>
                <a:gd name="T2" fmla="*/ 204 w 152"/>
                <a:gd name="T3" fmla="*/ 68 h 128"/>
                <a:gd name="T4" fmla="*/ 178 w 152"/>
                <a:gd name="T5" fmla="*/ 125 h 128"/>
                <a:gd name="T6" fmla="*/ 0 w 152"/>
                <a:gd name="T7" fmla="*/ 133 h 128"/>
                <a:gd name="T8" fmla="*/ 43 w 152"/>
                <a:gd name="T9" fmla="*/ 80 h 128"/>
                <a:gd name="T10" fmla="*/ 129 w 152"/>
                <a:gd name="T11" fmla="*/ 0 h 1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2" h="128">
                  <a:moveTo>
                    <a:pt x="92" y="0"/>
                  </a:moveTo>
                  <a:cubicBezTo>
                    <a:pt x="92" y="0"/>
                    <a:pt x="143" y="30"/>
                    <a:pt x="146" y="47"/>
                  </a:cubicBezTo>
                  <a:cubicBezTo>
                    <a:pt x="148" y="64"/>
                    <a:pt x="152" y="73"/>
                    <a:pt x="127" y="88"/>
                  </a:cubicBezTo>
                  <a:cubicBezTo>
                    <a:pt x="102" y="103"/>
                    <a:pt x="70" y="128"/>
                    <a:pt x="0" y="93"/>
                  </a:cubicBezTo>
                  <a:cubicBezTo>
                    <a:pt x="0" y="93"/>
                    <a:pt x="0" y="67"/>
                    <a:pt x="30" y="56"/>
                  </a:cubicBezTo>
                  <a:cubicBezTo>
                    <a:pt x="59" y="45"/>
                    <a:pt x="151" y="43"/>
                    <a:pt x="92" y="0"/>
                  </a:cubicBezTo>
                  <a:close/>
                </a:path>
              </a:pathLst>
            </a:custGeom>
            <a:solidFill>
              <a:srgbClr val="F4C8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9243" name="Freeform 857">
              <a:extLst>
                <a:ext uri="{FF2B5EF4-FFF2-40B4-BE49-F238E27FC236}">
                  <a16:creationId xmlns:a16="http://schemas.microsoft.com/office/drawing/2014/main" id="{690CC99C-97EA-4453-B738-444D03ADDA7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3" y="3967"/>
              <a:ext cx="33" cy="51"/>
            </a:xfrm>
            <a:custGeom>
              <a:avLst/>
              <a:gdLst>
                <a:gd name="T0" fmla="*/ 0 w 29"/>
                <a:gd name="T1" fmla="*/ 0 h 46"/>
                <a:gd name="T2" fmla="*/ 20 w 29"/>
                <a:gd name="T3" fmla="*/ 63 h 46"/>
                <a:gd name="T4" fmla="*/ 0 w 29"/>
                <a:gd name="T5" fmla="*/ 0 h 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46">
                  <a:moveTo>
                    <a:pt x="0" y="0"/>
                  </a:moveTo>
                  <a:cubicBezTo>
                    <a:pt x="0" y="0"/>
                    <a:pt x="29" y="21"/>
                    <a:pt x="14" y="46"/>
                  </a:cubicBezTo>
                  <a:cubicBezTo>
                    <a:pt x="14" y="46"/>
                    <a:pt x="25" y="23"/>
                    <a:pt x="0" y="0"/>
                  </a:cubicBezTo>
                  <a:close/>
                </a:path>
              </a:pathLst>
            </a:custGeom>
            <a:solidFill>
              <a:srgbClr val="F9E4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</p:grpSp>
      <p:grpSp>
        <p:nvGrpSpPr>
          <p:cNvPr id="49158" name="green-walking-shoe-illustration">
            <a:extLst>
              <a:ext uri="{FF2B5EF4-FFF2-40B4-BE49-F238E27FC236}">
                <a16:creationId xmlns:a16="http://schemas.microsoft.com/office/drawing/2014/main" id="{747E27C5-E8D3-492E-B6EC-B675ACBC88B4}"/>
              </a:ext>
            </a:extLst>
          </p:cNvPr>
          <p:cNvGrpSpPr>
            <a:grpSpLocks/>
          </p:cNvGrpSpPr>
          <p:nvPr/>
        </p:nvGrpSpPr>
        <p:grpSpPr bwMode="auto">
          <a:xfrm>
            <a:off x="2751138" y="5899150"/>
            <a:ext cx="866775" cy="658813"/>
            <a:chOff x="773" y="3691"/>
            <a:chExt cx="546" cy="415"/>
          </a:xfrm>
        </p:grpSpPr>
        <p:sp>
          <p:nvSpPr>
            <p:cNvPr id="49199" name="Freeform 859">
              <a:extLst>
                <a:ext uri="{FF2B5EF4-FFF2-40B4-BE49-F238E27FC236}">
                  <a16:creationId xmlns:a16="http://schemas.microsoft.com/office/drawing/2014/main" id="{65F10982-50D3-4E6A-B461-8CADC7B02390}"/>
                </a:ext>
              </a:extLst>
            </p:cNvPr>
            <p:cNvSpPr>
              <a:spLocks/>
            </p:cNvSpPr>
            <p:nvPr/>
          </p:nvSpPr>
          <p:spPr bwMode="auto">
            <a:xfrm>
              <a:off x="773" y="3691"/>
              <a:ext cx="546" cy="401"/>
            </a:xfrm>
            <a:custGeom>
              <a:avLst/>
              <a:gdLst>
                <a:gd name="T0" fmla="*/ 750 w 458"/>
                <a:gd name="T1" fmla="*/ 111 h 336"/>
                <a:gd name="T2" fmla="*/ 755 w 458"/>
                <a:gd name="T3" fmla="*/ 221 h 336"/>
                <a:gd name="T4" fmla="*/ 749 w 458"/>
                <a:gd name="T5" fmla="*/ 296 h 336"/>
                <a:gd name="T6" fmla="*/ 750 w 458"/>
                <a:gd name="T7" fmla="*/ 340 h 336"/>
                <a:gd name="T8" fmla="*/ 534 w 458"/>
                <a:gd name="T9" fmla="*/ 388 h 336"/>
                <a:gd name="T10" fmla="*/ 497 w 458"/>
                <a:gd name="T11" fmla="*/ 377 h 336"/>
                <a:gd name="T12" fmla="*/ 387 w 458"/>
                <a:gd name="T13" fmla="*/ 451 h 336"/>
                <a:gd name="T14" fmla="*/ 104 w 458"/>
                <a:gd name="T15" fmla="*/ 474 h 336"/>
                <a:gd name="T16" fmla="*/ 169 w 458"/>
                <a:gd name="T17" fmla="*/ 280 h 336"/>
                <a:gd name="T18" fmla="*/ 334 w 458"/>
                <a:gd name="T19" fmla="*/ 141 h 336"/>
                <a:gd name="T20" fmla="*/ 343 w 458"/>
                <a:gd name="T21" fmla="*/ 12 h 336"/>
                <a:gd name="T22" fmla="*/ 501 w 458"/>
                <a:gd name="T23" fmla="*/ 119 h 336"/>
                <a:gd name="T24" fmla="*/ 483 w 458"/>
                <a:gd name="T25" fmla="*/ 189 h 336"/>
                <a:gd name="T26" fmla="*/ 609 w 458"/>
                <a:gd name="T27" fmla="*/ 140 h 336"/>
                <a:gd name="T28" fmla="*/ 750 w 458"/>
                <a:gd name="T29" fmla="*/ 111 h 3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458" h="336">
                  <a:moveTo>
                    <a:pt x="443" y="65"/>
                  </a:moveTo>
                  <a:cubicBezTo>
                    <a:pt x="443" y="65"/>
                    <a:pt x="434" y="104"/>
                    <a:pt x="445" y="130"/>
                  </a:cubicBezTo>
                  <a:cubicBezTo>
                    <a:pt x="456" y="155"/>
                    <a:pt x="442" y="174"/>
                    <a:pt x="442" y="174"/>
                  </a:cubicBezTo>
                  <a:cubicBezTo>
                    <a:pt x="442" y="174"/>
                    <a:pt x="458" y="186"/>
                    <a:pt x="443" y="200"/>
                  </a:cubicBezTo>
                  <a:cubicBezTo>
                    <a:pt x="427" y="213"/>
                    <a:pt x="315" y="228"/>
                    <a:pt x="315" y="228"/>
                  </a:cubicBezTo>
                  <a:cubicBezTo>
                    <a:pt x="315" y="228"/>
                    <a:pt x="301" y="227"/>
                    <a:pt x="294" y="222"/>
                  </a:cubicBezTo>
                  <a:cubicBezTo>
                    <a:pt x="294" y="222"/>
                    <a:pt x="245" y="252"/>
                    <a:pt x="229" y="266"/>
                  </a:cubicBezTo>
                  <a:cubicBezTo>
                    <a:pt x="214" y="280"/>
                    <a:pt x="123" y="336"/>
                    <a:pt x="61" y="279"/>
                  </a:cubicBezTo>
                  <a:cubicBezTo>
                    <a:pt x="0" y="222"/>
                    <a:pt x="74" y="173"/>
                    <a:pt x="100" y="165"/>
                  </a:cubicBezTo>
                  <a:cubicBezTo>
                    <a:pt x="127" y="157"/>
                    <a:pt x="197" y="83"/>
                    <a:pt x="197" y="83"/>
                  </a:cubicBezTo>
                  <a:cubicBezTo>
                    <a:pt x="197" y="83"/>
                    <a:pt x="168" y="15"/>
                    <a:pt x="203" y="7"/>
                  </a:cubicBezTo>
                  <a:cubicBezTo>
                    <a:pt x="238" y="0"/>
                    <a:pt x="322" y="18"/>
                    <a:pt x="295" y="70"/>
                  </a:cubicBezTo>
                  <a:cubicBezTo>
                    <a:pt x="281" y="95"/>
                    <a:pt x="285" y="111"/>
                    <a:pt x="285" y="111"/>
                  </a:cubicBezTo>
                  <a:cubicBezTo>
                    <a:pt x="285" y="111"/>
                    <a:pt x="343" y="104"/>
                    <a:pt x="360" y="82"/>
                  </a:cubicBezTo>
                  <a:cubicBezTo>
                    <a:pt x="385" y="50"/>
                    <a:pt x="445" y="55"/>
                    <a:pt x="443" y="65"/>
                  </a:cubicBezTo>
                  <a:close/>
                </a:path>
              </a:pathLst>
            </a:custGeom>
            <a:solidFill>
              <a:srgbClr val="4E94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9200" name="Freeform 860">
              <a:extLst>
                <a:ext uri="{FF2B5EF4-FFF2-40B4-BE49-F238E27FC236}">
                  <a16:creationId xmlns:a16="http://schemas.microsoft.com/office/drawing/2014/main" id="{490432D4-4CED-4751-86C0-F0B2560A22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5" y="3756"/>
              <a:ext cx="174" cy="207"/>
            </a:xfrm>
            <a:custGeom>
              <a:avLst/>
              <a:gdLst>
                <a:gd name="T0" fmla="*/ 220 w 146"/>
                <a:gd name="T1" fmla="*/ 202 h 174"/>
                <a:gd name="T2" fmla="*/ 225 w 146"/>
                <a:gd name="T3" fmla="*/ 127 h 174"/>
                <a:gd name="T4" fmla="*/ 222 w 146"/>
                <a:gd name="T5" fmla="*/ 18 h 174"/>
                <a:gd name="T6" fmla="*/ 133 w 146"/>
                <a:gd name="T7" fmla="*/ 14 h 174"/>
                <a:gd name="T8" fmla="*/ 166 w 146"/>
                <a:gd name="T9" fmla="*/ 27 h 174"/>
                <a:gd name="T10" fmla="*/ 169 w 146"/>
                <a:gd name="T11" fmla="*/ 134 h 174"/>
                <a:gd name="T12" fmla="*/ 173 w 146"/>
                <a:gd name="T13" fmla="*/ 217 h 174"/>
                <a:gd name="T14" fmla="*/ 164 w 146"/>
                <a:gd name="T15" fmla="*/ 252 h 174"/>
                <a:gd name="T16" fmla="*/ 0 w 146"/>
                <a:gd name="T17" fmla="*/ 293 h 174"/>
                <a:gd name="T18" fmla="*/ 6 w 146"/>
                <a:gd name="T19" fmla="*/ 293 h 174"/>
                <a:gd name="T20" fmla="*/ 222 w 146"/>
                <a:gd name="T21" fmla="*/ 246 h 174"/>
                <a:gd name="T22" fmla="*/ 220 w 146"/>
                <a:gd name="T23" fmla="*/ 202 h 17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46" h="174">
                  <a:moveTo>
                    <a:pt x="130" y="120"/>
                  </a:moveTo>
                  <a:cubicBezTo>
                    <a:pt x="130" y="120"/>
                    <a:pt x="144" y="101"/>
                    <a:pt x="133" y="76"/>
                  </a:cubicBezTo>
                  <a:cubicBezTo>
                    <a:pt x="122" y="50"/>
                    <a:pt x="131" y="11"/>
                    <a:pt x="131" y="11"/>
                  </a:cubicBezTo>
                  <a:cubicBezTo>
                    <a:pt x="133" y="4"/>
                    <a:pt x="104" y="0"/>
                    <a:pt x="79" y="8"/>
                  </a:cubicBezTo>
                  <a:cubicBezTo>
                    <a:pt x="90" y="9"/>
                    <a:pt x="98" y="12"/>
                    <a:pt x="98" y="16"/>
                  </a:cubicBezTo>
                  <a:cubicBezTo>
                    <a:pt x="98" y="16"/>
                    <a:pt x="89" y="55"/>
                    <a:pt x="100" y="80"/>
                  </a:cubicBezTo>
                  <a:cubicBezTo>
                    <a:pt x="110" y="106"/>
                    <a:pt x="102" y="129"/>
                    <a:pt x="102" y="129"/>
                  </a:cubicBezTo>
                  <a:cubicBezTo>
                    <a:pt x="102" y="129"/>
                    <a:pt x="112" y="136"/>
                    <a:pt x="97" y="150"/>
                  </a:cubicBezTo>
                  <a:cubicBezTo>
                    <a:pt x="87" y="159"/>
                    <a:pt x="35" y="168"/>
                    <a:pt x="0" y="174"/>
                  </a:cubicBezTo>
                  <a:cubicBezTo>
                    <a:pt x="2" y="174"/>
                    <a:pt x="3" y="174"/>
                    <a:pt x="3" y="174"/>
                  </a:cubicBezTo>
                  <a:cubicBezTo>
                    <a:pt x="3" y="174"/>
                    <a:pt x="115" y="159"/>
                    <a:pt x="131" y="146"/>
                  </a:cubicBezTo>
                  <a:cubicBezTo>
                    <a:pt x="146" y="132"/>
                    <a:pt x="130" y="120"/>
                    <a:pt x="130" y="120"/>
                  </a:cubicBezTo>
                  <a:close/>
                </a:path>
              </a:pathLst>
            </a:custGeom>
            <a:solidFill>
              <a:srgbClr val="2A6B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9201" name="Freeform 861">
              <a:extLst>
                <a:ext uri="{FF2B5EF4-FFF2-40B4-BE49-F238E27FC236}">
                  <a16:creationId xmlns:a16="http://schemas.microsoft.com/office/drawing/2014/main" id="{E7649131-2560-4DC9-81C1-8E7CD1B95C57}"/>
                </a:ext>
              </a:extLst>
            </p:cNvPr>
            <p:cNvSpPr>
              <a:spLocks/>
            </p:cNvSpPr>
            <p:nvPr/>
          </p:nvSpPr>
          <p:spPr bwMode="auto">
            <a:xfrm>
              <a:off x="773" y="3691"/>
              <a:ext cx="546" cy="401"/>
            </a:xfrm>
            <a:custGeom>
              <a:avLst/>
              <a:gdLst>
                <a:gd name="T0" fmla="*/ 750 w 458"/>
                <a:gd name="T1" fmla="*/ 111 h 336"/>
                <a:gd name="T2" fmla="*/ 755 w 458"/>
                <a:gd name="T3" fmla="*/ 221 h 336"/>
                <a:gd name="T4" fmla="*/ 749 w 458"/>
                <a:gd name="T5" fmla="*/ 296 h 336"/>
                <a:gd name="T6" fmla="*/ 750 w 458"/>
                <a:gd name="T7" fmla="*/ 340 h 336"/>
                <a:gd name="T8" fmla="*/ 534 w 458"/>
                <a:gd name="T9" fmla="*/ 388 h 336"/>
                <a:gd name="T10" fmla="*/ 497 w 458"/>
                <a:gd name="T11" fmla="*/ 377 h 336"/>
                <a:gd name="T12" fmla="*/ 387 w 458"/>
                <a:gd name="T13" fmla="*/ 451 h 336"/>
                <a:gd name="T14" fmla="*/ 104 w 458"/>
                <a:gd name="T15" fmla="*/ 474 h 336"/>
                <a:gd name="T16" fmla="*/ 169 w 458"/>
                <a:gd name="T17" fmla="*/ 280 h 336"/>
                <a:gd name="T18" fmla="*/ 334 w 458"/>
                <a:gd name="T19" fmla="*/ 141 h 336"/>
                <a:gd name="T20" fmla="*/ 343 w 458"/>
                <a:gd name="T21" fmla="*/ 12 h 336"/>
                <a:gd name="T22" fmla="*/ 501 w 458"/>
                <a:gd name="T23" fmla="*/ 119 h 336"/>
                <a:gd name="T24" fmla="*/ 483 w 458"/>
                <a:gd name="T25" fmla="*/ 189 h 336"/>
                <a:gd name="T26" fmla="*/ 609 w 458"/>
                <a:gd name="T27" fmla="*/ 140 h 336"/>
                <a:gd name="T28" fmla="*/ 750 w 458"/>
                <a:gd name="T29" fmla="*/ 111 h 3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458" h="336">
                  <a:moveTo>
                    <a:pt x="443" y="65"/>
                  </a:moveTo>
                  <a:cubicBezTo>
                    <a:pt x="443" y="65"/>
                    <a:pt x="434" y="104"/>
                    <a:pt x="445" y="130"/>
                  </a:cubicBezTo>
                  <a:cubicBezTo>
                    <a:pt x="456" y="155"/>
                    <a:pt x="442" y="174"/>
                    <a:pt x="442" y="174"/>
                  </a:cubicBezTo>
                  <a:cubicBezTo>
                    <a:pt x="442" y="174"/>
                    <a:pt x="458" y="186"/>
                    <a:pt x="443" y="200"/>
                  </a:cubicBezTo>
                  <a:cubicBezTo>
                    <a:pt x="427" y="213"/>
                    <a:pt x="315" y="228"/>
                    <a:pt x="315" y="228"/>
                  </a:cubicBezTo>
                  <a:cubicBezTo>
                    <a:pt x="315" y="228"/>
                    <a:pt x="301" y="227"/>
                    <a:pt x="294" y="222"/>
                  </a:cubicBezTo>
                  <a:cubicBezTo>
                    <a:pt x="294" y="222"/>
                    <a:pt x="245" y="252"/>
                    <a:pt x="229" y="266"/>
                  </a:cubicBezTo>
                  <a:cubicBezTo>
                    <a:pt x="214" y="280"/>
                    <a:pt x="123" y="336"/>
                    <a:pt x="61" y="279"/>
                  </a:cubicBezTo>
                  <a:cubicBezTo>
                    <a:pt x="0" y="222"/>
                    <a:pt x="74" y="173"/>
                    <a:pt x="100" y="165"/>
                  </a:cubicBezTo>
                  <a:cubicBezTo>
                    <a:pt x="127" y="157"/>
                    <a:pt x="197" y="83"/>
                    <a:pt x="197" y="83"/>
                  </a:cubicBezTo>
                  <a:cubicBezTo>
                    <a:pt x="197" y="83"/>
                    <a:pt x="168" y="15"/>
                    <a:pt x="203" y="7"/>
                  </a:cubicBezTo>
                  <a:cubicBezTo>
                    <a:pt x="238" y="0"/>
                    <a:pt x="322" y="18"/>
                    <a:pt x="295" y="70"/>
                  </a:cubicBezTo>
                  <a:cubicBezTo>
                    <a:pt x="281" y="95"/>
                    <a:pt x="285" y="111"/>
                    <a:pt x="285" y="111"/>
                  </a:cubicBezTo>
                  <a:cubicBezTo>
                    <a:pt x="285" y="111"/>
                    <a:pt x="343" y="104"/>
                    <a:pt x="360" y="82"/>
                  </a:cubicBezTo>
                  <a:cubicBezTo>
                    <a:pt x="385" y="50"/>
                    <a:pt x="445" y="55"/>
                    <a:pt x="443" y="65"/>
                  </a:cubicBezTo>
                  <a:close/>
                </a:path>
              </a:pathLst>
            </a:custGeom>
            <a:noFill/>
            <a:ln w="7938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9202" name="Freeform 862">
              <a:extLst>
                <a:ext uri="{FF2B5EF4-FFF2-40B4-BE49-F238E27FC236}">
                  <a16:creationId xmlns:a16="http://schemas.microsoft.com/office/drawing/2014/main" id="{A0AEA079-C7C5-4A47-B00D-0684613649B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3" y="3899"/>
              <a:ext cx="176" cy="57"/>
            </a:xfrm>
            <a:custGeom>
              <a:avLst/>
              <a:gdLst>
                <a:gd name="T0" fmla="*/ 249 w 148"/>
                <a:gd name="T1" fmla="*/ 0 h 48"/>
                <a:gd name="T2" fmla="*/ 122 w 148"/>
                <a:gd name="T3" fmla="*/ 34 h 48"/>
                <a:gd name="T4" fmla="*/ 0 w 148"/>
                <a:gd name="T5" fmla="*/ 81 h 4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8" h="48">
                  <a:moveTo>
                    <a:pt x="148" y="0"/>
                  </a:moveTo>
                  <a:cubicBezTo>
                    <a:pt x="148" y="0"/>
                    <a:pt x="111" y="15"/>
                    <a:pt x="73" y="20"/>
                  </a:cubicBezTo>
                  <a:cubicBezTo>
                    <a:pt x="36" y="25"/>
                    <a:pt x="18" y="33"/>
                    <a:pt x="0" y="48"/>
                  </a:cubicBezTo>
                </a:path>
              </a:pathLst>
            </a:custGeom>
            <a:noFill/>
            <a:ln w="7938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9203" name="Freeform 863">
              <a:extLst>
                <a:ext uri="{FF2B5EF4-FFF2-40B4-BE49-F238E27FC236}">
                  <a16:creationId xmlns:a16="http://schemas.microsoft.com/office/drawing/2014/main" id="{80BB6CAD-E4AE-4AC7-8FEC-41522BCBF585}"/>
                </a:ext>
              </a:extLst>
            </p:cNvPr>
            <p:cNvSpPr>
              <a:spLocks/>
            </p:cNvSpPr>
            <p:nvPr/>
          </p:nvSpPr>
          <p:spPr bwMode="auto">
            <a:xfrm>
              <a:off x="828" y="3937"/>
              <a:ext cx="323" cy="169"/>
            </a:xfrm>
            <a:custGeom>
              <a:avLst/>
              <a:gdLst>
                <a:gd name="T0" fmla="*/ 459 w 271"/>
                <a:gd name="T1" fmla="*/ 0 h 142"/>
                <a:gd name="T2" fmla="*/ 362 w 271"/>
                <a:gd name="T3" fmla="*/ 45 h 142"/>
                <a:gd name="T4" fmla="*/ 0 w 271"/>
                <a:gd name="T5" fmla="*/ 90 h 1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1" h="142">
                  <a:moveTo>
                    <a:pt x="271" y="0"/>
                  </a:moveTo>
                  <a:cubicBezTo>
                    <a:pt x="271" y="0"/>
                    <a:pt x="241" y="12"/>
                    <a:pt x="214" y="27"/>
                  </a:cubicBezTo>
                  <a:cubicBezTo>
                    <a:pt x="187" y="42"/>
                    <a:pt x="85" y="142"/>
                    <a:pt x="0" y="54"/>
                  </a:cubicBezTo>
                </a:path>
              </a:pathLst>
            </a:custGeom>
            <a:noFill/>
            <a:ln w="7938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9204" name="Freeform 864">
              <a:extLst>
                <a:ext uri="{FF2B5EF4-FFF2-40B4-BE49-F238E27FC236}">
                  <a16:creationId xmlns:a16="http://schemas.microsoft.com/office/drawing/2014/main" id="{883EF5DD-1A35-4E36-80D1-D99B880770D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2" y="3943"/>
              <a:ext cx="16" cy="20"/>
            </a:xfrm>
            <a:custGeom>
              <a:avLst/>
              <a:gdLst>
                <a:gd name="T0" fmla="*/ 21 w 14"/>
                <a:gd name="T1" fmla="*/ 28 h 17"/>
                <a:gd name="T2" fmla="*/ 11 w 14"/>
                <a:gd name="T3" fmla="*/ 0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7">
                  <a:moveTo>
                    <a:pt x="14" y="17"/>
                  </a:moveTo>
                  <a:cubicBezTo>
                    <a:pt x="14" y="17"/>
                    <a:pt x="0" y="4"/>
                    <a:pt x="8" y="0"/>
                  </a:cubicBezTo>
                </a:path>
              </a:pathLst>
            </a:custGeom>
            <a:noFill/>
            <a:ln w="7938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9205" name="Freeform 865">
              <a:extLst>
                <a:ext uri="{FF2B5EF4-FFF2-40B4-BE49-F238E27FC236}">
                  <a16:creationId xmlns:a16="http://schemas.microsoft.com/office/drawing/2014/main" id="{A2FD2238-3FE0-49F4-9702-80350D6F73A7}"/>
                </a:ext>
              </a:extLst>
            </p:cNvPr>
            <p:cNvSpPr>
              <a:spLocks/>
            </p:cNvSpPr>
            <p:nvPr/>
          </p:nvSpPr>
          <p:spPr bwMode="auto">
            <a:xfrm>
              <a:off x="927" y="3789"/>
              <a:ext cx="188" cy="138"/>
            </a:xfrm>
            <a:custGeom>
              <a:avLst/>
              <a:gdLst>
                <a:gd name="T0" fmla="*/ 267 w 158"/>
                <a:gd name="T1" fmla="*/ 44 h 116"/>
                <a:gd name="T2" fmla="*/ 206 w 158"/>
                <a:gd name="T3" fmla="*/ 17 h 116"/>
                <a:gd name="T4" fmla="*/ 182 w 158"/>
                <a:gd name="T5" fmla="*/ 51 h 116"/>
                <a:gd name="T6" fmla="*/ 143 w 158"/>
                <a:gd name="T7" fmla="*/ 89 h 116"/>
                <a:gd name="T8" fmla="*/ 69 w 158"/>
                <a:gd name="T9" fmla="*/ 158 h 116"/>
                <a:gd name="T10" fmla="*/ 0 w 158"/>
                <a:gd name="T11" fmla="*/ 187 h 1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8" h="116">
                  <a:moveTo>
                    <a:pt x="158" y="26"/>
                  </a:moveTo>
                  <a:cubicBezTo>
                    <a:pt x="151" y="36"/>
                    <a:pt x="137" y="0"/>
                    <a:pt x="122" y="10"/>
                  </a:cubicBezTo>
                  <a:cubicBezTo>
                    <a:pt x="117" y="14"/>
                    <a:pt x="112" y="24"/>
                    <a:pt x="108" y="30"/>
                  </a:cubicBezTo>
                  <a:cubicBezTo>
                    <a:pt x="101" y="38"/>
                    <a:pt x="93" y="45"/>
                    <a:pt x="85" y="53"/>
                  </a:cubicBezTo>
                  <a:cubicBezTo>
                    <a:pt x="70" y="66"/>
                    <a:pt x="57" y="83"/>
                    <a:pt x="41" y="94"/>
                  </a:cubicBezTo>
                  <a:cubicBezTo>
                    <a:pt x="31" y="100"/>
                    <a:pt x="11" y="116"/>
                    <a:pt x="0" y="111"/>
                  </a:cubicBezTo>
                </a:path>
              </a:pathLst>
            </a:custGeom>
            <a:noFill/>
            <a:ln w="7938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9206" name="Freeform 866">
              <a:extLst>
                <a:ext uri="{FF2B5EF4-FFF2-40B4-BE49-F238E27FC236}">
                  <a16:creationId xmlns:a16="http://schemas.microsoft.com/office/drawing/2014/main" id="{211264B4-FCAE-441A-8C40-B386571CEEAA}"/>
                </a:ext>
              </a:extLst>
            </p:cNvPr>
            <p:cNvSpPr>
              <a:spLocks/>
            </p:cNvSpPr>
            <p:nvPr/>
          </p:nvSpPr>
          <p:spPr bwMode="auto">
            <a:xfrm>
              <a:off x="914" y="3771"/>
              <a:ext cx="108" cy="132"/>
            </a:xfrm>
            <a:custGeom>
              <a:avLst/>
              <a:gdLst>
                <a:gd name="T0" fmla="*/ 133 w 91"/>
                <a:gd name="T1" fmla="*/ 29 h 111"/>
                <a:gd name="T2" fmla="*/ 144 w 91"/>
                <a:gd name="T3" fmla="*/ 7 h 111"/>
                <a:gd name="T4" fmla="*/ 142 w 91"/>
                <a:gd name="T5" fmla="*/ 36 h 111"/>
                <a:gd name="T6" fmla="*/ 97 w 91"/>
                <a:gd name="T7" fmla="*/ 80 h 111"/>
                <a:gd name="T8" fmla="*/ 39 w 91"/>
                <a:gd name="T9" fmla="*/ 130 h 111"/>
                <a:gd name="T10" fmla="*/ 0 w 91"/>
                <a:gd name="T11" fmla="*/ 187 h 11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1" h="111">
                  <a:moveTo>
                    <a:pt x="79" y="17"/>
                  </a:moveTo>
                  <a:cubicBezTo>
                    <a:pt x="80" y="13"/>
                    <a:pt x="79" y="0"/>
                    <a:pt x="86" y="4"/>
                  </a:cubicBezTo>
                  <a:cubicBezTo>
                    <a:pt x="91" y="8"/>
                    <a:pt x="87" y="17"/>
                    <a:pt x="85" y="21"/>
                  </a:cubicBezTo>
                  <a:cubicBezTo>
                    <a:pt x="78" y="32"/>
                    <a:pt x="68" y="39"/>
                    <a:pt x="58" y="47"/>
                  </a:cubicBezTo>
                  <a:cubicBezTo>
                    <a:pt x="46" y="56"/>
                    <a:pt x="34" y="66"/>
                    <a:pt x="24" y="77"/>
                  </a:cubicBezTo>
                  <a:cubicBezTo>
                    <a:pt x="14" y="87"/>
                    <a:pt x="9" y="100"/>
                    <a:pt x="0" y="111"/>
                  </a:cubicBezTo>
                </a:path>
              </a:pathLst>
            </a:custGeom>
            <a:noFill/>
            <a:ln w="7938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9207" name="Freeform 867">
              <a:extLst>
                <a:ext uri="{FF2B5EF4-FFF2-40B4-BE49-F238E27FC236}">
                  <a16:creationId xmlns:a16="http://schemas.microsoft.com/office/drawing/2014/main" id="{27A770BB-48D8-4895-8FDE-6EB326B07471}"/>
                </a:ext>
              </a:extLst>
            </p:cNvPr>
            <p:cNvSpPr>
              <a:spLocks/>
            </p:cNvSpPr>
            <p:nvPr/>
          </p:nvSpPr>
          <p:spPr bwMode="auto">
            <a:xfrm>
              <a:off x="829" y="3905"/>
              <a:ext cx="317" cy="187"/>
            </a:xfrm>
            <a:custGeom>
              <a:avLst/>
              <a:gdLst>
                <a:gd name="T0" fmla="*/ 450 w 266"/>
                <a:gd name="T1" fmla="*/ 36 h 157"/>
                <a:gd name="T2" fmla="*/ 321 w 266"/>
                <a:gd name="T3" fmla="*/ 110 h 157"/>
                <a:gd name="T4" fmla="*/ 0 w 266"/>
                <a:gd name="T5" fmla="*/ 126 h 157"/>
                <a:gd name="T6" fmla="*/ 298 w 266"/>
                <a:gd name="T7" fmla="*/ 105 h 157"/>
                <a:gd name="T8" fmla="*/ 450 w 266"/>
                <a:gd name="T9" fmla="*/ 36 h 1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6" h="157">
                  <a:moveTo>
                    <a:pt x="266" y="21"/>
                  </a:moveTo>
                  <a:cubicBezTo>
                    <a:pt x="266" y="21"/>
                    <a:pt x="218" y="43"/>
                    <a:pt x="190" y="65"/>
                  </a:cubicBezTo>
                  <a:cubicBezTo>
                    <a:pt x="162" y="86"/>
                    <a:pt x="73" y="157"/>
                    <a:pt x="0" y="75"/>
                  </a:cubicBezTo>
                  <a:cubicBezTo>
                    <a:pt x="0" y="75"/>
                    <a:pt x="83" y="144"/>
                    <a:pt x="176" y="62"/>
                  </a:cubicBezTo>
                  <a:cubicBezTo>
                    <a:pt x="201" y="40"/>
                    <a:pt x="262" y="0"/>
                    <a:pt x="266" y="21"/>
                  </a:cubicBezTo>
                  <a:close/>
                </a:path>
              </a:pathLst>
            </a:custGeom>
            <a:solidFill>
              <a:srgbClr val="2A6B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9208" name="Freeform 868">
              <a:extLst>
                <a:ext uri="{FF2B5EF4-FFF2-40B4-BE49-F238E27FC236}">
                  <a16:creationId xmlns:a16="http://schemas.microsoft.com/office/drawing/2014/main" id="{87C1EEB8-5AE9-4D2D-ABBF-49038B8C660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0" y="3951"/>
              <a:ext cx="8" cy="7"/>
            </a:xfrm>
            <a:custGeom>
              <a:avLst/>
              <a:gdLst>
                <a:gd name="T0" fmla="*/ 9 w 6"/>
                <a:gd name="T1" fmla="*/ 0 h 6"/>
                <a:gd name="T2" fmla="*/ 15 w 6"/>
                <a:gd name="T3" fmla="*/ 9 h 6"/>
                <a:gd name="T4" fmla="*/ 0 w 6"/>
                <a:gd name="T5" fmla="*/ 7 h 6"/>
                <a:gd name="T6" fmla="*/ 9 w 6"/>
                <a:gd name="T7" fmla="*/ 1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6">
                  <a:moveTo>
                    <a:pt x="4" y="0"/>
                  </a:moveTo>
                  <a:cubicBezTo>
                    <a:pt x="4" y="2"/>
                    <a:pt x="5" y="5"/>
                    <a:pt x="6" y="6"/>
                  </a:cubicBezTo>
                  <a:cubicBezTo>
                    <a:pt x="4" y="5"/>
                    <a:pt x="2" y="4"/>
                    <a:pt x="0" y="4"/>
                  </a:cubicBezTo>
                  <a:cubicBezTo>
                    <a:pt x="0" y="2"/>
                    <a:pt x="3" y="2"/>
                    <a:pt x="4" y="1"/>
                  </a:cubicBezTo>
                </a:path>
              </a:pathLst>
            </a:custGeom>
            <a:solidFill>
              <a:srgbClr val="2A6B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9209" name="Freeform 869">
              <a:extLst>
                <a:ext uri="{FF2B5EF4-FFF2-40B4-BE49-F238E27FC236}">
                  <a16:creationId xmlns:a16="http://schemas.microsoft.com/office/drawing/2014/main" id="{E6D21A92-4BBF-41EE-AD9D-E0FF965CE67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1" y="3703"/>
              <a:ext cx="79" cy="109"/>
            </a:xfrm>
            <a:custGeom>
              <a:avLst/>
              <a:gdLst>
                <a:gd name="T0" fmla="*/ 0 w 67"/>
                <a:gd name="T1" fmla="*/ 6 h 91"/>
                <a:gd name="T2" fmla="*/ 47 w 67"/>
                <a:gd name="T3" fmla="*/ 16 h 91"/>
                <a:gd name="T4" fmla="*/ 88 w 67"/>
                <a:gd name="T5" fmla="*/ 42 h 91"/>
                <a:gd name="T6" fmla="*/ 77 w 67"/>
                <a:gd name="T7" fmla="*/ 125 h 91"/>
                <a:gd name="T8" fmla="*/ 75 w 67"/>
                <a:gd name="T9" fmla="*/ 157 h 91"/>
                <a:gd name="T10" fmla="*/ 70 w 67"/>
                <a:gd name="T11" fmla="*/ 121 h 91"/>
                <a:gd name="T12" fmla="*/ 72 w 67"/>
                <a:gd name="T13" fmla="*/ 85 h 91"/>
                <a:gd name="T14" fmla="*/ 57 w 67"/>
                <a:gd name="T15" fmla="*/ 31 h 91"/>
                <a:gd name="T16" fmla="*/ 0 w 67"/>
                <a:gd name="T17" fmla="*/ 6 h 9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7" h="91">
                  <a:moveTo>
                    <a:pt x="0" y="3"/>
                  </a:moveTo>
                  <a:cubicBezTo>
                    <a:pt x="3" y="0"/>
                    <a:pt x="24" y="8"/>
                    <a:pt x="29" y="9"/>
                  </a:cubicBezTo>
                  <a:cubicBezTo>
                    <a:pt x="38" y="12"/>
                    <a:pt x="49" y="17"/>
                    <a:pt x="54" y="24"/>
                  </a:cubicBezTo>
                  <a:cubicBezTo>
                    <a:pt x="67" y="41"/>
                    <a:pt x="51" y="56"/>
                    <a:pt x="47" y="73"/>
                  </a:cubicBezTo>
                  <a:cubicBezTo>
                    <a:pt x="46" y="79"/>
                    <a:pt x="46" y="85"/>
                    <a:pt x="46" y="91"/>
                  </a:cubicBezTo>
                  <a:cubicBezTo>
                    <a:pt x="41" y="87"/>
                    <a:pt x="42" y="75"/>
                    <a:pt x="42" y="70"/>
                  </a:cubicBezTo>
                  <a:cubicBezTo>
                    <a:pt x="42" y="63"/>
                    <a:pt x="44" y="56"/>
                    <a:pt x="44" y="49"/>
                  </a:cubicBezTo>
                  <a:cubicBezTo>
                    <a:pt x="46" y="36"/>
                    <a:pt x="44" y="27"/>
                    <a:pt x="35" y="18"/>
                  </a:cubicBezTo>
                  <a:cubicBezTo>
                    <a:pt x="26" y="9"/>
                    <a:pt x="12" y="6"/>
                    <a:pt x="0" y="3"/>
                  </a:cubicBezTo>
                </a:path>
              </a:pathLst>
            </a:custGeom>
            <a:solidFill>
              <a:srgbClr val="68AA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9210" name="Freeform 870">
              <a:extLst>
                <a:ext uri="{FF2B5EF4-FFF2-40B4-BE49-F238E27FC236}">
                  <a16:creationId xmlns:a16="http://schemas.microsoft.com/office/drawing/2014/main" id="{0B74369F-29F5-49AA-A91A-57C6D0455EA1}"/>
                </a:ext>
              </a:extLst>
            </p:cNvPr>
            <p:cNvSpPr>
              <a:spLocks/>
            </p:cNvSpPr>
            <p:nvPr/>
          </p:nvSpPr>
          <p:spPr bwMode="auto">
            <a:xfrm>
              <a:off x="909" y="3797"/>
              <a:ext cx="294" cy="154"/>
            </a:xfrm>
            <a:custGeom>
              <a:avLst/>
              <a:gdLst>
                <a:gd name="T0" fmla="*/ 417 w 247"/>
                <a:gd name="T1" fmla="*/ 0 h 129"/>
                <a:gd name="T2" fmla="*/ 290 w 247"/>
                <a:gd name="T3" fmla="*/ 47 h 129"/>
                <a:gd name="T4" fmla="*/ 265 w 247"/>
                <a:gd name="T5" fmla="*/ 32 h 129"/>
                <a:gd name="T6" fmla="*/ 231 w 247"/>
                <a:gd name="T7" fmla="*/ 23 h 129"/>
                <a:gd name="T8" fmla="*/ 225 w 247"/>
                <a:gd name="T9" fmla="*/ 53 h 129"/>
                <a:gd name="T10" fmla="*/ 195 w 247"/>
                <a:gd name="T11" fmla="*/ 69 h 129"/>
                <a:gd name="T12" fmla="*/ 184 w 247"/>
                <a:gd name="T13" fmla="*/ 98 h 129"/>
                <a:gd name="T14" fmla="*/ 139 w 247"/>
                <a:gd name="T15" fmla="*/ 125 h 129"/>
                <a:gd name="T16" fmla="*/ 124 w 247"/>
                <a:gd name="T17" fmla="*/ 152 h 129"/>
                <a:gd name="T18" fmla="*/ 98 w 247"/>
                <a:gd name="T19" fmla="*/ 160 h 129"/>
                <a:gd name="T20" fmla="*/ 87 w 247"/>
                <a:gd name="T21" fmla="*/ 177 h 129"/>
                <a:gd name="T22" fmla="*/ 18 w 247"/>
                <a:gd name="T23" fmla="*/ 186 h 129"/>
                <a:gd name="T24" fmla="*/ 60 w 247"/>
                <a:gd name="T25" fmla="*/ 203 h 129"/>
                <a:gd name="T26" fmla="*/ 113 w 247"/>
                <a:gd name="T27" fmla="*/ 168 h 129"/>
                <a:gd name="T28" fmla="*/ 121 w 247"/>
                <a:gd name="T29" fmla="*/ 167 h 129"/>
                <a:gd name="T30" fmla="*/ 149 w 247"/>
                <a:gd name="T31" fmla="*/ 152 h 129"/>
                <a:gd name="T32" fmla="*/ 179 w 247"/>
                <a:gd name="T33" fmla="*/ 109 h 129"/>
                <a:gd name="T34" fmla="*/ 215 w 247"/>
                <a:gd name="T35" fmla="*/ 94 h 129"/>
                <a:gd name="T36" fmla="*/ 223 w 247"/>
                <a:gd name="T37" fmla="*/ 63 h 129"/>
                <a:gd name="T38" fmla="*/ 246 w 247"/>
                <a:gd name="T39" fmla="*/ 50 h 129"/>
                <a:gd name="T40" fmla="*/ 315 w 247"/>
                <a:gd name="T41" fmla="*/ 64 h 129"/>
                <a:gd name="T42" fmla="*/ 417 w 247"/>
                <a:gd name="T43" fmla="*/ 0 h 129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247" h="129">
                  <a:moveTo>
                    <a:pt x="247" y="0"/>
                  </a:moveTo>
                  <a:cubicBezTo>
                    <a:pt x="247" y="0"/>
                    <a:pt x="200" y="29"/>
                    <a:pt x="172" y="28"/>
                  </a:cubicBezTo>
                  <a:cubicBezTo>
                    <a:pt x="172" y="28"/>
                    <a:pt x="166" y="29"/>
                    <a:pt x="157" y="19"/>
                  </a:cubicBezTo>
                  <a:cubicBezTo>
                    <a:pt x="149" y="9"/>
                    <a:pt x="141" y="7"/>
                    <a:pt x="137" y="13"/>
                  </a:cubicBezTo>
                  <a:cubicBezTo>
                    <a:pt x="133" y="19"/>
                    <a:pt x="145" y="32"/>
                    <a:pt x="134" y="31"/>
                  </a:cubicBezTo>
                  <a:cubicBezTo>
                    <a:pt x="123" y="29"/>
                    <a:pt x="116" y="41"/>
                    <a:pt x="116" y="41"/>
                  </a:cubicBezTo>
                  <a:cubicBezTo>
                    <a:pt x="116" y="41"/>
                    <a:pt x="121" y="61"/>
                    <a:pt x="109" y="58"/>
                  </a:cubicBezTo>
                  <a:cubicBezTo>
                    <a:pt x="97" y="55"/>
                    <a:pt x="82" y="74"/>
                    <a:pt x="82" y="74"/>
                  </a:cubicBezTo>
                  <a:cubicBezTo>
                    <a:pt x="82" y="74"/>
                    <a:pt x="83" y="96"/>
                    <a:pt x="73" y="89"/>
                  </a:cubicBezTo>
                  <a:cubicBezTo>
                    <a:pt x="63" y="81"/>
                    <a:pt x="58" y="94"/>
                    <a:pt x="58" y="94"/>
                  </a:cubicBezTo>
                  <a:cubicBezTo>
                    <a:pt x="58" y="94"/>
                    <a:pt x="57" y="107"/>
                    <a:pt x="51" y="104"/>
                  </a:cubicBezTo>
                  <a:cubicBezTo>
                    <a:pt x="44" y="101"/>
                    <a:pt x="22" y="118"/>
                    <a:pt x="11" y="110"/>
                  </a:cubicBezTo>
                  <a:cubicBezTo>
                    <a:pt x="0" y="102"/>
                    <a:pt x="11" y="129"/>
                    <a:pt x="35" y="119"/>
                  </a:cubicBezTo>
                  <a:cubicBezTo>
                    <a:pt x="60" y="108"/>
                    <a:pt x="69" y="108"/>
                    <a:pt x="67" y="99"/>
                  </a:cubicBezTo>
                  <a:cubicBezTo>
                    <a:pt x="65" y="90"/>
                    <a:pt x="70" y="95"/>
                    <a:pt x="72" y="98"/>
                  </a:cubicBezTo>
                  <a:cubicBezTo>
                    <a:pt x="75" y="100"/>
                    <a:pt x="89" y="99"/>
                    <a:pt x="88" y="89"/>
                  </a:cubicBezTo>
                  <a:cubicBezTo>
                    <a:pt x="87" y="80"/>
                    <a:pt x="96" y="62"/>
                    <a:pt x="106" y="64"/>
                  </a:cubicBezTo>
                  <a:cubicBezTo>
                    <a:pt x="115" y="65"/>
                    <a:pt x="133" y="64"/>
                    <a:pt x="128" y="55"/>
                  </a:cubicBezTo>
                  <a:cubicBezTo>
                    <a:pt x="122" y="46"/>
                    <a:pt x="122" y="38"/>
                    <a:pt x="132" y="37"/>
                  </a:cubicBezTo>
                  <a:cubicBezTo>
                    <a:pt x="141" y="35"/>
                    <a:pt x="146" y="32"/>
                    <a:pt x="146" y="29"/>
                  </a:cubicBezTo>
                  <a:cubicBezTo>
                    <a:pt x="146" y="26"/>
                    <a:pt x="164" y="46"/>
                    <a:pt x="187" y="38"/>
                  </a:cubicBezTo>
                  <a:cubicBezTo>
                    <a:pt x="211" y="30"/>
                    <a:pt x="241" y="10"/>
                    <a:pt x="247" y="0"/>
                  </a:cubicBezTo>
                  <a:close/>
                </a:path>
              </a:pathLst>
            </a:custGeom>
            <a:solidFill>
              <a:srgbClr val="68AA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9211" name="Freeform 871">
              <a:extLst>
                <a:ext uri="{FF2B5EF4-FFF2-40B4-BE49-F238E27FC236}">
                  <a16:creationId xmlns:a16="http://schemas.microsoft.com/office/drawing/2014/main" id="{7B83D5F1-D50F-4EDA-9CAB-7D5C358B60E5}"/>
                </a:ext>
              </a:extLst>
            </p:cNvPr>
            <p:cNvSpPr>
              <a:spLocks/>
            </p:cNvSpPr>
            <p:nvPr/>
          </p:nvSpPr>
          <p:spPr bwMode="auto">
            <a:xfrm>
              <a:off x="929" y="3788"/>
              <a:ext cx="124" cy="121"/>
            </a:xfrm>
            <a:custGeom>
              <a:avLst/>
              <a:gdLst>
                <a:gd name="T0" fmla="*/ 142 w 104"/>
                <a:gd name="T1" fmla="*/ 0 h 102"/>
                <a:gd name="T2" fmla="*/ 126 w 104"/>
                <a:gd name="T3" fmla="*/ 18 h 102"/>
                <a:gd name="T4" fmla="*/ 104 w 104"/>
                <a:gd name="T5" fmla="*/ 46 h 102"/>
                <a:gd name="T6" fmla="*/ 62 w 104"/>
                <a:gd name="T7" fmla="*/ 83 h 102"/>
                <a:gd name="T8" fmla="*/ 30 w 104"/>
                <a:gd name="T9" fmla="*/ 115 h 102"/>
                <a:gd name="T10" fmla="*/ 7 w 104"/>
                <a:gd name="T11" fmla="*/ 149 h 102"/>
                <a:gd name="T12" fmla="*/ 36 w 104"/>
                <a:gd name="T13" fmla="*/ 146 h 102"/>
                <a:gd name="T14" fmla="*/ 88 w 104"/>
                <a:gd name="T15" fmla="*/ 107 h 102"/>
                <a:gd name="T16" fmla="*/ 140 w 104"/>
                <a:gd name="T17" fmla="*/ 59 h 102"/>
                <a:gd name="T18" fmla="*/ 157 w 104"/>
                <a:gd name="T19" fmla="*/ 36 h 102"/>
                <a:gd name="T20" fmla="*/ 171 w 104"/>
                <a:gd name="T21" fmla="*/ 18 h 102"/>
                <a:gd name="T22" fmla="*/ 150 w 104"/>
                <a:gd name="T23" fmla="*/ 1 h 10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04" h="102">
                  <a:moveTo>
                    <a:pt x="84" y="0"/>
                  </a:moveTo>
                  <a:cubicBezTo>
                    <a:pt x="81" y="1"/>
                    <a:pt x="78" y="8"/>
                    <a:pt x="75" y="11"/>
                  </a:cubicBezTo>
                  <a:cubicBezTo>
                    <a:pt x="71" y="17"/>
                    <a:pt x="66" y="22"/>
                    <a:pt x="61" y="28"/>
                  </a:cubicBezTo>
                  <a:cubicBezTo>
                    <a:pt x="54" y="36"/>
                    <a:pt x="45" y="43"/>
                    <a:pt x="37" y="50"/>
                  </a:cubicBezTo>
                  <a:cubicBezTo>
                    <a:pt x="31" y="57"/>
                    <a:pt x="24" y="62"/>
                    <a:pt x="18" y="69"/>
                  </a:cubicBezTo>
                  <a:cubicBezTo>
                    <a:pt x="13" y="75"/>
                    <a:pt x="6" y="81"/>
                    <a:pt x="4" y="89"/>
                  </a:cubicBezTo>
                  <a:cubicBezTo>
                    <a:pt x="0" y="102"/>
                    <a:pt x="17" y="91"/>
                    <a:pt x="21" y="88"/>
                  </a:cubicBezTo>
                  <a:cubicBezTo>
                    <a:pt x="33" y="81"/>
                    <a:pt x="42" y="73"/>
                    <a:pt x="52" y="64"/>
                  </a:cubicBezTo>
                  <a:cubicBezTo>
                    <a:pt x="62" y="55"/>
                    <a:pt x="72" y="45"/>
                    <a:pt x="82" y="35"/>
                  </a:cubicBezTo>
                  <a:cubicBezTo>
                    <a:pt x="86" y="31"/>
                    <a:pt x="90" y="26"/>
                    <a:pt x="93" y="21"/>
                  </a:cubicBezTo>
                  <a:cubicBezTo>
                    <a:pt x="96" y="18"/>
                    <a:pt x="100" y="15"/>
                    <a:pt x="101" y="11"/>
                  </a:cubicBezTo>
                  <a:cubicBezTo>
                    <a:pt x="104" y="4"/>
                    <a:pt x="96" y="0"/>
                    <a:pt x="89" y="1"/>
                  </a:cubicBezTo>
                </a:path>
              </a:pathLst>
            </a:custGeom>
            <a:solidFill>
              <a:srgbClr val="68AA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9212" name="Freeform 872">
              <a:extLst>
                <a:ext uri="{FF2B5EF4-FFF2-40B4-BE49-F238E27FC236}">
                  <a16:creationId xmlns:a16="http://schemas.microsoft.com/office/drawing/2014/main" id="{ACD1229A-87DB-4F80-8BD5-E1D61E31DE8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3" y="3794"/>
              <a:ext cx="67" cy="32"/>
            </a:xfrm>
            <a:custGeom>
              <a:avLst/>
              <a:gdLst>
                <a:gd name="T0" fmla="*/ 0 w 56"/>
                <a:gd name="T1" fmla="*/ 7 h 27"/>
                <a:gd name="T2" fmla="*/ 56 w 56"/>
                <a:gd name="T3" fmla="*/ 9 h 27"/>
                <a:gd name="T4" fmla="*/ 89 w 56"/>
                <a:gd name="T5" fmla="*/ 45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6" h="27">
                  <a:moveTo>
                    <a:pt x="0" y="4"/>
                  </a:moveTo>
                  <a:cubicBezTo>
                    <a:pt x="13" y="2"/>
                    <a:pt x="20" y="0"/>
                    <a:pt x="33" y="6"/>
                  </a:cubicBezTo>
                  <a:cubicBezTo>
                    <a:pt x="39" y="9"/>
                    <a:pt x="56" y="24"/>
                    <a:pt x="52" y="27"/>
                  </a:cubicBezTo>
                </a:path>
              </a:pathLst>
            </a:custGeom>
            <a:noFill/>
            <a:ln w="7938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9213" name="Freeform 873">
              <a:extLst>
                <a:ext uri="{FF2B5EF4-FFF2-40B4-BE49-F238E27FC236}">
                  <a16:creationId xmlns:a16="http://schemas.microsoft.com/office/drawing/2014/main" id="{0529A122-A38C-4ED6-B5CD-F603C71F1ADA}"/>
                </a:ext>
              </a:extLst>
            </p:cNvPr>
            <p:cNvSpPr>
              <a:spLocks/>
            </p:cNvSpPr>
            <p:nvPr/>
          </p:nvSpPr>
          <p:spPr bwMode="auto">
            <a:xfrm>
              <a:off x="978" y="3821"/>
              <a:ext cx="63" cy="36"/>
            </a:xfrm>
            <a:custGeom>
              <a:avLst/>
              <a:gdLst>
                <a:gd name="T0" fmla="*/ 0 w 53"/>
                <a:gd name="T1" fmla="*/ 1 h 30"/>
                <a:gd name="T2" fmla="*/ 55 w 53"/>
                <a:gd name="T3" fmla="*/ 10 h 30"/>
                <a:gd name="T4" fmla="*/ 89 w 53"/>
                <a:gd name="T5" fmla="*/ 52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3" h="30">
                  <a:moveTo>
                    <a:pt x="0" y="1"/>
                  </a:moveTo>
                  <a:cubicBezTo>
                    <a:pt x="13" y="1"/>
                    <a:pt x="22" y="0"/>
                    <a:pt x="33" y="6"/>
                  </a:cubicBezTo>
                  <a:cubicBezTo>
                    <a:pt x="46" y="13"/>
                    <a:pt x="47" y="18"/>
                    <a:pt x="53" y="30"/>
                  </a:cubicBezTo>
                </a:path>
              </a:pathLst>
            </a:custGeom>
            <a:noFill/>
            <a:ln w="7938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9214" name="Freeform 874">
              <a:extLst>
                <a:ext uri="{FF2B5EF4-FFF2-40B4-BE49-F238E27FC236}">
                  <a16:creationId xmlns:a16="http://schemas.microsoft.com/office/drawing/2014/main" id="{954CF581-9E99-4921-B719-FEA3E78ECAF0}"/>
                </a:ext>
              </a:extLst>
            </p:cNvPr>
            <p:cNvSpPr>
              <a:spLocks/>
            </p:cNvSpPr>
            <p:nvPr/>
          </p:nvSpPr>
          <p:spPr bwMode="auto">
            <a:xfrm>
              <a:off x="953" y="3844"/>
              <a:ext cx="48" cy="50"/>
            </a:xfrm>
            <a:custGeom>
              <a:avLst/>
              <a:gdLst>
                <a:gd name="T0" fmla="*/ 0 w 40"/>
                <a:gd name="T1" fmla="*/ 0 h 42"/>
                <a:gd name="T2" fmla="*/ 70 w 40"/>
                <a:gd name="T3" fmla="*/ 71 h 4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0" h="42">
                  <a:moveTo>
                    <a:pt x="0" y="0"/>
                  </a:moveTo>
                  <a:cubicBezTo>
                    <a:pt x="17" y="9"/>
                    <a:pt x="39" y="20"/>
                    <a:pt x="40" y="42"/>
                  </a:cubicBezTo>
                </a:path>
              </a:pathLst>
            </a:custGeom>
            <a:noFill/>
            <a:ln w="7938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9215" name="Freeform 875">
              <a:extLst>
                <a:ext uri="{FF2B5EF4-FFF2-40B4-BE49-F238E27FC236}">
                  <a16:creationId xmlns:a16="http://schemas.microsoft.com/office/drawing/2014/main" id="{C1CFE53E-C3AA-496A-BE3F-2F6E5AEBB8C8}"/>
                </a:ext>
              </a:extLst>
            </p:cNvPr>
            <p:cNvSpPr>
              <a:spLocks/>
            </p:cNvSpPr>
            <p:nvPr/>
          </p:nvSpPr>
          <p:spPr bwMode="auto">
            <a:xfrm>
              <a:off x="922" y="3877"/>
              <a:ext cx="50" cy="34"/>
            </a:xfrm>
            <a:custGeom>
              <a:avLst/>
              <a:gdLst>
                <a:gd name="T0" fmla="*/ 0 w 42"/>
                <a:gd name="T1" fmla="*/ 0 h 28"/>
                <a:gd name="T2" fmla="*/ 44 w 42"/>
                <a:gd name="T3" fmla="*/ 22 h 28"/>
                <a:gd name="T4" fmla="*/ 71 w 42"/>
                <a:gd name="T5" fmla="*/ 50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" h="28">
                  <a:moveTo>
                    <a:pt x="0" y="0"/>
                  </a:moveTo>
                  <a:cubicBezTo>
                    <a:pt x="11" y="4"/>
                    <a:pt x="17" y="4"/>
                    <a:pt x="26" y="12"/>
                  </a:cubicBezTo>
                  <a:cubicBezTo>
                    <a:pt x="31" y="16"/>
                    <a:pt x="41" y="24"/>
                    <a:pt x="42" y="28"/>
                  </a:cubicBezTo>
                </a:path>
              </a:pathLst>
            </a:custGeom>
            <a:noFill/>
            <a:ln w="7938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9216" name="Freeform 876">
              <a:extLst>
                <a:ext uri="{FF2B5EF4-FFF2-40B4-BE49-F238E27FC236}">
                  <a16:creationId xmlns:a16="http://schemas.microsoft.com/office/drawing/2014/main" id="{BCEC57BD-4210-465A-B465-D6610F326F7F}"/>
                </a:ext>
              </a:extLst>
            </p:cNvPr>
            <p:cNvSpPr>
              <a:spLocks/>
            </p:cNvSpPr>
            <p:nvPr/>
          </p:nvSpPr>
          <p:spPr bwMode="auto">
            <a:xfrm>
              <a:off x="820" y="3906"/>
              <a:ext cx="79" cy="113"/>
            </a:xfrm>
            <a:custGeom>
              <a:avLst/>
              <a:gdLst>
                <a:gd name="T0" fmla="*/ 75 w 67"/>
                <a:gd name="T1" fmla="*/ 0 h 95"/>
                <a:gd name="T2" fmla="*/ 8 w 67"/>
                <a:gd name="T3" fmla="*/ 90 h 95"/>
                <a:gd name="T4" fmla="*/ 53 w 67"/>
                <a:gd name="T5" fmla="*/ 140 h 95"/>
                <a:gd name="T6" fmla="*/ 110 w 67"/>
                <a:gd name="T7" fmla="*/ 157 h 95"/>
                <a:gd name="T8" fmla="*/ 72 w 67"/>
                <a:gd name="T9" fmla="*/ 127 h 95"/>
                <a:gd name="T10" fmla="*/ 52 w 67"/>
                <a:gd name="T11" fmla="*/ 77 h 95"/>
                <a:gd name="T12" fmla="*/ 75 w 67"/>
                <a:gd name="T13" fmla="*/ 6 h 9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7" h="95">
                  <a:moveTo>
                    <a:pt x="46" y="0"/>
                  </a:moveTo>
                  <a:cubicBezTo>
                    <a:pt x="29" y="12"/>
                    <a:pt x="0" y="29"/>
                    <a:pt x="5" y="54"/>
                  </a:cubicBezTo>
                  <a:cubicBezTo>
                    <a:pt x="7" y="70"/>
                    <a:pt x="20" y="76"/>
                    <a:pt x="32" y="83"/>
                  </a:cubicBezTo>
                  <a:cubicBezTo>
                    <a:pt x="40" y="89"/>
                    <a:pt x="58" y="95"/>
                    <a:pt x="67" y="93"/>
                  </a:cubicBezTo>
                  <a:cubicBezTo>
                    <a:pt x="67" y="85"/>
                    <a:pt x="50" y="81"/>
                    <a:pt x="44" y="76"/>
                  </a:cubicBezTo>
                  <a:cubicBezTo>
                    <a:pt x="35" y="68"/>
                    <a:pt x="31" y="58"/>
                    <a:pt x="31" y="46"/>
                  </a:cubicBezTo>
                  <a:cubicBezTo>
                    <a:pt x="31" y="30"/>
                    <a:pt x="40" y="17"/>
                    <a:pt x="46" y="3"/>
                  </a:cubicBezTo>
                </a:path>
              </a:pathLst>
            </a:custGeom>
            <a:solidFill>
              <a:srgbClr val="68AA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9217" name="Freeform 877">
              <a:extLst>
                <a:ext uri="{FF2B5EF4-FFF2-40B4-BE49-F238E27FC236}">
                  <a16:creationId xmlns:a16="http://schemas.microsoft.com/office/drawing/2014/main" id="{FDA5E3DE-CC99-4E51-8B2E-5E3743FACD26}"/>
                </a:ext>
              </a:extLst>
            </p:cNvPr>
            <p:cNvSpPr>
              <a:spLocks/>
            </p:cNvSpPr>
            <p:nvPr/>
          </p:nvSpPr>
          <p:spPr bwMode="auto">
            <a:xfrm>
              <a:off x="828" y="3932"/>
              <a:ext cx="32" cy="67"/>
            </a:xfrm>
            <a:custGeom>
              <a:avLst/>
              <a:gdLst>
                <a:gd name="T0" fmla="*/ 24 w 27"/>
                <a:gd name="T1" fmla="*/ 0 h 56"/>
                <a:gd name="T2" fmla="*/ 2 w 27"/>
                <a:gd name="T3" fmla="*/ 50 h 56"/>
                <a:gd name="T4" fmla="*/ 45 w 27"/>
                <a:gd name="T5" fmla="*/ 96 h 56"/>
                <a:gd name="T6" fmla="*/ 21 w 27"/>
                <a:gd name="T7" fmla="*/ 2 h 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56">
                  <a:moveTo>
                    <a:pt x="14" y="0"/>
                  </a:moveTo>
                  <a:cubicBezTo>
                    <a:pt x="10" y="10"/>
                    <a:pt x="0" y="16"/>
                    <a:pt x="2" y="29"/>
                  </a:cubicBezTo>
                  <a:cubicBezTo>
                    <a:pt x="4" y="41"/>
                    <a:pt x="14" y="55"/>
                    <a:pt x="27" y="56"/>
                  </a:cubicBezTo>
                  <a:cubicBezTo>
                    <a:pt x="11" y="45"/>
                    <a:pt x="4" y="18"/>
                    <a:pt x="13" y="2"/>
                  </a:cubicBezTo>
                </a:path>
              </a:pathLst>
            </a:custGeom>
            <a:solidFill>
              <a:srgbClr val="9DCC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9218" name="Freeform 878">
              <a:extLst>
                <a:ext uri="{FF2B5EF4-FFF2-40B4-BE49-F238E27FC236}">
                  <a16:creationId xmlns:a16="http://schemas.microsoft.com/office/drawing/2014/main" id="{2217BBC4-DD27-4D0B-91EB-A1AE31D4674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9" y="3725"/>
              <a:ext cx="24" cy="52"/>
            </a:xfrm>
            <a:custGeom>
              <a:avLst/>
              <a:gdLst>
                <a:gd name="T0" fmla="*/ 0 w 20"/>
                <a:gd name="T1" fmla="*/ 0 h 44"/>
                <a:gd name="T2" fmla="*/ 12 w 20"/>
                <a:gd name="T3" fmla="*/ 72 h 44"/>
                <a:gd name="T4" fmla="*/ 6 w 20"/>
                <a:gd name="T5" fmla="*/ 6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44">
                  <a:moveTo>
                    <a:pt x="0" y="0"/>
                  </a:moveTo>
                  <a:cubicBezTo>
                    <a:pt x="20" y="8"/>
                    <a:pt x="12" y="29"/>
                    <a:pt x="7" y="44"/>
                  </a:cubicBezTo>
                  <a:cubicBezTo>
                    <a:pt x="6" y="35"/>
                    <a:pt x="15" y="6"/>
                    <a:pt x="3" y="3"/>
                  </a:cubicBezTo>
                </a:path>
              </a:pathLst>
            </a:custGeom>
            <a:solidFill>
              <a:srgbClr val="9DCC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9219" name="Freeform 879">
              <a:extLst>
                <a:ext uri="{FF2B5EF4-FFF2-40B4-BE49-F238E27FC236}">
                  <a16:creationId xmlns:a16="http://schemas.microsoft.com/office/drawing/2014/main" id="{2DA05E62-5C9E-4554-A64D-B4BD9A971B89}"/>
                </a:ext>
              </a:extLst>
            </p:cNvPr>
            <p:cNvSpPr>
              <a:spLocks/>
            </p:cNvSpPr>
            <p:nvPr/>
          </p:nvSpPr>
          <p:spPr bwMode="auto">
            <a:xfrm>
              <a:off x="999" y="3900"/>
              <a:ext cx="11" cy="11"/>
            </a:xfrm>
            <a:custGeom>
              <a:avLst/>
              <a:gdLst>
                <a:gd name="T0" fmla="*/ 0 w 9"/>
                <a:gd name="T1" fmla="*/ 13 h 9"/>
                <a:gd name="T2" fmla="*/ 15 w 9"/>
                <a:gd name="T3" fmla="*/ 0 h 9"/>
                <a:gd name="T4" fmla="*/ 16 w 9"/>
                <a:gd name="T5" fmla="*/ 16 h 9"/>
                <a:gd name="T6" fmla="*/ 2 w 9"/>
                <a:gd name="T7" fmla="*/ 13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9">
                  <a:moveTo>
                    <a:pt x="0" y="7"/>
                  </a:moveTo>
                  <a:cubicBezTo>
                    <a:pt x="5" y="8"/>
                    <a:pt x="8" y="4"/>
                    <a:pt x="8" y="0"/>
                  </a:cubicBezTo>
                  <a:cubicBezTo>
                    <a:pt x="9" y="3"/>
                    <a:pt x="9" y="6"/>
                    <a:pt x="9" y="9"/>
                  </a:cubicBezTo>
                  <a:cubicBezTo>
                    <a:pt x="6" y="9"/>
                    <a:pt x="4" y="9"/>
                    <a:pt x="2" y="7"/>
                  </a:cubicBezTo>
                </a:path>
              </a:pathLst>
            </a:custGeom>
            <a:solidFill>
              <a:srgbClr val="9DCC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9220" name="Freeform 880">
              <a:extLst>
                <a:ext uri="{FF2B5EF4-FFF2-40B4-BE49-F238E27FC236}">
                  <a16:creationId xmlns:a16="http://schemas.microsoft.com/office/drawing/2014/main" id="{D566162E-B4C1-4276-B25A-8556E951E6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7" y="3856"/>
              <a:ext cx="12" cy="13"/>
            </a:xfrm>
            <a:custGeom>
              <a:avLst/>
              <a:gdLst>
                <a:gd name="T0" fmla="*/ 0 w 10"/>
                <a:gd name="T1" fmla="*/ 18 h 11"/>
                <a:gd name="T2" fmla="*/ 8 w 10"/>
                <a:gd name="T3" fmla="*/ 0 h 11"/>
                <a:gd name="T4" fmla="*/ 6 w 10"/>
                <a:gd name="T5" fmla="*/ 17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1">
                  <a:moveTo>
                    <a:pt x="0" y="11"/>
                  </a:moveTo>
                  <a:cubicBezTo>
                    <a:pt x="5" y="10"/>
                    <a:pt x="7" y="4"/>
                    <a:pt x="5" y="0"/>
                  </a:cubicBezTo>
                  <a:cubicBezTo>
                    <a:pt x="8" y="3"/>
                    <a:pt x="10" y="10"/>
                    <a:pt x="3" y="10"/>
                  </a:cubicBezTo>
                </a:path>
              </a:pathLst>
            </a:custGeom>
            <a:solidFill>
              <a:srgbClr val="9DCC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9221" name="Freeform 881">
              <a:extLst>
                <a:ext uri="{FF2B5EF4-FFF2-40B4-BE49-F238E27FC236}">
                  <a16:creationId xmlns:a16="http://schemas.microsoft.com/office/drawing/2014/main" id="{47CC4C89-9923-4D2E-9A71-46971E3A500F}"/>
                </a:ext>
              </a:extLst>
            </p:cNvPr>
            <p:cNvSpPr>
              <a:spLocks/>
            </p:cNvSpPr>
            <p:nvPr/>
          </p:nvSpPr>
          <p:spPr bwMode="auto">
            <a:xfrm>
              <a:off x="971" y="3913"/>
              <a:ext cx="14" cy="17"/>
            </a:xfrm>
            <a:custGeom>
              <a:avLst/>
              <a:gdLst>
                <a:gd name="T0" fmla="*/ 0 w 12"/>
                <a:gd name="T1" fmla="*/ 16 h 14"/>
                <a:gd name="T2" fmla="*/ 13 w 12"/>
                <a:gd name="T3" fmla="*/ 0 h 14"/>
                <a:gd name="T4" fmla="*/ 6 w 12"/>
                <a:gd name="T5" fmla="*/ 16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4">
                  <a:moveTo>
                    <a:pt x="0" y="9"/>
                  </a:moveTo>
                  <a:cubicBezTo>
                    <a:pt x="5" y="8"/>
                    <a:pt x="12" y="6"/>
                    <a:pt x="8" y="0"/>
                  </a:cubicBezTo>
                  <a:cubicBezTo>
                    <a:pt x="12" y="5"/>
                    <a:pt x="10" y="14"/>
                    <a:pt x="3" y="9"/>
                  </a:cubicBezTo>
                </a:path>
              </a:pathLst>
            </a:custGeom>
            <a:solidFill>
              <a:srgbClr val="9DCC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</p:grpSp>
      <p:grpSp>
        <p:nvGrpSpPr>
          <p:cNvPr id="49159" name="green-athletic-shoe-illustration">
            <a:extLst>
              <a:ext uri="{FF2B5EF4-FFF2-40B4-BE49-F238E27FC236}">
                <a16:creationId xmlns:a16="http://schemas.microsoft.com/office/drawing/2014/main" id="{FFD9D02C-307C-4869-B01F-4F0CB0C4A2E8}"/>
              </a:ext>
            </a:extLst>
          </p:cNvPr>
          <p:cNvGrpSpPr>
            <a:grpSpLocks/>
          </p:cNvGrpSpPr>
          <p:nvPr/>
        </p:nvGrpSpPr>
        <p:grpSpPr bwMode="auto">
          <a:xfrm>
            <a:off x="4559300" y="5940425"/>
            <a:ext cx="868363" cy="657225"/>
            <a:chOff x="1912" y="3717"/>
            <a:chExt cx="547" cy="414"/>
          </a:xfrm>
        </p:grpSpPr>
        <p:sp>
          <p:nvSpPr>
            <p:cNvPr id="49176" name="Freeform 883">
              <a:extLst>
                <a:ext uri="{FF2B5EF4-FFF2-40B4-BE49-F238E27FC236}">
                  <a16:creationId xmlns:a16="http://schemas.microsoft.com/office/drawing/2014/main" id="{FDEB41FB-3913-4A78-98CA-BFEDA8D982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2" y="3717"/>
              <a:ext cx="547" cy="400"/>
            </a:xfrm>
            <a:custGeom>
              <a:avLst/>
              <a:gdLst>
                <a:gd name="T0" fmla="*/ 25 w 459"/>
                <a:gd name="T1" fmla="*/ 110 h 336"/>
                <a:gd name="T2" fmla="*/ 21 w 459"/>
                <a:gd name="T3" fmla="*/ 220 h 336"/>
                <a:gd name="T4" fmla="*/ 29 w 459"/>
                <a:gd name="T5" fmla="*/ 293 h 336"/>
                <a:gd name="T6" fmla="*/ 27 w 459"/>
                <a:gd name="T7" fmla="*/ 337 h 336"/>
                <a:gd name="T8" fmla="*/ 244 w 459"/>
                <a:gd name="T9" fmla="*/ 385 h 336"/>
                <a:gd name="T10" fmla="*/ 280 w 459"/>
                <a:gd name="T11" fmla="*/ 374 h 336"/>
                <a:gd name="T12" fmla="*/ 387 w 459"/>
                <a:gd name="T13" fmla="*/ 449 h 336"/>
                <a:gd name="T14" fmla="*/ 672 w 459"/>
                <a:gd name="T15" fmla="*/ 470 h 336"/>
                <a:gd name="T16" fmla="*/ 607 w 459"/>
                <a:gd name="T17" fmla="*/ 277 h 336"/>
                <a:gd name="T18" fmla="*/ 443 w 459"/>
                <a:gd name="T19" fmla="*/ 140 h 336"/>
                <a:gd name="T20" fmla="*/ 431 w 459"/>
                <a:gd name="T21" fmla="*/ 12 h 336"/>
                <a:gd name="T22" fmla="*/ 276 w 459"/>
                <a:gd name="T23" fmla="*/ 118 h 336"/>
                <a:gd name="T24" fmla="*/ 294 w 459"/>
                <a:gd name="T25" fmla="*/ 187 h 336"/>
                <a:gd name="T26" fmla="*/ 166 w 459"/>
                <a:gd name="T27" fmla="*/ 139 h 336"/>
                <a:gd name="T28" fmla="*/ 25 w 459"/>
                <a:gd name="T29" fmla="*/ 110 h 3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459" h="336">
                  <a:moveTo>
                    <a:pt x="15" y="65"/>
                  </a:moveTo>
                  <a:cubicBezTo>
                    <a:pt x="15" y="65"/>
                    <a:pt x="24" y="104"/>
                    <a:pt x="13" y="130"/>
                  </a:cubicBezTo>
                  <a:cubicBezTo>
                    <a:pt x="2" y="155"/>
                    <a:pt x="17" y="174"/>
                    <a:pt x="17" y="174"/>
                  </a:cubicBezTo>
                  <a:cubicBezTo>
                    <a:pt x="17" y="174"/>
                    <a:pt x="0" y="186"/>
                    <a:pt x="16" y="200"/>
                  </a:cubicBezTo>
                  <a:cubicBezTo>
                    <a:pt x="31" y="213"/>
                    <a:pt x="144" y="228"/>
                    <a:pt x="144" y="228"/>
                  </a:cubicBezTo>
                  <a:cubicBezTo>
                    <a:pt x="144" y="228"/>
                    <a:pt x="157" y="227"/>
                    <a:pt x="165" y="222"/>
                  </a:cubicBezTo>
                  <a:cubicBezTo>
                    <a:pt x="165" y="222"/>
                    <a:pt x="214" y="252"/>
                    <a:pt x="229" y="266"/>
                  </a:cubicBezTo>
                  <a:cubicBezTo>
                    <a:pt x="244" y="280"/>
                    <a:pt x="335" y="336"/>
                    <a:pt x="397" y="279"/>
                  </a:cubicBezTo>
                  <a:cubicBezTo>
                    <a:pt x="459" y="222"/>
                    <a:pt x="384" y="173"/>
                    <a:pt x="358" y="165"/>
                  </a:cubicBezTo>
                  <a:cubicBezTo>
                    <a:pt x="331" y="157"/>
                    <a:pt x="262" y="83"/>
                    <a:pt x="262" y="83"/>
                  </a:cubicBezTo>
                  <a:cubicBezTo>
                    <a:pt x="262" y="83"/>
                    <a:pt x="291" y="15"/>
                    <a:pt x="255" y="7"/>
                  </a:cubicBezTo>
                  <a:cubicBezTo>
                    <a:pt x="220" y="0"/>
                    <a:pt x="136" y="18"/>
                    <a:pt x="164" y="70"/>
                  </a:cubicBezTo>
                  <a:cubicBezTo>
                    <a:pt x="177" y="95"/>
                    <a:pt x="174" y="111"/>
                    <a:pt x="174" y="111"/>
                  </a:cubicBezTo>
                  <a:cubicBezTo>
                    <a:pt x="174" y="111"/>
                    <a:pt x="115" y="104"/>
                    <a:pt x="98" y="82"/>
                  </a:cubicBezTo>
                  <a:cubicBezTo>
                    <a:pt x="73" y="50"/>
                    <a:pt x="13" y="55"/>
                    <a:pt x="15" y="65"/>
                  </a:cubicBezTo>
                  <a:close/>
                </a:path>
              </a:pathLst>
            </a:custGeom>
            <a:solidFill>
              <a:srgbClr val="4E94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9177" name="Freeform 884">
              <a:extLst>
                <a:ext uri="{FF2B5EF4-FFF2-40B4-BE49-F238E27FC236}">
                  <a16:creationId xmlns:a16="http://schemas.microsoft.com/office/drawing/2014/main" id="{BDDA278A-B469-4E3B-8044-55D5D5CCA7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2" y="3781"/>
              <a:ext cx="174" cy="207"/>
            </a:xfrm>
            <a:custGeom>
              <a:avLst/>
              <a:gdLst>
                <a:gd name="T0" fmla="*/ 27 w 146"/>
                <a:gd name="T1" fmla="*/ 246 h 174"/>
                <a:gd name="T2" fmla="*/ 244 w 146"/>
                <a:gd name="T3" fmla="*/ 293 h 174"/>
                <a:gd name="T4" fmla="*/ 247 w 146"/>
                <a:gd name="T5" fmla="*/ 293 h 174"/>
                <a:gd name="T6" fmla="*/ 82 w 146"/>
                <a:gd name="T7" fmla="*/ 252 h 174"/>
                <a:gd name="T8" fmla="*/ 74 w 146"/>
                <a:gd name="T9" fmla="*/ 217 h 174"/>
                <a:gd name="T10" fmla="*/ 80 w 146"/>
                <a:gd name="T11" fmla="*/ 134 h 174"/>
                <a:gd name="T12" fmla="*/ 81 w 146"/>
                <a:gd name="T13" fmla="*/ 27 h 174"/>
                <a:gd name="T14" fmla="*/ 116 w 146"/>
                <a:gd name="T15" fmla="*/ 14 h 174"/>
                <a:gd name="T16" fmla="*/ 25 w 146"/>
                <a:gd name="T17" fmla="*/ 18 h 174"/>
                <a:gd name="T18" fmla="*/ 21 w 146"/>
                <a:gd name="T19" fmla="*/ 127 h 174"/>
                <a:gd name="T20" fmla="*/ 29 w 146"/>
                <a:gd name="T21" fmla="*/ 202 h 174"/>
                <a:gd name="T22" fmla="*/ 27 w 146"/>
                <a:gd name="T23" fmla="*/ 246 h 17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46" h="174">
                  <a:moveTo>
                    <a:pt x="16" y="146"/>
                  </a:moveTo>
                  <a:cubicBezTo>
                    <a:pt x="31" y="159"/>
                    <a:pt x="144" y="174"/>
                    <a:pt x="144" y="174"/>
                  </a:cubicBezTo>
                  <a:cubicBezTo>
                    <a:pt x="144" y="174"/>
                    <a:pt x="144" y="174"/>
                    <a:pt x="146" y="174"/>
                  </a:cubicBezTo>
                  <a:cubicBezTo>
                    <a:pt x="111" y="168"/>
                    <a:pt x="59" y="159"/>
                    <a:pt x="49" y="150"/>
                  </a:cubicBezTo>
                  <a:cubicBezTo>
                    <a:pt x="34" y="136"/>
                    <a:pt x="44" y="129"/>
                    <a:pt x="44" y="129"/>
                  </a:cubicBezTo>
                  <a:cubicBezTo>
                    <a:pt x="44" y="129"/>
                    <a:pt x="36" y="106"/>
                    <a:pt x="47" y="80"/>
                  </a:cubicBezTo>
                  <a:cubicBezTo>
                    <a:pt x="57" y="55"/>
                    <a:pt x="48" y="16"/>
                    <a:pt x="48" y="16"/>
                  </a:cubicBezTo>
                  <a:cubicBezTo>
                    <a:pt x="48" y="12"/>
                    <a:pt x="56" y="9"/>
                    <a:pt x="68" y="8"/>
                  </a:cubicBezTo>
                  <a:cubicBezTo>
                    <a:pt x="42" y="0"/>
                    <a:pt x="14" y="4"/>
                    <a:pt x="15" y="11"/>
                  </a:cubicBezTo>
                  <a:cubicBezTo>
                    <a:pt x="15" y="11"/>
                    <a:pt x="24" y="50"/>
                    <a:pt x="13" y="76"/>
                  </a:cubicBezTo>
                  <a:cubicBezTo>
                    <a:pt x="2" y="101"/>
                    <a:pt x="17" y="120"/>
                    <a:pt x="17" y="120"/>
                  </a:cubicBezTo>
                  <a:cubicBezTo>
                    <a:pt x="17" y="120"/>
                    <a:pt x="0" y="132"/>
                    <a:pt x="16" y="146"/>
                  </a:cubicBezTo>
                  <a:close/>
                </a:path>
              </a:pathLst>
            </a:custGeom>
            <a:solidFill>
              <a:srgbClr val="2A6B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9178" name="Freeform 885">
              <a:extLst>
                <a:ext uri="{FF2B5EF4-FFF2-40B4-BE49-F238E27FC236}">
                  <a16:creationId xmlns:a16="http://schemas.microsoft.com/office/drawing/2014/main" id="{C987E47C-131A-496A-B6D0-ED55844517E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2" y="3717"/>
              <a:ext cx="547" cy="400"/>
            </a:xfrm>
            <a:custGeom>
              <a:avLst/>
              <a:gdLst>
                <a:gd name="T0" fmla="*/ 25 w 459"/>
                <a:gd name="T1" fmla="*/ 110 h 336"/>
                <a:gd name="T2" fmla="*/ 21 w 459"/>
                <a:gd name="T3" fmla="*/ 220 h 336"/>
                <a:gd name="T4" fmla="*/ 29 w 459"/>
                <a:gd name="T5" fmla="*/ 293 h 336"/>
                <a:gd name="T6" fmla="*/ 27 w 459"/>
                <a:gd name="T7" fmla="*/ 337 h 336"/>
                <a:gd name="T8" fmla="*/ 244 w 459"/>
                <a:gd name="T9" fmla="*/ 385 h 336"/>
                <a:gd name="T10" fmla="*/ 280 w 459"/>
                <a:gd name="T11" fmla="*/ 374 h 336"/>
                <a:gd name="T12" fmla="*/ 387 w 459"/>
                <a:gd name="T13" fmla="*/ 449 h 336"/>
                <a:gd name="T14" fmla="*/ 672 w 459"/>
                <a:gd name="T15" fmla="*/ 470 h 336"/>
                <a:gd name="T16" fmla="*/ 607 w 459"/>
                <a:gd name="T17" fmla="*/ 277 h 336"/>
                <a:gd name="T18" fmla="*/ 443 w 459"/>
                <a:gd name="T19" fmla="*/ 140 h 336"/>
                <a:gd name="T20" fmla="*/ 431 w 459"/>
                <a:gd name="T21" fmla="*/ 12 h 336"/>
                <a:gd name="T22" fmla="*/ 276 w 459"/>
                <a:gd name="T23" fmla="*/ 118 h 336"/>
                <a:gd name="T24" fmla="*/ 294 w 459"/>
                <a:gd name="T25" fmla="*/ 187 h 336"/>
                <a:gd name="T26" fmla="*/ 166 w 459"/>
                <a:gd name="T27" fmla="*/ 139 h 336"/>
                <a:gd name="T28" fmla="*/ 25 w 459"/>
                <a:gd name="T29" fmla="*/ 110 h 3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459" h="336">
                  <a:moveTo>
                    <a:pt x="15" y="65"/>
                  </a:moveTo>
                  <a:cubicBezTo>
                    <a:pt x="15" y="65"/>
                    <a:pt x="24" y="104"/>
                    <a:pt x="13" y="130"/>
                  </a:cubicBezTo>
                  <a:cubicBezTo>
                    <a:pt x="2" y="155"/>
                    <a:pt x="17" y="174"/>
                    <a:pt x="17" y="174"/>
                  </a:cubicBezTo>
                  <a:cubicBezTo>
                    <a:pt x="17" y="174"/>
                    <a:pt x="0" y="186"/>
                    <a:pt x="16" y="200"/>
                  </a:cubicBezTo>
                  <a:cubicBezTo>
                    <a:pt x="31" y="213"/>
                    <a:pt x="144" y="228"/>
                    <a:pt x="144" y="228"/>
                  </a:cubicBezTo>
                  <a:cubicBezTo>
                    <a:pt x="144" y="228"/>
                    <a:pt x="157" y="227"/>
                    <a:pt x="165" y="222"/>
                  </a:cubicBezTo>
                  <a:cubicBezTo>
                    <a:pt x="165" y="222"/>
                    <a:pt x="214" y="252"/>
                    <a:pt x="229" y="266"/>
                  </a:cubicBezTo>
                  <a:cubicBezTo>
                    <a:pt x="244" y="280"/>
                    <a:pt x="335" y="336"/>
                    <a:pt x="397" y="279"/>
                  </a:cubicBezTo>
                  <a:cubicBezTo>
                    <a:pt x="459" y="222"/>
                    <a:pt x="384" y="173"/>
                    <a:pt x="358" y="165"/>
                  </a:cubicBezTo>
                  <a:cubicBezTo>
                    <a:pt x="331" y="157"/>
                    <a:pt x="262" y="83"/>
                    <a:pt x="262" y="83"/>
                  </a:cubicBezTo>
                  <a:cubicBezTo>
                    <a:pt x="262" y="83"/>
                    <a:pt x="291" y="15"/>
                    <a:pt x="255" y="7"/>
                  </a:cubicBezTo>
                  <a:cubicBezTo>
                    <a:pt x="220" y="0"/>
                    <a:pt x="136" y="18"/>
                    <a:pt x="164" y="70"/>
                  </a:cubicBezTo>
                  <a:cubicBezTo>
                    <a:pt x="177" y="95"/>
                    <a:pt x="174" y="111"/>
                    <a:pt x="174" y="111"/>
                  </a:cubicBezTo>
                  <a:cubicBezTo>
                    <a:pt x="174" y="111"/>
                    <a:pt x="115" y="104"/>
                    <a:pt x="98" y="82"/>
                  </a:cubicBezTo>
                  <a:cubicBezTo>
                    <a:pt x="73" y="50"/>
                    <a:pt x="13" y="55"/>
                    <a:pt x="15" y="65"/>
                  </a:cubicBezTo>
                  <a:close/>
                </a:path>
              </a:pathLst>
            </a:custGeom>
            <a:noFill/>
            <a:ln w="7938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9179" name="Freeform 886">
              <a:extLst>
                <a:ext uri="{FF2B5EF4-FFF2-40B4-BE49-F238E27FC236}">
                  <a16:creationId xmlns:a16="http://schemas.microsoft.com/office/drawing/2014/main" id="{A7DA8239-6474-45FA-9B35-F08AC911B5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2" y="3924"/>
              <a:ext cx="176" cy="57"/>
            </a:xfrm>
            <a:custGeom>
              <a:avLst/>
              <a:gdLst>
                <a:gd name="T0" fmla="*/ 0 w 148"/>
                <a:gd name="T1" fmla="*/ 0 h 48"/>
                <a:gd name="T2" fmla="*/ 125 w 148"/>
                <a:gd name="T3" fmla="*/ 34 h 48"/>
                <a:gd name="T4" fmla="*/ 249 w 148"/>
                <a:gd name="T5" fmla="*/ 81 h 4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8" h="48">
                  <a:moveTo>
                    <a:pt x="0" y="0"/>
                  </a:moveTo>
                  <a:cubicBezTo>
                    <a:pt x="0" y="0"/>
                    <a:pt x="36" y="15"/>
                    <a:pt x="74" y="20"/>
                  </a:cubicBezTo>
                  <a:cubicBezTo>
                    <a:pt x="112" y="25"/>
                    <a:pt x="129" y="33"/>
                    <a:pt x="148" y="48"/>
                  </a:cubicBezTo>
                </a:path>
              </a:pathLst>
            </a:custGeom>
            <a:noFill/>
            <a:ln w="7938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9180" name="Freeform 887">
              <a:extLst>
                <a:ext uri="{FF2B5EF4-FFF2-40B4-BE49-F238E27FC236}">
                  <a16:creationId xmlns:a16="http://schemas.microsoft.com/office/drawing/2014/main" id="{48A98FD7-6451-47D3-9120-EDEAB6EC1B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1" y="3962"/>
              <a:ext cx="322" cy="169"/>
            </a:xfrm>
            <a:custGeom>
              <a:avLst/>
              <a:gdLst>
                <a:gd name="T0" fmla="*/ 0 w 270"/>
                <a:gd name="T1" fmla="*/ 0 h 142"/>
                <a:gd name="T2" fmla="*/ 95 w 270"/>
                <a:gd name="T3" fmla="*/ 45 h 142"/>
                <a:gd name="T4" fmla="*/ 458 w 270"/>
                <a:gd name="T5" fmla="*/ 90 h 1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0" h="142">
                  <a:moveTo>
                    <a:pt x="0" y="0"/>
                  </a:moveTo>
                  <a:cubicBezTo>
                    <a:pt x="0" y="0"/>
                    <a:pt x="29" y="12"/>
                    <a:pt x="56" y="27"/>
                  </a:cubicBezTo>
                  <a:cubicBezTo>
                    <a:pt x="83" y="42"/>
                    <a:pt x="185" y="142"/>
                    <a:pt x="270" y="54"/>
                  </a:cubicBezTo>
                </a:path>
              </a:pathLst>
            </a:custGeom>
            <a:noFill/>
            <a:ln w="7938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9181" name="Freeform 888">
              <a:extLst>
                <a:ext uri="{FF2B5EF4-FFF2-40B4-BE49-F238E27FC236}">
                  <a16:creationId xmlns:a16="http://schemas.microsoft.com/office/drawing/2014/main" id="{D2F594D8-6CE8-4766-B47E-135A3513F7C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3" y="3968"/>
              <a:ext cx="16" cy="20"/>
            </a:xfrm>
            <a:custGeom>
              <a:avLst/>
              <a:gdLst>
                <a:gd name="T0" fmla="*/ 0 w 13"/>
                <a:gd name="T1" fmla="*/ 28 h 17"/>
                <a:gd name="T2" fmla="*/ 9 w 13"/>
                <a:gd name="T3" fmla="*/ 0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7">
                  <a:moveTo>
                    <a:pt x="0" y="17"/>
                  </a:moveTo>
                  <a:cubicBezTo>
                    <a:pt x="0" y="17"/>
                    <a:pt x="13" y="4"/>
                    <a:pt x="5" y="0"/>
                  </a:cubicBezTo>
                </a:path>
              </a:pathLst>
            </a:custGeom>
            <a:noFill/>
            <a:ln w="7938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9182" name="Freeform 889">
              <a:extLst>
                <a:ext uri="{FF2B5EF4-FFF2-40B4-BE49-F238E27FC236}">
                  <a16:creationId xmlns:a16="http://schemas.microsoft.com/office/drawing/2014/main" id="{702F493C-808F-414E-BB7E-21E847901D7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5" y="3815"/>
              <a:ext cx="189" cy="138"/>
            </a:xfrm>
            <a:custGeom>
              <a:avLst/>
              <a:gdLst>
                <a:gd name="T0" fmla="*/ 0 w 158"/>
                <a:gd name="T1" fmla="*/ 44 h 116"/>
                <a:gd name="T2" fmla="*/ 61 w 158"/>
                <a:gd name="T3" fmla="*/ 17 h 116"/>
                <a:gd name="T4" fmla="*/ 87 w 158"/>
                <a:gd name="T5" fmla="*/ 51 h 116"/>
                <a:gd name="T6" fmla="*/ 127 w 158"/>
                <a:gd name="T7" fmla="*/ 89 h 116"/>
                <a:gd name="T8" fmla="*/ 202 w 158"/>
                <a:gd name="T9" fmla="*/ 158 h 116"/>
                <a:gd name="T10" fmla="*/ 270 w 158"/>
                <a:gd name="T11" fmla="*/ 187 h 1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8" h="116">
                  <a:moveTo>
                    <a:pt x="0" y="26"/>
                  </a:moveTo>
                  <a:cubicBezTo>
                    <a:pt x="7" y="36"/>
                    <a:pt x="21" y="0"/>
                    <a:pt x="36" y="10"/>
                  </a:cubicBezTo>
                  <a:cubicBezTo>
                    <a:pt x="42" y="14"/>
                    <a:pt x="46" y="24"/>
                    <a:pt x="51" y="30"/>
                  </a:cubicBezTo>
                  <a:cubicBezTo>
                    <a:pt x="57" y="38"/>
                    <a:pt x="65" y="45"/>
                    <a:pt x="74" y="53"/>
                  </a:cubicBezTo>
                  <a:cubicBezTo>
                    <a:pt x="88" y="66"/>
                    <a:pt x="101" y="83"/>
                    <a:pt x="118" y="94"/>
                  </a:cubicBezTo>
                  <a:cubicBezTo>
                    <a:pt x="127" y="100"/>
                    <a:pt x="147" y="116"/>
                    <a:pt x="158" y="111"/>
                  </a:cubicBezTo>
                </a:path>
              </a:pathLst>
            </a:custGeom>
            <a:noFill/>
            <a:ln w="7938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9183" name="Freeform 890">
              <a:extLst>
                <a:ext uri="{FF2B5EF4-FFF2-40B4-BE49-F238E27FC236}">
                  <a16:creationId xmlns:a16="http://schemas.microsoft.com/office/drawing/2014/main" id="{2DF0437B-3917-4BE1-BAE4-BC6FDE9887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8" y="3797"/>
              <a:ext cx="109" cy="132"/>
            </a:xfrm>
            <a:custGeom>
              <a:avLst/>
              <a:gdLst>
                <a:gd name="T0" fmla="*/ 23 w 91"/>
                <a:gd name="T1" fmla="*/ 29 h 111"/>
                <a:gd name="T2" fmla="*/ 8 w 91"/>
                <a:gd name="T3" fmla="*/ 7 h 111"/>
                <a:gd name="T4" fmla="*/ 12 w 91"/>
                <a:gd name="T5" fmla="*/ 36 h 111"/>
                <a:gd name="T6" fmla="*/ 57 w 91"/>
                <a:gd name="T7" fmla="*/ 80 h 111"/>
                <a:gd name="T8" fmla="*/ 115 w 91"/>
                <a:gd name="T9" fmla="*/ 130 h 111"/>
                <a:gd name="T10" fmla="*/ 157 w 91"/>
                <a:gd name="T11" fmla="*/ 187 h 11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1" h="111">
                  <a:moveTo>
                    <a:pt x="13" y="17"/>
                  </a:moveTo>
                  <a:cubicBezTo>
                    <a:pt x="11" y="13"/>
                    <a:pt x="12" y="0"/>
                    <a:pt x="5" y="4"/>
                  </a:cubicBezTo>
                  <a:cubicBezTo>
                    <a:pt x="0" y="8"/>
                    <a:pt x="4" y="17"/>
                    <a:pt x="7" y="21"/>
                  </a:cubicBezTo>
                  <a:cubicBezTo>
                    <a:pt x="13" y="32"/>
                    <a:pt x="23" y="39"/>
                    <a:pt x="33" y="47"/>
                  </a:cubicBezTo>
                  <a:cubicBezTo>
                    <a:pt x="45" y="56"/>
                    <a:pt x="57" y="66"/>
                    <a:pt x="67" y="77"/>
                  </a:cubicBezTo>
                  <a:cubicBezTo>
                    <a:pt x="77" y="87"/>
                    <a:pt x="83" y="100"/>
                    <a:pt x="91" y="111"/>
                  </a:cubicBezTo>
                </a:path>
              </a:pathLst>
            </a:custGeom>
            <a:noFill/>
            <a:ln w="7938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9184" name="Freeform 891">
              <a:extLst>
                <a:ext uri="{FF2B5EF4-FFF2-40B4-BE49-F238E27FC236}">
                  <a16:creationId xmlns:a16="http://schemas.microsoft.com/office/drawing/2014/main" id="{39DAC920-56B7-4D92-BB6F-E6DDDA4F54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4" y="3930"/>
              <a:ext cx="318" cy="187"/>
            </a:xfrm>
            <a:custGeom>
              <a:avLst/>
              <a:gdLst>
                <a:gd name="T0" fmla="*/ 0 w 266"/>
                <a:gd name="T1" fmla="*/ 36 h 157"/>
                <a:gd name="T2" fmla="*/ 130 w 266"/>
                <a:gd name="T3" fmla="*/ 110 h 157"/>
                <a:gd name="T4" fmla="*/ 454 w 266"/>
                <a:gd name="T5" fmla="*/ 126 h 157"/>
                <a:gd name="T6" fmla="*/ 154 w 266"/>
                <a:gd name="T7" fmla="*/ 105 h 157"/>
                <a:gd name="T8" fmla="*/ 0 w 266"/>
                <a:gd name="T9" fmla="*/ 36 h 1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6" h="157">
                  <a:moveTo>
                    <a:pt x="0" y="21"/>
                  </a:moveTo>
                  <a:cubicBezTo>
                    <a:pt x="0" y="21"/>
                    <a:pt x="48" y="43"/>
                    <a:pt x="76" y="65"/>
                  </a:cubicBezTo>
                  <a:cubicBezTo>
                    <a:pt x="104" y="86"/>
                    <a:pt x="193" y="157"/>
                    <a:pt x="266" y="75"/>
                  </a:cubicBezTo>
                  <a:cubicBezTo>
                    <a:pt x="266" y="75"/>
                    <a:pt x="183" y="144"/>
                    <a:pt x="90" y="62"/>
                  </a:cubicBezTo>
                  <a:cubicBezTo>
                    <a:pt x="65" y="40"/>
                    <a:pt x="4" y="0"/>
                    <a:pt x="0" y="21"/>
                  </a:cubicBezTo>
                  <a:close/>
                </a:path>
              </a:pathLst>
            </a:custGeom>
            <a:solidFill>
              <a:srgbClr val="2A6B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9185" name="Freeform 892">
              <a:extLst>
                <a:ext uri="{FF2B5EF4-FFF2-40B4-BE49-F238E27FC236}">
                  <a16:creationId xmlns:a16="http://schemas.microsoft.com/office/drawing/2014/main" id="{C466259F-ECD8-4C8C-8BAF-AC97CE2BDE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3" y="3977"/>
              <a:ext cx="7" cy="7"/>
            </a:xfrm>
            <a:custGeom>
              <a:avLst/>
              <a:gdLst>
                <a:gd name="T0" fmla="*/ 2 w 6"/>
                <a:gd name="T1" fmla="*/ 0 h 6"/>
                <a:gd name="T2" fmla="*/ 0 w 6"/>
                <a:gd name="T3" fmla="*/ 9 h 6"/>
                <a:gd name="T4" fmla="*/ 9 w 6"/>
                <a:gd name="T5" fmla="*/ 7 h 6"/>
                <a:gd name="T6" fmla="*/ 2 w 6"/>
                <a:gd name="T7" fmla="*/ 1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6">
                  <a:moveTo>
                    <a:pt x="2" y="0"/>
                  </a:moveTo>
                  <a:cubicBezTo>
                    <a:pt x="2" y="2"/>
                    <a:pt x="1" y="5"/>
                    <a:pt x="0" y="6"/>
                  </a:cubicBezTo>
                  <a:cubicBezTo>
                    <a:pt x="2" y="5"/>
                    <a:pt x="4" y="4"/>
                    <a:pt x="6" y="4"/>
                  </a:cubicBezTo>
                  <a:cubicBezTo>
                    <a:pt x="6" y="2"/>
                    <a:pt x="3" y="2"/>
                    <a:pt x="2" y="1"/>
                  </a:cubicBezTo>
                </a:path>
              </a:pathLst>
            </a:custGeom>
            <a:solidFill>
              <a:srgbClr val="2A6B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9186" name="Freeform 893">
              <a:extLst>
                <a:ext uri="{FF2B5EF4-FFF2-40B4-BE49-F238E27FC236}">
                  <a16:creationId xmlns:a16="http://schemas.microsoft.com/office/drawing/2014/main" id="{A37A9DFE-A15A-4082-9CB2-4C2E508169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0" y="3729"/>
              <a:ext cx="80" cy="108"/>
            </a:xfrm>
            <a:custGeom>
              <a:avLst/>
              <a:gdLst>
                <a:gd name="T0" fmla="*/ 115 w 67"/>
                <a:gd name="T1" fmla="*/ 6 h 91"/>
                <a:gd name="T2" fmla="*/ 64 w 67"/>
                <a:gd name="T3" fmla="*/ 15 h 91"/>
                <a:gd name="T4" fmla="*/ 23 w 67"/>
                <a:gd name="T5" fmla="*/ 39 h 91"/>
                <a:gd name="T6" fmla="*/ 35 w 67"/>
                <a:gd name="T7" fmla="*/ 122 h 91"/>
                <a:gd name="T8" fmla="*/ 36 w 67"/>
                <a:gd name="T9" fmla="*/ 152 h 91"/>
                <a:gd name="T10" fmla="*/ 43 w 67"/>
                <a:gd name="T11" fmla="*/ 117 h 91"/>
                <a:gd name="T12" fmla="*/ 38 w 67"/>
                <a:gd name="T13" fmla="*/ 82 h 91"/>
                <a:gd name="T14" fmla="*/ 54 w 67"/>
                <a:gd name="T15" fmla="*/ 30 h 91"/>
                <a:gd name="T16" fmla="*/ 115 w 67"/>
                <a:gd name="T17" fmla="*/ 6 h 9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7" h="91">
                  <a:moveTo>
                    <a:pt x="67" y="3"/>
                  </a:moveTo>
                  <a:cubicBezTo>
                    <a:pt x="64" y="0"/>
                    <a:pt x="43" y="8"/>
                    <a:pt x="38" y="9"/>
                  </a:cubicBezTo>
                  <a:cubicBezTo>
                    <a:pt x="29" y="12"/>
                    <a:pt x="19" y="17"/>
                    <a:pt x="13" y="24"/>
                  </a:cubicBezTo>
                  <a:cubicBezTo>
                    <a:pt x="0" y="41"/>
                    <a:pt x="16" y="56"/>
                    <a:pt x="20" y="73"/>
                  </a:cubicBezTo>
                  <a:cubicBezTo>
                    <a:pt x="21" y="79"/>
                    <a:pt x="21" y="85"/>
                    <a:pt x="21" y="91"/>
                  </a:cubicBezTo>
                  <a:cubicBezTo>
                    <a:pt x="26" y="87"/>
                    <a:pt x="26" y="75"/>
                    <a:pt x="25" y="70"/>
                  </a:cubicBezTo>
                  <a:cubicBezTo>
                    <a:pt x="25" y="63"/>
                    <a:pt x="24" y="56"/>
                    <a:pt x="23" y="49"/>
                  </a:cubicBezTo>
                  <a:cubicBezTo>
                    <a:pt x="21" y="36"/>
                    <a:pt x="23" y="27"/>
                    <a:pt x="32" y="18"/>
                  </a:cubicBezTo>
                  <a:cubicBezTo>
                    <a:pt x="41" y="9"/>
                    <a:pt x="55" y="6"/>
                    <a:pt x="67" y="3"/>
                  </a:cubicBezTo>
                </a:path>
              </a:pathLst>
            </a:custGeom>
            <a:solidFill>
              <a:srgbClr val="68AA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9187" name="Freeform 894">
              <a:extLst>
                <a:ext uri="{FF2B5EF4-FFF2-40B4-BE49-F238E27FC236}">
                  <a16:creationId xmlns:a16="http://schemas.microsoft.com/office/drawing/2014/main" id="{A44E60F6-1B63-4B90-AD77-CE369E68BA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7" y="3823"/>
              <a:ext cx="295" cy="154"/>
            </a:xfrm>
            <a:custGeom>
              <a:avLst/>
              <a:gdLst>
                <a:gd name="T0" fmla="*/ 0 w 247"/>
                <a:gd name="T1" fmla="*/ 0 h 129"/>
                <a:gd name="T2" fmla="*/ 128 w 247"/>
                <a:gd name="T3" fmla="*/ 47 h 129"/>
                <a:gd name="T4" fmla="*/ 153 w 247"/>
                <a:gd name="T5" fmla="*/ 32 h 129"/>
                <a:gd name="T6" fmla="*/ 186 w 247"/>
                <a:gd name="T7" fmla="*/ 23 h 129"/>
                <a:gd name="T8" fmla="*/ 192 w 247"/>
                <a:gd name="T9" fmla="*/ 53 h 129"/>
                <a:gd name="T10" fmla="*/ 222 w 247"/>
                <a:gd name="T11" fmla="*/ 69 h 129"/>
                <a:gd name="T12" fmla="*/ 235 w 247"/>
                <a:gd name="T13" fmla="*/ 98 h 129"/>
                <a:gd name="T14" fmla="*/ 281 w 247"/>
                <a:gd name="T15" fmla="*/ 125 h 129"/>
                <a:gd name="T16" fmla="*/ 296 w 247"/>
                <a:gd name="T17" fmla="*/ 152 h 129"/>
                <a:gd name="T18" fmla="*/ 322 w 247"/>
                <a:gd name="T19" fmla="*/ 160 h 129"/>
                <a:gd name="T20" fmla="*/ 336 w 247"/>
                <a:gd name="T21" fmla="*/ 177 h 129"/>
                <a:gd name="T22" fmla="*/ 402 w 247"/>
                <a:gd name="T23" fmla="*/ 186 h 129"/>
                <a:gd name="T24" fmla="*/ 361 w 247"/>
                <a:gd name="T25" fmla="*/ 203 h 129"/>
                <a:gd name="T26" fmla="*/ 308 w 247"/>
                <a:gd name="T27" fmla="*/ 168 h 129"/>
                <a:gd name="T28" fmla="*/ 299 w 247"/>
                <a:gd name="T29" fmla="*/ 167 h 129"/>
                <a:gd name="T30" fmla="*/ 271 w 247"/>
                <a:gd name="T31" fmla="*/ 152 h 129"/>
                <a:gd name="T32" fmla="*/ 240 w 247"/>
                <a:gd name="T33" fmla="*/ 109 h 129"/>
                <a:gd name="T34" fmla="*/ 204 w 247"/>
                <a:gd name="T35" fmla="*/ 94 h 129"/>
                <a:gd name="T36" fmla="*/ 198 w 247"/>
                <a:gd name="T37" fmla="*/ 63 h 129"/>
                <a:gd name="T38" fmla="*/ 173 w 247"/>
                <a:gd name="T39" fmla="*/ 50 h 129"/>
                <a:gd name="T40" fmla="*/ 103 w 247"/>
                <a:gd name="T41" fmla="*/ 64 h 129"/>
                <a:gd name="T42" fmla="*/ 0 w 247"/>
                <a:gd name="T43" fmla="*/ 0 h 129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247" h="129">
                  <a:moveTo>
                    <a:pt x="0" y="0"/>
                  </a:moveTo>
                  <a:cubicBezTo>
                    <a:pt x="0" y="0"/>
                    <a:pt x="47" y="29"/>
                    <a:pt x="75" y="28"/>
                  </a:cubicBezTo>
                  <a:cubicBezTo>
                    <a:pt x="75" y="28"/>
                    <a:pt x="81" y="29"/>
                    <a:pt x="90" y="19"/>
                  </a:cubicBezTo>
                  <a:cubicBezTo>
                    <a:pt x="99" y="9"/>
                    <a:pt x="106" y="7"/>
                    <a:pt x="110" y="13"/>
                  </a:cubicBezTo>
                  <a:cubicBezTo>
                    <a:pt x="114" y="19"/>
                    <a:pt x="102" y="32"/>
                    <a:pt x="113" y="31"/>
                  </a:cubicBezTo>
                  <a:cubicBezTo>
                    <a:pt x="124" y="29"/>
                    <a:pt x="131" y="41"/>
                    <a:pt x="131" y="41"/>
                  </a:cubicBezTo>
                  <a:cubicBezTo>
                    <a:pt x="131" y="41"/>
                    <a:pt x="126" y="61"/>
                    <a:pt x="138" y="58"/>
                  </a:cubicBezTo>
                  <a:cubicBezTo>
                    <a:pt x="150" y="55"/>
                    <a:pt x="165" y="74"/>
                    <a:pt x="165" y="74"/>
                  </a:cubicBezTo>
                  <a:cubicBezTo>
                    <a:pt x="165" y="74"/>
                    <a:pt x="164" y="96"/>
                    <a:pt x="174" y="89"/>
                  </a:cubicBezTo>
                  <a:cubicBezTo>
                    <a:pt x="184" y="81"/>
                    <a:pt x="189" y="94"/>
                    <a:pt x="189" y="94"/>
                  </a:cubicBezTo>
                  <a:cubicBezTo>
                    <a:pt x="189" y="94"/>
                    <a:pt x="190" y="107"/>
                    <a:pt x="197" y="104"/>
                  </a:cubicBezTo>
                  <a:cubicBezTo>
                    <a:pt x="203" y="101"/>
                    <a:pt x="225" y="118"/>
                    <a:pt x="236" y="110"/>
                  </a:cubicBezTo>
                  <a:cubicBezTo>
                    <a:pt x="247" y="102"/>
                    <a:pt x="236" y="129"/>
                    <a:pt x="212" y="119"/>
                  </a:cubicBezTo>
                  <a:cubicBezTo>
                    <a:pt x="187" y="108"/>
                    <a:pt x="179" y="108"/>
                    <a:pt x="181" y="99"/>
                  </a:cubicBezTo>
                  <a:cubicBezTo>
                    <a:pt x="183" y="90"/>
                    <a:pt x="178" y="95"/>
                    <a:pt x="175" y="98"/>
                  </a:cubicBezTo>
                  <a:cubicBezTo>
                    <a:pt x="172" y="100"/>
                    <a:pt x="158" y="99"/>
                    <a:pt x="159" y="89"/>
                  </a:cubicBezTo>
                  <a:cubicBezTo>
                    <a:pt x="160" y="80"/>
                    <a:pt x="151" y="62"/>
                    <a:pt x="141" y="64"/>
                  </a:cubicBezTo>
                  <a:cubicBezTo>
                    <a:pt x="132" y="65"/>
                    <a:pt x="114" y="64"/>
                    <a:pt x="120" y="55"/>
                  </a:cubicBezTo>
                  <a:cubicBezTo>
                    <a:pt x="125" y="46"/>
                    <a:pt x="125" y="38"/>
                    <a:pt x="116" y="37"/>
                  </a:cubicBezTo>
                  <a:cubicBezTo>
                    <a:pt x="106" y="35"/>
                    <a:pt x="101" y="32"/>
                    <a:pt x="101" y="29"/>
                  </a:cubicBezTo>
                  <a:cubicBezTo>
                    <a:pt x="101" y="26"/>
                    <a:pt x="83" y="46"/>
                    <a:pt x="60" y="38"/>
                  </a:cubicBezTo>
                  <a:cubicBezTo>
                    <a:pt x="37" y="30"/>
                    <a:pt x="6" y="10"/>
                    <a:pt x="0" y="0"/>
                  </a:cubicBezTo>
                  <a:close/>
                </a:path>
              </a:pathLst>
            </a:custGeom>
            <a:solidFill>
              <a:srgbClr val="68AA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9188" name="Freeform 895">
              <a:extLst>
                <a:ext uri="{FF2B5EF4-FFF2-40B4-BE49-F238E27FC236}">
                  <a16:creationId xmlns:a16="http://schemas.microsoft.com/office/drawing/2014/main" id="{80876A67-288A-439A-8648-910DDE16C5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7" y="3814"/>
              <a:ext cx="124" cy="121"/>
            </a:xfrm>
            <a:custGeom>
              <a:avLst/>
              <a:gdLst>
                <a:gd name="T0" fmla="*/ 35 w 104"/>
                <a:gd name="T1" fmla="*/ 0 h 102"/>
                <a:gd name="T2" fmla="*/ 50 w 104"/>
                <a:gd name="T3" fmla="*/ 18 h 102"/>
                <a:gd name="T4" fmla="*/ 73 w 104"/>
                <a:gd name="T5" fmla="*/ 46 h 102"/>
                <a:gd name="T6" fmla="*/ 113 w 104"/>
                <a:gd name="T7" fmla="*/ 83 h 102"/>
                <a:gd name="T8" fmla="*/ 147 w 104"/>
                <a:gd name="T9" fmla="*/ 115 h 102"/>
                <a:gd name="T10" fmla="*/ 169 w 104"/>
                <a:gd name="T11" fmla="*/ 149 h 102"/>
                <a:gd name="T12" fmla="*/ 141 w 104"/>
                <a:gd name="T13" fmla="*/ 146 h 102"/>
                <a:gd name="T14" fmla="*/ 88 w 104"/>
                <a:gd name="T15" fmla="*/ 107 h 102"/>
                <a:gd name="T16" fmla="*/ 37 w 104"/>
                <a:gd name="T17" fmla="*/ 59 h 102"/>
                <a:gd name="T18" fmla="*/ 19 w 104"/>
                <a:gd name="T19" fmla="*/ 36 h 102"/>
                <a:gd name="T20" fmla="*/ 6 w 104"/>
                <a:gd name="T21" fmla="*/ 18 h 102"/>
                <a:gd name="T22" fmla="*/ 25 w 104"/>
                <a:gd name="T23" fmla="*/ 1 h 10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04" h="102">
                  <a:moveTo>
                    <a:pt x="20" y="0"/>
                  </a:moveTo>
                  <a:cubicBezTo>
                    <a:pt x="23" y="1"/>
                    <a:pt x="26" y="8"/>
                    <a:pt x="29" y="11"/>
                  </a:cubicBezTo>
                  <a:cubicBezTo>
                    <a:pt x="34" y="17"/>
                    <a:pt x="38" y="22"/>
                    <a:pt x="43" y="28"/>
                  </a:cubicBezTo>
                  <a:cubicBezTo>
                    <a:pt x="50" y="36"/>
                    <a:pt x="59" y="43"/>
                    <a:pt x="67" y="50"/>
                  </a:cubicBezTo>
                  <a:cubicBezTo>
                    <a:pt x="73" y="57"/>
                    <a:pt x="80" y="62"/>
                    <a:pt x="86" y="69"/>
                  </a:cubicBezTo>
                  <a:cubicBezTo>
                    <a:pt x="91" y="75"/>
                    <a:pt x="98" y="81"/>
                    <a:pt x="100" y="89"/>
                  </a:cubicBezTo>
                  <a:cubicBezTo>
                    <a:pt x="104" y="102"/>
                    <a:pt x="88" y="91"/>
                    <a:pt x="83" y="88"/>
                  </a:cubicBezTo>
                  <a:cubicBezTo>
                    <a:pt x="72" y="81"/>
                    <a:pt x="63" y="73"/>
                    <a:pt x="52" y="64"/>
                  </a:cubicBezTo>
                  <a:cubicBezTo>
                    <a:pt x="42" y="55"/>
                    <a:pt x="32" y="45"/>
                    <a:pt x="22" y="35"/>
                  </a:cubicBezTo>
                  <a:cubicBezTo>
                    <a:pt x="18" y="31"/>
                    <a:pt x="15" y="26"/>
                    <a:pt x="11" y="21"/>
                  </a:cubicBezTo>
                  <a:cubicBezTo>
                    <a:pt x="9" y="18"/>
                    <a:pt x="4" y="15"/>
                    <a:pt x="3" y="11"/>
                  </a:cubicBezTo>
                  <a:cubicBezTo>
                    <a:pt x="0" y="4"/>
                    <a:pt x="9" y="0"/>
                    <a:pt x="15" y="1"/>
                  </a:cubicBezTo>
                </a:path>
              </a:pathLst>
            </a:custGeom>
            <a:solidFill>
              <a:srgbClr val="68AA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9189" name="Freeform 896">
              <a:extLst>
                <a:ext uri="{FF2B5EF4-FFF2-40B4-BE49-F238E27FC236}">
                  <a16:creationId xmlns:a16="http://schemas.microsoft.com/office/drawing/2014/main" id="{20A0C4B9-B105-4DA2-9455-BA40F6D571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2" y="3819"/>
              <a:ext cx="66" cy="33"/>
            </a:xfrm>
            <a:custGeom>
              <a:avLst/>
              <a:gdLst>
                <a:gd name="T0" fmla="*/ 95 w 55"/>
                <a:gd name="T1" fmla="*/ 7 h 27"/>
                <a:gd name="T2" fmla="*/ 41 w 55"/>
                <a:gd name="T3" fmla="*/ 11 h 27"/>
                <a:gd name="T4" fmla="*/ 6 w 55"/>
                <a:gd name="T5" fmla="*/ 49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5" h="27">
                  <a:moveTo>
                    <a:pt x="55" y="4"/>
                  </a:moveTo>
                  <a:cubicBezTo>
                    <a:pt x="42" y="2"/>
                    <a:pt x="35" y="0"/>
                    <a:pt x="23" y="6"/>
                  </a:cubicBezTo>
                  <a:cubicBezTo>
                    <a:pt x="16" y="9"/>
                    <a:pt x="0" y="24"/>
                    <a:pt x="3" y="27"/>
                  </a:cubicBezTo>
                </a:path>
              </a:pathLst>
            </a:custGeom>
            <a:noFill/>
            <a:ln w="7938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9190" name="Freeform 897">
              <a:extLst>
                <a:ext uri="{FF2B5EF4-FFF2-40B4-BE49-F238E27FC236}">
                  <a16:creationId xmlns:a16="http://schemas.microsoft.com/office/drawing/2014/main" id="{B423EAC6-A675-4C5C-B866-230CFEAD5DE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1" y="3847"/>
              <a:ext cx="62" cy="36"/>
            </a:xfrm>
            <a:custGeom>
              <a:avLst/>
              <a:gdLst>
                <a:gd name="T0" fmla="*/ 88 w 52"/>
                <a:gd name="T1" fmla="*/ 1 h 30"/>
                <a:gd name="T2" fmla="*/ 32 w 52"/>
                <a:gd name="T3" fmla="*/ 10 h 30"/>
                <a:gd name="T4" fmla="*/ 0 w 52"/>
                <a:gd name="T5" fmla="*/ 52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2" h="30">
                  <a:moveTo>
                    <a:pt x="52" y="1"/>
                  </a:moveTo>
                  <a:cubicBezTo>
                    <a:pt x="39" y="1"/>
                    <a:pt x="30" y="0"/>
                    <a:pt x="19" y="6"/>
                  </a:cubicBezTo>
                  <a:cubicBezTo>
                    <a:pt x="7" y="13"/>
                    <a:pt x="6" y="18"/>
                    <a:pt x="0" y="30"/>
                  </a:cubicBezTo>
                </a:path>
              </a:pathLst>
            </a:custGeom>
            <a:noFill/>
            <a:ln w="7938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9191" name="Freeform 898">
              <a:extLst>
                <a:ext uri="{FF2B5EF4-FFF2-40B4-BE49-F238E27FC236}">
                  <a16:creationId xmlns:a16="http://schemas.microsoft.com/office/drawing/2014/main" id="{3ACFF7A0-6812-44D6-9F69-32B6717A35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0" y="3869"/>
              <a:ext cx="48" cy="50"/>
            </a:xfrm>
            <a:custGeom>
              <a:avLst/>
              <a:gdLst>
                <a:gd name="T0" fmla="*/ 70 w 40"/>
                <a:gd name="T1" fmla="*/ 0 h 42"/>
                <a:gd name="T2" fmla="*/ 0 w 40"/>
                <a:gd name="T3" fmla="*/ 71 h 4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0" h="42">
                  <a:moveTo>
                    <a:pt x="40" y="0"/>
                  </a:moveTo>
                  <a:cubicBezTo>
                    <a:pt x="23" y="9"/>
                    <a:pt x="1" y="20"/>
                    <a:pt x="0" y="42"/>
                  </a:cubicBezTo>
                </a:path>
              </a:pathLst>
            </a:custGeom>
            <a:noFill/>
            <a:ln w="7938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9192" name="Freeform 899">
              <a:extLst>
                <a:ext uri="{FF2B5EF4-FFF2-40B4-BE49-F238E27FC236}">
                  <a16:creationId xmlns:a16="http://schemas.microsoft.com/office/drawing/2014/main" id="{01C62EAB-63C9-4FB8-9FB7-EA471D3E2D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9" y="3903"/>
              <a:ext cx="50" cy="33"/>
            </a:xfrm>
            <a:custGeom>
              <a:avLst/>
              <a:gdLst>
                <a:gd name="T0" fmla="*/ 71 w 42"/>
                <a:gd name="T1" fmla="*/ 0 h 28"/>
                <a:gd name="T2" fmla="*/ 27 w 42"/>
                <a:gd name="T3" fmla="*/ 20 h 28"/>
                <a:gd name="T4" fmla="*/ 0 w 42"/>
                <a:gd name="T5" fmla="*/ 46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" h="28">
                  <a:moveTo>
                    <a:pt x="42" y="0"/>
                  </a:moveTo>
                  <a:cubicBezTo>
                    <a:pt x="32" y="4"/>
                    <a:pt x="26" y="4"/>
                    <a:pt x="16" y="12"/>
                  </a:cubicBezTo>
                  <a:cubicBezTo>
                    <a:pt x="11" y="16"/>
                    <a:pt x="2" y="24"/>
                    <a:pt x="0" y="28"/>
                  </a:cubicBezTo>
                </a:path>
              </a:pathLst>
            </a:custGeom>
            <a:noFill/>
            <a:ln w="7938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9193" name="Freeform 900">
              <a:extLst>
                <a:ext uri="{FF2B5EF4-FFF2-40B4-BE49-F238E27FC236}">
                  <a16:creationId xmlns:a16="http://schemas.microsoft.com/office/drawing/2014/main" id="{E9C4A0EC-4020-44EA-8273-D823807453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1" y="3931"/>
              <a:ext cx="80" cy="113"/>
            </a:xfrm>
            <a:custGeom>
              <a:avLst/>
              <a:gdLst>
                <a:gd name="T0" fmla="*/ 36 w 67"/>
                <a:gd name="T1" fmla="*/ 0 h 95"/>
                <a:gd name="T2" fmla="*/ 107 w 67"/>
                <a:gd name="T3" fmla="*/ 90 h 95"/>
                <a:gd name="T4" fmla="*/ 60 w 67"/>
                <a:gd name="T5" fmla="*/ 140 h 95"/>
                <a:gd name="T6" fmla="*/ 0 w 67"/>
                <a:gd name="T7" fmla="*/ 157 h 95"/>
                <a:gd name="T8" fmla="*/ 38 w 67"/>
                <a:gd name="T9" fmla="*/ 127 h 95"/>
                <a:gd name="T10" fmla="*/ 63 w 67"/>
                <a:gd name="T11" fmla="*/ 77 h 95"/>
                <a:gd name="T12" fmla="*/ 37 w 67"/>
                <a:gd name="T13" fmla="*/ 6 h 9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7" h="95">
                  <a:moveTo>
                    <a:pt x="21" y="0"/>
                  </a:moveTo>
                  <a:cubicBezTo>
                    <a:pt x="38" y="12"/>
                    <a:pt x="67" y="29"/>
                    <a:pt x="63" y="54"/>
                  </a:cubicBezTo>
                  <a:cubicBezTo>
                    <a:pt x="60" y="70"/>
                    <a:pt x="47" y="76"/>
                    <a:pt x="35" y="83"/>
                  </a:cubicBezTo>
                  <a:cubicBezTo>
                    <a:pt x="27" y="89"/>
                    <a:pt x="10" y="95"/>
                    <a:pt x="0" y="93"/>
                  </a:cubicBezTo>
                  <a:cubicBezTo>
                    <a:pt x="0" y="85"/>
                    <a:pt x="17" y="81"/>
                    <a:pt x="23" y="76"/>
                  </a:cubicBezTo>
                  <a:cubicBezTo>
                    <a:pt x="32" y="68"/>
                    <a:pt x="37" y="58"/>
                    <a:pt x="37" y="46"/>
                  </a:cubicBezTo>
                  <a:cubicBezTo>
                    <a:pt x="36" y="30"/>
                    <a:pt x="27" y="17"/>
                    <a:pt x="22" y="3"/>
                  </a:cubicBezTo>
                </a:path>
              </a:pathLst>
            </a:custGeom>
            <a:solidFill>
              <a:srgbClr val="68AA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9194" name="Freeform 901">
              <a:extLst>
                <a:ext uri="{FF2B5EF4-FFF2-40B4-BE49-F238E27FC236}">
                  <a16:creationId xmlns:a16="http://schemas.microsoft.com/office/drawing/2014/main" id="{8E06BFAE-768A-46B0-A6AE-0267A4BA96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1" y="3957"/>
              <a:ext cx="32" cy="67"/>
            </a:xfrm>
            <a:custGeom>
              <a:avLst/>
              <a:gdLst>
                <a:gd name="T0" fmla="*/ 21 w 27"/>
                <a:gd name="T1" fmla="*/ 0 h 56"/>
                <a:gd name="T2" fmla="*/ 43 w 27"/>
                <a:gd name="T3" fmla="*/ 50 h 56"/>
                <a:gd name="T4" fmla="*/ 0 w 27"/>
                <a:gd name="T5" fmla="*/ 96 h 56"/>
                <a:gd name="T6" fmla="*/ 24 w 27"/>
                <a:gd name="T7" fmla="*/ 2 h 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56">
                  <a:moveTo>
                    <a:pt x="13" y="0"/>
                  </a:moveTo>
                  <a:cubicBezTo>
                    <a:pt x="17" y="10"/>
                    <a:pt x="27" y="16"/>
                    <a:pt x="25" y="29"/>
                  </a:cubicBezTo>
                  <a:cubicBezTo>
                    <a:pt x="23" y="41"/>
                    <a:pt x="14" y="55"/>
                    <a:pt x="0" y="56"/>
                  </a:cubicBezTo>
                  <a:cubicBezTo>
                    <a:pt x="17" y="45"/>
                    <a:pt x="24" y="18"/>
                    <a:pt x="14" y="2"/>
                  </a:cubicBezTo>
                </a:path>
              </a:pathLst>
            </a:custGeom>
            <a:solidFill>
              <a:srgbClr val="9DCC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9195" name="Freeform 902">
              <a:extLst>
                <a:ext uri="{FF2B5EF4-FFF2-40B4-BE49-F238E27FC236}">
                  <a16:creationId xmlns:a16="http://schemas.microsoft.com/office/drawing/2014/main" id="{7FBD8309-B9B5-43E3-93EA-206667BEF4C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7" y="3750"/>
              <a:ext cx="24" cy="53"/>
            </a:xfrm>
            <a:custGeom>
              <a:avLst/>
              <a:gdLst>
                <a:gd name="T0" fmla="*/ 35 w 20"/>
                <a:gd name="T1" fmla="*/ 0 h 44"/>
                <a:gd name="T2" fmla="*/ 24 w 20"/>
                <a:gd name="T3" fmla="*/ 77 h 44"/>
                <a:gd name="T4" fmla="*/ 29 w 20"/>
                <a:gd name="T5" fmla="*/ 6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44">
                  <a:moveTo>
                    <a:pt x="20" y="0"/>
                  </a:moveTo>
                  <a:cubicBezTo>
                    <a:pt x="0" y="8"/>
                    <a:pt x="9" y="29"/>
                    <a:pt x="14" y="44"/>
                  </a:cubicBezTo>
                  <a:cubicBezTo>
                    <a:pt x="14" y="35"/>
                    <a:pt x="5" y="6"/>
                    <a:pt x="17" y="3"/>
                  </a:cubicBezTo>
                </a:path>
              </a:pathLst>
            </a:custGeom>
            <a:solidFill>
              <a:srgbClr val="9DCC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9196" name="Freeform 903">
              <a:extLst>
                <a:ext uri="{FF2B5EF4-FFF2-40B4-BE49-F238E27FC236}">
                  <a16:creationId xmlns:a16="http://schemas.microsoft.com/office/drawing/2014/main" id="{BE62CF65-F99C-4546-ACEC-CC453713F0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0" y="3925"/>
              <a:ext cx="11" cy="11"/>
            </a:xfrm>
            <a:custGeom>
              <a:avLst/>
              <a:gdLst>
                <a:gd name="T0" fmla="*/ 16 w 9"/>
                <a:gd name="T1" fmla="*/ 13 h 9"/>
                <a:gd name="T2" fmla="*/ 1 w 9"/>
                <a:gd name="T3" fmla="*/ 0 h 9"/>
                <a:gd name="T4" fmla="*/ 1 w 9"/>
                <a:gd name="T5" fmla="*/ 16 h 9"/>
                <a:gd name="T6" fmla="*/ 13 w 9"/>
                <a:gd name="T7" fmla="*/ 13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9">
                  <a:moveTo>
                    <a:pt x="9" y="7"/>
                  </a:moveTo>
                  <a:cubicBezTo>
                    <a:pt x="4" y="8"/>
                    <a:pt x="2" y="4"/>
                    <a:pt x="1" y="0"/>
                  </a:cubicBezTo>
                  <a:cubicBezTo>
                    <a:pt x="0" y="3"/>
                    <a:pt x="0" y="6"/>
                    <a:pt x="1" y="9"/>
                  </a:cubicBezTo>
                  <a:cubicBezTo>
                    <a:pt x="3" y="9"/>
                    <a:pt x="6" y="9"/>
                    <a:pt x="7" y="7"/>
                  </a:cubicBezTo>
                </a:path>
              </a:pathLst>
            </a:custGeom>
            <a:solidFill>
              <a:srgbClr val="9DCC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9197" name="Freeform 904">
              <a:extLst>
                <a:ext uri="{FF2B5EF4-FFF2-40B4-BE49-F238E27FC236}">
                  <a16:creationId xmlns:a16="http://schemas.microsoft.com/office/drawing/2014/main" id="{0A6EFE8E-13BC-4C3B-97FE-1ABDAD3253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1" y="3881"/>
              <a:ext cx="12" cy="13"/>
            </a:xfrm>
            <a:custGeom>
              <a:avLst/>
              <a:gdLst>
                <a:gd name="T0" fmla="*/ 17 w 10"/>
                <a:gd name="T1" fmla="*/ 18 h 11"/>
                <a:gd name="T2" fmla="*/ 8 w 10"/>
                <a:gd name="T3" fmla="*/ 0 h 11"/>
                <a:gd name="T4" fmla="*/ 12 w 10"/>
                <a:gd name="T5" fmla="*/ 17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1">
                  <a:moveTo>
                    <a:pt x="10" y="11"/>
                  </a:moveTo>
                  <a:cubicBezTo>
                    <a:pt x="5" y="10"/>
                    <a:pt x="4" y="4"/>
                    <a:pt x="5" y="0"/>
                  </a:cubicBezTo>
                  <a:cubicBezTo>
                    <a:pt x="2" y="3"/>
                    <a:pt x="0" y="10"/>
                    <a:pt x="7" y="10"/>
                  </a:cubicBezTo>
                </a:path>
              </a:pathLst>
            </a:custGeom>
            <a:solidFill>
              <a:srgbClr val="9DCC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9198" name="Freeform 905">
              <a:extLst>
                <a:ext uri="{FF2B5EF4-FFF2-40B4-BE49-F238E27FC236}">
                  <a16:creationId xmlns:a16="http://schemas.microsoft.com/office/drawing/2014/main" id="{BD0BAD56-0784-4D16-B7DA-70A81222F1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5" y="3938"/>
              <a:ext cx="15" cy="17"/>
            </a:xfrm>
            <a:custGeom>
              <a:avLst/>
              <a:gdLst>
                <a:gd name="T0" fmla="*/ 24 w 12"/>
                <a:gd name="T1" fmla="*/ 16 h 14"/>
                <a:gd name="T2" fmla="*/ 8 w 12"/>
                <a:gd name="T3" fmla="*/ 0 h 14"/>
                <a:gd name="T4" fmla="*/ 20 w 12"/>
                <a:gd name="T5" fmla="*/ 16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4">
                  <a:moveTo>
                    <a:pt x="12" y="9"/>
                  </a:moveTo>
                  <a:cubicBezTo>
                    <a:pt x="7" y="8"/>
                    <a:pt x="1" y="6"/>
                    <a:pt x="4" y="0"/>
                  </a:cubicBezTo>
                  <a:cubicBezTo>
                    <a:pt x="0" y="5"/>
                    <a:pt x="2" y="14"/>
                    <a:pt x="10" y="9"/>
                  </a:cubicBezTo>
                </a:path>
              </a:pathLst>
            </a:custGeom>
            <a:solidFill>
              <a:srgbClr val="9DCC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</p:grpSp>
      <p:pic>
        <p:nvPicPr>
          <p:cNvPr id="49160" name="Picture 906" descr="C:\Documents and Settings\ASDR_CB\Bureau\Cliparts\Obese_H_indien4.emf">
            <a:extLst>
              <a:ext uri="{FF2B5EF4-FFF2-40B4-BE49-F238E27FC236}">
                <a16:creationId xmlns:a16="http://schemas.microsoft.com/office/drawing/2014/main" id="{15695228-B6F3-45F6-96B6-43DBF4C657F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924175" y="3103563"/>
            <a:ext cx="2257425" cy="3032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49161" name="green-t-shirt-obesity-illustration">
            <a:extLst>
              <a:ext uri="{FF2B5EF4-FFF2-40B4-BE49-F238E27FC236}">
                <a16:creationId xmlns:a16="http://schemas.microsoft.com/office/drawing/2014/main" id="{AA191820-594F-4A6F-915F-E5B859D927B1}"/>
              </a:ext>
            </a:extLst>
          </p:cNvPr>
          <p:cNvGrpSpPr>
            <a:grpSpLocks/>
          </p:cNvGrpSpPr>
          <p:nvPr/>
        </p:nvGrpSpPr>
        <p:grpSpPr bwMode="auto">
          <a:xfrm>
            <a:off x="2517775" y="1871663"/>
            <a:ext cx="3043238" cy="2501900"/>
            <a:chOff x="626" y="1154"/>
            <a:chExt cx="1917" cy="1576"/>
          </a:xfrm>
        </p:grpSpPr>
        <p:sp>
          <p:nvSpPr>
            <p:cNvPr id="49162" name="Freeform 908">
              <a:extLst>
                <a:ext uri="{FF2B5EF4-FFF2-40B4-BE49-F238E27FC236}">
                  <a16:creationId xmlns:a16="http://schemas.microsoft.com/office/drawing/2014/main" id="{7FBDB086-87C8-43DE-88A5-EEBF34CD05EF}"/>
                </a:ext>
              </a:extLst>
            </p:cNvPr>
            <p:cNvSpPr>
              <a:spLocks/>
            </p:cNvSpPr>
            <p:nvPr/>
          </p:nvSpPr>
          <p:spPr bwMode="auto">
            <a:xfrm>
              <a:off x="626" y="1154"/>
              <a:ext cx="1917" cy="1576"/>
            </a:xfrm>
            <a:custGeom>
              <a:avLst/>
              <a:gdLst>
                <a:gd name="T0" fmla="*/ 1697 w 1609"/>
                <a:gd name="T1" fmla="*/ 0 h 1322"/>
                <a:gd name="T2" fmla="*/ 2483 w 1609"/>
                <a:gd name="T3" fmla="*/ 364 h 1322"/>
                <a:gd name="T4" fmla="*/ 2721 w 1609"/>
                <a:gd name="T5" fmla="*/ 919 h 1322"/>
                <a:gd name="T6" fmla="*/ 2333 w 1609"/>
                <a:gd name="T7" fmla="*/ 1090 h 1322"/>
                <a:gd name="T8" fmla="*/ 2469 w 1609"/>
                <a:gd name="T9" fmla="*/ 2011 h 1322"/>
                <a:gd name="T10" fmla="*/ 1403 w 1609"/>
                <a:gd name="T11" fmla="*/ 2240 h 1322"/>
                <a:gd name="T12" fmla="*/ 1318 w 1609"/>
                <a:gd name="T13" fmla="*/ 2240 h 1322"/>
                <a:gd name="T14" fmla="*/ 253 w 1609"/>
                <a:gd name="T15" fmla="*/ 2011 h 1322"/>
                <a:gd name="T16" fmla="*/ 387 w 1609"/>
                <a:gd name="T17" fmla="*/ 1090 h 1322"/>
                <a:gd name="T18" fmla="*/ 0 w 1609"/>
                <a:gd name="T19" fmla="*/ 919 h 1322"/>
                <a:gd name="T20" fmla="*/ 237 w 1609"/>
                <a:gd name="T21" fmla="*/ 364 h 1322"/>
                <a:gd name="T22" fmla="*/ 1023 w 1609"/>
                <a:gd name="T23" fmla="*/ 0 h 1322"/>
                <a:gd name="T24" fmla="*/ 1362 w 1609"/>
                <a:gd name="T25" fmla="*/ 249 h 1322"/>
                <a:gd name="T26" fmla="*/ 1697 w 1609"/>
                <a:gd name="T27" fmla="*/ 0 h 132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609" h="1322">
                  <a:moveTo>
                    <a:pt x="1003" y="0"/>
                  </a:moveTo>
                  <a:cubicBezTo>
                    <a:pt x="1003" y="0"/>
                    <a:pt x="1405" y="58"/>
                    <a:pt x="1468" y="215"/>
                  </a:cubicBezTo>
                  <a:cubicBezTo>
                    <a:pt x="1609" y="543"/>
                    <a:pt x="1609" y="543"/>
                    <a:pt x="1609" y="543"/>
                  </a:cubicBezTo>
                  <a:cubicBezTo>
                    <a:pt x="1609" y="543"/>
                    <a:pt x="1609" y="623"/>
                    <a:pt x="1379" y="643"/>
                  </a:cubicBezTo>
                  <a:cubicBezTo>
                    <a:pt x="1379" y="643"/>
                    <a:pt x="1428" y="790"/>
                    <a:pt x="1460" y="1187"/>
                  </a:cubicBezTo>
                  <a:cubicBezTo>
                    <a:pt x="1460" y="1187"/>
                    <a:pt x="1373" y="1311"/>
                    <a:pt x="830" y="1322"/>
                  </a:cubicBezTo>
                  <a:cubicBezTo>
                    <a:pt x="779" y="1322"/>
                    <a:pt x="779" y="1322"/>
                    <a:pt x="779" y="1322"/>
                  </a:cubicBezTo>
                  <a:cubicBezTo>
                    <a:pt x="236" y="1311"/>
                    <a:pt x="149" y="1187"/>
                    <a:pt x="149" y="1187"/>
                  </a:cubicBezTo>
                  <a:cubicBezTo>
                    <a:pt x="180" y="790"/>
                    <a:pt x="229" y="643"/>
                    <a:pt x="229" y="643"/>
                  </a:cubicBezTo>
                  <a:cubicBezTo>
                    <a:pt x="0" y="623"/>
                    <a:pt x="0" y="543"/>
                    <a:pt x="0" y="543"/>
                  </a:cubicBezTo>
                  <a:cubicBezTo>
                    <a:pt x="140" y="215"/>
                    <a:pt x="140" y="215"/>
                    <a:pt x="140" y="215"/>
                  </a:cubicBezTo>
                  <a:cubicBezTo>
                    <a:pt x="204" y="58"/>
                    <a:pt x="605" y="0"/>
                    <a:pt x="605" y="0"/>
                  </a:cubicBezTo>
                  <a:cubicBezTo>
                    <a:pt x="605" y="0"/>
                    <a:pt x="582" y="155"/>
                    <a:pt x="805" y="147"/>
                  </a:cubicBezTo>
                  <a:cubicBezTo>
                    <a:pt x="1038" y="139"/>
                    <a:pt x="1003" y="0"/>
                    <a:pt x="1003" y="0"/>
                  </a:cubicBezTo>
                  <a:close/>
                </a:path>
              </a:pathLst>
            </a:custGeom>
            <a:solidFill>
              <a:srgbClr val="AAD1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9163" name="Freeform 909">
              <a:extLst>
                <a:ext uri="{FF2B5EF4-FFF2-40B4-BE49-F238E27FC236}">
                  <a16:creationId xmlns:a16="http://schemas.microsoft.com/office/drawing/2014/main" id="{05FF2115-EA7B-4A96-8638-C05DCECC177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821" y="1154"/>
              <a:ext cx="722" cy="1443"/>
            </a:xfrm>
            <a:custGeom>
              <a:avLst/>
              <a:gdLst>
                <a:gd name="T0" fmla="*/ 654 w 606"/>
                <a:gd name="T1" fmla="*/ 1156 h 1211"/>
                <a:gd name="T2" fmla="*/ 722 w 606"/>
                <a:gd name="T3" fmla="*/ 2048 h 1211"/>
                <a:gd name="T4" fmla="*/ 772 w 606"/>
                <a:gd name="T5" fmla="*/ 2008 h 1211"/>
                <a:gd name="T6" fmla="*/ 654 w 606"/>
                <a:gd name="T7" fmla="*/ 1156 h 1211"/>
                <a:gd name="T8" fmla="*/ 654 w 606"/>
                <a:gd name="T9" fmla="*/ 1156 h 1211"/>
                <a:gd name="T10" fmla="*/ 786 w 606"/>
                <a:gd name="T11" fmla="*/ 363 h 1211"/>
                <a:gd name="T12" fmla="*/ 0 w 606"/>
                <a:gd name="T13" fmla="*/ 0 h 1211"/>
                <a:gd name="T14" fmla="*/ 452 w 606"/>
                <a:gd name="T15" fmla="*/ 120 h 1211"/>
                <a:gd name="T16" fmla="*/ 740 w 606"/>
                <a:gd name="T17" fmla="*/ 439 h 1211"/>
                <a:gd name="T18" fmla="*/ 976 w 606"/>
                <a:gd name="T19" fmla="*/ 990 h 1211"/>
                <a:gd name="T20" fmla="*/ 1025 w 606"/>
                <a:gd name="T21" fmla="*/ 919 h 1211"/>
                <a:gd name="T22" fmla="*/ 786 w 606"/>
                <a:gd name="T23" fmla="*/ 363 h 121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06" h="1211">
                  <a:moveTo>
                    <a:pt x="387" y="683"/>
                  </a:moveTo>
                  <a:cubicBezTo>
                    <a:pt x="387" y="683"/>
                    <a:pt x="396" y="829"/>
                    <a:pt x="427" y="1211"/>
                  </a:cubicBezTo>
                  <a:cubicBezTo>
                    <a:pt x="450" y="1197"/>
                    <a:pt x="457" y="1187"/>
                    <a:pt x="457" y="1187"/>
                  </a:cubicBezTo>
                  <a:cubicBezTo>
                    <a:pt x="434" y="905"/>
                    <a:pt x="403" y="750"/>
                    <a:pt x="387" y="683"/>
                  </a:cubicBezTo>
                  <a:cubicBezTo>
                    <a:pt x="375" y="684"/>
                    <a:pt x="401" y="682"/>
                    <a:pt x="387" y="683"/>
                  </a:cubicBezTo>
                  <a:close/>
                  <a:moveTo>
                    <a:pt x="465" y="215"/>
                  </a:moveTo>
                  <a:cubicBezTo>
                    <a:pt x="402" y="58"/>
                    <a:pt x="0" y="0"/>
                    <a:pt x="0" y="0"/>
                  </a:cubicBezTo>
                  <a:cubicBezTo>
                    <a:pt x="0" y="0"/>
                    <a:pt x="224" y="47"/>
                    <a:pt x="267" y="71"/>
                  </a:cubicBezTo>
                  <a:cubicBezTo>
                    <a:pt x="342" y="119"/>
                    <a:pt x="384" y="126"/>
                    <a:pt x="437" y="259"/>
                  </a:cubicBezTo>
                  <a:cubicBezTo>
                    <a:pt x="577" y="585"/>
                    <a:pt x="577" y="585"/>
                    <a:pt x="577" y="585"/>
                  </a:cubicBezTo>
                  <a:cubicBezTo>
                    <a:pt x="606" y="563"/>
                    <a:pt x="606" y="543"/>
                    <a:pt x="606" y="543"/>
                  </a:cubicBezTo>
                  <a:lnTo>
                    <a:pt x="465" y="215"/>
                  </a:lnTo>
                  <a:close/>
                </a:path>
              </a:pathLst>
            </a:custGeom>
            <a:solidFill>
              <a:srgbClr val="88C2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9164" name="Freeform 910">
              <a:extLst>
                <a:ext uri="{FF2B5EF4-FFF2-40B4-BE49-F238E27FC236}">
                  <a16:creationId xmlns:a16="http://schemas.microsoft.com/office/drawing/2014/main" id="{A29E0DD4-7111-4E5E-A3A6-EDADF0D135E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26" y="1154"/>
              <a:ext cx="1291" cy="1576"/>
            </a:xfrm>
            <a:custGeom>
              <a:avLst/>
              <a:gdLst>
                <a:gd name="T0" fmla="*/ 380 w 1083"/>
                <a:gd name="T1" fmla="*/ 2011 h 1322"/>
                <a:gd name="T2" fmla="*/ 390 w 1083"/>
                <a:gd name="T3" fmla="*/ 1086 h 1322"/>
                <a:gd name="T4" fmla="*/ 129 w 1083"/>
                <a:gd name="T5" fmla="*/ 919 h 1322"/>
                <a:gd name="T6" fmla="*/ 365 w 1083"/>
                <a:gd name="T7" fmla="*/ 364 h 1322"/>
                <a:gd name="T8" fmla="*/ 1024 w 1083"/>
                <a:gd name="T9" fmla="*/ 24 h 1322"/>
                <a:gd name="T10" fmla="*/ 1024 w 1083"/>
                <a:gd name="T11" fmla="*/ 0 h 1322"/>
                <a:gd name="T12" fmla="*/ 237 w 1083"/>
                <a:gd name="T13" fmla="*/ 364 h 1322"/>
                <a:gd name="T14" fmla="*/ 0 w 1083"/>
                <a:gd name="T15" fmla="*/ 919 h 1322"/>
                <a:gd name="T16" fmla="*/ 387 w 1083"/>
                <a:gd name="T17" fmla="*/ 1090 h 1322"/>
                <a:gd name="T18" fmla="*/ 253 w 1083"/>
                <a:gd name="T19" fmla="*/ 2011 h 1322"/>
                <a:gd name="T20" fmla="*/ 1320 w 1083"/>
                <a:gd name="T21" fmla="*/ 2240 h 1322"/>
                <a:gd name="T22" fmla="*/ 1405 w 1083"/>
                <a:gd name="T23" fmla="*/ 2240 h 1322"/>
                <a:gd name="T24" fmla="*/ 1427 w 1083"/>
                <a:gd name="T25" fmla="*/ 2240 h 1322"/>
                <a:gd name="T26" fmla="*/ 380 w 1083"/>
                <a:gd name="T27" fmla="*/ 2011 h 1322"/>
                <a:gd name="T28" fmla="*/ 1832 w 1083"/>
                <a:gd name="T29" fmla="*/ 25 h 1322"/>
                <a:gd name="T30" fmla="*/ 1700 w 1083"/>
                <a:gd name="T31" fmla="*/ 0 h 1322"/>
                <a:gd name="T32" fmla="*/ 1404 w 1083"/>
                <a:gd name="T33" fmla="*/ 247 h 1322"/>
                <a:gd name="T34" fmla="*/ 1492 w 1083"/>
                <a:gd name="T35" fmla="*/ 249 h 1322"/>
                <a:gd name="T36" fmla="*/ 1832 w 1083"/>
                <a:gd name="T37" fmla="*/ 25 h 1322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083" h="1322">
                  <a:moveTo>
                    <a:pt x="225" y="1187"/>
                  </a:moveTo>
                  <a:cubicBezTo>
                    <a:pt x="256" y="790"/>
                    <a:pt x="230" y="641"/>
                    <a:pt x="230" y="641"/>
                  </a:cubicBezTo>
                  <a:cubicBezTo>
                    <a:pt x="0" y="621"/>
                    <a:pt x="76" y="543"/>
                    <a:pt x="76" y="543"/>
                  </a:cubicBezTo>
                  <a:cubicBezTo>
                    <a:pt x="216" y="215"/>
                    <a:pt x="216" y="215"/>
                    <a:pt x="216" y="215"/>
                  </a:cubicBezTo>
                  <a:cubicBezTo>
                    <a:pt x="262" y="101"/>
                    <a:pt x="485" y="40"/>
                    <a:pt x="605" y="14"/>
                  </a:cubicBezTo>
                  <a:cubicBezTo>
                    <a:pt x="604" y="6"/>
                    <a:pt x="605" y="0"/>
                    <a:pt x="605" y="0"/>
                  </a:cubicBezTo>
                  <a:cubicBezTo>
                    <a:pt x="605" y="0"/>
                    <a:pt x="204" y="58"/>
                    <a:pt x="140" y="215"/>
                  </a:cubicBezTo>
                  <a:cubicBezTo>
                    <a:pt x="0" y="543"/>
                    <a:pt x="0" y="543"/>
                    <a:pt x="0" y="543"/>
                  </a:cubicBezTo>
                  <a:cubicBezTo>
                    <a:pt x="0" y="543"/>
                    <a:pt x="0" y="623"/>
                    <a:pt x="229" y="643"/>
                  </a:cubicBezTo>
                  <a:cubicBezTo>
                    <a:pt x="229" y="643"/>
                    <a:pt x="180" y="790"/>
                    <a:pt x="149" y="1187"/>
                  </a:cubicBezTo>
                  <a:cubicBezTo>
                    <a:pt x="149" y="1187"/>
                    <a:pt x="236" y="1311"/>
                    <a:pt x="779" y="1322"/>
                  </a:cubicBezTo>
                  <a:cubicBezTo>
                    <a:pt x="830" y="1322"/>
                    <a:pt x="830" y="1322"/>
                    <a:pt x="830" y="1322"/>
                  </a:cubicBezTo>
                  <a:cubicBezTo>
                    <a:pt x="834" y="1322"/>
                    <a:pt x="838" y="1322"/>
                    <a:pt x="842" y="1322"/>
                  </a:cubicBezTo>
                  <a:cubicBezTo>
                    <a:pt x="311" y="1309"/>
                    <a:pt x="225" y="1187"/>
                    <a:pt x="225" y="1187"/>
                  </a:cubicBezTo>
                  <a:close/>
                  <a:moveTo>
                    <a:pt x="1081" y="15"/>
                  </a:moveTo>
                  <a:cubicBezTo>
                    <a:pt x="1035" y="5"/>
                    <a:pt x="1003" y="0"/>
                    <a:pt x="1003" y="0"/>
                  </a:cubicBezTo>
                  <a:cubicBezTo>
                    <a:pt x="1003" y="0"/>
                    <a:pt x="1036" y="129"/>
                    <a:pt x="829" y="146"/>
                  </a:cubicBezTo>
                  <a:cubicBezTo>
                    <a:pt x="844" y="147"/>
                    <a:pt x="862" y="148"/>
                    <a:pt x="881" y="147"/>
                  </a:cubicBezTo>
                  <a:cubicBezTo>
                    <a:pt x="1068" y="141"/>
                    <a:pt x="1083" y="50"/>
                    <a:pt x="1081" y="15"/>
                  </a:cubicBezTo>
                  <a:close/>
                </a:path>
              </a:pathLst>
            </a:custGeom>
            <a:solidFill>
              <a:srgbClr val="D2E7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9165" name="Freeform 911">
              <a:extLst>
                <a:ext uri="{FF2B5EF4-FFF2-40B4-BE49-F238E27FC236}">
                  <a16:creationId xmlns:a16="http://schemas.microsoft.com/office/drawing/2014/main" id="{38CB12C7-7151-4D65-9C9C-905899F17E3B}"/>
                </a:ext>
              </a:extLst>
            </p:cNvPr>
            <p:cNvSpPr>
              <a:spLocks/>
            </p:cNvSpPr>
            <p:nvPr/>
          </p:nvSpPr>
          <p:spPr bwMode="auto">
            <a:xfrm>
              <a:off x="626" y="1154"/>
              <a:ext cx="1917" cy="1576"/>
            </a:xfrm>
            <a:custGeom>
              <a:avLst/>
              <a:gdLst>
                <a:gd name="T0" fmla="*/ 1697 w 1609"/>
                <a:gd name="T1" fmla="*/ 0 h 1322"/>
                <a:gd name="T2" fmla="*/ 2483 w 1609"/>
                <a:gd name="T3" fmla="*/ 364 h 1322"/>
                <a:gd name="T4" fmla="*/ 2721 w 1609"/>
                <a:gd name="T5" fmla="*/ 919 h 1322"/>
                <a:gd name="T6" fmla="*/ 2333 w 1609"/>
                <a:gd name="T7" fmla="*/ 1090 h 1322"/>
                <a:gd name="T8" fmla="*/ 2469 w 1609"/>
                <a:gd name="T9" fmla="*/ 2011 h 1322"/>
                <a:gd name="T10" fmla="*/ 1403 w 1609"/>
                <a:gd name="T11" fmla="*/ 2240 h 1322"/>
                <a:gd name="T12" fmla="*/ 1318 w 1609"/>
                <a:gd name="T13" fmla="*/ 2240 h 1322"/>
                <a:gd name="T14" fmla="*/ 253 w 1609"/>
                <a:gd name="T15" fmla="*/ 2011 h 1322"/>
                <a:gd name="T16" fmla="*/ 387 w 1609"/>
                <a:gd name="T17" fmla="*/ 1090 h 1322"/>
                <a:gd name="T18" fmla="*/ 0 w 1609"/>
                <a:gd name="T19" fmla="*/ 919 h 1322"/>
                <a:gd name="T20" fmla="*/ 237 w 1609"/>
                <a:gd name="T21" fmla="*/ 364 h 1322"/>
                <a:gd name="T22" fmla="*/ 1023 w 1609"/>
                <a:gd name="T23" fmla="*/ 0 h 1322"/>
                <a:gd name="T24" fmla="*/ 1362 w 1609"/>
                <a:gd name="T25" fmla="*/ 249 h 1322"/>
                <a:gd name="T26" fmla="*/ 1697 w 1609"/>
                <a:gd name="T27" fmla="*/ 0 h 132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609" h="1322">
                  <a:moveTo>
                    <a:pt x="1003" y="0"/>
                  </a:moveTo>
                  <a:cubicBezTo>
                    <a:pt x="1003" y="0"/>
                    <a:pt x="1405" y="58"/>
                    <a:pt x="1468" y="215"/>
                  </a:cubicBezTo>
                  <a:cubicBezTo>
                    <a:pt x="1609" y="543"/>
                    <a:pt x="1609" y="543"/>
                    <a:pt x="1609" y="543"/>
                  </a:cubicBezTo>
                  <a:cubicBezTo>
                    <a:pt x="1609" y="543"/>
                    <a:pt x="1609" y="623"/>
                    <a:pt x="1379" y="643"/>
                  </a:cubicBezTo>
                  <a:cubicBezTo>
                    <a:pt x="1379" y="643"/>
                    <a:pt x="1428" y="790"/>
                    <a:pt x="1460" y="1187"/>
                  </a:cubicBezTo>
                  <a:cubicBezTo>
                    <a:pt x="1460" y="1187"/>
                    <a:pt x="1373" y="1311"/>
                    <a:pt x="830" y="1322"/>
                  </a:cubicBezTo>
                  <a:cubicBezTo>
                    <a:pt x="779" y="1322"/>
                    <a:pt x="779" y="1322"/>
                    <a:pt x="779" y="1322"/>
                  </a:cubicBezTo>
                  <a:cubicBezTo>
                    <a:pt x="236" y="1311"/>
                    <a:pt x="149" y="1187"/>
                    <a:pt x="149" y="1187"/>
                  </a:cubicBezTo>
                  <a:cubicBezTo>
                    <a:pt x="180" y="790"/>
                    <a:pt x="229" y="643"/>
                    <a:pt x="229" y="643"/>
                  </a:cubicBezTo>
                  <a:cubicBezTo>
                    <a:pt x="0" y="623"/>
                    <a:pt x="0" y="543"/>
                    <a:pt x="0" y="543"/>
                  </a:cubicBezTo>
                  <a:cubicBezTo>
                    <a:pt x="140" y="215"/>
                    <a:pt x="140" y="215"/>
                    <a:pt x="140" y="215"/>
                  </a:cubicBezTo>
                  <a:cubicBezTo>
                    <a:pt x="204" y="58"/>
                    <a:pt x="605" y="0"/>
                    <a:pt x="605" y="0"/>
                  </a:cubicBezTo>
                  <a:cubicBezTo>
                    <a:pt x="605" y="0"/>
                    <a:pt x="582" y="155"/>
                    <a:pt x="805" y="147"/>
                  </a:cubicBezTo>
                  <a:cubicBezTo>
                    <a:pt x="1038" y="139"/>
                    <a:pt x="1003" y="0"/>
                    <a:pt x="1003" y="0"/>
                  </a:cubicBezTo>
                  <a:close/>
                </a:path>
              </a:pathLst>
            </a:custGeom>
            <a:noFill/>
            <a:ln w="7938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9166" name="Freeform 912">
              <a:extLst>
                <a:ext uri="{FF2B5EF4-FFF2-40B4-BE49-F238E27FC236}">
                  <a16:creationId xmlns:a16="http://schemas.microsoft.com/office/drawing/2014/main" id="{CAEBEBF8-9687-4A44-BD03-F76FA616B127}"/>
                </a:ext>
              </a:extLst>
            </p:cNvPr>
            <p:cNvSpPr>
              <a:spLocks/>
            </p:cNvSpPr>
            <p:nvPr/>
          </p:nvSpPr>
          <p:spPr bwMode="auto">
            <a:xfrm>
              <a:off x="877" y="1573"/>
              <a:ext cx="65" cy="345"/>
            </a:xfrm>
            <a:custGeom>
              <a:avLst/>
              <a:gdLst>
                <a:gd name="T0" fmla="*/ 33 w 55"/>
                <a:gd name="T1" fmla="*/ 488 h 290"/>
                <a:gd name="T2" fmla="*/ 7 w 55"/>
                <a:gd name="T3" fmla="*/ 366 h 290"/>
                <a:gd name="T4" fmla="*/ 54 w 55"/>
                <a:gd name="T5" fmla="*/ 249 h 290"/>
                <a:gd name="T6" fmla="*/ 91 w 55"/>
                <a:gd name="T7" fmla="*/ 0 h 29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5" h="290">
                  <a:moveTo>
                    <a:pt x="20" y="290"/>
                  </a:moveTo>
                  <a:cubicBezTo>
                    <a:pt x="23" y="264"/>
                    <a:pt x="5" y="244"/>
                    <a:pt x="4" y="218"/>
                  </a:cubicBezTo>
                  <a:cubicBezTo>
                    <a:pt x="2" y="185"/>
                    <a:pt x="24" y="176"/>
                    <a:pt x="33" y="148"/>
                  </a:cubicBezTo>
                  <a:cubicBezTo>
                    <a:pt x="49" y="100"/>
                    <a:pt x="0" y="39"/>
                    <a:pt x="55" y="0"/>
                  </a:cubicBezTo>
                </a:path>
              </a:pathLst>
            </a:custGeom>
            <a:noFill/>
            <a:ln w="7938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9167" name="Freeform 913">
              <a:extLst>
                <a:ext uri="{FF2B5EF4-FFF2-40B4-BE49-F238E27FC236}">
                  <a16:creationId xmlns:a16="http://schemas.microsoft.com/office/drawing/2014/main" id="{F5232A6A-FE98-4D52-96FF-C72906A2CCF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9" y="1579"/>
              <a:ext cx="99" cy="339"/>
            </a:xfrm>
            <a:custGeom>
              <a:avLst/>
              <a:gdLst>
                <a:gd name="T0" fmla="*/ 105 w 83"/>
                <a:gd name="T1" fmla="*/ 479 h 285"/>
                <a:gd name="T2" fmla="*/ 91 w 83"/>
                <a:gd name="T3" fmla="*/ 259 h 285"/>
                <a:gd name="T4" fmla="*/ 56 w 83"/>
                <a:gd name="T5" fmla="*/ 216 h 285"/>
                <a:gd name="T6" fmla="*/ 60 w 83"/>
                <a:gd name="T7" fmla="*/ 140 h 285"/>
                <a:gd name="T8" fmla="*/ 0 w 83"/>
                <a:gd name="T9" fmla="*/ 0 h 28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3" h="285">
                  <a:moveTo>
                    <a:pt x="62" y="285"/>
                  </a:moveTo>
                  <a:cubicBezTo>
                    <a:pt x="30" y="251"/>
                    <a:pt x="83" y="190"/>
                    <a:pt x="54" y="154"/>
                  </a:cubicBezTo>
                  <a:cubicBezTo>
                    <a:pt x="45" y="142"/>
                    <a:pt x="37" y="143"/>
                    <a:pt x="33" y="129"/>
                  </a:cubicBezTo>
                  <a:cubicBezTo>
                    <a:pt x="28" y="115"/>
                    <a:pt x="35" y="97"/>
                    <a:pt x="35" y="83"/>
                  </a:cubicBezTo>
                  <a:cubicBezTo>
                    <a:pt x="36" y="47"/>
                    <a:pt x="22" y="26"/>
                    <a:pt x="0" y="0"/>
                  </a:cubicBezTo>
                </a:path>
              </a:pathLst>
            </a:custGeom>
            <a:noFill/>
            <a:ln w="7938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9168" name="Freeform 914">
              <a:extLst>
                <a:ext uri="{FF2B5EF4-FFF2-40B4-BE49-F238E27FC236}">
                  <a16:creationId xmlns:a16="http://schemas.microsoft.com/office/drawing/2014/main" id="{08212EA4-A849-4608-AA40-3C4590E06B0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2" y="1931"/>
              <a:ext cx="1078" cy="168"/>
            </a:xfrm>
            <a:custGeom>
              <a:avLst/>
              <a:gdLst>
                <a:gd name="T0" fmla="*/ 6 w 905"/>
                <a:gd name="T1" fmla="*/ 45 h 141"/>
                <a:gd name="T2" fmla="*/ 166 w 905"/>
                <a:gd name="T3" fmla="*/ 135 h 141"/>
                <a:gd name="T4" fmla="*/ 307 w 905"/>
                <a:gd name="T5" fmla="*/ 158 h 141"/>
                <a:gd name="T6" fmla="*/ 423 w 905"/>
                <a:gd name="T7" fmla="*/ 186 h 141"/>
                <a:gd name="T8" fmla="*/ 631 w 905"/>
                <a:gd name="T9" fmla="*/ 156 h 141"/>
                <a:gd name="T10" fmla="*/ 839 w 905"/>
                <a:gd name="T11" fmla="*/ 178 h 141"/>
                <a:gd name="T12" fmla="*/ 1220 w 905"/>
                <a:gd name="T13" fmla="*/ 132 h 141"/>
                <a:gd name="T14" fmla="*/ 1529 w 905"/>
                <a:gd name="T15" fmla="*/ 0 h 141"/>
                <a:gd name="T16" fmla="*/ 1338 w 905"/>
                <a:gd name="T17" fmla="*/ 108 h 141"/>
                <a:gd name="T18" fmla="*/ 1116 w 905"/>
                <a:gd name="T19" fmla="*/ 200 h 141"/>
                <a:gd name="T20" fmla="*/ 772 w 905"/>
                <a:gd name="T21" fmla="*/ 231 h 141"/>
                <a:gd name="T22" fmla="*/ 536 w 905"/>
                <a:gd name="T23" fmla="*/ 223 h 141"/>
                <a:gd name="T24" fmla="*/ 285 w 905"/>
                <a:gd name="T25" fmla="*/ 228 h 141"/>
                <a:gd name="T26" fmla="*/ 99 w 905"/>
                <a:gd name="T27" fmla="*/ 158 h 141"/>
                <a:gd name="T28" fmla="*/ 0 w 905"/>
                <a:gd name="T29" fmla="*/ 60 h 141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905" h="141">
                  <a:moveTo>
                    <a:pt x="3" y="27"/>
                  </a:moveTo>
                  <a:cubicBezTo>
                    <a:pt x="20" y="28"/>
                    <a:pt x="69" y="70"/>
                    <a:pt x="98" y="80"/>
                  </a:cubicBezTo>
                  <a:cubicBezTo>
                    <a:pt x="126" y="89"/>
                    <a:pt x="154" y="89"/>
                    <a:pt x="182" y="94"/>
                  </a:cubicBezTo>
                  <a:cubicBezTo>
                    <a:pt x="205" y="99"/>
                    <a:pt x="226" y="109"/>
                    <a:pt x="250" y="110"/>
                  </a:cubicBezTo>
                  <a:cubicBezTo>
                    <a:pt x="291" y="111"/>
                    <a:pt x="333" y="96"/>
                    <a:pt x="374" y="92"/>
                  </a:cubicBezTo>
                  <a:cubicBezTo>
                    <a:pt x="416" y="87"/>
                    <a:pt x="456" y="97"/>
                    <a:pt x="496" y="105"/>
                  </a:cubicBezTo>
                  <a:cubicBezTo>
                    <a:pt x="574" y="122"/>
                    <a:pt x="648" y="106"/>
                    <a:pt x="722" y="78"/>
                  </a:cubicBezTo>
                  <a:cubicBezTo>
                    <a:pt x="785" y="54"/>
                    <a:pt x="842" y="16"/>
                    <a:pt x="905" y="0"/>
                  </a:cubicBezTo>
                  <a:cubicBezTo>
                    <a:pt x="867" y="9"/>
                    <a:pt x="828" y="47"/>
                    <a:pt x="792" y="64"/>
                  </a:cubicBezTo>
                  <a:cubicBezTo>
                    <a:pt x="748" y="86"/>
                    <a:pt x="707" y="104"/>
                    <a:pt x="661" y="118"/>
                  </a:cubicBezTo>
                  <a:cubicBezTo>
                    <a:pt x="592" y="139"/>
                    <a:pt x="528" y="139"/>
                    <a:pt x="457" y="137"/>
                  </a:cubicBezTo>
                  <a:cubicBezTo>
                    <a:pt x="410" y="135"/>
                    <a:pt x="363" y="132"/>
                    <a:pt x="317" y="132"/>
                  </a:cubicBezTo>
                  <a:cubicBezTo>
                    <a:pt x="268" y="131"/>
                    <a:pt x="218" y="141"/>
                    <a:pt x="169" y="134"/>
                  </a:cubicBezTo>
                  <a:cubicBezTo>
                    <a:pt x="132" y="129"/>
                    <a:pt x="89" y="116"/>
                    <a:pt x="59" y="94"/>
                  </a:cubicBezTo>
                  <a:cubicBezTo>
                    <a:pt x="37" y="77"/>
                    <a:pt x="21" y="53"/>
                    <a:pt x="0" y="35"/>
                  </a:cubicBezTo>
                </a:path>
              </a:pathLst>
            </a:custGeom>
            <a:solidFill>
              <a:srgbClr val="88C2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9169" name="Freeform 915">
              <a:extLst>
                <a:ext uri="{FF2B5EF4-FFF2-40B4-BE49-F238E27FC236}">
                  <a16:creationId xmlns:a16="http://schemas.microsoft.com/office/drawing/2014/main" id="{867A68CD-479B-4B15-A3BA-04B107253FC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8" y="2068"/>
              <a:ext cx="461" cy="253"/>
            </a:xfrm>
            <a:custGeom>
              <a:avLst/>
              <a:gdLst>
                <a:gd name="T0" fmla="*/ 654 w 387"/>
                <a:gd name="T1" fmla="*/ 30 h 212"/>
                <a:gd name="T2" fmla="*/ 295 w 387"/>
                <a:gd name="T3" fmla="*/ 94 h 212"/>
                <a:gd name="T4" fmla="*/ 135 w 387"/>
                <a:gd name="T5" fmla="*/ 193 h 212"/>
                <a:gd name="T6" fmla="*/ 0 w 387"/>
                <a:gd name="T7" fmla="*/ 360 h 212"/>
                <a:gd name="T8" fmla="*/ 143 w 387"/>
                <a:gd name="T9" fmla="*/ 148 h 212"/>
                <a:gd name="T10" fmla="*/ 251 w 387"/>
                <a:gd name="T11" fmla="*/ 2 h 212"/>
                <a:gd name="T12" fmla="*/ 418 w 387"/>
                <a:gd name="T13" fmla="*/ 2 h 212"/>
                <a:gd name="T14" fmla="*/ 559 w 387"/>
                <a:gd name="T15" fmla="*/ 8 h 21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87" h="212">
                  <a:moveTo>
                    <a:pt x="387" y="18"/>
                  </a:moveTo>
                  <a:cubicBezTo>
                    <a:pt x="310" y="18"/>
                    <a:pt x="244" y="19"/>
                    <a:pt x="175" y="55"/>
                  </a:cubicBezTo>
                  <a:cubicBezTo>
                    <a:pt x="142" y="72"/>
                    <a:pt x="107" y="89"/>
                    <a:pt x="80" y="114"/>
                  </a:cubicBezTo>
                  <a:cubicBezTo>
                    <a:pt x="47" y="144"/>
                    <a:pt x="29" y="180"/>
                    <a:pt x="0" y="212"/>
                  </a:cubicBezTo>
                  <a:cubicBezTo>
                    <a:pt x="22" y="168"/>
                    <a:pt x="51" y="123"/>
                    <a:pt x="85" y="87"/>
                  </a:cubicBezTo>
                  <a:cubicBezTo>
                    <a:pt x="108" y="62"/>
                    <a:pt x="151" y="42"/>
                    <a:pt x="149" y="2"/>
                  </a:cubicBezTo>
                  <a:cubicBezTo>
                    <a:pt x="182" y="14"/>
                    <a:pt x="214" y="4"/>
                    <a:pt x="248" y="2"/>
                  </a:cubicBezTo>
                  <a:cubicBezTo>
                    <a:pt x="278" y="0"/>
                    <a:pt x="301" y="9"/>
                    <a:pt x="331" y="5"/>
                  </a:cubicBezTo>
                </a:path>
              </a:pathLst>
            </a:custGeom>
            <a:solidFill>
              <a:srgbClr val="88C2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9170" name="Freeform 916">
              <a:extLst>
                <a:ext uri="{FF2B5EF4-FFF2-40B4-BE49-F238E27FC236}">
                  <a16:creationId xmlns:a16="http://schemas.microsoft.com/office/drawing/2014/main" id="{5F18453B-B453-44E4-82DE-2486C07F378C}"/>
                </a:ext>
              </a:extLst>
            </p:cNvPr>
            <p:cNvSpPr>
              <a:spLocks/>
            </p:cNvSpPr>
            <p:nvPr/>
          </p:nvSpPr>
          <p:spPr bwMode="auto">
            <a:xfrm>
              <a:off x="879" y="1624"/>
              <a:ext cx="125" cy="490"/>
            </a:xfrm>
            <a:custGeom>
              <a:avLst/>
              <a:gdLst>
                <a:gd name="T0" fmla="*/ 73 w 105"/>
                <a:gd name="T1" fmla="*/ 0 h 411"/>
                <a:gd name="T2" fmla="*/ 81 w 105"/>
                <a:gd name="T3" fmla="*/ 108 h 411"/>
                <a:gd name="T4" fmla="*/ 71 w 105"/>
                <a:gd name="T5" fmla="*/ 194 h 411"/>
                <a:gd name="T6" fmla="*/ 17 w 105"/>
                <a:gd name="T7" fmla="*/ 279 h 411"/>
                <a:gd name="T8" fmla="*/ 46 w 105"/>
                <a:gd name="T9" fmla="*/ 387 h 411"/>
                <a:gd name="T10" fmla="*/ 20 w 105"/>
                <a:gd name="T11" fmla="*/ 482 h 411"/>
                <a:gd name="T12" fmla="*/ 7 w 105"/>
                <a:gd name="T13" fmla="*/ 606 h 411"/>
                <a:gd name="T14" fmla="*/ 36 w 105"/>
                <a:gd name="T15" fmla="*/ 696 h 411"/>
                <a:gd name="T16" fmla="*/ 35 w 105"/>
                <a:gd name="T17" fmla="*/ 619 h 411"/>
                <a:gd name="T18" fmla="*/ 57 w 105"/>
                <a:gd name="T19" fmla="*/ 505 h 411"/>
                <a:gd name="T20" fmla="*/ 101 w 105"/>
                <a:gd name="T21" fmla="*/ 377 h 411"/>
                <a:gd name="T22" fmla="*/ 82 w 105"/>
                <a:gd name="T23" fmla="*/ 293 h 411"/>
                <a:gd name="T24" fmla="*/ 142 w 105"/>
                <a:gd name="T25" fmla="*/ 129 h 411"/>
                <a:gd name="T26" fmla="*/ 80 w 105"/>
                <a:gd name="T27" fmla="*/ 1 h 41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05" h="411">
                  <a:moveTo>
                    <a:pt x="43" y="0"/>
                  </a:moveTo>
                  <a:cubicBezTo>
                    <a:pt x="29" y="12"/>
                    <a:pt x="44" y="48"/>
                    <a:pt x="48" y="64"/>
                  </a:cubicBezTo>
                  <a:cubicBezTo>
                    <a:pt x="52" y="81"/>
                    <a:pt x="51" y="99"/>
                    <a:pt x="42" y="115"/>
                  </a:cubicBezTo>
                  <a:cubicBezTo>
                    <a:pt x="32" y="132"/>
                    <a:pt x="15" y="143"/>
                    <a:pt x="10" y="164"/>
                  </a:cubicBezTo>
                  <a:cubicBezTo>
                    <a:pt x="5" y="186"/>
                    <a:pt x="24" y="208"/>
                    <a:pt x="28" y="229"/>
                  </a:cubicBezTo>
                  <a:cubicBezTo>
                    <a:pt x="31" y="249"/>
                    <a:pt x="19" y="265"/>
                    <a:pt x="12" y="284"/>
                  </a:cubicBezTo>
                  <a:cubicBezTo>
                    <a:pt x="4" y="306"/>
                    <a:pt x="0" y="334"/>
                    <a:pt x="4" y="357"/>
                  </a:cubicBezTo>
                  <a:cubicBezTo>
                    <a:pt x="7" y="372"/>
                    <a:pt x="8" y="402"/>
                    <a:pt x="21" y="411"/>
                  </a:cubicBezTo>
                  <a:cubicBezTo>
                    <a:pt x="22" y="396"/>
                    <a:pt x="19" y="380"/>
                    <a:pt x="20" y="365"/>
                  </a:cubicBezTo>
                  <a:cubicBezTo>
                    <a:pt x="21" y="342"/>
                    <a:pt x="28" y="321"/>
                    <a:pt x="34" y="299"/>
                  </a:cubicBezTo>
                  <a:cubicBezTo>
                    <a:pt x="42" y="273"/>
                    <a:pt x="56" y="249"/>
                    <a:pt x="60" y="222"/>
                  </a:cubicBezTo>
                  <a:cubicBezTo>
                    <a:pt x="63" y="204"/>
                    <a:pt x="52" y="191"/>
                    <a:pt x="49" y="173"/>
                  </a:cubicBezTo>
                  <a:cubicBezTo>
                    <a:pt x="42" y="136"/>
                    <a:pt x="105" y="117"/>
                    <a:pt x="84" y="76"/>
                  </a:cubicBezTo>
                  <a:cubicBezTo>
                    <a:pt x="71" y="51"/>
                    <a:pt x="43" y="33"/>
                    <a:pt x="47" y="1"/>
                  </a:cubicBezTo>
                </a:path>
              </a:pathLst>
            </a:custGeom>
            <a:solidFill>
              <a:srgbClr val="D2E7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9171" name="Freeform 917">
              <a:extLst>
                <a:ext uri="{FF2B5EF4-FFF2-40B4-BE49-F238E27FC236}">
                  <a16:creationId xmlns:a16="http://schemas.microsoft.com/office/drawing/2014/main" id="{091E8E66-C04F-47F1-9F29-A1F986F213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1" y="1915"/>
              <a:ext cx="841" cy="116"/>
            </a:xfrm>
            <a:custGeom>
              <a:avLst/>
              <a:gdLst>
                <a:gd name="T0" fmla="*/ 0 w 706"/>
                <a:gd name="T1" fmla="*/ 6 h 98"/>
                <a:gd name="T2" fmla="*/ 245 w 706"/>
                <a:gd name="T3" fmla="*/ 115 h 98"/>
                <a:gd name="T4" fmla="*/ 559 w 706"/>
                <a:gd name="T5" fmla="*/ 146 h 98"/>
                <a:gd name="T6" fmla="*/ 698 w 706"/>
                <a:gd name="T7" fmla="*/ 131 h 98"/>
                <a:gd name="T8" fmla="*/ 847 w 706"/>
                <a:gd name="T9" fmla="*/ 147 h 98"/>
                <a:gd name="T10" fmla="*/ 1194 w 706"/>
                <a:gd name="T11" fmla="*/ 78 h 98"/>
                <a:gd name="T12" fmla="*/ 874 w 706"/>
                <a:gd name="T13" fmla="*/ 112 h 98"/>
                <a:gd name="T14" fmla="*/ 578 w 706"/>
                <a:gd name="T15" fmla="*/ 116 h 98"/>
                <a:gd name="T16" fmla="*/ 238 w 706"/>
                <a:gd name="T17" fmla="*/ 101 h 98"/>
                <a:gd name="T18" fmla="*/ 36 w 706"/>
                <a:gd name="T19" fmla="*/ 6 h 9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06" h="98">
                  <a:moveTo>
                    <a:pt x="0" y="3"/>
                  </a:moveTo>
                  <a:cubicBezTo>
                    <a:pt x="46" y="0"/>
                    <a:pt x="101" y="55"/>
                    <a:pt x="145" y="69"/>
                  </a:cubicBezTo>
                  <a:cubicBezTo>
                    <a:pt x="204" y="88"/>
                    <a:pt x="269" y="98"/>
                    <a:pt x="331" y="88"/>
                  </a:cubicBezTo>
                  <a:cubicBezTo>
                    <a:pt x="358" y="84"/>
                    <a:pt x="385" y="81"/>
                    <a:pt x="413" y="79"/>
                  </a:cubicBezTo>
                  <a:cubicBezTo>
                    <a:pt x="445" y="75"/>
                    <a:pt x="469" y="84"/>
                    <a:pt x="501" y="89"/>
                  </a:cubicBezTo>
                  <a:cubicBezTo>
                    <a:pt x="561" y="98"/>
                    <a:pt x="655" y="81"/>
                    <a:pt x="706" y="47"/>
                  </a:cubicBezTo>
                  <a:cubicBezTo>
                    <a:pt x="655" y="89"/>
                    <a:pt x="576" y="82"/>
                    <a:pt x="517" y="68"/>
                  </a:cubicBezTo>
                  <a:cubicBezTo>
                    <a:pt x="460" y="54"/>
                    <a:pt x="401" y="66"/>
                    <a:pt x="342" y="70"/>
                  </a:cubicBezTo>
                  <a:cubicBezTo>
                    <a:pt x="272" y="74"/>
                    <a:pt x="210" y="78"/>
                    <a:pt x="141" y="61"/>
                  </a:cubicBezTo>
                  <a:cubicBezTo>
                    <a:pt x="101" y="51"/>
                    <a:pt x="48" y="36"/>
                    <a:pt x="21" y="3"/>
                  </a:cubicBezTo>
                </a:path>
              </a:pathLst>
            </a:custGeom>
            <a:solidFill>
              <a:srgbClr val="D2E7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9172" name="Freeform 918">
              <a:extLst>
                <a:ext uri="{FF2B5EF4-FFF2-40B4-BE49-F238E27FC236}">
                  <a16:creationId xmlns:a16="http://schemas.microsoft.com/office/drawing/2014/main" id="{749029E1-7791-4774-AA10-5E527AD099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4" y="1682"/>
              <a:ext cx="169" cy="436"/>
            </a:xfrm>
            <a:custGeom>
              <a:avLst/>
              <a:gdLst>
                <a:gd name="T0" fmla="*/ 118 w 142"/>
                <a:gd name="T1" fmla="*/ 1 h 366"/>
                <a:gd name="T2" fmla="*/ 124 w 142"/>
                <a:gd name="T3" fmla="*/ 88 h 366"/>
                <a:gd name="T4" fmla="*/ 163 w 142"/>
                <a:gd name="T5" fmla="*/ 151 h 366"/>
                <a:gd name="T6" fmla="*/ 155 w 142"/>
                <a:gd name="T7" fmla="*/ 218 h 366"/>
                <a:gd name="T8" fmla="*/ 157 w 142"/>
                <a:gd name="T9" fmla="*/ 294 h 366"/>
                <a:gd name="T10" fmla="*/ 179 w 142"/>
                <a:gd name="T11" fmla="*/ 342 h 366"/>
                <a:gd name="T12" fmla="*/ 196 w 142"/>
                <a:gd name="T13" fmla="*/ 405 h 366"/>
                <a:gd name="T14" fmla="*/ 223 w 142"/>
                <a:gd name="T15" fmla="*/ 510 h 366"/>
                <a:gd name="T16" fmla="*/ 237 w 142"/>
                <a:gd name="T17" fmla="*/ 618 h 366"/>
                <a:gd name="T18" fmla="*/ 218 w 142"/>
                <a:gd name="T19" fmla="*/ 572 h 366"/>
                <a:gd name="T20" fmla="*/ 195 w 142"/>
                <a:gd name="T21" fmla="*/ 502 h 366"/>
                <a:gd name="T22" fmla="*/ 174 w 142"/>
                <a:gd name="T23" fmla="*/ 430 h 366"/>
                <a:gd name="T24" fmla="*/ 150 w 142"/>
                <a:gd name="T25" fmla="*/ 369 h 366"/>
                <a:gd name="T26" fmla="*/ 77 w 142"/>
                <a:gd name="T27" fmla="*/ 342 h 366"/>
                <a:gd name="T28" fmla="*/ 36 w 142"/>
                <a:gd name="T29" fmla="*/ 354 h 366"/>
                <a:gd name="T30" fmla="*/ 0 w 142"/>
                <a:gd name="T31" fmla="*/ 363 h 366"/>
                <a:gd name="T32" fmla="*/ 76 w 142"/>
                <a:gd name="T33" fmla="*/ 303 h 366"/>
                <a:gd name="T34" fmla="*/ 114 w 142"/>
                <a:gd name="T35" fmla="*/ 213 h 366"/>
                <a:gd name="T36" fmla="*/ 121 w 142"/>
                <a:gd name="T37" fmla="*/ 133 h 366"/>
                <a:gd name="T38" fmla="*/ 106 w 142"/>
                <a:gd name="T39" fmla="*/ 110 h 366"/>
                <a:gd name="T40" fmla="*/ 80 w 142"/>
                <a:gd name="T41" fmla="*/ 114 h 366"/>
                <a:gd name="T42" fmla="*/ 90 w 142"/>
                <a:gd name="T43" fmla="*/ 62 h 366"/>
                <a:gd name="T44" fmla="*/ 112 w 142"/>
                <a:gd name="T45" fmla="*/ 0 h 36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42" h="366">
                  <a:moveTo>
                    <a:pt x="70" y="1"/>
                  </a:moveTo>
                  <a:cubicBezTo>
                    <a:pt x="72" y="19"/>
                    <a:pt x="65" y="34"/>
                    <a:pt x="73" y="52"/>
                  </a:cubicBezTo>
                  <a:cubicBezTo>
                    <a:pt x="79" y="66"/>
                    <a:pt x="93" y="75"/>
                    <a:pt x="97" y="90"/>
                  </a:cubicBezTo>
                  <a:cubicBezTo>
                    <a:pt x="101" y="103"/>
                    <a:pt x="96" y="116"/>
                    <a:pt x="92" y="129"/>
                  </a:cubicBezTo>
                  <a:cubicBezTo>
                    <a:pt x="89" y="144"/>
                    <a:pt x="88" y="159"/>
                    <a:pt x="93" y="174"/>
                  </a:cubicBezTo>
                  <a:cubicBezTo>
                    <a:pt x="97" y="184"/>
                    <a:pt x="102" y="192"/>
                    <a:pt x="106" y="202"/>
                  </a:cubicBezTo>
                  <a:cubicBezTo>
                    <a:pt x="110" y="214"/>
                    <a:pt x="112" y="227"/>
                    <a:pt x="117" y="239"/>
                  </a:cubicBezTo>
                  <a:cubicBezTo>
                    <a:pt x="124" y="258"/>
                    <a:pt x="127" y="280"/>
                    <a:pt x="132" y="301"/>
                  </a:cubicBezTo>
                  <a:cubicBezTo>
                    <a:pt x="136" y="321"/>
                    <a:pt x="142" y="345"/>
                    <a:pt x="140" y="366"/>
                  </a:cubicBezTo>
                  <a:cubicBezTo>
                    <a:pt x="133" y="361"/>
                    <a:pt x="132" y="346"/>
                    <a:pt x="129" y="338"/>
                  </a:cubicBezTo>
                  <a:cubicBezTo>
                    <a:pt x="124" y="324"/>
                    <a:pt x="120" y="310"/>
                    <a:pt x="116" y="296"/>
                  </a:cubicBezTo>
                  <a:cubicBezTo>
                    <a:pt x="111" y="282"/>
                    <a:pt x="107" y="268"/>
                    <a:pt x="103" y="254"/>
                  </a:cubicBezTo>
                  <a:cubicBezTo>
                    <a:pt x="100" y="242"/>
                    <a:pt x="97" y="228"/>
                    <a:pt x="89" y="218"/>
                  </a:cubicBezTo>
                  <a:cubicBezTo>
                    <a:pt x="78" y="203"/>
                    <a:pt x="63" y="200"/>
                    <a:pt x="46" y="202"/>
                  </a:cubicBezTo>
                  <a:cubicBezTo>
                    <a:pt x="37" y="203"/>
                    <a:pt x="29" y="205"/>
                    <a:pt x="21" y="209"/>
                  </a:cubicBezTo>
                  <a:cubicBezTo>
                    <a:pt x="14" y="212"/>
                    <a:pt x="7" y="213"/>
                    <a:pt x="0" y="215"/>
                  </a:cubicBezTo>
                  <a:cubicBezTo>
                    <a:pt x="16" y="212"/>
                    <a:pt x="34" y="191"/>
                    <a:pt x="45" y="179"/>
                  </a:cubicBezTo>
                  <a:cubicBezTo>
                    <a:pt x="59" y="163"/>
                    <a:pt x="66" y="147"/>
                    <a:pt x="68" y="126"/>
                  </a:cubicBezTo>
                  <a:cubicBezTo>
                    <a:pt x="69" y="108"/>
                    <a:pt x="78" y="96"/>
                    <a:pt x="72" y="79"/>
                  </a:cubicBezTo>
                  <a:cubicBezTo>
                    <a:pt x="70" y="74"/>
                    <a:pt x="69" y="66"/>
                    <a:pt x="63" y="65"/>
                  </a:cubicBezTo>
                  <a:cubicBezTo>
                    <a:pt x="58" y="64"/>
                    <a:pt x="53" y="69"/>
                    <a:pt x="47" y="68"/>
                  </a:cubicBezTo>
                  <a:cubicBezTo>
                    <a:pt x="46" y="59"/>
                    <a:pt x="52" y="47"/>
                    <a:pt x="54" y="37"/>
                  </a:cubicBezTo>
                  <a:cubicBezTo>
                    <a:pt x="57" y="25"/>
                    <a:pt x="63" y="13"/>
                    <a:pt x="66" y="0"/>
                  </a:cubicBezTo>
                </a:path>
              </a:pathLst>
            </a:custGeom>
            <a:solidFill>
              <a:srgbClr val="88C2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9173" name="Freeform 919">
              <a:extLst>
                <a:ext uri="{FF2B5EF4-FFF2-40B4-BE49-F238E27FC236}">
                  <a16:creationId xmlns:a16="http://schemas.microsoft.com/office/drawing/2014/main" id="{C8C1AB5F-F149-4363-B188-E98656D73378}"/>
                </a:ext>
              </a:extLst>
            </p:cNvPr>
            <p:cNvSpPr>
              <a:spLocks/>
            </p:cNvSpPr>
            <p:nvPr/>
          </p:nvSpPr>
          <p:spPr bwMode="auto">
            <a:xfrm>
              <a:off x="898" y="1782"/>
              <a:ext cx="37" cy="202"/>
            </a:xfrm>
            <a:custGeom>
              <a:avLst/>
              <a:gdLst>
                <a:gd name="T0" fmla="*/ 47 w 31"/>
                <a:gd name="T1" fmla="*/ 0 h 169"/>
                <a:gd name="T2" fmla="*/ 24 w 31"/>
                <a:gd name="T3" fmla="*/ 129 h 169"/>
                <a:gd name="T4" fmla="*/ 10 w 31"/>
                <a:gd name="T5" fmla="*/ 288 h 169"/>
                <a:gd name="T6" fmla="*/ 47 w 31"/>
                <a:gd name="T7" fmla="*/ 146 h 169"/>
                <a:gd name="T8" fmla="*/ 37 w 31"/>
                <a:gd name="T9" fmla="*/ 14 h 16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169">
                  <a:moveTo>
                    <a:pt x="28" y="0"/>
                  </a:moveTo>
                  <a:cubicBezTo>
                    <a:pt x="0" y="27"/>
                    <a:pt x="7" y="42"/>
                    <a:pt x="14" y="75"/>
                  </a:cubicBezTo>
                  <a:cubicBezTo>
                    <a:pt x="20" y="105"/>
                    <a:pt x="6" y="137"/>
                    <a:pt x="6" y="169"/>
                  </a:cubicBezTo>
                  <a:cubicBezTo>
                    <a:pt x="3" y="140"/>
                    <a:pt x="24" y="112"/>
                    <a:pt x="28" y="85"/>
                  </a:cubicBezTo>
                  <a:cubicBezTo>
                    <a:pt x="31" y="59"/>
                    <a:pt x="7" y="33"/>
                    <a:pt x="22" y="8"/>
                  </a:cubicBezTo>
                </a:path>
              </a:pathLst>
            </a:custGeom>
            <a:solidFill>
              <a:srgbClr val="EFF7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9174" name="Freeform 920">
              <a:extLst>
                <a:ext uri="{FF2B5EF4-FFF2-40B4-BE49-F238E27FC236}">
                  <a16:creationId xmlns:a16="http://schemas.microsoft.com/office/drawing/2014/main" id="{1387C009-B9F0-42B3-88FB-7E6BAD999338}"/>
                </a:ext>
              </a:extLst>
            </p:cNvPr>
            <p:cNvSpPr>
              <a:spLocks/>
            </p:cNvSpPr>
            <p:nvPr/>
          </p:nvSpPr>
          <p:spPr bwMode="auto">
            <a:xfrm>
              <a:off x="647" y="1309"/>
              <a:ext cx="263" cy="472"/>
            </a:xfrm>
            <a:custGeom>
              <a:avLst/>
              <a:gdLst>
                <a:gd name="T0" fmla="*/ 0 w 221"/>
                <a:gd name="T1" fmla="*/ 671 h 396"/>
                <a:gd name="T2" fmla="*/ 196 w 221"/>
                <a:gd name="T3" fmla="*/ 222 h 396"/>
                <a:gd name="T4" fmla="*/ 372 w 221"/>
                <a:gd name="T5" fmla="*/ 0 h 396"/>
                <a:gd name="T6" fmla="*/ 214 w 221"/>
                <a:gd name="T7" fmla="*/ 231 h 396"/>
                <a:gd name="T8" fmla="*/ 0 w 221"/>
                <a:gd name="T9" fmla="*/ 671 h 39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1" h="396">
                  <a:moveTo>
                    <a:pt x="0" y="396"/>
                  </a:moveTo>
                  <a:cubicBezTo>
                    <a:pt x="117" y="131"/>
                    <a:pt x="117" y="131"/>
                    <a:pt x="117" y="131"/>
                  </a:cubicBezTo>
                  <a:cubicBezTo>
                    <a:pt x="117" y="131"/>
                    <a:pt x="143" y="41"/>
                    <a:pt x="221" y="0"/>
                  </a:cubicBezTo>
                  <a:cubicBezTo>
                    <a:pt x="221" y="0"/>
                    <a:pt x="159" y="46"/>
                    <a:pt x="127" y="137"/>
                  </a:cubicBezTo>
                  <a:cubicBezTo>
                    <a:pt x="95" y="228"/>
                    <a:pt x="0" y="396"/>
                    <a:pt x="0" y="396"/>
                  </a:cubicBezTo>
                  <a:close/>
                </a:path>
              </a:pathLst>
            </a:custGeom>
            <a:solidFill>
              <a:srgbClr val="EFF7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49175" name="Freeform 921">
              <a:extLst>
                <a:ext uri="{FF2B5EF4-FFF2-40B4-BE49-F238E27FC236}">
                  <a16:creationId xmlns:a16="http://schemas.microsoft.com/office/drawing/2014/main" id="{37118107-C2BF-40B4-AB0C-D43ED0856667}"/>
                </a:ext>
              </a:extLst>
            </p:cNvPr>
            <p:cNvSpPr>
              <a:spLocks/>
            </p:cNvSpPr>
            <p:nvPr/>
          </p:nvSpPr>
          <p:spPr bwMode="auto">
            <a:xfrm>
              <a:off x="818" y="2471"/>
              <a:ext cx="72" cy="130"/>
            </a:xfrm>
            <a:custGeom>
              <a:avLst/>
              <a:gdLst>
                <a:gd name="T0" fmla="*/ 17 w 60"/>
                <a:gd name="T1" fmla="*/ 0 h 109"/>
                <a:gd name="T2" fmla="*/ 10 w 60"/>
                <a:gd name="T3" fmla="*/ 120 h 109"/>
                <a:gd name="T4" fmla="*/ 103 w 60"/>
                <a:gd name="T5" fmla="*/ 185 h 109"/>
                <a:gd name="T6" fmla="*/ 23 w 60"/>
                <a:gd name="T7" fmla="*/ 10 h 10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0" h="109">
                  <a:moveTo>
                    <a:pt x="10" y="0"/>
                  </a:moveTo>
                  <a:cubicBezTo>
                    <a:pt x="11" y="22"/>
                    <a:pt x="0" y="49"/>
                    <a:pt x="6" y="71"/>
                  </a:cubicBezTo>
                  <a:cubicBezTo>
                    <a:pt x="13" y="95"/>
                    <a:pt x="42" y="98"/>
                    <a:pt x="60" y="109"/>
                  </a:cubicBezTo>
                  <a:cubicBezTo>
                    <a:pt x="30" y="80"/>
                    <a:pt x="10" y="50"/>
                    <a:pt x="13" y="6"/>
                  </a:cubicBezTo>
                </a:path>
              </a:pathLst>
            </a:custGeom>
            <a:solidFill>
              <a:srgbClr val="EFF7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</p:grpSp>
    </p:spTree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842" name="Rectangle 2">
            <a:extLst>
              <a:ext uri="{FF2B5EF4-FFF2-40B4-BE49-F238E27FC236}">
                <a16:creationId xmlns:a16="http://schemas.microsoft.com/office/drawing/2014/main" id="{87D13490-61AF-4AE2-A929-1C7A8FB9D0CB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Obesity (5)</a:t>
            </a:r>
          </a:p>
        </p:txBody>
      </p:sp>
      <p:grpSp>
        <p:nvGrpSpPr>
          <p:cNvPr id="50178" name="Obese-female-full-body-illustration">
            <a:extLst>
              <a:ext uri="{FF2B5EF4-FFF2-40B4-BE49-F238E27FC236}">
                <a16:creationId xmlns:a16="http://schemas.microsoft.com/office/drawing/2014/main" id="{B8EC23C5-E93F-4B57-BD62-13B2B5D4B225}"/>
              </a:ext>
            </a:extLst>
          </p:cNvPr>
          <p:cNvGrpSpPr>
            <a:grpSpLocks/>
          </p:cNvGrpSpPr>
          <p:nvPr/>
        </p:nvGrpSpPr>
        <p:grpSpPr bwMode="auto">
          <a:xfrm>
            <a:off x="6613525" y="1265238"/>
            <a:ext cx="2857500" cy="5164137"/>
            <a:chOff x="3206" y="767"/>
            <a:chExt cx="1800" cy="3253"/>
          </a:xfrm>
        </p:grpSpPr>
        <p:grpSp>
          <p:nvGrpSpPr>
            <p:cNvPr id="50574" name="Group 4">
              <a:extLst>
                <a:ext uri="{FF2B5EF4-FFF2-40B4-BE49-F238E27FC236}">
                  <a16:creationId xmlns:a16="http://schemas.microsoft.com/office/drawing/2014/main" id="{DC85C013-E54E-418C-A178-932E1975477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206" y="767"/>
              <a:ext cx="1800" cy="3253"/>
              <a:chOff x="3206" y="767"/>
              <a:chExt cx="1800" cy="3253"/>
            </a:xfrm>
          </p:grpSpPr>
          <p:sp>
            <p:nvSpPr>
              <p:cNvPr id="50792" name="Freeform 5">
                <a:extLst>
                  <a:ext uri="{FF2B5EF4-FFF2-40B4-BE49-F238E27FC236}">
                    <a16:creationId xmlns:a16="http://schemas.microsoft.com/office/drawing/2014/main" id="{869B7EF0-307F-4D04-AF0D-07253CABAE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0" y="767"/>
                <a:ext cx="492" cy="416"/>
              </a:xfrm>
              <a:custGeom>
                <a:avLst/>
                <a:gdLst>
                  <a:gd name="T0" fmla="*/ 242 w 466"/>
                  <a:gd name="T1" fmla="*/ 1 h 394"/>
                  <a:gd name="T2" fmla="*/ 238 w 466"/>
                  <a:gd name="T3" fmla="*/ 4 h 394"/>
                  <a:gd name="T4" fmla="*/ 227 w 466"/>
                  <a:gd name="T5" fmla="*/ 15 h 394"/>
                  <a:gd name="T6" fmla="*/ 174 w 466"/>
                  <a:gd name="T7" fmla="*/ 16 h 394"/>
                  <a:gd name="T8" fmla="*/ 157 w 466"/>
                  <a:gd name="T9" fmla="*/ 25 h 394"/>
                  <a:gd name="T10" fmla="*/ 138 w 466"/>
                  <a:gd name="T11" fmla="*/ 54 h 394"/>
                  <a:gd name="T12" fmla="*/ 115 w 466"/>
                  <a:gd name="T13" fmla="*/ 60 h 394"/>
                  <a:gd name="T14" fmla="*/ 100 w 466"/>
                  <a:gd name="T15" fmla="*/ 67 h 394"/>
                  <a:gd name="T16" fmla="*/ 75 w 466"/>
                  <a:gd name="T17" fmla="*/ 93 h 394"/>
                  <a:gd name="T18" fmla="*/ 42 w 466"/>
                  <a:gd name="T19" fmla="*/ 126 h 394"/>
                  <a:gd name="T20" fmla="*/ 18 w 466"/>
                  <a:gd name="T21" fmla="*/ 184 h 394"/>
                  <a:gd name="T22" fmla="*/ 18 w 466"/>
                  <a:gd name="T23" fmla="*/ 211 h 394"/>
                  <a:gd name="T24" fmla="*/ 21 w 466"/>
                  <a:gd name="T25" fmla="*/ 224 h 394"/>
                  <a:gd name="T26" fmla="*/ 19 w 466"/>
                  <a:gd name="T27" fmla="*/ 258 h 394"/>
                  <a:gd name="T28" fmla="*/ 21 w 466"/>
                  <a:gd name="T29" fmla="*/ 300 h 394"/>
                  <a:gd name="T30" fmla="*/ 21 w 466"/>
                  <a:gd name="T31" fmla="*/ 319 h 394"/>
                  <a:gd name="T32" fmla="*/ 34 w 466"/>
                  <a:gd name="T33" fmla="*/ 343 h 394"/>
                  <a:gd name="T34" fmla="*/ 42 w 466"/>
                  <a:gd name="T35" fmla="*/ 371 h 394"/>
                  <a:gd name="T36" fmla="*/ 62 w 466"/>
                  <a:gd name="T37" fmla="*/ 406 h 394"/>
                  <a:gd name="T38" fmla="*/ 97 w 466"/>
                  <a:gd name="T39" fmla="*/ 434 h 394"/>
                  <a:gd name="T40" fmla="*/ 148 w 466"/>
                  <a:gd name="T41" fmla="*/ 435 h 394"/>
                  <a:gd name="T42" fmla="*/ 235 w 466"/>
                  <a:gd name="T43" fmla="*/ 451 h 394"/>
                  <a:gd name="T44" fmla="*/ 338 w 466"/>
                  <a:gd name="T45" fmla="*/ 453 h 394"/>
                  <a:gd name="T46" fmla="*/ 404 w 466"/>
                  <a:gd name="T47" fmla="*/ 460 h 394"/>
                  <a:gd name="T48" fmla="*/ 488 w 466"/>
                  <a:gd name="T49" fmla="*/ 411 h 394"/>
                  <a:gd name="T50" fmla="*/ 523 w 466"/>
                  <a:gd name="T51" fmla="*/ 360 h 394"/>
                  <a:gd name="T52" fmla="*/ 524 w 466"/>
                  <a:gd name="T53" fmla="*/ 319 h 394"/>
                  <a:gd name="T54" fmla="*/ 536 w 466"/>
                  <a:gd name="T55" fmla="*/ 260 h 394"/>
                  <a:gd name="T56" fmla="*/ 522 w 466"/>
                  <a:gd name="T57" fmla="*/ 196 h 394"/>
                  <a:gd name="T58" fmla="*/ 499 w 466"/>
                  <a:gd name="T59" fmla="*/ 124 h 394"/>
                  <a:gd name="T60" fmla="*/ 476 w 466"/>
                  <a:gd name="T61" fmla="*/ 92 h 394"/>
                  <a:gd name="T62" fmla="*/ 447 w 466"/>
                  <a:gd name="T63" fmla="*/ 64 h 394"/>
                  <a:gd name="T64" fmla="*/ 431 w 466"/>
                  <a:gd name="T65" fmla="*/ 52 h 394"/>
                  <a:gd name="T66" fmla="*/ 386 w 466"/>
                  <a:gd name="T67" fmla="*/ 24 h 394"/>
                  <a:gd name="T68" fmla="*/ 348 w 466"/>
                  <a:gd name="T69" fmla="*/ 19 h 394"/>
                  <a:gd name="T70" fmla="*/ 337 w 466"/>
                  <a:gd name="T71" fmla="*/ 8 h 394"/>
                  <a:gd name="T72" fmla="*/ 294 w 466"/>
                  <a:gd name="T73" fmla="*/ 13 h 394"/>
                  <a:gd name="T74" fmla="*/ 266 w 466"/>
                  <a:gd name="T75" fmla="*/ 5 h 394"/>
                  <a:gd name="T76" fmla="*/ 253 w 466"/>
                  <a:gd name="T77" fmla="*/ 15 h 394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0" t="0" r="r" b="b"/>
                <a:pathLst>
                  <a:path w="466" h="394">
                    <a:moveTo>
                      <a:pt x="215" y="16"/>
                    </a:moveTo>
                    <a:cubicBezTo>
                      <a:pt x="216" y="9"/>
                      <a:pt x="211" y="4"/>
                      <a:pt x="206" y="1"/>
                    </a:cubicBezTo>
                    <a:cubicBezTo>
                      <a:pt x="206" y="3"/>
                      <a:pt x="205" y="4"/>
                      <a:pt x="205" y="6"/>
                    </a:cubicBezTo>
                    <a:cubicBezTo>
                      <a:pt x="204" y="5"/>
                      <a:pt x="203" y="4"/>
                      <a:pt x="202" y="4"/>
                    </a:cubicBezTo>
                    <a:cubicBezTo>
                      <a:pt x="201" y="5"/>
                      <a:pt x="200" y="7"/>
                      <a:pt x="200" y="9"/>
                    </a:cubicBezTo>
                    <a:cubicBezTo>
                      <a:pt x="195" y="7"/>
                      <a:pt x="196" y="8"/>
                      <a:pt x="193" y="12"/>
                    </a:cubicBezTo>
                    <a:cubicBezTo>
                      <a:pt x="191" y="13"/>
                      <a:pt x="191" y="11"/>
                      <a:pt x="188" y="14"/>
                    </a:cubicBezTo>
                    <a:cubicBezTo>
                      <a:pt x="181" y="8"/>
                      <a:pt x="151" y="0"/>
                      <a:pt x="148" y="13"/>
                    </a:cubicBezTo>
                    <a:cubicBezTo>
                      <a:pt x="141" y="10"/>
                      <a:pt x="128" y="12"/>
                      <a:pt x="134" y="22"/>
                    </a:cubicBezTo>
                    <a:cubicBezTo>
                      <a:pt x="135" y="22"/>
                      <a:pt x="135" y="22"/>
                      <a:pt x="134" y="22"/>
                    </a:cubicBezTo>
                    <a:cubicBezTo>
                      <a:pt x="127" y="18"/>
                      <a:pt x="123" y="29"/>
                      <a:pt x="127" y="34"/>
                    </a:cubicBezTo>
                    <a:cubicBezTo>
                      <a:pt x="119" y="32"/>
                      <a:pt x="114" y="38"/>
                      <a:pt x="117" y="45"/>
                    </a:cubicBezTo>
                    <a:cubicBezTo>
                      <a:pt x="111" y="41"/>
                      <a:pt x="112" y="47"/>
                      <a:pt x="108" y="48"/>
                    </a:cubicBezTo>
                    <a:cubicBezTo>
                      <a:pt x="105" y="49"/>
                      <a:pt x="101" y="49"/>
                      <a:pt x="98" y="51"/>
                    </a:cubicBezTo>
                    <a:cubicBezTo>
                      <a:pt x="96" y="52"/>
                      <a:pt x="94" y="55"/>
                      <a:pt x="92" y="56"/>
                    </a:cubicBezTo>
                    <a:cubicBezTo>
                      <a:pt x="90" y="57"/>
                      <a:pt x="87" y="56"/>
                      <a:pt x="85" y="57"/>
                    </a:cubicBezTo>
                    <a:cubicBezTo>
                      <a:pt x="80" y="59"/>
                      <a:pt x="70" y="63"/>
                      <a:pt x="75" y="70"/>
                    </a:cubicBezTo>
                    <a:cubicBezTo>
                      <a:pt x="68" y="66"/>
                      <a:pt x="61" y="71"/>
                      <a:pt x="63" y="79"/>
                    </a:cubicBezTo>
                    <a:cubicBezTo>
                      <a:pt x="55" y="76"/>
                      <a:pt x="37" y="83"/>
                      <a:pt x="45" y="92"/>
                    </a:cubicBezTo>
                    <a:cubicBezTo>
                      <a:pt x="36" y="91"/>
                      <a:pt x="26" y="103"/>
                      <a:pt x="36" y="107"/>
                    </a:cubicBezTo>
                    <a:cubicBezTo>
                      <a:pt x="26" y="108"/>
                      <a:pt x="21" y="122"/>
                      <a:pt x="25" y="131"/>
                    </a:cubicBezTo>
                    <a:cubicBezTo>
                      <a:pt x="16" y="136"/>
                      <a:pt x="12" y="147"/>
                      <a:pt x="15" y="156"/>
                    </a:cubicBezTo>
                    <a:cubicBezTo>
                      <a:pt x="16" y="160"/>
                      <a:pt x="19" y="160"/>
                      <a:pt x="20" y="165"/>
                    </a:cubicBezTo>
                    <a:cubicBezTo>
                      <a:pt x="20" y="169"/>
                      <a:pt x="14" y="173"/>
                      <a:pt x="15" y="179"/>
                    </a:cubicBezTo>
                    <a:cubicBezTo>
                      <a:pt x="16" y="180"/>
                      <a:pt x="19" y="184"/>
                      <a:pt x="19" y="184"/>
                    </a:cubicBezTo>
                    <a:cubicBezTo>
                      <a:pt x="20" y="187"/>
                      <a:pt x="19" y="187"/>
                      <a:pt x="18" y="190"/>
                    </a:cubicBezTo>
                    <a:cubicBezTo>
                      <a:pt x="17" y="196"/>
                      <a:pt x="9" y="205"/>
                      <a:pt x="21" y="205"/>
                    </a:cubicBezTo>
                    <a:cubicBezTo>
                      <a:pt x="16" y="207"/>
                      <a:pt x="10" y="215"/>
                      <a:pt x="16" y="219"/>
                    </a:cubicBezTo>
                    <a:cubicBezTo>
                      <a:pt x="6" y="221"/>
                      <a:pt x="0" y="238"/>
                      <a:pt x="14" y="238"/>
                    </a:cubicBezTo>
                    <a:cubicBezTo>
                      <a:pt x="9" y="244"/>
                      <a:pt x="7" y="257"/>
                      <a:pt x="18" y="255"/>
                    </a:cubicBezTo>
                    <a:cubicBezTo>
                      <a:pt x="13" y="258"/>
                      <a:pt x="11" y="264"/>
                      <a:pt x="11" y="270"/>
                    </a:cubicBezTo>
                    <a:cubicBezTo>
                      <a:pt x="13" y="270"/>
                      <a:pt x="16" y="271"/>
                      <a:pt x="18" y="271"/>
                    </a:cubicBezTo>
                    <a:cubicBezTo>
                      <a:pt x="18" y="275"/>
                      <a:pt x="14" y="284"/>
                      <a:pt x="17" y="288"/>
                    </a:cubicBezTo>
                    <a:cubicBezTo>
                      <a:pt x="19" y="291"/>
                      <a:pt x="27" y="287"/>
                      <a:pt x="28" y="292"/>
                    </a:cubicBezTo>
                    <a:cubicBezTo>
                      <a:pt x="29" y="297"/>
                      <a:pt x="20" y="303"/>
                      <a:pt x="22" y="309"/>
                    </a:cubicBezTo>
                    <a:cubicBezTo>
                      <a:pt x="24" y="314"/>
                      <a:pt x="31" y="315"/>
                      <a:pt x="36" y="314"/>
                    </a:cubicBezTo>
                    <a:cubicBezTo>
                      <a:pt x="26" y="319"/>
                      <a:pt x="30" y="332"/>
                      <a:pt x="41" y="328"/>
                    </a:cubicBezTo>
                    <a:cubicBezTo>
                      <a:pt x="37" y="338"/>
                      <a:pt x="43" y="348"/>
                      <a:pt x="53" y="346"/>
                    </a:cubicBezTo>
                    <a:cubicBezTo>
                      <a:pt x="54" y="353"/>
                      <a:pt x="53" y="375"/>
                      <a:pt x="66" y="365"/>
                    </a:cubicBezTo>
                    <a:cubicBezTo>
                      <a:pt x="68" y="373"/>
                      <a:pt x="77" y="371"/>
                      <a:pt x="82" y="368"/>
                    </a:cubicBezTo>
                    <a:cubicBezTo>
                      <a:pt x="86" y="384"/>
                      <a:pt x="97" y="372"/>
                      <a:pt x="107" y="371"/>
                    </a:cubicBezTo>
                    <a:cubicBezTo>
                      <a:pt x="113" y="371"/>
                      <a:pt x="120" y="369"/>
                      <a:pt x="126" y="369"/>
                    </a:cubicBezTo>
                    <a:cubicBezTo>
                      <a:pt x="142" y="369"/>
                      <a:pt x="149" y="384"/>
                      <a:pt x="164" y="385"/>
                    </a:cubicBezTo>
                    <a:cubicBezTo>
                      <a:pt x="176" y="386"/>
                      <a:pt x="188" y="382"/>
                      <a:pt x="200" y="383"/>
                    </a:cubicBezTo>
                    <a:cubicBezTo>
                      <a:pt x="210" y="384"/>
                      <a:pt x="217" y="387"/>
                      <a:pt x="226" y="390"/>
                    </a:cubicBezTo>
                    <a:cubicBezTo>
                      <a:pt x="247" y="394"/>
                      <a:pt x="267" y="381"/>
                      <a:pt x="287" y="385"/>
                    </a:cubicBezTo>
                    <a:cubicBezTo>
                      <a:pt x="296" y="387"/>
                      <a:pt x="301" y="389"/>
                      <a:pt x="311" y="389"/>
                    </a:cubicBezTo>
                    <a:cubicBezTo>
                      <a:pt x="321" y="390"/>
                      <a:pt x="335" y="388"/>
                      <a:pt x="344" y="391"/>
                    </a:cubicBezTo>
                    <a:cubicBezTo>
                      <a:pt x="352" y="384"/>
                      <a:pt x="407" y="381"/>
                      <a:pt x="403" y="363"/>
                    </a:cubicBezTo>
                    <a:cubicBezTo>
                      <a:pt x="410" y="365"/>
                      <a:pt x="414" y="355"/>
                      <a:pt x="415" y="349"/>
                    </a:cubicBezTo>
                    <a:cubicBezTo>
                      <a:pt x="423" y="354"/>
                      <a:pt x="426" y="340"/>
                      <a:pt x="425" y="334"/>
                    </a:cubicBezTo>
                    <a:cubicBezTo>
                      <a:pt x="437" y="335"/>
                      <a:pt x="440" y="314"/>
                      <a:pt x="444" y="306"/>
                    </a:cubicBezTo>
                    <a:cubicBezTo>
                      <a:pt x="449" y="296"/>
                      <a:pt x="449" y="297"/>
                      <a:pt x="447" y="287"/>
                    </a:cubicBezTo>
                    <a:cubicBezTo>
                      <a:pt x="447" y="284"/>
                      <a:pt x="448" y="274"/>
                      <a:pt x="445" y="271"/>
                    </a:cubicBezTo>
                    <a:cubicBezTo>
                      <a:pt x="449" y="265"/>
                      <a:pt x="457" y="254"/>
                      <a:pt x="446" y="251"/>
                    </a:cubicBezTo>
                    <a:cubicBezTo>
                      <a:pt x="448" y="240"/>
                      <a:pt x="466" y="233"/>
                      <a:pt x="456" y="221"/>
                    </a:cubicBezTo>
                    <a:cubicBezTo>
                      <a:pt x="462" y="216"/>
                      <a:pt x="461" y="207"/>
                      <a:pt x="453" y="206"/>
                    </a:cubicBezTo>
                    <a:cubicBezTo>
                      <a:pt x="454" y="197"/>
                      <a:pt x="460" y="165"/>
                      <a:pt x="443" y="167"/>
                    </a:cubicBezTo>
                    <a:cubicBezTo>
                      <a:pt x="447" y="157"/>
                      <a:pt x="444" y="119"/>
                      <a:pt x="427" y="120"/>
                    </a:cubicBezTo>
                    <a:cubicBezTo>
                      <a:pt x="427" y="115"/>
                      <a:pt x="426" y="110"/>
                      <a:pt x="424" y="105"/>
                    </a:cubicBezTo>
                    <a:cubicBezTo>
                      <a:pt x="423" y="106"/>
                      <a:pt x="422" y="106"/>
                      <a:pt x="421" y="108"/>
                    </a:cubicBezTo>
                    <a:cubicBezTo>
                      <a:pt x="420" y="100"/>
                      <a:pt x="413" y="82"/>
                      <a:pt x="404" y="78"/>
                    </a:cubicBezTo>
                    <a:cubicBezTo>
                      <a:pt x="406" y="71"/>
                      <a:pt x="402" y="57"/>
                      <a:pt x="395" y="67"/>
                    </a:cubicBezTo>
                    <a:cubicBezTo>
                      <a:pt x="393" y="58"/>
                      <a:pt x="390" y="47"/>
                      <a:pt x="380" y="55"/>
                    </a:cubicBezTo>
                    <a:cubicBezTo>
                      <a:pt x="380" y="54"/>
                      <a:pt x="379" y="46"/>
                      <a:pt x="378" y="45"/>
                    </a:cubicBezTo>
                    <a:cubicBezTo>
                      <a:pt x="374" y="41"/>
                      <a:pt x="369" y="46"/>
                      <a:pt x="366" y="44"/>
                    </a:cubicBezTo>
                    <a:cubicBezTo>
                      <a:pt x="358" y="40"/>
                      <a:pt x="360" y="23"/>
                      <a:pt x="347" y="35"/>
                    </a:cubicBezTo>
                    <a:cubicBezTo>
                      <a:pt x="343" y="27"/>
                      <a:pt x="335" y="25"/>
                      <a:pt x="329" y="21"/>
                    </a:cubicBezTo>
                    <a:cubicBezTo>
                      <a:pt x="319" y="14"/>
                      <a:pt x="316" y="16"/>
                      <a:pt x="305" y="16"/>
                    </a:cubicBezTo>
                    <a:cubicBezTo>
                      <a:pt x="303" y="13"/>
                      <a:pt x="300" y="13"/>
                      <a:pt x="296" y="16"/>
                    </a:cubicBezTo>
                    <a:cubicBezTo>
                      <a:pt x="297" y="8"/>
                      <a:pt x="296" y="6"/>
                      <a:pt x="291" y="4"/>
                    </a:cubicBezTo>
                    <a:cubicBezTo>
                      <a:pt x="289" y="4"/>
                      <a:pt x="288" y="8"/>
                      <a:pt x="286" y="8"/>
                    </a:cubicBezTo>
                    <a:cubicBezTo>
                      <a:pt x="284" y="8"/>
                      <a:pt x="282" y="6"/>
                      <a:pt x="279" y="6"/>
                    </a:cubicBezTo>
                    <a:cubicBezTo>
                      <a:pt x="271" y="7"/>
                      <a:pt x="254" y="4"/>
                      <a:pt x="249" y="10"/>
                    </a:cubicBezTo>
                    <a:cubicBezTo>
                      <a:pt x="247" y="5"/>
                      <a:pt x="242" y="3"/>
                      <a:pt x="238" y="7"/>
                    </a:cubicBezTo>
                    <a:cubicBezTo>
                      <a:pt x="235" y="2"/>
                      <a:pt x="230" y="0"/>
                      <a:pt x="226" y="5"/>
                    </a:cubicBezTo>
                    <a:cubicBezTo>
                      <a:pt x="226" y="4"/>
                      <a:pt x="225" y="2"/>
                      <a:pt x="225" y="2"/>
                    </a:cubicBezTo>
                    <a:cubicBezTo>
                      <a:pt x="218" y="1"/>
                      <a:pt x="215" y="7"/>
                      <a:pt x="215" y="12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793" name="Freeform 6">
                <a:extLst>
                  <a:ext uri="{FF2B5EF4-FFF2-40B4-BE49-F238E27FC236}">
                    <a16:creationId xmlns:a16="http://schemas.microsoft.com/office/drawing/2014/main" id="{E3181999-5650-4CCC-85A9-29863ECBFA3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206" y="858"/>
                <a:ext cx="1800" cy="3162"/>
              </a:xfrm>
              <a:custGeom>
                <a:avLst/>
                <a:gdLst>
                  <a:gd name="T0" fmla="*/ 1942 w 1704"/>
                  <a:gd name="T1" fmla="*/ 1511 h 2996"/>
                  <a:gd name="T2" fmla="*/ 1898 w 1704"/>
                  <a:gd name="T3" fmla="*/ 1197 h 2996"/>
                  <a:gd name="T4" fmla="*/ 1874 w 1704"/>
                  <a:gd name="T5" fmla="*/ 1129 h 2996"/>
                  <a:gd name="T6" fmla="*/ 1625 w 1704"/>
                  <a:gd name="T7" fmla="*/ 691 h 2996"/>
                  <a:gd name="T8" fmla="*/ 1181 w 1704"/>
                  <a:gd name="T9" fmla="*/ 324 h 2996"/>
                  <a:gd name="T10" fmla="*/ 1208 w 1704"/>
                  <a:gd name="T11" fmla="*/ 234 h 2996"/>
                  <a:gd name="T12" fmla="*/ 1023 w 1704"/>
                  <a:gd name="T13" fmla="*/ 5 h 2996"/>
                  <a:gd name="T14" fmla="*/ 819 w 1704"/>
                  <a:gd name="T15" fmla="*/ 228 h 2996"/>
                  <a:gd name="T16" fmla="*/ 812 w 1704"/>
                  <a:gd name="T17" fmla="*/ 292 h 2996"/>
                  <a:gd name="T18" fmla="*/ 830 w 1704"/>
                  <a:gd name="T19" fmla="*/ 471 h 2996"/>
                  <a:gd name="T20" fmla="*/ 165 w 1704"/>
                  <a:gd name="T21" fmla="*/ 1107 h 2996"/>
                  <a:gd name="T22" fmla="*/ 125 w 1704"/>
                  <a:gd name="T23" fmla="*/ 1167 h 2996"/>
                  <a:gd name="T24" fmla="*/ 64 w 1704"/>
                  <a:gd name="T25" fmla="*/ 1430 h 2996"/>
                  <a:gd name="T26" fmla="*/ 38 w 1704"/>
                  <a:gd name="T27" fmla="*/ 1583 h 2996"/>
                  <a:gd name="T28" fmla="*/ 55 w 1704"/>
                  <a:gd name="T29" fmla="*/ 1825 h 2996"/>
                  <a:gd name="T30" fmla="*/ 134 w 1704"/>
                  <a:gd name="T31" fmla="*/ 1867 h 2996"/>
                  <a:gd name="T32" fmla="*/ 156 w 1704"/>
                  <a:gd name="T33" fmla="*/ 1824 h 2996"/>
                  <a:gd name="T34" fmla="*/ 207 w 1704"/>
                  <a:gd name="T35" fmla="*/ 1651 h 2996"/>
                  <a:gd name="T36" fmla="*/ 224 w 1704"/>
                  <a:gd name="T37" fmla="*/ 1528 h 2996"/>
                  <a:gd name="T38" fmla="*/ 350 w 1704"/>
                  <a:gd name="T39" fmla="*/ 1434 h 2996"/>
                  <a:gd name="T40" fmla="*/ 299 w 1704"/>
                  <a:gd name="T41" fmla="*/ 2313 h 2996"/>
                  <a:gd name="T42" fmla="*/ 335 w 1704"/>
                  <a:gd name="T43" fmla="*/ 2477 h 2996"/>
                  <a:gd name="T44" fmla="*/ 375 w 1704"/>
                  <a:gd name="T45" fmla="*/ 3174 h 2996"/>
                  <a:gd name="T46" fmla="*/ 379 w 1704"/>
                  <a:gd name="T47" fmla="*/ 3270 h 2996"/>
                  <a:gd name="T48" fmla="*/ 243 w 1704"/>
                  <a:gd name="T49" fmla="*/ 3393 h 2996"/>
                  <a:gd name="T50" fmla="*/ 202 w 1704"/>
                  <a:gd name="T51" fmla="*/ 3464 h 2996"/>
                  <a:gd name="T52" fmla="*/ 295 w 1704"/>
                  <a:gd name="T53" fmla="*/ 3518 h 2996"/>
                  <a:gd name="T54" fmla="*/ 401 w 1704"/>
                  <a:gd name="T55" fmla="*/ 3449 h 2996"/>
                  <a:gd name="T56" fmla="*/ 610 w 1704"/>
                  <a:gd name="T57" fmla="*/ 3290 h 2996"/>
                  <a:gd name="T58" fmla="*/ 843 w 1704"/>
                  <a:gd name="T59" fmla="*/ 2703 h 2996"/>
                  <a:gd name="T60" fmla="*/ 830 w 1704"/>
                  <a:gd name="T61" fmla="*/ 2504 h 2996"/>
                  <a:gd name="T62" fmla="*/ 968 w 1704"/>
                  <a:gd name="T63" fmla="*/ 2241 h 2996"/>
                  <a:gd name="T64" fmla="*/ 1001 w 1704"/>
                  <a:gd name="T65" fmla="*/ 1996 h 2996"/>
                  <a:gd name="T66" fmla="*/ 1034 w 1704"/>
                  <a:gd name="T67" fmla="*/ 2159 h 2996"/>
                  <a:gd name="T68" fmla="*/ 1123 w 1704"/>
                  <a:gd name="T69" fmla="*/ 2461 h 2996"/>
                  <a:gd name="T70" fmla="*/ 1177 w 1704"/>
                  <a:gd name="T71" fmla="*/ 2567 h 2996"/>
                  <a:gd name="T72" fmla="*/ 1361 w 1704"/>
                  <a:gd name="T73" fmla="*/ 3208 h 2996"/>
                  <a:gd name="T74" fmla="*/ 1570 w 1704"/>
                  <a:gd name="T75" fmla="*/ 3415 h 2996"/>
                  <a:gd name="T76" fmla="*/ 1663 w 1704"/>
                  <a:gd name="T77" fmla="*/ 3491 h 2996"/>
                  <a:gd name="T78" fmla="*/ 1792 w 1704"/>
                  <a:gd name="T79" fmla="*/ 3489 h 2996"/>
                  <a:gd name="T80" fmla="*/ 1781 w 1704"/>
                  <a:gd name="T81" fmla="*/ 3403 h 2996"/>
                  <a:gd name="T82" fmla="*/ 1666 w 1704"/>
                  <a:gd name="T83" fmla="*/ 3314 h 2996"/>
                  <a:gd name="T84" fmla="*/ 1631 w 1704"/>
                  <a:gd name="T85" fmla="*/ 3208 h 2996"/>
                  <a:gd name="T86" fmla="*/ 1635 w 1704"/>
                  <a:gd name="T87" fmla="*/ 2589 h 2996"/>
                  <a:gd name="T88" fmla="*/ 1682 w 1704"/>
                  <a:gd name="T89" fmla="*/ 2357 h 2996"/>
                  <a:gd name="T90" fmla="*/ 1742 w 1704"/>
                  <a:gd name="T91" fmla="*/ 1634 h 2996"/>
                  <a:gd name="T92" fmla="*/ 1776 w 1704"/>
                  <a:gd name="T93" fmla="*/ 1511 h 2996"/>
                  <a:gd name="T94" fmla="*/ 1805 w 1704"/>
                  <a:gd name="T95" fmla="*/ 1592 h 2996"/>
                  <a:gd name="T96" fmla="*/ 1821 w 1704"/>
                  <a:gd name="T97" fmla="*/ 1801 h 2996"/>
                  <a:gd name="T98" fmla="*/ 1858 w 1704"/>
                  <a:gd name="T99" fmla="*/ 1863 h 2996"/>
                  <a:gd name="T100" fmla="*/ 1923 w 1704"/>
                  <a:gd name="T101" fmla="*/ 1854 h 2996"/>
                  <a:gd name="T102" fmla="*/ 1989 w 1704"/>
                  <a:gd name="T103" fmla="*/ 1726 h 2996"/>
                  <a:gd name="T104" fmla="*/ 461 w 1704"/>
                  <a:gd name="T105" fmla="*/ 1173 h 2996"/>
                  <a:gd name="T106" fmla="*/ 1540 w 1704"/>
                  <a:gd name="T107" fmla="*/ 1206 h 2996"/>
                  <a:gd name="T108" fmla="*/ 1540 w 1704"/>
                  <a:gd name="T109" fmla="*/ 1206 h 299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</a:gdLst>
                <a:ahLst/>
                <a:cxnLst>
                  <a:cxn ang="T110">
                    <a:pos x="T0" y="T1"/>
                  </a:cxn>
                  <a:cxn ang="T111">
                    <a:pos x="T2" y="T3"/>
                  </a:cxn>
                  <a:cxn ang="T112">
                    <a:pos x="T4" y="T5"/>
                  </a:cxn>
                  <a:cxn ang="T113">
                    <a:pos x="T6" y="T7"/>
                  </a:cxn>
                  <a:cxn ang="T114">
                    <a:pos x="T8" y="T9"/>
                  </a:cxn>
                  <a:cxn ang="T115">
                    <a:pos x="T10" y="T11"/>
                  </a:cxn>
                  <a:cxn ang="T116">
                    <a:pos x="T12" y="T13"/>
                  </a:cxn>
                  <a:cxn ang="T117">
                    <a:pos x="T14" y="T15"/>
                  </a:cxn>
                  <a:cxn ang="T118">
                    <a:pos x="T16" y="T17"/>
                  </a:cxn>
                  <a:cxn ang="T119">
                    <a:pos x="T18" y="T19"/>
                  </a:cxn>
                  <a:cxn ang="T120">
                    <a:pos x="T20" y="T21"/>
                  </a:cxn>
                  <a:cxn ang="T121">
                    <a:pos x="T22" y="T23"/>
                  </a:cxn>
                  <a:cxn ang="T122">
                    <a:pos x="T24" y="T25"/>
                  </a:cxn>
                  <a:cxn ang="T123">
                    <a:pos x="T26" y="T27"/>
                  </a:cxn>
                  <a:cxn ang="T124">
                    <a:pos x="T28" y="T29"/>
                  </a:cxn>
                  <a:cxn ang="T125">
                    <a:pos x="T30" y="T31"/>
                  </a:cxn>
                  <a:cxn ang="T126">
                    <a:pos x="T32" y="T33"/>
                  </a:cxn>
                  <a:cxn ang="T127">
                    <a:pos x="T34" y="T35"/>
                  </a:cxn>
                  <a:cxn ang="T128">
                    <a:pos x="T36" y="T37"/>
                  </a:cxn>
                  <a:cxn ang="T129">
                    <a:pos x="T38" y="T39"/>
                  </a:cxn>
                  <a:cxn ang="T130">
                    <a:pos x="T40" y="T41"/>
                  </a:cxn>
                  <a:cxn ang="T131">
                    <a:pos x="T42" y="T43"/>
                  </a:cxn>
                  <a:cxn ang="T132">
                    <a:pos x="T44" y="T45"/>
                  </a:cxn>
                  <a:cxn ang="T133">
                    <a:pos x="T46" y="T47"/>
                  </a:cxn>
                  <a:cxn ang="T134">
                    <a:pos x="T48" y="T49"/>
                  </a:cxn>
                  <a:cxn ang="T135">
                    <a:pos x="T50" y="T51"/>
                  </a:cxn>
                  <a:cxn ang="T136">
                    <a:pos x="T52" y="T53"/>
                  </a:cxn>
                  <a:cxn ang="T137">
                    <a:pos x="T54" y="T55"/>
                  </a:cxn>
                  <a:cxn ang="T138">
                    <a:pos x="T56" y="T57"/>
                  </a:cxn>
                  <a:cxn ang="T139">
                    <a:pos x="T58" y="T59"/>
                  </a:cxn>
                  <a:cxn ang="T140">
                    <a:pos x="T60" y="T61"/>
                  </a:cxn>
                  <a:cxn ang="T141">
                    <a:pos x="T62" y="T63"/>
                  </a:cxn>
                  <a:cxn ang="T142">
                    <a:pos x="T64" y="T65"/>
                  </a:cxn>
                  <a:cxn ang="T143">
                    <a:pos x="T66" y="T67"/>
                  </a:cxn>
                  <a:cxn ang="T144">
                    <a:pos x="T68" y="T69"/>
                  </a:cxn>
                  <a:cxn ang="T145">
                    <a:pos x="T70" y="T71"/>
                  </a:cxn>
                  <a:cxn ang="T146">
                    <a:pos x="T72" y="T73"/>
                  </a:cxn>
                  <a:cxn ang="T147">
                    <a:pos x="T74" y="T75"/>
                  </a:cxn>
                  <a:cxn ang="T148">
                    <a:pos x="T76" y="T77"/>
                  </a:cxn>
                  <a:cxn ang="T149">
                    <a:pos x="T78" y="T79"/>
                  </a:cxn>
                  <a:cxn ang="T150">
                    <a:pos x="T80" y="T81"/>
                  </a:cxn>
                  <a:cxn ang="T151">
                    <a:pos x="T82" y="T83"/>
                  </a:cxn>
                  <a:cxn ang="T152">
                    <a:pos x="T84" y="T85"/>
                  </a:cxn>
                  <a:cxn ang="T153">
                    <a:pos x="T86" y="T87"/>
                  </a:cxn>
                  <a:cxn ang="T154">
                    <a:pos x="T88" y="T89"/>
                  </a:cxn>
                  <a:cxn ang="T155">
                    <a:pos x="T90" y="T91"/>
                  </a:cxn>
                  <a:cxn ang="T156">
                    <a:pos x="T92" y="T93"/>
                  </a:cxn>
                  <a:cxn ang="T157">
                    <a:pos x="T94" y="T95"/>
                  </a:cxn>
                  <a:cxn ang="T158">
                    <a:pos x="T96" y="T97"/>
                  </a:cxn>
                  <a:cxn ang="T159">
                    <a:pos x="T98" y="T99"/>
                  </a:cxn>
                  <a:cxn ang="T160">
                    <a:pos x="T100" y="T101"/>
                  </a:cxn>
                  <a:cxn ang="T161">
                    <a:pos x="T102" y="T103"/>
                  </a:cxn>
                  <a:cxn ang="T162">
                    <a:pos x="T104" y="T105"/>
                  </a:cxn>
                  <a:cxn ang="T163">
                    <a:pos x="T106" y="T107"/>
                  </a:cxn>
                  <a:cxn ang="T164">
                    <a:pos x="T108" y="T109"/>
                  </a:cxn>
                </a:cxnLst>
                <a:rect l="0" t="0" r="r" b="b"/>
                <a:pathLst>
                  <a:path w="1704" h="2996">
                    <a:moveTo>
                      <a:pt x="1671" y="1346"/>
                    </a:moveTo>
                    <a:cubicBezTo>
                      <a:pt x="1666" y="1330"/>
                      <a:pt x="1667" y="1320"/>
                      <a:pt x="1666" y="1304"/>
                    </a:cubicBezTo>
                    <a:cubicBezTo>
                      <a:pt x="1664" y="1288"/>
                      <a:pt x="1647" y="1286"/>
                      <a:pt x="1647" y="1286"/>
                    </a:cubicBezTo>
                    <a:cubicBezTo>
                      <a:pt x="1668" y="1264"/>
                      <a:pt x="1656" y="1236"/>
                      <a:pt x="1649" y="1217"/>
                    </a:cubicBezTo>
                    <a:cubicBezTo>
                      <a:pt x="1642" y="1198"/>
                      <a:pt x="1640" y="1148"/>
                      <a:pt x="1637" y="1110"/>
                    </a:cubicBezTo>
                    <a:cubicBezTo>
                      <a:pt x="1635" y="1073"/>
                      <a:pt x="1623" y="1036"/>
                      <a:pt x="1610" y="1018"/>
                    </a:cubicBezTo>
                    <a:cubicBezTo>
                      <a:pt x="1598" y="999"/>
                      <a:pt x="1598" y="996"/>
                      <a:pt x="1598" y="993"/>
                    </a:cubicBezTo>
                    <a:cubicBezTo>
                      <a:pt x="1597" y="989"/>
                      <a:pt x="1598" y="983"/>
                      <a:pt x="1596" y="983"/>
                    </a:cubicBezTo>
                    <a:cubicBezTo>
                      <a:pt x="1593" y="982"/>
                      <a:pt x="1594" y="972"/>
                      <a:pt x="1589" y="961"/>
                    </a:cubicBezTo>
                    <a:cubicBezTo>
                      <a:pt x="1583" y="951"/>
                      <a:pt x="1564" y="942"/>
                      <a:pt x="1564" y="942"/>
                    </a:cubicBezTo>
                    <a:cubicBezTo>
                      <a:pt x="1554" y="837"/>
                      <a:pt x="1515" y="760"/>
                      <a:pt x="1460" y="700"/>
                    </a:cubicBezTo>
                    <a:cubicBezTo>
                      <a:pt x="1405" y="640"/>
                      <a:pt x="1384" y="605"/>
                      <a:pt x="1378" y="588"/>
                    </a:cubicBezTo>
                    <a:cubicBezTo>
                      <a:pt x="1318" y="410"/>
                      <a:pt x="1000" y="401"/>
                      <a:pt x="1000" y="401"/>
                    </a:cubicBezTo>
                    <a:cubicBezTo>
                      <a:pt x="995" y="387"/>
                      <a:pt x="984" y="385"/>
                      <a:pt x="984" y="385"/>
                    </a:cubicBezTo>
                    <a:cubicBezTo>
                      <a:pt x="1004" y="346"/>
                      <a:pt x="1002" y="276"/>
                      <a:pt x="1002" y="276"/>
                    </a:cubicBezTo>
                    <a:cubicBezTo>
                      <a:pt x="1014" y="275"/>
                      <a:pt x="1013" y="255"/>
                      <a:pt x="1015" y="248"/>
                    </a:cubicBezTo>
                    <a:cubicBezTo>
                      <a:pt x="1016" y="241"/>
                      <a:pt x="1020" y="229"/>
                      <a:pt x="1022" y="222"/>
                    </a:cubicBezTo>
                    <a:cubicBezTo>
                      <a:pt x="1025" y="216"/>
                      <a:pt x="1028" y="208"/>
                      <a:pt x="1025" y="199"/>
                    </a:cubicBezTo>
                    <a:cubicBezTo>
                      <a:pt x="1021" y="190"/>
                      <a:pt x="1009" y="194"/>
                      <a:pt x="1009" y="194"/>
                    </a:cubicBezTo>
                    <a:cubicBezTo>
                      <a:pt x="1009" y="194"/>
                      <a:pt x="1014" y="185"/>
                      <a:pt x="1012" y="146"/>
                    </a:cubicBezTo>
                    <a:cubicBezTo>
                      <a:pt x="1005" y="0"/>
                      <a:pt x="867" y="5"/>
                      <a:pt x="867" y="5"/>
                    </a:cubicBezTo>
                    <a:cubicBezTo>
                      <a:pt x="837" y="5"/>
                      <a:pt x="837" y="5"/>
                      <a:pt x="837" y="5"/>
                    </a:cubicBezTo>
                    <a:cubicBezTo>
                      <a:pt x="837" y="5"/>
                      <a:pt x="698" y="0"/>
                      <a:pt x="692" y="146"/>
                    </a:cubicBezTo>
                    <a:cubicBezTo>
                      <a:pt x="690" y="185"/>
                      <a:pt x="695" y="194"/>
                      <a:pt x="695" y="194"/>
                    </a:cubicBezTo>
                    <a:cubicBezTo>
                      <a:pt x="695" y="194"/>
                      <a:pt x="683" y="190"/>
                      <a:pt x="679" y="199"/>
                    </a:cubicBezTo>
                    <a:cubicBezTo>
                      <a:pt x="676" y="208"/>
                      <a:pt x="679" y="216"/>
                      <a:pt x="681" y="222"/>
                    </a:cubicBezTo>
                    <a:cubicBezTo>
                      <a:pt x="684" y="229"/>
                      <a:pt x="688" y="241"/>
                      <a:pt x="689" y="248"/>
                    </a:cubicBezTo>
                    <a:cubicBezTo>
                      <a:pt x="690" y="255"/>
                      <a:pt x="690" y="275"/>
                      <a:pt x="702" y="276"/>
                    </a:cubicBezTo>
                    <a:cubicBezTo>
                      <a:pt x="702" y="276"/>
                      <a:pt x="700" y="346"/>
                      <a:pt x="720" y="385"/>
                    </a:cubicBezTo>
                    <a:cubicBezTo>
                      <a:pt x="720" y="385"/>
                      <a:pt x="709" y="387"/>
                      <a:pt x="704" y="401"/>
                    </a:cubicBezTo>
                    <a:cubicBezTo>
                      <a:pt x="704" y="401"/>
                      <a:pt x="385" y="410"/>
                      <a:pt x="326" y="588"/>
                    </a:cubicBezTo>
                    <a:cubicBezTo>
                      <a:pt x="320" y="605"/>
                      <a:pt x="298" y="640"/>
                      <a:pt x="243" y="700"/>
                    </a:cubicBezTo>
                    <a:cubicBezTo>
                      <a:pt x="188" y="760"/>
                      <a:pt x="150" y="837"/>
                      <a:pt x="140" y="942"/>
                    </a:cubicBezTo>
                    <a:cubicBezTo>
                      <a:pt x="140" y="942"/>
                      <a:pt x="121" y="951"/>
                      <a:pt x="115" y="961"/>
                    </a:cubicBezTo>
                    <a:cubicBezTo>
                      <a:pt x="110" y="972"/>
                      <a:pt x="110" y="982"/>
                      <a:pt x="108" y="983"/>
                    </a:cubicBezTo>
                    <a:cubicBezTo>
                      <a:pt x="106" y="983"/>
                      <a:pt x="107" y="989"/>
                      <a:pt x="106" y="993"/>
                    </a:cubicBezTo>
                    <a:cubicBezTo>
                      <a:pt x="106" y="996"/>
                      <a:pt x="106" y="999"/>
                      <a:pt x="94" y="1018"/>
                    </a:cubicBezTo>
                    <a:cubicBezTo>
                      <a:pt x="81" y="1036"/>
                      <a:pt x="69" y="1073"/>
                      <a:pt x="67" y="1110"/>
                    </a:cubicBezTo>
                    <a:cubicBezTo>
                      <a:pt x="64" y="1148"/>
                      <a:pt x="62" y="1198"/>
                      <a:pt x="55" y="1217"/>
                    </a:cubicBezTo>
                    <a:cubicBezTo>
                      <a:pt x="48" y="1236"/>
                      <a:pt x="36" y="1264"/>
                      <a:pt x="57" y="1286"/>
                    </a:cubicBezTo>
                    <a:cubicBezTo>
                      <a:pt x="57" y="1286"/>
                      <a:pt x="39" y="1288"/>
                      <a:pt x="38" y="1304"/>
                    </a:cubicBezTo>
                    <a:cubicBezTo>
                      <a:pt x="37" y="1320"/>
                      <a:pt x="38" y="1330"/>
                      <a:pt x="32" y="1346"/>
                    </a:cubicBezTo>
                    <a:cubicBezTo>
                      <a:pt x="27" y="1362"/>
                      <a:pt x="0" y="1451"/>
                      <a:pt x="16" y="1468"/>
                    </a:cubicBezTo>
                    <a:cubicBezTo>
                      <a:pt x="32" y="1486"/>
                      <a:pt x="28" y="1487"/>
                      <a:pt x="29" y="1495"/>
                    </a:cubicBezTo>
                    <a:cubicBezTo>
                      <a:pt x="30" y="1502"/>
                      <a:pt x="40" y="1546"/>
                      <a:pt x="46" y="1552"/>
                    </a:cubicBezTo>
                    <a:cubicBezTo>
                      <a:pt x="53" y="1557"/>
                      <a:pt x="63" y="1573"/>
                      <a:pt x="73" y="1578"/>
                    </a:cubicBezTo>
                    <a:cubicBezTo>
                      <a:pt x="83" y="1583"/>
                      <a:pt x="102" y="1603"/>
                      <a:pt x="110" y="1596"/>
                    </a:cubicBezTo>
                    <a:cubicBezTo>
                      <a:pt x="110" y="1596"/>
                      <a:pt x="114" y="1594"/>
                      <a:pt x="114" y="1588"/>
                    </a:cubicBezTo>
                    <a:cubicBezTo>
                      <a:pt x="114" y="1588"/>
                      <a:pt x="124" y="1590"/>
                      <a:pt x="128" y="1584"/>
                    </a:cubicBezTo>
                    <a:cubicBezTo>
                      <a:pt x="132" y="1577"/>
                      <a:pt x="131" y="1567"/>
                      <a:pt x="131" y="1567"/>
                    </a:cubicBezTo>
                    <a:cubicBezTo>
                      <a:pt x="131" y="1567"/>
                      <a:pt x="135" y="1559"/>
                      <a:pt x="133" y="1551"/>
                    </a:cubicBezTo>
                    <a:cubicBezTo>
                      <a:pt x="133" y="1551"/>
                      <a:pt x="158" y="1556"/>
                      <a:pt x="158" y="1531"/>
                    </a:cubicBezTo>
                    <a:cubicBezTo>
                      <a:pt x="159" y="1506"/>
                      <a:pt x="159" y="1484"/>
                      <a:pt x="165" y="1466"/>
                    </a:cubicBezTo>
                    <a:cubicBezTo>
                      <a:pt x="172" y="1447"/>
                      <a:pt x="174" y="1422"/>
                      <a:pt x="176" y="1404"/>
                    </a:cubicBezTo>
                    <a:cubicBezTo>
                      <a:pt x="177" y="1387"/>
                      <a:pt x="175" y="1364"/>
                      <a:pt x="172" y="1354"/>
                    </a:cubicBezTo>
                    <a:cubicBezTo>
                      <a:pt x="169" y="1345"/>
                      <a:pt x="166" y="1343"/>
                      <a:pt x="173" y="1332"/>
                    </a:cubicBezTo>
                    <a:cubicBezTo>
                      <a:pt x="180" y="1322"/>
                      <a:pt x="190" y="1307"/>
                      <a:pt x="190" y="1300"/>
                    </a:cubicBezTo>
                    <a:cubicBezTo>
                      <a:pt x="189" y="1293"/>
                      <a:pt x="193" y="1290"/>
                      <a:pt x="198" y="1286"/>
                    </a:cubicBezTo>
                    <a:cubicBezTo>
                      <a:pt x="203" y="1282"/>
                      <a:pt x="298" y="1224"/>
                      <a:pt x="331" y="1129"/>
                    </a:cubicBezTo>
                    <a:cubicBezTo>
                      <a:pt x="331" y="1129"/>
                      <a:pt x="320" y="1189"/>
                      <a:pt x="296" y="1220"/>
                    </a:cubicBezTo>
                    <a:cubicBezTo>
                      <a:pt x="271" y="1251"/>
                      <a:pt x="239" y="1289"/>
                      <a:pt x="226" y="1390"/>
                    </a:cubicBezTo>
                    <a:cubicBezTo>
                      <a:pt x="213" y="1491"/>
                      <a:pt x="197" y="1666"/>
                      <a:pt x="196" y="1718"/>
                    </a:cubicBezTo>
                    <a:cubicBezTo>
                      <a:pt x="195" y="1770"/>
                      <a:pt x="191" y="1892"/>
                      <a:pt x="254" y="1968"/>
                    </a:cubicBezTo>
                    <a:cubicBezTo>
                      <a:pt x="273" y="1991"/>
                      <a:pt x="277" y="2005"/>
                      <a:pt x="277" y="2005"/>
                    </a:cubicBezTo>
                    <a:cubicBezTo>
                      <a:pt x="277" y="2005"/>
                      <a:pt x="280" y="2021"/>
                      <a:pt x="278" y="2039"/>
                    </a:cubicBezTo>
                    <a:cubicBezTo>
                      <a:pt x="276" y="2057"/>
                      <a:pt x="270" y="2081"/>
                      <a:pt x="284" y="2107"/>
                    </a:cubicBezTo>
                    <a:cubicBezTo>
                      <a:pt x="298" y="2133"/>
                      <a:pt x="326" y="2164"/>
                      <a:pt x="317" y="2202"/>
                    </a:cubicBezTo>
                    <a:cubicBezTo>
                      <a:pt x="308" y="2240"/>
                      <a:pt x="246" y="2431"/>
                      <a:pt x="317" y="2660"/>
                    </a:cubicBezTo>
                    <a:cubicBezTo>
                      <a:pt x="328" y="2697"/>
                      <a:pt x="321" y="2690"/>
                      <a:pt x="318" y="2699"/>
                    </a:cubicBezTo>
                    <a:cubicBezTo>
                      <a:pt x="315" y="2708"/>
                      <a:pt x="314" y="2721"/>
                      <a:pt x="320" y="2729"/>
                    </a:cubicBezTo>
                    <a:cubicBezTo>
                      <a:pt x="326" y="2737"/>
                      <a:pt x="322" y="2755"/>
                      <a:pt x="327" y="2763"/>
                    </a:cubicBezTo>
                    <a:cubicBezTo>
                      <a:pt x="332" y="2771"/>
                      <a:pt x="329" y="2777"/>
                      <a:pt x="322" y="2781"/>
                    </a:cubicBezTo>
                    <a:cubicBezTo>
                      <a:pt x="315" y="2785"/>
                      <a:pt x="302" y="2801"/>
                      <a:pt x="291" y="2819"/>
                    </a:cubicBezTo>
                    <a:cubicBezTo>
                      <a:pt x="280" y="2837"/>
                      <a:pt x="250" y="2856"/>
                      <a:pt x="238" y="2867"/>
                    </a:cubicBezTo>
                    <a:cubicBezTo>
                      <a:pt x="226" y="2878"/>
                      <a:pt x="206" y="2886"/>
                      <a:pt x="206" y="2886"/>
                    </a:cubicBezTo>
                    <a:cubicBezTo>
                      <a:pt x="206" y="2886"/>
                      <a:pt x="196" y="2890"/>
                      <a:pt x="193" y="2895"/>
                    </a:cubicBezTo>
                    <a:cubicBezTo>
                      <a:pt x="190" y="2900"/>
                      <a:pt x="173" y="2900"/>
                      <a:pt x="176" y="2919"/>
                    </a:cubicBezTo>
                    <a:cubicBezTo>
                      <a:pt x="176" y="2919"/>
                      <a:pt x="161" y="2929"/>
                      <a:pt x="171" y="2947"/>
                    </a:cubicBezTo>
                    <a:cubicBezTo>
                      <a:pt x="171" y="2947"/>
                      <a:pt x="168" y="2965"/>
                      <a:pt x="184" y="2968"/>
                    </a:cubicBezTo>
                    <a:cubicBezTo>
                      <a:pt x="184" y="2968"/>
                      <a:pt x="192" y="2986"/>
                      <a:pt x="212" y="2977"/>
                    </a:cubicBezTo>
                    <a:cubicBezTo>
                      <a:pt x="212" y="2977"/>
                      <a:pt x="227" y="2996"/>
                      <a:pt x="250" y="2992"/>
                    </a:cubicBezTo>
                    <a:cubicBezTo>
                      <a:pt x="273" y="2989"/>
                      <a:pt x="283" y="2969"/>
                      <a:pt x="293" y="2969"/>
                    </a:cubicBezTo>
                    <a:cubicBezTo>
                      <a:pt x="302" y="2969"/>
                      <a:pt x="314" y="2969"/>
                      <a:pt x="325" y="2950"/>
                    </a:cubicBezTo>
                    <a:cubicBezTo>
                      <a:pt x="336" y="2931"/>
                      <a:pt x="337" y="2936"/>
                      <a:pt x="341" y="2933"/>
                    </a:cubicBezTo>
                    <a:cubicBezTo>
                      <a:pt x="346" y="2931"/>
                      <a:pt x="372" y="2905"/>
                      <a:pt x="372" y="2905"/>
                    </a:cubicBezTo>
                    <a:cubicBezTo>
                      <a:pt x="372" y="2905"/>
                      <a:pt x="476" y="2918"/>
                      <a:pt x="494" y="2871"/>
                    </a:cubicBezTo>
                    <a:cubicBezTo>
                      <a:pt x="512" y="2825"/>
                      <a:pt x="485" y="2811"/>
                      <a:pt x="517" y="2798"/>
                    </a:cubicBezTo>
                    <a:cubicBezTo>
                      <a:pt x="548" y="2785"/>
                      <a:pt x="549" y="2747"/>
                      <a:pt x="550" y="2729"/>
                    </a:cubicBezTo>
                    <a:cubicBezTo>
                      <a:pt x="551" y="2710"/>
                      <a:pt x="545" y="2694"/>
                      <a:pt x="575" y="2666"/>
                    </a:cubicBezTo>
                    <a:cubicBezTo>
                      <a:pt x="605" y="2638"/>
                      <a:pt x="738" y="2530"/>
                      <a:pt x="715" y="2300"/>
                    </a:cubicBezTo>
                    <a:cubicBezTo>
                      <a:pt x="707" y="2230"/>
                      <a:pt x="708" y="2196"/>
                      <a:pt x="705" y="2183"/>
                    </a:cubicBezTo>
                    <a:cubicBezTo>
                      <a:pt x="701" y="2171"/>
                      <a:pt x="713" y="2166"/>
                      <a:pt x="712" y="2154"/>
                    </a:cubicBezTo>
                    <a:cubicBezTo>
                      <a:pt x="711" y="2141"/>
                      <a:pt x="701" y="2137"/>
                      <a:pt x="704" y="2130"/>
                    </a:cubicBezTo>
                    <a:cubicBezTo>
                      <a:pt x="706" y="2123"/>
                      <a:pt x="730" y="2141"/>
                      <a:pt x="751" y="2094"/>
                    </a:cubicBezTo>
                    <a:cubicBezTo>
                      <a:pt x="773" y="2046"/>
                      <a:pt x="762" y="2047"/>
                      <a:pt x="798" y="2001"/>
                    </a:cubicBezTo>
                    <a:cubicBezTo>
                      <a:pt x="834" y="1955"/>
                      <a:pt x="826" y="1936"/>
                      <a:pt x="821" y="1906"/>
                    </a:cubicBezTo>
                    <a:cubicBezTo>
                      <a:pt x="816" y="1877"/>
                      <a:pt x="813" y="1858"/>
                      <a:pt x="826" y="1837"/>
                    </a:cubicBezTo>
                    <a:cubicBezTo>
                      <a:pt x="839" y="1815"/>
                      <a:pt x="857" y="1782"/>
                      <a:pt x="843" y="1694"/>
                    </a:cubicBezTo>
                    <a:cubicBezTo>
                      <a:pt x="843" y="1694"/>
                      <a:pt x="844" y="1698"/>
                      <a:pt x="849" y="1698"/>
                    </a:cubicBezTo>
                    <a:cubicBezTo>
                      <a:pt x="855" y="1698"/>
                      <a:pt x="855" y="1698"/>
                      <a:pt x="855" y="1698"/>
                    </a:cubicBezTo>
                    <a:cubicBezTo>
                      <a:pt x="860" y="1698"/>
                      <a:pt x="861" y="1694"/>
                      <a:pt x="861" y="1694"/>
                    </a:cubicBezTo>
                    <a:cubicBezTo>
                      <a:pt x="847" y="1782"/>
                      <a:pt x="865" y="1815"/>
                      <a:pt x="878" y="1837"/>
                    </a:cubicBezTo>
                    <a:cubicBezTo>
                      <a:pt x="891" y="1858"/>
                      <a:pt x="887" y="1877"/>
                      <a:pt x="883" y="1906"/>
                    </a:cubicBezTo>
                    <a:cubicBezTo>
                      <a:pt x="878" y="1936"/>
                      <a:pt x="870" y="1955"/>
                      <a:pt x="906" y="2001"/>
                    </a:cubicBezTo>
                    <a:cubicBezTo>
                      <a:pt x="942" y="2047"/>
                      <a:pt x="930" y="2046"/>
                      <a:pt x="952" y="2094"/>
                    </a:cubicBezTo>
                    <a:cubicBezTo>
                      <a:pt x="974" y="2141"/>
                      <a:pt x="998" y="2123"/>
                      <a:pt x="1000" y="2130"/>
                    </a:cubicBezTo>
                    <a:cubicBezTo>
                      <a:pt x="1003" y="2137"/>
                      <a:pt x="993" y="2141"/>
                      <a:pt x="992" y="2154"/>
                    </a:cubicBezTo>
                    <a:cubicBezTo>
                      <a:pt x="991" y="2166"/>
                      <a:pt x="1003" y="2171"/>
                      <a:pt x="999" y="2183"/>
                    </a:cubicBezTo>
                    <a:cubicBezTo>
                      <a:pt x="995" y="2196"/>
                      <a:pt x="996" y="2230"/>
                      <a:pt x="989" y="2300"/>
                    </a:cubicBezTo>
                    <a:cubicBezTo>
                      <a:pt x="966" y="2530"/>
                      <a:pt x="1099" y="2638"/>
                      <a:pt x="1129" y="2666"/>
                    </a:cubicBezTo>
                    <a:cubicBezTo>
                      <a:pt x="1159" y="2694"/>
                      <a:pt x="1153" y="2710"/>
                      <a:pt x="1154" y="2729"/>
                    </a:cubicBezTo>
                    <a:cubicBezTo>
                      <a:pt x="1155" y="2747"/>
                      <a:pt x="1156" y="2785"/>
                      <a:pt x="1187" y="2798"/>
                    </a:cubicBezTo>
                    <a:cubicBezTo>
                      <a:pt x="1219" y="2811"/>
                      <a:pt x="1192" y="2825"/>
                      <a:pt x="1210" y="2871"/>
                    </a:cubicBezTo>
                    <a:cubicBezTo>
                      <a:pt x="1228" y="2918"/>
                      <a:pt x="1332" y="2905"/>
                      <a:pt x="1332" y="2905"/>
                    </a:cubicBezTo>
                    <a:cubicBezTo>
                      <a:pt x="1332" y="2905"/>
                      <a:pt x="1358" y="2931"/>
                      <a:pt x="1363" y="2933"/>
                    </a:cubicBezTo>
                    <a:cubicBezTo>
                      <a:pt x="1367" y="2936"/>
                      <a:pt x="1368" y="2931"/>
                      <a:pt x="1379" y="2950"/>
                    </a:cubicBezTo>
                    <a:cubicBezTo>
                      <a:pt x="1390" y="2969"/>
                      <a:pt x="1401" y="2969"/>
                      <a:pt x="1411" y="2969"/>
                    </a:cubicBezTo>
                    <a:cubicBezTo>
                      <a:pt x="1421" y="2969"/>
                      <a:pt x="1430" y="2989"/>
                      <a:pt x="1454" y="2992"/>
                    </a:cubicBezTo>
                    <a:cubicBezTo>
                      <a:pt x="1477" y="2996"/>
                      <a:pt x="1492" y="2977"/>
                      <a:pt x="1492" y="2977"/>
                    </a:cubicBezTo>
                    <a:cubicBezTo>
                      <a:pt x="1511" y="2986"/>
                      <a:pt x="1520" y="2968"/>
                      <a:pt x="1520" y="2968"/>
                    </a:cubicBezTo>
                    <a:cubicBezTo>
                      <a:pt x="1536" y="2965"/>
                      <a:pt x="1533" y="2947"/>
                      <a:pt x="1533" y="2947"/>
                    </a:cubicBezTo>
                    <a:cubicBezTo>
                      <a:pt x="1543" y="2929"/>
                      <a:pt x="1528" y="2919"/>
                      <a:pt x="1528" y="2919"/>
                    </a:cubicBezTo>
                    <a:cubicBezTo>
                      <a:pt x="1531" y="2900"/>
                      <a:pt x="1514" y="2900"/>
                      <a:pt x="1511" y="2895"/>
                    </a:cubicBezTo>
                    <a:cubicBezTo>
                      <a:pt x="1508" y="2890"/>
                      <a:pt x="1498" y="2886"/>
                      <a:pt x="1498" y="2886"/>
                    </a:cubicBezTo>
                    <a:cubicBezTo>
                      <a:pt x="1498" y="2886"/>
                      <a:pt x="1478" y="2878"/>
                      <a:pt x="1466" y="2867"/>
                    </a:cubicBezTo>
                    <a:cubicBezTo>
                      <a:pt x="1454" y="2856"/>
                      <a:pt x="1424" y="2837"/>
                      <a:pt x="1413" y="2819"/>
                    </a:cubicBezTo>
                    <a:cubicBezTo>
                      <a:pt x="1402" y="2801"/>
                      <a:pt x="1389" y="2785"/>
                      <a:pt x="1382" y="2781"/>
                    </a:cubicBezTo>
                    <a:cubicBezTo>
                      <a:pt x="1375" y="2777"/>
                      <a:pt x="1372" y="2771"/>
                      <a:pt x="1377" y="2763"/>
                    </a:cubicBezTo>
                    <a:cubicBezTo>
                      <a:pt x="1382" y="2755"/>
                      <a:pt x="1378" y="2737"/>
                      <a:pt x="1384" y="2729"/>
                    </a:cubicBezTo>
                    <a:cubicBezTo>
                      <a:pt x="1390" y="2721"/>
                      <a:pt x="1389" y="2708"/>
                      <a:pt x="1386" y="2699"/>
                    </a:cubicBezTo>
                    <a:cubicBezTo>
                      <a:pt x="1383" y="2690"/>
                      <a:pt x="1375" y="2697"/>
                      <a:pt x="1387" y="2660"/>
                    </a:cubicBezTo>
                    <a:cubicBezTo>
                      <a:pt x="1458" y="2431"/>
                      <a:pt x="1396" y="2240"/>
                      <a:pt x="1387" y="2202"/>
                    </a:cubicBezTo>
                    <a:cubicBezTo>
                      <a:pt x="1378" y="2164"/>
                      <a:pt x="1406" y="2133"/>
                      <a:pt x="1420" y="2107"/>
                    </a:cubicBezTo>
                    <a:cubicBezTo>
                      <a:pt x="1434" y="2081"/>
                      <a:pt x="1428" y="2057"/>
                      <a:pt x="1426" y="2039"/>
                    </a:cubicBezTo>
                    <a:cubicBezTo>
                      <a:pt x="1424" y="2021"/>
                      <a:pt x="1427" y="2005"/>
                      <a:pt x="1427" y="2005"/>
                    </a:cubicBezTo>
                    <a:cubicBezTo>
                      <a:pt x="1427" y="2005"/>
                      <a:pt x="1431" y="1991"/>
                      <a:pt x="1450" y="1968"/>
                    </a:cubicBezTo>
                    <a:cubicBezTo>
                      <a:pt x="1513" y="1892"/>
                      <a:pt x="1509" y="1770"/>
                      <a:pt x="1508" y="1718"/>
                    </a:cubicBezTo>
                    <a:cubicBezTo>
                      <a:pt x="1507" y="1666"/>
                      <a:pt x="1491" y="1491"/>
                      <a:pt x="1478" y="1390"/>
                    </a:cubicBezTo>
                    <a:cubicBezTo>
                      <a:pt x="1465" y="1289"/>
                      <a:pt x="1433" y="1251"/>
                      <a:pt x="1408" y="1220"/>
                    </a:cubicBezTo>
                    <a:cubicBezTo>
                      <a:pt x="1384" y="1189"/>
                      <a:pt x="1373" y="1129"/>
                      <a:pt x="1373" y="1129"/>
                    </a:cubicBezTo>
                    <a:cubicBezTo>
                      <a:pt x="1406" y="1224"/>
                      <a:pt x="1501" y="1282"/>
                      <a:pt x="1506" y="1286"/>
                    </a:cubicBezTo>
                    <a:cubicBezTo>
                      <a:pt x="1511" y="1290"/>
                      <a:pt x="1515" y="1293"/>
                      <a:pt x="1514" y="1300"/>
                    </a:cubicBezTo>
                    <a:cubicBezTo>
                      <a:pt x="1514" y="1307"/>
                      <a:pt x="1524" y="1322"/>
                      <a:pt x="1531" y="1332"/>
                    </a:cubicBezTo>
                    <a:cubicBezTo>
                      <a:pt x="1538" y="1343"/>
                      <a:pt x="1535" y="1345"/>
                      <a:pt x="1532" y="1354"/>
                    </a:cubicBezTo>
                    <a:cubicBezTo>
                      <a:pt x="1529" y="1364"/>
                      <a:pt x="1527" y="1387"/>
                      <a:pt x="1528" y="1404"/>
                    </a:cubicBezTo>
                    <a:cubicBezTo>
                      <a:pt x="1530" y="1422"/>
                      <a:pt x="1532" y="1447"/>
                      <a:pt x="1539" y="1466"/>
                    </a:cubicBezTo>
                    <a:cubicBezTo>
                      <a:pt x="1545" y="1484"/>
                      <a:pt x="1545" y="1506"/>
                      <a:pt x="1545" y="1531"/>
                    </a:cubicBezTo>
                    <a:cubicBezTo>
                      <a:pt x="1546" y="1556"/>
                      <a:pt x="1571" y="1551"/>
                      <a:pt x="1571" y="1551"/>
                    </a:cubicBezTo>
                    <a:cubicBezTo>
                      <a:pt x="1569" y="1559"/>
                      <a:pt x="1573" y="1567"/>
                      <a:pt x="1573" y="1567"/>
                    </a:cubicBezTo>
                    <a:cubicBezTo>
                      <a:pt x="1573" y="1567"/>
                      <a:pt x="1572" y="1577"/>
                      <a:pt x="1576" y="1584"/>
                    </a:cubicBezTo>
                    <a:cubicBezTo>
                      <a:pt x="1580" y="1590"/>
                      <a:pt x="1590" y="1588"/>
                      <a:pt x="1590" y="1588"/>
                    </a:cubicBezTo>
                    <a:cubicBezTo>
                      <a:pt x="1590" y="1594"/>
                      <a:pt x="1593" y="1596"/>
                      <a:pt x="1593" y="1596"/>
                    </a:cubicBezTo>
                    <a:cubicBezTo>
                      <a:pt x="1602" y="1603"/>
                      <a:pt x="1621" y="1583"/>
                      <a:pt x="1631" y="1578"/>
                    </a:cubicBezTo>
                    <a:cubicBezTo>
                      <a:pt x="1641" y="1573"/>
                      <a:pt x="1651" y="1557"/>
                      <a:pt x="1658" y="1552"/>
                    </a:cubicBezTo>
                    <a:cubicBezTo>
                      <a:pt x="1664" y="1546"/>
                      <a:pt x="1674" y="1502"/>
                      <a:pt x="1675" y="1495"/>
                    </a:cubicBezTo>
                    <a:cubicBezTo>
                      <a:pt x="1676" y="1487"/>
                      <a:pt x="1672" y="1486"/>
                      <a:pt x="1688" y="1468"/>
                    </a:cubicBezTo>
                    <a:cubicBezTo>
                      <a:pt x="1704" y="1451"/>
                      <a:pt x="1677" y="1362"/>
                      <a:pt x="1671" y="1346"/>
                    </a:cubicBezTo>
                    <a:close/>
                    <a:moveTo>
                      <a:pt x="371" y="1049"/>
                    </a:moveTo>
                    <a:cubicBezTo>
                      <a:pt x="374" y="1028"/>
                      <a:pt x="391" y="998"/>
                      <a:pt x="391" y="998"/>
                    </a:cubicBezTo>
                    <a:cubicBezTo>
                      <a:pt x="390" y="1010"/>
                      <a:pt x="398" y="1026"/>
                      <a:pt x="398" y="1026"/>
                    </a:cubicBezTo>
                    <a:lnTo>
                      <a:pt x="371" y="1049"/>
                    </a:lnTo>
                    <a:close/>
                    <a:moveTo>
                      <a:pt x="1306" y="1026"/>
                    </a:moveTo>
                    <a:cubicBezTo>
                      <a:pt x="1306" y="1026"/>
                      <a:pt x="1314" y="1010"/>
                      <a:pt x="1313" y="998"/>
                    </a:cubicBezTo>
                    <a:cubicBezTo>
                      <a:pt x="1313" y="998"/>
                      <a:pt x="1329" y="1028"/>
                      <a:pt x="1333" y="1049"/>
                    </a:cubicBezTo>
                    <a:lnTo>
                      <a:pt x="1306" y="1026"/>
                    </a:lnTo>
                    <a:close/>
                  </a:path>
                </a:pathLst>
              </a:custGeom>
              <a:solidFill>
                <a:srgbClr val="7533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794" name="Freeform 7">
                <a:extLst>
                  <a:ext uri="{FF2B5EF4-FFF2-40B4-BE49-F238E27FC236}">
                    <a16:creationId xmlns:a16="http://schemas.microsoft.com/office/drawing/2014/main" id="{A05957A1-2EE3-46CA-B622-7707F4A902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7" y="1001"/>
                <a:ext cx="51" cy="43"/>
              </a:xfrm>
              <a:custGeom>
                <a:avLst/>
                <a:gdLst>
                  <a:gd name="T0" fmla="*/ 0 w 48"/>
                  <a:gd name="T1" fmla="*/ 28 h 40"/>
                  <a:gd name="T2" fmla="*/ 49 w 48"/>
                  <a:gd name="T3" fmla="*/ 20 h 40"/>
                  <a:gd name="T4" fmla="*/ 51 w 48"/>
                  <a:gd name="T5" fmla="*/ 30 h 40"/>
                  <a:gd name="T6" fmla="*/ 0 w 48"/>
                  <a:gd name="T7" fmla="*/ 28 h 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8" h="40">
                    <a:moveTo>
                      <a:pt x="0" y="22"/>
                    </a:moveTo>
                    <a:cubicBezTo>
                      <a:pt x="0" y="22"/>
                      <a:pt x="21" y="0"/>
                      <a:pt x="40" y="17"/>
                    </a:cubicBezTo>
                    <a:cubicBezTo>
                      <a:pt x="40" y="17"/>
                      <a:pt x="48" y="20"/>
                      <a:pt x="42" y="24"/>
                    </a:cubicBezTo>
                    <a:cubicBezTo>
                      <a:pt x="36" y="28"/>
                      <a:pt x="13" y="40"/>
                      <a:pt x="0" y="22"/>
                    </a:cubicBezTo>
                    <a:close/>
                  </a:path>
                </a:pathLst>
              </a:custGeom>
              <a:solidFill>
                <a:srgbClr val="FC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795" name="Freeform 8">
                <a:extLst>
                  <a:ext uri="{FF2B5EF4-FFF2-40B4-BE49-F238E27FC236}">
                    <a16:creationId xmlns:a16="http://schemas.microsoft.com/office/drawing/2014/main" id="{F50E52B3-36BA-4093-80B5-C37FEF0DCD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4" y="1001"/>
                <a:ext cx="51" cy="43"/>
              </a:xfrm>
              <a:custGeom>
                <a:avLst/>
                <a:gdLst>
                  <a:gd name="T0" fmla="*/ 57 w 48"/>
                  <a:gd name="T1" fmla="*/ 28 h 40"/>
                  <a:gd name="T2" fmla="*/ 11 w 48"/>
                  <a:gd name="T3" fmla="*/ 20 h 40"/>
                  <a:gd name="T4" fmla="*/ 6 w 48"/>
                  <a:gd name="T5" fmla="*/ 30 h 40"/>
                  <a:gd name="T6" fmla="*/ 57 w 48"/>
                  <a:gd name="T7" fmla="*/ 28 h 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8" h="40">
                    <a:moveTo>
                      <a:pt x="48" y="22"/>
                    </a:moveTo>
                    <a:cubicBezTo>
                      <a:pt x="48" y="22"/>
                      <a:pt x="27" y="0"/>
                      <a:pt x="8" y="17"/>
                    </a:cubicBezTo>
                    <a:cubicBezTo>
                      <a:pt x="8" y="17"/>
                      <a:pt x="0" y="20"/>
                      <a:pt x="6" y="24"/>
                    </a:cubicBezTo>
                    <a:cubicBezTo>
                      <a:pt x="12" y="28"/>
                      <a:pt x="35" y="40"/>
                      <a:pt x="48" y="22"/>
                    </a:cubicBezTo>
                    <a:close/>
                  </a:path>
                </a:pathLst>
              </a:custGeom>
              <a:solidFill>
                <a:srgbClr val="FC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796" name="Freeform 9">
                <a:extLst>
                  <a:ext uri="{FF2B5EF4-FFF2-40B4-BE49-F238E27FC236}">
                    <a16:creationId xmlns:a16="http://schemas.microsoft.com/office/drawing/2014/main" id="{83674658-0551-4F9C-83BD-2BA36A3A64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6" y="858"/>
                <a:ext cx="1800" cy="3162"/>
              </a:xfrm>
              <a:custGeom>
                <a:avLst/>
                <a:gdLst>
                  <a:gd name="T0" fmla="*/ 1189 w 1704"/>
                  <a:gd name="T1" fmla="*/ 228 h 2996"/>
                  <a:gd name="T2" fmla="*/ 1196 w 1704"/>
                  <a:gd name="T3" fmla="*/ 292 h 2996"/>
                  <a:gd name="T4" fmla="*/ 1178 w 1704"/>
                  <a:gd name="T5" fmla="*/ 471 h 2996"/>
                  <a:gd name="T6" fmla="*/ 1843 w 1704"/>
                  <a:gd name="T7" fmla="*/ 1107 h 2996"/>
                  <a:gd name="T8" fmla="*/ 1883 w 1704"/>
                  <a:gd name="T9" fmla="*/ 1167 h 2996"/>
                  <a:gd name="T10" fmla="*/ 1944 w 1704"/>
                  <a:gd name="T11" fmla="*/ 1430 h 2996"/>
                  <a:gd name="T12" fmla="*/ 1969 w 1704"/>
                  <a:gd name="T13" fmla="*/ 1583 h 2996"/>
                  <a:gd name="T14" fmla="*/ 1954 w 1704"/>
                  <a:gd name="T15" fmla="*/ 1825 h 2996"/>
                  <a:gd name="T16" fmla="*/ 1875 w 1704"/>
                  <a:gd name="T17" fmla="*/ 1867 h 2996"/>
                  <a:gd name="T18" fmla="*/ 1853 w 1704"/>
                  <a:gd name="T19" fmla="*/ 1824 h 2996"/>
                  <a:gd name="T20" fmla="*/ 1801 w 1704"/>
                  <a:gd name="T21" fmla="*/ 1651 h 2996"/>
                  <a:gd name="T22" fmla="*/ 1784 w 1704"/>
                  <a:gd name="T23" fmla="*/ 1528 h 2996"/>
                  <a:gd name="T24" fmla="*/ 1660 w 1704"/>
                  <a:gd name="T25" fmla="*/ 1434 h 2996"/>
                  <a:gd name="T26" fmla="*/ 1709 w 1704"/>
                  <a:gd name="T27" fmla="*/ 2313 h 2996"/>
                  <a:gd name="T28" fmla="*/ 1674 w 1704"/>
                  <a:gd name="T29" fmla="*/ 2477 h 2996"/>
                  <a:gd name="T30" fmla="*/ 1633 w 1704"/>
                  <a:gd name="T31" fmla="*/ 3174 h 2996"/>
                  <a:gd name="T32" fmla="*/ 1629 w 1704"/>
                  <a:gd name="T33" fmla="*/ 3270 h 2996"/>
                  <a:gd name="T34" fmla="*/ 1765 w 1704"/>
                  <a:gd name="T35" fmla="*/ 3393 h 2996"/>
                  <a:gd name="T36" fmla="*/ 1806 w 1704"/>
                  <a:gd name="T37" fmla="*/ 3464 h 2996"/>
                  <a:gd name="T38" fmla="*/ 1714 w 1704"/>
                  <a:gd name="T39" fmla="*/ 3518 h 2996"/>
                  <a:gd name="T40" fmla="*/ 1607 w 1704"/>
                  <a:gd name="T41" fmla="*/ 3449 h 2996"/>
                  <a:gd name="T42" fmla="*/ 1400 w 1704"/>
                  <a:gd name="T43" fmla="*/ 3290 h 2996"/>
                  <a:gd name="T44" fmla="*/ 1166 w 1704"/>
                  <a:gd name="T45" fmla="*/ 2703 h 2996"/>
                  <a:gd name="T46" fmla="*/ 1178 w 1704"/>
                  <a:gd name="T47" fmla="*/ 2504 h 2996"/>
                  <a:gd name="T48" fmla="*/ 1042 w 1704"/>
                  <a:gd name="T49" fmla="*/ 2241 h 2996"/>
                  <a:gd name="T50" fmla="*/ 1008 w 1704"/>
                  <a:gd name="T51" fmla="*/ 1996 h 2996"/>
                  <a:gd name="T52" fmla="*/ 974 w 1704"/>
                  <a:gd name="T53" fmla="*/ 2159 h 2996"/>
                  <a:gd name="T54" fmla="*/ 885 w 1704"/>
                  <a:gd name="T55" fmla="*/ 2461 h 2996"/>
                  <a:gd name="T56" fmla="*/ 831 w 1704"/>
                  <a:gd name="T57" fmla="*/ 2567 h 2996"/>
                  <a:gd name="T58" fmla="*/ 649 w 1704"/>
                  <a:gd name="T59" fmla="*/ 3208 h 2996"/>
                  <a:gd name="T60" fmla="*/ 438 w 1704"/>
                  <a:gd name="T61" fmla="*/ 3415 h 2996"/>
                  <a:gd name="T62" fmla="*/ 345 w 1704"/>
                  <a:gd name="T63" fmla="*/ 3491 h 2996"/>
                  <a:gd name="T64" fmla="*/ 217 w 1704"/>
                  <a:gd name="T65" fmla="*/ 3489 h 2996"/>
                  <a:gd name="T66" fmla="*/ 227 w 1704"/>
                  <a:gd name="T67" fmla="*/ 3403 h 2996"/>
                  <a:gd name="T68" fmla="*/ 342 w 1704"/>
                  <a:gd name="T69" fmla="*/ 3314 h 2996"/>
                  <a:gd name="T70" fmla="*/ 377 w 1704"/>
                  <a:gd name="T71" fmla="*/ 3208 h 2996"/>
                  <a:gd name="T72" fmla="*/ 374 w 1704"/>
                  <a:gd name="T73" fmla="*/ 2589 h 2996"/>
                  <a:gd name="T74" fmla="*/ 327 w 1704"/>
                  <a:gd name="T75" fmla="*/ 2357 h 2996"/>
                  <a:gd name="T76" fmla="*/ 266 w 1704"/>
                  <a:gd name="T77" fmla="*/ 1634 h 2996"/>
                  <a:gd name="T78" fmla="*/ 233 w 1704"/>
                  <a:gd name="T79" fmla="*/ 1511 h 2996"/>
                  <a:gd name="T80" fmla="*/ 203 w 1704"/>
                  <a:gd name="T81" fmla="*/ 1592 h 2996"/>
                  <a:gd name="T82" fmla="*/ 186 w 1704"/>
                  <a:gd name="T83" fmla="*/ 1801 h 2996"/>
                  <a:gd name="T84" fmla="*/ 151 w 1704"/>
                  <a:gd name="T85" fmla="*/ 1863 h 2996"/>
                  <a:gd name="T86" fmla="*/ 86 w 1704"/>
                  <a:gd name="T87" fmla="*/ 1854 h 2996"/>
                  <a:gd name="T88" fmla="*/ 19 w 1704"/>
                  <a:gd name="T89" fmla="*/ 1726 h 2996"/>
                  <a:gd name="T90" fmla="*/ 67 w 1704"/>
                  <a:gd name="T91" fmla="*/ 1511 h 2996"/>
                  <a:gd name="T92" fmla="*/ 111 w 1704"/>
                  <a:gd name="T93" fmla="*/ 1197 h 2996"/>
                  <a:gd name="T94" fmla="*/ 135 w 1704"/>
                  <a:gd name="T95" fmla="*/ 1129 h 2996"/>
                  <a:gd name="T96" fmla="*/ 383 w 1704"/>
                  <a:gd name="T97" fmla="*/ 691 h 2996"/>
                  <a:gd name="T98" fmla="*/ 828 w 1704"/>
                  <a:gd name="T99" fmla="*/ 324 h 2996"/>
                  <a:gd name="T100" fmla="*/ 800 w 1704"/>
                  <a:gd name="T101" fmla="*/ 234 h 2996"/>
                  <a:gd name="T102" fmla="*/ 987 w 1704"/>
                  <a:gd name="T103" fmla="*/ 5 h 299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0" t="0" r="r" b="b"/>
                <a:pathLst>
                  <a:path w="1704" h="2996">
                    <a:moveTo>
                      <a:pt x="867" y="5"/>
                    </a:moveTo>
                    <a:cubicBezTo>
                      <a:pt x="867" y="5"/>
                      <a:pt x="1005" y="0"/>
                      <a:pt x="1012" y="146"/>
                    </a:cubicBezTo>
                    <a:cubicBezTo>
                      <a:pt x="1014" y="185"/>
                      <a:pt x="1009" y="194"/>
                      <a:pt x="1009" y="194"/>
                    </a:cubicBezTo>
                    <a:cubicBezTo>
                      <a:pt x="1009" y="194"/>
                      <a:pt x="1021" y="190"/>
                      <a:pt x="1025" y="199"/>
                    </a:cubicBezTo>
                    <a:cubicBezTo>
                      <a:pt x="1028" y="208"/>
                      <a:pt x="1025" y="216"/>
                      <a:pt x="1022" y="222"/>
                    </a:cubicBezTo>
                    <a:cubicBezTo>
                      <a:pt x="1020" y="229"/>
                      <a:pt x="1016" y="241"/>
                      <a:pt x="1015" y="248"/>
                    </a:cubicBezTo>
                    <a:cubicBezTo>
                      <a:pt x="1013" y="255"/>
                      <a:pt x="1014" y="275"/>
                      <a:pt x="1002" y="276"/>
                    </a:cubicBezTo>
                    <a:cubicBezTo>
                      <a:pt x="1002" y="276"/>
                      <a:pt x="1004" y="346"/>
                      <a:pt x="984" y="385"/>
                    </a:cubicBezTo>
                    <a:cubicBezTo>
                      <a:pt x="984" y="385"/>
                      <a:pt x="995" y="387"/>
                      <a:pt x="1000" y="401"/>
                    </a:cubicBezTo>
                    <a:cubicBezTo>
                      <a:pt x="1000" y="401"/>
                      <a:pt x="1318" y="410"/>
                      <a:pt x="1378" y="588"/>
                    </a:cubicBezTo>
                    <a:cubicBezTo>
                      <a:pt x="1384" y="605"/>
                      <a:pt x="1405" y="640"/>
                      <a:pt x="1460" y="700"/>
                    </a:cubicBezTo>
                    <a:cubicBezTo>
                      <a:pt x="1515" y="760"/>
                      <a:pt x="1554" y="837"/>
                      <a:pt x="1564" y="942"/>
                    </a:cubicBezTo>
                    <a:cubicBezTo>
                      <a:pt x="1564" y="942"/>
                      <a:pt x="1583" y="951"/>
                      <a:pt x="1589" y="961"/>
                    </a:cubicBezTo>
                    <a:cubicBezTo>
                      <a:pt x="1594" y="972"/>
                      <a:pt x="1593" y="982"/>
                      <a:pt x="1596" y="983"/>
                    </a:cubicBezTo>
                    <a:cubicBezTo>
                      <a:pt x="1598" y="983"/>
                      <a:pt x="1597" y="989"/>
                      <a:pt x="1598" y="993"/>
                    </a:cubicBezTo>
                    <a:cubicBezTo>
                      <a:pt x="1598" y="996"/>
                      <a:pt x="1598" y="999"/>
                      <a:pt x="1610" y="1018"/>
                    </a:cubicBezTo>
                    <a:cubicBezTo>
                      <a:pt x="1623" y="1036"/>
                      <a:pt x="1635" y="1073"/>
                      <a:pt x="1637" y="1110"/>
                    </a:cubicBezTo>
                    <a:cubicBezTo>
                      <a:pt x="1640" y="1148"/>
                      <a:pt x="1642" y="1198"/>
                      <a:pt x="1649" y="1217"/>
                    </a:cubicBezTo>
                    <a:cubicBezTo>
                      <a:pt x="1656" y="1236"/>
                      <a:pt x="1668" y="1264"/>
                      <a:pt x="1647" y="1286"/>
                    </a:cubicBezTo>
                    <a:cubicBezTo>
                      <a:pt x="1647" y="1286"/>
                      <a:pt x="1664" y="1288"/>
                      <a:pt x="1666" y="1304"/>
                    </a:cubicBezTo>
                    <a:cubicBezTo>
                      <a:pt x="1667" y="1320"/>
                      <a:pt x="1666" y="1330"/>
                      <a:pt x="1671" y="1346"/>
                    </a:cubicBezTo>
                    <a:cubicBezTo>
                      <a:pt x="1677" y="1362"/>
                      <a:pt x="1704" y="1451"/>
                      <a:pt x="1688" y="1468"/>
                    </a:cubicBezTo>
                    <a:cubicBezTo>
                      <a:pt x="1672" y="1486"/>
                      <a:pt x="1676" y="1487"/>
                      <a:pt x="1675" y="1495"/>
                    </a:cubicBezTo>
                    <a:cubicBezTo>
                      <a:pt x="1674" y="1502"/>
                      <a:pt x="1664" y="1546"/>
                      <a:pt x="1658" y="1552"/>
                    </a:cubicBezTo>
                    <a:cubicBezTo>
                      <a:pt x="1651" y="1557"/>
                      <a:pt x="1641" y="1573"/>
                      <a:pt x="1631" y="1578"/>
                    </a:cubicBezTo>
                    <a:cubicBezTo>
                      <a:pt x="1621" y="1583"/>
                      <a:pt x="1602" y="1603"/>
                      <a:pt x="1593" y="1596"/>
                    </a:cubicBezTo>
                    <a:cubicBezTo>
                      <a:pt x="1593" y="1596"/>
                      <a:pt x="1590" y="1594"/>
                      <a:pt x="1590" y="1588"/>
                    </a:cubicBezTo>
                    <a:cubicBezTo>
                      <a:pt x="1590" y="1588"/>
                      <a:pt x="1580" y="1590"/>
                      <a:pt x="1576" y="1584"/>
                    </a:cubicBezTo>
                    <a:cubicBezTo>
                      <a:pt x="1572" y="1577"/>
                      <a:pt x="1573" y="1567"/>
                      <a:pt x="1573" y="1567"/>
                    </a:cubicBezTo>
                    <a:cubicBezTo>
                      <a:pt x="1573" y="1567"/>
                      <a:pt x="1569" y="1559"/>
                      <a:pt x="1571" y="1551"/>
                    </a:cubicBezTo>
                    <a:cubicBezTo>
                      <a:pt x="1571" y="1551"/>
                      <a:pt x="1546" y="1556"/>
                      <a:pt x="1545" y="1531"/>
                    </a:cubicBezTo>
                    <a:cubicBezTo>
                      <a:pt x="1545" y="1506"/>
                      <a:pt x="1545" y="1484"/>
                      <a:pt x="1539" y="1466"/>
                    </a:cubicBezTo>
                    <a:cubicBezTo>
                      <a:pt x="1532" y="1447"/>
                      <a:pt x="1530" y="1422"/>
                      <a:pt x="1528" y="1404"/>
                    </a:cubicBezTo>
                    <a:cubicBezTo>
                      <a:pt x="1527" y="1387"/>
                      <a:pt x="1529" y="1364"/>
                      <a:pt x="1532" y="1354"/>
                    </a:cubicBezTo>
                    <a:cubicBezTo>
                      <a:pt x="1535" y="1345"/>
                      <a:pt x="1538" y="1343"/>
                      <a:pt x="1531" y="1332"/>
                    </a:cubicBezTo>
                    <a:cubicBezTo>
                      <a:pt x="1524" y="1322"/>
                      <a:pt x="1514" y="1307"/>
                      <a:pt x="1514" y="1300"/>
                    </a:cubicBezTo>
                    <a:cubicBezTo>
                      <a:pt x="1515" y="1293"/>
                      <a:pt x="1511" y="1290"/>
                      <a:pt x="1506" y="1286"/>
                    </a:cubicBezTo>
                    <a:cubicBezTo>
                      <a:pt x="1501" y="1282"/>
                      <a:pt x="1406" y="1224"/>
                      <a:pt x="1373" y="1129"/>
                    </a:cubicBezTo>
                    <a:cubicBezTo>
                      <a:pt x="1373" y="1129"/>
                      <a:pt x="1384" y="1189"/>
                      <a:pt x="1408" y="1220"/>
                    </a:cubicBezTo>
                    <a:cubicBezTo>
                      <a:pt x="1433" y="1251"/>
                      <a:pt x="1465" y="1289"/>
                      <a:pt x="1478" y="1390"/>
                    </a:cubicBezTo>
                    <a:cubicBezTo>
                      <a:pt x="1491" y="1491"/>
                      <a:pt x="1507" y="1666"/>
                      <a:pt x="1508" y="1718"/>
                    </a:cubicBezTo>
                    <a:cubicBezTo>
                      <a:pt x="1509" y="1770"/>
                      <a:pt x="1513" y="1892"/>
                      <a:pt x="1450" y="1968"/>
                    </a:cubicBezTo>
                    <a:cubicBezTo>
                      <a:pt x="1431" y="1991"/>
                      <a:pt x="1427" y="2005"/>
                      <a:pt x="1427" y="2005"/>
                    </a:cubicBezTo>
                    <a:cubicBezTo>
                      <a:pt x="1427" y="2005"/>
                      <a:pt x="1424" y="2021"/>
                      <a:pt x="1426" y="2039"/>
                    </a:cubicBezTo>
                    <a:cubicBezTo>
                      <a:pt x="1428" y="2057"/>
                      <a:pt x="1434" y="2081"/>
                      <a:pt x="1420" y="2107"/>
                    </a:cubicBezTo>
                    <a:cubicBezTo>
                      <a:pt x="1406" y="2133"/>
                      <a:pt x="1378" y="2164"/>
                      <a:pt x="1387" y="2202"/>
                    </a:cubicBezTo>
                    <a:cubicBezTo>
                      <a:pt x="1396" y="2240"/>
                      <a:pt x="1458" y="2431"/>
                      <a:pt x="1387" y="2660"/>
                    </a:cubicBezTo>
                    <a:cubicBezTo>
                      <a:pt x="1375" y="2697"/>
                      <a:pt x="1383" y="2690"/>
                      <a:pt x="1386" y="2699"/>
                    </a:cubicBezTo>
                    <a:cubicBezTo>
                      <a:pt x="1389" y="2708"/>
                      <a:pt x="1390" y="2721"/>
                      <a:pt x="1384" y="2729"/>
                    </a:cubicBezTo>
                    <a:cubicBezTo>
                      <a:pt x="1378" y="2737"/>
                      <a:pt x="1382" y="2755"/>
                      <a:pt x="1377" y="2763"/>
                    </a:cubicBezTo>
                    <a:cubicBezTo>
                      <a:pt x="1372" y="2771"/>
                      <a:pt x="1375" y="2777"/>
                      <a:pt x="1382" y="2781"/>
                    </a:cubicBezTo>
                    <a:cubicBezTo>
                      <a:pt x="1389" y="2785"/>
                      <a:pt x="1402" y="2801"/>
                      <a:pt x="1413" y="2819"/>
                    </a:cubicBezTo>
                    <a:cubicBezTo>
                      <a:pt x="1424" y="2837"/>
                      <a:pt x="1454" y="2856"/>
                      <a:pt x="1466" y="2867"/>
                    </a:cubicBezTo>
                    <a:cubicBezTo>
                      <a:pt x="1478" y="2878"/>
                      <a:pt x="1498" y="2886"/>
                      <a:pt x="1498" y="2886"/>
                    </a:cubicBezTo>
                    <a:cubicBezTo>
                      <a:pt x="1498" y="2886"/>
                      <a:pt x="1508" y="2890"/>
                      <a:pt x="1511" y="2895"/>
                    </a:cubicBezTo>
                    <a:cubicBezTo>
                      <a:pt x="1514" y="2900"/>
                      <a:pt x="1531" y="2900"/>
                      <a:pt x="1528" y="2919"/>
                    </a:cubicBezTo>
                    <a:cubicBezTo>
                      <a:pt x="1528" y="2919"/>
                      <a:pt x="1543" y="2929"/>
                      <a:pt x="1533" y="2947"/>
                    </a:cubicBezTo>
                    <a:cubicBezTo>
                      <a:pt x="1533" y="2947"/>
                      <a:pt x="1536" y="2965"/>
                      <a:pt x="1520" y="2968"/>
                    </a:cubicBezTo>
                    <a:cubicBezTo>
                      <a:pt x="1520" y="2968"/>
                      <a:pt x="1511" y="2986"/>
                      <a:pt x="1492" y="2977"/>
                    </a:cubicBezTo>
                    <a:cubicBezTo>
                      <a:pt x="1492" y="2977"/>
                      <a:pt x="1477" y="2996"/>
                      <a:pt x="1454" y="2992"/>
                    </a:cubicBezTo>
                    <a:cubicBezTo>
                      <a:pt x="1430" y="2989"/>
                      <a:pt x="1421" y="2969"/>
                      <a:pt x="1411" y="2969"/>
                    </a:cubicBezTo>
                    <a:cubicBezTo>
                      <a:pt x="1401" y="2969"/>
                      <a:pt x="1390" y="2969"/>
                      <a:pt x="1379" y="2950"/>
                    </a:cubicBezTo>
                    <a:cubicBezTo>
                      <a:pt x="1368" y="2931"/>
                      <a:pt x="1367" y="2936"/>
                      <a:pt x="1363" y="2933"/>
                    </a:cubicBezTo>
                    <a:cubicBezTo>
                      <a:pt x="1358" y="2931"/>
                      <a:pt x="1332" y="2905"/>
                      <a:pt x="1332" y="2905"/>
                    </a:cubicBezTo>
                    <a:cubicBezTo>
                      <a:pt x="1332" y="2905"/>
                      <a:pt x="1228" y="2918"/>
                      <a:pt x="1210" y="2871"/>
                    </a:cubicBezTo>
                    <a:cubicBezTo>
                      <a:pt x="1192" y="2825"/>
                      <a:pt x="1219" y="2811"/>
                      <a:pt x="1187" y="2798"/>
                    </a:cubicBezTo>
                    <a:cubicBezTo>
                      <a:pt x="1156" y="2785"/>
                      <a:pt x="1155" y="2747"/>
                      <a:pt x="1154" y="2729"/>
                    </a:cubicBezTo>
                    <a:cubicBezTo>
                      <a:pt x="1153" y="2710"/>
                      <a:pt x="1159" y="2694"/>
                      <a:pt x="1129" y="2666"/>
                    </a:cubicBezTo>
                    <a:cubicBezTo>
                      <a:pt x="1099" y="2638"/>
                      <a:pt x="966" y="2530"/>
                      <a:pt x="989" y="2300"/>
                    </a:cubicBezTo>
                    <a:cubicBezTo>
                      <a:pt x="996" y="2230"/>
                      <a:pt x="995" y="2196"/>
                      <a:pt x="999" y="2183"/>
                    </a:cubicBezTo>
                    <a:cubicBezTo>
                      <a:pt x="1003" y="2171"/>
                      <a:pt x="991" y="2166"/>
                      <a:pt x="992" y="2154"/>
                    </a:cubicBezTo>
                    <a:cubicBezTo>
                      <a:pt x="993" y="2141"/>
                      <a:pt x="1003" y="2137"/>
                      <a:pt x="1000" y="2130"/>
                    </a:cubicBezTo>
                    <a:cubicBezTo>
                      <a:pt x="998" y="2123"/>
                      <a:pt x="974" y="2141"/>
                      <a:pt x="952" y="2094"/>
                    </a:cubicBezTo>
                    <a:cubicBezTo>
                      <a:pt x="930" y="2046"/>
                      <a:pt x="942" y="2047"/>
                      <a:pt x="906" y="2001"/>
                    </a:cubicBezTo>
                    <a:cubicBezTo>
                      <a:pt x="870" y="1955"/>
                      <a:pt x="878" y="1936"/>
                      <a:pt x="883" y="1906"/>
                    </a:cubicBezTo>
                    <a:cubicBezTo>
                      <a:pt x="887" y="1877"/>
                      <a:pt x="891" y="1858"/>
                      <a:pt x="878" y="1837"/>
                    </a:cubicBezTo>
                    <a:cubicBezTo>
                      <a:pt x="865" y="1815"/>
                      <a:pt x="847" y="1782"/>
                      <a:pt x="861" y="1694"/>
                    </a:cubicBezTo>
                    <a:cubicBezTo>
                      <a:pt x="861" y="1694"/>
                      <a:pt x="860" y="1698"/>
                      <a:pt x="855" y="1698"/>
                    </a:cubicBezTo>
                    <a:cubicBezTo>
                      <a:pt x="849" y="1698"/>
                      <a:pt x="849" y="1698"/>
                      <a:pt x="849" y="1698"/>
                    </a:cubicBezTo>
                    <a:cubicBezTo>
                      <a:pt x="844" y="1698"/>
                      <a:pt x="843" y="1694"/>
                      <a:pt x="843" y="1694"/>
                    </a:cubicBezTo>
                    <a:cubicBezTo>
                      <a:pt x="857" y="1782"/>
                      <a:pt x="839" y="1815"/>
                      <a:pt x="826" y="1837"/>
                    </a:cubicBezTo>
                    <a:cubicBezTo>
                      <a:pt x="813" y="1858"/>
                      <a:pt x="816" y="1877"/>
                      <a:pt x="821" y="1906"/>
                    </a:cubicBezTo>
                    <a:cubicBezTo>
                      <a:pt x="826" y="1936"/>
                      <a:pt x="834" y="1955"/>
                      <a:pt x="798" y="2001"/>
                    </a:cubicBezTo>
                    <a:cubicBezTo>
                      <a:pt x="762" y="2047"/>
                      <a:pt x="773" y="2046"/>
                      <a:pt x="751" y="2094"/>
                    </a:cubicBezTo>
                    <a:cubicBezTo>
                      <a:pt x="730" y="2141"/>
                      <a:pt x="706" y="2123"/>
                      <a:pt x="704" y="2130"/>
                    </a:cubicBezTo>
                    <a:cubicBezTo>
                      <a:pt x="701" y="2137"/>
                      <a:pt x="711" y="2141"/>
                      <a:pt x="712" y="2154"/>
                    </a:cubicBezTo>
                    <a:cubicBezTo>
                      <a:pt x="713" y="2166"/>
                      <a:pt x="701" y="2171"/>
                      <a:pt x="705" y="2183"/>
                    </a:cubicBezTo>
                    <a:cubicBezTo>
                      <a:pt x="708" y="2196"/>
                      <a:pt x="707" y="2230"/>
                      <a:pt x="715" y="2300"/>
                    </a:cubicBezTo>
                    <a:cubicBezTo>
                      <a:pt x="738" y="2530"/>
                      <a:pt x="605" y="2638"/>
                      <a:pt x="575" y="2666"/>
                    </a:cubicBezTo>
                    <a:cubicBezTo>
                      <a:pt x="545" y="2694"/>
                      <a:pt x="551" y="2710"/>
                      <a:pt x="550" y="2729"/>
                    </a:cubicBezTo>
                    <a:cubicBezTo>
                      <a:pt x="549" y="2747"/>
                      <a:pt x="548" y="2785"/>
                      <a:pt x="517" y="2798"/>
                    </a:cubicBezTo>
                    <a:cubicBezTo>
                      <a:pt x="485" y="2811"/>
                      <a:pt x="512" y="2825"/>
                      <a:pt x="494" y="2871"/>
                    </a:cubicBezTo>
                    <a:cubicBezTo>
                      <a:pt x="476" y="2918"/>
                      <a:pt x="372" y="2905"/>
                      <a:pt x="372" y="2905"/>
                    </a:cubicBezTo>
                    <a:cubicBezTo>
                      <a:pt x="372" y="2905"/>
                      <a:pt x="346" y="2931"/>
                      <a:pt x="341" y="2933"/>
                    </a:cubicBezTo>
                    <a:cubicBezTo>
                      <a:pt x="337" y="2936"/>
                      <a:pt x="336" y="2931"/>
                      <a:pt x="325" y="2950"/>
                    </a:cubicBezTo>
                    <a:cubicBezTo>
                      <a:pt x="314" y="2969"/>
                      <a:pt x="302" y="2969"/>
                      <a:pt x="293" y="2969"/>
                    </a:cubicBezTo>
                    <a:cubicBezTo>
                      <a:pt x="283" y="2969"/>
                      <a:pt x="273" y="2989"/>
                      <a:pt x="250" y="2992"/>
                    </a:cubicBezTo>
                    <a:cubicBezTo>
                      <a:pt x="227" y="2996"/>
                      <a:pt x="212" y="2977"/>
                      <a:pt x="212" y="2977"/>
                    </a:cubicBezTo>
                    <a:cubicBezTo>
                      <a:pt x="192" y="2986"/>
                      <a:pt x="184" y="2968"/>
                      <a:pt x="184" y="2968"/>
                    </a:cubicBezTo>
                    <a:cubicBezTo>
                      <a:pt x="168" y="2965"/>
                      <a:pt x="171" y="2947"/>
                      <a:pt x="171" y="2947"/>
                    </a:cubicBezTo>
                    <a:cubicBezTo>
                      <a:pt x="161" y="2929"/>
                      <a:pt x="176" y="2919"/>
                      <a:pt x="176" y="2919"/>
                    </a:cubicBezTo>
                    <a:cubicBezTo>
                      <a:pt x="173" y="2900"/>
                      <a:pt x="190" y="2900"/>
                      <a:pt x="193" y="2895"/>
                    </a:cubicBezTo>
                    <a:cubicBezTo>
                      <a:pt x="196" y="2890"/>
                      <a:pt x="206" y="2886"/>
                      <a:pt x="206" y="2886"/>
                    </a:cubicBezTo>
                    <a:cubicBezTo>
                      <a:pt x="206" y="2886"/>
                      <a:pt x="226" y="2878"/>
                      <a:pt x="238" y="2867"/>
                    </a:cubicBezTo>
                    <a:cubicBezTo>
                      <a:pt x="250" y="2856"/>
                      <a:pt x="280" y="2837"/>
                      <a:pt x="291" y="2819"/>
                    </a:cubicBezTo>
                    <a:cubicBezTo>
                      <a:pt x="302" y="2801"/>
                      <a:pt x="315" y="2785"/>
                      <a:pt x="322" y="2781"/>
                    </a:cubicBezTo>
                    <a:cubicBezTo>
                      <a:pt x="329" y="2777"/>
                      <a:pt x="332" y="2771"/>
                      <a:pt x="327" y="2763"/>
                    </a:cubicBezTo>
                    <a:cubicBezTo>
                      <a:pt x="322" y="2755"/>
                      <a:pt x="326" y="2737"/>
                      <a:pt x="320" y="2729"/>
                    </a:cubicBezTo>
                    <a:cubicBezTo>
                      <a:pt x="314" y="2721"/>
                      <a:pt x="315" y="2708"/>
                      <a:pt x="318" y="2699"/>
                    </a:cubicBezTo>
                    <a:cubicBezTo>
                      <a:pt x="321" y="2690"/>
                      <a:pt x="328" y="2697"/>
                      <a:pt x="317" y="2660"/>
                    </a:cubicBezTo>
                    <a:cubicBezTo>
                      <a:pt x="246" y="2431"/>
                      <a:pt x="308" y="2240"/>
                      <a:pt x="317" y="2202"/>
                    </a:cubicBezTo>
                    <a:cubicBezTo>
                      <a:pt x="326" y="2164"/>
                      <a:pt x="298" y="2133"/>
                      <a:pt x="284" y="2107"/>
                    </a:cubicBezTo>
                    <a:cubicBezTo>
                      <a:pt x="270" y="2081"/>
                      <a:pt x="276" y="2057"/>
                      <a:pt x="278" y="2039"/>
                    </a:cubicBezTo>
                    <a:cubicBezTo>
                      <a:pt x="280" y="2021"/>
                      <a:pt x="277" y="2005"/>
                      <a:pt x="277" y="2005"/>
                    </a:cubicBezTo>
                    <a:cubicBezTo>
                      <a:pt x="277" y="2005"/>
                      <a:pt x="273" y="1991"/>
                      <a:pt x="254" y="1968"/>
                    </a:cubicBezTo>
                    <a:cubicBezTo>
                      <a:pt x="191" y="1892"/>
                      <a:pt x="195" y="1770"/>
                      <a:pt x="196" y="1718"/>
                    </a:cubicBezTo>
                    <a:cubicBezTo>
                      <a:pt x="197" y="1666"/>
                      <a:pt x="213" y="1491"/>
                      <a:pt x="226" y="1390"/>
                    </a:cubicBezTo>
                    <a:cubicBezTo>
                      <a:pt x="239" y="1289"/>
                      <a:pt x="271" y="1251"/>
                      <a:pt x="296" y="1220"/>
                    </a:cubicBezTo>
                    <a:cubicBezTo>
                      <a:pt x="320" y="1189"/>
                      <a:pt x="331" y="1129"/>
                      <a:pt x="331" y="1129"/>
                    </a:cubicBezTo>
                    <a:cubicBezTo>
                      <a:pt x="298" y="1224"/>
                      <a:pt x="203" y="1282"/>
                      <a:pt x="198" y="1286"/>
                    </a:cubicBezTo>
                    <a:cubicBezTo>
                      <a:pt x="193" y="1290"/>
                      <a:pt x="189" y="1293"/>
                      <a:pt x="190" y="1300"/>
                    </a:cubicBezTo>
                    <a:cubicBezTo>
                      <a:pt x="190" y="1307"/>
                      <a:pt x="180" y="1322"/>
                      <a:pt x="173" y="1332"/>
                    </a:cubicBezTo>
                    <a:cubicBezTo>
                      <a:pt x="166" y="1343"/>
                      <a:pt x="169" y="1345"/>
                      <a:pt x="172" y="1354"/>
                    </a:cubicBezTo>
                    <a:cubicBezTo>
                      <a:pt x="175" y="1364"/>
                      <a:pt x="177" y="1387"/>
                      <a:pt x="176" y="1404"/>
                    </a:cubicBezTo>
                    <a:cubicBezTo>
                      <a:pt x="174" y="1422"/>
                      <a:pt x="172" y="1447"/>
                      <a:pt x="165" y="1466"/>
                    </a:cubicBezTo>
                    <a:cubicBezTo>
                      <a:pt x="159" y="1484"/>
                      <a:pt x="159" y="1506"/>
                      <a:pt x="158" y="1531"/>
                    </a:cubicBezTo>
                    <a:cubicBezTo>
                      <a:pt x="158" y="1556"/>
                      <a:pt x="133" y="1551"/>
                      <a:pt x="133" y="1551"/>
                    </a:cubicBezTo>
                    <a:cubicBezTo>
                      <a:pt x="135" y="1559"/>
                      <a:pt x="131" y="1567"/>
                      <a:pt x="131" y="1567"/>
                    </a:cubicBezTo>
                    <a:cubicBezTo>
                      <a:pt x="131" y="1567"/>
                      <a:pt x="132" y="1577"/>
                      <a:pt x="128" y="1584"/>
                    </a:cubicBezTo>
                    <a:cubicBezTo>
                      <a:pt x="124" y="1590"/>
                      <a:pt x="114" y="1588"/>
                      <a:pt x="114" y="1588"/>
                    </a:cubicBezTo>
                    <a:cubicBezTo>
                      <a:pt x="114" y="1594"/>
                      <a:pt x="110" y="1596"/>
                      <a:pt x="110" y="1596"/>
                    </a:cubicBezTo>
                    <a:cubicBezTo>
                      <a:pt x="102" y="1603"/>
                      <a:pt x="83" y="1583"/>
                      <a:pt x="73" y="1578"/>
                    </a:cubicBezTo>
                    <a:cubicBezTo>
                      <a:pt x="63" y="1573"/>
                      <a:pt x="53" y="1557"/>
                      <a:pt x="46" y="1552"/>
                    </a:cubicBezTo>
                    <a:cubicBezTo>
                      <a:pt x="40" y="1546"/>
                      <a:pt x="30" y="1502"/>
                      <a:pt x="29" y="1495"/>
                    </a:cubicBezTo>
                    <a:cubicBezTo>
                      <a:pt x="28" y="1487"/>
                      <a:pt x="32" y="1486"/>
                      <a:pt x="16" y="1468"/>
                    </a:cubicBezTo>
                    <a:cubicBezTo>
                      <a:pt x="0" y="1451"/>
                      <a:pt x="27" y="1362"/>
                      <a:pt x="32" y="1346"/>
                    </a:cubicBezTo>
                    <a:cubicBezTo>
                      <a:pt x="38" y="1330"/>
                      <a:pt x="37" y="1320"/>
                      <a:pt x="38" y="1304"/>
                    </a:cubicBezTo>
                    <a:cubicBezTo>
                      <a:pt x="39" y="1288"/>
                      <a:pt x="57" y="1286"/>
                      <a:pt x="57" y="1286"/>
                    </a:cubicBezTo>
                    <a:cubicBezTo>
                      <a:pt x="36" y="1264"/>
                      <a:pt x="48" y="1236"/>
                      <a:pt x="55" y="1217"/>
                    </a:cubicBezTo>
                    <a:cubicBezTo>
                      <a:pt x="62" y="1198"/>
                      <a:pt x="64" y="1148"/>
                      <a:pt x="67" y="1110"/>
                    </a:cubicBezTo>
                    <a:cubicBezTo>
                      <a:pt x="69" y="1073"/>
                      <a:pt x="81" y="1036"/>
                      <a:pt x="94" y="1018"/>
                    </a:cubicBezTo>
                    <a:cubicBezTo>
                      <a:pt x="106" y="999"/>
                      <a:pt x="106" y="996"/>
                      <a:pt x="106" y="993"/>
                    </a:cubicBezTo>
                    <a:cubicBezTo>
                      <a:pt x="107" y="989"/>
                      <a:pt x="106" y="983"/>
                      <a:pt x="108" y="983"/>
                    </a:cubicBezTo>
                    <a:cubicBezTo>
                      <a:pt x="110" y="982"/>
                      <a:pt x="110" y="972"/>
                      <a:pt x="115" y="961"/>
                    </a:cubicBezTo>
                    <a:cubicBezTo>
                      <a:pt x="121" y="951"/>
                      <a:pt x="140" y="942"/>
                      <a:pt x="140" y="942"/>
                    </a:cubicBezTo>
                    <a:cubicBezTo>
                      <a:pt x="150" y="837"/>
                      <a:pt x="188" y="760"/>
                      <a:pt x="243" y="700"/>
                    </a:cubicBezTo>
                    <a:cubicBezTo>
                      <a:pt x="298" y="640"/>
                      <a:pt x="320" y="605"/>
                      <a:pt x="326" y="588"/>
                    </a:cubicBezTo>
                    <a:cubicBezTo>
                      <a:pt x="385" y="410"/>
                      <a:pt x="704" y="401"/>
                      <a:pt x="704" y="401"/>
                    </a:cubicBezTo>
                    <a:cubicBezTo>
                      <a:pt x="709" y="387"/>
                      <a:pt x="720" y="385"/>
                      <a:pt x="720" y="385"/>
                    </a:cubicBezTo>
                    <a:cubicBezTo>
                      <a:pt x="700" y="346"/>
                      <a:pt x="702" y="276"/>
                      <a:pt x="702" y="276"/>
                    </a:cubicBezTo>
                    <a:cubicBezTo>
                      <a:pt x="690" y="275"/>
                      <a:pt x="690" y="255"/>
                      <a:pt x="689" y="248"/>
                    </a:cubicBezTo>
                    <a:cubicBezTo>
                      <a:pt x="688" y="241"/>
                      <a:pt x="684" y="229"/>
                      <a:pt x="681" y="222"/>
                    </a:cubicBezTo>
                    <a:cubicBezTo>
                      <a:pt x="679" y="216"/>
                      <a:pt x="676" y="208"/>
                      <a:pt x="679" y="199"/>
                    </a:cubicBezTo>
                    <a:cubicBezTo>
                      <a:pt x="683" y="190"/>
                      <a:pt x="695" y="194"/>
                      <a:pt x="695" y="194"/>
                    </a:cubicBezTo>
                    <a:cubicBezTo>
                      <a:pt x="695" y="194"/>
                      <a:pt x="690" y="185"/>
                      <a:pt x="692" y="146"/>
                    </a:cubicBezTo>
                    <a:cubicBezTo>
                      <a:pt x="698" y="0"/>
                      <a:pt x="837" y="5"/>
                      <a:pt x="837" y="5"/>
                    </a:cubicBezTo>
                    <a:lnTo>
                      <a:pt x="867" y="5"/>
                    </a:lnTo>
                    <a:close/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797" name="Freeform 10">
                <a:extLst>
                  <a:ext uri="{FF2B5EF4-FFF2-40B4-BE49-F238E27FC236}">
                    <a16:creationId xmlns:a16="http://schemas.microsoft.com/office/drawing/2014/main" id="{3E28E8CD-CCA0-4401-9F0F-E3881D5111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8" y="1911"/>
                <a:ext cx="29" cy="54"/>
              </a:xfrm>
              <a:custGeom>
                <a:avLst/>
                <a:gdLst>
                  <a:gd name="T0" fmla="*/ 25 w 27"/>
                  <a:gd name="T1" fmla="*/ 0 h 51"/>
                  <a:gd name="T2" fmla="*/ 0 w 27"/>
                  <a:gd name="T3" fmla="*/ 60 h 51"/>
                  <a:gd name="T4" fmla="*/ 33 w 27"/>
                  <a:gd name="T5" fmla="*/ 34 h 51"/>
                  <a:gd name="T6" fmla="*/ 25 w 27"/>
                  <a:gd name="T7" fmla="*/ 0 h 5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7" h="51">
                    <a:moveTo>
                      <a:pt x="20" y="0"/>
                    </a:moveTo>
                    <a:cubicBezTo>
                      <a:pt x="20" y="0"/>
                      <a:pt x="3" y="30"/>
                      <a:pt x="0" y="51"/>
                    </a:cubicBezTo>
                    <a:cubicBezTo>
                      <a:pt x="27" y="28"/>
                      <a:pt x="27" y="28"/>
                      <a:pt x="27" y="28"/>
                    </a:cubicBezTo>
                    <a:cubicBezTo>
                      <a:pt x="27" y="28"/>
                      <a:pt x="19" y="12"/>
                      <a:pt x="20" y="0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798" name="Freeform 11">
                <a:extLst>
                  <a:ext uri="{FF2B5EF4-FFF2-40B4-BE49-F238E27FC236}">
                    <a16:creationId xmlns:a16="http://schemas.microsoft.com/office/drawing/2014/main" id="{3F48E001-5C29-4421-8540-52E4DF5054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5" y="1817"/>
                <a:ext cx="37" cy="98"/>
              </a:xfrm>
              <a:custGeom>
                <a:avLst/>
                <a:gdLst>
                  <a:gd name="T0" fmla="*/ 41 w 35"/>
                  <a:gd name="T1" fmla="*/ 0 h 93"/>
                  <a:gd name="T2" fmla="*/ 26 w 35"/>
                  <a:gd name="T3" fmla="*/ 39 h 93"/>
                  <a:gd name="T4" fmla="*/ 3 w 35"/>
                  <a:gd name="T5" fmla="*/ 109 h 9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5" h="93">
                    <a:moveTo>
                      <a:pt x="35" y="0"/>
                    </a:moveTo>
                    <a:cubicBezTo>
                      <a:pt x="35" y="0"/>
                      <a:pt x="31" y="22"/>
                      <a:pt x="23" y="33"/>
                    </a:cubicBezTo>
                    <a:cubicBezTo>
                      <a:pt x="15" y="44"/>
                      <a:pt x="0" y="66"/>
                      <a:pt x="3" y="93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799" name="Freeform 12">
                <a:extLst>
                  <a:ext uri="{FF2B5EF4-FFF2-40B4-BE49-F238E27FC236}">
                    <a16:creationId xmlns:a16="http://schemas.microsoft.com/office/drawing/2014/main" id="{47AC99E0-0E9F-4198-9BB3-462038F238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4" y="1965"/>
                <a:ext cx="44" cy="87"/>
              </a:xfrm>
              <a:custGeom>
                <a:avLst/>
                <a:gdLst>
                  <a:gd name="T0" fmla="*/ 48 w 42"/>
                  <a:gd name="T1" fmla="*/ 0 h 82"/>
                  <a:gd name="T2" fmla="*/ 0 w 42"/>
                  <a:gd name="T3" fmla="*/ 98 h 8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2" h="82">
                    <a:moveTo>
                      <a:pt x="42" y="0"/>
                    </a:moveTo>
                    <a:cubicBezTo>
                      <a:pt x="42" y="0"/>
                      <a:pt x="10" y="19"/>
                      <a:pt x="0" y="82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800" name="Freeform 13">
                <a:extLst>
                  <a:ext uri="{FF2B5EF4-FFF2-40B4-BE49-F238E27FC236}">
                    <a16:creationId xmlns:a16="http://schemas.microsoft.com/office/drawing/2014/main" id="{BEF5619B-CA2C-4CB8-910B-D87B8553B7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4" y="1463"/>
                <a:ext cx="429" cy="568"/>
              </a:xfrm>
              <a:custGeom>
                <a:avLst/>
                <a:gdLst>
                  <a:gd name="T0" fmla="*/ 167 w 407"/>
                  <a:gd name="T1" fmla="*/ 0 h 539"/>
                  <a:gd name="T2" fmla="*/ 111 w 407"/>
                  <a:gd name="T3" fmla="*/ 157 h 539"/>
                  <a:gd name="T4" fmla="*/ 81 w 407"/>
                  <a:gd name="T5" fmla="*/ 212 h 539"/>
                  <a:gd name="T6" fmla="*/ 16 w 407"/>
                  <a:gd name="T7" fmla="*/ 408 h 539"/>
                  <a:gd name="T8" fmla="*/ 201 w 407"/>
                  <a:gd name="T9" fmla="*/ 606 h 539"/>
                  <a:gd name="T10" fmla="*/ 476 w 407"/>
                  <a:gd name="T11" fmla="*/ 492 h 53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07" h="539">
                    <a:moveTo>
                      <a:pt x="142" y="0"/>
                    </a:moveTo>
                    <a:cubicBezTo>
                      <a:pt x="142" y="0"/>
                      <a:pt x="107" y="112"/>
                      <a:pt x="95" y="134"/>
                    </a:cubicBezTo>
                    <a:cubicBezTo>
                      <a:pt x="83" y="156"/>
                      <a:pt x="73" y="171"/>
                      <a:pt x="69" y="181"/>
                    </a:cubicBezTo>
                    <a:cubicBezTo>
                      <a:pt x="66" y="191"/>
                      <a:pt x="0" y="267"/>
                      <a:pt x="13" y="348"/>
                    </a:cubicBezTo>
                    <a:cubicBezTo>
                      <a:pt x="25" y="429"/>
                      <a:pt x="59" y="497"/>
                      <a:pt x="172" y="518"/>
                    </a:cubicBezTo>
                    <a:cubicBezTo>
                      <a:pt x="286" y="539"/>
                      <a:pt x="379" y="474"/>
                      <a:pt x="407" y="42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801" name="Freeform 14">
                <a:extLst>
                  <a:ext uri="{FF2B5EF4-FFF2-40B4-BE49-F238E27FC236}">
                    <a16:creationId xmlns:a16="http://schemas.microsoft.com/office/drawing/2014/main" id="{702048CC-1449-45A0-97B4-B81B9916B1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2" y="1933"/>
                <a:ext cx="63" cy="31"/>
              </a:xfrm>
              <a:custGeom>
                <a:avLst/>
                <a:gdLst>
                  <a:gd name="T0" fmla="*/ 0 w 60"/>
                  <a:gd name="T1" fmla="*/ 35 h 29"/>
                  <a:gd name="T2" fmla="*/ 69 w 60"/>
                  <a:gd name="T3" fmla="*/ 17 h 2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0" h="29">
                    <a:moveTo>
                      <a:pt x="0" y="29"/>
                    </a:moveTo>
                    <a:cubicBezTo>
                      <a:pt x="0" y="29"/>
                      <a:pt x="40" y="0"/>
                      <a:pt x="60" y="14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802" name="Freeform 15">
                <a:extLst>
                  <a:ext uri="{FF2B5EF4-FFF2-40B4-BE49-F238E27FC236}">
                    <a16:creationId xmlns:a16="http://schemas.microsoft.com/office/drawing/2014/main" id="{3D21BA90-F17D-42BF-A1FD-377744DBB2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9" y="1861"/>
                <a:ext cx="11" cy="7"/>
              </a:xfrm>
              <a:custGeom>
                <a:avLst/>
                <a:gdLst>
                  <a:gd name="T0" fmla="*/ 0 w 11"/>
                  <a:gd name="T1" fmla="*/ 7 h 7"/>
                  <a:gd name="T2" fmla="*/ 11 w 11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7">
                    <a:moveTo>
                      <a:pt x="0" y="7"/>
                    </a:moveTo>
                    <a:cubicBezTo>
                      <a:pt x="3" y="4"/>
                      <a:pt x="7" y="2"/>
                      <a:pt x="11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803" name="Freeform 16">
                <a:extLst>
                  <a:ext uri="{FF2B5EF4-FFF2-40B4-BE49-F238E27FC236}">
                    <a16:creationId xmlns:a16="http://schemas.microsoft.com/office/drawing/2014/main" id="{E2F72328-AEEF-4486-84EE-5A85186F04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9" y="1872"/>
                <a:ext cx="4" cy="5"/>
              </a:xfrm>
              <a:custGeom>
                <a:avLst/>
                <a:gdLst>
                  <a:gd name="T0" fmla="*/ 0 w 4"/>
                  <a:gd name="T1" fmla="*/ 5 h 5"/>
                  <a:gd name="T2" fmla="*/ 4 w 4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5">
                    <a:moveTo>
                      <a:pt x="0" y="5"/>
                    </a:moveTo>
                    <a:cubicBezTo>
                      <a:pt x="1" y="4"/>
                      <a:pt x="2" y="2"/>
                      <a:pt x="4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804" name="Freeform 17">
                <a:extLst>
                  <a:ext uri="{FF2B5EF4-FFF2-40B4-BE49-F238E27FC236}">
                    <a16:creationId xmlns:a16="http://schemas.microsoft.com/office/drawing/2014/main" id="{76F9E68C-9736-4E7B-BAF5-5B48847708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4" y="1881"/>
                <a:ext cx="185" cy="108"/>
              </a:xfrm>
              <a:custGeom>
                <a:avLst/>
                <a:gdLst>
                  <a:gd name="T0" fmla="*/ 195 w 175"/>
                  <a:gd name="T1" fmla="*/ 27 h 103"/>
                  <a:gd name="T2" fmla="*/ 201 w 175"/>
                  <a:gd name="T3" fmla="*/ 73 h 103"/>
                  <a:gd name="T4" fmla="*/ 84 w 175"/>
                  <a:gd name="T5" fmla="*/ 100 h 103"/>
                  <a:gd name="T6" fmla="*/ 13 w 175"/>
                  <a:gd name="T7" fmla="*/ 5 h 103"/>
                  <a:gd name="T8" fmla="*/ 15 w 175"/>
                  <a:gd name="T9" fmla="*/ 0 h 10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5" h="103">
                    <a:moveTo>
                      <a:pt x="165" y="24"/>
                    </a:moveTo>
                    <a:cubicBezTo>
                      <a:pt x="172" y="37"/>
                      <a:pt x="175" y="51"/>
                      <a:pt x="170" y="64"/>
                    </a:cubicBezTo>
                    <a:cubicBezTo>
                      <a:pt x="159" y="93"/>
                      <a:pt x="115" y="103"/>
                      <a:pt x="71" y="87"/>
                    </a:cubicBezTo>
                    <a:cubicBezTo>
                      <a:pt x="27" y="70"/>
                      <a:pt x="0" y="34"/>
                      <a:pt x="10" y="5"/>
                    </a:cubicBezTo>
                    <a:cubicBezTo>
                      <a:pt x="11" y="3"/>
                      <a:pt x="12" y="2"/>
                      <a:pt x="12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805" name="Freeform 18">
                <a:extLst>
                  <a:ext uri="{FF2B5EF4-FFF2-40B4-BE49-F238E27FC236}">
                    <a16:creationId xmlns:a16="http://schemas.microsoft.com/office/drawing/2014/main" id="{DB38ABA5-1FE1-482E-89A1-22ABB9AFB9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8" y="1857"/>
                <a:ext cx="64" cy="40"/>
              </a:xfrm>
              <a:custGeom>
                <a:avLst/>
                <a:gdLst>
                  <a:gd name="T0" fmla="*/ 0 w 61"/>
                  <a:gd name="T1" fmla="*/ 0 h 38"/>
                  <a:gd name="T2" fmla="*/ 15 w 61"/>
                  <a:gd name="T3" fmla="*/ 4 h 38"/>
                  <a:gd name="T4" fmla="*/ 70 w 61"/>
                  <a:gd name="T5" fmla="*/ 44 h 3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1" h="38">
                    <a:moveTo>
                      <a:pt x="0" y="0"/>
                    </a:moveTo>
                    <a:cubicBezTo>
                      <a:pt x="4" y="1"/>
                      <a:pt x="8" y="2"/>
                      <a:pt x="12" y="4"/>
                    </a:cubicBezTo>
                    <a:cubicBezTo>
                      <a:pt x="33" y="11"/>
                      <a:pt x="50" y="24"/>
                      <a:pt x="61" y="38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806" name="Freeform 19">
                <a:extLst>
                  <a:ext uri="{FF2B5EF4-FFF2-40B4-BE49-F238E27FC236}">
                    <a16:creationId xmlns:a16="http://schemas.microsoft.com/office/drawing/2014/main" id="{7783B6CA-0CD9-4DB9-A107-885855A2B8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3" y="1853"/>
                <a:ext cx="21" cy="1"/>
              </a:xfrm>
              <a:custGeom>
                <a:avLst/>
                <a:gdLst>
                  <a:gd name="T0" fmla="*/ 0 w 20"/>
                  <a:gd name="T1" fmla="*/ 0 h 1"/>
                  <a:gd name="T2" fmla="*/ 23 w 20"/>
                  <a:gd name="T3" fmla="*/ 1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1">
                    <a:moveTo>
                      <a:pt x="0" y="0"/>
                    </a:moveTo>
                    <a:cubicBezTo>
                      <a:pt x="7" y="0"/>
                      <a:pt x="14" y="0"/>
                      <a:pt x="20" y="1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807" name="Freeform 20">
                <a:extLst>
                  <a:ext uri="{FF2B5EF4-FFF2-40B4-BE49-F238E27FC236}">
                    <a16:creationId xmlns:a16="http://schemas.microsoft.com/office/drawing/2014/main" id="{A49E9868-5117-441C-8A4E-3FED0F977B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8" y="1951"/>
                <a:ext cx="209" cy="204"/>
              </a:xfrm>
              <a:custGeom>
                <a:avLst/>
                <a:gdLst>
                  <a:gd name="T0" fmla="*/ 0 w 198"/>
                  <a:gd name="T1" fmla="*/ 0 h 193"/>
                  <a:gd name="T2" fmla="*/ 6 w 198"/>
                  <a:gd name="T3" fmla="*/ 35 h 193"/>
                  <a:gd name="T4" fmla="*/ 98 w 198"/>
                  <a:gd name="T5" fmla="*/ 156 h 193"/>
                  <a:gd name="T6" fmla="*/ 233 w 198"/>
                  <a:gd name="T7" fmla="*/ 228 h 19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8" h="193">
                    <a:moveTo>
                      <a:pt x="0" y="0"/>
                    </a:moveTo>
                    <a:cubicBezTo>
                      <a:pt x="0" y="0"/>
                      <a:pt x="6" y="16"/>
                      <a:pt x="6" y="29"/>
                    </a:cubicBezTo>
                    <a:cubicBezTo>
                      <a:pt x="6" y="42"/>
                      <a:pt x="34" y="109"/>
                      <a:pt x="83" y="132"/>
                    </a:cubicBezTo>
                    <a:cubicBezTo>
                      <a:pt x="132" y="154"/>
                      <a:pt x="176" y="175"/>
                      <a:pt x="198" y="193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808" name="Freeform 21">
                <a:extLst>
                  <a:ext uri="{FF2B5EF4-FFF2-40B4-BE49-F238E27FC236}">
                    <a16:creationId xmlns:a16="http://schemas.microsoft.com/office/drawing/2014/main" id="{D3F01E58-D016-46B9-9CE2-B1E0FABA0D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6" y="2091"/>
                <a:ext cx="201" cy="272"/>
              </a:xfrm>
              <a:custGeom>
                <a:avLst/>
                <a:gdLst>
                  <a:gd name="T0" fmla="*/ 0 w 190"/>
                  <a:gd name="T1" fmla="*/ 0 h 258"/>
                  <a:gd name="T2" fmla="*/ 58 w 190"/>
                  <a:gd name="T3" fmla="*/ 67 h 258"/>
                  <a:gd name="T4" fmla="*/ 225 w 190"/>
                  <a:gd name="T5" fmla="*/ 303 h 25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0" h="258">
                    <a:moveTo>
                      <a:pt x="0" y="0"/>
                    </a:moveTo>
                    <a:cubicBezTo>
                      <a:pt x="0" y="0"/>
                      <a:pt x="37" y="32"/>
                      <a:pt x="49" y="58"/>
                    </a:cubicBezTo>
                    <a:cubicBezTo>
                      <a:pt x="62" y="85"/>
                      <a:pt x="96" y="190"/>
                      <a:pt x="190" y="258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809" name="Freeform 22">
                <a:extLst>
                  <a:ext uri="{FF2B5EF4-FFF2-40B4-BE49-F238E27FC236}">
                    <a16:creationId xmlns:a16="http://schemas.microsoft.com/office/drawing/2014/main" id="{ED390F45-F38D-4C69-ABA1-9371ABE711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2" y="2179"/>
                <a:ext cx="475" cy="470"/>
              </a:xfrm>
              <a:custGeom>
                <a:avLst/>
                <a:gdLst>
                  <a:gd name="T0" fmla="*/ 532 w 449"/>
                  <a:gd name="T1" fmla="*/ 524 h 445"/>
                  <a:gd name="T2" fmla="*/ 511 w 449"/>
                  <a:gd name="T3" fmla="*/ 475 h 445"/>
                  <a:gd name="T4" fmla="*/ 478 w 449"/>
                  <a:gd name="T5" fmla="*/ 418 h 445"/>
                  <a:gd name="T6" fmla="*/ 404 w 449"/>
                  <a:gd name="T7" fmla="*/ 361 h 445"/>
                  <a:gd name="T8" fmla="*/ 244 w 449"/>
                  <a:gd name="T9" fmla="*/ 227 h 445"/>
                  <a:gd name="T10" fmla="*/ 129 w 449"/>
                  <a:gd name="T11" fmla="*/ 91 h 445"/>
                  <a:gd name="T12" fmla="*/ 0 w 449"/>
                  <a:gd name="T13" fmla="*/ 0 h 44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49" h="445">
                    <a:moveTo>
                      <a:pt x="449" y="445"/>
                    </a:moveTo>
                    <a:cubicBezTo>
                      <a:pt x="449" y="445"/>
                      <a:pt x="436" y="418"/>
                      <a:pt x="432" y="403"/>
                    </a:cubicBezTo>
                    <a:cubicBezTo>
                      <a:pt x="428" y="387"/>
                      <a:pt x="422" y="369"/>
                      <a:pt x="404" y="355"/>
                    </a:cubicBezTo>
                    <a:cubicBezTo>
                      <a:pt x="386" y="341"/>
                      <a:pt x="362" y="317"/>
                      <a:pt x="341" y="307"/>
                    </a:cubicBezTo>
                    <a:cubicBezTo>
                      <a:pt x="320" y="297"/>
                      <a:pt x="233" y="243"/>
                      <a:pt x="206" y="193"/>
                    </a:cubicBezTo>
                    <a:cubicBezTo>
                      <a:pt x="180" y="144"/>
                      <a:pt x="139" y="120"/>
                      <a:pt x="109" y="77"/>
                    </a:cubicBezTo>
                    <a:cubicBezTo>
                      <a:pt x="80" y="33"/>
                      <a:pt x="27" y="4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810" name="Freeform 23">
                <a:extLst>
                  <a:ext uri="{FF2B5EF4-FFF2-40B4-BE49-F238E27FC236}">
                    <a16:creationId xmlns:a16="http://schemas.microsoft.com/office/drawing/2014/main" id="{430681D8-F536-446E-88F7-34CE25FF1B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0" y="2247"/>
                <a:ext cx="196" cy="37"/>
              </a:xfrm>
              <a:custGeom>
                <a:avLst/>
                <a:gdLst>
                  <a:gd name="T0" fmla="*/ 220 w 185"/>
                  <a:gd name="T1" fmla="*/ 41 h 35"/>
                  <a:gd name="T2" fmla="*/ 68 w 185"/>
                  <a:gd name="T3" fmla="*/ 13 h 35"/>
                  <a:gd name="T4" fmla="*/ 0 w 185"/>
                  <a:gd name="T5" fmla="*/ 3 h 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5" h="35">
                    <a:moveTo>
                      <a:pt x="185" y="35"/>
                    </a:moveTo>
                    <a:cubicBezTo>
                      <a:pt x="185" y="35"/>
                      <a:pt x="111" y="0"/>
                      <a:pt x="57" y="10"/>
                    </a:cubicBezTo>
                    <a:cubicBezTo>
                      <a:pt x="4" y="20"/>
                      <a:pt x="0" y="3"/>
                      <a:pt x="0" y="3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811" name="Freeform 24">
                <a:extLst>
                  <a:ext uri="{FF2B5EF4-FFF2-40B4-BE49-F238E27FC236}">
                    <a16:creationId xmlns:a16="http://schemas.microsoft.com/office/drawing/2014/main" id="{8D11BAFE-803A-431E-87A2-E8CD4F9E31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5" y="2460"/>
                <a:ext cx="233" cy="51"/>
              </a:xfrm>
              <a:custGeom>
                <a:avLst/>
                <a:gdLst>
                  <a:gd name="T0" fmla="*/ 0 w 221"/>
                  <a:gd name="T1" fmla="*/ 57 h 48"/>
                  <a:gd name="T2" fmla="*/ 199 w 221"/>
                  <a:gd name="T3" fmla="*/ 41 h 48"/>
                  <a:gd name="T4" fmla="*/ 259 w 221"/>
                  <a:gd name="T5" fmla="*/ 46 h 4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1" h="48">
                    <a:moveTo>
                      <a:pt x="0" y="48"/>
                    </a:moveTo>
                    <a:cubicBezTo>
                      <a:pt x="99" y="0"/>
                      <a:pt x="149" y="40"/>
                      <a:pt x="170" y="35"/>
                    </a:cubicBezTo>
                    <a:cubicBezTo>
                      <a:pt x="191" y="31"/>
                      <a:pt x="221" y="38"/>
                      <a:pt x="221" y="38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812" name="Freeform 25">
                <a:extLst>
                  <a:ext uri="{FF2B5EF4-FFF2-40B4-BE49-F238E27FC236}">
                    <a16:creationId xmlns:a16="http://schemas.microsoft.com/office/drawing/2014/main" id="{CF5E4632-54D7-4C2A-909B-ABE108C1E7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5" y="1588"/>
                <a:ext cx="48" cy="103"/>
              </a:xfrm>
              <a:custGeom>
                <a:avLst/>
                <a:gdLst>
                  <a:gd name="T0" fmla="*/ 51 w 46"/>
                  <a:gd name="T1" fmla="*/ 116 h 97"/>
                  <a:gd name="T2" fmla="*/ 0 w 46"/>
                  <a:gd name="T3" fmla="*/ 0 h 9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6" h="97">
                    <a:moveTo>
                      <a:pt x="45" y="97"/>
                    </a:moveTo>
                    <a:cubicBezTo>
                      <a:pt x="45" y="97"/>
                      <a:pt x="46" y="49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813" name="Freeform 26">
                <a:extLst>
                  <a:ext uri="{FF2B5EF4-FFF2-40B4-BE49-F238E27FC236}">
                    <a16:creationId xmlns:a16="http://schemas.microsoft.com/office/drawing/2014/main" id="{8C1B8401-D3CD-4378-935A-9ADAA715AD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1" y="1618"/>
                <a:ext cx="95" cy="36"/>
              </a:xfrm>
              <a:custGeom>
                <a:avLst/>
                <a:gdLst>
                  <a:gd name="T0" fmla="*/ 106 w 90"/>
                  <a:gd name="T1" fmla="*/ 40 h 34"/>
                  <a:gd name="T2" fmla="*/ 67 w 90"/>
                  <a:gd name="T3" fmla="*/ 28 h 34"/>
                  <a:gd name="T4" fmla="*/ 0 w 90"/>
                  <a:gd name="T5" fmla="*/ 0 h 3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0" h="34">
                    <a:moveTo>
                      <a:pt x="90" y="34"/>
                    </a:moveTo>
                    <a:cubicBezTo>
                      <a:pt x="90" y="34"/>
                      <a:pt x="73" y="22"/>
                      <a:pt x="57" y="24"/>
                    </a:cubicBezTo>
                    <a:cubicBezTo>
                      <a:pt x="40" y="25"/>
                      <a:pt x="12" y="15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814" name="Freeform 27">
                <a:extLst>
                  <a:ext uri="{FF2B5EF4-FFF2-40B4-BE49-F238E27FC236}">
                    <a16:creationId xmlns:a16="http://schemas.microsoft.com/office/drawing/2014/main" id="{972F4AD4-77E4-497A-BC46-26BE52D60C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1" y="1790"/>
                <a:ext cx="115" cy="56"/>
              </a:xfrm>
              <a:custGeom>
                <a:avLst/>
                <a:gdLst>
                  <a:gd name="T0" fmla="*/ 128 w 109"/>
                  <a:gd name="T1" fmla="*/ 0 h 53"/>
                  <a:gd name="T2" fmla="*/ 0 w 109"/>
                  <a:gd name="T3" fmla="*/ 62 h 5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9" h="53">
                    <a:moveTo>
                      <a:pt x="109" y="0"/>
                    </a:moveTo>
                    <a:cubicBezTo>
                      <a:pt x="109" y="0"/>
                      <a:pt x="32" y="40"/>
                      <a:pt x="0" y="53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815" name="Freeform 28">
                <a:extLst>
                  <a:ext uri="{FF2B5EF4-FFF2-40B4-BE49-F238E27FC236}">
                    <a16:creationId xmlns:a16="http://schemas.microsoft.com/office/drawing/2014/main" id="{AAA2D03A-F0D1-40AD-B908-A174FDCA67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5" y="1857"/>
                <a:ext cx="47" cy="77"/>
              </a:xfrm>
              <a:custGeom>
                <a:avLst/>
                <a:gdLst>
                  <a:gd name="T0" fmla="*/ 0 w 44"/>
                  <a:gd name="T1" fmla="*/ 0 h 73"/>
                  <a:gd name="T2" fmla="*/ 20 w 44"/>
                  <a:gd name="T3" fmla="*/ 24 h 73"/>
                  <a:gd name="T4" fmla="*/ 51 w 44"/>
                  <a:gd name="T5" fmla="*/ 85 h 7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4" h="73">
                    <a:moveTo>
                      <a:pt x="0" y="0"/>
                    </a:moveTo>
                    <a:cubicBezTo>
                      <a:pt x="0" y="0"/>
                      <a:pt x="3" y="16"/>
                      <a:pt x="17" y="21"/>
                    </a:cubicBezTo>
                    <a:cubicBezTo>
                      <a:pt x="31" y="27"/>
                      <a:pt x="44" y="54"/>
                      <a:pt x="42" y="73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816" name="Freeform 29">
                <a:extLst>
                  <a:ext uri="{FF2B5EF4-FFF2-40B4-BE49-F238E27FC236}">
                    <a16:creationId xmlns:a16="http://schemas.microsoft.com/office/drawing/2014/main" id="{8CDD3104-8C32-49D7-AFE0-3E1E413D62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5" y="1894"/>
                <a:ext cx="20" cy="6"/>
              </a:xfrm>
              <a:custGeom>
                <a:avLst/>
                <a:gdLst>
                  <a:gd name="T0" fmla="*/ 0 w 19"/>
                  <a:gd name="T1" fmla="*/ 0 h 5"/>
                  <a:gd name="T2" fmla="*/ 22 w 19"/>
                  <a:gd name="T3" fmla="*/ 6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5">
                    <a:moveTo>
                      <a:pt x="0" y="0"/>
                    </a:moveTo>
                    <a:cubicBezTo>
                      <a:pt x="0" y="0"/>
                      <a:pt x="11" y="5"/>
                      <a:pt x="19" y="3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817" name="Freeform 30">
                <a:extLst>
                  <a:ext uri="{FF2B5EF4-FFF2-40B4-BE49-F238E27FC236}">
                    <a16:creationId xmlns:a16="http://schemas.microsoft.com/office/drawing/2014/main" id="{A5EBCE06-B30E-4875-8062-8901F3AEEC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0" y="2382"/>
                <a:ext cx="58" cy="155"/>
              </a:xfrm>
              <a:custGeom>
                <a:avLst/>
                <a:gdLst>
                  <a:gd name="T0" fmla="*/ 41 w 55"/>
                  <a:gd name="T1" fmla="*/ 172 h 147"/>
                  <a:gd name="T2" fmla="*/ 28 w 55"/>
                  <a:gd name="T3" fmla="*/ 131 h 147"/>
                  <a:gd name="T4" fmla="*/ 16 w 55"/>
                  <a:gd name="T5" fmla="*/ 116 h 147"/>
                  <a:gd name="T6" fmla="*/ 4 w 55"/>
                  <a:gd name="T7" fmla="*/ 91 h 147"/>
                  <a:gd name="T8" fmla="*/ 3 w 55"/>
                  <a:gd name="T9" fmla="*/ 78 h 147"/>
                  <a:gd name="T10" fmla="*/ 3 w 55"/>
                  <a:gd name="T11" fmla="*/ 44 h 147"/>
                  <a:gd name="T12" fmla="*/ 13 w 55"/>
                  <a:gd name="T13" fmla="*/ 24 h 147"/>
                  <a:gd name="T14" fmla="*/ 34 w 55"/>
                  <a:gd name="T15" fmla="*/ 0 h 147"/>
                  <a:gd name="T16" fmla="*/ 39 w 55"/>
                  <a:gd name="T17" fmla="*/ 15 h 147"/>
                  <a:gd name="T18" fmla="*/ 64 w 55"/>
                  <a:gd name="T19" fmla="*/ 125 h 14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5" h="147">
                    <a:moveTo>
                      <a:pt x="35" y="147"/>
                    </a:moveTo>
                    <a:cubicBezTo>
                      <a:pt x="35" y="147"/>
                      <a:pt x="37" y="123"/>
                      <a:pt x="25" y="112"/>
                    </a:cubicBezTo>
                    <a:cubicBezTo>
                      <a:pt x="13" y="102"/>
                      <a:pt x="13" y="105"/>
                      <a:pt x="13" y="99"/>
                    </a:cubicBezTo>
                    <a:cubicBezTo>
                      <a:pt x="13" y="93"/>
                      <a:pt x="8" y="82"/>
                      <a:pt x="4" y="78"/>
                    </a:cubicBezTo>
                    <a:cubicBezTo>
                      <a:pt x="1" y="75"/>
                      <a:pt x="1" y="72"/>
                      <a:pt x="3" y="66"/>
                    </a:cubicBezTo>
                    <a:cubicBezTo>
                      <a:pt x="4" y="60"/>
                      <a:pt x="5" y="44"/>
                      <a:pt x="3" y="38"/>
                    </a:cubicBezTo>
                    <a:cubicBezTo>
                      <a:pt x="0" y="31"/>
                      <a:pt x="6" y="26"/>
                      <a:pt x="10" y="21"/>
                    </a:cubicBezTo>
                    <a:cubicBezTo>
                      <a:pt x="14" y="16"/>
                      <a:pt x="28" y="0"/>
                      <a:pt x="28" y="0"/>
                    </a:cubicBezTo>
                    <a:cubicBezTo>
                      <a:pt x="28" y="0"/>
                      <a:pt x="33" y="2"/>
                      <a:pt x="33" y="12"/>
                    </a:cubicBezTo>
                    <a:cubicBezTo>
                      <a:pt x="33" y="21"/>
                      <a:pt x="16" y="94"/>
                      <a:pt x="55" y="107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818" name="Freeform 31">
                <a:extLst>
                  <a:ext uri="{FF2B5EF4-FFF2-40B4-BE49-F238E27FC236}">
                    <a16:creationId xmlns:a16="http://schemas.microsoft.com/office/drawing/2014/main" id="{37169894-FC38-4C16-B8BA-7AA94B5B8A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2" y="2372"/>
                <a:ext cx="36" cy="32"/>
              </a:xfrm>
              <a:custGeom>
                <a:avLst/>
                <a:gdLst>
                  <a:gd name="T0" fmla="*/ 0 w 35"/>
                  <a:gd name="T1" fmla="*/ 3 h 30"/>
                  <a:gd name="T2" fmla="*/ 38 w 35"/>
                  <a:gd name="T3" fmla="*/ 36 h 3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5" h="30">
                    <a:moveTo>
                      <a:pt x="0" y="3"/>
                    </a:moveTo>
                    <a:cubicBezTo>
                      <a:pt x="0" y="3"/>
                      <a:pt x="25" y="0"/>
                      <a:pt x="35" y="3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819" name="Freeform 32">
                <a:extLst>
                  <a:ext uri="{FF2B5EF4-FFF2-40B4-BE49-F238E27FC236}">
                    <a16:creationId xmlns:a16="http://schemas.microsoft.com/office/drawing/2014/main" id="{8FC1D7AE-C47A-47AE-967E-59BF1BB201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1" y="2456"/>
                <a:ext cx="31" cy="31"/>
              </a:xfrm>
              <a:custGeom>
                <a:avLst/>
                <a:gdLst>
                  <a:gd name="T0" fmla="*/ 30 w 30"/>
                  <a:gd name="T1" fmla="*/ 26 h 30"/>
                  <a:gd name="T2" fmla="*/ 7 w 30"/>
                  <a:gd name="T3" fmla="*/ 28 h 30"/>
                  <a:gd name="T4" fmla="*/ 18 w 30"/>
                  <a:gd name="T5" fmla="*/ 0 h 30"/>
                  <a:gd name="T6" fmla="*/ 30 w 30"/>
                  <a:gd name="T7" fmla="*/ 26 h 3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0" h="30">
                    <a:moveTo>
                      <a:pt x="27" y="23"/>
                    </a:moveTo>
                    <a:cubicBezTo>
                      <a:pt x="27" y="23"/>
                      <a:pt x="14" y="30"/>
                      <a:pt x="7" y="25"/>
                    </a:cubicBezTo>
                    <a:cubicBezTo>
                      <a:pt x="7" y="25"/>
                      <a:pt x="0" y="0"/>
                      <a:pt x="15" y="0"/>
                    </a:cubicBezTo>
                    <a:cubicBezTo>
                      <a:pt x="30" y="0"/>
                      <a:pt x="27" y="23"/>
                      <a:pt x="27" y="23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820" name="Freeform 33">
                <a:extLst>
                  <a:ext uri="{FF2B5EF4-FFF2-40B4-BE49-F238E27FC236}">
                    <a16:creationId xmlns:a16="http://schemas.microsoft.com/office/drawing/2014/main" id="{5D40AAFD-9661-4956-BE75-231ECE6D00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6" y="2525"/>
                <a:ext cx="25" cy="19"/>
              </a:xfrm>
              <a:custGeom>
                <a:avLst/>
                <a:gdLst>
                  <a:gd name="T0" fmla="*/ 0 w 23"/>
                  <a:gd name="T1" fmla="*/ 6 h 18"/>
                  <a:gd name="T2" fmla="*/ 18 w 23"/>
                  <a:gd name="T3" fmla="*/ 5 h 18"/>
                  <a:gd name="T4" fmla="*/ 29 w 23"/>
                  <a:gd name="T5" fmla="*/ 21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18">
                    <a:moveTo>
                      <a:pt x="0" y="6"/>
                    </a:moveTo>
                    <a:cubicBezTo>
                      <a:pt x="0" y="6"/>
                      <a:pt x="6" y="0"/>
                      <a:pt x="15" y="5"/>
                    </a:cubicBezTo>
                    <a:cubicBezTo>
                      <a:pt x="23" y="9"/>
                      <a:pt x="23" y="18"/>
                      <a:pt x="23" y="18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821" name="Freeform 34">
                <a:extLst>
                  <a:ext uri="{FF2B5EF4-FFF2-40B4-BE49-F238E27FC236}">
                    <a16:creationId xmlns:a16="http://schemas.microsoft.com/office/drawing/2014/main" id="{64F35E15-0FFF-47D1-AC16-42BB384C67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8" y="2470"/>
                <a:ext cx="47" cy="46"/>
              </a:xfrm>
              <a:custGeom>
                <a:avLst/>
                <a:gdLst>
                  <a:gd name="T0" fmla="*/ 53 w 44"/>
                  <a:gd name="T1" fmla="*/ 50 h 44"/>
                  <a:gd name="T2" fmla="*/ 24 w 44"/>
                  <a:gd name="T3" fmla="*/ 27 h 44"/>
                  <a:gd name="T4" fmla="*/ 0 w 44"/>
                  <a:gd name="T5" fmla="*/ 0 h 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4" h="44">
                    <a:moveTo>
                      <a:pt x="44" y="44"/>
                    </a:moveTo>
                    <a:cubicBezTo>
                      <a:pt x="44" y="44"/>
                      <a:pt x="38" y="29"/>
                      <a:pt x="20" y="24"/>
                    </a:cubicBezTo>
                    <a:cubicBezTo>
                      <a:pt x="20" y="24"/>
                      <a:pt x="18" y="10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822" name="Freeform 35">
                <a:extLst>
                  <a:ext uri="{FF2B5EF4-FFF2-40B4-BE49-F238E27FC236}">
                    <a16:creationId xmlns:a16="http://schemas.microsoft.com/office/drawing/2014/main" id="{37AABCD4-ED12-4E7B-8713-8BA680FA95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2" y="2454"/>
                <a:ext cx="26" cy="22"/>
              </a:xfrm>
              <a:custGeom>
                <a:avLst/>
                <a:gdLst>
                  <a:gd name="T0" fmla="*/ 28 w 25"/>
                  <a:gd name="T1" fmla="*/ 24 h 21"/>
                  <a:gd name="T2" fmla="*/ 16 w 25"/>
                  <a:gd name="T3" fmla="*/ 18 h 21"/>
                  <a:gd name="T4" fmla="*/ 0 w 25"/>
                  <a:gd name="T5" fmla="*/ 0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21">
                    <a:moveTo>
                      <a:pt x="25" y="21"/>
                    </a:moveTo>
                    <a:cubicBezTo>
                      <a:pt x="25" y="21"/>
                      <a:pt x="19" y="17"/>
                      <a:pt x="13" y="15"/>
                    </a:cubicBezTo>
                    <a:cubicBezTo>
                      <a:pt x="8" y="14"/>
                      <a:pt x="7" y="4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823" name="Freeform 36">
                <a:extLst>
                  <a:ext uri="{FF2B5EF4-FFF2-40B4-BE49-F238E27FC236}">
                    <a16:creationId xmlns:a16="http://schemas.microsoft.com/office/drawing/2014/main" id="{02558EB9-B512-47B7-8443-1F5395F475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6" y="2402"/>
                <a:ext cx="21" cy="63"/>
              </a:xfrm>
              <a:custGeom>
                <a:avLst/>
                <a:gdLst>
                  <a:gd name="T0" fmla="*/ 0 w 20"/>
                  <a:gd name="T1" fmla="*/ 69 h 60"/>
                  <a:gd name="T2" fmla="*/ 5 w 20"/>
                  <a:gd name="T3" fmla="*/ 46 h 60"/>
                  <a:gd name="T4" fmla="*/ 14 w 20"/>
                  <a:gd name="T5" fmla="*/ 23 h 60"/>
                  <a:gd name="T6" fmla="*/ 23 w 20"/>
                  <a:gd name="T7" fmla="*/ 0 h 6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60">
                    <a:moveTo>
                      <a:pt x="0" y="60"/>
                    </a:moveTo>
                    <a:cubicBezTo>
                      <a:pt x="0" y="60"/>
                      <a:pt x="7" y="50"/>
                      <a:pt x="5" y="40"/>
                    </a:cubicBezTo>
                    <a:cubicBezTo>
                      <a:pt x="4" y="30"/>
                      <a:pt x="7" y="25"/>
                      <a:pt x="11" y="20"/>
                    </a:cubicBezTo>
                    <a:cubicBezTo>
                      <a:pt x="15" y="15"/>
                      <a:pt x="19" y="7"/>
                      <a:pt x="20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824" name="Freeform 37">
                <a:extLst>
                  <a:ext uri="{FF2B5EF4-FFF2-40B4-BE49-F238E27FC236}">
                    <a16:creationId xmlns:a16="http://schemas.microsoft.com/office/drawing/2014/main" id="{2502B907-5C14-4E6A-8DCB-FF5087D700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7" y="2422"/>
                <a:ext cx="11" cy="20"/>
              </a:xfrm>
              <a:custGeom>
                <a:avLst/>
                <a:gdLst>
                  <a:gd name="T0" fmla="*/ 0 w 11"/>
                  <a:gd name="T1" fmla="*/ 0 h 19"/>
                  <a:gd name="T2" fmla="*/ 2 w 11"/>
                  <a:gd name="T3" fmla="*/ 17 h 19"/>
                  <a:gd name="T4" fmla="*/ 11 w 11"/>
                  <a:gd name="T5" fmla="*/ 22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9">
                    <a:moveTo>
                      <a:pt x="0" y="0"/>
                    </a:moveTo>
                    <a:cubicBezTo>
                      <a:pt x="0" y="0"/>
                      <a:pt x="3" y="9"/>
                      <a:pt x="2" y="14"/>
                    </a:cubicBezTo>
                    <a:cubicBezTo>
                      <a:pt x="2" y="18"/>
                      <a:pt x="11" y="19"/>
                      <a:pt x="11" y="19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825" name="Freeform 38">
                <a:extLst>
                  <a:ext uri="{FF2B5EF4-FFF2-40B4-BE49-F238E27FC236}">
                    <a16:creationId xmlns:a16="http://schemas.microsoft.com/office/drawing/2014/main" id="{304BDAC0-B5B2-4FA0-976D-7D1D3414CD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7" y="1264"/>
                <a:ext cx="76" cy="53"/>
              </a:xfrm>
              <a:custGeom>
                <a:avLst/>
                <a:gdLst>
                  <a:gd name="T0" fmla="*/ 0 w 72"/>
                  <a:gd name="T1" fmla="*/ 0 h 50"/>
                  <a:gd name="T2" fmla="*/ 84 w 72"/>
                  <a:gd name="T3" fmla="*/ 59 h 5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2" h="50">
                    <a:moveTo>
                      <a:pt x="0" y="0"/>
                    </a:moveTo>
                    <a:cubicBezTo>
                      <a:pt x="0" y="0"/>
                      <a:pt x="9" y="32"/>
                      <a:pt x="72" y="5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826" name="Freeform 39">
                <a:extLst>
                  <a:ext uri="{FF2B5EF4-FFF2-40B4-BE49-F238E27FC236}">
                    <a16:creationId xmlns:a16="http://schemas.microsoft.com/office/drawing/2014/main" id="{4CD4D680-23F5-41A7-B639-0FD4D57D39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9" y="1262"/>
                <a:ext cx="10" cy="43"/>
              </a:xfrm>
              <a:custGeom>
                <a:avLst/>
                <a:gdLst>
                  <a:gd name="T0" fmla="*/ 4 w 9"/>
                  <a:gd name="T1" fmla="*/ 0 h 41"/>
                  <a:gd name="T2" fmla="*/ 0 w 9"/>
                  <a:gd name="T3" fmla="*/ 47 h 4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41">
                    <a:moveTo>
                      <a:pt x="4" y="0"/>
                    </a:moveTo>
                    <a:cubicBezTo>
                      <a:pt x="4" y="0"/>
                      <a:pt x="9" y="21"/>
                      <a:pt x="0" y="41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827" name="Oval 40">
                <a:extLst>
                  <a:ext uri="{FF2B5EF4-FFF2-40B4-BE49-F238E27FC236}">
                    <a16:creationId xmlns:a16="http://schemas.microsoft.com/office/drawing/2014/main" id="{D653E8C4-C364-4860-924F-292406DA5C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31" y="1013"/>
                <a:ext cx="22" cy="21"/>
              </a:xfrm>
              <a:prstGeom prst="ellipse">
                <a:avLst/>
              </a:prstGeom>
              <a:solidFill>
                <a:srgbClr val="2A110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828" name="Oval 41">
                <a:extLst>
                  <a:ext uri="{FF2B5EF4-FFF2-40B4-BE49-F238E27FC236}">
                    <a16:creationId xmlns:a16="http://schemas.microsoft.com/office/drawing/2014/main" id="{C3ABA508-34EB-478E-8554-D2A0B0CF05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38" y="1020"/>
                <a:ext cx="8" cy="7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829" name="Freeform 42">
                <a:extLst>
                  <a:ext uri="{FF2B5EF4-FFF2-40B4-BE49-F238E27FC236}">
                    <a16:creationId xmlns:a16="http://schemas.microsoft.com/office/drawing/2014/main" id="{4E2C74FB-F2F8-4785-AA91-5C15D344B8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3" y="995"/>
                <a:ext cx="48" cy="22"/>
              </a:xfrm>
              <a:custGeom>
                <a:avLst/>
                <a:gdLst>
                  <a:gd name="T0" fmla="*/ 54 w 45"/>
                  <a:gd name="T1" fmla="*/ 22 h 21"/>
                  <a:gd name="T2" fmla="*/ 0 w 45"/>
                  <a:gd name="T3" fmla="*/ 24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5" h="21">
                    <a:moveTo>
                      <a:pt x="45" y="19"/>
                    </a:moveTo>
                    <a:cubicBezTo>
                      <a:pt x="45" y="19"/>
                      <a:pt x="26" y="0"/>
                      <a:pt x="0" y="21"/>
                    </a:cubicBezTo>
                  </a:path>
                </a:pathLst>
              </a:custGeom>
              <a:noFill/>
              <a:ln w="3175" cap="flat">
                <a:solidFill>
                  <a:srgbClr val="5A2218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830" name="Freeform 43">
                <a:extLst>
                  <a:ext uri="{FF2B5EF4-FFF2-40B4-BE49-F238E27FC236}">
                    <a16:creationId xmlns:a16="http://schemas.microsoft.com/office/drawing/2014/main" id="{19C70939-F496-4D73-BD49-DF2E939959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7" y="971"/>
                <a:ext cx="56" cy="21"/>
              </a:xfrm>
              <a:custGeom>
                <a:avLst/>
                <a:gdLst>
                  <a:gd name="T0" fmla="*/ 62 w 53"/>
                  <a:gd name="T1" fmla="*/ 18 h 20"/>
                  <a:gd name="T2" fmla="*/ 0 w 53"/>
                  <a:gd name="T3" fmla="*/ 19 h 20"/>
                  <a:gd name="T4" fmla="*/ 35 w 53"/>
                  <a:gd name="T5" fmla="*/ 14 h 20"/>
                  <a:gd name="T6" fmla="*/ 62 w 53"/>
                  <a:gd name="T7" fmla="*/ 18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3" h="20">
                    <a:moveTo>
                      <a:pt x="53" y="15"/>
                    </a:moveTo>
                    <a:cubicBezTo>
                      <a:pt x="52" y="3"/>
                      <a:pt x="19" y="0"/>
                      <a:pt x="0" y="16"/>
                    </a:cubicBezTo>
                    <a:cubicBezTo>
                      <a:pt x="0" y="16"/>
                      <a:pt x="16" y="8"/>
                      <a:pt x="29" y="11"/>
                    </a:cubicBezTo>
                    <a:cubicBezTo>
                      <a:pt x="42" y="15"/>
                      <a:pt x="53" y="20"/>
                      <a:pt x="53" y="15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831" name="Freeform 44">
                <a:extLst>
                  <a:ext uri="{FF2B5EF4-FFF2-40B4-BE49-F238E27FC236}">
                    <a16:creationId xmlns:a16="http://schemas.microsoft.com/office/drawing/2014/main" id="{A4B42900-D79F-41AA-BFF8-07E351862A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3" y="992"/>
                <a:ext cx="26" cy="59"/>
              </a:xfrm>
              <a:custGeom>
                <a:avLst/>
                <a:gdLst>
                  <a:gd name="T0" fmla="*/ 0 w 24"/>
                  <a:gd name="T1" fmla="*/ 65 h 56"/>
                  <a:gd name="T2" fmla="*/ 3 w 24"/>
                  <a:gd name="T3" fmla="*/ 0 h 56"/>
                  <a:gd name="T4" fmla="*/ 0 w 24"/>
                  <a:gd name="T5" fmla="*/ 65 h 5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56">
                    <a:moveTo>
                      <a:pt x="0" y="56"/>
                    </a:moveTo>
                    <a:cubicBezTo>
                      <a:pt x="20" y="29"/>
                      <a:pt x="3" y="0"/>
                      <a:pt x="3" y="0"/>
                    </a:cubicBezTo>
                    <a:cubicBezTo>
                      <a:pt x="3" y="0"/>
                      <a:pt x="24" y="30"/>
                      <a:pt x="0" y="56"/>
                    </a:cubicBezTo>
                    <a:close/>
                  </a:path>
                </a:pathLst>
              </a:custGeom>
              <a:solidFill>
                <a:srgbClr val="5A22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832" name="Freeform 45">
                <a:extLst>
                  <a:ext uri="{FF2B5EF4-FFF2-40B4-BE49-F238E27FC236}">
                    <a16:creationId xmlns:a16="http://schemas.microsoft.com/office/drawing/2014/main" id="{E95F5C99-CF76-49B6-A320-7345F46A6E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3" y="1058"/>
                <a:ext cx="15" cy="32"/>
              </a:xfrm>
              <a:custGeom>
                <a:avLst/>
                <a:gdLst>
                  <a:gd name="T0" fmla="*/ 17 w 14"/>
                  <a:gd name="T1" fmla="*/ 36 h 30"/>
                  <a:gd name="T2" fmla="*/ 10 w 14"/>
                  <a:gd name="T3" fmla="*/ 15 h 30"/>
                  <a:gd name="T4" fmla="*/ 14 w 14"/>
                  <a:gd name="T5" fmla="*/ 0 h 30"/>
                  <a:gd name="T6" fmla="*/ 5 w 14"/>
                  <a:gd name="T7" fmla="*/ 14 h 30"/>
                  <a:gd name="T8" fmla="*/ 17 w 14"/>
                  <a:gd name="T9" fmla="*/ 36 h 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30">
                    <a:moveTo>
                      <a:pt x="14" y="30"/>
                    </a:moveTo>
                    <a:cubicBezTo>
                      <a:pt x="3" y="29"/>
                      <a:pt x="5" y="17"/>
                      <a:pt x="7" y="12"/>
                    </a:cubicBezTo>
                    <a:cubicBezTo>
                      <a:pt x="9" y="7"/>
                      <a:pt x="11" y="0"/>
                      <a:pt x="11" y="0"/>
                    </a:cubicBezTo>
                    <a:cubicBezTo>
                      <a:pt x="11" y="0"/>
                      <a:pt x="7" y="8"/>
                      <a:pt x="5" y="11"/>
                    </a:cubicBezTo>
                    <a:cubicBezTo>
                      <a:pt x="2" y="15"/>
                      <a:pt x="0" y="28"/>
                      <a:pt x="14" y="30"/>
                    </a:cubicBezTo>
                    <a:close/>
                  </a:path>
                </a:pathLst>
              </a:custGeom>
              <a:solidFill>
                <a:srgbClr val="5A22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833" name="Freeform 46">
                <a:extLst>
                  <a:ext uri="{FF2B5EF4-FFF2-40B4-BE49-F238E27FC236}">
                    <a16:creationId xmlns:a16="http://schemas.microsoft.com/office/drawing/2014/main" id="{8156EB97-35BB-430D-AB05-C1AB90781A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8" y="1075"/>
                <a:ext cx="18" cy="11"/>
              </a:xfrm>
              <a:custGeom>
                <a:avLst/>
                <a:gdLst>
                  <a:gd name="T0" fmla="*/ 5 w 17"/>
                  <a:gd name="T1" fmla="*/ 0 h 10"/>
                  <a:gd name="T2" fmla="*/ 20 w 17"/>
                  <a:gd name="T3" fmla="*/ 12 h 10"/>
                  <a:gd name="T4" fmla="*/ 14 w 17"/>
                  <a:gd name="T5" fmla="*/ 12 h 10"/>
                  <a:gd name="T6" fmla="*/ 5 w 17"/>
                  <a:gd name="T7" fmla="*/ 0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10">
                    <a:moveTo>
                      <a:pt x="5" y="0"/>
                    </a:moveTo>
                    <a:cubicBezTo>
                      <a:pt x="5" y="0"/>
                      <a:pt x="9" y="7"/>
                      <a:pt x="17" y="9"/>
                    </a:cubicBezTo>
                    <a:cubicBezTo>
                      <a:pt x="17" y="9"/>
                      <a:pt x="15" y="10"/>
                      <a:pt x="11" y="9"/>
                    </a:cubicBezTo>
                    <a:cubicBezTo>
                      <a:pt x="7" y="8"/>
                      <a:pt x="0" y="6"/>
                      <a:pt x="5" y="0"/>
                    </a:cubicBezTo>
                    <a:close/>
                  </a:path>
                </a:pathLst>
              </a:custGeom>
              <a:solidFill>
                <a:srgbClr val="5A22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834" name="Freeform 47">
                <a:extLst>
                  <a:ext uri="{FF2B5EF4-FFF2-40B4-BE49-F238E27FC236}">
                    <a16:creationId xmlns:a16="http://schemas.microsoft.com/office/drawing/2014/main" id="{52687A69-D435-4B52-9952-6304BAF19D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3" y="1059"/>
                <a:ext cx="10" cy="18"/>
              </a:xfrm>
              <a:custGeom>
                <a:avLst/>
                <a:gdLst>
                  <a:gd name="T0" fmla="*/ 10 w 10"/>
                  <a:gd name="T1" fmla="*/ 18 h 17"/>
                  <a:gd name="T2" fmla="*/ 5 w 10"/>
                  <a:gd name="T3" fmla="*/ 0 h 17"/>
                  <a:gd name="T4" fmla="*/ 9 w 10"/>
                  <a:gd name="T5" fmla="*/ 20 h 17"/>
                  <a:gd name="T6" fmla="*/ 10 w 10"/>
                  <a:gd name="T7" fmla="*/ 18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17">
                    <a:moveTo>
                      <a:pt x="10" y="15"/>
                    </a:moveTo>
                    <a:cubicBezTo>
                      <a:pt x="10" y="15"/>
                      <a:pt x="3" y="12"/>
                      <a:pt x="5" y="0"/>
                    </a:cubicBezTo>
                    <a:cubicBezTo>
                      <a:pt x="5" y="0"/>
                      <a:pt x="0" y="9"/>
                      <a:pt x="9" y="17"/>
                    </a:cubicBezTo>
                    <a:lnTo>
                      <a:pt x="10" y="15"/>
                    </a:lnTo>
                    <a:close/>
                  </a:path>
                </a:pathLst>
              </a:custGeom>
              <a:solidFill>
                <a:srgbClr val="5A22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835" name="Freeform 48">
                <a:extLst>
                  <a:ext uri="{FF2B5EF4-FFF2-40B4-BE49-F238E27FC236}">
                    <a16:creationId xmlns:a16="http://schemas.microsoft.com/office/drawing/2014/main" id="{B3C95145-8990-4798-93A7-874CB06E1C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0" y="1139"/>
                <a:ext cx="6" cy="21"/>
              </a:xfrm>
              <a:custGeom>
                <a:avLst/>
                <a:gdLst>
                  <a:gd name="T0" fmla="*/ 6 w 6"/>
                  <a:gd name="T1" fmla="*/ 0 h 20"/>
                  <a:gd name="T2" fmla="*/ 6 w 6"/>
                  <a:gd name="T3" fmla="*/ 23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20">
                    <a:moveTo>
                      <a:pt x="6" y="0"/>
                    </a:moveTo>
                    <a:cubicBezTo>
                      <a:pt x="6" y="0"/>
                      <a:pt x="0" y="5"/>
                      <a:pt x="6" y="20"/>
                    </a:cubicBezTo>
                  </a:path>
                </a:pathLst>
              </a:custGeom>
              <a:noFill/>
              <a:ln w="3175" cap="flat">
                <a:solidFill>
                  <a:srgbClr val="5A2218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836" name="Freeform 49">
                <a:extLst>
                  <a:ext uri="{FF2B5EF4-FFF2-40B4-BE49-F238E27FC236}">
                    <a16:creationId xmlns:a16="http://schemas.microsoft.com/office/drawing/2014/main" id="{5914F635-C068-4BA9-8740-AE8AD2B07B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1" y="1069"/>
                <a:ext cx="9" cy="65"/>
              </a:xfrm>
              <a:custGeom>
                <a:avLst/>
                <a:gdLst>
                  <a:gd name="T0" fmla="*/ 11 w 8"/>
                  <a:gd name="T1" fmla="*/ 0 h 62"/>
                  <a:gd name="T2" fmla="*/ 2 w 8"/>
                  <a:gd name="T3" fmla="*/ 14 h 62"/>
                  <a:gd name="T4" fmla="*/ 1 w 8"/>
                  <a:gd name="T5" fmla="*/ 30 h 62"/>
                  <a:gd name="T6" fmla="*/ 8 w 8"/>
                  <a:gd name="T7" fmla="*/ 50 h 62"/>
                  <a:gd name="T8" fmla="*/ 9 w 8"/>
                  <a:gd name="T9" fmla="*/ 71 h 62"/>
                  <a:gd name="T10" fmla="*/ 9 w 8"/>
                  <a:gd name="T11" fmla="*/ 63 h 62"/>
                  <a:gd name="T12" fmla="*/ 9 w 8"/>
                  <a:gd name="T13" fmla="*/ 49 h 62"/>
                  <a:gd name="T14" fmla="*/ 7 w 8"/>
                  <a:gd name="T15" fmla="*/ 30 h 62"/>
                  <a:gd name="T16" fmla="*/ 3 w 8"/>
                  <a:gd name="T17" fmla="*/ 19 h 62"/>
                  <a:gd name="T18" fmla="*/ 7 w 8"/>
                  <a:gd name="T19" fmla="*/ 10 h 62"/>
                  <a:gd name="T20" fmla="*/ 9 w 8"/>
                  <a:gd name="T21" fmla="*/ 3 h 6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" h="62">
                    <a:moveTo>
                      <a:pt x="8" y="0"/>
                    </a:moveTo>
                    <a:cubicBezTo>
                      <a:pt x="5" y="3"/>
                      <a:pt x="4" y="7"/>
                      <a:pt x="2" y="11"/>
                    </a:cubicBezTo>
                    <a:cubicBezTo>
                      <a:pt x="0" y="16"/>
                      <a:pt x="0" y="22"/>
                      <a:pt x="1" y="27"/>
                    </a:cubicBezTo>
                    <a:cubicBezTo>
                      <a:pt x="2" y="33"/>
                      <a:pt x="4" y="38"/>
                      <a:pt x="5" y="44"/>
                    </a:cubicBezTo>
                    <a:cubicBezTo>
                      <a:pt x="6" y="50"/>
                      <a:pt x="6" y="56"/>
                      <a:pt x="6" y="62"/>
                    </a:cubicBezTo>
                    <a:cubicBezTo>
                      <a:pt x="5" y="60"/>
                      <a:pt x="6" y="56"/>
                      <a:pt x="6" y="54"/>
                    </a:cubicBezTo>
                    <a:cubicBezTo>
                      <a:pt x="7" y="50"/>
                      <a:pt x="7" y="46"/>
                      <a:pt x="6" y="43"/>
                    </a:cubicBezTo>
                    <a:cubicBezTo>
                      <a:pt x="6" y="37"/>
                      <a:pt x="5" y="32"/>
                      <a:pt x="4" y="27"/>
                    </a:cubicBezTo>
                    <a:cubicBezTo>
                      <a:pt x="3" y="24"/>
                      <a:pt x="3" y="20"/>
                      <a:pt x="3" y="16"/>
                    </a:cubicBezTo>
                    <a:cubicBezTo>
                      <a:pt x="3" y="14"/>
                      <a:pt x="4" y="13"/>
                      <a:pt x="4" y="10"/>
                    </a:cubicBezTo>
                    <a:cubicBezTo>
                      <a:pt x="5" y="8"/>
                      <a:pt x="6" y="5"/>
                      <a:pt x="6" y="3"/>
                    </a:cubicBezTo>
                  </a:path>
                </a:pathLst>
              </a:custGeom>
              <a:solidFill>
                <a:srgbClr val="5A22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837" name="Freeform 50">
                <a:extLst>
                  <a:ext uri="{FF2B5EF4-FFF2-40B4-BE49-F238E27FC236}">
                    <a16:creationId xmlns:a16="http://schemas.microsoft.com/office/drawing/2014/main" id="{E4744EDF-03E5-46A0-89E0-8DE91A4A99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6" y="1140"/>
                <a:ext cx="8" cy="23"/>
              </a:xfrm>
              <a:custGeom>
                <a:avLst/>
                <a:gdLst>
                  <a:gd name="T0" fmla="*/ 10 w 7"/>
                  <a:gd name="T1" fmla="*/ 0 h 22"/>
                  <a:gd name="T2" fmla="*/ 10 w 7"/>
                  <a:gd name="T3" fmla="*/ 25 h 22"/>
                  <a:gd name="T4" fmla="*/ 9 w 7"/>
                  <a:gd name="T5" fmla="*/ 2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22">
                    <a:moveTo>
                      <a:pt x="7" y="0"/>
                    </a:moveTo>
                    <a:cubicBezTo>
                      <a:pt x="7" y="8"/>
                      <a:pt x="4" y="14"/>
                      <a:pt x="7" y="22"/>
                    </a:cubicBezTo>
                    <a:cubicBezTo>
                      <a:pt x="1" y="17"/>
                      <a:pt x="0" y="9"/>
                      <a:pt x="6" y="2"/>
                    </a:cubicBezTo>
                  </a:path>
                </a:pathLst>
              </a:custGeom>
              <a:solidFill>
                <a:srgbClr val="5A22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838" name="Freeform 51">
                <a:extLst>
                  <a:ext uri="{FF2B5EF4-FFF2-40B4-BE49-F238E27FC236}">
                    <a16:creationId xmlns:a16="http://schemas.microsoft.com/office/drawing/2014/main" id="{3CFCB9D0-1BF4-4FA6-9B06-439403D231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6" y="1076"/>
                <a:ext cx="11" cy="73"/>
              </a:xfrm>
              <a:custGeom>
                <a:avLst/>
                <a:gdLst>
                  <a:gd name="T0" fmla="*/ 2 w 11"/>
                  <a:gd name="T1" fmla="*/ 81 h 69"/>
                  <a:gd name="T2" fmla="*/ 0 w 11"/>
                  <a:gd name="T3" fmla="*/ 0 h 6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69">
                    <a:moveTo>
                      <a:pt x="2" y="69"/>
                    </a:moveTo>
                    <a:cubicBezTo>
                      <a:pt x="2" y="69"/>
                      <a:pt x="11" y="25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839" name="Freeform 52">
                <a:extLst>
                  <a:ext uri="{FF2B5EF4-FFF2-40B4-BE49-F238E27FC236}">
                    <a16:creationId xmlns:a16="http://schemas.microsoft.com/office/drawing/2014/main" id="{AA631C46-3A4F-4022-A0AF-782B15025F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5" y="1067"/>
                <a:ext cx="25" cy="23"/>
              </a:xfrm>
              <a:custGeom>
                <a:avLst/>
                <a:gdLst>
                  <a:gd name="T0" fmla="*/ 29 w 23"/>
                  <a:gd name="T1" fmla="*/ 25 h 22"/>
                  <a:gd name="T2" fmla="*/ 9 w 23"/>
                  <a:gd name="T3" fmla="*/ 24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22">
                    <a:moveTo>
                      <a:pt x="23" y="22"/>
                    </a:moveTo>
                    <a:cubicBezTo>
                      <a:pt x="23" y="22"/>
                      <a:pt x="0" y="0"/>
                      <a:pt x="6" y="21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840" name="Freeform 53">
                <a:extLst>
                  <a:ext uri="{FF2B5EF4-FFF2-40B4-BE49-F238E27FC236}">
                    <a16:creationId xmlns:a16="http://schemas.microsoft.com/office/drawing/2014/main" id="{650A3AC9-1ED3-4D39-9E43-36A23678E8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2" y="1098"/>
                <a:ext cx="19" cy="23"/>
              </a:xfrm>
              <a:custGeom>
                <a:avLst/>
                <a:gdLst>
                  <a:gd name="T0" fmla="*/ 21 w 18"/>
                  <a:gd name="T1" fmla="*/ 0 h 21"/>
                  <a:gd name="T2" fmla="*/ 21 w 18"/>
                  <a:gd name="T3" fmla="*/ 27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21">
                    <a:moveTo>
                      <a:pt x="18" y="0"/>
                    </a:moveTo>
                    <a:cubicBezTo>
                      <a:pt x="18" y="0"/>
                      <a:pt x="0" y="9"/>
                      <a:pt x="18" y="21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841" name="Freeform 54">
                <a:extLst>
                  <a:ext uri="{FF2B5EF4-FFF2-40B4-BE49-F238E27FC236}">
                    <a16:creationId xmlns:a16="http://schemas.microsoft.com/office/drawing/2014/main" id="{0BF92AE9-EEBD-497B-86D9-111257786E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6" y="2965"/>
                <a:ext cx="63" cy="85"/>
              </a:xfrm>
              <a:custGeom>
                <a:avLst/>
                <a:gdLst>
                  <a:gd name="T0" fmla="*/ 0 w 60"/>
                  <a:gd name="T1" fmla="*/ 0 h 81"/>
                  <a:gd name="T2" fmla="*/ 37 w 60"/>
                  <a:gd name="T3" fmla="*/ 38 h 81"/>
                  <a:gd name="T4" fmla="*/ 69 w 60"/>
                  <a:gd name="T5" fmla="*/ 93 h 8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0" h="81">
                    <a:moveTo>
                      <a:pt x="0" y="0"/>
                    </a:moveTo>
                    <a:cubicBezTo>
                      <a:pt x="9" y="3"/>
                      <a:pt x="23" y="23"/>
                      <a:pt x="31" y="32"/>
                    </a:cubicBezTo>
                    <a:cubicBezTo>
                      <a:pt x="46" y="47"/>
                      <a:pt x="52" y="61"/>
                      <a:pt x="60" y="81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842" name="Freeform 55">
                <a:extLst>
                  <a:ext uri="{FF2B5EF4-FFF2-40B4-BE49-F238E27FC236}">
                    <a16:creationId xmlns:a16="http://schemas.microsoft.com/office/drawing/2014/main" id="{EE0D0764-1B5E-49CC-9901-2DE7FEE931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8" y="3080"/>
                <a:ext cx="208" cy="50"/>
              </a:xfrm>
              <a:custGeom>
                <a:avLst/>
                <a:gdLst>
                  <a:gd name="T0" fmla="*/ 0 w 197"/>
                  <a:gd name="T1" fmla="*/ 0 h 48"/>
                  <a:gd name="T2" fmla="*/ 35 w 197"/>
                  <a:gd name="T3" fmla="*/ 22 h 48"/>
                  <a:gd name="T4" fmla="*/ 80 w 197"/>
                  <a:gd name="T5" fmla="*/ 45 h 48"/>
                  <a:gd name="T6" fmla="*/ 146 w 197"/>
                  <a:gd name="T7" fmla="*/ 53 h 48"/>
                  <a:gd name="T8" fmla="*/ 232 w 197"/>
                  <a:gd name="T9" fmla="*/ 31 h 4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7" h="48">
                    <a:moveTo>
                      <a:pt x="0" y="0"/>
                    </a:moveTo>
                    <a:cubicBezTo>
                      <a:pt x="6" y="8"/>
                      <a:pt x="20" y="13"/>
                      <a:pt x="29" y="19"/>
                    </a:cubicBezTo>
                    <a:cubicBezTo>
                      <a:pt x="41" y="27"/>
                      <a:pt x="54" y="34"/>
                      <a:pt x="68" y="39"/>
                    </a:cubicBezTo>
                    <a:cubicBezTo>
                      <a:pt x="86" y="45"/>
                      <a:pt x="105" y="48"/>
                      <a:pt x="124" y="47"/>
                    </a:cubicBezTo>
                    <a:cubicBezTo>
                      <a:pt x="150" y="46"/>
                      <a:pt x="172" y="34"/>
                      <a:pt x="197" y="28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843" name="Freeform 56">
                <a:extLst>
                  <a:ext uri="{FF2B5EF4-FFF2-40B4-BE49-F238E27FC236}">
                    <a16:creationId xmlns:a16="http://schemas.microsoft.com/office/drawing/2014/main" id="{69F198D5-B3F4-4637-B022-F1F2B147AE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8" y="3087"/>
                <a:ext cx="38" cy="17"/>
              </a:xfrm>
              <a:custGeom>
                <a:avLst/>
                <a:gdLst>
                  <a:gd name="T0" fmla="*/ 0 w 36"/>
                  <a:gd name="T1" fmla="*/ 0 h 16"/>
                  <a:gd name="T2" fmla="*/ 42 w 36"/>
                  <a:gd name="T3" fmla="*/ 19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6" h="16">
                    <a:moveTo>
                      <a:pt x="0" y="0"/>
                    </a:moveTo>
                    <a:cubicBezTo>
                      <a:pt x="11" y="7"/>
                      <a:pt x="25" y="9"/>
                      <a:pt x="36" y="16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844" name="Freeform 57">
                <a:extLst>
                  <a:ext uri="{FF2B5EF4-FFF2-40B4-BE49-F238E27FC236}">
                    <a16:creationId xmlns:a16="http://schemas.microsoft.com/office/drawing/2014/main" id="{3003247E-2EFF-46F9-88F8-2C468F52E4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6" y="3145"/>
                <a:ext cx="56" cy="6"/>
              </a:xfrm>
              <a:custGeom>
                <a:avLst/>
                <a:gdLst>
                  <a:gd name="T0" fmla="*/ 0 w 53"/>
                  <a:gd name="T1" fmla="*/ 1 h 6"/>
                  <a:gd name="T2" fmla="*/ 62 w 53"/>
                  <a:gd name="T3" fmla="*/ 6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3" h="6">
                    <a:moveTo>
                      <a:pt x="0" y="1"/>
                    </a:moveTo>
                    <a:cubicBezTo>
                      <a:pt x="16" y="0"/>
                      <a:pt x="37" y="0"/>
                      <a:pt x="53" y="6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845" name="Freeform 58">
                <a:extLst>
                  <a:ext uri="{FF2B5EF4-FFF2-40B4-BE49-F238E27FC236}">
                    <a16:creationId xmlns:a16="http://schemas.microsoft.com/office/drawing/2014/main" id="{73362DEC-45B7-4FED-BFC7-A7C555E7AD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8" y="2775"/>
                <a:ext cx="58" cy="22"/>
              </a:xfrm>
              <a:custGeom>
                <a:avLst/>
                <a:gdLst>
                  <a:gd name="T0" fmla="*/ 0 w 55"/>
                  <a:gd name="T1" fmla="*/ 0 h 21"/>
                  <a:gd name="T2" fmla="*/ 64 w 55"/>
                  <a:gd name="T3" fmla="*/ 24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5" h="21">
                    <a:moveTo>
                      <a:pt x="0" y="0"/>
                    </a:moveTo>
                    <a:cubicBezTo>
                      <a:pt x="20" y="6"/>
                      <a:pt x="37" y="8"/>
                      <a:pt x="55" y="21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846" name="Freeform 59">
                <a:extLst>
                  <a:ext uri="{FF2B5EF4-FFF2-40B4-BE49-F238E27FC236}">
                    <a16:creationId xmlns:a16="http://schemas.microsoft.com/office/drawing/2014/main" id="{0882F225-EC1A-4502-A9FC-A61BB5BF05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1" y="3772"/>
                <a:ext cx="103" cy="13"/>
              </a:xfrm>
              <a:custGeom>
                <a:avLst/>
                <a:gdLst>
                  <a:gd name="T0" fmla="*/ 0 w 98"/>
                  <a:gd name="T1" fmla="*/ 4 h 12"/>
                  <a:gd name="T2" fmla="*/ 34 w 98"/>
                  <a:gd name="T3" fmla="*/ 14 h 12"/>
                  <a:gd name="T4" fmla="*/ 64 w 98"/>
                  <a:gd name="T5" fmla="*/ 5 h 12"/>
                  <a:gd name="T6" fmla="*/ 114 w 98"/>
                  <a:gd name="T7" fmla="*/ 15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8" h="12">
                    <a:moveTo>
                      <a:pt x="0" y="4"/>
                    </a:moveTo>
                    <a:cubicBezTo>
                      <a:pt x="10" y="7"/>
                      <a:pt x="18" y="11"/>
                      <a:pt x="29" y="11"/>
                    </a:cubicBezTo>
                    <a:cubicBezTo>
                      <a:pt x="38" y="11"/>
                      <a:pt x="46" y="8"/>
                      <a:pt x="55" y="5"/>
                    </a:cubicBezTo>
                    <a:cubicBezTo>
                      <a:pt x="69" y="0"/>
                      <a:pt x="86" y="0"/>
                      <a:pt x="98" y="12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847" name="Freeform 60">
                <a:extLst>
                  <a:ext uri="{FF2B5EF4-FFF2-40B4-BE49-F238E27FC236}">
                    <a16:creationId xmlns:a16="http://schemas.microsoft.com/office/drawing/2014/main" id="{8FCD9FF3-08DE-4681-8B46-4717672F51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4" y="3673"/>
                <a:ext cx="43" cy="7"/>
              </a:xfrm>
              <a:custGeom>
                <a:avLst/>
                <a:gdLst>
                  <a:gd name="T0" fmla="*/ 0 w 41"/>
                  <a:gd name="T1" fmla="*/ 1 h 7"/>
                  <a:gd name="T2" fmla="*/ 47 w 41"/>
                  <a:gd name="T3" fmla="*/ 7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1" h="7">
                    <a:moveTo>
                      <a:pt x="0" y="1"/>
                    </a:moveTo>
                    <a:cubicBezTo>
                      <a:pt x="13" y="0"/>
                      <a:pt x="28" y="5"/>
                      <a:pt x="41" y="7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848" name="Freeform 61">
                <a:extLst>
                  <a:ext uri="{FF2B5EF4-FFF2-40B4-BE49-F238E27FC236}">
                    <a16:creationId xmlns:a16="http://schemas.microsoft.com/office/drawing/2014/main" id="{F3EFA672-A053-434B-9772-31415808E4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8" y="3964"/>
                <a:ext cx="37" cy="36"/>
              </a:xfrm>
              <a:custGeom>
                <a:avLst/>
                <a:gdLst>
                  <a:gd name="T0" fmla="*/ 3 w 35"/>
                  <a:gd name="T1" fmla="*/ 40 h 34"/>
                  <a:gd name="T2" fmla="*/ 13 w 35"/>
                  <a:gd name="T3" fmla="*/ 13 h 34"/>
                  <a:gd name="T4" fmla="*/ 29 w 35"/>
                  <a:gd name="T5" fmla="*/ 4 h 34"/>
                  <a:gd name="T6" fmla="*/ 41 w 35"/>
                  <a:gd name="T7" fmla="*/ 0 h 3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5" h="34">
                    <a:moveTo>
                      <a:pt x="3" y="34"/>
                    </a:moveTo>
                    <a:cubicBezTo>
                      <a:pt x="0" y="25"/>
                      <a:pt x="1" y="14"/>
                      <a:pt x="10" y="10"/>
                    </a:cubicBezTo>
                    <a:cubicBezTo>
                      <a:pt x="15" y="8"/>
                      <a:pt x="20" y="5"/>
                      <a:pt x="25" y="4"/>
                    </a:cubicBezTo>
                    <a:cubicBezTo>
                      <a:pt x="28" y="2"/>
                      <a:pt x="32" y="1"/>
                      <a:pt x="35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849" name="Freeform 62">
                <a:extLst>
                  <a:ext uri="{FF2B5EF4-FFF2-40B4-BE49-F238E27FC236}">
                    <a16:creationId xmlns:a16="http://schemas.microsoft.com/office/drawing/2014/main" id="{EC845BEB-3F44-473D-8E14-154F73DD31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9" y="3945"/>
                <a:ext cx="14" cy="21"/>
              </a:xfrm>
              <a:custGeom>
                <a:avLst/>
                <a:gdLst>
                  <a:gd name="T0" fmla="*/ 0 w 13"/>
                  <a:gd name="T1" fmla="*/ 23 h 20"/>
                  <a:gd name="T2" fmla="*/ 16 w 13"/>
                  <a:gd name="T3" fmla="*/ 0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20">
                    <a:moveTo>
                      <a:pt x="0" y="20"/>
                    </a:moveTo>
                    <a:cubicBezTo>
                      <a:pt x="7" y="15"/>
                      <a:pt x="7" y="4"/>
                      <a:pt x="13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850" name="Freeform 63">
                <a:extLst>
                  <a:ext uri="{FF2B5EF4-FFF2-40B4-BE49-F238E27FC236}">
                    <a16:creationId xmlns:a16="http://schemas.microsoft.com/office/drawing/2014/main" id="{830DAA18-F772-4AB0-BA9D-490EAB8869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8" y="3974"/>
                <a:ext cx="35" cy="24"/>
              </a:xfrm>
              <a:custGeom>
                <a:avLst/>
                <a:gdLst>
                  <a:gd name="T0" fmla="*/ 0 w 33"/>
                  <a:gd name="T1" fmla="*/ 6 h 23"/>
                  <a:gd name="T2" fmla="*/ 32 w 33"/>
                  <a:gd name="T3" fmla="*/ 26 h 23"/>
                  <a:gd name="T4" fmla="*/ 37 w 33"/>
                  <a:gd name="T5" fmla="*/ 9 h 23"/>
                  <a:gd name="T6" fmla="*/ 23 w 33"/>
                  <a:gd name="T7" fmla="*/ 0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" h="23">
                    <a:moveTo>
                      <a:pt x="0" y="6"/>
                    </a:moveTo>
                    <a:cubicBezTo>
                      <a:pt x="13" y="5"/>
                      <a:pt x="23" y="10"/>
                      <a:pt x="26" y="23"/>
                    </a:cubicBezTo>
                    <a:cubicBezTo>
                      <a:pt x="31" y="21"/>
                      <a:pt x="33" y="13"/>
                      <a:pt x="31" y="9"/>
                    </a:cubicBezTo>
                    <a:cubicBezTo>
                      <a:pt x="29" y="3"/>
                      <a:pt x="25" y="3"/>
                      <a:pt x="20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851" name="Freeform 64">
                <a:extLst>
                  <a:ext uri="{FF2B5EF4-FFF2-40B4-BE49-F238E27FC236}">
                    <a16:creationId xmlns:a16="http://schemas.microsoft.com/office/drawing/2014/main" id="{8DEEADEB-A5B6-4F64-9862-0C134DAB50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0" y="3948"/>
                <a:ext cx="37" cy="48"/>
              </a:xfrm>
              <a:custGeom>
                <a:avLst/>
                <a:gdLst>
                  <a:gd name="T0" fmla="*/ 4 w 35"/>
                  <a:gd name="T1" fmla="*/ 54 h 45"/>
                  <a:gd name="T2" fmla="*/ 4 w 35"/>
                  <a:gd name="T3" fmla="*/ 36 h 45"/>
                  <a:gd name="T4" fmla="*/ 16 w 35"/>
                  <a:gd name="T5" fmla="*/ 22 h 45"/>
                  <a:gd name="T6" fmla="*/ 29 w 35"/>
                  <a:gd name="T7" fmla="*/ 16 h 45"/>
                  <a:gd name="T8" fmla="*/ 36 w 35"/>
                  <a:gd name="T9" fmla="*/ 11 h 45"/>
                  <a:gd name="T10" fmla="*/ 41 w 35"/>
                  <a:gd name="T11" fmla="*/ 0 h 4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5" h="45">
                    <a:moveTo>
                      <a:pt x="4" y="45"/>
                    </a:moveTo>
                    <a:cubicBezTo>
                      <a:pt x="0" y="43"/>
                      <a:pt x="2" y="33"/>
                      <a:pt x="4" y="30"/>
                    </a:cubicBezTo>
                    <a:cubicBezTo>
                      <a:pt x="5" y="26"/>
                      <a:pt x="10" y="22"/>
                      <a:pt x="13" y="19"/>
                    </a:cubicBezTo>
                    <a:cubicBezTo>
                      <a:pt x="16" y="16"/>
                      <a:pt x="21" y="14"/>
                      <a:pt x="25" y="13"/>
                    </a:cubicBezTo>
                    <a:cubicBezTo>
                      <a:pt x="27" y="11"/>
                      <a:pt x="28" y="11"/>
                      <a:pt x="30" y="8"/>
                    </a:cubicBezTo>
                    <a:cubicBezTo>
                      <a:pt x="31" y="6"/>
                      <a:pt x="34" y="2"/>
                      <a:pt x="35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852" name="Freeform 65">
                <a:extLst>
                  <a:ext uri="{FF2B5EF4-FFF2-40B4-BE49-F238E27FC236}">
                    <a16:creationId xmlns:a16="http://schemas.microsoft.com/office/drawing/2014/main" id="{2F5EFCC9-7A4F-45D9-AA91-0293E072A4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8" y="3935"/>
                <a:ext cx="40" cy="41"/>
              </a:xfrm>
              <a:custGeom>
                <a:avLst/>
                <a:gdLst>
                  <a:gd name="T0" fmla="*/ 0 w 38"/>
                  <a:gd name="T1" fmla="*/ 45 h 39"/>
                  <a:gd name="T2" fmla="*/ 16 w 38"/>
                  <a:gd name="T3" fmla="*/ 15 h 39"/>
                  <a:gd name="T4" fmla="*/ 26 w 38"/>
                  <a:gd name="T5" fmla="*/ 8 h 39"/>
                  <a:gd name="T6" fmla="*/ 36 w 38"/>
                  <a:gd name="T7" fmla="*/ 3 h 39"/>
                  <a:gd name="T8" fmla="*/ 44 w 38"/>
                  <a:gd name="T9" fmla="*/ 0 h 3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" h="39">
                    <a:moveTo>
                      <a:pt x="0" y="39"/>
                    </a:moveTo>
                    <a:cubicBezTo>
                      <a:pt x="0" y="29"/>
                      <a:pt x="5" y="18"/>
                      <a:pt x="13" y="12"/>
                    </a:cubicBezTo>
                    <a:cubicBezTo>
                      <a:pt x="16" y="10"/>
                      <a:pt x="20" y="10"/>
                      <a:pt x="23" y="8"/>
                    </a:cubicBezTo>
                    <a:cubicBezTo>
                      <a:pt x="26" y="6"/>
                      <a:pt x="28" y="5"/>
                      <a:pt x="30" y="3"/>
                    </a:cubicBezTo>
                    <a:cubicBezTo>
                      <a:pt x="33" y="2"/>
                      <a:pt x="35" y="1"/>
                      <a:pt x="38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853" name="Freeform 66">
                <a:extLst>
                  <a:ext uri="{FF2B5EF4-FFF2-40B4-BE49-F238E27FC236}">
                    <a16:creationId xmlns:a16="http://schemas.microsoft.com/office/drawing/2014/main" id="{738C4E17-7FB8-4AC5-B525-D629B9695C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0" y="3935"/>
                <a:ext cx="12" cy="6"/>
              </a:xfrm>
              <a:custGeom>
                <a:avLst/>
                <a:gdLst>
                  <a:gd name="T0" fmla="*/ 0 w 11"/>
                  <a:gd name="T1" fmla="*/ 6 h 6"/>
                  <a:gd name="T2" fmla="*/ 14 w 11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6">
                    <a:moveTo>
                      <a:pt x="0" y="6"/>
                    </a:moveTo>
                    <a:cubicBezTo>
                      <a:pt x="3" y="3"/>
                      <a:pt x="9" y="3"/>
                      <a:pt x="11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854" name="Freeform 67">
                <a:extLst>
                  <a:ext uri="{FF2B5EF4-FFF2-40B4-BE49-F238E27FC236}">
                    <a16:creationId xmlns:a16="http://schemas.microsoft.com/office/drawing/2014/main" id="{3587F789-7D1B-4ED4-9F6F-F288F5BFE6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0" y="3928"/>
                <a:ext cx="7" cy="3"/>
              </a:xfrm>
              <a:custGeom>
                <a:avLst/>
                <a:gdLst>
                  <a:gd name="T0" fmla="*/ 0 w 6"/>
                  <a:gd name="T1" fmla="*/ 3 h 3"/>
                  <a:gd name="T2" fmla="*/ 9 w 6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3">
                    <a:moveTo>
                      <a:pt x="0" y="3"/>
                    </a:moveTo>
                    <a:cubicBezTo>
                      <a:pt x="2" y="2"/>
                      <a:pt x="4" y="0"/>
                      <a:pt x="6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855" name="Freeform 68">
                <a:extLst>
                  <a:ext uri="{FF2B5EF4-FFF2-40B4-BE49-F238E27FC236}">
                    <a16:creationId xmlns:a16="http://schemas.microsoft.com/office/drawing/2014/main" id="{1540226D-4E4F-4770-8590-DBBB5118A7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8" y="3969"/>
                <a:ext cx="17" cy="12"/>
              </a:xfrm>
              <a:custGeom>
                <a:avLst/>
                <a:gdLst>
                  <a:gd name="T0" fmla="*/ 0 w 16"/>
                  <a:gd name="T1" fmla="*/ 5 h 11"/>
                  <a:gd name="T2" fmla="*/ 16 w 16"/>
                  <a:gd name="T3" fmla="*/ 14 h 11"/>
                  <a:gd name="T4" fmla="*/ 19 w 16"/>
                  <a:gd name="T5" fmla="*/ 5 h 11"/>
                  <a:gd name="T6" fmla="*/ 5 w 16"/>
                  <a:gd name="T7" fmla="*/ 0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11">
                    <a:moveTo>
                      <a:pt x="0" y="5"/>
                    </a:moveTo>
                    <a:cubicBezTo>
                      <a:pt x="7" y="5"/>
                      <a:pt x="9" y="8"/>
                      <a:pt x="13" y="11"/>
                    </a:cubicBezTo>
                    <a:cubicBezTo>
                      <a:pt x="14" y="9"/>
                      <a:pt x="15" y="7"/>
                      <a:pt x="16" y="5"/>
                    </a:cubicBezTo>
                    <a:cubicBezTo>
                      <a:pt x="12" y="5"/>
                      <a:pt x="10" y="0"/>
                      <a:pt x="5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856" name="Freeform 69">
                <a:extLst>
                  <a:ext uri="{FF2B5EF4-FFF2-40B4-BE49-F238E27FC236}">
                    <a16:creationId xmlns:a16="http://schemas.microsoft.com/office/drawing/2014/main" id="{BD1D6FB0-E40D-4418-84B7-20566B0017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0" y="3961"/>
                <a:ext cx="13" cy="14"/>
              </a:xfrm>
              <a:custGeom>
                <a:avLst/>
                <a:gdLst>
                  <a:gd name="T0" fmla="*/ 0 w 12"/>
                  <a:gd name="T1" fmla="*/ 4 h 13"/>
                  <a:gd name="T2" fmla="*/ 12 w 12"/>
                  <a:gd name="T3" fmla="*/ 16 h 13"/>
                  <a:gd name="T4" fmla="*/ 13 w 12"/>
                  <a:gd name="T5" fmla="*/ 16 h 13"/>
                  <a:gd name="T6" fmla="*/ 15 w 12"/>
                  <a:gd name="T7" fmla="*/ 11 h 13"/>
                  <a:gd name="T8" fmla="*/ 3 w 12"/>
                  <a:gd name="T9" fmla="*/ 0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3">
                    <a:moveTo>
                      <a:pt x="0" y="4"/>
                    </a:moveTo>
                    <a:cubicBezTo>
                      <a:pt x="4" y="5"/>
                      <a:pt x="8" y="9"/>
                      <a:pt x="9" y="13"/>
                    </a:cubicBezTo>
                    <a:cubicBezTo>
                      <a:pt x="9" y="13"/>
                      <a:pt x="10" y="13"/>
                      <a:pt x="10" y="13"/>
                    </a:cubicBezTo>
                    <a:cubicBezTo>
                      <a:pt x="11" y="11"/>
                      <a:pt x="12" y="10"/>
                      <a:pt x="12" y="8"/>
                    </a:cubicBezTo>
                    <a:cubicBezTo>
                      <a:pt x="8" y="7"/>
                      <a:pt x="7" y="1"/>
                      <a:pt x="3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857" name="Freeform 70">
                <a:extLst>
                  <a:ext uri="{FF2B5EF4-FFF2-40B4-BE49-F238E27FC236}">
                    <a16:creationId xmlns:a16="http://schemas.microsoft.com/office/drawing/2014/main" id="{C8679197-4252-4D78-B64C-B75BD393E9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5" y="3907"/>
                <a:ext cx="21" cy="19"/>
              </a:xfrm>
              <a:custGeom>
                <a:avLst/>
                <a:gdLst>
                  <a:gd name="T0" fmla="*/ 0 w 20"/>
                  <a:gd name="T1" fmla="*/ 21 h 18"/>
                  <a:gd name="T2" fmla="*/ 23 w 20"/>
                  <a:gd name="T3" fmla="*/ 0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18">
                    <a:moveTo>
                      <a:pt x="0" y="18"/>
                    </a:moveTo>
                    <a:cubicBezTo>
                      <a:pt x="8" y="14"/>
                      <a:pt x="15" y="7"/>
                      <a:pt x="20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858" name="Freeform 71">
                <a:extLst>
                  <a:ext uri="{FF2B5EF4-FFF2-40B4-BE49-F238E27FC236}">
                    <a16:creationId xmlns:a16="http://schemas.microsoft.com/office/drawing/2014/main" id="{60A20E76-720A-4628-8B5C-9A7EDB7A7E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5" y="1911"/>
                <a:ext cx="29" cy="54"/>
              </a:xfrm>
              <a:custGeom>
                <a:avLst/>
                <a:gdLst>
                  <a:gd name="T0" fmla="*/ 10 w 27"/>
                  <a:gd name="T1" fmla="*/ 0 h 51"/>
                  <a:gd name="T2" fmla="*/ 33 w 27"/>
                  <a:gd name="T3" fmla="*/ 60 h 51"/>
                  <a:gd name="T4" fmla="*/ 0 w 27"/>
                  <a:gd name="T5" fmla="*/ 34 h 51"/>
                  <a:gd name="T6" fmla="*/ 10 w 27"/>
                  <a:gd name="T7" fmla="*/ 0 h 5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7" h="51">
                    <a:moveTo>
                      <a:pt x="7" y="0"/>
                    </a:moveTo>
                    <a:cubicBezTo>
                      <a:pt x="7" y="0"/>
                      <a:pt x="23" y="30"/>
                      <a:pt x="27" y="51"/>
                    </a:cubicBezTo>
                    <a:cubicBezTo>
                      <a:pt x="0" y="28"/>
                      <a:pt x="0" y="28"/>
                      <a:pt x="0" y="28"/>
                    </a:cubicBezTo>
                    <a:cubicBezTo>
                      <a:pt x="0" y="28"/>
                      <a:pt x="8" y="12"/>
                      <a:pt x="7" y="0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859" name="Freeform 72">
                <a:extLst>
                  <a:ext uri="{FF2B5EF4-FFF2-40B4-BE49-F238E27FC236}">
                    <a16:creationId xmlns:a16="http://schemas.microsoft.com/office/drawing/2014/main" id="{8EA05A77-2FBC-4882-B8C7-044C55295B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0" y="1817"/>
                <a:ext cx="37" cy="98"/>
              </a:xfrm>
              <a:custGeom>
                <a:avLst/>
                <a:gdLst>
                  <a:gd name="T0" fmla="*/ 0 w 35"/>
                  <a:gd name="T1" fmla="*/ 0 h 93"/>
                  <a:gd name="T2" fmla="*/ 15 w 35"/>
                  <a:gd name="T3" fmla="*/ 39 h 93"/>
                  <a:gd name="T4" fmla="*/ 38 w 35"/>
                  <a:gd name="T5" fmla="*/ 109 h 9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5" h="93">
                    <a:moveTo>
                      <a:pt x="0" y="0"/>
                    </a:moveTo>
                    <a:cubicBezTo>
                      <a:pt x="0" y="0"/>
                      <a:pt x="4" y="22"/>
                      <a:pt x="12" y="33"/>
                    </a:cubicBezTo>
                    <a:cubicBezTo>
                      <a:pt x="20" y="44"/>
                      <a:pt x="35" y="66"/>
                      <a:pt x="32" y="93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860" name="Freeform 73">
                <a:extLst>
                  <a:ext uri="{FF2B5EF4-FFF2-40B4-BE49-F238E27FC236}">
                    <a16:creationId xmlns:a16="http://schemas.microsoft.com/office/drawing/2014/main" id="{242EC0C8-7D04-41D5-8A8A-7481DAB6E2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4" y="1965"/>
                <a:ext cx="44" cy="87"/>
              </a:xfrm>
              <a:custGeom>
                <a:avLst/>
                <a:gdLst>
                  <a:gd name="T0" fmla="*/ 0 w 42"/>
                  <a:gd name="T1" fmla="*/ 0 h 82"/>
                  <a:gd name="T2" fmla="*/ 48 w 42"/>
                  <a:gd name="T3" fmla="*/ 98 h 8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2" h="82">
                    <a:moveTo>
                      <a:pt x="0" y="0"/>
                    </a:moveTo>
                    <a:cubicBezTo>
                      <a:pt x="0" y="0"/>
                      <a:pt x="32" y="19"/>
                      <a:pt x="42" y="82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861" name="Freeform 74">
                <a:extLst>
                  <a:ext uri="{FF2B5EF4-FFF2-40B4-BE49-F238E27FC236}">
                    <a16:creationId xmlns:a16="http://schemas.microsoft.com/office/drawing/2014/main" id="{6F6362EA-1C9D-4236-9F83-841448BD75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9" y="1463"/>
                <a:ext cx="428" cy="568"/>
              </a:xfrm>
              <a:custGeom>
                <a:avLst/>
                <a:gdLst>
                  <a:gd name="T0" fmla="*/ 309 w 406"/>
                  <a:gd name="T1" fmla="*/ 0 h 539"/>
                  <a:gd name="T2" fmla="*/ 366 w 406"/>
                  <a:gd name="T3" fmla="*/ 157 h 539"/>
                  <a:gd name="T4" fmla="*/ 395 w 406"/>
                  <a:gd name="T5" fmla="*/ 212 h 539"/>
                  <a:gd name="T6" fmla="*/ 461 w 406"/>
                  <a:gd name="T7" fmla="*/ 408 h 539"/>
                  <a:gd name="T8" fmla="*/ 274 w 406"/>
                  <a:gd name="T9" fmla="*/ 606 h 539"/>
                  <a:gd name="T10" fmla="*/ 0 w 406"/>
                  <a:gd name="T11" fmla="*/ 492 h 53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06" h="539">
                    <a:moveTo>
                      <a:pt x="264" y="0"/>
                    </a:moveTo>
                    <a:cubicBezTo>
                      <a:pt x="264" y="0"/>
                      <a:pt x="300" y="112"/>
                      <a:pt x="312" y="134"/>
                    </a:cubicBezTo>
                    <a:cubicBezTo>
                      <a:pt x="324" y="156"/>
                      <a:pt x="334" y="171"/>
                      <a:pt x="338" y="181"/>
                    </a:cubicBezTo>
                    <a:cubicBezTo>
                      <a:pt x="341" y="191"/>
                      <a:pt x="406" y="267"/>
                      <a:pt x="394" y="348"/>
                    </a:cubicBezTo>
                    <a:cubicBezTo>
                      <a:pt x="382" y="429"/>
                      <a:pt x="348" y="497"/>
                      <a:pt x="234" y="518"/>
                    </a:cubicBezTo>
                    <a:cubicBezTo>
                      <a:pt x="121" y="539"/>
                      <a:pt x="28" y="474"/>
                      <a:pt x="0" y="42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862" name="Freeform 75">
                <a:extLst>
                  <a:ext uri="{FF2B5EF4-FFF2-40B4-BE49-F238E27FC236}">
                    <a16:creationId xmlns:a16="http://schemas.microsoft.com/office/drawing/2014/main" id="{E08FB55E-C1B2-4353-8F04-0A971A946E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7" y="1933"/>
                <a:ext cx="63" cy="31"/>
              </a:xfrm>
              <a:custGeom>
                <a:avLst/>
                <a:gdLst>
                  <a:gd name="T0" fmla="*/ 69 w 60"/>
                  <a:gd name="T1" fmla="*/ 35 h 29"/>
                  <a:gd name="T2" fmla="*/ 0 w 60"/>
                  <a:gd name="T3" fmla="*/ 17 h 2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0" h="29">
                    <a:moveTo>
                      <a:pt x="60" y="29"/>
                    </a:moveTo>
                    <a:cubicBezTo>
                      <a:pt x="60" y="29"/>
                      <a:pt x="20" y="0"/>
                      <a:pt x="0" y="14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863" name="Freeform 76">
                <a:extLst>
                  <a:ext uri="{FF2B5EF4-FFF2-40B4-BE49-F238E27FC236}">
                    <a16:creationId xmlns:a16="http://schemas.microsoft.com/office/drawing/2014/main" id="{6E6BA359-E314-4D43-952E-02F00D7A13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2" y="1861"/>
                <a:ext cx="11" cy="7"/>
              </a:xfrm>
              <a:custGeom>
                <a:avLst/>
                <a:gdLst>
                  <a:gd name="T0" fmla="*/ 11 w 11"/>
                  <a:gd name="T1" fmla="*/ 7 h 7"/>
                  <a:gd name="T2" fmla="*/ 0 w 11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7">
                    <a:moveTo>
                      <a:pt x="11" y="7"/>
                    </a:moveTo>
                    <a:cubicBezTo>
                      <a:pt x="8" y="4"/>
                      <a:pt x="4" y="2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864" name="Freeform 77">
                <a:extLst>
                  <a:ext uri="{FF2B5EF4-FFF2-40B4-BE49-F238E27FC236}">
                    <a16:creationId xmlns:a16="http://schemas.microsoft.com/office/drawing/2014/main" id="{3F201D89-BD09-4465-90E0-4AD2467819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9" y="1872"/>
                <a:ext cx="4" cy="5"/>
              </a:xfrm>
              <a:custGeom>
                <a:avLst/>
                <a:gdLst>
                  <a:gd name="T0" fmla="*/ 4 w 4"/>
                  <a:gd name="T1" fmla="*/ 5 h 5"/>
                  <a:gd name="T2" fmla="*/ 0 w 4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5">
                    <a:moveTo>
                      <a:pt x="4" y="5"/>
                    </a:moveTo>
                    <a:cubicBezTo>
                      <a:pt x="3" y="4"/>
                      <a:pt x="1" y="2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865" name="Freeform 78">
                <a:extLst>
                  <a:ext uri="{FF2B5EF4-FFF2-40B4-BE49-F238E27FC236}">
                    <a16:creationId xmlns:a16="http://schemas.microsoft.com/office/drawing/2014/main" id="{10F4CF18-E1B4-43AE-9966-E5B5FCD831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3" y="1881"/>
                <a:ext cx="185" cy="108"/>
              </a:xfrm>
              <a:custGeom>
                <a:avLst/>
                <a:gdLst>
                  <a:gd name="T0" fmla="*/ 13 w 175"/>
                  <a:gd name="T1" fmla="*/ 27 h 103"/>
                  <a:gd name="T2" fmla="*/ 5 w 175"/>
                  <a:gd name="T3" fmla="*/ 73 h 103"/>
                  <a:gd name="T4" fmla="*/ 123 w 175"/>
                  <a:gd name="T5" fmla="*/ 100 h 103"/>
                  <a:gd name="T6" fmla="*/ 193 w 175"/>
                  <a:gd name="T7" fmla="*/ 5 h 103"/>
                  <a:gd name="T8" fmla="*/ 192 w 175"/>
                  <a:gd name="T9" fmla="*/ 0 h 10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5" h="103">
                    <a:moveTo>
                      <a:pt x="10" y="24"/>
                    </a:moveTo>
                    <a:cubicBezTo>
                      <a:pt x="2" y="37"/>
                      <a:pt x="0" y="51"/>
                      <a:pt x="5" y="64"/>
                    </a:cubicBezTo>
                    <a:cubicBezTo>
                      <a:pt x="15" y="93"/>
                      <a:pt x="60" y="103"/>
                      <a:pt x="104" y="87"/>
                    </a:cubicBezTo>
                    <a:cubicBezTo>
                      <a:pt x="148" y="70"/>
                      <a:pt x="175" y="34"/>
                      <a:pt x="164" y="5"/>
                    </a:cubicBezTo>
                    <a:cubicBezTo>
                      <a:pt x="164" y="3"/>
                      <a:pt x="163" y="2"/>
                      <a:pt x="163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866" name="Freeform 79">
                <a:extLst>
                  <a:ext uri="{FF2B5EF4-FFF2-40B4-BE49-F238E27FC236}">
                    <a16:creationId xmlns:a16="http://schemas.microsoft.com/office/drawing/2014/main" id="{70ED486C-532A-45FD-927F-E0312BB6B5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0" y="1857"/>
                <a:ext cx="64" cy="40"/>
              </a:xfrm>
              <a:custGeom>
                <a:avLst/>
                <a:gdLst>
                  <a:gd name="T0" fmla="*/ 70 w 61"/>
                  <a:gd name="T1" fmla="*/ 0 h 38"/>
                  <a:gd name="T2" fmla="*/ 57 w 61"/>
                  <a:gd name="T3" fmla="*/ 4 h 38"/>
                  <a:gd name="T4" fmla="*/ 0 w 61"/>
                  <a:gd name="T5" fmla="*/ 44 h 3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1" h="38">
                    <a:moveTo>
                      <a:pt x="61" y="0"/>
                    </a:moveTo>
                    <a:cubicBezTo>
                      <a:pt x="57" y="1"/>
                      <a:pt x="53" y="2"/>
                      <a:pt x="49" y="4"/>
                    </a:cubicBezTo>
                    <a:cubicBezTo>
                      <a:pt x="28" y="11"/>
                      <a:pt x="11" y="24"/>
                      <a:pt x="0" y="38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867" name="Freeform 80">
                <a:extLst>
                  <a:ext uri="{FF2B5EF4-FFF2-40B4-BE49-F238E27FC236}">
                    <a16:creationId xmlns:a16="http://schemas.microsoft.com/office/drawing/2014/main" id="{8B72BBEE-0F08-4EA4-A098-1B357972DE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7" y="1853"/>
                <a:ext cx="21" cy="1"/>
              </a:xfrm>
              <a:custGeom>
                <a:avLst/>
                <a:gdLst>
                  <a:gd name="T0" fmla="*/ 23 w 20"/>
                  <a:gd name="T1" fmla="*/ 0 h 1"/>
                  <a:gd name="T2" fmla="*/ 0 w 20"/>
                  <a:gd name="T3" fmla="*/ 1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1">
                    <a:moveTo>
                      <a:pt x="20" y="0"/>
                    </a:moveTo>
                    <a:cubicBezTo>
                      <a:pt x="14" y="0"/>
                      <a:pt x="7" y="0"/>
                      <a:pt x="0" y="1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868" name="Freeform 81">
                <a:extLst>
                  <a:ext uri="{FF2B5EF4-FFF2-40B4-BE49-F238E27FC236}">
                    <a16:creationId xmlns:a16="http://schemas.microsoft.com/office/drawing/2014/main" id="{62CC1D4B-0736-4D90-914C-11EE56361A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5" y="1951"/>
                <a:ext cx="208" cy="204"/>
              </a:xfrm>
              <a:custGeom>
                <a:avLst/>
                <a:gdLst>
                  <a:gd name="T0" fmla="*/ 232 w 197"/>
                  <a:gd name="T1" fmla="*/ 0 h 193"/>
                  <a:gd name="T2" fmla="*/ 226 w 197"/>
                  <a:gd name="T3" fmla="*/ 35 h 193"/>
                  <a:gd name="T4" fmla="*/ 135 w 197"/>
                  <a:gd name="T5" fmla="*/ 156 h 193"/>
                  <a:gd name="T6" fmla="*/ 0 w 197"/>
                  <a:gd name="T7" fmla="*/ 228 h 19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7" h="193">
                    <a:moveTo>
                      <a:pt x="197" y="0"/>
                    </a:moveTo>
                    <a:cubicBezTo>
                      <a:pt x="197" y="0"/>
                      <a:pt x="192" y="16"/>
                      <a:pt x="192" y="29"/>
                    </a:cubicBezTo>
                    <a:cubicBezTo>
                      <a:pt x="192" y="42"/>
                      <a:pt x="164" y="109"/>
                      <a:pt x="115" y="132"/>
                    </a:cubicBezTo>
                    <a:cubicBezTo>
                      <a:pt x="66" y="154"/>
                      <a:pt x="22" y="175"/>
                      <a:pt x="0" y="193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869" name="Freeform 82">
                <a:extLst>
                  <a:ext uri="{FF2B5EF4-FFF2-40B4-BE49-F238E27FC236}">
                    <a16:creationId xmlns:a16="http://schemas.microsoft.com/office/drawing/2014/main" id="{476328FB-1D8E-464C-A4A8-77FFC60C01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6" y="2091"/>
                <a:ext cx="200" cy="272"/>
              </a:xfrm>
              <a:custGeom>
                <a:avLst/>
                <a:gdLst>
                  <a:gd name="T0" fmla="*/ 222 w 190"/>
                  <a:gd name="T1" fmla="*/ 0 h 258"/>
                  <a:gd name="T2" fmla="*/ 164 w 190"/>
                  <a:gd name="T3" fmla="*/ 67 h 258"/>
                  <a:gd name="T4" fmla="*/ 0 w 190"/>
                  <a:gd name="T5" fmla="*/ 303 h 25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0" h="258">
                    <a:moveTo>
                      <a:pt x="190" y="0"/>
                    </a:moveTo>
                    <a:cubicBezTo>
                      <a:pt x="190" y="0"/>
                      <a:pt x="153" y="32"/>
                      <a:pt x="141" y="58"/>
                    </a:cubicBezTo>
                    <a:cubicBezTo>
                      <a:pt x="128" y="85"/>
                      <a:pt x="94" y="190"/>
                      <a:pt x="0" y="258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870" name="Freeform 83">
                <a:extLst>
                  <a:ext uri="{FF2B5EF4-FFF2-40B4-BE49-F238E27FC236}">
                    <a16:creationId xmlns:a16="http://schemas.microsoft.com/office/drawing/2014/main" id="{14C293AB-CC9F-4B60-92B1-5BF591EDF3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6" y="2179"/>
                <a:ext cx="474" cy="470"/>
              </a:xfrm>
              <a:custGeom>
                <a:avLst/>
                <a:gdLst>
                  <a:gd name="T0" fmla="*/ 0 w 449"/>
                  <a:gd name="T1" fmla="*/ 524 h 445"/>
                  <a:gd name="T2" fmla="*/ 20 w 449"/>
                  <a:gd name="T3" fmla="*/ 475 h 445"/>
                  <a:gd name="T4" fmla="*/ 54 w 449"/>
                  <a:gd name="T5" fmla="*/ 418 h 445"/>
                  <a:gd name="T6" fmla="*/ 127 w 449"/>
                  <a:gd name="T7" fmla="*/ 361 h 445"/>
                  <a:gd name="T8" fmla="*/ 286 w 449"/>
                  <a:gd name="T9" fmla="*/ 227 h 445"/>
                  <a:gd name="T10" fmla="*/ 399 w 449"/>
                  <a:gd name="T11" fmla="*/ 91 h 445"/>
                  <a:gd name="T12" fmla="*/ 528 w 449"/>
                  <a:gd name="T13" fmla="*/ 0 h 44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49" h="445">
                    <a:moveTo>
                      <a:pt x="0" y="445"/>
                    </a:moveTo>
                    <a:cubicBezTo>
                      <a:pt x="0" y="445"/>
                      <a:pt x="12" y="418"/>
                      <a:pt x="17" y="403"/>
                    </a:cubicBezTo>
                    <a:cubicBezTo>
                      <a:pt x="21" y="387"/>
                      <a:pt x="27" y="369"/>
                      <a:pt x="45" y="355"/>
                    </a:cubicBezTo>
                    <a:cubicBezTo>
                      <a:pt x="63" y="341"/>
                      <a:pt x="87" y="317"/>
                      <a:pt x="108" y="307"/>
                    </a:cubicBezTo>
                    <a:cubicBezTo>
                      <a:pt x="129" y="297"/>
                      <a:pt x="216" y="243"/>
                      <a:pt x="243" y="193"/>
                    </a:cubicBezTo>
                    <a:cubicBezTo>
                      <a:pt x="269" y="144"/>
                      <a:pt x="310" y="120"/>
                      <a:pt x="339" y="77"/>
                    </a:cubicBezTo>
                    <a:cubicBezTo>
                      <a:pt x="369" y="33"/>
                      <a:pt x="422" y="4"/>
                      <a:pt x="449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871" name="Freeform 84">
                <a:extLst>
                  <a:ext uri="{FF2B5EF4-FFF2-40B4-BE49-F238E27FC236}">
                    <a16:creationId xmlns:a16="http://schemas.microsoft.com/office/drawing/2014/main" id="{1BE80FB8-920B-4AE4-A669-CB14ED4A90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7" y="2247"/>
                <a:ext cx="195" cy="37"/>
              </a:xfrm>
              <a:custGeom>
                <a:avLst/>
                <a:gdLst>
                  <a:gd name="T0" fmla="*/ 0 w 185"/>
                  <a:gd name="T1" fmla="*/ 41 h 35"/>
                  <a:gd name="T2" fmla="*/ 149 w 185"/>
                  <a:gd name="T3" fmla="*/ 13 h 35"/>
                  <a:gd name="T4" fmla="*/ 217 w 185"/>
                  <a:gd name="T5" fmla="*/ 3 h 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5" h="35">
                    <a:moveTo>
                      <a:pt x="0" y="35"/>
                    </a:moveTo>
                    <a:cubicBezTo>
                      <a:pt x="0" y="35"/>
                      <a:pt x="74" y="0"/>
                      <a:pt x="127" y="10"/>
                    </a:cubicBezTo>
                    <a:cubicBezTo>
                      <a:pt x="181" y="20"/>
                      <a:pt x="185" y="3"/>
                      <a:pt x="185" y="3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872" name="Freeform 85">
                <a:extLst>
                  <a:ext uri="{FF2B5EF4-FFF2-40B4-BE49-F238E27FC236}">
                    <a16:creationId xmlns:a16="http://schemas.microsoft.com/office/drawing/2014/main" id="{F865CEAC-B445-4FB3-9879-50F467DA7B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4" y="2460"/>
                <a:ext cx="232" cy="51"/>
              </a:xfrm>
              <a:custGeom>
                <a:avLst/>
                <a:gdLst>
                  <a:gd name="T0" fmla="*/ 0 w 220"/>
                  <a:gd name="T1" fmla="*/ 46 h 48"/>
                  <a:gd name="T2" fmla="*/ 60 w 220"/>
                  <a:gd name="T3" fmla="*/ 41 h 48"/>
                  <a:gd name="T4" fmla="*/ 258 w 220"/>
                  <a:gd name="T5" fmla="*/ 57 h 4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0" h="48">
                    <a:moveTo>
                      <a:pt x="0" y="38"/>
                    </a:moveTo>
                    <a:cubicBezTo>
                      <a:pt x="0" y="38"/>
                      <a:pt x="30" y="31"/>
                      <a:pt x="51" y="35"/>
                    </a:cubicBezTo>
                    <a:cubicBezTo>
                      <a:pt x="72" y="40"/>
                      <a:pt x="122" y="0"/>
                      <a:pt x="220" y="48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873" name="Freeform 86">
                <a:extLst>
                  <a:ext uri="{FF2B5EF4-FFF2-40B4-BE49-F238E27FC236}">
                    <a16:creationId xmlns:a16="http://schemas.microsoft.com/office/drawing/2014/main" id="{0A9BA6B6-87D8-42B5-ABB4-AB7F021869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9" y="1588"/>
                <a:ext cx="48" cy="103"/>
              </a:xfrm>
              <a:custGeom>
                <a:avLst/>
                <a:gdLst>
                  <a:gd name="T0" fmla="*/ 1 w 46"/>
                  <a:gd name="T1" fmla="*/ 116 h 97"/>
                  <a:gd name="T2" fmla="*/ 52 w 46"/>
                  <a:gd name="T3" fmla="*/ 0 h 9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6" h="97">
                    <a:moveTo>
                      <a:pt x="1" y="97"/>
                    </a:moveTo>
                    <a:cubicBezTo>
                      <a:pt x="1" y="97"/>
                      <a:pt x="0" y="49"/>
                      <a:pt x="46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874" name="Freeform 87">
                <a:extLst>
                  <a:ext uri="{FF2B5EF4-FFF2-40B4-BE49-F238E27FC236}">
                    <a16:creationId xmlns:a16="http://schemas.microsoft.com/office/drawing/2014/main" id="{14C9EB6B-A7F0-4D0A-A370-80A36761EF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6" y="1618"/>
                <a:ext cx="94" cy="36"/>
              </a:xfrm>
              <a:custGeom>
                <a:avLst/>
                <a:gdLst>
                  <a:gd name="T0" fmla="*/ 0 w 89"/>
                  <a:gd name="T1" fmla="*/ 40 h 34"/>
                  <a:gd name="T2" fmla="*/ 39 w 89"/>
                  <a:gd name="T3" fmla="*/ 28 h 34"/>
                  <a:gd name="T4" fmla="*/ 105 w 89"/>
                  <a:gd name="T5" fmla="*/ 0 h 3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9" h="34">
                    <a:moveTo>
                      <a:pt x="0" y="34"/>
                    </a:moveTo>
                    <a:cubicBezTo>
                      <a:pt x="0" y="34"/>
                      <a:pt x="16" y="22"/>
                      <a:pt x="33" y="24"/>
                    </a:cubicBezTo>
                    <a:cubicBezTo>
                      <a:pt x="50" y="25"/>
                      <a:pt x="78" y="15"/>
                      <a:pt x="89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875" name="Freeform 88">
                <a:extLst>
                  <a:ext uri="{FF2B5EF4-FFF2-40B4-BE49-F238E27FC236}">
                    <a16:creationId xmlns:a16="http://schemas.microsoft.com/office/drawing/2014/main" id="{64EB3E5D-C3D0-498D-9A9F-D287CC7AE0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6" y="1790"/>
                <a:ext cx="115" cy="56"/>
              </a:xfrm>
              <a:custGeom>
                <a:avLst/>
                <a:gdLst>
                  <a:gd name="T0" fmla="*/ 0 w 109"/>
                  <a:gd name="T1" fmla="*/ 0 h 53"/>
                  <a:gd name="T2" fmla="*/ 128 w 109"/>
                  <a:gd name="T3" fmla="*/ 62 h 5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9" h="53">
                    <a:moveTo>
                      <a:pt x="0" y="0"/>
                    </a:moveTo>
                    <a:cubicBezTo>
                      <a:pt x="0" y="0"/>
                      <a:pt x="77" y="40"/>
                      <a:pt x="109" y="53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876" name="Freeform 89">
                <a:extLst>
                  <a:ext uri="{FF2B5EF4-FFF2-40B4-BE49-F238E27FC236}">
                    <a16:creationId xmlns:a16="http://schemas.microsoft.com/office/drawing/2014/main" id="{590B6B80-1234-4576-888C-89773491EF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0" y="1857"/>
                <a:ext cx="47" cy="77"/>
              </a:xfrm>
              <a:custGeom>
                <a:avLst/>
                <a:gdLst>
                  <a:gd name="T0" fmla="*/ 53 w 44"/>
                  <a:gd name="T1" fmla="*/ 0 h 73"/>
                  <a:gd name="T2" fmla="*/ 33 w 44"/>
                  <a:gd name="T3" fmla="*/ 24 h 73"/>
                  <a:gd name="T4" fmla="*/ 1 w 44"/>
                  <a:gd name="T5" fmla="*/ 85 h 7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4" h="73">
                    <a:moveTo>
                      <a:pt x="44" y="0"/>
                    </a:moveTo>
                    <a:cubicBezTo>
                      <a:pt x="44" y="0"/>
                      <a:pt x="41" y="16"/>
                      <a:pt x="27" y="21"/>
                    </a:cubicBezTo>
                    <a:cubicBezTo>
                      <a:pt x="13" y="27"/>
                      <a:pt x="0" y="54"/>
                      <a:pt x="1" y="73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877" name="Freeform 90">
                <a:extLst>
                  <a:ext uri="{FF2B5EF4-FFF2-40B4-BE49-F238E27FC236}">
                    <a16:creationId xmlns:a16="http://schemas.microsoft.com/office/drawing/2014/main" id="{8928B594-1199-4CEE-BE73-C60BBDE2D3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7" y="1894"/>
                <a:ext cx="20" cy="6"/>
              </a:xfrm>
              <a:custGeom>
                <a:avLst/>
                <a:gdLst>
                  <a:gd name="T0" fmla="*/ 22 w 19"/>
                  <a:gd name="T1" fmla="*/ 0 h 5"/>
                  <a:gd name="T2" fmla="*/ 0 w 19"/>
                  <a:gd name="T3" fmla="*/ 6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5">
                    <a:moveTo>
                      <a:pt x="19" y="0"/>
                    </a:moveTo>
                    <a:cubicBezTo>
                      <a:pt x="19" y="0"/>
                      <a:pt x="8" y="5"/>
                      <a:pt x="0" y="3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878" name="Freeform 91">
                <a:extLst>
                  <a:ext uri="{FF2B5EF4-FFF2-40B4-BE49-F238E27FC236}">
                    <a16:creationId xmlns:a16="http://schemas.microsoft.com/office/drawing/2014/main" id="{D5B48D9B-BD35-4E45-AA8B-FF1771EF6A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4" y="2382"/>
                <a:ext cx="57" cy="155"/>
              </a:xfrm>
              <a:custGeom>
                <a:avLst/>
                <a:gdLst>
                  <a:gd name="T0" fmla="*/ 23 w 54"/>
                  <a:gd name="T1" fmla="*/ 172 h 147"/>
                  <a:gd name="T2" fmla="*/ 36 w 54"/>
                  <a:gd name="T3" fmla="*/ 131 h 147"/>
                  <a:gd name="T4" fmla="*/ 49 w 54"/>
                  <a:gd name="T5" fmla="*/ 116 h 147"/>
                  <a:gd name="T6" fmla="*/ 60 w 54"/>
                  <a:gd name="T7" fmla="*/ 91 h 147"/>
                  <a:gd name="T8" fmla="*/ 61 w 54"/>
                  <a:gd name="T9" fmla="*/ 78 h 147"/>
                  <a:gd name="T10" fmla="*/ 61 w 54"/>
                  <a:gd name="T11" fmla="*/ 44 h 147"/>
                  <a:gd name="T12" fmla="*/ 54 w 54"/>
                  <a:gd name="T13" fmla="*/ 24 h 147"/>
                  <a:gd name="T14" fmla="*/ 33 w 54"/>
                  <a:gd name="T15" fmla="*/ 0 h 147"/>
                  <a:gd name="T16" fmla="*/ 25 w 54"/>
                  <a:gd name="T17" fmla="*/ 15 h 147"/>
                  <a:gd name="T18" fmla="*/ 0 w 54"/>
                  <a:gd name="T19" fmla="*/ 125 h 14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4" h="147">
                    <a:moveTo>
                      <a:pt x="20" y="147"/>
                    </a:moveTo>
                    <a:cubicBezTo>
                      <a:pt x="20" y="147"/>
                      <a:pt x="17" y="123"/>
                      <a:pt x="30" y="112"/>
                    </a:cubicBezTo>
                    <a:cubicBezTo>
                      <a:pt x="42" y="102"/>
                      <a:pt x="42" y="105"/>
                      <a:pt x="42" y="99"/>
                    </a:cubicBezTo>
                    <a:cubicBezTo>
                      <a:pt x="42" y="93"/>
                      <a:pt x="47" y="82"/>
                      <a:pt x="51" y="78"/>
                    </a:cubicBezTo>
                    <a:cubicBezTo>
                      <a:pt x="54" y="75"/>
                      <a:pt x="54" y="72"/>
                      <a:pt x="52" y="66"/>
                    </a:cubicBezTo>
                    <a:cubicBezTo>
                      <a:pt x="51" y="60"/>
                      <a:pt x="50" y="44"/>
                      <a:pt x="52" y="38"/>
                    </a:cubicBezTo>
                    <a:cubicBezTo>
                      <a:pt x="54" y="31"/>
                      <a:pt x="49" y="26"/>
                      <a:pt x="45" y="21"/>
                    </a:cubicBezTo>
                    <a:cubicBezTo>
                      <a:pt x="41" y="16"/>
                      <a:pt x="27" y="0"/>
                      <a:pt x="27" y="0"/>
                    </a:cubicBezTo>
                    <a:cubicBezTo>
                      <a:pt x="27" y="0"/>
                      <a:pt x="22" y="2"/>
                      <a:pt x="22" y="12"/>
                    </a:cubicBezTo>
                    <a:cubicBezTo>
                      <a:pt x="22" y="21"/>
                      <a:pt x="39" y="94"/>
                      <a:pt x="0" y="107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879" name="Freeform 92">
                <a:extLst>
                  <a:ext uri="{FF2B5EF4-FFF2-40B4-BE49-F238E27FC236}">
                    <a16:creationId xmlns:a16="http://schemas.microsoft.com/office/drawing/2014/main" id="{877E2B3C-5701-4FAF-B7F9-8887A8F836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4" y="2372"/>
                <a:ext cx="37" cy="32"/>
              </a:xfrm>
              <a:custGeom>
                <a:avLst/>
                <a:gdLst>
                  <a:gd name="T0" fmla="*/ 41 w 35"/>
                  <a:gd name="T1" fmla="*/ 3 h 30"/>
                  <a:gd name="T2" fmla="*/ 0 w 35"/>
                  <a:gd name="T3" fmla="*/ 36 h 3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5" h="30">
                    <a:moveTo>
                      <a:pt x="35" y="3"/>
                    </a:moveTo>
                    <a:cubicBezTo>
                      <a:pt x="35" y="3"/>
                      <a:pt x="10" y="0"/>
                      <a:pt x="0" y="3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880" name="Freeform 93">
                <a:extLst>
                  <a:ext uri="{FF2B5EF4-FFF2-40B4-BE49-F238E27FC236}">
                    <a16:creationId xmlns:a16="http://schemas.microsoft.com/office/drawing/2014/main" id="{154F00D8-CE92-4DA6-8F3B-98D90384B2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9" y="2456"/>
                <a:ext cx="32" cy="31"/>
              </a:xfrm>
              <a:custGeom>
                <a:avLst/>
                <a:gdLst>
                  <a:gd name="T0" fmla="*/ 4 w 31"/>
                  <a:gd name="T1" fmla="*/ 26 h 30"/>
                  <a:gd name="T2" fmla="*/ 27 w 31"/>
                  <a:gd name="T3" fmla="*/ 28 h 30"/>
                  <a:gd name="T4" fmla="*/ 19 w 31"/>
                  <a:gd name="T5" fmla="*/ 0 h 30"/>
                  <a:gd name="T6" fmla="*/ 4 w 31"/>
                  <a:gd name="T7" fmla="*/ 26 h 3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1" h="30">
                    <a:moveTo>
                      <a:pt x="4" y="23"/>
                    </a:moveTo>
                    <a:cubicBezTo>
                      <a:pt x="4" y="23"/>
                      <a:pt x="16" y="30"/>
                      <a:pt x="24" y="25"/>
                    </a:cubicBezTo>
                    <a:cubicBezTo>
                      <a:pt x="24" y="25"/>
                      <a:pt x="31" y="0"/>
                      <a:pt x="16" y="0"/>
                    </a:cubicBezTo>
                    <a:cubicBezTo>
                      <a:pt x="0" y="0"/>
                      <a:pt x="4" y="23"/>
                      <a:pt x="4" y="23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881" name="Freeform 94">
                <a:extLst>
                  <a:ext uri="{FF2B5EF4-FFF2-40B4-BE49-F238E27FC236}">
                    <a16:creationId xmlns:a16="http://schemas.microsoft.com/office/drawing/2014/main" id="{2CCFFF43-3D5B-470E-A1D9-73B6EAF48A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0" y="2525"/>
                <a:ext cx="25" cy="19"/>
              </a:xfrm>
              <a:custGeom>
                <a:avLst/>
                <a:gdLst>
                  <a:gd name="T0" fmla="*/ 29 w 23"/>
                  <a:gd name="T1" fmla="*/ 6 h 18"/>
                  <a:gd name="T2" fmla="*/ 12 w 23"/>
                  <a:gd name="T3" fmla="*/ 5 h 18"/>
                  <a:gd name="T4" fmla="*/ 0 w 23"/>
                  <a:gd name="T5" fmla="*/ 21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18">
                    <a:moveTo>
                      <a:pt x="23" y="6"/>
                    </a:moveTo>
                    <a:cubicBezTo>
                      <a:pt x="23" y="6"/>
                      <a:pt x="18" y="0"/>
                      <a:pt x="9" y="5"/>
                    </a:cubicBezTo>
                    <a:cubicBezTo>
                      <a:pt x="1" y="9"/>
                      <a:pt x="0" y="18"/>
                      <a:pt x="0" y="18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882" name="Freeform 95">
                <a:extLst>
                  <a:ext uri="{FF2B5EF4-FFF2-40B4-BE49-F238E27FC236}">
                    <a16:creationId xmlns:a16="http://schemas.microsoft.com/office/drawing/2014/main" id="{9EFEE587-D8A0-4ADC-A102-64829ABB28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7" y="2470"/>
                <a:ext cx="47" cy="46"/>
              </a:xfrm>
              <a:custGeom>
                <a:avLst/>
                <a:gdLst>
                  <a:gd name="T0" fmla="*/ 0 w 44"/>
                  <a:gd name="T1" fmla="*/ 50 h 44"/>
                  <a:gd name="T2" fmla="*/ 30 w 44"/>
                  <a:gd name="T3" fmla="*/ 27 h 44"/>
                  <a:gd name="T4" fmla="*/ 53 w 44"/>
                  <a:gd name="T5" fmla="*/ 0 h 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4" h="44">
                    <a:moveTo>
                      <a:pt x="0" y="44"/>
                    </a:moveTo>
                    <a:cubicBezTo>
                      <a:pt x="0" y="44"/>
                      <a:pt x="6" y="29"/>
                      <a:pt x="24" y="24"/>
                    </a:cubicBezTo>
                    <a:cubicBezTo>
                      <a:pt x="24" y="24"/>
                      <a:pt x="26" y="10"/>
                      <a:pt x="44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883" name="Freeform 96">
                <a:extLst>
                  <a:ext uri="{FF2B5EF4-FFF2-40B4-BE49-F238E27FC236}">
                    <a16:creationId xmlns:a16="http://schemas.microsoft.com/office/drawing/2014/main" id="{079A0EE3-3C37-484D-888C-06BEF6989E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4" y="2454"/>
                <a:ext cx="27" cy="22"/>
              </a:xfrm>
              <a:custGeom>
                <a:avLst/>
                <a:gdLst>
                  <a:gd name="T0" fmla="*/ 0 w 25"/>
                  <a:gd name="T1" fmla="*/ 24 h 21"/>
                  <a:gd name="T2" fmla="*/ 14 w 25"/>
                  <a:gd name="T3" fmla="*/ 18 h 21"/>
                  <a:gd name="T4" fmla="*/ 31 w 25"/>
                  <a:gd name="T5" fmla="*/ 0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21">
                    <a:moveTo>
                      <a:pt x="0" y="21"/>
                    </a:moveTo>
                    <a:cubicBezTo>
                      <a:pt x="0" y="21"/>
                      <a:pt x="6" y="17"/>
                      <a:pt x="11" y="15"/>
                    </a:cubicBezTo>
                    <a:cubicBezTo>
                      <a:pt x="17" y="14"/>
                      <a:pt x="18" y="4"/>
                      <a:pt x="25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884" name="Freeform 97">
                <a:extLst>
                  <a:ext uri="{FF2B5EF4-FFF2-40B4-BE49-F238E27FC236}">
                    <a16:creationId xmlns:a16="http://schemas.microsoft.com/office/drawing/2014/main" id="{26656D86-9729-4BA5-B20F-F20230E50A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5" y="2402"/>
                <a:ext cx="20" cy="63"/>
              </a:xfrm>
              <a:custGeom>
                <a:avLst/>
                <a:gdLst>
                  <a:gd name="T0" fmla="*/ 22 w 19"/>
                  <a:gd name="T1" fmla="*/ 69 h 60"/>
                  <a:gd name="T2" fmla="*/ 17 w 19"/>
                  <a:gd name="T3" fmla="*/ 46 h 60"/>
                  <a:gd name="T4" fmla="*/ 9 w 19"/>
                  <a:gd name="T5" fmla="*/ 23 h 60"/>
                  <a:gd name="T6" fmla="*/ 0 w 19"/>
                  <a:gd name="T7" fmla="*/ 0 h 6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60">
                    <a:moveTo>
                      <a:pt x="19" y="60"/>
                    </a:moveTo>
                    <a:cubicBezTo>
                      <a:pt x="19" y="60"/>
                      <a:pt x="13" y="50"/>
                      <a:pt x="14" y="40"/>
                    </a:cubicBezTo>
                    <a:cubicBezTo>
                      <a:pt x="16" y="30"/>
                      <a:pt x="13" y="25"/>
                      <a:pt x="9" y="20"/>
                    </a:cubicBezTo>
                    <a:cubicBezTo>
                      <a:pt x="5" y="15"/>
                      <a:pt x="1" y="7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885" name="Freeform 98">
                <a:extLst>
                  <a:ext uri="{FF2B5EF4-FFF2-40B4-BE49-F238E27FC236}">
                    <a16:creationId xmlns:a16="http://schemas.microsoft.com/office/drawing/2014/main" id="{2AE40CC3-E970-4490-9550-86B895654A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4" y="2422"/>
                <a:ext cx="11" cy="20"/>
              </a:xfrm>
              <a:custGeom>
                <a:avLst/>
                <a:gdLst>
                  <a:gd name="T0" fmla="*/ 11 w 11"/>
                  <a:gd name="T1" fmla="*/ 0 h 19"/>
                  <a:gd name="T2" fmla="*/ 8 w 11"/>
                  <a:gd name="T3" fmla="*/ 17 h 19"/>
                  <a:gd name="T4" fmla="*/ 0 w 11"/>
                  <a:gd name="T5" fmla="*/ 22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9">
                    <a:moveTo>
                      <a:pt x="11" y="0"/>
                    </a:moveTo>
                    <a:cubicBezTo>
                      <a:pt x="11" y="0"/>
                      <a:pt x="8" y="9"/>
                      <a:pt x="8" y="14"/>
                    </a:cubicBezTo>
                    <a:cubicBezTo>
                      <a:pt x="9" y="18"/>
                      <a:pt x="0" y="19"/>
                      <a:pt x="0" y="19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886" name="Freeform 99">
                <a:extLst>
                  <a:ext uri="{FF2B5EF4-FFF2-40B4-BE49-F238E27FC236}">
                    <a16:creationId xmlns:a16="http://schemas.microsoft.com/office/drawing/2014/main" id="{31209198-F03A-454D-BAA1-69BCD5D0D7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9" y="1264"/>
                <a:ext cx="76" cy="53"/>
              </a:xfrm>
              <a:custGeom>
                <a:avLst/>
                <a:gdLst>
                  <a:gd name="T0" fmla="*/ 84 w 72"/>
                  <a:gd name="T1" fmla="*/ 0 h 50"/>
                  <a:gd name="T2" fmla="*/ 0 w 72"/>
                  <a:gd name="T3" fmla="*/ 59 h 5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2" h="50">
                    <a:moveTo>
                      <a:pt x="72" y="0"/>
                    </a:moveTo>
                    <a:cubicBezTo>
                      <a:pt x="72" y="0"/>
                      <a:pt x="63" y="32"/>
                      <a:pt x="0" y="5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887" name="Freeform 100">
                <a:extLst>
                  <a:ext uri="{FF2B5EF4-FFF2-40B4-BE49-F238E27FC236}">
                    <a16:creationId xmlns:a16="http://schemas.microsoft.com/office/drawing/2014/main" id="{3D0321DC-CEED-4593-A7B3-086FFF8DC0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3" y="1262"/>
                <a:ext cx="9" cy="43"/>
              </a:xfrm>
              <a:custGeom>
                <a:avLst/>
                <a:gdLst>
                  <a:gd name="T0" fmla="*/ 7 w 8"/>
                  <a:gd name="T1" fmla="*/ 0 h 41"/>
                  <a:gd name="T2" fmla="*/ 11 w 8"/>
                  <a:gd name="T3" fmla="*/ 47 h 4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41">
                    <a:moveTo>
                      <a:pt x="4" y="0"/>
                    </a:moveTo>
                    <a:cubicBezTo>
                      <a:pt x="4" y="0"/>
                      <a:pt x="0" y="21"/>
                      <a:pt x="8" y="41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888" name="Oval 101">
                <a:extLst>
                  <a:ext uri="{FF2B5EF4-FFF2-40B4-BE49-F238E27FC236}">
                    <a16:creationId xmlns:a16="http://schemas.microsoft.com/office/drawing/2014/main" id="{B2CC4C71-0384-4B22-998F-E7DB4D6FA7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59" y="1013"/>
                <a:ext cx="21" cy="21"/>
              </a:xfrm>
              <a:prstGeom prst="ellipse">
                <a:avLst/>
              </a:prstGeom>
              <a:solidFill>
                <a:srgbClr val="2A110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889" name="Oval 102">
                <a:extLst>
                  <a:ext uri="{FF2B5EF4-FFF2-40B4-BE49-F238E27FC236}">
                    <a16:creationId xmlns:a16="http://schemas.microsoft.com/office/drawing/2014/main" id="{04D7BB3C-7C78-424E-B137-585CCBDB1D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66" y="1020"/>
                <a:ext cx="8" cy="7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890" name="Freeform 103">
                <a:extLst>
                  <a:ext uri="{FF2B5EF4-FFF2-40B4-BE49-F238E27FC236}">
                    <a16:creationId xmlns:a16="http://schemas.microsoft.com/office/drawing/2014/main" id="{74717397-76CA-4034-9BD1-EF8A270A8C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0" y="995"/>
                <a:ext cx="49" cy="22"/>
              </a:xfrm>
              <a:custGeom>
                <a:avLst/>
                <a:gdLst>
                  <a:gd name="T0" fmla="*/ 0 w 46"/>
                  <a:gd name="T1" fmla="*/ 22 h 21"/>
                  <a:gd name="T2" fmla="*/ 55 w 46"/>
                  <a:gd name="T3" fmla="*/ 24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6" h="21">
                    <a:moveTo>
                      <a:pt x="0" y="19"/>
                    </a:moveTo>
                    <a:cubicBezTo>
                      <a:pt x="0" y="19"/>
                      <a:pt x="20" y="0"/>
                      <a:pt x="46" y="21"/>
                    </a:cubicBezTo>
                  </a:path>
                </a:pathLst>
              </a:custGeom>
              <a:noFill/>
              <a:ln w="3175" cap="flat">
                <a:solidFill>
                  <a:srgbClr val="5A2218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891" name="Freeform 104">
                <a:extLst>
                  <a:ext uri="{FF2B5EF4-FFF2-40B4-BE49-F238E27FC236}">
                    <a16:creationId xmlns:a16="http://schemas.microsoft.com/office/drawing/2014/main" id="{21FE4035-86FF-4FAB-9990-116D422DCB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0" y="992"/>
                <a:ext cx="23" cy="59"/>
              </a:xfrm>
              <a:custGeom>
                <a:avLst/>
                <a:gdLst>
                  <a:gd name="T0" fmla="*/ 25 w 22"/>
                  <a:gd name="T1" fmla="*/ 65 h 56"/>
                  <a:gd name="T2" fmla="*/ 17 w 22"/>
                  <a:gd name="T3" fmla="*/ 0 h 56"/>
                  <a:gd name="T4" fmla="*/ 25 w 22"/>
                  <a:gd name="T5" fmla="*/ 65 h 5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56">
                    <a:moveTo>
                      <a:pt x="22" y="56"/>
                    </a:moveTo>
                    <a:cubicBezTo>
                      <a:pt x="4" y="30"/>
                      <a:pt x="14" y="0"/>
                      <a:pt x="14" y="0"/>
                    </a:cubicBezTo>
                    <a:cubicBezTo>
                      <a:pt x="14" y="0"/>
                      <a:pt x="0" y="27"/>
                      <a:pt x="22" y="56"/>
                    </a:cubicBezTo>
                    <a:close/>
                  </a:path>
                </a:pathLst>
              </a:custGeom>
              <a:solidFill>
                <a:srgbClr val="5A22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892" name="Freeform 105">
                <a:extLst>
                  <a:ext uri="{FF2B5EF4-FFF2-40B4-BE49-F238E27FC236}">
                    <a16:creationId xmlns:a16="http://schemas.microsoft.com/office/drawing/2014/main" id="{0AA3DFE2-D57F-47C1-BF63-9AE7423D8C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4" y="1058"/>
                <a:ext cx="15" cy="32"/>
              </a:xfrm>
              <a:custGeom>
                <a:avLst/>
                <a:gdLst>
                  <a:gd name="T0" fmla="*/ 0 w 14"/>
                  <a:gd name="T1" fmla="*/ 36 h 30"/>
                  <a:gd name="T2" fmla="*/ 10 w 14"/>
                  <a:gd name="T3" fmla="*/ 15 h 30"/>
                  <a:gd name="T4" fmla="*/ 3 w 14"/>
                  <a:gd name="T5" fmla="*/ 0 h 30"/>
                  <a:gd name="T6" fmla="*/ 12 w 14"/>
                  <a:gd name="T7" fmla="*/ 14 h 30"/>
                  <a:gd name="T8" fmla="*/ 0 w 14"/>
                  <a:gd name="T9" fmla="*/ 36 h 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30">
                    <a:moveTo>
                      <a:pt x="0" y="30"/>
                    </a:moveTo>
                    <a:cubicBezTo>
                      <a:pt x="11" y="29"/>
                      <a:pt x="9" y="17"/>
                      <a:pt x="7" y="12"/>
                    </a:cubicBezTo>
                    <a:cubicBezTo>
                      <a:pt x="5" y="7"/>
                      <a:pt x="3" y="0"/>
                      <a:pt x="3" y="0"/>
                    </a:cubicBezTo>
                    <a:cubicBezTo>
                      <a:pt x="3" y="0"/>
                      <a:pt x="7" y="8"/>
                      <a:pt x="9" y="11"/>
                    </a:cubicBezTo>
                    <a:cubicBezTo>
                      <a:pt x="12" y="15"/>
                      <a:pt x="14" y="28"/>
                      <a:pt x="0" y="30"/>
                    </a:cubicBezTo>
                    <a:close/>
                  </a:path>
                </a:pathLst>
              </a:custGeom>
              <a:solidFill>
                <a:srgbClr val="5A22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893" name="Freeform 106">
                <a:extLst>
                  <a:ext uri="{FF2B5EF4-FFF2-40B4-BE49-F238E27FC236}">
                    <a16:creationId xmlns:a16="http://schemas.microsoft.com/office/drawing/2014/main" id="{94953B57-E8D9-4C05-9CC0-ED1E281D11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5" y="1075"/>
                <a:ext cx="19" cy="11"/>
              </a:xfrm>
              <a:custGeom>
                <a:avLst/>
                <a:gdLst>
                  <a:gd name="T0" fmla="*/ 16 w 18"/>
                  <a:gd name="T1" fmla="*/ 0 h 10"/>
                  <a:gd name="T2" fmla="*/ 0 w 18"/>
                  <a:gd name="T3" fmla="*/ 12 h 10"/>
                  <a:gd name="T4" fmla="*/ 7 w 18"/>
                  <a:gd name="T5" fmla="*/ 12 h 10"/>
                  <a:gd name="T6" fmla="*/ 16 w 18"/>
                  <a:gd name="T7" fmla="*/ 0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10">
                    <a:moveTo>
                      <a:pt x="13" y="0"/>
                    </a:moveTo>
                    <a:cubicBezTo>
                      <a:pt x="13" y="0"/>
                      <a:pt x="9" y="7"/>
                      <a:pt x="0" y="9"/>
                    </a:cubicBezTo>
                    <a:cubicBezTo>
                      <a:pt x="0" y="9"/>
                      <a:pt x="3" y="10"/>
                      <a:pt x="7" y="9"/>
                    </a:cubicBezTo>
                    <a:cubicBezTo>
                      <a:pt x="11" y="8"/>
                      <a:pt x="18" y="6"/>
                      <a:pt x="13" y="0"/>
                    </a:cubicBezTo>
                    <a:close/>
                  </a:path>
                </a:pathLst>
              </a:custGeom>
              <a:solidFill>
                <a:srgbClr val="5A22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894" name="Freeform 107">
                <a:extLst>
                  <a:ext uri="{FF2B5EF4-FFF2-40B4-BE49-F238E27FC236}">
                    <a16:creationId xmlns:a16="http://schemas.microsoft.com/office/drawing/2014/main" id="{A4BAE789-538D-435A-9317-439170C525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9" y="1059"/>
                <a:ext cx="10" cy="18"/>
              </a:xfrm>
              <a:custGeom>
                <a:avLst/>
                <a:gdLst>
                  <a:gd name="T0" fmla="*/ 0 w 10"/>
                  <a:gd name="T1" fmla="*/ 18 h 17"/>
                  <a:gd name="T2" fmla="*/ 4 w 10"/>
                  <a:gd name="T3" fmla="*/ 0 h 17"/>
                  <a:gd name="T4" fmla="*/ 0 w 10"/>
                  <a:gd name="T5" fmla="*/ 20 h 17"/>
                  <a:gd name="T6" fmla="*/ 0 w 10"/>
                  <a:gd name="T7" fmla="*/ 18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17">
                    <a:moveTo>
                      <a:pt x="0" y="15"/>
                    </a:moveTo>
                    <a:cubicBezTo>
                      <a:pt x="0" y="15"/>
                      <a:pt x="7" y="12"/>
                      <a:pt x="4" y="0"/>
                    </a:cubicBezTo>
                    <a:cubicBezTo>
                      <a:pt x="4" y="0"/>
                      <a:pt x="10" y="9"/>
                      <a:pt x="0" y="17"/>
                    </a:cubicBez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5A22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895" name="Freeform 108">
                <a:extLst>
                  <a:ext uri="{FF2B5EF4-FFF2-40B4-BE49-F238E27FC236}">
                    <a16:creationId xmlns:a16="http://schemas.microsoft.com/office/drawing/2014/main" id="{840C727F-F067-4565-92BC-B37F96E5A6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5" y="1117"/>
                <a:ext cx="102" cy="61"/>
              </a:xfrm>
              <a:custGeom>
                <a:avLst/>
                <a:gdLst>
                  <a:gd name="T0" fmla="*/ 58 w 96"/>
                  <a:gd name="T1" fmla="*/ 67 h 57"/>
                  <a:gd name="T2" fmla="*/ 115 w 96"/>
                  <a:gd name="T3" fmla="*/ 35 h 57"/>
                  <a:gd name="T4" fmla="*/ 78 w 96"/>
                  <a:gd name="T5" fmla="*/ 0 h 57"/>
                  <a:gd name="T6" fmla="*/ 57 w 96"/>
                  <a:gd name="T7" fmla="*/ 5 h 57"/>
                  <a:gd name="T8" fmla="*/ 57 w 96"/>
                  <a:gd name="T9" fmla="*/ 5 h 57"/>
                  <a:gd name="T10" fmla="*/ 37 w 96"/>
                  <a:gd name="T11" fmla="*/ 0 h 57"/>
                  <a:gd name="T12" fmla="*/ 0 w 96"/>
                  <a:gd name="T13" fmla="*/ 35 h 57"/>
                  <a:gd name="T14" fmla="*/ 56 w 96"/>
                  <a:gd name="T15" fmla="*/ 67 h 57"/>
                  <a:gd name="T16" fmla="*/ 58 w 96"/>
                  <a:gd name="T17" fmla="*/ 67 h 5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6" h="57">
                    <a:moveTo>
                      <a:pt x="49" y="55"/>
                    </a:moveTo>
                    <a:cubicBezTo>
                      <a:pt x="78" y="57"/>
                      <a:pt x="96" y="29"/>
                      <a:pt x="96" y="29"/>
                    </a:cubicBezTo>
                    <a:cubicBezTo>
                      <a:pt x="81" y="27"/>
                      <a:pt x="65" y="0"/>
                      <a:pt x="65" y="0"/>
                    </a:cubicBezTo>
                    <a:cubicBezTo>
                      <a:pt x="48" y="5"/>
                      <a:pt x="48" y="5"/>
                      <a:pt x="48" y="5"/>
                    </a:cubicBezTo>
                    <a:cubicBezTo>
                      <a:pt x="48" y="5"/>
                      <a:pt x="48" y="5"/>
                      <a:pt x="48" y="5"/>
                    </a:cubicBezTo>
                    <a:cubicBezTo>
                      <a:pt x="31" y="0"/>
                      <a:pt x="31" y="0"/>
                      <a:pt x="31" y="0"/>
                    </a:cubicBezTo>
                    <a:cubicBezTo>
                      <a:pt x="31" y="0"/>
                      <a:pt x="15" y="27"/>
                      <a:pt x="0" y="29"/>
                    </a:cubicBezTo>
                    <a:cubicBezTo>
                      <a:pt x="0" y="29"/>
                      <a:pt x="18" y="57"/>
                      <a:pt x="47" y="55"/>
                    </a:cubicBezTo>
                    <a:lnTo>
                      <a:pt x="49" y="55"/>
                    </a:lnTo>
                    <a:close/>
                  </a:path>
                </a:pathLst>
              </a:custGeom>
              <a:solidFill>
                <a:srgbClr val="A537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896" name="Freeform 109">
                <a:extLst>
                  <a:ext uri="{FF2B5EF4-FFF2-40B4-BE49-F238E27FC236}">
                    <a16:creationId xmlns:a16="http://schemas.microsoft.com/office/drawing/2014/main" id="{4EAAB1BB-FB60-4E2C-B472-F7F1B3E17C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4" y="1150"/>
                <a:ext cx="104" cy="30"/>
              </a:xfrm>
              <a:custGeom>
                <a:avLst/>
                <a:gdLst>
                  <a:gd name="T0" fmla="*/ 59 w 98"/>
                  <a:gd name="T1" fmla="*/ 27 h 28"/>
                  <a:gd name="T2" fmla="*/ 57 w 98"/>
                  <a:gd name="T3" fmla="*/ 27 h 28"/>
                  <a:gd name="T4" fmla="*/ 1 w 98"/>
                  <a:gd name="T5" fmla="*/ 0 h 28"/>
                  <a:gd name="T6" fmla="*/ 1 w 98"/>
                  <a:gd name="T7" fmla="*/ 0 h 28"/>
                  <a:gd name="T8" fmla="*/ 57 w 98"/>
                  <a:gd name="T9" fmla="*/ 32 h 28"/>
                  <a:gd name="T10" fmla="*/ 59 w 98"/>
                  <a:gd name="T11" fmla="*/ 32 h 28"/>
                  <a:gd name="T12" fmla="*/ 116 w 98"/>
                  <a:gd name="T13" fmla="*/ 0 h 28"/>
                  <a:gd name="T14" fmla="*/ 116 w 98"/>
                  <a:gd name="T15" fmla="*/ 0 h 28"/>
                  <a:gd name="T16" fmla="*/ 59 w 98"/>
                  <a:gd name="T17" fmla="*/ 27 h 2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8" h="28">
                    <a:moveTo>
                      <a:pt x="50" y="21"/>
                    </a:moveTo>
                    <a:cubicBezTo>
                      <a:pt x="48" y="21"/>
                      <a:pt x="48" y="21"/>
                      <a:pt x="48" y="21"/>
                    </a:cubicBezTo>
                    <a:cubicBezTo>
                      <a:pt x="26" y="23"/>
                      <a:pt x="7" y="8"/>
                      <a:pt x="1" y="0"/>
                    </a:cubicBezTo>
                    <a:cubicBezTo>
                      <a:pt x="0" y="0"/>
                      <a:pt x="2" y="0"/>
                      <a:pt x="1" y="0"/>
                    </a:cubicBezTo>
                    <a:cubicBezTo>
                      <a:pt x="1" y="0"/>
                      <a:pt x="19" y="28"/>
                      <a:pt x="48" y="26"/>
                    </a:cubicBezTo>
                    <a:cubicBezTo>
                      <a:pt x="50" y="26"/>
                      <a:pt x="50" y="26"/>
                      <a:pt x="50" y="26"/>
                    </a:cubicBezTo>
                    <a:cubicBezTo>
                      <a:pt x="79" y="28"/>
                      <a:pt x="97" y="0"/>
                      <a:pt x="97" y="0"/>
                    </a:cubicBezTo>
                    <a:cubicBezTo>
                      <a:pt x="96" y="0"/>
                      <a:pt x="98" y="0"/>
                      <a:pt x="97" y="0"/>
                    </a:cubicBezTo>
                    <a:cubicBezTo>
                      <a:pt x="91" y="8"/>
                      <a:pt x="72" y="23"/>
                      <a:pt x="50" y="21"/>
                    </a:cubicBezTo>
                    <a:close/>
                  </a:path>
                </a:pathLst>
              </a:custGeom>
              <a:solidFill>
                <a:srgbClr val="3E151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897" name="Freeform 110">
                <a:extLst>
                  <a:ext uri="{FF2B5EF4-FFF2-40B4-BE49-F238E27FC236}">
                    <a16:creationId xmlns:a16="http://schemas.microsoft.com/office/drawing/2014/main" id="{AE7D87FC-EDC7-48EE-8DDD-43615847BD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5" y="1114"/>
                <a:ext cx="101" cy="31"/>
              </a:xfrm>
              <a:custGeom>
                <a:avLst/>
                <a:gdLst>
                  <a:gd name="T0" fmla="*/ 0 w 95"/>
                  <a:gd name="T1" fmla="*/ 35 h 29"/>
                  <a:gd name="T2" fmla="*/ 37 w 95"/>
                  <a:gd name="T3" fmla="*/ 4 h 29"/>
                  <a:gd name="T4" fmla="*/ 56 w 95"/>
                  <a:gd name="T5" fmla="*/ 12 h 29"/>
                  <a:gd name="T6" fmla="*/ 57 w 95"/>
                  <a:gd name="T7" fmla="*/ 12 h 29"/>
                  <a:gd name="T8" fmla="*/ 78 w 95"/>
                  <a:gd name="T9" fmla="*/ 4 h 29"/>
                  <a:gd name="T10" fmla="*/ 114 w 95"/>
                  <a:gd name="T11" fmla="*/ 35 h 29"/>
                  <a:gd name="T12" fmla="*/ 114 w 95"/>
                  <a:gd name="T13" fmla="*/ 35 h 29"/>
                  <a:gd name="T14" fmla="*/ 78 w 95"/>
                  <a:gd name="T15" fmla="*/ 0 h 29"/>
                  <a:gd name="T16" fmla="*/ 57 w 95"/>
                  <a:gd name="T17" fmla="*/ 6 h 29"/>
                  <a:gd name="T18" fmla="*/ 56 w 95"/>
                  <a:gd name="T19" fmla="*/ 6 h 29"/>
                  <a:gd name="T20" fmla="*/ 37 w 95"/>
                  <a:gd name="T21" fmla="*/ 0 h 29"/>
                  <a:gd name="T22" fmla="*/ 0 w 95"/>
                  <a:gd name="T23" fmla="*/ 35 h 29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95" h="29">
                    <a:moveTo>
                      <a:pt x="0" y="29"/>
                    </a:moveTo>
                    <a:cubicBezTo>
                      <a:pt x="15" y="27"/>
                      <a:pt x="31" y="4"/>
                      <a:pt x="31" y="4"/>
                    </a:cubicBezTo>
                    <a:cubicBezTo>
                      <a:pt x="47" y="9"/>
                      <a:pt x="47" y="9"/>
                      <a:pt x="47" y="9"/>
                    </a:cubicBezTo>
                    <a:cubicBezTo>
                      <a:pt x="48" y="9"/>
                      <a:pt x="48" y="9"/>
                      <a:pt x="48" y="9"/>
                    </a:cubicBezTo>
                    <a:cubicBezTo>
                      <a:pt x="65" y="4"/>
                      <a:pt x="65" y="4"/>
                      <a:pt x="65" y="4"/>
                    </a:cubicBezTo>
                    <a:cubicBezTo>
                      <a:pt x="65" y="4"/>
                      <a:pt x="78" y="27"/>
                      <a:pt x="95" y="29"/>
                    </a:cubicBezTo>
                    <a:cubicBezTo>
                      <a:pt x="95" y="29"/>
                      <a:pt x="95" y="29"/>
                      <a:pt x="95" y="29"/>
                    </a:cubicBezTo>
                    <a:cubicBezTo>
                      <a:pt x="81" y="27"/>
                      <a:pt x="65" y="0"/>
                      <a:pt x="65" y="0"/>
                    </a:cubicBezTo>
                    <a:cubicBezTo>
                      <a:pt x="48" y="6"/>
                      <a:pt x="48" y="6"/>
                      <a:pt x="48" y="6"/>
                    </a:cubicBezTo>
                    <a:cubicBezTo>
                      <a:pt x="47" y="6"/>
                      <a:pt x="47" y="6"/>
                      <a:pt x="47" y="6"/>
                    </a:cubicBezTo>
                    <a:cubicBezTo>
                      <a:pt x="31" y="0"/>
                      <a:pt x="31" y="0"/>
                      <a:pt x="31" y="0"/>
                    </a:cubicBezTo>
                    <a:cubicBezTo>
                      <a:pt x="31" y="0"/>
                      <a:pt x="15" y="27"/>
                      <a:pt x="0" y="29"/>
                    </a:cubicBezTo>
                    <a:close/>
                  </a:path>
                </a:pathLst>
              </a:custGeom>
              <a:solidFill>
                <a:srgbClr val="3E151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898" name="Freeform 111">
                <a:extLst>
                  <a:ext uri="{FF2B5EF4-FFF2-40B4-BE49-F238E27FC236}">
                    <a16:creationId xmlns:a16="http://schemas.microsoft.com/office/drawing/2014/main" id="{AC46CE08-79D4-4EFE-89F6-2A5F5E4A04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5" y="1139"/>
                <a:ext cx="7" cy="21"/>
              </a:xfrm>
              <a:custGeom>
                <a:avLst/>
                <a:gdLst>
                  <a:gd name="T0" fmla="*/ 1 w 7"/>
                  <a:gd name="T1" fmla="*/ 0 h 20"/>
                  <a:gd name="T2" fmla="*/ 0 w 7"/>
                  <a:gd name="T3" fmla="*/ 23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20">
                    <a:moveTo>
                      <a:pt x="1" y="0"/>
                    </a:moveTo>
                    <a:cubicBezTo>
                      <a:pt x="1" y="0"/>
                      <a:pt x="7" y="5"/>
                      <a:pt x="0" y="20"/>
                    </a:cubicBezTo>
                  </a:path>
                </a:pathLst>
              </a:custGeom>
              <a:noFill/>
              <a:ln w="3175" cap="flat">
                <a:solidFill>
                  <a:srgbClr val="5A2218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899" name="Freeform 112">
                <a:extLst>
                  <a:ext uri="{FF2B5EF4-FFF2-40B4-BE49-F238E27FC236}">
                    <a16:creationId xmlns:a16="http://schemas.microsoft.com/office/drawing/2014/main" id="{3107A25C-FDDE-4F5C-BB2E-23362AADD3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2" y="1069"/>
                <a:ext cx="9" cy="65"/>
              </a:xfrm>
              <a:custGeom>
                <a:avLst/>
                <a:gdLst>
                  <a:gd name="T0" fmla="*/ 0 w 8"/>
                  <a:gd name="T1" fmla="*/ 0 h 62"/>
                  <a:gd name="T2" fmla="*/ 8 w 8"/>
                  <a:gd name="T3" fmla="*/ 14 h 62"/>
                  <a:gd name="T4" fmla="*/ 10 w 8"/>
                  <a:gd name="T5" fmla="*/ 30 h 62"/>
                  <a:gd name="T6" fmla="*/ 3 w 8"/>
                  <a:gd name="T7" fmla="*/ 50 h 62"/>
                  <a:gd name="T8" fmla="*/ 2 w 8"/>
                  <a:gd name="T9" fmla="*/ 71 h 62"/>
                  <a:gd name="T10" fmla="*/ 1 w 8"/>
                  <a:gd name="T11" fmla="*/ 63 h 62"/>
                  <a:gd name="T12" fmla="*/ 2 w 8"/>
                  <a:gd name="T13" fmla="*/ 49 h 62"/>
                  <a:gd name="T14" fmla="*/ 7 w 8"/>
                  <a:gd name="T15" fmla="*/ 30 h 62"/>
                  <a:gd name="T16" fmla="*/ 8 w 8"/>
                  <a:gd name="T17" fmla="*/ 19 h 62"/>
                  <a:gd name="T18" fmla="*/ 7 w 8"/>
                  <a:gd name="T19" fmla="*/ 10 h 62"/>
                  <a:gd name="T20" fmla="*/ 2 w 8"/>
                  <a:gd name="T21" fmla="*/ 3 h 6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" h="62">
                    <a:moveTo>
                      <a:pt x="0" y="0"/>
                    </a:moveTo>
                    <a:cubicBezTo>
                      <a:pt x="3" y="3"/>
                      <a:pt x="4" y="7"/>
                      <a:pt x="5" y="11"/>
                    </a:cubicBezTo>
                    <a:cubicBezTo>
                      <a:pt x="8" y="16"/>
                      <a:pt x="8" y="22"/>
                      <a:pt x="7" y="27"/>
                    </a:cubicBezTo>
                    <a:cubicBezTo>
                      <a:pt x="6" y="33"/>
                      <a:pt x="4" y="38"/>
                      <a:pt x="3" y="44"/>
                    </a:cubicBezTo>
                    <a:cubicBezTo>
                      <a:pt x="2" y="50"/>
                      <a:pt x="2" y="56"/>
                      <a:pt x="2" y="62"/>
                    </a:cubicBezTo>
                    <a:cubicBezTo>
                      <a:pt x="2" y="60"/>
                      <a:pt x="1" y="56"/>
                      <a:pt x="1" y="54"/>
                    </a:cubicBezTo>
                    <a:cubicBezTo>
                      <a:pt x="1" y="50"/>
                      <a:pt x="1" y="46"/>
                      <a:pt x="2" y="43"/>
                    </a:cubicBezTo>
                    <a:cubicBezTo>
                      <a:pt x="2" y="37"/>
                      <a:pt x="3" y="32"/>
                      <a:pt x="4" y="27"/>
                    </a:cubicBezTo>
                    <a:cubicBezTo>
                      <a:pt x="5" y="24"/>
                      <a:pt x="5" y="20"/>
                      <a:pt x="5" y="16"/>
                    </a:cubicBezTo>
                    <a:cubicBezTo>
                      <a:pt x="4" y="14"/>
                      <a:pt x="4" y="13"/>
                      <a:pt x="4" y="10"/>
                    </a:cubicBezTo>
                    <a:cubicBezTo>
                      <a:pt x="3" y="8"/>
                      <a:pt x="2" y="5"/>
                      <a:pt x="2" y="3"/>
                    </a:cubicBezTo>
                  </a:path>
                </a:pathLst>
              </a:custGeom>
              <a:solidFill>
                <a:srgbClr val="5A22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900" name="Freeform 113">
                <a:extLst>
                  <a:ext uri="{FF2B5EF4-FFF2-40B4-BE49-F238E27FC236}">
                    <a16:creationId xmlns:a16="http://schemas.microsoft.com/office/drawing/2014/main" id="{47DC22D6-835F-464C-88C5-5C0EC459D4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8" y="1140"/>
                <a:ext cx="8" cy="23"/>
              </a:xfrm>
              <a:custGeom>
                <a:avLst/>
                <a:gdLst>
                  <a:gd name="T0" fmla="*/ 0 w 7"/>
                  <a:gd name="T1" fmla="*/ 0 h 22"/>
                  <a:gd name="T2" fmla="*/ 0 w 7"/>
                  <a:gd name="T3" fmla="*/ 25 h 22"/>
                  <a:gd name="T4" fmla="*/ 1 w 7"/>
                  <a:gd name="T5" fmla="*/ 2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22">
                    <a:moveTo>
                      <a:pt x="0" y="0"/>
                    </a:moveTo>
                    <a:cubicBezTo>
                      <a:pt x="0" y="8"/>
                      <a:pt x="3" y="14"/>
                      <a:pt x="0" y="22"/>
                    </a:cubicBezTo>
                    <a:cubicBezTo>
                      <a:pt x="6" y="17"/>
                      <a:pt x="7" y="9"/>
                      <a:pt x="1" y="2"/>
                    </a:cubicBezTo>
                  </a:path>
                </a:pathLst>
              </a:custGeom>
              <a:solidFill>
                <a:srgbClr val="5A22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901" name="Freeform 114">
                <a:extLst>
                  <a:ext uri="{FF2B5EF4-FFF2-40B4-BE49-F238E27FC236}">
                    <a16:creationId xmlns:a16="http://schemas.microsoft.com/office/drawing/2014/main" id="{9E4DA88B-4157-4627-A07F-41D980BB1A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5" y="1076"/>
                <a:ext cx="11" cy="73"/>
              </a:xfrm>
              <a:custGeom>
                <a:avLst/>
                <a:gdLst>
                  <a:gd name="T0" fmla="*/ 9 w 11"/>
                  <a:gd name="T1" fmla="*/ 81 h 69"/>
                  <a:gd name="T2" fmla="*/ 11 w 11"/>
                  <a:gd name="T3" fmla="*/ 0 h 6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69">
                    <a:moveTo>
                      <a:pt x="9" y="69"/>
                    </a:moveTo>
                    <a:cubicBezTo>
                      <a:pt x="9" y="69"/>
                      <a:pt x="0" y="25"/>
                      <a:pt x="11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902" name="Freeform 115">
                <a:extLst>
                  <a:ext uri="{FF2B5EF4-FFF2-40B4-BE49-F238E27FC236}">
                    <a16:creationId xmlns:a16="http://schemas.microsoft.com/office/drawing/2014/main" id="{40BD54B3-31F4-4254-895B-4015DCDA5C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2" y="1067"/>
                <a:ext cx="25" cy="23"/>
              </a:xfrm>
              <a:custGeom>
                <a:avLst/>
                <a:gdLst>
                  <a:gd name="T0" fmla="*/ 0 w 23"/>
                  <a:gd name="T1" fmla="*/ 25 h 22"/>
                  <a:gd name="T2" fmla="*/ 22 w 23"/>
                  <a:gd name="T3" fmla="*/ 24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22">
                    <a:moveTo>
                      <a:pt x="0" y="22"/>
                    </a:moveTo>
                    <a:cubicBezTo>
                      <a:pt x="0" y="22"/>
                      <a:pt x="23" y="0"/>
                      <a:pt x="17" y="21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903" name="Freeform 116">
                <a:extLst>
                  <a:ext uri="{FF2B5EF4-FFF2-40B4-BE49-F238E27FC236}">
                    <a16:creationId xmlns:a16="http://schemas.microsoft.com/office/drawing/2014/main" id="{64868308-6CBC-45D4-A60F-1C232728CD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1" y="1098"/>
                <a:ext cx="19" cy="23"/>
              </a:xfrm>
              <a:custGeom>
                <a:avLst/>
                <a:gdLst>
                  <a:gd name="T0" fmla="*/ 0 w 18"/>
                  <a:gd name="T1" fmla="*/ 0 h 21"/>
                  <a:gd name="T2" fmla="*/ 0 w 18"/>
                  <a:gd name="T3" fmla="*/ 27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21">
                    <a:moveTo>
                      <a:pt x="0" y="0"/>
                    </a:moveTo>
                    <a:cubicBezTo>
                      <a:pt x="0" y="0"/>
                      <a:pt x="18" y="9"/>
                      <a:pt x="0" y="21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904" name="Freeform 117">
                <a:extLst>
                  <a:ext uri="{FF2B5EF4-FFF2-40B4-BE49-F238E27FC236}">
                    <a16:creationId xmlns:a16="http://schemas.microsoft.com/office/drawing/2014/main" id="{1103748D-CB60-4C7D-896F-95525CC2E3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2" y="2965"/>
                <a:ext cx="64" cy="85"/>
              </a:xfrm>
              <a:custGeom>
                <a:avLst/>
                <a:gdLst>
                  <a:gd name="T0" fmla="*/ 70 w 61"/>
                  <a:gd name="T1" fmla="*/ 0 h 81"/>
                  <a:gd name="T2" fmla="*/ 33 w 61"/>
                  <a:gd name="T3" fmla="*/ 38 h 81"/>
                  <a:gd name="T4" fmla="*/ 0 w 61"/>
                  <a:gd name="T5" fmla="*/ 93 h 8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1" h="81">
                    <a:moveTo>
                      <a:pt x="61" y="0"/>
                    </a:moveTo>
                    <a:cubicBezTo>
                      <a:pt x="51" y="3"/>
                      <a:pt x="38" y="23"/>
                      <a:pt x="29" y="32"/>
                    </a:cubicBezTo>
                    <a:cubicBezTo>
                      <a:pt x="15" y="47"/>
                      <a:pt x="9" y="61"/>
                      <a:pt x="0" y="81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905" name="Freeform 118">
                <a:extLst>
                  <a:ext uri="{FF2B5EF4-FFF2-40B4-BE49-F238E27FC236}">
                    <a16:creationId xmlns:a16="http://schemas.microsoft.com/office/drawing/2014/main" id="{35FF09CA-C066-4F27-937B-76B041FEA4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6" y="3080"/>
                <a:ext cx="208" cy="50"/>
              </a:xfrm>
              <a:custGeom>
                <a:avLst/>
                <a:gdLst>
                  <a:gd name="T0" fmla="*/ 232 w 197"/>
                  <a:gd name="T1" fmla="*/ 0 h 48"/>
                  <a:gd name="T2" fmla="*/ 197 w 197"/>
                  <a:gd name="T3" fmla="*/ 22 h 48"/>
                  <a:gd name="T4" fmla="*/ 152 w 197"/>
                  <a:gd name="T5" fmla="*/ 45 h 48"/>
                  <a:gd name="T6" fmla="*/ 86 w 197"/>
                  <a:gd name="T7" fmla="*/ 53 h 48"/>
                  <a:gd name="T8" fmla="*/ 0 w 197"/>
                  <a:gd name="T9" fmla="*/ 31 h 4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7" h="48">
                    <a:moveTo>
                      <a:pt x="197" y="0"/>
                    </a:moveTo>
                    <a:cubicBezTo>
                      <a:pt x="190" y="8"/>
                      <a:pt x="177" y="13"/>
                      <a:pt x="168" y="19"/>
                    </a:cubicBezTo>
                    <a:cubicBezTo>
                      <a:pt x="156" y="27"/>
                      <a:pt x="143" y="34"/>
                      <a:pt x="129" y="39"/>
                    </a:cubicBezTo>
                    <a:cubicBezTo>
                      <a:pt x="111" y="45"/>
                      <a:pt x="92" y="48"/>
                      <a:pt x="73" y="47"/>
                    </a:cubicBezTo>
                    <a:cubicBezTo>
                      <a:pt x="47" y="46"/>
                      <a:pt x="25" y="34"/>
                      <a:pt x="0" y="28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906" name="Freeform 119">
                <a:extLst>
                  <a:ext uri="{FF2B5EF4-FFF2-40B4-BE49-F238E27FC236}">
                    <a16:creationId xmlns:a16="http://schemas.microsoft.com/office/drawing/2014/main" id="{ECC755FD-F630-4894-B27A-1B4A795821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5" y="3087"/>
                <a:ext cx="39" cy="17"/>
              </a:xfrm>
              <a:custGeom>
                <a:avLst/>
                <a:gdLst>
                  <a:gd name="T0" fmla="*/ 43 w 37"/>
                  <a:gd name="T1" fmla="*/ 0 h 16"/>
                  <a:gd name="T2" fmla="*/ 0 w 37"/>
                  <a:gd name="T3" fmla="*/ 19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7" h="16">
                    <a:moveTo>
                      <a:pt x="37" y="0"/>
                    </a:moveTo>
                    <a:cubicBezTo>
                      <a:pt x="25" y="7"/>
                      <a:pt x="11" y="9"/>
                      <a:pt x="0" y="16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907" name="Freeform 120">
                <a:extLst>
                  <a:ext uri="{FF2B5EF4-FFF2-40B4-BE49-F238E27FC236}">
                    <a16:creationId xmlns:a16="http://schemas.microsoft.com/office/drawing/2014/main" id="{EACC1EE5-49CE-44D6-BBEB-178D5A6927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0" y="3145"/>
                <a:ext cx="56" cy="6"/>
              </a:xfrm>
              <a:custGeom>
                <a:avLst/>
                <a:gdLst>
                  <a:gd name="T0" fmla="*/ 62 w 53"/>
                  <a:gd name="T1" fmla="*/ 1 h 6"/>
                  <a:gd name="T2" fmla="*/ 0 w 53"/>
                  <a:gd name="T3" fmla="*/ 6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3" h="6">
                    <a:moveTo>
                      <a:pt x="53" y="1"/>
                    </a:moveTo>
                    <a:cubicBezTo>
                      <a:pt x="37" y="0"/>
                      <a:pt x="16" y="0"/>
                      <a:pt x="0" y="6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908" name="Freeform 121">
                <a:extLst>
                  <a:ext uri="{FF2B5EF4-FFF2-40B4-BE49-F238E27FC236}">
                    <a16:creationId xmlns:a16="http://schemas.microsoft.com/office/drawing/2014/main" id="{099A1DDC-E65B-4A46-8723-54F433AAE5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6" y="2775"/>
                <a:ext cx="58" cy="22"/>
              </a:xfrm>
              <a:custGeom>
                <a:avLst/>
                <a:gdLst>
                  <a:gd name="T0" fmla="*/ 64 w 55"/>
                  <a:gd name="T1" fmla="*/ 0 h 21"/>
                  <a:gd name="T2" fmla="*/ 0 w 55"/>
                  <a:gd name="T3" fmla="*/ 24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5" h="21">
                    <a:moveTo>
                      <a:pt x="55" y="0"/>
                    </a:moveTo>
                    <a:cubicBezTo>
                      <a:pt x="35" y="6"/>
                      <a:pt x="18" y="8"/>
                      <a:pt x="0" y="21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909" name="Freeform 122">
                <a:extLst>
                  <a:ext uri="{FF2B5EF4-FFF2-40B4-BE49-F238E27FC236}">
                    <a16:creationId xmlns:a16="http://schemas.microsoft.com/office/drawing/2014/main" id="{4B48FCB8-821A-47D2-AE83-6AE90EB0B3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8" y="3772"/>
                <a:ext cx="103" cy="13"/>
              </a:xfrm>
              <a:custGeom>
                <a:avLst/>
                <a:gdLst>
                  <a:gd name="T0" fmla="*/ 114 w 98"/>
                  <a:gd name="T1" fmla="*/ 4 h 12"/>
                  <a:gd name="T2" fmla="*/ 81 w 98"/>
                  <a:gd name="T3" fmla="*/ 14 h 12"/>
                  <a:gd name="T4" fmla="*/ 49 w 98"/>
                  <a:gd name="T5" fmla="*/ 5 h 12"/>
                  <a:gd name="T6" fmla="*/ 0 w 98"/>
                  <a:gd name="T7" fmla="*/ 15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8" h="12">
                    <a:moveTo>
                      <a:pt x="98" y="4"/>
                    </a:moveTo>
                    <a:cubicBezTo>
                      <a:pt x="88" y="7"/>
                      <a:pt x="80" y="11"/>
                      <a:pt x="69" y="11"/>
                    </a:cubicBezTo>
                    <a:cubicBezTo>
                      <a:pt x="60" y="11"/>
                      <a:pt x="52" y="8"/>
                      <a:pt x="43" y="5"/>
                    </a:cubicBezTo>
                    <a:cubicBezTo>
                      <a:pt x="28" y="0"/>
                      <a:pt x="12" y="0"/>
                      <a:pt x="0" y="12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910" name="Freeform 123">
                <a:extLst>
                  <a:ext uri="{FF2B5EF4-FFF2-40B4-BE49-F238E27FC236}">
                    <a16:creationId xmlns:a16="http://schemas.microsoft.com/office/drawing/2014/main" id="{F1D2ECE3-577F-45BF-AC56-3577FD97AD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4" y="3673"/>
                <a:ext cx="44" cy="7"/>
              </a:xfrm>
              <a:custGeom>
                <a:avLst/>
                <a:gdLst>
                  <a:gd name="T0" fmla="*/ 48 w 42"/>
                  <a:gd name="T1" fmla="*/ 1 h 7"/>
                  <a:gd name="T2" fmla="*/ 0 w 42"/>
                  <a:gd name="T3" fmla="*/ 7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2" h="7">
                    <a:moveTo>
                      <a:pt x="42" y="1"/>
                    </a:moveTo>
                    <a:cubicBezTo>
                      <a:pt x="29" y="0"/>
                      <a:pt x="14" y="5"/>
                      <a:pt x="0" y="7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911" name="Freeform 124">
                <a:extLst>
                  <a:ext uri="{FF2B5EF4-FFF2-40B4-BE49-F238E27FC236}">
                    <a16:creationId xmlns:a16="http://schemas.microsoft.com/office/drawing/2014/main" id="{550302BE-8370-476D-BAAE-375D5306D1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7" y="3964"/>
                <a:ext cx="37" cy="36"/>
              </a:xfrm>
              <a:custGeom>
                <a:avLst/>
                <a:gdLst>
                  <a:gd name="T0" fmla="*/ 38 w 35"/>
                  <a:gd name="T1" fmla="*/ 40 h 34"/>
                  <a:gd name="T2" fmla="*/ 27 w 35"/>
                  <a:gd name="T3" fmla="*/ 13 h 34"/>
                  <a:gd name="T4" fmla="*/ 13 w 35"/>
                  <a:gd name="T5" fmla="*/ 4 h 34"/>
                  <a:gd name="T6" fmla="*/ 0 w 35"/>
                  <a:gd name="T7" fmla="*/ 0 h 3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5" h="34">
                    <a:moveTo>
                      <a:pt x="32" y="34"/>
                    </a:moveTo>
                    <a:cubicBezTo>
                      <a:pt x="35" y="25"/>
                      <a:pt x="33" y="14"/>
                      <a:pt x="24" y="10"/>
                    </a:cubicBezTo>
                    <a:cubicBezTo>
                      <a:pt x="20" y="8"/>
                      <a:pt x="15" y="5"/>
                      <a:pt x="10" y="4"/>
                    </a:cubicBezTo>
                    <a:cubicBezTo>
                      <a:pt x="7" y="2"/>
                      <a:pt x="3" y="1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912" name="Freeform 125">
                <a:extLst>
                  <a:ext uri="{FF2B5EF4-FFF2-40B4-BE49-F238E27FC236}">
                    <a16:creationId xmlns:a16="http://schemas.microsoft.com/office/drawing/2014/main" id="{E0BD14CC-FA2B-4BDA-A090-2A5E1A8D9B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9" y="3945"/>
                <a:ext cx="14" cy="21"/>
              </a:xfrm>
              <a:custGeom>
                <a:avLst/>
                <a:gdLst>
                  <a:gd name="T0" fmla="*/ 16 w 13"/>
                  <a:gd name="T1" fmla="*/ 23 h 20"/>
                  <a:gd name="T2" fmla="*/ 0 w 13"/>
                  <a:gd name="T3" fmla="*/ 0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20">
                    <a:moveTo>
                      <a:pt x="13" y="20"/>
                    </a:moveTo>
                    <a:cubicBezTo>
                      <a:pt x="6" y="15"/>
                      <a:pt x="6" y="4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913" name="Freeform 126">
                <a:extLst>
                  <a:ext uri="{FF2B5EF4-FFF2-40B4-BE49-F238E27FC236}">
                    <a16:creationId xmlns:a16="http://schemas.microsoft.com/office/drawing/2014/main" id="{E956A350-CA25-46D7-91DC-F44F077CFD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9" y="3974"/>
                <a:ext cx="35" cy="24"/>
              </a:xfrm>
              <a:custGeom>
                <a:avLst/>
                <a:gdLst>
                  <a:gd name="T0" fmla="*/ 39 w 33"/>
                  <a:gd name="T1" fmla="*/ 6 h 23"/>
                  <a:gd name="T2" fmla="*/ 7 w 33"/>
                  <a:gd name="T3" fmla="*/ 26 h 23"/>
                  <a:gd name="T4" fmla="*/ 2 w 33"/>
                  <a:gd name="T5" fmla="*/ 9 h 23"/>
                  <a:gd name="T6" fmla="*/ 16 w 33"/>
                  <a:gd name="T7" fmla="*/ 0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" h="23">
                    <a:moveTo>
                      <a:pt x="33" y="6"/>
                    </a:moveTo>
                    <a:cubicBezTo>
                      <a:pt x="20" y="5"/>
                      <a:pt x="10" y="10"/>
                      <a:pt x="7" y="23"/>
                    </a:cubicBezTo>
                    <a:cubicBezTo>
                      <a:pt x="2" y="21"/>
                      <a:pt x="0" y="13"/>
                      <a:pt x="2" y="9"/>
                    </a:cubicBezTo>
                    <a:cubicBezTo>
                      <a:pt x="4" y="3"/>
                      <a:pt x="8" y="3"/>
                      <a:pt x="13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914" name="Freeform 127">
                <a:extLst>
                  <a:ext uri="{FF2B5EF4-FFF2-40B4-BE49-F238E27FC236}">
                    <a16:creationId xmlns:a16="http://schemas.microsoft.com/office/drawing/2014/main" id="{A271E260-D7BA-47B1-A903-CECDD5ACF4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5" y="3948"/>
                <a:ext cx="37" cy="48"/>
              </a:xfrm>
              <a:custGeom>
                <a:avLst/>
                <a:gdLst>
                  <a:gd name="T0" fmla="*/ 37 w 35"/>
                  <a:gd name="T1" fmla="*/ 54 h 45"/>
                  <a:gd name="T2" fmla="*/ 37 w 35"/>
                  <a:gd name="T3" fmla="*/ 36 h 45"/>
                  <a:gd name="T4" fmla="*/ 25 w 35"/>
                  <a:gd name="T5" fmla="*/ 22 h 45"/>
                  <a:gd name="T6" fmla="*/ 13 w 35"/>
                  <a:gd name="T7" fmla="*/ 16 h 45"/>
                  <a:gd name="T8" fmla="*/ 5 w 35"/>
                  <a:gd name="T9" fmla="*/ 11 h 45"/>
                  <a:gd name="T10" fmla="*/ 0 w 35"/>
                  <a:gd name="T11" fmla="*/ 0 h 4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5" h="45">
                    <a:moveTo>
                      <a:pt x="31" y="45"/>
                    </a:moveTo>
                    <a:cubicBezTo>
                      <a:pt x="35" y="43"/>
                      <a:pt x="33" y="33"/>
                      <a:pt x="31" y="30"/>
                    </a:cubicBezTo>
                    <a:cubicBezTo>
                      <a:pt x="30" y="26"/>
                      <a:pt x="25" y="22"/>
                      <a:pt x="22" y="19"/>
                    </a:cubicBezTo>
                    <a:cubicBezTo>
                      <a:pt x="19" y="16"/>
                      <a:pt x="14" y="14"/>
                      <a:pt x="10" y="13"/>
                    </a:cubicBezTo>
                    <a:cubicBezTo>
                      <a:pt x="7" y="11"/>
                      <a:pt x="6" y="11"/>
                      <a:pt x="5" y="8"/>
                    </a:cubicBezTo>
                    <a:cubicBezTo>
                      <a:pt x="3" y="6"/>
                      <a:pt x="0" y="2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915" name="Freeform 128">
                <a:extLst>
                  <a:ext uri="{FF2B5EF4-FFF2-40B4-BE49-F238E27FC236}">
                    <a16:creationId xmlns:a16="http://schemas.microsoft.com/office/drawing/2014/main" id="{5204C015-63CE-4B2F-8E57-D93868EDFA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4" y="3935"/>
                <a:ext cx="40" cy="41"/>
              </a:xfrm>
              <a:custGeom>
                <a:avLst/>
                <a:gdLst>
                  <a:gd name="T0" fmla="*/ 44 w 38"/>
                  <a:gd name="T1" fmla="*/ 45 h 39"/>
                  <a:gd name="T2" fmla="*/ 28 w 38"/>
                  <a:gd name="T3" fmla="*/ 15 h 39"/>
                  <a:gd name="T4" fmla="*/ 17 w 38"/>
                  <a:gd name="T5" fmla="*/ 8 h 39"/>
                  <a:gd name="T6" fmla="*/ 8 w 38"/>
                  <a:gd name="T7" fmla="*/ 3 h 39"/>
                  <a:gd name="T8" fmla="*/ 0 w 38"/>
                  <a:gd name="T9" fmla="*/ 0 h 3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" h="39">
                    <a:moveTo>
                      <a:pt x="38" y="39"/>
                    </a:moveTo>
                    <a:cubicBezTo>
                      <a:pt x="38" y="29"/>
                      <a:pt x="33" y="18"/>
                      <a:pt x="25" y="12"/>
                    </a:cubicBezTo>
                    <a:cubicBezTo>
                      <a:pt x="22" y="10"/>
                      <a:pt x="18" y="10"/>
                      <a:pt x="14" y="8"/>
                    </a:cubicBezTo>
                    <a:cubicBezTo>
                      <a:pt x="12" y="6"/>
                      <a:pt x="10" y="5"/>
                      <a:pt x="8" y="3"/>
                    </a:cubicBezTo>
                    <a:cubicBezTo>
                      <a:pt x="5" y="2"/>
                      <a:pt x="3" y="1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916" name="Freeform 129">
                <a:extLst>
                  <a:ext uri="{FF2B5EF4-FFF2-40B4-BE49-F238E27FC236}">
                    <a16:creationId xmlns:a16="http://schemas.microsoft.com/office/drawing/2014/main" id="{0D9911F6-0BCC-429D-8603-6F6E186C33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0" y="3935"/>
                <a:ext cx="12" cy="6"/>
              </a:xfrm>
              <a:custGeom>
                <a:avLst/>
                <a:gdLst>
                  <a:gd name="T0" fmla="*/ 14 w 11"/>
                  <a:gd name="T1" fmla="*/ 6 h 6"/>
                  <a:gd name="T2" fmla="*/ 0 w 11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6">
                    <a:moveTo>
                      <a:pt x="11" y="6"/>
                    </a:moveTo>
                    <a:cubicBezTo>
                      <a:pt x="8" y="3"/>
                      <a:pt x="2" y="3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917" name="Freeform 130">
                <a:extLst>
                  <a:ext uri="{FF2B5EF4-FFF2-40B4-BE49-F238E27FC236}">
                    <a16:creationId xmlns:a16="http://schemas.microsoft.com/office/drawing/2014/main" id="{3A75B3A5-A8BA-40CF-9A12-8FA7A60E22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5" y="3928"/>
                <a:ext cx="6" cy="3"/>
              </a:xfrm>
              <a:custGeom>
                <a:avLst/>
                <a:gdLst>
                  <a:gd name="T0" fmla="*/ 8 w 5"/>
                  <a:gd name="T1" fmla="*/ 3 h 3"/>
                  <a:gd name="T2" fmla="*/ 0 w 5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3">
                    <a:moveTo>
                      <a:pt x="5" y="3"/>
                    </a:moveTo>
                    <a:cubicBezTo>
                      <a:pt x="4" y="2"/>
                      <a:pt x="2" y="0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918" name="Freeform 131">
                <a:extLst>
                  <a:ext uri="{FF2B5EF4-FFF2-40B4-BE49-F238E27FC236}">
                    <a16:creationId xmlns:a16="http://schemas.microsoft.com/office/drawing/2014/main" id="{32E5FCAB-CE48-4DD3-A916-53442FDB45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7" y="3969"/>
                <a:ext cx="16" cy="12"/>
              </a:xfrm>
              <a:custGeom>
                <a:avLst/>
                <a:gdLst>
                  <a:gd name="T0" fmla="*/ 18 w 15"/>
                  <a:gd name="T1" fmla="*/ 5 h 11"/>
                  <a:gd name="T2" fmla="*/ 3 w 15"/>
                  <a:gd name="T3" fmla="*/ 14 h 11"/>
                  <a:gd name="T4" fmla="*/ 0 w 15"/>
                  <a:gd name="T5" fmla="*/ 5 h 11"/>
                  <a:gd name="T6" fmla="*/ 14 w 15"/>
                  <a:gd name="T7" fmla="*/ 0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11">
                    <a:moveTo>
                      <a:pt x="15" y="5"/>
                    </a:moveTo>
                    <a:cubicBezTo>
                      <a:pt x="9" y="5"/>
                      <a:pt x="7" y="8"/>
                      <a:pt x="3" y="11"/>
                    </a:cubicBezTo>
                    <a:cubicBezTo>
                      <a:pt x="2" y="9"/>
                      <a:pt x="0" y="7"/>
                      <a:pt x="0" y="5"/>
                    </a:cubicBezTo>
                    <a:cubicBezTo>
                      <a:pt x="4" y="5"/>
                      <a:pt x="6" y="0"/>
                      <a:pt x="11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919" name="Freeform 132">
                <a:extLst>
                  <a:ext uri="{FF2B5EF4-FFF2-40B4-BE49-F238E27FC236}">
                    <a16:creationId xmlns:a16="http://schemas.microsoft.com/office/drawing/2014/main" id="{A911EA91-FA73-4613-9F00-2462E1E514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9" y="3961"/>
                <a:ext cx="12" cy="14"/>
              </a:xfrm>
              <a:custGeom>
                <a:avLst/>
                <a:gdLst>
                  <a:gd name="T0" fmla="*/ 14 w 11"/>
                  <a:gd name="T1" fmla="*/ 4 h 13"/>
                  <a:gd name="T2" fmla="*/ 3 w 11"/>
                  <a:gd name="T3" fmla="*/ 16 h 13"/>
                  <a:gd name="T4" fmla="*/ 2 w 11"/>
                  <a:gd name="T5" fmla="*/ 16 h 13"/>
                  <a:gd name="T6" fmla="*/ 0 w 11"/>
                  <a:gd name="T7" fmla="*/ 11 h 13"/>
                  <a:gd name="T8" fmla="*/ 12 w 11"/>
                  <a:gd name="T9" fmla="*/ 0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3">
                    <a:moveTo>
                      <a:pt x="11" y="4"/>
                    </a:moveTo>
                    <a:cubicBezTo>
                      <a:pt x="8" y="5"/>
                      <a:pt x="4" y="9"/>
                      <a:pt x="3" y="13"/>
                    </a:cubicBezTo>
                    <a:cubicBezTo>
                      <a:pt x="3" y="13"/>
                      <a:pt x="2" y="13"/>
                      <a:pt x="2" y="13"/>
                    </a:cubicBezTo>
                    <a:cubicBezTo>
                      <a:pt x="1" y="11"/>
                      <a:pt x="0" y="10"/>
                      <a:pt x="0" y="8"/>
                    </a:cubicBezTo>
                    <a:cubicBezTo>
                      <a:pt x="4" y="7"/>
                      <a:pt x="5" y="1"/>
                      <a:pt x="9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920" name="Freeform 133">
                <a:extLst>
                  <a:ext uri="{FF2B5EF4-FFF2-40B4-BE49-F238E27FC236}">
                    <a16:creationId xmlns:a16="http://schemas.microsoft.com/office/drawing/2014/main" id="{99721E2D-7DDF-41B9-894A-60389E9373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6" y="3907"/>
                <a:ext cx="21" cy="19"/>
              </a:xfrm>
              <a:custGeom>
                <a:avLst/>
                <a:gdLst>
                  <a:gd name="T0" fmla="*/ 23 w 20"/>
                  <a:gd name="T1" fmla="*/ 21 h 18"/>
                  <a:gd name="T2" fmla="*/ 0 w 20"/>
                  <a:gd name="T3" fmla="*/ 0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18">
                    <a:moveTo>
                      <a:pt x="20" y="18"/>
                    </a:moveTo>
                    <a:cubicBezTo>
                      <a:pt x="12" y="14"/>
                      <a:pt x="5" y="7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921" name="Freeform 134">
                <a:extLst>
                  <a:ext uri="{FF2B5EF4-FFF2-40B4-BE49-F238E27FC236}">
                    <a16:creationId xmlns:a16="http://schemas.microsoft.com/office/drawing/2014/main" id="{82F0F7C0-5214-40E0-924A-C4B0D50A2E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0" y="1297"/>
                <a:ext cx="114" cy="57"/>
              </a:xfrm>
              <a:custGeom>
                <a:avLst/>
                <a:gdLst>
                  <a:gd name="T0" fmla="*/ 127 w 108"/>
                  <a:gd name="T1" fmla="*/ 0 h 54"/>
                  <a:gd name="T2" fmla="*/ 82 w 108"/>
                  <a:gd name="T3" fmla="*/ 38 h 54"/>
                  <a:gd name="T4" fmla="*/ 0 w 108"/>
                  <a:gd name="T5" fmla="*/ 60 h 5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8" h="54">
                    <a:moveTo>
                      <a:pt x="108" y="0"/>
                    </a:moveTo>
                    <a:cubicBezTo>
                      <a:pt x="108" y="0"/>
                      <a:pt x="82" y="23"/>
                      <a:pt x="70" y="32"/>
                    </a:cubicBezTo>
                    <a:cubicBezTo>
                      <a:pt x="57" y="42"/>
                      <a:pt x="25" y="54"/>
                      <a:pt x="0" y="51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922" name="Freeform 135">
                <a:extLst>
                  <a:ext uri="{FF2B5EF4-FFF2-40B4-BE49-F238E27FC236}">
                    <a16:creationId xmlns:a16="http://schemas.microsoft.com/office/drawing/2014/main" id="{E72AC546-9188-48F7-B0B7-3E2250313A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9" y="1342"/>
                <a:ext cx="152" cy="54"/>
              </a:xfrm>
              <a:custGeom>
                <a:avLst/>
                <a:gdLst>
                  <a:gd name="T0" fmla="*/ 0 w 144"/>
                  <a:gd name="T1" fmla="*/ 0 h 51"/>
                  <a:gd name="T2" fmla="*/ 36 w 144"/>
                  <a:gd name="T3" fmla="*/ 30 h 51"/>
                  <a:gd name="T4" fmla="*/ 83 w 144"/>
                  <a:gd name="T5" fmla="*/ 59 h 51"/>
                  <a:gd name="T6" fmla="*/ 133 w 144"/>
                  <a:gd name="T7" fmla="*/ 32 h 51"/>
                  <a:gd name="T8" fmla="*/ 169 w 144"/>
                  <a:gd name="T9" fmla="*/ 0 h 5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4" h="51">
                    <a:moveTo>
                      <a:pt x="0" y="0"/>
                    </a:moveTo>
                    <a:cubicBezTo>
                      <a:pt x="0" y="0"/>
                      <a:pt x="14" y="9"/>
                      <a:pt x="30" y="25"/>
                    </a:cubicBezTo>
                    <a:cubicBezTo>
                      <a:pt x="45" y="41"/>
                      <a:pt x="55" y="49"/>
                      <a:pt x="71" y="50"/>
                    </a:cubicBezTo>
                    <a:cubicBezTo>
                      <a:pt x="87" y="51"/>
                      <a:pt x="98" y="38"/>
                      <a:pt x="113" y="26"/>
                    </a:cubicBezTo>
                    <a:cubicBezTo>
                      <a:pt x="127" y="13"/>
                      <a:pt x="131" y="5"/>
                      <a:pt x="144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923" name="Freeform 136">
                <a:extLst>
                  <a:ext uri="{FF2B5EF4-FFF2-40B4-BE49-F238E27FC236}">
                    <a16:creationId xmlns:a16="http://schemas.microsoft.com/office/drawing/2014/main" id="{F78947E3-F805-4378-86BF-87D9C7009A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1" y="2015"/>
                <a:ext cx="648" cy="44"/>
              </a:xfrm>
              <a:custGeom>
                <a:avLst/>
                <a:gdLst>
                  <a:gd name="T0" fmla="*/ 0 w 614"/>
                  <a:gd name="T1" fmla="*/ 0 h 42"/>
                  <a:gd name="T2" fmla="*/ 64 w 614"/>
                  <a:gd name="T3" fmla="*/ 27 h 42"/>
                  <a:gd name="T4" fmla="*/ 206 w 614"/>
                  <a:gd name="T5" fmla="*/ 40 h 42"/>
                  <a:gd name="T6" fmla="*/ 361 w 614"/>
                  <a:gd name="T7" fmla="*/ 8 h 42"/>
                  <a:gd name="T8" fmla="*/ 544 w 614"/>
                  <a:gd name="T9" fmla="*/ 39 h 42"/>
                  <a:gd name="T10" fmla="*/ 623 w 614"/>
                  <a:gd name="T11" fmla="*/ 24 h 42"/>
                  <a:gd name="T12" fmla="*/ 722 w 614"/>
                  <a:gd name="T13" fmla="*/ 0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14" h="42">
                    <a:moveTo>
                      <a:pt x="0" y="0"/>
                    </a:moveTo>
                    <a:cubicBezTo>
                      <a:pt x="0" y="0"/>
                      <a:pt x="27" y="23"/>
                      <a:pt x="55" y="24"/>
                    </a:cubicBezTo>
                    <a:cubicBezTo>
                      <a:pt x="83" y="25"/>
                      <a:pt x="133" y="42"/>
                      <a:pt x="175" y="34"/>
                    </a:cubicBezTo>
                    <a:cubicBezTo>
                      <a:pt x="217" y="26"/>
                      <a:pt x="263" y="12"/>
                      <a:pt x="307" y="8"/>
                    </a:cubicBezTo>
                    <a:cubicBezTo>
                      <a:pt x="351" y="4"/>
                      <a:pt x="422" y="41"/>
                      <a:pt x="462" y="33"/>
                    </a:cubicBezTo>
                    <a:cubicBezTo>
                      <a:pt x="502" y="25"/>
                      <a:pt x="515" y="21"/>
                      <a:pt x="530" y="21"/>
                    </a:cubicBezTo>
                    <a:cubicBezTo>
                      <a:pt x="545" y="21"/>
                      <a:pt x="590" y="26"/>
                      <a:pt x="614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924" name="Freeform 137">
                <a:extLst>
                  <a:ext uri="{FF2B5EF4-FFF2-40B4-BE49-F238E27FC236}">
                    <a16:creationId xmlns:a16="http://schemas.microsoft.com/office/drawing/2014/main" id="{7567C67A-4B77-4FB7-8EC4-CC9F91D669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7" y="2214"/>
                <a:ext cx="359" cy="111"/>
              </a:xfrm>
              <a:custGeom>
                <a:avLst/>
                <a:gdLst>
                  <a:gd name="T0" fmla="*/ 0 w 340"/>
                  <a:gd name="T1" fmla="*/ 2 h 105"/>
                  <a:gd name="T2" fmla="*/ 400 w 340"/>
                  <a:gd name="T3" fmla="*/ 0 h 10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40" h="105">
                    <a:moveTo>
                      <a:pt x="0" y="2"/>
                    </a:moveTo>
                    <a:cubicBezTo>
                      <a:pt x="0" y="2"/>
                      <a:pt x="141" y="105"/>
                      <a:pt x="340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925" name="Freeform 138">
                <a:extLst>
                  <a:ext uri="{FF2B5EF4-FFF2-40B4-BE49-F238E27FC236}">
                    <a16:creationId xmlns:a16="http://schemas.microsoft.com/office/drawing/2014/main" id="{4D03C08F-3D56-4289-A512-9FA5A2934C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3" y="2266"/>
                <a:ext cx="81" cy="37"/>
              </a:xfrm>
              <a:custGeom>
                <a:avLst/>
                <a:gdLst>
                  <a:gd name="T0" fmla="*/ 89 w 77"/>
                  <a:gd name="T1" fmla="*/ 0 h 35"/>
                  <a:gd name="T2" fmla="*/ 0 w 77"/>
                  <a:gd name="T3" fmla="*/ 41 h 3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7" h="35">
                    <a:moveTo>
                      <a:pt x="77" y="0"/>
                    </a:moveTo>
                    <a:cubicBezTo>
                      <a:pt x="77" y="0"/>
                      <a:pt x="39" y="20"/>
                      <a:pt x="0" y="35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926" name="Freeform 139">
                <a:extLst>
                  <a:ext uri="{FF2B5EF4-FFF2-40B4-BE49-F238E27FC236}">
                    <a16:creationId xmlns:a16="http://schemas.microsoft.com/office/drawing/2014/main" id="{56A44FC9-EB2C-4138-8BBD-87E0BB7194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6" y="2263"/>
                <a:ext cx="58" cy="30"/>
              </a:xfrm>
              <a:custGeom>
                <a:avLst/>
                <a:gdLst>
                  <a:gd name="T0" fmla="*/ 0 w 55"/>
                  <a:gd name="T1" fmla="*/ 0 h 29"/>
                  <a:gd name="T2" fmla="*/ 64 w 55"/>
                  <a:gd name="T3" fmla="*/ 32 h 2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5" h="29">
                    <a:moveTo>
                      <a:pt x="0" y="0"/>
                    </a:moveTo>
                    <a:cubicBezTo>
                      <a:pt x="0" y="0"/>
                      <a:pt x="13" y="21"/>
                      <a:pt x="55" y="29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927" name="Freeform 140">
                <a:extLst>
                  <a:ext uri="{FF2B5EF4-FFF2-40B4-BE49-F238E27FC236}">
                    <a16:creationId xmlns:a16="http://schemas.microsoft.com/office/drawing/2014/main" id="{7BE33650-3075-479F-9F10-3EC350620D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2" y="2262"/>
                <a:ext cx="28" cy="28"/>
              </a:xfrm>
              <a:custGeom>
                <a:avLst/>
                <a:gdLst>
                  <a:gd name="T0" fmla="*/ 17 w 26"/>
                  <a:gd name="T1" fmla="*/ 0 h 27"/>
                  <a:gd name="T2" fmla="*/ 32 w 26"/>
                  <a:gd name="T3" fmla="*/ 29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27">
                    <a:moveTo>
                      <a:pt x="14" y="0"/>
                    </a:moveTo>
                    <a:cubicBezTo>
                      <a:pt x="14" y="0"/>
                      <a:pt x="0" y="27"/>
                      <a:pt x="26" y="26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928" name="Freeform 141">
                <a:extLst>
                  <a:ext uri="{FF2B5EF4-FFF2-40B4-BE49-F238E27FC236}">
                    <a16:creationId xmlns:a16="http://schemas.microsoft.com/office/drawing/2014/main" id="{627EC3E0-6130-47E5-BD04-D3D5D8CE42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8" y="2509"/>
                <a:ext cx="223" cy="41"/>
              </a:xfrm>
              <a:custGeom>
                <a:avLst/>
                <a:gdLst>
                  <a:gd name="T0" fmla="*/ 0 w 211"/>
                  <a:gd name="T1" fmla="*/ 3 h 39"/>
                  <a:gd name="T2" fmla="*/ 249 w 211"/>
                  <a:gd name="T3" fmla="*/ 0 h 3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1" h="39">
                    <a:moveTo>
                      <a:pt x="0" y="3"/>
                    </a:moveTo>
                    <a:cubicBezTo>
                      <a:pt x="0" y="3"/>
                      <a:pt x="110" y="39"/>
                      <a:pt x="211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929" name="Freeform 142">
                <a:extLst>
                  <a:ext uri="{FF2B5EF4-FFF2-40B4-BE49-F238E27FC236}">
                    <a16:creationId xmlns:a16="http://schemas.microsoft.com/office/drawing/2014/main" id="{744E54EC-4C6E-4D0D-A4D6-39E849CAC9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3" y="1141"/>
                <a:ext cx="86" cy="20"/>
              </a:xfrm>
              <a:custGeom>
                <a:avLst/>
                <a:gdLst>
                  <a:gd name="T0" fmla="*/ 0 w 82"/>
                  <a:gd name="T1" fmla="*/ 8 h 19"/>
                  <a:gd name="T2" fmla="*/ 27 w 82"/>
                  <a:gd name="T3" fmla="*/ 2 h 19"/>
                  <a:gd name="T4" fmla="*/ 62 w 82"/>
                  <a:gd name="T5" fmla="*/ 0 h 19"/>
                  <a:gd name="T6" fmla="*/ 94 w 82"/>
                  <a:gd name="T7" fmla="*/ 7 h 19"/>
                  <a:gd name="T8" fmla="*/ 63 w 82"/>
                  <a:gd name="T9" fmla="*/ 3 h 19"/>
                  <a:gd name="T10" fmla="*/ 28 w 82"/>
                  <a:gd name="T11" fmla="*/ 6 h 19"/>
                  <a:gd name="T12" fmla="*/ 0 w 82"/>
                  <a:gd name="T13" fmla="*/ 8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2" h="19">
                    <a:moveTo>
                      <a:pt x="0" y="8"/>
                    </a:moveTo>
                    <a:cubicBezTo>
                      <a:pt x="0" y="8"/>
                      <a:pt x="18" y="8"/>
                      <a:pt x="24" y="2"/>
                    </a:cubicBezTo>
                    <a:cubicBezTo>
                      <a:pt x="24" y="2"/>
                      <a:pt x="42" y="15"/>
                      <a:pt x="53" y="0"/>
                    </a:cubicBezTo>
                    <a:cubicBezTo>
                      <a:pt x="53" y="0"/>
                      <a:pt x="70" y="8"/>
                      <a:pt x="82" y="7"/>
                    </a:cubicBezTo>
                    <a:cubicBezTo>
                      <a:pt x="82" y="7"/>
                      <a:pt x="61" y="7"/>
                      <a:pt x="54" y="3"/>
                    </a:cubicBezTo>
                    <a:cubicBezTo>
                      <a:pt x="54" y="3"/>
                      <a:pt x="46" y="19"/>
                      <a:pt x="25" y="6"/>
                    </a:cubicBezTo>
                    <a:cubicBezTo>
                      <a:pt x="25" y="6"/>
                      <a:pt x="8" y="11"/>
                      <a:pt x="0" y="8"/>
                    </a:cubicBezTo>
                    <a:close/>
                  </a:path>
                </a:pathLst>
              </a:custGeom>
              <a:solidFill>
                <a:srgbClr val="5A22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930" name="Freeform 143">
                <a:extLst>
                  <a:ext uri="{FF2B5EF4-FFF2-40B4-BE49-F238E27FC236}">
                    <a16:creationId xmlns:a16="http://schemas.microsoft.com/office/drawing/2014/main" id="{905F8569-B3C5-40B5-9254-996B41CB04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7" y="1001"/>
                <a:ext cx="51" cy="43"/>
              </a:xfrm>
              <a:custGeom>
                <a:avLst/>
                <a:gdLst>
                  <a:gd name="T0" fmla="*/ 0 w 48"/>
                  <a:gd name="T1" fmla="*/ 28 h 40"/>
                  <a:gd name="T2" fmla="*/ 49 w 48"/>
                  <a:gd name="T3" fmla="*/ 20 h 40"/>
                  <a:gd name="T4" fmla="*/ 51 w 48"/>
                  <a:gd name="T5" fmla="*/ 30 h 40"/>
                  <a:gd name="T6" fmla="*/ 0 w 48"/>
                  <a:gd name="T7" fmla="*/ 28 h 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8" h="40">
                    <a:moveTo>
                      <a:pt x="0" y="22"/>
                    </a:moveTo>
                    <a:cubicBezTo>
                      <a:pt x="0" y="22"/>
                      <a:pt x="21" y="0"/>
                      <a:pt x="40" y="17"/>
                    </a:cubicBezTo>
                    <a:cubicBezTo>
                      <a:pt x="40" y="17"/>
                      <a:pt x="48" y="20"/>
                      <a:pt x="42" y="24"/>
                    </a:cubicBezTo>
                    <a:cubicBezTo>
                      <a:pt x="36" y="28"/>
                      <a:pt x="13" y="40"/>
                      <a:pt x="0" y="22"/>
                    </a:cubicBezTo>
                    <a:close/>
                  </a:path>
                </a:pathLst>
              </a:custGeom>
              <a:noFill/>
              <a:ln w="3175" cap="flat">
                <a:solidFill>
                  <a:srgbClr val="5A2218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931" name="Freeform 144">
                <a:extLst>
                  <a:ext uri="{FF2B5EF4-FFF2-40B4-BE49-F238E27FC236}">
                    <a16:creationId xmlns:a16="http://schemas.microsoft.com/office/drawing/2014/main" id="{B8BA9938-AB92-4603-AAC2-A684510141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4" y="1001"/>
                <a:ext cx="51" cy="43"/>
              </a:xfrm>
              <a:custGeom>
                <a:avLst/>
                <a:gdLst>
                  <a:gd name="T0" fmla="*/ 57 w 48"/>
                  <a:gd name="T1" fmla="*/ 28 h 40"/>
                  <a:gd name="T2" fmla="*/ 11 w 48"/>
                  <a:gd name="T3" fmla="*/ 20 h 40"/>
                  <a:gd name="T4" fmla="*/ 6 w 48"/>
                  <a:gd name="T5" fmla="*/ 30 h 40"/>
                  <a:gd name="T6" fmla="*/ 57 w 48"/>
                  <a:gd name="T7" fmla="*/ 28 h 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8" h="40">
                    <a:moveTo>
                      <a:pt x="48" y="22"/>
                    </a:moveTo>
                    <a:cubicBezTo>
                      <a:pt x="48" y="22"/>
                      <a:pt x="27" y="0"/>
                      <a:pt x="8" y="17"/>
                    </a:cubicBezTo>
                    <a:cubicBezTo>
                      <a:pt x="8" y="17"/>
                      <a:pt x="0" y="20"/>
                      <a:pt x="6" y="24"/>
                    </a:cubicBezTo>
                    <a:cubicBezTo>
                      <a:pt x="12" y="28"/>
                      <a:pt x="35" y="40"/>
                      <a:pt x="48" y="22"/>
                    </a:cubicBezTo>
                    <a:close/>
                  </a:path>
                </a:pathLst>
              </a:custGeom>
              <a:noFill/>
              <a:ln w="3175" cap="flat">
                <a:solidFill>
                  <a:srgbClr val="5A2218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932" name="Freeform 145">
                <a:extLst>
                  <a:ext uri="{FF2B5EF4-FFF2-40B4-BE49-F238E27FC236}">
                    <a16:creationId xmlns:a16="http://schemas.microsoft.com/office/drawing/2014/main" id="{741016E9-934C-4B51-836A-B860212370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0" y="1340"/>
                <a:ext cx="16" cy="20"/>
              </a:xfrm>
              <a:custGeom>
                <a:avLst/>
                <a:gdLst>
                  <a:gd name="T0" fmla="*/ 0 w 15"/>
                  <a:gd name="T1" fmla="*/ 9 h 19"/>
                  <a:gd name="T2" fmla="*/ 13 w 15"/>
                  <a:gd name="T3" fmla="*/ 0 h 19"/>
                  <a:gd name="T4" fmla="*/ 7 w 15"/>
                  <a:gd name="T5" fmla="*/ 22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19">
                    <a:moveTo>
                      <a:pt x="0" y="9"/>
                    </a:moveTo>
                    <a:cubicBezTo>
                      <a:pt x="3" y="6"/>
                      <a:pt x="6" y="1"/>
                      <a:pt x="10" y="0"/>
                    </a:cubicBezTo>
                    <a:cubicBezTo>
                      <a:pt x="15" y="7"/>
                      <a:pt x="8" y="15"/>
                      <a:pt x="7" y="19"/>
                    </a:cubicBezTo>
                  </a:path>
                </a:pathLst>
              </a:custGeom>
              <a:noFill/>
              <a:ln w="6350" cap="flat">
                <a:solidFill>
                  <a:srgbClr val="75332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933" name="Freeform 146">
                <a:extLst>
                  <a:ext uri="{FF2B5EF4-FFF2-40B4-BE49-F238E27FC236}">
                    <a16:creationId xmlns:a16="http://schemas.microsoft.com/office/drawing/2014/main" id="{E155D85E-D5FF-4A75-85C6-69F4BB4BF7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4" y="1355"/>
                <a:ext cx="13" cy="14"/>
              </a:xfrm>
              <a:custGeom>
                <a:avLst/>
                <a:gdLst>
                  <a:gd name="T0" fmla="*/ 5 w 13"/>
                  <a:gd name="T1" fmla="*/ 16 h 13"/>
                  <a:gd name="T2" fmla="*/ 0 w 13"/>
                  <a:gd name="T3" fmla="*/ 0 h 13"/>
                  <a:gd name="T4" fmla="*/ 13 w 13"/>
                  <a:gd name="T5" fmla="*/ 6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3">
                    <a:moveTo>
                      <a:pt x="5" y="13"/>
                    </a:moveTo>
                    <a:cubicBezTo>
                      <a:pt x="4" y="8"/>
                      <a:pt x="1" y="5"/>
                      <a:pt x="0" y="0"/>
                    </a:cubicBezTo>
                    <a:cubicBezTo>
                      <a:pt x="4" y="2"/>
                      <a:pt x="10" y="5"/>
                      <a:pt x="13" y="6"/>
                    </a:cubicBezTo>
                  </a:path>
                </a:pathLst>
              </a:custGeom>
              <a:noFill/>
              <a:ln w="6350" cap="flat">
                <a:solidFill>
                  <a:srgbClr val="75332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934" name="Freeform 147">
                <a:extLst>
                  <a:ext uri="{FF2B5EF4-FFF2-40B4-BE49-F238E27FC236}">
                    <a16:creationId xmlns:a16="http://schemas.microsoft.com/office/drawing/2014/main" id="{921DD4BE-922E-4BC4-870F-6D0C2A5F9D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5" y="1342"/>
                <a:ext cx="12" cy="12"/>
              </a:xfrm>
              <a:custGeom>
                <a:avLst/>
                <a:gdLst>
                  <a:gd name="T0" fmla="*/ 0 w 11"/>
                  <a:gd name="T1" fmla="*/ 0 h 11"/>
                  <a:gd name="T2" fmla="*/ 14 w 11"/>
                  <a:gd name="T3" fmla="*/ 14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11">
                    <a:moveTo>
                      <a:pt x="0" y="0"/>
                    </a:moveTo>
                    <a:cubicBezTo>
                      <a:pt x="4" y="4"/>
                      <a:pt x="8" y="8"/>
                      <a:pt x="11" y="11"/>
                    </a:cubicBezTo>
                  </a:path>
                </a:pathLst>
              </a:custGeom>
              <a:noFill/>
              <a:ln w="6350" cap="flat">
                <a:solidFill>
                  <a:srgbClr val="75332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935" name="Freeform 148">
                <a:extLst>
                  <a:ext uri="{FF2B5EF4-FFF2-40B4-BE49-F238E27FC236}">
                    <a16:creationId xmlns:a16="http://schemas.microsoft.com/office/drawing/2014/main" id="{B3D1D258-ADB8-4757-8452-A26DDB814F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8" y="1341"/>
                <a:ext cx="33" cy="24"/>
              </a:xfrm>
              <a:custGeom>
                <a:avLst/>
                <a:gdLst>
                  <a:gd name="T0" fmla="*/ 19 w 31"/>
                  <a:gd name="T1" fmla="*/ 0 h 23"/>
                  <a:gd name="T2" fmla="*/ 6 w 31"/>
                  <a:gd name="T3" fmla="*/ 5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1" h="23">
                    <a:moveTo>
                      <a:pt x="16" y="0"/>
                    </a:moveTo>
                    <a:cubicBezTo>
                      <a:pt x="31" y="12"/>
                      <a:pt x="0" y="23"/>
                      <a:pt x="6" y="5"/>
                    </a:cubicBezTo>
                  </a:path>
                </a:pathLst>
              </a:custGeom>
              <a:noFill/>
              <a:ln w="6350" cap="flat">
                <a:solidFill>
                  <a:srgbClr val="75332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936" name="Freeform 149">
                <a:extLst>
                  <a:ext uri="{FF2B5EF4-FFF2-40B4-BE49-F238E27FC236}">
                    <a16:creationId xmlns:a16="http://schemas.microsoft.com/office/drawing/2014/main" id="{017A83F3-73EC-4CB7-8D65-8204345E8B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7" y="1305"/>
                <a:ext cx="2" cy="16"/>
              </a:xfrm>
              <a:custGeom>
                <a:avLst/>
                <a:gdLst>
                  <a:gd name="T0" fmla="*/ 2 w 2"/>
                  <a:gd name="T1" fmla="*/ 0 h 15"/>
                  <a:gd name="T2" fmla="*/ 0 w 2"/>
                  <a:gd name="T3" fmla="*/ 18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5">
                    <a:moveTo>
                      <a:pt x="2" y="0"/>
                    </a:moveTo>
                    <a:cubicBezTo>
                      <a:pt x="2" y="5"/>
                      <a:pt x="1" y="10"/>
                      <a:pt x="0" y="15"/>
                    </a:cubicBezTo>
                  </a:path>
                </a:pathLst>
              </a:custGeom>
              <a:noFill/>
              <a:ln w="6350" cap="flat">
                <a:solidFill>
                  <a:srgbClr val="75332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937" name="Freeform 150">
                <a:extLst>
                  <a:ext uri="{FF2B5EF4-FFF2-40B4-BE49-F238E27FC236}">
                    <a16:creationId xmlns:a16="http://schemas.microsoft.com/office/drawing/2014/main" id="{072BCADD-4BDC-4CCE-BAE5-6C94C4C5B4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3" y="1296"/>
                <a:ext cx="12" cy="31"/>
              </a:xfrm>
              <a:custGeom>
                <a:avLst/>
                <a:gdLst>
                  <a:gd name="T0" fmla="*/ 12 w 12"/>
                  <a:gd name="T1" fmla="*/ 10 h 30"/>
                  <a:gd name="T2" fmla="*/ 9 w 12"/>
                  <a:gd name="T3" fmla="*/ 33 h 30"/>
                  <a:gd name="T4" fmla="*/ 7 w 12"/>
                  <a:gd name="T5" fmla="*/ 0 h 3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30">
                    <a:moveTo>
                      <a:pt x="12" y="10"/>
                    </a:moveTo>
                    <a:cubicBezTo>
                      <a:pt x="12" y="16"/>
                      <a:pt x="12" y="24"/>
                      <a:pt x="9" y="30"/>
                    </a:cubicBezTo>
                    <a:cubicBezTo>
                      <a:pt x="0" y="25"/>
                      <a:pt x="6" y="7"/>
                      <a:pt x="7" y="0"/>
                    </a:cubicBezTo>
                  </a:path>
                </a:pathLst>
              </a:custGeom>
              <a:noFill/>
              <a:ln w="6350" cap="flat">
                <a:solidFill>
                  <a:srgbClr val="75332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938" name="Freeform 151">
                <a:extLst>
                  <a:ext uri="{FF2B5EF4-FFF2-40B4-BE49-F238E27FC236}">
                    <a16:creationId xmlns:a16="http://schemas.microsoft.com/office/drawing/2014/main" id="{8F83A6D8-3AEC-4D60-8A06-EB7DFE38C6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5" y="1292"/>
                <a:ext cx="15" cy="11"/>
              </a:xfrm>
              <a:custGeom>
                <a:avLst/>
                <a:gdLst>
                  <a:gd name="T0" fmla="*/ 0 w 14"/>
                  <a:gd name="T1" fmla="*/ 0 h 11"/>
                  <a:gd name="T2" fmla="*/ 17 w 14"/>
                  <a:gd name="T3" fmla="*/ 11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11">
                    <a:moveTo>
                      <a:pt x="0" y="0"/>
                    </a:moveTo>
                    <a:cubicBezTo>
                      <a:pt x="2" y="6"/>
                      <a:pt x="9" y="11"/>
                      <a:pt x="14" y="11"/>
                    </a:cubicBezTo>
                  </a:path>
                </a:pathLst>
              </a:custGeom>
              <a:noFill/>
              <a:ln w="6350" cap="flat">
                <a:solidFill>
                  <a:srgbClr val="75332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939" name="Freeform 152">
                <a:extLst>
                  <a:ext uri="{FF2B5EF4-FFF2-40B4-BE49-F238E27FC236}">
                    <a16:creationId xmlns:a16="http://schemas.microsoft.com/office/drawing/2014/main" id="{6643E0B7-C93B-4537-8A25-05CFC53500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2" y="1296"/>
                <a:ext cx="19" cy="6"/>
              </a:xfrm>
              <a:custGeom>
                <a:avLst/>
                <a:gdLst>
                  <a:gd name="T0" fmla="*/ 0 w 18"/>
                  <a:gd name="T1" fmla="*/ 4 h 6"/>
                  <a:gd name="T2" fmla="*/ 21 w 18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6">
                    <a:moveTo>
                      <a:pt x="0" y="4"/>
                    </a:moveTo>
                    <a:cubicBezTo>
                      <a:pt x="5" y="6"/>
                      <a:pt x="12" y="2"/>
                      <a:pt x="18" y="0"/>
                    </a:cubicBezTo>
                  </a:path>
                </a:pathLst>
              </a:custGeom>
              <a:noFill/>
              <a:ln w="6350" cap="flat">
                <a:solidFill>
                  <a:srgbClr val="75332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940" name="Freeform 153">
                <a:extLst>
                  <a:ext uri="{FF2B5EF4-FFF2-40B4-BE49-F238E27FC236}">
                    <a16:creationId xmlns:a16="http://schemas.microsoft.com/office/drawing/2014/main" id="{A6B57C3D-A6CF-49D7-B3FC-E4034735A4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0" y="1283"/>
                <a:ext cx="14" cy="1"/>
              </a:xfrm>
              <a:custGeom>
                <a:avLst/>
                <a:gdLst>
                  <a:gd name="T0" fmla="*/ 0 w 13"/>
                  <a:gd name="T1" fmla="*/ 1 h 1"/>
                  <a:gd name="T2" fmla="*/ 16 w 13"/>
                  <a:gd name="T3" fmla="*/ 1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1">
                    <a:moveTo>
                      <a:pt x="0" y="1"/>
                    </a:moveTo>
                    <a:cubicBezTo>
                      <a:pt x="4" y="0"/>
                      <a:pt x="9" y="1"/>
                      <a:pt x="13" y="1"/>
                    </a:cubicBezTo>
                  </a:path>
                </a:pathLst>
              </a:custGeom>
              <a:noFill/>
              <a:ln w="6350" cap="flat">
                <a:solidFill>
                  <a:srgbClr val="75332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941" name="Freeform 154">
                <a:extLst>
                  <a:ext uri="{FF2B5EF4-FFF2-40B4-BE49-F238E27FC236}">
                    <a16:creationId xmlns:a16="http://schemas.microsoft.com/office/drawing/2014/main" id="{E706332D-2986-413F-8690-341F1DAB0B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3" y="1585"/>
                <a:ext cx="19" cy="12"/>
              </a:xfrm>
              <a:custGeom>
                <a:avLst/>
                <a:gdLst>
                  <a:gd name="T0" fmla="*/ 0 w 18"/>
                  <a:gd name="T1" fmla="*/ 14 h 11"/>
                  <a:gd name="T2" fmla="*/ 21 w 18"/>
                  <a:gd name="T3" fmla="*/ 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11">
                    <a:moveTo>
                      <a:pt x="0" y="11"/>
                    </a:moveTo>
                    <a:cubicBezTo>
                      <a:pt x="6" y="11"/>
                      <a:pt x="14" y="4"/>
                      <a:pt x="18" y="0"/>
                    </a:cubicBezTo>
                  </a:path>
                </a:pathLst>
              </a:custGeom>
              <a:noFill/>
              <a:ln w="6350" cap="flat">
                <a:solidFill>
                  <a:srgbClr val="75332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942" name="Freeform 155">
                <a:extLst>
                  <a:ext uri="{FF2B5EF4-FFF2-40B4-BE49-F238E27FC236}">
                    <a16:creationId xmlns:a16="http://schemas.microsoft.com/office/drawing/2014/main" id="{C4FD644E-2472-40B3-BE24-0EE39F2548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4" y="1614"/>
                <a:ext cx="20" cy="24"/>
              </a:xfrm>
              <a:custGeom>
                <a:avLst/>
                <a:gdLst>
                  <a:gd name="T0" fmla="*/ 6 w 19"/>
                  <a:gd name="T1" fmla="*/ 0 h 23"/>
                  <a:gd name="T2" fmla="*/ 1 w 19"/>
                  <a:gd name="T3" fmla="*/ 26 h 23"/>
                  <a:gd name="T4" fmla="*/ 22 w 19"/>
                  <a:gd name="T5" fmla="*/ 6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23">
                    <a:moveTo>
                      <a:pt x="6" y="0"/>
                    </a:moveTo>
                    <a:cubicBezTo>
                      <a:pt x="4" y="7"/>
                      <a:pt x="0" y="15"/>
                      <a:pt x="1" y="23"/>
                    </a:cubicBezTo>
                    <a:cubicBezTo>
                      <a:pt x="9" y="23"/>
                      <a:pt x="17" y="13"/>
                      <a:pt x="19" y="6"/>
                    </a:cubicBezTo>
                  </a:path>
                </a:pathLst>
              </a:custGeom>
              <a:noFill/>
              <a:ln w="6350" cap="flat">
                <a:solidFill>
                  <a:srgbClr val="75332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943" name="Freeform 156">
                <a:extLst>
                  <a:ext uri="{FF2B5EF4-FFF2-40B4-BE49-F238E27FC236}">
                    <a16:creationId xmlns:a16="http://schemas.microsoft.com/office/drawing/2014/main" id="{3F5EEE81-6C95-4758-B1DF-AB33E33A6E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1" y="1826"/>
                <a:ext cx="27" cy="26"/>
              </a:xfrm>
              <a:custGeom>
                <a:avLst/>
                <a:gdLst>
                  <a:gd name="T0" fmla="*/ 6 w 25"/>
                  <a:gd name="T1" fmla="*/ 28 h 25"/>
                  <a:gd name="T2" fmla="*/ 6 w 25"/>
                  <a:gd name="T3" fmla="*/ 4 h 25"/>
                  <a:gd name="T4" fmla="*/ 31 w 25"/>
                  <a:gd name="T5" fmla="*/ 21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25">
                    <a:moveTo>
                      <a:pt x="6" y="25"/>
                    </a:moveTo>
                    <a:cubicBezTo>
                      <a:pt x="5" y="20"/>
                      <a:pt x="0" y="7"/>
                      <a:pt x="6" y="4"/>
                    </a:cubicBezTo>
                    <a:cubicBezTo>
                      <a:pt x="11" y="0"/>
                      <a:pt x="22" y="14"/>
                      <a:pt x="25" y="18"/>
                    </a:cubicBezTo>
                  </a:path>
                </a:pathLst>
              </a:custGeom>
              <a:noFill/>
              <a:ln w="6350" cap="flat">
                <a:solidFill>
                  <a:srgbClr val="75332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944" name="Freeform 157">
                <a:extLst>
                  <a:ext uri="{FF2B5EF4-FFF2-40B4-BE49-F238E27FC236}">
                    <a16:creationId xmlns:a16="http://schemas.microsoft.com/office/drawing/2014/main" id="{9A72102B-8401-4BED-AB98-88E03C26B8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1" y="1905"/>
                <a:ext cx="25" cy="24"/>
              </a:xfrm>
              <a:custGeom>
                <a:avLst/>
                <a:gdLst>
                  <a:gd name="T0" fmla="*/ 0 w 23"/>
                  <a:gd name="T1" fmla="*/ 21 h 23"/>
                  <a:gd name="T2" fmla="*/ 0 w 23"/>
                  <a:gd name="T3" fmla="*/ 18 h 23"/>
                  <a:gd name="T4" fmla="*/ 0 w 23"/>
                  <a:gd name="T5" fmla="*/ 3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23">
                    <a:moveTo>
                      <a:pt x="0" y="18"/>
                    </a:moveTo>
                    <a:cubicBezTo>
                      <a:pt x="0" y="17"/>
                      <a:pt x="0" y="16"/>
                      <a:pt x="0" y="15"/>
                    </a:cubicBezTo>
                    <a:cubicBezTo>
                      <a:pt x="17" y="23"/>
                      <a:pt x="23" y="0"/>
                      <a:pt x="0" y="3"/>
                    </a:cubicBezTo>
                  </a:path>
                </a:pathLst>
              </a:custGeom>
              <a:noFill/>
              <a:ln w="6350" cap="flat">
                <a:solidFill>
                  <a:srgbClr val="75332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945" name="Freeform 158">
                <a:extLst>
                  <a:ext uri="{FF2B5EF4-FFF2-40B4-BE49-F238E27FC236}">
                    <a16:creationId xmlns:a16="http://schemas.microsoft.com/office/drawing/2014/main" id="{44EFAD26-9CA9-48A9-82AA-1DFAB0A88A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2" y="1888"/>
                <a:ext cx="3" cy="17"/>
              </a:xfrm>
              <a:custGeom>
                <a:avLst/>
                <a:gdLst>
                  <a:gd name="T0" fmla="*/ 2 w 3"/>
                  <a:gd name="T1" fmla="*/ 0 h 16"/>
                  <a:gd name="T2" fmla="*/ 0 w 3"/>
                  <a:gd name="T3" fmla="*/ 19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6">
                    <a:moveTo>
                      <a:pt x="2" y="0"/>
                    </a:moveTo>
                    <a:cubicBezTo>
                      <a:pt x="2" y="5"/>
                      <a:pt x="3" y="11"/>
                      <a:pt x="0" y="16"/>
                    </a:cubicBezTo>
                  </a:path>
                </a:pathLst>
              </a:custGeom>
              <a:noFill/>
              <a:ln w="6350" cap="flat">
                <a:solidFill>
                  <a:srgbClr val="75332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946" name="Freeform 159">
                <a:extLst>
                  <a:ext uri="{FF2B5EF4-FFF2-40B4-BE49-F238E27FC236}">
                    <a16:creationId xmlns:a16="http://schemas.microsoft.com/office/drawing/2014/main" id="{16E3F480-6018-41AF-BC8E-A9BC04F384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0" y="1907"/>
                <a:ext cx="23" cy="12"/>
              </a:xfrm>
              <a:custGeom>
                <a:avLst/>
                <a:gdLst>
                  <a:gd name="T0" fmla="*/ 0 w 22"/>
                  <a:gd name="T1" fmla="*/ 0 h 11"/>
                  <a:gd name="T2" fmla="*/ 25 w 22"/>
                  <a:gd name="T3" fmla="*/ 14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11">
                    <a:moveTo>
                      <a:pt x="0" y="0"/>
                    </a:moveTo>
                    <a:cubicBezTo>
                      <a:pt x="8" y="2"/>
                      <a:pt x="15" y="8"/>
                      <a:pt x="22" y="11"/>
                    </a:cubicBezTo>
                  </a:path>
                </a:pathLst>
              </a:custGeom>
              <a:noFill/>
              <a:ln w="6350" cap="flat">
                <a:solidFill>
                  <a:srgbClr val="75332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947" name="Freeform 160">
                <a:extLst>
                  <a:ext uri="{FF2B5EF4-FFF2-40B4-BE49-F238E27FC236}">
                    <a16:creationId xmlns:a16="http://schemas.microsoft.com/office/drawing/2014/main" id="{C38066B0-6E8C-4D6B-ACED-C613775AFC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5" y="1938"/>
                <a:ext cx="6" cy="23"/>
              </a:xfrm>
              <a:custGeom>
                <a:avLst/>
                <a:gdLst>
                  <a:gd name="T0" fmla="*/ 0 w 6"/>
                  <a:gd name="T1" fmla="*/ 0 h 22"/>
                  <a:gd name="T2" fmla="*/ 6 w 6"/>
                  <a:gd name="T3" fmla="*/ 25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22">
                    <a:moveTo>
                      <a:pt x="0" y="0"/>
                    </a:moveTo>
                    <a:cubicBezTo>
                      <a:pt x="2" y="7"/>
                      <a:pt x="4" y="14"/>
                      <a:pt x="6" y="22"/>
                    </a:cubicBezTo>
                  </a:path>
                </a:pathLst>
              </a:custGeom>
              <a:noFill/>
              <a:ln w="6350" cap="flat">
                <a:solidFill>
                  <a:srgbClr val="75332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948" name="Freeform 161">
                <a:extLst>
                  <a:ext uri="{FF2B5EF4-FFF2-40B4-BE49-F238E27FC236}">
                    <a16:creationId xmlns:a16="http://schemas.microsoft.com/office/drawing/2014/main" id="{C117090F-B875-460A-BD8B-48872C0107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3" y="2017"/>
                <a:ext cx="24" cy="41"/>
              </a:xfrm>
              <a:custGeom>
                <a:avLst/>
                <a:gdLst>
                  <a:gd name="T0" fmla="*/ 17 w 23"/>
                  <a:gd name="T1" fmla="*/ 0 h 39"/>
                  <a:gd name="T2" fmla="*/ 26 w 23"/>
                  <a:gd name="T3" fmla="*/ 5 h 3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39">
                    <a:moveTo>
                      <a:pt x="14" y="0"/>
                    </a:moveTo>
                    <a:cubicBezTo>
                      <a:pt x="0" y="1"/>
                      <a:pt x="14" y="39"/>
                      <a:pt x="23" y="5"/>
                    </a:cubicBezTo>
                  </a:path>
                </a:pathLst>
              </a:custGeom>
              <a:noFill/>
              <a:ln w="6350" cap="flat">
                <a:solidFill>
                  <a:srgbClr val="75332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949" name="Freeform 162">
                <a:extLst>
                  <a:ext uri="{FF2B5EF4-FFF2-40B4-BE49-F238E27FC236}">
                    <a16:creationId xmlns:a16="http://schemas.microsoft.com/office/drawing/2014/main" id="{C767A824-A2A5-4B4C-BCC5-D2701B8652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6" y="2035"/>
                <a:ext cx="5" cy="23"/>
              </a:xfrm>
              <a:custGeom>
                <a:avLst/>
                <a:gdLst>
                  <a:gd name="T0" fmla="*/ 5 w 5"/>
                  <a:gd name="T1" fmla="*/ 0 h 22"/>
                  <a:gd name="T2" fmla="*/ 0 w 5"/>
                  <a:gd name="T3" fmla="*/ 25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22">
                    <a:moveTo>
                      <a:pt x="5" y="0"/>
                    </a:moveTo>
                    <a:cubicBezTo>
                      <a:pt x="4" y="8"/>
                      <a:pt x="4" y="16"/>
                      <a:pt x="0" y="22"/>
                    </a:cubicBezTo>
                  </a:path>
                </a:pathLst>
              </a:custGeom>
              <a:noFill/>
              <a:ln w="6350" cap="flat">
                <a:solidFill>
                  <a:srgbClr val="75332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950" name="Freeform 163">
                <a:extLst>
                  <a:ext uri="{FF2B5EF4-FFF2-40B4-BE49-F238E27FC236}">
                    <a16:creationId xmlns:a16="http://schemas.microsoft.com/office/drawing/2014/main" id="{7017E32B-96CB-4988-ADE8-C1F2A79F13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7" y="2011"/>
                <a:ext cx="27" cy="23"/>
              </a:xfrm>
              <a:custGeom>
                <a:avLst/>
                <a:gdLst>
                  <a:gd name="T0" fmla="*/ 0 w 26"/>
                  <a:gd name="T1" fmla="*/ 5 h 21"/>
                  <a:gd name="T2" fmla="*/ 9 w 26"/>
                  <a:gd name="T3" fmla="*/ 0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21">
                    <a:moveTo>
                      <a:pt x="0" y="5"/>
                    </a:moveTo>
                    <a:cubicBezTo>
                      <a:pt x="11" y="21"/>
                      <a:pt x="26" y="16"/>
                      <a:pt x="9" y="0"/>
                    </a:cubicBezTo>
                  </a:path>
                </a:pathLst>
              </a:custGeom>
              <a:noFill/>
              <a:ln w="6350" cap="flat">
                <a:solidFill>
                  <a:srgbClr val="75332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951" name="Freeform 164">
                <a:extLst>
                  <a:ext uri="{FF2B5EF4-FFF2-40B4-BE49-F238E27FC236}">
                    <a16:creationId xmlns:a16="http://schemas.microsoft.com/office/drawing/2014/main" id="{A47D0251-31CF-4934-A075-23EB258BCD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4" y="2282"/>
                <a:ext cx="14" cy="20"/>
              </a:xfrm>
              <a:custGeom>
                <a:avLst/>
                <a:gdLst>
                  <a:gd name="T0" fmla="*/ 3 w 13"/>
                  <a:gd name="T1" fmla="*/ 0 h 19"/>
                  <a:gd name="T2" fmla="*/ 1 w 13"/>
                  <a:gd name="T3" fmla="*/ 14 h 19"/>
                  <a:gd name="T4" fmla="*/ 16 w 13"/>
                  <a:gd name="T5" fmla="*/ 0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9">
                    <a:moveTo>
                      <a:pt x="3" y="0"/>
                    </a:moveTo>
                    <a:cubicBezTo>
                      <a:pt x="3" y="2"/>
                      <a:pt x="0" y="8"/>
                      <a:pt x="1" y="11"/>
                    </a:cubicBezTo>
                    <a:cubicBezTo>
                      <a:pt x="6" y="19"/>
                      <a:pt x="13" y="5"/>
                      <a:pt x="13" y="0"/>
                    </a:cubicBezTo>
                  </a:path>
                </a:pathLst>
              </a:custGeom>
              <a:noFill/>
              <a:ln w="6350" cap="flat">
                <a:solidFill>
                  <a:srgbClr val="75332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952" name="Freeform 165">
                <a:extLst>
                  <a:ext uri="{FF2B5EF4-FFF2-40B4-BE49-F238E27FC236}">
                    <a16:creationId xmlns:a16="http://schemas.microsoft.com/office/drawing/2014/main" id="{6AA2D68D-3DE1-45FB-9A00-F38B63AAFA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5" y="2286"/>
                <a:ext cx="19" cy="22"/>
              </a:xfrm>
              <a:custGeom>
                <a:avLst/>
                <a:gdLst>
                  <a:gd name="T0" fmla="*/ 1 w 18"/>
                  <a:gd name="T1" fmla="*/ 9 h 21"/>
                  <a:gd name="T2" fmla="*/ 1 w 18"/>
                  <a:gd name="T3" fmla="*/ 6 h 21"/>
                  <a:gd name="T4" fmla="*/ 17 w 18"/>
                  <a:gd name="T5" fmla="*/ 19 h 21"/>
                  <a:gd name="T6" fmla="*/ 12 w 18"/>
                  <a:gd name="T7" fmla="*/ 0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21">
                    <a:moveTo>
                      <a:pt x="1" y="9"/>
                    </a:moveTo>
                    <a:cubicBezTo>
                      <a:pt x="1" y="8"/>
                      <a:pt x="0" y="8"/>
                      <a:pt x="1" y="6"/>
                    </a:cubicBezTo>
                    <a:cubicBezTo>
                      <a:pt x="4" y="10"/>
                      <a:pt x="10" y="21"/>
                      <a:pt x="14" y="16"/>
                    </a:cubicBezTo>
                    <a:cubicBezTo>
                      <a:pt x="18" y="11"/>
                      <a:pt x="11" y="3"/>
                      <a:pt x="9" y="0"/>
                    </a:cubicBezTo>
                  </a:path>
                </a:pathLst>
              </a:custGeom>
              <a:noFill/>
              <a:ln w="6350" cap="flat">
                <a:solidFill>
                  <a:srgbClr val="75332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953" name="Freeform 166">
                <a:extLst>
                  <a:ext uri="{FF2B5EF4-FFF2-40B4-BE49-F238E27FC236}">
                    <a16:creationId xmlns:a16="http://schemas.microsoft.com/office/drawing/2014/main" id="{267EF994-7049-4202-B06D-9AAAC15C0A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0" y="2210"/>
                <a:ext cx="26" cy="28"/>
              </a:xfrm>
              <a:custGeom>
                <a:avLst/>
                <a:gdLst>
                  <a:gd name="T0" fmla="*/ 1 w 25"/>
                  <a:gd name="T1" fmla="*/ 17 h 27"/>
                  <a:gd name="T2" fmla="*/ 10 w 25"/>
                  <a:gd name="T3" fmla="*/ 6 h 27"/>
                  <a:gd name="T4" fmla="*/ 16 w 25"/>
                  <a:gd name="T5" fmla="*/ 30 h 27"/>
                  <a:gd name="T6" fmla="*/ 28 w 25"/>
                  <a:gd name="T7" fmla="*/ 8 h 2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" h="27">
                    <a:moveTo>
                      <a:pt x="1" y="14"/>
                    </a:moveTo>
                    <a:cubicBezTo>
                      <a:pt x="0" y="8"/>
                      <a:pt x="5" y="0"/>
                      <a:pt x="10" y="6"/>
                    </a:cubicBezTo>
                    <a:cubicBezTo>
                      <a:pt x="14" y="11"/>
                      <a:pt x="9" y="21"/>
                      <a:pt x="13" y="27"/>
                    </a:cubicBezTo>
                    <a:cubicBezTo>
                      <a:pt x="20" y="24"/>
                      <a:pt x="23" y="15"/>
                      <a:pt x="25" y="8"/>
                    </a:cubicBezTo>
                  </a:path>
                </a:pathLst>
              </a:custGeom>
              <a:noFill/>
              <a:ln w="6350" cap="flat">
                <a:solidFill>
                  <a:srgbClr val="75332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954" name="Freeform 167">
                <a:extLst>
                  <a:ext uri="{FF2B5EF4-FFF2-40B4-BE49-F238E27FC236}">
                    <a16:creationId xmlns:a16="http://schemas.microsoft.com/office/drawing/2014/main" id="{8FA1438F-444F-4CE8-B0F9-293FC82F11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2" y="2210"/>
                <a:ext cx="7" cy="18"/>
              </a:xfrm>
              <a:custGeom>
                <a:avLst/>
                <a:gdLst>
                  <a:gd name="T0" fmla="*/ 0 w 7"/>
                  <a:gd name="T1" fmla="*/ 0 h 17"/>
                  <a:gd name="T2" fmla="*/ 7 w 7"/>
                  <a:gd name="T3" fmla="*/ 20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7">
                    <a:moveTo>
                      <a:pt x="0" y="0"/>
                    </a:moveTo>
                    <a:cubicBezTo>
                      <a:pt x="3" y="5"/>
                      <a:pt x="4" y="11"/>
                      <a:pt x="7" y="17"/>
                    </a:cubicBezTo>
                  </a:path>
                </a:pathLst>
              </a:custGeom>
              <a:noFill/>
              <a:ln w="6350" cap="flat">
                <a:solidFill>
                  <a:srgbClr val="75332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955" name="Freeform 168">
                <a:extLst>
                  <a:ext uri="{FF2B5EF4-FFF2-40B4-BE49-F238E27FC236}">
                    <a16:creationId xmlns:a16="http://schemas.microsoft.com/office/drawing/2014/main" id="{E450D2BE-E5C0-448E-AAB0-6CA4669FAC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9" y="2125"/>
                <a:ext cx="21" cy="26"/>
              </a:xfrm>
              <a:custGeom>
                <a:avLst/>
                <a:gdLst>
                  <a:gd name="T0" fmla="*/ 8 w 20"/>
                  <a:gd name="T1" fmla="*/ 0 h 24"/>
                  <a:gd name="T2" fmla="*/ 2 w 20"/>
                  <a:gd name="T3" fmla="*/ 26 h 24"/>
                  <a:gd name="T4" fmla="*/ 23 w 20"/>
                  <a:gd name="T5" fmla="*/ 9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24">
                    <a:moveTo>
                      <a:pt x="8" y="0"/>
                    </a:moveTo>
                    <a:cubicBezTo>
                      <a:pt x="2" y="5"/>
                      <a:pt x="0" y="13"/>
                      <a:pt x="2" y="20"/>
                    </a:cubicBezTo>
                    <a:cubicBezTo>
                      <a:pt x="13" y="24"/>
                      <a:pt x="20" y="18"/>
                      <a:pt x="20" y="6"/>
                    </a:cubicBezTo>
                  </a:path>
                </a:pathLst>
              </a:custGeom>
              <a:noFill/>
              <a:ln w="6350" cap="flat">
                <a:solidFill>
                  <a:srgbClr val="75332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956" name="Freeform 169">
                <a:extLst>
                  <a:ext uri="{FF2B5EF4-FFF2-40B4-BE49-F238E27FC236}">
                    <a16:creationId xmlns:a16="http://schemas.microsoft.com/office/drawing/2014/main" id="{6E2E8B0D-43F4-48B9-99B9-613687B5F5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4" y="2126"/>
                <a:ext cx="27" cy="30"/>
              </a:xfrm>
              <a:custGeom>
                <a:avLst/>
                <a:gdLst>
                  <a:gd name="T0" fmla="*/ 12 w 25"/>
                  <a:gd name="T1" fmla="*/ 34 h 28"/>
                  <a:gd name="T2" fmla="*/ 1 w 25"/>
                  <a:gd name="T3" fmla="*/ 2 h 28"/>
                  <a:gd name="T4" fmla="*/ 29 w 25"/>
                  <a:gd name="T5" fmla="*/ 30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28">
                    <a:moveTo>
                      <a:pt x="9" y="28"/>
                    </a:moveTo>
                    <a:cubicBezTo>
                      <a:pt x="3" y="20"/>
                      <a:pt x="0" y="11"/>
                      <a:pt x="1" y="2"/>
                    </a:cubicBezTo>
                    <a:cubicBezTo>
                      <a:pt x="12" y="0"/>
                      <a:pt x="25" y="17"/>
                      <a:pt x="23" y="24"/>
                    </a:cubicBezTo>
                  </a:path>
                </a:pathLst>
              </a:custGeom>
              <a:noFill/>
              <a:ln w="6350" cap="flat">
                <a:solidFill>
                  <a:srgbClr val="75332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957" name="Freeform 170">
                <a:extLst>
                  <a:ext uri="{FF2B5EF4-FFF2-40B4-BE49-F238E27FC236}">
                    <a16:creationId xmlns:a16="http://schemas.microsoft.com/office/drawing/2014/main" id="{A4021825-4562-4E06-8E04-78919D0A82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0" y="2343"/>
                <a:ext cx="12" cy="15"/>
              </a:xfrm>
              <a:custGeom>
                <a:avLst/>
                <a:gdLst>
                  <a:gd name="T0" fmla="*/ 0 w 12"/>
                  <a:gd name="T1" fmla="*/ 0 h 14"/>
                  <a:gd name="T2" fmla="*/ 12 w 12"/>
                  <a:gd name="T3" fmla="*/ 17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14">
                    <a:moveTo>
                      <a:pt x="0" y="0"/>
                    </a:moveTo>
                    <a:cubicBezTo>
                      <a:pt x="4" y="5"/>
                      <a:pt x="8" y="10"/>
                      <a:pt x="12" y="14"/>
                    </a:cubicBezTo>
                  </a:path>
                </a:pathLst>
              </a:custGeom>
              <a:noFill/>
              <a:ln w="6350" cap="flat">
                <a:solidFill>
                  <a:srgbClr val="75332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958" name="Freeform 171">
                <a:extLst>
                  <a:ext uri="{FF2B5EF4-FFF2-40B4-BE49-F238E27FC236}">
                    <a16:creationId xmlns:a16="http://schemas.microsoft.com/office/drawing/2014/main" id="{3912E54F-FC58-48B5-82CA-9A500A5386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5" y="2331"/>
                <a:ext cx="24" cy="22"/>
              </a:xfrm>
              <a:custGeom>
                <a:avLst/>
                <a:gdLst>
                  <a:gd name="T0" fmla="*/ 16 w 23"/>
                  <a:gd name="T1" fmla="*/ 24 h 21"/>
                  <a:gd name="T2" fmla="*/ 26 w 23"/>
                  <a:gd name="T3" fmla="*/ 14 h 21"/>
                  <a:gd name="T4" fmla="*/ 0 w 23"/>
                  <a:gd name="T5" fmla="*/ 20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21">
                    <a:moveTo>
                      <a:pt x="13" y="21"/>
                    </a:moveTo>
                    <a:cubicBezTo>
                      <a:pt x="18" y="20"/>
                      <a:pt x="21" y="17"/>
                      <a:pt x="23" y="11"/>
                    </a:cubicBezTo>
                    <a:cubicBezTo>
                      <a:pt x="15" y="0"/>
                      <a:pt x="5" y="8"/>
                      <a:pt x="0" y="17"/>
                    </a:cubicBezTo>
                  </a:path>
                </a:pathLst>
              </a:custGeom>
              <a:noFill/>
              <a:ln w="6350" cap="flat">
                <a:solidFill>
                  <a:srgbClr val="75332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959" name="Freeform 172">
                <a:extLst>
                  <a:ext uri="{FF2B5EF4-FFF2-40B4-BE49-F238E27FC236}">
                    <a16:creationId xmlns:a16="http://schemas.microsoft.com/office/drawing/2014/main" id="{2B27D8DF-5887-4FE7-B13F-260ABDC650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8" y="2307"/>
                <a:ext cx="11" cy="21"/>
              </a:xfrm>
              <a:custGeom>
                <a:avLst/>
                <a:gdLst>
                  <a:gd name="T0" fmla="*/ 0 w 10"/>
                  <a:gd name="T1" fmla="*/ 23 h 20"/>
                  <a:gd name="T2" fmla="*/ 13 w 10"/>
                  <a:gd name="T3" fmla="*/ 0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20">
                    <a:moveTo>
                      <a:pt x="0" y="20"/>
                    </a:moveTo>
                    <a:cubicBezTo>
                      <a:pt x="3" y="13"/>
                      <a:pt x="7" y="6"/>
                      <a:pt x="10" y="0"/>
                    </a:cubicBezTo>
                  </a:path>
                </a:pathLst>
              </a:custGeom>
              <a:noFill/>
              <a:ln w="6350" cap="flat">
                <a:solidFill>
                  <a:srgbClr val="75332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960" name="Freeform 173">
                <a:extLst>
                  <a:ext uri="{FF2B5EF4-FFF2-40B4-BE49-F238E27FC236}">
                    <a16:creationId xmlns:a16="http://schemas.microsoft.com/office/drawing/2014/main" id="{0886E27E-C921-4A79-9FF3-276FBDD25B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2" y="2171"/>
                <a:ext cx="13" cy="23"/>
              </a:xfrm>
              <a:custGeom>
                <a:avLst/>
                <a:gdLst>
                  <a:gd name="T0" fmla="*/ 15 w 12"/>
                  <a:gd name="T1" fmla="*/ 0 h 22"/>
                  <a:gd name="T2" fmla="*/ 0 w 12"/>
                  <a:gd name="T3" fmla="*/ 25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22">
                    <a:moveTo>
                      <a:pt x="12" y="0"/>
                    </a:moveTo>
                    <a:cubicBezTo>
                      <a:pt x="11" y="8"/>
                      <a:pt x="6" y="16"/>
                      <a:pt x="0" y="22"/>
                    </a:cubicBezTo>
                  </a:path>
                </a:pathLst>
              </a:custGeom>
              <a:noFill/>
              <a:ln w="6350" cap="flat">
                <a:solidFill>
                  <a:srgbClr val="75332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961" name="Freeform 174">
                <a:extLst>
                  <a:ext uri="{FF2B5EF4-FFF2-40B4-BE49-F238E27FC236}">
                    <a16:creationId xmlns:a16="http://schemas.microsoft.com/office/drawing/2014/main" id="{A43CD00F-4BC3-41EB-9AE8-DF3CC9260A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3" y="2240"/>
                <a:ext cx="26" cy="40"/>
              </a:xfrm>
              <a:custGeom>
                <a:avLst/>
                <a:gdLst>
                  <a:gd name="T0" fmla="*/ 11 w 24"/>
                  <a:gd name="T1" fmla="*/ 13 h 37"/>
                  <a:gd name="T2" fmla="*/ 15 w 24"/>
                  <a:gd name="T3" fmla="*/ 44 h 37"/>
                  <a:gd name="T4" fmla="*/ 30 w 24"/>
                  <a:gd name="T5" fmla="*/ 0 h 3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37">
                    <a:moveTo>
                      <a:pt x="8" y="10"/>
                    </a:moveTo>
                    <a:cubicBezTo>
                      <a:pt x="4" y="16"/>
                      <a:pt x="0" y="34"/>
                      <a:pt x="12" y="35"/>
                    </a:cubicBezTo>
                    <a:cubicBezTo>
                      <a:pt x="24" y="37"/>
                      <a:pt x="24" y="8"/>
                      <a:pt x="24" y="0"/>
                    </a:cubicBezTo>
                  </a:path>
                </a:pathLst>
              </a:custGeom>
              <a:noFill/>
              <a:ln w="6350" cap="flat">
                <a:solidFill>
                  <a:srgbClr val="75332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962" name="Freeform 175">
                <a:extLst>
                  <a:ext uri="{FF2B5EF4-FFF2-40B4-BE49-F238E27FC236}">
                    <a16:creationId xmlns:a16="http://schemas.microsoft.com/office/drawing/2014/main" id="{FD9868BC-059E-4BDB-9AD9-B4CECF85CB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6" y="2164"/>
                <a:ext cx="31" cy="45"/>
              </a:xfrm>
              <a:custGeom>
                <a:avLst/>
                <a:gdLst>
                  <a:gd name="T0" fmla="*/ 1 w 29"/>
                  <a:gd name="T1" fmla="*/ 15 h 42"/>
                  <a:gd name="T2" fmla="*/ 26 w 29"/>
                  <a:gd name="T3" fmla="*/ 39 h 42"/>
                  <a:gd name="T4" fmla="*/ 16 w 29"/>
                  <a:gd name="T5" fmla="*/ 0 h 4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9" h="42">
                    <a:moveTo>
                      <a:pt x="1" y="12"/>
                    </a:moveTo>
                    <a:cubicBezTo>
                      <a:pt x="0" y="18"/>
                      <a:pt x="11" y="42"/>
                      <a:pt x="21" y="32"/>
                    </a:cubicBezTo>
                    <a:cubicBezTo>
                      <a:pt x="29" y="25"/>
                      <a:pt x="17" y="5"/>
                      <a:pt x="13" y="0"/>
                    </a:cubicBezTo>
                  </a:path>
                </a:pathLst>
              </a:custGeom>
              <a:noFill/>
              <a:ln w="6350" cap="flat">
                <a:solidFill>
                  <a:srgbClr val="75332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963" name="Freeform 176">
                <a:extLst>
                  <a:ext uri="{FF2B5EF4-FFF2-40B4-BE49-F238E27FC236}">
                    <a16:creationId xmlns:a16="http://schemas.microsoft.com/office/drawing/2014/main" id="{6E21E463-8F63-437F-9569-93BBB94AA6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9" y="2247"/>
                <a:ext cx="11" cy="26"/>
              </a:xfrm>
              <a:custGeom>
                <a:avLst/>
                <a:gdLst>
                  <a:gd name="T0" fmla="*/ 0 w 10"/>
                  <a:gd name="T1" fmla="*/ 0 h 25"/>
                  <a:gd name="T2" fmla="*/ 13 w 10"/>
                  <a:gd name="T3" fmla="*/ 28 h 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25">
                    <a:moveTo>
                      <a:pt x="0" y="0"/>
                    </a:moveTo>
                    <a:cubicBezTo>
                      <a:pt x="0" y="8"/>
                      <a:pt x="6" y="18"/>
                      <a:pt x="10" y="25"/>
                    </a:cubicBezTo>
                  </a:path>
                </a:pathLst>
              </a:custGeom>
              <a:noFill/>
              <a:ln w="6350" cap="flat">
                <a:solidFill>
                  <a:srgbClr val="75332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964" name="Freeform 177">
                <a:extLst>
                  <a:ext uri="{FF2B5EF4-FFF2-40B4-BE49-F238E27FC236}">
                    <a16:creationId xmlns:a16="http://schemas.microsoft.com/office/drawing/2014/main" id="{C5D620EC-0AE5-44D7-AA96-2BC04560FD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3" y="2486"/>
                <a:ext cx="25" cy="30"/>
              </a:xfrm>
              <a:custGeom>
                <a:avLst/>
                <a:gdLst>
                  <a:gd name="T0" fmla="*/ 10 w 23"/>
                  <a:gd name="T1" fmla="*/ 32 h 28"/>
                  <a:gd name="T2" fmla="*/ 2 w 23"/>
                  <a:gd name="T3" fmla="*/ 4 h 28"/>
                  <a:gd name="T4" fmla="*/ 29 w 23"/>
                  <a:gd name="T5" fmla="*/ 34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28">
                    <a:moveTo>
                      <a:pt x="7" y="26"/>
                    </a:moveTo>
                    <a:cubicBezTo>
                      <a:pt x="1" y="21"/>
                      <a:pt x="0" y="12"/>
                      <a:pt x="2" y="4"/>
                    </a:cubicBezTo>
                    <a:cubicBezTo>
                      <a:pt x="16" y="0"/>
                      <a:pt x="21" y="17"/>
                      <a:pt x="23" y="28"/>
                    </a:cubicBezTo>
                  </a:path>
                </a:pathLst>
              </a:custGeom>
              <a:noFill/>
              <a:ln w="6350" cap="flat">
                <a:solidFill>
                  <a:srgbClr val="75332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965" name="Freeform 178">
                <a:extLst>
                  <a:ext uri="{FF2B5EF4-FFF2-40B4-BE49-F238E27FC236}">
                    <a16:creationId xmlns:a16="http://schemas.microsoft.com/office/drawing/2014/main" id="{5FAF1B06-733D-41B2-9EBE-854E770AD5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7" y="2495"/>
                <a:ext cx="13" cy="34"/>
              </a:xfrm>
              <a:custGeom>
                <a:avLst/>
                <a:gdLst>
                  <a:gd name="T0" fmla="*/ 15 w 12"/>
                  <a:gd name="T1" fmla="*/ 0 h 32"/>
                  <a:gd name="T2" fmla="*/ 0 w 12"/>
                  <a:gd name="T3" fmla="*/ 38 h 3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32">
                    <a:moveTo>
                      <a:pt x="12" y="0"/>
                    </a:moveTo>
                    <a:cubicBezTo>
                      <a:pt x="11" y="10"/>
                      <a:pt x="6" y="22"/>
                      <a:pt x="0" y="32"/>
                    </a:cubicBezTo>
                  </a:path>
                </a:pathLst>
              </a:custGeom>
              <a:noFill/>
              <a:ln w="6350" cap="flat">
                <a:solidFill>
                  <a:srgbClr val="75332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966" name="Freeform 179">
                <a:extLst>
                  <a:ext uri="{FF2B5EF4-FFF2-40B4-BE49-F238E27FC236}">
                    <a16:creationId xmlns:a16="http://schemas.microsoft.com/office/drawing/2014/main" id="{319D3040-205D-4B70-AF52-3556449726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2" y="2767"/>
                <a:ext cx="20" cy="20"/>
              </a:xfrm>
              <a:custGeom>
                <a:avLst/>
                <a:gdLst>
                  <a:gd name="T0" fmla="*/ 4 w 19"/>
                  <a:gd name="T1" fmla="*/ 0 h 19"/>
                  <a:gd name="T2" fmla="*/ 8 w 19"/>
                  <a:gd name="T3" fmla="*/ 22 h 19"/>
                  <a:gd name="T4" fmla="*/ 22 w 19"/>
                  <a:gd name="T5" fmla="*/ 2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19">
                    <a:moveTo>
                      <a:pt x="4" y="0"/>
                    </a:moveTo>
                    <a:cubicBezTo>
                      <a:pt x="2" y="4"/>
                      <a:pt x="0" y="19"/>
                      <a:pt x="8" y="19"/>
                    </a:cubicBezTo>
                    <a:cubicBezTo>
                      <a:pt x="12" y="19"/>
                      <a:pt x="19" y="6"/>
                      <a:pt x="19" y="2"/>
                    </a:cubicBezTo>
                  </a:path>
                </a:pathLst>
              </a:custGeom>
              <a:noFill/>
              <a:ln w="6350" cap="flat">
                <a:solidFill>
                  <a:srgbClr val="75332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967" name="Freeform 180">
                <a:extLst>
                  <a:ext uri="{FF2B5EF4-FFF2-40B4-BE49-F238E27FC236}">
                    <a16:creationId xmlns:a16="http://schemas.microsoft.com/office/drawing/2014/main" id="{CA614065-0D45-4B3E-8CFA-1B402E818B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0" y="2767"/>
                <a:ext cx="11" cy="32"/>
              </a:xfrm>
              <a:custGeom>
                <a:avLst/>
                <a:gdLst>
                  <a:gd name="T0" fmla="*/ 2 w 11"/>
                  <a:gd name="T1" fmla="*/ 0 h 30"/>
                  <a:gd name="T2" fmla="*/ 11 w 11"/>
                  <a:gd name="T3" fmla="*/ 36 h 3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30">
                    <a:moveTo>
                      <a:pt x="2" y="0"/>
                    </a:moveTo>
                    <a:cubicBezTo>
                      <a:pt x="0" y="5"/>
                      <a:pt x="9" y="24"/>
                      <a:pt x="11" y="30"/>
                    </a:cubicBezTo>
                  </a:path>
                </a:pathLst>
              </a:custGeom>
              <a:noFill/>
              <a:ln w="6350" cap="flat">
                <a:solidFill>
                  <a:srgbClr val="75332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968" name="Freeform 181">
                <a:extLst>
                  <a:ext uri="{FF2B5EF4-FFF2-40B4-BE49-F238E27FC236}">
                    <a16:creationId xmlns:a16="http://schemas.microsoft.com/office/drawing/2014/main" id="{F03D7E89-07B5-40C4-B283-5C0170D429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2" y="2990"/>
                <a:ext cx="47" cy="47"/>
              </a:xfrm>
              <a:custGeom>
                <a:avLst/>
                <a:gdLst>
                  <a:gd name="T0" fmla="*/ 0 w 45"/>
                  <a:gd name="T1" fmla="*/ 32 h 45"/>
                  <a:gd name="T2" fmla="*/ 6 w 45"/>
                  <a:gd name="T3" fmla="*/ 51 h 4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5" h="45">
                    <a:moveTo>
                      <a:pt x="0" y="29"/>
                    </a:moveTo>
                    <a:cubicBezTo>
                      <a:pt x="14" y="0"/>
                      <a:pt x="45" y="34"/>
                      <a:pt x="6" y="45"/>
                    </a:cubicBezTo>
                  </a:path>
                </a:pathLst>
              </a:custGeom>
              <a:noFill/>
              <a:ln w="6350" cap="flat">
                <a:solidFill>
                  <a:srgbClr val="75332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969" name="Freeform 182">
                <a:extLst>
                  <a:ext uri="{FF2B5EF4-FFF2-40B4-BE49-F238E27FC236}">
                    <a16:creationId xmlns:a16="http://schemas.microsoft.com/office/drawing/2014/main" id="{FC969E7F-49E9-4AFA-B392-E41FBB2D5E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4" y="3081"/>
                <a:ext cx="21" cy="89"/>
              </a:xfrm>
              <a:custGeom>
                <a:avLst/>
                <a:gdLst>
                  <a:gd name="T0" fmla="*/ 23 w 20"/>
                  <a:gd name="T1" fmla="*/ 0 h 85"/>
                  <a:gd name="T2" fmla="*/ 13 w 20"/>
                  <a:gd name="T3" fmla="*/ 97 h 8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85">
                    <a:moveTo>
                      <a:pt x="20" y="0"/>
                    </a:moveTo>
                    <a:cubicBezTo>
                      <a:pt x="19" y="28"/>
                      <a:pt x="0" y="57"/>
                      <a:pt x="10" y="85"/>
                    </a:cubicBezTo>
                  </a:path>
                </a:pathLst>
              </a:custGeom>
              <a:noFill/>
              <a:ln w="6350" cap="flat">
                <a:solidFill>
                  <a:srgbClr val="75332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970" name="Freeform 183">
                <a:extLst>
                  <a:ext uri="{FF2B5EF4-FFF2-40B4-BE49-F238E27FC236}">
                    <a16:creationId xmlns:a16="http://schemas.microsoft.com/office/drawing/2014/main" id="{12684764-D91C-43AB-8797-3C0069AE8D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9" y="2995"/>
                <a:ext cx="36" cy="49"/>
              </a:xfrm>
              <a:custGeom>
                <a:avLst/>
                <a:gdLst>
                  <a:gd name="T0" fmla="*/ 0 w 34"/>
                  <a:gd name="T1" fmla="*/ 23 h 46"/>
                  <a:gd name="T2" fmla="*/ 30 w 34"/>
                  <a:gd name="T3" fmla="*/ 49 h 46"/>
                  <a:gd name="T4" fmla="*/ 19 w 34"/>
                  <a:gd name="T5" fmla="*/ 2 h 46"/>
                  <a:gd name="T6" fmla="*/ 20 w 34"/>
                  <a:gd name="T7" fmla="*/ 0 h 4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4" h="46">
                    <a:moveTo>
                      <a:pt x="0" y="20"/>
                    </a:moveTo>
                    <a:cubicBezTo>
                      <a:pt x="2" y="26"/>
                      <a:pt x="16" y="46"/>
                      <a:pt x="25" y="40"/>
                    </a:cubicBezTo>
                    <a:cubicBezTo>
                      <a:pt x="34" y="33"/>
                      <a:pt x="18" y="9"/>
                      <a:pt x="16" y="2"/>
                    </a:cubicBezTo>
                    <a:cubicBezTo>
                      <a:pt x="18" y="1"/>
                      <a:pt x="18" y="0"/>
                      <a:pt x="17" y="0"/>
                    </a:cubicBezTo>
                  </a:path>
                </a:pathLst>
              </a:custGeom>
              <a:noFill/>
              <a:ln w="6350" cap="flat">
                <a:solidFill>
                  <a:srgbClr val="75332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971" name="Freeform 184">
                <a:extLst>
                  <a:ext uri="{FF2B5EF4-FFF2-40B4-BE49-F238E27FC236}">
                    <a16:creationId xmlns:a16="http://schemas.microsoft.com/office/drawing/2014/main" id="{7C89B47B-2B9D-476B-A6D4-A7ED91B7A2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2" y="3074"/>
                <a:ext cx="11" cy="30"/>
              </a:xfrm>
              <a:custGeom>
                <a:avLst/>
                <a:gdLst>
                  <a:gd name="T0" fmla="*/ 0 w 11"/>
                  <a:gd name="T1" fmla="*/ 0 h 28"/>
                  <a:gd name="T2" fmla="*/ 11 w 11"/>
                  <a:gd name="T3" fmla="*/ 34 h 2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28">
                    <a:moveTo>
                      <a:pt x="0" y="0"/>
                    </a:moveTo>
                    <a:cubicBezTo>
                      <a:pt x="4" y="9"/>
                      <a:pt x="6" y="19"/>
                      <a:pt x="11" y="28"/>
                    </a:cubicBezTo>
                  </a:path>
                </a:pathLst>
              </a:custGeom>
              <a:noFill/>
              <a:ln w="6350" cap="flat">
                <a:solidFill>
                  <a:srgbClr val="75332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972" name="Freeform 185">
                <a:extLst>
                  <a:ext uri="{FF2B5EF4-FFF2-40B4-BE49-F238E27FC236}">
                    <a16:creationId xmlns:a16="http://schemas.microsoft.com/office/drawing/2014/main" id="{63120C2E-04BE-453E-8844-EB624F9B81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7" y="3074"/>
                <a:ext cx="26" cy="31"/>
              </a:xfrm>
              <a:custGeom>
                <a:avLst/>
                <a:gdLst>
                  <a:gd name="T0" fmla="*/ 9 w 25"/>
                  <a:gd name="T1" fmla="*/ 0 h 29"/>
                  <a:gd name="T2" fmla="*/ 0 w 25"/>
                  <a:gd name="T3" fmla="*/ 34 h 29"/>
                  <a:gd name="T4" fmla="*/ 28 w 25"/>
                  <a:gd name="T5" fmla="*/ 11 h 2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29">
                    <a:moveTo>
                      <a:pt x="9" y="0"/>
                    </a:moveTo>
                    <a:cubicBezTo>
                      <a:pt x="3" y="7"/>
                      <a:pt x="1" y="18"/>
                      <a:pt x="0" y="28"/>
                    </a:cubicBezTo>
                    <a:cubicBezTo>
                      <a:pt x="11" y="29"/>
                      <a:pt x="23" y="19"/>
                      <a:pt x="25" y="8"/>
                    </a:cubicBezTo>
                  </a:path>
                </a:pathLst>
              </a:custGeom>
              <a:noFill/>
              <a:ln w="6350" cap="flat">
                <a:solidFill>
                  <a:srgbClr val="75332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973" name="Freeform 186">
                <a:extLst>
                  <a:ext uri="{FF2B5EF4-FFF2-40B4-BE49-F238E27FC236}">
                    <a16:creationId xmlns:a16="http://schemas.microsoft.com/office/drawing/2014/main" id="{E38EA527-9FFE-4F41-97A9-4194A8DF71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2" y="3660"/>
                <a:ext cx="10" cy="39"/>
              </a:xfrm>
              <a:custGeom>
                <a:avLst/>
                <a:gdLst>
                  <a:gd name="T0" fmla="*/ 12 w 9"/>
                  <a:gd name="T1" fmla="*/ 0 h 37"/>
                  <a:gd name="T2" fmla="*/ 0 w 9"/>
                  <a:gd name="T3" fmla="*/ 43 h 3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37">
                    <a:moveTo>
                      <a:pt x="9" y="0"/>
                    </a:moveTo>
                    <a:cubicBezTo>
                      <a:pt x="6" y="12"/>
                      <a:pt x="5" y="25"/>
                      <a:pt x="0" y="37"/>
                    </a:cubicBezTo>
                  </a:path>
                </a:pathLst>
              </a:custGeom>
              <a:noFill/>
              <a:ln w="6350" cap="flat">
                <a:solidFill>
                  <a:srgbClr val="75332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974" name="Freeform 187">
                <a:extLst>
                  <a:ext uri="{FF2B5EF4-FFF2-40B4-BE49-F238E27FC236}">
                    <a16:creationId xmlns:a16="http://schemas.microsoft.com/office/drawing/2014/main" id="{4A946764-2CD7-4646-8473-651B531CC8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1" y="3759"/>
                <a:ext cx="22" cy="44"/>
              </a:xfrm>
              <a:custGeom>
                <a:avLst/>
                <a:gdLst>
                  <a:gd name="T0" fmla="*/ 1 w 21"/>
                  <a:gd name="T1" fmla="*/ 6 h 41"/>
                  <a:gd name="T2" fmla="*/ 23 w 21"/>
                  <a:gd name="T3" fmla="*/ 0 h 4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41">
                    <a:moveTo>
                      <a:pt x="1" y="6"/>
                    </a:moveTo>
                    <a:cubicBezTo>
                      <a:pt x="0" y="41"/>
                      <a:pt x="21" y="30"/>
                      <a:pt x="20" y="0"/>
                    </a:cubicBezTo>
                  </a:path>
                </a:pathLst>
              </a:custGeom>
              <a:noFill/>
              <a:ln w="6350" cap="flat">
                <a:solidFill>
                  <a:srgbClr val="75332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975" name="Freeform 188">
                <a:extLst>
                  <a:ext uri="{FF2B5EF4-FFF2-40B4-BE49-F238E27FC236}">
                    <a16:creationId xmlns:a16="http://schemas.microsoft.com/office/drawing/2014/main" id="{851141D2-C096-42BD-BD1E-F5F700F133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8" y="3759"/>
                <a:ext cx="13" cy="36"/>
              </a:xfrm>
              <a:custGeom>
                <a:avLst/>
                <a:gdLst>
                  <a:gd name="T0" fmla="*/ 0 w 12"/>
                  <a:gd name="T1" fmla="*/ 0 h 34"/>
                  <a:gd name="T2" fmla="*/ 15 w 12"/>
                  <a:gd name="T3" fmla="*/ 40 h 3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34">
                    <a:moveTo>
                      <a:pt x="0" y="0"/>
                    </a:moveTo>
                    <a:cubicBezTo>
                      <a:pt x="0" y="12"/>
                      <a:pt x="8" y="23"/>
                      <a:pt x="12" y="34"/>
                    </a:cubicBezTo>
                  </a:path>
                </a:pathLst>
              </a:custGeom>
              <a:noFill/>
              <a:ln w="6350" cap="flat">
                <a:solidFill>
                  <a:srgbClr val="75332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976" name="Freeform 189">
                <a:extLst>
                  <a:ext uri="{FF2B5EF4-FFF2-40B4-BE49-F238E27FC236}">
                    <a16:creationId xmlns:a16="http://schemas.microsoft.com/office/drawing/2014/main" id="{17572B02-C2DB-4457-9357-12C0FD5779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7" y="1467"/>
                <a:ext cx="26" cy="29"/>
              </a:xfrm>
              <a:custGeom>
                <a:avLst/>
                <a:gdLst>
                  <a:gd name="T0" fmla="*/ 4 w 25"/>
                  <a:gd name="T1" fmla="*/ 0 h 28"/>
                  <a:gd name="T2" fmla="*/ 28 w 25"/>
                  <a:gd name="T3" fmla="*/ 17 h 28"/>
                  <a:gd name="T4" fmla="*/ 0 w 25"/>
                  <a:gd name="T5" fmla="*/ 17 h 28"/>
                  <a:gd name="T6" fmla="*/ 19 w 25"/>
                  <a:gd name="T7" fmla="*/ 31 h 2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" h="28">
                    <a:moveTo>
                      <a:pt x="4" y="0"/>
                    </a:moveTo>
                    <a:cubicBezTo>
                      <a:pt x="11" y="1"/>
                      <a:pt x="24" y="6"/>
                      <a:pt x="25" y="14"/>
                    </a:cubicBezTo>
                    <a:cubicBezTo>
                      <a:pt x="16" y="19"/>
                      <a:pt x="7" y="8"/>
                      <a:pt x="0" y="14"/>
                    </a:cubicBezTo>
                    <a:cubicBezTo>
                      <a:pt x="2" y="20"/>
                      <a:pt x="12" y="27"/>
                      <a:pt x="16" y="28"/>
                    </a:cubicBezTo>
                  </a:path>
                </a:pathLst>
              </a:custGeom>
              <a:noFill/>
              <a:ln w="6350" cap="flat">
                <a:solidFill>
                  <a:srgbClr val="75332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977" name="Freeform 190">
                <a:extLst>
                  <a:ext uri="{FF2B5EF4-FFF2-40B4-BE49-F238E27FC236}">
                    <a16:creationId xmlns:a16="http://schemas.microsoft.com/office/drawing/2014/main" id="{753D9F55-5AAD-4AA5-9EB8-EEF30BFC04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1" y="1462"/>
                <a:ext cx="29" cy="24"/>
              </a:xfrm>
              <a:custGeom>
                <a:avLst/>
                <a:gdLst>
                  <a:gd name="T0" fmla="*/ 0 w 27"/>
                  <a:gd name="T1" fmla="*/ 11 h 23"/>
                  <a:gd name="T2" fmla="*/ 27 w 27"/>
                  <a:gd name="T3" fmla="*/ 7 h 23"/>
                  <a:gd name="T4" fmla="*/ 4 w 27"/>
                  <a:gd name="T5" fmla="*/ 26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7" h="23">
                    <a:moveTo>
                      <a:pt x="0" y="11"/>
                    </a:moveTo>
                    <a:cubicBezTo>
                      <a:pt x="5" y="9"/>
                      <a:pt x="16" y="0"/>
                      <a:pt x="21" y="7"/>
                    </a:cubicBezTo>
                    <a:cubicBezTo>
                      <a:pt x="27" y="16"/>
                      <a:pt x="5" y="22"/>
                      <a:pt x="4" y="23"/>
                    </a:cubicBezTo>
                  </a:path>
                </a:pathLst>
              </a:custGeom>
              <a:noFill/>
              <a:ln w="6350" cap="flat">
                <a:solidFill>
                  <a:srgbClr val="75332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978" name="Freeform 191">
                <a:extLst>
                  <a:ext uri="{FF2B5EF4-FFF2-40B4-BE49-F238E27FC236}">
                    <a16:creationId xmlns:a16="http://schemas.microsoft.com/office/drawing/2014/main" id="{C454B0F5-DC34-4D0D-AC0E-8052E4E991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2" y="1587"/>
                <a:ext cx="18" cy="13"/>
              </a:xfrm>
              <a:custGeom>
                <a:avLst/>
                <a:gdLst>
                  <a:gd name="T0" fmla="*/ 0 w 17"/>
                  <a:gd name="T1" fmla="*/ 0 h 12"/>
                  <a:gd name="T2" fmla="*/ 20 w 17"/>
                  <a:gd name="T3" fmla="*/ 15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12">
                    <a:moveTo>
                      <a:pt x="0" y="0"/>
                    </a:moveTo>
                    <a:cubicBezTo>
                      <a:pt x="6" y="1"/>
                      <a:pt x="11" y="9"/>
                      <a:pt x="17" y="12"/>
                    </a:cubicBezTo>
                  </a:path>
                </a:pathLst>
              </a:custGeom>
              <a:noFill/>
              <a:ln w="6350" cap="flat">
                <a:solidFill>
                  <a:srgbClr val="75332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979" name="Freeform 192">
                <a:extLst>
                  <a:ext uri="{FF2B5EF4-FFF2-40B4-BE49-F238E27FC236}">
                    <a16:creationId xmlns:a16="http://schemas.microsoft.com/office/drawing/2014/main" id="{A8A74B8E-86F7-49BD-98F1-4851F039B0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0" y="1615"/>
                <a:ext cx="8" cy="22"/>
              </a:xfrm>
              <a:custGeom>
                <a:avLst/>
                <a:gdLst>
                  <a:gd name="T0" fmla="*/ 0 w 8"/>
                  <a:gd name="T1" fmla="*/ 0 h 21"/>
                  <a:gd name="T2" fmla="*/ 8 w 8"/>
                  <a:gd name="T3" fmla="*/ 24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21">
                    <a:moveTo>
                      <a:pt x="0" y="0"/>
                    </a:moveTo>
                    <a:cubicBezTo>
                      <a:pt x="2" y="7"/>
                      <a:pt x="6" y="13"/>
                      <a:pt x="8" y="21"/>
                    </a:cubicBezTo>
                  </a:path>
                </a:pathLst>
              </a:custGeom>
              <a:noFill/>
              <a:ln w="6350" cap="flat">
                <a:solidFill>
                  <a:srgbClr val="75332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980" name="Freeform 193">
                <a:extLst>
                  <a:ext uri="{FF2B5EF4-FFF2-40B4-BE49-F238E27FC236}">
                    <a16:creationId xmlns:a16="http://schemas.microsoft.com/office/drawing/2014/main" id="{9BDAC6E4-2BD4-4B39-B639-675640C77B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7" y="1828"/>
                <a:ext cx="20" cy="26"/>
              </a:xfrm>
              <a:custGeom>
                <a:avLst/>
                <a:gdLst>
                  <a:gd name="T0" fmla="*/ 22 w 19"/>
                  <a:gd name="T1" fmla="*/ 6 h 25"/>
                  <a:gd name="T2" fmla="*/ 13 w 19"/>
                  <a:gd name="T3" fmla="*/ 26 h 25"/>
                  <a:gd name="T4" fmla="*/ 15 w 19"/>
                  <a:gd name="T5" fmla="*/ 0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25">
                    <a:moveTo>
                      <a:pt x="19" y="6"/>
                    </a:moveTo>
                    <a:cubicBezTo>
                      <a:pt x="17" y="10"/>
                      <a:pt x="17" y="25"/>
                      <a:pt x="10" y="23"/>
                    </a:cubicBezTo>
                    <a:cubicBezTo>
                      <a:pt x="0" y="20"/>
                      <a:pt x="8" y="4"/>
                      <a:pt x="12" y="0"/>
                    </a:cubicBezTo>
                  </a:path>
                </a:pathLst>
              </a:custGeom>
              <a:noFill/>
              <a:ln w="6350" cap="flat">
                <a:solidFill>
                  <a:srgbClr val="75332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981" name="Freeform 194">
                <a:extLst>
                  <a:ext uri="{FF2B5EF4-FFF2-40B4-BE49-F238E27FC236}">
                    <a16:creationId xmlns:a16="http://schemas.microsoft.com/office/drawing/2014/main" id="{EE002DB8-757C-451E-97DD-4963323D4B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6" y="1906"/>
                <a:ext cx="20" cy="20"/>
              </a:xfrm>
              <a:custGeom>
                <a:avLst/>
                <a:gdLst>
                  <a:gd name="T0" fmla="*/ 0 w 19"/>
                  <a:gd name="T1" fmla="*/ 14 h 19"/>
                  <a:gd name="T2" fmla="*/ 19 w 19"/>
                  <a:gd name="T3" fmla="*/ 22 h 19"/>
                  <a:gd name="T4" fmla="*/ 0 w 19"/>
                  <a:gd name="T5" fmla="*/ 0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19">
                    <a:moveTo>
                      <a:pt x="0" y="11"/>
                    </a:moveTo>
                    <a:cubicBezTo>
                      <a:pt x="2" y="18"/>
                      <a:pt x="10" y="19"/>
                      <a:pt x="16" y="19"/>
                    </a:cubicBezTo>
                    <a:cubicBezTo>
                      <a:pt x="19" y="9"/>
                      <a:pt x="6" y="5"/>
                      <a:pt x="0" y="0"/>
                    </a:cubicBezTo>
                  </a:path>
                </a:pathLst>
              </a:custGeom>
              <a:noFill/>
              <a:ln w="6350" cap="flat">
                <a:solidFill>
                  <a:srgbClr val="75332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982" name="Freeform 195">
                <a:extLst>
                  <a:ext uri="{FF2B5EF4-FFF2-40B4-BE49-F238E27FC236}">
                    <a16:creationId xmlns:a16="http://schemas.microsoft.com/office/drawing/2014/main" id="{20D2CEDE-E7B1-4269-B18D-D89BA6AD7F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0" y="1890"/>
                <a:ext cx="4" cy="22"/>
              </a:xfrm>
              <a:custGeom>
                <a:avLst/>
                <a:gdLst>
                  <a:gd name="T0" fmla="*/ 2 w 4"/>
                  <a:gd name="T1" fmla="*/ 0 h 21"/>
                  <a:gd name="T2" fmla="*/ 4 w 4"/>
                  <a:gd name="T3" fmla="*/ 24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1">
                    <a:moveTo>
                      <a:pt x="2" y="0"/>
                    </a:moveTo>
                    <a:cubicBezTo>
                      <a:pt x="0" y="5"/>
                      <a:pt x="1" y="15"/>
                      <a:pt x="4" y="21"/>
                    </a:cubicBezTo>
                  </a:path>
                </a:pathLst>
              </a:custGeom>
              <a:noFill/>
              <a:ln w="6350" cap="flat">
                <a:solidFill>
                  <a:srgbClr val="75332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983" name="Freeform 196">
                <a:extLst>
                  <a:ext uri="{FF2B5EF4-FFF2-40B4-BE49-F238E27FC236}">
                    <a16:creationId xmlns:a16="http://schemas.microsoft.com/office/drawing/2014/main" id="{12A483B6-4A82-4AFF-83FA-93DA49AA06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8" y="2366"/>
                <a:ext cx="8" cy="19"/>
              </a:xfrm>
              <a:custGeom>
                <a:avLst/>
                <a:gdLst>
                  <a:gd name="T0" fmla="*/ 1 w 8"/>
                  <a:gd name="T1" fmla="*/ 0 h 18"/>
                  <a:gd name="T2" fmla="*/ 8 w 8"/>
                  <a:gd name="T3" fmla="*/ 21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18">
                    <a:moveTo>
                      <a:pt x="1" y="0"/>
                    </a:moveTo>
                    <a:cubicBezTo>
                      <a:pt x="0" y="6"/>
                      <a:pt x="4" y="13"/>
                      <a:pt x="8" y="18"/>
                    </a:cubicBezTo>
                  </a:path>
                </a:pathLst>
              </a:custGeom>
              <a:noFill/>
              <a:ln w="6350" cap="flat">
                <a:solidFill>
                  <a:srgbClr val="75332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984" name="Freeform 197">
                <a:extLst>
                  <a:ext uri="{FF2B5EF4-FFF2-40B4-BE49-F238E27FC236}">
                    <a16:creationId xmlns:a16="http://schemas.microsoft.com/office/drawing/2014/main" id="{91B8D57A-AEA4-4ADB-9A58-F0C926B469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8" y="2014"/>
                <a:ext cx="26" cy="27"/>
              </a:xfrm>
              <a:custGeom>
                <a:avLst/>
                <a:gdLst>
                  <a:gd name="T0" fmla="*/ 25 w 25"/>
                  <a:gd name="T1" fmla="*/ 0 h 26"/>
                  <a:gd name="T2" fmla="*/ 27 w 25"/>
                  <a:gd name="T3" fmla="*/ 29 h 26"/>
                  <a:gd name="T4" fmla="*/ 0 w 25"/>
                  <a:gd name="T5" fmla="*/ 0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26">
                    <a:moveTo>
                      <a:pt x="22" y="0"/>
                    </a:moveTo>
                    <a:cubicBezTo>
                      <a:pt x="24" y="8"/>
                      <a:pt x="25" y="17"/>
                      <a:pt x="24" y="26"/>
                    </a:cubicBezTo>
                    <a:cubicBezTo>
                      <a:pt x="13" y="21"/>
                      <a:pt x="5" y="11"/>
                      <a:pt x="0" y="0"/>
                    </a:cubicBezTo>
                  </a:path>
                </a:pathLst>
              </a:custGeom>
              <a:noFill/>
              <a:ln w="6350" cap="flat">
                <a:solidFill>
                  <a:srgbClr val="75332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985" name="Freeform 198">
                <a:extLst>
                  <a:ext uri="{FF2B5EF4-FFF2-40B4-BE49-F238E27FC236}">
                    <a16:creationId xmlns:a16="http://schemas.microsoft.com/office/drawing/2014/main" id="{4D0F7503-44D4-4725-BC05-3B6F826C03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1" y="989"/>
                <a:ext cx="40" cy="72"/>
              </a:xfrm>
              <a:custGeom>
                <a:avLst/>
                <a:gdLst>
                  <a:gd name="T0" fmla="*/ 44 w 38"/>
                  <a:gd name="T1" fmla="*/ 55 h 69"/>
                  <a:gd name="T2" fmla="*/ 36 w 38"/>
                  <a:gd name="T3" fmla="*/ 78 h 69"/>
                  <a:gd name="T4" fmla="*/ 26 w 38"/>
                  <a:gd name="T5" fmla="*/ 0 h 69"/>
                  <a:gd name="T6" fmla="*/ 26 w 38"/>
                  <a:gd name="T7" fmla="*/ 10 h 69"/>
                  <a:gd name="T8" fmla="*/ 36 w 38"/>
                  <a:gd name="T9" fmla="*/ 22 h 69"/>
                  <a:gd name="T10" fmla="*/ 25 w 38"/>
                  <a:gd name="T11" fmla="*/ 39 h 69"/>
                  <a:gd name="T12" fmla="*/ 43 w 38"/>
                  <a:gd name="T13" fmla="*/ 52 h 6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8" h="69">
                    <a:moveTo>
                      <a:pt x="38" y="49"/>
                    </a:moveTo>
                    <a:cubicBezTo>
                      <a:pt x="26" y="43"/>
                      <a:pt x="30" y="62"/>
                      <a:pt x="30" y="69"/>
                    </a:cubicBezTo>
                    <a:cubicBezTo>
                      <a:pt x="17" y="47"/>
                      <a:pt x="0" y="19"/>
                      <a:pt x="23" y="0"/>
                    </a:cubicBezTo>
                    <a:cubicBezTo>
                      <a:pt x="22" y="3"/>
                      <a:pt x="21" y="7"/>
                      <a:pt x="23" y="10"/>
                    </a:cubicBezTo>
                    <a:cubicBezTo>
                      <a:pt x="25" y="13"/>
                      <a:pt x="29" y="15"/>
                      <a:pt x="30" y="19"/>
                    </a:cubicBezTo>
                    <a:cubicBezTo>
                      <a:pt x="25" y="20"/>
                      <a:pt x="21" y="29"/>
                      <a:pt x="22" y="34"/>
                    </a:cubicBezTo>
                    <a:cubicBezTo>
                      <a:pt x="23" y="42"/>
                      <a:pt x="32" y="42"/>
                      <a:pt x="37" y="46"/>
                    </a:cubicBezTo>
                  </a:path>
                </a:pathLst>
              </a:custGeom>
              <a:solidFill>
                <a:srgbClr val="6C2D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986" name="Freeform 199">
                <a:extLst>
                  <a:ext uri="{FF2B5EF4-FFF2-40B4-BE49-F238E27FC236}">
                    <a16:creationId xmlns:a16="http://schemas.microsoft.com/office/drawing/2014/main" id="{F60698E3-759A-451F-B7D7-74BBE441D8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5" y="1087"/>
                <a:ext cx="21" cy="47"/>
              </a:xfrm>
              <a:custGeom>
                <a:avLst/>
                <a:gdLst>
                  <a:gd name="T0" fmla="*/ 22 w 20"/>
                  <a:gd name="T1" fmla="*/ 0 h 45"/>
                  <a:gd name="T2" fmla="*/ 19 w 20"/>
                  <a:gd name="T3" fmla="*/ 25 h 45"/>
                  <a:gd name="T4" fmla="*/ 20 w 20"/>
                  <a:gd name="T5" fmla="*/ 51 h 45"/>
                  <a:gd name="T6" fmla="*/ 0 w 20"/>
                  <a:gd name="T7" fmla="*/ 7 h 45"/>
                  <a:gd name="T8" fmla="*/ 22 w 20"/>
                  <a:gd name="T9" fmla="*/ 0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45">
                    <a:moveTo>
                      <a:pt x="19" y="0"/>
                    </a:moveTo>
                    <a:cubicBezTo>
                      <a:pt x="20" y="7"/>
                      <a:pt x="16" y="15"/>
                      <a:pt x="16" y="22"/>
                    </a:cubicBezTo>
                    <a:cubicBezTo>
                      <a:pt x="15" y="30"/>
                      <a:pt x="15" y="38"/>
                      <a:pt x="17" y="45"/>
                    </a:cubicBezTo>
                    <a:cubicBezTo>
                      <a:pt x="8" y="32"/>
                      <a:pt x="19" y="11"/>
                      <a:pt x="0" y="7"/>
                    </a:cubicBezTo>
                    <a:cubicBezTo>
                      <a:pt x="8" y="7"/>
                      <a:pt x="15" y="6"/>
                      <a:pt x="19" y="0"/>
                    </a:cubicBezTo>
                  </a:path>
                </a:pathLst>
              </a:custGeom>
              <a:solidFill>
                <a:srgbClr val="6C2D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987" name="Freeform 200">
                <a:extLst>
                  <a:ext uri="{FF2B5EF4-FFF2-40B4-BE49-F238E27FC236}">
                    <a16:creationId xmlns:a16="http://schemas.microsoft.com/office/drawing/2014/main" id="{DC8183BE-2340-4C12-B733-759459FF2B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1" y="1318"/>
                <a:ext cx="130" cy="23"/>
              </a:xfrm>
              <a:custGeom>
                <a:avLst/>
                <a:gdLst>
                  <a:gd name="T0" fmla="*/ 142 w 123"/>
                  <a:gd name="T1" fmla="*/ 0 h 22"/>
                  <a:gd name="T2" fmla="*/ 58 w 123"/>
                  <a:gd name="T3" fmla="*/ 14 h 22"/>
                  <a:gd name="T4" fmla="*/ 29 w 123"/>
                  <a:gd name="T5" fmla="*/ 10 h 22"/>
                  <a:gd name="T6" fmla="*/ 0 w 123"/>
                  <a:gd name="T7" fmla="*/ 6 h 22"/>
                  <a:gd name="T8" fmla="*/ 43 w 123"/>
                  <a:gd name="T9" fmla="*/ 22 h 22"/>
                  <a:gd name="T10" fmla="*/ 78 w 123"/>
                  <a:gd name="T11" fmla="*/ 25 h 22"/>
                  <a:gd name="T12" fmla="*/ 117 w 123"/>
                  <a:gd name="T13" fmla="*/ 16 h 22"/>
                  <a:gd name="T14" fmla="*/ 145 w 123"/>
                  <a:gd name="T15" fmla="*/ 1 h 2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23" h="22">
                    <a:moveTo>
                      <a:pt x="120" y="0"/>
                    </a:moveTo>
                    <a:cubicBezTo>
                      <a:pt x="100" y="12"/>
                      <a:pt x="71" y="9"/>
                      <a:pt x="49" y="11"/>
                    </a:cubicBezTo>
                    <a:cubicBezTo>
                      <a:pt x="41" y="11"/>
                      <a:pt x="33" y="12"/>
                      <a:pt x="25" y="10"/>
                    </a:cubicBezTo>
                    <a:cubicBezTo>
                      <a:pt x="17" y="9"/>
                      <a:pt x="8" y="5"/>
                      <a:pt x="0" y="6"/>
                    </a:cubicBezTo>
                    <a:cubicBezTo>
                      <a:pt x="8" y="14"/>
                      <a:pt x="26" y="17"/>
                      <a:pt x="37" y="19"/>
                    </a:cubicBezTo>
                    <a:cubicBezTo>
                      <a:pt x="47" y="21"/>
                      <a:pt x="56" y="22"/>
                      <a:pt x="66" y="22"/>
                    </a:cubicBezTo>
                    <a:cubicBezTo>
                      <a:pt x="78" y="21"/>
                      <a:pt x="89" y="19"/>
                      <a:pt x="99" y="13"/>
                    </a:cubicBezTo>
                    <a:cubicBezTo>
                      <a:pt x="106" y="9"/>
                      <a:pt x="115" y="6"/>
                      <a:pt x="123" y="1"/>
                    </a:cubicBezTo>
                  </a:path>
                </a:pathLst>
              </a:custGeom>
              <a:solidFill>
                <a:srgbClr val="6C2D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988" name="Freeform 201">
                <a:extLst>
                  <a:ext uri="{FF2B5EF4-FFF2-40B4-BE49-F238E27FC236}">
                    <a16:creationId xmlns:a16="http://schemas.microsoft.com/office/drawing/2014/main" id="{6CEA295D-27CB-4D81-9047-6F675B55F0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2" y="1338"/>
                <a:ext cx="133" cy="79"/>
              </a:xfrm>
              <a:custGeom>
                <a:avLst/>
                <a:gdLst>
                  <a:gd name="T0" fmla="*/ 1 w 126"/>
                  <a:gd name="T1" fmla="*/ 59 h 75"/>
                  <a:gd name="T2" fmla="*/ 42 w 126"/>
                  <a:gd name="T3" fmla="*/ 75 h 75"/>
                  <a:gd name="T4" fmla="*/ 78 w 126"/>
                  <a:gd name="T5" fmla="*/ 57 h 75"/>
                  <a:gd name="T6" fmla="*/ 107 w 126"/>
                  <a:gd name="T7" fmla="*/ 24 h 75"/>
                  <a:gd name="T8" fmla="*/ 148 w 126"/>
                  <a:gd name="T9" fmla="*/ 0 h 75"/>
                  <a:gd name="T10" fmla="*/ 102 w 126"/>
                  <a:gd name="T11" fmla="*/ 43 h 75"/>
                  <a:gd name="T12" fmla="*/ 58 w 126"/>
                  <a:gd name="T13" fmla="*/ 84 h 75"/>
                  <a:gd name="T14" fmla="*/ 19 w 126"/>
                  <a:gd name="T15" fmla="*/ 82 h 75"/>
                  <a:gd name="T16" fmla="*/ 0 w 126"/>
                  <a:gd name="T17" fmla="*/ 65 h 7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26" h="75">
                    <a:moveTo>
                      <a:pt x="1" y="50"/>
                    </a:moveTo>
                    <a:cubicBezTo>
                      <a:pt x="12" y="56"/>
                      <a:pt x="22" y="66"/>
                      <a:pt x="36" y="64"/>
                    </a:cubicBezTo>
                    <a:cubicBezTo>
                      <a:pt x="48" y="62"/>
                      <a:pt x="57" y="56"/>
                      <a:pt x="66" y="48"/>
                    </a:cubicBezTo>
                    <a:cubicBezTo>
                      <a:pt x="75" y="40"/>
                      <a:pt x="82" y="30"/>
                      <a:pt x="91" y="21"/>
                    </a:cubicBezTo>
                    <a:cubicBezTo>
                      <a:pt x="101" y="11"/>
                      <a:pt x="114" y="7"/>
                      <a:pt x="126" y="0"/>
                    </a:cubicBezTo>
                    <a:cubicBezTo>
                      <a:pt x="111" y="11"/>
                      <a:pt x="98" y="22"/>
                      <a:pt x="87" y="37"/>
                    </a:cubicBezTo>
                    <a:cubicBezTo>
                      <a:pt x="76" y="52"/>
                      <a:pt x="66" y="66"/>
                      <a:pt x="49" y="72"/>
                    </a:cubicBezTo>
                    <a:cubicBezTo>
                      <a:pt x="39" y="75"/>
                      <a:pt x="26" y="74"/>
                      <a:pt x="16" y="70"/>
                    </a:cubicBezTo>
                    <a:cubicBezTo>
                      <a:pt x="11" y="68"/>
                      <a:pt x="2" y="61"/>
                      <a:pt x="0" y="56"/>
                    </a:cubicBezTo>
                  </a:path>
                </a:pathLst>
              </a:custGeom>
              <a:solidFill>
                <a:srgbClr val="6C2D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989" name="Freeform 202">
                <a:extLst>
                  <a:ext uri="{FF2B5EF4-FFF2-40B4-BE49-F238E27FC236}">
                    <a16:creationId xmlns:a16="http://schemas.microsoft.com/office/drawing/2014/main" id="{ADFCF663-C72E-4A59-B3FD-5498892C3F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0" y="1344"/>
                <a:ext cx="95" cy="26"/>
              </a:xfrm>
              <a:custGeom>
                <a:avLst/>
                <a:gdLst>
                  <a:gd name="T0" fmla="*/ 0 w 90"/>
                  <a:gd name="T1" fmla="*/ 0 h 24"/>
                  <a:gd name="T2" fmla="*/ 27 w 90"/>
                  <a:gd name="T3" fmla="*/ 14 h 24"/>
                  <a:gd name="T4" fmla="*/ 55 w 90"/>
                  <a:gd name="T5" fmla="*/ 16 h 24"/>
                  <a:gd name="T6" fmla="*/ 82 w 90"/>
                  <a:gd name="T7" fmla="*/ 15 h 24"/>
                  <a:gd name="T8" fmla="*/ 106 w 90"/>
                  <a:gd name="T9" fmla="*/ 1 h 24"/>
                  <a:gd name="T10" fmla="*/ 43 w 90"/>
                  <a:gd name="T11" fmla="*/ 29 h 24"/>
                  <a:gd name="T12" fmla="*/ 0 w 90"/>
                  <a:gd name="T13" fmla="*/ 1 h 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0" h="24">
                    <a:moveTo>
                      <a:pt x="0" y="0"/>
                    </a:moveTo>
                    <a:cubicBezTo>
                      <a:pt x="8" y="0"/>
                      <a:pt x="16" y="9"/>
                      <a:pt x="24" y="11"/>
                    </a:cubicBezTo>
                    <a:cubicBezTo>
                      <a:pt x="31" y="13"/>
                      <a:pt x="39" y="13"/>
                      <a:pt x="46" y="13"/>
                    </a:cubicBezTo>
                    <a:cubicBezTo>
                      <a:pt x="54" y="13"/>
                      <a:pt x="63" y="14"/>
                      <a:pt x="70" y="12"/>
                    </a:cubicBezTo>
                    <a:cubicBezTo>
                      <a:pt x="77" y="9"/>
                      <a:pt x="83" y="5"/>
                      <a:pt x="90" y="1"/>
                    </a:cubicBezTo>
                    <a:cubicBezTo>
                      <a:pt x="82" y="18"/>
                      <a:pt x="53" y="22"/>
                      <a:pt x="37" y="23"/>
                    </a:cubicBezTo>
                    <a:cubicBezTo>
                      <a:pt x="24" y="24"/>
                      <a:pt x="5" y="14"/>
                      <a:pt x="0" y="1"/>
                    </a:cubicBezTo>
                  </a:path>
                </a:pathLst>
              </a:custGeom>
              <a:solidFill>
                <a:srgbClr val="6C2D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990" name="Freeform 203">
                <a:extLst>
                  <a:ext uri="{FF2B5EF4-FFF2-40B4-BE49-F238E27FC236}">
                    <a16:creationId xmlns:a16="http://schemas.microsoft.com/office/drawing/2014/main" id="{6F858654-9707-4FCE-BE1B-C4F0023CCA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5" y="2012"/>
                <a:ext cx="261" cy="364"/>
              </a:xfrm>
              <a:custGeom>
                <a:avLst/>
                <a:gdLst>
                  <a:gd name="T0" fmla="*/ 2 w 248"/>
                  <a:gd name="T1" fmla="*/ 0 h 344"/>
                  <a:gd name="T2" fmla="*/ 62 w 248"/>
                  <a:gd name="T3" fmla="*/ 81 h 344"/>
                  <a:gd name="T4" fmla="*/ 128 w 248"/>
                  <a:gd name="T5" fmla="*/ 138 h 344"/>
                  <a:gd name="T6" fmla="*/ 174 w 248"/>
                  <a:gd name="T7" fmla="*/ 239 h 344"/>
                  <a:gd name="T8" fmla="*/ 236 w 248"/>
                  <a:gd name="T9" fmla="*/ 346 h 344"/>
                  <a:gd name="T10" fmla="*/ 289 w 248"/>
                  <a:gd name="T11" fmla="*/ 407 h 344"/>
                  <a:gd name="T12" fmla="*/ 173 w 248"/>
                  <a:gd name="T13" fmla="*/ 270 h 344"/>
                  <a:gd name="T14" fmla="*/ 106 w 248"/>
                  <a:gd name="T15" fmla="*/ 161 h 344"/>
                  <a:gd name="T16" fmla="*/ 0 w 248"/>
                  <a:gd name="T17" fmla="*/ 7 h 34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48" h="344">
                    <a:moveTo>
                      <a:pt x="2" y="0"/>
                    </a:moveTo>
                    <a:cubicBezTo>
                      <a:pt x="13" y="27"/>
                      <a:pt x="30" y="52"/>
                      <a:pt x="53" y="69"/>
                    </a:cubicBezTo>
                    <a:cubicBezTo>
                      <a:pt x="72" y="83"/>
                      <a:pt x="96" y="94"/>
                      <a:pt x="110" y="116"/>
                    </a:cubicBezTo>
                    <a:cubicBezTo>
                      <a:pt x="126" y="142"/>
                      <a:pt x="134" y="174"/>
                      <a:pt x="149" y="202"/>
                    </a:cubicBezTo>
                    <a:cubicBezTo>
                      <a:pt x="165" y="233"/>
                      <a:pt x="181" y="264"/>
                      <a:pt x="202" y="292"/>
                    </a:cubicBezTo>
                    <a:cubicBezTo>
                      <a:pt x="216" y="311"/>
                      <a:pt x="234" y="327"/>
                      <a:pt x="248" y="344"/>
                    </a:cubicBezTo>
                    <a:cubicBezTo>
                      <a:pt x="202" y="321"/>
                      <a:pt x="175" y="270"/>
                      <a:pt x="148" y="228"/>
                    </a:cubicBezTo>
                    <a:cubicBezTo>
                      <a:pt x="129" y="198"/>
                      <a:pt x="115" y="163"/>
                      <a:pt x="91" y="136"/>
                    </a:cubicBezTo>
                    <a:cubicBezTo>
                      <a:pt x="55" y="97"/>
                      <a:pt x="11" y="61"/>
                      <a:pt x="0" y="7"/>
                    </a:cubicBezTo>
                  </a:path>
                </a:pathLst>
              </a:custGeom>
              <a:solidFill>
                <a:srgbClr val="6C2D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991" name="Freeform 204">
                <a:extLst>
                  <a:ext uri="{FF2B5EF4-FFF2-40B4-BE49-F238E27FC236}">
                    <a16:creationId xmlns:a16="http://schemas.microsoft.com/office/drawing/2014/main" id="{8273B47B-543E-47B6-A749-D918BF4D18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9" y="2112"/>
                <a:ext cx="198" cy="140"/>
              </a:xfrm>
              <a:custGeom>
                <a:avLst/>
                <a:gdLst>
                  <a:gd name="T0" fmla="*/ 0 w 188"/>
                  <a:gd name="T1" fmla="*/ 0 h 133"/>
                  <a:gd name="T2" fmla="*/ 111 w 188"/>
                  <a:gd name="T3" fmla="*/ 73 h 133"/>
                  <a:gd name="T4" fmla="*/ 220 w 188"/>
                  <a:gd name="T5" fmla="*/ 155 h 133"/>
                  <a:gd name="T6" fmla="*/ 108 w 188"/>
                  <a:gd name="T7" fmla="*/ 82 h 133"/>
                  <a:gd name="T8" fmla="*/ 63 w 188"/>
                  <a:gd name="T9" fmla="*/ 55 h 133"/>
                  <a:gd name="T10" fmla="*/ 39 w 188"/>
                  <a:gd name="T11" fmla="*/ 64 h 133"/>
                  <a:gd name="T12" fmla="*/ 0 w 188"/>
                  <a:gd name="T13" fmla="*/ 4 h 13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8" h="133">
                    <a:moveTo>
                      <a:pt x="0" y="0"/>
                    </a:moveTo>
                    <a:cubicBezTo>
                      <a:pt x="34" y="13"/>
                      <a:pt x="69" y="38"/>
                      <a:pt x="95" y="63"/>
                    </a:cubicBezTo>
                    <a:cubicBezTo>
                      <a:pt x="122" y="88"/>
                      <a:pt x="150" y="125"/>
                      <a:pt x="188" y="133"/>
                    </a:cubicBezTo>
                    <a:cubicBezTo>
                      <a:pt x="144" y="129"/>
                      <a:pt x="122" y="97"/>
                      <a:pt x="93" y="70"/>
                    </a:cubicBezTo>
                    <a:cubicBezTo>
                      <a:pt x="80" y="59"/>
                      <a:pt x="69" y="54"/>
                      <a:pt x="54" y="47"/>
                    </a:cubicBezTo>
                    <a:cubicBezTo>
                      <a:pt x="47" y="44"/>
                      <a:pt x="18" y="36"/>
                      <a:pt x="33" y="55"/>
                    </a:cubicBezTo>
                    <a:cubicBezTo>
                      <a:pt x="29" y="36"/>
                      <a:pt x="19" y="12"/>
                      <a:pt x="0" y="4"/>
                    </a:cubicBezTo>
                  </a:path>
                </a:pathLst>
              </a:custGeom>
              <a:solidFill>
                <a:srgbClr val="6C2D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</p:grpSp>
        <p:grpSp>
          <p:nvGrpSpPr>
            <p:cNvPr id="50575" name="Group 205">
              <a:extLst>
                <a:ext uri="{FF2B5EF4-FFF2-40B4-BE49-F238E27FC236}">
                  <a16:creationId xmlns:a16="http://schemas.microsoft.com/office/drawing/2014/main" id="{7BE83AB1-CBDE-4D22-A2E6-0C5019F33B8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225" y="971"/>
              <a:ext cx="1762" cy="3042"/>
              <a:chOff x="3225" y="971"/>
              <a:chExt cx="1762" cy="3042"/>
            </a:xfrm>
          </p:grpSpPr>
          <p:sp>
            <p:nvSpPr>
              <p:cNvPr id="50592" name="Freeform 206">
                <a:extLst>
                  <a:ext uri="{FF2B5EF4-FFF2-40B4-BE49-F238E27FC236}">
                    <a16:creationId xmlns:a16="http://schemas.microsoft.com/office/drawing/2014/main" id="{079A699C-1823-4D23-901A-F6341B30BB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7" y="2180"/>
                <a:ext cx="145" cy="83"/>
              </a:xfrm>
              <a:custGeom>
                <a:avLst/>
                <a:gdLst>
                  <a:gd name="T0" fmla="*/ 160 w 138"/>
                  <a:gd name="T1" fmla="*/ 94 h 78"/>
                  <a:gd name="T2" fmla="*/ 122 w 138"/>
                  <a:gd name="T3" fmla="*/ 54 h 78"/>
                  <a:gd name="T4" fmla="*/ 86 w 138"/>
                  <a:gd name="T5" fmla="*/ 32 h 78"/>
                  <a:gd name="T6" fmla="*/ 0 w 138"/>
                  <a:gd name="T7" fmla="*/ 0 h 78"/>
                  <a:gd name="T8" fmla="*/ 101 w 138"/>
                  <a:gd name="T9" fmla="*/ 82 h 78"/>
                  <a:gd name="T10" fmla="*/ 154 w 138"/>
                  <a:gd name="T11" fmla="*/ 94 h 7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8" h="78">
                    <a:moveTo>
                      <a:pt x="138" y="78"/>
                    </a:moveTo>
                    <a:cubicBezTo>
                      <a:pt x="125" y="71"/>
                      <a:pt x="118" y="54"/>
                      <a:pt x="105" y="45"/>
                    </a:cubicBezTo>
                    <a:cubicBezTo>
                      <a:pt x="95" y="38"/>
                      <a:pt x="85" y="31"/>
                      <a:pt x="74" y="26"/>
                    </a:cubicBezTo>
                    <a:cubicBezTo>
                      <a:pt x="50" y="12"/>
                      <a:pt x="25" y="8"/>
                      <a:pt x="0" y="0"/>
                    </a:cubicBezTo>
                    <a:cubicBezTo>
                      <a:pt x="10" y="7"/>
                      <a:pt x="121" y="42"/>
                      <a:pt x="87" y="68"/>
                    </a:cubicBezTo>
                    <a:cubicBezTo>
                      <a:pt x="104" y="67"/>
                      <a:pt x="118" y="73"/>
                      <a:pt x="133" y="78"/>
                    </a:cubicBezTo>
                  </a:path>
                </a:pathLst>
              </a:custGeom>
              <a:solidFill>
                <a:srgbClr val="6C2D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593" name="Freeform 207">
                <a:extLst>
                  <a:ext uri="{FF2B5EF4-FFF2-40B4-BE49-F238E27FC236}">
                    <a16:creationId xmlns:a16="http://schemas.microsoft.com/office/drawing/2014/main" id="{18FB3F80-1AAD-4D95-A43A-88A1EB0B82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0" y="2255"/>
                <a:ext cx="209" cy="131"/>
              </a:xfrm>
              <a:custGeom>
                <a:avLst/>
                <a:gdLst>
                  <a:gd name="T0" fmla="*/ 0 w 198"/>
                  <a:gd name="T1" fmla="*/ 14 h 124"/>
                  <a:gd name="T2" fmla="*/ 139 w 198"/>
                  <a:gd name="T3" fmla="*/ 40 h 124"/>
                  <a:gd name="T4" fmla="*/ 233 w 198"/>
                  <a:gd name="T5" fmla="*/ 146 h 124"/>
                  <a:gd name="T6" fmla="*/ 176 w 198"/>
                  <a:gd name="T7" fmla="*/ 80 h 124"/>
                  <a:gd name="T8" fmla="*/ 128 w 198"/>
                  <a:gd name="T9" fmla="*/ 44 h 124"/>
                  <a:gd name="T10" fmla="*/ 63 w 198"/>
                  <a:gd name="T11" fmla="*/ 25 h 124"/>
                  <a:gd name="T12" fmla="*/ 0 w 198"/>
                  <a:gd name="T13" fmla="*/ 16 h 1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8" h="124">
                    <a:moveTo>
                      <a:pt x="0" y="11"/>
                    </a:moveTo>
                    <a:cubicBezTo>
                      <a:pt x="40" y="0"/>
                      <a:pt x="84" y="19"/>
                      <a:pt x="118" y="34"/>
                    </a:cubicBezTo>
                    <a:cubicBezTo>
                      <a:pt x="152" y="48"/>
                      <a:pt x="184" y="90"/>
                      <a:pt x="198" y="124"/>
                    </a:cubicBezTo>
                    <a:cubicBezTo>
                      <a:pt x="179" y="111"/>
                      <a:pt x="166" y="85"/>
                      <a:pt x="150" y="68"/>
                    </a:cubicBezTo>
                    <a:cubicBezTo>
                      <a:pt x="137" y="56"/>
                      <a:pt x="124" y="45"/>
                      <a:pt x="109" y="38"/>
                    </a:cubicBezTo>
                    <a:cubicBezTo>
                      <a:pt x="92" y="31"/>
                      <a:pt x="72" y="27"/>
                      <a:pt x="54" y="22"/>
                    </a:cubicBezTo>
                    <a:cubicBezTo>
                      <a:pt x="37" y="17"/>
                      <a:pt x="17" y="18"/>
                      <a:pt x="0" y="13"/>
                    </a:cubicBezTo>
                  </a:path>
                </a:pathLst>
              </a:custGeom>
              <a:solidFill>
                <a:srgbClr val="6C2D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594" name="Freeform 208">
                <a:extLst>
                  <a:ext uri="{FF2B5EF4-FFF2-40B4-BE49-F238E27FC236}">
                    <a16:creationId xmlns:a16="http://schemas.microsoft.com/office/drawing/2014/main" id="{962D8F66-8B82-4874-9C4F-30E5DD678A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1" y="2501"/>
                <a:ext cx="172" cy="299"/>
              </a:xfrm>
              <a:custGeom>
                <a:avLst/>
                <a:gdLst>
                  <a:gd name="T0" fmla="*/ 0 w 163"/>
                  <a:gd name="T1" fmla="*/ 1 h 283"/>
                  <a:gd name="T2" fmla="*/ 38 w 163"/>
                  <a:gd name="T3" fmla="*/ 2 h 283"/>
                  <a:gd name="T4" fmla="*/ 72 w 163"/>
                  <a:gd name="T5" fmla="*/ 22 h 283"/>
                  <a:gd name="T6" fmla="*/ 145 w 163"/>
                  <a:gd name="T7" fmla="*/ 93 h 283"/>
                  <a:gd name="T8" fmla="*/ 174 w 163"/>
                  <a:gd name="T9" fmla="*/ 264 h 283"/>
                  <a:gd name="T10" fmla="*/ 157 w 163"/>
                  <a:gd name="T11" fmla="*/ 303 h 283"/>
                  <a:gd name="T12" fmla="*/ 130 w 163"/>
                  <a:gd name="T13" fmla="*/ 333 h 283"/>
                  <a:gd name="T14" fmla="*/ 47 w 163"/>
                  <a:gd name="T15" fmla="*/ 301 h 283"/>
                  <a:gd name="T16" fmla="*/ 130 w 163"/>
                  <a:gd name="T17" fmla="*/ 293 h 283"/>
                  <a:gd name="T18" fmla="*/ 135 w 163"/>
                  <a:gd name="T19" fmla="*/ 244 h 283"/>
                  <a:gd name="T20" fmla="*/ 139 w 163"/>
                  <a:gd name="T21" fmla="*/ 172 h 283"/>
                  <a:gd name="T22" fmla="*/ 121 w 163"/>
                  <a:gd name="T23" fmla="*/ 110 h 283"/>
                  <a:gd name="T24" fmla="*/ 90 w 163"/>
                  <a:gd name="T25" fmla="*/ 46 h 283"/>
                  <a:gd name="T26" fmla="*/ 58 w 163"/>
                  <a:gd name="T27" fmla="*/ 23 h 283"/>
                  <a:gd name="T28" fmla="*/ 8 w 163"/>
                  <a:gd name="T29" fmla="*/ 2 h 283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63" h="283">
                    <a:moveTo>
                      <a:pt x="0" y="1"/>
                    </a:moveTo>
                    <a:cubicBezTo>
                      <a:pt x="10" y="4"/>
                      <a:pt x="22" y="0"/>
                      <a:pt x="32" y="2"/>
                    </a:cubicBezTo>
                    <a:cubicBezTo>
                      <a:pt x="42" y="4"/>
                      <a:pt x="52" y="13"/>
                      <a:pt x="61" y="19"/>
                    </a:cubicBezTo>
                    <a:cubicBezTo>
                      <a:pt x="86" y="36"/>
                      <a:pt x="108" y="52"/>
                      <a:pt x="123" y="79"/>
                    </a:cubicBezTo>
                    <a:cubicBezTo>
                      <a:pt x="147" y="121"/>
                      <a:pt x="163" y="176"/>
                      <a:pt x="148" y="224"/>
                    </a:cubicBezTo>
                    <a:cubicBezTo>
                      <a:pt x="144" y="236"/>
                      <a:pt x="138" y="246"/>
                      <a:pt x="134" y="257"/>
                    </a:cubicBezTo>
                    <a:cubicBezTo>
                      <a:pt x="128" y="272"/>
                      <a:pt x="130" y="283"/>
                      <a:pt x="111" y="282"/>
                    </a:cubicBezTo>
                    <a:cubicBezTo>
                      <a:pt x="87" y="282"/>
                      <a:pt x="63" y="266"/>
                      <a:pt x="41" y="256"/>
                    </a:cubicBezTo>
                    <a:cubicBezTo>
                      <a:pt x="60" y="254"/>
                      <a:pt x="100" y="272"/>
                      <a:pt x="111" y="248"/>
                    </a:cubicBezTo>
                    <a:cubicBezTo>
                      <a:pt x="116" y="237"/>
                      <a:pt x="114" y="219"/>
                      <a:pt x="115" y="207"/>
                    </a:cubicBezTo>
                    <a:cubicBezTo>
                      <a:pt x="117" y="187"/>
                      <a:pt x="118" y="167"/>
                      <a:pt x="118" y="146"/>
                    </a:cubicBezTo>
                    <a:cubicBezTo>
                      <a:pt x="117" y="125"/>
                      <a:pt x="112" y="112"/>
                      <a:pt x="103" y="93"/>
                    </a:cubicBezTo>
                    <a:cubicBezTo>
                      <a:pt x="95" y="75"/>
                      <a:pt x="90" y="55"/>
                      <a:pt x="77" y="40"/>
                    </a:cubicBezTo>
                    <a:cubicBezTo>
                      <a:pt x="69" y="32"/>
                      <a:pt x="59" y="25"/>
                      <a:pt x="49" y="20"/>
                    </a:cubicBezTo>
                    <a:cubicBezTo>
                      <a:pt x="37" y="14"/>
                      <a:pt x="21" y="3"/>
                      <a:pt x="8" y="2"/>
                    </a:cubicBezTo>
                  </a:path>
                </a:pathLst>
              </a:custGeom>
              <a:solidFill>
                <a:srgbClr val="6C2D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595" name="Freeform 209">
                <a:extLst>
                  <a:ext uri="{FF2B5EF4-FFF2-40B4-BE49-F238E27FC236}">
                    <a16:creationId xmlns:a16="http://schemas.microsoft.com/office/drawing/2014/main" id="{74FF8F12-3E6A-47EB-B368-20D8D1F410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8" y="2674"/>
                <a:ext cx="85" cy="280"/>
              </a:xfrm>
              <a:custGeom>
                <a:avLst/>
                <a:gdLst>
                  <a:gd name="T0" fmla="*/ 4 w 81"/>
                  <a:gd name="T1" fmla="*/ 124 h 265"/>
                  <a:gd name="T2" fmla="*/ 0 w 81"/>
                  <a:gd name="T3" fmla="*/ 157 h 265"/>
                  <a:gd name="T4" fmla="*/ 47 w 81"/>
                  <a:gd name="T5" fmla="*/ 232 h 265"/>
                  <a:gd name="T6" fmla="*/ 51 w 81"/>
                  <a:gd name="T7" fmla="*/ 278 h 265"/>
                  <a:gd name="T8" fmla="*/ 42 w 81"/>
                  <a:gd name="T9" fmla="*/ 313 h 265"/>
                  <a:gd name="T10" fmla="*/ 54 w 81"/>
                  <a:gd name="T11" fmla="*/ 165 h 265"/>
                  <a:gd name="T12" fmla="*/ 81 w 81"/>
                  <a:gd name="T13" fmla="*/ 91 h 265"/>
                  <a:gd name="T14" fmla="*/ 80 w 81"/>
                  <a:gd name="T15" fmla="*/ 0 h 265"/>
                  <a:gd name="T16" fmla="*/ 51 w 81"/>
                  <a:gd name="T17" fmla="*/ 105 h 265"/>
                  <a:gd name="T18" fmla="*/ 17 w 81"/>
                  <a:gd name="T19" fmla="*/ 124 h 26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1" h="265">
                    <a:moveTo>
                      <a:pt x="4" y="105"/>
                    </a:moveTo>
                    <a:cubicBezTo>
                      <a:pt x="12" y="113"/>
                      <a:pt x="21" y="138"/>
                      <a:pt x="0" y="133"/>
                    </a:cubicBezTo>
                    <a:cubicBezTo>
                      <a:pt x="28" y="148"/>
                      <a:pt x="38" y="166"/>
                      <a:pt x="41" y="197"/>
                    </a:cubicBezTo>
                    <a:cubicBezTo>
                      <a:pt x="42" y="209"/>
                      <a:pt x="46" y="223"/>
                      <a:pt x="45" y="236"/>
                    </a:cubicBezTo>
                    <a:cubicBezTo>
                      <a:pt x="44" y="247"/>
                      <a:pt x="37" y="255"/>
                      <a:pt x="36" y="265"/>
                    </a:cubicBezTo>
                    <a:cubicBezTo>
                      <a:pt x="76" y="235"/>
                      <a:pt x="49" y="179"/>
                      <a:pt x="47" y="140"/>
                    </a:cubicBezTo>
                    <a:cubicBezTo>
                      <a:pt x="46" y="120"/>
                      <a:pt x="61" y="95"/>
                      <a:pt x="70" y="77"/>
                    </a:cubicBezTo>
                    <a:cubicBezTo>
                      <a:pt x="81" y="51"/>
                      <a:pt x="81" y="27"/>
                      <a:pt x="69" y="0"/>
                    </a:cubicBezTo>
                    <a:cubicBezTo>
                      <a:pt x="63" y="29"/>
                      <a:pt x="60" y="62"/>
                      <a:pt x="45" y="89"/>
                    </a:cubicBezTo>
                    <a:cubicBezTo>
                      <a:pt x="37" y="104"/>
                      <a:pt x="31" y="105"/>
                      <a:pt x="14" y="105"/>
                    </a:cubicBezTo>
                  </a:path>
                </a:pathLst>
              </a:custGeom>
              <a:solidFill>
                <a:srgbClr val="6C2D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596" name="Freeform 210">
                <a:extLst>
                  <a:ext uri="{FF2B5EF4-FFF2-40B4-BE49-F238E27FC236}">
                    <a16:creationId xmlns:a16="http://schemas.microsoft.com/office/drawing/2014/main" id="{150F4838-B0C5-4FB8-A39C-EF96623B8C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3" y="2243"/>
                <a:ext cx="103" cy="49"/>
              </a:xfrm>
              <a:custGeom>
                <a:avLst/>
                <a:gdLst>
                  <a:gd name="T0" fmla="*/ 0 w 97"/>
                  <a:gd name="T1" fmla="*/ 0 h 47"/>
                  <a:gd name="T2" fmla="*/ 20 w 97"/>
                  <a:gd name="T3" fmla="*/ 6 h 47"/>
                  <a:gd name="T4" fmla="*/ 40 w 97"/>
                  <a:gd name="T5" fmla="*/ 17 h 47"/>
                  <a:gd name="T6" fmla="*/ 65 w 97"/>
                  <a:gd name="T7" fmla="*/ 21 h 47"/>
                  <a:gd name="T8" fmla="*/ 116 w 97"/>
                  <a:gd name="T9" fmla="*/ 26 h 47"/>
                  <a:gd name="T10" fmla="*/ 45 w 97"/>
                  <a:gd name="T11" fmla="*/ 53 h 47"/>
                  <a:gd name="T12" fmla="*/ 63 w 97"/>
                  <a:gd name="T13" fmla="*/ 34 h 47"/>
                  <a:gd name="T14" fmla="*/ 51 w 97"/>
                  <a:gd name="T15" fmla="*/ 22 h 47"/>
                  <a:gd name="T16" fmla="*/ 6 w 97"/>
                  <a:gd name="T17" fmla="*/ 3 h 4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7" h="47">
                    <a:moveTo>
                      <a:pt x="0" y="0"/>
                    </a:moveTo>
                    <a:cubicBezTo>
                      <a:pt x="5" y="3"/>
                      <a:pt x="12" y="4"/>
                      <a:pt x="17" y="6"/>
                    </a:cubicBezTo>
                    <a:cubicBezTo>
                      <a:pt x="23" y="8"/>
                      <a:pt x="28" y="11"/>
                      <a:pt x="34" y="14"/>
                    </a:cubicBezTo>
                    <a:cubicBezTo>
                      <a:pt x="40" y="16"/>
                      <a:pt x="47" y="17"/>
                      <a:pt x="54" y="18"/>
                    </a:cubicBezTo>
                    <a:cubicBezTo>
                      <a:pt x="68" y="20"/>
                      <a:pt x="83" y="23"/>
                      <a:pt x="97" y="23"/>
                    </a:cubicBezTo>
                    <a:cubicBezTo>
                      <a:pt x="77" y="29"/>
                      <a:pt x="56" y="41"/>
                      <a:pt x="38" y="47"/>
                    </a:cubicBezTo>
                    <a:cubicBezTo>
                      <a:pt x="45" y="46"/>
                      <a:pt x="55" y="39"/>
                      <a:pt x="53" y="31"/>
                    </a:cubicBezTo>
                    <a:cubicBezTo>
                      <a:pt x="52" y="26"/>
                      <a:pt x="46" y="22"/>
                      <a:pt x="42" y="19"/>
                    </a:cubicBezTo>
                    <a:cubicBezTo>
                      <a:pt x="31" y="13"/>
                      <a:pt x="18" y="7"/>
                      <a:pt x="6" y="3"/>
                    </a:cubicBezTo>
                  </a:path>
                </a:pathLst>
              </a:custGeom>
              <a:solidFill>
                <a:srgbClr val="6C2D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597" name="Freeform 211">
                <a:extLst>
                  <a:ext uri="{FF2B5EF4-FFF2-40B4-BE49-F238E27FC236}">
                    <a16:creationId xmlns:a16="http://schemas.microsoft.com/office/drawing/2014/main" id="{EA07C880-E64F-4CFF-BC2E-40C2946C27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3" y="2268"/>
                <a:ext cx="29" cy="17"/>
              </a:xfrm>
              <a:custGeom>
                <a:avLst/>
                <a:gdLst>
                  <a:gd name="T0" fmla="*/ 8 w 28"/>
                  <a:gd name="T1" fmla="*/ 0 h 16"/>
                  <a:gd name="T2" fmla="*/ 19 w 28"/>
                  <a:gd name="T3" fmla="*/ 18 h 16"/>
                  <a:gd name="T4" fmla="*/ 10 w 28"/>
                  <a:gd name="T5" fmla="*/ 1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16">
                    <a:moveTo>
                      <a:pt x="8" y="0"/>
                    </a:moveTo>
                    <a:cubicBezTo>
                      <a:pt x="0" y="2"/>
                      <a:pt x="8" y="16"/>
                      <a:pt x="16" y="15"/>
                    </a:cubicBezTo>
                    <a:cubicBezTo>
                      <a:pt x="28" y="13"/>
                      <a:pt x="9" y="3"/>
                      <a:pt x="10" y="1"/>
                    </a:cubicBezTo>
                  </a:path>
                </a:pathLst>
              </a:custGeom>
              <a:solidFill>
                <a:srgbClr val="6C2D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598" name="Freeform 212">
                <a:extLst>
                  <a:ext uri="{FF2B5EF4-FFF2-40B4-BE49-F238E27FC236}">
                    <a16:creationId xmlns:a16="http://schemas.microsoft.com/office/drawing/2014/main" id="{E6128730-69F7-468B-831E-334A4397E0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9" y="2229"/>
                <a:ext cx="126" cy="49"/>
              </a:xfrm>
              <a:custGeom>
                <a:avLst/>
                <a:gdLst>
                  <a:gd name="T0" fmla="*/ 0 w 120"/>
                  <a:gd name="T1" fmla="*/ 40 h 47"/>
                  <a:gd name="T2" fmla="*/ 139 w 120"/>
                  <a:gd name="T3" fmla="*/ 0 h 47"/>
                  <a:gd name="T4" fmla="*/ 69 w 120"/>
                  <a:gd name="T5" fmla="*/ 34 h 47"/>
                  <a:gd name="T6" fmla="*/ 26 w 120"/>
                  <a:gd name="T7" fmla="*/ 53 h 47"/>
                  <a:gd name="T8" fmla="*/ 4 w 120"/>
                  <a:gd name="T9" fmla="*/ 43 h 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0" h="47">
                    <a:moveTo>
                      <a:pt x="0" y="35"/>
                    </a:moveTo>
                    <a:cubicBezTo>
                      <a:pt x="43" y="38"/>
                      <a:pt x="82" y="17"/>
                      <a:pt x="120" y="0"/>
                    </a:cubicBezTo>
                    <a:cubicBezTo>
                      <a:pt x="108" y="15"/>
                      <a:pt x="79" y="25"/>
                      <a:pt x="60" y="31"/>
                    </a:cubicBezTo>
                    <a:cubicBezTo>
                      <a:pt x="53" y="34"/>
                      <a:pt x="22" y="36"/>
                      <a:pt x="23" y="47"/>
                    </a:cubicBezTo>
                    <a:cubicBezTo>
                      <a:pt x="16" y="47"/>
                      <a:pt x="10" y="40"/>
                      <a:pt x="4" y="37"/>
                    </a:cubicBezTo>
                  </a:path>
                </a:pathLst>
              </a:custGeom>
              <a:solidFill>
                <a:srgbClr val="6C2D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599" name="Freeform 213">
                <a:extLst>
                  <a:ext uri="{FF2B5EF4-FFF2-40B4-BE49-F238E27FC236}">
                    <a16:creationId xmlns:a16="http://schemas.microsoft.com/office/drawing/2014/main" id="{2D348D9F-C428-41C4-9D12-69AC4DD4A5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9" y="3008"/>
                <a:ext cx="214" cy="88"/>
              </a:xfrm>
              <a:custGeom>
                <a:avLst/>
                <a:gdLst>
                  <a:gd name="T0" fmla="*/ 238 w 203"/>
                  <a:gd name="T1" fmla="*/ 1 h 84"/>
                  <a:gd name="T2" fmla="*/ 207 w 203"/>
                  <a:gd name="T3" fmla="*/ 73 h 84"/>
                  <a:gd name="T4" fmla="*/ 149 w 203"/>
                  <a:gd name="T5" fmla="*/ 90 h 84"/>
                  <a:gd name="T6" fmla="*/ 64 w 203"/>
                  <a:gd name="T7" fmla="*/ 62 h 84"/>
                  <a:gd name="T8" fmla="*/ 0 w 203"/>
                  <a:gd name="T9" fmla="*/ 51 h 84"/>
                  <a:gd name="T10" fmla="*/ 125 w 203"/>
                  <a:gd name="T11" fmla="*/ 60 h 84"/>
                  <a:gd name="T12" fmla="*/ 194 w 203"/>
                  <a:gd name="T13" fmla="*/ 54 h 84"/>
                  <a:gd name="T14" fmla="*/ 238 w 203"/>
                  <a:gd name="T15" fmla="*/ 0 h 8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03" h="84">
                    <a:moveTo>
                      <a:pt x="203" y="1"/>
                    </a:moveTo>
                    <a:cubicBezTo>
                      <a:pt x="195" y="20"/>
                      <a:pt x="187" y="47"/>
                      <a:pt x="176" y="64"/>
                    </a:cubicBezTo>
                    <a:cubicBezTo>
                      <a:pt x="164" y="84"/>
                      <a:pt x="147" y="84"/>
                      <a:pt x="127" y="78"/>
                    </a:cubicBezTo>
                    <a:cubicBezTo>
                      <a:pt x="102" y="71"/>
                      <a:pt x="79" y="59"/>
                      <a:pt x="55" y="53"/>
                    </a:cubicBezTo>
                    <a:cubicBezTo>
                      <a:pt x="38" y="49"/>
                      <a:pt x="17" y="46"/>
                      <a:pt x="0" y="45"/>
                    </a:cubicBezTo>
                    <a:cubicBezTo>
                      <a:pt x="35" y="40"/>
                      <a:pt x="74" y="36"/>
                      <a:pt x="107" y="52"/>
                    </a:cubicBezTo>
                    <a:cubicBezTo>
                      <a:pt x="129" y="63"/>
                      <a:pt x="146" y="70"/>
                      <a:pt x="166" y="48"/>
                    </a:cubicBezTo>
                    <a:cubicBezTo>
                      <a:pt x="180" y="33"/>
                      <a:pt x="185" y="11"/>
                      <a:pt x="203" y="0"/>
                    </a:cubicBezTo>
                  </a:path>
                </a:pathLst>
              </a:custGeom>
              <a:solidFill>
                <a:srgbClr val="6C2D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600" name="Freeform 214">
                <a:extLst>
                  <a:ext uri="{FF2B5EF4-FFF2-40B4-BE49-F238E27FC236}">
                    <a16:creationId xmlns:a16="http://schemas.microsoft.com/office/drawing/2014/main" id="{0857B712-C338-4280-B24D-70DD1A40EB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4" y="3079"/>
                <a:ext cx="207" cy="83"/>
              </a:xfrm>
              <a:custGeom>
                <a:avLst/>
                <a:gdLst>
                  <a:gd name="T0" fmla="*/ 4 w 196"/>
                  <a:gd name="T1" fmla="*/ 0 h 79"/>
                  <a:gd name="T2" fmla="*/ 61 w 196"/>
                  <a:gd name="T3" fmla="*/ 43 h 79"/>
                  <a:gd name="T4" fmla="*/ 117 w 196"/>
                  <a:gd name="T5" fmla="*/ 60 h 79"/>
                  <a:gd name="T6" fmla="*/ 231 w 196"/>
                  <a:gd name="T7" fmla="*/ 57 h 79"/>
                  <a:gd name="T8" fmla="*/ 75 w 196"/>
                  <a:gd name="T9" fmla="*/ 75 h 79"/>
                  <a:gd name="T10" fmla="*/ 0 w 196"/>
                  <a:gd name="T11" fmla="*/ 4 h 7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96" h="79">
                    <a:moveTo>
                      <a:pt x="4" y="0"/>
                    </a:moveTo>
                    <a:cubicBezTo>
                      <a:pt x="21" y="5"/>
                      <a:pt x="37" y="26"/>
                      <a:pt x="52" y="37"/>
                    </a:cubicBezTo>
                    <a:cubicBezTo>
                      <a:pt x="67" y="47"/>
                      <a:pt x="82" y="47"/>
                      <a:pt x="99" y="51"/>
                    </a:cubicBezTo>
                    <a:cubicBezTo>
                      <a:pt x="126" y="57"/>
                      <a:pt x="171" y="63"/>
                      <a:pt x="196" y="49"/>
                    </a:cubicBezTo>
                    <a:cubicBezTo>
                      <a:pt x="163" y="79"/>
                      <a:pt x="103" y="76"/>
                      <a:pt x="63" y="65"/>
                    </a:cubicBezTo>
                    <a:cubicBezTo>
                      <a:pt x="27" y="55"/>
                      <a:pt x="20" y="27"/>
                      <a:pt x="0" y="4"/>
                    </a:cubicBezTo>
                  </a:path>
                </a:pathLst>
              </a:custGeom>
              <a:solidFill>
                <a:srgbClr val="6C2D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601" name="Freeform 215">
                <a:extLst>
                  <a:ext uri="{FF2B5EF4-FFF2-40B4-BE49-F238E27FC236}">
                    <a16:creationId xmlns:a16="http://schemas.microsoft.com/office/drawing/2014/main" id="{88E1FC06-AF61-456B-B24A-A61EE715B9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3" y="3101"/>
                <a:ext cx="92" cy="33"/>
              </a:xfrm>
              <a:custGeom>
                <a:avLst/>
                <a:gdLst>
                  <a:gd name="T0" fmla="*/ 55 w 87"/>
                  <a:gd name="T1" fmla="*/ 0 h 32"/>
                  <a:gd name="T2" fmla="*/ 95 w 87"/>
                  <a:gd name="T3" fmla="*/ 35 h 32"/>
                  <a:gd name="T4" fmla="*/ 0 w 87"/>
                  <a:gd name="T5" fmla="*/ 34 h 32"/>
                  <a:gd name="T6" fmla="*/ 36 w 87"/>
                  <a:gd name="T7" fmla="*/ 24 h 32"/>
                  <a:gd name="T8" fmla="*/ 71 w 87"/>
                  <a:gd name="T9" fmla="*/ 19 h 32"/>
                  <a:gd name="T10" fmla="*/ 56 w 87"/>
                  <a:gd name="T11" fmla="*/ 4 h 3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7" h="32">
                    <a:moveTo>
                      <a:pt x="46" y="0"/>
                    </a:moveTo>
                    <a:cubicBezTo>
                      <a:pt x="60" y="4"/>
                      <a:pt x="87" y="14"/>
                      <a:pt x="80" y="32"/>
                    </a:cubicBezTo>
                    <a:cubicBezTo>
                      <a:pt x="55" y="28"/>
                      <a:pt x="27" y="32"/>
                      <a:pt x="0" y="31"/>
                    </a:cubicBezTo>
                    <a:cubicBezTo>
                      <a:pt x="10" y="29"/>
                      <a:pt x="19" y="24"/>
                      <a:pt x="30" y="21"/>
                    </a:cubicBezTo>
                    <a:cubicBezTo>
                      <a:pt x="40" y="19"/>
                      <a:pt x="50" y="19"/>
                      <a:pt x="60" y="16"/>
                    </a:cubicBezTo>
                    <a:cubicBezTo>
                      <a:pt x="55" y="12"/>
                      <a:pt x="50" y="9"/>
                      <a:pt x="47" y="4"/>
                    </a:cubicBezTo>
                  </a:path>
                </a:pathLst>
              </a:custGeom>
              <a:solidFill>
                <a:srgbClr val="6C2D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602" name="Freeform 216">
                <a:extLst>
                  <a:ext uri="{FF2B5EF4-FFF2-40B4-BE49-F238E27FC236}">
                    <a16:creationId xmlns:a16="http://schemas.microsoft.com/office/drawing/2014/main" id="{368CBF16-4716-470D-B3A8-C24237F5E6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8" y="2725"/>
                <a:ext cx="225" cy="45"/>
              </a:xfrm>
              <a:custGeom>
                <a:avLst/>
                <a:gdLst>
                  <a:gd name="T0" fmla="*/ 250 w 213"/>
                  <a:gd name="T1" fmla="*/ 48 h 43"/>
                  <a:gd name="T2" fmla="*/ 113 w 213"/>
                  <a:gd name="T3" fmla="*/ 25 h 43"/>
                  <a:gd name="T4" fmla="*/ 49 w 213"/>
                  <a:gd name="T5" fmla="*/ 23 h 43"/>
                  <a:gd name="T6" fmla="*/ 0 w 213"/>
                  <a:gd name="T7" fmla="*/ 0 h 43"/>
                  <a:gd name="T8" fmla="*/ 134 w 213"/>
                  <a:gd name="T9" fmla="*/ 10 h 43"/>
                  <a:gd name="T10" fmla="*/ 195 w 213"/>
                  <a:gd name="T11" fmla="*/ 23 h 43"/>
                  <a:gd name="T12" fmla="*/ 251 w 213"/>
                  <a:gd name="T13" fmla="*/ 49 h 4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13" h="43">
                    <a:moveTo>
                      <a:pt x="212" y="42"/>
                    </a:moveTo>
                    <a:cubicBezTo>
                      <a:pt x="174" y="31"/>
                      <a:pt x="136" y="22"/>
                      <a:pt x="96" y="22"/>
                    </a:cubicBezTo>
                    <a:cubicBezTo>
                      <a:pt x="78" y="22"/>
                      <a:pt x="59" y="23"/>
                      <a:pt x="42" y="20"/>
                    </a:cubicBezTo>
                    <a:cubicBezTo>
                      <a:pt x="25" y="18"/>
                      <a:pt x="15" y="10"/>
                      <a:pt x="0" y="0"/>
                    </a:cubicBezTo>
                    <a:cubicBezTo>
                      <a:pt x="31" y="16"/>
                      <a:pt x="78" y="6"/>
                      <a:pt x="114" y="10"/>
                    </a:cubicBezTo>
                    <a:cubicBezTo>
                      <a:pt x="131" y="11"/>
                      <a:pt x="150" y="15"/>
                      <a:pt x="166" y="20"/>
                    </a:cubicBezTo>
                    <a:cubicBezTo>
                      <a:pt x="184" y="26"/>
                      <a:pt x="197" y="38"/>
                      <a:pt x="213" y="43"/>
                    </a:cubicBezTo>
                  </a:path>
                </a:pathLst>
              </a:custGeom>
              <a:solidFill>
                <a:srgbClr val="6C2D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603" name="Freeform 217">
                <a:extLst>
                  <a:ext uri="{FF2B5EF4-FFF2-40B4-BE49-F238E27FC236}">
                    <a16:creationId xmlns:a16="http://schemas.microsoft.com/office/drawing/2014/main" id="{361E7612-FBFC-4A1C-BF10-2C1C0F43F8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1" y="2408"/>
                <a:ext cx="163" cy="81"/>
              </a:xfrm>
              <a:custGeom>
                <a:avLst/>
                <a:gdLst>
                  <a:gd name="T0" fmla="*/ 180 w 155"/>
                  <a:gd name="T1" fmla="*/ 90 h 76"/>
                  <a:gd name="T2" fmla="*/ 73 w 155"/>
                  <a:gd name="T3" fmla="*/ 0 h 76"/>
                  <a:gd name="T4" fmla="*/ 81 w 155"/>
                  <a:gd name="T5" fmla="*/ 49 h 76"/>
                  <a:gd name="T6" fmla="*/ 49 w 155"/>
                  <a:gd name="T7" fmla="*/ 67 h 76"/>
                  <a:gd name="T8" fmla="*/ 0 w 155"/>
                  <a:gd name="T9" fmla="*/ 91 h 76"/>
                  <a:gd name="T10" fmla="*/ 46 w 155"/>
                  <a:gd name="T11" fmla="*/ 77 h 76"/>
                  <a:gd name="T12" fmla="*/ 88 w 155"/>
                  <a:gd name="T13" fmla="*/ 82 h 76"/>
                  <a:gd name="T14" fmla="*/ 171 w 155"/>
                  <a:gd name="T15" fmla="*/ 92 h 7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55" h="76">
                    <a:moveTo>
                      <a:pt x="155" y="74"/>
                    </a:moveTo>
                    <a:cubicBezTo>
                      <a:pt x="116" y="62"/>
                      <a:pt x="85" y="33"/>
                      <a:pt x="63" y="0"/>
                    </a:cubicBezTo>
                    <a:cubicBezTo>
                      <a:pt x="61" y="13"/>
                      <a:pt x="74" y="27"/>
                      <a:pt x="69" y="40"/>
                    </a:cubicBezTo>
                    <a:cubicBezTo>
                      <a:pt x="65" y="51"/>
                      <a:pt x="53" y="53"/>
                      <a:pt x="43" y="55"/>
                    </a:cubicBezTo>
                    <a:cubicBezTo>
                      <a:pt x="30" y="59"/>
                      <a:pt x="5" y="63"/>
                      <a:pt x="0" y="75"/>
                    </a:cubicBezTo>
                    <a:cubicBezTo>
                      <a:pt x="13" y="73"/>
                      <a:pt x="25" y="64"/>
                      <a:pt x="40" y="64"/>
                    </a:cubicBezTo>
                    <a:cubicBezTo>
                      <a:pt x="53" y="63"/>
                      <a:pt x="64" y="66"/>
                      <a:pt x="76" y="68"/>
                    </a:cubicBezTo>
                    <a:cubicBezTo>
                      <a:pt x="99" y="71"/>
                      <a:pt x="123" y="71"/>
                      <a:pt x="147" y="76"/>
                    </a:cubicBezTo>
                  </a:path>
                </a:pathLst>
              </a:custGeom>
              <a:solidFill>
                <a:srgbClr val="6C2D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604" name="Freeform 218">
                <a:extLst>
                  <a:ext uri="{FF2B5EF4-FFF2-40B4-BE49-F238E27FC236}">
                    <a16:creationId xmlns:a16="http://schemas.microsoft.com/office/drawing/2014/main" id="{536BDE16-CA96-4A48-965D-2385325FA7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4" y="2522"/>
                <a:ext cx="88" cy="128"/>
              </a:xfrm>
              <a:custGeom>
                <a:avLst/>
                <a:gdLst>
                  <a:gd name="T0" fmla="*/ 0 w 84"/>
                  <a:gd name="T1" fmla="*/ 0 h 121"/>
                  <a:gd name="T2" fmla="*/ 39 w 84"/>
                  <a:gd name="T3" fmla="*/ 32 h 121"/>
                  <a:gd name="T4" fmla="*/ 62 w 84"/>
                  <a:gd name="T5" fmla="*/ 69 h 121"/>
                  <a:gd name="T6" fmla="*/ 96 w 84"/>
                  <a:gd name="T7" fmla="*/ 135 h 121"/>
                  <a:gd name="T8" fmla="*/ 83 w 84"/>
                  <a:gd name="T9" fmla="*/ 85 h 121"/>
                  <a:gd name="T10" fmla="*/ 71 w 84"/>
                  <a:gd name="T11" fmla="*/ 39 h 121"/>
                  <a:gd name="T12" fmla="*/ 69 w 84"/>
                  <a:gd name="T13" fmla="*/ 16 h 121"/>
                  <a:gd name="T14" fmla="*/ 64 w 84"/>
                  <a:gd name="T15" fmla="*/ 8 h 121"/>
                  <a:gd name="T16" fmla="*/ 50 w 84"/>
                  <a:gd name="T17" fmla="*/ 8 h 121"/>
                  <a:gd name="T18" fmla="*/ 6 w 84"/>
                  <a:gd name="T19" fmla="*/ 1 h 12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4" h="121">
                    <a:moveTo>
                      <a:pt x="0" y="0"/>
                    </a:moveTo>
                    <a:cubicBezTo>
                      <a:pt x="11" y="9"/>
                      <a:pt x="24" y="15"/>
                      <a:pt x="33" y="26"/>
                    </a:cubicBezTo>
                    <a:cubicBezTo>
                      <a:pt x="42" y="36"/>
                      <a:pt x="47" y="46"/>
                      <a:pt x="53" y="58"/>
                    </a:cubicBezTo>
                    <a:cubicBezTo>
                      <a:pt x="57" y="68"/>
                      <a:pt x="71" y="121"/>
                      <a:pt x="84" y="114"/>
                    </a:cubicBezTo>
                    <a:cubicBezTo>
                      <a:pt x="73" y="105"/>
                      <a:pt x="73" y="85"/>
                      <a:pt x="72" y="72"/>
                    </a:cubicBezTo>
                    <a:cubicBezTo>
                      <a:pt x="70" y="58"/>
                      <a:pt x="69" y="47"/>
                      <a:pt x="62" y="33"/>
                    </a:cubicBezTo>
                    <a:cubicBezTo>
                      <a:pt x="57" y="25"/>
                      <a:pt x="61" y="22"/>
                      <a:pt x="60" y="13"/>
                    </a:cubicBezTo>
                    <a:cubicBezTo>
                      <a:pt x="60" y="7"/>
                      <a:pt x="63" y="9"/>
                      <a:pt x="55" y="8"/>
                    </a:cubicBezTo>
                    <a:cubicBezTo>
                      <a:pt x="52" y="7"/>
                      <a:pt x="48" y="8"/>
                      <a:pt x="44" y="8"/>
                    </a:cubicBezTo>
                    <a:cubicBezTo>
                      <a:pt x="31" y="8"/>
                      <a:pt x="18" y="7"/>
                      <a:pt x="6" y="1"/>
                    </a:cubicBezTo>
                  </a:path>
                </a:pathLst>
              </a:custGeom>
              <a:solidFill>
                <a:srgbClr val="6C2D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605" name="Freeform 219">
                <a:extLst>
                  <a:ext uri="{FF2B5EF4-FFF2-40B4-BE49-F238E27FC236}">
                    <a16:creationId xmlns:a16="http://schemas.microsoft.com/office/drawing/2014/main" id="{7D290565-D4AC-45A1-A17E-549A541676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4" y="2521"/>
                <a:ext cx="119" cy="64"/>
              </a:xfrm>
              <a:custGeom>
                <a:avLst/>
                <a:gdLst>
                  <a:gd name="T0" fmla="*/ 24 w 112"/>
                  <a:gd name="T1" fmla="*/ 73 h 60"/>
                  <a:gd name="T2" fmla="*/ 26 w 112"/>
                  <a:gd name="T3" fmla="*/ 57 h 60"/>
                  <a:gd name="T4" fmla="*/ 47 w 112"/>
                  <a:gd name="T5" fmla="*/ 41 h 60"/>
                  <a:gd name="T6" fmla="*/ 87 w 112"/>
                  <a:gd name="T7" fmla="*/ 31 h 60"/>
                  <a:gd name="T8" fmla="*/ 134 w 112"/>
                  <a:gd name="T9" fmla="*/ 0 h 60"/>
                  <a:gd name="T10" fmla="*/ 50 w 112"/>
                  <a:gd name="T11" fmla="*/ 14 h 60"/>
                  <a:gd name="T12" fmla="*/ 21 w 112"/>
                  <a:gd name="T13" fmla="*/ 13 h 60"/>
                  <a:gd name="T14" fmla="*/ 5 w 112"/>
                  <a:gd name="T15" fmla="*/ 14 h 60"/>
                  <a:gd name="T16" fmla="*/ 0 w 112"/>
                  <a:gd name="T17" fmla="*/ 20 h 60"/>
                  <a:gd name="T18" fmla="*/ 4 w 112"/>
                  <a:gd name="T19" fmla="*/ 39 h 6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12" h="60">
                    <a:moveTo>
                      <a:pt x="21" y="60"/>
                    </a:moveTo>
                    <a:cubicBezTo>
                      <a:pt x="21" y="55"/>
                      <a:pt x="20" y="51"/>
                      <a:pt x="22" y="47"/>
                    </a:cubicBezTo>
                    <a:cubicBezTo>
                      <a:pt x="24" y="41"/>
                      <a:pt x="32" y="37"/>
                      <a:pt x="39" y="34"/>
                    </a:cubicBezTo>
                    <a:cubicBezTo>
                      <a:pt x="49" y="30"/>
                      <a:pt x="61" y="27"/>
                      <a:pt x="72" y="25"/>
                    </a:cubicBezTo>
                    <a:cubicBezTo>
                      <a:pt x="87" y="21"/>
                      <a:pt x="100" y="10"/>
                      <a:pt x="112" y="0"/>
                    </a:cubicBezTo>
                    <a:cubicBezTo>
                      <a:pt x="89" y="8"/>
                      <a:pt x="64" y="10"/>
                      <a:pt x="41" y="11"/>
                    </a:cubicBezTo>
                    <a:cubicBezTo>
                      <a:pt x="33" y="11"/>
                      <a:pt x="26" y="9"/>
                      <a:pt x="18" y="10"/>
                    </a:cubicBezTo>
                    <a:cubicBezTo>
                      <a:pt x="14" y="10"/>
                      <a:pt x="9" y="11"/>
                      <a:pt x="5" y="11"/>
                    </a:cubicBezTo>
                    <a:cubicBezTo>
                      <a:pt x="1" y="12"/>
                      <a:pt x="0" y="12"/>
                      <a:pt x="0" y="17"/>
                    </a:cubicBezTo>
                    <a:cubicBezTo>
                      <a:pt x="0" y="22"/>
                      <a:pt x="3" y="28"/>
                      <a:pt x="4" y="33"/>
                    </a:cubicBezTo>
                  </a:path>
                </a:pathLst>
              </a:custGeom>
              <a:solidFill>
                <a:srgbClr val="6C2D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606" name="Freeform 220">
                <a:extLst>
                  <a:ext uri="{FF2B5EF4-FFF2-40B4-BE49-F238E27FC236}">
                    <a16:creationId xmlns:a16="http://schemas.microsoft.com/office/drawing/2014/main" id="{C402E4DD-6307-4374-B529-22A1CEF3AA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3" y="1843"/>
                <a:ext cx="397" cy="214"/>
              </a:xfrm>
              <a:custGeom>
                <a:avLst/>
                <a:gdLst>
                  <a:gd name="T0" fmla="*/ 55 w 376"/>
                  <a:gd name="T1" fmla="*/ 0 h 203"/>
                  <a:gd name="T2" fmla="*/ 174 w 376"/>
                  <a:gd name="T3" fmla="*/ 170 h 203"/>
                  <a:gd name="T4" fmla="*/ 442 w 376"/>
                  <a:gd name="T5" fmla="*/ 157 h 203"/>
                  <a:gd name="T6" fmla="*/ 171 w 376"/>
                  <a:gd name="T7" fmla="*/ 179 h 203"/>
                  <a:gd name="T8" fmla="*/ 55 w 376"/>
                  <a:gd name="T9" fmla="*/ 0 h 20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76" h="203">
                    <a:moveTo>
                      <a:pt x="46" y="0"/>
                    </a:moveTo>
                    <a:cubicBezTo>
                      <a:pt x="46" y="0"/>
                      <a:pt x="57" y="107"/>
                      <a:pt x="148" y="145"/>
                    </a:cubicBezTo>
                    <a:cubicBezTo>
                      <a:pt x="239" y="182"/>
                      <a:pt x="319" y="168"/>
                      <a:pt x="376" y="134"/>
                    </a:cubicBezTo>
                    <a:cubicBezTo>
                      <a:pt x="376" y="134"/>
                      <a:pt x="290" y="203"/>
                      <a:pt x="145" y="153"/>
                    </a:cubicBezTo>
                    <a:cubicBezTo>
                      <a:pt x="0" y="103"/>
                      <a:pt x="46" y="3"/>
                      <a:pt x="46" y="0"/>
                    </a:cubicBezTo>
                    <a:close/>
                  </a:path>
                </a:pathLst>
              </a:custGeom>
              <a:solidFill>
                <a:srgbClr val="6C2D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607" name="Freeform 221">
                <a:extLst>
                  <a:ext uri="{FF2B5EF4-FFF2-40B4-BE49-F238E27FC236}">
                    <a16:creationId xmlns:a16="http://schemas.microsoft.com/office/drawing/2014/main" id="{610964FA-7DF8-40FC-9295-CCF6433AAE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3" y="987"/>
                <a:ext cx="20" cy="38"/>
              </a:xfrm>
              <a:custGeom>
                <a:avLst/>
                <a:gdLst>
                  <a:gd name="T0" fmla="*/ 0 w 19"/>
                  <a:gd name="T1" fmla="*/ 42 h 36"/>
                  <a:gd name="T2" fmla="*/ 6 w 19"/>
                  <a:gd name="T3" fmla="*/ 35 h 36"/>
                  <a:gd name="T4" fmla="*/ 7 w 19"/>
                  <a:gd name="T5" fmla="*/ 27 h 36"/>
                  <a:gd name="T6" fmla="*/ 18 w 19"/>
                  <a:gd name="T7" fmla="*/ 19 h 36"/>
                  <a:gd name="T8" fmla="*/ 19 w 19"/>
                  <a:gd name="T9" fmla="*/ 5 h 36"/>
                  <a:gd name="T10" fmla="*/ 16 w 19"/>
                  <a:gd name="T11" fmla="*/ 3 h 36"/>
                  <a:gd name="T12" fmla="*/ 7 w 19"/>
                  <a:gd name="T13" fmla="*/ 3 h 36"/>
                  <a:gd name="T14" fmla="*/ 4 w 19"/>
                  <a:gd name="T15" fmla="*/ 1 h 36"/>
                  <a:gd name="T16" fmla="*/ 1 w 19"/>
                  <a:gd name="T17" fmla="*/ 3 h 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9" h="36">
                    <a:moveTo>
                      <a:pt x="0" y="36"/>
                    </a:moveTo>
                    <a:cubicBezTo>
                      <a:pt x="1" y="32"/>
                      <a:pt x="4" y="31"/>
                      <a:pt x="6" y="29"/>
                    </a:cubicBezTo>
                    <a:cubicBezTo>
                      <a:pt x="3" y="29"/>
                      <a:pt x="5" y="25"/>
                      <a:pt x="7" y="24"/>
                    </a:cubicBezTo>
                    <a:cubicBezTo>
                      <a:pt x="8" y="21"/>
                      <a:pt x="13" y="19"/>
                      <a:pt x="15" y="16"/>
                    </a:cubicBezTo>
                    <a:cubicBezTo>
                      <a:pt x="19" y="12"/>
                      <a:pt x="16" y="10"/>
                      <a:pt x="16" y="5"/>
                    </a:cubicBezTo>
                    <a:cubicBezTo>
                      <a:pt x="15" y="3"/>
                      <a:pt x="15" y="3"/>
                      <a:pt x="13" y="3"/>
                    </a:cubicBezTo>
                    <a:cubicBezTo>
                      <a:pt x="11" y="3"/>
                      <a:pt x="9" y="4"/>
                      <a:pt x="7" y="3"/>
                    </a:cubicBezTo>
                    <a:cubicBezTo>
                      <a:pt x="6" y="3"/>
                      <a:pt x="5" y="1"/>
                      <a:pt x="4" y="1"/>
                    </a:cubicBezTo>
                    <a:cubicBezTo>
                      <a:pt x="3" y="0"/>
                      <a:pt x="2" y="2"/>
                      <a:pt x="1" y="3"/>
                    </a:cubicBezTo>
                  </a:path>
                </a:pathLst>
              </a:custGeom>
              <a:solidFill>
                <a:srgbClr val="6C2D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608" name="Freeform 222">
                <a:extLst>
                  <a:ext uri="{FF2B5EF4-FFF2-40B4-BE49-F238E27FC236}">
                    <a16:creationId xmlns:a16="http://schemas.microsoft.com/office/drawing/2014/main" id="{C7454C6E-17B1-43A5-9E22-63255FEE99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1" y="994"/>
                <a:ext cx="50" cy="22"/>
              </a:xfrm>
              <a:custGeom>
                <a:avLst/>
                <a:gdLst>
                  <a:gd name="T0" fmla="*/ 0 w 47"/>
                  <a:gd name="T1" fmla="*/ 18 h 21"/>
                  <a:gd name="T2" fmla="*/ 56 w 47"/>
                  <a:gd name="T3" fmla="*/ 24 h 21"/>
                  <a:gd name="T4" fmla="*/ 3 w 47"/>
                  <a:gd name="T5" fmla="*/ 9 h 21"/>
                  <a:gd name="T6" fmla="*/ 0 w 47"/>
                  <a:gd name="T7" fmla="*/ 18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7" h="21">
                    <a:moveTo>
                      <a:pt x="0" y="15"/>
                    </a:moveTo>
                    <a:cubicBezTo>
                      <a:pt x="0" y="15"/>
                      <a:pt x="26" y="0"/>
                      <a:pt x="47" y="21"/>
                    </a:cubicBezTo>
                    <a:cubicBezTo>
                      <a:pt x="47" y="21"/>
                      <a:pt x="33" y="0"/>
                      <a:pt x="3" y="9"/>
                    </a:cubicBez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6C2D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609" name="Freeform 223">
                <a:extLst>
                  <a:ext uri="{FF2B5EF4-FFF2-40B4-BE49-F238E27FC236}">
                    <a16:creationId xmlns:a16="http://schemas.microsoft.com/office/drawing/2014/main" id="{D6450D53-FDA9-41C3-BC97-BB122E6970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1" y="983"/>
                <a:ext cx="52" cy="31"/>
              </a:xfrm>
              <a:custGeom>
                <a:avLst/>
                <a:gdLst>
                  <a:gd name="T0" fmla="*/ 58 w 49"/>
                  <a:gd name="T1" fmla="*/ 35 h 29"/>
                  <a:gd name="T2" fmla="*/ 0 w 49"/>
                  <a:gd name="T3" fmla="*/ 35 h 29"/>
                  <a:gd name="T4" fmla="*/ 58 w 49"/>
                  <a:gd name="T5" fmla="*/ 35 h 2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9" h="29">
                    <a:moveTo>
                      <a:pt x="49" y="29"/>
                    </a:moveTo>
                    <a:cubicBezTo>
                      <a:pt x="49" y="29"/>
                      <a:pt x="33" y="9"/>
                      <a:pt x="0" y="29"/>
                    </a:cubicBezTo>
                    <a:cubicBezTo>
                      <a:pt x="0" y="29"/>
                      <a:pt x="24" y="0"/>
                      <a:pt x="49" y="29"/>
                    </a:cubicBezTo>
                    <a:close/>
                  </a:path>
                </a:pathLst>
              </a:custGeom>
              <a:solidFill>
                <a:srgbClr val="6C2D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610" name="Freeform 224">
                <a:extLst>
                  <a:ext uri="{FF2B5EF4-FFF2-40B4-BE49-F238E27FC236}">
                    <a16:creationId xmlns:a16="http://schemas.microsoft.com/office/drawing/2014/main" id="{706F24BB-9E40-4443-9965-9A237F270A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2" y="986"/>
                <a:ext cx="21" cy="17"/>
              </a:xfrm>
              <a:custGeom>
                <a:avLst/>
                <a:gdLst>
                  <a:gd name="T0" fmla="*/ 25 w 19"/>
                  <a:gd name="T1" fmla="*/ 16 h 17"/>
                  <a:gd name="T2" fmla="*/ 17 w 19"/>
                  <a:gd name="T3" fmla="*/ 14 h 17"/>
                  <a:gd name="T4" fmla="*/ 13 w 19"/>
                  <a:gd name="T5" fmla="*/ 8 h 17"/>
                  <a:gd name="T6" fmla="*/ 19 w 19"/>
                  <a:gd name="T7" fmla="*/ 0 h 17"/>
                  <a:gd name="T8" fmla="*/ 12 w 19"/>
                  <a:gd name="T9" fmla="*/ 2 h 17"/>
                  <a:gd name="T10" fmla="*/ 3 w 19"/>
                  <a:gd name="T11" fmla="*/ 4 h 17"/>
                  <a:gd name="T12" fmla="*/ 0 w 19"/>
                  <a:gd name="T13" fmla="*/ 5 h 17"/>
                  <a:gd name="T14" fmla="*/ 1 w 19"/>
                  <a:gd name="T15" fmla="*/ 8 h 17"/>
                  <a:gd name="T16" fmla="*/ 2 w 19"/>
                  <a:gd name="T17" fmla="*/ 12 h 17"/>
                  <a:gd name="T18" fmla="*/ 2 w 19"/>
                  <a:gd name="T19" fmla="*/ 15 h 17"/>
                  <a:gd name="T20" fmla="*/ 9 w 19"/>
                  <a:gd name="T21" fmla="*/ 17 h 17"/>
                  <a:gd name="T22" fmla="*/ 14 w 19"/>
                  <a:gd name="T23" fmla="*/ 17 h 17"/>
                  <a:gd name="T24" fmla="*/ 17 w 19"/>
                  <a:gd name="T25" fmla="*/ 17 h 17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9" h="17">
                    <a:moveTo>
                      <a:pt x="19" y="16"/>
                    </a:moveTo>
                    <a:cubicBezTo>
                      <a:pt x="17" y="15"/>
                      <a:pt x="15" y="15"/>
                      <a:pt x="13" y="14"/>
                    </a:cubicBezTo>
                    <a:cubicBezTo>
                      <a:pt x="11" y="13"/>
                      <a:pt x="10" y="11"/>
                      <a:pt x="10" y="8"/>
                    </a:cubicBezTo>
                    <a:cubicBezTo>
                      <a:pt x="10" y="5"/>
                      <a:pt x="12" y="3"/>
                      <a:pt x="14" y="0"/>
                    </a:cubicBezTo>
                    <a:cubicBezTo>
                      <a:pt x="13" y="1"/>
                      <a:pt x="10" y="1"/>
                      <a:pt x="9" y="2"/>
                    </a:cubicBezTo>
                    <a:cubicBezTo>
                      <a:pt x="7" y="3"/>
                      <a:pt x="5" y="4"/>
                      <a:pt x="3" y="4"/>
                    </a:cubicBezTo>
                    <a:cubicBezTo>
                      <a:pt x="2" y="4"/>
                      <a:pt x="1" y="4"/>
                      <a:pt x="0" y="5"/>
                    </a:cubicBezTo>
                    <a:cubicBezTo>
                      <a:pt x="0" y="6"/>
                      <a:pt x="1" y="7"/>
                      <a:pt x="1" y="8"/>
                    </a:cubicBezTo>
                    <a:cubicBezTo>
                      <a:pt x="2" y="9"/>
                      <a:pt x="2" y="11"/>
                      <a:pt x="2" y="12"/>
                    </a:cubicBezTo>
                    <a:cubicBezTo>
                      <a:pt x="2" y="13"/>
                      <a:pt x="2" y="14"/>
                      <a:pt x="2" y="15"/>
                    </a:cubicBezTo>
                    <a:cubicBezTo>
                      <a:pt x="2" y="17"/>
                      <a:pt x="4" y="17"/>
                      <a:pt x="6" y="17"/>
                    </a:cubicBezTo>
                    <a:cubicBezTo>
                      <a:pt x="7" y="17"/>
                      <a:pt x="9" y="17"/>
                      <a:pt x="11" y="17"/>
                    </a:cubicBezTo>
                    <a:cubicBezTo>
                      <a:pt x="12" y="17"/>
                      <a:pt x="12" y="17"/>
                      <a:pt x="13" y="17"/>
                    </a:cubicBezTo>
                  </a:path>
                </a:pathLst>
              </a:custGeom>
              <a:solidFill>
                <a:srgbClr val="6C2D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611" name="Freeform 225">
                <a:extLst>
                  <a:ext uri="{FF2B5EF4-FFF2-40B4-BE49-F238E27FC236}">
                    <a16:creationId xmlns:a16="http://schemas.microsoft.com/office/drawing/2014/main" id="{8DA18D8A-8FC7-4091-B388-E946CC20AA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4" y="1086"/>
                <a:ext cx="14" cy="59"/>
              </a:xfrm>
              <a:custGeom>
                <a:avLst/>
                <a:gdLst>
                  <a:gd name="T0" fmla="*/ 2 w 13"/>
                  <a:gd name="T1" fmla="*/ 1 h 56"/>
                  <a:gd name="T2" fmla="*/ 5 w 13"/>
                  <a:gd name="T3" fmla="*/ 35 h 56"/>
                  <a:gd name="T4" fmla="*/ 4 w 13"/>
                  <a:gd name="T5" fmla="*/ 65 h 56"/>
                  <a:gd name="T6" fmla="*/ 11 w 13"/>
                  <a:gd name="T7" fmla="*/ 36 h 56"/>
                  <a:gd name="T8" fmla="*/ 16 w 13"/>
                  <a:gd name="T9" fmla="*/ 8 h 56"/>
                  <a:gd name="T10" fmla="*/ 3 w 13"/>
                  <a:gd name="T11" fmla="*/ 0 h 5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" h="56">
                    <a:moveTo>
                      <a:pt x="2" y="1"/>
                    </a:moveTo>
                    <a:cubicBezTo>
                      <a:pt x="0" y="9"/>
                      <a:pt x="4" y="21"/>
                      <a:pt x="5" y="29"/>
                    </a:cubicBezTo>
                    <a:cubicBezTo>
                      <a:pt x="7" y="38"/>
                      <a:pt x="6" y="47"/>
                      <a:pt x="4" y="56"/>
                    </a:cubicBezTo>
                    <a:cubicBezTo>
                      <a:pt x="6" y="47"/>
                      <a:pt x="9" y="39"/>
                      <a:pt x="8" y="30"/>
                    </a:cubicBezTo>
                    <a:cubicBezTo>
                      <a:pt x="8" y="25"/>
                      <a:pt x="6" y="9"/>
                      <a:pt x="13" y="8"/>
                    </a:cubicBezTo>
                    <a:cubicBezTo>
                      <a:pt x="8" y="6"/>
                      <a:pt x="6" y="4"/>
                      <a:pt x="3" y="0"/>
                    </a:cubicBezTo>
                  </a:path>
                </a:pathLst>
              </a:custGeom>
              <a:solidFill>
                <a:srgbClr val="6C2D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612" name="Freeform 226">
                <a:extLst>
                  <a:ext uri="{FF2B5EF4-FFF2-40B4-BE49-F238E27FC236}">
                    <a16:creationId xmlns:a16="http://schemas.microsoft.com/office/drawing/2014/main" id="{A44F6EC3-B2FF-44C7-9B07-DCD3217C51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2" y="996"/>
                <a:ext cx="23" cy="86"/>
              </a:xfrm>
              <a:custGeom>
                <a:avLst/>
                <a:gdLst>
                  <a:gd name="T0" fmla="*/ 4 w 22"/>
                  <a:gd name="T1" fmla="*/ 0 h 81"/>
                  <a:gd name="T2" fmla="*/ 7 w 22"/>
                  <a:gd name="T3" fmla="*/ 16 h 81"/>
                  <a:gd name="T4" fmla="*/ 8 w 22"/>
                  <a:gd name="T5" fmla="*/ 33 h 81"/>
                  <a:gd name="T6" fmla="*/ 5 w 22"/>
                  <a:gd name="T7" fmla="*/ 58 h 81"/>
                  <a:gd name="T8" fmla="*/ 2 w 22"/>
                  <a:gd name="T9" fmla="*/ 81 h 81"/>
                  <a:gd name="T10" fmla="*/ 25 w 22"/>
                  <a:gd name="T11" fmla="*/ 97 h 81"/>
                  <a:gd name="T12" fmla="*/ 14 w 22"/>
                  <a:gd name="T13" fmla="*/ 84 h 81"/>
                  <a:gd name="T14" fmla="*/ 10 w 22"/>
                  <a:gd name="T15" fmla="*/ 56 h 81"/>
                  <a:gd name="T16" fmla="*/ 10 w 22"/>
                  <a:gd name="T17" fmla="*/ 25 h 81"/>
                  <a:gd name="T18" fmla="*/ 9 w 22"/>
                  <a:gd name="T19" fmla="*/ 12 h 81"/>
                  <a:gd name="T20" fmla="*/ 5 w 22"/>
                  <a:gd name="T21" fmla="*/ 0 h 8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2" h="81">
                    <a:moveTo>
                      <a:pt x="4" y="0"/>
                    </a:moveTo>
                    <a:cubicBezTo>
                      <a:pt x="4" y="4"/>
                      <a:pt x="6" y="9"/>
                      <a:pt x="7" y="13"/>
                    </a:cubicBezTo>
                    <a:cubicBezTo>
                      <a:pt x="8" y="18"/>
                      <a:pt x="8" y="22"/>
                      <a:pt x="8" y="27"/>
                    </a:cubicBezTo>
                    <a:cubicBezTo>
                      <a:pt x="8" y="35"/>
                      <a:pt x="7" y="42"/>
                      <a:pt x="5" y="49"/>
                    </a:cubicBezTo>
                    <a:cubicBezTo>
                      <a:pt x="3" y="54"/>
                      <a:pt x="0" y="62"/>
                      <a:pt x="2" y="68"/>
                    </a:cubicBezTo>
                    <a:cubicBezTo>
                      <a:pt x="5" y="76"/>
                      <a:pt x="15" y="80"/>
                      <a:pt x="22" y="81"/>
                    </a:cubicBezTo>
                    <a:cubicBezTo>
                      <a:pt x="18" y="80"/>
                      <a:pt x="12" y="75"/>
                      <a:pt x="11" y="70"/>
                    </a:cubicBezTo>
                    <a:cubicBezTo>
                      <a:pt x="9" y="63"/>
                      <a:pt x="11" y="54"/>
                      <a:pt x="10" y="47"/>
                    </a:cubicBezTo>
                    <a:cubicBezTo>
                      <a:pt x="9" y="39"/>
                      <a:pt x="11" y="30"/>
                      <a:pt x="10" y="22"/>
                    </a:cubicBezTo>
                    <a:cubicBezTo>
                      <a:pt x="10" y="18"/>
                      <a:pt x="10" y="13"/>
                      <a:pt x="9" y="9"/>
                    </a:cubicBezTo>
                    <a:cubicBezTo>
                      <a:pt x="8" y="6"/>
                      <a:pt x="6" y="3"/>
                      <a:pt x="5" y="0"/>
                    </a:cubicBezTo>
                  </a:path>
                </a:pathLst>
              </a:custGeom>
              <a:solidFill>
                <a:srgbClr val="8C3F3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613" name="Freeform 227">
                <a:extLst>
                  <a:ext uri="{FF2B5EF4-FFF2-40B4-BE49-F238E27FC236}">
                    <a16:creationId xmlns:a16="http://schemas.microsoft.com/office/drawing/2014/main" id="{AA3B38D3-01A1-4B8C-951F-19CD9D88AC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6" y="1065"/>
                <a:ext cx="14" cy="23"/>
              </a:xfrm>
              <a:custGeom>
                <a:avLst/>
                <a:gdLst>
                  <a:gd name="T0" fmla="*/ 11 w 13"/>
                  <a:gd name="T1" fmla="*/ 0 h 22"/>
                  <a:gd name="T2" fmla="*/ 16 w 13"/>
                  <a:gd name="T3" fmla="*/ 24 h 22"/>
                  <a:gd name="T4" fmla="*/ 11 w 13"/>
                  <a:gd name="T5" fmla="*/ 3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22">
                    <a:moveTo>
                      <a:pt x="8" y="0"/>
                    </a:moveTo>
                    <a:cubicBezTo>
                      <a:pt x="3" y="9"/>
                      <a:pt x="0" y="21"/>
                      <a:pt x="13" y="21"/>
                    </a:cubicBezTo>
                    <a:cubicBezTo>
                      <a:pt x="5" y="22"/>
                      <a:pt x="5" y="7"/>
                      <a:pt x="8" y="3"/>
                    </a:cubicBezTo>
                  </a:path>
                </a:pathLst>
              </a:custGeom>
              <a:solidFill>
                <a:srgbClr val="8C3F3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614" name="Freeform 228">
                <a:extLst>
                  <a:ext uri="{FF2B5EF4-FFF2-40B4-BE49-F238E27FC236}">
                    <a16:creationId xmlns:a16="http://schemas.microsoft.com/office/drawing/2014/main" id="{EE2E6EF8-AC88-4F3A-87FC-6D5939296C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3" y="1167"/>
                <a:ext cx="67" cy="74"/>
              </a:xfrm>
              <a:custGeom>
                <a:avLst/>
                <a:gdLst>
                  <a:gd name="T0" fmla="*/ 8 w 64"/>
                  <a:gd name="T1" fmla="*/ 0 h 70"/>
                  <a:gd name="T2" fmla="*/ 17 w 64"/>
                  <a:gd name="T3" fmla="*/ 42 h 70"/>
                  <a:gd name="T4" fmla="*/ 6 w 64"/>
                  <a:gd name="T5" fmla="*/ 61 h 70"/>
                  <a:gd name="T6" fmla="*/ 0 w 64"/>
                  <a:gd name="T7" fmla="*/ 82 h 70"/>
                  <a:gd name="T8" fmla="*/ 14 w 64"/>
                  <a:gd name="T9" fmla="*/ 62 h 70"/>
                  <a:gd name="T10" fmla="*/ 27 w 64"/>
                  <a:gd name="T11" fmla="*/ 48 h 70"/>
                  <a:gd name="T12" fmla="*/ 73 w 64"/>
                  <a:gd name="T13" fmla="*/ 48 h 70"/>
                  <a:gd name="T14" fmla="*/ 50 w 64"/>
                  <a:gd name="T15" fmla="*/ 40 h 70"/>
                  <a:gd name="T16" fmla="*/ 31 w 64"/>
                  <a:gd name="T17" fmla="*/ 36 h 70"/>
                  <a:gd name="T18" fmla="*/ 8 w 64"/>
                  <a:gd name="T19" fmla="*/ 0 h 7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64" h="70">
                    <a:moveTo>
                      <a:pt x="8" y="0"/>
                    </a:moveTo>
                    <a:cubicBezTo>
                      <a:pt x="8" y="12"/>
                      <a:pt x="15" y="23"/>
                      <a:pt x="14" y="36"/>
                    </a:cubicBezTo>
                    <a:cubicBezTo>
                      <a:pt x="13" y="42"/>
                      <a:pt x="9" y="47"/>
                      <a:pt x="6" y="52"/>
                    </a:cubicBezTo>
                    <a:cubicBezTo>
                      <a:pt x="4" y="58"/>
                      <a:pt x="1" y="64"/>
                      <a:pt x="0" y="70"/>
                    </a:cubicBezTo>
                    <a:cubicBezTo>
                      <a:pt x="2" y="64"/>
                      <a:pt x="8" y="58"/>
                      <a:pt x="11" y="53"/>
                    </a:cubicBezTo>
                    <a:cubicBezTo>
                      <a:pt x="15" y="48"/>
                      <a:pt x="19" y="44"/>
                      <a:pt x="24" y="41"/>
                    </a:cubicBezTo>
                    <a:cubicBezTo>
                      <a:pt x="37" y="34"/>
                      <a:pt x="50" y="41"/>
                      <a:pt x="64" y="41"/>
                    </a:cubicBezTo>
                    <a:cubicBezTo>
                      <a:pt x="58" y="41"/>
                      <a:pt x="50" y="36"/>
                      <a:pt x="44" y="34"/>
                    </a:cubicBezTo>
                    <a:cubicBezTo>
                      <a:pt x="39" y="33"/>
                      <a:pt x="33" y="33"/>
                      <a:pt x="28" y="30"/>
                    </a:cubicBezTo>
                    <a:cubicBezTo>
                      <a:pt x="16" y="24"/>
                      <a:pt x="17" y="9"/>
                      <a:pt x="8" y="0"/>
                    </a:cubicBezTo>
                  </a:path>
                </a:pathLst>
              </a:custGeom>
              <a:solidFill>
                <a:srgbClr val="8C3F3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615" name="Freeform 229">
                <a:extLst>
                  <a:ext uri="{FF2B5EF4-FFF2-40B4-BE49-F238E27FC236}">
                    <a16:creationId xmlns:a16="http://schemas.microsoft.com/office/drawing/2014/main" id="{AE0150AE-84D5-416C-8052-3BB86E4C5E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6" y="1023"/>
                <a:ext cx="43" cy="33"/>
              </a:xfrm>
              <a:custGeom>
                <a:avLst/>
                <a:gdLst>
                  <a:gd name="T0" fmla="*/ 47 w 41"/>
                  <a:gd name="T1" fmla="*/ 0 h 31"/>
                  <a:gd name="T2" fmla="*/ 44 w 41"/>
                  <a:gd name="T3" fmla="*/ 21 h 31"/>
                  <a:gd name="T4" fmla="*/ 31 w 41"/>
                  <a:gd name="T5" fmla="*/ 33 h 31"/>
                  <a:gd name="T6" fmla="*/ 0 w 41"/>
                  <a:gd name="T7" fmla="*/ 35 h 31"/>
                  <a:gd name="T8" fmla="*/ 16 w 41"/>
                  <a:gd name="T9" fmla="*/ 34 h 31"/>
                  <a:gd name="T10" fmla="*/ 29 w 41"/>
                  <a:gd name="T11" fmla="*/ 28 h 31"/>
                  <a:gd name="T12" fmla="*/ 43 w 41"/>
                  <a:gd name="T13" fmla="*/ 16 h 31"/>
                  <a:gd name="T14" fmla="*/ 47 w 41"/>
                  <a:gd name="T15" fmla="*/ 1 h 3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1" h="31">
                    <a:moveTo>
                      <a:pt x="41" y="0"/>
                    </a:moveTo>
                    <a:cubicBezTo>
                      <a:pt x="41" y="7"/>
                      <a:pt x="41" y="12"/>
                      <a:pt x="38" y="18"/>
                    </a:cubicBezTo>
                    <a:cubicBezTo>
                      <a:pt x="36" y="23"/>
                      <a:pt x="33" y="25"/>
                      <a:pt x="28" y="27"/>
                    </a:cubicBezTo>
                    <a:cubicBezTo>
                      <a:pt x="19" y="31"/>
                      <a:pt x="9" y="29"/>
                      <a:pt x="0" y="29"/>
                    </a:cubicBezTo>
                    <a:cubicBezTo>
                      <a:pt x="4" y="27"/>
                      <a:pt x="9" y="29"/>
                      <a:pt x="13" y="28"/>
                    </a:cubicBezTo>
                    <a:cubicBezTo>
                      <a:pt x="18" y="28"/>
                      <a:pt x="22" y="26"/>
                      <a:pt x="26" y="23"/>
                    </a:cubicBezTo>
                    <a:cubicBezTo>
                      <a:pt x="30" y="20"/>
                      <a:pt x="34" y="18"/>
                      <a:pt x="37" y="13"/>
                    </a:cubicBezTo>
                    <a:cubicBezTo>
                      <a:pt x="39" y="10"/>
                      <a:pt x="39" y="5"/>
                      <a:pt x="41" y="1"/>
                    </a:cubicBezTo>
                  </a:path>
                </a:pathLst>
              </a:custGeom>
              <a:solidFill>
                <a:srgbClr val="6C2D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616" name="Freeform 230">
                <a:extLst>
                  <a:ext uri="{FF2B5EF4-FFF2-40B4-BE49-F238E27FC236}">
                    <a16:creationId xmlns:a16="http://schemas.microsoft.com/office/drawing/2014/main" id="{955D63FE-7D5D-4CE9-AA71-86FC641AD7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5" y="1029"/>
                <a:ext cx="46" cy="83"/>
              </a:xfrm>
              <a:custGeom>
                <a:avLst/>
                <a:gdLst>
                  <a:gd name="T0" fmla="*/ 52 w 43"/>
                  <a:gd name="T1" fmla="*/ 0 h 79"/>
                  <a:gd name="T2" fmla="*/ 30 w 43"/>
                  <a:gd name="T3" fmla="*/ 39 h 79"/>
                  <a:gd name="T4" fmla="*/ 16 w 43"/>
                  <a:gd name="T5" fmla="*/ 65 h 79"/>
                  <a:gd name="T6" fmla="*/ 16 w 43"/>
                  <a:gd name="T7" fmla="*/ 91 h 79"/>
                  <a:gd name="T8" fmla="*/ 12 w 43"/>
                  <a:gd name="T9" fmla="*/ 70 h 79"/>
                  <a:gd name="T10" fmla="*/ 17 w 43"/>
                  <a:gd name="T11" fmla="*/ 48 h 79"/>
                  <a:gd name="T12" fmla="*/ 0 w 43"/>
                  <a:gd name="T13" fmla="*/ 28 h 79"/>
                  <a:gd name="T14" fmla="*/ 16 w 43"/>
                  <a:gd name="T15" fmla="*/ 30 h 79"/>
                  <a:gd name="T16" fmla="*/ 31 w 43"/>
                  <a:gd name="T17" fmla="*/ 24 h 79"/>
                  <a:gd name="T18" fmla="*/ 52 w 43"/>
                  <a:gd name="T19" fmla="*/ 0 h 7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3" h="79">
                    <a:moveTo>
                      <a:pt x="43" y="0"/>
                    </a:moveTo>
                    <a:cubicBezTo>
                      <a:pt x="40" y="14"/>
                      <a:pt x="34" y="23"/>
                      <a:pt x="24" y="33"/>
                    </a:cubicBezTo>
                    <a:cubicBezTo>
                      <a:pt x="18" y="39"/>
                      <a:pt x="15" y="48"/>
                      <a:pt x="13" y="56"/>
                    </a:cubicBezTo>
                    <a:cubicBezTo>
                      <a:pt x="11" y="64"/>
                      <a:pt x="12" y="71"/>
                      <a:pt x="13" y="79"/>
                    </a:cubicBezTo>
                    <a:cubicBezTo>
                      <a:pt x="10" y="73"/>
                      <a:pt x="9" y="67"/>
                      <a:pt x="9" y="61"/>
                    </a:cubicBezTo>
                    <a:cubicBezTo>
                      <a:pt x="8" y="54"/>
                      <a:pt x="12" y="49"/>
                      <a:pt x="14" y="42"/>
                    </a:cubicBezTo>
                    <a:cubicBezTo>
                      <a:pt x="16" y="34"/>
                      <a:pt x="7" y="28"/>
                      <a:pt x="0" y="25"/>
                    </a:cubicBezTo>
                    <a:cubicBezTo>
                      <a:pt x="4" y="26"/>
                      <a:pt x="9" y="28"/>
                      <a:pt x="13" y="27"/>
                    </a:cubicBezTo>
                    <a:cubicBezTo>
                      <a:pt x="18" y="27"/>
                      <a:pt x="21" y="23"/>
                      <a:pt x="25" y="21"/>
                    </a:cubicBezTo>
                    <a:cubicBezTo>
                      <a:pt x="32" y="15"/>
                      <a:pt x="37" y="7"/>
                      <a:pt x="43" y="0"/>
                    </a:cubicBezTo>
                  </a:path>
                </a:pathLst>
              </a:custGeom>
              <a:solidFill>
                <a:srgbClr val="8C3F3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617" name="Freeform 231">
                <a:extLst>
                  <a:ext uri="{FF2B5EF4-FFF2-40B4-BE49-F238E27FC236}">
                    <a16:creationId xmlns:a16="http://schemas.microsoft.com/office/drawing/2014/main" id="{6907B6C3-B0AA-4F06-AAA1-24C645336C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2" y="1013"/>
                <a:ext cx="20" cy="12"/>
              </a:xfrm>
              <a:custGeom>
                <a:avLst/>
                <a:gdLst>
                  <a:gd name="T0" fmla="*/ 0 w 19"/>
                  <a:gd name="T1" fmla="*/ 13 h 11"/>
                  <a:gd name="T2" fmla="*/ 4 w 19"/>
                  <a:gd name="T3" fmla="*/ 13 h 11"/>
                  <a:gd name="T4" fmla="*/ 5 w 19"/>
                  <a:gd name="T5" fmla="*/ 10 h 11"/>
                  <a:gd name="T6" fmla="*/ 14 w 19"/>
                  <a:gd name="T7" fmla="*/ 9 h 11"/>
                  <a:gd name="T8" fmla="*/ 17 w 19"/>
                  <a:gd name="T9" fmla="*/ 11 h 11"/>
                  <a:gd name="T10" fmla="*/ 19 w 19"/>
                  <a:gd name="T11" fmla="*/ 14 h 11"/>
                  <a:gd name="T12" fmla="*/ 22 w 19"/>
                  <a:gd name="T13" fmla="*/ 13 h 11"/>
                  <a:gd name="T14" fmla="*/ 21 w 19"/>
                  <a:gd name="T15" fmla="*/ 5 h 11"/>
                  <a:gd name="T16" fmla="*/ 7 w 19"/>
                  <a:gd name="T17" fmla="*/ 1 h 11"/>
                  <a:gd name="T18" fmla="*/ 2 w 19"/>
                  <a:gd name="T19" fmla="*/ 4 h 11"/>
                  <a:gd name="T20" fmla="*/ 0 w 19"/>
                  <a:gd name="T21" fmla="*/ 13 h 11"/>
                  <a:gd name="T22" fmla="*/ 0 w 19"/>
                  <a:gd name="T23" fmla="*/ 13 h 1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9" h="11">
                    <a:moveTo>
                      <a:pt x="0" y="10"/>
                    </a:moveTo>
                    <a:cubicBezTo>
                      <a:pt x="1" y="11"/>
                      <a:pt x="3" y="11"/>
                      <a:pt x="4" y="10"/>
                    </a:cubicBezTo>
                    <a:cubicBezTo>
                      <a:pt x="5" y="9"/>
                      <a:pt x="5" y="8"/>
                      <a:pt x="5" y="7"/>
                    </a:cubicBezTo>
                    <a:cubicBezTo>
                      <a:pt x="7" y="6"/>
                      <a:pt x="10" y="5"/>
                      <a:pt x="11" y="6"/>
                    </a:cubicBezTo>
                    <a:cubicBezTo>
                      <a:pt x="12" y="6"/>
                      <a:pt x="13" y="7"/>
                      <a:pt x="14" y="8"/>
                    </a:cubicBezTo>
                    <a:cubicBezTo>
                      <a:pt x="14" y="10"/>
                      <a:pt x="14" y="10"/>
                      <a:pt x="16" y="11"/>
                    </a:cubicBezTo>
                    <a:cubicBezTo>
                      <a:pt x="17" y="11"/>
                      <a:pt x="18" y="11"/>
                      <a:pt x="19" y="10"/>
                    </a:cubicBezTo>
                    <a:cubicBezTo>
                      <a:pt x="19" y="8"/>
                      <a:pt x="18" y="7"/>
                      <a:pt x="18" y="5"/>
                    </a:cubicBezTo>
                    <a:cubicBezTo>
                      <a:pt x="16" y="1"/>
                      <a:pt x="11" y="0"/>
                      <a:pt x="7" y="1"/>
                    </a:cubicBezTo>
                    <a:cubicBezTo>
                      <a:pt x="5" y="2"/>
                      <a:pt x="3" y="2"/>
                      <a:pt x="2" y="4"/>
                    </a:cubicBezTo>
                    <a:cubicBezTo>
                      <a:pt x="1" y="5"/>
                      <a:pt x="0" y="8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</a:path>
                </a:pathLst>
              </a:custGeom>
              <a:solidFill>
                <a:srgbClr val="160A0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618" name="Freeform 232">
                <a:extLst>
                  <a:ext uri="{FF2B5EF4-FFF2-40B4-BE49-F238E27FC236}">
                    <a16:creationId xmlns:a16="http://schemas.microsoft.com/office/drawing/2014/main" id="{D950D9C1-BE7A-4626-9531-529E05D8D1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0" y="1014"/>
                <a:ext cx="20" cy="11"/>
              </a:xfrm>
              <a:custGeom>
                <a:avLst/>
                <a:gdLst>
                  <a:gd name="T0" fmla="*/ 5 w 19"/>
                  <a:gd name="T1" fmla="*/ 11 h 10"/>
                  <a:gd name="T2" fmla="*/ 7 w 19"/>
                  <a:gd name="T3" fmla="*/ 8 h 10"/>
                  <a:gd name="T4" fmla="*/ 14 w 19"/>
                  <a:gd name="T5" fmla="*/ 8 h 10"/>
                  <a:gd name="T6" fmla="*/ 16 w 19"/>
                  <a:gd name="T7" fmla="*/ 11 h 10"/>
                  <a:gd name="T8" fmla="*/ 19 w 19"/>
                  <a:gd name="T9" fmla="*/ 13 h 10"/>
                  <a:gd name="T10" fmla="*/ 20 w 19"/>
                  <a:gd name="T11" fmla="*/ 4 h 10"/>
                  <a:gd name="T12" fmla="*/ 13 w 19"/>
                  <a:gd name="T13" fmla="*/ 0 h 10"/>
                  <a:gd name="T14" fmla="*/ 1 w 19"/>
                  <a:gd name="T15" fmla="*/ 3 h 10"/>
                  <a:gd name="T16" fmla="*/ 0 w 19"/>
                  <a:gd name="T17" fmla="*/ 10 h 10"/>
                  <a:gd name="T18" fmla="*/ 2 w 19"/>
                  <a:gd name="T19" fmla="*/ 12 h 10"/>
                  <a:gd name="T20" fmla="*/ 4 w 19"/>
                  <a:gd name="T21" fmla="*/ 11 h 1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9" h="10">
                    <a:moveTo>
                      <a:pt x="5" y="8"/>
                    </a:moveTo>
                    <a:cubicBezTo>
                      <a:pt x="5" y="7"/>
                      <a:pt x="6" y="5"/>
                      <a:pt x="7" y="5"/>
                    </a:cubicBezTo>
                    <a:cubicBezTo>
                      <a:pt x="8" y="4"/>
                      <a:pt x="9" y="5"/>
                      <a:pt x="11" y="5"/>
                    </a:cubicBezTo>
                    <a:cubicBezTo>
                      <a:pt x="12" y="5"/>
                      <a:pt x="13" y="6"/>
                      <a:pt x="13" y="8"/>
                    </a:cubicBezTo>
                    <a:cubicBezTo>
                      <a:pt x="14" y="9"/>
                      <a:pt x="14" y="9"/>
                      <a:pt x="16" y="10"/>
                    </a:cubicBezTo>
                    <a:cubicBezTo>
                      <a:pt x="19" y="10"/>
                      <a:pt x="19" y="6"/>
                      <a:pt x="17" y="4"/>
                    </a:cubicBezTo>
                    <a:cubicBezTo>
                      <a:pt x="15" y="2"/>
                      <a:pt x="13" y="0"/>
                      <a:pt x="10" y="0"/>
                    </a:cubicBezTo>
                    <a:cubicBezTo>
                      <a:pt x="7" y="0"/>
                      <a:pt x="3" y="0"/>
                      <a:pt x="1" y="3"/>
                    </a:cubicBezTo>
                    <a:cubicBezTo>
                      <a:pt x="1" y="4"/>
                      <a:pt x="0" y="6"/>
                      <a:pt x="0" y="7"/>
                    </a:cubicBezTo>
                    <a:cubicBezTo>
                      <a:pt x="0" y="8"/>
                      <a:pt x="0" y="9"/>
                      <a:pt x="2" y="9"/>
                    </a:cubicBezTo>
                    <a:cubicBezTo>
                      <a:pt x="2" y="9"/>
                      <a:pt x="3" y="9"/>
                      <a:pt x="4" y="8"/>
                    </a:cubicBezTo>
                  </a:path>
                </a:pathLst>
              </a:custGeom>
              <a:solidFill>
                <a:srgbClr val="160A0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619" name="Freeform 233">
                <a:extLst>
                  <a:ext uri="{FF2B5EF4-FFF2-40B4-BE49-F238E27FC236}">
                    <a16:creationId xmlns:a16="http://schemas.microsoft.com/office/drawing/2014/main" id="{A7833A5C-6EF5-48CD-907D-7BB29057ED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4" y="1027"/>
                <a:ext cx="17" cy="6"/>
              </a:xfrm>
              <a:custGeom>
                <a:avLst/>
                <a:gdLst>
                  <a:gd name="T0" fmla="*/ 0 w 16"/>
                  <a:gd name="T1" fmla="*/ 1 h 6"/>
                  <a:gd name="T2" fmla="*/ 12 w 16"/>
                  <a:gd name="T3" fmla="*/ 6 h 6"/>
                  <a:gd name="T4" fmla="*/ 17 w 16"/>
                  <a:gd name="T5" fmla="*/ 0 h 6"/>
                  <a:gd name="T6" fmla="*/ 14 w 16"/>
                  <a:gd name="T7" fmla="*/ 2 h 6"/>
                  <a:gd name="T8" fmla="*/ 6 w 16"/>
                  <a:gd name="T9" fmla="*/ 3 h 6"/>
                  <a:gd name="T10" fmla="*/ 1 w 16"/>
                  <a:gd name="T11" fmla="*/ 2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6" h="6">
                    <a:moveTo>
                      <a:pt x="0" y="1"/>
                    </a:moveTo>
                    <a:cubicBezTo>
                      <a:pt x="2" y="4"/>
                      <a:pt x="5" y="6"/>
                      <a:pt x="9" y="6"/>
                    </a:cubicBezTo>
                    <a:cubicBezTo>
                      <a:pt x="10" y="5"/>
                      <a:pt x="16" y="1"/>
                      <a:pt x="14" y="0"/>
                    </a:cubicBezTo>
                    <a:cubicBezTo>
                      <a:pt x="13" y="0"/>
                      <a:pt x="12" y="1"/>
                      <a:pt x="11" y="2"/>
                    </a:cubicBezTo>
                    <a:cubicBezTo>
                      <a:pt x="10" y="3"/>
                      <a:pt x="8" y="3"/>
                      <a:pt x="6" y="3"/>
                    </a:cubicBezTo>
                    <a:cubicBezTo>
                      <a:pt x="5" y="3"/>
                      <a:pt x="2" y="3"/>
                      <a:pt x="1" y="2"/>
                    </a:cubicBezTo>
                  </a:path>
                </a:pathLst>
              </a:custGeom>
              <a:solidFill>
                <a:srgbClr val="3E131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620" name="Freeform 234">
                <a:extLst>
                  <a:ext uri="{FF2B5EF4-FFF2-40B4-BE49-F238E27FC236}">
                    <a16:creationId xmlns:a16="http://schemas.microsoft.com/office/drawing/2014/main" id="{AD6220F4-5285-496E-B910-2CE7FBE90E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1" y="1027"/>
                <a:ext cx="17" cy="6"/>
              </a:xfrm>
              <a:custGeom>
                <a:avLst/>
                <a:gdLst>
                  <a:gd name="T0" fmla="*/ 1 w 16"/>
                  <a:gd name="T1" fmla="*/ 0 h 6"/>
                  <a:gd name="T2" fmla="*/ 7 w 16"/>
                  <a:gd name="T3" fmla="*/ 5 h 6"/>
                  <a:gd name="T4" fmla="*/ 15 w 16"/>
                  <a:gd name="T5" fmla="*/ 5 h 6"/>
                  <a:gd name="T6" fmla="*/ 18 w 16"/>
                  <a:gd name="T7" fmla="*/ 0 h 6"/>
                  <a:gd name="T8" fmla="*/ 15 w 16"/>
                  <a:gd name="T9" fmla="*/ 2 h 6"/>
                  <a:gd name="T10" fmla="*/ 11 w 16"/>
                  <a:gd name="T11" fmla="*/ 3 h 6"/>
                  <a:gd name="T12" fmla="*/ 0 w 16"/>
                  <a:gd name="T13" fmla="*/ 1 h 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6">
                    <a:moveTo>
                      <a:pt x="1" y="0"/>
                    </a:moveTo>
                    <a:cubicBezTo>
                      <a:pt x="1" y="3"/>
                      <a:pt x="5" y="4"/>
                      <a:pt x="7" y="5"/>
                    </a:cubicBezTo>
                    <a:cubicBezTo>
                      <a:pt x="9" y="5"/>
                      <a:pt x="10" y="6"/>
                      <a:pt x="12" y="5"/>
                    </a:cubicBezTo>
                    <a:cubicBezTo>
                      <a:pt x="14" y="4"/>
                      <a:pt x="16" y="2"/>
                      <a:pt x="15" y="0"/>
                    </a:cubicBezTo>
                    <a:cubicBezTo>
                      <a:pt x="14" y="0"/>
                      <a:pt x="13" y="1"/>
                      <a:pt x="12" y="2"/>
                    </a:cubicBezTo>
                    <a:cubicBezTo>
                      <a:pt x="11" y="3"/>
                      <a:pt x="9" y="3"/>
                      <a:pt x="8" y="3"/>
                    </a:cubicBezTo>
                    <a:cubicBezTo>
                      <a:pt x="6" y="3"/>
                      <a:pt x="1" y="2"/>
                      <a:pt x="0" y="1"/>
                    </a:cubicBezTo>
                  </a:path>
                </a:pathLst>
              </a:custGeom>
              <a:solidFill>
                <a:srgbClr val="3E131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621" name="Oval 235">
                <a:extLst>
                  <a:ext uri="{FF2B5EF4-FFF2-40B4-BE49-F238E27FC236}">
                    <a16:creationId xmlns:a16="http://schemas.microsoft.com/office/drawing/2014/main" id="{3A5514DF-710B-4A30-A796-782A63DB79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70" y="1020"/>
                <a:ext cx="7" cy="7"/>
              </a:xfrm>
              <a:prstGeom prst="ellipse">
                <a:avLst/>
              </a:prstGeom>
              <a:solidFill>
                <a:srgbClr val="8C3F3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622" name="Oval 236">
                <a:extLst>
                  <a:ext uri="{FF2B5EF4-FFF2-40B4-BE49-F238E27FC236}">
                    <a16:creationId xmlns:a16="http://schemas.microsoft.com/office/drawing/2014/main" id="{95B8ED65-6AA8-4B4B-9881-BB8B613EF7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43" y="1021"/>
                <a:ext cx="5" cy="6"/>
              </a:xfrm>
              <a:prstGeom prst="ellipse">
                <a:avLst/>
              </a:prstGeom>
              <a:solidFill>
                <a:srgbClr val="8C3F3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623" name="Freeform 237">
                <a:extLst>
                  <a:ext uri="{FF2B5EF4-FFF2-40B4-BE49-F238E27FC236}">
                    <a16:creationId xmlns:a16="http://schemas.microsoft.com/office/drawing/2014/main" id="{253266B6-175A-4C74-9491-BCB5E15C29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4" y="1016"/>
                <a:ext cx="6" cy="1"/>
              </a:xfrm>
              <a:custGeom>
                <a:avLst/>
                <a:gdLst>
                  <a:gd name="T0" fmla="*/ 0 w 6"/>
                  <a:gd name="T1" fmla="*/ 0 h 1"/>
                  <a:gd name="T2" fmla="*/ 6 w 6"/>
                  <a:gd name="T3" fmla="*/ 1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">
                    <a:moveTo>
                      <a:pt x="0" y="0"/>
                    </a:moveTo>
                    <a:cubicBezTo>
                      <a:pt x="2" y="1"/>
                      <a:pt x="4" y="1"/>
                      <a:pt x="6" y="1"/>
                    </a:cubicBezTo>
                  </a:path>
                </a:pathLst>
              </a:custGeom>
              <a:noFill/>
              <a:ln w="3175" cap="flat">
                <a:solidFill>
                  <a:srgbClr val="5A2218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624" name="Freeform 238">
                <a:extLst>
                  <a:ext uri="{FF2B5EF4-FFF2-40B4-BE49-F238E27FC236}">
                    <a16:creationId xmlns:a16="http://schemas.microsoft.com/office/drawing/2014/main" id="{23FDE08C-67A8-4A0E-A957-1720D8F659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3" y="1021"/>
                <a:ext cx="6" cy="1"/>
              </a:xfrm>
              <a:custGeom>
                <a:avLst/>
                <a:gdLst>
                  <a:gd name="T0" fmla="*/ 0 w 6"/>
                  <a:gd name="T1" fmla="*/ 0 h 1"/>
                  <a:gd name="T2" fmla="*/ 6 w 6"/>
                  <a:gd name="T3" fmla="*/ 1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">
                    <a:moveTo>
                      <a:pt x="0" y="0"/>
                    </a:moveTo>
                    <a:cubicBezTo>
                      <a:pt x="0" y="1"/>
                      <a:pt x="5" y="1"/>
                      <a:pt x="6" y="1"/>
                    </a:cubicBezTo>
                  </a:path>
                </a:pathLst>
              </a:custGeom>
              <a:noFill/>
              <a:ln w="3175" cap="flat">
                <a:solidFill>
                  <a:srgbClr val="5A2218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625" name="Freeform 239">
                <a:extLst>
                  <a:ext uri="{FF2B5EF4-FFF2-40B4-BE49-F238E27FC236}">
                    <a16:creationId xmlns:a16="http://schemas.microsoft.com/office/drawing/2014/main" id="{FD3B5D2E-8601-4453-A00A-8A7C40F983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3" y="1020"/>
                <a:ext cx="8" cy="2"/>
              </a:xfrm>
              <a:custGeom>
                <a:avLst/>
                <a:gdLst>
                  <a:gd name="T0" fmla="*/ 10 w 7"/>
                  <a:gd name="T1" fmla="*/ 2 h 2"/>
                  <a:gd name="T2" fmla="*/ 0 w 7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2">
                    <a:moveTo>
                      <a:pt x="7" y="2"/>
                    </a:moveTo>
                    <a:cubicBezTo>
                      <a:pt x="4" y="2"/>
                      <a:pt x="2" y="1"/>
                      <a:pt x="0" y="0"/>
                    </a:cubicBezTo>
                  </a:path>
                </a:pathLst>
              </a:custGeom>
              <a:noFill/>
              <a:ln w="3175" cap="flat">
                <a:solidFill>
                  <a:srgbClr val="5A2218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626" name="Freeform 240">
                <a:extLst>
                  <a:ext uri="{FF2B5EF4-FFF2-40B4-BE49-F238E27FC236}">
                    <a16:creationId xmlns:a16="http://schemas.microsoft.com/office/drawing/2014/main" id="{76F39F4A-59E2-425E-84E0-7FB589E870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9" y="1017"/>
                <a:ext cx="6" cy="1"/>
              </a:xfrm>
              <a:custGeom>
                <a:avLst/>
                <a:gdLst>
                  <a:gd name="T0" fmla="*/ 8 w 5"/>
                  <a:gd name="T1" fmla="*/ 1 h 1"/>
                  <a:gd name="T2" fmla="*/ 0 w 5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">
                    <a:moveTo>
                      <a:pt x="5" y="1"/>
                    </a:moveTo>
                    <a:cubicBezTo>
                      <a:pt x="3" y="1"/>
                      <a:pt x="2" y="0"/>
                      <a:pt x="0" y="0"/>
                    </a:cubicBezTo>
                  </a:path>
                </a:pathLst>
              </a:custGeom>
              <a:noFill/>
              <a:ln w="3175" cap="flat">
                <a:solidFill>
                  <a:srgbClr val="5A2218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627" name="Freeform 241">
                <a:extLst>
                  <a:ext uri="{FF2B5EF4-FFF2-40B4-BE49-F238E27FC236}">
                    <a16:creationId xmlns:a16="http://schemas.microsoft.com/office/drawing/2014/main" id="{3F0D0C8D-E3B4-4682-8C54-FED45A6652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7" y="971"/>
                <a:ext cx="58" cy="21"/>
              </a:xfrm>
              <a:custGeom>
                <a:avLst/>
                <a:gdLst>
                  <a:gd name="T0" fmla="*/ 2 w 55"/>
                  <a:gd name="T1" fmla="*/ 18 h 20"/>
                  <a:gd name="T2" fmla="*/ 64 w 55"/>
                  <a:gd name="T3" fmla="*/ 19 h 20"/>
                  <a:gd name="T4" fmla="*/ 30 w 55"/>
                  <a:gd name="T5" fmla="*/ 14 h 20"/>
                  <a:gd name="T6" fmla="*/ 2 w 55"/>
                  <a:gd name="T7" fmla="*/ 18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5" h="20">
                    <a:moveTo>
                      <a:pt x="2" y="15"/>
                    </a:moveTo>
                    <a:cubicBezTo>
                      <a:pt x="0" y="2"/>
                      <a:pt x="36" y="0"/>
                      <a:pt x="55" y="16"/>
                    </a:cubicBezTo>
                    <a:cubicBezTo>
                      <a:pt x="55" y="16"/>
                      <a:pt x="38" y="8"/>
                      <a:pt x="26" y="11"/>
                    </a:cubicBezTo>
                    <a:cubicBezTo>
                      <a:pt x="13" y="15"/>
                      <a:pt x="3" y="20"/>
                      <a:pt x="2" y="15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628" name="Freeform 242">
                <a:extLst>
                  <a:ext uri="{FF2B5EF4-FFF2-40B4-BE49-F238E27FC236}">
                    <a16:creationId xmlns:a16="http://schemas.microsoft.com/office/drawing/2014/main" id="{FFF70221-4BB7-4710-9A1E-FD676912BD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9" y="1160"/>
                <a:ext cx="156" cy="161"/>
              </a:xfrm>
              <a:custGeom>
                <a:avLst/>
                <a:gdLst>
                  <a:gd name="T0" fmla="*/ 5 w 148"/>
                  <a:gd name="T1" fmla="*/ 0 h 153"/>
                  <a:gd name="T2" fmla="*/ 25 w 148"/>
                  <a:gd name="T3" fmla="*/ 112 h 153"/>
                  <a:gd name="T4" fmla="*/ 173 w 148"/>
                  <a:gd name="T5" fmla="*/ 170 h 153"/>
                  <a:gd name="T6" fmla="*/ 35 w 148"/>
                  <a:gd name="T7" fmla="*/ 105 h 153"/>
                  <a:gd name="T8" fmla="*/ 5 w 148"/>
                  <a:gd name="T9" fmla="*/ 0 h 15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8" h="153">
                    <a:moveTo>
                      <a:pt x="5" y="0"/>
                    </a:moveTo>
                    <a:cubicBezTo>
                      <a:pt x="5" y="0"/>
                      <a:pt x="0" y="66"/>
                      <a:pt x="22" y="96"/>
                    </a:cubicBezTo>
                    <a:cubicBezTo>
                      <a:pt x="45" y="127"/>
                      <a:pt x="67" y="151"/>
                      <a:pt x="148" y="146"/>
                    </a:cubicBezTo>
                    <a:cubicBezTo>
                      <a:pt x="148" y="146"/>
                      <a:pt x="58" y="153"/>
                      <a:pt x="29" y="90"/>
                    </a:cubicBezTo>
                    <a:cubicBezTo>
                      <a:pt x="0" y="27"/>
                      <a:pt x="5" y="0"/>
                      <a:pt x="5" y="0"/>
                    </a:cubicBezTo>
                    <a:close/>
                  </a:path>
                </a:pathLst>
              </a:custGeom>
              <a:solidFill>
                <a:srgbClr val="6C2D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629" name="Freeform 243">
                <a:extLst>
                  <a:ext uri="{FF2B5EF4-FFF2-40B4-BE49-F238E27FC236}">
                    <a16:creationId xmlns:a16="http://schemas.microsoft.com/office/drawing/2014/main" id="{2B91CA4C-481F-488A-BFA9-41B3975C1A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4" y="1204"/>
                <a:ext cx="53" cy="34"/>
              </a:xfrm>
              <a:custGeom>
                <a:avLst/>
                <a:gdLst>
                  <a:gd name="T0" fmla="*/ 0 w 50"/>
                  <a:gd name="T1" fmla="*/ 3 h 32"/>
                  <a:gd name="T2" fmla="*/ 59 w 50"/>
                  <a:gd name="T3" fmla="*/ 38 h 32"/>
                  <a:gd name="T4" fmla="*/ 0 w 50"/>
                  <a:gd name="T5" fmla="*/ 3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0" h="32">
                    <a:moveTo>
                      <a:pt x="0" y="3"/>
                    </a:moveTo>
                    <a:cubicBezTo>
                      <a:pt x="0" y="3"/>
                      <a:pt x="41" y="0"/>
                      <a:pt x="50" y="32"/>
                    </a:cubicBezTo>
                    <a:cubicBezTo>
                      <a:pt x="50" y="32"/>
                      <a:pt x="28" y="2"/>
                      <a:pt x="0" y="3"/>
                    </a:cubicBezTo>
                    <a:close/>
                  </a:path>
                </a:pathLst>
              </a:custGeom>
              <a:solidFill>
                <a:srgbClr val="6C2D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630" name="Freeform 244">
                <a:extLst>
                  <a:ext uri="{FF2B5EF4-FFF2-40B4-BE49-F238E27FC236}">
                    <a16:creationId xmlns:a16="http://schemas.microsoft.com/office/drawing/2014/main" id="{CB26DF77-2A09-4F3E-A851-37A7E9F470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6" y="1265"/>
                <a:ext cx="56" cy="21"/>
              </a:xfrm>
              <a:custGeom>
                <a:avLst/>
                <a:gdLst>
                  <a:gd name="T0" fmla="*/ 0 w 53"/>
                  <a:gd name="T1" fmla="*/ 0 h 20"/>
                  <a:gd name="T2" fmla="*/ 26 w 53"/>
                  <a:gd name="T3" fmla="*/ 16 h 20"/>
                  <a:gd name="T4" fmla="*/ 62 w 53"/>
                  <a:gd name="T5" fmla="*/ 17 h 20"/>
                  <a:gd name="T6" fmla="*/ 26 w 53"/>
                  <a:gd name="T7" fmla="*/ 21 h 20"/>
                  <a:gd name="T8" fmla="*/ 3 w 53"/>
                  <a:gd name="T9" fmla="*/ 5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3" h="20">
                    <a:moveTo>
                      <a:pt x="0" y="0"/>
                    </a:moveTo>
                    <a:cubicBezTo>
                      <a:pt x="7" y="6"/>
                      <a:pt x="13" y="11"/>
                      <a:pt x="23" y="13"/>
                    </a:cubicBezTo>
                    <a:cubicBezTo>
                      <a:pt x="32" y="15"/>
                      <a:pt x="45" y="11"/>
                      <a:pt x="53" y="14"/>
                    </a:cubicBezTo>
                    <a:cubicBezTo>
                      <a:pt x="43" y="15"/>
                      <a:pt x="33" y="20"/>
                      <a:pt x="23" y="18"/>
                    </a:cubicBezTo>
                    <a:cubicBezTo>
                      <a:pt x="15" y="16"/>
                      <a:pt x="10" y="10"/>
                      <a:pt x="3" y="5"/>
                    </a:cubicBezTo>
                  </a:path>
                </a:pathLst>
              </a:custGeom>
              <a:solidFill>
                <a:srgbClr val="6C2D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631" name="Freeform 245">
                <a:extLst>
                  <a:ext uri="{FF2B5EF4-FFF2-40B4-BE49-F238E27FC236}">
                    <a16:creationId xmlns:a16="http://schemas.microsoft.com/office/drawing/2014/main" id="{549484E8-0045-488D-B11A-F7BF96BE1D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0" y="1133"/>
                <a:ext cx="19" cy="44"/>
              </a:xfrm>
              <a:custGeom>
                <a:avLst/>
                <a:gdLst>
                  <a:gd name="T0" fmla="*/ 14 w 18"/>
                  <a:gd name="T1" fmla="*/ 1 h 41"/>
                  <a:gd name="T2" fmla="*/ 5 w 18"/>
                  <a:gd name="T3" fmla="*/ 23 h 41"/>
                  <a:gd name="T4" fmla="*/ 21 w 18"/>
                  <a:gd name="T5" fmla="*/ 50 h 41"/>
                  <a:gd name="T6" fmla="*/ 2 w 18"/>
                  <a:gd name="T7" fmla="*/ 27 h 41"/>
                  <a:gd name="T8" fmla="*/ 12 w 18"/>
                  <a:gd name="T9" fmla="*/ 0 h 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41">
                    <a:moveTo>
                      <a:pt x="11" y="1"/>
                    </a:moveTo>
                    <a:cubicBezTo>
                      <a:pt x="7" y="7"/>
                      <a:pt x="4" y="12"/>
                      <a:pt x="5" y="19"/>
                    </a:cubicBezTo>
                    <a:cubicBezTo>
                      <a:pt x="7" y="27"/>
                      <a:pt x="14" y="34"/>
                      <a:pt x="18" y="41"/>
                    </a:cubicBezTo>
                    <a:cubicBezTo>
                      <a:pt x="11" y="36"/>
                      <a:pt x="4" y="29"/>
                      <a:pt x="2" y="21"/>
                    </a:cubicBezTo>
                    <a:cubicBezTo>
                      <a:pt x="0" y="15"/>
                      <a:pt x="3" y="3"/>
                      <a:pt x="9" y="0"/>
                    </a:cubicBezTo>
                  </a:path>
                </a:pathLst>
              </a:custGeom>
              <a:solidFill>
                <a:srgbClr val="8C3F3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632" name="Freeform 246">
                <a:extLst>
                  <a:ext uri="{FF2B5EF4-FFF2-40B4-BE49-F238E27FC236}">
                    <a16:creationId xmlns:a16="http://schemas.microsoft.com/office/drawing/2014/main" id="{6C3E59A3-DCCA-4B89-905D-E62EFF53CE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0" y="1137"/>
                <a:ext cx="12" cy="31"/>
              </a:xfrm>
              <a:custGeom>
                <a:avLst/>
                <a:gdLst>
                  <a:gd name="T0" fmla="*/ 2 w 11"/>
                  <a:gd name="T1" fmla="*/ 0 h 29"/>
                  <a:gd name="T2" fmla="*/ 0 w 11"/>
                  <a:gd name="T3" fmla="*/ 35 h 29"/>
                  <a:gd name="T4" fmla="*/ 13 w 11"/>
                  <a:gd name="T5" fmla="*/ 17 h 29"/>
                  <a:gd name="T6" fmla="*/ 2 w 11"/>
                  <a:gd name="T7" fmla="*/ 1 h 2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29">
                    <a:moveTo>
                      <a:pt x="2" y="0"/>
                    </a:moveTo>
                    <a:cubicBezTo>
                      <a:pt x="10" y="9"/>
                      <a:pt x="5" y="20"/>
                      <a:pt x="0" y="29"/>
                    </a:cubicBezTo>
                    <a:cubicBezTo>
                      <a:pt x="4" y="25"/>
                      <a:pt x="11" y="21"/>
                      <a:pt x="10" y="14"/>
                    </a:cubicBezTo>
                    <a:cubicBezTo>
                      <a:pt x="10" y="9"/>
                      <a:pt x="4" y="6"/>
                      <a:pt x="2" y="1"/>
                    </a:cubicBezTo>
                  </a:path>
                </a:pathLst>
              </a:custGeom>
              <a:solidFill>
                <a:srgbClr val="8C3F3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633" name="Freeform 247">
                <a:extLst>
                  <a:ext uri="{FF2B5EF4-FFF2-40B4-BE49-F238E27FC236}">
                    <a16:creationId xmlns:a16="http://schemas.microsoft.com/office/drawing/2014/main" id="{8A6D6E92-9BE5-4252-842A-7D80364F76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5" y="1141"/>
                <a:ext cx="13" cy="24"/>
              </a:xfrm>
              <a:custGeom>
                <a:avLst/>
                <a:gdLst>
                  <a:gd name="T0" fmla="*/ 14 w 12"/>
                  <a:gd name="T1" fmla="*/ 0 h 23"/>
                  <a:gd name="T2" fmla="*/ 15 w 12"/>
                  <a:gd name="T3" fmla="*/ 26 h 23"/>
                  <a:gd name="T4" fmla="*/ 13 w 12"/>
                  <a:gd name="T5" fmla="*/ 2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23">
                    <a:moveTo>
                      <a:pt x="11" y="0"/>
                    </a:moveTo>
                    <a:cubicBezTo>
                      <a:pt x="6" y="5"/>
                      <a:pt x="6" y="20"/>
                      <a:pt x="12" y="23"/>
                    </a:cubicBezTo>
                    <a:cubicBezTo>
                      <a:pt x="7" y="18"/>
                      <a:pt x="0" y="6"/>
                      <a:pt x="10" y="2"/>
                    </a:cubicBezTo>
                  </a:path>
                </a:pathLst>
              </a:custGeom>
              <a:solidFill>
                <a:srgbClr val="8C3F3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634" name="Freeform 248">
                <a:extLst>
                  <a:ext uri="{FF2B5EF4-FFF2-40B4-BE49-F238E27FC236}">
                    <a16:creationId xmlns:a16="http://schemas.microsoft.com/office/drawing/2014/main" id="{8D111BA6-1012-458E-BBEA-FF5CB5B653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3" y="1143"/>
                <a:ext cx="14" cy="21"/>
              </a:xfrm>
              <a:custGeom>
                <a:avLst/>
                <a:gdLst>
                  <a:gd name="T0" fmla="*/ 1 w 13"/>
                  <a:gd name="T1" fmla="*/ 0 h 20"/>
                  <a:gd name="T2" fmla="*/ 0 w 13"/>
                  <a:gd name="T3" fmla="*/ 23 h 20"/>
                  <a:gd name="T4" fmla="*/ 4 w 13"/>
                  <a:gd name="T5" fmla="*/ 1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20">
                    <a:moveTo>
                      <a:pt x="1" y="0"/>
                    </a:moveTo>
                    <a:cubicBezTo>
                      <a:pt x="6" y="6"/>
                      <a:pt x="7" y="16"/>
                      <a:pt x="0" y="20"/>
                    </a:cubicBezTo>
                    <a:cubicBezTo>
                      <a:pt x="10" y="18"/>
                      <a:pt x="13" y="7"/>
                      <a:pt x="4" y="1"/>
                    </a:cubicBezTo>
                  </a:path>
                </a:pathLst>
              </a:custGeom>
              <a:solidFill>
                <a:srgbClr val="8C3F3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635" name="Freeform 249">
                <a:extLst>
                  <a:ext uri="{FF2B5EF4-FFF2-40B4-BE49-F238E27FC236}">
                    <a16:creationId xmlns:a16="http://schemas.microsoft.com/office/drawing/2014/main" id="{1FF68CF5-54DF-4E3A-B8F4-6FF18020D9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0" y="2211"/>
                <a:ext cx="84" cy="743"/>
              </a:xfrm>
              <a:custGeom>
                <a:avLst/>
                <a:gdLst>
                  <a:gd name="T0" fmla="*/ 74 w 80"/>
                  <a:gd name="T1" fmla="*/ 0 h 704"/>
                  <a:gd name="T2" fmla="*/ 45 w 80"/>
                  <a:gd name="T3" fmla="*/ 109 h 704"/>
                  <a:gd name="T4" fmla="*/ 5 w 80"/>
                  <a:gd name="T5" fmla="*/ 500 h 704"/>
                  <a:gd name="T6" fmla="*/ 92 w 80"/>
                  <a:gd name="T7" fmla="*/ 827 h 704"/>
                  <a:gd name="T8" fmla="*/ 29 w 80"/>
                  <a:gd name="T9" fmla="*/ 507 h 704"/>
                  <a:gd name="T10" fmla="*/ 57 w 80"/>
                  <a:gd name="T11" fmla="*/ 209 h 704"/>
                  <a:gd name="T12" fmla="*/ 74 w 80"/>
                  <a:gd name="T13" fmla="*/ 0 h 70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0" h="704">
                    <a:moveTo>
                      <a:pt x="64" y="0"/>
                    </a:moveTo>
                    <a:cubicBezTo>
                      <a:pt x="64" y="0"/>
                      <a:pt x="41" y="46"/>
                      <a:pt x="39" y="93"/>
                    </a:cubicBezTo>
                    <a:cubicBezTo>
                      <a:pt x="36" y="139"/>
                      <a:pt x="10" y="379"/>
                      <a:pt x="5" y="425"/>
                    </a:cubicBezTo>
                    <a:cubicBezTo>
                      <a:pt x="0" y="472"/>
                      <a:pt x="8" y="642"/>
                      <a:pt x="80" y="704"/>
                    </a:cubicBezTo>
                    <a:cubicBezTo>
                      <a:pt x="80" y="704"/>
                      <a:pt x="13" y="541"/>
                      <a:pt x="26" y="431"/>
                    </a:cubicBezTo>
                    <a:cubicBezTo>
                      <a:pt x="39" y="320"/>
                      <a:pt x="39" y="245"/>
                      <a:pt x="49" y="178"/>
                    </a:cubicBezTo>
                    <a:cubicBezTo>
                      <a:pt x="59" y="111"/>
                      <a:pt x="44" y="36"/>
                      <a:pt x="64" y="0"/>
                    </a:cubicBezTo>
                    <a:close/>
                  </a:path>
                </a:pathLst>
              </a:custGeom>
              <a:solidFill>
                <a:srgbClr val="8C3F3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636" name="Freeform 250">
                <a:extLst>
                  <a:ext uri="{FF2B5EF4-FFF2-40B4-BE49-F238E27FC236}">
                    <a16:creationId xmlns:a16="http://schemas.microsoft.com/office/drawing/2014/main" id="{FAE8CF54-B05A-4E67-8DFF-36656BCBB0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7" y="3006"/>
                <a:ext cx="54" cy="109"/>
              </a:xfrm>
              <a:custGeom>
                <a:avLst/>
                <a:gdLst>
                  <a:gd name="T0" fmla="*/ 25 w 51"/>
                  <a:gd name="T1" fmla="*/ 0 h 104"/>
                  <a:gd name="T2" fmla="*/ 60 w 51"/>
                  <a:gd name="T3" fmla="*/ 119 h 104"/>
                  <a:gd name="T4" fmla="*/ 25 w 51"/>
                  <a:gd name="T5" fmla="*/ 0 h 10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1" h="104">
                    <a:moveTo>
                      <a:pt x="22" y="0"/>
                    </a:moveTo>
                    <a:cubicBezTo>
                      <a:pt x="22" y="0"/>
                      <a:pt x="0" y="42"/>
                      <a:pt x="51" y="104"/>
                    </a:cubicBezTo>
                    <a:cubicBezTo>
                      <a:pt x="51" y="104"/>
                      <a:pt x="15" y="28"/>
                      <a:pt x="22" y="0"/>
                    </a:cubicBezTo>
                    <a:close/>
                  </a:path>
                </a:pathLst>
              </a:custGeom>
              <a:solidFill>
                <a:srgbClr val="8C3F3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637" name="Freeform 251">
                <a:extLst>
                  <a:ext uri="{FF2B5EF4-FFF2-40B4-BE49-F238E27FC236}">
                    <a16:creationId xmlns:a16="http://schemas.microsoft.com/office/drawing/2014/main" id="{85D01DF9-C7E2-41ED-8405-9F90E388E4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4" y="3188"/>
                <a:ext cx="77" cy="580"/>
              </a:xfrm>
              <a:custGeom>
                <a:avLst/>
                <a:gdLst>
                  <a:gd name="T0" fmla="*/ 62 w 73"/>
                  <a:gd name="T1" fmla="*/ 0 h 549"/>
                  <a:gd name="T2" fmla="*/ 24 w 73"/>
                  <a:gd name="T3" fmla="*/ 318 h 549"/>
                  <a:gd name="T4" fmla="*/ 70 w 73"/>
                  <a:gd name="T5" fmla="*/ 557 h 549"/>
                  <a:gd name="T6" fmla="*/ 68 w 73"/>
                  <a:gd name="T7" fmla="*/ 576 h 549"/>
                  <a:gd name="T8" fmla="*/ 65 w 73"/>
                  <a:gd name="T9" fmla="*/ 610 h 549"/>
                  <a:gd name="T10" fmla="*/ 70 w 73"/>
                  <a:gd name="T11" fmla="*/ 648 h 549"/>
                  <a:gd name="T12" fmla="*/ 83 w 73"/>
                  <a:gd name="T13" fmla="*/ 621 h 549"/>
                  <a:gd name="T14" fmla="*/ 74 w 73"/>
                  <a:gd name="T15" fmla="*/ 588 h 549"/>
                  <a:gd name="T16" fmla="*/ 77 w 73"/>
                  <a:gd name="T17" fmla="*/ 521 h 549"/>
                  <a:gd name="T18" fmla="*/ 62 w 73"/>
                  <a:gd name="T19" fmla="*/ 0 h 54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73" h="549">
                    <a:moveTo>
                      <a:pt x="53" y="0"/>
                    </a:moveTo>
                    <a:cubicBezTo>
                      <a:pt x="53" y="0"/>
                      <a:pt x="11" y="132"/>
                      <a:pt x="21" y="270"/>
                    </a:cubicBezTo>
                    <a:cubicBezTo>
                      <a:pt x="31" y="408"/>
                      <a:pt x="60" y="472"/>
                      <a:pt x="60" y="472"/>
                    </a:cubicBezTo>
                    <a:cubicBezTo>
                      <a:pt x="60" y="472"/>
                      <a:pt x="61" y="483"/>
                      <a:pt x="58" y="488"/>
                    </a:cubicBezTo>
                    <a:cubicBezTo>
                      <a:pt x="54" y="493"/>
                      <a:pt x="46" y="505"/>
                      <a:pt x="56" y="517"/>
                    </a:cubicBezTo>
                    <a:cubicBezTo>
                      <a:pt x="65" y="530"/>
                      <a:pt x="56" y="543"/>
                      <a:pt x="60" y="549"/>
                    </a:cubicBezTo>
                    <a:cubicBezTo>
                      <a:pt x="60" y="549"/>
                      <a:pt x="68" y="535"/>
                      <a:pt x="71" y="527"/>
                    </a:cubicBezTo>
                    <a:cubicBezTo>
                      <a:pt x="73" y="519"/>
                      <a:pt x="56" y="517"/>
                      <a:pt x="63" y="499"/>
                    </a:cubicBezTo>
                    <a:cubicBezTo>
                      <a:pt x="70" y="482"/>
                      <a:pt x="73" y="462"/>
                      <a:pt x="65" y="442"/>
                    </a:cubicBezTo>
                    <a:cubicBezTo>
                      <a:pt x="57" y="422"/>
                      <a:pt x="0" y="278"/>
                      <a:pt x="53" y="0"/>
                    </a:cubicBezTo>
                    <a:close/>
                  </a:path>
                </a:pathLst>
              </a:custGeom>
              <a:solidFill>
                <a:srgbClr val="8C3F3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638" name="Freeform 252">
                <a:extLst>
                  <a:ext uri="{FF2B5EF4-FFF2-40B4-BE49-F238E27FC236}">
                    <a16:creationId xmlns:a16="http://schemas.microsoft.com/office/drawing/2014/main" id="{32D534FF-54E4-413E-A557-A5A84BF85D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9" y="3794"/>
                <a:ext cx="159" cy="138"/>
              </a:xfrm>
              <a:custGeom>
                <a:avLst/>
                <a:gdLst>
                  <a:gd name="T0" fmla="*/ 176 w 151"/>
                  <a:gd name="T1" fmla="*/ 2 h 131"/>
                  <a:gd name="T2" fmla="*/ 160 w 151"/>
                  <a:gd name="T3" fmla="*/ 14 h 131"/>
                  <a:gd name="T4" fmla="*/ 145 w 151"/>
                  <a:gd name="T5" fmla="*/ 28 h 131"/>
                  <a:gd name="T6" fmla="*/ 127 w 151"/>
                  <a:gd name="T7" fmla="*/ 59 h 131"/>
                  <a:gd name="T8" fmla="*/ 96 w 151"/>
                  <a:gd name="T9" fmla="*/ 83 h 131"/>
                  <a:gd name="T10" fmla="*/ 68 w 151"/>
                  <a:gd name="T11" fmla="*/ 104 h 131"/>
                  <a:gd name="T12" fmla="*/ 47 w 151"/>
                  <a:gd name="T13" fmla="*/ 121 h 131"/>
                  <a:gd name="T14" fmla="*/ 37 w 151"/>
                  <a:gd name="T15" fmla="*/ 127 h 131"/>
                  <a:gd name="T16" fmla="*/ 27 w 151"/>
                  <a:gd name="T17" fmla="*/ 131 h 131"/>
                  <a:gd name="T18" fmla="*/ 1 w 151"/>
                  <a:gd name="T19" fmla="*/ 150 h 131"/>
                  <a:gd name="T20" fmla="*/ 0 w 151"/>
                  <a:gd name="T21" fmla="*/ 153 h 131"/>
                  <a:gd name="T22" fmla="*/ 42 w 151"/>
                  <a:gd name="T23" fmla="*/ 138 h 131"/>
                  <a:gd name="T24" fmla="*/ 75 w 151"/>
                  <a:gd name="T25" fmla="*/ 116 h 131"/>
                  <a:gd name="T26" fmla="*/ 116 w 151"/>
                  <a:gd name="T27" fmla="*/ 80 h 131"/>
                  <a:gd name="T28" fmla="*/ 138 w 151"/>
                  <a:gd name="T29" fmla="*/ 56 h 131"/>
                  <a:gd name="T30" fmla="*/ 155 w 151"/>
                  <a:gd name="T31" fmla="*/ 33 h 131"/>
                  <a:gd name="T32" fmla="*/ 170 w 151"/>
                  <a:gd name="T33" fmla="*/ 13 h 131"/>
                  <a:gd name="T34" fmla="*/ 176 w 151"/>
                  <a:gd name="T35" fmla="*/ 0 h 131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151" h="131">
                    <a:moveTo>
                      <a:pt x="151" y="2"/>
                    </a:moveTo>
                    <a:cubicBezTo>
                      <a:pt x="145" y="3"/>
                      <a:pt x="140" y="8"/>
                      <a:pt x="137" y="11"/>
                    </a:cubicBezTo>
                    <a:cubicBezTo>
                      <a:pt x="132" y="15"/>
                      <a:pt x="127" y="19"/>
                      <a:pt x="124" y="25"/>
                    </a:cubicBezTo>
                    <a:cubicBezTo>
                      <a:pt x="119" y="33"/>
                      <a:pt x="115" y="42"/>
                      <a:pt x="109" y="50"/>
                    </a:cubicBezTo>
                    <a:cubicBezTo>
                      <a:pt x="101" y="58"/>
                      <a:pt x="91" y="65"/>
                      <a:pt x="82" y="71"/>
                    </a:cubicBezTo>
                    <a:cubicBezTo>
                      <a:pt x="74" y="76"/>
                      <a:pt x="66" y="82"/>
                      <a:pt x="59" y="89"/>
                    </a:cubicBezTo>
                    <a:cubicBezTo>
                      <a:pt x="53" y="94"/>
                      <a:pt x="47" y="99"/>
                      <a:pt x="41" y="103"/>
                    </a:cubicBezTo>
                    <a:cubicBezTo>
                      <a:pt x="38" y="105"/>
                      <a:pt x="34" y="108"/>
                      <a:pt x="31" y="109"/>
                    </a:cubicBezTo>
                    <a:cubicBezTo>
                      <a:pt x="29" y="111"/>
                      <a:pt x="26" y="111"/>
                      <a:pt x="24" y="112"/>
                    </a:cubicBezTo>
                    <a:cubicBezTo>
                      <a:pt x="16" y="116"/>
                      <a:pt x="5" y="119"/>
                      <a:pt x="1" y="128"/>
                    </a:cubicBezTo>
                    <a:cubicBezTo>
                      <a:pt x="0" y="129"/>
                      <a:pt x="0" y="130"/>
                      <a:pt x="0" y="131"/>
                    </a:cubicBezTo>
                    <a:cubicBezTo>
                      <a:pt x="6" y="120"/>
                      <a:pt x="26" y="121"/>
                      <a:pt x="36" y="118"/>
                    </a:cubicBezTo>
                    <a:cubicBezTo>
                      <a:pt x="47" y="114"/>
                      <a:pt x="55" y="107"/>
                      <a:pt x="64" y="99"/>
                    </a:cubicBezTo>
                    <a:cubicBezTo>
                      <a:pt x="76" y="89"/>
                      <a:pt x="88" y="79"/>
                      <a:pt x="99" y="68"/>
                    </a:cubicBezTo>
                    <a:cubicBezTo>
                      <a:pt x="106" y="62"/>
                      <a:pt x="111" y="54"/>
                      <a:pt x="118" y="47"/>
                    </a:cubicBezTo>
                    <a:cubicBezTo>
                      <a:pt x="125" y="42"/>
                      <a:pt x="129" y="35"/>
                      <a:pt x="133" y="28"/>
                    </a:cubicBezTo>
                    <a:cubicBezTo>
                      <a:pt x="137" y="21"/>
                      <a:pt x="141" y="16"/>
                      <a:pt x="145" y="10"/>
                    </a:cubicBezTo>
                    <a:cubicBezTo>
                      <a:pt x="148" y="7"/>
                      <a:pt x="149" y="3"/>
                      <a:pt x="151" y="0"/>
                    </a:cubicBezTo>
                  </a:path>
                </a:pathLst>
              </a:custGeom>
              <a:solidFill>
                <a:srgbClr val="8C3F3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639" name="Freeform 253">
                <a:extLst>
                  <a:ext uri="{FF2B5EF4-FFF2-40B4-BE49-F238E27FC236}">
                    <a16:creationId xmlns:a16="http://schemas.microsoft.com/office/drawing/2014/main" id="{7B59B87F-46F3-41A1-B233-6F09698DB1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6" y="3943"/>
                <a:ext cx="8" cy="15"/>
              </a:xfrm>
              <a:custGeom>
                <a:avLst/>
                <a:gdLst>
                  <a:gd name="T0" fmla="*/ 8 w 8"/>
                  <a:gd name="T1" fmla="*/ 0 h 14"/>
                  <a:gd name="T2" fmla="*/ 2 w 8"/>
                  <a:gd name="T3" fmla="*/ 17 h 14"/>
                  <a:gd name="T4" fmla="*/ 8 w 8"/>
                  <a:gd name="T5" fmla="*/ 1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4">
                    <a:moveTo>
                      <a:pt x="8" y="0"/>
                    </a:moveTo>
                    <a:cubicBezTo>
                      <a:pt x="3" y="2"/>
                      <a:pt x="0" y="9"/>
                      <a:pt x="2" y="14"/>
                    </a:cubicBezTo>
                    <a:cubicBezTo>
                      <a:pt x="2" y="9"/>
                      <a:pt x="5" y="5"/>
                      <a:pt x="8" y="1"/>
                    </a:cubicBezTo>
                  </a:path>
                </a:pathLst>
              </a:custGeom>
              <a:solidFill>
                <a:srgbClr val="8C3F3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640" name="Freeform 254">
                <a:extLst>
                  <a:ext uri="{FF2B5EF4-FFF2-40B4-BE49-F238E27FC236}">
                    <a16:creationId xmlns:a16="http://schemas.microsoft.com/office/drawing/2014/main" id="{83F901AC-2716-4538-94FE-0DD73F46DE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9" y="3938"/>
                <a:ext cx="26" cy="26"/>
              </a:xfrm>
              <a:custGeom>
                <a:avLst/>
                <a:gdLst>
                  <a:gd name="T0" fmla="*/ 26 w 25"/>
                  <a:gd name="T1" fmla="*/ 2 h 25"/>
                  <a:gd name="T2" fmla="*/ 20 w 25"/>
                  <a:gd name="T3" fmla="*/ 6 h 25"/>
                  <a:gd name="T4" fmla="*/ 9 w 25"/>
                  <a:gd name="T5" fmla="*/ 10 h 25"/>
                  <a:gd name="T6" fmla="*/ 0 w 25"/>
                  <a:gd name="T7" fmla="*/ 25 h 25"/>
                  <a:gd name="T8" fmla="*/ 0 w 25"/>
                  <a:gd name="T9" fmla="*/ 24 h 25"/>
                  <a:gd name="T10" fmla="*/ 5 w 25"/>
                  <a:gd name="T11" fmla="*/ 28 h 25"/>
                  <a:gd name="T12" fmla="*/ 12 w 25"/>
                  <a:gd name="T13" fmla="*/ 16 h 25"/>
                  <a:gd name="T14" fmla="*/ 28 w 25"/>
                  <a:gd name="T15" fmla="*/ 0 h 2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5" h="25">
                    <a:moveTo>
                      <a:pt x="23" y="2"/>
                    </a:moveTo>
                    <a:cubicBezTo>
                      <a:pt x="22" y="1"/>
                      <a:pt x="19" y="5"/>
                      <a:pt x="17" y="6"/>
                    </a:cubicBezTo>
                    <a:cubicBezTo>
                      <a:pt x="15" y="8"/>
                      <a:pt x="11" y="8"/>
                      <a:pt x="9" y="10"/>
                    </a:cubicBezTo>
                    <a:cubicBezTo>
                      <a:pt x="5" y="12"/>
                      <a:pt x="1" y="18"/>
                      <a:pt x="0" y="22"/>
                    </a:cubicBezTo>
                    <a:cubicBezTo>
                      <a:pt x="0" y="22"/>
                      <a:pt x="0" y="21"/>
                      <a:pt x="0" y="21"/>
                    </a:cubicBezTo>
                    <a:cubicBezTo>
                      <a:pt x="2" y="22"/>
                      <a:pt x="4" y="23"/>
                      <a:pt x="5" y="25"/>
                    </a:cubicBezTo>
                    <a:cubicBezTo>
                      <a:pt x="5" y="19"/>
                      <a:pt x="7" y="17"/>
                      <a:pt x="12" y="13"/>
                    </a:cubicBezTo>
                    <a:cubicBezTo>
                      <a:pt x="16" y="9"/>
                      <a:pt x="20" y="2"/>
                      <a:pt x="25" y="0"/>
                    </a:cubicBezTo>
                  </a:path>
                </a:pathLst>
              </a:custGeom>
              <a:solidFill>
                <a:srgbClr val="8C3F3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641" name="Freeform 255">
                <a:extLst>
                  <a:ext uri="{FF2B5EF4-FFF2-40B4-BE49-F238E27FC236}">
                    <a16:creationId xmlns:a16="http://schemas.microsoft.com/office/drawing/2014/main" id="{FB09DE3A-2947-439A-9E22-D74E0EB208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3" y="3949"/>
                <a:ext cx="18" cy="28"/>
              </a:xfrm>
              <a:custGeom>
                <a:avLst/>
                <a:gdLst>
                  <a:gd name="T0" fmla="*/ 20 w 17"/>
                  <a:gd name="T1" fmla="*/ 1 h 26"/>
                  <a:gd name="T2" fmla="*/ 12 w 17"/>
                  <a:gd name="T3" fmla="*/ 15 h 26"/>
                  <a:gd name="T4" fmla="*/ 0 w 17"/>
                  <a:gd name="T5" fmla="*/ 20 h 26"/>
                  <a:gd name="T6" fmla="*/ 19 w 17"/>
                  <a:gd name="T7" fmla="*/ 0 h 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26">
                    <a:moveTo>
                      <a:pt x="17" y="1"/>
                    </a:moveTo>
                    <a:cubicBezTo>
                      <a:pt x="14" y="4"/>
                      <a:pt x="13" y="9"/>
                      <a:pt x="9" y="12"/>
                    </a:cubicBezTo>
                    <a:cubicBezTo>
                      <a:pt x="6" y="14"/>
                      <a:pt x="3" y="15"/>
                      <a:pt x="0" y="17"/>
                    </a:cubicBezTo>
                    <a:cubicBezTo>
                      <a:pt x="9" y="26"/>
                      <a:pt x="14" y="6"/>
                      <a:pt x="16" y="0"/>
                    </a:cubicBezTo>
                  </a:path>
                </a:pathLst>
              </a:custGeom>
              <a:solidFill>
                <a:srgbClr val="8C3F3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642" name="Freeform 256">
                <a:extLst>
                  <a:ext uri="{FF2B5EF4-FFF2-40B4-BE49-F238E27FC236}">
                    <a16:creationId xmlns:a16="http://schemas.microsoft.com/office/drawing/2014/main" id="{9297554B-6A3E-41DA-92BB-67D7B42D7E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3" y="3983"/>
                <a:ext cx="27" cy="30"/>
              </a:xfrm>
              <a:custGeom>
                <a:avLst/>
                <a:gdLst>
                  <a:gd name="T0" fmla="*/ 5 w 25"/>
                  <a:gd name="T1" fmla="*/ 0 h 28"/>
                  <a:gd name="T2" fmla="*/ 5 w 25"/>
                  <a:gd name="T3" fmla="*/ 19 h 28"/>
                  <a:gd name="T4" fmla="*/ 31 w 25"/>
                  <a:gd name="T5" fmla="*/ 30 h 28"/>
                  <a:gd name="T6" fmla="*/ 17 w 25"/>
                  <a:gd name="T7" fmla="*/ 18 h 28"/>
                  <a:gd name="T8" fmla="*/ 11 w 25"/>
                  <a:gd name="T9" fmla="*/ 0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28">
                    <a:moveTo>
                      <a:pt x="5" y="0"/>
                    </a:moveTo>
                    <a:cubicBezTo>
                      <a:pt x="0" y="4"/>
                      <a:pt x="3" y="11"/>
                      <a:pt x="5" y="16"/>
                    </a:cubicBezTo>
                    <a:cubicBezTo>
                      <a:pt x="8" y="21"/>
                      <a:pt x="19" y="28"/>
                      <a:pt x="25" y="24"/>
                    </a:cubicBezTo>
                    <a:cubicBezTo>
                      <a:pt x="20" y="22"/>
                      <a:pt x="17" y="18"/>
                      <a:pt x="14" y="15"/>
                    </a:cubicBezTo>
                    <a:cubicBezTo>
                      <a:pt x="10" y="11"/>
                      <a:pt x="5" y="6"/>
                      <a:pt x="8" y="0"/>
                    </a:cubicBezTo>
                  </a:path>
                </a:pathLst>
              </a:custGeom>
              <a:solidFill>
                <a:srgbClr val="8C3F3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643" name="Freeform 257">
                <a:extLst>
                  <a:ext uri="{FF2B5EF4-FFF2-40B4-BE49-F238E27FC236}">
                    <a16:creationId xmlns:a16="http://schemas.microsoft.com/office/drawing/2014/main" id="{186E1D18-F012-476B-98D5-3DA33A99D3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5" y="3977"/>
                <a:ext cx="13" cy="22"/>
              </a:xfrm>
              <a:custGeom>
                <a:avLst/>
                <a:gdLst>
                  <a:gd name="T0" fmla="*/ 5 w 12"/>
                  <a:gd name="T1" fmla="*/ 2 h 21"/>
                  <a:gd name="T2" fmla="*/ 15 w 12"/>
                  <a:gd name="T3" fmla="*/ 22 h 21"/>
                  <a:gd name="T4" fmla="*/ 9 w 12"/>
                  <a:gd name="T5" fmla="*/ 0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21">
                    <a:moveTo>
                      <a:pt x="5" y="2"/>
                    </a:moveTo>
                    <a:cubicBezTo>
                      <a:pt x="0" y="0"/>
                      <a:pt x="0" y="21"/>
                      <a:pt x="12" y="19"/>
                    </a:cubicBezTo>
                    <a:cubicBezTo>
                      <a:pt x="7" y="14"/>
                      <a:pt x="2" y="7"/>
                      <a:pt x="6" y="0"/>
                    </a:cubicBezTo>
                  </a:path>
                </a:pathLst>
              </a:custGeom>
              <a:solidFill>
                <a:srgbClr val="8C3F3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644" name="Freeform 258">
                <a:extLst>
                  <a:ext uri="{FF2B5EF4-FFF2-40B4-BE49-F238E27FC236}">
                    <a16:creationId xmlns:a16="http://schemas.microsoft.com/office/drawing/2014/main" id="{43846A92-55CB-4010-83A7-BF30917D60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1" y="3971"/>
                <a:ext cx="7" cy="14"/>
              </a:xfrm>
              <a:custGeom>
                <a:avLst/>
                <a:gdLst>
                  <a:gd name="T0" fmla="*/ 2 w 6"/>
                  <a:gd name="T1" fmla="*/ 0 h 13"/>
                  <a:gd name="T2" fmla="*/ 9 w 6"/>
                  <a:gd name="T3" fmla="*/ 16 h 13"/>
                  <a:gd name="T4" fmla="*/ 7 w 6"/>
                  <a:gd name="T5" fmla="*/ 1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13">
                    <a:moveTo>
                      <a:pt x="2" y="0"/>
                    </a:moveTo>
                    <a:cubicBezTo>
                      <a:pt x="0" y="4"/>
                      <a:pt x="0" y="12"/>
                      <a:pt x="6" y="13"/>
                    </a:cubicBezTo>
                    <a:cubicBezTo>
                      <a:pt x="5" y="9"/>
                      <a:pt x="2" y="5"/>
                      <a:pt x="4" y="1"/>
                    </a:cubicBezTo>
                  </a:path>
                </a:pathLst>
              </a:custGeom>
              <a:solidFill>
                <a:srgbClr val="8C3F3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645" name="Freeform 259">
                <a:extLst>
                  <a:ext uri="{FF2B5EF4-FFF2-40B4-BE49-F238E27FC236}">
                    <a16:creationId xmlns:a16="http://schemas.microsoft.com/office/drawing/2014/main" id="{36D689AE-C243-427B-8EBF-07081152D1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8" y="3926"/>
                <a:ext cx="68" cy="60"/>
              </a:xfrm>
              <a:custGeom>
                <a:avLst/>
                <a:gdLst>
                  <a:gd name="T0" fmla="*/ 0 w 64"/>
                  <a:gd name="T1" fmla="*/ 61 h 57"/>
                  <a:gd name="T2" fmla="*/ 28 w 64"/>
                  <a:gd name="T3" fmla="*/ 47 h 57"/>
                  <a:gd name="T4" fmla="*/ 40 w 64"/>
                  <a:gd name="T5" fmla="*/ 27 h 57"/>
                  <a:gd name="T6" fmla="*/ 77 w 64"/>
                  <a:gd name="T7" fmla="*/ 0 h 57"/>
                  <a:gd name="T8" fmla="*/ 53 w 64"/>
                  <a:gd name="T9" fmla="*/ 14 h 57"/>
                  <a:gd name="T10" fmla="*/ 28 w 64"/>
                  <a:gd name="T11" fmla="*/ 29 h 57"/>
                  <a:gd name="T12" fmla="*/ 18 w 64"/>
                  <a:gd name="T13" fmla="*/ 48 h 57"/>
                  <a:gd name="T14" fmla="*/ 3 w 64"/>
                  <a:gd name="T15" fmla="*/ 58 h 5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4" h="57">
                    <a:moveTo>
                      <a:pt x="0" y="52"/>
                    </a:moveTo>
                    <a:cubicBezTo>
                      <a:pt x="8" y="57"/>
                      <a:pt x="20" y="47"/>
                      <a:pt x="23" y="41"/>
                    </a:cubicBezTo>
                    <a:cubicBezTo>
                      <a:pt x="27" y="34"/>
                      <a:pt x="27" y="27"/>
                      <a:pt x="34" y="24"/>
                    </a:cubicBezTo>
                    <a:cubicBezTo>
                      <a:pt x="45" y="18"/>
                      <a:pt x="52" y="3"/>
                      <a:pt x="64" y="0"/>
                    </a:cubicBezTo>
                    <a:cubicBezTo>
                      <a:pt x="57" y="2"/>
                      <a:pt x="50" y="8"/>
                      <a:pt x="44" y="11"/>
                    </a:cubicBezTo>
                    <a:cubicBezTo>
                      <a:pt x="36" y="15"/>
                      <a:pt x="28" y="18"/>
                      <a:pt x="23" y="26"/>
                    </a:cubicBezTo>
                    <a:cubicBezTo>
                      <a:pt x="19" y="31"/>
                      <a:pt x="19" y="38"/>
                      <a:pt x="15" y="42"/>
                    </a:cubicBezTo>
                    <a:cubicBezTo>
                      <a:pt x="12" y="45"/>
                      <a:pt x="7" y="48"/>
                      <a:pt x="3" y="49"/>
                    </a:cubicBezTo>
                  </a:path>
                </a:pathLst>
              </a:custGeom>
              <a:solidFill>
                <a:srgbClr val="6C2D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646" name="Freeform 260">
                <a:extLst>
                  <a:ext uri="{FF2B5EF4-FFF2-40B4-BE49-F238E27FC236}">
                    <a16:creationId xmlns:a16="http://schemas.microsoft.com/office/drawing/2014/main" id="{98CE73B0-80AB-487C-BD09-A49A26EE86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8" y="3678"/>
                <a:ext cx="94" cy="131"/>
              </a:xfrm>
              <a:custGeom>
                <a:avLst/>
                <a:gdLst>
                  <a:gd name="T0" fmla="*/ 57 w 89"/>
                  <a:gd name="T1" fmla="*/ 146 h 124"/>
                  <a:gd name="T2" fmla="*/ 99 w 89"/>
                  <a:gd name="T3" fmla="*/ 96 h 124"/>
                  <a:gd name="T4" fmla="*/ 100 w 89"/>
                  <a:gd name="T5" fmla="*/ 31 h 124"/>
                  <a:gd name="T6" fmla="*/ 96 w 89"/>
                  <a:gd name="T7" fmla="*/ 15 h 124"/>
                  <a:gd name="T8" fmla="*/ 71 w 89"/>
                  <a:gd name="T9" fmla="*/ 5 h 124"/>
                  <a:gd name="T10" fmla="*/ 0 w 89"/>
                  <a:gd name="T11" fmla="*/ 2 h 124"/>
                  <a:gd name="T12" fmla="*/ 67 w 89"/>
                  <a:gd name="T13" fmla="*/ 15 h 124"/>
                  <a:gd name="T14" fmla="*/ 87 w 89"/>
                  <a:gd name="T15" fmla="*/ 19 h 124"/>
                  <a:gd name="T16" fmla="*/ 89 w 89"/>
                  <a:gd name="T17" fmla="*/ 40 h 124"/>
                  <a:gd name="T18" fmla="*/ 91 w 89"/>
                  <a:gd name="T19" fmla="*/ 102 h 124"/>
                  <a:gd name="T20" fmla="*/ 61 w 89"/>
                  <a:gd name="T21" fmla="*/ 145 h 12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9" h="124">
                    <a:moveTo>
                      <a:pt x="48" y="124"/>
                    </a:moveTo>
                    <a:cubicBezTo>
                      <a:pt x="69" y="116"/>
                      <a:pt x="79" y="104"/>
                      <a:pt x="84" y="81"/>
                    </a:cubicBezTo>
                    <a:cubicBezTo>
                      <a:pt x="88" y="62"/>
                      <a:pt x="81" y="45"/>
                      <a:pt x="85" y="26"/>
                    </a:cubicBezTo>
                    <a:cubicBezTo>
                      <a:pt x="86" y="17"/>
                      <a:pt x="89" y="17"/>
                      <a:pt x="81" y="12"/>
                    </a:cubicBezTo>
                    <a:cubicBezTo>
                      <a:pt x="74" y="8"/>
                      <a:pt x="68" y="7"/>
                      <a:pt x="60" y="5"/>
                    </a:cubicBezTo>
                    <a:cubicBezTo>
                      <a:pt x="39" y="0"/>
                      <a:pt x="20" y="1"/>
                      <a:pt x="0" y="2"/>
                    </a:cubicBezTo>
                    <a:cubicBezTo>
                      <a:pt x="19" y="3"/>
                      <a:pt x="37" y="12"/>
                      <a:pt x="57" y="12"/>
                    </a:cubicBezTo>
                    <a:cubicBezTo>
                      <a:pt x="63" y="12"/>
                      <a:pt x="70" y="11"/>
                      <a:pt x="74" y="16"/>
                    </a:cubicBezTo>
                    <a:cubicBezTo>
                      <a:pt x="78" y="21"/>
                      <a:pt x="76" y="28"/>
                      <a:pt x="76" y="34"/>
                    </a:cubicBezTo>
                    <a:cubicBezTo>
                      <a:pt x="76" y="52"/>
                      <a:pt x="83" y="69"/>
                      <a:pt x="77" y="87"/>
                    </a:cubicBezTo>
                    <a:cubicBezTo>
                      <a:pt x="72" y="102"/>
                      <a:pt x="62" y="112"/>
                      <a:pt x="52" y="123"/>
                    </a:cubicBezTo>
                  </a:path>
                </a:pathLst>
              </a:custGeom>
              <a:solidFill>
                <a:srgbClr val="6C2D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647" name="Freeform 261">
                <a:extLst>
                  <a:ext uri="{FF2B5EF4-FFF2-40B4-BE49-F238E27FC236}">
                    <a16:creationId xmlns:a16="http://schemas.microsoft.com/office/drawing/2014/main" id="{85377EAC-B384-40A3-8FD9-31BC4FA992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1" y="3827"/>
                <a:ext cx="118" cy="100"/>
              </a:xfrm>
              <a:custGeom>
                <a:avLst/>
                <a:gdLst>
                  <a:gd name="T0" fmla="*/ 130 w 112"/>
                  <a:gd name="T1" fmla="*/ 0 h 95"/>
                  <a:gd name="T2" fmla="*/ 126 w 112"/>
                  <a:gd name="T3" fmla="*/ 47 h 95"/>
                  <a:gd name="T4" fmla="*/ 117 w 112"/>
                  <a:gd name="T5" fmla="*/ 76 h 95"/>
                  <a:gd name="T6" fmla="*/ 80 w 112"/>
                  <a:gd name="T7" fmla="*/ 96 h 95"/>
                  <a:gd name="T8" fmla="*/ 40 w 112"/>
                  <a:gd name="T9" fmla="*/ 101 h 95"/>
                  <a:gd name="T10" fmla="*/ 0 w 112"/>
                  <a:gd name="T11" fmla="*/ 105 h 95"/>
                  <a:gd name="T12" fmla="*/ 40 w 112"/>
                  <a:gd name="T13" fmla="*/ 41 h 95"/>
                  <a:gd name="T14" fmla="*/ 32 w 112"/>
                  <a:gd name="T15" fmla="*/ 83 h 95"/>
                  <a:gd name="T16" fmla="*/ 37 w 112"/>
                  <a:gd name="T17" fmla="*/ 93 h 95"/>
                  <a:gd name="T18" fmla="*/ 58 w 112"/>
                  <a:gd name="T19" fmla="*/ 88 h 95"/>
                  <a:gd name="T20" fmla="*/ 104 w 112"/>
                  <a:gd name="T21" fmla="*/ 68 h 95"/>
                  <a:gd name="T22" fmla="*/ 122 w 112"/>
                  <a:gd name="T23" fmla="*/ 38 h 95"/>
                  <a:gd name="T24" fmla="*/ 126 w 112"/>
                  <a:gd name="T25" fmla="*/ 5 h 9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12" h="95">
                    <a:moveTo>
                      <a:pt x="111" y="0"/>
                    </a:moveTo>
                    <a:cubicBezTo>
                      <a:pt x="112" y="13"/>
                      <a:pt x="109" y="28"/>
                      <a:pt x="108" y="41"/>
                    </a:cubicBezTo>
                    <a:cubicBezTo>
                      <a:pt x="107" y="51"/>
                      <a:pt x="105" y="57"/>
                      <a:pt x="100" y="65"/>
                    </a:cubicBezTo>
                    <a:cubicBezTo>
                      <a:pt x="92" y="74"/>
                      <a:pt x="80" y="80"/>
                      <a:pt x="68" y="82"/>
                    </a:cubicBezTo>
                    <a:cubicBezTo>
                      <a:pt x="57" y="85"/>
                      <a:pt x="45" y="83"/>
                      <a:pt x="34" y="86"/>
                    </a:cubicBezTo>
                    <a:cubicBezTo>
                      <a:pt x="24" y="88"/>
                      <a:pt x="9" y="95"/>
                      <a:pt x="0" y="90"/>
                    </a:cubicBezTo>
                    <a:cubicBezTo>
                      <a:pt x="17" y="76"/>
                      <a:pt x="31" y="59"/>
                      <a:pt x="34" y="35"/>
                    </a:cubicBezTo>
                    <a:cubicBezTo>
                      <a:pt x="34" y="48"/>
                      <a:pt x="29" y="59"/>
                      <a:pt x="27" y="71"/>
                    </a:cubicBezTo>
                    <a:cubicBezTo>
                      <a:pt x="26" y="76"/>
                      <a:pt x="24" y="79"/>
                      <a:pt x="31" y="80"/>
                    </a:cubicBezTo>
                    <a:cubicBezTo>
                      <a:pt x="37" y="80"/>
                      <a:pt x="43" y="76"/>
                      <a:pt x="49" y="76"/>
                    </a:cubicBezTo>
                    <a:cubicBezTo>
                      <a:pt x="65" y="74"/>
                      <a:pt x="77" y="69"/>
                      <a:pt x="89" y="59"/>
                    </a:cubicBezTo>
                    <a:cubicBezTo>
                      <a:pt x="97" y="51"/>
                      <a:pt x="100" y="43"/>
                      <a:pt x="104" y="32"/>
                    </a:cubicBezTo>
                    <a:cubicBezTo>
                      <a:pt x="107" y="23"/>
                      <a:pt x="111" y="15"/>
                      <a:pt x="108" y="5"/>
                    </a:cubicBezTo>
                  </a:path>
                </a:pathLst>
              </a:custGeom>
              <a:solidFill>
                <a:srgbClr val="6C2D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648" name="Freeform 262">
                <a:extLst>
                  <a:ext uri="{FF2B5EF4-FFF2-40B4-BE49-F238E27FC236}">
                    <a16:creationId xmlns:a16="http://schemas.microsoft.com/office/drawing/2014/main" id="{49B0D222-DD87-4D2B-B240-0DC515F04D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2" y="3779"/>
                <a:ext cx="109" cy="68"/>
              </a:xfrm>
              <a:custGeom>
                <a:avLst/>
                <a:gdLst>
                  <a:gd name="T0" fmla="*/ 0 w 103"/>
                  <a:gd name="T1" fmla="*/ 13 h 64"/>
                  <a:gd name="T2" fmla="*/ 70 w 103"/>
                  <a:gd name="T3" fmla="*/ 3 h 64"/>
                  <a:gd name="T4" fmla="*/ 122 w 103"/>
                  <a:gd name="T5" fmla="*/ 43 h 64"/>
                  <a:gd name="T6" fmla="*/ 80 w 103"/>
                  <a:gd name="T7" fmla="*/ 28 h 64"/>
                  <a:gd name="T8" fmla="*/ 70 w 103"/>
                  <a:gd name="T9" fmla="*/ 77 h 64"/>
                  <a:gd name="T10" fmla="*/ 65 w 103"/>
                  <a:gd name="T11" fmla="*/ 49 h 64"/>
                  <a:gd name="T12" fmla="*/ 42 w 103"/>
                  <a:gd name="T13" fmla="*/ 32 h 64"/>
                  <a:gd name="T14" fmla="*/ 23 w 103"/>
                  <a:gd name="T15" fmla="*/ 22 h 64"/>
                  <a:gd name="T16" fmla="*/ 2 w 103"/>
                  <a:gd name="T17" fmla="*/ 15 h 6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3" h="64">
                    <a:moveTo>
                      <a:pt x="0" y="10"/>
                    </a:moveTo>
                    <a:cubicBezTo>
                      <a:pt x="20" y="20"/>
                      <a:pt x="39" y="5"/>
                      <a:pt x="59" y="3"/>
                    </a:cubicBezTo>
                    <a:cubicBezTo>
                      <a:pt x="82" y="0"/>
                      <a:pt x="94" y="17"/>
                      <a:pt x="103" y="36"/>
                    </a:cubicBezTo>
                    <a:cubicBezTo>
                      <a:pt x="97" y="27"/>
                      <a:pt x="78" y="16"/>
                      <a:pt x="68" y="23"/>
                    </a:cubicBezTo>
                    <a:cubicBezTo>
                      <a:pt x="57" y="31"/>
                      <a:pt x="63" y="52"/>
                      <a:pt x="59" y="64"/>
                    </a:cubicBezTo>
                    <a:cubicBezTo>
                      <a:pt x="60" y="56"/>
                      <a:pt x="58" y="47"/>
                      <a:pt x="55" y="40"/>
                    </a:cubicBezTo>
                    <a:cubicBezTo>
                      <a:pt x="51" y="30"/>
                      <a:pt x="44" y="29"/>
                      <a:pt x="36" y="26"/>
                    </a:cubicBezTo>
                    <a:cubicBezTo>
                      <a:pt x="30" y="24"/>
                      <a:pt x="25" y="21"/>
                      <a:pt x="20" y="19"/>
                    </a:cubicBezTo>
                    <a:cubicBezTo>
                      <a:pt x="14" y="16"/>
                      <a:pt x="7" y="16"/>
                      <a:pt x="2" y="12"/>
                    </a:cubicBezTo>
                  </a:path>
                </a:pathLst>
              </a:custGeom>
              <a:solidFill>
                <a:srgbClr val="6C2D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649" name="Freeform 263">
                <a:extLst>
                  <a:ext uri="{FF2B5EF4-FFF2-40B4-BE49-F238E27FC236}">
                    <a16:creationId xmlns:a16="http://schemas.microsoft.com/office/drawing/2014/main" id="{F4D5054A-C3E8-4693-8671-D2B8C05C0C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0" y="3166"/>
                <a:ext cx="189" cy="310"/>
              </a:xfrm>
              <a:custGeom>
                <a:avLst/>
                <a:gdLst>
                  <a:gd name="T0" fmla="*/ 0 w 179"/>
                  <a:gd name="T1" fmla="*/ 13 h 294"/>
                  <a:gd name="T2" fmla="*/ 80 w 179"/>
                  <a:gd name="T3" fmla="*/ 1 h 294"/>
                  <a:gd name="T4" fmla="*/ 140 w 179"/>
                  <a:gd name="T5" fmla="*/ 1 h 294"/>
                  <a:gd name="T6" fmla="*/ 181 w 179"/>
                  <a:gd name="T7" fmla="*/ 6 h 294"/>
                  <a:gd name="T8" fmla="*/ 191 w 179"/>
                  <a:gd name="T9" fmla="*/ 53 h 294"/>
                  <a:gd name="T10" fmla="*/ 204 w 179"/>
                  <a:gd name="T11" fmla="*/ 190 h 294"/>
                  <a:gd name="T12" fmla="*/ 174 w 179"/>
                  <a:gd name="T13" fmla="*/ 345 h 294"/>
                  <a:gd name="T14" fmla="*/ 188 w 179"/>
                  <a:gd name="T15" fmla="*/ 236 h 294"/>
                  <a:gd name="T16" fmla="*/ 185 w 179"/>
                  <a:gd name="T17" fmla="*/ 154 h 294"/>
                  <a:gd name="T18" fmla="*/ 175 w 179"/>
                  <a:gd name="T19" fmla="*/ 108 h 294"/>
                  <a:gd name="T20" fmla="*/ 171 w 179"/>
                  <a:gd name="T21" fmla="*/ 53 h 294"/>
                  <a:gd name="T22" fmla="*/ 145 w 179"/>
                  <a:gd name="T23" fmla="*/ 43 h 294"/>
                  <a:gd name="T24" fmla="*/ 96 w 179"/>
                  <a:gd name="T25" fmla="*/ 34 h 294"/>
                  <a:gd name="T26" fmla="*/ 55 w 179"/>
                  <a:gd name="T27" fmla="*/ 24 h 294"/>
                  <a:gd name="T28" fmla="*/ 22 w 179"/>
                  <a:gd name="T29" fmla="*/ 20 h 294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79" h="294">
                    <a:moveTo>
                      <a:pt x="0" y="10"/>
                    </a:moveTo>
                    <a:cubicBezTo>
                      <a:pt x="24" y="10"/>
                      <a:pt x="45" y="2"/>
                      <a:pt x="68" y="1"/>
                    </a:cubicBezTo>
                    <a:cubicBezTo>
                      <a:pt x="85" y="0"/>
                      <a:pt x="103" y="1"/>
                      <a:pt x="119" y="1"/>
                    </a:cubicBezTo>
                    <a:cubicBezTo>
                      <a:pt x="127" y="1"/>
                      <a:pt x="147" y="1"/>
                      <a:pt x="153" y="6"/>
                    </a:cubicBezTo>
                    <a:cubicBezTo>
                      <a:pt x="162" y="13"/>
                      <a:pt x="161" y="35"/>
                      <a:pt x="162" y="45"/>
                    </a:cubicBezTo>
                    <a:cubicBezTo>
                      <a:pt x="166" y="84"/>
                      <a:pt x="168" y="123"/>
                      <a:pt x="173" y="162"/>
                    </a:cubicBezTo>
                    <a:cubicBezTo>
                      <a:pt x="179" y="210"/>
                      <a:pt x="154" y="248"/>
                      <a:pt x="148" y="294"/>
                    </a:cubicBezTo>
                    <a:cubicBezTo>
                      <a:pt x="149" y="263"/>
                      <a:pt x="158" y="232"/>
                      <a:pt x="160" y="201"/>
                    </a:cubicBezTo>
                    <a:cubicBezTo>
                      <a:pt x="161" y="178"/>
                      <a:pt x="160" y="154"/>
                      <a:pt x="157" y="131"/>
                    </a:cubicBezTo>
                    <a:cubicBezTo>
                      <a:pt x="154" y="118"/>
                      <a:pt x="151" y="105"/>
                      <a:pt x="149" y="92"/>
                    </a:cubicBezTo>
                    <a:cubicBezTo>
                      <a:pt x="147" y="78"/>
                      <a:pt x="149" y="57"/>
                      <a:pt x="145" y="45"/>
                    </a:cubicBezTo>
                    <a:cubicBezTo>
                      <a:pt x="140" y="31"/>
                      <a:pt x="135" y="36"/>
                      <a:pt x="123" y="37"/>
                    </a:cubicBezTo>
                    <a:cubicBezTo>
                      <a:pt x="108" y="38"/>
                      <a:pt x="95" y="33"/>
                      <a:pt x="81" y="28"/>
                    </a:cubicBezTo>
                    <a:cubicBezTo>
                      <a:pt x="69" y="25"/>
                      <a:pt x="58" y="23"/>
                      <a:pt x="46" y="21"/>
                    </a:cubicBezTo>
                    <a:cubicBezTo>
                      <a:pt x="38" y="20"/>
                      <a:pt x="24" y="23"/>
                      <a:pt x="19" y="17"/>
                    </a:cubicBezTo>
                  </a:path>
                </a:pathLst>
              </a:custGeom>
              <a:solidFill>
                <a:srgbClr val="6C2D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650" name="Freeform 264">
                <a:extLst>
                  <a:ext uri="{FF2B5EF4-FFF2-40B4-BE49-F238E27FC236}">
                    <a16:creationId xmlns:a16="http://schemas.microsoft.com/office/drawing/2014/main" id="{BE65EFDC-4B04-447D-B649-0D2DADF9CD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2" y="3319"/>
                <a:ext cx="150" cy="337"/>
              </a:xfrm>
              <a:custGeom>
                <a:avLst/>
                <a:gdLst>
                  <a:gd name="T0" fmla="*/ 158 w 142"/>
                  <a:gd name="T1" fmla="*/ 135 h 319"/>
                  <a:gd name="T2" fmla="*/ 95 w 142"/>
                  <a:gd name="T3" fmla="*/ 278 h 319"/>
                  <a:gd name="T4" fmla="*/ 0 w 142"/>
                  <a:gd name="T5" fmla="*/ 376 h 319"/>
                  <a:gd name="T6" fmla="*/ 85 w 142"/>
                  <a:gd name="T7" fmla="*/ 268 h 319"/>
                  <a:gd name="T8" fmla="*/ 135 w 142"/>
                  <a:gd name="T9" fmla="*/ 163 h 319"/>
                  <a:gd name="T10" fmla="*/ 161 w 142"/>
                  <a:gd name="T11" fmla="*/ 0 h 31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2" h="319">
                    <a:moveTo>
                      <a:pt x="134" y="115"/>
                    </a:moveTo>
                    <a:cubicBezTo>
                      <a:pt x="130" y="158"/>
                      <a:pt x="104" y="201"/>
                      <a:pt x="80" y="236"/>
                    </a:cubicBezTo>
                    <a:cubicBezTo>
                      <a:pt x="60" y="265"/>
                      <a:pt x="30" y="301"/>
                      <a:pt x="0" y="319"/>
                    </a:cubicBezTo>
                    <a:cubicBezTo>
                      <a:pt x="25" y="292"/>
                      <a:pt x="54" y="260"/>
                      <a:pt x="72" y="227"/>
                    </a:cubicBezTo>
                    <a:cubicBezTo>
                      <a:pt x="88" y="198"/>
                      <a:pt x="100" y="167"/>
                      <a:pt x="115" y="138"/>
                    </a:cubicBezTo>
                    <a:cubicBezTo>
                      <a:pt x="135" y="99"/>
                      <a:pt x="142" y="43"/>
                      <a:pt x="136" y="0"/>
                    </a:cubicBezTo>
                  </a:path>
                </a:pathLst>
              </a:custGeom>
              <a:solidFill>
                <a:srgbClr val="6C2D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651" name="Freeform 265">
                <a:extLst>
                  <a:ext uri="{FF2B5EF4-FFF2-40B4-BE49-F238E27FC236}">
                    <a16:creationId xmlns:a16="http://schemas.microsoft.com/office/drawing/2014/main" id="{B4D88E9C-2C21-42C3-B9AE-D4A3E529E4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0" y="2491"/>
                <a:ext cx="123" cy="22"/>
              </a:xfrm>
              <a:custGeom>
                <a:avLst/>
                <a:gdLst>
                  <a:gd name="T0" fmla="*/ 136 w 117"/>
                  <a:gd name="T1" fmla="*/ 8 h 21"/>
                  <a:gd name="T2" fmla="*/ 81 w 117"/>
                  <a:gd name="T3" fmla="*/ 21 h 21"/>
                  <a:gd name="T4" fmla="*/ 0 w 117"/>
                  <a:gd name="T5" fmla="*/ 0 h 21"/>
                  <a:gd name="T6" fmla="*/ 132 w 117"/>
                  <a:gd name="T7" fmla="*/ 8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7" h="21">
                    <a:moveTo>
                      <a:pt x="117" y="8"/>
                    </a:moveTo>
                    <a:cubicBezTo>
                      <a:pt x="108" y="19"/>
                      <a:pt x="83" y="18"/>
                      <a:pt x="69" y="18"/>
                    </a:cubicBezTo>
                    <a:cubicBezTo>
                      <a:pt x="46" y="20"/>
                      <a:pt x="20" y="8"/>
                      <a:pt x="0" y="0"/>
                    </a:cubicBezTo>
                    <a:cubicBezTo>
                      <a:pt x="38" y="21"/>
                      <a:pt x="75" y="7"/>
                      <a:pt x="114" y="8"/>
                    </a:cubicBezTo>
                  </a:path>
                </a:pathLst>
              </a:custGeom>
              <a:solidFill>
                <a:srgbClr val="6C2D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652" name="Freeform 266">
                <a:extLst>
                  <a:ext uri="{FF2B5EF4-FFF2-40B4-BE49-F238E27FC236}">
                    <a16:creationId xmlns:a16="http://schemas.microsoft.com/office/drawing/2014/main" id="{AE8DEA4C-68B0-4FE1-9D73-500B738F99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6" y="1592"/>
                <a:ext cx="37" cy="48"/>
              </a:xfrm>
              <a:custGeom>
                <a:avLst/>
                <a:gdLst>
                  <a:gd name="T0" fmla="*/ 41 w 35"/>
                  <a:gd name="T1" fmla="*/ 54 h 45"/>
                  <a:gd name="T2" fmla="*/ 0 w 35"/>
                  <a:gd name="T3" fmla="*/ 0 h 45"/>
                  <a:gd name="T4" fmla="*/ 3 w 35"/>
                  <a:gd name="T5" fmla="*/ 51 h 45"/>
                  <a:gd name="T6" fmla="*/ 41 w 35"/>
                  <a:gd name="T7" fmla="*/ 53 h 4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5" h="45">
                    <a:moveTo>
                      <a:pt x="35" y="45"/>
                    </a:moveTo>
                    <a:cubicBezTo>
                      <a:pt x="26" y="30"/>
                      <a:pt x="15" y="12"/>
                      <a:pt x="0" y="0"/>
                    </a:cubicBezTo>
                    <a:cubicBezTo>
                      <a:pt x="7" y="12"/>
                      <a:pt x="18" y="33"/>
                      <a:pt x="3" y="42"/>
                    </a:cubicBezTo>
                    <a:cubicBezTo>
                      <a:pt x="14" y="43"/>
                      <a:pt x="24" y="42"/>
                      <a:pt x="35" y="44"/>
                    </a:cubicBezTo>
                  </a:path>
                </a:pathLst>
              </a:custGeom>
              <a:solidFill>
                <a:srgbClr val="6C2D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653" name="Freeform 267">
                <a:extLst>
                  <a:ext uri="{FF2B5EF4-FFF2-40B4-BE49-F238E27FC236}">
                    <a16:creationId xmlns:a16="http://schemas.microsoft.com/office/drawing/2014/main" id="{C4CA48F5-6E5A-4D3E-A00F-19C7219779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4" y="1646"/>
                <a:ext cx="63" cy="86"/>
              </a:xfrm>
              <a:custGeom>
                <a:avLst/>
                <a:gdLst>
                  <a:gd name="T0" fmla="*/ 0 w 60"/>
                  <a:gd name="T1" fmla="*/ 0 h 81"/>
                  <a:gd name="T2" fmla="*/ 39 w 60"/>
                  <a:gd name="T3" fmla="*/ 6 h 81"/>
                  <a:gd name="T4" fmla="*/ 61 w 60"/>
                  <a:gd name="T5" fmla="*/ 23 h 81"/>
                  <a:gd name="T6" fmla="*/ 64 w 60"/>
                  <a:gd name="T7" fmla="*/ 58 h 81"/>
                  <a:gd name="T8" fmla="*/ 45 w 60"/>
                  <a:gd name="T9" fmla="*/ 97 h 81"/>
                  <a:gd name="T10" fmla="*/ 49 w 60"/>
                  <a:gd name="T11" fmla="*/ 57 h 81"/>
                  <a:gd name="T12" fmla="*/ 44 w 60"/>
                  <a:gd name="T13" fmla="*/ 27 h 81"/>
                  <a:gd name="T14" fmla="*/ 24 w 60"/>
                  <a:gd name="T15" fmla="*/ 15 h 81"/>
                  <a:gd name="T16" fmla="*/ 7 w 60"/>
                  <a:gd name="T17" fmla="*/ 3 h 8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0" h="81">
                    <a:moveTo>
                      <a:pt x="0" y="0"/>
                    </a:moveTo>
                    <a:cubicBezTo>
                      <a:pt x="12" y="6"/>
                      <a:pt x="21" y="6"/>
                      <a:pt x="33" y="6"/>
                    </a:cubicBezTo>
                    <a:cubicBezTo>
                      <a:pt x="47" y="5"/>
                      <a:pt x="48" y="9"/>
                      <a:pt x="52" y="20"/>
                    </a:cubicBezTo>
                    <a:cubicBezTo>
                      <a:pt x="55" y="32"/>
                      <a:pt x="60" y="38"/>
                      <a:pt x="55" y="49"/>
                    </a:cubicBezTo>
                    <a:cubicBezTo>
                      <a:pt x="50" y="58"/>
                      <a:pt x="40" y="71"/>
                      <a:pt x="39" y="81"/>
                    </a:cubicBezTo>
                    <a:cubicBezTo>
                      <a:pt x="36" y="73"/>
                      <a:pt x="42" y="57"/>
                      <a:pt x="43" y="48"/>
                    </a:cubicBezTo>
                    <a:cubicBezTo>
                      <a:pt x="44" y="39"/>
                      <a:pt x="44" y="30"/>
                      <a:pt x="38" y="23"/>
                    </a:cubicBezTo>
                    <a:cubicBezTo>
                      <a:pt x="34" y="18"/>
                      <a:pt x="27" y="16"/>
                      <a:pt x="21" y="12"/>
                    </a:cubicBezTo>
                    <a:cubicBezTo>
                      <a:pt x="17" y="9"/>
                      <a:pt x="11" y="6"/>
                      <a:pt x="7" y="3"/>
                    </a:cubicBezTo>
                  </a:path>
                </a:pathLst>
              </a:custGeom>
              <a:solidFill>
                <a:srgbClr val="6C2D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654" name="Freeform 268">
                <a:extLst>
                  <a:ext uri="{FF2B5EF4-FFF2-40B4-BE49-F238E27FC236}">
                    <a16:creationId xmlns:a16="http://schemas.microsoft.com/office/drawing/2014/main" id="{CA2314DE-F8B3-4D41-AE4E-8CEFA23DB2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4" y="1797"/>
                <a:ext cx="77" cy="84"/>
              </a:xfrm>
              <a:custGeom>
                <a:avLst/>
                <a:gdLst>
                  <a:gd name="T0" fmla="*/ 0 w 73"/>
                  <a:gd name="T1" fmla="*/ 46 h 79"/>
                  <a:gd name="T2" fmla="*/ 26 w 73"/>
                  <a:gd name="T3" fmla="*/ 33 h 79"/>
                  <a:gd name="T4" fmla="*/ 46 w 73"/>
                  <a:gd name="T5" fmla="*/ 22 h 79"/>
                  <a:gd name="T6" fmla="*/ 85 w 73"/>
                  <a:gd name="T7" fmla="*/ 0 h 79"/>
                  <a:gd name="T8" fmla="*/ 44 w 73"/>
                  <a:gd name="T9" fmla="*/ 95 h 79"/>
                  <a:gd name="T10" fmla="*/ 46 w 73"/>
                  <a:gd name="T11" fmla="*/ 37 h 79"/>
                  <a:gd name="T12" fmla="*/ 22 w 73"/>
                  <a:gd name="T13" fmla="*/ 46 h 79"/>
                  <a:gd name="T14" fmla="*/ 0 w 73"/>
                  <a:gd name="T15" fmla="*/ 53 h 7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3" h="79">
                    <a:moveTo>
                      <a:pt x="0" y="38"/>
                    </a:moveTo>
                    <a:cubicBezTo>
                      <a:pt x="5" y="40"/>
                      <a:pt x="17" y="30"/>
                      <a:pt x="23" y="27"/>
                    </a:cubicBezTo>
                    <a:cubicBezTo>
                      <a:pt x="29" y="24"/>
                      <a:pt x="35" y="22"/>
                      <a:pt x="40" y="19"/>
                    </a:cubicBezTo>
                    <a:cubicBezTo>
                      <a:pt x="50" y="13"/>
                      <a:pt x="65" y="9"/>
                      <a:pt x="73" y="0"/>
                    </a:cubicBezTo>
                    <a:cubicBezTo>
                      <a:pt x="67" y="28"/>
                      <a:pt x="49" y="52"/>
                      <a:pt x="38" y="79"/>
                    </a:cubicBezTo>
                    <a:cubicBezTo>
                      <a:pt x="37" y="68"/>
                      <a:pt x="60" y="33"/>
                      <a:pt x="40" y="31"/>
                    </a:cubicBezTo>
                    <a:cubicBezTo>
                      <a:pt x="34" y="31"/>
                      <a:pt x="24" y="36"/>
                      <a:pt x="19" y="38"/>
                    </a:cubicBezTo>
                    <a:cubicBezTo>
                      <a:pt x="12" y="40"/>
                      <a:pt x="7" y="43"/>
                      <a:pt x="0" y="44"/>
                    </a:cubicBezTo>
                  </a:path>
                </a:pathLst>
              </a:custGeom>
              <a:solidFill>
                <a:srgbClr val="6C2D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655" name="Freeform 269">
                <a:extLst>
                  <a:ext uri="{FF2B5EF4-FFF2-40B4-BE49-F238E27FC236}">
                    <a16:creationId xmlns:a16="http://schemas.microsoft.com/office/drawing/2014/main" id="{29F01F9B-46B5-418C-AB8C-6BC51977BE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3" y="1901"/>
                <a:ext cx="90" cy="51"/>
              </a:xfrm>
              <a:custGeom>
                <a:avLst/>
                <a:gdLst>
                  <a:gd name="T0" fmla="*/ 26 w 86"/>
                  <a:gd name="T1" fmla="*/ 0 h 49"/>
                  <a:gd name="T2" fmla="*/ 64 w 86"/>
                  <a:gd name="T3" fmla="*/ 5 h 49"/>
                  <a:gd name="T4" fmla="*/ 98 w 86"/>
                  <a:gd name="T5" fmla="*/ 35 h 49"/>
                  <a:gd name="T6" fmla="*/ 72 w 86"/>
                  <a:gd name="T7" fmla="*/ 17 h 49"/>
                  <a:gd name="T8" fmla="*/ 46 w 86"/>
                  <a:gd name="T9" fmla="*/ 20 h 49"/>
                  <a:gd name="T10" fmla="*/ 23 w 86"/>
                  <a:gd name="T11" fmla="*/ 23 h 49"/>
                  <a:gd name="T12" fmla="*/ 0 w 86"/>
                  <a:gd name="T13" fmla="*/ 55 h 49"/>
                  <a:gd name="T14" fmla="*/ 25 w 86"/>
                  <a:gd name="T15" fmla="*/ 3 h 4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6" h="49">
                    <a:moveTo>
                      <a:pt x="23" y="0"/>
                    </a:moveTo>
                    <a:cubicBezTo>
                      <a:pt x="30" y="12"/>
                      <a:pt x="45" y="4"/>
                      <a:pt x="55" y="5"/>
                    </a:cubicBezTo>
                    <a:cubicBezTo>
                      <a:pt x="68" y="6"/>
                      <a:pt x="78" y="21"/>
                      <a:pt x="86" y="32"/>
                    </a:cubicBezTo>
                    <a:cubicBezTo>
                      <a:pt x="78" y="28"/>
                      <a:pt x="71" y="16"/>
                      <a:pt x="63" y="14"/>
                    </a:cubicBezTo>
                    <a:cubicBezTo>
                      <a:pt x="56" y="11"/>
                      <a:pt x="48" y="17"/>
                      <a:pt x="40" y="17"/>
                    </a:cubicBezTo>
                    <a:cubicBezTo>
                      <a:pt x="32" y="16"/>
                      <a:pt x="28" y="15"/>
                      <a:pt x="20" y="20"/>
                    </a:cubicBezTo>
                    <a:cubicBezTo>
                      <a:pt x="9" y="27"/>
                      <a:pt x="4" y="37"/>
                      <a:pt x="0" y="49"/>
                    </a:cubicBezTo>
                    <a:cubicBezTo>
                      <a:pt x="7" y="33"/>
                      <a:pt x="18" y="19"/>
                      <a:pt x="22" y="3"/>
                    </a:cubicBezTo>
                  </a:path>
                </a:pathLst>
              </a:custGeom>
              <a:solidFill>
                <a:srgbClr val="8C3F3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656" name="Freeform 270">
                <a:extLst>
                  <a:ext uri="{FF2B5EF4-FFF2-40B4-BE49-F238E27FC236}">
                    <a16:creationId xmlns:a16="http://schemas.microsoft.com/office/drawing/2014/main" id="{34AF51E7-73B8-47AF-9685-25839914EF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3" y="2175"/>
                <a:ext cx="121" cy="175"/>
              </a:xfrm>
              <a:custGeom>
                <a:avLst/>
                <a:gdLst>
                  <a:gd name="T0" fmla="*/ 28 w 115"/>
                  <a:gd name="T1" fmla="*/ 21 h 166"/>
                  <a:gd name="T2" fmla="*/ 78 w 115"/>
                  <a:gd name="T3" fmla="*/ 54 h 166"/>
                  <a:gd name="T4" fmla="*/ 65 w 115"/>
                  <a:gd name="T5" fmla="*/ 91 h 166"/>
                  <a:gd name="T6" fmla="*/ 28 w 115"/>
                  <a:gd name="T7" fmla="*/ 82 h 166"/>
                  <a:gd name="T8" fmla="*/ 0 w 115"/>
                  <a:gd name="T9" fmla="*/ 73 h 166"/>
                  <a:gd name="T10" fmla="*/ 59 w 115"/>
                  <a:gd name="T11" fmla="*/ 115 h 166"/>
                  <a:gd name="T12" fmla="*/ 65 w 115"/>
                  <a:gd name="T13" fmla="*/ 194 h 166"/>
                  <a:gd name="T14" fmla="*/ 64 w 115"/>
                  <a:gd name="T15" fmla="*/ 132 h 166"/>
                  <a:gd name="T16" fmla="*/ 70 w 115"/>
                  <a:gd name="T17" fmla="*/ 85 h 166"/>
                  <a:gd name="T18" fmla="*/ 88 w 115"/>
                  <a:gd name="T19" fmla="*/ 43 h 166"/>
                  <a:gd name="T20" fmla="*/ 106 w 115"/>
                  <a:gd name="T21" fmla="*/ 26 h 166"/>
                  <a:gd name="T22" fmla="*/ 134 w 115"/>
                  <a:gd name="T23" fmla="*/ 1 h 166"/>
                  <a:gd name="T24" fmla="*/ 106 w 115"/>
                  <a:gd name="T25" fmla="*/ 17 h 166"/>
                  <a:gd name="T26" fmla="*/ 81 w 115"/>
                  <a:gd name="T27" fmla="*/ 28 h 166"/>
                  <a:gd name="T28" fmla="*/ 55 w 115"/>
                  <a:gd name="T29" fmla="*/ 25 h 166"/>
                  <a:gd name="T30" fmla="*/ 33 w 115"/>
                  <a:gd name="T31" fmla="*/ 21 h 16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15" h="166">
                    <a:moveTo>
                      <a:pt x="25" y="18"/>
                    </a:moveTo>
                    <a:cubicBezTo>
                      <a:pt x="41" y="25"/>
                      <a:pt x="56" y="35"/>
                      <a:pt x="67" y="46"/>
                    </a:cubicBezTo>
                    <a:cubicBezTo>
                      <a:pt x="70" y="57"/>
                      <a:pt x="68" y="75"/>
                      <a:pt x="56" y="78"/>
                    </a:cubicBezTo>
                    <a:cubicBezTo>
                      <a:pt x="47" y="80"/>
                      <a:pt x="34" y="73"/>
                      <a:pt x="25" y="70"/>
                    </a:cubicBezTo>
                    <a:cubicBezTo>
                      <a:pt x="17" y="68"/>
                      <a:pt x="8" y="66"/>
                      <a:pt x="0" y="62"/>
                    </a:cubicBezTo>
                    <a:cubicBezTo>
                      <a:pt x="13" y="79"/>
                      <a:pt x="48" y="70"/>
                      <a:pt x="50" y="98"/>
                    </a:cubicBezTo>
                    <a:cubicBezTo>
                      <a:pt x="51" y="121"/>
                      <a:pt x="59" y="142"/>
                      <a:pt x="56" y="166"/>
                    </a:cubicBezTo>
                    <a:cubicBezTo>
                      <a:pt x="59" y="147"/>
                      <a:pt x="60" y="131"/>
                      <a:pt x="55" y="113"/>
                    </a:cubicBezTo>
                    <a:cubicBezTo>
                      <a:pt x="51" y="97"/>
                      <a:pt x="53" y="87"/>
                      <a:pt x="61" y="73"/>
                    </a:cubicBezTo>
                    <a:cubicBezTo>
                      <a:pt x="68" y="62"/>
                      <a:pt x="71" y="49"/>
                      <a:pt x="76" y="37"/>
                    </a:cubicBezTo>
                    <a:cubicBezTo>
                      <a:pt x="80" y="30"/>
                      <a:pt x="85" y="28"/>
                      <a:pt x="91" y="23"/>
                    </a:cubicBezTo>
                    <a:cubicBezTo>
                      <a:pt x="98" y="16"/>
                      <a:pt x="105" y="5"/>
                      <a:pt x="115" y="1"/>
                    </a:cubicBezTo>
                    <a:cubicBezTo>
                      <a:pt x="109" y="0"/>
                      <a:pt x="98" y="11"/>
                      <a:pt x="91" y="14"/>
                    </a:cubicBezTo>
                    <a:cubicBezTo>
                      <a:pt x="84" y="19"/>
                      <a:pt x="77" y="22"/>
                      <a:pt x="69" y="25"/>
                    </a:cubicBezTo>
                    <a:cubicBezTo>
                      <a:pt x="59" y="27"/>
                      <a:pt x="57" y="25"/>
                      <a:pt x="47" y="22"/>
                    </a:cubicBezTo>
                    <a:cubicBezTo>
                      <a:pt x="41" y="21"/>
                      <a:pt x="32" y="21"/>
                      <a:pt x="28" y="18"/>
                    </a:cubicBezTo>
                  </a:path>
                </a:pathLst>
              </a:custGeom>
              <a:solidFill>
                <a:srgbClr val="6C2D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657" name="Freeform 271">
                <a:extLst>
                  <a:ext uri="{FF2B5EF4-FFF2-40B4-BE49-F238E27FC236}">
                    <a16:creationId xmlns:a16="http://schemas.microsoft.com/office/drawing/2014/main" id="{0A40BFEA-88A0-43BE-AECD-20ABDE4707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4" y="2397"/>
                <a:ext cx="32" cy="59"/>
              </a:xfrm>
              <a:custGeom>
                <a:avLst/>
                <a:gdLst>
                  <a:gd name="T0" fmla="*/ 34 w 31"/>
                  <a:gd name="T1" fmla="*/ 1 h 56"/>
                  <a:gd name="T2" fmla="*/ 24 w 31"/>
                  <a:gd name="T3" fmla="*/ 65 h 56"/>
                  <a:gd name="T4" fmla="*/ 0 w 31"/>
                  <a:gd name="T5" fmla="*/ 60 h 56"/>
                  <a:gd name="T6" fmla="*/ 20 w 31"/>
                  <a:gd name="T7" fmla="*/ 39 h 56"/>
                  <a:gd name="T8" fmla="*/ 32 w 31"/>
                  <a:gd name="T9" fmla="*/ 0 h 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56">
                    <a:moveTo>
                      <a:pt x="31" y="1"/>
                    </a:moveTo>
                    <a:cubicBezTo>
                      <a:pt x="21" y="18"/>
                      <a:pt x="21" y="37"/>
                      <a:pt x="21" y="56"/>
                    </a:cubicBezTo>
                    <a:cubicBezTo>
                      <a:pt x="20" y="46"/>
                      <a:pt x="6" y="47"/>
                      <a:pt x="0" y="51"/>
                    </a:cubicBezTo>
                    <a:cubicBezTo>
                      <a:pt x="4" y="46"/>
                      <a:pt x="13" y="40"/>
                      <a:pt x="17" y="33"/>
                    </a:cubicBezTo>
                    <a:cubicBezTo>
                      <a:pt x="22" y="25"/>
                      <a:pt x="28" y="10"/>
                      <a:pt x="29" y="0"/>
                    </a:cubicBezTo>
                  </a:path>
                </a:pathLst>
              </a:custGeom>
              <a:solidFill>
                <a:srgbClr val="6C2D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658" name="Freeform 272">
                <a:extLst>
                  <a:ext uri="{FF2B5EF4-FFF2-40B4-BE49-F238E27FC236}">
                    <a16:creationId xmlns:a16="http://schemas.microsoft.com/office/drawing/2014/main" id="{F2D664FB-6C57-4760-B771-5B3FD47C52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6" y="1926"/>
                <a:ext cx="115" cy="208"/>
              </a:xfrm>
              <a:custGeom>
                <a:avLst/>
                <a:gdLst>
                  <a:gd name="T0" fmla="*/ 120 w 109"/>
                  <a:gd name="T1" fmla="*/ 0 h 197"/>
                  <a:gd name="T2" fmla="*/ 92 w 109"/>
                  <a:gd name="T3" fmla="*/ 38 h 197"/>
                  <a:gd name="T4" fmla="*/ 61 w 109"/>
                  <a:gd name="T5" fmla="*/ 93 h 197"/>
                  <a:gd name="T6" fmla="*/ 0 w 109"/>
                  <a:gd name="T7" fmla="*/ 232 h 197"/>
                  <a:gd name="T8" fmla="*/ 53 w 109"/>
                  <a:gd name="T9" fmla="*/ 160 h 197"/>
                  <a:gd name="T10" fmla="*/ 73 w 109"/>
                  <a:gd name="T11" fmla="*/ 99 h 197"/>
                  <a:gd name="T12" fmla="*/ 102 w 109"/>
                  <a:gd name="T13" fmla="*/ 48 h 197"/>
                  <a:gd name="T14" fmla="*/ 120 w 109"/>
                  <a:gd name="T15" fmla="*/ 26 h 197"/>
                  <a:gd name="T16" fmla="*/ 128 w 109"/>
                  <a:gd name="T17" fmla="*/ 1 h 19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9" h="197">
                    <a:moveTo>
                      <a:pt x="102" y="0"/>
                    </a:moveTo>
                    <a:cubicBezTo>
                      <a:pt x="93" y="9"/>
                      <a:pt x="86" y="22"/>
                      <a:pt x="78" y="32"/>
                    </a:cubicBezTo>
                    <a:cubicBezTo>
                      <a:pt x="66" y="46"/>
                      <a:pt x="58" y="62"/>
                      <a:pt x="52" y="79"/>
                    </a:cubicBezTo>
                    <a:cubicBezTo>
                      <a:pt x="38" y="121"/>
                      <a:pt x="30" y="163"/>
                      <a:pt x="0" y="197"/>
                    </a:cubicBezTo>
                    <a:cubicBezTo>
                      <a:pt x="16" y="177"/>
                      <a:pt x="33" y="159"/>
                      <a:pt x="45" y="136"/>
                    </a:cubicBezTo>
                    <a:cubicBezTo>
                      <a:pt x="54" y="119"/>
                      <a:pt x="56" y="102"/>
                      <a:pt x="62" y="84"/>
                    </a:cubicBezTo>
                    <a:cubicBezTo>
                      <a:pt x="68" y="69"/>
                      <a:pt x="77" y="54"/>
                      <a:pt x="87" y="41"/>
                    </a:cubicBezTo>
                    <a:cubicBezTo>
                      <a:pt x="92" y="35"/>
                      <a:pt x="98" y="31"/>
                      <a:pt x="102" y="23"/>
                    </a:cubicBezTo>
                    <a:cubicBezTo>
                      <a:pt x="105" y="17"/>
                      <a:pt x="107" y="8"/>
                      <a:pt x="109" y="1"/>
                    </a:cubicBezTo>
                  </a:path>
                </a:pathLst>
              </a:custGeom>
              <a:solidFill>
                <a:srgbClr val="6C2D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659" name="Freeform 273">
                <a:extLst>
                  <a:ext uri="{FF2B5EF4-FFF2-40B4-BE49-F238E27FC236}">
                    <a16:creationId xmlns:a16="http://schemas.microsoft.com/office/drawing/2014/main" id="{A689F515-5234-4F44-89B6-8B77BD0E2A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4" y="2124"/>
                <a:ext cx="84" cy="109"/>
              </a:xfrm>
              <a:custGeom>
                <a:avLst/>
                <a:gdLst>
                  <a:gd name="T0" fmla="*/ 24 w 80"/>
                  <a:gd name="T1" fmla="*/ 0 h 103"/>
                  <a:gd name="T2" fmla="*/ 14 w 80"/>
                  <a:gd name="T3" fmla="*/ 79 h 103"/>
                  <a:gd name="T4" fmla="*/ 41 w 80"/>
                  <a:gd name="T5" fmla="*/ 103 h 103"/>
                  <a:gd name="T6" fmla="*/ 92 w 80"/>
                  <a:gd name="T7" fmla="*/ 122 h 103"/>
                  <a:gd name="T8" fmla="*/ 50 w 80"/>
                  <a:gd name="T9" fmla="*/ 96 h 103"/>
                  <a:gd name="T10" fmla="*/ 23 w 80"/>
                  <a:gd name="T11" fmla="*/ 77 h 103"/>
                  <a:gd name="T12" fmla="*/ 21 w 80"/>
                  <a:gd name="T13" fmla="*/ 4 h 10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0" h="103">
                    <a:moveTo>
                      <a:pt x="21" y="0"/>
                    </a:moveTo>
                    <a:cubicBezTo>
                      <a:pt x="17" y="22"/>
                      <a:pt x="0" y="45"/>
                      <a:pt x="11" y="67"/>
                    </a:cubicBezTo>
                    <a:cubicBezTo>
                      <a:pt x="17" y="80"/>
                      <a:pt x="22" y="82"/>
                      <a:pt x="35" y="87"/>
                    </a:cubicBezTo>
                    <a:cubicBezTo>
                      <a:pt x="50" y="93"/>
                      <a:pt x="65" y="99"/>
                      <a:pt x="80" y="103"/>
                    </a:cubicBezTo>
                    <a:cubicBezTo>
                      <a:pt x="70" y="95"/>
                      <a:pt x="56" y="88"/>
                      <a:pt x="44" y="81"/>
                    </a:cubicBezTo>
                    <a:cubicBezTo>
                      <a:pt x="37" y="76"/>
                      <a:pt x="24" y="72"/>
                      <a:pt x="20" y="65"/>
                    </a:cubicBezTo>
                    <a:cubicBezTo>
                      <a:pt x="8" y="49"/>
                      <a:pt x="26" y="21"/>
                      <a:pt x="18" y="4"/>
                    </a:cubicBezTo>
                  </a:path>
                </a:pathLst>
              </a:custGeom>
              <a:solidFill>
                <a:srgbClr val="8C3F3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660" name="Freeform 274">
                <a:extLst>
                  <a:ext uri="{FF2B5EF4-FFF2-40B4-BE49-F238E27FC236}">
                    <a16:creationId xmlns:a16="http://schemas.microsoft.com/office/drawing/2014/main" id="{2477C5CC-4EF4-49E3-A909-D1326E0A7D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1" y="2216"/>
                <a:ext cx="54" cy="85"/>
              </a:xfrm>
              <a:custGeom>
                <a:avLst/>
                <a:gdLst>
                  <a:gd name="T0" fmla="*/ 60 w 51"/>
                  <a:gd name="T1" fmla="*/ 13 h 80"/>
                  <a:gd name="T2" fmla="*/ 15 w 51"/>
                  <a:gd name="T3" fmla="*/ 22 h 80"/>
                  <a:gd name="T4" fmla="*/ 14 w 51"/>
                  <a:gd name="T5" fmla="*/ 54 h 80"/>
                  <a:gd name="T6" fmla="*/ 0 w 51"/>
                  <a:gd name="T7" fmla="*/ 96 h 80"/>
                  <a:gd name="T8" fmla="*/ 20 w 51"/>
                  <a:gd name="T9" fmla="*/ 34 h 80"/>
                  <a:gd name="T10" fmla="*/ 56 w 51"/>
                  <a:gd name="T11" fmla="*/ 13 h 8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1" h="80">
                    <a:moveTo>
                      <a:pt x="51" y="10"/>
                    </a:moveTo>
                    <a:cubicBezTo>
                      <a:pt x="36" y="7"/>
                      <a:pt x="17" y="0"/>
                      <a:pt x="12" y="19"/>
                    </a:cubicBezTo>
                    <a:cubicBezTo>
                      <a:pt x="9" y="28"/>
                      <a:pt x="11" y="36"/>
                      <a:pt x="11" y="45"/>
                    </a:cubicBezTo>
                    <a:cubicBezTo>
                      <a:pt x="11" y="57"/>
                      <a:pt x="4" y="68"/>
                      <a:pt x="0" y="80"/>
                    </a:cubicBezTo>
                    <a:cubicBezTo>
                      <a:pt x="11" y="64"/>
                      <a:pt x="16" y="47"/>
                      <a:pt x="17" y="28"/>
                    </a:cubicBezTo>
                    <a:cubicBezTo>
                      <a:pt x="18" y="9"/>
                      <a:pt x="30" y="10"/>
                      <a:pt x="47" y="10"/>
                    </a:cubicBezTo>
                  </a:path>
                </a:pathLst>
              </a:custGeom>
              <a:solidFill>
                <a:srgbClr val="8C3F3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661" name="Freeform 275">
                <a:extLst>
                  <a:ext uri="{FF2B5EF4-FFF2-40B4-BE49-F238E27FC236}">
                    <a16:creationId xmlns:a16="http://schemas.microsoft.com/office/drawing/2014/main" id="{C621C4A3-399E-4FCB-8F6C-B674CF1E04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5" y="2369"/>
                <a:ext cx="36" cy="108"/>
              </a:xfrm>
              <a:custGeom>
                <a:avLst/>
                <a:gdLst>
                  <a:gd name="T0" fmla="*/ 2 w 34"/>
                  <a:gd name="T1" fmla="*/ 0 h 102"/>
                  <a:gd name="T2" fmla="*/ 3 w 34"/>
                  <a:gd name="T3" fmla="*/ 30 h 102"/>
                  <a:gd name="T4" fmla="*/ 18 w 34"/>
                  <a:gd name="T5" fmla="*/ 49 h 102"/>
                  <a:gd name="T6" fmla="*/ 22 w 34"/>
                  <a:gd name="T7" fmla="*/ 75 h 102"/>
                  <a:gd name="T8" fmla="*/ 40 w 34"/>
                  <a:gd name="T9" fmla="*/ 121 h 102"/>
                  <a:gd name="T10" fmla="*/ 28 w 34"/>
                  <a:gd name="T11" fmla="*/ 55 h 102"/>
                  <a:gd name="T12" fmla="*/ 16 w 34"/>
                  <a:gd name="T13" fmla="*/ 35 h 102"/>
                  <a:gd name="T14" fmla="*/ 3 w 34"/>
                  <a:gd name="T15" fmla="*/ 4 h 10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4" h="102">
                    <a:moveTo>
                      <a:pt x="2" y="0"/>
                    </a:moveTo>
                    <a:cubicBezTo>
                      <a:pt x="2" y="8"/>
                      <a:pt x="0" y="17"/>
                      <a:pt x="3" y="25"/>
                    </a:cubicBezTo>
                    <a:cubicBezTo>
                      <a:pt x="5" y="31"/>
                      <a:pt x="12" y="35"/>
                      <a:pt x="15" y="41"/>
                    </a:cubicBezTo>
                    <a:cubicBezTo>
                      <a:pt x="18" y="47"/>
                      <a:pt x="18" y="56"/>
                      <a:pt x="19" y="63"/>
                    </a:cubicBezTo>
                    <a:cubicBezTo>
                      <a:pt x="21" y="77"/>
                      <a:pt x="28" y="89"/>
                      <a:pt x="34" y="102"/>
                    </a:cubicBezTo>
                    <a:cubicBezTo>
                      <a:pt x="21" y="87"/>
                      <a:pt x="27" y="63"/>
                      <a:pt x="24" y="46"/>
                    </a:cubicBezTo>
                    <a:cubicBezTo>
                      <a:pt x="22" y="39"/>
                      <a:pt x="17" y="33"/>
                      <a:pt x="13" y="29"/>
                    </a:cubicBezTo>
                    <a:cubicBezTo>
                      <a:pt x="6" y="22"/>
                      <a:pt x="2" y="16"/>
                      <a:pt x="3" y="4"/>
                    </a:cubicBezTo>
                  </a:path>
                </a:pathLst>
              </a:custGeom>
              <a:solidFill>
                <a:srgbClr val="8C3F3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662" name="Freeform 276">
                <a:extLst>
                  <a:ext uri="{FF2B5EF4-FFF2-40B4-BE49-F238E27FC236}">
                    <a16:creationId xmlns:a16="http://schemas.microsoft.com/office/drawing/2014/main" id="{D65871EB-A6B7-42BD-A79D-23C9792B9F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4" y="2357"/>
                <a:ext cx="55" cy="50"/>
              </a:xfrm>
              <a:custGeom>
                <a:avLst/>
                <a:gdLst>
                  <a:gd name="T0" fmla="*/ 1 w 52"/>
                  <a:gd name="T1" fmla="*/ 10 h 48"/>
                  <a:gd name="T2" fmla="*/ 61 w 52"/>
                  <a:gd name="T3" fmla="*/ 54 h 48"/>
                  <a:gd name="T4" fmla="*/ 0 w 52"/>
                  <a:gd name="T5" fmla="*/ 11 h 4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2" h="48">
                    <a:moveTo>
                      <a:pt x="1" y="10"/>
                    </a:moveTo>
                    <a:cubicBezTo>
                      <a:pt x="23" y="10"/>
                      <a:pt x="45" y="28"/>
                      <a:pt x="52" y="48"/>
                    </a:cubicBezTo>
                    <a:cubicBezTo>
                      <a:pt x="51" y="20"/>
                      <a:pt x="28" y="0"/>
                      <a:pt x="0" y="11"/>
                    </a:cubicBezTo>
                  </a:path>
                </a:pathLst>
              </a:custGeom>
              <a:solidFill>
                <a:srgbClr val="8C3F3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663" name="Freeform 277">
                <a:extLst>
                  <a:ext uri="{FF2B5EF4-FFF2-40B4-BE49-F238E27FC236}">
                    <a16:creationId xmlns:a16="http://schemas.microsoft.com/office/drawing/2014/main" id="{2CF9F524-1E6D-4466-9164-7389C424BE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8" y="1303"/>
                <a:ext cx="467" cy="466"/>
              </a:xfrm>
              <a:custGeom>
                <a:avLst/>
                <a:gdLst>
                  <a:gd name="T0" fmla="*/ 519 w 443"/>
                  <a:gd name="T1" fmla="*/ 0 h 441"/>
                  <a:gd name="T2" fmla="*/ 218 w 443"/>
                  <a:gd name="T3" fmla="*/ 160 h 441"/>
                  <a:gd name="T4" fmla="*/ 153 w 443"/>
                  <a:gd name="T5" fmla="*/ 275 h 441"/>
                  <a:gd name="T6" fmla="*/ 0 w 443"/>
                  <a:gd name="T7" fmla="*/ 520 h 441"/>
                  <a:gd name="T8" fmla="*/ 129 w 443"/>
                  <a:gd name="T9" fmla="*/ 323 h 441"/>
                  <a:gd name="T10" fmla="*/ 229 w 443"/>
                  <a:gd name="T11" fmla="*/ 185 h 441"/>
                  <a:gd name="T12" fmla="*/ 519 w 443"/>
                  <a:gd name="T13" fmla="*/ 0 h 4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43" h="441">
                    <a:moveTo>
                      <a:pt x="443" y="0"/>
                    </a:moveTo>
                    <a:cubicBezTo>
                      <a:pt x="443" y="0"/>
                      <a:pt x="279" y="22"/>
                      <a:pt x="186" y="135"/>
                    </a:cubicBezTo>
                    <a:cubicBezTo>
                      <a:pt x="170" y="156"/>
                      <a:pt x="163" y="204"/>
                      <a:pt x="131" y="233"/>
                    </a:cubicBezTo>
                    <a:cubicBezTo>
                      <a:pt x="99" y="263"/>
                      <a:pt x="22" y="343"/>
                      <a:pt x="0" y="441"/>
                    </a:cubicBezTo>
                    <a:cubicBezTo>
                      <a:pt x="0" y="441"/>
                      <a:pt x="51" y="324"/>
                      <a:pt x="110" y="274"/>
                    </a:cubicBezTo>
                    <a:cubicBezTo>
                      <a:pt x="169" y="223"/>
                      <a:pt x="172" y="202"/>
                      <a:pt x="195" y="157"/>
                    </a:cubicBezTo>
                    <a:cubicBezTo>
                      <a:pt x="217" y="112"/>
                      <a:pt x="314" y="27"/>
                      <a:pt x="443" y="0"/>
                    </a:cubicBezTo>
                    <a:close/>
                  </a:path>
                </a:pathLst>
              </a:custGeom>
              <a:solidFill>
                <a:srgbClr val="8C3F3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664" name="Freeform 278">
                <a:extLst>
                  <a:ext uri="{FF2B5EF4-FFF2-40B4-BE49-F238E27FC236}">
                    <a16:creationId xmlns:a16="http://schemas.microsoft.com/office/drawing/2014/main" id="{98C0D2E7-7D60-4886-8E33-80DB297B23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2" y="1472"/>
                <a:ext cx="152" cy="430"/>
              </a:xfrm>
              <a:custGeom>
                <a:avLst/>
                <a:gdLst>
                  <a:gd name="T0" fmla="*/ 164 w 144"/>
                  <a:gd name="T1" fmla="*/ 0 h 407"/>
                  <a:gd name="T2" fmla="*/ 148 w 144"/>
                  <a:gd name="T3" fmla="*/ 42 h 407"/>
                  <a:gd name="T4" fmla="*/ 124 w 144"/>
                  <a:gd name="T5" fmla="*/ 108 h 407"/>
                  <a:gd name="T6" fmla="*/ 98 w 144"/>
                  <a:gd name="T7" fmla="*/ 170 h 407"/>
                  <a:gd name="T8" fmla="*/ 42 w 144"/>
                  <a:gd name="T9" fmla="*/ 268 h 407"/>
                  <a:gd name="T10" fmla="*/ 27 w 144"/>
                  <a:gd name="T11" fmla="*/ 480 h 407"/>
                  <a:gd name="T12" fmla="*/ 42 w 144"/>
                  <a:gd name="T13" fmla="*/ 318 h 407"/>
                  <a:gd name="T14" fmla="*/ 138 w 144"/>
                  <a:gd name="T15" fmla="*/ 208 h 407"/>
                  <a:gd name="T16" fmla="*/ 160 w 144"/>
                  <a:gd name="T17" fmla="*/ 194 h 407"/>
                  <a:gd name="T18" fmla="*/ 163 w 144"/>
                  <a:gd name="T19" fmla="*/ 179 h 407"/>
                  <a:gd name="T20" fmla="*/ 154 w 144"/>
                  <a:gd name="T21" fmla="*/ 116 h 407"/>
                  <a:gd name="T22" fmla="*/ 163 w 144"/>
                  <a:gd name="T23" fmla="*/ 1 h 40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44" h="407">
                    <a:moveTo>
                      <a:pt x="139" y="0"/>
                    </a:moveTo>
                    <a:cubicBezTo>
                      <a:pt x="132" y="10"/>
                      <a:pt x="129" y="25"/>
                      <a:pt x="126" y="36"/>
                    </a:cubicBezTo>
                    <a:cubicBezTo>
                      <a:pt x="119" y="55"/>
                      <a:pt x="113" y="74"/>
                      <a:pt x="105" y="92"/>
                    </a:cubicBezTo>
                    <a:cubicBezTo>
                      <a:pt x="98" y="109"/>
                      <a:pt x="90" y="127"/>
                      <a:pt x="83" y="144"/>
                    </a:cubicBezTo>
                    <a:cubicBezTo>
                      <a:pt x="71" y="174"/>
                      <a:pt x="54" y="200"/>
                      <a:pt x="36" y="227"/>
                    </a:cubicBezTo>
                    <a:cubicBezTo>
                      <a:pt x="0" y="282"/>
                      <a:pt x="0" y="348"/>
                      <a:pt x="24" y="407"/>
                    </a:cubicBezTo>
                    <a:cubicBezTo>
                      <a:pt x="8" y="360"/>
                      <a:pt x="12" y="313"/>
                      <a:pt x="36" y="270"/>
                    </a:cubicBezTo>
                    <a:cubicBezTo>
                      <a:pt x="55" y="236"/>
                      <a:pt x="82" y="197"/>
                      <a:pt x="117" y="176"/>
                    </a:cubicBezTo>
                    <a:cubicBezTo>
                      <a:pt x="123" y="172"/>
                      <a:pt x="131" y="171"/>
                      <a:pt x="136" y="165"/>
                    </a:cubicBezTo>
                    <a:cubicBezTo>
                      <a:pt x="144" y="157"/>
                      <a:pt x="139" y="159"/>
                      <a:pt x="138" y="151"/>
                    </a:cubicBezTo>
                    <a:cubicBezTo>
                      <a:pt x="137" y="134"/>
                      <a:pt x="133" y="116"/>
                      <a:pt x="131" y="98"/>
                    </a:cubicBezTo>
                    <a:cubicBezTo>
                      <a:pt x="128" y="65"/>
                      <a:pt x="135" y="33"/>
                      <a:pt x="138" y="1"/>
                    </a:cubicBezTo>
                  </a:path>
                </a:pathLst>
              </a:custGeom>
              <a:solidFill>
                <a:srgbClr val="8C3F3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665" name="Freeform 279">
                <a:extLst>
                  <a:ext uri="{FF2B5EF4-FFF2-40B4-BE49-F238E27FC236}">
                    <a16:creationId xmlns:a16="http://schemas.microsoft.com/office/drawing/2014/main" id="{2B883EE0-1CEA-46F8-99F9-CA45D11978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2" y="1854"/>
                <a:ext cx="154" cy="126"/>
              </a:xfrm>
              <a:custGeom>
                <a:avLst/>
                <a:gdLst>
                  <a:gd name="T0" fmla="*/ 64 w 146"/>
                  <a:gd name="T1" fmla="*/ 7 h 119"/>
                  <a:gd name="T2" fmla="*/ 1 w 146"/>
                  <a:gd name="T3" fmla="*/ 55 h 119"/>
                  <a:gd name="T4" fmla="*/ 69 w 146"/>
                  <a:gd name="T5" fmla="*/ 125 h 119"/>
                  <a:gd name="T6" fmla="*/ 142 w 146"/>
                  <a:gd name="T7" fmla="*/ 129 h 119"/>
                  <a:gd name="T8" fmla="*/ 153 w 146"/>
                  <a:gd name="T9" fmla="*/ 55 h 119"/>
                  <a:gd name="T10" fmla="*/ 100 w 146"/>
                  <a:gd name="T11" fmla="*/ 19 h 119"/>
                  <a:gd name="T12" fmla="*/ 80 w 146"/>
                  <a:gd name="T13" fmla="*/ 13 h 119"/>
                  <a:gd name="T14" fmla="*/ 61 w 146"/>
                  <a:gd name="T15" fmla="*/ 5 h 11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46" h="119">
                    <a:moveTo>
                      <a:pt x="55" y="7"/>
                    </a:moveTo>
                    <a:cubicBezTo>
                      <a:pt x="31" y="0"/>
                      <a:pt x="0" y="21"/>
                      <a:pt x="1" y="46"/>
                    </a:cubicBezTo>
                    <a:cubicBezTo>
                      <a:pt x="1" y="73"/>
                      <a:pt x="39" y="95"/>
                      <a:pt x="59" y="105"/>
                    </a:cubicBezTo>
                    <a:cubicBezTo>
                      <a:pt x="79" y="114"/>
                      <a:pt x="101" y="119"/>
                      <a:pt x="121" y="109"/>
                    </a:cubicBezTo>
                    <a:cubicBezTo>
                      <a:pt x="144" y="98"/>
                      <a:pt x="146" y="65"/>
                      <a:pt x="130" y="46"/>
                    </a:cubicBezTo>
                    <a:cubicBezTo>
                      <a:pt x="118" y="33"/>
                      <a:pt x="101" y="23"/>
                      <a:pt x="85" y="16"/>
                    </a:cubicBezTo>
                    <a:cubicBezTo>
                      <a:pt x="79" y="14"/>
                      <a:pt x="73" y="12"/>
                      <a:pt x="68" y="10"/>
                    </a:cubicBezTo>
                    <a:cubicBezTo>
                      <a:pt x="63" y="8"/>
                      <a:pt x="58" y="5"/>
                      <a:pt x="52" y="5"/>
                    </a:cubicBezTo>
                  </a:path>
                </a:pathLst>
              </a:custGeom>
              <a:solidFill>
                <a:srgbClr val="6120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666" name="Freeform 280">
                <a:extLst>
                  <a:ext uri="{FF2B5EF4-FFF2-40B4-BE49-F238E27FC236}">
                    <a16:creationId xmlns:a16="http://schemas.microsoft.com/office/drawing/2014/main" id="{9573FC94-E024-470C-8C0A-58A01AF758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0" y="1899"/>
                <a:ext cx="43" cy="34"/>
              </a:xfrm>
              <a:custGeom>
                <a:avLst/>
                <a:gdLst>
                  <a:gd name="T0" fmla="*/ 40 w 41"/>
                  <a:gd name="T1" fmla="*/ 0 h 33"/>
                  <a:gd name="T2" fmla="*/ 47 w 41"/>
                  <a:gd name="T3" fmla="*/ 15 h 33"/>
                  <a:gd name="T4" fmla="*/ 24 w 41"/>
                  <a:gd name="T5" fmla="*/ 36 h 33"/>
                  <a:gd name="T6" fmla="*/ 0 w 41"/>
                  <a:gd name="T7" fmla="*/ 15 h 33"/>
                  <a:gd name="T8" fmla="*/ 3 w 41"/>
                  <a:gd name="T9" fmla="*/ 5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1" h="33">
                    <a:moveTo>
                      <a:pt x="34" y="0"/>
                    </a:moveTo>
                    <a:cubicBezTo>
                      <a:pt x="38" y="4"/>
                      <a:pt x="41" y="9"/>
                      <a:pt x="41" y="15"/>
                    </a:cubicBezTo>
                    <a:cubicBezTo>
                      <a:pt x="41" y="25"/>
                      <a:pt x="32" y="33"/>
                      <a:pt x="21" y="33"/>
                    </a:cubicBezTo>
                    <a:cubicBezTo>
                      <a:pt x="9" y="33"/>
                      <a:pt x="0" y="25"/>
                      <a:pt x="0" y="15"/>
                    </a:cubicBezTo>
                    <a:cubicBezTo>
                      <a:pt x="0" y="11"/>
                      <a:pt x="1" y="7"/>
                      <a:pt x="3" y="5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667" name="Freeform 281">
                <a:extLst>
                  <a:ext uri="{FF2B5EF4-FFF2-40B4-BE49-F238E27FC236}">
                    <a16:creationId xmlns:a16="http://schemas.microsoft.com/office/drawing/2014/main" id="{6FF15F40-1348-47E0-98F5-4AE9BEA283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6" y="1894"/>
                <a:ext cx="11" cy="1"/>
              </a:xfrm>
              <a:custGeom>
                <a:avLst/>
                <a:gdLst>
                  <a:gd name="T0" fmla="*/ 0 w 11"/>
                  <a:gd name="T1" fmla="*/ 1 h 1"/>
                  <a:gd name="T2" fmla="*/ 6 w 11"/>
                  <a:gd name="T3" fmla="*/ 0 h 1"/>
                  <a:gd name="T4" fmla="*/ 11 w 11"/>
                  <a:gd name="T5" fmla="*/ 1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">
                    <a:moveTo>
                      <a:pt x="0" y="1"/>
                    </a:moveTo>
                    <a:cubicBezTo>
                      <a:pt x="2" y="1"/>
                      <a:pt x="4" y="0"/>
                      <a:pt x="6" y="0"/>
                    </a:cubicBezTo>
                    <a:cubicBezTo>
                      <a:pt x="8" y="0"/>
                      <a:pt x="10" y="1"/>
                      <a:pt x="11" y="1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668" name="Freeform 282">
                <a:extLst>
                  <a:ext uri="{FF2B5EF4-FFF2-40B4-BE49-F238E27FC236}">
                    <a16:creationId xmlns:a16="http://schemas.microsoft.com/office/drawing/2014/main" id="{33B29442-9164-4D89-8DF8-DF1BACCA89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0" y="1718"/>
                <a:ext cx="32" cy="225"/>
              </a:xfrm>
              <a:custGeom>
                <a:avLst/>
                <a:gdLst>
                  <a:gd name="T0" fmla="*/ 0 w 31"/>
                  <a:gd name="T1" fmla="*/ 244 h 213"/>
                  <a:gd name="T2" fmla="*/ 21 w 31"/>
                  <a:gd name="T3" fmla="*/ 142 h 213"/>
                  <a:gd name="T4" fmla="*/ 24 w 31"/>
                  <a:gd name="T5" fmla="*/ 64 h 213"/>
                  <a:gd name="T6" fmla="*/ 21 w 31"/>
                  <a:gd name="T7" fmla="*/ 0 h 213"/>
                  <a:gd name="T8" fmla="*/ 32 w 31"/>
                  <a:gd name="T9" fmla="*/ 125 h 213"/>
                  <a:gd name="T10" fmla="*/ 33 w 31"/>
                  <a:gd name="T11" fmla="*/ 193 h 213"/>
                  <a:gd name="T12" fmla="*/ 32 w 31"/>
                  <a:gd name="T13" fmla="*/ 251 h 213"/>
                  <a:gd name="T14" fmla="*/ 4 w 31"/>
                  <a:gd name="T15" fmla="*/ 244 h 21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1" h="213">
                    <a:moveTo>
                      <a:pt x="0" y="207"/>
                    </a:moveTo>
                    <a:cubicBezTo>
                      <a:pt x="30" y="185"/>
                      <a:pt x="19" y="151"/>
                      <a:pt x="18" y="120"/>
                    </a:cubicBezTo>
                    <a:cubicBezTo>
                      <a:pt x="17" y="98"/>
                      <a:pt x="20" y="76"/>
                      <a:pt x="21" y="55"/>
                    </a:cubicBezTo>
                    <a:cubicBezTo>
                      <a:pt x="22" y="37"/>
                      <a:pt x="18" y="15"/>
                      <a:pt x="18" y="0"/>
                    </a:cubicBezTo>
                    <a:cubicBezTo>
                      <a:pt x="15" y="35"/>
                      <a:pt x="26" y="72"/>
                      <a:pt x="29" y="106"/>
                    </a:cubicBezTo>
                    <a:cubicBezTo>
                      <a:pt x="30" y="126"/>
                      <a:pt x="29" y="145"/>
                      <a:pt x="30" y="164"/>
                    </a:cubicBezTo>
                    <a:cubicBezTo>
                      <a:pt x="31" y="179"/>
                      <a:pt x="26" y="203"/>
                      <a:pt x="29" y="213"/>
                    </a:cubicBezTo>
                    <a:cubicBezTo>
                      <a:pt x="23" y="206"/>
                      <a:pt x="12" y="200"/>
                      <a:pt x="4" y="207"/>
                    </a:cubicBezTo>
                  </a:path>
                </a:pathLst>
              </a:custGeom>
              <a:solidFill>
                <a:srgbClr val="6C2D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669" name="Freeform 283">
                <a:extLst>
                  <a:ext uri="{FF2B5EF4-FFF2-40B4-BE49-F238E27FC236}">
                    <a16:creationId xmlns:a16="http://schemas.microsoft.com/office/drawing/2014/main" id="{9F9EBBF2-2C30-4BB5-BEEA-8B2D170DBB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2" y="2012"/>
                <a:ext cx="263" cy="364"/>
              </a:xfrm>
              <a:custGeom>
                <a:avLst/>
                <a:gdLst>
                  <a:gd name="T0" fmla="*/ 290 w 249"/>
                  <a:gd name="T1" fmla="*/ 0 h 344"/>
                  <a:gd name="T2" fmla="*/ 230 w 249"/>
                  <a:gd name="T3" fmla="*/ 81 h 344"/>
                  <a:gd name="T4" fmla="*/ 164 w 249"/>
                  <a:gd name="T5" fmla="*/ 138 h 344"/>
                  <a:gd name="T6" fmla="*/ 118 w 249"/>
                  <a:gd name="T7" fmla="*/ 239 h 344"/>
                  <a:gd name="T8" fmla="*/ 55 w 249"/>
                  <a:gd name="T9" fmla="*/ 346 h 344"/>
                  <a:gd name="T10" fmla="*/ 0 w 249"/>
                  <a:gd name="T11" fmla="*/ 407 h 344"/>
                  <a:gd name="T12" fmla="*/ 118 w 249"/>
                  <a:gd name="T13" fmla="*/ 270 h 344"/>
                  <a:gd name="T14" fmla="*/ 186 w 249"/>
                  <a:gd name="T15" fmla="*/ 161 h 344"/>
                  <a:gd name="T16" fmla="*/ 294 w 249"/>
                  <a:gd name="T17" fmla="*/ 7 h 34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49" h="344">
                    <a:moveTo>
                      <a:pt x="246" y="0"/>
                    </a:moveTo>
                    <a:cubicBezTo>
                      <a:pt x="236" y="27"/>
                      <a:pt x="218" y="52"/>
                      <a:pt x="195" y="69"/>
                    </a:cubicBezTo>
                    <a:cubicBezTo>
                      <a:pt x="176" y="83"/>
                      <a:pt x="152" y="94"/>
                      <a:pt x="139" y="116"/>
                    </a:cubicBezTo>
                    <a:cubicBezTo>
                      <a:pt x="123" y="142"/>
                      <a:pt x="114" y="174"/>
                      <a:pt x="100" y="202"/>
                    </a:cubicBezTo>
                    <a:cubicBezTo>
                      <a:pt x="84" y="233"/>
                      <a:pt x="67" y="264"/>
                      <a:pt x="46" y="292"/>
                    </a:cubicBezTo>
                    <a:cubicBezTo>
                      <a:pt x="32" y="311"/>
                      <a:pt x="15" y="327"/>
                      <a:pt x="0" y="344"/>
                    </a:cubicBezTo>
                    <a:cubicBezTo>
                      <a:pt x="46" y="321"/>
                      <a:pt x="74" y="270"/>
                      <a:pt x="100" y="228"/>
                    </a:cubicBezTo>
                    <a:cubicBezTo>
                      <a:pt x="119" y="198"/>
                      <a:pt x="134" y="163"/>
                      <a:pt x="158" y="136"/>
                    </a:cubicBezTo>
                    <a:cubicBezTo>
                      <a:pt x="194" y="97"/>
                      <a:pt x="237" y="61"/>
                      <a:pt x="249" y="7"/>
                    </a:cubicBezTo>
                  </a:path>
                </a:pathLst>
              </a:custGeom>
              <a:solidFill>
                <a:srgbClr val="8C3F3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670" name="Freeform 284">
                <a:extLst>
                  <a:ext uri="{FF2B5EF4-FFF2-40B4-BE49-F238E27FC236}">
                    <a16:creationId xmlns:a16="http://schemas.microsoft.com/office/drawing/2014/main" id="{898E3824-4FE0-465C-BB72-D906763702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3" y="2112"/>
                <a:ext cx="197" cy="140"/>
              </a:xfrm>
              <a:custGeom>
                <a:avLst/>
                <a:gdLst>
                  <a:gd name="T0" fmla="*/ 219 w 187"/>
                  <a:gd name="T1" fmla="*/ 0 h 133"/>
                  <a:gd name="T2" fmla="*/ 109 w 187"/>
                  <a:gd name="T3" fmla="*/ 73 h 133"/>
                  <a:gd name="T4" fmla="*/ 0 w 187"/>
                  <a:gd name="T5" fmla="*/ 155 h 133"/>
                  <a:gd name="T6" fmla="*/ 111 w 187"/>
                  <a:gd name="T7" fmla="*/ 82 h 133"/>
                  <a:gd name="T8" fmla="*/ 155 w 187"/>
                  <a:gd name="T9" fmla="*/ 55 h 133"/>
                  <a:gd name="T10" fmla="*/ 180 w 187"/>
                  <a:gd name="T11" fmla="*/ 64 h 133"/>
                  <a:gd name="T12" fmla="*/ 219 w 187"/>
                  <a:gd name="T13" fmla="*/ 4 h 13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7" h="133">
                    <a:moveTo>
                      <a:pt x="187" y="0"/>
                    </a:moveTo>
                    <a:cubicBezTo>
                      <a:pt x="153" y="13"/>
                      <a:pt x="119" y="38"/>
                      <a:pt x="93" y="63"/>
                    </a:cubicBezTo>
                    <a:cubicBezTo>
                      <a:pt x="66" y="88"/>
                      <a:pt x="38" y="125"/>
                      <a:pt x="0" y="133"/>
                    </a:cubicBezTo>
                    <a:cubicBezTo>
                      <a:pt x="44" y="129"/>
                      <a:pt x="65" y="97"/>
                      <a:pt x="95" y="70"/>
                    </a:cubicBezTo>
                    <a:cubicBezTo>
                      <a:pt x="107" y="59"/>
                      <a:pt x="118" y="54"/>
                      <a:pt x="133" y="47"/>
                    </a:cubicBezTo>
                    <a:cubicBezTo>
                      <a:pt x="140" y="44"/>
                      <a:pt x="169" y="36"/>
                      <a:pt x="154" y="55"/>
                    </a:cubicBezTo>
                    <a:cubicBezTo>
                      <a:pt x="159" y="36"/>
                      <a:pt x="168" y="12"/>
                      <a:pt x="187" y="4"/>
                    </a:cubicBezTo>
                  </a:path>
                </a:pathLst>
              </a:custGeom>
              <a:solidFill>
                <a:srgbClr val="8C3F3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671" name="Freeform 285">
                <a:extLst>
                  <a:ext uri="{FF2B5EF4-FFF2-40B4-BE49-F238E27FC236}">
                    <a16:creationId xmlns:a16="http://schemas.microsoft.com/office/drawing/2014/main" id="{531E8A78-2F8A-456B-8AD7-0F8DA98759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7" y="2180"/>
                <a:ext cx="146" cy="83"/>
              </a:xfrm>
              <a:custGeom>
                <a:avLst/>
                <a:gdLst>
                  <a:gd name="T0" fmla="*/ 0 w 139"/>
                  <a:gd name="T1" fmla="*/ 94 h 78"/>
                  <a:gd name="T2" fmla="*/ 39 w 139"/>
                  <a:gd name="T3" fmla="*/ 54 h 78"/>
                  <a:gd name="T4" fmla="*/ 74 w 139"/>
                  <a:gd name="T5" fmla="*/ 32 h 78"/>
                  <a:gd name="T6" fmla="*/ 161 w 139"/>
                  <a:gd name="T7" fmla="*/ 0 h 78"/>
                  <a:gd name="T8" fmla="*/ 61 w 139"/>
                  <a:gd name="T9" fmla="*/ 82 h 78"/>
                  <a:gd name="T10" fmla="*/ 6 w 139"/>
                  <a:gd name="T11" fmla="*/ 94 h 7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9" h="78">
                    <a:moveTo>
                      <a:pt x="0" y="78"/>
                    </a:moveTo>
                    <a:cubicBezTo>
                      <a:pt x="14" y="71"/>
                      <a:pt x="21" y="54"/>
                      <a:pt x="33" y="45"/>
                    </a:cubicBezTo>
                    <a:cubicBezTo>
                      <a:pt x="43" y="38"/>
                      <a:pt x="54" y="31"/>
                      <a:pt x="64" y="26"/>
                    </a:cubicBezTo>
                    <a:cubicBezTo>
                      <a:pt x="89" y="12"/>
                      <a:pt x="114" y="8"/>
                      <a:pt x="139" y="0"/>
                    </a:cubicBezTo>
                    <a:cubicBezTo>
                      <a:pt x="128" y="7"/>
                      <a:pt x="17" y="42"/>
                      <a:pt x="52" y="68"/>
                    </a:cubicBezTo>
                    <a:cubicBezTo>
                      <a:pt x="34" y="67"/>
                      <a:pt x="20" y="73"/>
                      <a:pt x="6" y="78"/>
                    </a:cubicBezTo>
                  </a:path>
                </a:pathLst>
              </a:custGeom>
              <a:solidFill>
                <a:srgbClr val="8C3F3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672" name="Freeform 286">
                <a:extLst>
                  <a:ext uri="{FF2B5EF4-FFF2-40B4-BE49-F238E27FC236}">
                    <a16:creationId xmlns:a16="http://schemas.microsoft.com/office/drawing/2014/main" id="{D0CE159D-032B-46EB-8C88-571099D307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9" y="2255"/>
                <a:ext cx="210" cy="131"/>
              </a:xfrm>
              <a:custGeom>
                <a:avLst/>
                <a:gdLst>
                  <a:gd name="T0" fmla="*/ 237 w 198"/>
                  <a:gd name="T1" fmla="*/ 14 h 124"/>
                  <a:gd name="T2" fmla="*/ 95 w 198"/>
                  <a:gd name="T3" fmla="*/ 40 h 124"/>
                  <a:gd name="T4" fmla="*/ 0 w 198"/>
                  <a:gd name="T5" fmla="*/ 146 h 124"/>
                  <a:gd name="T6" fmla="*/ 58 w 198"/>
                  <a:gd name="T7" fmla="*/ 80 h 124"/>
                  <a:gd name="T8" fmla="*/ 107 w 198"/>
                  <a:gd name="T9" fmla="*/ 44 h 124"/>
                  <a:gd name="T10" fmla="*/ 172 w 198"/>
                  <a:gd name="T11" fmla="*/ 25 h 124"/>
                  <a:gd name="T12" fmla="*/ 237 w 198"/>
                  <a:gd name="T13" fmla="*/ 16 h 1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8" h="124">
                    <a:moveTo>
                      <a:pt x="198" y="11"/>
                    </a:moveTo>
                    <a:cubicBezTo>
                      <a:pt x="159" y="0"/>
                      <a:pt x="115" y="19"/>
                      <a:pt x="80" y="34"/>
                    </a:cubicBezTo>
                    <a:cubicBezTo>
                      <a:pt x="47" y="48"/>
                      <a:pt x="14" y="90"/>
                      <a:pt x="0" y="124"/>
                    </a:cubicBezTo>
                    <a:cubicBezTo>
                      <a:pt x="20" y="111"/>
                      <a:pt x="32" y="85"/>
                      <a:pt x="49" y="68"/>
                    </a:cubicBezTo>
                    <a:cubicBezTo>
                      <a:pt x="61" y="56"/>
                      <a:pt x="74" y="45"/>
                      <a:pt x="90" y="38"/>
                    </a:cubicBezTo>
                    <a:cubicBezTo>
                      <a:pt x="107" y="31"/>
                      <a:pt x="126" y="27"/>
                      <a:pt x="144" y="22"/>
                    </a:cubicBezTo>
                    <a:cubicBezTo>
                      <a:pt x="162" y="17"/>
                      <a:pt x="181" y="18"/>
                      <a:pt x="198" y="13"/>
                    </a:cubicBezTo>
                  </a:path>
                </a:pathLst>
              </a:custGeom>
              <a:solidFill>
                <a:srgbClr val="8C3F3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673" name="Freeform 287">
                <a:extLst>
                  <a:ext uri="{FF2B5EF4-FFF2-40B4-BE49-F238E27FC236}">
                    <a16:creationId xmlns:a16="http://schemas.microsoft.com/office/drawing/2014/main" id="{8BA77C34-E281-41BA-87EF-3E6A335B14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7" y="2501"/>
                <a:ext cx="171" cy="299"/>
              </a:xfrm>
              <a:custGeom>
                <a:avLst/>
                <a:gdLst>
                  <a:gd name="T0" fmla="*/ 191 w 162"/>
                  <a:gd name="T1" fmla="*/ 1 h 283"/>
                  <a:gd name="T2" fmla="*/ 154 w 162"/>
                  <a:gd name="T3" fmla="*/ 2 h 283"/>
                  <a:gd name="T4" fmla="*/ 120 w 162"/>
                  <a:gd name="T5" fmla="*/ 22 h 283"/>
                  <a:gd name="T6" fmla="*/ 45 w 162"/>
                  <a:gd name="T7" fmla="*/ 93 h 283"/>
                  <a:gd name="T8" fmla="*/ 18 w 162"/>
                  <a:gd name="T9" fmla="*/ 264 h 283"/>
                  <a:gd name="T10" fmla="*/ 34 w 162"/>
                  <a:gd name="T11" fmla="*/ 303 h 283"/>
                  <a:gd name="T12" fmla="*/ 61 w 162"/>
                  <a:gd name="T13" fmla="*/ 333 h 283"/>
                  <a:gd name="T14" fmla="*/ 143 w 162"/>
                  <a:gd name="T15" fmla="*/ 301 h 283"/>
                  <a:gd name="T16" fmla="*/ 61 w 162"/>
                  <a:gd name="T17" fmla="*/ 293 h 283"/>
                  <a:gd name="T18" fmla="*/ 57 w 162"/>
                  <a:gd name="T19" fmla="*/ 244 h 283"/>
                  <a:gd name="T20" fmla="*/ 54 w 162"/>
                  <a:gd name="T21" fmla="*/ 172 h 283"/>
                  <a:gd name="T22" fmla="*/ 69 w 162"/>
                  <a:gd name="T23" fmla="*/ 110 h 283"/>
                  <a:gd name="T24" fmla="*/ 101 w 162"/>
                  <a:gd name="T25" fmla="*/ 46 h 283"/>
                  <a:gd name="T26" fmla="*/ 133 w 162"/>
                  <a:gd name="T27" fmla="*/ 23 h 283"/>
                  <a:gd name="T28" fmla="*/ 183 w 162"/>
                  <a:gd name="T29" fmla="*/ 2 h 283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62" h="283">
                    <a:moveTo>
                      <a:pt x="162" y="1"/>
                    </a:moveTo>
                    <a:cubicBezTo>
                      <a:pt x="152" y="4"/>
                      <a:pt x="141" y="0"/>
                      <a:pt x="131" y="2"/>
                    </a:cubicBezTo>
                    <a:cubicBezTo>
                      <a:pt x="121" y="4"/>
                      <a:pt x="111" y="13"/>
                      <a:pt x="102" y="19"/>
                    </a:cubicBezTo>
                    <a:cubicBezTo>
                      <a:pt x="76" y="36"/>
                      <a:pt x="54" y="52"/>
                      <a:pt x="39" y="79"/>
                    </a:cubicBezTo>
                    <a:cubicBezTo>
                      <a:pt x="15" y="121"/>
                      <a:pt x="0" y="176"/>
                      <a:pt x="15" y="224"/>
                    </a:cubicBezTo>
                    <a:cubicBezTo>
                      <a:pt x="18" y="236"/>
                      <a:pt x="24" y="246"/>
                      <a:pt x="28" y="257"/>
                    </a:cubicBezTo>
                    <a:cubicBezTo>
                      <a:pt x="34" y="272"/>
                      <a:pt x="33" y="283"/>
                      <a:pt x="52" y="282"/>
                    </a:cubicBezTo>
                    <a:cubicBezTo>
                      <a:pt x="76" y="282"/>
                      <a:pt x="100" y="266"/>
                      <a:pt x="121" y="256"/>
                    </a:cubicBezTo>
                    <a:cubicBezTo>
                      <a:pt x="102" y="254"/>
                      <a:pt x="63" y="272"/>
                      <a:pt x="52" y="248"/>
                    </a:cubicBezTo>
                    <a:cubicBezTo>
                      <a:pt x="47" y="237"/>
                      <a:pt x="49" y="219"/>
                      <a:pt x="48" y="207"/>
                    </a:cubicBezTo>
                    <a:cubicBezTo>
                      <a:pt x="46" y="187"/>
                      <a:pt x="44" y="167"/>
                      <a:pt x="45" y="146"/>
                    </a:cubicBezTo>
                    <a:cubicBezTo>
                      <a:pt x="46" y="125"/>
                      <a:pt x="51" y="112"/>
                      <a:pt x="59" y="93"/>
                    </a:cubicBezTo>
                    <a:cubicBezTo>
                      <a:pt x="67" y="75"/>
                      <a:pt x="72" y="55"/>
                      <a:pt x="86" y="40"/>
                    </a:cubicBezTo>
                    <a:cubicBezTo>
                      <a:pt x="93" y="32"/>
                      <a:pt x="104" y="25"/>
                      <a:pt x="113" y="20"/>
                    </a:cubicBezTo>
                    <a:cubicBezTo>
                      <a:pt x="125" y="14"/>
                      <a:pt x="142" y="3"/>
                      <a:pt x="155" y="2"/>
                    </a:cubicBezTo>
                  </a:path>
                </a:pathLst>
              </a:custGeom>
              <a:solidFill>
                <a:srgbClr val="8C3F3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674" name="Freeform 288">
                <a:extLst>
                  <a:ext uri="{FF2B5EF4-FFF2-40B4-BE49-F238E27FC236}">
                    <a16:creationId xmlns:a16="http://schemas.microsoft.com/office/drawing/2014/main" id="{9A2478A6-2694-48AD-B004-DA3D83EF56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6" y="2674"/>
                <a:ext cx="85" cy="280"/>
              </a:xfrm>
              <a:custGeom>
                <a:avLst/>
                <a:gdLst>
                  <a:gd name="T0" fmla="*/ 90 w 81"/>
                  <a:gd name="T1" fmla="*/ 124 h 265"/>
                  <a:gd name="T2" fmla="*/ 93 w 81"/>
                  <a:gd name="T3" fmla="*/ 157 h 265"/>
                  <a:gd name="T4" fmla="*/ 46 w 81"/>
                  <a:gd name="T5" fmla="*/ 232 h 265"/>
                  <a:gd name="T6" fmla="*/ 43 w 81"/>
                  <a:gd name="T7" fmla="*/ 278 h 265"/>
                  <a:gd name="T8" fmla="*/ 52 w 81"/>
                  <a:gd name="T9" fmla="*/ 313 h 265"/>
                  <a:gd name="T10" fmla="*/ 40 w 81"/>
                  <a:gd name="T11" fmla="*/ 165 h 265"/>
                  <a:gd name="T12" fmla="*/ 15 w 81"/>
                  <a:gd name="T13" fmla="*/ 91 h 265"/>
                  <a:gd name="T14" fmla="*/ 15 w 81"/>
                  <a:gd name="T15" fmla="*/ 0 h 265"/>
                  <a:gd name="T16" fmla="*/ 42 w 81"/>
                  <a:gd name="T17" fmla="*/ 105 h 265"/>
                  <a:gd name="T18" fmla="*/ 77 w 81"/>
                  <a:gd name="T19" fmla="*/ 124 h 26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1" h="265">
                    <a:moveTo>
                      <a:pt x="78" y="105"/>
                    </a:moveTo>
                    <a:cubicBezTo>
                      <a:pt x="69" y="113"/>
                      <a:pt x="60" y="138"/>
                      <a:pt x="81" y="133"/>
                    </a:cubicBezTo>
                    <a:cubicBezTo>
                      <a:pt x="53" y="148"/>
                      <a:pt x="43" y="166"/>
                      <a:pt x="40" y="197"/>
                    </a:cubicBezTo>
                    <a:cubicBezTo>
                      <a:pt x="39" y="209"/>
                      <a:pt x="36" y="223"/>
                      <a:pt x="37" y="236"/>
                    </a:cubicBezTo>
                    <a:cubicBezTo>
                      <a:pt x="38" y="247"/>
                      <a:pt x="44" y="255"/>
                      <a:pt x="46" y="265"/>
                    </a:cubicBezTo>
                    <a:cubicBezTo>
                      <a:pt x="5" y="235"/>
                      <a:pt x="32" y="179"/>
                      <a:pt x="34" y="140"/>
                    </a:cubicBezTo>
                    <a:cubicBezTo>
                      <a:pt x="35" y="120"/>
                      <a:pt x="20" y="95"/>
                      <a:pt x="12" y="77"/>
                    </a:cubicBezTo>
                    <a:cubicBezTo>
                      <a:pt x="0" y="51"/>
                      <a:pt x="0" y="27"/>
                      <a:pt x="12" y="0"/>
                    </a:cubicBezTo>
                    <a:cubicBezTo>
                      <a:pt x="18" y="29"/>
                      <a:pt x="22" y="62"/>
                      <a:pt x="36" y="89"/>
                    </a:cubicBezTo>
                    <a:cubicBezTo>
                      <a:pt x="44" y="104"/>
                      <a:pt x="50" y="105"/>
                      <a:pt x="67" y="105"/>
                    </a:cubicBezTo>
                  </a:path>
                </a:pathLst>
              </a:custGeom>
              <a:solidFill>
                <a:srgbClr val="8C3F3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675" name="Freeform 289">
                <a:extLst>
                  <a:ext uri="{FF2B5EF4-FFF2-40B4-BE49-F238E27FC236}">
                    <a16:creationId xmlns:a16="http://schemas.microsoft.com/office/drawing/2014/main" id="{EF1D1651-99E1-4E80-B878-B83372926A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3" y="2243"/>
                <a:ext cx="102" cy="49"/>
              </a:xfrm>
              <a:custGeom>
                <a:avLst/>
                <a:gdLst>
                  <a:gd name="T0" fmla="*/ 113 w 97"/>
                  <a:gd name="T1" fmla="*/ 0 h 47"/>
                  <a:gd name="T2" fmla="*/ 93 w 97"/>
                  <a:gd name="T3" fmla="*/ 6 h 47"/>
                  <a:gd name="T4" fmla="*/ 74 w 97"/>
                  <a:gd name="T5" fmla="*/ 17 h 47"/>
                  <a:gd name="T6" fmla="*/ 49 w 97"/>
                  <a:gd name="T7" fmla="*/ 21 h 47"/>
                  <a:gd name="T8" fmla="*/ 0 w 97"/>
                  <a:gd name="T9" fmla="*/ 26 h 47"/>
                  <a:gd name="T10" fmla="*/ 69 w 97"/>
                  <a:gd name="T11" fmla="*/ 53 h 47"/>
                  <a:gd name="T12" fmla="*/ 50 w 97"/>
                  <a:gd name="T13" fmla="*/ 34 h 47"/>
                  <a:gd name="T14" fmla="*/ 65 w 97"/>
                  <a:gd name="T15" fmla="*/ 22 h 47"/>
                  <a:gd name="T16" fmla="*/ 106 w 97"/>
                  <a:gd name="T17" fmla="*/ 3 h 4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7" h="47">
                    <a:moveTo>
                      <a:pt x="97" y="0"/>
                    </a:moveTo>
                    <a:cubicBezTo>
                      <a:pt x="92" y="3"/>
                      <a:pt x="86" y="4"/>
                      <a:pt x="80" y="6"/>
                    </a:cubicBezTo>
                    <a:cubicBezTo>
                      <a:pt x="74" y="8"/>
                      <a:pt x="69" y="11"/>
                      <a:pt x="64" y="14"/>
                    </a:cubicBezTo>
                    <a:cubicBezTo>
                      <a:pt x="57" y="16"/>
                      <a:pt x="50" y="17"/>
                      <a:pt x="43" y="18"/>
                    </a:cubicBezTo>
                    <a:cubicBezTo>
                      <a:pt x="29" y="20"/>
                      <a:pt x="15" y="23"/>
                      <a:pt x="0" y="23"/>
                    </a:cubicBezTo>
                    <a:cubicBezTo>
                      <a:pt x="21" y="29"/>
                      <a:pt x="41" y="41"/>
                      <a:pt x="60" y="47"/>
                    </a:cubicBezTo>
                    <a:cubicBezTo>
                      <a:pt x="52" y="46"/>
                      <a:pt x="42" y="39"/>
                      <a:pt x="44" y="31"/>
                    </a:cubicBezTo>
                    <a:cubicBezTo>
                      <a:pt x="45" y="26"/>
                      <a:pt x="52" y="22"/>
                      <a:pt x="56" y="19"/>
                    </a:cubicBezTo>
                    <a:cubicBezTo>
                      <a:pt x="66" y="13"/>
                      <a:pt x="79" y="7"/>
                      <a:pt x="91" y="3"/>
                    </a:cubicBezTo>
                  </a:path>
                </a:pathLst>
              </a:custGeom>
              <a:solidFill>
                <a:srgbClr val="8C3F3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676" name="Freeform 290">
                <a:extLst>
                  <a:ext uri="{FF2B5EF4-FFF2-40B4-BE49-F238E27FC236}">
                    <a16:creationId xmlns:a16="http://schemas.microsoft.com/office/drawing/2014/main" id="{F53D16CF-5FCC-42A9-BCDA-4D399BD61C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7" y="2268"/>
                <a:ext cx="30" cy="17"/>
              </a:xfrm>
              <a:custGeom>
                <a:avLst/>
                <a:gdLst>
                  <a:gd name="T0" fmla="*/ 24 w 29"/>
                  <a:gd name="T1" fmla="*/ 0 h 16"/>
                  <a:gd name="T2" fmla="*/ 12 w 29"/>
                  <a:gd name="T3" fmla="*/ 18 h 16"/>
                  <a:gd name="T4" fmla="*/ 22 w 29"/>
                  <a:gd name="T5" fmla="*/ 1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9" h="16">
                    <a:moveTo>
                      <a:pt x="21" y="0"/>
                    </a:moveTo>
                    <a:cubicBezTo>
                      <a:pt x="29" y="2"/>
                      <a:pt x="20" y="16"/>
                      <a:pt x="12" y="15"/>
                    </a:cubicBezTo>
                    <a:cubicBezTo>
                      <a:pt x="0" y="13"/>
                      <a:pt x="20" y="3"/>
                      <a:pt x="19" y="1"/>
                    </a:cubicBezTo>
                  </a:path>
                </a:pathLst>
              </a:custGeom>
              <a:solidFill>
                <a:srgbClr val="8C3F3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677" name="Freeform 291">
                <a:extLst>
                  <a:ext uri="{FF2B5EF4-FFF2-40B4-BE49-F238E27FC236}">
                    <a16:creationId xmlns:a16="http://schemas.microsoft.com/office/drawing/2014/main" id="{48DB0FBF-F4D4-4F6C-83C0-BBE408CB11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3" y="2229"/>
                <a:ext cx="127" cy="49"/>
              </a:xfrm>
              <a:custGeom>
                <a:avLst/>
                <a:gdLst>
                  <a:gd name="T0" fmla="*/ 142 w 120"/>
                  <a:gd name="T1" fmla="*/ 40 h 47"/>
                  <a:gd name="T2" fmla="*/ 0 w 120"/>
                  <a:gd name="T3" fmla="*/ 0 h 47"/>
                  <a:gd name="T4" fmla="*/ 72 w 120"/>
                  <a:gd name="T5" fmla="*/ 34 h 47"/>
                  <a:gd name="T6" fmla="*/ 115 w 120"/>
                  <a:gd name="T7" fmla="*/ 53 h 47"/>
                  <a:gd name="T8" fmla="*/ 138 w 120"/>
                  <a:gd name="T9" fmla="*/ 43 h 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0" h="47">
                    <a:moveTo>
                      <a:pt x="120" y="35"/>
                    </a:moveTo>
                    <a:cubicBezTo>
                      <a:pt x="78" y="38"/>
                      <a:pt x="39" y="17"/>
                      <a:pt x="0" y="0"/>
                    </a:cubicBezTo>
                    <a:cubicBezTo>
                      <a:pt x="13" y="15"/>
                      <a:pt x="41" y="25"/>
                      <a:pt x="60" y="31"/>
                    </a:cubicBezTo>
                    <a:cubicBezTo>
                      <a:pt x="68" y="34"/>
                      <a:pt x="98" y="36"/>
                      <a:pt x="97" y="47"/>
                    </a:cubicBezTo>
                    <a:cubicBezTo>
                      <a:pt x="104" y="47"/>
                      <a:pt x="110" y="40"/>
                      <a:pt x="116" y="37"/>
                    </a:cubicBezTo>
                  </a:path>
                </a:pathLst>
              </a:custGeom>
              <a:solidFill>
                <a:srgbClr val="8C3F3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678" name="Freeform 292">
                <a:extLst>
                  <a:ext uri="{FF2B5EF4-FFF2-40B4-BE49-F238E27FC236}">
                    <a16:creationId xmlns:a16="http://schemas.microsoft.com/office/drawing/2014/main" id="{BF509A89-0CDA-43DB-A06B-BF55883B54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6" y="3008"/>
                <a:ext cx="214" cy="88"/>
              </a:xfrm>
              <a:custGeom>
                <a:avLst/>
                <a:gdLst>
                  <a:gd name="T0" fmla="*/ 0 w 203"/>
                  <a:gd name="T1" fmla="*/ 1 h 84"/>
                  <a:gd name="T2" fmla="*/ 32 w 203"/>
                  <a:gd name="T3" fmla="*/ 73 h 84"/>
                  <a:gd name="T4" fmla="*/ 90 w 203"/>
                  <a:gd name="T5" fmla="*/ 90 h 84"/>
                  <a:gd name="T6" fmla="*/ 175 w 203"/>
                  <a:gd name="T7" fmla="*/ 62 h 84"/>
                  <a:gd name="T8" fmla="*/ 238 w 203"/>
                  <a:gd name="T9" fmla="*/ 51 h 84"/>
                  <a:gd name="T10" fmla="*/ 114 w 203"/>
                  <a:gd name="T11" fmla="*/ 60 h 84"/>
                  <a:gd name="T12" fmla="*/ 43 w 203"/>
                  <a:gd name="T13" fmla="*/ 54 h 84"/>
                  <a:gd name="T14" fmla="*/ 0 w 203"/>
                  <a:gd name="T15" fmla="*/ 0 h 8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03" h="84">
                    <a:moveTo>
                      <a:pt x="0" y="1"/>
                    </a:moveTo>
                    <a:cubicBezTo>
                      <a:pt x="8" y="20"/>
                      <a:pt x="16" y="47"/>
                      <a:pt x="27" y="64"/>
                    </a:cubicBezTo>
                    <a:cubicBezTo>
                      <a:pt x="40" y="84"/>
                      <a:pt x="56" y="84"/>
                      <a:pt x="77" y="78"/>
                    </a:cubicBezTo>
                    <a:cubicBezTo>
                      <a:pt x="101" y="71"/>
                      <a:pt x="124" y="59"/>
                      <a:pt x="149" y="53"/>
                    </a:cubicBezTo>
                    <a:cubicBezTo>
                      <a:pt x="165" y="49"/>
                      <a:pt x="187" y="46"/>
                      <a:pt x="203" y="45"/>
                    </a:cubicBezTo>
                    <a:cubicBezTo>
                      <a:pt x="168" y="40"/>
                      <a:pt x="129" y="36"/>
                      <a:pt x="97" y="52"/>
                    </a:cubicBezTo>
                    <a:cubicBezTo>
                      <a:pt x="74" y="63"/>
                      <a:pt x="57" y="70"/>
                      <a:pt x="37" y="48"/>
                    </a:cubicBezTo>
                    <a:cubicBezTo>
                      <a:pt x="24" y="33"/>
                      <a:pt x="19" y="11"/>
                      <a:pt x="0" y="0"/>
                    </a:cubicBezTo>
                  </a:path>
                </a:pathLst>
              </a:custGeom>
              <a:solidFill>
                <a:srgbClr val="8C3F3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679" name="Freeform 293">
                <a:extLst>
                  <a:ext uri="{FF2B5EF4-FFF2-40B4-BE49-F238E27FC236}">
                    <a16:creationId xmlns:a16="http://schemas.microsoft.com/office/drawing/2014/main" id="{542DF639-D346-4BA2-A372-8474D36586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8" y="3079"/>
                <a:ext cx="207" cy="83"/>
              </a:xfrm>
              <a:custGeom>
                <a:avLst/>
                <a:gdLst>
                  <a:gd name="T0" fmla="*/ 226 w 196"/>
                  <a:gd name="T1" fmla="*/ 0 h 79"/>
                  <a:gd name="T2" fmla="*/ 170 w 196"/>
                  <a:gd name="T3" fmla="*/ 43 h 79"/>
                  <a:gd name="T4" fmla="*/ 115 w 196"/>
                  <a:gd name="T5" fmla="*/ 60 h 79"/>
                  <a:gd name="T6" fmla="*/ 0 w 196"/>
                  <a:gd name="T7" fmla="*/ 57 h 79"/>
                  <a:gd name="T8" fmla="*/ 158 w 196"/>
                  <a:gd name="T9" fmla="*/ 75 h 79"/>
                  <a:gd name="T10" fmla="*/ 231 w 196"/>
                  <a:gd name="T11" fmla="*/ 4 h 7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96" h="79">
                    <a:moveTo>
                      <a:pt x="192" y="0"/>
                    </a:moveTo>
                    <a:cubicBezTo>
                      <a:pt x="175" y="5"/>
                      <a:pt x="159" y="26"/>
                      <a:pt x="144" y="37"/>
                    </a:cubicBezTo>
                    <a:cubicBezTo>
                      <a:pt x="130" y="47"/>
                      <a:pt x="115" y="47"/>
                      <a:pt x="98" y="51"/>
                    </a:cubicBezTo>
                    <a:cubicBezTo>
                      <a:pt x="71" y="57"/>
                      <a:pt x="26" y="63"/>
                      <a:pt x="0" y="49"/>
                    </a:cubicBezTo>
                    <a:cubicBezTo>
                      <a:pt x="33" y="79"/>
                      <a:pt x="93" y="76"/>
                      <a:pt x="134" y="65"/>
                    </a:cubicBezTo>
                    <a:cubicBezTo>
                      <a:pt x="169" y="55"/>
                      <a:pt x="177" y="27"/>
                      <a:pt x="196" y="4"/>
                    </a:cubicBezTo>
                  </a:path>
                </a:pathLst>
              </a:custGeom>
              <a:solidFill>
                <a:srgbClr val="8C3F3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680" name="Freeform 294">
                <a:extLst>
                  <a:ext uri="{FF2B5EF4-FFF2-40B4-BE49-F238E27FC236}">
                    <a16:creationId xmlns:a16="http://schemas.microsoft.com/office/drawing/2014/main" id="{5552D12F-0FE1-4C7D-B593-EF3442499F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4" y="3101"/>
                <a:ext cx="93" cy="33"/>
              </a:xfrm>
              <a:custGeom>
                <a:avLst/>
                <a:gdLst>
                  <a:gd name="T0" fmla="*/ 48 w 88"/>
                  <a:gd name="T1" fmla="*/ 0 h 32"/>
                  <a:gd name="T2" fmla="*/ 7 w 88"/>
                  <a:gd name="T3" fmla="*/ 35 h 32"/>
                  <a:gd name="T4" fmla="*/ 104 w 88"/>
                  <a:gd name="T5" fmla="*/ 34 h 32"/>
                  <a:gd name="T6" fmla="*/ 68 w 88"/>
                  <a:gd name="T7" fmla="*/ 24 h 32"/>
                  <a:gd name="T8" fmla="*/ 34 w 88"/>
                  <a:gd name="T9" fmla="*/ 19 h 32"/>
                  <a:gd name="T10" fmla="*/ 47 w 88"/>
                  <a:gd name="T11" fmla="*/ 4 h 3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8" h="32">
                    <a:moveTo>
                      <a:pt x="41" y="0"/>
                    </a:moveTo>
                    <a:cubicBezTo>
                      <a:pt x="27" y="4"/>
                      <a:pt x="0" y="14"/>
                      <a:pt x="7" y="32"/>
                    </a:cubicBezTo>
                    <a:cubicBezTo>
                      <a:pt x="33" y="28"/>
                      <a:pt x="61" y="32"/>
                      <a:pt x="88" y="31"/>
                    </a:cubicBezTo>
                    <a:cubicBezTo>
                      <a:pt x="77" y="29"/>
                      <a:pt x="68" y="24"/>
                      <a:pt x="58" y="21"/>
                    </a:cubicBezTo>
                    <a:cubicBezTo>
                      <a:pt x="48" y="19"/>
                      <a:pt x="37" y="19"/>
                      <a:pt x="28" y="16"/>
                    </a:cubicBezTo>
                    <a:cubicBezTo>
                      <a:pt x="32" y="12"/>
                      <a:pt x="37" y="9"/>
                      <a:pt x="40" y="4"/>
                    </a:cubicBezTo>
                  </a:path>
                </a:pathLst>
              </a:custGeom>
              <a:solidFill>
                <a:srgbClr val="8C3F3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681" name="Freeform 295">
                <a:extLst>
                  <a:ext uri="{FF2B5EF4-FFF2-40B4-BE49-F238E27FC236}">
                    <a16:creationId xmlns:a16="http://schemas.microsoft.com/office/drawing/2014/main" id="{BAC1FCF4-C566-4074-AF60-7E7CF7F095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6" y="2725"/>
                <a:ext cx="225" cy="45"/>
              </a:xfrm>
              <a:custGeom>
                <a:avLst/>
                <a:gdLst>
                  <a:gd name="T0" fmla="*/ 2 w 213"/>
                  <a:gd name="T1" fmla="*/ 48 h 43"/>
                  <a:gd name="T2" fmla="*/ 139 w 213"/>
                  <a:gd name="T3" fmla="*/ 25 h 43"/>
                  <a:gd name="T4" fmla="*/ 202 w 213"/>
                  <a:gd name="T5" fmla="*/ 23 h 43"/>
                  <a:gd name="T6" fmla="*/ 251 w 213"/>
                  <a:gd name="T7" fmla="*/ 0 h 43"/>
                  <a:gd name="T8" fmla="*/ 117 w 213"/>
                  <a:gd name="T9" fmla="*/ 10 h 43"/>
                  <a:gd name="T10" fmla="*/ 56 w 213"/>
                  <a:gd name="T11" fmla="*/ 23 h 43"/>
                  <a:gd name="T12" fmla="*/ 0 w 213"/>
                  <a:gd name="T13" fmla="*/ 49 h 4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13" h="43">
                    <a:moveTo>
                      <a:pt x="2" y="42"/>
                    </a:moveTo>
                    <a:cubicBezTo>
                      <a:pt x="40" y="31"/>
                      <a:pt x="77" y="22"/>
                      <a:pt x="118" y="22"/>
                    </a:cubicBezTo>
                    <a:cubicBezTo>
                      <a:pt x="135" y="22"/>
                      <a:pt x="154" y="23"/>
                      <a:pt x="171" y="20"/>
                    </a:cubicBezTo>
                    <a:cubicBezTo>
                      <a:pt x="189" y="18"/>
                      <a:pt x="199" y="10"/>
                      <a:pt x="213" y="0"/>
                    </a:cubicBezTo>
                    <a:cubicBezTo>
                      <a:pt x="183" y="16"/>
                      <a:pt x="135" y="6"/>
                      <a:pt x="99" y="10"/>
                    </a:cubicBezTo>
                    <a:cubicBezTo>
                      <a:pt x="82" y="11"/>
                      <a:pt x="63" y="15"/>
                      <a:pt x="47" y="20"/>
                    </a:cubicBezTo>
                    <a:cubicBezTo>
                      <a:pt x="30" y="26"/>
                      <a:pt x="17" y="38"/>
                      <a:pt x="0" y="43"/>
                    </a:cubicBezTo>
                  </a:path>
                </a:pathLst>
              </a:custGeom>
              <a:solidFill>
                <a:srgbClr val="8C3F3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682" name="Freeform 296">
                <a:extLst>
                  <a:ext uri="{FF2B5EF4-FFF2-40B4-BE49-F238E27FC236}">
                    <a16:creationId xmlns:a16="http://schemas.microsoft.com/office/drawing/2014/main" id="{07875984-1A69-4EFA-B820-90AF7FC581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5" y="2408"/>
                <a:ext cx="164" cy="81"/>
              </a:xfrm>
              <a:custGeom>
                <a:avLst/>
                <a:gdLst>
                  <a:gd name="T0" fmla="*/ 0 w 155"/>
                  <a:gd name="T1" fmla="*/ 90 h 76"/>
                  <a:gd name="T2" fmla="*/ 109 w 155"/>
                  <a:gd name="T3" fmla="*/ 0 h 76"/>
                  <a:gd name="T4" fmla="*/ 101 w 155"/>
                  <a:gd name="T5" fmla="*/ 49 h 76"/>
                  <a:gd name="T6" fmla="*/ 133 w 155"/>
                  <a:gd name="T7" fmla="*/ 67 h 76"/>
                  <a:gd name="T8" fmla="*/ 184 w 155"/>
                  <a:gd name="T9" fmla="*/ 91 h 76"/>
                  <a:gd name="T10" fmla="*/ 136 w 155"/>
                  <a:gd name="T11" fmla="*/ 77 h 76"/>
                  <a:gd name="T12" fmla="*/ 94 w 155"/>
                  <a:gd name="T13" fmla="*/ 82 h 76"/>
                  <a:gd name="T14" fmla="*/ 8 w 155"/>
                  <a:gd name="T15" fmla="*/ 92 h 7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55" h="76">
                    <a:moveTo>
                      <a:pt x="0" y="74"/>
                    </a:moveTo>
                    <a:cubicBezTo>
                      <a:pt x="39" y="62"/>
                      <a:pt x="69" y="33"/>
                      <a:pt x="92" y="0"/>
                    </a:cubicBezTo>
                    <a:cubicBezTo>
                      <a:pt x="93" y="13"/>
                      <a:pt x="81" y="27"/>
                      <a:pt x="85" y="40"/>
                    </a:cubicBezTo>
                    <a:cubicBezTo>
                      <a:pt x="90" y="51"/>
                      <a:pt x="102" y="53"/>
                      <a:pt x="112" y="55"/>
                    </a:cubicBezTo>
                    <a:cubicBezTo>
                      <a:pt x="124" y="59"/>
                      <a:pt x="149" y="63"/>
                      <a:pt x="155" y="75"/>
                    </a:cubicBezTo>
                    <a:cubicBezTo>
                      <a:pt x="142" y="73"/>
                      <a:pt x="129" y="64"/>
                      <a:pt x="115" y="64"/>
                    </a:cubicBezTo>
                    <a:cubicBezTo>
                      <a:pt x="102" y="63"/>
                      <a:pt x="91" y="66"/>
                      <a:pt x="79" y="68"/>
                    </a:cubicBezTo>
                    <a:cubicBezTo>
                      <a:pt x="55" y="71"/>
                      <a:pt x="31" y="71"/>
                      <a:pt x="8" y="76"/>
                    </a:cubicBezTo>
                  </a:path>
                </a:pathLst>
              </a:custGeom>
              <a:solidFill>
                <a:srgbClr val="8C3F3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683" name="Freeform 297">
                <a:extLst>
                  <a:ext uri="{FF2B5EF4-FFF2-40B4-BE49-F238E27FC236}">
                    <a16:creationId xmlns:a16="http://schemas.microsoft.com/office/drawing/2014/main" id="{81A725F3-1DC0-4A4E-BB5B-94E3980FBE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9" y="1843"/>
                <a:ext cx="397" cy="214"/>
              </a:xfrm>
              <a:custGeom>
                <a:avLst/>
                <a:gdLst>
                  <a:gd name="T0" fmla="*/ 386 w 376"/>
                  <a:gd name="T1" fmla="*/ 0 h 203"/>
                  <a:gd name="T2" fmla="*/ 268 w 376"/>
                  <a:gd name="T3" fmla="*/ 170 h 203"/>
                  <a:gd name="T4" fmla="*/ 0 w 376"/>
                  <a:gd name="T5" fmla="*/ 157 h 203"/>
                  <a:gd name="T6" fmla="*/ 272 w 376"/>
                  <a:gd name="T7" fmla="*/ 179 h 203"/>
                  <a:gd name="T8" fmla="*/ 386 w 376"/>
                  <a:gd name="T9" fmla="*/ 0 h 20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76" h="203">
                    <a:moveTo>
                      <a:pt x="329" y="0"/>
                    </a:moveTo>
                    <a:cubicBezTo>
                      <a:pt x="329" y="0"/>
                      <a:pt x="319" y="107"/>
                      <a:pt x="228" y="145"/>
                    </a:cubicBezTo>
                    <a:cubicBezTo>
                      <a:pt x="137" y="182"/>
                      <a:pt x="57" y="168"/>
                      <a:pt x="0" y="134"/>
                    </a:cubicBezTo>
                    <a:cubicBezTo>
                      <a:pt x="0" y="134"/>
                      <a:pt x="86" y="203"/>
                      <a:pt x="231" y="153"/>
                    </a:cubicBezTo>
                    <a:cubicBezTo>
                      <a:pt x="376" y="103"/>
                      <a:pt x="330" y="3"/>
                      <a:pt x="329" y="0"/>
                    </a:cubicBezTo>
                    <a:close/>
                  </a:path>
                </a:pathLst>
              </a:custGeom>
              <a:solidFill>
                <a:srgbClr val="8C3F3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684" name="Freeform 298">
                <a:extLst>
                  <a:ext uri="{FF2B5EF4-FFF2-40B4-BE49-F238E27FC236}">
                    <a16:creationId xmlns:a16="http://schemas.microsoft.com/office/drawing/2014/main" id="{3ADD4322-F50F-4E5E-9AE7-E11719648D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4" y="3926"/>
                <a:ext cx="68" cy="60"/>
              </a:xfrm>
              <a:custGeom>
                <a:avLst/>
                <a:gdLst>
                  <a:gd name="T0" fmla="*/ 77 w 64"/>
                  <a:gd name="T1" fmla="*/ 61 h 57"/>
                  <a:gd name="T2" fmla="*/ 49 w 64"/>
                  <a:gd name="T3" fmla="*/ 47 h 57"/>
                  <a:gd name="T4" fmla="*/ 35 w 64"/>
                  <a:gd name="T5" fmla="*/ 27 h 57"/>
                  <a:gd name="T6" fmla="*/ 0 w 64"/>
                  <a:gd name="T7" fmla="*/ 0 h 57"/>
                  <a:gd name="T8" fmla="*/ 23 w 64"/>
                  <a:gd name="T9" fmla="*/ 14 h 57"/>
                  <a:gd name="T10" fmla="*/ 50 w 64"/>
                  <a:gd name="T11" fmla="*/ 29 h 57"/>
                  <a:gd name="T12" fmla="*/ 58 w 64"/>
                  <a:gd name="T13" fmla="*/ 48 h 57"/>
                  <a:gd name="T14" fmla="*/ 72 w 64"/>
                  <a:gd name="T15" fmla="*/ 58 h 5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4" h="57">
                    <a:moveTo>
                      <a:pt x="64" y="52"/>
                    </a:moveTo>
                    <a:cubicBezTo>
                      <a:pt x="56" y="57"/>
                      <a:pt x="44" y="47"/>
                      <a:pt x="40" y="41"/>
                    </a:cubicBezTo>
                    <a:cubicBezTo>
                      <a:pt x="37" y="34"/>
                      <a:pt x="36" y="27"/>
                      <a:pt x="29" y="24"/>
                    </a:cubicBezTo>
                    <a:cubicBezTo>
                      <a:pt x="18" y="18"/>
                      <a:pt x="11" y="3"/>
                      <a:pt x="0" y="0"/>
                    </a:cubicBezTo>
                    <a:cubicBezTo>
                      <a:pt x="6" y="2"/>
                      <a:pt x="14" y="8"/>
                      <a:pt x="20" y="11"/>
                    </a:cubicBezTo>
                    <a:cubicBezTo>
                      <a:pt x="28" y="15"/>
                      <a:pt x="36" y="18"/>
                      <a:pt x="41" y="26"/>
                    </a:cubicBezTo>
                    <a:cubicBezTo>
                      <a:pt x="44" y="31"/>
                      <a:pt x="45" y="38"/>
                      <a:pt x="49" y="42"/>
                    </a:cubicBezTo>
                    <a:cubicBezTo>
                      <a:pt x="52" y="45"/>
                      <a:pt x="57" y="48"/>
                      <a:pt x="60" y="49"/>
                    </a:cubicBezTo>
                  </a:path>
                </a:pathLst>
              </a:custGeom>
              <a:solidFill>
                <a:srgbClr val="8C3F3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685" name="Freeform 299">
                <a:extLst>
                  <a:ext uri="{FF2B5EF4-FFF2-40B4-BE49-F238E27FC236}">
                    <a16:creationId xmlns:a16="http://schemas.microsoft.com/office/drawing/2014/main" id="{CBA9390F-DE66-45A7-BE8B-689871572B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8" y="3678"/>
                <a:ext cx="93" cy="131"/>
              </a:xfrm>
              <a:custGeom>
                <a:avLst/>
                <a:gdLst>
                  <a:gd name="T0" fmla="*/ 47 w 88"/>
                  <a:gd name="T1" fmla="*/ 146 h 124"/>
                  <a:gd name="T2" fmla="*/ 4 w 88"/>
                  <a:gd name="T3" fmla="*/ 96 h 124"/>
                  <a:gd name="T4" fmla="*/ 4 w 88"/>
                  <a:gd name="T5" fmla="*/ 31 h 124"/>
                  <a:gd name="T6" fmla="*/ 7 w 88"/>
                  <a:gd name="T7" fmla="*/ 15 h 124"/>
                  <a:gd name="T8" fmla="*/ 35 w 88"/>
                  <a:gd name="T9" fmla="*/ 5 h 124"/>
                  <a:gd name="T10" fmla="*/ 104 w 88"/>
                  <a:gd name="T11" fmla="*/ 2 h 124"/>
                  <a:gd name="T12" fmla="*/ 37 w 88"/>
                  <a:gd name="T13" fmla="*/ 15 h 124"/>
                  <a:gd name="T14" fmla="*/ 17 w 88"/>
                  <a:gd name="T15" fmla="*/ 19 h 124"/>
                  <a:gd name="T16" fmla="*/ 15 w 88"/>
                  <a:gd name="T17" fmla="*/ 40 h 124"/>
                  <a:gd name="T18" fmla="*/ 15 w 88"/>
                  <a:gd name="T19" fmla="*/ 102 h 124"/>
                  <a:gd name="T20" fmla="*/ 42 w 88"/>
                  <a:gd name="T21" fmla="*/ 145 h 12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8" h="124">
                    <a:moveTo>
                      <a:pt x="40" y="124"/>
                    </a:moveTo>
                    <a:cubicBezTo>
                      <a:pt x="19" y="116"/>
                      <a:pt x="10" y="104"/>
                      <a:pt x="4" y="81"/>
                    </a:cubicBezTo>
                    <a:cubicBezTo>
                      <a:pt x="0" y="62"/>
                      <a:pt x="8" y="45"/>
                      <a:pt x="4" y="26"/>
                    </a:cubicBezTo>
                    <a:cubicBezTo>
                      <a:pt x="2" y="17"/>
                      <a:pt x="0" y="17"/>
                      <a:pt x="7" y="12"/>
                    </a:cubicBezTo>
                    <a:cubicBezTo>
                      <a:pt x="14" y="8"/>
                      <a:pt x="21" y="7"/>
                      <a:pt x="29" y="5"/>
                    </a:cubicBezTo>
                    <a:cubicBezTo>
                      <a:pt x="49" y="0"/>
                      <a:pt x="68" y="1"/>
                      <a:pt x="88" y="2"/>
                    </a:cubicBezTo>
                    <a:cubicBezTo>
                      <a:pt x="69" y="3"/>
                      <a:pt x="51" y="12"/>
                      <a:pt x="31" y="12"/>
                    </a:cubicBezTo>
                    <a:cubicBezTo>
                      <a:pt x="25" y="12"/>
                      <a:pt x="19" y="11"/>
                      <a:pt x="14" y="16"/>
                    </a:cubicBezTo>
                    <a:cubicBezTo>
                      <a:pt x="10" y="21"/>
                      <a:pt x="12" y="28"/>
                      <a:pt x="12" y="34"/>
                    </a:cubicBezTo>
                    <a:cubicBezTo>
                      <a:pt x="12" y="52"/>
                      <a:pt x="6" y="69"/>
                      <a:pt x="12" y="87"/>
                    </a:cubicBezTo>
                    <a:cubicBezTo>
                      <a:pt x="17" y="102"/>
                      <a:pt x="27" y="112"/>
                      <a:pt x="36" y="123"/>
                    </a:cubicBezTo>
                  </a:path>
                </a:pathLst>
              </a:custGeom>
              <a:solidFill>
                <a:srgbClr val="8C3F3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686" name="Freeform 300">
                <a:extLst>
                  <a:ext uri="{FF2B5EF4-FFF2-40B4-BE49-F238E27FC236}">
                    <a16:creationId xmlns:a16="http://schemas.microsoft.com/office/drawing/2014/main" id="{48E5740D-0510-47CB-BD13-BCDE511CB8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1" y="3827"/>
                <a:ext cx="117" cy="100"/>
              </a:xfrm>
              <a:custGeom>
                <a:avLst/>
                <a:gdLst>
                  <a:gd name="T0" fmla="*/ 0 w 111"/>
                  <a:gd name="T1" fmla="*/ 0 h 95"/>
                  <a:gd name="T2" fmla="*/ 4 w 111"/>
                  <a:gd name="T3" fmla="*/ 47 h 95"/>
                  <a:gd name="T4" fmla="*/ 15 w 111"/>
                  <a:gd name="T5" fmla="*/ 76 h 95"/>
                  <a:gd name="T6" fmla="*/ 50 w 111"/>
                  <a:gd name="T7" fmla="*/ 96 h 95"/>
                  <a:gd name="T8" fmla="*/ 91 w 111"/>
                  <a:gd name="T9" fmla="*/ 101 h 95"/>
                  <a:gd name="T10" fmla="*/ 130 w 111"/>
                  <a:gd name="T11" fmla="*/ 105 h 95"/>
                  <a:gd name="T12" fmla="*/ 90 w 111"/>
                  <a:gd name="T13" fmla="*/ 41 h 95"/>
                  <a:gd name="T14" fmla="*/ 100 w 111"/>
                  <a:gd name="T15" fmla="*/ 83 h 95"/>
                  <a:gd name="T16" fmla="*/ 94 w 111"/>
                  <a:gd name="T17" fmla="*/ 93 h 95"/>
                  <a:gd name="T18" fmla="*/ 74 w 111"/>
                  <a:gd name="T19" fmla="*/ 88 h 95"/>
                  <a:gd name="T20" fmla="*/ 26 w 111"/>
                  <a:gd name="T21" fmla="*/ 68 h 95"/>
                  <a:gd name="T22" fmla="*/ 8 w 111"/>
                  <a:gd name="T23" fmla="*/ 38 h 95"/>
                  <a:gd name="T24" fmla="*/ 3 w 111"/>
                  <a:gd name="T25" fmla="*/ 5 h 9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11" h="95">
                    <a:moveTo>
                      <a:pt x="0" y="0"/>
                    </a:moveTo>
                    <a:cubicBezTo>
                      <a:pt x="0" y="13"/>
                      <a:pt x="2" y="28"/>
                      <a:pt x="4" y="41"/>
                    </a:cubicBezTo>
                    <a:cubicBezTo>
                      <a:pt x="5" y="51"/>
                      <a:pt x="6" y="57"/>
                      <a:pt x="12" y="65"/>
                    </a:cubicBezTo>
                    <a:cubicBezTo>
                      <a:pt x="19" y="74"/>
                      <a:pt x="31" y="80"/>
                      <a:pt x="43" y="82"/>
                    </a:cubicBezTo>
                    <a:cubicBezTo>
                      <a:pt x="55" y="85"/>
                      <a:pt x="66" y="83"/>
                      <a:pt x="78" y="86"/>
                    </a:cubicBezTo>
                    <a:cubicBezTo>
                      <a:pt x="87" y="88"/>
                      <a:pt x="102" y="95"/>
                      <a:pt x="111" y="90"/>
                    </a:cubicBezTo>
                    <a:cubicBezTo>
                      <a:pt x="95" y="76"/>
                      <a:pt x="80" y="59"/>
                      <a:pt x="77" y="35"/>
                    </a:cubicBezTo>
                    <a:cubicBezTo>
                      <a:pt x="77" y="48"/>
                      <a:pt x="82" y="59"/>
                      <a:pt x="85" y="71"/>
                    </a:cubicBezTo>
                    <a:cubicBezTo>
                      <a:pt x="86" y="76"/>
                      <a:pt x="87" y="79"/>
                      <a:pt x="80" y="80"/>
                    </a:cubicBezTo>
                    <a:cubicBezTo>
                      <a:pt x="74" y="80"/>
                      <a:pt x="68" y="76"/>
                      <a:pt x="63" y="76"/>
                    </a:cubicBezTo>
                    <a:cubicBezTo>
                      <a:pt x="47" y="74"/>
                      <a:pt x="35" y="69"/>
                      <a:pt x="23" y="59"/>
                    </a:cubicBezTo>
                    <a:cubicBezTo>
                      <a:pt x="14" y="51"/>
                      <a:pt x="11" y="43"/>
                      <a:pt x="8" y="32"/>
                    </a:cubicBezTo>
                    <a:cubicBezTo>
                      <a:pt x="5" y="23"/>
                      <a:pt x="0" y="15"/>
                      <a:pt x="3" y="5"/>
                    </a:cubicBezTo>
                  </a:path>
                </a:pathLst>
              </a:custGeom>
              <a:solidFill>
                <a:srgbClr val="8C3F3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687" name="Freeform 301">
                <a:extLst>
                  <a:ext uri="{FF2B5EF4-FFF2-40B4-BE49-F238E27FC236}">
                    <a16:creationId xmlns:a16="http://schemas.microsoft.com/office/drawing/2014/main" id="{146E3383-AF4E-48A3-AB40-F43FDD769B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9" y="3779"/>
                <a:ext cx="109" cy="68"/>
              </a:xfrm>
              <a:custGeom>
                <a:avLst/>
                <a:gdLst>
                  <a:gd name="T0" fmla="*/ 122 w 103"/>
                  <a:gd name="T1" fmla="*/ 13 h 64"/>
                  <a:gd name="T2" fmla="*/ 52 w 103"/>
                  <a:gd name="T3" fmla="*/ 3 h 64"/>
                  <a:gd name="T4" fmla="*/ 0 w 103"/>
                  <a:gd name="T5" fmla="*/ 43 h 64"/>
                  <a:gd name="T6" fmla="*/ 40 w 103"/>
                  <a:gd name="T7" fmla="*/ 28 h 64"/>
                  <a:gd name="T8" fmla="*/ 52 w 103"/>
                  <a:gd name="T9" fmla="*/ 77 h 64"/>
                  <a:gd name="T10" fmla="*/ 57 w 103"/>
                  <a:gd name="T11" fmla="*/ 49 h 64"/>
                  <a:gd name="T12" fmla="*/ 79 w 103"/>
                  <a:gd name="T13" fmla="*/ 32 h 64"/>
                  <a:gd name="T14" fmla="*/ 98 w 103"/>
                  <a:gd name="T15" fmla="*/ 22 h 64"/>
                  <a:gd name="T16" fmla="*/ 119 w 103"/>
                  <a:gd name="T17" fmla="*/ 15 h 6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3" h="64">
                    <a:moveTo>
                      <a:pt x="103" y="10"/>
                    </a:moveTo>
                    <a:cubicBezTo>
                      <a:pt x="82" y="20"/>
                      <a:pt x="64" y="5"/>
                      <a:pt x="43" y="3"/>
                    </a:cubicBezTo>
                    <a:cubicBezTo>
                      <a:pt x="21" y="0"/>
                      <a:pt x="9" y="17"/>
                      <a:pt x="0" y="36"/>
                    </a:cubicBezTo>
                    <a:cubicBezTo>
                      <a:pt x="5" y="27"/>
                      <a:pt x="24" y="16"/>
                      <a:pt x="34" y="23"/>
                    </a:cubicBezTo>
                    <a:cubicBezTo>
                      <a:pt x="46" y="31"/>
                      <a:pt x="40" y="52"/>
                      <a:pt x="43" y="64"/>
                    </a:cubicBezTo>
                    <a:cubicBezTo>
                      <a:pt x="43" y="56"/>
                      <a:pt x="45" y="47"/>
                      <a:pt x="48" y="40"/>
                    </a:cubicBezTo>
                    <a:cubicBezTo>
                      <a:pt x="51" y="30"/>
                      <a:pt x="58" y="29"/>
                      <a:pt x="67" y="26"/>
                    </a:cubicBezTo>
                    <a:cubicBezTo>
                      <a:pt x="72" y="24"/>
                      <a:pt x="77" y="21"/>
                      <a:pt x="83" y="19"/>
                    </a:cubicBezTo>
                    <a:cubicBezTo>
                      <a:pt x="88" y="16"/>
                      <a:pt x="96" y="16"/>
                      <a:pt x="100" y="12"/>
                    </a:cubicBezTo>
                  </a:path>
                </a:pathLst>
              </a:custGeom>
              <a:solidFill>
                <a:srgbClr val="8C3F3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688" name="Freeform 302">
                <a:extLst>
                  <a:ext uri="{FF2B5EF4-FFF2-40B4-BE49-F238E27FC236}">
                    <a16:creationId xmlns:a16="http://schemas.microsoft.com/office/drawing/2014/main" id="{3998AC9B-C94E-4B84-8DD2-71E745F3C6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1" y="3166"/>
                <a:ext cx="189" cy="310"/>
              </a:xfrm>
              <a:custGeom>
                <a:avLst/>
                <a:gdLst>
                  <a:gd name="T0" fmla="*/ 211 w 179"/>
                  <a:gd name="T1" fmla="*/ 13 h 294"/>
                  <a:gd name="T2" fmla="*/ 129 w 179"/>
                  <a:gd name="T3" fmla="*/ 1 h 294"/>
                  <a:gd name="T4" fmla="*/ 71 w 179"/>
                  <a:gd name="T5" fmla="*/ 1 h 294"/>
                  <a:gd name="T6" fmla="*/ 29 w 179"/>
                  <a:gd name="T7" fmla="*/ 6 h 294"/>
                  <a:gd name="T8" fmla="*/ 19 w 179"/>
                  <a:gd name="T9" fmla="*/ 53 h 294"/>
                  <a:gd name="T10" fmla="*/ 5 w 179"/>
                  <a:gd name="T11" fmla="*/ 190 h 294"/>
                  <a:gd name="T12" fmla="*/ 37 w 179"/>
                  <a:gd name="T13" fmla="*/ 345 h 294"/>
                  <a:gd name="T14" fmla="*/ 22 w 179"/>
                  <a:gd name="T15" fmla="*/ 236 h 294"/>
                  <a:gd name="T16" fmla="*/ 25 w 179"/>
                  <a:gd name="T17" fmla="*/ 154 h 294"/>
                  <a:gd name="T18" fmla="*/ 35 w 179"/>
                  <a:gd name="T19" fmla="*/ 108 h 294"/>
                  <a:gd name="T20" fmla="*/ 40 w 179"/>
                  <a:gd name="T21" fmla="*/ 53 h 294"/>
                  <a:gd name="T22" fmla="*/ 65 w 179"/>
                  <a:gd name="T23" fmla="*/ 43 h 294"/>
                  <a:gd name="T24" fmla="*/ 114 w 179"/>
                  <a:gd name="T25" fmla="*/ 34 h 294"/>
                  <a:gd name="T26" fmla="*/ 155 w 179"/>
                  <a:gd name="T27" fmla="*/ 24 h 294"/>
                  <a:gd name="T28" fmla="*/ 188 w 179"/>
                  <a:gd name="T29" fmla="*/ 20 h 294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79" h="294">
                    <a:moveTo>
                      <a:pt x="179" y="10"/>
                    </a:moveTo>
                    <a:cubicBezTo>
                      <a:pt x="155" y="10"/>
                      <a:pt x="133" y="2"/>
                      <a:pt x="110" y="1"/>
                    </a:cubicBezTo>
                    <a:cubicBezTo>
                      <a:pt x="94" y="0"/>
                      <a:pt x="76" y="1"/>
                      <a:pt x="60" y="1"/>
                    </a:cubicBezTo>
                    <a:cubicBezTo>
                      <a:pt x="52" y="1"/>
                      <a:pt x="31" y="1"/>
                      <a:pt x="25" y="6"/>
                    </a:cubicBezTo>
                    <a:cubicBezTo>
                      <a:pt x="16" y="13"/>
                      <a:pt x="17" y="35"/>
                      <a:pt x="16" y="45"/>
                    </a:cubicBezTo>
                    <a:cubicBezTo>
                      <a:pt x="13" y="84"/>
                      <a:pt x="10" y="123"/>
                      <a:pt x="5" y="162"/>
                    </a:cubicBezTo>
                    <a:cubicBezTo>
                      <a:pt x="0" y="210"/>
                      <a:pt x="24" y="248"/>
                      <a:pt x="31" y="294"/>
                    </a:cubicBezTo>
                    <a:cubicBezTo>
                      <a:pt x="29" y="263"/>
                      <a:pt x="20" y="232"/>
                      <a:pt x="19" y="201"/>
                    </a:cubicBezTo>
                    <a:cubicBezTo>
                      <a:pt x="18" y="178"/>
                      <a:pt x="18" y="154"/>
                      <a:pt x="22" y="131"/>
                    </a:cubicBezTo>
                    <a:cubicBezTo>
                      <a:pt x="24" y="118"/>
                      <a:pt x="27" y="105"/>
                      <a:pt x="29" y="92"/>
                    </a:cubicBezTo>
                    <a:cubicBezTo>
                      <a:pt x="31" y="78"/>
                      <a:pt x="29" y="57"/>
                      <a:pt x="34" y="45"/>
                    </a:cubicBezTo>
                    <a:cubicBezTo>
                      <a:pt x="39" y="31"/>
                      <a:pt x="43" y="36"/>
                      <a:pt x="56" y="37"/>
                    </a:cubicBezTo>
                    <a:cubicBezTo>
                      <a:pt x="71" y="38"/>
                      <a:pt x="83" y="33"/>
                      <a:pt x="97" y="28"/>
                    </a:cubicBezTo>
                    <a:cubicBezTo>
                      <a:pt x="109" y="25"/>
                      <a:pt x="120" y="23"/>
                      <a:pt x="132" y="21"/>
                    </a:cubicBezTo>
                    <a:cubicBezTo>
                      <a:pt x="140" y="20"/>
                      <a:pt x="154" y="23"/>
                      <a:pt x="160" y="17"/>
                    </a:cubicBezTo>
                  </a:path>
                </a:pathLst>
              </a:custGeom>
              <a:solidFill>
                <a:srgbClr val="8C3F3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689" name="Freeform 303">
                <a:extLst>
                  <a:ext uri="{FF2B5EF4-FFF2-40B4-BE49-F238E27FC236}">
                    <a16:creationId xmlns:a16="http://schemas.microsoft.com/office/drawing/2014/main" id="{588EEAAA-7707-4DC5-A3F2-551226BB5D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6" y="3319"/>
                <a:ext cx="150" cy="337"/>
              </a:xfrm>
              <a:custGeom>
                <a:avLst/>
                <a:gdLst>
                  <a:gd name="T0" fmla="*/ 8 w 142"/>
                  <a:gd name="T1" fmla="*/ 135 h 319"/>
                  <a:gd name="T2" fmla="*/ 75 w 142"/>
                  <a:gd name="T3" fmla="*/ 278 h 319"/>
                  <a:gd name="T4" fmla="*/ 167 w 142"/>
                  <a:gd name="T5" fmla="*/ 376 h 319"/>
                  <a:gd name="T6" fmla="*/ 82 w 142"/>
                  <a:gd name="T7" fmla="*/ 268 h 319"/>
                  <a:gd name="T8" fmla="*/ 33 w 142"/>
                  <a:gd name="T9" fmla="*/ 163 h 319"/>
                  <a:gd name="T10" fmla="*/ 7 w 142"/>
                  <a:gd name="T11" fmla="*/ 0 h 31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2" h="319">
                    <a:moveTo>
                      <a:pt x="8" y="115"/>
                    </a:moveTo>
                    <a:cubicBezTo>
                      <a:pt x="13" y="158"/>
                      <a:pt x="38" y="201"/>
                      <a:pt x="63" y="236"/>
                    </a:cubicBezTo>
                    <a:cubicBezTo>
                      <a:pt x="82" y="265"/>
                      <a:pt x="112" y="301"/>
                      <a:pt x="142" y="319"/>
                    </a:cubicBezTo>
                    <a:cubicBezTo>
                      <a:pt x="117" y="292"/>
                      <a:pt x="88" y="260"/>
                      <a:pt x="70" y="227"/>
                    </a:cubicBezTo>
                    <a:cubicBezTo>
                      <a:pt x="54" y="198"/>
                      <a:pt x="42" y="167"/>
                      <a:pt x="27" y="138"/>
                    </a:cubicBezTo>
                    <a:cubicBezTo>
                      <a:pt x="7" y="99"/>
                      <a:pt x="0" y="43"/>
                      <a:pt x="7" y="0"/>
                    </a:cubicBezTo>
                  </a:path>
                </a:pathLst>
              </a:custGeom>
              <a:solidFill>
                <a:srgbClr val="8C3F3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690" name="Freeform 304">
                <a:extLst>
                  <a:ext uri="{FF2B5EF4-FFF2-40B4-BE49-F238E27FC236}">
                    <a16:creationId xmlns:a16="http://schemas.microsoft.com/office/drawing/2014/main" id="{16B08C1F-34DE-4553-9731-0DEB3D158F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6" y="2491"/>
                <a:ext cx="124" cy="22"/>
              </a:xfrm>
              <a:custGeom>
                <a:avLst/>
                <a:gdLst>
                  <a:gd name="T0" fmla="*/ 0 w 118"/>
                  <a:gd name="T1" fmla="*/ 8 h 21"/>
                  <a:gd name="T2" fmla="*/ 57 w 118"/>
                  <a:gd name="T3" fmla="*/ 21 h 21"/>
                  <a:gd name="T4" fmla="*/ 137 w 118"/>
                  <a:gd name="T5" fmla="*/ 0 h 21"/>
                  <a:gd name="T6" fmla="*/ 3 w 118"/>
                  <a:gd name="T7" fmla="*/ 8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8" h="21">
                    <a:moveTo>
                      <a:pt x="0" y="8"/>
                    </a:moveTo>
                    <a:cubicBezTo>
                      <a:pt x="9" y="19"/>
                      <a:pt x="34" y="18"/>
                      <a:pt x="49" y="18"/>
                    </a:cubicBezTo>
                    <a:cubicBezTo>
                      <a:pt x="71" y="20"/>
                      <a:pt x="97" y="8"/>
                      <a:pt x="118" y="0"/>
                    </a:cubicBezTo>
                    <a:cubicBezTo>
                      <a:pt x="79" y="21"/>
                      <a:pt x="42" y="7"/>
                      <a:pt x="3" y="8"/>
                    </a:cubicBezTo>
                  </a:path>
                </a:pathLst>
              </a:custGeom>
              <a:solidFill>
                <a:srgbClr val="8C3F3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691" name="Freeform 305">
                <a:extLst>
                  <a:ext uri="{FF2B5EF4-FFF2-40B4-BE49-F238E27FC236}">
                    <a16:creationId xmlns:a16="http://schemas.microsoft.com/office/drawing/2014/main" id="{985D3741-A035-41B6-8989-739AC8B08F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6" y="1592"/>
                <a:ext cx="37" cy="48"/>
              </a:xfrm>
              <a:custGeom>
                <a:avLst/>
                <a:gdLst>
                  <a:gd name="T0" fmla="*/ 0 w 35"/>
                  <a:gd name="T1" fmla="*/ 54 h 45"/>
                  <a:gd name="T2" fmla="*/ 41 w 35"/>
                  <a:gd name="T3" fmla="*/ 0 h 45"/>
                  <a:gd name="T4" fmla="*/ 38 w 35"/>
                  <a:gd name="T5" fmla="*/ 51 h 45"/>
                  <a:gd name="T6" fmla="*/ 1 w 35"/>
                  <a:gd name="T7" fmla="*/ 53 h 4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5" h="45">
                    <a:moveTo>
                      <a:pt x="0" y="45"/>
                    </a:moveTo>
                    <a:cubicBezTo>
                      <a:pt x="10" y="30"/>
                      <a:pt x="21" y="12"/>
                      <a:pt x="35" y="0"/>
                    </a:cubicBezTo>
                    <a:cubicBezTo>
                      <a:pt x="29" y="12"/>
                      <a:pt x="17" y="33"/>
                      <a:pt x="32" y="42"/>
                    </a:cubicBezTo>
                    <a:cubicBezTo>
                      <a:pt x="21" y="43"/>
                      <a:pt x="11" y="42"/>
                      <a:pt x="1" y="44"/>
                    </a:cubicBezTo>
                  </a:path>
                </a:pathLst>
              </a:custGeom>
              <a:solidFill>
                <a:srgbClr val="8C3F3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692" name="Freeform 306">
                <a:extLst>
                  <a:ext uri="{FF2B5EF4-FFF2-40B4-BE49-F238E27FC236}">
                    <a16:creationId xmlns:a16="http://schemas.microsoft.com/office/drawing/2014/main" id="{CDD1D85A-F6C6-4A85-A25B-8F0D7F3A68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2" y="1646"/>
                <a:ext cx="63" cy="86"/>
              </a:xfrm>
              <a:custGeom>
                <a:avLst/>
                <a:gdLst>
                  <a:gd name="T0" fmla="*/ 69 w 60"/>
                  <a:gd name="T1" fmla="*/ 0 h 81"/>
                  <a:gd name="T2" fmla="*/ 30 w 60"/>
                  <a:gd name="T3" fmla="*/ 6 h 81"/>
                  <a:gd name="T4" fmla="*/ 9 w 60"/>
                  <a:gd name="T5" fmla="*/ 23 h 81"/>
                  <a:gd name="T6" fmla="*/ 5 w 60"/>
                  <a:gd name="T7" fmla="*/ 58 h 81"/>
                  <a:gd name="T8" fmla="*/ 24 w 60"/>
                  <a:gd name="T9" fmla="*/ 97 h 81"/>
                  <a:gd name="T10" fmla="*/ 20 w 60"/>
                  <a:gd name="T11" fmla="*/ 57 h 81"/>
                  <a:gd name="T12" fmla="*/ 26 w 60"/>
                  <a:gd name="T13" fmla="*/ 27 h 81"/>
                  <a:gd name="T14" fmla="*/ 45 w 60"/>
                  <a:gd name="T15" fmla="*/ 15 h 81"/>
                  <a:gd name="T16" fmla="*/ 63 w 60"/>
                  <a:gd name="T17" fmla="*/ 3 h 8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0" h="81">
                    <a:moveTo>
                      <a:pt x="60" y="0"/>
                    </a:moveTo>
                    <a:cubicBezTo>
                      <a:pt x="49" y="6"/>
                      <a:pt x="40" y="6"/>
                      <a:pt x="27" y="6"/>
                    </a:cubicBezTo>
                    <a:cubicBezTo>
                      <a:pt x="13" y="5"/>
                      <a:pt x="12" y="9"/>
                      <a:pt x="9" y="20"/>
                    </a:cubicBezTo>
                    <a:cubicBezTo>
                      <a:pt x="5" y="32"/>
                      <a:pt x="0" y="38"/>
                      <a:pt x="5" y="49"/>
                    </a:cubicBezTo>
                    <a:cubicBezTo>
                      <a:pt x="10" y="58"/>
                      <a:pt x="20" y="71"/>
                      <a:pt x="21" y="81"/>
                    </a:cubicBezTo>
                    <a:cubicBezTo>
                      <a:pt x="25" y="73"/>
                      <a:pt x="18" y="57"/>
                      <a:pt x="17" y="48"/>
                    </a:cubicBezTo>
                    <a:cubicBezTo>
                      <a:pt x="17" y="39"/>
                      <a:pt x="17" y="30"/>
                      <a:pt x="23" y="23"/>
                    </a:cubicBezTo>
                    <a:cubicBezTo>
                      <a:pt x="27" y="18"/>
                      <a:pt x="34" y="16"/>
                      <a:pt x="39" y="12"/>
                    </a:cubicBezTo>
                    <a:cubicBezTo>
                      <a:pt x="43" y="9"/>
                      <a:pt x="49" y="6"/>
                      <a:pt x="54" y="3"/>
                    </a:cubicBezTo>
                  </a:path>
                </a:pathLst>
              </a:custGeom>
              <a:solidFill>
                <a:srgbClr val="8C3F3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693" name="Freeform 307">
                <a:extLst>
                  <a:ext uri="{FF2B5EF4-FFF2-40B4-BE49-F238E27FC236}">
                    <a16:creationId xmlns:a16="http://schemas.microsoft.com/office/drawing/2014/main" id="{1280C1AA-E9A9-4EA3-A175-2C8C714378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9" y="1797"/>
                <a:ext cx="77" cy="84"/>
              </a:xfrm>
              <a:custGeom>
                <a:avLst/>
                <a:gdLst>
                  <a:gd name="T0" fmla="*/ 85 w 73"/>
                  <a:gd name="T1" fmla="*/ 46 h 79"/>
                  <a:gd name="T2" fmla="*/ 58 w 73"/>
                  <a:gd name="T3" fmla="*/ 33 h 79"/>
                  <a:gd name="T4" fmla="*/ 38 w 73"/>
                  <a:gd name="T5" fmla="*/ 22 h 79"/>
                  <a:gd name="T6" fmla="*/ 0 w 73"/>
                  <a:gd name="T7" fmla="*/ 0 h 79"/>
                  <a:gd name="T8" fmla="*/ 41 w 73"/>
                  <a:gd name="T9" fmla="*/ 95 h 79"/>
                  <a:gd name="T10" fmla="*/ 39 w 73"/>
                  <a:gd name="T11" fmla="*/ 37 h 79"/>
                  <a:gd name="T12" fmla="*/ 63 w 73"/>
                  <a:gd name="T13" fmla="*/ 46 h 79"/>
                  <a:gd name="T14" fmla="*/ 85 w 73"/>
                  <a:gd name="T15" fmla="*/ 53 h 7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3" h="79">
                    <a:moveTo>
                      <a:pt x="73" y="38"/>
                    </a:moveTo>
                    <a:cubicBezTo>
                      <a:pt x="68" y="40"/>
                      <a:pt x="55" y="30"/>
                      <a:pt x="49" y="27"/>
                    </a:cubicBezTo>
                    <a:cubicBezTo>
                      <a:pt x="43" y="24"/>
                      <a:pt x="37" y="22"/>
                      <a:pt x="32" y="19"/>
                    </a:cubicBezTo>
                    <a:cubicBezTo>
                      <a:pt x="22" y="13"/>
                      <a:pt x="8" y="9"/>
                      <a:pt x="0" y="0"/>
                    </a:cubicBezTo>
                    <a:cubicBezTo>
                      <a:pt x="5" y="28"/>
                      <a:pt x="23" y="52"/>
                      <a:pt x="35" y="79"/>
                    </a:cubicBezTo>
                    <a:cubicBezTo>
                      <a:pt x="35" y="68"/>
                      <a:pt x="12" y="33"/>
                      <a:pt x="33" y="31"/>
                    </a:cubicBezTo>
                    <a:cubicBezTo>
                      <a:pt x="38" y="31"/>
                      <a:pt x="48" y="36"/>
                      <a:pt x="54" y="38"/>
                    </a:cubicBezTo>
                    <a:cubicBezTo>
                      <a:pt x="61" y="40"/>
                      <a:pt x="65" y="43"/>
                      <a:pt x="73" y="44"/>
                    </a:cubicBezTo>
                  </a:path>
                </a:pathLst>
              </a:custGeom>
              <a:solidFill>
                <a:srgbClr val="8C3F3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694" name="Freeform 308">
                <a:extLst>
                  <a:ext uri="{FF2B5EF4-FFF2-40B4-BE49-F238E27FC236}">
                    <a16:creationId xmlns:a16="http://schemas.microsoft.com/office/drawing/2014/main" id="{9C97DC3D-FA61-42D0-9830-C5FC4BE692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6" y="2175"/>
                <a:ext cx="120" cy="175"/>
              </a:xfrm>
              <a:custGeom>
                <a:avLst/>
                <a:gdLst>
                  <a:gd name="T0" fmla="*/ 104 w 114"/>
                  <a:gd name="T1" fmla="*/ 21 h 166"/>
                  <a:gd name="T2" fmla="*/ 55 w 114"/>
                  <a:gd name="T3" fmla="*/ 54 h 166"/>
                  <a:gd name="T4" fmla="*/ 68 w 114"/>
                  <a:gd name="T5" fmla="*/ 91 h 166"/>
                  <a:gd name="T6" fmla="*/ 104 w 114"/>
                  <a:gd name="T7" fmla="*/ 82 h 166"/>
                  <a:gd name="T8" fmla="*/ 133 w 114"/>
                  <a:gd name="T9" fmla="*/ 73 h 166"/>
                  <a:gd name="T10" fmla="*/ 76 w 114"/>
                  <a:gd name="T11" fmla="*/ 115 h 166"/>
                  <a:gd name="T12" fmla="*/ 68 w 114"/>
                  <a:gd name="T13" fmla="*/ 194 h 166"/>
                  <a:gd name="T14" fmla="*/ 68 w 114"/>
                  <a:gd name="T15" fmla="*/ 132 h 166"/>
                  <a:gd name="T16" fmla="*/ 62 w 114"/>
                  <a:gd name="T17" fmla="*/ 85 h 166"/>
                  <a:gd name="T18" fmla="*/ 44 w 114"/>
                  <a:gd name="T19" fmla="*/ 43 h 166"/>
                  <a:gd name="T20" fmla="*/ 27 w 114"/>
                  <a:gd name="T21" fmla="*/ 26 h 166"/>
                  <a:gd name="T22" fmla="*/ 0 w 114"/>
                  <a:gd name="T23" fmla="*/ 1 h 166"/>
                  <a:gd name="T24" fmla="*/ 26 w 114"/>
                  <a:gd name="T25" fmla="*/ 17 h 166"/>
                  <a:gd name="T26" fmla="*/ 54 w 114"/>
                  <a:gd name="T27" fmla="*/ 28 h 166"/>
                  <a:gd name="T28" fmla="*/ 79 w 114"/>
                  <a:gd name="T29" fmla="*/ 25 h 166"/>
                  <a:gd name="T30" fmla="*/ 101 w 114"/>
                  <a:gd name="T31" fmla="*/ 21 h 16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14" h="166">
                    <a:moveTo>
                      <a:pt x="89" y="18"/>
                    </a:moveTo>
                    <a:cubicBezTo>
                      <a:pt x="74" y="25"/>
                      <a:pt x="59" y="35"/>
                      <a:pt x="47" y="46"/>
                    </a:cubicBezTo>
                    <a:cubicBezTo>
                      <a:pt x="44" y="57"/>
                      <a:pt x="46" y="75"/>
                      <a:pt x="59" y="78"/>
                    </a:cubicBezTo>
                    <a:cubicBezTo>
                      <a:pt x="67" y="80"/>
                      <a:pt x="80" y="73"/>
                      <a:pt x="89" y="70"/>
                    </a:cubicBezTo>
                    <a:cubicBezTo>
                      <a:pt x="97" y="68"/>
                      <a:pt x="107" y="66"/>
                      <a:pt x="114" y="62"/>
                    </a:cubicBezTo>
                    <a:cubicBezTo>
                      <a:pt x="101" y="79"/>
                      <a:pt x="66" y="70"/>
                      <a:pt x="65" y="98"/>
                    </a:cubicBezTo>
                    <a:cubicBezTo>
                      <a:pt x="63" y="121"/>
                      <a:pt x="55" y="142"/>
                      <a:pt x="59" y="166"/>
                    </a:cubicBezTo>
                    <a:cubicBezTo>
                      <a:pt x="56" y="147"/>
                      <a:pt x="55" y="131"/>
                      <a:pt x="59" y="113"/>
                    </a:cubicBezTo>
                    <a:cubicBezTo>
                      <a:pt x="63" y="97"/>
                      <a:pt x="61" y="87"/>
                      <a:pt x="53" y="73"/>
                    </a:cubicBezTo>
                    <a:cubicBezTo>
                      <a:pt x="46" y="62"/>
                      <a:pt x="44" y="49"/>
                      <a:pt x="38" y="37"/>
                    </a:cubicBezTo>
                    <a:cubicBezTo>
                      <a:pt x="35" y="30"/>
                      <a:pt x="29" y="28"/>
                      <a:pt x="24" y="23"/>
                    </a:cubicBezTo>
                    <a:cubicBezTo>
                      <a:pt x="16" y="16"/>
                      <a:pt x="9" y="5"/>
                      <a:pt x="0" y="1"/>
                    </a:cubicBezTo>
                    <a:cubicBezTo>
                      <a:pt x="6" y="0"/>
                      <a:pt x="16" y="11"/>
                      <a:pt x="23" y="14"/>
                    </a:cubicBezTo>
                    <a:cubicBezTo>
                      <a:pt x="31" y="19"/>
                      <a:pt x="37" y="22"/>
                      <a:pt x="46" y="25"/>
                    </a:cubicBezTo>
                    <a:cubicBezTo>
                      <a:pt x="55" y="27"/>
                      <a:pt x="58" y="25"/>
                      <a:pt x="67" y="22"/>
                    </a:cubicBezTo>
                    <a:cubicBezTo>
                      <a:pt x="73" y="21"/>
                      <a:pt x="82" y="21"/>
                      <a:pt x="86" y="18"/>
                    </a:cubicBezTo>
                  </a:path>
                </a:pathLst>
              </a:custGeom>
              <a:solidFill>
                <a:srgbClr val="8C3F3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695" name="Freeform 309">
                <a:extLst>
                  <a:ext uri="{FF2B5EF4-FFF2-40B4-BE49-F238E27FC236}">
                    <a16:creationId xmlns:a16="http://schemas.microsoft.com/office/drawing/2014/main" id="{75A25215-E5E0-4A8B-A432-0310437CD3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3" y="2397"/>
                <a:ext cx="32" cy="59"/>
              </a:xfrm>
              <a:custGeom>
                <a:avLst/>
                <a:gdLst>
                  <a:gd name="T0" fmla="*/ 0 w 30"/>
                  <a:gd name="T1" fmla="*/ 1 h 56"/>
                  <a:gd name="T2" fmla="*/ 12 w 30"/>
                  <a:gd name="T3" fmla="*/ 65 h 56"/>
                  <a:gd name="T4" fmla="*/ 36 w 30"/>
                  <a:gd name="T5" fmla="*/ 60 h 56"/>
                  <a:gd name="T6" fmla="*/ 17 w 30"/>
                  <a:gd name="T7" fmla="*/ 39 h 56"/>
                  <a:gd name="T8" fmla="*/ 2 w 30"/>
                  <a:gd name="T9" fmla="*/ 0 h 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56">
                    <a:moveTo>
                      <a:pt x="0" y="1"/>
                    </a:moveTo>
                    <a:cubicBezTo>
                      <a:pt x="10" y="18"/>
                      <a:pt x="9" y="37"/>
                      <a:pt x="9" y="56"/>
                    </a:cubicBezTo>
                    <a:cubicBezTo>
                      <a:pt x="10" y="46"/>
                      <a:pt x="24" y="47"/>
                      <a:pt x="30" y="51"/>
                    </a:cubicBezTo>
                    <a:cubicBezTo>
                      <a:pt x="26" y="46"/>
                      <a:pt x="18" y="40"/>
                      <a:pt x="14" y="33"/>
                    </a:cubicBezTo>
                    <a:cubicBezTo>
                      <a:pt x="8" y="25"/>
                      <a:pt x="2" y="10"/>
                      <a:pt x="2" y="0"/>
                    </a:cubicBezTo>
                  </a:path>
                </a:pathLst>
              </a:custGeom>
              <a:solidFill>
                <a:srgbClr val="8C3F3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696" name="Freeform 310">
                <a:extLst>
                  <a:ext uri="{FF2B5EF4-FFF2-40B4-BE49-F238E27FC236}">
                    <a16:creationId xmlns:a16="http://schemas.microsoft.com/office/drawing/2014/main" id="{9D4AAA59-5E2E-42A0-9F9C-B693FB59C1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9" y="1926"/>
                <a:ext cx="115" cy="208"/>
              </a:xfrm>
              <a:custGeom>
                <a:avLst/>
                <a:gdLst>
                  <a:gd name="T0" fmla="*/ 0 w 109"/>
                  <a:gd name="T1" fmla="*/ 1 h 197"/>
                  <a:gd name="T2" fmla="*/ 7 w 109"/>
                  <a:gd name="T3" fmla="*/ 26 h 197"/>
                  <a:gd name="T4" fmla="*/ 24 w 109"/>
                  <a:gd name="T5" fmla="*/ 48 h 197"/>
                  <a:gd name="T6" fmla="*/ 55 w 109"/>
                  <a:gd name="T7" fmla="*/ 99 h 197"/>
                  <a:gd name="T8" fmla="*/ 74 w 109"/>
                  <a:gd name="T9" fmla="*/ 160 h 197"/>
                  <a:gd name="T10" fmla="*/ 128 w 109"/>
                  <a:gd name="T11" fmla="*/ 232 h 197"/>
                  <a:gd name="T12" fmla="*/ 65 w 109"/>
                  <a:gd name="T13" fmla="*/ 93 h 197"/>
                  <a:gd name="T14" fmla="*/ 36 w 109"/>
                  <a:gd name="T15" fmla="*/ 38 h 197"/>
                  <a:gd name="T16" fmla="*/ 7 w 109"/>
                  <a:gd name="T17" fmla="*/ 0 h 19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9" h="197">
                    <a:moveTo>
                      <a:pt x="0" y="1"/>
                    </a:moveTo>
                    <a:cubicBezTo>
                      <a:pt x="2" y="8"/>
                      <a:pt x="3" y="17"/>
                      <a:pt x="7" y="23"/>
                    </a:cubicBezTo>
                    <a:cubicBezTo>
                      <a:pt x="10" y="31"/>
                      <a:pt x="16" y="35"/>
                      <a:pt x="21" y="41"/>
                    </a:cubicBezTo>
                    <a:cubicBezTo>
                      <a:pt x="32" y="54"/>
                      <a:pt x="40" y="69"/>
                      <a:pt x="46" y="84"/>
                    </a:cubicBezTo>
                    <a:cubicBezTo>
                      <a:pt x="52" y="102"/>
                      <a:pt x="54" y="119"/>
                      <a:pt x="63" y="136"/>
                    </a:cubicBezTo>
                    <a:cubicBezTo>
                      <a:pt x="75" y="159"/>
                      <a:pt x="92" y="177"/>
                      <a:pt x="109" y="197"/>
                    </a:cubicBezTo>
                    <a:cubicBezTo>
                      <a:pt x="78" y="163"/>
                      <a:pt x="70" y="121"/>
                      <a:pt x="56" y="79"/>
                    </a:cubicBezTo>
                    <a:cubicBezTo>
                      <a:pt x="50" y="62"/>
                      <a:pt x="42" y="46"/>
                      <a:pt x="30" y="32"/>
                    </a:cubicBezTo>
                    <a:cubicBezTo>
                      <a:pt x="22" y="22"/>
                      <a:pt x="15" y="9"/>
                      <a:pt x="7" y="0"/>
                    </a:cubicBezTo>
                  </a:path>
                </a:pathLst>
              </a:custGeom>
              <a:solidFill>
                <a:srgbClr val="8C3F3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697" name="Freeform 311">
                <a:extLst>
                  <a:ext uri="{FF2B5EF4-FFF2-40B4-BE49-F238E27FC236}">
                    <a16:creationId xmlns:a16="http://schemas.microsoft.com/office/drawing/2014/main" id="{9BD7D95C-4351-4BD8-929D-AFF7E2DBC2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5" y="1852"/>
                <a:ext cx="154" cy="126"/>
              </a:xfrm>
              <a:custGeom>
                <a:avLst/>
                <a:gdLst>
                  <a:gd name="T0" fmla="*/ 107 w 146"/>
                  <a:gd name="T1" fmla="*/ 7 h 119"/>
                  <a:gd name="T2" fmla="*/ 170 w 146"/>
                  <a:gd name="T3" fmla="*/ 56 h 119"/>
                  <a:gd name="T4" fmla="*/ 102 w 146"/>
                  <a:gd name="T5" fmla="*/ 125 h 119"/>
                  <a:gd name="T6" fmla="*/ 28 w 146"/>
                  <a:gd name="T7" fmla="*/ 129 h 119"/>
                  <a:gd name="T8" fmla="*/ 19 w 146"/>
                  <a:gd name="T9" fmla="*/ 56 h 119"/>
                  <a:gd name="T10" fmla="*/ 72 w 146"/>
                  <a:gd name="T11" fmla="*/ 19 h 119"/>
                  <a:gd name="T12" fmla="*/ 91 w 146"/>
                  <a:gd name="T13" fmla="*/ 14 h 119"/>
                  <a:gd name="T14" fmla="*/ 110 w 146"/>
                  <a:gd name="T15" fmla="*/ 5 h 11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46" h="119">
                    <a:moveTo>
                      <a:pt x="91" y="7"/>
                    </a:moveTo>
                    <a:cubicBezTo>
                      <a:pt x="115" y="0"/>
                      <a:pt x="146" y="22"/>
                      <a:pt x="145" y="47"/>
                    </a:cubicBezTo>
                    <a:cubicBezTo>
                      <a:pt x="145" y="73"/>
                      <a:pt x="107" y="96"/>
                      <a:pt x="87" y="105"/>
                    </a:cubicBezTo>
                    <a:cubicBezTo>
                      <a:pt x="67" y="114"/>
                      <a:pt x="45" y="119"/>
                      <a:pt x="25" y="109"/>
                    </a:cubicBezTo>
                    <a:cubicBezTo>
                      <a:pt x="2" y="98"/>
                      <a:pt x="0" y="65"/>
                      <a:pt x="16" y="47"/>
                    </a:cubicBezTo>
                    <a:cubicBezTo>
                      <a:pt x="28" y="33"/>
                      <a:pt x="45" y="23"/>
                      <a:pt x="61" y="16"/>
                    </a:cubicBezTo>
                    <a:cubicBezTo>
                      <a:pt x="67" y="14"/>
                      <a:pt x="73" y="13"/>
                      <a:pt x="78" y="11"/>
                    </a:cubicBezTo>
                    <a:cubicBezTo>
                      <a:pt x="83" y="8"/>
                      <a:pt x="88" y="6"/>
                      <a:pt x="94" y="5"/>
                    </a:cubicBezTo>
                  </a:path>
                </a:pathLst>
              </a:custGeom>
              <a:solidFill>
                <a:srgbClr val="6120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698" name="Freeform 312">
                <a:extLst>
                  <a:ext uri="{FF2B5EF4-FFF2-40B4-BE49-F238E27FC236}">
                    <a16:creationId xmlns:a16="http://schemas.microsoft.com/office/drawing/2014/main" id="{4C338869-C4A0-490E-9C9C-1A36C67A03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7" y="1718"/>
                <a:ext cx="33" cy="225"/>
              </a:xfrm>
              <a:custGeom>
                <a:avLst/>
                <a:gdLst>
                  <a:gd name="T0" fmla="*/ 35 w 32"/>
                  <a:gd name="T1" fmla="*/ 244 h 213"/>
                  <a:gd name="T2" fmla="*/ 13 w 32"/>
                  <a:gd name="T3" fmla="*/ 142 h 213"/>
                  <a:gd name="T4" fmla="*/ 10 w 32"/>
                  <a:gd name="T5" fmla="*/ 64 h 213"/>
                  <a:gd name="T6" fmla="*/ 13 w 32"/>
                  <a:gd name="T7" fmla="*/ 0 h 213"/>
                  <a:gd name="T8" fmla="*/ 3 w 32"/>
                  <a:gd name="T9" fmla="*/ 125 h 213"/>
                  <a:gd name="T10" fmla="*/ 1 w 32"/>
                  <a:gd name="T11" fmla="*/ 193 h 213"/>
                  <a:gd name="T12" fmla="*/ 2 w 32"/>
                  <a:gd name="T13" fmla="*/ 251 h 213"/>
                  <a:gd name="T14" fmla="*/ 30 w 32"/>
                  <a:gd name="T15" fmla="*/ 244 h 21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2" h="213">
                    <a:moveTo>
                      <a:pt x="32" y="207"/>
                    </a:moveTo>
                    <a:cubicBezTo>
                      <a:pt x="2" y="185"/>
                      <a:pt x="12" y="151"/>
                      <a:pt x="13" y="120"/>
                    </a:cubicBezTo>
                    <a:cubicBezTo>
                      <a:pt x="14" y="98"/>
                      <a:pt x="11" y="76"/>
                      <a:pt x="10" y="55"/>
                    </a:cubicBezTo>
                    <a:cubicBezTo>
                      <a:pt x="10" y="37"/>
                      <a:pt x="13" y="15"/>
                      <a:pt x="13" y="0"/>
                    </a:cubicBezTo>
                    <a:cubicBezTo>
                      <a:pt x="17" y="35"/>
                      <a:pt x="5" y="72"/>
                      <a:pt x="3" y="106"/>
                    </a:cubicBezTo>
                    <a:cubicBezTo>
                      <a:pt x="1" y="126"/>
                      <a:pt x="2" y="145"/>
                      <a:pt x="1" y="164"/>
                    </a:cubicBezTo>
                    <a:cubicBezTo>
                      <a:pt x="0" y="179"/>
                      <a:pt x="6" y="203"/>
                      <a:pt x="2" y="213"/>
                    </a:cubicBezTo>
                    <a:cubicBezTo>
                      <a:pt x="8" y="206"/>
                      <a:pt x="19" y="200"/>
                      <a:pt x="27" y="207"/>
                    </a:cubicBezTo>
                  </a:path>
                </a:pathLst>
              </a:custGeom>
              <a:solidFill>
                <a:srgbClr val="8C3F3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699" name="Freeform 313">
                <a:extLst>
                  <a:ext uri="{FF2B5EF4-FFF2-40B4-BE49-F238E27FC236}">
                    <a16:creationId xmlns:a16="http://schemas.microsoft.com/office/drawing/2014/main" id="{1E3BF830-AB2D-4530-9465-EA91E67D8A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6" y="2495"/>
                <a:ext cx="531" cy="290"/>
              </a:xfrm>
              <a:custGeom>
                <a:avLst/>
                <a:gdLst>
                  <a:gd name="T0" fmla="*/ 421 w 503"/>
                  <a:gd name="T1" fmla="*/ 240 h 275"/>
                  <a:gd name="T2" fmla="*/ 584 w 503"/>
                  <a:gd name="T3" fmla="*/ 212 h 275"/>
                  <a:gd name="T4" fmla="*/ 548 w 503"/>
                  <a:gd name="T5" fmla="*/ 80 h 275"/>
                  <a:gd name="T6" fmla="*/ 444 w 503"/>
                  <a:gd name="T7" fmla="*/ 25 h 275"/>
                  <a:gd name="T8" fmla="*/ 209 w 503"/>
                  <a:gd name="T9" fmla="*/ 40 h 275"/>
                  <a:gd name="T10" fmla="*/ 128 w 503"/>
                  <a:gd name="T11" fmla="*/ 40 h 275"/>
                  <a:gd name="T12" fmla="*/ 51 w 503"/>
                  <a:gd name="T13" fmla="*/ 25 h 275"/>
                  <a:gd name="T14" fmla="*/ 3 w 503"/>
                  <a:gd name="T15" fmla="*/ 144 h 275"/>
                  <a:gd name="T16" fmla="*/ 113 w 503"/>
                  <a:gd name="T17" fmla="*/ 221 h 275"/>
                  <a:gd name="T18" fmla="*/ 260 w 503"/>
                  <a:gd name="T19" fmla="*/ 227 h 275"/>
                  <a:gd name="T20" fmla="*/ 363 w 503"/>
                  <a:gd name="T21" fmla="*/ 237 h 275"/>
                  <a:gd name="T22" fmla="*/ 440 w 503"/>
                  <a:gd name="T23" fmla="*/ 244 h 27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503" h="275">
                    <a:moveTo>
                      <a:pt x="358" y="205"/>
                    </a:moveTo>
                    <a:cubicBezTo>
                      <a:pt x="408" y="198"/>
                      <a:pt x="503" y="275"/>
                      <a:pt x="496" y="181"/>
                    </a:cubicBezTo>
                    <a:cubicBezTo>
                      <a:pt x="493" y="145"/>
                      <a:pt x="486" y="97"/>
                      <a:pt x="466" y="68"/>
                    </a:cubicBezTo>
                    <a:cubicBezTo>
                      <a:pt x="446" y="39"/>
                      <a:pt x="411" y="32"/>
                      <a:pt x="378" y="22"/>
                    </a:cubicBezTo>
                    <a:cubicBezTo>
                      <a:pt x="309" y="0"/>
                      <a:pt x="247" y="34"/>
                      <a:pt x="178" y="34"/>
                    </a:cubicBezTo>
                    <a:cubicBezTo>
                      <a:pt x="156" y="34"/>
                      <a:pt x="132" y="37"/>
                      <a:pt x="109" y="34"/>
                    </a:cubicBezTo>
                    <a:cubicBezTo>
                      <a:pt x="92" y="32"/>
                      <a:pt x="60" y="18"/>
                      <a:pt x="43" y="22"/>
                    </a:cubicBezTo>
                    <a:cubicBezTo>
                      <a:pt x="10" y="29"/>
                      <a:pt x="4" y="90"/>
                      <a:pt x="3" y="123"/>
                    </a:cubicBezTo>
                    <a:cubicBezTo>
                      <a:pt x="0" y="181"/>
                      <a:pt x="44" y="183"/>
                      <a:pt x="96" y="189"/>
                    </a:cubicBezTo>
                    <a:cubicBezTo>
                      <a:pt x="137" y="193"/>
                      <a:pt x="180" y="191"/>
                      <a:pt x="221" y="193"/>
                    </a:cubicBezTo>
                    <a:cubicBezTo>
                      <a:pt x="251" y="194"/>
                      <a:pt x="281" y="199"/>
                      <a:pt x="309" y="202"/>
                    </a:cubicBezTo>
                    <a:cubicBezTo>
                      <a:pt x="324" y="203"/>
                      <a:pt x="381" y="201"/>
                      <a:pt x="374" y="208"/>
                    </a:cubicBezTo>
                  </a:path>
                </a:pathLst>
              </a:custGeom>
              <a:solidFill>
                <a:srgbClr val="7A36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700" name="Freeform 314">
                <a:extLst>
                  <a:ext uri="{FF2B5EF4-FFF2-40B4-BE49-F238E27FC236}">
                    <a16:creationId xmlns:a16="http://schemas.microsoft.com/office/drawing/2014/main" id="{D6705FF6-3E1F-4698-AA72-9A0D33770F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8" y="2752"/>
                <a:ext cx="511" cy="303"/>
              </a:xfrm>
              <a:custGeom>
                <a:avLst/>
                <a:gdLst>
                  <a:gd name="T0" fmla="*/ 378 w 484"/>
                  <a:gd name="T1" fmla="*/ 291 h 287"/>
                  <a:gd name="T2" fmla="*/ 504 w 484"/>
                  <a:gd name="T3" fmla="*/ 304 h 287"/>
                  <a:gd name="T4" fmla="*/ 544 w 484"/>
                  <a:gd name="T5" fmla="*/ 186 h 287"/>
                  <a:gd name="T6" fmla="*/ 317 w 484"/>
                  <a:gd name="T7" fmla="*/ 14 h 287"/>
                  <a:gd name="T8" fmla="*/ 176 w 484"/>
                  <a:gd name="T9" fmla="*/ 7 h 287"/>
                  <a:gd name="T10" fmla="*/ 119 w 484"/>
                  <a:gd name="T11" fmla="*/ 7 h 287"/>
                  <a:gd name="T12" fmla="*/ 51 w 484"/>
                  <a:gd name="T13" fmla="*/ 4 h 287"/>
                  <a:gd name="T14" fmla="*/ 42 w 484"/>
                  <a:gd name="T15" fmla="*/ 147 h 287"/>
                  <a:gd name="T16" fmla="*/ 176 w 484"/>
                  <a:gd name="T17" fmla="*/ 271 h 287"/>
                  <a:gd name="T18" fmla="*/ 400 w 484"/>
                  <a:gd name="T19" fmla="*/ 305 h 28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84" h="287">
                    <a:moveTo>
                      <a:pt x="321" y="247"/>
                    </a:moveTo>
                    <a:cubicBezTo>
                      <a:pt x="354" y="252"/>
                      <a:pt x="405" y="287"/>
                      <a:pt x="428" y="259"/>
                    </a:cubicBezTo>
                    <a:cubicBezTo>
                      <a:pt x="444" y="241"/>
                      <a:pt x="457" y="181"/>
                      <a:pt x="462" y="158"/>
                    </a:cubicBezTo>
                    <a:cubicBezTo>
                      <a:pt x="484" y="48"/>
                      <a:pt x="354" y="23"/>
                      <a:pt x="269" y="11"/>
                    </a:cubicBezTo>
                    <a:cubicBezTo>
                      <a:pt x="230" y="6"/>
                      <a:pt x="190" y="7"/>
                      <a:pt x="150" y="7"/>
                    </a:cubicBezTo>
                    <a:cubicBezTo>
                      <a:pt x="134" y="7"/>
                      <a:pt x="118" y="7"/>
                      <a:pt x="101" y="7"/>
                    </a:cubicBezTo>
                    <a:cubicBezTo>
                      <a:pt x="85" y="7"/>
                      <a:pt x="58" y="0"/>
                      <a:pt x="43" y="4"/>
                    </a:cubicBezTo>
                    <a:cubicBezTo>
                      <a:pt x="0" y="15"/>
                      <a:pt x="21" y="94"/>
                      <a:pt x="36" y="125"/>
                    </a:cubicBezTo>
                    <a:cubicBezTo>
                      <a:pt x="61" y="182"/>
                      <a:pt x="89" y="212"/>
                      <a:pt x="150" y="230"/>
                    </a:cubicBezTo>
                    <a:cubicBezTo>
                      <a:pt x="213" y="249"/>
                      <a:pt x="279" y="245"/>
                      <a:pt x="340" y="260"/>
                    </a:cubicBezTo>
                  </a:path>
                </a:pathLst>
              </a:custGeom>
              <a:solidFill>
                <a:srgbClr val="7A36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701" name="Freeform 315">
                <a:extLst>
                  <a:ext uri="{FF2B5EF4-FFF2-40B4-BE49-F238E27FC236}">
                    <a16:creationId xmlns:a16="http://schemas.microsoft.com/office/drawing/2014/main" id="{E9A5481A-0BB7-43F8-95C1-D4A277813B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6" y="2573"/>
                <a:ext cx="205" cy="272"/>
              </a:xfrm>
              <a:custGeom>
                <a:avLst/>
                <a:gdLst>
                  <a:gd name="T0" fmla="*/ 229 w 194"/>
                  <a:gd name="T1" fmla="*/ 106 h 258"/>
                  <a:gd name="T2" fmla="*/ 170 w 194"/>
                  <a:gd name="T3" fmla="*/ 142 h 258"/>
                  <a:gd name="T4" fmla="*/ 188 w 194"/>
                  <a:gd name="T5" fmla="*/ 189 h 258"/>
                  <a:gd name="T6" fmla="*/ 227 w 194"/>
                  <a:gd name="T7" fmla="*/ 231 h 258"/>
                  <a:gd name="T8" fmla="*/ 174 w 194"/>
                  <a:gd name="T9" fmla="*/ 253 h 258"/>
                  <a:gd name="T10" fmla="*/ 125 w 194"/>
                  <a:gd name="T11" fmla="*/ 271 h 258"/>
                  <a:gd name="T12" fmla="*/ 101 w 194"/>
                  <a:gd name="T13" fmla="*/ 283 h 258"/>
                  <a:gd name="T14" fmla="*/ 81 w 194"/>
                  <a:gd name="T15" fmla="*/ 296 h 258"/>
                  <a:gd name="T16" fmla="*/ 48 w 194"/>
                  <a:gd name="T17" fmla="*/ 266 h 258"/>
                  <a:gd name="T18" fmla="*/ 15 w 194"/>
                  <a:gd name="T19" fmla="*/ 179 h 258"/>
                  <a:gd name="T20" fmla="*/ 5 w 194"/>
                  <a:gd name="T21" fmla="*/ 70 h 258"/>
                  <a:gd name="T22" fmla="*/ 55 w 194"/>
                  <a:gd name="T23" fmla="*/ 6 h 258"/>
                  <a:gd name="T24" fmla="*/ 138 w 194"/>
                  <a:gd name="T25" fmla="*/ 7 h 25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94" h="258">
                    <a:moveTo>
                      <a:pt x="194" y="91"/>
                    </a:moveTo>
                    <a:cubicBezTo>
                      <a:pt x="176" y="90"/>
                      <a:pt x="149" y="103"/>
                      <a:pt x="144" y="121"/>
                    </a:cubicBezTo>
                    <a:cubicBezTo>
                      <a:pt x="140" y="138"/>
                      <a:pt x="147" y="149"/>
                      <a:pt x="159" y="161"/>
                    </a:cubicBezTo>
                    <a:cubicBezTo>
                      <a:pt x="166" y="170"/>
                      <a:pt x="191" y="185"/>
                      <a:pt x="192" y="197"/>
                    </a:cubicBezTo>
                    <a:cubicBezTo>
                      <a:pt x="193" y="214"/>
                      <a:pt x="159" y="214"/>
                      <a:pt x="148" y="216"/>
                    </a:cubicBezTo>
                    <a:cubicBezTo>
                      <a:pt x="132" y="217"/>
                      <a:pt x="121" y="224"/>
                      <a:pt x="106" y="231"/>
                    </a:cubicBezTo>
                    <a:cubicBezTo>
                      <a:pt x="100" y="234"/>
                      <a:pt x="92" y="237"/>
                      <a:pt x="86" y="241"/>
                    </a:cubicBezTo>
                    <a:cubicBezTo>
                      <a:pt x="81" y="244"/>
                      <a:pt x="75" y="251"/>
                      <a:pt x="69" y="253"/>
                    </a:cubicBezTo>
                    <a:cubicBezTo>
                      <a:pt x="51" y="258"/>
                      <a:pt x="48" y="239"/>
                      <a:pt x="41" y="227"/>
                    </a:cubicBezTo>
                    <a:cubicBezTo>
                      <a:pt x="29" y="203"/>
                      <a:pt x="17" y="181"/>
                      <a:pt x="12" y="153"/>
                    </a:cubicBezTo>
                    <a:cubicBezTo>
                      <a:pt x="6" y="125"/>
                      <a:pt x="0" y="89"/>
                      <a:pt x="5" y="60"/>
                    </a:cubicBezTo>
                    <a:cubicBezTo>
                      <a:pt x="8" y="37"/>
                      <a:pt x="23" y="13"/>
                      <a:pt x="46" y="6"/>
                    </a:cubicBezTo>
                    <a:cubicBezTo>
                      <a:pt x="64" y="0"/>
                      <a:pt x="99" y="1"/>
                      <a:pt x="117" y="7"/>
                    </a:cubicBezTo>
                  </a:path>
                </a:pathLst>
              </a:custGeom>
              <a:solidFill>
                <a:srgbClr val="7A36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702" name="Freeform 316">
                <a:extLst>
                  <a:ext uri="{FF2B5EF4-FFF2-40B4-BE49-F238E27FC236}">
                    <a16:creationId xmlns:a16="http://schemas.microsoft.com/office/drawing/2014/main" id="{71DC1F5A-32AC-4C29-8A0D-4FD1B0DF24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0" y="2263"/>
                <a:ext cx="323" cy="218"/>
              </a:xfrm>
              <a:custGeom>
                <a:avLst/>
                <a:gdLst>
                  <a:gd name="T0" fmla="*/ 57 w 305"/>
                  <a:gd name="T1" fmla="*/ 8 h 207"/>
                  <a:gd name="T2" fmla="*/ 18 w 305"/>
                  <a:gd name="T3" fmla="*/ 21 h 207"/>
                  <a:gd name="T4" fmla="*/ 8 w 305"/>
                  <a:gd name="T5" fmla="*/ 86 h 207"/>
                  <a:gd name="T6" fmla="*/ 2 w 305"/>
                  <a:gd name="T7" fmla="*/ 158 h 207"/>
                  <a:gd name="T8" fmla="*/ 26 w 305"/>
                  <a:gd name="T9" fmla="*/ 210 h 207"/>
                  <a:gd name="T10" fmla="*/ 101 w 305"/>
                  <a:gd name="T11" fmla="*/ 218 h 207"/>
                  <a:gd name="T12" fmla="*/ 164 w 305"/>
                  <a:gd name="T13" fmla="*/ 225 h 207"/>
                  <a:gd name="T14" fmla="*/ 222 w 305"/>
                  <a:gd name="T15" fmla="*/ 237 h 207"/>
                  <a:gd name="T16" fmla="*/ 277 w 305"/>
                  <a:gd name="T17" fmla="*/ 214 h 207"/>
                  <a:gd name="T18" fmla="*/ 347 w 305"/>
                  <a:gd name="T19" fmla="*/ 193 h 207"/>
                  <a:gd name="T20" fmla="*/ 274 w 305"/>
                  <a:gd name="T21" fmla="*/ 74 h 207"/>
                  <a:gd name="T22" fmla="*/ 212 w 305"/>
                  <a:gd name="T23" fmla="*/ 54 h 207"/>
                  <a:gd name="T24" fmla="*/ 160 w 305"/>
                  <a:gd name="T25" fmla="*/ 37 h 207"/>
                  <a:gd name="T26" fmla="*/ 74 w 305"/>
                  <a:gd name="T27" fmla="*/ 21 h 207"/>
                  <a:gd name="T28" fmla="*/ 52 w 305"/>
                  <a:gd name="T29" fmla="*/ 7 h 207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305" h="207">
                    <a:moveTo>
                      <a:pt x="48" y="8"/>
                    </a:moveTo>
                    <a:cubicBezTo>
                      <a:pt x="33" y="7"/>
                      <a:pt x="21" y="0"/>
                      <a:pt x="15" y="18"/>
                    </a:cubicBezTo>
                    <a:cubicBezTo>
                      <a:pt x="9" y="35"/>
                      <a:pt x="10" y="57"/>
                      <a:pt x="8" y="74"/>
                    </a:cubicBezTo>
                    <a:cubicBezTo>
                      <a:pt x="5" y="94"/>
                      <a:pt x="4" y="115"/>
                      <a:pt x="2" y="135"/>
                    </a:cubicBezTo>
                    <a:cubicBezTo>
                      <a:pt x="0" y="156"/>
                      <a:pt x="3" y="170"/>
                      <a:pt x="23" y="179"/>
                    </a:cubicBezTo>
                    <a:cubicBezTo>
                      <a:pt x="42" y="188"/>
                      <a:pt x="64" y="186"/>
                      <a:pt x="85" y="187"/>
                    </a:cubicBezTo>
                    <a:cubicBezTo>
                      <a:pt x="103" y="188"/>
                      <a:pt x="121" y="190"/>
                      <a:pt x="138" y="193"/>
                    </a:cubicBezTo>
                    <a:cubicBezTo>
                      <a:pt x="155" y="196"/>
                      <a:pt x="169" y="207"/>
                      <a:pt x="187" y="203"/>
                    </a:cubicBezTo>
                    <a:cubicBezTo>
                      <a:pt x="204" y="200"/>
                      <a:pt x="216" y="186"/>
                      <a:pt x="233" y="183"/>
                    </a:cubicBezTo>
                    <a:cubicBezTo>
                      <a:pt x="250" y="179"/>
                      <a:pt x="286" y="184"/>
                      <a:pt x="293" y="165"/>
                    </a:cubicBezTo>
                    <a:cubicBezTo>
                      <a:pt x="305" y="131"/>
                      <a:pt x="256" y="79"/>
                      <a:pt x="231" y="63"/>
                    </a:cubicBezTo>
                    <a:cubicBezTo>
                      <a:pt x="215" y="52"/>
                      <a:pt x="197" y="50"/>
                      <a:pt x="178" y="46"/>
                    </a:cubicBezTo>
                    <a:cubicBezTo>
                      <a:pt x="163" y="43"/>
                      <a:pt x="150" y="36"/>
                      <a:pt x="135" y="31"/>
                    </a:cubicBezTo>
                    <a:cubicBezTo>
                      <a:pt x="111" y="22"/>
                      <a:pt x="86" y="29"/>
                      <a:pt x="62" y="18"/>
                    </a:cubicBezTo>
                    <a:cubicBezTo>
                      <a:pt x="55" y="15"/>
                      <a:pt x="49" y="10"/>
                      <a:pt x="43" y="7"/>
                    </a:cubicBezTo>
                  </a:path>
                </a:pathLst>
              </a:custGeom>
              <a:solidFill>
                <a:srgbClr val="7A36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703" name="Freeform 317">
                <a:extLst>
                  <a:ext uri="{FF2B5EF4-FFF2-40B4-BE49-F238E27FC236}">
                    <a16:creationId xmlns:a16="http://schemas.microsoft.com/office/drawing/2014/main" id="{03E7756B-7A5D-47D9-B7AF-FD129639D9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8" y="2164"/>
                <a:ext cx="149" cy="74"/>
              </a:xfrm>
              <a:custGeom>
                <a:avLst/>
                <a:gdLst>
                  <a:gd name="T0" fmla="*/ 27 w 141"/>
                  <a:gd name="T1" fmla="*/ 0 h 70"/>
                  <a:gd name="T2" fmla="*/ 2 w 141"/>
                  <a:gd name="T3" fmla="*/ 47 h 70"/>
                  <a:gd name="T4" fmla="*/ 60 w 141"/>
                  <a:gd name="T5" fmla="*/ 78 h 70"/>
                  <a:gd name="T6" fmla="*/ 161 w 141"/>
                  <a:gd name="T7" fmla="*/ 82 h 70"/>
                  <a:gd name="T8" fmla="*/ 106 w 141"/>
                  <a:gd name="T9" fmla="*/ 48 h 70"/>
                  <a:gd name="T10" fmla="*/ 40 w 141"/>
                  <a:gd name="T11" fmla="*/ 8 h 7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1" h="70">
                    <a:moveTo>
                      <a:pt x="24" y="0"/>
                    </a:moveTo>
                    <a:cubicBezTo>
                      <a:pt x="20" y="17"/>
                      <a:pt x="0" y="19"/>
                      <a:pt x="2" y="40"/>
                    </a:cubicBezTo>
                    <a:cubicBezTo>
                      <a:pt x="4" y="63"/>
                      <a:pt x="32" y="66"/>
                      <a:pt x="51" y="66"/>
                    </a:cubicBezTo>
                    <a:cubicBezTo>
                      <a:pt x="80" y="67"/>
                      <a:pt x="108" y="68"/>
                      <a:pt x="136" y="70"/>
                    </a:cubicBezTo>
                    <a:cubicBezTo>
                      <a:pt x="141" y="51"/>
                      <a:pt x="101" y="47"/>
                      <a:pt x="90" y="41"/>
                    </a:cubicBezTo>
                    <a:cubicBezTo>
                      <a:pt x="71" y="30"/>
                      <a:pt x="56" y="14"/>
                      <a:pt x="34" y="8"/>
                    </a:cubicBezTo>
                  </a:path>
                </a:pathLst>
              </a:custGeom>
              <a:solidFill>
                <a:srgbClr val="7A36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704" name="Freeform 318">
                <a:extLst>
                  <a:ext uri="{FF2B5EF4-FFF2-40B4-BE49-F238E27FC236}">
                    <a16:creationId xmlns:a16="http://schemas.microsoft.com/office/drawing/2014/main" id="{1D0444BD-DB58-46AC-A8C0-8F9BD72536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5" y="1967"/>
                <a:ext cx="175" cy="240"/>
              </a:xfrm>
              <a:custGeom>
                <a:avLst/>
                <a:gdLst>
                  <a:gd name="T0" fmla="*/ 77 w 166"/>
                  <a:gd name="T1" fmla="*/ 8 h 227"/>
                  <a:gd name="T2" fmla="*/ 23 w 166"/>
                  <a:gd name="T3" fmla="*/ 78 h 227"/>
                  <a:gd name="T4" fmla="*/ 18 w 166"/>
                  <a:gd name="T5" fmla="*/ 125 h 227"/>
                  <a:gd name="T6" fmla="*/ 4 w 166"/>
                  <a:gd name="T7" fmla="*/ 182 h 227"/>
                  <a:gd name="T8" fmla="*/ 77 w 166"/>
                  <a:gd name="T9" fmla="*/ 204 h 227"/>
                  <a:gd name="T10" fmla="*/ 142 w 166"/>
                  <a:gd name="T11" fmla="*/ 239 h 227"/>
                  <a:gd name="T12" fmla="*/ 188 w 166"/>
                  <a:gd name="T13" fmla="*/ 269 h 227"/>
                  <a:gd name="T14" fmla="*/ 163 w 166"/>
                  <a:gd name="T15" fmla="*/ 216 h 227"/>
                  <a:gd name="T16" fmla="*/ 111 w 166"/>
                  <a:gd name="T17" fmla="*/ 151 h 227"/>
                  <a:gd name="T18" fmla="*/ 84 w 166"/>
                  <a:gd name="T19" fmla="*/ 29 h 22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66" h="227">
                    <a:moveTo>
                      <a:pt x="65" y="8"/>
                    </a:moveTo>
                    <a:cubicBezTo>
                      <a:pt x="37" y="0"/>
                      <a:pt x="23" y="46"/>
                      <a:pt x="20" y="66"/>
                    </a:cubicBezTo>
                    <a:cubicBezTo>
                      <a:pt x="17" y="80"/>
                      <a:pt x="19" y="93"/>
                      <a:pt x="15" y="106"/>
                    </a:cubicBezTo>
                    <a:cubicBezTo>
                      <a:pt x="11" y="122"/>
                      <a:pt x="0" y="136"/>
                      <a:pt x="4" y="154"/>
                    </a:cubicBezTo>
                    <a:cubicBezTo>
                      <a:pt x="10" y="178"/>
                      <a:pt x="46" y="169"/>
                      <a:pt x="65" y="173"/>
                    </a:cubicBezTo>
                    <a:cubicBezTo>
                      <a:pt x="86" y="177"/>
                      <a:pt x="104" y="191"/>
                      <a:pt x="121" y="202"/>
                    </a:cubicBezTo>
                    <a:cubicBezTo>
                      <a:pt x="132" y="209"/>
                      <a:pt x="147" y="226"/>
                      <a:pt x="160" y="227"/>
                    </a:cubicBezTo>
                    <a:cubicBezTo>
                      <a:pt x="166" y="211"/>
                      <a:pt x="148" y="194"/>
                      <a:pt x="139" y="183"/>
                    </a:cubicBezTo>
                    <a:cubicBezTo>
                      <a:pt x="123" y="165"/>
                      <a:pt x="108" y="149"/>
                      <a:pt x="95" y="128"/>
                    </a:cubicBezTo>
                    <a:cubicBezTo>
                      <a:pt x="74" y="96"/>
                      <a:pt x="71" y="62"/>
                      <a:pt x="72" y="25"/>
                    </a:cubicBezTo>
                  </a:path>
                </a:pathLst>
              </a:custGeom>
              <a:solidFill>
                <a:srgbClr val="7A36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705" name="Freeform 319">
                <a:extLst>
                  <a:ext uri="{FF2B5EF4-FFF2-40B4-BE49-F238E27FC236}">
                    <a16:creationId xmlns:a16="http://schemas.microsoft.com/office/drawing/2014/main" id="{C3939295-7139-4B56-B647-D32867FBD2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5" y="2303"/>
                <a:ext cx="5" cy="4"/>
              </a:xfrm>
              <a:custGeom>
                <a:avLst/>
                <a:gdLst>
                  <a:gd name="T0" fmla="*/ 0 w 5"/>
                  <a:gd name="T1" fmla="*/ 4 h 4"/>
                  <a:gd name="T2" fmla="*/ 5 w 5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4">
                    <a:moveTo>
                      <a:pt x="0" y="4"/>
                    </a:moveTo>
                    <a:cubicBezTo>
                      <a:pt x="2" y="3"/>
                      <a:pt x="4" y="1"/>
                      <a:pt x="5" y="0"/>
                    </a:cubicBezTo>
                  </a:path>
                </a:pathLst>
              </a:custGeom>
              <a:solidFill>
                <a:srgbClr val="7A36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706" name="Freeform 320">
                <a:extLst>
                  <a:ext uri="{FF2B5EF4-FFF2-40B4-BE49-F238E27FC236}">
                    <a16:creationId xmlns:a16="http://schemas.microsoft.com/office/drawing/2014/main" id="{DA2406F9-0B3E-481D-BFF5-DBAEA25B33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4" y="2900"/>
                <a:ext cx="216" cy="232"/>
              </a:xfrm>
              <a:custGeom>
                <a:avLst/>
                <a:gdLst>
                  <a:gd name="T0" fmla="*/ 0 w 204"/>
                  <a:gd name="T1" fmla="*/ 0 h 220"/>
                  <a:gd name="T2" fmla="*/ 104 w 204"/>
                  <a:gd name="T3" fmla="*/ 181 h 220"/>
                  <a:gd name="T4" fmla="*/ 242 w 204"/>
                  <a:gd name="T5" fmla="*/ 219 h 220"/>
                  <a:gd name="T6" fmla="*/ 136 w 204"/>
                  <a:gd name="T7" fmla="*/ 62 h 2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4" h="220">
                    <a:moveTo>
                      <a:pt x="0" y="0"/>
                    </a:moveTo>
                    <a:cubicBezTo>
                      <a:pt x="43" y="42"/>
                      <a:pt x="40" y="114"/>
                      <a:pt x="88" y="155"/>
                    </a:cubicBezTo>
                    <a:cubicBezTo>
                      <a:pt x="109" y="173"/>
                      <a:pt x="178" y="220"/>
                      <a:pt x="204" y="187"/>
                    </a:cubicBezTo>
                    <a:cubicBezTo>
                      <a:pt x="151" y="164"/>
                      <a:pt x="98" y="118"/>
                      <a:pt x="114" y="53"/>
                    </a:cubicBezTo>
                  </a:path>
                </a:pathLst>
              </a:custGeom>
              <a:solidFill>
                <a:srgbClr val="7A36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707" name="Freeform 321">
                <a:extLst>
                  <a:ext uri="{FF2B5EF4-FFF2-40B4-BE49-F238E27FC236}">
                    <a16:creationId xmlns:a16="http://schemas.microsoft.com/office/drawing/2014/main" id="{883790B5-821B-4140-ADE4-E4B82380AE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4" y="3178"/>
                <a:ext cx="194" cy="524"/>
              </a:xfrm>
              <a:custGeom>
                <a:avLst/>
                <a:gdLst>
                  <a:gd name="T0" fmla="*/ 182 w 184"/>
                  <a:gd name="T1" fmla="*/ 25 h 497"/>
                  <a:gd name="T2" fmla="*/ 74 w 184"/>
                  <a:gd name="T3" fmla="*/ 1 h 497"/>
                  <a:gd name="T4" fmla="*/ 14 w 184"/>
                  <a:gd name="T5" fmla="*/ 137 h 497"/>
                  <a:gd name="T6" fmla="*/ 26 w 184"/>
                  <a:gd name="T7" fmla="*/ 426 h 497"/>
                  <a:gd name="T8" fmla="*/ 53 w 184"/>
                  <a:gd name="T9" fmla="*/ 535 h 497"/>
                  <a:gd name="T10" fmla="*/ 141 w 184"/>
                  <a:gd name="T11" fmla="*/ 470 h 497"/>
                  <a:gd name="T12" fmla="*/ 158 w 184"/>
                  <a:gd name="T13" fmla="*/ 354 h 497"/>
                  <a:gd name="T14" fmla="*/ 196 w 184"/>
                  <a:gd name="T15" fmla="*/ 203 h 497"/>
                  <a:gd name="T16" fmla="*/ 201 w 184"/>
                  <a:gd name="T17" fmla="*/ 22 h 49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84" h="497">
                    <a:moveTo>
                      <a:pt x="156" y="22"/>
                    </a:moveTo>
                    <a:cubicBezTo>
                      <a:pt x="147" y="12"/>
                      <a:pt x="79" y="0"/>
                      <a:pt x="63" y="1"/>
                    </a:cubicBezTo>
                    <a:cubicBezTo>
                      <a:pt x="16" y="3"/>
                      <a:pt x="15" y="82"/>
                      <a:pt x="11" y="117"/>
                    </a:cubicBezTo>
                    <a:cubicBezTo>
                      <a:pt x="0" y="201"/>
                      <a:pt x="7" y="281"/>
                      <a:pt x="23" y="363"/>
                    </a:cubicBezTo>
                    <a:cubicBezTo>
                      <a:pt x="27" y="387"/>
                      <a:pt x="32" y="437"/>
                      <a:pt x="45" y="456"/>
                    </a:cubicBezTo>
                    <a:cubicBezTo>
                      <a:pt x="71" y="497"/>
                      <a:pt x="111" y="428"/>
                      <a:pt x="120" y="401"/>
                    </a:cubicBezTo>
                    <a:cubicBezTo>
                      <a:pt x="130" y="369"/>
                      <a:pt x="129" y="335"/>
                      <a:pt x="135" y="303"/>
                    </a:cubicBezTo>
                    <a:cubicBezTo>
                      <a:pt x="144" y="259"/>
                      <a:pt x="158" y="217"/>
                      <a:pt x="167" y="174"/>
                    </a:cubicBezTo>
                    <a:cubicBezTo>
                      <a:pt x="178" y="122"/>
                      <a:pt x="184" y="71"/>
                      <a:pt x="172" y="19"/>
                    </a:cubicBezTo>
                  </a:path>
                </a:pathLst>
              </a:custGeom>
              <a:solidFill>
                <a:srgbClr val="7A36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708" name="Freeform 322">
                <a:extLst>
                  <a:ext uri="{FF2B5EF4-FFF2-40B4-BE49-F238E27FC236}">
                    <a16:creationId xmlns:a16="http://schemas.microsoft.com/office/drawing/2014/main" id="{1F461195-ACFD-4CE2-9EF0-24C55C4A2C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2" y="3584"/>
                <a:ext cx="184" cy="209"/>
              </a:xfrm>
              <a:custGeom>
                <a:avLst/>
                <a:gdLst>
                  <a:gd name="T0" fmla="*/ 29 w 174"/>
                  <a:gd name="T1" fmla="*/ 24 h 198"/>
                  <a:gd name="T2" fmla="*/ 29 w 174"/>
                  <a:gd name="T3" fmla="*/ 122 h 198"/>
                  <a:gd name="T4" fmla="*/ 13 w 174"/>
                  <a:gd name="T5" fmla="*/ 167 h 198"/>
                  <a:gd name="T6" fmla="*/ 82 w 174"/>
                  <a:gd name="T7" fmla="*/ 174 h 198"/>
                  <a:gd name="T8" fmla="*/ 155 w 174"/>
                  <a:gd name="T9" fmla="*/ 192 h 198"/>
                  <a:gd name="T10" fmla="*/ 206 w 174"/>
                  <a:gd name="T11" fmla="*/ 191 h 198"/>
                  <a:gd name="T12" fmla="*/ 155 w 174"/>
                  <a:gd name="T13" fmla="*/ 155 h 198"/>
                  <a:gd name="T14" fmla="*/ 80 w 174"/>
                  <a:gd name="T15" fmla="*/ 119 h 198"/>
                  <a:gd name="T16" fmla="*/ 74 w 174"/>
                  <a:gd name="T17" fmla="*/ 0 h 19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74" h="198">
                    <a:moveTo>
                      <a:pt x="25" y="21"/>
                    </a:moveTo>
                    <a:cubicBezTo>
                      <a:pt x="30" y="45"/>
                      <a:pt x="35" y="80"/>
                      <a:pt x="25" y="104"/>
                    </a:cubicBezTo>
                    <a:cubicBezTo>
                      <a:pt x="19" y="117"/>
                      <a:pt x="0" y="124"/>
                      <a:pt x="10" y="142"/>
                    </a:cubicBezTo>
                    <a:cubicBezTo>
                      <a:pt x="22" y="161"/>
                      <a:pt x="53" y="150"/>
                      <a:pt x="70" y="148"/>
                    </a:cubicBezTo>
                    <a:cubicBezTo>
                      <a:pt x="98" y="146"/>
                      <a:pt x="108" y="146"/>
                      <a:pt x="131" y="163"/>
                    </a:cubicBezTo>
                    <a:cubicBezTo>
                      <a:pt x="145" y="173"/>
                      <a:pt x="174" y="198"/>
                      <a:pt x="174" y="162"/>
                    </a:cubicBezTo>
                    <a:cubicBezTo>
                      <a:pt x="174" y="138"/>
                      <a:pt x="149" y="136"/>
                      <a:pt x="131" y="132"/>
                    </a:cubicBezTo>
                    <a:cubicBezTo>
                      <a:pt x="106" y="127"/>
                      <a:pt x="80" y="127"/>
                      <a:pt x="68" y="101"/>
                    </a:cubicBezTo>
                    <a:cubicBezTo>
                      <a:pt x="54" y="70"/>
                      <a:pt x="73" y="30"/>
                      <a:pt x="62" y="0"/>
                    </a:cubicBezTo>
                  </a:path>
                </a:pathLst>
              </a:custGeom>
              <a:solidFill>
                <a:srgbClr val="7A36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709" name="Freeform 323">
                <a:extLst>
                  <a:ext uri="{FF2B5EF4-FFF2-40B4-BE49-F238E27FC236}">
                    <a16:creationId xmlns:a16="http://schemas.microsoft.com/office/drawing/2014/main" id="{0EA83808-1474-4A38-8319-2B0C7E0A1C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0" y="3771"/>
                <a:ext cx="120" cy="167"/>
              </a:xfrm>
              <a:custGeom>
                <a:avLst/>
                <a:gdLst>
                  <a:gd name="T0" fmla="*/ 131 w 114"/>
                  <a:gd name="T1" fmla="*/ 64 h 158"/>
                  <a:gd name="T2" fmla="*/ 65 w 114"/>
                  <a:gd name="T3" fmla="*/ 99 h 158"/>
                  <a:gd name="T4" fmla="*/ 0 w 114"/>
                  <a:gd name="T5" fmla="*/ 178 h 158"/>
                  <a:gd name="T6" fmla="*/ 43 w 114"/>
                  <a:gd name="T7" fmla="*/ 184 h 158"/>
                  <a:gd name="T8" fmla="*/ 75 w 114"/>
                  <a:gd name="T9" fmla="*/ 143 h 158"/>
                  <a:gd name="T10" fmla="*/ 133 w 114"/>
                  <a:gd name="T11" fmla="*/ 56 h 15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4" h="158">
                    <a:moveTo>
                      <a:pt x="112" y="55"/>
                    </a:moveTo>
                    <a:cubicBezTo>
                      <a:pt x="95" y="0"/>
                      <a:pt x="65" y="70"/>
                      <a:pt x="56" y="84"/>
                    </a:cubicBezTo>
                    <a:cubicBezTo>
                      <a:pt x="40" y="107"/>
                      <a:pt x="4" y="120"/>
                      <a:pt x="0" y="150"/>
                    </a:cubicBezTo>
                    <a:cubicBezTo>
                      <a:pt x="8" y="150"/>
                      <a:pt x="31" y="158"/>
                      <a:pt x="37" y="156"/>
                    </a:cubicBezTo>
                    <a:cubicBezTo>
                      <a:pt x="49" y="152"/>
                      <a:pt x="57" y="131"/>
                      <a:pt x="64" y="121"/>
                    </a:cubicBezTo>
                    <a:cubicBezTo>
                      <a:pt x="80" y="99"/>
                      <a:pt x="94" y="63"/>
                      <a:pt x="114" y="47"/>
                    </a:cubicBezTo>
                  </a:path>
                </a:pathLst>
              </a:custGeom>
              <a:solidFill>
                <a:srgbClr val="7A36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710" name="Freeform 324">
                <a:extLst>
                  <a:ext uri="{FF2B5EF4-FFF2-40B4-BE49-F238E27FC236}">
                    <a16:creationId xmlns:a16="http://schemas.microsoft.com/office/drawing/2014/main" id="{3D75CE45-E4E1-4AB5-A531-2AC2C36D11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8" y="2242"/>
                <a:ext cx="141" cy="157"/>
              </a:xfrm>
              <a:custGeom>
                <a:avLst/>
                <a:gdLst>
                  <a:gd name="T0" fmla="*/ 124 w 134"/>
                  <a:gd name="T1" fmla="*/ 25 h 149"/>
                  <a:gd name="T2" fmla="*/ 72 w 134"/>
                  <a:gd name="T3" fmla="*/ 4 h 149"/>
                  <a:gd name="T4" fmla="*/ 41 w 134"/>
                  <a:gd name="T5" fmla="*/ 65 h 149"/>
                  <a:gd name="T6" fmla="*/ 41 w 134"/>
                  <a:gd name="T7" fmla="*/ 174 h 149"/>
                  <a:gd name="T8" fmla="*/ 79 w 134"/>
                  <a:gd name="T9" fmla="*/ 103 h 149"/>
                  <a:gd name="T10" fmla="*/ 149 w 134"/>
                  <a:gd name="T11" fmla="*/ 134 h 149"/>
                  <a:gd name="T12" fmla="*/ 135 w 134"/>
                  <a:gd name="T13" fmla="*/ 34 h 14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4" h="149">
                    <a:moveTo>
                      <a:pt x="106" y="22"/>
                    </a:moveTo>
                    <a:cubicBezTo>
                      <a:pt x="92" y="17"/>
                      <a:pt x="76" y="0"/>
                      <a:pt x="62" y="4"/>
                    </a:cubicBezTo>
                    <a:cubicBezTo>
                      <a:pt x="43" y="9"/>
                      <a:pt x="42" y="40"/>
                      <a:pt x="35" y="56"/>
                    </a:cubicBezTo>
                    <a:cubicBezTo>
                      <a:pt x="27" y="76"/>
                      <a:pt x="0" y="137"/>
                      <a:pt x="35" y="149"/>
                    </a:cubicBezTo>
                    <a:cubicBezTo>
                      <a:pt x="45" y="132"/>
                      <a:pt x="45" y="96"/>
                      <a:pt x="67" y="88"/>
                    </a:cubicBezTo>
                    <a:cubicBezTo>
                      <a:pt x="89" y="79"/>
                      <a:pt x="111" y="108"/>
                      <a:pt x="128" y="115"/>
                    </a:cubicBezTo>
                    <a:cubicBezTo>
                      <a:pt x="134" y="89"/>
                      <a:pt x="134" y="49"/>
                      <a:pt x="116" y="28"/>
                    </a:cubicBezTo>
                  </a:path>
                </a:pathLst>
              </a:custGeom>
              <a:solidFill>
                <a:srgbClr val="7A36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711" name="Freeform 325">
                <a:extLst>
                  <a:ext uri="{FF2B5EF4-FFF2-40B4-BE49-F238E27FC236}">
                    <a16:creationId xmlns:a16="http://schemas.microsoft.com/office/drawing/2014/main" id="{5042FC9A-88B7-4532-A955-553DDA2A39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4" y="1923"/>
                <a:ext cx="204" cy="273"/>
              </a:xfrm>
              <a:custGeom>
                <a:avLst/>
                <a:gdLst>
                  <a:gd name="T0" fmla="*/ 122 w 193"/>
                  <a:gd name="T1" fmla="*/ 39 h 259"/>
                  <a:gd name="T2" fmla="*/ 76 w 193"/>
                  <a:gd name="T3" fmla="*/ 7 h 259"/>
                  <a:gd name="T4" fmla="*/ 23 w 193"/>
                  <a:gd name="T5" fmla="*/ 89 h 259"/>
                  <a:gd name="T6" fmla="*/ 8 w 193"/>
                  <a:gd name="T7" fmla="*/ 190 h 259"/>
                  <a:gd name="T8" fmla="*/ 26 w 193"/>
                  <a:gd name="T9" fmla="*/ 256 h 259"/>
                  <a:gd name="T10" fmla="*/ 179 w 193"/>
                  <a:gd name="T11" fmla="*/ 218 h 259"/>
                  <a:gd name="T12" fmla="*/ 216 w 193"/>
                  <a:gd name="T13" fmla="*/ 100 h 259"/>
                  <a:gd name="T14" fmla="*/ 131 w 193"/>
                  <a:gd name="T15" fmla="*/ 35 h 25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93" h="259">
                    <a:moveTo>
                      <a:pt x="103" y="33"/>
                    </a:moveTo>
                    <a:cubicBezTo>
                      <a:pt x="88" y="26"/>
                      <a:pt x="81" y="10"/>
                      <a:pt x="64" y="7"/>
                    </a:cubicBezTo>
                    <a:cubicBezTo>
                      <a:pt x="27" y="0"/>
                      <a:pt x="24" y="50"/>
                      <a:pt x="20" y="76"/>
                    </a:cubicBezTo>
                    <a:cubicBezTo>
                      <a:pt x="16" y="105"/>
                      <a:pt x="16" y="134"/>
                      <a:pt x="8" y="162"/>
                    </a:cubicBezTo>
                    <a:cubicBezTo>
                      <a:pt x="0" y="189"/>
                      <a:pt x="0" y="201"/>
                      <a:pt x="23" y="219"/>
                    </a:cubicBezTo>
                    <a:cubicBezTo>
                      <a:pt x="74" y="259"/>
                      <a:pt x="112" y="227"/>
                      <a:pt x="151" y="186"/>
                    </a:cubicBezTo>
                    <a:cubicBezTo>
                      <a:pt x="175" y="162"/>
                      <a:pt x="193" y="118"/>
                      <a:pt x="183" y="85"/>
                    </a:cubicBezTo>
                    <a:cubicBezTo>
                      <a:pt x="175" y="55"/>
                      <a:pt x="135" y="42"/>
                      <a:pt x="111" y="29"/>
                    </a:cubicBezTo>
                  </a:path>
                </a:pathLst>
              </a:custGeom>
              <a:solidFill>
                <a:srgbClr val="7A36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712" name="Freeform 326">
                <a:extLst>
                  <a:ext uri="{FF2B5EF4-FFF2-40B4-BE49-F238E27FC236}">
                    <a16:creationId xmlns:a16="http://schemas.microsoft.com/office/drawing/2014/main" id="{E5DF7078-0991-405A-9E78-3E7511845F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6" y="1610"/>
                <a:ext cx="266" cy="330"/>
              </a:xfrm>
              <a:custGeom>
                <a:avLst/>
                <a:gdLst>
                  <a:gd name="T0" fmla="*/ 297 w 252"/>
                  <a:gd name="T1" fmla="*/ 77 h 312"/>
                  <a:gd name="T2" fmla="*/ 132 w 252"/>
                  <a:gd name="T3" fmla="*/ 44 h 312"/>
                  <a:gd name="T4" fmla="*/ 18 w 252"/>
                  <a:gd name="T5" fmla="*/ 237 h 312"/>
                  <a:gd name="T6" fmla="*/ 52 w 252"/>
                  <a:gd name="T7" fmla="*/ 290 h 312"/>
                  <a:gd name="T8" fmla="*/ 80 w 252"/>
                  <a:gd name="T9" fmla="*/ 341 h 312"/>
                  <a:gd name="T10" fmla="*/ 138 w 252"/>
                  <a:gd name="T11" fmla="*/ 341 h 312"/>
                  <a:gd name="T12" fmla="*/ 231 w 252"/>
                  <a:gd name="T13" fmla="*/ 271 h 312"/>
                  <a:gd name="T14" fmla="*/ 147 w 252"/>
                  <a:gd name="T15" fmla="*/ 299 h 312"/>
                  <a:gd name="T16" fmla="*/ 140 w 252"/>
                  <a:gd name="T17" fmla="*/ 234 h 312"/>
                  <a:gd name="T18" fmla="*/ 242 w 252"/>
                  <a:gd name="T19" fmla="*/ 170 h 312"/>
                  <a:gd name="T20" fmla="*/ 280 w 252"/>
                  <a:gd name="T21" fmla="*/ 89 h 31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52" h="312">
                    <a:moveTo>
                      <a:pt x="252" y="65"/>
                    </a:moveTo>
                    <a:cubicBezTo>
                      <a:pt x="204" y="62"/>
                      <a:pt x="154" y="0"/>
                      <a:pt x="112" y="38"/>
                    </a:cubicBezTo>
                    <a:cubicBezTo>
                      <a:pt x="70" y="75"/>
                      <a:pt x="0" y="136"/>
                      <a:pt x="15" y="200"/>
                    </a:cubicBezTo>
                    <a:cubicBezTo>
                      <a:pt x="19" y="220"/>
                      <a:pt x="32" y="230"/>
                      <a:pt x="44" y="245"/>
                    </a:cubicBezTo>
                    <a:cubicBezTo>
                      <a:pt x="56" y="258"/>
                      <a:pt x="59" y="273"/>
                      <a:pt x="68" y="287"/>
                    </a:cubicBezTo>
                    <a:cubicBezTo>
                      <a:pt x="84" y="312"/>
                      <a:pt x="98" y="302"/>
                      <a:pt x="117" y="287"/>
                    </a:cubicBezTo>
                    <a:cubicBezTo>
                      <a:pt x="139" y="269"/>
                      <a:pt x="187" y="257"/>
                      <a:pt x="196" y="229"/>
                    </a:cubicBezTo>
                    <a:cubicBezTo>
                      <a:pt x="177" y="220"/>
                      <a:pt x="147" y="251"/>
                      <a:pt x="125" y="253"/>
                    </a:cubicBezTo>
                    <a:cubicBezTo>
                      <a:pt x="85" y="256"/>
                      <a:pt x="102" y="218"/>
                      <a:pt x="119" y="198"/>
                    </a:cubicBezTo>
                    <a:cubicBezTo>
                      <a:pt x="142" y="169"/>
                      <a:pt x="183" y="173"/>
                      <a:pt x="206" y="144"/>
                    </a:cubicBezTo>
                    <a:cubicBezTo>
                      <a:pt x="218" y="130"/>
                      <a:pt x="244" y="92"/>
                      <a:pt x="238" y="75"/>
                    </a:cubicBezTo>
                  </a:path>
                </a:pathLst>
              </a:custGeom>
              <a:solidFill>
                <a:srgbClr val="7A36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713" name="Freeform 327">
                <a:extLst>
                  <a:ext uri="{FF2B5EF4-FFF2-40B4-BE49-F238E27FC236}">
                    <a16:creationId xmlns:a16="http://schemas.microsoft.com/office/drawing/2014/main" id="{C848BFA2-2F33-4173-80EA-E5CEAAD30E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4" y="1303"/>
                <a:ext cx="353" cy="325"/>
              </a:xfrm>
              <a:custGeom>
                <a:avLst/>
                <a:gdLst>
                  <a:gd name="T0" fmla="*/ 394 w 334"/>
                  <a:gd name="T1" fmla="*/ 0 h 308"/>
                  <a:gd name="T2" fmla="*/ 319 w 334"/>
                  <a:gd name="T3" fmla="*/ 17 h 308"/>
                  <a:gd name="T4" fmla="*/ 238 w 334"/>
                  <a:gd name="T5" fmla="*/ 57 h 308"/>
                  <a:gd name="T6" fmla="*/ 72 w 334"/>
                  <a:gd name="T7" fmla="*/ 179 h 308"/>
                  <a:gd name="T8" fmla="*/ 6 w 334"/>
                  <a:gd name="T9" fmla="*/ 278 h 308"/>
                  <a:gd name="T10" fmla="*/ 24 w 334"/>
                  <a:gd name="T11" fmla="*/ 304 h 308"/>
                  <a:gd name="T12" fmla="*/ 58 w 334"/>
                  <a:gd name="T13" fmla="*/ 340 h 308"/>
                  <a:gd name="T14" fmla="*/ 105 w 334"/>
                  <a:gd name="T15" fmla="*/ 273 h 308"/>
                  <a:gd name="T16" fmla="*/ 180 w 334"/>
                  <a:gd name="T17" fmla="*/ 293 h 308"/>
                  <a:gd name="T18" fmla="*/ 207 w 334"/>
                  <a:gd name="T19" fmla="*/ 206 h 308"/>
                  <a:gd name="T20" fmla="*/ 263 w 334"/>
                  <a:gd name="T21" fmla="*/ 112 h 308"/>
                  <a:gd name="T22" fmla="*/ 376 w 334"/>
                  <a:gd name="T23" fmla="*/ 6 h 308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34" h="308">
                    <a:moveTo>
                      <a:pt x="334" y="0"/>
                    </a:moveTo>
                    <a:cubicBezTo>
                      <a:pt x="325" y="13"/>
                      <a:pt x="287" y="9"/>
                      <a:pt x="271" y="14"/>
                    </a:cubicBezTo>
                    <a:cubicBezTo>
                      <a:pt x="247" y="23"/>
                      <a:pt x="224" y="34"/>
                      <a:pt x="202" y="48"/>
                    </a:cubicBezTo>
                    <a:cubicBezTo>
                      <a:pt x="151" y="81"/>
                      <a:pt x="99" y="104"/>
                      <a:pt x="61" y="153"/>
                    </a:cubicBezTo>
                    <a:cubicBezTo>
                      <a:pt x="43" y="177"/>
                      <a:pt x="13" y="208"/>
                      <a:pt x="6" y="236"/>
                    </a:cubicBezTo>
                    <a:cubicBezTo>
                      <a:pt x="0" y="261"/>
                      <a:pt x="10" y="250"/>
                      <a:pt x="21" y="259"/>
                    </a:cubicBezTo>
                    <a:cubicBezTo>
                      <a:pt x="31" y="267"/>
                      <a:pt x="34" y="290"/>
                      <a:pt x="49" y="289"/>
                    </a:cubicBezTo>
                    <a:cubicBezTo>
                      <a:pt x="50" y="263"/>
                      <a:pt x="54" y="227"/>
                      <a:pt x="89" y="232"/>
                    </a:cubicBezTo>
                    <a:cubicBezTo>
                      <a:pt x="124" y="238"/>
                      <a:pt x="122" y="308"/>
                      <a:pt x="152" y="249"/>
                    </a:cubicBezTo>
                    <a:cubicBezTo>
                      <a:pt x="163" y="226"/>
                      <a:pt x="169" y="199"/>
                      <a:pt x="175" y="175"/>
                    </a:cubicBezTo>
                    <a:cubicBezTo>
                      <a:pt x="182" y="141"/>
                      <a:pt x="199" y="120"/>
                      <a:pt x="223" y="95"/>
                    </a:cubicBezTo>
                    <a:cubicBezTo>
                      <a:pt x="254" y="62"/>
                      <a:pt x="283" y="31"/>
                      <a:pt x="319" y="6"/>
                    </a:cubicBezTo>
                  </a:path>
                </a:pathLst>
              </a:custGeom>
              <a:solidFill>
                <a:srgbClr val="7A36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714" name="Freeform 328">
                <a:extLst>
                  <a:ext uri="{FF2B5EF4-FFF2-40B4-BE49-F238E27FC236}">
                    <a16:creationId xmlns:a16="http://schemas.microsoft.com/office/drawing/2014/main" id="{7CFE9FBF-F7BD-4253-ADB5-12D23BA1F4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2" y="1364"/>
                <a:ext cx="341" cy="596"/>
              </a:xfrm>
              <a:custGeom>
                <a:avLst/>
                <a:gdLst>
                  <a:gd name="T0" fmla="*/ 152 w 323"/>
                  <a:gd name="T1" fmla="*/ 77 h 564"/>
                  <a:gd name="T2" fmla="*/ 140 w 323"/>
                  <a:gd name="T3" fmla="*/ 230 h 564"/>
                  <a:gd name="T4" fmla="*/ 113 w 323"/>
                  <a:gd name="T5" fmla="*/ 349 h 564"/>
                  <a:gd name="T6" fmla="*/ 57 w 323"/>
                  <a:gd name="T7" fmla="*/ 395 h 564"/>
                  <a:gd name="T8" fmla="*/ 20 w 323"/>
                  <a:gd name="T9" fmla="*/ 452 h 564"/>
                  <a:gd name="T10" fmla="*/ 14 w 323"/>
                  <a:gd name="T11" fmla="*/ 505 h 564"/>
                  <a:gd name="T12" fmla="*/ 41 w 323"/>
                  <a:gd name="T13" fmla="*/ 500 h 564"/>
                  <a:gd name="T14" fmla="*/ 88 w 323"/>
                  <a:gd name="T15" fmla="*/ 498 h 564"/>
                  <a:gd name="T16" fmla="*/ 219 w 323"/>
                  <a:gd name="T17" fmla="*/ 589 h 564"/>
                  <a:gd name="T18" fmla="*/ 234 w 323"/>
                  <a:gd name="T19" fmla="*/ 644 h 564"/>
                  <a:gd name="T20" fmla="*/ 298 w 323"/>
                  <a:gd name="T21" fmla="*/ 649 h 564"/>
                  <a:gd name="T22" fmla="*/ 378 w 323"/>
                  <a:gd name="T23" fmla="*/ 548 h 564"/>
                  <a:gd name="T24" fmla="*/ 368 w 323"/>
                  <a:gd name="T25" fmla="*/ 473 h 564"/>
                  <a:gd name="T26" fmla="*/ 363 w 323"/>
                  <a:gd name="T27" fmla="*/ 385 h 564"/>
                  <a:gd name="T28" fmla="*/ 366 w 323"/>
                  <a:gd name="T29" fmla="*/ 209 h 564"/>
                  <a:gd name="T30" fmla="*/ 323 w 323"/>
                  <a:gd name="T31" fmla="*/ 48 h 564"/>
                  <a:gd name="T32" fmla="*/ 224 w 323"/>
                  <a:gd name="T33" fmla="*/ 18 h 564"/>
                  <a:gd name="T34" fmla="*/ 155 w 323"/>
                  <a:gd name="T35" fmla="*/ 88 h 564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323" h="564">
                    <a:moveTo>
                      <a:pt x="129" y="65"/>
                    </a:moveTo>
                    <a:cubicBezTo>
                      <a:pt x="122" y="109"/>
                      <a:pt x="116" y="150"/>
                      <a:pt x="119" y="195"/>
                    </a:cubicBezTo>
                    <a:cubicBezTo>
                      <a:pt x="123" y="238"/>
                      <a:pt x="125" y="262"/>
                      <a:pt x="96" y="295"/>
                    </a:cubicBezTo>
                    <a:cubicBezTo>
                      <a:pt x="81" y="311"/>
                      <a:pt x="62" y="319"/>
                      <a:pt x="48" y="335"/>
                    </a:cubicBezTo>
                    <a:cubicBezTo>
                      <a:pt x="36" y="349"/>
                      <a:pt x="25" y="366"/>
                      <a:pt x="17" y="383"/>
                    </a:cubicBezTo>
                    <a:cubicBezTo>
                      <a:pt x="13" y="392"/>
                      <a:pt x="0" y="419"/>
                      <a:pt x="11" y="428"/>
                    </a:cubicBezTo>
                    <a:cubicBezTo>
                      <a:pt x="17" y="432"/>
                      <a:pt x="29" y="425"/>
                      <a:pt x="35" y="424"/>
                    </a:cubicBezTo>
                    <a:cubicBezTo>
                      <a:pt x="48" y="422"/>
                      <a:pt x="62" y="422"/>
                      <a:pt x="75" y="422"/>
                    </a:cubicBezTo>
                    <a:cubicBezTo>
                      <a:pt x="124" y="422"/>
                      <a:pt x="166" y="455"/>
                      <a:pt x="186" y="499"/>
                    </a:cubicBezTo>
                    <a:cubicBezTo>
                      <a:pt x="192" y="514"/>
                      <a:pt x="190" y="532"/>
                      <a:pt x="199" y="545"/>
                    </a:cubicBezTo>
                    <a:cubicBezTo>
                      <a:pt x="212" y="564"/>
                      <a:pt x="235" y="561"/>
                      <a:pt x="253" y="550"/>
                    </a:cubicBezTo>
                    <a:cubicBezTo>
                      <a:pt x="279" y="534"/>
                      <a:pt x="317" y="498"/>
                      <a:pt x="321" y="465"/>
                    </a:cubicBezTo>
                    <a:cubicBezTo>
                      <a:pt x="323" y="445"/>
                      <a:pt x="315" y="421"/>
                      <a:pt x="314" y="401"/>
                    </a:cubicBezTo>
                    <a:cubicBezTo>
                      <a:pt x="312" y="376"/>
                      <a:pt x="310" y="351"/>
                      <a:pt x="309" y="326"/>
                    </a:cubicBezTo>
                    <a:cubicBezTo>
                      <a:pt x="308" y="276"/>
                      <a:pt x="310" y="227"/>
                      <a:pt x="312" y="177"/>
                    </a:cubicBezTo>
                    <a:cubicBezTo>
                      <a:pt x="313" y="135"/>
                      <a:pt x="302" y="75"/>
                      <a:pt x="275" y="41"/>
                    </a:cubicBezTo>
                    <a:cubicBezTo>
                      <a:pt x="253" y="13"/>
                      <a:pt x="223" y="0"/>
                      <a:pt x="190" y="15"/>
                    </a:cubicBezTo>
                    <a:cubicBezTo>
                      <a:pt x="161" y="28"/>
                      <a:pt x="151" y="55"/>
                      <a:pt x="132" y="75"/>
                    </a:cubicBezTo>
                  </a:path>
                </a:pathLst>
              </a:custGeom>
              <a:solidFill>
                <a:srgbClr val="7A36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715" name="Freeform 329">
                <a:extLst>
                  <a:ext uri="{FF2B5EF4-FFF2-40B4-BE49-F238E27FC236}">
                    <a16:creationId xmlns:a16="http://schemas.microsoft.com/office/drawing/2014/main" id="{6E51EAF3-D679-42B2-8484-7EAA16CBE0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0" y="1985"/>
                <a:ext cx="356" cy="238"/>
              </a:xfrm>
              <a:custGeom>
                <a:avLst/>
                <a:gdLst>
                  <a:gd name="T0" fmla="*/ 4 w 337"/>
                  <a:gd name="T1" fmla="*/ 0 h 225"/>
                  <a:gd name="T2" fmla="*/ 24 w 337"/>
                  <a:gd name="T3" fmla="*/ 58 h 225"/>
                  <a:gd name="T4" fmla="*/ 71 w 337"/>
                  <a:gd name="T5" fmla="*/ 103 h 225"/>
                  <a:gd name="T6" fmla="*/ 172 w 337"/>
                  <a:gd name="T7" fmla="*/ 146 h 225"/>
                  <a:gd name="T8" fmla="*/ 345 w 337"/>
                  <a:gd name="T9" fmla="*/ 251 h 225"/>
                  <a:gd name="T10" fmla="*/ 391 w 337"/>
                  <a:gd name="T11" fmla="*/ 252 h 225"/>
                  <a:gd name="T12" fmla="*/ 389 w 337"/>
                  <a:gd name="T13" fmla="*/ 197 h 225"/>
                  <a:gd name="T14" fmla="*/ 381 w 337"/>
                  <a:gd name="T15" fmla="*/ 128 h 225"/>
                  <a:gd name="T16" fmla="*/ 349 w 337"/>
                  <a:gd name="T17" fmla="*/ 105 h 225"/>
                  <a:gd name="T18" fmla="*/ 71 w 337"/>
                  <a:gd name="T19" fmla="*/ 32 h 225"/>
                  <a:gd name="T20" fmla="*/ 12 w 337"/>
                  <a:gd name="T21" fmla="*/ 1 h 22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37" h="225">
                    <a:moveTo>
                      <a:pt x="4" y="0"/>
                    </a:moveTo>
                    <a:cubicBezTo>
                      <a:pt x="0" y="12"/>
                      <a:pt x="15" y="37"/>
                      <a:pt x="21" y="49"/>
                    </a:cubicBezTo>
                    <a:cubicBezTo>
                      <a:pt x="30" y="67"/>
                      <a:pt x="44" y="76"/>
                      <a:pt x="60" y="87"/>
                    </a:cubicBezTo>
                    <a:cubicBezTo>
                      <a:pt x="85" y="105"/>
                      <a:pt x="118" y="109"/>
                      <a:pt x="146" y="123"/>
                    </a:cubicBezTo>
                    <a:cubicBezTo>
                      <a:pt x="197" y="148"/>
                      <a:pt x="239" y="193"/>
                      <a:pt x="293" y="212"/>
                    </a:cubicBezTo>
                    <a:cubicBezTo>
                      <a:pt x="304" y="216"/>
                      <a:pt x="322" y="225"/>
                      <a:pt x="331" y="213"/>
                    </a:cubicBezTo>
                    <a:cubicBezTo>
                      <a:pt x="337" y="205"/>
                      <a:pt x="330" y="175"/>
                      <a:pt x="329" y="166"/>
                    </a:cubicBezTo>
                    <a:cubicBezTo>
                      <a:pt x="327" y="147"/>
                      <a:pt x="326" y="128"/>
                      <a:pt x="324" y="108"/>
                    </a:cubicBezTo>
                    <a:cubicBezTo>
                      <a:pt x="322" y="86"/>
                      <a:pt x="316" y="88"/>
                      <a:pt x="295" y="89"/>
                    </a:cubicBezTo>
                    <a:cubicBezTo>
                      <a:pt x="207" y="91"/>
                      <a:pt x="138" y="61"/>
                      <a:pt x="60" y="26"/>
                    </a:cubicBezTo>
                    <a:cubicBezTo>
                      <a:pt x="43" y="18"/>
                      <a:pt x="24" y="12"/>
                      <a:pt x="9" y="1"/>
                    </a:cubicBezTo>
                  </a:path>
                </a:pathLst>
              </a:custGeom>
              <a:solidFill>
                <a:srgbClr val="7A36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716" name="Freeform 330">
                <a:extLst>
                  <a:ext uri="{FF2B5EF4-FFF2-40B4-BE49-F238E27FC236}">
                    <a16:creationId xmlns:a16="http://schemas.microsoft.com/office/drawing/2014/main" id="{038225CC-FFDE-4B66-AB7F-DA132128DB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0" y="2195"/>
                <a:ext cx="150" cy="138"/>
              </a:xfrm>
              <a:custGeom>
                <a:avLst/>
                <a:gdLst>
                  <a:gd name="T0" fmla="*/ 0 w 142"/>
                  <a:gd name="T1" fmla="*/ 0 h 131"/>
                  <a:gd name="T2" fmla="*/ 57 w 142"/>
                  <a:gd name="T3" fmla="*/ 65 h 131"/>
                  <a:gd name="T4" fmla="*/ 106 w 142"/>
                  <a:gd name="T5" fmla="*/ 125 h 131"/>
                  <a:gd name="T6" fmla="*/ 164 w 142"/>
                  <a:gd name="T7" fmla="*/ 115 h 131"/>
                  <a:gd name="T8" fmla="*/ 93 w 142"/>
                  <a:gd name="T9" fmla="*/ 67 h 131"/>
                  <a:gd name="T10" fmla="*/ 43 w 142"/>
                  <a:gd name="T11" fmla="*/ 33 h 131"/>
                  <a:gd name="T12" fmla="*/ 17 w 142"/>
                  <a:gd name="T13" fmla="*/ 2 h 1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2" h="131">
                    <a:moveTo>
                      <a:pt x="0" y="0"/>
                    </a:moveTo>
                    <a:cubicBezTo>
                      <a:pt x="20" y="7"/>
                      <a:pt x="35" y="41"/>
                      <a:pt x="48" y="56"/>
                    </a:cubicBezTo>
                    <a:cubicBezTo>
                      <a:pt x="63" y="73"/>
                      <a:pt x="76" y="90"/>
                      <a:pt x="90" y="107"/>
                    </a:cubicBezTo>
                    <a:cubicBezTo>
                      <a:pt x="104" y="126"/>
                      <a:pt x="133" y="131"/>
                      <a:pt x="139" y="98"/>
                    </a:cubicBezTo>
                    <a:cubicBezTo>
                      <a:pt x="142" y="78"/>
                      <a:pt x="96" y="69"/>
                      <a:pt x="79" y="58"/>
                    </a:cubicBezTo>
                    <a:cubicBezTo>
                      <a:pt x="66" y="50"/>
                      <a:pt x="49" y="39"/>
                      <a:pt x="37" y="28"/>
                    </a:cubicBezTo>
                    <a:cubicBezTo>
                      <a:pt x="29" y="20"/>
                      <a:pt x="24" y="6"/>
                      <a:pt x="14" y="2"/>
                    </a:cubicBezTo>
                  </a:path>
                </a:pathLst>
              </a:custGeom>
              <a:solidFill>
                <a:srgbClr val="7A36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717" name="Freeform 331">
                <a:extLst>
                  <a:ext uri="{FF2B5EF4-FFF2-40B4-BE49-F238E27FC236}">
                    <a16:creationId xmlns:a16="http://schemas.microsoft.com/office/drawing/2014/main" id="{2682942B-1F18-4B8A-ACB8-EB63CA2A25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6" y="2495"/>
                <a:ext cx="532" cy="290"/>
              </a:xfrm>
              <a:custGeom>
                <a:avLst/>
                <a:gdLst>
                  <a:gd name="T0" fmla="*/ 172 w 504"/>
                  <a:gd name="T1" fmla="*/ 240 h 275"/>
                  <a:gd name="T2" fmla="*/ 8 w 504"/>
                  <a:gd name="T3" fmla="*/ 212 h 275"/>
                  <a:gd name="T4" fmla="*/ 44 w 504"/>
                  <a:gd name="T5" fmla="*/ 80 h 275"/>
                  <a:gd name="T6" fmla="*/ 148 w 504"/>
                  <a:gd name="T7" fmla="*/ 25 h 275"/>
                  <a:gd name="T8" fmla="*/ 382 w 504"/>
                  <a:gd name="T9" fmla="*/ 40 h 275"/>
                  <a:gd name="T10" fmla="*/ 463 w 504"/>
                  <a:gd name="T11" fmla="*/ 40 h 275"/>
                  <a:gd name="T12" fmla="*/ 542 w 504"/>
                  <a:gd name="T13" fmla="*/ 25 h 275"/>
                  <a:gd name="T14" fmla="*/ 589 w 504"/>
                  <a:gd name="T15" fmla="*/ 144 h 275"/>
                  <a:gd name="T16" fmla="*/ 479 w 504"/>
                  <a:gd name="T17" fmla="*/ 221 h 275"/>
                  <a:gd name="T18" fmla="*/ 334 w 504"/>
                  <a:gd name="T19" fmla="*/ 227 h 275"/>
                  <a:gd name="T20" fmla="*/ 229 w 504"/>
                  <a:gd name="T21" fmla="*/ 237 h 275"/>
                  <a:gd name="T22" fmla="*/ 152 w 504"/>
                  <a:gd name="T23" fmla="*/ 244 h 27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504" h="275">
                    <a:moveTo>
                      <a:pt x="146" y="205"/>
                    </a:moveTo>
                    <a:cubicBezTo>
                      <a:pt x="96" y="198"/>
                      <a:pt x="0" y="275"/>
                      <a:pt x="8" y="181"/>
                    </a:cubicBezTo>
                    <a:cubicBezTo>
                      <a:pt x="11" y="145"/>
                      <a:pt x="18" y="97"/>
                      <a:pt x="38" y="68"/>
                    </a:cubicBezTo>
                    <a:cubicBezTo>
                      <a:pt x="58" y="39"/>
                      <a:pt x="92" y="32"/>
                      <a:pt x="126" y="22"/>
                    </a:cubicBezTo>
                    <a:cubicBezTo>
                      <a:pt x="195" y="0"/>
                      <a:pt x="256" y="34"/>
                      <a:pt x="325" y="34"/>
                    </a:cubicBezTo>
                    <a:cubicBezTo>
                      <a:pt x="348" y="34"/>
                      <a:pt x="372" y="37"/>
                      <a:pt x="394" y="34"/>
                    </a:cubicBezTo>
                    <a:cubicBezTo>
                      <a:pt x="412" y="32"/>
                      <a:pt x="444" y="18"/>
                      <a:pt x="460" y="22"/>
                    </a:cubicBezTo>
                    <a:cubicBezTo>
                      <a:pt x="493" y="29"/>
                      <a:pt x="500" y="90"/>
                      <a:pt x="501" y="123"/>
                    </a:cubicBezTo>
                    <a:cubicBezTo>
                      <a:pt x="504" y="181"/>
                      <a:pt x="460" y="183"/>
                      <a:pt x="407" y="189"/>
                    </a:cubicBezTo>
                    <a:cubicBezTo>
                      <a:pt x="366" y="193"/>
                      <a:pt x="324" y="191"/>
                      <a:pt x="283" y="193"/>
                    </a:cubicBezTo>
                    <a:cubicBezTo>
                      <a:pt x="253" y="194"/>
                      <a:pt x="223" y="199"/>
                      <a:pt x="195" y="202"/>
                    </a:cubicBezTo>
                    <a:cubicBezTo>
                      <a:pt x="180" y="203"/>
                      <a:pt x="122" y="201"/>
                      <a:pt x="129" y="208"/>
                    </a:cubicBezTo>
                  </a:path>
                </a:pathLst>
              </a:custGeom>
              <a:solidFill>
                <a:srgbClr val="7A36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718" name="Freeform 332">
                <a:extLst>
                  <a:ext uri="{FF2B5EF4-FFF2-40B4-BE49-F238E27FC236}">
                    <a16:creationId xmlns:a16="http://schemas.microsoft.com/office/drawing/2014/main" id="{433C18A2-C6F5-4CC9-A386-C9C9F50C4A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5" y="2752"/>
                <a:ext cx="510" cy="303"/>
              </a:xfrm>
              <a:custGeom>
                <a:avLst/>
                <a:gdLst>
                  <a:gd name="T0" fmla="*/ 192 w 483"/>
                  <a:gd name="T1" fmla="*/ 291 h 287"/>
                  <a:gd name="T2" fmla="*/ 64 w 483"/>
                  <a:gd name="T3" fmla="*/ 304 h 287"/>
                  <a:gd name="T4" fmla="*/ 25 w 483"/>
                  <a:gd name="T5" fmla="*/ 186 h 287"/>
                  <a:gd name="T6" fmla="*/ 253 w 483"/>
                  <a:gd name="T7" fmla="*/ 14 h 287"/>
                  <a:gd name="T8" fmla="*/ 394 w 483"/>
                  <a:gd name="T9" fmla="*/ 7 h 287"/>
                  <a:gd name="T10" fmla="*/ 450 w 483"/>
                  <a:gd name="T11" fmla="*/ 7 h 287"/>
                  <a:gd name="T12" fmla="*/ 520 w 483"/>
                  <a:gd name="T13" fmla="*/ 4 h 287"/>
                  <a:gd name="T14" fmla="*/ 527 w 483"/>
                  <a:gd name="T15" fmla="*/ 147 h 287"/>
                  <a:gd name="T16" fmla="*/ 394 w 483"/>
                  <a:gd name="T17" fmla="*/ 271 h 287"/>
                  <a:gd name="T18" fmla="*/ 168 w 483"/>
                  <a:gd name="T19" fmla="*/ 305 h 28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83" h="287">
                    <a:moveTo>
                      <a:pt x="163" y="247"/>
                    </a:moveTo>
                    <a:cubicBezTo>
                      <a:pt x="130" y="252"/>
                      <a:pt x="78" y="287"/>
                      <a:pt x="55" y="259"/>
                    </a:cubicBezTo>
                    <a:cubicBezTo>
                      <a:pt x="40" y="241"/>
                      <a:pt x="26" y="181"/>
                      <a:pt x="22" y="158"/>
                    </a:cubicBezTo>
                    <a:cubicBezTo>
                      <a:pt x="0" y="48"/>
                      <a:pt x="130" y="23"/>
                      <a:pt x="215" y="11"/>
                    </a:cubicBezTo>
                    <a:cubicBezTo>
                      <a:pt x="254" y="6"/>
                      <a:pt x="294" y="7"/>
                      <a:pt x="334" y="7"/>
                    </a:cubicBezTo>
                    <a:cubicBezTo>
                      <a:pt x="350" y="7"/>
                      <a:pt x="366" y="7"/>
                      <a:pt x="382" y="7"/>
                    </a:cubicBezTo>
                    <a:cubicBezTo>
                      <a:pt x="399" y="7"/>
                      <a:pt x="426" y="0"/>
                      <a:pt x="441" y="4"/>
                    </a:cubicBezTo>
                    <a:cubicBezTo>
                      <a:pt x="483" y="15"/>
                      <a:pt x="462" y="94"/>
                      <a:pt x="448" y="125"/>
                    </a:cubicBezTo>
                    <a:cubicBezTo>
                      <a:pt x="422" y="182"/>
                      <a:pt x="395" y="212"/>
                      <a:pt x="334" y="230"/>
                    </a:cubicBezTo>
                    <a:cubicBezTo>
                      <a:pt x="271" y="249"/>
                      <a:pt x="205" y="245"/>
                      <a:pt x="143" y="260"/>
                    </a:cubicBezTo>
                  </a:path>
                </a:pathLst>
              </a:custGeom>
              <a:solidFill>
                <a:srgbClr val="7A36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719" name="Freeform 333">
                <a:extLst>
                  <a:ext uri="{FF2B5EF4-FFF2-40B4-BE49-F238E27FC236}">
                    <a16:creationId xmlns:a16="http://schemas.microsoft.com/office/drawing/2014/main" id="{7E818F0F-4C63-4567-8953-960DD6B389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3" y="2573"/>
                <a:ext cx="205" cy="272"/>
              </a:xfrm>
              <a:custGeom>
                <a:avLst/>
                <a:gdLst>
                  <a:gd name="T0" fmla="*/ 0 w 194"/>
                  <a:gd name="T1" fmla="*/ 106 h 258"/>
                  <a:gd name="T2" fmla="*/ 59 w 194"/>
                  <a:gd name="T3" fmla="*/ 142 h 258"/>
                  <a:gd name="T4" fmla="*/ 42 w 194"/>
                  <a:gd name="T5" fmla="*/ 189 h 258"/>
                  <a:gd name="T6" fmla="*/ 3 w 194"/>
                  <a:gd name="T7" fmla="*/ 231 h 258"/>
                  <a:gd name="T8" fmla="*/ 56 w 194"/>
                  <a:gd name="T9" fmla="*/ 253 h 258"/>
                  <a:gd name="T10" fmla="*/ 104 w 194"/>
                  <a:gd name="T11" fmla="*/ 271 h 258"/>
                  <a:gd name="T12" fmla="*/ 127 w 194"/>
                  <a:gd name="T13" fmla="*/ 283 h 258"/>
                  <a:gd name="T14" fmla="*/ 149 w 194"/>
                  <a:gd name="T15" fmla="*/ 296 h 258"/>
                  <a:gd name="T16" fmla="*/ 181 w 194"/>
                  <a:gd name="T17" fmla="*/ 266 h 258"/>
                  <a:gd name="T18" fmla="*/ 216 w 194"/>
                  <a:gd name="T19" fmla="*/ 179 h 258"/>
                  <a:gd name="T20" fmla="*/ 224 w 194"/>
                  <a:gd name="T21" fmla="*/ 70 h 258"/>
                  <a:gd name="T22" fmla="*/ 175 w 194"/>
                  <a:gd name="T23" fmla="*/ 6 h 258"/>
                  <a:gd name="T24" fmla="*/ 91 w 194"/>
                  <a:gd name="T25" fmla="*/ 7 h 25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94" h="258">
                    <a:moveTo>
                      <a:pt x="0" y="91"/>
                    </a:moveTo>
                    <a:cubicBezTo>
                      <a:pt x="19" y="90"/>
                      <a:pt x="46" y="103"/>
                      <a:pt x="50" y="121"/>
                    </a:cubicBezTo>
                    <a:cubicBezTo>
                      <a:pt x="54" y="138"/>
                      <a:pt x="47" y="149"/>
                      <a:pt x="36" y="161"/>
                    </a:cubicBezTo>
                    <a:cubicBezTo>
                      <a:pt x="28" y="170"/>
                      <a:pt x="3" y="185"/>
                      <a:pt x="3" y="197"/>
                    </a:cubicBezTo>
                    <a:cubicBezTo>
                      <a:pt x="2" y="214"/>
                      <a:pt x="36" y="214"/>
                      <a:pt x="47" y="216"/>
                    </a:cubicBezTo>
                    <a:cubicBezTo>
                      <a:pt x="63" y="217"/>
                      <a:pt x="74" y="224"/>
                      <a:pt x="88" y="231"/>
                    </a:cubicBezTo>
                    <a:cubicBezTo>
                      <a:pt x="95" y="234"/>
                      <a:pt x="102" y="237"/>
                      <a:pt x="108" y="241"/>
                    </a:cubicBezTo>
                    <a:cubicBezTo>
                      <a:pt x="113" y="244"/>
                      <a:pt x="120" y="251"/>
                      <a:pt x="126" y="253"/>
                    </a:cubicBezTo>
                    <a:cubicBezTo>
                      <a:pt x="144" y="258"/>
                      <a:pt x="147" y="239"/>
                      <a:pt x="153" y="227"/>
                    </a:cubicBezTo>
                    <a:cubicBezTo>
                      <a:pt x="166" y="203"/>
                      <a:pt x="178" y="181"/>
                      <a:pt x="183" y="153"/>
                    </a:cubicBezTo>
                    <a:cubicBezTo>
                      <a:pt x="189" y="125"/>
                      <a:pt x="194" y="89"/>
                      <a:pt x="190" y="60"/>
                    </a:cubicBezTo>
                    <a:cubicBezTo>
                      <a:pt x="186" y="37"/>
                      <a:pt x="172" y="13"/>
                      <a:pt x="149" y="6"/>
                    </a:cubicBezTo>
                    <a:cubicBezTo>
                      <a:pt x="130" y="0"/>
                      <a:pt x="95" y="1"/>
                      <a:pt x="77" y="7"/>
                    </a:cubicBezTo>
                  </a:path>
                </a:pathLst>
              </a:custGeom>
              <a:solidFill>
                <a:srgbClr val="7A36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720" name="Freeform 334">
                <a:extLst>
                  <a:ext uri="{FF2B5EF4-FFF2-40B4-BE49-F238E27FC236}">
                    <a16:creationId xmlns:a16="http://schemas.microsoft.com/office/drawing/2014/main" id="{CDCF423A-0B7E-4ACB-9D60-21A07F800B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2" y="2263"/>
                <a:ext cx="321" cy="218"/>
              </a:xfrm>
              <a:custGeom>
                <a:avLst/>
                <a:gdLst>
                  <a:gd name="T0" fmla="*/ 302 w 304"/>
                  <a:gd name="T1" fmla="*/ 8 h 207"/>
                  <a:gd name="T2" fmla="*/ 341 w 304"/>
                  <a:gd name="T3" fmla="*/ 21 h 207"/>
                  <a:gd name="T4" fmla="*/ 351 w 304"/>
                  <a:gd name="T5" fmla="*/ 86 h 207"/>
                  <a:gd name="T6" fmla="*/ 356 w 304"/>
                  <a:gd name="T7" fmla="*/ 158 h 207"/>
                  <a:gd name="T8" fmla="*/ 333 w 304"/>
                  <a:gd name="T9" fmla="*/ 210 h 207"/>
                  <a:gd name="T10" fmla="*/ 258 w 304"/>
                  <a:gd name="T11" fmla="*/ 218 h 207"/>
                  <a:gd name="T12" fmla="*/ 195 w 304"/>
                  <a:gd name="T13" fmla="*/ 225 h 207"/>
                  <a:gd name="T14" fmla="*/ 139 w 304"/>
                  <a:gd name="T15" fmla="*/ 237 h 207"/>
                  <a:gd name="T16" fmla="*/ 84 w 304"/>
                  <a:gd name="T17" fmla="*/ 214 h 207"/>
                  <a:gd name="T18" fmla="*/ 15 w 304"/>
                  <a:gd name="T19" fmla="*/ 193 h 207"/>
                  <a:gd name="T20" fmla="*/ 86 w 304"/>
                  <a:gd name="T21" fmla="*/ 74 h 207"/>
                  <a:gd name="T22" fmla="*/ 148 w 304"/>
                  <a:gd name="T23" fmla="*/ 54 h 207"/>
                  <a:gd name="T24" fmla="*/ 201 w 304"/>
                  <a:gd name="T25" fmla="*/ 37 h 207"/>
                  <a:gd name="T26" fmla="*/ 286 w 304"/>
                  <a:gd name="T27" fmla="*/ 21 h 207"/>
                  <a:gd name="T28" fmla="*/ 308 w 304"/>
                  <a:gd name="T29" fmla="*/ 7 h 207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304" h="207">
                    <a:moveTo>
                      <a:pt x="257" y="8"/>
                    </a:moveTo>
                    <a:cubicBezTo>
                      <a:pt x="272" y="7"/>
                      <a:pt x="284" y="0"/>
                      <a:pt x="290" y="18"/>
                    </a:cubicBezTo>
                    <a:cubicBezTo>
                      <a:pt x="296" y="35"/>
                      <a:pt x="294" y="57"/>
                      <a:pt x="297" y="74"/>
                    </a:cubicBezTo>
                    <a:cubicBezTo>
                      <a:pt x="300" y="94"/>
                      <a:pt x="300" y="115"/>
                      <a:pt x="302" y="135"/>
                    </a:cubicBezTo>
                    <a:cubicBezTo>
                      <a:pt x="304" y="156"/>
                      <a:pt x="302" y="170"/>
                      <a:pt x="282" y="179"/>
                    </a:cubicBezTo>
                    <a:cubicBezTo>
                      <a:pt x="263" y="188"/>
                      <a:pt x="240" y="186"/>
                      <a:pt x="219" y="187"/>
                    </a:cubicBezTo>
                    <a:cubicBezTo>
                      <a:pt x="202" y="188"/>
                      <a:pt x="184" y="190"/>
                      <a:pt x="166" y="193"/>
                    </a:cubicBezTo>
                    <a:cubicBezTo>
                      <a:pt x="150" y="196"/>
                      <a:pt x="135" y="207"/>
                      <a:pt x="118" y="203"/>
                    </a:cubicBezTo>
                    <a:cubicBezTo>
                      <a:pt x="101" y="200"/>
                      <a:pt x="89" y="186"/>
                      <a:pt x="72" y="183"/>
                    </a:cubicBezTo>
                    <a:cubicBezTo>
                      <a:pt x="54" y="179"/>
                      <a:pt x="19" y="184"/>
                      <a:pt x="12" y="165"/>
                    </a:cubicBezTo>
                    <a:cubicBezTo>
                      <a:pt x="0" y="131"/>
                      <a:pt x="49" y="79"/>
                      <a:pt x="73" y="63"/>
                    </a:cubicBezTo>
                    <a:cubicBezTo>
                      <a:pt x="89" y="52"/>
                      <a:pt x="108" y="50"/>
                      <a:pt x="126" y="46"/>
                    </a:cubicBezTo>
                    <a:cubicBezTo>
                      <a:pt x="142" y="43"/>
                      <a:pt x="155" y="36"/>
                      <a:pt x="170" y="31"/>
                    </a:cubicBezTo>
                    <a:cubicBezTo>
                      <a:pt x="194" y="22"/>
                      <a:pt x="219" y="29"/>
                      <a:pt x="243" y="18"/>
                    </a:cubicBezTo>
                    <a:cubicBezTo>
                      <a:pt x="249" y="15"/>
                      <a:pt x="255" y="10"/>
                      <a:pt x="262" y="7"/>
                    </a:cubicBezTo>
                  </a:path>
                </a:pathLst>
              </a:custGeom>
              <a:solidFill>
                <a:srgbClr val="7A36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721" name="Freeform 335">
                <a:extLst>
                  <a:ext uri="{FF2B5EF4-FFF2-40B4-BE49-F238E27FC236}">
                    <a16:creationId xmlns:a16="http://schemas.microsoft.com/office/drawing/2014/main" id="{6B90E0AC-12D5-420F-8B52-328EB45A76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7" y="2164"/>
                <a:ext cx="149" cy="74"/>
              </a:xfrm>
              <a:custGeom>
                <a:avLst/>
                <a:gdLst>
                  <a:gd name="T0" fmla="*/ 137 w 141"/>
                  <a:gd name="T1" fmla="*/ 0 h 70"/>
                  <a:gd name="T2" fmla="*/ 164 w 141"/>
                  <a:gd name="T3" fmla="*/ 47 h 70"/>
                  <a:gd name="T4" fmla="*/ 106 w 141"/>
                  <a:gd name="T5" fmla="*/ 78 h 70"/>
                  <a:gd name="T6" fmla="*/ 4 w 141"/>
                  <a:gd name="T7" fmla="*/ 82 h 70"/>
                  <a:gd name="T8" fmla="*/ 59 w 141"/>
                  <a:gd name="T9" fmla="*/ 48 h 70"/>
                  <a:gd name="T10" fmla="*/ 125 w 141"/>
                  <a:gd name="T11" fmla="*/ 8 h 7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1" h="70">
                    <a:moveTo>
                      <a:pt x="116" y="0"/>
                    </a:moveTo>
                    <a:cubicBezTo>
                      <a:pt x="121" y="17"/>
                      <a:pt x="141" y="19"/>
                      <a:pt x="139" y="40"/>
                    </a:cubicBezTo>
                    <a:cubicBezTo>
                      <a:pt x="137" y="63"/>
                      <a:pt x="109" y="66"/>
                      <a:pt x="90" y="66"/>
                    </a:cubicBezTo>
                    <a:cubicBezTo>
                      <a:pt x="61" y="67"/>
                      <a:pt x="33" y="68"/>
                      <a:pt x="4" y="70"/>
                    </a:cubicBezTo>
                    <a:cubicBezTo>
                      <a:pt x="0" y="51"/>
                      <a:pt x="40" y="47"/>
                      <a:pt x="50" y="41"/>
                    </a:cubicBezTo>
                    <a:cubicBezTo>
                      <a:pt x="70" y="30"/>
                      <a:pt x="85" y="14"/>
                      <a:pt x="106" y="8"/>
                    </a:cubicBezTo>
                  </a:path>
                </a:pathLst>
              </a:custGeom>
              <a:solidFill>
                <a:srgbClr val="7A36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722" name="Freeform 336">
                <a:extLst>
                  <a:ext uri="{FF2B5EF4-FFF2-40B4-BE49-F238E27FC236}">
                    <a16:creationId xmlns:a16="http://schemas.microsoft.com/office/drawing/2014/main" id="{15261F82-9C4A-4E49-BE84-52C139771C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3" y="1967"/>
                <a:ext cx="177" cy="240"/>
              </a:xfrm>
              <a:custGeom>
                <a:avLst/>
                <a:gdLst>
                  <a:gd name="T0" fmla="*/ 121 w 167"/>
                  <a:gd name="T1" fmla="*/ 8 h 227"/>
                  <a:gd name="T2" fmla="*/ 175 w 167"/>
                  <a:gd name="T3" fmla="*/ 78 h 227"/>
                  <a:gd name="T4" fmla="*/ 180 w 167"/>
                  <a:gd name="T5" fmla="*/ 125 h 227"/>
                  <a:gd name="T6" fmla="*/ 193 w 167"/>
                  <a:gd name="T7" fmla="*/ 182 h 227"/>
                  <a:gd name="T8" fmla="*/ 120 w 167"/>
                  <a:gd name="T9" fmla="*/ 204 h 227"/>
                  <a:gd name="T10" fmla="*/ 55 w 167"/>
                  <a:gd name="T11" fmla="*/ 239 h 227"/>
                  <a:gd name="T12" fmla="*/ 7 w 167"/>
                  <a:gd name="T13" fmla="*/ 269 h 227"/>
                  <a:gd name="T14" fmla="*/ 34 w 167"/>
                  <a:gd name="T15" fmla="*/ 216 h 227"/>
                  <a:gd name="T16" fmla="*/ 86 w 167"/>
                  <a:gd name="T17" fmla="*/ 151 h 227"/>
                  <a:gd name="T18" fmla="*/ 112 w 167"/>
                  <a:gd name="T19" fmla="*/ 29 h 22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67" h="227">
                    <a:moveTo>
                      <a:pt x="102" y="8"/>
                    </a:moveTo>
                    <a:cubicBezTo>
                      <a:pt x="129" y="0"/>
                      <a:pt x="143" y="46"/>
                      <a:pt x="147" y="66"/>
                    </a:cubicBezTo>
                    <a:cubicBezTo>
                      <a:pt x="149" y="80"/>
                      <a:pt x="148" y="93"/>
                      <a:pt x="151" y="106"/>
                    </a:cubicBezTo>
                    <a:cubicBezTo>
                      <a:pt x="156" y="122"/>
                      <a:pt x="167" y="136"/>
                      <a:pt x="162" y="154"/>
                    </a:cubicBezTo>
                    <a:cubicBezTo>
                      <a:pt x="156" y="178"/>
                      <a:pt x="121" y="169"/>
                      <a:pt x="101" y="173"/>
                    </a:cubicBezTo>
                    <a:cubicBezTo>
                      <a:pt x="81" y="177"/>
                      <a:pt x="63" y="191"/>
                      <a:pt x="46" y="202"/>
                    </a:cubicBezTo>
                    <a:cubicBezTo>
                      <a:pt x="35" y="209"/>
                      <a:pt x="19" y="226"/>
                      <a:pt x="7" y="227"/>
                    </a:cubicBezTo>
                    <a:cubicBezTo>
                      <a:pt x="0" y="211"/>
                      <a:pt x="19" y="194"/>
                      <a:pt x="28" y="183"/>
                    </a:cubicBezTo>
                    <a:cubicBezTo>
                      <a:pt x="44" y="165"/>
                      <a:pt x="59" y="149"/>
                      <a:pt x="72" y="128"/>
                    </a:cubicBezTo>
                    <a:cubicBezTo>
                      <a:pt x="92" y="96"/>
                      <a:pt x="95" y="62"/>
                      <a:pt x="94" y="25"/>
                    </a:cubicBezTo>
                  </a:path>
                </a:pathLst>
              </a:custGeom>
              <a:solidFill>
                <a:srgbClr val="7A36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723" name="Freeform 337">
                <a:extLst>
                  <a:ext uri="{FF2B5EF4-FFF2-40B4-BE49-F238E27FC236}">
                    <a16:creationId xmlns:a16="http://schemas.microsoft.com/office/drawing/2014/main" id="{B6F51EEE-EE79-45F6-8108-335E0BF3F2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3" y="2303"/>
                <a:ext cx="6" cy="4"/>
              </a:xfrm>
              <a:custGeom>
                <a:avLst/>
                <a:gdLst>
                  <a:gd name="T0" fmla="*/ 8 w 5"/>
                  <a:gd name="T1" fmla="*/ 4 h 4"/>
                  <a:gd name="T2" fmla="*/ 0 w 5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4">
                    <a:moveTo>
                      <a:pt x="5" y="4"/>
                    </a:moveTo>
                    <a:cubicBezTo>
                      <a:pt x="4" y="3"/>
                      <a:pt x="2" y="1"/>
                      <a:pt x="0" y="0"/>
                    </a:cubicBezTo>
                  </a:path>
                </a:pathLst>
              </a:custGeom>
              <a:solidFill>
                <a:srgbClr val="7A36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724" name="Freeform 338">
                <a:extLst>
                  <a:ext uri="{FF2B5EF4-FFF2-40B4-BE49-F238E27FC236}">
                    <a16:creationId xmlns:a16="http://schemas.microsoft.com/office/drawing/2014/main" id="{31BDEEEC-8642-4DFF-BE57-D9AA2C3485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5" y="2900"/>
                <a:ext cx="215" cy="232"/>
              </a:xfrm>
              <a:custGeom>
                <a:avLst/>
                <a:gdLst>
                  <a:gd name="T0" fmla="*/ 239 w 204"/>
                  <a:gd name="T1" fmla="*/ 0 h 220"/>
                  <a:gd name="T2" fmla="*/ 136 w 204"/>
                  <a:gd name="T3" fmla="*/ 181 h 220"/>
                  <a:gd name="T4" fmla="*/ 0 w 204"/>
                  <a:gd name="T5" fmla="*/ 219 h 220"/>
                  <a:gd name="T6" fmla="*/ 104 w 204"/>
                  <a:gd name="T7" fmla="*/ 62 h 2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4" h="220">
                    <a:moveTo>
                      <a:pt x="204" y="0"/>
                    </a:moveTo>
                    <a:cubicBezTo>
                      <a:pt x="161" y="42"/>
                      <a:pt x="163" y="114"/>
                      <a:pt x="116" y="155"/>
                    </a:cubicBezTo>
                    <a:cubicBezTo>
                      <a:pt x="94" y="173"/>
                      <a:pt x="26" y="220"/>
                      <a:pt x="0" y="187"/>
                    </a:cubicBezTo>
                    <a:cubicBezTo>
                      <a:pt x="53" y="164"/>
                      <a:pt x="106" y="118"/>
                      <a:pt x="89" y="53"/>
                    </a:cubicBezTo>
                  </a:path>
                </a:pathLst>
              </a:custGeom>
              <a:solidFill>
                <a:srgbClr val="7A36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725" name="Freeform 339">
                <a:extLst>
                  <a:ext uri="{FF2B5EF4-FFF2-40B4-BE49-F238E27FC236}">
                    <a16:creationId xmlns:a16="http://schemas.microsoft.com/office/drawing/2014/main" id="{13D501AE-5488-452E-AECF-E494F2DD88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5" y="3178"/>
                <a:ext cx="195" cy="524"/>
              </a:xfrm>
              <a:custGeom>
                <a:avLst/>
                <a:gdLst>
                  <a:gd name="T0" fmla="*/ 34 w 184"/>
                  <a:gd name="T1" fmla="*/ 25 h 497"/>
                  <a:gd name="T2" fmla="*/ 145 w 184"/>
                  <a:gd name="T3" fmla="*/ 1 h 497"/>
                  <a:gd name="T4" fmla="*/ 207 w 184"/>
                  <a:gd name="T5" fmla="*/ 137 h 497"/>
                  <a:gd name="T6" fmla="*/ 193 w 184"/>
                  <a:gd name="T7" fmla="*/ 426 h 497"/>
                  <a:gd name="T8" fmla="*/ 166 w 184"/>
                  <a:gd name="T9" fmla="*/ 535 h 497"/>
                  <a:gd name="T10" fmla="*/ 77 w 184"/>
                  <a:gd name="T11" fmla="*/ 470 h 497"/>
                  <a:gd name="T12" fmla="*/ 58 w 184"/>
                  <a:gd name="T13" fmla="*/ 354 h 497"/>
                  <a:gd name="T14" fmla="*/ 21 w 184"/>
                  <a:gd name="T15" fmla="*/ 203 h 497"/>
                  <a:gd name="T16" fmla="*/ 15 w 184"/>
                  <a:gd name="T17" fmla="*/ 22 h 49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84" h="497">
                    <a:moveTo>
                      <a:pt x="28" y="22"/>
                    </a:moveTo>
                    <a:cubicBezTo>
                      <a:pt x="38" y="12"/>
                      <a:pt x="106" y="0"/>
                      <a:pt x="122" y="1"/>
                    </a:cubicBezTo>
                    <a:cubicBezTo>
                      <a:pt x="169" y="3"/>
                      <a:pt x="170" y="82"/>
                      <a:pt x="174" y="117"/>
                    </a:cubicBezTo>
                    <a:cubicBezTo>
                      <a:pt x="184" y="201"/>
                      <a:pt x="178" y="281"/>
                      <a:pt x="162" y="363"/>
                    </a:cubicBezTo>
                    <a:cubicBezTo>
                      <a:pt x="157" y="387"/>
                      <a:pt x="152" y="437"/>
                      <a:pt x="140" y="456"/>
                    </a:cubicBezTo>
                    <a:cubicBezTo>
                      <a:pt x="114" y="497"/>
                      <a:pt x="74" y="428"/>
                      <a:pt x="65" y="401"/>
                    </a:cubicBezTo>
                    <a:cubicBezTo>
                      <a:pt x="54" y="369"/>
                      <a:pt x="56" y="335"/>
                      <a:pt x="49" y="303"/>
                    </a:cubicBezTo>
                    <a:cubicBezTo>
                      <a:pt x="41" y="259"/>
                      <a:pt x="26" y="217"/>
                      <a:pt x="18" y="174"/>
                    </a:cubicBezTo>
                    <a:cubicBezTo>
                      <a:pt x="7" y="122"/>
                      <a:pt x="0" y="71"/>
                      <a:pt x="12" y="19"/>
                    </a:cubicBezTo>
                  </a:path>
                </a:pathLst>
              </a:custGeom>
              <a:solidFill>
                <a:srgbClr val="7A36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726" name="Freeform 340">
                <a:extLst>
                  <a:ext uri="{FF2B5EF4-FFF2-40B4-BE49-F238E27FC236}">
                    <a16:creationId xmlns:a16="http://schemas.microsoft.com/office/drawing/2014/main" id="{9490CB7E-4087-4A19-8E3A-D58282C423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8" y="3584"/>
                <a:ext cx="185" cy="209"/>
              </a:xfrm>
              <a:custGeom>
                <a:avLst/>
                <a:gdLst>
                  <a:gd name="T0" fmla="*/ 178 w 175"/>
                  <a:gd name="T1" fmla="*/ 24 h 198"/>
                  <a:gd name="T2" fmla="*/ 178 w 175"/>
                  <a:gd name="T3" fmla="*/ 122 h 198"/>
                  <a:gd name="T4" fmla="*/ 193 w 175"/>
                  <a:gd name="T5" fmla="*/ 167 h 198"/>
                  <a:gd name="T6" fmla="*/ 124 w 175"/>
                  <a:gd name="T7" fmla="*/ 174 h 198"/>
                  <a:gd name="T8" fmla="*/ 53 w 175"/>
                  <a:gd name="T9" fmla="*/ 192 h 198"/>
                  <a:gd name="T10" fmla="*/ 1 w 175"/>
                  <a:gd name="T11" fmla="*/ 191 h 198"/>
                  <a:gd name="T12" fmla="*/ 51 w 175"/>
                  <a:gd name="T13" fmla="*/ 155 h 198"/>
                  <a:gd name="T14" fmla="*/ 126 w 175"/>
                  <a:gd name="T15" fmla="*/ 119 h 198"/>
                  <a:gd name="T16" fmla="*/ 133 w 175"/>
                  <a:gd name="T17" fmla="*/ 0 h 19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75" h="198">
                    <a:moveTo>
                      <a:pt x="150" y="21"/>
                    </a:moveTo>
                    <a:cubicBezTo>
                      <a:pt x="144" y="45"/>
                      <a:pt x="139" y="80"/>
                      <a:pt x="150" y="104"/>
                    </a:cubicBezTo>
                    <a:cubicBezTo>
                      <a:pt x="156" y="117"/>
                      <a:pt x="175" y="124"/>
                      <a:pt x="164" y="142"/>
                    </a:cubicBezTo>
                    <a:cubicBezTo>
                      <a:pt x="153" y="161"/>
                      <a:pt x="121" y="150"/>
                      <a:pt x="105" y="148"/>
                    </a:cubicBezTo>
                    <a:cubicBezTo>
                      <a:pt x="77" y="146"/>
                      <a:pt x="67" y="146"/>
                      <a:pt x="44" y="163"/>
                    </a:cubicBezTo>
                    <a:cubicBezTo>
                      <a:pt x="30" y="173"/>
                      <a:pt x="0" y="198"/>
                      <a:pt x="1" y="162"/>
                    </a:cubicBezTo>
                    <a:cubicBezTo>
                      <a:pt x="1" y="138"/>
                      <a:pt x="25" y="136"/>
                      <a:pt x="43" y="132"/>
                    </a:cubicBezTo>
                    <a:cubicBezTo>
                      <a:pt x="69" y="127"/>
                      <a:pt x="95" y="127"/>
                      <a:pt x="107" y="101"/>
                    </a:cubicBezTo>
                    <a:cubicBezTo>
                      <a:pt x="121" y="70"/>
                      <a:pt x="102" y="30"/>
                      <a:pt x="113" y="0"/>
                    </a:cubicBezTo>
                  </a:path>
                </a:pathLst>
              </a:custGeom>
              <a:solidFill>
                <a:srgbClr val="7A36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727" name="Freeform 341">
                <a:extLst>
                  <a:ext uri="{FF2B5EF4-FFF2-40B4-BE49-F238E27FC236}">
                    <a16:creationId xmlns:a16="http://schemas.microsoft.com/office/drawing/2014/main" id="{BEF086BA-CD31-4510-8666-7DC28FCEB6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3" y="3771"/>
                <a:ext cx="122" cy="167"/>
              </a:xfrm>
              <a:custGeom>
                <a:avLst/>
                <a:gdLst>
                  <a:gd name="T0" fmla="*/ 3 w 115"/>
                  <a:gd name="T1" fmla="*/ 64 h 158"/>
                  <a:gd name="T2" fmla="*/ 71 w 115"/>
                  <a:gd name="T3" fmla="*/ 99 h 158"/>
                  <a:gd name="T4" fmla="*/ 137 w 115"/>
                  <a:gd name="T5" fmla="*/ 178 h 158"/>
                  <a:gd name="T6" fmla="*/ 93 w 115"/>
                  <a:gd name="T7" fmla="*/ 184 h 158"/>
                  <a:gd name="T8" fmla="*/ 59 w 115"/>
                  <a:gd name="T9" fmla="*/ 143 h 158"/>
                  <a:gd name="T10" fmla="*/ 0 w 115"/>
                  <a:gd name="T11" fmla="*/ 56 h 15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5" h="158">
                    <a:moveTo>
                      <a:pt x="3" y="55"/>
                    </a:moveTo>
                    <a:cubicBezTo>
                      <a:pt x="19" y="0"/>
                      <a:pt x="50" y="70"/>
                      <a:pt x="59" y="84"/>
                    </a:cubicBezTo>
                    <a:cubicBezTo>
                      <a:pt x="75" y="107"/>
                      <a:pt x="111" y="120"/>
                      <a:pt x="115" y="150"/>
                    </a:cubicBezTo>
                    <a:cubicBezTo>
                      <a:pt x="107" y="150"/>
                      <a:pt x="83" y="158"/>
                      <a:pt x="78" y="156"/>
                    </a:cubicBezTo>
                    <a:cubicBezTo>
                      <a:pt x="65" y="152"/>
                      <a:pt x="58" y="131"/>
                      <a:pt x="50" y="121"/>
                    </a:cubicBezTo>
                    <a:cubicBezTo>
                      <a:pt x="35" y="99"/>
                      <a:pt x="21" y="63"/>
                      <a:pt x="0" y="47"/>
                    </a:cubicBezTo>
                  </a:path>
                </a:pathLst>
              </a:custGeom>
              <a:solidFill>
                <a:srgbClr val="7A36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728" name="Freeform 342">
                <a:extLst>
                  <a:ext uri="{FF2B5EF4-FFF2-40B4-BE49-F238E27FC236}">
                    <a16:creationId xmlns:a16="http://schemas.microsoft.com/office/drawing/2014/main" id="{D960556F-76FE-45EE-BD7E-1FC6B4733D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5" y="2242"/>
                <a:ext cx="142" cy="157"/>
              </a:xfrm>
              <a:custGeom>
                <a:avLst/>
                <a:gdLst>
                  <a:gd name="T0" fmla="*/ 35 w 135"/>
                  <a:gd name="T1" fmla="*/ 25 h 149"/>
                  <a:gd name="T2" fmla="*/ 85 w 135"/>
                  <a:gd name="T3" fmla="*/ 4 h 149"/>
                  <a:gd name="T4" fmla="*/ 115 w 135"/>
                  <a:gd name="T5" fmla="*/ 65 h 149"/>
                  <a:gd name="T6" fmla="*/ 116 w 135"/>
                  <a:gd name="T7" fmla="*/ 174 h 149"/>
                  <a:gd name="T8" fmla="*/ 78 w 135"/>
                  <a:gd name="T9" fmla="*/ 103 h 149"/>
                  <a:gd name="T10" fmla="*/ 6 w 135"/>
                  <a:gd name="T11" fmla="*/ 134 h 149"/>
                  <a:gd name="T12" fmla="*/ 22 w 135"/>
                  <a:gd name="T13" fmla="*/ 34 h 14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5" h="149">
                    <a:moveTo>
                      <a:pt x="29" y="22"/>
                    </a:moveTo>
                    <a:cubicBezTo>
                      <a:pt x="43" y="17"/>
                      <a:pt x="58" y="0"/>
                      <a:pt x="73" y="4"/>
                    </a:cubicBezTo>
                    <a:cubicBezTo>
                      <a:pt x="92" y="9"/>
                      <a:pt x="92" y="40"/>
                      <a:pt x="99" y="56"/>
                    </a:cubicBezTo>
                    <a:cubicBezTo>
                      <a:pt x="108" y="76"/>
                      <a:pt x="135" y="137"/>
                      <a:pt x="100" y="149"/>
                    </a:cubicBezTo>
                    <a:cubicBezTo>
                      <a:pt x="89" y="132"/>
                      <a:pt x="89" y="96"/>
                      <a:pt x="67" y="88"/>
                    </a:cubicBezTo>
                    <a:cubicBezTo>
                      <a:pt x="46" y="79"/>
                      <a:pt x="24" y="108"/>
                      <a:pt x="6" y="115"/>
                    </a:cubicBezTo>
                    <a:cubicBezTo>
                      <a:pt x="1" y="89"/>
                      <a:pt x="0" y="49"/>
                      <a:pt x="19" y="28"/>
                    </a:cubicBezTo>
                  </a:path>
                </a:pathLst>
              </a:custGeom>
              <a:solidFill>
                <a:srgbClr val="7A36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729" name="Freeform 343">
                <a:extLst>
                  <a:ext uri="{FF2B5EF4-FFF2-40B4-BE49-F238E27FC236}">
                    <a16:creationId xmlns:a16="http://schemas.microsoft.com/office/drawing/2014/main" id="{72B1E517-DFD6-4B48-B235-00675676D0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7" y="1923"/>
                <a:ext cx="202" cy="273"/>
              </a:xfrm>
              <a:custGeom>
                <a:avLst/>
                <a:gdLst>
                  <a:gd name="T0" fmla="*/ 104 w 192"/>
                  <a:gd name="T1" fmla="*/ 39 h 259"/>
                  <a:gd name="T2" fmla="*/ 149 w 192"/>
                  <a:gd name="T3" fmla="*/ 7 h 259"/>
                  <a:gd name="T4" fmla="*/ 200 w 192"/>
                  <a:gd name="T5" fmla="*/ 89 h 259"/>
                  <a:gd name="T6" fmla="*/ 216 w 192"/>
                  <a:gd name="T7" fmla="*/ 190 h 259"/>
                  <a:gd name="T8" fmla="*/ 198 w 192"/>
                  <a:gd name="T9" fmla="*/ 256 h 259"/>
                  <a:gd name="T10" fmla="*/ 47 w 192"/>
                  <a:gd name="T11" fmla="*/ 218 h 259"/>
                  <a:gd name="T12" fmla="*/ 9 w 192"/>
                  <a:gd name="T13" fmla="*/ 100 h 259"/>
                  <a:gd name="T14" fmla="*/ 94 w 192"/>
                  <a:gd name="T15" fmla="*/ 35 h 25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92" h="259">
                    <a:moveTo>
                      <a:pt x="89" y="33"/>
                    </a:moveTo>
                    <a:cubicBezTo>
                      <a:pt x="104" y="26"/>
                      <a:pt x="111" y="10"/>
                      <a:pt x="128" y="7"/>
                    </a:cubicBezTo>
                    <a:cubicBezTo>
                      <a:pt x="166" y="0"/>
                      <a:pt x="168" y="50"/>
                      <a:pt x="172" y="76"/>
                    </a:cubicBezTo>
                    <a:cubicBezTo>
                      <a:pt x="176" y="105"/>
                      <a:pt x="177" y="134"/>
                      <a:pt x="185" y="162"/>
                    </a:cubicBezTo>
                    <a:cubicBezTo>
                      <a:pt x="192" y="189"/>
                      <a:pt x="192" y="201"/>
                      <a:pt x="170" y="219"/>
                    </a:cubicBezTo>
                    <a:cubicBezTo>
                      <a:pt x="119" y="259"/>
                      <a:pt x="81" y="227"/>
                      <a:pt x="41" y="186"/>
                    </a:cubicBezTo>
                    <a:cubicBezTo>
                      <a:pt x="18" y="162"/>
                      <a:pt x="0" y="118"/>
                      <a:pt x="9" y="85"/>
                    </a:cubicBezTo>
                    <a:cubicBezTo>
                      <a:pt x="18" y="55"/>
                      <a:pt x="57" y="42"/>
                      <a:pt x="81" y="29"/>
                    </a:cubicBezTo>
                  </a:path>
                </a:pathLst>
              </a:custGeom>
              <a:solidFill>
                <a:srgbClr val="7A36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730" name="Freeform 344">
                <a:extLst>
                  <a:ext uri="{FF2B5EF4-FFF2-40B4-BE49-F238E27FC236}">
                    <a16:creationId xmlns:a16="http://schemas.microsoft.com/office/drawing/2014/main" id="{BBA973DC-4666-4716-A66D-A08139ABCD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2" y="1610"/>
                <a:ext cx="266" cy="330"/>
              </a:xfrm>
              <a:custGeom>
                <a:avLst/>
                <a:gdLst>
                  <a:gd name="T0" fmla="*/ 0 w 252"/>
                  <a:gd name="T1" fmla="*/ 77 h 312"/>
                  <a:gd name="T2" fmla="*/ 166 w 252"/>
                  <a:gd name="T3" fmla="*/ 44 h 312"/>
                  <a:gd name="T4" fmla="*/ 280 w 252"/>
                  <a:gd name="T5" fmla="*/ 237 h 312"/>
                  <a:gd name="T6" fmla="*/ 245 w 252"/>
                  <a:gd name="T7" fmla="*/ 290 h 312"/>
                  <a:gd name="T8" fmla="*/ 217 w 252"/>
                  <a:gd name="T9" fmla="*/ 341 h 312"/>
                  <a:gd name="T10" fmla="*/ 160 w 252"/>
                  <a:gd name="T11" fmla="*/ 341 h 312"/>
                  <a:gd name="T12" fmla="*/ 65 w 252"/>
                  <a:gd name="T13" fmla="*/ 271 h 312"/>
                  <a:gd name="T14" fmla="*/ 151 w 252"/>
                  <a:gd name="T15" fmla="*/ 299 h 312"/>
                  <a:gd name="T16" fmla="*/ 157 w 252"/>
                  <a:gd name="T17" fmla="*/ 234 h 312"/>
                  <a:gd name="T18" fmla="*/ 55 w 252"/>
                  <a:gd name="T19" fmla="*/ 170 h 312"/>
                  <a:gd name="T20" fmla="*/ 17 w 252"/>
                  <a:gd name="T21" fmla="*/ 89 h 31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52" h="312">
                    <a:moveTo>
                      <a:pt x="0" y="65"/>
                    </a:moveTo>
                    <a:cubicBezTo>
                      <a:pt x="49" y="62"/>
                      <a:pt x="99" y="0"/>
                      <a:pt x="141" y="38"/>
                    </a:cubicBezTo>
                    <a:cubicBezTo>
                      <a:pt x="183" y="75"/>
                      <a:pt x="252" y="136"/>
                      <a:pt x="238" y="200"/>
                    </a:cubicBezTo>
                    <a:cubicBezTo>
                      <a:pt x="233" y="220"/>
                      <a:pt x="221" y="230"/>
                      <a:pt x="208" y="245"/>
                    </a:cubicBezTo>
                    <a:cubicBezTo>
                      <a:pt x="197" y="258"/>
                      <a:pt x="194" y="273"/>
                      <a:pt x="185" y="287"/>
                    </a:cubicBezTo>
                    <a:cubicBezTo>
                      <a:pt x="168" y="312"/>
                      <a:pt x="155" y="302"/>
                      <a:pt x="136" y="287"/>
                    </a:cubicBezTo>
                    <a:cubicBezTo>
                      <a:pt x="114" y="269"/>
                      <a:pt x="66" y="257"/>
                      <a:pt x="56" y="229"/>
                    </a:cubicBezTo>
                    <a:cubicBezTo>
                      <a:pt x="75" y="220"/>
                      <a:pt x="106" y="251"/>
                      <a:pt x="128" y="253"/>
                    </a:cubicBezTo>
                    <a:cubicBezTo>
                      <a:pt x="168" y="256"/>
                      <a:pt x="150" y="218"/>
                      <a:pt x="134" y="198"/>
                    </a:cubicBezTo>
                    <a:cubicBezTo>
                      <a:pt x="110" y="169"/>
                      <a:pt x="70" y="173"/>
                      <a:pt x="46" y="144"/>
                    </a:cubicBezTo>
                    <a:cubicBezTo>
                      <a:pt x="35" y="130"/>
                      <a:pt x="9" y="92"/>
                      <a:pt x="14" y="75"/>
                    </a:cubicBezTo>
                  </a:path>
                </a:pathLst>
              </a:custGeom>
              <a:solidFill>
                <a:srgbClr val="7A36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731" name="Freeform 345">
                <a:extLst>
                  <a:ext uri="{FF2B5EF4-FFF2-40B4-BE49-F238E27FC236}">
                    <a16:creationId xmlns:a16="http://schemas.microsoft.com/office/drawing/2014/main" id="{04343E96-93E0-4A13-B255-3B78B42327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8" y="1303"/>
                <a:ext cx="352" cy="325"/>
              </a:xfrm>
              <a:custGeom>
                <a:avLst/>
                <a:gdLst>
                  <a:gd name="T0" fmla="*/ 0 w 334"/>
                  <a:gd name="T1" fmla="*/ 0 h 308"/>
                  <a:gd name="T2" fmla="*/ 73 w 334"/>
                  <a:gd name="T3" fmla="*/ 17 h 308"/>
                  <a:gd name="T4" fmla="*/ 154 w 334"/>
                  <a:gd name="T5" fmla="*/ 57 h 308"/>
                  <a:gd name="T6" fmla="*/ 320 w 334"/>
                  <a:gd name="T7" fmla="*/ 179 h 308"/>
                  <a:gd name="T8" fmla="*/ 385 w 334"/>
                  <a:gd name="T9" fmla="*/ 278 h 308"/>
                  <a:gd name="T10" fmla="*/ 367 w 334"/>
                  <a:gd name="T11" fmla="*/ 304 h 308"/>
                  <a:gd name="T12" fmla="*/ 333 w 334"/>
                  <a:gd name="T13" fmla="*/ 340 h 308"/>
                  <a:gd name="T14" fmla="*/ 287 w 334"/>
                  <a:gd name="T15" fmla="*/ 273 h 308"/>
                  <a:gd name="T16" fmla="*/ 213 w 334"/>
                  <a:gd name="T17" fmla="*/ 293 h 308"/>
                  <a:gd name="T18" fmla="*/ 187 w 334"/>
                  <a:gd name="T19" fmla="*/ 206 h 308"/>
                  <a:gd name="T20" fmla="*/ 130 w 334"/>
                  <a:gd name="T21" fmla="*/ 112 h 308"/>
                  <a:gd name="T22" fmla="*/ 17 w 334"/>
                  <a:gd name="T23" fmla="*/ 6 h 308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34" h="308">
                    <a:moveTo>
                      <a:pt x="0" y="0"/>
                    </a:moveTo>
                    <a:cubicBezTo>
                      <a:pt x="9" y="13"/>
                      <a:pt x="47" y="9"/>
                      <a:pt x="62" y="14"/>
                    </a:cubicBezTo>
                    <a:cubicBezTo>
                      <a:pt x="86" y="23"/>
                      <a:pt x="110" y="34"/>
                      <a:pt x="132" y="48"/>
                    </a:cubicBezTo>
                    <a:cubicBezTo>
                      <a:pt x="183" y="81"/>
                      <a:pt x="235" y="104"/>
                      <a:pt x="273" y="153"/>
                    </a:cubicBezTo>
                    <a:cubicBezTo>
                      <a:pt x="290" y="177"/>
                      <a:pt x="320" y="208"/>
                      <a:pt x="328" y="236"/>
                    </a:cubicBezTo>
                    <a:cubicBezTo>
                      <a:pt x="334" y="261"/>
                      <a:pt x="324" y="250"/>
                      <a:pt x="313" y="259"/>
                    </a:cubicBezTo>
                    <a:cubicBezTo>
                      <a:pt x="303" y="267"/>
                      <a:pt x="299" y="290"/>
                      <a:pt x="285" y="289"/>
                    </a:cubicBezTo>
                    <a:cubicBezTo>
                      <a:pt x="283" y="263"/>
                      <a:pt x="280" y="227"/>
                      <a:pt x="245" y="232"/>
                    </a:cubicBezTo>
                    <a:cubicBezTo>
                      <a:pt x="209" y="238"/>
                      <a:pt x="211" y="308"/>
                      <a:pt x="182" y="249"/>
                    </a:cubicBezTo>
                    <a:cubicBezTo>
                      <a:pt x="171" y="226"/>
                      <a:pt x="164" y="199"/>
                      <a:pt x="159" y="175"/>
                    </a:cubicBezTo>
                    <a:cubicBezTo>
                      <a:pt x="151" y="141"/>
                      <a:pt x="135" y="120"/>
                      <a:pt x="111" y="95"/>
                    </a:cubicBezTo>
                    <a:cubicBezTo>
                      <a:pt x="80" y="62"/>
                      <a:pt x="51" y="31"/>
                      <a:pt x="14" y="6"/>
                    </a:cubicBezTo>
                  </a:path>
                </a:pathLst>
              </a:custGeom>
              <a:solidFill>
                <a:srgbClr val="7A36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732" name="Freeform 346">
                <a:extLst>
                  <a:ext uri="{FF2B5EF4-FFF2-40B4-BE49-F238E27FC236}">
                    <a16:creationId xmlns:a16="http://schemas.microsoft.com/office/drawing/2014/main" id="{7396402B-6C29-4C2A-82CB-15D83829DD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1" y="1364"/>
                <a:ext cx="341" cy="596"/>
              </a:xfrm>
              <a:custGeom>
                <a:avLst/>
                <a:gdLst>
                  <a:gd name="T0" fmla="*/ 228 w 323"/>
                  <a:gd name="T1" fmla="*/ 77 h 564"/>
                  <a:gd name="T2" fmla="*/ 239 w 323"/>
                  <a:gd name="T3" fmla="*/ 230 h 564"/>
                  <a:gd name="T4" fmla="*/ 267 w 323"/>
                  <a:gd name="T5" fmla="*/ 349 h 564"/>
                  <a:gd name="T6" fmla="*/ 323 w 323"/>
                  <a:gd name="T7" fmla="*/ 395 h 564"/>
                  <a:gd name="T8" fmla="*/ 359 w 323"/>
                  <a:gd name="T9" fmla="*/ 452 h 564"/>
                  <a:gd name="T10" fmla="*/ 366 w 323"/>
                  <a:gd name="T11" fmla="*/ 505 h 564"/>
                  <a:gd name="T12" fmla="*/ 339 w 323"/>
                  <a:gd name="T13" fmla="*/ 500 h 564"/>
                  <a:gd name="T14" fmla="*/ 292 w 323"/>
                  <a:gd name="T15" fmla="*/ 498 h 564"/>
                  <a:gd name="T16" fmla="*/ 162 w 323"/>
                  <a:gd name="T17" fmla="*/ 589 h 564"/>
                  <a:gd name="T18" fmla="*/ 146 w 323"/>
                  <a:gd name="T19" fmla="*/ 644 h 564"/>
                  <a:gd name="T20" fmla="*/ 82 w 323"/>
                  <a:gd name="T21" fmla="*/ 649 h 564"/>
                  <a:gd name="T22" fmla="*/ 2 w 323"/>
                  <a:gd name="T23" fmla="*/ 548 h 564"/>
                  <a:gd name="T24" fmla="*/ 12 w 323"/>
                  <a:gd name="T25" fmla="*/ 473 h 564"/>
                  <a:gd name="T26" fmla="*/ 17 w 323"/>
                  <a:gd name="T27" fmla="*/ 385 h 564"/>
                  <a:gd name="T28" fmla="*/ 14 w 323"/>
                  <a:gd name="T29" fmla="*/ 209 h 564"/>
                  <a:gd name="T30" fmla="*/ 57 w 323"/>
                  <a:gd name="T31" fmla="*/ 48 h 564"/>
                  <a:gd name="T32" fmla="*/ 156 w 323"/>
                  <a:gd name="T33" fmla="*/ 18 h 564"/>
                  <a:gd name="T34" fmla="*/ 224 w 323"/>
                  <a:gd name="T35" fmla="*/ 88 h 564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323" h="564">
                    <a:moveTo>
                      <a:pt x="194" y="65"/>
                    </a:moveTo>
                    <a:cubicBezTo>
                      <a:pt x="201" y="109"/>
                      <a:pt x="207" y="150"/>
                      <a:pt x="203" y="195"/>
                    </a:cubicBezTo>
                    <a:cubicBezTo>
                      <a:pt x="200" y="238"/>
                      <a:pt x="197" y="262"/>
                      <a:pt x="227" y="295"/>
                    </a:cubicBezTo>
                    <a:cubicBezTo>
                      <a:pt x="241" y="311"/>
                      <a:pt x="260" y="319"/>
                      <a:pt x="275" y="335"/>
                    </a:cubicBezTo>
                    <a:cubicBezTo>
                      <a:pt x="287" y="349"/>
                      <a:pt x="298" y="366"/>
                      <a:pt x="305" y="383"/>
                    </a:cubicBezTo>
                    <a:cubicBezTo>
                      <a:pt x="310" y="392"/>
                      <a:pt x="323" y="419"/>
                      <a:pt x="312" y="428"/>
                    </a:cubicBezTo>
                    <a:cubicBezTo>
                      <a:pt x="306" y="432"/>
                      <a:pt x="294" y="425"/>
                      <a:pt x="288" y="424"/>
                    </a:cubicBezTo>
                    <a:cubicBezTo>
                      <a:pt x="275" y="422"/>
                      <a:pt x="261" y="422"/>
                      <a:pt x="248" y="422"/>
                    </a:cubicBezTo>
                    <a:cubicBezTo>
                      <a:pt x="199" y="422"/>
                      <a:pt x="156" y="455"/>
                      <a:pt x="137" y="499"/>
                    </a:cubicBezTo>
                    <a:cubicBezTo>
                      <a:pt x="130" y="514"/>
                      <a:pt x="133" y="532"/>
                      <a:pt x="124" y="545"/>
                    </a:cubicBezTo>
                    <a:cubicBezTo>
                      <a:pt x="111" y="564"/>
                      <a:pt x="88" y="561"/>
                      <a:pt x="70" y="550"/>
                    </a:cubicBezTo>
                    <a:cubicBezTo>
                      <a:pt x="44" y="534"/>
                      <a:pt x="6" y="498"/>
                      <a:pt x="2" y="465"/>
                    </a:cubicBezTo>
                    <a:cubicBezTo>
                      <a:pt x="0" y="445"/>
                      <a:pt x="8" y="421"/>
                      <a:pt x="9" y="401"/>
                    </a:cubicBezTo>
                    <a:cubicBezTo>
                      <a:pt x="10" y="376"/>
                      <a:pt x="13" y="351"/>
                      <a:pt x="14" y="326"/>
                    </a:cubicBezTo>
                    <a:cubicBezTo>
                      <a:pt x="15" y="276"/>
                      <a:pt x="13" y="227"/>
                      <a:pt x="11" y="177"/>
                    </a:cubicBezTo>
                    <a:cubicBezTo>
                      <a:pt x="9" y="135"/>
                      <a:pt x="21" y="75"/>
                      <a:pt x="48" y="41"/>
                    </a:cubicBezTo>
                    <a:cubicBezTo>
                      <a:pt x="70" y="13"/>
                      <a:pt x="99" y="0"/>
                      <a:pt x="133" y="15"/>
                    </a:cubicBezTo>
                    <a:cubicBezTo>
                      <a:pt x="161" y="28"/>
                      <a:pt x="172" y="55"/>
                      <a:pt x="190" y="75"/>
                    </a:cubicBezTo>
                  </a:path>
                </a:pathLst>
              </a:custGeom>
              <a:solidFill>
                <a:srgbClr val="7A36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733" name="Freeform 347">
                <a:extLst>
                  <a:ext uri="{FF2B5EF4-FFF2-40B4-BE49-F238E27FC236}">
                    <a16:creationId xmlns:a16="http://schemas.microsoft.com/office/drawing/2014/main" id="{1520572A-E167-465D-80D9-C7CF5AF3BD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8" y="1985"/>
                <a:ext cx="357" cy="238"/>
              </a:xfrm>
              <a:custGeom>
                <a:avLst/>
                <a:gdLst>
                  <a:gd name="T0" fmla="*/ 394 w 338"/>
                  <a:gd name="T1" fmla="*/ 0 h 225"/>
                  <a:gd name="T2" fmla="*/ 374 w 338"/>
                  <a:gd name="T3" fmla="*/ 58 h 225"/>
                  <a:gd name="T4" fmla="*/ 328 w 338"/>
                  <a:gd name="T5" fmla="*/ 103 h 225"/>
                  <a:gd name="T6" fmla="*/ 226 w 338"/>
                  <a:gd name="T7" fmla="*/ 146 h 225"/>
                  <a:gd name="T8" fmla="*/ 52 w 338"/>
                  <a:gd name="T9" fmla="*/ 251 h 225"/>
                  <a:gd name="T10" fmla="*/ 6 w 338"/>
                  <a:gd name="T11" fmla="*/ 252 h 225"/>
                  <a:gd name="T12" fmla="*/ 12 w 338"/>
                  <a:gd name="T13" fmla="*/ 197 h 225"/>
                  <a:gd name="T14" fmla="*/ 17 w 338"/>
                  <a:gd name="T15" fmla="*/ 128 h 225"/>
                  <a:gd name="T16" fmla="*/ 51 w 338"/>
                  <a:gd name="T17" fmla="*/ 105 h 225"/>
                  <a:gd name="T18" fmla="*/ 326 w 338"/>
                  <a:gd name="T19" fmla="*/ 32 h 225"/>
                  <a:gd name="T20" fmla="*/ 388 w 338"/>
                  <a:gd name="T21" fmla="*/ 1 h 22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38" h="225">
                    <a:moveTo>
                      <a:pt x="334" y="0"/>
                    </a:moveTo>
                    <a:cubicBezTo>
                      <a:pt x="338" y="12"/>
                      <a:pt x="323" y="37"/>
                      <a:pt x="317" y="49"/>
                    </a:cubicBezTo>
                    <a:cubicBezTo>
                      <a:pt x="308" y="67"/>
                      <a:pt x="294" y="76"/>
                      <a:pt x="278" y="87"/>
                    </a:cubicBezTo>
                    <a:cubicBezTo>
                      <a:pt x="252" y="105"/>
                      <a:pt x="220" y="109"/>
                      <a:pt x="192" y="123"/>
                    </a:cubicBezTo>
                    <a:cubicBezTo>
                      <a:pt x="141" y="148"/>
                      <a:pt x="99" y="193"/>
                      <a:pt x="44" y="212"/>
                    </a:cubicBezTo>
                    <a:cubicBezTo>
                      <a:pt x="34" y="216"/>
                      <a:pt x="15" y="225"/>
                      <a:pt x="6" y="213"/>
                    </a:cubicBezTo>
                    <a:cubicBezTo>
                      <a:pt x="0" y="205"/>
                      <a:pt x="8" y="175"/>
                      <a:pt x="9" y="166"/>
                    </a:cubicBezTo>
                    <a:cubicBezTo>
                      <a:pt x="11" y="147"/>
                      <a:pt x="12" y="128"/>
                      <a:pt x="14" y="108"/>
                    </a:cubicBezTo>
                    <a:cubicBezTo>
                      <a:pt x="16" y="86"/>
                      <a:pt x="22" y="88"/>
                      <a:pt x="43" y="89"/>
                    </a:cubicBezTo>
                    <a:cubicBezTo>
                      <a:pt x="130" y="91"/>
                      <a:pt x="200" y="61"/>
                      <a:pt x="277" y="26"/>
                    </a:cubicBezTo>
                    <a:cubicBezTo>
                      <a:pt x="295" y="18"/>
                      <a:pt x="313" y="12"/>
                      <a:pt x="329" y="1"/>
                    </a:cubicBezTo>
                  </a:path>
                </a:pathLst>
              </a:custGeom>
              <a:solidFill>
                <a:srgbClr val="7A36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734" name="Freeform 348">
                <a:extLst>
                  <a:ext uri="{FF2B5EF4-FFF2-40B4-BE49-F238E27FC236}">
                    <a16:creationId xmlns:a16="http://schemas.microsoft.com/office/drawing/2014/main" id="{C7C771B8-4A95-4A89-ABDB-02C86D0F8C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4" y="2195"/>
                <a:ext cx="151" cy="138"/>
              </a:xfrm>
              <a:custGeom>
                <a:avLst/>
                <a:gdLst>
                  <a:gd name="T0" fmla="*/ 168 w 143"/>
                  <a:gd name="T1" fmla="*/ 0 h 131"/>
                  <a:gd name="T2" fmla="*/ 111 w 143"/>
                  <a:gd name="T3" fmla="*/ 65 h 131"/>
                  <a:gd name="T4" fmla="*/ 62 w 143"/>
                  <a:gd name="T5" fmla="*/ 125 h 131"/>
                  <a:gd name="T6" fmla="*/ 4 w 143"/>
                  <a:gd name="T7" fmla="*/ 115 h 131"/>
                  <a:gd name="T8" fmla="*/ 76 w 143"/>
                  <a:gd name="T9" fmla="*/ 67 h 131"/>
                  <a:gd name="T10" fmla="*/ 124 w 143"/>
                  <a:gd name="T11" fmla="*/ 33 h 131"/>
                  <a:gd name="T12" fmla="*/ 151 w 143"/>
                  <a:gd name="T13" fmla="*/ 2 h 1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3" h="131">
                    <a:moveTo>
                      <a:pt x="143" y="0"/>
                    </a:moveTo>
                    <a:cubicBezTo>
                      <a:pt x="123" y="7"/>
                      <a:pt x="108" y="41"/>
                      <a:pt x="94" y="56"/>
                    </a:cubicBezTo>
                    <a:cubicBezTo>
                      <a:pt x="79" y="73"/>
                      <a:pt x="67" y="90"/>
                      <a:pt x="53" y="107"/>
                    </a:cubicBezTo>
                    <a:cubicBezTo>
                      <a:pt x="39" y="126"/>
                      <a:pt x="10" y="131"/>
                      <a:pt x="4" y="98"/>
                    </a:cubicBezTo>
                    <a:cubicBezTo>
                      <a:pt x="0" y="78"/>
                      <a:pt x="47" y="69"/>
                      <a:pt x="64" y="58"/>
                    </a:cubicBezTo>
                    <a:cubicBezTo>
                      <a:pt x="77" y="50"/>
                      <a:pt x="94" y="39"/>
                      <a:pt x="105" y="28"/>
                    </a:cubicBezTo>
                    <a:cubicBezTo>
                      <a:pt x="114" y="20"/>
                      <a:pt x="119" y="6"/>
                      <a:pt x="128" y="2"/>
                    </a:cubicBezTo>
                  </a:path>
                </a:pathLst>
              </a:custGeom>
              <a:solidFill>
                <a:srgbClr val="7A36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735" name="Freeform 349">
                <a:extLst>
                  <a:ext uri="{FF2B5EF4-FFF2-40B4-BE49-F238E27FC236}">
                    <a16:creationId xmlns:a16="http://schemas.microsoft.com/office/drawing/2014/main" id="{18FF2592-F7A1-45CB-AD23-87BBFF7763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2" y="2220"/>
                <a:ext cx="32" cy="37"/>
              </a:xfrm>
              <a:custGeom>
                <a:avLst/>
                <a:gdLst>
                  <a:gd name="T0" fmla="*/ 34 w 31"/>
                  <a:gd name="T1" fmla="*/ 25 h 35"/>
                  <a:gd name="T2" fmla="*/ 24 w 31"/>
                  <a:gd name="T3" fmla="*/ 41 h 35"/>
                  <a:gd name="T4" fmla="*/ 33 w 31"/>
                  <a:gd name="T5" fmla="*/ 20 h 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1" h="35">
                    <a:moveTo>
                      <a:pt x="31" y="22"/>
                    </a:moveTo>
                    <a:cubicBezTo>
                      <a:pt x="21" y="6"/>
                      <a:pt x="16" y="26"/>
                      <a:pt x="21" y="35"/>
                    </a:cubicBezTo>
                    <a:cubicBezTo>
                      <a:pt x="0" y="24"/>
                      <a:pt x="17" y="0"/>
                      <a:pt x="30" y="17"/>
                    </a:cubicBezTo>
                  </a:path>
                </a:pathLst>
              </a:custGeom>
              <a:solidFill>
                <a:srgbClr val="8C3F3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736" name="Freeform 350">
                <a:extLst>
                  <a:ext uri="{FF2B5EF4-FFF2-40B4-BE49-F238E27FC236}">
                    <a16:creationId xmlns:a16="http://schemas.microsoft.com/office/drawing/2014/main" id="{2DFE094C-E780-4D8C-9B60-DC28DF7959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3" y="2157"/>
                <a:ext cx="34" cy="29"/>
              </a:xfrm>
              <a:custGeom>
                <a:avLst/>
                <a:gdLst>
                  <a:gd name="T0" fmla="*/ 34 w 32"/>
                  <a:gd name="T1" fmla="*/ 33 h 27"/>
                  <a:gd name="T2" fmla="*/ 38 w 32"/>
                  <a:gd name="T3" fmla="*/ 15 h 27"/>
                  <a:gd name="T4" fmla="*/ 14 w 32"/>
                  <a:gd name="T5" fmla="*/ 5 h 27"/>
                  <a:gd name="T6" fmla="*/ 26 w 32"/>
                  <a:gd name="T7" fmla="*/ 32 h 2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2" h="27">
                    <a:moveTo>
                      <a:pt x="28" y="27"/>
                    </a:moveTo>
                    <a:cubicBezTo>
                      <a:pt x="10" y="23"/>
                      <a:pt x="14" y="6"/>
                      <a:pt x="32" y="12"/>
                    </a:cubicBezTo>
                    <a:cubicBezTo>
                      <a:pt x="27" y="10"/>
                      <a:pt x="17" y="0"/>
                      <a:pt x="11" y="5"/>
                    </a:cubicBezTo>
                    <a:cubicBezTo>
                      <a:pt x="0" y="12"/>
                      <a:pt x="15" y="23"/>
                      <a:pt x="22" y="26"/>
                    </a:cubicBezTo>
                  </a:path>
                </a:pathLst>
              </a:custGeom>
              <a:solidFill>
                <a:srgbClr val="8C3F3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737" name="Freeform 351">
                <a:extLst>
                  <a:ext uri="{FF2B5EF4-FFF2-40B4-BE49-F238E27FC236}">
                    <a16:creationId xmlns:a16="http://schemas.microsoft.com/office/drawing/2014/main" id="{BB5A0C11-584F-4FF6-BA48-1E98980E0D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5" y="1980"/>
                <a:ext cx="144" cy="130"/>
              </a:xfrm>
              <a:custGeom>
                <a:avLst/>
                <a:gdLst>
                  <a:gd name="T0" fmla="*/ 0 w 136"/>
                  <a:gd name="T1" fmla="*/ 0 h 123"/>
                  <a:gd name="T2" fmla="*/ 46 w 136"/>
                  <a:gd name="T3" fmla="*/ 91 h 123"/>
                  <a:gd name="T4" fmla="*/ 161 w 136"/>
                  <a:gd name="T5" fmla="*/ 145 h 123"/>
                  <a:gd name="T6" fmla="*/ 4 w 136"/>
                  <a:gd name="T7" fmla="*/ 6 h 1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6" h="123">
                    <a:moveTo>
                      <a:pt x="0" y="0"/>
                    </a:moveTo>
                    <a:cubicBezTo>
                      <a:pt x="9" y="29"/>
                      <a:pt x="16" y="56"/>
                      <a:pt x="39" y="77"/>
                    </a:cubicBezTo>
                    <a:cubicBezTo>
                      <a:pt x="67" y="101"/>
                      <a:pt x="104" y="106"/>
                      <a:pt x="136" y="123"/>
                    </a:cubicBezTo>
                    <a:cubicBezTo>
                      <a:pt x="80" y="93"/>
                      <a:pt x="26" y="68"/>
                      <a:pt x="4" y="6"/>
                    </a:cubicBezTo>
                  </a:path>
                </a:pathLst>
              </a:custGeom>
              <a:solidFill>
                <a:srgbClr val="8C3F3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738" name="Freeform 352">
                <a:extLst>
                  <a:ext uri="{FF2B5EF4-FFF2-40B4-BE49-F238E27FC236}">
                    <a16:creationId xmlns:a16="http://schemas.microsoft.com/office/drawing/2014/main" id="{0E8FAF5C-3425-4A29-A97D-683D68A965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2" y="2238"/>
                <a:ext cx="101" cy="20"/>
              </a:xfrm>
              <a:custGeom>
                <a:avLst/>
                <a:gdLst>
                  <a:gd name="T0" fmla="*/ 0 w 95"/>
                  <a:gd name="T1" fmla="*/ 2 h 19"/>
                  <a:gd name="T2" fmla="*/ 30 w 95"/>
                  <a:gd name="T3" fmla="*/ 20 h 19"/>
                  <a:gd name="T4" fmla="*/ 54 w 95"/>
                  <a:gd name="T5" fmla="*/ 18 h 19"/>
                  <a:gd name="T6" fmla="*/ 84 w 95"/>
                  <a:gd name="T7" fmla="*/ 14 h 19"/>
                  <a:gd name="T8" fmla="*/ 114 w 95"/>
                  <a:gd name="T9" fmla="*/ 14 h 19"/>
                  <a:gd name="T10" fmla="*/ 85 w 95"/>
                  <a:gd name="T11" fmla="*/ 5 h 19"/>
                  <a:gd name="T12" fmla="*/ 50 w 95"/>
                  <a:gd name="T13" fmla="*/ 8 h 19"/>
                  <a:gd name="T14" fmla="*/ 2 w 95"/>
                  <a:gd name="T15" fmla="*/ 0 h 1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5" h="19">
                    <a:moveTo>
                      <a:pt x="0" y="2"/>
                    </a:moveTo>
                    <a:cubicBezTo>
                      <a:pt x="8" y="5"/>
                      <a:pt x="15" y="14"/>
                      <a:pt x="24" y="17"/>
                    </a:cubicBezTo>
                    <a:cubicBezTo>
                      <a:pt x="30" y="19"/>
                      <a:pt x="39" y="16"/>
                      <a:pt x="45" y="15"/>
                    </a:cubicBezTo>
                    <a:cubicBezTo>
                      <a:pt x="54" y="14"/>
                      <a:pt x="62" y="11"/>
                      <a:pt x="70" y="11"/>
                    </a:cubicBezTo>
                    <a:cubicBezTo>
                      <a:pt x="79" y="10"/>
                      <a:pt x="87" y="11"/>
                      <a:pt x="95" y="11"/>
                    </a:cubicBezTo>
                    <a:cubicBezTo>
                      <a:pt x="87" y="11"/>
                      <a:pt x="80" y="6"/>
                      <a:pt x="71" y="5"/>
                    </a:cubicBezTo>
                    <a:cubicBezTo>
                      <a:pt x="61" y="5"/>
                      <a:pt x="51" y="7"/>
                      <a:pt x="41" y="8"/>
                    </a:cubicBezTo>
                    <a:cubicBezTo>
                      <a:pt x="26" y="9"/>
                      <a:pt x="15" y="4"/>
                      <a:pt x="2" y="0"/>
                    </a:cubicBezTo>
                  </a:path>
                </a:pathLst>
              </a:custGeom>
              <a:solidFill>
                <a:srgbClr val="8C3F3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739" name="Freeform 353">
                <a:extLst>
                  <a:ext uri="{FF2B5EF4-FFF2-40B4-BE49-F238E27FC236}">
                    <a16:creationId xmlns:a16="http://schemas.microsoft.com/office/drawing/2014/main" id="{271DF5B3-ACB5-4523-AFFD-4639365C05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9" y="2451"/>
                <a:ext cx="194" cy="42"/>
              </a:xfrm>
              <a:custGeom>
                <a:avLst/>
                <a:gdLst>
                  <a:gd name="T0" fmla="*/ 216 w 184"/>
                  <a:gd name="T1" fmla="*/ 8 h 40"/>
                  <a:gd name="T2" fmla="*/ 118 w 184"/>
                  <a:gd name="T3" fmla="*/ 32 h 40"/>
                  <a:gd name="T4" fmla="*/ 0 w 184"/>
                  <a:gd name="T5" fmla="*/ 46 h 40"/>
                  <a:gd name="T6" fmla="*/ 52 w 184"/>
                  <a:gd name="T7" fmla="*/ 36 h 40"/>
                  <a:gd name="T8" fmla="*/ 117 w 184"/>
                  <a:gd name="T9" fmla="*/ 24 h 40"/>
                  <a:gd name="T10" fmla="*/ 216 w 184"/>
                  <a:gd name="T11" fmla="*/ 7 h 4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84" h="40">
                    <a:moveTo>
                      <a:pt x="184" y="8"/>
                    </a:moveTo>
                    <a:cubicBezTo>
                      <a:pt x="155" y="8"/>
                      <a:pt x="129" y="22"/>
                      <a:pt x="101" y="28"/>
                    </a:cubicBezTo>
                    <a:cubicBezTo>
                      <a:pt x="68" y="36"/>
                      <a:pt x="32" y="30"/>
                      <a:pt x="0" y="40"/>
                    </a:cubicBezTo>
                    <a:cubicBezTo>
                      <a:pt x="14" y="36"/>
                      <a:pt x="29" y="33"/>
                      <a:pt x="44" y="30"/>
                    </a:cubicBezTo>
                    <a:cubicBezTo>
                      <a:pt x="62" y="27"/>
                      <a:pt x="82" y="27"/>
                      <a:pt x="100" y="21"/>
                    </a:cubicBezTo>
                    <a:cubicBezTo>
                      <a:pt x="125" y="11"/>
                      <a:pt x="157" y="0"/>
                      <a:pt x="184" y="7"/>
                    </a:cubicBezTo>
                  </a:path>
                </a:pathLst>
              </a:custGeom>
              <a:solidFill>
                <a:srgbClr val="8C3F3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740" name="Freeform 354">
                <a:extLst>
                  <a:ext uri="{FF2B5EF4-FFF2-40B4-BE49-F238E27FC236}">
                    <a16:creationId xmlns:a16="http://schemas.microsoft.com/office/drawing/2014/main" id="{553F4DD8-CE45-423A-A598-5905EFAC6C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4" y="1846"/>
                <a:ext cx="55" cy="84"/>
              </a:xfrm>
              <a:custGeom>
                <a:avLst/>
                <a:gdLst>
                  <a:gd name="T0" fmla="*/ 16 w 52"/>
                  <a:gd name="T1" fmla="*/ 1 h 80"/>
                  <a:gd name="T2" fmla="*/ 40 w 52"/>
                  <a:gd name="T3" fmla="*/ 42 h 80"/>
                  <a:gd name="T4" fmla="*/ 59 w 52"/>
                  <a:gd name="T5" fmla="*/ 92 h 80"/>
                  <a:gd name="T6" fmla="*/ 51 w 52"/>
                  <a:gd name="T7" fmla="*/ 40 h 80"/>
                  <a:gd name="T8" fmla="*/ 16 w 52"/>
                  <a:gd name="T9" fmla="*/ 0 h 8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2" h="80">
                    <a:moveTo>
                      <a:pt x="13" y="1"/>
                    </a:moveTo>
                    <a:cubicBezTo>
                      <a:pt x="0" y="13"/>
                      <a:pt x="27" y="29"/>
                      <a:pt x="34" y="36"/>
                    </a:cubicBezTo>
                    <a:cubicBezTo>
                      <a:pt x="46" y="49"/>
                      <a:pt x="50" y="62"/>
                      <a:pt x="50" y="80"/>
                    </a:cubicBezTo>
                    <a:cubicBezTo>
                      <a:pt x="50" y="65"/>
                      <a:pt x="52" y="48"/>
                      <a:pt x="43" y="34"/>
                    </a:cubicBezTo>
                    <a:cubicBezTo>
                      <a:pt x="34" y="21"/>
                      <a:pt x="19" y="15"/>
                      <a:pt x="13" y="0"/>
                    </a:cubicBezTo>
                  </a:path>
                </a:pathLst>
              </a:custGeom>
              <a:solidFill>
                <a:srgbClr val="8C3F3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741" name="Freeform 355">
                <a:extLst>
                  <a:ext uri="{FF2B5EF4-FFF2-40B4-BE49-F238E27FC236}">
                    <a16:creationId xmlns:a16="http://schemas.microsoft.com/office/drawing/2014/main" id="{5288EAE5-F9CC-4464-A6E4-922A2D4761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5" y="1561"/>
                <a:ext cx="71" cy="93"/>
              </a:xfrm>
              <a:custGeom>
                <a:avLst/>
                <a:gdLst>
                  <a:gd name="T0" fmla="*/ 16 w 68"/>
                  <a:gd name="T1" fmla="*/ 36 h 88"/>
                  <a:gd name="T2" fmla="*/ 18 w 68"/>
                  <a:gd name="T3" fmla="*/ 15 h 88"/>
                  <a:gd name="T4" fmla="*/ 75 w 68"/>
                  <a:gd name="T5" fmla="*/ 104 h 88"/>
                  <a:gd name="T6" fmla="*/ 46 w 68"/>
                  <a:gd name="T7" fmla="*/ 18 h 88"/>
                  <a:gd name="T8" fmla="*/ 10 w 68"/>
                  <a:gd name="T9" fmla="*/ 33 h 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8" h="88">
                    <a:moveTo>
                      <a:pt x="13" y="30"/>
                    </a:moveTo>
                    <a:cubicBezTo>
                      <a:pt x="9" y="24"/>
                      <a:pt x="10" y="17"/>
                      <a:pt x="15" y="12"/>
                    </a:cubicBezTo>
                    <a:cubicBezTo>
                      <a:pt x="43" y="10"/>
                      <a:pt x="57" y="68"/>
                      <a:pt x="66" y="88"/>
                    </a:cubicBezTo>
                    <a:cubicBezTo>
                      <a:pt x="68" y="64"/>
                      <a:pt x="56" y="33"/>
                      <a:pt x="40" y="15"/>
                    </a:cubicBezTo>
                    <a:cubicBezTo>
                      <a:pt x="26" y="0"/>
                      <a:pt x="0" y="1"/>
                      <a:pt x="10" y="27"/>
                    </a:cubicBezTo>
                  </a:path>
                </a:pathLst>
              </a:custGeom>
              <a:solidFill>
                <a:srgbClr val="8C3F3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742" name="Freeform 356">
                <a:extLst>
                  <a:ext uri="{FF2B5EF4-FFF2-40B4-BE49-F238E27FC236}">
                    <a16:creationId xmlns:a16="http://schemas.microsoft.com/office/drawing/2014/main" id="{C9C78374-0C0F-4DC5-AA8E-F6EC1CFB05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3" y="1593"/>
                <a:ext cx="35" cy="37"/>
              </a:xfrm>
              <a:custGeom>
                <a:avLst/>
                <a:gdLst>
                  <a:gd name="T0" fmla="*/ 39 w 33"/>
                  <a:gd name="T1" fmla="*/ 22 h 35"/>
                  <a:gd name="T2" fmla="*/ 16 w 33"/>
                  <a:gd name="T3" fmla="*/ 41 h 35"/>
                  <a:gd name="T4" fmla="*/ 32 w 33"/>
                  <a:gd name="T5" fmla="*/ 17 h 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" h="35">
                    <a:moveTo>
                      <a:pt x="33" y="19"/>
                    </a:moveTo>
                    <a:cubicBezTo>
                      <a:pt x="18" y="11"/>
                      <a:pt x="6" y="14"/>
                      <a:pt x="13" y="35"/>
                    </a:cubicBezTo>
                    <a:cubicBezTo>
                      <a:pt x="10" y="18"/>
                      <a:pt x="0" y="0"/>
                      <a:pt x="26" y="14"/>
                    </a:cubicBezTo>
                  </a:path>
                </a:pathLst>
              </a:custGeom>
              <a:solidFill>
                <a:srgbClr val="8C3F3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743" name="Freeform 357">
                <a:extLst>
                  <a:ext uri="{FF2B5EF4-FFF2-40B4-BE49-F238E27FC236}">
                    <a16:creationId xmlns:a16="http://schemas.microsoft.com/office/drawing/2014/main" id="{D728C7EC-6C00-4431-8067-2720818628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1" y="1829"/>
                <a:ext cx="89" cy="82"/>
              </a:xfrm>
              <a:custGeom>
                <a:avLst/>
                <a:gdLst>
                  <a:gd name="T0" fmla="*/ 97 w 85"/>
                  <a:gd name="T1" fmla="*/ 13 h 78"/>
                  <a:gd name="T2" fmla="*/ 32 w 85"/>
                  <a:gd name="T3" fmla="*/ 30 h 78"/>
                  <a:gd name="T4" fmla="*/ 14 w 85"/>
                  <a:gd name="T5" fmla="*/ 90 h 78"/>
                  <a:gd name="T6" fmla="*/ 38 w 85"/>
                  <a:gd name="T7" fmla="*/ 9 h 78"/>
                  <a:gd name="T8" fmla="*/ 97 w 85"/>
                  <a:gd name="T9" fmla="*/ 1 h 7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5" h="78">
                    <a:moveTo>
                      <a:pt x="85" y="10"/>
                    </a:moveTo>
                    <a:cubicBezTo>
                      <a:pt x="65" y="4"/>
                      <a:pt x="44" y="16"/>
                      <a:pt x="29" y="27"/>
                    </a:cubicBezTo>
                    <a:cubicBezTo>
                      <a:pt x="13" y="38"/>
                      <a:pt x="11" y="60"/>
                      <a:pt x="11" y="78"/>
                    </a:cubicBezTo>
                    <a:cubicBezTo>
                      <a:pt x="0" y="53"/>
                      <a:pt x="3" y="20"/>
                      <a:pt x="32" y="9"/>
                    </a:cubicBezTo>
                    <a:cubicBezTo>
                      <a:pt x="46" y="4"/>
                      <a:pt x="69" y="0"/>
                      <a:pt x="85" y="1"/>
                    </a:cubicBezTo>
                  </a:path>
                </a:pathLst>
              </a:custGeom>
              <a:solidFill>
                <a:srgbClr val="8C3F3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744" name="Freeform 358">
                <a:extLst>
                  <a:ext uri="{FF2B5EF4-FFF2-40B4-BE49-F238E27FC236}">
                    <a16:creationId xmlns:a16="http://schemas.microsoft.com/office/drawing/2014/main" id="{D05A55C0-0887-4571-B8C4-DE8038A792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4" y="1064"/>
                <a:ext cx="19" cy="22"/>
              </a:xfrm>
              <a:custGeom>
                <a:avLst/>
                <a:gdLst>
                  <a:gd name="T0" fmla="*/ 21 w 18"/>
                  <a:gd name="T1" fmla="*/ 7 h 21"/>
                  <a:gd name="T2" fmla="*/ 3 w 18"/>
                  <a:gd name="T3" fmla="*/ 5 h 21"/>
                  <a:gd name="T4" fmla="*/ 3 w 18"/>
                  <a:gd name="T5" fmla="*/ 24 h 21"/>
                  <a:gd name="T6" fmla="*/ 6 w 18"/>
                  <a:gd name="T7" fmla="*/ 7 h 21"/>
                  <a:gd name="T8" fmla="*/ 21 w 18"/>
                  <a:gd name="T9" fmla="*/ 8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21">
                    <a:moveTo>
                      <a:pt x="18" y="7"/>
                    </a:moveTo>
                    <a:cubicBezTo>
                      <a:pt x="15" y="3"/>
                      <a:pt x="7" y="0"/>
                      <a:pt x="3" y="5"/>
                    </a:cubicBezTo>
                    <a:cubicBezTo>
                      <a:pt x="0" y="8"/>
                      <a:pt x="0" y="17"/>
                      <a:pt x="3" y="21"/>
                    </a:cubicBezTo>
                    <a:cubicBezTo>
                      <a:pt x="1" y="16"/>
                      <a:pt x="3" y="10"/>
                      <a:pt x="6" y="7"/>
                    </a:cubicBezTo>
                    <a:cubicBezTo>
                      <a:pt x="10" y="4"/>
                      <a:pt x="15" y="5"/>
                      <a:pt x="18" y="8"/>
                    </a:cubicBezTo>
                  </a:path>
                </a:pathLst>
              </a:custGeom>
              <a:solidFill>
                <a:srgbClr val="8C3F3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745" name="Freeform 359">
                <a:extLst>
                  <a:ext uri="{FF2B5EF4-FFF2-40B4-BE49-F238E27FC236}">
                    <a16:creationId xmlns:a16="http://schemas.microsoft.com/office/drawing/2014/main" id="{FA275178-02C8-4FB5-8D84-02A507219F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9" y="1420"/>
                <a:ext cx="38" cy="54"/>
              </a:xfrm>
              <a:custGeom>
                <a:avLst/>
                <a:gdLst>
                  <a:gd name="T0" fmla="*/ 29 w 36"/>
                  <a:gd name="T1" fmla="*/ 53 h 51"/>
                  <a:gd name="T2" fmla="*/ 20 w 36"/>
                  <a:gd name="T3" fmla="*/ 25 h 51"/>
                  <a:gd name="T4" fmla="*/ 0 w 36"/>
                  <a:gd name="T5" fmla="*/ 60 h 51"/>
                  <a:gd name="T6" fmla="*/ 19 w 36"/>
                  <a:gd name="T7" fmla="*/ 15 h 51"/>
                  <a:gd name="T8" fmla="*/ 27 w 36"/>
                  <a:gd name="T9" fmla="*/ 53 h 5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" h="51">
                    <a:moveTo>
                      <a:pt x="25" y="44"/>
                    </a:moveTo>
                    <a:cubicBezTo>
                      <a:pt x="24" y="38"/>
                      <a:pt x="30" y="14"/>
                      <a:pt x="17" y="22"/>
                    </a:cubicBezTo>
                    <a:cubicBezTo>
                      <a:pt x="8" y="28"/>
                      <a:pt x="5" y="42"/>
                      <a:pt x="0" y="51"/>
                    </a:cubicBezTo>
                    <a:cubicBezTo>
                      <a:pt x="0" y="36"/>
                      <a:pt x="3" y="21"/>
                      <a:pt x="16" y="12"/>
                    </a:cubicBezTo>
                    <a:cubicBezTo>
                      <a:pt x="36" y="0"/>
                      <a:pt x="27" y="36"/>
                      <a:pt x="24" y="44"/>
                    </a:cubicBezTo>
                  </a:path>
                </a:pathLst>
              </a:custGeom>
              <a:solidFill>
                <a:srgbClr val="8C3F3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746" name="Freeform 360">
                <a:extLst>
                  <a:ext uri="{FF2B5EF4-FFF2-40B4-BE49-F238E27FC236}">
                    <a16:creationId xmlns:a16="http://schemas.microsoft.com/office/drawing/2014/main" id="{B1BCFAA9-55E3-4909-B50C-6A9FC68FC2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6" y="2687"/>
                <a:ext cx="260" cy="49"/>
              </a:xfrm>
              <a:custGeom>
                <a:avLst/>
                <a:gdLst>
                  <a:gd name="T0" fmla="*/ 0 w 246"/>
                  <a:gd name="T1" fmla="*/ 0 h 46"/>
                  <a:gd name="T2" fmla="*/ 64 w 246"/>
                  <a:gd name="T3" fmla="*/ 13 h 46"/>
                  <a:gd name="T4" fmla="*/ 140 w 246"/>
                  <a:gd name="T5" fmla="*/ 35 h 46"/>
                  <a:gd name="T6" fmla="*/ 291 w 246"/>
                  <a:gd name="T7" fmla="*/ 55 h 46"/>
                  <a:gd name="T8" fmla="*/ 151 w 246"/>
                  <a:gd name="T9" fmla="*/ 20 h 46"/>
                  <a:gd name="T10" fmla="*/ 85 w 246"/>
                  <a:gd name="T11" fmla="*/ 18 h 46"/>
                  <a:gd name="T12" fmla="*/ 17 w 246"/>
                  <a:gd name="T13" fmla="*/ 2 h 4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6" h="46">
                    <a:moveTo>
                      <a:pt x="0" y="0"/>
                    </a:moveTo>
                    <a:cubicBezTo>
                      <a:pt x="17" y="7"/>
                      <a:pt x="37" y="6"/>
                      <a:pt x="55" y="10"/>
                    </a:cubicBezTo>
                    <a:cubicBezTo>
                      <a:pt x="77" y="15"/>
                      <a:pt x="96" y="25"/>
                      <a:pt x="118" y="29"/>
                    </a:cubicBezTo>
                    <a:cubicBezTo>
                      <a:pt x="161" y="38"/>
                      <a:pt x="206" y="23"/>
                      <a:pt x="246" y="46"/>
                    </a:cubicBezTo>
                    <a:cubicBezTo>
                      <a:pt x="207" y="29"/>
                      <a:pt x="171" y="14"/>
                      <a:pt x="128" y="17"/>
                    </a:cubicBezTo>
                    <a:cubicBezTo>
                      <a:pt x="108" y="18"/>
                      <a:pt x="92" y="20"/>
                      <a:pt x="72" y="15"/>
                    </a:cubicBezTo>
                    <a:cubicBezTo>
                      <a:pt x="53" y="10"/>
                      <a:pt x="36" y="0"/>
                      <a:pt x="14" y="2"/>
                    </a:cubicBezTo>
                  </a:path>
                </a:pathLst>
              </a:custGeom>
              <a:solidFill>
                <a:srgbClr val="8C3F3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747" name="Freeform 361">
                <a:extLst>
                  <a:ext uri="{FF2B5EF4-FFF2-40B4-BE49-F238E27FC236}">
                    <a16:creationId xmlns:a16="http://schemas.microsoft.com/office/drawing/2014/main" id="{9AD07F4D-81FE-4636-8467-0F1E4CBAC8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8" y="3045"/>
                <a:ext cx="97" cy="56"/>
              </a:xfrm>
              <a:custGeom>
                <a:avLst/>
                <a:gdLst>
                  <a:gd name="T0" fmla="*/ 108 w 92"/>
                  <a:gd name="T1" fmla="*/ 60 h 53"/>
                  <a:gd name="T2" fmla="*/ 0 w 92"/>
                  <a:gd name="T3" fmla="*/ 0 h 53"/>
                  <a:gd name="T4" fmla="*/ 49 w 92"/>
                  <a:gd name="T5" fmla="*/ 35 h 53"/>
                  <a:gd name="T6" fmla="*/ 99 w 92"/>
                  <a:gd name="T7" fmla="*/ 62 h 5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2" h="53">
                    <a:moveTo>
                      <a:pt x="92" y="51"/>
                    </a:moveTo>
                    <a:cubicBezTo>
                      <a:pt x="58" y="50"/>
                      <a:pt x="7" y="38"/>
                      <a:pt x="0" y="0"/>
                    </a:cubicBezTo>
                    <a:cubicBezTo>
                      <a:pt x="16" y="1"/>
                      <a:pt x="29" y="20"/>
                      <a:pt x="42" y="29"/>
                    </a:cubicBezTo>
                    <a:cubicBezTo>
                      <a:pt x="54" y="38"/>
                      <a:pt x="78" y="47"/>
                      <a:pt x="84" y="53"/>
                    </a:cubicBezTo>
                  </a:path>
                </a:pathLst>
              </a:custGeom>
              <a:solidFill>
                <a:srgbClr val="8C3F3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748" name="Freeform 362">
                <a:extLst>
                  <a:ext uri="{FF2B5EF4-FFF2-40B4-BE49-F238E27FC236}">
                    <a16:creationId xmlns:a16="http://schemas.microsoft.com/office/drawing/2014/main" id="{5459CBA5-30C0-4B4C-88C1-CC0D812B2F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7" y="3641"/>
                <a:ext cx="93" cy="27"/>
              </a:xfrm>
              <a:custGeom>
                <a:avLst/>
                <a:gdLst>
                  <a:gd name="T0" fmla="*/ 0 w 88"/>
                  <a:gd name="T1" fmla="*/ 23 h 25"/>
                  <a:gd name="T2" fmla="*/ 100 w 88"/>
                  <a:gd name="T3" fmla="*/ 31 h 25"/>
                  <a:gd name="T4" fmla="*/ 5 w 88"/>
                  <a:gd name="T5" fmla="*/ 17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8" h="25">
                    <a:moveTo>
                      <a:pt x="0" y="18"/>
                    </a:moveTo>
                    <a:cubicBezTo>
                      <a:pt x="30" y="10"/>
                      <a:pt x="57" y="22"/>
                      <a:pt x="85" y="25"/>
                    </a:cubicBezTo>
                    <a:cubicBezTo>
                      <a:pt x="88" y="0"/>
                      <a:pt x="17" y="6"/>
                      <a:pt x="5" y="14"/>
                    </a:cubicBezTo>
                  </a:path>
                </a:pathLst>
              </a:custGeom>
              <a:solidFill>
                <a:srgbClr val="8C3F3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749" name="Freeform 363">
                <a:extLst>
                  <a:ext uri="{FF2B5EF4-FFF2-40B4-BE49-F238E27FC236}">
                    <a16:creationId xmlns:a16="http://schemas.microsoft.com/office/drawing/2014/main" id="{E39829BF-176B-459F-A7D8-79A3DADCCF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0" y="3732"/>
                <a:ext cx="88" cy="35"/>
              </a:xfrm>
              <a:custGeom>
                <a:avLst/>
                <a:gdLst>
                  <a:gd name="T0" fmla="*/ 0 w 84"/>
                  <a:gd name="T1" fmla="*/ 23 h 33"/>
                  <a:gd name="T2" fmla="*/ 52 w 84"/>
                  <a:gd name="T3" fmla="*/ 33 h 33"/>
                  <a:gd name="T4" fmla="*/ 96 w 84"/>
                  <a:gd name="T5" fmla="*/ 31 h 33"/>
                  <a:gd name="T6" fmla="*/ 9 w 84"/>
                  <a:gd name="T7" fmla="*/ 23 h 3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4" h="33">
                    <a:moveTo>
                      <a:pt x="0" y="20"/>
                    </a:moveTo>
                    <a:cubicBezTo>
                      <a:pt x="17" y="26"/>
                      <a:pt x="27" y="30"/>
                      <a:pt x="46" y="27"/>
                    </a:cubicBezTo>
                    <a:cubicBezTo>
                      <a:pt x="60" y="25"/>
                      <a:pt x="70" y="19"/>
                      <a:pt x="84" y="25"/>
                    </a:cubicBezTo>
                    <a:cubicBezTo>
                      <a:pt x="57" y="0"/>
                      <a:pt x="28" y="33"/>
                      <a:pt x="9" y="20"/>
                    </a:cubicBezTo>
                  </a:path>
                </a:pathLst>
              </a:custGeom>
              <a:solidFill>
                <a:srgbClr val="8C3F3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750" name="Freeform 364">
                <a:extLst>
                  <a:ext uri="{FF2B5EF4-FFF2-40B4-BE49-F238E27FC236}">
                    <a16:creationId xmlns:a16="http://schemas.microsoft.com/office/drawing/2014/main" id="{167EACF8-10F8-48B8-8B09-46A0413DA8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2" y="2179"/>
                <a:ext cx="202" cy="79"/>
              </a:xfrm>
              <a:custGeom>
                <a:avLst/>
                <a:gdLst>
                  <a:gd name="T0" fmla="*/ 0 w 192"/>
                  <a:gd name="T1" fmla="*/ 0 h 75"/>
                  <a:gd name="T2" fmla="*/ 44 w 192"/>
                  <a:gd name="T3" fmla="*/ 28 h 75"/>
                  <a:gd name="T4" fmla="*/ 90 w 192"/>
                  <a:gd name="T5" fmla="*/ 58 h 75"/>
                  <a:gd name="T6" fmla="*/ 141 w 192"/>
                  <a:gd name="T7" fmla="*/ 74 h 75"/>
                  <a:gd name="T8" fmla="*/ 224 w 192"/>
                  <a:gd name="T9" fmla="*/ 87 h 75"/>
                  <a:gd name="T10" fmla="*/ 149 w 192"/>
                  <a:gd name="T11" fmla="*/ 65 h 75"/>
                  <a:gd name="T12" fmla="*/ 92 w 192"/>
                  <a:gd name="T13" fmla="*/ 42 h 75"/>
                  <a:gd name="T14" fmla="*/ 48 w 192"/>
                  <a:gd name="T15" fmla="*/ 19 h 75"/>
                  <a:gd name="T16" fmla="*/ 7 w 192"/>
                  <a:gd name="T17" fmla="*/ 6 h 7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92" h="75">
                    <a:moveTo>
                      <a:pt x="0" y="0"/>
                    </a:moveTo>
                    <a:cubicBezTo>
                      <a:pt x="14" y="3"/>
                      <a:pt x="27" y="18"/>
                      <a:pt x="38" y="25"/>
                    </a:cubicBezTo>
                    <a:cubicBezTo>
                      <a:pt x="51" y="34"/>
                      <a:pt x="65" y="41"/>
                      <a:pt x="78" y="49"/>
                    </a:cubicBezTo>
                    <a:cubicBezTo>
                      <a:pt x="92" y="57"/>
                      <a:pt x="106" y="60"/>
                      <a:pt x="121" y="63"/>
                    </a:cubicBezTo>
                    <a:cubicBezTo>
                      <a:pt x="145" y="67"/>
                      <a:pt x="168" y="74"/>
                      <a:pt x="192" y="75"/>
                    </a:cubicBezTo>
                    <a:cubicBezTo>
                      <a:pt x="170" y="71"/>
                      <a:pt x="149" y="62"/>
                      <a:pt x="128" y="56"/>
                    </a:cubicBezTo>
                    <a:cubicBezTo>
                      <a:pt x="111" y="51"/>
                      <a:pt x="94" y="45"/>
                      <a:pt x="79" y="36"/>
                    </a:cubicBezTo>
                    <a:cubicBezTo>
                      <a:pt x="67" y="30"/>
                      <a:pt x="55" y="21"/>
                      <a:pt x="42" y="16"/>
                    </a:cubicBezTo>
                    <a:cubicBezTo>
                      <a:pt x="31" y="12"/>
                      <a:pt x="18" y="11"/>
                      <a:pt x="7" y="6"/>
                    </a:cubicBezTo>
                  </a:path>
                </a:pathLst>
              </a:custGeom>
              <a:solidFill>
                <a:srgbClr val="8C3F3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751" name="Freeform 365">
                <a:extLst>
                  <a:ext uri="{FF2B5EF4-FFF2-40B4-BE49-F238E27FC236}">
                    <a16:creationId xmlns:a16="http://schemas.microsoft.com/office/drawing/2014/main" id="{8FD1DEB2-6BBB-435E-8788-C617751AFF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7" y="2166"/>
                <a:ext cx="152" cy="185"/>
              </a:xfrm>
              <a:custGeom>
                <a:avLst/>
                <a:gdLst>
                  <a:gd name="T0" fmla="*/ 25 w 144"/>
                  <a:gd name="T1" fmla="*/ 7 h 176"/>
                  <a:gd name="T2" fmla="*/ 5 w 144"/>
                  <a:gd name="T3" fmla="*/ 3 h 176"/>
                  <a:gd name="T4" fmla="*/ 6 w 144"/>
                  <a:gd name="T5" fmla="*/ 25 h 176"/>
                  <a:gd name="T6" fmla="*/ 48 w 144"/>
                  <a:gd name="T7" fmla="*/ 97 h 176"/>
                  <a:gd name="T8" fmla="*/ 105 w 144"/>
                  <a:gd name="T9" fmla="*/ 158 h 176"/>
                  <a:gd name="T10" fmla="*/ 169 w 144"/>
                  <a:gd name="T11" fmla="*/ 204 h 176"/>
                  <a:gd name="T12" fmla="*/ 107 w 144"/>
                  <a:gd name="T13" fmla="*/ 152 h 176"/>
                  <a:gd name="T14" fmla="*/ 65 w 144"/>
                  <a:gd name="T15" fmla="*/ 92 h 176"/>
                  <a:gd name="T16" fmla="*/ 46 w 144"/>
                  <a:gd name="T17" fmla="*/ 47 h 176"/>
                  <a:gd name="T18" fmla="*/ 64 w 144"/>
                  <a:gd name="T19" fmla="*/ 36 h 176"/>
                  <a:gd name="T20" fmla="*/ 24 w 144"/>
                  <a:gd name="T21" fmla="*/ 7 h 17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44" h="176">
                    <a:moveTo>
                      <a:pt x="22" y="7"/>
                    </a:moveTo>
                    <a:cubicBezTo>
                      <a:pt x="19" y="6"/>
                      <a:pt x="9" y="0"/>
                      <a:pt x="5" y="3"/>
                    </a:cubicBezTo>
                    <a:cubicBezTo>
                      <a:pt x="0" y="6"/>
                      <a:pt x="5" y="18"/>
                      <a:pt x="6" y="22"/>
                    </a:cubicBezTo>
                    <a:cubicBezTo>
                      <a:pt x="14" y="44"/>
                      <a:pt x="28" y="65"/>
                      <a:pt x="41" y="84"/>
                    </a:cubicBezTo>
                    <a:cubicBezTo>
                      <a:pt x="54" y="104"/>
                      <a:pt x="72" y="119"/>
                      <a:pt x="89" y="136"/>
                    </a:cubicBezTo>
                    <a:cubicBezTo>
                      <a:pt x="106" y="152"/>
                      <a:pt x="127" y="162"/>
                      <a:pt x="144" y="176"/>
                    </a:cubicBezTo>
                    <a:cubicBezTo>
                      <a:pt x="126" y="170"/>
                      <a:pt x="104" y="147"/>
                      <a:pt x="91" y="131"/>
                    </a:cubicBezTo>
                    <a:cubicBezTo>
                      <a:pt x="78" y="115"/>
                      <a:pt x="67" y="98"/>
                      <a:pt x="56" y="80"/>
                    </a:cubicBezTo>
                    <a:cubicBezTo>
                      <a:pt x="49" y="68"/>
                      <a:pt x="42" y="55"/>
                      <a:pt x="40" y="41"/>
                    </a:cubicBezTo>
                    <a:cubicBezTo>
                      <a:pt x="39" y="26"/>
                      <a:pt x="43" y="26"/>
                      <a:pt x="55" y="30"/>
                    </a:cubicBezTo>
                    <a:cubicBezTo>
                      <a:pt x="47" y="26"/>
                      <a:pt x="27" y="15"/>
                      <a:pt x="21" y="7"/>
                    </a:cubicBezTo>
                  </a:path>
                </a:pathLst>
              </a:custGeom>
              <a:solidFill>
                <a:srgbClr val="8C3F3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752" name="Freeform 366">
                <a:extLst>
                  <a:ext uri="{FF2B5EF4-FFF2-40B4-BE49-F238E27FC236}">
                    <a16:creationId xmlns:a16="http://schemas.microsoft.com/office/drawing/2014/main" id="{D73FA1FA-8F0D-4C12-8AAA-FEBAFD018C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0" y="2022"/>
                <a:ext cx="175" cy="24"/>
              </a:xfrm>
              <a:custGeom>
                <a:avLst/>
                <a:gdLst>
                  <a:gd name="T0" fmla="*/ 0 w 166"/>
                  <a:gd name="T1" fmla="*/ 11 h 23"/>
                  <a:gd name="T2" fmla="*/ 42 w 166"/>
                  <a:gd name="T3" fmla="*/ 22 h 23"/>
                  <a:gd name="T4" fmla="*/ 93 w 166"/>
                  <a:gd name="T5" fmla="*/ 22 h 23"/>
                  <a:gd name="T6" fmla="*/ 148 w 166"/>
                  <a:gd name="T7" fmla="*/ 8 h 23"/>
                  <a:gd name="T8" fmla="*/ 194 w 166"/>
                  <a:gd name="T9" fmla="*/ 1 h 23"/>
                  <a:gd name="T10" fmla="*/ 131 w 166"/>
                  <a:gd name="T11" fmla="*/ 4 h 23"/>
                  <a:gd name="T12" fmla="*/ 83 w 166"/>
                  <a:gd name="T13" fmla="*/ 7 h 23"/>
                  <a:gd name="T14" fmla="*/ 8 w 166"/>
                  <a:gd name="T15" fmla="*/ 7 h 2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66" h="23">
                    <a:moveTo>
                      <a:pt x="0" y="11"/>
                    </a:moveTo>
                    <a:cubicBezTo>
                      <a:pt x="12" y="10"/>
                      <a:pt x="25" y="16"/>
                      <a:pt x="36" y="19"/>
                    </a:cubicBezTo>
                    <a:cubicBezTo>
                      <a:pt x="52" y="23"/>
                      <a:pt x="64" y="20"/>
                      <a:pt x="79" y="19"/>
                    </a:cubicBezTo>
                    <a:cubicBezTo>
                      <a:pt x="96" y="17"/>
                      <a:pt x="110" y="13"/>
                      <a:pt x="126" y="8"/>
                    </a:cubicBezTo>
                    <a:cubicBezTo>
                      <a:pt x="138" y="3"/>
                      <a:pt x="153" y="0"/>
                      <a:pt x="166" y="1"/>
                    </a:cubicBezTo>
                    <a:cubicBezTo>
                      <a:pt x="148" y="1"/>
                      <a:pt x="130" y="1"/>
                      <a:pt x="112" y="4"/>
                    </a:cubicBezTo>
                    <a:cubicBezTo>
                      <a:pt x="98" y="5"/>
                      <a:pt x="85" y="8"/>
                      <a:pt x="71" y="7"/>
                    </a:cubicBezTo>
                    <a:cubicBezTo>
                      <a:pt x="50" y="7"/>
                      <a:pt x="29" y="7"/>
                      <a:pt x="8" y="7"/>
                    </a:cubicBezTo>
                  </a:path>
                </a:pathLst>
              </a:custGeom>
              <a:solidFill>
                <a:srgbClr val="8C3F3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753" name="Freeform 367">
                <a:extLst>
                  <a:ext uri="{FF2B5EF4-FFF2-40B4-BE49-F238E27FC236}">
                    <a16:creationId xmlns:a16="http://schemas.microsoft.com/office/drawing/2014/main" id="{4D77A7CC-2001-4D33-BC41-8C5F2AF995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6" y="2137"/>
                <a:ext cx="181" cy="193"/>
              </a:xfrm>
              <a:custGeom>
                <a:avLst/>
                <a:gdLst>
                  <a:gd name="T0" fmla="*/ 23 w 172"/>
                  <a:gd name="T1" fmla="*/ 24 h 183"/>
                  <a:gd name="T2" fmla="*/ 200 w 172"/>
                  <a:gd name="T3" fmla="*/ 215 h 183"/>
                  <a:gd name="T4" fmla="*/ 65 w 172"/>
                  <a:gd name="T5" fmla="*/ 34 h 183"/>
                  <a:gd name="T6" fmla="*/ 18 w 172"/>
                  <a:gd name="T7" fmla="*/ 0 h 183"/>
                  <a:gd name="T8" fmla="*/ 1 w 172"/>
                  <a:gd name="T9" fmla="*/ 14 h 183"/>
                  <a:gd name="T10" fmla="*/ 24 w 172"/>
                  <a:gd name="T11" fmla="*/ 32 h 18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72" h="183">
                    <a:moveTo>
                      <a:pt x="20" y="21"/>
                    </a:moveTo>
                    <a:cubicBezTo>
                      <a:pt x="97" y="49"/>
                      <a:pt x="124" y="126"/>
                      <a:pt x="172" y="183"/>
                    </a:cubicBezTo>
                    <a:cubicBezTo>
                      <a:pt x="141" y="127"/>
                      <a:pt x="104" y="71"/>
                      <a:pt x="56" y="28"/>
                    </a:cubicBezTo>
                    <a:cubicBezTo>
                      <a:pt x="45" y="18"/>
                      <a:pt x="31" y="1"/>
                      <a:pt x="15" y="0"/>
                    </a:cubicBezTo>
                    <a:cubicBezTo>
                      <a:pt x="8" y="0"/>
                      <a:pt x="0" y="0"/>
                      <a:pt x="1" y="11"/>
                    </a:cubicBezTo>
                    <a:cubicBezTo>
                      <a:pt x="1" y="20"/>
                      <a:pt x="16" y="24"/>
                      <a:pt x="21" y="27"/>
                    </a:cubicBezTo>
                  </a:path>
                </a:pathLst>
              </a:custGeom>
              <a:solidFill>
                <a:srgbClr val="8C3F3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754" name="Freeform 368">
                <a:extLst>
                  <a:ext uri="{FF2B5EF4-FFF2-40B4-BE49-F238E27FC236}">
                    <a16:creationId xmlns:a16="http://schemas.microsoft.com/office/drawing/2014/main" id="{BBDF9B0F-3236-4EAC-99A9-7266506DEE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8" y="2414"/>
                <a:ext cx="230" cy="109"/>
              </a:xfrm>
              <a:custGeom>
                <a:avLst/>
                <a:gdLst>
                  <a:gd name="T0" fmla="*/ 0 w 218"/>
                  <a:gd name="T1" fmla="*/ 0 h 104"/>
                  <a:gd name="T2" fmla="*/ 256 w 218"/>
                  <a:gd name="T3" fmla="*/ 117 h 104"/>
                  <a:gd name="T4" fmla="*/ 0 w 218"/>
                  <a:gd name="T5" fmla="*/ 0 h 10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8" h="104">
                    <a:moveTo>
                      <a:pt x="0" y="0"/>
                    </a:moveTo>
                    <a:cubicBezTo>
                      <a:pt x="0" y="0"/>
                      <a:pt x="76" y="104"/>
                      <a:pt x="218" y="102"/>
                    </a:cubicBezTo>
                    <a:cubicBezTo>
                      <a:pt x="218" y="102"/>
                      <a:pt x="78" y="75"/>
                      <a:pt x="0" y="0"/>
                    </a:cubicBezTo>
                    <a:close/>
                  </a:path>
                </a:pathLst>
              </a:custGeom>
              <a:solidFill>
                <a:srgbClr val="8C3F3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755" name="Freeform 369">
                <a:extLst>
                  <a:ext uri="{FF2B5EF4-FFF2-40B4-BE49-F238E27FC236}">
                    <a16:creationId xmlns:a16="http://schemas.microsoft.com/office/drawing/2014/main" id="{D204AC20-AF85-4DA7-8C1C-EF4456A441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9" y="1955"/>
                <a:ext cx="123" cy="243"/>
              </a:xfrm>
              <a:custGeom>
                <a:avLst/>
                <a:gdLst>
                  <a:gd name="T0" fmla="*/ 136 w 117"/>
                  <a:gd name="T1" fmla="*/ 3 h 230"/>
                  <a:gd name="T2" fmla="*/ 71 w 117"/>
                  <a:gd name="T3" fmla="*/ 131 h 230"/>
                  <a:gd name="T4" fmla="*/ 0 w 117"/>
                  <a:gd name="T5" fmla="*/ 272 h 230"/>
                  <a:gd name="T6" fmla="*/ 75 w 117"/>
                  <a:gd name="T7" fmla="*/ 171 h 230"/>
                  <a:gd name="T8" fmla="*/ 88 w 117"/>
                  <a:gd name="T9" fmla="*/ 124 h 230"/>
                  <a:gd name="T10" fmla="*/ 120 w 117"/>
                  <a:gd name="T11" fmla="*/ 145 h 230"/>
                  <a:gd name="T12" fmla="*/ 135 w 117"/>
                  <a:gd name="T13" fmla="*/ 0 h 23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7" h="230">
                    <a:moveTo>
                      <a:pt x="117" y="3"/>
                    </a:moveTo>
                    <a:cubicBezTo>
                      <a:pt x="74" y="10"/>
                      <a:pt x="70" y="79"/>
                      <a:pt x="62" y="111"/>
                    </a:cubicBezTo>
                    <a:cubicBezTo>
                      <a:pt x="51" y="156"/>
                      <a:pt x="15" y="187"/>
                      <a:pt x="0" y="230"/>
                    </a:cubicBezTo>
                    <a:cubicBezTo>
                      <a:pt x="9" y="196"/>
                      <a:pt x="48" y="175"/>
                      <a:pt x="65" y="145"/>
                    </a:cubicBezTo>
                    <a:cubicBezTo>
                      <a:pt x="68" y="139"/>
                      <a:pt x="72" y="107"/>
                      <a:pt x="76" y="105"/>
                    </a:cubicBezTo>
                    <a:cubicBezTo>
                      <a:pt x="83" y="102"/>
                      <a:pt x="98" y="120"/>
                      <a:pt x="103" y="123"/>
                    </a:cubicBezTo>
                    <a:cubicBezTo>
                      <a:pt x="63" y="88"/>
                      <a:pt x="98" y="36"/>
                      <a:pt x="116" y="0"/>
                    </a:cubicBezTo>
                  </a:path>
                </a:pathLst>
              </a:custGeom>
              <a:solidFill>
                <a:srgbClr val="8C3F3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756" name="Freeform 370">
                <a:extLst>
                  <a:ext uri="{FF2B5EF4-FFF2-40B4-BE49-F238E27FC236}">
                    <a16:creationId xmlns:a16="http://schemas.microsoft.com/office/drawing/2014/main" id="{C4773095-E2EF-4EDB-A5E4-B089782A6B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0" y="1861"/>
                <a:ext cx="29" cy="118"/>
              </a:xfrm>
              <a:custGeom>
                <a:avLst/>
                <a:gdLst>
                  <a:gd name="T0" fmla="*/ 25 w 27"/>
                  <a:gd name="T1" fmla="*/ 0 h 112"/>
                  <a:gd name="T2" fmla="*/ 4 w 27"/>
                  <a:gd name="T3" fmla="*/ 58 h 112"/>
                  <a:gd name="T4" fmla="*/ 33 w 27"/>
                  <a:gd name="T5" fmla="*/ 131 h 112"/>
                  <a:gd name="T6" fmla="*/ 13 w 27"/>
                  <a:gd name="T7" fmla="*/ 79 h 112"/>
                  <a:gd name="T8" fmla="*/ 23 w 27"/>
                  <a:gd name="T9" fmla="*/ 13 h 1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112">
                    <a:moveTo>
                      <a:pt x="20" y="0"/>
                    </a:moveTo>
                    <a:cubicBezTo>
                      <a:pt x="10" y="14"/>
                      <a:pt x="2" y="29"/>
                      <a:pt x="4" y="49"/>
                    </a:cubicBezTo>
                    <a:cubicBezTo>
                      <a:pt x="6" y="73"/>
                      <a:pt x="26" y="87"/>
                      <a:pt x="27" y="112"/>
                    </a:cubicBezTo>
                    <a:cubicBezTo>
                      <a:pt x="25" y="93"/>
                      <a:pt x="21" y="82"/>
                      <a:pt x="10" y="67"/>
                    </a:cubicBezTo>
                    <a:cubicBezTo>
                      <a:pt x="0" y="51"/>
                      <a:pt x="11" y="24"/>
                      <a:pt x="19" y="10"/>
                    </a:cubicBezTo>
                  </a:path>
                </a:pathLst>
              </a:custGeom>
              <a:solidFill>
                <a:srgbClr val="8C3F3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757" name="Freeform 371">
                <a:extLst>
                  <a:ext uri="{FF2B5EF4-FFF2-40B4-BE49-F238E27FC236}">
                    <a16:creationId xmlns:a16="http://schemas.microsoft.com/office/drawing/2014/main" id="{E098DB8D-8140-4D00-B5A2-28C171667F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5" y="1831"/>
                <a:ext cx="20" cy="25"/>
              </a:xfrm>
              <a:custGeom>
                <a:avLst/>
                <a:gdLst>
                  <a:gd name="T0" fmla="*/ 18 w 19"/>
                  <a:gd name="T1" fmla="*/ 0 h 24"/>
                  <a:gd name="T2" fmla="*/ 22 w 19"/>
                  <a:gd name="T3" fmla="*/ 26 h 24"/>
                  <a:gd name="T4" fmla="*/ 1 w 19"/>
                  <a:gd name="T5" fmla="*/ 17 h 24"/>
                  <a:gd name="T6" fmla="*/ 20 w 19"/>
                  <a:gd name="T7" fmla="*/ 2 h 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24">
                    <a:moveTo>
                      <a:pt x="15" y="0"/>
                    </a:moveTo>
                    <a:cubicBezTo>
                      <a:pt x="4" y="12"/>
                      <a:pt x="3" y="17"/>
                      <a:pt x="19" y="23"/>
                    </a:cubicBezTo>
                    <a:cubicBezTo>
                      <a:pt x="11" y="23"/>
                      <a:pt x="2" y="24"/>
                      <a:pt x="1" y="14"/>
                    </a:cubicBezTo>
                    <a:cubicBezTo>
                      <a:pt x="0" y="5"/>
                      <a:pt x="9" y="2"/>
                      <a:pt x="17" y="2"/>
                    </a:cubicBezTo>
                  </a:path>
                </a:pathLst>
              </a:custGeom>
              <a:solidFill>
                <a:srgbClr val="8C3F3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758" name="Freeform 372">
                <a:extLst>
                  <a:ext uri="{FF2B5EF4-FFF2-40B4-BE49-F238E27FC236}">
                    <a16:creationId xmlns:a16="http://schemas.microsoft.com/office/drawing/2014/main" id="{F2F212E4-E2D0-42A6-93D3-9109C87096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9" y="3001"/>
                <a:ext cx="118" cy="64"/>
              </a:xfrm>
              <a:custGeom>
                <a:avLst/>
                <a:gdLst>
                  <a:gd name="T0" fmla="*/ 0 w 112"/>
                  <a:gd name="T1" fmla="*/ 41 h 60"/>
                  <a:gd name="T2" fmla="*/ 76 w 112"/>
                  <a:gd name="T3" fmla="*/ 63 h 60"/>
                  <a:gd name="T4" fmla="*/ 131 w 112"/>
                  <a:gd name="T5" fmla="*/ 0 h 60"/>
                  <a:gd name="T6" fmla="*/ 70 w 112"/>
                  <a:gd name="T7" fmla="*/ 49 h 60"/>
                  <a:gd name="T8" fmla="*/ 9 w 112"/>
                  <a:gd name="T9" fmla="*/ 48 h 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2" h="60">
                    <a:moveTo>
                      <a:pt x="0" y="34"/>
                    </a:moveTo>
                    <a:cubicBezTo>
                      <a:pt x="16" y="44"/>
                      <a:pt x="48" y="60"/>
                      <a:pt x="65" y="52"/>
                    </a:cubicBezTo>
                    <a:cubicBezTo>
                      <a:pt x="86" y="43"/>
                      <a:pt x="97" y="17"/>
                      <a:pt x="112" y="0"/>
                    </a:cubicBezTo>
                    <a:cubicBezTo>
                      <a:pt x="92" y="9"/>
                      <a:pt x="79" y="29"/>
                      <a:pt x="60" y="40"/>
                    </a:cubicBezTo>
                    <a:cubicBezTo>
                      <a:pt x="42" y="50"/>
                      <a:pt x="28" y="43"/>
                      <a:pt x="9" y="39"/>
                    </a:cubicBezTo>
                  </a:path>
                </a:pathLst>
              </a:custGeom>
              <a:solidFill>
                <a:srgbClr val="8C3F3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759" name="Freeform 373">
                <a:extLst>
                  <a:ext uri="{FF2B5EF4-FFF2-40B4-BE49-F238E27FC236}">
                    <a16:creationId xmlns:a16="http://schemas.microsoft.com/office/drawing/2014/main" id="{26E1A5B7-07CC-406D-8905-8451B1E24F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9" y="2211"/>
                <a:ext cx="83" cy="743"/>
              </a:xfrm>
              <a:custGeom>
                <a:avLst/>
                <a:gdLst>
                  <a:gd name="T0" fmla="*/ 18 w 79"/>
                  <a:gd name="T1" fmla="*/ 0 h 704"/>
                  <a:gd name="T2" fmla="*/ 47 w 79"/>
                  <a:gd name="T3" fmla="*/ 109 h 704"/>
                  <a:gd name="T4" fmla="*/ 86 w 79"/>
                  <a:gd name="T5" fmla="*/ 500 h 704"/>
                  <a:gd name="T6" fmla="*/ 0 w 79"/>
                  <a:gd name="T7" fmla="*/ 827 h 704"/>
                  <a:gd name="T8" fmla="*/ 63 w 79"/>
                  <a:gd name="T9" fmla="*/ 507 h 704"/>
                  <a:gd name="T10" fmla="*/ 37 w 79"/>
                  <a:gd name="T11" fmla="*/ 209 h 704"/>
                  <a:gd name="T12" fmla="*/ 18 w 79"/>
                  <a:gd name="T13" fmla="*/ 0 h 70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9" h="704">
                    <a:moveTo>
                      <a:pt x="15" y="0"/>
                    </a:moveTo>
                    <a:cubicBezTo>
                      <a:pt x="15" y="0"/>
                      <a:pt x="38" y="46"/>
                      <a:pt x="41" y="93"/>
                    </a:cubicBezTo>
                    <a:cubicBezTo>
                      <a:pt x="43" y="139"/>
                      <a:pt x="69" y="379"/>
                      <a:pt x="74" y="425"/>
                    </a:cubicBezTo>
                    <a:cubicBezTo>
                      <a:pt x="79" y="472"/>
                      <a:pt x="72" y="642"/>
                      <a:pt x="0" y="704"/>
                    </a:cubicBezTo>
                    <a:cubicBezTo>
                      <a:pt x="0" y="704"/>
                      <a:pt x="67" y="541"/>
                      <a:pt x="54" y="431"/>
                    </a:cubicBezTo>
                    <a:cubicBezTo>
                      <a:pt x="41" y="320"/>
                      <a:pt x="41" y="245"/>
                      <a:pt x="31" y="178"/>
                    </a:cubicBezTo>
                    <a:cubicBezTo>
                      <a:pt x="20" y="111"/>
                      <a:pt x="36" y="36"/>
                      <a:pt x="15" y="0"/>
                    </a:cubicBezTo>
                    <a:close/>
                  </a:path>
                </a:pathLst>
              </a:custGeom>
              <a:solidFill>
                <a:srgbClr val="6C2D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760" name="Freeform 374">
                <a:extLst>
                  <a:ext uri="{FF2B5EF4-FFF2-40B4-BE49-F238E27FC236}">
                    <a16:creationId xmlns:a16="http://schemas.microsoft.com/office/drawing/2014/main" id="{206DCA87-2737-47C4-8C6E-7E83A8B18E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2" y="3006"/>
                <a:ext cx="54" cy="109"/>
              </a:xfrm>
              <a:custGeom>
                <a:avLst/>
                <a:gdLst>
                  <a:gd name="T0" fmla="*/ 34 w 51"/>
                  <a:gd name="T1" fmla="*/ 0 h 104"/>
                  <a:gd name="T2" fmla="*/ 0 w 51"/>
                  <a:gd name="T3" fmla="*/ 119 h 104"/>
                  <a:gd name="T4" fmla="*/ 34 w 51"/>
                  <a:gd name="T5" fmla="*/ 0 h 10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1" h="104">
                    <a:moveTo>
                      <a:pt x="28" y="0"/>
                    </a:moveTo>
                    <a:cubicBezTo>
                      <a:pt x="28" y="0"/>
                      <a:pt x="51" y="42"/>
                      <a:pt x="0" y="104"/>
                    </a:cubicBezTo>
                    <a:cubicBezTo>
                      <a:pt x="0" y="104"/>
                      <a:pt x="35" y="28"/>
                      <a:pt x="28" y="0"/>
                    </a:cubicBezTo>
                    <a:close/>
                  </a:path>
                </a:pathLst>
              </a:custGeom>
              <a:solidFill>
                <a:srgbClr val="6C2D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761" name="Freeform 375">
                <a:extLst>
                  <a:ext uri="{FF2B5EF4-FFF2-40B4-BE49-F238E27FC236}">
                    <a16:creationId xmlns:a16="http://schemas.microsoft.com/office/drawing/2014/main" id="{50C81B0E-0BA4-44DC-84C3-1B1EE31734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1" y="3188"/>
                <a:ext cx="77" cy="580"/>
              </a:xfrm>
              <a:custGeom>
                <a:avLst/>
                <a:gdLst>
                  <a:gd name="T0" fmla="*/ 23 w 73"/>
                  <a:gd name="T1" fmla="*/ 0 h 549"/>
                  <a:gd name="T2" fmla="*/ 62 w 73"/>
                  <a:gd name="T3" fmla="*/ 318 h 549"/>
                  <a:gd name="T4" fmla="*/ 16 w 73"/>
                  <a:gd name="T5" fmla="*/ 557 h 549"/>
                  <a:gd name="T6" fmla="*/ 19 w 73"/>
                  <a:gd name="T7" fmla="*/ 576 h 549"/>
                  <a:gd name="T8" fmla="*/ 21 w 73"/>
                  <a:gd name="T9" fmla="*/ 610 h 549"/>
                  <a:gd name="T10" fmla="*/ 16 w 73"/>
                  <a:gd name="T11" fmla="*/ 648 h 549"/>
                  <a:gd name="T12" fmla="*/ 3 w 73"/>
                  <a:gd name="T13" fmla="*/ 621 h 549"/>
                  <a:gd name="T14" fmla="*/ 14 w 73"/>
                  <a:gd name="T15" fmla="*/ 588 h 549"/>
                  <a:gd name="T16" fmla="*/ 8 w 73"/>
                  <a:gd name="T17" fmla="*/ 521 h 549"/>
                  <a:gd name="T18" fmla="*/ 23 w 73"/>
                  <a:gd name="T19" fmla="*/ 0 h 54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73" h="549">
                    <a:moveTo>
                      <a:pt x="20" y="0"/>
                    </a:moveTo>
                    <a:cubicBezTo>
                      <a:pt x="20" y="0"/>
                      <a:pt x="63" y="132"/>
                      <a:pt x="53" y="270"/>
                    </a:cubicBezTo>
                    <a:cubicBezTo>
                      <a:pt x="43" y="408"/>
                      <a:pt x="13" y="472"/>
                      <a:pt x="13" y="472"/>
                    </a:cubicBezTo>
                    <a:cubicBezTo>
                      <a:pt x="13" y="472"/>
                      <a:pt x="12" y="483"/>
                      <a:pt x="16" y="488"/>
                    </a:cubicBezTo>
                    <a:cubicBezTo>
                      <a:pt x="19" y="493"/>
                      <a:pt x="27" y="505"/>
                      <a:pt x="18" y="517"/>
                    </a:cubicBezTo>
                    <a:cubicBezTo>
                      <a:pt x="8" y="530"/>
                      <a:pt x="17" y="543"/>
                      <a:pt x="13" y="549"/>
                    </a:cubicBezTo>
                    <a:cubicBezTo>
                      <a:pt x="13" y="549"/>
                      <a:pt x="5" y="535"/>
                      <a:pt x="3" y="527"/>
                    </a:cubicBezTo>
                    <a:cubicBezTo>
                      <a:pt x="0" y="519"/>
                      <a:pt x="18" y="517"/>
                      <a:pt x="11" y="499"/>
                    </a:cubicBezTo>
                    <a:cubicBezTo>
                      <a:pt x="3" y="482"/>
                      <a:pt x="0" y="462"/>
                      <a:pt x="8" y="442"/>
                    </a:cubicBezTo>
                    <a:cubicBezTo>
                      <a:pt x="16" y="422"/>
                      <a:pt x="73" y="278"/>
                      <a:pt x="20" y="0"/>
                    </a:cubicBezTo>
                    <a:close/>
                  </a:path>
                </a:pathLst>
              </a:custGeom>
              <a:solidFill>
                <a:srgbClr val="6C2D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762" name="Freeform 376">
                <a:extLst>
                  <a:ext uri="{FF2B5EF4-FFF2-40B4-BE49-F238E27FC236}">
                    <a16:creationId xmlns:a16="http://schemas.microsoft.com/office/drawing/2014/main" id="{64BD4CFD-A392-4008-A5D3-65E738FE8E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4" y="3794"/>
                <a:ext cx="160" cy="138"/>
              </a:xfrm>
              <a:custGeom>
                <a:avLst/>
                <a:gdLst>
                  <a:gd name="T0" fmla="*/ 1 w 152"/>
                  <a:gd name="T1" fmla="*/ 2 h 131"/>
                  <a:gd name="T2" fmla="*/ 18 w 152"/>
                  <a:gd name="T3" fmla="*/ 14 h 131"/>
                  <a:gd name="T4" fmla="*/ 31 w 152"/>
                  <a:gd name="T5" fmla="*/ 28 h 131"/>
                  <a:gd name="T6" fmla="*/ 49 w 152"/>
                  <a:gd name="T7" fmla="*/ 59 h 131"/>
                  <a:gd name="T8" fmla="*/ 82 w 152"/>
                  <a:gd name="T9" fmla="*/ 83 h 131"/>
                  <a:gd name="T10" fmla="*/ 107 w 152"/>
                  <a:gd name="T11" fmla="*/ 104 h 131"/>
                  <a:gd name="T12" fmla="*/ 129 w 152"/>
                  <a:gd name="T13" fmla="*/ 121 h 131"/>
                  <a:gd name="T14" fmla="*/ 140 w 152"/>
                  <a:gd name="T15" fmla="*/ 127 h 131"/>
                  <a:gd name="T16" fmla="*/ 148 w 152"/>
                  <a:gd name="T17" fmla="*/ 131 h 131"/>
                  <a:gd name="T18" fmla="*/ 175 w 152"/>
                  <a:gd name="T19" fmla="*/ 150 h 131"/>
                  <a:gd name="T20" fmla="*/ 177 w 152"/>
                  <a:gd name="T21" fmla="*/ 153 h 131"/>
                  <a:gd name="T22" fmla="*/ 135 w 152"/>
                  <a:gd name="T23" fmla="*/ 138 h 131"/>
                  <a:gd name="T24" fmla="*/ 102 w 152"/>
                  <a:gd name="T25" fmla="*/ 116 h 131"/>
                  <a:gd name="T26" fmla="*/ 61 w 152"/>
                  <a:gd name="T27" fmla="*/ 80 h 131"/>
                  <a:gd name="T28" fmla="*/ 39 w 152"/>
                  <a:gd name="T29" fmla="*/ 56 h 131"/>
                  <a:gd name="T30" fmla="*/ 21 w 152"/>
                  <a:gd name="T31" fmla="*/ 33 h 131"/>
                  <a:gd name="T32" fmla="*/ 6 w 152"/>
                  <a:gd name="T33" fmla="*/ 13 h 131"/>
                  <a:gd name="T34" fmla="*/ 0 w 152"/>
                  <a:gd name="T35" fmla="*/ 0 h 131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152" h="131">
                    <a:moveTo>
                      <a:pt x="1" y="2"/>
                    </a:moveTo>
                    <a:cubicBezTo>
                      <a:pt x="6" y="3"/>
                      <a:pt x="11" y="8"/>
                      <a:pt x="15" y="11"/>
                    </a:cubicBezTo>
                    <a:cubicBezTo>
                      <a:pt x="19" y="15"/>
                      <a:pt x="24" y="19"/>
                      <a:pt x="27" y="25"/>
                    </a:cubicBezTo>
                    <a:cubicBezTo>
                      <a:pt x="32" y="33"/>
                      <a:pt x="36" y="42"/>
                      <a:pt x="43" y="50"/>
                    </a:cubicBezTo>
                    <a:cubicBezTo>
                      <a:pt x="50" y="58"/>
                      <a:pt x="61" y="65"/>
                      <a:pt x="70" y="71"/>
                    </a:cubicBezTo>
                    <a:cubicBezTo>
                      <a:pt x="78" y="76"/>
                      <a:pt x="85" y="82"/>
                      <a:pt x="92" y="89"/>
                    </a:cubicBezTo>
                    <a:cubicBezTo>
                      <a:pt x="98" y="94"/>
                      <a:pt x="104" y="99"/>
                      <a:pt x="111" y="103"/>
                    </a:cubicBezTo>
                    <a:cubicBezTo>
                      <a:pt x="114" y="105"/>
                      <a:pt x="117" y="108"/>
                      <a:pt x="120" y="109"/>
                    </a:cubicBezTo>
                    <a:cubicBezTo>
                      <a:pt x="123" y="111"/>
                      <a:pt x="125" y="111"/>
                      <a:pt x="127" y="112"/>
                    </a:cubicBezTo>
                    <a:cubicBezTo>
                      <a:pt x="135" y="116"/>
                      <a:pt x="147" y="119"/>
                      <a:pt x="150" y="128"/>
                    </a:cubicBezTo>
                    <a:cubicBezTo>
                      <a:pt x="151" y="129"/>
                      <a:pt x="151" y="130"/>
                      <a:pt x="152" y="131"/>
                    </a:cubicBezTo>
                    <a:cubicBezTo>
                      <a:pt x="146" y="120"/>
                      <a:pt x="126" y="121"/>
                      <a:pt x="116" y="118"/>
                    </a:cubicBezTo>
                    <a:cubicBezTo>
                      <a:pt x="104" y="114"/>
                      <a:pt x="96" y="107"/>
                      <a:pt x="87" y="99"/>
                    </a:cubicBezTo>
                    <a:cubicBezTo>
                      <a:pt x="75" y="89"/>
                      <a:pt x="64" y="79"/>
                      <a:pt x="52" y="68"/>
                    </a:cubicBezTo>
                    <a:cubicBezTo>
                      <a:pt x="45" y="62"/>
                      <a:pt x="40" y="54"/>
                      <a:pt x="33" y="47"/>
                    </a:cubicBezTo>
                    <a:cubicBezTo>
                      <a:pt x="27" y="42"/>
                      <a:pt x="23" y="35"/>
                      <a:pt x="18" y="28"/>
                    </a:cubicBezTo>
                    <a:cubicBezTo>
                      <a:pt x="15" y="21"/>
                      <a:pt x="10" y="16"/>
                      <a:pt x="6" y="10"/>
                    </a:cubicBezTo>
                    <a:cubicBezTo>
                      <a:pt x="4" y="7"/>
                      <a:pt x="2" y="3"/>
                      <a:pt x="0" y="0"/>
                    </a:cubicBezTo>
                  </a:path>
                </a:pathLst>
              </a:custGeom>
              <a:solidFill>
                <a:srgbClr val="6C2D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763" name="Freeform 377">
                <a:extLst>
                  <a:ext uri="{FF2B5EF4-FFF2-40B4-BE49-F238E27FC236}">
                    <a16:creationId xmlns:a16="http://schemas.microsoft.com/office/drawing/2014/main" id="{969C7627-D678-411A-AF3A-D3EB3B467D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8" y="3943"/>
                <a:ext cx="8" cy="15"/>
              </a:xfrm>
              <a:custGeom>
                <a:avLst/>
                <a:gdLst>
                  <a:gd name="T0" fmla="*/ 0 w 8"/>
                  <a:gd name="T1" fmla="*/ 0 h 14"/>
                  <a:gd name="T2" fmla="*/ 7 w 8"/>
                  <a:gd name="T3" fmla="*/ 17 h 14"/>
                  <a:gd name="T4" fmla="*/ 0 w 8"/>
                  <a:gd name="T5" fmla="*/ 1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4">
                    <a:moveTo>
                      <a:pt x="0" y="0"/>
                    </a:moveTo>
                    <a:cubicBezTo>
                      <a:pt x="6" y="2"/>
                      <a:pt x="8" y="9"/>
                      <a:pt x="7" y="14"/>
                    </a:cubicBezTo>
                    <a:cubicBezTo>
                      <a:pt x="7" y="9"/>
                      <a:pt x="3" y="5"/>
                      <a:pt x="0" y="1"/>
                    </a:cubicBezTo>
                  </a:path>
                </a:pathLst>
              </a:custGeom>
              <a:solidFill>
                <a:srgbClr val="6C2D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764" name="Freeform 378">
                <a:extLst>
                  <a:ext uri="{FF2B5EF4-FFF2-40B4-BE49-F238E27FC236}">
                    <a16:creationId xmlns:a16="http://schemas.microsoft.com/office/drawing/2014/main" id="{93E15E99-D1C9-4D2B-A81D-F1AA24A820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8" y="3938"/>
                <a:ext cx="26" cy="26"/>
              </a:xfrm>
              <a:custGeom>
                <a:avLst/>
                <a:gdLst>
                  <a:gd name="T0" fmla="*/ 1 w 25"/>
                  <a:gd name="T1" fmla="*/ 2 h 25"/>
                  <a:gd name="T2" fmla="*/ 7 w 25"/>
                  <a:gd name="T3" fmla="*/ 6 h 25"/>
                  <a:gd name="T4" fmla="*/ 18 w 25"/>
                  <a:gd name="T5" fmla="*/ 10 h 25"/>
                  <a:gd name="T6" fmla="*/ 28 w 25"/>
                  <a:gd name="T7" fmla="*/ 25 h 25"/>
                  <a:gd name="T8" fmla="*/ 27 w 25"/>
                  <a:gd name="T9" fmla="*/ 24 h 25"/>
                  <a:gd name="T10" fmla="*/ 23 w 25"/>
                  <a:gd name="T11" fmla="*/ 28 h 25"/>
                  <a:gd name="T12" fmla="*/ 16 w 25"/>
                  <a:gd name="T13" fmla="*/ 16 h 25"/>
                  <a:gd name="T14" fmla="*/ 0 w 25"/>
                  <a:gd name="T15" fmla="*/ 0 h 2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5" h="25">
                    <a:moveTo>
                      <a:pt x="1" y="2"/>
                    </a:moveTo>
                    <a:cubicBezTo>
                      <a:pt x="3" y="1"/>
                      <a:pt x="5" y="5"/>
                      <a:pt x="7" y="6"/>
                    </a:cubicBezTo>
                    <a:cubicBezTo>
                      <a:pt x="10" y="8"/>
                      <a:pt x="13" y="8"/>
                      <a:pt x="15" y="10"/>
                    </a:cubicBezTo>
                    <a:cubicBezTo>
                      <a:pt x="19" y="12"/>
                      <a:pt x="23" y="18"/>
                      <a:pt x="25" y="22"/>
                    </a:cubicBezTo>
                    <a:cubicBezTo>
                      <a:pt x="24" y="22"/>
                      <a:pt x="24" y="21"/>
                      <a:pt x="24" y="21"/>
                    </a:cubicBezTo>
                    <a:cubicBezTo>
                      <a:pt x="22" y="22"/>
                      <a:pt x="21" y="23"/>
                      <a:pt x="20" y="25"/>
                    </a:cubicBezTo>
                    <a:cubicBezTo>
                      <a:pt x="19" y="19"/>
                      <a:pt x="17" y="17"/>
                      <a:pt x="13" y="13"/>
                    </a:cubicBezTo>
                    <a:cubicBezTo>
                      <a:pt x="8" y="9"/>
                      <a:pt x="5" y="2"/>
                      <a:pt x="0" y="0"/>
                    </a:cubicBezTo>
                  </a:path>
                </a:pathLst>
              </a:custGeom>
              <a:solidFill>
                <a:srgbClr val="6C2D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765" name="Freeform 379">
                <a:extLst>
                  <a:ext uri="{FF2B5EF4-FFF2-40B4-BE49-F238E27FC236}">
                    <a16:creationId xmlns:a16="http://schemas.microsoft.com/office/drawing/2014/main" id="{439C5D5D-07B5-4F6F-B251-B7D8346AD8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1" y="3949"/>
                <a:ext cx="19" cy="28"/>
              </a:xfrm>
              <a:custGeom>
                <a:avLst/>
                <a:gdLst>
                  <a:gd name="T0" fmla="*/ 0 w 18"/>
                  <a:gd name="T1" fmla="*/ 1 h 26"/>
                  <a:gd name="T2" fmla="*/ 8 w 18"/>
                  <a:gd name="T3" fmla="*/ 15 h 26"/>
                  <a:gd name="T4" fmla="*/ 21 w 18"/>
                  <a:gd name="T5" fmla="*/ 20 h 26"/>
                  <a:gd name="T6" fmla="*/ 1 w 18"/>
                  <a:gd name="T7" fmla="*/ 0 h 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26">
                    <a:moveTo>
                      <a:pt x="0" y="1"/>
                    </a:moveTo>
                    <a:cubicBezTo>
                      <a:pt x="3" y="4"/>
                      <a:pt x="4" y="9"/>
                      <a:pt x="8" y="12"/>
                    </a:cubicBezTo>
                    <a:cubicBezTo>
                      <a:pt x="11" y="14"/>
                      <a:pt x="15" y="15"/>
                      <a:pt x="18" y="17"/>
                    </a:cubicBezTo>
                    <a:cubicBezTo>
                      <a:pt x="8" y="26"/>
                      <a:pt x="3" y="6"/>
                      <a:pt x="1" y="0"/>
                    </a:cubicBezTo>
                  </a:path>
                </a:pathLst>
              </a:custGeom>
              <a:solidFill>
                <a:srgbClr val="6C2D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766" name="Freeform 380">
                <a:extLst>
                  <a:ext uri="{FF2B5EF4-FFF2-40B4-BE49-F238E27FC236}">
                    <a16:creationId xmlns:a16="http://schemas.microsoft.com/office/drawing/2014/main" id="{D50C9066-D35B-4CD3-996B-40193CCA7A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2" y="3983"/>
                <a:ext cx="27" cy="30"/>
              </a:xfrm>
              <a:custGeom>
                <a:avLst/>
                <a:gdLst>
                  <a:gd name="T0" fmla="*/ 26 w 25"/>
                  <a:gd name="T1" fmla="*/ 0 h 28"/>
                  <a:gd name="T2" fmla="*/ 26 w 25"/>
                  <a:gd name="T3" fmla="*/ 19 h 28"/>
                  <a:gd name="T4" fmla="*/ 0 w 25"/>
                  <a:gd name="T5" fmla="*/ 30 h 28"/>
                  <a:gd name="T6" fmla="*/ 14 w 25"/>
                  <a:gd name="T7" fmla="*/ 18 h 28"/>
                  <a:gd name="T8" fmla="*/ 23 w 25"/>
                  <a:gd name="T9" fmla="*/ 0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28">
                    <a:moveTo>
                      <a:pt x="20" y="0"/>
                    </a:moveTo>
                    <a:cubicBezTo>
                      <a:pt x="25" y="4"/>
                      <a:pt x="23" y="11"/>
                      <a:pt x="20" y="16"/>
                    </a:cubicBezTo>
                    <a:cubicBezTo>
                      <a:pt x="17" y="21"/>
                      <a:pt x="7" y="28"/>
                      <a:pt x="0" y="24"/>
                    </a:cubicBezTo>
                    <a:cubicBezTo>
                      <a:pt x="5" y="22"/>
                      <a:pt x="8" y="18"/>
                      <a:pt x="11" y="15"/>
                    </a:cubicBezTo>
                    <a:cubicBezTo>
                      <a:pt x="15" y="11"/>
                      <a:pt x="21" y="6"/>
                      <a:pt x="18" y="0"/>
                    </a:cubicBezTo>
                  </a:path>
                </a:pathLst>
              </a:custGeom>
              <a:solidFill>
                <a:srgbClr val="6C2D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767" name="Freeform 381">
                <a:extLst>
                  <a:ext uri="{FF2B5EF4-FFF2-40B4-BE49-F238E27FC236}">
                    <a16:creationId xmlns:a16="http://schemas.microsoft.com/office/drawing/2014/main" id="{DED983E8-C65F-44DD-B42B-083E911364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5" y="3977"/>
                <a:ext cx="12" cy="22"/>
              </a:xfrm>
              <a:custGeom>
                <a:avLst/>
                <a:gdLst>
                  <a:gd name="T0" fmla="*/ 10 w 11"/>
                  <a:gd name="T1" fmla="*/ 2 h 21"/>
                  <a:gd name="T2" fmla="*/ 0 w 11"/>
                  <a:gd name="T3" fmla="*/ 22 h 21"/>
                  <a:gd name="T4" fmla="*/ 9 w 11"/>
                  <a:gd name="T5" fmla="*/ 0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21">
                    <a:moveTo>
                      <a:pt x="7" y="2"/>
                    </a:moveTo>
                    <a:cubicBezTo>
                      <a:pt x="11" y="0"/>
                      <a:pt x="11" y="21"/>
                      <a:pt x="0" y="19"/>
                    </a:cubicBezTo>
                    <a:cubicBezTo>
                      <a:pt x="5" y="14"/>
                      <a:pt x="10" y="7"/>
                      <a:pt x="6" y="0"/>
                    </a:cubicBezTo>
                  </a:path>
                </a:pathLst>
              </a:custGeom>
              <a:solidFill>
                <a:srgbClr val="6C2D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768" name="Freeform 382">
                <a:extLst>
                  <a:ext uri="{FF2B5EF4-FFF2-40B4-BE49-F238E27FC236}">
                    <a16:creationId xmlns:a16="http://schemas.microsoft.com/office/drawing/2014/main" id="{DDFA16A5-9FB4-4115-97F7-9835F652A5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4" y="3971"/>
                <a:ext cx="7" cy="14"/>
              </a:xfrm>
              <a:custGeom>
                <a:avLst/>
                <a:gdLst>
                  <a:gd name="T0" fmla="*/ 7 w 6"/>
                  <a:gd name="T1" fmla="*/ 0 h 13"/>
                  <a:gd name="T2" fmla="*/ 0 w 6"/>
                  <a:gd name="T3" fmla="*/ 16 h 13"/>
                  <a:gd name="T4" fmla="*/ 2 w 6"/>
                  <a:gd name="T5" fmla="*/ 1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13">
                    <a:moveTo>
                      <a:pt x="4" y="0"/>
                    </a:moveTo>
                    <a:cubicBezTo>
                      <a:pt x="6" y="4"/>
                      <a:pt x="6" y="12"/>
                      <a:pt x="0" y="13"/>
                    </a:cubicBezTo>
                    <a:cubicBezTo>
                      <a:pt x="1" y="9"/>
                      <a:pt x="4" y="5"/>
                      <a:pt x="2" y="1"/>
                    </a:cubicBezTo>
                  </a:path>
                </a:pathLst>
              </a:custGeom>
              <a:solidFill>
                <a:srgbClr val="6C2D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769" name="Freeform 383">
                <a:extLst>
                  <a:ext uri="{FF2B5EF4-FFF2-40B4-BE49-F238E27FC236}">
                    <a16:creationId xmlns:a16="http://schemas.microsoft.com/office/drawing/2014/main" id="{5C143E0A-E78D-4238-9C43-FFC737B29A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9" y="1901"/>
                <a:ext cx="92" cy="51"/>
              </a:xfrm>
              <a:custGeom>
                <a:avLst/>
                <a:gdLst>
                  <a:gd name="T0" fmla="*/ 76 w 87"/>
                  <a:gd name="T1" fmla="*/ 0 h 49"/>
                  <a:gd name="T2" fmla="*/ 38 w 87"/>
                  <a:gd name="T3" fmla="*/ 5 h 49"/>
                  <a:gd name="T4" fmla="*/ 0 w 87"/>
                  <a:gd name="T5" fmla="*/ 35 h 49"/>
                  <a:gd name="T6" fmla="*/ 26 w 87"/>
                  <a:gd name="T7" fmla="*/ 17 h 49"/>
                  <a:gd name="T8" fmla="*/ 55 w 87"/>
                  <a:gd name="T9" fmla="*/ 20 h 49"/>
                  <a:gd name="T10" fmla="*/ 78 w 87"/>
                  <a:gd name="T11" fmla="*/ 23 h 49"/>
                  <a:gd name="T12" fmla="*/ 103 w 87"/>
                  <a:gd name="T13" fmla="*/ 55 h 49"/>
                  <a:gd name="T14" fmla="*/ 77 w 87"/>
                  <a:gd name="T15" fmla="*/ 3 h 4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7" h="49">
                    <a:moveTo>
                      <a:pt x="64" y="0"/>
                    </a:moveTo>
                    <a:cubicBezTo>
                      <a:pt x="57" y="12"/>
                      <a:pt x="42" y="4"/>
                      <a:pt x="32" y="5"/>
                    </a:cubicBezTo>
                    <a:cubicBezTo>
                      <a:pt x="18" y="6"/>
                      <a:pt x="8" y="21"/>
                      <a:pt x="0" y="32"/>
                    </a:cubicBezTo>
                    <a:cubicBezTo>
                      <a:pt x="9" y="28"/>
                      <a:pt x="15" y="16"/>
                      <a:pt x="23" y="14"/>
                    </a:cubicBezTo>
                    <a:cubicBezTo>
                      <a:pt x="30" y="11"/>
                      <a:pt x="38" y="17"/>
                      <a:pt x="46" y="17"/>
                    </a:cubicBezTo>
                    <a:cubicBezTo>
                      <a:pt x="55" y="16"/>
                      <a:pt x="58" y="15"/>
                      <a:pt x="66" y="20"/>
                    </a:cubicBezTo>
                    <a:cubicBezTo>
                      <a:pt x="77" y="27"/>
                      <a:pt x="83" y="37"/>
                      <a:pt x="87" y="49"/>
                    </a:cubicBezTo>
                    <a:cubicBezTo>
                      <a:pt x="80" y="33"/>
                      <a:pt x="69" y="19"/>
                      <a:pt x="65" y="3"/>
                    </a:cubicBezTo>
                  </a:path>
                </a:pathLst>
              </a:custGeom>
              <a:solidFill>
                <a:srgbClr val="6C2D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770" name="Freeform 384">
                <a:extLst>
                  <a:ext uri="{FF2B5EF4-FFF2-40B4-BE49-F238E27FC236}">
                    <a16:creationId xmlns:a16="http://schemas.microsoft.com/office/drawing/2014/main" id="{3DF7D046-2FFB-4550-962F-CFB4E1F8B7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4" y="2124"/>
                <a:ext cx="85" cy="109"/>
              </a:xfrm>
              <a:custGeom>
                <a:avLst/>
                <a:gdLst>
                  <a:gd name="T0" fmla="*/ 69 w 81"/>
                  <a:gd name="T1" fmla="*/ 0 h 103"/>
                  <a:gd name="T2" fmla="*/ 80 w 81"/>
                  <a:gd name="T3" fmla="*/ 79 h 103"/>
                  <a:gd name="T4" fmla="*/ 51 w 81"/>
                  <a:gd name="T5" fmla="*/ 103 h 103"/>
                  <a:gd name="T6" fmla="*/ 0 w 81"/>
                  <a:gd name="T7" fmla="*/ 122 h 103"/>
                  <a:gd name="T8" fmla="*/ 42 w 81"/>
                  <a:gd name="T9" fmla="*/ 96 h 103"/>
                  <a:gd name="T10" fmla="*/ 70 w 81"/>
                  <a:gd name="T11" fmla="*/ 77 h 103"/>
                  <a:gd name="T12" fmla="*/ 71 w 81"/>
                  <a:gd name="T13" fmla="*/ 4 h 10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1" h="103">
                    <a:moveTo>
                      <a:pt x="60" y="0"/>
                    </a:moveTo>
                    <a:cubicBezTo>
                      <a:pt x="64" y="22"/>
                      <a:pt x="81" y="45"/>
                      <a:pt x="69" y="67"/>
                    </a:cubicBezTo>
                    <a:cubicBezTo>
                      <a:pt x="63" y="80"/>
                      <a:pt x="58" y="82"/>
                      <a:pt x="45" y="87"/>
                    </a:cubicBezTo>
                    <a:cubicBezTo>
                      <a:pt x="30" y="93"/>
                      <a:pt x="15" y="99"/>
                      <a:pt x="0" y="103"/>
                    </a:cubicBezTo>
                    <a:cubicBezTo>
                      <a:pt x="11" y="95"/>
                      <a:pt x="24" y="88"/>
                      <a:pt x="36" y="81"/>
                    </a:cubicBezTo>
                    <a:cubicBezTo>
                      <a:pt x="43" y="76"/>
                      <a:pt x="56" y="72"/>
                      <a:pt x="61" y="65"/>
                    </a:cubicBezTo>
                    <a:cubicBezTo>
                      <a:pt x="72" y="49"/>
                      <a:pt x="55" y="21"/>
                      <a:pt x="62" y="4"/>
                    </a:cubicBezTo>
                  </a:path>
                </a:pathLst>
              </a:custGeom>
              <a:solidFill>
                <a:srgbClr val="6C2D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771" name="Freeform 385">
                <a:extLst>
                  <a:ext uri="{FF2B5EF4-FFF2-40B4-BE49-F238E27FC236}">
                    <a16:creationId xmlns:a16="http://schemas.microsoft.com/office/drawing/2014/main" id="{09424BCC-5568-447F-83C0-71FE85DD67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7" y="2216"/>
                <a:ext cx="54" cy="85"/>
              </a:xfrm>
              <a:custGeom>
                <a:avLst/>
                <a:gdLst>
                  <a:gd name="T0" fmla="*/ 0 w 51"/>
                  <a:gd name="T1" fmla="*/ 13 h 80"/>
                  <a:gd name="T2" fmla="*/ 47 w 51"/>
                  <a:gd name="T3" fmla="*/ 22 h 80"/>
                  <a:gd name="T4" fmla="*/ 47 w 51"/>
                  <a:gd name="T5" fmla="*/ 54 h 80"/>
                  <a:gd name="T6" fmla="*/ 60 w 51"/>
                  <a:gd name="T7" fmla="*/ 96 h 80"/>
                  <a:gd name="T8" fmla="*/ 40 w 51"/>
                  <a:gd name="T9" fmla="*/ 34 h 80"/>
                  <a:gd name="T10" fmla="*/ 5 w 51"/>
                  <a:gd name="T11" fmla="*/ 13 h 8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1" h="80">
                    <a:moveTo>
                      <a:pt x="0" y="10"/>
                    </a:moveTo>
                    <a:cubicBezTo>
                      <a:pt x="16" y="7"/>
                      <a:pt x="34" y="0"/>
                      <a:pt x="40" y="19"/>
                    </a:cubicBezTo>
                    <a:cubicBezTo>
                      <a:pt x="42" y="28"/>
                      <a:pt x="40" y="36"/>
                      <a:pt x="40" y="45"/>
                    </a:cubicBezTo>
                    <a:cubicBezTo>
                      <a:pt x="41" y="57"/>
                      <a:pt x="48" y="68"/>
                      <a:pt x="51" y="80"/>
                    </a:cubicBezTo>
                    <a:cubicBezTo>
                      <a:pt x="40" y="64"/>
                      <a:pt x="35" y="47"/>
                      <a:pt x="34" y="28"/>
                    </a:cubicBezTo>
                    <a:cubicBezTo>
                      <a:pt x="34" y="9"/>
                      <a:pt x="21" y="10"/>
                      <a:pt x="5" y="10"/>
                    </a:cubicBezTo>
                  </a:path>
                </a:pathLst>
              </a:custGeom>
              <a:solidFill>
                <a:srgbClr val="6C2D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772" name="Freeform 386">
                <a:extLst>
                  <a:ext uri="{FF2B5EF4-FFF2-40B4-BE49-F238E27FC236}">
                    <a16:creationId xmlns:a16="http://schemas.microsoft.com/office/drawing/2014/main" id="{79AD16B6-5CD9-45D0-9707-2D1384272B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52" y="2369"/>
                <a:ext cx="35" cy="108"/>
              </a:xfrm>
              <a:custGeom>
                <a:avLst/>
                <a:gdLst>
                  <a:gd name="T0" fmla="*/ 38 w 33"/>
                  <a:gd name="T1" fmla="*/ 0 h 102"/>
                  <a:gd name="T2" fmla="*/ 37 w 33"/>
                  <a:gd name="T3" fmla="*/ 30 h 102"/>
                  <a:gd name="T4" fmla="*/ 22 w 33"/>
                  <a:gd name="T5" fmla="*/ 49 h 102"/>
                  <a:gd name="T6" fmla="*/ 17 w 33"/>
                  <a:gd name="T7" fmla="*/ 75 h 102"/>
                  <a:gd name="T8" fmla="*/ 0 w 33"/>
                  <a:gd name="T9" fmla="*/ 121 h 102"/>
                  <a:gd name="T10" fmla="*/ 13 w 33"/>
                  <a:gd name="T11" fmla="*/ 55 h 102"/>
                  <a:gd name="T12" fmla="*/ 24 w 33"/>
                  <a:gd name="T13" fmla="*/ 35 h 102"/>
                  <a:gd name="T14" fmla="*/ 36 w 33"/>
                  <a:gd name="T15" fmla="*/ 4 h 10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3" h="102">
                    <a:moveTo>
                      <a:pt x="32" y="0"/>
                    </a:moveTo>
                    <a:cubicBezTo>
                      <a:pt x="32" y="8"/>
                      <a:pt x="33" y="17"/>
                      <a:pt x="31" y="25"/>
                    </a:cubicBezTo>
                    <a:cubicBezTo>
                      <a:pt x="28" y="31"/>
                      <a:pt x="22" y="35"/>
                      <a:pt x="19" y="41"/>
                    </a:cubicBezTo>
                    <a:cubicBezTo>
                      <a:pt x="15" y="47"/>
                      <a:pt x="15" y="56"/>
                      <a:pt x="14" y="63"/>
                    </a:cubicBezTo>
                    <a:cubicBezTo>
                      <a:pt x="12" y="77"/>
                      <a:pt x="6" y="89"/>
                      <a:pt x="0" y="102"/>
                    </a:cubicBezTo>
                    <a:cubicBezTo>
                      <a:pt x="12" y="87"/>
                      <a:pt x="6" y="63"/>
                      <a:pt x="10" y="46"/>
                    </a:cubicBezTo>
                    <a:cubicBezTo>
                      <a:pt x="11" y="39"/>
                      <a:pt x="16" y="33"/>
                      <a:pt x="21" y="29"/>
                    </a:cubicBezTo>
                    <a:cubicBezTo>
                      <a:pt x="27" y="22"/>
                      <a:pt x="31" y="16"/>
                      <a:pt x="30" y="4"/>
                    </a:cubicBezTo>
                  </a:path>
                </a:pathLst>
              </a:custGeom>
              <a:solidFill>
                <a:srgbClr val="6C2D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773" name="Freeform 387">
                <a:extLst>
                  <a:ext uri="{FF2B5EF4-FFF2-40B4-BE49-F238E27FC236}">
                    <a16:creationId xmlns:a16="http://schemas.microsoft.com/office/drawing/2014/main" id="{7813C759-B5A6-42C5-987F-FAC023A491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3" y="2357"/>
                <a:ext cx="55" cy="50"/>
              </a:xfrm>
              <a:custGeom>
                <a:avLst/>
                <a:gdLst>
                  <a:gd name="T0" fmla="*/ 60 w 52"/>
                  <a:gd name="T1" fmla="*/ 10 h 48"/>
                  <a:gd name="T2" fmla="*/ 0 w 52"/>
                  <a:gd name="T3" fmla="*/ 54 h 48"/>
                  <a:gd name="T4" fmla="*/ 61 w 52"/>
                  <a:gd name="T5" fmla="*/ 11 h 4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2" h="48">
                    <a:moveTo>
                      <a:pt x="51" y="10"/>
                    </a:moveTo>
                    <a:cubicBezTo>
                      <a:pt x="30" y="10"/>
                      <a:pt x="7" y="28"/>
                      <a:pt x="0" y="48"/>
                    </a:cubicBezTo>
                    <a:cubicBezTo>
                      <a:pt x="1" y="20"/>
                      <a:pt x="25" y="0"/>
                      <a:pt x="52" y="11"/>
                    </a:cubicBezTo>
                  </a:path>
                </a:pathLst>
              </a:custGeom>
              <a:solidFill>
                <a:srgbClr val="8C3F3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774" name="Freeform 388">
                <a:extLst>
                  <a:ext uri="{FF2B5EF4-FFF2-40B4-BE49-F238E27FC236}">
                    <a16:creationId xmlns:a16="http://schemas.microsoft.com/office/drawing/2014/main" id="{09AEDD86-212D-4719-94AE-B3D2F16EB9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8" y="1303"/>
                <a:ext cx="467" cy="466"/>
              </a:xfrm>
              <a:custGeom>
                <a:avLst/>
                <a:gdLst>
                  <a:gd name="T0" fmla="*/ 0 w 442"/>
                  <a:gd name="T1" fmla="*/ 0 h 441"/>
                  <a:gd name="T2" fmla="*/ 301 w 442"/>
                  <a:gd name="T3" fmla="*/ 160 h 441"/>
                  <a:gd name="T4" fmla="*/ 368 w 442"/>
                  <a:gd name="T5" fmla="*/ 275 h 441"/>
                  <a:gd name="T6" fmla="*/ 521 w 442"/>
                  <a:gd name="T7" fmla="*/ 520 h 441"/>
                  <a:gd name="T8" fmla="*/ 393 w 442"/>
                  <a:gd name="T9" fmla="*/ 323 h 441"/>
                  <a:gd name="T10" fmla="*/ 293 w 442"/>
                  <a:gd name="T11" fmla="*/ 185 h 441"/>
                  <a:gd name="T12" fmla="*/ 0 w 442"/>
                  <a:gd name="T13" fmla="*/ 0 h 4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42" h="441">
                    <a:moveTo>
                      <a:pt x="0" y="0"/>
                    </a:moveTo>
                    <a:cubicBezTo>
                      <a:pt x="0" y="0"/>
                      <a:pt x="163" y="22"/>
                      <a:pt x="256" y="135"/>
                    </a:cubicBezTo>
                    <a:cubicBezTo>
                      <a:pt x="272" y="156"/>
                      <a:pt x="280" y="204"/>
                      <a:pt x="311" y="233"/>
                    </a:cubicBezTo>
                    <a:cubicBezTo>
                      <a:pt x="343" y="263"/>
                      <a:pt x="420" y="343"/>
                      <a:pt x="442" y="441"/>
                    </a:cubicBezTo>
                    <a:cubicBezTo>
                      <a:pt x="442" y="441"/>
                      <a:pt x="392" y="324"/>
                      <a:pt x="333" y="274"/>
                    </a:cubicBezTo>
                    <a:cubicBezTo>
                      <a:pt x="274" y="223"/>
                      <a:pt x="270" y="202"/>
                      <a:pt x="248" y="157"/>
                    </a:cubicBezTo>
                    <a:cubicBezTo>
                      <a:pt x="225" y="112"/>
                      <a:pt x="128" y="27"/>
                      <a:pt x="0" y="0"/>
                    </a:cubicBezTo>
                    <a:close/>
                  </a:path>
                </a:pathLst>
              </a:custGeom>
              <a:solidFill>
                <a:srgbClr val="6C2D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775" name="Freeform 389">
                <a:extLst>
                  <a:ext uri="{FF2B5EF4-FFF2-40B4-BE49-F238E27FC236}">
                    <a16:creationId xmlns:a16="http://schemas.microsoft.com/office/drawing/2014/main" id="{2CE97ED7-05E0-4955-94A4-703343377D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0" y="1472"/>
                <a:ext cx="152" cy="430"/>
              </a:xfrm>
              <a:custGeom>
                <a:avLst/>
                <a:gdLst>
                  <a:gd name="T0" fmla="*/ 4 w 144"/>
                  <a:gd name="T1" fmla="*/ 0 h 407"/>
                  <a:gd name="T2" fmla="*/ 21 w 144"/>
                  <a:gd name="T3" fmla="*/ 42 h 407"/>
                  <a:gd name="T4" fmla="*/ 44 w 144"/>
                  <a:gd name="T5" fmla="*/ 108 h 407"/>
                  <a:gd name="T6" fmla="*/ 71 w 144"/>
                  <a:gd name="T7" fmla="*/ 170 h 407"/>
                  <a:gd name="T8" fmla="*/ 126 w 144"/>
                  <a:gd name="T9" fmla="*/ 268 h 407"/>
                  <a:gd name="T10" fmla="*/ 140 w 144"/>
                  <a:gd name="T11" fmla="*/ 480 h 407"/>
                  <a:gd name="T12" fmla="*/ 127 w 144"/>
                  <a:gd name="T13" fmla="*/ 318 h 407"/>
                  <a:gd name="T14" fmla="*/ 31 w 144"/>
                  <a:gd name="T15" fmla="*/ 208 h 407"/>
                  <a:gd name="T16" fmla="*/ 7 w 144"/>
                  <a:gd name="T17" fmla="*/ 194 h 407"/>
                  <a:gd name="T18" fmla="*/ 5 w 144"/>
                  <a:gd name="T19" fmla="*/ 179 h 407"/>
                  <a:gd name="T20" fmla="*/ 15 w 144"/>
                  <a:gd name="T21" fmla="*/ 116 h 407"/>
                  <a:gd name="T22" fmla="*/ 5 w 144"/>
                  <a:gd name="T23" fmla="*/ 1 h 40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44" h="407">
                    <a:moveTo>
                      <a:pt x="4" y="0"/>
                    </a:moveTo>
                    <a:cubicBezTo>
                      <a:pt x="11" y="10"/>
                      <a:pt x="14" y="25"/>
                      <a:pt x="18" y="36"/>
                    </a:cubicBezTo>
                    <a:cubicBezTo>
                      <a:pt x="24" y="55"/>
                      <a:pt x="30" y="74"/>
                      <a:pt x="38" y="92"/>
                    </a:cubicBezTo>
                    <a:cubicBezTo>
                      <a:pt x="46" y="109"/>
                      <a:pt x="53" y="127"/>
                      <a:pt x="60" y="144"/>
                    </a:cubicBezTo>
                    <a:cubicBezTo>
                      <a:pt x="73" y="174"/>
                      <a:pt x="89" y="200"/>
                      <a:pt x="107" y="227"/>
                    </a:cubicBezTo>
                    <a:cubicBezTo>
                      <a:pt x="144" y="282"/>
                      <a:pt x="143" y="348"/>
                      <a:pt x="119" y="407"/>
                    </a:cubicBezTo>
                    <a:cubicBezTo>
                      <a:pt x="136" y="360"/>
                      <a:pt x="132" y="313"/>
                      <a:pt x="108" y="270"/>
                    </a:cubicBezTo>
                    <a:cubicBezTo>
                      <a:pt x="88" y="236"/>
                      <a:pt x="61" y="197"/>
                      <a:pt x="26" y="176"/>
                    </a:cubicBezTo>
                    <a:cubicBezTo>
                      <a:pt x="20" y="172"/>
                      <a:pt x="12" y="171"/>
                      <a:pt x="7" y="165"/>
                    </a:cubicBezTo>
                    <a:cubicBezTo>
                      <a:pt x="0" y="157"/>
                      <a:pt x="4" y="159"/>
                      <a:pt x="5" y="151"/>
                    </a:cubicBezTo>
                    <a:cubicBezTo>
                      <a:pt x="7" y="134"/>
                      <a:pt x="10" y="116"/>
                      <a:pt x="12" y="98"/>
                    </a:cubicBezTo>
                    <a:cubicBezTo>
                      <a:pt x="15" y="65"/>
                      <a:pt x="9" y="33"/>
                      <a:pt x="5" y="1"/>
                    </a:cubicBezTo>
                  </a:path>
                </a:pathLst>
              </a:custGeom>
              <a:solidFill>
                <a:srgbClr val="6C2D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776" name="Freeform 390">
                <a:extLst>
                  <a:ext uri="{FF2B5EF4-FFF2-40B4-BE49-F238E27FC236}">
                    <a16:creationId xmlns:a16="http://schemas.microsoft.com/office/drawing/2014/main" id="{9F178A2C-039E-4205-8CE7-0385EA659B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8" y="2220"/>
                <a:ext cx="32" cy="37"/>
              </a:xfrm>
              <a:custGeom>
                <a:avLst/>
                <a:gdLst>
                  <a:gd name="T0" fmla="*/ 0 w 31"/>
                  <a:gd name="T1" fmla="*/ 25 h 35"/>
                  <a:gd name="T2" fmla="*/ 10 w 31"/>
                  <a:gd name="T3" fmla="*/ 41 h 35"/>
                  <a:gd name="T4" fmla="*/ 1 w 31"/>
                  <a:gd name="T5" fmla="*/ 20 h 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1" h="35">
                    <a:moveTo>
                      <a:pt x="0" y="22"/>
                    </a:moveTo>
                    <a:cubicBezTo>
                      <a:pt x="10" y="6"/>
                      <a:pt x="15" y="26"/>
                      <a:pt x="10" y="35"/>
                    </a:cubicBezTo>
                    <a:cubicBezTo>
                      <a:pt x="31" y="24"/>
                      <a:pt x="14" y="0"/>
                      <a:pt x="1" y="17"/>
                    </a:cubicBezTo>
                  </a:path>
                </a:pathLst>
              </a:custGeom>
              <a:solidFill>
                <a:srgbClr val="6C2D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777" name="Freeform 391">
                <a:extLst>
                  <a:ext uri="{FF2B5EF4-FFF2-40B4-BE49-F238E27FC236}">
                    <a16:creationId xmlns:a16="http://schemas.microsoft.com/office/drawing/2014/main" id="{94458E89-EB08-4516-94A1-E1E4BFBFFA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5" y="2157"/>
                <a:ext cx="34" cy="29"/>
              </a:xfrm>
              <a:custGeom>
                <a:avLst/>
                <a:gdLst>
                  <a:gd name="T0" fmla="*/ 4 w 32"/>
                  <a:gd name="T1" fmla="*/ 33 h 27"/>
                  <a:gd name="T2" fmla="*/ 0 w 32"/>
                  <a:gd name="T3" fmla="*/ 15 h 27"/>
                  <a:gd name="T4" fmla="*/ 26 w 32"/>
                  <a:gd name="T5" fmla="*/ 5 h 27"/>
                  <a:gd name="T6" fmla="*/ 13 w 32"/>
                  <a:gd name="T7" fmla="*/ 32 h 2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2" h="27">
                    <a:moveTo>
                      <a:pt x="4" y="27"/>
                    </a:moveTo>
                    <a:cubicBezTo>
                      <a:pt x="23" y="23"/>
                      <a:pt x="18" y="6"/>
                      <a:pt x="0" y="12"/>
                    </a:cubicBezTo>
                    <a:cubicBezTo>
                      <a:pt x="5" y="10"/>
                      <a:pt x="15" y="0"/>
                      <a:pt x="22" y="5"/>
                    </a:cubicBezTo>
                    <a:cubicBezTo>
                      <a:pt x="32" y="12"/>
                      <a:pt x="17" y="23"/>
                      <a:pt x="10" y="26"/>
                    </a:cubicBezTo>
                  </a:path>
                </a:pathLst>
              </a:custGeom>
              <a:solidFill>
                <a:srgbClr val="6C2D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778" name="Freeform 392">
                <a:extLst>
                  <a:ext uri="{FF2B5EF4-FFF2-40B4-BE49-F238E27FC236}">
                    <a16:creationId xmlns:a16="http://schemas.microsoft.com/office/drawing/2014/main" id="{995E71D0-223D-4C16-AEBF-69FB00B073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3" y="1980"/>
                <a:ext cx="144" cy="130"/>
              </a:xfrm>
              <a:custGeom>
                <a:avLst/>
                <a:gdLst>
                  <a:gd name="T0" fmla="*/ 161 w 136"/>
                  <a:gd name="T1" fmla="*/ 0 h 123"/>
                  <a:gd name="T2" fmla="*/ 115 w 136"/>
                  <a:gd name="T3" fmla="*/ 91 h 123"/>
                  <a:gd name="T4" fmla="*/ 0 w 136"/>
                  <a:gd name="T5" fmla="*/ 145 h 123"/>
                  <a:gd name="T6" fmla="*/ 157 w 136"/>
                  <a:gd name="T7" fmla="*/ 6 h 1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6" h="123">
                    <a:moveTo>
                      <a:pt x="136" y="0"/>
                    </a:moveTo>
                    <a:cubicBezTo>
                      <a:pt x="127" y="29"/>
                      <a:pt x="120" y="56"/>
                      <a:pt x="97" y="77"/>
                    </a:cubicBezTo>
                    <a:cubicBezTo>
                      <a:pt x="69" y="101"/>
                      <a:pt x="32" y="106"/>
                      <a:pt x="0" y="123"/>
                    </a:cubicBezTo>
                    <a:cubicBezTo>
                      <a:pt x="56" y="93"/>
                      <a:pt x="111" y="68"/>
                      <a:pt x="132" y="6"/>
                    </a:cubicBezTo>
                  </a:path>
                </a:pathLst>
              </a:custGeom>
              <a:solidFill>
                <a:srgbClr val="6C2D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779" name="Freeform 393">
                <a:extLst>
                  <a:ext uri="{FF2B5EF4-FFF2-40B4-BE49-F238E27FC236}">
                    <a16:creationId xmlns:a16="http://schemas.microsoft.com/office/drawing/2014/main" id="{02097A43-6775-4ED0-8601-1B02E7B2B3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9" y="2238"/>
                <a:ext cx="102" cy="20"/>
              </a:xfrm>
              <a:custGeom>
                <a:avLst/>
                <a:gdLst>
                  <a:gd name="T0" fmla="*/ 115 w 96"/>
                  <a:gd name="T1" fmla="*/ 2 h 19"/>
                  <a:gd name="T2" fmla="*/ 87 w 96"/>
                  <a:gd name="T3" fmla="*/ 20 h 19"/>
                  <a:gd name="T4" fmla="*/ 60 w 96"/>
                  <a:gd name="T5" fmla="*/ 18 h 19"/>
                  <a:gd name="T6" fmla="*/ 31 w 96"/>
                  <a:gd name="T7" fmla="*/ 14 h 19"/>
                  <a:gd name="T8" fmla="*/ 0 w 96"/>
                  <a:gd name="T9" fmla="*/ 14 h 19"/>
                  <a:gd name="T10" fmla="*/ 30 w 96"/>
                  <a:gd name="T11" fmla="*/ 5 h 19"/>
                  <a:gd name="T12" fmla="*/ 65 w 96"/>
                  <a:gd name="T13" fmla="*/ 8 h 19"/>
                  <a:gd name="T14" fmla="*/ 113 w 96"/>
                  <a:gd name="T15" fmla="*/ 0 h 1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6" h="19">
                    <a:moveTo>
                      <a:pt x="96" y="2"/>
                    </a:moveTo>
                    <a:cubicBezTo>
                      <a:pt x="87" y="5"/>
                      <a:pt x="80" y="14"/>
                      <a:pt x="72" y="17"/>
                    </a:cubicBezTo>
                    <a:cubicBezTo>
                      <a:pt x="65" y="19"/>
                      <a:pt x="56" y="16"/>
                      <a:pt x="50" y="15"/>
                    </a:cubicBezTo>
                    <a:cubicBezTo>
                      <a:pt x="42" y="14"/>
                      <a:pt x="34" y="11"/>
                      <a:pt x="25" y="11"/>
                    </a:cubicBezTo>
                    <a:cubicBezTo>
                      <a:pt x="17" y="10"/>
                      <a:pt x="9" y="11"/>
                      <a:pt x="0" y="11"/>
                    </a:cubicBezTo>
                    <a:cubicBezTo>
                      <a:pt x="8" y="11"/>
                      <a:pt x="16" y="6"/>
                      <a:pt x="24" y="5"/>
                    </a:cubicBezTo>
                    <a:cubicBezTo>
                      <a:pt x="35" y="5"/>
                      <a:pt x="44" y="7"/>
                      <a:pt x="54" y="8"/>
                    </a:cubicBezTo>
                    <a:cubicBezTo>
                      <a:pt x="69" y="9"/>
                      <a:pt x="81" y="4"/>
                      <a:pt x="94" y="0"/>
                    </a:cubicBezTo>
                  </a:path>
                </a:pathLst>
              </a:custGeom>
              <a:solidFill>
                <a:srgbClr val="6C2D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780" name="Freeform 394">
                <a:extLst>
                  <a:ext uri="{FF2B5EF4-FFF2-40B4-BE49-F238E27FC236}">
                    <a16:creationId xmlns:a16="http://schemas.microsoft.com/office/drawing/2014/main" id="{F9D924DC-A409-4E9D-8A29-5799DDDEBC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0" y="2451"/>
                <a:ext cx="193" cy="42"/>
              </a:xfrm>
              <a:custGeom>
                <a:avLst/>
                <a:gdLst>
                  <a:gd name="T0" fmla="*/ 0 w 183"/>
                  <a:gd name="T1" fmla="*/ 8 h 40"/>
                  <a:gd name="T2" fmla="*/ 98 w 183"/>
                  <a:gd name="T3" fmla="*/ 32 h 40"/>
                  <a:gd name="T4" fmla="*/ 215 w 183"/>
                  <a:gd name="T5" fmla="*/ 46 h 40"/>
                  <a:gd name="T6" fmla="*/ 165 w 183"/>
                  <a:gd name="T7" fmla="*/ 36 h 40"/>
                  <a:gd name="T8" fmla="*/ 99 w 183"/>
                  <a:gd name="T9" fmla="*/ 24 h 40"/>
                  <a:gd name="T10" fmla="*/ 0 w 183"/>
                  <a:gd name="T11" fmla="*/ 7 h 4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83" h="40">
                    <a:moveTo>
                      <a:pt x="0" y="8"/>
                    </a:moveTo>
                    <a:cubicBezTo>
                      <a:pt x="29" y="8"/>
                      <a:pt x="54" y="22"/>
                      <a:pt x="83" y="28"/>
                    </a:cubicBezTo>
                    <a:cubicBezTo>
                      <a:pt x="115" y="36"/>
                      <a:pt x="151" y="30"/>
                      <a:pt x="183" y="40"/>
                    </a:cubicBezTo>
                    <a:cubicBezTo>
                      <a:pt x="170" y="36"/>
                      <a:pt x="154" y="33"/>
                      <a:pt x="140" y="30"/>
                    </a:cubicBezTo>
                    <a:cubicBezTo>
                      <a:pt x="121" y="27"/>
                      <a:pt x="101" y="27"/>
                      <a:pt x="84" y="21"/>
                    </a:cubicBezTo>
                    <a:cubicBezTo>
                      <a:pt x="58" y="11"/>
                      <a:pt x="26" y="0"/>
                      <a:pt x="0" y="7"/>
                    </a:cubicBezTo>
                  </a:path>
                </a:pathLst>
              </a:custGeom>
              <a:solidFill>
                <a:srgbClr val="6C2D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781" name="Freeform 395">
                <a:extLst>
                  <a:ext uri="{FF2B5EF4-FFF2-40B4-BE49-F238E27FC236}">
                    <a16:creationId xmlns:a16="http://schemas.microsoft.com/office/drawing/2014/main" id="{3D26881C-E38B-4090-BB38-90197389A6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4" y="1846"/>
                <a:ext cx="54" cy="84"/>
              </a:xfrm>
              <a:custGeom>
                <a:avLst/>
                <a:gdLst>
                  <a:gd name="T0" fmla="*/ 46 w 51"/>
                  <a:gd name="T1" fmla="*/ 1 h 80"/>
                  <a:gd name="T2" fmla="*/ 21 w 51"/>
                  <a:gd name="T3" fmla="*/ 42 h 80"/>
                  <a:gd name="T4" fmla="*/ 1 w 51"/>
                  <a:gd name="T5" fmla="*/ 92 h 80"/>
                  <a:gd name="T6" fmla="*/ 12 w 51"/>
                  <a:gd name="T7" fmla="*/ 40 h 80"/>
                  <a:gd name="T8" fmla="*/ 46 w 51"/>
                  <a:gd name="T9" fmla="*/ 0 h 8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1" h="80">
                    <a:moveTo>
                      <a:pt x="39" y="1"/>
                    </a:moveTo>
                    <a:cubicBezTo>
                      <a:pt x="51" y="13"/>
                      <a:pt x="25" y="29"/>
                      <a:pt x="18" y="36"/>
                    </a:cubicBezTo>
                    <a:cubicBezTo>
                      <a:pt x="5" y="49"/>
                      <a:pt x="1" y="62"/>
                      <a:pt x="1" y="80"/>
                    </a:cubicBezTo>
                    <a:cubicBezTo>
                      <a:pt x="1" y="65"/>
                      <a:pt x="0" y="48"/>
                      <a:pt x="9" y="34"/>
                    </a:cubicBezTo>
                    <a:cubicBezTo>
                      <a:pt x="17" y="21"/>
                      <a:pt x="32" y="15"/>
                      <a:pt x="39" y="0"/>
                    </a:cubicBezTo>
                  </a:path>
                </a:pathLst>
              </a:custGeom>
              <a:solidFill>
                <a:srgbClr val="6C2D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782" name="Freeform 396">
                <a:extLst>
                  <a:ext uri="{FF2B5EF4-FFF2-40B4-BE49-F238E27FC236}">
                    <a16:creationId xmlns:a16="http://schemas.microsoft.com/office/drawing/2014/main" id="{FA082C68-FD86-4E29-95F2-21B42BB5F3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7" y="1561"/>
                <a:ext cx="72" cy="93"/>
              </a:xfrm>
              <a:custGeom>
                <a:avLst/>
                <a:gdLst>
                  <a:gd name="T0" fmla="*/ 64 w 68"/>
                  <a:gd name="T1" fmla="*/ 36 h 88"/>
                  <a:gd name="T2" fmla="*/ 62 w 68"/>
                  <a:gd name="T3" fmla="*/ 15 h 88"/>
                  <a:gd name="T4" fmla="*/ 2 w 68"/>
                  <a:gd name="T5" fmla="*/ 104 h 88"/>
                  <a:gd name="T6" fmla="*/ 33 w 68"/>
                  <a:gd name="T7" fmla="*/ 18 h 88"/>
                  <a:gd name="T8" fmla="*/ 69 w 68"/>
                  <a:gd name="T9" fmla="*/ 33 h 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8" h="88">
                    <a:moveTo>
                      <a:pt x="54" y="30"/>
                    </a:moveTo>
                    <a:cubicBezTo>
                      <a:pt x="58" y="24"/>
                      <a:pt x="57" y="17"/>
                      <a:pt x="53" y="12"/>
                    </a:cubicBezTo>
                    <a:cubicBezTo>
                      <a:pt x="24" y="10"/>
                      <a:pt x="10" y="68"/>
                      <a:pt x="2" y="88"/>
                    </a:cubicBezTo>
                    <a:cubicBezTo>
                      <a:pt x="0" y="64"/>
                      <a:pt x="12" y="33"/>
                      <a:pt x="27" y="15"/>
                    </a:cubicBezTo>
                    <a:cubicBezTo>
                      <a:pt x="41" y="0"/>
                      <a:pt x="68" y="1"/>
                      <a:pt x="58" y="27"/>
                    </a:cubicBezTo>
                  </a:path>
                </a:pathLst>
              </a:custGeom>
              <a:solidFill>
                <a:srgbClr val="8C3F3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783" name="Freeform 397">
                <a:extLst>
                  <a:ext uri="{FF2B5EF4-FFF2-40B4-BE49-F238E27FC236}">
                    <a16:creationId xmlns:a16="http://schemas.microsoft.com/office/drawing/2014/main" id="{28ED5D74-969B-4251-B949-DC1D0BD427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4" y="1593"/>
                <a:ext cx="35" cy="37"/>
              </a:xfrm>
              <a:custGeom>
                <a:avLst/>
                <a:gdLst>
                  <a:gd name="T0" fmla="*/ 0 w 33"/>
                  <a:gd name="T1" fmla="*/ 22 h 35"/>
                  <a:gd name="T2" fmla="*/ 23 w 33"/>
                  <a:gd name="T3" fmla="*/ 41 h 35"/>
                  <a:gd name="T4" fmla="*/ 7 w 33"/>
                  <a:gd name="T5" fmla="*/ 17 h 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" h="35">
                    <a:moveTo>
                      <a:pt x="0" y="19"/>
                    </a:moveTo>
                    <a:cubicBezTo>
                      <a:pt x="15" y="11"/>
                      <a:pt x="27" y="14"/>
                      <a:pt x="20" y="35"/>
                    </a:cubicBezTo>
                    <a:cubicBezTo>
                      <a:pt x="23" y="18"/>
                      <a:pt x="33" y="0"/>
                      <a:pt x="7" y="14"/>
                    </a:cubicBezTo>
                  </a:path>
                </a:pathLst>
              </a:custGeom>
              <a:solidFill>
                <a:srgbClr val="8C3F3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784" name="Freeform 398">
                <a:extLst>
                  <a:ext uri="{FF2B5EF4-FFF2-40B4-BE49-F238E27FC236}">
                    <a16:creationId xmlns:a16="http://schemas.microsoft.com/office/drawing/2014/main" id="{105F867B-3A42-4FFD-A2C3-76841A1DFE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3" y="1829"/>
                <a:ext cx="88" cy="82"/>
              </a:xfrm>
              <a:custGeom>
                <a:avLst/>
                <a:gdLst>
                  <a:gd name="T0" fmla="*/ 0 w 84"/>
                  <a:gd name="T1" fmla="*/ 13 h 78"/>
                  <a:gd name="T2" fmla="*/ 65 w 84"/>
                  <a:gd name="T3" fmla="*/ 30 h 78"/>
                  <a:gd name="T4" fmla="*/ 84 w 84"/>
                  <a:gd name="T5" fmla="*/ 90 h 78"/>
                  <a:gd name="T6" fmla="*/ 60 w 84"/>
                  <a:gd name="T7" fmla="*/ 9 h 78"/>
                  <a:gd name="T8" fmla="*/ 0 w 84"/>
                  <a:gd name="T9" fmla="*/ 1 h 7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4" h="78">
                    <a:moveTo>
                      <a:pt x="0" y="10"/>
                    </a:moveTo>
                    <a:cubicBezTo>
                      <a:pt x="19" y="4"/>
                      <a:pt x="41" y="16"/>
                      <a:pt x="56" y="27"/>
                    </a:cubicBezTo>
                    <a:cubicBezTo>
                      <a:pt x="71" y="38"/>
                      <a:pt x="73" y="60"/>
                      <a:pt x="73" y="78"/>
                    </a:cubicBezTo>
                    <a:cubicBezTo>
                      <a:pt x="84" y="53"/>
                      <a:pt x="81" y="20"/>
                      <a:pt x="52" y="9"/>
                    </a:cubicBezTo>
                    <a:cubicBezTo>
                      <a:pt x="38" y="4"/>
                      <a:pt x="15" y="0"/>
                      <a:pt x="0" y="1"/>
                    </a:cubicBezTo>
                  </a:path>
                </a:pathLst>
              </a:custGeom>
              <a:solidFill>
                <a:srgbClr val="6C2D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785" name="Freeform 399">
                <a:extLst>
                  <a:ext uri="{FF2B5EF4-FFF2-40B4-BE49-F238E27FC236}">
                    <a16:creationId xmlns:a16="http://schemas.microsoft.com/office/drawing/2014/main" id="{1195BFE9-B9B7-42E8-918E-7DCBE457CF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6" y="1420"/>
                <a:ext cx="37" cy="54"/>
              </a:xfrm>
              <a:custGeom>
                <a:avLst/>
                <a:gdLst>
                  <a:gd name="T0" fmla="*/ 14 w 35"/>
                  <a:gd name="T1" fmla="*/ 53 h 51"/>
                  <a:gd name="T2" fmla="*/ 22 w 35"/>
                  <a:gd name="T3" fmla="*/ 25 h 51"/>
                  <a:gd name="T4" fmla="*/ 41 w 35"/>
                  <a:gd name="T5" fmla="*/ 60 h 51"/>
                  <a:gd name="T6" fmla="*/ 22 w 35"/>
                  <a:gd name="T7" fmla="*/ 15 h 51"/>
                  <a:gd name="T8" fmla="*/ 14 w 35"/>
                  <a:gd name="T9" fmla="*/ 53 h 5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" h="51">
                    <a:moveTo>
                      <a:pt x="11" y="44"/>
                    </a:moveTo>
                    <a:cubicBezTo>
                      <a:pt x="11" y="38"/>
                      <a:pt x="6" y="14"/>
                      <a:pt x="19" y="22"/>
                    </a:cubicBezTo>
                    <a:cubicBezTo>
                      <a:pt x="28" y="28"/>
                      <a:pt x="30" y="42"/>
                      <a:pt x="35" y="51"/>
                    </a:cubicBezTo>
                    <a:cubicBezTo>
                      <a:pt x="35" y="36"/>
                      <a:pt x="32" y="21"/>
                      <a:pt x="19" y="12"/>
                    </a:cubicBezTo>
                    <a:cubicBezTo>
                      <a:pt x="0" y="0"/>
                      <a:pt x="9" y="36"/>
                      <a:pt x="11" y="44"/>
                    </a:cubicBezTo>
                  </a:path>
                </a:pathLst>
              </a:custGeom>
              <a:solidFill>
                <a:srgbClr val="8C3F3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786" name="Freeform 400">
                <a:extLst>
                  <a:ext uri="{FF2B5EF4-FFF2-40B4-BE49-F238E27FC236}">
                    <a16:creationId xmlns:a16="http://schemas.microsoft.com/office/drawing/2014/main" id="{FA58ACD4-252D-4CF1-88EC-6CF43A36D7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7" y="2687"/>
                <a:ext cx="260" cy="49"/>
              </a:xfrm>
              <a:custGeom>
                <a:avLst/>
                <a:gdLst>
                  <a:gd name="T0" fmla="*/ 291 w 246"/>
                  <a:gd name="T1" fmla="*/ 0 h 46"/>
                  <a:gd name="T2" fmla="*/ 225 w 246"/>
                  <a:gd name="T3" fmla="*/ 13 h 46"/>
                  <a:gd name="T4" fmla="*/ 150 w 246"/>
                  <a:gd name="T5" fmla="*/ 35 h 46"/>
                  <a:gd name="T6" fmla="*/ 0 w 246"/>
                  <a:gd name="T7" fmla="*/ 55 h 46"/>
                  <a:gd name="T8" fmla="*/ 138 w 246"/>
                  <a:gd name="T9" fmla="*/ 20 h 46"/>
                  <a:gd name="T10" fmla="*/ 204 w 246"/>
                  <a:gd name="T11" fmla="*/ 18 h 46"/>
                  <a:gd name="T12" fmla="*/ 273 w 246"/>
                  <a:gd name="T13" fmla="*/ 2 h 4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6" h="46">
                    <a:moveTo>
                      <a:pt x="246" y="0"/>
                    </a:moveTo>
                    <a:cubicBezTo>
                      <a:pt x="229" y="7"/>
                      <a:pt x="209" y="6"/>
                      <a:pt x="191" y="10"/>
                    </a:cubicBezTo>
                    <a:cubicBezTo>
                      <a:pt x="169" y="15"/>
                      <a:pt x="149" y="25"/>
                      <a:pt x="127" y="29"/>
                    </a:cubicBezTo>
                    <a:cubicBezTo>
                      <a:pt x="85" y="38"/>
                      <a:pt x="40" y="23"/>
                      <a:pt x="0" y="46"/>
                    </a:cubicBezTo>
                    <a:cubicBezTo>
                      <a:pt x="38" y="29"/>
                      <a:pt x="74" y="14"/>
                      <a:pt x="117" y="17"/>
                    </a:cubicBezTo>
                    <a:cubicBezTo>
                      <a:pt x="137" y="18"/>
                      <a:pt x="153" y="20"/>
                      <a:pt x="173" y="15"/>
                    </a:cubicBezTo>
                    <a:cubicBezTo>
                      <a:pt x="193" y="10"/>
                      <a:pt x="210" y="0"/>
                      <a:pt x="231" y="2"/>
                    </a:cubicBezTo>
                  </a:path>
                </a:pathLst>
              </a:custGeom>
              <a:solidFill>
                <a:srgbClr val="6C2D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787" name="Freeform 401">
                <a:extLst>
                  <a:ext uri="{FF2B5EF4-FFF2-40B4-BE49-F238E27FC236}">
                    <a16:creationId xmlns:a16="http://schemas.microsoft.com/office/drawing/2014/main" id="{85EC6C64-31A1-49EE-8409-8DACE69806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8" y="3045"/>
                <a:ext cx="96" cy="56"/>
              </a:xfrm>
              <a:custGeom>
                <a:avLst/>
                <a:gdLst>
                  <a:gd name="T0" fmla="*/ 0 w 91"/>
                  <a:gd name="T1" fmla="*/ 60 h 53"/>
                  <a:gd name="T2" fmla="*/ 107 w 91"/>
                  <a:gd name="T3" fmla="*/ 0 h 53"/>
                  <a:gd name="T4" fmla="*/ 58 w 91"/>
                  <a:gd name="T5" fmla="*/ 35 h 53"/>
                  <a:gd name="T6" fmla="*/ 7 w 91"/>
                  <a:gd name="T7" fmla="*/ 62 h 5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1" h="53">
                    <a:moveTo>
                      <a:pt x="0" y="51"/>
                    </a:moveTo>
                    <a:cubicBezTo>
                      <a:pt x="33" y="50"/>
                      <a:pt x="84" y="38"/>
                      <a:pt x="91" y="0"/>
                    </a:cubicBezTo>
                    <a:cubicBezTo>
                      <a:pt x="75" y="1"/>
                      <a:pt x="62" y="20"/>
                      <a:pt x="49" y="29"/>
                    </a:cubicBezTo>
                    <a:cubicBezTo>
                      <a:pt x="38" y="38"/>
                      <a:pt x="13" y="47"/>
                      <a:pt x="7" y="53"/>
                    </a:cubicBezTo>
                  </a:path>
                </a:pathLst>
              </a:custGeom>
              <a:solidFill>
                <a:srgbClr val="6C2D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788" name="Freeform 402">
                <a:extLst>
                  <a:ext uri="{FF2B5EF4-FFF2-40B4-BE49-F238E27FC236}">
                    <a16:creationId xmlns:a16="http://schemas.microsoft.com/office/drawing/2014/main" id="{4E39714F-E704-4F64-99CA-B4AA313342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2" y="3641"/>
                <a:ext cx="93" cy="27"/>
              </a:xfrm>
              <a:custGeom>
                <a:avLst/>
                <a:gdLst>
                  <a:gd name="T0" fmla="*/ 104 w 88"/>
                  <a:gd name="T1" fmla="*/ 23 h 25"/>
                  <a:gd name="T2" fmla="*/ 4 w 88"/>
                  <a:gd name="T3" fmla="*/ 31 h 25"/>
                  <a:gd name="T4" fmla="*/ 98 w 88"/>
                  <a:gd name="T5" fmla="*/ 17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8" h="25">
                    <a:moveTo>
                      <a:pt x="88" y="18"/>
                    </a:moveTo>
                    <a:cubicBezTo>
                      <a:pt x="59" y="10"/>
                      <a:pt x="31" y="22"/>
                      <a:pt x="4" y="25"/>
                    </a:cubicBezTo>
                    <a:cubicBezTo>
                      <a:pt x="0" y="0"/>
                      <a:pt x="72" y="6"/>
                      <a:pt x="83" y="14"/>
                    </a:cubicBezTo>
                  </a:path>
                </a:pathLst>
              </a:custGeom>
              <a:solidFill>
                <a:srgbClr val="6C2D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789" name="Freeform 403">
                <a:extLst>
                  <a:ext uri="{FF2B5EF4-FFF2-40B4-BE49-F238E27FC236}">
                    <a16:creationId xmlns:a16="http://schemas.microsoft.com/office/drawing/2014/main" id="{38C279CB-89F5-47F0-8A7E-6BAA3C6010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5" y="3732"/>
                <a:ext cx="88" cy="35"/>
              </a:xfrm>
              <a:custGeom>
                <a:avLst/>
                <a:gdLst>
                  <a:gd name="T0" fmla="*/ 96 w 84"/>
                  <a:gd name="T1" fmla="*/ 23 h 33"/>
                  <a:gd name="T2" fmla="*/ 44 w 84"/>
                  <a:gd name="T3" fmla="*/ 33 h 33"/>
                  <a:gd name="T4" fmla="*/ 0 w 84"/>
                  <a:gd name="T5" fmla="*/ 31 h 33"/>
                  <a:gd name="T6" fmla="*/ 86 w 84"/>
                  <a:gd name="T7" fmla="*/ 23 h 3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4" h="33">
                    <a:moveTo>
                      <a:pt x="84" y="20"/>
                    </a:moveTo>
                    <a:cubicBezTo>
                      <a:pt x="66" y="26"/>
                      <a:pt x="56" y="30"/>
                      <a:pt x="38" y="27"/>
                    </a:cubicBezTo>
                    <a:cubicBezTo>
                      <a:pt x="24" y="25"/>
                      <a:pt x="14" y="19"/>
                      <a:pt x="0" y="25"/>
                    </a:cubicBezTo>
                    <a:cubicBezTo>
                      <a:pt x="26" y="0"/>
                      <a:pt x="56" y="33"/>
                      <a:pt x="74" y="20"/>
                    </a:cubicBezTo>
                  </a:path>
                </a:pathLst>
              </a:custGeom>
              <a:solidFill>
                <a:srgbClr val="6C2D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790" name="Freeform 404">
                <a:extLst>
                  <a:ext uri="{FF2B5EF4-FFF2-40B4-BE49-F238E27FC236}">
                    <a16:creationId xmlns:a16="http://schemas.microsoft.com/office/drawing/2014/main" id="{17ACA10D-49FE-4F00-B209-D182E01B32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9" y="2179"/>
                <a:ext cx="201" cy="79"/>
              </a:xfrm>
              <a:custGeom>
                <a:avLst/>
                <a:gdLst>
                  <a:gd name="T0" fmla="*/ 223 w 191"/>
                  <a:gd name="T1" fmla="*/ 0 h 75"/>
                  <a:gd name="T2" fmla="*/ 178 w 191"/>
                  <a:gd name="T3" fmla="*/ 28 h 75"/>
                  <a:gd name="T4" fmla="*/ 132 w 191"/>
                  <a:gd name="T5" fmla="*/ 58 h 75"/>
                  <a:gd name="T6" fmla="*/ 82 w 191"/>
                  <a:gd name="T7" fmla="*/ 74 h 75"/>
                  <a:gd name="T8" fmla="*/ 0 w 191"/>
                  <a:gd name="T9" fmla="*/ 87 h 75"/>
                  <a:gd name="T10" fmla="*/ 73 w 191"/>
                  <a:gd name="T11" fmla="*/ 65 h 75"/>
                  <a:gd name="T12" fmla="*/ 132 w 191"/>
                  <a:gd name="T13" fmla="*/ 42 h 75"/>
                  <a:gd name="T14" fmla="*/ 174 w 191"/>
                  <a:gd name="T15" fmla="*/ 19 h 75"/>
                  <a:gd name="T16" fmla="*/ 215 w 191"/>
                  <a:gd name="T17" fmla="*/ 6 h 7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91" h="75">
                    <a:moveTo>
                      <a:pt x="191" y="0"/>
                    </a:moveTo>
                    <a:cubicBezTo>
                      <a:pt x="178" y="3"/>
                      <a:pt x="164" y="18"/>
                      <a:pt x="153" y="25"/>
                    </a:cubicBezTo>
                    <a:cubicBezTo>
                      <a:pt x="140" y="34"/>
                      <a:pt x="126" y="41"/>
                      <a:pt x="113" y="49"/>
                    </a:cubicBezTo>
                    <a:cubicBezTo>
                      <a:pt x="99" y="57"/>
                      <a:pt x="86" y="60"/>
                      <a:pt x="70" y="63"/>
                    </a:cubicBezTo>
                    <a:cubicBezTo>
                      <a:pt x="46" y="67"/>
                      <a:pt x="24" y="74"/>
                      <a:pt x="0" y="75"/>
                    </a:cubicBezTo>
                    <a:cubicBezTo>
                      <a:pt x="21" y="71"/>
                      <a:pt x="42" y="62"/>
                      <a:pt x="63" y="56"/>
                    </a:cubicBezTo>
                    <a:cubicBezTo>
                      <a:pt x="80" y="51"/>
                      <a:pt x="97" y="45"/>
                      <a:pt x="113" y="36"/>
                    </a:cubicBezTo>
                    <a:cubicBezTo>
                      <a:pt x="124" y="30"/>
                      <a:pt x="136" y="21"/>
                      <a:pt x="149" y="16"/>
                    </a:cubicBezTo>
                    <a:cubicBezTo>
                      <a:pt x="161" y="12"/>
                      <a:pt x="173" y="11"/>
                      <a:pt x="184" y="6"/>
                    </a:cubicBezTo>
                  </a:path>
                </a:pathLst>
              </a:custGeom>
              <a:solidFill>
                <a:srgbClr val="6C2D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791" name="Freeform 405">
                <a:extLst>
                  <a:ext uri="{FF2B5EF4-FFF2-40B4-BE49-F238E27FC236}">
                    <a16:creationId xmlns:a16="http://schemas.microsoft.com/office/drawing/2014/main" id="{CFF8AECE-2DD3-428A-B374-2C4E3060A9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3" y="2166"/>
                <a:ext cx="152" cy="185"/>
              </a:xfrm>
              <a:custGeom>
                <a:avLst/>
                <a:gdLst>
                  <a:gd name="T0" fmla="*/ 144 w 144"/>
                  <a:gd name="T1" fmla="*/ 7 h 176"/>
                  <a:gd name="T2" fmla="*/ 164 w 144"/>
                  <a:gd name="T3" fmla="*/ 3 h 176"/>
                  <a:gd name="T4" fmla="*/ 163 w 144"/>
                  <a:gd name="T5" fmla="*/ 25 h 176"/>
                  <a:gd name="T6" fmla="*/ 122 w 144"/>
                  <a:gd name="T7" fmla="*/ 97 h 176"/>
                  <a:gd name="T8" fmla="*/ 64 w 144"/>
                  <a:gd name="T9" fmla="*/ 158 h 176"/>
                  <a:gd name="T10" fmla="*/ 0 w 144"/>
                  <a:gd name="T11" fmla="*/ 204 h 176"/>
                  <a:gd name="T12" fmla="*/ 62 w 144"/>
                  <a:gd name="T13" fmla="*/ 152 h 176"/>
                  <a:gd name="T14" fmla="*/ 103 w 144"/>
                  <a:gd name="T15" fmla="*/ 92 h 176"/>
                  <a:gd name="T16" fmla="*/ 122 w 144"/>
                  <a:gd name="T17" fmla="*/ 47 h 176"/>
                  <a:gd name="T18" fmla="*/ 105 w 144"/>
                  <a:gd name="T19" fmla="*/ 36 h 176"/>
                  <a:gd name="T20" fmla="*/ 145 w 144"/>
                  <a:gd name="T21" fmla="*/ 7 h 17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44" h="176">
                    <a:moveTo>
                      <a:pt x="122" y="7"/>
                    </a:moveTo>
                    <a:cubicBezTo>
                      <a:pt x="126" y="6"/>
                      <a:pt x="135" y="0"/>
                      <a:pt x="139" y="3"/>
                    </a:cubicBezTo>
                    <a:cubicBezTo>
                      <a:pt x="144" y="6"/>
                      <a:pt x="140" y="18"/>
                      <a:pt x="138" y="22"/>
                    </a:cubicBezTo>
                    <a:cubicBezTo>
                      <a:pt x="130" y="44"/>
                      <a:pt x="116" y="65"/>
                      <a:pt x="104" y="84"/>
                    </a:cubicBezTo>
                    <a:cubicBezTo>
                      <a:pt x="90" y="104"/>
                      <a:pt x="72" y="119"/>
                      <a:pt x="55" y="136"/>
                    </a:cubicBezTo>
                    <a:cubicBezTo>
                      <a:pt x="38" y="152"/>
                      <a:pt x="18" y="162"/>
                      <a:pt x="0" y="176"/>
                    </a:cubicBezTo>
                    <a:cubicBezTo>
                      <a:pt x="19" y="170"/>
                      <a:pt x="41" y="147"/>
                      <a:pt x="53" y="131"/>
                    </a:cubicBezTo>
                    <a:cubicBezTo>
                      <a:pt x="66" y="115"/>
                      <a:pt x="78" y="98"/>
                      <a:pt x="88" y="80"/>
                    </a:cubicBezTo>
                    <a:cubicBezTo>
                      <a:pt x="95" y="68"/>
                      <a:pt x="103" y="55"/>
                      <a:pt x="104" y="41"/>
                    </a:cubicBezTo>
                    <a:cubicBezTo>
                      <a:pt x="105" y="26"/>
                      <a:pt x="102" y="26"/>
                      <a:pt x="89" y="30"/>
                    </a:cubicBezTo>
                    <a:cubicBezTo>
                      <a:pt x="97" y="26"/>
                      <a:pt x="118" y="15"/>
                      <a:pt x="123" y="7"/>
                    </a:cubicBezTo>
                  </a:path>
                </a:pathLst>
              </a:custGeom>
              <a:solidFill>
                <a:srgbClr val="6C2D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</p:grpSp>
        <p:sp>
          <p:nvSpPr>
            <p:cNvPr id="50576" name="Freeform 406">
              <a:extLst>
                <a:ext uri="{FF2B5EF4-FFF2-40B4-BE49-F238E27FC236}">
                  <a16:creationId xmlns:a16="http://schemas.microsoft.com/office/drawing/2014/main" id="{826206C4-F3A7-44E4-87E3-B20395C97E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7" y="2022"/>
              <a:ext cx="176" cy="24"/>
            </a:xfrm>
            <a:custGeom>
              <a:avLst/>
              <a:gdLst>
                <a:gd name="T0" fmla="*/ 198 w 166"/>
                <a:gd name="T1" fmla="*/ 11 h 23"/>
                <a:gd name="T2" fmla="*/ 155 w 166"/>
                <a:gd name="T3" fmla="*/ 22 h 23"/>
                <a:gd name="T4" fmla="*/ 104 w 166"/>
                <a:gd name="T5" fmla="*/ 22 h 23"/>
                <a:gd name="T6" fmla="*/ 48 w 166"/>
                <a:gd name="T7" fmla="*/ 8 h 23"/>
                <a:gd name="T8" fmla="*/ 0 w 166"/>
                <a:gd name="T9" fmla="*/ 1 h 23"/>
                <a:gd name="T10" fmla="*/ 64 w 166"/>
                <a:gd name="T11" fmla="*/ 4 h 23"/>
                <a:gd name="T12" fmla="*/ 115 w 166"/>
                <a:gd name="T13" fmla="*/ 7 h 23"/>
                <a:gd name="T14" fmla="*/ 190 w 166"/>
                <a:gd name="T15" fmla="*/ 7 h 2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6" h="23">
                  <a:moveTo>
                    <a:pt x="166" y="11"/>
                  </a:moveTo>
                  <a:cubicBezTo>
                    <a:pt x="155" y="10"/>
                    <a:pt x="141" y="16"/>
                    <a:pt x="130" y="19"/>
                  </a:cubicBezTo>
                  <a:cubicBezTo>
                    <a:pt x="115" y="23"/>
                    <a:pt x="102" y="20"/>
                    <a:pt x="87" y="19"/>
                  </a:cubicBezTo>
                  <a:cubicBezTo>
                    <a:pt x="70" y="17"/>
                    <a:pt x="56" y="13"/>
                    <a:pt x="40" y="8"/>
                  </a:cubicBezTo>
                  <a:cubicBezTo>
                    <a:pt x="28" y="3"/>
                    <a:pt x="13" y="0"/>
                    <a:pt x="0" y="1"/>
                  </a:cubicBezTo>
                  <a:cubicBezTo>
                    <a:pt x="18" y="1"/>
                    <a:pt x="36" y="1"/>
                    <a:pt x="54" y="4"/>
                  </a:cubicBezTo>
                  <a:cubicBezTo>
                    <a:pt x="68" y="5"/>
                    <a:pt x="81" y="8"/>
                    <a:pt x="96" y="7"/>
                  </a:cubicBezTo>
                  <a:cubicBezTo>
                    <a:pt x="116" y="7"/>
                    <a:pt x="138" y="7"/>
                    <a:pt x="159" y="7"/>
                  </a:cubicBezTo>
                </a:path>
              </a:pathLst>
            </a:custGeom>
            <a:solidFill>
              <a:srgbClr val="6C2D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0577" name="Freeform 407">
              <a:extLst>
                <a:ext uri="{FF2B5EF4-FFF2-40B4-BE49-F238E27FC236}">
                  <a16:creationId xmlns:a16="http://schemas.microsoft.com/office/drawing/2014/main" id="{50651984-8A4F-47FF-8A4A-AA1410E7101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5" y="2137"/>
              <a:ext cx="182" cy="193"/>
            </a:xfrm>
            <a:custGeom>
              <a:avLst/>
              <a:gdLst>
                <a:gd name="T0" fmla="*/ 178 w 173"/>
                <a:gd name="T1" fmla="*/ 24 h 183"/>
                <a:gd name="T2" fmla="*/ 0 w 173"/>
                <a:gd name="T3" fmla="*/ 215 h 183"/>
                <a:gd name="T4" fmla="*/ 135 w 173"/>
                <a:gd name="T5" fmla="*/ 34 h 183"/>
                <a:gd name="T6" fmla="*/ 183 w 173"/>
                <a:gd name="T7" fmla="*/ 0 h 183"/>
                <a:gd name="T8" fmla="*/ 200 w 173"/>
                <a:gd name="T9" fmla="*/ 14 h 183"/>
                <a:gd name="T10" fmla="*/ 176 w 173"/>
                <a:gd name="T11" fmla="*/ 32 h 18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3" h="183">
                  <a:moveTo>
                    <a:pt x="153" y="21"/>
                  </a:moveTo>
                  <a:cubicBezTo>
                    <a:pt x="75" y="49"/>
                    <a:pt x="49" y="126"/>
                    <a:pt x="0" y="183"/>
                  </a:cubicBezTo>
                  <a:cubicBezTo>
                    <a:pt x="31" y="127"/>
                    <a:pt x="69" y="71"/>
                    <a:pt x="116" y="28"/>
                  </a:cubicBezTo>
                  <a:cubicBezTo>
                    <a:pt x="127" y="18"/>
                    <a:pt x="142" y="1"/>
                    <a:pt x="157" y="0"/>
                  </a:cubicBezTo>
                  <a:cubicBezTo>
                    <a:pt x="164" y="0"/>
                    <a:pt x="173" y="0"/>
                    <a:pt x="172" y="11"/>
                  </a:cubicBezTo>
                  <a:cubicBezTo>
                    <a:pt x="171" y="20"/>
                    <a:pt x="156" y="24"/>
                    <a:pt x="151" y="27"/>
                  </a:cubicBezTo>
                </a:path>
              </a:pathLst>
            </a:custGeom>
            <a:solidFill>
              <a:srgbClr val="6C2D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0578" name="Freeform 408">
              <a:extLst>
                <a:ext uri="{FF2B5EF4-FFF2-40B4-BE49-F238E27FC236}">
                  <a16:creationId xmlns:a16="http://schemas.microsoft.com/office/drawing/2014/main" id="{E308B591-7E4B-4DE3-907D-A5FA77B4091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4" y="2414"/>
              <a:ext cx="230" cy="109"/>
            </a:xfrm>
            <a:custGeom>
              <a:avLst/>
              <a:gdLst>
                <a:gd name="T0" fmla="*/ 256 w 218"/>
                <a:gd name="T1" fmla="*/ 0 h 104"/>
                <a:gd name="T2" fmla="*/ 0 w 218"/>
                <a:gd name="T3" fmla="*/ 117 h 104"/>
                <a:gd name="T4" fmla="*/ 256 w 218"/>
                <a:gd name="T5" fmla="*/ 0 h 10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8" h="104">
                  <a:moveTo>
                    <a:pt x="218" y="0"/>
                  </a:moveTo>
                  <a:cubicBezTo>
                    <a:pt x="218" y="0"/>
                    <a:pt x="142" y="104"/>
                    <a:pt x="0" y="102"/>
                  </a:cubicBezTo>
                  <a:cubicBezTo>
                    <a:pt x="0" y="102"/>
                    <a:pt x="140" y="75"/>
                    <a:pt x="218" y="0"/>
                  </a:cubicBezTo>
                  <a:close/>
                </a:path>
              </a:pathLst>
            </a:custGeom>
            <a:solidFill>
              <a:srgbClr val="6C2D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0579" name="Freeform 409">
              <a:extLst>
                <a:ext uri="{FF2B5EF4-FFF2-40B4-BE49-F238E27FC236}">
                  <a16:creationId xmlns:a16="http://schemas.microsoft.com/office/drawing/2014/main" id="{786C5F8E-B3C0-4B16-8826-C3B910E1B1E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0" y="1955"/>
              <a:ext cx="124" cy="243"/>
            </a:xfrm>
            <a:custGeom>
              <a:avLst/>
              <a:gdLst>
                <a:gd name="T0" fmla="*/ 0 w 118"/>
                <a:gd name="T1" fmla="*/ 3 h 230"/>
                <a:gd name="T2" fmla="*/ 65 w 118"/>
                <a:gd name="T3" fmla="*/ 131 h 230"/>
                <a:gd name="T4" fmla="*/ 137 w 118"/>
                <a:gd name="T5" fmla="*/ 272 h 230"/>
                <a:gd name="T6" fmla="*/ 61 w 118"/>
                <a:gd name="T7" fmla="*/ 171 h 230"/>
                <a:gd name="T8" fmla="*/ 47 w 118"/>
                <a:gd name="T9" fmla="*/ 124 h 230"/>
                <a:gd name="T10" fmla="*/ 17 w 118"/>
                <a:gd name="T11" fmla="*/ 145 h 230"/>
                <a:gd name="T12" fmla="*/ 1 w 118"/>
                <a:gd name="T13" fmla="*/ 0 h 23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8" h="230">
                  <a:moveTo>
                    <a:pt x="0" y="3"/>
                  </a:moveTo>
                  <a:cubicBezTo>
                    <a:pt x="43" y="10"/>
                    <a:pt x="48" y="79"/>
                    <a:pt x="56" y="111"/>
                  </a:cubicBezTo>
                  <a:cubicBezTo>
                    <a:pt x="66" y="156"/>
                    <a:pt x="103" y="187"/>
                    <a:pt x="118" y="230"/>
                  </a:cubicBezTo>
                  <a:cubicBezTo>
                    <a:pt x="108" y="196"/>
                    <a:pt x="69" y="175"/>
                    <a:pt x="52" y="145"/>
                  </a:cubicBezTo>
                  <a:cubicBezTo>
                    <a:pt x="49" y="139"/>
                    <a:pt x="45" y="107"/>
                    <a:pt x="41" y="105"/>
                  </a:cubicBezTo>
                  <a:cubicBezTo>
                    <a:pt x="34" y="102"/>
                    <a:pt x="20" y="120"/>
                    <a:pt x="14" y="123"/>
                  </a:cubicBezTo>
                  <a:cubicBezTo>
                    <a:pt x="55" y="88"/>
                    <a:pt x="20" y="36"/>
                    <a:pt x="1" y="0"/>
                  </a:cubicBezTo>
                </a:path>
              </a:pathLst>
            </a:custGeom>
            <a:solidFill>
              <a:srgbClr val="6C2D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0580" name="Freeform 410">
              <a:extLst>
                <a:ext uri="{FF2B5EF4-FFF2-40B4-BE49-F238E27FC236}">
                  <a16:creationId xmlns:a16="http://schemas.microsoft.com/office/drawing/2014/main" id="{4768250E-E283-4F54-B5B1-327B214136B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3" y="1861"/>
              <a:ext cx="30" cy="118"/>
            </a:xfrm>
            <a:custGeom>
              <a:avLst/>
              <a:gdLst>
                <a:gd name="T0" fmla="*/ 10 w 28"/>
                <a:gd name="T1" fmla="*/ 0 h 112"/>
                <a:gd name="T2" fmla="*/ 29 w 28"/>
                <a:gd name="T3" fmla="*/ 58 h 112"/>
                <a:gd name="T4" fmla="*/ 0 w 28"/>
                <a:gd name="T5" fmla="*/ 131 h 112"/>
                <a:gd name="T6" fmla="*/ 20 w 28"/>
                <a:gd name="T7" fmla="*/ 79 h 112"/>
                <a:gd name="T8" fmla="*/ 11 w 28"/>
                <a:gd name="T9" fmla="*/ 13 h 1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112">
                  <a:moveTo>
                    <a:pt x="7" y="0"/>
                  </a:moveTo>
                  <a:cubicBezTo>
                    <a:pt x="17" y="14"/>
                    <a:pt x="25" y="29"/>
                    <a:pt x="23" y="49"/>
                  </a:cubicBezTo>
                  <a:cubicBezTo>
                    <a:pt x="21" y="73"/>
                    <a:pt x="1" y="87"/>
                    <a:pt x="0" y="112"/>
                  </a:cubicBezTo>
                  <a:cubicBezTo>
                    <a:pt x="3" y="93"/>
                    <a:pt x="7" y="82"/>
                    <a:pt x="17" y="67"/>
                  </a:cubicBezTo>
                  <a:cubicBezTo>
                    <a:pt x="28" y="51"/>
                    <a:pt x="16" y="24"/>
                    <a:pt x="8" y="10"/>
                  </a:cubicBezTo>
                </a:path>
              </a:pathLst>
            </a:custGeom>
            <a:solidFill>
              <a:srgbClr val="6C2D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0581" name="Freeform 411">
              <a:extLst>
                <a:ext uri="{FF2B5EF4-FFF2-40B4-BE49-F238E27FC236}">
                  <a16:creationId xmlns:a16="http://schemas.microsoft.com/office/drawing/2014/main" id="{FB8884A7-850B-4537-87DD-9DA8FAD1B92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7" y="1831"/>
              <a:ext cx="20" cy="25"/>
            </a:xfrm>
            <a:custGeom>
              <a:avLst/>
              <a:gdLst>
                <a:gd name="T0" fmla="*/ 4 w 19"/>
                <a:gd name="T1" fmla="*/ 0 h 24"/>
                <a:gd name="T2" fmla="*/ 0 w 19"/>
                <a:gd name="T3" fmla="*/ 26 h 24"/>
                <a:gd name="T4" fmla="*/ 22 w 19"/>
                <a:gd name="T5" fmla="*/ 17 h 24"/>
                <a:gd name="T6" fmla="*/ 2 w 19"/>
                <a:gd name="T7" fmla="*/ 2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24">
                  <a:moveTo>
                    <a:pt x="4" y="0"/>
                  </a:moveTo>
                  <a:cubicBezTo>
                    <a:pt x="16" y="12"/>
                    <a:pt x="17" y="17"/>
                    <a:pt x="0" y="23"/>
                  </a:cubicBezTo>
                  <a:cubicBezTo>
                    <a:pt x="8" y="23"/>
                    <a:pt x="18" y="24"/>
                    <a:pt x="19" y="14"/>
                  </a:cubicBezTo>
                  <a:cubicBezTo>
                    <a:pt x="19" y="5"/>
                    <a:pt x="10" y="2"/>
                    <a:pt x="2" y="2"/>
                  </a:cubicBezTo>
                </a:path>
              </a:pathLst>
            </a:custGeom>
            <a:solidFill>
              <a:srgbClr val="8C3F3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0582" name="Freeform 412">
              <a:extLst>
                <a:ext uri="{FF2B5EF4-FFF2-40B4-BE49-F238E27FC236}">
                  <a16:creationId xmlns:a16="http://schemas.microsoft.com/office/drawing/2014/main" id="{B9DFAA21-968B-418E-9E88-96CB2716B16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5" y="3001"/>
              <a:ext cx="118" cy="64"/>
            </a:xfrm>
            <a:custGeom>
              <a:avLst/>
              <a:gdLst>
                <a:gd name="T0" fmla="*/ 131 w 112"/>
                <a:gd name="T1" fmla="*/ 41 h 60"/>
                <a:gd name="T2" fmla="*/ 56 w 112"/>
                <a:gd name="T3" fmla="*/ 63 h 60"/>
                <a:gd name="T4" fmla="*/ 0 w 112"/>
                <a:gd name="T5" fmla="*/ 0 h 60"/>
                <a:gd name="T6" fmla="*/ 62 w 112"/>
                <a:gd name="T7" fmla="*/ 49 h 60"/>
                <a:gd name="T8" fmla="*/ 121 w 112"/>
                <a:gd name="T9" fmla="*/ 48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2" h="60">
                  <a:moveTo>
                    <a:pt x="112" y="34"/>
                  </a:moveTo>
                  <a:cubicBezTo>
                    <a:pt x="96" y="44"/>
                    <a:pt x="65" y="60"/>
                    <a:pt x="47" y="52"/>
                  </a:cubicBezTo>
                  <a:cubicBezTo>
                    <a:pt x="26" y="43"/>
                    <a:pt x="15" y="17"/>
                    <a:pt x="0" y="0"/>
                  </a:cubicBezTo>
                  <a:cubicBezTo>
                    <a:pt x="20" y="9"/>
                    <a:pt x="34" y="29"/>
                    <a:pt x="53" y="40"/>
                  </a:cubicBezTo>
                  <a:cubicBezTo>
                    <a:pt x="70" y="50"/>
                    <a:pt x="84" y="43"/>
                    <a:pt x="103" y="39"/>
                  </a:cubicBezTo>
                </a:path>
              </a:pathLst>
            </a:custGeom>
            <a:solidFill>
              <a:srgbClr val="6C2D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0583" name="Freeform 413">
              <a:extLst>
                <a:ext uri="{FF2B5EF4-FFF2-40B4-BE49-F238E27FC236}">
                  <a16:creationId xmlns:a16="http://schemas.microsoft.com/office/drawing/2014/main" id="{9F51DA6D-757A-4144-AFBB-573B42570B3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9" y="1899"/>
              <a:ext cx="43" cy="34"/>
            </a:xfrm>
            <a:custGeom>
              <a:avLst/>
              <a:gdLst>
                <a:gd name="T0" fmla="*/ 7 w 41"/>
                <a:gd name="T1" fmla="*/ 0 h 33"/>
                <a:gd name="T2" fmla="*/ 0 w 41"/>
                <a:gd name="T3" fmla="*/ 15 h 33"/>
                <a:gd name="T4" fmla="*/ 23 w 41"/>
                <a:gd name="T5" fmla="*/ 36 h 33"/>
                <a:gd name="T6" fmla="*/ 47 w 41"/>
                <a:gd name="T7" fmla="*/ 15 h 33"/>
                <a:gd name="T8" fmla="*/ 43 w 41"/>
                <a:gd name="T9" fmla="*/ 5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" h="33">
                  <a:moveTo>
                    <a:pt x="7" y="0"/>
                  </a:moveTo>
                  <a:cubicBezTo>
                    <a:pt x="3" y="4"/>
                    <a:pt x="0" y="9"/>
                    <a:pt x="0" y="15"/>
                  </a:cubicBezTo>
                  <a:cubicBezTo>
                    <a:pt x="0" y="25"/>
                    <a:pt x="9" y="33"/>
                    <a:pt x="20" y="33"/>
                  </a:cubicBezTo>
                  <a:cubicBezTo>
                    <a:pt x="31" y="33"/>
                    <a:pt x="41" y="25"/>
                    <a:pt x="41" y="15"/>
                  </a:cubicBezTo>
                  <a:cubicBezTo>
                    <a:pt x="41" y="11"/>
                    <a:pt x="39" y="7"/>
                    <a:pt x="37" y="5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0584" name="Freeform 414">
              <a:extLst>
                <a:ext uri="{FF2B5EF4-FFF2-40B4-BE49-F238E27FC236}">
                  <a16:creationId xmlns:a16="http://schemas.microsoft.com/office/drawing/2014/main" id="{8DB5339D-B62B-4AB9-B42F-F1BA0FE0135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4" y="1894"/>
              <a:ext cx="12" cy="1"/>
            </a:xfrm>
            <a:custGeom>
              <a:avLst/>
              <a:gdLst>
                <a:gd name="T0" fmla="*/ 12 w 12"/>
                <a:gd name="T1" fmla="*/ 1 h 1"/>
                <a:gd name="T2" fmla="*/ 6 w 12"/>
                <a:gd name="T3" fmla="*/ 0 h 1"/>
                <a:gd name="T4" fmla="*/ 0 w 12"/>
                <a:gd name="T5" fmla="*/ 1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">
                  <a:moveTo>
                    <a:pt x="12" y="1"/>
                  </a:moveTo>
                  <a:cubicBezTo>
                    <a:pt x="10" y="1"/>
                    <a:pt x="8" y="0"/>
                    <a:pt x="6" y="0"/>
                  </a:cubicBezTo>
                  <a:cubicBezTo>
                    <a:pt x="4" y="0"/>
                    <a:pt x="2" y="1"/>
                    <a:pt x="0" y="1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0585" name="Freeform 415">
              <a:extLst>
                <a:ext uri="{FF2B5EF4-FFF2-40B4-BE49-F238E27FC236}">
                  <a16:creationId xmlns:a16="http://schemas.microsoft.com/office/drawing/2014/main" id="{D5D1FE95-648D-4A54-B9D3-16CD19FBFAF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3" y="2030"/>
              <a:ext cx="316" cy="52"/>
            </a:xfrm>
            <a:custGeom>
              <a:avLst/>
              <a:gdLst>
                <a:gd name="T0" fmla="*/ 0 w 299"/>
                <a:gd name="T1" fmla="*/ 39 h 49"/>
                <a:gd name="T2" fmla="*/ 191 w 299"/>
                <a:gd name="T3" fmla="*/ 5 h 49"/>
                <a:gd name="T4" fmla="*/ 353 w 299"/>
                <a:gd name="T5" fmla="*/ 27 h 49"/>
                <a:gd name="T6" fmla="*/ 186 w 299"/>
                <a:gd name="T7" fmla="*/ 24 h 49"/>
                <a:gd name="T8" fmla="*/ 101 w 299"/>
                <a:gd name="T9" fmla="*/ 39 h 49"/>
                <a:gd name="T10" fmla="*/ 2 w 299"/>
                <a:gd name="T11" fmla="*/ 50 h 4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99" h="49">
                  <a:moveTo>
                    <a:pt x="0" y="33"/>
                  </a:moveTo>
                  <a:cubicBezTo>
                    <a:pt x="56" y="33"/>
                    <a:pt x="108" y="10"/>
                    <a:pt x="162" y="5"/>
                  </a:cubicBezTo>
                  <a:cubicBezTo>
                    <a:pt x="211" y="0"/>
                    <a:pt x="252" y="26"/>
                    <a:pt x="299" y="23"/>
                  </a:cubicBezTo>
                  <a:cubicBezTo>
                    <a:pt x="260" y="49"/>
                    <a:pt x="200" y="23"/>
                    <a:pt x="158" y="21"/>
                  </a:cubicBezTo>
                  <a:cubicBezTo>
                    <a:pt x="132" y="20"/>
                    <a:pt x="110" y="26"/>
                    <a:pt x="86" y="33"/>
                  </a:cubicBezTo>
                  <a:cubicBezTo>
                    <a:pt x="56" y="42"/>
                    <a:pt x="32" y="38"/>
                    <a:pt x="2" y="41"/>
                  </a:cubicBezTo>
                </a:path>
              </a:pathLst>
            </a:custGeom>
            <a:solidFill>
              <a:srgbClr val="6C2D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0586" name="Freeform 416">
              <a:extLst>
                <a:ext uri="{FF2B5EF4-FFF2-40B4-BE49-F238E27FC236}">
                  <a16:creationId xmlns:a16="http://schemas.microsoft.com/office/drawing/2014/main" id="{FC82CA28-C322-4E76-8E05-E0842C5E39F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5" y="1076"/>
              <a:ext cx="28" cy="14"/>
            </a:xfrm>
            <a:custGeom>
              <a:avLst/>
              <a:gdLst>
                <a:gd name="T0" fmla="*/ 8 w 27"/>
                <a:gd name="T1" fmla="*/ 0 h 13"/>
                <a:gd name="T2" fmla="*/ 4 w 27"/>
                <a:gd name="T3" fmla="*/ 0 h 13"/>
                <a:gd name="T4" fmla="*/ 1 w 27"/>
                <a:gd name="T5" fmla="*/ 2 h 13"/>
                <a:gd name="T6" fmla="*/ 5 w 27"/>
                <a:gd name="T7" fmla="*/ 13 h 13"/>
                <a:gd name="T8" fmla="*/ 10 w 27"/>
                <a:gd name="T9" fmla="*/ 14 h 13"/>
                <a:gd name="T10" fmla="*/ 19 w 27"/>
                <a:gd name="T11" fmla="*/ 14 h 13"/>
                <a:gd name="T12" fmla="*/ 27 w 27"/>
                <a:gd name="T13" fmla="*/ 16 h 13"/>
                <a:gd name="T14" fmla="*/ 30 w 27"/>
                <a:gd name="T15" fmla="*/ 14 h 13"/>
                <a:gd name="T16" fmla="*/ 26 w 27"/>
                <a:gd name="T17" fmla="*/ 12 h 13"/>
                <a:gd name="T18" fmla="*/ 21 w 27"/>
                <a:gd name="T19" fmla="*/ 10 h 13"/>
                <a:gd name="T20" fmla="*/ 13 w 27"/>
                <a:gd name="T21" fmla="*/ 4 h 13"/>
                <a:gd name="T22" fmla="*/ 9 w 27"/>
                <a:gd name="T23" fmla="*/ 0 h 1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7" h="13">
                  <a:moveTo>
                    <a:pt x="8" y="0"/>
                  </a:moveTo>
                  <a:cubicBezTo>
                    <a:pt x="6" y="0"/>
                    <a:pt x="5" y="0"/>
                    <a:pt x="4" y="0"/>
                  </a:cubicBezTo>
                  <a:cubicBezTo>
                    <a:pt x="3" y="0"/>
                    <a:pt x="2" y="1"/>
                    <a:pt x="1" y="2"/>
                  </a:cubicBezTo>
                  <a:cubicBezTo>
                    <a:pt x="0" y="5"/>
                    <a:pt x="3" y="9"/>
                    <a:pt x="5" y="10"/>
                  </a:cubicBezTo>
                  <a:cubicBezTo>
                    <a:pt x="7" y="11"/>
                    <a:pt x="9" y="11"/>
                    <a:pt x="10" y="11"/>
                  </a:cubicBezTo>
                  <a:cubicBezTo>
                    <a:pt x="12" y="11"/>
                    <a:pt x="14" y="11"/>
                    <a:pt x="16" y="11"/>
                  </a:cubicBezTo>
                  <a:cubicBezTo>
                    <a:pt x="18" y="12"/>
                    <a:pt x="21" y="12"/>
                    <a:pt x="24" y="13"/>
                  </a:cubicBezTo>
                  <a:cubicBezTo>
                    <a:pt x="25" y="13"/>
                    <a:pt x="27" y="13"/>
                    <a:pt x="27" y="11"/>
                  </a:cubicBezTo>
                  <a:cubicBezTo>
                    <a:pt x="27" y="10"/>
                    <a:pt x="24" y="9"/>
                    <a:pt x="23" y="9"/>
                  </a:cubicBezTo>
                  <a:cubicBezTo>
                    <a:pt x="21" y="9"/>
                    <a:pt x="20" y="8"/>
                    <a:pt x="18" y="7"/>
                  </a:cubicBezTo>
                  <a:cubicBezTo>
                    <a:pt x="16" y="7"/>
                    <a:pt x="15" y="6"/>
                    <a:pt x="13" y="4"/>
                  </a:cubicBezTo>
                  <a:cubicBezTo>
                    <a:pt x="12" y="3"/>
                    <a:pt x="10" y="2"/>
                    <a:pt x="9" y="0"/>
                  </a:cubicBezTo>
                </a:path>
              </a:pathLst>
            </a:custGeom>
            <a:solidFill>
              <a:srgbClr val="5A22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0587" name="Freeform 417">
              <a:extLst>
                <a:ext uri="{FF2B5EF4-FFF2-40B4-BE49-F238E27FC236}">
                  <a16:creationId xmlns:a16="http://schemas.microsoft.com/office/drawing/2014/main" id="{B52AD25B-41B6-4B5A-B535-7DFFCDB8939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8" y="1076"/>
              <a:ext cx="28" cy="14"/>
            </a:xfrm>
            <a:custGeom>
              <a:avLst/>
              <a:gdLst>
                <a:gd name="T0" fmla="*/ 22 w 27"/>
                <a:gd name="T1" fmla="*/ 0 h 13"/>
                <a:gd name="T2" fmla="*/ 26 w 27"/>
                <a:gd name="T3" fmla="*/ 0 h 13"/>
                <a:gd name="T4" fmla="*/ 29 w 27"/>
                <a:gd name="T5" fmla="*/ 2 h 13"/>
                <a:gd name="T6" fmla="*/ 25 w 27"/>
                <a:gd name="T7" fmla="*/ 13 h 13"/>
                <a:gd name="T8" fmla="*/ 20 w 27"/>
                <a:gd name="T9" fmla="*/ 14 h 13"/>
                <a:gd name="T10" fmla="*/ 11 w 27"/>
                <a:gd name="T11" fmla="*/ 14 h 13"/>
                <a:gd name="T12" fmla="*/ 4 w 27"/>
                <a:gd name="T13" fmla="*/ 16 h 13"/>
                <a:gd name="T14" fmla="*/ 0 w 27"/>
                <a:gd name="T15" fmla="*/ 14 h 13"/>
                <a:gd name="T16" fmla="*/ 4 w 27"/>
                <a:gd name="T17" fmla="*/ 12 h 13"/>
                <a:gd name="T18" fmla="*/ 9 w 27"/>
                <a:gd name="T19" fmla="*/ 10 h 13"/>
                <a:gd name="T20" fmla="*/ 17 w 27"/>
                <a:gd name="T21" fmla="*/ 4 h 13"/>
                <a:gd name="T22" fmla="*/ 21 w 27"/>
                <a:gd name="T23" fmla="*/ 0 h 1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7" h="13">
                  <a:moveTo>
                    <a:pt x="19" y="0"/>
                  </a:moveTo>
                  <a:cubicBezTo>
                    <a:pt x="21" y="0"/>
                    <a:pt x="22" y="0"/>
                    <a:pt x="23" y="0"/>
                  </a:cubicBezTo>
                  <a:cubicBezTo>
                    <a:pt x="24" y="0"/>
                    <a:pt x="25" y="1"/>
                    <a:pt x="26" y="2"/>
                  </a:cubicBezTo>
                  <a:cubicBezTo>
                    <a:pt x="27" y="5"/>
                    <a:pt x="25" y="9"/>
                    <a:pt x="22" y="10"/>
                  </a:cubicBezTo>
                  <a:cubicBezTo>
                    <a:pt x="20" y="11"/>
                    <a:pt x="19" y="11"/>
                    <a:pt x="17" y="11"/>
                  </a:cubicBezTo>
                  <a:cubicBezTo>
                    <a:pt x="15" y="11"/>
                    <a:pt x="13" y="11"/>
                    <a:pt x="11" y="11"/>
                  </a:cubicBezTo>
                  <a:cubicBezTo>
                    <a:pt x="9" y="12"/>
                    <a:pt x="6" y="12"/>
                    <a:pt x="4" y="13"/>
                  </a:cubicBezTo>
                  <a:cubicBezTo>
                    <a:pt x="2" y="13"/>
                    <a:pt x="0" y="13"/>
                    <a:pt x="0" y="11"/>
                  </a:cubicBezTo>
                  <a:cubicBezTo>
                    <a:pt x="0" y="10"/>
                    <a:pt x="3" y="9"/>
                    <a:pt x="4" y="9"/>
                  </a:cubicBezTo>
                  <a:cubicBezTo>
                    <a:pt x="6" y="9"/>
                    <a:pt x="7" y="8"/>
                    <a:pt x="9" y="7"/>
                  </a:cubicBezTo>
                  <a:cubicBezTo>
                    <a:pt x="11" y="7"/>
                    <a:pt x="12" y="6"/>
                    <a:pt x="14" y="4"/>
                  </a:cubicBezTo>
                  <a:cubicBezTo>
                    <a:pt x="15" y="3"/>
                    <a:pt x="17" y="2"/>
                    <a:pt x="18" y="0"/>
                  </a:cubicBezTo>
                </a:path>
              </a:pathLst>
            </a:custGeom>
            <a:solidFill>
              <a:srgbClr val="5A22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0588" name="Freeform 418">
              <a:extLst>
                <a:ext uri="{FF2B5EF4-FFF2-40B4-BE49-F238E27FC236}">
                  <a16:creationId xmlns:a16="http://schemas.microsoft.com/office/drawing/2014/main" id="{841F385F-A7B2-42F1-8F2C-6C7FD4A4F4B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0" y="876"/>
              <a:ext cx="126" cy="227"/>
            </a:xfrm>
            <a:custGeom>
              <a:avLst/>
              <a:gdLst>
                <a:gd name="T0" fmla="*/ 13 w 119"/>
                <a:gd name="T1" fmla="*/ 12 h 215"/>
                <a:gd name="T2" fmla="*/ 21 w 119"/>
                <a:gd name="T3" fmla="*/ 39 h 215"/>
                <a:gd name="T4" fmla="*/ 42 w 119"/>
                <a:gd name="T5" fmla="*/ 72 h 215"/>
                <a:gd name="T6" fmla="*/ 46 w 119"/>
                <a:gd name="T7" fmla="*/ 86 h 215"/>
                <a:gd name="T8" fmla="*/ 56 w 119"/>
                <a:gd name="T9" fmla="*/ 112 h 215"/>
                <a:gd name="T10" fmla="*/ 55 w 119"/>
                <a:gd name="T11" fmla="*/ 124 h 215"/>
                <a:gd name="T12" fmla="*/ 68 w 119"/>
                <a:gd name="T13" fmla="*/ 136 h 215"/>
                <a:gd name="T14" fmla="*/ 70 w 119"/>
                <a:gd name="T15" fmla="*/ 167 h 215"/>
                <a:gd name="T16" fmla="*/ 73 w 119"/>
                <a:gd name="T17" fmla="*/ 183 h 215"/>
                <a:gd name="T18" fmla="*/ 68 w 119"/>
                <a:gd name="T19" fmla="*/ 192 h 215"/>
                <a:gd name="T20" fmla="*/ 77 w 119"/>
                <a:gd name="T21" fmla="*/ 195 h 215"/>
                <a:gd name="T22" fmla="*/ 87 w 119"/>
                <a:gd name="T23" fmla="*/ 211 h 215"/>
                <a:gd name="T24" fmla="*/ 101 w 119"/>
                <a:gd name="T25" fmla="*/ 231 h 215"/>
                <a:gd name="T26" fmla="*/ 126 w 119"/>
                <a:gd name="T27" fmla="*/ 233 h 215"/>
                <a:gd name="T28" fmla="*/ 126 w 119"/>
                <a:gd name="T29" fmla="*/ 149 h 215"/>
                <a:gd name="T30" fmla="*/ 87 w 119"/>
                <a:gd name="T31" fmla="*/ 51 h 215"/>
                <a:gd name="T32" fmla="*/ 60 w 119"/>
                <a:gd name="T33" fmla="*/ 20 h 215"/>
                <a:gd name="T34" fmla="*/ 36 w 119"/>
                <a:gd name="T35" fmla="*/ 0 h 21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19" h="215">
                  <a:moveTo>
                    <a:pt x="10" y="9"/>
                  </a:moveTo>
                  <a:cubicBezTo>
                    <a:pt x="0" y="11"/>
                    <a:pt x="8" y="31"/>
                    <a:pt x="18" y="33"/>
                  </a:cubicBezTo>
                  <a:cubicBezTo>
                    <a:pt x="11" y="44"/>
                    <a:pt x="29" y="54"/>
                    <a:pt x="36" y="61"/>
                  </a:cubicBezTo>
                  <a:cubicBezTo>
                    <a:pt x="26" y="64"/>
                    <a:pt x="30" y="70"/>
                    <a:pt x="39" y="73"/>
                  </a:cubicBezTo>
                  <a:cubicBezTo>
                    <a:pt x="30" y="82"/>
                    <a:pt x="29" y="95"/>
                    <a:pt x="47" y="95"/>
                  </a:cubicBezTo>
                  <a:cubicBezTo>
                    <a:pt x="47" y="97"/>
                    <a:pt x="45" y="103"/>
                    <a:pt x="46" y="105"/>
                  </a:cubicBezTo>
                  <a:cubicBezTo>
                    <a:pt x="48" y="110"/>
                    <a:pt x="56" y="113"/>
                    <a:pt x="57" y="116"/>
                  </a:cubicBezTo>
                  <a:cubicBezTo>
                    <a:pt x="60" y="129"/>
                    <a:pt x="38" y="131"/>
                    <a:pt x="59" y="142"/>
                  </a:cubicBezTo>
                  <a:cubicBezTo>
                    <a:pt x="52" y="144"/>
                    <a:pt x="53" y="153"/>
                    <a:pt x="61" y="155"/>
                  </a:cubicBezTo>
                  <a:cubicBezTo>
                    <a:pt x="59" y="156"/>
                    <a:pt x="59" y="161"/>
                    <a:pt x="57" y="163"/>
                  </a:cubicBezTo>
                  <a:cubicBezTo>
                    <a:pt x="61" y="165"/>
                    <a:pt x="61" y="167"/>
                    <a:pt x="65" y="166"/>
                  </a:cubicBezTo>
                  <a:cubicBezTo>
                    <a:pt x="59" y="166"/>
                    <a:pt x="61" y="181"/>
                    <a:pt x="73" y="179"/>
                  </a:cubicBezTo>
                  <a:cubicBezTo>
                    <a:pt x="66" y="191"/>
                    <a:pt x="76" y="194"/>
                    <a:pt x="85" y="196"/>
                  </a:cubicBezTo>
                  <a:cubicBezTo>
                    <a:pt x="89" y="215"/>
                    <a:pt x="98" y="213"/>
                    <a:pt x="106" y="198"/>
                  </a:cubicBezTo>
                  <a:cubicBezTo>
                    <a:pt x="119" y="175"/>
                    <a:pt x="106" y="151"/>
                    <a:pt x="106" y="127"/>
                  </a:cubicBezTo>
                  <a:cubicBezTo>
                    <a:pt x="106" y="96"/>
                    <a:pt x="88" y="69"/>
                    <a:pt x="73" y="43"/>
                  </a:cubicBezTo>
                  <a:cubicBezTo>
                    <a:pt x="67" y="32"/>
                    <a:pt x="58" y="26"/>
                    <a:pt x="51" y="17"/>
                  </a:cubicBezTo>
                  <a:cubicBezTo>
                    <a:pt x="42" y="6"/>
                    <a:pt x="45" y="1"/>
                    <a:pt x="30" y="0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0589" name="Freeform 419">
              <a:extLst>
                <a:ext uri="{FF2B5EF4-FFF2-40B4-BE49-F238E27FC236}">
                  <a16:creationId xmlns:a16="http://schemas.microsoft.com/office/drawing/2014/main" id="{4CD33297-0D53-43CB-9F15-A8DA92B199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7" y="821"/>
              <a:ext cx="319" cy="283"/>
            </a:xfrm>
            <a:custGeom>
              <a:avLst/>
              <a:gdLst>
                <a:gd name="T0" fmla="*/ 350 w 302"/>
                <a:gd name="T1" fmla="*/ 65 h 268"/>
                <a:gd name="T2" fmla="*/ 335 w 302"/>
                <a:gd name="T3" fmla="*/ 73 h 268"/>
                <a:gd name="T4" fmla="*/ 316 w 302"/>
                <a:gd name="T5" fmla="*/ 76 h 268"/>
                <a:gd name="T6" fmla="*/ 300 w 302"/>
                <a:gd name="T7" fmla="*/ 79 h 268"/>
                <a:gd name="T8" fmla="*/ 280 w 302"/>
                <a:gd name="T9" fmla="*/ 69 h 268"/>
                <a:gd name="T10" fmla="*/ 259 w 302"/>
                <a:gd name="T11" fmla="*/ 68 h 268"/>
                <a:gd name="T12" fmla="*/ 258 w 302"/>
                <a:gd name="T13" fmla="*/ 71 h 268"/>
                <a:gd name="T14" fmla="*/ 247 w 302"/>
                <a:gd name="T15" fmla="*/ 64 h 268"/>
                <a:gd name="T16" fmla="*/ 238 w 302"/>
                <a:gd name="T17" fmla="*/ 63 h 268"/>
                <a:gd name="T18" fmla="*/ 215 w 302"/>
                <a:gd name="T19" fmla="*/ 71 h 268"/>
                <a:gd name="T20" fmla="*/ 209 w 302"/>
                <a:gd name="T21" fmla="*/ 79 h 268"/>
                <a:gd name="T22" fmla="*/ 194 w 302"/>
                <a:gd name="T23" fmla="*/ 77 h 268"/>
                <a:gd name="T24" fmla="*/ 173 w 302"/>
                <a:gd name="T25" fmla="*/ 89 h 268"/>
                <a:gd name="T26" fmla="*/ 142 w 302"/>
                <a:gd name="T27" fmla="*/ 103 h 268"/>
                <a:gd name="T28" fmla="*/ 120 w 302"/>
                <a:gd name="T29" fmla="*/ 114 h 268"/>
                <a:gd name="T30" fmla="*/ 107 w 302"/>
                <a:gd name="T31" fmla="*/ 121 h 268"/>
                <a:gd name="T32" fmla="*/ 96 w 302"/>
                <a:gd name="T33" fmla="*/ 132 h 268"/>
                <a:gd name="T34" fmla="*/ 82 w 302"/>
                <a:gd name="T35" fmla="*/ 153 h 268"/>
                <a:gd name="T36" fmla="*/ 82 w 302"/>
                <a:gd name="T37" fmla="*/ 163 h 268"/>
                <a:gd name="T38" fmla="*/ 75 w 302"/>
                <a:gd name="T39" fmla="*/ 170 h 268"/>
                <a:gd name="T40" fmla="*/ 72 w 302"/>
                <a:gd name="T41" fmla="*/ 177 h 268"/>
                <a:gd name="T42" fmla="*/ 67 w 302"/>
                <a:gd name="T43" fmla="*/ 187 h 268"/>
                <a:gd name="T44" fmla="*/ 62 w 302"/>
                <a:gd name="T45" fmla="*/ 197 h 268"/>
                <a:gd name="T46" fmla="*/ 68 w 302"/>
                <a:gd name="T47" fmla="*/ 211 h 268"/>
                <a:gd name="T48" fmla="*/ 59 w 302"/>
                <a:gd name="T49" fmla="*/ 220 h 268"/>
                <a:gd name="T50" fmla="*/ 59 w 302"/>
                <a:gd name="T51" fmla="*/ 251 h 268"/>
                <a:gd name="T52" fmla="*/ 44 w 302"/>
                <a:gd name="T53" fmla="*/ 275 h 268"/>
                <a:gd name="T54" fmla="*/ 39 w 302"/>
                <a:gd name="T55" fmla="*/ 299 h 268"/>
                <a:gd name="T56" fmla="*/ 17 w 302"/>
                <a:gd name="T57" fmla="*/ 316 h 268"/>
                <a:gd name="T58" fmla="*/ 4 w 302"/>
                <a:gd name="T59" fmla="*/ 279 h 268"/>
                <a:gd name="T60" fmla="*/ 4 w 302"/>
                <a:gd name="T61" fmla="*/ 228 h 268"/>
                <a:gd name="T62" fmla="*/ 33 w 302"/>
                <a:gd name="T63" fmla="*/ 140 h 268"/>
                <a:gd name="T64" fmla="*/ 119 w 302"/>
                <a:gd name="T65" fmla="*/ 43 h 268"/>
                <a:gd name="T66" fmla="*/ 255 w 302"/>
                <a:gd name="T67" fmla="*/ 13 h 268"/>
                <a:gd name="T68" fmla="*/ 276 w 302"/>
                <a:gd name="T69" fmla="*/ 20 h 268"/>
                <a:gd name="T70" fmla="*/ 302 w 302"/>
                <a:gd name="T71" fmla="*/ 21 h 268"/>
                <a:gd name="T72" fmla="*/ 340 w 302"/>
                <a:gd name="T73" fmla="*/ 39 h 268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302" h="268">
                  <a:moveTo>
                    <a:pt x="296" y="56"/>
                  </a:moveTo>
                  <a:cubicBezTo>
                    <a:pt x="302" y="62"/>
                    <a:pt x="290" y="68"/>
                    <a:pt x="284" y="62"/>
                  </a:cubicBezTo>
                  <a:cubicBezTo>
                    <a:pt x="280" y="69"/>
                    <a:pt x="273" y="70"/>
                    <a:pt x="268" y="64"/>
                  </a:cubicBezTo>
                  <a:cubicBezTo>
                    <a:pt x="267" y="77"/>
                    <a:pt x="261" y="70"/>
                    <a:pt x="255" y="67"/>
                  </a:cubicBezTo>
                  <a:cubicBezTo>
                    <a:pt x="250" y="65"/>
                    <a:pt x="242" y="65"/>
                    <a:pt x="238" y="59"/>
                  </a:cubicBezTo>
                  <a:cubicBezTo>
                    <a:pt x="234" y="69"/>
                    <a:pt x="226" y="63"/>
                    <a:pt x="220" y="58"/>
                  </a:cubicBezTo>
                  <a:cubicBezTo>
                    <a:pt x="220" y="59"/>
                    <a:pt x="220" y="59"/>
                    <a:pt x="219" y="60"/>
                  </a:cubicBezTo>
                  <a:cubicBezTo>
                    <a:pt x="216" y="59"/>
                    <a:pt x="213" y="57"/>
                    <a:pt x="210" y="55"/>
                  </a:cubicBezTo>
                  <a:cubicBezTo>
                    <a:pt x="207" y="56"/>
                    <a:pt x="205" y="56"/>
                    <a:pt x="202" y="54"/>
                  </a:cubicBezTo>
                  <a:cubicBezTo>
                    <a:pt x="205" y="68"/>
                    <a:pt x="190" y="58"/>
                    <a:pt x="183" y="60"/>
                  </a:cubicBezTo>
                  <a:cubicBezTo>
                    <a:pt x="180" y="61"/>
                    <a:pt x="181" y="66"/>
                    <a:pt x="177" y="67"/>
                  </a:cubicBezTo>
                  <a:cubicBezTo>
                    <a:pt x="173" y="68"/>
                    <a:pt x="168" y="66"/>
                    <a:pt x="165" y="65"/>
                  </a:cubicBezTo>
                  <a:cubicBezTo>
                    <a:pt x="171" y="77"/>
                    <a:pt x="154" y="76"/>
                    <a:pt x="147" y="76"/>
                  </a:cubicBezTo>
                  <a:cubicBezTo>
                    <a:pt x="148" y="91"/>
                    <a:pt x="130" y="89"/>
                    <a:pt x="120" y="88"/>
                  </a:cubicBezTo>
                  <a:cubicBezTo>
                    <a:pt x="122" y="96"/>
                    <a:pt x="108" y="96"/>
                    <a:pt x="102" y="97"/>
                  </a:cubicBezTo>
                  <a:cubicBezTo>
                    <a:pt x="102" y="103"/>
                    <a:pt x="96" y="105"/>
                    <a:pt x="91" y="103"/>
                  </a:cubicBezTo>
                  <a:cubicBezTo>
                    <a:pt x="96" y="109"/>
                    <a:pt x="86" y="112"/>
                    <a:pt x="81" y="112"/>
                  </a:cubicBezTo>
                  <a:cubicBezTo>
                    <a:pt x="85" y="122"/>
                    <a:pt x="74" y="123"/>
                    <a:pt x="70" y="130"/>
                  </a:cubicBezTo>
                  <a:cubicBezTo>
                    <a:pt x="69" y="132"/>
                    <a:pt x="72" y="135"/>
                    <a:pt x="70" y="138"/>
                  </a:cubicBezTo>
                  <a:cubicBezTo>
                    <a:pt x="69" y="141"/>
                    <a:pt x="64" y="142"/>
                    <a:pt x="63" y="144"/>
                  </a:cubicBezTo>
                  <a:cubicBezTo>
                    <a:pt x="61" y="147"/>
                    <a:pt x="62" y="149"/>
                    <a:pt x="61" y="151"/>
                  </a:cubicBezTo>
                  <a:cubicBezTo>
                    <a:pt x="60" y="152"/>
                    <a:pt x="58" y="158"/>
                    <a:pt x="57" y="159"/>
                  </a:cubicBezTo>
                  <a:cubicBezTo>
                    <a:pt x="56" y="163"/>
                    <a:pt x="53" y="163"/>
                    <a:pt x="53" y="168"/>
                  </a:cubicBezTo>
                  <a:cubicBezTo>
                    <a:pt x="53" y="172"/>
                    <a:pt x="58" y="175"/>
                    <a:pt x="58" y="179"/>
                  </a:cubicBezTo>
                  <a:cubicBezTo>
                    <a:pt x="57" y="182"/>
                    <a:pt x="52" y="184"/>
                    <a:pt x="50" y="187"/>
                  </a:cubicBezTo>
                  <a:cubicBezTo>
                    <a:pt x="65" y="192"/>
                    <a:pt x="32" y="213"/>
                    <a:pt x="50" y="213"/>
                  </a:cubicBezTo>
                  <a:cubicBezTo>
                    <a:pt x="51" y="219"/>
                    <a:pt x="44" y="232"/>
                    <a:pt x="38" y="233"/>
                  </a:cubicBezTo>
                  <a:cubicBezTo>
                    <a:pt x="42" y="239"/>
                    <a:pt x="34" y="248"/>
                    <a:pt x="33" y="254"/>
                  </a:cubicBezTo>
                  <a:cubicBezTo>
                    <a:pt x="30" y="266"/>
                    <a:pt x="29" y="268"/>
                    <a:pt x="14" y="268"/>
                  </a:cubicBezTo>
                  <a:cubicBezTo>
                    <a:pt x="11" y="257"/>
                    <a:pt x="6" y="247"/>
                    <a:pt x="4" y="237"/>
                  </a:cubicBezTo>
                  <a:cubicBezTo>
                    <a:pt x="0" y="223"/>
                    <a:pt x="3" y="208"/>
                    <a:pt x="4" y="194"/>
                  </a:cubicBezTo>
                  <a:cubicBezTo>
                    <a:pt x="8" y="167"/>
                    <a:pt x="15" y="143"/>
                    <a:pt x="27" y="119"/>
                  </a:cubicBezTo>
                  <a:cubicBezTo>
                    <a:pt x="43" y="86"/>
                    <a:pt x="69" y="55"/>
                    <a:pt x="101" y="37"/>
                  </a:cubicBezTo>
                  <a:cubicBezTo>
                    <a:pt x="133" y="19"/>
                    <a:pt x="179" y="0"/>
                    <a:pt x="216" y="10"/>
                  </a:cubicBezTo>
                  <a:cubicBezTo>
                    <a:pt x="223" y="12"/>
                    <a:pt x="228" y="15"/>
                    <a:pt x="234" y="17"/>
                  </a:cubicBezTo>
                  <a:cubicBezTo>
                    <a:pt x="242" y="18"/>
                    <a:pt x="250" y="16"/>
                    <a:pt x="257" y="18"/>
                  </a:cubicBezTo>
                  <a:cubicBezTo>
                    <a:pt x="269" y="21"/>
                    <a:pt x="279" y="27"/>
                    <a:pt x="289" y="33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0590" name="Freeform 420">
              <a:extLst>
                <a:ext uri="{FF2B5EF4-FFF2-40B4-BE49-F238E27FC236}">
                  <a16:creationId xmlns:a16="http://schemas.microsoft.com/office/drawing/2014/main" id="{A2E2FDC6-624D-4377-B5BA-96ABDBDB4E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1" y="1151"/>
              <a:ext cx="35" cy="10"/>
            </a:xfrm>
            <a:custGeom>
              <a:avLst/>
              <a:gdLst>
                <a:gd name="T0" fmla="*/ 4 w 33"/>
                <a:gd name="T1" fmla="*/ 1 h 9"/>
                <a:gd name="T2" fmla="*/ 21 w 33"/>
                <a:gd name="T3" fmla="*/ 2 h 9"/>
                <a:gd name="T4" fmla="*/ 36 w 33"/>
                <a:gd name="T5" fmla="*/ 10 h 9"/>
                <a:gd name="T6" fmla="*/ 24 w 33"/>
                <a:gd name="T7" fmla="*/ 10 h 9"/>
                <a:gd name="T8" fmla="*/ 16 w 33"/>
                <a:gd name="T9" fmla="*/ 10 h 9"/>
                <a:gd name="T10" fmla="*/ 2 w 33"/>
                <a:gd name="T11" fmla="*/ 4 h 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3" h="9">
                  <a:moveTo>
                    <a:pt x="4" y="1"/>
                  </a:moveTo>
                  <a:cubicBezTo>
                    <a:pt x="10" y="0"/>
                    <a:pt x="13" y="0"/>
                    <a:pt x="18" y="2"/>
                  </a:cubicBezTo>
                  <a:cubicBezTo>
                    <a:pt x="20" y="2"/>
                    <a:pt x="33" y="2"/>
                    <a:pt x="30" y="7"/>
                  </a:cubicBezTo>
                  <a:cubicBezTo>
                    <a:pt x="28" y="9"/>
                    <a:pt x="23" y="7"/>
                    <a:pt x="21" y="7"/>
                  </a:cubicBezTo>
                  <a:cubicBezTo>
                    <a:pt x="17" y="6"/>
                    <a:pt x="16" y="7"/>
                    <a:pt x="13" y="7"/>
                  </a:cubicBezTo>
                  <a:cubicBezTo>
                    <a:pt x="11" y="8"/>
                    <a:pt x="0" y="8"/>
                    <a:pt x="2" y="4"/>
                  </a:cubicBezTo>
                </a:path>
              </a:pathLst>
            </a:custGeom>
            <a:solidFill>
              <a:srgbClr val="B849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0591" name="Freeform 421">
              <a:extLst>
                <a:ext uri="{FF2B5EF4-FFF2-40B4-BE49-F238E27FC236}">
                  <a16:creationId xmlns:a16="http://schemas.microsoft.com/office/drawing/2014/main" id="{01AE1A27-E4F3-428E-AD6F-DDDBFB34F48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8" y="1122"/>
              <a:ext cx="28" cy="18"/>
            </a:xfrm>
            <a:custGeom>
              <a:avLst/>
              <a:gdLst>
                <a:gd name="T0" fmla="*/ 0 w 26"/>
                <a:gd name="T1" fmla="*/ 5 h 17"/>
                <a:gd name="T2" fmla="*/ 16 w 26"/>
                <a:gd name="T3" fmla="*/ 3 h 17"/>
                <a:gd name="T4" fmla="*/ 32 w 26"/>
                <a:gd name="T5" fmla="*/ 20 h 17"/>
                <a:gd name="T6" fmla="*/ 12 w 26"/>
                <a:gd name="T7" fmla="*/ 4 h 17"/>
                <a:gd name="T8" fmla="*/ 5 w 26"/>
                <a:gd name="T9" fmla="*/ 5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17">
                  <a:moveTo>
                    <a:pt x="0" y="5"/>
                  </a:moveTo>
                  <a:cubicBezTo>
                    <a:pt x="5" y="4"/>
                    <a:pt x="9" y="0"/>
                    <a:pt x="13" y="3"/>
                  </a:cubicBezTo>
                  <a:cubicBezTo>
                    <a:pt x="18" y="8"/>
                    <a:pt x="21" y="13"/>
                    <a:pt x="26" y="17"/>
                  </a:cubicBezTo>
                  <a:cubicBezTo>
                    <a:pt x="19" y="17"/>
                    <a:pt x="15" y="7"/>
                    <a:pt x="9" y="4"/>
                  </a:cubicBezTo>
                  <a:cubicBezTo>
                    <a:pt x="8" y="4"/>
                    <a:pt x="6" y="5"/>
                    <a:pt x="5" y="5"/>
                  </a:cubicBezTo>
                </a:path>
              </a:pathLst>
            </a:custGeom>
            <a:solidFill>
              <a:srgbClr val="B849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</p:grpSp>
      <p:grpSp>
        <p:nvGrpSpPr>
          <p:cNvPr id="50179" name="Obese-black-male-full-body">
            <a:extLst>
              <a:ext uri="{FF2B5EF4-FFF2-40B4-BE49-F238E27FC236}">
                <a16:creationId xmlns:a16="http://schemas.microsoft.com/office/drawing/2014/main" id="{A927A987-3BEF-43D8-8A69-C92223B351B2}"/>
              </a:ext>
            </a:extLst>
          </p:cNvPr>
          <p:cNvGrpSpPr>
            <a:grpSpLocks/>
          </p:cNvGrpSpPr>
          <p:nvPr/>
        </p:nvGrpSpPr>
        <p:grpSpPr bwMode="auto">
          <a:xfrm>
            <a:off x="2581275" y="1192213"/>
            <a:ext cx="2925763" cy="5260975"/>
            <a:chOff x="666" y="721"/>
            <a:chExt cx="1843" cy="3314"/>
          </a:xfrm>
        </p:grpSpPr>
        <p:grpSp>
          <p:nvGrpSpPr>
            <p:cNvPr id="50180" name="Group 423">
              <a:extLst>
                <a:ext uri="{FF2B5EF4-FFF2-40B4-BE49-F238E27FC236}">
                  <a16:creationId xmlns:a16="http://schemas.microsoft.com/office/drawing/2014/main" id="{2FE061C7-54D4-4B19-8C00-413E9D55CE2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66" y="754"/>
              <a:ext cx="1843" cy="3281"/>
              <a:chOff x="666" y="754"/>
              <a:chExt cx="1843" cy="3281"/>
            </a:xfrm>
          </p:grpSpPr>
          <p:sp>
            <p:nvSpPr>
              <p:cNvPr id="50374" name="Freeform 424">
                <a:extLst>
                  <a:ext uri="{FF2B5EF4-FFF2-40B4-BE49-F238E27FC236}">
                    <a16:creationId xmlns:a16="http://schemas.microsoft.com/office/drawing/2014/main" id="{BD0C18F2-B540-4FAE-84A5-7C162E556E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6" y="754"/>
                <a:ext cx="1843" cy="3279"/>
              </a:xfrm>
              <a:custGeom>
                <a:avLst/>
                <a:gdLst>
                  <a:gd name="T0" fmla="*/ 1216 w 1747"/>
                  <a:gd name="T1" fmla="*/ 201 h 3107"/>
                  <a:gd name="T2" fmla="*/ 1218 w 1747"/>
                  <a:gd name="T3" fmla="*/ 411 h 3107"/>
                  <a:gd name="T4" fmla="*/ 1764 w 1747"/>
                  <a:gd name="T5" fmla="*/ 713 h 3107"/>
                  <a:gd name="T6" fmla="*/ 1918 w 1747"/>
                  <a:gd name="T7" fmla="*/ 1183 h 3107"/>
                  <a:gd name="T8" fmla="*/ 2000 w 1747"/>
                  <a:gd name="T9" fmla="*/ 1457 h 3107"/>
                  <a:gd name="T10" fmla="*/ 2013 w 1747"/>
                  <a:gd name="T11" fmla="*/ 1612 h 3107"/>
                  <a:gd name="T12" fmla="*/ 2034 w 1747"/>
                  <a:gd name="T13" fmla="*/ 1823 h 3107"/>
                  <a:gd name="T14" fmla="*/ 1902 w 1747"/>
                  <a:gd name="T15" fmla="*/ 1996 h 3107"/>
                  <a:gd name="T16" fmla="*/ 1840 w 1747"/>
                  <a:gd name="T17" fmla="*/ 1932 h 3107"/>
                  <a:gd name="T18" fmla="*/ 1808 w 1747"/>
                  <a:gd name="T19" fmla="*/ 1714 h 3107"/>
                  <a:gd name="T20" fmla="*/ 1723 w 1747"/>
                  <a:gd name="T21" fmla="*/ 1515 h 3107"/>
                  <a:gd name="T22" fmla="*/ 1713 w 1747"/>
                  <a:gd name="T23" fmla="*/ 2421 h 3107"/>
                  <a:gd name="T24" fmla="*/ 1659 w 1747"/>
                  <a:gd name="T25" fmla="*/ 2697 h 3107"/>
                  <a:gd name="T26" fmla="*/ 1645 w 1747"/>
                  <a:gd name="T27" fmla="*/ 3331 h 3107"/>
                  <a:gd name="T28" fmla="*/ 1686 w 1747"/>
                  <a:gd name="T29" fmla="*/ 3421 h 3107"/>
                  <a:gd name="T30" fmla="*/ 1804 w 1747"/>
                  <a:gd name="T31" fmla="*/ 3504 h 3107"/>
                  <a:gd name="T32" fmla="*/ 1844 w 1747"/>
                  <a:gd name="T33" fmla="*/ 3565 h 3107"/>
                  <a:gd name="T34" fmla="*/ 1813 w 1747"/>
                  <a:gd name="T35" fmla="*/ 3610 h 3107"/>
                  <a:gd name="T36" fmla="*/ 1729 w 1747"/>
                  <a:gd name="T37" fmla="*/ 3646 h 3107"/>
                  <a:gd name="T38" fmla="*/ 1647 w 1747"/>
                  <a:gd name="T39" fmla="*/ 3585 h 3107"/>
                  <a:gd name="T40" fmla="*/ 1410 w 1747"/>
                  <a:gd name="T41" fmla="*/ 3470 h 3107"/>
                  <a:gd name="T42" fmla="*/ 1348 w 1747"/>
                  <a:gd name="T43" fmla="*/ 3235 h 3107"/>
                  <a:gd name="T44" fmla="*/ 1188 w 1747"/>
                  <a:gd name="T45" fmla="*/ 2620 h 3107"/>
                  <a:gd name="T46" fmla="*/ 1049 w 1747"/>
                  <a:gd name="T47" fmla="*/ 2266 h 3107"/>
                  <a:gd name="T48" fmla="*/ 1026 w 1747"/>
                  <a:gd name="T49" fmla="*/ 2072 h 3107"/>
                  <a:gd name="T50" fmla="*/ 932 w 1747"/>
                  <a:gd name="T51" fmla="*/ 2519 h 3107"/>
                  <a:gd name="T52" fmla="*/ 856 w 1747"/>
                  <a:gd name="T53" fmla="*/ 2660 h 3107"/>
                  <a:gd name="T54" fmla="*/ 674 w 1747"/>
                  <a:gd name="T55" fmla="*/ 3319 h 3107"/>
                  <a:gd name="T56" fmla="*/ 516 w 1747"/>
                  <a:gd name="T57" fmla="*/ 3534 h 3107"/>
                  <a:gd name="T58" fmla="*/ 381 w 1747"/>
                  <a:gd name="T59" fmla="*/ 3602 h 3107"/>
                  <a:gd name="T60" fmla="*/ 276 w 1747"/>
                  <a:gd name="T61" fmla="*/ 3626 h 3107"/>
                  <a:gd name="T62" fmla="*/ 224 w 1747"/>
                  <a:gd name="T63" fmla="*/ 3605 h 3107"/>
                  <a:gd name="T64" fmla="*/ 218 w 1747"/>
                  <a:gd name="T65" fmla="*/ 3541 h 3107"/>
                  <a:gd name="T66" fmla="*/ 286 w 1747"/>
                  <a:gd name="T67" fmla="*/ 3490 h 3107"/>
                  <a:gd name="T68" fmla="*/ 405 w 1747"/>
                  <a:gd name="T69" fmla="*/ 3374 h 3107"/>
                  <a:gd name="T70" fmla="*/ 399 w 1747"/>
                  <a:gd name="T71" fmla="*/ 3300 h 3107"/>
                  <a:gd name="T72" fmla="*/ 364 w 1747"/>
                  <a:gd name="T73" fmla="*/ 2605 h 3107"/>
                  <a:gd name="T74" fmla="*/ 312 w 1747"/>
                  <a:gd name="T75" fmla="*/ 1761 h 3107"/>
                  <a:gd name="T76" fmla="*/ 260 w 1747"/>
                  <a:gd name="T77" fmla="*/ 1617 h 3107"/>
                  <a:gd name="T78" fmla="*/ 228 w 1747"/>
                  <a:gd name="T79" fmla="*/ 1801 h 3107"/>
                  <a:gd name="T80" fmla="*/ 178 w 1747"/>
                  <a:gd name="T81" fmla="*/ 1928 h 3107"/>
                  <a:gd name="T82" fmla="*/ 70 w 1747"/>
                  <a:gd name="T83" fmla="*/ 1945 h 3107"/>
                  <a:gd name="T84" fmla="*/ 27 w 1747"/>
                  <a:gd name="T85" fmla="*/ 1693 h 3107"/>
                  <a:gd name="T86" fmla="*/ 32 w 1747"/>
                  <a:gd name="T87" fmla="*/ 1587 h 3107"/>
                  <a:gd name="T88" fmla="*/ 94 w 1747"/>
                  <a:gd name="T89" fmla="*/ 1311 h 3107"/>
                  <a:gd name="T90" fmla="*/ 147 w 1747"/>
                  <a:gd name="T91" fmla="*/ 1092 h 3107"/>
                  <a:gd name="T92" fmla="*/ 737 w 1747"/>
                  <a:gd name="T93" fmla="*/ 482 h 3107"/>
                  <a:gd name="T94" fmla="*/ 848 w 1747"/>
                  <a:gd name="T95" fmla="*/ 290 h 3107"/>
                  <a:gd name="T96" fmla="*/ 855 w 1747"/>
                  <a:gd name="T97" fmla="*/ 213 h 3107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1747" h="3107">
                    <a:moveTo>
                      <a:pt x="875" y="0"/>
                    </a:moveTo>
                    <a:cubicBezTo>
                      <a:pt x="875" y="0"/>
                      <a:pt x="1009" y="16"/>
                      <a:pt x="1019" y="181"/>
                    </a:cubicBezTo>
                    <a:cubicBezTo>
                      <a:pt x="1019" y="181"/>
                      <a:pt x="1024" y="164"/>
                      <a:pt x="1036" y="171"/>
                    </a:cubicBezTo>
                    <a:cubicBezTo>
                      <a:pt x="1048" y="178"/>
                      <a:pt x="1051" y="192"/>
                      <a:pt x="1048" y="210"/>
                    </a:cubicBezTo>
                    <a:cubicBezTo>
                      <a:pt x="1042" y="241"/>
                      <a:pt x="1038" y="263"/>
                      <a:pt x="1025" y="247"/>
                    </a:cubicBezTo>
                    <a:cubicBezTo>
                      <a:pt x="1025" y="247"/>
                      <a:pt x="1048" y="293"/>
                      <a:pt x="1038" y="350"/>
                    </a:cubicBezTo>
                    <a:cubicBezTo>
                      <a:pt x="1038" y="350"/>
                      <a:pt x="1049" y="348"/>
                      <a:pt x="1054" y="364"/>
                    </a:cubicBezTo>
                    <a:cubicBezTo>
                      <a:pt x="1059" y="380"/>
                      <a:pt x="1094" y="403"/>
                      <a:pt x="1119" y="410"/>
                    </a:cubicBezTo>
                    <a:cubicBezTo>
                      <a:pt x="1144" y="417"/>
                      <a:pt x="1441" y="436"/>
                      <a:pt x="1502" y="607"/>
                    </a:cubicBezTo>
                    <a:cubicBezTo>
                      <a:pt x="1517" y="652"/>
                      <a:pt x="1530" y="666"/>
                      <a:pt x="1553" y="691"/>
                    </a:cubicBezTo>
                    <a:cubicBezTo>
                      <a:pt x="1576" y="716"/>
                      <a:pt x="1609" y="799"/>
                      <a:pt x="1622" y="930"/>
                    </a:cubicBezTo>
                    <a:cubicBezTo>
                      <a:pt x="1626" y="979"/>
                      <a:pt x="1621" y="989"/>
                      <a:pt x="1633" y="1006"/>
                    </a:cubicBezTo>
                    <a:cubicBezTo>
                      <a:pt x="1645" y="1023"/>
                      <a:pt x="1659" y="1037"/>
                      <a:pt x="1655" y="1061"/>
                    </a:cubicBezTo>
                    <a:cubicBezTo>
                      <a:pt x="1651" y="1085"/>
                      <a:pt x="1659" y="1099"/>
                      <a:pt x="1667" y="1115"/>
                    </a:cubicBezTo>
                    <a:cubicBezTo>
                      <a:pt x="1675" y="1131"/>
                      <a:pt x="1707" y="1203"/>
                      <a:pt x="1703" y="1240"/>
                    </a:cubicBezTo>
                    <a:cubicBezTo>
                      <a:pt x="1699" y="1277"/>
                      <a:pt x="1703" y="1290"/>
                      <a:pt x="1711" y="1297"/>
                    </a:cubicBezTo>
                    <a:cubicBezTo>
                      <a:pt x="1719" y="1304"/>
                      <a:pt x="1730" y="1339"/>
                      <a:pt x="1720" y="1350"/>
                    </a:cubicBezTo>
                    <a:cubicBezTo>
                      <a:pt x="1710" y="1361"/>
                      <a:pt x="1711" y="1360"/>
                      <a:pt x="1715" y="1371"/>
                    </a:cubicBezTo>
                    <a:cubicBezTo>
                      <a:pt x="1719" y="1382"/>
                      <a:pt x="1721" y="1385"/>
                      <a:pt x="1720" y="1397"/>
                    </a:cubicBezTo>
                    <a:cubicBezTo>
                      <a:pt x="1719" y="1409"/>
                      <a:pt x="1718" y="1419"/>
                      <a:pt x="1723" y="1440"/>
                    </a:cubicBezTo>
                    <a:cubicBezTo>
                      <a:pt x="1728" y="1461"/>
                      <a:pt x="1747" y="1520"/>
                      <a:pt x="1733" y="1550"/>
                    </a:cubicBezTo>
                    <a:cubicBezTo>
                      <a:pt x="1719" y="1580"/>
                      <a:pt x="1715" y="1590"/>
                      <a:pt x="1710" y="1604"/>
                    </a:cubicBezTo>
                    <a:cubicBezTo>
                      <a:pt x="1705" y="1618"/>
                      <a:pt x="1695" y="1646"/>
                      <a:pt x="1687" y="1654"/>
                    </a:cubicBezTo>
                    <a:cubicBezTo>
                      <a:pt x="1679" y="1662"/>
                      <a:pt x="1635" y="1704"/>
                      <a:pt x="1620" y="1698"/>
                    </a:cubicBezTo>
                    <a:cubicBezTo>
                      <a:pt x="1609" y="1695"/>
                      <a:pt x="1611" y="1680"/>
                      <a:pt x="1611" y="1680"/>
                    </a:cubicBezTo>
                    <a:cubicBezTo>
                      <a:pt x="1611" y="1680"/>
                      <a:pt x="1585" y="1667"/>
                      <a:pt x="1595" y="1640"/>
                    </a:cubicBezTo>
                    <a:cubicBezTo>
                      <a:pt x="1595" y="1640"/>
                      <a:pt x="1579" y="1654"/>
                      <a:pt x="1567" y="1644"/>
                    </a:cubicBezTo>
                    <a:cubicBezTo>
                      <a:pt x="1555" y="1635"/>
                      <a:pt x="1560" y="1602"/>
                      <a:pt x="1558" y="1592"/>
                    </a:cubicBezTo>
                    <a:cubicBezTo>
                      <a:pt x="1556" y="1581"/>
                      <a:pt x="1556" y="1551"/>
                      <a:pt x="1552" y="1532"/>
                    </a:cubicBezTo>
                    <a:cubicBezTo>
                      <a:pt x="1549" y="1513"/>
                      <a:pt x="1536" y="1477"/>
                      <a:pt x="1540" y="1458"/>
                    </a:cubicBezTo>
                    <a:cubicBezTo>
                      <a:pt x="1545" y="1439"/>
                      <a:pt x="1553" y="1420"/>
                      <a:pt x="1542" y="1406"/>
                    </a:cubicBezTo>
                    <a:cubicBezTo>
                      <a:pt x="1531" y="1393"/>
                      <a:pt x="1526" y="1384"/>
                      <a:pt x="1526" y="1376"/>
                    </a:cubicBezTo>
                    <a:cubicBezTo>
                      <a:pt x="1526" y="1368"/>
                      <a:pt x="1478" y="1327"/>
                      <a:pt x="1467" y="1290"/>
                    </a:cubicBezTo>
                    <a:cubicBezTo>
                      <a:pt x="1467" y="1290"/>
                      <a:pt x="1474" y="1378"/>
                      <a:pt x="1471" y="1403"/>
                    </a:cubicBezTo>
                    <a:cubicBezTo>
                      <a:pt x="1469" y="1428"/>
                      <a:pt x="1470" y="1470"/>
                      <a:pt x="1481" y="1498"/>
                    </a:cubicBezTo>
                    <a:cubicBezTo>
                      <a:pt x="1491" y="1526"/>
                      <a:pt x="1571" y="1846"/>
                      <a:pt x="1459" y="2060"/>
                    </a:cubicBezTo>
                    <a:cubicBezTo>
                      <a:pt x="1442" y="2093"/>
                      <a:pt x="1447" y="2107"/>
                      <a:pt x="1450" y="2126"/>
                    </a:cubicBezTo>
                    <a:cubicBezTo>
                      <a:pt x="1453" y="2144"/>
                      <a:pt x="1455" y="2195"/>
                      <a:pt x="1437" y="2216"/>
                    </a:cubicBezTo>
                    <a:cubicBezTo>
                      <a:pt x="1418" y="2238"/>
                      <a:pt x="1405" y="2258"/>
                      <a:pt x="1413" y="2295"/>
                    </a:cubicBezTo>
                    <a:cubicBezTo>
                      <a:pt x="1421" y="2332"/>
                      <a:pt x="1482" y="2551"/>
                      <a:pt x="1413" y="2744"/>
                    </a:cubicBezTo>
                    <a:cubicBezTo>
                      <a:pt x="1397" y="2789"/>
                      <a:pt x="1417" y="2789"/>
                      <a:pt x="1408" y="2808"/>
                    </a:cubicBezTo>
                    <a:cubicBezTo>
                      <a:pt x="1399" y="2827"/>
                      <a:pt x="1399" y="2828"/>
                      <a:pt x="1401" y="2833"/>
                    </a:cubicBezTo>
                    <a:cubicBezTo>
                      <a:pt x="1403" y="2838"/>
                      <a:pt x="1399" y="2850"/>
                      <a:pt x="1396" y="2855"/>
                    </a:cubicBezTo>
                    <a:cubicBezTo>
                      <a:pt x="1393" y="2859"/>
                      <a:pt x="1396" y="2864"/>
                      <a:pt x="1402" y="2870"/>
                    </a:cubicBezTo>
                    <a:cubicBezTo>
                      <a:pt x="1408" y="2876"/>
                      <a:pt x="1430" y="2899"/>
                      <a:pt x="1436" y="2911"/>
                    </a:cubicBezTo>
                    <a:cubicBezTo>
                      <a:pt x="1441" y="2924"/>
                      <a:pt x="1473" y="2946"/>
                      <a:pt x="1481" y="2953"/>
                    </a:cubicBezTo>
                    <a:cubicBezTo>
                      <a:pt x="1490" y="2961"/>
                      <a:pt x="1496" y="2965"/>
                      <a:pt x="1503" y="2970"/>
                    </a:cubicBezTo>
                    <a:cubicBezTo>
                      <a:pt x="1510" y="2974"/>
                      <a:pt x="1531" y="2978"/>
                      <a:pt x="1537" y="2981"/>
                    </a:cubicBezTo>
                    <a:cubicBezTo>
                      <a:pt x="1543" y="2983"/>
                      <a:pt x="1552" y="2986"/>
                      <a:pt x="1556" y="2994"/>
                    </a:cubicBezTo>
                    <a:cubicBezTo>
                      <a:pt x="1559" y="3001"/>
                      <a:pt x="1562" y="3002"/>
                      <a:pt x="1561" y="3012"/>
                    </a:cubicBezTo>
                    <a:cubicBezTo>
                      <a:pt x="1561" y="3012"/>
                      <a:pt x="1575" y="3020"/>
                      <a:pt x="1571" y="3033"/>
                    </a:cubicBezTo>
                    <a:cubicBezTo>
                      <a:pt x="1568" y="3045"/>
                      <a:pt x="1563" y="3044"/>
                      <a:pt x="1563" y="3044"/>
                    </a:cubicBezTo>
                    <a:cubicBezTo>
                      <a:pt x="1563" y="3044"/>
                      <a:pt x="1565" y="3062"/>
                      <a:pt x="1556" y="3067"/>
                    </a:cubicBezTo>
                    <a:cubicBezTo>
                      <a:pt x="1546" y="3073"/>
                      <a:pt x="1544" y="3072"/>
                      <a:pt x="1544" y="3072"/>
                    </a:cubicBezTo>
                    <a:cubicBezTo>
                      <a:pt x="1544" y="3072"/>
                      <a:pt x="1541" y="3082"/>
                      <a:pt x="1529" y="3084"/>
                    </a:cubicBezTo>
                    <a:cubicBezTo>
                      <a:pt x="1517" y="3086"/>
                      <a:pt x="1512" y="3085"/>
                      <a:pt x="1512" y="3085"/>
                    </a:cubicBezTo>
                    <a:cubicBezTo>
                      <a:pt x="1512" y="3085"/>
                      <a:pt x="1498" y="3107"/>
                      <a:pt x="1473" y="3102"/>
                    </a:cubicBezTo>
                    <a:cubicBezTo>
                      <a:pt x="1448" y="3096"/>
                      <a:pt x="1439" y="3083"/>
                      <a:pt x="1435" y="3076"/>
                    </a:cubicBezTo>
                    <a:cubicBezTo>
                      <a:pt x="1430" y="3069"/>
                      <a:pt x="1426" y="3065"/>
                      <a:pt x="1423" y="3064"/>
                    </a:cubicBezTo>
                    <a:cubicBezTo>
                      <a:pt x="1420" y="3064"/>
                      <a:pt x="1409" y="3060"/>
                      <a:pt x="1403" y="3050"/>
                    </a:cubicBezTo>
                    <a:cubicBezTo>
                      <a:pt x="1397" y="3039"/>
                      <a:pt x="1387" y="3027"/>
                      <a:pt x="1379" y="3024"/>
                    </a:cubicBezTo>
                    <a:cubicBezTo>
                      <a:pt x="1371" y="3021"/>
                      <a:pt x="1336" y="3009"/>
                      <a:pt x="1306" y="3007"/>
                    </a:cubicBezTo>
                    <a:cubicBezTo>
                      <a:pt x="1276" y="3005"/>
                      <a:pt x="1197" y="2988"/>
                      <a:pt x="1201" y="2953"/>
                    </a:cubicBezTo>
                    <a:cubicBezTo>
                      <a:pt x="1205" y="2919"/>
                      <a:pt x="1217" y="2898"/>
                      <a:pt x="1205" y="2889"/>
                    </a:cubicBezTo>
                    <a:cubicBezTo>
                      <a:pt x="1193" y="2880"/>
                      <a:pt x="1171" y="2851"/>
                      <a:pt x="1172" y="2824"/>
                    </a:cubicBezTo>
                    <a:cubicBezTo>
                      <a:pt x="1173" y="2797"/>
                      <a:pt x="1180" y="2783"/>
                      <a:pt x="1148" y="2752"/>
                    </a:cubicBezTo>
                    <a:cubicBezTo>
                      <a:pt x="1115" y="2721"/>
                      <a:pt x="982" y="2603"/>
                      <a:pt x="1007" y="2396"/>
                    </a:cubicBezTo>
                    <a:cubicBezTo>
                      <a:pt x="1017" y="2315"/>
                      <a:pt x="1011" y="2276"/>
                      <a:pt x="1018" y="2263"/>
                    </a:cubicBezTo>
                    <a:cubicBezTo>
                      <a:pt x="1025" y="2250"/>
                      <a:pt x="1002" y="2236"/>
                      <a:pt x="1011" y="2230"/>
                    </a:cubicBezTo>
                    <a:cubicBezTo>
                      <a:pt x="1021" y="2223"/>
                      <a:pt x="1021" y="2214"/>
                      <a:pt x="1006" y="2211"/>
                    </a:cubicBezTo>
                    <a:cubicBezTo>
                      <a:pt x="991" y="2208"/>
                      <a:pt x="965" y="2182"/>
                      <a:pt x="954" y="2143"/>
                    </a:cubicBezTo>
                    <a:cubicBezTo>
                      <a:pt x="943" y="2104"/>
                      <a:pt x="897" y="1955"/>
                      <a:pt x="893" y="1927"/>
                    </a:cubicBezTo>
                    <a:cubicBezTo>
                      <a:pt x="889" y="1899"/>
                      <a:pt x="877" y="1890"/>
                      <a:pt x="875" y="1868"/>
                    </a:cubicBezTo>
                    <a:cubicBezTo>
                      <a:pt x="874" y="1847"/>
                      <a:pt x="873" y="1762"/>
                      <a:pt x="873" y="1762"/>
                    </a:cubicBezTo>
                    <a:cubicBezTo>
                      <a:pt x="874" y="1762"/>
                      <a:pt x="874" y="1762"/>
                      <a:pt x="874" y="1762"/>
                    </a:cubicBezTo>
                    <a:cubicBezTo>
                      <a:pt x="874" y="1762"/>
                      <a:pt x="873" y="1847"/>
                      <a:pt x="871" y="1868"/>
                    </a:cubicBezTo>
                    <a:cubicBezTo>
                      <a:pt x="870" y="1890"/>
                      <a:pt x="858" y="1899"/>
                      <a:pt x="854" y="1927"/>
                    </a:cubicBezTo>
                    <a:cubicBezTo>
                      <a:pt x="850" y="1955"/>
                      <a:pt x="803" y="2104"/>
                      <a:pt x="793" y="2143"/>
                    </a:cubicBezTo>
                    <a:cubicBezTo>
                      <a:pt x="782" y="2182"/>
                      <a:pt x="755" y="2208"/>
                      <a:pt x="741" y="2211"/>
                    </a:cubicBezTo>
                    <a:cubicBezTo>
                      <a:pt x="726" y="2214"/>
                      <a:pt x="726" y="2223"/>
                      <a:pt x="735" y="2230"/>
                    </a:cubicBezTo>
                    <a:cubicBezTo>
                      <a:pt x="745" y="2236"/>
                      <a:pt x="722" y="2250"/>
                      <a:pt x="729" y="2263"/>
                    </a:cubicBezTo>
                    <a:cubicBezTo>
                      <a:pt x="735" y="2276"/>
                      <a:pt x="729" y="2315"/>
                      <a:pt x="739" y="2396"/>
                    </a:cubicBezTo>
                    <a:cubicBezTo>
                      <a:pt x="765" y="2603"/>
                      <a:pt x="631" y="2721"/>
                      <a:pt x="599" y="2752"/>
                    </a:cubicBezTo>
                    <a:cubicBezTo>
                      <a:pt x="566" y="2783"/>
                      <a:pt x="574" y="2797"/>
                      <a:pt x="574" y="2824"/>
                    </a:cubicBezTo>
                    <a:cubicBezTo>
                      <a:pt x="575" y="2851"/>
                      <a:pt x="553" y="2880"/>
                      <a:pt x="541" y="2889"/>
                    </a:cubicBezTo>
                    <a:cubicBezTo>
                      <a:pt x="530" y="2898"/>
                      <a:pt x="542" y="2919"/>
                      <a:pt x="545" y="2953"/>
                    </a:cubicBezTo>
                    <a:cubicBezTo>
                      <a:pt x="549" y="2988"/>
                      <a:pt x="471" y="3005"/>
                      <a:pt x="440" y="3007"/>
                    </a:cubicBezTo>
                    <a:cubicBezTo>
                      <a:pt x="410" y="3009"/>
                      <a:pt x="376" y="3021"/>
                      <a:pt x="368" y="3024"/>
                    </a:cubicBezTo>
                    <a:cubicBezTo>
                      <a:pt x="359" y="3027"/>
                      <a:pt x="349" y="3039"/>
                      <a:pt x="344" y="3050"/>
                    </a:cubicBezTo>
                    <a:cubicBezTo>
                      <a:pt x="338" y="3060"/>
                      <a:pt x="326" y="3064"/>
                      <a:pt x="324" y="3064"/>
                    </a:cubicBezTo>
                    <a:cubicBezTo>
                      <a:pt x="321" y="3065"/>
                      <a:pt x="316" y="3069"/>
                      <a:pt x="312" y="3076"/>
                    </a:cubicBezTo>
                    <a:cubicBezTo>
                      <a:pt x="307" y="3083"/>
                      <a:pt x="298" y="3096"/>
                      <a:pt x="273" y="3102"/>
                    </a:cubicBezTo>
                    <a:cubicBezTo>
                      <a:pt x="249" y="3107"/>
                      <a:pt x="235" y="3085"/>
                      <a:pt x="235" y="3085"/>
                    </a:cubicBezTo>
                    <a:cubicBezTo>
                      <a:pt x="235" y="3085"/>
                      <a:pt x="230" y="3086"/>
                      <a:pt x="218" y="3084"/>
                    </a:cubicBezTo>
                    <a:cubicBezTo>
                      <a:pt x="206" y="3082"/>
                      <a:pt x="202" y="3072"/>
                      <a:pt x="202" y="3072"/>
                    </a:cubicBezTo>
                    <a:cubicBezTo>
                      <a:pt x="202" y="3072"/>
                      <a:pt x="200" y="3073"/>
                      <a:pt x="191" y="3067"/>
                    </a:cubicBezTo>
                    <a:cubicBezTo>
                      <a:pt x="181" y="3062"/>
                      <a:pt x="184" y="3044"/>
                      <a:pt x="184" y="3044"/>
                    </a:cubicBezTo>
                    <a:cubicBezTo>
                      <a:pt x="184" y="3044"/>
                      <a:pt x="179" y="3045"/>
                      <a:pt x="175" y="3033"/>
                    </a:cubicBezTo>
                    <a:cubicBezTo>
                      <a:pt x="172" y="3020"/>
                      <a:pt x="186" y="3012"/>
                      <a:pt x="186" y="3012"/>
                    </a:cubicBezTo>
                    <a:cubicBezTo>
                      <a:pt x="185" y="3002"/>
                      <a:pt x="187" y="3001"/>
                      <a:pt x="191" y="2994"/>
                    </a:cubicBezTo>
                    <a:cubicBezTo>
                      <a:pt x="195" y="2986"/>
                      <a:pt x="203" y="2983"/>
                      <a:pt x="210" y="2981"/>
                    </a:cubicBezTo>
                    <a:cubicBezTo>
                      <a:pt x="216" y="2978"/>
                      <a:pt x="236" y="2974"/>
                      <a:pt x="244" y="2970"/>
                    </a:cubicBezTo>
                    <a:cubicBezTo>
                      <a:pt x="251" y="2965"/>
                      <a:pt x="257" y="2961"/>
                      <a:pt x="265" y="2953"/>
                    </a:cubicBezTo>
                    <a:cubicBezTo>
                      <a:pt x="274" y="2946"/>
                      <a:pt x="305" y="2924"/>
                      <a:pt x="311" y="2911"/>
                    </a:cubicBezTo>
                    <a:cubicBezTo>
                      <a:pt x="317" y="2899"/>
                      <a:pt x="338" y="2876"/>
                      <a:pt x="345" y="2870"/>
                    </a:cubicBezTo>
                    <a:cubicBezTo>
                      <a:pt x="351" y="2864"/>
                      <a:pt x="354" y="2859"/>
                      <a:pt x="350" y="2855"/>
                    </a:cubicBezTo>
                    <a:cubicBezTo>
                      <a:pt x="347" y="2850"/>
                      <a:pt x="344" y="2838"/>
                      <a:pt x="346" y="2833"/>
                    </a:cubicBezTo>
                    <a:cubicBezTo>
                      <a:pt x="348" y="2828"/>
                      <a:pt x="348" y="2827"/>
                      <a:pt x="339" y="2808"/>
                    </a:cubicBezTo>
                    <a:cubicBezTo>
                      <a:pt x="330" y="2789"/>
                      <a:pt x="350" y="2789"/>
                      <a:pt x="334" y="2744"/>
                    </a:cubicBezTo>
                    <a:cubicBezTo>
                      <a:pt x="265" y="2551"/>
                      <a:pt x="326" y="2332"/>
                      <a:pt x="334" y="2295"/>
                    </a:cubicBezTo>
                    <a:cubicBezTo>
                      <a:pt x="342" y="2258"/>
                      <a:pt x="329" y="2238"/>
                      <a:pt x="310" y="2216"/>
                    </a:cubicBezTo>
                    <a:cubicBezTo>
                      <a:pt x="291" y="2195"/>
                      <a:pt x="294" y="2144"/>
                      <a:pt x="297" y="2126"/>
                    </a:cubicBezTo>
                    <a:cubicBezTo>
                      <a:pt x="299" y="2107"/>
                      <a:pt x="304" y="2093"/>
                      <a:pt x="287" y="2060"/>
                    </a:cubicBezTo>
                    <a:cubicBezTo>
                      <a:pt x="175" y="1846"/>
                      <a:pt x="255" y="1526"/>
                      <a:pt x="266" y="1498"/>
                    </a:cubicBezTo>
                    <a:cubicBezTo>
                      <a:pt x="277" y="1470"/>
                      <a:pt x="278" y="1428"/>
                      <a:pt x="275" y="1403"/>
                    </a:cubicBezTo>
                    <a:cubicBezTo>
                      <a:pt x="273" y="1378"/>
                      <a:pt x="279" y="1290"/>
                      <a:pt x="279" y="1290"/>
                    </a:cubicBezTo>
                    <a:cubicBezTo>
                      <a:pt x="269" y="1327"/>
                      <a:pt x="221" y="1368"/>
                      <a:pt x="221" y="1376"/>
                    </a:cubicBezTo>
                    <a:cubicBezTo>
                      <a:pt x="221" y="1384"/>
                      <a:pt x="215" y="1393"/>
                      <a:pt x="205" y="1406"/>
                    </a:cubicBezTo>
                    <a:cubicBezTo>
                      <a:pt x="194" y="1420"/>
                      <a:pt x="202" y="1439"/>
                      <a:pt x="207" y="1458"/>
                    </a:cubicBezTo>
                    <a:cubicBezTo>
                      <a:pt x="211" y="1477"/>
                      <a:pt x="198" y="1513"/>
                      <a:pt x="194" y="1532"/>
                    </a:cubicBezTo>
                    <a:cubicBezTo>
                      <a:pt x="190" y="1551"/>
                      <a:pt x="191" y="1581"/>
                      <a:pt x="188" y="1592"/>
                    </a:cubicBezTo>
                    <a:cubicBezTo>
                      <a:pt x="186" y="1602"/>
                      <a:pt x="192" y="1635"/>
                      <a:pt x="180" y="1644"/>
                    </a:cubicBezTo>
                    <a:cubicBezTo>
                      <a:pt x="168" y="1654"/>
                      <a:pt x="152" y="1640"/>
                      <a:pt x="152" y="1640"/>
                    </a:cubicBezTo>
                    <a:cubicBezTo>
                      <a:pt x="162" y="1667"/>
                      <a:pt x="135" y="1680"/>
                      <a:pt x="135" y="1680"/>
                    </a:cubicBezTo>
                    <a:cubicBezTo>
                      <a:pt x="135" y="1680"/>
                      <a:pt x="137" y="1695"/>
                      <a:pt x="127" y="1698"/>
                    </a:cubicBezTo>
                    <a:cubicBezTo>
                      <a:pt x="112" y="1704"/>
                      <a:pt x="68" y="1662"/>
                      <a:pt x="60" y="1654"/>
                    </a:cubicBezTo>
                    <a:cubicBezTo>
                      <a:pt x="52" y="1646"/>
                      <a:pt x="42" y="1618"/>
                      <a:pt x="37" y="1604"/>
                    </a:cubicBezTo>
                    <a:cubicBezTo>
                      <a:pt x="32" y="1590"/>
                      <a:pt x="28" y="1580"/>
                      <a:pt x="14" y="1550"/>
                    </a:cubicBezTo>
                    <a:cubicBezTo>
                      <a:pt x="0" y="1520"/>
                      <a:pt x="19" y="1461"/>
                      <a:pt x="24" y="1440"/>
                    </a:cubicBezTo>
                    <a:cubicBezTo>
                      <a:pt x="29" y="1419"/>
                      <a:pt x="28" y="1409"/>
                      <a:pt x="27" y="1397"/>
                    </a:cubicBezTo>
                    <a:cubicBezTo>
                      <a:pt x="26" y="1385"/>
                      <a:pt x="28" y="1382"/>
                      <a:pt x="32" y="1371"/>
                    </a:cubicBezTo>
                    <a:cubicBezTo>
                      <a:pt x="36" y="1360"/>
                      <a:pt x="37" y="1361"/>
                      <a:pt x="27" y="1350"/>
                    </a:cubicBezTo>
                    <a:cubicBezTo>
                      <a:pt x="17" y="1339"/>
                      <a:pt x="28" y="1304"/>
                      <a:pt x="36" y="1297"/>
                    </a:cubicBezTo>
                    <a:cubicBezTo>
                      <a:pt x="44" y="1290"/>
                      <a:pt x="48" y="1277"/>
                      <a:pt x="44" y="1240"/>
                    </a:cubicBezTo>
                    <a:cubicBezTo>
                      <a:pt x="40" y="1203"/>
                      <a:pt x="72" y="1131"/>
                      <a:pt x="80" y="1115"/>
                    </a:cubicBezTo>
                    <a:cubicBezTo>
                      <a:pt x="88" y="1099"/>
                      <a:pt x="96" y="1085"/>
                      <a:pt x="92" y="1061"/>
                    </a:cubicBezTo>
                    <a:cubicBezTo>
                      <a:pt x="88" y="1037"/>
                      <a:pt x="102" y="1023"/>
                      <a:pt x="114" y="1006"/>
                    </a:cubicBezTo>
                    <a:cubicBezTo>
                      <a:pt x="126" y="989"/>
                      <a:pt x="120" y="979"/>
                      <a:pt x="125" y="930"/>
                    </a:cubicBezTo>
                    <a:cubicBezTo>
                      <a:pt x="138" y="799"/>
                      <a:pt x="171" y="716"/>
                      <a:pt x="194" y="691"/>
                    </a:cubicBezTo>
                    <a:cubicBezTo>
                      <a:pt x="217" y="666"/>
                      <a:pt x="229" y="652"/>
                      <a:pt x="245" y="607"/>
                    </a:cubicBezTo>
                    <a:cubicBezTo>
                      <a:pt x="306" y="436"/>
                      <a:pt x="603" y="417"/>
                      <a:pt x="628" y="410"/>
                    </a:cubicBezTo>
                    <a:cubicBezTo>
                      <a:pt x="653" y="403"/>
                      <a:pt x="688" y="380"/>
                      <a:pt x="693" y="364"/>
                    </a:cubicBezTo>
                    <a:cubicBezTo>
                      <a:pt x="698" y="348"/>
                      <a:pt x="709" y="350"/>
                      <a:pt x="709" y="350"/>
                    </a:cubicBezTo>
                    <a:cubicBezTo>
                      <a:pt x="699" y="293"/>
                      <a:pt x="722" y="247"/>
                      <a:pt x="722" y="247"/>
                    </a:cubicBezTo>
                    <a:cubicBezTo>
                      <a:pt x="705" y="267"/>
                      <a:pt x="707" y="220"/>
                      <a:pt x="702" y="211"/>
                    </a:cubicBezTo>
                    <a:cubicBezTo>
                      <a:pt x="694" y="199"/>
                      <a:pt x="699" y="176"/>
                      <a:pt x="711" y="170"/>
                    </a:cubicBezTo>
                    <a:cubicBezTo>
                      <a:pt x="723" y="163"/>
                      <a:pt x="728" y="181"/>
                      <a:pt x="728" y="181"/>
                    </a:cubicBezTo>
                    <a:cubicBezTo>
                      <a:pt x="737" y="16"/>
                      <a:pt x="872" y="0"/>
                      <a:pt x="872" y="0"/>
                    </a:cubicBezTo>
                    <a:lnTo>
                      <a:pt x="875" y="0"/>
                    </a:lnTo>
                    <a:close/>
                  </a:path>
                </a:pathLst>
              </a:custGeom>
              <a:solidFill>
                <a:srgbClr val="7533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375" name="Freeform 425">
                <a:extLst>
                  <a:ext uri="{FF2B5EF4-FFF2-40B4-BE49-F238E27FC236}">
                    <a16:creationId xmlns:a16="http://schemas.microsoft.com/office/drawing/2014/main" id="{E19C794B-A390-4DBA-B29B-FC22A80AF2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8" y="877"/>
                <a:ext cx="50" cy="38"/>
              </a:xfrm>
              <a:custGeom>
                <a:avLst/>
                <a:gdLst>
                  <a:gd name="T0" fmla="*/ 52 w 47"/>
                  <a:gd name="T1" fmla="*/ 19 h 36"/>
                  <a:gd name="T2" fmla="*/ 0 w 47"/>
                  <a:gd name="T3" fmla="*/ 24 h 36"/>
                  <a:gd name="T4" fmla="*/ 44 w 47"/>
                  <a:gd name="T5" fmla="*/ 29 h 36"/>
                  <a:gd name="T6" fmla="*/ 53 w 47"/>
                  <a:gd name="T7" fmla="*/ 25 h 36"/>
                  <a:gd name="T8" fmla="*/ 54 w 47"/>
                  <a:gd name="T9" fmla="*/ 21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7" h="36">
                    <a:moveTo>
                      <a:pt x="43" y="16"/>
                    </a:moveTo>
                    <a:cubicBezTo>
                      <a:pt x="43" y="16"/>
                      <a:pt x="16" y="0"/>
                      <a:pt x="0" y="21"/>
                    </a:cubicBezTo>
                    <a:cubicBezTo>
                      <a:pt x="0" y="21"/>
                      <a:pt x="16" y="36"/>
                      <a:pt x="37" y="25"/>
                    </a:cubicBezTo>
                    <a:cubicBezTo>
                      <a:pt x="37" y="25"/>
                      <a:pt x="40" y="22"/>
                      <a:pt x="44" y="22"/>
                    </a:cubicBezTo>
                    <a:cubicBezTo>
                      <a:pt x="47" y="22"/>
                      <a:pt x="47" y="20"/>
                      <a:pt x="45" y="18"/>
                    </a:cubicBezTo>
                  </a:path>
                </a:pathLst>
              </a:custGeom>
              <a:solidFill>
                <a:srgbClr val="FC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376" name="Freeform 426">
                <a:extLst>
                  <a:ext uri="{FF2B5EF4-FFF2-40B4-BE49-F238E27FC236}">
                    <a16:creationId xmlns:a16="http://schemas.microsoft.com/office/drawing/2014/main" id="{BC0D5E9D-7D02-4FDA-AD1B-EA0ED53B71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8" y="877"/>
                <a:ext cx="50" cy="38"/>
              </a:xfrm>
              <a:custGeom>
                <a:avLst/>
                <a:gdLst>
                  <a:gd name="T0" fmla="*/ 4 w 47"/>
                  <a:gd name="T1" fmla="*/ 19 h 36"/>
                  <a:gd name="T2" fmla="*/ 56 w 47"/>
                  <a:gd name="T3" fmla="*/ 24 h 36"/>
                  <a:gd name="T4" fmla="*/ 13 w 47"/>
                  <a:gd name="T5" fmla="*/ 29 h 36"/>
                  <a:gd name="T6" fmla="*/ 3 w 47"/>
                  <a:gd name="T7" fmla="*/ 25 h 36"/>
                  <a:gd name="T8" fmla="*/ 2 w 47"/>
                  <a:gd name="T9" fmla="*/ 21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7" h="36">
                    <a:moveTo>
                      <a:pt x="4" y="16"/>
                    </a:moveTo>
                    <a:cubicBezTo>
                      <a:pt x="4" y="16"/>
                      <a:pt x="31" y="0"/>
                      <a:pt x="47" y="21"/>
                    </a:cubicBezTo>
                    <a:cubicBezTo>
                      <a:pt x="47" y="21"/>
                      <a:pt x="31" y="36"/>
                      <a:pt x="10" y="25"/>
                    </a:cubicBezTo>
                    <a:cubicBezTo>
                      <a:pt x="10" y="25"/>
                      <a:pt x="7" y="22"/>
                      <a:pt x="3" y="22"/>
                    </a:cubicBezTo>
                    <a:cubicBezTo>
                      <a:pt x="0" y="22"/>
                      <a:pt x="0" y="20"/>
                      <a:pt x="2" y="18"/>
                    </a:cubicBezTo>
                  </a:path>
                </a:pathLst>
              </a:custGeom>
              <a:solidFill>
                <a:srgbClr val="FC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377" name="Freeform 427">
                <a:extLst>
                  <a:ext uri="{FF2B5EF4-FFF2-40B4-BE49-F238E27FC236}">
                    <a16:creationId xmlns:a16="http://schemas.microsoft.com/office/drawing/2014/main" id="{D625C1F4-51D1-4A24-92AA-E8C9AD607B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2" y="2362"/>
                <a:ext cx="38" cy="173"/>
              </a:xfrm>
              <a:custGeom>
                <a:avLst/>
                <a:gdLst>
                  <a:gd name="T0" fmla="*/ 26 w 36"/>
                  <a:gd name="T1" fmla="*/ 0 h 164"/>
                  <a:gd name="T2" fmla="*/ 19 w 36"/>
                  <a:gd name="T3" fmla="*/ 9 h 164"/>
                  <a:gd name="T4" fmla="*/ 19 w 36"/>
                  <a:gd name="T5" fmla="*/ 27 h 164"/>
                  <a:gd name="T6" fmla="*/ 5 w 36"/>
                  <a:gd name="T7" fmla="*/ 56 h 164"/>
                  <a:gd name="T8" fmla="*/ 3 w 36"/>
                  <a:gd name="T9" fmla="*/ 79 h 164"/>
                  <a:gd name="T10" fmla="*/ 3 w 36"/>
                  <a:gd name="T11" fmla="*/ 94 h 164"/>
                  <a:gd name="T12" fmla="*/ 7 w 36"/>
                  <a:gd name="T13" fmla="*/ 103 h 164"/>
                  <a:gd name="T14" fmla="*/ 16 w 36"/>
                  <a:gd name="T15" fmla="*/ 122 h 164"/>
                  <a:gd name="T16" fmla="*/ 29 w 36"/>
                  <a:gd name="T17" fmla="*/ 136 h 164"/>
                  <a:gd name="T18" fmla="*/ 41 w 36"/>
                  <a:gd name="T19" fmla="*/ 167 h 164"/>
                  <a:gd name="T20" fmla="*/ 41 w 36"/>
                  <a:gd name="T21" fmla="*/ 192 h 16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6" h="164">
                    <a:moveTo>
                      <a:pt x="23" y="0"/>
                    </a:moveTo>
                    <a:cubicBezTo>
                      <a:pt x="20" y="4"/>
                      <a:pt x="18" y="5"/>
                      <a:pt x="16" y="9"/>
                    </a:cubicBezTo>
                    <a:cubicBezTo>
                      <a:pt x="15" y="14"/>
                      <a:pt x="17" y="19"/>
                      <a:pt x="16" y="24"/>
                    </a:cubicBezTo>
                    <a:cubicBezTo>
                      <a:pt x="14" y="34"/>
                      <a:pt x="10" y="39"/>
                      <a:pt x="5" y="47"/>
                    </a:cubicBezTo>
                    <a:cubicBezTo>
                      <a:pt x="0" y="54"/>
                      <a:pt x="2" y="58"/>
                      <a:pt x="3" y="67"/>
                    </a:cubicBezTo>
                    <a:cubicBezTo>
                      <a:pt x="3" y="71"/>
                      <a:pt x="3" y="76"/>
                      <a:pt x="3" y="80"/>
                    </a:cubicBezTo>
                    <a:cubicBezTo>
                      <a:pt x="4" y="83"/>
                      <a:pt x="5" y="85"/>
                      <a:pt x="7" y="88"/>
                    </a:cubicBezTo>
                    <a:cubicBezTo>
                      <a:pt x="10" y="95"/>
                      <a:pt x="8" y="100"/>
                      <a:pt x="13" y="104"/>
                    </a:cubicBezTo>
                    <a:cubicBezTo>
                      <a:pt x="18" y="108"/>
                      <a:pt x="21" y="111"/>
                      <a:pt x="25" y="116"/>
                    </a:cubicBezTo>
                    <a:cubicBezTo>
                      <a:pt x="30" y="124"/>
                      <a:pt x="33" y="133"/>
                      <a:pt x="35" y="142"/>
                    </a:cubicBezTo>
                    <a:cubicBezTo>
                      <a:pt x="36" y="149"/>
                      <a:pt x="34" y="157"/>
                      <a:pt x="35" y="164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378" name="Freeform 428">
                <a:extLst>
                  <a:ext uri="{FF2B5EF4-FFF2-40B4-BE49-F238E27FC236}">
                    <a16:creationId xmlns:a16="http://schemas.microsoft.com/office/drawing/2014/main" id="{06D7079C-DFE3-42F1-9BF9-1B182A0BD5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7" y="2447"/>
                <a:ext cx="48" cy="43"/>
              </a:xfrm>
              <a:custGeom>
                <a:avLst/>
                <a:gdLst>
                  <a:gd name="T0" fmla="*/ 52 w 46"/>
                  <a:gd name="T1" fmla="*/ 47 h 41"/>
                  <a:gd name="T2" fmla="*/ 39 w 46"/>
                  <a:gd name="T3" fmla="*/ 33 h 41"/>
                  <a:gd name="T4" fmla="*/ 24 w 46"/>
                  <a:gd name="T5" fmla="*/ 25 h 41"/>
                  <a:gd name="T6" fmla="*/ 0 w 46"/>
                  <a:gd name="T7" fmla="*/ 0 h 4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6" h="41">
                    <a:moveTo>
                      <a:pt x="46" y="41"/>
                    </a:moveTo>
                    <a:cubicBezTo>
                      <a:pt x="45" y="37"/>
                      <a:pt x="38" y="31"/>
                      <a:pt x="34" y="29"/>
                    </a:cubicBezTo>
                    <a:cubicBezTo>
                      <a:pt x="29" y="26"/>
                      <a:pt x="25" y="26"/>
                      <a:pt x="21" y="22"/>
                    </a:cubicBezTo>
                    <a:cubicBezTo>
                      <a:pt x="14" y="15"/>
                      <a:pt x="12" y="1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379" name="Freeform 429">
                <a:extLst>
                  <a:ext uri="{FF2B5EF4-FFF2-40B4-BE49-F238E27FC236}">
                    <a16:creationId xmlns:a16="http://schemas.microsoft.com/office/drawing/2014/main" id="{8B02740B-CE06-43E6-9B60-71F3957644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4" y="2426"/>
                <a:ext cx="23" cy="18"/>
              </a:xfrm>
              <a:custGeom>
                <a:avLst/>
                <a:gdLst>
                  <a:gd name="T0" fmla="*/ 27 w 21"/>
                  <a:gd name="T1" fmla="*/ 20 h 17"/>
                  <a:gd name="T2" fmla="*/ 0 w 21"/>
                  <a:gd name="T3" fmla="*/ 0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17">
                    <a:moveTo>
                      <a:pt x="21" y="17"/>
                    </a:moveTo>
                    <a:cubicBezTo>
                      <a:pt x="16" y="9"/>
                      <a:pt x="9" y="4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380" name="Freeform 430">
                <a:extLst>
                  <a:ext uri="{FF2B5EF4-FFF2-40B4-BE49-F238E27FC236}">
                    <a16:creationId xmlns:a16="http://schemas.microsoft.com/office/drawing/2014/main" id="{8C3027F4-77DA-478F-8CD0-972C547E64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3" y="2362"/>
                <a:ext cx="38" cy="128"/>
              </a:xfrm>
              <a:custGeom>
                <a:avLst/>
                <a:gdLst>
                  <a:gd name="T0" fmla="*/ 2 w 36"/>
                  <a:gd name="T1" fmla="*/ 0 h 121"/>
                  <a:gd name="T2" fmla="*/ 1 w 36"/>
                  <a:gd name="T3" fmla="*/ 56 h 121"/>
                  <a:gd name="T4" fmla="*/ 6 w 36"/>
                  <a:gd name="T5" fmla="*/ 98 h 121"/>
                  <a:gd name="T6" fmla="*/ 22 w 36"/>
                  <a:gd name="T7" fmla="*/ 124 h 121"/>
                  <a:gd name="T8" fmla="*/ 42 w 36"/>
                  <a:gd name="T9" fmla="*/ 143 h 1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" h="121">
                    <a:moveTo>
                      <a:pt x="2" y="0"/>
                    </a:moveTo>
                    <a:cubicBezTo>
                      <a:pt x="8" y="15"/>
                      <a:pt x="2" y="31"/>
                      <a:pt x="1" y="47"/>
                    </a:cubicBezTo>
                    <a:cubicBezTo>
                      <a:pt x="0" y="59"/>
                      <a:pt x="1" y="71"/>
                      <a:pt x="6" y="83"/>
                    </a:cubicBezTo>
                    <a:cubicBezTo>
                      <a:pt x="9" y="90"/>
                      <a:pt x="13" y="99"/>
                      <a:pt x="19" y="105"/>
                    </a:cubicBezTo>
                    <a:cubicBezTo>
                      <a:pt x="23" y="110"/>
                      <a:pt x="30" y="119"/>
                      <a:pt x="36" y="121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381" name="Freeform 431">
                <a:extLst>
                  <a:ext uri="{FF2B5EF4-FFF2-40B4-BE49-F238E27FC236}">
                    <a16:creationId xmlns:a16="http://schemas.microsoft.com/office/drawing/2014/main" id="{96C37741-0F14-4659-BE31-18C3270B7E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0" y="2354"/>
                <a:ext cx="38" cy="27"/>
              </a:xfrm>
              <a:custGeom>
                <a:avLst/>
                <a:gdLst>
                  <a:gd name="T0" fmla="*/ 0 w 36"/>
                  <a:gd name="T1" fmla="*/ 3 h 26"/>
                  <a:gd name="T2" fmla="*/ 42 w 36"/>
                  <a:gd name="T3" fmla="*/ 29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6" h="26">
                    <a:moveTo>
                      <a:pt x="0" y="3"/>
                    </a:moveTo>
                    <a:cubicBezTo>
                      <a:pt x="13" y="0"/>
                      <a:pt x="30" y="16"/>
                      <a:pt x="36" y="26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382" name="Freeform 432">
                <a:extLst>
                  <a:ext uri="{FF2B5EF4-FFF2-40B4-BE49-F238E27FC236}">
                    <a16:creationId xmlns:a16="http://schemas.microsoft.com/office/drawing/2014/main" id="{089DAC99-207D-4DF9-9955-3DB6CA77F7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7" y="2440"/>
                <a:ext cx="27" cy="30"/>
              </a:xfrm>
              <a:custGeom>
                <a:avLst/>
                <a:gdLst>
                  <a:gd name="T0" fmla="*/ 28 w 26"/>
                  <a:gd name="T1" fmla="*/ 1 h 28"/>
                  <a:gd name="T2" fmla="*/ 6 w 26"/>
                  <a:gd name="T3" fmla="*/ 6 h 28"/>
                  <a:gd name="T4" fmla="*/ 1 w 26"/>
                  <a:gd name="T5" fmla="*/ 34 h 28"/>
                  <a:gd name="T6" fmla="*/ 29 w 26"/>
                  <a:gd name="T7" fmla="*/ 33 h 2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28">
                    <a:moveTo>
                      <a:pt x="25" y="1"/>
                    </a:moveTo>
                    <a:cubicBezTo>
                      <a:pt x="18" y="0"/>
                      <a:pt x="11" y="1"/>
                      <a:pt x="6" y="6"/>
                    </a:cubicBezTo>
                    <a:cubicBezTo>
                      <a:pt x="0" y="11"/>
                      <a:pt x="0" y="21"/>
                      <a:pt x="1" y="28"/>
                    </a:cubicBezTo>
                    <a:cubicBezTo>
                      <a:pt x="5" y="22"/>
                      <a:pt x="20" y="20"/>
                      <a:pt x="26" y="27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383" name="Freeform 433">
                <a:extLst>
                  <a:ext uri="{FF2B5EF4-FFF2-40B4-BE49-F238E27FC236}">
                    <a16:creationId xmlns:a16="http://schemas.microsoft.com/office/drawing/2014/main" id="{175FDE72-5B26-4448-B02D-6C0AA263FF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0" y="2520"/>
                <a:ext cx="37" cy="24"/>
              </a:xfrm>
              <a:custGeom>
                <a:avLst/>
                <a:gdLst>
                  <a:gd name="T0" fmla="*/ 0 w 35"/>
                  <a:gd name="T1" fmla="*/ 7 h 23"/>
                  <a:gd name="T2" fmla="*/ 29 w 35"/>
                  <a:gd name="T3" fmla="*/ 5 h 23"/>
                  <a:gd name="T4" fmla="*/ 40 w 35"/>
                  <a:gd name="T5" fmla="*/ 11 h 23"/>
                  <a:gd name="T6" fmla="*/ 34 w 35"/>
                  <a:gd name="T7" fmla="*/ 26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5" h="23">
                    <a:moveTo>
                      <a:pt x="0" y="7"/>
                    </a:moveTo>
                    <a:cubicBezTo>
                      <a:pt x="8" y="1"/>
                      <a:pt x="16" y="0"/>
                      <a:pt x="25" y="5"/>
                    </a:cubicBezTo>
                    <a:cubicBezTo>
                      <a:pt x="27" y="6"/>
                      <a:pt x="33" y="8"/>
                      <a:pt x="34" y="11"/>
                    </a:cubicBezTo>
                    <a:cubicBezTo>
                      <a:pt x="35" y="14"/>
                      <a:pt x="30" y="21"/>
                      <a:pt x="28" y="23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384" name="Freeform 434">
                <a:extLst>
                  <a:ext uri="{FF2B5EF4-FFF2-40B4-BE49-F238E27FC236}">
                    <a16:creationId xmlns:a16="http://schemas.microsoft.com/office/drawing/2014/main" id="{099CCCF2-C574-49ED-B711-2D3E962F08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7" y="2948"/>
                <a:ext cx="61" cy="87"/>
              </a:xfrm>
              <a:custGeom>
                <a:avLst/>
                <a:gdLst>
                  <a:gd name="T0" fmla="*/ 0 w 58"/>
                  <a:gd name="T1" fmla="*/ 0 h 82"/>
                  <a:gd name="T2" fmla="*/ 67 w 58"/>
                  <a:gd name="T3" fmla="*/ 98 h 8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8" h="82">
                    <a:moveTo>
                      <a:pt x="0" y="0"/>
                    </a:moveTo>
                    <a:cubicBezTo>
                      <a:pt x="13" y="31"/>
                      <a:pt x="53" y="46"/>
                      <a:pt x="58" y="82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385" name="Freeform 435">
                <a:extLst>
                  <a:ext uri="{FF2B5EF4-FFF2-40B4-BE49-F238E27FC236}">
                    <a16:creationId xmlns:a16="http://schemas.microsoft.com/office/drawing/2014/main" id="{CC23EC76-5699-4069-B774-247FFAC149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9" y="3073"/>
                <a:ext cx="210" cy="38"/>
              </a:xfrm>
              <a:custGeom>
                <a:avLst/>
                <a:gdLst>
                  <a:gd name="T0" fmla="*/ 0 w 199"/>
                  <a:gd name="T1" fmla="*/ 0 h 36"/>
                  <a:gd name="T2" fmla="*/ 110 w 199"/>
                  <a:gd name="T3" fmla="*/ 40 h 36"/>
                  <a:gd name="T4" fmla="*/ 234 w 199"/>
                  <a:gd name="T5" fmla="*/ 20 h 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9" h="36">
                    <a:moveTo>
                      <a:pt x="0" y="0"/>
                    </a:moveTo>
                    <a:cubicBezTo>
                      <a:pt x="32" y="17"/>
                      <a:pt x="56" y="33"/>
                      <a:pt x="94" y="34"/>
                    </a:cubicBezTo>
                    <a:cubicBezTo>
                      <a:pt x="129" y="36"/>
                      <a:pt x="166" y="27"/>
                      <a:pt x="199" y="17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386" name="Freeform 436">
                <a:extLst>
                  <a:ext uri="{FF2B5EF4-FFF2-40B4-BE49-F238E27FC236}">
                    <a16:creationId xmlns:a16="http://schemas.microsoft.com/office/drawing/2014/main" id="{02A49BD1-2622-43DA-89A7-05DAC4B9F8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4" y="3077"/>
                <a:ext cx="41" cy="18"/>
              </a:xfrm>
              <a:custGeom>
                <a:avLst/>
                <a:gdLst>
                  <a:gd name="T0" fmla="*/ 0 w 38"/>
                  <a:gd name="T1" fmla="*/ 0 h 17"/>
                  <a:gd name="T2" fmla="*/ 47 w 38"/>
                  <a:gd name="T3" fmla="*/ 20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8" h="17">
                    <a:moveTo>
                      <a:pt x="0" y="0"/>
                    </a:moveTo>
                    <a:cubicBezTo>
                      <a:pt x="13" y="1"/>
                      <a:pt x="29" y="8"/>
                      <a:pt x="38" y="17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387" name="Freeform 437">
                <a:extLst>
                  <a:ext uri="{FF2B5EF4-FFF2-40B4-BE49-F238E27FC236}">
                    <a16:creationId xmlns:a16="http://schemas.microsoft.com/office/drawing/2014/main" id="{ED406D24-007C-4B6B-84EC-912DA2B814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7" y="3133"/>
                <a:ext cx="43" cy="4"/>
              </a:xfrm>
              <a:custGeom>
                <a:avLst/>
                <a:gdLst>
                  <a:gd name="T0" fmla="*/ 0 w 41"/>
                  <a:gd name="T1" fmla="*/ 0 h 4"/>
                  <a:gd name="T2" fmla="*/ 47 w 41"/>
                  <a:gd name="T3" fmla="*/ 4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1" h="4">
                    <a:moveTo>
                      <a:pt x="0" y="0"/>
                    </a:moveTo>
                    <a:cubicBezTo>
                      <a:pt x="14" y="3"/>
                      <a:pt x="28" y="1"/>
                      <a:pt x="41" y="4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388" name="Freeform 438">
                <a:extLst>
                  <a:ext uri="{FF2B5EF4-FFF2-40B4-BE49-F238E27FC236}">
                    <a16:creationId xmlns:a16="http://schemas.microsoft.com/office/drawing/2014/main" id="{25C3512C-9F48-4AE4-825B-09B848E46C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8" y="3664"/>
                <a:ext cx="39" cy="10"/>
              </a:xfrm>
              <a:custGeom>
                <a:avLst/>
                <a:gdLst>
                  <a:gd name="T0" fmla="*/ 0 w 37"/>
                  <a:gd name="T1" fmla="*/ 0 h 10"/>
                  <a:gd name="T2" fmla="*/ 43 w 37"/>
                  <a:gd name="T3" fmla="*/ 10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7" h="10">
                    <a:moveTo>
                      <a:pt x="0" y="0"/>
                    </a:moveTo>
                    <a:cubicBezTo>
                      <a:pt x="12" y="5"/>
                      <a:pt x="25" y="9"/>
                      <a:pt x="37" y="1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389" name="Freeform 439">
                <a:extLst>
                  <a:ext uri="{FF2B5EF4-FFF2-40B4-BE49-F238E27FC236}">
                    <a16:creationId xmlns:a16="http://schemas.microsoft.com/office/drawing/2014/main" id="{58081B70-CFF5-43CF-8AE1-5F5BCF183A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9" y="3772"/>
                <a:ext cx="91" cy="15"/>
              </a:xfrm>
              <a:custGeom>
                <a:avLst/>
                <a:gdLst>
                  <a:gd name="T0" fmla="*/ 0 w 86"/>
                  <a:gd name="T1" fmla="*/ 6 h 14"/>
                  <a:gd name="T2" fmla="*/ 34 w 86"/>
                  <a:gd name="T3" fmla="*/ 1 h 14"/>
                  <a:gd name="T4" fmla="*/ 65 w 86"/>
                  <a:gd name="T5" fmla="*/ 12 h 14"/>
                  <a:gd name="T6" fmla="*/ 102 w 86"/>
                  <a:gd name="T7" fmla="*/ 17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6" h="14">
                    <a:moveTo>
                      <a:pt x="0" y="6"/>
                    </a:moveTo>
                    <a:cubicBezTo>
                      <a:pt x="9" y="3"/>
                      <a:pt x="19" y="0"/>
                      <a:pt x="28" y="1"/>
                    </a:cubicBezTo>
                    <a:cubicBezTo>
                      <a:pt x="38" y="2"/>
                      <a:pt x="45" y="8"/>
                      <a:pt x="55" y="9"/>
                    </a:cubicBezTo>
                    <a:cubicBezTo>
                      <a:pt x="65" y="10"/>
                      <a:pt x="80" y="2"/>
                      <a:pt x="86" y="14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390" name="Freeform 440">
                <a:extLst>
                  <a:ext uri="{FF2B5EF4-FFF2-40B4-BE49-F238E27FC236}">
                    <a16:creationId xmlns:a16="http://schemas.microsoft.com/office/drawing/2014/main" id="{C1A2BC4B-2915-4F42-A594-817CB8A943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8" y="3933"/>
                <a:ext cx="51" cy="81"/>
              </a:xfrm>
              <a:custGeom>
                <a:avLst/>
                <a:gdLst>
                  <a:gd name="T0" fmla="*/ 7 w 48"/>
                  <a:gd name="T1" fmla="*/ 89 h 77"/>
                  <a:gd name="T2" fmla="*/ 4 w 48"/>
                  <a:gd name="T3" fmla="*/ 46 h 77"/>
                  <a:gd name="T4" fmla="*/ 21 w 48"/>
                  <a:gd name="T5" fmla="*/ 42 h 77"/>
                  <a:gd name="T6" fmla="*/ 38 w 48"/>
                  <a:gd name="T7" fmla="*/ 31 h 77"/>
                  <a:gd name="T8" fmla="*/ 41 w 48"/>
                  <a:gd name="T9" fmla="*/ 23 h 77"/>
                  <a:gd name="T10" fmla="*/ 49 w 48"/>
                  <a:gd name="T11" fmla="*/ 18 h 77"/>
                  <a:gd name="T12" fmla="*/ 55 w 48"/>
                  <a:gd name="T13" fmla="*/ 0 h 7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8" h="77">
                    <a:moveTo>
                      <a:pt x="7" y="77"/>
                    </a:moveTo>
                    <a:cubicBezTo>
                      <a:pt x="0" y="66"/>
                      <a:pt x="0" y="52"/>
                      <a:pt x="4" y="40"/>
                    </a:cubicBezTo>
                    <a:cubicBezTo>
                      <a:pt x="9" y="41"/>
                      <a:pt x="14" y="38"/>
                      <a:pt x="18" y="36"/>
                    </a:cubicBezTo>
                    <a:cubicBezTo>
                      <a:pt x="22" y="34"/>
                      <a:pt x="30" y="30"/>
                      <a:pt x="32" y="27"/>
                    </a:cubicBezTo>
                    <a:cubicBezTo>
                      <a:pt x="34" y="24"/>
                      <a:pt x="33" y="22"/>
                      <a:pt x="35" y="20"/>
                    </a:cubicBezTo>
                    <a:cubicBezTo>
                      <a:pt x="37" y="18"/>
                      <a:pt x="39" y="17"/>
                      <a:pt x="40" y="15"/>
                    </a:cubicBezTo>
                    <a:cubicBezTo>
                      <a:pt x="44" y="11"/>
                      <a:pt x="48" y="6"/>
                      <a:pt x="46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391" name="Freeform 441">
                <a:extLst>
                  <a:ext uri="{FF2B5EF4-FFF2-40B4-BE49-F238E27FC236}">
                    <a16:creationId xmlns:a16="http://schemas.microsoft.com/office/drawing/2014/main" id="{B5E37CB5-C41D-4A9E-AA6B-EFF6A0B4E2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3" y="3939"/>
                <a:ext cx="3" cy="16"/>
              </a:xfrm>
              <a:custGeom>
                <a:avLst/>
                <a:gdLst>
                  <a:gd name="T0" fmla="*/ 3 w 3"/>
                  <a:gd name="T1" fmla="*/ 18 h 15"/>
                  <a:gd name="T2" fmla="*/ 1 w 3"/>
                  <a:gd name="T3" fmla="*/ 0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5">
                    <a:moveTo>
                      <a:pt x="3" y="15"/>
                    </a:moveTo>
                    <a:cubicBezTo>
                      <a:pt x="0" y="11"/>
                      <a:pt x="1" y="5"/>
                      <a:pt x="1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392" name="Freeform 442">
                <a:extLst>
                  <a:ext uri="{FF2B5EF4-FFF2-40B4-BE49-F238E27FC236}">
                    <a16:creationId xmlns:a16="http://schemas.microsoft.com/office/drawing/2014/main" id="{3C4837F3-7071-4466-B642-CA718FF76C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0" y="3968"/>
                <a:ext cx="41" cy="26"/>
              </a:xfrm>
              <a:custGeom>
                <a:avLst/>
                <a:gdLst>
                  <a:gd name="T0" fmla="*/ 0 w 39"/>
                  <a:gd name="T1" fmla="*/ 7 h 25"/>
                  <a:gd name="T2" fmla="*/ 20 w 39"/>
                  <a:gd name="T3" fmla="*/ 12 h 25"/>
                  <a:gd name="T4" fmla="*/ 27 w 39"/>
                  <a:gd name="T5" fmla="*/ 28 h 25"/>
                  <a:gd name="T6" fmla="*/ 43 w 39"/>
                  <a:gd name="T7" fmla="*/ 12 h 25"/>
                  <a:gd name="T8" fmla="*/ 28 w 39"/>
                  <a:gd name="T9" fmla="*/ 0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9" h="25">
                    <a:moveTo>
                      <a:pt x="0" y="7"/>
                    </a:moveTo>
                    <a:cubicBezTo>
                      <a:pt x="6" y="4"/>
                      <a:pt x="12" y="8"/>
                      <a:pt x="17" y="12"/>
                    </a:cubicBezTo>
                    <a:cubicBezTo>
                      <a:pt x="21" y="15"/>
                      <a:pt x="22" y="20"/>
                      <a:pt x="24" y="25"/>
                    </a:cubicBezTo>
                    <a:cubicBezTo>
                      <a:pt x="27" y="21"/>
                      <a:pt x="35" y="17"/>
                      <a:pt x="37" y="12"/>
                    </a:cubicBezTo>
                    <a:cubicBezTo>
                      <a:pt x="39" y="6"/>
                      <a:pt x="29" y="2"/>
                      <a:pt x="25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393" name="Freeform 443">
                <a:extLst>
                  <a:ext uri="{FF2B5EF4-FFF2-40B4-BE49-F238E27FC236}">
                    <a16:creationId xmlns:a16="http://schemas.microsoft.com/office/drawing/2014/main" id="{97F0155E-C0C8-4F4D-8A82-0CC5FD565C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6" y="3942"/>
                <a:ext cx="39" cy="56"/>
              </a:xfrm>
              <a:custGeom>
                <a:avLst/>
                <a:gdLst>
                  <a:gd name="T0" fmla="*/ 4 w 37"/>
                  <a:gd name="T1" fmla="*/ 62 h 53"/>
                  <a:gd name="T2" fmla="*/ 20 w 37"/>
                  <a:gd name="T3" fmla="*/ 26 h 53"/>
                  <a:gd name="T4" fmla="*/ 37 w 37"/>
                  <a:gd name="T5" fmla="*/ 17 h 53"/>
                  <a:gd name="T6" fmla="*/ 43 w 37"/>
                  <a:gd name="T7" fmla="*/ 0 h 5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7" h="53">
                    <a:moveTo>
                      <a:pt x="4" y="53"/>
                    </a:moveTo>
                    <a:cubicBezTo>
                      <a:pt x="0" y="40"/>
                      <a:pt x="7" y="29"/>
                      <a:pt x="17" y="23"/>
                    </a:cubicBezTo>
                    <a:cubicBezTo>
                      <a:pt x="22" y="20"/>
                      <a:pt x="27" y="18"/>
                      <a:pt x="31" y="14"/>
                    </a:cubicBezTo>
                    <a:cubicBezTo>
                      <a:pt x="35" y="10"/>
                      <a:pt x="34" y="4"/>
                      <a:pt x="37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394" name="Freeform 444">
                <a:extLst>
                  <a:ext uri="{FF2B5EF4-FFF2-40B4-BE49-F238E27FC236}">
                    <a16:creationId xmlns:a16="http://schemas.microsoft.com/office/drawing/2014/main" id="{95282748-D2FD-4E24-962A-E34E36BECA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1" y="3928"/>
                <a:ext cx="44" cy="42"/>
              </a:xfrm>
              <a:custGeom>
                <a:avLst/>
                <a:gdLst>
                  <a:gd name="T0" fmla="*/ 0 w 42"/>
                  <a:gd name="T1" fmla="*/ 46 h 40"/>
                  <a:gd name="T2" fmla="*/ 8 w 42"/>
                  <a:gd name="T3" fmla="*/ 30 h 40"/>
                  <a:gd name="T4" fmla="*/ 21 w 42"/>
                  <a:gd name="T5" fmla="*/ 19 h 40"/>
                  <a:gd name="T6" fmla="*/ 31 w 42"/>
                  <a:gd name="T7" fmla="*/ 16 h 40"/>
                  <a:gd name="T8" fmla="*/ 48 w 42"/>
                  <a:gd name="T9" fmla="*/ 0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2" h="40">
                    <a:moveTo>
                      <a:pt x="0" y="40"/>
                    </a:moveTo>
                    <a:cubicBezTo>
                      <a:pt x="0" y="35"/>
                      <a:pt x="5" y="30"/>
                      <a:pt x="8" y="27"/>
                    </a:cubicBezTo>
                    <a:cubicBezTo>
                      <a:pt x="11" y="23"/>
                      <a:pt x="14" y="19"/>
                      <a:pt x="18" y="16"/>
                    </a:cubicBezTo>
                    <a:cubicBezTo>
                      <a:pt x="21" y="14"/>
                      <a:pt x="25" y="15"/>
                      <a:pt x="28" y="13"/>
                    </a:cubicBezTo>
                    <a:cubicBezTo>
                      <a:pt x="34" y="10"/>
                      <a:pt x="36" y="3"/>
                      <a:pt x="42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395" name="Freeform 445">
                <a:extLst>
                  <a:ext uri="{FF2B5EF4-FFF2-40B4-BE49-F238E27FC236}">
                    <a16:creationId xmlns:a16="http://schemas.microsoft.com/office/drawing/2014/main" id="{946E8D18-ED5B-4866-A187-63750B7BFB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1" y="3922"/>
                <a:ext cx="20" cy="15"/>
              </a:xfrm>
              <a:custGeom>
                <a:avLst/>
                <a:gdLst>
                  <a:gd name="T0" fmla="*/ 0 w 19"/>
                  <a:gd name="T1" fmla="*/ 13 h 14"/>
                  <a:gd name="T2" fmla="*/ 9 w 19"/>
                  <a:gd name="T3" fmla="*/ 10 h 14"/>
                  <a:gd name="T4" fmla="*/ 22 w 19"/>
                  <a:gd name="T5" fmla="*/ 0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14">
                    <a:moveTo>
                      <a:pt x="0" y="10"/>
                    </a:moveTo>
                    <a:cubicBezTo>
                      <a:pt x="1" y="14"/>
                      <a:pt x="7" y="8"/>
                      <a:pt x="9" y="7"/>
                    </a:cubicBezTo>
                    <a:cubicBezTo>
                      <a:pt x="12" y="5"/>
                      <a:pt x="16" y="3"/>
                      <a:pt x="19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396" name="Freeform 446">
                <a:extLst>
                  <a:ext uri="{FF2B5EF4-FFF2-40B4-BE49-F238E27FC236}">
                    <a16:creationId xmlns:a16="http://schemas.microsoft.com/office/drawing/2014/main" id="{2B135454-328F-4A18-B1B2-060CCFFAE0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8" y="3939"/>
                <a:ext cx="11" cy="13"/>
              </a:xfrm>
              <a:custGeom>
                <a:avLst/>
                <a:gdLst>
                  <a:gd name="T0" fmla="*/ 0 w 11"/>
                  <a:gd name="T1" fmla="*/ 4 h 12"/>
                  <a:gd name="T2" fmla="*/ 6 w 11"/>
                  <a:gd name="T3" fmla="*/ 15 h 12"/>
                  <a:gd name="T4" fmla="*/ 2 w 11"/>
                  <a:gd name="T5" fmla="*/ 4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2">
                    <a:moveTo>
                      <a:pt x="0" y="4"/>
                    </a:moveTo>
                    <a:cubicBezTo>
                      <a:pt x="3" y="6"/>
                      <a:pt x="4" y="9"/>
                      <a:pt x="6" y="12"/>
                    </a:cubicBezTo>
                    <a:cubicBezTo>
                      <a:pt x="11" y="8"/>
                      <a:pt x="8" y="0"/>
                      <a:pt x="2" y="4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397" name="Freeform 447">
                <a:extLst>
                  <a:ext uri="{FF2B5EF4-FFF2-40B4-BE49-F238E27FC236}">
                    <a16:creationId xmlns:a16="http://schemas.microsoft.com/office/drawing/2014/main" id="{D146516B-E41C-41B6-9F32-A4485653EF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8" y="3958"/>
                <a:ext cx="16" cy="17"/>
              </a:xfrm>
              <a:custGeom>
                <a:avLst/>
                <a:gdLst>
                  <a:gd name="T0" fmla="*/ 0 w 15"/>
                  <a:gd name="T1" fmla="*/ 4 h 16"/>
                  <a:gd name="T2" fmla="*/ 11 w 15"/>
                  <a:gd name="T3" fmla="*/ 19 h 16"/>
                  <a:gd name="T4" fmla="*/ 16 w 15"/>
                  <a:gd name="T5" fmla="*/ 4 h 16"/>
                  <a:gd name="T6" fmla="*/ 2 w 15"/>
                  <a:gd name="T7" fmla="*/ 5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16">
                    <a:moveTo>
                      <a:pt x="0" y="4"/>
                    </a:moveTo>
                    <a:cubicBezTo>
                      <a:pt x="7" y="6"/>
                      <a:pt x="8" y="10"/>
                      <a:pt x="8" y="16"/>
                    </a:cubicBezTo>
                    <a:cubicBezTo>
                      <a:pt x="10" y="13"/>
                      <a:pt x="15" y="8"/>
                      <a:pt x="13" y="4"/>
                    </a:cubicBezTo>
                    <a:cubicBezTo>
                      <a:pt x="11" y="0"/>
                      <a:pt x="3" y="1"/>
                      <a:pt x="2" y="5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398" name="Freeform 448">
                <a:extLst>
                  <a:ext uri="{FF2B5EF4-FFF2-40B4-BE49-F238E27FC236}">
                    <a16:creationId xmlns:a16="http://schemas.microsoft.com/office/drawing/2014/main" id="{570B15CD-9375-4623-8DD7-0976CC68CE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8" y="3973"/>
                <a:ext cx="22" cy="17"/>
              </a:xfrm>
              <a:custGeom>
                <a:avLst/>
                <a:gdLst>
                  <a:gd name="T0" fmla="*/ 1 w 20"/>
                  <a:gd name="T1" fmla="*/ 11 h 16"/>
                  <a:gd name="T2" fmla="*/ 19 w 20"/>
                  <a:gd name="T3" fmla="*/ 19 h 16"/>
                  <a:gd name="T4" fmla="*/ 25 w 20"/>
                  <a:gd name="T5" fmla="*/ 5 h 16"/>
                  <a:gd name="T6" fmla="*/ 12 w 20"/>
                  <a:gd name="T7" fmla="*/ 0 h 16"/>
                  <a:gd name="T8" fmla="*/ 0 w 20"/>
                  <a:gd name="T9" fmla="*/ 7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16">
                    <a:moveTo>
                      <a:pt x="1" y="8"/>
                    </a:moveTo>
                    <a:cubicBezTo>
                      <a:pt x="7" y="10"/>
                      <a:pt x="10" y="9"/>
                      <a:pt x="14" y="16"/>
                    </a:cubicBezTo>
                    <a:cubicBezTo>
                      <a:pt x="15" y="13"/>
                      <a:pt x="20" y="9"/>
                      <a:pt x="19" y="5"/>
                    </a:cubicBezTo>
                    <a:cubicBezTo>
                      <a:pt x="18" y="0"/>
                      <a:pt x="12" y="0"/>
                      <a:pt x="9" y="0"/>
                    </a:cubicBezTo>
                    <a:cubicBezTo>
                      <a:pt x="4" y="1"/>
                      <a:pt x="2" y="3"/>
                      <a:pt x="0" y="7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399" name="Freeform 449">
                <a:extLst>
                  <a:ext uri="{FF2B5EF4-FFF2-40B4-BE49-F238E27FC236}">
                    <a16:creationId xmlns:a16="http://schemas.microsoft.com/office/drawing/2014/main" id="{593A1C13-2359-4806-9F36-3AB3B1D0EB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8" y="1475"/>
                <a:ext cx="137" cy="649"/>
              </a:xfrm>
              <a:custGeom>
                <a:avLst/>
                <a:gdLst>
                  <a:gd name="T0" fmla="*/ 0 w 130"/>
                  <a:gd name="T1" fmla="*/ 723 h 615"/>
                  <a:gd name="T2" fmla="*/ 23 w 130"/>
                  <a:gd name="T3" fmla="*/ 495 h 615"/>
                  <a:gd name="T4" fmla="*/ 104 w 130"/>
                  <a:gd name="T5" fmla="*/ 345 h 615"/>
                  <a:gd name="T6" fmla="*/ 110 w 130"/>
                  <a:gd name="T7" fmla="*/ 246 h 615"/>
                  <a:gd name="T8" fmla="*/ 143 w 130"/>
                  <a:gd name="T9" fmla="*/ 161 h 615"/>
                  <a:gd name="T10" fmla="*/ 137 w 130"/>
                  <a:gd name="T11" fmla="*/ 0 h 61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0" h="615">
                    <a:moveTo>
                      <a:pt x="0" y="615"/>
                    </a:moveTo>
                    <a:cubicBezTo>
                      <a:pt x="0" y="615"/>
                      <a:pt x="0" y="472"/>
                      <a:pt x="20" y="421"/>
                    </a:cubicBezTo>
                    <a:cubicBezTo>
                      <a:pt x="41" y="370"/>
                      <a:pt x="95" y="311"/>
                      <a:pt x="89" y="294"/>
                    </a:cubicBezTo>
                    <a:cubicBezTo>
                      <a:pt x="83" y="276"/>
                      <a:pt x="69" y="263"/>
                      <a:pt x="94" y="209"/>
                    </a:cubicBezTo>
                    <a:cubicBezTo>
                      <a:pt x="119" y="154"/>
                      <a:pt x="130" y="156"/>
                      <a:pt x="122" y="137"/>
                    </a:cubicBezTo>
                    <a:cubicBezTo>
                      <a:pt x="113" y="118"/>
                      <a:pt x="92" y="50"/>
                      <a:pt x="117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400" name="Freeform 450">
                <a:extLst>
                  <a:ext uri="{FF2B5EF4-FFF2-40B4-BE49-F238E27FC236}">
                    <a16:creationId xmlns:a16="http://schemas.microsoft.com/office/drawing/2014/main" id="{84AFE7E1-23DA-42B8-86D8-2060C56CF4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6" y="1548"/>
                <a:ext cx="98" cy="29"/>
              </a:xfrm>
              <a:custGeom>
                <a:avLst/>
                <a:gdLst>
                  <a:gd name="T0" fmla="*/ 109 w 93"/>
                  <a:gd name="T1" fmla="*/ 30 h 28"/>
                  <a:gd name="T2" fmla="*/ 91 w 93"/>
                  <a:gd name="T3" fmla="*/ 24 h 28"/>
                  <a:gd name="T4" fmla="*/ 0 w 93"/>
                  <a:gd name="T5" fmla="*/ 0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3" h="28">
                    <a:moveTo>
                      <a:pt x="93" y="27"/>
                    </a:moveTo>
                    <a:cubicBezTo>
                      <a:pt x="93" y="27"/>
                      <a:pt x="87" y="28"/>
                      <a:pt x="78" y="21"/>
                    </a:cubicBezTo>
                    <a:cubicBezTo>
                      <a:pt x="69" y="14"/>
                      <a:pt x="30" y="22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401" name="Freeform 451">
                <a:extLst>
                  <a:ext uri="{FF2B5EF4-FFF2-40B4-BE49-F238E27FC236}">
                    <a16:creationId xmlns:a16="http://schemas.microsoft.com/office/drawing/2014/main" id="{02E6DB51-CF87-4947-A627-4FC055F1B2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5" y="1613"/>
                <a:ext cx="20" cy="43"/>
              </a:xfrm>
              <a:custGeom>
                <a:avLst/>
                <a:gdLst>
                  <a:gd name="T0" fmla="*/ 0 w 19"/>
                  <a:gd name="T1" fmla="*/ 0 h 41"/>
                  <a:gd name="T2" fmla="*/ 22 w 19"/>
                  <a:gd name="T3" fmla="*/ 47 h 4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41">
                    <a:moveTo>
                      <a:pt x="0" y="0"/>
                    </a:moveTo>
                    <a:cubicBezTo>
                      <a:pt x="0" y="0"/>
                      <a:pt x="9" y="17"/>
                      <a:pt x="19" y="41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402" name="Freeform 452">
                <a:extLst>
                  <a:ext uri="{FF2B5EF4-FFF2-40B4-BE49-F238E27FC236}">
                    <a16:creationId xmlns:a16="http://schemas.microsoft.com/office/drawing/2014/main" id="{03996769-4E5B-4859-8A46-8E9DF58664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8" y="1701"/>
                <a:ext cx="488" cy="268"/>
              </a:xfrm>
              <a:custGeom>
                <a:avLst/>
                <a:gdLst>
                  <a:gd name="T0" fmla="*/ 33 w 462"/>
                  <a:gd name="T1" fmla="*/ 0 h 254"/>
                  <a:gd name="T2" fmla="*/ 25 w 462"/>
                  <a:gd name="T3" fmla="*/ 98 h 254"/>
                  <a:gd name="T4" fmla="*/ 116 w 462"/>
                  <a:gd name="T5" fmla="*/ 180 h 254"/>
                  <a:gd name="T6" fmla="*/ 210 w 462"/>
                  <a:gd name="T7" fmla="*/ 216 h 254"/>
                  <a:gd name="T8" fmla="*/ 544 w 462"/>
                  <a:gd name="T9" fmla="*/ 157 h 25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62" h="254">
                    <a:moveTo>
                      <a:pt x="27" y="0"/>
                    </a:moveTo>
                    <a:cubicBezTo>
                      <a:pt x="27" y="0"/>
                      <a:pt x="0" y="62"/>
                      <a:pt x="22" y="83"/>
                    </a:cubicBezTo>
                    <a:cubicBezTo>
                      <a:pt x="44" y="103"/>
                      <a:pt x="85" y="146"/>
                      <a:pt x="98" y="154"/>
                    </a:cubicBezTo>
                    <a:cubicBezTo>
                      <a:pt x="112" y="163"/>
                      <a:pt x="138" y="178"/>
                      <a:pt x="178" y="184"/>
                    </a:cubicBezTo>
                    <a:cubicBezTo>
                      <a:pt x="217" y="190"/>
                      <a:pt x="455" y="254"/>
                      <a:pt x="462" y="134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403" name="Freeform 453">
                <a:extLst>
                  <a:ext uri="{FF2B5EF4-FFF2-40B4-BE49-F238E27FC236}">
                    <a16:creationId xmlns:a16="http://schemas.microsoft.com/office/drawing/2014/main" id="{95569AEF-3CE9-4F71-B7FD-974768FE66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4" y="1825"/>
                <a:ext cx="111" cy="52"/>
              </a:xfrm>
              <a:custGeom>
                <a:avLst/>
                <a:gdLst>
                  <a:gd name="T0" fmla="*/ 55 w 105"/>
                  <a:gd name="T1" fmla="*/ 0 h 49"/>
                  <a:gd name="T2" fmla="*/ 66 w 105"/>
                  <a:gd name="T3" fmla="*/ 1 h 49"/>
                  <a:gd name="T4" fmla="*/ 123 w 105"/>
                  <a:gd name="T5" fmla="*/ 36 h 49"/>
                  <a:gd name="T6" fmla="*/ 59 w 105"/>
                  <a:gd name="T7" fmla="*/ 54 h 49"/>
                  <a:gd name="T8" fmla="*/ 2 w 105"/>
                  <a:gd name="T9" fmla="*/ 19 h 49"/>
                  <a:gd name="T10" fmla="*/ 36 w 105"/>
                  <a:gd name="T11" fmla="*/ 1 h 4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5" h="49">
                    <a:moveTo>
                      <a:pt x="46" y="0"/>
                    </a:moveTo>
                    <a:cubicBezTo>
                      <a:pt x="49" y="1"/>
                      <a:pt x="52" y="1"/>
                      <a:pt x="56" y="1"/>
                    </a:cubicBezTo>
                    <a:cubicBezTo>
                      <a:pt x="84" y="5"/>
                      <a:pt x="105" y="18"/>
                      <a:pt x="104" y="30"/>
                    </a:cubicBezTo>
                    <a:cubicBezTo>
                      <a:pt x="102" y="42"/>
                      <a:pt x="78" y="49"/>
                      <a:pt x="50" y="45"/>
                    </a:cubicBezTo>
                    <a:cubicBezTo>
                      <a:pt x="22" y="41"/>
                      <a:pt x="0" y="28"/>
                      <a:pt x="2" y="16"/>
                    </a:cubicBezTo>
                    <a:cubicBezTo>
                      <a:pt x="3" y="8"/>
                      <a:pt x="14" y="3"/>
                      <a:pt x="30" y="1"/>
                    </a:cubicBezTo>
                  </a:path>
                </a:pathLst>
              </a:custGeom>
              <a:solidFill>
                <a:srgbClr val="6C2D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404" name="Freeform 454">
                <a:extLst>
                  <a:ext uri="{FF2B5EF4-FFF2-40B4-BE49-F238E27FC236}">
                    <a16:creationId xmlns:a16="http://schemas.microsoft.com/office/drawing/2014/main" id="{F464A06F-D51C-47E5-9864-BA39B90190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0" y="1825"/>
                <a:ext cx="13" cy="1"/>
              </a:xfrm>
              <a:custGeom>
                <a:avLst/>
                <a:gdLst>
                  <a:gd name="T0" fmla="*/ 0 w 12"/>
                  <a:gd name="T1" fmla="*/ 1 h 1"/>
                  <a:gd name="T2" fmla="*/ 15 w 1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1">
                    <a:moveTo>
                      <a:pt x="0" y="1"/>
                    </a:moveTo>
                    <a:cubicBezTo>
                      <a:pt x="4" y="0"/>
                      <a:pt x="8" y="0"/>
                      <a:pt x="12" y="0"/>
                    </a:cubicBezTo>
                  </a:path>
                </a:pathLst>
              </a:custGeom>
              <a:solidFill>
                <a:srgbClr val="6C2D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405" name="Freeform 455">
                <a:extLst>
                  <a:ext uri="{FF2B5EF4-FFF2-40B4-BE49-F238E27FC236}">
                    <a16:creationId xmlns:a16="http://schemas.microsoft.com/office/drawing/2014/main" id="{2FEEF6F5-00B9-498B-8F63-E073415E17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1" y="1830"/>
                <a:ext cx="8" cy="4"/>
              </a:xfrm>
              <a:custGeom>
                <a:avLst/>
                <a:gdLst>
                  <a:gd name="T0" fmla="*/ 0 w 7"/>
                  <a:gd name="T1" fmla="*/ 7 h 3"/>
                  <a:gd name="T2" fmla="*/ 10 w 7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3">
                    <a:moveTo>
                      <a:pt x="0" y="3"/>
                    </a:moveTo>
                    <a:cubicBezTo>
                      <a:pt x="2" y="2"/>
                      <a:pt x="4" y="1"/>
                      <a:pt x="7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406" name="Freeform 456">
                <a:extLst>
                  <a:ext uri="{FF2B5EF4-FFF2-40B4-BE49-F238E27FC236}">
                    <a16:creationId xmlns:a16="http://schemas.microsoft.com/office/drawing/2014/main" id="{08A2DF4B-9D60-412F-907E-EBABC724A9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7" y="1825"/>
                <a:ext cx="108" cy="52"/>
              </a:xfrm>
              <a:custGeom>
                <a:avLst/>
                <a:gdLst>
                  <a:gd name="T0" fmla="*/ 44 w 102"/>
                  <a:gd name="T1" fmla="*/ 0 h 49"/>
                  <a:gd name="T2" fmla="*/ 62 w 102"/>
                  <a:gd name="T3" fmla="*/ 1 h 49"/>
                  <a:gd name="T4" fmla="*/ 120 w 102"/>
                  <a:gd name="T5" fmla="*/ 36 h 49"/>
                  <a:gd name="T6" fmla="*/ 56 w 102"/>
                  <a:gd name="T7" fmla="*/ 54 h 49"/>
                  <a:gd name="T8" fmla="*/ 0 w 102"/>
                  <a:gd name="T9" fmla="*/ 27 h 4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2" h="49">
                    <a:moveTo>
                      <a:pt x="38" y="0"/>
                    </a:moveTo>
                    <a:cubicBezTo>
                      <a:pt x="43" y="0"/>
                      <a:pt x="48" y="1"/>
                      <a:pt x="53" y="1"/>
                    </a:cubicBezTo>
                    <a:cubicBezTo>
                      <a:pt x="81" y="5"/>
                      <a:pt x="102" y="18"/>
                      <a:pt x="101" y="30"/>
                    </a:cubicBezTo>
                    <a:cubicBezTo>
                      <a:pt x="99" y="42"/>
                      <a:pt x="75" y="49"/>
                      <a:pt x="47" y="45"/>
                    </a:cubicBezTo>
                    <a:cubicBezTo>
                      <a:pt x="24" y="42"/>
                      <a:pt x="6" y="33"/>
                      <a:pt x="0" y="23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407" name="Freeform 457">
                <a:extLst>
                  <a:ext uri="{FF2B5EF4-FFF2-40B4-BE49-F238E27FC236}">
                    <a16:creationId xmlns:a16="http://schemas.microsoft.com/office/drawing/2014/main" id="{30D6B82C-7B2A-4513-9464-52FF1509E4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4" y="1826"/>
                <a:ext cx="12" cy="2"/>
              </a:xfrm>
              <a:custGeom>
                <a:avLst/>
                <a:gdLst>
                  <a:gd name="T0" fmla="*/ 0 w 11"/>
                  <a:gd name="T1" fmla="*/ 2 h 2"/>
                  <a:gd name="T2" fmla="*/ 1 w 11"/>
                  <a:gd name="T3" fmla="*/ 2 h 2"/>
                  <a:gd name="T4" fmla="*/ 14 w 11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2">
                    <a:moveTo>
                      <a:pt x="0" y="2"/>
                    </a:moveTo>
                    <a:cubicBezTo>
                      <a:pt x="0" y="2"/>
                      <a:pt x="0" y="2"/>
                      <a:pt x="1" y="2"/>
                    </a:cubicBezTo>
                    <a:cubicBezTo>
                      <a:pt x="4" y="1"/>
                      <a:pt x="7" y="0"/>
                      <a:pt x="11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408" name="Freeform 458">
                <a:extLst>
                  <a:ext uri="{FF2B5EF4-FFF2-40B4-BE49-F238E27FC236}">
                    <a16:creationId xmlns:a16="http://schemas.microsoft.com/office/drawing/2014/main" id="{6415E50C-BF46-42DC-BCB8-27063D4352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1" y="1602"/>
                <a:ext cx="61" cy="24"/>
              </a:xfrm>
              <a:custGeom>
                <a:avLst/>
                <a:gdLst>
                  <a:gd name="T0" fmla="*/ 67 w 58"/>
                  <a:gd name="T1" fmla="*/ 0 h 22"/>
                  <a:gd name="T2" fmla="*/ 0 w 58"/>
                  <a:gd name="T3" fmla="*/ 28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8" h="22">
                    <a:moveTo>
                      <a:pt x="58" y="0"/>
                    </a:moveTo>
                    <a:cubicBezTo>
                      <a:pt x="39" y="5"/>
                      <a:pt x="21" y="18"/>
                      <a:pt x="0" y="22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409" name="Freeform 459">
                <a:extLst>
                  <a:ext uri="{FF2B5EF4-FFF2-40B4-BE49-F238E27FC236}">
                    <a16:creationId xmlns:a16="http://schemas.microsoft.com/office/drawing/2014/main" id="{05329FC9-D8E3-4A87-954B-3A05DC5065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3" y="1873"/>
                <a:ext cx="66" cy="12"/>
              </a:xfrm>
              <a:custGeom>
                <a:avLst/>
                <a:gdLst>
                  <a:gd name="T0" fmla="*/ 72 w 63"/>
                  <a:gd name="T1" fmla="*/ 2 h 12"/>
                  <a:gd name="T2" fmla="*/ 0 w 63"/>
                  <a:gd name="T3" fmla="*/ 0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3" h="12">
                    <a:moveTo>
                      <a:pt x="63" y="2"/>
                    </a:moveTo>
                    <a:cubicBezTo>
                      <a:pt x="47" y="12"/>
                      <a:pt x="17" y="5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410" name="Freeform 460">
                <a:extLst>
                  <a:ext uri="{FF2B5EF4-FFF2-40B4-BE49-F238E27FC236}">
                    <a16:creationId xmlns:a16="http://schemas.microsoft.com/office/drawing/2014/main" id="{DC8858EB-8F59-4882-B81D-0DE4D4F331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9" y="1828"/>
                <a:ext cx="39" cy="24"/>
              </a:xfrm>
              <a:custGeom>
                <a:avLst/>
                <a:gdLst>
                  <a:gd name="T0" fmla="*/ 0 w 37"/>
                  <a:gd name="T1" fmla="*/ 0 h 22"/>
                  <a:gd name="T2" fmla="*/ 43 w 37"/>
                  <a:gd name="T3" fmla="*/ 28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7" h="22">
                    <a:moveTo>
                      <a:pt x="0" y="0"/>
                    </a:moveTo>
                    <a:cubicBezTo>
                      <a:pt x="15" y="2"/>
                      <a:pt x="25" y="13"/>
                      <a:pt x="37" y="22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411" name="Freeform 461">
                <a:extLst>
                  <a:ext uri="{FF2B5EF4-FFF2-40B4-BE49-F238E27FC236}">
                    <a16:creationId xmlns:a16="http://schemas.microsoft.com/office/drawing/2014/main" id="{8EB2FBA9-333B-4171-9263-AC9F154AD6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9" y="1910"/>
                <a:ext cx="69" cy="40"/>
              </a:xfrm>
              <a:custGeom>
                <a:avLst/>
                <a:gdLst>
                  <a:gd name="T0" fmla="*/ 0 w 65"/>
                  <a:gd name="T1" fmla="*/ 0 h 38"/>
                  <a:gd name="T2" fmla="*/ 77 w 65"/>
                  <a:gd name="T3" fmla="*/ 44 h 3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5" h="38">
                    <a:moveTo>
                      <a:pt x="0" y="0"/>
                    </a:moveTo>
                    <a:cubicBezTo>
                      <a:pt x="5" y="36"/>
                      <a:pt x="45" y="22"/>
                      <a:pt x="65" y="38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412" name="Freeform 462">
                <a:extLst>
                  <a:ext uri="{FF2B5EF4-FFF2-40B4-BE49-F238E27FC236}">
                    <a16:creationId xmlns:a16="http://schemas.microsoft.com/office/drawing/2014/main" id="{FD08D5F2-DC79-4E3B-A559-18ECDCAA0B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3" y="2184"/>
                <a:ext cx="67" cy="17"/>
              </a:xfrm>
              <a:custGeom>
                <a:avLst/>
                <a:gdLst>
                  <a:gd name="T0" fmla="*/ 0 w 63"/>
                  <a:gd name="T1" fmla="*/ 15 h 16"/>
                  <a:gd name="T2" fmla="*/ 76 w 63"/>
                  <a:gd name="T3" fmla="*/ 0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3" h="16">
                    <a:moveTo>
                      <a:pt x="0" y="12"/>
                    </a:moveTo>
                    <a:cubicBezTo>
                      <a:pt x="24" y="16"/>
                      <a:pt x="40" y="8"/>
                      <a:pt x="63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413" name="Freeform 463">
                <a:extLst>
                  <a:ext uri="{FF2B5EF4-FFF2-40B4-BE49-F238E27FC236}">
                    <a16:creationId xmlns:a16="http://schemas.microsoft.com/office/drawing/2014/main" id="{481A3C9C-6732-46BF-9889-7C31783D7F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8" y="943"/>
                <a:ext cx="9" cy="74"/>
              </a:xfrm>
              <a:custGeom>
                <a:avLst/>
                <a:gdLst>
                  <a:gd name="T0" fmla="*/ 0 w 9"/>
                  <a:gd name="T1" fmla="*/ 82 h 70"/>
                  <a:gd name="T2" fmla="*/ 7 w 9"/>
                  <a:gd name="T3" fmla="*/ 39 h 70"/>
                  <a:gd name="T4" fmla="*/ 6 w 9"/>
                  <a:gd name="T5" fmla="*/ 0 h 7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70">
                    <a:moveTo>
                      <a:pt x="0" y="70"/>
                    </a:moveTo>
                    <a:cubicBezTo>
                      <a:pt x="0" y="70"/>
                      <a:pt x="9" y="45"/>
                      <a:pt x="7" y="33"/>
                    </a:cubicBezTo>
                    <a:cubicBezTo>
                      <a:pt x="6" y="21"/>
                      <a:pt x="6" y="0"/>
                      <a:pt x="6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414" name="Freeform 464">
                <a:extLst>
                  <a:ext uri="{FF2B5EF4-FFF2-40B4-BE49-F238E27FC236}">
                    <a16:creationId xmlns:a16="http://schemas.microsoft.com/office/drawing/2014/main" id="{95F1B32A-A963-45B3-85AA-F565B5B5B2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3" y="933"/>
                <a:ext cx="20" cy="29"/>
              </a:xfrm>
              <a:custGeom>
                <a:avLst/>
                <a:gdLst>
                  <a:gd name="T0" fmla="*/ 22 w 19"/>
                  <a:gd name="T1" fmla="*/ 33 h 27"/>
                  <a:gd name="T2" fmla="*/ 3 w 19"/>
                  <a:gd name="T3" fmla="*/ 32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27">
                    <a:moveTo>
                      <a:pt x="19" y="27"/>
                    </a:moveTo>
                    <a:cubicBezTo>
                      <a:pt x="19" y="27"/>
                      <a:pt x="0" y="0"/>
                      <a:pt x="3" y="26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415" name="Freeform 465">
                <a:extLst>
                  <a:ext uri="{FF2B5EF4-FFF2-40B4-BE49-F238E27FC236}">
                    <a16:creationId xmlns:a16="http://schemas.microsoft.com/office/drawing/2014/main" id="{EBFF91B0-83A8-4D95-A25C-8EEA87D956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0" y="971"/>
                <a:ext cx="13" cy="21"/>
              </a:xfrm>
              <a:custGeom>
                <a:avLst/>
                <a:gdLst>
                  <a:gd name="T0" fmla="*/ 15 w 12"/>
                  <a:gd name="T1" fmla="*/ 0 h 20"/>
                  <a:gd name="T2" fmla="*/ 14 w 12"/>
                  <a:gd name="T3" fmla="*/ 23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20">
                    <a:moveTo>
                      <a:pt x="12" y="0"/>
                    </a:moveTo>
                    <a:cubicBezTo>
                      <a:pt x="12" y="0"/>
                      <a:pt x="0" y="10"/>
                      <a:pt x="11" y="2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416" name="Oval 466">
                <a:extLst>
                  <a:ext uri="{FF2B5EF4-FFF2-40B4-BE49-F238E27FC236}">
                    <a16:creationId xmlns:a16="http://schemas.microsoft.com/office/drawing/2014/main" id="{8AF8C6F7-3A78-4101-B341-54B8787B8B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14" y="888"/>
                <a:ext cx="20" cy="20"/>
              </a:xfrm>
              <a:prstGeom prst="ellipse">
                <a:avLst/>
              </a:prstGeom>
              <a:solidFill>
                <a:srgbClr val="2A110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417" name="Oval 467">
                <a:extLst>
                  <a:ext uri="{FF2B5EF4-FFF2-40B4-BE49-F238E27FC236}">
                    <a16:creationId xmlns:a16="http://schemas.microsoft.com/office/drawing/2014/main" id="{B13CBCF2-C456-410B-B33D-D1C6C7186A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1" y="894"/>
                <a:ext cx="7" cy="8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418" name="Freeform 468">
                <a:extLst>
                  <a:ext uri="{FF2B5EF4-FFF2-40B4-BE49-F238E27FC236}">
                    <a16:creationId xmlns:a16="http://schemas.microsoft.com/office/drawing/2014/main" id="{B81456DB-01F7-404A-9F4B-EE2EFD1EAB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1" y="869"/>
                <a:ext cx="21" cy="57"/>
              </a:xfrm>
              <a:custGeom>
                <a:avLst/>
                <a:gdLst>
                  <a:gd name="T0" fmla="*/ 6 w 20"/>
                  <a:gd name="T1" fmla="*/ 0 h 54"/>
                  <a:gd name="T2" fmla="*/ 0 w 20"/>
                  <a:gd name="T3" fmla="*/ 63 h 54"/>
                  <a:gd name="T4" fmla="*/ 6 w 20"/>
                  <a:gd name="T5" fmla="*/ 0 h 5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54">
                    <a:moveTo>
                      <a:pt x="6" y="0"/>
                    </a:moveTo>
                    <a:cubicBezTo>
                      <a:pt x="6" y="0"/>
                      <a:pt x="15" y="21"/>
                      <a:pt x="0" y="54"/>
                    </a:cubicBezTo>
                    <a:cubicBezTo>
                      <a:pt x="0" y="54"/>
                      <a:pt x="20" y="26"/>
                      <a:pt x="6" y="0"/>
                    </a:cubicBezTo>
                    <a:close/>
                  </a:path>
                </a:pathLst>
              </a:custGeom>
              <a:solidFill>
                <a:srgbClr val="5A22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419" name="Freeform 469">
                <a:extLst>
                  <a:ext uri="{FF2B5EF4-FFF2-40B4-BE49-F238E27FC236}">
                    <a16:creationId xmlns:a16="http://schemas.microsoft.com/office/drawing/2014/main" id="{0458A25F-7DC8-4144-AFB0-B06D81D81A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8" y="934"/>
                <a:ext cx="22" cy="35"/>
              </a:xfrm>
              <a:custGeom>
                <a:avLst/>
                <a:gdLst>
                  <a:gd name="T0" fmla="*/ 15 w 21"/>
                  <a:gd name="T1" fmla="*/ 0 h 33"/>
                  <a:gd name="T2" fmla="*/ 5 w 21"/>
                  <a:gd name="T3" fmla="*/ 24 h 33"/>
                  <a:gd name="T4" fmla="*/ 24 w 21"/>
                  <a:gd name="T5" fmla="*/ 39 h 33"/>
                  <a:gd name="T6" fmla="*/ 7 w 21"/>
                  <a:gd name="T7" fmla="*/ 20 h 33"/>
                  <a:gd name="T8" fmla="*/ 15 w 21"/>
                  <a:gd name="T9" fmla="*/ 0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33">
                    <a:moveTo>
                      <a:pt x="12" y="0"/>
                    </a:moveTo>
                    <a:cubicBezTo>
                      <a:pt x="12" y="0"/>
                      <a:pt x="0" y="13"/>
                      <a:pt x="5" y="21"/>
                    </a:cubicBezTo>
                    <a:cubicBezTo>
                      <a:pt x="10" y="28"/>
                      <a:pt x="15" y="33"/>
                      <a:pt x="21" y="33"/>
                    </a:cubicBezTo>
                    <a:cubicBezTo>
                      <a:pt x="21" y="33"/>
                      <a:pt x="7" y="25"/>
                      <a:pt x="7" y="17"/>
                    </a:cubicBezTo>
                    <a:cubicBezTo>
                      <a:pt x="8" y="10"/>
                      <a:pt x="8" y="4"/>
                      <a:pt x="12" y="0"/>
                    </a:cubicBezTo>
                    <a:close/>
                  </a:path>
                </a:pathLst>
              </a:custGeom>
              <a:solidFill>
                <a:srgbClr val="5A22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420" name="Freeform 470">
                <a:extLst>
                  <a:ext uri="{FF2B5EF4-FFF2-40B4-BE49-F238E27FC236}">
                    <a16:creationId xmlns:a16="http://schemas.microsoft.com/office/drawing/2014/main" id="{4805024C-140A-4548-BA25-3A93ACA3C4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2" y="932"/>
                <a:ext cx="7" cy="27"/>
              </a:xfrm>
              <a:custGeom>
                <a:avLst/>
                <a:gdLst>
                  <a:gd name="T0" fmla="*/ 6 w 7"/>
                  <a:gd name="T1" fmla="*/ 30 h 25"/>
                  <a:gd name="T2" fmla="*/ 4 w 7"/>
                  <a:gd name="T3" fmla="*/ 0 h 25"/>
                  <a:gd name="T4" fmla="*/ 1 w 7"/>
                  <a:gd name="T5" fmla="*/ 14 h 25"/>
                  <a:gd name="T6" fmla="*/ 7 w 7"/>
                  <a:gd name="T7" fmla="*/ 31 h 2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25">
                    <a:moveTo>
                      <a:pt x="6" y="24"/>
                    </a:moveTo>
                    <a:cubicBezTo>
                      <a:pt x="0" y="19"/>
                      <a:pt x="1" y="7"/>
                      <a:pt x="4" y="0"/>
                    </a:cubicBezTo>
                    <a:cubicBezTo>
                      <a:pt x="3" y="4"/>
                      <a:pt x="1" y="7"/>
                      <a:pt x="1" y="11"/>
                    </a:cubicBezTo>
                    <a:cubicBezTo>
                      <a:pt x="0" y="16"/>
                      <a:pt x="3" y="21"/>
                      <a:pt x="7" y="25"/>
                    </a:cubicBezTo>
                  </a:path>
                </a:pathLst>
              </a:custGeom>
              <a:solidFill>
                <a:srgbClr val="5A22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421" name="Freeform 471">
                <a:extLst>
                  <a:ext uri="{FF2B5EF4-FFF2-40B4-BE49-F238E27FC236}">
                    <a16:creationId xmlns:a16="http://schemas.microsoft.com/office/drawing/2014/main" id="{BCEFC55E-0B0E-466A-A029-D6C51B173E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8" y="942"/>
                <a:ext cx="19" cy="108"/>
              </a:xfrm>
              <a:custGeom>
                <a:avLst/>
                <a:gdLst>
                  <a:gd name="T0" fmla="*/ 19 w 18"/>
                  <a:gd name="T1" fmla="*/ 0 h 103"/>
                  <a:gd name="T2" fmla="*/ 4 w 18"/>
                  <a:gd name="T3" fmla="*/ 21 h 103"/>
                  <a:gd name="T4" fmla="*/ 1 w 18"/>
                  <a:gd name="T5" fmla="*/ 51 h 103"/>
                  <a:gd name="T6" fmla="*/ 21 w 18"/>
                  <a:gd name="T7" fmla="*/ 118 h 103"/>
                  <a:gd name="T8" fmla="*/ 8 w 18"/>
                  <a:gd name="T9" fmla="*/ 79 h 103"/>
                  <a:gd name="T10" fmla="*/ 3 w 18"/>
                  <a:gd name="T11" fmla="*/ 53 h 103"/>
                  <a:gd name="T12" fmla="*/ 6 w 18"/>
                  <a:gd name="T13" fmla="*/ 26 h 103"/>
                  <a:gd name="T14" fmla="*/ 19 w 18"/>
                  <a:gd name="T15" fmla="*/ 18 h 103"/>
                  <a:gd name="T16" fmla="*/ 17 w 18"/>
                  <a:gd name="T17" fmla="*/ 5 h 10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8" h="103">
                    <a:moveTo>
                      <a:pt x="16" y="0"/>
                    </a:moveTo>
                    <a:cubicBezTo>
                      <a:pt x="12" y="6"/>
                      <a:pt x="7" y="12"/>
                      <a:pt x="4" y="18"/>
                    </a:cubicBezTo>
                    <a:cubicBezTo>
                      <a:pt x="0" y="26"/>
                      <a:pt x="0" y="36"/>
                      <a:pt x="1" y="45"/>
                    </a:cubicBezTo>
                    <a:cubicBezTo>
                      <a:pt x="3" y="65"/>
                      <a:pt x="15" y="83"/>
                      <a:pt x="18" y="103"/>
                    </a:cubicBezTo>
                    <a:cubicBezTo>
                      <a:pt x="15" y="92"/>
                      <a:pt x="12" y="80"/>
                      <a:pt x="8" y="69"/>
                    </a:cubicBezTo>
                    <a:cubicBezTo>
                      <a:pt x="6" y="61"/>
                      <a:pt x="4" y="54"/>
                      <a:pt x="3" y="47"/>
                    </a:cubicBezTo>
                    <a:cubicBezTo>
                      <a:pt x="3" y="39"/>
                      <a:pt x="3" y="31"/>
                      <a:pt x="6" y="23"/>
                    </a:cubicBezTo>
                    <a:cubicBezTo>
                      <a:pt x="7" y="20"/>
                      <a:pt x="12" y="9"/>
                      <a:pt x="16" y="15"/>
                    </a:cubicBezTo>
                    <a:cubicBezTo>
                      <a:pt x="14" y="12"/>
                      <a:pt x="14" y="9"/>
                      <a:pt x="14" y="5"/>
                    </a:cubicBezTo>
                  </a:path>
                </a:pathLst>
              </a:custGeom>
              <a:solidFill>
                <a:srgbClr val="5A22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422" name="Freeform 472">
                <a:extLst>
                  <a:ext uri="{FF2B5EF4-FFF2-40B4-BE49-F238E27FC236}">
                    <a16:creationId xmlns:a16="http://schemas.microsoft.com/office/drawing/2014/main" id="{37A201DF-BF8C-4EDA-91D8-A883D1FD1E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6" y="1054"/>
                <a:ext cx="14" cy="71"/>
              </a:xfrm>
              <a:custGeom>
                <a:avLst/>
                <a:gdLst>
                  <a:gd name="T0" fmla="*/ 11 w 13"/>
                  <a:gd name="T1" fmla="*/ 0 h 68"/>
                  <a:gd name="T2" fmla="*/ 6 w 13"/>
                  <a:gd name="T3" fmla="*/ 30 h 68"/>
                  <a:gd name="T4" fmla="*/ 0 w 13"/>
                  <a:gd name="T5" fmla="*/ 55 h 68"/>
                  <a:gd name="T6" fmla="*/ 4 w 13"/>
                  <a:gd name="T7" fmla="*/ 77 h 68"/>
                  <a:gd name="T8" fmla="*/ 3 w 13"/>
                  <a:gd name="T9" fmla="*/ 55 h 68"/>
                  <a:gd name="T10" fmla="*/ 12 w 13"/>
                  <a:gd name="T11" fmla="*/ 27 h 68"/>
                  <a:gd name="T12" fmla="*/ 15 w 13"/>
                  <a:gd name="T13" fmla="*/ 15 h 68"/>
                  <a:gd name="T14" fmla="*/ 10 w 13"/>
                  <a:gd name="T15" fmla="*/ 0 h 6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3" h="68">
                    <a:moveTo>
                      <a:pt x="8" y="0"/>
                    </a:moveTo>
                    <a:cubicBezTo>
                      <a:pt x="11" y="9"/>
                      <a:pt x="9" y="19"/>
                      <a:pt x="6" y="27"/>
                    </a:cubicBezTo>
                    <a:cubicBezTo>
                      <a:pt x="3" y="34"/>
                      <a:pt x="1" y="41"/>
                      <a:pt x="0" y="49"/>
                    </a:cubicBezTo>
                    <a:cubicBezTo>
                      <a:pt x="0" y="56"/>
                      <a:pt x="3" y="61"/>
                      <a:pt x="4" y="68"/>
                    </a:cubicBezTo>
                    <a:cubicBezTo>
                      <a:pt x="1" y="62"/>
                      <a:pt x="2" y="54"/>
                      <a:pt x="3" y="49"/>
                    </a:cubicBezTo>
                    <a:cubicBezTo>
                      <a:pt x="3" y="40"/>
                      <a:pt x="6" y="32"/>
                      <a:pt x="9" y="24"/>
                    </a:cubicBezTo>
                    <a:cubicBezTo>
                      <a:pt x="10" y="20"/>
                      <a:pt x="12" y="16"/>
                      <a:pt x="12" y="12"/>
                    </a:cubicBezTo>
                    <a:cubicBezTo>
                      <a:pt x="13" y="6"/>
                      <a:pt x="10" y="4"/>
                      <a:pt x="7" y="0"/>
                    </a:cubicBezTo>
                  </a:path>
                </a:pathLst>
              </a:custGeom>
              <a:solidFill>
                <a:srgbClr val="5A22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423" name="Freeform 473">
                <a:extLst>
                  <a:ext uri="{FF2B5EF4-FFF2-40B4-BE49-F238E27FC236}">
                    <a16:creationId xmlns:a16="http://schemas.microsoft.com/office/drawing/2014/main" id="{3FFA6EE5-02A8-4598-B566-056BE83D18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3" y="2188"/>
                <a:ext cx="1029" cy="332"/>
              </a:xfrm>
              <a:custGeom>
                <a:avLst/>
                <a:gdLst>
                  <a:gd name="T0" fmla="*/ 0 w 975"/>
                  <a:gd name="T1" fmla="*/ 0 h 314"/>
                  <a:gd name="T2" fmla="*/ 155 w 975"/>
                  <a:gd name="T3" fmla="*/ 229 h 314"/>
                  <a:gd name="T4" fmla="*/ 426 w 975"/>
                  <a:gd name="T5" fmla="*/ 326 h 314"/>
                  <a:gd name="T6" fmla="*/ 719 w 975"/>
                  <a:gd name="T7" fmla="*/ 326 h 314"/>
                  <a:gd name="T8" fmla="*/ 991 w 975"/>
                  <a:gd name="T9" fmla="*/ 229 h 314"/>
                  <a:gd name="T10" fmla="*/ 1146 w 975"/>
                  <a:gd name="T11" fmla="*/ 0 h 31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75" h="314">
                    <a:moveTo>
                      <a:pt x="0" y="0"/>
                    </a:moveTo>
                    <a:cubicBezTo>
                      <a:pt x="26" y="30"/>
                      <a:pt x="16" y="119"/>
                      <a:pt x="132" y="194"/>
                    </a:cubicBezTo>
                    <a:cubicBezTo>
                      <a:pt x="213" y="247"/>
                      <a:pt x="363" y="275"/>
                      <a:pt x="363" y="275"/>
                    </a:cubicBezTo>
                    <a:cubicBezTo>
                      <a:pt x="363" y="275"/>
                      <a:pt x="465" y="314"/>
                      <a:pt x="611" y="275"/>
                    </a:cubicBezTo>
                    <a:cubicBezTo>
                      <a:pt x="611" y="275"/>
                      <a:pt x="761" y="247"/>
                      <a:pt x="843" y="194"/>
                    </a:cubicBezTo>
                    <a:cubicBezTo>
                      <a:pt x="958" y="119"/>
                      <a:pt x="948" y="30"/>
                      <a:pt x="975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424" name="Freeform 474">
                <a:extLst>
                  <a:ext uri="{FF2B5EF4-FFF2-40B4-BE49-F238E27FC236}">
                    <a16:creationId xmlns:a16="http://schemas.microsoft.com/office/drawing/2014/main" id="{D0455110-28E0-44AA-86B0-DA4D65EDEE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1" y="2463"/>
                <a:ext cx="198" cy="38"/>
              </a:xfrm>
              <a:custGeom>
                <a:avLst/>
                <a:gdLst>
                  <a:gd name="T0" fmla="*/ 220 w 188"/>
                  <a:gd name="T1" fmla="*/ 12 h 36"/>
                  <a:gd name="T2" fmla="*/ 131 w 188"/>
                  <a:gd name="T3" fmla="*/ 2 h 36"/>
                  <a:gd name="T4" fmla="*/ 0 w 188"/>
                  <a:gd name="T5" fmla="*/ 42 h 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8" h="36">
                    <a:moveTo>
                      <a:pt x="188" y="9"/>
                    </a:moveTo>
                    <a:cubicBezTo>
                      <a:pt x="188" y="9"/>
                      <a:pt x="134" y="5"/>
                      <a:pt x="112" y="2"/>
                    </a:cubicBezTo>
                    <a:cubicBezTo>
                      <a:pt x="90" y="0"/>
                      <a:pt x="25" y="2"/>
                      <a:pt x="0" y="36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425" name="Freeform 475">
                <a:extLst>
                  <a:ext uri="{FF2B5EF4-FFF2-40B4-BE49-F238E27FC236}">
                    <a16:creationId xmlns:a16="http://schemas.microsoft.com/office/drawing/2014/main" id="{1EA14B6F-49D4-4F78-9C8F-DF6906AB0A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3" y="2757"/>
                <a:ext cx="67" cy="48"/>
              </a:xfrm>
              <a:custGeom>
                <a:avLst/>
                <a:gdLst>
                  <a:gd name="T0" fmla="*/ 0 w 64"/>
                  <a:gd name="T1" fmla="*/ 0 h 45"/>
                  <a:gd name="T2" fmla="*/ 73 w 64"/>
                  <a:gd name="T3" fmla="*/ 54 h 4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4" h="45">
                    <a:moveTo>
                      <a:pt x="0" y="0"/>
                    </a:moveTo>
                    <a:cubicBezTo>
                      <a:pt x="0" y="0"/>
                      <a:pt x="56" y="32"/>
                      <a:pt x="64" y="45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426" name="Freeform 476">
                <a:extLst>
                  <a:ext uri="{FF2B5EF4-FFF2-40B4-BE49-F238E27FC236}">
                    <a16:creationId xmlns:a16="http://schemas.microsoft.com/office/drawing/2014/main" id="{CCDDFECF-6460-4BEE-8BDF-C48EE91BA7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6" y="755"/>
                <a:ext cx="1843" cy="3280"/>
              </a:xfrm>
              <a:custGeom>
                <a:avLst/>
                <a:gdLst>
                  <a:gd name="T0" fmla="*/ 1216 w 1747"/>
                  <a:gd name="T1" fmla="*/ 199 h 3108"/>
                  <a:gd name="T2" fmla="*/ 1218 w 1747"/>
                  <a:gd name="T3" fmla="*/ 411 h 3108"/>
                  <a:gd name="T4" fmla="*/ 1764 w 1747"/>
                  <a:gd name="T5" fmla="*/ 716 h 3108"/>
                  <a:gd name="T6" fmla="*/ 1918 w 1747"/>
                  <a:gd name="T7" fmla="*/ 1184 h 3108"/>
                  <a:gd name="T8" fmla="*/ 2000 w 1747"/>
                  <a:gd name="T9" fmla="*/ 1458 h 3108"/>
                  <a:gd name="T10" fmla="*/ 2013 w 1747"/>
                  <a:gd name="T11" fmla="*/ 1613 h 3108"/>
                  <a:gd name="T12" fmla="*/ 2034 w 1747"/>
                  <a:gd name="T13" fmla="*/ 1824 h 3108"/>
                  <a:gd name="T14" fmla="*/ 1902 w 1747"/>
                  <a:gd name="T15" fmla="*/ 1997 h 3108"/>
                  <a:gd name="T16" fmla="*/ 1840 w 1747"/>
                  <a:gd name="T17" fmla="*/ 1933 h 3108"/>
                  <a:gd name="T18" fmla="*/ 1808 w 1747"/>
                  <a:gd name="T19" fmla="*/ 1714 h 3108"/>
                  <a:gd name="T20" fmla="*/ 1723 w 1747"/>
                  <a:gd name="T21" fmla="*/ 1517 h 3108"/>
                  <a:gd name="T22" fmla="*/ 1713 w 1747"/>
                  <a:gd name="T23" fmla="*/ 2422 h 3108"/>
                  <a:gd name="T24" fmla="*/ 1659 w 1747"/>
                  <a:gd name="T25" fmla="*/ 2699 h 3108"/>
                  <a:gd name="T26" fmla="*/ 1645 w 1747"/>
                  <a:gd name="T27" fmla="*/ 3332 h 3108"/>
                  <a:gd name="T28" fmla="*/ 1686 w 1747"/>
                  <a:gd name="T29" fmla="*/ 3422 h 3108"/>
                  <a:gd name="T30" fmla="*/ 1804 w 1747"/>
                  <a:gd name="T31" fmla="*/ 3504 h 3108"/>
                  <a:gd name="T32" fmla="*/ 1844 w 1747"/>
                  <a:gd name="T33" fmla="*/ 3565 h 3108"/>
                  <a:gd name="T34" fmla="*/ 1813 w 1747"/>
                  <a:gd name="T35" fmla="*/ 3610 h 3108"/>
                  <a:gd name="T36" fmla="*/ 1729 w 1747"/>
                  <a:gd name="T37" fmla="*/ 3646 h 3108"/>
                  <a:gd name="T38" fmla="*/ 1647 w 1747"/>
                  <a:gd name="T39" fmla="*/ 3585 h 3108"/>
                  <a:gd name="T40" fmla="*/ 1410 w 1747"/>
                  <a:gd name="T41" fmla="*/ 3471 h 3108"/>
                  <a:gd name="T42" fmla="*/ 1348 w 1747"/>
                  <a:gd name="T43" fmla="*/ 3235 h 3108"/>
                  <a:gd name="T44" fmla="*/ 1188 w 1747"/>
                  <a:gd name="T45" fmla="*/ 2620 h 3108"/>
                  <a:gd name="T46" fmla="*/ 1049 w 1747"/>
                  <a:gd name="T47" fmla="*/ 2267 h 3108"/>
                  <a:gd name="T48" fmla="*/ 1026 w 1747"/>
                  <a:gd name="T49" fmla="*/ 2072 h 3108"/>
                  <a:gd name="T50" fmla="*/ 932 w 1747"/>
                  <a:gd name="T51" fmla="*/ 2520 h 3108"/>
                  <a:gd name="T52" fmla="*/ 856 w 1747"/>
                  <a:gd name="T53" fmla="*/ 2661 h 3108"/>
                  <a:gd name="T54" fmla="*/ 674 w 1747"/>
                  <a:gd name="T55" fmla="*/ 3319 h 3108"/>
                  <a:gd name="T56" fmla="*/ 516 w 1747"/>
                  <a:gd name="T57" fmla="*/ 3534 h 3108"/>
                  <a:gd name="T58" fmla="*/ 381 w 1747"/>
                  <a:gd name="T59" fmla="*/ 3603 h 3108"/>
                  <a:gd name="T60" fmla="*/ 276 w 1747"/>
                  <a:gd name="T61" fmla="*/ 3627 h 3108"/>
                  <a:gd name="T62" fmla="*/ 224 w 1747"/>
                  <a:gd name="T63" fmla="*/ 3606 h 3108"/>
                  <a:gd name="T64" fmla="*/ 218 w 1747"/>
                  <a:gd name="T65" fmla="*/ 3541 h 3108"/>
                  <a:gd name="T66" fmla="*/ 286 w 1747"/>
                  <a:gd name="T67" fmla="*/ 3490 h 3108"/>
                  <a:gd name="T68" fmla="*/ 405 w 1747"/>
                  <a:gd name="T69" fmla="*/ 3375 h 3108"/>
                  <a:gd name="T70" fmla="*/ 399 w 1747"/>
                  <a:gd name="T71" fmla="*/ 3301 h 3108"/>
                  <a:gd name="T72" fmla="*/ 364 w 1747"/>
                  <a:gd name="T73" fmla="*/ 2606 h 3108"/>
                  <a:gd name="T74" fmla="*/ 312 w 1747"/>
                  <a:gd name="T75" fmla="*/ 1760 h 3108"/>
                  <a:gd name="T76" fmla="*/ 260 w 1747"/>
                  <a:gd name="T77" fmla="*/ 1617 h 3108"/>
                  <a:gd name="T78" fmla="*/ 228 w 1747"/>
                  <a:gd name="T79" fmla="*/ 1803 h 3108"/>
                  <a:gd name="T80" fmla="*/ 178 w 1747"/>
                  <a:gd name="T81" fmla="*/ 1929 h 3108"/>
                  <a:gd name="T82" fmla="*/ 70 w 1747"/>
                  <a:gd name="T83" fmla="*/ 1946 h 3108"/>
                  <a:gd name="T84" fmla="*/ 27 w 1747"/>
                  <a:gd name="T85" fmla="*/ 1694 h 3108"/>
                  <a:gd name="T86" fmla="*/ 32 w 1747"/>
                  <a:gd name="T87" fmla="*/ 1588 h 3108"/>
                  <a:gd name="T88" fmla="*/ 94 w 1747"/>
                  <a:gd name="T89" fmla="*/ 1312 h 3108"/>
                  <a:gd name="T90" fmla="*/ 147 w 1747"/>
                  <a:gd name="T91" fmla="*/ 1094 h 3108"/>
                  <a:gd name="T92" fmla="*/ 737 w 1747"/>
                  <a:gd name="T93" fmla="*/ 483 h 3108"/>
                  <a:gd name="T94" fmla="*/ 848 w 1747"/>
                  <a:gd name="T95" fmla="*/ 291 h 3108"/>
                  <a:gd name="T96" fmla="*/ 855 w 1747"/>
                  <a:gd name="T97" fmla="*/ 214 h 3108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1747" h="3108">
                    <a:moveTo>
                      <a:pt x="875" y="0"/>
                    </a:moveTo>
                    <a:cubicBezTo>
                      <a:pt x="875" y="0"/>
                      <a:pt x="1009" y="17"/>
                      <a:pt x="1019" y="182"/>
                    </a:cubicBezTo>
                    <a:cubicBezTo>
                      <a:pt x="1019" y="182"/>
                      <a:pt x="1024" y="163"/>
                      <a:pt x="1036" y="170"/>
                    </a:cubicBezTo>
                    <a:cubicBezTo>
                      <a:pt x="1048" y="177"/>
                      <a:pt x="1053" y="190"/>
                      <a:pt x="1048" y="209"/>
                    </a:cubicBezTo>
                    <a:cubicBezTo>
                      <a:pt x="1045" y="219"/>
                      <a:pt x="1039" y="267"/>
                      <a:pt x="1025" y="248"/>
                    </a:cubicBezTo>
                    <a:cubicBezTo>
                      <a:pt x="1025" y="248"/>
                      <a:pt x="1048" y="293"/>
                      <a:pt x="1038" y="350"/>
                    </a:cubicBezTo>
                    <a:cubicBezTo>
                      <a:pt x="1038" y="350"/>
                      <a:pt x="1049" y="349"/>
                      <a:pt x="1054" y="365"/>
                    </a:cubicBezTo>
                    <a:cubicBezTo>
                      <a:pt x="1059" y="381"/>
                      <a:pt x="1094" y="404"/>
                      <a:pt x="1119" y="411"/>
                    </a:cubicBezTo>
                    <a:cubicBezTo>
                      <a:pt x="1144" y="418"/>
                      <a:pt x="1441" y="437"/>
                      <a:pt x="1502" y="608"/>
                    </a:cubicBezTo>
                    <a:cubicBezTo>
                      <a:pt x="1517" y="652"/>
                      <a:pt x="1530" y="667"/>
                      <a:pt x="1553" y="692"/>
                    </a:cubicBezTo>
                    <a:cubicBezTo>
                      <a:pt x="1576" y="717"/>
                      <a:pt x="1609" y="800"/>
                      <a:pt x="1622" y="931"/>
                    </a:cubicBezTo>
                    <a:cubicBezTo>
                      <a:pt x="1626" y="980"/>
                      <a:pt x="1621" y="990"/>
                      <a:pt x="1633" y="1007"/>
                    </a:cubicBezTo>
                    <a:cubicBezTo>
                      <a:pt x="1645" y="1024"/>
                      <a:pt x="1659" y="1038"/>
                      <a:pt x="1655" y="1062"/>
                    </a:cubicBezTo>
                    <a:cubicBezTo>
                      <a:pt x="1651" y="1086"/>
                      <a:pt x="1659" y="1100"/>
                      <a:pt x="1667" y="1116"/>
                    </a:cubicBezTo>
                    <a:cubicBezTo>
                      <a:pt x="1675" y="1132"/>
                      <a:pt x="1707" y="1204"/>
                      <a:pt x="1703" y="1241"/>
                    </a:cubicBezTo>
                    <a:cubicBezTo>
                      <a:pt x="1699" y="1278"/>
                      <a:pt x="1703" y="1291"/>
                      <a:pt x="1711" y="1298"/>
                    </a:cubicBezTo>
                    <a:cubicBezTo>
                      <a:pt x="1719" y="1305"/>
                      <a:pt x="1730" y="1340"/>
                      <a:pt x="1720" y="1351"/>
                    </a:cubicBezTo>
                    <a:cubicBezTo>
                      <a:pt x="1710" y="1362"/>
                      <a:pt x="1711" y="1361"/>
                      <a:pt x="1715" y="1372"/>
                    </a:cubicBezTo>
                    <a:cubicBezTo>
                      <a:pt x="1719" y="1383"/>
                      <a:pt x="1721" y="1386"/>
                      <a:pt x="1720" y="1398"/>
                    </a:cubicBezTo>
                    <a:cubicBezTo>
                      <a:pt x="1719" y="1410"/>
                      <a:pt x="1718" y="1420"/>
                      <a:pt x="1723" y="1441"/>
                    </a:cubicBezTo>
                    <a:cubicBezTo>
                      <a:pt x="1728" y="1462"/>
                      <a:pt x="1747" y="1521"/>
                      <a:pt x="1733" y="1551"/>
                    </a:cubicBezTo>
                    <a:cubicBezTo>
                      <a:pt x="1719" y="1581"/>
                      <a:pt x="1715" y="1591"/>
                      <a:pt x="1710" y="1605"/>
                    </a:cubicBezTo>
                    <a:cubicBezTo>
                      <a:pt x="1705" y="1619"/>
                      <a:pt x="1695" y="1647"/>
                      <a:pt x="1687" y="1655"/>
                    </a:cubicBezTo>
                    <a:cubicBezTo>
                      <a:pt x="1679" y="1663"/>
                      <a:pt x="1635" y="1704"/>
                      <a:pt x="1620" y="1699"/>
                    </a:cubicBezTo>
                    <a:cubicBezTo>
                      <a:pt x="1609" y="1695"/>
                      <a:pt x="1611" y="1680"/>
                      <a:pt x="1611" y="1680"/>
                    </a:cubicBezTo>
                    <a:cubicBezTo>
                      <a:pt x="1611" y="1680"/>
                      <a:pt x="1585" y="1668"/>
                      <a:pt x="1595" y="1641"/>
                    </a:cubicBezTo>
                    <a:cubicBezTo>
                      <a:pt x="1595" y="1641"/>
                      <a:pt x="1579" y="1654"/>
                      <a:pt x="1567" y="1645"/>
                    </a:cubicBezTo>
                    <a:cubicBezTo>
                      <a:pt x="1555" y="1635"/>
                      <a:pt x="1560" y="1603"/>
                      <a:pt x="1558" y="1592"/>
                    </a:cubicBezTo>
                    <a:cubicBezTo>
                      <a:pt x="1556" y="1582"/>
                      <a:pt x="1556" y="1552"/>
                      <a:pt x="1552" y="1533"/>
                    </a:cubicBezTo>
                    <a:cubicBezTo>
                      <a:pt x="1549" y="1514"/>
                      <a:pt x="1536" y="1477"/>
                      <a:pt x="1540" y="1458"/>
                    </a:cubicBezTo>
                    <a:cubicBezTo>
                      <a:pt x="1545" y="1440"/>
                      <a:pt x="1553" y="1420"/>
                      <a:pt x="1542" y="1407"/>
                    </a:cubicBezTo>
                    <a:cubicBezTo>
                      <a:pt x="1531" y="1394"/>
                      <a:pt x="1526" y="1384"/>
                      <a:pt x="1526" y="1376"/>
                    </a:cubicBezTo>
                    <a:cubicBezTo>
                      <a:pt x="1526" y="1368"/>
                      <a:pt x="1478" y="1328"/>
                      <a:pt x="1467" y="1291"/>
                    </a:cubicBezTo>
                    <a:cubicBezTo>
                      <a:pt x="1467" y="1291"/>
                      <a:pt x="1474" y="1378"/>
                      <a:pt x="1471" y="1404"/>
                    </a:cubicBezTo>
                    <a:cubicBezTo>
                      <a:pt x="1469" y="1429"/>
                      <a:pt x="1470" y="1470"/>
                      <a:pt x="1481" y="1498"/>
                    </a:cubicBezTo>
                    <a:cubicBezTo>
                      <a:pt x="1491" y="1526"/>
                      <a:pt x="1571" y="1846"/>
                      <a:pt x="1459" y="2061"/>
                    </a:cubicBezTo>
                    <a:cubicBezTo>
                      <a:pt x="1442" y="2093"/>
                      <a:pt x="1447" y="2108"/>
                      <a:pt x="1450" y="2126"/>
                    </a:cubicBezTo>
                    <a:cubicBezTo>
                      <a:pt x="1453" y="2145"/>
                      <a:pt x="1455" y="2196"/>
                      <a:pt x="1437" y="2217"/>
                    </a:cubicBezTo>
                    <a:cubicBezTo>
                      <a:pt x="1418" y="2238"/>
                      <a:pt x="1405" y="2258"/>
                      <a:pt x="1413" y="2296"/>
                    </a:cubicBezTo>
                    <a:cubicBezTo>
                      <a:pt x="1421" y="2333"/>
                      <a:pt x="1482" y="2552"/>
                      <a:pt x="1413" y="2745"/>
                    </a:cubicBezTo>
                    <a:cubicBezTo>
                      <a:pt x="1397" y="2790"/>
                      <a:pt x="1417" y="2790"/>
                      <a:pt x="1408" y="2809"/>
                    </a:cubicBezTo>
                    <a:cubicBezTo>
                      <a:pt x="1399" y="2828"/>
                      <a:pt x="1399" y="2829"/>
                      <a:pt x="1401" y="2834"/>
                    </a:cubicBezTo>
                    <a:cubicBezTo>
                      <a:pt x="1403" y="2839"/>
                      <a:pt x="1399" y="2851"/>
                      <a:pt x="1396" y="2855"/>
                    </a:cubicBezTo>
                    <a:cubicBezTo>
                      <a:pt x="1393" y="2860"/>
                      <a:pt x="1396" y="2864"/>
                      <a:pt x="1402" y="2871"/>
                    </a:cubicBezTo>
                    <a:cubicBezTo>
                      <a:pt x="1408" y="2877"/>
                      <a:pt x="1430" y="2899"/>
                      <a:pt x="1436" y="2912"/>
                    </a:cubicBezTo>
                    <a:cubicBezTo>
                      <a:pt x="1441" y="2924"/>
                      <a:pt x="1473" y="2946"/>
                      <a:pt x="1481" y="2954"/>
                    </a:cubicBezTo>
                    <a:cubicBezTo>
                      <a:pt x="1490" y="2962"/>
                      <a:pt x="1496" y="2966"/>
                      <a:pt x="1503" y="2970"/>
                    </a:cubicBezTo>
                    <a:cubicBezTo>
                      <a:pt x="1510" y="2975"/>
                      <a:pt x="1531" y="2979"/>
                      <a:pt x="1537" y="2981"/>
                    </a:cubicBezTo>
                    <a:cubicBezTo>
                      <a:pt x="1543" y="2983"/>
                      <a:pt x="1552" y="2987"/>
                      <a:pt x="1556" y="2994"/>
                    </a:cubicBezTo>
                    <a:cubicBezTo>
                      <a:pt x="1559" y="3001"/>
                      <a:pt x="1562" y="3002"/>
                      <a:pt x="1561" y="3012"/>
                    </a:cubicBezTo>
                    <a:cubicBezTo>
                      <a:pt x="1561" y="3012"/>
                      <a:pt x="1575" y="3021"/>
                      <a:pt x="1571" y="3033"/>
                    </a:cubicBezTo>
                    <a:cubicBezTo>
                      <a:pt x="1568" y="3045"/>
                      <a:pt x="1563" y="3045"/>
                      <a:pt x="1563" y="3045"/>
                    </a:cubicBezTo>
                    <a:cubicBezTo>
                      <a:pt x="1563" y="3045"/>
                      <a:pt x="1565" y="3063"/>
                      <a:pt x="1556" y="3068"/>
                    </a:cubicBezTo>
                    <a:cubicBezTo>
                      <a:pt x="1546" y="3073"/>
                      <a:pt x="1544" y="3072"/>
                      <a:pt x="1544" y="3072"/>
                    </a:cubicBezTo>
                    <a:cubicBezTo>
                      <a:pt x="1544" y="3072"/>
                      <a:pt x="1541" y="3082"/>
                      <a:pt x="1529" y="3085"/>
                    </a:cubicBezTo>
                    <a:cubicBezTo>
                      <a:pt x="1517" y="3087"/>
                      <a:pt x="1512" y="3086"/>
                      <a:pt x="1512" y="3086"/>
                    </a:cubicBezTo>
                    <a:cubicBezTo>
                      <a:pt x="1512" y="3086"/>
                      <a:pt x="1498" y="3108"/>
                      <a:pt x="1473" y="3102"/>
                    </a:cubicBezTo>
                    <a:cubicBezTo>
                      <a:pt x="1448" y="3097"/>
                      <a:pt x="1439" y="3084"/>
                      <a:pt x="1435" y="3077"/>
                    </a:cubicBezTo>
                    <a:cubicBezTo>
                      <a:pt x="1430" y="3069"/>
                      <a:pt x="1426" y="3065"/>
                      <a:pt x="1423" y="3065"/>
                    </a:cubicBezTo>
                    <a:cubicBezTo>
                      <a:pt x="1420" y="3064"/>
                      <a:pt x="1409" y="3061"/>
                      <a:pt x="1403" y="3050"/>
                    </a:cubicBezTo>
                    <a:cubicBezTo>
                      <a:pt x="1397" y="3040"/>
                      <a:pt x="1387" y="3027"/>
                      <a:pt x="1379" y="3025"/>
                    </a:cubicBezTo>
                    <a:cubicBezTo>
                      <a:pt x="1371" y="3022"/>
                      <a:pt x="1336" y="3010"/>
                      <a:pt x="1306" y="3007"/>
                    </a:cubicBezTo>
                    <a:cubicBezTo>
                      <a:pt x="1276" y="3005"/>
                      <a:pt x="1197" y="2989"/>
                      <a:pt x="1201" y="2954"/>
                    </a:cubicBezTo>
                    <a:cubicBezTo>
                      <a:pt x="1205" y="2919"/>
                      <a:pt x="1217" y="2899"/>
                      <a:pt x="1205" y="2890"/>
                    </a:cubicBezTo>
                    <a:cubicBezTo>
                      <a:pt x="1193" y="2881"/>
                      <a:pt x="1171" y="2852"/>
                      <a:pt x="1172" y="2824"/>
                    </a:cubicBezTo>
                    <a:cubicBezTo>
                      <a:pt x="1173" y="2797"/>
                      <a:pt x="1180" y="2783"/>
                      <a:pt x="1148" y="2752"/>
                    </a:cubicBezTo>
                    <a:cubicBezTo>
                      <a:pt x="1115" y="2722"/>
                      <a:pt x="982" y="2604"/>
                      <a:pt x="1007" y="2397"/>
                    </a:cubicBezTo>
                    <a:cubicBezTo>
                      <a:pt x="1017" y="2315"/>
                      <a:pt x="1011" y="2277"/>
                      <a:pt x="1018" y="2264"/>
                    </a:cubicBezTo>
                    <a:cubicBezTo>
                      <a:pt x="1025" y="2250"/>
                      <a:pt x="1002" y="2237"/>
                      <a:pt x="1011" y="2230"/>
                    </a:cubicBezTo>
                    <a:cubicBezTo>
                      <a:pt x="1021" y="2224"/>
                      <a:pt x="1021" y="2214"/>
                      <a:pt x="1006" y="2212"/>
                    </a:cubicBezTo>
                    <a:cubicBezTo>
                      <a:pt x="991" y="2209"/>
                      <a:pt x="965" y="2182"/>
                      <a:pt x="954" y="2144"/>
                    </a:cubicBezTo>
                    <a:cubicBezTo>
                      <a:pt x="943" y="2105"/>
                      <a:pt x="897" y="1956"/>
                      <a:pt x="893" y="1928"/>
                    </a:cubicBezTo>
                    <a:cubicBezTo>
                      <a:pt x="889" y="1900"/>
                      <a:pt x="877" y="1890"/>
                      <a:pt x="875" y="1869"/>
                    </a:cubicBezTo>
                    <a:cubicBezTo>
                      <a:pt x="874" y="1848"/>
                      <a:pt x="873" y="1762"/>
                      <a:pt x="873" y="1762"/>
                    </a:cubicBezTo>
                    <a:cubicBezTo>
                      <a:pt x="874" y="1762"/>
                      <a:pt x="874" y="1762"/>
                      <a:pt x="874" y="1762"/>
                    </a:cubicBezTo>
                    <a:cubicBezTo>
                      <a:pt x="874" y="1762"/>
                      <a:pt x="873" y="1848"/>
                      <a:pt x="871" y="1869"/>
                    </a:cubicBezTo>
                    <a:cubicBezTo>
                      <a:pt x="870" y="1890"/>
                      <a:pt x="858" y="1900"/>
                      <a:pt x="854" y="1928"/>
                    </a:cubicBezTo>
                    <a:cubicBezTo>
                      <a:pt x="850" y="1956"/>
                      <a:pt x="803" y="2105"/>
                      <a:pt x="793" y="2144"/>
                    </a:cubicBezTo>
                    <a:cubicBezTo>
                      <a:pt x="782" y="2182"/>
                      <a:pt x="755" y="2209"/>
                      <a:pt x="741" y="2212"/>
                    </a:cubicBezTo>
                    <a:cubicBezTo>
                      <a:pt x="726" y="2214"/>
                      <a:pt x="726" y="2224"/>
                      <a:pt x="735" y="2230"/>
                    </a:cubicBezTo>
                    <a:cubicBezTo>
                      <a:pt x="745" y="2237"/>
                      <a:pt x="722" y="2250"/>
                      <a:pt x="729" y="2264"/>
                    </a:cubicBezTo>
                    <a:cubicBezTo>
                      <a:pt x="735" y="2277"/>
                      <a:pt x="729" y="2315"/>
                      <a:pt x="739" y="2397"/>
                    </a:cubicBezTo>
                    <a:cubicBezTo>
                      <a:pt x="765" y="2604"/>
                      <a:pt x="631" y="2722"/>
                      <a:pt x="599" y="2752"/>
                    </a:cubicBezTo>
                    <a:cubicBezTo>
                      <a:pt x="566" y="2783"/>
                      <a:pt x="574" y="2797"/>
                      <a:pt x="574" y="2824"/>
                    </a:cubicBezTo>
                    <a:cubicBezTo>
                      <a:pt x="575" y="2852"/>
                      <a:pt x="553" y="2881"/>
                      <a:pt x="541" y="2890"/>
                    </a:cubicBezTo>
                    <a:cubicBezTo>
                      <a:pt x="530" y="2899"/>
                      <a:pt x="542" y="2919"/>
                      <a:pt x="545" y="2954"/>
                    </a:cubicBezTo>
                    <a:cubicBezTo>
                      <a:pt x="549" y="2989"/>
                      <a:pt x="471" y="3005"/>
                      <a:pt x="440" y="3007"/>
                    </a:cubicBezTo>
                    <a:cubicBezTo>
                      <a:pt x="410" y="3010"/>
                      <a:pt x="376" y="3022"/>
                      <a:pt x="368" y="3025"/>
                    </a:cubicBezTo>
                    <a:cubicBezTo>
                      <a:pt x="359" y="3027"/>
                      <a:pt x="349" y="3040"/>
                      <a:pt x="344" y="3050"/>
                    </a:cubicBezTo>
                    <a:cubicBezTo>
                      <a:pt x="338" y="3061"/>
                      <a:pt x="326" y="3064"/>
                      <a:pt x="324" y="3065"/>
                    </a:cubicBezTo>
                    <a:cubicBezTo>
                      <a:pt x="321" y="3065"/>
                      <a:pt x="316" y="3069"/>
                      <a:pt x="312" y="3077"/>
                    </a:cubicBezTo>
                    <a:cubicBezTo>
                      <a:pt x="307" y="3084"/>
                      <a:pt x="298" y="3097"/>
                      <a:pt x="273" y="3102"/>
                    </a:cubicBezTo>
                    <a:cubicBezTo>
                      <a:pt x="249" y="3108"/>
                      <a:pt x="235" y="3086"/>
                      <a:pt x="235" y="3086"/>
                    </a:cubicBezTo>
                    <a:cubicBezTo>
                      <a:pt x="235" y="3086"/>
                      <a:pt x="230" y="3087"/>
                      <a:pt x="218" y="3085"/>
                    </a:cubicBezTo>
                    <a:cubicBezTo>
                      <a:pt x="206" y="3082"/>
                      <a:pt x="202" y="3072"/>
                      <a:pt x="202" y="3072"/>
                    </a:cubicBezTo>
                    <a:cubicBezTo>
                      <a:pt x="202" y="3072"/>
                      <a:pt x="200" y="3073"/>
                      <a:pt x="191" y="3068"/>
                    </a:cubicBezTo>
                    <a:cubicBezTo>
                      <a:pt x="181" y="3063"/>
                      <a:pt x="184" y="3045"/>
                      <a:pt x="184" y="3045"/>
                    </a:cubicBezTo>
                    <a:cubicBezTo>
                      <a:pt x="184" y="3045"/>
                      <a:pt x="179" y="3045"/>
                      <a:pt x="175" y="3033"/>
                    </a:cubicBezTo>
                    <a:cubicBezTo>
                      <a:pt x="172" y="3021"/>
                      <a:pt x="186" y="3012"/>
                      <a:pt x="186" y="3012"/>
                    </a:cubicBezTo>
                    <a:cubicBezTo>
                      <a:pt x="185" y="3002"/>
                      <a:pt x="187" y="3001"/>
                      <a:pt x="191" y="2994"/>
                    </a:cubicBezTo>
                    <a:cubicBezTo>
                      <a:pt x="195" y="2987"/>
                      <a:pt x="203" y="2983"/>
                      <a:pt x="210" y="2981"/>
                    </a:cubicBezTo>
                    <a:cubicBezTo>
                      <a:pt x="216" y="2979"/>
                      <a:pt x="236" y="2975"/>
                      <a:pt x="244" y="2970"/>
                    </a:cubicBezTo>
                    <a:cubicBezTo>
                      <a:pt x="251" y="2966"/>
                      <a:pt x="257" y="2962"/>
                      <a:pt x="265" y="2954"/>
                    </a:cubicBezTo>
                    <a:cubicBezTo>
                      <a:pt x="274" y="2946"/>
                      <a:pt x="305" y="2924"/>
                      <a:pt x="311" y="2912"/>
                    </a:cubicBezTo>
                    <a:cubicBezTo>
                      <a:pt x="317" y="2899"/>
                      <a:pt x="338" y="2877"/>
                      <a:pt x="345" y="2871"/>
                    </a:cubicBezTo>
                    <a:cubicBezTo>
                      <a:pt x="351" y="2864"/>
                      <a:pt x="354" y="2860"/>
                      <a:pt x="350" y="2855"/>
                    </a:cubicBezTo>
                    <a:cubicBezTo>
                      <a:pt x="347" y="2851"/>
                      <a:pt x="344" y="2839"/>
                      <a:pt x="346" y="2834"/>
                    </a:cubicBezTo>
                    <a:cubicBezTo>
                      <a:pt x="348" y="2829"/>
                      <a:pt x="348" y="2828"/>
                      <a:pt x="339" y="2809"/>
                    </a:cubicBezTo>
                    <a:cubicBezTo>
                      <a:pt x="330" y="2790"/>
                      <a:pt x="350" y="2790"/>
                      <a:pt x="334" y="2745"/>
                    </a:cubicBezTo>
                    <a:cubicBezTo>
                      <a:pt x="265" y="2552"/>
                      <a:pt x="326" y="2333"/>
                      <a:pt x="334" y="2296"/>
                    </a:cubicBezTo>
                    <a:cubicBezTo>
                      <a:pt x="342" y="2258"/>
                      <a:pt x="329" y="2238"/>
                      <a:pt x="310" y="2217"/>
                    </a:cubicBezTo>
                    <a:cubicBezTo>
                      <a:pt x="291" y="2196"/>
                      <a:pt x="294" y="2145"/>
                      <a:pt x="297" y="2126"/>
                    </a:cubicBezTo>
                    <a:cubicBezTo>
                      <a:pt x="299" y="2108"/>
                      <a:pt x="304" y="2093"/>
                      <a:pt x="287" y="2061"/>
                    </a:cubicBezTo>
                    <a:cubicBezTo>
                      <a:pt x="175" y="1846"/>
                      <a:pt x="255" y="1526"/>
                      <a:pt x="266" y="1498"/>
                    </a:cubicBezTo>
                    <a:cubicBezTo>
                      <a:pt x="277" y="1470"/>
                      <a:pt x="278" y="1429"/>
                      <a:pt x="275" y="1404"/>
                    </a:cubicBezTo>
                    <a:cubicBezTo>
                      <a:pt x="273" y="1378"/>
                      <a:pt x="279" y="1291"/>
                      <a:pt x="279" y="1291"/>
                    </a:cubicBezTo>
                    <a:cubicBezTo>
                      <a:pt x="269" y="1328"/>
                      <a:pt x="221" y="1368"/>
                      <a:pt x="221" y="1376"/>
                    </a:cubicBezTo>
                    <a:cubicBezTo>
                      <a:pt x="221" y="1384"/>
                      <a:pt x="215" y="1394"/>
                      <a:pt x="205" y="1407"/>
                    </a:cubicBezTo>
                    <a:cubicBezTo>
                      <a:pt x="194" y="1420"/>
                      <a:pt x="202" y="1440"/>
                      <a:pt x="207" y="1458"/>
                    </a:cubicBezTo>
                    <a:cubicBezTo>
                      <a:pt x="211" y="1477"/>
                      <a:pt x="198" y="1514"/>
                      <a:pt x="194" y="1533"/>
                    </a:cubicBezTo>
                    <a:cubicBezTo>
                      <a:pt x="190" y="1552"/>
                      <a:pt x="191" y="1582"/>
                      <a:pt x="188" y="1592"/>
                    </a:cubicBezTo>
                    <a:cubicBezTo>
                      <a:pt x="186" y="1603"/>
                      <a:pt x="192" y="1635"/>
                      <a:pt x="180" y="1645"/>
                    </a:cubicBezTo>
                    <a:cubicBezTo>
                      <a:pt x="168" y="1654"/>
                      <a:pt x="152" y="1641"/>
                      <a:pt x="152" y="1641"/>
                    </a:cubicBezTo>
                    <a:cubicBezTo>
                      <a:pt x="162" y="1668"/>
                      <a:pt x="135" y="1680"/>
                      <a:pt x="135" y="1680"/>
                    </a:cubicBezTo>
                    <a:cubicBezTo>
                      <a:pt x="135" y="1680"/>
                      <a:pt x="137" y="1695"/>
                      <a:pt x="127" y="1699"/>
                    </a:cubicBezTo>
                    <a:cubicBezTo>
                      <a:pt x="112" y="1704"/>
                      <a:pt x="68" y="1663"/>
                      <a:pt x="60" y="1655"/>
                    </a:cubicBezTo>
                    <a:cubicBezTo>
                      <a:pt x="52" y="1647"/>
                      <a:pt x="42" y="1619"/>
                      <a:pt x="37" y="1605"/>
                    </a:cubicBezTo>
                    <a:cubicBezTo>
                      <a:pt x="32" y="1591"/>
                      <a:pt x="28" y="1581"/>
                      <a:pt x="14" y="1551"/>
                    </a:cubicBezTo>
                    <a:cubicBezTo>
                      <a:pt x="0" y="1521"/>
                      <a:pt x="19" y="1462"/>
                      <a:pt x="24" y="1441"/>
                    </a:cubicBezTo>
                    <a:cubicBezTo>
                      <a:pt x="29" y="1420"/>
                      <a:pt x="28" y="1410"/>
                      <a:pt x="27" y="1398"/>
                    </a:cubicBezTo>
                    <a:cubicBezTo>
                      <a:pt x="26" y="1386"/>
                      <a:pt x="28" y="1383"/>
                      <a:pt x="32" y="1372"/>
                    </a:cubicBezTo>
                    <a:cubicBezTo>
                      <a:pt x="36" y="1361"/>
                      <a:pt x="37" y="1362"/>
                      <a:pt x="27" y="1351"/>
                    </a:cubicBezTo>
                    <a:cubicBezTo>
                      <a:pt x="17" y="1340"/>
                      <a:pt x="28" y="1305"/>
                      <a:pt x="36" y="1298"/>
                    </a:cubicBezTo>
                    <a:cubicBezTo>
                      <a:pt x="44" y="1291"/>
                      <a:pt x="48" y="1278"/>
                      <a:pt x="44" y="1241"/>
                    </a:cubicBezTo>
                    <a:cubicBezTo>
                      <a:pt x="40" y="1204"/>
                      <a:pt x="72" y="1132"/>
                      <a:pt x="80" y="1116"/>
                    </a:cubicBezTo>
                    <a:cubicBezTo>
                      <a:pt x="88" y="1100"/>
                      <a:pt x="96" y="1086"/>
                      <a:pt x="92" y="1062"/>
                    </a:cubicBezTo>
                    <a:cubicBezTo>
                      <a:pt x="88" y="1038"/>
                      <a:pt x="102" y="1024"/>
                      <a:pt x="114" y="1007"/>
                    </a:cubicBezTo>
                    <a:cubicBezTo>
                      <a:pt x="126" y="990"/>
                      <a:pt x="120" y="980"/>
                      <a:pt x="125" y="931"/>
                    </a:cubicBezTo>
                    <a:cubicBezTo>
                      <a:pt x="138" y="800"/>
                      <a:pt x="171" y="717"/>
                      <a:pt x="194" y="692"/>
                    </a:cubicBezTo>
                    <a:cubicBezTo>
                      <a:pt x="217" y="667"/>
                      <a:pt x="229" y="652"/>
                      <a:pt x="245" y="608"/>
                    </a:cubicBezTo>
                    <a:cubicBezTo>
                      <a:pt x="306" y="437"/>
                      <a:pt x="603" y="418"/>
                      <a:pt x="628" y="411"/>
                    </a:cubicBezTo>
                    <a:cubicBezTo>
                      <a:pt x="653" y="404"/>
                      <a:pt x="688" y="381"/>
                      <a:pt x="693" y="365"/>
                    </a:cubicBezTo>
                    <a:cubicBezTo>
                      <a:pt x="698" y="349"/>
                      <a:pt x="709" y="350"/>
                      <a:pt x="709" y="350"/>
                    </a:cubicBezTo>
                    <a:cubicBezTo>
                      <a:pt x="699" y="293"/>
                      <a:pt x="722" y="248"/>
                      <a:pt x="722" y="248"/>
                    </a:cubicBezTo>
                    <a:cubicBezTo>
                      <a:pt x="706" y="264"/>
                      <a:pt x="704" y="218"/>
                      <a:pt x="700" y="207"/>
                    </a:cubicBezTo>
                    <a:cubicBezTo>
                      <a:pt x="696" y="198"/>
                      <a:pt x="697" y="176"/>
                      <a:pt x="711" y="170"/>
                    </a:cubicBezTo>
                    <a:cubicBezTo>
                      <a:pt x="723" y="165"/>
                      <a:pt x="728" y="182"/>
                      <a:pt x="728" y="182"/>
                    </a:cubicBezTo>
                    <a:cubicBezTo>
                      <a:pt x="737" y="17"/>
                      <a:pt x="872" y="0"/>
                      <a:pt x="872" y="0"/>
                    </a:cubicBezTo>
                    <a:lnTo>
                      <a:pt x="875" y="0"/>
                    </a:lnTo>
                    <a:close/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427" name="Freeform 477">
                <a:extLst>
                  <a:ext uri="{FF2B5EF4-FFF2-40B4-BE49-F238E27FC236}">
                    <a16:creationId xmlns:a16="http://schemas.microsoft.com/office/drawing/2014/main" id="{9E1E0E81-8D99-425C-8AEA-E18FC7EB0E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4" y="2362"/>
                <a:ext cx="39" cy="173"/>
              </a:xfrm>
              <a:custGeom>
                <a:avLst/>
                <a:gdLst>
                  <a:gd name="T0" fmla="*/ 17 w 37"/>
                  <a:gd name="T1" fmla="*/ 0 h 164"/>
                  <a:gd name="T2" fmla="*/ 23 w 37"/>
                  <a:gd name="T3" fmla="*/ 9 h 164"/>
                  <a:gd name="T4" fmla="*/ 24 w 37"/>
                  <a:gd name="T5" fmla="*/ 27 h 164"/>
                  <a:gd name="T6" fmla="*/ 38 w 37"/>
                  <a:gd name="T7" fmla="*/ 56 h 164"/>
                  <a:gd name="T8" fmla="*/ 40 w 37"/>
                  <a:gd name="T9" fmla="*/ 79 h 164"/>
                  <a:gd name="T10" fmla="*/ 39 w 37"/>
                  <a:gd name="T11" fmla="*/ 94 h 164"/>
                  <a:gd name="T12" fmla="*/ 36 w 37"/>
                  <a:gd name="T13" fmla="*/ 103 h 164"/>
                  <a:gd name="T14" fmla="*/ 26 w 37"/>
                  <a:gd name="T15" fmla="*/ 122 h 164"/>
                  <a:gd name="T16" fmla="*/ 15 w 37"/>
                  <a:gd name="T17" fmla="*/ 136 h 164"/>
                  <a:gd name="T18" fmla="*/ 2 w 37"/>
                  <a:gd name="T19" fmla="*/ 167 h 164"/>
                  <a:gd name="T20" fmla="*/ 2 w 37"/>
                  <a:gd name="T21" fmla="*/ 192 h 16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7" h="164">
                    <a:moveTo>
                      <a:pt x="14" y="0"/>
                    </a:moveTo>
                    <a:cubicBezTo>
                      <a:pt x="16" y="4"/>
                      <a:pt x="19" y="5"/>
                      <a:pt x="20" y="9"/>
                    </a:cubicBezTo>
                    <a:cubicBezTo>
                      <a:pt x="22" y="14"/>
                      <a:pt x="20" y="19"/>
                      <a:pt x="21" y="24"/>
                    </a:cubicBezTo>
                    <a:cubicBezTo>
                      <a:pt x="23" y="34"/>
                      <a:pt x="27" y="39"/>
                      <a:pt x="32" y="47"/>
                    </a:cubicBezTo>
                    <a:cubicBezTo>
                      <a:pt x="37" y="54"/>
                      <a:pt x="35" y="58"/>
                      <a:pt x="34" y="67"/>
                    </a:cubicBezTo>
                    <a:cubicBezTo>
                      <a:pt x="33" y="71"/>
                      <a:pt x="34" y="76"/>
                      <a:pt x="33" y="80"/>
                    </a:cubicBezTo>
                    <a:cubicBezTo>
                      <a:pt x="33" y="83"/>
                      <a:pt x="31" y="85"/>
                      <a:pt x="30" y="88"/>
                    </a:cubicBezTo>
                    <a:cubicBezTo>
                      <a:pt x="27" y="95"/>
                      <a:pt x="29" y="100"/>
                      <a:pt x="23" y="104"/>
                    </a:cubicBezTo>
                    <a:cubicBezTo>
                      <a:pt x="19" y="108"/>
                      <a:pt x="15" y="111"/>
                      <a:pt x="12" y="116"/>
                    </a:cubicBezTo>
                    <a:cubicBezTo>
                      <a:pt x="7" y="124"/>
                      <a:pt x="4" y="133"/>
                      <a:pt x="2" y="142"/>
                    </a:cubicBezTo>
                    <a:cubicBezTo>
                      <a:pt x="0" y="149"/>
                      <a:pt x="3" y="157"/>
                      <a:pt x="2" y="164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428" name="Freeform 478">
                <a:extLst>
                  <a:ext uri="{FF2B5EF4-FFF2-40B4-BE49-F238E27FC236}">
                    <a16:creationId xmlns:a16="http://schemas.microsoft.com/office/drawing/2014/main" id="{8CE794DF-62DB-45E0-8E3C-6BE79438DA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9" y="2447"/>
                <a:ext cx="50" cy="43"/>
              </a:xfrm>
              <a:custGeom>
                <a:avLst/>
                <a:gdLst>
                  <a:gd name="T0" fmla="*/ 0 w 47"/>
                  <a:gd name="T1" fmla="*/ 47 h 41"/>
                  <a:gd name="T2" fmla="*/ 16 w 47"/>
                  <a:gd name="T3" fmla="*/ 33 h 41"/>
                  <a:gd name="T4" fmla="*/ 31 w 47"/>
                  <a:gd name="T5" fmla="*/ 25 h 41"/>
                  <a:gd name="T6" fmla="*/ 56 w 47"/>
                  <a:gd name="T7" fmla="*/ 0 h 4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7" h="41">
                    <a:moveTo>
                      <a:pt x="0" y="41"/>
                    </a:moveTo>
                    <a:cubicBezTo>
                      <a:pt x="1" y="37"/>
                      <a:pt x="9" y="31"/>
                      <a:pt x="13" y="29"/>
                    </a:cubicBezTo>
                    <a:cubicBezTo>
                      <a:pt x="17" y="26"/>
                      <a:pt x="22" y="26"/>
                      <a:pt x="25" y="22"/>
                    </a:cubicBezTo>
                    <a:cubicBezTo>
                      <a:pt x="32" y="15"/>
                      <a:pt x="35" y="1"/>
                      <a:pt x="47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429" name="Freeform 479">
                <a:extLst>
                  <a:ext uri="{FF2B5EF4-FFF2-40B4-BE49-F238E27FC236}">
                    <a16:creationId xmlns:a16="http://schemas.microsoft.com/office/drawing/2014/main" id="{7ED9D702-1A4F-4226-A9CF-D26019DBA8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9" y="2426"/>
                <a:ext cx="21" cy="18"/>
              </a:xfrm>
              <a:custGeom>
                <a:avLst/>
                <a:gdLst>
                  <a:gd name="T0" fmla="*/ 0 w 20"/>
                  <a:gd name="T1" fmla="*/ 20 h 17"/>
                  <a:gd name="T2" fmla="*/ 23 w 20"/>
                  <a:gd name="T3" fmla="*/ 0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17">
                    <a:moveTo>
                      <a:pt x="0" y="17"/>
                    </a:moveTo>
                    <a:cubicBezTo>
                      <a:pt x="5" y="9"/>
                      <a:pt x="11" y="4"/>
                      <a:pt x="20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430" name="Freeform 480">
                <a:extLst>
                  <a:ext uri="{FF2B5EF4-FFF2-40B4-BE49-F238E27FC236}">
                    <a16:creationId xmlns:a16="http://schemas.microsoft.com/office/drawing/2014/main" id="{CE542A48-133F-4DD8-8FB2-53AD7A083C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4" y="2362"/>
                <a:ext cx="37" cy="128"/>
              </a:xfrm>
              <a:custGeom>
                <a:avLst/>
                <a:gdLst>
                  <a:gd name="T0" fmla="*/ 40 w 35"/>
                  <a:gd name="T1" fmla="*/ 0 h 121"/>
                  <a:gd name="T2" fmla="*/ 41 w 35"/>
                  <a:gd name="T3" fmla="*/ 56 h 121"/>
                  <a:gd name="T4" fmla="*/ 36 w 35"/>
                  <a:gd name="T5" fmla="*/ 98 h 121"/>
                  <a:gd name="T6" fmla="*/ 20 w 35"/>
                  <a:gd name="T7" fmla="*/ 124 h 121"/>
                  <a:gd name="T8" fmla="*/ 0 w 35"/>
                  <a:gd name="T9" fmla="*/ 143 h 1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" h="121">
                    <a:moveTo>
                      <a:pt x="34" y="0"/>
                    </a:moveTo>
                    <a:cubicBezTo>
                      <a:pt x="28" y="15"/>
                      <a:pt x="34" y="31"/>
                      <a:pt x="35" y="47"/>
                    </a:cubicBezTo>
                    <a:cubicBezTo>
                      <a:pt x="35" y="59"/>
                      <a:pt x="35" y="71"/>
                      <a:pt x="30" y="83"/>
                    </a:cubicBezTo>
                    <a:cubicBezTo>
                      <a:pt x="27" y="90"/>
                      <a:pt x="23" y="99"/>
                      <a:pt x="17" y="105"/>
                    </a:cubicBezTo>
                    <a:cubicBezTo>
                      <a:pt x="13" y="110"/>
                      <a:pt x="6" y="119"/>
                      <a:pt x="0" y="121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431" name="Freeform 481">
                <a:extLst>
                  <a:ext uri="{FF2B5EF4-FFF2-40B4-BE49-F238E27FC236}">
                    <a16:creationId xmlns:a16="http://schemas.microsoft.com/office/drawing/2014/main" id="{81A8713C-A5F6-4C1B-9BD6-438F05AB2C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6" y="2354"/>
                <a:ext cx="39" cy="27"/>
              </a:xfrm>
              <a:custGeom>
                <a:avLst/>
                <a:gdLst>
                  <a:gd name="T0" fmla="*/ 43 w 37"/>
                  <a:gd name="T1" fmla="*/ 3 h 26"/>
                  <a:gd name="T2" fmla="*/ 0 w 37"/>
                  <a:gd name="T3" fmla="*/ 29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7" h="26">
                    <a:moveTo>
                      <a:pt x="37" y="3"/>
                    </a:moveTo>
                    <a:cubicBezTo>
                      <a:pt x="23" y="0"/>
                      <a:pt x="7" y="16"/>
                      <a:pt x="0" y="26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432" name="Freeform 482">
                <a:extLst>
                  <a:ext uri="{FF2B5EF4-FFF2-40B4-BE49-F238E27FC236}">
                    <a16:creationId xmlns:a16="http://schemas.microsoft.com/office/drawing/2014/main" id="{A0B17697-58A5-4A51-8B4F-0888F42584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1" y="2440"/>
                <a:ext cx="27" cy="30"/>
              </a:xfrm>
              <a:custGeom>
                <a:avLst/>
                <a:gdLst>
                  <a:gd name="T0" fmla="*/ 0 w 26"/>
                  <a:gd name="T1" fmla="*/ 1 h 28"/>
                  <a:gd name="T2" fmla="*/ 23 w 26"/>
                  <a:gd name="T3" fmla="*/ 6 h 28"/>
                  <a:gd name="T4" fmla="*/ 27 w 26"/>
                  <a:gd name="T5" fmla="*/ 34 h 28"/>
                  <a:gd name="T6" fmla="*/ 0 w 26"/>
                  <a:gd name="T7" fmla="*/ 33 h 2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28">
                    <a:moveTo>
                      <a:pt x="0" y="1"/>
                    </a:moveTo>
                    <a:cubicBezTo>
                      <a:pt x="8" y="0"/>
                      <a:pt x="14" y="1"/>
                      <a:pt x="20" y="6"/>
                    </a:cubicBezTo>
                    <a:cubicBezTo>
                      <a:pt x="26" y="11"/>
                      <a:pt x="26" y="21"/>
                      <a:pt x="24" y="28"/>
                    </a:cubicBezTo>
                    <a:cubicBezTo>
                      <a:pt x="20" y="22"/>
                      <a:pt x="6" y="20"/>
                      <a:pt x="0" y="27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433" name="Freeform 483">
                <a:extLst>
                  <a:ext uri="{FF2B5EF4-FFF2-40B4-BE49-F238E27FC236}">
                    <a16:creationId xmlns:a16="http://schemas.microsoft.com/office/drawing/2014/main" id="{2ACEF39A-D766-4F2B-BF5F-EC39658901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9" y="2520"/>
                <a:ext cx="35" cy="24"/>
              </a:xfrm>
              <a:custGeom>
                <a:avLst/>
                <a:gdLst>
                  <a:gd name="T0" fmla="*/ 37 w 34"/>
                  <a:gd name="T1" fmla="*/ 7 h 23"/>
                  <a:gd name="T2" fmla="*/ 10 w 34"/>
                  <a:gd name="T3" fmla="*/ 5 h 23"/>
                  <a:gd name="T4" fmla="*/ 0 w 34"/>
                  <a:gd name="T5" fmla="*/ 11 h 23"/>
                  <a:gd name="T6" fmla="*/ 6 w 34"/>
                  <a:gd name="T7" fmla="*/ 26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4" h="23">
                    <a:moveTo>
                      <a:pt x="34" y="7"/>
                    </a:moveTo>
                    <a:cubicBezTo>
                      <a:pt x="27" y="1"/>
                      <a:pt x="18" y="0"/>
                      <a:pt x="10" y="5"/>
                    </a:cubicBezTo>
                    <a:cubicBezTo>
                      <a:pt x="7" y="6"/>
                      <a:pt x="1" y="8"/>
                      <a:pt x="0" y="11"/>
                    </a:cubicBezTo>
                    <a:cubicBezTo>
                      <a:pt x="0" y="14"/>
                      <a:pt x="5" y="21"/>
                      <a:pt x="6" y="23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434" name="Freeform 484">
                <a:extLst>
                  <a:ext uri="{FF2B5EF4-FFF2-40B4-BE49-F238E27FC236}">
                    <a16:creationId xmlns:a16="http://schemas.microsoft.com/office/drawing/2014/main" id="{D0E333E4-BBC4-4E7A-8D72-632EDA4C09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7" y="2948"/>
                <a:ext cx="60" cy="87"/>
              </a:xfrm>
              <a:custGeom>
                <a:avLst/>
                <a:gdLst>
                  <a:gd name="T0" fmla="*/ 66 w 57"/>
                  <a:gd name="T1" fmla="*/ 0 h 82"/>
                  <a:gd name="T2" fmla="*/ 0 w 57"/>
                  <a:gd name="T3" fmla="*/ 98 h 8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7" h="82">
                    <a:moveTo>
                      <a:pt x="57" y="0"/>
                    </a:moveTo>
                    <a:cubicBezTo>
                      <a:pt x="45" y="31"/>
                      <a:pt x="5" y="46"/>
                      <a:pt x="0" y="82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435" name="Freeform 485">
                <a:extLst>
                  <a:ext uri="{FF2B5EF4-FFF2-40B4-BE49-F238E27FC236}">
                    <a16:creationId xmlns:a16="http://schemas.microsoft.com/office/drawing/2014/main" id="{AE2FD1B0-0E2A-4187-8BF7-20FCC77256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6" y="3073"/>
                <a:ext cx="209" cy="38"/>
              </a:xfrm>
              <a:custGeom>
                <a:avLst/>
                <a:gdLst>
                  <a:gd name="T0" fmla="*/ 233 w 198"/>
                  <a:gd name="T1" fmla="*/ 0 h 36"/>
                  <a:gd name="T2" fmla="*/ 124 w 198"/>
                  <a:gd name="T3" fmla="*/ 40 h 36"/>
                  <a:gd name="T4" fmla="*/ 0 w 198"/>
                  <a:gd name="T5" fmla="*/ 20 h 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8" h="36">
                    <a:moveTo>
                      <a:pt x="198" y="0"/>
                    </a:moveTo>
                    <a:cubicBezTo>
                      <a:pt x="166" y="17"/>
                      <a:pt x="143" y="33"/>
                      <a:pt x="105" y="34"/>
                    </a:cubicBezTo>
                    <a:cubicBezTo>
                      <a:pt x="69" y="36"/>
                      <a:pt x="33" y="27"/>
                      <a:pt x="0" y="17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436" name="Freeform 486">
                <a:extLst>
                  <a:ext uri="{FF2B5EF4-FFF2-40B4-BE49-F238E27FC236}">
                    <a16:creationId xmlns:a16="http://schemas.microsoft.com/office/drawing/2014/main" id="{9A77219A-4BD1-4D06-B51E-034FCE27AE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0" y="3077"/>
                <a:ext cx="41" cy="18"/>
              </a:xfrm>
              <a:custGeom>
                <a:avLst/>
                <a:gdLst>
                  <a:gd name="T0" fmla="*/ 45 w 39"/>
                  <a:gd name="T1" fmla="*/ 0 h 17"/>
                  <a:gd name="T2" fmla="*/ 0 w 39"/>
                  <a:gd name="T3" fmla="*/ 20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9" h="17">
                    <a:moveTo>
                      <a:pt x="39" y="0"/>
                    </a:moveTo>
                    <a:cubicBezTo>
                      <a:pt x="26" y="1"/>
                      <a:pt x="9" y="8"/>
                      <a:pt x="0" y="17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437" name="Freeform 487">
                <a:extLst>
                  <a:ext uri="{FF2B5EF4-FFF2-40B4-BE49-F238E27FC236}">
                    <a16:creationId xmlns:a16="http://schemas.microsoft.com/office/drawing/2014/main" id="{9BEC008B-A95A-48B4-8008-FF7422E76B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3133"/>
                <a:ext cx="44" cy="4"/>
              </a:xfrm>
              <a:custGeom>
                <a:avLst/>
                <a:gdLst>
                  <a:gd name="T0" fmla="*/ 48 w 42"/>
                  <a:gd name="T1" fmla="*/ 0 h 4"/>
                  <a:gd name="T2" fmla="*/ 0 w 42"/>
                  <a:gd name="T3" fmla="*/ 4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2" h="4">
                    <a:moveTo>
                      <a:pt x="42" y="0"/>
                    </a:moveTo>
                    <a:cubicBezTo>
                      <a:pt x="28" y="3"/>
                      <a:pt x="14" y="1"/>
                      <a:pt x="0" y="4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438" name="Freeform 488">
                <a:extLst>
                  <a:ext uri="{FF2B5EF4-FFF2-40B4-BE49-F238E27FC236}">
                    <a16:creationId xmlns:a16="http://schemas.microsoft.com/office/drawing/2014/main" id="{8E1DC2BA-1F7A-400E-9E37-69740C9CD9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7" y="3664"/>
                <a:ext cx="40" cy="10"/>
              </a:xfrm>
              <a:custGeom>
                <a:avLst/>
                <a:gdLst>
                  <a:gd name="T0" fmla="*/ 44 w 38"/>
                  <a:gd name="T1" fmla="*/ 0 h 10"/>
                  <a:gd name="T2" fmla="*/ 0 w 38"/>
                  <a:gd name="T3" fmla="*/ 10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8" h="10">
                    <a:moveTo>
                      <a:pt x="38" y="0"/>
                    </a:moveTo>
                    <a:cubicBezTo>
                      <a:pt x="26" y="5"/>
                      <a:pt x="13" y="9"/>
                      <a:pt x="0" y="1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439" name="Freeform 489">
                <a:extLst>
                  <a:ext uri="{FF2B5EF4-FFF2-40B4-BE49-F238E27FC236}">
                    <a16:creationId xmlns:a16="http://schemas.microsoft.com/office/drawing/2014/main" id="{B69D8F13-5A04-4BC9-B771-65B2906F4A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4" y="3772"/>
                <a:ext cx="92" cy="15"/>
              </a:xfrm>
              <a:custGeom>
                <a:avLst/>
                <a:gdLst>
                  <a:gd name="T0" fmla="*/ 103 w 87"/>
                  <a:gd name="T1" fmla="*/ 6 h 14"/>
                  <a:gd name="T2" fmla="*/ 69 w 87"/>
                  <a:gd name="T3" fmla="*/ 1 h 14"/>
                  <a:gd name="T4" fmla="*/ 38 w 87"/>
                  <a:gd name="T5" fmla="*/ 12 h 14"/>
                  <a:gd name="T6" fmla="*/ 0 w 87"/>
                  <a:gd name="T7" fmla="*/ 17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7" h="14">
                    <a:moveTo>
                      <a:pt x="87" y="6"/>
                    </a:moveTo>
                    <a:cubicBezTo>
                      <a:pt x="78" y="3"/>
                      <a:pt x="68" y="0"/>
                      <a:pt x="58" y="1"/>
                    </a:cubicBezTo>
                    <a:cubicBezTo>
                      <a:pt x="49" y="2"/>
                      <a:pt x="41" y="8"/>
                      <a:pt x="32" y="9"/>
                    </a:cubicBezTo>
                    <a:cubicBezTo>
                      <a:pt x="21" y="10"/>
                      <a:pt x="7" y="2"/>
                      <a:pt x="0" y="14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440" name="Freeform 490">
                <a:extLst>
                  <a:ext uri="{FF2B5EF4-FFF2-40B4-BE49-F238E27FC236}">
                    <a16:creationId xmlns:a16="http://schemas.microsoft.com/office/drawing/2014/main" id="{1B1B7239-97C0-4E62-8389-31C8C43812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6" y="3933"/>
                <a:ext cx="51" cy="81"/>
              </a:xfrm>
              <a:custGeom>
                <a:avLst/>
                <a:gdLst>
                  <a:gd name="T0" fmla="*/ 50 w 48"/>
                  <a:gd name="T1" fmla="*/ 89 h 77"/>
                  <a:gd name="T2" fmla="*/ 53 w 48"/>
                  <a:gd name="T3" fmla="*/ 46 h 77"/>
                  <a:gd name="T4" fmla="*/ 35 w 48"/>
                  <a:gd name="T5" fmla="*/ 42 h 77"/>
                  <a:gd name="T6" fmla="*/ 19 w 48"/>
                  <a:gd name="T7" fmla="*/ 31 h 77"/>
                  <a:gd name="T8" fmla="*/ 15 w 48"/>
                  <a:gd name="T9" fmla="*/ 23 h 77"/>
                  <a:gd name="T10" fmla="*/ 11 w 48"/>
                  <a:gd name="T11" fmla="*/ 18 h 77"/>
                  <a:gd name="T12" fmla="*/ 1 w 48"/>
                  <a:gd name="T13" fmla="*/ 0 h 7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8" h="77">
                    <a:moveTo>
                      <a:pt x="41" y="77"/>
                    </a:moveTo>
                    <a:cubicBezTo>
                      <a:pt x="48" y="66"/>
                      <a:pt x="48" y="52"/>
                      <a:pt x="44" y="40"/>
                    </a:cubicBezTo>
                    <a:cubicBezTo>
                      <a:pt x="39" y="41"/>
                      <a:pt x="33" y="38"/>
                      <a:pt x="29" y="36"/>
                    </a:cubicBezTo>
                    <a:cubicBezTo>
                      <a:pt x="26" y="34"/>
                      <a:pt x="18" y="30"/>
                      <a:pt x="16" y="27"/>
                    </a:cubicBezTo>
                    <a:cubicBezTo>
                      <a:pt x="14" y="24"/>
                      <a:pt x="14" y="22"/>
                      <a:pt x="12" y="20"/>
                    </a:cubicBezTo>
                    <a:cubicBezTo>
                      <a:pt x="11" y="18"/>
                      <a:pt x="9" y="17"/>
                      <a:pt x="8" y="15"/>
                    </a:cubicBezTo>
                    <a:cubicBezTo>
                      <a:pt x="4" y="11"/>
                      <a:pt x="0" y="6"/>
                      <a:pt x="1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441" name="Freeform 491">
                <a:extLst>
                  <a:ext uri="{FF2B5EF4-FFF2-40B4-BE49-F238E27FC236}">
                    <a16:creationId xmlns:a16="http://schemas.microsoft.com/office/drawing/2014/main" id="{021C92D9-B8E4-4263-9EA2-4C8F7BC7AE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9" y="3939"/>
                <a:ext cx="3" cy="16"/>
              </a:xfrm>
              <a:custGeom>
                <a:avLst/>
                <a:gdLst>
                  <a:gd name="T0" fmla="*/ 0 w 3"/>
                  <a:gd name="T1" fmla="*/ 18 h 15"/>
                  <a:gd name="T2" fmla="*/ 1 w 3"/>
                  <a:gd name="T3" fmla="*/ 0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5">
                    <a:moveTo>
                      <a:pt x="0" y="15"/>
                    </a:moveTo>
                    <a:cubicBezTo>
                      <a:pt x="3" y="11"/>
                      <a:pt x="1" y="5"/>
                      <a:pt x="1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442" name="Freeform 492">
                <a:extLst>
                  <a:ext uri="{FF2B5EF4-FFF2-40B4-BE49-F238E27FC236}">
                    <a16:creationId xmlns:a16="http://schemas.microsoft.com/office/drawing/2014/main" id="{15C564DD-BE7D-49CB-8939-4EDC85734B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3" y="3968"/>
                <a:ext cx="42" cy="26"/>
              </a:xfrm>
              <a:custGeom>
                <a:avLst/>
                <a:gdLst>
                  <a:gd name="T0" fmla="*/ 46 w 40"/>
                  <a:gd name="T1" fmla="*/ 7 h 25"/>
                  <a:gd name="T2" fmla="*/ 26 w 40"/>
                  <a:gd name="T3" fmla="*/ 12 h 25"/>
                  <a:gd name="T4" fmla="*/ 19 w 40"/>
                  <a:gd name="T5" fmla="*/ 28 h 25"/>
                  <a:gd name="T6" fmla="*/ 3 w 40"/>
                  <a:gd name="T7" fmla="*/ 12 h 25"/>
                  <a:gd name="T8" fmla="*/ 18 w 40"/>
                  <a:gd name="T9" fmla="*/ 0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0" h="25">
                    <a:moveTo>
                      <a:pt x="40" y="7"/>
                    </a:moveTo>
                    <a:cubicBezTo>
                      <a:pt x="34" y="4"/>
                      <a:pt x="28" y="8"/>
                      <a:pt x="23" y="12"/>
                    </a:cubicBezTo>
                    <a:cubicBezTo>
                      <a:pt x="19" y="15"/>
                      <a:pt x="18" y="20"/>
                      <a:pt x="16" y="25"/>
                    </a:cubicBezTo>
                    <a:cubicBezTo>
                      <a:pt x="13" y="21"/>
                      <a:pt x="5" y="17"/>
                      <a:pt x="3" y="12"/>
                    </a:cubicBezTo>
                    <a:cubicBezTo>
                      <a:pt x="0" y="6"/>
                      <a:pt x="10" y="2"/>
                      <a:pt x="15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443" name="Freeform 493">
                <a:extLst>
                  <a:ext uri="{FF2B5EF4-FFF2-40B4-BE49-F238E27FC236}">
                    <a16:creationId xmlns:a16="http://schemas.microsoft.com/office/drawing/2014/main" id="{8D9171A1-D799-43D9-9397-6DCC7071CC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9" y="3942"/>
                <a:ext cx="39" cy="56"/>
              </a:xfrm>
              <a:custGeom>
                <a:avLst/>
                <a:gdLst>
                  <a:gd name="T0" fmla="*/ 39 w 37"/>
                  <a:gd name="T1" fmla="*/ 62 h 53"/>
                  <a:gd name="T2" fmla="*/ 24 w 37"/>
                  <a:gd name="T3" fmla="*/ 26 h 53"/>
                  <a:gd name="T4" fmla="*/ 7 w 37"/>
                  <a:gd name="T5" fmla="*/ 17 h 53"/>
                  <a:gd name="T6" fmla="*/ 0 w 37"/>
                  <a:gd name="T7" fmla="*/ 0 h 5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7" h="53">
                    <a:moveTo>
                      <a:pt x="33" y="53"/>
                    </a:moveTo>
                    <a:cubicBezTo>
                      <a:pt x="37" y="40"/>
                      <a:pt x="31" y="29"/>
                      <a:pt x="21" y="23"/>
                    </a:cubicBezTo>
                    <a:cubicBezTo>
                      <a:pt x="15" y="20"/>
                      <a:pt x="11" y="18"/>
                      <a:pt x="7" y="14"/>
                    </a:cubicBezTo>
                    <a:cubicBezTo>
                      <a:pt x="3" y="10"/>
                      <a:pt x="3" y="4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444" name="Freeform 494">
                <a:extLst>
                  <a:ext uri="{FF2B5EF4-FFF2-40B4-BE49-F238E27FC236}">
                    <a16:creationId xmlns:a16="http://schemas.microsoft.com/office/drawing/2014/main" id="{21EA8983-31EB-450A-B2D6-78D4E759A4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0" y="3928"/>
                <a:ext cx="44" cy="42"/>
              </a:xfrm>
              <a:custGeom>
                <a:avLst/>
                <a:gdLst>
                  <a:gd name="T0" fmla="*/ 47 w 42"/>
                  <a:gd name="T1" fmla="*/ 46 h 40"/>
                  <a:gd name="T2" fmla="*/ 39 w 42"/>
                  <a:gd name="T3" fmla="*/ 30 h 40"/>
                  <a:gd name="T4" fmla="*/ 27 w 42"/>
                  <a:gd name="T5" fmla="*/ 19 h 40"/>
                  <a:gd name="T6" fmla="*/ 16 w 42"/>
                  <a:gd name="T7" fmla="*/ 16 h 40"/>
                  <a:gd name="T8" fmla="*/ 0 w 42"/>
                  <a:gd name="T9" fmla="*/ 0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2" h="40">
                    <a:moveTo>
                      <a:pt x="41" y="40"/>
                    </a:moveTo>
                    <a:cubicBezTo>
                      <a:pt x="42" y="35"/>
                      <a:pt x="36" y="30"/>
                      <a:pt x="33" y="27"/>
                    </a:cubicBezTo>
                    <a:cubicBezTo>
                      <a:pt x="31" y="23"/>
                      <a:pt x="28" y="19"/>
                      <a:pt x="24" y="16"/>
                    </a:cubicBezTo>
                    <a:cubicBezTo>
                      <a:pt x="21" y="14"/>
                      <a:pt x="16" y="15"/>
                      <a:pt x="13" y="13"/>
                    </a:cubicBezTo>
                    <a:cubicBezTo>
                      <a:pt x="8" y="10"/>
                      <a:pt x="6" y="3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445" name="Freeform 495">
                <a:extLst>
                  <a:ext uri="{FF2B5EF4-FFF2-40B4-BE49-F238E27FC236}">
                    <a16:creationId xmlns:a16="http://schemas.microsoft.com/office/drawing/2014/main" id="{E7364F92-4A32-43C7-87A1-1B50DFBBEF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3" y="3922"/>
                <a:ext cx="20" cy="15"/>
              </a:xfrm>
              <a:custGeom>
                <a:avLst/>
                <a:gdLst>
                  <a:gd name="T0" fmla="*/ 22 w 19"/>
                  <a:gd name="T1" fmla="*/ 13 h 14"/>
                  <a:gd name="T2" fmla="*/ 14 w 19"/>
                  <a:gd name="T3" fmla="*/ 10 h 14"/>
                  <a:gd name="T4" fmla="*/ 0 w 19"/>
                  <a:gd name="T5" fmla="*/ 0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14">
                    <a:moveTo>
                      <a:pt x="19" y="10"/>
                    </a:moveTo>
                    <a:cubicBezTo>
                      <a:pt x="19" y="14"/>
                      <a:pt x="13" y="8"/>
                      <a:pt x="11" y="7"/>
                    </a:cubicBezTo>
                    <a:cubicBezTo>
                      <a:pt x="7" y="5"/>
                      <a:pt x="4" y="3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446" name="Freeform 496">
                <a:extLst>
                  <a:ext uri="{FF2B5EF4-FFF2-40B4-BE49-F238E27FC236}">
                    <a16:creationId xmlns:a16="http://schemas.microsoft.com/office/drawing/2014/main" id="{2AB5A529-18A1-46B0-A6D0-C891030961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5" y="3939"/>
                <a:ext cx="12" cy="13"/>
              </a:xfrm>
              <a:custGeom>
                <a:avLst/>
                <a:gdLst>
                  <a:gd name="T0" fmla="*/ 12 w 12"/>
                  <a:gd name="T1" fmla="*/ 4 h 12"/>
                  <a:gd name="T2" fmla="*/ 6 w 12"/>
                  <a:gd name="T3" fmla="*/ 15 h 12"/>
                  <a:gd name="T4" fmla="*/ 10 w 12"/>
                  <a:gd name="T5" fmla="*/ 4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2">
                    <a:moveTo>
                      <a:pt x="12" y="4"/>
                    </a:moveTo>
                    <a:cubicBezTo>
                      <a:pt x="9" y="6"/>
                      <a:pt x="7" y="9"/>
                      <a:pt x="6" y="12"/>
                    </a:cubicBezTo>
                    <a:cubicBezTo>
                      <a:pt x="0" y="8"/>
                      <a:pt x="3" y="0"/>
                      <a:pt x="10" y="4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447" name="Freeform 497">
                <a:extLst>
                  <a:ext uri="{FF2B5EF4-FFF2-40B4-BE49-F238E27FC236}">
                    <a16:creationId xmlns:a16="http://schemas.microsoft.com/office/drawing/2014/main" id="{A91402E8-5958-45B0-9604-2E09F903DD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0" y="3958"/>
                <a:ext cx="16" cy="17"/>
              </a:xfrm>
              <a:custGeom>
                <a:avLst/>
                <a:gdLst>
                  <a:gd name="T0" fmla="*/ 18 w 15"/>
                  <a:gd name="T1" fmla="*/ 4 h 16"/>
                  <a:gd name="T2" fmla="*/ 11 w 15"/>
                  <a:gd name="T3" fmla="*/ 19 h 16"/>
                  <a:gd name="T4" fmla="*/ 3 w 15"/>
                  <a:gd name="T5" fmla="*/ 4 h 16"/>
                  <a:gd name="T6" fmla="*/ 16 w 15"/>
                  <a:gd name="T7" fmla="*/ 5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16">
                    <a:moveTo>
                      <a:pt x="15" y="4"/>
                    </a:moveTo>
                    <a:cubicBezTo>
                      <a:pt x="9" y="6"/>
                      <a:pt x="8" y="10"/>
                      <a:pt x="8" y="16"/>
                    </a:cubicBezTo>
                    <a:cubicBezTo>
                      <a:pt x="6" y="13"/>
                      <a:pt x="0" y="8"/>
                      <a:pt x="3" y="4"/>
                    </a:cubicBezTo>
                    <a:cubicBezTo>
                      <a:pt x="5" y="0"/>
                      <a:pt x="13" y="1"/>
                      <a:pt x="13" y="5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448" name="Freeform 498">
                <a:extLst>
                  <a:ext uri="{FF2B5EF4-FFF2-40B4-BE49-F238E27FC236}">
                    <a16:creationId xmlns:a16="http://schemas.microsoft.com/office/drawing/2014/main" id="{FEF32E47-0DA8-4D93-8EBF-033A2BB616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6" y="3973"/>
                <a:ext cx="21" cy="17"/>
              </a:xfrm>
              <a:custGeom>
                <a:avLst/>
                <a:gdLst>
                  <a:gd name="T0" fmla="*/ 22 w 20"/>
                  <a:gd name="T1" fmla="*/ 11 h 16"/>
                  <a:gd name="T2" fmla="*/ 6 w 20"/>
                  <a:gd name="T3" fmla="*/ 19 h 16"/>
                  <a:gd name="T4" fmla="*/ 1 w 20"/>
                  <a:gd name="T5" fmla="*/ 5 h 16"/>
                  <a:gd name="T6" fmla="*/ 14 w 20"/>
                  <a:gd name="T7" fmla="*/ 0 h 16"/>
                  <a:gd name="T8" fmla="*/ 23 w 20"/>
                  <a:gd name="T9" fmla="*/ 7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16">
                    <a:moveTo>
                      <a:pt x="19" y="8"/>
                    </a:moveTo>
                    <a:cubicBezTo>
                      <a:pt x="12" y="10"/>
                      <a:pt x="9" y="9"/>
                      <a:pt x="6" y="16"/>
                    </a:cubicBezTo>
                    <a:cubicBezTo>
                      <a:pt x="4" y="13"/>
                      <a:pt x="0" y="9"/>
                      <a:pt x="1" y="5"/>
                    </a:cubicBezTo>
                    <a:cubicBezTo>
                      <a:pt x="2" y="0"/>
                      <a:pt x="7" y="0"/>
                      <a:pt x="11" y="0"/>
                    </a:cubicBezTo>
                    <a:cubicBezTo>
                      <a:pt x="16" y="1"/>
                      <a:pt x="17" y="3"/>
                      <a:pt x="20" y="7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449" name="Freeform 499">
                <a:extLst>
                  <a:ext uri="{FF2B5EF4-FFF2-40B4-BE49-F238E27FC236}">
                    <a16:creationId xmlns:a16="http://schemas.microsoft.com/office/drawing/2014/main" id="{C794322C-6D61-4DFF-B58F-9034461677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9" y="1475"/>
                <a:ext cx="138" cy="649"/>
              </a:xfrm>
              <a:custGeom>
                <a:avLst/>
                <a:gdLst>
                  <a:gd name="T0" fmla="*/ 153 w 131"/>
                  <a:gd name="T1" fmla="*/ 723 h 615"/>
                  <a:gd name="T2" fmla="*/ 129 w 131"/>
                  <a:gd name="T3" fmla="*/ 495 h 615"/>
                  <a:gd name="T4" fmla="*/ 47 w 131"/>
                  <a:gd name="T5" fmla="*/ 345 h 615"/>
                  <a:gd name="T6" fmla="*/ 43 w 131"/>
                  <a:gd name="T7" fmla="*/ 246 h 615"/>
                  <a:gd name="T8" fmla="*/ 9 w 131"/>
                  <a:gd name="T9" fmla="*/ 161 h 615"/>
                  <a:gd name="T10" fmla="*/ 16 w 131"/>
                  <a:gd name="T11" fmla="*/ 0 h 61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1" h="615">
                    <a:moveTo>
                      <a:pt x="131" y="615"/>
                    </a:moveTo>
                    <a:cubicBezTo>
                      <a:pt x="131" y="615"/>
                      <a:pt x="131" y="472"/>
                      <a:pt x="110" y="421"/>
                    </a:cubicBezTo>
                    <a:cubicBezTo>
                      <a:pt x="90" y="370"/>
                      <a:pt x="35" y="311"/>
                      <a:pt x="41" y="294"/>
                    </a:cubicBezTo>
                    <a:cubicBezTo>
                      <a:pt x="47" y="276"/>
                      <a:pt x="62" y="263"/>
                      <a:pt x="37" y="209"/>
                    </a:cubicBezTo>
                    <a:cubicBezTo>
                      <a:pt x="12" y="154"/>
                      <a:pt x="0" y="156"/>
                      <a:pt x="9" y="137"/>
                    </a:cubicBezTo>
                    <a:cubicBezTo>
                      <a:pt x="18" y="118"/>
                      <a:pt x="38" y="50"/>
                      <a:pt x="13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450" name="Freeform 500">
                <a:extLst>
                  <a:ext uri="{FF2B5EF4-FFF2-40B4-BE49-F238E27FC236}">
                    <a16:creationId xmlns:a16="http://schemas.microsoft.com/office/drawing/2014/main" id="{4958B9FF-F7B6-43D4-A617-A0FFF14F49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1" y="1548"/>
                <a:ext cx="97" cy="29"/>
              </a:xfrm>
              <a:custGeom>
                <a:avLst/>
                <a:gdLst>
                  <a:gd name="T0" fmla="*/ 0 w 92"/>
                  <a:gd name="T1" fmla="*/ 30 h 28"/>
                  <a:gd name="T2" fmla="*/ 17 w 92"/>
                  <a:gd name="T3" fmla="*/ 24 h 28"/>
                  <a:gd name="T4" fmla="*/ 108 w 92"/>
                  <a:gd name="T5" fmla="*/ 0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2" h="28">
                    <a:moveTo>
                      <a:pt x="0" y="27"/>
                    </a:moveTo>
                    <a:cubicBezTo>
                      <a:pt x="0" y="27"/>
                      <a:pt x="6" y="28"/>
                      <a:pt x="14" y="21"/>
                    </a:cubicBezTo>
                    <a:cubicBezTo>
                      <a:pt x="23" y="14"/>
                      <a:pt x="63" y="22"/>
                      <a:pt x="92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451" name="Freeform 501">
                <a:extLst>
                  <a:ext uri="{FF2B5EF4-FFF2-40B4-BE49-F238E27FC236}">
                    <a16:creationId xmlns:a16="http://schemas.microsoft.com/office/drawing/2014/main" id="{FB3F95A4-4262-4858-9298-237EF2B1B3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9" y="1613"/>
                <a:ext cx="20" cy="43"/>
              </a:xfrm>
              <a:custGeom>
                <a:avLst/>
                <a:gdLst>
                  <a:gd name="T0" fmla="*/ 22 w 19"/>
                  <a:gd name="T1" fmla="*/ 0 h 41"/>
                  <a:gd name="T2" fmla="*/ 0 w 19"/>
                  <a:gd name="T3" fmla="*/ 47 h 4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41">
                    <a:moveTo>
                      <a:pt x="19" y="0"/>
                    </a:moveTo>
                    <a:cubicBezTo>
                      <a:pt x="19" y="0"/>
                      <a:pt x="11" y="17"/>
                      <a:pt x="0" y="41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452" name="Freeform 502">
                <a:extLst>
                  <a:ext uri="{FF2B5EF4-FFF2-40B4-BE49-F238E27FC236}">
                    <a16:creationId xmlns:a16="http://schemas.microsoft.com/office/drawing/2014/main" id="{EA638FFC-C82A-488B-9367-2860EEE420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9" y="1701"/>
                <a:ext cx="487" cy="268"/>
              </a:xfrm>
              <a:custGeom>
                <a:avLst/>
                <a:gdLst>
                  <a:gd name="T0" fmla="*/ 513 w 461"/>
                  <a:gd name="T1" fmla="*/ 0 h 254"/>
                  <a:gd name="T2" fmla="*/ 518 w 461"/>
                  <a:gd name="T3" fmla="*/ 98 h 254"/>
                  <a:gd name="T4" fmla="*/ 428 w 461"/>
                  <a:gd name="T5" fmla="*/ 180 h 254"/>
                  <a:gd name="T6" fmla="*/ 335 w 461"/>
                  <a:gd name="T7" fmla="*/ 216 h 254"/>
                  <a:gd name="T8" fmla="*/ 0 w 461"/>
                  <a:gd name="T9" fmla="*/ 157 h 25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61" h="254">
                    <a:moveTo>
                      <a:pt x="435" y="0"/>
                    </a:moveTo>
                    <a:cubicBezTo>
                      <a:pt x="435" y="0"/>
                      <a:pt x="461" y="62"/>
                      <a:pt x="439" y="83"/>
                    </a:cubicBezTo>
                    <a:cubicBezTo>
                      <a:pt x="417" y="103"/>
                      <a:pt x="376" y="146"/>
                      <a:pt x="363" y="154"/>
                    </a:cubicBezTo>
                    <a:cubicBezTo>
                      <a:pt x="350" y="163"/>
                      <a:pt x="324" y="178"/>
                      <a:pt x="284" y="184"/>
                    </a:cubicBezTo>
                    <a:cubicBezTo>
                      <a:pt x="244" y="190"/>
                      <a:pt x="7" y="254"/>
                      <a:pt x="0" y="134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453" name="Freeform 503">
                <a:extLst>
                  <a:ext uri="{FF2B5EF4-FFF2-40B4-BE49-F238E27FC236}">
                    <a16:creationId xmlns:a16="http://schemas.microsoft.com/office/drawing/2014/main" id="{5826E965-81E2-411B-86BD-AFE583E2E9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2" y="1602"/>
                <a:ext cx="62" cy="24"/>
              </a:xfrm>
              <a:custGeom>
                <a:avLst/>
                <a:gdLst>
                  <a:gd name="T0" fmla="*/ 0 w 59"/>
                  <a:gd name="T1" fmla="*/ 0 h 22"/>
                  <a:gd name="T2" fmla="*/ 68 w 59"/>
                  <a:gd name="T3" fmla="*/ 28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9" h="22">
                    <a:moveTo>
                      <a:pt x="0" y="0"/>
                    </a:moveTo>
                    <a:cubicBezTo>
                      <a:pt x="19" y="5"/>
                      <a:pt x="38" y="18"/>
                      <a:pt x="59" y="22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454" name="Freeform 504">
                <a:extLst>
                  <a:ext uri="{FF2B5EF4-FFF2-40B4-BE49-F238E27FC236}">
                    <a16:creationId xmlns:a16="http://schemas.microsoft.com/office/drawing/2014/main" id="{BCFE17C6-C621-4678-9EC4-E4D14D51E8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5" y="1873"/>
                <a:ext cx="66" cy="12"/>
              </a:xfrm>
              <a:custGeom>
                <a:avLst/>
                <a:gdLst>
                  <a:gd name="T0" fmla="*/ 0 w 63"/>
                  <a:gd name="T1" fmla="*/ 2 h 12"/>
                  <a:gd name="T2" fmla="*/ 72 w 63"/>
                  <a:gd name="T3" fmla="*/ 0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3" h="12">
                    <a:moveTo>
                      <a:pt x="0" y="2"/>
                    </a:moveTo>
                    <a:cubicBezTo>
                      <a:pt x="17" y="12"/>
                      <a:pt x="46" y="5"/>
                      <a:pt x="63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455" name="Freeform 505">
                <a:extLst>
                  <a:ext uri="{FF2B5EF4-FFF2-40B4-BE49-F238E27FC236}">
                    <a16:creationId xmlns:a16="http://schemas.microsoft.com/office/drawing/2014/main" id="{FA585B17-5EEA-4473-BAF0-31CD92A063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7" y="1828"/>
                <a:ext cx="38" cy="24"/>
              </a:xfrm>
              <a:custGeom>
                <a:avLst/>
                <a:gdLst>
                  <a:gd name="T0" fmla="*/ 42 w 36"/>
                  <a:gd name="T1" fmla="*/ 0 h 22"/>
                  <a:gd name="T2" fmla="*/ 0 w 36"/>
                  <a:gd name="T3" fmla="*/ 28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6" h="22">
                    <a:moveTo>
                      <a:pt x="36" y="0"/>
                    </a:moveTo>
                    <a:cubicBezTo>
                      <a:pt x="22" y="2"/>
                      <a:pt x="11" y="13"/>
                      <a:pt x="0" y="22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456" name="Freeform 506">
                <a:extLst>
                  <a:ext uri="{FF2B5EF4-FFF2-40B4-BE49-F238E27FC236}">
                    <a16:creationId xmlns:a16="http://schemas.microsoft.com/office/drawing/2014/main" id="{404539A6-2165-4D1F-A983-9EF0EC6047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7" y="1910"/>
                <a:ext cx="68" cy="40"/>
              </a:xfrm>
              <a:custGeom>
                <a:avLst/>
                <a:gdLst>
                  <a:gd name="T0" fmla="*/ 77 w 64"/>
                  <a:gd name="T1" fmla="*/ 0 h 38"/>
                  <a:gd name="T2" fmla="*/ 0 w 64"/>
                  <a:gd name="T3" fmla="*/ 44 h 3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4" h="38">
                    <a:moveTo>
                      <a:pt x="64" y="0"/>
                    </a:moveTo>
                    <a:cubicBezTo>
                      <a:pt x="59" y="36"/>
                      <a:pt x="20" y="22"/>
                      <a:pt x="0" y="38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457" name="Freeform 507">
                <a:extLst>
                  <a:ext uri="{FF2B5EF4-FFF2-40B4-BE49-F238E27FC236}">
                    <a16:creationId xmlns:a16="http://schemas.microsoft.com/office/drawing/2014/main" id="{EBEF6D77-4E97-49FB-8DB7-45B53966F1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4" y="2184"/>
                <a:ext cx="67" cy="17"/>
              </a:xfrm>
              <a:custGeom>
                <a:avLst/>
                <a:gdLst>
                  <a:gd name="T0" fmla="*/ 76 w 63"/>
                  <a:gd name="T1" fmla="*/ 15 h 16"/>
                  <a:gd name="T2" fmla="*/ 0 w 63"/>
                  <a:gd name="T3" fmla="*/ 0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3" h="16">
                    <a:moveTo>
                      <a:pt x="63" y="12"/>
                    </a:moveTo>
                    <a:cubicBezTo>
                      <a:pt x="39" y="16"/>
                      <a:pt x="23" y="8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458" name="Freeform 508">
                <a:extLst>
                  <a:ext uri="{FF2B5EF4-FFF2-40B4-BE49-F238E27FC236}">
                    <a16:creationId xmlns:a16="http://schemas.microsoft.com/office/drawing/2014/main" id="{72DA764D-7718-4029-904A-43C26A8461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8" y="943"/>
                <a:ext cx="9" cy="74"/>
              </a:xfrm>
              <a:custGeom>
                <a:avLst/>
                <a:gdLst>
                  <a:gd name="T0" fmla="*/ 9 w 9"/>
                  <a:gd name="T1" fmla="*/ 82 h 70"/>
                  <a:gd name="T2" fmla="*/ 1 w 9"/>
                  <a:gd name="T3" fmla="*/ 39 h 70"/>
                  <a:gd name="T4" fmla="*/ 3 w 9"/>
                  <a:gd name="T5" fmla="*/ 0 h 7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70">
                    <a:moveTo>
                      <a:pt x="9" y="70"/>
                    </a:moveTo>
                    <a:cubicBezTo>
                      <a:pt x="9" y="70"/>
                      <a:pt x="0" y="45"/>
                      <a:pt x="1" y="33"/>
                    </a:cubicBezTo>
                    <a:cubicBezTo>
                      <a:pt x="3" y="21"/>
                      <a:pt x="3" y="0"/>
                      <a:pt x="3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459" name="Freeform 509">
                <a:extLst>
                  <a:ext uri="{FF2B5EF4-FFF2-40B4-BE49-F238E27FC236}">
                    <a16:creationId xmlns:a16="http://schemas.microsoft.com/office/drawing/2014/main" id="{D2D93C1E-3291-46FF-9E42-722E1DA24E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1" y="933"/>
                <a:ext cx="20" cy="29"/>
              </a:xfrm>
              <a:custGeom>
                <a:avLst/>
                <a:gdLst>
                  <a:gd name="T0" fmla="*/ 0 w 19"/>
                  <a:gd name="T1" fmla="*/ 33 h 27"/>
                  <a:gd name="T2" fmla="*/ 20 w 19"/>
                  <a:gd name="T3" fmla="*/ 32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27">
                    <a:moveTo>
                      <a:pt x="0" y="27"/>
                    </a:moveTo>
                    <a:cubicBezTo>
                      <a:pt x="0" y="27"/>
                      <a:pt x="19" y="0"/>
                      <a:pt x="17" y="26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460" name="Freeform 510">
                <a:extLst>
                  <a:ext uri="{FF2B5EF4-FFF2-40B4-BE49-F238E27FC236}">
                    <a16:creationId xmlns:a16="http://schemas.microsoft.com/office/drawing/2014/main" id="{F1C64E24-8A4A-410D-8208-1C11FBAB6E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1" y="971"/>
                <a:ext cx="13" cy="21"/>
              </a:xfrm>
              <a:custGeom>
                <a:avLst/>
                <a:gdLst>
                  <a:gd name="T0" fmla="*/ 0 w 12"/>
                  <a:gd name="T1" fmla="*/ 0 h 20"/>
                  <a:gd name="T2" fmla="*/ 1 w 12"/>
                  <a:gd name="T3" fmla="*/ 23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20">
                    <a:moveTo>
                      <a:pt x="0" y="0"/>
                    </a:moveTo>
                    <a:cubicBezTo>
                      <a:pt x="0" y="0"/>
                      <a:pt x="12" y="10"/>
                      <a:pt x="1" y="2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461" name="Oval 511">
                <a:extLst>
                  <a:ext uri="{FF2B5EF4-FFF2-40B4-BE49-F238E27FC236}">
                    <a16:creationId xmlns:a16="http://schemas.microsoft.com/office/drawing/2014/main" id="{4ABCA6E5-B541-42DA-B17E-E355B46136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41" y="888"/>
                <a:ext cx="20" cy="20"/>
              </a:xfrm>
              <a:prstGeom prst="ellipse">
                <a:avLst/>
              </a:prstGeom>
              <a:solidFill>
                <a:srgbClr val="2A110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462" name="Oval 512">
                <a:extLst>
                  <a:ext uri="{FF2B5EF4-FFF2-40B4-BE49-F238E27FC236}">
                    <a16:creationId xmlns:a16="http://schemas.microsoft.com/office/drawing/2014/main" id="{CDEF3E36-2CD3-4CFD-A3DD-AC1BC5C800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47" y="894"/>
                <a:ext cx="8" cy="8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463" name="Freeform 513">
                <a:extLst>
                  <a:ext uri="{FF2B5EF4-FFF2-40B4-BE49-F238E27FC236}">
                    <a16:creationId xmlns:a16="http://schemas.microsoft.com/office/drawing/2014/main" id="{3273DF47-D325-4BA0-8854-39C150E716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4" y="934"/>
                <a:ext cx="23" cy="35"/>
              </a:xfrm>
              <a:custGeom>
                <a:avLst/>
                <a:gdLst>
                  <a:gd name="T0" fmla="*/ 9 w 22"/>
                  <a:gd name="T1" fmla="*/ 0 h 33"/>
                  <a:gd name="T2" fmla="*/ 20 w 22"/>
                  <a:gd name="T3" fmla="*/ 24 h 33"/>
                  <a:gd name="T4" fmla="*/ 0 w 22"/>
                  <a:gd name="T5" fmla="*/ 39 h 33"/>
                  <a:gd name="T6" fmla="*/ 17 w 22"/>
                  <a:gd name="T7" fmla="*/ 20 h 33"/>
                  <a:gd name="T8" fmla="*/ 9 w 22"/>
                  <a:gd name="T9" fmla="*/ 0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33">
                    <a:moveTo>
                      <a:pt x="9" y="0"/>
                    </a:moveTo>
                    <a:cubicBezTo>
                      <a:pt x="9" y="0"/>
                      <a:pt x="22" y="13"/>
                      <a:pt x="17" y="21"/>
                    </a:cubicBezTo>
                    <a:cubicBezTo>
                      <a:pt x="12" y="28"/>
                      <a:pt x="7" y="33"/>
                      <a:pt x="0" y="33"/>
                    </a:cubicBezTo>
                    <a:cubicBezTo>
                      <a:pt x="0" y="33"/>
                      <a:pt x="15" y="25"/>
                      <a:pt x="14" y="17"/>
                    </a:cubicBezTo>
                    <a:cubicBezTo>
                      <a:pt x="14" y="10"/>
                      <a:pt x="14" y="4"/>
                      <a:pt x="9" y="0"/>
                    </a:cubicBezTo>
                    <a:close/>
                  </a:path>
                </a:pathLst>
              </a:custGeom>
              <a:solidFill>
                <a:srgbClr val="5A22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464" name="Freeform 514">
                <a:extLst>
                  <a:ext uri="{FF2B5EF4-FFF2-40B4-BE49-F238E27FC236}">
                    <a16:creationId xmlns:a16="http://schemas.microsoft.com/office/drawing/2014/main" id="{95C64788-F9B3-4F9B-A120-EF20C76B11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7" y="942"/>
                <a:ext cx="19" cy="108"/>
              </a:xfrm>
              <a:custGeom>
                <a:avLst/>
                <a:gdLst>
                  <a:gd name="T0" fmla="*/ 3 w 18"/>
                  <a:gd name="T1" fmla="*/ 0 h 103"/>
                  <a:gd name="T2" fmla="*/ 17 w 18"/>
                  <a:gd name="T3" fmla="*/ 21 h 103"/>
                  <a:gd name="T4" fmla="*/ 21 w 18"/>
                  <a:gd name="T5" fmla="*/ 51 h 103"/>
                  <a:gd name="T6" fmla="*/ 0 w 18"/>
                  <a:gd name="T7" fmla="*/ 118 h 103"/>
                  <a:gd name="T8" fmla="*/ 13 w 18"/>
                  <a:gd name="T9" fmla="*/ 79 h 103"/>
                  <a:gd name="T10" fmla="*/ 18 w 18"/>
                  <a:gd name="T11" fmla="*/ 53 h 103"/>
                  <a:gd name="T12" fmla="*/ 15 w 18"/>
                  <a:gd name="T13" fmla="*/ 26 h 103"/>
                  <a:gd name="T14" fmla="*/ 2 w 18"/>
                  <a:gd name="T15" fmla="*/ 18 h 103"/>
                  <a:gd name="T16" fmla="*/ 5 w 18"/>
                  <a:gd name="T17" fmla="*/ 5 h 10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8" h="103">
                    <a:moveTo>
                      <a:pt x="3" y="0"/>
                    </a:moveTo>
                    <a:cubicBezTo>
                      <a:pt x="6" y="6"/>
                      <a:pt x="11" y="12"/>
                      <a:pt x="14" y="18"/>
                    </a:cubicBezTo>
                    <a:cubicBezTo>
                      <a:pt x="18" y="26"/>
                      <a:pt x="18" y="36"/>
                      <a:pt x="18" y="45"/>
                    </a:cubicBezTo>
                    <a:cubicBezTo>
                      <a:pt x="16" y="65"/>
                      <a:pt x="4" y="83"/>
                      <a:pt x="0" y="103"/>
                    </a:cubicBezTo>
                    <a:cubicBezTo>
                      <a:pt x="3" y="92"/>
                      <a:pt x="7" y="80"/>
                      <a:pt x="10" y="69"/>
                    </a:cubicBezTo>
                    <a:cubicBezTo>
                      <a:pt x="13" y="61"/>
                      <a:pt x="15" y="54"/>
                      <a:pt x="15" y="47"/>
                    </a:cubicBezTo>
                    <a:cubicBezTo>
                      <a:pt x="16" y="39"/>
                      <a:pt x="15" y="31"/>
                      <a:pt x="12" y="23"/>
                    </a:cubicBezTo>
                    <a:cubicBezTo>
                      <a:pt x="11" y="20"/>
                      <a:pt x="6" y="9"/>
                      <a:pt x="2" y="15"/>
                    </a:cubicBezTo>
                    <a:cubicBezTo>
                      <a:pt x="5" y="12"/>
                      <a:pt x="5" y="9"/>
                      <a:pt x="5" y="5"/>
                    </a:cubicBezTo>
                  </a:path>
                </a:pathLst>
              </a:custGeom>
              <a:solidFill>
                <a:srgbClr val="5A22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465" name="Freeform 515">
                <a:extLst>
                  <a:ext uri="{FF2B5EF4-FFF2-40B4-BE49-F238E27FC236}">
                    <a16:creationId xmlns:a16="http://schemas.microsoft.com/office/drawing/2014/main" id="{6D7A77CC-2704-4DC5-8427-5F2D4E99CC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4" y="1019"/>
                <a:ext cx="109" cy="84"/>
              </a:xfrm>
              <a:custGeom>
                <a:avLst/>
                <a:gdLst>
                  <a:gd name="T0" fmla="*/ 60 w 103"/>
                  <a:gd name="T1" fmla="*/ 91 h 80"/>
                  <a:gd name="T2" fmla="*/ 122 w 103"/>
                  <a:gd name="T3" fmla="*/ 50 h 80"/>
                  <a:gd name="T4" fmla="*/ 79 w 103"/>
                  <a:gd name="T5" fmla="*/ 0 h 80"/>
                  <a:gd name="T6" fmla="*/ 62 w 103"/>
                  <a:gd name="T7" fmla="*/ 13 h 80"/>
                  <a:gd name="T8" fmla="*/ 59 w 103"/>
                  <a:gd name="T9" fmla="*/ 13 h 80"/>
                  <a:gd name="T10" fmla="*/ 42 w 103"/>
                  <a:gd name="T11" fmla="*/ 0 h 80"/>
                  <a:gd name="T12" fmla="*/ 0 w 103"/>
                  <a:gd name="T13" fmla="*/ 50 h 80"/>
                  <a:gd name="T14" fmla="*/ 62 w 103"/>
                  <a:gd name="T15" fmla="*/ 92 h 8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3" h="80">
                    <a:moveTo>
                      <a:pt x="51" y="79"/>
                    </a:moveTo>
                    <a:cubicBezTo>
                      <a:pt x="88" y="79"/>
                      <a:pt x="103" y="44"/>
                      <a:pt x="103" y="44"/>
                    </a:cubicBezTo>
                    <a:cubicBezTo>
                      <a:pt x="103" y="44"/>
                      <a:pt x="79" y="3"/>
                      <a:pt x="67" y="0"/>
                    </a:cubicBezTo>
                    <a:cubicBezTo>
                      <a:pt x="53" y="10"/>
                      <a:pt x="53" y="10"/>
                      <a:pt x="53" y="10"/>
                    </a:cubicBezTo>
                    <a:cubicBezTo>
                      <a:pt x="50" y="10"/>
                      <a:pt x="50" y="10"/>
                      <a:pt x="50" y="10"/>
                    </a:cubicBezTo>
                    <a:cubicBezTo>
                      <a:pt x="36" y="0"/>
                      <a:pt x="36" y="0"/>
                      <a:pt x="36" y="0"/>
                    </a:cubicBezTo>
                    <a:cubicBezTo>
                      <a:pt x="24" y="3"/>
                      <a:pt x="0" y="44"/>
                      <a:pt x="0" y="44"/>
                    </a:cubicBezTo>
                    <a:cubicBezTo>
                      <a:pt x="0" y="44"/>
                      <a:pt x="17" y="80"/>
                      <a:pt x="53" y="80"/>
                    </a:cubicBezTo>
                  </a:path>
                </a:pathLst>
              </a:custGeom>
              <a:solidFill>
                <a:srgbClr val="9942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466" name="Freeform 516">
                <a:extLst>
                  <a:ext uri="{FF2B5EF4-FFF2-40B4-BE49-F238E27FC236}">
                    <a16:creationId xmlns:a16="http://schemas.microsoft.com/office/drawing/2014/main" id="{72A46ECF-BB82-42FB-8949-D2CFD8A261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4" y="1066"/>
                <a:ext cx="109" cy="37"/>
              </a:xfrm>
              <a:custGeom>
                <a:avLst/>
                <a:gdLst>
                  <a:gd name="T0" fmla="*/ 61 w 103"/>
                  <a:gd name="T1" fmla="*/ 36 h 35"/>
                  <a:gd name="T2" fmla="*/ 0 w 103"/>
                  <a:gd name="T3" fmla="*/ 0 h 35"/>
                  <a:gd name="T4" fmla="*/ 0 w 103"/>
                  <a:gd name="T5" fmla="*/ 0 h 35"/>
                  <a:gd name="T6" fmla="*/ 61 w 103"/>
                  <a:gd name="T7" fmla="*/ 41 h 35"/>
                  <a:gd name="T8" fmla="*/ 122 w 103"/>
                  <a:gd name="T9" fmla="*/ 0 h 35"/>
                  <a:gd name="T10" fmla="*/ 122 w 103"/>
                  <a:gd name="T11" fmla="*/ 0 h 35"/>
                  <a:gd name="T12" fmla="*/ 61 w 103"/>
                  <a:gd name="T13" fmla="*/ 36 h 3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3" h="35">
                    <a:moveTo>
                      <a:pt x="52" y="30"/>
                    </a:moveTo>
                    <a:cubicBezTo>
                      <a:pt x="22" y="30"/>
                      <a:pt x="5" y="8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6" y="35"/>
                      <a:pt x="52" y="35"/>
                    </a:cubicBezTo>
                    <a:cubicBezTo>
                      <a:pt x="88" y="35"/>
                      <a:pt x="103" y="0"/>
                      <a:pt x="103" y="0"/>
                    </a:cubicBezTo>
                    <a:cubicBezTo>
                      <a:pt x="103" y="0"/>
                      <a:pt x="103" y="0"/>
                      <a:pt x="103" y="0"/>
                    </a:cubicBezTo>
                    <a:cubicBezTo>
                      <a:pt x="99" y="8"/>
                      <a:pt x="82" y="30"/>
                      <a:pt x="52" y="30"/>
                    </a:cubicBezTo>
                    <a:close/>
                  </a:path>
                </a:pathLst>
              </a:custGeom>
              <a:solidFill>
                <a:srgbClr val="5A22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467" name="Freeform 517">
                <a:extLst>
                  <a:ext uri="{FF2B5EF4-FFF2-40B4-BE49-F238E27FC236}">
                    <a16:creationId xmlns:a16="http://schemas.microsoft.com/office/drawing/2014/main" id="{67BF4C73-042C-403A-BED4-4B2DDBCDFF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3" y="1017"/>
                <a:ext cx="110" cy="46"/>
              </a:xfrm>
              <a:custGeom>
                <a:avLst/>
                <a:gdLst>
                  <a:gd name="T0" fmla="*/ 43 w 104"/>
                  <a:gd name="T1" fmla="*/ 6 h 44"/>
                  <a:gd name="T2" fmla="*/ 61 w 104"/>
                  <a:gd name="T3" fmla="*/ 19 h 44"/>
                  <a:gd name="T4" fmla="*/ 61 w 104"/>
                  <a:gd name="T5" fmla="*/ 19 h 44"/>
                  <a:gd name="T6" fmla="*/ 79 w 104"/>
                  <a:gd name="T7" fmla="*/ 6 h 44"/>
                  <a:gd name="T8" fmla="*/ 123 w 104"/>
                  <a:gd name="T9" fmla="*/ 50 h 44"/>
                  <a:gd name="T10" fmla="*/ 123 w 104"/>
                  <a:gd name="T11" fmla="*/ 50 h 44"/>
                  <a:gd name="T12" fmla="*/ 79 w 104"/>
                  <a:gd name="T13" fmla="*/ 0 h 44"/>
                  <a:gd name="T14" fmla="*/ 60 w 104"/>
                  <a:gd name="T15" fmla="*/ 14 h 44"/>
                  <a:gd name="T16" fmla="*/ 60 w 104"/>
                  <a:gd name="T17" fmla="*/ 14 h 44"/>
                  <a:gd name="T18" fmla="*/ 43 w 104"/>
                  <a:gd name="T19" fmla="*/ 0 h 44"/>
                  <a:gd name="T20" fmla="*/ 0 w 104"/>
                  <a:gd name="T21" fmla="*/ 50 h 44"/>
                  <a:gd name="T22" fmla="*/ 0 w 104"/>
                  <a:gd name="T23" fmla="*/ 50 h 44"/>
                  <a:gd name="T24" fmla="*/ 43 w 104"/>
                  <a:gd name="T25" fmla="*/ 6 h 4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04" h="44">
                    <a:moveTo>
                      <a:pt x="37" y="6"/>
                    </a:moveTo>
                    <a:cubicBezTo>
                      <a:pt x="52" y="16"/>
                      <a:pt x="52" y="16"/>
                      <a:pt x="52" y="16"/>
                    </a:cubicBezTo>
                    <a:cubicBezTo>
                      <a:pt x="52" y="16"/>
                      <a:pt x="52" y="16"/>
                      <a:pt x="52" y="16"/>
                    </a:cubicBezTo>
                    <a:cubicBezTo>
                      <a:pt x="67" y="6"/>
                      <a:pt x="67" y="6"/>
                      <a:pt x="67" y="6"/>
                    </a:cubicBezTo>
                    <a:cubicBezTo>
                      <a:pt x="78" y="9"/>
                      <a:pt x="98" y="35"/>
                      <a:pt x="104" y="44"/>
                    </a:cubicBezTo>
                    <a:cubicBezTo>
                      <a:pt x="104" y="44"/>
                      <a:pt x="104" y="44"/>
                      <a:pt x="104" y="44"/>
                    </a:cubicBezTo>
                    <a:cubicBezTo>
                      <a:pt x="104" y="44"/>
                      <a:pt x="80" y="4"/>
                      <a:pt x="67" y="0"/>
                    </a:cubicBezTo>
                    <a:cubicBezTo>
                      <a:pt x="51" y="11"/>
                      <a:pt x="51" y="11"/>
                      <a:pt x="51" y="11"/>
                    </a:cubicBezTo>
                    <a:cubicBezTo>
                      <a:pt x="51" y="11"/>
                      <a:pt x="51" y="11"/>
                      <a:pt x="51" y="11"/>
                    </a:cubicBezTo>
                    <a:cubicBezTo>
                      <a:pt x="37" y="0"/>
                      <a:pt x="37" y="0"/>
                      <a:pt x="37" y="0"/>
                    </a:cubicBezTo>
                    <a:cubicBezTo>
                      <a:pt x="24" y="4"/>
                      <a:pt x="0" y="44"/>
                      <a:pt x="0" y="44"/>
                    </a:cubicBezTo>
                    <a:cubicBezTo>
                      <a:pt x="0" y="44"/>
                      <a:pt x="0" y="44"/>
                      <a:pt x="0" y="44"/>
                    </a:cubicBezTo>
                    <a:cubicBezTo>
                      <a:pt x="6" y="35"/>
                      <a:pt x="26" y="9"/>
                      <a:pt x="37" y="6"/>
                    </a:cubicBezTo>
                    <a:close/>
                  </a:path>
                </a:pathLst>
              </a:custGeom>
              <a:solidFill>
                <a:srgbClr val="5A22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468" name="Freeform 518">
                <a:extLst>
                  <a:ext uri="{FF2B5EF4-FFF2-40B4-BE49-F238E27FC236}">
                    <a16:creationId xmlns:a16="http://schemas.microsoft.com/office/drawing/2014/main" id="{0044664B-EB7A-4F33-AEE4-3E0D47D8D5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4" y="1054"/>
                <a:ext cx="14" cy="71"/>
              </a:xfrm>
              <a:custGeom>
                <a:avLst/>
                <a:gdLst>
                  <a:gd name="T0" fmla="*/ 5 w 13"/>
                  <a:gd name="T1" fmla="*/ 0 h 68"/>
                  <a:gd name="T2" fmla="*/ 10 w 13"/>
                  <a:gd name="T3" fmla="*/ 30 h 68"/>
                  <a:gd name="T4" fmla="*/ 16 w 13"/>
                  <a:gd name="T5" fmla="*/ 55 h 68"/>
                  <a:gd name="T6" fmla="*/ 13 w 13"/>
                  <a:gd name="T7" fmla="*/ 77 h 68"/>
                  <a:gd name="T8" fmla="*/ 13 w 13"/>
                  <a:gd name="T9" fmla="*/ 55 h 68"/>
                  <a:gd name="T10" fmla="*/ 4 w 13"/>
                  <a:gd name="T11" fmla="*/ 27 h 68"/>
                  <a:gd name="T12" fmla="*/ 1 w 13"/>
                  <a:gd name="T13" fmla="*/ 15 h 68"/>
                  <a:gd name="T14" fmla="*/ 6 w 13"/>
                  <a:gd name="T15" fmla="*/ 0 h 6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3" h="68">
                    <a:moveTo>
                      <a:pt x="5" y="0"/>
                    </a:moveTo>
                    <a:cubicBezTo>
                      <a:pt x="2" y="9"/>
                      <a:pt x="4" y="19"/>
                      <a:pt x="7" y="27"/>
                    </a:cubicBezTo>
                    <a:cubicBezTo>
                      <a:pt x="10" y="34"/>
                      <a:pt x="12" y="41"/>
                      <a:pt x="13" y="49"/>
                    </a:cubicBezTo>
                    <a:cubicBezTo>
                      <a:pt x="13" y="56"/>
                      <a:pt x="11" y="61"/>
                      <a:pt x="10" y="68"/>
                    </a:cubicBezTo>
                    <a:cubicBezTo>
                      <a:pt x="12" y="62"/>
                      <a:pt x="11" y="54"/>
                      <a:pt x="10" y="49"/>
                    </a:cubicBezTo>
                    <a:cubicBezTo>
                      <a:pt x="10" y="40"/>
                      <a:pt x="7" y="32"/>
                      <a:pt x="4" y="24"/>
                    </a:cubicBezTo>
                    <a:cubicBezTo>
                      <a:pt x="3" y="20"/>
                      <a:pt x="1" y="16"/>
                      <a:pt x="1" y="12"/>
                    </a:cubicBezTo>
                    <a:cubicBezTo>
                      <a:pt x="0" y="6"/>
                      <a:pt x="3" y="4"/>
                      <a:pt x="6" y="0"/>
                    </a:cubicBezTo>
                  </a:path>
                </a:pathLst>
              </a:custGeom>
              <a:solidFill>
                <a:srgbClr val="5A22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469" name="Freeform 519">
                <a:extLst>
                  <a:ext uri="{FF2B5EF4-FFF2-40B4-BE49-F238E27FC236}">
                    <a16:creationId xmlns:a16="http://schemas.microsoft.com/office/drawing/2014/main" id="{4449D8F2-0244-410B-84E7-08E3AA837E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6" y="2463"/>
                <a:ext cx="198" cy="38"/>
              </a:xfrm>
              <a:custGeom>
                <a:avLst/>
                <a:gdLst>
                  <a:gd name="T0" fmla="*/ 0 w 188"/>
                  <a:gd name="T1" fmla="*/ 12 h 36"/>
                  <a:gd name="T2" fmla="*/ 88 w 188"/>
                  <a:gd name="T3" fmla="*/ 2 h 36"/>
                  <a:gd name="T4" fmla="*/ 220 w 188"/>
                  <a:gd name="T5" fmla="*/ 42 h 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8" h="36">
                    <a:moveTo>
                      <a:pt x="0" y="9"/>
                    </a:moveTo>
                    <a:cubicBezTo>
                      <a:pt x="0" y="9"/>
                      <a:pt x="54" y="5"/>
                      <a:pt x="76" y="2"/>
                    </a:cubicBezTo>
                    <a:cubicBezTo>
                      <a:pt x="98" y="0"/>
                      <a:pt x="163" y="2"/>
                      <a:pt x="188" y="36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470" name="Freeform 520">
                <a:extLst>
                  <a:ext uri="{FF2B5EF4-FFF2-40B4-BE49-F238E27FC236}">
                    <a16:creationId xmlns:a16="http://schemas.microsoft.com/office/drawing/2014/main" id="{30E5AC79-1C08-4E4C-8ABE-445C85F7AC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3" y="2238"/>
                <a:ext cx="428" cy="124"/>
              </a:xfrm>
              <a:custGeom>
                <a:avLst/>
                <a:gdLst>
                  <a:gd name="T0" fmla="*/ 475 w 406"/>
                  <a:gd name="T1" fmla="*/ 121 h 118"/>
                  <a:gd name="T2" fmla="*/ 343 w 406"/>
                  <a:gd name="T3" fmla="*/ 79 h 118"/>
                  <a:gd name="T4" fmla="*/ 250 w 406"/>
                  <a:gd name="T5" fmla="*/ 0 h 118"/>
                  <a:gd name="T6" fmla="*/ 228 w 406"/>
                  <a:gd name="T7" fmla="*/ 0 h 118"/>
                  <a:gd name="T8" fmla="*/ 135 w 406"/>
                  <a:gd name="T9" fmla="*/ 79 h 118"/>
                  <a:gd name="T10" fmla="*/ 0 w 406"/>
                  <a:gd name="T11" fmla="*/ 121 h 11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06" h="118">
                    <a:moveTo>
                      <a:pt x="406" y="104"/>
                    </a:moveTo>
                    <a:cubicBezTo>
                      <a:pt x="406" y="104"/>
                      <a:pt x="326" y="118"/>
                      <a:pt x="292" y="68"/>
                    </a:cubicBezTo>
                    <a:cubicBezTo>
                      <a:pt x="257" y="18"/>
                      <a:pt x="234" y="1"/>
                      <a:pt x="213" y="0"/>
                    </a:cubicBezTo>
                    <a:cubicBezTo>
                      <a:pt x="194" y="0"/>
                      <a:pt x="194" y="0"/>
                      <a:pt x="194" y="0"/>
                    </a:cubicBezTo>
                    <a:cubicBezTo>
                      <a:pt x="173" y="1"/>
                      <a:pt x="149" y="18"/>
                      <a:pt x="115" y="68"/>
                    </a:cubicBezTo>
                    <a:cubicBezTo>
                      <a:pt x="80" y="118"/>
                      <a:pt x="0" y="104"/>
                      <a:pt x="0" y="104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471" name="Freeform 521">
                <a:extLst>
                  <a:ext uri="{FF2B5EF4-FFF2-40B4-BE49-F238E27FC236}">
                    <a16:creationId xmlns:a16="http://schemas.microsoft.com/office/drawing/2014/main" id="{F216AE67-B78D-4C22-A883-DB6FE1F1C5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4" y="2757"/>
                <a:ext cx="67" cy="48"/>
              </a:xfrm>
              <a:custGeom>
                <a:avLst/>
                <a:gdLst>
                  <a:gd name="T0" fmla="*/ 73 w 64"/>
                  <a:gd name="T1" fmla="*/ 0 h 45"/>
                  <a:gd name="T2" fmla="*/ 0 w 64"/>
                  <a:gd name="T3" fmla="*/ 54 h 4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4" h="45">
                    <a:moveTo>
                      <a:pt x="64" y="0"/>
                    </a:moveTo>
                    <a:cubicBezTo>
                      <a:pt x="64" y="0"/>
                      <a:pt x="8" y="32"/>
                      <a:pt x="0" y="45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472" name="Freeform 522">
                <a:extLst>
                  <a:ext uri="{FF2B5EF4-FFF2-40B4-BE49-F238E27FC236}">
                    <a16:creationId xmlns:a16="http://schemas.microsoft.com/office/drawing/2014/main" id="{8E05F7A8-AC63-42AF-BC00-C5C53E6B30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9" y="1776"/>
                <a:ext cx="31" cy="16"/>
              </a:xfrm>
              <a:custGeom>
                <a:avLst/>
                <a:gdLst>
                  <a:gd name="T0" fmla="*/ 0 w 30"/>
                  <a:gd name="T1" fmla="*/ 0 h 16"/>
                  <a:gd name="T2" fmla="*/ 33 w 30"/>
                  <a:gd name="T3" fmla="*/ 5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0" h="16">
                    <a:moveTo>
                      <a:pt x="0" y="0"/>
                    </a:moveTo>
                    <a:cubicBezTo>
                      <a:pt x="9" y="7"/>
                      <a:pt x="20" y="16"/>
                      <a:pt x="30" y="5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473" name="Freeform 523">
                <a:extLst>
                  <a:ext uri="{FF2B5EF4-FFF2-40B4-BE49-F238E27FC236}">
                    <a16:creationId xmlns:a16="http://schemas.microsoft.com/office/drawing/2014/main" id="{EAC486D6-DA6E-44B5-8F70-75E6DF2C20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2" y="1777"/>
                <a:ext cx="22" cy="15"/>
              </a:xfrm>
              <a:custGeom>
                <a:avLst/>
                <a:gdLst>
                  <a:gd name="T0" fmla="*/ 24 w 21"/>
                  <a:gd name="T1" fmla="*/ 0 h 15"/>
                  <a:gd name="T2" fmla="*/ 0 w 21"/>
                  <a:gd name="T3" fmla="*/ 8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15">
                    <a:moveTo>
                      <a:pt x="21" y="0"/>
                    </a:moveTo>
                    <a:cubicBezTo>
                      <a:pt x="18" y="6"/>
                      <a:pt x="4" y="15"/>
                      <a:pt x="0" y="8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474" name="Freeform 524">
                <a:extLst>
                  <a:ext uri="{FF2B5EF4-FFF2-40B4-BE49-F238E27FC236}">
                    <a16:creationId xmlns:a16="http://schemas.microsoft.com/office/drawing/2014/main" id="{AAA3BE69-312E-41E1-9AD4-52393E5282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2" y="1984"/>
                <a:ext cx="647" cy="64"/>
              </a:xfrm>
              <a:custGeom>
                <a:avLst/>
                <a:gdLst>
                  <a:gd name="T0" fmla="*/ 0 w 613"/>
                  <a:gd name="T1" fmla="*/ 0 h 60"/>
                  <a:gd name="T2" fmla="*/ 190 w 613"/>
                  <a:gd name="T3" fmla="*/ 54 h 60"/>
                  <a:gd name="T4" fmla="*/ 360 w 613"/>
                  <a:gd name="T5" fmla="*/ 38 h 60"/>
                  <a:gd name="T6" fmla="*/ 588 w 613"/>
                  <a:gd name="T7" fmla="*/ 58 h 60"/>
                  <a:gd name="T8" fmla="*/ 721 w 613"/>
                  <a:gd name="T9" fmla="*/ 0 h 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13" h="60">
                    <a:moveTo>
                      <a:pt x="0" y="0"/>
                    </a:moveTo>
                    <a:cubicBezTo>
                      <a:pt x="0" y="0"/>
                      <a:pt x="92" y="53"/>
                      <a:pt x="162" y="45"/>
                    </a:cubicBezTo>
                    <a:cubicBezTo>
                      <a:pt x="233" y="37"/>
                      <a:pt x="262" y="35"/>
                      <a:pt x="306" y="32"/>
                    </a:cubicBezTo>
                    <a:cubicBezTo>
                      <a:pt x="350" y="29"/>
                      <a:pt x="449" y="60"/>
                      <a:pt x="500" y="48"/>
                    </a:cubicBezTo>
                    <a:cubicBezTo>
                      <a:pt x="550" y="36"/>
                      <a:pt x="613" y="0"/>
                      <a:pt x="613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475" name="Freeform 525">
                <a:extLst>
                  <a:ext uri="{FF2B5EF4-FFF2-40B4-BE49-F238E27FC236}">
                    <a16:creationId xmlns:a16="http://schemas.microsoft.com/office/drawing/2014/main" id="{D4DA3A47-68B4-44F8-9F0C-C569706D4B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1" y="2261"/>
                <a:ext cx="11" cy="46"/>
              </a:xfrm>
              <a:custGeom>
                <a:avLst/>
                <a:gdLst>
                  <a:gd name="T0" fmla="*/ 11 w 11"/>
                  <a:gd name="T1" fmla="*/ 0 h 44"/>
                  <a:gd name="T2" fmla="*/ 0 w 11"/>
                  <a:gd name="T3" fmla="*/ 50 h 4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44">
                    <a:moveTo>
                      <a:pt x="11" y="0"/>
                    </a:moveTo>
                    <a:cubicBezTo>
                      <a:pt x="11" y="0"/>
                      <a:pt x="0" y="13"/>
                      <a:pt x="0" y="44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476" name="Freeform 526">
                <a:extLst>
                  <a:ext uri="{FF2B5EF4-FFF2-40B4-BE49-F238E27FC236}">
                    <a16:creationId xmlns:a16="http://schemas.microsoft.com/office/drawing/2014/main" id="{0D84B8CE-640E-484F-AD97-F8E7C74E70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5" y="2265"/>
                <a:ext cx="13" cy="143"/>
              </a:xfrm>
              <a:custGeom>
                <a:avLst/>
                <a:gdLst>
                  <a:gd name="T0" fmla="*/ 2 w 12"/>
                  <a:gd name="T1" fmla="*/ 0 h 135"/>
                  <a:gd name="T2" fmla="*/ 5 w 12"/>
                  <a:gd name="T3" fmla="*/ 99 h 135"/>
                  <a:gd name="T4" fmla="*/ 15 w 12"/>
                  <a:gd name="T5" fmla="*/ 160 h 1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35">
                    <a:moveTo>
                      <a:pt x="2" y="0"/>
                    </a:moveTo>
                    <a:cubicBezTo>
                      <a:pt x="2" y="0"/>
                      <a:pt x="9" y="62"/>
                      <a:pt x="5" y="83"/>
                    </a:cubicBezTo>
                    <a:cubicBezTo>
                      <a:pt x="0" y="104"/>
                      <a:pt x="7" y="128"/>
                      <a:pt x="12" y="135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477" name="Freeform 527">
                <a:extLst>
                  <a:ext uri="{FF2B5EF4-FFF2-40B4-BE49-F238E27FC236}">
                    <a16:creationId xmlns:a16="http://schemas.microsoft.com/office/drawing/2014/main" id="{E27F1844-5A10-484B-AF2A-F98A823443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9" y="2237"/>
                <a:ext cx="25" cy="29"/>
              </a:xfrm>
              <a:custGeom>
                <a:avLst/>
                <a:gdLst>
                  <a:gd name="T0" fmla="*/ 7 w 24"/>
                  <a:gd name="T1" fmla="*/ 0 h 28"/>
                  <a:gd name="T2" fmla="*/ 4 w 24"/>
                  <a:gd name="T3" fmla="*/ 22 h 28"/>
                  <a:gd name="T4" fmla="*/ 20 w 24"/>
                  <a:gd name="T5" fmla="*/ 29 h 28"/>
                  <a:gd name="T6" fmla="*/ 27 w 24"/>
                  <a:gd name="T7" fmla="*/ 24 h 2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" h="28">
                    <a:moveTo>
                      <a:pt x="7" y="0"/>
                    </a:moveTo>
                    <a:cubicBezTo>
                      <a:pt x="0" y="4"/>
                      <a:pt x="0" y="13"/>
                      <a:pt x="4" y="19"/>
                    </a:cubicBezTo>
                    <a:cubicBezTo>
                      <a:pt x="6" y="24"/>
                      <a:pt x="11" y="28"/>
                      <a:pt x="17" y="26"/>
                    </a:cubicBezTo>
                    <a:cubicBezTo>
                      <a:pt x="19" y="26"/>
                      <a:pt x="23" y="23"/>
                      <a:pt x="24" y="21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478" name="Freeform 528">
                <a:extLst>
                  <a:ext uri="{FF2B5EF4-FFF2-40B4-BE49-F238E27FC236}">
                    <a16:creationId xmlns:a16="http://schemas.microsoft.com/office/drawing/2014/main" id="{75878AC9-8F94-47CA-9F18-C5DCFF25AC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7" y="2491"/>
                <a:ext cx="220" cy="185"/>
              </a:xfrm>
              <a:custGeom>
                <a:avLst/>
                <a:gdLst>
                  <a:gd name="T0" fmla="*/ 238 w 208"/>
                  <a:gd name="T1" fmla="*/ 0 h 175"/>
                  <a:gd name="T2" fmla="*/ 219 w 208"/>
                  <a:gd name="T3" fmla="*/ 66 h 175"/>
                  <a:gd name="T4" fmla="*/ 123 w 208"/>
                  <a:gd name="T5" fmla="*/ 193 h 175"/>
                  <a:gd name="T6" fmla="*/ 30 w 208"/>
                  <a:gd name="T7" fmla="*/ 67 h 175"/>
                  <a:gd name="T8" fmla="*/ 21 w 208"/>
                  <a:gd name="T9" fmla="*/ 3 h 175"/>
                  <a:gd name="T10" fmla="*/ 238 w 208"/>
                  <a:gd name="T11" fmla="*/ 0 h 17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08" h="175">
                    <a:moveTo>
                      <a:pt x="201" y="0"/>
                    </a:moveTo>
                    <a:cubicBezTo>
                      <a:pt x="201" y="0"/>
                      <a:pt x="181" y="4"/>
                      <a:pt x="185" y="56"/>
                    </a:cubicBezTo>
                    <a:cubicBezTo>
                      <a:pt x="189" y="107"/>
                      <a:pt x="208" y="152"/>
                      <a:pt x="104" y="164"/>
                    </a:cubicBezTo>
                    <a:cubicBezTo>
                      <a:pt x="0" y="175"/>
                      <a:pt x="18" y="94"/>
                      <a:pt x="25" y="57"/>
                    </a:cubicBezTo>
                    <a:cubicBezTo>
                      <a:pt x="32" y="20"/>
                      <a:pt x="18" y="3"/>
                      <a:pt x="18" y="3"/>
                    </a:cubicBezTo>
                    <a:cubicBezTo>
                      <a:pt x="18" y="3"/>
                      <a:pt x="119" y="39"/>
                      <a:pt x="201" y="0"/>
                    </a:cubicBezTo>
                    <a:close/>
                  </a:path>
                </a:pathLst>
              </a:custGeom>
              <a:solidFill>
                <a:srgbClr val="7533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479" name="Freeform 529">
                <a:extLst>
                  <a:ext uri="{FF2B5EF4-FFF2-40B4-BE49-F238E27FC236}">
                    <a16:creationId xmlns:a16="http://schemas.microsoft.com/office/drawing/2014/main" id="{8BD9F188-4750-43D1-AB69-1569EB63A6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5" y="2492"/>
                <a:ext cx="221" cy="186"/>
              </a:xfrm>
              <a:custGeom>
                <a:avLst/>
                <a:gdLst>
                  <a:gd name="T0" fmla="*/ 21 w 209"/>
                  <a:gd name="T1" fmla="*/ 3 h 176"/>
                  <a:gd name="T2" fmla="*/ 29 w 209"/>
                  <a:gd name="T3" fmla="*/ 67 h 176"/>
                  <a:gd name="T4" fmla="*/ 124 w 209"/>
                  <a:gd name="T5" fmla="*/ 193 h 176"/>
                  <a:gd name="T6" fmla="*/ 220 w 209"/>
                  <a:gd name="T7" fmla="*/ 66 h 176"/>
                  <a:gd name="T8" fmla="*/ 239 w 209"/>
                  <a:gd name="T9" fmla="*/ 0 h 17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9" h="176">
                    <a:moveTo>
                      <a:pt x="18" y="3"/>
                    </a:moveTo>
                    <a:cubicBezTo>
                      <a:pt x="18" y="3"/>
                      <a:pt x="32" y="20"/>
                      <a:pt x="25" y="57"/>
                    </a:cubicBezTo>
                    <a:cubicBezTo>
                      <a:pt x="18" y="94"/>
                      <a:pt x="0" y="176"/>
                      <a:pt x="105" y="164"/>
                    </a:cubicBezTo>
                    <a:cubicBezTo>
                      <a:pt x="209" y="153"/>
                      <a:pt x="190" y="108"/>
                      <a:pt x="186" y="56"/>
                    </a:cubicBezTo>
                    <a:cubicBezTo>
                      <a:pt x="182" y="4"/>
                      <a:pt x="202" y="0"/>
                      <a:pt x="202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480" name="Freeform 530">
                <a:extLst>
                  <a:ext uri="{FF2B5EF4-FFF2-40B4-BE49-F238E27FC236}">
                    <a16:creationId xmlns:a16="http://schemas.microsoft.com/office/drawing/2014/main" id="{8BE4AFC1-2700-4448-8237-8C8BC229E8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1" y="2531"/>
                <a:ext cx="60" cy="28"/>
              </a:xfrm>
              <a:custGeom>
                <a:avLst/>
                <a:gdLst>
                  <a:gd name="T0" fmla="*/ 0 w 57"/>
                  <a:gd name="T1" fmla="*/ 0 h 26"/>
                  <a:gd name="T2" fmla="*/ 66 w 57"/>
                  <a:gd name="T3" fmla="*/ 28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7" h="26">
                    <a:moveTo>
                      <a:pt x="0" y="0"/>
                    </a:moveTo>
                    <a:cubicBezTo>
                      <a:pt x="0" y="0"/>
                      <a:pt x="27" y="26"/>
                      <a:pt x="57" y="22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481" name="Freeform 531">
                <a:extLst>
                  <a:ext uri="{FF2B5EF4-FFF2-40B4-BE49-F238E27FC236}">
                    <a16:creationId xmlns:a16="http://schemas.microsoft.com/office/drawing/2014/main" id="{7C52D219-E3EB-41D6-AFE7-A54994384E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7" y="2543"/>
                <a:ext cx="128" cy="142"/>
              </a:xfrm>
              <a:custGeom>
                <a:avLst/>
                <a:gdLst>
                  <a:gd name="T0" fmla="*/ 114 w 121"/>
                  <a:gd name="T1" fmla="*/ 0 h 135"/>
                  <a:gd name="T2" fmla="*/ 71 w 121"/>
                  <a:gd name="T3" fmla="*/ 148 h 135"/>
                  <a:gd name="T4" fmla="*/ 22 w 121"/>
                  <a:gd name="T5" fmla="*/ 13 h 135"/>
                  <a:gd name="T6" fmla="*/ 114 w 121"/>
                  <a:gd name="T7" fmla="*/ 0 h 13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1" h="135">
                    <a:moveTo>
                      <a:pt x="96" y="0"/>
                    </a:moveTo>
                    <a:cubicBezTo>
                      <a:pt x="96" y="0"/>
                      <a:pt x="121" y="119"/>
                      <a:pt x="60" y="127"/>
                    </a:cubicBezTo>
                    <a:cubicBezTo>
                      <a:pt x="0" y="135"/>
                      <a:pt x="19" y="10"/>
                      <a:pt x="19" y="10"/>
                    </a:cubicBezTo>
                    <a:cubicBezTo>
                      <a:pt x="19" y="10"/>
                      <a:pt x="63" y="26"/>
                      <a:pt x="96" y="0"/>
                    </a:cubicBezTo>
                    <a:close/>
                  </a:path>
                </a:pathLst>
              </a:custGeom>
              <a:solidFill>
                <a:srgbClr val="7533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482" name="Freeform 532">
                <a:extLst>
                  <a:ext uri="{FF2B5EF4-FFF2-40B4-BE49-F238E27FC236}">
                    <a16:creationId xmlns:a16="http://schemas.microsoft.com/office/drawing/2014/main" id="{05D119A6-892B-4518-94EB-0B39B53AD6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5" y="2543"/>
                <a:ext cx="127" cy="142"/>
              </a:xfrm>
              <a:custGeom>
                <a:avLst/>
                <a:gdLst>
                  <a:gd name="T0" fmla="*/ 23 w 121"/>
                  <a:gd name="T1" fmla="*/ 6 h 135"/>
                  <a:gd name="T2" fmla="*/ 69 w 121"/>
                  <a:gd name="T3" fmla="*/ 148 h 135"/>
                  <a:gd name="T4" fmla="*/ 111 w 121"/>
                  <a:gd name="T5" fmla="*/ 0 h 1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1" h="135">
                    <a:moveTo>
                      <a:pt x="20" y="6"/>
                    </a:moveTo>
                    <a:cubicBezTo>
                      <a:pt x="20" y="6"/>
                      <a:pt x="0" y="135"/>
                      <a:pt x="60" y="127"/>
                    </a:cubicBezTo>
                    <a:cubicBezTo>
                      <a:pt x="121" y="119"/>
                      <a:pt x="96" y="0"/>
                      <a:pt x="96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483" name="Freeform 533">
                <a:extLst>
                  <a:ext uri="{FF2B5EF4-FFF2-40B4-BE49-F238E27FC236}">
                    <a16:creationId xmlns:a16="http://schemas.microsoft.com/office/drawing/2014/main" id="{F95CB0FA-4251-4A51-8038-7EB157CBE9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9" y="2536"/>
                <a:ext cx="22" cy="11"/>
              </a:xfrm>
              <a:custGeom>
                <a:avLst/>
                <a:gdLst>
                  <a:gd name="T0" fmla="*/ 0 w 21"/>
                  <a:gd name="T1" fmla="*/ 13 h 10"/>
                  <a:gd name="T2" fmla="*/ 24 w 21"/>
                  <a:gd name="T3" fmla="*/ 0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10">
                    <a:moveTo>
                      <a:pt x="0" y="10"/>
                    </a:moveTo>
                    <a:cubicBezTo>
                      <a:pt x="0" y="10"/>
                      <a:pt x="14" y="7"/>
                      <a:pt x="21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484" name="Freeform 534">
                <a:extLst>
                  <a:ext uri="{FF2B5EF4-FFF2-40B4-BE49-F238E27FC236}">
                    <a16:creationId xmlns:a16="http://schemas.microsoft.com/office/drawing/2014/main" id="{254AFBE6-38FD-4F56-B350-07BEA50E72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4" y="2495"/>
                <a:ext cx="28" cy="29"/>
              </a:xfrm>
              <a:custGeom>
                <a:avLst/>
                <a:gdLst>
                  <a:gd name="T0" fmla="*/ 30 w 27"/>
                  <a:gd name="T1" fmla="*/ 0 h 27"/>
                  <a:gd name="T2" fmla="*/ 0 w 27"/>
                  <a:gd name="T3" fmla="*/ 33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7" h="27">
                    <a:moveTo>
                      <a:pt x="27" y="0"/>
                    </a:moveTo>
                    <a:cubicBezTo>
                      <a:pt x="27" y="0"/>
                      <a:pt x="7" y="19"/>
                      <a:pt x="0" y="27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485" name="Freeform 535">
                <a:extLst>
                  <a:ext uri="{FF2B5EF4-FFF2-40B4-BE49-F238E27FC236}">
                    <a16:creationId xmlns:a16="http://schemas.microsoft.com/office/drawing/2014/main" id="{2CF61B6F-178D-4EC6-A4BD-D3D2BA2BC7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4" y="1124"/>
                <a:ext cx="90" cy="94"/>
              </a:xfrm>
              <a:custGeom>
                <a:avLst/>
                <a:gdLst>
                  <a:gd name="T0" fmla="*/ 0 w 85"/>
                  <a:gd name="T1" fmla="*/ 0 h 89"/>
                  <a:gd name="T2" fmla="*/ 101 w 85"/>
                  <a:gd name="T3" fmla="*/ 105 h 8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5" h="89">
                    <a:moveTo>
                      <a:pt x="0" y="0"/>
                    </a:moveTo>
                    <a:cubicBezTo>
                      <a:pt x="0" y="0"/>
                      <a:pt x="5" y="71"/>
                      <a:pt x="85" y="89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486" name="Freeform 536">
                <a:extLst>
                  <a:ext uri="{FF2B5EF4-FFF2-40B4-BE49-F238E27FC236}">
                    <a16:creationId xmlns:a16="http://schemas.microsoft.com/office/drawing/2014/main" id="{53CDF7AC-E580-4CFF-99BF-CC43A946CB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3" y="1124"/>
                <a:ext cx="98" cy="102"/>
              </a:xfrm>
              <a:custGeom>
                <a:avLst/>
                <a:gdLst>
                  <a:gd name="T0" fmla="*/ 109 w 93"/>
                  <a:gd name="T1" fmla="*/ 0 h 96"/>
                  <a:gd name="T2" fmla="*/ 0 w 93"/>
                  <a:gd name="T3" fmla="*/ 115 h 9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3" h="96">
                    <a:moveTo>
                      <a:pt x="93" y="0"/>
                    </a:moveTo>
                    <a:cubicBezTo>
                      <a:pt x="93" y="0"/>
                      <a:pt x="75" y="78"/>
                      <a:pt x="0" y="96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487" name="Freeform 537">
                <a:extLst>
                  <a:ext uri="{FF2B5EF4-FFF2-40B4-BE49-F238E27FC236}">
                    <a16:creationId xmlns:a16="http://schemas.microsoft.com/office/drawing/2014/main" id="{5BE4635B-7091-4B1F-8270-6FEAAC3902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8" y="1173"/>
                <a:ext cx="123" cy="58"/>
              </a:xfrm>
              <a:custGeom>
                <a:avLst/>
                <a:gdLst>
                  <a:gd name="T0" fmla="*/ 138 w 116"/>
                  <a:gd name="T1" fmla="*/ 0 h 55"/>
                  <a:gd name="T2" fmla="*/ 101 w 116"/>
                  <a:gd name="T3" fmla="*/ 18 h 55"/>
                  <a:gd name="T4" fmla="*/ 67 w 116"/>
                  <a:gd name="T5" fmla="*/ 47 h 55"/>
                  <a:gd name="T6" fmla="*/ 0 w 116"/>
                  <a:gd name="T7" fmla="*/ 64 h 5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6" h="55">
                    <a:moveTo>
                      <a:pt x="116" y="0"/>
                    </a:moveTo>
                    <a:cubicBezTo>
                      <a:pt x="107" y="0"/>
                      <a:pt x="93" y="9"/>
                      <a:pt x="85" y="15"/>
                    </a:cubicBezTo>
                    <a:cubicBezTo>
                      <a:pt x="75" y="22"/>
                      <a:pt x="67" y="33"/>
                      <a:pt x="56" y="41"/>
                    </a:cubicBezTo>
                    <a:cubicBezTo>
                      <a:pt x="39" y="54"/>
                      <a:pt x="22" y="55"/>
                      <a:pt x="0" y="55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488" name="Freeform 538">
                <a:extLst>
                  <a:ext uri="{FF2B5EF4-FFF2-40B4-BE49-F238E27FC236}">
                    <a16:creationId xmlns:a16="http://schemas.microsoft.com/office/drawing/2014/main" id="{AB843C67-248E-4FF0-ABBE-453EBEF080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7" y="1237"/>
                <a:ext cx="64" cy="11"/>
              </a:xfrm>
              <a:custGeom>
                <a:avLst/>
                <a:gdLst>
                  <a:gd name="T0" fmla="*/ 0 w 61"/>
                  <a:gd name="T1" fmla="*/ 0 h 10"/>
                  <a:gd name="T2" fmla="*/ 31 w 61"/>
                  <a:gd name="T3" fmla="*/ 9 h 10"/>
                  <a:gd name="T4" fmla="*/ 70 w 61"/>
                  <a:gd name="T5" fmla="*/ 11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1" h="10">
                    <a:moveTo>
                      <a:pt x="0" y="0"/>
                    </a:moveTo>
                    <a:cubicBezTo>
                      <a:pt x="5" y="10"/>
                      <a:pt x="19" y="6"/>
                      <a:pt x="28" y="6"/>
                    </a:cubicBezTo>
                    <a:cubicBezTo>
                      <a:pt x="39" y="6"/>
                      <a:pt x="51" y="8"/>
                      <a:pt x="61" y="8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489" name="Freeform 539">
                <a:extLst>
                  <a:ext uri="{FF2B5EF4-FFF2-40B4-BE49-F238E27FC236}">
                    <a16:creationId xmlns:a16="http://schemas.microsoft.com/office/drawing/2014/main" id="{9B9B5EA9-BE89-478B-A2C9-7D3C31E7F3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8" y="1220"/>
                <a:ext cx="152" cy="62"/>
              </a:xfrm>
              <a:custGeom>
                <a:avLst/>
                <a:gdLst>
                  <a:gd name="T0" fmla="*/ 0 w 144"/>
                  <a:gd name="T1" fmla="*/ 0 h 58"/>
                  <a:gd name="T2" fmla="*/ 44 w 144"/>
                  <a:gd name="T3" fmla="*/ 34 h 58"/>
                  <a:gd name="T4" fmla="*/ 91 w 144"/>
                  <a:gd name="T5" fmla="*/ 57 h 58"/>
                  <a:gd name="T6" fmla="*/ 133 w 144"/>
                  <a:gd name="T7" fmla="*/ 61 h 58"/>
                  <a:gd name="T8" fmla="*/ 156 w 144"/>
                  <a:gd name="T9" fmla="*/ 65 h 58"/>
                  <a:gd name="T10" fmla="*/ 169 w 144"/>
                  <a:gd name="T11" fmla="*/ 71 h 5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4" h="58">
                    <a:moveTo>
                      <a:pt x="0" y="0"/>
                    </a:moveTo>
                    <a:cubicBezTo>
                      <a:pt x="9" y="12"/>
                      <a:pt x="25" y="20"/>
                      <a:pt x="38" y="28"/>
                    </a:cubicBezTo>
                    <a:cubicBezTo>
                      <a:pt x="50" y="34"/>
                      <a:pt x="63" y="44"/>
                      <a:pt x="77" y="47"/>
                    </a:cubicBezTo>
                    <a:cubicBezTo>
                      <a:pt x="88" y="50"/>
                      <a:pt x="101" y="49"/>
                      <a:pt x="113" y="50"/>
                    </a:cubicBezTo>
                    <a:cubicBezTo>
                      <a:pt x="120" y="50"/>
                      <a:pt x="127" y="51"/>
                      <a:pt x="133" y="53"/>
                    </a:cubicBezTo>
                    <a:cubicBezTo>
                      <a:pt x="136" y="54"/>
                      <a:pt x="141" y="57"/>
                      <a:pt x="144" y="58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490" name="Freeform 540">
                <a:extLst>
                  <a:ext uri="{FF2B5EF4-FFF2-40B4-BE49-F238E27FC236}">
                    <a16:creationId xmlns:a16="http://schemas.microsoft.com/office/drawing/2014/main" id="{F595A3EE-70FC-4FA6-A96C-08C7316F68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3" y="1179"/>
                <a:ext cx="11" cy="31"/>
              </a:xfrm>
              <a:custGeom>
                <a:avLst/>
                <a:gdLst>
                  <a:gd name="T0" fmla="*/ 2 w 11"/>
                  <a:gd name="T1" fmla="*/ 0 h 29"/>
                  <a:gd name="T2" fmla="*/ 11 w 11"/>
                  <a:gd name="T3" fmla="*/ 35 h 2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29">
                    <a:moveTo>
                      <a:pt x="2" y="0"/>
                    </a:moveTo>
                    <a:cubicBezTo>
                      <a:pt x="0" y="11"/>
                      <a:pt x="5" y="20"/>
                      <a:pt x="11" y="29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491" name="Freeform 541">
                <a:extLst>
                  <a:ext uri="{FF2B5EF4-FFF2-40B4-BE49-F238E27FC236}">
                    <a16:creationId xmlns:a16="http://schemas.microsoft.com/office/drawing/2014/main" id="{FA442932-308B-4CBB-B049-CFC8E06628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0" y="1042"/>
                <a:ext cx="99" cy="22"/>
              </a:xfrm>
              <a:custGeom>
                <a:avLst/>
                <a:gdLst>
                  <a:gd name="T0" fmla="*/ 0 w 94"/>
                  <a:gd name="T1" fmla="*/ 22 h 21"/>
                  <a:gd name="T2" fmla="*/ 110 w 94"/>
                  <a:gd name="T3" fmla="*/ 24 h 21"/>
                  <a:gd name="T4" fmla="*/ 0 w 94"/>
                  <a:gd name="T5" fmla="*/ 22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4" h="21">
                    <a:moveTo>
                      <a:pt x="0" y="19"/>
                    </a:moveTo>
                    <a:cubicBezTo>
                      <a:pt x="0" y="19"/>
                      <a:pt x="54" y="0"/>
                      <a:pt x="94" y="21"/>
                    </a:cubicBezTo>
                    <a:cubicBezTo>
                      <a:pt x="94" y="21"/>
                      <a:pt x="55" y="7"/>
                      <a:pt x="0" y="19"/>
                    </a:cubicBezTo>
                    <a:close/>
                  </a:path>
                </a:pathLst>
              </a:custGeom>
              <a:solidFill>
                <a:srgbClr val="5A22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492" name="Freeform 542">
                <a:extLst>
                  <a:ext uri="{FF2B5EF4-FFF2-40B4-BE49-F238E27FC236}">
                    <a16:creationId xmlns:a16="http://schemas.microsoft.com/office/drawing/2014/main" id="{429B7D41-D9F5-4041-9A17-B1502A0FB1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0" y="1843"/>
                <a:ext cx="35" cy="26"/>
              </a:xfrm>
              <a:custGeom>
                <a:avLst/>
                <a:gdLst>
                  <a:gd name="T0" fmla="*/ 16 w 33"/>
                  <a:gd name="T1" fmla="*/ 0 h 25"/>
                  <a:gd name="T2" fmla="*/ 39 w 33"/>
                  <a:gd name="T3" fmla="*/ 8 h 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3" h="25">
                    <a:moveTo>
                      <a:pt x="13" y="0"/>
                    </a:moveTo>
                    <a:cubicBezTo>
                      <a:pt x="0" y="9"/>
                      <a:pt x="31" y="25"/>
                      <a:pt x="33" y="8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493" name="Freeform 543">
                <a:extLst>
                  <a:ext uri="{FF2B5EF4-FFF2-40B4-BE49-F238E27FC236}">
                    <a16:creationId xmlns:a16="http://schemas.microsoft.com/office/drawing/2014/main" id="{779D0D39-68A3-479D-8B74-B97DB9468D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7" y="877"/>
                <a:ext cx="51" cy="38"/>
              </a:xfrm>
              <a:custGeom>
                <a:avLst/>
                <a:gdLst>
                  <a:gd name="T0" fmla="*/ 52 w 48"/>
                  <a:gd name="T1" fmla="*/ 19 h 36"/>
                  <a:gd name="T2" fmla="*/ 0 w 48"/>
                  <a:gd name="T3" fmla="*/ 24 h 36"/>
                  <a:gd name="T4" fmla="*/ 44 w 48"/>
                  <a:gd name="T5" fmla="*/ 29 h 36"/>
                  <a:gd name="T6" fmla="*/ 53 w 48"/>
                  <a:gd name="T7" fmla="*/ 25 h 36"/>
                  <a:gd name="T8" fmla="*/ 55 w 48"/>
                  <a:gd name="T9" fmla="*/ 21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8" h="36">
                    <a:moveTo>
                      <a:pt x="43" y="16"/>
                    </a:moveTo>
                    <a:cubicBezTo>
                      <a:pt x="43" y="16"/>
                      <a:pt x="16" y="0"/>
                      <a:pt x="0" y="21"/>
                    </a:cubicBezTo>
                    <a:cubicBezTo>
                      <a:pt x="0" y="21"/>
                      <a:pt x="16" y="36"/>
                      <a:pt x="37" y="25"/>
                    </a:cubicBezTo>
                    <a:cubicBezTo>
                      <a:pt x="37" y="25"/>
                      <a:pt x="40" y="22"/>
                      <a:pt x="44" y="22"/>
                    </a:cubicBezTo>
                    <a:cubicBezTo>
                      <a:pt x="48" y="22"/>
                      <a:pt x="48" y="20"/>
                      <a:pt x="46" y="18"/>
                    </a:cubicBezTo>
                  </a:path>
                </a:pathLst>
              </a:custGeom>
              <a:noFill/>
              <a:ln w="3175" cap="flat">
                <a:solidFill>
                  <a:srgbClr val="5A2218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494" name="Freeform 544">
                <a:extLst>
                  <a:ext uri="{FF2B5EF4-FFF2-40B4-BE49-F238E27FC236}">
                    <a16:creationId xmlns:a16="http://schemas.microsoft.com/office/drawing/2014/main" id="{58AF7741-8794-4546-ADA2-8F9D86C0A8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7" y="877"/>
                <a:ext cx="50" cy="38"/>
              </a:xfrm>
              <a:custGeom>
                <a:avLst/>
                <a:gdLst>
                  <a:gd name="T0" fmla="*/ 4 w 47"/>
                  <a:gd name="T1" fmla="*/ 19 h 36"/>
                  <a:gd name="T2" fmla="*/ 56 w 47"/>
                  <a:gd name="T3" fmla="*/ 24 h 36"/>
                  <a:gd name="T4" fmla="*/ 13 w 47"/>
                  <a:gd name="T5" fmla="*/ 29 h 36"/>
                  <a:gd name="T6" fmla="*/ 4 w 47"/>
                  <a:gd name="T7" fmla="*/ 25 h 36"/>
                  <a:gd name="T8" fmla="*/ 2 w 47"/>
                  <a:gd name="T9" fmla="*/ 21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7" h="36">
                    <a:moveTo>
                      <a:pt x="4" y="16"/>
                    </a:moveTo>
                    <a:cubicBezTo>
                      <a:pt x="4" y="16"/>
                      <a:pt x="32" y="0"/>
                      <a:pt x="47" y="21"/>
                    </a:cubicBezTo>
                    <a:cubicBezTo>
                      <a:pt x="47" y="21"/>
                      <a:pt x="31" y="36"/>
                      <a:pt x="10" y="25"/>
                    </a:cubicBezTo>
                    <a:cubicBezTo>
                      <a:pt x="10" y="25"/>
                      <a:pt x="7" y="22"/>
                      <a:pt x="4" y="22"/>
                    </a:cubicBezTo>
                    <a:cubicBezTo>
                      <a:pt x="0" y="22"/>
                      <a:pt x="0" y="20"/>
                      <a:pt x="2" y="18"/>
                    </a:cubicBezTo>
                  </a:path>
                </a:pathLst>
              </a:custGeom>
              <a:noFill/>
              <a:ln w="3175" cap="flat">
                <a:solidFill>
                  <a:srgbClr val="5A2218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495" name="Freeform 545">
                <a:extLst>
                  <a:ext uri="{FF2B5EF4-FFF2-40B4-BE49-F238E27FC236}">
                    <a16:creationId xmlns:a16="http://schemas.microsoft.com/office/drawing/2014/main" id="{7C5E6263-90BC-489A-A8C2-5109ECBE65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3" y="889"/>
                <a:ext cx="19" cy="8"/>
              </a:xfrm>
              <a:custGeom>
                <a:avLst/>
                <a:gdLst>
                  <a:gd name="T0" fmla="*/ 6 w 18"/>
                  <a:gd name="T1" fmla="*/ 8 h 8"/>
                  <a:gd name="T2" fmla="*/ 16 w 18"/>
                  <a:gd name="T3" fmla="*/ 5 h 8"/>
                  <a:gd name="T4" fmla="*/ 20 w 18"/>
                  <a:gd name="T5" fmla="*/ 8 h 8"/>
                  <a:gd name="T6" fmla="*/ 20 w 18"/>
                  <a:gd name="T7" fmla="*/ 4 h 8"/>
                  <a:gd name="T8" fmla="*/ 7 w 18"/>
                  <a:gd name="T9" fmla="*/ 1 h 8"/>
                  <a:gd name="T10" fmla="*/ 5 w 18"/>
                  <a:gd name="T11" fmla="*/ 7 h 8"/>
                  <a:gd name="T12" fmla="*/ 5 w 18"/>
                  <a:gd name="T13" fmla="*/ 7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8">
                    <a:moveTo>
                      <a:pt x="6" y="8"/>
                    </a:moveTo>
                    <a:cubicBezTo>
                      <a:pt x="5" y="5"/>
                      <a:pt x="11" y="3"/>
                      <a:pt x="13" y="5"/>
                    </a:cubicBezTo>
                    <a:cubicBezTo>
                      <a:pt x="14" y="5"/>
                      <a:pt x="15" y="8"/>
                      <a:pt x="17" y="8"/>
                    </a:cubicBezTo>
                    <a:cubicBezTo>
                      <a:pt x="18" y="7"/>
                      <a:pt x="17" y="4"/>
                      <a:pt x="17" y="4"/>
                    </a:cubicBezTo>
                    <a:cubicBezTo>
                      <a:pt x="15" y="1"/>
                      <a:pt x="10" y="0"/>
                      <a:pt x="7" y="1"/>
                    </a:cubicBezTo>
                    <a:cubicBezTo>
                      <a:pt x="5" y="1"/>
                      <a:pt x="0" y="7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</a:path>
                </a:pathLst>
              </a:custGeom>
              <a:solidFill>
                <a:srgbClr val="160A0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496" name="Freeform 546">
                <a:extLst>
                  <a:ext uri="{FF2B5EF4-FFF2-40B4-BE49-F238E27FC236}">
                    <a16:creationId xmlns:a16="http://schemas.microsoft.com/office/drawing/2014/main" id="{8AC3CB42-1185-4197-ABC0-9E6AD8EF36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2" y="889"/>
                <a:ext cx="18" cy="9"/>
              </a:xfrm>
              <a:custGeom>
                <a:avLst/>
                <a:gdLst>
                  <a:gd name="T0" fmla="*/ 4 w 17"/>
                  <a:gd name="T1" fmla="*/ 6 h 9"/>
                  <a:gd name="T2" fmla="*/ 15 w 17"/>
                  <a:gd name="T3" fmla="*/ 5 h 9"/>
                  <a:gd name="T4" fmla="*/ 19 w 17"/>
                  <a:gd name="T5" fmla="*/ 7 h 9"/>
                  <a:gd name="T6" fmla="*/ 18 w 17"/>
                  <a:gd name="T7" fmla="*/ 3 h 9"/>
                  <a:gd name="T8" fmla="*/ 6 w 17"/>
                  <a:gd name="T9" fmla="*/ 2 h 9"/>
                  <a:gd name="T10" fmla="*/ 2 w 17"/>
                  <a:gd name="T11" fmla="*/ 3 h 9"/>
                  <a:gd name="T12" fmla="*/ 2 w 17"/>
                  <a:gd name="T13" fmla="*/ 7 h 9"/>
                  <a:gd name="T14" fmla="*/ 4 w 17"/>
                  <a:gd name="T15" fmla="*/ 6 h 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7" h="9">
                    <a:moveTo>
                      <a:pt x="4" y="6"/>
                    </a:moveTo>
                    <a:cubicBezTo>
                      <a:pt x="5" y="3"/>
                      <a:pt x="10" y="3"/>
                      <a:pt x="12" y="5"/>
                    </a:cubicBezTo>
                    <a:cubicBezTo>
                      <a:pt x="13" y="6"/>
                      <a:pt x="14" y="9"/>
                      <a:pt x="16" y="7"/>
                    </a:cubicBezTo>
                    <a:cubicBezTo>
                      <a:pt x="17" y="6"/>
                      <a:pt x="15" y="4"/>
                      <a:pt x="15" y="3"/>
                    </a:cubicBezTo>
                    <a:cubicBezTo>
                      <a:pt x="12" y="0"/>
                      <a:pt x="10" y="1"/>
                      <a:pt x="6" y="2"/>
                    </a:cubicBezTo>
                    <a:cubicBezTo>
                      <a:pt x="5" y="2"/>
                      <a:pt x="3" y="2"/>
                      <a:pt x="2" y="3"/>
                    </a:cubicBezTo>
                    <a:cubicBezTo>
                      <a:pt x="0" y="4"/>
                      <a:pt x="0" y="8"/>
                      <a:pt x="2" y="7"/>
                    </a:cubicBezTo>
                    <a:cubicBezTo>
                      <a:pt x="3" y="7"/>
                      <a:pt x="3" y="6"/>
                      <a:pt x="4" y="6"/>
                    </a:cubicBezTo>
                  </a:path>
                </a:pathLst>
              </a:custGeom>
              <a:solidFill>
                <a:srgbClr val="160A0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497" name="Freeform 547">
                <a:extLst>
                  <a:ext uri="{FF2B5EF4-FFF2-40B4-BE49-F238E27FC236}">
                    <a16:creationId xmlns:a16="http://schemas.microsoft.com/office/drawing/2014/main" id="{8A49B453-0F2C-4A12-8B9C-2D6C0F1698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8" y="900"/>
                <a:ext cx="14" cy="8"/>
              </a:xfrm>
              <a:custGeom>
                <a:avLst/>
                <a:gdLst>
                  <a:gd name="T0" fmla="*/ 1 w 13"/>
                  <a:gd name="T1" fmla="*/ 0 h 8"/>
                  <a:gd name="T2" fmla="*/ 13 w 13"/>
                  <a:gd name="T3" fmla="*/ 0 h 8"/>
                  <a:gd name="T4" fmla="*/ 0 w 13"/>
                  <a:gd name="T5" fmla="*/ 2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8">
                    <a:moveTo>
                      <a:pt x="1" y="0"/>
                    </a:moveTo>
                    <a:cubicBezTo>
                      <a:pt x="3" y="5"/>
                      <a:pt x="8" y="2"/>
                      <a:pt x="10" y="0"/>
                    </a:cubicBezTo>
                    <a:cubicBezTo>
                      <a:pt x="13" y="3"/>
                      <a:pt x="2" y="8"/>
                      <a:pt x="0" y="2"/>
                    </a:cubicBezTo>
                  </a:path>
                </a:pathLst>
              </a:custGeom>
              <a:solidFill>
                <a:srgbClr val="3E131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498" name="Freeform 548">
                <a:extLst>
                  <a:ext uri="{FF2B5EF4-FFF2-40B4-BE49-F238E27FC236}">
                    <a16:creationId xmlns:a16="http://schemas.microsoft.com/office/drawing/2014/main" id="{BA29CEFF-6A08-4B1B-8E64-C5BB6A2100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5" y="900"/>
                <a:ext cx="14" cy="8"/>
              </a:xfrm>
              <a:custGeom>
                <a:avLst/>
                <a:gdLst>
                  <a:gd name="T0" fmla="*/ 0 w 13"/>
                  <a:gd name="T1" fmla="*/ 0 h 8"/>
                  <a:gd name="T2" fmla="*/ 12 w 13"/>
                  <a:gd name="T3" fmla="*/ 0 h 8"/>
                  <a:gd name="T4" fmla="*/ 1 w 13"/>
                  <a:gd name="T5" fmla="*/ 1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8">
                    <a:moveTo>
                      <a:pt x="0" y="0"/>
                    </a:moveTo>
                    <a:cubicBezTo>
                      <a:pt x="2" y="4"/>
                      <a:pt x="7" y="2"/>
                      <a:pt x="9" y="0"/>
                    </a:cubicBezTo>
                    <a:cubicBezTo>
                      <a:pt x="13" y="3"/>
                      <a:pt x="1" y="8"/>
                      <a:pt x="1" y="1"/>
                    </a:cubicBezTo>
                  </a:path>
                </a:pathLst>
              </a:custGeom>
              <a:solidFill>
                <a:srgbClr val="3E131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499" name="Oval 549">
                <a:extLst>
                  <a:ext uri="{FF2B5EF4-FFF2-40B4-BE49-F238E27FC236}">
                    <a16:creationId xmlns:a16="http://schemas.microsoft.com/office/drawing/2014/main" id="{57C0667B-F5D3-4BF3-8267-BB2256D118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5" y="895"/>
                <a:ext cx="5" cy="6"/>
              </a:xfrm>
              <a:prstGeom prst="ellipse">
                <a:avLst/>
              </a:prstGeom>
              <a:solidFill>
                <a:srgbClr val="8C3F3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500" name="Oval 550">
                <a:extLst>
                  <a:ext uri="{FF2B5EF4-FFF2-40B4-BE49-F238E27FC236}">
                    <a16:creationId xmlns:a16="http://schemas.microsoft.com/office/drawing/2014/main" id="{91014374-D501-4521-A37C-016429FA5E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51" y="895"/>
                <a:ext cx="6" cy="6"/>
              </a:xfrm>
              <a:prstGeom prst="ellipse">
                <a:avLst/>
              </a:prstGeom>
              <a:solidFill>
                <a:srgbClr val="8C3F3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501" name="Freeform 551">
                <a:extLst>
                  <a:ext uri="{FF2B5EF4-FFF2-40B4-BE49-F238E27FC236}">
                    <a16:creationId xmlns:a16="http://schemas.microsoft.com/office/drawing/2014/main" id="{FEE9D49A-8823-4ED1-B091-442E031A65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5" y="1041"/>
                <a:ext cx="94" cy="148"/>
              </a:xfrm>
              <a:custGeom>
                <a:avLst/>
                <a:gdLst>
                  <a:gd name="T0" fmla="*/ 0 w 89"/>
                  <a:gd name="T1" fmla="*/ 165 h 140"/>
                  <a:gd name="T2" fmla="*/ 49 w 89"/>
                  <a:gd name="T3" fmla="*/ 143 h 140"/>
                  <a:gd name="T4" fmla="*/ 73 w 89"/>
                  <a:gd name="T5" fmla="*/ 135 h 140"/>
                  <a:gd name="T6" fmla="*/ 87 w 89"/>
                  <a:gd name="T7" fmla="*/ 113 h 140"/>
                  <a:gd name="T8" fmla="*/ 96 w 89"/>
                  <a:gd name="T9" fmla="*/ 12 h 140"/>
                  <a:gd name="T10" fmla="*/ 94 w 89"/>
                  <a:gd name="T11" fmla="*/ 0 h 140"/>
                  <a:gd name="T12" fmla="*/ 69 w 89"/>
                  <a:gd name="T13" fmla="*/ 115 h 140"/>
                  <a:gd name="T14" fmla="*/ 39 w 89"/>
                  <a:gd name="T15" fmla="*/ 135 h 140"/>
                  <a:gd name="T16" fmla="*/ 5 w 89"/>
                  <a:gd name="T17" fmla="*/ 160 h 14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9" h="140">
                    <a:moveTo>
                      <a:pt x="0" y="140"/>
                    </a:moveTo>
                    <a:cubicBezTo>
                      <a:pt x="10" y="128"/>
                      <a:pt x="28" y="122"/>
                      <a:pt x="42" y="121"/>
                    </a:cubicBezTo>
                    <a:cubicBezTo>
                      <a:pt x="50" y="120"/>
                      <a:pt x="55" y="121"/>
                      <a:pt x="62" y="114"/>
                    </a:cubicBezTo>
                    <a:cubicBezTo>
                      <a:pt x="67" y="109"/>
                      <a:pt x="72" y="102"/>
                      <a:pt x="74" y="96"/>
                    </a:cubicBezTo>
                    <a:cubicBezTo>
                      <a:pt x="88" y="67"/>
                      <a:pt x="89" y="40"/>
                      <a:pt x="81" y="9"/>
                    </a:cubicBezTo>
                    <a:cubicBezTo>
                      <a:pt x="81" y="6"/>
                      <a:pt x="80" y="3"/>
                      <a:pt x="80" y="0"/>
                    </a:cubicBezTo>
                    <a:cubicBezTo>
                      <a:pt x="80" y="33"/>
                      <a:pt x="81" y="70"/>
                      <a:pt x="59" y="97"/>
                    </a:cubicBezTo>
                    <a:cubicBezTo>
                      <a:pt x="53" y="105"/>
                      <a:pt x="43" y="112"/>
                      <a:pt x="33" y="114"/>
                    </a:cubicBezTo>
                    <a:cubicBezTo>
                      <a:pt x="22" y="117"/>
                      <a:pt x="9" y="123"/>
                      <a:pt x="5" y="135"/>
                    </a:cubicBezTo>
                  </a:path>
                </a:pathLst>
              </a:custGeom>
              <a:solidFill>
                <a:srgbClr val="6C2D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502" name="Freeform 552">
                <a:extLst>
                  <a:ext uri="{FF2B5EF4-FFF2-40B4-BE49-F238E27FC236}">
                    <a16:creationId xmlns:a16="http://schemas.microsoft.com/office/drawing/2014/main" id="{019A5649-C6CB-4E9A-9B6D-A911814B7B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0" y="1177"/>
                <a:ext cx="121" cy="64"/>
              </a:xfrm>
              <a:custGeom>
                <a:avLst/>
                <a:gdLst>
                  <a:gd name="T0" fmla="*/ 0 w 114"/>
                  <a:gd name="T1" fmla="*/ 66 h 61"/>
                  <a:gd name="T2" fmla="*/ 14 w 114"/>
                  <a:gd name="T3" fmla="*/ 65 h 61"/>
                  <a:gd name="T4" fmla="*/ 27 w 114"/>
                  <a:gd name="T5" fmla="*/ 63 h 61"/>
                  <a:gd name="T6" fmla="*/ 45 w 114"/>
                  <a:gd name="T7" fmla="*/ 58 h 61"/>
                  <a:gd name="T8" fmla="*/ 72 w 114"/>
                  <a:gd name="T9" fmla="*/ 45 h 61"/>
                  <a:gd name="T10" fmla="*/ 90 w 114"/>
                  <a:gd name="T11" fmla="*/ 27 h 61"/>
                  <a:gd name="T12" fmla="*/ 121 w 114"/>
                  <a:gd name="T13" fmla="*/ 4 h 61"/>
                  <a:gd name="T14" fmla="*/ 136 w 114"/>
                  <a:gd name="T15" fmla="*/ 0 h 61"/>
                  <a:gd name="T16" fmla="*/ 104 w 114"/>
                  <a:gd name="T17" fmla="*/ 24 h 61"/>
                  <a:gd name="T18" fmla="*/ 84 w 114"/>
                  <a:gd name="T19" fmla="*/ 45 h 61"/>
                  <a:gd name="T20" fmla="*/ 75 w 114"/>
                  <a:gd name="T21" fmla="*/ 57 h 61"/>
                  <a:gd name="T22" fmla="*/ 86 w 114"/>
                  <a:gd name="T23" fmla="*/ 61 h 61"/>
                  <a:gd name="T24" fmla="*/ 105 w 114"/>
                  <a:gd name="T25" fmla="*/ 60 h 61"/>
                  <a:gd name="T26" fmla="*/ 77 w 114"/>
                  <a:gd name="T27" fmla="*/ 68 h 61"/>
                  <a:gd name="T28" fmla="*/ 59 w 114"/>
                  <a:gd name="T29" fmla="*/ 66 h 61"/>
                  <a:gd name="T30" fmla="*/ 42 w 114"/>
                  <a:gd name="T31" fmla="*/ 68 h 61"/>
                  <a:gd name="T32" fmla="*/ 34 w 114"/>
                  <a:gd name="T33" fmla="*/ 69 h 61"/>
                  <a:gd name="T34" fmla="*/ 24 w 114"/>
                  <a:gd name="T35" fmla="*/ 66 h 61"/>
                  <a:gd name="T36" fmla="*/ 2 w 114"/>
                  <a:gd name="T37" fmla="*/ 68 h 61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114" h="61">
                    <a:moveTo>
                      <a:pt x="0" y="57"/>
                    </a:moveTo>
                    <a:cubicBezTo>
                      <a:pt x="2" y="56"/>
                      <a:pt x="8" y="56"/>
                      <a:pt x="11" y="56"/>
                    </a:cubicBezTo>
                    <a:cubicBezTo>
                      <a:pt x="15" y="55"/>
                      <a:pt x="19" y="55"/>
                      <a:pt x="23" y="54"/>
                    </a:cubicBezTo>
                    <a:cubicBezTo>
                      <a:pt x="28" y="53"/>
                      <a:pt x="33" y="52"/>
                      <a:pt x="38" y="50"/>
                    </a:cubicBezTo>
                    <a:cubicBezTo>
                      <a:pt x="47" y="48"/>
                      <a:pt x="53" y="46"/>
                      <a:pt x="60" y="39"/>
                    </a:cubicBezTo>
                    <a:cubicBezTo>
                      <a:pt x="65" y="34"/>
                      <a:pt x="69" y="28"/>
                      <a:pt x="75" y="24"/>
                    </a:cubicBezTo>
                    <a:cubicBezTo>
                      <a:pt x="83" y="18"/>
                      <a:pt x="92" y="9"/>
                      <a:pt x="101" y="4"/>
                    </a:cubicBezTo>
                    <a:cubicBezTo>
                      <a:pt x="105" y="3"/>
                      <a:pt x="111" y="2"/>
                      <a:pt x="114" y="0"/>
                    </a:cubicBezTo>
                    <a:cubicBezTo>
                      <a:pt x="105" y="6"/>
                      <a:pt x="96" y="14"/>
                      <a:pt x="87" y="21"/>
                    </a:cubicBezTo>
                    <a:cubicBezTo>
                      <a:pt x="80" y="26"/>
                      <a:pt x="76" y="33"/>
                      <a:pt x="70" y="39"/>
                    </a:cubicBezTo>
                    <a:cubicBezTo>
                      <a:pt x="68" y="41"/>
                      <a:pt x="61" y="45"/>
                      <a:pt x="63" y="49"/>
                    </a:cubicBezTo>
                    <a:cubicBezTo>
                      <a:pt x="64" y="53"/>
                      <a:pt x="69" y="52"/>
                      <a:pt x="72" y="52"/>
                    </a:cubicBezTo>
                    <a:cubicBezTo>
                      <a:pt x="77" y="52"/>
                      <a:pt x="83" y="52"/>
                      <a:pt x="88" y="51"/>
                    </a:cubicBezTo>
                    <a:cubicBezTo>
                      <a:pt x="83" y="56"/>
                      <a:pt x="72" y="58"/>
                      <a:pt x="65" y="59"/>
                    </a:cubicBezTo>
                    <a:cubicBezTo>
                      <a:pt x="60" y="59"/>
                      <a:pt x="55" y="57"/>
                      <a:pt x="50" y="57"/>
                    </a:cubicBezTo>
                    <a:cubicBezTo>
                      <a:pt x="45" y="57"/>
                      <a:pt x="40" y="58"/>
                      <a:pt x="36" y="59"/>
                    </a:cubicBezTo>
                    <a:cubicBezTo>
                      <a:pt x="32" y="60"/>
                      <a:pt x="31" y="61"/>
                      <a:pt x="28" y="60"/>
                    </a:cubicBezTo>
                    <a:cubicBezTo>
                      <a:pt x="26" y="59"/>
                      <a:pt x="24" y="57"/>
                      <a:pt x="21" y="57"/>
                    </a:cubicBezTo>
                    <a:cubicBezTo>
                      <a:pt x="15" y="58"/>
                      <a:pt x="8" y="61"/>
                      <a:pt x="2" y="59"/>
                    </a:cubicBezTo>
                  </a:path>
                </a:pathLst>
              </a:custGeom>
              <a:solidFill>
                <a:srgbClr val="6C2D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503" name="Freeform 553">
                <a:extLst>
                  <a:ext uri="{FF2B5EF4-FFF2-40B4-BE49-F238E27FC236}">
                    <a16:creationId xmlns:a16="http://schemas.microsoft.com/office/drawing/2014/main" id="{E1E379A1-7EBC-4BD5-AA6E-5649A73C23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9" y="1132"/>
                <a:ext cx="175" cy="118"/>
              </a:xfrm>
              <a:custGeom>
                <a:avLst/>
                <a:gdLst>
                  <a:gd name="T0" fmla="*/ 42 w 166"/>
                  <a:gd name="T1" fmla="*/ 0 h 112"/>
                  <a:gd name="T2" fmla="*/ 65 w 166"/>
                  <a:gd name="T3" fmla="*/ 56 h 112"/>
                  <a:gd name="T4" fmla="*/ 106 w 166"/>
                  <a:gd name="T5" fmla="*/ 86 h 112"/>
                  <a:gd name="T6" fmla="*/ 156 w 166"/>
                  <a:gd name="T7" fmla="*/ 109 h 112"/>
                  <a:gd name="T8" fmla="*/ 194 w 166"/>
                  <a:gd name="T9" fmla="*/ 131 h 112"/>
                  <a:gd name="T10" fmla="*/ 121 w 166"/>
                  <a:gd name="T11" fmla="*/ 103 h 112"/>
                  <a:gd name="T12" fmla="*/ 78 w 166"/>
                  <a:gd name="T13" fmla="*/ 80 h 112"/>
                  <a:gd name="T14" fmla="*/ 57 w 166"/>
                  <a:gd name="T15" fmla="*/ 66 h 112"/>
                  <a:gd name="T16" fmla="*/ 41 w 166"/>
                  <a:gd name="T17" fmla="*/ 43 h 112"/>
                  <a:gd name="T18" fmla="*/ 23 w 166"/>
                  <a:gd name="T19" fmla="*/ 40 h 112"/>
                  <a:gd name="T20" fmla="*/ 0 w 166"/>
                  <a:gd name="T21" fmla="*/ 46 h 112"/>
                  <a:gd name="T22" fmla="*/ 26 w 166"/>
                  <a:gd name="T23" fmla="*/ 27 h 112"/>
                  <a:gd name="T24" fmla="*/ 42 w 166"/>
                  <a:gd name="T25" fmla="*/ 1 h 11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66" h="112">
                    <a:moveTo>
                      <a:pt x="36" y="0"/>
                    </a:moveTo>
                    <a:cubicBezTo>
                      <a:pt x="42" y="16"/>
                      <a:pt x="44" y="34"/>
                      <a:pt x="56" y="47"/>
                    </a:cubicBezTo>
                    <a:cubicBezTo>
                      <a:pt x="67" y="59"/>
                      <a:pt x="78" y="66"/>
                      <a:pt x="91" y="74"/>
                    </a:cubicBezTo>
                    <a:cubicBezTo>
                      <a:pt x="105" y="82"/>
                      <a:pt x="120" y="85"/>
                      <a:pt x="133" y="93"/>
                    </a:cubicBezTo>
                    <a:cubicBezTo>
                      <a:pt x="143" y="99"/>
                      <a:pt x="159" y="101"/>
                      <a:pt x="166" y="112"/>
                    </a:cubicBezTo>
                    <a:cubicBezTo>
                      <a:pt x="146" y="101"/>
                      <a:pt x="124" y="96"/>
                      <a:pt x="103" y="88"/>
                    </a:cubicBezTo>
                    <a:cubicBezTo>
                      <a:pt x="90" y="82"/>
                      <a:pt x="78" y="74"/>
                      <a:pt x="66" y="68"/>
                    </a:cubicBezTo>
                    <a:cubicBezTo>
                      <a:pt x="60" y="65"/>
                      <a:pt x="53" y="62"/>
                      <a:pt x="48" y="57"/>
                    </a:cubicBezTo>
                    <a:cubicBezTo>
                      <a:pt x="42" y="51"/>
                      <a:pt x="39" y="44"/>
                      <a:pt x="35" y="37"/>
                    </a:cubicBezTo>
                    <a:cubicBezTo>
                      <a:pt x="31" y="32"/>
                      <a:pt x="27" y="32"/>
                      <a:pt x="20" y="34"/>
                    </a:cubicBezTo>
                    <a:cubicBezTo>
                      <a:pt x="13" y="35"/>
                      <a:pt x="7" y="39"/>
                      <a:pt x="0" y="40"/>
                    </a:cubicBezTo>
                    <a:cubicBezTo>
                      <a:pt x="7" y="33"/>
                      <a:pt x="16" y="30"/>
                      <a:pt x="23" y="24"/>
                    </a:cubicBezTo>
                    <a:cubicBezTo>
                      <a:pt x="32" y="18"/>
                      <a:pt x="34" y="10"/>
                      <a:pt x="36" y="1"/>
                    </a:cubicBezTo>
                  </a:path>
                </a:pathLst>
              </a:custGeom>
              <a:solidFill>
                <a:srgbClr val="6C2D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504" name="Freeform 554">
                <a:extLst>
                  <a:ext uri="{FF2B5EF4-FFF2-40B4-BE49-F238E27FC236}">
                    <a16:creationId xmlns:a16="http://schemas.microsoft.com/office/drawing/2014/main" id="{D16D3026-F35D-468D-9794-F8737A9CC8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6" y="866"/>
                <a:ext cx="40" cy="101"/>
              </a:xfrm>
              <a:custGeom>
                <a:avLst/>
                <a:gdLst>
                  <a:gd name="T0" fmla="*/ 37 w 38"/>
                  <a:gd name="T1" fmla="*/ 0 h 96"/>
                  <a:gd name="T2" fmla="*/ 27 w 38"/>
                  <a:gd name="T3" fmla="*/ 2 h 96"/>
                  <a:gd name="T4" fmla="*/ 18 w 38"/>
                  <a:gd name="T5" fmla="*/ 2 h 96"/>
                  <a:gd name="T6" fmla="*/ 3 w 38"/>
                  <a:gd name="T7" fmla="*/ 14 h 96"/>
                  <a:gd name="T8" fmla="*/ 1 w 38"/>
                  <a:gd name="T9" fmla="*/ 38 h 96"/>
                  <a:gd name="T10" fmla="*/ 7 w 38"/>
                  <a:gd name="T11" fmla="*/ 61 h 96"/>
                  <a:gd name="T12" fmla="*/ 25 w 38"/>
                  <a:gd name="T13" fmla="*/ 78 h 96"/>
                  <a:gd name="T14" fmla="*/ 44 w 38"/>
                  <a:gd name="T15" fmla="*/ 112 h 96"/>
                  <a:gd name="T16" fmla="*/ 41 w 38"/>
                  <a:gd name="T17" fmla="*/ 90 h 96"/>
                  <a:gd name="T18" fmla="*/ 28 w 38"/>
                  <a:gd name="T19" fmla="*/ 70 h 96"/>
                  <a:gd name="T20" fmla="*/ 24 w 38"/>
                  <a:gd name="T21" fmla="*/ 48 h 96"/>
                  <a:gd name="T22" fmla="*/ 15 w 38"/>
                  <a:gd name="T23" fmla="*/ 25 h 96"/>
                  <a:gd name="T24" fmla="*/ 29 w 38"/>
                  <a:gd name="T25" fmla="*/ 20 h 96"/>
                  <a:gd name="T26" fmla="*/ 29 w 38"/>
                  <a:gd name="T27" fmla="*/ 9 h 96"/>
                  <a:gd name="T28" fmla="*/ 36 w 38"/>
                  <a:gd name="T29" fmla="*/ 1 h 9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38" h="96">
                    <a:moveTo>
                      <a:pt x="31" y="0"/>
                    </a:moveTo>
                    <a:cubicBezTo>
                      <a:pt x="30" y="2"/>
                      <a:pt x="25" y="2"/>
                      <a:pt x="24" y="2"/>
                    </a:cubicBezTo>
                    <a:cubicBezTo>
                      <a:pt x="21" y="2"/>
                      <a:pt x="18" y="2"/>
                      <a:pt x="15" y="2"/>
                    </a:cubicBezTo>
                    <a:cubicBezTo>
                      <a:pt x="10" y="3"/>
                      <a:pt x="5" y="6"/>
                      <a:pt x="3" y="11"/>
                    </a:cubicBezTo>
                    <a:cubicBezTo>
                      <a:pt x="0" y="17"/>
                      <a:pt x="1" y="25"/>
                      <a:pt x="1" y="32"/>
                    </a:cubicBezTo>
                    <a:cubicBezTo>
                      <a:pt x="1" y="39"/>
                      <a:pt x="4" y="45"/>
                      <a:pt x="7" y="52"/>
                    </a:cubicBezTo>
                    <a:cubicBezTo>
                      <a:pt x="12" y="63"/>
                      <a:pt x="18" y="63"/>
                      <a:pt x="22" y="67"/>
                    </a:cubicBezTo>
                    <a:cubicBezTo>
                      <a:pt x="26" y="73"/>
                      <a:pt x="37" y="88"/>
                      <a:pt x="38" y="96"/>
                    </a:cubicBezTo>
                    <a:cubicBezTo>
                      <a:pt x="37" y="91"/>
                      <a:pt x="36" y="83"/>
                      <a:pt x="35" y="78"/>
                    </a:cubicBezTo>
                    <a:cubicBezTo>
                      <a:pt x="33" y="72"/>
                      <a:pt x="28" y="66"/>
                      <a:pt x="25" y="61"/>
                    </a:cubicBezTo>
                    <a:cubicBezTo>
                      <a:pt x="19" y="53"/>
                      <a:pt x="6" y="39"/>
                      <a:pt x="21" y="42"/>
                    </a:cubicBezTo>
                    <a:cubicBezTo>
                      <a:pt x="12" y="41"/>
                      <a:pt x="4" y="29"/>
                      <a:pt x="12" y="22"/>
                    </a:cubicBezTo>
                    <a:cubicBezTo>
                      <a:pt x="16" y="19"/>
                      <a:pt x="24" y="20"/>
                      <a:pt x="26" y="17"/>
                    </a:cubicBezTo>
                    <a:cubicBezTo>
                      <a:pt x="28" y="15"/>
                      <a:pt x="26" y="12"/>
                      <a:pt x="26" y="9"/>
                    </a:cubicBezTo>
                    <a:cubicBezTo>
                      <a:pt x="26" y="6"/>
                      <a:pt x="28" y="3"/>
                      <a:pt x="30" y="1"/>
                    </a:cubicBezTo>
                  </a:path>
                </a:pathLst>
              </a:custGeom>
              <a:solidFill>
                <a:srgbClr val="6C2D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505" name="Freeform 555">
                <a:extLst>
                  <a:ext uri="{FF2B5EF4-FFF2-40B4-BE49-F238E27FC236}">
                    <a16:creationId xmlns:a16="http://schemas.microsoft.com/office/drawing/2014/main" id="{99955E56-BB76-4964-B2AA-09C9D3D2DE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4" y="958"/>
                <a:ext cx="26" cy="85"/>
              </a:xfrm>
              <a:custGeom>
                <a:avLst/>
                <a:gdLst>
                  <a:gd name="T0" fmla="*/ 25 w 25"/>
                  <a:gd name="T1" fmla="*/ 16 h 81"/>
                  <a:gd name="T2" fmla="*/ 12 w 25"/>
                  <a:gd name="T3" fmla="*/ 7 h 81"/>
                  <a:gd name="T4" fmla="*/ 6 w 25"/>
                  <a:gd name="T5" fmla="*/ 1 h 81"/>
                  <a:gd name="T6" fmla="*/ 2 w 25"/>
                  <a:gd name="T7" fmla="*/ 42 h 81"/>
                  <a:gd name="T8" fmla="*/ 9 w 25"/>
                  <a:gd name="T9" fmla="*/ 70 h 81"/>
                  <a:gd name="T10" fmla="*/ 19 w 25"/>
                  <a:gd name="T11" fmla="*/ 93 h 81"/>
                  <a:gd name="T12" fmla="*/ 28 w 25"/>
                  <a:gd name="T13" fmla="*/ 72 h 81"/>
                  <a:gd name="T14" fmla="*/ 6 w 25"/>
                  <a:gd name="T15" fmla="*/ 39 h 81"/>
                  <a:gd name="T16" fmla="*/ 10 w 25"/>
                  <a:gd name="T17" fmla="*/ 20 h 81"/>
                  <a:gd name="T18" fmla="*/ 23 w 25"/>
                  <a:gd name="T19" fmla="*/ 17 h 8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5" h="81">
                    <a:moveTo>
                      <a:pt x="22" y="13"/>
                    </a:moveTo>
                    <a:cubicBezTo>
                      <a:pt x="19" y="11"/>
                      <a:pt x="15" y="10"/>
                      <a:pt x="12" y="7"/>
                    </a:cubicBezTo>
                    <a:cubicBezTo>
                      <a:pt x="10" y="5"/>
                      <a:pt x="9" y="0"/>
                      <a:pt x="6" y="1"/>
                    </a:cubicBezTo>
                    <a:cubicBezTo>
                      <a:pt x="2" y="12"/>
                      <a:pt x="0" y="24"/>
                      <a:pt x="2" y="36"/>
                    </a:cubicBezTo>
                    <a:cubicBezTo>
                      <a:pt x="4" y="45"/>
                      <a:pt x="6" y="52"/>
                      <a:pt x="9" y="61"/>
                    </a:cubicBezTo>
                    <a:cubicBezTo>
                      <a:pt x="11" y="67"/>
                      <a:pt x="15" y="74"/>
                      <a:pt x="16" y="81"/>
                    </a:cubicBezTo>
                    <a:cubicBezTo>
                      <a:pt x="17" y="72"/>
                      <a:pt x="18" y="67"/>
                      <a:pt x="25" y="63"/>
                    </a:cubicBezTo>
                    <a:cubicBezTo>
                      <a:pt x="13" y="61"/>
                      <a:pt x="7" y="44"/>
                      <a:pt x="6" y="33"/>
                    </a:cubicBezTo>
                    <a:cubicBezTo>
                      <a:pt x="6" y="27"/>
                      <a:pt x="6" y="21"/>
                      <a:pt x="10" y="17"/>
                    </a:cubicBezTo>
                    <a:cubicBezTo>
                      <a:pt x="14" y="12"/>
                      <a:pt x="17" y="15"/>
                      <a:pt x="20" y="14"/>
                    </a:cubicBezTo>
                  </a:path>
                </a:pathLst>
              </a:custGeom>
              <a:solidFill>
                <a:srgbClr val="6C2D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506" name="Freeform 556">
                <a:extLst>
                  <a:ext uri="{FF2B5EF4-FFF2-40B4-BE49-F238E27FC236}">
                    <a16:creationId xmlns:a16="http://schemas.microsoft.com/office/drawing/2014/main" id="{A43C802B-E6EF-4255-8D99-5F43237FB3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9" y="977"/>
                <a:ext cx="8" cy="50"/>
              </a:xfrm>
              <a:custGeom>
                <a:avLst/>
                <a:gdLst>
                  <a:gd name="T0" fmla="*/ 1 w 8"/>
                  <a:gd name="T1" fmla="*/ 47 h 48"/>
                  <a:gd name="T2" fmla="*/ 2 w 8"/>
                  <a:gd name="T3" fmla="*/ 19 h 48"/>
                  <a:gd name="T4" fmla="*/ 1 w 8"/>
                  <a:gd name="T5" fmla="*/ 0 h 48"/>
                  <a:gd name="T6" fmla="*/ 5 w 8"/>
                  <a:gd name="T7" fmla="*/ 33 h 48"/>
                  <a:gd name="T8" fmla="*/ 8 w 8"/>
                  <a:gd name="T9" fmla="*/ 54 h 48"/>
                  <a:gd name="T10" fmla="*/ 2 w 8"/>
                  <a:gd name="T11" fmla="*/ 48 h 4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" h="48">
                    <a:moveTo>
                      <a:pt x="1" y="41"/>
                    </a:moveTo>
                    <a:cubicBezTo>
                      <a:pt x="0" y="33"/>
                      <a:pt x="2" y="24"/>
                      <a:pt x="2" y="16"/>
                    </a:cubicBezTo>
                    <a:cubicBezTo>
                      <a:pt x="1" y="11"/>
                      <a:pt x="1" y="5"/>
                      <a:pt x="1" y="0"/>
                    </a:cubicBezTo>
                    <a:cubicBezTo>
                      <a:pt x="2" y="10"/>
                      <a:pt x="4" y="20"/>
                      <a:pt x="5" y="30"/>
                    </a:cubicBezTo>
                    <a:cubicBezTo>
                      <a:pt x="5" y="37"/>
                      <a:pt x="6" y="43"/>
                      <a:pt x="8" y="48"/>
                    </a:cubicBezTo>
                    <a:cubicBezTo>
                      <a:pt x="5" y="47"/>
                      <a:pt x="3" y="44"/>
                      <a:pt x="2" y="42"/>
                    </a:cubicBezTo>
                  </a:path>
                </a:pathLst>
              </a:custGeom>
              <a:solidFill>
                <a:srgbClr val="6C2D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507" name="Freeform 557">
                <a:extLst>
                  <a:ext uri="{FF2B5EF4-FFF2-40B4-BE49-F238E27FC236}">
                    <a16:creationId xmlns:a16="http://schemas.microsoft.com/office/drawing/2014/main" id="{3ADC4597-E742-4613-82CE-F00F050BFB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5" y="978"/>
                <a:ext cx="13" cy="48"/>
              </a:xfrm>
              <a:custGeom>
                <a:avLst/>
                <a:gdLst>
                  <a:gd name="T0" fmla="*/ 4 w 12"/>
                  <a:gd name="T1" fmla="*/ 52 h 46"/>
                  <a:gd name="T2" fmla="*/ 12 w 12"/>
                  <a:gd name="T3" fmla="*/ 29 h 46"/>
                  <a:gd name="T4" fmla="*/ 11 w 12"/>
                  <a:gd name="T5" fmla="*/ 0 h 46"/>
                  <a:gd name="T6" fmla="*/ 4 w 12"/>
                  <a:gd name="T7" fmla="*/ 52 h 4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46">
                    <a:moveTo>
                      <a:pt x="4" y="46"/>
                    </a:moveTo>
                    <a:cubicBezTo>
                      <a:pt x="12" y="42"/>
                      <a:pt x="10" y="33"/>
                      <a:pt x="9" y="26"/>
                    </a:cubicBezTo>
                    <a:cubicBezTo>
                      <a:pt x="8" y="18"/>
                      <a:pt x="8" y="9"/>
                      <a:pt x="8" y="0"/>
                    </a:cubicBezTo>
                    <a:cubicBezTo>
                      <a:pt x="0" y="13"/>
                      <a:pt x="10" y="32"/>
                      <a:pt x="4" y="46"/>
                    </a:cubicBezTo>
                  </a:path>
                </a:pathLst>
              </a:custGeom>
              <a:solidFill>
                <a:srgbClr val="8C3F3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508" name="Freeform 558">
                <a:extLst>
                  <a:ext uri="{FF2B5EF4-FFF2-40B4-BE49-F238E27FC236}">
                    <a16:creationId xmlns:a16="http://schemas.microsoft.com/office/drawing/2014/main" id="{6A645F6F-CF45-4B0D-AE85-08820D2247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1" y="1474"/>
                <a:ext cx="26" cy="25"/>
              </a:xfrm>
              <a:custGeom>
                <a:avLst/>
                <a:gdLst>
                  <a:gd name="T0" fmla="*/ 20 w 24"/>
                  <a:gd name="T1" fmla="*/ 27 h 24"/>
                  <a:gd name="T2" fmla="*/ 2 w 24"/>
                  <a:gd name="T3" fmla="*/ 16 h 24"/>
                  <a:gd name="T4" fmla="*/ 30 w 24"/>
                  <a:gd name="T5" fmla="*/ 15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24">
                    <a:moveTo>
                      <a:pt x="16" y="24"/>
                    </a:moveTo>
                    <a:cubicBezTo>
                      <a:pt x="12" y="21"/>
                      <a:pt x="2" y="19"/>
                      <a:pt x="2" y="13"/>
                    </a:cubicBezTo>
                    <a:cubicBezTo>
                      <a:pt x="0" y="0"/>
                      <a:pt x="18" y="10"/>
                      <a:pt x="24" y="12"/>
                    </a:cubicBezTo>
                  </a:path>
                </a:pathLst>
              </a:custGeom>
              <a:noFill/>
              <a:ln w="6350" cap="flat">
                <a:solidFill>
                  <a:srgbClr val="75332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509" name="Freeform 559">
                <a:extLst>
                  <a:ext uri="{FF2B5EF4-FFF2-40B4-BE49-F238E27FC236}">
                    <a16:creationId xmlns:a16="http://schemas.microsoft.com/office/drawing/2014/main" id="{8B426C67-5AAD-4AC5-908E-66073F927F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8" y="1540"/>
                <a:ext cx="16" cy="30"/>
              </a:xfrm>
              <a:custGeom>
                <a:avLst/>
                <a:gdLst>
                  <a:gd name="T0" fmla="*/ 5 w 15"/>
                  <a:gd name="T1" fmla="*/ 0 h 28"/>
                  <a:gd name="T2" fmla="*/ 4 w 15"/>
                  <a:gd name="T3" fmla="*/ 28 h 28"/>
                  <a:gd name="T4" fmla="*/ 18 w 15"/>
                  <a:gd name="T5" fmla="*/ 4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28">
                    <a:moveTo>
                      <a:pt x="5" y="0"/>
                    </a:moveTo>
                    <a:cubicBezTo>
                      <a:pt x="4" y="5"/>
                      <a:pt x="0" y="18"/>
                      <a:pt x="4" y="22"/>
                    </a:cubicBezTo>
                    <a:cubicBezTo>
                      <a:pt x="11" y="28"/>
                      <a:pt x="14" y="8"/>
                      <a:pt x="15" y="4"/>
                    </a:cubicBezTo>
                  </a:path>
                </a:pathLst>
              </a:custGeom>
              <a:noFill/>
              <a:ln w="6350" cap="flat">
                <a:solidFill>
                  <a:srgbClr val="75332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510" name="Freeform 560">
                <a:extLst>
                  <a:ext uri="{FF2B5EF4-FFF2-40B4-BE49-F238E27FC236}">
                    <a16:creationId xmlns:a16="http://schemas.microsoft.com/office/drawing/2014/main" id="{B703C568-9E0F-419D-8440-0B12C141AD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2" y="1616"/>
                <a:ext cx="13" cy="17"/>
              </a:xfrm>
              <a:custGeom>
                <a:avLst/>
                <a:gdLst>
                  <a:gd name="T0" fmla="*/ 0 w 12"/>
                  <a:gd name="T1" fmla="*/ 0 h 16"/>
                  <a:gd name="T2" fmla="*/ 15 w 12"/>
                  <a:gd name="T3" fmla="*/ 19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16">
                    <a:moveTo>
                      <a:pt x="0" y="0"/>
                    </a:moveTo>
                    <a:cubicBezTo>
                      <a:pt x="2" y="6"/>
                      <a:pt x="8" y="11"/>
                      <a:pt x="12" y="16"/>
                    </a:cubicBezTo>
                  </a:path>
                </a:pathLst>
              </a:custGeom>
              <a:noFill/>
              <a:ln w="6350" cap="flat">
                <a:solidFill>
                  <a:srgbClr val="75332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511" name="Freeform 561">
                <a:extLst>
                  <a:ext uri="{FF2B5EF4-FFF2-40B4-BE49-F238E27FC236}">
                    <a16:creationId xmlns:a16="http://schemas.microsoft.com/office/drawing/2014/main" id="{A06B03C9-35AC-44C9-AB11-0B4D774EA7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5" y="1596"/>
                <a:ext cx="8" cy="18"/>
              </a:xfrm>
              <a:custGeom>
                <a:avLst/>
                <a:gdLst>
                  <a:gd name="T0" fmla="*/ 0 w 8"/>
                  <a:gd name="T1" fmla="*/ 0 h 17"/>
                  <a:gd name="T2" fmla="*/ 8 w 8"/>
                  <a:gd name="T3" fmla="*/ 20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17">
                    <a:moveTo>
                      <a:pt x="0" y="0"/>
                    </a:moveTo>
                    <a:cubicBezTo>
                      <a:pt x="4" y="5"/>
                      <a:pt x="6" y="11"/>
                      <a:pt x="8" y="17"/>
                    </a:cubicBezTo>
                  </a:path>
                </a:pathLst>
              </a:custGeom>
              <a:noFill/>
              <a:ln w="6350" cap="flat">
                <a:solidFill>
                  <a:srgbClr val="75332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512" name="Freeform 562">
                <a:extLst>
                  <a:ext uri="{FF2B5EF4-FFF2-40B4-BE49-F238E27FC236}">
                    <a16:creationId xmlns:a16="http://schemas.microsoft.com/office/drawing/2014/main" id="{E2832A37-5F53-4BA8-A3CA-0E9229D5AA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1" y="1820"/>
                <a:ext cx="8" cy="16"/>
              </a:xfrm>
              <a:custGeom>
                <a:avLst/>
                <a:gdLst>
                  <a:gd name="T0" fmla="*/ 2 w 7"/>
                  <a:gd name="T1" fmla="*/ 18 h 15"/>
                  <a:gd name="T2" fmla="*/ 10 w 7"/>
                  <a:gd name="T3" fmla="*/ 0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5">
                    <a:moveTo>
                      <a:pt x="2" y="15"/>
                    </a:moveTo>
                    <a:cubicBezTo>
                      <a:pt x="0" y="11"/>
                      <a:pt x="5" y="4"/>
                      <a:pt x="7" y="0"/>
                    </a:cubicBezTo>
                  </a:path>
                </a:pathLst>
              </a:custGeom>
              <a:noFill/>
              <a:ln w="6350" cap="flat">
                <a:solidFill>
                  <a:srgbClr val="75332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513" name="Freeform 563">
                <a:extLst>
                  <a:ext uri="{FF2B5EF4-FFF2-40B4-BE49-F238E27FC236}">
                    <a16:creationId xmlns:a16="http://schemas.microsoft.com/office/drawing/2014/main" id="{3B8F4DEB-AA61-43B4-8DB2-0B21D2BF24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8" y="1859"/>
                <a:ext cx="16" cy="33"/>
              </a:xfrm>
              <a:custGeom>
                <a:avLst/>
                <a:gdLst>
                  <a:gd name="T0" fmla="*/ 1 w 15"/>
                  <a:gd name="T1" fmla="*/ 26 h 31"/>
                  <a:gd name="T2" fmla="*/ 13 w 15"/>
                  <a:gd name="T3" fmla="*/ 2 h 31"/>
                  <a:gd name="T4" fmla="*/ 16 w 15"/>
                  <a:gd name="T5" fmla="*/ 37 h 3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31">
                    <a:moveTo>
                      <a:pt x="1" y="22"/>
                    </a:moveTo>
                    <a:cubicBezTo>
                      <a:pt x="0" y="18"/>
                      <a:pt x="2" y="0"/>
                      <a:pt x="10" y="2"/>
                    </a:cubicBezTo>
                    <a:cubicBezTo>
                      <a:pt x="15" y="3"/>
                      <a:pt x="13" y="26"/>
                      <a:pt x="13" y="31"/>
                    </a:cubicBezTo>
                  </a:path>
                </a:pathLst>
              </a:custGeom>
              <a:noFill/>
              <a:ln w="6350" cap="flat">
                <a:solidFill>
                  <a:srgbClr val="75332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514" name="Freeform 564">
                <a:extLst>
                  <a:ext uri="{FF2B5EF4-FFF2-40B4-BE49-F238E27FC236}">
                    <a16:creationId xmlns:a16="http://schemas.microsoft.com/office/drawing/2014/main" id="{C592EF2C-CB22-415A-ADAB-DD441EC389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1" y="1908"/>
                <a:ext cx="16" cy="23"/>
              </a:xfrm>
              <a:custGeom>
                <a:avLst/>
                <a:gdLst>
                  <a:gd name="T0" fmla="*/ 18 w 15"/>
                  <a:gd name="T1" fmla="*/ 0 h 21"/>
                  <a:gd name="T2" fmla="*/ 0 w 15"/>
                  <a:gd name="T3" fmla="*/ 27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21">
                    <a:moveTo>
                      <a:pt x="15" y="0"/>
                    </a:moveTo>
                    <a:cubicBezTo>
                      <a:pt x="9" y="4"/>
                      <a:pt x="5" y="15"/>
                      <a:pt x="0" y="21"/>
                    </a:cubicBezTo>
                  </a:path>
                </a:pathLst>
              </a:custGeom>
              <a:noFill/>
              <a:ln w="6350" cap="flat">
                <a:solidFill>
                  <a:srgbClr val="75332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515" name="Freeform 565">
                <a:extLst>
                  <a:ext uri="{FF2B5EF4-FFF2-40B4-BE49-F238E27FC236}">
                    <a16:creationId xmlns:a16="http://schemas.microsoft.com/office/drawing/2014/main" id="{8CBE5F23-FBA5-41F3-90F4-BA504A45A8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4" y="1777"/>
                <a:ext cx="9" cy="24"/>
              </a:xfrm>
              <a:custGeom>
                <a:avLst/>
                <a:gdLst>
                  <a:gd name="T0" fmla="*/ 0 w 8"/>
                  <a:gd name="T1" fmla="*/ 0 h 23"/>
                  <a:gd name="T2" fmla="*/ 11 w 8"/>
                  <a:gd name="T3" fmla="*/ 26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23">
                    <a:moveTo>
                      <a:pt x="0" y="0"/>
                    </a:moveTo>
                    <a:cubicBezTo>
                      <a:pt x="3" y="7"/>
                      <a:pt x="5" y="15"/>
                      <a:pt x="8" y="23"/>
                    </a:cubicBezTo>
                  </a:path>
                </a:pathLst>
              </a:custGeom>
              <a:noFill/>
              <a:ln w="6350" cap="flat">
                <a:solidFill>
                  <a:srgbClr val="75332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516" name="Freeform 566">
                <a:extLst>
                  <a:ext uri="{FF2B5EF4-FFF2-40B4-BE49-F238E27FC236}">
                    <a16:creationId xmlns:a16="http://schemas.microsoft.com/office/drawing/2014/main" id="{27D98EDF-ED84-497D-BD61-90D9741FAD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0" y="1635"/>
                <a:ext cx="17" cy="21"/>
              </a:xfrm>
              <a:custGeom>
                <a:avLst/>
                <a:gdLst>
                  <a:gd name="T0" fmla="*/ 3 w 16"/>
                  <a:gd name="T1" fmla="*/ 15 h 20"/>
                  <a:gd name="T2" fmla="*/ 18 w 16"/>
                  <a:gd name="T3" fmla="*/ 0 h 20"/>
                  <a:gd name="T4" fmla="*/ 4 w 16"/>
                  <a:gd name="T5" fmla="*/ 23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20">
                    <a:moveTo>
                      <a:pt x="3" y="12"/>
                    </a:moveTo>
                    <a:cubicBezTo>
                      <a:pt x="0" y="8"/>
                      <a:pt x="10" y="0"/>
                      <a:pt x="15" y="0"/>
                    </a:cubicBezTo>
                    <a:cubicBezTo>
                      <a:pt x="16" y="7"/>
                      <a:pt x="10" y="16"/>
                      <a:pt x="4" y="20"/>
                    </a:cubicBezTo>
                  </a:path>
                </a:pathLst>
              </a:custGeom>
              <a:noFill/>
              <a:ln w="6350" cap="flat">
                <a:solidFill>
                  <a:srgbClr val="75332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517" name="Freeform 567">
                <a:extLst>
                  <a:ext uri="{FF2B5EF4-FFF2-40B4-BE49-F238E27FC236}">
                    <a16:creationId xmlns:a16="http://schemas.microsoft.com/office/drawing/2014/main" id="{DD304131-77CB-4873-B2C1-AF306C7221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7" y="1701"/>
                <a:ext cx="26" cy="27"/>
              </a:xfrm>
              <a:custGeom>
                <a:avLst/>
                <a:gdLst>
                  <a:gd name="T0" fmla="*/ 9 w 25"/>
                  <a:gd name="T1" fmla="*/ 0 h 26"/>
                  <a:gd name="T2" fmla="*/ 28 w 25"/>
                  <a:gd name="T3" fmla="*/ 19 h 26"/>
                  <a:gd name="T4" fmla="*/ 0 w 25"/>
                  <a:gd name="T5" fmla="*/ 17 h 26"/>
                  <a:gd name="T6" fmla="*/ 20 w 25"/>
                  <a:gd name="T7" fmla="*/ 29 h 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" h="26">
                    <a:moveTo>
                      <a:pt x="9" y="0"/>
                    </a:moveTo>
                    <a:cubicBezTo>
                      <a:pt x="14" y="5"/>
                      <a:pt x="24" y="8"/>
                      <a:pt x="25" y="16"/>
                    </a:cubicBezTo>
                    <a:cubicBezTo>
                      <a:pt x="18" y="18"/>
                      <a:pt x="3" y="8"/>
                      <a:pt x="0" y="14"/>
                    </a:cubicBezTo>
                    <a:cubicBezTo>
                      <a:pt x="5" y="19"/>
                      <a:pt x="13" y="21"/>
                      <a:pt x="17" y="26"/>
                    </a:cubicBezTo>
                  </a:path>
                </a:pathLst>
              </a:custGeom>
              <a:noFill/>
              <a:ln w="6350" cap="flat">
                <a:solidFill>
                  <a:srgbClr val="75332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518" name="Freeform 568">
                <a:extLst>
                  <a:ext uri="{FF2B5EF4-FFF2-40B4-BE49-F238E27FC236}">
                    <a16:creationId xmlns:a16="http://schemas.microsoft.com/office/drawing/2014/main" id="{73151D38-07FB-4C1A-8F72-2CD9AEFC31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8" y="1268"/>
                <a:ext cx="13" cy="17"/>
              </a:xfrm>
              <a:custGeom>
                <a:avLst/>
                <a:gdLst>
                  <a:gd name="T0" fmla="*/ 5 w 13"/>
                  <a:gd name="T1" fmla="*/ 19 h 16"/>
                  <a:gd name="T2" fmla="*/ 8 w 13"/>
                  <a:gd name="T3" fmla="*/ 1 h 16"/>
                  <a:gd name="T4" fmla="*/ 0 w 13"/>
                  <a:gd name="T5" fmla="*/ 18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6">
                    <a:moveTo>
                      <a:pt x="5" y="16"/>
                    </a:moveTo>
                    <a:cubicBezTo>
                      <a:pt x="7" y="14"/>
                      <a:pt x="13" y="2"/>
                      <a:pt x="8" y="1"/>
                    </a:cubicBezTo>
                    <a:cubicBezTo>
                      <a:pt x="3" y="0"/>
                      <a:pt x="1" y="13"/>
                      <a:pt x="0" y="15"/>
                    </a:cubicBezTo>
                  </a:path>
                </a:pathLst>
              </a:custGeom>
              <a:noFill/>
              <a:ln w="6350" cap="flat">
                <a:solidFill>
                  <a:srgbClr val="75332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519" name="Freeform 569">
                <a:extLst>
                  <a:ext uri="{FF2B5EF4-FFF2-40B4-BE49-F238E27FC236}">
                    <a16:creationId xmlns:a16="http://schemas.microsoft.com/office/drawing/2014/main" id="{75D148B5-C866-4F87-A7B2-074AFDB800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6" y="1218"/>
                <a:ext cx="8" cy="11"/>
              </a:xfrm>
              <a:custGeom>
                <a:avLst/>
                <a:gdLst>
                  <a:gd name="T0" fmla="*/ 0 w 7"/>
                  <a:gd name="T1" fmla="*/ 13 h 10"/>
                  <a:gd name="T2" fmla="*/ 10 w 7"/>
                  <a:gd name="T3" fmla="*/ 0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0">
                    <a:moveTo>
                      <a:pt x="0" y="10"/>
                    </a:moveTo>
                    <a:cubicBezTo>
                      <a:pt x="2" y="7"/>
                      <a:pt x="6" y="4"/>
                      <a:pt x="7" y="0"/>
                    </a:cubicBezTo>
                  </a:path>
                </a:pathLst>
              </a:custGeom>
              <a:noFill/>
              <a:ln w="6350" cap="flat">
                <a:solidFill>
                  <a:srgbClr val="75332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520" name="Freeform 570">
                <a:extLst>
                  <a:ext uri="{FF2B5EF4-FFF2-40B4-BE49-F238E27FC236}">
                    <a16:creationId xmlns:a16="http://schemas.microsoft.com/office/drawing/2014/main" id="{AB48F32A-9FEA-4745-9A12-7EF6057933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7" y="1217"/>
                <a:ext cx="165" cy="81"/>
              </a:xfrm>
              <a:custGeom>
                <a:avLst/>
                <a:gdLst>
                  <a:gd name="T0" fmla="*/ 0 w 157"/>
                  <a:gd name="T1" fmla="*/ 0 h 77"/>
                  <a:gd name="T2" fmla="*/ 44 w 157"/>
                  <a:gd name="T3" fmla="*/ 36 h 77"/>
                  <a:gd name="T4" fmla="*/ 86 w 157"/>
                  <a:gd name="T5" fmla="*/ 59 h 77"/>
                  <a:gd name="T6" fmla="*/ 135 w 157"/>
                  <a:gd name="T7" fmla="*/ 68 h 77"/>
                  <a:gd name="T8" fmla="*/ 182 w 157"/>
                  <a:gd name="T9" fmla="*/ 89 h 77"/>
                  <a:gd name="T10" fmla="*/ 158 w 157"/>
                  <a:gd name="T11" fmla="*/ 81 h 77"/>
                  <a:gd name="T12" fmla="*/ 126 w 157"/>
                  <a:gd name="T13" fmla="*/ 74 h 77"/>
                  <a:gd name="T14" fmla="*/ 61 w 157"/>
                  <a:gd name="T15" fmla="*/ 72 h 77"/>
                  <a:gd name="T16" fmla="*/ 16 w 157"/>
                  <a:gd name="T17" fmla="*/ 36 h 77"/>
                  <a:gd name="T18" fmla="*/ 2 w 157"/>
                  <a:gd name="T19" fmla="*/ 4 h 77"/>
                  <a:gd name="T20" fmla="*/ 0 w 157"/>
                  <a:gd name="T21" fmla="*/ 3 h 7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57" h="77">
                    <a:moveTo>
                      <a:pt x="0" y="0"/>
                    </a:moveTo>
                    <a:cubicBezTo>
                      <a:pt x="9" y="14"/>
                      <a:pt x="23" y="23"/>
                      <a:pt x="38" y="30"/>
                    </a:cubicBezTo>
                    <a:cubicBezTo>
                      <a:pt x="50" y="36"/>
                      <a:pt x="62" y="44"/>
                      <a:pt x="74" y="50"/>
                    </a:cubicBezTo>
                    <a:cubicBezTo>
                      <a:pt x="88" y="57"/>
                      <a:pt x="101" y="58"/>
                      <a:pt x="116" y="59"/>
                    </a:cubicBezTo>
                    <a:cubicBezTo>
                      <a:pt x="134" y="60"/>
                      <a:pt x="143" y="66"/>
                      <a:pt x="157" y="77"/>
                    </a:cubicBezTo>
                    <a:cubicBezTo>
                      <a:pt x="150" y="74"/>
                      <a:pt x="144" y="70"/>
                      <a:pt x="136" y="69"/>
                    </a:cubicBezTo>
                    <a:cubicBezTo>
                      <a:pt x="127" y="68"/>
                      <a:pt x="117" y="65"/>
                      <a:pt x="108" y="64"/>
                    </a:cubicBezTo>
                    <a:cubicBezTo>
                      <a:pt x="89" y="62"/>
                      <a:pt x="72" y="71"/>
                      <a:pt x="52" y="62"/>
                    </a:cubicBezTo>
                    <a:cubicBezTo>
                      <a:pt x="37" y="55"/>
                      <a:pt x="25" y="42"/>
                      <a:pt x="13" y="30"/>
                    </a:cubicBezTo>
                    <a:cubicBezTo>
                      <a:pt x="7" y="23"/>
                      <a:pt x="2" y="13"/>
                      <a:pt x="2" y="4"/>
                    </a:cubicBezTo>
                    <a:cubicBezTo>
                      <a:pt x="1" y="4"/>
                      <a:pt x="1" y="3"/>
                      <a:pt x="0" y="3"/>
                    </a:cubicBezTo>
                  </a:path>
                </a:pathLst>
              </a:custGeom>
              <a:solidFill>
                <a:srgbClr val="6C2D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521" name="Freeform 571">
                <a:extLst>
                  <a:ext uri="{FF2B5EF4-FFF2-40B4-BE49-F238E27FC236}">
                    <a16:creationId xmlns:a16="http://schemas.microsoft.com/office/drawing/2014/main" id="{FABB3D17-7821-414C-9660-363A315194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5" y="2181"/>
                <a:ext cx="15" cy="29"/>
              </a:xfrm>
              <a:custGeom>
                <a:avLst/>
                <a:gdLst>
                  <a:gd name="T0" fmla="*/ 4 w 14"/>
                  <a:gd name="T1" fmla="*/ 26 h 28"/>
                  <a:gd name="T2" fmla="*/ 3 w 14"/>
                  <a:gd name="T3" fmla="*/ 5 h 28"/>
                  <a:gd name="T4" fmla="*/ 17 w 14"/>
                  <a:gd name="T5" fmla="*/ 31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28">
                    <a:moveTo>
                      <a:pt x="4" y="23"/>
                    </a:moveTo>
                    <a:cubicBezTo>
                      <a:pt x="3" y="19"/>
                      <a:pt x="0" y="7"/>
                      <a:pt x="3" y="5"/>
                    </a:cubicBezTo>
                    <a:cubicBezTo>
                      <a:pt x="10" y="0"/>
                      <a:pt x="13" y="23"/>
                      <a:pt x="14" y="28"/>
                    </a:cubicBezTo>
                  </a:path>
                </a:pathLst>
              </a:custGeom>
              <a:noFill/>
              <a:ln w="6350" cap="flat">
                <a:solidFill>
                  <a:srgbClr val="75332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522" name="Freeform 572">
                <a:extLst>
                  <a:ext uri="{FF2B5EF4-FFF2-40B4-BE49-F238E27FC236}">
                    <a16:creationId xmlns:a16="http://schemas.microsoft.com/office/drawing/2014/main" id="{6CA6B477-C98F-446C-80E6-3EB6D1779B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0" y="2179"/>
                <a:ext cx="8" cy="17"/>
              </a:xfrm>
              <a:custGeom>
                <a:avLst/>
                <a:gdLst>
                  <a:gd name="T0" fmla="*/ 0 w 7"/>
                  <a:gd name="T1" fmla="*/ 0 h 16"/>
                  <a:gd name="T2" fmla="*/ 10 w 7"/>
                  <a:gd name="T3" fmla="*/ 19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6">
                    <a:moveTo>
                      <a:pt x="0" y="0"/>
                    </a:moveTo>
                    <a:cubicBezTo>
                      <a:pt x="1" y="6"/>
                      <a:pt x="4" y="11"/>
                      <a:pt x="7" y="16"/>
                    </a:cubicBezTo>
                  </a:path>
                </a:pathLst>
              </a:custGeom>
              <a:noFill/>
              <a:ln w="6350" cap="flat">
                <a:solidFill>
                  <a:srgbClr val="75332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523" name="Freeform 573">
                <a:extLst>
                  <a:ext uri="{FF2B5EF4-FFF2-40B4-BE49-F238E27FC236}">
                    <a16:creationId xmlns:a16="http://schemas.microsoft.com/office/drawing/2014/main" id="{CB214D38-9532-45E5-B7CF-06867CF7EA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3" y="2346"/>
                <a:ext cx="7" cy="17"/>
              </a:xfrm>
              <a:custGeom>
                <a:avLst/>
                <a:gdLst>
                  <a:gd name="T0" fmla="*/ 0 w 7"/>
                  <a:gd name="T1" fmla="*/ 19 h 16"/>
                  <a:gd name="T2" fmla="*/ 7 w 7"/>
                  <a:gd name="T3" fmla="*/ 0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6">
                    <a:moveTo>
                      <a:pt x="0" y="16"/>
                    </a:moveTo>
                    <a:cubicBezTo>
                      <a:pt x="1" y="11"/>
                      <a:pt x="4" y="4"/>
                      <a:pt x="7" y="0"/>
                    </a:cubicBezTo>
                  </a:path>
                </a:pathLst>
              </a:custGeom>
              <a:noFill/>
              <a:ln w="6350" cap="flat">
                <a:solidFill>
                  <a:srgbClr val="75332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524" name="Freeform 574">
                <a:extLst>
                  <a:ext uri="{FF2B5EF4-FFF2-40B4-BE49-F238E27FC236}">
                    <a16:creationId xmlns:a16="http://schemas.microsoft.com/office/drawing/2014/main" id="{A06AB62D-6AF0-4717-82A1-68CFC3F5F9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8" y="2365"/>
                <a:ext cx="13" cy="22"/>
              </a:xfrm>
              <a:custGeom>
                <a:avLst/>
                <a:gdLst>
                  <a:gd name="T0" fmla="*/ 0 w 12"/>
                  <a:gd name="T1" fmla="*/ 26 h 20"/>
                  <a:gd name="T2" fmla="*/ 15 w 12"/>
                  <a:gd name="T3" fmla="*/ 0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20">
                    <a:moveTo>
                      <a:pt x="0" y="20"/>
                    </a:moveTo>
                    <a:cubicBezTo>
                      <a:pt x="0" y="13"/>
                      <a:pt x="7" y="4"/>
                      <a:pt x="12" y="0"/>
                    </a:cubicBezTo>
                  </a:path>
                </a:pathLst>
              </a:custGeom>
              <a:noFill/>
              <a:ln w="6350" cap="flat">
                <a:solidFill>
                  <a:srgbClr val="75332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525" name="Freeform 575">
                <a:extLst>
                  <a:ext uri="{FF2B5EF4-FFF2-40B4-BE49-F238E27FC236}">
                    <a16:creationId xmlns:a16="http://schemas.microsoft.com/office/drawing/2014/main" id="{D06E7FDD-0265-4EF6-806A-93260107A4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0" y="2184"/>
                <a:ext cx="25" cy="34"/>
              </a:xfrm>
              <a:custGeom>
                <a:avLst/>
                <a:gdLst>
                  <a:gd name="T0" fmla="*/ 0 w 24"/>
                  <a:gd name="T1" fmla="*/ 17 h 32"/>
                  <a:gd name="T2" fmla="*/ 7 w 24"/>
                  <a:gd name="T3" fmla="*/ 3 h 32"/>
                  <a:gd name="T4" fmla="*/ 17 w 24"/>
                  <a:gd name="T5" fmla="*/ 14 h 32"/>
                  <a:gd name="T6" fmla="*/ 6 w 24"/>
                  <a:gd name="T7" fmla="*/ 32 h 32"/>
                  <a:gd name="T8" fmla="*/ 27 w 24"/>
                  <a:gd name="T9" fmla="*/ 30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32">
                    <a:moveTo>
                      <a:pt x="0" y="14"/>
                    </a:moveTo>
                    <a:cubicBezTo>
                      <a:pt x="1" y="12"/>
                      <a:pt x="5" y="4"/>
                      <a:pt x="7" y="3"/>
                    </a:cubicBezTo>
                    <a:cubicBezTo>
                      <a:pt x="14" y="0"/>
                      <a:pt x="16" y="6"/>
                      <a:pt x="14" y="11"/>
                    </a:cubicBezTo>
                    <a:cubicBezTo>
                      <a:pt x="13" y="16"/>
                      <a:pt x="3" y="20"/>
                      <a:pt x="6" y="26"/>
                    </a:cubicBezTo>
                    <a:cubicBezTo>
                      <a:pt x="9" y="32"/>
                      <a:pt x="19" y="24"/>
                      <a:pt x="24" y="24"/>
                    </a:cubicBezTo>
                  </a:path>
                </a:pathLst>
              </a:custGeom>
              <a:noFill/>
              <a:ln w="6350" cap="flat">
                <a:solidFill>
                  <a:srgbClr val="75332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526" name="Freeform 576">
                <a:extLst>
                  <a:ext uri="{FF2B5EF4-FFF2-40B4-BE49-F238E27FC236}">
                    <a16:creationId xmlns:a16="http://schemas.microsoft.com/office/drawing/2014/main" id="{0E8DDF75-199D-49CD-82E1-109B4DC281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0" y="2478"/>
                <a:ext cx="26" cy="28"/>
              </a:xfrm>
              <a:custGeom>
                <a:avLst/>
                <a:gdLst>
                  <a:gd name="T0" fmla="*/ 0 w 25"/>
                  <a:gd name="T1" fmla="*/ 14 h 26"/>
                  <a:gd name="T2" fmla="*/ 21 w 25"/>
                  <a:gd name="T3" fmla="*/ 26 h 26"/>
                  <a:gd name="T4" fmla="*/ 7 w 25"/>
                  <a:gd name="T5" fmla="*/ 0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26">
                    <a:moveTo>
                      <a:pt x="0" y="11"/>
                    </a:moveTo>
                    <a:cubicBezTo>
                      <a:pt x="3" y="15"/>
                      <a:pt x="12" y="26"/>
                      <a:pt x="18" y="20"/>
                    </a:cubicBezTo>
                    <a:cubicBezTo>
                      <a:pt x="25" y="14"/>
                      <a:pt x="13" y="1"/>
                      <a:pt x="7" y="0"/>
                    </a:cubicBezTo>
                  </a:path>
                </a:pathLst>
              </a:custGeom>
              <a:noFill/>
              <a:ln w="6350" cap="flat">
                <a:solidFill>
                  <a:srgbClr val="75332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527" name="Freeform 577">
                <a:extLst>
                  <a:ext uri="{FF2B5EF4-FFF2-40B4-BE49-F238E27FC236}">
                    <a16:creationId xmlns:a16="http://schemas.microsoft.com/office/drawing/2014/main" id="{A04FB158-1768-4C5D-920F-91EE4E6F35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6" y="1980"/>
                <a:ext cx="17" cy="20"/>
              </a:xfrm>
              <a:custGeom>
                <a:avLst/>
                <a:gdLst>
                  <a:gd name="T0" fmla="*/ 5 w 16"/>
                  <a:gd name="T1" fmla="*/ 0 h 19"/>
                  <a:gd name="T2" fmla="*/ 4 w 16"/>
                  <a:gd name="T3" fmla="*/ 18 h 19"/>
                  <a:gd name="T4" fmla="*/ 19 w 16"/>
                  <a:gd name="T5" fmla="*/ 2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19">
                    <a:moveTo>
                      <a:pt x="5" y="0"/>
                    </a:moveTo>
                    <a:cubicBezTo>
                      <a:pt x="3" y="3"/>
                      <a:pt x="0" y="12"/>
                      <a:pt x="4" y="15"/>
                    </a:cubicBezTo>
                    <a:cubicBezTo>
                      <a:pt x="10" y="19"/>
                      <a:pt x="14" y="6"/>
                      <a:pt x="16" y="2"/>
                    </a:cubicBezTo>
                  </a:path>
                </a:pathLst>
              </a:custGeom>
              <a:noFill/>
              <a:ln w="6350" cap="flat">
                <a:solidFill>
                  <a:srgbClr val="75332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528" name="Freeform 578">
                <a:extLst>
                  <a:ext uri="{FF2B5EF4-FFF2-40B4-BE49-F238E27FC236}">
                    <a16:creationId xmlns:a16="http://schemas.microsoft.com/office/drawing/2014/main" id="{44199CBE-AEE2-4B64-BC64-CE89047C53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6" y="2002"/>
                <a:ext cx="8" cy="27"/>
              </a:xfrm>
              <a:custGeom>
                <a:avLst/>
                <a:gdLst>
                  <a:gd name="T0" fmla="*/ 10 w 7"/>
                  <a:gd name="T1" fmla="*/ 0 h 25"/>
                  <a:gd name="T2" fmla="*/ 0 w 7"/>
                  <a:gd name="T3" fmla="*/ 31 h 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25">
                    <a:moveTo>
                      <a:pt x="7" y="0"/>
                    </a:moveTo>
                    <a:cubicBezTo>
                      <a:pt x="7" y="8"/>
                      <a:pt x="4" y="17"/>
                      <a:pt x="0" y="25"/>
                    </a:cubicBezTo>
                  </a:path>
                </a:pathLst>
              </a:custGeom>
              <a:noFill/>
              <a:ln w="6350" cap="flat">
                <a:solidFill>
                  <a:srgbClr val="75332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529" name="Freeform 579">
                <a:extLst>
                  <a:ext uri="{FF2B5EF4-FFF2-40B4-BE49-F238E27FC236}">
                    <a16:creationId xmlns:a16="http://schemas.microsoft.com/office/drawing/2014/main" id="{52FAD7FF-7AB5-442B-820F-53B8758B86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3" y="1978"/>
                <a:ext cx="29" cy="32"/>
              </a:xfrm>
              <a:custGeom>
                <a:avLst/>
                <a:gdLst>
                  <a:gd name="T0" fmla="*/ 13 w 28"/>
                  <a:gd name="T1" fmla="*/ 0 h 30"/>
                  <a:gd name="T2" fmla="*/ 21 w 28"/>
                  <a:gd name="T3" fmla="*/ 25 h 30"/>
                  <a:gd name="T4" fmla="*/ 3 w 28"/>
                  <a:gd name="T5" fmla="*/ 7 h 30"/>
                  <a:gd name="T6" fmla="*/ 8 w 28"/>
                  <a:gd name="T7" fmla="*/ 36 h 3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" h="30">
                    <a:moveTo>
                      <a:pt x="13" y="0"/>
                    </a:moveTo>
                    <a:cubicBezTo>
                      <a:pt x="16" y="3"/>
                      <a:pt x="28" y="20"/>
                      <a:pt x="18" y="21"/>
                    </a:cubicBezTo>
                    <a:cubicBezTo>
                      <a:pt x="11" y="21"/>
                      <a:pt x="11" y="8"/>
                      <a:pt x="3" y="7"/>
                    </a:cubicBezTo>
                    <a:cubicBezTo>
                      <a:pt x="0" y="14"/>
                      <a:pt x="5" y="23"/>
                      <a:pt x="8" y="30"/>
                    </a:cubicBezTo>
                  </a:path>
                </a:pathLst>
              </a:custGeom>
              <a:noFill/>
              <a:ln w="6350" cap="flat">
                <a:solidFill>
                  <a:srgbClr val="75332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530" name="Freeform 580">
                <a:extLst>
                  <a:ext uri="{FF2B5EF4-FFF2-40B4-BE49-F238E27FC236}">
                    <a16:creationId xmlns:a16="http://schemas.microsoft.com/office/drawing/2014/main" id="{67562E2F-0F1A-4355-874D-89E49973BD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2" y="2297"/>
                <a:ext cx="18" cy="6"/>
              </a:xfrm>
              <a:custGeom>
                <a:avLst/>
                <a:gdLst>
                  <a:gd name="T0" fmla="*/ 0 w 17"/>
                  <a:gd name="T1" fmla="*/ 6 h 6"/>
                  <a:gd name="T2" fmla="*/ 20 w 17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6">
                    <a:moveTo>
                      <a:pt x="0" y="6"/>
                    </a:moveTo>
                    <a:cubicBezTo>
                      <a:pt x="6" y="3"/>
                      <a:pt x="10" y="1"/>
                      <a:pt x="17" y="0"/>
                    </a:cubicBezTo>
                  </a:path>
                </a:pathLst>
              </a:custGeom>
              <a:noFill/>
              <a:ln w="6350" cap="flat">
                <a:solidFill>
                  <a:srgbClr val="75332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531" name="Freeform 581">
                <a:extLst>
                  <a:ext uri="{FF2B5EF4-FFF2-40B4-BE49-F238E27FC236}">
                    <a16:creationId xmlns:a16="http://schemas.microsoft.com/office/drawing/2014/main" id="{2A73D850-9F07-4112-9F85-B95F9AC567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8" y="2336"/>
                <a:ext cx="19" cy="31"/>
              </a:xfrm>
              <a:custGeom>
                <a:avLst/>
                <a:gdLst>
                  <a:gd name="T0" fmla="*/ 3 w 18"/>
                  <a:gd name="T1" fmla="*/ 24 h 29"/>
                  <a:gd name="T2" fmla="*/ 6 w 18"/>
                  <a:gd name="T3" fmla="*/ 3 h 29"/>
                  <a:gd name="T4" fmla="*/ 21 w 18"/>
                  <a:gd name="T5" fmla="*/ 35 h 2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29">
                    <a:moveTo>
                      <a:pt x="3" y="20"/>
                    </a:moveTo>
                    <a:cubicBezTo>
                      <a:pt x="1" y="16"/>
                      <a:pt x="0" y="5"/>
                      <a:pt x="6" y="3"/>
                    </a:cubicBezTo>
                    <a:cubicBezTo>
                      <a:pt x="17" y="0"/>
                      <a:pt x="16" y="25"/>
                      <a:pt x="18" y="29"/>
                    </a:cubicBezTo>
                  </a:path>
                </a:pathLst>
              </a:custGeom>
              <a:noFill/>
              <a:ln w="6350" cap="flat">
                <a:solidFill>
                  <a:srgbClr val="75332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532" name="Freeform 582">
                <a:extLst>
                  <a:ext uri="{FF2B5EF4-FFF2-40B4-BE49-F238E27FC236}">
                    <a16:creationId xmlns:a16="http://schemas.microsoft.com/office/drawing/2014/main" id="{F2EB1BE1-301C-4FB1-B9A4-07AF648764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1" y="2338"/>
                <a:ext cx="4" cy="21"/>
              </a:xfrm>
              <a:custGeom>
                <a:avLst/>
                <a:gdLst>
                  <a:gd name="T0" fmla="*/ 0 w 4"/>
                  <a:gd name="T1" fmla="*/ 0 h 20"/>
                  <a:gd name="T2" fmla="*/ 4 w 4"/>
                  <a:gd name="T3" fmla="*/ 23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0">
                    <a:moveTo>
                      <a:pt x="0" y="0"/>
                    </a:moveTo>
                    <a:cubicBezTo>
                      <a:pt x="3" y="6"/>
                      <a:pt x="2" y="14"/>
                      <a:pt x="4" y="20"/>
                    </a:cubicBezTo>
                  </a:path>
                </a:pathLst>
              </a:custGeom>
              <a:noFill/>
              <a:ln w="6350" cap="flat">
                <a:solidFill>
                  <a:srgbClr val="75332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533" name="Freeform 583">
                <a:extLst>
                  <a:ext uri="{FF2B5EF4-FFF2-40B4-BE49-F238E27FC236}">
                    <a16:creationId xmlns:a16="http://schemas.microsoft.com/office/drawing/2014/main" id="{96A424FA-05FD-4269-9DF2-0AF00A8272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9" y="2367"/>
                <a:ext cx="34" cy="34"/>
              </a:xfrm>
              <a:custGeom>
                <a:avLst/>
                <a:gdLst>
                  <a:gd name="T0" fmla="*/ 31 w 32"/>
                  <a:gd name="T1" fmla="*/ 2 h 33"/>
                  <a:gd name="T2" fmla="*/ 20 w 32"/>
                  <a:gd name="T3" fmla="*/ 21 h 33"/>
                  <a:gd name="T4" fmla="*/ 37 w 32"/>
                  <a:gd name="T5" fmla="*/ 22 h 33"/>
                  <a:gd name="T6" fmla="*/ 19 w 32"/>
                  <a:gd name="T7" fmla="*/ 36 h 3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2" h="33">
                    <a:moveTo>
                      <a:pt x="25" y="2"/>
                    </a:moveTo>
                    <a:cubicBezTo>
                      <a:pt x="11" y="0"/>
                      <a:pt x="0" y="19"/>
                      <a:pt x="17" y="18"/>
                    </a:cubicBezTo>
                    <a:cubicBezTo>
                      <a:pt x="22" y="18"/>
                      <a:pt x="29" y="10"/>
                      <a:pt x="31" y="19"/>
                    </a:cubicBezTo>
                    <a:cubicBezTo>
                      <a:pt x="32" y="25"/>
                      <a:pt x="20" y="31"/>
                      <a:pt x="16" y="33"/>
                    </a:cubicBezTo>
                  </a:path>
                </a:pathLst>
              </a:custGeom>
              <a:noFill/>
              <a:ln w="6350" cap="flat">
                <a:solidFill>
                  <a:srgbClr val="75332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534" name="Freeform 584">
                <a:extLst>
                  <a:ext uri="{FF2B5EF4-FFF2-40B4-BE49-F238E27FC236}">
                    <a16:creationId xmlns:a16="http://schemas.microsoft.com/office/drawing/2014/main" id="{6D349B60-E44C-4AD4-898D-6863338FFC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9" y="2470"/>
                <a:ext cx="17" cy="37"/>
              </a:xfrm>
              <a:custGeom>
                <a:avLst/>
                <a:gdLst>
                  <a:gd name="T0" fmla="*/ 19 w 16"/>
                  <a:gd name="T1" fmla="*/ 0 h 35"/>
                  <a:gd name="T2" fmla="*/ 0 w 16"/>
                  <a:gd name="T3" fmla="*/ 41 h 3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35">
                    <a:moveTo>
                      <a:pt x="16" y="0"/>
                    </a:moveTo>
                    <a:cubicBezTo>
                      <a:pt x="11" y="11"/>
                      <a:pt x="7" y="25"/>
                      <a:pt x="0" y="35"/>
                    </a:cubicBezTo>
                  </a:path>
                </a:pathLst>
              </a:custGeom>
              <a:noFill/>
              <a:ln w="6350" cap="flat">
                <a:solidFill>
                  <a:srgbClr val="75332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535" name="Freeform 585">
                <a:extLst>
                  <a:ext uri="{FF2B5EF4-FFF2-40B4-BE49-F238E27FC236}">
                    <a16:creationId xmlns:a16="http://schemas.microsoft.com/office/drawing/2014/main" id="{CC03C690-C61E-49E8-963B-E88547CF08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3" y="2524"/>
                <a:ext cx="10" cy="19"/>
              </a:xfrm>
              <a:custGeom>
                <a:avLst/>
                <a:gdLst>
                  <a:gd name="T0" fmla="*/ 10 w 10"/>
                  <a:gd name="T1" fmla="*/ 0 h 18"/>
                  <a:gd name="T2" fmla="*/ 0 w 10"/>
                  <a:gd name="T3" fmla="*/ 21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18">
                    <a:moveTo>
                      <a:pt x="10" y="0"/>
                    </a:moveTo>
                    <a:cubicBezTo>
                      <a:pt x="1" y="1"/>
                      <a:pt x="0" y="10"/>
                      <a:pt x="0" y="18"/>
                    </a:cubicBezTo>
                  </a:path>
                </a:pathLst>
              </a:custGeom>
              <a:noFill/>
              <a:ln w="6350" cap="flat">
                <a:solidFill>
                  <a:srgbClr val="75332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536" name="Freeform 586">
                <a:extLst>
                  <a:ext uri="{FF2B5EF4-FFF2-40B4-BE49-F238E27FC236}">
                    <a16:creationId xmlns:a16="http://schemas.microsoft.com/office/drawing/2014/main" id="{957E7F6C-BBDB-454A-9066-3A60C1117F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7" y="2510"/>
                <a:ext cx="5" cy="13"/>
              </a:xfrm>
              <a:custGeom>
                <a:avLst/>
                <a:gdLst>
                  <a:gd name="T0" fmla="*/ 0 w 5"/>
                  <a:gd name="T1" fmla="*/ 0 h 12"/>
                  <a:gd name="T2" fmla="*/ 5 w 5"/>
                  <a:gd name="T3" fmla="*/ 15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2">
                    <a:moveTo>
                      <a:pt x="0" y="0"/>
                    </a:moveTo>
                    <a:cubicBezTo>
                      <a:pt x="1" y="4"/>
                      <a:pt x="3" y="8"/>
                      <a:pt x="5" y="12"/>
                    </a:cubicBezTo>
                  </a:path>
                </a:pathLst>
              </a:custGeom>
              <a:noFill/>
              <a:ln w="6350" cap="flat">
                <a:solidFill>
                  <a:srgbClr val="75332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537" name="Freeform 587">
                <a:extLst>
                  <a:ext uri="{FF2B5EF4-FFF2-40B4-BE49-F238E27FC236}">
                    <a16:creationId xmlns:a16="http://schemas.microsoft.com/office/drawing/2014/main" id="{92535A1B-AC2D-4647-B2AA-DAEAAAA8BB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9" y="2753"/>
                <a:ext cx="23" cy="27"/>
              </a:xfrm>
              <a:custGeom>
                <a:avLst/>
                <a:gdLst>
                  <a:gd name="T0" fmla="*/ 18 w 22"/>
                  <a:gd name="T1" fmla="*/ 0 h 26"/>
                  <a:gd name="T2" fmla="*/ 25 w 22"/>
                  <a:gd name="T3" fmla="*/ 5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26">
                    <a:moveTo>
                      <a:pt x="15" y="0"/>
                    </a:moveTo>
                    <a:cubicBezTo>
                      <a:pt x="0" y="7"/>
                      <a:pt x="17" y="26"/>
                      <a:pt x="22" y="5"/>
                    </a:cubicBezTo>
                  </a:path>
                </a:pathLst>
              </a:custGeom>
              <a:noFill/>
              <a:ln w="6350" cap="flat">
                <a:solidFill>
                  <a:srgbClr val="75332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538" name="Freeform 588">
                <a:extLst>
                  <a:ext uri="{FF2B5EF4-FFF2-40B4-BE49-F238E27FC236}">
                    <a16:creationId xmlns:a16="http://schemas.microsoft.com/office/drawing/2014/main" id="{105F3D87-2D43-4DCD-91DF-D37E29D669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7" y="2750"/>
                <a:ext cx="24" cy="23"/>
              </a:xfrm>
              <a:custGeom>
                <a:avLst/>
                <a:gdLst>
                  <a:gd name="T0" fmla="*/ 10 w 23"/>
                  <a:gd name="T1" fmla="*/ 25 h 22"/>
                  <a:gd name="T2" fmla="*/ 4 w 23"/>
                  <a:gd name="T3" fmla="*/ 5 h 22"/>
                  <a:gd name="T4" fmla="*/ 25 w 23"/>
                  <a:gd name="T5" fmla="*/ 25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22">
                    <a:moveTo>
                      <a:pt x="10" y="22"/>
                    </a:moveTo>
                    <a:cubicBezTo>
                      <a:pt x="6" y="20"/>
                      <a:pt x="0" y="9"/>
                      <a:pt x="4" y="5"/>
                    </a:cubicBezTo>
                    <a:cubicBezTo>
                      <a:pt x="10" y="0"/>
                      <a:pt x="23" y="18"/>
                      <a:pt x="22" y="22"/>
                    </a:cubicBezTo>
                  </a:path>
                </a:pathLst>
              </a:custGeom>
              <a:noFill/>
              <a:ln w="6350" cap="flat">
                <a:solidFill>
                  <a:srgbClr val="75332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539" name="Freeform 589">
                <a:extLst>
                  <a:ext uri="{FF2B5EF4-FFF2-40B4-BE49-F238E27FC236}">
                    <a16:creationId xmlns:a16="http://schemas.microsoft.com/office/drawing/2014/main" id="{D49CC77E-BCF2-4C33-82D7-FE4F90DC2E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7" y="3064"/>
                <a:ext cx="25" cy="41"/>
              </a:xfrm>
              <a:custGeom>
                <a:avLst/>
                <a:gdLst>
                  <a:gd name="T0" fmla="*/ 7 w 24"/>
                  <a:gd name="T1" fmla="*/ 4 h 39"/>
                  <a:gd name="T2" fmla="*/ 0 w 24"/>
                  <a:gd name="T3" fmla="*/ 21 h 39"/>
                  <a:gd name="T4" fmla="*/ 11 w 24"/>
                  <a:gd name="T5" fmla="*/ 20 h 39"/>
                  <a:gd name="T6" fmla="*/ 24 w 24"/>
                  <a:gd name="T7" fmla="*/ 45 h 3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" h="39">
                    <a:moveTo>
                      <a:pt x="7" y="4"/>
                    </a:moveTo>
                    <a:cubicBezTo>
                      <a:pt x="3" y="7"/>
                      <a:pt x="0" y="13"/>
                      <a:pt x="0" y="18"/>
                    </a:cubicBezTo>
                    <a:cubicBezTo>
                      <a:pt x="2" y="32"/>
                      <a:pt x="7" y="22"/>
                      <a:pt x="11" y="17"/>
                    </a:cubicBezTo>
                    <a:cubicBezTo>
                      <a:pt x="24" y="0"/>
                      <a:pt x="24" y="30"/>
                      <a:pt x="21" y="39"/>
                    </a:cubicBezTo>
                  </a:path>
                </a:pathLst>
              </a:custGeom>
              <a:noFill/>
              <a:ln w="6350" cap="flat">
                <a:solidFill>
                  <a:srgbClr val="75332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540" name="Freeform 590">
                <a:extLst>
                  <a:ext uri="{FF2B5EF4-FFF2-40B4-BE49-F238E27FC236}">
                    <a16:creationId xmlns:a16="http://schemas.microsoft.com/office/drawing/2014/main" id="{67099AF2-0D02-47AE-92B6-364EAC00B3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7" y="3081"/>
                <a:ext cx="7" cy="28"/>
              </a:xfrm>
              <a:custGeom>
                <a:avLst/>
                <a:gdLst>
                  <a:gd name="T0" fmla="*/ 0 w 7"/>
                  <a:gd name="T1" fmla="*/ 0 h 26"/>
                  <a:gd name="T2" fmla="*/ 7 w 7"/>
                  <a:gd name="T3" fmla="*/ 32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26">
                    <a:moveTo>
                      <a:pt x="0" y="0"/>
                    </a:moveTo>
                    <a:cubicBezTo>
                      <a:pt x="4" y="8"/>
                      <a:pt x="7" y="17"/>
                      <a:pt x="7" y="26"/>
                    </a:cubicBezTo>
                  </a:path>
                </a:pathLst>
              </a:custGeom>
              <a:noFill/>
              <a:ln w="6350" cap="flat">
                <a:solidFill>
                  <a:srgbClr val="75332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541" name="Freeform 591">
                <a:extLst>
                  <a:ext uri="{FF2B5EF4-FFF2-40B4-BE49-F238E27FC236}">
                    <a16:creationId xmlns:a16="http://schemas.microsoft.com/office/drawing/2014/main" id="{A742B374-E4FA-4CB1-B042-BDC1523CBC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9" y="3063"/>
                <a:ext cx="13" cy="21"/>
              </a:xfrm>
              <a:custGeom>
                <a:avLst/>
                <a:gdLst>
                  <a:gd name="T0" fmla="*/ 0 w 13"/>
                  <a:gd name="T1" fmla="*/ 23 h 20"/>
                  <a:gd name="T2" fmla="*/ 13 w 13"/>
                  <a:gd name="T3" fmla="*/ 0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20">
                    <a:moveTo>
                      <a:pt x="0" y="20"/>
                    </a:moveTo>
                    <a:cubicBezTo>
                      <a:pt x="1" y="13"/>
                      <a:pt x="11" y="8"/>
                      <a:pt x="13" y="0"/>
                    </a:cubicBezTo>
                  </a:path>
                </a:pathLst>
              </a:custGeom>
              <a:noFill/>
              <a:ln w="6350" cap="flat">
                <a:solidFill>
                  <a:srgbClr val="75332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542" name="Freeform 592">
                <a:extLst>
                  <a:ext uri="{FF2B5EF4-FFF2-40B4-BE49-F238E27FC236}">
                    <a16:creationId xmlns:a16="http://schemas.microsoft.com/office/drawing/2014/main" id="{D67962A5-168F-4000-84B2-4D9078E5B1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5" y="3117"/>
                <a:ext cx="4" cy="35"/>
              </a:xfrm>
              <a:custGeom>
                <a:avLst/>
                <a:gdLst>
                  <a:gd name="T0" fmla="*/ 2 w 4"/>
                  <a:gd name="T1" fmla="*/ 0 h 33"/>
                  <a:gd name="T2" fmla="*/ 0 w 4"/>
                  <a:gd name="T3" fmla="*/ 39 h 3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33">
                    <a:moveTo>
                      <a:pt x="2" y="0"/>
                    </a:moveTo>
                    <a:cubicBezTo>
                      <a:pt x="4" y="9"/>
                      <a:pt x="0" y="22"/>
                      <a:pt x="0" y="33"/>
                    </a:cubicBezTo>
                  </a:path>
                </a:pathLst>
              </a:custGeom>
              <a:noFill/>
              <a:ln w="6350" cap="flat">
                <a:solidFill>
                  <a:srgbClr val="75332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543" name="Freeform 593">
                <a:extLst>
                  <a:ext uri="{FF2B5EF4-FFF2-40B4-BE49-F238E27FC236}">
                    <a16:creationId xmlns:a16="http://schemas.microsoft.com/office/drawing/2014/main" id="{5BA6888E-20C1-47EF-B2DE-0FC8671DB1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8" y="2995"/>
                <a:ext cx="29" cy="29"/>
              </a:xfrm>
              <a:custGeom>
                <a:avLst/>
                <a:gdLst>
                  <a:gd name="T0" fmla="*/ 4 w 27"/>
                  <a:gd name="T1" fmla="*/ 29 h 28"/>
                  <a:gd name="T2" fmla="*/ 32 w 27"/>
                  <a:gd name="T3" fmla="*/ 13 h 28"/>
                  <a:gd name="T4" fmla="*/ 0 w 27"/>
                  <a:gd name="T5" fmla="*/ 17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7" h="28">
                    <a:moveTo>
                      <a:pt x="4" y="26"/>
                    </a:moveTo>
                    <a:cubicBezTo>
                      <a:pt x="10" y="28"/>
                      <a:pt x="27" y="22"/>
                      <a:pt x="26" y="13"/>
                    </a:cubicBezTo>
                    <a:cubicBezTo>
                      <a:pt x="23" y="0"/>
                      <a:pt x="6" y="13"/>
                      <a:pt x="0" y="14"/>
                    </a:cubicBezTo>
                  </a:path>
                </a:pathLst>
              </a:custGeom>
              <a:noFill/>
              <a:ln w="6350" cap="flat">
                <a:solidFill>
                  <a:srgbClr val="75332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544" name="Freeform 594">
                <a:extLst>
                  <a:ext uri="{FF2B5EF4-FFF2-40B4-BE49-F238E27FC236}">
                    <a16:creationId xmlns:a16="http://schemas.microsoft.com/office/drawing/2014/main" id="{35ED871F-7EC4-4BC5-89A2-FF1DA8CEF1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8" y="3081"/>
                <a:ext cx="25" cy="25"/>
              </a:xfrm>
              <a:custGeom>
                <a:avLst/>
                <a:gdLst>
                  <a:gd name="T0" fmla="*/ 0 w 24"/>
                  <a:gd name="T1" fmla="*/ 20 h 24"/>
                  <a:gd name="T2" fmla="*/ 16 w 24"/>
                  <a:gd name="T3" fmla="*/ 17 h 24"/>
                  <a:gd name="T4" fmla="*/ 19 w 24"/>
                  <a:gd name="T5" fmla="*/ 27 h 24"/>
                  <a:gd name="T6" fmla="*/ 27 w 24"/>
                  <a:gd name="T7" fmla="*/ 10 h 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" h="24">
                    <a:moveTo>
                      <a:pt x="0" y="17"/>
                    </a:moveTo>
                    <a:cubicBezTo>
                      <a:pt x="3" y="8"/>
                      <a:pt x="12" y="0"/>
                      <a:pt x="13" y="14"/>
                    </a:cubicBezTo>
                    <a:cubicBezTo>
                      <a:pt x="14" y="18"/>
                      <a:pt x="11" y="24"/>
                      <a:pt x="16" y="24"/>
                    </a:cubicBezTo>
                    <a:cubicBezTo>
                      <a:pt x="22" y="23"/>
                      <a:pt x="23" y="13"/>
                      <a:pt x="24" y="10"/>
                    </a:cubicBezTo>
                  </a:path>
                </a:pathLst>
              </a:custGeom>
              <a:noFill/>
              <a:ln w="6350" cap="flat">
                <a:solidFill>
                  <a:srgbClr val="75332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545" name="Freeform 595">
                <a:extLst>
                  <a:ext uri="{FF2B5EF4-FFF2-40B4-BE49-F238E27FC236}">
                    <a16:creationId xmlns:a16="http://schemas.microsoft.com/office/drawing/2014/main" id="{814F68FC-7A25-477C-817F-AA0235B7BB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7" y="3082"/>
                <a:ext cx="22" cy="73"/>
              </a:xfrm>
              <a:custGeom>
                <a:avLst/>
                <a:gdLst>
                  <a:gd name="T0" fmla="*/ 0 w 20"/>
                  <a:gd name="T1" fmla="*/ 0 h 69"/>
                  <a:gd name="T2" fmla="*/ 25 w 20"/>
                  <a:gd name="T3" fmla="*/ 81 h 6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69">
                    <a:moveTo>
                      <a:pt x="0" y="0"/>
                    </a:moveTo>
                    <a:cubicBezTo>
                      <a:pt x="20" y="16"/>
                      <a:pt x="19" y="47"/>
                      <a:pt x="19" y="69"/>
                    </a:cubicBezTo>
                  </a:path>
                </a:pathLst>
              </a:custGeom>
              <a:noFill/>
              <a:ln w="6350" cap="flat">
                <a:solidFill>
                  <a:srgbClr val="75332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546" name="Freeform 596">
                <a:extLst>
                  <a:ext uri="{FF2B5EF4-FFF2-40B4-BE49-F238E27FC236}">
                    <a16:creationId xmlns:a16="http://schemas.microsoft.com/office/drawing/2014/main" id="{3DBEC5B2-695C-4DC9-9662-EE5F5B1D51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1" y="3067"/>
                <a:ext cx="8" cy="23"/>
              </a:xfrm>
              <a:custGeom>
                <a:avLst/>
                <a:gdLst>
                  <a:gd name="T0" fmla="*/ 0 w 7"/>
                  <a:gd name="T1" fmla="*/ 0 h 21"/>
                  <a:gd name="T2" fmla="*/ 10 w 7"/>
                  <a:gd name="T3" fmla="*/ 27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21">
                    <a:moveTo>
                      <a:pt x="0" y="0"/>
                    </a:moveTo>
                    <a:cubicBezTo>
                      <a:pt x="1" y="7"/>
                      <a:pt x="4" y="15"/>
                      <a:pt x="7" y="21"/>
                    </a:cubicBezTo>
                  </a:path>
                </a:pathLst>
              </a:custGeom>
              <a:noFill/>
              <a:ln w="6350" cap="flat">
                <a:solidFill>
                  <a:srgbClr val="75332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547" name="Freeform 597">
                <a:extLst>
                  <a:ext uri="{FF2B5EF4-FFF2-40B4-BE49-F238E27FC236}">
                    <a16:creationId xmlns:a16="http://schemas.microsoft.com/office/drawing/2014/main" id="{88F2F7DE-01C1-491B-985E-D8F4C04715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3" y="3004"/>
                <a:ext cx="28" cy="22"/>
              </a:xfrm>
              <a:custGeom>
                <a:avLst/>
                <a:gdLst>
                  <a:gd name="T0" fmla="*/ 0 w 27"/>
                  <a:gd name="T1" fmla="*/ 14 h 21"/>
                  <a:gd name="T2" fmla="*/ 18 w 27"/>
                  <a:gd name="T3" fmla="*/ 23 h 21"/>
                  <a:gd name="T4" fmla="*/ 0 w 27"/>
                  <a:gd name="T5" fmla="*/ 0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7" h="21">
                    <a:moveTo>
                      <a:pt x="0" y="11"/>
                    </a:moveTo>
                    <a:cubicBezTo>
                      <a:pt x="0" y="15"/>
                      <a:pt x="11" y="21"/>
                      <a:pt x="15" y="20"/>
                    </a:cubicBezTo>
                    <a:cubicBezTo>
                      <a:pt x="27" y="15"/>
                      <a:pt x="4" y="2"/>
                      <a:pt x="0" y="0"/>
                    </a:cubicBezTo>
                  </a:path>
                </a:pathLst>
              </a:custGeom>
              <a:noFill/>
              <a:ln w="6350" cap="flat">
                <a:solidFill>
                  <a:srgbClr val="75332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548" name="Freeform 598">
                <a:extLst>
                  <a:ext uri="{FF2B5EF4-FFF2-40B4-BE49-F238E27FC236}">
                    <a16:creationId xmlns:a16="http://schemas.microsoft.com/office/drawing/2014/main" id="{9682515A-E322-4274-A51D-8B467B48B4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4" y="3652"/>
                <a:ext cx="17" cy="37"/>
              </a:xfrm>
              <a:custGeom>
                <a:avLst/>
                <a:gdLst>
                  <a:gd name="T0" fmla="*/ 0 w 16"/>
                  <a:gd name="T1" fmla="*/ 0 h 35"/>
                  <a:gd name="T2" fmla="*/ 19 w 16"/>
                  <a:gd name="T3" fmla="*/ 41 h 3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35">
                    <a:moveTo>
                      <a:pt x="0" y="0"/>
                    </a:moveTo>
                    <a:cubicBezTo>
                      <a:pt x="8" y="10"/>
                      <a:pt x="16" y="21"/>
                      <a:pt x="16" y="35"/>
                    </a:cubicBezTo>
                  </a:path>
                </a:pathLst>
              </a:custGeom>
              <a:noFill/>
              <a:ln w="6350" cap="flat">
                <a:solidFill>
                  <a:srgbClr val="75332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549" name="Freeform 599">
                <a:extLst>
                  <a:ext uri="{FF2B5EF4-FFF2-40B4-BE49-F238E27FC236}">
                    <a16:creationId xmlns:a16="http://schemas.microsoft.com/office/drawing/2014/main" id="{A474F8D2-77A0-4887-B83D-1BA5CABE79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5" y="3661"/>
                <a:ext cx="12" cy="28"/>
              </a:xfrm>
              <a:custGeom>
                <a:avLst/>
                <a:gdLst>
                  <a:gd name="T0" fmla="*/ 14 w 11"/>
                  <a:gd name="T1" fmla="*/ 0 h 27"/>
                  <a:gd name="T2" fmla="*/ 0 w 11"/>
                  <a:gd name="T3" fmla="*/ 30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27">
                    <a:moveTo>
                      <a:pt x="11" y="0"/>
                    </a:moveTo>
                    <a:cubicBezTo>
                      <a:pt x="8" y="9"/>
                      <a:pt x="4" y="18"/>
                      <a:pt x="0" y="27"/>
                    </a:cubicBezTo>
                  </a:path>
                </a:pathLst>
              </a:custGeom>
              <a:noFill/>
              <a:ln w="6350" cap="flat">
                <a:solidFill>
                  <a:srgbClr val="75332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550" name="Freeform 600">
                <a:extLst>
                  <a:ext uri="{FF2B5EF4-FFF2-40B4-BE49-F238E27FC236}">
                    <a16:creationId xmlns:a16="http://schemas.microsoft.com/office/drawing/2014/main" id="{06D901E4-7229-4767-A2C2-DE48522086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8" y="3753"/>
                <a:ext cx="25" cy="39"/>
              </a:xfrm>
              <a:custGeom>
                <a:avLst/>
                <a:gdLst>
                  <a:gd name="T0" fmla="*/ 0 w 24"/>
                  <a:gd name="T1" fmla="*/ 14 h 37"/>
                  <a:gd name="T2" fmla="*/ 5 w 24"/>
                  <a:gd name="T3" fmla="*/ 40 h 37"/>
                  <a:gd name="T4" fmla="*/ 21 w 24"/>
                  <a:gd name="T5" fmla="*/ 0 h 3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37">
                    <a:moveTo>
                      <a:pt x="0" y="11"/>
                    </a:moveTo>
                    <a:cubicBezTo>
                      <a:pt x="1" y="19"/>
                      <a:pt x="4" y="26"/>
                      <a:pt x="5" y="34"/>
                    </a:cubicBezTo>
                    <a:cubicBezTo>
                      <a:pt x="24" y="37"/>
                      <a:pt x="19" y="14"/>
                      <a:pt x="18" y="0"/>
                    </a:cubicBezTo>
                  </a:path>
                </a:pathLst>
              </a:custGeom>
              <a:noFill/>
              <a:ln w="6350" cap="flat">
                <a:solidFill>
                  <a:srgbClr val="75332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551" name="Freeform 601">
                <a:extLst>
                  <a:ext uri="{FF2B5EF4-FFF2-40B4-BE49-F238E27FC236}">
                    <a16:creationId xmlns:a16="http://schemas.microsoft.com/office/drawing/2014/main" id="{6A445317-89E4-449C-8088-B8AF412286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8" y="3759"/>
                <a:ext cx="32" cy="43"/>
              </a:xfrm>
              <a:custGeom>
                <a:avLst/>
                <a:gdLst>
                  <a:gd name="T0" fmla="*/ 3 w 31"/>
                  <a:gd name="T1" fmla="*/ 0 h 41"/>
                  <a:gd name="T2" fmla="*/ 13 w 31"/>
                  <a:gd name="T3" fmla="*/ 43 h 41"/>
                  <a:gd name="T4" fmla="*/ 27 w 31"/>
                  <a:gd name="T5" fmla="*/ 0 h 4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1" h="41">
                    <a:moveTo>
                      <a:pt x="3" y="0"/>
                    </a:moveTo>
                    <a:cubicBezTo>
                      <a:pt x="2" y="11"/>
                      <a:pt x="0" y="34"/>
                      <a:pt x="13" y="37"/>
                    </a:cubicBezTo>
                    <a:cubicBezTo>
                      <a:pt x="31" y="41"/>
                      <a:pt x="24" y="11"/>
                      <a:pt x="24" y="0"/>
                    </a:cubicBezTo>
                  </a:path>
                </a:pathLst>
              </a:custGeom>
              <a:noFill/>
              <a:ln w="6350" cap="flat">
                <a:solidFill>
                  <a:srgbClr val="75332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552" name="Freeform 602">
                <a:extLst>
                  <a:ext uri="{FF2B5EF4-FFF2-40B4-BE49-F238E27FC236}">
                    <a16:creationId xmlns:a16="http://schemas.microsoft.com/office/drawing/2014/main" id="{0F109C5A-3ADC-468A-9769-037E908161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9" y="3939"/>
                <a:ext cx="21" cy="8"/>
              </a:xfrm>
              <a:custGeom>
                <a:avLst/>
                <a:gdLst>
                  <a:gd name="T0" fmla="*/ 0 w 20"/>
                  <a:gd name="T1" fmla="*/ 10 h 7"/>
                  <a:gd name="T2" fmla="*/ 15 w 20"/>
                  <a:gd name="T3" fmla="*/ 1 h 7"/>
                  <a:gd name="T4" fmla="*/ 23 w 20"/>
                  <a:gd name="T5" fmla="*/ 2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7">
                    <a:moveTo>
                      <a:pt x="0" y="7"/>
                    </a:moveTo>
                    <a:cubicBezTo>
                      <a:pt x="4" y="7"/>
                      <a:pt x="7" y="2"/>
                      <a:pt x="12" y="1"/>
                    </a:cubicBezTo>
                    <a:cubicBezTo>
                      <a:pt x="14" y="1"/>
                      <a:pt x="19" y="0"/>
                      <a:pt x="20" y="2"/>
                    </a:cubicBezTo>
                  </a:path>
                </a:pathLst>
              </a:custGeom>
              <a:noFill/>
              <a:ln w="6350" cap="flat">
                <a:solidFill>
                  <a:srgbClr val="75332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553" name="Freeform 603">
                <a:extLst>
                  <a:ext uri="{FF2B5EF4-FFF2-40B4-BE49-F238E27FC236}">
                    <a16:creationId xmlns:a16="http://schemas.microsoft.com/office/drawing/2014/main" id="{2ADE5445-4C94-4F03-BFE9-12B4751EF1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8" y="3942"/>
                <a:ext cx="11" cy="7"/>
              </a:xfrm>
              <a:custGeom>
                <a:avLst/>
                <a:gdLst>
                  <a:gd name="T0" fmla="*/ 0 w 10"/>
                  <a:gd name="T1" fmla="*/ 0 h 6"/>
                  <a:gd name="T2" fmla="*/ 13 w 10"/>
                  <a:gd name="T3" fmla="*/ 9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6">
                    <a:moveTo>
                      <a:pt x="0" y="0"/>
                    </a:moveTo>
                    <a:cubicBezTo>
                      <a:pt x="4" y="1"/>
                      <a:pt x="7" y="4"/>
                      <a:pt x="10" y="6"/>
                    </a:cubicBezTo>
                  </a:path>
                </a:pathLst>
              </a:custGeom>
              <a:noFill/>
              <a:ln w="6350" cap="flat">
                <a:solidFill>
                  <a:srgbClr val="75332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554" name="Freeform 604">
                <a:extLst>
                  <a:ext uri="{FF2B5EF4-FFF2-40B4-BE49-F238E27FC236}">
                    <a16:creationId xmlns:a16="http://schemas.microsoft.com/office/drawing/2014/main" id="{AA6A9F80-8A12-4AE0-A234-CBF632B90E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4" y="3926"/>
                <a:ext cx="13" cy="12"/>
              </a:xfrm>
              <a:custGeom>
                <a:avLst/>
                <a:gdLst>
                  <a:gd name="T0" fmla="*/ 6 w 13"/>
                  <a:gd name="T1" fmla="*/ 14 h 11"/>
                  <a:gd name="T2" fmla="*/ 2 w 13"/>
                  <a:gd name="T3" fmla="*/ 3 h 11"/>
                  <a:gd name="T4" fmla="*/ 13 w 13"/>
                  <a:gd name="T5" fmla="*/ 10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1">
                    <a:moveTo>
                      <a:pt x="6" y="11"/>
                    </a:moveTo>
                    <a:cubicBezTo>
                      <a:pt x="4" y="10"/>
                      <a:pt x="0" y="5"/>
                      <a:pt x="2" y="3"/>
                    </a:cubicBezTo>
                    <a:cubicBezTo>
                      <a:pt x="4" y="0"/>
                      <a:pt x="11" y="6"/>
                      <a:pt x="13" y="7"/>
                    </a:cubicBezTo>
                  </a:path>
                </a:pathLst>
              </a:custGeom>
              <a:noFill/>
              <a:ln w="6350" cap="flat">
                <a:solidFill>
                  <a:srgbClr val="75332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555" name="Freeform 605">
                <a:extLst>
                  <a:ext uri="{FF2B5EF4-FFF2-40B4-BE49-F238E27FC236}">
                    <a16:creationId xmlns:a16="http://schemas.microsoft.com/office/drawing/2014/main" id="{6BE67D0C-C171-42B9-A78A-BE97F61812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3" y="3937"/>
                <a:ext cx="25" cy="12"/>
              </a:xfrm>
              <a:custGeom>
                <a:avLst/>
                <a:gdLst>
                  <a:gd name="T0" fmla="*/ 0 w 24"/>
                  <a:gd name="T1" fmla="*/ 2 h 11"/>
                  <a:gd name="T2" fmla="*/ 27 w 24"/>
                  <a:gd name="T3" fmla="*/ 14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11">
                    <a:moveTo>
                      <a:pt x="0" y="2"/>
                    </a:moveTo>
                    <a:cubicBezTo>
                      <a:pt x="8" y="0"/>
                      <a:pt x="18" y="6"/>
                      <a:pt x="24" y="11"/>
                    </a:cubicBezTo>
                  </a:path>
                </a:pathLst>
              </a:custGeom>
              <a:noFill/>
              <a:ln w="6350" cap="flat">
                <a:solidFill>
                  <a:srgbClr val="75332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556" name="Freeform 606">
                <a:extLst>
                  <a:ext uri="{FF2B5EF4-FFF2-40B4-BE49-F238E27FC236}">
                    <a16:creationId xmlns:a16="http://schemas.microsoft.com/office/drawing/2014/main" id="{B068DE97-2A1D-4331-A820-993910D858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9" y="3942"/>
                <a:ext cx="8" cy="5"/>
              </a:xfrm>
              <a:custGeom>
                <a:avLst/>
                <a:gdLst>
                  <a:gd name="T0" fmla="*/ 0 w 7"/>
                  <a:gd name="T1" fmla="*/ 8 h 4"/>
                  <a:gd name="T2" fmla="*/ 10 w 7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4">
                    <a:moveTo>
                      <a:pt x="0" y="4"/>
                    </a:moveTo>
                    <a:cubicBezTo>
                      <a:pt x="3" y="3"/>
                      <a:pt x="6" y="2"/>
                      <a:pt x="7" y="0"/>
                    </a:cubicBezTo>
                  </a:path>
                </a:pathLst>
              </a:custGeom>
              <a:noFill/>
              <a:ln w="6350" cap="flat">
                <a:solidFill>
                  <a:srgbClr val="75332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557" name="Freeform 607">
                <a:extLst>
                  <a:ext uri="{FF2B5EF4-FFF2-40B4-BE49-F238E27FC236}">
                    <a16:creationId xmlns:a16="http://schemas.microsoft.com/office/drawing/2014/main" id="{A40FC2E1-63FF-4D5C-B5AF-484D1A3DB7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0" y="3923"/>
                <a:ext cx="14" cy="20"/>
              </a:xfrm>
              <a:custGeom>
                <a:avLst/>
                <a:gdLst>
                  <a:gd name="T0" fmla="*/ 0 w 13"/>
                  <a:gd name="T1" fmla="*/ 9 h 19"/>
                  <a:gd name="T2" fmla="*/ 13 w 13"/>
                  <a:gd name="T3" fmla="*/ 4 h 19"/>
                  <a:gd name="T4" fmla="*/ 10 w 13"/>
                  <a:gd name="T5" fmla="*/ 22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9">
                    <a:moveTo>
                      <a:pt x="0" y="9"/>
                    </a:moveTo>
                    <a:cubicBezTo>
                      <a:pt x="2" y="9"/>
                      <a:pt x="5" y="0"/>
                      <a:pt x="10" y="4"/>
                    </a:cubicBezTo>
                    <a:cubicBezTo>
                      <a:pt x="13" y="7"/>
                      <a:pt x="8" y="15"/>
                      <a:pt x="7" y="19"/>
                    </a:cubicBezTo>
                  </a:path>
                </a:pathLst>
              </a:custGeom>
              <a:noFill/>
              <a:ln w="6350" cap="flat">
                <a:solidFill>
                  <a:srgbClr val="75332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558" name="Freeform 608">
                <a:extLst>
                  <a:ext uri="{FF2B5EF4-FFF2-40B4-BE49-F238E27FC236}">
                    <a16:creationId xmlns:a16="http://schemas.microsoft.com/office/drawing/2014/main" id="{9F657934-45FF-4E6D-9513-B6A9A55B8E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8" y="2362"/>
                <a:ext cx="7" cy="22"/>
              </a:xfrm>
              <a:custGeom>
                <a:avLst/>
                <a:gdLst>
                  <a:gd name="T0" fmla="*/ 0 w 6"/>
                  <a:gd name="T1" fmla="*/ 0 h 21"/>
                  <a:gd name="T2" fmla="*/ 9 w 6"/>
                  <a:gd name="T3" fmla="*/ 24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21">
                    <a:moveTo>
                      <a:pt x="0" y="0"/>
                    </a:moveTo>
                    <a:cubicBezTo>
                      <a:pt x="1" y="7"/>
                      <a:pt x="4" y="14"/>
                      <a:pt x="6" y="21"/>
                    </a:cubicBezTo>
                  </a:path>
                </a:pathLst>
              </a:custGeom>
              <a:noFill/>
              <a:ln w="6350" cap="flat">
                <a:solidFill>
                  <a:srgbClr val="75332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559" name="Freeform 609">
                <a:extLst>
                  <a:ext uri="{FF2B5EF4-FFF2-40B4-BE49-F238E27FC236}">
                    <a16:creationId xmlns:a16="http://schemas.microsoft.com/office/drawing/2014/main" id="{1C704529-A748-4C04-A60F-084399DED9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6" y="2344"/>
                <a:ext cx="9" cy="24"/>
              </a:xfrm>
              <a:custGeom>
                <a:avLst/>
                <a:gdLst>
                  <a:gd name="T0" fmla="*/ 0 w 9"/>
                  <a:gd name="T1" fmla="*/ 0 h 22"/>
                  <a:gd name="T2" fmla="*/ 9 w 9"/>
                  <a:gd name="T3" fmla="*/ 28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22">
                    <a:moveTo>
                      <a:pt x="0" y="0"/>
                    </a:moveTo>
                    <a:cubicBezTo>
                      <a:pt x="4" y="8"/>
                      <a:pt x="7" y="15"/>
                      <a:pt x="9" y="22"/>
                    </a:cubicBezTo>
                  </a:path>
                </a:pathLst>
              </a:custGeom>
              <a:noFill/>
              <a:ln w="6350" cap="flat">
                <a:solidFill>
                  <a:srgbClr val="75332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560" name="Freeform 610">
                <a:extLst>
                  <a:ext uri="{FF2B5EF4-FFF2-40B4-BE49-F238E27FC236}">
                    <a16:creationId xmlns:a16="http://schemas.microsoft.com/office/drawing/2014/main" id="{56A2BC04-8DB5-482C-99E9-178CC95482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9" y="2178"/>
                <a:ext cx="14" cy="20"/>
              </a:xfrm>
              <a:custGeom>
                <a:avLst/>
                <a:gdLst>
                  <a:gd name="T0" fmla="*/ 4 w 14"/>
                  <a:gd name="T1" fmla="*/ 0 h 19"/>
                  <a:gd name="T2" fmla="*/ 6 w 14"/>
                  <a:gd name="T3" fmla="*/ 20 h 19"/>
                  <a:gd name="T4" fmla="*/ 14 w 14"/>
                  <a:gd name="T5" fmla="*/ 2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9">
                    <a:moveTo>
                      <a:pt x="4" y="0"/>
                    </a:moveTo>
                    <a:cubicBezTo>
                      <a:pt x="2" y="4"/>
                      <a:pt x="0" y="15"/>
                      <a:pt x="6" y="17"/>
                    </a:cubicBezTo>
                    <a:cubicBezTo>
                      <a:pt x="13" y="19"/>
                      <a:pt x="12" y="6"/>
                      <a:pt x="14" y="2"/>
                    </a:cubicBezTo>
                  </a:path>
                </a:pathLst>
              </a:custGeom>
              <a:noFill/>
              <a:ln w="6350" cap="flat">
                <a:solidFill>
                  <a:srgbClr val="75332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561" name="Freeform 611">
                <a:extLst>
                  <a:ext uri="{FF2B5EF4-FFF2-40B4-BE49-F238E27FC236}">
                    <a16:creationId xmlns:a16="http://schemas.microsoft.com/office/drawing/2014/main" id="{9B614C53-AED7-4501-9CAB-3A61C256A1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6" y="1923"/>
                <a:ext cx="38" cy="34"/>
              </a:xfrm>
              <a:custGeom>
                <a:avLst/>
                <a:gdLst>
                  <a:gd name="T0" fmla="*/ 12 w 36"/>
                  <a:gd name="T1" fmla="*/ 36 h 32"/>
                  <a:gd name="T2" fmla="*/ 20 w 36"/>
                  <a:gd name="T3" fmla="*/ 19 h 32"/>
                  <a:gd name="T4" fmla="*/ 37 w 36"/>
                  <a:gd name="T5" fmla="*/ 31 h 32"/>
                  <a:gd name="T6" fmla="*/ 35 w 36"/>
                  <a:gd name="T7" fmla="*/ 4 h 3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6" h="32">
                    <a:moveTo>
                      <a:pt x="9" y="30"/>
                    </a:moveTo>
                    <a:cubicBezTo>
                      <a:pt x="0" y="17"/>
                      <a:pt x="1" y="0"/>
                      <a:pt x="17" y="16"/>
                    </a:cubicBezTo>
                    <a:cubicBezTo>
                      <a:pt x="22" y="21"/>
                      <a:pt x="24" y="32"/>
                      <a:pt x="31" y="25"/>
                    </a:cubicBezTo>
                    <a:cubicBezTo>
                      <a:pt x="36" y="21"/>
                      <a:pt x="32" y="8"/>
                      <a:pt x="29" y="4"/>
                    </a:cubicBezTo>
                  </a:path>
                </a:pathLst>
              </a:custGeom>
              <a:noFill/>
              <a:ln w="6350" cap="flat">
                <a:solidFill>
                  <a:srgbClr val="75332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562" name="Freeform 612">
                <a:extLst>
                  <a:ext uri="{FF2B5EF4-FFF2-40B4-BE49-F238E27FC236}">
                    <a16:creationId xmlns:a16="http://schemas.microsoft.com/office/drawing/2014/main" id="{A9EA2380-2396-438C-B44B-4568DA26C9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8" y="1862"/>
                <a:ext cx="4" cy="29"/>
              </a:xfrm>
              <a:custGeom>
                <a:avLst/>
                <a:gdLst>
                  <a:gd name="T0" fmla="*/ 0 w 4"/>
                  <a:gd name="T1" fmla="*/ 0 h 27"/>
                  <a:gd name="T2" fmla="*/ 4 w 4"/>
                  <a:gd name="T3" fmla="*/ 33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7">
                    <a:moveTo>
                      <a:pt x="0" y="0"/>
                    </a:moveTo>
                    <a:cubicBezTo>
                      <a:pt x="1" y="9"/>
                      <a:pt x="4" y="18"/>
                      <a:pt x="4" y="27"/>
                    </a:cubicBezTo>
                  </a:path>
                </a:pathLst>
              </a:custGeom>
              <a:noFill/>
              <a:ln w="6350" cap="flat">
                <a:solidFill>
                  <a:srgbClr val="75332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563" name="Freeform 613">
                <a:extLst>
                  <a:ext uri="{FF2B5EF4-FFF2-40B4-BE49-F238E27FC236}">
                    <a16:creationId xmlns:a16="http://schemas.microsoft.com/office/drawing/2014/main" id="{76B0DF7A-9C78-44CE-BEAF-4C1D962E50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6" y="1829"/>
                <a:ext cx="22" cy="23"/>
              </a:xfrm>
              <a:custGeom>
                <a:avLst/>
                <a:gdLst>
                  <a:gd name="T0" fmla="*/ 16 w 21"/>
                  <a:gd name="T1" fmla="*/ 27 h 21"/>
                  <a:gd name="T2" fmla="*/ 6 w 21"/>
                  <a:gd name="T3" fmla="*/ 0 h 21"/>
                  <a:gd name="T4" fmla="*/ 24 w 21"/>
                  <a:gd name="T5" fmla="*/ 24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21">
                    <a:moveTo>
                      <a:pt x="13" y="21"/>
                    </a:moveTo>
                    <a:cubicBezTo>
                      <a:pt x="5" y="20"/>
                      <a:pt x="0" y="7"/>
                      <a:pt x="6" y="0"/>
                    </a:cubicBezTo>
                    <a:cubicBezTo>
                      <a:pt x="13" y="3"/>
                      <a:pt x="18" y="11"/>
                      <a:pt x="21" y="18"/>
                    </a:cubicBezTo>
                  </a:path>
                </a:pathLst>
              </a:custGeom>
              <a:noFill/>
              <a:ln w="6350" cap="flat">
                <a:solidFill>
                  <a:srgbClr val="75332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564" name="Freeform 614">
                <a:extLst>
                  <a:ext uri="{FF2B5EF4-FFF2-40B4-BE49-F238E27FC236}">
                    <a16:creationId xmlns:a16="http://schemas.microsoft.com/office/drawing/2014/main" id="{DB0C2B32-FAAA-41B2-A929-0BDFFB52D5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6" y="1598"/>
                <a:ext cx="13" cy="21"/>
              </a:xfrm>
              <a:custGeom>
                <a:avLst/>
                <a:gdLst>
                  <a:gd name="T0" fmla="*/ 1 w 12"/>
                  <a:gd name="T1" fmla="*/ 15 h 20"/>
                  <a:gd name="T2" fmla="*/ 4 w 12"/>
                  <a:gd name="T3" fmla="*/ 0 h 20"/>
                  <a:gd name="T4" fmla="*/ 12 w 12"/>
                  <a:gd name="T5" fmla="*/ 23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20">
                    <a:moveTo>
                      <a:pt x="1" y="12"/>
                    </a:moveTo>
                    <a:cubicBezTo>
                      <a:pt x="0" y="8"/>
                      <a:pt x="2" y="4"/>
                      <a:pt x="4" y="0"/>
                    </a:cubicBezTo>
                    <a:cubicBezTo>
                      <a:pt x="12" y="1"/>
                      <a:pt x="9" y="16"/>
                      <a:pt x="9" y="20"/>
                    </a:cubicBezTo>
                  </a:path>
                </a:pathLst>
              </a:custGeom>
              <a:noFill/>
              <a:ln w="6350" cap="flat">
                <a:solidFill>
                  <a:srgbClr val="75332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565" name="Freeform 615">
                <a:extLst>
                  <a:ext uri="{FF2B5EF4-FFF2-40B4-BE49-F238E27FC236}">
                    <a16:creationId xmlns:a16="http://schemas.microsoft.com/office/drawing/2014/main" id="{C03A89FB-401D-401D-8F0A-BD5C0C53EA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1" y="1544"/>
                <a:ext cx="35" cy="30"/>
              </a:xfrm>
              <a:custGeom>
                <a:avLst/>
                <a:gdLst>
                  <a:gd name="T0" fmla="*/ 39 w 33"/>
                  <a:gd name="T1" fmla="*/ 19 h 28"/>
                  <a:gd name="T2" fmla="*/ 21 w 33"/>
                  <a:gd name="T3" fmla="*/ 0 h 28"/>
                  <a:gd name="T4" fmla="*/ 21 w 33"/>
                  <a:gd name="T5" fmla="*/ 34 h 28"/>
                  <a:gd name="T6" fmla="*/ 0 w 33"/>
                  <a:gd name="T7" fmla="*/ 10 h 2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" h="28">
                    <a:moveTo>
                      <a:pt x="33" y="16"/>
                    </a:moveTo>
                    <a:cubicBezTo>
                      <a:pt x="26" y="14"/>
                      <a:pt x="22" y="6"/>
                      <a:pt x="18" y="0"/>
                    </a:cubicBezTo>
                    <a:cubicBezTo>
                      <a:pt x="11" y="6"/>
                      <a:pt x="19" y="19"/>
                      <a:pt x="18" y="28"/>
                    </a:cubicBezTo>
                    <a:cubicBezTo>
                      <a:pt x="11" y="25"/>
                      <a:pt x="5" y="14"/>
                      <a:pt x="0" y="7"/>
                    </a:cubicBezTo>
                  </a:path>
                </a:pathLst>
              </a:custGeom>
              <a:noFill/>
              <a:ln w="6350" cap="flat">
                <a:solidFill>
                  <a:srgbClr val="75332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566" name="Freeform 616">
                <a:extLst>
                  <a:ext uri="{FF2B5EF4-FFF2-40B4-BE49-F238E27FC236}">
                    <a16:creationId xmlns:a16="http://schemas.microsoft.com/office/drawing/2014/main" id="{F52D23A1-2FF0-4299-9419-A5E8B2F254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1" y="1483"/>
                <a:ext cx="16" cy="4"/>
              </a:xfrm>
              <a:custGeom>
                <a:avLst/>
                <a:gdLst>
                  <a:gd name="T0" fmla="*/ 0 w 15"/>
                  <a:gd name="T1" fmla="*/ 4 h 4"/>
                  <a:gd name="T2" fmla="*/ 18 w 15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4">
                    <a:moveTo>
                      <a:pt x="0" y="4"/>
                    </a:moveTo>
                    <a:cubicBezTo>
                      <a:pt x="5" y="3"/>
                      <a:pt x="10" y="1"/>
                      <a:pt x="15" y="0"/>
                    </a:cubicBezTo>
                  </a:path>
                </a:pathLst>
              </a:custGeom>
              <a:noFill/>
              <a:ln w="6350" cap="flat">
                <a:solidFill>
                  <a:srgbClr val="75332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567" name="Freeform 617">
                <a:extLst>
                  <a:ext uri="{FF2B5EF4-FFF2-40B4-BE49-F238E27FC236}">
                    <a16:creationId xmlns:a16="http://schemas.microsoft.com/office/drawing/2014/main" id="{7035AE2E-35FC-426B-8081-35F1AFE74E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9" y="1638"/>
                <a:ext cx="16" cy="17"/>
              </a:xfrm>
              <a:custGeom>
                <a:avLst/>
                <a:gdLst>
                  <a:gd name="T0" fmla="*/ 0 w 15"/>
                  <a:gd name="T1" fmla="*/ 0 h 16"/>
                  <a:gd name="T2" fmla="*/ 18 w 15"/>
                  <a:gd name="T3" fmla="*/ 19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16">
                    <a:moveTo>
                      <a:pt x="0" y="0"/>
                    </a:moveTo>
                    <a:cubicBezTo>
                      <a:pt x="4" y="6"/>
                      <a:pt x="10" y="12"/>
                      <a:pt x="15" y="16"/>
                    </a:cubicBezTo>
                  </a:path>
                </a:pathLst>
              </a:custGeom>
              <a:noFill/>
              <a:ln w="6350" cap="flat">
                <a:solidFill>
                  <a:srgbClr val="75332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568" name="Freeform 618">
                <a:extLst>
                  <a:ext uri="{FF2B5EF4-FFF2-40B4-BE49-F238E27FC236}">
                    <a16:creationId xmlns:a16="http://schemas.microsoft.com/office/drawing/2014/main" id="{1276A392-02AF-4D4D-A09C-95AF3FEE89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4" y="1711"/>
                <a:ext cx="23" cy="21"/>
              </a:xfrm>
              <a:custGeom>
                <a:avLst/>
                <a:gdLst>
                  <a:gd name="T0" fmla="*/ 1 w 22"/>
                  <a:gd name="T1" fmla="*/ 7 h 20"/>
                  <a:gd name="T2" fmla="*/ 1 w 22"/>
                  <a:gd name="T3" fmla="*/ 3 h 20"/>
                  <a:gd name="T4" fmla="*/ 19 w 22"/>
                  <a:gd name="T5" fmla="*/ 1 h 20"/>
                  <a:gd name="T6" fmla="*/ 4 w 22"/>
                  <a:gd name="T7" fmla="*/ 16 h 20"/>
                  <a:gd name="T8" fmla="*/ 25 w 22"/>
                  <a:gd name="T9" fmla="*/ 18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20">
                    <a:moveTo>
                      <a:pt x="1" y="7"/>
                    </a:moveTo>
                    <a:cubicBezTo>
                      <a:pt x="0" y="6"/>
                      <a:pt x="1" y="4"/>
                      <a:pt x="1" y="3"/>
                    </a:cubicBezTo>
                    <a:cubicBezTo>
                      <a:pt x="6" y="2"/>
                      <a:pt x="11" y="0"/>
                      <a:pt x="16" y="1"/>
                    </a:cubicBezTo>
                    <a:cubicBezTo>
                      <a:pt x="16" y="8"/>
                      <a:pt x="8" y="8"/>
                      <a:pt x="4" y="13"/>
                    </a:cubicBezTo>
                    <a:cubicBezTo>
                      <a:pt x="7" y="20"/>
                      <a:pt x="15" y="16"/>
                      <a:pt x="22" y="15"/>
                    </a:cubicBezTo>
                  </a:path>
                </a:pathLst>
              </a:custGeom>
              <a:noFill/>
              <a:ln w="6350" cap="flat">
                <a:solidFill>
                  <a:srgbClr val="75332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569" name="Freeform 619">
                <a:extLst>
                  <a:ext uri="{FF2B5EF4-FFF2-40B4-BE49-F238E27FC236}">
                    <a16:creationId xmlns:a16="http://schemas.microsoft.com/office/drawing/2014/main" id="{2B90E95E-EC55-4559-9763-5D6AEBBA06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5" y="1841"/>
                <a:ext cx="38" cy="59"/>
              </a:xfrm>
              <a:custGeom>
                <a:avLst/>
                <a:gdLst>
                  <a:gd name="T0" fmla="*/ 1 w 36"/>
                  <a:gd name="T1" fmla="*/ 14 h 56"/>
                  <a:gd name="T2" fmla="*/ 18 w 36"/>
                  <a:gd name="T3" fmla="*/ 14 h 56"/>
                  <a:gd name="T4" fmla="*/ 1 w 36"/>
                  <a:gd name="T5" fmla="*/ 41 h 56"/>
                  <a:gd name="T6" fmla="*/ 29 w 36"/>
                  <a:gd name="T7" fmla="*/ 28 h 56"/>
                  <a:gd name="T8" fmla="*/ 27 w 36"/>
                  <a:gd name="T9" fmla="*/ 65 h 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" h="56">
                    <a:moveTo>
                      <a:pt x="1" y="11"/>
                    </a:moveTo>
                    <a:cubicBezTo>
                      <a:pt x="5" y="7"/>
                      <a:pt x="16" y="0"/>
                      <a:pt x="15" y="11"/>
                    </a:cubicBezTo>
                    <a:cubicBezTo>
                      <a:pt x="15" y="20"/>
                      <a:pt x="0" y="24"/>
                      <a:pt x="1" y="35"/>
                    </a:cubicBezTo>
                    <a:cubicBezTo>
                      <a:pt x="12" y="38"/>
                      <a:pt x="17" y="22"/>
                      <a:pt x="25" y="25"/>
                    </a:cubicBezTo>
                    <a:cubicBezTo>
                      <a:pt x="36" y="29"/>
                      <a:pt x="25" y="50"/>
                      <a:pt x="24" y="56"/>
                    </a:cubicBezTo>
                  </a:path>
                </a:pathLst>
              </a:custGeom>
              <a:noFill/>
              <a:ln w="6350" cap="flat">
                <a:solidFill>
                  <a:srgbClr val="75332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570" name="Freeform 620">
                <a:extLst>
                  <a:ext uri="{FF2B5EF4-FFF2-40B4-BE49-F238E27FC236}">
                    <a16:creationId xmlns:a16="http://schemas.microsoft.com/office/drawing/2014/main" id="{BF1EB820-E7F8-449F-B471-19891A32A0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7" y="1847"/>
                <a:ext cx="23" cy="18"/>
              </a:xfrm>
              <a:custGeom>
                <a:avLst/>
                <a:gdLst>
                  <a:gd name="T0" fmla="*/ 25 w 22"/>
                  <a:gd name="T1" fmla="*/ 12 h 17"/>
                  <a:gd name="T2" fmla="*/ 7 w 22"/>
                  <a:gd name="T3" fmla="*/ 0 h 17"/>
                  <a:gd name="T4" fmla="*/ 25 w 22"/>
                  <a:gd name="T5" fmla="*/ 20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17">
                    <a:moveTo>
                      <a:pt x="22" y="9"/>
                    </a:moveTo>
                    <a:cubicBezTo>
                      <a:pt x="18" y="4"/>
                      <a:pt x="13" y="0"/>
                      <a:pt x="7" y="0"/>
                    </a:cubicBezTo>
                    <a:cubicBezTo>
                      <a:pt x="0" y="12"/>
                      <a:pt x="15" y="14"/>
                      <a:pt x="22" y="17"/>
                    </a:cubicBezTo>
                  </a:path>
                </a:pathLst>
              </a:custGeom>
              <a:noFill/>
              <a:ln w="6350" cap="flat">
                <a:solidFill>
                  <a:srgbClr val="75332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571" name="Freeform 621">
                <a:extLst>
                  <a:ext uri="{FF2B5EF4-FFF2-40B4-BE49-F238E27FC236}">
                    <a16:creationId xmlns:a16="http://schemas.microsoft.com/office/drawing/2014/main" id="{A887D51F-E7C7-4208-AA7F-36043058AF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5" y="1197"/>
                <a:ext cx="11" cy="14"/>
              </a:xfrm>
              <a:custGeom>
                <a:avLst/>
                <a:gdLst>
                  <a:gd name="T0" fmla="*/ 0 w 11"/>
                  <a:gd name="T1" fmla="*/ 16 h 13"/>
                  <a:gd name="T2" fmla="*/ 11 w 11"/>
                  <a:gd name="T3" fmla="*/ 0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13">
                    <a:moveTo>
                      <a:pt x="0" y="13"/>
                    </a:moveTo>
                    <a:cubicBezTo>
                      <a:pt x="0" y="10"/>
                      <a:pt x="9" y="3"/>
                      <a:pt x="11" y="0"/>
                    </a:cubicBezTo>
                  </a:path>
                </a:pathLst>
              </a:custGeom>
              <a:noFill/>
              <a:ln w="6350" cap="flat">
                <a:solidFill>
                  <a:srgbClr val="75332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572" name="Freeform 622">
                <a:extLst>
                  <a:ext uri="{FF2B5EF4-FFF2-40B4-BE49-F238E27FC236}">
                    <a16:creationId xmlns:a16="http://schemas.microsoft.com/office/drawing/2014/main" id="{2E708663-CC43-4451-A086-71F5AAA9C3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6" y="1235"/>
                <a:ext cx="3" cy="16"/>
              </a:xfrm>
              <a:custGeom>
                <a:avLst/>
                <a:gdLst>
                  <a:gd name="T0" fmla="*/ 5 w 2"/>
                  <a:gd name="T1" fmla="*/ 0 h 15"/>
                  <a:gd name="T2" fmla="*/ 8 w 2"/>
                  <a:gd name="T3" fmla="*/ 18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5">
                    <a:moveTo>
                      <a:pt x="1" y="0"/>
                    </a:moveTo>
                    <a:cubicBezTo>
                      <a:pt x="1" y="5"/>
                      <a:pt x="0" y="11"/>
                      <a:pt x="2" y="15"/>
                    </a:cubicBezTo>
                  </a:path>
                </a:pathLst>
              </a:custGeom>
              <a:noFill/>
              <a:ln w="6350" cap="flat">
                <a:solidFill>
                  <a:srgbClr val="75332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0573" name="Freeform 623">
                <a:extLst>
                  <a:ext uri="{FF2B5EF4-FFF2-40B4-BE49-F238E27FC236}">
                    <a16:creationId xmlns:a16="http://schemas.microsoft.com/office/drawing/2014/main" id="{37BCEF7C-29B7-4C75-8773-7D794804DA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6" y="2187"/>
                <a:ext cx="27" cy="39"/>
              </a:xfrm>
              <a:custGeom>
                <a:avLst/>
                <a:gdLst>
                  <a:gd name="T0" fmla="*/ 29 w 26"/>
                  <a:gd name="T1" fmla="*/ 15 h 37"/>
                  <a:gd name="T2" fmla="*/ 10 w 26"/>
                  <a:gd name="T3" fmla="*/ 4 h 37"/>
                  <a:gd name="T4" fmla="*/ 26 w 26"/>
                  <a:gd name="T5" fmla="*/ 28 h 37"/>
                  <a:gd name="T6" fmla="*/ 0 w 26"/>
                  <a:gd name="T7" fmla="*/ 43 h 3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37">
                    <a:moveTo>
                      <a:pt x="26" y="12"/>
                    </a:moveTo>
                    <a:cubicBezTo>
                      <a:pt x="21" y="8"/>
                      <a:pt x="17" y="0"/>
                      <a:pt x="10" y="4"/>
                    </a:cubicBezTo>
                    <a:cubicBezTo>
                      <a:pt x="7" y="17"/>
                      <a:pt x="21" y="17"/>
                      <a:pt x="23" y="25"/>
                    </a:cubicBezTo>
                    <a:cubicBezTo>
                      <a:pt x="25" y="36"/>
                      <a:pt x="8" y="37"/>
                      <a:pt x="0" y="37"/>
                    </a:cubicBezTo>
                  </a:path>
                </a:pathLst>
              </a:custGeom>
              <a:noFill/>
              <a:ln w="6350" cap="flat">
                <a:solidFill>
                  <a:srgbClr val="75332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</p:grpSp>
        <p:sp>
          <p:nvSpPr>
            <p:cNvPr id="50181" name="Freeform 624">
              <a:extLst>
                <a:ext uri="{FF2B5EF4-FFF2-40B4-BE49-F238E27FC236}">
                  <a16:creationId xmlns:a16="http://schemas.microsoft.com/office/drawing/2014/main" id="{E4CABE53-ABF6-4340-AA2C-3599EF3900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2" y="2260"/>
              <a:ext cx="20" cy="12"/>
            </a:xfrm>
            <a:custGeom>
              <a:avLst/>
              <a:gdLst>
                <a:gd name="T0" fmla="*/ 0 w 19"/>
                <a:gd name="T1" fmla="*/ 0 h 11"/>
                <a:gd name="T2" fmla="*/ 22 w 19"/>
                <a:gd name="T3" fmla="*/ 14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11">
                  <a:moveTo>
                    <a:pt x="0" y="0"/>
                  </a:moveTo>
                  <a:cubicBezTo>
                    <a:pt x="7" y="3"/>
                    <a:pt x="14" y="7"/>
                    <a:pt x="19" y="11"/>
                  </a:cubicBezTo>
                </a:path>
              </a:pathLst>
            </a:custGeom>
            <a:noFill/>
            <a:ln w="6350" cap="flat">
              <a:solidFill>
                <a:srgbClr val="75332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0182" name="Freeform 625">
              <a:extLst>
                <a:ext uri="{FF2B5EF4-FFF2-40B4-BE49-F238E27FC236}">
                  <a16:creationId xmlns:a16="http://schemas.microsoft.com/office/drawing/2014/main" id="{9F02A104-61FF-4A17-B3DC-94C0D327389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2" y="2504"/>
              <a:ext cx="14" cy="4"/>
            </a:xfrm>
            <a:custGeom>
              <a:avLst/>
              <a:gdLst>
                <a:gd name="T0" fmla="*/ 0 w 13"/>
                <a:gd name="T1" fmla="*/ 0 h 4"/>
                <a:gd name="T2" fmla="*/ 16 w 13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4">
                  <a:moveTo>
                    <a:pt x="0" y="0"/>
                  </a:moveTo>
                  <a:cubicBezTo>
                    <a:pt x="3" y="4"/>
                    <a:pt x="9" y="0"/>
                    <a:pt x="13" y="0"/>
                  </a:cubicBezTo>
                </a:path>
              </a:pathLst>
            </a:custGeom>
            <a:noFill/>
            <a:ln w="6350" cap="flat">
              <a:solidFill>
                <a:srgbClr val="75332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0183" name="Freeform 626">
              <a:extLst>
                <a:ext uri="{FF2B5EF4-FFF2-40B4-BE49-F238E27FC236}">
                  <a16:creationId xmlns:a16="http://schemas.microsoft.com/office/drawing/2014/main" id="{55D2FF63-F2AA-4983-9959-24CB1A741A2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8" y="1792"/>
              <a:ext cx="363" cy="138"/>
            </a:xfrm>
            <a:custGeom>
              <a:avLst/>
              <a:gdLst>
                <a:gd name="T0" fmla="*/ 56 w 344"/>
                <a:gd name="T1" fmla="*/ 4 h 130"/>
                <a:gd name="T2" fmla="*/ 82 w 344"/>
                <a:gd name="T3" fmla="*/ 0 h 130"/>
                <a:gd name="T4" fmla="*/ 108 w 344"/>
                <a:gd name="T5" fmla="*/ 23 h 130"/>
                <a:gd name="T6" fmla="*/ 142 w 344"/>
                <a:gd name="T7" fmla="*/ 56 h 130"/>
                <a:gd name="T8" fmla="*/ 218 w 344"/>
                <a:gd name="T9" fmla="*/ 104 h 130"/>
                <a:gd name="T10" fmla="*/ 306 w 344"/>
                <a:gd name="T11" fmla="*/ 131 h 130"/>
                <a:gd name="T12" fmla="*/ 356 w 344"/>
                <a:gd name="T13" fmla="*/ 140 h 130"/>
                <a:gd name="T14" fmla="*/ 404 w 344"/>
                <a:gd name="T15" fmla="*/ 149 h 130"/>
                <a:gd name="T16" fmla="*/ 326 w 344"/>
                <a:gd name="T17" fmla="*/ 148 h 130"/>
                <a:gd name="T18" fmla="*/ 216 w 344"/>
                <a:gd name="T19" fmla="*/ 127 h 130"/>
                <a:gd name="T20" fmla="*/ 108 w 344"/>
                <a:gd name="T21" fmla="*/ 71 h 130"/>
                <a:gd name="T22" fmla="*/ 72 w 344"/>
                <a:gd name="T23" fmla="*/ 38 h 130"/>
                <a:gd name="T24" fmla="*/ 34 w 344"/>
                <a:gd name="T25" fmla="*/ 67 h 130"/>
                <a:gd name="T26" fmla="*/ 0 w 344"/>
                <a:gd name="T27" fmla="*/ 93 h 130"/>
                <a:gd name="T28" fmla="*/ 34 w 344"/>
                <a:gd name="T29" fmla="*/ 42 h 130"/>
                <a:gd name="T30" fmla="*/ 59 w 344"/>
                <a:gd name="T31" fmla="*/ 8 h 130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344" h="130">
                  <a:moveTo>
                    <a:pt x="47" y="4"/>
                  </a:moveTo>
                  <a:cubicBezTo>
                    <a:pt x="54" y="4"/>
                    <a:pt x="67" y="7"/>
                    <a:pt x="70" y="0"/>
                  </a:cubicBezTo>
                  <a:cubicBezTo>
                    <a:pt x="79" y="1"/>
                    <a:pt x="86" y="14"/>
                    <a:pt x="92" y="20"/>
                  </a:cubicBezTo>
                  <a:cubicBezTo>
                    <a:pt x="101" y="31"/>
                    <a:pt x="110" y="38"/>
                    <a:pt x="121" y="47"/>
                  </a:cubicBezTo>
                  <a:cubicBezTo>
                    <a:pt x="142" y="65"/>
                    <a:pt x="161" y="75"/>
                    <a:pt x="186" y="87"/>
                  </a:cubicBezTo>
                  <a:cubicBezTo>
                    <a:pt x="211" y="99"/>
                    <a:pt x="233" y="106"/>
                    <a:pt x="261" y="109"/>
                  </a:cubicBezTo>
                  <a:cubicBezTo>
                    <a:pt x="274" y="110"/>
                    <a:pt x="289" y="115"/>
                    <a:pt x="302" y="117"/>
                  </a:cubicBezTo>
                  <a:cubicBezTo>
                    <a:pt x="315" y="120"/>
                    <a:pt x="332" y="119"/>
                    <a:pt x="344" y="124"/>
                  </a:cubicBezTo>
                  <a:cubicBezTo>
                    <a:pt x="329" y="130"/>
                    <a:pt x="296" y="125"/>
                    <a:pt x="278" y="123"/>
                  </a:cubicBezTo>
                  <a:cubicBezTo>
                    <a:pt x="247" y="120"/>
                    <a:pt x="215" y="113"/>
                    <a:pt x="184" y="106"/>
                  </a:cubicBezTo>
                  <a:cubicBezTo>
                    <a:pt x="151" y="98"/>
                    <a:pt x="117" y="83"/>
                    <a:pt x="92" y="59"/>
                  </a:cubicBezTo>
                  <a:cubicBezTo>
                    <a:pt x="85" y="51"/>
                    <a:pt x="74" y="30"/>
                    <a:pt x="61" y="32"/>
                  </a:cubicBezTo>
                  <a:cubicBezTo>
                    <a:pt x="53" y="33"/>
                    <a:pt x="36" y="50"/>
                    <a:pt x="28" y="56"/>
                  </a:cubicBezTo>
                  <a:cubicBezTo>
                    <a:pt x="18" y="63"/>
                    <a:pt x="10" y="71"/>
                    <a:pt x="0" y="78"/>
                  </a:cubicBezTo>
                  <a:cubicBezTo>
                    <a:pt x="12" y="66"/>
                    <a:pt x="19" y="50"/>
                    <a:pt x="28" y="36"/>
                  </a:cubicBezTo>
                  <a:cubicBezTo>
                    <a:pt x="35" y="26"/>
                    <a:pt x="45" y="18"/>
                    <a:pt x="50" y="8"/>
                  </a:cubicBezTo>
                </a:path>
              </a:pathLst>
            </a:custGeom>
            <a:solidFill>
              <a:srgbClr val="6C2D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0184" name="Freeform 627">
              <a:extLst>
                <a:ext uri="{FF2B5EF4-FFF2-40B4-BE49-F238E27FC236}">
                  <a16:creationId xmlns:a16="http://schemas.microsoft.com/office/drawing/2014/main" id="{F20E8D18-8E9F-4C9C-B621-8D29131D7A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1" y="1841"/>
              <a:ext cx="110" cy="72"/>
            </a:xfrm>
            <a:custGeom>
              <a:avLst/>
              <a:gdLst>
                <a:gd name="T0" fmla="*/ 0 w 104"/>
                <a:gd name="T1" fmla="*/ 80 h 68"/>
                <a:gd name="T2" fmla="*/ 19 w 104"/>
                <a:gd name="T3" fmla="*/ 65 h 68"/>
                <a:gd name="T4" fmla="*/ 37 w 104"/>
                <a:gd name="T5" fmla="*/ 39 h 68"/>
                <a:gd name="T6" fmla="*/ 60 w 104"/>
                <a:gd name="T7" fmla="*/ 1 h 68"/>
                <a:gd name="T8" fmla="*/ 90 w 104"/>
                <a:gd name="T9" fmla="*/ 38 h 68"/>
                <a:gd name="T10" fmla="*/ 123 w 104"/>
                <a:gd name="T11" fmla="*/ 76 h 68"/>
                <a:gd name="T12" fmla="*/ 86 w 104"/>
                <a:gd name="T13" fmla="*/ 53 h 68"/>
                <a:gd name="T14" fmla="*/ 56 w 104"/>
                <a:gd name="T15" fmla="*/ 36 h 68"/>
                <a:gd name="T16" fmla="*/ 32 w 104"/>
                <a:gd name="T17" fmla="*/ 64 h 68"/>
                <a:gd name="T18" fmla="*/ 6 w 104"/>
                <a:gd name="T19" fmla="*/ 78 h 6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04" h="68">
                  <a:moveTo>
                    <a:pt x="0" y="68"/>
                  </a:moveTo>
                  <a:cubicBezTo>
                    <a:pt x="2" y="64"/>
                    <a:pt x="12" y="60"/>
                    <a:pt x="16" y="55"/>
                  </a:cubicBezTo>
                  <a:cubicBezTo>
                    <a:pt x="23" y="48"/>
                    <a:pt x="26" y="41"/>
                    <a:pt x="31" y="33"/>
                  </a:cubicBezTo>
                  <a:cubicBezTo>
                    <a:pt x="35" y="25"/>
                    <a:pt x="41" y="3"/>
                    <a:pt x="51" y="1"/>
                  </a:cubicBezTo>
                  <a:cubicBezTo>
                    <a:pt x="60" y="0"/>
                    <a:pt x="71" y="25"/>
                    <a:pt x="76" y="32"/>
                  </a:cubicBezTo>
                  <a:cubicBezTo>
                    <a:pt x="84" y="43"/>
                    <a:pt x="94" y="59"/>
                    <a:pt x="104" y="64"/>
                  </a:cubicBezTo>
                  <a:cubicBezTo>
                    <a:pt x="94" y="62"/>
                    <a:pt x="81" y="51"/>
                    <a:pt x="73" y="44"/>
                  </a:cubicBezTo>
                  <a:cubicBezTo>
                    <a:pt x="65" y="37"/>
                    <a:pt x="58" y="24"/>
                    <a:pt x="47" y="30"/>
                  </a:cubicBezTo>
                  <a:cubicBezTo>
                    <a:pt x="38" y="35"/>
                    <a:pt x="34" y="47"/>
                    <a:pt x="26" y="54"/>
                  </a:cubicBezTo>
                  <a:cubicBezTo>
                    <a:pt x="20" y="58"/>
                    <a:pt x="12" y="64"/>
                    <a:pt x="6" y="66"/>
                  </a:cubicBezTo>
                </a:path>
              </a:pathLst>
            </a:custGeom>
            <a:solidFill>
              <a:srgbClr val="6C2D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0185" name="Freeform 628">
              <a:extLst>
                <a:ext uri="{FF2B5EF4-FFF2-40B4-BE49-F238E27FC236}">
                  <a16:creationId xmlns:a16="http://schemas.microsoft.com/office/drawing/2014/main" id="{8A7C4AA3-5B6B-4EA0-A7C6-3A961E1CC7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1" y="1996"/>
              <a:ext cx="608" cy="87"/>
            </a:xfrm>
            <a:custGeom>
              <a:avLst/>
              <a:gdLst>
                <a:gd name="T0" fmla="*/ 0 w 576"/>
                <a:gd name="T1" fmla="*/ 0 h 82"/>
                <a:gd name="T2" fmla="*/ 165 w 576"/>
                <a:gd name="T3" fmla="*/ 56 h 82"/>
                <a:gd name="T4" fmla="*/ 474 w 576"/>
                <a:gd name="T5" fmla="*/ 50 h 82"/>
                <a:gd name="T6" fmla="*/ 678 w 576"/>
                <a:gd name="T7" fmla="*/ 31 h 82"/>
                <a:gd name="T8" fmla="*/ 498 w 576"/>
                <a:gd name="T9" fmla="*/ 76 h 82"/>
                <a:gd name="T10" fmla="*/ 226 w 576"/>
                <a:gd name="T11" fmla="*/ 79 h 82"/>
                <a:gd name="T12" fmla="*/ 0 w 576"/>
                <a:gd name="T13" fmla="*/ 0 h 8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76" h="82">
                  <a:moveTo>
                    <a:pt x="0" y="0"/>
                  </a:moveTo>
                  <a:cubicBezTo>
                    <a:pt x="0" y="0"/>
                    <a:pt x="90" y="50"/>
                    <a:pt x="140" y="47"/>
                  </a:cubicBezTo>
                  <a:cubicBezTo>
                    <a:pt x="189" y="44"/>
                    <a:pt x="334" y="19"/>
                    <a:pt x="403" y="41"/>
                  </a:cubicBezTo>
                  <a:cubicBezTo>
                    <a:pt x="472" y="64"/>
                    <a:pt x="535" y="46"/>
                    <a:pt x="576" y="25"/>
                  </a:cubicBezTo>
                  <a:cubicBezTo>
                    <a:pt x="576" y="25"/>
                    <a:pt x="486" y="82"/>
                    <a:pt x="423" y="64"/>
                  </a:cubicBezTo>
                  <a:cubicBezTo>
                    <a:pt x="359" y="47"/>
                    <a:pt x="239" y="52"/>
                    <a:pt x="192" y="66"/>
                  </a:cubicBezTo>
                  <a:cubicBezTo>
                    <a:pt x="146" y="81"/>
                    <a:pt x="82" y="54"/>
                    <a:pt x="0" y="0"/>
                  </a:cubicBezTo>
                  <a:close/>
                </a:path>
              </a:pathLst>
            </a:custGeom>
            <a:solidFill>
              <a:srgbClr val="6C2D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0186" name="Freeform 629">
              <a:extLst>
                <a:ext uri="{FF2B5EF4-FFF2-40B4-BE49-F238E27FC236}">
                  <a16:creationId xmlns:a16="http://schemas.microsoft.com/office/drawing/2014/main" id="{57DE0072-BDE1-43DB-A95D-9720D3BDAA7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8" y="2245"/>
              <a:ext cx="69" cy="143"/>
            </a:xfrm>
            <a:custGeom>
              <a:avLst/>
              <a:gdLst>
                <a:gd name="T0" fmla="*/ 38 w 65"/>
                <a:gd name="T1" fmla="*/ 0 h 135"/>
                <a:gd name="T2" fmla="*/ 3 w 65"/>
                <a:gd name="T3" fmla="*/ 49 h 135"/>
                <a:gd name="T4" fmla="*/ 3 w 65"/>
                <a:gd name="T5" fmla="*/ 105 h 135"/>
                <a:gd name="T6" fmla="*/ 5 w 65"/>
                <a:gd name="T7" fmla="*/ 160 h 135"/>
                <a:gd name="T8" fmla="*/ 12 w 65"/>
                <a:gd name="T9" fmla="*/ 109 h 135"/>
                <a:gd name="T10" fmla="*/ 19 w 65"/>
                <a:gd name="T11" fmla="*/ 59 h 135"/>
                <a:gd name="T12" fmla="*/ 50 w 65"/>
                <a:gd name="T13" fmla="*/ 41 h 135"/>
                <a:gd name="T14" fmla="*/ 77 w 65"/>
                <a:gd name="T15" fmla="*/ 36 h 135"/>
                <a:gd name="T16" fmla="*/ 44 w 65"/>
                <a:gd name="T17" fmla="*/ 2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5" h="135">
                  <a:moveTo>
                    <a:pt x="32" y="0"/>
                  </a:moveTo>
                  <a:cubicBezTo>
                    <a:pt x="13" y="6"/>
                    <a:pt x="6" y="23"/>
                    <a:pt x="3" y="41"/>
                  </a:cubicBezTo>
                  <a:cubicBezTo>
                    <a:pt x="0" y="56"/>
                    <a:pt x="1" y="72"/>
                    <a:pt x="3" y="88"/>
                  </a:cubicBezTo>
                  <a:cubicBezTo>
                    <a:pt x="4" y="102"/>
                    <a:pt x="0" y="122"/>
                    <a:pt x="5" y="135"/>
                  </a:cubicBezTo>
                  <a:cubicBezTo>
                    <a:pt x="5" y="121"/>
                    <a:pt x="6" y="106"/>
                    <a:pt x="9" y="92"/>
                  </a:cubicBezTo>
                  <a:cubicBezTo>
                    <a:pt x="11" y="79"/>
                    <a:pt x="9" y="61"/>
                    <a:pt x="16" y="50"/>
                  </a:cubicBezTo>
                  <a:cubicBezTo>
                    <a:pt x="21" y="41"/>
                    <a:pt x="30" y="35"/>
                    <a:pt x="41" y="35"/>
                  </a:cubicBezTo>
                  <a:cubicBezTo>
                    <a:pt x="51" y="35"/>
                    <a:pt x="56" y="38"/>
                    <a:pt x="65" y="30"/>
                  </a:cubicBezTo>
                  <a:cubicBezTo>
                    <a:pt x="45" y="28"/>
                    <a:pt x="37" y="24"/>
                    <a:pt x="37" y="2"/>
                  </a:cubicBezTo>
                </a:path>
              </a:pathLst>
            </a:custGeom>
            <a:solidFill>
              <a:srgbClr val="6C2D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0187" name="Freeform 630">
              <a:extLst>
                <a:ext uri="{FF2B5EF4-FFF2-40B4-BE49-F238E27FC236}">
                  <a16:creationId xmlns:a16="http://schemas.microsoft.com/office/drawing/2014/main" id="{921B82D7-05A2-472E-9E05-04B6510D8D4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9" y="2295"/>
              <a:ext cx="122" cy="93"/>
            </a:xfrm>
            <a:custGeom>
              <a:avLst/>
              <a:gdLst>
                <a:gd name="T0" fmla="*/ 1 w 116"/>
                <a:gd name="T1" fmla="*/ 83 h 88"/>
                <a:gd name="T2" fmla="*/ 0 w 116"/>
                <a:gd name="T3" fmla="*/ 0 h 88"/>
                <a:gd name="T4" fmla="*/ 21 w 116"/>
                <a:gd name="T5" fmla="*/ 33 h 88"/>
                <a:gd name="T6" fmla="*/ 50 w 116"/>
                <a:gd name="T7" fmla="*/ 55 h 88"/>
                <a:gd name="T8" fmla="*/ 135 w 116"/>
                <a:gd name="T9" fmla="*/ 63 h 88"/>
                <a:gd name="T10" fmla="*/ 61 w 116"/>
                <a:gd name="T11" fmla="*/ 70 h 88"/>
                <a:gd name="T12" fmla="*/ 25 w 116"/>
                <a:gd name="T13" fmla="*/ 72 h 88"/>
                <a:gd name="T14" fmla="*/ 4 w 116"/>
                <a:gd name="T15" fmla="*/ 104 h 8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6" h="88">
                  <a:moveTo>
                    <a:pt x="1" y="71"/>
                  </a:moveTo>
                  <a:cubicBezTo>
                    <a:pt x="3" y="46"/>
                    <a:pt x="3" y="24"/>
                    <a:pt x="0" y="0"/>
                  </a:cubicBezTo>
                  <a:cubicBezTo>
                    <a:pt x="7" y="6"/>
                    <a:pt x="12" y="19"/>
                    <a:pt x="18" y="27"/>
                  </a:cubicBezTo>
                  <a:cubicBezTo>
                    <a:pt x="25" y="36"/>
                    <a:pt x="34" y="41"/>
                    <a:pt x="44" y="46"/>
                  </a:cubicBezTo>
                  <a:cubicBezTo>
                    <a:pt x="67" y="56"/>
                    <a:pt x="91" y="55"/>
                    <a:pt x="116" y="54"/>
                  </a:cubicBezTo>
                  <a:cubicBezTo>
                    <a:pt x="100" y="65"/>
                    <a:pt x="70" y="63"/>
                    <a:pt x="52" y="59"/>
                  </a:cubicBezTo>
                  <a:cubicBezTo>
                    <a:pt x="40" y="56"/>
                    <a:pt x="33" y="54"/>
                    <a:pt x="22" y="61"/>
                  </a:cubicBezTo>
                  <a:cubicBezTo>
                    <a:pt x="13" y="67"/>
                    <a:pt x="2" y="76"/>
                    <a:pt x="4" y="88"/>
                  </a:cubicBezTo>
                </a:path>
              </a:pathLst>
            </a:custGeom>
            <a:solidFill>
              <a:srgbClr val="6C2D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0188" name="Freeform 631">
              <a:extLst>
                <a:ext uri="{FF2B5EF4-FFF2-40B4-BE49-F238E27FC236}">
                  <a16:creationId xmlns:a16="http://schemas.microsoft.com/office/drawing/2014/main" id="{6DFE738D-4312-435C-AE99-A04342EFC8F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4" y="2304"/>
              <a:ext cx="100" cy="60"/>
            </a:xfrm>
            <a:custGeom>
              <a:avLst/>
              <a:gdLst>
                <a:gd name="T0" fmla="*/ 105 w 95"/>
                <a:gd name="T1" fmla="*/ 0 h 57"/>
                <a:gd name="T2" fmla="*/ 51 w 95"/>
                <a:gd name="T3" fmla="*/ 47 h 57"/>
                <a:gd name="T4" fmla="*/ 25 w 95"/>
                <a:gd name="T5" fmla="*/ 55 h 57"/>
                <a:gd name="T6" fmla="*/ 0 w 95"/>
                <a:gd name="T7" fmla="*/ 61 h 57"/>
                <a:gd name="T8" fmla="*/ 63 w 95"/>
                <a:gd name="T9" fmla="*/ 58 h 57"/>
                <a:gd name="T10" fmla="*/ 107 w 95"/>
                <a:gd name="T11" fmla="*/ 58 h 57"/>
                <a:gd name="T12" fmla="*/ 105 w 95"/>
                <a:gd name="T13" fmla="*/ 2 h 5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5" h="57">
                  <a:moveTo>
                    <a:pt x="90" y="0"/>
                  </a:moveTo>
                  <a:cubicBezTo>
                    <a:pt x="74" y="14"/>
                    <a:pt x="65" y="31"/>
                    <a:pt x="44" y="41"/>
                  </a:cubicBezTo>
                  <a:cubicBezTo>
                    <a:pt x="37" y="44"/>
                    <a:pt x="29" y="46"/>
                    <a:pt x="22" y="47"/>
                  </a:cubicBezTo>
                  <a:cubicBezTo>
                    <a:pt x="16" y="48"/>
                    <a:pt x="4" y="49"/>
                    <a:pt x="0" y="52"/>
                  </a:cubicBezTo>
                  <a:cubicBezTo>
                    <a:pt x="12" y="57"/>
                    <a:pt x="43" y="53"/>
                    <a:pt x="54" y="49"/>
                  </a:cubicBezTo>
                  <a:cubicBezTo>
                    <a:pt x="70" y="44"/>
                    <a:pt x="77" y="37"/>
                    <a:pt x="92" y="49"/>
                  </a:cubicBezTo>
                  <a:cubicBezTo>
                    <a:pt x="95" y="35"/>
                    <a:pt x="90" y="17"/>
                    <a:pt x="90" y="2"/>
                  </a:cubicBezTo>
                </a:path>
              </a:pathLst>
            </a:custGeom>
            <a:solidFill>
              <a:srgbClr val="6C2D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0189" name="Freeform 632">
              <a:extLst>
                <a:ext uri="{FF2B5EF4-FFF2-40B4-BE49-F238E27FC236}">
                  <a16:creationId xmlns:a16="http://schemas.microsoft.com/office/drawing/2014/main" id="{F172E8EB-AC56-4496-AAAE-796ACE18651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0" y="2380"/>
              <a:ext cx="169" cy="93"/>
            </a:xfrm>
            <a:custGeom>
              <a:avLst/>
              <a:gdLst>
                <a:gd name="T0" fmla="*/ 71 w 160"/>
                <a:gd name="T1" fmla="*/ 104 h 88"/>
                <a:gd name="T2" fmla="*/ 130 w 160"/>
                <a:gd name="T3" fmla="*/ 83 h 88"/>
                <a:gd name="T4" fmla="*/ 189 w 160"/>
                <a:gd name="T5" fmla="*/ 85 h 88"/>
                <a:gd name="T6" fmla="*/ 97 w 160"/>
                <a:gd name="T7" fmla="*/ 57 h 88"/>
                <a:gd name="T8" fmla="*/ 0 w 160"/>
                <a:gd name="T9" fmla="*/ 0 h 88"/>
                <a:gd name="T10" fmla="*/ 40 w 160"/>
                <a:gd name="T11" fmla="*/ 35 h 88"/>
                <a:gd name="T12" fmla="*/ 67 w 160"/>
                <a:gd name="T13" fmla="*/ 58 h 88"/>
                <a:gd name="T14" fmla="*/ 77 w 160"/>
                <a:gd name="T15" fmla="*/ 98 h 8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0" h="88">
                  <a:moveTo>
                    <a:pt x="60" y="88"/>
                  </a:moveTo>
                  <a:cubicBezTo>
                    <a:pt x="74" y="77"/>
                    <a:pt x="92" y="72"/>
                    <a:pt x="110" y="71"/>
                  </a:cubicBezTo>
                  <a:cubicBezTo>
                    <a:pt x="126" y="70"/>
                    <a:pt x="146" y="66"/>
                    <a:pt x="160" y="72"/>
                  </a:cubicBezTo>
                  <a:cubicBezTo>
                    <a:pt x="134" y="66"/>
                    <a:pt x="108" y="56"/>
                    <a:pt x="82" y="48"/>
                  </a:cubicBezTo>
                  <a:cubicBezTo>
                    <a:pt x="51" y="38"/>
                    <a:pt x="23" y="22"/>
                    <a:pt x="0" y="0"/>
                  </a:cubicBezTo>
                  <a:cubicBezTo>
                    <a:pt x="13" y="8"/>
                    <a:pt x="22" y="20"/>
                    <a:pt x="34" y="29"/>
                  </a:cubicBezTo>
                  <a:cubicBezTo>
                    <a:pt x="42" y="36"/>
                    <a:pt x="51" y="41"/>
                    <a:pt x="57" y="49"/>
                  </a:cubicBezTo>
                  <a:cubicBezTo>
                    <a:pt x="64" y="60"/>
                    <a:pt x="65" y="71"/>
                    <a:pt x="65" y="83"/>
                  </a:cubicBezTo>
                </a:path>
              </a:pathLst>
            </a:custGeom>
            <a:solidFill>
              <a:srgbClr val="6C2D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0190" name="Freeform 633">
              <a:extLst>
                <a:ext uri="{FF2B5EF4-FFF2-40B4-BE49-F238E27FC236}">
                  <a16:creationId xmlns:a16="http://schemas.microsoft.com/office/drawing/2014/main" id="{FCFB3627-54B5-477E-91EB-FC71D5D5EC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4" y="2474"/>
              <a:ext cx="160" cy="156"/>
            </a:xfrm>
            <a:custGeom>
              <a:avLst/>
              <a:gdLst>
                <a:gd name="T0" fmla="*/ 0 w 152"/>
                <a:gd name="T1" fmla="*/ 6 h 148"/>
                <a:gd name="T2" fmla="*/ 81 w 152"/>
                <a:gd name="T3" fmla="*/ 8 h 148"/>
                <a:gd name="T4" fmla="*/ 141 w 152"/>
                <a:gd name="T5" fmla="*/ 28 h 148"/>
                <a:gd name="T6" fmla="*/ 154 w 152"/>
                <a:gd name="T7" fmla="*/ 173 h 148"/>
                <a:gd name="T8" fmla="*/ 108 w 152"/>
                <a:gd name="T9" fmla="*/ 36 h 148"/>
                <a:gd name="T10" fmla="*/ 3 w 152"/>
                <a:gd name="T11" fmla="*/ 14 h 14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2" h="148">
                  <a:moveTo>
                    <a:pt x="0" y="6"/>
                  </a:moveTo>
                  <a:cubicBezTo>
                    <a:pt x="19" y="0"/>
                    <a:pt x="49" y="6"/>
                    <a:pt x="69" y="8"/>
                  </a:cubicBezTo>
                  <a:cubicBezTo>
                    <a:pt x="84" y="10"/>
                    <a:pt x="110" y="13"/>
                    <a:pt x="121" y="25"/>
                  </a:cubicBezTo>
                  <a:cubicBezTo>
                    <a:pt x="152" y="58"/>
                    <a:pt x="110" y="113"/>
                    <a:pt x="132" y="148"/>
                  </a:cubicBezTo>
                  <a:cubicBezTo>
                    <a:pt x="112" y="111"/>
                    <a:pt x="139" y="50"/>
                    <a:pt x="93" y="30"/>
                  </a:cubicBezTo>
                  <a:cubicBezTo>
                    <a:pt x="65" y="17"/>
                    <a:pt x="28" y="27"/>
                    <a:pt x="3" y="11"/>
                  </a:cubicBezTo>
                </a:path>
              </a:pathLst>
            </a:custGeom>
            <a:solidFill>
              <a:srgbClr val="6C2D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0191" name="Freeform 634">
              <a:extLst>
                <a:ext uri="{FF2B5EF4-FFF2-40B4-BE49-F238E27FC236}">
                  <a16:creationId xmlns:a16="http://schemas.microsoft.com/office/drawing/2014/main" id="{3978D8B3-4DA1-4B91-83EB-FD856EFB7B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8" y="2654"/>
              <a:ext cx="126" cy="163"/>
            </a:xfrm>
            <a:custGeom>
              <a:avLst/>
              <a:gdLst>
                <a:gd name="T0" fmla="*/ 0 w 119"/>
                <a:gd name="T1" fmla="*/ 115 h 155"/>
                <a:gd name="T2" fmla="*/ 54 w 119"/>
                <a:gd name="T3" fmla="*/ 155 h 155"/>
                <a:gd name="T4" fmla="*/ 79 w 119"/>
                <a:gd name="T5" fmla="*/ 171 h 155"/>
                <a:gd name="T6" fmla="*/ 101 w 119"/>
                <a:gd name="T7" fmla="*/ 168 h 155"/>
                <a:gd name="T8" fmla="*/ 127 w 119"/>
                <a:gd name="T9" fmla="*/ 100 h 155"/>
                <a:gd name="T10" fmla="*/ 128 w 119"/>
                <a:gd name="T11" fmla="*/ 37 h 155"/>
                <a:gd name="T12" fmla="*/ 110 w 119"/>
                <a:gd name="T13" fmla="*/ 30 h 155"/>
                <a:gd name="T14" fmla="*/ 104 w 119"/>
                <a:gd name="T15" fmla="*/ 25 h 155"/>
                <a:gd name="T16" fmla="*/ 93 w 119"/>
                <a:gd name="T17" fmla="*/ 25 h 155"/>
                <a:gd name="T18" fmla="*/ 54 w 119"/>
                <a:gd name="T19" fmla="*/ 0 h 155"/>
                <a:gd name="T20" fmla="*/ 87 w 119"/>
                <a:gd name="T21" fmla="*/ 42 h 155"/>
                <a:gd name="T22" fmla="*/ 103 w 119"/>
                <a:gd name="T23" fmla="*/ 64 h 155"/>
                <a:gd name="T24" fmla="*/ 96 w 119"/>
                <a:gd name="T25" fmla="*/ 99 h 155"/>
                <a:gd name="T26" fmla="*/ 64 w 119"/>
                <a:gd name="T27" fmla="*/ 141 h 155"/>
                <a:gd name="T28" fmla="*/ 4 w 119"/>
                <a:gd name="T29" fmla="*/ 116 h 155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19" h="155">
                  <a:moveTo>
                    <a:pt x="0" y="99"/>
                  </a:moveTo>
                  <a:cubicBezTo>
                    <a:pt x="15" y="110"/>
                    <a:pt x="30" y="122"/>
                    <a:pt x="45" y="133"/>
                  </a:cubicBezTo>
                  <a:cubicBezTo>
                    <a:pt x="51" y="138"/>
                    <a:pt x="60" y="143"/>
                    <a:pt x="67" y="147"/>
                  </a:cubicBezTo>
                  <a:cubicBezTo>
                    <a:pt x="77" y="152"/>
                    <a:pt x="78" y="155"/>
                    <a:pt x="85" y="145"/>
                  </a:cubicBezTo>
                  <a:cubicBezTo>
                    <a:pt x="97" y="130"/>
                    <a:pt x="101" y="105"/>
                    <a:pt x="107" y="86"/>
                  </a:cubicBezTo>
                  <a:cubicBezTo>
                    <a:pt x="111" y="70"/>
                    <a:pt x="119" y="46"/>
                    <a:pt x="108" y="31"/>
                  </a:cubicBezTo>
                  <a:cubicBezTo>
                    <a:pt x="101" y="35"/>
                    <a:pt x="99" y="30"/>
                    <a:pt x="93" y="27"/>
                  </a:cubicBezTo>
                  <a:cubicBezTo>
                    <a:pt x="90" y="25"/>
                    <a:pt x="92" y="23"/>
                    <a:pt x="88" y="22"/>
                  </a:cubicBezTo>
                  <a:cubicBezTo>
                    <a:pt x="86" y="21"/>
                    <a:pt x="80" y="22"/>
                    <a:pt x="78" y="22"/>
                  </a:cubicBezTo>
                  <a:cubicBezTo>
                    <a:pt x="63" y="20"/>
                    <a:pt x="53" y="10"/>
                    <a:pt x="45" y="0"/>
                  </a:cubicBezTo>
                  <a:cubicBezTo>
                    <a:pt x="52" y="15"/>
                    <a:pt x="61" y="26"/>
                    <a:pt x="73" y="36"/>
                  </a:cubicBezTo>
                  <a:cubicBezTo>
                    <a:pt x="80" y="42"/>
                    <a:pt x="85" y="45"/>
                    <a:pt x="87" y="55"/>
                  </a:cubicBezTo>
                  <a:cubicBezTo>
                    <a:pt x="89" y="65"/>
                    <a:pt x="83" y="75"/>
                    <a:pt x="81" y="85"/>
                  </a:cubicBezTo>
                  <a:cubicBezTo>
                    <a:pt x="78" y="103"/>
                    <a:pt x="76" y="124"/>
                    <a:pt x="54" y="121"/>
                  </a:cubicBezTo>
                  <a:cubicBezTo>
                    <a:pt x="35" y="119"/>
                    <a:pt x="21" y="104"/>
                    <a:pt x="4" y="100"/>
                  </a:cubicBezTo>
                </a:path>
              </a:pathLst>
            </a:custGeom>
            <a:solidFill>
              <a:srgbClr val="6C2D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0192" name="Freeform 635">
              <a:extLst>
                <a:ext uri="{FF2B5EF4-FFF2-40B4-BE49-F238E27FC236}">
                  <a16:creationId xmlns:a16="http://schemas.microsoft.com/office/drawing/2014/main" id="{4DC5B295-1233-43B9-88B1-05718A2D66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0" y="2757"/>
              <a:ext cx="181" cy="324"/>
            </a:xfrm>
            <a:custGeom>
              <a:avLst/>
              <a:gdLst>
                <a:gd name="T0" fmla="*/ 142 w 171"/>
                <a:gd name="T1" fmla="*/ 38 h 307"/>
                <a:gd name="T2" fmla="*/ 134 w 171"/>
                <a:gd name="T3" fmla="*/ 70 h 307"/>
                <a:gd name="T4" fmla="*/ 85 w 171"/>
                <a:gd name="T5" fmla="*/ 47 h 307"/>
                <a:gd name="T6" fmla="*/ 127 w 171"/>
                <a:gd name="T7" fmla="*/ 82 h 307"/>
                <a:gd name="T8" fmla="*/ 138 w 171"/>
                <a:gd name="T9" fmla="*/ 133 h 307"/>
                <a:gd name="T10" fmla="*/ 126 w 171"/>
                <a:gd name="T11" fmla="*/ 245 h 307"/>
                <a:gd name="T12" fmla="*/ 88 w 171"/>
                <a:gd name="T13" fmla="*/ 337 h 307"/>
                <a:gd name="T14" fmla="*/ 53 w 171"/>
                <a:gd name="T15" fmla="*/ 341 h 307"/>
                <a:gd name="T16" fmla="*/ 0 w 171"/>
                <a:gd name="T17" fmla="*/ 320 h 307"/>
                <a:gd name="T18" fmla="*/ 74 w 171"/>
                <a:gd name="T19" fmla="*/ 354 h 307"/>
                <a:gd name="T20" fmla="*/ 123 w 171"/>
                <a:gd name="T21" fmla="*/ 303 h 307"/>
                <a:gd name="T22" fmla="*/ 153 w 171"/>
                <a:gd name="T23" fmla="*/ 192 h 307"/>
                <a:gd name="T24" fmla="*/ 179 w 171"/>
                <a:gd name="T25" fmla="*/ 89 h 307"/>
                <a:gd name="T26" fmla="*/ 194 w 171"/>
                <a:gd name="T27" fmla="*/ 47 h 307"/>
                <a:gd name="T28" fmla="*/ 203 w 171"/>
                <a:gd name="T29" fmla="*/ 0 h 307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71" h="307">
                  <a:moveTo>
                    <a:pt x="120" y="32"/>
                  </a:moveTo>
                  <a:cubicBezTo>
                    <a:pt x="122" y="39"/>
                    <a:pt x="135" y="58"/>
                    <a:pt x="113" y="60"/>
                  </a:cubicBezTo>
                  <a:cubicBezTo>
                    <a:pt x="100" y="61"/>
                    <a:pt x="84" y="47"/>
                    <a:pt x="72" y="41"/>
                  </a:cubicBezTo>
                  <a:cubicBezTo>
                    <a:pt x="85" y="49"/>
                    <a:pt x="99" y="58"/>
                    <a:pt x="107" y="70"/>
                  </a:cubicBezTo>
                  <a:cubicBezTo>
                    <a:pt x="115" y="83"/>
                    <a:pt x="116" y="98"/>
                    <a:pt x="116" y="113"/>
                  </a:cubicBezTo>
                  <a:cubicBezTo>
                    <a:pt x="118" y="145"/>
                    <a:pt x="114" y="177"/>
                    <a:pt x="106" y="208"/>
                  </a:cubicBezTo>
                  <a:cubicBezTo>
                    <a:pt x="100" y="233"/>
                    <a:pt x="96" y="269"/>
                    <a:pt x="74" y="286"/>
                  </a:cubicBezTo>
                  <a:cubicBezTo>
                    <a:pt x="65" y="294"/>
                    <a:pt x="55" y="294"/>
                    <a:pt x="44" y="290"/>
                  </a:cubicBezTo>
                  <a:cubicBezTo>
                    <a:pt x="30" y="286"/>
                    <a:pt x="12" y="280"/>
                    <a:pt x="0" y="272"/>
                  </a:cubicBezTo>
                  <a:cubicBezTo>
                    <a:pt x="15" y="287"/>
                    <a:pt x="38" y="307"/>
                    <a:pt x="62" y="300"/>
                  </a:cubicBezTo>
                  <a:cubicBezTo>
                    <a:pt x="81" y="294"/>
                    <a:pt x="96" y="276"/>
                    <a:pt x="104" y="258"/>
                  </a:cubicBezTo>
                  <a:cubicBezTo>
                    <a:pt x="116" y="227"/>
                    <a:pt x="121" y="194"/>
                    <a:pt x="129" y="163"/>
                  </a:cubicBezTo>
                  <a:cubicBezTo>
                    <a:pt x="137" y="134"/>
                    <a:pt x="143" y="104"/>
                    <a:pt x="151" y="76"/>
                  </a:cubicBezTo>
                  <a:cubicBezTo>
                    <a:pt x="154" y="64"/>
                    <a:pt x="159" y="53"/>
                    <a:pt x="163" y="41"/>
                  </a:cubicBezTo>
                  <a:cubicBezTo>
                    <a:pt x="166" y="28"/>
                    <a:pt x="167" y="11"/>
                    <a:pt x="171" y="0"/>
                  </a:cubicBezTo>
                </a:path>
              </a:pathLst>
            </a:custGeom>
            <a:solidFill>
              <a:srgbClr val="6C2D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0193" name="Freeform 636">
              <a:extLst>
                <a:ext uri="{FF2B5EF4-FFF2-40B4-BE49-F238E27FC236}">
                  <a16:creationId xmlns:a16="http://schemas.microsoft.com/office/drawing/2014/main" id="{83F6F92A-9E3D-4141-80C7-A1700D849D3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6" y="2954"/>
              <a:ext cx="186" cy="136"/>
            </a:xfrm>
            <a:custGeom>
              <a:avLst/>
              <a:gdLst>
                <a:gd name="T0" fmla="*/ 204 w 176"/>
                <a:gd name="T1" fmla="*/ 5 h 128"/>
                <a:gd name="T2" fmla="*/ 163 w 176"/>
                <a:gd name="T3" fmla="*/ 90 h 128"/>
                <a:gd name="T4" fmla="*/ 85 w 176"/>
                <a:gd name="T5" fmla="*/ 87 h 128"/>
                <a:gd name="T6" fmla="*/ 0 w 176"/>
                <a:gd name="T7" fmla="*/ 91 h 128"/>
                <a:gd name="T8" fmla="*/ 71 w 176"/>
                <a:gd name="T9" fmla="*/ 112 h 128"/>
                <a:gd name="T10" fmla="*/ 127 w 176"/>
                <a:gd name="T11" fmla="*/ 139 h 128"/>
                <a:gd name="T12" fmla="*/ 208 w 176"/>
                <a:gd name="T13" fmla="*/ 0 h 1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6" h="128">
                  <a:moveTo>
                    <a:pt x="173" y="5"/>
                  </a:moveTo>
                  <a:cubicBezTo>
                    <a:pt x="165" y="26"/>
                    <a:pt x="157" y="60"/>
                    <a:pt x="138" y="75"/>
                  </a:cubicBezTo>
                  <a:cubicBezTo>
                    <a:pt x="120" y="89"/>
                    <a:pt x="91" y="79"/>
                    <a:pt x="72" y="72"/>
                  </a:cubicBezTo>
                  <a:cubicBezTo>
                    <a:pt x="46" y="61"/>
                    <a:pt x="23" y="60"/>
                    <a:pt x="0" y="76"/>
                  </a:cubicBezTo>
                  <a:cubicBezTo>
                    <a:pt x="19" y="72"/>
                    <a:pt x="44" y="84"/>
                    <a:pt x="60" y="93"/>
                  </a:cubicBezTo>
                  <a:cubicBezTo>
                    <a:pt x="76" y="101"/>
                    <a:pt x="90" y="113"/>
                    <a:pt x="108" y="116"/>
                  </a:cubicBezTo>
                  <a:cubicBezTo>
                    <a:pt x="168" y="128"/>
                    <a:pt x="160" y="32"/>
                    <a:pt x="176" y="0"/>
                  </a:cubicBezTo>
                </a:path>
              </a:pathLst>
            </a:custGeom>
            <a:solidFill>
              <a:srgbClr val="6C2D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0194" name="Freeform 637">
              <a:extLst>
                <a:ext uri="{FF2B5EF4-FFF2-40B4-BE49-F238E27FC236}">
                  <a16:creationId xmlns:a16="http://schemas.microsoft.com/office/drawing/2014/main" id="{06A0D102-A0CF-4809-9CCC-92FD9D83E3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6" y="3087"/>
              <a:ext cx="90" cy="43"/>
            </a:xfrm>
            <a:custGeom>
              <a:avLst/>
              <a:gdLst>
                <a:gd name="T0" fmla="*/ 54 w 85"/>
                <a:gd name="T1" fmla="*/ 0 h 40"/>
                <a:gd name="T2" fmla="*/ 82 w 85"/>
                <a:gd name="T3" fmla="*/ 43 h 40"/>
                <a:gd name="T4" fmla="*/ 40 w 85"/>
                <a:gd name="T5" fmla="*/ 46 h 40"/>
                <a:gd name="T6" fmla="*/ 18 w 85"/>
                <a:gd name="T7" fmla="*/ 44 h 40"/>
                <a:gd name="T8" fmla="*/ 0 w 85"/>
                <a:gd name="T9" fmla="*/ 43 h 40"/>
                <a:gd name="T10" fmla="*/ 24 w 85"/>
                <a:gd name="T11" fmla="*/ 37 h 40"/>
                <a:gd name="T12" fmla="*/ 52 w 85"/>
                <a:gd name="T13" fmla="*/ 33 h 40"/>
                <a:gd name="T14" fmla="*/ 54 w 85"/>
                <a:gd name="T15" fmla="*/ 1 h 4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5" h="40">
                  <a:moveTo>
                    <a:pt x="45" y="0"/>
                  </a:moveTo>
                  <a:cubicBezTo>
                    <a:pt x="49" y="6"/>
                    <a:pt x="85" y="23"/>
                    <a:pt x="69" y="34"/>
                  </a:cubicBezTo>
                  <a:cubicBezTo>
                    <a:pt x="62" y="40"/>
                    <a:pt x="43" y="37"/>
                    <a:pt x="34" y="37"/>
                  </a:cubicBezTo>
                  <a:cubicBezTo>
                    <a:pt x="28" y="36"/>
                    <a:pt x="21" y="34"/>
                    <a:pt x="15" y="35"/>
                  </a:cubicBezTo>
                  <a:cubicBezTo>
                    <a:pt x="10" y="35"/>
                    <a:pt x="3" y="37"/>
                    <a:pt x="0" y="34"/>
                  </a:cubicBezTo>
                  <a:cubicBezTo>
                    <a:pt x="6" y="34"/>
                    <a:pt x="14" y="31"/>
                    <a:pt x="21" y="30"/>
                  </a:cubicBezTo>
                  <a:cubicBezTo>
                    <a:pt x="28" y="29"/>
                    <a:pt x="36" y="29"/>
                    <a:pt x="43" y="27"/>
                  </a:cubicBezTo>
                  <a:cubicBezTo>
                    <a:pt x="59" y="22"/>
                    <a:pt x="52" y="11"/>
                    <a:pt x="45" y="1"/>
                  </a:cubicBezTo>
                </a:path>
              </a:pathLst>
            </a:custGeom>
            <a:solidFill>
              <a:srgbClr val="6C2D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0195" name="Freeform 638">
              <a:extLst>
                <a:ext uri="{FF2B5EF4-FFF2-40B4-BE49-F238E27FC236}">
                  <a16:creationId xmlns:a16="http://schemas.microsoft.com/office/drawing/2014/main" id="{73937DA5-EC8A-4715-B7D5-682C6846A4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0" y="3141"/>
              <a:ext cx="178" cy="226"/>
            </a:xfrm>
            <a:custGeom>
              <a:avLst/>
              <a:gdLst>
                <a:gd name="T0" fmla="*/ 0 w 169"/>
                <a:gd name="T1" fmla="*/ 13 h 214"/>
                <a:gd name="T2" fmla="*/ 26 w 169"/>
                <a:gd name="T3" fmla="*/ 5 h 214"/>
                <a:gd name="T4" fmla="*/ 56 w 169"/>
                <a:gd name="T5" fmla="*/ 1 h 214"/>
                <a:gd name="T6" fmla="*/ 111 w 169"/>
                <a:gd name="T7" fmla="*/ 5 h 214"/>
                <a:gd name="T8" fmla="*/ 179 w 169"/>
                <a:gd name="T9" fmla="*/ 23 h 214"/>
                <a:gd name="T10" fmla="*/ 193 w 169"/>
                <a:gd name="T11" fmla="*/ 142 h 214"/>
                <a:gd name="T12" fmla="*/ 189 w 169"/>
                <a:gd name="T13" fmla="*/ 252 h 214"/>
                <a:gd name="T14" fmla="*/ 182 w 169"/>
                <a:gd name="T15" fmla="*/ 193 h 214"/>
                <a:gd name="T16" fmla="*/ 175 w 169"/>
                <a:gd name="T17" fmla="*/ 112 h 214"/>
                <a:gd name="T18" fmla="*/ 172 w 169"/>
                <a:gd name="T19" fmla="*/ 64 h 214"/>
                <a:gd name="T20" fmla="*/ 147 w 169"/>
                <a:gd name="T21" fmla="*/ 44 h 214"/>
                <a:gd name="T22" fmla="*/ 66 w 169"/>
                <a:gd name="T23" fmla="*/ 26 h 214"/>
                <a:gd name="T24" fmla="*/ 9 w 169"/>
                <a:gd name="T25" fmla="*/ 18 h 21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69" h="214">
                  <a:moveTo>
                    <a:pt x="0" y="10"/>
                  </a:moveTo>
                  <a:cubicBezTo>
                    <a:pt x="6" y="12"/>
                    <a:pt x="16" y="6"/>
                    <a:pt x="23" y="5"/>
                  </a:cubicBezTo>
                  <a:cubicBezTo>
                    <a:pt x="31" y="4"/>
                    <a:pt x="39" y="2"/>
                    <a:pt x="47" y="1"/>
                  </a:cubicBezTo>
                  <a:cubicBezTo>
                    <a:pt x="62" y="0"/>
                    <a:pt x="79" y="3"/>
                    <a:pt x="95" y="5"/>
                  </a:cubicBezTo>
                  <a:cubicBezTo>
                    <a:pt x="115" y="8"/>
                    <a:pt x="142" y="1"/>
                    <a:pt x="153" y="20"/>
                  </a:cubicBezTo>
                  <a:cubicBezTo>
                    <a:pt x="169" y="48"/>
                    <a:pt x="163" y="89"/>
                    <a:pt x="165" y="120"/>
                  </a:cubicBezTo>
                  <a:cubicBezTo>
                    <a:pt x="166" y="150"/>
                    <a:pt x="168" y="184"/>
                    <a:pt x="161" y="214"/>
                  </a:cubicBezTo>
                  <a:cubicBezTo>
                    <a:pt x="155" y="198"/>
                    <a:pt x="158" y="180"/>
                    <a:pt x="156" y="164"/>
                  </a:cubicBezTo>
                  <a:cubicBezTo>
                    <a:pt x="153" y="141"/>
                    <a:pt x="151" y="118"/>
                    <a:pt x="150" y="95"/>
                  </a:cubicBezTo>
                  <a:cubicBezTo>
                    <a:pt x="149" y="82"/>
                    <a:pt x="151" y="67"/>
                    <a:pt x="147" y="55"/>
                  </a:cubicBezTo>
                  <a:cubicBezTo>
                    <a:pt x="143" y="44"/>
                    <a:pt x="136" y="42"/>
                    <a:pt x="126" y="38"/>
                  </a:cubicBezTo>
                  <a:cubicBezTo>
                    <a:pt x="105" y="30"/>
                    <a:pt x="79" y="25"/>
                    <a:pt x="57" y="23"/>
                  </a:cubicBezTo>
                  <a:cubicBezTo>
                    <a:pt x="47" y="22"/>
                    <a:pt x="14" y="24"/>
                    <a:pt x="9" y="15"/>
                  </a:cubicBezTo>
                </a:path>
              </a:pathLst>
            </a:custGeom>
            <a:solidFill>
              <a:srgbClr val="6C2D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0196" name="Freeform 639">
              <a:extLst>
                <a:ext uri="{FF2B5EF4-FFF2-40B4-BE49-F238E27FC236}">
                  <a16:creationId xmlns:a16="http://schemas.microsoft.com/office/drawing/2014/main" id="{2EDE8FFE-7DB6-4B0B-B1A7-2464179C739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6" y="3212"/>
              <a:ext cx="215" cy="458"/>
            </a:xfrm>
            <a:custGeom>
              <a:avLst/>
              <a:gdLst>
                <a:gd name="T0" fmla="*/ 227 w 204"/>
                <a:gd name="T1" fmla="*/ 56 h 434"/>
                <a:gd name="T2" fmla="*/ 235 w 204"/>
                <a:gd name="T3" fmla="*/ 148 h 434"/>
                <a:gd name="T4" fmla="*/ 214 w 204"/>
                <a:gd name="T5" fmla="*/ 264 h 434"/>
                <a:gd name="T6" fmla="*/ 194 w 204"/>
                <a:gd name="T7" fmla="*/ 322 h 434"/>
                <a:gd name="T8" fmla="*/ 162 w 204"/>
                <a:gd name="T9" fmla="*/ 369 h 434"/>
                <a:gd name="T10" fmla="*/ 95 w 204"/>
                <a:gd name="T11" fmla="*/ 459 h 434"/>
                <a:gd name="T12" fmla="*/ 69 w 204"/>
                <a:gd name="T13" fmla="*/ 484 h 434"/>
                <a:gd name="T14" fmla="*/ 47 w 204"/>
                <a:gd name="T15" fmla="*/ 502 h 434"/>
                <a:gd name="T16" fmla="*/ 0 w 204"/>
                <a:gd name="T17" fmla="*/ 495 h 434"/>
                <a:gd name="T18" fmla="*/ 44 w 204"/>
                <a:gd name="T19" fmla="*/ 485 h 434"/>
                <a:gd name="T20" fmla="*/ 99 w 204"/>
                <a:gd name="T21" fmla="*/ 418 h 434"/>
                <a:gd name="T22" fmla="*/ 146 w 204"/>
                <a:gd name="T23" fmla="*/ 342 h 434"/>
                <a:gd name="T24" fmla="*/ 189 w 204"/>
                <a:gd name="T25" fmla="*/ 267 h 434"/>
                <a:gd name="T26" fmla="*/ 218 w 204"/>
                <a:gd name="T27" fmla="*/ 135 h 434"/>
                <a:gd name="T28" fmla="*/ 215 w 204"/>
                <a:gd name="T29" fmla="*/ 64 h 434"/>
                <a:gd name="T30" fmla="*/ 215 w 204"/>
                <a:gd name="T31" fmla="*/ 32 h 434"/>
                <a:gd name="T32" fmla="*/ 215 w 204"/>
                <a:gd name="T33" fmla="*/ 2 h 434"/>
                <a:gd name="T34" fmla="*/ 217 w 204"/>
                <a:gd name="T35" fmla="*/ 0 h 434"/>
                <a:gd name="T36" fmla="*/ 221 w 204"/>
                <a:gd name="T37" fmla="*/ 22 h 434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204" h="434">
                  <a:moveTo>
                    <a:pt x="194" y="47"/>
                  </a:moveTo>
                  <a:cubicBezTo>
                    <a:pt x="195" y="73"/>
                    <a:pt x="199" y="100"/>
                    <a:pt x="201" y="126"/>
                  </a:cubicBezTo>
                  <a:cubicBezTo>
                    <a:pt x="204" y="158"/>
                    <a:pt x="192" y="194"/>
                    <a:pt x="183" y="225"/>
                  </a:cubicBezTo>
                  <a:cubicBezTo>
                    <a:pt x="178" y="241"/>
                    <a:pt x="173" y="259"/>
                    <a:pt x="166" y="274"/>
                  </a:cubicBezTo>
                  <a:cubicBezTo>
                    <a:pt x="159" y="288"/>
                    <a:pt x="148" y="302"/>
                    <a:pt x="139" y="315"/>
                  </a:cubicBezTo>
                  <a:cubicBezTo>
                    <a:pt x="121" y="340"/>
                    <a:pt x="101" y="367"/>
                    <a:pt x="81" y="390"/>
                  </a:cubicBezTo>
                  <a:cubicBezTo>
                    <a:pt x="74" y="398"/>
                    <a:pt x="66" y="406"/>
                    <a:pt x="59" y="412"/>
                  </a:cubicBezTo>
                  <a:cubicBezTo>
                    <a:pt x="53" y="416"/>
                    <a:pt x="47" y="424"/>
                    <a:pt x="41" y="427"/>
                  </a:cubicBezTo>
                  <a:cubicBezTo>
                    <a:pt x="30" y="434"/>
                    <a:pt x="12" y="423"/>
                    <a:pt x="0" y="421"/>
                  </a:cubicBezTo>
                  <a:cubicBezTo>
                    <a:pt x="13" y="419"/>
                    <a:pt x="27" y="420"/>
                    <a:pt x="38" y="413"/>
                  </a:cubicBezTo>
                  <a:cubicBezTo>
                    <a:pt x="58" y="400"/>
                    <a:pt x="73" y="375"/>
                    <a:pt x="84" y="355"/>
                  </a:cubicBezTo>
                  <a:cubicBezTo>
                    <a:pt x="97" y="333"/>
                    <a:pt x="113" y="313"/>
                    <a:pt x="125" y="291"/>
                  </a:cubicBezTo>
                  <a:cubicBezTo>
                    <a:pt x="136" y="269"/>
                    <a:pt x="150" y="248"/>
                    <a:pt x="161" y="227"/>
                  </a:cubicBezTo>
                  <a:cubicBezTo>
                    <a:pt x="178" y="194"/>
                    <a:pt x="190" y="152"/>
                    <a:pt x="186" y="115"/>
                  </a:cubicBezTo>
                  <a:cubicBezTo>
                    <a:pt x="184" y="95"/>
                    <a:pt x="183" y="76"/>
                    <a:pt x="184" y="55"/>
                  </a:cubicBezTo>
                  <a:cubicBezTo>
                    <a:pt x="185" y="46"/>
                    <a:pt x="185" y="36"/>
                    <a:pt x="184" y="27"/>
                  </a:cubicBezTo>
                  <a:cubicBezTo>
                    <a:pt x="184" y="22"/>
                    <a:pt x="181" y="5"/>
                    <a:pt x="184" y="2"/>
                  </a:cubicBezTo>
                  <a:cubicBezTo>
                    <a:pt x="185" y="1"/>
                    <a:pt x="185" y="1"/>
                    <a:pt x="185" y="0"/>
                  </a:cubicBezTo>
                  <a:cubicBezTo>
                    <a:pt x="188" y="5"/>
                    <a:pt x="188" y="18"/>
                    <a:pt x="189" y="19"/>
                  </a:cubicBezTo>
                </a:path>
              </a:pathLst>
            </a:custGeom>
            <a:solidFill>
              <a:srgbClr val="6C2D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0197" name="Freeform 640">
              <a:extLst>
                <a:ext uri="{FF2B5EF4-FFF2-40B4-BE49-F238E27FC236}">
                  <a16:creationId xmlns:a16="http://schemas.microsoft.com/office/drawing/2014/main" id="{F62F01BC-AB48-444E-96DD-18B212E5EDA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5" y="3078"/>
              <a:ext cx="179" cy="50"/>
            </a:xfrm>
            <a:custGeom>
              <a:avLst/>
              <a:gdLst>
                <a:gd name="T0" fmla="*/ 0 w 170"/>
                <a:gd name="T1" fmla="*/ 0 h 47"/>
                <a:gd name="T2" fmla="*/ 48 w 170"/>
                <a:gd name="T3" fmla="*/ 21 h 47"/>
                <a:gd name="T4" fmla="*/ 102 w 170"/>
                <a:gd name="T5" fmla="*/ 38 h 47"/>
                <a:gd name="T6" fmla="*/ 198 w 170"/>
                <a:gd name="T7" fmla="*/ 37 h 47"/>
                <a:gd name="T8" fmla="*/ 96 w 170"/>
                <a:gd name="T9" fmla="*/ 47 h 47"/>
                <a:gd name="T10" fmla="*/ 42 w 170"/>
                <a:gd name="T11" fmla="*/ 37 h 47"/>
                <a:gd name="T12" fmla="*/ 2 w 170"/>
                <a:gd name="T13" fmla="*/ 6 h 4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0" h="47">
                  <a:moveTo>
                    <a:pt x="0" y="0"/>
                  </a:moveTo>
                  <a:cubicBezTo>
                    <a:pt x="13" y="6"/>
                    <a:pt x="29" y="11"/>
                    <a:pt x="42" y="18"/>
                  </a:cubicBezTo>
                  <a:cubicBezTo>
                    <a:pt x="56" y="25"/>
                    <a:pt x="72" y="28"/>
                    <a:pt x="87" y="32"/>
                  </a:cubicBezTo>
                  <a:cubicBezTo>
                    <a:pt x="116" y="41"/>
                    <a:pt x="141" y="36"/>
                    <a:pt x="170" y="31"/>
                  </a:cubicBezTo>
                  <a:cubicBezTo>
                    <a:pt x="143" y="47"/>
                    <a:pt x="112" y="39"/>
                    <a:pt x="82" y="39"/>
                  </a:cubicBezTo>
                  <a:cubicBezTo>
                    <a:pt x="67" y="39"/>
                    <a:pt x="50" y="40"/>
                    <a:pt x="36" y="31"/>
                  </a:cubicBezTo>
                  <a:cubicBezTo>
                    <a:pt x="25" y="24"/>
                    <a:pt x="13" y="14"/>
                    <a:pt x="2" y="6"/>
                  </a:cubicBezTo>
                </a:path>
              </a:pathLst>
            </a:custGeom>
            <a:solidFill>
              <a:srgbClr val="6C2D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0198" name="Freeform 641">
              <a:extLst>
                <a:ext uri="{FF2B5EF4-FFF2-40B4-BE49-F238E27FC236}">
                  <a16:creationId xmlns:a16="http://schemas.microsoft.com/office/drawing/2014/main" id="{72D0E835-6163-468A-BC9F-26FE275CCB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1" y="3778"/>
              <a:ext cx="106" cy="21"/>
            </a:xfrm>
            <a:custGeom>
              <a:avLst/>
              <a:gdLst>
                <a:gd name="T0" fmla="*/ 0 w 100"/>
                <a:gd name="T1" fmla="*/ 8 h 20"/>
                <a:gd name="T2" fmla="*/ 60 w 100"/>
                <a:gd name="T3" fmla="*/ 4 h 20"/>
                <a:gd name="T4" fmla="*/ 88 w 100"/>
                <a:gd name="T5" fmla="*/ 14 h 20"/>
                <a:gd name="T6" fmla="*/ 119 w 100"/>
                <a:gd name="T7" fmla="*/ 23 h 20"/>
                <a:gd name="T8" fmla="*/ 92 w 100"/>
                <a:gd name="T9" fmla="*/ 16 h 20"/>
                <a:gd name="T10" fmla="*/ 63 w 100"/>
                <a:gd name="T11" fmla="*/ 18 h 20"/>
                <a:gd name="T12" fmla="*/ 36 w 100"/>
                <a:gd name="T13" fmla="*/ 15 h 20"/>
                <a:gd name="T14" fmla="*/ 2 w 100"/>
                <a:gd name="T15" fmla="*/ 8 h 2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0" h="20">
                  <a:moveTo>
                    <a:pt x="0" y="8"/>
                  </a:moveTo>
                  <a:cubicBezTo>
                    <a:pt x="18" y="8"/>
                    <a:pt x="34" y="0"/>
                    <a:pt x="51" y="4"/>
                  </a:cubicBezTo>
                  <a:cubicBezTo>
                    <a:pt x="59" y="5"/>
                    <a:pt x="66" y="10"/>
                    <a:pt x="74" y="11"/>
                  </a:cubicBezTo>
                  <a:cubicBezTo>
                    <a:pt x="86" y="12"/>
                    <a:pt x="91" y="10"/>
                    <a:pt x="100" y="20"/>
                  </a:cubicBezTo>
                  <a:cubicBezTo>
                    <a:pt x="93" y="17"/>
                    <a:pt x="85" y="13"/>
                    <a:pt x="77" y="13"/>
                  </a:cubicBezTo>
                  <a:cubicBezTo>
                    <a:pt x="69" y="13"/>
                    <a:pt x="63" y="17"/>
                    <a:pt x="53" y="15"/>
                  </a:cubicBezTo>
                  <a:cubicBezTo>
                    <a:pt x="45" y="14"/>
                    <a:pt x="39" y="11"/>
                    <a:pt x="30" y="12"/>
                  </a:cubicBezTo>
                  <a:cubicBezTo>
                    <a:pt x="20" y="13"/>
                    <a:pt x="10" y="17"/>
                    <a:pt x="2" y="8"/>
                  </a:cubicBezTo>
                </a:path>
              </a:pathLst>
            </a:custGeom>
            <a:solidFill>
              <a:srgbClr val="6C2D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0199" name="Freeform 642">
              <a:extLst>
                <a:ext uri="{FF2B5EF4-FFF2-40B4-BE49-F238E27FC236}">
                  <a16:creationId xmlns:a16="http://schemas.microsoft.com/office/drawing/2014/main" id="{5D689F5B-05C4-4576-AD23-D2B1519209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7" y="2962"/>
              <a:ext cx="177" cy="44"/>
            </a:xfrm>
            <a:custGeom>
              <a:avLst/>
              <a:gdLst>
                <a:gd name="T0" fmla="*/ 199 w 167"/>
                <a:gd name="T1" fmla="*/ 46 h 42"/>
                <a:gd name="T2" fmla="*/ 79 w 167"/>
                <a:gd name="T3" fmla="*/ 21 h 42"/>
                <a:gd name="T4" fmla="*/ 0 w 167"/>
                <a:gd name="T5" fmla="*/ 46 h 42"/>
                <a:gd name="T6" fmla="*/ 99 w 167"/>
                <a:gd name="T7" fmla="*/ 8 h 42"/>
                <a:gd name="T8" fmla="*/ 194 w 167"/>
                <a:gd name="T9" fmla="*/ 48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7" h="42">
                  <a:moveTo>
                    <a:pt x="167" y="40"/>
                  </a:moveTo>
                  <a:cubicBezTo>
                    <a:pt x="135" y="38"/>
                    <a:pt x="102" y="18"/>
                    <a:pt x="67" y="18"/>
                  </a:cubicBezTo>
                  <a:cubicBezTo>
                    <a:pt x="42" y="18"/>
                    <a:pt x="22" y="30"/>
                    <a:pt x="0" y="40"/>
                  </a:cubicBezTo>
                  <a:cubicBezTo>
                    <a:pt x="20" y="13"/>
                    <a:pt x="53" y="0"/>
                    <a:pt x="83" y="8"/>
                  </a:cubicBezTo>
                  <a:cubicBezTo>
                    <a:pt x="109" y="15"/>
                    <a:pt x="143" y="22"/>
                    <a:pt x="163" y="42"/>
                  </a:cubicBezTo>
                </a:path>
              </a:pathLst>
            </a:custGeom>
            <a:solidFill>
              <a:srgbClr val="6C2D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0200" name="Freeform 643">
              <a:extLst>
                <a:ext uri="{FF2B5EF4-FFF2-40B4-BE49-F238E27FC236}">
                  <a16:creationId xmlns:a16="http://schemas.microsoft.com/office/drawing/2014/main" id="{04089C72-3605-417A-BABA-427E08DCE0F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7" y="1644"/>
              <a:ext cx="34" cy="95"/>
            </a:xfrm>
            <a:custGeom>
              <a:avLst/>
              <a:gdLst>
                <a:gd name="T0" fmla="*/ 28 w 32"/>
                <a:gd name="T1" fmla="*/ 0 h 90"/>
                <a:gd name="T2" fmla="*/ 36 w 32"/>
                <a:gd name="T3" fmla="*/ 54 h 90"/>
                <a:gd name="T4" fmla="*/ 23 w 32"/>
                <a:gd name="T5" fmla="*/ 106 h 90"/>
                <a:gd name="T6" fmla="*/ 0 w 32"/>
                <a:gd name="T7" fmla="*/ 54 h 90"/>
                <a:gd name="T8" fmla="*/ 0 w 32"/>
                <a:gd name="T9" fmla="*/ 54 h 90"/>
                <a:gd name="T10" fmla="*/ 28 w 32"/>
                <a:gd name="T11" fmla="*/ 3 h 9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2" h="90">
                  <a:moveTo>
                    <a:pt x="23" y="0"/>
                  </a:moveTo>
                  <a:cubicBezTo>
                    <a:pt x="29" y="13"/>
                    <a:pt x="32" y="31"/>
                    <a:pt x="30" y="45"/>
                  </a:cubicBezTo>
                  <a:cubicBezTo>
                    <a:pt x="29" y="56"/>
                    <a:pt x="25" y="83"/>
                    <a:pt x="20" y="90"/>
                  </a:cubicBezTo>
                  <a:cubicBezTo>
                    <a:pt x="16" y="80"/>
                    <a:pt x="23" y="36"/>
                    <a:pt x="0" y="45"/>
                  </a:cubicBezTo>
                  <a:cubicBezTo>
                    <a:pt x="0" y="46"/>
                    <a:pt x="0" y="46"/>
                    <a:pt x="0" y="45"/>
                  </a:cubicBezTo>
                  <a:cubicBezTo>
                    <a:pt x="3" y="33"/>
                    <a:pt x="14" y="11"/>
                    <a:pt x="23" y="3"/>
                  </a:cubicBezTo>
                </a:path>
              </a:pathLst>
            </a:custGeom>
            <a:solidFill>
              <a:srgbClr val="6C2D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0201" name="Freeform 644">
              <a:extLst>
                <a:ext uri="{FF2B5EF4-FFF2-40B4-BE49-F238E27FC236}">
                  <a16:creationId xmlns:a16="http://schemas.microsoft.com/office/drawing/2014/main" id="{1DAAC8AE-E20D-4FB7-A6E8-422A7CDDBBFC}"/>
                </a:ext>
              </a:extLst>
            </p:cNvPr>
            <p:cNvSpPr>
              <a:spLocks/>
            </p:cNvSpPr>
            <p:nvPr/>
          </p:nvSpPr>
          <p:spPr bwMode="auto">
            <a:xfrm>
              <a:off x="976" y="1558"/>
              <a:ext cx="108" cy="152"/>
            </a:xfrm>
            <a:custGeom>
              <a:avLst/>
              <a:gdLst>
                <a:gd name="T0" fmla="*/ 0 w 102"/>
                <a:gd name="T1" fmla="*/ 0 h 144"/>
                <a:gd name="T2" fmla="*/ 57 w 102"/>
                <a:gd name="T3" fmla="*/ 17 h 144"/>
                <a:gd name="T4" fmla="*/ 85 w 102"/>
                <a:gd name="T5" fmla="*/ 17 h 144"/>
                <a:gd name="T6" fmla="*/ 103 w 102"/>
                <a:gd name="T7" fmla="*/ 39 h 144"/>
                <a:gd name="T8" fmla="*/ 116 w 102"/>
                <a:gd name="T9" fmla="*/ 67 h 144"/>
                <a:gd name="T10" fmla="*/ 110 w 102"/>
                <a:gd name="T11" fmla="*/ 99 h 144"/>
                <a:gd name="T12" fmla="*/ 75 w 102"/>
                <a:gd name="T13" fmla="*/ 165 h 144"/>
                <a:gd name="T14" fmla="*/ 72 w 102"/>
                <a:gd name="T15" fmla="*/ 169 h 144"/>
                <a:gd name="T16" fmla="*/ 90 w 102"/>
                <a:gd name="T17" fmla="*/ 105 h 144"/>
                <a:gd name="T18" fmla="*/ 96 w 102"/>
                <a:gd name="T19" fmla="*/ 65 h 144"/>
                <a:gd name="T20" fmla="*/ 33 w 102"/>
                <a:gd name="T21" fmla="*/ 76 h 144"/>
                <a:gd name="T22" fmla="*/ 65 w 102"/>
                <a:gd name="T23" fmla="*/ 39 h 144"/>
                <a:gd name="T24" fmla="*/ 32 w 102"/>
                <a:gd name="T25" fmla="*/ 26 h 144"/>
                <a:gd name="T26" fmla="*/ 3 w 102"/>
                <a:gd name="T27" fmla="*/ 4 h 144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02" h="144">
                  <a:moveTo>
                    <a:pt x="0" y="0"/>
                  </a:moveTo>
                  <a:cubicBezTo>
                    <a:pt x="14" y="9"/>
                    <a:pt x="32" y="12"/>
                    <a:pt x="48" y="14"/>
                  </a:cubicBezTo>
                  <a:cubicBezTo>
                    <a:pt x="55" y="15"/>
                    <a:pt x="67" y="12"/>
                    <a:pt x="72" y="14"/>
                  </a:cubicBezTo>
                  <a:cubicBezTo>
                    <a:pt x="83" y="16"/>
                    <a:pt x="83" y="25"/>
                    <a:pt x="87" y="33"/>
                  </a:cubicBezTo>
                  <a:cubicBezTo>
                    <a:pt x="90" y="41"/>
                    <a:pt x="95" y="49"/>
                    <a:pt x="98" y="57"/>
                  </a:cubicBezTo>
                  <a:cubicBezTo>
                    <a:pt x="102" y="67"/>
                    <a:pt x="98" y="75"/>
                    <a:pt x="93" y="84"/>
                  </a:cubicBezTo>
                  <a:cubicBezTo>
                    <a:pt x="83" y="102"/>
                    <a:pt x="74" y="122"/>
                    <a:pt x="63" y="140"/>
                  </a:cubicBezTo>
                  <a:cubicBezTo>
                    <a:pt x="62" y="141"/>
                    <a:pt x="61" y="143"/>
                    <a:pt x="60" y="144"/>
                  </a:cubicBezTo>
                  <a:cubicBezTo>
                    <a:pt x="65" y="125"/>
                    <a:pt x="71" y="107"/>
                    <a:pt x="76" y="89"/>
                  </a:cubicBezTo>
                  <a:cubicBezTo>
                    <a:pt x="79" y="81"/>
                    <a:pt x="84" y="64"/>
                    <a:pt x="81" y="56"/>
                  </a:cubicBezTo>
                  <a:cubicBezTo>
                    <a:pt x="74" y="35"/>
                    <a:pt x="38" y="56"/>
                    <a:pt x="27" y="64"/>
                  </a:cubicBezTo>
                  <a:cubicBezTo>
                    <a:pt x="35" y="57"/>
                    <a:pt x="65" y="47"/>
                    <a:pt x="55" y="33"/>
                  </a:cubicBezTo>
                  <a:cubicBezTo>
                    <a:pt x="49" y="25"/>
                    <a:pt x="34" y="26"/>
                    <a:pt x="26" y="23"/>
                  </a:cubicBezTo>
                  <a:cubicBezTo>
                    <a:pt x="17" y="19"/>
                    <a:pt x="10" y="11"/>
                    <a:pt x="3" y="4"/>
                  </a:cubicBezTo>
                </a:path>
              </a:pathLst>
            </a:custGeom>
            <a:solidFill>
              <a:srgbClr val="6C2D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0202" name="Freeform 645">
              <a:extLst>
                <a:ext uri="{FF2B5EF4-FFF2-40B4-BE49-F238E27FC236}">
                  <a16:creationId xmlns:a16="http://schemas.microsoft.com/office/drawing/2014/main" id="{6C0296A9-A674-4466-B372-02B140C4FE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1" y="1484"/>
              <a:ext cx="70" cy="78"/>
            </a:xfrm>
            <a:custGeom>
              <a:avLst/>
              <a:gdLst>
                <a:gd name="T0" fmla="*/ 78 w 66"/>
                <a:gd name="T1" fmla="*/ 0 h 74"/>
                <a:gd name="T2" fmla="*/ 68 w 66"/>
                <a:gd name="T3" fmla="*/ 43 h 74"/>
                <a:gd name="T4" fmla="*/ 71 w 66"/>
                <a:gd name="T5" fmla="*/ 86 h 74"/>
                <a:gd name="T6" fmla="*/ 36 w 66"/>
                <a:gd name="T7" fmla="*/ 75 h 74"/>
                <a:gd name="T8" fmla="*/ 0 w 66"/>
                <a:gd name="T9" fmla="*/ 65 h 74"/>
                <a:gd name="T10" fmla="*/ 51 w 66"/>
                <a:gd name="T11" fmla="*/ 62 h 74"/>
                <a:gd name="T12" fmla="*/ 74 w 66"/>
                <a:gd name="T13" fmla="*/ 6 h 7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6" h="74">
                  <a:moveTo>
                    <a:pt x="66" y="0"/>
                  </a:moveTo>
                  <a:cubicBezTo>
                    <a:pt x="62" y="12"/>
                    <a:pt x="57" y="24"/>
                    <a:pt x="57" y="37"/>
                  </a:cubicBezTo>
                  <a:cubicBezTo>
                    <a:pt x="56" y="49"/>
                    <a:pt x="62" y="63"/>
                    <a:pt x="59" y="74"/>
                  </a:cubicBezTo>
                  <a:cubicBezTo>
                    <a:pt x="48" y="70"/>
                    <a:pt x="43" y="63"/>
                    <a:pt x="30" y="64"/>
                  </a:cubicBezTo>
                  <a:cubicBezTo>
                    <a:pt x="18" y="64"/>
                    <a:pt x="9" y="65"/>
                    <a:pt x="0" y="56"/>
                  </a:cubicBezTo>
                  <a:cubicBezTo>
                    <a:pt x="11" y="59"/>
                    <a:pt x="33" y="60"/>
                    <a:pt x="42" y="53"/>
                  </a:cubicBezTo>
                  <a:cubicBezTo>
                    <a:pt x="53" y="44"/>
                    <a:pt x="54" y="19"/>
                    <a:pt x="62" y="6"/>
                  </a:cubicBezTo>
                </a:path>
              </a:pathLst>
            </a:custGeom>
            <a:solidFill>
              <a:srgbClr val="6C2D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0203" name="Freeform 646">
              <a:extLst>
                <a:ext uri="{FF2B5EF4-FFF2-40B4-BE49-F238E27FC236}">
                  <a16:creationId xmlns:a16="http://schemas.microsoft.com/office/drawing/2014/main" id="{C32B163D-74EF-4A51-8107-E808D1492057}"/>
                </a:ext>
              </a:extLst>
            </p:cNvPr>
            <p:cNvSpPr>
              <a:spLocks/>
            </p:cNvSpPr>
            <p:nvPr/>
          </p:nvSpPr>
          <p:spPr bwMode="auto">
            <a:xfrm>
              <a:off x="914" y="1875"/>
              <a:ext cx="78" cy="164"/>
            </a:xfrm>
            <a:custGeom>
              <a:avLst/>
              <a:gdLst>
                <a:gd name="T0" fmla="*/ 0 w 74"/>
                <a:gd name="T1" fmla="*/ 0 h 156"/>
                <a:gd name="T2" fmla="*/ 86 w 74"/>
                <a:gd name="T3" fmla="*/ 6 h 156"/>
                <a:gd name="T4" fmla="*/ 54 w 74"/>
                <a:gd name="T5" fmla="*/ 69 h 156"/>
                <a:gd name="T6" fmla="*/ 51 w 74"/>
                <a:gd name="T7" fmla="*/ 121 h 156"/>
                <a:gd name="T8" fmla="*/ 45 w 74"/>
                <a:gd name="T9" fmla="*/ 181 h 156"/>
                <a:gd name="T10" fmla="*/ 43 w 74"/>
                <a:gd name="T11" fmla="*/ 56 h 156"/>
                <a:gd name="T12" fmla="*/ 37 w 74"/>
                <a:gd name="T13" fmla="*/ 27 h 156"/>
                <a:gd name="T14" fmla="*/ 9 w 74"/>
                <a:gd name="T15" fmla="*/ 13 h 15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4" h="156">
                  <a:moveTo>
                    <a:pt x="0" y="0"/>
                  </a:moveTo>
                  <a:cubicBezTo>
                    <a:pt x="13" y="13"/>
                    <a:pt x="58" y="15"/>
                    <a:pt x="74" y="6"/>
                  </a:cubicBezTo>
                  <a:cubicBezTo>
                    <a:pt x="57" y="20"/>
                    <a:pt x="47" y="38"/>
                    <a:pt x="46" y="60"/>
                  </a:cubicBezTo>
                  <a:cubicBezTo>
                    <a:pt x="45" y="74"/>
                    <a:pt x="45" y="89"/>
                    <a:pt x="44" y="104"/>
                  </a:cubicBezTo>
                  <a:cubicBezTo>
                    <a:pt x="43" y="121"/>
                    <a:pt x="38" y="138"/>
                    <a:pt x="39" y="156"/>
                  </a:cubicBezTo>
                  <a:cubicBezTo>
                    <a:pt x="31" y="120"/>
                    <a:pt x="34" y="84"/>
                    <a:pt x="37" y="48"/>
                  </a:cubicBezTo>
                  <a:cubicBezTo>
                    <a:pt x="38" y="39"/>
                    <a:pt x="38" y="31"/>
                    <a:pt x="31" y="24"/>
                  </a:cubicBezTo>
                  <a:cubicBezTo>
                    <a:pt x="25" y="18"/>
                    <a:pt x="10" y="17"/>
                    <a:pt x="9" y="10"/>
                  </a:cubicBezTo>
                </a:path>
              </a:pathLst>
            </a:custGeom>
            <a:solidFill>
              <a:srgbClr val="6C2D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0204" name="Freeform 647">
              <a:extLst>
                <a:ext uri="{FF2B5EF4-FFF2-40B4-BE49-F238E27FC236}">
                  <a16:creationId xmlns:a16="http://schemas.microsoft.com/office/drawing/2014/main" id="{F4CE7EAA-A9BD-482F-A713-1837B21C58E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6" y="1620"/>
              <a:ext cx="154" cy="256"/>
            </a:xfrm>
            <a:custGeom>
              <a:avLst/>
              <a:gdLst>
                <a:gd name="T0" fmla="*/ 6 w 146"/>
                <a:gd name="T1" fmla="*/ 0 h 242"/>
                <a:gd name="T2" fmla="*/ 25 w 146"/>
                <a:gd name="T3" fmla="*/ 51 h 242"/>
                <a:gd name="T4" fmla="*/ 25 w 146"/>
                <a:gd name="T5" fmla="*/ 97 h 242"/>
                <a:gd name="T6" fmla="*/ 16 w 146"/>
                <a:gd name="T7" fmla="*/ 179 h 242"/>
                <a:gd name="T8" fmla="*/ 47 w 146"/>
                <a:gd name="T9" fmla="*/ 208 h 242"/>
                <a:gd name="T10" fmla="*/ 77 w 146"/>
                <a:gd name="T11" fmla="*/ 243 h 242"/>
                <a:gd name="T12" fmla="*/ 162 w 146"/>
                <a:gd name="T13" fmla="*/ 286 h 242"/>
                <a:gd name="T14" fmla="*/ 171 w 146"/>
                <a:gd name="T15" fmla="*/ 287 h 242"/>
                <a:gd name="T16" fmla="*/ 123 w 146"/>
                <a:gd name="T17" fmla="*/ 264 h 242"/>
                <a:gd name="T18" fmla="*/ 86 w 146"/>
                <a:gd name="T19" fmla="*/ 228 h 242"/>
                <a:gd name="T20" fmla="*/ 63 w 146"/>
                <a:gd name="T21" fmla="*/ 197 h 242"/>
                <a:gd name="T22" fmla="*/ 38 w 146"/>
                <a:gd name="T23" fmla="*/ 170 h 242"/>
                <a:gd name="T24" fmla="*/ 44 w 146"/>
                <a:gd name="T25" fmla="*/ 78 h 242"/>
                <a:gd name="T26" fmla="*/ 6 w 146"/>
                <a:gd name="T27" fmla="*/ 4 h 24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46" h="242">
                  <a:moveTo>
                    <a:pt x="6" y="0"/>
                  </a:moveTo>
                  <a:cubicBezTo>
                    <a:pt x="5" y="9"/>
                    <a:pt x="18" y="31"/>
                    <a:pt x="22" y="43"/>
                  </a:cubicBezTo>
                  <a:cubicBezTo>
                    <a:pt x="25" y="56"/>
                    <a:pt x="25" y="69"/>
                    <a:pt x="22" y="82"/>
                  </a:cubicBezTo>
                  <a:cubicBezTo>
                    <a:pt x="16" y="103"/>
                    <a:pt x="0" y="128"/>
                    <a:pt x="13" y="151"/>
                  </a:cubicBezTo>
                  <a:cubicBezTo>
                    <a:pt x="20" y="162"/>
                    <a:pt x="33" y="168"/>
                    <a:pt x="41" y="176"/>
                  </a:cubicBezTo>
                  <a:cubicBezTo>
                    <a:pt x="50" y="185"/>
                    <a:pt x="56" y="196"/>
                    <a:pt x="65" y="205"/>
                  </a:cubicBezTo>
                  <a:cubicBezTo>
                    <a:pt x="84" y="225"/>
                    <a:pt x="109" y="242"/>
                    <a:pt x="138" y="241"/>
                  </a:cubicBezTo>
                  <a:cubicBezTo>
                    <a:pt x="140" y="241"/>
                    <a:pt x="143" y="242"/>
                    <a:pt x="146" y="242"/>
                  </a:cubicBezTo>
                  <a:cubicBezTo>
                    <a:pt x="133" y="234"/>
                    <a:pt x="118" y="232"/>
                    <a:pt x="105" y="223"/>
                  </a:cubicBezTo>
                  <a:cubicBezTo>
                    <a:pt x="93" y="214"/>
                    <a:pt x="82" y="204"/>
                    <a:pt x="74" y="193"/>
                  </a:cubicBezTo>
                  <a:cubicBezTo>
                    <a:pt x="67" y="184"/>
                    <a:pt x="61" y="174"/>
                    <a:pt x="54" y="166"/>
                  </a:cubicBezTo>
                  <a:cubicBezTo>
                    <a:pt x="47" y="159"/>
                    <a:pt x="36" y="153"/>
                    <a:pt x="32" y="144"/>
                  </a:cubicBezTo>
                  <a:cubicBezTo>
                    <a:pt x="22" y="118"/>
                    <a:pt x="40" y="92"/>
                    <a:pt x="38" y="66"/>
                  </a:cubicBezTo>
                  <a:cubicBezTo>
                    <a:pt x="36" y="41"/>
                    <a:pt x="18" y="24"/>
                    <a:pt x="6" y="4"/>
                  </a:cubicBezTo>
                </a:path>
              </a:pathLst>
            </a:custGeom>
            <a:solidFill>
              <a:srgbClr val="8C3F3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0205" name="Freeform 648">
              <a:extLst>
                <a:ext uri="{FF2B5EF4-FFF2-40B4-BE49-F238E27FC236}">
                  <a16:creationId xmlns:a16="http://schemas.microsoft.com/office/drawing/2014/main" id="{785777EF-012D-49F1-BBCA-90ACD6A1F56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0" y="1443"/>
              <a:ext cx="25" cy="44"/>
            </a:xfrm>
            <a:custGeom>
              <a:avLst/>
              <a:gdLst>
                <a:gd name="T0" fmla="*/ 0 w 24"/>
                <a:gd name="T1" fmla="*/ 30 h 42"/>
                <a:gd name="T2" fmla="*/ 18 w 24"/>
                <a:gd name="T3" fmla="*/ 24 h 42"/>
                <a:gd name="T4" fmla="*/ 15 w 24"/>
                <a:gd name="T5" fmla="*/ 48 h 42"/>
                <a:gd name="T6" fmla="*/ 23 w 24"/>
                <a:gd name="T7" fmla="*/ 15 h 42"/>
                <a:gd name="T8" fmla="*/ 4 w 24"/>
                <a:gd name="T9" fmla="*/ 24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42">
                  <a:moveTo>
                    <a:pt x="0" y="27"/>
                  </a:moveTo>
                  <a:cubicBezTo>
                    <a:pt x="3" y="27"/>
                    <a:pt x="10" y="11"/>
                    <a:pt x="15" y="21"/>
                  </a:cubicBezTo>
                  <a:cubicBezTo>
                    <a:pt x="18" y="26"/>
                    <a:pt x="13" y="36"/>
                    <a:pt x="12" y="42"/>
                  </a:cubicBezTo>
                  <a:cubicBezTo>
                    <a:pt x="19" y="37"/>
                    <a:pt x="24" y="20"/>
                    <a:pt x="20" y="12"/>
                  </a:cubicBezTo>
                  <a:cubicBezTo>
                    <a:pt x="14" y="0"/>
                    <a:pt x="7" y="16"/>
                    <a:pt x="4" y="21"/>
                  </a:cubicBezTo>
                </a:path>
              </a:pathLst>
            </a:custGeom>
            <a:solidFill>
              <a:srgbClr val="8C3F3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0206" name="Freeform 649">
              <a:extLst>
                <a:ext uri="{FF2B5EF4-FFF2-40B4-BE49-F238E27FC236}">
                  <a16:creationId xmlns:a16="http://schemas.microsoft.com/office/drawing/2014/main" id="{1730F5FE-412F-4CB2-BC6B-392465913556}"/>
                </a:ext>
              </a:extLst>
            </p:cNvPr>
            <p:cNvSpPr>
              <a:spLocks/>
            </p:cNvSpPr>
            <p:nvPr/>
          </p:nvSpPr>
          <p:spPr bwMode="auto">
            <a:xfrm>
              <a:off x="947" y="1525"/>
              <a:ext cx="33" cy="30"/>
            </a:xfrm>
            <a:custGeom>
              <a:avLst/>
              <a:gdLst>
                <a:gd name="T0" fmla="*/ 31 w 31"/>
                <a:gd name="T1" fmla="*/ 34 h 28"/>
                <a:gd name="T2" fmla="*/ 20 w 31"/>
                <a:gd name="T3" fmla="*/ 11 h 28"/>
                <a:gd name="T4" fmla="*/ 37 w 31"/>
                <a:gd name="T5" fmla="*/ 10 h 28"/>
                <a:gd name="T6" fmla="*/ 14 w 31"/>
                <a:gd name="T7" fmla="*/ 2 h 28"/>
                <a:gd name="T8" fmla="*/ 28 w 31"/>
                <a:gd name="T9" fmla="*/ 33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28">
                  <a:moveTo>
                    <a:pt x="25" y="28"/>
                  </a:moveTo>
                  <a:cubicBezTo>
                    <a:pt x="21" y="23"/>
                    <a:pt x="12" y="15"/>
                    <a:pt x="17" y="8"/>
                  </a:cubicBezTo>
                  <a:cubicBezTo>
                    <a:pt x="20" y="5"/>
                    <a:pt x="27" y="5"/>
                    <a:pt x="31" y="7"/>
                  </a:cubicBezTo>
                  <a:cubicBezTo>
                    <a:pt x="27" y="5"/>
                    <a:pt x="15" y="0"/>
                    <a:pt x="11" y="2"/>
                  </a:cubicBezTo>
                  <a:cubicBezTo>
                    <a:pt x="0" y="8"/>
                    <a:pt x="18" y="23"/>
                    <a:pt x="23" y="27"/>
                  </a:cubicBezTo>
                </a:path>
              </a:pathLst>
            </a:custGeom>
            <a:solidFill>
              <a:srgbClr val="8C3F3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0207" name="Freeform 650">
              <a:extLst>
                <a:ext uri="{FF2B5EF4-FFF2-40B4-BE49-F238E27FC236}">
                  <a16:creationId xmlns:a16="http://schemas.microsoft.com/office/drawing/2014/main" id="{31F6FF85-2629-4C32-8713-1EEA2C1D8D89}"/>
                </a:ext>
              </a:extLst>
            </p:cNvPr>
            <p:cNvSpPr>
              <a:spLocks/>
            </p:cNvSpPr>
            <p:nvPr/>
          </p:nvSpPr>
          <p:spPr bwMode="auto">
            <a:xfrm>
              <a:off x="933" y="1614"/>
              <a:ext cx="35" cy="29"/>
            </a:xfrm>
            <a:custGeom>
              <a:avLst/>
              <a:gdLst>
                <a:gd name="T0" fmla="*/ 36 w 33"/>
                <a:gd name="T1" fmla="*/ 0 h 27"/>
                <a:gd name="T2" fmla="*/ 21 w 33"/>
                <a:gd name="T3" fmla="*/ 14 h 27"/>
                <a:gd name="T4" fmla="*/ 39 w 33"/>
                <a:gd name="T5" fmla="*/ 27 h 27"/>
                <a:gd name="T6" fmla="*/ 25 w 33"/>
                <a:gd name="T7" fmla="*/ 0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27">
                  <a:moveTo>
                    <a:pt x="30" y="0"/>
                  </a:moveTo>
                  <a:cubicBezTo>
                    <a:pt x="24" y="4"/>
                    <a:pt x="17" y="3"/>
                    <a:pt x="18" y="11"/>
                  </a:cubicBezTo>
                  <a:cubicBezTo>
                    <a:pt x="19" y="19"/>
                    <a:pt x="26" y="21"/>
                    <a:pt x="33" y="21"/>
                  </a:cubicBezTo>
                  <a:cubicBezTo>
                    <a:pt x="13" y="27"/>
                    <a:pt x="0" y="0"/>
                    <a:pt x="22" y="0"/>
                  </a:cubicBezTo>
                </a:path>
              </a:pathLst>
            </a:custGeom>
            <a:solidFill>
              <a:srgbClr val="8C3F3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0208" name="Freeform 651">
              <a:extLst>
                <a:ext uri="{FF2B5EF4-FFF2-40B4-BE49-F238E27FC236}">
                  <a16:creationId xmlns:a16="http://schemas.microsoft.com/office/drawing/2014/main" id="{371A90FA-CF73-418C-AD44-F6BF0C48052B}"/>
                </a:ext>
              </a:extLst>
            </p:cNvPr>
            <p:cNvSpPr>
              <a:spLocks/>
            </p:cNvSpPr>
            <p:nvPr/>
          </p:nvSpPr>
          <p:spPr bwMode="auto">
            <a:xfrm>
              <a:off x="802" y="1199"/>
              <a:ext cx="520" cy="577"/>
            </a:xfrm>
            <a:custGeom>
              <a:avLst/>
              <a:gdLst>
                <a:gd name="T0" fmla="*/ 578 w 493"/>
                <a:gd name="T1" fmla="*/ 0 h 546"/>
                <a:gd name="T2" fmla="*/ 147 w 493"/>
                <a:gd name="T3" fmla="*/ 219 h 546"/>
                <a:gd name="T4" fmla="*/ 94 w 493"/>
                <a:gd name="T5" fmla="*/ 317 h 546"/>
                <a:gd name="T6" fmla="*/ 0 w 493"/>
                <a:gd name="T7" fmla="*/ 645 h 546"/>
                <a:gd name="T8" fmla="*/ 86 w 493"/>
                <a:gd name="T9" fmla="*/ 341 h 546"/>
                <a:gd name="T10" fmla="*/ 157 w 493"/>
                <a:gd name="T11" fmla="*/ 225 h 546"/>
                <a:gd name="T12" fmla="*/ 578 w 493"/>
                <a:gd name="T13" fmla="*/ 0 h 54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93" h="546">
                  <a:moveTo>
                    <a:pt x="493" y="0"/>
                  </a:moveTo>
                  <a:cubicBezTo>
                    <a:pt x="493" y="0"/>
                    <a:pt x="198" y="14"/>
                    <a:pt x="125" y="185"/>
                  </a:cubicBezTo>
                  <a:cubicBezTo>
                    <a:pt x="104" y="233"/>
                    <a:pt x="96" y="252"/>
                    <a:pt x="80" y="269"/>
                  </a:cubicBezTo>
                  <a:cubicBezTo>
                    <a:pt x="64" y="286"/>
                    <a:pt x="15" y="350"/>
                    <a:pt x="0" y="546"/>
                  </a:cubicBezTo>
                  <a:cubicBezTo>
                    <a:pt x="0" y="546"/>
                    <a:pt x="18" y="371"/>
                    <a:pt x="74" y="290"/>
                  </a:cubicBezTo>
                  <a:cubicBezTo>
                    <a:pt x="129" y="209"/>
                    <a:pt x="124" y="211"/>
                    <a:pt x="134" y="191"/>
                  </a:cubicBezTo>
                  <a:cubicBezTo>
                    <a:pt x="144" y="170"/>
                    <a:pt x="200" y="33"/>
                    <a:pt x="493" y="0"/>
                  </a:cubicBezTo>
                  <a:close/>
                </a:path>
              </a:pathLst>
            </a:custGeom>
            <a:solidFill>
              <a:srgbClr val="8C3F3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0209" name="Freeform 652">
              <a:extLst>
                <a:ext uri="{FF2B5EF4-FFF2-40B4-BE49-F238E27FC236}">
                  <a16:creationId xmlns:a16="http://schemas.microsoft.com/office/drawing/2014/main" id="{5DEEC398-28F8-4929-92D0-CA74BB432C91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" y="1826"/>
              <a:ext cx="82" cy="100"/>
            </a:xfrm>
            <a:custGeom>
              <a:avLst/>
              <a:gdLst>
                <a:gd name="T0" fmla="*/ 32 w 78"/>
                <a:gd name="T1" fmla="*/ 0 h 95"/>
                <a:gd name="T2" fmla="*/ 19 w 78"/>
                <a:gd name="T3" fmla="*/ 63 h 95"/>
                <a:gd name="T4" fmla="*/ 43 w 78"/>
                <a:gd name="T5" fmla="*/ 96 h 95"/>
                <a:gd name="T6" fmla="*/ 90 w 78"/>
                <a:gd name="T7" fmla="*/ 107 h 95"/>
                <a:gd name="T8" fmla="*/ 58 w 78"/>
                <a:gd name="T9" fmla="*/ 88 h 95"/>
                <a:gd name="T10" fmla="*/ 41 w 78"/>
                <a:gd name="T11" fmla="*/ 62 h 95"/>
                <a:gd name="T12" fmla="*/ 23 w 78"/>
                <a:gd name="T13" fmla="*/ 43 h 95"/>
                <a:gd name="T14" fmla="*/ 37 w 78"/>
                <a:gd name="T15" fmla="*/ 5 h 9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8" h="95">
                  <a:moveTo>
                    <a:pt x="28" y="0"/>
                  </a:moveTo>
                  <a:cubicBezTo>
                    <a:pt x="14" y="14"/>
                    <a:pt x="0" y="36"/>
                    <a:pt x="16" y="54"/>
                  </a:cubicBezTo>
                  <a:cubicBezTo>
                    <a:pt x="25" y="64"/>
                    <a:pt x="30" y="71"/>
                    <a:pt x="37" y="82"/>
                  </a:cubicBezTo>
                  <a:cubicBezTo>
                    <a:pt x="46" y="95"/>
                    <a:pt x="62" y="92"/>
                    <a:pt x="78" y="92"/>
                  </a:cubicBezTo>
                  <a:cubicBezTo>
                    <a:pt x="69" y="88"/>
                    <a:pt x="56" y="83"/>
                    <a:pt x="49" y="76"/>
                  </a:cubicBezTo>
                  <a:cubicBezTo>
                    <a:pt x="43" y="69"/>
                    <a:pt x="42" y="59"/>
                    <a:pt x="35" y="53"/>
                  </a:cubicBezTo>
                  <a:cubicBezTo>
                    <a:pt x="30" y="47"/>
                    <a:pt x="22" y="45"/>
                    <a:pt x="20" y="37"/>
                  </a:cubicBezTo>
                  <a:cubicBezTo>
                    <a:pt x="18" y="29"/>
                    <a:pt x="24" y="10"/>
                    <a:pt x="31" y="5"/>
                  </a:cubicBezTo>
                </a:path>
              </a:pathLst>
            </a:custGeom>
            <a:solidFill>
              <a:srgbClr val="8C3F3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0210" name="Freeform 653">
              <a:extLst>
                <a:ext uri="{FF2B5EF4-FFF2-40B4-BE49-F238E27FC236}">
                  <a16:creationId xmlns:a16="http://schemas.microsoft.com/office/drawing/2014/main" id="{2FE71D21-8488-41DB-8FE6-AC1F4003E54F}"/>
                </a:ext>
              </a:extLst>
            </p:cNvPr>
            <p:cNvSpPr>
              <a:spLocks/>
            </p:cNvSpPr>
            <p:nvPr/>
          </p:nvSpPr>
          <p:spPr bwMode="auto">
            <a:xfrm>
              <a:off x="679" y="1922"/>
              <a:ext cx="86" cy="265"/>
            </a:xfrm>
            <a:custGeom>
              <a:avLst/>
              <a:gdLst>
                <a:gd name="T0" fmla="*/ 97 w 81"/>
                <a:gd name="T1" fmla="*/ 0 h 251"/>
                <a:gd name="T2" fmla="*/ 42 w 81"/>
                <a:gd name="T3" fmla="*/ 148 h 251"/>
                <a:gd name="T4" fmla="*/ 38 w 81"/>
                <a:gd name="T5" fmla="*/ 225 h 251"/>
                <a:gd name="T6" fmla="*/ 44 w 81"/>
                <a:gd name="T7" fmla="*/ 295 h 251"/>
                <a:gd name="T8" fmla="*/ 80 w 81"/>
                <a:gd name="T9" fmla="*/ 282 h 251"/>
                <a:gd name="T10" fmla="*/ 34 w 81"/>
                <a:gd name="T11" fmla="*/ 275 h 251"/>
                <a:gd name="T12" fmla="*/ 62 w 81"/>
                <a:gd name="T13" fmla="*/ 238 h 251"/>
                <a:gd name="T14" fmla="*/ 53 w 81"/>
                <a:gd name="T15" fmla="*/ 213 h 251"/>
                <a:gd name="T16" fmla="*/ 55 w 81"/>
                <a:gd name="T17" fmla="*/ 143 h 251"/>
                <a:gd name="T18" fmla="*/ 97 w 81"/>
                <a:gd name="T19" fmla="*/ 0 h 25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1" h="251">
                  <a:moveTo>
                    <a:pt x="81" y="0"/>
                  </a:moveTo>
                  <a:cubicBezTo>
                    <a:pt x="81" y="0"/>
                    <a:pt x="32" y="91"/>
                    <a:pt x="36" y="126"/>
                  </a:cubicBezTo>
                  <a:cubicBezTo>
                    <a:pt x="41" y="161"/>
                    <a:pt x="42" y="178"/>
                    <a:pt x="32" y="191"/>
                  </a:cubicBezTo>
                  <a:cubicBezTo>
                    <a:pt x="21" y="203"/>
                    <a:pt x="0" y="247"/>
                    <a:pt x="37" y="250"/>
                  </a:cubicBezTo>
                  <a:cubicBezTo>
                    <a:pt x="46" y="251"/>
                    <a:pt x="58" y="247"/>
                    <a:pt x="67" y="240"/>
                  </a:cubicBezTo>
                  <a:cubicBezTo>
                    <a:pt x="67" y="240"/>
                    <a:pt x="33" y="250"/>
                    <a:pt x="28" y="233"/>
                  </a:cubicBezTo>
                  <a:cubicBezTo>
                    <a:pt x="24" y="217"/>
                    <a:pt x="34" y="195"/>
                    <a:pt x="52" y="202"/>
                  </a:cubicBezTo>
                  <a:cubicBezTo>
                    <a:pt x="52" y="202"/>
                    <a:pt x="41" y="196"/>
                    <a:pt x="44" y="181"/>
                  </a:cubicBezTo>
                  <a:cubicBezTo>
                    <a:pt x="48" y="166"/>
                    <a:pt x="48" y="132"/>
                    <a:pt x="46" y="121"/>
                  </a:cubicBezTo>
                  <a:cubicBezTo>
                    <a:pt x="43" y="111"/>
                    <a:pt x="42" y="80"/>
                    <a:pt x="81" y="0"/>
                  </a:cubicBezTo>
                  <a:close/>
                </a:path>
              </a:pathLst>
            </a:custGeom>
            <a:solidFill>
              <a:srgbClr val="8C3F3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0211" name="Freeform 654">
              <a:extLst>
                <a:ext uri="{FF2B5EF4-FFF2-40B4-BE49-F238E27FC236}">
                  <a16:creationId xmlns:a16="http://schemas.microsoft.com/office/drawing/2014/main" id="{77A33662-E0DB-4EAF-A0FD-ECCA60312F7B}"/>
                </a:ext>
              </a:extLst>
            </p:cNvPr>
            <p:cNvSpPr>
              <a:spLocks/>
            </p:cNvSpPr>
            <p:nvPr/>
          </p:nvSpPr>
          <p:spPr bwMode="auto">
            <a:xfrm>
              <a:off x="685" y="2208"/>
              <a:ext cx="80" cy="308"/>
            </a:xfrm>
            <a:custGeom>
              <a:avLst/>
              <a:gdLst>
                <a:gd name="T0" fmla="*/ 43 w 76"/>
                <a:gd name="T1" fmla="*/ 0 h 292"/>
                <a:gd name="T2" fmla="*/ 22 w 76"/>
                <a:gd name="T3" fmla="*/ 3 h 292"/>
                <a:gd name="T4" fmla="*/ 16 w 76"/>
                <a:gd name="T5" fmla="*/ 76 h 292"/>
                <a:gd name="T6" fmla="*/ 2 w 76"/>
                <a:gd name="T7" fmla="*/ 150 h 292"/>
                <a:gd name="T8" fmla="*/ 16 w 76"/>
                <a:gd name="T9" fmla="*/ 224 h 292"/>
                <a:gd name="T10" fmla="*/ 33 w 76"/>
                <a:gd name="T11" fmla="*/ 262 h 292"/>
                <a:gd name="T12" fmla="*/ 41 w 76"/>
                <a:gd name="T13" fmla="*/ 295 h 292"/>
                <a:gd name="T14" fmla="*/ 88 w 76"/>
                <a:gd name="T15" fmla="*/ 343 h 292"/>
                <a:gd name="T16" fmla="*/ 66 w 76"/>
                <a:gd name="T17" fmla="*/ 316 h 292"/>
                <a:gd name="T18" fmla="*/ 45 w 76"/>
                <a:gd name="T19" fmla="*/ 272 h 292"/>
                <a:gd name="T20" fmla="*/ 36 w 76"/>
                <a:gd name="T21" fmla="*/ 223 h 292"/>
                <a:gd name="T22" fmla="*/ 17 w 76"/>
                <a:gd name="T23" fmla="*/ 184 h 292"/>
                <a:gd name="T24" fmla="*/ 26 w 76"/>
                <a:gd name="T25" fmla="*/ 81 h 292"/>
                <a:gd name="T26" fmla="*/ 41 w 76"/>
                <a:gd name="T27" fmla="*/ 0 h 29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76" h="292">
                  <a:moveTo>
                    <a:pt x="37" y="0"/>
                  </a:moveTo>
                  <a:cubicBezTo>
                    <a:pt x="30" y="1"/>
                    <a:pt x="25" y="0"/>
                    <a:pt x="19" y="3"/>
                  </a:cubicBezTo>
                  <a:cubicBezTo>
                    <a:pt x="17" y="22"/>
                    <a:pt x="15" y="44"/>
                    <a:pt x="13" y="64"/>
                  </a:cubicBezTo>
                  <a:cubicBezTo>
                    <a:pt x="11" y="86"/>
                    <a:pt x="4" y="106"/>
                    <a:pt x="2" y="128"/>
                  </a:cubicBezTo>
                  <a:cubicBezTo>
                    <a:pt x="0" y="151"/>
                    <a:pt x="3" y="170"/>
                    <a:pt x="13" y="191"/>
                  </a:cubicBezTo>
                  <a:cubicBezTo>
                    <a:pt x="18" y="202"/>
                    <a:pt x="24" y="212"/>
                    <a:pt x="28" y="223"/>
                  </a:cubicBezTo>
                  <a:cubicBezTo>
                    <a:pt x="30" y="233"/>
                    <a:pt x="31" y="242"/>
                    <a:pt x="35" y="251"/>
                  </a:cubicBezTo>
                  <a:cubicBezTo>
                    <a:pt x="42" y="268"/>
                    <a:pt x="61" y="283"/>
                    <a:pt x="76" y="292"/>
                  </a:cubicBezTo>
                  <a:cubicBezTo>
                    <a:pt x="75" y="280"/>
                    <a:pt x="65" y="278"/>
                    <a:pt x="57" y="269"/>
                  </a:cubicBezTo>
                  <a:cubicBezTo>
                    <a:pt x="48" y="260"/>
                    <a:pt x="42" y="244"/>
                    <a:pt x="39" y="232"/>
                  </a:cubicBezTo>
                  <a:cubicBezTo>
                    <a:pt x="35" y="219"/>
                    <a:pt x="35" y="204"/>
                    <a:pt x="30" y="190"/>
                  </a:cubicBezTo>
                  <a:cubicBezTo>
                    <a:pt x="26" y="178"/>
                    <a:pt x="18" y="168"/>
                    <a:pt x="14" y="156"/>
                  </a:cubicBezTo>
                  <a:cubicBezTo>
                    <a:pt x="3" y="123"/>
                    <a:pt x="20" y="102"/>
                    <a:pt x="23" y="69"/>
                  </a:cubicBezTo>
                  <a:cubicBezTo>
                    <a:pt x="25" y="52"/>
                    <a:pt x="18" y="11"/>
                    <a:pt x="35" y="0"/>
                  </a:cubicBezTo>
                </a:path>
              </a:pathLst>
            </a:custGeom>
            <a:solidFill>
              <a:srgbClr val="8C3F3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0212" name="Freeform 655">
              <a:extLst>
                <a:ext uri="{FF2B5EF4-FFF2-40B4-BE49-F238E27FC236}">
                  <a16:creationId xmlns:a16="http://schemas.microsoft.com/office/drawing/2014/main" id="{9054098D-D665-45D7-8D56-6DDA431D7C46}"/>
                </a:ext>
              </a:extLst>
            </p:cNvPr>
            <p:cNvSpPr>
              <a:spLocks/>
            </p:cNvSpPr>
            <p:nvPr/>
          </p:nvSpPr>
          <p:spPr bwMode="auto">
            <a:xfrm>
              <a:off x="797" y="2380"/>
              <a:ext cx="52" cy="115"/>
            </a:xfrm>
            <a:custGeom>
              <a:avLst/>
              <a:gdLst>
                <a:gd name="T0" fmla="*/ 10 w 50"/>
                <a:gd name="T1" fmla="*/ 0 h 109"/>
                <a:gd name="T2" fmla="*/ 6 w 50"/>
                <a:gd name="T3" fmla="*/ 76 h 109"/>
                <a:gd name="T4" fmla="*/ 56 w 50"/>
                <a:gd name="T5" fmla="*/ 116 h 109"/>
                <a:gd name="T6" fmla="*/ 16 w 50"/>
                <a:gd name="T7" fmla="*/ 68 h 109"/>
                <a:gd name="T8" fmla="*/ 8 w 50"/>
                <a:gd name="T9" fmla="*/ 8 h 10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109">
                  <a:moveTo>
                    <a:pt x="10" y="0"/>
                  </a:moveTo>
                  <a:cubicBezTo>
                    <a:pt x="6" y="19"/>
                    <a:pt x="0" y="45"/>
                    <a:pt x="6" y="64"/>
                  </a:cubicBezTo>
                  <a:cubicBezTo>
                    <a:pt x="10" y="76"/>
                    <a:pt x="34" y="109"/>
                    <a:pt x="50" y="99"/>
                  </a:cubicBezTo>
                  <a:cubicBezTo>
                    <a:pt x="30" y="91"/>
                    <a:pt x="18" y="80"/>
                    <a:pt x="13" y="58"/>
                  </a:cubicBezTo>
                  <a:cubicBezTo>
                    <a:pt x="9" y="43"/>
                    <a:pt x="4" y="24"/>
                    <a:pt x="8" y="8"/>
                  </a:cubicBezTo>
                </a:path>
              </a:pathLst>
            </a:custGeom>
            <a:solidFill>
              <a:srgbClr val="8C3F3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0213" name="Freeform 656">
              <a:extLst>
                <a:ext uri="{FF2B5EF4-FFF2-40B4-BE49-F238E27FC236}">
                  <a16:creationId xmlns:a16="http://schemas.microsoft.com/office/drawing/2014/main" id="{9DA46D78-7DA6-4071-B5EE-81F9D8305B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6" y="941"/>
              <a:ext cx="121" cy="269"/>
            </a:xfrm>
            <a:custGeom>
              <a:avLst/>
              <a:gdLst>
                <a:gd name="T0" fmla="*/ 73 w 115"/>
                <a:gd name="T1" fmla="*/ 0 h 255"/>
                <a:gd name="T2" fmla="*/ 73 w 115"/>
                <a:gd name="T3" fmla="*/ 42 h 255"/>
                <a:gd name="T4" fmla="*/ 62 w 115"/>
                <a:gd name="T5" fmla="*/ 92 h 255"/>
                <a:gd name="T6" fmla="*/ 134 w 115"/>
                <a:gd name="T7" fmla="*/ 300 h 255"/>
                <a:gd name="T8" fmla="*/ 61 w 115"/>
                <a:gd name="T9" fmla="*/ 133 h 255"/>
                <a:gd name="T10" fmla="*/ 81 w 115"/>
                <a:gd name="T11" fmla="*/ 45 h 255"/>
                <a:gd name="T12" fmla="*/ 73 w 115"/>
                <a:gd name="T13" fmla="*/ 0 h 25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5" h="255">
                  <a:moveTo>
                    <a:pt x="63" y="0"/>
                  </a:moveTo>
                  <a:cubicBezTo>
                    <a:pt x="63" y="0"/>
                    <a:pt x="60" y="20"/>
                    <a:pt x="63" y="36"/>
                  </a:cubicBezTo>
                  <a:cubicBezTo>
                    <a:pt x="65" y="52"/>
                    <a:pt x="60" y="63"/>
                    <a:pt x="53" y="78"/>
                  </a:cubicBezTo>
                  <a:cubicBezTo>
                    <a:pt x="47" y="93"/>
                    <a:pt x="0" y="211"/>
                    <a:pt x="115" y="255"/>
                  </a:cubicBezTo>
                  <a:cubicBezTo>
                    <a:pt x="115" y="255"/>
                    <a:pt x="21" y="206"/>
                    <a:pt x="52" y="113"/>
                  </a:cubicBezTo>
                  <a:cubicBezTo>
                    <a:pt x="65" y="75"/>
                    <a:pt x="72" y="53"/>
                    <a:pt x="69" y="39"/>
                  </a:cubicBezTo>
                  <a:cubicBezTo>
                    <a:pt x="67" y="24"/>
                    <a:pt x="63" y="0"/>
                    <a:pt x="63" y="0"/>
                  </a:cubicBezTo>
                  <a:close/>
                </a:path>
              </a:pathLst>
            </a:custGeom>
            <a:solidFill>
              <a:srgbClr val="8C3F3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0214" name="Freeform 657">
              <a:extLst>
                <a:ext uri="{FF2B5EF4-FFF2-40B4-BE49-F238E27FC236}">
                  <a16:creationId xmlns:a16="http://schemas.microsoft.com/office/drawing/2014/main" id="{4B2B7E8F-B901-4FD8-BBD4-D5155BB0010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5" y="870"/>
              <a:ext cx="24" cy="90"/>
            </a:xfrm>
            <a:custGeom>
              <a:avLst/>
              <a:gdLst>
                <a:gd name="T0" fmla="*/ 21 w 23"/>
                <a:gd name="T1" fmla="*/ 0 h 85"/>
                <a:gd name="T2" fmla="*/ 21 w 23"/>
                <a:gd name="T3" fmla="*/ 22 h 85"/>
                <a:gd name="T4" fmla="*/ 19 w 23"/>
                <a:gd name="T5" fmla="*/ 39 h 85"/>
                <a:gd name="T6" fmla="*/ 7 w 23"/>
                <a:gd name="T7" fmla="*/ 65 h 85"/>
                <a:gd name="T8" fmla="*/ 2 w 23"/>
                <a:gd name="T9" fmla="*/ 89 h 85"/>
                <a:gd name="T10" fmla="*/ 21 w 23"/>
                <a:gd name="T11" fmla="*/ 101 h 85"/>
                <a:gd name="T12" fmla="*/ 24 w 23"/>
                <a:gd name="T13" fmla="*/ 95 h 85"/>
                <a:gd name="T14" fmla="*/ 7 w 23"/>
                <a:gd name="T15" fmla="*/ 82 h 85"/>
                <a:gd name="T16" fmla="*/ 16 w 23"/>
                <a:gd name="T17" fmla="*/ 66 h 85"/>
                <a:gd name="T18" fmla="*/ 26 w 23"/>
                <a:gd name="T19" fmla="*/ 61 h 85"/>
                <a:gd name="T20" fmla="*/ 23 w 23"/>
                <a:gd name="T21" fmla="*/ 32 h 85"/>
                <a:gd name="T22" fmla="*/ 24 w 23"/>
                <a:gd name="T23" fmla="*/ 16 h 85"/>
                <a:gd name="T24" fmla="*/ 21 w 23"/>
                <a:gd name="T25" fmla="*/ 1 h 8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3" h="85">
                  <a:moveTo>
                    <a:pt x="18" y="0"/>
                  </a:moveTo>
                  <a:cubicBezTo>
                    <a:pt x="17" y="6"/>
                    <a:pt x="18" y="13"/>
                    <a:pt x="18" y="19"/>
                  </a:cubicBezTo>
                  <a:cubicBezTo>
                    <a:pt x="17" y="24"/>
                    <a:pt x="17" y="28"/>
                    <a:pt x="16" y="33"/>
                  </a:cubicBezTo>
                  <a:cubicBezTo>
                    <a:pt x="14" y="40"/>
                    <a:pt x="11" y="47"/>
                    <a:pt x="7" y="55"/>
                  </a:cubicBezTo>
                  <a:cubicBezTo>
                    <a:pt x="5" y="61"/>
                    <a:pt x="0" y="68"/>
                    <a:pt x="2" y="75"/>
                  </a:cubicBezTo>
                  <a:cubicBezTo>
                    <a:pt x="5" y="82"/>
                    <a:pt x="15" y="79"/>
                    <a:pt x="18" y="85"/>
                  </a:cubicBezTo>
                  <a:cubicBezTo>
                    <a:pt x="19" y="83"/>
                    <a:pt x="20" y="81"/>
                    <a:pt x="21" y="80"/>
                  </a:cubicBezTo>
                  <a:cubicBezTo>
                    <a:pt x="15" y="78"/>
                    <a:pt x="8" y="77"/>
                    <a:pt x="7" y="69"/>
                  </a:cubicBezTo>
                  <a:cubicBezTo>
                    <a:pt x="7" y="65"/>
                    <a:pt x="10" y="59"/>
                    <a:pt x="13" y="56"/>
                  </a:cubicBezTo>
                  <a:cubicBezTo>
                    <a:pt x="15" y="53"/>
                    <a:pt x="19" y="53"/>
                    <a:pt x="23" y="52"/>
                  </a:cubicBezTo>
                  <a:cubicBezTo>
                    <a:pt x="14" y="51"/>
                    <a:pt x="19" y="31"/>
                    <a:pt x="20" y="26"/>
                  </a:cubicBezTo>
                  <a:cubicBezTo>
                    <a:pt x="21" y="21"/>
                    <a:pt x="22" y="17"/>
                    <a:pt x="21" y="13"/>
                  </a:cubicBezTo>
                  <a:cubicBezTo>
                    <a:pt x="20" y="9"/>
                    <a:pt x="18" y="5"/>
                    <a:pt x="18" y="1"/>
                  </a:cubicBezTo>
                </a:path>
              </a:pathLst>
            </a:custGeom>
            <a:solidFill>
              <a:srgbClr val="8C3F3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0215" name="Freeform 658">
              <a:extLst>
                <a:ext uri="{FF2B5EF4-FFF2-40B4-BE49-F238E27FC236}">
                  <a16:creationId xmlns:a16="http://schemas.microsoft.com/office/drawing/2014/main" id="{1701BBBF-98AF-4601-90C5-55DBFD1733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4" y="928"/>
              <a:ext cx="22" cy="24"/>
            </a:xfrm>
            <a:custGeom>
              <a:avLst/>
              <a:gdLst>
                <a:gd name="T0" fmla="*/ 0 w 20"/>
                <a:gd name="T1" fmla="*/ 0 h 23"/>
                <a:gd name="T2" fmla="*/ 15 w 20"/>
                <a:gd name="T3" fmla="*/ 22 h 23"/>
                <a:gd name="T4" fmla="*/ 10 w 20"/>
                <a:gd name="T5" fmla="*/ 11 h 23"/>
                <a:gd name="T6" fmla="*/ 1 w 20"/>
                <a:gd name="T7" fmla="*/ 1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23">
                  <a:moveTo>
                    <a:pt x="0" y="0"/>
                  </a:moveTo>
                  <a:cubicBezTo>
                    <a:pt x="7" y="0"/>
                    <a:pt x="20" y="13"/>
                    <a:pt x="12" y="19"/>
                  </a:cubicBezTo>
                  <a:cubicBezTo>
                    <a:pt x="6" y="23"/>
                    <a:pt x="7" y="14"/>
                    <a:pt x="7" y="11"/>
                  </a:cubicBezTo>
                  <a:cubicBezTo>
                    <a:pt x="7" y="5"/>
                    <a:pt x="5" y="4"/>
                    <a:pt x="1" y="1"/>
                  </a:cubicBezTo>
                </a:path>
              </a:pathLst>
            </a:custGeom>
            <a:solidFill>
              <a:srgbClr val="8C3F3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0216" name="Freeform 659">
              <a:extLst>
                <a:ext uri="{FF2B5EF4-FFF2-40B4-BE49-F238E27FC236}">
                  <a16:creationId xmlns:a16="http://schemas.microsoft.com/office/drawing/2014/main" id="{60E43349-6E86-4813-9BB0-86124714404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4" y="1019"/>
              <a:ext cx="16" cy="81"/>
            </a:xfrm>
            <a:custGeom>
              <a:avLst/>
              <a:gdLst>
                <a:gd name="T0" fmla="*/ 0 w 15"/>
                <a:gd name="T1" fmla="*/ 0 h 77"/>
                <a:gd name="T2" fmla="*/ 14 w 15"/>
                <a:gd name="T3" fmla="*/ 42 h 77"/>
                <a:gd name="T4" fmla="*/ 4 w 15"/>
                <a:gd name="T5" fmla="*/ 89 h 77"/>
                <a:gd name="T6" fmla="*/ 6 w 15"/>
                <a:gd name="T7" fmla="*/ 41 h 77"/>
                <a:gd name="T8" fmla="*/ 2 w 15"/>
                <a:gd name="T9" fmla="*/ 4 h 7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77">
                  <a:moveTo>
                    <a:pt x="0" y="0"/>
                  </a:moveTo>
                  <a:cubicBezTo>
                    <a:pt x="4" y="12"/>
                    <a:pt x="7" y="24"/>
                    <a:pt x="11" y="36"/>
                  </a:cubicBezTo>
                  <a:cubicBezTo>
                    <a:pt x="15" y="51"/>
                    <a:pt x="4" y="62"/>
                    <a:pt x="4" y="77"/>
                  </a:cubicBezTo>
                  <a:cubicBezTo>
                    <a:pt x="0" y="64"/>
                    <a:pt x="8" y="49"/>
                    <a:pt x="6" y="35"/>
                  </a:cubicBezTo>
                  <a:cubicBezTo>
                    <a:pt x="5" y="25"/>
                    <a:pt x="2" y="15"/>
                    <a:pt x="2" y="4"/>
                  </a:cubicBezTo>
                </a:path>
              </a:pathLst>
            </a:custGeom>
            <a:solidFill>
              <a:srgbClr val="8C3F3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0217" name="Freeform 660">
              <a:extLst>
                <a:ext uri="{FF2B5EF4-FFF2-40B4-BE49-F238E27FC236}">
                  <a16:creationId xmlns:a16="http://schemas.microsoft.com/office/drawing/2014/main" id="{0912821B-F4F6-478E-9132-4B17F15CB11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5" y="904"/>
              <a:ext cx="43" cy="31"/>
            </a:xfrm>
            <a:custGeom>
              <a:avLst/>
              <a:gdLst>
                <a:gd name="T0" fmla="*/ 47 w 41"/>
                <a:gd name="T1" fmla="*/ 0 h 30"/>
                <a:gd name="T2" fmla="*/ 44 w 41"/>
                <a:gd name="T3" fmla="*/ 7 h 30"/>
                <a:gd name="T4" fmla="*/ 27 w 41"/>
                <a:gd name="T5" fmla="*/ 20 h 30"/>
                <a:gd name="T6" fmla="*/ 10 w 41"/>
                <a:gd name="T7" fmla="*/ 25 h 30"/>
                <a:gd name="T8" fmla="*/ 0 w 41"/>
                <a:gd name="T9" fmla="*/ 33 h 30"/>
                <a:gd name="T10" fmla="*/ 17 w 41"/>
                <a:gd name="T11" fmla="*/ 26 h 30"/>
                <a:gd name="T12" fmla="*/ 31 w 41"/>
                <a:gd name="T13" fmla="*/ 20 h 30"/>
                <a:gd name="T14" fmla="*/ 46 w 41"/>
                <a:gd name="T15" fmla="*/ 0 h 3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1" h="30">
                  <a:moveTo>
                    <a:pt x="41" y="0"/>
                  </a:moveTo>
                  <a:cubicBezTo>
                    <a:pt x="40" y="1"/>
                    <a:pt x="39" y="5"/>
                    <a:pt x="38" y="7"/>
                  </a:cubicBezTo>
                  <a:cubicBezTo>
                    <a:pt x="34" y="11"/>
                    <a:pt x="29" y="15"/>
                    <a:pt x="24" y="17"/>
                  </a:cubicBezTo>
                  <a:cubicBezTo>
                    <a:pt x="19" y="19"/>
                    <a:pt x="14" y="19"/>
                    <a:pt x="10" y="22"/>
                  </a:cubicBezTo>
                  <a:cubicBezTo>
                    <a:pt x="7" y="24"/>
                    <a:pt x="3" y="28"/>
                    <a:pt x="0" y="30"/>
                  </a:cubicBezTo>
                  <a:cubicBezTo>
                    <a:pt x="3" y="26"/>
                    <a:pt x="10" y="24"/>
                    <a:pt x="14" y="23"/>
                  </a:cubicBezTo>
                  <a:cubicBezTo>
                    <a:pt x="19" y="21"/>
                    <a:pt x="24" y="19"/>
                    <a:pt x="28" y="17"/>
                  </a:cubicBezTo>
                  <a:cubicBezTo>
                    <a:pt x="34" y="14"/>
                    <a:pt x="41" y="7"/>
                    <a:pt x="40" y="0"/>
                  </a:cubicBezTo>
                </a:path>
              </a:pathLst>
            </a:custGeom>
            <a:solidFill>
              <a:srgbClr val="5A22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0218" name="Freeform 661">
              <a:extLst>
                <a:ext uri="{FF2B5EF4-FFF2-40B4-BE49-F238E27FC236}">
                  <a16:creationId xmlns:a16="http://schemas.microsoft.com/office/drawing/2014/main" id="{C39D0B8A-BD01-4681-8933-42F0CD6D9F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8" y="905"/>
              <a:ext cx="30" cy="19"/>
            </a:xfrm>
            <a:custGeom>
              <a:avLst/>
              <a:gdLst>
                <a:gd name="T0" fmla="*/ 0 w 28"/>
                <a:gd name="T1" fmla="*/ 0 h 18"/>
                <a:gd name="T2" fmla="*/ 6 w 28"/>
                <a:gd name="T3" fmla="*/ 5 h 18"/>
                <a:gd name="T4" fmla="*/ 15 w 28"/>
                <a:gd name="T5" fmla="*/ 14 h 18"/>
                <a:gd name="T6" fmla="*/ 27 w 28"/>
                <a:gd name="T7" fmla="*/ 19 h 18"/>
                <a:gd name="T8" fmla="*/ 34 w 28"/>
                <a:gd name="T9" fmla="*/ 21 h 18"/>
                <a:gd name="T10" fmla="*/ 16 w 28"/>
                <a:gd name="T11" fmla="*/ 12 h 18"/>
                <a:gd name="T12" fmla="*/ 0 w 28"/>
                <a:gd name="T13" fmla="*/ 1 h 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" h="18">
                  <a:moveTo>
                    <a:pt x="0" y="0"/>
                  </a:moveTo>
                  <a:cubicBezTo>
                    <a:pt x="1" y="2"/>
                    <a:pt x="4" y="4"/>
                    <a:pt x="6" y="5"/>
                  </a:cubicBezTo>
                  <a:cubicBezTo>
                    <a:pt x="8" y="7"/>
                    <a:pt x="10" y="9"/>
                    <a:pt x="12" y="11"/>
                  </a:cubicBezTo>
                  <a:cubicBezTo>
                    <a:pt x="15" y="13"/>
                    <a:pt x="18" y="15"/>
                    <a:pt x="21" y="16"/>
                  </a:cubicBezTo>
                  <a:cubicBezTo>
                    <a:pt x="23" y="17"/>
                    <a:pt x="26" y="18"/>
                    <a:pt x="28" y="18"/>
                  </a:cubicBezTo>
                  <a:cubicBezTo>
                    <a:pt x="23" y="15"/>
                    <a:pt x="17" y="13"/>
                    <a:pt x="13" y="9"/>
                  </a:cubicBezTo>
                  <a:cubicBezTo>
                    <a:pt x="9" y="6"/>
                    <a:pt x="5" y="2"/>
                    <a:pt x="0" y="1"/>
                  </a:cubicBezTo>
                </a:path>
              </a:pathLst>
            </a:custGeom>
            <a:solidFill>
              <a:srgbClr val="5A22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0219" name="Freeform 662">
              <a:extLst>
                <a:ext uri="{FF2B5EF4-FFF2-40B4-BE49-F238E27FC236}">
                  <a16:creationId xmlns:a16="http://schemas.microsoft.com/office/drawing/2014/main" id="{E20FBFBD-919E-45B1-A7DB-14FA51BDE25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1" y="1106"/>
              <a:ext cx="42" cy="107"/>
            </a:xfrm>
            <a:custGeom>
              <a:avLst/>
              <a:gdLst>
                <a:gd name="T0" fmla="*/ 40 w 40"/>
                <a:gd name="T1" fmla="*/ 2 h 101"/>
                <a:gd name="T2" fmla="*/ 20 w 40"/>
                <a:gd name="T3" fmla="*/ 38 h 101"/>
                <a:gd name="T4" fmla="*/ 46 w 40"/>
                <a:gd name="T5" fmla="*/ 53 h 101"/>
                <a:gd name="T6" fmla="*/ 24 w 40"/>
                <a:gd name="T7" fmla="*/ 72 h 101"/>
                <a:gd name="T8" fmla="*/ 13 w 40"/>
                <a:gd name="T9" fmla="*/ 120 h 101"/>
                <a:gd name="T10" fmla="*/ 17 w 40"/>
                <a:gd name="T11" fmla="*/ 67 h 101"/>
                <a:gd name="T12" fmla="*/ 5 w 40"/>
                <a:gd name="T13" fmla="*/ 53 h 101"/>
                <a:gd name="T14" fmla="*/ 0 w 40"/>
                <a:gd name="T15" fmla="*/ 37 h 101"/>
                <a:gd name="T16" fmla="*/ 7 w 40"/>
                <a:gd name="T17" fmla="*/ 43 h 101"/>
                <a:gd name="T18" fmla="*/ 13 w 40"/>
                <a:gd name="T19" fmla="*/ 26 h 101"/>
                <a:gd name="T20" fmla="*/ 38 w 40"/>
                <a:gd name="T21" fmla="*/ 0 h 10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0" h="101">
                  <a:moveTo>
                    <a:pt x="34" y="2"/>
                  </a:moveTo>
                  <a:cubicBezTo>
                    <a:pt x="21" y="3"/>
                    <a:pt x="10" y="20"/>
                    <a:pt x="17" y="32"/>
                  </a:cubicBezTo>
                  <a:cubicBezTo>
                    <a:pt x="21" y="40"/>
                    <a:pt x="32" y="42"/>
                    <a:pt x="40" y="44"/>
                  </a:cubicBezTo>
                  <a:cubicBezTo>
                    <a:pt x="27" y="41"/>
                    <a:pt x="21" y="48"/>
                    <a:pt x="21" y="60"/>
                  </a:cubicBezTo>
                  <a:cubicBezTo>
                    <a:pt x="22" y="76"/>
                    <a:pt x="20" y="89"/>
                    <a:pt x="10" y="101"/>
                  </a:cubicBezTo>
                  <a:cubicBezTo>
                    <a:pt x="14" y="87"/>
                    <a:pt x="25" y="69"/>
                    <a:pt x="14" y="56"/>
                  </a:cubicBezTo>
                  <a:cubicBezTo>
                    <a:pt x="11" y="52"/>
                    <a:pt x="7" y="49"/>
                    <a:pt x="5" y="44"/>
                  </a:cubicBezTo>
                  <a:cubicBezTo>
                    <a:pt x="3" y="40"/>
                    <a:pt x="2" y="35"/>
                    <a:pt x="0" y="31"/>
                  </a:cubicBezTo>
                  <a:cubicBezTo>
                    <a:pt x="1" y="33"/>
                    <a:pt x="4" y="39"/>
                    <a:pt x="7" y="37"/>
                  </a:cubicBezTo>
                  <a:cubicBezTo>
                    <a:pt x="9" y="36"/>
                    <a:pt x="10" y="25"/>
                    <a:pt x="10" y="23"/>
                  </a:cubicBezTo>
                  <a:cubicBezTo>
                    <a:pt x="13" y="13"/>
                    <a:pt x="20" y="0"/>
                    <a:pt x="32" y="0"/>
                  </a:cubicBezTo>
                </a:path>
              </a:pathLst>
            </a:custGeom>
            <a:solidFill>
              <a:srgbClr val="8C3F3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0220" name="Freeform 663">
              <a:extLst>
                <a:ext uri="{FF2B5EF4-FFF2-40B4-BE49-F238E27FC236}">
                  <a16:creationId xmlns:a16="http://schemas.microsoft.com/office/drawing/2014/main" id="{1440AD85-CA5C-4392-A124-228F7693EE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8" y="1105"/>
              <a:ext cx="23" cy="24"/>
            </a:xfrm>
            <a:custGeom>
              <a:avLst/>
              <a:gdLst>
                <a:gd name="T0" fmla="*/ 0 w 22"/>
                <a:gd name="T1" fmla="*/ 1 h 22"/>
                <a:gd name="T2" fmla="*/ 14 w 22"/>
                <a:gd name="T3" fmla="*/ 10 h 22"/>
                <a:gd name="T4" fmla="*/ 20 w 22"/>
                <a:gd name="T5" fmla="*/ 28 h 22"/>
                <a:gd name="T6" fmla="*/ 17 w 22"/>
                <a:gd name="T7" fmla="*/ 5 h 22"/>
                <a:gd name="T8" fmla="*/ 1 w 22"/>
                <a:gd name="T9" fmla="*/ 2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2">
                  <a:moveTo>
                    <a:pt x="0" y="1"/>
                  </a:moveTo>
                  <a:cubicBezTo>
                    <a:pt x="4" y="4"/>
                    <a:pt x="7" y="4"/>
                    <a:pt x="11" y="7"/>
                  </a:cubicBezTo>
                  <a:cubicBezTo>
                    <a:pt x="16" y="12"/>
                    <a:pt x="16" y="16"/>
                    <a:pt x="17" y="22"/>
                  </a:cubicBezTo>
                  <a:cubicBezTo>
                    <a:pt x="22" y="18"/>
                    <a:pt x="19" y="8"/>
                    <a:pt x="14" y="5"/>
                  </a:cubicBezTo>
                  <a:cubicBezTo>
                    <a:pt x="11" y="3"/>
                    <a:pt x="4" y="0"/>
                    <a:pt x="1" y="2"/>
                  </a:cubicBezTo>
                </a:path>
              </a:pathLst>
            </a:custGeom>
            <a:solidFill>
              <a:srgbClr val="8C3F3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0221" name="Freeform 664">
              <a:extLst>
                <a:ext uri="{FF2B5EF4-FFF2-40B4-BE49-F238E27FC236}">
                  <a16:creationId xmlns:a16="http://schemas.microsoft.com/office/drawing/2014/main" id="{3951E18A-1817-45CA-8393-5429D1031DE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0" y="1025"/>
              <a:ext cx="31" cy="25"/>
            </a:xfrm>
            <a:custGeom>
              <a:avLst/>
              <a:gdLst>
                <a:gd name="T0" fmla="*/ 35 w 29"/>
                <a:gd name="T1" fmla="*/ 9 h 24"/>
                <a:gd name="T2" fmla="*/ 17 w 29"/>
                <a:gd name="T3" fmla="*/ 6 h 24"/>
                <a:gd name="T4" fmla="*/ 0 w 29"/>
                <a:gd name="T5" fmla="*/ 27 h 24"/>
                <a:gd name="T6" fmla="*/ 19 w 29"/>
                <a:gd name="T7" fmla="*/ 10 h 24"/>
                <a:gd name="T8" fmla="*/ 34 w 29"/>
                <a:gd name="T9" fmla="*/ 8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24">
                  <a:moveTo>
                    <a:pt x="29" y="9"/>
                  </a:moveTo>
                  <a:cubicBezTo>
                    <a:pt x="22" y="5"/>
                    <a:pt x="20" y="0"/>
                    <a:pt x="14" y="6"/>
                  </a:cubicBezTo>
                  <a:cubicBezTo>
                    <a:pt x="8" y="11"/>
                    <a:pt x="5" y="20"/>
                    <a:pt x="0" y="24"/>
                  </a:cubicBezTo>
                  <a:cubicBezTo>
                    <a:pt x="5" y="19"/>
                    <a:pt x="10" y="14"/>
                    <a:pt x="16" y="10"/>
                  </a:cubicBezTo>
                  <a:cubicBezTo>
                    <a:pt x="20" y="7"/>
                    <a:pt x="24" y="8"/>
                    <a:pt x="28" y="8"/>
                  </a:cubicBezTo>
                </a:path>
              </a:pathLst>
            </a:custGeom>
            <a:solidFill>
              <a:srgbClr val="BF5C5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0222" name="Freeform 665">
              <a:extLst>
                <a:ext uri="{FF2B5EF4-FFF2-40B4-BE49-F238E27FC236}">
                  <a16:creationId xmlns:a16="http://schemas.microsoft.com/office/drawing/2014/main" id="{ACB7439E-99EA-4E15-9834-5BF6AA0C7B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7" y="1061"/>
              <a:ext cx="34" cy="9"/>
            </a:xfrm>
            <a:custGeom>
              <a:avLst/>
              <a:gdLst>
                <a:gd name="T0" fmla="*/ 38 w 32"/>
                <a:gd name="T1" fmla="*/ 0 h 9"/>
                <a:gd name="T2" fmla="*/ 6 w 32"/>
                <a:gd name="T3" fmla="*/ 4 h 9"/>
                <a:gd name="T4" fmla="*/ 15 w 32"/>
                <a:gd name="T5" fmla="*/ 7 h 9"/>
                <a:gd name="T6" fmla="*/ 28 w 32"/>
                <a:gd name="T7" fmla="*/ 2 h 9"/>
                <a:gd name="T8" fmla="*/ 37 w 32"/>
                <a:gd name="T9" fmla="*/ 1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9">
                  <a:moveTo>
                    <a:pt x="32" y="0"/>
                  </a:moveTo>
                  <a:cubicBezTo>
                    <a:pt x="26" y="0"/>
                    <a:pt x="11" y="0"/>
                    <a:pt x="6" y="4"/>
                  </a:cubicBezTo>
                  <a:cubicBezTo>
                    <a:pt x="0" y="9"/>
                    <a:pt x="8" y="8"/>
                    <a:pt x="12" y="7"/>
                  </a:cubicBezTo>
                  <a:cubicBezTo>
                    <a:pt x="15" y="5"/>
                    <a:pt x="19" y="3"/>
                    <a:pt x="23" y="2"/>
                  </a:cubicBezTo>
                  <a:cubicBezTo>
                    <a:pt x="26" y="2"/>
                    <a:pt x="29" y="2"/>
                    <a:pt x="31" y="1"/>
                  </a:cubicBezTo>
                </a:path>
              </a:pathLst>
            </a:custGeom>
            <a:solidFill>
              <a:srgbClr val="BF5C5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0223" name="Freeform 666">
              <a:extLst>
                <a:ext uri="{FF2B5EF4-FFF2-40B4-BE49-F238E27FC236}">
                  <a16:creationId xmlns:a16="http://schemas.microsoft.com/office/drawing/2014/main" id="{72493B62-CBF7-4CFC-8834-1309BE221144}"/>
                </a:ext>
              </a:extLst>
            </p:cNvPr>
            <p:cNvSpPr>
              <a:spLocks/>
            </p:cNvSpPr>
            <p:nvPr/>
          </p:nvSpPr>
          <p:spPr bwMode="auto">
            <a:xfrm>
              <a:off x="813" y="2107"/>
              <a:ext cx="138" cy="150"/>
            </a:xfrm>
            <a:custGeom>
              <a:avLst/>
              <a:gdLst>
                <a:gd name="T0" fmla="*/ 155 w 130"/>
                <a:gd name="T1" fmla="*/ 1 h 142"/>
                <a:gd name="T2" fmla="*/ 148 w 130"/>
                <a:gd name="T3" fmla="*/ 34 h 142"/>
                <a:gd name="T4" fmla="*/ 130 w 130"/>
                <a:gd name="T5" fmla="*/ 55 h 142"/>
                <a:gd name="T6" fmla="*/ 91 w 130"/>
                <a:gd name="T7" fmla="*/ 96 h 142"/>
                <a:gd name="T8" fmla="*/ 79 w 130"/>
                <a:gd name="T9" fmla="*/ 132 h 142"/>
                <a:gd name="T10" fmla="*/ 62 w 130"/>
                <a:gd name="T11" fmla="*/ 167 h 142"/>
                <a:gd name="T12" fmla="*/ 0 w 130"/>
                <a:gd name="T13" fmla="*/ 110 h 142"/>
                <a:gd name="T14" fmla="*/ 77 w 130"/>
                <a:gd name="T15" fmla="*/ 120 h 142"/>
                <a:gd name="T16" fmla="*/ 65 w 130"/>
                <a:gd name="T17" fmla="*/ 76 h 142"/>
                <a:gd name="T18" fmla="*/ 34 w 130"/>
                <a:gd name="T19" fmla="*/ 52 h 142"/>
                <a:gd name="T20" fmla="*/ 114 w 130"/>
                <a:gd name="T21" fmla="*/ 64 h 142"/>
                <a:gd name="T22" fmla="*/ 136 w 130"/>
                <a:gd name="T23" fmla="*/ 29 h 142"/>
                <a:gd name="T24" fmla="*/ 152 w 130"/>
                <a:gd name="T25" fmla="*/ 0 h 14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30" h="142">
                  <a:moveTo>
                    <a:pt x="130" y="1"/>
                  </a:moveTo>
                  <a:cubicBezTo>
                    <a:pt x="128" y="10"/>
                    <a:pt x="128" y="19"/>
                    <a:pt x="123" y="28"/>
                  </a:cubicBezTo>
                  <a:cubicBezTo>
                    <a:pt x="120" y="35"/>
                    <a:pt x="114" y="40"/>
                    <a:pt x="108" y="46"/>
                  </a:cubicBezTo>
                  <a:cubicBezTo>
                    <a:pt x="98" y="57"/>
                    <a:pt x="82" y="69"/>
                    <a:pt x="76" y="81"/>
                  </a:cubicBezTo>
                  <a:cubicBezTo>
                    <a:pt x="72" y="93"/>
                    <a:pt x="74" y="102"/>
                    <a:pt x="66" y="112"/>
                  </a:cubicBezTo>
                  <a:cubicBezTo>
                    <a:pt x="58" y="122"/>
                    <a:pt x="52" y="128"/>
                    <a:pt x="52" y="142"/>
                  </a:cubicBezTo>
                  <a:cubicBezTo>
                    <a:pt x="49" y="113"/>
                    <a:pt x="18" y="108"/>
                    <a:pt x="0" y="93"/>
                  </a:cubicBezTo>
                  <a:cubicBezTo>
                    <a:pt x="14" y="97"/>
                    <a:pt x="51" y="123"/>
                    <a:pt x="65" y="102"/>
                  </a:cubicBezTo>
                  <a:cubicBezTo>
                    <a:pt x="71" y="92"/>
                    <a:pt x="61" y="72"/>
                    <a:pt x="54" y="64"/>
                  </a:cubicBezTo>
                  <a:cubicBezTo>
                    <a:pt x="47" y="57"/>
                    <a:pt x="34" y="53"/>
                    <a:pt x="28" y="44"/>
                  </a:cubicBezTo>
                  <a:cubicBezTo>
                    <a:pt x="49" y="55"/>
                    <a:pt x="73" y="84"/>
                    <a:pt x="95" y="55"/>
                  </a:cubicBezTo>
                  <a:cubicBezTo>
                    <a:pt x="102" y="46"/>
                    <a:pt x="108" y="35"/>
                    <a:pt x="114" y="25"/>
                  </a:cubicBezTo>
                  <a:cubicBezTo>
                    <a:pt x="118" y="18"/>
                    <a:pt x="128" y="8"/>
                    <a:pt x="127" y="0"/>
                  </a:cubicBezTo>
                </a:path>
              </a:pathLst>
            </a:custGeom>
            <a:solidFill>
              <a:srgbClr val="6C2D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0224" name="Freeform 667">
              <a:extLst>
                <a:ext uri="{FF2B5EF4-FFF2-40B4-BE49-F238E27FC236}">
                  <a16:creationId xmlns:a16="http://schemas.microsoft.com/office/drawing/2014/main" id="{2F9A17D9-1706-43F1-BB56-626FDF69EA11}"/>
                </a:ext>
              </a:extLst>
            </p:cNvPr>
            <p:cNvSpPr>
              <a:spLocks/>
            </p:cNvSpPr>
            <p:nvPr/>
          </p:nvSpPr>
          <p:spPr bwMode="auto">
            <a:xfrm>
              <a:off x="924" y="1914"/>
              <a:ext cx="36" cy="236"/>
            </a:xfrm>
            <a:custGeom>
              <a:avLst/>
              <a:gdLst>
                <a:gd name="T0" fmla="*/ 35 w 34"/>
                <a:gd name="T1" fmla="*/ 103 h 224"/>
                <a:gd name="T2" fmla="*/ 33 w 34"/>
                <a:gd name="T3" fmla="*/ 201 h 224"/>
                <a:gd name="T4" fmla="*/ 26 w 34"/>
                <a:gd name="T5" fmla="*/ 234 h 224"/>
                <a:gd name="T6" fmla="*/ 0 w 34"/>
                <a:gd name="T7" fmla="*/ 262 h 224"/>
                <a:gd name="T8" fmla="*/ 19 w 34"/>
                <a:gd name="T9" fmla="*/ 202 h 224"/>
                <a:gd name="T10" fmla="*/ 21 w 34"/>
                <a:gd name="T11" fmla="*/ 124 h 224"/>
                <a:gd name="T12" fmla="*/ 40 w 34"/>
                <a:gd name="T13" fmla="*/ 0 h 2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4" h="224">
                  <a:moveTo>
                    <a:pt x="29" y="88"/>
                  </a:moveTo>
                  <a:cubicBezTo>
                    <a:pt x="25" y="116"/>
                    <a:pt x="28" y="144"/>
                    <a:pt x="27" y="172"/>
                  </a:cubicBezTo>
                  <a:cubicBezTo>
                    <a:pt x="27" y="181"/>
                    <a:pt x="27" y="191"/>
                    <a:pt x="23" y="200"/>
                  </a:cubicBezTo>
                  <a:cubicBezTo>
                    <a:pt x="19" y="211"/>
                    <a:pt x="9" y="216"/>
                    <a:pt x="0" y="224"/>
                  </a:cubicBezTo>
                  <a:cubicBezTo>
                    <a:pt x="11" y="211"/>
                    <a:pt x="14" y="189"/>
                    <a:pt x="16" y="173"/>
                  </a:cubicBezTo>
                  <a:cubicBezTo>
                    <a:pt x="18" y="151"/>
                    <a:pt x="17" y="128"/>
                    <a:pt x="18" y="106"/>
                  </a:cubicBezTo>
                  <a:cubicBezTo>
                    <a:pt x="21" y="70"/>
                    <a:pt x="20" y="34"/>
                    <a:pt x="34" y="0"/>
                  </a:cubicBezTo>
                </a:path>
              </a:pathLst>
            </a:custGeom>
            <a:solidFill>
              <a:srgbClr val="6C2D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0225" name="Freeform 668">
              <a:extLst>
                <a:ext uri="{FF2B5EF4-FFF2-40B4-BE49-F238E27FC236}">
                  <a16:creationId xmlns:a16="http://schemas.microsoft.com/office/drawing/2014/main" id="{08E13B5E-4CEF-4CCF-AA09-C83F5413499D}"/>
                </a:ext>
              </a:extLst>
            </p:cNvPr>
            <p:cNvSpPr>
              <a:spLocks/>
            </p:cNvSpPr>
            <p:nvPr/>
          </p:nvSpPr>
          <p:spPr bwMode="auto">
            <a:xfrm>
              <a:off x="842" y="2277"/>
              <a:ext cx="50" cy="158"/>
            </a:xfrm>
            <a:custGeom>
              <a:avLst/>
              <a:gdLst>
                <a:gd name="T0" fmla="*/ 33 w 47"/>
                <a:gd name="T1" fmla="*/ 0 h 150"/>
                <a:gd name="T2" fmla="*/ 33 w 47"/>
                <a:gd name="T3" fmla="*/ 83 h 150"/>
                <a:gd name="T4" fmla="*/ 21 w 47"/>
                <a:gd name="T5" fmla="*/ 172 h 150"/>
                <a:gd name="T6" fmla="*/ 0 w 47"/>
                <a:gd name="T7" fmla="*/ 175 h 150"/>
                <a:gd name="T8" fmla="*/ 16 w 47"/>
                <a:gd name="T9" fmla="*/ 130 h 150"/>
                <a:gd name="T10" fmla="*/ 21 w 47"/>
                <a:gd name="T11" fmla="*/ 81 h 150"/>
                <a:gd name="T12" fmla="*/ 33 w 47"/>
                <a:gd name="T13" fmla="*/ 36 h 150"/>
                <a:gd name="T14" fmla="*/ 34 w 47"/>
                <a:gd name="T15" fmla="*/ 0 h 15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7" h="150">
                  <a:moveTo>
                    <a:pt x="27" y="0"/>
                  </a:moveTo>
                  <a:cubicBezTo>
                    <a:pt x="47" y="15"/>
                    <a:pt x="31" y="52"/>
                    <a:pt x="27" y="71"/>
                  </a:cubicBezTo>
                  <a:cubicBezTo>
                    <a:pt x="22" y="96"/>
                    <a:pt x="19" y="121"/>
                    <a:pt x="18" y="147"/>
                  </a:cubicBezTo>
                  <a:cubicBezTo>
                    <a:pt x="12" y="144"/>
                    <a:pt x="6" y="149"/>
                    <a:pt x="0" y="150"/>
                  </a:cubicBezTo>
                  <a:cubicBezTo>
                    <a:pt x="7" y="143"/>
                    <a:pt x="11" y="122"/>
                    <a:pt x="13" y="111"/>
                  </a:cubicBezTo>
                  <a:cubicBezTo>
                    <a:pt x="15" y="97"/>
                    <a:pt x="15" y="83"/>
                    <a:pt x="18" y="69"/>
                  </a:cubicBezTo>
                  <a:cubicBezTo>
                    <a:pt x="20" y="55"/>
                    <a:pt x="25" y="43"/>
                    <a:pt x="27" y="30"/>
                  </a:cubicBezTo>
                  <a:cubicBezTo>
                    <a:pt x="29" y="20"/>
                    <a:pt x="28" y="10"/>
                    <a:pt x="28" y="0"/>
                  </a:cubicBezTo>
                </a:path>
              </a:pathLst>
            </a:custGeom>
            <a:solidFill>
              <a:srgbClr val="6C2D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0226" name="Freeform 669">
              <a:extLst>
                <a:ext uri="{FF2B5EF4-FFF2-40B4-BE49-F238E27FC236}">
                  <a16:creationId xmlns:a16="http://schemas.microsoft.com/office/drawing/2014/main" id="{D9DA3DED-0616-459D-9DCE-76FFE973E96A}"/>
                </a:ext>
              </a:extLst>
            </p:cNvPr>
            <p:cNvSpPr>
              <a:spLocks/>
            </p:cNvSpPr>
            <p:nvPr/>
          </p:nvSpPr>
          <p:spPr bwMode="auto">
            <a:xfrm>
              <a:off x="768" y="2341"/>
              <a:ext cx="56" cy="35"/>
            </a:xfrm>
            <a:custGeom>
              <a:avLst/>
              <a:gdLst>
                <a:gd name="T0" fmla="*/ 0 w 53"/>
                <a:gd name="T1" fmla="*/ 12 h 33"/>
                <a:gd name="T2" fmla="*/ 38 w 53"/>
                <a:gd name="T3" fmla="*/ 14 h 33"/>
                <a:gd name="T4" fmla="*/ 62 w 53"/>
                <a:gd name="T5" fmla="*/ 39 h 33"/>
                <a:gd name="T6" fmla="*/ 39 w 53"/>
                <a:gd name="T7" fmla="*/ 4 h 33"/>
                <a:gd name="T8" fmla="*/ 21 w 53"/>
                <a:gd name="T9" fmla="*/ 1 h 33"/>
                <a:gd name="T10" fmla="*/ 4 w 53"/>
                <a:gd name="T11" fmla="*/ 8 h 3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3" h="33">
                  <a:moveTo>
                    <a:pt x="0" y="9"/>
                  </a:moveTo>
                  <a:cubicBezTo>
                    <a:pt x="4" y="2"/>
                    <a:pt x="25" y="9"/>
                    <a:pt x="32" y="11"/>
                  </a:cubicBezTo>
                  <a:cubicBezTo>
                    <a:pt x="44" y="15"/>
                    <a:pt x="47" y="22"/>
                    <a:pt x="53" y="33"/>
                  </a:cubicBezTo>
                  <a:cubicBezTo>
                    <a:pt x="53" y="19"/>
                    <a:pt x="46" y="9"/>
                    <a:pt x="33" y="4"/>
                  </a:cubicBezTo>
                  <a:cubicBezTo>
                    <a:pt x="29" y="1"/>
                    <a:pt x="24" y="0"/>
                    <a:pt x="18" y="1"/>
                  </a:cubicBezTo>
                  <a:cubicBezTo>
                    <a:pt x="13" y="2"/>
                    <a:pt x="9" y="7"/>
                    <a:pt x="4" y="8"/>
                  </a:cubicBezTo>
                </a:path>
              </a:pathLst>
            </a:custGeom>
            <a:solidFill>
              <a:srgbClr val="8C3F3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0227" name="Freeform 670">
              <a:extLst>
                <a:ext uri="{FF2B5EF4-FFF2-40B4-BE49-F238E27FC236}">
                  <a16:creationId xmlns:a16="http://schemas.microsoft.com/office/drawing/2014/main" id="{0EDD5663-9E1A-4ED6-B404-6298A5C8DFFC}"/>
                </a:ext>
              </a:extLst>
            </p:cNvPr>
            <p:cNvSpPr>
              <a:spLocks/>
            </p:cNvSpPr>
            <p:nvPr/>
          </p:nvSpPr>
          <p:spPr bwMode="auto">
            <a:xfrm>
              <a:off x="751" y="2375"/>
              <a:ext cx="50" cy="137"/>
            </a:xfrm>
            <a:custGeom>
              <a:avLst/>
              <a:gdLst>
                <a:gd name="T0" fmla="*/ 36 w 47"/>
                <a:gd name="T1" fmla="*/ 0 h 130"/>
                <a:gd name="T2" fmla="*/ 33 w 47"/>
                <a:gd name="T3" fmla="*/ 21 h 130"/>
                <a:gd name="T4" fmla="*/ 22 w 47"/>
                <a:gd name="T5" fmla="*/ 39 h 130"/>
                <a:gd name="T6" fmla="*/ 21 w 47"/>
                <a:gd name="T7" fmla="*/ 73 h 130"/>
                <a:gd name="T8" fmla="*/ 36 w 47"/>
                <a:gd name="T9" fmla="*/ 111 h 130"/>
                <a:gd name="T10" fmla="*/ 56 w 47"/>
                <a:gd name="T11" fmla="*/ 152 h 130"/>
                <a:gd name="T12" fmla="*/ 47 w 47"/>
                <a:gd name="T13" fmla="*/ 133 h 130"/>
                <a:gd name="T14" fmla="*/ 30 w 47"/>
                <a:gd name="T15" fmla="*/ 117 h 130"/>
                <a:gd name="T16" fmla="*/ 7 w 47"/>
                <a:gd name="T17" fmla="*/ 66 h 130"/>
                <a:gd name="T18" fmla="*/ 2 w 47"/>
                <a:gd name="T19" fmla="*/ 46 h 130"/>
                <a:gd name="T20" fmla="*/ 7 w 47"/>
                <a:gd name="T21" fmla="*/ 39 h 130"/>
                <a:gd name="T22" fmla="*/ 34 w 47"/>
                <a:gd name="T23" fmla="*/ 1 h 13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7" h="130">
                  <a:moveTo>
                    <a:pt x="30" y="0"/>
                  </a:moveTo>
                  <a:cubicBezTo>
                    <a:pt x="28" y="6"/>
                    <a:pt x="29" y="12"/>
                    <a:pt x="27" y="18"/>
                  </a:cubicBezTo>
                  <a:cubicBezTo>
                    <a:pt x="25" y="24"/>
                    <a:pt x="22" y="28"/>
                    <a:pt x="19" y="33"/>
                  </a:cubicBezTo>
                  <a:cubicBezTo>
                    <a:pt x="13" y="43"/>
                    <a:pt x="17" y="51"/>
                    <a:pt x="18" y="62"/>
                  </a:cubicBezTo>
                  <a:cubicBezTo>
                    <a:pt x="19" y="77"/>
                    <a:pt x="20" y="85"/>
                    <a:pt x="30" y="95"/>
                  </a:cubicBezTo>
                  <a:cubicBezTo>
                    <a:pt x="39" y="104"/>
                    <a:pt x="46" y="117"/>
                    <a:pt x="47" y="130"/>
                  </a:cubicBezTo>
                  <a:cubicBezTo>
                    <a:pt x="44" y="126"/>
                    <a:pt x="42" y="118"/>
                    <a:pt x="39" y="114"/>
                  </a:cubicBezTo>
                  <a:cubicBezTo>
                    <a:pt x="35" y="109"/>
                    <a:pt x="29" y="104"/>
                    <a:pt x="24" y="100"/>
                  </a:cubicBezTo>
                  <a:cubicBezTo>
                    <a:pt x="8" y="88"/>
                    <a:pt x="8" y="77"/>
                    <a:pt x="7" y="57"/>
                  </a:cubicBezTo>
                  <a:cubicBezTo>
                    <a:pt x="6" y="50"/>
                    <a:pt x="3" y="46"/>
                    <a:pt x="2" y="40"/>
                  </a:cubicBezTo>
                  <a:cubicBezTo>
                    <a:pt x="0" y="32"/>
                    <a:pt x="1" y="36"/>
                    <a:pt x="7" y="33"/>
                  </a:cubicBezTo>
                  <a:cubicBezTo>
                    <a:pt x="17" y="28"/>
                    <a:pt x="24" y="12"/>
                    <a:pt x="28" y="1"/>
                  </a:cubicBezTo>
                </a:path>
              </a:pathLst>
            </a:custGeom>
            <a:solidFill>
              <a:srgbClr val="6C2D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0228" name="Freeform 671">
              <a:extLst>
                <a:ext uri="{FF2B5EF4-FFF2-40B4-BE49-F238E27FC236}">
                  <a16:creationId xmlns:a16="http://schemas.microsoft.com/office/drawing/2014/main" id="{2A9E84D0-D04D-4F3F-9A92-63F5589F904A}"/>
                </a:ext>
              </a:extLst>
            </p:cNvPr>
            <p:cNvSpPr>
              <a:spLocks/>
            </p:cNvSpPr>
            <p:nvPr/>
          </p:nvSpPr>
          <p:spPr bwMode="auto">
            <a:xfrm>
              <a:off x="794" y="1934"/>
              <a:ext cx="85" cy="33"/>
            </a:xfrm>
            <a:custGeom>
              <a:avLst/>
              <a:gdLst>
                <a:gd name="T0" fmla="*/ 0 w 80"/>
                <a:gd name="T1" fmla="*/ 0 h 31"/>
                <a:gd name="T2" fmla="*/ 22 w 80"/>
                <a:gd name="T3" fmla="*/ 7 h 31"/>
                <a:gd name="T4" fmla="*/ 49 w 80"/>
                <a:gd name="T5" fmla="*/ 14 h 31"/>
                <a:gd name="T6" fmla="*/ 96 w 80"/>
                <a:gd name="T7" fmla="*/ 33 h 31"/>
                <a:gd name="T8" fmla="*/ 49 w 80"/>
                <a:gd name="T9" fmla="*/ 19 h 31"/>
                <a:gd name="T10" fmla="*/ 24 w 80"/>
                <a:gd name="T11" fmla="*/ 17 h 31"/>
                <a:gd name="T12" fmla="*/ 2 w 80"/>
                <a:gd name="T13" fmla="*/ 4 h 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0" h="31">
                  <a:moveTo>
                    <a:pt x="0" y="0"/>
                  </a:moveTo>
                  <a:cubicBezTo>
                    <a:pt x="6" y="0"/>
                    <a:pt x="12" y="6"/>
                    <a:pt x="19" y="7"/>
                  </a:cubicBezTo>
                  <a:cubicBezTo>
                    <a:pt x="26" y="9"/>
                    <a:pt x="33" y="8"/>
                    <a:pt x="40" y="11"/>
                  </a:cubicBezTo>
                  <a:cubicBezTo>
                    <a:pt x="54" y="15"/>
                    <a:pt x="68" y="20"/>
                    <a:pt x="80" y="27"/>
                  </a:cubicBezTo>
                  <a:cubicBezTo>
                    <a:pt x="67" y="31"/>
                    <a:pt x="52" y="21"/>
                    <a:pt x="40" y="16"/>
                  </a:cubicBezTo>
                  <a:cubicBezTo>
                    <a:pt x="34" y="14"/>
                    <a:pt x="27" y="15"/>
                    <a:pt x="21" y="14"/>
                  </a:cubicBezTo>
                  <a:cubicBezTo>
                    <a:pt x="11" y="13"/>
                    <a:pt x="8" y="9"/>
                    <a:pt x="2" y="4"/>
                  </a:cubicBezTo>
                </a:path>
              </a:pathLst>
            </a:custGeom>
            <a:solidFill>
              <a:srgbClr val="6C2D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0229" name="Freeform 672">
              <a:extLst>
                <a:ext uri="{FF2B5EF4-FFF2-40B4-BE49-F238E27FC236}">
                  <a16:creationId xmlns:a16="http://schemas.microsoft.com/office/drawing/2014/main" id="{9E02C646-175B-4840-A11E-C2C6270736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9" y="2182"/>
              <a:ext cx="165" cy="211"/>
            </a:xfrm>
            <a:custGeom>
              <a:avLst/>
              <a:gdLst>
                <a:gd name="T0" fmla="*/ 0 w 157"/>
                <a:gd name="T1" fmla="*/ 28 h 200"/>
                <a:gd name="T2" fmla="*/ 53 w 157"/>
                <a:gd name="T3" fmla="*/ 32 h 200"/>
                <a:gd name="T4" fmla="*/ 81 w 157"/>
                <a:gd name="T5" fmla="*/ 107 h 200"/>
                <a:gd name="T6" fmla="*/ 182 w 157"/>
                <a:gd name="T7" fmla="*/ 235 h 200"/>
                <a:gd name="T8" fmla="*/ 64 w 157"/>
                <a:gd name="T9" fmla="*/ 115 h 200"/>
                <a:gd name="T10" fmla="*/ 44 w 157"/>
                <a:gd name="T11" fmla="*/ 52 h 200"/>
                <a:gd name="T12" fmla="*/ 9 w 157"/>
                <a:gd name="T13" fmla="*/ 38 h 20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7" h="200">
                  <a:moveTo>
                    <a:pt x="0" y="25"/>
                  </a:moveTo>
                  <a:cubicBezTo>
                    <a:pt x="17" y="12"/>
                    <a:pt x="35" y="0"/>
                    <a:pt x="46" y="27"/>
                  </a:cubicBezTo>
                  <a:cubicBezTo>
                    <a:pt x="54" y="48"/>
                    <a:pt x="58" y="69"/>
                    <a:pt x="69" y="91"/>
                  </a:cubicBezTo>
                  <a:cubicBezTo>
                    <a:pt x="93" y="137"/>
                    <a:pt x="112" y="173"/>
                    <a:pt x="157" y="200"/>
                  </a:cubicBezTo>
                  <a:cubicBezTo>
                    <a:pt x="119" y="197"/>
                    <a:pt x="75" y="128"/>
                    <a:pt x="55" y="98"/>
                  </a:cubicBezTo>
                  <a:cubicBezTo>
                    <a:pt x="43" y="80"/>
                    <a:pt x="45" y="64"/>
                    <a:pt x="38" y="44"/>
                  </a:cubicBezTo>
                  <a:cubicBezTo>
                    <a:pt x="33" y="28"/>
                    <a:pt x="25" y="31"/>
                    <a:pt x="9" y="32"/>
                  </a:cubicBezTo>
                </a:path>
              </a:pathLst>
            </a:custGeom>
            <a:solidFill>
              <a:srgbClr val="6C2D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0230" name="Freeform 673">
              <a:extLst>
                <a:ext uri="{FF2B5EF4-FFF2-40B4-BE49-F238E27FC236}">
                  <a16:creationId xmlns:a16="http://schemas.microsoft.com/office/drawing/2014/main" id="{CE0D8C1F-1209-41A3-AACD-42465B8255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0" y="2277"/>
              <a:ext cx="139" cy="83"/>
            </a:xfrm>
            <a:custGeom>
              <a:avLst/>
              <a:gdLst>
                <a:gd name="T0" fmla="*/ 104 w 132"/>
                <a:gd name="T1" fmla="*/ 26 h 79"/>
                <a:gd name="T2" fmla="*/ 0 w 132"/>
                <a:gd name="T3" fmla="*/ 3 h 79"/>
                <a:gd name="T4" fmla="*/ 85 w 132"/>
                <a:gd name="T5" fmla="*/ 40 h 79"/>
                <a:gd name="T6" fmla="*/ 154 w 132"/>
                <a:gd name="T7" fmla="*/ 91 h 7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2" h="79">
                  <a:moveTo>
                    <a:pt x="89" y="23"/>
                  </a:moveTo>
                  <a:cubicBezTo>
                    <a:pt x="81" y="0"/>
                    <a:pt x="21" y="2"/>
                    <a:pt x="0" y="3"/>
                  </a:cubicBezTo>
                  <a:cubicBezTo>
                    <a:pt x="28" y="8"/>
                    <a:pt x="50" y="16"/>
                    <a:pt x="73" y="34"/>
                  </a:cubicBezTo>
                  <a:cubicBezTo>
                    <a:pt x="88" y="45"/>
                    <a:pt x="129" y="69"/>
                    <a:pt x="132" y="79"/>
                  </a:cubicBezTo>
                </a:path>
              </a:pathLst>
            </a:custGeom>
            <a:solidFill>
              <a:srgbClr val="6C2D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0231" name="Freeform 674">
              <a:extLst>
                <a:ext uri="{FF2B5EF4-FFF2-40B4-BE49-F238E27FC236}">
                  <a16:creationId xmlns:a16="http://schemas.microsoft.com/office/drawing/2014/main" id="{6515FC1F-F822-492C-B633-40D32B602FE0}"/>
                </a:ext>
              </a:extLst>
            </p:cNvPr>
            <p:cNvSpPr>
              <a:spLocks/>
            </p:cNvSpPr>
            <p:nvPr/>
          </p:nvSpPr>
          <p:spPr bwMode="auto">
            <a:xfrm>
              <a:off x="905" y="2315"/>
              <a:ext cx="108" cy="666"/>
            </a:xfrm>
            <a:custGeom>
              <a:avLst/>
              <a:gdLst>
                <a:gd name="T0" fmla="*/ 65 w 102"/>
                <a:gd name="T1" fmla="*/ 0 h 631"/>
                <a:gd name="T2" fmla="*/ 16 w 102"/>
                <a:gd name="T3" fmla="*/ 433 h 631"/>
                <a:gd name="T4" fmla="*/ 121 w 102"/>
                <a:gd name="T5" fmla="*/ 742 h 631"/>
                <a:gd name="T6" fmla="*/ 38 w 102"/>
                <a:gd name="T7" fmla="*/ 426 h 631"/>
                <a:gd name="T8" fmla="*/ 65 w 102"/>
                <a:gd name="T9" fmla="*/ 0 h 6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2" h="631">
                  <a:moveTo>
                    <a:pt x="55" y="0"/>
                  </a:moveTo>
                  <a:cubicBezTo>
                    <a:pt x="55" y="0"/>
                    <a:pt x="0" y="173"/>
                    <a:pt x="13" y="368"/>
                  </a:cubicBezTo>
                  <a:cubicBezTo>
                    <a:pt x="27" y="564"/>
                    <a:pt x="81" y="600"/>
                    <a:pt x="102" y="631"/>
                  </a:cubicBezTo>
                  <a:cubicBezTo>
                    <a:pt x="102" y="631"/>
                    <a:pt x="34" y="520"/>
                    <a:pt x="32" y="363"/>
                  </a:cubicBezTo>
                  <a:cubicBezTo>
                    <a:pt x="31" y="205"/>
                    <a:pt x="55" y="0"/>
                    <a:pt x="55" y="0"/>
                  </a:cubicBezTo>
                  <a:close/>
                </a:path>
              </a:pathLst>
            </a:custGeom>
            <a:solidFill>
              <a:srgbClr val="8C3F3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0232" name="Freeform 675">
              <a:extLst>
                <a:ext uri="{FF2B5EF4-FFF2-40B4-BE49-F238E27FC236}">
                  <a16:creationId xmlns:a16="http://schemas.microsoft.com/office/drawing/2014/main" id="{D52B1FD5-4675-4398-8CE2-D669333251BE}"/>
                </a:ext>
              </a:extLst>
            </p:cNvPr>
            <p:cNvSpPr>
              <a:spLocks/>
            </p:cNvSpPr>
            <p:nvPr/>
          </p:nvSpPr>
          <p:spPr bwMode="auto">
            <a:xfrm>
              <a:off x="960" y="1970"/>
              <a:ext cx="70" cy="315"/>
            </a:xfrm>
            <a:custGeom>
              <a:avLst/>
              <a:gdLst>
                <a:gd name="T0" fmla="*/ 15 w 66"/>
                <a:gd name="T1" fmla="*/ 350 h 299"/>
                <a:gd name="T2" fmla="*/ 78 w 66"/>
                <a:gd name="T3" fmla="*/ 326 h 299"/>
                <a:gd name="T4" fmla="*/ 32 w 66"/>
                <a:gd name="T5" fmla="*/ 299 h 299"/>
                <a:gd name="T6" fmla="*/ 53 w 66"/>
                <a:gd name="T7" fmla="*/ 263 h 299"/>
                <a:gd name="T8" fmla="*/ 21 w 66"/>
                <a:gd name="T9" fmla="*/ 160 h 299"/>
                <a:gd name="T10" fmla="*/ 22 w 66"/>
                <a:gd name="T11" fmla="*/ 78 h 299"/>
                <a:gd name="T12" fmla="*/ 29 w 66"/>
                <a:gd name="T13" fmla="*/ 0 h 299"/>
                <a:gd name="T14" fmla="*/ 3 w 66"/>
                <a:gd name="T15" fmla="*/ 180 h 299"/>
                <a:gd name="T16" fmla="*/ 5 w 66"/>
                <a:gd name="T17" fmla="*/ 254 h 299"/>
                <a:gd name="T18" fmla="*/ 13 w 66"/>
                <a:gd name="T19" fmla="*/ 292 h 299"/>
                <a:gd name="T20" fmla="*/ 15 w 66"/>
                <a:gd name="T21" fmla="*/ 331 h 29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6" h="299">
                  <a:moveTo>
                    <a:pt x="12" y="299"/>
                  </a:moveTo>
                  <a:cubicBezTo>
                    <a:pt x="6" y="263"/>
                    <a:pt x="47" y="270"/>
                    <a:pt x="66" y="278"/>
                  </a:cubicBezTo>
                  <a:cubicBezTo>
                    <a:pt x="52" y="271"/>
                    <a:pt x="31" y="272"/>
                    <a:pt x="26" y="256"/>
                  </a:cubicBezTo>
                  <a:cubicBezTo>
                    <a:pt x="21" y="242"/>
                    <a:pt x="28" y="224"/>
                    <a:pt x="44" y="225"/>
                  </a:cubicBezTo>
                  <a:cubicBezTo>
                    <a:pt x="6" y="228"/>
                    <a:pt x="17" y="162"/>
                    <a:pt x="18" y="137"/>
                  </a:cubicBezTo>
                  <a:cubicBezTo>
                    <a:pt x="20" y="113"/>
                    <a:pt x="18" y="89"/>
                    <a:pt x="19" y="66"/>
                  </a:cubicBezTo>
                  <a:cubicBezTo>
                    <a:pt x="19" y="44"/>
                    <a:pt x="25" y="22"/>
                    <a:pt x="24" y="0"/>
                  </a:cubicBezTo>
                  <a:cubicBezTo>
                    <a:pt x="9" y="51"/>
                    <a:pt x="0" y="101"/>
                    <a:pt x="3" y="154"/>
                  </a:cubicBezTo>
                  <a:cubicBezTo>
                    <a:pt x="4" y="175"/>
                    <a:pt x="4" y="196"/>
                    <a:pt x="5" y="217"/>
                  </a:cubicBezTo>
                  <a:cubicBezTo>
                    <a:pt x="5" y="229"/>
                    <a:pt x="7" y="239"/>
                    <a:pt x="10" y="250"/>
                  </a:cubicBezTo>
                  <a:cubicBezTo>
                    <a:pt x="11" y="257"/>
                    <a:pt x="16" y="286"/>
                    <a:pt x="12" y="283"/>
                  </a:cubicBezTo>
                </a:path>
              </a:pathLst>
            </a:custGeom>
            <a:solidFill>
              <a:srgbClr val="8C3F3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0233" name="Freeform 676">
              <a:extLst>
                <a:ext uri="{FF2B5EF4-FFF2-40B4-BE49-F238E27FC236}">
                  <a16:creationId xmlns:a16="http://schemas.microsoft.com/office/drawing/2014/main" id="{46F2C4EF-7615-4D04-BA3C-2C333FCD2C90}"/>
                </a:ext>
              </a:extLst>
            </p:cNvPr>
            <p:cNvSpPr>
              <a:spLocks/>
            </p:cNvSpPr>
            <p:nvPr/>
          </p:nvSpPr>
          <p:spPr bwMode="auto">
            <a:xfrm>
              <a:off x="963" y="2983"/>
              <a:ext cx="67" cy="140"/>
            </a:xfrm>
            <a:custGeom>
              <a:avLst/>
              <a:gdLst>
                <a:gd name="T0" fmla="*/ 62 w 63"/>
                <a:gd name="T1" fmla="*/ 31 h 133"/>
                <a:gd name="T2" fmla="*/ 36 w 63"/>
                <a:gd name="T3" fmla="*/ 0 h 133"/>
                <a:gd name="T4" fmla="*/ 76 w 63"/>
                <a:gd name="T5" fmla="*/ 155 h 133"/>
                <a:gd name="T6" fmla="*/ 57 w 63"/>
                <a:gd name="T7" fmla="*/ 29 h 1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3" h="133">
                  <a:moveTo>
                    <a:pt x="52" y="27"/>
                  </a:moveTo>
                  <a:cubicBezTo>
                    <a:pt x="46" y="18"/>
                    <a:pt x="40" y="5"/>
                    <a:pt x="30" y="0"/>
                  </a:cubicBezTo>
                  <a:cubicBezTo>
                    <a:pt x="0" y="38"/>
                    <a:pt x="37" y="105"/>
                    <a:pt x="63" y="133"/>
                  </a:cubicBezTo>
                  <a:cubicBezTo>
                    <a:pt x="46" y="115"/>
                    <a:pt x="22" y="43"/>
                    <a:pt x="48" y="26"/>
                  </a:cubicBezTo>
                </a:path>
              </a:pathLst>
            </a:custGeom>
            <a:solidFill>
              <a:srgbClr val="8C3F3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0234" name="Freeform 677">
              <a:extLst>
                <a:ext uri="{FF2B5EF4-FFF2-40B4-BE49-F238E27FC236}">
                  <a16:creationId xmlns:a16="http://schemas.microsoft.com/office/drawing/2014/main" id="{D79EBCE2-56E0-405E-BB5D-86E4E329F572}"/>
                </a:ext>
              </a:extLst>
            </p:cNvPr>
            <p:cNvSpPr>
              <a:spLocks/>
            </p:cNvSpPr>
            <p:nvPr/>
          </p:nvSpPr>
          <p:spPr bwMode="auto">
            <a:xfrm>
              <a:off x="998" y="3156"/>
              <a:ext cx="127" cy="611"/>
            </a:xfrm>
            <a:custGeom>
              <a:avLst/>
              <a:gdLst>
                <a:gd name="T0" fmla="*/ 37 w 120"/>
                <a:gd name="T1" fmla="*/ 0 h 579"/>
                <a:gd name="T2" fmla="*/ 5 w 120"/>
                <a:gd name="T3" fmla="*/ 163 h 579"/>
                <a:gd name="T4" fmla="*/ 0 w 120"/>
                <a:gd name="T5" fmla="*/ 363 h 579"/>
                <a:gd name="T6" fmla="*/ 37 w 120"/>
                <a:gd name="T7" fmla="*/ 598 h 579"/>
                <a:gd name="T8" fmla="*/ 57 w 120"/>
                <a:gd name="T9" fmla="*/ 674 h 579"/>
                <a:gd name="T10" fmla="*/ 72 w 120"/>
                <a:gd name="T11" fmla="*/ 558 h 579"/>
                <a:gd name="T12" fmla="*/ 57 w 120"/>
                <a:gd name="T13" fmla="*/ 546 h 579"/>
                <a:gd name="T14" fmla="*/ 94 w 120"/>
                <a:gd name="T15" fmla="*/ 556 h 579"/>
                <a:gd name="T16" fmla="*/ 142 w 120"/>
                <a:gd name="T17" fmla="*/ 549 h 579"/>
                <a:gd name="T18" fmla="*/ 59 w 120"/>
                <a:gd name="T19" fmla="*/ 527 h 579"/>
                <a:gd name="T20" fmla="*/ 35 w 120"/>
                <a:gd name="T21" fmla="*/ 399 h 579"/>
                <a:gd name="T22" fmla="*/ 22 w 120"/>
                <a:gd name="T23" fmla="*/ 219 h 579"/>
                <a:gd name="T24" fmla="*/ 37 w 120"/>
                <a:gd name="T25" fmla="*/ 27 h 57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20" h="579">
                  <a:moveTo>
                    <a:pt x="31" y="0"/>
                  </a:moveTo>
                  <a:cubicBezTo>
                    <a:pt x="31" y="47"/>
                    <a:pt x="9" y="92"/>
                    <a:pt x="5" y="138"/>
                  </a:cubicBezTo>
                  <a:cubicBezTo>
                    <a:pt x="1" y="195"/>
                    <a:pt x="0" y="252"/>
                    <a:pt x="0" y="309"/>
                  </a:cubicBezTo>
                  <a:cubicBezTo>
                    <a:pt x="0" y="378"/>
                    <a:pt x="38" y="440"/>
                    <a:pt x="31" y="509"/>
                  </a:cubicBezTo>
                  <a:cubicBezTo>
                    <a:pt x="30" y="521"/>
                    <a:pt x="32" y="579"/>
                    <a:pt x="48" y="574"/>
                  </a:cubicBezTo>
                  <a:cubicBezTo>
                    <a:pt x="29" y="537"/>
                    <a:pt x="55" y="509"/>
                    <a:pt x="60" y="475"/>
                  </a:cubicBezTo>
                  <a:cubicBezTo>
                    <a:pt x="56" y="471"/>
                    <a:pt x="52" y="467"/>
                    <a:pt x="48" y="464"/>
                  </a:cubicBezTo>
                  <a:cubicBezTo>
                    <a:pt x="59" y="465"/>
                    <a:pt x="69" y="471"/>
                    <a:pt x="79" y="473"/>
                  </a:cubicBezTo>
                  <a:cubicBezTo>
                    <a:pt x="96" y="476"/>
                    <a:pt x="105" y="468"/>
                    <a:pt x="120" y="467"/>
                  </a:cubicBezTo>
                  <a:cubicBezTo>
                    <a:pt x="97" y="468"/>
                    <a:pt x="66" y="465"/>
                    <a:pt x="50" y="448"/>
                  </a:cubicBezTo>
                  <a:cubicBezTo>
                    <a:pt x="27" y="423"/>
                    <a:pt x="30" y="372"/>
                    <a:pt x="29" y="339"/>
                  </a:cubicBezTo>
                  <a:cubicBezTo>
                    <a:pt x="28" y="288"/>
                    <a:pt x="17" y="239"/>
                    <a:pt x="19" y="187"/>
                  </a:cubicBezTo>
                  <a:cubicBezTo>
                    <a:pt x="22" y="134"/>
                    <a:pt x="18" y="76"/>
                    <a:pt x="31" y="24"/>
                  </a:cubicBezTo>
                </a:path>
              </a:pathLst>
            </a:custGeom>
            <a:solidFill>
              <a:srgbClr val="8C3F3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0235" name="Freeform 678">
              <a:extLst>
                <a:ext uri="{FF2B5EF4-FFF2-40B4-BE49-F238E27FC236}">
                  <a16:creationId xmlns:a16="http://schemas.microsoft.com/office/drawing/2014/main" id="{C9386DE9-419E-4B05-96D4-8E0F97DE7C23}"/>
                </a:ext>
              </a:extLst>
            </p:cNvPr>
            <p:cNvSpPr>
              <a:spLocks/>
            </p:cNvSpPr>
            <p:nvPr/>
          </p:nvSpPr>
          <p:spPr bwMode="auto">
            <a:xfrm>
              <a:off x="876" y="3787"/>
              <a:ext cx="163" cy="136"/>
            </a:xfrm>
            <a:custGeom>
              <a:avLst/>
              <a:gdLst>
                <a:gd name="T0" fmla="*/ 180 w 155"/>
                <a:gd name="T1" fmla="*/ 6 h 129"/>
                <a:gd name="T2" fmla="*/ 140 w 155"/>
                <a:gd name="T3" fmla="*/ 45 h 129"/>
                <a:gd name="T4" fmla="*/ 93 w 155"/>
                <a:gd name="T5" fmla="*/ 90 h 129"/>
                <a:gd name="T6" fmla="*/ 52 w 155"/>
                <a:gd name="T7" fmla="*/ 122 h 129"/>
                <a:gd name="T8" fmla="*/ 0 w 155"/>
                <a:gd name="T9" fmla="*/ 143 h 129"/>
                <a:gd name="T10" fmla="*/ 43 w 155"/>
                <a:gd name="T11" fmla="*/ 151 h 129"/>
                <a:gd name="T12" fmla="*/ 53 w 155"/>
                <a:gd name="T13" fmla="*/ 137 h 129"/>
                <a:gd name="T14" fmla="*/ 80 w 155"/>
                <a:gd name="T15" fmla="*/ 121 h 129"/>
                <a:gd name="T16" fmla="*/ 105 w 155"/>
                <a:gd name="T17" fmla="*/ 99 h 129"/>
                <a:gd name="T18" fmla="*/ 117 w 155"/>
                <a:gd name="T19" fmla="*/ 77 h 129"/>
                <a:gd name="T20" fmla="*/ 141 w 155"/>
                <a:gd name="T21" fmla="*/ 58 h 129"/>
                <a:gd name="T22" fmla="*/ 157 w 155"/>
                <a:gd name="T23" fmla="*/ 38 h 129"/>
                <a:gd name="T24" fmla="*/ 179 w 155"/>
                <a:gd name="T25" fmla="*/ 4 h 12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55" h="129">
                  <a:moveTo>
                    <a:pt x="155" y="6"/>
                  </a:moveTo>
                  <a:cubicBezTo>
                    <a:pt x="139" y="0"/>
                    <a:pt x="127" y="29"/>
                    <a:pt x="120" y="39"/>
                  </a:cubicBezTo>
                  <a:cubicBezTo>
                    <a:pt x="109" y="54"/>
                    <a:pt x="94" y="64"/>
                    <a:pt x="80" y="77"/>
                  </a:cubicBezTo>
                  <a:cubicBezTo>
                    <a:pt x="69" y="88"/>
                    <a:pt x="59" y="96"/>
                    <a:pt x="45" y="104"/>
                  </a:cubicBezTo>
                  <a:cubicBezTo>
                    <a:pt x="30" y="112"/>
                    <a:pt x="12" y="109"/>
                    <a:pt x="0" y="122"/>
                  </a:cubicBezTo>
                  <a:cubicBezTo>
                    <a:pt x="14" y="119"/>
                    <a:pt x="26" y="119"/>
                    <a:pt x="37" y="129"/>
                  </a:cubicBezTo>
                  <a:cubicBezTo>
                    <a:pt x="37" y="121"/>
                    <a:pt x="39" y="121"/>
                    <a:pt x="46" y="117"/>
                  </a:cubicBezTo>
                  <a:cubicBezTo>
                    <a:pt x="54" y="113"/>
                    <a:pt x="61" y="109"/>
                    <a:pt x="68" y="103"/>
                  </a:cubicBezTo>
                  <a:cubicBezTo>
                    <a:pt x="75" y="96"/>
                    <a:pt x="84" y="92"/>
                    <a:pt x="90" y="84"/>
                  </a:cubicBezTo>
                  <a:cubicBezTo>
                    <a:pt x="94" y="78"/>
                    <a:pt x="97" y="71"/>
                    <a:pt x="101" y="65"/>
                  </a:cubicBezTo>
                  <a:cubicBezTo>
                    <a:pt x="107" y="58"/>
                    <a:pt x="114" y="54"/>
                    <a:pt x="121" y="49"/>
                  </a:cubicBezTo>
                  <a:cubicBezTo>
                    <a:pt x="127" y="44"/>
                    <a:pt x="131" y="38"/>
                    <a:pt x="135" y="32"/>
                  </a:cubicBezTo>
                  <a:cubicBezTo>
                    <a:pt x="141" y="22"/>
                    <a:pt x="146" y="11"/>
                    <a:pt x="154" y="4"/>
                  </a:cubicBezTo>
                </a:path>
              </a:pathLst>
            </a:custGeom>
            <a:solidFill>
              <a:srgbClr val="8C3F3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0236" name="Freeform 679">
              <a:extLst>
                <a:ext uri="{FF2B5EF4-FFF2-40B4-BE49-F238E27FC236}">
                  <a16:creationId xmlns:a16="http://schemas.microsoft.com/office/drawing/2014/main" id="{AEC84A22-5EB0-4AB4-97FA-9371012DCE83}"/>
                </a:ext>
              </a:extLst>
            </p:cNvPr>
            <p:cNvSpPr>
              <a:spLocks/>
            </p:cNvSpPr>
            <p:nvPr/>
          </p:nvSpPr>
          <p:spPr bwMode="auto">
            <a:xfrm>
              <a:off x="917" y="3941"/>
              <a:ext cx="124" cy="86"/>
            </a:xfrm>
            <a:custGeom>
              <a:avLst/>
              <a:gdLst>
                <a:gd name="T0" fmla="*/ 0 w 118"/>
                <a:gd name="T1" fmla="*/ 67 h 81"/>
                <a:gd name="T2" fmla="*/ 28 w 118"/>
                <a:gd name="T3" fmla="*/ 94 h 81"/>
                <a:gd name="T4" fmla="*/ 63 w 118"/>
                <a:gd name="T5" fmla="*/ 83 h 81"/>
                <a:gd name="T6" fmla="*/ 83 w 118"/>
                <a:gd name="T7" fmla="*/ 58 h 81"/>
                <a:gd name="T8" fmla="*/ 104 w 118"/>
                <a:gd name="T9" fmla="*/ 42 h 81"/>
                <a:gd name="T10" fmla="*/ 119 w 118"/>
                <a:gd name="T11" fmla="*/ 18 h 81"/>
                <a:gd name="T12" fmla="*/ 137 w 118"/>
                <a:gd name="T13" fmla="*/ 0 h 81"/>
                <a:gd name="T14" fmla="*/ 102 w 118"/>
                <a:gd name="T15" fmla="*/ 33 h 81"/>
                <a:gd name="T16" fmla="*/ 85 w 118"/>
                <a:gd name="T17" fmla="*/ 44 h 81"/>
                <a:gd name="T18" fmla="*/ 74 w 118"/>
                <a:gd name="T19" fmla="*/ 57 h 81"/>
                <a:gd name="T20" fmla="*/ 39 w 118"/>
                <a:gd name="T21" fmla="*/ 86 h 81"/>
                <a:gd name="T22" fmla="*/ 2 w 118"/>
                <a:gd name="T23" fmla="*/ 69 h 81"/>
                <a:gd name="T24" fmla="*/ 1 w 118"/>
                <a:gd name="T25" fmla="*/ 67 h 8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18" h="81">
                  <a:moveTo>
                    <a:pt x="0" y="56"/>
                  </a:moveTo>
                  <a:cubicBezTo>
                    <a:pt x="0" y="68"/>
                    <a:pt x="14" y="77"/>
                    <a:pt x="25" y="79"/>
                  </a:cubicBezTo>
                  <a:cubicBezTo>
                    <a:pt x="35" y="81"/>
                    <a:pt x="47" y="77"/>
                    <a:pt x="54" y="69"/>
                  </a:cubicBezTo>
                  <a:cubicBezTo>
                    <a:pt x="60" y="63"/>
                    <a:pt x="66" y="56"/>
                    <a:pt x="71" y="49"/>
                  </a:cubicBezTo>
                  <a:cubicBezTo>
                    <a:pt x="77" y="42"/>
                    <a:pt x="82" y="41"/>
                    <a:pt x="89" y="36"/>
                  </a:cubicBezTo>
                  <a:cubicBezTo>
                    <a:pt x="96" y="31"/>
                    <a:pt x="98" y="22"/>
                    <a:pt x="103" y="15"/>
                  </a:cubicBezTo>
                  <a:cubicBezTo>
                    <a:pt x="107" y="10"/>
                    <a:pt x="113" y="4"/>
                    <a:pt x="118" y="0"/>
                  </a:cubicBezTo>
                  <a:cubicBezTo>
                    <a:pt x="106" y="4"/>
                    <a:pt x="97" y="18"/>
                    <a:pt x="88" y="27"/>
                  </a:cubicBezTo>
                  <a:cubicBezTo>
                    <a:pt x="83" y="31"/>
                    <a:pt x="78" y="33"/>
                    <a:pt x="73" y="37"/>
                  </a:cubicBezTo>
                  <a:cubicBezTo>
                    <a:pt x="69" y="40"/>
                    <a:pt x="66" y="44"/>
                    <a:pt x="64" y="48"/>
                  </a:cubicBezTo>
                  <a:cubicBezTo>
                    <a:pt x="56" y="59"/>
                    <a:pt x="47" y="70"/>
                    <a:pt x="33" y="72"/>
                  </a:cubicBezTo>
                  <a:cubicBezTo>
                    <a:pt x="21" y="73"/>
                    <a:pt x="7" y="69"/>
                    <a:pt x="2" y="57"/>
                  </a:cubicBezTo>
                  <a:cubicBezTo>
                    <a:pt x="1" y="57"/>
                    <a:pt x="1" y="56"/>
                    <a:pt x="1" y="56"/>
                  </a:cubicBezTo>
                </a:path>
              </a:pathLst>
            </a:custGeom>
            <a:solidFill>
              <a:srgbClr val="6C2D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0237" name="Freeform 680">
              <a:extLst>
                <a:ext uri="{FF2B5EF4-FFF2-40B4-BE49-F238E27FC236}">
                  <a16:creationId xmlns:a16="http://schemas.microsoft.com/office/drawing/2014/main" id="{8269D98C-B104-4D09-B8D9-B4030242F8AE}"/>
                </a:ext>
              </a:extLst>
            </p:cNvPr>
            <p:cNvSpPr>
              <a:spLocks/>
            </p:cNvSpPr>
            <p:nvPr/>
          </p:nvSpPr>
          <p:spPr bwMode="auto">
            <a:xfrm>
              <a:off x="987" y="3966"/>
              <a:ext cx="23" cy="28"/>
            </a:xfrm>
            <a:custGeom>
              <a:avLst/>
              <a:gdLst>
                <a:gd name="T0" fmla="*/ 0 w 22"/>
                <a:gd name="T1" fmla="*/ 28 h 27"/>
                <a:gd name="T2" fmla="*/ 2 w 22"/>
                <a:gd name="T3" fmla="*/ 0 h 27"/>
                <a:gd name="T4" fmla="*/ 25 w 22"/>
                <a:gd name="T5" fmla="*/ 9 h 27"/>
                <a:gd name="T6" fmla="*/ 9 w 22"/>
                <a:gd name="T7" fmla="*/ 20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27">
                  <a:moveTo>
                    <a:pt x="0" y="25"/>
                  </a:moveTo>
                  <a:cubicBezTo>
                    <a:pt x="4" y="27"/>
                    <a:pt x="3" y="4"/>
                    <a:pt x="2" y="0"/>
                  </a:cubicBezTo>
                  <a:cubicBezTo>
                    <a:pt x="4" y="8"/>
                    <a:pt x="14" y="14"/>
                    <a:pt x="22" y="9"/>
                  </a:cubicBezTo>
                  <a:cubicBezTo>
                    <a:pt x="18" y="12"/>
                    <a:pt x="14" y="15"/>
                    <a:pt x="9" y="17"/>
                  </a:cubicBezTo>
                </a:path>
              </a:pathLst>
            </a:custGeom>
            <a:solidFill>
              <a:srgbClr val="6C2D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0238" name="Freeform 681">
              <a:extLst>
                <a:ext uri="{FF2B5EF4-FFF2-40B4-BE49-F238E27FC236}">
                  <a16:creationId xmlns:a16="http://schemas.microsoft.com/office/drawing/2014/main" id="{ECBBA8A9-7C91-48AF-AC86-0EE80FE4E0B4}"/>
                </a:ext>
              </a:extLst>
            </p:cNvPr>
            <p:cNvSpPr>
              <a:spLocks/>
            </p:cNvSpPr>
            <p:nvPr/>
          </p:nvSpPr>
          <p:spPr bwMode="auto">
            <a:xfrm>
              <a:off x="883" y="3988"/>
              <a:ext cx="24" cy="21"/>
            </a:xfrm>
            <a:custGeom>
              <a:avLst/>
              <a:gdLst>
                <a:gd name="T0" fmla="*/ 24 w 23"/>
                <a:gd name="T1" fmla="*/ 9 h 20"/>
                <a:gd name="T2" fmla="*/ 26 w 23"/>
                <a:gd name="T3" fmla="*/ 23 h 20"/>
                <a:gd name="T4" fmla="*/ 7 w 23"/>
                <a:gd name="T5" fmla="*/ 19 h 20"/>
                <a:gd name="T6" fmla="*/ 0 w 23"/>
                <a:gd name="T7" fmla="*/ 0 h 20"/>
                <a:gd name="T8" fmla="*/ 8 w 23"/>
                <a:gd name="T9" fmla="*/ 9 h 20"/>
                <a:gd name="T10" fmla="*/ 25 w 23"/>
                <a:gd name="T11" fmla="*/ 15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" h="20">
                  <a:moveTo>
                    <a:pt x="21" y="9"/>
                  </a:moveTo>
                  <a:cubicBezTo>
                    <a:pt x="21" y="13"/>
                    <a:pt x="23" y="16"/>
                    <a:pt x="23" y="20"/>
                  </a:cubicBezTo>
                  <a:cubicBezTo>
                    <a:pt x="18" y="20"/>
                    <a:pt x="12" y="18"/>
                    <a:pt x="7" y="16"/>
                  </a:cubicBezTo>
                  <a:cubicBezTo>
                    <a:pt x="2" y="12"/>
                    <a:pt x="0" y="7"/>
                    <a:pt x="0" y="0"/>
                  </a:cubicBezTo>
                  <a:cubicBezTo>
                    <a:pt x="2" y="4"/>
                    <a:pt x="4" y="7"/>
                    <a:pt x="8" y="9"/>
                  </a:cubicBezTo>
                  <a:cubicBezTo>
                    <a:pt x="13" y="13"/>
                    <a:pt x="16" y="11"/>
                    <a:pt x="22" y="12"/>
                  </a:cubicBezTo>
                </a:path>
              </a:pathLst>
            </a:custGeom>
            <a:solidFill>
              <a:srgbClr val="6C2D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0239" name="Freeform 682">
              <a:extLst>
                <a:ext uri="{FF2B5EF4-FFF2-40B4-BE49-F238E27FC236}">
                  <a16:creationId xmlns:a16="http://schemas.microsoft.com/office/drawing/2014/main" id="{11741CA6-D8AF-476A-A4B1-47A9D7C9D473}"/>
                </a:ext>
              </a:extLst>
            </p:cNvPr>
            <p:cNvSpPr>
              <a:spLocks/>
            </p:cNvSpPr>
            <p:nvPr/>
          </p:nvSpPr>
          <p:spPr bwMode="auto">
            <a:xfrm>
              <a:off x="863" y="3971"/>
              <a:ext cx="14" cy="21"/>
            </a:xfrm>
            <a:custGeom>
              <a:avLst/>
              <a:gdLst>
                <a:gd name="T0" fmla="*/ 16 w 13"/>
                <a:gd name="T1" fmla="*/ 13 h 20"/>
                <a:gd name="T2" fmla="*/ 13 w 13"/>
                <a:gd name="T3" fmla="*/ 23 h 20"/>
                <a:gd name="T4" fmla="*/ 2 w 13"/>
                <a:gd name="T5" fmla="*/ 16 h 20"/>
                <a:gd name="T6" fmla="*/ 0 w 13"/>
                <a:gd name="T7" fmla="*/ 6 h 20"/>
                <a:gd name="T8" fmla="*/ 2 w 13"/>
                <a:gd name="T9" fmla="*/ 0 h 20"/>
                <a:gd name="T10" fmla="*/ 5 w 13"/>
                <a:gd name="T11" fmla="*/ 8 h 20"/>
                <a:gd name="T12" fmla="*/ 14 w 13"/>
                <a:gd name="T13" fmla="*/ 16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20">
                  <a:moveTo>
                    <a:pt x="13" y="10"/>
                  </a:moveTo>
                  <a:cubicBezTo>
                    <a:pt x="11" y="11"/>
                    <a:pt x="10" y="17"/>
                    <a:pt x="10" y="20"/>
                  </a:cubicBezTo>
                  <a:cubicBezTo>
                    <a:pt x="7" y="19"/>
                    <a:pt x="4" y="15"/>
                    <a:pt x="2" y="13"/>
                  </a:cubicBezTo>
                  <a:cubicBezTo>
                    <a:pt x="1" y="11"/>
                    <a:pt x="0" y="8"/>
                    <a:pt x="0" y="6"/>
                  </a:cubicBezTo>
                  <a:cubicBezTo>
                    <a:pt x="0" y="4"/>
                    <a:pt x="1" y="2"/>
                    <a:pt x="2" y="0"/>
                  </a:cubicBezTo>
                  <a:cubicBezTo>
                    <a:pt x="3" y="1"/>
                    <a:pt x="4" y="6"/>
                    <a:pt x="5" y="8"/>
                  </a:cubicBezTo>
                  <a:cubicBezTo>
                    <a:pt x="6" y="10"/>
                    <a:pt x="9" y="13"/>
                    <a:pt x="11" y="13"/>
                  </a:cubicBezTo>
                </a:path>
              </a:pathLst>
            </a:custGeom>
            <a:solidFill>
              <a:srgbClr val="6C2D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0240" name="Freeform 683">
              <a:extLst>
                <a:ext uri="{FF2B5EF4-FFF2-40B4-BE49-F238E27FC236}">
                  <a16:creationId xmlns:a16="http://schemas.microsoft.com/office/drawing/2014/main" id="{94A5CD95-699D-4743-800F-F90C1B4BCB5D}"/>
                </a:ext>
              </a:extLst>
            </p:cNvPr>
            <p:cNvSpPr>
              <a:spLocks/>
            </p:cNvSpPr>
            <p:nvPr/>
          </p:nvSpPr>
          <p:spPr bwMode="auto">
            <a:xfrm>
              <a:off x="854" y="3950"/>
              <a:ext cx="6" cy="13"/>
            </a:xfrm>
            <a:custGeom>
              <a:avLst/>
              <a:gdLst>
                <a:gd name="T0" fmla="*/ 5 w 6"/>
                <a:gd name="T1" fmla="*/ 13 h 13"/>
                <a:gd name="T2" fmla="*/ 0 w 6"/>
                <a:gd name="T3" fmla="*/ 0 h 13"/>
                <a:gd name="T4" fmla="*/ 6 w 6"/>
                <a:gd name="T5" fmla="*/ 9 h 13"/>
                <a:gd name="T6" fmla="*/ 5 w 6"/>
                <a:gd name="T7" fmla="*/ 12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13">
                  <a:moveTo>
                    <a:pt x="5" y="13"/>
                  </a:moveTo>
                  <a:cubicBezTo>
                    <a:pt x="0" y="13"/>
                    <a:pt x="0" y="3"/>
                    <a:pt x="0" y="0"/>
                  </a:cubicBezTo>
                  <a:cubicBezTo>
                    <a:pt x="2" y="3"/>
                    <a:pt x="2" y="8"/>
                    <a:pt x="6" y="9"/>
                  </a:cubicBezTo>
                  <a:cubicBezTo>
                    <a:pt x="6" y="11"/>
                    <a:pt x="5" y="12"/>
                    <a:pt x="5" y="12"/>
                  </a:cubicBezTo>
                </a:path>
              </a:pathLst>
            </a:custGeom>
            <a:solidFill>
              <a:srgbClr val="6C2D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0241" name="Freeform 684">
              <a:extLst>
                <a:ext uri="{FF2B5EF4-FFF2-40B4-BE49-F238E27FC236}">
                  <a16:creationId xmlns:a16="http://schemas.microsoft.com/office/drawing/2014/main" id="{AA7DCB6F-56ED-4E6D-8D82-B4F7E85E2490}"/>
                </a:ext>
              </a:extLst>
            </p:cNvPr>
            <p:cNvSpPr>
              <a:spLocks/>
            </p:cNvSpPr>
            <p:nvPr/>
          </p:nvSpPr>
          <p:spPr bwMode="auto">
            <a:xfrm>
              <a:off x="892" y="3938"/>
              <a:ext cx="21" cy="23"/>
            </a:xfrm>
            <a:custGeom>
              <a:avLst/>
              <a:gdLst>
                <a:gd name="T0" fmla="*/ 22 w 20"/>
                <a:gd name="T1" fmla="*/ 0 h 22"/>
                <a:gd name="T2" fmla="*/ 15 w 20"/>
                <a:gd name="T3" fmla="*/ 17 h 22"/>
                <a:gd name="T4" fmla="*/ 0 w 20"/>
                <a:gd name="T5" fmla="*/ 25 h 22"/>
                <a:gd name="T6" fmla="*/ 14 w 20"/>
                <a:gd name="T7" fmla="*/ 10 h 22"/>
                <a:gd name="T8" fmla="*/ 18 w 20"/>
                <a:gd name="T9" fmla="*/ 4 h 22"/>
                <a:gd name="T10" fmla="*/ 22 w 20"/>
                <a:gd name="T11" fmla="*/ 0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" h="22">
                  <a:moveTo>
                    <a:pt x="19" y="0"/>
                  </a:moveTo>
                  <a:cubicBezTo>
                    <a:pt x="20" y="4"/>
                    <a:pt x="15" y="10"/>
                    <a:pt x="12" y="14"/>
                  </a:cubicBezTo>
                  <a:cubicBezTo>
                    <a:pt x="10" y="18"/>
                    <a:pt x="5" y="22"/>
                    <a:pt x="0" y="22"/>
                  </a:cubicBezTo>
                  <a:cubicBezTo>
                    <a:pt x="5" y="21"/>
                    <a:pt x="8" y="14"/>
                    <a:pt x="11" y="10"/>
                  </a:cubicBezTo>
                  <a:cubicBezTo>
                    <a:pt x="12" y="8"/>
                    <a:pt x="13" y="6"/>
                    <a:pt x="15" y="4"/>
                  </a:cubicBezTo>
                  <a:cubicBezTo>
                    <a:pt x="16" y="2"/>
                    <a:pt x="18" y="1"/>
                    <a:pt x="19" y="0"/>
                  </a:cubicBezTo>
                </a:path>
              </a:pathLst>
            </a:custGeom>
            <a:solidFill>
              <a:srgbClr val="6C2D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0242" name="Freeform 685">
              <a:extLst>
                <a:ext uri="{FF2B5EF4-FFF2-40B4-BE49-F238E27FC236}">
                  <a16:creationId xmlns:a16="http://schemas.microsoft.com/office/drawing/2014/main" id="{0774E070-2B94-41FD-975A-B954385DC806}"/>
                </a:ext>
              </a:extLst>
            </p:cNvPr>
            <p:cNvSpPr>
              <a:spLocks/>
            </p:cNvSpPr>
            <p:nvPr/>
          </p:nvSpPr>
          <p:spPr bwMode="auto">
            <a:xfrm>
              <a:off x="874" y="3924"/>
              <a:ext cx="26" cy="19"/>
            </a:xfrm>
            <a:custGeom>
              <a:avLst/>
              <a:gdLst>
                <a:gd name="T0" fmla="*/ 28 w 25"/>
                <a:gd name="T1" fmla="*/ 0 h 18"/>
                <a:gd name="T2" fmla="*/ 16 w 25"/>
                <a:gd name="T3" fmla="*/ 15 h 18"/>
                <a:gd name="T4" fmla="*/ 6 w 25"/>
                <a:gd name="T5" fmla="*/ 18 h 18"/>
                <a:gd name="T6" fmla="*/ 0 w 25"/>
                <a:gd name="T7" fmla="*/ 21 h 18"/>
                <a:gd name="T8" fmla="*/ 26 w 25"/>
                <a:gd name="T9" fmla="*/ 0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18">
                  <a:moveTo>
                    <a:pt x="25" y="0"/>
                  </a:moveTo>
                  <a:cubicBezTo>
                    <a:pt x="23" y="6"/>
                    <a:pt x="17" y="9"/>
                    <a:pt x="13" y="12"/>
                  </a:cubicBezTo>
                  <a:cubicBezTo>
                    <a:pt x="10" y="13"/>
                    <a:pt x="8" y="14"/>
                    <a:pt x="6" y="15"/>
                  </a:cubicBezTo>
                  <a:cubicBezTo>
                    <a:pt x="4" y="16"/>
                    <a:pt x="2" y="17"/>
                    <a:pt x="0" y="18"/>
                  </a:cubicBezTo>
                  <a:cubicBezTo>
                    <a:pt x="8" y="11"/>
                    <a:pt x="17" y="8"/>
                    <a:pt x="23" y="0"/>
                  </a:cubicBezTo>
                </a:path>
              </a:pathLst>
            </a:custGeom>
            <a:solidFill>
              <a:srgbClr val="6C2D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0243" name="Freeform 686">
              <a:extLst>
                <a:ext uri="{FF2B5EF4-FFF2-40B4-BE49-F238E27FC236}">
                  <a16:creationId xmlns:a16="http://schemas.microsoft.com/office/drawing/2014/main" id="{B7940C50-3952-49D5-98D9-F7CDF0793B63}"/>
                </a:ext>
              </a:extLst>
            </p:cNvPr>
            <p:cNvSpPr>
              <a:spLocks/>
            </p:cNvSpPr>
            <p:nvPr/>
          </p:nvSpPr>
          <p:spPr bwMode="auto">
            <a:xfrm>
              <a:off x="923" y="3950"/>
              <a:ext cx="19" cy="14"/>
            </a:xfrm>
            <a:custGeom>
              <a:avLst/>
              <a:gdLst>
                <a:gd name="T0" fmla="*/ 20 w 18"/>
                <a:gd name="T1" fmla="*/ 1 h 14"/>
                <a:gd name="T2" fmla="*/ 0 w 18"/>
                <a:gd name="T3" fmla="*/ 14 h 14"/>
                <a:gd name="T4" fmla="*/ 8 w 18"/>
                <a:gd name="T5" fmla="*/ 7 h 14"/>
                <a:gd name="T6" fmla="*/ 21 w 18"/>
                <a:gd name="T7" fmla="*/ 0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14">
                  <a:moveTo>
                    <a:pt x="17" y="1"/>
                  </a:moveTo>
                  <a:cubicBezTo>
                    <a:pt x="14" y="8"/>
                    <a:pt x="7" y="14"/>
                    <a:pt x="0" y="14"/>
                  </a:cubicBezTo>
                  <a:cubicBezTo>
                    <a:pt x="3" y="13"/>
                    <a:pt x="5" y="9"/>
                    <a:pt x="8" y="7"/>
                  </a:cubicBezTo>
                  <a:cubicBezTo>
                    <a:pt x="11" y="5"/>
                    <a:pt x="15" y="3"/>
                    <a:pt x="18" y="0"/>
                  </a:cubicBezTo>
                </a:path>
              </a:pathLst>
            </a:custGeom>
            <a:solidFill>
              <a:srgbClr val="6C2D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0244" name="Freeform 687">
              <a:extLst>
                <a:ext uri="{FF2B5EF4-FFF2-40B4-BE49-F238E27FC236}">
                  <a16:creationId xmlns:a16="http://schemas.microsoft.com/office/drawing/2014/main" id="{85C85A14-AF6E-43D7-951B-F412E2F526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7" y="3753"/>
              <a:ext cx="98" cy="30"/>
            </a:xfrm>
            <a:custGeom>
              <a:avLst/>
              <a:gdLst>
                <a:gd name="T0" fmla="*/ 0 w 93"/>
                <a:gd name="T1" fmla="*/ 11 h 28"/>
                <a:gd name="T2" fmla="*/ 32 w 93"/>
                <a:gd name="T3" fmla="*/ 10 h 28"/>
                <a:gd name="T4" fmla="*/ 56 w 93"/>
                <a:gd name="T5" fmla="*/ 19 h 28"/>
                <a:gd name="T6" fmla="*/ 85 w 93"/>
                <a:gd name="T7" fmla="*/ 18 h 28"/>
                <a:gd name="T8" fmla="*/ 109 w 93"/>
                <a:gd name="T9" fmla="*/ 34 h 28"/>
                <a:gd name="T10" fmla="*/ 63 w 93"/>
                <a:gd name="T11" fmla="*/ 11 h 28"/>
                <a:gd name="T12" fmla="*/ 34 w 93"/>
                <a:gd name="T13" fmla="*/ 1 h 28"/>
                <a:gd name="T14" fmla="*/ 4 w 93"/>
                <a:gd name="T15" fmla="*/ 14 h 2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3" h="28">
                  <a:moveTo>
                    <a:pt x="0" y="8"/>
                  </a:moveTo>
                  <a:cubicBezTo>
                    <a:pt x="9" y="10"/>
                    <a:pt x="19" y="5"/>
                    <a:pt x="27" y="7"/>
                  </a:cubicBezTo>
                  <a:cubicBezTo>
                    <a:pt x="35" y="8"/>
                    <a:pt x="40" y="14"/>
                    <a:pt x="47" y="16"/>
                  </a:cubicBezTo>
                  <a:cubicBezTo>
                    <a:pt x="56" y="18"/>
                    <a:pt x="64" y="12"/>
                    <a:pt x="73" y="15"/>
                  </a:cubicBezTo>
                  <a:cubicBezTo>
                    <a:pt x="80" y="17"/>
                    <a:pt x="87" y="23"/>
                    <a:pt x="93" y="28"/>
                  </a:cubicBezTo>
                  <a:cubicBezTo>
                    <a:pt x="85" y="12"/>
                    <a:pt x="69" y="9"/>
                    <a:pt x="54" y="8"/>
                  </a:cubicBezTo>
                  <a:cubicBezTo>
                    <a:pt x="45" y="7"/>
                    <a:pt x="37" y="3"/>
                    <a:pt x="28" y="1"/>
                  </a:cubicBezTo>
                  <a:cubicBezTo>
                    <a:pt x="18" y="0"/>
                    <a:pt x="12" y="5"/>
                    <a:pt x="4" y="11"/>
                  </a:cubicBezTo>
                </a:path>
              </a:pathLst>
            </a:custGeom>
            <a:solidFill>
              <a:srgbClr val="8C3F3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0245" name="Freeform 688">
              <a:extLst>
                <a:ext uri="{FF2B5EF4-FFF2-40B4-BE49-F238E27FC236}">
                  <a16:creationId xmlns:a16="http://schemas.microsoft.com/office/drawing/2014/main" id="{0C415059-F319-4896-9A02-3FCD14E85FF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0" y="3675"/>
              <a:ext cx="104" cy="237"/>
            </a:xfrm>
            <a:custGeom>
              <a:avLst/>
              <a:gdLst>
                <a:gd name="T0" fmla="*/ 60 w 99"/>
                <a:gd name="T1" fmla="*/ 0 h 224"/>
                <a:gd name="T2" fmla="*/ 79 w 99"/>
                <a:gd name="T3" fmla="*/ 13 h 224"/>
                <a:gd name="T4" fmla="*/ 103 w 99"/>
                <a:gd name="T5" fmla="*/ 23 h 224"/>
                <a:gd name="T6" fmla="*/ 112 w 99"/>
                <a:gd name="T7" fmla="*/ 60 h 224"/>
                <a:gd name="T8" fmla="*/ 84 w 99"/>
                <a:gd name="T9" fmla="*/ 124 h 224"/>
                <a:gd name="T10" fmla="*/ 68 w 99"/>
                <a:gd name="T11" fmla="*/ 159 h 224"/>
                <a:gd name="T12" fmla="*/ 79 w 99"/>
                <a:gd name="T13" fmla="*/ 197 h 224"/>
                <a:gd name="T14" fmla="*/ 42 w 99"/>
                <a:gd name="T15" fmla="*/ 257 h 224"/>
                <a:gd name="T16" fmla="*/ 19 w 99"/>
                <a:gd name="T17" fmla="*/ 265 h 224"/>
                <a:gd name="T18" fmla="*/ 6 w 99"/>
                <a:gd name="T19" fmla="*/ 266 h 224"/>
                <a:gd name="T20" fmla="*/ 0 w 99"/>
                <a:gd name="T21" fmla="*/ 263 h 224"/>
                <a:gd name="T22" fmla="*/ 26 w 99"/>
                <a:gd name="T23" fmla="*/ 254 h 224"/>
                <a:gd name="T24" fmla="*/ 48 w 99"/>
                <a:gd name="T25" fmla="*/ 234 h 224"/>
                <a:gd name="T26" fmla="*/ 61 w 99"/>
                <a:gd name="T27" fmla="*/ 207 h 224"/>
                <a:gd name="T28" fmla="*/ 60 w 99"/>
                <a:gd name="T29" fmla="*/ 175 h 224"/>
                <a:gd name="T30" fmla="*/ 59 w 99"/>
                <a:gd name="T31" fmla="*/ 150 h 224"/>
                <a:gd name="T32" fmla="*/ 59 w 99"/>
                <a:gd name="T33" fmla="*/ 135 h 224"/>
                <a:gd name="T34" fmla="*/ 51 w 99"/>
                <a:gd name="T35" fmla="*/ 131 h 224"/>
                <a:gd name="T36" fmla="*/ 41 w 99"/>
                <a:gd name="T37" fmla="*/ 124 h 224"/>
                <a:gd name="T38" fmla="*/ 9 w 99"/>
                <a:gd name="T39" fmla="*/ 110 h 224"/>
                <a:gd name="T40" fmla="*/ 57 w 99"/>
                <a:gd name="T41" fmla="*/ 128 h 224"/>
                <a:gd name="T42" fmla="*/ 71 w 99"/>
                <a:gd name="T43" fmla="*/ 121 h 224"/>
                <a:gd name="T44" fmla="*/ 92 w 99"/>
                <a:gd name="T45" fmla="*/ 98 h 224"/>
                <a:gd name="T46" fmla="*/ 101 w 99"/>
                <a:gd name="T47" fmla="*/ 73 h 224"/>
                <a:gd name="T48" fmla="*/ 105 w 99"/>
                <a:gd name="T49" fmla="*/ 41 h 224"/>
                <a:gd name="T50" fmla="*/ 80 w 99"/>
                <a:gd name="T51" fmla="*/ 18 h 224"/>
                <a:gd name="T52" fmla="*/ 59 w 99"/>
                <a:gd name="T53" fmla="*/ 5 h 224"/>
                <a:gd name="T54" fmla="*/ 59 w 99"/>
                <a:gd name="T55" fmla="*/ 3 h 224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99" h="224">
                  <a:moveTo>
                    <a:pt x="51" y="0"/>
                  </a:moveTo>
                  <a:cubicBezTo>
                    <a:pt x="56" y="4"/>
                    <a:pt x="62" y="7"/>
                    <a:pt x="68" y="10"/>
                  </a:cubicBezTo>
                  <a:cubicBezTo>
                    <a:pt x="75" y="13"/>
                    <a:pt x="84" y="16"/>
                    <a:pt x="89" y="20"/>
                  </a:cubicBezTo>
                  <a:cubicBezTo>
                    <a:pt x="97" y="26"/>
                    <a:pt x="96" y="42"/>
                    <a:pt x="97" y="51"/>
                  </a:cubicBezTo>
                  <a:cubicBezTo>
                    <a:pt x="99" y="73"/>
                    <a:pt x="91" y="92"/>
                    <a:pt x="72" y="105"/>
                  </a:cubicBezTo>
                  <a:cubicBezTo>
                    <a:pt x="61" y="113"/>
                    <a:pt x="58" y="120"/>
                    <a:pt x="59" y="134"/>
                  </a:cubicBezTo>
                  <a:cubicBezTo>
                    <a:pt x="60" y="145"/>
                    <a:pt x="65" y="156"/>
                    <a:pt x="68" y="166"/>
                  </a:cubicBezTo>
                  <a:cubicBezTo>
                    <a:pt x="73" y="188"/>
                    <a:pt x="57" y="211"/>
                    <a:pt x="36" y="217"/>
                  </a:cubicBezTo>
                  <a:cubicBezTo>
                    <a:pt x="29" y="220"/>
                    <a:pt x="23" y="223"/>
                    <a:pt x="16" y="223"/>
                  </a:cubicBezTo>
                  <a:cubicBezTo>
                    <a:pt x="13" y="224"/>
                    <a:pt x="9" y="224"/>
                    <a:pt x="6" y="224"/>
                  </a:cubicBezTo>
                  <a:cubicBezTo>
                    <a:pt x="4" y="224"/>
                    <a:pt x="3" y="222"/>
                    <a:pt x="0" y="222"/>
                  </a:cubicBezTo>
                  <a:cubicBezTo>
                    <a:pt x="7" y="222"/>
                    <a:pt x="16" y="217"/>
                    <a:pt x="23" y="215"/>
                  </a:cubicBezTo>
                  <a:cubicBezTo>
                    <a:pt x="31" y="211"/>
                    <a:pt x="37" y="206"/>
                    <a:pt x="42" y="198"/>
                  </a:cubicBezTo>
                  <a:cubicBezTo>
                    <a:pt x="47" y="191"/>
                    <a:pt x="52" y="184"/>
                    <a:pt x="52" y="175"/>
                  </a:cubicBezTo>
                  <a:cubicBezTo>
                    <a:pt x="53" y="166"/>
                    <a:pt x="52" y="156"/>
                    <a:pt x="51" y="147"/>
                  </a:cubicBezTo>
                  <a:cubicBezTo>
                    <a:pt x="50" y="140"/>
                    <a:pt x="49" y="134"/>
                    <a:pt x="50" y="127"/>
                  </a:cubicBezTo>
                  <a:cubicBezTo>
                    <a:pt x="50" y="123"/>
                    <a:pt x="52" y="117"/>
                    <a:pt x="50" y="114"/>
                  </a:cubicBezTo>
                  <a:cubicBezTo>
                    <a:pt x="49" y="112"/>
                    <a:pt x="47" y="112"/>
                    <a:pt x="45" y="111"/>
                  </a:cubicBezTo>
                  <a:cubicBezTo>
                    <a:pt x="41" y="109"/>
                    <a:pt x="38" y="107"/>
                    <a:pt x="35" y="105"/>
                  </a:cubicBezTo>
                  <a:cubicBezTo>
                    <a:pt x="27" y="100"/>
                    <a:pt x="18" y="96"/>
                    <a:pt x="9" y="93"/>
                  </a:cubicBezTo>
                  <a:cubicBezTo>
                    <a:pt x="24" y="93"/>
                    <a:pt x="35" y="104"/>
                    <a:pt x="49" y="108"/>
                  </a:cubicBezTo>
                  <a:cubicBezTo>
                    <a:pt x="55" y="110"/>
                    <a:pt x="58" y="107"/>
                    <a:pt x="62" y="102"/>
                  </a:cubicBezTo>
                  <a:cubicBezTo>
                    <a:pt x="68" y="96"/>
                    <a:pt x="76" y="90"/>
                    <a:pt x="80" y="83"/>
                  </a:cubicBezTo>
                  <a:cubicBezTo>
                    <a:pt x="84" y="76"/>
                    <a:pt x="85" y="68"/>
                    <a:pt x="87" y="61"/>
                  </a:cubicBezTo>
                  <a:cubicBezTo>
                    <a:pt x="89" y="53"/>
                    <a:pt x="94" y="44"/>
                    <a:pt x="90" y="35"/>
                  </a:cubicBezTo>
                  <a:cubicBezTo>
                    <a:pt x="86" y="27"/>
                    <a:pt x="76" y="20"/>
                    <a:pt x="69" y="15"/>
                  </a:cubicBezTo>
                  <a:cubicBezTo>
                    <a:pt x="63" y="10"/>
                    <a:pt x="57" y="6"/>
                    <a:pt x="50" y="5"/>
                  </a:cubicBezTo>
                  <a:cubicBezTo>
                    <a:pt x="50" y="4"/>
                    <a:pt x="50" y="4"/>
                    <a:pt x="50" y="3"/>
                  </a:cubicBezTo>
                </a:path>
              </a:pathLst>
            </a:custGeom>
            <a:solidFill>
              <a:srgbClr val="6C2D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0246" name="Freeform 689">
              <a:extLst>
                <a:ext uri="{FF2B5EF4-FFF2-40B4-BE49-F238E27FC236}">
                  <a16:creationId xmlns:a16="http://schemas.microsoft.com/office/drawing/2014/main" id="{FA109780-52C6-4285-9B6F-C5CD099F4E9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0" y="2662"/>
              <a:ext cx="412" cy="227"/>
            </a:xfrm>
            <a:custGeom>
              <a:avLst/>
              <a:gdLst>
                <a:gd name="T0" fmla="*/ 453 w 390"/>
                <a:gd name="T1" fmla="*/ 171 h 215"/>
                <a:gd name="T2" fmla="*/ 382 w 390"/>
                <a:gd name="T3" fmla="*/ 146 h 215"/>
                <a:gd name="T4" fmla="*/ 337 w 390"/>
                <a:gd name="T5" fmla="*/ 102 h 215"/>
                <a:gd name="T6" fmla="*/ 270 w 390"/>
                <a:gd name="T7" fmla="*/ 68 h 215"/>
                <a:gd name="T8" fmla="*/ 127 w 390"/>
                <a:gd name="T9" fmla="*/ 25 h 215"/>
                <a:gd name="T10" fmla="*/ 0 w 390"/>
                <a:gd name="T11" fmla="*/ 2 h 215"/>
                <a:gd name="T12" fmla="*/ 81 w 390"/>
                <a:gd name="T13" fmla="*/ 25 h 215"/>
                <a:gd name="T14" fmla="*/ 149 w 390"/>
                <a:gd name="T15" fmla="*/ 51 h 215"/>
                <a:gd name="T16" fmla="*/ 296 w 390"/>
                <a:gd name="T17" fmla="*/ 98 h 215"/>
                <a:gd name="T18" fmla="*/ 377 w 390"/>
                <a:gd name="T19" fmla="*/ 168 h 215"/>
                <a:gd name="T20" fmla="*/ 427 w 390"/>
                <a:gd name="T21" fmla="*/ 207 h 215"/>
                <a:gd name="T22" fmla="*/ 453 w 390"/>
                <a:gd name="T23" fmla="*/ 253 h 215"/>
                <a:gd name="T24" fmla="*/ 460 w 390"/>
                <a:gd name="T25" fmla="*/ 214 h 21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90" h="215">
                  <a:moveTo>
                    <a:pt x="384" y="145"/>
                  </a:moveTo>
                  <a:cubicBezTo>
                    <a:pt x="380" y="167"/>
                    <a:pt x="333" y="131"/>
                    <a:pt x="325" y="124"/>
                  </a:cubicBezTo>
                  <a:cubicBezTo>
                    <a:pt x="312" y="112"/>
                    <a:pt x="301" y="98"/>
                    <a:pt x="286" y="87"/>
                  </a:cubicBezTo>
                  <a:cubicBezTo>
                    <a:pt x="269" y="75"/>
                    <a:pt x="249" y="67"/>
                    <a:pt x="229" y="58"/>
                  </a:cubicBezTo>
                  <a:cubicBezTo>
                    <a:pt x="191" y="41"/>
                    <a:pt x="149" y="30"/>
                    <a:pt x="108" y="22"/>
                  </a:cubicBezTo>
                  <a:cubicBezTo>
                    <a:pt x="72" y="15"/>
                    <a:pt x="37" y="0"/>
                    <a:pt x="0" y="2"/>
                  </a:cubicBezTo>
                  <a:cubicBezTo>
                    <a:pt x="22" y="12"/>
                    <a:pt x="47" y="12"/>
                    <a:pt x="69" y="22"/>
                  </a:cubicBezTo>
                  <a:cubicBezTo>
                    <a:pt x="88" y="30"/>
                    <a:pt x="107" y="36"/>
                    <a:pt x="126" y="43"/>
                  </a:cubicBezTo>
                  <a:cubicBezTo>
                    <a:pt x="167" y="58"/>
                    <a:pt x="211" y="67"/>
                    <a:pt x="251" y="83"/>
                  </a:cubicBezTo>
                  <a:cubicBezTo>
                    <a:pt x="283" y="96"/>
                    <a:pt x="294" y="124"/>
                    <a:pt x="320" y="143"/>
                  </a:cubicBezTo>
                  <a:cubicBezTo>
                    <a:pt x="334" y="154"/>
                    <a:pt x="352" y="161"/>
                    <a:pt x="362" y="176"/>
                  </a:cubicBezTo>
                  <a:cubicBezTo>
                    <a:pt x="371" y="188"/>
                    <a:pt x="374" y="204"/>
                    <a:pt x="384" y="215"/>
                  </a:cubicBezTo>
                  <a:cubicBezTo>
                    <a:pt x="384" y="204"/>
                    <a:pt x="390" y="194"/>
                    <a:pt x="390" y="182"/>
                  </a:cubicBezTo>
                </a:path>
              </a:pathLst>
            </a:custGeom>
            <a:solidFill>
              <a:srgbClr val="6C2D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0247" name="Freeform 690">
              <a:extLst>
                <a:ext uri="{FF2B5EF4-FFF2-40B4-BE49-F238E27FC236}">
                  <a16:creationId xmlns:a16="http://schemas.microsoft.com/office/drawing/2014/main" id="{EA987ADA-6264-4C38-B71F-C14DC21FF6FA}"/>
                </a:ext>
              </a:extLst>
            </p:cNvPr>
            <p:cNvSpPr>
              <a:spLocks/>
            </p:cNvSpPr>
            <p:nvPr/>
          </p:nvSpPr>
          <p:spPr bwMode="auto">
            <a:xfrm>
              <a:off x="938" y="1598"/>
              <a:ext cx="131" cy="266"/>
            </a:xfrm>
            <a:custGeom>
              <a:avLst/>
              <a:gdLst>
                <a:gd name="T0" fmla="*/ 138 w 124"/>
                <a:gd name="T1" fmla="*/ 75 h 252"/>
                <a:gd name="T2" fmla="*/ 108 w 124"/>
                <a:gd name="T3" fmla="*/ 152 h 252"/>
                <a:gd name="T4" fmla="*/ 106 w 124"/>
                <a:gd name="T5" fmla="*/ 188 h 252"/>
                <a:gd name="T6" fmla="*/ 111 w 124"/>
                <a:gd name="T7" fmla="*/ 215 h 252"/>
                <a:gd name="T8" fmla="*/ 81 w 124"/>
                <a:gd name="T9" fmla="*/ 278 h 252"/>
                <a:gd name="T10" fmla="*/ 52 w 124"/>
                <a:gd name="T11" fmla="*/ 297 h 252"/>
                <a:gd name="T12" fmla="*/ 0 w 124"/>
                <a:gd name="T13" fmla="*/ 284 h 252"/>
                <a:gd name="T14" fmla="*/ 38 w 124"/>
                <a:gd name="T15" fmla="*/ 269 h 252"/>
                <a:gd name="T16" fmla="*/ 52 w 124"/>
                <a:gd name="T17" fmla="*/ 223 h 252"/>
                <a:gd name="T18" fmla="*/ 66 w 124"/>
                <a:gd name="T19" fmla="*/ 168 h 252"/>
                <a:gd name="T20" fmla="*/ 95 w 124"/>
                <a:gd name="T21" fmla="*/ 102 h 252"/>
                <a:gd name="T22" fmla="*/ 128 w 124"/>
                <a:gd name="T23" fmla="*/ 18 h 252"/>
                <a:gd name="T24" fmla="*/ 135 w 124"/>
                <a:gd name="T25" fmla="*/ 13 h 252"/>
                <a:gd name="T26" fmla="*/ 146 w 124"/>
                <a:gd name="T27" fmla="*/ 43 h 25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24" h="252">
                  <a:moveTo>
                    <a:pt x="117" y="63"/>
                  </a:moveTo>
                  <a:cubicBezTo>
                    <a:pt x="103" y="80"/>
                    <a:pt x="95" y="107"/>
                    <a:pt x="92" y="129"/>
                  </a:cubicBezTo>
                  <a:cubicBezTo>
                    <a:pt x="91" y="139"/>
                    <a:pt x="90" y="149"/>
                    <a:pt x="90" y="160"/>
                  </a:cubicBezTo>
                  <a:cubicBezTo>
                    <a:pt x="91" y="168"/>
                    <a:pt x="94" y="175"/>
                    <a:pt x="94" y="183"/>
                  </a:cubicBezTo>
                  <a:cubicBezTo>
                    <a:pt x="95" y="199"/>
                    <a:pt x="77" y="224"/>
                    <a:pt x="69" y="236"/>
                  </a:cubicBezTo>
                  <a:cubicBezTo>
                    <a:pt x="62" y="245"/>
                    <a:pt x="55" y="252"/>
                    <a:pt x="44" y="252"/>
                  </a:cubicBezTo>
                  <a:cubicBezTo>
                    <a:pt x="29" y="252"/>
                    <a:pt x="14" y="241"/>
                    <a:pt x="0" y="242"/>
                  </a:cubicBezTo>
                  <a:cubicBezTo>
                    <a:pt x="9" y="239"/>
                    <a:pt x="25" y="236"/>
                    <a:pt x="32" y="229"/>
                  </a:cubicBezTo>
                  <a:cubicBezTo>
                    <a:pt x="42" y="219"/>
                    <a:pt x="44" y="201"/>
                    <a:pt x="44" y="189"/>
                  </a:cubicBezTo>
                  <a:cubicBezTo>
                    <a:pt x="45" y="172"/>
                    <a:pt x="49" y="158"/>
                    <a:pt x="56" y="143"/>
                  </a:cubicBezTo>
                  <a:cubicBezTo>
                    <a:pt x="65" y="125"/>
                    <a:pt x="70" y="105"/>
                    <a:pt x="80" y="87"/>
                  </a:cubicBezTo>
                  <a:cubicBezTo>
                    <a:pt x="93" y="65"/>
                    <a:pt x="111" y="41"/>
                    <a:pt x="109" y="15"/>
                  </a:cubicBezTo>
                  <a:cubicBezTo>
                    <a:pt x="108" y="6"/>
                    <a:pt x="107" y="0"/>
                    <a:pt x="115" y="10"/>
                  </a:cubicBezTo>
                  <a:cubicBezTo>
                    <a:pt x="121" y="17"/>
                    <a:pt x="124" y="28"/>
                    <a:pt x="124" y="37"/>
                  </a:cubicBezTo>
                </a:path>
              </a:pathLst>
            </a:custGeom>
            <a:solidFill>
              <a:srgbClr val="6C2D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0248" name="Freeform 691">
              <a:extLst>
                <a:ext uri="{FF2B5EF4-FFF2-40B4-BE49-F238E27FC236}">
                  <a16:creationId xmlns:a16="http://schemas.microsoft.com/office/drawing/2014/main" id="{FD9B13C2-C59A-43CA-B393-1AA8E2AA59A2}"/>
                </a:ext>
              </a:extLst>
            </p:cNvPr>
            <p:cNvSpPr>
              <a:spLocks/>
            </p:cNvSpPr>
            <p:nvPr/>
          </p:nvSpPr>
          <p:spPr bwMode="auto">
            <a:xfrm>
              <a:off x="848" y="1971"/>
              <a:ext cx="108" cy="244"/>
            </a:xfrm>
            <a:custGeom>
              <a:avLst/>
              <a:gdLst>
                <a:gd name="T0" fmla="*/ 115 w 102"/>
                <a:gd name="T1" fmla="*/ 0 h 231"/>
                <a:gd name="T2" fmla="*/ 0 w 102"/>
                <a:gd name="T3" fmla="*/ 205 h 231"/>
                <a:gd name="T4" fmla="*/ 33 w 102"/>
                <a:gd name="T5" fmla="*/ 230 h 231"/>
                <a:gd name="T6" fmla="*/ 50 w 102"/>
                <a:gd name="T7" fmla="*/ 237 h 231"/>
                <a:gd name="T8" fmla="*/ 94 w 102"/>
                <a:gd name="T9" fmla="*/ 195 h 231"/>
                <a:gd name="T10" fmla="*/ 112 w 102"/>
                <a:gd name="T11" fmla="*/ 138 h 231"/>
                <a:gd name="T12" fmla="*/ 113 w 102"/>
                <a:gd name="T13" fmla="*/ 67 h 2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2" h="231">
                  <a:moveTo>
                    <a:pt x="97" y="0"/>
                  </a:moveTo>
                  <a:cubicBezTo>
                    <a:pt x="89" y="34"/>
                    <a:pt x="84" y="231"/>
                    <a:pt x="0" y="174"/>
                  </a:cubicBezTo>
                  <a:cubicBezTo>
                    <a:pt x="9" y="181"/>
                    <a:pt x="18" y="188"/>
                    <a:pt x="27" y="195"/>
                  </a:cubicBezTo>
                  <a:cubicBezTo>
                    <a:pt x="32" y="199"/>
                    <a:pt x="35" y="202"/>
                    <a:pt x="42" y="201"/>
                  </a:cubicBezTo>
                  <a:cubicBezTo>
                    <a:pt x="57" y="198"/>
                    <a:pt x="70" y="177"/>
                    <a:pt x="79" y="166"/>
                  </a:cubicBezTo>
                  <a:cubicBezTo>
                    <a:pt x="91" y="150"/>
                    <a:pt x="94" y="138"/>
                    <a:pt x="94" y="117"/>
                  </a:cubicBezTo>
                  <a:cubicBezTo>
                    <a:pt x="95" y="99"/>
                    <a:pt x="102" y="75"/>
                    <a:pt x="95" y="57"/>
                  </a:cubicBezTo>
                </a:path>
              </a:pathLst>
            </a:custGeom>
            <a:solidFill>
              <a:srgbClr val="6C2D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0249" name="Freeform 692">
              <a:extLst>
                <a:ext uri="{FF2B5EF4-FFF2-40B4-BE49-F238E27FC236}">
                  <a16:creationId xmlns:a16="http://schemas.microsoft.com/office/drawing/2014/main" id="{2AF70D0E-D65F-4E2E-AAE5-3258E70A24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3" y="2486"/>
              <a:ext cx="31" cy="29"/>
            </a:xfrm>
            <a:custGeom>
              <a:avLst/>
              <a:gdLst>
                <a:gd name="T0" fmla="*/ 24 w 29"/>
                <a:gd name="T1" fmla="*/ 0 h 28"/>
                <a:gd name="T2" fmla="*/ 35 w 29"/>
                <a:gd name="T3" fmla="*/ 27 h 28"/>
                <a:gd name="T4" fmla="*/ 16 w 29"/>
                <a:gd name="T5" fmla="*/ 8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28">
                  <a:moveTo>
                    <a:pt x="20" y="0"/>
                  </a:moveTo>
                  <a:cubicBezTo>
                    <a:pt x="18" y="8"/>
                    <a:pt x="16" y="25"/>
                    <a:pt x="29" y="24"/>
                  </a:cubicBezTo>
                  <a:cubicBezTo>
                    <a:pt x="17" y="28"/>
                    <a:pt x="0" y="20"/>
                    <a:pt x="13" y="8"/>
                  </a:cubicBezTo>
                </a:path>
              </a:pathLst>
            </a:custGeom>
            <a:solidFill>
              <a:srgbClr val="8C3F3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0250" name="Freeform 693">
              <a:extLst>
                <a:ext uri="{FF2B5EF4-FFF2-40B4-BE49-F238E27FC236}">
                  <a16:creationId xmlns:a16="http://schemas.microsoft.com/office/drawing/2014/main" id="{90D738D2-C007-4815-A3D7-DD15B5D9BE8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6" y="2644"/>
              <a:ext cx="327" cy="108"/>
            </a:xfrm>
            <a:custGeom>
              <a:avLst/>
              <a:gdLst>
                <a:gd name="T0" fmla="*/ 7 w 310"/>
                <a:gd name="T1" fmla="*/ 2 h 102"/>
                <a:gd name="T2" fmla="*/ 2 w 310"/>
                <a:gd name="T3" fmla="*/ 2 h 102"/>
                <a:gd name="T4" fmla="*/ 30 w 310"/>
                <a:gd name="T5" fmla="*/ 12 h 102"/>
                <a:gd name="T6" fmla="*/ 70 w 310"/>
                <a:gd name="T7" fmla="*/ 23 h 102"/>
                <a:gd name="T8" fmla="*/ 133 w 310"/>
                <a:gd name="T9" fmla="*/ 38 h 102"/>
                <a:gd name="T10" fmla="*/ 219 w 310"/>
                <a:gd name="T11" fmla="*/ 68 h 102"/>
                <a:gd name="T12" fmla="*/ 364 w 310"/>
                <a:gd name="T13" fmla="*/ 121 h 102"/>
                <a:gd name="T14" fmla="*/ 323 w 310"/>
                <a:gd name="T15" fmla="*/ 89 h 102"/>
                <a:gd name="T16" fmla="*/ 265 w 310"/>
                <a:gd name="T17" fmla="*/ 70 h 102"/>
                <a:gd name="T18" fmla="*/ 168 w 310"/>
                <a:gd name="T19" fmla="*/ 36 h 102"/>
                <a:gd name="T20" fmla="*/ 79 w 310"/>
                <a:gd name="T21" fmla="*/ 14 h 102"/>
                <a:gd name="T22" fmla="*/ 34 w 310"/>
                <a:gd name="T23" fmla="*/ 6 h 102"/>
                <a:gd name="T24" fmla="*/ 0 w 310"/>
                <a:gd name="T25" fmla="*/ 0 h 10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10" h="102">
                  <a:moveTo>
                    <a:pt x="7" y="2"/>
                  </a:moveTo>
                  <a:cubicBezTo>
                    <a:pt x="5" y="1"/>
                    <a:pt x="4" y="1"/>
                    <a:pt x="2" y="2"/>
                  </a:cubicBezTo>
                  <a:cubicBezTo>
                    <a:pt x="9" y="6"/>
                    <a:pt x="18" y="6"/>
                    <a:pt x="26" y="9"/>
                  </a:cubicBezTo>
                  <a:cubicBezTo>
                    <a:pt x="38" y="13"/>
                    <a:pt x="48" y="18"/>
                    <a:pt x="60" y="20"/>
                  </a:cubicBezTo>
                  <a:cubicBezTo>
                    <a:pt x="78" y="23"/>
                    <a:pt x="95" y="28"/>
                    <a:pt x="113" y="32"/>
                  </a:cubicBezTo>
                  <a:cubicBezTo>
                    <a:pt x="138" y="37"/>
                    <a:pt x="163" y="45"/>
                    <a:pt x="187" y="57"/>
                  </a:cubicBezTo>
                  <a:cubicBezTo>
                    <a:pt x="226" y="76"/>
                    <a:pt x="276" y="76"/>
                    <a:pt x="310" y="102"/>
                  </a:cubicBezTo>
                  <a:cubicBezTo>
                    <a:pt x="298" y="91"/>
                    <a:pt x="289" y="82"/>
                    <a:pt x="275" y="75"/>
                  </a:cubicBezTo>
                  <a:cubicBezTo>
                    <a:pt x="259" y="67"/>
                    <a:pt x="243" y="63"/>
                    <a:pt x="226" y="59"/>
                  </a:cubicBezTo>
                  <a:cubicBezTo>
                    <a:pt x="198" y="52"/>
                    <a:pt x="170" y="40"/>
                    <a:pt x="143" y="30"/>
                  </a:cubicBezTo>
                  <a:cubicBezTo>
                    <a:pt x="118" y="22"/>
                    <a:pt x="92" y="16"/>
                    <a:pt x="67" y="11"/>
                  </a:cubicBezTo>
                  <a:cubicBezTo>
                    <a:pt x="54" y="8"/>
                    <a:pt x="41" y="8"/>
                    <a:pt x="28" y="6"/>
                  </a:cubicBezTo>
                  <a:cubicBezTo>
                    <a:pt x="19" y="4"/>
                    <a:pt x="10" y="1"/>
                    <a:pt x="0" y="0"/>
                  </a:cubicBezTo>
                </a:path>
              </a:pathLst>
            </a:custGeom>
            <a:solidFill>
              <a:srgbClr val="8C3F3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0251" name="Freeform 694">
              <a:extLst>
                <a:ext uri="{FF2B5EF4-FFF2-40B4-BE49-F238E27FC236}">
                  <a16:creationId xmlns:a16="http://schemas.microsoft.com/office/drawing/2014/main" id="{BB62C835-5CEB-4732-AACD-B831E0E1960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8" y="2983"/>
              <a:ext cx="114" cy="89"/>
            </a:xfrm>
            <a:custGeom>
              <a:avLst/>
              <a:gdLst>
                <a:gd name="T0" fmla="*/ 0 w 108"/>
                <a:gd name="T1" fmla="*/ 74 h 84"/>
                <a:gd name="T2" fmla="*/ 27 w 108"/>
                <a:gd name="T3" fmla="*/ 26 h 84"/>
                <a:gd name="T4" fmla="*/ 60 w 108"/>
                <a:gd name="T5" fmla="*/ 6 h 84"/>
                <a:gd name="T6" fmla="*/ 93 w 108"/>
                <a:gd name="T7" fmla="*/ 1 h 84"/>
                <a:gd name="T8" fmla="*/ 127 w 108"/>
                <a:gd name="T9" fmla="*/ 12 h 84"/>
                <a:gd name="T10" fmla="*/ 82 w 108"/>
                <a:gd name="T11" fmla="*/ 12 h 84"/>
                <a:gd name="T12" fmla="*/ 52 w 108"/>
                <a:gd name="T13" fmla="*/ 22 h 84"/>
                <a:gd name="T14" fmla="*/ 31 w 108"/>
                <a:gd name="T15" fmla="*/ 65 h 84"/>
                <a:gd name="T16" fmla="*/ 37 w 108"/>
                <a:gd name="T17" fmla="*/ 99 h 84"/>
                <a:gd name="T18" fmla="*/ 0 w 108"/>
                <a:gd name="T19" fmla="*/ 76 h 8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08" h="84">
                  <a:moveTo>
                    <a:pt x="0" y="62"/>
                  </a:moveTo>
                  <a:cubicBezTo>
                    <a:pt x="6" y="44"/>
                    <a:pt x="9" y="35"/>
                    <a:pt x="24" y="23"/>
                  </a:cubicBezTo>
                  <a:cubicBezTo>
                    <a:pt x="32" y="17"/>
                    <a:pt x="42" y="10"/>
                    <a:pt x="51" y="6"/>
                  </a:cubicBezTo>
                  <a:cubicBezTo>
                    <a:pt x="59" y="3"/>
                    <a:pt x="71" y="0"/>
                    <a:pt x="79" y="1"/>
                  </a:cubicBezTo>
                  <a:cubicBezTo>
                    <a:pt x="89" y="2"/>
                    <a:pt x="101" y="9"/>
                    <a:pt x="108" y="9"/>
                  </a:cubicBezTo>
                  <a:cubicBezTo>
                    <a:pt x="95" y="9"/>
                    <a:pt x="82" y="5"/>
                    <a:pt x="70" y="9"/>
                  </a:cubicBezTo>
                  <a:cubicBezTo>
                    <a:pt x="61" y="11"/>
                    <a:pt x="52" y="15"/>
                    <a:pt x="44" y="19"/>
                  </a:cubicBezTo>
                  <a:cubicBezTo>
                    <a:pt x="30" y="27"/>
                    <a:pt x="19" y="37"/>
                    <a:pt x="26" y="55"/>
                  </a:cubicBezTo>
                  <a:cubicBezTo>
                    <a:pt x="29" y="63"/>
                    <a:pt x="47" y="83"/>
                    <a:pt x="31" y="83"/>
                  </a:cubicBezTo>
                  <a:cubicBezTo>
                    <a:pt x="21" y="84"/>
                    <a:pt x="6" y="70"/>
                    <a:pt x="0" y="64"/>
                  </a:cubicBezTo>
                </a:path>
              </a:pathLst>
            </a:custGeom>
            <a:solidFill>
              <a:srgbClr val="8C3F3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0252" name="Freeform 695">
              <a:extLst>
                <a:ext uri="{FF2B5EF4-FFF2-40B4-BE49-F238E27FC236}">
                  <a16:creationId xmlns:a16="http://schemas.microsoft.com/office/drawing/2014/main" id="{1EF78C68-CD20-4BAC-B9D3-999667DE71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4" y="2504"/>
              <a:ext cx="39" cy="146"/>
            </a:xfrm>
            <a:custGeom>
              <a:avLst/>
              <a:gdLst>
                <a:gd name="T0" fmla="*/ 3 w 37"/>
                <a:gd name="T1" fmla="*/ 0 h 139"/>
                <a:gd name="T2" fmla="*/ 2 w 37"/>
                <a:gd name="T3" fmla="*/ 96 h 139"/>
                <a:gd name="T4" fmla="*/ 6 w 37"/>
                <a:gd name="T5" fmla="*/ 140 h 139"/>
                <a:gd name="T6" fmla="*/ 43 w 37"/>
                <a:gd name="T7" fmla="*/ 161 h 139"/>
                <a:gd name="T8" fmla="*/ 13 w 37"/>
                <a:gd name="T9" fmla="*/ 128 h 139"/>
                <a:gd name="T10" fmla="*/ 15 w 37"/>
                <a:gd name="T11" fmla="*/ 83 h 139"/>
                <a:gd name="T12" fmla="*/ 6 w 37"/>
                <a:gd name="T13" fmla="*/ 5 h 13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7" h="139">
                  <a:moveTo>
                    <a:pt x="3" y="0"/>
                  </a:moveTo>
                  <a:cubicBezTo>
                    <a:pt x="14" y="28"/>
                    <a:pt x="5" y="55"/>
                    <a:pt x="2" y="83"/>
                  </a:cubicBezTo>
                  <a:cubicBezTo>
                    <a:pt x="1" y="94"/>
                    <a:pt x="0" y="111"/>
                    <a:pt x="6" y="121"/>
                  </a:cubicBezTo>
                  <a:cubicBezTo>
                    <a:pt x="13" y="132"/>
                    <a:pt x="27" y="133"/>
                    <a:pt x="37" y="139"/>
                  </a:cubicBezTo>
                  <a:cubicBezTo>
                    <a:pt x="25" y="132"/>
                    <a:pt x="15" y="124"/>
                    <a:pt x="10" y="110"/>
                  </a:cubicBezTo>
                  <a:cubicBezTo>
                    <a:pt x="5" y="97"/>
                    <a:pt x="10" y="84"/>
                    <a:pt x="12" y="71"/>
                  </a:cubicBezTo>
                  <a:cubicBezTo>
                    <a:pt x="14" y="50"/>
                    <a:pt x="21" y="21"/>
                    <a:pt x="6" y="5"/>
                  </a:cubicBezTo>
                </a:path>
              </a:pathLst>
            </a:custGeom>
            <a:solidFill>
              <a:srgbClr val="8C3F3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0253" name="Freeform 696">
              <a:extLst>
                <a:ext uri="{FF2B5EF4-FFF2-40B4-BE49-F238E27FC236}">
                  <a16:creationId xmlns:a16="http://schemas.microsoft.com/office/drawing/2014/main" id="{DED71D3F-65C2-4FDE-A9DC-36518CE4A06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6" y="2564"/>
              <a:ext cx="51" cy="130"/>
            </a:xfrm>
            <a:custGeom>
              <a:avLst/>
              <a:gdLst>
                <a:gd name="T0" fmla="*/ 7 w 48"/>
                <a:gd name="T1" fmla="*/ 0 h 123"/>
                <a:gd name="T2" fmla="*/ 57 w 48"/>
                <a:gd name="T3" fmla="*/ 109 h 123"/>
                <a:gd name="T4" fmla="*/ 24 w 48"/>
                <a:gd name="T5" fmla="*/ 66 h 123"/>
                <a:gd name="T6" fmla="*/ 13 w 48"/>
                <a:gd name="T7" fmla="*/ 1 h 1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8" h="123">
                  <a:moveTo>
                    <a:pt x="7" y="0"/>
                  </a:moveTo>
                  <a:cubicBezTo>
                    <a:pt x="12" y="19"/>
                    <a:pt x="0" y="123"/>
                    <a:pt x="48" y="92"/>
                  </a:cubicBezTo>
                  <a:cubicBezTo>
                    <a:pt x="28" y="94"/>
                    <a:pt x="26" y="70"/>
                    <a:pt x="21" y="56"/>
                  </a:cubicBezTo>
                  <a:cubicBezTo>
                    <a:pt x="16" y="38"/>
                    <a:pt x="10" y="20"/>
                    <a:pt x="10" y="1"/>
                  </a:cubicBezTo>
                </a:path>
              </a:pathLst>
            </a:custGeom>
            <a:solidFill>
              <a:srgbClr val="8C3F3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0254" name="Freeform 697">
              <a:extLst>
                <a:ext uri="{FF2B5EF4-FFF2-40B4-BE49-F238E27FC236}">
                  <a16:creationId xmlns:a16="http://schemas.microsoft.com/office/drawing/2014/main" id="{0C46E43D-F131-4375-91BF-058B8939B9F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9" y="2523"/>
              <a:ext cx="36" cy="120"/>
            </a:xfrm>
            <a:custGeom>
              <a:avLst/>
              <a:gdLst>
                <a:gd name="T0" fmla="*/ 39 w 34"/>
                <a:gd name="T1" fmla="*/ 0 h 114"/>
                <a:gd name="T2" fmla="*/ 13 w 34"/>
                <a:gd name="T3" fmla="*/ 27 h 114"/>
                <a:gd name="T4" fmla="*/ 7 w 34"/>
                <a:gd name="T5" fmla="*/ 61 h 114"/>
                <a:gd name="T6" fmla="*/ 0 w 34"/>
                <a:gd name="T7" fmla="*/ 133 h 114"/>
                <a:gd name="T8" fmla="*/ 16 w 34"/>
                <a:gd name="T9" fmla="*/ 66 h 114"/>
                <a:gd name="T10" fmla="*/ 22 w 34"/>
                <a:gd name="T11" fmla="*/ 37 h 114"/>
                <a:gd name="T12" fmla="*/ 40 w 34"/>
                <a:gd name="T13" fmla="*/ 5 h 1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4" h="114">
                  <a:moveTo>
                    <a:pt x="33" y="0"/>
                  </a:moveTo>
                  <a:cubicBezTo>
                    <a:pt x="32" y="11"/>
                    <a:pt x="17" y="17"/>
                    <a:pt x="10" y="24"/>
                  </a:cubicBezTo>
                  <a:cubicBezTo>
                    <a:pt x="2" y="32"/>
                    <a:pt x="6" y="40"/>
                    <a:pt x="7" y="52"/>
                  </a:cubicBezTo>
                  <a:cubicBezTo>
                    <a:pt x="8" y="73"/>
                    <a:pt x="5" y="95"/>
                    <a:pt x="0" y="114"/>
                  </a:cubicBezTo>
                  <a:cubicBezTo>
                    <a:pt x="13" y="103"/>
                    <a:pt x="12" y="73"/>
                    <a:pt x="13" y="57"/>
                  </a:cubicBezTo>
                  <a:cubicBezTo>
                    <a:pt x="14" y="47"/>
                    <a:pt x="15" y="40"/>
                    <a:pt x="19" y="31"/>
                  </a:cubicBezTo>
                  <a:cubicBezTo>
                    <a:pt x="23" y="21"/>
                    <a:pt x="30" y="14"/>
                    <a:pt x="34" y="5"/>
                  </a:cubicBezTo>
                </a:path>
              </a:pathLst>
            </a:custGeom>
            <a:solidFill>
              <a:srgbClr val="6C2D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0255" name="Freeform 698">
              <a:extLst>
                <a:ext uri="{FF2B5EF4-FFF2-40B4-BE49-F238E27FC236}">
                  <a16:creationId xmlns:a16="http://schemas.microsoft.com/office/drawing/2014/main" id="{6DF8E44F-D689-4924-B466-E61E7FBFBB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4" y="2495"/>
              <a:ext cx="148" cy="30"/>
            </a:xfrm>
            <a:custGeom>
              <a:avLst/>
              <a:gdLst>
                <a:gd name="T0" fmla="*/ 0 w 140"/>
                <a:gd name="T1" fmla="*/ 1 h 28"/>
                <a:gd name="T2" fmla="*/ 96 w 140"/>
                <a:gd name="T3" fmla="*/ 14 h 28"/>
                <a:gd name="T4" fmla="*/ 165 w 140"/>
                <a:gd name="T5" fmla="*/ 0 h 28"/>
                <a:gd name="T6" fmla="*/ 118 w 140"/>
                <a:gd name="T7" fmla="*/ 23 h 28"/>
                <a:gd name="T8" fmla="*/ 66 w 140"/>
                <a:gd name="T9" fmla="*/ 34 h 28"/>
                <a:gd name="T10" fmla="*/ 5 w 140"/>
                <a:gd name="T11" fmla="*/ 4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0" h="28">
                  <a:moveTo>
                    <a:pt x="0" y="1"/>
                  </a:moveTo>
                  <a:cubicBezTo>
                    <a:pt x="6" y="17"/>
                    <a:pt x="66" y="13"/>
                    <a:pt x="81" y="11"/>
                  </a:cubicBezTo>
                  <a:cubicBezTo>
                    <a:pt x="101" y="8"/>
                    <a:pt x="121" y="3"/>
                    <a:pt x="140" y="0"/>
                  </a:cubicBezTo>
                  <a:cubicBezTo>
                    <a:pt x="127" y="5"/>
                    <a:pt x="114" y="14"/>
                    <a:pt x="100" y="19"/>
                  </a:cubicBezTo>
                  <a:cubicBezTo>
                    <a:pt x="85" y="24"/>
                    <a:pt x="70" y="28"/>
                    <a:pt x="56" y="28"/>
                  </a:cubicBezTo>
                  <a:cubicBezTo>
                    <a:pt x="37" y="27"/>
                    <a:pt x="14" y="21"/>
                    <a:pt x="5" y="4"/>
                  </a:cubicBezTo>
                </a:path>
              </a:pathLst>
            </a:custGeom>
            <a:solidFill>
              <a:srgbClr val="6C2D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0256" name="Freeform 699">
              <a:extLst>
                <a:ext uri="{FF2B5EF4-FFF2-40B4-BE49-F238E27FC236}">
                  <a16:creationId xmlns:a16="http://schemas.microsoft.com/office/drawing/2014/main" id="{B6EAF454-EC42-403B-94D7-79CBE499EC7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5" y="2154"/>
              <a:ext cx="411" cy="311"/>
            </a:xfrm>
            <a:custGeom>
              <a:avLst/>
              <a:gdLst>
                <a:gd name="T0" fmla="*/ 0 w 389"/>
                <a:gd name="T1" fmla="*/ 19 h 294"/>
                <a:gd name="T2" fmla="*/ 26 w 389"/>
                <a:gd name="T3" fmla="*/ 22 h 294"/>
                <a:gd name="T4" fmla="*/ 48 w 389"/>
                <a:gd name="T5" fmla="*/ 40 h 294"/>
                <a:gd name="T6" fmla="*/ 68 w 389"/>
                <a:gd name="T7" fmla="*/ 104 h 294"/>
                <a:gd name="T8" fmla="*/ 150 w 389"/>
                <a:gd name="T9" fmla="*/ 230 h 294"/>
                <a:gd name="T10" fmla="*/ 411 w 389"/>
                <a:gd name="T11" fmla="*/ 344 h 294"/>
                <a:gd name="T12" fmla="*/ 459 w 389"/>
                <a:gd name="T13" fmla="*/ 348 h 294"/>
                <a:gd name="T14" fmla="*/ 278 w 389"/>
                <a:gd name="T15" fmla="*/ 283 h 294"/>
                <a:gd name="T16" fmla="*/ 202 w 389"/>
                <a:gd name="T17" fmla="*/ 236 h 294"/>
                <a:gd name="T18" fmla="*/ 130 w 389"/>
                <a:gd name="T19" fmla="*/ 178 h 294"/>
                <a:gd name="T20" fmla="*/ 62 w 389"/>
                <a:gd name="T21" fmla="*/ 43 h 294"/>
                <a:gd name="T22" fmla="*/ 42 w 389"/>
                <a:gd name="T23" fmla="*/ 4 h 294"/>
                <a:gd name="T24" fmla="*/ 3 w 389"/>
                <a:gd name="T25" fmla="*/ 4 h 29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89" h="294">
                  <a:moveTo>
                    <a:pt x="0" y="16"/>
                  </a:moveTo>
                  <a:cubicBezTo>
                    <a:pt x="6" y="19"/>
                    <a:pt x="15" y="16"/>
                    <a:pt x="23" y="19"/>
                  </a:cubicBezTo>
                  <a:cubicBezTo>
                    <a:pt x="29" y="22"/>
                    <a:pt x="36" y="28"/>
                    <a:pt x="41" y="34"/>
                  </a:cubicBezTo>
                  <a:cubicBezTo>
                    <a:pt x="52" y="49"/>
                    <a:pt x="54" y="69"/>
                    <a:pt x="58" y="88"/>
                  </a:cubicBezTo>
                  <a:cubicBezTo>
                    <a:pt x="67" y="133"/>
                    <a:pt x="94" y="165"/>
                    <a:pt x="127" y="194"/>
                  </a:cubicBezTo>
                  <a:cubicBezTo>
                    <a:pt x="191" y="249"/>
                    <a:pt x="268" y="271"/>
                    <a:pt x="348" y="290"/>
                  </a:cubicBezTo>
                  <a:cubicBezTo>
                    <a:pt x="361" y="294"/>
                    <a:pt x="378" y="294"/>
                    <a:pt x="389" y="294"/>
                  </a:cubicBezTo>
                  <a:cubicBezTo>
                    <a:pt x="336" y="278"/>
                    <a:pt x="285" y="263"/>
                    <a:pt x="236" y="239"/>
                  </a:cubicBezTo>
                  <a:cubicBezTo>
                    <a:pt x="213" y="228"/>
                    <a:pt x="193" y="211"/>
                    <a:pt x="171" y="199"/>
                  </a:cubicBezTo>
                  <a:cubicBezTo>
                    <a:pt x="147" y="185"/>
                    <a:pt x="129" y="172"/>
                    <a:pt x="110" y="150"/>
                  </a:cubicBezTo>
                  <a:cubicBezTo>
                    <a:pt x="84" y="119"/>
                    <a:pt x="66" y="76"/>
                    <a:pt x="53" y="37"/>
                  </a:cubicBezTo>
                  <a:cubicBezTo>
                    <a:pt x="49" y="25"/>
                    <a:pt x="50" y="10"/>
                    <a:pt x="36" y="4"/>
                  </a:cubicBezTo>
                  <a:cubicBezTo>
                    <a:pt x="29" y="0"/>
                    <a:pt x="11" y="1"/>
                    <a:pt x="3" y="4"/>
                  </a:cubicBezTo>
                </a:path>
              </a:pathLst>
            </a:custGeom>
            <a:solidFill>
              <a:srgbClr val="8C3F3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0257" name="Freeform 700">
              <a:extLst>
                <a:ext uri="{FF2B5EF4-FFF2-40B4-BE49-F238E27FC236}">
                  <a16:creationId xmlns:a16="http://schemas.microsoft.com/office/drawing/2014/main" id="{F7B21C82-72C9-4A6B-A7D4-8838D16D8C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5" y="1962"/>
              <a:ext cx="347" cy="67"/>
            </a:xfrm>
            <a:custGeom>
              <a:avLst/>
              <a:gdLst>
                <a:gd name="T0" fmla="*/ 0 w 329"/>
                <a:gd name="T1" fmla="*/ 0 h 63"/>
                <a:gd name="T2" fmla="*/ 135 w 329"/>
                <a:gd name="T3" fmla="*/ 61 h 63"/>
                <a:gd name="T4" fmla="*/ 264 w 329"/>
                <a:gd name="T5" fmla="*/ 64 h 63"/>
                <a:gd name="T6" fmla="*/ 382 w 329"/>
                <a:gd name="T7" fmla="*/ 53 h 63"/>
                <a:gd name="T8" fmla="*/ 251 w 329"/>
                <a:gd name="T9" fmla="*/ 53 h 63"/>
                <a:gd name="T10" fmla="*/ 0 w 329"/>
                <a:gd name="T11" fmla="*/ 0 h 6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29" h="63">
                  <a:moveTo>
                    <a:pt x="0" y="0"/>
                  </a:moveTo>
                  <a:cubicBezTo>
                    <a:pt x="0" y="0"/>
                    <a:pt x="72" y="47"/>
                    <a:pt x="115" y="51"/>
                  </a:cubicBezTo>
                  <a:cubicBezTo>
                    <a:pt x="157" y="56"/>
                    <a:pt x="178" y="62"/>
                    <a:pt x="225" y="53"/>
                  </a:cubicBezTo>
                  <a:cubicBezTo>
                    <a:pt x="272" y="44"/>
                    <a:pt x="320" y="42"/>
                    <a:pt x="325" y="44"/>
                  </a:cubicBezTo>
                  <a:cubicBezTo>
                    <a:pt x="329" y="45"/>
                    <a:pt x="252" y="44"/>
                    <a:pt x="214" y="44"/>
                  </a:cubicBezTo>
                  <a:cubicBezTo>
                    <a:pt x="177" y="44"/>
                    <a:pt x="145" y="63"/>
                    <a:pt x="0" y="0"/>
                  </a:cubicBezTo>
                  <a:close/>
                </a:path>
              </a:pathLst>
            </a:custGeom>
            <a:solidFill>
              <a:srgbClr val="8C3F3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0258" name="Freeform 701">
              <a:extLst>
                <a:ext uri="{FF2B5EF4-FFF2-40B4-BE49-F238E27FC236}">
                  <a16:creationId xmlns:a16="http://schemas.microsoft.com/office/drawing/2014/main" id="{0D21ED73-72BC-400A-B136-D8402E5432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3" y="1800"/>
              <a:ext cx="131" cy="115"/>
            </a:xfrm>
            <a:custGeom>
              <a:avLst/>
              <a:gdLst>
                <a:gd name="T0" fmla="*/ 0 w 124"/>
                <a:gd name="T1" fmla="*/ 115 h 109"/>
                <a:gd name="T2" fmla="*/ 95 w 124"/>
                <a:gd name="T3" fmla="*/ 102 h 109"/>
                <a:gd name="T4" fmla="*/ 135 w 124"/>
                <a:gd name="T5" fmla="*/ 63 h 109"/>
                <a:gd name="T6" fmla="*/ 145 w 124"/>
                <a:gd name="T7" fmla="*/ 0 h 109"/>
                <a:gd name="T8" fmla="*/ 90 w 124"/>
                <a:gd name="T9" fmla="*/ 94 h 109"/>
                <a:gd name="T10" fmla="*/ 5 w 124"/>
                <a:gd name="T11" fmla="*/ 115 h 10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4" h="109">
                  <a:moveTo>
                    <a:pt x="0" y="98"/>
                  </a:moveTo>
                  <a:cubicBezTo>
                    <a:pt x="25" y="109"/>
                    <a:pt x="58" y="99"/>
                    <a:pt x="80" y="87"/>
                  </a:cubicBezTo>
                  <a:cubicBezTo>
                    <a:pt x="93" y="80"/>
                    <a:pt x="108" y="68"/>
                    <a:pt x="115" y="54"/>
                  </a:cubicBezTo>
                  <a:cubicBezTo>
                    <a:pt x="124" y="38"/>
                    <a:pt x="117" y="17"/>
                    <a:pt x="123" y="0"/>
                  </a:cubicBezTo>
                  <a:cubicBezTo>
                    <a:pt x="108" y="28"/>
                    <a:pt x="106" y="62"/>
                    <a:pt x="76" y="80"/>
                  </a:cubicBezTo>
                  <a:cubicBezTo>
                    <a:pt x="57" y="92"/>
                    <a:pt x="26" y="92"/>
                    <a:pt x="5" y="98"/>
                  </a:cubicBezTo>
                </a:path>
              </a:pathLst>
            </a:custGeom>
            <a:solidFill>
              <a:srgbClr val="6C2D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0259" name="Freeform 702">
              <a:extLst>
                <a:ext uri="{FF2B5EF4-FFF2-40B4-BE49-F238E27FC236}">
                  <a16:creationId xmlns:a16="http://schemas.microsoft.com/office/drawing/2014/main" id="{3DC0B431-51EE-4A3F-BD6D-20925FCA61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6" y="3882"/>
              <a:ext cx="144" cy="61"/>
            </a:xfrm>
            <a:custGeom>
              <a:avLst/>
              <a:gdLst>
                <a:gd name="T0" fmla="*/ 0 w 137"/>
                <a:gd name="T1" fmla="*/ 63 h 58"/>
                <a:gd name="T2" fmla="*/ 49 w 137"/>
                <a:gd name="T3" fmla="*/ 21 h 58"/>
                <a:gd name="T4" fmla="*/ 88 w 137"/>
                <a:gd name="T5" fmla="*/ 1 h 58"/>
                <a:gd name="T6" fmla="*/ 159 w 137"/>
                <a:gd name="T7" fmla="*/ 23 h 58"/>
                <a:gd name="T8" fmla="*/ 126 w 137"/>
                <a:gd name="T9" fmla="*/ 40 h 58"/>
                <a:gd name="T10" fmla="*/ 83 w 137"/>
                <a:gd name="T11" fmla="*/ 43 h 58"/>
                <a:gd name="T12" fmla="*/ 1 w 137"/>
                <a:gd name="T13" fmla="*/ 64 h 5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7" h="58">
                  <a:moveTo>
                    <a:pt x="0" y="54"/>
                  </a:moveTo>
                  <a:cubicBezTo>
                    <a:pt x="12" y="58"/>
                    <a:pt x="37" y="25"/>
                    <a:pt x="43" y="18"/>
                  </a:cubicBezTo>
                  <a:cubicBezTo>
                    <a:pt x="53" y="7"/>
                    <a:pt x="61" y="0"/>
                    <a:pt x="76" y="1"/>
                  </a:cubicBezTo>
                  <a:cubicBezTo>
                    <a:pt x="97" y="3"/>
                    <a:pt x="115" y="19"/>
                    <a:pt x="137" y="20"/>
                  </a:cubicBezTo>
                  <a:cubicBezTo>
                    <a:pt x="129" y="25"/>
                    <a:pt x="118" y="32"/>
                    <a:pt x="108" y="34"/>
                  </a:cubicBezTo>
                  <a:cubicBezTo>
                    <a:pt x="96" y="37"/>
                    <a:pt x="83" y="37"/>
                    <a:pt x="71" y="37"/>
                  </a:cubicBezTo>
                  <a:cubicBezTo>
                    <a:pt x="47" y="37"/>
                    <a:pt x="22" y="45"/>
                    <a:pt x="1" y="55"/>
                  </a:cubicBezTo>
                </a:path>
              </a:pathLst>
            </a:custGeom>
            <a:solidFill>
              <a:srgbClr val="6C2D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0260" name="Freeform 703">
              <a:extLst>
                <a:ext uri="{FF2B5EF4-FFF2-40B4-BE49-F238E27FC236}">
                  <a16:creationId xmlns:a16="http://schemas.microsoft.com/office/drawing/2014/main" id="{E82790E8-29A1-4BA6-ABFC-00C54A9FCD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9" y="3734"/>
              <a:ext cx="79" cy="62"/>
            </a:xfrm>
            <a:custGeom>
              <a:avLst/>
              <a:gdLst>
                <a:gd name="T0" fmla="*/ 0 w 75"/>
                <a:gd name="T1" fmla="*/ 48 h 58"/>
                <a:gd name="T2" fmla="*/ 25 w 75"/>
                <a:gd name="T3" fmla="*/ 56 h 58"/>
                <a:gd name="T4" fmla="*/ 54 w 75"/>
                <a:gd name="T5" fmla="*/ 47 h 58"/>
                <a:gd name="T6" fmla="*/ 75 w 75"/>
                <a:gd name="T7" fmla="*/ 22 h 58"/>
                <a:gd name="T8" fmla="*/ 85 w 75"/>
                <a:gd name="T9" fmla="*/ 0 h 58"/>
                <a:gd name="T10" fmla="*/ 53 w 75"/>
                <a:gd name="T11" fmla="*/ 60 h 58"/>
                <a:gd name="T12" fmla="*/ 36 w 75"/>
                <a:gd name="T13" fmla="*/ 66 h 58"/>
                <a:gd name="T14" fmla="*/ 16 w 75"/>
                <a:gd name="T15" fmla="*/ 56 h 5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5" h="58">
                  <a:moveTo>
                    <a:pt x="0" y="39"/>
                  </a:moveTo>
                  <a:cubicBezTo>
                    <a:pt x="8" y="41"/>
                    <a:pt x="13" y="45"/>
                    <a:pt x="22" y="46"/>
                  </a:cubicBezTo>
                  <a:cubicBezTo>
                    <a:pt x="30" y="46"/>
                    <a:pt x="39" y="43"/>
                    <a:pt x="46" y="38"/>
                  </a:cubicBezTo>
                  <a:cubicBezTo>
                    <a:pt x="52" y="33"/>
                    <a:pt x="59" y="25"/>
                    <a:pt x="64" y="19"/>
                  </a:cubicBezTo>
                  <a:cubicBezTo>
                    <a:pt x="68" y="13"/>
                    <a:pt x="69" y="6"/>
                    <a:pt x="73" y="0"/>
                  </a:cubicBezTo>
                  <a:cubicBezTo>
                    <a:pt x="75" y="19"/>
                    <a:pt x="58" y="37"/>
                    <a:pt x="45" y="49"/>
                  </a:cubicBezTo>
                  <a:cubicBezTo>
                    <a:pt x="40" y="54"/>
                    <a:pt x="36" y="58"/>
                    <a:pt x="30" y="54"/>
                  </a:cubicBezTo>
                  <a:cubicBezTo>
                    <a:pt x="25" y="52"/>
                    <a:pt x="19" y="46"/>
                    <a:pt x="13" y="46"/>
                  </a:cubicBezTo>
                </a:path>
              </a:pathLst>
            </a:custGeom>
            <a:solidFill>
              <a:srgbClr val="6C2D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0261" name="Freeform 704">
              <a:extLst>
                <a:ext uri="{FF2B5EF4-FFF2-40B4-BE49-F238E27FC236}">
                  <a16:creationId xmlns:a16="http://schemas.microsoft.com/office/drawing/2014/main" id="{E322B202-7FD5-41ED-A692-28656D8F894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5" y="1796"/>
              <a:ext cx="364" cy="137"/>
            </a:xfrm>
            <a:custGeom>
              <a:avLst/>
              <a:gdLst>
                <a:gd name="T0" fmla="*/ 351 w 344"/>
                <a:gd name="T1" fmla="*/ 4 h 130"/>
                <a:gd name="T2" fmla="*/ 324 w 344"/>
                <a:gd name="T3" fmla="*/ 0 h 130"/>
                <a:gd name="T4" fmla="*/ 299 w 344"/>
                <a:gd name="T5" fmla="*/ 23 h 130"/>
                <a:gd name="T6" fmla="*/ 265 w 344"/>
                <a:gd name="T7" fmla="*/ 56 h 130"/>
                <a:gd name="T8" fmla="*/ 187 w 344"/>
                <a:gd name="T9" fmla="*/ 101 h 130"/>
                <a:gd name="T10" fmla="*/ 98 w 344"/>
                <a:gd name="T11" fmla="*/ 126 h 130"/>
                <a:gd name="T12" fmla="*/ 50 w 344"/>
                <a:gd name="T13" fmla="*/ 137 h 130"/>
                <a:gd name="T14" fmla="*/ 0 w 344"/>
                <a:gd name="T15" fmla="*/ 145 h 130"/>
                <a:gd name="T16" fmla="*/ 77 w 344"/>
                <a:gd name="T17" fmla="*/ 143 h 130"/>
                <a:gd name="T18" fmla="*/ 188 w 344"/>
                <a:gd name="T19" fmla="*/ 123 h 130"/>
                <a:gd name="T20" fmla="*/ 297 w 344"/>
                <a:gd name="T21" fmla="*/ 67 h 130"/>
                <a:gd name="T22" fmla="*/ 333 w 344"/>
                <a:gd name="T23" fmla="*/ 37 h 130"/>
                <a:gd name="T24" fmla="*/ 372 w 344"/>
                <a:gd name="T25" fmla="*/ 64 h 130"/>
                <a:gd name="T26" fmla="*/ 407 w 344"/>
                <a:gd name="T27" fmla="*/ 91 h 130"/>
                <a:gd name="T28" fmla="*/ 372 w 344"/>
                <a:gd name="T29" fmla="*/ 42 h 130"/>
                <a:gd name="T30" fmla="*/ 347 w 344"/>
                <a:gd name="T31" fmla="*/ 8 h 130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344" h="130">
                  <a:moveTo>
                    <a:pt x="297" y="4"/>
                  </a:moveTo>
                  <a:cubicBezTo>
                    <a:pt x="290" y="4"/>
                    <a:pt x="277" y="7"/>
                    <a:pt x="273" y="0"/>
                  </a:cubicBezTo>
                  <a:cubicBezTo>
                    <a:pt x="265" y="0"/>
                    <a:pt x="257" y="13"/>
                    <a:pt x="252" y="20"/>
                  </a:cubicBezTo>
                  <a:cubicBezTo>
                    <a:pt x="243" y="30"/>
                    <a:pt x="233" y="38"/>
                    <a:pt x="223" y="47"/>
                  </a:cubicBezTo>
                  <a:cubicBezTo>
                    <a:pt x="202" y="65"/>
                    <a:pt x="182" y="75"/>
                    <a:pt x="158" y="86"/>
                  </a:cubicBezTo>
                  <a:cubicBezTo>
                    <a:pt x="133" y="99"/>
                    <a:pt x="111" y="105"/>
                    <a:pt x="83" y="108"/>
                  </a:cubicBezTo>
                  <a:cubicBezTo>
                    <a:pt x="70" y="110"/>
                    <a:pt x="55" y="114"/>
                    <a:pt x="42" y="117"/>
                  </a:cubicBezTo>
                  <a:cubicBezTo>
                    <a:pt x="29" y="120"/>
                    <a:pt x="12" y="119"/>
                    <a:pt x="0" y="124"/>
                  </a:cubicBezTo>
                  <a:cubicBezTo>
                    <a:pt x="14" y="130"/>
                    <a:pt x="47" y="124"/>
                    <a:pt x="65" y="122"/>
                  </a:cubicBezTo>
                  <a:cubicBezTo>
                    <a:pt x="96" y="119"/>
                    <a:pt x="129" y="113"/>
                    <a:pt x="159" y="105"/>
                  </a:cubicBezTo>
                  <a:cubicBezTo>
                    <a:pt x="193" y="97"/>
                    <a:pt x="227" y="83"/>
                    <a:pt x="251" y="58"/>
                  </a:cubicBezTo>
                  <a:cubicBezTo>
                    <a:pt x="259" y="51"/>
                    <a:pt x="269" y="30"/>
                    <a:pt x="282" y="31"/>
                  </a:cubicBezTo>
                  <a:cubicBezTo>
                    <a:pt x="291" y="32"/>
                    <a:pt x="307" y="50"/>
                    <a:pt x="315" y="55"/>
                  </a:cubicBezTo>
                  <a:cubicBezTo>
                    <a:pt x="325" y="62"/>
                    <a:pt x="334" y="71"/>
                    <a:pt x="344" y="78"/>
                  </a:cubicBezTo>
                  <a:cubicBezTo>
                    <a:pt x="332" y="66"/>
                    <a:pt x="325" y="50"/>
                    <a:pt x="315" y="36"/>
                  </a:cubicBezTo>
                  <a:cubicBezTo>
                    <a:pt x="309" y="26"/>
                    <a:pt x="298" y="17"/>
                    <a:pt x="293" y="8"/>
                  </a:cubicBezTo>
                </a:path>
              </a:pathLst>
            </a:custGeom>
            <a:solidFill>
              <a:srgbClr val="6C2D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0262" name="Freeform 705">
              <a:extLst>
                <a:ext uri="{FF2B5EF4-FFF2-40B4-BE49-F238E27FC236}">
                  <a16:creationId xmlns:a16="http://schemas.microsoft.com/office/drawing/2014/main" id="{C457E9FB-77E1-43C6-9377-A7E677EF06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0" y="2247"/>
              <a:ext cx="68" cy="144"/>
            </a:xfrm>
            <a:custGeom>
              <a:avLst/>
              <a:gdLst>
                <a:gd name="T0" fmla="*/ 39 w 65"/>
                <a:gd name="T1" fmla="*/ 0 h 136"/>
                <a:gd name="T2" fmla="*/ 71 w 65"/>
                <a:gd name="T3" fmla="*/ 49 h 136"/>
                <a:gd name="T4" fmla="*/ 71 w 65"/>
                <a:gd name="T5" fmla="*/ 106 h 136"/>
                <a:gd name="T6" fmla="*/ 69 w 65"/>
                <a:gd name="T7" fmla="*/ 161 h 136"/>
                <a:gd name="T8" fmla="*/ 65 w 65"/>
                <a:gd name="T9" fmla="*/ 109 h 136"/>
                <a:gd name="T10" fmla="*/ 54 w 65"/>
                <a:gd name="T11" fmla="*/ 60 h 136"/>
                <a:gd name="T12" fmla="*/ 27 w 65"/>
                <a:gd name="T13" fmla="*/ 41 h 136"/>
                <a:gd name="T14" fmla="*/ 0 w 65"/>
                <a:gd name="T15" fmla="*/ 36 h 136"/>
                <a:gd name="T16" fmla="*/ 31 w 65"/>
                <a:gd name="T17" fmla="*/ 2 h 1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5" h="136">
                  <a:moveTo>
                    <a:pt x="33" y="0"/>
                  </a:moveTo>
                  <a:cubicBezTo>
                    <a:pt x="51" y="6"/>
                    <a:pt x="58" y="24"/>
                    <a:pt x="62" y="41"/>
                  </a:cubicBezTo>
                  <a:cubicBezTo>
                    <a:pt x="65" y="57"/>
                    <a:pt x="63" y="73"/>
                    <a:pt x="62" y="89"/>
                  </a:cubicBezTo>
                  <a:cubicBezTo>
                    <a:pt x="61" y="103"/>
                    <a:pt x="65" y="122"/>
                    <a:pt x="60" y="136"/>
                  </a:cubicBezTo>
                  <a:cubicBezTo>
                    <a:pt x="60" y="122"/>
                    <a:pt x="58" y="106"/>
                    <a:pt x="56" y="92"/>
                  </a:cubicBezTo>
                  <a:cubicBezTo>
                    <a:pt x="54" y="79"/>
                    <a:pt x="55" y="62"/>
                    <a:pt x="48" y="51"/>
                  </a:cubicBezTo>
                  <a:cubicBezTo>
                    <a:pt x="43" y="42"/>
                    <a:pt x="34" y="35"/>
                    <a:pt x="24" y="35"/>
                  </a:cubicBezTo>
                  <a:cubicBezTo>
                    <a:pt x="14" y="35"/>
                    <a:pt x="9" y="38"/>
                    <a:pt x="0" y="30"/>
                  </a:cubicBezTo>
                  <a:cubicBezTo>
                    <a:pt x="19" y="29"/>
                    <a:pt x="28" y="24"/>
                    <a:pt x="28" y="2"/>
                  </a:cubicBezTo>
                </a:path>
              </a:pathLst>
            </a:custGeom>
            <a:solidFill>
              <a:srgbClr val="8C3F3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0263" name="Freeform 706">
              <a:extLst>
                <a:ext uri="{FF2B5EF4-FFF2-40B4-BE49-F238E27FC236}">
                  <a16:creationId xmlns:a16="http://schemas.microsoft.com/office/drawing/2014/main" id="{F2DBD3FE-71BE-4078-AD30-84480BB897E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6" y="2382"/>
              <a:ext cx="170" cy="94"/>
            </a:xfrm>
            <a:custGeom>
              <a:avLst/>
              <a:gdLst>
                <a:gd name="T0" fmla="*/ 119 w 161"/>
                <a:gd name="T1" fmla="*/ 105 h 89"/>
                <a:gd name="T2" fmla="*/ 60 w 161"/>
                <a:gd name="T3" fmla="*/ 83 h 89"/>
                <a:gd name="T4" fmla="*/ 0 w 161"/>
                <a:gd name="T5" fmla="*/ 84 h 89"/>
                <a:gd name="T6" fmla="*/ 93 w 161"/>
                <a:gd name="T7" fmla="*/ 57 h 89"/>
                <a:gd name="T8" fmla="*/ 190 w 161"/>
                <a:gd name="T9" fmla="*/ 0 h 89"/>
                <a:gd name="T10" fmla="*/ 149 w 161"/>
                <a:gd name="T11" fmla="*/ 36 h 89"/>
                <a:gd name="T12" fmla="*/ 122 w 161"/>
                <a:gd name="T13" fmla="*/ 59 h 89"/>
                <a:gd name="T14" fmla="*/ 112 w 161"/>
                <a:gd name="T15" fmla="*/ 99 h 8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1" h="89">
                  <a:moveTo>
                    <a:pt x="101" y="89"/>
                  </a:moveTo>
                  <a:cubicBezTo>
                    <a:pt x="86" y="78"/>
                    <a:pt x="69" y="72"/>
                    <a:pt x="51" y="71"/>
                  </a:cubicBezTo>
                  <a:cubicBezTo>
                    <a:pt x="35" y="70"/>
                    <a:pt x="15" y="67"/>
                    <a:pt x="0" y="72"/>
                  </a:cubicBezTo>
                  <a:cubicBezTo>
                    <a:pt x="27" y="67"/>
                    <a:pt x="53" y="56"/>
                    <a:pt x="79" y="48"/>
                  </a:cubicBezTo>
                  <a:cubicBezTo>
                    <a:pt x="110" y="39"/>
                    <a:pt x="138" y="23"/>
                    <a:pt x="161" y="0"/>
                  </a:cubicBezTo>
                  <a:cubicBezTo>
                    <a:pt x="148" y="8"/>
                    <a:pt x="138" y="20"/>
                    <a:pt x="127" y="30"/>
                  </a:cubicBezTo>
                  <a:cubicBezTo>
                    <a:pt x="119" y="36"/>
                    <a:pt x="109" y="41"/>
                    <a:pt x="104" y="50"/>
                  </a:cubicBezTo>
                  <a:cubicBezTo>
                    <a:pt x="96" y="60"/>
                    <a:pt x="95" y="71"/>
                    <a:pt x="95" y="84"/>
                  </a:cubicBezTo>
                </a:path>
              </a:pathLst>
            </a:custGeom>
            <a:solidFill>
              <a:srgbClr val="6C2D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0264" name="Freeform 707">
              <a:extLst>
                <a:ext uri="{FF2B5EF4-FFF2-40B4-BE49-F238E27FC236}">
                  <a16:creationId xmlns:a16="http://schemas.microsoft.com/office/drawing/2014/main" id="{F60E7532-ABF1-4F8A-81EC-578E0BB054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2" y="2476"/>
              <a:ext cx="160" cy="157"/>
            </a:xfrm>
            <a:custGeom>
              <a:avLst/>
              <a:gdLst>
                <a:gd name="T0" fmla="*/ 177 w 152"/>
                <a:gd name="T1" fmla="*/ 7 h 148"/>
                <a:gd name="T2" fmla="*/ 97 w 152"/>
                <a:gd name="T3" fmla="*/ 12 h 148"/>
                <a:gd name="T4" fmla="*/ 37 w 152"/>
                <a:gd name="T5" fmla="*/ 31 h 148"/>
                <a:gd name="T6" fmla="*/ 23 w 152"/>
                <a:gd name="T7" fmla="*/ 177 h 148"/>
                <a:gd name="T8" fmla="*/ 68 w 152"/>
                <a:gd name="T9" fmla="*/ 36 h 148"/>
                <a:gd name="T10" fmla="*/ 173 w 152"/>
                <a:gd name="T11" fmla="*/ 14 h 14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2" h="148">
                  <a:moveTo>
                    <a:pt x="152" y="7"/>
                  </a:moveTo>
                  <a:cubicBezTo>
                    <a:pt x="132" y="0"/>
                    <a:pt x="103" y="7"/>
                    <a:pt x="83" y="9"/>
                  </a:cubicBezTo>
                  <a:cubicBezTo>
                    <a:pt x="68" y="11"/>
                    <a:pt x="41" y="14"/>
                    <a:pt x="31" y="25"/>
                  </a:cubicBezTo>
                  <a:cubicBezTo>
                    <a:pt x="0" y="59"/>
                    <a:pt x="42" y="113"/>
                    <a:pt x="20" y="148"/>
                  </a:cubicBezTo>
                  <a:cubicBezTo>
                    <a:pt x="40" y="112"/>
                    <a:pt x="13" y="50"/>
                    <a:pt x="59" y="30"/>
                  </a:cubicBezTo>
                  <a:cubicBezTo>
                    <a:pt x="86" y="18"/>
                    <a:pt x="124" y="28"/>
                    <a:pt x="148" y="11"/>
                  </a:cubicBezTo>
                </a:path>
              </a:pathLst>
            </a:custGeom>
            <a:solidFill>
              <a:srgbClr val="6C2D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0265" name="Freeform 708">
              <a:extLst>
                <a:ext uri="{FF2B5EF4-FFF2-40B4-BE49-F238E27FC236}">
                  <a16:creationId xmlns:a16="http://schemas.microsoft.com/office/drawing/2014/main" id="{68D78B7E-AF27-481A-AF21-88CA0D4C12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2" y="2656"/>
              <a:ext cx="125" cy="163"/>
            </a:xfrm>
            <a:custGeom>
              <a:avLst/>
              <a:gdLst>
                <a:gd name="T0" fmla="*/ 140 w 118"/>
                <a:gd name="T1" fmla="*/ 116 h 155"/>
                <a:gd name="T2" fmla="*/ 88 w 118"/>
                <a:gd name="T3" fmla="*/ 156 h 155"/>
                <a:gd name="T4" fmla="*/ 61 w 118"/>
                <a:gd name="T5" fmla="*/ 171 h 155"/>
                <a:gd name="T6" fmla="*/ 40 w 118"/>
                <a:gd name="T7" fmla="*/ 170 h 155"/>
                <a:gd name="T8" fmla="*/ 15 w 118"/>
                <a:gd name="T9" fmla="*/ 101 h 155"/>
                <a:gd name="T10" fmla="*/ 14 w 118"/>
                <a:gd name="T11" fmla="*/ 37 h 155"/>
                <a:gd name="T12" fmla="*/ 30 w 118"/>
                <a:gd name="T13" fmla="*/ 30 h 155"/>
                <a:gd name="T14" fmla="*/ 37 w 118"/>
                <a:gd name="T15" fmla="*/ 25 h 155"/>
                <a:gd name="T16" fmla="*/ 49 w 118"/>
                <a:gd name="T17" fmla="*/ 25 h 155"/>
                <a:gd name="T18" fmla="*/ 87 w 118"/>
                <a:gd name="T19" fmla="*/ 0 h 155"/>
                <a:gd name="T20" fmla="*/ 55 w 118"/>
                <a:gd name="T21" fmla="*/ 43 h 155"/>
                <a:gd name="T22" fmla="*/ 38 w 118"/>
                <a:gd name="T23" fmla="*/ 64 h 155"/>
                <a:gd name="T24" fmla="*/ 43 w 118"/>
                <a:gd name="T25" fmla="*/ 100 h 155"/>
                <a:gd name="T26" fmla="*/ 77 w 118"/>
                <a:gd name="T27" fmla="*/ 142 h 155"/>
                <a:gd name="T28" fmla="*/ 136 w 118"/>
                <a:gd name="T29" fmla="*/ 117 h 155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18" h="155">
                  <a:moveTo>
                    <a:pt x="118" y="100"/>
                  </a:moveTo>
                  <a:cubicBezTo>
                    <a:pt x="104" y="111"/>
                    <a:pt x="89" y="123"/>
                    <a:pt x="74" y="134"/>
                  </a:cubicBezTo>
                  <a:cubicBezTo>
                    <a:pt x="67" y="139"/>
                    <a:pt x="59" y="143"/>
                    <a:pt x="52" y="147"/>
                  </a:cubicBezTo>
                  <a:cubicBezTo>
                    <a:pt x="42" y="153"/>
                    <a:pt x="41" y="155"/>
                    <a:pt x="34" y="146"/>
                  </a:cubicBezTo>
                  <a:cubicBezTo>
                    <a:pt x="22" y="131"/>
                    <a:pt x="17" y="106"/>
                    <a:pt x="12" y="87"/>
                  </a:cubicBezTo>
                  <a:cubicBezTo>
                    <a:pt x="7" y="70"/>
                    <a:pt x="0" y="47"/>
                    <a:pt x="11" y="31"/>
                  </a:cubicBezTo>
                  <a:cubicBezTo>
                    <a:pt x="17" y="35"/>
                    <a:pt x="20" y="31"/>
                    <a:pt x="25" y="27"/>
                  </a:cubicBezTo>
                  <a:cubicBezTo>
                    <a:pt x="28" y="25"/>
                    <a:pt x="27" y="24"/>
                    <a:pt x="31" y="22"/>
                  </a:cubicBezTo>
                  <a:cubicBezTo>
                    <a:pt x="33" y="22"/>
                    <a:pt x="38" y="23"/>
                    <a:pt x="41" y="22"/>
                  </a:cubicBezTo>
                  <a:cubicBezTo>
                    <a:pt x="56" y="21"/>
                    <a:pt x="65" y="10"/>
                    <a:pt x="73" y="0"/>
                  </a:cubicBezTo>
                  <a:cubicBezTo>
                    <a:pt x="67" y="16"/>
                    <a:pt x="58" y="26"/>
                    <a:pt x="46" y="37"/>
                  </a:cubicBezTo>
                  <a:cubicBezTo>
                    <a:pt x="38" y="43"/>
                    <a:pt x="33" y="46"/>
                    <a:pt x="32" y="55"/>
                  </a:cubicBezTo>
                  <a:cubicBezTo>
                    <a:pt x="30" y="66"/>
                    <a:pt x="36" y="76"/>
                    <a:pt x="37" y="86"/>
                  </a:cubicBezTo>
                  <a:cubicBezTo>
                    <a:pt x="41" y="103"/>
                    <a:pt x="42" y="124"/>
                    <a:pt x="65" y="122"/>
                  </a:cubicBezTo>
                  <a:cubicBezTo>
                    <a:pt x="84" y="120"/>
                    <a:pt x="98" y="105"/>
                    <a:pt x="114" y="101"/>
                  </a:cubicBezTo>
                </a:path>
              </a:pathLst>
            </a:custGeom>
            <a:solidFill>
              <a:srgbClr val="8C3F3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0266" name="Freeform 709">
              <a:extLst>
                <a:ext uri="{FF2B5EF4-FFF2-40B4-BE49-F238E27FC236}">
                  <a16:creationId xmlns:a16="http://schemas.microsoft.com/office/drawing/2014/main" id="{270F3658-7519-46F8-BB55-FED46F6009B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4" y="2759"/>
              <a:ext cx="182" cy="325"/>
            </a:xfrm>
            <a:custGeom>
              <a:avLst/>
              <a:gdLst>
                <a:gd name="T0" fmla="*/ 61 w 172"/>
                <a:gd name="T1" fmla="*/ 38 h 308"/>
                <a:gd name="T2" fmla="*/ 69 w 172"/>
                <a:gd name="T3" fmla="*/ 70 h 308"/>
                <a:gd name="T4" fmla="*/ 117 w 172"/>
                <a:gd name="T5" fmla="*/ 49 h 308"/>
                <a:gd name="T6" fmla="*/ 77 w 172"/>
                <a:gd name="T7" fmla="*/ 83 h 308"/>
                <a:gd name="T8" fmla="*/ 65 w 172"/>
                <a:gd name="T9" fmla="*/ 134 h 308"/>
                <a:gd name="T10" fmla="*/ 78 w 172"/>
                <a:gd name="T11" fmla="*/ 244 h 308"/>
                <a:gd name="T12" fmla="*/ 115 w 172"/>
                <a:gd name="T13" fmla="*/ 338 h 308"/>
                <a:gd name="T14" fmla="*/ 151 w 172"/>
                <a:gd name="T15" fmla="*/ 342 h 308"/>
                <a:gd name="T16" fmla="*/ 204 w 172"/>
                <a:gd name="T17" fmla="*/ 321 h 308"/>
                <a:gd name="T18" fmla="*/ 130 w 172"/>
                <a:gd name="T19" fmla="*/ 355 h 308"/>
                <a:gd name="T20" fmla="*/ 80 w 172"/>
                <a:gd name="T21" fmla="*/ 303 h 308"/>
                <a:gd name="T22" fmla="*/ 50 w 172"/>
                <a:gd name="T23" fmla="*/ 191 h 308"/>
                <a:gd name="T24" fmla="*/ 24 w 172"/>
                <a:gd name="T25" fmla="*/ 90 h 308"/>
                <a:gd name="T26" fmla="*/ 12 w 172"/>
                <a:gd name="T27" fmla="*/ 49 h 308"/>
                <a:gd name="T28" fmla="*/ 0 w 172"/>
                <a:gd name="T29" fmla="*/ 0 h 30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72" h="308">
                  <a:moveTo>
                    <a:pt x="52" y="32"/>
                  </a:moveTo>
                  <a:cubicBezTo>
                    <a:pt x="50" y="39"/>
                    <a:pt x="37" y="59"/>
                    <a:pt x="58" y="60"/>
                  </a:cubicBezTo>
                  <a:cubicBezTo>
                    <a:pt x="72" y="61"/>
                    <a:pt x="88" y="48"/>
                    <a:pt x="99" y="42"/>
                  </a:cubicBezTo>
                  <a:cubicBezTo>
                    <a:pt x="87" y="50"/>
                    <a:pt x="73" y="58"/>
                    <a:pt x="65" y="71"/>
                  </a:cubicBezTo>
                  <a:cubicBezTo>
                    <a:pt x="57" y="83"/>
                    <a:pt x="56" y="99"/>
                    <a:pt x="55" y="114"/>
                  </a:cubicBezTo>
                  <a:cubicBezTo>
                    <a:pt x="54" y="146"/>
                    <a:pt x="57" y="177"/>
                    <a:pt x="66" y="208"/>
                  </a:cubicBezTo>
                  <a:cubicBezTo>
                    <a:pt x="72" y="234"/>
                    <a:pt x="76" y="270"/>
                    <a:pt x="97" y="287"/>
                  </a:cubicBezTo>
                  <a:cubicBezTo>
                    <a:pt x="107" y="294"/>
                    <a:pt x="117" y="295"/>
                    <a:pt x="128" y="291"/>
                  </a:cubicBezTo>
                  <a:cubicBezTo>
                    <a:pt x="142" y="286"/>
                    <a:pt x="160" y="281"/>
                    <a:pt x="172" y="273"/>
                  </a:cubicBezTo>
                  <a:cubicBezTo>
                    <a:pt x="156" y="288"/>
                    <a:pt x="134" y="308"/>
                    <a:pt x="110" y="301"/>
                  </a:cubicBezTo>
                  <a:cubicBezTo>
                    <a:pt x="91" y="295"/>
                    <a:pt x="76" y="276"/>
                    <a:pt x="68" y="258"/>
                  </a:cubicBezTo>
                  <a:cubicBezTo>
                    <a:pt x="55" y="228"/>
                    <a:pt x="51" y="195"/>
                    <a:pt x="42" y="163"/>
                  </a:cubicBezTo>
                  <a:cubicBezTo>
                    <a:pt x="35" y="134"/>
                    <a:pt x="28" y="105"/>
                    <a:pt x="21" y="77"/>
                  </a:cubicBezTo>
                  <a:cubicBezTo>
                    <a:pt x="17" y="65"/>
                    <a:pt x="12" y="53"/>
                    <a:pt x="9" y="42"/>
                  </a:cubicBezTo>
                  <a:cubicBezTo>
                    <a:pt x="5" y="29"/>
                    <a:pt x="5" y="12"/>
                    <a:pt x="0" y="0"/>
                  </a:cubicBezTo>
                </a:path>
              </a:pathLst>
            </a:custGeom>
            <a:solidFill>
              <a:srgbClr val="8C3F3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0267" name="Freeform 710">
              <a:extLst>
                <a:ext uri="{FF2B5EF4-FFF2-40B4-BE49-F238E27FC236}">
                  <a16:creationId xmlns:a16="http://schemas.microsoft.com/office/drawing/2014/main" id="{DB5C5B1E-A9FC-4AAF-8830-5B3F942A1A8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4" y="2958"/>
              <a:ext cx="186" cy="135"/>
            </a:xfrm>
            <a:custGeom>
              <a:avLst/>
              <a:gdLst>
                <a:gd name="T0" fmla="*/ 3 w 177"/>
                <a:gd name="T1" fmla="*/ 5 h 128"/>
                <a:gd name="T2" fmla="*/ 44 w 177"/>
                <a:gd name="T3" fmla="*/ 86 h 128"/>
                <a:gd name="T4" fmla="*/ 122 w 177"/>
                <a:gd name="T5" fmla="*/ 83 h 128"/>
                <a:gd name="T6" fmla="*/ 205 w 177"/>
                <a:gd name="T7" fmla="*/ 88 h 128"/>
                <a:gd name="T8" fmla="*/ 136 w 177"/>
                <a:gd name="T9" fmla="*/ 108 h 128"/>
                <a:gd name="T10" fmla="*/ 81 w 177"/>
                <a:gd name="T11" fmla="*/ 136 h 128"/>
                <a:gd name="T12" fmla="*/ 0 w 177"/>
                <a:gd name="T13" fmla="*/ 0 h 1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7" h="128">
                  <a:moveTo>
                    <a:pt x="3" y="5"/>
                  </a:moveTo>
                  <a:cubicBezTo>
                    <a:pt x="11" y="26"/>
                    <a:pt x="20" y="60"/>
                    <a:pt x="38" y="74"/>
                  </a:cubicBezTo>
                  <a:cubicBezTo>
                    <a:pt x="57" y="89"/>
                    <a:pt x="86" y="79"/>
                    <a:pt x="105" y="71"/>
                  </a:cubicBezTo>
                  <a:cubicBezTo>
                    <a:pt x="130" y="61"/>
                    <a:pt x="154" y="60"/>
                    <a:pt x="177" y="75"/>
                  </a:cubicBezTo>
                  <a:cubicBezTo>
                    <a:pt x="158" y="71"/>
                    <a:pt x="133" y="83"/>
                    <a:pt x="117" y="92"/>
                  </a:cubicBezTo>
                  <a:cubicBezTo>
                    <a:pt x="101" y="101"/>
                    <a:pt x="86" y="113"/>
                    <a:pt x="69" y="116"/>
                  </a:cubicBezTo>
                  <a:cubicBezTo>
                    <a:pt x="8" y="128"/>
                    <a:pt x="17" y="32"/>
                    <a:pt x="0" y="0"/>
                  </a:cubicBezTo>
                </a:path>
              </a:pathLst>
            </a:custGeom>
            <a:solidFill>
              <a:srgbClr val="8C3F3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0268" name="Freeform 711">
              <a:extLst>
                <a:ext uri="{FF2B5EF4-FFF2-40B4-BE49-F238E27FC236}">
                  <a16:creationId xmlns:a16="http://schemas.microsoft.com/office/drawing/2014/main" id="{F3D94E2A-B658-4F44-8704-6553ED1819A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1" y="3090"/>
              <a:ext cx="89" cy="42"/>
            </a:xfrm>
            <a:custGeom>
              <a:avLst/>
              <a:gdLst>
                <a:gd name="T0" fmla="*/ 46 w 85"/>
                <a:gd name="T1" fmla="*/ 0 h 40"/>
                <a:gd name="T2" fmla="*/ 18 w 85"/>
                <a:gd name="T3" fmla="*/ 41 h 40"/>
                <a:gd name="T4" fmla="*/ 57 w 85"/>
                <a:gd name="T5" fmla="*/ 43 h 40"/>
                <a:gd name="T6" fmla="*/ 80 w 85"/>
                <a:gd name="T7" fmla="*/ 41 h 40"/>
                <a:gd name="T8" fmla="*/ 97 w 85"/>
                <a:gd name="T9" fmla="*/ 41 h 40"/>
                <a:gd name="T10" fmla="*/ 73 w 85"/>
                <a:gd name="T11" fmla="*/ 37 h 40"/>
                <a:gd name="T12" fmla="*/ 48 w 85"/>
                <a:gd name="T13" fmla="*/ 32 h 40"/>
                <a:gd name="T14" fmla="*/ 46 w 85"/>
                <a:gd name="T15" fmla="*/ 2 h 4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5" h="40">
                  <a:moveTo>
                    <a:pt x="40" y="0"/>
                  </a:moveTo>
                  <a:cubicBezTo>
                    <a:pt x="36" y="7"/>
                    <a:pt x="0" y="23"/>
                    <a:pt x="15" y="35"/>
                  </a:cubicBezTo>
                  <a:cubicBezTo>
                    <a:pt x="22" y="40"/>
                    <a:pt x="42" y="38"/>
                    <a:pt x="50" y="37"/>
                  </a:cubicBezTo>
                  <a:cubicBezTo>
                    <a:pt x="57" y="37"/>
                    <a:pt x="63" y="35"/>
                    <a:pt x="70" y="35"/>
                  </a:cubicBezTo>
                  <a:cubicBezTo>
                    <a:pt x="74" y="36"/>
                    <a:pt x="81" y="38"/>
                    <a:pt x="85" y="35"/>
                  </a:cubicBezTo>
                  <a:cubicBezTo>
                    <a:pt x="78" y="35"/>
                    <a:pt x="71" y="32"/>
                    <a:pt x="64" y="31"/>
                  </a:cubicBezTo>
                  <a:cubicBezTo>
                    <a:pt x="57" y="29"/>
                    <a:pt x="49" y="30"/>
                    <a:pt x="42" y="28"/>
                  </a:cubicBezTo>
                  <a:cubicBezTo>
                    <a:pt x="26" y="22"/>
                    <a:pt x="32" y="12"/>
                    <a:pt x="40" y="2"/>
                  </a:cubicBezTo>
                </a:path>
              </a:pathLst>
            </a:custGeom>
            <a:solidFill>
              <a:srgbClr val="8C3F3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0269" name="Freeform 712">
              <a:extLst>
                <a:ext uri="{FF2B5EF4-FFF2-40B4-BE49-F238E27FC236}">
                  <a16:creationId xmlns:a16="http://schemas.microsoft.com/office/drawing/2014/main" id="{BD9A8A1A-6E0D-4B7C-92D6-F5DC18BD53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7" y="3144"/>
              <a:ext cx="179" cy="225"/>
            </a:xfrm>
            <a:custGeom>
              <a:avLst/>
              <a:gdLst>
                <a:gd name="T0" fmla="*/ 198 w 170"/>
                <a:gd name="T1" fmla="*/ 13 h 213"/>
                <a:gd name="T2" fmla="*/ 172 w 170"/>
                <a:gd name="T3" fmla="*/ 5 h 213"/>
                <a:gd name="T4" fmla="*/ 144 w 170"/>
                <a:gd name="T5" fmla="*/ 1 h 213"/>
                <a:gd name="T6" fmla="*/ 87 w 170"/>
                <a:gd name="T7" fmla="*/ 5 h 213"/>
                <a:gd name="T8" fmla="*/ 20 w 170"/>
                <a:gd name="T9" fmla="*/ 22 h 213"/>
                <a:gd name="T10" fmla="*/ 5 w 170"/>
                <a:gd name="T11" fmla="*/ 142 h 213"/>
                <a:gd name="T12" fmla="*/ 9 w 170"/>
                <a:gd name="T13" fmla="*/ 251 h 213"/>
                <a:gd name="T14" fmla="*/ 17 w 170"/>
                <a:gd name="T15" fmla="*/ 192 h 213"/>
                <a:gd name="T16" fmla="*/ 23 w 170"/>
                <a:gd name="T17" fmla="*/ 111 h 213"/>
                <a:gd name="T18" fmla="*/ 26 w 170"/>
                <a:gd name="T19" fmla="*/ 63 h 213"/>
                <a:gd name="T20" fmla="*/ 49 w 170"/>
                <a:gd name="T21" fmla="*/ 44 h 213"/>
                <a:gd name="T22" fmla="*/ 131 w 170"/>
                <a:gd name="T23" fmla="*/ 26 h 213"/>
                <a:gd name="T24" fmla="*/ 188 w 170"/>
                <a:gd name="T25" fmla="*/ 18 h 21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70" h="213">
                  <a:moveTo>
                    <a:pt x="170" y="10"/>
                  </a:moveTo>
                  <a:cubicBezTo>
                    <a:pt x="163" y="12"/>
                    <a:pt x="154" y="6"/>
                    <a:pt x="147" y="5"/>
                  </a:cubicBezTo>
                  <a:cubicBezTo>
                    <a:pt x="139" y="4"/>
                    <a:pt x="131" y="1"/>
                    <a:pt x="123" y="1"/>
                  </a:cubicBezTo>
                  <a:cubicBezTo>
                    <a:pt x="107" y="0"/>
                    <a:pt x="90" y="3"/>
                    <a:pt x="75" y="5"/>
                  </a:cubicBezTo>
                  <a:cubicBezTo>
                    <a:pt x="55" y="7"/>
                    <a:pt x="28" y="1"/>
                    <a:pt x="17" y="19"/>
                  </a:cubicBezTo>
                  <a:cubicBezTo>
                    <a:pt x="0" y="47"/>
                    <a:pt x="6" y="89"/>
                    <a:pt x="5" y="120"/>
                  </a:cubicBezTo>
                  <a:cubicBezTo>
                    <a:pt x="3" y="150"/>
                    <a:pt x="2" y="184"/>
                    <a:pt x="9" y="213"/>
                  </a:cubicBezTo>
                  <a:cubicBezTo>
                    <a:pt x="15" y="198"/>
                    <a:pt x="12" y="180"/>
                    <a:pt x="14" y="163"/>
                  </a:cubicBezTo>
                  <a:cubicBezTo>
                    <a:pt x="16" y="141"/>
                    <a:pt x="19" y="117"/>
                    <a:pt x="20" y="94"/>
                  </a:cubicBezTo>
                  <a:cubicBezTo>
                    <a:pt x="20" y="82"/>
                    <a:pt x="19" y="67"/>
                    <a:pt x="23" y="54"/>
                  </a:cubicBezTo>
                  <a:cubicBezTo>
                    <a:pt x="26" y="43"/>
                    <a:pt x="33" y="41"/>
                    <a:pt x="43" y="38"/>
                  </a:cubicBezTo>
                  <a:cubicBezTo>
                    <a:pt x="65" y="29"/>
                    <a:pt x="90" y="25"/>
                    <a:pt x="112" y="23"/>
                  </a:cubicBezTo>
                  <a:cubicBezTo>
                    <a:pt x="123" y="22"/>
                    <a:pt x="155" y="23"/>
                    <a:pt x="161" y="15"/>
                  </a:cubicBezTo>
                </a:path>
              </a:pathLst>
            </a:custGeom>
            <a:solidFill>
              <a:srgbClr val="8C3F3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0270" name="Freeform 713">
              <a:extLst>
                <a:ext uri="{FF2B5EF4-FFF2-40B4-BE49-F238E27FC236}">
                  <a16:creationId xmlns:a16="http://schemas.microsoft.com/office/drawing/2014/main" id="{DA359DE9-9F54-4D86-9BF2-201D26C5EF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5" y="3215"/>
              <a:ext cx="214" cy="458"/>
            </a:xfrm>
            <a:custGeom>
              <a:avLst/>
              <a:gdLst>
                <a:gd name="T0" fmla="*/ 13 w 203"/>
                <a:gd name="T1" fmla="*/ 56 h 434"/>
                <a:gd name="T2" fmla="*/ 3 w 203"/>
                <a:gd name="T3" fmla="*/ 148 h 434"/>
                <a:gd name="T4" fmla="*/ 24 w 203"/>
                <a:gd name="T5" fmla="*/ 263 h 434"/>
                <a:gd name="T6" fmla="*/ 44 w 203"/>
                <a:gd name="T7" fmla="*/ 322 h 434"/>
                <a:gd name="T8" fmla="*/ 77 w 203"/>
                <a:gd name="T9" fmla="*/ 368 h 434"/>
                <a:gd name="T10" fmla="*/ 144 w 203"/>
                <a:gd name="T11" fmla="*/ 459 h 434"/>
                <a:gd name="T12" fmla="*/ 170 w 203"/>
                <a:gd name="T13" fmla="*/ 484 h 434"/>
                <a:gd name="T14" fmla="*/ 190 w 203"/>
                <a:gd name="T15" fmla="*/ 502 h 434"/>
                <a:gd name="T16" fmla="*/ 238 w 203"/>
                <a:gd name="T17" fmla="*/ 495 h 434"/>
                <a:gd name="T18" fmla="*/ 194 w 203"/>
                <a:gd name="T19" fmla="*/ 484 h 434"/>
                <a:gd name="T20" fmla="*/ 141 w 203"/>
                <a:gd name="T21" fmla="*/ 418 h 434"/>
                <a:gd name="T22" fmla="*/ 92 w 203"/>
                <a:gd name="T23" fmla="*/ 341 h 434"/>
                <a:gd name="T24" fmla="*/ 50 w 203"/>
                <a:gd name="T25" fmla="*/ 265 h 434"/>
                <a:gd name="T26" fmla="*/ 21 w 203"/>
                <a:gd name="T27" fmla="*/ 134 h 434"/>
                <a:gd name="T28" fmla="*/ 23 w 203"/>
                <a:gd name="T29" fmla="*/ 64 h 434"/>
                <a:gd name="T30" fmla="*/ 22 w 203"/>
                <a:gd name="T31" fmla="*/ 30 h 434"/>
                <a:gd name="T32" fmla="*/ 22 w 203"/>
                <a:gd name="T33" fmla="*/ 2 h 434"/>
                <a:gd name="T34" fmla="*/ 22 w 203"/>
                <a:gd name="T35" fmla="*/ 0 h 434"/>
                <a:gd name="T36" fmla="*/ 18 w 203"/>
                <a:gd name="T37" fmla="*/ 22 h 434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203" h="434">
                  <a:moveTo>
                    <a:pt x="10" y="47"/>
                  </a:moveTo>
                  <a:cubicBezTo>
                    <a:pt x="9" y="73"/>
                    <a:pt x="5" y="100"/>
                    <a:pt x="3" y="126"/>
                  </a:cubicBezTo>
                  <a:cubicBezTo>
                    <a:pt x="0" y="157"/>
                    <a:pt x="11" y="194"/>
                    <a:pt x="21" y="224"/>
                  </a:cubicBezTo>
                  <a:cubicBezTo>
                    <a:pt x="26" y="240"/>
                    <a:pt x="30" y="258"/>
                    <a:pt x="38" y="274"/>
                  </a:cubicBezTo>
                  <a:cubicBezTo>
                    <a:pt x="45" y="288"/>
                    <a:pt x="55" y="301"/>
                    <a:pt x="65" y="314"/>
                  </a:cubicBezTo>
                  <a:cubicBezTo>
                    <a:pt x="83" y="339"/>
                    <a:pt x="102" y="366"/>
                    <a:pt x="123" y="390"/>
                  </a:cubicBezTo>
                  <a:cubicBezTo>
                    <a:pt x="130" y="397"/>
                    <a:pt x="137" y="405"/>
                    <a:pt x="145" y="412"/>
                  </a:cubicBezTo>
                  <a:cubicBezTo>
                    <a:pt x="150" y="416"/>
                    <a:pt x="157" y="423"/>
                    <a:pt x="162" y="427"/>
                  </a:cubicBezTo>
                  <a:cubicBezTo>
                    <a:pt x="174" y="434"/>
                    <a:pt x="191" y="423"/>
                    <a:pt x="203" y="421"/>
                  </a:cubicBezTo>
                  <a:cubicBezTo>
                    <a:pt x="191" y="419"/>
                    <a:pt x="176" y="419"/>
                    <a:pt x="166" y="412"/>
                  </a:cubicBezTo>
                  <a:cubicBezTo>
                    <a:pt x="146" y="400"/>
                    <a:pt x="131" y="375"/>
                    <a:pt x="120" y="355"/>
                  </a:cubicBezTo>
                  <a:cubicBezTo>
                    <a:pt x="107" y="333"/>
                    <a:pt x="91" y="313"/>
                    <a:pt x="79" y="290"/>
                  </a:cubicBezTo>
                  <a:cubicBezTo>
                    <a:pt x="67" y="269"/>
                    <a:pt x="54" y="248"/>
                    <a:pt x="43" y="226"/>
                  </a:cubicBezTo>
                  <a:cubicBezTo>
                    <a:pt x="26" y="193"/>
                    <a:pt x="13" y="151"/>
                    <a:pt x="18" y="114"/>
                  </a:cubicBezTo>
                  <a:cubicBezTo>
                    <a:pt x="20" y="94"/>
                    <a:pt x="21" y="75"/>
                    <a:pt x="20" y="55"/>
                  </a:cubicBezTo>
                  <a:cubicBezTo>
                    <a:pt x="19" y="45"/>
                    <a:pt x="19" y="36"/>
                    <a:pt x="19" y="26"/>
                  </a:cubicBezTo>
                  <a:cubicBezTo>
                    <a:pt x="20" y="22"/>
                    <a:pt x="23" y="5"/>
                    <a:pt x="19" y="2"/>
                  </a:cubicBezTo>
                  <a:cubicBezTo>
                    <a:pt x="19" y="1"/>
                    <a:pt x="19" y="0"/>
                    <a:pt x="19" y="0"/>
                  </a:cubicBezTo>
                  <a:cubicBezTo>
                    <a:pt x="16" y="5"/>
                    <a:pt x="16" y="18"/>
                    <a:pt x="15" y="19"/>
                  </a:cubicBezTo>
                </a:path>
              </a:pathLst>
            </a:custGeom>
            <a:solidFill>
              <a:srgbClr val="8C3F3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0271" name="Freeform 714">
              <a:extLst>
                <a:ext uri="{FF2B5EF4-FFF2-40B4-BE49-F238E27FC236}">
                  <a16:creationId xmlns:a16="http://schemas.microsoft.com/office/drawing/2014/main" id="{7D7EEF96-A96A-4C31-BE3D-CD436483B7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2" y="3081"/>
              <a:ext cx="179" cy="50"/>
            </a:xfrm>
            <a:custGeom>
              <a:avLst/>
              <a:gdLst>
                <a:gd name="T0" fmla="*/ 198 w 170"/>
                <a:gd name="T1" fmla="*/ 0 h 47"/>
                <a:gd name="T2" fmla="*/ 148 w 170"/>
                <a:gd name="T3" fmla="*/ 21 h 47"/>
                <a:gd name="T4" fmla="*/ 97 w 170"/>
                <a:gd name="T5" fmla="*/ 38 h 47"/>
                <a:gd name="T6" fmla="*/ 0 w 170"/>
                <a:gd name="T7" fmla="*/ 36 h 47"/>
                <a:gd name="T8" fmla="*/ 103 w 170"/>
                <a:gd name="T9" fmla="*/ 47 h 47"/>
                <a:gd name="T10" fmla="*/ 155 w 170"/>
                <a:gd name="T11" fmla="*/ 37 h 47"/>
                <a:gd name="T12" fmla="*/ 196 w 170"/>
                <a:gd name="T13" fmla="*/ 6 h 4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0" h="47">
                  <a:moveTo>
                    <a:pt x="170" y="0"/>
                  </a:moveTo>
                  <a:cubicBezTo>
                    <a:pt x="157" y="6"/>
                    <a:pt x="141" y="10"/>
                    <a:pt x="127" y="18"/>
                  </a:cubicBezTo>
                  <a:cubicBezTo>
                    <a:pt x="114" y="25"/>
                    <a:pt x="98" y="28"/>
                    <a:pt x="83" y="32"/>
                  </a:cubicBezTo>
                  <a:cubicBezTo>
                    <a:pt x="53" y="40"/>
                    <a:pt x="29" y="35"/>
                    <a:pt x="0" y="30"/>
                  </a:cubicBezTo>
                  <a:cubicBezTo>
                    <a:pt x="27" y="47"/>
                    <a:pt x="58" y="39"/>
                    <a:pt x="88" y="39"/>
                  </a:cubicBezTo>
                  <a:cubicBezTo>
                    <a:pt x="103" y="39"/>
                    <a:pt x="120" y="39"/>
                    <a:pt x="133" y="31"/>
                  </a:cubicBezTo>
                  <a:cubicBezTo>
                    <a:pt x="145" y="23"/>
                    <a:pt x="157" y="14"/>
                    <a:pt x="168" y="6"/>
                  </a:cubicBezTo>
                </a:path>
              </a:pathLst>
            </a:custGeom>
            <a:solidFill>
              <a:srgbClr val="6C2D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0272" name="Freeform 715">
              <a:extLst>
                <a:ext uri="{FF2B5EF4-FFF2-40B4-BE49-F238E27FC236}">
                  <a16:creationId xmlns:a16="http://schemas.microsoft.com/office/drawing/2014/main" id="{877EFB6F-0EA4-4D49-9F1A-CDBEAEA7E8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9" y="3781"/>
              <a:ext cx="106" cy="20"/>
            </a:xfrm>
            <a:custGeom>
              <a:avLst/>
              <a:gdLst>
                <a:gd name="T0" fmla="*/ 119 w 100"/>
                <a:gd name="T1" fmla="*/ 8 h 19"/>
                <a:gd name="T2" fmla="*/ 57 w 100"/>
                <a:gd name="T3" fmla="*/ 3 h 19"/>
                <a:gd name="T4" fmla="*/ 32 w 100"/>
                <a:gd name="T5" fmla="*/ 13 h 19"/>
                <a:gd name="T6" fmla="*/ 0 w 100"/>
                <a:gd name="T7" fmla="*/ 22 h 19"/>
                <a:gd name="T8" fmla="*/ 25 w 100"/>
                <a:gd name="T9" fmla="*/ 16 h 19"/>
                <a:gd name="T10" fmla="*/ 55 w 100"/>
                <a:gd name="T11" fmla="*/ 18 h 19"/>
                <a:gd name="T12" fmla="*/ 82 w 100"/>
                <a:gd name="T13" fmla="*/ 15 h 19"/>
                <a:gd name="T14" fmla="*/ 117 w 100"/>
                <a:gd name="T15" fmla="*/ 8 h 1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0" h="19">
                  <a:moveTo>
                    <a:pt x="100" y="8"/>
                  </a:moveTo>
                  <a:cubicBezTo>
                    <a:pt x="82" y="8"/>
                    <a:pt x="65" y="0"/>
                    <a:pt x="48" y="3"/>
                  </a:cubicBezTo>
                  <a:cubicBezTo>
                    <a:pt x="41" y="5"/>
                    <a:pt x="34" y="10"/>
                    <a:pt x="26" y="10"/>
                  </a:cubicBezTo>
                  <a:cubicBezTo>
                    <a:pt x="14" y="11"/>
                    <a:pt x="9" y="10"/>
                    <a:pt x="0" y="19"/>
                  </a:cubicBezTo>
                  <a:cubicBezTo>
                    <a:pt x="6" y="16"/>
                    <a:pt x="15" y="12"/>
                    <a:pt x="22" y="13"/>
                  </a:cubicBezTo>
                  <a:cubicBezTo>
                    <a:pt x="31" y="13"/>
                    <a:pt x="37" y="17"/>
                    <a:pt x="46" y="15"/>
                  </a:cubicBezTo>
                  <a:cubicBezTo>
                    <a:pt x="54" y="13"/>
                    <a:pt x="61" y="11"/>
                    <a:pt x="69" y="12"/>
                  </a:cubicBezTo>
                  <a:cubicBezTo>
                    <a:pt x="79" y="12"/>
                    <a:pt x="90" y="17"/>
                    <a:pt x="98" y="8"/>
                  </a:cubicBezTo>
                </a:path>
              </a:pathLst>
            </a:custGeom>
            <a:solidFill>
              <a:srgbClr val="6C2D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0273" name="Freeform 716">
              <a:extLst>
                <a:ext uri="{FF2B5EF4-FFF2-40B4-BE49-F238E27FC236}">
                  <a16:creationId xmlns:a16="http://schemas.microsoft.com/office/drawing/2014/main" id="{7B512B43-0382-42F7-959F-0353C21CD0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3" y="2965"/>
              <a:ext cx="176" cy="44"/>
            </a:xfrm>
            <a:custGeom>
              <a:avLst/>
              <a:gdLst>
                <a:gd name="T0" fmla="*/ 0 w 167"/>
                <a:gd name="T1" fmla="*/ 46 h 42"/>
                <a:gd name="T2" fmla="*/ 116 w 167"/>
                <a:gd name="T3" fmla="*/ 21 h 42"/>
                <a:gd name="T4" fmla="*/ 195 w 167"/>
                <a:gd name="T5" fmla="*/ 45 h 42"/>
                <a:gd name="T6" fmla="*/ 99 w 167"/>
                <a:gd name="T7" fmla="*/ 8 h 42"/>
                <a:gd name="T8" fmla="*/ 4 w 167"/>
                <a:gd name="T9" fmla="*/ 48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7" h="42">
                  <a:moveTo>
                    <a:pt x="0" y="40"/>
                  </a:moveTo>
                  <a:cubicBezTo>
                    <a:pt x="32" y="38"/>
                    <a:pt x="65" y="18"/>
                    <a:pt x="99" y="18"/>
                  </a:cubicBezTo>
                  <a:cubicBezTo>
                    <a:pt x="125" y="17"/>
                    <a:pt x="144" y="29"/>
                    <a:pt x="167" y="39"/>
                  </a:cubicBezTo>
                  <a:cubicBezTo>
                    <a:pt x="147" y="12"/>
                    <a:pt x="114" y="0"/>
                    <a:pt x="84" y="8"/>
                  </a:cubicBezTo>
                  <a:cubicBezTo>
                    <a:pt x="57" y="15"/>
                    <a:pt x="24" y="22"/>
                    <a:pt x="4" y="42"/>
                  </a:cubicBezTo>
                </a:path>
              </a:pathLst>
            </a:custGeom>
            <a:solidFill>
              <a:srgbClr val="6C2D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0274" name="Freeform 717">
              <a:extLst>
                <a:ext uri="{FF2B5EF4-FFF2-40B4-BE49-F238E27FC236}">
                  <a16:creationId xmlns:a16="http://schemas.microsoft.com/office/drawing/2014/main" id="{C6E15293-9436-4CD4-A895-0DE1C39953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6" y="1647"/>
              <a:ext cx="33" cy="95"/>
            </a:xfrm>
            <a:custGeom>
              <a:avLst/>
              <a:gdLst>
                <a:gd name="T0" fmla="*/ 8 w 32"/>
                <a:gd name="T1" fmla="*/ 0 h 90"/>
                <a:gd name="T2" fmla="*/ 2 w 32"/>
                <a:gd name="T3" fmla="*/ 54 h 90"/>
                <a:gd name="T4" fmla="*/ 12 w 32"/>
                <a:gd name="T5" fmla="*/ 106 h 90"/>
                <a:gd name="T6" fmla="*/ 34 w 32"/>
                <a:gd name="T7" fmla="*/ 54 h 90"/>
                <a:gd name="T8" fmla="*/ 34 w 32"/>
                <a:gd name="T9" fmla="*/ 54 h 90"/>
                <a:gd name="T10" fmla="*/ 8 w 32"/>
                <a:gd name="T11" fmla="*/ 2 h 9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2" h="90">
                  <a:moveTo>
                    <a:pt x="8" y="0"/>
                  </a:moveTo>
                  <a:cubicBezTo>
                    <a:pt x="2" y="13"/>
                    <a:pt x="0" y="30"/>
                    <a:pt x="2" y="45"/>
                  </a:cubicBezTo>
                  <a:cubicBezTo>
                    <a:pt x="3" y="55"/>
                    <a:pt x="6" y="82"/>
                    <a:pt x="12" y="90"/>
                  </a:cubicBezTo>
                  <a:cubicBezTo>
                    <a:pt x="16" y="80"/>
                    <a:pt x="8" y="35"/>
                    <a:pt x="31" y="45"/>
                  </a:cubicBezTo>
                  <a:cubicBezTo>
                    <a:pt x="32" y="45"/>
                    <a:pt x="32" y="45"/>
                    <a:pt x="31" y="45"/>
                  </a:cubicBezTo>
                  <a:cubicBezTo>
                    <a:pt x="29" y="33"/>
                    <a:pt x="18" y="10"/>
                    <a:pt x="8" y="2"/>
                  </a:cubicBezTo>
                </a:path>
              </a:pathLst>
            </a:custGeom>
            <a:solidFill>
              <a:srgbClr val="6C2D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0275" name="Freeform 718">
              <a:extLst>
                <a:ext uri="{FF2B5EF4-FFF2-40B4-BE49-F238E27FC236}">
                  <a16:creationId xmlns:a16="http://schemas.microsoft.com/office/drawing/2014/main" id="{9358F2FA-9A45-45FC-9EF4-77AC8BB7EE0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3" y="1560"/>
              <a:ext cx="107" cy="153"/>
            </a:xfrm>
            <a:custGeom>
              <a:avLst/>
              <a:gdLst>
                <a:gd name="T0" fmla="*/ 117 w 102"/>
                <a:gd name="T1" fmla="*/ 0 h 145"/>
                <a:gd name="T2" fmla="*/ 62 w 102"/>
                <a:gd name="T3" fmla="*/ 17 h 145"/>
                <a:gd name="T4" fmla="*/ 33 w 102"/>
                <a:gd name="T5" fmla="*/ 17 h 145"/>
                <a:gd name="T6" fmla="*/ 18 w 102"/>
                <a:gd name="T7" fmla="*/ 40 h 145"/>
                <a:gd name="T8" fmla="*/ 3 w 102"/>
                <a:gd name="T9" fmla="*/ 68 h 145"/>
                <a:gd name="T10" fmla="*/ 9 w 102"/>
                <a:gd name="T11" fmla="*/ 100 h 145"/>
                <a:gd name="T12" fmla="*/ 45 w 102"/>
                <a:gd name="T13" fmla="*/ 165 h 145"/>
                <a:gd name="T14" fmla="*/ 47 w 102"/>
                <a:gd name="T15" fmla="*/ 170 h 145"/>
                <a:gd name="T16" fmla="*/ 28 w 102"/>
                <a:gd name="T17" fmla="*/ 104 h 145"/>
                <a:gd name="T18" fmla="*/ 23 w 102"/>
                <a:gd name="T19" fmla="*/ 66 h 145"/>
                <a:gd name="T20" fmla="*/ 87 w 102"/>
                <a:gd name="T21" fmla="*/ 76 h 145"/>
                <a:gd name="T22" fmla="*/ 54 w 102"/>
                <a:gd name="T23" fmla="*/ 40 h 145"/>
                <a:gd name="T24" fmla="*/ 88 w 102"/>
                <a:gd name="T25" fmla="*/ 26 h 145"/>
                <a:gd name="T26" fmla="*/ 114 w 102"/>
                <a:gd name="T27" fmla="*/ 4 h 145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02" h="145">
                  <a:moveTo>
                    <a:pt x="102" y="0"/>
                  </a:moveTo>
                  <a:cubicBezTo>
                    <a:pt x="87" y="10"/>
                    <a:pt x="70" y="13"/>
                    <a:pt x="53" y="14"/>
                  </a:cubicBezTo>
                  <a:cubicBezTo>
                    <a:pt x="47" y="15"/>
                    <a:pt x="35" y="13"/>
                    <a:pt x="29" y="14"/>
                  </a:cubicBezTo>
                  <a:cubicBezTo>
                    <a:pt x="19" y="17"/>
                    <a:pt x="18" y="25"/>
                    <a:pt x="15" y="34"/>
                  </a:cubicBezTo>
                  <a:cubicBezTo>
                    <a:pt x="11" y="42"/>
                    <a:pt x="6" y="49"/>
                    <a:pt x="3" y="58"/>
                  </a:cubicBezTo>
                  <a:cubicBezTo>
                    <a:pt x="0" y="67"/>
                    <a:pt x="4" y="76"/>
                    <a:pt x="9" y="85"/>
                  </a:cubicBezTo>
                  <a:cubicBezTo>
                    <a:pt x="18" y="103"/>
                    <a:pt x="28" y="123"/>
                    <a:pt x="39" y="140"/>
                  </a:cubicBezTo>
                  <a:cubicBezTo>
                    <a:pt x="40" y="141"/>
                    <a:pt x="41" y="143"/>
                    <a:pt x="41" y="145"/>
                  </a:cubicBezTo>
                  <a:cubicBezTo>
                    <a:pt x="37" y="126"/>
                    <a:pt x="31" y="108"/>
                    <a:pt x="25" y="89"/>
                  </a:cubicBezTo>
                  <a:cubicBezTo>
                    <a:pt x="23" y="81"/>
                    <a:pt x="18" y="65"/>
                    <a:pt x="20" y="57"/>
                  </a:cubicBezTo>
                  <a:cubicBezTo>
                    <a:pt x="27" y="36"/>
                    <a:pt x="64" y="56"/>
                    <a:pt x="75" y="64"/>
                  </a:cubicBezTo>
                  <a:cubicBezTo>
                    <a:pt x="67" y="58"/>
                    <a:pt x="37" y="47"/>
                    <a:pt x="47" y="34"/>
                  </a:cubicBezTo>
                  <a:cubicBezTo>
                    <a:pt x="52" y="26"/>
                    <a:pt x="68" y="27"/>
                    <a:pt x="76" y="23"/>
                  </a:cubicBezTo>
                  <a:cubicBezTo>
                    <a:pt x="85" y="19"/>
                    <a:pt x="91" y="11"/>
                    <a:pt x="99" y="4"/>
                  </a:cubicBezTo>
                </a:path>
              </a:pathLst>
            </a:custGeom>
            <a:solidFill>
              <a:srgbClr val="6C2D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0276" name="Freeform 719">
              <a:extLst>
                <a:ext uri="{FF2B5EF4-FFF2-40B4-BE49-F238E27FC236}">
                  <a16:creationId xmlns:a16="http://schemas.microsoft.com/office/drawing/2014/main" id="{49BE389F-DFCE-43D2-A15D-A2A3E96C59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5" y="1487"/>
              <a:ext cx="70" cy="77"/>
            </a:xfrm>
            <a:custGeom>
              <a:avLst/>
              <a:gdLst>
                <a:gd name="T0" fmla="*/ 0 w 66"/>
                <a:gd name="T1" fmla="*/ 0 h 73"/>
                <a:gd name="T2" fmla="*/ 12 w 66"/>
                <a:gd name="T3" fmla="*/ 42 h 73"/>
                <a:gd name="T4" fmla="*/ 7 w 66"/>
                <a:gd name="T5" fmla="*/ 85 h 73"/>
                <a:gd name="T6" fmla="*/ 42 w 66"/>
                <a:gd name="T7" fmla="*/ 76 h 73"/>
                <a:gd name="T8" fmla="*/ 78 w 66"/>
                <a:gd name="T9" fmla="*/ 64 h 73"/>
                <a:gd name="T10" fmla="*/ 27 w 66"/>
                <a:gd name="T11" fmla="*/ 61 h 73"/>
                <a:gd name="T12" fmla="*/ 4 w 66"/>
                <a:gd name="T13" fmla="*/ 6 h 7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6" h="73">
                  <a:moveTo>
                    <a:pt x="0" y="0"/>
                  </a:moveTo>
                  <a:cubicBezTo>
                    <a:pt x="4" y="12"/>
                    <a:pt x="9" y="24"/>
                    <a:pt x="9" y="36"/>
                  </a:cubicBezTo>
                  <a:cubicBezTo>
                    <a:pt x="10" y="48"/>
                    <a:pt x="4" y="62"/>
                    <a:pt x="7" y="73"/>
                  </a:cubicBezTo>
                  <a:cubicBezTo>
                    <a:pt x="18" y="70"/>
                    <a:pt x="23" y="63"/>
                    <a:pt x="36" y="64"/>
                  </a:cubicBezTo>
                  <a:cubicBezTo>
                    <a:pt x="48" y="64"/>
                    <a:pt x="57" y="65"/>
                    <a:pt x="66" y="55"/>
                  </a:cubicBezTo>
                  <a:cubicBezTo>
                    <a:pt x="55" y="58"/>
                    <a:pt x="33" y="60"/>
                    <a:pt x="23" y="52"/>
                  </a:cubicBezTo>
                  <a:cubicBezTo>
                    <a:pt x="13" y="43"/>
                    <a:pt x="11" y="19"/>
                    <a:pt x="4" y="6"/>
                  </a:cubicBezTo>
                </a:path>
              </a:pathLst>
            </a:custGeom>
            <a:solidFill>
              <a:srgbClr val="6C2D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0277" name="Freeform 720">
              <a:extLst>
                <a:ext uri="{FF2B5EF4-FFF2-40B4-BE49-F238E27FC236}">
                  <a16:creationId xmlns:a16="http://schemas.microsoft.com/office/drawing/2014/main" id="{400C892F-1A49-4C2C-8228-E3D0422985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4" y="1878"/>
              <a:ext cx="78" cy="163"/>
            </a:xfrm>
            <a:custGeom>
              <a:avLst/>
              <a:gdLst>
                <a:gd name="T0" fmla="*/ 86 w 74"/>
                <a:gd name="T1" fmla="*/ 0 h 155"/>
                <a:gd name="T2" fmla="*/ 0 w 74"/>
                <a:gd name="T3" fmla="*/ 6 h 155"/>
                <a:gd name="T4" fmla="*/ 34 w 74"/>
                <a:gd name="T5" fmla="*/ 68 h 155"/>
                <a:gd name="T6" fmla="*/ 36 w 74"/>
                <a:gd name="T7" fmla="*/ 120 h 155"/>
                <a:gd name="T8" fmla="*/ 41 w 74"/>
                <a:gd name="T9" fmla="*/ 180 h 155"/>
                <a:gd name="T10" fmla="*/ 43 w 74"/>
                <a:gd name="T11" fmla="*/ 56 h 155"/>
                <a:gd name="T12" fmla="*/ 50 w 74"/>
                <a:gd name="T13" fmla="*/ 26 h 155"/>
                <a:gd name="T14" fmla="*/ 77 w 74"/>
                <a:gd name="T15" fmla="*/ 9 h 15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4" h="155">
                  <a:moveTo>
                    <a:pt x="74" y="0"/>
                  </a:moveTo>
                  <a:cubicBezTo>
                    <a:pt x="61" y="12"/>
                    <a:pt x="16" y="15"/>
                    <a:pt x="0" y="6"/>
                  </a:cubicBezTo>
                  <a:cubicBezTo>
                    <a:pt x="16" y="20"/>
                    <a:pt x="26" y="38"/>
                    <a:pt x="28" y="59"/>
                  </a:cubicBezTo>
                  <a:cubicBezTo>
                    <a:pt x="29" y="74"/>
                    <a:pt x="29" y="89"/>
                    <a:pt x="30" y="103"/>
                  </a:cubicBezTo>
                  <a:cubicBezTo>
                    <a:pt x="31" y="121"/>
                    <a:pt x="35" y="138"/>
                    <a:pt x="35" y="155"/>
                  </a:cubicBezTo>
                  <a:cubicBezTo>
                    <a:pt x="42" y="120"/>
                    <a:pt x="40" y="83"/>
                    <a:pt x="37" y="48"/>
                  </a:cubicBezTo>
                  <a:cubicBezTo>
                    <a:pt x="36" y="38"/>
                    <a:pt x="36" y="30"/>
                    <a:pt x="43" y="23"/>
                  </a:cubicBezTo>
                  <a:cubicBezTo>
                    <a:pt x="48" y="18"/>
                    <a:pt x="63" y="17"/>
                    <a:pt x="65" y="9"/>
                  </a:cubicBezTo>
                </a:path>
              </a:pathLst>
            </a:custGeom>
            <a:solidFill>
              <a:srgbClr val="8C3F3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0278" name="Freeform 721">
              <a:extLst>
                <a:ext uri="{FF2B5EF4-FFF2-40B4-BE49-F238E27FC236}">
                  <a16:creationId xmlns:a16="http://schemas.microsoft.com/office/drawing/2014/main" id="{A18B2AED-BD27-4963-B48E-2658E304A1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6" y="2110"/>
              <a:ext cx="137" cy="149"/>
            </a:xfrm>
            <a:custGeom>
              <a:avLst/>
              <a:gdLst>
                <a:gd name="T0" fmla="*/ 0 w 130"/>
                <a:gd name="T1" fmla="*/ 1 h 141"/>
                <a:gd name="T2" fmla="*/ 6 w 130"/>
                <a:gd name="T3" fmla="*/ 33 h 141"/>
                <a:gd name="T4" fmla="*/ 25 w 130"/>
                <a:gd name="T5" fmla="*/ 55 h 141"/>
                <a:gd name="T6" fmla="*/ 62 w 130"/>
                <a:gd name="T7" fmla="*/ 96 h 141"/>
                <a:gd name="T8" fmla="*/ 75 w 130"/>
                <a:gd name="T9" fmla="*/ 132 h 141"/>
                <a:gd name="T10" fmla="*/ 91 w 130"/>
                <a:gd name="T11" fmla="*/ 166 h 141"/>
                <a:gd name="T12" fmla="*/ 152 w 130"/>
                <a:gd name="T13" fmla="*/ 109 h 141"/>
                <a:gd name="T14" fmla="*/ 77 w 130"/>
                <a:gd name="T15" fmla="*/ 119 h 141"/>
                <a:gd name="T16" fmla="*/ 87 w 130"/>
                <a:gd name="T17" fmla="*/ 76 h 141"/>
                <a:gd name="T18" fmla="*/ 119 w 130"/>
                <a:gd name="T19" fmla="*/ 52 h 141"/>
                <a:gd name="T20" fmla="*/ 41 w 130"/>
                <a:gd name="T21" fmla="*/ 64 h 141"/>
                <a:gd name="T22" fmla="*/ 19 w 130"/>
                <a:gd name="T23" fmla="*/ 29 h 141"/>
                <a:gd name="T24" fmla="*/ 2 w 130"/>
                <a:gd name="T25" fmla="*/ 0 h 14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30" h="141">
                  <a:moveTo>
                    <a:pt x="0" y="1"/>
                  </a:moveTo>
                  <a:cubicBezTo>
                    <a:pt x="2" y="10"/>
                    <a:pt x="2" y="19"/>
                    <a:pt x="6" y="27"/>
                  </a:cubicBezTo>
                  <a:cubicBezTo>
                    <a:pt x="10" y="35"/>
                    <a:pt x="16" y="40"/>
                    <a:pt x="22" y="46"/>
                  </a:cubicBezTo>
                  <a:cubicBezTo>
                    <a:pt x="31" y="56"/>
                    <a:pt x="48" y="68"/>
                    <a:pt x="53" y="81"/>
                  </a:cubicBezTo>
                  <a:cubicBezTo>
                    <a:pt x="58" y="92"/>
                    <a:pt x="56" y="101"/>
                    <a:pt x="64" y="112"/>
                  </a:cubicBezTo>
                  <a:cubicBezTo>
                    <a:pt x="72" y="122"/>
                    <a:pt x="78" y="127"/>
                    <a:pt x="78" y="141"/>
                  </a:cubicBezTo>
                  <a:cubicBezTo>
                    <a:pt x="81" y="113"/>
                    <a:pt x="111" y="108"/>
                    <a:pt x="130" y="92"/>
                  </a:cubicBezTo>
                  <a:cubicBezTo>
                    <a:pt x="115" y="96"/>
                    <a:pt x="79" y="122"/>
                    <a:pt x="65" y="101"/>
                  </a:cubicBezTo>
                  <a:cubicBezTo>
                    <a:pt x="59" y="92"/>
                    <a:pt x="68" y="72"/>
                    <a:pt x="75" y="64"/>
                  </a:cubicBezTo>
                  <a:cubicBezTo>
                    <a:pt x="82" y="56"/>
                    <a:pt x="96" y="52"/>
                    <a:pt x="102" y="44"/>
                  </a:cubicBezTo>
                  <a:cubicBezTo>
                    <a:pt x="80" y="55"/>
                    <a:pt x="57" y="84"/>
                    <a:pt x="35" y="55"/>
                  </a:cubicBezTo>
                  <a:cubicBezTo>
                    <a:pt x="28" y="46"/>
                    <a:pt x="22" y="34"/>
                    <a:pt x="16" y="25"/>
                  </a:cubicBezTo>
                  <a:cubicBezTo>
                    <a:pt x="11" y="17"/>
                    <a:pt x="2" y="7"/>
                    <a:pt x="2" y="0"/>
                  </a:cubicBezTo>
                </a:path>
              </a:pathLst>
            </a:custGeom>
            <a:solidFill>
              <a:srgbClr val="8C3F3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0279" name="Freeform 722">
              <a:extLst>
                <a:ext uri="{FF2B5EF4-FFF2-40B4-BE49-F238E27FC236}">
                  <a16:creationId xmlns:a16="http://schemas.microsoft.com/office/drawing/2014/main" id="{C91AF064-F895-4D97-92FA-1BEC7311DA0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6" y="1917"/>
              <a:ext cx="36" cy="235"/>
            </a:xfrm>
            <a:custGeom>
              <a:avLst/>
              <a:gdLst>
                <a:gd name="T0" fmla="*/ 5 w 34"/>
                <a:gd name="T1" fmla="*/ 102 h 223"/>
                <a:gd name="T2" fmla="*/ 6 w 34"/>
                <a:gd name="T3" fmla="*/ 201 h 223"/>
                <a:gd name="T4" fmla="*/ 14 w 34"/>
                <a:gd name="T5" fmla="*/ 233 h 223"/>
                <a:gd name="T6" fmla="*/ 40 w 34"/>
                <a:gd name="T7" fmla="*/ 261 h 223"/>
                <a:gd name="T8" fmla="*/ 21 w 34"/>
                <a:gd name="T9" fmla="*/ 202 h 223"/>
                <a:gd name="T10" fmla="*/ 18 w 34"/>
                <a:gd name="T11" fmla="*/ 123 h 223"/>
                <a:gd name="T12" fmla="*/ 0 w 34"/>
                <a:gd name="T13" fmla="*/ 0 h 2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4" h="223">
                  <a:moveTo>
                    <a:pt x="5" y="87"/>
                  </a:moveTo>
                  <a:cubicBezTo>
                    <a:pt x="8" y="116"/>
                    <a:pt x="6" y="143"/>
                    <a:pt x="6" y="172"/>
                  </a:cubicBezTo>
                  <a:cubicBezTo>
                    <a:pt x="7" y="181"/>
                    <a:pt x="7" y="191"/>
                    <a:pt x="11" y="199"/>
                  </a:cubicBezTo>
                  <a:cubicBezTo>
                    <a:pt x="15" y="210"/>
                    <a:pt x="25" y="215"/>
                    <a:pt x="34" y="223"/>
                  </a:cubicBezTo>
                  <a:cubicBezTo>
                    <a:pt x="23" y="211"/>
                    <a:pt x="20" y="189"/>
                    <a:pt x="18" y="173"/>
                  </a:cubicBezTo>
                  <a:cubicBezTo>
                    <a:pt x="16" y="150"/>
                    <a:pt x="17" y="128"/>
                    <a:pt x="15" y="105"/>
                  </a:cubicBezTo>
                  <a:cubicBezTo>
                    <a:pt x="13" y="70"/>
                    <a:pt x="14" y="34"/>
                    <a:pt x="0" y="0"/>
                  </a:cubicBezTo>
                </a:path>
              </a:pathLst>
            </a:custGeom>
            <a:solidFill>
              <a:srgbClr val="8C3F3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0280" name="Freeform 723">
              <a:extLst>
                <a:ext uri="{FF2B5EF4-FFF2-40B4-BE49-F238E27FC236}">
                  <a16:creationId xmlns:a16="http://schemas.microsoft.com/office/drawing/2014/main" id="{4D5F60A2-2EE4-40D7-8CE3-F10CF0278CD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5" y="2279"/>
              <a:ext cx="49" cy="158"/>
            </a:xfrm>
            <a:custGeom>
              <a:avLst/>
              <a:gdLst>
                <a:gd name="T0" fmla="*/ 23 w 47"/>
                <a:gd name="T1" fmla="*/ 0 h 150"/>
                <a:gd name="T2" fmla="*/ 23 w 47"/>
                <a:gd name="T3" fmla="*/ 84 h 150"/>
                <a:gd name="T4" fmla="*/ 32 w 47"/>
                <a:gd name="T5" fmla="*/ 173 h 150"/>
                <a:gd name="T6" fmla="*/ 53 w 47"/>
                <a:gd name="T7" fmla="*/ 175 h 150"/>
                <a:gd name="T8" fmla="*/ 38 w 47"/>
                <a:gd name="T9" fmla="*/ 131 h 150"/>
                <a:gd name="T10" fmla="*/ 32 w 47"/>
                <a:gd name="T11" fmla="*/ 81 h 150"/>
                <a:gd name="T12" fmla="*/ 22 w 47"/>
                <a:gd name="T13" fmla="*/ 36 h 150"/>
                <a:gd name="T14" fmla="*/ 21 w 47"/>
                <a:gd name="T15" fmla="*/ 0 h 15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7" h="150">
                  <a:moveTo>
                    <a:pt x="20" y="0"/>
                  </a:moveTo>
                  <a:cubicBezTo>
                    <a:pt x="0" y="16"/>
                    <a:pt x="16" y="53"/>
                    <a:pt x="20" y="72"/>
                  </a:cubicBezTo>
                  <a:cubicBezTo>
                    <a:pt x="25" y="97"/>
                    <a:pt x="28" y="122"/>
                    <a:pt x="29" y="148"/>
                  </a:cubicBezTo>
                  <a:cubicBezTo>
                    <a:pt x="35" y="144"/>
                    <a:pt x="41" y="149"/>
                    <a:pt x="47" y="150"/>
                  </a:cubicBezTo>
                  <a:cubicBezTo>
                    <a:pt x="39" y="144"/>
                    <a:pt x="35" y="123"/>
                    <a:pt x="34" y="112"/>
                  </a:cubicBezTo>
                  <a:cubicBezTo>
                    <a:pt x="31" y="98"/>
                    <a:pt x="32" y="83"/>
                    <a:pt x="29" y="69"/>
                  </a:cubicBezTo>
                  <a:cubicBezTo>
                    <a:pt x="27" y="56"/>
                    <a:pt x="22" y="43"/>
                    <a:pt x="19" y="30"/>
                  </a:cubicBezTo>
                  <a:cubicBezTo>
                    <a:pt x="17" y="21"/>
                    <a:pt x="18" y="10"/>
                    <a:pt x="18" y="0"/>
                  </a:cubicBezTo>
                </a:path>
              </a:pathLst>
            </a:custGeom>
            <a:solidFill>
              <a:srgbClr val="8C3F3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0281" name="Freeform 724">
              <a:extLst>
                <a:ext uri="{FF2B5EF4-FFF2-40B4-BE49-F238E27FC236}">
                  <a16:creationId xmlns:a16="http://schemas.microsoft.com/office/drawing/2014/main" id="{A24C0CC1-6BA8-4471-A9A6-D49ACFDE1F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5" y="2377"/>
              <a:ext cx="49" cy="137"/>
            </a:xfrm>
            <a:custGeom>
              <a:avLst/>
              <a:gdLst>
                <a:gd name="T0" fmla="*/ 20 w 46"/>
                <a:gd name="T1" fmla="*/ 0 h 130"/>
                <a:gd name="T2" fmla="*/ 23 w 46"/>
                <a:gd name="T3" fmla="*/ 22 h 130"/>
                <a:gd name="T4" fmla="*/ 34 w 46"/>
                <a:gd name="T5" fmla="*/ 40 h 130"/>
                <a:gd name="T6" fmla="*/ 35 w 46"/>
                <a:gd name="T7" fmla="*/ 74 h 130"/>
                <a:gd name="T8" fmla="*/ 20 w 46"/>
                <a:gd name="T9" fmla="*/ 112 h 130"/>
                <a:gd name="T10" fmla="*/ 0 w 46"/>
                <a:gd name="T11" fmla="*/ 152 h 130"/>
                <a:gd name="T12" fmla="*/ 11 w 46"/>
                <a:gd name="T13" fmla="*/ 133 h 130"/>
                <a:gd name="T14" fmla="*/ 29 w 46"/>
                <a:gd name="T15" fmla="*/ 118 h 130"/>
                <a:gd name="T16" fmla="*/ 49 w 46"/>
                <a:gd name="T17" fmla="*/ 67 h 130"/>
                <a:gd name="T18" fmla="*/ 54 w 46"/>
                <a:gd name="T19" fmla="*/ 46 h 130"/>
                <a:gd name="T20" fmla="*/ 49 w 46"/>
                <a:gd name="T21" fmla="*/ 40 h 130"/>
                <a:gd name="T22" fmla="*/ 22 w 46"/>
                <a:gd name="T23" fmla="*/ 2 h 13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6" h="130">
                  <a:moveTo>
                    <a:pt x="17" y="0"/>
                  </a:moveTo>
                  <a:cubicBezTo>
                    <a:pt x="19" y="6"/>
                    <a:pt x="18" y="13"/>
                    <a:pt x="20" y="19"/>
                  </a:cubicBezTo>
                  <a:cubicBezTo>
                    <a:pt x="22" y="25"/>
                    <a:pt x="25" y="29"/>
                    <a:pt x="28" y="34"/>
                  </a:cubicBezTo>
                  <a:cubicBezTo>
                    <a:pt x="34" y="43"/>
                    <a:pt x="30" y="52"/>
                    <a:pt x="29" y="63"/>
                  </a:cubicBezTo>
                  <a:cubicBezTo>
                    <a:pt x="27" y="77"/>
                    <a:pt x="27" y="85"/>
                    <a:pt x="17" y="96"/>
                  </a:cubicBezTo>
                  <a:cubicBezTo>
                    <a:pt x="8" y="105"/>
                    <a:pt x="1" y="117"/>
                    <a:pt x="0" y="130"/>
                  </a:cubicBezTo>
                  <a:cubicBezTo>
                    <a:pt x="3" y="126"/>
                    <a:pt x="4" y="119"/>
                    <a:pt x="8" y="114"/>
                  </a:cubicBezTo>
                  <a:cubicBezTo>
                    <a:pt x="11" y="109"/>
                    <a:pt x="18" y="105"/>
                    <a:pt x="23" y="101"/>
                  </a:cubicBezTo>
                  <a:cubicBezTo>
                    <a:pt x="39" y="89"/>
                    <a:pt x="39" y="78"/>
                    <a:pt x="40" y="58"/>
                  </a:cubicBezTo>
                  <a:cubicBezTo>
                    <a:pt x="40" y="51"/>
                    <a:pt x="44" y="47"/>
                    <a:pt x="45" y="40"/>
                  </a:cubicBezTo>
                  <a:cubicBezTo>
                    <a:pt x="46" y="32"/>
                    <a:pt x="46" y="37"/>
                    <a:pt x="40" y="34"/>
                  </a:cubicBezTo>
                  <a:cubicBezTo>
                    <a:pt x="30" y="28"/>
                    <a:pt x="23" y="13"/>
                    <a:pt x="19" y="2"/>
                  </a:cubicBezTo>
                </a:path>
              </a:pathLst>
            </a:custGeom>
            <a:solidFill>
              <a:srgbClr val="8C3F3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0282" name="Freeform 725">
              <a:extLst>
                <a:ext uri="{FF2B5EF4-FFF2-40B4-BE49-F238E27FC236}">
                  <a16:creationId xmlns:a16="http://schemas.microsoft.com/office/drawing/2014/main" id="{B14D1C2A-402D-42C5-9902-98368B3E49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6" y="1937"/>
              <a:ext cx="86" cy="32"/>
            </a:xfrm>
            <a:custGeom>
              <a:avLst/>
              <a:gdLst>
                <a:gd name="T0" fmla="*/ 97 w 81"/>
                <a:gd name="T1" fmla="*/ 0 h 30"/>
                <a:gd name="T2" fmla="*/ 74 w 81"/>
                <a:gd name="T3" fmla="*/ 7 h 30"/>
                <a:gd name="T4" fmla="*/ 50 w 81"/>
                <a:gd name="T5" fmla="*/ 13 h 30"/>
                <a:gd name="T6" fmla="*/ 0 w 81"/>
                <a:gd name="T7" fmla="*/ 33 h 30"/>
                <a:gd name="T8" fmla="*/ 50 w 81"/>
                <a:gd name="T9" fmla="*/ 19 h 30"/>
                <a:gd name="T10" fmla="*/ 72 w 81"/>
                <a:gd name="T11" fmla="*/ 17 h 30"/>
                <a:gd name="T12" fmla="*/ 94 w 81"/>
                <a:gd name="T13" fmla="*/ 4 h 3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1" h="30">
                  <a:moveTo>
                    <a:pt x="81" y="0"/>
                  </a:moveTo>
                  <a:cubicBezTo>
                    <a:pt x="75" y="0"/>
                    <a:pt x="69" y="6"/>
                    <a:pt x="62" y="7"/>
                  </a:cubicBezTo>
                  <a:cubicBezTo>
                    <a:pt x="54" y="8"/>
                    <a:pt x="48" y="8"/>
                    <a:pt x="41" y="10"/>
                  </a:cubicBezTo>
                  <a:cubicBezTo>
                    <a:pt x="27" y="14"/>
                    <a:pt x="13" y="20"/>
                    <a:pt x="0" y="27"/>
                  </a:cubicBezTo>
                  <a:cubicBezTo>
                    <a:pt x="14" y="30"/>
                    <a:pt x="29" y="21"/>
                    <a:pt x="41" y="16"/>
                  </a:cubicBezTo>
                  <a:cubicBezTo>
                    <a:pt x="47" y="14"/>
                    <a:pt x="53" y="15"/>
                    <a:pt x="60" y="14"/>
                  </a:cubicBezTo>
                  <a:cubicBezTo>
                    <a:pt x="69" y="12"/>
                    <a:pt x="73" y="8"/>
                    <a:pt x="79" y="4"/>
                  </a:cubicBezTo>
                </a:path>
              </a:pathLst>
            </a:custGeom>
            <a:solidFill>
              <a:srgbClr val="8C3F3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0283" name="Freeform 726">
              <a:extLst>
                <a:ext uri="{FF2B5EF4-FFF2-40B4-BE49-F238E27FC236}">
                  <a16:creationId xmlns:a16="http://schemas.microsoft.com/office/drawing/2014/main" id="{EA51E4E5-17A0-447C-9B1E-BEAA3F0B3B0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1" y="2184"/>
              <a:ext cx="165" cy="212"/>
            </a:xfrm>
            <a:custGeom>
              <a:avLst/>
              <a:gdLst>
                <a:gd name="T0" fmla="*/ 182 w 157"/>
                <a:gd name="T1" fmla="*/ 30 h 201"/>
                <a:gd name="T2" fmla="*/ 130 w 157"/>
                <a:gd name="T3" fmla="*/ 32 h 201"/>
                <a:gd name="T4" fmla="*/ 104 w 157"/>
                <a:gd name="T5" fmla="*/ 108 h 201"/>
                <a:gd name="T6" fmla="*/ 0 w 157"/>
                <a:gd name="T7" fmla="*/ 236 h 201"/>
                <a:gd name="T8" fmla="*/ 118 w 157"/>
                <a:gd name="T9" fmla="*/ 116 h 201"/>
                <a:gd name="T10" fmla="*/ 138 w 157"/>
                <a:gd name="T11" fmla="*/ 53 h 201"/>
                <a:gd name="T12" fmla="*/ 173 w 157"/>
                <a:gd name="T13" fmla="*/ 39 h 20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7" h="201">
                  <a:moveTo>
                    <a:pt x="157" y="26"/>
                  </a:moveTo>
                  <a:cubicBezTo>
                    <a:pt x="141" y="13"/>
                    <a:pt x="123" y="0"/>
                    <a:pt x="112" y="27"/>
                  </a:cubicBezTo>
                  <a:cubicBezTo>
                    <a:pt x="104" y="49"/>
                    <a:pt x="100" y="70"/>
                    <a:pt x="89" y="92"/>
                  </a:cubicBezTo>
                  <a:cubicBezTo>
                    <a:pt x="65" y="137"/>
                    <a:pt x="46" y="173"/>
                    <a:pt x="0" y="201"/>
                  </a:cubicBezTo>
                  <a:cubicBezTo>
                    <a:pt x="39" y="198"/>
                    <a:pt x="83" y="128"/>
                    <a:pt x="102" y="99"/>
                  </a:cubicBezTo>
                  <a:cubicBezTo>
                    <a:pt x="115" y="80"/>
                    <a:pt x="113" y="64"/>
                    <a:pt x="119" y="45"/>
                  </a:cubicBezTo>
                  <a:cubicBezTo>
                    <a:pt x="125" y="28"/>
                    <a:pt x="133" y="32"/>
                    <a:pt x="149" y="33"/>
                  </a:cubicBezTo>
                </a:path>
              </a:pathLst>
            </a:custGeom>
            <a:solidFill>
              <a:srgbClr val="6C2D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0284" name="Freeform 727">
              <a:extLst>
                <a:ext uri="{FF2B5EF4-FFF2-40B4-BE49-F238E27FC236}">
                  <a16:creationId xmlns:a16="http://schemas.microsoft.com/office/drawing/2014/main" id="{98E19B20-903E-4E4D-9CE3-BCC9FC54F1C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6" y="2279"/>
              <a:ext cx="140" cy="83"/>
            </a:xfrm>
            <a:custGeom>
              <a:avLst/>
              <a:gdLst>
                <a:gd name="T0" fmla="*/ 51 w 133"/>
                <a:gd name="T1" fmla="*/ 27 h 79"/>
                <a:gd name="T2" fmla="*/ 155 w 133"/>
                <a:gd name="T3" fmla="*/ 3 h 79"/>
                <a:gd name="T4" fmla="*/ 68 w 133"/>
                <a:gd name="T5" fmla="*/ 41 h 79"/>
                <a:gd name="T6" fmla="*/ 0 w 133"/>
                <a:gd name="T7" fmla="*/ 91 h 7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3" h="79">
                  <a:moveTo>
                    <a:pt x="44" y="24"/>
                  </a:moveTo>
                  <a:cubicBezTo>
                    <a:pt x="52" y="0"/>
                    <a:pt x="112" y="2"/>
                    <a:pt x="133" y="3"/>
                  </a:cubicBezTo>
                  <a:cubicBezTo>
                    <a:pt x="104" y="9"/>
                    <a:pt x="83" y="17"/>
                    <a:pt x="59" y="35"/>
                  </a:cubicBezTo>
                  <a:cubicBezTo>
                    <a:pt x="45" y="46"/>
                    <a:pt x="4" y="69"/>
                    <a:pt x="0" y="79"/>
                  </a:cubicBezTo>
                </a:path>
              </a:pathLst>
            </a:custGeom>
            <a:solidFill>
              <a:srgbClr val="6C2D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0285" name="Freeform 728">
              <a:extLst>
                <a:ext uri="{FF2B5EF4-FFF2-40B4-BE49-F238E27FC236}">
                  <a16:creationId xmlns:a16="http://schemas.microsoft.com/office/drawing/2014/main" id="{92BF550E-5877-41D0-886F-2624134BD4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4" y="3944"/>
              <a:ext cx="124" cy="86"/>
            </a:xfrm>
            <a:custGeom>
              <a:avLst/>
              <a:gdLst>
                <a:gd name="T0" fmla="*/ 137 w 118"/>
                <a:gd name="T1" fmla="*/ 66 h 81"/>
                <a:gd name="T2" fmla="*/ 109 w 118"/>
                <a:gd name="T3" fmla="*/ 94 h 81"/>
                <a:gd name="T4" fmla="*/ 74 w 118"/>
                <a:gd name="T5" fmla="*/ 83 h 81"/>
                <a:gd name="T6" fmla="*/ 56 w 118"/>
                <a:gd name="T7" fmla="*/ 58 h 81"/>
                <a:gd name="T8" fmla="*/ 36 w 118"/>
                <a:gd name="T9" fmla="*/ 42 h 81"/>
                <a:gd name="T10" fmla="*/ 18 w 118"/>
                <a:gd name="T11" fmla="*/ 18 h 81"/>
                <a:gd name="T12" fmla="*/ 0 w 118"/>
                <a:gd name="T13" fmla="*/ 0 h 81"/>
                <a:gd name="T14" fmla="*/ 37 w 118"/>
                <a:gd name="T15" fmla="*/ 33 h 81"/>
                <a:gd name="T16" fmla="*/ 53 w 118"/>
                <a:gd name="T17" fmla="*/ 42 h 81"/>
                <a:gd name="T18" fmla="*/ 64 w 118"/>
                <a:gd name="T19" fmla="*/ 57 h 81"/>
                <a:gd name="T20" fmla="*/ 100 w 118"/>
                <a:gd name="T21" fmla="*/ 85 h 81"/>
                <a:gd name="T22" fmla="*/ 136 w 118"/>
                <a:gd name="T23" fmla="*/ 69 h 81"/>
                <a:gd name="T24" fmla="*/ 137 w 118"/>
                <a:gd name="T25" fmla="*/ 66 h 8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18" h="81">
                  <a:moveTo>
                    <a:pt x="118" y="55"/>
                  </a:moveTo>
                  <a:cubicBezTo>
                    <a:pt x="118" y="67"/>
                    <a:pt x="104" y="77"/>
                    <a:pt x="94" y="79"/>
                  </a:cubicBezTo>
                  <a:cubicBezTo>
                    <a:pt x="84" y="81"/>
                    <a:pt x="72" y="76"/>
                    <a:pt x="64" y="69"/>
                  </a:cubicBezTo>
                  <a:cubicBezTo>
                    <a:pt x="58" y="63"/>
                    <a:pt x="53" y="55"/>
                    <a:pt x="48" y="49"/>
                  </a:cubicBezTo>
                  <a:cubicBezTo>
                    <a:pt x="42" y="42"/>
                    <a:pt x="37" y="40"/>
                    <a:pt x="30" y="36"/>
                  </a:cubicBezTo>
                  <a:cubicBezTo>
                    <a:pt x="23" y="31"/>
                    <a:pt x="20" y="22"/>
                    <a:pt x="15" y="15"/>
                  </a:cubicBezTo>
                  <a:cubicBezTo>
                    <a:pt x="11" y="9"/>
                    <a:pt x="6" y="4"/>
                    <a:pt x="0" y="0"/>
                  </a:cubicBezTo>
                  <a:cubicBezTo>
                    <a:pt x="13" y="3"/>
                    <a:pt x="22" y="18"/>
                    <a:pt x="31" y="27"/>
                  </a:cubicBezTo>
                  <a:cubicBezTo>
                    <a:pt x="35" y="31"/>
                    <a:pt x="41" y="33"/>
                    <a:pt x="46" y="36"/>
                  </a:cubicBezTo>
                  <a:cubicBezTo>
                    <a:pt x="50" y="39"/>
                    <a:pt x="52" y="44"/>
                    <a:pt x="55" y="48"/>
                  </a:cubicBezTo>
                  <a:cubicBezTo>
                    <a:pt x="62" y="59"/>
                    <a:pt x="71" y="70"/>
                    <a:pt x="86" y="71"/>
                  </a:cubicBezTo>
                  <a:cubicBezTo>
                    <a:pt x="98" y="73"/>
                    <a:pt x="112" y="68"/>
                    <a:pt x="117" y="57"/>
                  </a:cubicBezTo>
                  <a:cubicBezTo>
                    <a:pt x="117" y="56"/>
                    <a:pt x="118" y="56"/>
                    <a:pt x="118" y="55"/>
                  </a:cubicBezTo>
                </a:path>
              </a:pathLst>
            </a:custGeom>
            <a:solidFill>
              <a:srgbClr val="8C3F3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0286" name="Freeform 729">
              <a:extLst>
                <a:ext uri="{FF2B5EF4-FFF2-40B4-BE49-F238E27FC236}">
                  <a16:creationId xmlns:a16="http://schemas.microsoft.com/office/drawing/2014/main" id="{D7358BC2-9AE5-47D9-90D1-D7944A6B6C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6" y="3969"/>
              <a:ext cx="24" cy="28"/>
            </a:xfrm>
            <a:custGeom>
              <a:avLst/>
              <a:gdLst>
                <a:gd name="T0" fmla="*/ 28 w 22"/>
                <a:gd name="T1" fmla="*/ 27 h 27"/>
                <a:gd name="T2" fmla="*/ 26 w 22"/>
                <a:gd name="T3" fmla="*/ 0 h 27"/>
                <a:gd name="T4" fmla="*/ 0 w 22"/>
                <a:gd name="T5" fmla="*/ 8 h 27"/>
                <a:gd name="T6" fmla="*/ 15 w 22"/>
                <a:gd name="T7" fmla="*/ 20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27">
                  <a:moveTo>
                    <a:pt x="22" y="24"/>
                  </a:moveTo>
                  <a:cubicBezTo>
                    <a:pt x="18" y="27"/>
                    <a:pt x="19" y="3"/>
                    <a:pt x="20" y="0"/>
                  </a:cubicBezTo>
                  <a:cubicBezTo>
                    <a:pt x="17" y="8"/>
                    <a:pt x="7" y="14"/>
                    <a:pt x="0" y="8"/>
                  </a:cubicBezTo>
                  <a:cubicBezTo>
                    <a:pt x="4" y="11"/>
                    <a:pt x="8" y="15"/>
                    <a:pt x="12" y="17"/>
                  </a:cubicBezTo>
                </a:path>
              </a:pathLst>
            </a:custGeom>
            <a:solidFill>
              <a:srgbClr val="8C3F3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0287" name="Freeform 730">
              <a:extLst>
                <a:ext uri="{FF2B5EF4-FFF2-40B4-BE49-F238E27FC236}">
                  <a16:creationId xmlns:a16="http://schemas.microsoft.com/office/drawing/2014/main" id="{BC9BB34C-664A-4B6F-9CAA-C5E8C9C07F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8" y="3990"/>
              <a:ext cx="25" cy="21"/>
            </a:xfrm>
            <a:custGeom>
              <a:avLst/>
              <a:gdLst>
                <a:gd name="T0" fmla="*/ 2 w 24"/>
                <a:gd name="T1" fmla="*/ 13 h 20"/>
                <a:gd name="T2" fmla="*/ 1 w 24"/>
                <a:gd name="T3" fmla="*/ 23 h 20"/>
                <a:gd name="T4" fmla="*/ 19 w 24"/>
                <a:gd name="T5" fmla="*/ 19 h 20"/>
                <a:gd name="T6" fmla="*/ 27 w 24"/>
                <a:gd name="T7" fmla="*/ 0 h 20"/>
                <a:gd name="T8" fmla="*/ 19 w 24"/>
                <a:gd name="T9" fmla="*/ 13 h 20"/>
                <a:gd name="T10" fmla="*/ 2 w 24"/>
                <a:gd name="T11" fmla="*/ 15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20">
                  <a:moveTo>
                    <a:pt x="2" y="10"/>
                  </a:moveTo>
                  <a:cubicBezTo>
                    <a:pt x="2" y="13"/>
                    <a:pt x="0" y="17"/>
                    <a:pt x="1" y="20"/>
                  </a:cubicBezTo>
                  <a:cubicBezTo>
                    <a:pt x="6" y="20"/>
                    <a:pt x="12" y="19"/>
                    <a:pt x="16" y="16"/>
                  </a:cubicBezTo>
                  <a:cubicBezTo>
                    <a:pt x="22" y="13"/>
                    <a:pt x="24" y="7"/>
                    <a:pt x="24" y="0"/>
                  </a:cubicBezTo>
                  <a:cubicBezTo>
                    <a:pt x="22" y="4"/>
                    <a:pt x="19" y="8"/>
                    <a:pt x="16" y="10"/>
                  </a:cubicBezTo>
                  <a:cubicBezTo>
                    <a:pt x="11" y="13"/>
                    <a:pt x="7" y="12"/>
                    <a:pt x="2" y="12"/>
                  </a:cubicBezTo>
                </a:path>
              </a:pathLst>
            </a:custGeom>
            <a:solidFill>
              <a:srgbClr val="8C3F3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0288" name="Freeform 731">
              <a:extLst>
                <a:ext uri="{FF2B5EF4-FFF2-40B4-BE49-F238E27FC236}">
                  <a16:creationId xmlns:a16="http://schemas.microsoft.com/office/drawing/2014/main" id="{FC38ADF4-54CC-415B-A319-50FCED841C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9" y="3973"/>
              <a:ext cx="14" cy="22"/>
            </a:xfrm>
            <a:custGeom>
              <a:avLst/>
              <a:gdLst>
                <a:gd name="T0" fmla="*/ 0 w 13"/>
                <a:gd name="T1" fmla="*/ 10 h 21"/>
                <a:gd name="T2" fmla="*/ 2 w 13"/>
                <a:gd name="T3" fmla="*/ 24 h 21"/>
                <a:gd name="T4" fmla="*/ 13 w 13"/>
                <a:gd name="T5" fmla="*/ 16 h 21"/>
                <a:gd name="T6" fmla="*/ 16 w 13"/>
                <a:gd name="T7" fmla="*/ 6 h 21"/>
                <a:gd name="T8" fmla="*/ 14 w 13"/>
                <a:gd name="T9" fmla="*/ 0 h 21"/>
                <a:gd name="T10" fmla="*/ 11 w 13"/>
                <a:gd name="T11" fmla="*/ 8 h 21"/>
                <a:gd name="T12" fmla="*/ 1 w 13"/>
                <a:gd name="T13" fmla="*/ 17 h 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21">
                  <a:moveTo>
                    <a:pt x="0" y="10"/>
                  </a:moveTo>
                  <a:cubicBezTo>
                    <a:pt x="2" y="12"/>
                    <a:pt x="2" y="18"/>
                    <a:pt x="2" y="21"/>
                  </a:cubicBezTo>
                  <a:cubicBezTo>
                    <a:pt x="5" y="20"/>
                    <a:pt x="9" y="16"/>
                    <a:pt x="10" y="13"/>
                  </a:cubicBezTo>
                  <a:cubicBezTo>
                    <a:pt x="11" y="11"/>
                    <a:pt x="13" y="9"/>
                    <a:pt x="13" y="6"/>
                  </a:cubicBezTo>
                  <a:cubicBezTo>
                    <a:pt x="13" y="4"/>
                    <a:pt x="11" y="2"/>
                    <a:pt x="11" y="0"/>
                  </a:cubicBezTo>
                  <a:cubicBezTo>
                    <a:pt x="10" y="1"/>
                    <a:pt x="9" y="6"/>
                    <a:pt x="8" y="8"/>
                  </a:cubicBezTo>
                  <a:cubicBezTo>
                    <a:pt x="6" y="11"/>
                    <a:pt x="4" y="14"/>
                    <a:pt x="1" y="14"/>
                  </a:cubicBezTo>
                </a:path>
              </a:pathLst>
            </a:custGeom>
            <a:solidFill>
              <a:srgbClr val="8C3F3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0289" name="Freeform 732">
              <a:extLst>
                <a:ext uri="{FF2B5EF4-FFF2-40B4-BE49-F238E27FC236}">
                  <a16:creationId xmlns:a16="http://schemas.microsoft.com/office/drawing/2014/main" id="{D781C939-18F7-4029-B4F0-58311056212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6" y="3953"/>
              <a:ext cx="7" cy="13"/>
            </a:xfrm>
            <a:custGeom>
              <a:avLst/>
              <a:gdLst>
                <a:gd name="T0" fmla="*/ 1 w 6"/>
                <a:gd name="T1" fmla="*/ 15 h 12"/>
                <a:gd name="T2" fmla="*/ 9 w 6"/>
                <a:gd name="T3" fmla="*/ 0 h 12"/>
                <a:gd name="T4" fmla="*/ 0 w 6"/>
                <a:gd name="T5" fmla="*/ 12 h 12"/>
                <a:gd name="T6" fmla="*/ 1 w 6"/>
                <a:gd name="T7" fmla="*/ 15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12">
                  <a:moveTo>
                    <a:pt x="1" y="12"/>
                  </a:moveTo>
                  <a:cubicBezTo>
                    <a:pt x="5" y="12"/>
                    <a:pt x="6" y="2"/>
                    <a:pt x="6" y="0"/>
                  </a:cubicBezTo>
                  <a:cubicBezTo>
                    <a:pt x="4" y="2"/>
                    <a:pt x="3" y="8"/>
                    <a:pt x="0" y="9"/>
                  </a:cubicBezTo>
                  <a:cubicBezTo>
                    <a:pt x="0" y="10"/>
                    <a:pt x="0" y="11"/>
                    <a:pt x="1" y="12"/>
                  </a:cubicBezTo>
                </a:path>
              </a:pathLst>
            </a:custGeom>
            <a:solidFill>
              <a:srgbClr val="8C3F3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0290" name="Freeform 733">
              <a:extLst>
                <a:ext uri="{FF2B5EF4-FFF2-40B4-BE49-F238E27FC236}">
                  <a16:creationId xmlns:a16="http://schemas.microsoft.com/office/drawing/2014/main" id="{0EBF4A58-0309-4A95-A0CB-9E9833EC08C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3" y="3940"/>
              <a:ext cx="22" cy="23"/>
            </a:xfrm>
            <a:custGeom>
              <a:avLst/>
              <a:gdLst>
                <a:gd name="T0" fmla="*/ 0 w 20"/>
                <a:gd name="T1" fmla="*/ 0 h 22"/>
                <a:gd name="T2" fmla="*/ 10 w 20"/>
                <a:gd name="T3" fmla="*/ 18 h 22"/>
                <a:gd name="T4" fmla="*/ 26 w 20"/>
                <a:gd name="T5" fmla="*/ 25 h 22"/>
                <a:gd name="T6" fmla="*/ 12 w 20"/>
                <a:gd name="T7" fmla="*/ 14 h 22"/>
                <a:gd name="T8" fmla="*/ 8 w 20"/>
                <a:gd name="T9" fmla="*/ 5 h 22"/>
                <a:gd name="T10" fmla="*/ 1 w 20"/>
                <a:gd name="T11" fmla="*/ 0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" h="22">
                  <a:moveTo>
                    <a:pt x="0" y="0"/>
                  </a:moveTo>
                  <a:cubicBezTo>
                    <a:pt x="0" y="5"/>
                    <a:pt x="5" y="11"/>
                    <a:pt x="7" y="15"/>
                  </a:cubicBezTo>
                  <a:cubicBezTo>
                    <a:pt x="10" y="18"/>
                    <a:pt x="15" y="22"/>
                    <a:pt x="20" y="22"/>
                  </a:cubicBezTo>
                  <a:cubicBezTo>
                    <a:pt x="15" y="22"/>
                    <a:pt x="11" y="15"/>
                    <a:pt x="9" y="11"/>
                  </a:cubicBezTo>
                  <a:cubicBezTo>
                    <a:pt x="7" y="9"/>
                    <a:pt x="6" y="7"/>
                    <a:pt x="5" y="5"/>
                  </a:cubicBezTo>
                  <a:cubicBezTo>
                    <a:pt x="4" y="3"/>
                    <a:pt x="2" y="2"/>
                    <a:pt x="1" y="0"/>
                  </a:cubicBezTo>
                </a:path>
              </a:pathLst>
            </a:custGeom>
            <a:solidFill>
              <a:srgbClr val="6C2D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0291" name="Freeform 734">
              <a:extLst>
                <a:ext uri="{FF2B5EF4-FFF2-40B4-BE49-F238E27FC236}">
                  <a16:creationId xmlns:a16="http://schemas.microsoft.com/office/drawing/2014/main" id="{A40BF7DD-5C4F-42F9-9964-047ED5D2CC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6" y="3928"/>
              <a:ext cx="27" cy="17"/>
            </a:xfrm>
            <a:custGeom>
              <a:avLst/>
              <a:gdLst>
                <a:gd name="T0" fmla="*/ 0 w 25"/>
                <a:gd name="T1" fmla="*/ 0 h 17"/>
                <a:gd name="T2" fmla="*/ 15 w 25"/>
                <a:gd name="T3" fmla="*/ 11 h 17"/>
                <a:gd name="T4" fmla="*/ 25 w 25"/>
                <a:gd name="T5" fmla="*/ 15 h 17"/>
                <a:gd name="T6" fmla="*/ 31 w 25"/>
                <a:gd name="T7" fmla="*/ 17 h 17"/>
                <a:gd name="T8" fmla="*/ 2 w 25"/>
                <a:gd name="T9" fmla="*/ 0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17">
                  <a:moveTo>
                    <a:pt x="0" y="0"/>
                  </a:moveTo>
                  <a:cubicBezTo>
                    <a:pt x="2" y="5"/>
                    <a:pt x="8" y="8"/>
                    <a:pt x="12" y="11"/>
                  </a:cubicBezTo>
                  <a:cubicBezTo>
                    <a:pt x="14" y="13"/>
                    <a:pt x="16" y="14"/>
                    <a:pt x="19" y="15"/>
                  </a:cubicBezTo>
                  <a:cubicBezTo>
                    <a:pt x="21" y="15"/>
                    <a:pt x="23" y="17"/>
                    <a:pt x="25" y="17"/>
                  </a:cubicBezTo>
                  <a:cubicBezTo>
                    <a:pt x="17" y="11"/>
                    <a:pt x="8" y="7"/>
                    <a:pt x="2" y="0"/>
                  </a:cubicBezTo>
                </a:path>
              </a:pathLst>
            </a:custGeom>
            <a:solidFill>
              <a:srgbClr val="6C2D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0292" name="Freeform 735">
              <a:extLst>
                <a:ext uri="{FF2B5EF4-FFF2-40B4-BE49-F238E27FC236}">
                  <a16:creationId xmlns:a16="http://schemas.microsoft.com/office/drawing/2014/main" id="{01CB61CA-E840-4B1C-B669-200195F689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4" y="3952"/>
              <a:ext cx="19" cy="16"/>
            </a:xfrm>
            <a:custGeom>
              <a:avLst/>
              <a:gdLst>
                <a:gd name="T0" fmla="*/ 0 w 18"/>
                <a:gd name="T1" fmla="*/ 2 h 15"/>
                <a:gd name="T2" fmla="*/ 21 w 18"/>
                <a:gd name="T3" fmla="*/ 18 h 15"/>
                <a:gd name="T4" fmla="*/ 13 w 18"/>
                <a:gd name="T5" fmla="*/ 11 h 15"/>
                <a:gd name="T6" fmla="*/ 0 w 18"/>
                <a:gd name="T7" fmla="*/ 0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15">
                  <a:moveTo>
                    <a:pt x="0" y="2"/>
                  </a:moveTo>
                  <a:cubicBezTo>
                    <a:pt x="3" y="9"/>
                    <a:pt x="10" y="15"/>
                    <a:pt x="18" y="15"/>
                  </a:cubicBezTo>
                  <a:cubicBezTo>
                    <a:pt x="15" y="13"/>
                    <a:pt x="13" y="10"/>
                    <a:pt x="10" y="8"/>
                  </a:cubicBezTo>
                  <a:cubicBezTo>
                    <a:pt x="7" y="5"/>
                    <a:pt x="3" y="3"/>
                    <a:pt x="0" y="0"/>
                  </a:cubicBezTo>
                </a:path>
              </a:pathLst>
            </a:custGeom>
            <a:solidFill>
              <a:srgbClr val="6C2D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0293" name="Freeform 736">
              <a:extLst>
                <a:ext uri="{FF2B5EF4-FFF2-40B4-BE49-F238E27FC236}">
                  <a16:creationId xmlns:a16="http://schemas.microsoft.com/office/drawing/2014/main" id="{ECC363B1-8896-4EDA-AEAD-EB05AD4259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2" y="3678"/>
              <a:ext cx="105" cy="237"/>
            </a:xfrm>
            <a:custGeom>
              <a:avLst/>
              <a:gdLst>
                <a:gd name="T0" fmla="*/ 57 w 99"/>
                <a:gd name="T1" fmla="*/ 0 h 224"/>
                <a:gd name="T2" fmla="*/ 36 w 99"/>
                <a:gd name="T3" fmla="*/ 13 h 224"/>
                <a:gd name="T4" fmla="*/ 12 w 99"/>
                <a:gd name="T5" fmla="*/ 23 h 224"/>
                <a:gd name="T6" fmla="*/ 2 w 99"/>
                <a:gd name="T7" fmla="*/ 59 h 224"/>
                <a:gd name="T8" fmla="*/ 32 w 99"/>
                <a:gd name="T9" fmla="*/ 124 h 224"/>
                <a:gd name="T10" fmla="*/ 48 w 99"/>
                <a:gd name="T11" fmla="*/ 158 h 224"/>
                <a:gd name="T12" fmla="*/ 37 w 99"/>
                <a:gd name="T13" fmla="*/ 197 h 224"/>
                <a:gd name="T14" fmla="*/ 75 w 99"/>
                <a:gd name="T15" fmla="*/ 257 h 224"/>
                <a:gd name="T16" fmla="*/ 98 w 99"/>
                <a:gd name="T17" fmla="*/ 265 h 224"/>
                <a:gd name="T18" fmla="*/ 110 w 99"/>
                <a:gd name="T19" fmla="*/ 266 h 224"/>
                <a:gd name="T20" fmla="*/ 118 w 99"/>
                <a:gd name="T21" fmla="*/ 263 h 224"/>
                <a:gd name="T22" fmla="*/ 91 w 99"/>
                <a:gd name="T23" fmla="*/ 253 h 224"/>
                <a:gd name="T24" fmla="*/ 67 w 99"/>
                <a:gd name="T25" fmla="*/ 234 h 224"/>
                <a:gd name="T26" fmla="*/ 55 w 99"/>
                <a:gd name="T27" fmla="*/ 207 h 224"/>
                <a:gd name="T28" fmla="*/ 57 w 99"/>
                <a:gd name="T29" fmla="*/ 175 h 224"/>
                <a:gd name="T30" fmla="*/ 58 w 99"/>
                <a:gd name="T31" fmla="*/ 150 h 224"/>
                <a:gd name="T32" fmla="*/ 57 w 99"/>
                <a:gd name="T33" fmla="*/ 134 h 224"/>
                <a:gd name="T34" fmla="*/ 64 w 99"/>
                <a:gd name="T35" fmla="*/ 130 h 224"/>
                <a:gd name="T36" fmla="*/ 76 w 99"/>
                <a:gd name="T37" fmla="*/ 124 h 224"/>
                <a:gd name="T38" fmla="*/ 106 w 99"/>
                <a:gd name="T39" fmla="*/ 110 h 224"/>
                <a:gd name="T40" fmla="*/ 59 w 99"/>
                <a:gd name="T41" fmla="*/ 128 h 224"/>
                <a:gd name="T42" fmla="*/ 43 w 99"/>
                <a:gd name="T43" fmla="*/ 121 h 224"/>
                <a:gd name="T44" fmla="*/ 22 w 99"/>
                <a:gd name="T45" fmla="*/ 97 h 224"/>
                <a:gd name="T46" fmla="*/ 15 w 99"/>
                <a:gd name="T47" fmla="*/ 73 h 224"/>
                <a:gd name="T48" fmla="*/ 12 w 99"/>
                <a:gd name="T49" fmla="*/ 41 h 224"/>
                <a:gd name="T50" fmla="*/ 35 w 99"/>
                <a:gd name="T51" fmla="*/ 17 h 224"/>
                <a:gd name="T52" fmla="*/ 58 w 99"/>
                <a:gd name="T53" fmla="*/ 4 h 224"/>
                <a:gd name="T54" fmla="*/ 58 w 99"/>
                <a:gd name="T55" fmla="*/ 3 h 224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99" h="224">
                  <a:moveTo>
                    <a:pt x="48" y="0"/>
                  </a:moveTo>
                  <a:cubicBezTo>
                    <a:pt x="42" y="4"/>
                    <a:pt x="37" y="7"/>
                    <a:pt x="30" y="10"/>
                  </a:cubicBezTo>
                  <a:cubicBezTo>
                    <a:pt x="24" y="13"/>
                    <a:pt x="15" y="16"/>
                    <a:pt x="9" y="20"/>
                  </a:cubicBezTo>
                  <a:cubicBezTo>
                    <a:pt x="1" y="26"/>
                    <a:pt x="3" y="41"/>
                    <a:pt x="2" y="50"/>
                  </a:cubicBezTo>
                  <a:cubicBezTo>
                    <a:pt x="0" y="72"/>
                    <a:pt x="8" y="92"/>
                    <a:pt x="26" y="105"/>
                  </a:cubicBezTo>
                  <a:cubicBezTo>
                    <a:pt x="37" y="112"/>
                    <a:pt x="41" y="120"/>
                    <a:pt x="40" y="133"/>
                  </a:cubicBezTo>
                  <a:cubicBezTo>
                    <a:pt x="39" y="145"/>
                    <a:pt x="33" y="155"/>
                    <a:pt x="31" y="166"/>
                  </a:cubicBezTo>
                  <a:cubicBezTo>
                    <a:pt x="26" y="188"/>
                    <a:pt x="42" y="210"/>
                    <a:pt x="63" y="217"/>
                  </a:cubicBezTo>
                  <a:cubicBezTo>
                    <a:pt x="69" y="219"/>
                    <a:pt x="75" y="222"/>
                    <a:pt x="82" y="223"/>
                  </a:cubicBezTo>
                  <a:cubicBezTo>
                    <a:pt x="85" y="223"/>
                    <a:pt x="89" y="224"/>
                    <a:pt x="92" y="224"/>
                  </a:cubicBezTo>
                  <a:cubicBezTo>
                    <a:pt x="95" y="223"/>
                    <a:pt x="96" y="221"/>
                    <a:pt x="99" y="222"/>
                  </a:cubicBezTo>
                  <a:cubicBezTo>
                    <a:pt x="92" y="221"/>
                    <a:pt x="82" y="217"/>
                    <a:pt x="76" y="214"/>
                  </a:cubicBezTo>
                  <a:cubicBezTo>
                    <a:pt x="67" y="211"/>
                    <a:pt x="61" y="206"/>
                    <a:pt x="56" y="198"/>
                  </a:cubicBezTo>
                  <a:cubicBezTo>
                    <a:pt x="52" y="191"/>
                    <a:pt x="47" y="183"/>
                    <a:pt x="46" y="175"/>
                  </a:cubicBezTo>
                  <a:cubicBezTo>
                    <a:pt x="45" y="166"/>
                    <a:pt x="47" y="156"/>
                    <a:pt x="48" y="147"/>
                  </a:cubicBezTo>
                  <a:cubicBezTo>
                    <a:pt x="49" y="140"/>
                    <a:pt x="49" y="134"/>
                    <a:pt x="49" y="127"/>
                  </a:cubicBezTo>
                  <a:cubicBezTo>
                    <a:pt x="48" y="123"/>
                    <a:pt x="46" y="116"/>
                    <a:pt x="48" y="113"/>
                  </a:cubicBezTo>
                  <a:cubicBezTo>
                    <a:pt x="50" y="111"/>
                    <a:pt x="52" y="111"/>
                    <a:pt x="54" y="110"/>
                  </a:cubicBezTo>
                  <a:cubicBezTo>
                    <a:pt x="58" y="109"/>
                    <a:pt x="61" y="107"/>
                    <a:pt x="64" y="105"/>
                  </a:cubicBezTo>
                  <a:cubicBezTo>
                    <a:pt x="72" y="100"/>
                    <a:pt x="81" y="96"/>
                    <a:pt x="89" y="93"/>
                  </a:cubicBezTo>
                  <a:cubicBezTo>
                    <a:pt x="74" y="92"/>
                    <a:pt x="63" y="103"/>
                    <a:pt x="50" y="108"/>
                  </a:cubicBezTo>
                  <a:cubicBezTo>
                    <a:pt x="43" y="110"/>
                    <a:pt x="41" y="107"/>
                    <a:pt x="37" y="102"/>
                  </a:cubicBezTo>
                  <a:cubicBezTo>
                    <a:pt x="31" y="95"/>
                    <a:pt x="23" y="90"/>
                    <a:pt x="19" y="82"/>
                  </a:cubicBezTo>
                  <a:cubicBezTo>
                    <a:pt x="15" y="76"/>
                    <a:pt x="14" y="68"/>
                    <a:pt x="12" y="61"/>
                  </a:cubicBezTo>
                  <a:cubicBezTo>
                    <a:pt x="10" y="52"/>
                    <a:pt x="4" y="44"/>
                    <a:pt x="9" y="35"/>
                  </a:cubicBezTo>
                  <a:cubicBezTo>
                    <a:pt x="13" y="27"/>
                    <a:pt x="22" y="20"/>
                    <a:pt x="29" y="14"/>
                  </a:cubicBezTo>
                  <a:cubicBezTo>
                    <a:pt x="35" y="9"/>
                    <a:pt x="41" y="6"/>
                    <a:pt x="49" y="4"/>
                  </a:cubicBezTo>
                  <a:cubicBezTo>
                    <a:pt x="49" y="4"/>
                    <a:pt x="49" y="4"/>
                    <a:pt x="49" y="3"/>
                  </a:cubicBezTo>
                </a:path>
              </a:pathLst>
            </a:custGeom>
            <a:solidFill>
              <a:srgbClr val="8C3F3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0294" name="Freeform 737">
              <a:extLst>
                <a:ext uri="{FF2B5EF4-FFF2-40B4-BE49-F238E27FC236}">
                  <a16:creationId xmlns:a16="http://schemas.microsoft.com/office/drawing/2014/main" id="{AD98B3DF-00FB-4912-9BB2-16DE86B3D6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6" y="1601"/>
              <a:ext cx="131" cy="265"/>
            </a:xfrm>
            <a:custGeom>
              <a:avLst/>
              <a:gdLst>
                <a:gd name="T0" fmla="*/ 8 w 124"/>
                <a:gd name="T1" fmla="*/ 75 h 251"/>
                <a:gd name="T2" fmla="*/ 39 w 124"/>
                <a:gd name="T3" fmla="*/ 151 h 251"/>
                <a:gd name="T4" fmla="*/ 41 w 124"/>
                <a:gd name="T5" fmla="*/ 187 h 251"/>
                <a:gd name="T6" fmla="*/ 36 w 124"/>
                <a:gd name="T7" fmla="*/ 215 h 251"/>
                <a:gd name="T8" fmla="*/ 66 w 124"/>
                <a:gd name="T9" fmla="*/ 278 h 251"/>
                <a:gd name="T10" fmla="*/ 96 w 124"/>
                <a:gd name="T11" fmla="*/ 296 h 251"/>
                <a:gd name="T12" fmla="*/ 146 w 124"/>
                <a:gd name="T13" fmla="*/ 284 h 251"/>
                <a:gd name="T14" fmla="*/ 110 w 124"/>
                <a:gd name="T15" fmla="*/ 269 h 251"/>
                <a:gd name="T16" fmla="*/ 95 w 124"/>
                <a:gd name="T17" fmla="*/ 221 h 251"/>
                <a:gd name="T18" fmla="*/ 81 w 124"/>
                <a:gd name="T19" fmla="*/ 167 h 251"/>
                <a:gd name="T20" fmla="*/ 52 w 124"/>
                <a:gd name="T21" fmla="*/ 102 h 251"/>
                <a:gd name="T22" fmla="*/ 19 w 124"/>
                <a:gd name="T23" fmla="*/ 18 h 251"/>
                <a:gd name="T24" fmla="*/ 12 w 124"/>
                <a:gd name="T25" fmla="*/ 13 h 251"/>
                <a:gd name="T26" fmla="*/ 0 w 124"/>
                <a:gd name="T27" fmla="*/ 43 h 25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24" h="251">
                  <a:moveTo>
                    <a:pt x="8" y="63"/>
                  </a:moveTo>
                  <a:cubicBezTo>
                    <a:pt x="21" y="80"/>
                    <a:pt x="30" y="106"/>
                    <a:pt x="33" y="128"/>
                  </a:cubicBezTo>
                  <a:cubicBezTo>
                    <a:pt x="34" y="138"/>
                    <a:pt x="35" y="149"/>
                    <a:pt x="35" y="159"/>
                  </a:cubicBezTo>
                  <a:cubicBezTo>
                    <a:pt x="34" y="168"/>
                    <a:pt x="31" y="175"/>
                    <a:pt x="30" y="183"/>
                  </a:cubicBezTo>
                  <a:cubicBezTo>
                    <a:pt x="30" y="198"/>
                    <a:pt x="47" y="224"/>
                    <a:pt x="56" y="236"/>
                  </a:cubicBezTo>
                  <a:cubicBezTo>
                    <a:pt x="63" y="245"/>
                    <a:pt x="69" y="251"/>
                    <a:pt x="81" y="251"/>
                  </a:cubicBezTo>
                  <a:cubicBezTo>
                    <a:pt x="96" y="251"/>
                    <a:pt x="110" y="241"/>
                    <a:pt x="124" y="242"/>
                  </a:cubicBezTo>
                  <a:cubicBezTo>
                    <a:pt x="115" y="238"/>
                    <a:pt x="99" y="236"/>
                    <a:pt x="93" y="229"/>
                  </a:cubicBezTo>
                  <a:cubicBezTo>
                    <a:pt x="83" y="219"/>
                    <a:pt x="81" y="201"/>
                    <a:pt x="80" y="188"/>
                  </a:cubicBezTo>
                  <a:cubicBezTo>
                    <a:pt x="80" y="172"/>
                    <a:pt x="76" y="157"/>
                    <a:pt x="69" y="142"/>
                  </a:cubicBezTo>
                  <a:cubicBezTo>
                    <a:pt x="60" y="124"/>
                    <a:pt x="54" y="104"/>
                    <a:pt x="44" y="87"/>
                  </a:cubicBezTo>
                  <a:cubicBezTo>
                    <a:pt x="32" y="65"/>
                    <a:pt x="14" y="41"/>
                    <a:pt x="16" y="15"/>
                  </a:cubicBezTo>
                  <a:cubicBezTo>
                    <a:pt x="17" y="5"/>
                    <a:pt x="18" y="0"/>
                    <a:pt x="9" y="10"/>
                  </a:cubicBezTo>
                  <a:cubicBezTo>
                    <a:pt x="4" y="16"/>
                    <a:pt x="1" y="28"/>
                    <a:pt x="0" y="37"/>
                  </a:cubicBezTo>
                </a:path>
              </a:pathLst>
            </a:custGeom>
            <a:solidFill>
              <a:srgbClr val="6C2D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0295" name="Freeform 738">
              <a:extLst>
                <a:ext uri="{FF2B5EF4-FFF2-40B4-BE49-F238E27FC236}">
                  <a16:creationId xmlns:a16="http://schemas.microsoft.com/office/drawing/2014/main" id="{818B6845-D04F-450D-B5FF-FDAF9BDA16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9" y="1974"/>
              <a:ext cx="109" cy="243"/>
            </a:xfrm>
            <a:custGeom>
              <a:avLst/>
              <a:gdLst>
                <a:gd name="T0" fmla="*/ 5 w 103"/>
                <a:gd name="T1" fmla="*/ 0 h 230"/>
                <a:gd name="T2" fmla="*/ 122 w 103"/>
                <a:gd name="T3" fmla="*/ 204 h 230"/>
                <a:gd name="T4" fmla="*/ 90 w 103"/>
                <a:gd name="T5" fmla="*/ 230 h 230"/>
                <a:gd name="T6" fmla="*/ 71 w 103"/>
                <a:gd name="T7" fmla="*/ 236 h 230"/>
                <a:gd name="T8" fmla="*/ 28 w 103"/>
                <a:gd name="T9" fmla="*/ 195 h 230"/>
                <a:gd name="T10" fmla="*/ 8 w 103"/>
                <a:gd name="T11" fmla="*/ 138 h 230"/>
                <a:gd name="T12" fmla="*/ 7 w 103"/>
                <a:gd name="T13" fmla="*/ 67 h 23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3" h="230">
                  <a:moveTo>
                    <a:pt x="5" y="0"/>
                  </a:moveTo>
                  <a:cubicBezTo>
                    <a:pt x="14" y="34"/>
                    <a:pt x="19" y="230"/>
                    <a:pt x="103" y="173"/>
                  </a:cubicBezTo>
                  <a:cubicBezTo>
                    <a:pt x="94" y="181"/>
                    <a:pt x="84" y="188"/>
                    <a:pt x="76" y="195"/>
                  </a:cubicBezTo>
                  <a:cubicBezTo>
                    <a:pt x="71" y="199"/>
                    <a:pt x="68" y="202"/>
                    <a:pt x="60" y="200"/>
                  </a:cubicBezTo>
                  <a:cubicBezTo>
                    <a:pt x="45" y="197"/>
                    <a:pt x="33" y="177"/>
                    <a:pt x="24" y="166"/>
                  </a:cubicBezTo>
                  <a:cubicBezTo>
                    <a:pt x="12" y="149"/>
                    <a:pt x="9" y="137"/>
                    <a:pt x="8" y="117"/>
                  </a:cubicBezTo>
                  <a:cubicBezTo>
                    <a:pt x="8" y="98"/>
                    <a:pt x="0" y="75"/>
                    <a:pt x="7" y="57"/>
                  </a:cubicBezTo>
                </a:path>
              </a:pathLst>
            </a:custGeom>
            <a:solidFill>
              <a:srgbClr val="8C3F3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0296" name="Freeform 739">
              <a:extLst>
                <a:ext uri="{FF2B5EF4-FFF2-40B4-BE49-F238E27FC236}">
                  <a16:creationId xmlns:a16="http://schemas.microsoft.com/office/drawing/2014/main" id="{244686D9-50D3-4BF7-ADC3-8F676DDAEE8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5" y="3885"/>
              <a:ext cx="146" cy="62"/>
            </a:xfrm>
            <a:custGeom>
              <a:avLst/>
              <a:gdLst>
                <a:gd name="T0" fmla="*/ 163 w 138"/>
                <a:gd name="T1" fmla="*/ 65 h 58"/>
                <a:gd name="T2" fmla="*/ 111 w 138"/>
                <a:gd name="T3" fmla="*/ 20 h 58"/>
                <a:gd name="T4" fmla="*/ 74 w 138"/>
                <a:gd name="T5" fmla="*/ 1 h 58"/>
                <a:gd name="T6" fmla="*/ 0 w 138"/>
                <a:gd name="T7" fmla="*/ 24 h 58"/>
                <a:gd name="T8" fmla="*/ 36 w 138"/>
                <a:gd name="T9" fmla="*/ 41 h 58"/>
                <a:gd name="T10" fmla="*/ 79 w 138"/>
                <a:gd name="T11" fmla="*/ 44 h 58"/>
                <a:gd name="T12" fmla="*/ 161 w 138"/>
                <a:gd name="T13" fmla="*/ 66 h 5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8" h="58">
                  <a:moveTo>
                    <a:pt x="138" y="53"/>
                  </a:moveTo>
                  <a:cubicBezTo>
                    <a:pt x="126" y="58"/>
                    <a:pt x="101" y="25"/>
                    <a:pt x="94" y="17"/>
                  </a:cubicBezTo>
                  <a:cubicBezTo>
                    <a:pt x="84" y="6"/>
                    <a:pt x="77" y="0"/>
                    <a:pt x="62" y="1"/>
                  </a:cubicBezTo>
                  <a:cubicBezTo>
                    <a:pt x="41" y="2"/>
                    <a:pt x="22" y="18"/>
                    <a:pt x="0" y="20"/>
                  </a:cubicBezTo>
                  <a:cubicBezTo>
                    <a:pt x="9" y="25"/>
                    <a:pt x="20" y="32"/>
                    <a:pt x="30" y="34"/>
                  </a:cubicBezTo>
                  <a:cubicBezTo>
                    <a:pt x="42" y="36"/>
                    <a:pt x="55" y="36"/>
                    <a:pt x="67" y="36"/>
                  </a:cubicBezTo>
                  <a:cubicBezTo>
                    <a:pt x="91" y="36"/>
                    <a:pt x="115" y="44"/>
                    <a:pt x="136" y="54"/>
                  </a:cubicBezTo>
                </a:path>
              </a:pathLst>
            </a:custGeom>
            <a:solidFill>
              <a:srgbClr val="8C3F3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0297" name="Freeform 740">
              <a:extLst>
                <a:ext uri="{FF2B5EF4-FFF2-40B4-BE49-F238E27FC236}">
                  <a16:creationId xmlns:a16="http://schemas.microsoft.com/office/drawing/2014/main" id="{14D09A28-B3C9-4087-ABFE-3F1546C50C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8" y="3738"/>
              <a:ext cx="78" cy="60"/>
            </a:xfrm>
            <a:custGeom>
              <a:avLst/>
              <a:gdLst>
                <a:gd name="T0" fmla="*/ 86 w 74"/>
                <a:gd name="T1" fmla="*/ 45 h 57"/>
                <a:gd name="T2" fmla="*/ 62 w 74"/>
                <a:gd name="T3" fmla="*/ 52 h 57"/>
                <a:gd name="T4" fmla="*/ 35 w 74"/>
                <a:gd name="T5" fmla="*/ 44 h 57"/>
                <a:gd name="T6" fmla="*/ 14 w 74"/>
                <a:gd name="T7" fmla="*/ 21 h 57"/>
                <a:gd name="T8" fmla="*/ 2 w 74"/>
                <a:gd name="T9" fmla="*/ 0 h 57"/>
                <a:gd name="T10" fmla="*/ 36 w 74"/>
                <a:gd name="T11" fmla="*/ 58 h 57"/>
                <a:gd name="T12" fmla="*/ 53 w 74"/>
                <a:gd name="T13" fmla="*/ 63 h 57"/>
                <a:gd name="T14" fmla="*/ 71 w 74"/>
                <a:gd name="T15" fmla="*/ 52 h 5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4" h="57">
                  <a:moveTo>
                    <a:pt x="74" y="39"/>
                  </a:moveTo>
                  <a:cubicBezTo>
                    <a:pt x="67" y="41"/>
                    <a:pt x="62" y="45"/>
                    <a:pt x="53" y="45"/>
                  </a:cubicBezTo>
                  <a:cubicBezTo>
                    <a:pt x="44" y="46"/>
                    <a:pt x="36" y="43"/>
                    <a:pt x="29" y="38"/>
                  </a:cubicBezTo>
                  <a:cubicBezTo>
                    <a:pt x="22" y="33"/>
                    <a:pt x="16" y="25"/>
                    <a:pt x="11" y="18"/>
                  </a:cubicBezTo>
                  <a:cubicBezTo>
                    <a:pt x="7" y="12"/>
                    <a:pt x="5" y="5"/>
                    <a:pt x="2" y="0"/>
                  </a:cubicBezTo>
                  <a:cubicBezTo>
                    <a:pt x="0" y="19"/>
                    <a:pt x="17" y="37"/>
                    <a:pt x="30" y="49"/>
                  </a:cubicBezTo>
                  <a:cubicBezTo>
                    <a:pt x="35" y="54"/>
                    <a:pt x="38" y="57"/>
                    <a:pt x="45" y="54"/>
                  </a:cubicBezTo>
                  <a:cubicBezTo>
                    <a:pt x="50" y="52"/>
                    <a:pt x="55" y="46"/>
                    <a:pt x="61" y="45"/>
                  </a:cubicBezTo>
                </a:path>
              </a:pathLst>
            </a:custGeom>
            <a:solidFill>
              <a:srgbClr val="8C3F3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0298" name="Freeform 741">
              <a:extLst>
                <a:ext uri="{FF2B5EF4-FFF2-40B4-BE49-F238E27FC236}">
                  <a16:creationId xmlns:a16="http://schemas.microsoft.com/office/drawing/2014/main" id="{1DE43FC7-531C-490F-BBA4-F518D920F0B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5" y="1624"/>
              <a:ext cx="153" cy="256"/>
            </a:xfrm>
            <a:custGeom>
              <a:avLst/>
              <a:gdLst>
                <a:gd name="T0" fmla="*/ 164 w 145"/>
                <a:gd name="T1" fmla="*/ 0 h 243"/>
                <a:gd name="T2" fmla="*/ 146 w 145"/>
                <a:gd name="T3" fmla="*/ 50 h 243"/>
                <a:gd name="T4" fmla="*/ 146 w 145"/>
                <a:gd name="T5" fmla="*/ 96 h 243"/>
                <a:gd name="T6" fmla="*/ 155 w 145"/>
                <a:gd name="T7" fmla="*/ 177 h 243"/>
                <a:gd name="T8" fmla="*/ 123 w 145"/>
                <a:gd name="T9" fmla="*/ 206 h 243"/>
                <a:gd name="T10" fmla="*/ 95 w 145"/>
                <a:gd name="T11" fmla="*/ 240 h 243"/>
                <a:gd name="T12" fmla="*/ 8 w 145"/>
                <a:gd name="T13" fmla="*/ 283 h 243"/>
                <a:gd name="T14" fmla="*/ 0 w 145"/>
                <a:gd name="T15" fmla="*/ 284 h 243"/>
                <a:gd name="T16" fmla="*/ 46 w 145"/>
                <a:gd name="T17" fmla="*/ 261 h 243"/>
                <a:gd name="T18" fmla="*/ 84 w 145"/>
                <a:gd name="T19" fmla="*/ 225 h 243"/>
                <a:gd name="T20" fmla="*/ 108 w 145"/>
                <a:gd name="T21" fmla="*/ 195 h 243"/>
                <a:gd name="T22" fmla="*/ 133 w 145"/>
                <a:gd name="T23" fmla="*/ 169 h 243"/>
                <a:gd name="T24" fmla="*/ 126 w 145"/>
                <a:gd name="T25" fmla="*/ 79 h 243"/>
                <a:gd name="T26" fmla="*/ 164 w 145"/>
                <a:gd name="T27" fmla="*/ 4 h 243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45" h="243">
                  <a:moveTo>
                    <a:pt x="139" y="0"/>
                  </a:moveTo>
                  <a:cubicBezTo>
                    <a:pt x="141" y="9"/>
                    <a:pt x="127" y="31"/>
                    <a:pt x="124" y="43"/>
                  </a:cubicBezTo>
                  <a:cubicBezTo>
                    <a:pt x="120" y="56"/>
                    <a:pt x="121" y="69"/>
                    <a:pt x="124" y="82"/>
                  </a:cubicBezTo>
                  <a:cubicBezTo>
                    <a:pt x="129" y="103"/>
                    <a:pt x="145" y="128"/>
                    <a:pt x="132" y="151"/>
                  </a:cubicBezTo>
                  <a:cubicBezTo>
                    <a:pt x="126" y="162"/>
                    <a:pt x="113" y="168"/>
                    <a:pt x="105" y="177"/>
                  </a:cubicBezTo>
                  <a:cubicBezTo>
                    <a:pt x="96" y="185"/>
                    <a:pt x="89" y="196"/>
                    <a:pt x="81" y="205"/>
                  </a:cubicBezTo>
                  <a:cubicBezTo>
                    <a:pt x="62" y="226"/>
                    <a:pt x="37" y="242"/>
                    <a:pt x="8" y="242"/>
                  </a:cubicBezTo>
                  <a:cubicBezTo>
                    <a:pt x="5" y="242"/>
                    <a:pt x="2" y="243"/>
                    <a:pt x="0" y="243"/>
                  </a:cubicBezTo>
                  <a:cubicBezTo>
                    <a:pt x="13" y="235"/>
                    <a:pt x="28" y="232"/>
                    <a:pt x="40" y="223"/>
                  </a:cubicBezTo>
                  <a:cubicBezTo>
                    <a:pt x="52" y="215"/>
                    <a:pt x="63" y="204"/>
                    <a:pt x="72" y="193"/>
                  </a:cubicBezTo>
                  <a:cubicBezTo>
                    <a:pt x="78" y="184"/>
                    <a:pt x="84" y="175"/>
                    <a:pt x="92" y="167"/>
                  </a:cubicBezTo>
                  <a:cubicBezTo>
                    <a:pt x="98" y="159"/>
                    <a:pt x="109" y="153"/>
                    <a:pt x="113" y="144"/>
                  </a:cubicBezTo>
                  <a:cubicBezTo>
                    <a:pt x="124" y="118"/>
                    <a:pt x="105" y="92"/>
                    <a:pt x="107" y="67"/>
                  </a:cubicBezTo>
                  <a:cubicBezTo>
                    <a:pt x="109" y="42"/>
                    <a:pt x="128" y="25"/>
                    <a:pt x="139" y="4"/>
                  </a:cubicBezTo>
                </a:path>
              </a:pathLst>
            </a:custGeom>
            <a:solidFill>
              <a:srgbClr val="6C2D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0299" name="Freeform 742">
              <a:extLst>
                <a:ext uri="{FF2B5EF4-FFF2-40B4-BE49-F238E27FC236}">
                  <a16:creationId xmlns:a16="http://schemas.microsoft.com/office/drawing/2014/main" id="{D5193146-8B2C-4077-9CBC-62F02FA69DB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9" y="1446"/>
              <a:ext cx="25" cy="45"/>
            </a:xfrm>
            <a:custGeom>
              <a:avLst/>
              <a:gdLst>
                <a:gd name="T0" fmla="*/ 27 w 24"/>
                <a:gd name="T1" fmla="*/ 33 h 42"/>
                <a:gd name="T2" fmla="*/ 9 w 24"/>
                <a:gd name="T3" fmla="*/ 27 h 42"/>
                <a:gd name="T4" fmla="*/ 15 w 24"/>
                <a:gd name="T5" fmla="*/ 51 h 42"/>
                <a:gd name="T6" fmla="*/ 4 w 24"/>
                <a:gd name="T7" fmla="*/ 16 h 42"/>
                <a:gd name="T8" fmla="*/ 24 w 24"/>
                <a:gd name="T9" fmla="*/ 27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42">
                  <a:moveTo>
                    <a:pt x="24" y="27"/>
                  </a:moveTo>
                  <a:cubicBezTo>
                    <a:pt x="21" y="27"/>
                    <a:pt x="15" y="11"/>
                    <a:pt x="9" y="21"/>
                  </a:cubicBezTo>
                  <a:cubicBezTo>
                    <a:pt x="6" y="26"/>
                    <a:pt x="12" y="37"/>
                    <a:pt x="12" y="42"/>
                  </a:cubicBezTo>
                  <a:cubicBezTo>
                    <a:pt x="6" y="37"/>
                    <a:pt x="0" y="20"/>
                    <a:pt x="4" y="13"/>
                  </a:cubicBezTo>
                  <a:cubicBezTo>
                    <a:pt x="11" y="0"/>
                    <a:pt x="17" y="16"/>
                    <a:pt x="21" y="21"/>
                  </a:cubicBezTo>
                </a:path>
              </a:pathLst>
            </a:custGeom>
            <a:solidFill>
              <a:srgbClr val="8C3F3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0300" name="Freeform 743">
              <a:extLst>
                <a:ext uri="{FF2B5EF4-FFF2-40B4-BE49-F238E27FC236}">
                  <a16:creationId xmlns:a16="http://schemas.microsoft.com/office/drawing/2014/main" id="{EF383087-5C44-4493-8763-5EB68058D9E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5" y="1529"/>
              <a:ext cx="32" cy="29"/>
            </a:xfrm>
            <a:custGeom>
              <a:avLst/>
              <a:gdLst>
                <a:gd name="T0" fmla="*/ 5 w 30"/>
                <a:gd name="T1" fmla="*/ 31 h 28"/>
                <a:gd name="T2" fmla="*/ 17 w 30"/>
                <a:gd name="T3" fmla="*/ 9 h 28"/>
                <a:gd name="T4" fmla="*/ 0 w 30"/>
                <a:gd name="T5" fmla="*/ 8 h 28"/>
                <a:gd name="T6" fmla="*/ 23 w 30"/>
                <a:gd name="T7" fmla="*/ 2 h 28"/>
                <a:gd name="T8" fmla="*/ 11 w 30"/>
                <a:gd name="T9" fmla="*/ 30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28">
                  <a:moveTo>
                    <a:pt x="5" y="28"/>
                  </a:moveTo>
                  <a:cubicBezTo>
                    <a:pt x="10" y="24"/>
                    <a:pt x="19" y="15"/>
                    <a:pt x="14" y="9"/>
                  </a:cubicBezTo>
                  <a:cubicBezTo>
                    <a:pt x="11" y="5"/>
                    <a:pt x="4" y="6"/>
                    <a:pt x="0" y="8"/>
                  </a:cubicBezTo>
                  <a:cubicBezTo>
                    <a:pt x="3" y="5"/>
                    <a:pt x="16" y="0"/>
                    <a:pt x="20" y="2"/>
                  </a:cubicBezTo>
                  <a:cubicBezTo>
                    <a:pt x="30" y="9"/>
                    <a:pt x="12" y="23"/>
                    <a:pt x="8" y="27"/>
                  </a:cubicBezTo>
                </a:path>
              </a:pathLst>
            </a:custGeom>
            <a:solidFill>
              <a:srgbClr val="8C3F3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0301" name="Freeform 744">
              <a:extLst>
                <a:ext uri="{FF2B5EF4-FFF2-40B4-BE49-F238E27FC236}">
                  <a16:creationId xmlns:a16="http://schemas.microsoft.com/office/drawing/2014/main" id="{13380D5E-6E0C-448D-A506-8E394E1F9D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8" y="1617"/>
              <a:ext cx="33" cy="30"/>
            </a:xfrm>
            <a:custGeom>
              <a:avLst/>
              <a:gdLst>
                <a:gd name="T0" fmla="*/ 3 w 32"/>
                <a:gd name="T1" fmla="*/ 0 h 28"/>
                <a:gd name="T2" fmla="*/ 14 w 32"/>
                <a:gd name="T3" fmla="*/ 15 h 28"/>
                <a:gd name="T4" fmla="*/ 0 w 32"/>
                <a:gd name="T5" fmla="*/ 27 h 28"/>
                <a:gd name="T6" fmla="*/ 11 w 32"/>
                <a:gd name="T7" fmla="*/ 0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28">
                  <a:moveTo>
                    <a:pt x="3" y="0"/>
                  </a:moveTo>
                  <a:cubicBezTo>
                    <a:pt x="8" y="4"/>
                    <a:pt x="15" y="3"/>
                    <a:pt x="14" y="12"/>
                  </a:cubicBezTo>
                  <a:cubicBezTo>
                    <a:pt x="13" y="19"/>
                    <a:pt x="6" y="21"/>
                    <a:pt x="0" y="21"/>
                  </a:cubicBezTo>
                  <a:cubicBezTo>
                    <a:pt x="19" y="28"/>
                    <a:pt x="32" y="0"/>
                    <a:pt x="11" y="0"/>
                  </a:cubicBezTo>
                </a:path>
              </a:pathLst>
            </a:custGeom>
            <a:solidFill>
              <a:srgbClr val="8C3F3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0302" name="Freeform 745">
              <a:extLst>
                <a:ext uri="{FF2B5EF4-FFF2-40B4-BE49-F238E27FC236}">
                  <a16:creationId xmlns:a16="http://schemas.microsoft.com/office/drawing/2014/main" id="{9ABAE332-0722-45C8-AA42-2BBAFB1906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2" y="1202"/>
              <a:ext cx="520" cy="578"/>
            </a:xfrm>
            <a:custGeom>
              <a:avLst/>
              <a:gdLst>
                <a:gd name="T0" fmla="*/ 0 w 493"/>
                <a:gd name="T1" fmla="*/ 0 h 547"/>
                <a:gd name="T2" fmla="*/ 432 w 493"/>
                <a:gd name="T3" fmla="*/ 218 h 547"/>
                <a:gd name="T4" fmla="*/ 486 w 493"/>
                <a:gd name="T5" fmla="*/ 317 h 547"/>
                <a:gd name="T6" fmla="*/ 578 w 493"/>
                <a:gd name="T7" fmla="*/ 646 h 547"/>
                <a:gd name="T8" fmla="*/ 492 w 493"/>
                <a:gd name="T9" fmla="*/ 341 h 547"/>
                <a:gd name="T10" fmla="*/ 422 w 493"/>
                <a:gd name="T11" fmla="*/ 225 h 547"/>
                <a:gd name="T12" fmla="*/ 0 w 493"/>
                <a:gd name="T13" fmla="*/ 0 h 54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93" h="547">
                  <a:moveTo>
                    <a:pt x="0" y="0"/>
                  </a:moveTo>
                  <a:cubicBezTo>
                    <a:pt x="0" y="0"/>
                    <a:pt x="296" y="15"/>
                    <a:pt x="369" y="185"/>
                  </a:cubicBezTo>
                  <a:cubicBezTo>
                    <a:pt x="389" y="234"/>
                    <a:pt x="398" y="252"/>
                    <a:pt x="414" y="269"/>
                  </a:cubicBezTo>
                  <a:cubicBezTo>
                    <a:pt x="430" y="287"/>
                    <a:pt x="478" y="350"/>
                    <a:pt x="493" y="547"/>
                  </a:cubicBezTo>
                  <a:cubicBezTo>
                    <a:pt x="493" y="547"/>
                    <a:pt x="475" y="371"/>
                    <a:pt x="419" y="290"/>
                  </a:cubicBezTo>
                  <a:cubicBezTo>
                    <a:pt x="364" y="209"/>
                    <a:pt x="370" y="212"/>
                    <a:pt x="359" y="191"/>
                  </a:cubicBezTo>
                  <a:cubicBezTo>
                    <a:pt x="349" y="170"/>
                    <a:pt x="294" y="34"/>
                    <a:pt x="0" y="0"/>
                  </a:cubicBezTo>
                  <a:close/>
                </a:path>
              </a:pathLst>
            </a:custGeom>
            <a:solidFill>
              <a:srgbClr val="6C2D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0303" name="Freeform 746">
              <a:extLst>
                <a:ext uri="{FF2B5EF4-FFF2-40B4-BE49-F238E27FC236}">
                  <a16:creationId xmlns:a16="http://schemas.microsoft.com/office/drawing/2014/main" id="{83BA1E34-8695-4417-808E-695264DE231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3" y="1829"/>
              <a:ext cx="82" cy="101"/>
            </a:xfrm>
            <a:custGeom>
              <a:avLst/>
              <a:gdLst>
                <a:gd name="T0" fmla="*/ 58 w 78"/>
                <a:gd name="T1" fmla="*/ 0 h 95"/>
                <a:gd name="T2" fmla="*/ 70 w 78"/>
                <a:gd name="T3" fmla="*/ 65 h 95"/>
                <a:gd name="T4" fmla="*/ 47 w 78"/>
                <a:gd name="T5" fmla="*/ 98 h 95"/>
                <a:gd name="T6" fmla="*/ 0 w 78"/>
                <a:gd name="T7" fmla="*/ 112 h 95"/>
                <a:gd name="T8" fmla="*/ 32 w 78"/>
                <a:gd name="T9" fmla="*/ 91 h 95"/>
                <a:gd name="T10" fmla="*/ 48 w 78"/>
                <a:gd name="T11" fmla="*/ 64 h 95"/>
                <a:gd name="T12" fmla="*/ 66 w 78"/>
                <a:gd name="T13" fmla="*/ 44 h 95"/>
                <a:gd name="T14" fmla="*/ 55 w 78"/>
                <a:gd name="T15" fmla="*/ 6 h 9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8" h="95">
                  <a:moveTo>
                    <a:pt x="49" y="0"/>
                  </a:moveTo>
                  <a:cubicBezTo>
                    <a:pt x="63" y="14"/>
                    <a:pt x="78" y="36"/>
                    <a:pt x="61" y="54"/>
                  </a:cubicBezTo>
                  <a:cubicBezTo>
                    <a:pt x="53" y="64"/>
                    <a:pt x="48" y="72"/>
                    <a:pt x="41" y="82"/>
                  </a:cubicBezTo>
                  <a:cubicBezTo>
                    <a:pt x="32" y="95"/>
                    <a:pt x="15" y="92"/>
                    <a:pt x="0" y="93"/>
                  </a:cubicBezTo>
                  <a:cubicBezTo>
                    <a:pt x="9" y="89"/>
                    <a:pt x="22" y="83"/>
                    <a:pt x="28" y="76"/>
                  </a:cubicBezTo>
                  <a:cubicBezTo>
                    <a:pt x="35" y="70"/>
                    <a:pt x="35" y="60"/>
                    <a:pt x="42" y="53"/>
                  </a:cubicBezTo>
                  <a:cubicBezTo>
                    <a:pt x="47" y="48"/>
                    <a:pt x="55" y="45"/>
                    <a:pt x="57" y="37"/>
                  </a:cubicBezTo>
                  <a:cubicBezTo>
                    <a:pt x="59" y="29"/>
                    <a:pt x="54" y="10"/>
                    <a:pt x="47" y="6"/>
                  </a:cubicBezTo>
                </a:path>
              </a:pathLst>
            </a:custGeom>
            <a:solidFill>
              <a:srgbClr val="6C2D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0304" name="Freeform 747">
              <a:extLst>
                <a:ext uri="{FF2B5EF4-FFF2-40B4-BE49-F238E27FC236}">
                  <a16:creationId xmlns:a16="http://schemas.microsoft.com/office/drawing/2014/main" id="{7D6FD8FE-0356-4FD1-926A-456ADC96D3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9" y="1925"/>
              <a:ext cx="86" cy="265"/>
            </a:xfrm>
            <a:custGeom>
              <a:avLst/>
              <a:gdLst>
                <a:gd name="T0" fmla="*/ 0 w 81"/>
                <a:gd name="T1" fmla="*/ 0 h 251"/>
                <a:gd name="T2" fmla="*/ 54 w 81"/>
                <a:gd name="T3" fmla="*/ 148 h 251"/>
                <a:gd name="T4" fmla="*/ 59 w 81"/>
                <a:gd name="T5" fmla="*/ 225 h 251"/>
                <a:gd name="T6" fmla="*/ 53 w 81"/>
                <a:gd name="T7" fmla="*/ 295 h 251"/>
                <a:gd name="T8" fmla="*/ 17 w 81"/>
                <a:gd name="T9" fmla="*/ 283 h 251"/>
                <a:gd name="T10" fmla="*/ 63 w 81"/>
                <a:gd name="T11" fmla="*/ 276 h 251"/>
                <a:gd name="T12" fmla="*/ 35 w 81"/>
                <a:gd name="T13" fmla="*/ 239 h 251"/>
                <a:gd name="T14" fmla="*/ 44 w 81"/>
                <a:gd name="T15" fmla="*/ 214 h 251"/>
                <a:gd name="T16" fmla="*/ 42 w 81"/>
                <a:gd name="T17" fmla="*/ 144 h 251"/>
                <a:gd name="T18" fmla="*/ 0 w 81"/>
                <a:gd name="T19" fmla="*/ 0 h 25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1" h="251">
                  <a:moveTo>
                    <a:pt x="0" y="0"/>
                  </a:moveTo>
                  <a:cubicBezTo>
                    <a:pt x="0" y="0"/>
                    <a:pt x="50" y="92"/>
                    <a:pt x="45" y="126"/>
                  </a:cubicBezTo>
                  <a:cubicBezTo>
                    <a:pt x="41" y="161"/>
                    <a:pt x="39" y="178"/>
                    <a:pt x="50" y="191"/>
                  </a:cubicBezTo>
                  <a:cubicBezTo>
                    <a:pt x="60" y="204"/>
                    <a:pt x="81" y="248"/>
                    <a:pt x="44" y="250"/>
                  </a:cubicBezTo>
                  <a:cubicBezTo>
                    <a:pt x="36" y="251"/>
                    <a:pt x="23" y="248"/>
                    <a:pt x="14" y="241"/>
                  </a:cubicBezTo>
                  <a:cubicBezTo>
                    <a:pt x="14" y="241"/>
                    <a:pt x="49" y="250"/>
                    <a:pt x="53" y="234"/>
                  </a:cubicBezTo>
                  <a:cubicBezTo>
                    <a:pt x="58" y="218"/>
                    <a:pt x="47" y="196"/>
                    <a:pt x="29" y="203"/>
                  </a:cubicBezTo>
                  <a:cubicBezTo>
                    <a:pt x="29" y="203"/>
                    <a:pt x="41" y="197"/>
                    <a:pt x="37" y="182"/>
                  </a:cubicBezTo>
                  <a:cubicBezTo>
                    <a:pt x="34" y="167"/>
                    <a:pt x="34" y="132"/>
                    <a:pt x="36" y="122"/>
                  </a:cubicBezTo>
                  <a:cubicBezTo>
                    <a:pt x="38" y="111"/>
                    <a:pt x="39" y="80"/>
                    <a:pt x="0" y="0"/>
                  </a:cubicBezTo>
                  <a:close/>
                </a:path>
              </a:pathLst>
            </a:custGeom>
            <a:solidFill>
              <a:srgbClr val="6C2D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0305" name="Freeform 748">
              <a:extLst>
                <a:ext uri="{FF2B5EF4-FFF2-40B4-BE49-F238E27FC236}">
                  <a16:creationId xmlns:a16="http://schemas.microsoft.com/office/drawing/2014/main" id="{173D3E13-554D-41EA-9851-BC567D6AC20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9" y="2212"/>
              <a:ext cx="80" cy="309"/>
            </a:xfrm>
            <a:custGeom>
              <a:avLst/>
              <a:gdLst>
                <a:gd name="T0" fmla="*/ 45 w 76"/>
                <a:gd name="T1" fmla="*/ 0 h 292"/>
                <a:gd name="T2" fmla="*/ 67 w 76"/>
                <a:gd name="T3" fmla="*/ 2 h 292"/>
                <a:gd name="T4" fmla="*/ 75 w 76"/>
                <a:gd name="T5" fmla="*/ 75 h 292"/>
                <a:gd name="T6" fmla="*/ 86 w 76"/>
                <a:gd name="T7" fmla="*/ 150 h 292"/>
                <a:gd name="T8" fmla="*/ 73 w 76"/>
                <a:gd name="T9" fmla="*/ 226 h 292"/>
                <a:gd name="T10" fmla="*/ 58 w 76"/>
                <a:gd name="T11" fmla="*/ 265 h 292"/>
                <a:gd name="T12" fmla="*/ 48 w 76"/>
                <a:gd name="T13" fmla="*/ 297 h 292"/>
                <a:gd name="T14" fmla="*/ 0 w 76"/>
                <a:gd name="T15" fmla="*/ 346 h 292"/>
                <a:gd name="T16" fmla="*/ 23 w 76"/>
                <a:gd name="T17" fmla="*/ 320 h 292"/>
                <a:gd name="T18" fmla="*/ 43 w 76"/>
                <a:gd name="T19" fmla="*/ 275 h 292"/>
                <a:gd name="T20" fmla="*/ 54 w 76"/>
                <a:gd name="T21" fmla="*/ 225 h 292"/>
                <a:gd name="T22" fmla="*/ 72 w 76"/>
                <a:gd name="T23" fmla="*/ 185 h 292"/>
                <a:gd name="T24" fmla="*/ 62 w 76"/>
                <a:gd name="T25" fmla="*/ 81 h 292"/>
                <a:gd name="T26" fmla="*/ 48 w 76"/>
                <a:gd name="T27" fmla="*/ 0 h 29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76" h="292">
                  <a:moveTo>
                    <a:pt x="39" y="0"/>
                  </a:moveTo>
                  <a:cubicBezTo>
                    <a:pt x="46" y="0"/>
                    <a:pt x="52" y="0"/>
                    <a:pt x="58" y="2"/>
                  </a:cubicBezTo>
                  <a:cubicBezTo>
                    <a:pt x="59" y="22"/>
                    <a:pt x="62" y="43"/>
                    <a:pt x="64" y="63"/>
                  </a:cubicBezTo>
                  <a:cubicBezTo>
                    <a:pt x="66" y="85"/>
                    <a:pt x="72" y="105"/>
                    <a:pt x="74" y="127"/>
                  </a:cubicBezTo>
                  <a:cubicBezTo>
                    <a:pt x="76" y="151"/>
                    <a:pt x="73" y="169"/>
                    <a:pt x="63" y="191"/>
                  </a:cubicBezTo>
                  <a:cubicBezTo>
                    <a:pt x="58" y="201"/>
                    <a:pt x="52" y="211"/>
                    <a:pt x="49" y="223"/>
                  </a:cubicBezTo>
                  <a:cubicBezTo>
                    <a:pt x="46" y="232"/>
                    <a:pt x="45" y="242"/>
                    <a:pt x="42" y="251"/>
                  </a:cubicBezTo>
                  <a:cubicBezTo>
                    <a:pt x="35" y="267"/>
                    <a:pt x="15" y="283"/>
                    <a:pt x="0" y="292"/>
                  </a:cubicBezTo>
                  <a:cubicBezTo>
                    <a:pt x="1" y="279"/>
                    <a:pt x="12" y="278"/>
                    <a:pt x="20" y="269"/>
                  </a:cubicBezTo>
                  <a:cubicBezTo>
                    <a:pt x="28" y="259"/>
                    <a:pt x="34" y="244"/>
                    <a:pt x="37" y="232"/>
                  </a:cubicBezTo>
                  <a:cubicBezTo>
                    <a:pt x="41" y="218"/>
                    <a:pt x="41" y="203"/>
                    <a:pt x="46" y="190"/>
                  </a:cubicBezTo>
                  <a:cubicBezTo>
                    <a:pt x="50" y="178"/>
                    <a:pt x="58" y="168"/>
                    <a:pt x="62" y="156"/>
                  </a:cubicBezTo>
                  <a:cubicBezTo>
                    <a:pt x="74" y="122"/>
                    <a:pt x="56" y="101"/>
                    <a:pt x="53" y="69"/>
                  </a:cubicBezTo>
                  <a:cubicBezTo>
                    <a:pt x="51" y="51"/>
                    <a:pt x="58" y="10"/>
                    <a:pt x="42" y="0"/>
                  </a:cubicBezTo>
                </a:path>
              </a:pathLst>
            </a:custGeom>
            <a:solidFill>
              <a:srgbClr val="6C2D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0306" name="Freeform 749">
              <a:extLst>
                <a:ext uri="{FF2B5EF4-FFF2-40B4-BE49-F238E27FC236}">
                  <a16:creationId xmlns:a16="http://schemas.microsoft.com/office/drawing/2014/main" id="{083F2615-FAF6-4AE2-9145-68F0978182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5" y="2384"/>
              <a:ext cx="52" cy="114"/>
            </a:xfrm>
            <a:custGeom>
              <a:avLst/>
              <a:gdLst>
                <a:gd name="T0" fmla="*/ 47 w 50"/>
                <a:gd name="T1" fmla="*/ 0 h 108"/>
                <a:gd name="T2" fmla="*/ 50 w 50"/>
                <a:gd name="T3" fmla="*/ 75 h 108"/>
                <a:gd name="T4" fmla="*/ 0 w 50"/>
                <a:gd name="T5" fmla="*/ 117 h 108"/>
                <a:gd name="T6" fmla="*/ 44 w 50"/>
                <a:gd name="T7" fmla="*/ 68 h 108"/>
                <a:gd name="T8" fmla="*/ 48 w 50"/>
                <a:gd name="T9" fmla="*/ 8 h 10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108">
                  <a:moveTo>
                    <a:pt x="41" y="0"/>
                  </a:moveTo>
                  <a:cubicBezTo>
                    <a:pt x="44" y="18"/>
                    <a:pt x="50" y="44"/>
                    <a:pt x="44" y="63"/>
                  </a:cubicBezTo>
                  <a:cubicBezTo>
                    <a:pt x="41" y="75"/>
                    <a:pt x="16" y="108"/>
                    <a:pt x="0" y="99"/>
                  </a:cubicBezTo>
                  <a:cubicBezTo>
                    <a:pt x="21" y="91"/>
                    <a:pt x="33" y="79"/>
                    <a:pt x="38" y="58"/>
                  </a:cubicBezTo>
                  <a:cubicBezTo>
                    <a:pt x="41" y="42"/>
                    <a:pt x="46" y="24"/>
                    <a:pt x="42" y="8"/>
                  </a:cubicBezTo>
                </a:path>
              </a:pathLst>
            </a:custGeom>
            <a:solidFill>
              <a:srgbClr val="8C3F3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0307" name="Freeform 750">
              <a:extLst>
                <a:ext uri="{FF2B5EF4-FFF2-40B4-BE49-F238E27FC236}">
                  <a16:creationId xmlns:a16="http://schemas.microsoft.com/office/drawing/2014/main" id="{65BA2E37-4D7D-435E-89DB-3750AB56815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1" y="2344"/>
              <a:ext cx="55" cy="35"/>
            </a:xfrm>
            <a:custGeom>
              <a:avLst/>
              <a:gdLst>
                <a:gd name="T0" fmla="*/ 61 w 52"/>
                <a:gd name="T1" fmla="*/ 13 h 33"/>
                <a:gd name="T2" fmla="*/ 24 w 52"/>
                <a:gd name="T3" fmla="*/ 14 h 33"/>
                <a:gd name="T4" fmla="*/ 0 w 52"/>
                <a:gd name="T5" fmla="*/ 39 h 33"/>
                <a:gd name="T6" fmla="*/ 22 w 52"/>
                <a:gd name="T7" fmla="*/ 4 h 33"/>
                <a:gd name="T8" fmla="*/ 40 w 52"/>
                <a:gd name="T9" fmla="*/ 2 h 33"/>
                <a:gd name="T10" fmla="*/ 58 w 52"/>
                <a:gd name="T11" fmla="*/ 8 h 3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2" h="33">
                  <a:moveTo>
                    <a:pt x="52" y="10"/>
                  </a:moveTo>
                  <a:cubicBezTo>
                    <a:pt x="48" y="2"/>
                    <a:pt x="27" y="9"/>
                    <a:pt x="21" y="11"/>
                  </a:cubicBezTo>
                  <a:cubicBezTo>
                    <a:pt x="9" y="15"/>
                    <a:pt x="5" y="23"/>
                    <a:pt x="0" y="33"/>
                  </a:cubicBezTo>
                  <a:cubicBezTo>
                    <a:pt x="0" y="19"/>
                    <a:pt x="7" y="9"/>
                    <a:pt x="19" y="4"/>
                  </a:cubicBezTo>
                  <a:cubicBezTo>
                    <a:pt x="24" y="2"/>
                    <a:pt x="29" y="0"/>
                    <a:pt x="34" y="2"/>
                  </a:cubicBezTo>
                  <a:cubicBezTo>
                    <a:pt x="40" y="3"/>
                    <a:pt x="44" y="8"/>
                    <a:pt x="49" y="8"/>
                  </a:cubicBezTo>
                </a:path>
              </a:pathLst>
            </a:custGeom>
            <a:solidFill>
              <a:srgbClr val="8C3F3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0308" name="Freeform 751">
              <a:extLst>
                <a:ext uri="{FF2B5EF4-FFF2-40B4-BE49-F238E27FC236}">
                  <a16:creationId xmlns:a16="http://schemas.microsoft.com/office/drawing/2014/main" id="{41EF761A-0242-40A9-A1F3-8AD2C029A6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2" y="2318"/>
              <a:ext cx="108" cy="666"/>
            </a:xfrm>
            <a:custGeom>
              <a:avLst/>
              <a:gdLst>
                <a:gd name="T0" fmla="*/ 55 w 102"/>
                <a:gd name="T1" fmla="*/ 0 h 631"/>
                <a:gd name="T2" fmla="*/ 104 w 102"/>
                <a:gd name="T3" fmla="*/ 434 h 631"/>
                <a:gd name="T4" fmla="*/ 0 w 102"/>
                <a:gd name="T5" fmla="*/ 742 h 631"/>
                <a:gd name="T6" fmla="*/ 82 w 102"/>
                <a:gd name="T7" fmla="*/ 426 h 631"/>
                <a:gd name="T8" fmla="*/ 55 w 102"/>
                <a:gd name="T9" fmla="*/ 0 h 6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2" h="631">
                  <a:moveTo>
                    <a:pt x="46" y="0"/>
                  </a:moveTo>
                  <a:cubicBezTo>
                    <a:pt x="46" y="0"/>
                    <a:pt x="102" y="173"/>
                    <a:pt x="88" y="369"/>
                  </a:cubicBezTo>
                  <a:cubicBezTo>
                    <a:pt x="74" y="564"/>
                    <a:pt x="21" y="600"/>
                    <a:pt x="0" y="631"/>
                  </a:cubicBezTo>
                  <a:cubicBezTo>
                    <a:pt x="0" y="631"/>
                    <a:pt x="67" y="521"/>
                    <a:pt x="69" y="363"/>
                  </a:cubicBezTo>
                  <a:cubicBezTo>
                    <a:pt x="71" y="206"/>
                    <a:pt x="46" y="0"/>
                    <a:pt x="46" y="0"/>
                  </a:cubicBezTo>
                  <a:close/>
                </a:path>
              </a:pathLst>
            </a:custGeom>
            <a:solidFill>
              <a:srgbClr val="6C2D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0309" name="Freeform 752">
              <a:extLst>
                <a:ext uri="{FF2B5EF4-FFF2-40B4-BE49-F238E27FC236}">
                  <a16:creationId xmlns:a16="http://schemas.microsoft.com/office/drawing/2014/main" id="{3FF28A48-B06E-46FF-B155-5B756CD60A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4" y="1974"/>
              <a:ext cx="70" cy="314"/>
            </a:xfrm>
            <a:custGeom>
              <a:avLst/>
              <a:gdLst>
                <a:gd name="T0" fmla="*/ 66 w 66"/>
                <a:gd name="T1" fmla="*/ 349 h 298"/>
                <a:gd name="T2" fmla="*/ 0 w 66"/>
                <a:gd name="T3" fmla="*/ 326 h 298"/>
                <a:gd name="T4" fmla="*/ 49 w 66"/>
                <a:gd name="T5" fmla="*/ 298 h 298"/>
                <a:gd name="T6" fmla="*/ 25 w 66"/>
                <a:gd name="T7" fmla="*/ 262 h 298"/>
                <a:gd name="T8" fmla="*/ 57 w 66"/>
                <a:gd name="T9" fmla="*/ 159 h 298"/>
                <a:gd name="T10" fmla="*/ 57 w 66"/>
                <a:gd name="T11" fmla="*/ 76 h 298"/>
                <a:gd name="T12" fmla="*/ 52 w 66"/>
                <a:gd name="T13" fmla="*/ 0 h 298"/>
                <a:gd name="T14" fmla="*/ 76 w 66"/>
                <a:gd name="T15" fmla="*/ 179 h 298"/>
                <a:gd name="T16" fmla="*/ 74 w 66"/>
                <a:gd name="T17" fmla="*/ 254 h 298"/>
                <a:gd name="T18" fmla="*/ 68 w 66"/>
                <a:gd name="T19" fmla="*/ 292 h 298"/>
                <a:gd name="T20" fmla="*/ 66 w 66"/>
                <a:gd name="T21" fmla="*/ 331 h 29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6" h="298">
                  <a:moveTo>
                    <a:pt x="55" y="298"/>
                  </a:moveTo>
                  <a:cubicBezTo>
                    <a:pt x="61" y="263"/>
                    <a:pt x="20" y="270"/>
                    <a:pt x="0" y="278"/>
                  </a:cubicBezTo>
                  <a:cubicBezTo>
                    <a:pt x="15" y="271"/>
                    <a:pt x="35" y="271"/>
                    <a:pt x="41" y="255"/>
                  </a:cubicBezTo>
                  <a:cubicBezTo>
                    <a:pt x="45" y="242"/>
                    <a:pt x="38" y="224"/>
                    <a:pt x="22" y="224"/>
                  </a:cubicBezTo>
                  <a:cubicBezTo>
                    <a:pt x="60" y="228"/>
                    <a:pt x="49" y="161"/>
                    <a:pt x="48" y="136"/>
                  </a:cubicBezTo>
                  <a:cubicBezTo>
                    <a:pt x="47" y="112"/>
                    <a:pt x="49" y="89"/>
                    <a:pt x="48" y="65"/>
                  </a:cubicBezTo>
                  <a:cubicBezTo>
                    <a:pt x="47" y="44"/>
                    <a:pt x="42" y="21"/>
                    <a:pt x="43" y="0"/>
                  </a:cubicBezTo>
                  <a:cubicBezTo>
                    <a:pt x="58" y="51"/>
                    <a:pt x="66" y="101"/>
                    <a:pt x="64" y="153"/>
                  </a:cubicBezTo>
                  <a:cubicBezTo>
                    <a:pt x="63" y="174"/>
                    <a:pt x="63" y="195"/>
                    <a:pt x="62" y="217"/>
                  </a:cubicBezTo>
                  <a:cubicBezTo>
                    <a:pt x="61" y="229"/>
                    <a:pt x="59" y="238"/>
                    <a:pt x="57" y="250"/>
                  </a:cubicBezTo>
                  <a:cubicBezTo>
                    <a:pt x="55" y="257"/>
                    <a:pt x="50" y="285"/>
                    <a:pt x="55" y="283"/>
                  </a:cubicBezTo>
                </a:path>
              </a:pathLst>
            </a:custGeom>
            <a:solidFill>
              <a:srgbClr val="8C3F3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0310" name="Freeform 753">
              <a:extLst>
                <a:ext uri="{FF2B5EF4-FFF2-40B4-BE49-F238E27FC236}">
                  <a16:creationId xmlns:a16="http://schemas.microsoft.com/office/drawing/2014/main" id="{D9572946-FB33-41C4-B582-7F200430D2E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4" y="2986"/>
              <a:ext cx="68" cy="140"/>
            </a:xfrm>
            <a:custGeom>
              <a:avLst/>
              <a:gdLst>
                <a:gd name="T0" fmla="*/ 15 w 64"/>
                <a:gd name="T1" fmla="*/ 33 h 133"/>
                <a:gd name="T2" fmla="*/ 40 w 64"/>
                <a:gd name="T3" fmla="*/ 0 h 133"/>
                <a:gd name="T4" fmla="*/ 0 w 64"/>
                <a:gd name="T5" fmla="*/ 155 h 133"/>
                <a:gd name="T6" fmla="*/ 18 w 64"/>
                <a:gd name="T7" fmla="*/ 29 h 1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4" h="133">
                  <a:moveTo>
                    <a:pt x="12" y="28"/>
                  </a:moveTo>
                  <a:cubicBezTo>
                    <a:pt x="17" y="18"/>
                    <a:pt x="24" y="6"/>
                    <a:pt x="34" y="0"/>
                  </a:cubicBezTo>
                  <a:cubicBezTo>
                    <a:pt x="64" y="39"/>
                    <a:pt x="26" y="105"/>
                    <a:pt x="0" y="133"/>
                  </a:cubicBezTo>
                  <a:cubicBezTo>
                    <a:pt x="17" y="115"/>
                    <a:pt x="42" y="44"/>
                    <a:pt x="15" y="26"/>
                  </a:cubicBezTo>
                </a:path>
              </a:pathLst>
            </a:custGeom>
            <a:solidFill>
              <a:srgbClr val="6C2D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0311" name="Freeform 754">
              <a:extLst>
                <a:ext uri="{FF2B5EF4-FFF2-40B4-BE49-F238E27FC236}">
                  <a16:creationId xmlns:a16="http://schemas.microsoft.com/office/drawing/2014/main" id="{8B2E20D2-A490-4D3F-AD70-B3BC9B550B2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9" y="3160"/>
              <a:ext cx="128" cy="610"/>
            </a:xfrm>
            <a:custGeom>
              <a:avLst/>
              <a:gdLst>
                <a:gd name="T0" fmla="*/ 105 w 121"/>
                <a:gd name="T1" fmla="*/ 0 h 578"/>
                <a:gd name="T2" fmla="*/ 136 w 121"/>
                <a:gd name="T3" fmla="*/ 163 h 578"/>
                <a:gd name="T4" fmla="*/ 143 w 121"/>
                <a:gd name="T5" fmla="*/ 363 h 578"/>
                <a:gd name="T6" fmla="*/ 105 w 121"/>
                <a:gd name="T7" fmla="*/ 597 h 578"/>
                <a:gd name="T8" fmla="*/ 85 w 121"/>
                <a:gd name="T9" fmla="*/ 675 h 578"/>
                <a:gd name="T10" fmla="*/ 71 w 121"/>
                <a:gd name="T11" fmla="*/ 557 h 578"/>
                <a:gd name="T12" fmla="*/ 85 w 121"/>
                <a:gd name="T13" fmla="*/ 546 h 578"/>
                <a:gd name="T14" fmla="*/ 48 w 121"/>
                <a:gd name="T15" fmla="*/ 555 h 578"/>
                <a:gd name="T16" fmla="*/ 0 w 121"/>
                <a:gd name="T17" fmla="*/ 549 h 578"/>
                <a:gd name="T18" fmla="*/ 83 w 121"/>
                <a:gd name="T19" fmla="*/ 527 h 578"/>
                <a:gd name="T20" fmla="*/ 108 w 121"/>
                <a:gd name="T21" fmla="*/ 399 h 578"/>
                <a:gd name="T22" fmla="*/ 120 w 121"/>
                <a:gd name="T23" fmla="*/ 218 h 578"/>
                <a:gd name="T24" fmla="*/ 105 w 121"/>
                <a:gd name="T25" fmla="*/ 27 h 57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21" h="578">
                  <a:moveTo>
                    <a:pt x="89" y="0"/>
                  </a:moveTo>
                  <a:cubicBezTo>
                    <a:pt x="90" y="46"/>
                    <a:pt x="112" y="91"/>
                    <a:pt x="115" y="138"/>
                  </a:cubicBezTo>
                  <a:cubicBezTo>
                    <a:pt x="120" y="195"/>
                    <a:pt x="121" y="251"/>
                    <a:pt x="121" y="309"/>
                  </a:cubicBezTo>
                  <a:cubicBezTo>
                    <a:pt x="121" y="377"/>
                    <a:pt x="83" y="440"/>
                    <a:pt x="89" y="508"/>
                  </a:cubicBezTo>
                  <a:cubicBezTo>
                    <a:pt x="91" y="520"/>
                    <a:pt x="88" y="578"/>
                    <a:pt x="72" y="574"/>
                  </a:cubicBezTo>
                  <a:cubicBezTo>
                    <a:pt x="91" y="537"/>
                    <a:pt x="65" y="509"/>
                    <a:pt x="60" y="474"/>
                  </a:cubicBezTo>
                  <a:cubicBezTo>
                    <a:pt x="65" y="471"/>
                    <a:pt x="69" y="466"/>
                    <a:pt x="72" y="464"/>
                  </a:cubicBezTo>
                  <a:cubicBezTo>
                    <a:pt x="62" y="464"/>
                    <a:pt x="52" y="470"/>
                    <a:pt x="41" y="472"/>
                  </a:cubicBezTo>
                  <a:cubicBezTo>
                    <a:pt x="25" y="475"/>
                    <a:pt x="15" y="468"/>
                    <a:pt x="0" y="467"/>
                  </a:cubicBezTo>
                  <a:cubicBezTo>
                    <a:pt x="23" y="467"/>
                    <a:pt x="55" y="465"/>
                    <a:pt x="70" y="448"/>
                  </a:cubicBezTo>
                  <a:cubicBezTo>
                    <a:pt x="94" y="423"/>
                    <a:pt x="91" y="371"/>
                    <a:pt x="91" y="339"/>
                  </a:cubicBezTo>
                  <a:cubicBezTo>
                    <a:pt x="92" y="288"/>
                    <a:pt x="103" y="238"/>
                    <a:pt x="101" y="186"/>
                  </a:cubicBezTo>
                  <a:cubicBezTo>
                    <a:pt x="99" y="133"/>
                    <a:pt x="102" y="75"/>
                    <a:pt x="89" y="24"/>
                  </a:cubicBezTo>
                </a:path>
              </a:pathLst>
            </a:custGeom>
            <a:solidFill>
              <a:srgbClr val="6C2D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0312" name="Freeform 755">
              <a:extLst>
                <a:ext uri="{FF2B5EF4-FFF2-40B4-BE49-F238E27FC236}">
                  <a16:creationId xmlns:a16="http://schemas.microsoft.com/office/drawing/2014/main" id="{26EBF7DA-9C0C-4029-B4A1-4DDB58CAA4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6" y="3791"/>
              <a:ext cx="162" cy="135"/>
            </a:xfrm>
            <a:custGeom>
              <a:avLst/>
              <a:gdLst>
                <a:gd name="T0" fmla="*/ 0 w 154"/>
                <a:gd name="T1" fmla="*/ 5 h 128"/>
                <a:gd name="T2" fmla="*/ 41 w 154"/>
                <a:gd name="T3" fmla="*/ 44 h 128"/>
                <a:gd name="T4" fmla="*/ 86 w 154"/>
                <a:gd name="T5" fmla="*/ 89 h 128"/>
                <a:gd name="T6" fmla="*/ 128 w 154"/>
                <a:gd name="T7" fmla="*/ 121 h 128"/>
                <a:gd name="T8" fmla="*/ 179 w 154"/>
                <a:gd name="T9" fmla="*/ 142 h 128"/>
                <a:gd name="T10" fmla="*/ 136 w 154"/>
                <a:gd name="T11" fmla="*/ 150 h 128"/>
                <a:gd name="T12" fmla="*/ 126 w 154"/>
                <a:gd name="T13" fmla="*/ 136 h 128"/>
                <a:gd name="T14" fmla="*/ 100 w 154"/>
                <a:gd name="T15" fmla="*/ 120 h 128"/>
                <a:gd name="T16" fmla="*/ 76 w 154"/>
                <a:gd name="T17" fmla="*/ 99 h 128"/>
                <a:gd name="T18" fmla="*/ 62 w 154"/>
                <a:gd name="T19" fmla="*/ 77 h 128"/>
                <a:gd name="T20" fmla="*/ 40 w 154"/>
                <a:gd name="T21" fmla="*/ 57 h 128"/>
                <a:gd name="T22" fmla="*/ 22 w 154"/>
                <a:gd name="T23" fmla="*/ 37 h 128"/>
                <a:gd name="T24" fmla="*/ 0 w 154"/>
                <a:gd name="T25" fmla="*/ 3 h 12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54" h="128">
                  <a:moveTo>
                    <a:pt x="0" y="5"/>
                  </a:moveTo>
                  <a:cubicBezTo>
                    <a:pt x="15" y="0"/>
                    <a:pt x="28" y="29"/>
                    <a:pt x="35" y="38"/>
                  </a:cubicBezTo>
                  <a:cubicBezTo>
                    <a:pt x="45" y="53"/>
                    <a:pt x="61" y="64"/>
                    <a:pt x="74" y="76"/>
                  </a:cubicBezTo>
                  <a:cubicBezTo>
                    <a:pt x="86" y="87"/>
                    <a:pt x="96" y="96"/>
                    <a:pt x="110" y="103"/>
                  </a:cubicBezTo>
                  <a:cubicBezTo>
                    <a:pt x="124" y="111"/>
                    <a:pt x="142" y="109"/>
                    <a:pt x="154" y="121"/>
                  </a:cubicBezTo>
                  <a:cubicBezTo>
                    <a:pt x="140" y="118"/>
                    <a:pt x="128" y="118"/>
                    <a:pt x="117" y="128"/>
                  </a:cubicBezTo>
                  <a:cubicBezTo>
                    <a:pt x="117" y="120"/>
                    <a:pt x="115" y="120"/>
                    <a:pt x="108" y="116"/>
                  </a:cubicBezTo>
                  <a:cubicBezTo>
                    <a:pt x="100" y="112"/>
                    <a:pt x="94" y="108"/>
                    <a:pt x="86" y="102"/>
                  </a:cubicBezTo>
                  <a:cubicBezTo>
                    <a:pt x="79" y="96"/>
                    <a:pt x="70" y="91"/>
                    <a:pt x="65" y="84"/>
                  </a:cubicBezTo>
                  <a:cubicBezTo>
                    <a:pt x="60" y="77"/>
                    <a:pt x="57" y="71"/>
                    <a:pt x="53" y="65"/>
                  </a:cubicBezTo>
                  <a:cubicBezTo>
                    <a:pt x="48" y="58"/>
                    <a:pt x="40" y="53"/>
                    <a:pt x="34" y="48"/>
                  </a:cubicBezTo>
                  <a:cubicBezTo>
                    <a:pt x="27" y="43"/>
                    <a:pt x="24" y="38"/>
                    <a:pt x="19" y="31"/>
                  </a:cubicBezTo>
                  <a:cubicBezTo>
                    <a:pt x="13" y="22"/>
                    <a:pt x="9" y="11"/>
                    <a:pt x="0" y="3"/>
                  </a:cubicBezTo>
                </a:path>
              </a:pathLst>
            </a:custGeom>
            <a:solidFill>
              <a:srgbClr val="6C2D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0313" name="Freeform 756">
              <a:extLst>
                <a:ext uri="{FF2B5EF4-FFF2-40B4-BE49-F238E27FC236}">
                  <a16:creationId xmlns:a16="http://schemas.microsoft.com/office/drawing/2014/main" id="{6A607448-6A54-47E7-A729-BE1FD6459D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0" y="3757"/>
              <a:ext cx="97" cy="29"/>
            </a:xfrm>
            <a:custGeom>
              <a:avLst/>
              <a:gdLst>
                <a:gd name="T0" fmla="*/ 108 w 92"/>
                <a:gd name="T1" fmla="*/ 8 h 28"/>
                <a:gd name="T2" fmla="*/ 77 w 92"/>
                <a:gd name="T3" fmla="*/ 7 h 28"/>
                <a:gd name="T4" fmla="*/ 53 w 92"/>
                <a:gd name="T5" fmla="*/ 19 h 28"/>
                <a:gd name="T6" fmla="*/ 22 w 92"/>
                <a:gd name="T7" fmla="*/ 18 h 28"/>
                <a:gd name="T8" fmla="*/ 0 w 92"/>
                <a:gd name="T9" fmla="*/ 31 h 28"/>
                <a:gd name="T10" fmla="*/ 45 w 92"/>
                <a:gd name="T11" fmla="*/ 8 h 28"/>
                <a:gd name="T12" fmla="*/ 75 w 92"/>
                <a:gd name="T13" fmla="*/ 2 h 28"/>
                <a:gd name="T14" fmla="*/ 103 w 92"/>
                <a:gd name="T15" fmla="*/ 12 h 2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2" h="28">
                  <a:moveTo>
                    <a:pt x="92" y="8"/>
                  </a:moveTo>
                  <a:cubicBezTo>
                    <a:pt x="84" y="10"/>
                    <a:pt x="74" y="5"/>
                    <a:pt x="65" y="7"/>
                  </a:cubicBezTo>
                  <a:cubicBezTo>
                    <a:pt x="58" y="9"/>
                    <a:pt x="53" y="14"/>
                    <a:pt x="45" y="16"/>
                  </a:cubicBezTo>
                  <a:cubicBezTo>
                    <a:pt x="36" y="19"/>
                    <a:pt x="28" y="13"/>
                    <a:pt x="19" y="15"/>
                  </a:cubicBezTo>
                  <a:cubicBezTo>
                    <a:pt x="12" y="18"/>
                    <a:pt x="5" y="24"/>
                    <a:pt x="0" y="28"/>
                  </a:cubicBezTo>
                  <a:cubicBezTo>
                    <a:pt x="7" y="12"/>
                    <a:pt x="23" y="10"/>
                    <a:pt x="39" y="8"/>
                  </a:cubicBezTo>
                  <a:cubicBezTo>
                    <a:pt x="47" y="7"/>
                    <a:pt x="55" y="3"/>
                    <a:pt x="64" y="2"/>
                  </a:cubicBezTo>
                  <a:cubicBezTo>
                    <a:pt x="75" y="0"/>
                    <a:pt x="80" y="6"/>
                    <a:pt x="88" y="12"/>
                  </a:cubicBezTo>
                </a:path>
              </a:pathLst>
            </a:custGeom>
            <a:solidFill>
              <a:srgbClr val="8C3F3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0314" name="Freeform 757">
              <a:extLst>
                <a:ext uri="{FF2B5EF4-FFF2-40B4-BE49-F238E27FC236}">
                  <a16:creationId xmlns:a16="http://schemas.microsoft.com/office/drawing/2014/main" id="{E1BFF1DB-0861-46F2-B9B4-29BC16221E2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1" y="2490"/>
              <a:ext cx="31" cy="30"/>
            </a:xfrm>
            <a:custGeom>
              <a:avLst/>
              <a:gdLst>
                <a:gd name="T0" fmla="*/ 11 w 29"/>
                <a:gd name="T1" fmla="*/ 0 h 28"/>
                <a:gd name="T2" fmla="*/ 0 w 29"/>
                <a:gd name="T3" fmla="*/ 30 h 28"/>
                <a:gd name="T4" fmla="*/ 18 w 29"/>
                <a:gd name="T5" fmla="*/ 10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28">
                  <a:moveTo>
                    <a:pt x="8" y="0"/>
                  </a:moveTo>
                  <a:cubicBezTo>
                    <a:pt x="11" y="8"/>
                    <a:pt x="13" y="24"/>
                    <a:pt x="0" y="24"/>
                  </a:cubicBezTo>
                  <a:cubicBezTo>
                    <a:pt x="11" y="28"/>
                    <a:pt x="29" y="19"/>
                    <a:pt x="15" y="7"/>
                  </a:cubicBezTo>
                </a:path>
              </a:pathLst>
            </a:custGeom>
            <a:solidFill>
              <a:srgbClr val="8C3F3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0315" name="Freeform 758">
              <a:extLst>
                <a:ext uri="{FF2B5EF4-FFF2-40B4-BE49-F238E27FC236}">
                  <a16:creationId xmlns:a16="http://schemas.microsoft.com/office/drawing/2014/main" id="{DD445275-A5FA-4C12-A887-6BF0C592F2F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2" y="2648"/>
              <a:ext cx="326" cy="107"/>
            </a:xfrm>
            <a:custGeom>
              <a:avLst/>
              <a:gdLst>
                <a:gd name="T0" fmla="*/ 357 w 309"/>
                <a:gd name="T1" fmla="*/ 1 h 101"/>
                <a:gd name="T2" fmla="*/ 361 w 309"/>
                <a:gd name="T3" fmla="*/ 1 h 101"/>
                <a:gd name="T4" fmla="*/ 332 w 309"/>
                <a:gd name="T5" fmla="*/ 8 h 101"/>
                <a:gd name="T6" fmla="*/ 292 w 309"/>
                <a:gd name="T7" fmla="*/ 22 h 101"/>
                <a:gd name="T8" fmla="*/ 231 w 309"/>
                <a:gd name="T9" fmla="*/ 37 h 101"/>
                <a:gd name="T10" fmla="*/ 143 w 309"/>
                <a:gd name="T11" fmla="*/ 67 h 101"/>
                <a:gd name="T12" fmla="*/ 0 w 309"/>
                <a:gd name="T13" fmla="*/ 120 h 101"/>
                <a:gd name="T14" fmla="*/ 41 w 309"/>
                <a:gd name="T15" fmla="*/ 88 h 101"/>
                <a:gd name="T16" fmla="*/ 98 w 309"/>
                <a:gd name="T17" fmla="*/ 69 h 101"/>
                <a:gd name="T18" fmla="*/ 196 w 309"/>
                <a:gd name="T19" fmla="*/ 36 h 101"/>
                <a:gd name="T20" fmla="*/ 284 w 309"/>
                <a:gd name="T21" fmla="*/ 13 h 101"/>
                <a:gd name="T22" fmla="*/ 329 w 309"/>
                <a:gd name="T23" fmla="*/ 5 h 101"/>
                <a:gd name="T24" fmla="*/ 363 w 309"/>
                <a:gd name="T25" fmla="*/ 0 h 10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09" h="101">
                  <a:moveTo>
                    <a:pt x="303" y="1"/>
                  </a:moveTo>
                  <a:cubicBezTo>
                    <a:pt x="304" y="1"/>
                    <a:pt x="306" y="1"/>
                    <a:pt x="307" y="1"/>
                  </a:cubicBezTo>
                  <a:cubicBezTo>
                    <a:pt x="301" y="6"/>
                    <a:pt x="291" y="6"/>
                    <a:pt x="283" y="8"/>
                  </a:cubicBezTo>
                  <a:cubicBezTo>
                    <a:pt x="271" y="12"/>
                    <a:pt x="262" y="17"/>
                    <a:pt x="249" y="19"/>
                  </a:cubicBezTo>
                  <a:cubicBezTo>
                    <a:pt x="232" y="22"/>
                    <a:pt x="214" y="27"/>
                    <a:pt x="197" y="31"/>
                  </a:cubicBezTo>
                  <a:cubicBezTo>
                    <a:pt x="171" y="37"/>
                    <a:pt x="146" y="44"/>
                    <a:pt x="122" y="56"/>
                  </a:cubicBezTo>
                  <a:cubicBezTo>
                    <a:pt x="83" y="75"/>
                    <a:pt x="33" y="75"/>
                    <a:pt x="0" y="101"/>
                  </a:cubicBezTo>
                  <a:cubicBezTo>
                    <a:pt x="11" y="91"/>
                    <a:pt x="20" y="81"/>
                    <a:pt x="35" y="74"/>
                  </a:cubicBezTo>
                  <a:cubicBezTo>
                    <a:pt x="51" y="67"/>
                    <a:pt x="66" y="62"/>
                    <a:pt x="83" y="58"/>
                  </a:cubicBezTo>
                  <a:cubicBezTo>
                    <a:pt x="112" y="52"/>
                    <a:pt x="139" y="40"/>
                    <a:pt x="167" y="30"/>
                  </a:cubicBezTo>
                  <a:cubicBezTo>
                    <a:pt x="192" y="21"/>
                    <a:pt x="217" y="16"/>
                    <a:pt x="242" y="10"/>
                  </a:cubicBezTo>
                  <a:cubicBezTo>
                    <a:pt x="255" y="8"/>
                    <a:pt x="268" y="8"/>
                    <a:pt x="281" y="5"/>
                  </a:cubicBezTo>
                  <a:cubicBezTo>
                    <a:pt x="290" y="3"/>
                    <a:pt x="300" y="0"/>
                    <a:pt x="309" y="0"/>
                  </a:cubicBezTo>
                </a:path>
              </a:pathLst>
            </a:custGeom>
            <a:solidFill>
              <a:srgbClr val="8C3F3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0316" name="Freeform 759">
              <a:extLst>
                <a:ext uri="{FF2B5EF4-FFF2-40B4-BE49-F238E27FC236}">
                  <a16:creationId xmlns:a16="http://schemas.microsoft.com/office/drawing/2014/main" id="{8AB6DA1F-7214-4B92-8B7B-F42EE2AF4C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3" y="2987"/>
              <a:ext cx="114" cy="88"/>
            </a:xfrm>
            <a:custGeom>
              <a:avLst/>
              <a:gdLst>
                <a:gd name="T0" fmla="*/ 127 w 108"/>
                <a:gd name="T1" fmla="*/ 73 h 83"/>
                <a:gd name="T2" fmla="*/ 98 w 108"/>
                <a:gd name="T3" fmla="*/ 25 h 83"/>
                <a:gd name="T4" fmla="*/ 65 w 108"/>
                <a:gd name="T5" fmla="*/ 6 h 83"/>
                <a:gd name="T6" fmla="*/ 34 w 108"/>
                <a:gd name="T7" fmla="*/ 1 h 83"/>
                <a:gd name="T8" fmla="*/ 0 w 108"/>
                <a:gd name="T9" fmla="*/ 8 h 83"/>
                <a:gd name="T10" fmla="*/ 43 w 108"/>
                <a:gd name="T11" fmla="*/ 8 h 83"/>
                <a:gd name="T12" fmla="*/ 76 w 108"/>
                <a:gd name="T13" fmla="*/ 22 h 83"/>
                <a:gd name="T14" fmla="*/ 97 w 108"/>
                <a:gd name="T15" fmla="*/ 64 h 83"/>
                <a:gd name="T16" fmla="*/ 91 w 108"/>
                <a:gd name="T17" fmla="*/ 99 h 83"/>
                <a:gd name="T18" fmla="*/ 127 w 108"/>
                <a:gd name="T19" fmla="*/ 75 h 8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08" h="83">
                  <a:moveTo>
                    <a:pt x="108" y="61"/>
                  </a:moveTo>
                  <a:cubicBezTo>
                    <a:pt x="101" y="43"/>
                    <a:pt x="99" y="35"/>
                    <a:pt x="83" y="22"/>
                  </a:cubicBezTo>
                  <a:cubicBezTo>
                    <a:pt x="75" y="16"/>
                    <a:pt x="65" y="9"/>
                    <a:pt x="56" y="6"/>
                  </a:cubicBezTo>
                  <a:cubicBezTo>
                    <a:pt x="48" y="3"/>
                    <a:pt x="37" y="0"/>
                    <a:pt x="28" y="1"/>
                  </a:cubicBezTo>
                  <a:cubicBezTo>
                    <a:pt x="19" y="1"/>
                    <a:pt x="7" y="9"/>
                    <a:pt x="0" y="8"/>
                  </a:cubicBezTo>
                  <a:cubicBezTo>
                    <a:pt x="12" y="9"/>
                    <a:pt x="25" y="5"/>
                    <a:pt x="37" y="8"/>
                  </a:cubicBezTo>
                  <a:cubicBezTo>
                    <a:pt x="47" y="10"/>
                    <a:pt x="56" y="14"/>
                    <a:pt x="64" y="19"/>
                  </a:cubicBezTo>
                  <a:cubicBezTo>
                    <a:pt x="78" y="26"/>
                    <a:pt x="89" y="37"/>
                    <a:pt x="82" y="54"/>
                  </a:cubicBezTo>
                  <a:cubicBezTo>
                    <a:pt x="79" y="63"/>
                    <a:pt x="60" y="82"/>
                    <a:pt x="77" y="83"/>
                  </a:cubicBezTo>
                  <a:cubicBezTo>
                    <a:pt x="86" y="83"/>
                    <a:pt x="101" y="70"/>
                    <a:pt x="108" y="63"/>
                  </a:cubicBezTo>
                </a:path>
              </a:pathLst>
            </a:custGeom>
            <a:solidFill>
              <a:srgbClr val="8C3F3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0317" name="Freeform 760">
              <a:extLst>
                <a:ext uri="{FF2B5EF4-FFF2-40B4-BE49-F238E27FC236}">
                  <a16:creationId xmlns:a16="http://schemas.microsoft.com/office/drawing/2014/main" id="{3C46CE09-05D9-4F19-B7BB-AB7061E2BA3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1" y="2507"/>
              <a:ext cx="39" cy="147"/>
            </a:xfrm>
            <a:custGeom>
              <a:avLst/>
              <a:gdLst>
                <a:gd name="T0" fmla="*/ 41 w 37"/>
                <a:gd name="T1" fmla="*/ 0 h 139"/>
                <a:gd name="T2" fmla="*/ 42 w 37"/>
                <a:gd name="T3" fmla="*/ 98 h 139"/>
                <a:gd name="T4" fmla="*/ 37 w 37"/>
                <a:gd name="T5" fmla="*/ 143 h 139"/>
                <a:gd name="T6" fmla="*/ 0 w 37"/>
                <a:gd name="T7" fmla="*/ 164 h 139"/>
                <a:gd name="T8" fmla="*/ 34 w 37"/>
                <a:gd name="T9" fmla="*/ 130 h 139"/>
                <a:gd name="T10" fmla="*/ 30 w 37"/>
                <a:gd name="T11" fmla="*/ 84 h 139"/>
                <a:gd name="T12" fmla="*/ 37 w 37"/>
                <a:gd name="T13" fmla="*/ 5 h 13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7" h="139">
                  <a:moveTo>
                    <a:pt x="35" y="0"/>
                  </a:moveTo>
                  <a:cubicBezTo>
                    <a:pt x="24" y="29"/>
                    <a:pt x="33" y="55"/>
                    <a:pt x="36" y="83"/>
                  </a:cubicBezTo>
                  <a:cubicBezTo>
                    <a:pt x="37" y="94"/>
                    <a:pt x="37" y="111"/>
                    <a:pt x="31" y="121"/>
                  </a:cubicBezTo>
                  <a:cubicBezTo>
                    <a:pt x="24" y="132"/>
                    <a:pt x="10" y="133"/>
                    <a:pt x="0" y="139"/>
                  </a:cubicBezTo>
                  <a:cubicBezTo>
                    <a:pt x="13" y="132"/>
                    <a:pt x="23" y="124"/>
                    <a:pt x="28" y="110"/>
                  </a:cubicBezTo>
                  <a:cubicBezTo>
                    <a:pt x="32" y="97"/>
                    <a:pt x="27" y="84"/>
                    <a:pt x="26" y="71"/>
                  </a:cubicBezTo>
                  <a:cubicBezTo>
                    <a:pt x="23" y="51"/>
                    <a:pt x="16" y="21"/>
                    <a:pt x="31" y="5"/>
                  </a:cubicBezTo>
                </a:path>
              </a:pathLst>
            </a:custGeom>
            <a:solidFill>
              <a:srgbClr val="8C3F3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0318" name="Freeform 761">
              <a:extLst>
                <a:ext uri="{FF2B5EF4-FFF2-40B4-BE49-F238E27FC236}">
                  <a16:creationId xmlns:a16="http://schemas.microsoft.com/office/drawing/2014/main" id="{86B4AAC0-AE76-4751-91BA-25EDD356FB4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9" y="2567"/>
              <a:ext cx="49" cy="130"/>
            </a:xfrm>
            <a:custGeom>
              <a:avLst/>
              <a:gdLst>
                <a:gd name="T0" fmla="*/ 46 w 47"/>
                <a:gd name="T1" fmla="*/ 0 h 123"/>
                <a:gd name="T2" fmla="*/ 0 w 47"/>
                <a:gd name="T3" fmla="*/ 109 h 123"/>
                <a:gd name="T4" fmla="*/ 29 w 47"/>
                <a:gd name="T5" fmla="*/ 66 h 123"/>
                <a:gd name="T6" fmla="*/ 43 w 47"/>
                <a:gd name="T7" fmla="*/ 1 h 1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7" h="123">
                  <a:moveTo>
                    <a:pt x="40" y="0"/>
                  </a:moveTo>
                  <a:cubicBezTo>
                    <a:pt x="35" y="20"/>
                    <a:pt x="47" y="123"/>
                    <a:pt x="0" y="92"/>
                  </a:cubicBezTo>
                  <a:cubicBezTo>
                    <a:pt x="20" y="94"/>
                    <a:pt x="22" y="70"/>
                    <a:pt x="26" y="56"/>
                  </a:cubicBezTo>
                  <a:cubicBezTo>
                    <a:pt x="32" y="38"/>
                    <a:pt x="38" y="20"/>
                    <a:pt x="37" y="1"/>
                  </a:cubicBezTo>
                </a:path>
              </a:pathLst>
            </a:custGeom>
            <a:solidFill>
              <a:srgbClr val="8C3F3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0319" name="Freeform 762">
              <a:extLst>
                <a:ext uri="{FF2B5EF4-FFF2-40B4-BE49-F238E27FC236}">
                  <a16:creationId xmlns:a16="http://schemas.microsoft.com/office/drawing/2014/main" id="{27345DBF-39FF-4AC9-BB36-2504D4FAB0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9" y="2159"/>
              <a:ext cx="410" cy="309"/>
            </a:xfrm>
            <a:custGeom>
              <a:avLst/>
              <a:gdLst>
                <a:gd name="T0" fmla="*/ 458 w 388"/>
                <a:gd name="T1" fmla="*/ 18 h 293"/>
                <a:gd name="T2" fmla="*/ 432 w 388"/>
                <a:gd name="T3" fmla="*/ 21 h 293"/>
                <a:gd name="T4" fmla="*/ 411 w 388"/>
                <a:gd name="T5" fmla="*/ 39 h 293"/>
                <a:gd name="T6" fmla="*/ 391 w 388"/>
                <a:gd name="T7" fmla="*/ 102 h 293"/>
                <a:gd name="T8" fmla="*/ 309 w 388"/>
                <a:gd name="T9" fmla="*/ 228 h 293"/>
                <a:gd name="T10" fmla="*/ 46 w 388"/>
                <a:gd name="T11" fmla="*/ 341 h 293"/>
                <a:gd name="T12" fmla="*/ 0 w 388"/>
                <a:gd name="T13" fmla="*/ 344 h 293"/>
                <a:gd name="T14" fmla="*/ 181 w 388"/>
                <a:gd name="T15" fmla="*/ 279 h 293"/>
                <a:gd name="T16" fmla="*/ 257 w 388"/>
                <a:gd name="T17" fmla="*/ 232 h 293"/>
                <a:gd name="T18" fmla="*/ 329 w 388"/>
                <a:gd name="T19" fmla="*/ 176 h 293"/>
                <a:gd name="T20" fmla="*/ 395 w 388"/>
                <a:gd name="T21" fmla="*/ 43 h 293"/>
                <a:gd name="T22" fmla="*/ 415 w 388"/>
                <a:gd name="T23" fmla="*/ 3 h 293"/>
                <a:gd name="T24" fmla="*/ 454 w 388"/>
                <a:gd name="T25" fmla="*/ 3 h 29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88" h="293">
                  <a:moveTo>
                    <a:pt x="388" y="15"/>
                  </a:moveTo>
                  <a:cubicBezTo>
                    <a:pt x="382" y="18"/>
                    <a:pt x="373" y="15"/>
                    <a:pt x="366" y="18"/>
                  </a:cubicBezTo>
                  <a:cubicBezTo>
                    <a:pt x="359" y="21"/>
                    <a:pt x="352" y="28"/>
                    <a:pt x="348" y="33"/>
                  </a:cubicBezTo>
                  <a:cubicBezTo>
                    <a:pt x="336" y="48"/>
                    <a:pt x="334" y="69"/>
                    <a:pt x="331" y="87"/>
                  </a:cubicBezTo>
                  <a:cubicBezTo>
                    <a:pt x="322" y="133"/>
                    <a:pt x="295" y="165"/>
                    <a:pt x="261" y="194"/>
                  </a:cubicBezTo>
                  <a:cubicBezTo>
                    <a:pt x="197" y="249"/>
                    <a:pt x="120" y="270"/>
                    <a:pt x="40" y="290"/>
                  </a:cubicBezTo>
                  <a:cubicBezTo>
                    <a:pt x="27" y="293"/>
                    <a:pt x="10" y="293"/>
                    <a:pt x="0" y="293"/>
                  </a:cubicBezTo>
                  <a:cubicBezTo>
                    <a:pt x="52" y="277"/>
                    <a:pt x="103" y="263"/>
                    <a:pt x="153" y="238"/>
                  </a:cubicBezTo>
                  <a:cubicBezTo>
                    <a:pt x="176" y="227"/>
                    <a:pt x="195" y="210"/>
                    <a:pt x="218" y="198"/>
                  </a:cubicBezTo>
                  <a:cubicBezTo>
                    <a:pt x="242" y="184"/>
                    <a:pt x="260" y="171"/>
                    <a:pt x="278" y="150"/>
                  </a:cubicBezTo>
                  <a:cubicBezTo>
                    <a:pt x="305" y="118"/>
                    <a:pt x="322" y="75"/>
                    <a:pt x="335" y="37"/>
                  </a:cubicBezTo>
                  <a:cubicBezTo>
                    <a:pt x="339" y="24"/>
                    <a:pt x="338" y="10"/>
                    <a:pt x="352" y="3"/>
                  </a:cubicBezTo>
                  <a:cubicBezTo>
                    <a:pt x="360" y="0"/>
                    <a:pt x="377" y="1"/>
                    <a:pt x="385" y="3"/>
                  </a:cubicBezTo>
                </a:path>
              </a:pathLst>
            </a:custGeom>
            <a:solidFill>
              <a:srgbClr val="6C2D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0320" name="Freeform 763">
              <a:extLst>
                <a:ext uri="{FF2B5EF4-FFF2-40B4-BE49-F238E27FC236}">
                  <a16:creationId xmlns:a16="http://schemas.microsoft.com/office/drawing/2014/main" id="{049B35DC-E0F9-4490-8B2F-90C4BAA5B7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2" y="1965"/>
              <a:ext cx="348" cy="68"/>
            </a:xfrm>
            <a:custGeom>
              <a:avLst/>
              <a:gdLst>
                <a:gd name="T0" fmla="*/ 387 w 330"/>
                <a:gd name="T1" fmla="*/ 0 h 64"/>
                <a:gd name="T2" fmla="*/ 252 w 330"/>
                <a:gd name="T3" fmla="*/ 62 h 64"/>
                <a:gd name="T4" fmla="*/ 122 w 330"/>
                <a:gd name="T5" fmla="*/ 64 h 64"/>
                <a:gd name="T6" fmla="*/ 5 w 330"/>
                <a:gd name="T7" fmla="*/ 53 h 64"/>
                <a:gd name="T8" fmla="*/ 135 w 330"/>
                <a:gd name="T9" fmla="*/ 53 h 64"/>
                <a:gd name="T10" fmla="*/ 387 w 330"/>
                <a:gd name="T11" fmla="*/ 0 h 6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30" h="64">
                  <a:moveTo>
                    <a:pt x="330" y="0"/>
                  </a:moveTo>
                  <a:cubicBezTo>
                    <a:pt x="330" y="0"/>
                    <a:pt x="257" y="47"/>
                    <a:pt x="215" y="52"/>
                  </a:cubicBezTo>
                  <a:cubicBezTo>
                    <a:pt x="172" y="56"/>
                    <a:pt x="151" y="62"/>
                    <a:pt x="104" y="53"/>
                  </a:cubicBezTo>
                  <a:cubicBezTo>
                    <a:pt x="57" y="44"/>
                    <a:pt x="9" y="42"/>
                    <a:pt x="5" y="44"/>
                  </a:cubicBezTo>
                  <a:cubicBezTo>
                    <a:pt x="0" y="45"/>
                    <a:pt x="77" y="44"/>
                    <a:pt x="115" y="44"/>
                  </a:cubicBezTo>
                  <a:cubicBezTo>
                    <a:pt x="153" y="44"/>
                    <a:pt x="184" y="64"/>
                    <a:pt x="330" y="0"/>
                  </a:cubicBezTo>
                  <a:close/>
                </a:path>
              </a:pathLst>
            </a:custGeom>
            <a:solidFill>
              <a:srgbClr val="8C3F3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0321" name="Freeform 764">
              <a:extLst>
                <a:ext uri="{FF2B5EF4-FFF2-40B4-BE49-F238E27FC236}">
                  <a16:creationId xmlns:a16="http://schemas.microsoft.com/office/drawing/2014/main" id="{FC1AF923-C314-455B-9B3F-52EB54D1135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1" y="1803"/>
              <a:ext cx="130" cy="116"/>
            </a:xfrm>
            <a:custGeom>
              <a:avLst/>
              <a:gdLst>
                <a:gd name="T0" fmla="*/ 145 w 123"/>
                <a:gd name="T1" fmla="*/ 115 h 110"/>
                <a:gd name="T2" fmla="*/ 51 w 123"/>
                <a:gd name="T3" fmla="*/ 102 h 110"/>
                <a:gd name="T4" fmla="*/ 8 w 123"/>
                <a:gd name="T5" fmla="*/ 63 h 110"/>
                <a:gd name="T6" fmla="*/ 1 w 123"/>
                <a:gd name="T7" fmla="*/ 0 h 110"/>
                <a:gd name="T8" fmla="*/ 57 w 123"/>
                <a:gd name="T9" fmla="*/ 94 h 110"/>
                <a:gd name="T10" fmla="*/ 141 w 123"/>
                <a:gd name="T11" fmla="*/ 115 h 11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3" h="110">
                  <a:moveTo>
                    <a:pt x="123" y="98"/>
                  </a:moveTo>
                  <a:cubicBezTo>
                    <a:pt x="98" y="110"/>
                    <a:pt x="65" y="99"/>
                    <a:pt x="43" y="87"/>
                  </a:cubicBezTo>
                  <a:cubicBezTo>
                    <a:pt x="30" y="81"/>
                    <a:pt x="16" y="69"/>
                    <a:pt x="8" y="54"/>
                  </a:cubicBezTo>
                  <a:cubicBezTo>
                    <a:pt x="0" y="38"/>
                    <a:pt x="6" y="18"/>
                    <a:pt x="1" y="0"/>
                  </a:cubicBezTo>
                  <a:cubicBezTo>
                    <a:pt x="16" y="28"/>
                    <a:pt x="18" y="62"/>
                    <a:pt x="48" y="80"/>
                  </a:cubicBezTo>
                  <a:cubicBezTo>
                    <a:pt x="67" y="92"/>
                    <a:pt x="97" y="92"/>
                    <a:pt x="119" y="98"/>
                  </a:cubicBezTo>
                </a:path>
              </a:pathLst>
            </a:custGeom>
            <a:solidFill>
              <a:srgbClr val="8C3F3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0322" name="Freeform 765">
              <a:extLst>
                <a:ext uri="{FF2B5EF4-FFF2-40B4-BE49-F238E27FC236}">
                  <a16:creationId xmlns:a16="http://schemas.microsoft.com/office/drawing/2014/main" id="{BF6A72FC-CA76-49A6-9745-82DA063DDE9E}"/>
                </a:ext>
              </a:extLst>
            </p:cNvPr>
            <p:cNvSpPr>
              <a:spLocks/>
            </p:cNvSpPr>
            <p:nvPr/>
          </p:nvSpPr>
          <p:spPr bwMode="auto">
            <a:xfrm>
              <a:off x="829" y="1613"/>
              <a:ext cx="177" cy="218"/>
            </a:xfrm>
            <a:custGeom>
              <a:avLst/>
              <a:gdLst>
                <a:gd name="T0" fmla="*/ 199 w 167"/>
                <a:gd name="T1" fmla="*/ 35 h 207"/>
                <a:gd name="T2" fmla="*/ 128 w 167"/>
                <a:gd name="T3" fmla="*/ 59 h 207"/>
                <a:gd name="T4" fmla="*/ 82 w 167"/>
                <a:gd name="T5" fmla="*/ 0 h 207"/>
                <a:gd name="T6" fmla="*/ 28 w 167"/>
                <a:gd name="T7" fmla="*/ 49 h 207"/>
                <a:gd name="T8" fmla="*/ 2 w 167"/>
                <a:gd name="T9" fmla="*/ 128 h 207"/>
                <a:gd name="T10" fmla="*/ 28 w 167"/>
                <a:gd name="T11" fmla="*/ 195 h 207"/>
                <a:gd name="T12" fmla="*/ 101 w 167"/>
                <a:gd name="T13" fmla="*/ 238 h 207"/>
                <a:gd name="T14" fmla="*/ 148 w 167"/>
                <a:gd name="T15" fmla="*/ 187 h 207"/>
                <a:gd name="T16" fmla="*/ 163 w 167"/>
                <a:gd name="T17" fmla="*/ 135 h 207"/>
                <a:gd name="T18" fmla="*/ 190 w 167"/>
                <a:gd name="T19" fmla="*/ 60 h 20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67" h="207">
                  <a:moveTo>
                    <a:pt x="167" y="29"/>
                  </a:moveTo>
                  <a:cubicBezTo>
                    <a:pt x="149" y="37"/>
                    <a:pt x="131" y="57"/>
                    <a:pt x="108" y="50"/>
                  </a:cubicBezTo>
                  <a:cubicBezTo>
                    <a:pt x="88" y="43"/>
                    <a:pt x="87" y="0"/>
                    <a:pt x="69" y="0"/>
                  </a:cubicBezTo>
                  <a:cubicBezTo>
                    <a:pt x="58" y="1"/>
                    <a:pt x="29" y="34"/>
                    <a:pt x="24" y="43"/>
                  </a:cubicBezTo>
                  <a:cubicBezTo>
                    <a:pt x="14" y="61"/>
                    <a:pt x="4" y="91"/>
                    <a:pt x="2" y="110"/>
                  </a:cubicBezTo>
                  <a:cubicBezTo>
                    <a:pt x="0" y="134"/>
                    <a:pt x="5" y="153"/>
                    <a:pt x="24" y="167"/>
                  </a:cubicBezTo>
                  <a:cubicBezTo>
                    <a:pt x="38" y="178"/>
                    <a:pt x="67" y="202"/>
                    <a:pt x="85" y="204"/>
                  </a:cubicBezTo>
                  <a:cubicBezTo>
                    <a:pt x="109" y="207"/>
                    <a:pt x="119" y="178"/>
                    <a:pt x="125" y="160"/>
                  </a:cubicBezTo>
                  <a:cubicBezTo>
                    <a:pt x="129" y="145"/>
                    <a:pt x="132" y="131"/>
                    <a:pt x="137" y="116"/>
                  </a:cubicBezTo>
                  <a:cubicBezTo>
                    <a:pt x="141" y="101"/>
                    <a:pt x="162" y="61"/>
                    <a:pt x="159" y="51"/>
                  </a:cubicBezTo>
                </a:path>
              </a:pathLst>
            </a:custGeom>
            <a:solidFill>
              <a:srgbClr val="7A36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0323" name="Freeform 766">
              <a:extLst>
                <a:ext uri="{FF2B5EF4-FFF2-40B4-BE49-F238E27FC236}">
                  <a16:creationId xmlns:a16="http://schemas.microsoft.com/office/drawing/2014/main" id="{870294FA-5DA9-4706-882E-C62E63A88134}"/>
                </a:ext>
              </a:extLst>
            </p:cNvPr>
            <p:cNvSpPr>
              <a:spLocks/>
            </p:cNvSpPr>
            <p:nvPr/>
          </p:nvSpPr>
          <p:spPr bwMode="auto">
            <a:xfrm>
              <a:off x="850" y="1517"/>
              <a:ext cx="119" cy="178"/>
            </a:xfrm>
            <a:custGeom>
              <a:avLst/>
              <a:gdLst>
                <a:gd name="T0" fmla="*/ 106 w 112"/>
                <a:gd name="T1" fmla="*/ 159 h 169"/>
                <a:gd name="T2" fmla="*/ 134 w 112"/>
                <a:gd name="T3" fmla="*/ 67 h 169"/>
                <a:gd name="T4" fmla="*/ 90 w 112"/>
                <a:gd name="T5" fmla="*/ 19 h 169"/>
                <a:gd name="T6" fmla="*/ 50 w 112"/>
                <a:gd name="T7" fmla="*/ 23 h 169"/>
                <a:gd name="T8" fmla="*/ 0 w 112"/>
                <a:gd name="T9" fmla="*/ 197 h 16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2" h="169">
                  <a:moveTo>
                    <a:pt x="88" y="136"/>
                  </a:moveTo>
                  <a:cubicBezTo>
                    <a:pt x="67" y="95"/>
                    <a:pt x="76" y="79"/>
                    <a:pt x="112" y="58"/>
                  </a:cubicBezTo>
                  <a:cubicBezTo>
                    <a:pt x="103" y="45"/>
                    <a:pt x="87" y="28"/>
                    <a:pt x="75" y="16"/>
                  </a:cubicBezTo>
                  <a:cubicBezTo>
                    <a:pt x="61" y="0"/>
                    <a:pt x="54" y="3"/>
                    <a:pt x="41" y="20"/>
                  </a:cubicBezTo>
                  <a:cubicBezTo>
                    <a:pt x="9" y="62"/>
                    <a:pt x="1" y="115"/>
                    <a:pt x="0" y="169"/>
                  </a:cubicBezTo>
                </a:path>
              </a:pathLst>
            </a:custGeom>
            <a:solidFill>
              <a:srgbClr val="7A36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0324" name="Freeform 767">
              <a:extLst>
                <a:ext uri="{FF2B5EF4-FFF2-40B4-BE49-F238E27FC236}">
                  <a16:creationId xmlns:a16="http://schemas.microsoft.com/office/drawing/2014/main" id="{020AD3DA-534C-4F82-86BF-8BABD497D7E1}"/>
                </a:ext>
              </a:extLst>
            </p:cNvPr>
            <p:cNvSpPr>
              <a:spLocks/>
            </p:cNvSpPr>
            <p:nvPr/>
          </p:nvSpPr>
          <p:spPr bwMode="auto">
            <a:xfrm>
              <a:off x="915" y="1276"/>
              <a:ext cx="229" cy="261"/>
            </a:xfrm>
            <a:custGeom>
              <a:avLst/>
              <a:gdLst>
                <a:gd name="T0" fmla="*/ 18 w 217"/>
                <a:gd name="T1" fmla="*/ 292 h 247"/>
                <a:gd name="T2" fmla="*/ 58 w 217"/>
                <a:gd name="T3" fmla="*/ 242 h 247"/>
                <a:gd name="T4" fmla="*/ 116 w 217"/>
                <a:gd name="T5" fmla="*/ 243 h 247"/>
                <a:gd name="T6" fmla="*/ 156 w 217"/>
                <a:gd name="T7" fmla="*/ 166 h 247"/>
                <a:gd name="T8" fmla="*/ 241 w 217"/>
                <a:gd name="T9" fmla="*/ 62 h 247"/>
                <a:gd name="T10" fmla="*/ 209 w 217"/>
                <a:gd name="T11" fmla="*/ 4 h 247"/>
                <a:gd name="T12" fmla="*/ 103 w 217"/>
                <a:gd name="T13" fmla="*/ 75 h 247"/>
                <a:gd name="T14" fmla="*/ 39 w 217"/>
                <a:gd name="T15" fmla="*/ 166 h 247"/>
                <a:gd name="T16" fmla="*/ 0 w 217"/>
                <a:gd name="T17" fmla="*/ 279 h 24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17" h="247">
                  <a:moveTo>
                    <a:pt x="15" y="247"/>
                  </a:moveTo>
                  <a:cubicBezTo>
                    <a:pt x="18" y="226"/>
                    <a:pt x="28" y="210"/>
                    <a:pt x="49" y="205"/>
                  </a:cubicBezTo>
                  <a:cubicBezTo>
                    <a:pt x="69" y="200"/>
                    <a:pt x="85" y="217"/>
                    <a:pt x="99" y="206"/>
                  </a:cubicBezTo>
                  <a:cubicBezTo>
                    <a:pt x="113" y="195"/>
                    <a:pt x="122" y="157"/>
                    <a:pt x="133" y="141"/>
                  </a:cubicBezTo>
                  <a:cubicBezTo>
                    <a:pt x="153" y="114"/>
                    <a:pt x="192" y="84"/>
                    <a:pt x="205" y="53"/>
                  </a:cubicBezTo>
                  <a:cubicBezTo>
                    <a:pt x="217" y="26"/>
                    <a:pt x="209" y="0"/>
                    <a:pt x="178" y="4"/>
                  </a:cubicBezTo>
                  <a:cubicBezTo>
                    <a:pt x="141" y="8"/>
                    <a:pt x="112" y="38"/>
                    <a:pt x="88" y="63"/>
                  </a:cubicBezTo>
                  <a:cubicBezTo>
                    <a:pt x="65" y="88"/>
                    <a:pt x="45" y="110"/>
                    <a:pt x="33" y="141"/>
                  </a:cubicBezTo>
                  <a:cubicBezTo>
                    <a:pt x="22" y="171"/>
                    <a:pt x="17" y="212"/>
                    <a:pt x="0" y="237"/>
                  </a:cubicBezTo>
                </a:path>
              </a:pathLst>
            </a:custGeom>
            <a:solidFill>
              <a:srgbClr val="7A36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0325" name="Freeform 768">
              <a:extLst>
                <a:ext uri="{FF2B5EF4-FFF2-40B4-BE49-F238E27FC236}">
                  <a16:creationId xmlns:a16="http://schemas.microsoft.com/office/drawing/2014/main" id="{F2497D68-84BF-4359-B0DD-41B875376E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6" y="1215"/>
              <a:ext cx="381" cy="227"/>
            </a:xfrm>
            <a:custGeom>
              <a:avLst/>
              <a:gdLst>
                <a:gd name="T0" fmla="*/ 41 w 361"/>
                <a:gd name="T1" fmla="*/ 253 h 215"/>
                <a:gd name="T2" fmla="*/ 80 w 361"/>
                <a:gd name="T3" fmla="*/ 213 h 215"/>
                <a:gd name="T4" fmla="*/ 152 w 361"/>
                <a:gd name="T5" fmla="*/ 178 h 215"/>
                <a:gd name="T6" fmla="*/ 334 w 361"/>
                <a:gd name="T7" fmla="*/ 133 h 215"/>
                <a:gd name="T8" fmla="*/ 411 w 361"/>
                <a:gd name="T9" fmla="*/ 35 h 215"/>
                <a:gd name="T10" fmla="*/ 355 w 361"/>
                <a:gd name="T11" fmla="*/ 1 h 215"/>
                <a:gd name="T12" fmla="*/ 84 w 361"/>
                <a:gd name="T13" fmla="*/ 79 h 215"/>
                <a:gd name="T14" fmla="*/ 0 w 361"/>
                <a:gd name="T15" fmla="*/ 174 h 21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61" h="215">
                  <a:moveTo>
                    <a:pt x="35" y="215"/>
                  </a:moveTo>
                  <a:cubicBezTo>
                    <a:pt x="44" y="211"/>
                    <a:pt x="57" y="190"/>
                    <a:pt x="68" y="181"/>
                  </a:cubicBezTo>
                  <a:cubicBezTo>
                    <a:pt x="87" y="164"/>
                    <a:pt x="105" y="159"/>
                    <a:pt x="129" y="152"/>
                  </a:cubicBezTo>
                  <a:cubicBezTo>
                    <a:pt x="181" y="138"/>
                    <a:pt x="233" y="134"/>
                    <a:pt x="283" y="113"/>
                  </a:cubicBezTo>
                  <a:cubicBezTo>
                    <a:pt x="311" y="101"/>
                    <a:pt x="361" y="67"/>
                    <a:pt x="350" y="29"/>
                  </a:cubicBezTo>
                  <a:cubicBezTo>
                    <a:pt x="344" y="10"/>
                    <a:pt x="321" y="1"/>
                    <a:pt x="301" y="1"/>
                  </a:cubicBezTo>
                  <a:cubicBezTo>
                    <a:pt x="220" y="0"/>
                    <a:pt x="141" y="27"/>
                    <a:pt x="72" y="67"/>
                  </a:cubicBezTo>
                  <a:cubicBezTo>
                    <a:pt x="39" y="86"/>
                    <a:pt x="23" y="117"/>
                    <a:pt x="0" y="148"/>
                  </a:cubicBezTo>
                </a:path>
              </a:pathLst>
            </a:custGeom>
            <a:solidFill>
              <a:srgbClr val="7A36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0326" name="Freeform 769">
              <a:extLst>
                <a:ext uri="{FF2B5EF4-FFF2-40B4-BE49-F238E27FC236}">
                  <a16:creationId xmlns:a16="http://schemas.microsoft.com/office/drawing/2014/main" id="{A804EEEF-258C-4579-967D-A8275E816BB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2" y="1313"/>
              <a:ext cx="411" cy="553"/>
            </a:xfrm>
            <a:custGeom>
              <a:avLst/>
              <a:gdLst>
                <a:gd name="T0" fmla="*/ 271 w 390"/>
                <a:gd name="T1" fmla="*/ 27 h 524"/>
                <a:gd name="T2" fmla="*/ 200 w 390"/>
                <a:gd name="T3" fmla="*/ 79 h 524"/>
                <a:gd name="T4" fmla="*/ 116 w 390"/>
                <a:gd name="T5" fmla="*/ 120 h 524"/>
                <a:gd name="T6" fmla="*/ 22 w 390"/>
                <a:gd name="T7" fmla="*/ 221 h 524"/>
                <a:gd name="T8" fmla="*/ 46 w 390"/>
                <a:gd name="T9" fmla="*/ 363 h 524"/>
                <a:gd name="T10" fmla="*/ 61 w 390"/>
                <a:gd name="T11" fmla="*/ 487 h 524"/>
                <a:gd name="T12" fmla="*/ 123 w 390"/>
                <a:gd name="T13" fmla="*/ 555 h 524"/>
                <a:gd name="T14" fmla="*/ 219 w 390"/>
                <a:gd name="T15" fmla="*/ 551 h 524"/>
                <a:gd name="T16" fmla="*/ 290 w 390"/>
                <a:gd name="T17" fmla="*/ 598 h 524"/>
                <a:gd name="T18" fmla="*/ 393 w 390"/>
                <a:gd name="T19" fmla="*/ 589 h 524"/>
                <a:gd name="T20" fmla="*/ 448 w 390"/>
                <a:gd name="T21" fmla="*/ 554 h 524"/>
                <a:gd name="T22" fmla="*/ 451 w 390"/>
                <a:gd name="T23" fmla="*/ 470 h 524"/>
                <a:gd name="T24" fmla="*/ 428 w 390"/>
                <a:gd name="T25" fmla="*/ 256 h 524"/>
                <a:gd name="T26" fmla="*/ 378 w 390"/>
                <a:gd name="T27" fmla="*/ 64 h 524"/>
                <a:gd name="T28" fmla="*/ 269 w 390"/>
                <a:gd name="T29" fmla="*/ 25 h 52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390" h="524">
                  <a:moveTo>
                    <a:pt x="232" y="24"/>
                  </a:moveTo>
                  <a:cubicBezTo>
                    <a:pt x="211" y="38"/>
                    <a:pt x="191" y="54"/>
                    <a:pt x="171" y="67"/>
                  </a:cubicBezTo>
                  <a:cubicBezTo>
                    <a:pt x="148" y="82"/>
                    <a:pt x="121" y="87"/>
                    <a:pt x="99" y="102"/>
                  </a:cubicBezTo>
                  <a:cubicBezTo>
                    <a:pt x="72" y="121"/>
                    <a:pt x="34" y="158"/>
                    <a:pt x="19" y="188"/>
                  </a:cubicBezTo>
                  <a:cubicBezTo>
                    <a:pt x="0" y="228"/>
                    <a:pt x="30" y="269"/>
                    <a:pt x="40" y="309"/>
                  </a:cubicBezTo>
                  <a:cubicBezTo>
                    <a:pt x="48" y="344"/>
                    <a:pt x="50" y="378"/>
                    <a:pt x="52" y="414"/>
                  </a:cubicBezTo>
                  <a:cubicBezTo>
                    <a:pt x="54" y="453"/>
                    <a:pt x="65" y="471"/>
                    <a:pt x="105" y="472"/>
                  </a:cubicBezTo>
                  <a:cubicBezTo>
                    <a:pt x="133" y="473"/>
                    <a:pt x="160" y="461"/>
                    <a:pt x="187" y="469"/>
                  </a:cubicBezTo>
                  <a:cubicBezTo>
                    <a:pt x="213" y="477"/>
                    <a:pt x="226" y="497"/>
                    <a:pt x="248" y="509"/>
                  </a:cubicBezTo>
                  <a:cubicBezTo>
                    <a:pt x="277" y="524"/>
                    <a:pt x="308" y="514"/>
                    <a:pt x="336" y="501"/>
                  </a:cubicBezTo>
                  <a:cubicBezTo>
                    <a:pt x="351" y="494"/>
                    <a:pt x="374" y="485"/>
                    <a:pt x="382" y="471"/>
                  </a:cubicBezTo>
                  <a:cubicBezTo>
                    <a:pt x="390" y="454"/>
                    <a:pt x="386" y="419"/>
                    <a:pt x="385" y="400"/>
                  </a:cubicBezTo>
                  <a:cubicBezTo>
                    <a:pt x="380" y="339"/>
                    <a:pt x="372" y="279"/>
                    <a:pt x="365" y="218"/>
                  </a:cubicBezTo>
                  <a:cubicBezTo>
                    <a:pt x="358" y="163"/>
                    <a:pt x="351" y="104"/>
                    <a:pt x="324" y="55"/>
                  </a:cubicBezTo>
                  <a:cubicBezTo>
                    <a:pt x="306" y="22"/>
                    <a:pt x="268" y="0"/>
                    <a:pt x="230" y="22"/>
                  </a:cubicBezTo>
                </a:path>
              </a:pathLst>
            </a:custGeom>
            <a:solidFill>
              <a:srgbClr val="7A36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0327" name="Freeform 770">
              <a:extLst>
                <a:ext uri="{FF2B5EF4-FFF2-40B4-BE49-F238E27FC236}">
                  <a16:creationId xmlns:a16="http://schemas.microsoft.com/office/drawing/2014/main" id="{312D2D83-5D20-4A36-BC8D-A91DB940024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2" y="1902"/>
              <a:ext cx="279" cy="93"/>
            </a:xfrm>
            <a:custGeom>
              <a:avLst/>
              <a:gdLst>
                <a:gd name="T0" fmla="*/ 4 w 264"/>
                <a:gd name="T1" fmla="*/ 39 h 88"/>
                <a:gd name="T2" fmla="*/ 0 w 264"/>
                <a:gd name="T3" fmla="*/ 35 h 88"/>
                <a:gd name="T4" fmla="*/ 88 w 264"/>
                <a:gd name="T5" fmla="*/ 80 h 88"/>
                <a:gd name="T6" fmla="*/ 179 w 264"/>
                <a:gd name="T7" fmla="*/ 101 h 88"/>
                <a:gd name="T8" fmla="*/ 257 w 264"/>
                <a:gd name="T9" fmla="*/ 98 h 88"/>
                <a:gd name="T10" fmla="*/ 309 w 264"/>
                <a:gd name="T11" fmla="*/ 44 h 88"/>
                <a:gd name="T12" fmla="*/ 8 w 264"/>
                <a:gd name="T13" fmla="*/ 37 h 8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4" h="88">
                  <a:moveTo>
                    <a:pt x="4" y="33"/>
                  </a:moveTo>
                  <a:cubicBezTo>
                    <a:pt x="1" y="31"/>
                    <a:pt x="2" y="29"/>
                    <a:pt x="0" y="29"/>
                  </a:cubicBezTo>
                  <a:cubicBezTo>
                    <a:pt x="10" y="46"/>
                    <a:pt x="56" y="61"/>
                    <a:pt x="75" y="68"/>
                  </a:cubicBezTo>
                  <a:cubicBezTo>
                    <a:pt x="99" y="77"/>
                    <a:pt x="125" y="84"/>
                    <a:pt x="151" y="86"/>
                  </a:cubicBezTo>
                  <a:cubicBezTo>
                    <a:pt x="172" y="88"/>
                    <a:pt x="198" y="88"/>
                    <a:pt x="218" y="83"/>
                  </a:cubicBezTo>
                  <a:cubicBezTo>
                    <a:pt x="236" y="79"/>
                    <a:pt x="264" y="60"/>
                    <a:pt x="261" y="38"/>
                  </a:cubicBezTo>
                  <a:cubicBezTo>
                    <a:pt x="257" y="0"/>
                    <a:pt x="51" y="47"/>
                    <a:pt x="8" y="31"/>
                  </a:cubicBezTo>
                </a:path>
              </a:pathLst>
            </a:custGeom>
            <a:solidFill>
              <a:srgbClr val="7A36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0328" name="Freeform 771">
              <a:extLst>
                <a:ext uri="{FF2B5EF4-FFF2-40B4-BE49-F238E27FC236}">
                  <a16:creationId xmlns:a16="http://schemas.microsoft.com/office/drawing/2014/main" id="{089ADCBD-99CE-48AB-B5FB-88C8C7813972}"/>
                </a:ext>
              </a:extLst>
            </p:cNvPr>
            <p:cNvSpPr>
              <a:spLocks/>
            </p:cNvSpPr>
            <p:nvPr/>
          </p:nvSpPr>
          <p:spPr bwMode="auto">
            <a:xfrm>
              <a:off x="999" y="1865"/>
              <a:ext cx="494" cy="448"/>
            </a:xfrm>
            <a:custGeom>
              <a:avLst/>
              <a:gdLst>
                <a:gd name="T0" fmla="*/ 297 w 468"/>
                <a:gd name="T1" fmla="*/ 87 h 424"/>
                <a:gd name="T2" fmla="*/ 229 w 468"/>
                <a:gd name="T3" fmla="*/ 142 h 424"/>
                <a:gd name="T4" fmla="*/ 406 w 468"/>
                <a:gd name="T5" fmla="*/ 242 h 424"/>
                <a:gd name="T6" fmla="*/ 542 w 468"/>
                <a:gd name="T7" fmla="*/ 406 h 424"/>
                <a:gd name="T8" fmla="*/ 382 w 468"/>
                <a:gd name="T9" fmla="*/ 500 h 424"/>
                <a:gd name="T10" fmla="*/ 260 w 468"/>
                <a:gd name="T11" fmla="*/ 478 h 424"/>
                <a:gd name="T12" fmla="*/ 192 w 468"/>
                <a:gd name="T13" fmla="*/ 415 h 424"/>
                <a:gd name="T14" fmla="*/ 91 w 468"/>
                <a:gd name="T15" fmla="*/ 292 h 424"/>
                <a:gd name="T16" fmla="*/ 17 w 468"/>
                <a:gd name="T17" fmla="*/ 283 h 424"/>
                <a:gd name="T18" fmla="*/ 0 w 468"/>
                <a:gd name="T19" fmla="*/ 182 h 424"/>
                <a:gd name="T20" fmla="*/ 60 w 468"/>
                <a:gd name="T21" fmla="*/ 0 h 424"/>
                <a:gd name="T22" fmla="*/ 113 w 468"/>
                <a:gd name="T23" fmla="*/ 12 h 424"/>
                <a:gd name="T24" fmla="*/ 197 w 468"/>
                <a:gd name="T25" fmla="*/ 48 h 424"/>
                <a:gd name="T26" fmla="*/ 246 w 468"/>
                <a:gd name="T27" fmla="*/ 70 h 424"/>
                <a:gd name="T28" fmla="*/ 281 w 468"/>
                <a:gd name="T29" fmla="*/ 78 h 42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468" h="424">
                  <a:moveTo>
                    <a:pt x="252" y="74"/>
                  </a:moveTo>
                  <a:cubicBezTo>
                    <a:pt x="221" y="49"/>
                    <a:pt x="163" y="84"/>
                    <a:pt x="195" y="120"/>
                  </a:cubicBezTo>
                  <a:cubicBezTo>
                    <a:pt x="235" y="167"/>
                    <a:pt x="288" y="186"/>
                    <a:pt x="346" y="205"/>
                  </a:cubicBezTo>
                  <a:cubicBezTo>
                    <a:pt x="405" y="225"/>
                    <a:pt x="468" y="273"/>
                    <a:pt x="460" y="344"/>
                  </a:cubicBezTo>
                  <a:cubicBezTo>
                    <a:pt x="453" y="407"/>
                    <a:pt x="377" y="423"/>
                    <a:pt x="325" y="424"/>
                  </a:cubicBezTo>
                  <a:cubicBezTo>
                    <a:pt x="291" y="424"/>
                    <a:pt x="253" y="413"/>
                    <a:pt x="221" y="405"/>
                  </a:cubicBezTo>
                  <a:cubicBezTo>
                    <a:pt x="190" y="398"/>
                    <a:pt x="178" y="378"/>
                    <a:pt x="163" y="352"/>
                  </a:cubicBezTo>
                  <a:cubicBezTo>
                    <a:pt x="143" y="315"/>
                    <a:pt x="121" y="260"/>
                    <a:pt x="77" y="247"/>
                  </a:cubicBezTo>
                  <a:cubicBezTo>
                    <a:pt x="60" y="242"/>
                    <a:pt x="25" y="250"/>
                    <a:pt x="14" y="240"/>
                  </a:cubicBezTo>
                  <a:cubicBezTo>
                    <a:pt x="0" y="226"/>
                    <a:pt x="0" y="173"/>
                    <a:pt x="0" y="154"/>
                  </a:cubicBezTo>
                  <a:cubicBezTo>
                    <a:pt x="0" y="100"/>
                    <a:pt x="11" y="39"/>
                    <a:pt x="51" y="0"/>
                  </a:cubicBezTo>
                  <a:cubicBezTo>
                    <a:pt x="63" y="8"/>
                    <a:pt x="82" y="5"/>
                    <a:pt x="96" y="9"/>
                  </a:cubicBezTo>
                  <a:cubicBezTo>
                    <a:pt x="121" y="16"/>
                    <a:pt x="144" y="30"/>
                    <a:pt x="168" y="41"/>
                  </a:cubicBezTo>
                  <a:cubicBezTo>
                    <a:pt x="181" y="48"/>
                    <a:pt x="196" y="56"/>
                    <a:pt x="209" y="59"/>
                  </a:cubicBezTo>
                  <a:cubicBezTo>
                    <a:pt x="220" y="62"/>
                    <a:pt x="234" y="59"/>
                    <a:pt x="239" y="66"/>
                  </a:cubicBezTo>
                </a:path>
              </a:pathLst>
            </a:custGeom>
            <a:solidFill>
              <a:srgbClr val="7A36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0329" name="Freeform 772">
              <a:extLst>
                <a:ext uri="{FF2B5EF4-FFF2-40B4-BE49-F238E27FC236}">
                  <a16:creationId xmlns:a16="http://schemas.microsoft.com/office/drawing/2014/main" id="{B959AAB1-226C-40BB-9197-86A152B248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3" y="2161"/>
              <a:ext cx="222" cy="241"/>
            </a:xfrm>
            <a:custGeom>
              <a:avLst/>
              <a:gdLst>
                <a:gd name="T0" fmla="*/ 245 w 211"/>
                <a:gd name="T1" fmla="*/ 136 h 229"/>
                <a:gd name="T2" fmla="*/ 196 w 211"/>
                <a:gd name="T3" fmla="*/ 193 h 229"/>
                <a:gd name="T4" fmla="*/ 246 w 211"/>
                <a:gd name="T5" fmla="*/ 267 h 229"/>
                <a:gd name="T6" fmla="*/ 175 w 211"/>
                <a:gd name="T7" fmla="*/ 227 h 229"/>
                <a:gd name="T8" fmla="*/ 106 w 211"/>
                <a:gd name="T9" fmla="*/ 186 h 229"/>
                <a:gd name="T10" fmla="*/ 25 w 211"/>
                <a:gd name="T11" fmla="*/ 0 h 2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1" h="229">
                  <a:moveTo>
                    <a:pt x="210" y="117"/>
                  </a:moveTo>
                  <a:cubicBezTo>
                    <a:pt x="187" y="124"/>
                    <a:pt x="167" y="139"/>
                    <a:pt x="168" y="165"/>
                  </a:cubicBezTo>
                  <a:cubicBezTo>
                    <a:pt x="170" y="196"/>
                    <a:pt x="208" y="204"/>
                    <a:pt x="211" y="229"/>
                  </a:cubicBezTo>
                  <a:cubicBezTo>
                    <a:pt x="193" y="228"/>
                    <a:pt x="167" y="204"/>
                    <a:pt x="150" y="195"/>
                  </a:cubicBezTo>
                  <a:cubicBezTo>
                    <a:pt x="131" y="184"/>
                    <a:pt x="108" y="174"/>
                    <a:pt x="91" y="160"/>
                  </a:cubicBezTo>
                  <a:cubicBezTo>
                    <a:pt x="47" y="126"/>
                    <a:pt x="0" y="56"/>
                    <a:pt x="22" y="0"/>
                  </a:cubicBezTo>
                </a:path>
              </a:pathLst>
            </a:custGeom>
            <a:solidFill>
              <a:srgbClr val="7A36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0330" name="Freeform 773">
              <a:extLst>
                <a:ext uri="{FF2B5EF4-FFF2-40B4-BE49-F238E27FC236}">
                  <a16:creationId xmlns:a16="http://schemas.microsoft.com/office/drawing/2014/main" id="{6F4FB651-F15E-41EE-966B-1E1C482DF18F}"/>
                </a:ext>
              </a:extLst>
            </p:cNvPr>
            <p:cNvSpPr>
              <a:spLocks/>
            </p:cNvSpPr>
            <p:nvPr/>
          </p:nvSpPr>
          <p:spPr bwMode="auto">
            <a:xfrm>
              <a:off x="970" y="2303"/>
              <a:ext cx="236" cy="323"/>
            </a:xfrm>
            <a:custGeom>
              <a:avLst/>
              <a:gdLst>
                <a:gd name="T0" fmla="*/ 248 w 224"/>
                <a:gd name="T1" fmla="*/ 207 h 306"/>
                <a:gd name="T2" fmla="*/ 154 w 224"/>
                <a:gd name="T3" fmla="*/ 71 h 306"/>
                <a:gd name="T4" fmla="*/ 53 w 224"/>
                <a:gd name="T5" fmla="*/ 3 h 306"/>
                <a:gd name="T6" fmla="*/ 21 w 224"/>
                <a:gd name="T7" fmla="*/ 127 h 306"/>
                <a:gd name="T8" fmla="*/ 110 w 224"/>
                <a:gd name="T9" fmla="*/ 341 h 306"/>
                <a:gd name="T10" fmla="*/ 241 w 224"/>
                <a:gd name="T11" fmla="*/ 197 h 30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4" h="306">
                  <a:moveTo>
                    <a:pt x="212" y="176"/>
                  </a:moveTo>
                  <a:cubicBezTo>
                    <a:pt x="224" y="124"/>
                    <a:pt x="167" y="90"/>
                    <a:pt x="132" y="60"/>
                  </a:cubicBezTo>
                  <a:cubicBezTo>
                    <a:pt x="112" y="43"/>
                    <a:pt x="73" y="4"/>
                    <a:pt x="45" y="3"/>
                  </a:cubicBezTo>
                  <a:cubicBezTo>
                    <a:pt x="0" y="0"/>
                    <a:pt x="17" y="83"/>
                    <a:pt x="18" y="108"/>
                  </a:cubicBezTo>
                  <a:cubicBezTo>
                    <a:pt x="20" y="173"/>
                    <a:pt x="13" y="271"/>
                    <a:pt x="94" y="290"/>
                  </a:cubicBezTo>
                  <a:cubicBezTo>
                    <a:pt x="160" y="306"/>
                    <a:pt x="189" y="216"/>
                    <a:pt x="206" y="168"/>
                  </a:cubicBezTo>
                </a:path>
              </a:pathLst>
            </a:custGeom>
            <a:solidFill>
              <a:srgbClr val="7A36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0331" name="Freeform 774">
              <a:extLst>
                <a:ext uri="{FF2B5EF4-FFF2-40B4-BE49-F238E27FC236}">
                  <a16:creationId xmlns:a16="http://schemas.microsoft.com/office/drawing/2014/main" id="{1D342EDA-DCCD-42BD-91D0-A90E56926C7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1" y="2451"/>
              <a:ext cx="441" cy="286"/>
            </a:xfrm>
            <a:custGeom>
              <a:avLst/>
              <a:gdLst>
                <a:gd name="T0" fmla="*/ 0 w 418"/>
                <a:gd name="T1" fmla="*/ 153 h 271"/>
                <a:gd name="T2" fmla="*/ 266 w 418"/>
                <a:gd name="T3" fmla="*/ 210 h 271"/>
                <a:gd name="T4" fmla="*/ 358 w 418"/>
                <a:gd name="T5" fmla="*/ 252 h 271"/>
                <a:gd name="T6" fmla="*/ 444 w 418"/>
                <a:gd name="T7" fmla="*/ 306 h 271"/>
                <a:gd name="T8" fmla="*/ 467 w 418"/>
                <a:gd name="T9" fmla="*/ 309 h 271"/>
                <a:gd name="T10" fmla="*/ 440 w 418"/>
                <a:gd name="T11" fmla="*/ 261 h 271"/>
                <a:gd name="T12" fmla="*/ 429 w 418"/>
                <a:gd name="T13" fmla="*/ 212 h 271"/>
                <a:gd name="T14" fmla="*/ 408 w 418"/>
                <a:gd name="T15" fmla="*/ 146 h 271"/>
                <a:gd name="T16" fmla="*/ 298 w 418"/>
                <a:gd name="T17" fmla="*/ 85 h 271"/>
                <a:gd name="T18" fmla="*/ 178 w 418"/>
                <a:gd name="T19" fmla="*/ 109 h 271"/>
                <a:gd name="T20" fmla="*/ 122 w 418"/>
                <a:gd name="T21" fmla="*/ 77 h 271"/>
                <a:gd name="T22" fmla="*/ 122 w 418"/>
                <a:gd name="T23" fmla="*/ 0 h 27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18" h="271">
                  <a:moveTo>
                    <a:pt x="0" y="130"/>
                  </a:moveTo>
                  <a:cubicBezTo>
                    <a:pt x="62" y="181"/>
                    <a:pt x="154" y="162"/>
                    <a:pt x="227" y="179"/>
                  </a:cubicBezTo>
                  <a:cubicBezTo>
                    <a:pt x="255" y="186"/>
                    <a:pt x="277" y="204"/>
                    <a:pt x="304" y="214"/>
                  </a:cubicBezTo>
                  <a:cubicBezTo>
                    <a:pt x="333" y="224"/>
                    <a:pt x="351" y="247"/>
                    <a:pt x="378" y="261"/>
                  </a:cubicBezTo>
                  <a:cubicBezTo>
                    <a:pt x="387" y="266"/>
                    <a:pt x="389" y="271"/>
                    <a:pt x="398" y="263"/>
                  </a:cubicBezTo>
                  <a:cubicBezTo>
                    <a:pt x="418" y="246"/>
                    <a:pt x="385" y="231"/>
                    <a:pt x="374" y="222"/>
                  </a:cubicBezTo>
                  <a:cubicBezTo>
                    <a:pt x="357" y="209"/>
                    <a:pt x="373" y="199"/>
                    <a:pt x="366" y="180"/>
                  </a:cubicBezTo>
                  <a:cubicBezTo>
                    <a:pt x="359" y="163"/>
                    <a:pt x="358" y="139"/>
                    <a:pt x="348" y="124"/>
                  </a:cubicBezTo>
                  <a:cubicBezTo>
                    <a:pt x="333" y="102"/>
                    <a:pt x="281" y="80"/>
                    <a:pt x="253" y="73"/>
                  </a:cubicBezTo>
                  <a:cubicBezTo>
                    <a:pt x="214" y="63"/>
                    <a:pt x="189" y="81"/>
                    <a:pt x="152" y="93"/>
                  </a:cubicBezTo>
                  <a:cubicBezTo>
                    <a:pt x="127" y="102"/>
                    <a:pt x="104" y="97"/>
                    <a:pt x="104" y="65"/>
                  </a:cubicBezTo>
                  <a:cubicBezTo>
                    <a:pt x="104" y="35"/>
                    <a:pt x="132" y="25"/>
                    <a:pt x="104" y="0"/>
                  </a:cubicBezTo>
                </a:path>
              </a:pathLst>
            </a:custGeom>
            <a:solidFill>
              <a:srgbClr val="7A36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0332" name="Freeform 775">
              <a:extLst>
                <a:ext uri="{FF2B5EF4-FFF2-40B4-BE49-F238E27FC236}">
                  <a16:creationId xmlns:a16="http://schemas.microsoft.com/office/drawing/2014/main" id="{F5C45064-D4C1-4C31-86D2-E776097773B0}"/>
                </a:ext>
              </a:extLst>
            </p:cNvPr>
            <p:cNvSpPr>
              <a:spLocks/>
            </p:cNvSpPr>
            <p:nvPr/>
          </p:nvSpPr>
          <p:spPr bwMode="auto">
            <a:xfrm>
              <a:off x="985" y="2682"/>
              <a:ext cx="495" cy="313"/>
            </a:xfrm>
            <a:custGeom>
              <a:avLst/>
              <a:gdLst>
                <a:gd name="T0" fmla="*/ 208 w 469"/>
                <a:gd name="T1" fmla="*/ 21 h 296"/>
                <a:gd name="T2" fmla="*/ 82 w 469"/>
                <a:gd name="T3" fmla="*/ 1 h 296"/>
                <a:gd name="T4" fmla="*/ 3 w 469"/>
                <a:gd name="T5" fmla="*/ 110 h 296"/>
                <a:gd name="T6" fmla="*/ 56 w 469"/>
                <a:gd name="T7" fmla="*/ 258 h 296"/>
                <a:gd name="T8" fmla="*/ 184 w 469"/>
                <a:gd name="T9" fmla="*/ 280 h 296"/>
                <a:gd name="T10" fmla="*/ 343 w 469"/>
                <a:gd name="T11" fmla="*/ 299 h 296"/>
                <a:gd name="T12" fmla="*/ 475 w 469"/>
                <a:gd name="T13" fmla="*/ 348 h 296"/>
                <a:gd name="T14" fmla="*/ 532 w 469"/>
                <a:gd name="T15" fmla="*/ 331 h 296"/>
                <a:gd name="T16" fmla="*/ 528 w 469"/>
                <a:gd name="T17" fmla="*/ 241 h 296"/>
                <a:gd name="T18" fmla="*/ 416 w 469"/>
                <a:gd name="T19" fmla="*/ 128 h 296"/>
                <a:gd name="T20" fmla="*/ 280 w 469"/>
                <a:gd name="T21" fmla="*/ 55 h 296"/>
                <a:gd name="T22" fmla="*/ 208 w 469"/>
                <a:gd name="T23" fmla="*/ 25 h 29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69" h="296">
                  <a:moveTo>
                    <a:pt x="177" y="18"/>
                  </a:moveTo>
                  <a:cubicBezTo>
                    <a:pt x="146" y="8"/>
                    <a:pt x="103" y="0"/>
                    <a:pt x="70" y="1"/>
                  </a:cubicBezTo>
                  <a:cubicBezTo>
                    <a:pt x="25" y="4"/>
                    <a:pt x="0" y="51"/>
                    <a:pt x="3" y="93"/>
                  </a:cubicBezTo>
                  <a:cubicBezTo>
                    <a:pt x="5" y="131"/>
                    <a:pt x="19" y="191"/>
                    <a:pt x="47" y="218"/>
                  </a:cubicBezTo>
                  <a:cubicBezTo>
                    <a:pt x="80" y="249"/>
                    <a:pt x="116" y="244"/>
                    <a:pt x="156" y="237"/>
                  </a:cubicBezTo>
                  <a:cubicBezTo>
                    <a:pt x="207" y="228"/>
                    <a:pt x="244" y="237"/>
                    <a:pt x="292" y="253"/>
                  </a:cubicBezTo>
                  <a:cubicBezTo>
                    <a:pt x="329" y="266"/>
                    <a:pt x="364" y="290"/>
                    <a:pt x="404" y="294"/>
                  </a:cubicBezTo>
                  <a:cubicBezTo>
                    <a:pt x="423" y="296"/>
                    <a:pt x="442" y="296"/>
                    <a:pt x="453" y="280"/>
                  </a:cubicBezTo>
                  <a:cubicBezTo>
                    <a:pt x="469" y="255"/>
                    <a:pt x="463" y="227"/>
                    <a:pt x="449" y="204"/>
                  </a:cubicBezTo>
                  <a:cubicBezTo>
                    <a:pt x="425" y="164"/>
                    <a:pt x="394" y="131"/>
                    <a:pt x="353" y="108"/>
                  </a:cubicBezTo>
                  <a:cubicBezTo>
                    <a:pt x="314" y="87"/>
                    <a:pt x="279" y="61"/>
                    <a:pt x="238" y="46"/>
                  </a:cubicBezTo>
                  <a:cubicBezTo>
                    <a:pt x="217" y="38"/>
                    <a:pt x="197" y="30"/>
                    <a:pt x="177" y="22"/>
                  </a:cubicBezTo>
                </a:path>
              </a:pathLst>
            </a:custGeom>
            <a:solidFill>
              <a:srgbClr val="7A36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0333" name="Freeform 776">
              <a:extLst>
                <a:ext uri="{FF2B5EF4-FFF2-40B4-BE49-F238E27FC236}">
                  <a16:creationId xmlns:a16="http://schemas.microsoft.com/office/drawing/2014/main" id="{FA071D63-C8E8-4989-BB82-959A32C8875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4" y="3000"/>
              <a:ext cx="175" cy="96"/>
            </a:xfrm>
            <a:custGeom>
              <a:avLst/>
              <a:gdLst>
                <a:gd name="T0" fmla="*/ 114 w 166"/>
                <a:gd name="T1" fmla="*/ 16 h 91"/>
                <a:gd name="T2" fmla="*/ 34 w 166"/>
                <a:gd name="T3" fmla="*/ 18 h 91"/>
                <a:gd name="T4" fmla="*/ 61 w 166"/>
                <a:gd name="T5" fmla="*/ 83 h 91"/>
                <a:gd name="T6" fmla="*/ 169 w 166"/>
                <a:gd name="T7" fmla="*/ 80 h 91"/>
                <a:gd name="T8" fmla="*/ 100 w 166"/>
                <a:gd name="T9" fmla="*/ 22 h 9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6" h="91">
                  <a:moveTo>
                    <a:pt x="97" y="13"/>
                  </a:moveTo>
                  <a:cubicBezTo>
                    <a:pt x="77" y="21"/>
                    <a:pt x="47" y="0"/>
                    <a:pt x="28" y="15"/>
                  </a:cubicBezTo>
                  <a:cubicBezTo>
                    <a:pt x="0" y="37"/>
                    <a:pt x="32" y="62"/>
                    <a:pt x="52" y="71"/>
                  </a:cubicBezTo>
                  <a:cubicBezTo>
                    <a:pt x="74" y="80"/>
                    <a:pt x="125" y="91"/>
                    <a:pt x="144" y="68"/>
                  </a:cubicBezTo>
                  <a:cubicBezTo>
                    <a:pt x="166" y="41"/>
                    <a:pt x="95" y="11"/>
                    <a:pt x="85" y="19"/>
                  </a:cubicBezTo>
                </a:path>
              </a:pathLst>
            </a:custGeom>
            <a:solidFill>
              <a:srgbClr val="7A36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0334" name="Freeform 777">
              <a:extLst>
                <a:ext uri="{FF2B5EF4-FFF2-40B4-BE49-F238E27FC236}">
                  <a16:creationId xmlns:a16="http://schemas.microsoft.com/office/drawing/2014/main" id="{43DEE728-F144-4E1A-AED1-ABB35F01365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6" y="3102"/>
              <a:ext cx="337" cy="496"/>
            </a:xfrm>
            <a:custGeom>
              <a:avLst/>
              <a:gdLst>
                <a:gd name="T0" fmla="*/ 361 w 319"/>
                <a:gd name="T1" fmla="*/ 101 h 470"/>
                <a:gd name="T2" fmla="*/ 244 w 319"/>
                <a:gd name="T3" fmla="*/ 94 h 470"/>
                <a:gd name="T4" fmla="*/ 137 w 319"/>
                <a:gd name="T5" fmla="*/ 78 h 470"/>
                <a:gd name="T6" fmla="*/ 72 w 319"/>
                <a:gd name="T7" fmla="*/ 45 h 470"/>
                <a:gd name="T8" fmla="*/ 31 w 319"/>
                <a:gd name="T9" fmla="*/ 0 h 470"/>
                <a:gd name="T10" fmla="*/ 41 w 319"/>
                <a:gd name="T11" fmla="*/ 127 h 470"/>
                <a:gd name="T12" fmla="*/ 21 w 319"/>
                <a:gd name="T13" fmla="*/ 294 h 470"/>
                <a:gd name="T14" fmla="*/ 58 w 319"/>
                <a:gd name="T15" fmla="*/ 514 h 470"/>
                <a:gd name="T16" fmla="*/ 192 w 319"/>
                <a:gd name="T17" fmla="*/ 551 h 470"/>
                <a:gd name="T18" fmla="*/ 303 w 319"/>
                <a:gd name="T19" fmla="*/ 420 h 470"/>
                <a:gd name="T20" fmla="*/ 364 w 319"/>
                <a:gd name="T21" fmla="*/ 253 h 470"/>
                <a:gd name="T22" fmla="*/ 374 w 319"/>
                <a:gd name="T23" fmla="*/ 182 h 470"/>
                <a:gd name="T24" fmla="*/ 359 w 319"/>
                <a:gd name="T25" fmla="*/ 106 h 47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19" h="470">
                  <a:moveTo>
                    <a:pt x="307" y="86"/>
                  </a:moveTo>
                  <a:cubicBezTo>
                    <a:pt x="276" y="76"/>
                    <a:pt x="239" y="83"/>
                    <a:pt x="207" y="80"/>
                  </a:cubicBezTo>
                  <a:cubicBezTo>
                    <a:pt x="176" y="77"/>
                    <a:pt x="145" y="74"/>
                    <a:pt x="116" y="66"/>
                  </a:cubicBezTo>
                  <a:cubicBezTo>
                    <a:pt x="97" y="60"/>
                    <a:pt x="76" y="53"/>
                    <a:pt x="61" y="39"/>
                  </a:cubicBezTo>
                  <a:cubicBezTo>
                    <a:pt x="49" y="27"/>
                    <a:pt x="41" y="9"/>
                    <a:pt x="26" y="0"/>
                  </a:cubicBezTo>
                  <a:cubicBezTo>
                    <a:pt x="10" y="28"/>
                    <a:pt x="37" y="76"/>
                    <a:pt x="35" y="108"/>
                  </a:cubicBezTo>
                  <a:cubicBezTo>
                    <a:pt x="32" y="156"/>
                    <a:pt x="21" y="203"/>
                    <a:pt x="18" y="250"/>
                  </a:cubicBezTo>
                  <a:cubicBezTo>
                    <a:pt x="15" y="303"/>
                    <a:pt x="0" y="399"/>
                    <a:pt x="49" y="437"/>
                  </a:cubicBezTo>
                  <a:cubicBezTo>
                    <a:pt x="81" y="461"/>
                    <a:pt x="125" y="470"/>
                    <a:pt x="163" y="469"/>
                  </a:cubicBezTo>
                  <a:cubicBezTo>
                    <a:pt x="218" y="466"/>
                    <a:pt x="239" y="401"/>
                    <a:pt x="257" y="357"/>
                  </a:cubicBezTo>
                  <a:cubicBezTo>
                    <a:pt x="276" y="310"/>
                    <a:pt x="297" y="263"/>
                    <a:pt x="310" y="215"/>
                  </a:cubicBezTo>
                  <a:cubicBezTo>
                    <a:pt x="316" y="194"/>
                    <a:pt x="319" y="174"/>
                    <a:pt x="317" y="154"/>
                  </a:cubicBezTo>
                  <a:cubicBezTo>
                    <a:pt x="316" y="131"/>
                    <a:pt x="307" y="111"/>
                    <a:pt x="305" y="90"/>
                  </a:cubicBezTo>
                </a:path>
              </a:pathLst>
            </a:custGeom>
            <a:solidFill>
              <a:srgbClr val="7A36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0335" name="Freeform 778">
              <a:extLst>
                <a:ext uri="{FF2B5EF4-FFF2-40B4-BE49-F238E27FC236}">
                  <a16:creationId xmlns:a16="http://schemas.microsoft.com/office/drawing/2014/main" id="{08DB9DE6-26D6-424A-8E24-922849439C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8" y="3680"/>
              <a:ext cx="151" cy="86"/>
            </a:xfrm>
            <a:custGeom>
              <a:avLst/>
              <a:gdLst>
                <a:gd name="T0" fmla="*/ 82 w 143"/>
                <a:gd name="T1" fmla="*/ 7 h 82"/>
                <a:gd name="T2" fmla="*/ 12 w 143"/>
                <a:gd name="T3" fmla="*/ 29 h 82"/>
                <a:gd name="T4" fmla="*/ 82 w 143"/>
                <a:gd name="T5" fmla="*/ 52 h 82"/>
                <a:gd name="T6" fmla="*/ 168 w 143"/>
                <a:gd name="T7" fmla="*/ 46 h 82"/>
                <a:gd name="T8" fmla="*/ 76 w 143"/>
                <a:gd name="T9" fmla="*/ 15 h 8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3" h="82">
                  <a:moveTo>
                    <a:pt x="70" y="7"/>
                  </a:moveTo>
                  <a:cubicBezTo>
                    <a:pt x="51" y="0"/>
                    <a:pt x="16" y="1"/>
                    <a:pt x="9" y="26"/>
                  </a:cubicBezTo>
                  <a:cubicBezTo>
                    <a:pt x="0" y="58"/>
                    <a:pt x="50" y="41"/>
                    <a:pt x="70" y="46"/>
                  </a:cubicBezTo>
                  <a:cubicBezTo>
                    <a:pt x="88" y="52"/>
                    <a:pt x="143" y="82"/>
                    <a:pt x="143" y="40"/>
                  </a:cubicBezTo>
                  <a:cubicBezTo>
                    <a:pt x="143" y="14"/>
                    <a:pt x="80" y="3"/>
                    <a:pt x="64" y="12"/>
                  </a:cubicBezTo>
                </a:path>
              </a:pathLst>
            </a:custGeom>
            <a:solidFill>
              <a:srgbClr val="7A36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0336" name="Freeform 779">
              <a:extLst>
                <a:ext uri="{FF2B5EF4-FFF2-40B4-BE49-F238E27FC236}">
                  <a16:creationId xmlns:a16="http://schemas.microsoft.com/office/drawing/2014/main" id="{BF9977BC-D8DE-459F-922F-B023E1A14C20}"/>
                </a:ext>
              </a:extLst>
            </p:cNvPr>
            <p:cNvSpPr>
              <a:spLocks/>
            </p:cNvSpPr>
            <p:nvPr/>
          </p:nvSpPr>
          <p:spPr bwMode="auto">
            <a:xfrm>
              <a:off x="968" y="3799"/>
              <a:ext cx="216" cy="156"/>
            </a:xfrm>
            <a:custGeom>
              <a:avLst/>
              <a:gdLst>
                <a:gd name="T0" fmla="*/ 230 w 205"/>
                <a:gd name="T1" fmla="*/ 22 h 148"/>
                <a:gd name="T2" fmla="*/ 231 w 205"/>
                <a:gd name="T3" fmla="*/ 59 h 148"/>
                <a:gd name="T4" fmla="*/ 191 w 205"/>
                <a:gd name="T5" fmla="*/ 61 h 148"/>
                <a:gd name="T6" fmla="*/ 107 w 205"/>
                <a:gd name="T7" fmla="*/ 82 h 148"/>
                <a:gd name="T8" fmla="*/ 0 w 205"/>
                <a:gd name="T9" fmla="*/ 135 h 148"/>
                <a:gd name="T10" fmla="*/ 40 w 205"/>
                <a:gd name="T11" fmla="*/ 87 h 148"/>
                <a:gd name="T12" fmla="*/ 89 w 205"/>
                <a:gd name="T13" fmla="*/ 22 h 148"/>
                <a:gd name="T14" fmla="*/ 131 w 205"/>
                <a:gd name="T15" fmla="*/ 8 h 148"/>
                <a:gd name="T16" fmla="*/ 224 w 205"/>
                <a:gd name="T17" fmla="*/ 7 h 14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5" h="148">
                  <a:moveTo>
                    <a:pt x="196" y="19"/>
                  </a:moveTo>
                  <a:cubicBezTo>
                    <a:pt x="205" y="24"/>
                    <a:pt x="205" y="42"/>
                    <a:pt x="197" y="50"/>
                  </a:cubicBezTo>
                  <a:cubicBezTo>
                    <a:pt x="187" y="61"/>
                    <a:pt x="175" y="54"/>
                    <a:pt x="163" y="52"/>
                  </a:cubicBezTo>
                  <a:cubicBezTo>
                    <a:pt x="132" y="48"/>
                    <a:pt x="115" y="50"/>
                    <a:pt x="92" y="70"/>
                  </a:cubicBezTo>
                  <a:cubicBezTo>
                    <a:pt x="67" y="91"/>
                    <a:pt x="32" y="148"/>
                    <a:pt x="0" y="115"/>
                  </a:cubicBezTo>
                  <a:cubicBezTo>
                    <a:pt x="10" y="99"/>
                    <a:pt x="21" y="88"/>
                    <a:pt x="34" y="75"/>
                  </a:cubicBezTo>
                  <a:cubicBezTo>
                    <a:pt x="50" y="58"/>
                    <a:pt x="59" y="35"/>
                    <a:pt x="76" y="19"/>
                  </a:cubicBezTo>
                  <a:cubicBezTo>
                    <a:pt x="90" y="5"/>
                    <a:pt x="91" y="7"/>
                    <a:pt x="112" y="8"/>
                  </a:cubicBezTo>
                  <a:cubicBezTo>
                    <a:pt x="136" y="11"/>
                    <a:pt x="170" y="0"/>
                    <a:pt x="192" y="7"/>
                  </a:cubicBezTo>
                </a:path>
              </a:pathLst>
            </a:custGeom>
            <a:solidFill>
              <a:srgbClr val="7A36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0337" name="Freeform 780">
              <a:extLst>
                <a:ext uri="{FF2B5EF4-FFF2-40B4-BE49-F238E27FC236}">
                  <a16:creationId xmlns:a16="http://schemas.microsoft.com/office/drawing/2014/main" id="{86A44A61-593D-4CDB-A1E6-F299A5432E9A}"/>
                </a:ext>
              </a:extLst>
            </p:cNvPr>
            <p:cNvSpPr>
              <a:spLocks/>
            </p:cNvSpPr>
            <p:nvPr/>
          </p:nvSpPr>
          <p:spPr bwMode="auto">
            <a:xfrm>
              <a:off x="808" y="1774"/>
              <a:ext cx="114" cy="182"/>
            </a:xfrm>
            <a:custGeom>
              <a:avLst/>
              <a:gdLst>
                <a:gd name="T0" fmla="*/ 61 w 108"/>
                <a:gd name="T1" fmla="*/ 0 h 172"/>
                <a:gd name="T2" fmla="*/ 81 w 108"/>
                <a:gd name="T3" fmla="*/ 63 h 172"/>
                <a:gd name="T4" fmla="*/ 63 w 108"/>
                <a:gd name="T5" fmla="*/ 116 h 172"/>
                <a:gd name="T6" fmla="*/ 6 w 108"/>
                <a:gd name="T7" fmla="*/ 90 h 172"/>
                <a:gd name="T8" fmla="*/ 114 w 108"/>
                <a:gd name="T9" fmla="*/ 189 h 172"/>
                <a:gd name="T10" fmla="*/ 121 w 108"/>
                <a:gd name="T11" fmla="*/ 160 h 172"/>
                <a:gd name="T12" fmla="*/ 98 w 108"/>
                <a:gd name="T13" fmla="*/ 126 h 172"/>
                <a:gd name="T14" fmla="*/ 117 w 108"/>
                <a:gd name="T15" fmla="*/ 35 h 17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8" h="172">
                  <a:moveTo>
                    <a:pt x="52" y="0"/>
                  </a:moveTo>
                  <a:cubicBezTo>
                    <a:pt x="53" y="18"/>
                    <a:pt x="68" y="33"/>
                    <a:pt x="69" y="54"/>
                  </a:cubicBezTo>
                  <a:cubicBezTo>
                    <a:pt x="69" y="72"/>
                    <a:pt x="61" y="83"/>
                    <a:pt x="54" y="98"/>
                  </a:cubicBezTo>
                  <a:cubicBezTo>
                    <a:pt x="37" y="94"/>
                    <a:pt x="22" y="81"/>
                    <a:pt x="6" y="76"/>
                  </a:cubicBezTo>
                  <a:cubicBezTo>
                    <a:pt x="0" y="100"/>
                    <a:pt x="72" y="172"/>
                    <a:pt x="97" y="160"/>
                  </a:cubicBezTo>
                  <a:cubicBezTo>
                    <a:pt x="108" y="156"/>
                    <a:pt x="107" y="142"/>
                    <a:pt x="103" y="135"/>
                  </a:cubicBezTo>
                  <a:cubicBezTo>
                    <a:pt x="94" y="120"/>
                    <a:pt x="85" y="129"/>
                    <a:pt x="83" y="106"/>
                  </a:cubicBezTo>
                  <a:cubicBezTo>
                    <a:pt x="80" y="79"/>
                    <a:pt x="91" y="54"/>
                    <a:pt x="99" y="29"/>
                  </a:cubicBezTo>
                </a:path>
              </a:pathLst>
            </a:custGeom>
            <a:solidFill>
              <a:srgbClr val="7A36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0338" name="Freeform 781">
              <a:extLst>
                <a:ext uri="{FF2B5EF4-FFF2-40B4-BE49-F238E27FC236}">
                  <a16:creationId xmlns:a16="http://schemas.microsoft.com/office/drawing/2014/main" id="{2777A9DD-4293-4F1E-9E0D-9CA3093C950C}"/>
                </a:ext>
              </a:extLst>
            </p:cNvPr>
            <p:cNvSpPr>
              <a:spLocks/>
            </p:cNvSpPr>
            <p:nvPr/>
          </p:nvSpPr>
          <p:spPr bwMode="auto">
            <a:xfrm>
              <a:off x="743" y="1948"/>
              <a:ext cx="189" cy="220"/>
            </a:xfrm>
            <a:custGeom>
              <a:avLst/>
              <a:gdLst>
                <a:gd name="T0" fmla="*/ 45 w 179"/>
                <a:gd name="T1" fmla="*/ 0 h 209"/>
                <a:gd name="T2" fmla="*/ 113 w 179"/>
                <a:gd name="T3" fmla="*/ 40 h 209"/>
                <a:gd name="T4" fmla="*/ 177 w 179"/>
                <a:gd name="T5" fmla="*/ 40 h 209"/>
                <a:gd name="T6" fmla="*/ 166 w 179"/>
                <a:gd name="T7" fmla="*/ 159 h 209"/>
                <a:gd name="T8" fmla="*/ 78 w 179"/>
                <a:gd name="T9" fmla="*/ 186 h 209"/>
                <a:gd name="T10" fmla="*/ 0 w 179"/>
                <a:gd name="T11" fmla="*/ 235 h 209"/>
                <a:gd name="T12" fmla="*/ 31 w 179"/>
                <a:gd name="T13" fmla="*/ 178 h 209"/>
                <a:gd name="T14" fmla="*/ 29 w 179"/>
                <a:gd name="T15" fmla="*/ 121 h 209"/>
                <a:gd name="T16" fmla="*/ 41 w 179"/>
                <a:gd name="T17" fmla="*/ 8 h 20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79" h="209">
                  <a:moveTo>
                    <a:pt x="39" y="0"/>
                  </a:moveTo>
                  <a:cubicBezTo>
                    <a:pt x="51" y="17"/>
                    <a:pt x="76" y="32"/>
                    <a:pt x="96" y="34"/>
                  </a:cubicBezTo>
                  <a:cubicBezTo>
                    <a:pt x="112" y="36"/>
                    <a:pt x="137" y="26"/>
                    <a:pt x="151" y="34"/>
                  </a:cubicBezTo>
                  <a:cubicBezTo>
                    <a:pt x="179" y="50"/>
                    <a:pt x="153" y="116"/>
                    <a:pt x="141" y="136"/>
                  </a:cubicBezTo>
                  <a:cubicBezTo>
                    <a:pt x="121" y="167"/>
                    <a:pt x="94" y="145"/>
                    <a:pt x="66" y="160"/>
                  </a:cubicBezTo>
                  <a:cubicBezTo>
                    <a:pt x="44" y="172"/>
                    <a:pt x="29" y="209"/>
                    <a:pt x="0" y="201"/>
                  </a:cubicBezTo>
                  <a:cubicBezTo>
                    <a:pt x="2" y="185"/>
                    <a:pt x="20" y="169"/>
                    <a:pt x="26" y="153"/>
                  </a:cubicBezTo>
                  <a:cubicBezTo>
                    <a:pt x="35" y="132"/>
                    <a:pt x="30" y="124"/>
                    <a:pt x="25" y="104"/>
                  </a:cubicBezTo>
                  <a:cubicBezTo>
                    <a:pt x="16" y="72"/>
                    <a:pt x="27" y="38"/>
                    <a:pt x="35" y="8"/>
                  </a:cubicBezTo>
                </a:path>
              </a:pathLst>
            </a:custGeom>
            <a:solidFill>
              <a:srgbClr val="7A36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0339" name="Freeform 782">
              <a:extLst>
                <a:ext uri="{FF2B5EF4-FFF2-40B4-BE49-F238E27FC236}">
                  <a16:creationId xmlns:a16="http://schemas.microsoft.com/office/drawing/2014/main" id="{C2ABB33F-F7F5-4954-B949-DE945067AF01}"/>
                </a:ext>
              </a:extLst>
            </p:cNvPr>
            <p:cNvSpPr>
              <a:spLocks/>
            </p:cNvSpPr>
            <p:nvPr/>
          </p:nvSpPr>
          <p:spPr bwMode="auto">
            <a:xfrm>
              <a:off x="711" y="2218"/>
              <a:ext cx="133" cy="161"/>
            </a:xfrm>
            <a:custGeom>
              <a:avLst/>
              <a:gdLst>
                <a:gd name="T0" fmla="*/ 112 w 126"/>
                <a:gd name="T1" fmla="*/ 17 h 153"/>
                <a:gd name="T2" fmla="*/ 55 w 126"/>
                <a:gd name="T3" fmla="*/ 4 h 153"/>
                <a:gd name="T4" fmla="*/ 27 w 126"/>
                <a:gd name="T5" fmla="*/ 60 h 153"/>
                <a:gd name="T6" fmla="*/ 24 w 126"/>
                <a:gd name="T7" fmla="*/ 178 h 153"/>
                <a:gd name="T8" fmla="*/ 112 w 126"/>
                <a:gd name="T9" fmla="*/ 110 h 153"/>
                <a:gd name="T10" fmla="*/ 146 w 126"/>
                <a:gd name="T11" fmla="*/ 95 h 153"/>
                <a:gd name="T12" fmla="*/ 109 w 126"/>
                <a:gd name="T13" fmla="*/ 19 h 15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6" h="153">
                  <a:moveTo>
                    <a:pt x="95" y="14"/>
                  </a:moveTo>
                  <a:cubicBezTo>
                    <a:pt x="83" y="12"/>
                    <a:pt x="59" y="0"/>
                    <a:pt x="46" y="4"/>
                  </a:cubicBezTo>
                  <a:cubicBezTo>
                    <a:pt x="26" y="10"/>
                    <a:pt x="25" y="34"/>
                    <a:pt x="24" y="51"/>
                  </a:cubicBezTo>
                  <a:cubicBezTo>
                    <a:pt x="22" y="81"/>
                    <a:pt x="0" y="130"/>
                    <a:pt x="21" y="153"/>
                  </a:cubicBezTo>
                  <a:cubicBezTo>
                    <a:pt x="47" y="139"/>
                    <a:pt x="53" y="44"/>
                    <a:pt x="95" y="95"/>
                  </a:cubicBezTo>
                  <a:cubicBezTo>
                    <a:pt x="111" y="115"/>
                    <a:pt x="122" y="110"/>
                    <a:pt x="124" y="82"/>
                  </a:cubicBezTo>
                  <a:cubicBezTo>
                    <a:pt x="126" y="49"/>
                    <a:pt x="110" y="39"/>
                    <a:pt x="93" y="16"/>
                  </a:cubicBezTo>
                </a:path>
              </a:pathLst>
            </a:custGeom>
            <a:solidFill>
              <a:srgbClr val="7A36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0340" name="Freeform 783">
              <a:extLst>
                <a:ext uri="{FF2B5EF4-FFF2-40B4-BE49-F238E27FC236}">
                  <a16:creationId xmlns:a16="http://schemas.microsoft.com/office/drawing/2014/main" id="{D6633B87-8AB6-4DC5-A273-775F065616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0" y="1613"/>
              <a:ext cx="176" cy="218"/>
            </a:xfrm>
            <a:custGeom>
              <a:avLst/>
              <a:gdLst>
                <a:gd name="T0" fmla="*/ 0 w 167"/>
                <a:gd name="T1" fmla="*/ 35 h 207"/>
                <a:gd name="T2" fmla="*/ 69 w 167"/>
                <a:gd name="T3" fmla="*/ 59 h 207"/>
                <a:gd name="T4" fmla="*/ 115 w 167"/>
                <a:gd name="T5" fmla="*/ 0 h 207"/>
                <a:gd name="T6" fmla="*/ 168 w 167"/>
                <a:gd name="T7" fmla="*/ 49 h 207"/>
                <a:gd name="T8" fmla="*/ 193 w 167"/>
                <a:gd name="T9" fmla="*/ 128 h 207"/>
                <a:gd name="T10" fmla="*/ 169 w 167"/>
                <a:gd name="T11" fmla="*/ 195 h 207"/>
                <a:gd name="T12" fmla="*/ 96 w 167"/>
                <a:gd name="T13" fmla="*/ 238 h 207"/>
                <a:gd name="T14" fmla="*/ 48 w 167"/>
                <a:gd name="T15" fmla="*/ 187 h 207"/>
                <a:gd name="T16" fmla="*/ 37 w 167"/>
                <a:gd name="T17" fmla="*/ 135 h 207"/>
                <a:gd name="T18" fmla="*/ 8 w 167"/>
                <a:gd name="T19" fmla="*/ 60 h 20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67" h="207">
                  <a:moveTo>
                    <a:pt x="0" y="29"/>
                  </a:moveTo>
                  <a:cubicBezTo>
                    <a:pt x="18" y="37"/>
                    <a:pt x="37" y="57"/>
                    <a:pt x="59" y="50"/>
                  </a:cubicBezTo>
                  <a:cubicBezTo>
                    <a:pt x="79" y="43"/>
                    <a:pt x="80" y="0"/>
                    <a:pt x="98" y="0"/>
                  </a:cubicBezTo>
                  <a:cubicBezTo>
                    <a:pt x="110" y="1"/>
                    <a:pt x="138" y="34"/>
                    <a:pt x="143" y="43"/>
                  </a:cubicBezTo>
                  <a:cubicBezTo>
                    <a:pt x="153" y="61"/>
                    <a:pt x="163" y="91"/>
                    <a:pt x="165" y="110"/>
                  </a:cubicBezTo>
                  <a:cubicBezTo>
                    <a:pt x="167" y="134"/>
                    <a:pt x="162" y="153"/>
                    <a:pt x="144" y="167"/>
                  </a:cubicBezTo>
                  <a:cubicBezTo>
                    <a:pt x="130" y="178"/>
                    <a:pt x="100" y="202"/>
                    <a:pt x="82" y="204"/>
                  </a:cubicBezTo>
                  <a:cubicBezTo>
                    <a:pt x="59" y="207"/>
                    <a:pt x="48" y="178"/>
                    <a:pt x="42" y="160"/>
                  </a:cubicBezTo>
                  <a:cubicBezTo>
                    <a:pt x="38" y="145"/>
                    <a:pt x="35" y="131"/>
                    <a:pt x="31" y="116"/>
                  </a:cubicBezTo>
                  <a:cubicBezTo>
                    <a:pt x="26" y="101"/>
                    <a:pt x="5" y="61"/>
                    <a:pt x="8" y="51"/>
                  </a:cubicBezTo>
                </a:path>
              </a:pathLst>
            </a:custGeom>
            <a:solidFill>
              <a:srgbClr val="7A36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0341" name="Freeform 784">
              <a:extLst>
                <a:ext uri="{FF2B5EF4-FFF2-40B4-BE49-F238E27FC236}">
                  <a16:creationId xmlns:a16="http://schemas.microsoft.com/office/drawing/2014/main" id="{9CFE45E1-E362-4DD3-B2AD-30C5976DA50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7" y="1517"/>
              <a:ext cx="118" cy="178"/>
            </a:xfrm>
            <a:custGeom>
              <a:avLst/>
              <a:gdLst>
                <a:gd name="T0" fmla="*/ 27 w 112"/>
                <a:gd name="T1" fmla="*/ 159 h 169"/>
                <a:gd name="T2" fmla="*/ 0 w 112"/>
                <a:gd name="T3" fmla="*/ 67 h 169"/>
                <a:gd name="T4" fmla="*/ 43 w 112"/>
                <a:gd name="T5" fmla="*/ 19 h 169"/>
                <a:gd name="T6" fmla="*/ 83 w 112"/>
                <a:gd name="T7" fmla="*/ 23 h 169"/>
                <a:gd name="T8" fmla="*/ 131 w 112"/>
                <a:gd name="T9" fmla="*/ 197 h 16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2" h="169">
                  <a:moveTo>
                    <a:pt x="24" y="136"/>
                  </a:moveTo>
                  <a:cubicBezTo>
                    <a:pt x="45" y="95"/>
                    <a:pt x="36" y="79"/>
                    <a:pt x="0" y="58"/>
                  </a:cubicBezTo>
                  <a:cubicBezTo>
                    <a:pt x="9" y="45"/>
                    <a:pt x="26" y="28"/>
                    <a:pt x="37" y="16"/>
                  </a:cubicBezTo>
                  <a:cubicBezTo>
                    <a:pt x="51" y="0"/>
                    <a:pt x="58" y="3"/>
                    <a:pt x="71" y="20"/>
                  </a:cubicBezTo>
                  <a:cubicBezTo>
                    <a:pt x="104" y="62"/>
                    <a:pt x="112" y="115"/>
                    <a:pt x="112" y="169"/>
                  </a:cubicBezTo>
                </a:path>
              </a:pathLst>
            </a:custGeom>
            <a:solidFill>
              <a:srgbClr val="7A36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0342" name="Freeform 785">
              <a:extLst>
                <a:ext uri="{FF2B5EF4-FFF2-40B4-BE49-F238E27FC236}">
                  <a16:creationId xmlns:a16="http://schemas.microsoft.com/office/drawing/2014/main" id="{A9A0D120-6E2B-4D02-82D7-49FB1066C7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3" y="1276"/>
              <a:ext cx="228" cy="261"/>
            </a:xfrm>
            <a:custGeom>
              <a:avLst/>
              <a:gdLst>
                <a:gd name="T0" fmla="*/ 236 w 216"/>
                <a:gd name="T1" fmla="*/ 292 h 247"/>
                <a:gd name="T2" fmla="*/ 196 w 216"/>
                <a:gd name="T3" fmla="*/ 242 h 247"/>
                <a:gd name="T4" fmla="*/ 139 w 216"/>
                <a:gd name="T5" fmla="*/ 243 h 247"/>
                <a:gd name="T6" fmla="*/ 98 w 216"/>
                <a:gd name="T7" fmla="*/ 166 h 247"/>
                <a:gd name="T8" fmla="*/ 14 w 216"/>
                <a:gd name="T9" fmla="*/ 62 h 247"/>
                <a:gd name="T10" fmla="*/ 44 w 216"/>
                <a:gd name="T11" fmla="*/ 4 h 247"/>
                <a:gd name="T12" fmla="*/ 151 w 216"/>
                <a:gd name="T13" fmla="*/ 75 h 247"/>
                <a:gd name="T14" fmla="*/ 215 w 216"/>
                <a:gd name="T15" fmla="*/ 166 h 247"/>
                <a:gd name="T16" fmla="*/ 254 w 216"/>
                <a:gd name="T17" fmla="*/ 279 h 24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16" h="247">
                  <a:moveTo>
                    <a:pt x="201" y="247"/>
                  </a:moveTo>
                  <a:cubicBezTo>
                    <a:pt x="198" y="226"/>
                    <a:pt x="189" y="210"/>
                    <a:pt x="167" y="205"/>
                  </a:cubicBezTo>
                  <a:cubicBezTo>
                    <a:pt x="147" y="200"/>
                    <a:pt x="131" y="217"/>
                    <a:pt x="118" y="206"/>
                  </a:cubicBezTo>
                  <a:cubicBezTo>
                    <a:pt x="103" y="195"/>
                    <a:pt x="95" y="157"/>
                    <a:pt x="83" y="141"/>
                  </a:cubicBezTo>
                  <a:cubicBezTo>
                    <a:pt x="63" y="114"/>
                    <a:pt x="24" y="84"/>
                    <a:pt x="11" y="53"/>
                  </a:cubicBezTo>
                  <a:cubicBezTo>
                    <a:pt x="0" y="26"/>
                    <a:pt x="7" y="0"/>
                    <a:pt x="38" y="4"/>
                  </a:cubicBezTo>
                  <a:cubicBezTo>
                    <a:pt x="75" y="8"/>
                    <a:pt x="104" y="38"/>
                    <a:pt x="128" y="63"/>
                  </a:cubicBezTo>
                  <a:cubicBezTo>
                    <a:pt x="151" y="88"/>
                    <a:pt x="171" y="110"/>
                    <a:pt x="183" y="141"/>
                  </a:cubicBezTo>
                  <a:cubicBezTo>
                    <a:pt x="194" y="171"/>
                    <a:pt x="199" y="212"/>
                    <a:pt x="216" y="237"/>
                  </a:cubicBezTo>
                </a:path>
              </a:pathLst>
            </a:custGeom>
            <a:solidFill>
              <a:srgbClr val="7A36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0343" name="Freeform 786">
              <a:extLst>
                <a:ext uri="{FF2B5EF4-FFF2-40B4-BE49-F238E27FC236}">
                  <a16:creationId xmlns:a16="http://schemas.microsoft.com/office/drawing/2014/main" id="{2E679BD9-A026-44EC-92A2-2A1B84CD02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9" y="1215"/>
              <a:ext cx="381" cy="227"/>
            </a:xfrm>
            <a:custGeom>
              <a:avLst/>
              <a:gdLst>
                <a:gd name="T0" fmla="*/ 383 w 361"/>
                <a:gd name="T1" fmla="*/ 253 h 215"/>
                <a:gd name="T2" fmla="*/ 345 w 361"/>
                <a:gd name="T3" fmla="*/ 213 h 215"/>
                <a:gd name="T4" fmla="*/ 274 w 361"/>
                <a:gd name="T5" fmla="*/ 178 h 215"/>
                <a:gd name="T6" fmla="*/ 92 w 361"/>
                <a:gd name="T7" fmla="*/ 133 h 215"/>
                <a:gd name="T8" fmla="*/ 14 w 361"/>
                <a:gd name="T9" fmla="*/ 35 h 215"/>
                <a:gd name="T10" fmla="*/ 70 w 361"/>
                <a:gd name="T11" fmla="*/ 1 h 215"/>
                <a:gd name="T12" fmla="*/ 340 w 361"/>
                <a:gd name="T13" fmla="*/ 79 h 215"/>
                <a:gd name="T14" fmla="*/ 424 w 361"/>
                <a:gd name="T15" fmla="*/ 174 h 21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61" h="215">
                  <a:moveTo>
                    <a:pt x="326" y="215"/>
                  </a:moveTo>
                  <a:cubicBezTo>
                    <a:pt x="317" y="211"/>
                    <a:pt x="304" y="190"/>
                    <a:pt x="294" y="181"/>
                  </a:cubicBezTo>
                  <a:cubicBezTo>
                    <a:pt x="275" y="164"/>
                    <a:pt x="256" y="159"/>
                    <a:pt x="233" y="152"/>
                  </a:cubicBezTo>
                  <a:cubicBezTo>
                    <a:pt x="181" y="138"/>
                    <a:pt x="129" y="134"/>
                    <a:pt x="78" y="113"/>
                  </a:cubicBezTo>
                  <a:cubicBezTo>
                    <a:pt x="50" y="101"/>
                    <a:pt x="0" y="67"/>
                    <a:pt x="11" y="29"/>
                  </a:cubicBezTo>
                  <a:cubicBezTo>
                    <a:pt x="17" y="10"/>
                    <a:pt x="40" y="1"/>
                    <a:pt x="60" y="1"/>
                  </a:cubicBezTo>
                  <a:cubicBezTo>
                    <a:pt x="141" y="0"/>
                    <a:pt x="220" y="27"/>
                    <a:pt x="289" y="67"/>
                  </a:cubicBezTo>
                  <a:cubicBezTo>
                    <a:pt x="322" y="86"/>
                    <a:pt x="338" y="117"/>
                    <a:pt x="361" y="148"/>
                  </a:cubicBezTo>
                </a:path>
              </a:pathLst>
            </a:custGeom>
            <a:solidFill>
              <a:srgbClr val="7A36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0344" name="Freeform 787">
              <a:extLst>
                <a:ext uri="{FF2B5EF4-FFF2-40B4-BE49-F238E27FC236}">
                  <a16:creationId xmlns:a16="http://schemas.microsoft.com/office/drawing/2014/main" id="{B609596A-6968-4112-BFB3-D5DAF41B80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2" y="1313"/>
              <a:ext cx="412" cy="553"/>
            </a:xfrm>
            <a:custGeom>
              <a:avLst/>
              <a:gdLst>
                <a:gd name="T0" fmla="*/ 186 w 390"/>
                <a:gd name="T1" fmla="*/ 27 h 524"/>
                <a:gd name="T2" fmla="*/ 259 w 390"/>
                <a:gd name="T3" fmla="*/ 79 h 524"/>
                <a:gd name="T4" fmla="*/ 342 w 390"/>
                <a:gd name="T5" fmla="*/ 120 h 524"/>
                <a:gd name="T6" fmla="*/ 437 w 390"/>
                <a:gd name="T7" fmla="*/ 221 h 524"/>
                <a:gd name="T8" fmla="*/ 414 w 390"/>
                <a:gd name="T9" fmla="*/ 363 h 524"/>
                <a:gd name="T10" fmla="*/ 398 w 390"/>
                <a:gd name="T11" fmla="*/ 487 h 524"/>
                <a:gd name="T12" fmla="*/ 336 w 390"/>
                <a:gd name="T13" fmla="*/ 555 h 524"/>
                <a:gd name="T14" fmla="*/ 239 w 390"/>
                <a:gd name="T15" fmla="*/ 551 h 524"/>
                <a:gd name="T16" fmla="*/ 167 w 390"/>
                <a:gd name="T17" fmla="*/ 598 h 524"/>
                <a:gd name="T18" fmla="*/ 63 w 390"/>
                <a:gd name="T19" fmla="*/ 589 h 524"/>
                <a:gd name="T20" fmla="*/ 12 w 390"/>
                <a:gd name="T21" fmla="*/ 554 h 524"/>
                <a:gd name="T22" fmla="*/ 5 w 390"/>
                <a:gd name="T23" fmla="*/ 470 h 524"/>
                <a:gd name="T24" fmla="*/ 31 w 390"/>
                <a:gd name="T25" fmla="*/ 256 h 524"/>
                <a:gd name="T26" fmla="*/ 78 w 390"/>
                <a:gd name="T27" fmla="*/ 64 h 524"/>
                <a:gd name="T28" fmla="*/ 189 w 390"/>
                <a:gd name="T29" fmla="*/ 25 h 52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390" h="524">
                  <a:moveTo>
                    <a:pt x="158" y="24"/>
                  </a:moveTo>
                  <a:cubicBezTo>
                    <a:pt x="179" y="38"/>
                    <a:pt x="199" y="54"/>
                    <a:pt x="220" y="67"/>
                  </a:cubicBezTo>
                  <a:cubicBezTo>
                    <a:pt x="242" y="82"/>
                    <a:pt x="269" y="87"/>
                    <a:pt x="291" y="102"/>
                  </a:cubicBezTo>
                  <a:cubicBezTo>
                    <a:pt x="319" y="121"/>
                    <a:pt x="357" y="158"/>
                    <a:pt x="371" y="188"/>
                  </a:cubicBezTo>
                  <a:cubicBezTo>
                    <a:pt x="390" y="228"/>
                    <a:pt x="360" y="269"/>
                    <a:pt x="351" y="309"/>
                  </a:cubicBezTo>
                  <a:cubicBezTo>
                    <a:pt x="342" y="344"/>
                    <a:pt x="341" y="378"/>
                    <a:pt x="338" y="414"/>
                  </a:cubicBezTo>
                  <a:cubicBezTo>
                    <a:pt x="336" y="453"/>
                    <a:pt x="325" y="471"/>
                    <a:pt x="285" y="472"/>
                  </a:cubicBezTo>
                  <a:cubicBezTo>
                    <a:pt x="258" y="473"/>
                    <a:pt x="230" y="461"/>
                    <a:pt x="203" y="469"/>
                  </a:cubicBezTo>
                  <a:cubicBezTo>
                    <a:pt x="177" y="477"/>
                    <a:pt x="165" y="497"/>
                    <a:pt x="142" y="509"/>
                  </a:cubicBezTo>
                  <a:cubicBezTo>
                    <a:pt x="113" y="524"/>
                    <a:pt x="82" y="514"/>
                    <a:pt x="54" y="501"/>
                  </a:cubicBezTo>
                  <a:cubicBezTo>
                    <a:pt x="39" y="494"/>
                    <a:pt x="16" y="485"/>
                    <a:pt x="9" y="471"/>
                  </a:cubicBezTo>
                  <a:cubicBezTo>
                    <a:pt x="0" y="454"/>
                    <a:pt x="4" y="419"/>
                    <a:pt x="5" y="400"/>
                  </a:cubicBezTo>
                  <a:cubicBezTo>
                    <a:pt x="10" y="339"/>
                    <a:pt x="18" y="279"/>
                    <a:pt x="26" y="218"/>
                  </a:cubicBezTo>
                  <a:cubicBezTo>
                    <a:pt x="32" y="163"/>
                    <a:pt x="39" y="104"/>
                    <a:pt x="66" y="55"/>
                  </a:cubicBezTo>
                  <a:cubicBezTo>
                    <a:pt x="85" y="22"/>
                    <a:pt x="122" y="0"/>
                    <a:pt x="160" y="22"/>
                  </a:cubicBezTo>
                </a:path>
              </a:pathLst>
            </a:custGeom>
            <a:solidFill>
              <a:srgbClr val="7A36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0345" name="Freeform 788">
              <a:extLst>
                <a:ext uri="{FF2B5EF4-FFF2-40B4-BE49-F238E27FC236}">
                  <a16:creationId xmlns:a16="http://schemas.microsoft.com/office/drawing/2014/main" id="{CC88FDAE-3310-4201-8CC5-2913DA7345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5" y="1902"/>
              <a:ext cx="278" cy="93"/>
            </a:xfrm>
            <a:custGeom>
              <a:avLst/>
              <a:gdLst>
                <a:gd name="T0" fmla="*/ 305 w 264"/>
                <a:gd name="T1" fmla="*/ 39 h 88"/>
                <a:gd name="T2" fmla="*/ 309 w 264"/>
                <a:gd name="T3" fmla="*/ 35 h 88"/>
                <a:gd name="T4" fmla="*/ 221 w 264"/>
                <a:gd name="T5" fmla="*/ 80 h 88"/>
                <a:gd name="T6" fmla="*/ 132 w 264"/>
                <a:gd name="T7" fmla="*/ 101 h 88"/>
                <a:gd name="T8" fmla="*/ 54 w 264"/>
                <a:gd name="T9" fmla="*/ 98 h 88"/>
                <a:gd name="T10" fmla="*/ 3 w 264"/>
                <a:gd name="T11" fmla="*/ 44 h 88"/>
                <a:gd name="T12" fmla="*/ 300 w 264"/>
                <a:gd name="T13" fmla="*/ 37 h 8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4" h="88">
                  <a:moveTo>
                    <a:pt x="261" y="33"/>
                  </a:moveTo>
                  <a:cubicBezTo>
                    <a:pt x="263" y="31"/>
                    <a:pt x="262" y="29"/>
                    <a:pt x="264" y="29"/>
                  </a:cubicBezTo>
                  <a:cubicBezTo>
                    <a:pt x="254" y="46"/>
                    <a:pt x="209" y="61"/>
                    <a:pt x="189" y="68"/>
                  </a:cubicBezTo>
                  <a:cubicBezTo>
                    <a:pt x="165" y="77"/>
                    <a:pt x="139" y="84"/>
                    <a:pt x="113" y="86"/>
                  </a:cubicBezTo>
                  <a:cubicBezTo>
                    <a:pt x="92" y="88"/>
                    <a:pt x="67" y="88"/>
                    <a:pt x="46" y="83"/>
                  </a:cubicBezTo>
                  <a:cubicBezTo>
                    <a:pt x="29" y="79"/>
                    <a:pt x="0" y="60"/>
                    <a:pt x="3" y="38"/>
                  </a:cubicBezTo>
                  <a:cubicBezTo>
                    <a:pt x="7" y="0"/>
                    <a:pt x="213" y="47"/>
                    <a:pt x="257" y="31"/>
                  </a:cubicBezTo>
                </a:path>
              </a:pathLst>
            </a:custGeom>
            <a:solidFill>
              <a:srgbClr val="7A36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0346" name="Freeform 789">
              <a:extLst>
                <a:ext uri="{FF2B5EF4-FFF2-40B4-BE49-F238E27FC236}">
                  <a16:creationId xmlns:a16="http://schemas.microsoft.com/office/drawing/2014/main" id="{1009DB59-FB62-465A-8207-3EDE8E39AAD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3" y="1865"/>
              <a:ext cx="493" cy="448"/>
            </a:xfrm>
            <a:custGeom>
              <a:avLst/>
              <a:gdLst>
                <a:gd name="T0" fmla="*/ 253 w 468"/>
                <a:gd name="T1" fmla="*/ 87 h 424"/>
                <a:gd name="T2" fmla="*/ 319 w 468"/>
                <a:gd name="T3" fmla="*/ 142 h 424"/>
                <a:gd name="T4" fmla="*/ 143 w 468"/>
                <a:gd name="T5" fmla="*/ 242 h 424"/>
                <a:gd name="T6" fmla="*/ 8 w 468"/>
                <a:gd name="T7" fmla="*/ 406 h 424"/>
                <a:gd name="T8" fmla="*/ 167 w 468"/>
                <a:gd name="T9" fmla="*/ 500 h 424"/>
                <a:gd name="T10" fmla="*/ 289 w 468"/>
                <a:gd name="T11" fmla="*/ 478 h 424"/>
                <a:gd name="T12" fmla="*/ 356 w 468"/>
                <a:gd name="T13" fmla="*/ 415 h 424"/>
                <a:gd name="T14" fmla="*/ 457 w 468"/>
                <a:gd name="T15" fmla="*/ 292 h 424"/>
                <a:gd name="T16" fmla="*/ 531 w 468"/>
                <a:gd name="T17" fmla="*/ 283 h 424"/>
                <a:gd name="T18" fmla="*/ 547 w 468"/>
                <a:gd name="T19" fmla="*/ 182 h 424"/>
                <a:gd name="T20" fmla="*/ 487 w 468"/>
                <a:gd name="T21" fmla="*/ 0 h 424"/>
                <a:gd name="T22" fmla="*/ 435 w 468"/>
                <a:gd name="T23" fmla="*/ 12 h 424"/>
                <a:gd name="T24" fmla="*/ 351 w 468"/>
                <a:gd name="T25" fmla="*/ 48 h 424"/>
                <a:gd name="T26" fmla="*/ 303 w 468"/>
                <a:gd name="T27" fmla="*/ 70 h 424"/>
                <a:gd name="T28" fmla="*/ 268 w 468"/>
                <a:gd name="T29" fmla="*/ 78 h 42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468" h="424">
                  <a:moveTo>
                    <a:pt x="216" y="74"/>
                  </a:moveTo>
                  <a:cubicBezTo>
                    <a:pt x="247" y="49"/>
                    <a:pt x="305" y="84"/>
                    <a:pt x="273" y="120"/>
                  </a:cubicBezTo>
                  <a:cubicBezTo>
                    <a:pt x="233" y="167"/>
                    <a:pt x="180" y="186"/>
                    <a:pt x="122" y="205"/>
                  </a:cubicBezTo>
                  <a:cubicBezTo>
                    <a:pt x="63" y="225"/>
                    <a:pt x="0" y="273"/>
                    <a:pt x="8" y="344"/>
                  </a:cubicBezTo>
                  <a:cubicBezTo>
                    <a:pt x="15" y="407"/>
                    <a:pt x="91" y="423"/>
                    <a:pt x="143" y="424"/>
                  </a:cubicBezTo>
                  <a:cubicBezTo>
                    <a:pt x="177" y="424"/>
                    <a:pt x="215" y="413"/>
                    <a:pt x="247" y="405"/>
                  </a:cubicBezTo>
                  <a:cubicBezTo>
                    <a:pt x="278" y="398"/>
                    <a:pt x="290" y="378"/>
                    <a:pt x="305" y="352"/>
                  </a:cubicBezTo>
                  <a:cubicBezTo>
                    <a:pt x="325" y="315"/>
                    <a:pt x="348" y="260"/>
                    <a:pt x="391" y="247"/>
                  </a:cubicBezTo>
                  <a:cubicBezTo>
                    <a:pt x="408" y="242"/>
                    <a:pt x="443" y="250"/>
                    <a:pt x="454" y="240"/>
                  </a:cubicBezTo>
                  <a:cubicBezTo>
                    <a:pt x="468" y="226"/>
                    <a:pt x="468" y="173"/>
                    <a:pt x="468" y="154"/>
                  </a:cubicBezTo>
                  <a:cubicBezTo>
                    <a:pt x="468" y="100"/>
                    <a:pt x="457" y="39"/>
                    <a:pt x="417" y="0"/>
                  </a:cubicBezTo>
                  <a:cubicBezTo>
                    <a:pt x="405" y="8"/>
                    <a:pt x="386" y="5"/>
                    <a:pt x="372" y="9"/>
                  </a:cubicBezTo>
                  <a:cubicBezTo>
                    <a:pt x="347" y="16"/>
                    <a:pt x="324" y="30"/>
                    <a:pt x="300" y="41"/>
                  </a:cubicBezTo>
                  <a:cubicBezTo>
                    <a:pt x="287" y="48"/>
                    <a:pt x="272" y="56"/>
                    <a:pt x="259" y="59"/>
                  </a:cubicBezTo>
                  <a:cubicBezTo>
                    <a:pt x="248" y="62"/>
                    <a:pt x="234" y="59"/>
                    <a:pt x="229" y="66"/>
                  </a:cubicBezTo>
                </a:path>
              </a:pathLst>
            </a:custGeom>
            <a:solidFill>
              <a:srgbClr val="7A36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0347" name="Freeform 790">
              <a:extLst>
                <a:ext uri="{FF2B5EF4-FFF2-40B4-BE49-F238E27FC236}">
                  <a16:creationId xmlns:a16="http://schemas.microsoft.com/office/drawing/2014/main" id="{12DABB53-7A1D-4239-94CE-AD65C9FFCBC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0" y="2161"/>
              <a:ext cx="223" cy="241"/>
            </a:xfrm>
            <a:custGeom>
              <a:avLst/>
              <a:gdLst>
                <a:gd name="T0" fmla="*/ 1 w 211"/>
                <a:gd name="T1" fmla="*/ 136 h 229"/>
                <a:gd name="T2" fmla="*/ 51 w 211"/>
                <a:gd name="T3" fmla="*/ 193 h 229"/>
                <a:gd name="T4" fmla="*/ 0 w 211"/>
                <a:gd name="T5" fmla="*/ 267 h 229"/>
                <a:gd name="T6" fmla="*/ 72 w 211"/>
                <a:gd name="T7" fmla="*/ 227 h 229"/>
                <a:gd name="T8" fmla="*/ 142 w 211"/>
                <a:gd name="T9" fmla="*/ 186 h 229"/>
                <a:gd name="T10" fmla="*/ 224 w 211"/>
                <a:gd name="T11" fmla="*/ 0 h 2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1" h="229">
                  <a:moveTo>
                    <a:pt x="1" y="117"/>
                  </a:moveTo>
                  <a:cubicBezTo>
                    <a:pt x="24" y="124"/>
                    <a:pt x="44" y="139"/>
                    <a:pt x="43" y="165"/>
                  </a:cubicBezTo>
                  <a:cubicBezTo>
                    <a:pt x="41" y="196"/>
                    <a:pt x="3" y="204"/>
                    <a:pt x="0" y="229"/>
                  </a:cubicBezTo>
                  <a:cubicBezTo>
                    <a:pt x="18" y="228"/>
                    <a:pt x="44" y="204"/>
                    <a:pt x="61" y="195"/>
                  </a:cubicBezTo>
                  <a:cubicBezTo>
                    <a:pt x="80" y="184"/>
                    <a:pt x="103" y="174"/>
                    <a:pt x="120" y="160"/>
                  </a:cubicBezTo>
                  <a:cubicBezTo>
                    <a:pt x="164" y="126"/>
                    <a:pt x="211" y="56"/>
                    <a:pt x="190" y="0"/>
                  </a:cubicBezTo>
                </a:path>
              </a:pathLst>
            </a:custGeom>
            <a:solidFill>
              <a:srgbClr val="7A36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0348" name="Freeform 791">
              <a:extLst>
                <a:ext uri="{FF2B5EF4-FFF2-40B4-BE49-F238E27FC236}">
                  <a16:creationId xmlns:a16="http://schemas.microsoft.com/office/drawing/2014/main" id="{5D310E47-54CF-4F90-AE46-4ED5A85AD68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0" y="2303"/>
              <a:ext cx="236" cy="323"/>
            </a:xfrm>
            <a:custGeom>
              <a:avLst/>
              <a:gdLst>
                <a:gd name="T0" fmla="*/ 15 w 224"/>
                <a:gd name="T1" fmla="*/ 207 h 306"/>
                <a:gd name="T2" fmla="*/ 107 w 224"/>
                <a:gd name="T3" fmla="*/ 71 h 306"/>
                <a:gd name="T4" fmla="*/ 210 w 224"/>
                <a:gd name="T5" fmla="*/ 3 h 306"/>
                <a:gd name="T6" fmla="*/ 241 w 224"/>
                <a:gd name="T7" fmla="*/ 127 h 306"/>
                <a:gd name="T8" fmla="*/ 153 w 224"/>
                <a:gd name="T9" fmla="*/ 341 h 306"/>
                <a:gd name="T10" fmla="*/ 21 w 224"/>
                <a:gd name="T11" fmla="*/ 197 h 30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4" h="306">
                  <a:moveTo>
                    <a:pt x="12" y="176"/>
                  </a:moveTo>
                  <a:cubicBezTo>
                    <a:pt x="0" y="124"/>
                    <a:pt x="57" y="90"/>
                    <a:pt x="92" y="60"/>
                  </a:cubicBezTo>
                  <a:cubicBezTo>
                    <a:pt x="112" y="43"/>
                    <a:pt x="151" y="4"/>
                    <a:pt x="179" y="3"/>
                  </a:cubicBezTo>
                  <a:cubicBezTo>
                    <a:pt x="224" y="0"/>
                    <a:pt x="207" y="83"/>
                    <a:pt x="206" y="108"/>
                  </a:cubicBezTo>
                  <a:cubicBezTo>
                    <a:pt x="204" y="173"/>
                    <a:pt x="211" y="271"/>
                    <a:pt x="131" y="290"/>
                  </a:cubicBezTo>
                  <a:cubicBezTo>
                    <a:pt x="65" y="306"/>
                    <a:pt x="35" y="216"/>
                    <a:pt x="18" y="168"/>
                  </a:cubicBezTo>
                </a:path>
              </a:pathLst>
            </a:custGeom>
            <a:solidFill>
              <a:srgbClr val="7A36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0349" name="Freeform 792">
              <a:extLst>
                <a:ext uri="{FF2B5EF4-FFF2-40B4-BE49-F238E27FC236}">
                  <a16:creationId xmlns:a16="http://schemas.microsoft.com/office/drawing/2014/main" id="{E9593D2D-1F2F-4D55-92A5-5F312388B6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4" y="2451"/>
              <a:ext cx="442" cy="286"/>
            </a:xfrm>
            <a:custGeom>
              <a:avLst/>
              <a:gdLst>
                <a:gd name="T0" fmla="*/ 492 w 419"/>
                <a:gd name="T1" fmla="*/ 153 h 271"/>
                <a:gd name="T2" fmla="*/ 226 w 419"/>
                <a:gd name="T3" fmla="*/ 210 h 271"/>
                <a:gd name="T4" fmla="*/ 134 w 419"/>
                <a:gd name="T5" fmla="*/ 252 h 271"/>
                <a:gd name="T6" fmla="*/ 46 w 419"/>
                <a:gd name="T7" fmla="*/ 306 h 271"/>
                <a:gd name="T8" fmla="*/ 23 w 419"/>
                <a:gd name="T9" fmla="*/ 309 h 271"/>
                <a:gd name="T10" fmla="*/ 52 w 419"/>
                <a:gd name="T11" fmla="*/ 261 h 271"/>
                <a:gd name="T12" fmla="*/ 61 w 419"/>
                <a:gd name="T13" fmla="*/ 212 h 271"/>
                <a:gd name="T14" fmla="*/ 82 w 419"/>
                <a:gd name="T15" fmla="*/ 146 h 271"/>
                <a:gd name="T16" fmla="*/ 194 w 419"/>
                <a:gd name="T17" fmla="*/ 85 h 271"/>
                <a:gd name="T18" fmla="*/ 312 w 419"/>
                <a:gd name="T19" fmla="*/ 109 h 271"/>
                <a:gd name="T20" fmla="*/ 368 w 419"/>
                <a:gd name="T21" fmla="*/ 77 h 271"/>
                <a:gd name="T22" fmla="*/ 368 w 419"/>
                <a:gd name="T23" fmla="*/ 0 h 27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19" h="271">
                  <a:moveTo>
                    <a:pt x="419" y="130"/>
                  </a:moveTo>
                  <a:cubicBezTo>
                    <a:pt x="356" y="181"/>
                    <a:pt x="264" y="162"/>
                    <a:pt x="192" y="179"/>
                  </a:cubicBezTo>
                  <a:cubicBezTo>
                    <a:pt x="163" y="186"/>
                    <a:pt x="141" y="204"/>
                    <a:pt x="114" y="214"/>
                  </a:cubicBezTo>
                  <a:cubicBezTo>
                    <a:pt x="85" y="224"/>
                    <a:pt x="67" y="247"/>
                    <a:pt x="40" y="261"/>
                  </a:cubicBezTo>
                  <a:cubicBezTo>
                    <a:pt x="31" y="266"/>
                    <a:pt x="30" y="271"/>
                    <a:pt x="20" y="263"/>
                  </a:cubicBezTo>
                  <a:cubicBezTo>
                    <a:pt x="0" y="246"/>
                    <a:pt x="33" y="231"/>
                    <a:pt x="44" y="222"/>
                  </a:cubicBezTo>
                  <a:cubicBezTo>
                    <a:pt x="61" y="209"/>
                    <a:pt x="45" y="199"/>
                    <a:pt x="52" y="180"/>
                  </a:cubicBezTo>
                  <a:cubicBezTo>
                    <a:pt x="59" y="163"/>
                    <a:pt x="60" y="139"/>
                    <a:pt x="70" y="124"/>
                  </a:cubicBezTo>
                  <a:cubicBezTo>
                    <a:pt x="85" y="102"/>
                    <a:pt x="138" y="80"/>
                    <a:pt x="165" y="73"/>
                  </a:cubicBezTo>
                  <a:cubicBezTo>
                    <a:pt x="205" y="63"/>
                    <a:pt x="230" y="81"/>
                    <a:pt x="266" y="93"/>
                  </a:cubicBezTo>
                  <a:cubicBezTo>
                    <a:pt x="292" y="102"/>
                    <a:pt x="314" y="97"/>
                    <a:pt x="314" y="65"/>
                  </a:cubicBezTo>
                  <a:cubicBezTo>
                    <a:pt x="314" y="35"/>
                    <a:pt x="286" y="25"/>
                    <a:pt x="314" y="0"/>
                  </a:cubicBezTo>
                </a:path>
              </a:pathLst>
            </a:custGeom>
            <a:solidFill>
              <a:srgbClr val="7A36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0350" name="Freeform 793">
              <a:extLst>
                <a:ext uri="{FF2B5EF4-FFF2-40B4-BE49-F238E27FC236}">
                  <a16:creationId xmlns:a16="http://schemas.microsoft.com/office/drawing/2014/main" id="{DD9F5F5D-0E28-4F51-A50F-975B1992B8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5" y="2682"/>
              <a:ext cx="495" cy="313"/>
            </a:xfrm>
            <a:custGeom>
              <a:avLst/>
              <a:gdLst>
                <a:gd name="T0" fmla="*/ 343 w 469"/>
                <a:gd name="T1" fmla="*/ 21 h 296"/>
                <a:gd name="T2" fmla="*/ 469 w 469"/>
                <a:gd name="T3" fmla="*/ 1 h 296"/>
                <a:gd name="T4" fmla="*/ 548 w 469"/>
                <a:gd name="T5" fmla="*/ 110 h 296"/>
                <a:gd name="T6" fmla="*/ 496 w 469"/>
                <a:gd name="T7" fmla="*/ 258 h 296"/>
                <a:gd name="T8" fmla="*/ 367 w 469"/>
                <a:gd name="T9" fmla="*/ 280 h 296"/>
                <a:gd name="T10" fmla="*/ 208 w 469"/>
                <a:gd name="T11" fmla="*/ 299 h 296"/>
                <a:gd name="T12" fmla="*/ 77 w 469"/>
                <a:gd name="T13" fmla="*/ 348 h 296"/>
                <a:gd name="T14" fmla="*/ 19 w 469"/>
                <a:gd name="T15" fmla="*/ 331 h 296"/>
                <a:gd name="T16" fmla="*/ 23 w 469"/>
                <a:gd name="T17" fmla="*/ 241 h 296"/>
                <a:gd name="T18" fmla="*/ 136 w 469"/>
                <a:gd name="T19" fmla="*/ 128 h 296"/>
                <a:gd name="T20" fmla="*/ 273 w 469"/>
                <a:gd name="T21" fmla="*/ 55 h 296"/>
                <a:gd name="T22" fmla="*/ 343 w 469"/>
                <a:gd name="T23" fmla="*/ 25 h 29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69" h="296">
                  <a:moveTo>
                    <a:pt x="292" y="18"/>
                  </a:moveTo>
                  <a:cubicBezTo>
                    <a:pt x="323" y="8"/>
                    <a:pt x="366" y="0"/>
                    <a:pt x="399" y="1"/>
                  </a:cubicBezTo>
                  <a:cubicBezTo>
                    <a:pt x="444" y="4"/>
                    <a:pt x="469" y="51"/>
                    <a:pt x="466" y="93"/>
                  </a:cubicBezTo>
                  <a:cubicBezTo>
                    <a:pt x="464" y="131"/>
                    <a:pt x="450" y="191"/>
                    <a:pt x="422" y="218"/>
                  </a:cubicBezTo>
                  <a:cubicBezTo>
                    <a:pt x="389" y="249"/>
                    <a:pt x="353" y="244"/>
                    <a:pt x="313" y="237"/>
                  </a:cubicBezTo>
                  <a:cubicBezTo>
                    <a:pt x="262" y="228"/>
                    <a:pt x="225" y="237"/>
                    <a:pt x="177" y="253"/>
                  </a:cubicBezTo>
                  <a:cubicBezTo>
                    <a:pt x="140" y="266"/>
                    <a:pt x="105" y="290"/>
                    <a:pt x="65" y="294"/>
                  </a:cubicBezTo>
                  <a:cubicBezTo>
                    <a:pt x="47" y="296"/>
                    <a:pt x="27" y="296"/>
                    <a:pt x="16" y="280"/>
                  </a:cubicBezTo>
                  <a:cubicBezTo>
                    <a:pt x="0" y="255"/>
                    <a:pt x="7" y="227"/>
                    <a:pt x="20" y="204"/>
                  </a:cubicBezTo>
                  <a:cubicBezTo>
                    <a:pt x="44" y="164"/>
                    <a:pt x="75" y="131"/>
                    <a:pt x="116" y="108"/>
                  </a:cubicBezTo>
                  <a:cubicBezTo>
                    <a:pt x="155" y="87"/>
                    <a:pt x="191" y="61"/>
                    <a:pt x="232" y="46"/>
                  </a:cubicBezTo>
                  <a:cubicBezTo>
                    <a:pt x="252" y="38"/>
                    <a:pt x="273" y="30"/>
                    <a:pt x="292" y="22"/>
                  </a:cubicBezTo>
                </a:path>
              </a:pathLst>
            </a:custGeom>
            <a:solidFill>
              <a:srgbClr val="7A36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0351" name="Freeform 794">
              <a:extLst>
                <a:ext uri="{FF2B5EF4-FFF2-40B4-BE49-F238E27FC236}">
                  <a16:creationId xmlns:a16="http://schemas.microsoft.com/office/drawing/2014/main" id="{95F9C2E6-A609-46D3-ADA8-B2F9A4431E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7" y="3000"/>
              <a:ext cx="175" cy="96"/>
            </a:xfrm>
            <a:custGeom>
              <a:avLst/>
              <a:gdLst>
                <a:gd name="T0" fmla="*/ 81 w 166"/>
                <a:gd name="T1" fmla="*/ 16 h 91"/>
                <a:gd name="T2" fmla="*/ 161 w 166"/>
                <a:gd name="T3" fmla="*/ 18 h 91"/>
                <a:gd name="T4" fmla="*/ 134 w 166"/>
                <a:gd name="T5" fmla="*/ 83 h 91"/>
                <a:gd name="T6" fmla="*/ 26 w 166"/>
                <a:gd name="T7" fmla="*/ 80 h 91"/>
                <a:gd name="T8" fmla="*/ 96 w 166"/>
                <a:gd name="T9" fmla="*/ 22 h 9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6" h="91">
                  <a:moveTo>
                    <a:pt x="69" y="13"/>
                  </a:moveTo>
                  <a:cubicBezTo>
                    <a:pt x="89" y="21"/>
                    <a:pt x="119" y="0"/>
                    <a:pt x="138" y="15"/>
                  </a:cubicBezTo>
                  <a:cubicBezTo>
                    <a:pt x="166" y="37"/>
                    <a:pt x="135" y="62"/>
                    <a:pt x="114" y="71"/>
                  </a:cubicBezTo>
                  <a:cubicBezTo>
                    <a:pt x="92" y="80"/>
                    <a:pt x="41" y="91"/>
                    <a:pt x="23" y="68"/>
                  </a:cubicBezTo>
                  <a:cubicBezTo>
                    <a:pt x="0" y="41"/>
                    <a:pt x="71" y="11"/>
                    <a:pt x="82" y="19"/>
                  </a:cubicBezTo>
                </a:path>
              </a:pathLst>
            </a:custGeom>
            <a:solidFill>
              <a:srgbClr val="7A36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0352" name="Freeform 795">
              <a:extLst>
                <a:ext uri="{FF2B5EF4-FFF2-40B4-BE49-F238E27FC236}">
                  <a16:creationId xmlns:a16="http://schemas.microsoft.com/office/drawing/2014/main" id="{9099CE1C-4591-4693-ADF6-F225FBD521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3" y="3102"/>
              <a:ext cx="336" cy="496"/>
            </a:xfrm>
            <a:custGeom>
              <a:avLst/>
              <a:gdLst>
                <a:gd name="T0" fmla="*/ 15 w 319"/>
                <a:gd name="T1" fmla="*/ 101 h 470"/>
                <a:gd name="T2" fmla="*/ 132 w 319"/>
                <a:gd name="T3" fmla="*/ 94 h 470"/>
                <a:gd name="T4" fmla="*/ 237 w 319"/>
                <a:gd name="T5" fmla="*/ 78 h 470"/>
                <a:gd name="T6" fmla="*/ 301 w 319"/>
                <a:gd name="T7" fmla="*/ 45 h 470"/>
                <a:gd name="T8" fmla="*/ 342 w 319"/>
                <a:gd name="T9" fmla="*/ 0 h 470"/>
                <a:gd name="T10" fmla="*/ 332 w 319"/>
                <a:gd name="T11" fmla="*/ 127 h 470"/>
                <a:gd name="T12" fmla="*/ 352 w 319"/>
                <a:gd name="T13" fmla="*/ 294 h 470"/>
                <a:gd name="T14" fmla="*/ 315 w 319"/>
                <a:gd name="T15" fmla="*/ 514 h 470"/>
                <a:gd name="T16" fmla="*/ 182 w 319"/>
                <a:gd name="T17" fmla="*/ 551 h 470"/>
                <a:gd name="T18" fmla="*/ 72 w 319"/>
                <a:gd name="T19" fmla="*/ 420 h 470"/>
                <a:gd name="T20" fmla="*/ 9 w 319"/>
                <a:gd name="T21" fmla="*/ 253 h 470"/>
                <a:gd name="T22" fmla="*/ 2 w 319"/>
                <a:gd name="T23" fmla="*/ 182 h 470"/>
                <a:gd name="T24" fmla="*/ 18 w 319"/>
                <a:gd name="T25" fmla="*/ 106 h 47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19" h="470">
                  <a:moveTo>
                    <a:pt x="12" y="86"/>
                  </a:moveTo>
                  <a:cubicBezTo>
                    <a:pt x="43" y="76"/>
                    <a:pt x="80" y="83"/>
                    <a:pt x="113" y="80"/>
                  </a:cubicBezTo>
                  <a:cubicBezTo>
                    <a:pt x="143" y="77"/>
                    <a:pt x="174" y="74"/>
                    <a:pt x="203" y="66"/>
                  </a:cubicBezTo>
                  <a:cubicBezTo>
                    <a:pt x="222" y="60"/>
                    <a:pt x="244" y="53"/>
                    <a:pt x="258" y="39"/>
                  </a:cubicBezTo>
                  <a:cubicBezTo>
                    <a:pt x="270" y="27"/>
                    <a:pt x="278" y="9"/>
                    <a:pt x="293" y="0"/>
                  </a:cubicBezTo>
                  <a:cubicBezTo>
                    <a:pt x="309" y="28"/>
                    <a:pt x="282" y="76"/>
                    <a:pt x="284" y="108"/>
                  </a:cubicBezTo>
                  <a:cubicBezTo>
                    <a:pt x="288" y="156"/>
                    <a:pt x="299" y="203"/>
                    <a:pt x="301" y="250"/>
                  </a:cubicBezTo>
                  <a:cubicBezTo>
                    <a:pt x="304" y="303"/>
                    <a:pt x="319" y="399"/>
                    <a:pt x="270" y="437"/>
                  </a:cubicBezTo>
                  <a:cubicBezTo>
                    <a:pt x="239" y="461"/>
                    <a:pt x="194" y="470"/>
                    <a:pt x="156" y="469"/>
                  </a:cubicBezTo>
                  <a:cubicBezTo>
                    <a:pt x="101" y="466"/>
                    <a:pt x="81" y="401"/>
                    <a:pt x="62" y="357"/>
                  </a:cubicBezTo>
                  <a:cubicBezTo>
                    <a:pt x="43" y="310"/>
                    <a:pt x="22" y="263"/>
                    <a:pt x="9" y="215"/>
                  </a:cubicBezTo>
                  <a:cubicBezTo>
                    <a:pt x="3" y="194"/>
                    <a:pt x="0" y="174"/>
                    <a:pt x="2" y="154"/>
                  </a:cubicBezTo>
                  <a:cubicBezTo>
                    <a:pt x="3" y="131"/>
                    <a:pt x="12" y="111"/>
                    <a:pt x="15" y="90"/>
                  </a:cubicBezTo>
                </a:path>
              </a:pathLst>
            </a:custGeom>
            <a:solidFill>
              <a:srgbClr val="7A36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0353" name="Freeform 796">
              <a:extLst>
                <a:ext uri="{FF2B5EF4-FFF2-40B4-BE49-F238E27FC236}">
                  <a16:creationId xmlns:a16="http://schemas.microsoft.com/office/drawing/2014/main" id="{6F215A72-D7DE-44A6-99A4-867B5619B45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7" y="3680"/>
              <a:ext cx="151" cy="86"/>
            </a:xfrm>
            <a:custGeom>
              <a:avLst/>
              <a:gdLst>
                <a:gd name="T0" fmla="*/ 86 w 143"/>
                <a:gd name="T1" fmla="*/ 7 h 82"/>
                <a:gd name="T2" fmla="*/ 157 w 143"/>
                <a:gd name="T3" fmla="*/ 29 h 82"/>
                <a:gd name="T4" fmla="*/ 86 w 143"/>
                <a:gd name="T5" fmla="*/ 52 h 82"/>
                <a:gd name="T6" fmla="*/ 0 w 143"/>
                <a:gd name="T7" fmla="*/ 46 h 82"/>
                <a:gd name="T8" fmla="*/ 93 w 143"/>
                <a:gd name="T9" fmla="*/ 15 h 8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3" h="82">
                  <a:moveTo>
                    <a:pt x="73" y="7"/>
                  </a:moveTo>
                  <a:cubicBezTo>
                    <a:pt x="93" y="0"/>
                    <a:pt x="128" y="1"/>
                    <a:pt x="134" y="26"/>
                  </a:cubicBezTo>
                  <a:cubicBezTo>
                    <a:pt x="143" y="58"/>
                    <a:pt x="93" y="41"/>
                    <a:pt x="73" y="46"/>
                  </a:cubicBezTo>
                  <a:cubicBezTo>
                    <a:pt x="55" y="52"/>
                    <a:pt x="0" y="82"/>
                    <a:pt x="0" y="40"/>
                  </a:cubicBezTo>
                  <a:cubicBezTo>
                    <a:pt x="0" y="14"/>
                    <a:pt x="63" y="3"/>
                    <a:pt x="79" y="12"/>
                  </a:cubicBezTo>
                </a:path>
              </a:pathLst>
            </a:custGeom>
            <a:solidFill>
              <a:srgbClr val="7A36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0354" name="Freeform 797">
              <a:extLst>
                <a:ext uri="{FF2B5EF4-FFF2-40B4-BE49-F238E27FC236}">
                  <a16:creationId xmlns:a16="http://schemas.microsoft.com/office/drawing/2014/main" id="{8EFC165E-1892-4205-A366-4A45D4377B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2" y="3799"/>
              <a:ext cx="216" cy="156"/>
            </a:xfrm>
            <a:custGeom>
              <a:avLst/>
              <a:gdLst>
                <a:gd name="T0" fmla="*/ 9 w 205"/>
                <a:gd name="T1" fmla="*/ 22 h 148"/>
                <a:gd name="T2" fmla="*/ 8 w 205"/>
                <a:gd name="T3" fmla="*/ 59 h 148"/>
                <a:gd name="T4" fmla="*/ 50 w 205"/>
                <a:gd name="T5" fmla="*/ 61 h 148"/>
                <a:gd name="T6" fmla="*/ 133 w 205"/>
                <a:gd name="T7" fmla="*/ 82 h 148"/>
                <a:gd name="T8" fmla="*/ 240 w 205"/>
                <a:gd name="T9" fmla="*/ 135 h 148"/>
                <a:gd name="T10" fmla="*/ 200 w 205"/>
                <a:gd name="T11" fmla="*/ 87 h 148"/>
                <a:gd name="T12" fmla="*/ 152 w 205"/>
                <a:gd name="T13" fmla="*/ 22 h 148"/>
                <a:gd name="T14" fmla="*/ 109 w 205"/>
                <a:gd name="T15" fmla="*/ 8 h 148"/>
                <a:gd name="T16" fmla="*/ 16 w 205"/>
                <a:gd name="T17" fmla="*/ 7 h 14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5" h="148">
                  <a:moveTo>
                    <a:pt x="9" y="19"/>
                  </a:moveTo>
                  <a:cubicBezTo>
                    <a:pt x="1" y="24"/>
                    <a:pt x="0" y="42"/>
                    <a:pt x="8" y="50"/>
                  </a:cubicBezTo>
                  <a:cubicBezTo>
                    <a:pt x="18" y="61"/>
                    <a:pt x="30" y="54"/>
                    <a:pt x="43" y="52"/>
                  </a:cubicBezTo>
                  <a:cubicBezTo>
                    <a:pt x="73" y="48"/>
                    <a:pt x="90" y="50"/>
                    <a:pt x="114" y="70"/>
                  </a:cubicBezTo>
                  <a:cubicBezTo>
                    <a:pt x="138" y="91"/>
                    <a:pt x="173" y="148"/>
                    <a:pt x="205" y="115"/>
                  </a:cubicBezTo>
                  <a:cubicBezTo>
                    <a:pt x="196" y="99"/>
                    <a:pt x="184" y="88"/>
                    <a:pt x="171" y="75"/>
                  </a:cubicBezTo>
                  <a:cubicBezTo>
                    <a:pt x="155" y="58"/>
                    <a:pt x="146" y="35"/>
                    <a:pt x="130" y="19"/>
                  </a:cubicBezTo>
                  <a:cubicBezTo>
                    <a:pt x="115" y="5"/>
                    <a:pt x="114" y="7"/>
                    <a:pt x="93" y="8"/>
                  </a:cubicBezTo>
                  <a:cubicBezTo>
                    <a:pt x="69" y="11"/>
                    <a:pt x="35" y="0"/>
                    <a:pt x="13" y="7"/>
                  </a:cubicBezTo>
                </a:path>
              </a:pathLst>
            </a:custGeom>
            <a:solidFill>
              <a:srgbClr val="7A36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0355" name="Freeform 798">
              <a:extLst>
                <a:ext uri="{FF2B5EF4-FFF2-40B4-BE49-F238E27FC236}">
                  <a16:creationId xmlns:a16="http://schemas.microsoft.com/office/drawing/2014/main" id="{DFB6E979-93C0-4788-BD13-246861BD94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4" y="1774"/>
              <a:ext cx="113" cy="182"/>
            </a:xfrm>
            <a:custGeom>
              <a:avLst/>
              <a:gdLst>
                <a:gd name="T0" fmla="*/ 64 w 107"/>
                <a:gd name="T1" fmla="*/ 0 h 172"/>
                <a:gd name="T2" fmla="*/ 45 w 107"/>
                <a:gd name="T3" fmla="*/ 63 h 172"/>
                <a:gd name="T4" fmla="*/ 62 w 107"/>
                <a:gd name="T5" fmla="*/ 116 h 172"/>
                <a:gd name="T6" fmla="*/ 120 w 107"/>
                <a:gd name="T7" fmla="*/ 90 h 172"/>
                <a:gd name="T8" fmla="*/ 13 w 107"/>
                <a:gd name="T9" fmla="*/ 189 h 172"/>
                <a:gd name="T10" fmla="*/ 4 w 107"/>
                <a:gd name="T11" fmla="*/ 160 h 172"/>
                <a:gd name="T12" fmla="*/ 27 w 107"/>
                <a:gd name="T13" fmla="*/ 126 h 172"/>
                <a:gd name="T14" fmla="*/ 8 w 107"/>
                <a:gd name="T15" fmla="*/ 35 h 17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7" h="172">
                  <a:moveTo>
                    <a:pt x="55" y="0"/>
                  </a:moveTo>
                  <a:cubicBezTo>
                    <a:pt x="54" y="18"/>
                    <a:pt x="39" y="33"/>
                    <a:pt x="39" y="54"/>
                  </a:cubicBezTo>
                  <a:cubicBezTo>
                    <a:pt x="38" y="72"/>
                    <a:pt x="46" y="83"/>
                    <a:pt x="53" y="98"/>
                  </a:cubicBezTo>
                  <a:cubicBezTo>
                    <a:pt x="70" y="94"/>
                    <a:pt x="85" y="81"/>
                    <a:pt x="102" y="76"/>
                  </a:cubicBezTo>
                  <a:cubicBezTo>
                    <a:pt x="107" y="100"/>
                    <a:pt x="35" y="172"/>
                    <a:pt x="10" y="160"/>
                  </a:cubicBezTo>
                  <a:cubicBezTo>
                    <a:pt x="0" y="156"/>
                    <a:pt x="0" y="142"/>
                    <a:pt x="4" y="135"/>
                  </a:cubicBezTo>
                  <a:cubicBezTo>
                    <a:pt x="13" y="120"/>
                    <a:pt x="22" y="129"/>
                    <a:pt x="24" y="106"/>
                  </a:cubicBezTo>
                  <a:cubicBezTo>
                    <a:pt x="27" y="79"/>
                    <a:pt x="16" y="54"/>
                    <a:pt x="8" y="29"/>
                  </a:cubicBezTo>
                </a:path>
              </a:pathLst>
            </a:custGeom>
            <a:solidFill>
              <a:srgbClr val="7A36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0356" name="Freeform 799">
              <a:extLst>
                <a:ext uri="{FF2B5EF4-FFF2-40B4-BE49-F238E27FC236}">
                  <a16:creationId xmlns:a16="http://schemas.microsoft.com/office/drawing/2014/main" id="{2C3CD5FE-71EE-4C57-A36C-97E2C5C644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4" y="1948"/>
              <a:ext cx="189" cy="220"/>
            </a:xfrm>
            <a:custGeom>
              <a:avLst/>
              <a:gdLst>
                <a:gd name="T0" fmla="*/ 166 w 179"/>
                <a:gd name="T1" fmla="*/ 0 h 209"/>
                <a:gd name="T2" fmla="*/ 98 w 179"/>
                <a:gd name="T3" fmla="*/ 40 h 209"/>
                <a:gd name="T4" fmla="*/ 35 w 179"/>
                <a:gd name="T5" fmla="*/ 40 h 209"/>
                <a:gd name="T6" fmla="*/ 44 w 179"/>
                <a:gd name="T7" fmla="*/ 159 h 209"/>
                <a:gd name="T8" fmla="*/ 134 w 179"/>
                <a:gd name="T9" fmla="*/ 186 h 209"/>
                <a:gd name="T10" fmla="*/ 211 w 179"/>
                <a:gd name="T11" fmla="*/ 235 h 209"/>
                <a:gd name="T12" fmla="*/ 181 w 179"/>
                <a:gd name="T13" fmla="*/ 178 h 209"/>
                <a:gd name="T14" fmla="*/ 182 w 179"/>
                <a:gd name="T15" fmla="*/ 121 h 209"/>
                <a:gd name="T16" fmla="*/ 171 w 179"/>
                <a:gd name="T17" fmla="*/ 8 h 20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79" h="209">
                  <a:moveTo>
                    <a:pt x="141" y="0"/>
                  </a:moveTo>
                  <a:cubicBezTo>
                    <a:pt x="129" y="17"/>
                    <a:pt x="103" y="32"/>
                    <a:pt x="83" y="34"/>
                  </a:cubicBezTo>
                  <a:cubicBezTo>
                    <a:pt x="68" y="36"/>
                    <a:pt x="42" y="26"/>
                    <a:pt x="29" y="34"/>
                  </a:cubicBezTo>
                  <a:cubicBezTo>
                    <a:pt x="0" y="50"/>
                    <a:pt x="26" y="116"/>
                    <a:pt x="38" y="136"/>
                  </a:cubicBezTo>
                  <a:cubicBezTo>
                    <a:pt x="58" y="167"/>
                    <a:pt x="85" y="145"/>
                    <a:pt x="114" y="160"/>
                  </a:cubicBezTo>
                  <a:cubicBezTo>
                    <a:pt x="136" y="172"/>
                    <a:pt x="150" y="209"/>
                    <a:pt x="179" y="201"/>
                  </a:cubicBezTo>
                  <a:cubicBezTo>
                    <a:pt x="177" y="185"/>
                    <a:pt x="159" y="169"/>
                    <a:pt x="153" y="153"/>
                  </a:cubicBezTo>
                  <a:cubicBezTo>
                    <a:pt x="144" y="132"/>
                    <a:pt x="149" y="124"/>
                    <a:pt x="154" y="104"/>
                  </a:cubicBezTo>
                  <a:cubicBezTo>
                    <a:pt x="163" y="72"/>
                    <a:pt x="152" y="38"/>
                    <a:pt x="145" y="8"/>
                  </a:cubicBezTo>
                </a:path>
              </a:pathLst>
            </a:custGeom>
            <a:solidFill>
              <a:srgbClr val="7A36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0357" name="Freeform 800">
              <a:extLst>
                <a:ext uri="{FF2B5EF4-FFF2-40B4-BE49-F238E27FC236}">
                  <a16:creationId xmlns:a16="http://schemas.microsoft.com/office/drawing/2014/main" id="{22006BE6-7AF8-4640-A2D5-A135D8C019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3" y="2218"/>
              <a:ext cx="133" cy="161"/>
            </a:xfrm>
            <a:custGeom>
              <a:avLst/>
              <a:gdLst>
                <a:gd name="T0" fmla="*/ 36 w 126"/>
                <a:gd name="T1" fmla="*/ 17 h 153"/>
                <a:gd name="T2" fmla="*/ 93 w 126"/>
                <a:gd name="T3" fmla="*/ 4 h 153"/>
                <a:gd name="T4" fmla="*/ 120 w 126"/>
                <a:gd name="T5" fmla="*/ 60 h 153"/>
                <a:gd name="T6" fmla="*/ 122 w 126"/>
                <a:gd name="T7" fmla="*/ 178 h 153"/>
                <a:gd name="T8" fmla="*/ 36 w 126"/>
                <a:gd name="T9" fmla="*/ 110 h 153"/>
                <a:gd name="T10" fmla="*/ 1 w 126"/>
                <a:gd name="T11" fmla="*/ 95 h 153"/>
                <a:gd name="T12" fmla="*/ 38 w 126"/>
                <a:gd name="T13" fmla="*/ 19 h 15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6" h="153">
                  <a:moveTo>
                    <a:pt x="30" y="14"/>
                  </a:moveTo>
                  <a:cubicBezTo>
                    <a:pt x="43" y="12"/>
                    <a:pt x="66" y="0"/>
                    <a:pt x="79" y="4"/>
                  </a:cubicBezTo>
                  <a:cubicBezTo>
                    <a:pt x="100" y="10"/>
                    <a:pt x="101" y="34"/>
                    <a:pt x="102" y="51"/>
                  </a:cubicBezTo>
                  <a:cubicBezTo>
                    <a:pt x="103" y="81"/>
                    <a:pt x="126" y="130"/>
                    <a:pt x="104" y="153"/>
                  </a:cubicBezTo>
                  <a:cubicBezTo>
                    <a:pt x="78" y="139"/>
                    <a:pt x="72" y="44"/>
                    <a:pt x="30" y="95"/>
                  </a:cubicBezTo>
                  <a:cubicBezTo>
                    <a:pt x="14" y="115"/>
                    <a:pt x="3" y="110"/>
                    <a:pt x="1" y="82"/>
                  </a:cubicBezTo>
                  <a:cubicBezTo>
                    <a:pt x="0" y="49"/>
                    <a:pt x="15" y="39"/>
                    <a:pt x="32" y="16"/>
                  </a:cubicBezTo>
                </a:path>
              </a:pathLst>
            </a:custGeom>
            <a:solidFill>
              <a:srgbClr val="7A36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0358" name="Freeform 801">
              <a:extLst>
                <a:ext uri="{FF2B5EF4-FFF2-40B4-BE49-F238E27FC236}">
                  <a16:creationId xmlns:a16="http://schemas.microsoft.com/office/drawing/2014/main" id="{E1A42B39-AEF6-4E59-91D8-72A880C41D0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3" y="1830"/>
              <a:ext cx="6" cy="4"/>
            </a:xfrm>
            <a:custGeom>
              <a:avLst/>
              <a:gdLst>
                <a:gd name="T0" fmla="*/ 6 w 6"/>
                <a:gd name="T1" fmla="*/ 7 h 3"/>
                <a:gd name="T2" fmla="*/ 0 w 6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">
                  <a:moveTo>
                    <a:pt x="6" y="3"/>
                  </a:moveTo>
                  <a:cubicBezTo>
                    <a:pt x="5" y="2"/>
                    <a:pt x="3" y="1"/>
                    <a:pt x="0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0359" name="Freeform 802">
              <a:extLst>
                <a:ext uri="{FF2B5EF4-FFF2-40B4-BE49-F238E27FC236}">
                  <a16:creationId xmlns:a16="http://schemas.microsoft.com/office/drawing/2014/main" id="{D0457427-8320-4D2A-B053-CDF084AFF68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6" y="1825"/>
              <a:ext cx="107" cy="52"/>
            </a:xfrm>
            <a:custGeom>
              <a:avLst/>
              <a:gdLst>
                <a:gd name="T0" fmla="*/ 73 w 102"/>
                <a:gd name="T1" fmla="*/ 0 h 49"/>
                <a:gd name="T2" fmla="*/ 58 w 102"/>
                <a:gd name="T3" fmla="*/ 1 h 49"/>
                <a:gd name="T4" fmla="*/ 2 w 102"/>
                <a:gd name="T5" fmla="*/ 36 h 49"/>
                <a:gd name="T6" fmla="*/ 65 w 102"/>
                <a:gd name="T7" fmla="*/ 54 h 49"/>
                <a:gd name="T8" fmla="*/ 117 w 102"/>
                <a:gd name="T9" fmla="*/ 27 h 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2" h="49">
                  <a:moveTo>
                    <a:pt x="64" y="0"/>
                  </a:moveTo>
                  <a:cubicBezTo>
                    <a:pt x="60" y="0"/>
                    <a:pt x="55" y="1"/>
                    <a:pt x="50" y="1"/>
                  </a:cubicBezTo>
                  <a:cubicBezTo>
                    <a:pt x="22" y="5"/>
                    <a:pt x="0" y="18"/>
                    <a:pt x="2" y="30"/>
                  </a:cubicBezTo>
                  <a:cubicBezTo>
                    <a:pt x="4" y="42"/>
                    <a:pt x="28" y="49"/>
                    <a:pt x="56" y="45"/>
                  </a:cubicBezTo>
                  <a:cubicBezTo>
                    <a:pt x="79" y="42"/>
                    <a:pt x="97" y="33"/>
                    <a:pt x="102" y="23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0360" name="Freeform 803">
              <a:extLst>
                <a:ext uri="{FF2B5EF4-FFF2-40B4-BE49-F238E27FC236}">
                  <a16:creationId xmlns:a16="http://schemas.microsoft.com/office/drawing/2014/main" id="{6E3F3C88-8E11-4A23-B176-48AF93C1B0B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6" y="1826"/>
              <a:ext cx="11" cy="2"/>
            </a:xfrm>
            <a:custGeom>
              <a:avLst/>
              <a:gdLst>
                <a:gd name="T0" fmla="*/ 11 w 11"/>
                <a:gd name="T1" fmla="*/ 2 h 2"/>
                <a:gd name="T2" fmla="*/ 10 w 11"/>
                <a:gd name="T3" fmla="*/ 2 h 2"/>
                <a:gd name="T4" fmla="*/ 0 w 11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2">
                  <a:moveTo>
                    <a:pt x="11" y="2"/>
                  </a:moveTo>
                  <a:cubicBezTo>
                    <a:pt x="11" y="2"/>
                    <a:pt x="10" y="2"/>
                    <a:pt x="10" y="2"/>
                  </a:cubicBezTo>
                  <a:cubicBezTo>
                    <a:pt x="7" y="1"/>
                    <a:pt x="4" y="0"/>
                    <a:pt x="0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0361" name="Freeform 804">
              <a:extLst>
                <a:ext uri="{FF2B5EF4-FFF2-40B4-BE49-F238E27FC236}">
                  <a16:creationId xmlns:a16="http://schemas.microsoft.com/office/drawing/2014/main" id="{995107BC-AEE3-4612-B6CB-7F0A61CA6FE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2" y="1844"/>
              <a:ext cx="49" cy="21"/>
            </a:xfrm>
            <a:custGeom>
              <a:avLst/>
              <a:gdLst>
                <a:gd name="T0" fmla="*/ 32 w 46"/>
                <a:gd name="T1" fmla="*/ 0 h 20"/>
                <a:gd name="T2" fmla="*/ 11 w 46"/>
                <a:gd name="T3" fmla="*/ 7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6" h="20">
                  <a:moveTo>
                    <a:pt x="26" y="0"/>
                  </a:moveTo>
                  <a:cubicBezTo>
                    <a:pt x="46" y="15"/>
                    <a:pt x="0" y="20"/>
                    <a:pt x="8" y="7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0362" name="Freeform 805">
              <a:extLst>
                <a:ext uri="{FF2B5EF4-FFF2-40B4-BE49-F238E27FC236}">
                  <a16:creationId xmlns:a16="http://schemas.microsoft.com/office/drawing/2014/main" id="{6C63BE66-6B71-410A-8126-743DE4F01A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7" y="2669"/>
              <a:ext cx="297" cy="122"/>
            </a:xfrm>
            <a:custGeom>
              <a:avLst/>
              <a:gdLst>
                <a:gd name="T0" fmla="*/ 0 w 282"/>
                <a:gd name="T1" fmla="*/ 134 h 115"/>
                <a:gd name="T2" fmla="*/ 68 w 282"/>
                <a:gd name="T3" fmla="*/ 89 h 115"/>
                <a:gd name="T4" fmla="*/ 157 w 282"/>
                <a:gd name="T5" fmla="*/ 60 h 115"/>
                <a:gd name="T6" fmla="*/ 330 w 282"/>
                <a:gd name="T7" fmla="*/ 0 h 115"/>
                <a:gd name="T8" fmla="*/ 134 w 282"/>
                <a:gd name="T9" fmla="*/ 77 h 115"/>
                <a:gd name="T10" fmla="*/ 3 w 282"/>
                <a:gd name="T11" fmla="*/ 137 h 11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2" h="115">
                  <a:moveTo>
                    <a:pt x="0" y="112"/>
                  </a:moveTo>
                  <a:cubicBezTo>
                    <a:pt x="25" y="105"/>
                    <a:pt x="38" y="87"/>
                    <a:pt x="59" y="74"/>
                  </a:cubicBezTo>
                  <a:cubicBezTo>
                    <a:pt x="82" y="61"/>
                    <a:pt x="110" y="59"/>
                    <a:pt x="134" y="51"/>
                  </a:cubicBezTo>
                  <a:cubicBezTo>
                    <a:pt x="181" y="35"/>
                    <a:pt x="234" y="7"/>
                    <a:pt x="282" y="0"/>
                  </a:cubicBezTo>
                  <a:cubicBezTo>
                    <a:pt x="231" y="31"/>
                    <a:pt x="172" y="51"/>
                    <a:pt x="115" y="65"/>
                  </a:cubicBezTo>
                  <a:cubicBezTo>
                    <a:pt x="73" y="76"/>
                    <a:pt x="42" y="101"/>
                    <a:pt x="3" y="115"/>
                  </a:cubicBezTo>
                </a:path>
              </a:pathLst>
            </a:custGeom>
            <a:solidFill>
              <a:srgbClr val="6C2D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0363" name="Freeform 806">
              <a:extLst>
                <a:ext uri="{FF2B5EF4-FFF2-40B4-BE49-F238E27FC236}">
                  <a16:creationId xmlns:a16="http://schemas.microsoft.com/office/drawing/2014/main" id="{0ADBD0E9-A6EF-4B43-AE68-D2DAB32F9D8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4" y="2069"/>
              <a:ext cx="474" cy="233"/>
            </a:xfrm>
            <a:custGeom>
              <a:avLst/>
              <a:gdLst>
                <a:gd name="T0" fmla="*/ 0 w 449"/>
                <a:gd name="T1" fmla="*/ 8 h 221"/>
                <a:gd name="T2" fmla="*/ 55 w 449"/>
                <a:gd name="T3" fmla="*/ 21 h 221"/>
                <a:gd name="T4" fmla="*/ 105 w 449"/>
                <a:gd name="T5" fmla="*/ 32 h 221"/>
                <a:gd name="T6" fmla="*/ 156 w 449"/>
                <a:gd name="T7" fmla="*/ 25 h 221"/>
                <a:gd name="T8" fmla="*/ 215 w 449"/>
                <a:gd name="T9" fmla="*/ 20 h 221"/>
                <a:gd name="T10" fmla="*/ 312 w 449"/>
                <a:gd name="T11" fmla="*/ 3 h 221"/>
                <a:gd name="T12" fmla="*/ 450 w 449"/>
                <a:gd name="T13" fmla="*/ 24 h 221"/>
                <a:gd name="T14" fmla="*/ 508 w 449"/>
                <a:gd name="T15" fmla="*/ 41 h 221"/>
                <a:gd name="T16" fmla="*/ 498 w 449"/>
                <a:gd name="T17" fmla="*/ 88 h 221"/>
                <a:gd name="T18" fmla="*/ 478 w 449"/>
                <a:gd name="T19" fmla="*/ 168 h 221"/>
                <a:gd name="T20" fmla="*/ 457 w 449"/>
                <a:gd name="T21" fmla="*/ 252 h 221"/>
                <a:gd name="T22" fmla="*/ 361 w 449"/>
                <a:gd name="T23" fmla="*/ 191 h 221"/>
                <a:gd name="T24" fmla="*/ 263 w 449"/>
                <a:gd name="T25" fmla="*/ 141 h 221"/>
                <a:gd name="T26" fmla="*/ 148 w 449"/>
                <a:gd name="T27" fmla="*/ 220 h 221"/>
                <a:gd name="T28" fmla="*/ 79 w 449"/>
                <a:gd name="T29" fmla="*/ 240 h 221"/>
                <a:gd name="T30" fmla="*/ 21 w 449"/>
                <a:gd name="T31" fmla="*/ 149 h 221"/>
                <a:gd name="T32" fmla="*/ 0 w 449"/>
                <a:gd name="T33" fmla="*/ 111 h 221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449" h="221">
                  <a:moveTo>
                    <a:pt x="0" y="8"/>
                  </a:moveTo>
                  <a:cubicBezTo>
                    <a:pt x="18" y="2"/>
                    <a:pt x="30" y="12"/>
                    <a:pt x="46" y="18"/>
                  </a:cubicBezTo>
                  <a:cubicBezTo>
                    <a:pt x="59" y="24"/>
                    <a:pt x="75" y="26"/>
                    <a:pt x="89" y="27"/>
                  </a:cubicBezTo>
                  <a:cubicBezTo>
                    <a:pt x="104" y="27"/>
                    <a:pt x="118" y="23"/>
                    <a:pt x="133" y="22"/>
                  </a:cubicBezTo>
                  <a:cubicBezTo>
                    <a:pt x="150" y="20"/>
                    <a:pt x="166" y="21"/>
                    <a:pt x="183" y="17"/>
                  </a:cubicBezTo>
                  <a:cubicBezTo>
                    <a:pt x="210" y="11"/>
                    <a:pt x="238" y="6"/>
                    <a:pt x="265" y="3"/>
                  </a:cubicBezTo>
                  <a:cubicBezTo>
                    <a:pt x="306" y="0"/>
                    <a:pt x="344" y="16"/>
                    <a:pt x="383" y="21"/>
                  </a:cubicBezTo>
                  <a:cubicBezTo>
                    <a:pt x="397" y="23"/>
                    <a:pt x="421" y="26"/>
                    <a:pt x="432" y="35"/>
                  </a:cubicBezTo>
                  <a:cubicBezTo>
                    <a:pt x="449" y="50"/>
                    <a:pt x="433" y="60"/>
                    <a:pt x="423" y="75"/>
                  </a:cubicBezTo>
                  <a:cubicBezTo>
                    <a:pt x="411" y="93"/>
                    <a:pt x="405" y="121"/>
                    <a:pt x="406" y="143"/>
                  </a:cubicBezTo>
                  <a:cubicBezTo>
                    <a:pt x="408" y="165"/>
                    <a:pt x="432" y="221"/>
                    <a:pt x="388" y="215"/>
                  </a:cubicBezTo>
                  <a:cubicBezTo>
                    <a:pt x="357" y="211"/>
                    <a:pt x="331" y="179"/>
                    <a:pt x="307" y="163"/>
                  </a:cubicBezTo>
                  <a:cubicBezTo>
                    <a:pt x="284" y="146"/>
                    <a:pt x="254" y="121"/>
                    <a:pt x="224" y="120"/>
                  </a:cubicBezTo>
                  <a:cubicBezTo>
                    <a:pt x="181" y="119"/>
                    <a:pt x="158" y="168"/>
                    <a:pt x="126" y="188"/>
                  </a:cubicBezTo>
                  <a:cubicBezTo>
                    <a:pt x="111" y="197"/>
                    <a:pt x="86" y="213"/>
                    <a:pt x="67" y="205"/>
                  </a:cubicBezTo>
                  <a:cubicBezTo>
                    <a:pt x="42" y="194"/>
                    <a:pt x="31" y="149"/>
                    <a:pt x="18" y="127"/>
                  </a:cubicBezTo>
                  <a:cubicBezTo>
                    <a:pt x="12" y="117"/>
                    <a:pt x="4" y="107"/>
                    <a:pt x="0" y="95"/>
                  </a:cubicBezTo>
                </a:path>
              </a:pathLst>
            </a:custGeom>
            <a:solidFill>
              <a:srgbClr val="7A36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0364" name="Freeform 807">
              <a:extLst>
                <a:ext uri="{FF2B5EF4-FFF2-40B4-BE49-F238E27FC236}">
                  <a16:creationId xmlns:a16="http://schemas.microsoft.com/office/drawing/2014/main" id="{A1C3C88C-39DF-4589-B000-6DECF1E773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0" y="1692"/>
              <a:ext cx="45" cy="142"/>
            </a:xfrm>
            <a:custGeom>
              <a:avLst/>
              <a:gdLst>
                <a:gd name="T0" fmla="*/ 0 w 42"/>
                <a:gd name="T1" fmla="*/ 159 h 134"/>
                <a:gd name="T2" fmla="*/ 28 w 42"/>
                <a:gd name="T3" fmla="*/ 143 h 134"/>
                <a:gd name="T4" fmla="*/ 49 w 42"/>
                <a:gd name="T5" fmla="*/ 116 h 134"/>
                <a:gd name="T6" fmla="*/ 42 w 42"/>
                <a:gd name="T7" fmla="*/ 55 h 134"/>
                <a:gd name="T8" fmla="*/ 30 w 42"/>
                <a:gd name="T9" fmla="*/ 0 h 134"/>
                <a:gd name="T10" fmla="*/ 41 w 42"/>
                <a:gd name="T11" fmla="*/ 57 h 134"/>
                <a:gd name="T12" fmla="*/ 46 w 42"/>
                <a:gd name="T13" fmla="*/ 106 h 134"/>
                <a:gd name="T14" fmla="*/ 35 w 42"/>
                <a:gd name="T15" fmla="*/ 126 h 134"/>
                <a:gd name="T16" fmla="*/ 10 w 42"/>
                <a:gd name="T17" fmla="*/ 155 h 13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2" h="134">
                  <a:moveTo>
                    <a:pt x="0" y="134"/>
                  </a:moveTo>
                  <a:cubicBezTo>
                    <a:pt x="8" y="131"/>
                    <a:pt x="15" y="123"/>
                    <a:pt x="22" y="120"/>
                  </a:cubicBezTo>
                  <a:cubicBezTo>
                    <a:pt x="33" y="115"/>
                    <a:pt x="39" y="109"/>
                    <a:pt x="40" y="97"/>
                  </a:cubicBezTo>
                  <a:cubicBezTo>
                    <a:pt x="42" y="80"/>
                    <a:pt x="37" y="63"/>
                    <a:pt x="34" y="46"/>
                  </a:cubicBezTo>
                  <a:cubicBezTo>
                    <a:pt x="31" y="31"/>
                    <a:pt x="27" y="16"/>
                    <a:pt x="24" y="0"/>
                  </a:cubicBezTo>
                  <a:cubicBezTo>
                    <a:pt x="20" y="13"/>
                    <a:pt x="30" y="35"/>
                    <a:pt x="33" y="48"/>
                  </a:cubicBezTo>
                  <a:cubicBezTo>
                    <a:pt x="36" y="61"/>
                    <a:pt x="38" y="76"/>
                    <a:pt x="37" y="89"/>
                  </a:cubicBezTo>
                  <a:cubicBezTo>
                    <a:pt x="36" y="97"/>
                    <a:pt x="35" y="101"/>
                    <a:pt x="29" y="106"/>
                  </a:cubicBezTo>
                  <a:cubicBezTo>
                    <a:pt x="22" y="113"/>
                    <a:pt x="13" y="121"/>
                    <a:pt x="7" y="130"/>
                  </a:cubicBezTo>
                </a:path>
              </a:pathLst>
            </a:custGeom>
            <a:solidFill>
              <a:srgbClr val="8C3F3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0365" name="Freeform 808">
              <a:extLst>
                <a:ext uri="{FF2B5EF4-FFF2-40B4-BE49-F238E27FC236}">
                  <a16:creationId xmlns:a16="http://schemas.microsoft.com/office/drawing/2014/main" id="{940D0EF0-AF60-4281-B973-2AAF3AF2C6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9" y="721"/>
              <a:ext cx="317" cy="225"/>
            </a:xfrm>
            <a:custGeom>
              <a:avLst/>
              <a:gdLst>
                <a:gd name="T0" fmla="*/ 207 w 301"/>
                <a:gd name="T1" fmla="*/ 72 h 213"/>
                <a:gd name="T2" fmla="*/ 185 w 301"/>
                <a:gd name="T3" fmla="*/ 80 h 213"/>
                <a:gd name="T4" fmla="*/ 166 w 301"/>
                <a:gd name="T5" fmla="*/ 79 h 213"/>
                <a:gd name="T6" fmla="*/ 140 w 301"/>
                <a:gd name="T7" fmla="*/ 75 h 213"/>
                <a:gd name="T8" fmla="*/ 125 w 301"/>
                <a:gd name="T9" fmla="*/ 73 h 213"/>
                <a:gd name="T10" fmla="*/ 116 w 301"/>
                <a:gd name="T11" fmla="*/ 67 h 213"/>
                <a:gd name="T12" fmla="*/ 85 w 301"/>
                <a:gd name="T13" fmla="*/ 85 h 213"/>
                <a:gd name="T14" fmla="*/ 71 w 301"/>
                <a:gd name="T15" fmla="*/ 96 h 213"/>
                <a:gd name="T16" fmla="*/ 44 w 301"/>
                <a:gd name="T17" fmla="*/ 134 h 213"/>
                <a:gd name="T18" fmla="*/ 26 w 301"/>
                <a:gd name="T19" fmla="*/ 165 h 213"/>
                <a:gd name="T20" fmla="*/ 22 w 301"/>
                <a:gd name="T21" fmla="*/ 179 h 213"/>
                <a:gd name="T22" fmla="*/ 19 w 301"/>
                <a:gd name="T23" fmla="*/ 202 h 213"/>
                <a:gd name="T24" fmla="*/ 14 w 301"/>
                <a:gd name="T25" fmla="*/ 227 h 213"/>
                <a:gd name="T26" fmla="*/ 7 w 301"/>
                <a:gd name="T27" fmla="*/ 250 h 213"/>
                <a:gd name="T28" fmla="*/ 2 w 301"/>
                <a:gd name="T29" fmla="*/ 225 h 213"/>
                <a:gd name="T30" fmla="*/ 1 w 301"/>
                <a:gd name="T31" fmla="*/ 209 h 213"/>
                <a:gd name="T32" fmla="*/ 7 w 301"/>
                <a:gd name="T33" fmla="*/ 184 h 213"/>
                <a:gd name="T34" fmla="*/ 5 w 301"/>
                <a:gd name="T35" fmla="*/ 160 h 213"/>
                <a:gd name="T36" fmla="*/ 13 w 301"/>
                <a:gd name="T37" fmla="*/ 123 h 213"/>
                <a:gd name="T38" fmla="*/ 25 w 301"/>
                <a:gd name="T39" fmla="*/ 99 h 213"/>
                <a:gd name="T40" fmla="*/ 38 w 301"/>
                <a:gd name="T41" fmla="*/ 80 h 213"/>
                <a:gd name="T42" fmla="*/ 74 w 301"/>
                <a:gd name="T43" fmla="*/ 35 h 213"/>
                <a:gd name="T44" fmla="*/ 83 w 301"/>
                <a:gd name="T45" fmla="*/ 25 h 213"/>
                <a:gd name="T46" fmla="*/ 96 w 301"/>
                <a:gd name="T47" fmla="*/ 19 h 213"/>
                <a:gd name="T48" fmla="*/ 122 w 301"/>
                <a:gd name="T49" fmla="*/ 6 h 213"/>
                <a:gd name="T50" fmla="*/ 139 w 301"/>
                <a:gd name="T51" fmla="*/ 1 h 213"/>
                <a:gd name="T52" fmla="*/ 167 w 301"/>
                <a:gd name="T53" fmla="*/ 2 h 213"/>
                <a:gd name="T54" fmla="*/ 181 w 301"/>
                <a:gd name="T55" fmla="*/ 0 h 213"/>
                <a:gd name="T56" fmla="*/ 213 w 301"/>
                <a:gd name="T57" fmla="*/ 4 h 213"/>
                <a:gd name="T58" fmla="*/ 233 w 301"/>
                <a:gd name="T59" fmla="*/ 8 h 213"/>
                <a:gd name="T60" fmla="*/ 242 w 301"/>
                <a:gd name="T61" fmla="*/ 17 h 213"/>
                <a:gd name="T62" fmla="*/ 257 w 301"/>
                <a:gd name="T63" fmla="*/ 26 h 213"/>
                <a:gd name="T64" fmla="*/ 282 w 301"/>
                <a:gd name="T65" fmla="*/ 34 h 213"/>
                <a:gd name="T66" fmla="*/ 291 w 301"/>
                <a:gd name="T67" fmla="*/ 42 h 213"/>
                <a:gd name="T68" fmla="*/ 301 w 301"/>
                <a:gd name="T69" fmla="*/ 54 h 213"/>
                <a:gd name="T70" fmla="*/ 314 w 301"/>
                <a:gd name="T71" fmla="*/ 71 h 213"/>
                <a:gd name="T72" fmla="*/ 330 w 301"/>
                <a:gd name="T73" fmla="*/ 98 h 213"/>
                <a:gd name="T74" fmla="*/ 332 w 301"/>
                <a:gd name="T75" fmla="*/ 114 h 213"/>
                <a:gd name="T76" fmla="*/ 335 w 301"/>
                <a:gd name="T77" fmla="*/ 128 h 213"/>
                <a:gd name="T78" fmla="*/ 333 w 301"/>
                <a:gd name="T79" fmla="*/ 138 h 213"/>
                <a:gd name="T80" fmla="*/ 346 w 301"/>
                <a:gd name="T81" fmla="*/ 179 h 213"/>
                <a:gd name="T82" fmla="*/ 350 w 301"/>
                <a:gd name="T83" fmla="*/ 187 h 213"/>
                <a:gd name="T84" fmla="*/ 349 w 301"/>
                <a:gd name="T85" fmla="*/ 214 h 213"/>
                <a:gd name="T86" fmla="*/ 342 w 301"/>
                <a:gd name="T87" fmla="*/ 251 h 213"/>
                <a:gd name="T88" fmla="*/ 336 w 301"/>
                <a:gd name="T89" fmla="*/ 222 h 213"/>
                <a:gd name="T90" fmla="*/ 313 w 301"/>
                <a:gd name="T91" fmla="*/ 145 h 213"/>
                <a:gd name="T92" fmla="*/ 285 w 301"/>
                <a:gd name="T93" fmla="*/ 116 h 213"/>
                <a:gd name="T94" fmla="*/ 277 w 301"/>
                <a:gd name="T95" fmla="*/ 105 h 213"/>
                <a:gd name="T96" fmla="*/ 264 w 301"/>
                <a:gd name="T97" fmla="*/ 82 h 213"/>
                <a:gd name="T98" fmla="*/ 262 w 301"/>
                <a:gd name="T99" fmla="*/ 79 h 213"/>
                <a:gd name="T100" fmla="*/ 246 w 301"/>
                <a:gd name="T101" fmla="*/ 69 h 213"/>
                <a:gd name="T102" fmla="*/ 227 w 301"/>
                <a:gd name="T103" fmla="*/ 62 h 213"/>
                <a:gd name="T104" fmla="*/ 221 w 301"/>
                <a:gd name="T105" fmla="*/ 68 h 213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301" h="213">
                  <a:moveTo>
                    <a:pt x="187" y="56"/>
                  </a:moveTo>
                  <a:cubicBezTo>
                    <a:pt x="186" y="60"/>
                    <a:pt x="182" y="67"/>
                    <a:pt x="178" y="61"/>
                  </a:cubicBezTo>
                  <a:cubicBezTo>
                    <a:pt x="177" y="65"/>
                    <a:pt x="173" y="70"/>
                    <a:pt x="171" y="66"/>
                  </a:cubicBezTo>
                  <a:cubicBezTo>
                    <a:pt x="168" y="73"/>
                    <a:pt x="163" y="68"/>
                    <a:pt x="159" y="68"/>
                  </a:cubicBezTo>
                  <a:cubicBezTo>
                    <a:pt x="154" y="67"/>
                    <a:pt x="151" y="71"/>
                    <a:pt x="147" y="66"/>
                  </a:cubicBezTo>
                  <a:cubicBezTo>
                    <a:pt x="146" y="68"/>
                    <a:pt x="143" y="68"/>
                    <a:pt x="142" y="67"/>
                  </a:cubicBezTo>
                  <a:cubicBezTo>
                    <a:pt x="141" y="68"/>
                    <a:pt x="140" y="68"/>
                    <a:pt x="139" y="69"/>
                  </a:cubicBezTo>
                  <a:cubicBezTo>
                    <a:pt x="137" y="63"/>
                    <a:pt x="119" y="71"/>
                    <a:pt x="120" y="63"/>
                  </a:cubicBezTo>
                  <a:cubicBezTo>
                    <a:pt x="117" y="64"/>
                    <a:pt x="113" y="65"/>
                    <a:pt x="110" y="64"/>
                  </a:cubicBezTo>
                  <a:cubicBezTo>
                    <a:pt x="109" y="62"/>
                    <a:pt x="109" y="63"/>
                    <a:pt x="107" y="62"/>
                  </a:cubicBezTo>
                  <a:cubicBezTo>
                    <a:pt x="107" y="61"/>
                    <a:pt x="107" y="61"/>
                    <a:pt x="107" y="60"/>
                  </a:cubicBezTo>
                  <a:cubicBezTo>
                    <a:pt x="102" y="61"/>
                    <a:pt x="103" y="58"/>
                    <a:pt x="99" y="57"/>
                  </a:cubicBezTo>
                  <a:cubicBezTo>
                    <a:pt x="93" y="57"/>
                    <a:pt x="90" y="62"/>
                    <a:pt x="84" y="65"/>
                  </a:cubicBezTo>
                  <a:cubicBezTo>
                    <a:pt x="81" y="67"/>
                    <a:pt x="77" y="69"/>
                    <a:pt x="73" y="72"/>
                  </a:cubicBezTo>
                  <a:cubicBezTo>
                    <a:pt x="69" y="74"/>
                    <a:pt x="64" y="76"/>
                    <a:pt x="61" y="80"/>
                  </a:cubicBezTo>
                  <a:cubicBezTo>
                    <a:pt x="61" y="80"/>
                    <a:pt x="61" y="80"/>
                    <a:pt x="61" y="81"/>
                  </a:cubicBezTo>
                  <a:cubicBezTo>
                    <a:pt x="56" y="83"/>
                    <a:pt x="49" y="93"/>
                    <a:pt x="46" y="98"/>
                  </a:cubicBezTo>
                  <a:cubicBezTo>
                    <a:pt x="43" y="103"/>
                    <a:pt x="41" y="108"/>
                    <a:pt x="38" y="114"/>
                  </a:cubicBezTo>
                  <a:cubicBezTo>
                    <a:pt x="35" y="120"/>
                    <a:pt x="30" y="125"/>
                    <a:pt x="26" y="131"/>
                  </a:cubicBezTo>
                  <a:cubicBezTo>
                    <a:pt x="25" y="134"/>
                    <a:pt x="24" y="137"/>
                    <a:pt x="23" y="140"/>
                  </a:cubicBezTo>
                  <a:cubicBezTo>
                    <a:pt x="22" y="143"/>
                    <a:pt x="17" y="147"/>
                    <a:pt x="17" y="151"/>
                  </a:cubicBezTo>
                  <a:cubicBezTo>
                    <a:pt x="18" y="151"/>
                    <a:pt x="18" y="151"/>
                    <a:pt x="19" y="151"/>
                  </a:cubicBezTo>
                  <a:cubicBezTo>
                    <a:pt x="20" y="156"/>
                    <a:pt x="16" y="160"/>
                    <a:pt x="15" y="164"/>
                  </a:cubicBezTo>
                  <a:cubicBezTo>
                    <a:pt x="15" y="167"/>
                    <a:pt x="16" y="169"/>
                    <a:pt x="16" y="171"/>
                  </a:cubicBezTo>
                  <a:cubicBezTo>
                    <a:pt x="15" y="175"/>
                    <a:pt x="13" y="177"/>
                    <a:pt x="12" y="181"/>
                  </a:cubicBezTo>
                  <a:cubicBezTo>
                    <a:pt x="11" y="186"/>
                    <a:pt x="12" y="189"/>
                    <a:pt x="11" y="193"/>
                  </a:cubicBezTo>
                  <a:cubicBezTo>
                    <a:pt x="11" y="197"/>
                    <a:pt x="6" y="202"/>
                    <a:pt x="10" y="205"/>
                  </a:cubicBezTo>
                  <a:cubicBezTo>
                    <a:pt x="8" y="207"/>
                    <a:pt x="7" y="210"/>
                    <a:pt x="7" y="212"/>
                  </a:cubicBezTo>
                  <a:cubicBezTo>
                    <a:pt x="6" y="210"/>
                    <a:pt x="4" y="207"/>
                    <a:pt x="3" y="204"/>
                  </a:cubicBezTo>
                  <a:cubicBezTo>
                    <a:pt x="2" y="200"/>
                    <a:pt x="3" y="195"/>
                    <a:pt x="2" y="191"/>
                  </a:cubicBezTo>
                  <a:cubicBezTo>
                    <a:pt x="2" y="189"/>
                    <a:pt x="0" y="189"/>
                    <a:pt x="0" y="185"/>
                  </a:cubicBezTo>
                  <a:cubicBezTo>
                    <a:pt x="0" y="183"/>
                    <a:pt x="1" y="180"/>
                    <a:pt x="1" y="177"/>
                  </a:cubicBezTo>
                  <a:cubicBezTo>
                    <a:pt x="2" y="173"/>
                    <a:pt x="3" y="169"/>
                    <a:pt x="3" y="165"/>
                  </a:cubicBezTo>
                  <a:cubicBezTo>
                    <a:pt x="4" y="162"/>
                    <a:pt x="6" y="160"/>
                    <a:pt x="7" y="156"/>
                  </a:cubicBezTo>
                  <a:cubicBezTo>
                    <a:pt x="7" y="151"/>
                    <a:pt x="5" y="153"/>
                    <a:pt x="4" y="148"/>
                  </a:cubicBezTo>
                  <a:cubicBezTo>
                    <a:pt x="3" y="143"/>
                    <a:pt x="5" y="139"/>
                    <a:pt x="5" y="135"/>
                  </a:cubicBezTo>
                  <a:cubicBezTo>
                    <a:pt x="6" y="129"/>
                    <a:pt x="6" y="125"/>
                    <a:pt x="10" y="118"/>
                  </a:cubicBezTo>
                  <a:cubicBezTo>
                    <a:pt x="4" y="116"/>
                    <a:pt x="9" y="108"/>
                    <a:pt x="10" y="104"/>
                  </a:cubicBezTo>
                  <a:cubicBezTo>
                    <a:pt x="12" y="100"/>
                    <a:pt x="11" y="96"/>
                    <a:pt x="13" y="92"/>
                  </a:cubicBezTo>
                  <a:cubicBezTo>
                    <a:pt x="15" y="88"/>
                    <a:pt x="20" y="87"/>
                    <a:pt x="22" y="84"/>
                  </a:cubicBezTo>
                  <a:cubicBezTo>
                    <a:pt x="23" y="82"/>
                    <a:pt x="22" y="81"/>
                    <a:pt x="22" y="79"/>
                  </a:cubicBezTo>
                  <a:cubicBezTo>
                    <a:pt x="24" y="74"/>
                    <a:pt x="26" y="70"/>
                    <a:pt x="32" y="68"/>
                  </a:cubicBezTo>
                  <a:cubicBezTo>
                    <a:pt x="32" y="61"/>
                    <a:pt x="46" y="35"/>
                    <a:pt x="54" y="38"/>
                  </a:cubicBezTo>
                  <a:cubicBezTo>
                    <a:pt x="56" y="32"/>
                    <a:pt x="59" y="32"/>
                    <a:pt x="63" y="29"/>
                  </a:cubicBezTo>
                  <a:cubicBezTo>
                    <a:pt x="63" y="29"/>
                    <a:pt x="65" y="29"/>
                    <a:pt x="67" y="28"/>
                  </a:cubicBezTo>
                  <a:cubicBezTo>
                    <a:pt x="68" y="27"/>
                    <a:pt x="69" y="23"/>
                    <a:pt x="71" y="22"/>
                  </a:cubicBezTo>
                  <a:cubicBezTo>
                    <a:pt x="72" y="21"/>
                    <a:pt x="74" y="22"/>
                    <a:pt x="76" y="21"/>
                  </a:cubicBezTo>
                  <a:cubicBezTo>
                    <a:pt x="78" y="20"/>
                    <a:pt x="79" y="18"/>
                    <a:pt x="82" y="16"/>
                  </a:cubicBezTo>
                  <a:cubicBezTo>
                    <a:pt x="86" y="13"/>
                    <a:pt x="89" y="14"/>
                    <a:pt x="94" y="12"/>
                  </a:cubicBezTo>
                  <a:cubicBezTo>
                    <a:pt x="98" y="9"/>
                    <a:pt x="99" y="7"/>
                    <a:pt x="104" y="6"/>
                  </a:cubicBezTo>
                  <a:cubicBezTo>
                    <a:pt x="106" y="5"/>
                    <a:pt x="109" y="6"/>
                    <a:pt x="111" y="6"/>
                  </a:cubicBezTo>
                  <a:cubicBezTo>
                    <a:pt x="114" y="5"/>
                    <a:pt x="116" y="1"/>
                    <a:pt x="119" y="1"/>
                  </a:cubicBezTo>
                  <a:cubicBezTo>
                    <a:pt x="123" y="0"/>
                    <a:pt x="129" y="3"/>
                    <a:pt x="134" y="3"/>
                  </a:cubicBezTo>
                  <a:cubicBezTo>
                    <a:pt x="137" y="3"/>
                    <a:pt x="140" y="2"/>
                    <a:pt x="143" y="2"/>
                  </a:cubicBezTo>
                  <a:cubicBezTo>
                    <a:pt x="144" y="2"/>
                    <a:pt x="147" y="4"/>
                    <a:pt x="148" y="4"/>
                  </a:cubicBezTo>
                  <a:cubicBezTo>
                    <a:pt x="151" y="3"/>
                    <a:pt x="153" y="0"/>
                    <a:pt x="155" y="0"/>
                  </a:cubicBezTo>
                  <a:cubicBezTo>
                    <a:pt x="157" y="0"/>
                    <a:pt x="158" y="2"/>
                    <a:pt x="159" y="2"/>
                  </a:cubicBezTo>
                  <a:cubicBezTo>
                    <a:pt x="167" y="2"/>
                    <a:pt x="173" y="3"/>
                    <a:pt x="182" y="4"/>
                  </a:cubicBezTo>
                  <a:cubicBezTo>
                    <a:pt x="186" y="5"/>
                    <a:pt x="189" y="8"/>
                    <a:pt x="193" y="9"/>
                  </a:cubicBezTo>
                  <a:cubicBezTo>
                    <a:pt x="195" y="9"/>
                    <a:pt x="197" y="8"/>
                    <a:pt x="199" y="8"/>
                  </a:cubicBezTo>
                  <a:cubicBezTo>
                    <a:pt x="202" y="9"/>
                    <a:pt x="201" y="10"/>
                    <a:pt x="204" y="11"/>
                  </a:cubicBezTo>
                  <a:cubicBezTo>
                    <a:pt x="205" y="12"/>
                    <a:pt x="205" y="14"/>
                    <a:pt x="207" y="14"/>
                  </a:cubicBezTo>
                  <a:cubicBezTo>
                    <a:pt x="210" y="16"/>
                    <a:pt x="212" y="13"/>
                    <a:pt x="215" y="14"/>
                  </a:cubicBezTo>
                  <a:cubicBezTo>
                    <a:pt x="221" y="15"/>
                    <a:pt x="220" y="18"/>
                    <a:pt x="220" y="23"/>
                  </a:cubicBezTo>
                  <a:cubicBezTo>
                    <a:pt x="223" y="21"/>
                    <a:pt x="224" y="24"/>
                    <a:pt x="225" y="24"/>
                  </a:cubicBezTo>
                  <a:cubicBezTo>
                    <a:pt x="231" y="26"/>
                    <a:pt x="235" y="27"/>
                    <a:pt x="241" y="28"/>
                  </a:cubicBezTo>
                  <a:cubicBezTo>
                    <a:pt x="242" y="30"/>
                    <a:pt x="242" y="33"/>
                    <a:pt x="242" y="35"/>
                  </a:cubicBezTo>
                  <a:cubicBezTo>
                    <a:pt x="244" y="35"/>
                    <a:pt x="247" y="35"/>
                    <a:pt x="249" y="36"/>
                  </a:cubicBezTo>
                  <a:cubicBezTo>
                    <a:pt x="251" y="38"/>
                    <a:pt x="250" y="41"/>
                    <a:pt x="253" y="42"/>
                  </a:cubicBezTo>
                  <a:cubicBezTo>
                    <a:pt x="254" y="44"/>
                    <a:pt x="257" y="43"/>
                    <a:pt x="258" y="45"/>
                  </a:cubicBezTo>
                  <a:cubicBezTo>
                    <a:pt x="261" y="47"/>
                    <a:pt x="263" y="51"/>
                    <a:pt x="264" y="53"/>
                  </a:cubicBezTo>
                  <a:cubicBezTo>
                    <a:pt x="266" y="56"/>
                    <a:pt x="267" y="58"/>
                    <a:pt x="269" y="60"/>
                  </a:cubicBezTo>
                  <a:cubicBezTo>
                    <a:pt x="273" y="64"/>
                    <a:pt x="273" y="62"/>
                    <a:pt x="272" y="69"/>
                  </a:cubicBezTo>
                  <a:cubicBezTo>
                    <a:pt x="279" y="71"/>
                    <a:pt x="280" y="76"/>
                    <a:pt x="282" y="83"/>
                  </a:cubicBezTo>
                  <a:cubicBezTo>
                    <a:pt x="283" y="86"/>
                    <a:pt x="283" y="89"/>
                    <a:pt x="284" y="93"/>
                  </a:cubicBezTo>
                  <a:cubicBezTo>
                    <a:pt x="284" y="94"/>
                    <a:pt x="283" y="96"/>
                    <a:pt x="284" y="97"/>
                  </a:cubicBezTo>
                  <a:cubicBezTo>
                    <a:pt x="284" y="99"/>
                    <a:pt x="286" y="99"/>
                    <a:pt x="287" y="100"/>
                  </a:cubicBezTo>
                  <a:cubicBezTo>
                    <a:pt x="287" y="103"/>
                    <a:pt x="287" y="106"/>
                    <a:pt x="287" y="109"/>
                  </a:cubicBezTo>
                  <a:cubicBezTo>
                    <a:pt x="286" y="111"/>
                    <a:pt x="287" y="112"/>
                    <a:pt x="287" y="113"/>
                  </a:cubicBezTo>
                  <a:cubicBezTo>
                    <a:pt x="287" y="114"/>
                    <a:pt x="285" y="116"/>
                    <a:pt x="285" y="117"/>
                  </a:cubicBezTo>
                  <a:cubicBezTo>
                    <a:pt x="286" y="121"/>
                    <a:pt x="288" y="130"/>
                    <a:pt x="291" y="132"/>
                  </a:cubicBezTo>
                  <a:cubicBezTo>
                    <a:pt x="288" y="140"/>
                    <a:pt x="294" y="144"/>
                    <a:pt x="296" y="151"/>
                  </a:cubicBezTo>
                  <a:cubicBezTo>
                    <a:pt x="297" y="153"/>
                    <a:pt x="295" y="154"/>
                    <a:pt x="296" y="156"/>
                  </a:cubicBezTo>
                  <a:cubicBezTo>
                    <a:pt x="296" y="157"/>
                    <a:pt x="299" y="158"/>
                    <a:pt x="299" y="159"/>
                  </a:cubicBezTo>
                  <a:cubicBezTo>
                    <a:pt x="300" y="162"/>
                    <a:pt x="300" y="167"/>
                    <a:pt x="300" y="170"/>
                  </a:cubicBezTo>
                  <a:cubicBezTo>
                    <a:pt x="300" y="174"/>
                    <a:pt x="299" y="178"/>
                    <a:pt x="298" y="182"/>
                  </a:cubicBezTo>
                  <a:cubicBezTo>
                    <a:pt x="298" y="185"/>
                    <a:pt x="301" y="193"/>
                    <a:pt x="300" y="197"/>
                  </a:cubicBezTo>
                  <a:cubicBezTo>
                    <a:pt x="298" y="206"/>
                    <a:pt x="295" y="207"/>
                    <a:pt x="293" y="213"/>
                  </a:cubicBezTo>
                  <a:cubicBezTo>
                    <a:pt x="294" y="207"/>
                    <a:pt x="289" y="204"/>
                    <a:pt x="288" y="200"/>
                  </a:cubicBezTo>
                  <a:cubicBezTo>
                    <a:pt x="287" y="198"/>
                    <a:pt x="287" y="190"/>
                    <a:pt x="288" y="188"/>
                  </a:cubicBezTo>
                  <a:cubicBezTo>
                    <a:pt x="282" y="185"/>
                    <a:pt x="287" y="169"/>
                    <a:pt x="280" y="170"/>
                  </a:cubicBezTo>
                  <a:cubicBezTo>
                    <a:pt x="283" y="153"/>
                    <a:pt x="275" y="137"/>
                    <a:pt x="268" y="123"/>
                  </a:cubicBezTo>
                  <a:cubicBezTo>
                    <a:pt x="264" y="115"/>
                    <a:pt x="257" y="111"/>
                    <a:pt x="252" y="104"/>
                  </a:cubicBezTo>
                  <a:cubicBezTo>
                    <a:pt x="249" y="100"/>
                    <a:pt x="247" y="101"/>
                    <a:pt x="244" y="98"/>
                  </a:cubicBezTo>
                  <a:cubicBezTo>
                    <a:pt x="242" y="95"/>
                    <a:pt x="241" y="91"/>
                    <a:pt x="239" y="88"/>
                  </a:cubicBezTo>
                  <a:cubicBezTo>
                    <a:pt x="238" y="88"/>
                    <a:pt x="238" y="88"/>
                    <a:pt x="237" y="89"/>
                  </a:cubicBezTo>
                  <a:cubicBezTo>
                    <a:pt x="236" y="86"/>
                    <a:pt x="235" y="83"/>
                    <a:pt x="236" y="80"/>
                  </a:cubicBezTo>
                  <a:cubicBezTo>
                    <a:pt x="232" y="77"/>
                    <a:pt x="227" y="75"/>
                    <a:pt x="226" y="70"/>
                  </a:cubicBezTo>
                  <a:cubicBezTo>
                    <a:pt x="225" y="70"/>
                    <a:pt x="225" y="71"/>
                    <a:pt x="225" y="71"/>
                  </a:cubicBezTo>
                  <a:cubicBezTo>
                    <a:pt x="225" y="69"/>
                    <a:pt x="224" y="68"/>
                    <a:pt x="224" y="67"/>
                  </a:cubicBezTo>
                  <a:cubicBezTo>
                    <a:pt x="223" y="68"/>
                    <a:pt x="222" y="68"/>
                    <a:pt x="221" y="68"/>
                  </a:cubicBezTo>
                  <a:cubicBezTo>
                    <a:pt x="220" y="64"/>
                    <a:pt x="214" y="62"/>
                    <a:pt x="211" y="59"/>
                  </a:cubicBezTo>
                  <a:cubicBezTo>
                    <a:pt x="207" y="56"/>
                    <a:pt x="202" y="51"/>
                    <a:pt x="197" y="55"/>
                  </a:cubicBezTo>
                  <a:cubicBezTo>
                    <a:pt x="197" y="55"/>
                    <a:pt x="196" y="54"/>
                    <a:pt x="195" y="53"/>
                  </a:cubicBezTo>
                  <a:cubicBezTo>
                    <a:pt x="193" y="55"/>
                    <a:pt x="191" y="56"/>
                    <a:pt x="189" y="54"/>
                  </a:cubicBezTo>
                  <a:cubicBezTo>
                    <a:pt x="189" y="55"/>
                    <a:pt x="189" y="58"/>
                    <a:pt x="189" y="58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0366" name="Freeform 809">
              <a:extLst>
                <a:ext uri="{FF2B5EF4-FFF2-40B4-BE49-F238E27FC236}">
                  <a16:creationId xmlns:a16="http://schemas.microsoft.com/office/drawing/2014/main" id="{D51735CB-889C-4D3E-829B-5009FE86F0B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1" y="847"/>
              <a:ext cx="84" cy="44"/>
            </a:xfrm>
            <a:custGeom>
              <a:avLst/>
              <a:gdLst>
                <a:gd name="T0" fmla="*/ 0 w 80"/>
                <a:gd name="T1" fmla="*/ 42 h 42"/>
                <a:gd name="T2" fmla="*/ 1 w 80"/>
                <a:gd name="T3" fmla="*/ 42 h 42"/>
                <a:gd name="T4" fmla="*/ 6 w 80"/>
                <a:gd name="T5" fmla="*/ 30 h 42"/>
                <a:gd name="T6" fmla="*/ 17 w 80"/>
                <a:gd name="T7" fmla="*/ 22 h 42"/>
                <a:gd name="T8" fmla="*/ 23 w 80"/>
                <a:gd name="T9" fmla="*/ 19 h 42"/>
                <a:gd name="T10" fmla="*/ 27 w 80"/>
                <a:gd name="T11" fmla="*/ 15 h 42"/>
                <a:gd name="T12" fmla="*/ 37 w 80"/>
                <a:gd name="T13" fmla="*/ 7 h 42"/>
                <a:gd name="T14" fmla="*/ 44 w 80"/>
                <a:gd name="T15" fmla="*/ 6 h 42"/>
                <a:gd name="T16" fmla="*/ 48 w 80"/>
                <a:gd name="T17" fmla="*/ 1 h 42"/>
                <a:gd name="T18" fmla="*/ 54 w 80"/>
                <a:gd name="T19" fmla="*/ 4 h 42"/>
                <a:gd name="T20" fmla="*/ 63 w 80"/>
                <a:gd name="T21" fmla="*/ 1 h 42"/>
                <a:gd name="T22" fmla="*/ 68 w 80"/>
                <a:gd name="T23" fmla="*/ 4 h 42"/>
                <a:gd name="T24" fmla="*/ 72 w 80"/>
                <a:gd name="T25" fmla="*/ 3 h 42"/>
                <a:gd name="T26" fmla="*/ 76 w 80"/>
                <a:gd name="T27" fmla="*/ 2 h 42"/>
                <a:gd name="T28" fmla="*/ 78 w 80"/>
                <a:gd name="T29" fmla="*/ 3 h 42"/>
                <a:gd name="T30" fmla="*/ 86 w 80"/>
                <a:gd name="T31" fmla="*/ 8 h 42"/>
                <a:gd name="T32" fmla="*/ 88 w 80"/>
                <a:gd name="T33" fmla="*/ 17 h 42"/>
                <a:gd name="T34" fmla="*/ 88 w 80"/>
                <a:gd name="T35" fmla="*/ 24 h 42"/>
                <a:gd name="T36" fmla="*/ 78 w 80"/>
                <a:gd name="T37" fmla="*/ 26 h 42"/>
                <a:gd name="T38" fmla="*/ 65 w 80"/>
                <a:gd name="T39" fmla="*/ 27 h 42"/>
                <a:gd name="T40" fmla="*/ 50 w 80"/>
                <a:gd name="T41" fmla="*/ 28 h 42"/>
                <a:gd name="T42" fmla="*/ 44 w 80"/>
                <a:gd name="T43" fmla="*/ 30 h 42"/>
                <a:gd name="T44" fmla="*/ 38 w 80"/>
                <a:gd name="T45" fmla="*/ 31 h 42"/>
                <a:gd name="T46" fmla="*/ 28 w 80"/>
                <a:gd name="T47" fmla="*/ 34 h 42"/>
                <a:gd name="T48" fmla="*/ 23 w 80"/>
                <a:gd name="T49" fmla="*/ 36 h 42"/>
                <a:gd name="T50" fmla="*/ 20 w 80"/>
                <a:gd name="T51" fmla="*/ 39 h 42"/>
                <a:gd name="T52" fmla="*/ 17 w 80"/>
                <a:gd name="T53" fmla="*/ 41 h 42"/>
                <a:gd name="T54" fmla="*/ 8 w 80"/>
                <a:gd name="T55" fmla="*/ 42 h 42"/>
                <a:gd name="T56" fmla="*/ 5 w 80"/>
                <a:gd name="T57" fmla="*/ 47 h 42"/>
                <a:gd name="T58" fmla="*/ 4 w 80"/>
                <a:gd name="T59" fmla="*/ 46 h 42"/>
                <a:gd name="T60" fmla="*/ 1 w 80"/>
                <a:gd name="T61" fmla="*/ 45 h 42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80" h="42">
                  <a:moveTo>
                    <a:pt x="0" y="36"/>
                  </a:moveTo>
                  <a:cubicBezTo>
                    <a:pt x="0" y="36"/>
                    <a:pt x="1" y="36"/>
                    <a:pt x="1" y="36"/>
                  </a:cubicBezTo>
                  <a:cubicBezTo>
                    <a:pt x="1" y="32"/>
                    <a:pt x="3" y="28"/>
                    <a:pt x="6" y="27"/>
                  </a:cubicBezTo>
                  <a:cubicBezTo>
                    <a:pt x="5" y="24"/>
                    <a:pt x="12" y="19"/>
                    <a:pt x="14" y="19"/>
                  </a:cubicBezTo>
                  <a:cubicBezTo>
                    <a:pt x="14" y="17"/>
                    <a:pt x="17" y="15"/>
                    <a:pt x="20" y="16"/>
                  </a:cubicBezTo>
                  <a:cubicBezTo>
                    <a:pt x="20" y="13"/>
                    <a:pt x="21" y="10"/>
                    <a:pt x="24" y="12"/>
                  </a:cubicBezTo>
                  <a:cubicBezTo>
                    <a:pt x="24" y="8"/>
                    <a:pt x="28" y="4"/>
                    <a:pt x="31" y="7"/>
                  </a:cubicBezTo>
                  <a:cubicBezTo>
                    <a:pt x="31" y="3"/>
                    <a:pt x="37" y="2"/>
                    <a:pt x="38" y="6"/>
                  </a:cubicBezTo>
                  <a:cubicBezTo>
                    <a:pt x="38" y="5"/>
                    <a:pt x="40" y="1"/>
                    <a:pt x="42" y="1"/>
                  </a:cubicBezTo>
                  <a:cubicBezTo>
                    <a:pt x="45" y="0"/>
                    <a:pt x="45" y="4"/>
                    <a:pt x="47" y="4"/>
                  </a:cubicBezTo>
                  <a:cubicBezTo>
                    <a:pt x="50" y="4"/>
                    <a:pt x="51" y="1"/>
                    <a:pt x="54" y="1"/>
                  </a:cubicBezTo>
                  <a:cubicBezTo>
                    <a:pt x="57" y="1"/>
                    <a:pt x="56" y="4"/>
                    <a:pt x="59" y="4"/>
                  </a:cubicBezTo>
                  <a:cubicBezTo>
                    <a:pt x="60" y="4"/>
                    <a:pt x="62" y="2"/>
                    <a:pt x="63" y="3"/>
                  </a:cubicBezTo>
                  <a:cubicBezTo>
                    <a:pt x="64" y="3"/>
                    <a:pt x="65" y="1"/>
                    <a:pt x="66" y="2"/>
                  </a:cubicBezTo>
                  <a:cubicBezTo>
                    <a:pt x="67" y="2"/>
                    <a:pt x="66" y="3"/>
                    <a:pt x="67" y="3"/>
                  </a:cubicBezTo>
                  <a:cubicBezTo>
                    <a:pt x="69" y="4"/>
                    <a:pt x="74" y="5"/>
                    <a:pt x="74" y="8"/>
                  </a:cubicBezTo>
                  <a:cubicBezTo>
                    <a:pt x="77" y="8"/>
                    <a:pt x="79" y="12"/>
                    <a:pt x="76" y="14"/>
                  </a:cubicBezTo>
                  <a:cubicBezTo>
                    <a:pt x="80" y="15"/>
                    <a:pt x="79" y="21"/>
                    <a:pt x="76" y="21"/>
                  </a:cubicBezTo>
                  <a:cubicBezTo>
                    <a:pt x="77" y="26"/>
                    <a:pt x="70" y="23"/>
                    <a:pt x="67" y="23"/>
                  </a:cubicBezTo>
                  <a:cubicBezTo>
                    <a:pt x="63" y="23"/>
                    <a:pt x="60" y="26"/>
                    <a:pt x="56" y="24"/>
                  </a:cubicBezTo>
                  <a:cubicBezTo>
                    <a:pt x="54" y="27"/>
                    <a:pt x="47" y="28"/>
                    <a:pt x="44" y="25"/>
                  </a:cubicBezTo>
                  <a:cubicBezTo>
                    <a:pt x="43" y="27"/>
                    <a:pt x="41" y="28"/>
                    <a:pt x="38" y="27"/>
                  </a:cubicBezTo>
                  <a:cubicBezTo>
                    <a:pt x="37" y="29"/>
                    <a:pt x="34" y="30"/>
                    <a:pt x="32" y="28"/>
                  </a:cubicBezTo>
                  <a:cubicBezTo>
                    <a:pt x="30" y="31"/>
                    <a:pt x="28" y="31"/>
                    <a:pt x="25" y="30"/>
                  </a:cubicBezTo>
                  <a:cubicBezTo>
                    <a:pt x="24" y="31"/>
                    <a:pt x="22" y="32"/>
                    <a:pt x="20" y="31"/>
                  </a:cubicBezTo>
                  <a:cubicBezTo>
                    <a:pt x="19" y="32"/>
                    <a:pt x="18" y="32"/>
                    <a:pt x="17" y="33"/>
                  </a:cubicBezTo>
                  <a:cubicBezTo>
                    <a:pt x="16" y="33"/>
                    <a:pt x="15" y="35"/>
                    <a:pt x="14" y="35"/>
                  </a:cubicBezTo>
                  <a:cubicBezTo>
                    <a:pt x="12" y="36"/>
                    <a:pt x="10" y="38"/>
                    <a:pt x="8" y="36"/>
                  </a:cubicBezTo>
                  <a:cubicBezTo>
                    <a:pt x="8" y="39"/>
                    <a:pt x="7" y="40"/>
                    <a:pt x="5" y="41"/>
                  </a:cubicBezTo>
                  <a:cubicBezTo>
                    <a:pt x="5" y="41"/>
                    <a:pt x="5" y="40"/>
                    <a:pt x="4" y="40"/>
                  </a:cubicBezTo>
                  <a:cubicBezTo>
                    <a:pt x="3" y="42"/>
                    <a:pt x="2" y="41"/>
                    <a:pt x="1" y="39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0367" name="Freeform 810">
              <a:extLst>
                <a:ext uri="{FF2B5EF4-FFF2-40B4-BE49-F238E27FC236}">
                  <a16:creationId xmlns:a16="http://schemas.microsoft.com/office/drawing/2014/main" id="{83F27D20-E424-4777-95F0-9BC0A31E6F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1" y="847"/>
              <a:ext cx="85" cy="44"/>
            </a:xfrm>
            <a:custGeom>
              <a:avLst/>
              <a:gdLst>
                <a:gd name="T0" fmla="*/ 93 w 81"/>
                <a:gd name="T1" fmla="*/ 42 h 42"/>
                <a:gd name="T2" fmla="*/ 91 w 81"/>
                <a:gd name="T3" fmla="*/ 42 h 42"/>
                <a:gd name="T4" fmla="*/ 86 w 81"/>
                <a:gd name="T5" fmla="*/ 30 h 42"/>
                <a:gd name="T6" fmla="*/ 76 w 81"/>
                <a:gd name="T7" fmla="*/ 22 h 42"/>
                <a:gd name="T8" fmla="*/ 69 w 81"/>
                <a:gd name="T9" fmla="*/ 19 h 42"/>
                <a:gd name="T10" fmla="*/ 65 w 81"/>
                <a:gd name="T11" fmla="*/ 15 h 42"/>
                <a:gd name="T12" fmla="*/ 57 w 81"/>
                <a:gd name="T13" fmla="*/ 7 h 42"/>
                <a:gd name="T14" fmla="*/ 48 w 81"/>
                <a:gd name="T15" fmla="*/ 6 h 42"/>
                <a:gd name="T16" fmla="*/ 44 w 81"/>
                <a:gd name="T17" fmla="*/ 1 h 42"/>
                <a:gd name="T18" fmla="*/ 40 w 81"/>
                <a:gd name="T19" fmla="*/ 4 h 42"/>
                <a:gd name="T20" fmla="*/ 29 w 81"/>
                <a:gd name="T21" fmla="*/ 1 h 42"/>
                <a:gd name="T22" fmla="*/ 25 w 81"/>
                <a:gd name="T23" fmla="*/ 4 h 42"/>
                <a:gd name="T24" fmla="*/ 20 w 81"/>
                <a:gd name="T25" fmla="*/ 3 h 42"/>
                <a:gd name="T26" fmla="*/ 17 w 81"/>
                <a:gd name="T27" fmla="*/ 2 h 42"/>
                <a:gd name="T28" fmla="*/ 16 w 81"/>
                <a:gd name="T29" fmla="*/ 3 h 42"/>
                <a:gd name="T30" fmla="*/ 6 w 81"/>
                <a:gd name="T31" fmla="*/ 8 h 42"/>
                <a:gd name="T32" fmla="*/ 4 w 81"/>
                <a:gd name="T33" fmla="*/ 17 h 42"/>
                <a:gd name="T34" fmla="*/ 4 w 81"/>
                <a:gd name="T35" fmla="*/ 24 h 42"/>
                <a:gd name="T36" fmla="*/ 16 w 81"/>
                <a:gd name="T37" fmla="*/ 26 h 42"/>
                <a:gd name="T38" fmla="*/ 27 w 81"/>
                <a:gd name="T39" fmla="*/ 27 h 42"/>
                <a:gd name="T40" fmla="*/ 42 w 81"/>
                <a:gd name="T41" fmla="*/ 28 h 42"/>
                <a:gd name="T42" fmla="*/ 48 w 81"/>
                <a:gd name="T43" fmla="*/ 30 h 42"/>
                <a:gd name="T44" fmla="*/ 55 w 81"/>
                <a:gd name="T45" fmla="*/ 31 h 42"/>
                <a:gd name="T46" fmla="*/ 64 w 81"/>
                <a:gd name="T47" fmla="*/ 34 h 42"/>
                <a:gd name="T48" fmla="*/ 69 w 81"/>
                <a:gd name="T49" fmla="*/ 36 h 42"/>
                <a:gd name="T50" fmla="*/ 72 w 81"/>
                <a:gd name="T51" fmla="*/ 39 h 42"/>
                <a:gd name="T52" fmla="*/ 76 w 81"/>
                <a:gd name="T53" fmla="*/ 41 h 42"/>
                <a:gd name="T54" fmla="*/ 84 w 81"/>
                <a:gd name="T55" fmla="*/ 42 h 42"/>
                <a:gd name="T56" fmla="*/ 87 w 81"/>
                <a:gd name="T57" fmla="*/ 47 h 42"/>
                <a:gd name="T58" fmla="*/ 88 w 81"/>
                <a:gd name="T59" fmla="*/ 46 h 42"/>
                <a:gd name="T60" fmla="*/ 91 w 81"/>
                <a:gd name="T61" fmla="*/ 45 h 42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81" h="42">
                  <a:moveTo>
                    <a:pt x="81" y="36"/>
                  </a:moveTo>
                  <a:cubicBezTo>
                    <a:pt x="80" y="36"/>
                    <a:pt x="80" y="36"/>
                    <a:pt x="79" y="36"/>
                  </a:cubicBezTo>
                  <a:cubicBezTo>
                    <a:pt x="79" y="32"/>
                    <a:pt x="77" y="28"/>
                    <a:pt x="74" y="27"/>
                  </a:cubicBezTo>
                  <a:cubicBezTo>
                    <a:pt x="75" y="24"/>
                    <a:pt x="68" y="19"/>
                    <a:pt x="66" y="19"/>
                  </a:cubicBezTo>
                  <a:cubicBezTo>
                    <a:pt x="66" y="17"/>
                    <a:pt x="63" y="15"/>
                    <a:pt x="60" y="16"/>
                  </a:cubicBezTo>
                  <a:cubicBezTo>
                    <a:pt x="60" y="13"/>
                    <a:pt x="59" y="10"/>
                    <a:pt x="56" y="12"/>
                  </a:cubicBezTo>
                  <a:cubicBezTo>
                    <a:pt x="56" y="8"/>
                    <a:pt x="52" y="4"/>
                    <a:pt x="49" y="7"/>
                  </a:cubicBezTo>
                  <a:cubicBezTo>
                    <a:pt x="49" y="3"/>
                    <a:pt x="43" y="2"/>
                    <a:pt x="42" y="6"/>
                  </a:cubicBezTo>
                  <a:cubicBezTo>
                    <a:pt x="42" y="5"/>
                    <a:pt x="40" y="1"/>
                    <a:pt x="38" y="1"/>
                  </a:cubicBezTo>
                  <a:cubicBezTo>
                    <a:pt x="35" y="0"/>
                    <a:pt x="35" y="4"/>
                    <a:pt x="34" y="4"/>
                  </a:cubicBezTo>
                  <a:cubicBezTo>
                    <a:pt x="30" y="4"/>
                    <a:pt x="29" y="1"/>
                    <a:pt x="26" y="1"/>
                  </a:cubicBezTo>
                  <a:cubicBezTo>
                    <a:pt x="23" y="1"/>
                    <a:pt x="24" y="4"/>
                    <a:pt x="22" y="4"/>
                  </a:cubicBezTo>
                  <a:cubicBezTo>
                    <a:pt x="20" y="4"/>
                    <a:pt x="19" y="2"/>
                    <a:pt x="17" y="3"/>
                  </a:cubicBezTo>
                  <a:cubicBezTo>
                    <a:pt x="16" y="3"/>
                    <a:pt x="15" y="1"/>
                    <a:pt x="14" y="2"/>
                  </a:cubicBezTo>
                  <a:cubicBezTo>
                    <a:pt x="13" y="2"/>
                    <a:pt x="14" y="3"/>
                    <a:pt x="13" y="3"/>
                  </a:cubicBezTo>
                  <a:cubicBezTo>
                    <a:pt x="11" y="4"/>
                    <a:pt x="6" y="5"/>
                    <a:pt x="6" y="8"/>
                  </a:cubicBezTo>
                  <a:cubicBezTo>
                    <a:pt x="3" y="8"/>
                    <a:pt x="1" y="12"/>
                    <a:pt x="4" y="14"/>
                  </a:cubicBezTo>
                  <a:cubicBezTo>
                    <a:pt x="0" y="15"/>
                    <a:pt x="1" y="21"/>
                    <a:pt x="4" y="21"/>
                  </a:cubicBezTo>
                  <a:cubicBezTo>
                    <a:pt x="3" y="26"/>
                    <a:pt x="10" y="23"/>
                    <a:pt x="13" y="23"/>
                  </a:cubicBezTo>
                  <a:cubicBezTo>
                    <a:pt x="17" y="23"/>
                    <a:pt x="21" y="26"/>
                    <a:pt x="24" y="24"/>
                  </a:cubicBezTo>
                  <a:cubicBezTo>
                    <a:pt x="26" y="27"/>
                    <a:pt x="33" y="28"/>
                    <a:pt x="36" y="25"/>
                  </a:cubicBezTo>
                  <a:cubicBezTo>
                    <a:pt x="37" y="27"/>
                    <a:pt x="40" y="28"/>
                    <a:pt x="42" y="27"/>
                  </a:cubicBezTo>
                  <a:cubicBezTo>
                    <a:pt x="43" y="29"/>
                    <a:pt x="46" y="30"/>
                    <a:pt x="48" y="28"/>
                  </a:cubicBezTo>
                  <a:cubicBezTo>
                    <a:pt x="50" y="31"/>
                    <a:pt x="52" y="31"/>
                    <a:pt x="55" y="30"/>
                  </a:cubicBezTo>
                  <a:cubicBezTo>
                    <a:pt x="56" y="31"/>
                    <a:pt x="58" y="32"/>
                    <a:pt x="60" y="31"/>
                  </a:cubicBezTo>
                  <a:cubicBezTo>
                    <a:pt x="61" y="32"/>
                    <a:pt x="62" y="32"/>
                    <a:pt x="63" y="33"/>
                  </a:cubicBezTo>
                  <a:cubicBezTo>
                    <a:pt x="64" y="33"/>
                    <a:pt x="65" y="35"/>
                    <a:pt x="66" y="35"/>
                  </a:cubicBezTo>
                  <a:cubicBezTo>
                    <a:pt x="68" y="36"/>
                    <a:pt x="70" y="38"/>
                    <a:pt x="72" y="36"/>
                  </a:cubicBezTo>
                  <a:cubicBezTo>
                    <a:pt x="72" y="39"/>
                    <a:pt x="73" y="40"/>
                    <a:pt x="75" y="41"/>
                  </a:cubicBezTo>
                  <a:cubicBezTo>
                    <a:pt x="75" y="41"/>
                    <a:pt x="75" y="40"/>
                    <a:pt x="76" y="40"/>
                  </a:cubicBezTo>
                  <a:cubicBezTo>
                    <a:pt x="77" y="42"/>
                    <a:pt x="78" y="41"/>
                    <a:pt x="79" y="39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0368" name="Freeform 811">
              <a:extLst>
                <a:ext uri="{FF2B5EF4-FFF2-40B4-BE49-F238E27FC236}">
                  <a16:creationId xmlns:a16="http://schemas.microsoft.com/office/drawing/2014/main" id="{6609F16E-5EDD-428C-8E34-5E9465B77F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5" y="869"/>
              <a:ext cx="16" cy="57"/>
            </a:xfrm>
            <a:custGeom>
              <a:avLst/>
              <a:gdLst>
                <a:gd name="T0" fmla="*/ 15 w 15"/>
                <a:gd name="T1" fmla="*/ 0 h 54"/>
                <a:gd name="T2" fmla="*/ 18 w 15"/>
                <a:gd name="T3" fmla="*/ 63 h 54"/>
                <a:gd name="T4" fmla="*/ 15 w 15"/>
                <a:gd name="T5" fmla="*/ 0 h 5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54">
                  <a:moveTo>
                    <a:pt x="12" y="0"/>
                  </a:moveTo>
                  <a:cubicBezTo>
                    <a:pt x="12" y="0"/>
                    <a:pt x="3" y="32"/>
                    <a:pt x="15" y="54"/>
                  </a:cubicBezTo>
                  <a:cubicBezTo>
                    <a:pt x="15" y="54"/>
                    <a:pt x="0" y="31"/>
                    <a:pt x="12" y="0"/>
                  </a:cubicBezTo>
                  <a:close/>
                </a:path>
              </a:pathLst>
            </a:custGeom>
            <a:solidFill>
              <a:srgbClr val="5A22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0369" name="Freeform 812">
              <a:extLst>
                <a:ext uri="{FF2B5EF4-FFF2-40B4-BE49-F238E27FC236}">
                  <a16:creationId xmlns:a16="http://schemas.microsoft.com/office/drawing/2014/main" id="{9AF4D723-7A8F-4539-9375-ED121AFD209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6" y="932"/>
              <a:ext cx="7" cy="27"/>
            </a:xfrm>
            <a:custGeom>
              <a:avLst/>
              <a:gdLst>
                <a:gd name="T0" fmla="*/ 1 w 7"/>
                <a:gd name="T1" fmla="*/ 30 h 25"/>
                <a:gd name="T2" fmla="*/ 2 w 7"/>
                <a:gd name="T3" fmla="*/ 0 h 25"/>
                <a:gd name="T4" fmla="*/ 6 w 7"/>
                <a:gd name="T5" fmla="*/ 14 h 25"/>
                <a:gd name="T6" fmla="*/ 0 w 7"/>
                <a:gd name="T7" fmla="*/ 31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25">
                  <a:moveTo>
                    <a:pt x="1" y="24"/>
                  </a:moveTo>
                  <a:cubicBezTo>
                    <a:pt x="6" y="19"/>
                    <a:pt x="5" y="7"/>
                    <a:pt x="2" y="0"/>
                  </a:cubicBezTo>
                  <a:cubicBezTo>
                    <a:pt x="4" y="4"/>
                    <a:pt x="5" y="7"/>
                    <a:pt x="6" y="11"/>
                  </a:cubicBezTo>
                  <a:cubicBezTo>
                    <a:pt x="7" y="16"/>
                    <a:pt x="3" y="21"/>
                    <a:pt x="0" y="25"/>
                  </a:cubicBezTo>
                </a:path>
              </a:pathLst>
            </a:custGeom>
            <a:solidFill>
              <a:srgbClr val="5A22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0370" name="Freeform 813">
              <a:extLst>
                <a:ext uri="{FF2B5EF4-FFF2-40B4-BE49-F238E27FC236}">
                  <a16:creationId xmlns:a16="http://schemas.microsoft.com/office/drawing/2014/main" id="{BDA984A5-C014-4D56-8E84-CF4A794353A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0" y="958"/>
              <a:ext cx="32" cy="13"/>
            </a:xfrm>
            <a:custGeom>
              <a:avLst/>
              <a:gdLst>
                <a:gd name="T0" fmla="*/ 3 w 30"/>
                <a:gd name="T1" fmla="*/ 8 h 13"/>
                <a:gd name="T2" fmla="*/ 3 w 30"/>
                <a:gd name="T3" fmla="*/ 2 h 13"/>
                <a:gd name="T4" fmla="*/ 16 w 30"/>
                <a:gd name="T5" fmla="*/ 6 h 13"/>
                <a:gd name="T6" fmla="*/ 36 w 30"/>
                <a:gd name="T7" fmla="*/ 13 h 13"/>
                <a:gd name="T8" fmla="*/ 18 w 30"/>
                <a:gd name="T9" fmla="*/ 10 h 13"/>
                <a:gd name="T10" fmla="*/ 4 w 30"/>
                <a:gd name="T11" fmla="*/ 9 h 1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0" h="13">
                  <a:moveTo>
                    <a:pt x="3" y="8"/>
                  </a:moveTo>
                  <a:cubicBezTo>
                    <a:pt x="0" y="8"/>
                    <a:pt x="1" y="3"/>
                    <a:pt x="3" y="2"/>
                  </a:cubicBezTo>
                  <a:cubicBezTo>
                    <a:pt x="7" y="0"/>
                    <a:pt x="10" y="4"/>
                    <a:pt x="13" y="6"/>
                  </a:cubicBezTo>
                  <a:cubicBezTo>
                    <a:pt x="18" y="9"/>
                    <a:pt x="26" y="9"/>
                    <a:pt x="30" y="13"/>
                  </a:cubicBezTo>
                  <a:cubicBezTo>
                    <a:pt x="25" y="13"/>
                    <a:pt x="20" y="11"/>
                    <a:pt x="15" y="10"/>
                  </a:cubicBezTo>
                  <a:cubicBezTo>
                    <a:pt x="11" y="9"/>
                    <a:pt x="7" y="9"/>
                    <a:pt x="4" y="9"/>
                  </a:cubicBezTo>
                </a:path>
              </a:pathLst>
            </a:custGeom>
            <a:solidFill>
              <a:srgbClr val="5A22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0371" name="Freeform 814">
              <a:extLst>
                <a:ext uri="{FF2B5EF4-FFF2-40B4-BE49-F238E27FC236}">
                  <a16:creationId xmlns:a16="http://schemas.microsoft.com/office/drawing/2014/main" id="{ADDBFBBD-FE37-41EA-BFB8-433C3A67F5C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4" y="958"/>
              <a:ext cx="32" cy="13"/>
            </a:xfrm>
            <a:custGeom>
              <a:avLst/>
              <a:gdLst>
                <a:gd name="T0" fmla="*/ 33 w 30"/>
                <a:gd name="T1" fmla="*/ 8 h 13"/>
                <a:gd name="T2" fmla="*/ 33 w 30"/>
                <a:gd name="T3" fmla="*/ 2 h 13"/>
                <a:gd name="T4" fmla="*/ 20 w 30"/>
                <a:gd name="T5" fmla="*/ 6 h 13"/>
                <a:gd name="T6" fmla="*/ 0 w 30"/>
                <a:gd name="T7" fmla="*/ 13 h 13"/>
                <a:gd name="T8" fmla="*/ 19 w 30"/>
                <a:gd name="T9" fmla="*/ 10 h 13"/>
                <a:gd name="T10" fmla="*/ 33 w 30"/>
                <a:gd name="T11" fmla="*/ 9 h 1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0" h="13">
                  <a:moveTo>
                    <a:pt x="27" y="8"/>
                  </a:moveTo>
                  <a:cubicBezTo>
                    <a:pt x="30" y="8"/>
                    <a:pt x="29" y="3"/>
                    <a:pt x="27" y="2"/>
                  </a:cubicBezTo>
                  <a:cubicBezTo>
                    <a:pt x="23" y="0"/>
                    <a:pt x="20" y="4"/>
                    <a:pt x="17" y="6"/>
                  </a:cubicBezTo>
                  <a:cubicBezTo>
                    <a:pt x="12" y="9"/>
                    <a:pt x="4" y="9"/>
                    <a:pt x="0" y="13"/>
                  </a:cubicBezTo>
                  <a:cubicBezTo>
                    <a:pt x="5" y="13"/>
                    <a:pt x="11" y="11"/>
                    <a:pt x="16" y="10"/>
                  </a:cubicBezTo>
                  <a:cubicBezTo>
                    <a:pt x="19" y="9"/>
                    <a:pt x="23" y="9"/>
                    <a:pt x="27" y="9"/>
                  </a:cubicBezTo>
                </a:path>
              </a:pathLst>
            </a:custGeom>
            <a:solidFill>
              <a:srgbClr val="5A22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0372" name="Freeform 815">
              <a:extLst>
                <a:ext uri="{FF2B5EF4-FFF2-40B4-BE49-F238E27FC236}">
                  <a16:creationId xmlns:a16="http://schemas.microsoft.com/office/drawing/2014/main" id="{ECCC255B-FA22-4D9E-AE05-520EE3F8E75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3" y="898"/>
              <a:ext cx="5" cy="14"/>
            </a:xfrm>
            <a:custGeom>
              <a:avLst/>
              <a:gdLst>
                <a:gd name="T0" fmla="*/ 5 w 5"/>
                <a:gd name="T1" fmla="*/ 0 h 13"/>
                <a:gd name="T2" fmla="*/ 2 w 5"/>
                <a:gd name="T3" fmla="*/ 5 h 13"/>
                <a:gd name="T4" fmla="*/ 4 w 5"/>
                <a:gd name="T5" fmla="*/ 16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13">
                  <a:moveTo>
                    <a:pt x="5" y="0"/>
                  </a:moveTo>
                  <a:cubicBezTo>
                    <a:pt x="5" y="2"/>
                    <a:pt x="3" y="3"/>
                    <a:pt x="2" y="5"/>
                  </a:cubicBezTo>
                  <a:cubicBezTo>
                    <a:pt x="0" y="8"/>
                    <a:pt x="1" y="11"/>
                    <a:pt x="4" y="13"/>
                  </a:cubicBezTo>
                </a:path>
              </a:pathLst>
            </a:custGeom>
            <a:noFill/>
            <a:ln w="3175" cap="flat">
              <a:solidFill>
                <a:srgbClr val="5A221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0373" name="Freeform 816">
              <a:extLst>
                <a:ext uri="{FF2B5EF4-FFF2-40B4-BE49-F238E27FC236}">
                  <a16:creationId xmlns:a16="http://schemas.microsoft.com/office/drawing/2014/main" id="{65204CFF-C8FF-4272-9289-3331C5AF51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5" y="898"/>
              <a:ext cx="6" cy="14"/>
            </a:xfrm>
            <a:custGeom>
              <a:avLst/>
              <a:gdLst>
                <a:gd name="T0" fmla="*/ 1 w 6"/>
                <a:gd name="T1" fmla="*/ 0 h 13"/>
                <a:gd name="T2" fmla="*/ 6 w 6"/>
                <a:gd name="T3" fmla="*/ 6 h 13"/>
                <a:gd name="T4" fmla="*/ 0 w 6"/>
                <a:gd name="T5" fmla="*/ 16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13">
                  <a:moveTo>
                    <a:pt x="1" y="0"/>
                  </a:moveTo>
                  <a:cubicBezTo>
                    <a:pt x="3" y="1"/>
                    <a:pt x="6" y="3"/>
                    <a:pt x="6" y="6"/>
                  </a:cubicBezTo>
                  <a:cubicBezTo>
                    <a:pt x="6" y="9"/>
                    <a:pt x="3" y="11"/>
                    <a:pt x="0" y="13"/>
                  </a:cubicBezTo>
                </a:path>
              </a:pathLst>
            </a:custGeom>
            <a:noFill/>
            <a:ln w="3175" cap="flat">
              <a:solidFill>
                <a:srgbClr val="5A221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</p:grpSp>
    </p:spTree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866" name="Rectangle 2">
            <a:extLst>
              <a:ext uri="{FF2B5EF4-FFF2-40B4-BE49-F238E27FC236}">
                <a16:creationId xmlns:a16="http://schemas.microsoft.com/office/drawing/2014/main" id="{0A46AE0E-A20E-44BA-BB44-A9A146727E0A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Obesity (6)</a:t>
            </a:r>
          </a:p>
        </p:txBody>
      </p:sp>
      <p:grpSp>
        <p:nvGrpSpPr>
          <p:cNvPr id="51202" name="Obese-Female-Full-Body-Illustration">
            <a:extLst>
              <a:ext uri="{FF2B5EF4-FFF2-40B4-BE49-F238E27FC236}">
                <a16:creationId xmlns:a16="http://schemas.microsoft.com/office/drawing/2014/main" id="{4E7E69B8-3F44-45F8-93F4-C6FA0C3F3A69}"/>
              </a:ext>
            </a:extLst>
          </p:cNvPr>
          <p:cNvGrpSpPr>
            <a:grpSpLocks/>
          </p:cNvGrpSpPr>
          <p:nvPr/>
        </p:nvGrpSpPr>
        <p:grpSpPr bwMode="auto">
          <a:xfrm>
            <a:off x="6613525" y="1270000"/>
            <a:ext cx="2857500" cy="5164138"/>
            <a:chOff x="3206" y="767"/>
            <a:chExt cx="1800" cy="3253"/>
          </a:xfrm>
        </p:grpSpPr>
        <p:grpSp>
          <p:nvGrpSpPr>
            <p:cNvPr id="51743" name="Group 4">
              <a:extLst>
                <a:ext uri="{FF2B5EF4-FFF2-40B4-BE49-F238E27FC236}">
                  <a16:creationId xmlns:a16="http://schemas.microsoft.com/office/drawing/2014/main" id="{516F18DA-DAA4-45FE-9E78-7F4358914CC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206" y="767"/>
              <a:ext cx="1800" cy="3253"/>
              <a:chOff x="3206" y="767"/>
              <a:chExt cx="1800" cy="3253"/>
            </a:xfrm>
          </p:grpSpPr>
          <p:sp>
            <p:nvSpPr>
              <p:cNvPr id="51961" name="Freeform 5">
                <a:extLst>
                  <a:ext uri="{FF2B5EF4-FFF2-40B4-BE49-F238E27FC236}">
                    <a16:creationId xmlns:a16="http://schemas.microsoft.com/office/drawing/2014/main" id="{3BEF3E39-C8D0-453B-8C92-864E3940E8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0" y="767"/>
                <a:ext cx="492" cy="416"/>
              </a:xfrm>
              <a:custGeom>
                <a:avLst/>
                <a:gdLst>
                  <a:gd name="T0" fmla="*/ 242 w 466"/>
                  <a:gd name="T1" fmla="*/ 1 h 394"/>
                  <a:gd name="T2" fmla="*/ 238 w 466"/>
                  <a:gd name="T3" fmla="*/ 4 h 394"/>
                  <a:gd name="T4" fmla="*/ 227 w 466"/>
                  <a:gd name="T5" fmla="*/ 15 h 394"/>
                  <a:gd name="T6" fmla="*/ 174 w 466"/>
                  <a:gd name="T7" fmla="*/ 16 h 394"/>
                  <a:gd name="T8" fmla="*/ 157 w 466"/>
                  <a:gd name="T9" fmla="*/ 25 h 394"/>
                  <a:gd name="T10" fmla="*/ 138 w 466"/>
                  <a:gd name="T11" fmla="*/ 54 h 394"/>
                  <a:gd name="T12" fmla="*/ 115 w 466"/>
                  <a:gd name="T13" fmla="*/ 60 h 394"/>
                  <a:gd name="T14" fmla="*/ 100 w 466"/>
                  <a:gd name="T15" fmla="*/ 67 h 394"/>
                  <a:gd name="T16" fmla="*/ 75 w 466"/>
                  <a:gd name="T17" fmla="*/ 93 h 394"/>
                  <a:gd name="T18" fmla="*/ 42 w 466"/>
                  <a:gd name="T19" fmla="*/ 126 h 394"/>
                  <a:gd name="T20" fmla="*/ 18 w 466"/>
                  <a:gd name="T21" fmla="*/ 184 h 394"/>
                  <a:gd name="T22" fmla="*/ 18 w 466"/>
                  <a:gd name="T23" fmla="*/ 211 h 394"/>
                  <a:gd name="T24" fmla="*/ 21 w 466"/>
                  <a:gd name="T25" fmla="*/ 224 h 394"/>
                  <a:gd name="T26" fmla="*/ 19 w 466"/>
                  <a:gd name="T27" fmla="*/ 258 h 394"/>
                  <a:gd name="T28" fmla="*/ 21 w 466"/>
                  <a:gd name="T29" fmla="*/ 300 h 394"/>
                  <a:gd name="T30" fmla="*/ 21 w 466"/>
                  <a:gd name="T31" fmla="*/ 319 h 394"/>
                  <a:gd name="T32" fmla="*/ 34 w 466"/>
                  <a:gd name="T33" fmla="*/ 343 h 394"/>
                  <a:gd name="T34" fmla="*/ 42 w 466"/>
                  <a:gd name="T35" fmla="*/ 371 h 394"/>
                  <a:gd name="T36" fmla="*/ 62 w 466"/>
                  <a:gd name="T37" fmla="*/ 406 h 394"/>
                  <a:gd name="T38" fmla="*/ 97 w 466"/>
                  <a:gd name="T39" fmla="*/ 434 h 394"/>
                  <a:gd name="T40" fmla="*/ 148 w 466"/>
                  <a:gd name="T41" fmla="*/ 435 h 394"/>
                  <a:gd name="T42" fmla="*/ 235 w 466"/>
                  <a:gd name="T43" fmla="*/ 451 h 394"/>
                  <a:gd name="T44" fmla="*/ 338 w 466"/>
                  <a:gd name="T45" fmla="*/ 453 h 394"/>
                  <a:gd name="T46" fmla="*/ 404 w 466"/>
                  <a:gd name="T47" fmla="*/ 460 h 394"/>
                  <a:gd name="T48" fmla="*/ 488 w 466"/>
                  <a:gd name="T49" fmla="*/ 411 h 394"/>
                  <a:gd name="T50" fmla="*/ 523 w 466"/>
                  <a:gd name="T51" fmla="*/ 360 h 394"/>
                  <a:gd name="T52" fmla="*/ 524 w 466"/>
                  <a:gd name="T53" fmla="*/ 319 h 394"/>
                  <a:gd name="T54" fmla="*/ 536 w 466"/>
                  <a:gd name="T55" fmla="*/ 260 h 394"/>
                  <a:gd name="T56" fmla="*/ 522 w 466"/>
                  <a:gd name="T57" fmla="*/ 196 h 394"/>
                  <a:gd name="T58" fmla="*/ 499 w 466"/>
                  <a:gd name="T59" fmla="*/ 124 h 394"/>
                  <a:gd name="T60" fmla="*/ 476 w 466"/>
                  <a:gd name="T61" fmla="*/ 92 h 394"/>
                  <a:gd name="T62" fmla="*/ 447 w 466"/>
                  <a:gd name="T63" fmla="*/ 64 h 394"/>
                  <a:gd name="T64" fmla="*/ 431 w 466"/>
                  <a:gd name="T65" fmla="*/ 52 h 394"/>
                  <a:gd name="T66" fmla="*/ 386 w 466"/>
                  <a:gd name="T67" fmla="*/ 24 h 394"/>
                  <a:gd name="T68" fmla="*/ 348 w 466"/>
                  <a:gd name="T69" fmla="*/ 19 h 394"/>
                  <a:gd name="T70" fmla="*/ 337 w 466"/>
                  <a:gd name="T71" fmla="*/ 8 h 394"/>
                  <a:gd name="T72" fmla="*/ 294 w 466"/>
                  <a:gd name="T73" fmla="*/ 13 h 394"/>
                  <a:gd name="T74" fmla="*/ 266 w 466"/>
                  <a:gd name="T75" fmla="*/ 5 h 394"/>
                  <a:gd name="T76" fmla="*/ 253 w 466"/>
                  <a:gd name="T77" fmla="*/ 15 h 394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0" t="0" r="r" b="b"/>
                <a:pathLst>
                  <a:path w="466" h="394">
                    <a:moveTo>
                      <a:pt x="215" y="16"/>
                    </a:moveTo>
                    <a:cubicBezTo>
                      <a:pt x="216" y="9"/>
                      <a:pt x="211" y="4"/>
                      <a:pt x="206" y="1"/>
                    </a:cubicBezTo>
                    <a:cubicBezTo>
                      <a:pt x="206" y="3"/>
                      <a:pt x="205" y="4"/>
                      <a:pt x="205" y="6"/>
                    </a:cubicBezTo>
                    <a:cubicBezTo>
                      <a:pt x="204" y="5"/>
                      <a:pt x="203" y="4"/>
                      <a:pt x="202" y="4"/>
                    </a:cubicBezTo>
                    <a:cubicBezTo>
                      <a:pt x="201" y="5"/>
                      <a:pt x="200" y="7"/>
                      <a:pt x="200" y="9"/>
                    </a:cubicBezTo>
                    <a:cubicBezTo>
                      <a:pt x="195" y="7"/>
                      <a:pt x="196" y="8"/>
                      <a:pt x="193" y="12"/>
                    </a:cubicBezTo>
                    <a:cubicBezTo>
                      <a:pt x="191" y="13"/>
                      <a:pt x="191" y="11"/>
                      <a:pt x="188" y="14"/>
                    </a:cubicBezTo>
                    <a:cubicBezTo>
                      <a:pt x="181" y="8"/>
                      <a:pt x="151" y="0"/>
                      <a:pt x="148" y="13"/>
                    </a:cubicBezTo>
                    <a:cubicBezTo>
                      <a:pt x="141" y="10"/>
                      <a:pt x="128" y="12"/>
                      <a:pt x="134" y="22"/>
                    </a:cubicBezTo>
                    <a:cubicBezTo>
                      <a:pt x="135" y="22"/>
                      <a:pt x="135" y="22"/>
                      <a:pt x="134" y="22"/>
                    </a:cubicBezTo>
                    <a:cubicBezTo>
                      <a:pt x="127" y="18"/>
                      <a:pt x="123" y="29"/>
                      <a:pt x="127" y="34"/>
                    </a:cubicBezTo>
                    <a:cubicBezTo>
                      <a:pt x="119" y="32"/>
                      <a:pt x="114" y="38"/>
                      <a:pt x="117" y="45"/>
                    </a:cubicBezTo>
                    <a:cubicBezTo>
                      <a:pt x="111" y="41"/>
                      <a:pt x="112" y="47"/>
                      <a:pt x="108" y="48"/>
                    </a:cubicBezTo>
                    <a:cubicBezTo>
                      <a:pt x="105" y="49"/>
                      <a:pt x="101" y="49"/>
                      <a:pt x="98" y="51"/>
                    </a:cubicBezTo>
                    <a:cubicBezTo>
                      <a:pt x="96" y="52"/>
                      <a:pt x="94" y="55"/>
                      <a:pt x="92" y="56"/>
                    </a:cubicBezTo>
                    <a:cubicBezTo>
                      <a:pt x="90" y="57"/>
                      <a:pt x="87" y="56"/>
                      <a:pt x="85" y="57"/>
                    </a:cubicBezTo>
                    <a:cubicBezTo>
                      <a:pt x="80" y="59"/>
                      <a:pt x="70" y="63"/>
                      <a:pt x="75" y="70"/>
                    </a:cubicBezTo>
                    <a:cubicBezTo>
                      <a:pt x="68" y="66"/>
                      <a:pt x="61" y="71"/>
                      <a:pt x="63" y="79"/>
                    </a:cubicBezTo>
                    <a:cubicBezTo>
                      <a:pt x="55" y="76"/>
                      <a:pt x="37" y="83"/>
                      <a:pt x="45" y="92"/>
                    </a:cubicBezTo>
                    <a:cubicBezTo>
                      <a:pt x="36" y="91"/>
                      <a:pt x="26" y="103"/>
                      <a:pt x="36" y="107"/>
                    </a:cubicBezTo>
                    <a:cubicBezTo>
                      <a:pt x="26" y="108"/>
                      <a:pt x="21" y="122"/>
                      <a:pt x="25" y="131"/>
                    </a:cubicBezTo>
                    <a:cubicBezTo>
                      <a:pt x="16" y="136"/>
                      <a:pt x="12" y="147"/>
                      <a:pt x="15" y="156"/>
                    </a:cubicBezTo>
                    <a:cubicBezTo>
                      <a:pt x="16" y="160"/>
                      <a:pt x="19" y="160"/>
                      <a:pt x="20" y="165"/>
                    </a:cubicBezTo>
                    <a:cubicBezTo>
                      <a:pt x="20" y="169"/>
                      <a:pt x="14" y="173"/>
                      <a:pt x="15" y="179"/>
                    </a:cubicBezTo>
                    <a:cubicBezTo>
                      <a:pt x="16" y="180"/>
                      <a:pt x="19" y="184"/>
                      <a:pt x="19" y="184"/>
                    </a:cubicBezTo>
                    <a:cubicBezTo>
                      <a:pt x="20" y="187"/>
                      <a:pt x="19" y="187"/>
                      <a:pt x="18" y="190"/>
                    </a:cubicBezTo>
                    <a:cubicBezTo>
                      <a:pt x="17" y="196"/>
                      <a:pt x="9" y="205"/>
                      <a:pt x="21" y="205"/>
                    </a:cubicBezTo>
                    <a:cubicBezTo>
                      <a:pt x="16" y="207"/>
                      <a:pt x="10" y="215"/>
                      <a:pt x="16" y="219"/>
                    </a:cubicBezTo>
                    <a:cubicBezTo>
                      <a:pt x="6" y="221"/>
                      <a:pt x="0" y="238"/>
                      <a:pt x="14" y="238"/>
                    </a:cubicBezTo>
                    <a:cubicBezTo>
                      <a:pt x="9" y="244"/>
                      <a:pt x="7" y="257"/>
                      <a:pt x="18" y="255"/>
                    </a:cubicBezTo>
                    <a:cubicBezTo>
                      <a:pt x="13" y="258"/>
                      <a:pt x="11" y="264"/>
                      <a:pt x="11" y="270"/>
                    </a:cubicBezTo>
                    <a:cubicBezTo>
                      <a:pt x="13" y="270"/>
                      <a:pt x="16" y="271"/>
                      <a:pt x="18" y="271"/>
                    </a:cubicBezTo>
                    <a:cubicBezTo>
                      <a:pt x="18" y="275"/>
                      <a:pt x="14" y="284"/>
                      <a:pt x="17" y="288"/>
                    </a:cubicBezTo>
                    <a:cubicBezTo>
                      <a:pt x="19" y="291"/>
                      <a:pt x="27" y="287"/>
                      <a:pt x="28" y="292"/>
                    </a:cubicBezTo>
                    <a:cubicBezTo>
                      <a:pt x="29" y="297"/>
                      <a:pt x="20" y="303"/>
                      <a:pt x="22" y="309"/>
                    </a:cubicBezTo>
                    <a:cubicBezTo>
                      <a:pt x="24" y="314"/>
                      <a:pt x="31" y="315"/>
                      <a:pt x="36" y="314"/>
                    </a:cubicBezTo>
                    <a:cubicBezTo>
                      <a:pt x="26" y="319"/>
                      <a:pt x="30" y="332"/>
                      <a:pt x="41" y="328"/>
                    </a:cubicBezTo>
                    <a:cubicBezTo>
                      <a:pt x="37" y="338"/>
                      <a:pt x="43" y="348"/>
                      <a:pt x="53" y="346"/>
                    </a:cubicBezTo>
                    <a:cubicBezTo>
                      <a:pt x="54" y="353"/>
                      <a:pt x="53" y="375"/>
                      <a:pt x="66" y="365"/>
                    </a:cubicBezTo>
                    <a:cubicBezTo>
                      <a:pt x="68" y="373"/>
                      <a:pt x="77" y="371"/>
                      <a:pt x="82" y="368"/>
                    </a:cubicBezTo>
                    <a:cubicBezTo>
                      <a:pt x="86" y="384"/>
                      <a:pt x="97" y="372"/>
                      <a:pt x="107" y="371"/>
                    </a:cubicBezTo>
                    <a:cubicBezTo>
                      <a:pt x="113" y="371"/>
                      <a:pt x="120" y="369"/>
                      <a:pt x="126" y="369"/>
                    </a:cubicBezTo>
                    <a:cubicBezTo>
                      <a:pt x="142" y="369"/>
                      <a:pt x="149" y="384"/>
                      <a:pt x="164" y="385"/>
                    </a:cubicBezTo>
                    <a:cubicBezTo>
                      <a:pt x="176" y="386"/>
                      <a:pt x="188" y="382"/>
                      <a:pt x="200" y="383"/>
                    </a:cubicBezTo>
                    <a:cubicBezTo>
                      <a:pt x="210" y="384"/>
                      <a:pt x="217" y="387"/>
                      <a:pt x="226" y="390"/>
                    </a:cubicBezTo>
                    <a:cubicBezTo>
                      <a:pt x="247" y="394"/>
                      <a:pt x="267" y="381"/>
                      <a:pt x="287" y="385"/>
                    </a:cubicBezTo>
                    <a:cubicBezTo>
                      <a:pt x="296" y="387"/>
                      <a:pt x="301" y="389"/>
                      <a:pt x="311" y="389"/>
                    </a:cubicBezTo>
                    <a:cubicBezTo>
                      <a:pt x="321" y="390"/>
                      <a:pt x="335" y="388"/>
                      <a:pt x="344" y="391"/>
                    </a:cubicBezTo>
                    <a:cubicBezTo>
                      <a:pt x="352" y="384"/>
                      <a:pt x="407" y="381"/>
                      <a:pt x="403" y="363"/>
                    </a:cubicBezTo>
                    <a:cubicBezTo>
                      <a:pt x="410" y="365"/>
                      <a:pt x="414" y="355"/>
                      <a:pt x="415" y="349"/>
                    </a:cubicBezTo>
                    <a:cubicBezTo>
                      <a:pt x="423" y="354"/>
                      <a:pt x="426" y="340"/>
                      <a:pt x="425" y="334"/>
                    </a:cubicBezTo>
                    <a:cubicBezTo>
                      <a:pt x="437" y="335"/>
                      <a:pt x="440" y="314"/>
                      <a:pt x="444" y="306"/>
                    </a:cubicBezTo>
                    <a:cubicBezTo>
                      <a:pt x="449" y="296"/>
                      <a:pt x="449" y="297"/>
                      <a:pt x="447" y="287"/>
                    </a:cubicBezTo>
                    <a:cubicBezTo>
                      <a:pt x="447" y="284"/>
                      <a:pt x="448" y="274"/>
                      <a:pt x="445" y="271"/>
                    </a:cubicBezTo>
                    <a:cubicBezTo>
                      <a:pt x="449" y="265"/>
                      <a:pt x="457" y="254"/>
                      <a:pt x="446" y="251"/>
                    </a:cubicBezTo>
                    <a:cubicBezTo>
                      <a:pt x="448" y="240"/>
                      <a:pt x="466" y="233"/>
                      <a:pt x="456" y="221"/>
                    </a:cubicBezTo>
                    <a:cubicBezTo>
                      <a:pt x="462" y="216"/>
                      <a:pt x="461" y="207"/>
                      <a:pt x="453" y="206"/>
                    </a:cubicBezTo>
                    <a:cubicBezTo>
                      <a:pt x="454" y="197"/>
                      <a:pt x="460" y="165"/>
                      <a:pt x="443" y="167"/>
                    </a:cubicBezTo>
                    <a:cubicBezTo>
                      <a:pt x="447" y="157"/>
                      <a:pt x="444" y="119"/>
                      <a:pt x="427" y="120"/>
                    </a:cubicBezTo>
                    <a:cubicBezTo>
                      <a:pt x="427" y="115"/>
                      <a:pt x="426" y="110"/>
                      <a:pt x="424" y="105"/>
                    </a:cubicBezTo>
                    <a:cubicBezTo>
                      <a:pt x="423" y="106"/>
                      <a:pt x="422" y="106"/>
                      <a:pt x="421" y="108"/>
                    </a:cubicBezTo>
                    <a:cubicBezTo>
                      <a:pt x="420" y="100"/>
                      <a:pt x="413" y="82"/>
                      <a:pt x="404" y="78"/>
                    </a:cubicBezTo>
                    <a:cubicBezTo>
                      <a:pt x="406" y="71"/>
                      <a:pt x="402" y="57"/>
                      <a:pt x="395" y="67"/>
                    </a:cubicBezTo>
                    <a:cubicBezTo>
                      <a:pt x="393" y="58"/>
                      <a:pt x="390" y="47"/>
                      <a:pt x="380" y="55"/>
                    </a:cubicBezTo>
                    <a:cubicBezTo>
                      <a:pt x="380" y="54"/>
                      <a:pt x="379" y="46"/>
                      <a:pt x="378" y="45"/>
                    </a:cubicBezTo>
                    <a:cubicBezTo>
                      <a:pt x="374" y="41"/>
                      <a:pt x="369" y="46"/>
                      <a:pt x="366" y="44"/>
                    </a:cubicBezTo>
                    <a:cubicBezTo>
                      <a:pt x="358" y="40"/>
                      <a:pt x="360" y="23"/>
                      <a:pt x="347" y="35"/>
                    </a:cubicBezTo>
                    <a:cubicBezTo>
                      <a:pt x="343" y="27"/>
                      <a:pt x="335" y="25"/>
                      <a:pt x="329" y="21"/>
                    </a:cubicBezTo>
                    <a:cubicBezTo>
                      <a:pt x="319" y="14"/>
                      <a:pt x="316" y="16"/>
                      <a:pt x="305" y="16"/>
                    </a:cubicBezTo>
                    <a:cubicBezTo>
                      <a:pt x="303" y="13"/>
                      <a:pt x="300" y="13"/>
                      <a:pt x="296" y="16"/>
                    </a:cubicBezTo>
                    <a:cubicBezTo>
                      <a:pt x="297" y="8"/>
                      <a:pt x="296" y="6"/>
                      <a:pt x="291" y="4"/>
                    </a:cubicBezTo>
                    <a:cubicBezTo>
                      <a:pt x="289" y="4"/>
                      <a:pt x="288" y="8"/>
                      <a:pt x="286" y="8"/>
                    </a:cubicBezTo>
                    <a:cubicBezTo>
                      <a:pt x="284" y="8"/>
                      <a:pt x="282" y="6"/>
                      <a:pt x="279" y="6"/>
                    </a:cubicBezTo>
                    <a:cubicBezTo>
                      <a:pt x="271" y="7"/>
                      <a:pt x="254" y="4"/>
                      <a:pt x="249" y="10"/>
                    </a:cubicBezTo>
                    <a:cubicBezTo>
                      <a:pt x="247" y="5"/>
                      <a:pt x="242" y="3"/>
                      <a:pt x="238" y="7"/>
                    </a:cubicBezTo>
                    <a:cubicBezTo>
                      <a:pt x="235" y="2"/>
                      <a:pt x="230" y="0"/>
                      <a:pt x="226" y="5"/>
                    </a:cubicBezTo>
                    <a:cubicBezTo>
                      <a:pt x="226" y="4"/>
                      <a:pt x="225" y="2"/>
                      <a:pt x="225" y="2"/>
                    </a:cubicBezTo>
                    <a:cubicBezTo>
                      <a:pt x="218" y="1"/>
                      <a:pt x="215" y="7"/>
                      <a:pt x="215" y="12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962" name="Freeform 6">
                <a:extLst>
                  <a:ext uri="{FF2B5EF4-FFF2-40B4-BE49-F238E27FC236}">
                    <a16:creationId xmlns:a16="http://schemas.microsoft.com/office/drawing/2014/main" id="{EF0ED7F6-B9B0-48EB-959D-DBD02CA5397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206" y="858"/>
                <a:ext cx="1800" cy="3162"/>
              </a:xfrm>
              <a:custGeom>
                <a:avLst/>
                <a:gdLst>
                  <a:gd name="T0" fmla="*/ 1942 w 1704"/>
                  <a:gd name="T1" fmla="*/ 1511 h 2996"/>
                  <a:gd name="T2" fmla="*/ 1898 w 1704"/>
                  <a:gd name="T3" fmla="*/ 1197 h 2996"/>
                  <a:gd name="T4" fmla="*/ 1874 w 1704"/>
                  <a:gd name="T5" fmla="*/ 1129 h 2996"/>
                  <a:gd name="T6" fmla="*/ 1625 w 1704"/>
                  <a:gd name="T7" fmla="*/ 691 h 2996"/>
                  <a:gd name="T8" fmla="*/ 1181 w 1704"/>
                  <a:gd name="T9" fmla="*/ 324 h 2996"/>
                  <a:gd name="T10" fmla="*/ 1208 w 1704"/>
                  <a:gd name="T11" fmla="*/ 234 h 2996"/>
                  <a:gd name="T12" fmla="*/ 1023 w 1704"/>
                  <a:gd name="T13" fmla="*/ 5 h 2996"/>
                  <a:gd name="T14" fmla="*/ 819 w 1704"/>
                  <a:gd name="T15" fmla="*/ 228 h 2996"/>
                  <a:gd name="T16" fmla="*/ 812 w 1704"/>
                  <a:gd name="T17" fmla="*/ 292 h 2996"/>
                  <a:gd name="T18" fmla="*/ 830 w 1704"/>
                  <a:gd name="T19" fmla="*/ 471 h 2996"/>
                  <a:gd name="T20" fmla="*/ 165 w 1704"/>
                  <a:gd name="T21" fmla="*/ 1107 h 2996"/>
                  <a:gd name="T22" fmla="*/ 125 w 1704"/>
                  <a:gd name="T23" fmla="*/ 1167 h 2996"/>
                  <a:gd name="T24" fmla="*/ 64 w 1704"/>
                  <a:gd name="T25" fmla="*/ 1430 h 2996"/>
                  <a:gd name="T26" fmla="*/ 38 w 1704"/>
                  <a:gd name="T27" fmla="*/ 1583 h 2996"/>
                  <a:gd name="T28" fmla="*/ 55 w 1704"/>
                  <a:gd name="T29" fmla="*/ 1825 h 2996"/>
                  <a:gd name="T30" fmla="*/ 134 w 1704"/>
                  <a:gd name="T31" fmla="*/ 1867 h 2996"/>
                  <a:gd name="T32" fmla="*/ 156 w 1704"/>
                  <a:gd name="T33" fmla="*/ 1824 h 2996"/>
                  <a:gd name="T34" fmla="*/ 207 w 1704"/>
                  <a:gd name="T35" fmla="*/ 1651 h 2996"/>
                  <a:gd name="T36" fmla="*/ 224 w 1704"/>
                  <a:gd name="T37" fmla="*/ 1528 h 2996"/>
                  <a:gd name="T38" fmla="*/ 350 w 1704"/>
                  <a:gd name="T39" fmla="*/ 1434 h 2996"/>
                  <a:gd name="T40" fmla="*/ 299 w 1704"/>
                  <a:gd name="T41" fmla="*/ 2313 h 2996"/>
                  <a:gd name="T42" fmla="*/ 335 w 1704"/>
                  <a:gd name="T43" fmla="*/ 2477 h 2996"/>
                  <a:gd name="T44" fmla="*/ 375 w 1704"/>
                  <a:gd name="T45" fmla="*/ 3174 h 2996"/>
                  <a:gd name="T46" fmla="*/ 379 w 1704"/>
                  <a:gd name="T47" fmla="*/ 3270 h 2996"/>
                  <a:gd name="T48" fmla="*/ 243 w 1704"/>
                  <a:gd name="T49" fmla="*/ 3393 h 2996"/>
                  <a:gd name="T50" fmla="*/ 202 w 1704"/>
                  <a:gd name="T51" fmla="*/ 3464 h 2996"/>
                  <a:gd name="T52" fmla="*/ 295 w 1704"/>
                  <a:gd name="T53" fmla="*/ 3518 h 2996"/>
                  <a:gd name="T54" fmla="*/ 401 w 1704"/>
                  <a:gd name="T55" fmla="*/ 3449 h 2996"/>
                  <a:gd name="T56" fmla="*/ 610 w 1704"/>
                  <a:gd name="T57" fmla="*/ 3290 h 2996"/>
                  <a:gd name="T58" fmla="*/ 843 w 1704"/>
                  <a:gd name="T59" fmla="*/ 2703 h 2996"/>
                  <a:gd name="T60" fmla="*/ 830 w 1704"/>
                  <a:gd name="T61" fmla="*/ 2504 h 2996"/>
                  <a:gd name="T62" fmla="*/ 968 w 1704"/>
                  <a:gd name="T63" fmla="*/ 2241 h 2996"/>
                  <a:gd name="T64" fmla="*/ 1001 w 1704"/>
                  <a:gd name="T65" fmla="*/ 1996 h 2996"/>
                  <a:gd name="T66" fmla="*/ 1034 w 1704"/>
                  <a:gd name="T67" fmla="*/ 2159 h 2996"/>
                  <a:gd name="T68" fmla="*/ 1123 w 1704"/>
                  <a:gd name="T69" fmla="*/ 2461 h 2996"/>
                  <a:gd name="T70" fmla="*/ 1177 w 1704"/>
                  <a:gd name="T71" fmla="*/ 2567 h 2996"/>
                  <a:gd name="T72" fmla="*/ 1361 w 1704"/>
                  <a:gd name="T73" fmla="*/ 3208 h 2996"/>
                  <a:gd name="T74" fmla="*/ 1570 w 1704"/>
                  <a:gd name="T75" fmla="*/ 3415 h 2996"/>
                  <a:gd name="T76" fmla="*/ 1663 w 1704"/>
                  <a:gd name="T77" fmla="*/ 3491 h 2996"/>
                  <a:gd name="T78" fmla="*/ 1792 w 1704"/>
                  <a:gd name="T79" fmla="*/ 3489 h 2996"/>
                  <a:gd name="T80" fmla="*/ 1781 w 1704"/>
                  <a:gd name="T81" fmla="*/ 3403 h 2996"/>
                  <a:gd name="T82" fmla="*/ 1666 w 1704"/>
                  <a:gd name="T83" fmla="*/ 3314 h 2996"/>
                  <a:gd name="T84" fmla="*/ 1631 w 1704"/>
                  <a:gd name="T85" fmla="*/ 3208 h 2996"/>
                  <a:gd name="T86" fmla="*/ 1635 w 1704"/>
                  <a:gd name="T87" fmla="*/ 2589 h 2996"/>
                  <a:gd name="T88" fmla="*/ 1682 w 1704"/>
                  <a:gd name="T89" fmla="*/ 2357 h 2996"/>
                  <a:gd name="T90" fmla="*/ 1742 w 1704"/>
                  <a:gd name="T91" fmla="*/ 1634 h 2996"/>
                  <a:gd name="T92" fmla="*/ 1776 w 1704"/>
                  <a:gd name="T93" fmla="*/ 1511 h 2996"/>
                  <a:gd name="T94" fmla="*/ 1805 w 1704"/>
                  <a:gd name="T95" fmla="*/ 1592 h 2996"/>
                  <a:gd name="T96" fmla="*/ 1821 w 1704"/>
                  <a:gd name="T97" fmla="*/ 1801 h 2996"/>
                  <a:gd name="T98" fmla="*/ 1858 w 1704"/>
                  <a:gd name="T99" fmla="*/ 1863 h 2996"/>
                  <a:gd name="T100" fmla="*/ 1923 w 1704"/>
                  <a:gd name="T101" fmla="*/ 1854 h 2996"/>
                  <a:gd name="T102" fmla="*/ 1989 w 1704"/>
                  <a:gd name="T103" fmla="*/ 1726 h 2996"/>
                  <a:gd name="T104" fmla="*/ 461 w 1704"/>
                  <a:gd name="T105" fmla="*/ 1173 h 2996"/>
                  <a:gd name="T106" fmla="*/ 1540 w 1704"/>
                  <a:gd name="T107" fmla="*/ 1206 h 2996"/>
                  <a:gd name="T108" fmla="*/ 1540 w 1704"/>
                  <a:gd name="T109" fmla="*/ 1206 h 299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</a:gdLst>
                <a:ahLst/>
                <a:cxnLst>
                  <a:cxn ang="T110">
                    <a:pos x="T0" y="T1"/>
                  </a:cxn>
                  <a:cxn ang="T111">
                    <a:pos x="T2" y="T3"/>
                  </a:cxn>
                  <a:cxn ang="T112">
                    <a:pos x="T4" y="T5"/>
                  </a:cxn>
                  <a:cxn ang="T113">
                    <a:pos x="T6" y="T7"/>
                  </a:cxn>
                  <a:cxn ang="T114">
                    <a:pos x="T8" y="T9"/>
                  </a:cxn>
                  <a:cxn ang="T115">
                    <a:pos x="T10" y="T11"/>
                  </a:cxn>
                  <a:cxn ang="T116">
                    <a:pos x="T12" y="T13"/>
                  </a:cxn>
                  <a:cxn ang="T117">
                    <a:pos x="T14" y="T15"/>
                  </a:cxn>
                  <a:cxn ang="T118">
                    <a:pos x="T16" y="T17"/>
                  </a:cxn>
                  <a:cxn ang="T119">
                    <a:pos x="T18" y="T19"/>
                  </a:cxn>
                  <a:cxn ang="T120">
                    <a:pos x="T20" y="T21"/>
                  </a:cxn>
                  <a:cxn ang="T121">
                    <a:pos x="T22" y="T23"/>
                  </a:cxn>
                  <a:cxn ang="T122">
                    <a:pos x="T24" y="T25"/>
                  </a:cxn>
                  <a:cxn ang="T123">
                    <a:pos x="T26" y="T27"/>
                  </a:cxn>
                  <a:cxn ang="T124">
                    <a:pos x="T28" y="T29"/>
                  </a:cxn>
                  <a:cxn ang="T125">
                    <a:pos x="T30" y="T31"/>
                  </a:cxn>
                  <a:cxn ang="T126">
                    <a:pos x="T32" y="T33"/>
                  </a:cxn>
                  <a:cxn ang="T127">
                    <a:pos x="T34" y="T35"/>
                  </a:cxn>
                  <a:cxn ang="T128">
                    <a:pos x="T36" y="T37"/>
                  </a:cxn>
                  <a:cxn ang="T129">
                    <a:pos x="T38" y="T39"/>
                  </a:cxn>
                  <a:cxn ang="T130">
                    <a:pos x="T40" y="T41"/>
                  </a:cxn>
                  <a:cxn ang="T131">
                    <a:pos x="T42" y="T43"/>
                  </a:cxn>
                  <a:cxn ang="T132">
                    <a:pos x="T44" y="T45"/>
                  </a:cxn>
                  <a:cxn ang="T133">
                    <a:pos x="T46" y="T47"/>
                  </a:cxn>
                  <a:cxn ang="T134">
                    <a:pos x="T48" y="T49"/>
                  </a:cxn>
                  <a:cxn ang="T135">
                    <a:pos x="T50" y="T51"/>
                  </a:cxn>
                  <a:cxn ang="T136">
                    <a:pos x="T52" y="T53"/>
                  </a:cxn>
                  <a:cxn ang="T137">
                    <a:pos x="T54" y="T55"/>
                  </a:cxn>
                  <a:cxn ang="T138">
                    <a:pos x="T56" y="T57"/>
                  </a:cxn>
                  <a:cxn ang="T139">
                    <a:pos x="T58" y="T59"/>
                  </a:cxn>
                  <a:cxn ang="T140">
                    <a:pos x="T60" y="T61"/>
                  </a:cxn>
                  <a:cxn ang="T141">
                    <a:pos x="T62" y="T63"/>
                  </a:cxn>
                  <a:cxn ang="T142">
                    <a:pos x="T64" y="T65"/>
                  </a:cxn>
                  <a:cxn ang="T143">
                    <a:pos x="T66" y="T67"/>
                  </a:cxn>
                  <a:cxn ang="T144">
                    <a:pos x="T68" y="T69"/>
                  </a:cxn>
                  <a:cxn ang="T145">
                    <a:pos x="T70" y="T71"/>
                  </a:cxn>
                  <a:cxn ang="T146">
                    <a:pos x="T72" y="T73"/>
                  </a:cxn>
                  <a:cxn ang="T147">
                    <a:pos x="T74" y="T75"/>
                  </a:cxn>
                  <a:cxn ang="T148">
                    <a:pos x="T76" y="T77"/>
                  </a:cxn>
                  <a:cxn ang="T149">
                    <a:pos x="T78" y="T79"/>
                  </a:cxn>
                  <a:cxn ang="T150">
                    <a:pos x="T80" y="T81"/>
                  </a:cxn>
                  <a:cxn ang="T151">
                    <a:pos x="T82" y="T83"/>
                  </a:cxn>
                  <a:cxn ang="T152">
                    <a:pos x="T84" y="T85"/>
                  </a:cxn>
                  <a:cxn ang="T153">
                    <a:pos x="T86" y="T87"/>
                  </a:cxn>
                  <a:cxn ang="T154">
                    <a:pos x="T88" y="T89"/>
                  </a:cxn>
                  <a:cxn ang="T155">
                    <a:pos x="T90" y="T91"/>
                  </a:cxn>
                  <a:cxn ang="T156">
                    <a:pos x="T92" y="T93"/>
                  </a:cxn>
                  <a:cxn ang="T157">
                    <a:pos x="T94" y="T95"/>
                  </a:cxn>
                  <a:cxn ang="T158">
                    <a:pos x="T96" y="T97"/>
                  </a:cxn>
                  <a:cxn ang="T159">
                    <a:pos x="T98" y="T99"/>
                  </a:cxn>
                  <a:cxn ang="T160">
                    <a:pos x="T100" y="T101"/>
                  </a:cxn>
                  <a:cxn ang="T161">
                    <a:pos x="T102" y="T103"/>
                  </a:cxn>
                  <a:cxn ang="T162">
                    <a:pos x="T104" y="T105"/>
                  </a:cxn>
                  <a:cxn ang="T163">
                    <a:pos x="T106" y="T107"/>
                  </a:cxn>
                  <a:cxn ang="T164">
                    <a:pos x="T108" y="T109"/>
                  </a:cxn>
                </a:cxnLst>
                <a:rect l="0" t="0" r="r" b="b"/>
                <a:pathLst>
                  <a:path w="1704" h="2996">
                    <a:moveTo>
                      <a:pt x="1671" y="1346"/>
                    </a:moveTo>
                    <a:cubicBezTo>
                      <a:pt x="1666" y="1330"/>
                      <a:pt x="1667" y="1320"/>
                      <a:pt x="1666" y="1304"/>
                    </a:cubicBezTo>
                    <a:cubicBezTo>
                      <a:pt x="1664" y="1288"/>
                      <a:pt x="1647" y="1286"/>
                      <a:pt x="1647" y="1286"/>
                    </a:cubicBezTo>
                    <a:cubicBezTo>
                      <a:pt x="1668" y="1264"/>
                      <a:pt x="1656" y="1236"/>
                      <a:pt x="1649" y="1217"/>
                    </a:cubicBezTo>
                    <a:cubicBezTo>
                      <a:pt x="1642" y="1198"/>
                      <a:pt x="1640" y="1148"/>
                      <a:pt x="1637" y="1110"/>
                    </a:cubicBezTo>
                    <a:cubicBezTo>
                      <a:pt x="1635" y="1073"/>
                      <a:pt x="1623" y="1036"/>
                      <a:pt x="1610" y="1018"/>
                    </a:cubicBezTo>
                    <a:cubicBezTo>
                      <a:pt x="1598" y="999"/>
                      <a:pt x="1598" y="996"/>
                      <a:pt x="1598" y="993"/>
                    </a:cubicBezTo>
                    <a:cubicBezTo>
                      <a:pt x="1597" y="989"/>
                      <a:pt x="1598" y="983"/>
                      <a:pt x="1596" y="983"/>
                    </a:cubicBezTo>
                    <a:cubicBezTo>
                      <a:pt x="1593" y="982"/>
                      <a:pt x="1594" y="972"/>
                      <a:pt x="1589" y="961"/>
                    </a:cubicBezTo>
                    <a:cubicBezTo>
                      <a:pt x="1583" y="951"/>
                      <a:pt x="1564" y="942"/>
                      <a:pt x="1564" y="942"/>
                    </a:cubicBezTo>
                    <a:cubicBezTo>
                      <a:pt x="1554" y="837"/>
                      <a:pt x="1515" y="760"/>
                      <a:pt x="1460" y="700"/>
                    </a:cubicBezTo>
                    <a:cubicBezTo>
                      <a:pt x="1405" y="640"/>
                      <a:pt x="1384" y="605"/>
                      <a:pt x="1378" y="588"/>
                    </a:cubicBezTo>
                    <a:cubicBezTo>
                      <a:pt x="1318" y="410"/>
                      <a:pt x="1000" y="401"/>
                      <a:pt x="1000" y="401"/>
                    </a:cubicBezTo>
                    <a:cubicBezTo>
                      <a:pt x="995" y="387"/>
                      <a:pt x="984" y="385"/>
                      <a:pt x="984" y="385"/>
                    </a:cubicBezTo>
                    <a:cubicBezTo>
                      <a:pt x="1004" y="346"/>
                      <a:pt x="1002" y="276"/>
                      <a:pt x="1002" y="276"/>
                    </a:cubicBezTo>
                    <a:cubicBezTo>
                      <a:pt x="1014" y="275"/>
                      <a:pt x="1013" y="255"/>
                      <a:pt x="1015" y="248"/>
                    </a:cubicBezTo>
                    <a:cubicBezTo>
                      <a:pt x="1016" y="241"/>
                      <a:pt x="1020" y="229"/>
                      <a:pt x="1022" y="222"/>
                    </a:cubicBezTo>
                    <a:cubicBezTo>
                      <a:pt x="1025" y="216"/>
                      <a:pt x="1028" y="208"/>
                      <a:pt x="1025" y="199"/>
                    </a:cubicBezTo>
                    <a:cubicBezTo>
                      <a:pt x="1021" y="190"/>
                      <a:pt x="1009" y="194"/>
                      <a:pt x="1009" y="194"/>
                    </a:cubicBezTo>
                    <a:cubicBezTo>
                      <a:pt x="1009" y="194"/>
                      <a:pt x="1014" y="185"/>
                      <a:pt x="1012" y="146"/>
                    </a:cubicBezTo>
                    <a:cubicBezTo>
                      <a:pt x="1005" y="0"/>
                      <a:pt x="867" y="5"/>
                      <a:pt x="867" y="5"/>
                    </a:cubicBezTo>
                    <a:cubicBezTo>
                      <a:pt x="837" y="5"/>
                      <a:pt x="837" y="5"/>
                      <a:pt x="837" y="5"/>
                    </a:cubicBezTo>
                    <a:cubicBezTo>
                      <a:pt x="837" y="5"/>
                      <a:pt x="698" y="0"/>
                      <a:pt x="692" y="146"/>
                    </a:cubicBezTo>
                    <a:cubicBezTo>
                      <a:pt x="690" y="185"/>
                      <a:pt x="695" y="194"/>
                      <a:pt x="695" y="194"/>
                    </a:cubicBezTo>
                    <a:cubicBezTo>
                      <a:pt x="695" y="194"/>
                      <a:pt x="683" y="190"/>
                      <a:pt x="679" y="199"/>
                    </a:cubicBezTo>
                    <a:cubicBezTo>
                      <a:pt x="676" y="208"/>
                      <a:pt x="679" y="216"/>
                      <a:pt x="681" y="222"/>
                    </a:cubicBezTo>
                    <a:cubicBezTo>
                      <a:pt x="684" y="229"/>
                      <a:pt x="688" y="241"/>
                      <a:pt x="689" y="248"/>
                    </a:cubicBezTo>
                    <a:cubicBezTo>
                      <a:pt x="690" y="255"/>
                      <a:pt x="690" y="275"/>
                      <a:pt x="702" y="276"/>
                    </a:cubicBezTo>
                    <a:cubicBezTo>
                      <a:pt x="702" y="276"/>
                      <a:pt x="700" y="346"/>
                      <a:pt x="720" y="385"/>
                    </a:cubicBezTo>
                    <a:cubicBezTo>
                      <a:pt x="720" y="385"/>
                      <a:pt x="709" y="387"/>
                      <a:pt x="704" y="401"/>
                    </a:cubicBezTo>
                    <a:cubicBezTo>
                      <a:pt x="704" y="401"/>
                      <a:pt x="385" y="410"/>
                      <a:pt x="326" y="588"/>
                    </a:cubicBezTo>
                    <a:cubicBezTo>
                      <a:pt x="320" y="605"/>
                      <a:pt x="298" y="640"/>
                      <a:pt x="243" y="700"/>
                    </a:cubicBezTo>
                    <a:cubicBezTo>
                      <a:pt x="188" y="760"/>
                      <a:pt x="150" y="837"/>
                      <a:pt x="140" y="942"/>
                    </a:cubicBezTo>
                    <a:cubicBezTo>
                      <a:pt x="140" y="942"/>
                      <a:pt x="121" y="951"/>
                      <a:pt x="115" y="961"/>
                    </a:cubicBezTo>
                    <a:cubicBezTo>
                      <a:pt x="110" y="972"/>
                      <a:pt x="110" y="982"/>
                      <a:pt x="108" y="983"/>
                    </a:cubicBezTo>
                    <a:cubicBezTo>
                      <a:pt x="106" y="983"/>
                      <a:pt x="107" y="989"/>
                      <a:pt x="106" y="993"/>
                    </a:cubicBezTo>
                    <a:cubicBezTo>
                      <a:pt x="106" y="996"/>
                      <a:pt x="106" y="999"/>
                      <a:pt x="94" y="1018"/>
                    </a:cubicBezTo>
                    <a:cubicBezTo>
                      <a:pt x="81" y="1036"/>
                      <a:pt x="69" y="1073"/>
                      <a:pt x="67" y="1110"/>
                    </a:cubicBezTo>
                    <a:cubicBezTo>
                      <a:pt x="64" y="1148"/>
                      <a:pt x="62" y="1198"/>
                      <a:pt x="55" y="1217"/>
                    </a:cubicBezTo>
                    <a:cubicBezTo>
                      <a:pt x="48" y="1236"/>
                      <a:pt x="36" y="1264"/>
                      <a:pt x="57" y="1286"/>
                    </a:cubicBezTo>
                    <a:cubicBezTo>
                      <a:pt x="57" y="1286"/>
                      <a:pt x="39" y="1288"/>
                      <a:pt x="38" y="1304"/>
                    </a:cubicBezTo>
                    <a:cubicBezTo>
                      <a:pt x="37" y="1320"/>
                      <a:pt x="38" y="1330"/>
                      <a:pt x="32" y="1346"/>
                    </a:cubicBezTo>
                    <a:cubicBezTo>
                      <a:pt x="27" y="1362"/>
                      <a:pt x="0" y="1451"/>
                      <a:pt x="16" y="1468"/>
                    </a:cubicBezTo>
                    <a:cubicBezTo>
                      <a:pt x="32" y="1486"/>
                      <a:pt x="28" y="1487"/>
                      <a:pt x="29" y="1495"/>
                    </a:cubicBezTo>
                    <a:cubicBezTo>
                      <a:pt x="30" y="1502"/>
                      <a:pt x="40" y="1546"/>
                      <a:pt x="46" y="1552"/>
                    </a:cubicBezTo>
                    <a:cubicBezTo>
                      <a:pt x="53" y="1557"/>
                      <a:pt x="63" y="1573"/>
                      <a:pt x="73" y="1578"/>
                    </a:cubicBezTo>
                    <a:cubicBezTo>
                      <a:pt x="83" y="1583"/>
                      <a:pt x="102" y="1603"/>
                      <a:pt x="110" y="1596"/>
                    </a:cubicBezTo>
                    <a:cubicBezTo>
                      <a:pt x="110" y="1596"/>
                      <a:pt x="114" y="1594"/>
                      <a:pt x="114" y="1588"/>
                    </a:cubicBezTo>
                    <a:cubicBezTo>
                      <a:pt x="114" y="1588"/>
                      <a:pt x="124" y="1590"/>
                      <a:pt x="128" y="1584"/>
                    </a:cubicBezTo>
                    <a:cubicBezTo>
                      <a:pt x="132" y="1577"/>
                      <a:pt x="131" y="1567"/>
                      <a:pt x="131" y="1567"/>
                    </a:cubicBezTo>
                    <a:cubicBezTo>
                      <a:pt x="131" y="1567"/>
                      <a:pt x="135" y="1559"/>
                      <a:pt x="133" y="1551"/>
                    </a:cubicBezTo>
                    <a:cubicBezTo>
                      <a:pt x="133" y="1551"/>
                      <a:pt x="158" y="1556"/>
                      <a:pt x="158" y="1531"/>
                    </a:cubicBezTo>
                    <a:cubicBezTo>
                      <a:pt x="159" y="1506"/>
                      <a:pt x="159" y="1484"/>
                      <a:pt x="165" y="1466"/>
                    </a:cubicBezTo>
                    <a:cubicBezTo>
                      <a:pt x="172" y="1447"/>
                      <a:pt x="174" y="1422"/>
                      <a:pt x="176" y="1404"/>
                    </a:cubicBezTo>
                    <a:cubicBezTo>
                      <a:pt x="177" y="1387"/>
                      <a:pt x="175" y="1364"/>
                      <a:pt x="172" y="1354"/>
                    </a:cubicBezTo>
                    <a:cubicBezTo>
                      <a:pt x="169" y="1345"/>
                      <a:pt x="166" y="1343"/>
                      <a:pt x="173" y="1332"/>
                    </a:cubicBezTo>
                    <a:cubicBezTo>
                      <a:pt x="180" y="1322"/>
                      <a:pt x="190" y="1307"/>
                      <a:pt x="190" y="1300"/>
                    </a:cubicBezTo>
                    <a:cubicBezTo>
                      <a:pt x="189" y="1293"/>
                      <a:pt x="193" y="1290"/>
                      <a:pt x="198" y="1286"/>
                    </a:cubicBezTo>
                    <a:cubicBezTo>
                      <a:pt x="203" y="1282"/>
                      <a:pt x="298" y="1224"/>
                      <a:pt x="331" y="1129"/>
                    </a:cubicBezTo>
                    <a:cubicBezTo>
                      <a:pt x="331" y="1129"/>
                      <a:pt x="320" y="1189"/>
                      <a:pt x="296" y="1220"/>
                    </a:cubicBezTo>
                    <a:cubicBezTo>
                      <a:pt x="271" y="1251"/>
                      <a:pt x="239" y="1289"/>
                      <a:pt x="226" y="1390"/>
                    </a:cubicBezTo>
                    <a:cubicBezTo>
                      <a:pt x="213" y="1491"/>
                      <a:pt x="197" y="1666"/>
                      <a:pt x="196" y="1718"/>
                    </a:cubicBezTo>
                    <a:cubicBezTo>
                      <a:pt x="195" y="1770"/>
                      <a:pt x="191" y="1892"/>
                      <a:pt x="254" y="1968"/>
                    </a:cubicBezTo>
                    <a:cubicBezTo>
                      <a:pt x="273" y="1991"/>
                      <a:pt x="277" y="2005"/>
                      <a:pt x="277" y="2005"/>
                    </a:cubicBezTo>
                    <a:cubicBezTo>
                      <a:pt x="277" y="2005"/>
                      <a:pt x="280" y="2021"/>
                      <a:pt x="278" y="2039"/>
                    </a:cubicBezTo>
                    <a:cubicBezTo>
                      <a:pt x="276" y="2057"/>
                      <a:pt x="270" y="2081"/>
                      <a:pt x="284" y="2107"/>
                    </a:cubicBezTo>
                    <a:cubicBezTo>
                      <a:pt x="298" y="2133"/>
                      <a:pt x="326" y="2164"/>
                      <a:pt x="317" y="2202"/>
                    </a:cubicBezTo>
                    <a:cubicBezTo>
                      <a:pt x="308" y="2240"/>
                      <a:pt x="246" y="2431"/>
                      <a:pt x="317" y="2660"/>
                    </a:cubicBezTo>
                    <a:cubicBezTo>
                      <a:pt x="328" y="2697"/>
                      <a:pt x="321" y="2690"/>
                      <a:pt x="318" y="2699"/>
                    </a:cubicBezTo>
                    <a:cubicBezTo>
                      <a:pt x="315" y="2708"/>
                      <a:pt x="314" y="2721"/>
                      <a:pt x="320" y="2729"/>
                    </a:cubicBezTo>
                    <a:cubicBezTo>
                      <a:pt x="326" y="2737"/>
                      <a:pt x="322" y="2755"/>
                      <a:pt x="327" y="2763"/>
                    </a:cubicBezTo>
                    <a:cubicBezTo>
                      <a:pt x="332" y="2771"/>
                      <a:pt x="329" y="2777"/>
                      <a:pt x="322" y="2781"/>
                    </a:cubicBezTo>
                    <a:cubicBezTo>
                      <a:pt x="315" y="2785"/>
                      <a:pt x="302" y="2801"/>
                      <a:pt x="291" y="2819"/>
                    </a:cubicBezTo>
                    <a:cubicBezTo>
                      <a:pt x="280" y="2837"/>
                      <a:pt x="250" y="2856"/>
                      <a:pt x="238" y="2867"/>
                    </a:cubicBezTo>
                    <a:cubicBezTo>
                      <a:pt x="226" y="2878"/>
                      <a:pt x="206" y="2886"/>
                      <a:pt x="206" y="2886"/>
                    </a:cubicBezTo>
                    <a:cubicBezTo>
                      <a:pt x="206" y="2886"/>
                      <a:pt x="196" y="2890"/>
                      <a:pt x="193" y="2895"/>
                    </a:cubicBezTo>
                    <a:cubicBezTo>
                      <a:pt x="190" y="2900"/>
                      <a:pt x="173" y="2900"/>
                      <a:pt x="176" y="2919"/>
                    </a:cubicBezTo>
                    <a:cubicBezTo>
                      <a:pt x="176" y="2919"/>
                      <a:pt x="161" y="2929"/>
                      <a:pt x="171" y="2947"/>
                    </a:cubicBezTo>
                    <a:cubicBezTo>
                      <a:pt x="171" y="2947"/>
                      <a:pt x="168" y="2965"/>
                      <a:pt x="184" y="2968"/>
                    </a:cubicBezTo>
                    <a:cubicBezTo>
                      <a:pt x="184" y="2968"/>
                      <a:pt x="192" y="2986"/>
                      <a:pt x="212" y="2977"/>
                    </a:cubicBezTo>
                    <a:cubicBezTo>
                      <a:pt x="212" y="2977"/>
                      <a:pt x="227" y="2996"/>
                      <a:pt x="250" y="2992"/>
                    </a:cubicBezTo>
                    <a:cubicBezTo>
                      <a:pt x="273" y="2989"/>
                      <a:pt x="283" y="2969"/>
                      <a:pt x="293" y="2969"/>
                    </a:cubicBezTo>
                    <a:cubicBezTo>
                      <a:pt x="302" y="2969"/>
                      <a:pt x="314" y="2969"/>
                      <a:pt x="325" y="2950"/>
                    </a:cubicBezTo>
                    <a:cubicBezTo>
                      <a:pt x="336" y="2931"/>
                      <a:pt x="337" y="2936"/>
                      <a:pt x="341" y="2933"/>
                    </a:cubicBezTo>
                    <a:cubicBezTo>
                      <a:pt x="346" y="2931"/>
                      <a:pt x="372" y="2905"/>
                      <a:pt x="372" y="2905"/>
                    </a:cubicBezTo>
                    <a:cubicBezTo>
                      <a:pt x="372" y="2905"/>
                      <a:pt x="476" y="2918"/>
                      <a:pt x="494" y="2871"/>
                    </a:cubicBezTo>
                    <a:cubicBezTo>
                      <a:pt x="512" y="2825"/>
                      <a:pt x="485" y="2811"/>
                      <a:pt x="517" y="2798"/>
                    </a:cubicBezTo>
                    <a:cubicBezTo>
                      <a:pt x="548" y="2785"/>
                      <a:pt x="549" y="2747"/>
                      <a:pt x="550" y="2729"/>
                    </a:cubicBezTo>
                    <a:cubicBezTo>
                      <a:pt x="551" y="2710"/>
                      <a:pt x="545" y="2694"/>
                      <a:pt x="575" y="2666"/>
                    </a:cubicBezTo>
                    <a:cubicBezTo>
                      <a:pt x="605" y="2638"/>
                      <a:pt x="738" y="2530"/>
                      <a:pt x="715" y="2300"/>
                    </a:cubicBezTo>
                    <a:cubicBezTo>
                      <a:pt x="707" y="2230"/>
                      <a:pt x="708" y="2196"/>
                      <a:pt x="705" y="2183"/>
                    </a:cubicBezTo>
                    <a:cubicBezTo>
                      <a:pt x="701" y="2171"/>
                      <a:pt x="713" y="2166"/>
                      <a:pt x="712" y="2154"/>
                    </a:cubicBezTo>
                    <a:cubicBezTo>
                      <a:pt x="711" y="2141"/>
                      <a:pt x="701" y="2137"/>
                      <a:pt x="704" y="2130"/>
                    </a:cubicBezTo>
                    <a:cubicBezTo>
                      <a:pt x="706" y="2123"/>
                      <a:pt x="730" y="2141"/>
                      <a:pt x="751" y="2094"/>
                    </a:cubicBezTo>
                    <a:cubicBezTo>
                      <a:pt x="773" y="2046"/>
                      <a:pt x="762" y="2047"/>
                      <a:pt x="798" y="2001"/>
                    </a:cubicBezTo>
                    <a:cubicBezTo>
                      <a:pt x="834" y="1955"/>
                      <a:pt x="826" y="1936"/>
                      <a:pt x="821" y="1906"/>
                    </a:cubicBezTo>
                    <a:cubicBezTo>
                      <a:pt x="816" y="1877"/>
                      <a:pt x="813" y="1858"/>
                      <a:pt x="826" y="1837"/>
                    </a:cubicBezTo>
                    <a:cubicBezTo>
                      <a:pt x="839" y="1815"/>
                      <a:pt x="857" y="1782"/>
                      <a:pt x="843" y="1694"/>
                    </a:cubicBezTo>
                    <a:cubicBezTo>
                      <a:pt x="843" y="1694"/>
                      <a:pt x="844" y="1698"/>
                      <a:pt x="849" y="1698"/>
                    </a:cubicBezTo>
                    <a:cubicBezTo>
                      <a:pt x="855" y="1698"/>
                      <a:pt x="855" y="1698"/>
                      <a:pt x="855" y="1698"/>
                    </a:cubicBezTo>
                    <a:cubicBezTo>
                      <a:pt x="860" y="1698"/>
                      <a:pt x="861" y="1694"/>
                      <a:pt x="861" y="1694"/>
                    </a:cubicBezTo>
                    <a:cubicBezTo>
                      <a:pt x="847" y="1782"/>
                      <a:pt x="865" y="1815"/>
                      <a:pt x="878" y="1837"/>
                    </a:cubicBezTo>
                    <a:cubicBezTo>
                      <a:pt x="891" y="1858"/>
                      <a:pt x="887" y="1877"/>
                      <a:pt x="883" y="1906"/>
                    </a:cubicBezTo>
                    <a:cubicBezTo>
                      <a:pt x="878" y="1936"/>
                      <a:pt x="870" y="1955"/>
                      <a:pt x="906" y="2001"/>
                    </a:cubicBezTo>
                    <a:cubicBezTo>
                      <a:pt x="942" y="2047"/>
                      <a:pt x="930" y="2046"/>
                      <a:pt x="952" y="2094"/>
                    </a:cubicBezTo>
                    <a:cubicBezTo>
                      <a:pt x="974" y="2141"/>
                      <a:pt x="998" y="2123"/>
                      <a:pt x="1000" y="2130"/>
                    </a:cubicBezTo>
                    <a:cubicBezTo>
                      <a:pt x="1003" y="2137"/>
                      <a:pt x="993" y="2141"/>
                      <a:pt x="992" y="2154"/>
                    </a:cubicBezTo>
                    <a:cubicBezTo>
                      <a:pt x="991" y="2166"/>
                      <a:pt x="1003" y="2171"/>
                      <a:pt x="999" y="2183"/>
                    </a:cubicBezTo>
                    <a:cubicBezTo>
                      <a:pt x="995" y="2196"/>
                      <a:pt x="996" y="2230"/>
                      <a:pt x="989" y="2300"/>
                    </a:cubicBezTo>
                    <a:cubicBezTo>
                      <a:pt x="966" y="2530"/>
                      <a:pt x="1099" y="2638"/>
                      <a:pt x="1129" y="2666"/>
                    </a:cubicBezTo>
                    <a:cubicBezTo>
                      <a:pt x="1159" y="2694"/>
                      <a:pt x="1153" y="2710"/>
                      <a:pt x="1154" y="2729"/>
                    </a:cubicBezTo>
                    <a:cubicBezTo>
                      <a:pt x="1155" y="2747"/>
                      <a:pt x="1156" y="2785"/>
                      <a:pt x="1187" y="2798"/>
                    </a:cubicBezTo>
                    <a:cubicBezTo>
                      <a:pt x="1219" y="2811"/>
                      <a:pt x="1192" y="2825"/>
                      <a:pt x="1210" y="2871"/>
                    </a:cubicBezTo>
                    <a:cubicBezTo>
                      <a:pt x="1228" y="2918"/>
                      <a:pt x="1332" y="2905"/>
                      <a:pt x="1332" y="2905"/>
                    </a:cubicBezTo>
                    <a:cubicBezTo>
                      <a:pt x="1332" y="2905"/>
                      <a:pt x="1358" y="2931"/>
                      <a:pt x="1363" y="2933"/>
                    </a:cubicBezTo>
                    <a:cubicBezTo>
                      <a:pt x="1367" y="2936"/>
                      <a:pt x="1368" y="2931"/>
                      <a:pt x="1379" y="2950"/>
                    </a:cubicBezTo>
                    <a:cubicBezTo>
                      <a:pt x="1390" y="2969"/>
                      <a:pt x="1401" y="2969"/>
                      <a:pt x="1411" y="2969"/>
                    </a:cubicBezTo>
                    <a:cubicBezTo>
                      <a:pt x="1421" y="2969"/>
                      <a:pt x="1430" y="2989"/>
                      <a:pt x="1454" y="2992"/>
                    </a:cubicBezTo>
                    <a:cubicBezTo>
                      <a:pt x="1477" y="2996"/>
                      <a:pt x="1492" y="2977"/>
                      <a:pt x="1492" y="2977"/>
                    </a:cubicBezTo>
                    <a:cubicBezTo>
                      <a:pt x="1511" y="2986"/>
                      <a:pt x="1520" y="2968"/>
                      <a:pt x="1520" y="2968"/>
                    </a:cubicBezTo>
                    <a:cubicBezTo>
                      <a:pt x="1536" y="2965"/>
                      <a:pt x="1533" y="2947"/>
                      <a:pt x="1533" y="2947"/>
                    </a:cubicBezTo>
                    <a:cubicBezTo>
                      <a:pt x="1543" y="2929"/>
                      <a:pt x="1528" y="2919"/>
                      <a:pt x="1528" y="2919"/>
                    </a:cubicBezTo>
                    <a:cubicBezTo>
                      <a:pt x="1531" y="2900"/>
                      <a:pt x="1514" y="2900"/>
                      <a:pt x="1511" y="2895"/>
                    </a:cubicBezTo>
                    <a:cubicBezTo>
                      <a:pt x="1508" y="2890"/>
                      <a:pt x="1498" y="2886"/>
                      <a:pt x="1498" y="2886"/>
                    </a:cubicBezTo>
                    <a:cubicBezTo>
                      <a:pt x="1498" y="2886"/>
                      <a:pt x="1478" y="2878"/>
                      <a:pt x="1466" y="2867"/>
                    </a:cubicBezTo>
                    <a:cubicBezTo>
                      <a:pt x="1454" y="2856"/>
                      <a:pt x="1424" y="2837"/>
                      <a:pt x="1413" y="2819"/>
                    </a:cubicBezTo>
                    <a:cubicBezTo>
                      <a:pt x="1402" y="2801"/>
                      <a:pt x="1389" y="2785"/>
                      <a:pt x="1382" y="2781"/>
                    </a:cubicBezTo>
                    <a:cubicBezTo>
                      <a:pt x="1375" y="2777"/>
                      <a:pt x="1372" y="2771"/>
                      <a:pt x="1377" y="2763"/>
                    </a:cubicBezTo>
                    <a:cubicBezTo>
                      <a:pt x="1382" y="2755"/>
                      <a:pt x="1378" y="2737"/>
                      <a:pt x="1384" y="2729"/>
                    </a:cubicBezTo>
                    <a:cubicBezTo>
                      <a:pt x="1390" y="2721"/>
                      <a:pt x="1389" y="2708"/>
                      <a:pt x="1386" y="2699"/>
                    </a:cubicBezTo>
                    <a:cubicBezTo>
                      <a:pt x="1383" y="2690"/>
                      <a:pt x="1375" y="2697"/>
                      <a:pt x="1387" y="2660"/>
                    </a:cubicBezTo>
                    <a:cubicBezTo>
                      <a:pt x="1458" y="2431"/>
                      <a:pt x="1396" y="2240"/>
                      <a:pt x="1387" y="2202"/>
                    </a:cubicBezTo>
                    <a:cubicBezTo>
                      <a:pt x="1378" y="2164"/>
                      <a:pt x="1406" y="2133"/>
                      <a:pt x="1420" y="2107"/>
                    </a:cubicBezTo>
                    <a:cubicBezTo>
                      <a:pt x="1434" y="2081"/>
                      <a:pt x="1428" y="2057"/>
                      <a:pt x="1426" y="2039"/>
                    </a:cubicBezTo>
                    <a:cubicBezTo>
                      <a:pt x="1424" y="2021"/>
                      <a:pt x="1427" y="2005"/>
                      <a:pt x="1427" y="2005"/>
                    </a:cubicBezTo>
                    <a:cubicBezTo>
                      <a:pt x="1427" y="2005"/>
                      <a:pt x="1431" y="1991"/>
                      <a:pt x="1450" y="1968"/>
                    </a:cubicBezTo>
                    <a:cubicBezTo>
                      <a:pt x="1513" y="1892"/>
                      <a:pt x="1509" y="1770"/>
                      <a:pt x="1508" y="1718"/>
                    </a:cubicBezTo>
                    <a:cubicBezTo>
                      <a:pt x="1507" y="1666"/>
                      <a:pt x="1491" y="1491"/>
                      <a:pt x="1478" y="1390"/>
                    </a:cubicBezTo>
                    <a:cubicBezTo>
                      <a:pt x="1465" y="1289"/>
                      <a:pt x="1433" y="1251"/>
                      <a:pt x="1408" y="1220"/>
                    </a:cubicBezTo>
                    <a:cubicBezTo>
                      <a:pt x="1384" y="1189"/>
                      <a:pt x="1373" y="1129"/>
                      <a:pt x="1373" y="1129"/>
                    </a:cubicBezTo>
                    <a:cubicBezTo>
                      <a:pt x="1406" y="1224"/>
                      <a:pt x="1501" y="1282"/>
                      <a:pt x="1506" y="1286"/>
                    </a:cubicBezTo>
                    <a:cubicBezTo>
                      <a:pt x="1511" y="1290"/>
                      <a:pt x="1515" y="1293"/>
                      <a:pt x="1514" y="1300"/>
                    </a:cubicBezTo>
                    <a:cubicBezTo>
                      <a:pt x="1514" y="1307"/>
                      <a:pt x="1524" y="1322"/>
                      <a:pt x="1531" y="1332"/>
                    </a:cubicBezTo>
                    <a:cubicBezTo>
                      <a:pt x="1538" y="1343"/>
                      <a:pt x="1535" y="1345"/>
                      <a:pt x="1532" y="1354"/>
                    </a:cubicBezTo>
                    <a:cubicBezTo>
                      <a:pt x="1529" y="1364"/>
                      <a:pt x="1527" y="1387"/>
                      <a:pt x="1528" y="1404"/>
                    </a:cubicBezTo>
                    <a:cubicBezTo>
                      <a:pt x="1530" y="1422"/>
                      <a:pt x="1532" y="1447"/>
                      <a:pt x="1539" y="1466"/>
                    </a:cubicBezTo>
                    <a:cubicBezTo>
                      <a:pt x="1545" y="1484"/>
                      <a:pt x="1545" y="1506"/>
                      <a:pt x="1545" y="1531"/>
                    </a:cubicBezTo>
                    <a:cubicBezTo>
                      <a:pt x="1546" y="1556"/>
                      <a:pt x="1571" y="1551"/>
                      <a:pt x="1571" y="1551"/>
                    </a:cubicBezTo>
                    <a:cubicBezTo>
                      <a:pt x="1569" y="1559"/>
                      <a:pt x="1573" y="1567"/>
                      <a:pt x="1573" y="1567"/>
                    </a:cubicBezTo>
                    <a:cubicBezTo>
                      <a:pt x="1573" y="1567"/>
                      <a:pt x="1572" y="1577"/>
                      <a:pt x="1576" y="1584"/>
                    </a:cubicBezTo>
                    <a:cubicBezTo>
                      <a:pt x="1580" y="1590"/>
                      <a:pt x="1590" y="1588"/>
                      <a:pt x="1590" y="1588"/>
                    </a:cubicBezTo>
                    <a:cubicBezTo>
                      <a:pt x="1590" y="1594"/>
                      <a:pt x="1593" y="1596"/>
                      <a:pt x="1593" y="1596"/>
                    </a:cubicBezTo>
                    <a:cubicBezTo>
                      <a:pt x="1602" y="1603"/>
                      <a:pt x="1621" y="1583"/>
                      <a:pt x="1631" y="1578"/>
                    </a:cubicBezTo>
                    <a:cubicBezTo>
                      <a:pt x="1641" y="1573"/>
                      <a:pt x="1651" y="1557"/>
                      <a:pt x="1658" y="1552"/>
                    </a:cubicBezTo>
                    <a:cubicBezTo>
                      <a:pt x="1664" y="1546"/>
                      <a:pt x="1674" y="1502"/>
                      <a:pt x="1675" y="1495"/>
                    </a:cubicBezTo>
                    <a:cubicBezTo>
                      <a:pt x="1676" y="1487"/>
                      <a:pt x="1672" y="1486"/>
                      <a:pt x="1688" y="1468"/>
                    </a:cubicBezTo>
                    <a:cubicBezTo>
                      <a:pt x="1704" y="1451"/>
                      <a:pt x="1677" y="1362"/>
                      <a:pt x="1671" y="1346"/>
                    </a:cubicBezTo>
                    <a:close/>
                    <a:moveTo>
                      <a:pt x="371" y="1049"/>
                    </a:moveTo>
                    <a:cubicBezTo>
                      <a:pt x="374" y="1028"/>
                      <a:pt x="391" y="998"/>
                      <a:pt x="391" y="998"/>
                    </a:cubicBezTo>
                    <a:cubicBezTo>
                      <a:pt x="390" y="1010"/>
                      <a:pt x="398" y="1026"/>
                      <a:pt x="398" y="1026"/>
                    </a:cubicBezTo>
                    <a:lnTo>
                      <a:pt x="371" y="1049"/>
                    </a:lnTo>
                    <a:close/>
                    <a:moveTo>
                      <a:pt x="1306" y="1026"/>
                    </a:moveTo>
                    <a:cubicBezTo>
                      <a:pt x="1306" y="1026"/>
                      <a:pt x="1314" y="1010"/>
                      <a:pt x="1313" y="998"/>
                    </a:cubicBezTo>
                    <a:cubicBezTo>
                      <a:pt x="1313" y="998"/>
                      <a:pt x="1329" y="1028"/>
                      <a:pt x="1333" y="1049"/>
                    </a:cubicBezTo>
                    <a:lnTo>
                      <a:pt x="1306" y="1026"/>
                    </a:lnTo>
                    <a:close/>
                  </a:path>
                </a:pathLst>
              </a:custGeom>
              <a:solidFill>
                <a:srgbClr val="7533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963" name="Freeform 7">
                <a:extLst>
                  <a:ext uri="{FF2B5EF4-FFF2-40B4-BE49-F238E27FC236}">
                    <a16:creationId xmlns:a16="http://schemas.microsoft.com/office/drawing/2014/main" id="{15EC728F-D86E-4E68-B136-D8A3903A2E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7" y="1001"/>
                <a:ext cx="51" cy="43"/>
              </a:xfrm>
              <a:custGeom>
                <a:avLst/>
                <a:gdLst>
                  <a:gd name="T0" fmla="*/ 0 w 48"/>
                  <a:gd name="T1" fmla="*/ 28 h 40"/>
                  <a:gd name="T2" fmla="*/ 49 w 48"/>
                  <a:gd name="T3" fmla="*/ 20 h 40"/>
                  <a:gd name="T4" fmla="*/ 51 w 48"/>
                  <a:gd name="T5" fmla="*/ 30 h 40"/>
                  <a:gd name="T6" fmla="*/ 0 w 48"/>
                  <a:gd name="T7" fmla="*/ 28 h 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8" h="40">
                    <a:moveTo>
                      <a:pt x="0" y="22"/>
                    </a:moveTo>
                    <a:cubicBezTo>
                      <a:pt x="0" y="22"/>
                      <a:pt x="21" y="0"/>
                      <a:pt x="40" y="17"/>
                    </a:cubicBezTo>
                    <a:cubicBezTo>
                      <a:pt x="40" y="17"/>
                      <a:pt x="48" y="20"/>
                      <a:pt x="42" y="24"/>
                    </a:cubicBezTo>
                    <a:cubicBezTo>
                      <a:pt x="36" y="28"/>
                      <a:pt x="13" y="40"/>
                      <a:pt x="0" y="22"/>
                    </a:cubicBezTo>
                    <a:close/>
                  </a:path>
                </a:pathLst>
              </a:custGeom>
              <a:solidFill>
                <a:srgbClr val="FC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964" name="Freeform 8">
                <a:extLst>
                  <a:ext uri="{FF2B5EF4-FFF2-40B4-BE49-F238E27FC236}">
                    <a16:creationId xmlns:a16="http://schemas.microsoft.com/office/drawing/2014/main" id="{BF27A780-958E-40D4-9027-01E0D2751D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4" y="1001"/>
                <a:ext cx="51" cy="43"/>
              </a:xfrm>
              <a:custGeom>
                <a:avLst/>
                <a:gdLst>
                  <a:gd name="T0" fmla="*/ 57 w 48"/>
                  <a:gd name="T1" fmla="*/ 28 h 40"/>
                  <a:gd name="T2" fmla="*/ 11 w 48"/>
                  <a:gd name="T3" fmla="*/ 20 h 40"/>
                  <a:gd name="T4" fmla="*/ 6 w 48"/>
                  <a:gd name="T5" fmla="*/ 30 h 40"/>
                  <a:gd name="T6" fmla="*/ 57 w 48"/>
                  <a:gd name="T7" fmla="*/ 28 h 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8" h="40">
                    <a:moveTo>
                      <a:pt x="48" y="22"/>
                    </a:moveTo>
                    <a:cubicBezTo>
                      <a:pt x="48" y="22"/>
                      <a:pt x="27" y="0"/>
                      <a:pt x="8" y="17"/>
                    </a:cubicBezTo>
                    <a:cubicBezTo>
                      <a:pt x="8" y="17"/>
                      <a:pt x="0" y="20"/>
                      <a:pt x="6" y="24"/>
                    </a:cubicBezTo>
                    <a:cubicBezTo>
                      <a:pt x="12" y="28"/>
                      <a:pt x="35" y="40"/>
                      <a:pt x="48" y="22"/>
                    </a:cubicBezTo>
                    <a:close/>
                  </a:path>
                </a:pathLst>
              </a:custGeom>
              <a:solidFill>
                <a:srgbClr val="FC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965" name="Freeform 9">
                <a:extLst>
                  <a:ext uri="{FF2B5EF4-FFF2-40B4-BE49-F238E27FC236}">
                    <a16:creationId xmlns:a16="http://schemas.microsoft.com/office/drawing/2014/main" id="{ADCEE107-AF01-41B4-B90E-602EE5DE46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6" y="858"/>
                <a:ext cx="1800" cy="3162"/>
              </a:xfrm>
              <a:custGeom>
                <a:avLst/>
                <a:gdLst>
                  <a:gd name="T0" fmla="*/ 1189 w 1704"/>
                  <a:gd name="T1" fmla="*/ 228 h 2996"/>
                  <a:gd name="T2" fmla="*/ 1196 w 1704"/>
                  <a:gd name="T3" fmla="*/ 292 h 2996"/>
                  <a:gd name="T4" fmla="*/ 1178 w 1704"/>
                  <a:gd name="T5" fmla="*/ 471 h 2996"/>
                  <a:gd name="T6" fmla="*/ 1843 w 1704"/>
                  <a:gd name="T7" fmla="*/ 1107 h 2996"/>
                  <a:gd name="T8" fmla="*/ 1883 w 1704"/>
                  <a:gd name="T9" fmla="*/ 1167 h 2996"/>
                  <a:gd name="T10" fmla="*/ 1944 w 1704"/>
                  <a:gd name="T11" fmla="*/ 1430 h 2996"/>
                  <a:gd name="T12" fmla="*/ 1969 w 1704"/>
                  <a:gd name="T13" fmla="*/ 1583 h 2996"/>
                  <a:gd name="T14" fmla="*/ 1954 w 1704"/>
                  <a:gd name="T15" fmla="*/ 1825 h 2996"/>
                  <a:gd name="T16" fmla="*/ 1875 w 1704"/>
                  <a:gd name="T17" fmla="*/ 1867 h 2996"/>
                  <a:gd name="T18" fmla="*/ 1853 w 1704"/>
                  <a:gd name="T19" fmla="*/ 1824 h 2996"/>
                  <a:gd name="T20" fmla="*/ 1801 w 1704"/>
                  <a:gd name="T21" fmla="*/ 1651 h 2996"/>
                  <a:gd name="T22" fmla="*/ 1784 w 1704"/>
                  <a:gd name="T23" fmla="*/ 1528 h 2996"/>
                  <a:gd name="T24" fmla="*/ 1660 w 1704"/>
                  <a:gd name="T25" fmla="*/ 1434 h 2996"/>
                  <a:gd name="T26" fmla="*/ 1709 w 1704"/>
                  <a:gd name="T27" fmla="*/ 2313 h 2996"/>
                  <a:gd name="T28" fmla="*/ 1674 w 1704"/>
                  <a:gd name="T29" fmla="*/ 2477 h 2996"/>
                  <a:gd name="T30" fmla="*/ 1633 w 1704"/>
                  <a:gd name="T31" fmla="*/ 3174 h 2996"/>
                  <a:gd name="T32" fmla="*/ 1629 w 1704"/>
                  <a:gd name="T33" fmla="*/ 3270 h 2996"/>
                  <a:gd name="T34" fmla="*/ 1765 w 1704"/>
                  <a:gd name="T35" fmla="*/ 3393 h 2996"/>
                  <a:gd name="T36" fmla="*/ 1806 w 1704"/>
                  <a:gd name="T37" fmla="*/ 3464 h 2996"/>
                  <a:gd name="T38" fmla="*/ 1714 w 1704"/>
                  <a:gd name="T39" fmla="*/ 3518 h 2996"/>
                  <a:gd name="T40" fmla="*/ 1607 w 1704"/>
                  <a:gd name="T41" fmla="*/ 3449 h 2996"/>
                  <a:gd name="T42" fmla="*/ 1400 w 1704"/>
                  <a:gd name="T43" fmla="*/ 3290 h 2996"/>
                  <a:gd name="T44" fmla="*/ 1166 w 1704"/>
                  <a:gd name="T45" fmla="*/ 2703 h 2996"/>
                  <a:gd name="T46" fmla="*/ 1178 w 1704"/>
                  <a:gd name="T47" fmla="*/ 2504 h 2996"/>
                  <a:gd name="T48" fmla="*/ 1042 w 1704"/>
                  <a:gd name="T49" fmla="*/ 2241 h 2996"/>
                  <a:gd name="T50" fmla="*/ 1008 w 1704"/>
                  <a:gd name="T51" fmla="*/ 1996 h 2996"/>
                  <a:gd name="T52" fmla="*/ 974 w 1704"/>
                  <a:gd name="T53" fmla="*/ 2159 h 2996"/>
                  <a:gd name="T54" fmla="*/ 885 w 1704"/>
                  <a:gd name="T55" fmla="*/ 2461 h 2996"/>
                  <a:gd name="T56" fmla="*/ 831 w 1704"/>
                  <a:gd name="T57" fmla="*/ 2567 h 2996"/>
                  <a:gd name="T58" fmla="*/ 649 w 1704"/>
                  <a:gd name="T59" fmla="*/ 3208 h 2996"/>
                  <a:gd name="T60" fmla="*/ 438 w 1704"/>
                  <a:gd name="T61" fmla="*/ 3415 h 2996"/>
                  <a:gd name="T62" fmla="*/ 345 w 1704"/>
                  <a:gd name="T63" fmla="*/ 3491 h 2996"/>
                  <a:gd name="T64" fmla="*/ 217 w 1704"/>
                  <a:gd name="T65" fmla="*/ 3489 h 2996"/>
                  <a:gd name="T66" fmla="*/ 227 w 1704"/>
                  <a:gd name="T67" fmla="*/ 3403 h 2996"/>
                  <a:gd name="T68" fmla="*/ 342 w 1704"/>
                  <a:gd name="T69" fmla="*/ 3314 h 2996"/>
                  <a:gd name="T70" fmla="*/ 377 w 1704"/>
                  <a:gd name="T71" fmla="*/ 3208 h 2996"/>
                  <a:gd name="T72" fmla="*/ 374 w 1704"/>
                  <a:gd name="T73" fmla="*/ 2589 h 2996"/>
                  <a:gd name="T74" fmla="*/ 327 w 1704"/>
                  <a:gd name="T75" fmla="*/ 2357 h 2996"/>
                  <a:gd name="T76" fmla="*/ 266 w 1704"/>
                  <a:gd name="T77" fmla="*/ 1634 h 2996"/>
                  <a:gd name="T78" fmla="*/ 233 w 1704"/>
                  <a:gd name="T79" fmla="*/ 1511 h 2996"/>
                  <a:gd name="T80" fmla="*/ 203 w 1704"/>
                  <a:gd name="T81" fmla="*/ 1592 h 2996"/>
                  <a:gd name="T82" fmla="*/ 186 w 1704"/>
                  <a:gd name="T83" fmla="*/ 1801 h 2996"/>
                  <a:gd name="T84" fmla="*/ 151 w 1704"/>
                  <a:gd name="T85" fmla="*/ 1863 h 2996"/>
                  <a:gd name="T86" fmla="*/ 86 w 1704"/>
                  <a:gd name="T87" fmla="*/ 1854 h 2996"/>
                  <a:gd name="T88" fmla="*/ 19 w 1704"/>
                  <a:gd name="T89" fmla="*/ 1726 h 2996"/>
                  <a:gd name="T90" fmla="*/ 67 w 1704"/>
                  <a:gd name="T91" fmla="*/ 1511 h 2996"/>
                  <a:gd name="T92" fmla="*/ 111 w 1704"/>
                  <a:gd name="T93" fmla="*/ 1197 h 2996"/>
                  <a:gd name="T94" fmla="*/ 135 w 1704"/>
                  <a:gd name="T95" fmla="*/ 1129 h 2996"/>
                  <a:gd name="T96" fmla="*/ 383 w 1704"/>
                  <a:gd name="T97" fmla="*/ 691 h 2996"/>
                  <a:gd name="T98" fmla="*/ 828 w 1704"/>
                  <a:gd name="T99" fmla="*/ 324 h 2996"/>
                  <a:gd name="T100" fmla="*/ 800 w 1704"/>
                  <a:gd name="T101" fmla="*/ 234 h 2996"/>
                  <a:gd name="T102" fmla="*/ 987 w 1704"/>
                  <a:gd name="T103" fmla="*/ 5 h 299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0" t="0" r="r" b="b"/>
                <a:pathLst>
                  <a:path w="1704" h="2996">
                    <a:moveTo>
                      <a:pt x="867" y="5"/>
                    </a:moveTo>
                    <a:cubicBezTo>
                      <a:pt x="867" y="5"/>
                      <a:pt x="1005" y="0"/>
                      <a:pt x="1012" y="146"/>
                    </a:cubicBezTo>
                    <a:cubicBezTo>
                      <a:pt x="1014" y="185"/>
                      <a:pt x="1009" y="194"/>
                      <a:pt x="1009" y="194"/>
                    </a:cubicBezTo>
                    <a:cubicBezTo>
                      <a:pt x="1009" y="194"/>
                      <a:pt x="1021" y="190"/>
                      <a:pt x="1025" y="199"/>
                    </a:cubicBezTo>
                    <a:cubicBezTo>
                      <a:pt x="1028" y="208"/>
                      <a:pt x="1025" y="216"/>
                      <a:pt x="1022" y="222"/>
                    </a:cubicBezTo>
                    <a:cubicBezTo>
                      <a:pt x="1020" y="229"/>
                      <a:pt x="1016" y="241"/>
                      <a:pt x="1015" y="248"/>
                    </a:cubicBezTo>
                    <a:cubicBezTo>
                      <a:pt x="1013" y="255"/>
                      <a:pt x="1014" y="275"/>
                      <a:pt x="1002" y="276"/>
                    </a:cubicBezTo>
                    <a:cubicBezTo>
                      <a:pt x="1002" y="276"/>
                      <a:pt x="1004" y="346"/>
                      <a:pt x="984" y="385"/>
                    </a:cubicBezTo>
                    <a:cubicBezTo>
                      <a:pt x="984" y="385"/>
                      <a:pt x="995" y="387"/>
                      <a:pt x="1000" y="401"/>
                    </a:cubicBezTo>
                    <a:cubicBezTo>
                      <a:pt x="1000" y="401"/>
                      <a:pt x="1318" y="410"/>
                      <a:pt x="1378" y="588"/>
                    </a:cubicBezTo>
                    <a:cubicBezTo>
                      <a:pt x="1384" y="605"/>
                      <a:pt x="1405" y="640"/>
                      <a:pt x="1460" y="700"/>
                    </a:cubicBezTo>
                    <a:cubicBezTo>
                      <a:pt x="1515" y="760"/>
                      <a:pt x="1554" y="837"/>
                      <a:pt x="1564" y="942"/>
                    </a:cubicBezTo>
                    <a:cubicBezTo>
                      <a:pt x="1564" y="942"/>
                      <a:pt x="1583" y="951"/>
                      <a:pt x="1589" y="961"/>
                    </a:cubicBezTo>
                    <a:cubicBezTo>
                      <a:pt x="1594" y="972"/>
                      <a:pt x="1593" y="982"/>
                      <a:pt x="1596" y="983"/>
                    </a:cubicBezTo>
                    <a:cubicBezTo>
                      <a:pt x="1598" y="983"/>
                      <a:pt x="1597" y="989"/>
                      <a:pt x="1598" y="993"/>
                    </a:cubicBezTo>
                    <a:cubicBezTo>
                      <a:pt x="1598" y="996"/>
                      <a:pt x="1598" y="999"/>
                      <a:pt x="1610" y="1018"/>
                    </a:cubicBezTo>
                    <a:cubicBezTo>
                      <a:pt x="1623" y="1036"/>
                      <a:pt x="1635" y="1073"/>
                      <a:pt x="1637" y="1110"/>
                    </a:cubicBezTo>
                    <a:cubicBezTo>
                      <a:pt x="1640" y="1148"/>
                      <a:pt x="1642" y="1198"/>
                      <a:pt x="1649" y="1217"/>
                    </a:cubicBezTo>
                    <a:cubicBezTo>
                      <a:pt x="1656" y="1236"/>
                      <a:pt x="1668" y="1264"/>
                      <a:pt x="1647" y="1286"/>
                    </a:cubicBezTo>
                    <a:cubicBezTo>
                      <a:pt x="1647" y="1286"/>
                      <a:pt x="1664" y="1288"/>
                      <a:pt x="1666" y="1304"/>
                    </a:cubicBezTo>
                    <a:cubicBezTo>
                      <a:pt x="1667" y="1320"/>
                      <a:pt x="1666" y="1330"/>
                      <a:pt x="1671" y="1346"/>
                    </a:cubicBezTo>
                    <a:cubicBezTo>
                      <a:pt x="1677" y="1362"/>
                      <a:pt x="1704" y="1451"/>
                      <a:pt x="1688" y="1468"/>
                    </a:cubicBezTo>
                    <a:cubicBezTo>
                      <a:pt x="1672" y="1486"/>
                      <a:pt x="1676" y="1487"/>
                      <a:pt x="1675" y="1495"/>
                    </a:cubicBezTo>
                    <a:cubicBezTo>
                      <a:pt x="1674" y="1502"/>
                      <a:pt x="1664" y="1546"/>
                      <a:pt x="1658" y="1552"/>
                    </a:cubicBezTo>
                    <a:cubicBezTo>
                      <a:pt x="1651" y="1557"/>
                      <a:pt x="1641" y="1573"/>
                      <a:pt x="1631" y="1578"/>
                    </a:cubicBezTo>
                    <a:cubicBezTo>
                      <a:pt x="1621" y="1583"/>
                      <a:pt x="1602" y="1603"/>
                      <a:pt x="1593" y="1596"/>
                    </a:cubicBezTo>
                    <a:cubicBezTo>
                      <a:pt x="1593" y="1596"/>
                      <a:pt x="1590" y="1594"/>
                      <a:pt x="1590" y="1588"/>
                    </a:cubicBezTo>
                    <a:cubicBezTo>
                      <a:pt x="1590" y="1588"/>
                      <a:pt x="1580" y="1590"/>
                      <a:pt x="1576" y="1584"/>
                    </a:cubicBezTo>
                    <a:cubicBezTo>
                      <a:pt x="1572" y="1577"/>
                      <a:pt x="1573" y="1567"/>
                      <a:pt x="1573" y="1567"/>
                    </a:cubicBezTo>
                    <a:cubicBezTo>
                      <a:pt x="1573" y="1567"/>
                      <a:pt x="1569" y="1559"/>
                      <a:pt x="1571" y="1551"/>
                    </a:cubicBezTo>
                    <a:cubicBezTo>
                      <a:pt x="1571" y="1551"/>
                      <a:pt x="1546" y="1556"/>
                      <a:pt x="1545" y="1531"/>
                    </a:cubicBezTo>
                    <a:cubicBezTo>
                      <a:pt x="1545" y="1506"/>
                      <a:pt x="1545" y="1484"/>
                      <a:pt x="1539" y="1466"/>
                    </a:cubicBezTo>
                    <a:cubicBezTo>
                      <a:pt x="1532" y="1447"/>
                      <a:pt x="1530" y="1422"/>
                      <a:pt x="1528" y="1404"/>
                    </a:cubicBezTo>
                    <a:cubicBezTo>
                      <a:pt x="1527" y="1387"/>
                      <a:pt x="1529" y="1364"/>
                      <a:pt x="1532" y="1354"/>
                    </a:cubicBezTo>
                    <a:cubicBezTo>
                      <a:pt x="1535" y="1345"/>
                      <a:pt x="1538" y="1343"/>
                      <a:pt x="1531" y="1332"/>
                    </a:cubicBezTo>
                    <a:cubicBezTo>
                      <a:pt x="1524" y="1322"/>
                      <a:pt x="1514" y="1307"/>
                      <a:pt x="1514" y="1300"/>
                    </a:cubicBezTo>
                    <a:cubicBezTo>
                      <a:pt x="1515" y="1293"/>
                      <a:pt x="1511" y="1290"/>
                      <a:pt x="1506" y="1286"/>
                    </a:cubicBezTo>
                    <a:cubicBezTo>
                      <a:pt x="1501" y="1282"/>
                      <a:pt x="1406" y="1224"/>
                      <a:pt x="1373" y="1129"/>
                    </a:cubicBezTo>
                    <a:cubicBezTo>
                      <a:pt x="1373" y="1129"/>
                      <a:pt x="1384" y="1189"/>
                      <a:pt x="1408" y="1220"/>
                    </a:cubicBezTo>
                    <a:cubicBezTo>
                      <a:pt x="1433" y="1251"/>
                      <a:pt x="1465" y="1289"/>
                      <a:pt x="1478" y="1390"/>
                    </a:cubicBezTo>
                    <a:cubicBezTo>
                      <a:pt x="1491" y="1491"/>
                      <a:pt x="1507" y="1666"/>
                      <a:pt x="1508" y="1718"/>
                    </a:cubicBezTo>
                    <a:cubicBezTo>
                      <a:pt x="1509" y="1770"/>
                      <a:pt x="1513" y="1892"/>
                      <a:pt x="1450" y="1968"/>
                    </a:cubicBezTo>
                    <a:cubicBezTo>
                      <a:pt x="1431" y="1991"/>
                      <a:pt x="1427" y="2005"/>
                      <a:pt x="1427" y="2005"/>
                    </a:cubicBezTo>
                    <a:cubicBezTo>
                      <a:pt x="1427" y="2005"/>
                      <a:pt x="1424" y="2021"/>
                      <a:pt x="1426" y="2039"/>
                    </a:cubicBezTo>
                    <a:cubicBezTo>
                      <a:pt x="1428" y="2057"/>
                      <a:pt x="1434" y="2081"/>
                      <a:pt x="1420" y="2107"/>
                    </a:cubicBezTo>
                    <a:cubicBezTo>
                      <a:pt x="1406" y="2133"/>
                      <a:pt x="1378" y="2164"/>
                      <a:pt x="1387" y="2202"/>
                    </a:cubicBezTo>
                    <a:cubicBezTo>
                      <a:pt x="1396" y="2240"/>
                      <a:pt x="1458" y="2431"/>
                      <a:pt x="1387" y="2660"/>
                    </a:cubicBezTo>
                    <a:cubicBezTo>
                      <a:pt x="1375" y="2697"/>
                      <a:pt x="1383" y="2690"/>
                      <a:pt x="1386" y="2699"/>
                    </a:cubicBezTo>
                    <a:cubicBezTo>
                      <a:pt x="1389" y="2708"/>
                      <a:pt x="1390" y="2721"/>
                      <a:pt x="1384" y="2729"/>
                    </a:cubicBezTo>
                    <a:cubicBezTo>
                      <a:pt x="1378" y="2737"/>
                      <a:pt x="1382" y="2755"/>
                      <a:pt x="1377" y="2763"/>
                    </a:cubicBezTo>
                    <a:cubicBezTo>
                      <a:pt x="1372" y="2771"/>
                      <a:pt x="1375" y="2777"/>
                      <a:pt x="1382" y="2781"/>
                    </a:cubicBezTo>
                    <a:cubicBezTo>
                      <a:pt x="1389" y="2785"/>
                      <a:pt x="1402" y="2801"/>
                      <a:pt x="1413" y="2819"/>
                    </a:cubicBezTo>
                    <a:cubicBezTo>
                      <a:pt x="1424" y="2837"/>
                      <a:pt x="1454" y="2856"/>
                      <a:pt x="1466" y="2867"/>
                    </a:cubicBezTo>
                    <a:cubicBezTo>
                      <a:pt x="1478" y="2878"/>
                      <a:pt x="1498" y="2886"/>
                      <a:pt x="1498" y="2886"/>
                    </a:cubicBezTo>
                    <a:cubicBezTo>
                      <a:pt x="1498" y="2886"/>
                      <a:pt x="1508" y="2890"/>
                      <a:pt x="1511" y="2895"/>
                    </a:cubicBezTo>
                    <a:cubicBezTo>
                      <a:pt x="1514" y="2900"/>
                      <a:pt x="1531" y="2900"/>
                      <a:pt x="1528" y="2919"/>
                    </a:cubicBezTo>
                    <a:cubicBezTo>
                      <a:pt x="1528" y="2919"/>
                      <a:pt x="1543" y="2929"/>
                      <a:pt x="1533" y="2947"/>
                    </a:cubicBezTo>
                    <a:cubicBezTo>
                      <a:pt x="1533" y="2947"/>
                      <a:pt x="1536" y="2965"/>
                      <a:pt x="1520" y="2968"/>
                    </a:cubicBezTo>
                    <a:cubicBezTo>
                      <a:pt x="1520" y="2968"/>
                      <a:pt x="1511" y="2986"/>
                      <a:pt x="1492" y="2977"/>
                    </a:cubicBezTo>
                    <a:cubicBezTo>
                      <a:pt x="1492" y="2977"/>
                      <a:pt x="1477" y="2996"/>
                      <a:pt x="1454" y="2992"/>
                    </a:cubicBezTo>
                    <a:cubicBezTo>
                      <a:pt x="1430" y="2989"/>
                      <a:pt x="1421" y="2969"/>
                      <a:pt x="1411" y="2969"/>
                    </a:cubicBezTo>
                    <a:cubicBezTo>
                      <a:pt x="1401" y="2969"/>
                      <a:pt x="1390" y="2969"/>
                      <a:pt x="1379" y="2950"/>
                    </a:cubicBezTo>
                    <a:cubicBezTo>
                      <a:pt x="1368" y="2931"/>
                      <a:pt x="1367" y="2936"/>
                      <a:pt x="1363" y="2933"/>
                    </a:cubicBezTo>
                    <a:cubicBezTo>
                      <a:pt x="1358" y="2931"/>
                      <a:pt x="1332" y="2905"/>
                      <a:pt x="1332" y="2905"/>
                    </a:cubicBezTo>
                    <a:cubicBezTo>
                      <a:pt x="1332" y="2905"/>
                      <a:pt x="1228" y="2918"/>
                      <a:pt x="1210" y="2871"/>
                    </a:cubicBezTo>
                    <a:cubicBezTo>
                      <a:pt x="1192" y="2825"/>
                      <a:pt x="1219" y="2811"/>
                      <a:pt x="1187" y="2798"/>
                    </a:cubicBezTo>
                    <a:cubicBezTo>
                      <a:pt x="1156" y="2785"/>
                      <a:pt x="1155" y="2747"/>
                      <a:pt x="1154" y="2729"/>
                    </a:cubicBezTo>
                    <a:cubicBezTo>
                      <a:pt x="1153" y="2710"/>
                      <a:pt x="1159" y="2694"/>
                      <a:pt x="1129" y="2666"/>
                    </a:cubicBezTo>
                    <a:cubicBezTo>
                      <a:pt x="1099" y="2638"/>
                      <a:pt x="966" y="2530"/>
                      <a:pt x="989" y="2300"/>
                    </a:cubicBezTo>
                    <a:cubicBezTo>
                      <a:pt x="996" y="2230"/>
                      <a:pt x="995" y="2196"/>
                      <a:pt x="999" y="2183"/>
                    </a:cubicBezTo>
                    <a:cubicBezTo>
                      <a:pt x="1003" y="2171"/>
                      <a:pt x="991" y="2166"/>
                      <a:pt x="992" y="2154"/>
                    </a:cubicBezTo>
                    <a:cubicBezTo>
                      <a:pt x="993" y="2141"/>
                      <a:pt x="1003" y="2137"/>
                      <a:pt x="1000" y="2130"/>
                    </a:cubicBezTo>
                    <a:cubicBezTo>
                      <a:pt x="998" y="2123"/>
                      <a:pt x="974" y="2141"/>
                      <a:pt x="952" y="2094"/>
                    </a:cubicBezTo>
                    <a:cubicBezTo>
                      <a:pt x="930" y="2046"/>
                      <a:pt x="942" y="2047"/>
                      <a:pt x="906" y="2001"/>
                    </a:cubicBezTo>
                    <a:cubicBezTo>
                      <a:pt x="870" y="1955"/>
                      <a:pt x="878" y="1936"/>
                      <a:pt x="883" y="1906"/>
                    </a:cubicBezTo>
                    <a:cubicBezTo>
                      <a:pt x="887" y="1877"/>
                      <a:pt x="891" y="1858"/>
                      <a:pt x="878" y="1837"/>
                    </a:cubicBezTo>
                    <a:cubicBezTo>
                      <a:pt x="865" y="1815"/>
                      <a:pt x="847" y="1782"/>
                      <a:pt x="861" y="1694"/>
                    </a:cubicBezTo>
                    <a:cubicBezTo>
                      <a:pt x="861" y="1694"/>
                      <a:pt x="860" y="1698"/>
                      <a:pt x="855" y="1698"/>
                    </a:cubicBezTo>
                    <a:cubicBezTo>
                      <a:pt x="849" y="1698"/>
                      <a:pt x="849" y="1698"/>
                      <a:pt x="849" y="1698"/>
                    </a:cubicBezTo>
                    <a:cubicBezTo>
                      <a:pt x="844" y="1698"/>
                      <a:pt x="843" y="1694"/>
                      <a:pt x="843" y="1694"/>
                    </a:cubicBezTo>
                    <a:cubicBezTo>
                      <a:pt x="857" y="1782"/>
                      <a:pt x="839" y="1815"/>
                      <a:pt x="826" y="1837"/>
                    </a:cubicBezTo>
                    <a:cubicBezTo>
                      <a:pt x="813" y="1858"/>
                      <a:pt x="816" y="1877"/>
                      <a:pt x="821" y="1906"/>
                    </a:cubicBezTo>
                    <a:cubicBezTo>
                      <a:pt x="826" y="1936"/>
                      <a:pt x="834" y="1955"/>
                      <a:pt x="798" y="2001"/>
                    </a:cubicBezTo>
                    <a:cubicBezTo>
                      <a:pt x="762" y="2047"/>
                      <a:pt x="773" y="2046"/>
                      <a:pt x="751" y="2094"/>
                    </a:cubicBezTo>
                    <a:cubicBezTo>
                      <a:pt x="730" y="2141"/>
                      <a:pt x="706" y="2123"/>
                      <a:pt x="704" y="2130"/>
                    </a:cubicBezTo>
                    <a:cubicBezTo>
                      <a:pt x="701" y="2137"/>
                      <a:pt x="711" y="2141"/>
                      <a:pt x="712" y="2154"/>
                    </a:cubicBezTo>
                    <a:cubicBezTo>
                      <a:pt x="713" y="2166"/>
                      <a:pt x="701" y="2171"/>
                      <a:pt x="705" y="2183"/>
                    </a:cubicBezTo>
                    <a:cubicBezTo>
                      <a:pt x="708" y="2196"/>
                      <a:pt x="707" y="2230"/>
                      <a:pt x="715" y="2300"/>
                    </a:cubicBezTo>
                    <a:cubicBezTo>
                      <a:pt x="738" y="2530"/>
                      <a:pt x="605" y="2638"/>
                      <a:pt x="575" y="2666"/>
                    </a:cubicBezTo>
                    <a:cubicBezTo>
                      <a:pt x="545" y="2694"/>
                      <a:pt x="551" y="2710"/>
                      <a:pt x="550" y="2729"/>
                    </a:cubicBezTo>
                    <a:cubicBezTo>
                      <a:pt x="549" y="2747"/>
                      <a:pt x="548" y="2785"/>
                      <a:pt x="517" y="2798"/>
                    </a:cubicBezTo>
                    <a:cubicBezTo>
                      <a:pt x="485" y="2811"/>
                      <a:pt x="512" y="2825"/>
                      <a:pt x="494" y="2871"/>
                    </a:cubicBezTo>
                    <a:cubicBezTo>
                      <a:pt x="476" y="2918"/>
                      <a:pt x="372" y="2905"/>
                      <a:pt x="372" y="2905"/>
                    </a:cubicBezTo>
                    <a:cubicBezTo>
                      <a:pt x="372" y="2905"/>
                      <a:pt x="346" y="2931"/>
                      <a:pt x="341" y="2933"/>
                    </a:cubicBezTo>
                    <a:cubicBezTo>
                      <a:pt x="337" y="2936"/>
                      <a:pt x="336" y="2931"/>
                      <a:pt x="325" y="2950"/>
                    </a:cubicBezTo>
                    <a:cubicBezTo>
                      <a:pt x="314" y="2969"/>
                      <a:pt x="302" y="2969"/>
                      <a:pt x="293" y="2969"/>
                    </a:cubicBezTo>
                    <a:cubicBezTo>
                      <a:pt x="283" y="2969"/>
                      <a:pt x="273" y="2989"/>
                      <a:pt x="250" y="2992"/>
                    </a:cubicBezTo>
                    <a:cubicBezTo>
                      <a:pt x="227" y="2996"/>
                      <a:pt x="212" y="2977"/>
                      <a:pt x="212" y="2977"/>
                    </a:cubicBezTo>
                    <a:cubicBezTo>
                      <a:pt x="192" y="2986"/>
                      <a:pt x="184" y="2968"/>
                      <a:pt x="184" y="2968"/>
                    </a:cubicBezTo>
                    <a:cubicBezTo>
                      <a:pt x="168" y="2965"/>
                      <a:pt x="171" y="2947"/>
                      <a:pt x="171" y="2947"/>
                    </a:cubicBezTo>
                    <a:cubicBezTo>
                      <a:pt x="161" y="2929"/>
                      <a:pt x="176" y="2919"/>
                      <a:pt x="176" y="2919"/>
                    </a:cubicBezTo>
                    <a:cubicBezTo>
                      <a:pt x="173" y="2900"/>
                      <a:pt x="190" y="2900"/>
                      <a:pt x="193" y="2895"/>
                    </a:cubicBezTo>
                    <a:cubicBezTo>
                      <a:pt x="196" y="2890"/>
                      <a:pt x="206" y="2886"/>
                      <a:pt x="206" y="2886"/>
                    </a:cubicBezTo>
                    <a:cubicBezTo>
                      <a:pt x="206" y="2886"/>
                      <a:pt x="226" y="2878"/>
                      <a:pt x="238" y="2867"/>
                    </a:cubicBezTo>
                    <a:cubicBezTo>
                      <a:pt x="250" y="2856"/>
                      <a:pt x="280" y="2837"/>
                      <a:pt x="291" y="2819"/>
                    </a:cubicBezTo>
                    <a:cubicBezTo>
                      <a:pt x="302" y="2801"/>
                      <a:pt x="315" y="2785"/>
                      <a:pt x="322" y="2781"/>
                    </a:cubicBezTo>
                    <a:cubicBezTo>
                      <a:pt x="329" y="2777"/>
                      <a:pt x="332" y="2771"/>
                      <a:pt x="327" y="2763"/>
                    </a:cubicBezTo>
                    <a:cubicBezTo>
                      <a:pt x="322" y="2755"/>
                      <a:pt x="326" y="2737"/>
                      <a:pt x="320" y="2729"/>
                    </a:cubicBezTo>
                    <a:cubicBezTo>
                      <a:pt x="314" y="2721"/>
                      <a:pt x="315" y="2708"/>
                      <a:pt x="318" y="2699"/>
                    </a:cubicBezTo>
                    <a:cubicBezTo>
                      <a:pt x="321" y="2690"/>
                      <a:pt x="328" y="2697"/>
                      <a:pt x="317" y="2660"/>
                    </a:cubicBezTo>
                    <a:cubicBezTo>
                      <a:pt x="246" y="2431"/>
                      <a:pt x="308" y="2240"/>
                      <a:pt x="317" y="2202"/>
                    </a:cubicBezTo>
                    <a:cubicBezTo>
                      <a:pt x="326" y="2164"/>
                      <a:pt x="298" y="2133"/>
                      <a:pt x="284" y="2107"/>
                    </a:cubicBezTo>
                    <a:cubicBezTo>
                      <a:pt x="270" y="2081"/>
                      <a:pt x="276" y="2057"/>
                      <a:pt x="278" y="2039"/>
                    </a:cubicBezTo>
                    <a:cubicBezTo>
                      <a:pt x="280" y="2021"/>
                      <a:pt x="277" y="2005"/>
                      <a:pt x="277" y="2005"/>
                    </a:cubicBezTo>
                    <a:cubicBezTo>
                      <a:pt x="277" y="2005"/>
                      <a:pt x="273" y="1991"/>
                      <a:pt x="254" y="1968"/>
                    </a:cubicBezTo>
                    <a:cubicBezTo>
                      <a:pt x="191" y="1892"/>
                      <a:pt x="195" y="1770"/>
                      <a:pt x="196" y="1718"/>
                    </a:cubicBezTo>
                    <a:cubicBezTo>
                      <a:pt x="197" y="1666"/>
                      <a:pt x="213" y="1491"/>
                      <a:pt x="226" y="1390"/>
                    </a:cubicBezTo>
                    <a:cubicBezTo>
                      <a:pt x="239" y="1289"/>
                      <a:pt x="271" y="1251"/>
                      <a:pt x="296" y="1220"/>
                    </a:cubicBezTo>
                    <a:cubicBezTo>
                      <a:pt x="320" y="1189"/>
                      <a:pt x="331" y="1129"/>
                      <a:pt x="331" y="1129"/>
                    </a:cubicBezTo>
                    <a:cubicBezTo>
                      <a:pt x="298" y="1224"/>
                      <a:pt x="203" y="1282"/>
                      <a:pt x="198" y="1286"/>
                    </a:cubicBezTo>
                    <a:cubicBezTo>
                      <a:pt x="193" y="1290"/>
                      <a:pt x="189" y="1293"/>
                      <a:pt x="190" y="1300"/>
                    </a:cubicBezTo>
                    <a:cubicBezTo>
                      <a:pt x="190" y="1307"/>
                      <a:pt x="180" y="1322"/>
                      <a:pt x="173" y="1332"/>
                    </a:cubicBezTo>
                    <a:cubicBezTo>
                      <a:pt x="166" y="1343"/>
                      <a:pt x="169" y="1345"/>
                      <a:pt x="172" y="1354"/>
                    </a:cubicBezTo>
                    <a:cubicBezTo>
                      <a:pt x="175" y="1364"/>
                      <a:pt x="177" y="1387"/>
                      <a:pt x="176" y="1404"/>
                    </a:cubicBezTo>
                    <a:cubicBezTo>
                      <a:pt x="174" y="1422"/>
                      <a:pt x="172" y="1447"/>
                      <a:pt x="165" y="1466"/>
                    </a:cubicBezTo>
                    <a:cubicBezTo>
                      <a:pt x="159" y="1484"/>
                      <a:pt x="159" y="1506"/>
                      <a:pt x="158" y="1531"/>
                    </a:cubicBezTo>
                    <a:cubicBezTo>
                      <a:pt x="158" y="1556"/>
                      <a:pt x="133" y="1551"/>
                      <a:pt x="133" y="1551"/>
                    </a:cubicBezTo>
                    <a:cubicBezTo>
                      <a:pt x="135" y="1559"/>
                      <a:pt x="131" y="1567"/>
                      <a:pt x="131" y="1567"/>
                    </a:cubicBezTo>
                    <a:cubicBezTo>
                      <a:pt x="131" y="1567"/>
                      <a:pt x="132" y="1577"/>
                      <a:pt x="128" y="1584"/>
                    </a:cubicBezTo>
                    <a:cubicBezTo>
                      <a:pt x="124" y="1590"/>
                      <a:pt x="114" y="1588"/>
                      <a:pt x="114" y="1588"/>
                    </a:cubicBezTo>
                    <a:cubicBezTo>
                      <a:pt x="114" y="1594"/>
                      <a:pt x="110" y="1596"/>
                      <a:pt x="110" y="1596"/>
                    </a:cubicBezTo>
                    <a:cubicBezTo>
                      <a:pt x="102" y="1603"/>
                      <a:pt x="83" y="1583"/>
                      <a:pt x="73" y="1578"/>
                    </a:cubicBezTo>
                    <a:cubicBezTo>
                      <a:pt x="63" y="1573"/>
                      <a:pt x="53" y="1557"/>
                      <a:pt x="46" y="1552"/>
                    </a:cubicBezTo>
                    <a:cubicBezTo>
                      <a:pt x="40" y="1546"/>
                      <a:pt x="30" y="1502"/>
                      <a:pt x="29" y="1495"/>
                    </a:cubicBezTo>
                    <a:cubicBezTo>
                      <a:pt x="28" y="1487"/>
                      <a:pt x="32" y="1486"/>
                      <a:pt x="16" y="1468"/>
                    </a:cubicBezTo>
                    <a:cubicBezTo>
                      <a:pt x="0" y="1451"/>
                      <a:pt x="27" y="1362"/>
                      <a:pt x="32" y="1346"/>
                    </a:cubicBezTo>
                    <a:cubicBezTo>
                      <a:pt x="38" y="1330"/>
                      <a:pt x="37" y="1320"/>
                      <a:pt x="38" y="1304"/>
                    </a:cubicBezTo>
                    <a:cubicBezTo>
                      <a:pt x="39" y="1288"/>
                      <a:pt x="57" y="1286"/>
                      <a:pt x="57" y="1286"/>
                    </a:cubicBezTo>
                    <a:cubicBezTo>
                      <a:pt x="36" y="1264"/>
                      <a:pt x="48" y="1236"/>
                      <a:pt x="55" y="1217"/>
                    </a:cubicBezTo>
                    <a:cubicBezTo>
                      <a:pt x="62" y="1198"/>
                      <a:pt x="64" y="1148"/>
                      <a:pt x="67" y="1110"/>
                    </a:cubicBezTo>
                    <a:cubicBezTo>
                      <a:pt x="69" y="1073"/>
                      <a:pt x="81" y="1036"/>
                      <a:pt x="94" y="1018"/>
                    </a:cubicBezTo>
                    <a:cubicBezTo>
                      <a:pt x="106" y="999"/>
                      <a:pt x="106" y="996"/>
                      <a:pt x="106" y="993"/>
                    </a:cubicBezTo>
                    <a:cubicBezTo>
                      <a:pt x="107" y="989"/>
                      <a:pt x="106" y="983"/>
                      <a:pt x="108" y="983"/>
                    </a:cubicBezTo>
                    <a:cubicBezTo>
                      <a:pt x="110" y="982"/>
                      <a:pt x="110" y="972"/>
                      <a:pt x="115" y="961"/>
                    </a:cubicBezTo>
                    <a:cubicBezTo>
                      <a:pt x="121" y="951"/>
                      <a:pt x="140" y="942"/>
                      <a:pt x="140" y="942"/>
                    </a:cubicBezTo>
                    <a:cubicBezTo>
                      <a:pt x="150" y="837"/>
                      <a:pt x="188" y="760"/>
                      <a:pt x="243" y="700"/>
                    </a:cubicBezTo>
                    <a:cubicBezTo>
                      <a:pt x="298" y="640"/>
                      <a:pt x="320" y="605"/>
                      <a:pt x="326" y="588"/>
                    </a:cubicBezTo>
                    <a:cubicBezTo>
                      <a:pt x="385" y="410"/>
                      <a:pt x="704" y="401"/>
                      <a:pt x="704" y="401"/>
                    </a:cubicBezTo>
                    <a:cubicBezTo>
                      <a:pt x="709" y="387"/>
                      <a:pt x="720" y="385"/>
                      <a:pt x="720" y="385"/>
                    </a:cubicBezTo>
                    <a:cubicBezTo>
                      <a:pt x="700" y="346"/>
                      <a:pt x="702" y="276"/>
                      <a:pt x="702" y="276"/>
                    </a:cubicBezTo>
                    <a:cubicBezTo>
                      <a:pt x="690" y="275"/>
                      <a:pt x="690" y="255"/>
                      <a:pt x="689" y="248"/>
                    </a:cubicBezTo>
                    <a:cubicBezTo>
                      <a:pt x="688" y="241"/>
                      <a:pt x="684" y="229"/>
                      <a:pt x="681" y="222"/>
                    </a:cubicBezTo>
                    <a:cubicBezTo>
                      <a:pt x="679" y="216"/>
                      <a:pt x="676" y="208"/>
                      <a:pt x="679" y="199"/>
                    </a:cubicBezTo>
                    <a:cubicBezTo>
                      <a:pt x="683" y="190"/>
                      <a:pt x="695" y="194"/>
                      <a:pt x="695" y="194"/>
                    </a:cubicBezTo>
                    <a:cubicBezTo>
                      <a:pt x="695" y="194"/>
                      <a:pt x="690" y="185"/>
                      <a:pt x="692" y="146"/>
                    </a:cubicBezTo>
                    <a:cubicBezTo>
                      <a:pt x="698" y="0"/>
                      <a:pt x="837" y="5"/>
                      <a:pt x="837" y="5"/>
                    </a:cubicBezTo>
                    <a:lnTo>
                      <a:pt x="867" y="5"/>
                    </a:lnTo>
                    <a:close/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966" name="Freeform 10">
                <a:extLst>
                  <a:ext uri="{FF2B5EF4-FFF2-40B4-BE49-F238E27FC236}">
                    <a16:creationId xmlns:a16="http://schemas.microsoft.com/office/drawing/2014/main" id="{B5C5D7F6-678C-47D8-9DBC-8FCE323AE7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8" y="1911"/>
                <a:ext cx="29" cy="54"/>
              </a:xfrm>
              <a:custGeom>
                <a:avLst/>
                <a:gdLst>
                  <a:gd name="T0" fmla="*/ 25 w 27"/>
                  <a:gd name="T1" fmla="*/ 0 h 51"/>
                  <a:gd name="T2" fmla="*/ 0 w 27"/>
                  <a:gd name="T3" fmla="*/ 60 h 51"/>
                  <a:gd name="T4" fmla="*/ 33 w 27"/>
                  <a:gd name="T5" fmla="*/ 34 h 51"/>
                  <a:gd name="T6" fmla="*/ 25 w 27"/>
                  <a:gd name="T7" fmla="*/ 0 h 5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7" h="51">
                    <a:moveTo>
                      <a:pt x="20" y="0"/>
                    </a:moveTo>
                    <a:cubicBezTo>
                      <a:pt x="20" y="0"/>
                      <a:pt x="3" y="30"/>
                      <a:pt x="0" y="51"/>
                    </a:cubicBezTo>
                    <a:cubicBezTo>
                      <a:pt x="27" y="28"/>
                      <a:pt x="27" y="28"/>
                      <a:pt x="27" y="28"/>
                    </a:cubicBezTo>
                    <a:cubicBezTo>
                      <a:pt x="27" y="28"/>
                      <a:pt x="19" y="12"/>
                      <a:pt x="20" y="0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967" name="Freeform 11">
                <a:extLst>
                  <a:ext uri="{FF2B5EF4-FFF2-40B4-BE49-F238E27FC236}">
                    <a16:creationId xmlns:a16="http://schemas.microsoft.com/office/drawing/2014/main" id="{B065756C-B89B-479D-9AA9-D2B448FCB7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5" y="1817"/>
                <a:ext cx="37" cy="98"/>
              </a:xfrm>
              <a:custGeom>
                <a:avLst/>
                <a:gdLst>
                  <a:gd name="T0" fmla="*/ 41 w 35"/>
                  <a:gd name="T1" fmla="*/ 0 h 93"/>
                  <a:gd name="T2" fmla="*/ 26 w 35"/>
                  <a:gd name="T3" fmla="*/ 39 h 93"/>
                  <a:gd name="T4" fmla="*/ 3 w 35"/>
                  <a:gd name="T5" fmla="*/ 109 h 9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5" h="93">
                    <a:moveTo>
                      <a:pt x="35" y="0"/>
                    </a:moveTo>
                    <a:cubicBezTo>
                      <a:pt x="35" y="0"/>
                      <a:pt x="31" y="22"/>
                      <a:pt x="23" y="33"/>
                    </a:cubicBezTo>
                    <a:cubicBezTo>
                      <a:pt x="15" y="44"/>
                      <a:pt x="0" y="66"/>
                      <a:pt x="3" y="93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968" name="Freeform 12">
                <a:extLst>
                  <a:ext uri="{FF2B5EF4-FFF2-40B4-BE49-F238E27FC236}">
                    <a16:creationId xmlns:a16="http://schemas.microsoft.com/office/drawing/2014/main" id="{202B68A8-AC1D-43F4-BE27-B94DE3742F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4" y="1965"/>
                <a:ext cx="44" cy="87"/>
              </a:xfrm>
              <a:custGeom>
                <a:avLst/>
                <a:gdLst>
                  <a:gd name="T0" fmla="*/ 48 w 42"/>
                  <a:gd name="T1" fmla="*/ 0 h 82"/>
                  <a:gd name="T2" fmla="*/ 0 w 42"/>
                  <a:gd name="T3" fmla="*/ 98 h 8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2" h="82">
                    <a:moveTo>
                      <a:pt x="42" y="0"/>
                    </a:moveTo>
                    <a:cubicBezTo>
                      <a:pt x="42" y="0"/>
                      <a:pt x="10" y="19"/>
                      <a:pt x="0" y="82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969" name="Freeform 13">
                <a:extLst>
                  <a:ext uri="{FF2B5EF4-FFF2-40B4-BE49-F238E27FC236}">
                    <a16:creationId xmlns:a16="http://schemas.microsoft.com/office/drawing/2014/main" id="{DB7A6040-DF59-4BA6-A53C-D5BD47E5D6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4" y="1463"/>
                <a:ext cx="429" cy="568"/>
              </a:xfrm>
              <a:custGeom>
                <a:avLst/>
                <a:gdLst>
                  <a:gd name="T0" fmla="*/ 167 w 407"/>
                  <a:gd name="T1" fmla="*/ 0 h 539"/>
                  <a:gd name="T2" fmla="*/ 111 w 407"/>
                  <a:gd name="T3" fmla="*/ 157 h 539"/>
                  <a:gd name="T4" fmla="*/ 81 w 407"/>
                  <a:gd name="T5" fmla="*/ 212 h 539"/>
                  <a:gd name="T6" fmla="*/ 16 w 407"/>
                  <a:gd name="T7" fmla="*/ 408 h 539"/>
                  <a:gd name="T8" fmla="*/ 201 w 407"/>
                  <a:gd name="T9" fmla="*/ 606 h 539"/>
                  <a:gd name="T10" fmla="*/ 476 w 407"/>
                  <a:gd name="T11" fmla="*/ 492 h 53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07" h="539">
                    <a:moveTo>
                      <a:pt x="142" y="0"/>
                    </a:moveTo>
                    <a:cubicBezTo>
                      <a:pt x="142" y="0"/>
                      <a:pt x="107" y="112"/>
                      <a:pt x="95" y="134"/>
                    </a:cubicBezTo>
                    <a:cubicBezTo>
                      <a:pt x="83" y="156"/>
                      <a:pt x="73" y="171"/>
                      <a:pt x="69" y="181"/>
                    </a:cubicBezTo>
                    <a:cubicBezTo>
                      <a:pt x="66" y="191"/>
                      <a:pt x="0" y="267"/>
                      <a:pt x="13" y="348"/>
                    </a:cubicBezTo>
                    <a:cubicBezTo>
                      <a:pt x="25" y="429"/>
                      <a:pt x="59" y="497"/>
                      <a:pt x="172" y="518"/>
                    </a:cubicBezTo>
                    <a:cubicBezTo>
                      <a:pt x="286" y="539"/>
                      <a:pt x="379" y="474"/>
                      <a:pt x="407" y="42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970" name="Freeform 14">
                <a:extLst>
                  <a:ext uri="{FF2B5EF4-FFF2-40B4-BE49-F238E27FC236}">
                    <a16:creationId xmlns:a16="http://schemas.microsoft.com/office/drawing/2014/main" id="{143A27AA-E8A7-4089-B0D3-20B3F137F4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2" y="1933"/>
                <a:ext cx="63" cy="31"/>
              </a:xfrm>
              <a:custGeom>
                <a:avLst/>
                <a:gdLst>
                  <a:gd name="T0" fmla="*/ 0 w 60"/>
                  <a:gd name="T1" fmla="*/ 35 h 29"/>
                  <a:gd name="T2" fmla="*/ 69 w 60"/>
                  <a:gd name="T3" fmla="*/ 17 h 2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0" h="29">
                    <a:moveTo>
                      <a:pt x="0" y="29"/>
                    </a:moveTo>
                    <a:cubicBezTo>
                      <a:pt x="0" y="29"/>
                      <a:pt x="40" y="0"/>
                      <a:pt x="60" y="14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971" name="Freeform 15">
                <a:extLst>
                  <a:ext uri="{FF2B5EF4-FFF2-40B4-BE49-F238E27FC236}">
                    <a16:creationId xmlns:a16="http://schemas.microsoft.com/office/drawing/2014/main" id="{821AB75C-2469-4E54-9AAD-D32864D1B8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9" y="1861"/>
                <a:ext cx="11" cy="7"/>
              </a:xfrm>
              <a:custGeom>
                <a:avLst/>
                <a:gdLst>
                  <a:gd name="T0" fmla="*/ 0 w 11"/>
                  <a:gd name="T1" fmla="*/ 7 h 7"/>
                  <a:gd name="T2" fmla="*/ 11 w 11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7">
                    <a:moveTo>
                      <a:pt x="0" y="7"/>
                    </a:moveTo>
                    <a:cubicBezTo>
                      <a:pt x="3" y="4"/>
                      <a:pt x="7" y="2"/>
                      <a:pt x="11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972" name="Freeform 16">
                <a:extLst>
                  <a:ext uri="{FF2B5EF4-FFF2-40B4-BE49-F238E27FC236}">
                    <a16:creationId xmlns:a16="http://schemas.microsoft.com/office/drawing/2014/main" id="{D42AF846-9972-4BEF-AEF8-37652063E4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9" y="1872"/>
                <a:ext cx="4" cy="5"/>
              </a:xfrm>
              <a:custGeom>
                <a:avLst/>
                <a:gdLst>
                  <a:gd name="T0" fmla="*/ 0 w 4"/>
                  <a:gd name="T1" fmla="*/ 5 h 5"/>
                  <a:gd name="T2" fmla="*/ 4 w 4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5">
                    <a:moveTo>
                      <a:pt x="0" y="5"/>
                    </a:moveTo>
                    <a:cubicBezTo>
                      <a:pt x="1" y="4"/>
                      <a:pt x="2" y="2"/>
                      <a:pt x="4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973" name="Freeform 17">
                <a:extLst>
                  <a:ext uri="{FF2B5EF4-FFF2-40B4-BE49-F238E27FC236}">
                    <a16:creationId xmlns:a16="http://schemas.microsoft.com/office/drawing/2014/main" id="{D11B483A-E8BD-49C4-83E5-4F4B89A416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4" y="1881"/>
                <a:ext cx="185" cy="108"/>
              </a:xfrm>
              <a:custGeom>
                <a:avLst/>
                <a:gdLst>
                  <a:gd name="T0" fmla="*/ 195 w 175"/>
                  <a:gd name="T1" fmla="*/ 27 h 103"/>
                  <a:gd name="T2" fmla="*/ 201 w 175"/>
                  <a:gd name="T3" fmla="*/ 73 h 103"/>
                  <a:gd name="T4" fmla="*/ 84 w 175"/>
                  <a:gd name="T5" fmla="*/ 100 h 103"/>
                  <a:gd name="T6" fmla="*/ 13 w 175"/>
                  <a:gd name="T7" fmla="*/ 5 h 103"/>
                  <a:gd name="T8" fmla="*/ 15 w 175"/>
                  <a:gd name="T9" fmla="*/ 0 h 10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5" h="103">
                    <a:moveTo>
                      <a:pt x="165" y="24"/>
                    </a:moveTo>
                    <a:cubicBezTo>
                      <a:pt x="172" y="37"/>
                      <a:pt x="175" y="51"/>
                      <a:pt x="170" y="64"/>
                    </a:cubicBezTo>
                    <a:cubicBezTo>
                      <a:pt x="159" y="93"/>
                      <a:pt x="115" y="103"/>
                      <a:pt x="71" y="87"/>
                    </a:cubicBezTo>
                    <a:cubicBezTo>
                      <a:pt x="27" y="70"/>
                      <a:pt x="0" y="34"/>
                      <a:pt x="10" y="5"/>
                    </a:cubicBezTo>
                    <a:cubicBezTo>
                      <a:pt x="11" y="3"/>
                      <a:pt x="12" y="2"/>
                      <a:pt x="12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974" name="Freeform 18">
                <a:extLst>
                  <a:ext uri="{FF2B5EF4-FFF2-40B4-BE49-F238E27FC236}">
                    <a16:creationId xmlns:a16="http://schemas.microsoft.com/office/drawing/2014/main" id="{7B921DB3-9BB2-45E3-A951-0AB5920567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8" y="1857"/>
                <a:ext cx="64" cy="40"/>
              </a:xfrm>
              <a:custGeom>
                <a:avLst/>
                <a:gdLst>
                  <a:gd name="T0" fmla="*/ 0 w 61"/>
                  <a:gd name="T1" fmla="*/ 0 h 38"/>
                  <a:gd name="T2" fmla="*/ 15 w 61"/>
                  <a:gd name="T3" fmla="*/ 4 h 38"/>
                  <a:gd name="T4" fmla="*/ 70 w 61"/>
                  <a:gd name="T5" fmla="*/ 44 h 3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1" h="38">
                    <a:moveTo>
                      <a:pt x="0" y="0"/>
                    </a:moveTo>
                    <a:cubicBezTo>
                      <a:pt x="4" y="1"/>
                      <a:pt x="8" y="2"/>
                      <a:pt x="12" y="4"/>
                    </a:cubicBezTo>
                    <a:cubicBezTo>
                      <a:pt x="33" y="11"/>
                      <a:pt x="50" y="24"/>
                      <a:pt x="61" y="38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975" name="Freeform 19">
                <a:extLst>
                  <a:ext uri="{FF2B5EF4-FFF2-40B4-BE49-F238E27FC236}">
                    <a16:creationId xmlns:a16="http://schemas.microsoft.com/office/drawing/2014/main" id="{F5870481-F8E4-40A4-B517-E2AE1D81CE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3" y="1853"/>
                <a:ext cx="21" cy="1"/>
              </a:xfrm>
              <a:custGeom>
                <a:avLst/>
                <a:gdLst>
                  <a:gd name="T0" fmla="*/ 0 w 20"/>
                  <a:gd name="T1" fmla="*/ 0 h 1"/>
                  <a:gd name="T2" fmla="*/ 23 w 20"/>
                  <a:gd name="T3" fmla="*/ 1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1">
                    <a:moveTo>
                      <a:pt x="0" y="0"/>
                    </a:moveTo>
                    <a:cubicBezTo>
                      <a:pt x="7" y="0"/>
                      <a:pt x="14" y="0"/>
                      <a:pt x="20" y="1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976" name="Freeform 20">
                <a:extLst>
                  <a:ext uri="{FF2B5EF4-FFF2-40B4-BE49-F238E27FC236}">
                    <a16:creationId xmlns:a16="http://schemas.microsoft.com/office/drawing/2014/main" id="{D258A726-39ED-4525-8A50-0771B5CDF6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8" y="1951"/>
                <a:ext cx="209" cy="204"/>
              </a:xfrm>
              <a:custGeom>
                <a:avLst/>
                <a:gdLst>
                  <a:gd name="T0" fmla="*/ 0 w 198"/>
                  <a:gd name="T1" fmla="*/ 0 h 193"/>
                  <a:gd name="T2" fmla="*/ 6 w 198"/>
                  <a:gd name="T3" fmla="*/ 35 h 193"/>
                  <a:gd name="T4" fmla="*/ 98 w 198"/>
                  <a:gd name="T5" fmla="*/ 156 h 193"/>
                  <a:gd name="T6" fmla="*/ 233 w 198"/>
                  <a:gd name="T7" fmla="*/ 228 h 19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8" h="193">
                    <a:moveTo>
                      <a:pt x="0" y="0"/>
                    </a:moveTo>
                    <a:cubicBezTo>
                      <a:pt x="0" y="0"/>
                      <a:pt x="6" y="16"/>
                      <a:pt x="6" y="29"/>
                    </a:cubicBezTo>
                    <a:cubicBezTo>
                      <a:pt x="6" y="42"/>
                      <a:pt x="34" y="109"/>
                      <a:pt x="83" y="132"/>
                    </a:cubicBezTo>
                    <a:cubicBezTo>
                      <a:pt x="132" y="154"/>
                      <a:pt x="176" y="175"/>
                      <a:pt x="198" y="193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977" name="Freeform 21">
                <a:extLst>
                  <a:ext uri="{FF2B5EF4-FFF2-40B4-BE49-F238E27FC236}">
                    <a16:creationId xmlns:a16="http://schemas.microsoft.com/office/drawing/2014/main" id="{F4C2C5D7-4088-417E-90D0-BFDC15BB2D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6" y="2091"/>
                <a:ext cx="201" cy="272"/>
              </a:xfrm>
              <a:custGeom>
                <a:avLst/>
                <a:gdLst>
                  <a:gd name="T0" fmla="*/ 0 w 190"/>
                  <a:gd name="T1" fmla="*/ 0 h 258"/>
                  <a:gd name="T2" fmla="*/ 58 w 190"/>
                  <a:gd name="T3" fmla="*/ 67 h 258"/>
                  <a:gd name="T4" fmla="*/ 225 w 190"/>
                  <a:gd name="T5" fmla="*/ 303 h 25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0" h="258">
                    <a:moveTo>
                      <a:pt x="0" y="0"/>
                    </a:moveTo>
                    <a:cubicBezTo>
                      <a:pt x="0" y="0"/>
                      <a:pt x="37" y="32"/>
                      <a:pt x="49" y="58"/>
                    </a:cubicBezTo>
                    <a:cubicBezTo>
                      <a:pt x="62" y="85"/>
                      <a:pt x="96" y="190"/>
                      <a:pt x="190" y="258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978" name="Freeform 22">
                <a:extLst>
                  <a:ext uri="{FF2B5EF4-FFF2-40B4-BE49-F238E27FC236}">
                    <a16:creationId xmlns:a16="http://schemas.microsoft.com/office/drawing/2014/main" id="{B40E0EB5-C225-441A-A559-C3872DE74C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2" y="2179"/>
                <a:ext cx="475" cy="470"/>
              </a:xfrm>
              <a:custGeom>
                <a:avLst/>
                <a:gdLst>
                  <a:gd name="T0" fmla="*/ 532 w 449"/>
                  <a:gd name="T1" fmla="*/ 524 h 445"/>
                  <a:gd name="T2" fmla="*/ 511 w 449"/>
                  <a:gd name="T3" fmla="*/ 475 h 445"/>
                  <a:gd name="T4" fmla="*/ 478 w 449"/>
                  <a:gd name="T5" fmla="*/ 418 h 445"/>
                  <a:gd name="T6" fmla="*/ 404 w 449"/>
                  <a:gd name="T7" fmla="*/ 361 h 445"/>
                  <a:gd name="T8" fmla="*/ 244 w 449"/>
                  <a:gd name="T9" fmla="*/ 227 h 445"/>
                  <a:gd name="T10" fmla="*/ 129 w 449"/>
                  <a:gd name="T11" fmla="*/ 91 h 445"/>
                  <a:gd name="T12" fmla="*/ 0 w 449"/>
                  <a:gd name="T13" fmla="*/ 0 h 44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49" h="445">
                    <a:moveTo>
                      <a:pt x="449" y="445"/>
                    </a:moveTo>
                    <a:cubicBezTo>
                      <a:pt x="449" y="445"/>
                      <a:pt x="436" y="418"/>
                      <a:pt x="432" y="403"/>
                    </a:cubicBezTo>
                    <a:cubicBezTo>
                      <a:pt x="428" y="387"/>
                      <a:pt x="422" y="369"/>
                      <a:pt x="404" y="355"/>
                    </a:cubicBezTo>
                    <a:cubicBezTo>
                      <a:pt x="386" y="341"/>
                      <a:pt x="362" y="317"/>
                      <a:pt x="341" y="307"/>
                    </a:cubicBezTo>
                    <a:cubicBezTo>
                      <a:pt x="320" y="297"/>
                      <a:pt x="233" y="243"/>
                      <a:pt x="206" y="193"/>
                    </a:cubicBezTo>
                    <a:cubicBezTo>
                      <a:pt x="180" y="144"/>
                      <a:pt x="139" y="120"/>
                      <a:pt x="109" y="77"/>
                    </a:cubicBezTo>
                    <a:cubicBezTo>
                      <a:pt x="80" y="33"/>
                      <a:pt x="27" y="4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979" name="Freeform 23">
                <a:extLst>
                  <a:ext uri="{FF2B5EF4-FFF2-40B4-BE49-F238E27FC236}">
                    <a16:creationId xmlns:a16="http://schemas.microsoft.com/office/drawing/2014/main" id="{74CE85D7-51CB-46AC-8B00-0FD8DA2965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0" y="2247"/>
                <a:ext cx="196" cy="37"/>
              </a:xfrm>
              <a:custGeom>
                <a:avLst/>
                <a:gdLst>
                  <a:gd name="T0" fmla="*/ 220 w 185"/>
                  <a:gd name="T1" fmla="*/ 41 h 35"/>
                  <a:gd name="T2" fmla="*/ 68 w 185"/>
                  <a:gd name="T3" fmla="*/ 13 h 35"/>
                  <a:gd name="T4" fmla="*/ 0 w 185"/>
                  <a:gd name="T5" fmla="*/ 3 h 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5" h="35">
                    <a:moveTo>
                      <a:pt x="185" y="35"/>
                    </a:moveTo>
                    <a:cubicBezTo>
                      <a:pt x="185" y="35"/>
                      <a:pt x="111" y="0"/>
                      <a:pt x="57" y="10"/>
                    </a:cubicBezTo>
                    <a:cubicBezTo>
                      <a:pt x="4" y="20"/>
                      <a:pt x="0" y="3"/>
                      <a:pt x="0" y="3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980" name="Freeform 24">
                <a:extLst>
                  <a:ext uri="{FF2B5EF4-FFF2-40B4-BE49-F238E27FC236}">
                    <a16:creationId xmlns:a16="http://schemas.microsoft.com/office/drawing/2014/main" id="{60BEFE6B-6AE7-47E1-93B4-91C70E11E6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5" y="2460"/>
                <a:ext cx="233" cy="51"/>
              </a:xfrm>
              <a:custGeom>
                <a:avLst/>
                <a:gdLst>
                  <a:gd name="T0" fmla="*/ 0 w 221"/>
                  <a:gd name="T1" fmla="*/ 57 h 48"/>
                  <a:gd name="T2" fmla="*/ 199 w 221"/>
                  <a:gd name="T3" fmla="*/ 41 h 48"/>
                  <a:gd name="T4" fmla="*/ 259 w 221"/>
                  <a:gd name="T5" fmla="*/ 46 h 4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1" h="48">
                    <a:moveTo>
                      <a:pt x="0" y="48"/>
                    </a:moveTo>
                    <a:cubicBezTo>
                      <a:pt x="99" y="0"/>
                      <a:pt x="149" y="40"/>
                      <a:pt x="170" y="35"/>
                    </a:cubicBezTo>
                    <a:cubicBezTo>
                      <a:pt x="191" y="31"/>
                      <a:pt x="221" y="38"/>
                      <a:pt x="221" y="38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981" name="Freeform 25">
                <a:extLst>
                  <a:ext uri="{FF2B5EF4-FFF2-40B4-BE49-F238E27FC236}">
                    <a16:creationId xmlns:a16="http://schemas.microsoft.com/office/drawing/2014/main" id="{96CD2E5A-4B6A-41DC-946C-DA2FFCC70C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5" y="1588"/>
                <a:ext cx="48" cy="103"/>
              </a:xfrm>
              <a:custGeom>
                <a:avLst/>
                <a:gdLst>
                  <a:gd name="T0" fmla="*/ 51 w 46"/>
                  <a:gd name="T1" fmla="*/ 116 h 97"/>
                  <a:gd name="T2" fmla="*/ 0 w 46"/>
                  <a:gd name="T3" fmla="*/ 0 h 9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6" h="97">
                    <a:moveTo>
                      <a:pt x="45" y="97"/>
                    </a:moveTo>
                    <a:cubicBezTo>
                      <a:pt x="45" y="97"/>
                      <a:pt x="46" y="49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982" name="Freeform 26">
                <a:extLst>
                  <a:ext uri="{FF2B5EF4-FFF2-40B4-BE49-F238E27FC236}">
                    <a16:creationId xmlns:a16="http://schemas.microsoft.com/office/drawing/2014/main" id="{D4BF0584-4697-43D9-BE7A-09E2BC6F7F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1" y="1618"/>
                <a:ext cx="95" cy="36"/>
              </a:xfrm>
              <a:custGeom>
                <a:avLst/>
                <a:gdLst>
                  <a:gd name="T0" fmla="*/ 106 w 90"/>
                  <a:gd name="T1" fmla="*/ 40 h 34"/>
                  <a:gd name="T2" fmla="*/ 67 w 90"/>
                  <a:gd name="T3" fmla="*/ 28 h 34"/>
                  <a:gd name="T4" fmla="*/ 0 w 90"/>
                  <a:gd name="T5" fmla="*/ 0 h 3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0" h="34">
                    <a:moveTo>
                      <a:pt x="90" y="34"/>
                    </a:moveTo>
                    <a:cubicBezTo>
                      <a:pt x="90" y="34"/>
                      <a:pt x="73" y="22"/>
                      <a:pt x="57" y="24"/>
                    </a:cubicBezTo>
                    <a:cubicBezTo>
                      <a:pt x="40" y="25"/>
                      <a:pt x="12" y="15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983" name="Freeform 27">
                <a:extLst>
                  <a:ext uri="{FF2B5EF4-FFF2-40B4-BE49-F238E27FC236}">
                    <a16:creationId xmlns:a16="http://schemas.microsoft.com/office/drawing/2014/main" id="{83A38EE3-68D5-42E7-81A1-D8A37B56D6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1" y="1790"/>
                <a:ext cx="115" cy="56"/>
              </a:xfrm>
              <a:custGeom>
                <a:avLst/>
                <a:gdLst>
                  <a:gd name="T0" fmla="*/ 128 w 109"/>
                  <a:gd name="T1" fmla="*/ 0 h 53"/>
                  <a:gd name="T2" fmla="*/ 0 w 109"/>
                  <a:gd name="T3" fmla="*/ 62 h 5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9" h="53">
                    <a:moveTo>
                      <a:pt x="109" y="0"/>
                    </a:moveTo>
                    <a:cubicBezTo>
                      <a:pt x="109" y="0"/>
                      <a:pt x="32" y="40"/>
                      <a:pt x="0" y="53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984" name="Freeform 28">
                <a:extLst>
                  <a:ext uri="{FF2B5EF4-FFF2-40B4-BE49-F238E27FC236}">
                    <a16:creationId xmlns:a16="http://schemas.microsoft.com/office/drawing/2014/main" id="{2294779F-115C-4238-BAB3-574E80CB23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5" y="1857"/>
                <a:ext cx="47" cy="77"/>
              </a:xfrm>
              <a:custGeom>
                <a:avLst/>
                <a:gdLst>
                  <a:gd name="T0" fmla="*/ 0 w 44"/>
                  <a:gd name="T1" fmla="*/ 0 h 73"/>
                  <a:gd name="T2" fmla="*/ 20 w 44"/>
                  <a:gd name="T3" fmla="*/ 24 h 73"/>
                  <a:gd name="T4" fmla="*/ 51 w 44"/>
                  <a:gd name="T5" fmla="*/ 85 h 7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4" h="73">
                    <a:moveTo>
                      <a:pt x="0" y="0"/>
                    </a:moveTo>
                    <a:cubicBezTo>
                      <a:pt x="0" y="0"/>
                      <a:pt x="3" y="16"/>
                      <a:pt x="17" y="21"/>
                    </a:cubicBezTo>
                    <a:cubicBezTo>
                      <a:pt x="31" y="27"/>
                      <a:pt x="44" y="54"/>
                      <a:pt x="42" y="73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985" name="Freeform 29">
                <a:extLst>
                  <a:ext uri="{FF2B5EF4-FFF2-40B4-BE49-F238E27FC236}">
                    <a16:creationId xmlns:a16="http://schemas.microsoft.com/office/drawing/2014/main" id="{7AE52F37-7988-4F15-9CFE-A589F702B4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5" y="1894"/>
                <a:ext cx="20" cy="6"/>
              </a:xfrm>
              <a:custGeom>
                <a:avLst/>
                <a:gdLst>
                  <a:gd name="T0" fmla="*/ 0 w 19"/>
                  <a:gd name="T1" fmla="*/ 0 h 5"/>
                  <a:gd name="T2" fmla="*/ 22 w 19"/>
                  <a:gd name="T3" fmla="*/ 6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5">
                    <a:moveTo>
                      <a:pt x="0" y="0"/>
                    </a:moveTo>
                    <a:cubicBezTo>
                      <a:pt x="0" y="0"/>
                      <a:pt x="11" y="5"/>
                      <a:pt x="19" y="3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986" name="Freeform 30">
                <a:extLst>
                  <a:ext uri="{FF2B5EF4-FFF2-40B4-BE49-F238E27FC236}">
                    <a16:creationId xmlns:a16="http://schemas.microsoft.com/office/drawing/2014/main" id="{94A978BB-5285-4701-853B-D3D3F4F550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0" y="2382"/>
                <a:ext cx="58" cy="155"/>
              </a:xfrm>
              <a:custGeom>
                <a:avLst/>
                <a:gdLst>
                  <a:gd name="T0" fmla="*/ 41 w 55"/>
                  <a:gd name="T1" fmla="*/ 172 h 147"/>
                  <a:gd name="T2" fmla="*/ 28 w 55"/>
                  <a:gd name="T3" fmla="*/ 131 h 147"/>
                  <a:gd name="T4" fmla="*/ 16 w 55"/>
                  <a:gd name="T5" fmla="*/ 116 h 147"/>
                  <a:gd name="T6" fmla="*/ 4 w 55"/>
                  <a:gd name="T7" fmla="*/ 91 h 147"/>
                  <a:gd name="T8" fmla="*/ 3 w 55"/>
                  <a:gd name="T9" fmla="*/ 78 h 147"/>
                  <a:gd name="T10" fmla="*/ 3 w 55"/>
                  <a:gd name="T11" fmla="*/ 44 h 147"/>
                  <a:gd name="T12" fmla="*/ 13 w 55"/>
                  <a:gd name="T13" fmla="*/ 24 h 147"/>
                  <a:gd name="T14" fmla="*/ 34 w 55"/>
                  <a:gd name="T15" fmla="*/ 0 h 147"/>
                  <a:gd name="T16" fmla="*/ 39 w 55"/>
                  <a:gd name="T17" fmla="*/ 15 h 147"/>
                  <a:gd name="T18" fmla="*/ 64 w 55"/>
                  <a:gd name="T19" fmla="*/ 125 h 14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5" h="147">
                    <a:moveTo>
                      <a:pt x="35" y="147"/>
                    </a:moveTo>
                    <a:cubicBezTo>
                      <a:pt x="35" y="147"/>
                      <a:pt x="37" y="123"/>
                      <a:pt x="25" y="112"/>
                    </a:cubicBezTo>
                    <a:cubicBezTo>
                      <a:pt x="13" y="102"/>
                      <a:pt x="13" y="105"/>
                      <a:pt x="13" y="99"/>
                    </a:cubicBezTo>
                    <a:cubicBezTo>
                      <a:pt x="13" y="93"/>
                      <a:pt x="8" y="82"/>
                      <a:pt x="4" y="78"/>
                    </a:cubicBezTo>
                    <a:cubicBezTo>
                      <a:pt x="1" y="75"/>
                      <a:pt x="1" y="72"/>
                      <a:pt x="3" y="66"/>
                    </a:cubicBezTo>
                    <a:cubicBezTo>
                      <a:pt x="4" y="60"/>
                      <a:pt x="5" y="44"/>
                      <a:pt x="3" y="38"/>
                    </a:cubicBezTo>
                    <a:cubicBezTo>
                      <a:pt x="0" y="31"/>
                      <a:pt x="6" y="26"/>
                      <a:pt x="10" y="21"/>
                    </a:cubicBezTo>
                    <a:cubicBezTo>
                      <a:pt x="14" y="16"/>
                      <a:pt x="28" y="0"/>
                      <a:pt x="28" y="0"/>
                    </a:cubicBezTo>
                    <a:cubicBezTo>
                      <a:pt x="28" y="0"/>
                      <a:pt x="33" y="2"/>
                      <a:pt x="33" y="12"/>
                    </a:cubicBezTo>
                    <a:cubicBezTo>
                      <a:pt x="33" y="21"/>
                      <a:pt x="16" y="94"/>
                      <a:pt x="55" y="107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987" name="Freeform 31">
                <a:extLst>
                  <a:ext uri="{FF2B5EF4-FFF2-40B4-BE49-F238E27FC236}">
                    <a16:creationId xmlns:a16="http://schemas.microsoft.com/office/drawing/2014/main" id="{F14DC854-4CB4-451A-90A9-6165C5D42D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2" y="2372"/>
                <a:ext cx="36" cy="32"/>
              </a:xfrm>
              <a:custGeom>
                <a:avLst/>
                <a:gdLst>
                  <a:gd name="T0" fmla="*/ 0 w 35"/>
                  <a:gd name="T1" fmla="*/ 3 h 30"/>
                  <a:gd name="T2" fmla="*/ 38 w 35"/>
                  <a:gd name="T3" fmla="*/ 36 h 3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5" h="30">
                    <a:moveTo>
                      <a:pt x="0" y="3"/>
                    </a:moveTo>
                    <a:cubicBezTo>
                      <a:pt x="0" y="3"/>
                      <a:pt x="25" y="0"/>
                      <a:pt x="35" y="3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988" name="Freeform 32">
                <a:extLst>
                  <a:ext uri="{FF2B5EF4-FFF2-40B4-BE49-F238E27FC236}">
                    <a16:creationId xmlns:a16="http://schemas.microsoft.com/office/drawing/2014/main" id="{086A156E-94DA-467C-A75A-F87AC64BBF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1" y="2456"/>
                <a:ext cx="31" cy="31"/>
              </a:xfrm>
              <a:custGeom>
                <a:avLst/>
                <a:gdLst>
                  <a:gd name="T0" fmla="*/ 30 w 30"/>
                  <a:gd name="T1" fmla="*/ 26 h 30"/>
                  <a:gd name="T2" fmla="*/ 7 w 30"/>
                  <a:gd name="T3" fmla="*/ 28 h 30"/>
                  <a:gd name="T4" fmla="*/ 18 w 30"/>
                  <a:gd name="T5" fmla="*/ 0 h 30"/>
                  <a:gd name="T6" fmla="*/ 30 w 30"/>
                  <a:gd name="T7" fmla="*/ 26 h 3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0" h="30">
                    <a:moveTo>
                      <a:pt x="27" y="23"/>
                    </a:moveTo>
                    <a:cubicBezTo>
                      <a:pt x="27" y="23"/>
                      <a:pt x="14" y="30"/>
                      <a:pt x="7" y="25"/>
                    </a:cubicBezTo>
                    <a:cubicBezTo>
                      <a:pt x="7" y="25"/>
                      <a:pt x="0" y="0"/>
                      <a:pt x="15" y="0"/>
                    </a:cubicBezTo>
                    <a:cubicBezTo>
                      <a:pt x="30" y="0"/>
                      <a:pt x="27" y="23"/>
                      <a:pt x="27" y="23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989" name="Freeform 33">
                <a:extLst>
                  <a:ext uri="{FF2B5EF4-FFF2-40B4-BE49-F238E27FC236}">
                    <a16:creationId xmlns:a16="http://schemas.microsoft.com/office/drawing/2014/main" id="{8E32EECC-A1FE-4A28-9A74-1D23C48557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6" y="2525"/>
                <a:ext cx="25" cy="19"/>
              </a:xfrm>
              <a:custGeom>
                <a:avLst/>
                <a:gdLst>
                  <a:gd name="T0" fmla="*/ 0 w 23"/>
                  <a:gd name="T1" fmla="*/ 6 h 18"/>
                  <a:gd name="T2" fmla="*/ 18 w 23"/>
                  <a:gd name="T3" fmla="*/ 5 h 18"/>
                  <a:gd name="T4" fmla="*/ 29 w 23"/>
                  <a:gd name="T5" fmla="*/ 21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18">
                    <a:moveTo>
                      <a:pt x="0" y="6"/>
                    </a:moveTo>
                    <a:cubicBezTo>
                      <a:pt x="0" y="6"/>
                      <a:pt x="6" y="0"/>
                      <a:pt x="15" y="5"/>
                    </a:cubicBezTo>
                    <a:cubicBezTo>
                      <a:pt x="23" y="9"/>
                      <a:pt x="23" y="18"/>
                      <a:pt x="23" y="18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990" name="Freeform 34">
                <a:extLst>
                  <a:ext uri="{FF2B5EF4-FFF2-40B4-BE49-F238E27FC236}">
                    <a16:creationId xmlns:a16="http://schemas.microsoft.com/office/drawing/2014/main" id="{844BE3D5-5A62-4086-8039-CBF3269F08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8" y="2470"/>
                <a:ext cx="47" cy="46"/>
              </a:xfrm>
              <a:custGeom>
                <a:avLst/>
                <a:gdLst>
                  <a:gd name="T0" fmla="*/ 53 w 44"/>
                  <a:gd name="T1" fmla="*/ 50 h 44"/>
                  <a:gd name="T2" fmla="*/ 24 w 44"/>
                  <a:gd name="T3" fmla="*/ 27 h 44"/>
                  <a:gd name="T4" fmla="*/ 0 w 44"/>
                  <a:gd name="T5" fmla="*/ 0 h 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4" h="44">
                    <a:moveTo>
                      <a:pt x="44" y="44"/>
                    </a:moveTo>
                    <a:cubicBezTo>
                      <a:pt x="44" y="44"/>
                      <a:pt x="38" y="29"/>
                      <a:pt x="20" y="24"/>
                    </a:cubicBezTo>
                    <a:cubicBezTo>
                      <a:pt x="20" y="24"/>
                      <a:pt x="18" y="10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991" name="Freeform 35">
                <a:extLst>
                  <a:ext uri="{FF2B5EF4-FFF2-40B4-BE49-F238E27FC236}">
                    <a16:creationId xmlns:a16="http://schemas.microsoft.com/office/drawing/2014/main" id="{0B0053A1-9E09-4C4D-8B83-182ACF719E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2" y="2454"/>
                <a:ext cx="26" cy="22"/>
              </a:xfrm>
              <a:custGeom>
                <a:avLst/>
                <a:gdLst>
                  <a:gd name="T0" fmla="*/ 28 w 25"/>
                  <a:gd name="T1" fmla="*/ 24 h 21"/>
                  <a:gd name="T2" fmla="*/ 16 w 25"/>
                  <a:gd name="T3" fmla="*/ 18 h 21"/>
                  <a:gd name="T4" fmla="*/ 0 w 25"/>
                  <a:gd name="T5" fmla="*/ 0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21">
                    <a:moveTo>
                      <a:pt x="25" y="21"/>
                    </a:moveTo>
                    <a:cubicBezTo>
                      <a:pt x="25" y="21"/>
                      <a:pt x="19" y="17"/>
                      <a:pt x="13" y="15"/>
                    </a:cubicBezTo>
                    <a:cubicBezTo>
                      <a:pt x="8" y="14"/>
                      <a:pt x="7" y="4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992" name="Freeform 36">
                <a:extLst>
                  <a:ext uri="{FF2B5EF4-FFF2-40B4-BE49-F238E27FC236}">
                    <a16:creationId xmlns:a16="http://schemas.microsoft.com/office/drawing/2014/main" id="{04C3D14B-CDBE-46CD-84DD-E991EF6285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6" y="2402"/>
                <a:ext cx="21" cy="63"/>
              </a:xfrm>
              <a:custGeom>
                <a:avLst/>
                <a:gdLst>
                  <a:gd name="T0" fmla="*/ 0 w 20"/>
                  <a:gd name="T1" fmla="*/ 69 h 60"/>
                  <a:gd name="T2" fmla="*/ 5 w 20"/>
                  <a:gd name="T3" fmla="*/ 46 h 60"/>
                  <a:gd name="T4" fmla="*/ 14 w 20"/>
                  <a:gd name="T5" fmla="*/ 23 h 60"/>
                  <a:gd name="T6" fmla="*/ 23 w 20"/>
                  <a:gd name="T7" fmla="*/ 0 h 6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60">
                    <a:moveTo>
                      <a:pt x="0" y="60"/>
                    </a:moveTo>
                    <a:cubicBezTo>
                      <a:pt x="0" y="60"/>
                      <a:pt x="7" y="50"/>
                      <a:pt x="5" y="40"/>
                    </a:cubicBezTo>
                    <a:cubicBezTo>
                      <a:pt x="4" y="30"/>
                      <a:pt x="7" y="25"/>
                      <a:pt x="11" y="20"/>
                    </a:cubicBezTo>
                    <a:cubicBezTo>
                      <a:pt x="15" y="15"/>
                      <a:pt x="19" y="7"/>
                      <a:pt x="20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993" name="Freeform 37">
                <a:extLst>
                  <a:ext uri="{FF2B5EF4-FFF2-40B4-BE49-F238E27FC236}">
                    <a16:creationId xmlns:a16="http://schemas.microsoft.com/office/drawing/2014/main" id="{A2775B4E-DCF5-4716-A669-0D6603875A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7" y="2422"/>
                <a:ext cx="11" cy="20"/>
              </a:xfrm>
              <a:custGeom>
                <a:avLst/>
                <a:gdLst>
                  <a:gd name="T0" fmla="*/ 0 w 11"/>
                  <a:gd name="T1" fmla="*/ 0 h 19"/>
                  <a:gd name="T2" fmla="*/ 2 w 11"/>
                  <a:gd name="T3" fmla="*/ 17 h 19"/>
                  <a:gd name="T4" fmla="*/ 11 w 11"/>
                  <a:gd name="T5" fmla="*/ 22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9">
                    <a:moveTo>
                      <a:pt x="0" y="0"/>
                    </a:moveTo>
                    <a:cubicBezTo>
                      <a:pt x="0" y="0"/>
                      <a:pt x="3" y="9"/>
                      <a:pt x="2" y="14"/>
                    </a:cubicBezTo>
                    <a:cubicBezTo>
                      <a:pt x="2" y="18"/>
                      <a:pt x="11" y="19"/>
                      <a:pt x="11" y="19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994" name="Freeform 38">
                <a:extLst>
                  <a:ext uri="{FF2B5EF4-FFF2-40B4-BE49-F238E27FC236}">
                    <a16:creationId xmlns:a16="http://schemas.microsoft.com/office/drawing/2014/main" id="{4F31C3A7-C46F-4EA8-AC9D-EA6EC570B5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7" y="1264"/>
                <a:ext cx="76" cy="53"/>
              </a:xfrm>
              <a:custGeom>
                <a:avLst/>
                <a:gdLst>
                  <a:gd name="T0" fmla="*/ 0 w 72"/>
                  <a:gd name="T1" fmla="*/ 0 h 50"/>
                  <a:gd name="T2" fmla="*/ 84 w 72"/>
                  <a:gd name="T3" fmla="*/ 59 h 5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2" h="50">
                    <a:moveTo>
                      <a:pt x="0" y="0"/>
                    </a:moveTo>
                    <a:cubicBezTo>
                      <a:pt x="0" y="0"/>
                      <a:pt x="9" y="32"/>
                      <a:pt x="72" y="5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995" name="Freeform 39">
                <a:extLst>
                  <a:ext uri="{FF2B5EF4-FFF2-40B4-BE49-F238E27FC236}">
                    <a16:creationId xmlns:a16="http://schemas.microsoft.com/office/drawing/2014/main" id="{D08BEC19-2DCB-4CFD-9BAE-E5512D6C7F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9" y="1262"/>
                <a:ext cx="10" cy="43"/>
              </a:xfrm>
              <a:custGeom>
                <a:avLst/>
                <a:gdLst>
                  <a:gd name="T0" fmla="*/ 4 w 9"/>
                  <a:gd name="T1" fmla="*/ 0 h 41"/>
                  <a:gd name="T2" fmla="*/ 0 w 9"/>
                  <a:gd name="T3" fmla="*/ 47 h 4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41">
                    <a:moveTo>
                      <a:pt x="4" y="0"/>
                    </a:moveTo>
                    <a:cubicBezTo>
                      <a:pt x="4" y="0"/>
                      <a:pt x="9" y="21"/>
                      <a:pt x="0" y="41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996" name="Oval 40">
                <a:extLst>
                  <a:ext uri="{FF2B5EF4-FFF2-40B4-BE49-F238E27FC236}">
                    <a16:creationId xmlns:a16="http://schemas.microsoft.com/office/drawing/2014/main" id="{14427C4A-CAEF-44CC-9AFE-9C6FEAC427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31" y="1013"/>
                <a:ext cx="22" cy="21"/>
              </a:xfrm>
              <a:prstGeom prst="ellipse">
                <a:avLst/>
              </a:prstGeom>
              <a:solidFill>
                <a:srgbClr val="2A110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997" name="Oval 41">
                <a:extLst>
                  <a:ext uri="{FF2B5EF4-FFF2-40B4-BE49-F238E27FC236}">
                    <a16:creationId xmlns:a16="http://schemas.microsoft.com/office/drawing/2014/main" id="{80004D06-90E9-48EC-B005-6766882BBF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38" y="1020"/>
                <a:ext cx="8" cy="7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998" name="Freeform 42">
                <a:extLst>
                  <a:ext uri="{FF2B5EF4-FFF2-40B4-BE49-F238E27FC236}">
                    <a16:creationId xmlns:a16="http://schemas.microsoft.com/office/drawing/2014/main" id="{B9ACBE40-5FA8-46E9-AE85-90A45931C5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3" y="995"/>
                <a:ext cx="48" cy="22"/>
              </a:xfrm>
              <a:custGeom>
                <a:avLst/>
                <a:gdLst>
                  <a:gd name="T0" fmla="*/ 54 w 45"/>
                  <a:gd name="T1" fmla="*/ 22 h 21"/>
                  <a:gd name="T2" fmla="*/ 0 w 45"/>
                  <a:gd name="T3" fmla="*/ 24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5" h="21">
                    <a:moveTo>
                      <a:pt x="45" y="19"/>
                    </a:moveTo>
                    <a:cubicBezTo>
                      <a:pt x="45" y="19"/>
                      <a:pt x="26" y="0"/>
                      <a:pt x="0" y="21"/>
                    </a:cubicBezTo>
                  </a:path>
                </a:pathLst>
              </a:custGeom>
              <a:noFill/>
              <a:ln w="3175" cap="flat">
                <a:solidFill>
                  <a:srgbClr val="5A2218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999" name="Freeform 43">
                <a:extLst>
                  <a:ext uri="{FF2B5EF4-FFF2-40B4-BE49-F238E27FC236}">
                    <a16:creationId xmlns:a16="http://schemas.microsoft.com/office/drawing/2014/main" id="{B46DD9E1-D757-4B0E-9ECB-2DAAFBFAFF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7" y="971"/>
                <a:ext cx="56" cy="21"/>
              </a:xfrm>
              <a:custGeom>
                <a:avLst/>
                <a:gdLst>
                  <a:gd name="T0" fmla="*/ 62 w 53"/>
                  <a:gd name="T1" fmla="*/ 18 h 20"/>
                  <a:gd name="T2" fmla="*/ 0 w 53"/>
                  <a:gd name="T3" fmla="*/ 19 h 20"/>
                  <a:gd name="T4" fmla="*/ 35 w 53"/>
                  <a:gd name="T5" fmla="*/ 14 h 20"/>
                  <a:gd name="T6" fmla="*/ 62 w 53"/>
                  <a:gd name="T7" fmla="*/ 18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3" h="20">
                    <a:moveTo>
                      <a:pt x="53" y="15"/>
                    </a:moveTo>
                    <a:cubicBezTo>
                      <a:pt x="52" y="3"/>
                      <a:pt x="19" y="0"/>
                      <a:pt x="0" y="16"/>
                    </a:cubicBezTo>
                    <a:cubicBezTo>
                      <a:pt x="0" y="16"/>
                      <a:pt x="16" y="8"/>
                      <a:pt x="29" y="11"/>
                    </a:cubicBezTo>
                    <a:cubicBezTo>
                      <a:pt x="42" y="15"/>
                      <a:pt x="53" y="20"/>
                      <a:pt x="53" y="15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000" name="Freeform 44">
                <a:extLst>
                  <a:ext uri="{FF2B5EF4-FFF2-40B4-BE49-F238E27FC236}">
                    <a16:creationId xmlns:a16="http://schemas.microsoft.com/office/drawing/2014/main" id="{BAE43439-244A-43DE-A130-197F0C5B59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3" y="992"/>
                <a:ext cx="26" cy="59"/>
              </a:xfrm>
              <a:custGeom>
                <a:avLst/>
                <a:gdLst>
                  <a:gd name="T0" fmla="*/ 0 w 24"/>
                  <a:gd name="T1" fmla="*/ 65 h 56"/>
                  <a:gd name="T2" fmla="*/ 3 w 24"/>
                  <a:gd name="T3" fmla="*/ 0 h 56"/>
                  <a:gd name="T4" fmla="*/ 0 w 24"/>
                  <a:gd name="T5" fmla="*/ 65 h 5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56">
                    <a:moveTo>
                      <a:pt x="0" y="56"/>
                    </a:moveTo>
                    <a:cubicBezTo>
                      <a:pt x="20" y="29"/>
                      <a:pt x="3" y="0"/>
                      <a:pt x="3" y="0"/>
                    </a:cubicBezTo>
                    <a:cubicBezTo>
                      <a:pt x="3" y="0"/>
                      <a:pt x="24" y="30"/>
                      <a:pt x="0" y="56"/>
                    </a:cubicBezTo>
                    <a:close/>
                  </a:path>
                </a:pathLst>
              </a:custGeom>
              <a:solidFill>
                <a:srgbClr val="5A22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001" name="Freeform 45">
                <a:extLst>
                  <a:ext uri="{FF2B5EF4-FFF2-40B4-BE49-F238E27FC236}">
                    <a16:creationId xmlns:a16="http://schemas.microsoft.com/office/drawing/2014/main" id="{2AA72FD2-CD23-4946-B4C5-37B1628EA5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3" y="1058"/>
                <a:ext cx="15" cy="32"/>
              </a:xfrm>
              <a:custGeom>
                <a:avLst/>
                <a:gdLst>
                  <a:gd name="T0" fmla="*/ 17 w 14"/>
                  <a:gd name="T1" fmla="*/ 36 h 30"/>
                  <a:gd name="T2" fmla="*/ 10 w 14"/>
                  <a:gd name="T3" fmla="*/ 15 h 30"/>
                  <a:gd name="T4" fmla="*/ 14 w 14"/>
                  <a:gd name="T5" fmla="*/ 0 h 30"/>
                  <a:gd name="T6" fmla="*/ 5 w 14"/>
                  <a:gd name="T7" fmla="*/ 14 h 30"/>
                  <a:gd name="T8" fmla="*/ 17 w 14"/>
                  <a:gd name="T9" fmla="*/ 36 h 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30">
                    <a:moveTo>
                      <a:pt x="14" y="30"/>
                    </a:moveTo>
                    <a:cubicBezTo>
                      <a:pt x="3" y="29"/>
                      <a:pt x="5" y="17"/>
                      <a:pt x="7" y="12"/>
                    </a:cubicBezTo>
                    <a:cubicBezTo>
                      <a:pt x="9" y="7"/>
                      <a:pt x="11" y="0"/>
                      <a:pt x="11" y="0"/>
                    </a:cubicBezTo>
                    <a:cubicBezTo>
                      <a:pt x="11" y="0"/>
                      <a:pt x="7" y="8"/>
                      <a:pt x="5" y="11"/>
                    </a:cubicBezTo>
                    <a:cubicBezTo>
                      <a:pt x="2" y="15"/>
                      <a:pt x="0" y="28"/>
                      <a:pt x="14" y="30"/>
                    </a:cubicBezTo>
                    <a:close/>
                  </a:path>
                </a:pathLst>
              </a:custGeom>
              <a:solidFill>
                <a:srgbClr val="5A22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002" name="Freeform 46">
                <a:extLst>
                  <a:ext uri="{FF2B5EF4-FFF2-40B4-BE49-F238E27FC236}">
                    <a16:creationId xmlns:a16="http://schemas.microsoft.com/office/drawing/2014/main" id="{33167F9C-4780-45BB-8891-4667221349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8" y="1075"/>
                <a:ext cx="18" cy="11"/>
              </a:xfrm>
              <a:custGeom>
                <a:avLst/>
                <a:gdLst>
                  <a:gd name="T0" fmla="*/ 5 w 17"/>
                  <a:gd name="T1" fmla="*/ 0 h 10"/>
                  <a:gd name="T2" fmla="*/ 20 w 17"/>
                  <a:gd name="T3" fmla="*/ 12 h 10"/>
                  <a:gd name="T4" fmla="*/ 14 w 17"/>
                  <a:gd name="T5" fmla="*/ 12 h 10"/>
                  <a:gd name="T6" fmla="*/ 5 w 17"/>
                  <a:gd name="T7" fmla="*/ 0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10">
                    <a:moveTo>
                      <a:pt x="5" y="0"/>
                    </a:moveTo>
                    <a:cubicBezTo>
                      <a:pt x="5" y="0"/>
                      <a:pt x="9" y="7"/>
                      <a:pt x="17" y="9"/>
                    </a:cubicBezTo>
                    <a:cubicBezTo>
                      <a:pt x="17" y="9"/>
                      <a:pt x="15" y="10"/>
                      <a:pt x="11" y="9"/>
                    </a:cubicBezTo>
                    <a:cubicBezTo>
                      <a:pt x="7" y="8"/>
                      <a:pt x="0" y="6"/>
                      <a:pt x="5" y="0"/>
                    </a:cubicBezTo>
                    <a:close/>
                  </a:path>
                </a:pathLst>
              </a:custGeom>
              <a:solidFill>
                <a:srgbClr val="5A22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003" name="Freeform 47">
                <a:extLst>
                  <a:ext uri="{FF2B5EF4-FFF2-40B4-BE49-F238E27FC236}">
                    <a16:creationId xmlns:a16="http://schemas.microsoft.com/office/drawing/2014/main" id="{F3C23271-401D-4C35-81A7-31F834C39B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3" y="1059"/>
                <a:ext cx="10" cy="18"/>
              </a:xfrm>
              <a:custGeom>
                <a:avLst/>
                <a:gdLst>
                  <a:gd name="T0" fmla="*/ 10 w 10"/>
                  <a:gd name="T1" fmla="*/ 18 h 17"/>
                  <a:gd name="T2" fmla="*/ 5 w 10"/>
                  <a:gd name="T3" fmla="*/ 0 h 17"/>
                  <a:gd name="T4" fmla="*/ 9 w 10"/>
                  <a:gd name="T5" fmla="*/ 20 h 17"/>
                  <a:gd name="T6" fmla="*/ 10 w 10"/>
                  <a:gd name="T7" fmla="*/ 18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17">
                    <a:moveTo>
                      <a:pt x="10" y="15"/>
                    </a:moveTo>
                    <a:cubicBezTo>
                      <a:pt x="10" y="15"/>
                      <a:pt x="3" y="12"/>
                      <a:pt x="5" y="0"/>
                    </a:cubicBezTo>
                    <a:cubicBezTo>
                      <a:pt x="5" y="0"/>
                      <a:pt x="0" y="9"/>
                      <a:pt x="9" y="17"/>
                    </a:cubicBezTo>
                    <a:lnTo>
                      <a:pt x="10" y="15"/>
                    </a:lnTo>
                    <a:close/>
                  </a:path>
                </a:pathLst>
              </a:custGeom>
              <a:solidFill>
                <a:srgbClr val="5A22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004" name="Freeform 48">
                <a:extLst>
                  <a:ext uri="{FF2B5EF4-FFF2-40B4-BE49-F238E27FC236}">
                    <a16:creationId xmlns:a16="http://schemas.microsoft.com/office/drawing/2014/main" id="{11EFCCE7-980B-47D8-8BAE-7C8DCA712D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0" y="1139"/>
                <a:ext cx="6" cy="21"/>
              </a:xfrm>
              <a:custGeom>
                <a:avLst/>
                <a:gdLst>
                  <a:gd name="T0" fmla="*/ 6 w 6"/>
                  <a:gd name="T1" fmla="*/ 0 h 20"/>
                  <a:gd name="T2" fmla="*/ 6 w 6"/>
                  <a:gd name="T3" fmla="*/ 23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20">
                    <a:moveTo>
                      <a:pt x="6" y="0"/>
                    </a:moveTo>
                    <a:cubicBezTo>
                      <a:pt x="6" y="0"/>
                      <a:pt x="0" y="5"/>
                      <a:pt x="6" y="20"/>
                    </a:cubicBezTo>
                  </a:path>
                </a:pathLst>
              </a:custGeom>
              <a:noFill/>
              <a:ln w="3175" cap="flat">
                <a:solidFill>
                  <a:srgbClr val="5A2218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005" name="Freeform 49">
                <a:extLst>
                  <a:ext uri="{FF2B5EF4-FFF2-40B4-BE49-F238E27FC236}">
                    <a16:creationId xmlns:a16="http://schemas.microsoft.com/office/drawing/2014/main" id="{06E4BF0C-39CB-47E8-AA2F-EFD3C15802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1" y="1069"/>
                <a:ext cx="9" cy="65"/>
              </a:xfrm>
              <a:custGeom>
                <a:avLst/>
                <a:gdLst>
                  <a:gd name="T0" fmla="*/ 11 w 8"/>
                  <a:gd name="T1" fmla="*/ 0 h 62"/>
                  <a:gd name="T2" fmla="*/ 2 w 8"/>
                  <a:gd name="T3" fmla="*/ 14 h 62"/>
                  <a:gd name="T4" fmla="*/ 1 w 8"/>
                  <a:gd name="T5" fmla="*/ 30 h 62"/>
                  <a:gd name="T6" fmla="*/ 8 w 8"/>
                  <a:gd name="T7" fmla="*/ 50 h 62"/>
                  <a:gd name="T8" fmla="*/ 9 w 8"/>
                  <a:gd name="T9" fmla="*/ 71 h 62"/>
                  <a:gd name="T10" fmla="*/ 9 w 8"/>
                  <a:gd name="T11" fmla="*/ 63 h 62"/>
                  <a:gd name="T12" fmla="*/ 9 w 8"/>
                  <a:gd name="T13" fmla="*/ 49 h 62"/>
                  <a:gd name="T14" fmla="*/ 7 w 8"/>
                  <a:gd name="T15" fmla="*/ 30 h 62"/>
                  <a:gd name="T16" fmla="*/ 3 w 8"/>
                  <a:gd name="T17" fmla="*/ 19 h 62"/>
                  <a:gd name="T18" fmla="*/ 7 w 8"/>
                  <a:gd name="T19" fmla="*/ 10 h 62"/>
                  <a:gd name="T20" fmla="*/ 9 w 8"/>
                  <a:gd name="T21" fmla="*/ 3 h 6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" h="62">
                    <a:moveTo>
                      <a:pt x="8" y="0"/>
                    </a:moveTo>
                    <a:cubicBezTo>
                      <a:pt x="5" y="3"/>
                      <a:pt x="4" y="7"/>
                      <a:pt x="2" y="11"/>
                    </a:cubicBezTo>
                    <a:cubicBezTo>
                      <a:pt x="0" y="16"/>
                      <a:pt x="0" y="22"/>
                      <a:pt x="1" y="27"/>
                    </a:cubicBezTo>
                    <a:cubicBezTo>
                      <a:pt x="2" y="33"/>
                      <a:pt x="4" y="38"/>
                      <a:pt x="5" y="44"/>
                    </a:cubicBezTo>
                    <a:cubicBezTo>
                      <a:pt x="6" y="50"/>
                      <a:pt x="6" y="56"/>
                      <a:pt x="6" y="62"/>
                    </a:cubicBezTo>
                    <a:cubicBezTo>
                      <a:pt x="5" y="60"/>
                      <a:pt x="6" y="56"/>
                      <a:pt x="6" y="54"/>
                    </a:cubicBezTo>
                    <a:cubicBezTo>
                      <a:pt x="7" y="50"/>
                      <a:pt x="7" y="46"/>
                      <a:pt x="6" y="43"/>
                    </a:cubicBezTo>
                    <a:cubicBezTo>
                      <a:pt x="6" y="37"/>
                      <a:pt x="5" y="32"/>
                      <a:pt x="4" y="27"/>
                    </a:cubicBezTo>
                    <a:cubicBezTo>
                      <a:pt x="3" y="24"/>
                      <a:pt x="3" y="20"/>
                      <a:pt x="3" y="16"/>
                    </a:cubicBezTo>
                    <a:cubicBezTo>
                      <a:pt x="3" y="14"/>
                      <a:pt x="4" y="13"/>
                      <a:pt x="4" y="10"/>
                    </a:cubicBezTo>
                    <a:cubicBezTo>
                      <a:pt x="5" y="8"/>
                      <a:pt x="6" y="5"/>
                      <a:pt x="6" y="3"/>
                    </a:cubicBezTo>
                  </a:path>
                </a:pathLst>
              </a:custGeom>
              <a:solidFill>
                <a:srgbClr val="5A22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006" name="Freeform 50">
                <a:extLst>
                  <a:ext uri="{FF2B5EF4-FFF2-40B4-BE49-F238E27FC236}">
                    <a16:creationId xmlns:a16="http://schemas.microsoft.com/office/drawing/2014/main" id="{203CAAD7-D7C3-4E15-9434-048D49CFC4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6" y="1140"/>
                <a:ext cx="8" cy="23"/>
              </a:xfrm>
              <a:custGeom>
                <a:avLst/>
                <a:gdLst>
                  <a:gd name="T0" fmla="*/ 10 w 7"/>
                  <a:gd name="T1" fmla="*/ 0 h 22"/>
                  <a:gd name="T2" fmla="*/ 10 w 7"/>
                  <a:gd name="T3" fmla="*/ 25 h 22"/>
                  <a:gd name="T4" fmla="*/ 9 w 7"/>
                  <a:gd name="T5" fmla="*/ 2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22">
                    <a:moveTo>
                      <a:pt x="7" y="0"/>
                    </a:moveTo>
                    <a:cubicBezTo>
                      <a:pt x="7" y="8"/>
                      <a:pt x="4" y="14"/>
                      <a:pt x="7" y="22"/>
                    </a:cubicBezTo>
                    <a:cubicBezTo>
                      <a:pt x="1" y="17"/>
                      <a:pt x="0" y="9"/>
                      <a:pt x="6" y="2"/>
                    </a:cubicBezTo>
                  </a:path>
                </a:pathLst>
              </a:custGeom>
              <a:solidFill>
                <a:srgbClr val="5A22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007" name="Freeform 51">
                <a:extLst>
                  <a:ext uri="{FF2B5EF4-FFF2-40B4-BE49-F238E27FC236}">
                    <a16:creationId xmlns:a16="http://schemas.microsoft.com/office/drawing/2014/main" id="{0F598BBE-7423-4F6C-BE6E-8B1CD583EF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6" y="1076"/>
                <a:ext cx="11" cy="73"/>
              </a:xfrm>
              <a:custGeom>
                <a:avLst/>
                <a:gdLst>
                  <a:gd name="T0" fmla="*/ 2 w 11"/>
                  <a:gd name="T1" fmla="*/ 81 h 69"/>
                  <a:gd name="T2" fmla="*/ 0 w 11"/>
                  <a:gd name="T3" fmla="*/ 0 h 6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69">
                    <a:moveTo>
                      <a:pt x="2" y="69"/>
                    </a:moveTo>
                    <a:cubicBezTo>
                      <a:pt x="2" y="69"/>
                      <a:pt x="11" y="25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008" name="Freeform 52">
                <a:extLst>
                  <a:ext uri="{FF2B5EF4-FFF2-40B4-BE49-F238E27FC236}">
                    <a16:creationId xmlns:a16="http://schemas.microsoft.com/office/drawing/2014/main" id="{76A13D80-F657-4957-9987-C30DD2F2DA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5" y="1067"/>
                <a:ext cx="25" cy="23"/>
              </a:xfrm>
              <a:custGeom>
                <a:avLst/>
                <a:gdLst>
                  <a:gd name="T0" fmla="*/ 29 w 23"/>
                  <a:gd name="T1" fmla="*/ 25 h 22"/>
                  <a:gd name="T2" fmla="*/ 9 w 23"/>
                  <a:gd name="T3" fmla="*/ 24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22">
                    <a:moveTo>
                      <a:pt x="23" y="22"/>
                    </a:moveTo>
                    <a:cubicBezTo>
                      <a:pt x="23" y="22"/>
                      <a:pt x="0" y="0"/>
                      <a:pt x="6" y="21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009" name="Freeform 53">
                <a:extLst>
                  <a:ext uri="{FF2B5EF4-FFF2-40B4-BE49-F238E27FC236}">
                    <a16:creationId xmlns:a16="http://schemas.microsoft.com/office/drawing/2014/main" id="{0D9DC08B-B103-4DEE-ADA4-3AE11B1D6B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2" y="1098"/>
                <a:ext cx="19" cy="23"/>
              </a:xfrm>
              <a:custGeom>
                <a:avLst/>
                <a:gdLst>
                  <a:gd name="T0" fmla="*/ 21 w 18"/>
                  <a:gd name="T1" fmla="*/ 0 h 21"/>
                  <a:gd name="T2" fmla="*/ 21 w 18"/>
                  <a:gd name="T3" fmla="*/ 27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21">
                    <a:moveTo>
                      <a:pt x="18" y="0"/>
                    </a:moveTo>
                    <a:cubicBezTo>
                      <a:pt x="18" y="0"/>
                      <a:pt x="0" y="9"/>
                      <a:pt x="18" y="21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010" name="Freeform 54">
                <a:extLst>
                  <a:ext uri="{FF2B5EF4-FFF2-40B4-BE49-F238E27FC236}">
                    <a16:creationId xmlns:a16="http://schemas.microsoft.com/office/drawing/2014/main" id="{8D411D2B-E915-4426-BA24-A1380BC8ED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6" y="2965"/>
                <a:ext cx="63" cy="85"/>
              </a:xfrm>
              <a:custGeom>
                <a:avLst/>
                <a:gdLst>
                  <a:gd name="T0" fmla="*/ 0 w 60"/>
                  <a:gd name="T1" fmla="*/ 0 h 81"/>
                  <a:gd name="T2" fmla="*/ 37 w 60"/>
                  <a:gd name="T3" fmla="*/ 38 h 81"/>
                  <a:gd name="T4" fmla="*/ 69 w 60"/>
                  <a:gd name="T5" fmla="*/ 93 h 8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0" h="81">
                    <a:moveTo>
                      <a:pt x="0" y="0"/>
                    </a:moveTo>
                    <a:cubicBezTo>
                      <a:pt x="9" y="3"/>
                      <a:pt x="23" y="23"/>
                      <a:pt x="31" y="32"/>
                    </a:cubicBezTo>
                    <a:cubicBezTo>
                      <a:pt x="46" y="47"/>
                      <a:pt x="52" y="61"/>
                      <a:pt x="60" y="81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011" name="Freeform 55">
                <a:extLst>
                  <a:ext uri="{FF2B5EF4-FFF2-40B4-BE49-F238E27FC236}">
                    <a16:creationId xmlns:a16="http://schemas.microsoft.com/office/drawing/2014/main" id="{359B5C09-E94C-4728-A4E4-35D6E65833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8" y="3080"/>
                <a:ext cx="208" cy="50"/>
              </a:xfrm>
              <a:custGeom>
                <a:avLst/>
                <a:gdLst>
                  <a:gd name="T0" fmla="*/ 0 w 197"/>
                  <a:gd name="T1" fmla="*/ 0 h 48"/>
                  <a:gd name="T2" fmla="*/ 35 w 197"/>
                  <a:gd name="T3" fmla="*/ 22 h 48"/>
                  <a:gd name="T4" fmla="*/ 80 w 197"/>
                  <a:gd name="T5" fmla="*/ 45 h 48"/>
                  <a:gd name="T6" fmla="*/ 146 w 197"/>
                  <a:gd name="T7" fmla="*/ 53 h 48"/>
                  <a:gd name="T8" fmla="*/ 232 w 197"/>
                  <a:gd name="T9" fmla="*/ 31 h 4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7" h="48">
                    <a:moveTo>
                      <a:pt x="0" y="0"/>
                    </a:moveTo>
                    <a:cubicBezTo>
                      <a:pt x="6" y="8"/>
                      <a:pt x="20" y="13"/>
                      <a:pt x="29" y="19"/>
                    </a:cubicBezTo>
                    <a:cubicBezTo>
                      <a:pt x="41" y="27"/>
                      <a:pt x="54" y="34"/>
                      <a:pt x="68" y="39"/>
                    </a:cubicBezTo>
                    <a:cubicBezTo>
                      <a:pt x="86" y="45"/>
                      <a:pt x="105" y="48"/>
                      <a:pt x="124" y="47"/>
                    </a:cubicBezTo>
                    <a:cubicBezTo>
                      <a:pt x="150" y="46"/>
                      <a:pt x="172" y="34"/>
                      <a:pt x="197" y="28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012" name="Freeform 56">
                <a:extLst>
                  <a:ext uri="{FF2B5EF4-FFF2-40B4-BE49-F238E27FC236}">
                    <a16:creationId xmlns:a16="http://schemas.microsoft.com/office/drawing/2014/main" id="{4ACDAE0C-C4A1-4E99-A563-86F727620D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8" y="3087"/>
                <a:ext cx="38" cy="17"/>
              </a:xfrm>
              <a:custGeom>
                <a:avLst/>
                <a:gdLst>
                  <a:gd name="T0" fmla="*/ 0 w 36"/>
                  <a:gd name="T1" fmla="*/ 0 h 16"/>
                  <a:gd name="T2" fmla="*/ 42 w 36"/>
                  <a:gd name="T3" fmla="*/ 19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6" h="16">
                    <a:moveTo>
                      <a:pt x="0" y="0"/>
                    </a:moveTo>
                    <a:cubicBezTo>
                      <a:pt x="11" y="7"/>
                      <a:pt x="25" y="9"/>
                      <a:pt x="36" y="16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013" name="Freeform 57">
                <a:extLst>
                  <a:ext uri="{FF2B5EF4-FFF2-40B4-BE49-F238E27FC236}">
                    <a16:creationId xmlns:a16="http://schemas.microsoft.com/office/drawing/2014/main" id="{6F688715-7657-4D07-976B-ED548672C4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6" y="3145"/>
                <a:ext cx="56" cy="6"/>
              </a:xfrm>
              <a:custGeom>
                <a:avLst/>
                <a:gdLst>
                  <a:gd name="T0" fmla="*/ 0 w 53"/>
                  <a:gd name="T1" fmla="*/ 1 h 6"/>
                  <a:gd name="T2" fmla="*/ 62 w 53"/>
                  <a:gd name="T3" fmla="*/ 6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3" h="6">
                    <a:moveTo>
                      <a:pt x="0" y="1"/>
                    </a:moveTo>
                    <a:cubicBezTo>
                      <a:pt x="16" y="0"/>
                      <a:pt x="37" y="0"/>
                      <a:pt x="53" y="6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014" name="Freeform 58">
                <a:extLst>
                  <a:ext uri="{FF2B5EF4-FFF2-40B4-BE49-F238E27FC236}">
                    <a16:creationId xmlns:a16="http://schemas.microsoft.com/office/drawing/2014/main" id="{4643FE5D-1226-498D-83BE-F4F0B051F3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8" y="2775"/>
                <a:ext cx="58" cy="22"/>
              </a:xfrm>
              <a:custGeom>
                <a:avLst/>
                <a:gdLst>
                  <a:gd name="T0" fmla="*/ 0 w 55"/>
                  <a:gd name="T1" fmla="*/ 0 h 21"/>
                  <a:gd name="T2" fmla="*/ 64 w 55"/>
                  <a:gd name="T3" fmla="*/ 24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5" h="21">
                    <a:moveTo>
                      <a:pt x="0" y="0"/>
                    </a:moveTo>
                    <a:cubicBezTo>
                      <a:pt x="20" y="6"/>
                      <a:pt x="37" y="8"/>
                      <a:pt x="55" y="21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015" name="Freeform 59">
                <a:extLst>
                  <a:ext uri="{FF2B5EF4-FFF2-40B4-BE49-F238E27FC236}">
                    <a16:creationId xmlns:a16="http://schemas.microsoft.com/office/drawing/2014/main" id="{4DFA5EC1-B5C8-438B-A296-C389F9EAAE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1" y="3772"/>
                <a:ext cx="103" cy="13"/>
              </a:xfrm>
              <a:custGeom>
                <a:avLst/>
                <a:gdLst>
                  <a:gd name="T0" fmla="*/ 0 w 98"/>
                  <a:gd name="T1" fmla="*/ 4 h 12"/>
                  <a:gd name="T2" fmla="*/ 34 w 98"/>
                  <a:gd name="T3" fmla="*/ 14 h 12"/>
                  <a:gd name="T4" fmla="*/ 64 w 98"/>
                  <a:gd name="T5" fmla="*/ 5 h 12"/>
                  <a:gd name="T6" fmla="*/ 114 w 98"/>
                  <a:gd name="T7" fmla="*/ 15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8" h="12">
                    <a:moveTo>
                      <a:pt x="0" y="4"/>
                    </a:moveTo>
                    <a:cubicBezTo>
                      <a:pt x="10" y="7"/>
                      <a:pt x="18" y="11"/>
                      <a:pt x="29" y="11"/>
                    </a:cubicBezTo>
                    <a:cubicBezTo>
                      <a:pt x="38" y="11"/>
                      <a:pt x="46" y="8"/>
                      <a:pt x="55" y="5"/>
                    </a:cubicBezTo>
                    <a:cubicBezTo>
                      <a:pt x="69" y="0"/>
                      <a:pt x="86" y="0"/>
                      <a:pt x="98" y="12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016" name="Freeform 60">
                <a:extLst>
                  <a:ext uri="{FF2B5EF4-FFF2-40B4-BE49-F238E27FC236}">
                    <a16:creationId xmlns:a16="http://schemas.microsoft.com/office/drawing/2014/main" id="{C049001E-36C2-4DB2-ABC4-BC48B7EBDE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4" y="3673"/>
                <a:ext cx="43" cy="7"/>
              </a:xfrm>
              <a:custGeom>
                <a:avLst/>
                <a:gdLst>
                  <a:gd name="T0" fmla="*/ 0 w 41"/>
                  <a:gd name="T1" fmla="*/ 1 h 7"/>
                  <a:gd name="T2" fmla="*/ 47 w 41"/>
                  <a:gd name="T3" fmla="*/ 7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1" h="7">
                    <a:moveTo>
                      <a:pt x="0" y="1"/>
                    </a:moveTo>
                    <a:cubicBezTo>
                      <a:pt x="13" y="0"/>
                      <a:pt x="28" y="5"/>
                      <a:pt x="41" y="7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017" name="Freeform 61">
                <a:extLst>
                  <a:ext uri="{FF2B5EF4-FFF2-40B4-BE49-F238E27FC236}">
                    <a16:creationId xmlns:a16="http://schemas.microsoft.com/office/drawing/2014/main" id="{B1707A30-1545-41BA-A642-FA35F37710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8" y="3964"/>
                <a:ext cx="37" cy="36"/>
              </a:xfrm>
              <a:custGeom>
                <a:avLst/>
                <a:gdLst>
                  <a:gd name="T0" fmla="*/ 3 w 35"/>
                  <a:gd name="T1" fmla="*/ 40 h 34"/>
                  <a:gd name="T2" fmla="*/ 13 w 35"/>
                  <a:gd name="T3" fmla="*/ 13 h 34"/>
                  <a:gd name="T4" fmla="*/ 29 w 35"/>
                  <a:gd name="T5" fmla="*/ 4 h 34"/>
                  <a:gd name="T6" fmla="*/ 41 w 35"/>
                  <a:gd name="T7" fmla="*/ 0 h 3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5" h="34">
                    <a:moveTo>
                      <a:pt x="3" y="34"/>
                    </a:moveTo>
                    <a:cubicBezTo>
                      <a:pt x="0" y="25"/>
                      <a:pt x="1" y="14"/>
                      <a:pt x="10" y="10"/>
                    </a:cubicBezTo>
                    <a:cubicBezTo>
                      <a:pt x="15" y="8"/>
                      <a:pt x="20" y="5"/>
                      <a:pt x="25" y="4"/>
                    </a:cubicBezTo>
                    <a:cubicBezTo>
                      <a:pt x="28" y="2"/>
                      <a:pt x="32" y="1"/>
                      <a:pt x="35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018" name="Freeform 62">
                <a:extLst>
                  <a:ext uri="{FF2B5EF4-FFF2-40B4-BE49-F238E27FC236}">
                    <a16:creationId xmlns:a16="http://schemas.microsoft.com/office/drawing/2014/main" id="{462B34E9-AF78-447A-8A01-1CFD70E591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9" y="3945"/>
                <a:ext cx="14" cy="21"/>
              </a:xfrm>
              <a:custGeom>
                <a:avLst/>
                <a:gdLst>
                  <a:gd name="T0" fmla="*/ 0 w 13"/>
                  <a:gd name="T1" fmla="*/ 23 h 20"/>
                  <a:gd name="T2" fmla="*/ 16 w 13"/>
                  <a:gd name="T3" fmla="*/ 0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20">
                    <a:moveTo>
                      <a:pt x="0" y="20"/>
                    </a:moveTo>
                    <a:cubicBezTo>
                      <a:pt x="7" y="15"/>
                      <a:pt x="7" y="4"/>
                      <a:pt x="13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019" name="Freeform 63">
                <a:extLst>
                  <a:ext uri="{FF2B5EF4-FFF2-40B4-BE49-F238E27FC236}">
                    <a16:creationId xmlns:a16="http://schemas.microsoft.com/office/drawing/2014/main" id="{92104C0F-B274-4E69-834A-609141FB3F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8" y="3974"/>
                <a:ext cx="35" cy="24"/>
              </a:xfrm>
              <a:custGeom>
                <a:avLst/>
                <a:gdLst>
                  <a:gd name="T0" fmla="*/ 0 w 33"/>
                  <a:gd name="T1" fmla="*/ 6 h 23"/>
                  <a:gd name="T2" fmla="*/ 32 w 33"/>
                  <a:gd name="T3" fmla="*/ 26 h 23"/>
                  <a:gd name="T4" fmla="*/ 37 w 33"/>
                  <a:gd name="T5" fmla="*/ 9 h 23"/>
                  <a:gd name="T6" fmla="*/ 23 w 33"/>
                  <a:gd name="T7" fmla="*/ 0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" h="23">
                    <a:moveTo>
                      <a:pt x="0" y="6"/>
                    </a:moveTo>
                    <a:cubicBezTo>
                      <a:pt x="13" y="5"/>
                      <a:pt x="23" y="10"/>
                      <a:pt x="26" y="23"/>
                    </a:cubicBezTo>
                    <a:cubicBezTo>
                      <a:pt x="31" y="21"/>
                      <a:pt x="33" y="13"/>
                      <a:pt x="31" y="9"/>
                    </a:cubicBezTo>
                    <a:cubicBezTo>
                      <a:pt x="29" y="3"/>
                      <a:pt x="25" y="3"/>
                      <a:pt x="20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020" name="Freeform 64">
                <a:extLst>
                  <a:ext uri="{FF2B5EF4-FFF2-40B4-BE49-F238E27FC236}">
                    <a16:creationId xmlns:a16="http://schemas.microsoft.com/office/drawing/2014/main" id="{C7F4BFC8-3D8D-4657-A13A-8E291221C7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0" y="3948"/>
                <a:ext cx="37" cy="48"/>
              </a:xfrm>
              <a:custGeom>
                <a:avLst/>
                <a:gdLst>
                  <a:gd name="T0" fmla="*/ 4 w 35"/>
                  <a:gd name="T1" fmla="*/ 54 h 45"/>
                  <a:gd name="T2" fmla="*/ 4 w 35"/>
                  <a:gd name="T3" fmla="*/ 36 h 45"/>
                  <a:gd name="T4" fmla="*/ 16 w 35"/>
                  <a:gd name="T5" fmla="*/ 22 h 45"/>
                  <a:gd name="T6" fmla="*/ 29 w 35"/>
                  <a:gd name="T7" fmla="*/ 16 h 45"/>
                  <a:gd name="T8" fmla="*/ 36 w 35"/>
                  <a:gd name="T9" fmla="*/ 11 h 45"/>
                  <a:gd name="T10" fmla="*/ 41 w 35"/>
                  <a:gd name="T11" fmla="*/ 0 h 4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5" h="45">
                    <a:moveTo>
                      <a:pt x="4" y="45"/>
                    </a:moveTo>
                    <a:cubicBezTo>
                      <a:pt x="0" y="43"/>
                      <a:pt x="2" y="33"/>
                      <a:pt x="4" y="30"/>
                    </a:cubicBezTo>
                    <a:cubicBezTo>
                      <a:pt x="5" y="26"/>
                      <a:pt x="10" y="22"/>
                      <a:pt x="13" y="19"/>
                    </a:cubicBezTo>
                    <a:cubicBezTo>
                      <a:pt x="16" y="16"/>
                      <a:pt x="21" y="14"/>
                      <a:pt x="25" y="13"/>
                    </a:cubicBezTo>
                    <a:cubicBezTo>
                      <a:pt x="27" y="11"/>
                      <a:pt x="28" y="11"/>
                      <a:pt x="30" y="8"/>
                    </a:cubicBezTo>
                    <a:cubicBezTo>
                      <a:pt x="31" y="6"/>
                      <a:pt x="34" y="2"/>
                      <a:pt x="35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021" name="Freeform 65">
                <a:extLst>
                  <a:ext uri="{FF2B5EF4-FFF2-40B4-BE49-F238E27FC236}">
                    <a16:creationId xmlns:a16="http://schemas.microsoft.com/office/drawing/2014/main" id="{4CA73FA3-9E29-4FB8-87CC-02027E96D0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8" y="3935"/>
                <a:ext cx="40" cy="41"/>
              </a:xfrm>
              <a:custGeom>
                <a:avLst/>
                <a:gdLst>
                  <a:gd name="T0" fmla="*/ 0 w 38"/>
                  <a:gd name="T1" fmla="*/ 45 h 39"/>
                  <a:gd name="T2" fmla="*/ 16 w 38"/>
                  <a:gd name="T3" fmla="*/ 15 h 39"/>
                  <a:gd name="T4" fmla="*/ 26 w 38"/>
                  <a:gd name="T5" fmla="*/ 8 h 39"/>
                  <a:gd name="T6" fmla="*/ 36 w 38"/>
                  <a:gd name="T7" fmla="*/ 3 h 39"/>
                  <a:gd name="T8" fmla="*/ 44 w 38"/>
                  <a:gd name="T9" fmla="*/ 0 h 3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" h="39">
                    <a:moveTo>
                      <a:pt x="0" y="39"/>
                    </a:moveTo>
                    <a:cubicBezTo>
                      <a:pt x="0" y="29"/>
                      <a:pt x="5" y="18"/>
                      <a:pt x="13" y="12"/>
                    </a:cubicBezTo>
                    <a:cubicBezTo>
                      <a:pt x="16" y="10"/>
                      <a:pt x="20" y="10"/>
                      <a:pt x="23" y="8"/>
                    </a:cubicBezTo>
                    <a:cubicBezTo>
                      <a:pt x="26" y="6"/>
                      <a:pt x="28" y="5"/>
                      <a:pt x="30" y="3"/>
                    </a:cubicBezTo>
                    <a:cubicBezTo>
                      <a:pt x="33" y="2"/>
                      <a:pt x="35" y="1"/>
                      <a:pt x="38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022" name="Freeform 66">
                <a:extLst>
                  <a:ext uri="{FF2B5EF4-FFF2-40B4-BE49-F238E27FC236}">
                    <a16:creationId xmlns:a16="http://schemas.microsoft.com/office/drawing/2014/main" id="{FB60767B-95AB-4FBF-A633-61E1AF5804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0" y="3935"/>
                <a:ext cx="12" cy="6"/>
              </a:xfrm>
              <a:custGeom>
                <a:avLst/>
                <a:gdLst>
                  <a:gd name="T0" fmla="*/ 0 w 11"/>
                  <a:gd name="T1" fmla="*/ 6 h 6"/>
                  <a:gd name="T2" fmla="*/ 14 w 11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6">
                    <a:moveTo>
                      <a:pt x="0" y="6"/>
                    </a:moveTo>
                    <a:cubicBezTo>
                      <a:pt x="3" y="3"/>
                      <a:pt x="9" y="3"/>
                      <a:pt x="11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023" name="Freeform 67">
                <a:extLst>
                  <a:ext uri="{FF2B5EF4-FFF2-40B4-BE49-F238E27FC236}">
                    <a16:creationId xmlns:a16="http://schemas.microsoft.com/office/drawing/2014/main" id="{C61B760B-F28B-428A-89B1-C82E407246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0" y="3928"/>
                <a:ext cx="7" cy="3"/>
              </a:xfrm>
              <a:custGeom>
                <a:avLst/>
                <a:gdLst>
                  <a:gd name="T0" fmla="*/ 0 w 6"/>
                  <a:gd name="T1" fmla="*/ 3 h 3"/>
                  <a:gd name="T2" fmla="*/ 9 w 6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3">
                    <a:moveTo>
                      <a:pt x="0" y="3"/>
                    </a:moveTo>
                    <a:cubicBezTo>
                      <a:pt x="2" y="2"/>
                      <a:pt x="4" y="0"/>
                      <a:pt x="6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024" name="Freeform 68">
                <a:extLst>
                  <a:ext uri="{FF2B5EF4-FFF2-40B4-BE49-F238E27FC236}">
                    <a16:creationId xmlns:a16="http://schemas.microsoft.com/office/drawing/2014/main" id="{BFFCCC53-BB55-41C3-B1A8-029F7342CD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8" y="3969"/>
                <a:ext cx="17" cy="12"/>
              </a:xfrm>
              <a:custGeom>
                <a:avLst/>
                <a:gdLst>
                  <a:gd name="T0" fmla="*/ 0 w 16"/>
                  <a:gd name="T1" fmla="*/ 5 h 11"/>
                  <a:gd name="T2" fmla="*/ 16 w 16"/>
                  <a:gd name="T3" fmla="*/ 14 h 11"/>
                  <a:gd name="T4" fmla="*/ 19 w 16"/>
                  <a:gd name="T5" fmla="*/ 5 h 11"/>
                  <a:gd name="T6" fmla="*/ 5 w 16"/>
                  <a:gd name="T7" fmla="*/ 0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11">
                    <a:moveTo>
                      <a:pt x="0" y="5"/>
                    </a:moveTo>
                    <a:cubicBezTo>
                      <a:pt x="7" y="5"/>
                      <a:pt x="9" y="8"/>
                      <a:pt x="13" y="11"/>
                    </a:cubicBezTo>
                    <a:cubicBezTo>
                      <a:pt x="14" y="9"/>
                      <a:pt x="15" y="7"/>
                      <a:pt x="16" y="5"/>
                    </a:cubicBezTo>
                    <a:cubicBezTo>
                      <a:pt x="12" y="5"/>
                      <a:pt x="10" y="0"/>
                      <a:pt x="5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025" name="Freeform 69">
                <a:extLst>
                  <a:ext uri="{FF2B5EF4-FFF2-40B4-BE49-F238E27FC236}">
                    <a16:creationId xmlns:a16="http://schemas.microsoft.com/office/drawing/2014/main" id="{412C3D04-68E1-4D0E-A8E2-3B3297CA74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0" y="3961"/>
                <a:ext cx="13" cy="14"/>
              </a:xfrm>
              <a:custGeom>
                <a:avLst/>
                <a:gdLst>
                  <a:gd name="T0" fmla="*/ 0 w 12"/>
                  <a:gd name="T1" fmla="*/ 4 h 13"/>
                  <a:gd name="T2" fmla="*/ 12 w 12"/>
                  <a:gd name="T3" fmla="*/ 16 h 13"/>
                  <a:gd name="T4" fmla="*/ 13 w 12"/>
                  <a:gd name="T5" fmla="*/ 16 h 13"/>
                  <a:gd name="T6" fmla="*/ 15 w 12"/>
                  <a:gd name="T7" fmla="*/ 11 h 13"/>
                  <a:gd name="T8" fmla="*/ 3 w 12"/>
                  <a:gd name="T9" fmla="*/ 0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3">
                    <a:moveTo>
                      <a:pt x="0" y="4"/>
                    </a:moveTo>
                    <a:cubicBezTo>
                      <a:pt x="4" y="5"/>
                      <a:pt x="8" y="9"/>
                      <a:pt x="9" y="13"/>
                    </a:cubicBezTo>
                    <a:cubicBezTo>
                      <a:pt x="9" y="13"/>
                      <a:pt x="10" y="13"/>
                      <a:pt x="10" y="13"/>
                    </a:cubicBezTo>
                    <a:cubicBezTo>
                      <a:pt x="11" y="11"/>
                      <a:pt x="12" y="10"/>
                      <a:pt x="12" y="8"/>
                    </a:cubicBezTo>
                    <a:cubicBezTo>
                      <a:pt x="8" y="7"/>
                      <a:pt x="7" y="1"/>
                      <a:pt x="3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026" name="Freeform 70">
                <a:extLst>
                  <a:ext uri="{FF2B5EF4-FFF2-40B4-BE49-F238E27FC236}">
                    <a16:creationId xmlns:a16="http://schemas.microsoft.com/office/drawing/2014/main" id="{0889E026-9393-4AA5-8744-FDA5889177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5" y="3907"/>
                <a:ext cx="21" cy="19"/>
              </a:xfrm>
              <a:custGeom>
                <a:avLst/>
                <a:gdLst>
                  <a:gd name="T0" fmla="*/ 0 w 20"/>
                  <a:gd name="T1" fmla="*/ 21 h 18"/>
                  <a:gd name="T2" fmla="*/ 23 w 20"/>
                  <a:gd name="T3" fmla="*/ 0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18">
                    <a:moveTo>
                      <a:pt x="0" y="18"/>
                    </a:moveTo>
                    <a:cubicBezTo>
                      <a:pt x="8" y="14"/>
                      <a:pt x="15" y="7"/>
                      <a:pt x="20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027" name="Freeform 71">
                <a:extLst>
                  <a:ext uri="{FF2B5EF4-FFF2-40B4-BE49-F238E27FC236}">
                    <a16:creationId xmlns:a16="http://schemas.microsoft.com/office/drawing/2014/main" id="{A5847E94-5135-4E60-965F-92FC70D865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5" y="1911"/>
                <a:ext cx="29" cy="54"/>
              </a:xfrm>
              <a:custGeom>
                <a:avLst/>
                <a:gdLst>
                  <a:gd name="T0" fmla="*/ 10 w 27"/>
                  <a:gd name="T1" fmla="*/ 0 h 51"/>
                  <a:gd name="T2" fmla="*/ 33 w 27"/>
                  <a:gd name="T3" fmla="*/ 60 h 51"/>
                  <a:gd name="T4" fmla="*/ 0 w 27"/>
                  <a:gd name="T5" fmla="*/ 34 h 51"/>
                  <a:gd name="T6" fmla="*/ 10 w 27"/>
                  <a:gd name="T7" fmla="*/ 0 h 5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7" h="51">
                    <a:moveTo>
                      <a:pt x="7" y="0"/>
                    </a:moveTo>
                    <a:cubicBezTo>
                      <a:pt x="7" y="0"/>
                      <a:pt x="23" y="30"/>
                      <a:pt x="27" y="51"/>
                    </a:cubicBezTo>
                    <a:cubicBezTo>
                      <a:pt x="0" y="28"/>
                      <a:pt x="0" y="28"/>
                      <a:pt x="0" y="28"/>
                    </a:cubicBezTo>
                    <a:cubicBezTo>
                      <a:pt x="0" y="28"/>
                      <a:pt x="8" y="12"/>
                      <a:pt x="7" y="0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028" name="Freeform 72">
                <a:extLst>
                  <a:ext uri="{FF2B5EF4-FFF2-40B4-BE49-F238E27FC236}">
                    <a16:creationId xmlns:a16="http://schemas.microsoft.com/office/drawing/2014/main" id="{3E954213-937B-4DEF-9AC4-3F0FCF52E6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0" y="1817"/>
                <a:ext cx="37" cy="98"/>
              </a:xfrm>
              <a:custGeom>
                <a:avLst/>
                <a:gdLst>
                  <a:gd name="T0" fmla="*/ 0 w 35"/>
                  <a:gd name="T1" fmla="*/ 0 h 93"/>
                  <a:gd name="T2" fmla="*/ 15 w 35"/>
                  <a:gd name="T3" fmla="*/ 39 h 93"/>
                  <a:gd name="T4" fmla="*/ 38 w 35"/>
                  <a:gd name="T5" fmla="*/ 109 h 9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5" h="93">
                    <a:moveTo>
                      <a:pt x="0" y="0"/>
                    </a:moveTo>
                    <a:cubicBezTo>
                      <a:pt x="0" y="0"/>
                      <a:pt x="4" y="22"/>
                      <a:pt x="12" y="33"/>
                    </a:cubicBezTo>
                    <a:cubicBezTo>
                      <a:pt x="20" y="44"/>
                      <a:pt x="35" y="66"/>
                      <a:pt x="32" y="93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029" name="Freeform 73">
                <a:extLst>
                  <a:ext uri="{FF2B5EF4-FFF2-40B4-BE49-F238E27FC236}">
                    <a16:creationId xmlns:a16="http://schemas.microsoft.com/office/drawing/2014/main" id="{DCB1D881-F37F-46AD-BF78-F260C80842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4" y="1965"/>
                <a:ext cx="44" cy="87"/>
              </a:xfrm>
              <a:custGeom>
                <a:avLst/>
                <a:gdLst>
                  <a:gd name="T0" fmla="*/ 0 w 42"/>
                  <a:gd name="T1" fmla="*/ 0 h 82"/>
                  <a:gd name="T2" fmla="*/ 48 w 42"/>
                  <a:gd name="T3" fmla="*/ 98 h 8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2" h="82">
                    <a:moveTo>
                      <a:pt x="0" y="0"/>
                    </a:moveTo>
                    <a:cubicBezTo>
                      <a:pt x="0" y="0"/>
                      <a:pt x="32" y="19"/>
                      <a:pt x="42" y="82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030" name="Freeform 74">
                <a:extLst>
                  <a:ext uri="{FF2B5EF4-FFF2-40B4-BE49-F238E27FC236}">
                    <a16:creationId xmlns:a16="http://schemas.microsoft.com/office/drawing/2014/main" id="{F77E03E6-0255-494C-8531-1ABDC5DB31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9" y="1463"/>
                <a:ext cx="428" cy="568"/>
              </a:xfrm>
              <a:custGeom>
                <a:avLst/>
                <a:gdLst>
                  <a:gd name="T0" fmla="*/ 309 w 406"/>
                  <a:gd name="T1" fmla="*/ 0 h 539"/>
                  <a:gd name="T2" fmla="*/ 366 w 406"/>
                  <a:gd name="T3" fmla="*/ 157 h 539"/>
                  <a:gd name="T4" fmla="*/ 395 w 406"/>
                  <a:gd name="T5" fmla="*/ 212 h 539"/>
                  <a:gd name="T6" fmla="*/ 461 w 406"/>
                  <a:gd name="T7" fmla="*/ 408 h 539"/>
                  <a:gd name="T8" fmla="*/ 274 w 406"/>
                  <a:gd name="T9" fmla="*/ 606 h 539"/>
                  <a:gd name="T10" fmla="*/ 0 w 406"/>
                  <a:gd name="T11" fmla="*/ 492 h 53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06" h="539">
                    <a:moveTo>
                      <a:pt x="264" y="0"/>
                    </a:moveTo>
                    <a:cubicBezTo>
                      <a:pt x="264" y="0"/>
                      <a:pt x="300" y="112"/>
                      <a:pt x="312" y="134"/>
                    </a:cubicBezTo>
                    <a:cubicBezTo>
                      <a:pt x="324" y="156"/>
                      <a:pt x="334" y="171"/>
                      <a:pt x="338" y="181"/>
                    </a:cubicBezTo>
                    <a:cubicBezTo>
                      <a:pt x="341" y="191"/>
                      <a:pt x="406" y="267"/>
                      <a:pt x="394" y="348"/>
                    </a:cubicBezTo>
                    <a:cubicBezTo>
                      <a:pt x="382" y="429"/>
                      <a:pt x="348" y="497"/>
                      <a:pt x="234" y="518"/>
                    </a:cubicBezTo>
                    <a:cubicBezTo>
                      <a:pt x="121" y="539"/>
                      <a:pt x="28" y="474"/>
                      <a:pt x="0" y="42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031" name="Freeform 75">
                <a:extLst>
                  <a:ext uri="{FF2B5EF4-FFF2-40B4-BE49-F238E27FC236}">
                    <a16:creationId xmlns:a16="http://schemas.microsoft.com/office/drawing/2014/main" id="{D53A29D7-1E67-4A05-A0CD-C61D72FFEB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7" y="1933"/>
                <a:ext cx="63" cy="31"/>
              </a:xfrm>
              <a:custGeom>
                <a:avLst/>
                <a:gdLst>
                  <a:gd name="T0" fmla="*/ 69 w 60"/>
                  <a:gd name="T1" fmla="*/ 35 h 29"/>
                  <a:gd name="T2" fmla="*/ 0 w 60"/>
                  <a:gd name="T3" fmla="*/ 17 h 2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0" h="29">
                    <a:moveTo>
                      <a:pt x="60" y="29"/>
                    </a:moveTo>
                    <a:cubicBezTo>
                      <a:pt x="60" y="29"/>
                      <a:pt x="20" y="0"/>
                      <a:pt x="0" y="14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032" name="Freeform 76">
                <a:extLst>
                  <a:ext uri="{FF2B5EF4-FFF2-40B4-BE49-F238E27FC236}">
                    <a16:creationId xmlns:a16="http://schemas.microsoft.com/office/drawing/2014/main" id="{EA6DB855-CA46-4DAD-AE8A-00465CDD94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2" y="1861"/>
                <a:ext cx="11" cy="7"/>
              </a:xfrm>
              <a:custGeom>
                <a:avLst/>
                <a:gdLst>
                  <a:gd name="T0" fmla="*/ 11 w 11"/>
                  <a:gd name="T1" fmla="*/ 7 h 7"/>
                  <a:gd name="T2" fmla="*/ 0 w 11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7">
                    <a:moveTo>
                      <a:pt x="11" y="7"/>
                    </a:moveTo>
                    <a:cubicBezTo>
                      <a:pt x="8" y="4"/>
                      <a:pt x="4" y="2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033" name="Freeform 77">
                <a:extLst>
                  <a:ext uri="{FF2B5EF4-FFF2-40B4-BE49-F238E27FC236}">
                    <a16:creationId xmlns:a16="http://schemas.microsoft.com/office/drawing/2014/main" id="{577F624B-C827-434F-A9FF-D805043ED9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9" y="1872"/>
                <a:ext cx="4" cy="5"/>
              </a:xfrm>
              <a:custGeom>
                <a:avLst/>
                <a:gdLst>
                  <a:gd name="T0" fmla="*/ 4 w 4"/>
                  <a:gd name="T1" fmla="*/ 5 h 5"/>
                  <a:gd name="T2" fmla="*/ 0 w 4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5">
                    <a:moveTo>
                      <a:pt x="4" y="5"/>
                    </a:moveTo>
                    <a:cubicBezTo>
                      <a:pt x="3" y="4"/>
                      <a:pt x="1" y="2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034" name="Freeform 78">
                <a:extLst>
                  <a:ext uri="{FF2B5EF4-FFF2-40B4-BE49-F238E27FC236}">
                    <a16:creationId xmlns:a16="http://schemas.microsoft.com/office/drawing/2014/main" id="{7ACB291C-F7AE-449F-8048-0EEAB73E6C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3" y="1881"/>
                <a:ext cx="185" cy="108"/>
              </a:xfrm>
              <a:custGeom>
                <a:avLst/>
                <a:gdLst>
                  <a:gd name="T0" fmla="*/ 13 w 175"/>
                  <a:gd name="T1" fmla="*/ 27 h 103"/>
                  <a:gd name="T2" fmla="*/ 5 w 175"/>
                  <a:gd name="T3" fmla="*/ 73 h 103"/>
                  <a:gd name="T4" fmla="*/ 123 w 175"/>
                  <a:gd name="T5" fmla="*/ 100 h 103"/>
                  <a:gd name="T6" fmla="*/ 193 w 175"/>
                  <a:gd name="T7" fmla="*/ 5 h 103"/>
                  <a:gd name="T8" fmla="*/ 192 w 175"/>
                  <a:gd name="T9" fmla="*/ 0 h 10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5" h="103">
                    <a:moveTo>
                      <a:pt x="10" y="24"/>
                    </a:moveTo>
                    <a:cubicBezTo>
                      <a:pt x="2" y="37"/>
                      <a:pt x="0" y="51"/>
                      <a:pt x="5" y="64"/>
                    </a:cubicBezTo>
                    <a:cubicBezTo>
                      <a:pt x="15" y="93"/>
                      <a:pt x="60" y="103"/>
                      <a:pt x="104" y="87"/>
                    </a:cubicBezTo>
                    <a:cubicBezTo>
                      <a:pt x="148" y="70"/>
                      <a:pt x="175" y="34"/>
                      <a:pt x="164" y="5"/>
                    </a:cubicBezTo>
                    <a:cubicBezTo>
                      <a:pt x="164" y="3"/>
                      <a:pt x="163" y="2"/>
                      <a:pt x="163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035" name="Freeform 79">
                <a:extLst>
                  <a:ext uri="{FF2B5EF4-FFF2-40B4-BE49-F238E27FC236}">
                    <a16:creationId xmlns:a16="http://schemas.microsoft.com/office/drawing/2014/main" id="{600FA45B-D858-42FD-8A5D-2BAC666081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0" y="1857"/>
                <a:ext cx="64" cy="40"/>
              </a:xfrm>
              <a:custGeom>
                <a:avLst/>
                <a:gdLst>
                  <a:gd name="T0" fmla="*/ 70 w 61"/>
                  <a:gd name="T1" fmla="*/ 0 h 38"/>
                  <a:gd name="T2" fmla="*/ 57 w 61"/>
                  <a:gd name="T3" fmla="*/ 4 h 38"/>
                  <a:gd name="T4" fmla="*/ 0 w 61"/>
                  <a:gd name="T5" fmla="*/ 44 h 3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1" h="38">
                    <a:moveTo>
                      <a:pt x="61" y="0"/>
                    </a:moveTo>
                    <a:cubicBezTo>
                      <a:pt x="57" y="1"/>
                      <a:pt x="53" y="2"/>
                      <a:pt x="49" y="4"/>
                    </a:cubicBezTo>
                    <a:cubicBezTo>
                      <a:pt x="28" y="11"/>
                      <a:pt x="11" y="24"/>
                      <a:pt x="0" y="38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036" name="Freeform 80">
                <a:extLst>
                  <a:ext uri="{FF2B5EF4-FFF2-40B4-BE49-F238E27FC236}">
                    <a16:creationId xmlns:a16="http://schemas.microsoft.com/office/drawing/2014/main" id="{F40F15E2-8A6C-48F7-A5A5-E15A9570AA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7" y="1853"/>
                <a:ext cx="21" cy="1"/>
              </a:xfrm>
              <a:custGeom>
                <a:avLst/>
                <a:gdLst>
                  <a:gd name="T0" fmla="*/ 23 w 20"/>
                  <a:gd name="T1" fmla="*/ 0 h 1"/>
                  <a:gd name="T2" fmla="*/ 0 w 20"/>
                  <a:gd name="T3" fmla="*/ 1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1">
                    <a:moveTo>
                      <a:pt x="20" y="0"/>
                    </a:moveTo>
                    <a:cubicBezTo>
                      <a:pt x="14" y="0"/>
                      <a:pt x="7" y="0"/>
                      <a:pt x="0" y="1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037" name="Freeform 81">
                <a:extLst>
                  <a:ext uri="{FF2B5EF4-FFF2-40B4-BE49-F238E27FC236}">
                    <a16:creationId xmlns:a16="http://schemas.microsoft.com/office/drawing/2014/main" id="{665D0D25-DA2A-4A66-9627-8F8C783695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5" y="1951"/>
                <a:ext cx="208" cy="204"/>
              </a:xfrm>
              <a:custGeom>
                <a:avLst/>
                <a:gdLst>
                  <a:gd name="T0" fmla="*/ 232 w 197"/>
                  <a:gd name="T1" fmla="*/ 0 h 193"/>
                  <a:gd name="T2" fmla="*/ 226 w 197"/>
                  <a:gd name="T3" fmla="*/ 35 h 193"/>
                  <a:gd name="T4" fmla="*/ 135 w 197"/>
                  <a:gd name="T5" fmla="*/ 156 h 193"/>
                  <a:gd name="T6" fmla="*/ 0 w 197"/>
                  <a:gd name="T7" fmla="*/ 228 h 19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7" h="193">
                    <a:moveTo>
                      <a:pt x="197" y="0"/>
                    </a:moveTo>
                    <a:cubicBezTo>
                      <a:pt x="197" y="0"/>
                      <a:pt x="192" y="16"/>
                      <a:pt x="192" y="29"/>
                    </a:cubicBezTo>
                    <a:cubicBezTo>
                      <a:pt x="192" y="42"/>
                      <a:pt x="164" y="109"/>
                      <a:pt x="115" y="132"/>
                    </a:cubicBezTo>
                    <a:cubicBezTo>
                      <a:pt x="66" y="154"/>
                      <a:pt x="22" y="175"/>
                      <a:pt x="0" y="193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038" name="Freeform 82">
                <a:extLst>
                  <a:ext uri="{FF2B5EF4-FFF2-40B4-BE49-F238E27FC236}">
                    <a16:creationId xmlns:a16="http://schemas.microsoft.com/office/drawing/2014/main" id="{0139E86C-9E4A-41DA-BC12-F5AE866019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6" y="2091"/>
                <a:ext cx="200" cy="272"/>
              </a:xfrm>
              <a:custGeom>
                <a:avLst/>
                <a:gdLst>
                  <a:gd name="T0" fmla="*/ 222 w 190"/>
                  <a:gd name="T1" fmla="*/ 0 h 258"/>
                  <a:gd name="T2" fmla="*/ 164 w 190"/>
                  <a:gd name="T3" fmla="*/ 67 h 258"/>
                  <a:gd name="T4" fmla="*/ 0 w 190"/>
                  <a:gd name="T5" fmla="*/ 303 h 25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0" h="258">
                    <a:moveTo>
                      <a:pt x="190" y="0"/>
                    </a:moveTo>
                    <a:cubicBezTo>
                      <a:pt x="190" y="0"/>
                      <a:pt x="153" y="32"/>
                      <a:pt x="141" y="58"/>
                    </a:cubicBezTo>
                    <a:cubicBezTo>
                      <a:pt x="128" y="85"/>
                      <a:pt x="94" y="190"/>
                      <a:pt x="0" y="258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039" name="Freeform 83">
                <a:extLst>
                  <a:ext uri="{FF2B5EF4-FFF2-40B4-BE49-F238E27FC236}">
                    <a16:creationId xmlns:a16="http://schemas.microsoft.com/office/drawing/2014/main" id="{43D24DF2-8365-4721-A76C-7AA3EF0A02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6" y="2179"/>
                <a:ext cx="474" cy="470"/>
              </a:xfrm>
              <a:custGeom>
                <a:avLst/>
                <a:gdLst>
                  <a:gd name="T0" fmla="*/ 0 w 449"/>
                  <a:gd name="T1" fmla="*/ 524 h 445"/>
                  <a:gd name="T2" fmla="*/ 20 w 449"/>
                  <a:gd name="T3" fmla="*/ 475 h 445"/>
                  <a:gd name="T4" fmla="*/ 54 w 449"/>
                  <a:gd name="T5" fmla="*/ 418 h 445"/>
                  <a:gd name="T6" fmla="*/ 127 w 449"/>
                  <a:gd name="T7" fmla="*/ 361 h 445"/>
                  <a:gd name="T8" fmla="*/ 286 w 449"/>
                  <a:gd name="T9" fmla="*/ 227 h 445"/>
                  <a:gd name="T10" fmla="*/ 399 w 449"/>
                  <a:gd name="T11" fmla="*/ 91 h 445"/>
                  <a:gd name="T12" fmla="*/ 528 w 449"/>
                  <a:gd name="T13" fmla="*/ 0 h 44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49" h="445">
                    <a:moveTo>
                      <a:pt x="0" y="445"/>
                    </a:moveTo>
                    <a:cubicBezTo>
                      <a:pt x="0" y="445"/>
                      <a:pt x="12" y="418"/>
                      <a:pt x="17" y="403"/>
                    </a:cubicBezTo>
                    <a:cubicBezTo>
                      <a:pt x="21" y="387"/>
                      <a:pt x="27" y="369"/>
                      <a:pt x="45" y="355"/>
                    </a:cubicBezTo>
                    <a:cubicBezTo>
                      <a:pt x="63" y="341"/>
                      <a:pt x="87" y="317"/>
                      <a:pt x="108" y="307"/>
                    </a:cubicBezTo>
                    <a:cubicBezTo>
                      <a:pt x="129" y="297"/>
                      <a:pt x="216" y="243"/>
                      <a:pt x="243" y="193"/>
                    </a:cubicBezTo>
                    <a:cubicBezTo>
                      <a:pt x="269" y="144"/>
                      <a:pt x="310" y="120"/>
                      <a:pt x="339" y="77"/>
                    </a:cubicBezTo>
                    <a:cubicBezTo>
                      <a:pt x="369" y="33"/>
                      <a:pt x="422" y="4"/>
                      <a:pt x="449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040" name="Freeform 84">
                <a:extLst>
                  <a:ext uri="{FF2B5EF4-FFF2-40B4-BE49-F238E27FC236}">
                    <a16:creationId xmlns:a16="http://schemas.microsoft.com/office/drawing/2014/main" id="{0EF66EBB-E612-4A03-8A96-8386947AB0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7" y="2247"/>
                <a:ext cx="195" cy="37"/>
              </a:xfrm>
              <a:custGeom>
                <a:avLst/>
                <a:gdLst>
                  <a:gd name="T0" fmla="*/ 0 w 185"/>
                  <a:gd name="T1" fmla="*/ 41 h 35"/>
                  <a:gd name="T2" fmla="*/ 149 w 185"/>
                  <a:gd name="T3" fmla="*/ 13 h 35"/>
                  <a:gd name="T4" fmla="*/ 217 w 185"/>
                  <a:gd name="T5" fmla="*/ 3 h 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5" h="35">
                    <a:moveTo>
                      <a:pt x="0" y="35"/>
                    </a:moveTo>
                    <a:cubicBezTo>
                      <a:pt x="0" y="35"/>
                      <a:pt x="74" y="0"/>
                      <a:pt x="127" y="10"/>
                    </a:cubicBezTo>
                    <a:cubicBezTo>
                      <a:pt x="181" y="20"/>
                      <a:pt x="185" y="3"/>
                      <a:pt x="185" y="3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041" name="Freeform 85">
                <a:extLst>
                  <a:ext uri="{FF2B5EF4-FFF2-40B4-BE49-F238E27FC236}">
                    <a16:creationId xmlns:a16="http://schemas.microsoft.com/office/drawing/2014/main" id="{896B40F7-4A23-4D5B-A3DF-1BEA9292E3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4" y="2460"/>
                <a:ext cx="232" cy="51"/>
              </a:xfrm>
              <a:custGeom>
                <a:avLst/>
                <a:gdLst>
                  <a:gd name="T0" fmla="*/ 0 w 220"/>
                  <a:gd name="T1" fmla="*/ 46 h 48"/>
                  <a:gd name="T2" fmla="*/ 60 w 220"/>
                  <a:gd name="T3" fmla="*/ 41 h 48"/>
                  <a:gd name="T4" fmla="*/ 258 w 220"/>
                  <a:gd name="T5" fmla="*/ 57 h 4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0" h="48">
                    <a:moveTo>
                      <a:pt x="0" y="38"/>
                    </a:moveTo>
                    <a:cubicBezTo>
                      <a:pt x="0" y="38"/>
                      <a:pt x="30" y="31"/>
                      <a:pt x="51" y="35"/>
                    </a:cubicBezTo>
                    <a:cubicBezTo>
                      <a:pt x="72" y="40"/>
                      <a:pt x="122" y="0"/>
                      <a:pt x="220" y="48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042" name="Freeform 86">
                <a:extLst>
                  <a:ext uri="{FF2B5EF4-FFF2-40B4-BE49-F238E27FC236}">
                    <a16:creationId xmlns:a16="http://schemas.microsoft.com/office/drawing/2014/main" id="{6CE32503-E52A-44C8-8A3F-B2B6F8A281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9" y="1588"/>
                <a:ext cx="48" cy="103"/>
              </a:xfrm>
              <a:custGeom>
                <a:avLst/>
                <a:gdLst>
                  <a:gd name="T0" fmla="*/ 1 w 46"/>
                  <a:gd name="T1" fmla="*/ 116 h 97"/>
                  <a:gd name="T2" fmla="*/ 52 w 46"/>
                  <a:gd name="T3" fmla="*/ 0 h 9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6" h="97">
                    <a:moveTo>
                      <a:pt x="1" y="97"/>
                    </a:moveTo>
                    <a:cubicBezTo>
                      <a:pt x="1" y="97"/>
                      <a:pt x="0" y="49"/>
                      <a:pt x="46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043" name="Freeform 87">
                <a:extLst>
                  <a:ext uri="{FF2B5EF4-FFF2-40B4-BE49-F238E27FC236}">
                    <a16:creationId xmlns:a16="http://schemas.microsoft.com/office/drawing/2014/main" id="{C0DC015B-5560-4AD9-B111-FC8297F3FF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6" y="1618"/>
                <a:ext cx="94" cy="36"/>
              </a:xfrm>
              <a:custGeom>
                <a:avLst/>
                <a:gdLst>
                  <a:gd name="T0" fmla="*/ 0 w 89"/>
                  <a:gd name="T1" fmla="*/ 40 h 34"/>
                  <a:gd name="T2" fmla="*/ 39 w 89"/>
                  <a:gd name="T3" fmla="*/ 28 h 34"/>
                  <a:gd name="T4" fmla="*/ 105 w 89"/>
                  <a:gd name="T5" fmla="*/ 0 h 3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9" h="34">
                    <a:moveTo>
                      <a:pt x="0" y="34"/>
                    </a:moveTo>
                    <a:cubicBezTo>
                      <a:pt x="0" y="34"/>
                      <a:pt x="16" y="22"/>
                      <a:pt x="33" y="24"/>
                    </a:cubicBezTo>
                    <a:cubicBezTo>
                      <a:pt x="50" y="25"/>
                      <a:pt x="78" y="15"/>
                      <a:pt x="89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044" name="Freeform 88">
                <a:extLst>
                  <a:ext uri="{FF2B5EF4-FFF2-40B4-BE49-F238E27FC236}">
                    <a16:creationId xmlns:a16="http://schemas.microsoft.com/office/drawing/2014/main" id="{5CC7E2ED-1697-4C8A-81A4-DC204DB72B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6" y="1790"/>
                <a:ext cx="115" cy="56"/>
              </a:xfrm>
              <a:custGeom>
                <a:avLst/>
                <a:gdLst>
                  <a:gd name="T0" fmla="*/ 0 w 109"/>
                  <a:gd name="T1" fmla="*/ 0 h 53"/>
                  <a:gd name="T2" fmla="*/ 128 w 109"/>
                  <a:gd name="T3" fmla="*/ 62 h 5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9" h="53">
                    <a:moveTo>
                      <a:pt x="0" y="0"/>
                    </a:moveTo>
                    <a:cubicBezTo>
                      <a:pt x="0" y="0"/>
                      <a:pt x="77" y="40"/>
                      <a:pt x="109" y="53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045" name="Freeform 89">
                <a:extLst>
                  <a:ext uri="{FF2B5EF4-FFF2-40B4-BE49-F238E27FC236}">
                    <a16:creationId xmlns:a16="http://schemas.microsoft.com/office/drawing/2014/main" id="{F07B7856-493A-4C12-84B4-06E54F0AA7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0" y="1857"/>
                <a:ext cx="47" cy="77"/>
              </a:xfrm>
              <a:custGeom>
                <a:avLst/>
                <a:gdLst>
                  <a:gd name="T0" fmla="*/ 53 w 44"/>
                  <a:gd name="T1" fmla="*/ 0 h 73"/>
                  <a:gd name="T2" fmla="*/ 33 w 44"/>
                  <a:gd name="T3" fmla="*/ 24 h 73"/>
                  <a:gd name="T4" fmla="*/ 1 w 44"/>
                  <a:gd name="T5" fmla="*/ 85 h 7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4" h="73">
                    <a:moveTo>
                      <a:pt x="44" y="0"/>
                    </a:moveTo>
                    <a:cubicBezTo>
                      <a:pt x="44" y="0"/>
                      <a:pt x="41" y="16"/>
                      <a:pt x="27" y="21"/>
                    </a:cubicBezTo>
                    <a:cubicBezTo>
                      <a:pt x="13" y="27"/>
                      <a:pt x="0" y="54"/>
                      <a:pt x="1" y="73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046" name="Freeform 90">
                <a:extLst>
                  <a:ext uri="{FF2B5EF4-FFF2-40B4-BE49-F238E27FC236}">
                    <a16:creationId xmlns:a16="http://schemas.microsoft.com/office/drawing/2014/main" id="{D0ABADDE-8F29-4A6F-BBD1-516214CEB3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7" y="1894"/>
                <a:ext cx="20" cy="6"/>
              </a:xfrm>
              <a:custGeom>
                <a:avLst/>
                <a:gdLst>
                  <a:gd name="T0" fmla="*/ 22 w 19"/>
                  <a:gd name="T1" fmla="*/ 0 h 5"/>
                  <a:gd name="T2" fmla="*/ 0 w 19"/>
                  <a:gd name="T3" fmla="*/ 6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5">
                    <a:moveTo>
                      <a:pt x="19" y="0"/>
                    </a:moveTo>
                    <a:cubicBezTo>
                      <a:pt x="19" y="0"/>
                      <a:pt x="8" y="5"/>
                      <a:pt x="0" y="3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047" name="Freeform 91">
                <a:extLst>
                  <a:ext uri="{FF2B5EF4-FFF2-40B4-BE49-F238E27FC236}">
                    <a16:creationId xmlns:a16="http://schemas.microsoft.com/office/drawing/2014/main" id="{5D860230-F27C-4C83-B9F0-2D84290838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4" y="2382"/>
                <a:ext cx="57" cy="155"/>
              </a:xfrm>
              <a:custGeom>
                <a:avLst/>
                <a:gdLst>
                  <a:gd name="T0" fmla="*/ 23 w 54"/>
                  <a:gd name="T1" fmla="*/ 172 h 147"/>
                  <a:gd name="T2" fmla="*/ 36 w 54"/>
                  <a:gd name="T3" fmla="*/ 131 h 147"/>
                  <a:gd name="T4" fmla="*/ 49 w 54"/>
                  <a:gd name="T5" fmla="*/ 116 h 147"/>
                  <a:gd name="T6" fmla="*/ 60 w 54"/>
                  <a:gd name="T7" fmla="*/ 91 h 147"/>
                  <a:gd name="T8" fmla="*/ 61 w 54"/>
                  <a:gd name="T9" fmla="*/ 78 h 147"/>
                  <a:gd name="T10" fmla="*/ 61 w 54"/>
                  <a:gd name="T11" fmla="*/ 44 h 147"/>
                  <a:gd name="T12" fmla="*/ 54 w 54"/>
                  <a:gd name="T13" fmla="*/ 24 h 147"/>
                  <a:gd name="T14" fmla="*/ 33 w 54"/>
                  <a:gd name="T15" fmla="*/ 0 h 147"/>
                  <a:gd name="T16" fmla="*/ 25 w 54"/>
                  <a:gd name="T17" fmla="*/ 15 h 147"/>
                  <a:gd name="T18" fmla="*/ 0 w 54"/>
                  <a:gd name="T19" fmla="*/ 125 h 14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4" h="147">
                    <a:moveTo>
                      <a:pt x="20" y="147"/>
                    </a:moveTo>
                    <a:cubicBezTo>
                      <a:pt x="20" y="147"/>
                      <a:pt x="17" y="123"/>
                      <a:pt x="30" y="112"/>
                    </a:cubicBezTo>
                    <a:cubicBezTo>
                      <a:pt x="42" y="102"/>
                      <a:pt x="42" y="105"/>
                      <a:pt x="42" y="99"/>
                    </a:cubicBezTo>
                    <a:cubicBezTo>
                      <a:pt x="42" y="93"/>
                      <a:pt x="47" y="82"/>
                      <a:pt x="51" y="78"/>
                    </a:cubicBezTo>
                    <a:cubicBezTo>
                      <a:pt x="54" y="75"/>
                      <a:pt x="54" y="72"/>
                      <a:pt x="52" y="66"/>
                    </a:cubicBezTo>
                    <a:cubicBezTo>
                      <a:pt x="51" y="60"/>
                      <a:pt x="50" y="44"/>
                      <a:pt x="52" y="38"/>
                    </a:cubicBezTo>
                    <a:cubicBezTo>
                      <a:pt x="54" y="31"/>
                      <a:pt x="49" y="26"/>
                      <a:pt x="45" y="21"/>
                    </a:cubicBezTo>
                    <a:cubicBezTo>
                      <a:pt x="41" y="16"/>
                      <a:pt x="27" y="0"/>
                      <a:pt x="27" y="0"/>
                    </a:cubicBezTo>
                    <a:cubicBezTo>
                      <a:pt x="27" y="0"/>
                      <a:pt x="22" y="2"/>
                      <a:pt x="22" y="12"/>
                    </a:cubicBezTo>
                    <a:cubicBezTo>
                      <a:pt x="22" y="21"/>
                      <a:pt x="39" y="94"/>
                      <a:pt x="0" y="107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048" name="Freeform 92">
                <a:extLst>
                  <a:ext uri="{FF2B5EF4-FFF2-40B4-BE49-F238E27FC236}">
                    <a16:creationId xmlns:a16="http://schemas.microsoft.com/office/drawing/2014/main" id="{5DD0FF20-9698-469D-9326-98A2F931C3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4" y="2372"/>
                <a:ext cx="37" cy="32"/>
              </a:xfrm>
              <a:custGeom>
                <a:avLst/>
                <a:gdLst>
                  <a:gd name="T0" fmla="*/ 41 w 35"/>
                  <a:gd name="T1" fmla="*/ 3 h 30"/>
                  <a:gd name="T2" fmla="*/ 0 w 35"/>
                  <a:gd name="T3" fmla="*/ 36 h 3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5" h="30">
                    <a:moveTo>
                      <a:pt x="35" y="3"/>
                    </a:moveTo>
                    <a:cubicBezTo>
                      <a:pt x="35" y="3"/>
                      <a:pt x="10" y="0"/>
                      <a:pt x="0" y="3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049" name="Freeform 93">
                <a:extLst>
                  <a:ext uri="{FF2B5EF4-FFF2-40B4-BE49-F238E27FC236}">
                    <a16:creationId xmlns:a16="http://schemas.microsoft.com/office/drawing/2014/main" id="{C151D925-37F1-4356-A572-F55248BC07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9" y="2456"/>
                <a:ext cx="32" cy="31"/>
              </a:xfrm>
              <a:custGeom>
                <a:avLst/>
                <a:gdLst>
                  <a:gd name="T0" fmla="*/ 4 w 31"/>
                  <a:gd name="T1" fmla="*/ 26 h 30"/>
                  <a:gd name="T2" fmla="*/ 27 w 31"/>
                  <a:gd name="T3" fmla="*/ 28 h 30"/>
                  <a:gd name="T4" fmla="*/ 19 w 31"/>
                  <a:gd name="T5" fmla="*/ 0 h 30"/>
                  <a:gd name="T6" fmla="*/ 4 w 31"/>
                  <a:gd name="T7" fmla="*/ 26 h 3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1" h="30">
                    <a:moveTo>
                      <a:pt x="4" y="23"/>
                    </a:moveTo>
                    <a:cubicBezTo>
                      <a:pt x="4" y="23"/>
                      <a:pt x="16" y="30"/>
                      <a:pt x="24" y="25"/>
                    </a:cubicBezTo>
                    <a:cubicBezTo>
                      <a:pt x="24" y="25"/>
                      <a:pt x="31" y="0"/>
                      <a:pt x="16" y="0"/>
                    </a:cubicBezTo>
                    <a:cubicBezTo>
                      <a:pt x="0" y="0"/>
                      <a:pt x="4" y="23"/>
                      <a:pt x="4" y="23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050" name="Freeform 94">
                <a:extLst>
                  <a:ext uri="{FF2B5EF4-FFF2-40B4-BE49-F238E27FC236}">
                    <a16:creationId xmlns:a16="http://schemas.microsoft.com/office/drawing/2014/main" id="{7DC7684D-14A0-4660-B4DB-DFCBEE6DDD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0" y="2525"/>
                <a:ext cx="25" cy="19"/>
              </a:xfrm>
              <a:custGeom>
                <a:avLst/>
                <a:gdLst>
                  <a:gd name="T0" fmla="*/ 29 w 23"/>
                  <a:gd name="T1" fmla="*/ 6 h 18"/>
                  <a:gd name="T2" fmla="*/ 12 w 23"/>
                  <a:gd name="T3" fmla="*/ 5 h 18"/>
                  <a:gd name="T4" fmla="*/ 0 w 23"/>
                  <a:gd name="T5" fmla="*/ 21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18">
                    <a:moveTo>
                      <a:pt x="23" y="6"/>
                    </a:moveTo>
                    <a:cubicBezTo>
                      <a:pt x="23" y="6"/>
                      <a:pt x="18" y="0"/>
                      <a:pt x="9" y="5"/>
                    </a:cubicBezTo>
                    <a:cubicBezTo>
                      <a:pt x="1" y="9"/>
                      <a:pt x="0" y="18"/>
                      <a:pt x="0" y="18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051" name="Freeform 95">
                <a:extLst>
                  <a:ext uri="{FF2B5EF4-FFF2-40B4-BE49-F238E27FC236}">
                    <a16:creationId xmlns:a16="http://schemas.microsoft.com/office/drawing/2014/main" id="{498250CD-DEDC-4465-B332-4202F8AC3B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7" y="2470"/>
                <a:ext cx="47" cy="46"/>
              </a:xfrm>
              <a:custGeom>
                <a:avLst/>
                <a:gdLst>
                  <a:gd name="T0" fmla="*/ 0 w 44"/>
                  <a:gd name="T1" fmla="*/ 50 h 44"/>
                  <a:gd name="T2" fmla="*/ 30 w 44"/>
                  <a:gd name="T3" fmla="*/ 27 h 44"/>
                  <a:gd name="T4" fmla="*/ 53 w 44"/>
                  <a:gd name="T5" fmla="*/ 0 h 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4" h="44">
                    <a:moveTo>
                      <a:pt x="0" y="44"/>
                    </a:moveTo>
                    <a:cubicBezTo>
                      <a:pt x="0" y="44"/>
                      <a:pt x="6" y="29"/>
                      <a:pt x="24" y="24"/>
                    </a:cubicBezTo>
                    <a:cubicBezTo>
                      <a:pt x="24" y="24"/>
                      <a:pt x="26" y="10"/>
                      <a:pt x="44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052" name="Freeform 96">
                <a:extLst>
                  <a:ext uri="{FF2B5EF4-FFF2-40B4-BE49-F238E27FC236}">
                    <a16:creationId xmlns:a16="http://schemas.microsoft.com/office/drawing/2014/main" id="{7769A3B4-256E-4F0B-AD92-45D9E25D4B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4" y="2454"/>
                <a:ext cx="27" cy="22"/>
              </a:xfrm>
              <a:custGeom>
                <a:avLst/>
                <a:gdLst>
                  <a:gd name="T0" fmla="*/ 0 w 25"/>
                  <a:gd name="T1" fmla="*/ 24 h 21"/>
                  <a:gd name="T2" fmla="*/ 14 w 25"/>
                  <a:gd name="T3" fmla="*/ 18 h 21"/>
                  <a:gd name="T4" fmla="*/ 31 w 25"/>
                  <a:gd name="T5" fmla="*/ 0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21">
                    <a:moveTo>
                      <a:pt x="0" y="21"/>
                    </a:moveTo>
                    <a:cubicBezTo>
                      <a:pt x="0" y="21"/>
                      <a:pt x="6" y="17"/>
                      <a:pt x="11" y="15"/>
                    </a:cubicBezTo>
                    <a:cubicBezTo>
                      <a:pt x="17" y="14"/>
                      <a:pt x="18" y="4"/>
                      <a:pt x="25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053" name="Freeform 97">
                <a:extLst>
                  <a:ext uri="{FF2B5EF4-FFF2-40B4-BE49-F238E27FC236}">
                    <a16:creationId xmlns:a16="http://schemas.microsoft.com/office/drawing/2014/main" id="{B6972601-FF9F-4429-82B9-42E4B2A93A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5" y="2402"/>
                <a:ext cx="20" cy="63"/>
              </a:xfrm>
              <a:custGeom>
                <a:avLst/>
                <a:gdLst>
                  <a:gd name="T0" fmla="*/ 22 w 19"/>
                  <a:gd name="T1" fmla="*/ 69 h 60"/>
                  <a:gd name="T2" fmla="*/ 17 w 19"/>
                  <a:gd name="T3" fmla="*/ 46 h 60"/>
                  <a:gd name="T4" fmla="*/ 9 w 19"/>
                  <a:gd name="T5" fmla="*/ 23 h 60"/>
                  <a:gd name="T6" fmla="*/ 0 w 19"/>
                  <a:gd name="T7" fmla="*/ 0 h 6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60">
                    <a:moveTo>
                      <a:pt x="19" y="60"/>
                    </a:moveTo>
                    <a:cubicBezTo>
                      <a:pt x="19" y="60"/>
                      <a:pt x="13" y="50"/>
                      <a:pt x="14" y="40"/>
                    </a:cubicBezTo>
                    <a:cubicBezTo>
                      <a:pt x="16" y="30"/>
                      <a:pt x="13" y="25"/>
                      <a:pt x="9" y="20"/>
                    </a:cubicBezTo>
                    <a:cubicBezTo>
                      <a:pt x="5" y="15"/>
                      <a:pt x="1" y="7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054" name="Freeform 98">
                <a:extLst>
                  <a:ext uri="{FF2B5EF4-FFF2-40B4-BE49-F238E27FC236}">
                    <a16:creationId xmlns:a16="http://schemas.microsoft.com/office/drawing/2014/main" id="{7263F534-0A71-4191-82CC-A7A01FD58A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4" y="2422"/>
                <a:ext cx="11" cy="20"/>
              </a:xfrm>
              <a:custGeom>
                <a:avLst/>
                <a:gdLst>
                  <a:gd name="T0" fmla="*/ 11 w 11"/>
                  <a:gd name="T1" fmla="*/ 0 h 19"/>
                  <a:gd name="T2" fmla="*/ 8 w 11"/>
                  <a:gd name="T3" fmla="*/ 17 h 19"/>
                  <a:gd name="T4" fmla="*/ 0 w 11"/>
                  <a:gd name="T5" fmla="*/ 22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9">
                    <a:moveTo>
                      <a:pt x="11" y="0"/>
                    </a:moveTo>
                    <a:cubicBezTo>
                      <a:pt x="11" y="0"/>
                      <a:pt x="8" y="9"/>
                      <a:pt x="8" y="14"/>
                    </a:cubicBezTo>
                    <a:cubicBezTo>
                      <a:pt x="9" y="18"/>
                      <a:pt x="0" y="19"/>
                      <a:pt x="0" y="19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055" name="Freeform 99">
                <a:extLst>
                  <a:ext uri="{FF2B5EF4-FFF2-40B4-BE49-F238E27FC236}">
                    <a16:creationId xmlns:a16="http://schemas.microsoft.com/office/drawing/2014/main" id="{05DE3975-AB3F-41C5-AF4D-B619C8B2DC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9" y="1264"/>
                <a:ext cx="76" cy="53"/>
              </a:xfrm>
              <a:custGeom>
                <a:avLst/>
                <a:gdLst>
                  <a:gd name="T0" fmla="*/ 84 w 72"/>
                  <a:gd name="T1" fmla="*/ 0 h 50"/>
                  <a:gd name="T2" fmla="*/ 0 w 72"/>
                  <a:gd name="T3" fmla="*/ 59 h 5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2" h="50">
                    <a:moveTo>
                      <a:pt x="72" y="0"/>
                    </a:moveTo>
                    <a:cubicBezTo>
                      <a:pt x="72" y="0"/>
                      <a:pt x="63" y="32"/>
                      <a:pt x="0" y="5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056" name="Freeform 100">
                <a:extLst>
                  <a:ext uri="{FF2B5EF4-FFF2-40B4-BE49-F238E27FC236}">
                    <a16:creationId xmlns:a16="http://schemas.microsoft.com/office/drawing/2014/main" id="{B0E451BB-4EAC-4598-959F-C5B058F5A4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3" y="1262"/>
                <a:ext cx="9" cy="43"/>
              </a:xfrm>
              <a:custGeom>
                <a:avLst/>
                <a:gdLst>
                  <a:gd name="T0" fmla="*/ 7 w 8"/>
                  <a:gd name="T1" fmla="*/ 0 h 41"/>
                  <a:gd name="T2" fmla="*/ 11 w 8"/>
                  <a:gd name="T3" fmla="*/ 47 h 4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41">
                    <a:moveTo>
                      <a:pt x="4" y="0"/>
                    </a:moveTo>
                    <a:cubicBezTo>
                      <a:pt x="4" y="0"/>
                      <a:pt x="0" y="21"/>
                      <a:pt x="8" y="41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057" name="Oval 101">
                <a:extLst>
                  <a:ext uri="{FF2B5EF4-FFF2-40B4-BE49-F238E27FC236}">
                    <a16:creationId xmlns:a16="http://schemas.microsoft.com/office/drawing/2014/main" id="{5E489E32-54CC-4BA2-923B-51FDDD72B5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59" y="1013"/>
                <a:ext cx="21" cy="21"/>
              </a:xfrm>
              <a:prstGeom prst="ellipse">
                <a:avLst/>
              </a:prstGeom>
              <a:solidFill>
                <a:srgbClr val="2A110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058" name="Oval 102">
                <a:extLst>
                  <a:ext uri="{FF2B5EF4-FFF2-40B4-BE49-F238E27FC236}">
                    <a16:creationId xmlns:a16="http://schemas.microsoft.com/office/drawing/2014/main" id="{3AE45997-BC50-40DA-8C96-BBF3EFC2E8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66" y="1020"/>
                <a:ext cx="8" cy="7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059" name="Freeform 103">
                <a:extLst>
                  <a:ext uri="{FF2B5EF4-FFF2-40B4-BE49-F238E27FC236}">
                    <a16:creationId xmlns:a16="http://schemas.microsoft.com/office/drawing/2014/main" id="{5867FE40-FD3E-47FE-96D7-7355F72BA7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0" y="995"/>
                <a:ext cx="49" cy="22"/>
              </a:xfrm>
              <a:custGeom>
                <a:avLst/>
                <a:gdLst>
                  <a:gd name="T0" fmla="*/ 0 w 46"/>
                  <a:gd name="T1" fmla="*/ 22 h 21"/>
                  <a:gd name="T2" fmla="*/ 55 w 46"/>
                  <a:gd name="T3" fmla="*/ 24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6" h="21">
                    <a:moveTo>
                      <a:pt x="0" y="19"/>
                    </a:moveTo>
                    <a:cubicBezTo>
                      <a:pt x="0" y="19"/>
                      <a:pt x="20" y="0"/>
                      <a:pt x="46" y="21"/>
                    </a:cubicBezTo>
                  </a:path>
                </a:pathLst>
              </a:custGeom>
              <a:noFill/>
              <a:ln w="3175" cap="flat">
                <a:solidFill>
                  <a:srgbClr val="5A2218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060" name="Freeform 104">
                <a:extLst>
                  <a:ext uri="{FF2B5EF4-FFF2-40B4-BE49-F238E27FC236}">
                    <a16:creationId xmlns:a16="http://schemas.microsoft.com/office/drawing/2014/main" id="{2E2DCC0D-D7F6-4C4F-BE1A-76252ECBDA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0" y="992"/>
                <a:ext cx="23" cy="59"/>
              </a:xfrm>
              <a:custGeom>
                <a:avLst/>
                <a:gdLst>
                  <a:gd name="T0" fmla="*/ 25 w 22"/>
                  <a:gd name="T1" fmla="*/ 65 h 56"/>
                  <a:gd name="T2" fmla="*/ 17 w 22"/>
                  <a:gd name="T3" fmla="*/ 0 h 56"/>
                  <a:gd name="T4" fmla="*/ 25 w 22"/>
                  <a:gd name="T5" fmla="*/ 65 h 5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56">
                    <a:moveTo>
                      <a:pt x="22" y="56"/>
                    </a:moveTo>
                    <a:cubicBezTo>
                      <a:pt x="4" y="30"/>
                      <a:pt x="14" y="0"/>
                      <a:pt x="14" y="0"/>
                    </a:cubicBezTo>
                    <a:cubicBezTo>
                      <a:pt x="14" y="0"/>
                      <a:pt x="0" y="27"/>
                      <a:pt x="22" y="56"/>
                    </a:cubicBezTo>
                    <a:close/>
                  </a:path>
                </a:pathLst>
              </a:custGeom>
              <a:solidFill>
                <a:srgbClr val="5A22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061" name="Freeform 105">
                <a:extLst>
                  <a:ext uri="{FF2B5EF4-FFF2-40B4-BE49-F238E27FC236}">
                    <a16:creationId xmlns:a16="http://schemas.microsoft.com/office/drawing/2014/main" id="{54B05602-79D3-42AC-A46F-3112BF3724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4" y="1058"/>
                <a:ext cx="15" cy="32"/>
              </a:xfrm>
              <a:custGeom>
                <a:avLst/>
                <a:gdLst>
                  <a:gd name="T0" fmla="*/ 0 w 14"/>
                  <a:gd name="T1" fmla="*/ 36 h 30"/>
                  <a:gd name="T2" fmla="*/ 10 w 14"/>
                  <a:gd name="T3" fmla="*/ 15 h 30"/>
                  <a:gd name="T4" fmla="*/ 3 w 14"/>
                  <a:gd name="T5" fmla="*/ 0 h 30"/>
                  <a:gd name="T6" fmla="*/ 12 w 14"/>
                  <a:gd name="T7" fmla="*/ 14 h 30"/>
                  <a:gd name="T8" fmla="*/ 0 w 14"/>
                  <a:gd name="T9" fmla="*/ 36 h 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30">
                    <a:moveTo>
                      <a:pt x="0" y="30"/>
                    </a:moveTo>
                    <a:cubicBezTo>
                      <a:pt x="11" y="29"/>
                      <a:pt x="9" y="17"/>
                      <a:pt x="7" y="12"/>
                    </a:cubicBezTo>
                    <a:cubicBezTo>
                      <a:pt x="5" y="7"/>
                      <a:pt x="3" y="0"/>
                      <a:pt x="3" y="0"/>
                    </a:cubicBezTo>
                    <a:cubicBezTo>
                      <a:pt x="3" y="0"/>
                      <a:pt x="7" y="8"/>
                      <a:pt x="9" y="11"/>
                    </a:cubicBezTo>
                    <a:cubicBezTo>
                      <a:pt x="12" y="15"/>
                      <a:pt x="14" y="28"/>
                      <a:pt x="0" y="30"/>
                    </a:cubicBezTo>
                    <a:close/>
                  </a:path>
                </a:pathLst>
              </a:custGeom>
              <a:solidFill>
                <a:srgbClr val="5A22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062" name="Freeform 106">
                <a:extLst>
                  <a:ext uri="{FF2B5EF4-FFF2-40B4-BE49-F238E27FC236}">
                    <a16:creationId xmlns:a16="http://schemas.microsoft.com/office/drawing/2014/main" id="{2BABE628-E53F-42AD-B7FF-782A2BC4AE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5" y="1075"/>
                <a:ext cx="19" cy="11"/>
              </a:xfrm>
              <a:custGeom>
                <a:avLst/>
                <a:gdLst>
                  <a:gd name="T0" fmla="*/ 16 w 18"/>
                  <a:gd name="T1" fmla="*/ 0 h 10"/>
                  <a:gd name="T2" fmla="*/ 0 w 18"/>
                  <a:gd name="T3" fmla="*/ 12 h 10"/>
                  <a:gd name="T4" fmla="*/ 7 w 18"/>
                  <a:gd name="T5" fmla="*/ 12 h 10"/>
                  <a:gd name="T6" fmla="*/ 16 w 18"/>
                  <a:gd name="T7" fmla="*/ 0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10">
                    <a:moveTo>
                      <a:pt x="13" y="0"/>
                    </a:moveTo>
                    <a:cubicBezTo>
                      <a:pt x="13" y="0"/>
                      <a:pt x="9" y="7"/>
                      <a:pt x="0" y="9"/>
                    </a:cubicBezTo>
                    <a:cubicBezTo>
                      <a:pt x="0" y="9"/>
                      <a:pt x="3" y="10"/>
                      <a:pt x="7" y="9"/>
                    </a:cubicBezTo>
                    <a:cubicBezTo>
                      <a:pt x="11" y="8"/>
                      <a:pt x="18" y="6"/>
                      <a:pt x="13" y="0"/>
                    </a:cubicBezTo>
                    <a:close/>
                  </a:path>
                </a:pathLst>
              </a:custGeom>
              <a:solidFill>
                <a:srgbClr val="5A22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063" name="Freeform 107">
                <a:extLst>
                  <a:ext uri="{FF2B5EF4-FFF2-40B4-BE49-F238E27FC236}">
                    <a16:creationId xmlns:a16="http://schemas.microsoft.com/office/drawing/2014/main" id="{078D5785-5854-46CD-9979-DD48A91B1C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9" y="1059"/>
                <a:ext cx="10" cy="18"/>
              </a:xfrm>
              <a:custGeom>
                <a:avLst/>
                <a:gdLst>
                  <a:gd name="T0" fmla="*/ 0 w 10"/>
                  <a:gd name="T1" fmla="*/ 18 h 17"/>
                  <a:gd name="T2" fmla="*/ 4 w 10"/>
                  <a:gd name="T3" fmla="*/ 0 h 17"/>
                  <a:gd name="T4" fmla="*/ 0 w 10"/>
                  <a:gd name="T5" fmla="*/ 20 h 17"/>
                  <a:gd name="T6" fmla="*/ 0 w 10"/>
                  <a:gd name="T7" fmla="*/ 18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17">
                    <a:moveTo>
                      <a:pt x="0" y="15"/>
                    </a:moveTo>
                    <a:cubicBezTo>
                      <a:pt x="0" y="15"/>
                      <a:pt x="7" y="12"/>
                      <a:pt x="4" y="0"/>
                    </a:cubicBezTo>
                    <a:cubicBezTo>
                      <a:pt x="4" y="0"/>
                      <a:pt x="10" y="9"/>
                      <a:pt x="0" y="17"/>
                    </a:cubicBez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5A22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064" name="Freeform 108">
                <a:extLst>
                  <a:ext uri="{FF2B5EF4-FFF2-40B4-BE49-F238E27FC236}">
                    <a16:creationId xmlns:a16="http://schemas.microsoft.com/office/drawing/2014/main" id="{6B9CC7A1-D802-4574-BE83-FC41974E33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5" y="1117"/>
                <a:ext cx="102" cy="61"/>
              </a:xfrm>
              <a:custGeom>
                <a:avLst/>
                <a:gdLst>
                  <a:gd name="T0" fmla="*/ 58 w 96"/>
                  <a:gd name="T1" fmla="*/ 67 h 57"/>
                  <a:gd name="T2" fmla="*/ 115 w 96"/>
                  <a:gd name="T3" fmla="*/ 35 h 57"/>
                  <a:gd name="T4" fmla="*/ 78 w 96"/>
                  <a:gd name="T5" fmla="*/ 0 h 57"/>
                  <a:gd name="T6" fmla="*/ 57 w 96"/>
                  <a:gd name="T7" fmla="*/ 5 h 57"/>
                  <a:gd name="T8" fmla="*/ 57 w 96"/>
                  <a:gd name="T9" fmla="*/ 5 h 57"/>
                  <a:gd name="T10" fmla="*/ 37 w 96"/>
                  <a:gd name="T11" fmla="*/ 0 h 57"/>
                  <a:gd name="T12" fmla="*/ 0 w 96"/>
                  <a:gd name="T13" fmla="*/ 35 h 57"/>
                  <a:gd name="T14" fmla="*/ 56 w 96"/>
                  <a:gd name="T15" fmla="*/ 67 h 57"/>
                  <a:gd name="T16" fmla="*/ 58 w 96"/>
                  <a:gd name="T17" fmla="*/ 67 h 5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6" h="57">
                    <a:moveTo>
                      <a:pt x="49" y="55"/>
                    </a:moveTo>
                    <a:cubicBezTo>
                      <a:pt x="78" y="57"/>
                      <a:pt x="96" y="29"/>
                      <a:pt x="96" y="29"/>
                    </a:cubicBezTo>
                    <a:cubicBezTo>
                      <a:pt x="81" y="27"/>
                      <a:pt x="65" y="0"/>
                      <a:pt x="65" y="0"/>
                    </a:cubicBezTo>
                    <a:cubicBezTo>
                      <a:pt x="48" y="5"/>
                      <a:pt x="48" y="5"/>
                      <a:pt x="48" y="5"/>
                    </a:cubicBezTo>
                    <a:cubicBezTo>
                      <a:pt x="48" y="5"/>
                      <a:pt x="48" y="5"/>
                      <a:pt x="48" y="5"/>
                    </a:cubicBezTo>
                    <a:cubicBezTo>
                      <a:pt x="31" y="0"/>
                      <a:pt x="31" y="0"/>
                      <a:pt x="31" y="0"/>
                    </a:cubicBezTo>
                    <a:cubicBezTo>
                      <a:pt x="31" y="0"/>
                      <a:pt x="15" y="27"/>
                      <a:pt x="0" y="29"/>
                    </a:cubicBezTo>
                    <a:cubicBezTo>
                      <a:pt x="0" y="29"/>
                      <a:pt x="18" y="57"/>
                      <a:pt x="47" y="55"/>
                    </a:cubicBezTo>
                    <a:lnTo>
                      <a:pt x="49" y="55"/>
                    </a:lnTo>
                    <a:close/>
                  </a:path>
                </a:pathLst>
              </a:custGeom>
              <a:solidFill>
                <a:srgbClr val="A537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065" name="Freeform 109">
                <a:extLst>
                  <a:ext uri="{FF2B5EF4-FFF2-40B4-BE49-F238E27FC236}">
                    <a16:creationId xmlns:a16="http://schemas.microsoft.com/office/drawing/2014/main" id="{0710A3EC-EC16-4BD4-B9E4-F6A4AED350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4" y="1150"/>
                <a:ext cx="104" cy="30"/>
              </a:xfrm>
              <a:custGeom>
                <a:avLst/>
                <a:gdLst>
                  <a:gd name="T0" fmla="*/ 59 w 98"/>
                  <a:gd name="T1" fmla="*/ 27 h 28"/>
                  <a:gd name="T2" fmla="*/ 57 w 98"/>
                  <a:gd name="T3" fmla="*/ 27 h 28"/>
                  <a:gd name="T4" fmla="*/ 1 w 98"/>
                  <a:gd name="T5" fmla="*/ 0 h 28"/>
                  <a:gd name="T6" fmla="*/ 1 w 98"/>
                  <a:gd name="T7" fmla="*/ 0 h 28"/>
                  <a:gd name="T8" fmla="*/ 57 w 98"/>
                  <a:gd name="T9" fmla="*/ 32 h 28"/>
                  <a:gd name="T10" fmla="*/ 59 w 98"/>
                  <a:gd name="T11" fmla="*/ 32 h 28"/>
                  <a:gd name="T12" fmla="*/ 116 w 98"/>
                  <a:gd name="T13" fmla="*/ 0 h 28"/>
                  <a:gd name="T14" fmla="*/ 116 w 98"/>
                  <a:gd name="T15" fmla="*/ 0 h 28"/>
                  <a:gd name="T16" fmla="*/ 59 w 98"/>
                  <a:gd name="T17" fmla="*/ 27 h 2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8" h="28">
                    <a:moveTo>
                      <a:pt x="50" y="21"/>
                    </a:moveTo>
                    <a:cubicBezTo>
                      <a:pt x="48" y="21"/>
                      <a:pt x="48" y="21"/>
                      <a:pt x="48" y="21"/>
                    </a:cubicBezTo>
                    <a:cubicBezTo>
                      <a:pt x="26" y="23"/>
                      <a:pt x="7" y="8"/>
                      <a:pt x="1" y="0"/>
                    </a:cubicBezTo>
                    <a:cubicBezTo>
                      <a:pt x="0" y="0"/>
                      <a:pt x="2" y="0"/>
                      <a:pt x="1" y="0"/>
                    </a:cubicBezTo>
                    <a:cubicBezTo>
                      <a:pt x="1" y="0"/>
                      <a:pt x="19" y="28"/>
                      <a:pt x="48" y="26"/>
                    </a:cubicBezTo>
                    <a:cubicBezTo>
                      <a:pt x="50" y="26"/>
                      <a:pt x="50" y="26"/>
                      <a:pt x="50" y="26"/>
                    </a:cubicBezTo>
                    <a:cubicBezTo>
                      <a:pt x="79" y="28"/>
                      <a:pt x="97" y="0"/>
                      <a:pt x="97" y="0"/>
                    </a:cubicBezTo>
                    <a:cubicBezTo>
                      <a:pt x="96" y="0"/>
                      <a:pt x="98" y="0"/>
                      <a:pt x="97" y="0"/>
                    </a:cubicBezTo>
                    <a:cubicBezTo>
                      <a:pt x="91" y="8"/>
                      <a:pt x="72" y="23"/>
                      <a:pt x="50" y="21"/>
                    </a:cubicBezTo>
                    <a:close/>
                  </a:path>
                </a:pathLst>
              </a:custGeom>
              <a:solidFill>
                <a:srgbClr val="3E151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066" name="Freeform 110">
                <a:extLst>
                  <a:ext uri="{FF2B5EF4-FFF2-40B4-BE49-F238E27FC236}">
                    <a16:creationId xmlns:a16="http://schemas.microsoft.com/office/drawing/2014/main" id="{F01B079A-A5E2-403F-9B81-A714FC5B33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5" y="1114"/>
                <a:ext cx="101" cy="31"/>
              </a:xfrm>
              <a:custGeom>
                <a:avLst/>
                <a:gdLst>
                  <a:gd name="T0" fmla="*/ 0 w 95"/>
                  <a:gd name="T1" fmla="*/ 35 h 29"/>
                  <a:gd name="T2" fmla="*/ 37 w 95"/>
                  <a:gd name="T3" fmla="*/ 4 h 29"/>
                  <a:gd name="T4" fmla="*/ 56 w 95"/>
                  <a:gd name="T5" fmla="*/ 12 h 29"/>
                  <a:gd name="T6" fmla="*/ 57 w 95"/>
                  <a:gd name="T7" fmla="*/ 12 h 29"/>
                  <a:gd name="T8" fmla="*/ 78 w 95"/>
                  <a:gd name="T9" fmla="*/ 4 h 29"/>
                  <a:gd name="T10" fmla="*/ 114 w 95"/>
                  <a:gd name="T11" fmla="*/ 35 h 29"/>
                  <a:gd name="T12" fmla="*/ 114 w 95"/>
                  <a:gd name="T13" fmla="*/ 35 h 29"/>
                  <a:gd name="T14" fmla="*/ 78 w 95"/>
                  <a:gd name="T15" fmla="*/ 0 h 29"/>
                  <a:gd name="T16" fmla="*/ 57 w 95"/>
                  <a:gd name="T17" fmla="*/ 6 h 29"/>
                  <a:gd name="T18" fmla="*/ 56 w 95"/>
                  <a:gd name="T19" fmla="*/ 6 h 29"/>
                  <a:gd name="T20" fmla="*/ 37 w 95"/>
                  <a:gd name="T21" fmla="*/ 0 h 29"/>
                  <a:gd name="T22" fmla="*/ 0 w 95"/>
                  <a:gd name="T23" fmla="*/ 35 h 29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95" h="29">
                    <a:moveTo>
                      <a:pt x="0" y="29"/>
                    </a:moveTo>
                    <a:cubicBezTo>
                      <a:pt x="15" y="27"/>
                      <a:pt x="31" y="4"/>
                      <a:pt x="31" y="4"/>
                    </a:cubicBezTo>
                    <a:cubicBezTo>
                      <a:pt x="47" y="9"/>
                      <a:pt x="47" y="9"/>
                      <a:pt x="47" y="9"/>
                    </a:cubicBezTo>
                    <a:cubicBezTo>
                      <a:pt x="48" y="9"/>
                      <a:pt x="48" y="9"/>
                      <a:pt x="48" y="9"/>
                    </a:cubicBezTo>
                    <a:cubicBezTo>
                      <a:pt x="65" y="4"/>
                      <a:pt x="65" y="4"/>
                      <a:pt x="65" y="4"/>
                    </a:cubicBezTo>
                    <a:cubicBezTo>
                      <a:pt x="65" y="4"/>
                      <a:pt x="78" y="27"/>
                      <a:pt x="95" y="29"/>
                    </a:cubicBezTo>
                    <a:cubicBezTo>
                      <a:pt x="95" y="29"/>
                      <a:pt x="95" y="29"/>
                      <a:pt x="95" y="29"/>
                    </a:cubicBezTo>
                    <a:cubicBezTo>
                      <a:pt x="81" y="27"/>
                      <a:pt x="65" y="0"/>
                      <a:pt x="65" y="0"/>
                    </a:cubicBezTo>
                    <a:cubicBezTo>
                      <a:pt x="48" y="6"/>
                      <a:pt x="48" y="6"/>
                      <a:pt x="48" y="6"/>
                    </a:cubicBezTo>
                    <a:cubicBezTo>
                      <a:pt x="47" y="6"/>
                      <a:pt x="47" y="6"/>
                      <a:pt x="47" y="6"/>
                    </a:cubicBezTo>
                    <a:cubicBezTo>
                      <a:pt x="31" y="0"/>
                      <a:pt x="31" y="0"/>
                      <a:pt x="31" y="0"/>
                    </a:cubicBezTo>
                    <a:cubicBezTo>
                      <a:pt x="31" y="0"/>
                      <a:pt x="15" y="27"/>
                      <a:pt x="0" y="29"/>
                    </a:cubicBezTo>
                    <a:close/>
                  </a:path>
                </a:pathLst>
              </a:custGeom>
              <a:solidFill>
                <a:srgbClr val="3E151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067" name="Freeform 111">
                <a:extLst>
                  <a:ext uri="{FF2B5EF4-FFF2-40B4-BE49-F238E27FC236}">
                    <a16:creationId xmlns:a16="http://schemas.microsoft.com/office/drawing/2014/main" id="{2514C468-9D0E-423B-85DC-4337D2DA34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5" y="1139"/>
                <a:ext cx="7" cy="21"/>
              </a:xfrm>
              <a:custGeom>
                <a:avLst/>
                <a:gdLst>
                  <a:gd name="T0" fmla="*/ 1 w 7"/>
                  <a:gd name="T1" fmla="*/ 0 h 20"/>
                  <a:gd name="T2" fmla="*/ 0 w 7"/>
                  <a:gd name="T3" fmla="*/ 23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20">
                    <a:moveTo>
                      <a:pt x="1" y="0"/>
                    </a:moveTo>
                    <a:cubicBezTo>
                      <a:pt x="1" y="0"/>
                      <a:pt x="7" y="5"/>
                      <a:pt x="0" y="20"/>
                    </a:cubicBezTo>
                  </a:path>
                </a:pathLst>
              </a:custGeom>
              <a:noFill/>
              <a:ln w="3175" cap="flat">
                <a:solidFill>
                  <a:srgbClr val="5A2218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068" name="Freeform 112">
                <a:extLst>
                  <a:ext uri="{FF2B5EF4-FFF2-40B4-BE49-F238E27FC236}">
                    <a16:creationId xmlns:a16="http://schemas.microsoft.com/office/drawing/2014/main" id="{DD35B7CC-0309-4227-A8EB-C84F01C7F3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2" y="1069"/>
                <a:ext cx="9" cy="65"/>
              </a:xfrm>
              <a:custGeom>
                <a:avLst/>
                <a:gdLst>
                  <a:gd name="T0" fmla="*/ 0 w 8"/>
                  <a:gd name="T1" fmla="*/ 0 h 62"/>
                  <a:gd name="T2" fmla="*/ 8 w 8"/>
                  <a:gd name="T3" fmla="*/ 14 h 62"/>
                  <a:gd name="T4" fmla="*/ 10 w 8"/>
                  <a:gd name="T5" fmla="*/ 30 h 62"/>
                  <a:gd name="T6" fmla="*/ 3 w 8"/>
                  <a:gd name="T7" fmla="*/ 50 h 62"/>
                  <a:gd name="T8" fmla="*/ 2 w 8"/>
                  <a:gd name="T9" fmla="*/ 71 h 62"/>
                  <a:gd name="T10" fmla="*/ 1 w 8"/>
                  <a:gd name="T11" fmla="*/ 63 h 62"/>
                  <a:gd name="T12" fmla="*/ 2 w 8"/>
                  <a:gd name="T13" fmla="*/ 49 h 62"/>
                  <a:gd name="T14" fmla="*/ 7 w 8"/>
                  <a:gd name="T15" fmla="*/ 30 h 62"/>
                  <a:gd name="T16" fmla="*/ 8 w 8"/>
                  <a:gd name="T17" fmla="*/ 19 h 62"/>
                  <a:gd name="T18" fmla="*/ 7 w 8"/>
                  <a:gd name="T19" fmla="*/ 10 h 62"/>
                  <a:gd name="T20" fmla="*/ 2 w 8"/>
                  <a:gd name="T21" fmla="*/ 3 h 6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" h="62">
                    <a:moveTo>
                      <a:pt x="0" y="0"/>
                    </a:moveTo>
                    <a:cubicBezTo>
                      <a:pt x="3" y="3"/>
                      <a:pt x="4" y="7"/>
                      <a:pt x="5" y="11"/>
                    </a:cubicBezTo>
                    <a:cubicBezTo>
                      <a:pt x="8" y="16"/>
                      <a:pt x="8" y="22"/>
                      <a:pt x="7" y="27"/>
                    </a:cubicBezTo>
                    <a:cubicBezTo>
                      <a:pt x="6" y="33"/>
                      <a:pt x="4" y="38"/>
                      <a:pt x="3" y="44"/>
                    </a:cubicBezTo>
                    <a:cubicBezTo>
                      <a:pt x="2" y="50"/>
                      <a:pt x="2" y="56"/>
                      <a:pt x="2" y="62"/>
                    </a:cubicBezTo>
                    <a:cubicBezTo>
                      <a:pt x="2" y="60"/>
                      <a:pt x="1" y="56"/>
                      <a:pt x="1" y="54"/>
                    </a:cubicBezTo>
                    <a:cubicBezTo>
                      <a:pt x="1" y="50"/>
                      <a:pt x="1" y="46"/>
                      <a:pt x="2" y="43"/>
                    </a:cubicBezTo>
                    <a:cubicBezTo>
                      <a:pt x="2" y="37"/>
                      <a:pt x="3" y="32"/>
                      <a:pt x="4" y="27"/>
                    </a:cubicBezTo>
                    <a:cubicBezTo>
                      <a:pt x="5" y="24"/>
                      <a:pt x="5" y="20"/>
                      <a:pt x="5" y="16"/>
                    </a:cubicBezTo>
                    <a:cubicBezTo>
                      <a:pt x="4" y="14"/>
                      <a:pt x="4" y="13"/>
                      <a:pt x="4" y="10"/>
                    </a:cubicBezTo>
                    <a:cubicBezTo>
                      <a:pt x="3" y="8"/>
                      <a:pt x="2" y="5"/>
                      <a:pt x="2" y="3"/>
                    </a:cubicBezTo>
                  </a:path>
                </a:pathLst>
              </a:custGeom>
              <a:solidFill>
                <a:srgbClr val="5A22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069" name="Freeform 113">
                <a:extLst>
                  <a:ext uri="{FF2B5EF4-FFF2-40B4-BE49-F238E27FC236}">
                    <a16:creationId xmlns:a16="http://schemas.microsoft.com/office/drawing/2014/main" id="{118B36CC-FDDE-4726-ACB6-40154F1BDC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8" y="1140"/>
                <a:ext cx="8" cy="23"/>
              </a:xfrm>
              <a:custGeom>
                <a:avLst/>
                <a:gdLst>
                  <a:gd name="T0" fmla="*/ 0 w 7"/>
                  <a:gd name="T1" fmla="*/ 0 h 22"/>
                  <a:gd name="T2" fmla="*/ 0 w 7"/>
                  <a:gd name="T3" fmla="*/ 25 h 22"/>
                  <a:gd name="T4" fmla="*/ 1 w 7"/>
                  <a:gd name="T5" fmla="*/ 2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22">
                    <a:moveTo>
                      <a:pt x="0" y="0"/>
                    </a:moveTo>
                    <a:cubicBezTo>
                      <a:pt x="0" y="8"/>
                      <a:pt x="3" y="14"/>
                      <a:pt x="0" y="22"/>
                    </a:cubicBezTo>
                    <a:cubicBezTo>
                      <a:pt x="6" y="17"/>
                      <a:pt x="7" y="9"/>
                      <a:pt x="1" y="2"/>
                    </a:cubicBezTo>
                  </a:path>
                </a:pathLst>
              </a:custGeom>
              <a:solidFill>
                <a:srgbClr val="5A22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070" name="Freeform 114">
                <a:extLst>
                  <a:ext uri="{FF2B5EF4-FFF2-40B4-BE49-F238E27FC236}">
                    <a16:creationId xmlns:a16="http://schemas.microsoft.com/office/drawing/2014/main" id="{40D90802-F397-4769-95FE-30779D0969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5" y="1076"/>
                <a:ext cx="11" cy="73"/>
              </a:xfrm>
              <a:custGeom>
                <a:avLst/>
                <a:gdLst>
                  <a:gd name="T0" fmla="*/ 9 w 11"/>
                  <a:gd name="T1" fmla="*/ 81 h 69"/>
                  <a:gd name="T2" fmla="*/ 11 w 11"/>
                  <a:gd name="T3" fmla="*/ 0 h 6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69">
                    <a:moveTo>
                      <a:pt x="9" y="69"/>
                    </a:moveTo>
                    <a:cubicBezTo>
                      <a:pt x="9" y="69"/>
                      <a:pt x="0" y="25"/>
                      <a:pt x="11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071" name="Freeform 115">
                <a:extLst>
                  <a:ext uri="{FF2B5EF4-FFF2-40B4-BE49-F238E27FC236}">
                    <a16:creationId xmlns:a16="http://schemas.microsoft.com/office/drawing/2014/main" id="{4540D6D9-77D8-4B45-845D-44781DE1CC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2" y="1067"/>
                <a:ext cx="25" cy="23"/>
              </a:xfrm>
              <a:custGeom>
                <a:avLst/>
                <a:gdLst>
                  <a:gd name="T0" fmla="*/ 0 w 23"/>
                  <a:gd name="T1" fmla="*/ 25 h 22"/>
                  <a:gd name="T2" fmla="*/ 22 w 23"/>
                  <a:gd name="T3" fmla="*/ 24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22">
                    <a:moveTo>
                      <a:pt x="0" y="22"/>
                    </a:moveTo>
                    <a:cubicBezTo>
                      <a:pt x="0" y="22"/>
                      <a:pt x="23" y="0"/>
                      <a:pt x="17" y="21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072" name="Freeform 116">
                <a:extLst>
                  <a:ext uri="{FF2B5EF4-FFF2-40B4-BE49-F238E27FC236}">
                    <a16:creationId xmlns:a16="http://schemas.microsoft.com/office/drawing/2014/main" id="{785E482D-152C-4A06-9D5F-2CA5522E41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1" y="1098"/>
                <a:ext cx="19" cy="23"/>
              </a:xfrm>
              <a:custGeom>
                <a:avLst/>
                <a:gdLst>
                  <a:gd name="T0" fmla="*/ 0 w 18"/>
                  <a:gd name="T1" fmla="*/ 0 h 21"/>
                  <a:gd name="T2" fmla="*/ 0 w 18"/>
                  <a:gd name="T3" fmla="*/ 27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21">
                    <a:moveTo>
                      <a:pt x="0" y="0"/>
                    </a:moveTo>
                    <a:cubicBezTo>
                      <a:pt x="0" y="0"/>
                      <a:pt x="18" y="9"/>
                      <a:pt x="0" y="21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073" name="Freeform 117">
                <a:extLst>
                  <a:ext uri="{FF2B5EF4-FFF2-40B4-BE49-F238E27FC236}">
                    <a16:creationId xmlns:a16="http://schemas.microsoft.com/office/drawing/2014/main" id="{5A8CFB1B-76E6-4E6E-8403-368CA29387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2" y="2965"/>
                <a:ext cx="64" cy="85"/>
              </a:xfrm>
              <a:custGeom>
                <a:avLst/>
                <a:gdLst>
                  <a:gd name="T0" fmla="*/ 70 w 61"/>
                  <a:gd name="T1" fmla="*/ 0 h 81"/>
                  <a:gd name="T2" fmla="*/ 33 w 61"/>
                  <a:gd name="T3" fmla="*/ 38 h 81"/>
                  <a:gd name="T4" fmla="*/ 0 w 61"/>
                  <a:gd name="T5" fmla="*/ 93 h 8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1" h="81">
                    <a:moveTo>
                      <a:pt x="61" y="0"/>
                    </a:moveTo>
                    <a:cubicBezTo>
                      <a:pt x="51" y="3"/>
                      <a:pt x="38" y="23"/>
                      <a:pt x="29" y="32"/>
                    </a:cubicBezTo>
                    <a:cubicBezTo>
                      <a:pt x="15" y="47"/>
                      <a:pt x="9" y="61"/>
                      <a:pt x="0" y="81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074" name="Freeform 118">
                <a:extLst>
                  <a:ext uri="{FF2B5EF4-FFF2-40B4-BE49-F238E27FC236}">
                    <a16:creationId xmlns:a16="http://schemas.microsoft.com/office/drawing/2014/main" id="{4B45F0A2-E603-40A8-9C2D-566236EBB8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6" y="3080"/>
                <a:ext cx="208" cy="50"/>
              </a:xfrm>
              <a:custGeom>
                <a:avLst/>
                <a:gdLst>
                  <a:gd name="T0" fmla="*/ 232 w 197"/>
                  <a:gd name="T1" fmla="*/ 0 h 48"/>
                  <a:gd name="T2" fmla="*/ 197 w 197"/>
                  <a:gd name="T3" fmla="*/ 22 h 48"/>
                  <a:gd name="T4" fmla="*/ 152 w 197"/>
                  <a:gd name="T5" fmla="*/ 45 h 48"/>
                  <a:gd name="T6" fmla="*/ 86 w 197"/>
                  <a:gd name="T7" fmla="*/ 53 h 48"/>
                  <a:gd name="T8" fmla="*/ 0 w 197"/>
                  <a:gd name="T9" fmla="*/ 31 h 4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7" h="48">
                    <a:moveTo>
                      <a:pt x="197" y="0"/>
                    </a:moveTo>
                    <a:cubicBezTo>
                      <a:pt x="190" y="8"/>
                      <a:pt x="177" y="13"/>
                      <a:pt x="168" y="19"/>
                    </a:cubicBezTo>
                    <a:cubicBezTo>
                      <a:pt x="156" y="27"/>
                      <a:pt x="143" y="34"/>
                      <a:pt x="129" y="39"/>
                    </a:cubicBezTo>
                    <a:cubicBezTo>
                      <a:pt x="111" y="45"/>
                      <a:pt x="92" y="48"/>
                      <a:pt x="73" y="47"/>
                    </a:cubicBezTo>
                    <a:cubicBezTo>
                      <a:pt x="47" y="46"/>
                      <a:pt x="25" y="34"/>
                      <a:pt x="0" y="28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075" name="Freeform 119">
                <a:extLst>
                  <a:ext uri="{FF2B5EF4-FFF2-40B4-BE49-F238E27FC236}">
                    <a16:creationId xmlns:a16="http://schemas.microsoft.com/office/drawing/2014/main" id="{07127DC8-C894-4238-8459-CFABE82620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5" y="3087"/>
                <a:ext cx="39" cy="17"/>
              </a:xfrm>
              <a:custGeom>
                <a:avLst/>
                <a:gdLst>
                  <a:gd name="T0" fmla="*/ 43 w 37"/>
                  <a:gd name="T1" fmla="*/ 0 h 16"/>
                  <a:gd name="T2" fmla="*/ 0 w 37"/>
                  <a:gd name="T3" fmla="*/ 19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7" h="16">
                    <a:moveTo>
                      <a:pt x="37" y="0"/>
                    </a:moveTo>
                    <a:cubicBezTo>
                      <a:pt x="25" y="7"/>
                      <a:pt x="11" y="9"/>
                      <a:pt x="0" y="16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076" name="Freeform 120">
                <a:extLst>
                  <a:ext uri="{FF2B5EF4-FFF2-40B4-BE49-F238E27FC236}">
                    <a16:creationId xmlns:a16="http://schemas.microsoft.com/office/drawing/2014/main" id="{9FA8E366-4453-4DD8-92AD-E4C16215EA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0" y="3145"/>
                <a:ext cx="56" cy="6"/>
              </a:xfrm>
              <a:custGeom>
                <a:avLst/>
                <a:gdLst>
                  <a:gd name="T0" fmla="*/ 62 w 53"/>
                  <a:gd name="T1" fmla="*/ 1 h 6"/>
                  <a:gd name="T2" fmla="*/ 0 w 53"/>
                  <a:gd name="T3" fmla="*/ 6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3" h="6">
                    <a:moveTo>
                      <a:pt x="53" y="1"/>
                    </a:moveTo>
                    <a:cubicBezTo>
                      <a:pt x="37" y="0"/>
                      <a:pt x="16" y="0"/>
                      <a:pt x="0" y="6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077" name="Freeform 121">
                <a:extLst>
                  <a:ext uri="{FF2B5EF4-FFF2-40B4-BE49-F238E27FC236}">
                    <a16:creationId xmlns:a16="http://schemas.microsoft.com/office/drawing/2014/main" id="{B733DB56-98DE-4D20-8A01-FC5374B09B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6" y="2775"/>
                <a:ext cx="58" cy="22"/>
              </a:xfrm>
              <a:custGeom>
                <a:avLst/>
                <a:gdLst>
                  <a:gd name="T0" fmla="*/ 64 w 55"/>
                  <a:gd name="T1" fmla="*/ 0 h 21"/>
                  <a:gd name="T2" fmla="*/ 0 w 55"/>
                  <a:gd name="T3" fmla="*/ 24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5" h="21">
                    <a:moveTo>
                      <a:pt x="55" y="0"/>
                    </a:moveTo>
                    <a:cubicBezTo>
                      <a:pt x="35" y="6"/>
                      <a:pt x="18" y="8"/>
                      <a:pt x="0" y="21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078" name="Freeform 122">
                <a:extLst>
                  <a:ext uri="{FF2B5EF4-FFF2-40B4-BE49-F238E27FC236}">
                    <a16:creationId xmlns:a16="http://schemas.microsoft.com/office/drawing/2014/main" id="{4363CE8F-FDBD-41AA-BF61-20AB0D85AD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8" y="3772"/>
                <a:ext cx="103" cy="13"/>
              </a:xfrm>
              <a:custGeom>
                <a:avLst/>
                <a:gdLst>
                  <a:gd name="T0" fmla="*/ 114 w 98"/>
                  <a:gd name="T1" fmla="*/ 4 h 12"/>
                  <a:gd name="T2" fmla="*/ 81 w 98"/>
                  <a:gd name="T3" fmla="*/ 14 h 12"/>
                  <a:gd name="T4" fmla="*/ 49 w 98"/>
                  <a:gd name="T5" fmla="*/ 5 h 12"/>
                  <a:gd name="T6" fmla="*/ 0 w 98"/>
                  <a:gd name="T7" fmla="*/ 15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8" h="12">
                    <a:moveTo>
                      <a:pt x="98" y="4"/>
                    </a:moveTo>
                    <a:cubicBezTo>
                      <a:pt x="88" y="7"/>
                      <a:pt x="80" y="11"/>
                      <a:pt x="69" y="11"/>
                    </a:cubicBezTo>
                    <a:cubicBezTo>
                      <a:pt x="60" y="11"/>
                      <a:pt x="52" y="8"/>
                      <a:pt x="43" y="5"/>
                    </a:cubicBezTo>
                    <a:cubicBezTo>
                      <a:pt x="28" y="0"/>
                      <a:pt x="12" y="0"/>
                      <a:pt x="0" y="12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079" name="Freeform 123">
                <a:extLst>
                  <a:ext uri="{FF2B5EF4-FFF2-40B4-BE49-F238E27FC236}">
                    <a16:creationId xmlns:a16="http://schemas.microsoft.com/office/drawing/2014/main" id="{2D1BD703-4AE9-42EF-8D14-2F8B815A3E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4" y="3673"/>
                <a:ext cx="44" cy="7"/>
              </a:xfrm>
              <a:custGeom>
                <a:avLst/>
                <a:gdLst>
                  <a:gd name="T0" fmla="*/ 48 w 42"/>
                  <a:gd name="T1" fmla="*/ 1 h 7"/>
                  <a:gd name="T2" fmla="*/ 0 w 42"/>
                  <a:gd name="T3" fmla="*/ 7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2" h="7">
                    <a:moveTo>
                      <a:pt x="42" y="1"/>
                    </a:moveTo>
                    <a:cubicBezTo>
                      <a:pt x="29" y="0"/>
                      <a:pt x="14" y="5"/>
                      <a:pt x="0" y="7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080" name="Freeform 124">
                <a:extLst>
                  <a:ext uri="{FF2B5EF4-FFF2-40B4-BE49-F238E27FC236}">
                    <a16:creationId xmlns:a16="http://schemas.microsoft.com/office/drawing/2014/main" id="{16479494-AEA2-4EA9-957B-E08347FD81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7" y="3964"/>
                <a:ext cx="37" cy="36"/>
              </a:xfrm>
              <a:custGeom>
                <a:avLst/>
                <a:gdLst>
                  <a:gd name="T0" fmla="*/ 38 w 35"/>
                  <a:gd name="T1" fmla="*/ 40 h 34"/>
                  <a:gd name="T2" fmla="*/ 27 w 35"/>
                  <a:gd name="T3" fmla="*/ 13 h 34"/>
                  <a:gd name="T4" fmla="*/ 13 w 35"/>
                  <a:gd name="T5" fmla="*/ 4 h 34"/>
                  <a:gd name="T6" fmla="*/ 0 w 35"/>
                  <a:gd name="T7" fmla="*/ 0 h 3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5" h="34">
                    <a:moveTo>
                      <a:pt x="32" y="34"/>
                    </a:moveTo>
                    <a:cubicBezTo>
                      <a:pt x="35" y="25"/>
                      <a:pt x="33" y="14"/>
                      <a:pt x="24" y="10"/>
                    </a:cubicBezTo>
                    <a:cubicBezTo>
                      <a:pt x="20" y="8"/>
                      <a:pt x="15" y="5"/>
                      <a:pt x="10" y="4"/>
                    </a:cubicBezTo>
                    <a:cubicBezTo>
                      <a:pt x="7" y="2"/>
                      <a:pt x="3" y="1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081" name="Freeform 125">
                <a:extLst>
                  <a:ext uri="{FF2B5EF4-FFF2-40B4-BE49-F238E27FC236}">
                    <a16:creationId xmlns:a16="http://schemas.microsoft.com/office/drawing/2014/main" id="{17D1C127-E6BC-47D7-91CC-71D86D6A44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9" y="3945"/>
                <a:ext cx="14" cy="21"/>
              </a:xfrm>
              <a:custGeom>
                <a:avLst/>
                <a:gdLst>
                  <a:gd name="T0" fmla="*/ 16 w 13"/>
                  <a:gd name="T1" fmla="*/ 23 h 20"/>
                  <a:gd name="T2" fmla="*/ 0 w 13"/>
                  <a:gd name="T3" fmla="*/ 0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20">
                    <a:moveTo>
                      <a:pt x="13" y="20"/>
                    </a:moveTo>
                    <a:cubicBezTo>
                      <a:pt x="6" y="15"/>
                      <a:pt x="6" y="4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082" name="Freeform 126">
                <a:extLst>
                  <a:ext uri="{FF2B5EF4-FFF2-40B4-BE49-F238E27FC236}">
                    <a16:creationId xmlns:a16="http://schemas.microsoft.com/office/drawing/2014/main" id="{9B6E3090-B4FA-4ED8-BECD-C2A6B322D1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9" y="3974"/>
                <a:ext cx="35" cy="24"/>
              </a:xfrm>
              <a:custGeom>
                <a:avLst/>
                <a:gdLst>
                  <a:gd name="T0" fmla="*/ 39 w 33"/>
                  <a:gd name="T1" fmla="*/ 6 h 23"/>
                  <a:gd name="T2" fmla="*/ 7 w 33"/>
                  <a:gd name="T3" fmla="*/ 26 h 23"/>
                  <a:gd name="T4" fmla="*/ 2 w 33"/>
                  <a:gd name="T5" fmla="*/ 9 h 23"/>
                  <a:gd name="T6" fmla="*/ 16 w 33"/>
                  <a:gd name="T7" fmla="*/ 0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" h="23">
                    <a:moveTo>
                      <a:pt x="33" y="6"/>
                    </a:moveTo>
                    <a:cubicBezTo>
                      <a:pt x="20" y="5"/>
                      <a:pt x="10" y="10"/>
                      <a:pt x="7" y="23"/>
                    </a:cubicBezTo>
                    <a:cubicBezTo>
                      <a:pt x="2" y="21"/>
                      <a:pt x="0" y="13"/>
                      <a:pt x="2" y="9"/>
                    </a:cubicBezTo>
                    <a:cubicBezTo>
                      <a:pt x="4" y="3"/>
                      <a:pt x="8" y="3"/>
                      <a:pt x="13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083" name="Freeform 127">
                <a:extLst>
                  <a:ext uri="{FF2B5EF4-FFF2-40B4-BE49-F238E27FC236}">
                    <a16:creationId xmlns:a16="http://schemas.microsoft.com/office/drawing/2014/main" id="{5BD98E96-A8FA-43AF-8CBF-2881B93A87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5" y="3948"/>
                <a:ext cx="37" cy="48"/>
              </a:xfrm>
              <a:custGeom>
                <a:avLst/>
                <a:gdLst>
                  <a:gd name="T0" fmla="*/ 37 w 35"/>
                  <a:gd name="T1" fmla="*/ 54 h 45"/>
                  <a:gd name="T2" fmla="*/ 37 w 35"/>
                  <a:gd name="T3" fmla="*/ 36 h 45"/>
                  <a:gd name="T4" fmla="*/ 25 w 35"/>
                  <a:gd name="T5" fmla="*/ 22 h 45"/>
                  <a:gd name="T6" fmla="*/ 13 w 35"/>
                  <a:gd name="T7" fmla="*/ 16 h 45"/>
                  <a:gd name="T8" fmla="*/ 5 w 35"/>
                  <a:gd name="T9" fmla="*/ 11 h 45"/>
                  <a:gd name="T10" fmla="*/ 0 w 35"/>
                  <a:gd name="T11" fmla="*/ 0 h 4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5" h="45">
                    <a:moveTo>
                      <a:pt x="31" y="45"/>
                    </a:moveTo>
                    <a:cubicBezTo>
                      <a:pt x="35" y="43"/>
                      <a:pt x="33" y="33"/>
                      <a:pt x="31" y="30"/>
                    </a:cubicBezTo>
                    <a:cubicBezTo>
                      <a:pt x="30" y="26"/>
                      <a:pt x="25" y="22"/>
                      <a:pt x="22" y="19"/>
                    </a:cubicBezTo>
                    <a:cubicBezTo>
                      <a:pt x="19" y="16"/>
                      <a:pt x="14" y="14"/>
                      <a:pt x="10" y="13"/>
                    </a:cubicBezTo>
                    <a:cubicBezTo>
                      <a:pt x="7" y="11"/>
                      <a:pt x="6" y="11"/>
                      <a:pt x="5" y="8"/>
                    </a:cubicBezTo>
                    <a:cubicBezTo>
                      <a:pt x="3" y="6"/>
                      <a:pt x="0" y="2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084" name="Freeform 128">
                <a:extLst>
                  <a:ext uri="{FF2B5EF4-FFF2-40B4-BE49-F238E27FC236}">
                    <a16:creationId xmlns:a16="http://schemas.microsoft.com/office/drawing/2014/main" id="{CEA549B9-77DD-4D24-9E9B-42A31970F0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4" y="3935"/>
                <a:ext cx="40" cy="41"/>
              </a:xfrm>
              <a:custGeom>
                <a:avLst/>
                <a:gdLst>
                  <a:gd name="T0" fmla="*/ 44 w 38"/>
                  <a:gd name="T1" fmla="*/ 45 h 39"/>
                  <a:gd name="T2" fmla="*/ 28 w 38"/>
                  <a:gd name="T3" fmla="*/ 15 h 39"/>
                  <a:gd name="T4" fmla="*/ 17 w 38"/>
                  <a:gd name="T5" fmla="*/ 8 h 39"/>
                  <a:gd name="T6" fmla="*/ 8 w 38"/>
                  <a:gd name="T7" fmla="*/ 3 h 39"/>
                  <a:gd name="T8" fmla="*/ 0 w 38"/>
                  <a:gd name="T9" fmla="*/ 0 h 3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" h="39">
                    <a:moveTo>
                      <a:pt x="38" y="39"/>
                    </a:moveTo>
                    <a:cubicBezTo>
                      <a:pt x="38" y="29"/>
                      <a:pt x="33" y="18"/>
                      <a:pt x="25" y="12"/>
                    </a:cubicBezTo>
                    <a:cubicBezTo>
                      <a:pt x="22" y="10"/>
                      <a:pt x="18" y="10"/>
                      <a:pt x="14" y="8"/>
                    </a:cubicBezTo>
                    <a:cubicBezTo>
                      <a:pt x="12" y="6"/>
                      <a:pt x="10" y="5"/>
                      <a:pt x="8" y="3"/>
                    </a:cubicBezTo>
                    <a:cubicBezTo>
                      <a:pt x="5" y="2"/>
                      <a:pt x="3" y="1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085" name="Freeform 129">
                <a:extLst>
                  <a:ext uri="{FF2B5EF4-FFF2-40B4-BE49-F238E27FC236}">
                    <a16:creationId xmlns:a16="http://schemas.microsoft.com/office/drawing/2014/main" id="{E14A0584-9AF6-4B08-A846-CA36695EA8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0" y="3935"/>
                <a:ext cx="12" cy="6"/>
              </a:xfrm>
              <a:custGeom>
                <a:avLst/>
                <a:gdLst>
                  <a:gd name="T0" fmla="*/ 14 w 11"/>
                  <a:gd name="T1" fmla="*/ 6 h 6"/>
                  <a:gd name="T2" fmla="*/ 0 w 11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6">
                    <a:moveTo>
                      <a:pt x="11" y="6"/>
                    </a:moveTo>
                    <a:cubicBezTo>
                      <a:pt x="8" y="3"/>
                      <a:pt x="2" y="3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086" name="Freeform 130">
                <a:extLst>
                  <a:ext uri="{FF2B5EF4-FFF2-40B4-BE49-F238E27FC236}">
                    <a16:creationId xmlns:a16="http://schemas.microsoft.com/office/drawing/2014/main" id="{07326B20-EEAE-4FDB-AF55-503CE6A4B1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5" y="3928"/>
                <a:ext cx="6" cy="3"/>
              </a:xfrm>
              <a:custGeom>
                <a:avLst/>
                <a:gdLst>
                  <a:gd name="T0" fmla="*/ 8 w 5"/>
                  <a:gd name="T1" fmla="*/ 3 h 3"/>
                  <a:gd name="T2" fmla="*/ 0 w 5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3">
                    <a:moveTo>
                      <a:pt x="5" y="3"/>
                    </a:moveTo>
                    <a:cubicBezTo>
                      <a:pt x="4" y="2"/>
                      <a:pt x="2" y="0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087" name="Freeform 131">
                <a:extLst>
                  <a:ext uri="{FF2B5EF4-FFF2-40B4-BE49-F238E27FC236}">
                    <a16:creationId xmlns:a16="http://schemas.microsoft.com/office/drawing/2014/main" id="{25D1AB35-F6B5-4EF0-A62C-B3DDAD8029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7" y="3969"/>
                <a:ext cx="16" cy="12"/>
              </a:xfrm>
              <a:custGeom>
                <a:avLst/>
                <a:gdLst>
                  <a:gd name="T0" fmla="*/ 18 w 15"/>
                  <a:gd name="T1" fmla="*/ 5 h 11"/>
                  <a:gd name="T2" fmla="*/ 3 w 15"/>
                  <a:gd name="T3" fmla="*/ 14 h 11"/>
                  <a:gd name="T4" fmla="*/ 0 w 15"/>
                  <a:gd name="T5" fmla="*/ 5 h 11"/>
                  <a:gd name="T6" fmla="*/ 14 w 15"/>
                  <a:gd name="T7" fmla="*/ 0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11">
                    <a:moveTo>
                      <a:pt x="15" y="5"/>
                    </a:moveTo>
                    <a:cubicBezTo>
                      <a:pt x="9" y="5"/>
                      <a:pt x="7" y="8"/>
                      <a:pt x="3" y="11"/>
                    </a:cubicBezTo>
                    <a:cubicBezTo>
                      <a:pt x="2" y="9"/>
                      <a:pt x="0" y="7"/>
                      <a:pt x="0" y="5"/>
                    </a:cubicBezTo>
                    <a:cubicBezTo>
                      <a:pt x="4" y="5"/>
                      <a:pt x="6" y="0"/>
                      <a:pt x="11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088" name="Freeform 132">
                <a:extLst>
                  <a:ext uri="{FF2B5EF4-FFF2-40B4-BE49-F238E27FC236}">
                    <a16:creationId xmlns:a16="http://schemas.microsoft.com/office/drawing/2014/main" id="{077E6DCA-C3D8-45CD-B022-44BDCFF0A7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9" y="3961"/>
                <a:ext cx="12" cy="14"/>
              </a:xfrm>
              <a:custGeom>
                <a:avLst/>
                <a:gdLst>
                  <a:gd name="T0" fmla="*/ 14 w 11"/>
                  <a:gd name="T1" fmla="*/ 4 h 13"/>
                  <a:gd name="T2" fmla="*/ 3 w 11"/>
                  <a:gd name="T3" fmla="*/ 16 h 13"/>
                  <a:gd name="T4" fmla="*/ 2 w 11"/>
                  <a:gd name="T5" fmla="*/ 16 h 13"/>
                  <a:gd name="T6" fmla="*/ 0 w 11"/>
                  <a:gd name="T7" fmla="*/ 11 h 13"/>
                  <a:gd name="T8" fmla="*/ 12 w 11"/>
                  <a:gd name="T9" fmla="*/ 0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3">
                    <a:moveTo>
                      <a:pt x="11" y="4"/>
                    </a:moveTo>
                    <a:cubicBezTo>
                      <a:pt x="8" y="5"/>
                      <a:pt x="4" y="9"/>
                      <a:pt x="3" y="13"/>
                    </a:cubicBezTo>
                    <a:cubicBezTo>
                      <a:pt x="3" y="13"/>
                      <a:pt x="2" y="13"/>
                      <a:pt x="2" y="13"/>
                    </a:cubicBezTo>
                    <a:cubicBezTo>
                      <a:pt x="1" y="11"/>
                      <a:pt x="0" y="10"/>
                      <a:pt x="0" y="8"/>
                    </a:cubicBezTo>
                    <a:cubicBezTo>
                      <a:pt x="4" y="7"/>
                      <a:pt x="5" y="1"/>
                      <a:pt x="9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089" name="Freeform 133">
                <a:extLst>
                  <a:ext uri="{FF2B5EF4-FFF2-40B4-BE49-F238E27FC236}">
                    <a16:creationId xmlns:a16="http://schemas.microsoft.com/office/drawing/2014/main" id="{6284DE37-2F99-456E-A41C-62B0E9AD68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6" y="3907"/>
                <a:ext cx="21" cy="19"/>
              </a:xfrm>
              <a:custGeom>
                <a:avLst/>
                <a:gdLst>
                  <a:gd name="T0" fmla="*/ 23 w 20"/>
                  <a:gd name="T1" fmla="*/ 21 h 18"/>
                  <a:gd name="T2" fmla="*/ 0 w 20"/>
                  <a:gd name="T3" fmla="*/ 0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18">
                    <a:moveTo>
                      <a:pt x="20" y="18"/>
                    </a:moveTo>
                    <a:cubicBezTo>
                      <a:pt x="12" y="14"/>
                      <a:pt x="5" y="7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090" name="Freeform 134">
                <a:extLst>
                  <a:ext uri="{FF2B5EF4-FFF2-40B4-BE49-F238E27FC236}">
                    <a16:creationId xmlns:a16="http://schemas.microsoft.com/office/drawing/2014/main" id="{4A4A9B59-0CC8-4B62-9BEB-44F0ECBFEE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0" y="1297"/>
                <a:ext cx="114" cy="57"/>
              </a:xfrm>
              <a:custGeom>
                <a:avLst/>
                <a:gdLst>
                  <a:gd name="T0" fmla="*/ 127 w 108"/>
                  <a:gd name="T1" fmla="*/ 0 h 54"/>
                  <a:gd name="T2" fmla="*/ 82 w 108"/>
                  <a:gd name="T3" fmla="*/ 38 h 54"/>
                  <a:gd name="T4" fmla="*/ 0 w 108"/>
                  <a:gd name="T5" fmla="*/ 60 h 5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8" h="54">
                    <a:moveTo>
                      <a:pt x="108" y="0"/>
                    </a:moveTo>
                    <a:cubicBezTo>
                      <a:pt x="108" y="0"/>
                      <a:pt x="82" y="23"/>
                      <a:pt x="70" y="32"/>
                    </a:cubicBezTo>
                    <a:cubicBezTo>
                      <a:pt x="57" y="42"/>
                      <a:pt x="25" y="54"/>
                      <a:pt x="0" y="51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091" name="Freeform 135">
                <a:extLst>
                  <a:ext uri="{FF2B5EF4-FFF2-40B4-BE49-F238E27FC236}">
                    <a16:creationId xmlns:a16="http://schemas.microsoft.com/office/drawing/2014/main" id="{7DAEE83B-D52D-4B76-BB68-1722FA22E6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9" y="1342"/>
                <a:ext cx="152" cy="54"/>
              </a:xfrm>
              <a:custGeom>
                <a:avLst/>
                <a:gdLst>
                  <a:gd name="T0" fmla="*/ 0 w 144"/>
                  <a:gd name="T1" fmla="*/ 0 h 51"/>
                  <a:gd name="T2" fmla="*/ 36 w 144"/>
                  <a:gd name="T3" fmla="*/ 30 h 51"/>
                  <a:gd name="T4" fmla="*/ 83 w 144"/>
                  <a:gd name="T5" fmla="*/ 59 h 51"/>
                  <a:gd name="T6" fmla="*/ 133 w 144"/>
                  <a:gd name="T7" fmla="*/ 32 h 51"/>
                  <a:gd name="T8" fmla="*/ 169 w 144"/>
                  <a:gd name="T9" fmla="*/ 0 h 5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4" h="51">
                    <a:moveTo>
                      <a:pt x="0" y="0"/>
                    </a:moveTo>
                    <a:cubicBezTo>
                      <a:pt x="0" y="0"/>
                      <a:pt x="14" y="9"/>
                      <a:pt x="30" y="25"/>
                    </a:cubicBezTo>
                    <a:cubicBezTo>
                      <a:pt x="45" y="41"/>
                      <a:pt x="55" y="49"/>
                      <a:pt x="71" y="50"/>
                    </a:cubicBezTo>
                    <a:cubicBezTo>
                      <a:pt x="87" y="51"/>
                      <a:pt x="98" y="38"/>
                      <a:pt x="113" y="26"/>
                    </a:cubicBezTo>
                    <a:cubicBezTo>
                      <a:pt x="127" y="13"/>
                      <a:pt x="131" y="5"/>
                      <a:pt x="144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092" name="Freeform 136">
                <a:extLst>
                  <a:ext uri="{FF2B5EF4-FFF2-40B4-BE49-F238E27FC236}">
                    <a16:creationId xmlns:a16="http://schemas.microsoft.com/office/drawing/2014/main" id="{0A3080F9-CF7B-47F6-8E63-80665C0DC4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1" y="2015"/>
                <a:ext cx="648" cy="44"/>
              </a:xfrm>
              <a:custGeom>
                <a:avLst/>
                <a:gdLst>
                  <a:gd name="T0" fmla="*/ 0 w 614"/>
                  <a:gd name="T1" fmla="*/ 0 h 42"/>
                  <a:gd name="T2" fmla="*/ 64 w 614"/>
                  <a:gd name="T3" fmla="*/ 27 h 42"/>
                  <a:gd name="T4" fmla="*/ 206 w 614"/>
                  <a:gd name="T5" fmla="*/ 40 h 42"/>
                  <a:gd name="T6" fmla="*/ 361 w 614"/>
                  <a:gd name="T7" fmla="*/ 8 h 42"/>
                  <a:gd name="T8" fmla="*/ 544 w 614"/>
                  <a:gd name="T9" fmla="*/ 39 h 42"/>
                  <a:gd name="T10" fmla="*/ 623 w 614"/>
                  <a:gd name="T11" fmla="*/ 24 h 42"/>
                  <a:gd name="T12" fmla="*/ 722 w 614"/>
                  <a:gd name="T13" fmla="*/ 0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14" h="42">
                    <a:moveTo>
                      <a:pt x="0" y="0"/>
                    </a:moveTo>
                    <a:cubicBezTo>
                      <a:pt x="0" y="0"/>
                      <a:pt x="27" y="23"/>
                      <a:pt x="55" y="24"/>
                    </a:cubicBezTo>
                    <a:cubicBezTo>
                      <a:pt x="83" y="25"/>
                      <a:pt x="133" y="42"/>
                      <a:pt x="175" y="34"/>
                    </a:cubicBezTo>
                    <a:cubicBezTo>
                      <a:pt x="217" y="26"/>
                      <a:pt x="263" y="12"/>
                      <a:pt x="307" y="8"/>
                    </a:cubicBezTo>
                    <a:cubicBezTo>
                      <a:pt x="351" y="4"/>
                      <a:pt x="422" y="41"/>
                      <a:pt x="462" y="33"/>
                    </a:cubicBezTo>
                    <a:cubicBezTo>
                      <a:pt x="502" y="25"/>
                      <a:pt x="515" y="21"/>
                      <a:pt x="530" y="21"/>
                    </a:cubicBezTo>
                    <a:cubicBezTo>
                      <a:pt x="545" y="21"/>
                      <a:pt x="590" y="26"/>
                      <a:pt x="614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093" name="Freeform 137">
                <a:extLst>
                  <a:ext uri="{FF2B5EF4-FFF2-40B4-BE49-F238E27FC236}">
                    <a16:creationId xmlns:a16="http://schemas.microsoft.com/office/drawing/2014/main" id="{9AC5C0CD-EBF3-49D3-991D-259C116A6A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7" y="2214"/>
                <a:ext cx="359" cy="111"/>
              </a:xfrm>
              <a:custGeom>
                <a:avLst/>
                <a:gdLst>
                  <a:gd name="T0" fmla="*/ 0 w 340"/>
                  <a:gd name="T1" fmla="*/ 2 h 105"/>
                  <a:gd name="T2" fmla="*/ 400 w 340"/>
                  <a:gd name="T3" fmla="*/ 0 h 10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40" h="105">
                    <a:moveTo>
                      <a:pt x="0" y="2"/>
                    </a:moveTo>
                    <a:cubicBezTo>
                      <a:pt x="0" y="2"/>
                      <a:pt x="141" y="105"/>
                      <a:pt x="340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094" name="Freeform 138">
                <a:extLst>
                  <a:ext uri="{FF2B5EF4-FFF2-40B4-BE49-F238E27FC236}">
                    <a16:creationId xmlns:a16="http://schemas.microsoft.com/office/drawing/2014/main" id="{D88BD992-F582-4AD9-A7C3-AF1B2649F3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3" y="2266"/>
                <a:ext cx="81" cy="37"/>
              </a:xfrm>
              <a:custGeom>
                <a:avLst/>
                <a:gdLst>
                  <a:gd name="T0" fmla="*/ 89 w 77"/>
                  <a:gd name="T1" fmla="*/ 0 h 35"/>
                  <a:gd name="T2" fmla="*/ 0 w 77"/>
                  <a:gd name="T3" fmla="*/ 41 h 3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7" h="35">
                    <a:moveTo>
                      <a:pt x="77" y="0"/>
                    </a:moveTo>
                    <a:cubicBezTo>
                      <a:pt x="77" y="0"/>
                      <a:pt x="39" y="20"/>
                      <a:pt x="0" y="35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095" name="Freeform 139">
                <a:extLst>
                  <a:ext uri="{FF2B5EF4-FFF2-40B4-BE49-F238E27FC236}">
                    <a16:creationId xmlns:a16="http://schemas.microsoft.com/office/drawing/2014/main" id="{A2722137-F401-46BF-A005-AE72C6DBC7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6" y="2263"/>
                <a:ext cx="58" cy="30"/>
              </a:xfrm>
              <a:custGeom>
                <a:avLst/>
                <a:gdLst>
                  <a:gd name="T0" fmla="*/ 0 w 55"/>
                  <a:gd name="T1" fmla="*/ 0 h 29"/>
                  <a:gd name="T2" fmla="*/ 64 w 55"/>
                  <a:gd name="T3" fmla="*/ 32 h 2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5" h="29">
                    <a:moveTo>
                      <a:pt x="0" y="0"/>
                    </a:moveTo>
                    <a:cubicBezTo>
                      <a:pt x="0" y="0"/>
                      <a:pt x="13" y="21"/>
                      <a:pt x="55" y="29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096" name="Freeform 140">
                <a:extLst>
                  <a:ext uri="{FF2B5EF4-FFF2-40B4-BE49-F238E27FC236}">
                    <a16:creationId xmlns:a16="http://schemas.microsoft.com/office/drawing/2014/main" id="{9073DFCC-F6F4-4275-9F04-CB9768A98F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2" y="2262"/>
                <a:ext cx="28" cy="28"/>
              </a:xfrm>
              <a:custGeom>
                <a:avLst/>
                <a:gdLst>
                  <a:gd name="T0" fmla="*/ 17 w 26"/>
                  <a:gd name="T1" fmla="*/ 0 h 27"/>
                  <a:gd name="T2" fmla="*/ 32 w 26"/>
                  <a:gd name="T3" fmla="*/ 29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27">
                    <a:moveTo>
                      <a:pt x="14" y="0"/>
                    </a:moveTo>
                    <a:cubicBezTo>
                      <a:pt x="14" y="0"/>
                      <a:pt x="0" y="27"/>
                      <a:pt x="26" y="26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097" name="Freeform 141">
                <a:extLst>
                  <a:ext uri="{FF2B5EF4-FFF2-40B4-BE49-F238E27FC236}">
                    <a16:creationId xmlns:a16="http://schemas.microsoft.com/office/drawing/2014/main" id="{B8515C40-A769-41E3-8E89-C0115B9F1F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8" y="2509"/>
                <a:ext cx="223" cy="41"/>
              </a:xfrm>
              <a:custGeom>
                <a:avLst/>
                <a:gdLst>
                  <a:gd name="T0" fmla="*/ 0 w 211"/>
                  <a:gd name="T1" fmla="*/ 3 h 39"/>
                  <a:gd name="T2" fmla="*/ 249 w 211"/>
                  <a:gd name="T3" fmla="*/ 0 h 3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1" h="39">
                    <a:moveTo>
                      <a:pt x="0" y="3"/>
                    </a:moveTo>
                    <a:cubicBezTo>
                      <a:pt x="0" y="3"/>
                      <a:pt x="110" y="39"/>
                      <a:pt x="211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098" name="Freeform 142">
                <a:extLst>
                  <a:ext uri="{FF2B5EF4-FFF2-40B4-BE49-F238E27FC236}">
                    <a16:creationId xmlns:a16="http://schemas.microsoft.com/office/drawing/2014/main" id="{57B4F8FC-5AE4-4355-A65F-AFDB67A016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3" y="1141"/>
                <a:ext cx="86" cy="20"/>
              </a:xfrm>
              <a:custGeom>
                <a:avLst/>
                <a:gdLst>
                  <a:gd name="T0" fmla="*/ 0 w 82"/>
                  <a:gd name="T1" fmla="*/ 8 h 19"/>
                  <a:gd name="T2" fmla="*/ 27 w 82"/>
                  <a:gd name="T3" fmla="*/ 2 h 19"/>
                  <a:gd name="T4" fmla="*/ 62 w 82"/>
                  <a:gd name="T5" fmla="*/ 0 h 19"/>
                  <a:gd name="T6" fmla="*/ 94 w 82"/>
                  <a:gd name="T7" fmla="*/ 7 h 19"/>
                  <a:gd name="T8" fmla="*/ 63 w 82"/>
                  <a:gd name="T9" fmla="*/ 3 h 19"/>
                  <a:gd name="T10" fmla="*/ 28 w 82"/>
                  <a:gd name="T11" fmla="*/ 6 h 19"/>
                  <a:gd name="T12" fmla="*/ 0 w 82"/>
                  <a:gd name="T13" fmla="*/ 8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2" h="19">
                    <a:moveTo>
                      <a:pt x="0" y="8"/>
                    </a:moveTo>
                    <a:cubicBezTo>
                      <a:pt x="0" y="8"/>
                      <a:pt x="18" y="8"/>
                      <a:pt x="24" y="2"/>
                    </a:cubicBezTo>
                    <a:cubicBezTo>
                      <a:pt x="24" y="2"/>
                      <a:pt x="42" y="15"/>
                      <a:pt x="53" y="0"/>
                    </a:cubicBezTo>
                    <a:cubicBezTo>
                      <a:pt x="53" y="0"/>
                      <a:pt x="70" y="8"/>
                      <a:pt x="82" y="7"/>
                    </a:cubicBezTo>
                    <a:cubicBezTo>
                      <a:pt x="82" y="7"/>
                      <a:pt x="61" y="7"/>
                      <a:pt x="54" y="3"/>
                    </a:cubicBezTo>
                    <a:cubicBezTo>
                      <a:pt x="54" y="3"/>
                      <a:pt x="46" y="19"/>
                      <a:pt x="25" y="6"/>
                    </a:cubicBezTo>
                    <a:cubicBezTo>
                      <a:pt x="25" y="6"/>
                      <a:pt x="8" y="11"/>
                      <a:pt x="0" y="8"/>
                    </a:cubicBezTo>
                    <a:close/>
                  </a:path>
                </a:pathLst>
              </a:custGeom>
              <a:solidFill>
                <a:srgbClr val="5A22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099" name="Freeform 143">
                <a:extLst>
                  <a:ext uri="{FF2B5EF4-FFF2-40B4-BE49-F238E27FC236}">
                    <a16:creationId xmlns:a16="http://schemas.microsoft.com/office/drawing/2014/main" id="{51E42240-FE48-4BFC-8725-54C1FCB220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7" y="1001"/>
                <a:ext cx="51" cy="43"/>
              </a:xfrm>
              <a:custGeom>
                <a:avLst/>
                <a:gdLst>
                  <a:gd name="T0" fmla="*/ 0 w 48"/>
                  <a:gd name="T1" fmla="*/ 28 h 40"/>
                  <a:gd name="T2" fmla="*/ 49 w 48"/>
                  <a:gd name="T3" fmla="*/ 20 h 40"/>
                  <a:gd name="T4" fmla="*/ 51 w 48"/>
                  <a:gd name="T5" fmla="*/ 30 h 40"/>
                  <a:gd name="T6" fmla="*/ 0 w 48"/>
                  <a:gd name="T7" fmla="*/ 28 h 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8" h="40">
                    <a:moveTo>
                      <a:pt x="0" y="22"/>
                    </a:moveTo>
                    <a:cubicBezTo>
                      <a:pt x="0" y="22"/>
                      <a:pt x="21" y="0"/>
                      <a:pt x="40" y="17"/>
                    </a:cubicBezTo>
                    <a:cubicBezTo>
                      <a:pt x="40" y="17"/>
                      <a:pt x="48" y="20"/>
                      <a:pt x="42" y="24"/>
                    </a:cubicBezTo>
                    <a:cubicBezTo>
                      <a:pt x="36" y="28"/>
                      <a:pt x="13" y="40"/>
                      <a:pt x="0" y="22"/>
                    </a:cubicBezTo>
                    <a:close/>
                  </a:path>
                </a:pathLst>
              </a:custGeom>
              <a:noFill/>
              <a:ln w="3175" cap="flat">
                <a:solidFill>
                  <a:srgbClr val="5A2218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100" name="Freeform 144">
                <a:extLst>
                  <a:ext uri="{FF2B5EF4-FFF2-40B4-BE49-F238E27FC236}">
                    <a16:creationId xmlns:a16="http://schemas.microsoft.com/office/drawing/2014/main" id="{0766CC83-996C-4B86-8368-EC7D5280CA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4" y="1001"/>
                <a:ext cx="51" cy="43"/>
              </a:xfrm>
              <a:custGeom>
                <a:avLst/>
                <a:gdLst>
                  <a:gd name="T0" fmla="*/ 57 w 48"/>
                  <a:gd name="T1" fmla="*/ 28 h 40"/>
                  <a:gd name="T2" fmla="*/ 11 w 48"/>
                  <a:gd name="T3" fmla="*/ 20 h 40"/>
                  <a:gd name="T4" fmla="*/ 6 w 48"/>
                  <a:gd name="T5" fmla="*/ 30 h 40"/>
                  <a:gd name="T6" fmla="*/ 57 w 48"/>
                  <a:gd name="T7" fmla="*/ 28 h 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8" h="40">
                    <a:moveTo>
                      <a:pt x="48" y="22"/>
                    </a:moveTo>
                    <a:cubicBezTo>
                      <a:pt x="48" y="22"/>
                      <a:pt x="27" y="0"/>
                      <a:pt x="8" y="17"/>
                    </a:cubicBezTo>
                    <a:cubicBezTo>
                      <a:pt x="8" y="17"/>
                      <a:pt x="0" y="20"/>
                      <a:pt x="6" y="24"/>
                    </a:cubicBezTo>
                    <a:cubicBezTo>
                      <a:pt x="12" y="28"/>
                      <a:pt x="35" y="40"/>
                      <a:pt x="48" y="22"/>
                    </a:cubicBezTo>
                    <a:close/>
                  </a:path>
                </a:pathLst>
              </a:custGeom>
              <a:noFill/>
              <a:ln w="3175" cap="flat">
                <a:solidFill>
                  <a:srgbClr val="5A2218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101" name="Freeform 145">
                <a:extLst>
                  <a:ext uri="{FF2B5EF4-FFF2-40B4-BE49-F238E27FC236}">
                    <a16:creationId xmlns:a16="http://schemas.microsoft.com/office/drawing/2014/main" id="{F2D338D2-211E-44C5-B8EE-D52452E7A2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0" y="1340"/>
                <a:ext cx="16" cy="20"/>
              </a:xfrm>
              <a:custGeom>
                <a:avLst/>
                <a:gdLst>
                  <a:gd name="T0" fmla="*/ 0 w 15"/>
                  <a:gd name="T1" fmla="*/ 9 h 19"/>
                  <a:gd name="T2" fmla="*/ 13 w 15"/>
                  <a:gd name="T3" fmla="*/ 0 h 19"/>
                  <a:gd name="T4" fmla="*/ 7 w 15"/>
                  <a:gd name="T5" fmla="*/ 22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19">
                    <a:moveTo>
                      <a:pt x="0" y="9"/>
                    </a:moveTo>
                    <a:cubicBezTo>
                      <a:pt x="3" y="6"/>
                      <a:pt x="6" y="1"/>
                      <a:pt x="10" y="0"/>
                    </a:cubicBezTo>
                    <a:cubicBezTo>
                      <a:pt x="15" y="7"/>
                      <a:pt x="8" y="15"/>
                      <a:pt x="7" y="19"/>
                    </a:cubicBezTo>
                  </a:path>
                </a:pathLst>
              </a:custGeom>
              <a:noFill/>
              <a:ln w="6350" cap="flat">
                <a:solidFill>
                  <a:srgbClr val="75332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102" name="Freeform 146">
                <a:extLst>
                  <a:ext uri="{FF2B5EF4-FFF2-40B4-BE49-F238E27FC236}">
                    <a16:creationId xmlns:a16="http://schemas.microsoft.com/office/drawing/2014/main" id="{1F899B7C-F41D-4AF9-8753-5416BFBED2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4" y="1355"/>
                <a:ext cx="13" cy="14"/>
              </a:xfrm>
              <a:custGeom>
                <a:avLst/>
                <a:gdLst>
                  <a:gd name="T0" fmla="*/ 5 w 13"/>
                  <a:gd name="T1" fmla="*/ 16 h 13"/>
                  <a:gd name="T2" fmla="*/ 0 w 13"/>
                  <a:gd name="T3" fmla="*/ 0 h 13"/>
                  <a:gd name="T4" fmla="*/ 13 w 13"/>
                  <a:gd name="T5" fmla="*/ 6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3">
                    <a:moveTo>
                      <a:pt x="5" y="13"/>
                    </a:moveTo>
                    <a:cubicBezTo>
                      <a:pt x="4" y="8"/>
                      <a:pt x="1" y="5"/>
                      <a:pt x="0" y="0"/>
                    </a:cubicBezTo>
                    <a:cubicBezTo>
                      <a:pt x="4" y="2"/>
                      <a:pt x="10" y="5"/>
                      <a:pt x="13" y="6"/>
                    </a:cubicBezTo>
                  </a:path>
                </a:pathLst>
              </a:custGeom>
              <a:noFill/>
              <a:ln w="6350" cap="flat">
                <a:solidFill>
                  <a:srgbClr val="75332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103" name="Freeform 147">
                <a:extLst>
                  <a:ext uri="{FF2B5EF4-FFF2-40B4-BE49-F238E27FC236}">
                    <a16:creationId xmlns:a16="http://schemas.microsoft.com/office/drawing/2014/main" id="{A5181512-9BA3-4684-89E7-1498BA9259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5" y="1342"/>
                <a:ext cx="12" cy="12"/>
              </a:xfrm>
              <a:custGeom>
                <a:avLst/>
                <a:gdLst>
                  <a:gd name="T0" fmla="*/ 0 w 11"/>
                  <a:gd name="T1" fmla="*/ 0 h 11"/>
                  <a:gd name="T2" fmla="*/ 14 w 11"/>
                  <a:gd name="T3" fmla="*/ 14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11">
                    <a:moveTo>
                      <a:pt x="0" y="0"/>
                    </a:moveTo>
                    <a:cubicBezTo>
                      <a:pt x="4" y="4"/>
                      <a:pt x="8" y="8"/>
                      <a:pt x="11" y="11"/>
                    </a:cubicBezTo>
                  </a:path>
                </a:pathLst>
              </a:custGeom>
              <a:noFill/>
              <a:ln w="6350" cap="flat">
                <a:solidFill>
                  <a:srgbClr val="75332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104" name="Freeform 148">
                <a:extLst>
                  <a:ext uri="{FF2B5EF4-FFF2-40B4-BE49-F238E27FC236}">
                    <a16:creationId xmlns:a16="http://schemas.microsoft.com/office/drawing/2014/main" id="{BCBE3083-2096-48F2-BEB7-24EBB333C6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8" y="1341"/>
                <a:ext cx="33" cy="24"/>
              </a:xfrm>
              <a:custGeom>
                <a:avLst/>
                <a:gdLst>
                  <a:gd name="T0" fmla="*/ 19 w 31"/>
                  <a:gd name="T1" fmla="*/ 0 h 23"/>
                  <a:gd name="T2" fmla="*/ 6 w 31"/>
                  <a:gd name="T3" fmla="*/ 5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1" h="23">
                    <a:moveTo>
                      <a:pt x="16" y="0"/>
                    </a:moveTo>
                    <a:cubicBezTo>
                      <a:pt x="31" y="12"/>
                      <a:pt x="0" y="23"/>
                      <a:pt x="6" y="5"/>
                    </a:cubicBezTo>
                  </a:path>
                </a:pathLst>
              </a:custGeom>
              <a:noFill/>
              <a:ln w="6350" cap="flat">
                <a:solidFill>
                  <a:srgbClr val="75332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105" name="Freeform 149">
                <a:extLst>
                  <a:ext uri="{FF2B5EF4-FFF2-40B4-BE49-F238E27FC236}">
                    <a16:creationId xmlns:a16="http://schemas.microsoft.com/office/drawing/2014/main" id="{3004CDFC-D42C-4365-B832-4495457B0F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7" y="1305"/>
                <a:ext cx="2" cy="16"/>
              </a:xfrm>
              <a:custGeom>
                <a:avLst/>
                <a:gdLst>
                  <a:gd name="T0" fmla="*/ 2 w 2"/>
                  <a:gd name="T1" fmla="*/ 0 h 15"/>
                  <a:gd name="T2" fmla="*/ 0 w 2"/>
                  <a:gd name="T3" fmla="*/ 18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5">
                    <a:moveTo>
                      <a:pt x="2" y="0"/>
                    </a:moveTo>
                    <a:cubicBezTo>
                      <a:pt x="2" y="5"/>
                      <a:pt x="1" y="10"/>
                      <a:pt x="0" y="15"/>
                    </a:cubicBezTo>
                  </a:path>
                </a:pathLst>
              </a:custGeom>
              <a:noFill/>
              <a:ln w="6350" cap="flat">
                <a:solidFill>
                  <a:srgbClr val="75332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106" name="Freeform 150">
                <a:extLst>
                  <a:ext uri="{FF2B5EF4-FFF2-40B4-BE49-F238E27FC236}">
                    <a16:creationId xmlns:a16="http://schemas.microsoft.com/office/drawing/2014/main" id="{9E285A0C-C640-4526-9A11-AACD6504FB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3" y="1296"/>
                <a:ext cx="12" cy="31"/>
              </a:xfrm>
              <a:custGeom>
                <a:avLst/>
                <a:gdLst>
                  <a:gd name="T0" fmla="*/ 12 w 12"/>
                  <a:gd name="T1" fmla="*/ 10 h 30"/>
                  <a:gd name="T2" fmla="*/ 9 w 12"/>
                  <a:gd name="T3" fmla="*/ 33 h 30"/>
                  <a:gd name="T4" fmla="*/ 7 w 12"/>
                  <a:gd name="T5" fmla="*/ 0 h 3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30">
                    <a:moveTo>
                      <a:pt x="12" y="10"/>
                    </a:moveTo>
                    <a:cubicBezTo>
                      <a:pt x="12" y="16"/>
                      <a:pt x="12" y="24"/>
                      <a:pt x="9" y="30"/>
                    </a:cubicBezTo>
                    <a:cubicBezTo>
                      <a:pt x="0" y="25"/>
                      <a:pt x="6" y="7"/>
                      <a:pt x="7" y="0"/>
                    </a:cubicBezTo>
                  </a:path>
                </a:pathLst>
              </a:custGeom>
              <a:noFill/>
              <a:ln w="6350" cap="flat">
                <a:solidFill>
                  <a:srgbClr val="75332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107" name="Freeform 151">
                <a:extLst>
                  <a:ext uri="{FF2B5EF4-FFF2-40B4-BE49-F238E27FC236}">
                    <a16:creationId xmlns:a16="http://schemas.microsoft.com/office/drawing/2014/main" id="{5D4FF89F-721D-4B77-A64A-0309A72A44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5" y="1292"/>
                <a:ext cx="15" cy="11"/>
              </a:xfrm>
              <a:custGeom>
                <a:avLst/>
                <a:gdLst>
                  <a:gd name="T0" fmla="*/ 0 w 14"/>
                  <a:gd name="T1" fmla="*/ 0 h 11"/>
                  <a:gd name="T2" fmla="*/ 17 w 14"/>
                  <a:gd name="T3" fmla="*/ 11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11">
                    <a:moveTo>
                      <a:pt x="0" y="0"/>
                    </a:moveTo>
                    <a:cubicBezTo>
                      <a:pt x="2" y="6"/>
                      <a:pt x="9" y="11"/>
                      <a:pt x="14" y="11"/>
                    </a:cubicBezTo>
                  </a:path>
                </a:pathLst>
              </a:custGeom>
              <a:noFill/>
              <a:ln w="6350" cap="flat">
                <a:solidFill>
                  <a:srgbClr val="75332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108" name="Freeform 152">
                <a:extLst>
                  <a:ext uri="{FF2B5EF4-FFF2-40B4-BE49-F238E27FC236}">
                    <a16:creationId xmlns:a16="http://schemas.microsoft.com/office/drawing/2014/main" id="{8ABB4F2A-661A-4C66-BCE9-12CC15F0A5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2" y="1296"/>
                <a:ext cx="19" cy="6"/>
              </a:xfrm>
              <a:custGeom>
                <a:avLst/>
                <a:gdLst>
                  <a:gd name="T0" fmla="*/ 0 w 18"/>
                  <a:gd name="T1" fmla="*/ 4 h 6"/>
                  <a:gd name="T2" fmla="*/ 21 w 18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6">
                    <a:moveTo>
                      <a:pt x="0" y="4"/>
                    </a:moveTo>
                    <a:cubicBezTo>
                      <a:pt x="5" y="6"/>
                      <a:pt x="12" y="2"/>
                      <a:pt x="18" y="0"/>
                    </a:cubicBezTo>
                  </a:path>
                </a:pathLst>
              </a:custGeom>
              <a:noFill/>
              <a:ln w="6350" cap="flat">
                <a:solidFill>
                  <a:srgbClr val="75332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109" name="Freeform 153">
                <a:extLst>
                  <a:ext uri="{FF2B5EF4-FFF2-40B4-BE49-F238E27FC236}">
                    <a16:creationId xmlns:a16="http://schemas.microsoft.com/office/drawing/2014/main" id="{38EF399C-C415-4263-B106-FC155AF2F4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0" y="1283"/>
                <a:ext cx="14" cy="1"/>
              </a:xfrm>
              <a:custGeom>
                <a:avLst/>
                <a:gdLst>
                  <a:gd name="T0" fmla="*/ 0 w 13"/>
                  <a:gd name="T1" fmla="*/ 1 h 1"/>
                  <a:gd name="T2" fmla="*/ 16 w 13"/>
                  <a:gd name="T3" fmla="*/ 1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1">
                    <a:moveTo>
                      <a:pt x="0" y="1"/>
                    </a:moveTo>
                    <a:cubicBezTo>
                      <a:pt x="4" y="0"/>
                      <a:pt x="9" y="1"/>
                      <a:pt x="13" y="1"/>
                    </a:cubicBezTo>
                  </a:path>
                </a:pathLst>
              </a:custGeom>
              <a:noFill/>
              <a:ln w="6350" cap="flat">
                <a:solidFill>
                  <a:srgbClr val="75332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110" name="Freeform 154">
                <a:extLst>
                  <a:ext uri="{FF2B5EF4-FFF2-40B4-BE49-F238E27FC236}">
                    <a16:creationId xmlns:a16="http://schemas.microsoft.com/office/drawing/2014/main" id="{4F8222DB-4DEC-4606-BAC8-C3B1336554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3" y="1585"/>
                <a:ext cx="19" cy="12"/>
              </a:xfrm>
              <a:custGeom>
                <a:avLst/>
                <a:gdLst>
                  <a:gd name="T0" fmla="*/ 0 w 18"/>
                  <a:gd name="T1" fmla="*/ 14 h 11"/>
                  <a:gd name="T2" fmla="*/ 21 w 18"/>
                  <a:gd name="T3" fmla="*/ 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11">
                    <a:moveTo>
                      <a:pt x="0" y="11"/>
                    </a:moveTo>
                    <a:cubicBezTo>
                      <a:pt x="6" y="11"/>
                      <a:pt x="14" y="4"/>
                      <a:pt x="18" y="0"/>
                    </a:cubicBezTo>
                  </a:path>
                </a:pathLst>
              </a:custGeom>
              <a:noFill/>
              <a:ln w="6350" cap="flat">
                <a:solidFill>
                  <a:srgbClr val="75332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111" name="Freeform 155">
                <a:extLst>
                  <a:ext uri="{FF2B5EF4-FFF2-40B4-BE49-F238E27FC236}">
                    <a16:creationId xmlns:a16="http://schemas.microsoft.com/office/drawing/2014/main" id="{D06083BC-A5F4-4855-8B71-D785BC1407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4" y="1614"/>
                <a:ext cx="20" cy="24"/>
              </a:xfrm>
              <a:custGeom>
                <a:avLst/>
                <a:gdLst>
                  <a:gd name="T0" fmla="*/ 6 w 19"/>
                  <a:gd name="T1" fmla="*/ 0 h 23"/>
                  <a:gd name="T2" fmla="*/ 1 w 19"/>
                  <a:gd name="T3" fmla="*/ 26 h 23"/>
                  <a:gd name="T4" fmla="*/ 22 w 19"/>
                  <a:gd name="T5" fmla="*/ 6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23">
                    <a:moveTo>
                      <a:pt x="6" y="0"/>
                    </a:moveTo>
                    <a:cubicBezTo>
                      <a:pt x="4" y="7"/>
                      <a:pt x="0" y="15"/>
                      <a:pt x="1" y="23"/>
                    </a:cubicBezTo>
                    <a:cubicBezTo>
                      <a:pt x="9" y="23"/>
                      <a:pt x="17" y="13"/>
                      <a:pt x="19" y="6"/>
                    </a:cubicBezTo>
                  </a:path>
                </a:pathLst>
              </a:custGeom>
              <a:noFill/>
              <a:ln w="6350" cap="flat">
                <a:solidFill>
                  <a:srgbClr val="75332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112" name="Freeform 156">
                <a:extLst>
                  <a:ext uri="{FF2B5EF4-FFF2-40B4-BE49-F238E27FC236}">
                    <a16:creationId xmlns:a16="http://schemas.microsoft.com/office/drawing/2014/main" id="{B9A5DAAB-3144-414F-8594-AC2FA6E511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1" y="1826"/>
                <a:ext cx="27" cy="26"/>
              </a:xfrm>
              <a:custGeom>
                <a:avLst/>
                <a:gdLst>
                  <a:gd name="T0" fmla="*/ 6 w 25"/>
                  <a:gd name="T1" fmla="*/ 28 h 25"/>
                  <a:gd name="T2" fmla="*/ 6 w 25"/>
                  <a:gd name="T3" fmla="*/ 4 h 25"/>
                  <a:gd name="T4" fmla="*/ 31 w 25"/>
                  <a:gd name="T5" fmla="*/ 21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25">
                    <a:moveTo>
                      <a:pt x="6" y="25"/>
                    </a:moveTo>
                    <a:cubicBezTo>
                      <a:pt x="5" y="20"/>
                      <a:pt x="0" y="7"/>
                      <a:pt x="6" y="4"/>
                    </a:cubicBezTo>
                    <a:cubicBezTo>
                      <a:pt x="11" y="0"/>
                      <a:pt x="22" y="14"/>
                      <a:pt x="25" y="18"/>
                    </a:cubicBezTo>
                  </a:path>
                </a:pathLst>
              </a:custGeom>
              <a:noFill/>
              <a:ln w="6350" cap="flat">
                <a:solidFill>
                  <a:srgbClr val="75332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113" name="Freeform 157">
                <a:extLst>
                  <a:ext uri="{FF2B5EF4-FFF2-40B4-BE49-F238E27FC236}">
                    <a16:creationId xmlns:a16="http://schemas.microsoft.com/office/drawing/2014/main" id="{8B2350B6-8EBD-4B33-B28E-4DDC1D8E45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1" y="1905"/>
                <a:ext cx="25" cy="24"/>
              </a:xfrm>
              <a:custGeom>
                <a:avLst/>
                <a:gdLst>
                  <a:gd name="T0" fmla="*/ 0 w 23"/>
                  <a:gd name="T1" fmla="*/ 21 h 23"/>
                  <a:gd name="T2" fmla="*/ 0 w 23"/>
                  <a:gd name="T3" fmla="*/ 18 h 23"/>
                  <a:gd name="T4" fmla="*/ 0 w 23"/>
                  <a:gd name="T5" fmla="*/ 3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23">
                    <a:moveTo>
                      <a:pt x="0" y="18"/>
                    </a:moveTo>
                    <a:cubicBezTo>
                      <a:pt x="0" y="17"/>
                      <a:pt x="0" y="16"/>
                      <a:pt x="0" y="15"/>
                    </a:cubicBezTo>
                    <a:cubicBezTo>
                      <a:pt x="17" y="23"/>
                      <a:pt x="23" y="0"/>
                      <a:pt x="0" y="3"/>
                    </a:cubicBezTo>
                  </a:path>
                </a:pathLst>
              </a:custGeom>
              <a:noFill/>
              <a:ln w="6350" cap="flat">
                <a:solidFill>
                  <a:srgbClr val="75332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114" name="Freeform 158">
                <a:extLst>
                  <a:ext uri="{FF2B5EF4-FFF2-40B4-BE49-F238E27FC236}">
                    <a16:creationId xmlns:a16="http://schemas.microsoft.com/office/drawing/2014/main" id="{0EAA6CBF-0343-4085-B295-65F3BA6A45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2" y="1888"/>
                <a:ext cx="3" cy="17"/>
              </a:xfrm>
              <a:custGeom>
                <a:avLst/>
                <a:gdLst>
                  <a:gd name="T0" fmla="*/ 2 w 3"/>
                  <a:gd name="T1" fmla="*/ 0 h 16"/>
                  <a:gd name="T2" fmla="*/ 0 w 3"/>
                  <a:gd name="T3" fmla="*/ 19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6">
                    <a:moveTo>
                      <a:pt x="2" y="0"/>
                    </a:moveTo>
                    <a:cubicBezTo>
                      <a:pt x="2" y="5"/>
                      <a:pt x="3" y="11"/>
                      <a:pt x="0" y="16"/>
                    </a:cubicBezTo>
                  </a:path>
                </a:pathLst>
              </a:custGeom>
              <a:noFill/>
              <a:ln w="6350" cap="flat">
                <a:solidFill>
                  <a:srgbClr val="75332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115" name="Freeform 159">
                <a:extLst>
                  <a:ext uri="{FF2B5EF4-FFF2-40B4-BE49-F238E27FC236}">
                    <a16:creationId xmlns:a16="http://schemas.microsoft.com/office/drawing/2014/main" id="{EBD2620F-212D-44B7-94C7-65C039146B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0" y="1907"/>
                <a:ext cx="23" cy="12"/>
              </a:xfrm>
              <a:custGeom>
                <a:avLst/>
                <a:gdLst>
                  <a:gd name="T0" fmla="*/ 0 w 22"/>
                  <a:gd name="T1" fmla="*/ 0 h 11"/>
                  <a:gd name="T2" fmla="*/ 25 w 22"/>
                  <a:gd name="T3" fmla="*/ 14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11">
                    <a:moveTo>
                      <a:pt x="0" y="0"/>
                    </a:moveTo>
                    <a:cubicBezTo>
                      <a:pt x="8" y="2"/>
                      <a:pt x="15" y="8"/>
                      <a:pt x="22" y="11"/>
                    </a:cubicBezTo>
                  </a:path>
                </a:pathLst>
              </a:custGeom>
              <a:noFill/>
              <a:ln w="6350" cap="flat">
                <a:solidFill>
                  <a:srgbClr val="75332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116" name="Freeform 160">
                <a:extLst>
                  <a:ext uri="{FF2B5EF4-FFF2-40B4-BE49-F238E27FC236}">
                    <a16:creationId xmlns:a16="http://schemas.microsoft.com/office/drawing/2014/main" id="{42E2860D-D3A2-4E48-9C18-88C6464818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5" y="1938"/>
                <a:ext cx="6" cy="23"/>
              </a:xfrm>
              <a:custGeom>
                <a:avLst/>
                <a:gdLst>
                  <a:gd name="T0" fmla="*/ 0 w 6"/>
                  <a:gd name="T1" fmla="*/ 0 h 22"/>
                  <a:gd name="T2" fmla="*/ 6 w 6"/>
                  <a:gd name="T3" fmla="*/ 25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22">
                    <a:moveTo>
                      <a:pt x="0" y="0"/>
                    </a:moveTo>
                    <a:cubicBezTo>
                      <a:pt x="2" y="7"/>
                      <a:pt x="4" y="14"/>
                      <a:pt x="6" y="22"/>
                    </a:cubicBezTo>
                  </a:path>
                </a:pathLst>
              </a:custGeom>
              <a:noFill/>
              <a:ln w="6350" cap="flat">
                <a:solidFill>
                  <a:srgbClr val="75332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117" name="Freeform 161">
                <a:extLst>
                  <a:ext uri="{FF2B5EF4-FFF2-40B4-BE49-F238E27FC236}">
                    <a16:creationId xmlns:a16="http://schemas.microsoft.com/office/drawing/2014/main" id="{A0731932-AEF2-4B44-BEC9-1DFFD3C5E2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3" y="2017"/>
                <a:ext cx="24" cy="41"/>
              </a:xfrm>
              <a:custGeom>
                <a:avLst/>
                <a:gdLst>
                  <a:gd name="T0" fmla="*/ 17 w 23"/>
                  <a:gd name="T1" fmla="*/ 0 h 39"/>
                  <a:gd name="T2" fmla="*/ 26 w 23"/>
                  <a:gd name="T3" fmla="*/ 5 h 3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39">
                    <a:moveTo>
                      <a:pt x="14" y="0"/>
                    </a:moveTo>
                    <a:cubicBezTo>
                      <a:pt x="0" y="1"/>
                      <a:pt x="14" y="39"/>
                      <a:pt x="23" y="5"/>
                    </a:cubicBezTo>
                  </a:path>
                </a:pathLst>
              </a:custGeom>
              <a:noFill/>
              <a:ln w="6350" cap="flat">
                <a:solidFill>
                  <a:srgbClr val="75332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118" name="Freeform 162">
                <a:extLst>
                  <a:ext uri="{FF2B5EF4-FFF2-40B4-BE49-F238E27FC236}">
                    <a16:creationId xmlns:a16="http://schemas.microsoft.com/office/drawing/2014/main" id="{7B360750-963D-4491-BBD5-9F4A42F352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6" y="2035"/>
                <a:ext cx="5" cy="23"/>
              </a:xfrm>
              <a:custGeom>
                <a:avLst/>
                <a:gdLst>
                  <a:gd name="T0" fmla="*/ 5 w 5"/>
                  <a:gd name="T1" fmla="*/ 0 h 22"/>
                  <a:gd name="T2" fmla="*/ 0 w 5"/>
                  <a:gd name="T3" fmla="*/ 25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22">
                    <a:moveTo>
                      <a:pt x="5" y="0"/>
                    </a:moveTo>
                    <a:cubicBezTo>
                      <a:pt x="4" y="8"/>
                      <a:pt x="4" y="16"/>
                      <a:pt x="0" y="22"/>
                    </a:cubicBezTo>
                  </a:path>
                </a:pathLst>
              </a:custGeom>
              <a:noFill/>
              <a:ln w="6350" cap="flat">
                <a:solidFill>
                  <a:srgbClr val="75332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119" name="Freeform 163">
                <a:extLst>
                  <a:ext uri="{FF2B5EF4-FFF2-40B4-BE49-F238E27FC236}">
                    <a16:creationId xmlns:a16="http://schemas.microsoft.com/office/drawing/2014/main" id="{51AD3A5B-3845-4327-8837-39A61C1122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7" y="2011"/>
                <a:ext cx="27" cy="23"/>
              </a:xfrm>
              <a:custGeom>
                <a:avLst/>
                <a:gdLst>
                  <a:gd name="T0" fmla="*/ 0 w 26"/>
                  <a:gd name="T1" fmla="*/ 5 h 21"/>
                  <a:gd name="T2" fmla="*/ 9 w 26"/>
                  <a:gd name="T3" fmla="*/ 0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21">
                    <a:moveTo>
                      <a:pt x="0" y="5"/>
                    </a:moveTo>
                    <a:cubicBezTo>
                      <a:pt x="11" y="21"/>
                      <a:pt x="26" y="16"/>
                      <a:pt x="9" y="0"/>
                    </a:cubicBezTo>
                  </a:path>
                </a:pathLst>
              </a:custGeom>
              <a:noFill/>
              <a:ln w="6350" cap="flat">
                <a:solidFill>
                  <a:srgbClr val="75332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120" name="Freeform 164">
                <a:extLst>
                  <a:ext uri="{FF2B5EF4-FFF2-40B4-BE49-F238E27FC236}">
                    <a16:creationId xmlns:a16="http://schemas.microsoft.com/office/drawing/2014/main" id="{11A7B19F-982B-4C59-8E73-2A5ACA6063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4" y="2282"/>
                <a:ext cx="14" cy="20"/>
              </a:xfrm>
              <a:custGeom>
                <a:avLst/>
                <a:gdLst>
                  <a:gd name="T0" fmla="*/ 3 w 13"/>
                  <a:gd name="T1" fmla="*/ 0 h 19"/>
                  <a:gd name="T2" fmla="*/ 1 w 13"/>
                  <a:gd name="T3" fmla="*/ 14 h 19"/>
                  <a:gd name="T4" fmla="*/ 16 w 13"/>
                  <a:gd name="T5" fmla="*/ 0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9">
                    <a:moveTo>
                      <a:pt x="3" y="0"/>
                    </a:moveTo>
                    <a:cubicBezTo>
                      <a:pt x="3" y="2"/>
                      <a:pt x="0" y="8"/>
                      <a:pt x="1" y="11"/>
                    </a:cubicBezTo>
                    <a:cubicBezTo>
                      <a:pt x="6" y="19"/>
                      <a:pt x="13" y="5"/>
                      <a:pt x="13" y="0"/>
                    </a:cubicBezTo>
                  </a:path>
                </a:pathLst>
              </a:custGeom>
              <a:noFill/>
              <a:ln w="6350" cap="flat">
                <a:solidFill>
                  <a:srgbClr val="75332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121" name="Freeform 165">
                <a:extLst>
                  <a:ext uri="{FF2B5EF4-FFF2-40B4-BE49-F238E27FC236}">
                    <a16:creationId xmlns:a16="http://schemas.microsoft.com/office/drawing/2014/main" id="{26634675-ADC0-4A14-BDE0-2FF0B8BB38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5" y="2286"/>
                <a:ext cx="19" cy="22"/>
              </a:xfrm>
              <a:custGeom>
                <a:avLst/>
                <a:gdLst>
                  <a:gd name="T0" fmla="*/ 1 w 18"/>
                  <a:gd name="T1" fmla="*/ 9 h 21"/>
                  <a:gd name="T2" fmla="*/ 1 w 18"/>
                  <a:gd name="T3" fmla="*/ 6 h 21"/>
                  <a:gd name="T4" fmla="*/ 17 w 18"/>
                  <a:gd name="T5" fmla="*/ 19 h 21"/>
                  <a:gd name="T6" fmla="*/ 12 w 18"/>
                  <a:gd name="T7" fmla="*/ 0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21">
                    <a:moveTo>
                      <a:pt x="1" y="9"/>
                    </a:moveTo>
                    <a:cubicBezTo>
                      <a:pt x="1" y="8"/>
                      <a:pt x="0" y="8"/>
                      <a:pt x="1" y="6"/>
                    </a:cubicBezTo>
                    <a:cubicBezTo>
                      <a:pt x="4" y="10"/>
                      <a:pt x="10" y="21"/>
                      <a:pt x="14" y="16"/>
                    </a:cubicBezTo>
                    <a:cubicBezTo>
                      <a:pt x="18" y="11"/>
                      <a:pt x="11" y="3"/>
                      <a:pt x="9" y="0"/>
                    </a:cubicBezTo>
                  </a:path>
                </a:pathLst>
              </a:custGeom>
              <a:noFill/>
              <a:ln w="6350" cap="flat">
                <a:solidFill>
                  <a:srgbClr val="75332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122" name="Freeform 166">
                <a:extLst>
                  <a:ext uri="{FF2B5EF4-FFF2-40B4-BE49-F238E27FC236}">
                    <a16:creationId xmlns:a16="http://schemas.microsoft.com/office/drawing/2014/main" id="{3476AD4F-B578-4AED-8DB3-1CC063A66B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0" y="2210"/>
                <a:ext cx="26" cy="28"/>
              </a:xfrm>
              <a:custGeom>
                <a:avLst/>
                <a:gdLst>
                  <a:gd name="T0" fmla="*/ 1 w 25"/>
                  <a:gd name="T1" fmla="*/ 17 h 27"/>
                  <a:gd name="T2" fmla="*/ 10 w 25"/>
                  <a:gd name="T3" fmla="*/ 6 h 27"/>
                  <a:gd name="T4" fmla="*/ 16 w 25"/>
                  <a:gd name="T5" fmla="*/ 30 h 27"/>
                  <a:gd name="T6" fmla="*/ 28 w 25"/>
                  <a:gd name="T7" fmla="*/ 8 h 2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" h="27">
                    <a:moveTo>
                      <a:pt x="1" y="14"/>
                    </a:moveTo>
                    <a:cubicBezTo>
                      <a:pt x="0" y="8"/>
                      <a:pt x="5" y="0"/>
                      <a:pt x="10" y="6"/>
                    </a:cubicBezTo>
                    <a:cubicBezTo>
                      <a:pt x="14" y="11"/>
                      <a:pt x="9" y="21"/>
                      <a:pt x="13" y="27"/>
                    </a:cubicBezTo>
                    <a:cubicBezTo>
                      <a:pt x="20" y="24"/>
                      <a:pt x="23" y="15"/>
                      <a:pt x="25" y="8"/>
                    </a:cubicBezTo>
                  </a:path>
                </a:pathLst>
              </a:custGeom>
              <a:noFill/>
              <a:ln w="6350" cap="flat">
                <a:solidFill>
                  <a:srgbClr val="75332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123" name="Freeform 167">
                <a:extLst>
                  <a:ext uri="{FF2B5EF4-FFF2-40B4-BE49-F238E27FC236}">
                    <a16:creationId xmlns:a16="http://schemas.microsoft.com/office/drawing/2014/main" id="{E6CB13F6-0A84-4EB8-848C-F8A4DE87D7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2" y="2210"/>
                <a:ext cx="7" cy="18"/>
              </a:xfrm>
              <a:custGeom>
                <a:avLst/>
                <a:gdLst>
                  <a:gd name="T0" fmla="*/ 0 w 7"/>
                  <a:gd name="T1" fmla="*/ 0 h 17"/>
                  <a:gd name="T2" fmla="*/ 7 w 7"/>
                  <a:gd name="T3" fmla="*/ 20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7">
                    <a:moveTo>
                      <a:pt x="0" y="0"/>
                    </a:moveTo>
                    <a:cubicBezTo>
                      <a:pt x="3" y="5"/>
                      <a:pt x="4" y="11"/>
                      <a:pt x="7" y="17"/>
                    </a:cubicBezTo>
                  </a:path>
                </a:pathLst>
              </a:custGeom>
              <a:noFill/>
              <a:ln w="6350" cap="flat">
                <a:solidFill>
                  <a:srgbClr val="75332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124" name="Freeform 168">
                <a:extLst>
                  <a:ext uri="{FF2B5EF4-FFF2-40B4-BE49-F238E27FC236}">
                    <a16:creationId xmlns:a16="http://schemas.microsoft.com/office/drawing/2014/main" id="{89BE2855-182F-459B-BAA6-27A628A232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9" y="2125"/>
                <a:ext cx="21" cy="26"/>
              </a:xfrm>
              <a:custGeom>
                <a:avLst/>
                <a:gdLst>
                  <a:gd name="T0" fmla="*/ 8 w 20"/>
                  <a:gd name="T1" fmla="*/ 0 h 24"/>
                  <a:gd name="T2" fmla="*/ 2 w 20"/>
                  <a:gd name="T3" fmla="*/ 26 h 24"/>
                  <a:gd name="T4" fmla="*/ 23 w 20"/>
                  <a:gd name="T5" fmla="*/ 9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24">
                    <a:moveTo>
                      <a:pt x="8" y="0"/>
                    </a:moveTo>
                    <a:cubicBezTo>
                      <a:pt x="2" y="5"/>
                      <a:pt x="0" y="13"/>
                      <a:pt x="2" y="20"/>
                    </a:cubicBezTo>
                    <a:cubicBezTo>
                      <a:pt x="13" y="24"/>
                      <a:pt x="20" y="18"/>
                      <a:pt x="20" y="6"/>
                    </a:cubicBezTo>
                  </a:path>
                </a:pathLst>
              </a:custGeom>
              <a:noFill/>
              <a:ln w="6350" cap="flat">
                <a:solidFill>
                  <a:srgbClr val="75332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125" name="Freeform 169">
                <a:extLst>
                  <a:ext uri="{FF2B5EF4-FFF2-40B4-BE49-F238E27FC236}">
                    <a16:creationId xmlns:a16="http://schemas.microsoft.com/office/drawing/2014/main" id="{B78B4249-91FE-4175-B6D1-F7102388E6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4" y="2126"/>
                <a:ext cx="27" cy="30"/>
              </a:xfrm>
              <a:custGeom>
                <a:avLst/>
                <a:gdLst>
                  <a:gd name="T0" fmla="*/ 12 w 25"/>
                  <a:gd name="T1" fmla="*/ 34 h 28"/>
                  <a:gd name="T2" fmla="*/ 1 w 25"/>
                  <a:gd name="T3" fmla="*/ 2 h 28"/>
                  <a:gd name="T4" fmla="*/ 29 w 25"/>
                  <a:gd name="T5" fmla="*/ 30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28">
                    <a:moveTo>
                      <a:pt x="9" y="28"/>
                    </a:moveTo>
                    <a:cubicBezTo>
                      <a:pt x="3" y="20"/>
                      <a:pt x="0" y="11"/>
                      <a:pt x="1" y="2"/>
                    </a:cubicBezTo>
                    <a:cubicBezTo>
                      <a:pt x="12" y="0"/>
                      <a:pt x="25" y="17"/>
                      <a:pt x="23" y="24"/>
                    </a:cubicBezTo>
                  </a:path>
                </a:pathLst>
              </a:custGeom>
              <a:noFill/>
              <a:ln w="6350" cap="flat">
                <a:solidFill>
                  <a:srgbClr val="75332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126" name="Freeform 170">
                <a:extLst>
                  <a:ext uri="{FF2B5EF4-FFF2-40B4-BE49-F238E27FC236}">
                    <a16:creationId xmlns:a16="http://schemas.microsoft.com/office/drawing/2014/main" id="{9F446482-5904-4CDF-A360-6F74073CEC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0" y="2343"/>
                <a:ext cx="12" cy="15"/>
              </a:xfrm>
              <a:custGeom>
                <a:avLst/>
                <a:gdLst>
                  <a:gd name="T0" fmla="*/ 0 w 12"/>
                  <a:gd name="T1" fmla="*/ 0 h 14"/>
                  <a:gd name="T2" fmla="*/ 12 w 12"/>
                  <a:gd name="T3" fmla="*/ 17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14">
                    <a:moveTo>
                      <a:pt x="0" y="0"/>
                    </a:moveTo>
                    <a:cubicBezTo>
                      <a:pt x="4" y="5"/>
                      <a:pt x="8" y="10"/>
                      <a:pt x="12" y="14"/>
                    </a:cubicBezTo>
                  </a:path>
                </a:pathLst>
              </a:custGeom>
              <a:noFill/>
              <a:ln w="6350" cap="flat">
                <a:solidFill>
                  <a:srgbClr val="75332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127" name="Freeform 171">
                <a:extLst>
                  <a:ext uri="{FF2B5EF4-FFF2-40B4-BE49-F238E27FC236}">
                    <a16:creationId xmlns:a16="http://schemas.microsoft.com/office/drawing/2014/main" id="{B5E65CED-4AEC-4B10-A505-FDAD018452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5" y="2331"/>
                <a:ext cx="24" cy="22"/>
              </a:xfrm>
              <a:custGeom>
                <a:avLst/>
                <a:gdLst>
                  <a:gd name="T0" fmla="*/ 16 w 23"/>
                  <a:gd name="T1" fmla="*/ 24 h 21"/>
                  <a:gd name="T2" fmla="*/ 26 w 23"/>
                  <a:gd name="T3" fmla="*/ 14 h 21"/>
                  <a:gd name="T4" fmla="*/ 0 w 23"/>
                  <a:gd name="T5" fmla="*/ 20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21">
                    <a:moveTo>
                      <a:pt x="13" y="21"/>
                    </a:moveTo>
                    <a:cubicBezTo>
                      <a:pt x="18" y="20"/>
                      <a:pt x="21" y="17"/>
                      <a:pt x="23" y="11"/>
                    </a:cubicBezTo>
                    <a:cubicBezTo>
                      <a:pt x="15" y="0"/>
                      <a:pt x="5" y="8"/>
                      <a:pt x="0" y="17"/>
                    </a:cubicBezTo>
                  </a:path>
                </a:pathLst>
              </a:custGeom>
              <a:noFill/>
              <a:ln w="6350" cap="flat">
                <a:solidFill>
                  <a:srgbClr val="75332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128" name="Freeform 172">
                <a:extLst>
                  <a:ext uri="{FF2B5EF4-FFF2-40B4-BE49-F238E27FC236}">
                    <a16:creationId xmlns:a16="http://schemas.microsoft.com/office/drawing/2014/main" id="{37B3F5B6-AFEC-4FCD-9E58-618FFEB7FB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8" y="2307"/>
                <a:ext cx="11" cy="21"/>
              </a:xfrm>
              <a:custGeom>
                <a:avLst/>
                <a:gdLst>
                  <a:gd name="T0" fmla="*/ 0 w 10"/>
                  <a:gd name="T1" fmla="*/ 23 h 20"/>
                  <a:gd name="T2" fmla="*/ 13 w 10"/>
                  <a:gd name="T3" fmla="*/ 0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20">
                    <a:moveTo>
                      <a:pt x="0" y="20"/>
                    </a:moveTo>
                    <a:cubicBezTo>
                      <a:pt x="3" y="13"/>
                      <a:pt x="7" y="6"/>
                      <a:pt x="10" y="0"/>
                    </a:cubicBezTo>
                  </a:path>
                </a:pathLst>
              </a:custGeom>
              <a:noFill/>
              <a:ln w="6350" cap="flat">
                <a:solidFill>
                  <a:srgbClr val="75332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129" name="Freeform 173">
                <a:extLst>
                  <a:ext uri="{FF2B5EF4-FFF2-40B4-BE49-F238E27FC236}">
                    <a16:creationId xmlns:a16="http://schemas.microsoft.com/office/drawing/2014/main" id="{7C84A233-1348-4B9C-B3B7-3735F53031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2" y="2171"/>
                <a:ext cx="13" cy="23"/>
              </a:xfrm>
              <a:custGeom>
                <a:avLst/>
                <a:gdLst>
                  <a:gd name="T0" fmla="*/ 15 w 12"/>
                  <a:gd name="T1" fmla="*/ 0 h 22"/>
                  <a:gd name="T2" fmla="*/ 0 w 12"/>
                  <a:gd name="T3" fmla="*/ 25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22">
                    <a:moveTo>
                      <a:pt x="12" y="0"/>
                    </a:moveTo>
                    <a:cubicBezTo>
                      <a:pt x="11" y="8"/>
                      <a:pt x="6" y="16"/>
                      <a:pt x="0" y="22"/>
                    </a:cubicBezTo>
                  </a:path>
                </a:pathLst>
              </a:custGeom>
              <a:noFill/>
              <a:ln w="6350" cap="flat">
                <a:solidFill>
                  <a:srgbClr val="75332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130" name="Freeform 174">
                <a:extLst>
                  <a:ext uri="{FF2B5EF4-FFF2-40B4-BE49-F238E27FC236}">
                    <a16:creationId xmlns:a16="http://schemas.microsoft.com/office/drawing/2014/main" id="{8514DCB9-5911-46A8-AE7A-D5D7CA7BD6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3" y="2240"/>
                <a:ext cx="26" cy="40"/>
              </a:xfrm>
              <a:custGeom>
                <a:avLst/>
                <a:gdLst>
                  <a:gd name="T0" fmla="*/ 11 w 24"/>
                  <a:gd name="T1" fmla="*/ 13 h 37"/>
                  <a:gd name="T2" fmla="*/ 15 w 24"/>
                  <a:gd name="T3" fmla="*/ 44 h 37"/>
                  <a:gd name="T4" fmla="*/ 30 w 24"/>
                  <a:gd name="T5" fmla="*/ 0 h 3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37">
                    <a:moveTo>
                      <a:pt x="8" y="10"/>
                    </a:moveTo>
                    <a:cubicBezTo>
                      <a:pt x="4" y="16"/>
                      <a:pt x="0" y="34"/>
                      <a:pt x="12" y="35"/>
                    </a:cubicBezTo>
                    <a:cubicBezTo>
                      <a:pt x="24" y="37"/>
                      <a:pt x="24" y="8"/>
                      <a:pt x="24" y="0"/>
                    </a:cubicBezTo>
                  </a:path>
                </a:pathLst>
              </a:custGeom>
              <a:noFill/>
              <a:ln w="6350" cap="flat">
                <a:solidFill>
                  <a:srgbClr val="75332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131" name="Freeform 175">
                <a:extLst>
                  <a:ext uri="{FF2B5EF4-FFF2-40B4-BE49-F238E27FC236}">
                    <a16:creationId xmlns:a16="http://schemas.microsoft.com/office/drawing/2014/main" id="{1A9D1618-A8D6-4EF9-8CDB-A7CB556E26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6" y="2164"/>
                <a:ext cx="31" cy="45"/>
              </a:xfrm>
              <a:custGeom>
                <a:avLst/>
                <a:gdLst>
                  <a:gd name="T0" fmla="*/ 1 w 29"/>
                  <a:gd name="T1" fmla="*/ 15 h 42"/>
                  <a:gd name="T2" fmla="*/ 26 w 29"/>
                  <a:gd name="T3" fmla="*/ 39 h 42"/>
                  <a:gd name="T4" fmla="*/ 16 w 29"/>
                  <a:gd name="T5" fmla="*/ 0 h 4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9" h="42">
                    <a:moveTo>
                      <a:pt x="1" y="12"/>
                    </a:moveTo>
                    <a:cubicBezTo>
                      <a:pt x="0" y="18"/>
                      <a:pt x="11" y="42"/>
                      <a:pt x="21" y="32"/>
                    </a:cubicBezTo>
                    <a:cubicBezTo>
                      <a:pt x="29" y="25"/>
                      <a:pt x="17" y="5"/>
                      <a:pt x="13" y="0"/>
                    </a:cubicBezTo>
                  </a:path>
                </a:pathLst>
              </a:custGeom>
              <a:noFill/>
              <a:ln w="6350" cap="flat">
                <a:solidFill>
                  <a:srgbClr val="75332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132" name="Freeform 176">
                <a:extLst>
                  <a:ext uri="{FF2B5EF4-FFF2-40B4-BE49-F238E27FC236}">
                    <a16:creationId xmlns:a16="http://schemas.microsoft.com/office/drawing/2014/main" id="{098B97DE-9F63-4AC5-BBF6-8E77B856A4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9" y="2247"/>
                <a:ext cx="11" cy="26"/>
              </a:xfrm>
              <a:custGeom>
                <a:avLst/>
                <a:gdLst>
                  <a:gd name="T0" fmla="*/ 0 w 10"/>
                  <a:gd name="T1" fmla="*/ 0 h 25"/>
                  <a:gd name="T2" fmla="*/ 13 w 10"/>
                  <a:gd name="T3" fmla="*/ 28 h 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25">
                    <a:moveTo>
                      <a:pt x="0" y="0"/>
                    </a:moveTo>
                    <a:cubicBezTo>
                      <a:pt x="0" y="8"/>
                      <a:pt x="6" y="18"/>
                      <a:pt x="10" y="25"/>
                    </a:cubicBezTo>
                  </a:path>
                </a:pathLst>
              </a:custGeom>
              <a:noFill/>
              <a:ln w="6350" cap="flat">
                <a:solidFill>
                  <a:srgbClr val="75332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133" name="Freeform 177">
                <a:extLst>
                  <a:ext uri="{FF2B5EF4-FFF2-40B4-BE49-F238E27FC236}">
                    <a16:creationId xmlns:a16="http://schemas.microsoft.com/office/drawing/2014/main" id="{B0B2E446-6F5B-49F2-93EB-4BC7CF484D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3" y="2486"/>
                <a:ext cx="25" cy="30"/>
              </a:xfrm>
              <a:custGeom>
                <a:avLst/>
                <a:gdLst>
                  <a:gd name="T0" fmla="*/ 10 w 23"/>
                  <a:gd name="T1" fmla="*/ 32 h 28"/>
                  <a:gd name="T2" fmla="*/ 2 w 23"/>
                  <a:gd name="T3" fmla="*/ 4 h 28"/>
                  <a:gd name="T4" fmla="*/ 29 w 23"/>
                  <a:gd name="T5" fmla="*/ 34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28">
                    <a:moveTo>
                      <a:pt x="7" y="26"/>
                    </a:moveTo>
                    <a:cubicBezTo>
                      <a:pt x="1" y="21"/>
                      <a:pt x="0" y="12"/>
                      <a:pt x="2" y="4"/>
                    </a:cubicBezTo>
                    <a:cubicBezTo>
                      <a:pt x="16" y="0"/>
                      <a:pt x="21" y="17"/>
                      <a:pt x="23" y="28"/>
                    </a:cubicBezTo>
                  </a:path>
                </a:pathLst>
              </a:custGeom>
              <a:noFill/>
              <a:ln w="6350" cap="flat">
                <a:solidFill>
                  <a:srgbClr val="75332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134" name="Freeform 178">
                <a:extLst>
                  <a:ext uri="{FF2B5EF4-FFF2-40B4-BE49-F238E27FC236}">
                    <a16:creationId xmlns:a16="http://schemas.microsoft.com/office/drawing/2014/main" id="{19E44843-FEF7-41B1-B7CC-98C962FA90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7" y="2495"/>
                <a:ext cx="13" cy="34"/>
              </a:xfrm>
              <a:custGeom>
                <a:avLst/>
                <a:gdLst>
                  <a:gd name="T0" fmla="*/ 15 w 12"/>
                  <a:gd name="T1" fmla="*/ 0 h 32"/>
                  <a:gd name="T2" fmla="*/ 0 w 12"/>
                  <a:gd name="T3" fmla="*/ 38 h 3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32">
                    <a:moveTo>
                      <a:pt x="12" y="0"/>
                    </a:moveTo>
                    <a:cubicBezTo>
                      <a:pt x="11" y="10"/>
                      <a:pt x="6" y="22"/>
                      <a:pt x="0" y="32"/>
                    </a:cubicBezTo>
                  </a:path>
                </a:pathLst>
              </a:custGeom>
              <a:noFill/>
              <a:ln w="6350" cap="flat">
                <a:solidFill>
                  <a:srgbClr val="75332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135" name="Freeform 179">
                <a:extLst>
                  <a:ext uri="{FF2B5EF4-FFF2-40B4-BE49-F238E27FC236}">
                    <a16:creationId xmlns:a16="http://schemas.microsoft.com/office/drawing/2014/main" id="{CA8B97E0-443B-40C7-94EE-A0B787CF06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2" y="2767"/>
                <a:ext cx="20" cy="20"/>
              </a:xfrm>
              <a:custGeom>
                <a:avLst/>
                <a:gdLst>
                  <a:gd name="T0" fmla="*/ 4 w 19"/>
                  <a:gd name="T1" fmla="*/ 0 h 19"/>
                  <a:gd name="T2" fmla="*/ 8 w 19"/>
                  <a:gd name="T3" fmla="*/ 22 h 19"/>
                  <a:gd name="T4" fmla="*/ 22 w 19"/>
                  <a:gd name="T5" fmla="*/ 2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19">
                    <a:moveTo>
                      <a:pt x="4" y="0"/>
                    </a:moveTo>
                    <a:cubicBezTo>
                      <a:pt x="2" y="4"/>
                      <a:pt x="0" y="19"/>
                      <a:pt x="8" y="19"/>
                    </a:cubicBezTo>
                    <a:cubicBezTo>
                      <a:pt x="12" y="19"/>
                      <a:pt x="19" y="6"/>
                      <a:pt x="19" y="2"/>
                    </a:cubicBezTo>
                  </a:path>
                </a:pathLst>
              </a:custGeom>
              <a:noFill/>
              <a:ln w="6350" cap="flat">
                <a:solidFill>
                  <a:srgbClr val="75332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136" name="Freeform 180">
                <a:extLst>
                  <a:ext uri="{FF2B5EF4-FFF2-40B4-BE49-F238E27FC236}">
                    <a16:creationId xmlns:a16="http://schemas.microsoft.com/office/drawing/2014/main" id="{F3C50419-5C1B-4339-9D0A-37DCB65237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0" y="2767"/>
                <a:ext cx="11" cy="32"/>
              </a:xfrm>
              <a:custGeom>
                <a:avLst/>
                <a:gdLst>
                  <a:gd name="T0" fmla="*/ 2 w 11"/>
                  <a:gd name="T1" fmla="*/ 0 h 30"/>
                  <a:gd name="T2" fmla="*/ 11 w 11"/>
                  <a:gd name="T3" fmla="*/ 36 h 3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30">
                    <a:moveTo>
                      <a:pt x="2" y="0"/>
                    </a:moveTo>
                    <a:cubicBezTo>
                      <a:pt x="0" y="5"/>
                      <a:pt x="9" y="24"/>
                      <a:pt x="11" y="30"/>
                    </a:cubicBezTo>
                  </a:path>
                </a:pathLst>
              </a:custGeom>
              <a:noFill/>
              <a:ln w="6350" cap="flat">
                <a:solidFill>
                  <a:srgbClr val="75332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137" name="Freeform 181">
                <a:extLst>
                  <a:ext uri="{FF2B5EF4-FFF2-40B4-BE49-F238E27FC236}">
                    <a16:creationId xmlns:a16="http://schemas.microsoft.com/office/drawing/2014/main" id="{67E1BD27-C407-48F6-A279-793403D0B5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2" y="2990"/>
                <a:ext cx="47" cy="47"/>
              </a:xfrm>
              <a:custGeom>
                <a:avLst/>
                <a:gdLst>
                  <a:gd name="T0" fmla="*/ 0 w 45"/>
                  <a:gd name="T1" fmla="*/ 32 h 45"/>
                  <a:gd name="T2" fmla="*/ 6 w 45"/>
                  <a:gd name="T3" fmla="*/ 51 h 4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5" h="45">
                    <a:moveTo>
                      <a:pt x="0" y="29"/>
                    </a:moveTo>
                    <a:cubicBezTo>
                      <a:pt x="14" y="0"/>
                      <a:pt x="45" y="34"/>
                      <a:pt x="6" y="45"/>
                    </a:cubicBezTo>
                  </a:path>
                </a:pathLst>
              </a:custGeom>
              <a:noFill/>
              <a:ln w="6350" cap="flat">
                <a:solidFill>
                  <a:srgbClr val="75332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138" name="Freeform 182">
                <a:extLst>
                  <a:ext uri="{FF2B5EF4-FFF2-40B4-BE49-F238E27FC236}">
                    <a16:creationId xmlns:a16="http://schemas.microsoft.com/office/drawing/2014/main" id="{627D44B8-B706-4D68-ADCD-2A43D3B2C5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4" y="3081"/>
                <a:ext cx="21" cy="89"/>
              </a:xfrm>
              <a:custGeom>
                <a:avLst/>
                <a:gdLst>
                  <a:gd name="T0" fmla="*/ 23 w 20"/>
                  <a:gd name="T1" fmla="*/ 0 h 85"/>
                  <a:gd name="T2" fmla="*/ 13 w 20"/>
                  <a:gd name="T3" fmla="*/ 97 h 8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85">
                    <a:moveTo>
                      <a:pt x="20" y="0"/>
                    </a:moveTo>
                    <a:cubicBezTo>
                      <a:pt x="19" y="28"/>
                      <a:pt x="0" y="57"/>
                      <a:pt x="10" y="85"/>
                    </a:cubicBezTo>
                  </a:path>
                </a:pathLst>
              </a:custGeom>
              <a:noFill/>
              <a:ln w="6350" cap="flat">
                <a:solidFill>
                  <a:srgbClr val="75332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139" name="Freeform 183">
                <a:extLst>
                  <a:ext uri="{FF2B5EF4-FFF2-40B4-BE49-F238E27FC236}">
                    <a16:creationId xmlns:a16="http://schemas.microsoft.com/office/drawing/2014/main" id="{3EECB230-4A7F-4413-8010-2DC3AA09BC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9" y="2995"/>
                <a:ext cx="36" cy="49"/>
              </a:xfrm>
              <a:custGeom>
                <a:avLst/>
                <a:gdLst>
                  <a:gd name="T0" fmla="*/ 0 w 34"/>
                  <a:gd name="T1" fmla="*/ 23 h 46"/>
                  <a:gd name="T2" fmla="*/ 30 w 34"/>
                  <a:gd name="T3" fmla="*/ 49 h 46"/>
                  <a:gd name="T4" fmla="*/ 19 w 34"/>
                  <a:gd name="T5" fmla="*/ 2 h 46"/>
                  <a:gd name="T6" fmla="*/ 20 w 34"/>
                  <a:gd name="T7" fmla="*/ 0 h 4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4" h="46">
                    <a:moveTo>
                      <a:pt x="0" y="20"/>
                    </a:moveTo>
                    <a:cubicBezTo>
                      <a:pt x="2" y="26"/>
                      <a:pt x="16" y="46"/>
                      <a:pt x="25" y="40"/>
                    </a:cubicBezTo>
                    <a:cubicBezTo>
                      <a:pt x="34" y="33"/>
                      <a:pt x="18" y="9"/>
                      <a:pt x="16" y="2"/>
                    </a:cubicBezTo>
                    <a:cubicBezTo>
                      <a:pt x="18" y="1"/>
                      <a:pt x="18" y="0"/>
                      <a:pt x="17" y="0"/>
                    </a:cubicBezTo>
                  </a:path>
                </a:pathLst>
              </a:custGeom>
              <a:noFill/>
              <a:ln w="6350" cap="flat">
                <a:solidFill>
                  <a:srgbClr val="75332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140" name="Freeform 184">
                <a:extLst>
                  <a:ext uri="{FF2B5EF4-FFF2-40B4-BE49-F238E27FC236}">
                    <a16:creationId xmlns:a16="http://schemas.microsoft.com/office/drawing/2014/main" id="{9952BA64-DBE2-42C5-9F95-E8FE2C05CB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2" y="3074"/>
                <a:ext cx="11" cy="30"/>
              </a:xfrm>
              <a:custGeom>
                <a:avLst/>
                <a:gdLst>
                  <a:gd name="T0" fmla="*/ 0 w 11"/>
                  <a:gd name="T1" fmla="*/ 0 h 28"/>
                  <a:gd name="T2" fmla="*/ 11 w 11"/>
                  <a:gd name="T3" fmla="*/ 34 h 2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28">
                    <a:moveTo>
                      <a:pt x="0" y="0"/>
                    </a:moveTo>
                    <a:cubicBezTo>
                      <a:pt x="4" y="9"/>
                      <a:pt x="6" y="19"/>
                      <a:pt x="11" y="28"/>
                    </a:cubicBezTo>
                  </a:path>
                </a:pathLst>
              </a:custGeom>
              <a:noFill/>
              <a:ln w="6350" cap="flat">
                <a:solidFill>
                  <a:srgbClr val="75332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141" name="Freeform 185">
                <a:extLst>
                  <a:ext uri="{FF2B5EF4-FFF2-40B4-BE49-F238E27FC236}">
                    <a16:creationId xmlns:a16="http://schemas.microsoft.com/office/drawing/2014/main" id="{87763244-9DDD-4202-8769-761088E66D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7" y="3074"/>
                <a:ext cx="26" cy="31"/>
              </a:xfrm>
              <a:custGeom>
                <a:avLst/>
                <a:gdLst>
                  <a:gd name="T0" fmla="*/ 9 w 25"/>
                  <a:gd name="T1" fmla="*/ 0 h 29"/>
                  <a:gd name="T2" fmla="*/ 0 w 25"/>
                  <a:gd name="T3" fmla="*/ 34 h 29"/>
                  <a:gd name="T4" fmla="*/ 28 w 25"/>
                  <a:gd name="T5" fmla="*/ 11 h 2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29">
                    <a:moveTo>
                      <a:pt x="9" y="0"/>
                    </a:moveTo>
                    <a:cubicBezTo>
                      <a:pt x="3" y="7"/>
                      <a:pt x="1" y="18"/>
                      <a:pt x="0" y="28"/>
                    </a:cubicBezTo>
                    <a:cubicBezTo>
                      <a:pt x="11" y="29"/>
                      <a:pt x="23" y="19"/>
                      <a:pt x="25" y="8"/>
                    </a:cubicBezTo>
                  </a:path>
                </a:pathLst>
              </a:custGeom>
              <a:noFill/>
              <a:ln w="6350" cap="flat">
                <a:solidFill>
                  <a:srgbClr val="75332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142" name="Freeform 186">
                <a:extLst>
                  <a:ext uri="{FF2B5EF4-FFF2-40B4-BE49-F238E27FC236}">
                    <a16:creationId xmlns:a16="http://schemas.microsoft.com/office/drawing/2014/main" id="{B7FAAADF-4675-4B7F-8F4A-993520804C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2" y="3660"/>
                <a:ext cx="10" cy="39"/>
              </a:xfrm>
              <a:custGeom>
                <a:avLst/>
                <a:gdLst>
                  <a:gd name="T0" fmla="*/ 12 w 9"/>
                  <a:gd name="T1" fmla="*/ 0 h 37"/>
                  <a:gd name="T2" fmla="*/ 0 w 9"/>
                  <a:gd name="T3" fmla="*/ 43 h 3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37">
                    <a:moveTo>
                      <a:pt x="9" y="0"/>
                    </a:moveTo>
                    <a:cubicBezTo>
                      <a:pt x="6" y="12"/>
                      <a:pt x="5" y="25"/>
                      <a:pt x="0" y="37"/>
                    </a:cubicBezTo>
                  </a:path>
                </a:pathLst>
              </a:custGeom>
              <a:noFill/>
              <a:ln w="6350" cap="flat">
                <a:solidFill>
                  <a:srgbClr val="75332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143" name="Freeform 187">
                <a:extLst>
                  <a:ext uri="{FF2B5EF4-FFF2-40B4-BE49-F238E27FC236}">
                    <a16:creationId xmlns:a16="http://schemas.microsoft.com/office/drawing/2014/main" id="{DCD8FD46-6375-4A37-9987-3D6910A1D2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1" y="3759"/>
                <a:ext cx="22" cy="44"/>
              </a:xfrm>
              <a:custGeom>
                <a:avLst/>
                <a:gdLst>
                  <a:gd name="T0" fmla="*/ 1 w 21"/>
                  <a:gd name="T1" fmla="*/ 6 h 41"/>
                  <a:gd name="T2" fmla="*/ 23 w 21"/>
                  <a:gd name="T3" fmla="*/ 0 h 4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41">
                    <a:moveTo>
                      <a:pt x="1" y="6"/>
                    </a:moveTo>
                    <a:cubicBezTo>
                      <a:pt x="0" y="41"/>
                      <a:pt x="21" y="30"/>
                      <a:pt x="20" y="0"/>
                    </a:cubicBezTo>
                  </a:path>
                </a:pathLst>
              </a:custGeom>
              <a:noFill/>
              <a:ln w="6350" cap="flat">
                <a:solidFill>
                  <a:srgbClr val="75332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144" name="Freeform 188">
                <a:extLst>
                  <a:ext uri="{FF2B5EF4-FFF2-40B4-BE49-F238E27FC236}">
                    <a16:creationId xmlns:a16="http://schemas.microsoft.com/office/drawing/2014/main" id="{DCAA853A-236C-4828-AF52-E688DC3441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8" y="3759"/>
                <a:ext cx="13" cy="36"/>
              </a:xfrm>
              <a:custGeom>
                <a:avLst/>
                <a:gdLst>
                  <a:gd name="T0" fmla="*/ 0 w 12"/>
                  <a:gd name="T1" fmla="*/ 0 h 34"/>
                  <a:gd name="T2" fmla="*/ 15 w 12"/>
                  <a:gd name="T3" fmla="*/ 40 h 3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34">
                    <a:moveTo>
                      <a:pt x="0" y="0"/>
                    </a:moveTo>
                    <a:cubicBezTo>
                      <a:pt x="0" y="12"/>
                      <a:pt x="8" y="23"/>
                      <a:pt x="12" y="34"/>
                    </a:cubicBezTo>
                  </a:path>
                </a:pathLst>
              </a:custGeom>
              <a:noFill/>
              <a:ln w="6350" cap="flat">
                <a:solidFill>
                  <a:srgbClr val="75332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145" name="Freeform 189">
                <a:extLst>
                  <a:ext uri="{FF2B5EF4-FFF2-40B4-BE49-F238E27FC236}">
                    <a16:creationId xmlns:a16="http://schemas.microsoft.com/office/drawing/2014/main" id="{0D50A96E-04AB-4B74-8437-BE2AECF17F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7" y="1467"/>
                <a:ext cx="26" cy="29"/>
              </a:xfrm>
              <a:custGeom>
                <a:avLst/>
                <a:gdLst>
                  <a:gd name="T0" fmla="*/ 4 w 25"/>
                  <a:gd name="T1" fmla="*/ 0 h 28"/>
                  <a:gd name="T2" fmla="*/ 28 w 25"/>
                  <a:gd name="T3" fmla="*/ 17 h 28"/>
                  <a:gd name="T4" fmla="*/ 0 w 25"/>
                  <a:gd name="T5" fmla="*/ 17 h 28"/>
                  <a:gd name="T6" fmla="*/ 19 w 25"/>
                  <a:gd name="T7" fmla="*/ 31 h 2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" h="28">
                    <a:moveTo>
                      <a:pt x="4" y="0"/>
                    </a:moveTo>
                    <a:cubicBezTo>
                      <a:pt x="11" y="1"/>
                      <a:pt x="24" y="6"/>
                      <a:pt x="25" y="14"/>
                    </a:cubicBezTo>
                    <a:cubicBezTo>
                      <a:pt x="16" y="19"/>
                      <a:pt x="7" y="8"/>
                      <a:pt x="0" y="14"/>
                    </a:cubicBezTo>
                    <a:cubicBezTo>
                      <a:pt x="2" y="20"/>
                      <a:pt x="12" y="27"/>
                      <a:pt x="16" y="28"/>
                    </a:cubicBezTo>
                  </a:path>
                </a:pathLst>
              </a:custGeom>
              <a:noFill/>
              <a:ln w="6350" cap="flat">
                <a:solidFill>
                  <a:srgbClr val="75332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146" name="Freeform 190">
                <a:extLst>
                  <a:ext uri="{FF2B5EF4-FFF2-40B4-BE49-F238E27FC236}">
                    <a16:creationId xmlns:a16="http://schemas.microsoft.com/office/drawing/2014/main" id="{F74C7125-AB01-4675-A4B8-0295BEBA7F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1" y="1462"/>
                <a:ext cx="29" cy="24"/>
              </a:xfrm>
              <a:custGeom>
                <a:avLst/>
                <a:gdLst>
                  <a:gd name="T0" fmla="*/ 0 w 27"/>
                  <a:gd name="T1" fmla="*/ 11 h 23"/>
                  <a:gd name="T2" fmla="*/ 27 w 27"/>
                  <a:gd name="T3" fmla="*/ 7 h 23"/>
                  <a:gd name="T4" fmla="*/ 4 w 27"/>
                  <a:gd name="T5" fmla="*/ 26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7" h="23">
                    <a:moveTo>
                      <a:pt x="0" y="11"/>
                    </a:moveTo>
                    <a:cubicBezTo>
                      <a:pt x="5" y="9"/>
                      <a:pt x="16" y="0"/>
                      <a:pt x="21" y="7"/>
                    </a:cubicBezTo>
                    <a:cubicBezTo>
                      <a:pt x="27" y="16"/>
                      <a:pt x="5" y="22"/>
                      <a:pt x="4" y="23"/>
                    </a:cubicBezTo>
                  </a:path>
                </a:pathLst>
              </a:custGeom>
              <a:noFill/>
              <a:ln w="6350" cap="flat">
                <a:solidFill>
                  <a:srgbClr val="75332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147" name="Freeform 191">
                <a:extLst>
                  <a:ext uri="{FF2B5EF4-FFF2-40B4-BE49-F238E27FC236}">
                    <a16:creationId xmlns:a16="http://schemas.microsoft.com/office/drawing/2014/main" id="{BD54C6CC-878A-4E29-A95C-C695F3E2F3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2" y="1587"/>
                <a:ext cx="18" cy="13"/>
              </a:xfrm>
              <a:custGeom>
                <a:avLst/>
                <a:gdLst>
                  <a:gd name="T0" fmla="*/ 0 w 17"/>
                  <a:gd name="T1" fmla="*/ 0 h 12"/>
                  <a:gd name="T2" fmla="*/ 20 w 17"/>
                  <a:gd name="T3" fmla="*/ 15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12">
                    <a:moveTo>
                      <a:pt x="0" y="0"/>
                    </a:moveTo>
                    <a:cubicBezTo>
                      <a:pt x="6" y="1"/>
                      <a:pt x="11" y="9"/>
                      <a:pt x="17" y="12"/>
                    </a:cubicBezTo>
                  </a:path>
                </a:pathLst>
              </a:custGeom>
              <a:noFill/>
              <a:ln w="6350" cap="flat">
                <a:solidFill>
                  <a:srgbClr val="75332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148" name="Freeform 192">
                <a:extLst>
                  <a:ext uri="{FF2B5EF4-FFF2-40B4-BE49-F238E27FC236}">
                    <a16:creationId xmlns:a16="http://schemas.microsoft.com/office/drawing/2014/main" id="{A9327367-98B2-44E1-9F7E-7455F42D32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0" y="1615"/>
                <a:ext cx="8" cy="22"/>
              </a:xfrm>
              <a:custGeom>
                <a:avLst/>
                <a:gdLst>
                  <a:gd name="T0" fmla="*/ 0 w 8"/>
                  <a:gd name="T1" fmla="*/ 0 h 21"/>
                  <a:gd name="T2" fmla="*/ 8 w 8"/>
                  <a:gd name="T3" fmla="*/ 24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21">
                    <a:moveTo>
                      <a:pt x="0" y="0"/>
                    </a:moveTo>
                    <a:cubicBezTo>
                      <a:pt x="2" y="7"/>
                      <a:pt x="6" y="13"/>
                      <a:pt x="8" y="21"/>
                    </a:cubicBezTo>
                  </a:path>
                </a:pathLst>
              </a:custGeom>
              <a:noFill/>
              <a:ln w="6350" cap="flat">
                <a:solidFill>
                  <a:srgbClr val="75332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149" name="Freeform 193">
                <a:extLst>
                  <a:ext uri="{FF2B5EF4-FFF2-40B4-BE49-F238E27FC236}">
                    <a16:creationId xmlns:a16="http://schemas.microsoft.com/office/drawing/2014/main" id="{FFD87E66-618D-424B-928D-64E224AF32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7" y="1828"/>
                <a:ext cx="20" cy="26"/>
              </a:xfrm>
              <a:custGeom>
                <a:avLst/>
                <a:gdLst>
                  <a:gd name="T0" fmla="*/ 22 w 19"/>
                  <a:gd name="T1" fmla="*/ 6 h 25"/>
                  <a:gd name="T2" fmla="*/ 13 w 19"/>
                  <a:gd name="T3" fmla="*/ 26 h 25"/>
                  <a:gd name="T4" fmla="*/ 15 w 19"/>
                  <a:gd name="T5" fmla="*/ 0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25">
                    <a:moveTo>
                      <a:pt x="19" y="6"/>
                    </a:moveTo>
                    <a:cubicBezTo>
                      <a:pt x="17" y="10"/>
                      <a:pt x="17" y="25"/>
                      <a:pt x="10" y="23"/>
                    </a:cubicBezTo>
                    <a:cubicBezTo>
                      <a:pt x="0" y="20"/>
                      <a:pt x="8" y="4"/>
                      <a:pt x="12" y="0"/>
                    </a:cubicBezTo>
                  </a:path>
                </a:pathLst>
              </a:custGeom>
              <a:noFill/>
              <a:ln w="6350" cap="flat">
                <a:solidFill>
                  <a:srgbClr val="75332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150" name="Freeform 194">
                <a:extLst>
                  <a:ext uri="{FF2B5EF4-FFF2-40B4-BE49-F238E27FC236}">
                    <a16:creationId xmlns:a16="http://schemas.microsoft.com/office/drawing/2014/main" id="{ADC84B82-EF45-4F96-BBE3-3955BC6943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6" y="1906"/>
                <a:ext cx="20" cy="20"/>
              </a:xfrm>
              <a:custGeom>
                <a:avLst/>
                <a:gdLst>
                  <a:gd name="T0" fmla="*/ 0 w 19"/>
                  <a:gd name="T1" fmla="*/ 14 h 19"/>
                  <a:gd name="T2" fmla="*/ 19 w 19"/>
                  <a:gd name="T3" fmla="*/ 22 h 19"/>
                  <a:gd name="T4" fmla="*/ 0 w 19"/>
                  <a:gd name="T5" fmla="*/ 0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19">
                    <a:moveTo>
                      <a:pt x="0" y="11"/>
                    </a:moveTo>
                    <a:cubicBezTo>
                      <a:pt x="2" y="18"/>
                      <a:pt x="10" y="19"/>
                      <a:pt x="16" y="19"/>
                    </a:cubicBezTo>
                    <a:cubicBezTo>
                      <a:pt x="19" y="9"/>
                      <a:pt x="6" y="5"/>
                      <a:pt x="0" y="0"/>
                    </a:cubicBezTo>
                  </a:path>
                </a:pathLst>
              </a:custGeom>
              <a:noFill/>
              <a:ln w="6350" cap="flat">
                <a:solidFill>
                  <a:srgbClr val="75332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151" name="Freeform 195">
                <a:extLst>
                  <a:ext uri="{FF2B5EF4-FFF2-40B4-BE49-F238E27FC236}">
                    <a16:creationId xmlns:a16="http://schemas.microsoft.com/office/drawing/2014/main" id="{AA4D9F9B-EC33-4126-8021-D090D45DB0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0" y="1890"/>
                <a:ext cx="4" cy="22"/>
              </a:xfrm>
              <a:custGeom>
                <a:avLst/>
                <a:gdLst>
                  <a:gd name="T0" fmla="*/ 2 w 4"/>
                  <a:gd name="T1" fmla="*/ 0 h 21"/>
                  <a:gd name="T2" fmla="*/ 4 w 4"/>
                  <a:gd name="T3" fmla="*/ 24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1">
                    <a:moveTo>
                      <a:pt x="2" y="0"/>
                    </a:moveTo>
                    <a:cubicBezTo>
                      <a:pt x="0" y="5"/>
                      <a:pt x="1" y="15"/>
                      <a:pt x="4" y="21"/>
                    </a:cubicBezTo>
                  </a:path>
                </a:pathLst>
              </a:custGeom>
              <a:noFill/>
              <a:ln w="6350" cap="flat">
                <a:solidFill>
                  <a:srgbClr val="75332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152" name="Freeform 196">
                <a:extLst>
                  <a:ext uri="{FF2B5EF4-FFF2-40B4-BE49-F238E27FC236}">
                    <a16:creationId xmlns:a16="http://schemas.microsoft.com/office/drawing/2014/main" id="{8B47E2A4-934F-42EF-BADB-FFC438C432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8" y="2366"/>
                <a:ext cx="8" cy="19"/>
              </a:xfrm>
              <a:custGeom>
                <a:avLst/>
                <a:gdLst>
                  <a:gd name="T0" fmla="*/ 1 w 8"/>
                  <a:gd name="T1" fmla="*/ 0 h 18"/>
                  <a:gd name="T2" fmla="*/ 8 w 8"/>
                  <a:gd name="T3" fmla="*/ 21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18">
                    <a:moveTo>
                      <a:pt x="1" y="0"/>
                    </a:moveTo>
                    <a:cubicBezTo>
                      <a:pt x="0" y="6"/>
                      <a:pt x="4" y="13"/>
                      <a:pt x="8" y="18"/>
                    </a:cubicBezTo>
                  </a:path>
                </a:pathLst>
              </a:custGeom>
              <a:noFill/>
              <a:ln w="6350" cap="flat">
                <a:solidFill>
                  <a:srgbClr val="75332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153" name="Freeform 197">
                <a:extLst>
                  <a:ext uri="{FF2B5EF4-FFF2-40B4-BE49-F238E27FC236}">
                    <a16:creationId xmlns:a16="http://schemas.microsoft.com/office/drawing/2014/main" id="{4A4DF358-9ED5-4F27-BABB-AC506BED0D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8" y="2014"/>
                <a:ext cx="26" cy="27"/>
              </a:xfrm>
              <a:custGeom>
                <a:avLst/>
                <a:gdLst>
                  <a:gd name="T0" fmla="*/ 25 w 25"/>
                  <a:gd name="T1" fmla="*/ 0 h 26"/>
                  <a:gd name="T2" fmla="*/ 27 w 25"/>
                  <a:gd name="T3" fmla="*/ 29 h 26"/>
                  <a:gd name="T4" fmla="*/ 0 w 25"/>
                  <a:gd name="T5" fmla="*/ 0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26">
                    <a:moveTo>
                      <a:pt x="22" y="0"/>
                    </a:moveTo>
                    <a:cubicBezTo>
                      <a:pt x="24" y="8"/>
                      <a:pt x="25" y="17"/>
                      <a:pt x="24" y="26"/>
                    </a:cubicBezTo>
                    <a:cubicBezTo>
                      <a:pt x="13" y="21"/>
                      <a:pt x="5" y="11"/>
                      <a:pt x="0" y="0"/>
                    </a:cubicBezTo>
                  </a:path>
                </a:pathLst>
              </a:custGeom>
              <a:noFill/>
              <a:ln w="6350" cap="flat">
                <a:solidFill>
                  <a:srgbClr val="75332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154" name="Freeform 198">
                <a:extLst>
                  <a:ext uri="{FF2B5EF4-FFF2-40B4-BE49-F238E27FC236}">
                    <a16:creationId xmlns:a16="http://schemas.microsoft.com/office/drawing/2014/main" id="{04C53873-C1B4-4671-A698-9EC1B1458C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1" y="989"/>
                <a:ext cx="40" cy="72"/>
              </a:xfrm>
              <a:custGeom>
                <a:avLst/>
                <a:gdLst>
                  <a:gd name="T0" fmla="*/ 44 w 38"/>
                  <a:gd name="T1" fmla="*/ 55 h 69"/>
                  <a:gd name="T2" fmla="*/ 36 w 38"/>
                  <a:gd name="T3" fmla="*/ 78 h 69"/>
                  <a:gd name="T4" fmla="*/ 26 w 38"/>
                  <a:gd name="T5" fmla="*/ 0 h 69"/>
                  <a:gd name="T6" fmla="*/ 26 w 38"/>
                  <a:gd name="T7" fmla="*/ 10 h 69"/>
                  <a:gd name="T8" fmla="*/ 36 w 38"/>
                  <a:gd name="T9" fmla="*/ 22 h 69"/>
                  <a:gd name="T10" fmla="*/ 25 w 38"/>
                  <a:gd name="T11" fmla="*/ 39 h 69"/>
                  <a:gd name="T12" fmla="*/ 43 w 38"/>
                  <a:gd name="T13" fmla="*/ 52 h 6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8" h="69">
                    <a:moveTo>
                      <a:pt x="38" y="49"/>
                    </a:moveTo>
                    <a:cubicBezTo>
                      <a:pt x="26" y="43"/>
                      <a:pt x="30" y="62"/>
                      <a:pt x="30" y="69"/>
                    </a:cubicBezTo>
                    <a:cubicBezTo>
                      <a:pt x="17" y="47"/>
                      <a:pt x="0" y="19"/>
                      <a:pt x="23" y="0"/>
                    </a:cubicBezTo>
                    <a:cubicBezTo>
                      <a:pt x="22" y="3"/>
                      <a:pt x="21" y="7"/>
                      <a:pt x="23" y="10"/>
                    </a:cubicBezTo>
                    <a:cubicBezTo>
                      <a:pt x="25" y="13"/>
                      <a:pt x="29" y="15"/>
                      <a:pt x="30" y="19"/>
                    </a:cubicBezTo>
                    <a:cubicBezTo>
                      <a:pt x="25" y="20"/>
                      <a:pt x="21" y="29"/>
                      <a:pt x="22" y="34"/>
                    </a:cubicBezTo>
                    <a:cubicBezTo>
                      <a:pt x="23" y="42"/>
                      <a:pt x="32" y="42"/>
                      <a:pt x="37" y="46"/>
                    </a:cubicBezTo>
                  </a:path>
                </a:pathLst>
              </a:custGeom>
              <a:solidFill>
                <a:srgbClr val="6C2D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155" name="Freeform 199">
                <a:extLst>
                  <a:ext uri="{FF2B5EF4-FFF2-40B4-BE49-F238E27FC236}">
                    <a16:creationId xmlns:a16="http://schemas.microsoft.com/office/drawing/2014/main" id="{43D4BFBF-953A-4094-A87B-C78F3AA8BD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5" y="1087"/>
                <a:ext cx="21" cy="47"/>
              </a:xfrm>
              <a:custGeom>
                <a:avLst/>
                <a:gdLst>
                  <a:gd name="T0" fmla="*/ 22 w 20"/>
                  <a:gd name="T1" fmla="*/ 0 h 45"/>
                  <a:gd name="T2" fmla="*/ 19 w 20"/>
                  <a:gd name="T3" fmla="*/ 25 h 45"/>
                  <a:gd name="T4" fmla="*/ 20 w 20"/>
                  <a:gd name="T5" fmla="*/ 51 h 45"/>
                  <a:gd name="T6" fmla="*/ 0 w 20"/>
                  <a:gd name="T7" fmla="*/ 7 h 45"/>
                  <a:gd name="T8" fmla="*/ 22 w 20"/>
                  <a:gd name="T9" fmla="*/ 0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45">
                    <a:moveTo>
                      <a:pt x="19" y="0"/>
                    </a:moveTo>
                    <a:cubicBezTo>
                      <a:pt x="20" y="7"/>
                      <a:pt x="16" y="15"/>
                      <a:pt x="16" y="22"/>
                    </a:cubicBezTo>
                    <a:cubicBezTo>
                      <a:pt x="15" y="30"/>
                      <a:pt x="15" y="38"/>
                      <a:pt x="17" y="45"/>
                    </a:cubicBezTo>
                    <a:cubicBezTo>
                      <a:pt x="8" y="32"/>
                      <a:pt x="19" y="11"/>
                      <a:pt x="0" y="7"/>
                    </a:cubicBezTo>
                    <a:cubicBezTo>
                      <a:pt x="8" y="7"/>
                      <a:pt x="15" y="6"/>
                      <a:pt x="19" y="0"/>
                    </a:cubicBezTo>
                  </a:path>
                </a:pathLst>
              </a:custGeom>
              <a:solidFill>
                <a:srgbClr val="6C2D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156" name="Freeform 200">
                <a:extLst>
                  <a:ext uri="{FF2B5EF4-FFF2-40B4-BE49-F238E27FC236}">
                    <a16:creationId xmlns:a16="http://schemas.microsoft.com/office/drawing/2014/main" id="{42F7852B-E742-49B5-956F-C231E64975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1" y="1318"/>
                <a:ext cx="130" cy="23"/>
              </a:xfrm>
              <a:custGeom>
                <a:avLst/>
                <a:gdLst>
                  <a:gd name="T0" fmla="*/ 142 w 123"/>
                  <a:gd name="T1" fmla="*/ 0 h 22"/>
                  <a:gd name="T2" fmla="*/ 58 w 123"/>
                  <a:gd name="T3" fmla="*/ 14 h 22"/>
                  <a:gd name="T4" fmla="*/ 29 w 123"/>
                  <a:gd name="T5" fmla="*/ 10 h 22"/>
                  <a:gd name="T6" fmla="*/ 0 w 123"/>
                  <a:gd name="T7" fmla="*/ 6 h 22"/>
                  <a:gd name="T8" fmla="*/ 43 w 123"/>
                  <a:gd name="T9" fmla="*/ 22 h 22"/>
                  <a:gd name="T10" fmla="*/ 78 w 123"/>
                  <a:gd name="T11" fmla="*/ 25 h 22"/>
                  <a:gd name="T12" fmla="*/ 117 w 123"/>
                  <a:gd name="T13" fmla="*/ 16 h 22"/>
                  <a:gd name="T14" fmla="*/ 145 w 123"/>
                  <a:gd name="T15" fmla="*/ 1 h 2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23" h="22">
                    <a:moveTo>
                      <a:pt x="120" y="0"/>
                    </a:moveTo>
                    <a:cubicBezTo>
                      <a:pt x="100" y="12"/>
                      <a:pt x="71" y="9"/>
                      <a:pt x="49" y="11"/>
                    </a:cubicBezTo>
                    <a:cubicBezTo>
                      <a:pt x="41" y="11"/>
                      <a:pt x="33" y="12"/>
                      <a:pt x="25" y="10"/>
                    </a:cubicBezTo>
                    <a:cubicBezTo>
                      <a:pt x="17" y="9"/>
                      <a:pt x="8" y="5"/>
                      <a:pt x="0" y="6"/>
                    </a:cubicBezTo>
                    <a:cubicBezTo>
                      <a:pt x="8" y="14"/>
                      <a:pt x="26" y="17"/>
                      <a:pt x="37" y="19"/>
                    </a:cubicBezTo>
                    <a:cubicBezTo>
                      <a:pt x="47" y="21"/>
                      <a:pt x="56" y="22"/>
                      <a:pt x="66" y="22"/>
                    </a:cubicBezTo>
                    <a:cubicBezTo>
                      <a:pt x="78" y="21"/>
                      <a:pt x="89" y="19"/>
                      <a:pt x="99" y="13"/>
                    </a:cubicBezTo>
                    <a:cubicBezTo>
                      <a:pt x="106" y="9"/>
                      <a:pt x="115" y="6"/>
                      <a:pt x="123" y="1"/>
                    </a:cubicBezTo>
                  </a:path>
                </a:pathLst>
              </a:custGeom>
              <a:solidFill>
                <a:srgbClr val="6C2D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157" name="Freeform 201">
                <a:extLst>
                  <a:ext uri="{FF2B5EF4-FFF2-40B4-BE49-F238E27FC236}">
                    <a16:creationId xmlns:a16="http://schemas.microsoft.com/office/drawing/2014/main" id="{5B607B5E-EDC2-4F33-BCDC-2C500FFF33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2" y="1338"/>
                <a:ext cx="133" cy="79"/>
              </a:xfrm>
              <a:custGeom>
                <a:avLst/>
                <a:gdLst>
                  <a:gd name="T0" fmla="*/ 1 w 126"/>
                  <a:gd name="T1" fmla="*/ 59 h 75"/>
                  <a:gd name="T2" fmla="*/ 42 w 126"/>
                  <a:gd name="T3" fmla="*/ 75 h 75"/>
                  <a:gd name="T4" fmla="*/ 78 w 126"/>
                  <a:gd name="T5" fmla="*/ 57 h 75"/>
                  <a:gd name="T6" fmla="*/ 107 w 126"/>
                  <a:gd name="T7" fmla="*/ 24 h 75"/>
                  <a:gd name="T8" fmla="*/ 148 w 126"/>
                  <a:gd name="T9" fmla="*/ 0 h 75"/>
                  <a:gd name="T10" fmla="*/ 102 w 126"/>
                  <a:gd name="T11" fmla="*/ 43 h 75"/>
                  <a:gd name="T12" fmla="*/ 58 w 126"/>
                  <a:gd name="T13" fmla="*/ 84 h 75"/>
                  <a:gd name="T14" fmla="*/ 19 w 126"/>
                  <a:gd name="T15" fmla="*/ 82 h 75"/>
                  <a:gd name="T16" fmla="*/ 0 w 126"/>
                  <a:gd name="T17" fmla="*/ 65 h 7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26" h="75">
                    <a:moveTo>
                      <a:pt x="1" y="50"/>
                    </a:moveTo>
                    <a:cubicBezTo>
                      <a:pt x="12" y="56"/>
                      <a:pt x="22" y="66"/>
                      <a:pt x="36" y="64"/>
                    </a:cubicBezTo>
                    <a:cubicBezTo>
                      <a:pt x="48" y="62"/>
                      <a:pt x="57" y="56"/>
                      <a:pt x="66" y="48"/>
                    </a:cubicBezTo>
                    <a:cubicBezTo>
                      <a:pt x="75" y="40"/>
                      <a:pt x="82" y="30"/>
                      <a:pt x="91" y="21"/>
                    </a:cubicBezTo>
                    <a:cubicBezTo>
                      <a:pt x="101" y="11"/>
                      <a:pt x="114" y="7"/>
                      <a:pt x="126" y="0"/>
                    </a:cubicBezTo>
                    <a:cubicBezTo>
                      <a:pt x="111" y="11"/>
                      <a:pt x="98" y="22"/>
                      <a:pt x="87" y="37"/>
                    </a:cubicBezTo>
                    <a:cubicBezTo>
                      <a:pt x="76" y="52"/>
                      <a:pt x="66" y="66"/>
                      <a:pt x="49" y="72"/>
                    </a:cubicBezTo>
                    <a:cubicBezTo>
                      <a:pt x="39" y="75"/>
                      <a:pt x="26" y="74"/>
                      <a:pt x="16" y="70"/>
                    </a:cubicBezTo>
                    <a:cubicBezTo>
                      <a:pt x="11" y="68"/>
                      <a:pt x="2" y="61"/>
                      <a:pt x="0" y="56"/>
                    </a:cubicBezTo>
                  </a:path>
                </a:pathLst>
              </a:custGeom>
              <a:solidFill>
                <a:srgbClr val="6C2D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158" name="Freeform 202">
                <a:extLst>
                  <a:ext uri="{FF2B5EF4-FFF2-40B4-BE49-F238E27FC236}">
                    <a16:creationId xmlns:a16="http://schemas.microsoft.com/office/drawing/2014/main" id="{C7205EAB-618C-4255-9A94-FCC3110DFF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0" y="1344"/>
                <a:ext cx="95" cy="26"/>
              </a:xfrm>
              <a:custGeom>
                <a:avLst/>
                <a:gdLst>
                  <a:gd name="T0" fmla="*/ 0 w 90"/>
                  <a:gd name="T1" fmla="*/ 0 h 24"/>
                  <a:gd name="T2" fmla="*/ 27 w 90"/>
                  <a:gd name="T3" fmla="*/ 14 h 24"/>
                  <a:gd name="T4" fmla="*/ 55 w 90"/>
                  <a:gd name="T5" fmla="*/ 16 h 24"/>
                  <a:gd name="T6" fmla="*/ 82 w 90"/>
                  <a:gd name="T7" fmla="*/ 15 h 24"/>
                  <a:gd name="T8" fmla="*/ 106 w 90"/>
                  <a:gd name="T9" fmla="*/ 1 h 24"/>
                  <a:gd name="T10" fmla="*/ 43 w 90"/>
                  <a:gd name="T11" fmla="*/ 29 h 24"/>
                  <a:gd name="T12" fmla="*/ 0 w 90"/>
                  <a:gd name="T13" fmla="*/ 1 h 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0" h="24">
                    <a:moveTo>
                      <a:pt x="0" y="0"/>
                    </a:moveTo>
                    <a:cubicBezTo>
                      <a:pt x="8" y="0"/>
                      <a:pt x="16" y="9"/>
                      <a:pt x="24" y="11"/>
                    </a:cubicBezTo>
                    <a:cubicBezTo>
                      <a:pt x="31" y="13"/>
                      <a:pt x="39" y="13"/>
                      <a:pt x="46" y="13"/>
                    </a:cubicBezTo>
                    <a:cubicBezTo>
                      <a:pt x="54" y="13"/>
                      <a:pt x="63" y="14"/>
                      <a:pt x="70" y="12"/>
                    </a:cubicBezTo>
                    <a:cubicBezTo>
                      <a:pt x="77" y="9"/>
                      <a:pt x="83" y="5"/>
                      <a:pt x="90" y="1"/>
                    </a:cubicBezTo>
                    <a:cubicBezTo>
                      <a:pt x="82" y="18"/>
                      <a:pt x="53" y="22"/>
                      <a:pt x="37" y="23"/>
                    </a:cubicBezTo>
                    <a:cubicBezTo>
                      <a:pt x="24" y="24"/>
                      <a:pt x="5" y="14"/>
                      <a:pt x="0" y="1"/>
                    </a:cubicBezTo>
                  </a:path>
                </a:pathLst>
              </a:custGeom>
              <a:solidFill>
                <a:srgbClr val="6C2D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159" name="Freeform 203">
                <a:extLst>
                  <a:ext uri="{FF2B5EF4-FFF2-40B4-BE49-F238E27FC236}">
                    <a16:creationId xmlns:a16="http://schemas.microsoft.com/office/drawing/2014/main" id="{6DAC6841-6B7A-48BA-B345-C2B4540C02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5" y="2012"/>
                <a:ext cx="261" cy="364"/>
              </a:xfrm>
              <a:custGeom>
                <a:avLst/>
                <a:gdLst>
                  <a:gd name="T0" fmla="*/ 2 w 248"/>
                  <a:gd name="T1" fmla="*/ 0 h 344"/>
                  <a:gd name="T2" fmla="*/ 62 w 248"/>
                  <a:gd name="T3" fmla="*/ 81 h 344"/>
                  <a:gd name="T4" fmla="*/ 128 w 248"/>
                  <a:gd name="T5" fmla="*/ 138 h 344"/>
                  <a:gd name="T6" fmla="*/ 174 w 248"/>
                  <a:gd name="T7" fmla="*/ 239 h 344"/>
                  <a:gd name="T8" fmla="*/ 236 w 248"/>
                  <a:gd name="T9" fmla="*/ 346 h 344"/>
                  <a:gd name="T10" fmla="*/ 289 w 248"/>
                  <a:gd name="T11" fmla="*/ 407 h 344"/>
                  <a:gd name="T12" fmla="*/ 173 w 248"/>
                  <a:gd name="T13" fmla="*/ 270 h 344"/>
                  <a:gd name="T14" fmla="*/ 106 w 248"/>
                  <a:gd name="T15" fmla="*/ 161 h 344"/>
                  <a:gd name="T16" fmla="*/ 0 w 248"/>
                  <a:gd name="T17" fmla="*/ 7 h 34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48" h="344">
                    <a:moveTo>
                      <a:pt x="2" y="0"/>
                    </a:moveTo>
                    <a:cubicBezTo>
                      <a:pt x="13" y="27"/>
                      <a:pt x="30" y="52"/>
                      <a:pt x="53" y="69"/>
                    </a:cubicBezTo>
                    <a:cubicBezTo>
                      <a:pt x="72" y="83"/>
                      <a:pt x="96" y="94"/>
                      <a:pt x="110" y="116"/>
                    </a:cubicBezTo>
                    <a:cubicBezTo>
                      <a:pt x="126" y="142"/>
                      <a:pt x="134" y="174"/>
                      <a:pt x="149" y="202"/>
                    </a:cubicBezTo>
                    <a:cubicBezTo>
                      <a:pt x="165" y="233"/>
                      <a:pt x="181" y="264"/>
                      <a:pt x="202" y="292"/>
                    </a:cubicBezTo>
                    <a:cubicBezTo>
                      <a:pt x="216" y="311"/>
                      <a:pt x="234" y="327"/>
                      <a:pt x="248" y="344"/>
                    </a:cubicBezTo>
                    <a:cubicBezTo>
                      <a:pt x="202" y="321"/>
                      <a:pt x="175" y="270"/>
                      <a:pt x="148" y="228"/>
                    </a:cubicBezTo>
                    <a:cubicBezTo>
                      <a:pt x="129" y="198"/>
                      <a:pt x="115" y="163"/>
                      <a:pt x="91" y="136"/>
                    </a:cubicBezTo>
                    <a:cubicBezTo>
                      <a:pt x="55" y="97"/>
                      <a:pt x="11" y="61"/>
                      <a:pt x="0" y="7"/>
                    </a:cubicBezTo>
                  </a:path>
                </a:pathLst>
              </a:custGeom>
              <a:solidFill>
                <a:srgbClr val="6C2D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160" name="Freeform 204">
                <a:extLst>
                  <a:ext uri="{FF2B5EF4-FFF2-40B4-BE49-F238E27FC236}">
                    <a16:creationId xmlns:a16="http://schemas.microsoft.com/office/drawing/2014/main" id="{64744453-4BC4-4D79-8BB6-CF399BB846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9" y="2112"/>
                <a:ext cx="198" cy="140"/>
              </a:xfrm>
              <a:custGeom>
                <a:avLst/>
                <a:gdLst>
                  <a:gd name="T0" fmla="*/ 0 w 188"/>
                  <a:gd name="T1" fmla="*/ 0 h 133"/>
                  <a:gd name="T2" fmla="*/ 111 w 188"/>
                  <a:gd name="T3" fmla="*/ 73 h 133"/>
                  <a:gd name="T4" fmla="*/ 220 w 188"/>
                  <a:gd name="T5" fmla="*/ 155 h 133"/>
                  <a:gd name="T6" fmla="*/ 108 w 188"/>
                  <a:gd name="T7" fmla="*/ 82 h 133"/>
                  <a:gd name="T8" fmla="*/ 63 w 188"/>
                  <a:gd name="T9" fmla="*/ 55 h 133"/>
                  <a:gd name="T10" fmla="*/ 39 w 188"/>
                  <a:gd name="T11" fmla="*/ 64 h 133"/>
                  <a:gd name="T12" fmla="*/ 0 w 188"/>
                  <a:gd name="T13" fmla="*/ 4 h 13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8" h="133">
                    <a:moveTo>
                      <a:pt x="0" y="0"/>
                    </a:moveTo>
                    <a:cubicBezTo>
                      <a:pt x="34" y="13"/>
                      <a:pt x="69" y="38"/>
                      <a:pt x="95" y="63"/>
                    </a:cubicBezTo>
                    <a:cubicBezTo>
                      <a:pt x="122" y="88"/>
                      <a:pt x="150" y="125"/>
                      <a:pt x="188" y="133"/>
                    </a:cubicBezTo>
                    <a:cubicBezTo>
                      <a:pt x="144" y="129"/>
                      <a:pt x="122" y="97"/>
                      <a:pt x="93" y="70"/>
                    </a:cubicBezTo>
                    <a:cubicBezTo>
                      <a:pt x="80" y="59"/>
                      <a:pt x="69" y="54"/>
                      <a:pt x="54" y="47"/>
                    </a:cubicBezTo>
                    <a:cubicBezTo>
                      <a:pt x="47" y="44"/>
                      <a:pt x="18" y="36"/>
                      <a:pt x="33" y="55"/>
                    </a:cubicBezTo>
                    <a:cubicBezTo>
                      <a:pt x="29" y="36"/>
                      <a:pt x="19" y="12"/>
                      <a:pt x="0" y="4"/>
                    </a:cubicBezTo>
                  </a:path>
                </a:pathLst>
              </a:custGeom>
              <a:solidFill>
                <a:srgbClr val="6C2D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</p:grpSp>
        <p:grpSp>
          <p:nvGrpSpPr>
            <p:cNvPr id="51744" name="Group 205">
              <a:extLst>
                <a:ext uri="{FF2B5EF4-FFF2-40B4-BE49-F238E27FC236}">
                  <a16:creationId xmlns:a16="http://schemas.microsoft.com/office/drawing/2014/main" id="{F5980F49-AC76-403B-AE83-140E6BFC707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225" y="971"/>
              <a:ext cx="1762" cy="3042"/>
              <a:chOff x="3225" y="971"/>
              <a:chExt cx="1762" cy="3042"/>
            </a:xfrm>
          </p:grpSpPr>
          <p:sp>
            <p:nvSpPr>
              <p:cNvPr id="51761" name="Freeform 206">
                <a:extLst>
                  <a:ext uri="{FF2B5EF4-FFF2-40B4-BE49-F238E27FC236}">
                    <a16:creationId xmlns:a16="http://schemas.microsoft.com/office/drawing/2014/main" id="{279BFF01-8BB7-4A7A-B6BC-3C33A93FAF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7" y="2180"/>
                <a:ext cx="145" cy="83"/>
              </a:xfrm>
              <a:custGeom>
                <a:avLst/>
                <a:gdLst>
                  <a:gd name="T0" fmla="*/ 160 w 138"/>
                  <a:gd name="T1" fmla="*/ 94 h 78"/>
                  <a:gd name="T2" fmla="*/ 122 w 138"/>
                  <a:gd name="T3" fmla="*/ 54 h 78"/>
                  <a:gd name="T4" fmla="*/ 86 w 138"/>
                  <a:gd name="T5" fmla="*/ 32 h 78"/>
                  <a:gd name="T6" fmla="*/ 0 w 138"/>
                  <a:gd name="T7" fmla="*/ 0 h 78"/>
                  <a:gd name="T8" fmla="*/ 101 w 138"/>
                  <a:gd name="T9" fmla="*/ 82 h 78"/>
                  <a:gd name="T10" fmla="*/ 154 w 138"/>
                  <a:gd name="T11" fmla="*/ 94 h 7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8" h="78">
                    <a:moveTo>
                      <a:pt x="138" y="78"/>
                    </a:moveTo>
                    <a:cubicBezTo>
                      <a:pt x="125" y="71"/>
                      <a:pt x="118" y="54"/>
                      <a:pt x="105" y="45"/>
                    </a:cubicBezTo>
                    <a:cubicBezTo>
                      <a:pt x="95" y="38"/>
                      <a:pt x="85" y="31"/>
                      <a:pt x="74" y="26"/>
                    </a:cubicBezTo>
                    <a:cubicBezTo>
                      <a:pt x="50" y="12"/>
                      <a:pt x="25" y="8"/>
                      <a:pt x="0" y="0"/>
                    </a:cubicBezTo>
                    <a:cubicBezTo>
                      <a:pt x="10" y="7"/>
                      <a:pt x="121" y="42"/>
                      <a:pt x="87" y="68"/>
                    </a:cubicBezTo>
                    <a:cubicBezTo>
                      <a:pt x="104" y="67"/>
                      <a:pt x="118" y="73"/>
                      <a:pt x="133" y="78"/>
                    </a:cubicBezTo>
                  </a:path>
                </a:pathLst>
              </a:custGeom>
              <a:solidFill>
                <a:srgbClr val="6C2D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762" name="Freeform 207">
                <a:extLst>
                  <a:ext uri="{FF2B5EF4-FFF2-40B4-BE49-F238E27FC236}">
                    <a16:creationId xmlns:a16="http://schemas.microsoft.com/office/drawing/2014/main" id="{5BDADD92-DC31-4A74-913D-4919669752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0" y="2255"/>
                <a:ext cx="209" cy="131"/>
              </a:xfrm>
              <a:custGeom>
                <a:avLst/>
                <a:gdLst>
                  <a:gd name="T0" fmla="*/ 0 w 198"/>
                  <a:gd name="T1" fmla="*/ 14 h 124"/>
                  <a:gd name="T2" fmla="*/ 139 w 198"/>
                  <a:gd name="T3" fmla="*/ 40 h 124"/>
                  <a:gd name="T4" fmla="*/ 233 w 198"/>
                  <a:gd name="T5" fmla="*/ 146 h 124"/>
                  <a:gd name="T6" fmla="*/ 176 w 198"/>
                  <a:gd name="T7" fmla="*/ 80 h 124"/>
                  <a:gd name="T8" fmla="*/ 128 w 198"/>
                  <a:gd name="T9" fmla="*/ 44 h 124"/>
                  <a:gd name="T10" fmla="*/ 63 w 198"/>
                  <a:gd name="T11" fmla="*/ 25 h 124"/>
                  <a:gd name="T12" fmla="*/ 0 w 198"/>
                  <a:gd name="T13" fmla="*/ 16 h 1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8" h="124">
                    <a:moveTo>
                      <a:pt x="0" y="11"/>
                    </a:moveTo>
                    <a:cubicBezTo>
                      <a:pt x="40" y="0"/>
                      <a:pt x="84" y="19"/>
                      <a:pt x="118" y="34"/>
                    </a:cubicBezTo>
                    <a:cubicBezTo>
                      <a:pt x="152" y="48"/>
                      <a:pt x="184" y="90"/>
                      <a:pt x="198" y="124"/>
                    </a:cubicBezTo>
                    <a:cubicBezTo>
                      <a:pt x="179" y="111"/>
                      <a:pt x="166" y="85"/>
                      <a:pt x="150" y="68"/>
                    </a:cubicBezTo>
                    <a:cubicBezTo>
                      <a:pt x="137" y="56"/>
                      <a:pt x="124" y="45"/>
                      <a:pt x="109" y="38"/>
                    </a:cubicBezTo>
                    <a:cubicBezTo>
                      <a:pt x="92" y="31"/>
                      <a:pt x="72" y="27"/>
                      <a:pt x="54" y="22"/>
                    </a:cubicBezTo>
                    <a:cubicBezTo>
                      <a:pt x="37" y="17"/>
                      <a:pt x="17" y="18"/>
                      <a:pt x="0" y="13"/>
                    </a:cubicBezTo>
                  </a:path>
                </a:pathLst>
              </a:custGeom>
              <a:solidFill>
                <a:srgbClr val="6C2D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763" name="Freeform 208">
                <a:extLst>
                  <a:ext uri="{FF2B5EF4-FFF2-40B4-BE49-F238E27FC236}">
                    <a16:creationId xmlns:a16="http://schemas.microsoft.com/office/drawing/2014/main" id="{B002C925-37B1-4401-8F77-823F620E2B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1" y="2501"/>
                <a:ext cx="172" cy="299"/>
              </a:xfrm>
              <a:custGeom>
                <a:avLst/>
                <a:gdLst>
                  <a:gd name="T0" fmla="*/ 0 w 163"/>
                  <a:gd name="T1" fmla="*/ 1 h 283"/>
                  <a:gd name="T2" fmla="*/ 38 w 163"/>
                  <a:gd name="T3" fmla="*/ 2 h 283"/>
                  <a:gd name="T4" fmla="*/ 72 w 163"/>
                  <a:gd name="T5" fmla="*/ 22 h 283"/>
                  <a:gd name="T6" fmla="*/ 145 w 163"/>
                  <a:gd name="T7" fmla="*/ 93 h 283"/>
                  <a:gd name="T8" fmla="*/ 174 w 163"/>
                  <a:gd name="T9" fmla="*/ 264 h 283"/>
                  <a:gd name="T10" fmla="*/ 157 w 163"/>
                  <a:gd name="T11" fmla="*/ 303 h 283"/>
                  <a:gd name="T12" fmla="*/ 130 w 163"/>
                  <a:gd name="T13" fmla="*/ 333 h 283"/>
                  <a:gd name="T14" fmla="*/ 47 w 163"/>
                  <a:gd name="T15" fmla="*/ 301 h 283"/>
                  <a:gd name="T16" fmla="*/ 130 w 163"/>
                  <a:gd name="T17" fmla="*/ 293 h 283"/>
                  <a:gd name="T18" fmla="*/ 135 w 163"/>
                  <a:gd name="T19" fmla="*/ 244 h 283"/>
                  <a:gd name="T20" fmla="*/ 139 w 163"/>
                  <a:gd name="T21" fmla="*/ 172 h 283"/>
                  <a:gd name="T22" fmla="*/ 121 w 163"/>
                  <a:gd name="T23" fmla="*/ 110 h 283"/>
                  <a:gd name="T24" fmla="*/ 90 w 163"/>
                  <a:gd name="T25" fmla="*/ 46 h 283"/>
                  <a:gd name="T26" fmla="*/ 58 w 163"/>
                  <a:gd name="T27" fmla="*/ 23 h 283"/>
                  <a:gd name="T28" fmla="*/ 8 w 163"/>
                  <a:gd name="T29" fmla="*/ 2 h 283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63" h="283">
                    <a:moveTo>
                      <a:pt x="0" y="1"/>
                    </a:moveTo>
                    <a:cubicBezTo>
                      <a:pt x="10" y="4"/>
                      <a:pt x="22" y="0"/>
                      <a:pt x="32" y="2"/>
                    </a:cubicBezTo>
                    <a:cubicBezTo>
                      <a:pt x="42" y="4"/>
                      <a:pt x="52" y="13"/>
                      <a:pt x="61" y="19"/>
                    </a:cubicBezTo>
                    <a:cubicBezTo>
                      <a:pt x="86" y="36"/>
                      <a:pt x="108" y="52"/>
                      <a:pt x="123" y="79"/>
                    </a:cubicBezTo>
                    <a:cubicBezTo>
                      <a:pt x="147" y="121"/>
                      <a:pt x="163" y="176"/>
                      <a:pt x="148" y="224"/>
                    </a:cubicBezTo>
                    <a:cubicBezTo>
                      <a:pt x="144" y="236"/>
                      <a:pt x="138" y="246"/>
                      <a:pt x="134" y="257"/>
                    </a:cubicBezTo>
                    <a:cubicBezTo>
                      <a:pt x="128" y="272"/>
                      <a:pt x="130" y="283"/>
                      <a:pt x="111" y="282"/>
                    </a:cubicBezTo>
                    <a:cubicBezTo>
                      <a:pt x="87" y="282"/>
                      <a:pt x="63" y="266"/>
                      <a:pt x="41" y="256"/>
                    </a:cubicBezTo>
                    <a:cubicBezTo>
                      <a:pt x="60" y="254"/>
                      <a:pt x="100" y="272"/>
                      <a:pt x="111" y="248"/>
                    </a:cubicBezTo>
                    <a:cubicBezTo>
                      <a:pt x="116" y="237"/>
                      <a:pt x="114" y="219"/>
                      <a:pt x="115" y="207"/>
                    </a:cubicBezTo>
                    <a:cubicBezTo>
                      <a:pt x="117" y="187"/>
                      <a:pt x="118" y="167"/>
                      <a:pt x="118" y="146"/>
                    </a:cubicBezTo>
                    <a:cubicBezTo>
                      <a:pt x="117" y="125"/>
                      <a:pt x="112" y="112"/>
                      <a:pt x="103" y="93"/>
                    </a:cubicBezTo>
                    <a:cubicBezTo>
                      <a:pt x="95" y="75"/>
                      <a:pt x="90" y="55"/>
                      <a:pt x="77" y="40"/>
                    </a:cubicBezTo>
                    <a:cubicBezTo>
                      <a:pt x="69" y="32"/>
                      <a:pt x="59" y="25"/>
                      <a:pt x="49" y="20"/>
                    </a:cubicBezTo>
                    <a:cubicBezTo>
                      <a:pt x="37" y="14"/>
                      <a:pt x="21" y="3"/>
                      <a:pt x="8" y="2"/>
                    </a:cubicBezTo>
                  </a:path>
                </a:pathLst>
              </a:custGeom>
              <a:solidFill>
                <a:srgbClr val="6C2D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764" name="Freeform 209">
                <a:extLst>
                  <a:ext uri="{FF2B5EF4-FFF2-40B4-BE49-F238E27FC236}">
                    <a16:creationId xmlns:a16="http://schemas.microsoft.com/office/drawing/2014/main" id="{9F19F7B2-E75A-460E-A7EB-6E54DF6753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8" y="2674"/>
                <a:ext cx="85" cy="280"/>
              </a:xfrm>
              <a:custGeom>
                <a:avLst/>
                <a:gdLst>
                  <a:gd name="T0" fmla="*/ 4 w 81"/>
                  <a:gd name="T1" fmla="*/ 124 h 265"/>
                  <a:gd name="T2" fmla="*/ 0 w 81"/>
                  <a:gd name="T3" fmla="*/ 157 h 265"/>
                  <a:gd name="T4" fmla="*/ 47 w 81"/>
                  <a:gd name="T5" fmla="*/ 232 h 265"/>
                  <a:gd name="T6" fmla="*/ 51 w 81"/>
                  <a:gd name="T7" fmla="*/ 278 h 265"/>
                  <a:gd name="T8" fmla="*/ 42 w 81"/>
                  <a:gd name="T9" fmla="*/ 313 h 265"/>
                  <a:gd name="T10" fmla="*/ 54 w 81"/>
                  <a:gd name="T11" fmla="*/ 165 h 265"/>
                  <a:gd name="T12" fmla="*/ 81 w 81"/>
                  <a:gd name="T13" fmla="*/ 91 h 265"/>
                  <a:gd name="T14" fmla="*/ 80 w 81"/>
                  <a:gd name="T15" fmla="*/ 0 h 265"/>
                  <a:gd name="T16" fmla="*/ 51 w 81"/>
                  <a:gd name="T17" fmla="*/ 105 h 265"/>
                  <a:gd name="T18" fmla="*/ 17 w 81"/>
                  <a:gd name="T19" fmla="*/ 124 h 26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1" h="265">
                    <a:moveTo>
                      <a:pt x="4" y="105"/>
                    </a:moveTo>
                    <a:cubicBezTo>
                      <a:pt x="12" y="113"/>
                      <a:pt x="21" y="138"/>
                      <a:pt x="0" y="133"/>
                    </a:cubicBezTo>
                    <a:cubicBezTo>
                      <a:pt x="28" y="148"/>
                      <a:pt x="38" y="166"/>
                      <a:pt x="41" y="197"/>
                    </a:cubicBezTo>
                    <a:cubicBezTo>
                      <a:pt x="42" y="209"/>
                      <a:pt x="46" y="223"/>
                      <a:pt x="45" y="236"/>
                    </a:cubicBezTo>
                    <a:cubicBezTo>
                      <a:pt x="44" y="247"/>
                      <a:pt x="37" y="255"/>
                      <a:pt x="36" y="265"/>
                    </a:cubicBezTo>
                    <a:cubicBezTo>
                      <a:pt x="76" y="235"/>
                      <a:pt x="49" y="179"/>
                      <a:pt x="47" y="140"/>
                    </a:cubicBezTo>
                    <a:cubicBezTo>
                      <a:pt x="46" y="120"/>
                      <a:pt x="61" y="95"/>
                      <a:pt x="70" y="77"/>
                    </a:cubicBezTo>
                    <a:cubicBezTo>
                      <a:pt x="81" y="51"/>
                      <a:pt x="81" y="27"/>
                      <a:pt x="69" y="0"/>
                    </a:cubicBezTo>
                    <a:cubicBezTo>
                      <a:pt x="63" y="29"/>
                      <a:pt x="60" y="62"/>
                      <a:pt x="45" y="89"/>
                    </a:cubicBezTo>
                    <a:cubicBezTo>
                      <a:pt x="37" y="104"/>
                      <a:pt x="31" y="105"/>
                      <a:pt x="14" y="105"/>
                    </a:cubicBezTo>
                  </a:path>
                </a:pathLst>
              </a:custGeom>
              <a:solidFill>
                <a:srgbClr val="6C2D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765" name="Freeform 210">
                <a:extLst>
                  <a:ext uri="{FF2B5EF4-FFF2-40B4-BE49-F238E27FC236}">
                    <a16:creationId xmlns:a16="http://schemas.microsoft.com/office/drawing/2014/main" id="{2B2486D6-D671-45D9-B59B-5A0DF158CF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3" y="2243"/>
                <a:ext cx="103" cy="49"/>
              </a:xfrm>
              <a:custGeom>
                <a:avLst/>
                <a:gdLst>
                  <a:gd name="T0" fmla="*/ 0 w 97"/>
                  <a:gd name="T1" fmla="*/ 0 h 47"/>
                  <a:gd name="T2" fmla="*/ 20 w 97"/>
                  <a:gd name="T3" fmla="*/ 6 h 47"/>
                  <a:gd name="T4" fmla="*/ 40 w 97"/>
                  <a:gd name="T5" fmla="*/ 17 h 47"/>
                  <a:gd name="T6" fmla="*/ 65 w 97"/>
                  <a:gd name="T7" fmla="*/ 21 h 47"/>
                  <a:gd name="T8" fmla="*/ 116 w 97"/>
                  <a:gd name="T9" fmla="*/ 26 h 47"/>
                  <a:gd name="T10" fmla="*/ 45 w 97"/>
                  <a:gd name="T11" fmla="*/ 53 h 47"/>
                  <a:gd name="T12" fmla="*/ 63 w 97"/>
                  <a:gd name="T13" fmla="*/ 34 h 47"/>
                  <a:gd name="T14" fmla="*/ 51 w 97"/>
                  <a:gd name="T15" fmla="*/ 22 h 47"/>
                  <a:gd name="T16" fmla="*/ 6 w 97"/>
                  <a:gd name="T17" fmla="*/ 3 h 4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7" h="47">
                    <a:moveTo>
                      <a:pt x="0" y="0"/>
                    </a:moveTo>
                    <a:cubicBezTo>
                      <a:pt x="5" y="3"/>
                      <a:pt x="12" y="4"/>
                      <a:pt x="17" y="6"/>
                    </a:cubicBezTo>
                    <a:cubicBezTo>
                      <a:pt x="23" y="8"/>
                      <a:pt x="28" y="11"/>
                      <a:pt x="34" y="14"/>
                    </a:cubicBezTo>
                    <a:cubicBezTo>
                      <a:pt x="40" y="16"/>
                      <a:pt x="47" y="17"/>
                      <a:pt x="54" y="18"/>
                    </a:cubicBezTo>
                    <a:cubicBezTo>
                      <a:pt x="68" y="20"/>
                      <a:pt x="83" y="23"/>
                      <a:pt x="97" y="23"/>
                    </a:cubicBezTo>
                    <a:cubicBezTo>
                      <a:pt x="77" y="29"/>
                      <a:pt x="56" y="41"/>
                      <a:pt x="38" y="47"/>
                    </a:cubicBezTo>
                    <a:cubicBezTo>
                      <a:pt x="45" y="46"/>
                      <a:pt x="55" y="39"/>
                      <a:pt x="53" y="31"/>
                    </a:cubicBezTo>
                    <a:cubicBezTo>
                      <a:pt x="52" y="26"/>
                      <a:pt x="46" y="22"/>
                      <a:pt x="42" y="19"/>
                    </a:cubicBezTo>
                    <a:cubicBezTo>
                      <a:pt x="31" y="13"/>
                      <a:pt x="18" y="7"/>
                      <a:pt x="6" y="3"/>
                    </a:cubicBezTo>
                  </a:path>
                </a:pathLst>
              </a:custGeom>
              <a:solidFill>
                <a:srgbClr val="6C2D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766" name="Freeform 211">
                <a:extLst>
                  <a:ext uri="{FF2B5EF4-FFF2-40B4-BE49-F238E27FC236}">
                    <a16:creationId xmlns:a16="http://schemas.microsoft.com/office/drawing/2014/main" id="{AB7E859F-C6B8-4734-B1C6-ED95B9FE0A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3" y="2268"/>
                <a:ext cx="29" cy="17"/>
              </a:xfrm>
              <a:custGeom>
                <a:avLst/>
                <a:gdLst>
                  <a:gd name="T0" fmla="*/ 8 w 28"/>
                  <a:gd name="T1" fmla="*/ 0 h 16"/>
                  <a:gd name="T2" fmla="*/ 19 w 28"/>
                  <a:gd name="T3" fmla="*/ 18 h 16"/>
                  <a:gd name="T4" fmla="*/ 10 w 28"/>
                  <a:gd name="T5" fmla="*/ 1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16">
                    <a:moveTo>
                      <a:pt x="8" y="0"/>
                    </a:moveTo>
                    <a:cubicBezTo>
                      <a:pt x="0" y="2"/>
                      <a:pt x="8" y="16"/>
                      <a:pt x="16" y="15"/>
                    </a:cubicBezTo>
                    <a:cubicBezTo>
                      <a:pt x="28" y="13"/>
                      <a:pt x="9" y="3"/>
                      <a:pt x="10" y="1"/>
                    </a:cubicBezTo>
                  </a:path>
                </a:pathLst>
              </a:custGeom>
              <a:solidFill>
                <a:srgbClr val="6C2D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767" name="Freeform 212">
                <a:extLst>
                  <a:ext uri="{FF2B5EF4-FFF2-40B4-BE49-F238E27FC236}">
                    <a16:creationId xmlns:a16="http://schemas.microsoft.com/office/drawing/2014/main" id="{B1A19290-495D-496F-98D5-1EC020CD5E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9" y="2229"/>
                <a:ext cx="126" cy="49"/>
              </a:xfrm>
              <a:custGeom>
                <a:avLst/>
                <a:gdLst>
                  <a:gd name="T0" fmla="*/ 0 w 120"/>
                  <a:gd name="T1" fmla="*/ 40 h 47"/>
                  <a:gd name="T2" fmla="*/ 139 w 120"/>
                  <a:gd name="T3" fmla="*/ 0 h 47"/>
                  <a:gd name="T4" fmla="*/ 69 w 120"/>
                  <a:gd name="T5" fmla="*/ 34 h 47"/>
                  <a:gd name="T6" fmla="*/ 26 w 120"/>
                  <a:gd name="T7" fmla="*/ 53 h 47"/>
                  <a:gd name="T8" fmla="*/ 4 w 120"/>
                  <a:gd name="T9" fmla="*/ 43 h 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0" h="47">
                    <a:moveTo>
                      <a:pt x="0" y="35"/>
                    </a:moveTo>
                    <a:cubicBezTo>
                      <a:pt x="43" y="38"/>
                      <a:pt x="82" y="17"/>
                      <a:pt x="120" y="0"/>
                    </a:cubicBezTo>
                    <a:cubicBezTo>
                      <a:pt x="108" y="15"/>
                      <a:pt x="79" y="25"/>
                      <a:pt x="60" y="31"/>
                    </a:cubicBezTo>
                    <a:cubicBezTo>
                      <a:pt x="53" y="34"/>
                      <a:pt x="22" y="36"/>
                      <a:pt x="23" y="47"/>
                    </a:cubicBezTo>
                    <a:cubicBezTo>
                      <a:pt x="16" y="47"/>
                      <a:pt x="10" y="40"/>
                      <a:pt x="4" y="37"/>
                    </a:cubicBezTo>
                  </a:path>
                </a:pathLst>
              </a:custGeom>
              <a:solidFill>
                <a:srgbClr val="6C2D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768" name="Freeform 213">
                <a:extLst>
                  <a:ext uri="{FF2B5EF4-FFF2-40B4-BE49-F238E27FC236}">
                    <a16:creationId xmlns:a16="http://schemas.microsoft.com/office/drawing/2014/main" id="{B6348485-122A-47D1-A803-BA57B4F01F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9" y="3008"/>
                <a:ext cx="214" cy="88"/>
              </a:xfrm>
              <a:custGeom>
                <a:avLst/>
                <a:gdLst>
                  <a:gd name="T0" fmla="*/ 238 w 203"/>
                  <a:gd name="T1" fmla="*/ 1 h 84"/>
                  <a:gd name="T2" fmla="*/ 207 w 203"/>
                  <a:gd name="T3" fmla="*/ 73 h 84"/>
                  <a:gd name="T4" fmla="*/ 149 w 203"/>
                  <a:gd name="T5" fmla="*/ 90 h 84"/>
                  <a:gd name="T6" fmla="*/ 64 w 203"/>
                  <a:gd name="T7" fmla="*/ 62 h 84"/>
                  <a:gd name="T8" fmla="*/ 0 w 203"/>
                  <a:gd name="T9" fmla="*/ 51 h 84"/>
                  <a:gd name="T10" fmla="*/ 125 w 203"/>
                  <a:gd name="T11" fmla="*/ 60 h 84"/>
                  <a:gd name="T12" fmla="*/ 194 w 203"/>
                  <a:gd name="T13" fmla="*/ 54 h 84"/>
                  <a:gd name="T14" fmla="*/ 238 w 203"/>
                  <a:gd name="T15" fmla="*/ 0 h 8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03" h="84">
                    <a:moveTo>
                      <a:pt x="203" y="1"/>
                    </a:moveTo>
                    <a:cubicBezTo>
                      <a:pt x="195" y="20"/>
                      <a:pt x="187" y="47"/>
                      <a:pt x="176" y="64"/>
                    </a:cubicBezTo>
                    <a:cubicBezTo>
                      <a:pt x="164" y="84"/>
                      <a:pt x="147" y="84"/>
                      <a:pt x="127" y="78"/>
                    </a:cubicBezTo>
                    <a:cubicBezTo>
                      <a:pt x="102" y="71"/>
                      <a:pt x="79" y="59"/>
                      <a:pt x="55" y="53"/>
                    </a:cubicBezTo>
                    <a:cubicBezTo>
                      <a:pt x="38" y="49"/>
                      <a:pt x="17" y="46"/>
                      <a:pt x="0" y="45"/>
                    </a:cubicBezTo>
                    <a:cubicBezTo>
                      <a:pt x="35" y="40"/>
                      <a:pt x="74" y="36"/>
                      <a:pt x="107" y="52"/>
                    </a:cubicBezTo>
                    <a:cubicBezTo>
                      <a:pt x="129" y="63"/>
                      <a:pt x="146" y="70"/>
                      <a:pt x="166" y="48"/>
                    </a:cubicBezTo>
                    <a:cubicBezTo>
                      <a:pt x="180" y="33"/>
                      <a:pt x="185" y="11"/>
                      <a:pt x="203" y="0"/>
                    </a:cubicBezTo>
                  </a:path>
                </a:pathLst>
              </a:custGeom>
              <a:solidFill>
                <a:srgbClr val="6C2D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769" name="Freeform 214">
                <a:extLst>
                  <a:ext uri="{FF2B5EF4-FFF2-40B4-BE49-F238E27FC236}">
                    <a16:creationId xmlns:a16="http://schemas.microsoft.com/office/drawing/2014/main" id="{AC9BBAB5-0C1F-4F44-9164-D834F6C801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4" y="3079"/>
                <a:ext cx="207" cy="83"/>
              </a:xfrm>
              <a:custGeom>
                <a:avLst/>
                <a:gdLst>
                  <a:gd name="T0" fmla="*/ 4 w 196"/>
                  <a:gd name="T1" fmla="*/ 0 h 79"/>
                  <a:gd name="T2" fmla="*/ 61 w 196"/>
                  <a:gd name="T3" fmla="*/ 43 h 79"/>
                  <a:gd name="T4" fmla="*/ 117 w 196"/>
                  <a:gd name="T5" fmla="*/ 60 h 79"/>
                  <a:gd name="T6" fmla="*/ 231 w 196"/>
                  <a:gd name="T7" fmla="*/ 57 h 79"/>
                  <a:gd name="T8" fmla="*/ 75 w 196"/>
                  <a:gd name="T9" fmla="*/ 75 h 79"/>
                  <a:gd name="T10" fmla="*/ 0 w 196"/>
                  <a:gd name="T11" fmla="*/ 4 h 7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96" h="79">
                    <a:moveTo>
                      <a:pt x="4" y="0"/>
                    </a:moveTo>
                    <a:cubicBezTo>
                      <a:pt x="21" y="5"/>
                      <a:pt x="37" y="26"/>
                      <a:pt x="52" y="37"/>
                    </a:cubicBezTo>
                    <a:cubicBezTo>
                      <a:pt x="67" y="47"/>
                      <a:pt x="82" y="47"/>
                      <a:pt x="99" y="51"/>
                    </a:cubicBezTo>
                    <a:cubicBezTo>
                      <a:pt x="126" y="57"/>
                      <a:pt x="171" y="63"/>
                      <a:pt x="196" y="49"/>
                    </a:cubicBezTo>
                    <a:cubicBezTo>
                      <a:pt x="163" y="79"/>
                      <a:pt x="103" y="76"/>
                      <a:pt x="63" y="65"/>
                    </a:cubicBezTo>
                    <a:cubicBezTo>
                      <a:pt x="27" y="55"/>
                      <a:pt x="20" y="27"/>
                      <a:pt x="0" y="4"/>
                    </a:cubicBezTo>
                  </a:path>
                </a:pathLst>
              </a:custGeom>
              <a:solidFill>
                <a:srgbClr val="6C2D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770" name="Freeform 215">
                <a:extLst>
                  <a:ext uri="{FF2B5EF4-FFF2-40B4-BE49-F238E27FC236}">
                    <a16:creationId xmlns:a16="http://schemas.microsoft.com/office/drawing/2014/main" id="{464C1DE2-C0DE-495A-B062-ADF5EBA913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3" y="3101"/>
                <a:ext cx="92" cy="33"/>
              </a:xfrm>
              <a:custGeom>
                <a:avLst/>
                <a:gdLst>
                  <a:gd name="T0" fmla="*/ 55 w 87"/>
                  <a:gd name="T1" fmla="*/ 0 h 32"/>
                  <a:gd name="T2" fmla="*/ 95 w 87"/>
                  <a:gd name="T3" fmla="*/ 35 h 32"/>
                  <a:gd name="T4" fmla="*/ 0 w 87"/>
                  <a:gd name="T5" fmla="*/ 34 h 32"/>
                  <a:gd name="T6" fmla="*/ 36 w 87"/>
                  <a:gd name="T7" fmla="*/ 24 h 32"/>
                  <a:gd name="T8" fmla="*/ 71 w 87"/>
                  <a:gd name="T9" fmla="*/ 19 h 32"/>
                  <a:gd name="T10" fmla="*/ 56 w 87"/>
                  <a:gd name="T11" fmla="*/ 4 h 3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7" h="32">
                    <a:moveTo>
                      <a:pt x="46" y="0"/>
                    </a:moveTo>
                    <a:cubicBezTo>
                      <a:pt x="60" y="4"/>
                      <a:pt x="87" y="14"/>
                      <a:pt x="80" y="32"/>
                    </a:cubicBezTo>
                    <a:cubicBezTo>
                      <a:pt x="55" y="28"/>
                      <a:pt x="27" y="32"/>
                      <a:pt x="0" y="31"/>
                    </a:cubicBezTo>
                    <a:cubicBezTo>
                      <a:pt x="10" y="29"/>
                      <a:pt x="19" y="24"/>
                      <a:pt x="30" y="21"/>
                    </a:cubicBezTo>
                    <a:cubicBezTo>
                      <a:pt x="40" y="19"/>
                      <a:pt x="50" y="19"/>
                      <a:pt x="60" y="16"/>
                    </a:cubicBezTo>
                    <a:cubicBezTo>
                      <a:pt x="55" y="12"/>
                      <a:pt x="50" y="9"/>
                      <a:pt x="47" y="4"/>
                    </a:cubicBezTo>
                  </a:path>
                </a:pathLst>
              </a:custGeom>
              <a:solidFill>
                <a:srgbClr val="6C2D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771" name="Freeform 216">
                <a:extLst>
                  <a:ext uri="{FF2B5EF4-FFF2-40B4-BE49-F238E27FC236}">
                    <a16:creationId xmlns:a16="http://schemas.microsoft.com/office/drawing/2014/main" id="{BD45E75A-DF49-4557-97FD-A84866DD17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8" y="2725"/>
                <a:ext cx="225" cy="45"/>
              </a:xfrm>
              <a:custGeom>
                <a:avLst/>
                <a:gdLst>
                  <a:gd name="T0" fmla="*/ 250 w 213"/>
                  <a:gd name="T1" fmla="*/ 48 h 43"/>
                  <a:gd name="T2" fmla="*/ 113 w 213"/>
                  <a:gd name="T3" fmla="*/ 25 h 43"/>
                  <a:gd name="T4" fmla="*/ 49 w 213"/>
                  <a:gd name="T5" fmla="*/ 23 h 43"/>
                  <a:gd name="T6" fmla="*/ 0 w 213"/>
                  <a:gd name="T7" fmla="*/ 0 h 43"/>
                  <a:gd name="T8" fmla="*/ 134 w 213"/>
                  <a:gd name="T9" fmla="*/ 10 h 43"/>
                  <a:gd name="T10" fmla="*/ 195 w 213"/>
                  <a:gd name="T11" fmla="*/ 23 h 43"/>
                  <a:gd name="T12" fmla="*/ 251 w 213"/>
                  <a:gd name="T13" fmla="*/ 49 h 4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13" h="43">
                    <a:moveTo>
                      <a:pt x="212" y="42"/>
                    </a:moveTo>
                    <a:cubicBezTo>
                      <a:pt x="174" y="31"/>
                      <a:pt x="136" y="22"/>
                      <a:pt x="96" y="22"/>
                    </a:cubicBezTo>
                    <a:cubicBezTo>
                      <a:pt x="78" y="22"/>
                      <a:pt x="59" y="23"/>
                      <a:pt x="42" y="20"/>
                    </a:cubicBezTo>
                    <a:cubicBezTo>
                      <a:pt x="25" y="18"/>
                      <a:pt x="15" y="10"/>
                      <a:pt x="0" y="0"/>
                    </a:cubicBezTo>
                    <a:cubicBezTo>
                      <a:pt x="31" y="16"/>
                      <a:pt x="78" y="6"/>
                      <a:pt x="114" y="10"/>
                    </a:cubicBezTo>
                    <a:cubicBezTo>
                      <a:pt x="131" y="11"/>
                      <a:pt x="150" y="15"/>
                      <a:pt x="166" y="20"/>
                    </a:cubicBezTo>
                    <a:cubicBezTo>
                      <a:pt x="184" y="26"/>
                      <a:pt x="197" y="38"/>
                      <a:pt x="213" y="43"/>
                    </a:cubicBezTo>
                  </a:path>
                </a:pathLst>
              </a:custGeom>
              <a:solidFill>
                <a:srgbClr val="6C2D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772" name="Freeform 217">
                <a:extLst>
                  <a:ext uri="{FF2B5EF4-FFF2-40B4-BE49-F238E27FC236}">
                    <a16:creationId xmlns:a16="http://schemas.microsoft.com/office/drawing/2014/main" id="{841A1A29-7309-4277-BD1C-DF67D6DAA7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1" y="2408"/>
                <a:ext cx="163" cy="81"/>
              </a:xfrm>
              <a:custGeom>
                <a:avLst/>
                <a:gdLst>
                  <a:gd name="T0" fmla="*/ 180 w 155"/>
                  <a:gd name="T1" fmla="*/ 90 h 76"/>
                  <a:gd name="T2" fmla="*/ 73 w 155"/>
                  <a:gd name="T3" fmla="*/ 0 h 76"/>
                  <a:gd name="T4" fmla="*/ 81 w 155"/>
                  <a:gd name="T5" fmla="*/ 49 h 76"/>
                  <a:gd name="T6" fmla="*/ 49 w 155"/>
                  <a:gd name="T7" fmla="*/ 67 h 76"/>
                  <a:gd name="T8" fmla="*/ 0 w 155"/>
                  <a:gd name="T9" fmla="*/ 91 h 76"/>
                  <a:gd name="T10" fmla="*/ 46 w 155"/>
                  <a:gd name="T11" fmla="*/ 77 h 76"/>
                  <a:gd name="T12" fmla="*/ 88 w 155"/>
                  <a:gd name="T13" fmla="*/ 82 h 76"/>
                  <a:gd name="T14" fmla="*/ 171 w 155"/>
                  <a:gd name="T15" fmla="*/ 92 h 7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55" h="76">
                    <a:moveTo>
                      <a:pt x="155" y="74"/>
                    </a:moveTo>
                    <a:cubicBezTo>
                      <a:pt x="116" y="62"/>
                      <a:pt x="85" y="33"/>
                      <a:pt x="63" y="0"/>
                    </a:cubicBezTo>
                    <a:cubicBezTo>
                      <a:pt x="61" y="13"/>
                      <a:pt x="74" y="27"/>
                      <a:pt x="69" y="40"/>
                    </a:cubicBezTo>
                    <a:cubicBezTo>
                      <a:pt x="65" y="51"/>
                      <a:pt x="53" y="53"/>
                      <a:pt x="43" y="55"/>
                    </a:cubicBezTo>
                    <a:cubicBezTo>
                      <a:pt x="30" y="59"/>
                      <a:pt x="5" y="63"/>
                      <a:pt x="0" y="75"/>
                    </a:cubicBezTo>
                    <a:cubicBezTo>
                      <a:pt x="13" y="73"/>
                      <a:pt x="25" y="64"/>
                      <a:pt x="40" y="64"/>
                    </a:cubicBezTo>
                    <a:cubicBezTo>
                      <a:pt x="53" y="63"/>
                      <a:pt x="64" y="66"/>
                      <a:pt x="76" y="68"/>
                    </a:cubicBezTo>
                    <a:cubicBezTo>
                      <a:pt x="99" y="71"/>
                      <a:pt x="123" y="71"/>
                      <a:pt x="147" y="76"/>
                    </a:cubicBezTo>
                  </a:path>
                </a:pathLst>
              </a:custGeom>
              <a:solidFill>
                <a:srgbClr val="6C2D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773" name="Freeform 218">
                <a:extLst>
                  <a:ext uri="{FF2B5EF4-FFF2-40B4-BE49-F238E27FC236}">
                    <a16:creationId xmlns:a16="http://schemas.microsoft.com/office/drawing/2014/main" id="{992191B4-9D0F-4DC2-B904-4CB5B8052E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4" y="2522"/>
                <a:ext cx="88" cy="128"/>
              </a:xfrm>
              <a:custGeom>
                <a:avLst/>
                <a:gdLst>
                  <a:gd name="T0" fmla="*/ 0 w 84"/>
                  <a:gd name="T1" fmla="*/ 0 h 121"/>
                  <a:gd name="T2" fmla="*/ 39 w 84"/>
                  <a:gd name="T3" fmla="*/ 32 h 121"/>
                  <a:gd name="T4" fmla="*/ 62 w 84"/>
                  <a:gd name="T5" fmla="*/ 69 h 121"/>
                  <a:gd name="T6" fmla="*/ 96 w 84"/>
                  <a:gd name="T7" fmla="*/ 135 h 121"/>
                  <a:gd name="T8" fmla="*/ 83 w 84"/>
                  <a:gd name="T9" fmla="*/ 85 h 121"/>
                  <a:gd name="T10" fmla="*/ 71 w 84"/>
                  <a:gd name="T11" fmla="*/ 39 h 121"/>
                  <a:gd name="T12" fmla="*/ 69 w 84"/>
                  <a:gd name="T13" fmla="*/ 16 h 121"/>
                  <a:gd name="T14" fmla="*/ 64 w 84"/>
                  <a:gd name="T15" fmla="*/ 8 h 121"/>
                  <a:gd name="T16" fmla="*/ 50 w 84"/>
                  <a:gd name="T17" fmla="*/ 8 h 121"/>
                  <a:gd name="T18" fmla="*/ 6 w 84"/>
                  <a:gd name="T19" fmla="*/ 1 h 12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4" h="121">
                    <a:moveTo>
                      <a:pt x="0" y="0"/>
                    </a:moveTo>
                    <a:cubicBezTo>
                      <a:pt x="11" y="9"/>
                      <a:pt x="24" y="15"/>
                      <a:pt x="33" y="26"/>
                    </a:cubicBezTo>
                    <a:cubicBezTo>
                      <a:pt x="42" y="36"/>
                      <a:pt x="47" y="46"/>
                      <a:pt x="53" y="58"/>
                    </a:cubicBezTo>
                    <a:cubicBezTo>
                      <a:pt x="57" y="68"/>
                      <a:pt x="71" y="121"/>
                      <a:pt x="84" y="114"/>
                    </a:cubicBezTo>
                    <a:cubicBezTo>
                      <a:pt x="73" y="105"/>
                      <a:pt x="73" y="85"/>
                      <a:pt x="72" y="72"/>
                    </a:cubicBezTo>
                    <a:cubicBezTo>
                      <a:pt x="70" y="58"/>
                      <a:pt x="69" y="47"/>
                      <a:pt x="62" y="33"/>
                    </a:cubicBezTo>
                    <a:cubicBezTo>
                      <a:pt x="57" y="25"/>
                      <a:pt x="61" y="22"/>
                      <a:pt x="60" y="13"/>
                    </a:cubicBezTo>
                    <a:cubicBezTo>
                      <a:pt x="60" y="7"/>
                      <a:pt x="63" y="9"/>
                      <a:pt x="55" y="8"/>
                    </a:cubicBezTo>
                    <a:cubicBezTo>
                      <a:pt x="52" y="7"/>
                      <a:pt x="48" y="8"/>
                      <a:pt x="44" y="8"/>
                    </a:cubicBezTo>
                    <a:cubicBezTo>
                      <a:pt x="31" y="8"/>
                      <a:pt x="18" y="7"/>
                      <a:pt x="6" y="1"/>
                    </a:cubicBezTo>
                  </a:path>
                </a:pathLst>
              </a:custGeom>
              <a:solidFill>
                <a:srgbClr val="6C2D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774" name="Freeform 219">
                <a:extLst>
                  <a:ext uri="{FF2B5EF4-FFF2-40B4-BE49-F238E27FC236}">
                    <a16:creationId xmlns:a16="http://schemas.microsoft.com/office/drawing/2014/main" id="{6A6B825A-0548-4270-8128-9322021F6D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4" y="2521"/>
                <a:ext cx="119" cy="64"/>
              </a:xfrm>
              <a:custGeom>
                <a:avLst/>
                <a:gdLst>
                  <a:gd name="T0" fmla="*/ 24 w 112"/>
                  <a:gd name="T1" fmla="*/ 73 h 60"/>
                  <a:gd name="T2" fmla="*/ 26 w 112"/>
                  <a:gd name="T3" fmla="*/ 57 h 60"/>
                  <a:gd name="T4" fmla="*/ 47 w 112"/>
                  <a:gd name="T5" fmla="*/ 41 h 60"/>
                  <a:gd name="T6" fmla="*/ 87 w 112"/>
                  <a:gd name="T7" fmla="*/ 31 h 60"/>
                  <a:gd name="T8" fmla="*/ 134 w 112"/>
                  <a:gd name="T9" fmla="*/ 0 h 60"/>
                  <a:gd name="T10" fmla="*/ 50 w 112"/>
                  <a:gd name="T11" fmla="*/ 14 h 60"/>
                  <a:gd name="T12" fmla="*/ 21 w 112"/>
                  <a:gd name="T13" fmla="*/ 13 h 60"/>
                  <a:gd name="T14" fmla="*/ 5 w 112"/>
                  <a:gd name="T15" fmla="*/ 14 h 60"/>
                  <a:gd name="T16" fmla="*/ 0 w 112"/>
                  <a:gd name="T17" fmla="*/ 20 h 60"/>
                  <a:gd name="T18" fmla="*/ 4 w 112"/>
                  <a:gd name="T19" fmla="*/ 39 h 6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12" h="60">
                    <a:moveTo>
                      <a:pt x="21" y="60"/>
                    </a:moveTo>
                    <a:cubicBezTo>
                      <a:pt x="21" y="55"/>
                      <a:pt x="20" y="51"/>
                      <a:pt x="22" y="47"/>
                    </a:cubicBezTo>
                    <a:cubicBezTo>
                      <a:pt x="24" y="41"/>
                      <a:pt x="32" y="37"/>
                      <a:pt x="39" y="34"/>
                    </a:cubicBezTo>
                    <a:cubicBezTo>
                      <a:pt x="49" y="30"/>
                      <a:pt x="61" y="27"/>
                      <a:pt x="72" y="25"/>
                    </a:cubicBezTo>
                    <a:cubicBezTo>
                      <a:pt x="87" y="21"/>
                      <a:pt x="100" y="10"/>
                      <a:pt x="112" y="0"/>
                    </a:cubicBezTo>
                    <a:cubicBezTo>
                      <a:pt x="89" y="8"/>
                      <a:pt x="64" y="10"/>
                      <a:pt x="41" y="11"/>
                    </a:cubicBezTo>
                    <a:cubicBezTo>
                      <a:pt x="33" y="11"/>
                      <a:pt x="26" y="9"/>
                      <a:pt x="18" y="10"/>
                    </a:cubicBezTo>
                    <a:cubicBezTo>
                      <a:pt x="14" y="10"/>
                      <a:pt x="9" y="11"/>
                      <a:pt x="5" y="11"/>
                    </a:cubicBezTo>
                    <a:cubicBezTo>
                      <a:pt x="1" y="12"/>
                      <a:pt x="0" y="12"/>
                      <a:pt x="0" y="17"/>
                    </a:cubicBezTo>
                    <a:cubicBezTo>
                      <a:pt x="0" y="22"/>
                      <a:pt x="3" y="28"/>
                      <a:pt x="4" y="33"/>
                    </a:cubicBezTo>
                  </a:path>
                </a:pathLst>
              </a:custGeom>
              <a:solidFill>
                <a:srgbClr val="6C2D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775" name="Freeform 220">
                <a:extLst>
                  <a:ext uri="{FF2B5EF4-FFF2-40B4-BE49-F238E27FC236}">
                    <a16:creationId xmlns:a16="http://schemas.microsoft.com/office/drawing/2014/main" id="{4323BCD0-C357-45EE-9544-3791E349EA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3" y="1843"/>
                <a:ext cx="397" cy="214"/>
              </a:xfrm>
              <a:custGeom>
                <a:avLst/>
                <a:gdLst>
                  <a:gd name="T0" fmla="*/ 55 w 376"/>
                  <a:gd name="T1" fmla="*/ 0 h 203"/>
                  <a:gd name="T2" fmla="*/ 174 w 376"/>
                  <a:gd name="T3" fmla="*/ 170 h 203"/>
                  <a:gd name="T4" fmla="*/ 442 w 376"/>
                  <a:gd name="T5" fmla="*/ 157 h 203"/>
                  <a:gd name="T6" fmla="*/ 171 w 376"/>
                  <a:gd name="T7" fmla="*/ 179 h 203"/>
                  <a:gd name="T8" fmla="*/ 55 w 376"/>
                  <a:gd name="T9" fmla="*/ 0 h 20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76" h="203">
                    <a:moveTo>
                      <a:pt x="46" y="0"/>
                    </a:moveTo>
                    <a:cubicBezTo>
                      <a:pt x="46" y="0"/>
                      <a:pt x="57" y="107"/>
                      <a:pt x="148" y="145"/>
                    </a:cubicBezTo>
                    <a:cubicBezTo>
                      <a:pt x="239" y="182"/>
                      <a:pt x="319" y="168"/>
                      <a:pt x="376" y="134"/>
                    </a:cubicBezTo>
                    <a:cubicBezTo>
                      <a:pt x="376" y="134"/>
                      <a:pt x="290" y="203"/>
                      <a:pt x="145" y="153"/>
                    </a:cubicBezTo>
                    <a:cubicBezTo>
                      <a:pt x="0" y="103"/>
                      <a:pt x="46" y="3"/>
                      <a:pt x="46" y="0"/>
                    </a:cubicBezTo>
                    <a:close/>
                  </a:path>
                </a:pathLst>
              </a:custGeom>
              <a:solidFill>
                <a:srgbClr val="6C2D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776" name="Freeform 221">
                <a:extLst>
                  <a:ext uri="{FF2B5EF4-FFF2-40B4-BE49-F238E27FC236}">
                    <a16:creationId xmlns:a16="http://schemas.microsoft.com/office/drawing/2014/main" id="{C63A0CE7-D309-41FC-B05B-D772E3B21F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3" y="987"/>
                <a:ext cx="20" cy="38"/>
              </a:xfrm>
              <a:custGeom>
                <a:avLst/>
                <a:gdLst>
                  <a:gd name="T0" fmla="*/ 0 w 19"/>
                  <a:gd name="T1" fmla="*/ 42 h 36"/>
                  <a:gd name="T2" fmla="*/ 6 w 19"/>
                  <a:gd name="T3" fmla="*/ 35 h 36"/>
                  <a:gd name="T4" fmla="*/ 7 w 19"/>
                  <a:gd name="T5" fmla="*/ 27 h 36"/>
                  <a:gd name="T6" fmla="*/ 18 w 19"/>
                  <a:gd name="T7" fmla="*/ 19 h 36"/>
                  <a:gd name="T8" fmla="*/ 19 w 19"/>
                  <a:gd name="T9" fmla="*/ 5 h 36"/>
                  <a:gd name="T10" fmla="*/ 16 w 19"/>
                  <a:gd name="T11" fmla="*/ 3 h 36"/>
                  <a:gd name="T12" fmla="*/ 7 w 19"/>
                  <a:gd name="T13" fmla="*/ 3 h 36"/>
                  <a:gd name="T14" fmla="*/ 4 w 19"/>
                  <a:gd name="T15" fmla="*/ 1 h 36"/>
                  <a:gd name="T16" fmla="*/ 1 w 19"/>
                  <a:gd name="T17" fmla="*/ 3 h 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9" h="36">
                    <a:moveTo>
                      <a:pt x="0" y="36"/>
                    </a:moveTo>
                    <a:cubicBezTo>
                      <a:pt x="1" y="32"/>
                      <a:pt x="4" y="31"/>
                      <a:pt x="6" y="29"/>
                    </a:cubicBezTo>
                    <a:cubicBezTo>
                      <a:pt x="3" y="29"/>
                      <a:pt x="5" y="25"/>
                      <a:pt x="7" y="24"/>
                    </a:cubicBezTo>
                    <a:cubicBezTo>
                      <a:pt x="8" y="21"/>
                      <a:pt x="13" y="19"/>
                      <a:pt x="15" y="16"/>
                    </a:cubicBezTo>
                    <a:cubicBezTo>
                      <a:pt x="19" y="12"/>
                      <a:pt x="16" y="10"/>
                      <a:pt x="16" y="5"/>
                    </a:cubicBezTo>
                    <a:cubicBezTo>
                      <a:pt x="15" y="3"/>
                      <a:pt x="15" y="3"/>
                      <a:pt x="13" y="3"/>
                    </a:cubicBezTo>
                    <a:cubicBezTo>
                      <a:pt x="11" y="3"/>
                      <a:pt x="9" y="4"/>
                      <a:pt x="7" y="3"/>
                    </a:cubicBezTo>
                    <a:cubicBezTo>
                      <a:pt x="6" y="3"/>
                      <a:pt x="5" y="1"/>
                      <a:pt x="4" y="1"/>
                    </a:cubicBezTo>
                    <a:cubicBezTo>
                      <a:pt x="3" y="0"/>
                      <a:pt x="2" y="2"/>
                      <a:pt x="1" y="3"/>
                    </a:cubicBezTo>
                  </a:path>
                </a:pathLst>
              </a:custGeom>
              <a:solidFill>
                <a:srgbClr val="6C2D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777" name="Freeform 222">
                <a:extLst>
                  <a:ext uri="{FF2B5EF4-FFF2-40B4-BE49-F238E27FC236}">
                    <a16:creationId xmlns:a16="http://schemas.microsoft.com/office/drawing/2014/main" id="{DD4C1907-D8A8-4FEA-AD74-7C310DE872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1" y="994"/>
                <a:ext cx="50" cy="22"/>
              </a:xfrm>
              <a:custGeom>
                <a:avLst/>
                <a:gdLst>
                  <a:gd name="T0" fmla="*/ 0 w 47"/>
                  <a:gd name="T1" fmla="*/ 18 h 21"/>
                  <a:gd name="T2" fmla="*/ 56 w 47"/>
                  <a:gd name="T3" fmla="*/ 24 h 21"/>
                  <a:gd name="T4" fmla="*/ 3 w 47"/>
                  <a:gd name="T5" fmla="*/ 9 h 21"/>
                  <a:gd name="T6" fmla="*/ 0 w 47"/>
                  <a:gd name="T7" fmla="*/ 18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7" h="21">
                    <a:moveTo>
                      <a:pt x="0" y="15"/>
                    </a:moveTo>
                    <a:cubicBezTo>
                      <a:pt x="0" y="15"/>
                      <a:pt x="26" y="0"/>
                      <a:pt x="47" y="21"/>
                    </a:cubicBezTo>
                    <a:cubicBezTo>
                      <a:pt x="47" y="21"/>
                      <a:pt x="33" y="0"/>
                      <a:pt x="3" y="9"/>
                    </a:cubicBez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6C2D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778" name="Freeform 223">
                <a:extLst>
                  <a:ext uri="{FF2B5EF4-FFF2-40B4-BE49-F238E27FC236}">
                    <a16:creationId xmlns:a16="http://schemas.microsoft.com/office/drawing/2014/main" id="{350CD049-F719-44DE-909C-D75FB77623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1" y="983"/>
                <a:ext cx="52" cy="31"/>
              </a:xfrm>
              <a:custGeom>
                <a:avLst/>
                <a:gdLst>
                  <a:gd name="T0" fmla="*/ 58 w 49"/>
                  <a:gd name="T1" fmla="*/ 35 h 29"/>
                  <a:gd name="T2" fmla="*/ 0 w 49"/>
                  <a:gd name="T3" fmla="*/ 35 h 29"/>
                  <a:gd name="T4" fmla="*/ 58 w 49"/>
                  <a:gd name="T5" fmla="*/ 35 h 2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9" h="29">
                    <a:moveTo>
                      <a:pt x="49" y="29"/>
                    </a:moveTo>
                    <a:cubicBezTo>
                      <a:pt x="49" y="29"/>
                      <a:pt x="33" y="9"/>
                      <a:pt x="0" y="29"/>
                    </a:cubicBezTo>
                    <a:cubicBezTo>
                      <a:pt x="0" y="29"/>
                      <a:pt x="24" y="0"/>
                      <a:pt x="49" y="29"/>
                    </a:cubicBezTo>
                    <a:close/>
                  </a:path>
                </a:pathLst>
              </a:custGeom>
              <a:solidFill>
                <a:srgbClr val="6C2D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779" name="Freeform 224">
                <a:extLst>
                  <a:ext uri="{FF2B5EF4-FFF2-40B4-BE49-F238E27FC236}">
                    <a16:creationId xmlns:a16="http://schemas.microsoft.com/office/drawing/2014/main" id="{10ECBA94-5A35-4B73-86F1-F18A4A64E7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2" y="986"/>
                <a:ext cx="21" cy="17"/>
              </a:xfrm>
              <a:custGeom>
                <a:avLst/>
                <a:gdLst>
                  <a:gd name="T0" fmla="*/ 25 w 19"/>
                  <a:gd name="T1" fmla="*/ 16 h 17"/>
                  <a:gd name="T2" fmla="*/ 17 w 19"/>
                  <a:gd name="T3" fmla="*/ 14 h 17"/>
                  <a:gd name="T4" fmla="*/ 13 w 19"/>
                  <a:gd name="T5" fmla="*/ 8 h 17"/>
                  <a:gd name="T6" fmla="*/ 19 w 19"/>
                  <a:gd name="T7" fmla="*/ 0 h 17"/>
                  <a:gd name="T8" fmla="*/ 12 w 19"/>
                  <a:gd name="T9" fmla="*/ 2 h 17"/>
                  <a:gd name="T10" fmla="*/ 3 w 19"/>
                  <a:gd name="T11" fmla="*/ 4 h 17"/>
                  <a:gd name="T12" fmla="*/ 0 w 19"/>
                  <a:gd name="T13" fmla="*/ 5 h 17"/>
                  <a:gd name="T14" fmla="*/ 1 w 19"/>
                  <a:gd name="T15" fmla="*/ 8 h 17"/>
                  <a:gd name="T16" fmla="*/ 2 w 19"/>
                  <a:gd name="T17" fmla="*/ 12 h 17"/>
                  <a:gd name="T18" fmla="*/ 2 w 19"/>
                  <a:gd name="T19" fmla="*/ 15 h 17"/>
                  <a:gd name="T20" fmla="*/ 9 w 19"/>
                  <a:gd name="T21" fmla="*/ 17 h 17"/>
                  <a:gd name="T22" fmla="*/ 14 w 19"/>
                  <a:gd name="T23" fmla="*/ 17 h 17"/>
                  <a:gd name="T24" fmla="*/ 17 w 19"/>
                  <a:gd name="T25" fmla="*/ 17 h 17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9" h="17">
                    <a:moveTo>
                      <a:pt x="19" y="16"/>
                    </a:moveTo>
                    <a:cubicBezTo>
                      <a:pt x="17" y="15"/>
                      <a:pt x="15" y="15"/>
                      <a:pt x="13" y="14"/>
                    </a:cubicBezTo>
                    <a:cubicBezTo>
                      <a:pt x="11" y="13"/>
                      <a:pt x="10" y="11"/>
                      <a:pt x="10" y="8"/>
                    </a:cubicBezTo>
                    <a:cubicBezTo>
                      <a:pt x="10" y="5"/>
                      <a:pt x="12" y="3"/>
                      <a:pt x="14" y="0"/>
                    </a:cubicBezTo>
                    <a:cubicBezTo>
                      <a:pt x="13" y="1"/>
                      <a:pt x="10" y="1"/>
                      <a:pt x="9" y="2"/>
                    </a:cubicBezTo>
                    <a:cubicBezTo>
                      <a:pt x="7" y="3"/>
                      <a:pt x="5" y="4"/>
                      <a:pt x="3" y="4"/>
                    </a:cubicBezTo>
                    <a:cubicBezTo>
                      <a:pt x="2" y="4"/>
                      <a:pt x="1" y="4"/>
                      <a:pt x="0" y="5"/>
                    </a:cubicBezTo>
                    <a:cubicBezTo>
                      <a:pt x="0" y="6"/>
                      <a:pt x="1" y="7"/>
                      <a:pt x="1" y="8"/>
                    </a:cubicBezTo>
                    <a:cubicBezTo>
                      <a:pt x="2" y="9"/>
                      <a:pt x="2" y="11"/>
                      <a:pt x="2" y="12"/>
                    </a:cubicBezTo>
                    <a:cubicBezTo>
                      <a:pt x="2" y="13"/>
                      <a:pt x="2" y="14"/>
                      <a:pt x="2" y="15"/>
                    </a:cubicBezTo>
                    <a:cubicBezTo>
                      <a:pt x="2" y="17"/>
                      <a:pt x="4" y="17"/>
                      <a:pt x="6" y="17"/>
                    </a:cubicBezTo>
                    <a:cubicBezTo>
                      <a:pt x="7" y="17"/>
                      <a:pt x="9" y="17"/>
                      <a:pt x="11" y="17"/>
                    </a:cubicBezTo>
                    <a:cubicBezTo>
                      <a:pt x="12" y="17"/>
                      <a:pt x="12" y="17"/>
                      <a:pt x="13" y="17"/>
                    </a:cubicBezTo>
                  </a:path>
                </a:pathLst>
              </a:custGeom>
              <a:solidFill>
                <a:srgbClr val="6C2D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780" name="Freeform 225">
                <a:extLst>
                  <a:ext uri="{FF2B5EF4-FFF2-40B4-BE49-F238E27FC236}">
                    <a16:creationId xmlns:a16="http://schemas.microsoft.com/office/drawing/2014/main" id="{8BD8659A-D6F4-4047-BE6F-BE04585C9B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4" y="1086"/>
                <a:ext cx="14" cy="59"/>
              </a:xfrm>
              <a:custGeom>
                <a:avLst/>
                <a:gdLst>
                  <a:gd name="T0" fmla="*/ 2 w 13"/>
                  <a:gd name="T1" fmla="*/ 1 h 56"/>
                  <a:gd name="T2" fmla="*/ 5 w 13"/>
                  <a:gd name="T3" fmla="*/ 35 h 56"/>
                  <a:gd name="T4" fmla="*/ 4 w 13"/>
                  <a:gd name="T5" fmla="*/ 65 h 56"/>
                  <a:gd name="T6" fmla="*/ 11 w 13"/>
                  <a:gd name="T7" fmla="*/ 36 h 56"/>
                  <a:gd name="T8" fmla="*/ 16 w 13"/>
                  <a:gd name="T9" fmla="*/ 8 h 56"/>
                  <a:gd name="T10" fmla="*/ 3 w 13"/>
                  <a:gd name="T11" fmla="*/ 0 h 5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" h="56">
                    <a:moveTo>
                      <a:pt x="2" y="1"/>
                    </a:moveTo>
                    <a:cubicBezTo>
                      <a:pt x="0" y="9"/>
                      <a:pt x="4" y="21"/>
                      <a:pt x="5" y="29"/>
                    </a:cubicBezTo>
                    <a:cubicBezTo>
                      <a:pt x="7" y="38"/>
                      <a:pt x="6" y="47"/>
                      <a:pt x="4" y="56"/>
                    </a:cubicBezTo>
                    <a:cubicBezTo>
                      <a:pt x="6" y="47"/>
                      <a:pt x="9" y="39"/>
                      <a:pt x="8" y="30"/>
                    </a:cubicBezTo>
                    <a:cubicBezTo>
                      <a:pt x="8" y="25"/>
                      <a:pt x="6" y="9"/>
                      <a:pt x="13" y="8"/>
                    </a:cubicBezTo>
                    <a:cubicBezTo>
                      <a:pt x="8" y="6"/>
                      <a:pt x="6" y="4"/>
                      <a:pt x="3" y="0"/>
                    </a:cubicBezTo>
                  </a:path>
                </a:pathLst>
              </a:custGeom>
              <a:solidFill>
                <a:srgbClr val="6C2D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781" name="Freeform 226">
                <a:extLst>
                  <a:ext uri="{FF2B5EF4-FFF2-40B4-BE49-F238E27FC236}">
                    <a16:creationId xmlns:a16="http://schemas.microsoft.com/office/drawing/2014/main" id="{99E0BBCC-2E96-4524-8B97-A3C0D062BD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2" y="996"/>
                <a:ext cx="23" cy="86"/>
              </a:xfrm>
              <a:custGeom>
                <a:avLst/>
                <a:gdLst>
                  <a:gd name="T0" fmla="*/ 4 w 22"/>
                  <a:gd name="T1" fmla="*/ 0 h 81"/>
                  <a:gd name="T2" fmla="*/ 7 w 22"/>
                  <a:gd name="T3" fmla="*/ 16 h 81"/>
                  <a:gd name="T4" fmla="*/ 8 w 22"/>
                  <a:gd name="T5" fmla="*/ 33 h 81"/>
                  <a:gd name="T6" fmla="*/ 5 w 22"/>
                  <a:gd name="T7" fmla="*/ 58 h 81"/>
                  <a:gd name="T8" fmla="*/ 2 w 22"/>
                  <a:gd name="T9" fmla="*/ 81 h 81"/>
                  <a:gd name="T10" fmla="*/ 25 w 22"/>
                  <a:gd name="T11" fmla="*/ 97 h 81"/>
                  <a:gd name="T12" fmla="*/ 14 w 22"/>
                  <a:gd name="T13" fmla="*/ 84 h 81"/>
                  <a:gd name="T14" fmla="*/ 10 w 22"/>
                  <a:gd name="T15" fmla="*/ 56 h 81"/>
                  <a:gd name="T16" fmla="*/ 10 w 22"/>
                  <a:gd name="T17" fmla="*/ 25 h 81"/>
                  <a:gd name="T18" fmla="*/ 9 w 22"/>
                  <a:gd name="T19" fmla="*/ 12 h 81"/>
                  <a:gd name="T20" fmla="*/ 5 w 22"/>
                  <a:gd name="T21" fmla="*/ 0 h 8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2" h="81">
                    <a:moveTo>
                      <a:pt x="4" y="0"/>
                    </a:moveTo>
                    <a:cubicBezTo>
                      <a:pt x="4" y="4"/>
                      <a:pt x="6" y="9"/>
                      <a:pt x="7" y="13"/>
                    </a:cubicBezTo>
                    <a:cubicBezTo>
                      <a:pt x="8" y="18"/>
                      <a:pt x="8" y="22"/>
                      <a:pt x="8" y="27"/>
                    </a:cubicBezTo>
                    <a:cubicBezTo>
                      <a:pt x="8" y="35"/>
                      <a:pt x="7" y="42"/>
                      <a:pt x="5" y="49"/>
                    </a:cubicBezTo>
                    <a:cubicBezTo>
                      <a:pt x="3" y="54"/>
                      <a:pt x="0" y="62"/>
                      <a:pt x="2" y="68"/>
                    </a:cubicBezTo>
                    <a:cubicBezTo>
                      <a:pt x="5" y="76"/>
                      <a:pt x="15" y="80"/>
                      <a:pt x="22" y="81"/>
                    </a:cubicBezTo>
                    <a:cubicBezTo>
                      <a:pt x="18" y="80"/>
                      <a:pt x="12" y="75"/>
                      <a:pt x="11" y="70"/>
                    </a:cubicBezTo>
                    <a:cubicBezTo>
                      <a:pt x="9" y="63"/>
                      <a:pt x="11" y="54"/>
                      <a:pt x="10" y="47"/>
                    </a:cubicBezTo>
                    <a:cubicBezTo>
                      <a:pt x="9" y="39"/>
                      <a:pt x="11" y="30"/>
                      <a:pt x="10" y="22"/>
                    </a:cubicBezTo>
                    <a:cubicBezTo>
                      <a:pt x="10" y="18"/>
                      <a:pt x="10" y="13"/>
                      <a:pt x="9" y="9"/>
                    </a:cubicBezTo>
                    <a:cubicBezTo>
                      <a:pt x="8" y="6"/>
                      <a:pt x="6" y="3"/>
                      <a:pt x="5" y="0"/>
                    </a:cubicBezTo>
                  </a:path>
                </a:pathLst>
              </a:custGeom>
              <a:solidFill>
                <a:srgbClr val="8C3F3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782" name="Freeform 227">
                <a:extLst>
                  <a:ext uri="{FF2B5EF4-FFF2-40B4-BE49-F238E27FC236}">
                    <a16:creationId xmlns:a16="http://schemas.microsoft.com/office/drawing/2014/main" id="{A64DDE49-2AA4-4A23-B609-C5B915CA3F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6" y="1065"/>
                <a:ext cx="14" cy="23"/>
              </a:xfrm>
              <a:custGeom>
                <a:avLst/>
                <a:gdLst>
                  <a:gd name="T0" fmla="*/ 11 w 13"/>
                  <a:gd name="T1" fmla="*/ 0 h 22"/>
                  <a:gd name="T2" fmla="*/ 16 w 13"/>
                  <a:gd name="T3" fmla="*/ 24 h 22"/>
                  <a:gd name="T4" fmla="*/ 11 w 13"/>
                  <a:gd name="T5" fmla="*/ 3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22">
                    <a:moveTo>
                      <a:pt x="8" y="0"/>
                    </a:moveTo>
                    <a:cubicBezTo>
                      <a:pt x="3" y="9"/>
                      <a:pt x="0" y="21"/>
                      <a:pt x="13" y="21"/>
                    </a:cubicBezTo>
                    <a:cubicBezTo>
                      <a:pt x="5" y="22"/>
                      <a:pt x="5" y="7"/>
                      <a:pt x="8" y="3"/>
                    </a:cubicBezTo>
                  </a:path>
                </a:pathLst>
              </a:custGeom>
              <a:solidFill>
                <a:srgbClr val="8C3F3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783" name="Freeform 228">
                <a:extLst>
                  <a:ext uri="{FF2B5EF4-FFF2-40B4-BE49-F238E27FC236}">
                    <a16:creationId xmlns:a16="http://schemas.microsoft.com/office/drawing/2014/main" id="{E5CEFEBE-2AA0-4136-96BB-7157DE4630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3" y="1167"/>
                <a:ext cx="67" cy="74"/>
              </a:xfrm>
              <a:custGeom>
                <a:avLst/>
                <a:gdLst>
                  <a:gd name="T0" fmla="*/ 8 w 64"/>
                  <a:gd name="T1" fmla="*/ 0 h 70"/>
                  <a:gd name="T2" fmla="*/ 17 w 64"/>
                  <a:gd name="T3" fmla="*/ 42 h 70"/>
                  <a:gd name="T4" fmla="*/ 6 w 64"/>
                  <a:gd name="T5" fmla="*/ 61 h 70"/>
                  <a:gd name="T6" fmla="*/ 0 w 64"/>
                  <a:gd name="T7" fmla="*/ 82 h 70"/>
                  <a:gd name="T8" fmla="*/ 14 w 64"/>
                  <a:gd name="T9" fmla="*/ 62 h 70"/>
                  <a:gd name="T10" fmla="*/ 27 w 64"/>
                  <a:gd name="T11" fmla="*/ 48 h 70"/>
                  <a:gd name="T12" fmla="*/ 73 w 64"/>
                  <a:gd name="T13" fmla="*/ 48 h 70"/>
                  <a:gd name="T14" fmla="*/ 50 w 64"/>
                  <a:gd name="T15" fmla="*/ 40 h 70"/>
                  <a:gd name="T16" fmla="*/ 31 w 64"/>
                  <a:gd name="T17" fmla="*/ 36 h 70"/>
                  <a:gd name="T18" fmla="*/ 8 w 64"/>
                  <a:gd name="T19" fmla="*/ 0 h 7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64" h="70">
                    <a:moveTo>
                      <a:pt x="8" y="0"/>
                    </a:moveTo>
                    <a:cubicBezTo>
                      <a:pt x="8" y="12"/>
                      <a:pt x="15" y="23"/>
                      <a:pt x="14" y="36"/>
                    </a:cubicBezTo>
                    <a:cubicBezTo>
                      <a:pt x="13" y="42"/>
                      <a:pt x="9" y="47"/>
                      <a:pt x="6" y="52"/>
                    </a:cubicBezTo>
                    <a:cubicBezTo>
                      <a:pt x="4" y="58"/>
                      <a:pt x="1" y="64"/>
                      <a:pt x="0" y="70"/>
                    </a:cubicBezTo>
                    <a:cubicBezTo>
                      <a:pt x="2" y="64"/>
                      <a:pt x="8" y="58"/>
                      <a:pt x="11" y="53"/>
                    </a:cubicBezTo>
                    <a:cubicBezTo>
                      <a:pt x="15" y="48"/>
                      <a:pt x="19" y="44"/>
                      <a:pt x="24" y="41"/>
                    </a:cubicBezTo>
                    <a:cubicBezTo>
                      <a:pt x="37" y="34"/>
                      <a:pt x="50" y="41"/>
                      <a:pt x="64" y="41"/>
                    </a:cubicBezTo>
                    <a:cubicBezTo>
                      <a:pt x="58" y="41"/>
                      <a:pt x="50" y="36"/>
                      <a:pt x="44" y="34"/>
                    </a:cubicBezTo>
                    <a:cubicBezTo>
                      <a:pt x="39" y="33"/>
                      <a:pt x="33" y="33"/>
                      <a:pt x="28" y="30"/>
                    </a:cubicBezTo>
                    <a:cubicBezTo>
                      <a:pt x="16" y="24"/>
                      <a:pt x="17" y="9"/>
                      <a:pt x="8" y="0"/>
                    </a:cubicBezTo>
                  </a:path>
                </a:pathLst>
              </a:custGeom>
              <a:solidFill>
                <a:srgbClr val="8C3F3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784" name="Freeform 229">
                <a:extLst>
                  <a:ext uri="{FF2B5EF4-FFF2-40B4-BE49-F238E27FC236}">
                    <a16:creationId xmlns:a16="http://schemas.microsoft.com/office/drawing/2014/main" id="{8D24D62D-49D2-400E-99A1-A7421CDF48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6" y="1023"/>
                <a:ext cx="43" cy="33"/>
              </a:xfrm>
              <a:custGeom>
                <a:avLst/>
                <a:gdLst>
                  <a:gd name="T0" fmla="*/ 47 w 41"/>
                  <a:gd name="T1" fmla="*/ 0 h 31"/>
                  <a:gd name="T2" fmla="*/ 44 w 41"/>
                  <a:gd name="T3" fmla="*/ 21 h 31"/>
                  <a:gd name="T4" fmla="*/ 31 w 41"/>
                  <a:gd name="T5" fmla="*/ 33 h 31"/>
                  <a:gd name="T6" fmla="*/ 0 w 41"/>
                  <a:gd name="T7" fmla="*/ 35 h 31"/>
                  <a:gd name="T8" fmla="*/ 16 w 41"/>
                  <a:gd name="T9" fmla="*/ 34 h 31"/>
                  <a:gd name="T10" fmla="*/ 29 w 41"/>
                  <a:gd name="T11" fmla="*/ 28 h 31"/>
                  <a:gd name="T12" fmla="*/ 43 w 41"/>
                  <a:gd name="T13" fmla="*/ 16 h 31"/>
                  <a:gd name="T14" fmla="*/ 47 w 41"/>
                  <a:gd name="T15" fmla="*/ 1 h 3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1" h="31">
                    <a:moveTo>
                      <a:pt x="41" y="0"/>
                    </a:moveTo>
                    <a:cubicBezTo>
                      <a:pt x="41" y="7"/>
                      <a:pt x="41" y="12"/>
                      <a:pt x="38" y="18"/>
                    </a:cubicBezTo>
                    <a:cubicBezTo>
                      <a:pt x="36" y="23"/>
                      <a:pt x="33" y="25"/>
                      <a:pt x="28" y="27"/>
                    </a:cubicBezTo>
                    <a:cubicBezTo>
                      <a:pt x="19" y="31"/>
                      <a:pt x="9" y="29"/>
                      <a:pt x="0" y="29"/>
                    </a:cubicBezTo>
                    <a:cubicBezTo>
                      <a:pt x="4" y="27"/>
                      <a:pt x="9" y="29"/>
                      <a:pt x="13" y="28"/>
                    </a:cubicBezTo>
                    <a:cubicBezTo>
                      <a:pt x="18" y="28"/>
                      <a:pt x="22" y="26"/>
                      <a:pt x="26" y="23"/>
                    </a:cubicBezTo>
                    <a:cubicBezTo>
                      <a:pt x="30" y="20"/>
                      <a:pt x="34" y="18"/>
                      <a:pt x="37" y="13"/>
                    </a:cubicBezTo>
                    <a:cubicBezTo>
                      <a:pt x="39" y="10"/>
                      <a:pt x="39" y="5"/>
                      <a:pt x="41" y="1"/>
                    </a:cubicBezTo>
                  </a:path>
                </a:pathLst>
              </a:custGeom>
              <a:solidFill>
                <a:srgbClr val="6C2D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785" name="Freeform 230">
                <a:extLst>
                  <a:ext uri="{FF2B5EF4-FFF2-40B4-BE49-F238E27FC236}">
                    <a16:creationId xmlns:a16="http://schemas.microsoft.com/office/drawing/2014/main" id="{6EF05B0E-3C87-4231-866B-20AF406ED4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5" y="1029"/>
                <a:ext cx="46" cy="83"/>
              </a:xfrm>
              <a:custGeom>
                <a:avLst/>
                <a:gdLst>
                  <a:gd name="T0" fmla="*/ 52 w 43"/>
                  <a:gd name="T1" fmla="*/ 0 h 79"/>
                  <a:gd name="T2" fmla="*/ 30 w 43"/>
                  <a:gd name="T3" fmla="*/ 39 h 79"/>
                  <a:gd name="T4" fmla="*/ 16 w 43"/>
                  <a:gd name="T5" fmla="*/ 65 h 79"/>
                  <a:gd name="T6" fmla="*/ 16 w 43"/>
                  <a:gd name="T7" fmla="*/ 91 h 79"/>
                  <a:gd name="T8" fmla="*/ 12 w 43"/>
                  <a:gd name="T9" fmla="*/ 70 h 79"/>
                  <a:gd name="T10" fmla="*/ 17 w 43"/>
                  <a:gd name="T11" fmla="*/ 48 h 79"/>
                  <a:gd name="T12" fmla="*/ 0 w 43"/>
                  <a:gd name="T13" fmla="*/ 28 h 79"/>
                  <a:gd name="T14" fmla="*/ 16 w 43"/>
                  <a:gd name="T15" fmla="*/ 30 h 79"/>
                  <a:gd name="T16" fmla="*/ 31 w 43"/>
                  <a:gd name="T17" fmla="*/ 24 h 79"/>
                  <a:gd name="T18" fmla="*/ 52 w 43"/>
                  <a:gd name="T19" fmla="*/ 0 h 7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3" h="79">
                    <a:moveTo>
                      <a:pt x="43" y="0"/>
                    </a:moveTo>
                    <a:cubicBezTo>
                      <a:pt x="40" y="14"/>
                      <a:pt x="34" y="23"/>
                      <a:pt x="24" y="33"/>
                    </a:cubicBezTo>
                    <a:cubicBezTo>
                      <a:pt x="18" y="39"/>
                      <a:pt x="15" y="48"/>
                      <a:pt x="13" y="56"/>
                    </a:cubicBezTo>
                    <a:cubicBezTo>
                      <a:pt x="11" y="64"/>
                      <a:pt x="12" y="71"/>
                      <a:pt x="13" y="79"/>
                    </a:cubicBezTo>
                    <a:cubicBezTo>
                      <a:pt x="10" y="73"/>
                      <a:pt x="9" y="67"/>
                      <a:pt x="9" y="61"/>
                    </a:cubicBezTo>
                    <a:cubicBezTo>
                      <a:pt x="8" y="54"/>
                      <a:pt x="12" y="49"/>
                      <a:pt x="14" y="42"/>
                    </a:cubicBezTo>
                    <a:cubicBezTo>
                      <a:pt x="16" y="34"/>
                      <a:pt x="7" y="28"/>
                      <a:pt x="0" y="25"/>
                    </a:cubicBezTo>
                    <a:cubicBezTo>
                      <a:pt x="4" y="26"/>
                      <a:pt x="9" y="28"/>
                      <a:pt x="13" y="27"/>
                    </a:cubicBezTo>
                    <a:cubicBezTo>
                      <a:pt x="18" y="27"/>
                      <a:pt x="21" y="23"/>
                      <a:pt x="25" y="21"/>
                    </a:cubicBezTo>
                    <a:cubicBezTo>
                      <a:pt x="32" y="15"/>
                      <a:pt x="37" y="7"/>
                      <a:pt x="43" y="0"/>
                    </a:cubicBezTo>
                  </a:path>
                </a:pathLst>
              </a:custGeom>
              <a:solidFill>
                <a:srgbClr val="8C3F3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786" name="Freeform 231">
                <a:extLst>
                  <a:ext uri="{FF2B5EF4-FFF2-40B4-BE49-F238E27FC236}">
                    <a16:creationId xmlns:a16="http://schemas.microsoft.com/office/drawing/2014/main" id="{2273F71A-05B8-4C6F-95A7-395BA92C78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2" y="1013"/>
                <a:ext cx="20" cy="12"/>
              </a:xfrm>
              <a:custGeom>
                <a:avLst/>
                <a:gdLst>
                  <a:gd name="T0" fmla="*/ 0 w 19"/>
                  <a:gd name="T1" fmla="*/ 13 h 11"/>
                  <a:gd name="T2" fmla="*/ 4 w 19"/>
                  <a:gd name="T3" fmla="*/ 13 h 11"/>
                  <a:gd name="T4" fmla="*/ 5 w 19"/>
                  <a:gd name="T5" fmla="*/ 10 h 11"/>
                  <a:gd name="T6" fmla="*/ 14 w 19"/>
                  <a:gd name="T7" fmla="*/ 9 h 11"/>
                  <a:gd name="T8" fmla="*/ 17 w 19"/>
                  <a:gd name="T9" fmla="*/ 11 h 11"/>
                  <a:gd name="T10" fmla="*/ 19 w 19"/>
                  <a:gd name="T11" fmla="*/ 14 h 11"/>
                  <a:gd name="T12" fmla="*/ 22 w 19"/>
                  <a:gd name="T13" fmla="*/ 13 h 11"/>
                  <a:gd name="T14" fmla="*/ 21 w 19"/>
                  <a:gd name="T15" fmla="*/ 5 h 11"/>
                  <a:gd name="T16" fmla="*/ 7 w 19"/>
                  <a:gd name="T17" fmla="*/ 1 h 11"/>
                  <a:gd name="T18" fmla="*/ 2 w 19"/>
                  <a:gd name="T19" fmla="*/ 4 h 11"/>
                  <a:gd name="T20" fmla="*/ 0 w 19"/>
                  <a:gd name="T21" fmla="*/ 13 h 11"/>
                  <a:gd name="T22" fmla="*/ 0 w 19"/>
                  <a:gd name="T23" fmla="*/ 13 h 1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9" h="11">
                    <a:moveTo>
                      <a:pt x="0" y="10"/>
                    </a:moveTo>
                    <a:cubicBezTo>
                      <a:pt x="1" y="11"/>
                      <a:pt x="3" y="11"/>
                      <a:pt x="4" y="10"/>
                    </a:cubicBezTo>
                    <a:cubicBezTo>
                      <a:pt x="5" y="9"/>
                      <a:pt x="5" y="8"/>
                      <a:pt x="5" y="7"/>
                    </a:cubicBezTo>
                    <a:cubicBezTo>
                      <a:pt x="7" y="6"/>
                      <a:pt x="10" y="5"/>
                      <a:pt x="11" y="6"/>
                    </a:cubicBezTo>
                    <a:cubicBezTo>
                      <a:pt x="12" y="6"/>
                      <a:pt x="13" y="7"/>
                      <a:pt x="14" y="8"/>
                    </a:cubicBezTo>
                    <a:cubicBezTo>
                      <a:pt x="14" y="10"/>
                      <a:pt x="14" y="10"/>
                      <a:pt x="16" y="11"/>
                    </a:cubicBezTo>
                    <a:cubicBezTo>
                      <a:pt x="17" y="11"/>
                      <a:pt x="18" y="11"/>
                      <a:pt x="19" y="10"/>
                    </a:cubicBezTo>
                    <a:cubicBezTo>
                      <a:pt x="19" y="8"/>
                      <a:pt x="18" y="7"/>
                      <a:pt x="18" y="5"/>
                    </a:cubicBezTo>
                    <a:cubicBezTo>
                      <a:pt x="16" y="1"/>
                      <a:pt x="11" y="0"/>
                      <a:pt x="7" y="1"/>
                    </a:cubicBezTo>
                    <a:cubicBezTo>
                      <a:pt x="5" y="2"/>
                      <a:pt x="3" y="2"/>
                      <a:pt x="2" y="4"/>
                    </a:cubicBezTo>
                    <a:cubicBezTo>
                      <a:pt x="1" y="5"/>
                      <a:pt x="0" y="8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</a:path>
                </a:pathLst>
              </a:custGeom>
              <a:solidFill>
                <a:srgbClr val="160A0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787" name="Freeform 232">
                <a:extLst>
                  <a:ext uri="{FF2B5EF4-FFF2-40B4-BE49-F238E27FC236}">
                    <a16:creationId xmlns:a16="http://schemas.microsoft.com/office/drawing/2014/main" id="{F498AE13-C4C6-495B-BDBF-CB96000F0D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0" y="1014"/>
                <a:ext cx="20" cy="11"/>
              </a:xfrm>
              <a:custGeom>
                <a:avLst/>
                <a:gdLst>
                  <a:gd name="T0" fmla="*/ 5 w 19"/>
                  <a:gd name="T1" fmla="*/ 11 h 10"/>
                  <a:gd name="T2" fmla="*/ 7 w 19"/>
                  <a:gd name="T3" fmla="*/ 8 h 10"/>
                  <a:gd name="T4" fmla="*/ 14 w 19"/>
                  <a:gd name="T5" fmla="*/ 8 h 10"/>
                  <a:gd name="T6" fmla="*/ 16 w 19"/>
                  <a:gd name="T7" fmla="*/ 11 h 10"/>
                  <a:gd name="T8" fmla="*/ 19 w 19"/>
                  <a:gd name="T9" fmla="*/ 13 h 10"/>
                  <a:gd name="T10" fmla="*/ 20 w 19"/>
                  <a:gd name="T11" fmla="*/ 4 h 10"/>
                  <a:gd name="T12" fmla="*/ 13 w 19"/>
                  <a:gd name="T13" fmla="*/ 0 h 10"/>
                  <a:gd name="T14" fmla="*/ 1 w 19"/>
                  <a:gd name="T15" fmla="*/ 3 h 10"/>
                  <a:gd name="T16" fmla="*/ 0 w 19"/>
                  <a:gd name="T17" fmla="*/ 10 h 10"/>
                  <a:gd name="T18" fmla="*/ 2 w 19"/>
                  <a:gd name="T19" fmla="*/ 12 h 10"/>
                  <a:gd name="T20" fmla="*/ 4 w 19"/>
                  <a:gd name="T21" fmla="*/ 11 h 1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9" h="10">
                    <a:moveTo>
                      <a:pt x="5" y="8"/>
                    </a:moveTo>
                    <a:cubicBezTo>
                      <a:pt x="5" y="7"/>
                      <a:pt x="6" y="5"/>
                      <a:pt x="7" y="5"/>
                    </a:cubicBezTo>
                    <a:cubicBezTo>
                      <a:pt x="8" y="4"/>
                      <a:pt x="9" y="5"/>
                      <a:pt x="11" y="5"/>
                    </a:cubicBezTo>
                    <a:cubicBezTo>
                      <a:pt x="12" y="5"/>
                      <a:pt x="13" y="6"/>
                      <a:pt x="13" y="8"/>
                    </a:cubicBezTo>
                    <a:cubicBezTo>
                      <a:pt x="14" y="9"/>
                      <a:pt x="14" y="9"/>
                      <a:pt x="16" y="10"/>
                    </a:cubicBezTo>
                    <a:cubicBezTo>
                      <a:pt x="19" y="10"/>
                      <a:pt x="19" y="6"/>
                      <a:pt x="17" y="4"/>
                    </a:cubicBezTo>
                    <a:cubicBezTo>
                      <a:pt x="15" y="2"/>
                      <a:pt x="13" y="0"/>
                      <a:pt x="10" y="0"/>
                    </a:cubicBezTo>
                    <a:cubicBezTo>
                      <a:pt x="7" y="0"/>
                      <a:pt x="3" y="0"/>
                      <a:pt x="1" y="3"/>
                    </a:cubicBezTo>
                    <a:cubicBezTo>
                      <a:pt x="1" y="4"/>
                      <a:pt x="0" y="6"/>
                      <a:pt x="0" y="7"/>
                    </a:cubicBezTo>
                    <a:cubicBezTo>
                      <a:pt x="0" y="8"/>
                      <a:pt x="0" y="9"/>
                      <a:pt x="2" y="9"/>
                    </a:cubicBezTo>
                    <a:cubicBezTo>
                      <a:pt x="2" y="9"/>
                      <a:pt x="3" y="9"/>
                      <a:pt x="4" y="8"/>
                    </a:cubicBezTo>
                  </a:path>
                </a:pathLst>
              </a:custGeom>
              <a:solidFill>
                <a:srgbClr val="160A0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788" name="Freeform 233">
                <a:extLst>
                  <a:ext uri="{FF2B5EF4-FFF2-40B4-BE49-F238E27FC236}">
                    <a16:creationId xmlns:a16="http://schemas.microsoft.com/office/drawing/2014/main" id="{3602B778-CA24-4E95-826D-4909703F1E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4" y="1027"/>
                <a:ext cx="17" cy="6"/>
              </a:xfrm>
              <a:custGeom>
                <a:avLst/>
                <a:gdLst>
                  <a:gd name="T0" fmla="*/ 0 w 16"/>
                  <a:gd name="T1" fmla="*/ 1 h 6"/>
                  <a:gd name="T2" fmla="*/ 12 w 16"/>
                  <a:gd name="T3" fmla="*/ 6 h 6"/>
                  <a:gd name="T4" fmla="*/ 17 w 16"/>
                  <a:gd name="T5" fmla="*/ 0 h 6"/>
                  <a:gd name="T6" fmla="*/ 14 w 16"/>
                  <a:gd name="T7" fmla="*/ 2 h 6"/>
                  <a:gd name="T8" fmla="*/ 6 w 16"/>
                  <a:gd name="T9" fmla="*/ 3 h 6"/>
                  <a:gd name="T10" fmla="*/ 1 w 16"/>
                  <a:gd name="T11" fmla="*/ 2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6" h="6">
                    <a:moveTo>
                      <a:pt x="0" y="1"/>
                    </a:moveTo>
                    <a:cubicBezTo>
                      <a:pt x="2" y="4"/>
                      <a:pt x="5" y="6"/>
                      <a:pt x="9" y="6"/>
                    </a:cubicBezTo>
                    <a:cubicBezTo>
                      <a:pt x="10" y="5"/>
                      <a:pt x="16" y="1"/>
                      <a:pt x="14" y="0"/>
                    </a:cubicBezTo>
                    <a:cubicBezTo>
                      <a:pt x="13" y="0"/>
                      <a:pt x="12" y="1"/>
                      <a:pt x="11" y="2"/>
                    </a:cubicBezTo>
                    <a:cubicBezTo>
                      <a:pt x="10" y="3"/>
                      <a:pt x="8" y="3"/>
                      <a:pt x="6" y="3"/>
                    </a:cubicBezTo>
                    <a:cubicBezTo>
                      <a:pt x="5" y="3"/>
                      <a:pt x="2" y="3"/>
                      <a:pt x="1" y="2"/>
                    </a:cubicBezTo>
                  </a:path>
                </a:pathLst>
              </a:custGeom>
              <a:solidFill>
                <a:srgbClr val="3E131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789" name="Freeform 234">
                <a:extLst>
                  <a:ext uri="{FF2B5EF4-FFF2-40B4-BE49-F238E27FC236}">
                    <a16:creationId xmlns:a16="http://schemas.microsoft.com/office/drawing/2014/main" id="{62A37071-7661-4514-B7BE-A7ACD65B7F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1" y="1027"/>
                <a:ext cx="17" cy="6"/>
              </a:xfrm>
              <a:custGeom>
                <a:avLst/>
                <a:gdLst>
                  <a:gd name="T0" fmla="*/ 1 w 16"/>
                  <a:gd name="T1" fmla="*/ 0 h 6"/>
                  <a:gd name="T2" fmla="*/ 7 w 16"/>
                  <a:gd name="T3" fmla="*/ 5 h 6"/>
                  <a:gd name="T4" fmla="*/ 15 w 16"/>
                  <a:gd name="T5" fmla="*/ 5 h 6"/>
                  <a:gd name="T6" fmla="*/ 18 w 16"/>
                  <a:gd name="T7" fmla="*/ 0 h 6"/>
                  <a:gd name="T8" fmla="*/ 15 w 16"/>
                  <a:gd name="T9" fmla="*/ 2 h 6"/>
                  <a:gd name="T10" fmla="*/ 11 w 16"/>
                  <a:gd name="T11" fmla="*/ 3 h 6"/>
                  <a:gd name="T12" fmla="*/ 0 w 16"/>
                  <a:gd name="T13" fmla="*/ 1 h 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6">
                    <a:moveTo>
                      <a:pt x="1" y="0"/>
                    </a:moveTo>
                    <a:cubicBezTo>
                      <a:pt x="1" y="3"/>
                      <a:pt x="5" y="4"/>
                      <a:pt x="7" y="5"/>
                    </a:cubicBezTo>
                    <a:cubicBezTo>
                      <a:pt x="9" y="5"/>
                      <a:pt x="10" y="6"/>
                      <a:pt x="12" y="5"/>
                    </a:cubicBezTo>
                    <a:cubicBezTo>
                      <a:pt x="14" y="4"/>
                      <a:pt x="16" y="2"/>
                      <a:pt x="15" y="0"/>
                    </a:cubicBezTo>
                    <a:cubicBezTo>
                      <a:pt x="14" y="0"/>
                      <a:pt x="13" y="1"/>
                      <a:pt x="12" y="2"/>
                    </a:cubicBezTo>
                    <a:cubicBezTo>
                      <a:pt x="11" y="3"/>
                      <a:pt x="9" y="3"/>
                      <a:pt x="8" y="3"/>
                    </a:cubicBezTo>
                    <a:cubicBezTo>
                      <a:pt x="6" y="3"/>
                      <a:pt x="1" y="2"/>
                      <a:pt x="0" y="1"/>
                    </a:cubicBezTo>
                  </a:path>
                </a:pathLst>
              </a:custGeom>
              <a:solidFill>
                <a:srgbClr val="3E131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790" name="Oval 235">
                <a:extLst>
                  <a:ext uri="{FF2B5EF4-FFF2-40B4-BE49-F238E27FC236}">
                    <a16:creationId xmlns:a16="http://schemas.microsoft.com/office/drawing/2014/main" id="{10A0A2F0-DD40-49E7-A5B5-562D682467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70" y="1020"/>
                <a:ext cx="7" cy="7"/>
              </a:xfrm>
              <a:prstGeom prst="ellipse">
                <a:avLst/>
              </a:prstGeom>
              <a:solidFill>
                <a:srgbClr val="8C3F3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791" name="Oval 236">
                <a:extLst>
                  <a:ext uri="{FF2B5EF4-FFF2-40B4-BE49-F238E27FC236}">
                    <a16:creationId xmlns:a16="http://schemas.microsoft.com/office/drawing/2014/main" id="{D5D3561D-EFC2-4BC1-BF4C-C3D768E532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43" y="1021"/>
                <a:ext cx="5" cy="6"/>
              </a:xfrm>
              <a:prstGeom prst="ellipse">
                <a:avLst/>
              </a:prstGeom>
              <a:solidFill>
                <a:srgbClr val="8C3F3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792" name="Freeform 237">
                <a:extLst>
                  <a:ext uri="{FF2B5EF4-FFF2-40B4-BE49-F238E27FC236}">
                    <a16:creationId xmlns:a16="http://schemas.microsoft.com/office/drawing/2014/main" id="{9BAA3710-F0C4-4EFE-B2A3-4143F178F7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4" y="1016"/>
                <a:ext cx="6" cy="1"/>
              </a:xfrm>
              <a:custGeom>
                <a:avLst/>
                <a:gdLst>
                  <a:gd name="T0" fmla="*/ 0 w 6"/>
                  <a:gd name="T1" fmla="*/ 0 h 1"/>
                  <a:gd name="T2" fmla="*/ 6 w 6"/>
                  <a:gd name="T3" fmla="*/ 1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">
                    <a:moveTo>
                      <a:pt x="0" y="0"/>
                    </a:moveTo>
                    <a:cubicBezTo>
                      <a:pt x="2" y="1"/>
                      <a:pt x="4" y="1"/>
                      <a:pt x="6" y="1"/>
                    </a:cubicBezTo>
                  </a:path>
                </a:pathLst>
              </a:custGeom>
              <a:noFill/>
              <a:ln w="3175" cap="flat">
                <a:solidFill>
                  <a:srgbClr val="5A2218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793" name="Freeform 238">
                <a:extLst>
                  <a:ext uri="{FF2B5EF4-FFF2-40B4-BE49-F238E27FC236}">
                    <a16:creationId xmlns:a16="http://schemas.microsoft.com/office/drawing/2014/main" id="{30EB8CCA-794E-46FC-94FE-4E3756CADD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3" y="1021"/>
                <a:ext cx="6" cy="1"/>
              </a:xfrm>
              <a:custGeom>
                <a:avLst/>
                <a:gdLst>
                  <a:gd name="T0" fmla="*/ 0 w 6"/>
                  <a:gd name="T1" fmla="*/ 0 h 1"/>
                  <a:gd name="T2" fmla="*/ 6 w 6"/>
                  <a:gd name="T3" fmla="*/ 1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">
                    <a:moveTo>
                      <a:pt x="0" y="0"/>
                    </a:moveTo>
                    <a:cubicBezTo>
                      <a:pt x="0" y="1"/>
                      <a:pt x="5" y="1"/>
                      <a:pt x="6" y="1"/>
                    </a:cubicBezTo>
                  </a:path>
                </a:pathLst>
              </a:custGeom>
              <a:noFill/>
              <a:ln w="3175" cap="flat">
                <a:solidFill>
                  <a:srgbClr val="5A2218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794" name="Freeform 239">
                <a:extLst>
                  <a:ext uri="{FF2B5EF4-FFF2-40B4-BE49-F238E27FC236}">
                    <a16:creationId xmlns:a16="http://schemas.microsoft.com/office/drawing/2014/main" id="{D5FE3068-26C7-4D29-920F-4EA2CC6023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3" y="1020"/>
                <a:ext cx="8" cy="2"/>
              </a:xfrm>
              <a:custGeom>
                <a:avLst/>
                <a:gdLst>
                  <a:gd name="T0" fmla="*/ 10 w 7"/>
                  <a:gd name="T1" fmla="*/ 2 h 2"/>
                  <a:gd name="T2" fmla="*/ 0 w 7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2">
                    <a:moveTo>
                      <a:pt x="7" y="2"/>
                    </a:moveTo>
                    <a:cubicBezTo>
                      <a:pt x="4" y="2"/>
                      <a:pt x="2" y="1"/>
                      <a:pt x="0" y="0"/>
                    </a:cubicBezTo>
                  </a:path>
                </a:pathLst>
              </a:custGeom>
              <a:noFill/>
              <a:ln w="3175" cap="flat">
                <a:solidFill>
                  <a:srgbClr val="5A2218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795" name="Freeform 240">
                <a:extLst>
                  <a:ext uri="{FF2B5EF4-FFF2-40B4-BE49-F238E27FC236}">
                    <a16:creationId xmlns:a16="http://schemas.microsoft.com/office/drawing/2014/main" id="{F81F2B12-18F6-41FE-9AD0-31C0FB7B76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9" y="1017"/>
                <a:ext cx="6" cy="1"/>
              </a:xfrm>
              <a:custGeom>
                <a:avLst/>
                <a:gdLst>
                  <a:gd name="T0" fmla="*/ 8 w 5"/>
                  <a:gd name="T1" fmla="*/ 1 h 1"/>
                  <a:gd name="T2" fmla="*/ 0 w 5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">
                    <a:moveTo>
                      <a:pt x="5" y="1"/>
                    </a:moveTo>
                    <a:cubicBezTo>
                      <a:pt x="3" y="1"/>
                      <a:pt x="2" y="0"/>
                      <a:pt x="0" y="0"/>
                    </a:cubicBezTo>
                  </a:path>
                </a:pathLst>
              </a:custGeom>
              <a:noFill/>
              <a:ln w="3175" cap="flat">
                <a:solidFill>
                  <a:srgbClr val="5A2218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796" name="Freeform 241">
                <a:extLst>
                  <a:ext uri="{FF2B5EF4-FFF2-40B4-BE49-F238E27FC236}">
                    <a16:creationId xmlns:a16="http://schemas.microsoft.com/office/drawing/2014/main" id="{19AB0147-3F4D-49B3-A33A-213A81504A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7" y="971"/>
                <a:ext cx="58" cy="21"/>
              </a:xfrm>
              <a:custGeom>
                <a:avLst/>
                <a:gdLst>
                  <a:gd name="T0" fmla="*/ 2 w 55"/>
                  <a:gd name="T1" fmla="*/ 18 h 20"/>
                  <a:gd name="T2" fmla="*/ 64 w 55"/>
                  <a:gd name="T3" fmla="*/ 19 h 20"/>
                  <a:gd name="T4" fmla="*/ 30 w 55"/>
                  <a:gd name="T5" fmla="*/ 14 h 20"/>
                  <a:gd name="T6" fmla="*/ 2 w 55"/>
                  <a:gd name="T7" fmla="*/ 18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5" h="20">
                    <a:moveTo>
                      <a:pt x="2" y="15"/>
                    </a:moveTo>
                    <a:cubicBezTo>
                      <a:pt x="0" y="2"/>
                      <a:pt x="36" y="0"/>
                      <a:pt x="55" y="16"/>
                    </a:cubicBezTo>
                    <a:cubicBezTo>
                      <a:pt x="55" y="16"/>
                      <a:pt x="38" y="8"/>
                      <a:pt x="26" y="11"/>
                    </a:cubicBezTo>
                    <a:cubicBezTo>
                      <a:pt x="13" y="15"/>
                      <a:pt x="3" y="20"/>
                      <a:pt x="2" y="15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797" name="Freeform 242">
                <a:extLst>
                  <a:ext uri="{FF2B5EF4-FFF2-40B4-BE49-F238E27FC236}">
                    <a16:creationId xmlns:a16="http://schemas.microsoft.com/office/drawing/2014/main" id="{69FD6772-50E1-465A-B75C-4160993788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9" y="1160"/>
                <a:ext cx="156" cy="161"/>
              </a:xfrm>
              <a:custGeom>
                <a:avLst/>
                <a:gdLst>
                  <a:gd name="T0" fmla="*/ 5 w 148"/>
                  <a:gd name="T1" fmla="*/ 0 h 153"/>
                  <a:gd name="T2" fmla="*/ 25 w 148"/>
                  <a:gd name="T3" fmla="*/ 112 h 153"/>
                  <a:gd name="T4" fmla="*/ 173 w 148"/>
                  <a:gd name="T5" fmla="*/ 170 h 153"/>
                  <a:gd name="T6" fmla="*/ 35 w 148"/>
                  <a:gd name="T7" fmla="*/ 105 h 153"/>
                  <a:gd name="T8" fmla="*/ 5 w 148"/>
                  <a:gd name="T9" fmla="*/ 0 h 15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8" h="153">
                    <a:moveTo>
                      <a:pt x="5" y="0"/>
                    </a:moveTo>
                    <a:cubicBezTo>
                      <a:pt x="5" y="0"/>
                      <a:pt x="0" y="66"/>
                      <a:pt x="22" y="96"/>
                    </a:cubicBezTo>
                    <a:cubicBezTo>
                      <a:pt x="45" y="127"/>
                      <a:pt x="67" y="151"/>
                      <a:pt x="148" y="146"/>
                    </a:cubicBezTo>
                    <a:cubicBezTo>
                      <a:pt x="148" y="146"/>
                      <a:pt x="58" y="153"/>
                      <a:pt x="29" y="90"/>
                    </a:cubicBezTo>
                    <a:cubicBezTo>
                      <a:pt x="0" y="27"/>
                      <a:pt x="5" y="0"/>
                      <a:pt x="5" y="0"/>
                    </a:cubicBezTo>
                    <a:close/>
                  </a:path>
                </a:pathLst>
              </a:custGeom>
              <a:solidFill>
                <a:srgbClr val="6C2D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798" name="Freeform 243">
                <a:extLst>
                  <a:ext uri="{FF2B5EF4-FFF2-40B4-BE49-F238E27FC236}">
                    <a16:creationId xmlns:a16="http://schemas.microsoft.com/office/drawing/2014/main" id="{514AE957-2FF7-4664-89EF-8880C9FDC0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4" y="1204"/>
                <a:ext cx="53" cy="34"/>
              </a:xfrm>
              <a:custGeom>
                <a:avLst/>
                <a:gdLst>
                  <a:gd name="T0" fmla="*/ 0 w 50"/>
                  <a:gd name="T1" fmla="*/ 3 h 32"/>
                  <a:gd name="T2" fmla="*/ 59 w 50"/>
                  <a:gd name="T3" fmla="*/ 38 h 32"/>
                  <a:gd name="T4" fmla="*/ 0 w 50"/>
                  <a:gd name="T5" fmla="*/ 3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0" h="32">
                    <a:moveTo>
                      <a:pt x="0" y="3"/>
                    </a:moveTo>
                    <a:cubicBezTo>
                      <a:pt x="0" y="3"/>
                      <a:pt x="41" y="0"/>
                      <a:pt x="50" y="32"/>
                    </a:cubicBezTo>
                    <a:cubicBezTo>
                      <a:pt x="50" y="32"/>
                      <a:pt x="28" y="2"/>
                      <a:pt x="0" y="3"/>
                    </a:cubicBezTo>
                    <a:close/>
                  </a:path>
                </a:pathLst>
              </a:custGeom>
              <a:solidFill>
                <a:srgbClr val="6C2D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799" name="Freeform 244">
                <a:extLst>
                  <a:ext uri="{FF2B5EF4-FFF2-40B4-BE49-F238E27FC236}">
                    <a16:creationId xmlns:a16="http://schemas.microsoft.com/office/drawing/2014/main" id="{C705A8F6-8913-47EE-8052-0286133599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6" y="1265"/>
                <a:ext cx="56" cy="21"/>
              </a:xfrm>
              <a:custGeom>
                <a:avLst/>
                <a:gdLst>
                  <a:gd name="T0" fmla="*/ 0 w 53"/>
                  <a:gd name="T1" fmla="*/ 0 h 20"/>
                  <a:gd name="T2" fmla="*/ 26 w 53"/>
                  <a:gd name="T3" fmla="*/ 16 h 20"/>
                  <a:gd name="T4" fmla="*/ 62 w 53"/>
                  <a:gd name="T5" fmla="*/ 17 h 20"/>
                  <a:gd name="T6" fmla="*/ 26 w 53"/>
                  <a:gd name="T7" fmla="*/ 21 h 20"/>
                  <a:gd name="T8" fmla="*/ 3 w 53"/>
                  <a:gd name="T9" fmla="*/ 5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3" h="20">
                    <a:moveTo>
                      <a:pt x="0" y="0"/>
                    </a:moveTo>
                    <a:cubicBezTo>
                      <a:pt x="7" y="6"/>
                      <a:pt x="13" y="11"/>
                      <a:pt x="23" y="13"/>
                    </a:cubicBezTo>
                    <a:cubicBezTo>
                      <a:pt x="32" y="15"/>
                      <a:pt x="45" y="11"/>
                      <a:pt x="53" y="14"/>
                    </a:cubicBezTo>
                    <a:cubicBezTo>
                      <a:pt x="43" y="15"/>
                      <a:pt x="33" y="20"/>
                      <a:pt x="23" y="18"/>
                    </a:cubicBezTo>
                    <a:cubicBezTo>
                      <a:pt x="15" y="16"/>
                      <a:pt x="10" y="10"/>
                      <a:pt x="3" y="5"/>
                    </a:cubicBezTo>
                  </a:path>
                </a:pathLst>
              </a:custGeom>
              <a:solidFill>
                <a:srgbClr val="6C2D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800" name="Freeform 245">
                <a:extLst>
                  <a:ext uri="{FF2B5EF4-FFF2-40B4-BE49-F238E27FC236}">
                    <a16:creationId xmlns:a16="http://schemas.microsoft.com/office/drawing/2014/main" id="{83C80C7E-8C9B-4C47-8A1D-A9F0E5F231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0" y="1133"/>
                <a:ext cx="19" cy="44"/>
              </a:xfrm>
              <a:custGeom>
                <a:avLst/>
                <a:gdLst>
                  <a:gd name="T0" fmla="*/ 14 w 18"/>
                  <a:gd name="T1" fmla="*/ 1 h 41"/>
                  <a:gd name="T2" fmla="*/ 5 w 18"/>
                  <a:gd name="T3" fmla="*/ 23 h 41"/>
                  <a:gd name="T4" fmla="*/ 21 w 18"/>
                  <a:gd name="T5" fmla="*/ 50 h 41"/>
                  <a:gd name="T6" fmla="*/ 2 w 18"/>
                  <a:gd name="T7" fmla="*/ 27 h 41"/>
                  <a:gd name="T8" fmla="*/ 12 w 18"/>
                  <a:gd name="T9" fmla="*/ 0 h 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41">
                    <a:moveTo>
                      <a:pt x="11" y="1"/>
                    </a:moveTo>
                    <a:cubicBezTo>
                      <a:pt x="7" y="7"/>
                      <a:pt x="4" y="12"/>
                      <a:pt x="5" y="19"/>
                    </a:cubicBezTo>
                    <a:cubicBezTo>
                      <a:pt x="7" y="27"/>
                      <a:pt x="14" y="34"/>
                      <a:pt x="18" y="41"/>
                    </a:cubicBezTo>
                    <a:cubicBezTo>
                      <a:pt x="11" y="36"/>
                      <a:pt x="4" y="29"/>
                      <a:pt x="2" y="21"/>
                    </a:cubicBezTo>
                    <a:cubicBezTo>
                      <a:pt x="0" y="15"/>
                      <a:pt x="3" y="3"/>
                      <a:pt x="9" y="0"/>
                    </a:cubicBezTo>
                  </a:path>
                </a:pathLst>
              </a:custGeom>
              <a:solidFill>
                <a:srgbClr val="8C3F3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801" name="Freeform 246">
                <a:extLst>
                  <a:ext uri="{FF2B5EF4-FFF2-40B4-BE49-F238E27FC236}">
                    <a16:creationId xmlns:a16="http://schemas.microsoft.com/office/drawing/2014/main" id="{07916F94-57E8-4943-BF73-694429516A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0" y="1137"/>
                <a:ext cx="12" cy="31"/>
              </a:xfrm>
              <a:custGeom>
                <a:avLst/>
                <a:gdLst>
                  <a:gd name="T0" fmla="*/ 2 w 11"/>
                  <a:gd name="T1" fmla="*/ 0 h 29"/>
                  <a:gd name="T2" fmla="*/ 0 w 11"/>
                  <a:gd name="T3" fmla="*/ 35 h 29"/>
                  <a:gd name="T4" fmla="*/ 13 w 11"/>
                  <a:gd name="T5" fmla="*/ 17 h 29"/>
                  <a:gd name="T6" fmla="*/ 2 w 11"/>
                  <a:gd name="T7" fmla="*/ 1 h 2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29">
                    <a:moveTo>
                      <a:pt x="2" y="0"/>
                    </a:moveTo>
                    <a:cubicBezTo>
                      <a:pt x="10" y="9"/>
                      <a:pt x="5" y="20"/>
                      <a:pt x="0" y="29"/>
                    </a:cubicBezTo>
                    <a:cubicBezTo>
                      <a:pt x="4" y="25"/>
                      <a:pt x="11" y="21"/>
                      <a:pt x="10" y="14"/>
                    </a:cubicBezTo>
                    <a:cubicBezTo>
                      <a:pt x="10" y="9"/>
                      <a:pt x="4" y="6"/>
                      <a:pt x="2" y="1"/>
                    </a:cubicBezTo>
                  </a:path>
                </a:pathLst>
              </a:custGeom>
              <a:solidFill>
                <a:srgbClr val="8C3F3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802" name="Freeform 247">
                <a:extLst>
                  <a:ext uri="{FF2B5EF4-FFF2-40B4-BE49-F238E27FC236}">
                    <a16:creationId xmlns:a16="http://schemas.microsoft.com/office/drawing/2014/main" id="{961F88E2-7A8A-4D42-957B-5D0E11FCC3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5" y="1141"/>
                <a:ext cx="13" cy="24"/>
              </a:xfrm>
              <a:custGeom>
                <a:avLst/>
                <a:gdLst>
                  <a:gd name="T0" fmla="*/ 14 w 12"/>
                  <a:gd name="T1" fmla="*/ 0 h 23"/>
                  <a:gd name="T2" fmla="*/ 15 w 12"/>
                  <a:gd name="T3" fmla="*/ 26 h 23"/>
                  <a:gd name="T4" fmla="*/ 13 w 12"/>
                  <a:gd name="T5" fmla="*/ 2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23">
                    <a:moveTo>
                      <a:pt x="11" y="0"/>
                    </a:moveTo>
                    <a:cubicBezTo>
                      <a:pt x="6" y="5"/>
                      <a:pt x="6" y="20"/>
                      <a:pt x="12" y="23"/>
                    </a:cubicBezTo>
                    <a:cubicBezTo>
                      <a:pt x="7" y="18"/>
                      <a:pt x="0" y="6"/>
                      <a:pt x="10" y="2"/>
                    </a:cubicBezTo>
                  </a:path>
                </a:pathLst>
              </a:custGeom>
              <a:solidFill>
                <a:srgbClr val="8C3F3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803" name="Freeform 248">
                <a:extLst>
                  <a:ext uri="{FF2B5EF4-FFF2-40B4-BE49-F238E27FC236}">
                    <a16:creationId xmlns:a16="http://schemas.microsoft.com/office/drawing/2014/main" id="{A737311E-5812-470C-98FD-D6F0842E8A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3" y="1143"/>
                <a:ext cx="14" cy="21"/>
              </a:xfrm>
              <a:custGeom>
                <a:avLst/>
                <a:gdLst>
                  <a:gd name="T0" fmla="*/ 1 w 13"/>
                  <a:gd name="T1" fmla="*/ 0 h 20"/>
                  <a:gd name="T2" fmla="*/ 0 w 13"/>
                  <a:gd name="T3" fmla="*/ 23 h 20"/>
                  <a:gd name="T4" fmla="*/ 4 w 13"/>
                  <a:gd name="T5" fmla="*/ 1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20">
                    <a:moveTo>
                      <a:pt x="1" y="0"/>
                    </a:moveTo>
                    <a:cubicBezTo>
                      <a:pt x="6" y="6"/>
                      <a:pt x="7" y="16"/>
                      <a:pt x="0" y="20"/>
                    </a:cubicBezTo>
                    <a:cubicBezTo>
                      <a:pt x="10" y="18"/>
                      <a:pt x="13" y="7"/>
                      <a:pt x="4" y="1"/>
                    </a:cubicBezTo>
                  </a:path>
                </a:pathLst>
              </a:custGeom>
              <a:solidFill>
                <a:srgbClr val="8C3F3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804" name="Freeform 249">
                <a:extLst>
                  <a:ext uri="{FF2B5EF4-FFF2-40B4-BE49-F238E27FC236}">
                    <a16:creationId xmlns:a16="http://schemas.microsoft.com/office/drawing/2014/main" id="{8AA8DC8E-4002-4C87-B578-4B8E4279F9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0" y="2211"/>
                <a:ext cx="84" cy="743"/>
              </a:xfrm>
              <a:custGeom>
                <a:avLst/>
                <a:gdLst>
                  <a:gd name="T0" fmla="*/ 74 w 80"/>
                  <a:gd name="T1" fmla="*/ 0 h 704"/>
                  <a:gd name="T2" fmla="*/ 45 w 80"/>
                  <a:gd name="T3" fmla="*/ 109 h 704"/>
                  <a:gd name="T4" fmla="*/ 5 w 80"/>
                  <a:gd name="T5" fmla="*/ 500 h 704"/>
                  <a:gd name="T6" fmla="*/ 92 w 80"/>
                  <a:gd name="T7" fmla="*/ 827 h 704"/>
                  <a:gd name="T8" fmla="*/ 29 w 80"/>
                  <a:gd name="T9" fmla="*/ 507 h 704"/>
                  <a:gd name="T10" fmla="*/ 57 w 80"/>
                  <a:gd name="T11" fmla="*/ 209 h 704"/>
                  <a:gd name="T12" fmla="*/ 74 w 80"/>
                  <a:gd name="T13" fmla="*/ 0 h 70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0" h="704">
                    <a:moveTo>
                      <a:pt x="64" y="0"/>
                    </a:moveTo>
                    <a:cubicBezTo>
                      <a:pt x="64" y="0"/>
                      <a:pt x="41" y="46"/>
                      <a:pt x="39" y="93"/>
                    </a:cubicBezTo>
                    <a:cubicBezTo>
                      <a:pt x="36" y="139"/>
                      <a:pt x="10" y="379"/>
                      <a:pt x="5" y="425"/>
                    </a:cubicBezTo>
                    <a:cubicBezTo>
                      <a:pt x="0" y="472"/>
                      <a:pt x="8" y="642"/>
                      <a:pt x="80" y="704"/>
                    </a:cubicBezTo>
                    <a:cubicBezTo>
                      <a:pt x="80" y="704"/>
                      <a:pt x="13" y="541"/>
                      <a:pt x="26" y="431"/>
                    </a:cubicBezTo>
                    <a:cubicBezTo>
                      <a:pt x="39" y="320"/>
                      <a:pt x="39" y="245"/>
                      <a:pt x="49" y="178"/>
                    </a:cubicBezTo>
                    <a:cubicBezTo>
                      <a:pt x="59" y="111"/>
                      <a:pt x="44" y="36"/>
                      <a:pt x="64" y="0"/>
                    </a:cubicBezTo>
                    <a:close/>
                  </a:path>
                </a:pathLst>
              </a:custGeom>
              <a:solidFill>
                <a:srgbClr val="8C3F3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805" name="Freeform 250">
                <a:extLst>
                  <a:ext uri="{FF2B5EF4-FFF2-40B4-BE49-F238E27FC236}">
                    <a16:creationId xmlns:a16="http://schemas.microsoft.com/office/drawing/2014/main" id="{B6B361DE-CFB6-4F9D-ADE3-209A491E1B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7" y="3006"/>
                <a:ext cx="54" cy="109"/>
              </a:xfrm>
              <a:custGeom>
                <a:avLst/>
                <a:gdLst>
                  <a:gd name="T0" fmla="*/ 25 w 51"/>
                  <a:gd name="T1" fmla="*/ 0 h 104"/>
                  <a:gd name="T2" fmla="*/ 60 w 51"/>
                  <a:gd name="T3" fmla="*/ 119 h 104"/>
                  <a:gd name="T4" fmla="*/ 25 w 51"/>
                  <a:gd name="T5" fmla="*/ 0 h 10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1" h="104">
                    <a:moveTo>
                      <a:pt x="22" y="0"/>
                    </a:moveTo>
                    <a:cubicBezTo>
                      <a:pt x="22" y="0"/>
                      <a:pt x="0" y="42"/>
                      <a:pt x="51" y="104"/>
                    </a:cubicBezTo>
                    <a:cubicBezTo>
                      <a:pt x="51" y="104"/>
                      <a:pt x="15" y="28"/>
                      <a:pt x="22" y="0"/>
                    </a:cubicBezTo>
                    <a:close/>
                  </a:path>
                </a:pathLst>
              </a:custGeom>
              <a:solidFill>
                <a:srgbClr val="8C3F3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806" name="Freeform 251">
                <a:extLst>
                  <a:ext uri="{FF2B5EF4-FFF2-40B4-BE49-F238E27FC236}">
                    <a16:creationId xmlns:a16="http://schemas.microsoft.com/office/drawing/2014/main" id="{33F39BEB-90DE-4056-879F-D1AFBE4485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4" y="3188"/>
                <a:ext cx="77" cy="580"/>
              </a:xfrm>
              <a:custGeom>
                <a:avLst/>
                <a:gdLst>
                  <a:gd name="T0" fmla="*/ 62 w 73"/>
                  <a:gd name="T1" fmla="*/ 0 h 549"/>
                  <a:gd name="T2" fmla="*/ 24 w 73"/>
                  <a:gd name="T3" fmla="*/ 318 h 549"/>
                  <a:gd name="T4" fmla="*/ 70 w 73"/>
                  <a:gd name="T5" fmla="*/ 557 h 549"/>
                  <a:gd name="T6" fmla="*/ 68 w 73"/>
                  <a:gd name="T7" fmla="*/ 576 h 549"/>
                  <a:gd name="T8" fmla="*/ 65 w 73"/>
                  <a:gd name="T9" fmla="*/ 610 h 549"/>
                  <a:gd name="T10" fmla="*/ 70 w 73"/>
                  <a:gd name="T11" fmla="*/ 648 h 549"/>
                  <a:gd name="T12" fmla="*/ 83 w 73"/>
                  <a:gd name="T13" fmla="*/ 621 h 549"/>
                  <a:gd name="T14" fmla="*/ 74 w 73"/>
                  <a:gd name="T15" fmla="*/ 588 h 549"/>
                  <a:gd name="T16" fmla="*/ 77 w 73"/>
                  <a:gd name="T17" fmla="*/ 521 h 549"/>
                  <a:gd name="T18" fmla="*/ 62 w 73"/>
                  <a:gd name="T19" fmla="*/ 0 h 54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73" h="549">
                    <a:moveTo>
                      <a:pt x="53" y="0"/>
                    </a:moveTo>
                    <a:cubicBezTo>
                      <a:pt x="53" y="0"/>
                      <a:pt x="11" y="132"/>
                      <a:pt x="21" y="270"/>
                    </a:cubicBezTo>
                    <a:cubicBezTo>
                      <a:pt x="31" y="408"/>
                      <a:pt x="60" y="472"/>
                      <a:pt x="60" y="472"/>
                    </a:cubicBezTo>
                    <a:cubicBezTo>
                      <a:pt x="60" y="472"/>
                      <a:pt x="61" y="483"/>
                      <a:pt x="58" y="488"/>
                    </a:cubicBezTo>
                    <a:cubicBezTo>
                      <a:pt x="54" y="493"/>
                      <a:pt x="46" y="505"/>
                      <a:pt x="56" y="517"/>
                    </a:cubicBezTo>
                    <a:cubicBezTo>
                      <a:pt x="65" y="530"/>
                      <a:pt x="56" y="543"/>
                      <a:pt x="60" y="549"/>
                    </a:cubicBezTo>
                    <a:cubicBezTo>
                      <a:pt x="60" y="549"/>
                      <a:pt x="68" y="535"/>
                      <a:pt x="71" y="527"/>
                    </a:cubicBezTo>
                    <a:cubicBezTo>
                      <a:pt x="73" y="519"/>
                      <a:pt x="56" y="517"/>
                      <a:pt x="63" y="499"/>
                    </a:cubicBezTo>
                    <a:cubicBezTo>
                      <a:pt x="70" y="482"/>
                      <a:pt x="73" y="462"/>
                      <a:pt x="65" y="442"/>
                    </a:cubicBezTo>
                    <a:cubicBezTo>
                      <a:pt x="57" y="422"/>
                      <a:pt x="0" y="278"/>
                      <a:pt x="53" y="0"/>
                    </a:cubicBezTo>
                    <a:close/>
                  </a:path>
                </a:pathLst>
              </a:custGeom>
              <a:solidFill>
                <a:srgbClr val="8C3F3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807" name="Freeform 252">
                <a:extLst>
                  <a:ext uri="{FF2B5EF4-FFF2-40B4-BE49-F238E27FC236}">
                    <a16:creationId xmlns:a16="http://schemas.microsoft.com/office/drawing/2014/main" id="{2D70C69C-8364-419B-9778-D6B623B8F8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9" y="3794"/>
                <a:ext cx="159" cy="138"/>
              </a:xfrm>
              <a:custGeom>
                <a:avLst/>
                <a:gdLst>
                  <a:gd name="T0" fmla="*/ 176 w 151"/>
                  <a:gd name="T1" fmla="*/ 2 h 131"/>
                  <a:gd name="T2" fmla="*/ 160 w 151"/>
                  <a:gd name="T3" fmla="*/ 14 h 131"/>
                  <a:gd name="T4" fmla="*/ 145 w 151"/>
                  <a:gd name="T5" fmla="*/ 28 h 131"/>
                  <a:gd name="T6" fmla="*/ 127 w 151"/>
                  <a:gd name="T7" fmla="*/ 59 h 131"/>
                  <a:gd name="T8" fmla="*/ 96 w 151"/>
                  <a:gd name="T9" fmla="*/ 83 h 131"/>
                  <a:gd name="T10" fmla="*/ 68 w 151"/>
                  <a:gd name="T11" fmla="*/ 104 h 131"/>
                  <a:gd name="T12" fmla="*/ 47 w 151"/>
                  <a:gd name="T13" fmla="*/ 121 h 131"/>
                  <a:gd name="T14" fmla="*/ 37 w 151"/>
                  <a:gd name="T15" fmla="*/ 127 h 131"/>
                  <a:gd name="T16" fmla="*/ 27 w 151"/>
                  <a:gd name="T17" fmla="*/ 131 h 131"/>
                  <a:gd name="T18" fmla="*/ 1 w 151"/>
                  <a:gd name="T19" fmla="*/ 150 h 131"/>
                  <a:gd name="T20" fmla="*/ 0 w 151"/>
                  <a:gd name="T21" fmla="*/ 153 h 131"/>
                  <a:gd name="T22" fmla="*/ 42 w 151"/>
                  <a:gd name="T23" fmla="*/ 138 h 131"/>
                  <a:gd name="T24" fmla="*/ 75 w 151"/>
                  <a:gd name="T25" fmla="*/ 116 h 131"/>
                  <a:gd name="T26" fmla="*/ 116 w 151"/>
                  <a:gd name="T27" fmla="*/ 80 h 131"/>
                  <a:gd name="T28" fmla="*/ 138 w 151"/>
                  <a:gd name="T29" fmla="*/ 56 h 131"/>
                  <a:gd name="T30" fmla="*/ 155 w 151"/>
                  <a:gd name="T31" fmla="*/ 33 h 131"/>
                  <a:gd name="T32" fmla="*/ 170 w 151"/>
                  <a:gd name="T33" fmla="*/ 13 h 131"/>
                  <a:gd name="T34" fmla="*/ 176 w 151"/>
                  <a:gd name="T35" fmla="*/ 0 h 131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151" h="131">
                    <a:moveTo>
                      <a:pt x="151" y="2"/>
                    </a:moveTo>
                    <a:cubicBezTo>
                      <a:pt x="145" y="3"/>
                      <a:pt x="140" y="8"/>
                      <a:pt x="137" y="11"/>
                    </a:cubicBezTo>
                    <a:cubicBezTo>
                      <a:pt x="132" y="15"/>
                      <a:pt x="127" y="19"/>
                      <a:pt x="124" y="25"/>
                    </a:cubicBezTo>
                    <a:cubicBezTo>
                      <a:pt x="119" y="33"/>
                      <a:pt x="115" y="42"/>
                      <a:pt x="109" y="50"/>
                    </a:cubicBezTo>
                    <a:cubicBezTo>
                      <a:pt x="101" y="58"/>
                      <a:pt x="91" y="65"/>
                      <a:pt x="82" y="71"/>
                    </a:cubicBezTo>
                    <a:cubicBezTo>
                      <a:pt x="74" y="76"/>
                      <a:pt x="66" y="82"/>
                      <a:pt x="59" y="89"/>
                    </a:cubicBezTo>
                    <a:cubicBezTo>
                      <a:pt x="53" y="94"/>
                      <a:pt x="47" y="99"/>
                      <a:pt x="41" y="103"/>
                    </a:cubicBezTo>
                    <a:cubicBezTo>
                      <a:pt x="38" y="105"/>
                      <a:pt x="34" y="108"/>
                      <a:pt x="31" y="109"/>
                    </a:cubicBezTo>
                    <a:cubicBezTo>
                      <a:pt x="29" y="111"/>
                      <a:pt x="26" y="111"/>
                      <a:pt x="24" y="112"/>
                    </a:cubicBezTo>
                    <a:cubicBezTo>
                      <a:pt x="16" y="116"/>
                      <a:pt x="5" y="119"/>
                      <a:pt x="1" y="128"/>
                    </a:cubicBezTo>
                    <a:cubicBezTo>
                      <a:pt x="0" y="129"/>
                      <a:pt x="0" y="130"/>
                      <a:pt x="0" y="131"/>
                    </a:cubicBezTo>
                    <a:cubicBezTo>
                      <a:pt x="6" y="120"/>
                      <a:pt x="26" y="121"/>
                      <a:pt x="36" y="118"/>
                    </a:cubicBezTo>
                    <a:cubicBezTo>
                      <a:pt x="47" y="114"/>
                      <a:pt x="55" y="107"/>
                      <a:pt x="64" y="99"/>
                    </a:cubicBezTo>
                    <a:cubicBezTo>
                      <a:pt x="76" y="89"/>
                      <a:pt x="88" y="79"/>
                      <a:pt x="99" y="68"/>
                    </a:cubicBezTo>
                    <a:cubicBezTo>
                      <a:pt x="106" y="62"/>
                      <a:pt x="111" y="54"/>
                      <a:pt x="118" y="47"/>
                    </a:cubicBezTo>
                    <a:cubicBezTo>
                      <a:pt x="125" y="42"/>
                      <a:pt x="129" y="35"/>
                      <a:pt x="133" y="28"/>
                    </a:cubicBezTo>
                    <a:cubicBezTo>
                      <a:pt x="137" y="21"/>
                      <a:pt x="141" y="16"/>
                      <a:pt x="145" y="10"/>
                    </a:cubicBezTo>
                    <a:cubicBezTo>
                      <a:pt x="148" y="7"/>
                      <a:pt x="149" y="3"/>
                      <a:pt x="151" y="0"/>
                    </a:cubicBezTo>
                  </a:path>
                </a:pathLst>
              </a:custGeom>
              <a:solidFill>
                <a:srgbClr val="8C3F3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808" name="Freeform 253">
                <a:extLst>
                  <a:ext uri="{FF2B5EF4-FFF2-40B4-BE49-F238E27FC236}">
                    <a16:creationId xmlns:a16="http://schemas.microsoft.com/office/drawing/2014/main" id="{AFDD0B00-90DC-4B5D-9DBD-8F39CFCD67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6" y="3943"/>
                <a:ext cx="8" cy="15"/>
              </a:xfrm>
              <a:custGeom>
                <a:avLst/>
                <a:gdLst>
                  <a:gd name="T0" fmla="*/ 8 w 8"/>
                  <a:gd name="T1" fmla="*/ 0 h 14"/>
                  <a:gd name="T2" fmla="*/ 2 w 8"/>
                  <a:gd name="T3" fmla="*/ 17 h 14"/>
                  <a:gd name="T4" fmla="*/ 8 w 8"/>
                  <a:gd name="T5" fmla="*/ 1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4">
                    <a:moveTo>
                      <a:pt x="8" y="0"/>
                    </a:moveTo>
                    <a:cubicBezTo>
                      <a:pt x="3" y="2"/>
                      <a:pt x="0" y="9"/>
                      <a:pt x="2" y="14"/>
                    </a:cubicBezTo>
                    <a:cubicBezTo>
                      <a:pt x="2" y="9"/>
                      <a:pt x="5" y="5"/>
                      <a:pt x="8" y="1"/>
                    </a:cubicBezTo>
                  </a:path>
                </a:pathLst>
              </a:custGeom>
              <a:solidFill>
                <a:srgbClr val="8C3F3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809" name="Freeform 254">
                <a:extLst>
                  <a:ext uri="{FF2B5EF4-FFF2-40B4-BE49-F238E27FC236}">
                    <a16:creationId xmlns:a16="http://schemas.microsoft.com/office/drawing/2014/main" id="{C16FE44F-A339-4061-8119-7FBBEFA566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9" y="3938"/>
                <a:ext cx="26" cy="26"/>
              </a:xfrm>
              <a:custGeom>
                <a:avLst/>
                <a:gdLst>
                  <a:gd name="T0" fmla="*/ 26 w 25"/>
                  <a:gd name="T1" fmla="*/ 2 h 25"/>
                  <a:gd name="T2" fmla="*/ 20 w 25"/>
                  <a:gd name="T3" fmla="*/ 6 h 25"/>
                  <a:gd name="T4" fmla="*/ 9 w 25"/>
                  <a:gd name="T5" fmla="*/ 10 h 25"/>
                  <a:gd name="T6" fmla="*/ 0 w 25"/>
                  <a:gd name="T7" fmla="*/ 25 h 25"/>
                  <a:gd name="T8" fmla="*/ 0 w 25"/>
                  <a:gd name="T9" fmla="*/ 24 h 25"/>
                  <a:gd name="T10" fmla="*/ 5 w 25"/>
                  <a:gd name="T11" fmla="*/ 28 h 25"/>
                  <a:gd name="T12" fmla="*/ 12 w 25"/>
                  <a:gd name="T13" fmla="*/ 16 h 25"/>
                  <a:gd name="T14" fmla="*/ 28 w 25"/>
                  <a:gd name="T15" fmla="*/ 0 h 2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5" h="25">
                    <a:moveTo>
                      <a:pt x="23" y="2"/>
                    </a:moveTo>
                    <a:cubicBezTo>
                      <a:pt x="22" y="1"/>
                      <a:pt x="19" y="5"/>
                      <a:pt x="17" y="6"/>
                    </a:cubicBezTo>
                    <a:cubicBezTo>
                      <a:pt x="15" y="8"/>
                      <a:pt x="11" y="8"/>
                      <a:pt x="9" y="10"/>
                    </a:cubicBezTo>
                    <a:cubicBezTo>
                      <a:pt x="5" y="12"/>
                      <a:pt x="1" y="18"/>
                      <a:pt x="0" y="22"/>
                    </a:cubicBezTo>
                    <a:cubicBezTo>
                      <a:pt x="0" y="22"/>
                      <a:pt x="0" y="21"/>
                      <a:pt x="0" y="21"/>
                    </a:cubicBezTo>
                    <a:cubicBezTo>
                      <a:pt x="2" y="22"/>
                      <a:pt x="4" y="23"/>
                      <a:pt x="5" y="25"/>
                    </a:cubicBezTo>
                    <a:cubicBezTo>
                      <a:pt x="5" y="19"/>
                      <a:pt x="7" y="17"/>
                      <a:pt x="12" y="13"/>
                    </a:cubicBezTo>
                    <a:cubicBezTo>
                      <a:pt x="16" y="9"/>
                      <a:pt x="20" y="2"/>
                      <a:pt x="25" y="0"/>
                    </a:cubicBezTo>
                  </a:path>
                </a:pathLst>
              </a:custGeom>
              <a:solidFill>
                <a:srgbClr val="8C3F3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810" name="Freeform 255">
                <a:extLst>
                  <a:ext uri="{FF2B5EF4-FFF2-40B4-BE49-F238E27FC236}">
                    <a16:creationId xmlns:a16="http://schemas.microsoft.com/office/drawing/2014/main" id="{341BC08A-640C-4C72-A318-AE0D943276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3" y="3949"/>
                <a:ext cx="18" cy="28"/>
              </a:xfrm>
              <a:custGeom>
                <a:avLst/>
                <a:gdLst>
                  <a:gd name="T0" fmla="*/ 20 w 17"/>
                  <a:gd name="T1" fmla="*/ 1 h 26"/>
                  <a:gd name="T2" fmla="*/ 12 w 17"/>
                  <a:gd name="T3" fmla="*/ 15 h 26"/>
                  <a:gd name="T4" fmla="*/ 0 w 17"/>
                  <a:gd name="T5" fmla="*/ 20 h 26"/>
                  <a:gd name="T6" fmla="*/ 19 w 17"/>
                  <a:gd name="T7" fmla="*/ 0 h 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26">
                    <a:moveTo>
                      <a:pt x="17" y="1"/>
                    </a:moveTo>
                    <a:cubicBezTo>
                      <a:pt x="14" y="4"/>
                      <a:pt x="13" y="9"/>
                      <a:pt x="9" y="12"/>
                    </a:cubicBezTo>
                    <a:cubicBezTo>
                      <a:pt x="6" y="14"/>
                      <a:pt x="3" y="15"/>
                      <a:pt x="0" y="17"/>
                    </a:cubicBezTo>
                    <a:cubicBezTo>
                      <a:pt x="9" y="26"/>
                      <a:pt x="14" y="6"/>
                      <a:pt x="16" y="0"/>
                    </a:cubicBezTo>
                  </a:path>
                </a:pathLst>
              </a:custGeom>
              <a:solidFill>
                <a:srgbClr val="8C3F3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811" name="Freeform 256">
                <a:extLst>
                  <a:ext uri="{FF2B5EF4-FFF2-40B4-BE49-F238E27FC236}">
                    <a16:creationId xmlns:a16="http://schemas.microsoft.com/office/drawing/2014/main" id="{D65049DD-340B-42EA-BF07-ACB7E00067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3" y="3983"/>
                <a:ext cx="27" cy="30"/>
              </a:xfrm>
              <a:custGeom>
                <a:avLst/>
                <a:gdLst>
                  <a:gd name="T0" fmla="*/ 5 w 25"/>
                  <a:gd name="T1" fmla="*/ 0 h 28"/>
                  <a:gd name="T2" fmla="*/ 5 w 25"/>
                  <a:gd name="T3" fmla="*/ 19 h 28"/>
                  <a:gd name="T4" fmla="*/ 31 w 25"/>
                  <a:gd name="T5" fmla="*/ 30 h 28"/>
                  <a:gd name="T6" fmla="*/ 17 w 25"/>
                  <a:gd name="T7" fmla="*/ 18 h 28"/>
                  <a:gd name="T8" fmla="*/ 11 w 25"/>
                  <a:gd name="T9" fmla="*/ 0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28">
                    <a:moveTo>
                      <a:pt x="5" y="0"/>
                    </a:moveTo>
                    <a:cubicBezTo>
                      <a:pt x="0" y="4"/>
                      <a:pt x="3" y="11"/>
                      <a:pt x="5" y="16"/>
                    </a:cubicBezTo>
                    <a:cubicBezTo>
                      <a:pt x="8" y="21"/>
                      <a:pt x="19" y="28"/>
                      <a:pt x="25" y="24"/>
                    </a:cubicBezTo>
                    <a:cubicBezTo>
                      <a:pt x="20" y="22"/>
                      <a:pt x="17" y="18"/>
                      <a:pt x="14" y="15"/>
                    </a:cubicBezTo>
                    <a:cubicBezTo>
                      <a:pt x="10" y="11"/>
                      <a:pt x="5" y="6"/>
                      <a:pt x="8" y="0"/>
                    </a:cubicBezTo>
                  </a:path>
                </a:pathLst>
              </a:custGeom>
              <a:solidFill>
                <a:srgbClr val="8C3F3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812" name="Freeform 257">
                <a:extLst>
                  <a:ext uri="{FF2B5EF4-FFF2-40B4-BE49-F238E27FC236}">
                    <a16:creationId xmlns:a16="http://schemas.microsoft.com/office/drawing/2014/main" id="{08674856-CD2B-41CE-BCDC-6299AA1ABC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5" y="3977"/>
                <a:ext cx="13" cy="22"/>
              </a:xfrm>
              <a:custGeom>
                <a:avLst/>
                <a:gdLst>
                  <a:gd name="T0" fmla="*/ 5 w 12"/>
                  <a:gd name="T1" fmla="*/ 2 h 21"/>
                  <a:gd name="T2" fmla="*/ 15 w 12"/>
                  <a:gd name="T3" fmla="*/ 22 h 21"/>
                  <a:gd name="T4" fmla="*/ 9 w 12"/>
                  <a:gd name="T5" fmla="*/ 0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21">
                    <a:moveTo>
                      <a:pt x="5" y="2"/>
                    </a:moveTo>
                    <a:cubicBezTo>
                      <a:pt x="0" y="0"/>
                      <a:pt x="0" y="21"/>
                      <a:pt x="12" y="19"/>
                    </a:cubicBezTo>
                    <a:cubicBezTo>
                      <a:pt x="7" y="14"/>
                      <a:pt x="2" y="7"/>
                      <a:pt x="6" y="0"/>
                    </a:cubicBezTo>
                  </a:path>
                </a:pathLst>
              </a:custGeom>
              <a:solidFill>
                <a:srgbClr val="8C3F3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813" name="Freeform 258">
                <a:extLst>
                  <a:ext uri="{FF2B5EF4-FFF2-40B4-BE49-F238E27FC236}">
                    <a16:creationId xmlns:a16="http://schemas.microsoft.com/office/drawing/2014/main" id="{D5457222-B814-4ECE-A53F-3E963B1E68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1" y="3971"/>
                <a:ext cx="7" cy="14"/>
              </a:xfrm>
              <a:custGeom>
                <a:avLst/>
                <a:gdLst>
                  <a:gd name="T0" fmla="*/ 2 w 6"/>
                  <a:gd name="T1" fmla="*/ 0 h 13"/>
                  <a:gd name="T2" fmla="*/ 9 w 6"/>
                  <a:gd name="T3" fmla="*/ 16 h 13"/>
                  <a:gd name="T4" fmla="*/ 7 w 6"/>
                  <a:gd name="T5" fmla="*/ 1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13">
                    <a:moveTo>
                      <a:pt x="2" y="0"/>
                    </a:moveTo>
                    <a:cubicBezTo>
                      <a:pt x="0" y="4"/>
                      <a:pt x="0" y="12"/>
                      <a:pt x="6" y="13"/>
                    </a:cubicBezTo>
                    <a:cubicBezTo>
                      <a:pt x="5" y="9"/>
                      <a:pt x="2" y="5"/>
                      <a:pt x="4" y="1"/>
                    </a:cubicBezTo>
                  </a:path>
                </a:pathLst>
              </a:custGeom>
              <a:solidFill>
                <a:srgbClr val="8C3F3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814" name="Freeform 259">
                <a:extLst>
                  <a:ext uri="{FF2B5EF4-FFF2-40B4-BE49-F238E27FC236}">
                    <a16:creationId xmlns:a16="http://schemas.microsoft.com/office/drawing/2014/main" id="{12AAE441-8CBC-4B4C-B741-03FDAEFD36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8" y="3926"/>
                <a:ext cx="68" cy="60"/>
              </a:xfrm>
              <a:custGeom>
                <a:avLst/>
                <a:gdLst>
                  <a:gd name="T0" fmla="*/ 0 w 64"/>
                  <a:gd name="T1" fmla="*/ 61 h 57"/>
                  <a:gd name="T2" fmla="*/ 28 w 64"/>
                  <a:gd name="T3" fmla="*/ 47 h 57"/>
                  <a:gd name="T4" fmla="*/ 40 w 64"/>
                  <a:gd name="T5" fmla="*/ 27 h 57"/>
                  <a:gd name="T6" fmla="*/ 77 w 64"/>
                  <a:gd name="T7" fmla="*/ 0 h 57"/>
                  <a:gd name="T8" fmla="*/ 53 w 64"/>
                  <a:gd name="T9" fmla="*/ 14 h 57"/>
                  <a:gd name="T10" fmla="*/ 28 w 64"/>
                  <a:gd name="T11" fmla="*/ 29 h 57"/>
                  <a:gd name="T12" fmla="*/ 18 w 64"/>
                  <a:gd name="T13" fmla="*/ 48 h 57"/>
                  <a:gd name="T14" fmla="*/ 3 w 64"/>
                  <a:gd name="T15" fmla="*/ 58 h 5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4" h="57">
                    <a:moveTo>
                      <a:pt x="0" y="52"/>
                    </a:moveTo>
                    <a:cubicBezTo>
                      <a:pt x="8" y="57"/>
                      <a:pt x="20" y="47"/>
                      <a:pt x="23" y="41"/>
                    </a:cubicBezTo>
                    <a:cubicBezTo>
                      <a:pt x="27" y="34"/>
                      <a:pt x="27" y="27"/>
                      <a:pt x="34" y="24"/>
                    </a:cubicBezTo>
                    <a:cubicBezTo>
                      <a:pt x="45" y="18"/>
                      <a:pt x="52" y="3"/>
                      <a:pt x="64" y="0"/>
                    </a:cubicBezTo>
                    <a:cubicBezTo>
                      <a:pt x="57" y="2"/>
                      <a:pt x="50" y="8"/>
                      <a:pt x="44" y="11"/>
                    </a:cubicBezTo>
                    <a:cubicBezTo>
                      <a:pt x="36" y="15"/>
                      <a:pt x="28" y="18"/>
                      <a:pt x="23" y="26"/>
                    </a:cubicBezTo>
                    <a:cubicBezTo>
                      <a:pt x="19" y="31"/>
                      <a:pt x="19" y="38"/>
                      <a:pt x="15" y="42"/>
                    </a:cubicBezTo>
                    <a:cubicBezTo>
                      <a:pt x="12" y="45"/>
                      <a:pt x="7" y="48"/>
                      <a:pt x="3" y="49"/>
                    </a:cubicBezTo>
                  </a:path>
                </a:pathLst>
              </a:custGeom>
              <a:solidFill>
                <a:srgbClr val="6C2D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815" name="Freeform 260">
                <a:extLst>
                  <a:ext uri="{FF2B5EF4-FFF2-40B4-BE49-F238E27FC236}">
                    <a16:creationId xmlns:a16="http://schemas.microsoft.com/office/drawing/2014/main" id="{7498DE0B-0F2A-4A7E-A482-B4EE3C0053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8" y="3678"/>
                <a:ext cx="94" cy="131"/>
              </a:xfrm>
              <a:custGeom>
                <a:avLst/>
                <a:gdLst>
                  <a:gd name="T0" fmla="*/ 57 w 89"/>
                  <a:gd name="T1" fmla="*/ 146 h 124"/>
                  <a:gd name="T2" fmla="*/ 99 w 89"/>
                  <a:gd name="T3" fmla="*/ 96 h 124"/>
                  <a:gd name="T4" fmla="*/ 100 w 89"/>
                  <a:gd name="T5" fmla="*/ 31 h 124"/>
                  <a:gd name="T6" fmla="*/ 96 w 89"/>
                  <a:gd name="T7" fmla="*/ 15 h 124"/>
                  <a:gd name="T8" fmla="*/ 71 w 89"/>
                  <a:gd name="T9" fmla="*/ 5 h 124"/>
                  <a:gd name="T10" fmla="*/ 0 w 89"/>
                  <a:gd name="T11" fmla="*/ 2 h 124"/>
                  <a:gd name="T12" fmla="*/ 67 w 89"/>
                  <a:gd name="T13" fmla="*/ 15 h 124"/>
                  <a:gd name="T14" fmla="*/ 87 w 89"/>
                  <a:gd name="T15" fmla="*/ 19 h 124"/>
                  <a:gd name="T16" fmla="*/ 89 w 89"/>
                  <a:gd name="T17" fmla="*/ 40 h 124"/>
                  <a:gd name="T18" fmla="*/ 91 w 89"/>
                  <a:gd name="T19" fmla="*/ 102 h 124"/>
                  <a:gd name="T20" fmla="*/ 61 w 89"/>
                  <a:gd name="T21" fmla="*/ 145 h 12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9" h="124">
                    <a:moveTo>
                      <a:pt x="48" y="124"/>
                    </a:moveTo>
                    <a:cubicBezTo>
                      <a:pt x="69" y="116"/>
                      <a:pt x="79" y="104"/>
                      <a:pt x="84" y="81"/>
                    </a:cubicBezTo>
                    <a:cubicBezTo>
                      <a:pt x="88" y="62"/>
                      <a:pt x="81" y="45"/>
                      <a:pt x="85" y="26"/>
                    </a:cubicBezTo>
                    <a:cubicBezTo>
                      <a:pt x="86" y="17"/>
                      <a:pt x="89" y="17"/>
                      <a:pt x="81" y="12"/>
                    </a:cubicBezTo>
                    <a:cubicBezTo>
                      <a:pt x="74" y="8"/>
                      <a:pt x="68" y="7"/>
                      <a:pt x="60" y="5"/>
                    </a:cubicBezTo>
                    <a:cubicBezTo>
                      <a:pt x="39" y="0"/>
                      <a:pt x="20" y="1"/>
                      <a:pt x="0" y="2"/>
                    </a:cubicBezTo>
                    <a:cubicBezTo>
                      <a:pt x="19" y="3"/>
                      <a:pt x="37" y="12"/>
                      <a:pt x="57" y="12"/>
                    </a:cubicBezTo>
                    <a:cubicBezTo>
                      <a:pt x="63" y="12"/>
                      <a:pt x="70" y="11"/>
                      <a:pt x="74" y="16"/>
                    </a:cubicBezTo>
                    <a:cubicBezTo>
                      <a:pt x="78" y="21"/>
                      <a:pt x="76" y="28"/>
                      <a:pt x="76" y="34"/>
                    </a:cubicBezTo>
                    <a:cubicBezTo>
                      <a:pt x="76" y="52"/>
                      <a:pt x="83" y="69"/>
                      <a:pt x="77" y="87"/>
                    </a:cubicBezTo>
                    <a:cubicBezTo>
                      <a:pt x="72" y="102"/>
                      <a:pt x="62" y="112"/>
                      <a:pt x="52" y="123"/>
                    </a:cubicBezTo>
                  </a:path>
                </a:pathLst>
              </a:custGeom>
              <a:solidFill>
                <a:srgbClr val="6C2D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816" name="Freeform 261">
                <a:extLst>
                  <a:ext uri="{FF2B5EF4-FFF2-40B4-BE49-F238E27FC236}">
                    <a16:creationId xmlns:a16="http://schemas.microsoft.com/office/drawing/2014/main" id="{5CD3A46C-3CF9-446E-8307-E08B7267A2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1" y="3827"/>
                <a:ext cx="118" cy="100"/>
              </a:xfrm>
              <a:custGeom>
                <a:avLst/>
                <a:gdLst>
                  <a:gd name="T0" fmla="*/ 130 w 112"/>
                  <a:gd name="T1" fmla="*/ 0 h 95"/>
                  <a:gd name="T2" fmla="*/ 126 w 112"/>
                  <a:gd name="T3" fmla="*/ 47 h 95"/>
                  <a:gd name="T4" fmla="*/ 117 w 112"/>
                  <a:gd name="T5" fmla="*/ 76 h 95"/>
                  <a:gd name="T6" fmla="*/ 80 w 112"/>
                  <a:gd name="T7" fmla="*/ 96 h 95"/>
                  <a:gd name="T8" fmla="*/ 40 w 112"/>
                  <a:gd name="T9" fmla="*/ 101 h 95"/>
                  <a:gd name="T10" fmla="*/ 0 w 112"/>
                  <a:gd name="T11" fmla="*/ 105 h 95"/>
                  <a:gd name="T12" fmla="*/ 40 w 112"/>
                  <a:gd name="T13" fmla="*/ 41 h 95"/>
                  <a:gd name="T14" fmla="*/ 32 w 112"/>
                  <a:gd name="T15" fmla="*/ 83 h 95"/>
                  <a:gd name="T16" fmla="*/ 37 w 112"/>
                  <a:gd name="T17" fmla="*/ 93 h 95"/>
                  <a:gd name="T18" fmla="*/ 58 w 112"/>
                  <a:gd name="T19" fmla="*/ 88 h 95"/>
                  <a:gd name="T20" fmla="*/ 104 w 112"/>
                  <a:gd name="T21" fmla="*/ 68 h 95"/>
                  <a:gd name="T22" fmla="*/ 122 w 112"/>
                  <a:gd name="T23" fmla="*/ 38 h 95"/>
                  <a:gd name="T24" fmla="*/ 126 w 112"/>
                  <a:gd name="T25" fmla="*/ 5 h 9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12" h="95">
                    <a:moveTo>
                      <a:pt x="111" y="0"/>
                    </a:moveTo>
                    <a:cubicBezTo>
                      <a:pt x="112" y="13"/>
                      <a:pt x="109" y="28"/>
                      <a:pt x="108" y="41"/>
                    </a:cubicBezTo>
                    <a:cubicBezTo>
                      <a:pt x="107" y="51"/>
                      <a:pt x="105" y="57"/>
                      <a:pt x="100" y="65"/>
                    </a:cubicBezTo>
                    <a:cubicBezTo>
                      <a:pt x="92" y="74"/>
                      <a:pt x="80" y="80"/>
                      <a:pt x="68" y="82"/>
                    </a:cubicBezTo>
                    <a:cubicBezTo>
                      <a:pt x="57" y="85"/>
                      <a:pt x="45" y="83"/>
                      <a:pt x="34" y="86"/>
                    </a:cubicBezTo>
                    <a:cubicBezTo>
                      <a:pt x="24" y="88"/>
                      <a:pt x="9" y="95"/>
                      <a:pt x="0" y="90"/>
                    </a:cubicBezTo>
                    <a:cubicBezTo>
                      <a:pt x="17" y="76"/>
                      <a:pt x="31" y="59"/>
                      <a:pt x="34" y="35"/>
                    </a:cubicBezTo>
                    <a:cubicBezTo>
                      <a:pt x="34" y="48"/>
                      <a:pt x="29" y="59"/>
                      <a:pt x="27" y="71"/>
                    </a:cubicBezTo>
                    <a:cubicBezTo>
                      <a:pt x="26" y="76"/>
                      <a:pt x="24" y="79"/>
                      <a:pt x="31" y="80"/>
                    </a:cubicBezTo>
                    <a:cubicBezTo>
                      <a:pt x="37" y="80"/>
                      <a:pt x="43" y="76"/>
                      <a:pt x="49" y="76"/>
                    </a:cubicBezTo>
                    <a:cubicBezTo>
                      <a:pt x="65" y="74"/>
                      <a:pt x="77" y="69"/>
                      <a:pt x="89" y="59"/>
                    </a:cubicBezTo>
                    <a:cubicBezTo>
                      <a:pt x="97" y="51"/>
                      <a:pt x="100" y="43"/>
                      <a:pt x="104" y="32"/>
                    </a:cubicBezTo>
                    <a:cubicBezTo>
                      <a:pt x="107" y="23"/>
                      <a:pt x="111" y="15"/>
                      <a:pt x="108" y="5"/>
                    </a:cubicBezTo>
                  </a:path>
                </a:pathLst>
              </a:custGeom>
              <a:solidFill>
                <a:srgbClr val="6C2D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817" name="Freeform 262">
                <a:extLst>
                  <a:ext uri="{FF2B5EF4-FFF2-40B4-BE49-F238E27FC236}">
                    <a16:creationId xmlns:a16="http://schemas.microsoft.com/office/drawing/2014/main" id="{ADAF7288-D34E-4F70-89F7-3580741A9E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2" y="3779"/>
                <a:ext cx="109" cy="68"/>
              </a:xfrm>
              <a:custGeom>
                <a:avLst/>
                <a:gdLst>
                  <a:gd name="T0" fmla="*/ 0 w 103"/>
                  <a:gd name="T1" fmla="*/ 13 h 64"/>
                  <a:gd name="T2" fmla="*/ 70 w 103"/>
                  <a:gd name="T3" fmla="*/ 3 h 64"/>
                  <a:gd name="T4" fmla="*/ 122 w 103"/>
                  <a:gd name="T5" fmla="*/ 43 h 64"/>
                  <a:gd name="T6" fmla="*/ 80 w 103"/>
                  <a:gd name="T7" fmla="*/ 28 h 64"/>
                  <a:gd name="T8" fmla="*/ 70 w 103"/>
                  <a:gd name="T9" fmla="*/ 77 h 64"/>
                  <a:gd name="T10" fmla="*/ 65 w 103"/>
                  <a:gd name="T11" fmla="*/ 49 h 64"/>
                  <a:gd name="T12" fmla="*/ 42 w 103"/>
                  <a:gd name="T13" fmla="*/ 32 h 64"/>
                  <a:gd name="T14" fmla="*/ 23 w 103"/>
                  <a:gd name="T15" fmla="*/ 22 h 64"/>
                  <a:gd name="T16" fmla="*/ 2 w 103"/>
                  <a:gd name="T17" fmla="*/ 15 h 6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3" h="64">
                    <a:moveTo>
                      <a:pt x="0" y="10"/>
                    </a:moveTo>
                    <a:cubicBezTo>
                      <a:pt x="20" y="20"/>
                      <a:pt x="39" y="5"/>
                      <a:pt x="59" y="3"/>
                    </a:cubicBezTo>
                    <a:cubicBezTo>
                      <a:pt x="82" y="0"/>
                      <a:pt x="94" y="17"/>
                      <a:pt x="103" y="36"/>
                    </a:cubicBezTo>
                    <a:cubicBezTo>
                      <a:pt x="97" y="27"/>
                      <a:pt x="78" y="16"/>
                      <a:pt x="68" y="23"/>
                    </a:cubicBezTo>
                    <a:cubicBezTo>
                      <a:pt x="57" y="31"/>
                      <a:pt x="63" y="52"/>
                      <a:pt x="59" y="64"/>
                    </a:cubicBezTo>
                    <a:cubicBezTo>
                      <a:pt x="60" y="56"/>
                      <a:pt x="58" y="47"/>
                      <a:pt x="55" y="40"/>
                    </a:cubicBezTo>
                    <a:cubicBezTo>
                      <a:pt x="51" y="30"/>
                      <a:pt x="44" y="29"/>
                      <a:pt x="36" y="26"/>
                    </a:cubicBezTo>
                    <a:cubicBezTo>
                      <a:pt x="30" y="24"/>
                      <a:pt x="25" y="21"/>
                      <a:pt x="20" y="19"/>
                    </a:cubicBezTo>
                    <a:cubicBezTo>
                      <a:pt x="14" y="16"/>
                      <a:pt x="7" y="16"/>
                      <a:pt x="2" y="12"/>
                    </a:cubicBezTo>
                  </a:path>
                </a:pathLst>
              </a:custGeom>
              <a:solidFill>
                <a:srgbClr val="6C2D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818" name="Freeform 263">
                <a:extLst>
                  <a:ext uri="{FF2B5EF4-FFF2-40B4-BE49-F238E27FC236}">
                    <a16:creationId xmlns:a16="http://schemas.microsoft.com/office/drawing/2014/main" id="{6A1A2982-C57F-49EA-AFD3-3345004B8E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0" y="3166"/>
                <a:ext cx="189" cy="310"/>
              </a:xfrm>
              <a:custGeom>
                <a:avLst/>
                <a:gdLst>
                  <a:gd name="T0" fmla="*/ 0 w 179"/>
                  <a:gd name="T1" fmla="*/ 13 h 294"/>
                  <a:gd name="T2" fmla="*/ 80 w 179"/>
                  <a:gd name="T3" fmla="*/ 1 h 294"/>
                  <a:gd name="T4" fmla="*/ 140 w 179"/>
                  <a:gd name="T5" fmla="*/ 1 h 294"/>
                  <a:gd name="T6" fmla="*/ 181 w 179"/>
                  <a:gd name="T7" fmla="*/ 6 h 294"/>
                  <a:gd name="T8" fmla="*/ 191 w 179"/>
                  <a:gd name="T9" fmla="*/ 53 h 294"/>
                  <a:gd name="T10" fmla="*/ 204 w 179"/>
                  <a:gd name="T11" fmla="*/ 190 h 294"/>
                  <a:gd name="T12" fmla="*/ 174 w 179"/>
                  <a:gd name="T13" fmla="*/ 345 h 294"/>
                  <a:gd name="T14" fmla="*/ 188 w 179"/>
                  <a:gd name="T15" fmla="*/ 236 h 294"/>
                  <a:gd name="T16" fmla="*/ 185 w 179"/>
                  <a:gd name="T17" fmla="*/ 154 h 294"/>
                  <a:gd name="T18" fmla="*/ 175 w 179"/>
                  <a:gd name="T19" fmla="*/ 108 h 294"/>
                  <a:gd name="T20" fmla="*/ 171 w 179"/>
                  <a:gd name="T21" fmla="*/ 53 h 294"/>
                  <a:gd name="T22" fmla="*/ 145 w 179"/>
                  <a:gd name="T23" fmla="*/ 43 h 294"/>
                  <a:gd name="T24" fmla="*/ 96 w 179"/>
                  <a:gd name="T25" fmla="*/ 34 h 294"/>
                  <a:gd name="T26" fmla="*/ 55 w 179"/>
                  <a:gd name="T27" fmla="*/ 24 h 294"/>
                  <a:gd name="T28" fmla="*/ 22 w 179"/>
                  <a:gd name="T29" fmla="*/ 20 h 294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79" h="294">
                    <a:moveTo>
                      <a:pt x="0" y="10"/>
                    </a:moveTo>
                    <a:cubicBezTo>
                      <a:pt x="24" y="10"/>
                      <a:pt x="45" y="2"/>
                      <a:pt x="68" y="1"/>
                    </a:cubicBezTo>
                    <a:cubicBezTo>
                      <a:pt x="85" y="0"/>
                      <a:pt x="103" y="1"/>
                      <a:pt x="119" y="1"/>
                    </a:cubicBezTo>
                    <a:cubicBezTo>
                      <a:pt x="127" y="1"/>
                      <a:pt x="147" y="1"/>
                      <a:pt x="153" y="6"/>
                    </a:cubicBezTo>
                    <a:cubicBezTo>
                      <a:pt x="162" y="13"/>
                      <a:pt x="161" y="35"/>
                      <a:pt x="162" y="45"/>
                    </a:cubicBezTo>
                    <a:cubicBezTo>
                      <a:pt x="166" y="84"/>
                      <a:pt x="168" y="123"/>
                      <a:pt x="173" y="162"/>
                    </a:cubicBezTo>
                    <a:cubicBezTo>
                      <a:pt x="179" y="210"/>
                      <a:pt x="154" y="248"/>
                      <a:pt x="148" y="294"/>
                    </a:cubicBezTo>
                    <a:cubicBezTo>
                      <a:pt x="149" y="263"/>
                      <a:pt x="158" y="232"/>
                      <a:pt x="160" y="201"/>
                    </a:cubicBezTo>
                    <a:cubicBezTo>
                      <a:pt x="161" y="178"/>
                      <a:pt x="160" y="154"/>
                      <a:pt x="157" y="131"/>
                    </a:cubicBezTo>
                    <a:cubicBezTo>
                      <a:pt x="154" y="118"/>
                      <a:pt x="151" y="105"/>
                      <a:pt x="149" y="92"/>
                    </a:cubicBezTo>
                    <a:cubicBezTo>
                      <a:pt x="147" y="78"/>
                      <a:pt x="149" y="57"/>
                      <a:pt x="145" y="45"/>
                    </a:cubicBezTo>
                    <a:cubicBezTo>
                      <a:pt x="140" y="31"/>
                      <a:pt x="135" y="36"/>
                      <a:pt x="123" y="37"/>
                    </a:cubicBezTo>
                    <a:cubicBezTo>
                      <a:pt x="108" y="38"/>
                      <a:pt x="95" y="33"/>
                      <a:pt x="81" y="28"/>
                    </a:cubicBezTo>
                    <a:cubicBezTo>
                      <a:pt x="69" y="25"/>
                      <a:pt x="58" y="23"/>
                      <a:pt x="46" y="21"/>
                    </a:cubicBezTo>
                    <a:cubicBezTo>
                      <a:pt x="38" y="20"/>
                      <a:pt x="24" y="23"/>
                      <a:pt x="19" y="17"/>
                    </a:cubicBezTo>
                  </a:path>
                </a:pathLst>
              </a:custGeom>
              <a:solidFill>
                <a:srgbClr val="6C2D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819" name="Freeform 264">
                <a:extLst>
                  <a:ext uri="{FF2B5EF4-FFF2-40B4-BE49-F238E27FC236}">
                    <a16:creationId xmlns:a16="http://schemas.microsoft.com/office/drawing/2014/main" id="{542D15B2-EA88-4C61-B312-30A8B8562E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2" y="3319"/>
                <a:ext cx="150" cy="337"/>
              </a:xfrm>
              <a:custGeom>
                <a:avLst/>
                <a:gdLst>
                  <a:gd name="T0" fmla="*/ 158 w 142"/>
                  <a:gd name="T1" fmla="*/ 135 h 319"/>
                  <a:gd name="T2" fmla="*/ 95 w 142"/>
                  <a:gd name="T3" fmla="*/ 278 h 319"/>
                  <a:gd name="T4" fmla="*/ 0 w 142"/>
                  <a:gd name="T5" fmla="*/ 376 h 319"/>
                  <a:gd name="T6" fmla="*/ 85 w 142"/>
                  <a:gd name="T7" fmla="*/ 268 h 319"/>
                  <a:gd name="T8" fmla="*/ 135 w 142"/>
                  <a:gd name="T9" fmla="*/ 163 h 319"/>
                  <a:gd name="T10" fmla="*/ 161 w 142"/>
                  <a:gd name="T11" fmla="*/ 0 h 31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2" h="319">
                    <a:moveTo>
                      <a:pt x="134" y="115"/>
                    </a:moveTo>
                    <a:cubicBezTo>
                      <a:pt x="130" y="158"/>
                      <a:pt x="104" y="201"/>
                      <a:pt x="80" y="236"/>
                    </a:cubicBezTo>
                    <a:cubicBezTo>
                      <a:pt x="60" y="265"/>
                      <a:pt x="30" y="301"/>
                      <a:pt x="0" y="319"/>
                    </a:cubicBezTo>
                    <a:cubicBezTo>
                      <a:pt x="25" y="292"/>
                      <a:pt x="54" y="260"/>
                      <a:pt x="72" y="227"/>
                    </a:cubicBezTo>
                    <a:cubicBezTo>
                      <a:pt x="88" y="198"/>
                      <a:pt x="100" y="167"/>
                      <a:pt x="115" y="138"/>
                    </a:cubicBezTo>
                    <a:cubicBezTo>
                      <a:pt x="135" y="99"/>
                      <a:pt x="142" y="43"/>
                      <a:pt x="136" y="0"/>
                    </a:cubicBezTo>
                  </a:path>
                </a:pathLst>
              </a:custGeom>
              <a:solidFill>
                <a:srgbClr val="6C2D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820" name="Freeform 265">
                <a:extLst>
                  <a:ext uri="{FF2B5EF4-FFF2-40B4-BE49-F238E27FC236}">
                    <a16:creationId xmlns:a16="http://schemas.microsoft.com/office/drawing/2014/main" id="{517B7FB7-A900-4E21-9A8C-472FA91240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0" y="2491"/>
                <a:ext cx="123" cy="22"/>
              </a:xfrm>
              <a:custGeom>
                <a:avLst/>
                <a:gdLst>
                  <a:gd name="T0" fmla="*/ 136 w 117"/>
                  <a:gd name="T1" fmla="*/ 8 h 21"/>
                  <a:gd name="T2" fmla="*/ 81 w 117"/>
                  <a:gd name="T3" fmla="*/ 21 h 21"/>
                  <a:gd name="T4" fmla="*/ 0 w 117"/>
                  <a:gd name="T5" fmla="*/ 0 h 21"/>
                  <a:gd name="T6" fmla="*/ 132 w 117"/>
                  <a:gd name="T7" fmla="*/ 8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7" h="21">
                    <a:moveTo>
                      <a:pt x="117" y="8"/>
                    </a:moveTo>
                    <a:cubicBezTo>
                      <a:pt x="108" y="19"/>
                      <a:pt x="83" y="18"/>
                      <a:pt x="69" y="18"/>
                    </a:cubicBezTo>
                    <a:cubicBezTo>
                      <a:pt x="46" y="20"/>
                      <a:pt x="20" y="8"/>
                      <a:pt x="0" y="0"/>
                    </a:cubicBezTo>
                    <a:cubicBezTo>
                      <a:pt x="38" y="21"/>
                      <a:pt x="75" y="7"/>
                      <a:pt x="114" y="8"/>
                    </a:cubicBezTo>
                  </a:path>
                </a:pathLst>
              </a:custGeom>
              <a:solidFill>
                <a:srgbClr val="6C2D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821" name="Freeform 266">
                <a:extLst>
                  <a:ext uri="{FF2B5EF4-FFF2-40B4-BE49-F238E27FC236}">
                    <a16:creationId xmlns:a16="http://schemas.microsoft.com/office/drawing/2014/main" id="{4C35085D-B42F-4124-BF80-22082C232F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6" y="1592"/>
                <a:ext cx="37" cy="48"/>
              </a:xfrm>
              <a:custGeom>
                <a:avLst/>
                <a:gdLst>
                  <a:gd name="T0" fmla="*/ 41 w 35"/>
                  <a:gd name="T1" fmla="*/ 54 h 45"/>
                  <a:gd name="T2" fmla="*/ 0 w 35"/>
                  <a:gd name="T3" fmla="*/ 0 h 45"/>
                  <a:gd name="T4" fmla="*/ 3 w 35"/>
                  <a:gd name="T5" fmla="*/ 51 h 45"/>
                  <a:gd name="T6" fmla="*/ 41 w 35"/>
                  <a:gd name="T7" fmla="*/ 53 h 4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5" h="45">
                    <a:moveTo>
                      <a:pt x="35" y="45"/>
                    </a:moveTo>
                    <a:cubicBezTo>
                      <a:pt x="26" y="30"/>
                      <a:pt x="15" y="12"/>
                      <a:pt x="0" y="0"/>
                    </a:cubicBezTo>
                    <a:cubicBezTo>
                      <a:pt x="7" y="12"/>
                      <a:pt x="18" y="33"/>
                      <a:pt x="3" y="42"/>
                    </a:cubicBezTo>
                    <a:cubicBezTo>
                      <a:pt x="14" y="43"/>
                      <a:pt x="24" y="42"/>
                      <a:pt x="35" y="44"/>
                    </a:cubicBezTo>
                  </a:path>
                </a:pathLst>
              </a:custGeom>
              <a:solidFill>
                <a:srgbClr val="6C2D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822" name="Freeform 267">
                <a:extLst>
                  <a:ext uri="{FF2B5EF4-FFF2-40B4-BE49-F238E27FC236}">
                    <a16:creationId xmlns:a16="http://schemas.microsoft.com/office/drawing/2014/main" id="{BDF3FC89-8B04-4AFF-8F16-B7C74D6B1A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4" y="1646"/>
                <a:ext cx="63" cy="86"/>
              </a:xfrm>
              <a:custGeom>
                <a:avLst/>
                <a:gdLst>
                  <a:gd name="T0" fmla="*/ 0 w 60"/>
                  <a:gd name="T1" fmla="*/ 0 h 81"/>
                  <a:gd name="T2" fmla="*/ 39 w 60"/>
                  <a:gd name="T3" fmla="*/ 6 h 81"/>
                  <a:gd name="T4" fmla="*/ 61 w 60"/>
                  <a:gd name="T5" fmla="*/ 23 h 81"/>
                  <a:gd name="T6" fmla="*/ 64 w 60"/>
                  <a:gd name="T7" fmla="*/ 58 h 81"/>
                  <a:gd name="T8" fmla="*/ 45 w 60"/>
                  <a:gd name="T9" fmla="*/ 97 h 81"/>
                  <a:gd name="T10" fmla="*/ 49 w 60"/>
                  <a:gd name="T11" fmla="*/ 57 h 81"/>
                  <a:gd name="T12" fmla="*/ 44 w 60"/>
                  <a:gd name="T13" fmla="*/ 27 h 81"/>
                  <a:gd name="T14" fmla="*/ 24 w 60"/>
                  <a:gd name="T15" fmla="*/ 15 h 81"/>
                  <a:gd name="T16" fmla="*/ 7 w 60"/>
                  <a:gd name="T17" fmla="*/ 3 h 8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0" h="81">
                    <a:moveTo>
                      <a:pt x="0" y="0"/>
                    </a:moveTo>
                    <a:cubicBezTo>
                      <a:pt x="12" y="6"/>
                      <a:pt x="21" y="6"/>
                      <a:pt x="33" y="6"/>
                    </a:cubicBezTo>
                    <a:cubicBezTo>
                      <a:pt x="47" y="5"/>
                      <a:pt x="48" y="9"/>
                      <a:pt x="52" y="20"/>
                    </a:cubicBezTo>
                    <a:cubicBezTo>
                      <a:pt x="55" y="32"/>
                      <a:pt x="60" y="38"/>
                      <a:pt x="55" y="49"/>
                    </a:cubicBezTo>
                    <a:cubicBezTo>
                      <a:pt x="50" y="58"/>
                      <a:pt x="40" y="71"/>
                      <a:pt x="39" y="81"/>
                    </a:cubicBezTo>
                    <a:cubicBezTo>
                      <a:pt x="36" y="73"/>
                      <a:pt x="42" y="57"/>
                      <a:pt x="43" y="48"/>
                    </a:cubicBezTo>
                    <a:cubicBezTo>
                      <a:pt x="44" y="39"/>
                      <a:pt x="44" y="30"/>
                      <a:pt x="38" y="23"/>
                    </a:cubicBezTo>
                    <a:cubicBezTo>
                      <a:pt x="34" y="18"/>
                      <a:pt x="27" y="16"/>
                      <a:pt x="21" y="12"/>
                    </a:cubicBezTo>
                    <a:cubicBezTo>
                      <a:pt x="17" y="9"/>
                      <a:pt x="11" y="6"/>
                      <a:pt x="7" y="3"/>
                    </a:cubicBezTo>
                  </a:path>
                </a:pathLst>
              </a:custGeom>
              <a:solidFill>
                <a:srgbClr val="6C2D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823" name="Freeform 268">
                <a:extLst>
                  <a:ext uri="{FF2B5EF4-FFF2-40B4-BE49-F238E27FC236}">
                    <a16:creationId xmlns:a16="http://schemas.microsoft.com/office/drawing/2014/main" id="{021B4ACC-F318-48D4-B3AD-80276387C6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4" y="1797"/>
                <a:ext cx="77" cy="84"/>
              </a:xfrm>
              <a:custGeom>
                <a:avLst/>
                <a:gdLst>
                  <a:gd name="T0" fmla="*/ 0 w 73"/>
                  <a:gd name="T1" fmla="*/ 46 h 79"/>
                  <a:gd name="T2" fmla="*/ 26 w 73"/>
                  <a:gd name="T3" fmla="*/ 33 h 79"/>
                  <a:gd name="T4" fmla="*/ 46 w 73"/>
                  <a:gd name="T5" fmla="*/ 22 h 79"/>
                  <a:gd name="T6" fmla="*/ 85 w 73"/>
                  <a:gd name="T7" fmla="*/ 0 h 79"/>
                  <a:gd name="T8" fmla="*/ 44 w 73"/>
                  <a:gd name="T9" fmla="*/ 95 h 79"/>
                  <a:gd name="T10" fmla="*/ 46 w 73"/>
                  <a:gd name="T11" fmla="*/ 37 h 79"/>
                  <a:gd name="T12" fmla="*/ 22 w 73"/>
                  <a:gd name="T13" fmla="*/ 46 h 79"/>
                  <a:gd name="T14" fmla="*/ 0 w 73"/>
                  <a:gd name="T15" fmla="*/ 53 h 7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3" h="79">
                    <a:moveTo>
                      <a:pt x="0" y="38"/>
                    </a:moveTo>
                    <a:cubicBezTo>
                      <a:pt x="5" y="40"/>
                      <a:pt x="17" y="30"/>
                      <a:pt x="23" y="27"/>
                    </a:cubicBezTo>
                    <a:cubicBezTo>
                      <a:pt x="29" y="24"/>
                      <a:pt x="35" y="22"/>
                      <a:pt x="40" y="19"/>
                    </a:cubicBezTo>
                    <a:cubicBezTo>
                      <a:pt x="50" y="13"/>
                      <a:pt x="65" y="9"/>
                      <a:pt x="73" y="0"/>
                    </a:cubicBezTo>
                    <a:cubicBezTo>
                      <a:pt x="67" y="28"/>
                      <a:pt x="49" y="52"/>
                      <a:pt x="38" y="79"/>
                    </a:cubicBezTo>
                    <a:cubicBezTo>
                      <a:pt x="37" y="68"/>
                      <a:pt x="60" y="33"/>
                      <a:pt x="40" y="31"/>
                    </a:cubicBezTo>
                    <a:cubicBezTo>
                      <a:pt x="34" y="31"/>
                      <a:pt x="24" y="36"/>
                      <a:pt x="19" y="38"/>
                    </a:cubicBezTo>
                    <a:cubicBezTo>
                      <a:pt x="12" y="40"/>
                      <a:pt x="7" y="43"/>
                      <a:pt x="0" y="44"/>
                    </a:cubicBezTo>
                  </a:path>
                </a:pathLst>
              </a:custGeom>
              <a:solidFill>
                <a:srgbClr val="6C2D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824" name="Freeform 269">
                <a:extLst>
                  <a:ext uri="{FF2B5EF4-FFF2-40B4-BE49-F238E27FC236}">
                    <a16:creationId xmlns:a16="http://schemas.microsoft.com/office/drawing/2014/main" id="{9F6C2EB4-109A-4E43-B6D2-8DD3DEB0B7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3" y="1901"/>
                <a:ext cx="90" cy="51"/>
              </a:xfrm>
              <a:custGeom>
                <a:avLst/>
                <a:gdLst>
                  <a:gd name="T0" fmla="*/ 26 w 86"/>
                  <a:gd name="T1" fmla="*/ 0 h 49"/>
                  <a:gd name="T2" fmla="*/ 64 w 86"/>
                  <a:gd name="T3" fmla="*/ 5 h 49"/>
                  <a:gd name="T4" fmla="*/ 98 w 86"/>
                  <a:gd name="T5" fmla="*/ 35 h 49"/>
                  <a:gd name="T6" fmla="*/ 72 w 86"/>
                  <a:gd name="T7" fmla="*/ 17 h 49"/>
                  <a:gd name="T8" fmla="*/ 46 w 86"/>
                  <a:gd name="T9" fmla="*/ 20 h 49"/>
                  <a:gd name="T10" fmla="*/ 23 w 86"/>
                  <a:gd name="T11" fmla="*/ 23 h 49"/>
                  <a:gd name="T12" fmla="*/ 0 w 86"/>
                  <a:gd name="T13" fmla="*/ 55 h 49"/>
                  <a:gd name="T14" fmla="*/ 25 w 86"/>
                  <a:gd name="T15" fmla="*/ 3 h 4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6" h="49">
                    <a:moveTo>
                      <a:pt x="23" y="0"/>
                    </a:moveTo>
                    <a:cubicBezTo>
                      <a:pt x="30" y="12"/>
                      <a:pt x="45" y="4"/>
                      <a:pt x="55" y="5"/>
                    </a:cubicBezTo>
                    <a:cubicBezTo>
                      <a:pt x="68" y="6"/>
                      <a:pt x="78" y="21"/>
                      <a:pt x="86" y="32"/>
                    </a:cubicBezTo>
                    <a:cubicBezTo>
                      <a:pt x="78" y="28"/>
                      <a:pt x="71" y="16"/>
                      <a:pt x="63" y="14"/>
                    </a:cubicBezTo>
                    <a:cubicBezTo>
                      <a:pt x="56" y="11"/>
                      <a:pt x="48" y="17"/>
                      <a:pt x="40" y="17"/>
                    </a:cubicBezTo>
                    <a:cubicBezTo>
                      <a:pt x="32" y="16"/>
                      <a:pt x="28" y="15"/>
                      <a:pt x="20" y="20"/>
                    </a:cubicBezTo>
                    <a:cubicBezTo>
                      <a:pt x="9" y="27"/>
                      <a:pt x="4" y="37"/>
                      <a:pt x="0" y="49"/>
                    </a:cubicBezTo>
                    <a:cubicBezTo>
                      <a:pt x="7" y="33"/>
                      <a:pt x="18" y="19"/>
                      <a:pt x="22" y="3"/>
                    </a:cubicBezTo>
                  </a:path>
                </a:pathLst>
              </a:custGeom>
              <a:solidFill>
                <a:srgbClr val="8C3F3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825" name="Freeform 270">
                <a:extLst>
                  <a:ext uri="{FF2B5EF4-FFF2-40B4-BE49-F238E27FC236}">
                    <a16:creationId xmlns:a16="http://schemas.microsoft.com/office/drawing/2014/main" id="{A2F38B71-C579-46E3-993D-644D5C8D11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3" y="2175"/>
                <a:ext cx="121" cy="175"/>
              </a:xfrm>
              <a:custGeom>
                <a:avLst/>
                <a:gdLst>
                  <a:gd name="T0" fmla="*/ 28 w 115"/>
                  <a:gd name="T1" fmla="*/ 21 h 166"/>
                  <a:gd name="T2" fmla="*/ 78 w 115"/>
                  <a:gd name="T3" fmla="*/ 54 h 166"/>
                  <a:gd name="T4" fmla="*/ 65 w 115"/>
                  <a:gd name="T5" fmla="*/ 91 h 166"/>
                  <a:gd name="T6" fmla="*/ 28 w 115"/>
                  <a:gd name="T7" fmla="*/ 82 h 166"/>
                  <a:gd name="T8" fmla="*/ 0 w 115"/>
                  <a:gd name="T9" fmla="*/ 73 h 166"/>
                  <a:gd name="T10" fmla="*/ 59 w 115"/>
                  <a:gd name="T11" fmla="*/ 115 h 166"/>
                  <a:gd name="T12" fmla="*/ 65 w 115"/>
                  <a:gd name="T13" fmla="*/ 194 h 166"/>
                  <a:gd name="T14" fmla="*/ 64 w 115"/>
                  <a:gd name="T15" fmla="*/ 132 h 166"/>
                  <a:gd name="T16" fmla="*/ 70 w 115"/>
                  <a:gd name="T17" fmla="*/ 85 h 166"/>
                  <a:gd name="T18" fmla="*/ 88 w 115"/>
                  <a:gd name="T19" fmla="*/ 43 h 166"/>
                  <a:gd name="T20" fmla="*/ 106 w 115"/>
                  <a:gd name="T21" fmla="*/ 26 h 166"/>
                  <a:gd name="T22" fmla="*/ 134 w 115"/>
                  <a:gd name="T23" fmla="*/ 1 h 166"/>
                  <a:gd name="T24" fmla="*/ 106 w 115"/>
                  <a:gd name="T25" fmla="*/ 17 h 166"/>
                  <a:gd name="T26" fmla="*/ 81 w 115"/>
                  <a:gd name="T27" fmla="*/ 28 h 166"/>
                  <a:gd name="T28" fmla="*/ 55 w 115"/>
                  <a:gd name="T29" fmla="*/ 25 h 166"/>
                  <a:gd name="T30" fmla="*/ 33 w 115"/>
                  <a:gd name="T31" fmla="*/ 21 h 16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15" h="166">
                    <a:moveTo>
                      <a:pt x="25" y="18"/>
                    </a:moveTo>
                    <a:cubicBezTo>
                      <a:pt x="41" y="25"/>
                      <a:pt x="56" y="35"/>
                      <a:pt x="67" y="46"/>
                    </a:cubicBezTo>
                    <a:cubicBezTo>
                      <a:pt x="70" y="57"/>
                      <a:pt x="68" y="75"/>
                      <a:pt x="56" y="78"/>
                    </a:cubicBezTo>
                    <a:cubicBezTo>
                      <a:pt x="47" y="80"/>
                      <a:pt x="34" y="73"/>
                      <a:pt x="25" y="70"/>
                    </a:cubicBezTo>
                    <a:cubicBezTo>
                      <a:pt x="17" y="68"/>
                      <a:pt x="8" y="66"/>
                      <a:pt x="0" y="62"/>
                    </a:cubicBezTo>
                    <a:cubicBezTo>
                      <a:pt x="13" y="79"/>
                      <a:pt x="48" y="70"/>
                      <a:pt x="50" y="98"/>
                    </a:cubicBezTo>
                    <a:cubicBezTo>
                      <a:pt x="51" y="121"/>
                      <a:pt x="59" y="142"/>
                      <a:pt x="56" y="166"/>
                    </a:cubicBezTo>
                    <a:cubicBezTo>
                      <a:pt x="59" y="147"/>
                      <a:pt x="60" y="131"/>
                      <a:pt x="55" y="113"/>
                    </a:cubicBezTo>
                    <a:cubicBezTo>
                      <a:pt x="51" y="97"/>
                      <a:pt x="53" y="87"/>
                      <a:pt x="61" y="73"/>
                    </a:cubicBezTo>
                    <a:cubicBezTo>
                      <a:pt x="68" y="62"/>
                      <a:pt x="71" y="49"/>
                      <a:pt x="76" y="37"/>
                    </a:cubicBezTo>
                    <a:cubicBezTo>
                      <a:pt x="80" y="30"/>
                      <a:pt x="85" y="28"/>
                      <a:pt x="91" y="23"/>
                    </a:cubicBezTo>
                    <a:cubicBezTo>
                      <a:pt x="98" y="16"/>
                      <a:pt x="105" y="5"/>
                      <a:pt x="115" y="1"/>
                    </a:cubicBezTo>
                    <a:cubicBezTo>
                      <a:pt x="109" y="0"/>
                      <a:pt x="98" y="11"/>
                      <a:pt x="91" y="14"/>
                    </a:cubicBezTo>
                    <a:cubicBezTo>
                      <a:pt x="84" y="19"/>
                      <a:pt x="77" y="22"/>
                      <a:pt x="69" y="25"/>
                    </a:cubicBezTo>
                    <a:cubicBezTo>
                      <a:pt x="59" y="27"/>
                      <a:pt x="57" y="25"/>
                      <a:pt x="47" y="22"/>
                    </a:cubicBezTo>
                    <a:cubicBezTo>
                      <a:pt x="41" y="21"/>
                      <a:pt x="32" y="21"/>
                      <a:pt x="28" y="18"/>
                    </a:cubicBezTo>
                  </a:path>
                </a:pathLst>
              </a:custGeom>
              <a:solidFill>
                <a:srgbClr val="6C2D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826" name="Freeform 271">
                <a:extLst>
                  <a:ext uri="{FF2B5EF4-FFF2-40B4-BE49-F238E27FC236}">
                    <a16:creationId xmlns:a16="http://schemas.microsoft.com/office/drawing/2014/main" id="{740064BE-1989-42FD-AE01-065BE8541F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4" y="2397"/>
                <a:ext cx="32" cy="59"/>
              </a:xfrm>
              <a:custGeom>
                <a:avLst/>
                <a:gdLst>
                  <a:gd name="T0" fmla="*/ 34 w 31"/>
                  <a:gd name="T1" fmla="*/ 1 h 56"/>
                  <a:gd name="T2" fmla="*/ 24 w 31"/>
                  <a:gd name="T3" fmla="*/ 65 h 56"/>
                  <a:gd name="T4" fmla="*/ 0 w 31"/>
                  <a:gd name="T5" fmla="*/ 60 h 56"/>
                  <a:gd name="T6" fmla="*/ 20 w 31"/>
                  <a:gd name="T7" fmla="*/ 39 h 56"/>
                  <a:gd name="T8" fmla="*/ 32 w 31"/>
                  <a:gd name="T9" fmla="*/ 0 h 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56">
                    <a:moveTo>
                      <a:pt x="31" y="1"/>
                    </a:moveTo>
                    <a:cubicBezTo>
                      <a:pt x="21" y="18"/>
                      <a:pt x="21" y="37"/>
                      <a:pt x="21" y="56"/>
                    </a:cubicBezTo>
                    <a:cubicBezTo>
                      <a:pt x="20" y="46"/>
                      <a:pt x="6" y="47"/>
                      <a:pt x="0" y="51"/>
                    </a:cubicBezTo>
                    <a:cubicBezTo>
                      <a:pt x="4" y="46"/>
                      <a:pt x="13" y="40"/>
                      <a:pt x="17" y="33"/>
                    </a:cubicBezTo>
                    <a:cubicBezTo>
                      <a:pt x="22" y="25"/>
                      <a:pt x="28" y="10"/>
                      <a:pt x="29" y="0"/>
                    </a:cubicBezTo>
                  </a:path>
                </a:pathLst>
              </a:custGeom>
              <a:solidFill>
                <a:srgbClr val="6C2D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827" name="Freeform 272">
                <a:extLst>
                  <a:ext uri="{FF2B5EF4-FFF2-40B4-BE49-F238E27FC236}">
                    <a16:creationId xmlns:a16="http://schemas.microsoft.com/office/drawing/2014/main" id="{3D0CF752-7718-4224-8220-6CEC3A201E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6" y="1926"/>
                <a:ext cx="115" cy="208"/>
              </a:xfrm>
              <a:custGeom>
                <a:avLst/>
                <a:gdLst>
                  <a:gd name="T0" fmla="*/ 120 w 109"/>
                  <a:gd name="T1" fmla="*/ 0 h 197"/>
                  <a:gd name="T2" fmla="*/ 92 w 109"/>
                  <a:gd name="T3" fmla="*/ 38 h 197"/>
                  <a:gd name="T4" fmla="*/ 61 w 109"/>
                  <a:gd name="T5" fmla="*/ 93 h 197"/>
                  <a:gd name="T6" fmla="*/ 0 w 109"/>
                  <a:gd name="T7" fmla="*/ 232 h 197"/>
                  <a:gd name="T8" fmla="*/ 53 w 109"/>
                  <a:gd name="T9" fmla="*/ 160 h 197"/>
                  <a:gd name="T10" fmla="*/ 73 w 109"/>
                  <a:gd name="T11" fmla="*/ 99 h 197"/>
                  <a:gd name="T12" fmla="*/ 102 w 109"/>
                  <a:gd name="T13" fmla="*/ 48 h 197"/>
                  <a:gd name="T14" fmla="*/ 120 w 109"/>
                  <a:gd name="T15" fmla="*/ 26 h 197"/>
                  <a:gd name="T16" fmla="*/ 128 w 109"/>
                  <a:gd name="T17" fmla="*/ 1 h 19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9" h="197">
                    <a:moveTo>
                      <a:pt x="102" y="0"/>
                    </a:moveTo>
                    <a:cubicBezTo>
                      <a:pt x="93" y="9"/>
                      <a:pt x="86" y="22"/>
                      <a:pt x="78" y="32"/>
                    </a:cubicBezTo>
                    <a:cubicBezTo>
                      <a:pt x="66" y="46"/>
                      <a:pt x="58" y="62"/>
                      <a:pt x="52" y="79"/>
                    </a:cubicBezTo>
                    <a:cubicBezTo>
                      <a:pt x="38" y="121"/>
                      <a:pt x="30" y="163"/>
                      <a:pt x="0" y="197"/>
                    </a:cubicBezTo>
                    <a:cubicBezTo>
                      <a:pt x="16" y="177"/>
                      <a:pt x="33" y="159"/>
                      <a:pt x="45" y="136"/>
                    </a:cubicBezTo>
                    <a:cubicBezTo>
                      <a:pt x="54" y="119"/>
                      <a:pt x="56" y="102"/>
                      <a:pt x="62" y="84"/>
                    </a:cubicBezTo>
                    <a:cubicBezTo>
                      <a:pt x="68" y="69"/>
                      <a:pt x="77" y="54"/>
                      <a:pt x="87" y="41"/>
                    </a:cubicBezTo>
                    <a:cubicBezTo>
                      <a:pt x="92" y="35"/>
                      <a:pt x="98" y="31"/>
                      <a:pt x="102" y="23"/>
                    </a:cubicBezTo>
                    <a:cubicBezTo>
                      <a:pt x="105" y="17"/>
                      <a:pt x="107" y="8"/>
                      <a:pt x="109" y="1"/>
                    </a:cubicBezTo>
                  </a:path>
                </a:pathLst>
              </a:custGeom>
              <a:solidFill>
                <a:srgbClr val="6C2D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828" name="Freeform 273">
                <a:extLst>
                  <a:ext uri="{FF2B5EF4-FFF2-40B4-BE49-F238E27FC236}">
                    <a16:creationId xmlns:a16="http://schemas.microsoft.com/office/drawing/2014/main" id="{E515AC6A-6851-4058-A089-DA049D8013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4" y="2124"/>
                <a:ext cx="84" cy="109"/>
              </a:xfrm>
              <a:custGeom>
                <a:avLst/>
                <a:gdLst>
                  <a:gd name="T0" fmla="*/ 24 w 80"/>
                  <a:gd name="T1" fmla="*/ 0 h 103"/>
                  <a:gd name="T2" fmla="*/ 14 w 80"/>
                  <a:gd name="T3" fmla="*/ 79 h 103"/>
                  <a:gd name="T4" fmla="*/ 41 w 80"/>
                  <a:gd name="T5" fmla="*/ 103 h 103"/>
                  <a:gd name="T6" fmla="*/ 92 w 80"/>
                  <a:gd name="T7" fmla="*/ 122 h 103"/>
                  <a:gd name="T8" fmla="*/ 50 w 80"/>
                  <a:gd name="T9" fmla="*/ 96 h 103"/>
                  <a:gd name="T10" fmla="*/ 23 w 80"/>
                  <a:gd name="T11" fmla="*/ 77 h 103"/>
                  <a:gd name="T12" fmla="*/ 21 w 80"/>
                  <a:gd name="T13" fmla="*/ 4 h 10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0" h="103">
                    <a:moveTo>
                      <a:pt x="21" y="0"/>
                    </a:moveTo>
                    <a:cubicBezTo>
                      <a:pt x="17" y="22"/>
                      <a:pt x="0" y="45"/>
                      <a:pt x="11" y="67"/>
                    </a:cubicBezTo>
                    <a:cubicBezTo>
                      <a:pt x="17" y="80"/>
                      <a:pt x="22" y="82"/>
                      <a:pt x="35" y="87"/>
                    </a:cubicBezTo>
                    <a:cubicBezTo>
                      <a:pt x="50" y="93"/>
                      <a:pt x="65" y="99"/>
                      <a:pt x="80" y="103"/>
                    </a:cubicBezTo>
                    <a:cubicBezTo>
                      <a:pt x="70" y="95"/>
                      <a:pt x="56" y="88"/>
                      <a:pt x="44" y="81"/>
                    </a:cubicBezTo>
                    <a:cubicBezTo>
                      <a:pt x="37" y="76"/>
                      <a:pt x="24" y="72"/>
                      <a:pt x="20" y="65"/>
                    </a:cubicBezTo>
                    <a:cubicBezTo>
                      <a:pt x="8" y="49"/>
                      <a:pt x="26" y="21"/>
                      <a:pt x="18" y="4"/>
                    </a:cubicBezTo>
                  </a:path>
                </a:pathLst>
              </a:custGeom>
              <a:solidFill>
                <a:srgbClr val="8C3F3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829" name="Freeform 274">
                <a:extLst>
                  <a:ext uri="{FF2B5EF4-FFF2-40B4-BE49-F238E27FC236}">
                    <a16:creationId xmlns:a16="http://schemas.microsoft.com/office/drawing/2014/main" id="{AEAA9763-CF8F-43C3-B34D-ED29A1D637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1" y="2216"/>
                <a:ext cx="54" cy="85"/>
              </a:xfrm>
              <a:custGeom>
                <a:avLst/>
                <a:gdLst>
                  <a:gd name="T0" fmla="*/ 60 w 51"/>
                  <a:gd name="T1" fmla="*/ 13 h 80"/>
                  <a:gd name="T2" fmla="*/ 15 w 51"/>
                  <a:gd name="T3" fmla="*/ 22 h 80"/>
                  <a:gd name="T4" fmla="*/ 14 w 51"/>
                  <a:gd name="T5" fmla="*/ 54 h 80"/>
                  <a:gd name="T6" fmla="*/ 0 w 51"/>
                  <a:gd name="T7" fmla="*/ 96 h 80"/>
                  <a:gd name="T8" fmla="*/ 20 w 51"/>
                  <a:gd name="T9" fmla="*/ 34 h 80"/>
                  <a:gd name="T10" fmla="*/ 56 w 51"/>
                  <a:gd name="T11" fmla="*/ 13 h 8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1" h="80">
                    <a:moveTo>
                      <a:pt x="51" y="10"/>
                    </a:moveTo>
                    <a:cubicBezTo>
                      <a:pt x="36" y="7"/>
                      <a:pt x="17" y="0"/>
                      <a:pt x="12" y="19"/>
                    </a:cubicBezTo>
                    <a:cubicBezTo>
                      <a:pt x="9" y="28"/>
                      <a:pt x="11" y="36"/>
                      <a:pt x="11" y="45"/>
                    </a:cubicBezTo>
                    <a:cubicBezTo>
                      <a:pt x="11" y="57"/>
                      <a:pt x="4" y="68"/>
                      <a:pt x="0" y="80"/>
                    </a:cubicBezTo>
                    <a:cubicBezTo>
                      <a:pt x="11" y="64"/>
                      <a:pt x="16" y="47"/>
                      <a:pt x="17" y="28"/>
                    </a:cubicBezTo>
                    <a:cubicBezTo>
                      <a:pt x="18" y="9"/>
                      <a:pt x="30" y="10"/>
                      <a:pt x="47" y="10"/>
                    </a:cubicBezTo>
                  </a:path>
                </a:pathLst>
              </a:custGeom>
              <a:solidFill>
                <a:srgbClr val="8C3F3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830" name="Freeform 275">
                <a:extLst>
                  <a:ext uri="{FF2B5EF4-FFF2-40B4-BE49-F238E27FC236}">
                    <a16:creationId xmlns:a16="http://schemas.microsoft.com/office/drawing/2014/main" id="{303AD527-B5BA-4101-A6D6-CD7A270C31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5" y="2369"/>
                <a:ext cx="36" cy="108"/>
              </a:xfrm>
              <a:custGeom>
                <a:avLst/>
                <a:gdLst>
                  <a:gd name="T0" fmla="*/ 2 w 34"/>
                  <a:gd name="T1" fmla="*/ 0 h 102"/>
                  <a:gd name="T2" fmla="*/ 3 w 34"/>
                  <a:gd name="T3" fmla="*/ 30 h 102"/>
                  <a:gd name="T4" fmla="*/ 18 w 34"/>
                  <a:gd name="T5" fmla="*/ 49 h 102"/>
                  <a:gd name="T6" fmla="*/ 22 w 34"/>
                  <a:gd name="T7" fmla="*/ 75 h 102"/>
                  <a:gd name="T8" fmla="*/ 40 w 34"/>
                  <a:gd name="T9" fmla="*/ 121 h 102"/>
                  <a:gd name="T10" fmla="*/ 28 w 34"/>
                  <a:gd name="T11" fmla="*/ 55 h 102"/>
                  <a:gd name="T12" fmla="*/ 16 w 34"/>
                  <a:gd name="T13" fmla="*/ 35 h 102"/>
                  <a:gd name="T14" fmla="*/ 3 w 34"/>
                  <a:gd name="T15" fmla="*/ 4 h 10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4" h="102">
                    <a:moveTo>
                      <a:pt x="2" y="0"/>
                    </a:moveTo>
                    <a:cubicBezTo>
                      <a:pt x="2" y="8"/>
                      <a:pt x="0" y="17"/>
                      <a:pt x="3" y="25"/>
                    </a:cubicBezTo>
                    <a:cubicBezTo>
                      <a:pt x="5" y="31"/>
                      <a:pt x="12" y="35"/>
                      <a:pt x="15" y="41"/>
                    </a:cubicBezTo>
                    <a:cubicBezTo>
                      <a:pt x="18" y="47"/>
                      <a:pt x="18" y="56"/>
                      <a:pt x="19" y="63"/>
                    </a:cubicBezTo>
                    <a:cubicBezTo>
                      <a:pt x="21" y="77"/>
                      <a:pt x="28" y="89"/>
                      <a:pt x="34" y="102"/>
                    </a:cubicBezTo>
                    <a:cubicBezTo>
                      <a:pt x="21" y="87"/>
                      <a:pt x="27" y="63"/>
                      <a:pt x="24" y="46"/>
                    </a:cubicBezTo>
                    <a:cubicBezTo>
                      <a:pt x="22" y="39"/>
                      <a:pt x="17" y="33"/>
                      <a:pt x="13" y="29"/>
                    </a:cubicBezTo>
                    <a:cubicBezTo>
                      <a:pt x="6" y="22"/>
                      <a:pt x="2" y="16"/>
                      <a:pt x="3" y="4"/>
                    </a:cubicBezTo>
                  </a:path>
                </a:pathLst>
              </a:custGeom>
              <a:solidFill>
                <a:srgbClr val="8C3F3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831" name="Freeform 276">
                <a:extLst>
                  <a:ext uri="{FF2B5EF4-FFF2-40B4-BE49-F238E27FC236}">
                    <a16:creationId xmlns:a16="http://schemas.microsoft.com/office/drawing/2014/main" id="{1246E70B-0234-44CE-B08B-524D49B630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4" y="2357"/>
                <a:ext cx="55" cy="50"/>
              </a:xfrm>
              <a:custGeom>
                <a:avLst/>
                <a:gdLst>
                  <a:gd name="T0" fmla="*/ 1 w 52"/>
                  <a:gd name="T1" fmla="*/ 10 h 48"/>
                  <a:gd name="T2" fmla="*/ 61 w 52"/>
                  <a:gd name="T3" fmla="*/ 54 h 48"/>
                  <a:gd name="T4" fmla="*/ 0 w 52"/>
                  <a:gd name="T5" fmla="*/ 11 h 4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2" h="48">
                    <a:moveTo>
                      <a:pt x="1" y="10"/>
                    </a:moveTo>
                    <a:cubicBezTo>
                      <a:pt x="23" y="10"/>
                      <a:pt x="45" y="28"/>
                      <a:pt x="52" y="48"/>
                    </a:cubicBezTo>
                    <a:cubicBezTo>
                      <a:pt x="51" y="20"/>
                      <a:pt x="28" y="0"/>
                      <a:pt x="0" y="11"/>
                    </a:cubicBezTo>
                  </a:path>
                </a:pathLst>
              </a:custGeom>
              <a:solidFill>
                <a:srgbClr val="8C3F3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832" name="Freeform 277">
                <a:extLst>
                  <a:ext uri="{FF2B5EF4-FFF2-40B4-BE49-F238E27FC236}">
                    <a16:creationId xmlns:a16="http://schemas.microsoft.com/office/drawing/2014/main" id="{33D1F2DE-9CE3-41FF-A0E0-A65BB8E8C4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8" y="1303"/>
                <a:ext cx="467" cy="466"/>
              </a:xfrm>
              <a:custGeom>
                <a:avLst/>
                <a:gdLst>
                  <a:gd name="T0" fmla="*/ 519 w 443"/>
                  <a:gd name="T1" fmla="*/ 0 h 441"/>
                  <a:gd name="T2" fmla="*/ 218 w 443"/>
                  <a:gd name="T3" fmla="*/ 160 h 441"/>
                  <a:gd name="T4" fmla="*/ 153 w 443"/>
                  <a:gd name="T5" fmla="*/ 275 h 441"/>
                  <a:gd name="T6" fmla="*/ 0 w 443"/>
                  <a:gd name="T7" fmla="*/ 520 h 441"/>
                  <a:gd name="T8" fmla="*/ 129 w 443"/>
                  <a:gd name="T9" fmla="*/ 323 h 441"/>
                  <a:gd name="T10" fmla="*/ 229 w 443"/>
                  <a:gd name="T11" fmla="*/ 185 h 441"/>
                  <a:gd name="T12" fmla="*/ 519 w 443"/>
                  <a:gd name="T13" fmla="*/ 0 h 4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43" h="441">
                    <a:moveTo>
                      <a:pt x="443" y="0"/>
                    </a:moveTo>
                    <a:cubicBezTo>
                      <a:pt x="443" y="0"/>
                      <a:pt x="279" y="22"/>
                      <a:pt x="186" y="135"/>
                    </a:cubicBezTo>
                    <a:cubicBezTo>
                      <a:pt x="170" y="156"/>
                      <a:pt x="163" y="204"/>
                      <a:pt x="131" y="233"/>
                    </a:cubicBezTo>
                    <a:cubicBezTo>
                      <a:pt x="99" y="263"/>
                      <a:pt x="22" y="343"/>
                      <a:pt x="0" y="441"/>
                    </a:cubicBezTo>
                    <a:cubicBezTo>
                      <a:pt x="0" y="441"/>
                      <a:pt x="51" y="324"/>
                      <a:pt x="110" y="274"/>
                    </a:cubicBezTo>
                    <a:cubicBezTo>
                      <a:pt x="169" y="223"/>
                      <a:pt x="172" y="202"/>
                      <a:pt x="195" y="157"/>
                    </a:cubicBezTo>
                    <a:cubicBezTo>
                      <a:pt x="217" y="112"/>
                      <a:pt x="314" y="27"/>
                      <a:pt x="443" y="0"/>
                    </a:cubicBezTo>
                    <a:close/>
                  </a:path>
                </a:pathLst>
              </a:custGeom>
              <a:solidFill>
                <a:srgbClr val="8C3F3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833" name="Freeform 278">
                <a:extLst>
                  <a:ext uri="{FF2B5EF4-FFF2-40B4-BE49-F238E27FC236}">
                    <a16:creationId xmlns:a16="http://schemas.microsoft.com/office/drawing/2014/main" id="{86DC0C66-0A77-4582-8874-655FDCD491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2" y="1472"/>
                <a:ext cx="152" cy="430"/>
              </a:xfrm>
              <a:custGeom>
                <a:avLst/>
                <a:gdLst>
                  <a:gd name="T0" fmla="*/ 164 w 144"/>
                  <a:gd name="T1" fmla="*/ 0 h 407"/>
                  <a:gd name="T2" fmla="*/ 148 w 144"/>
                  <a:gd name="T3" fmla="*/ 42 h 407"/>
                  <a:gd name="T4" fmla="*/ 124 w 144"/>
                  <a:gd name="T5" fmla="*/ 108 h 407"/>
                  <a:gd name="T6" fmla="*/ 98 w 144"/>
                  <a:gd name="T7" fmla="*/ 170 h 407"/>
                  <a:gd name="T8" fmla="*/ 42 w 144"/>
                  <a:gd name="T9" fmla="*/ 268 h 407"/>
                  <a:gd name="T10" fmla="*/ 27 w 144"/>
                  <a:gd name="T11" fmla="*/ 480 h 407"/>
                  <a:gd name="T12" fmla="*/ 42 w 144"/>
                  <a:gd name="T13" fmla="*/ 318 h 407"/>
                  <a:gd name="T14" fmla="*/ 138 w 144"/>
                  <a:gd name="T15" fmla="*/ 208 h 407"/>
                  <a:gd name="T16" fmla="*/ 160 w 144"/>
                  <a:gd name="T17" fmla="*/ 194 h 407"/>
                  <a:gd name="T18" fmla="*/ 163 w 144"/>
                  <a:gd name="T19" fmla="*/ 179 h 407"/>
                  <a:gd name="T20" fmla="*/ 154 w 144"/>
                  <a:gd name="T21" fmla="*/ 116 h 407"/>
                  <a:gd name="T22" fmla="*/ 163 w 144"/>
                  <a:gd name="T23" fmla="*/ 1 h 40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44" h="407">
                    <a:moveTo>
                      <a:pt x="139" y="0"/>
                    </a:moveTo>
                    <a:cubicBezTo>
                      <a:pt x="132" y="10"/>
                      <a:pt x="129" y="25"/>
                      <a:pt x="126" y="36"/>
                    </a:cubicBezTo>
                    <a:cubicBezTo>
                      <a:pt x="119" y="55"/>
                      <a:pt x="113" y="74"/>
                      <a:pt x="105" y="92"/>
                    </a:cubicBezTo>
                    <a:cubicBezTo>
                      <a:pt x="98" y="109"/>
                      <a:pt x="90" y="127"/>
                      <a:pt x="83" y="144"/>
                    </a:cubicBezTo>
                    <a:cubicBezTo>
                      <a:pt x="71" y="174"/>
                      <a:pt x="54" y="200"/>
                      <a:pt x="36" y="227"/>
                    </a:cubicBezTo>
                    <a:cubicBezTo>
                      <a:pt x="0" y="282"/>
                      <a:pt x="0" y="348"/>
                      <a:pt x="24" y="407"/>
                    </a:cubicBezTo>
                    <a:cubicBezTo>
                      <a:pt x="8" y="360"/>
                      <a:pt x="12" y="313"/>
                      <a:pt x="36" y="270"/>
                    </a:cubicBezTo>
                    <a:cubicBezTo>
                      <a:pt x="55" y="236"/>
                      <a:pt x="82" y="197"/>
                      <a:pt x="117" y="176"/>
                    </a:cubicBezTo>
                    <a:cubicBezTo>
                      <a:pt x="123" y="172"/>
                      <a:pt x="131" y="171"/>
                      <a:pt x="136" y="165"/>
                    </a:cubicBezTo>
                    <a:cubicBezTo>
                      <a:pt x="144" y="157"/>
                      <a:pt x="139" y="159"/>
                      <a:pt x="138" y="151"/>
                    </a:cubicBezTo>
                    <a:cubicBezTo>
                      <a:pt x="137" y="134"/>
                      <a:pt x="133" y="116"/>
                      <a:pt x="131" y="98"/>
                    </a:cubicBezTo>
                    <a:cubicBezTo>
                      <a:pt x="128" y="65"/>
                      <a:pt x="135" y="33"/>
                      <a:pt x="138" y="1"/>
                    </a:cubicBezTo>
                  </a:path>
                </a:pathLst>
              </a:custGeom>
              <a:solidFill>
                <a:srgbClr val="8C3F3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834" name="Freeform 279">
                <a:extLst>
                  <a:ext uri="{FF2B5EF4-FFF2-40B4-BE49-F238E27FC236}">
                    <a16:creationId xmlns:a16="http://schemas.microsoft.com/office/drawing/2014/main" id="{06A49FB2-D6C6-432D-B574-12DD515E8C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2" y="1854"/>
                <a:ext cx="154" cy="126"/>
              </a:xfrm>
              <a:custGeom>
                <a:avLst/>
                <a:gdLst>
                  <a:gd name="T0" fmla="*/ 64 w 146"/>
                  <a:gd name="T1" fmla="*/ 7 h 119"/>
                  <a:gd name="T2" fmla="*/ 1 w 146"/>
                  <a:gd name="T3" fmla="*/ 55 h 119"/>
                  <a:gd name="T4" fmla="*/ 69 w 146"/>
                  <a:gd name="T5" fmla="*/ 125 h 119"/>
                  <a:gd name="T6" fmla="*/ 142 w 146"/>
                  <a:gd name="T7" fmla="*/ 129 h 119"/>
                  <a:gd name="T8" fmla="*/ 153 w 146"/>
                  <a:gd name="T9" fmla="*/ 55 h 119"/>
                  <a:gd name="T10" fmla="*/ 100 w 146"/>
                  <a:gd name="T11" fmla="*/ 19 h 119"/>
                  <a:gd name="T12" fmla="*/ 80 w 146"/>
                  <a:gd name="T13" fmla="*/ 13 h 119"/>
                  <a:gd name="T14" fmla="*/ 61 w 146"/>
                  <a:gd name="T15" fmla="*/ 5 h 11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46" h="119">
                    <a:moveTo>
                      <a:pt x="55" y="7"/>
                    </a:moveTo>
                    <a:cubicBezTo>
                      <a:pt x="31" y="0"/>
                      <a:pt x="0" y="21"/>
                      <a:pt x="1" y="46"/>
                    </a:cubicBezTo>
                    <a:cubicBezTo>
                      <a:pt x="1" y="73"/>
                      <a:pt x="39" y="95"/>
                      <a:pt x="59" y="105"/>
                    </a:cubicBezTo>
                    <a:cubicBezTo>
                      <a:pt x="79" y="114"/>
                      <a:pt x="101" y="119"/>
                      <a:pt x="121" y="109"/>
                    </a:cubicBezTo>
                    <a:cubicBezTo>
                      <a:pt x="144" y="98"/>
                      <a:pt x="146" y="65"/>
                      <a:pt x="130" y="46"/>
                    </a:cubicBezTo>
                    <a:cubicBezTo>
                      <a:pt x="118" y="33"/>
                      <a:pt x="101" y="23"/>
                      <a:pt x="85" y="16"/>
                    </a:cubicBezTo>
                    <a:cubicBezTo>
                      <a:pt x="79" y="14"/>
                      <a:pt x="73" y="12"/>
                      <a:pt x="68" y="10"/>
                    </a:cubicBezTo>
                    <a:cubicBezTo>
                      <a:pt x="63" y="8"/>
                      <a:pt x="58" y="5"/>
                      <a:pt x="52" y="5"/>
                    </a:cubicBezTo>
                  </a:path>
                </a:pathLst>
              </a:custGeom>
              <a:solidFill>
                <a:srgbClr val="6120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835" name="Freeform 280">
                <a:extLst>
                  <a:ext uri="{FF2B5EF4-FFF2-40B4-BE49-F238E27FC236}">
                    <a16:creationId xmlns:a16="http://schemas.microsoft.com/office/drawing/2014/main" id="{AC835E1F-9392-4AB5-B9E3-0B5F070D99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0" y="1899"/>
                <a:ext cx="43" cy="34"/>
              </a:xfrm>
              <a:custGeom>
                <a:avLst/>
                <a:gdLst>
                  <a:gd name="T0" fmla="*/ 40 w 41"/>
                  <a:gd name="T1" fmla="*/ 0 h 33"/>
                  <a:gd name="T2" fmla="*/ 47 w 41"/>
                  <a:gd name="T3" fmla="*/ 15 h 33"/>
                  <a:gd name="T4" fmla="*/ 24 w 41"/>
                  <a:gd name="T5" fmla="*/ 36 h 33"/>
                  <a:gd name="T6" fmla="*/ 0 w 41"/>
                  <a:gd name="T7" fmla="*/ 15 h 33"/>
                  <a:gd name="T8" fmla="*/ 3 w 41"/>
                  <a:gd name="T9" fmla="*/ 5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1" h="33">
                    <a:moveTo>
                      <a:pt x="34" y="0"/>
                    </a:moveTo>
                    <a:cubicBezTo>
                      <a:pt x="38" y="4"/>
                      <a:pt x="41" y="9"/>
                      <a:pt x="41" y="15"/>
                    </a:cubicBezTo>
                    <a:cubicBezTo>
                      <a:pt x="41" y="25"/>
                      <a:pt x="32" y="33"/>
                      <a:pt x="21" y="33"/>
                    </a:cubicBezTo>
                    <a:cubicBezTo>
                      <a:pt x="9" y="33"/>
                      <a:pt x="0" y="25"/>
                      <a:pt x="0" y="15"/>
                    </a:cubicBezTo>
                    <a:cubicBezTo>
                      <a:pt x="0" y="11"/>
                      <a:pt x="1" y="7"/>
                      <a:pt x="3" y="5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836" name="Freeform 281">
                <a:extLst>
                  <a:ext uri="{FF2B5EF4-FFF2-40B4-BE49-F238E27FC236}">
                    <a16:creationId xmlns:a16="http://schemas.microsoft.com/office/drawing/2014/main" id="{D9D24805-040D-4ACE-A41F-BC81DF051C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6" y="1894"/>
                <a:ext cx="11" cy="1"/>
              </a:xfrm>
              <a:custGeom>
                <a:avLst/>
                <a:gdLst>
                  <a:gd name="T0" fmla="*/ 0 w 11"/>
                  <a:gd name="T1" fmla="*/ 1 h 1"/>
                  <a:gd name="T2" fmla="*/ 6 w 11"/>
                  <a:gd name="T3" fmla="*/ 0 h 1"/>
                  <a:gd name="T4" fmla="*/ 11 w 11"/>
                  <a:gd name="T5" fmla="*/ 1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">
                    <a:moveTo>
                      <a:pt x="0" y="1"/>
                    </a:moveTo>
                    <a:cubicBezTo>
                      <a:pt x="2" y="1"/>
                      <a:pt x="4" y="0"/>
                      <a:pt x="6" y="0"/>
                    </a:cubicBezTo>
                    <a:cubicBezTo>
                      <a:pt x="8" y="0"/>
                      <a:pt x="10" y="1"/>
                      <a:pt x="11" y="1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837" name="Freeform 282">
                <a:extLst>
                  <a:ext uri="{FF2B5EF4-FFF2-40B4-BE49-F238E27FC236}">
                    <a16:creationId xmlns:a16="http://schemas.microsoft.com/office/drawing/2014/main" id="{A0B0BED6-0E8C-431E-93E5-0C68A1D24E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0" y="1718"/>
                <a:ext cx="32" cy="225"/>
              </a:xfrm>
              <a:custGeom>
                <a:avLst/>
                <a:gdLst>
                  <a:gd name="T0" fmla="*/ 0 w 31"/>
                  <a:gd name="T1" fmla="*/ 244 h 213"/>
                  <a:gd name="T2" fmla="*/ 21 w 31"/>
                  <a:gd name="T3" fmla="*/ 142 h 213"/>
                  <a:gd name="T4" fmla="*/ 24 w 31"/>
                  <a:gd name="T5" fmla="*/ 64 h 213"/>
                  <a:gd name="T6" fmla="*/ 21 w 31"/>
                  <a:gd name="T7" fmla="*/ 0 h 213"/>
                  <a:gd name="T8" fmla="*/ 32 w 31"/>
                  <a:gd name="T9" fmla="*/ 125 h 213"/>
                  <a:gd name="T10" fmla="*/ 33 w 31"/>
                  <a:gd name="T11" fmla="*/ 193 h 213"/>
                  <a:gd name="T12" fmla="*/ 32 w 31"/>
                  <a:gd name="T13" fmla="*/ 251 h 213"/>
                  <a:gd name="T14" fmla="*/ 4 w 31"/>
                  <a:gd name="T15" fmla="*/ 244 h 21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1" h="213">
                    <a:moveTo>
                      <a:pt x="0" y="207"/>
                    </a:moveTo>
                    <a:cubicBezTo>
                      <a:pt x="30" y="185"/>
                      <a:pt x="19" y="151"/>
                      <a:pt x="18" y="120"/>
                    </a:cubicBezTo>
                    <a:cubicBezTo>
                      <a:pt x="17" y="98"/>
                      <a:pt x="20" y="76"/>
                      <a:pt x="21" y="55"/>
                    </a:cubicBezTo>
                    <a:cubicBezTo>
                      <a:pt x="22" y="37"/>
                      <a:pt x="18" y="15"/>
                      <a:pt x="18" y="0"/>
                    </a:cubicBezTo>
                    <a:cubicBezTo>
                      <a:pt x="15" y="35"/>
                      <a:pt x="26" y="72"/>
                      <a:pt x="29" y="106"/>
                    </a:cubicBezTo>
                    <a:cubicBezTo>
                      <a:pt x="30" y="126"/>
                      <a:pt x="29" y="145"/>
                      <a:pt x="30" y="164"/>
                    </a:cubicBezTo>
                    <a:cubicBezTo>
                      <a:pt x="31" y="179"/>
                      <a:pt x="26" y="203"/>
                      <a:pt x="29" y="213"/>
                    </a:cubicBezTo>
                    <a:cubicBezTo>
                      <a:pt x="23" y="206"/>
                      <a:pt x="12" y="200"/>
                      <a:pt x="4" y="207"/>
                    </a:cubicBezTo>
                  </a:path>
                </a:pathLst>
              </a:custGeom>
              <a:solidFill>
                <a:srgbClr val="6C2D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838" name="Freeform 283">
                <a:extLst>
                  <a:ext uri="{FF2B5EF4-FFF2-40B4-BE49-F238E27FC236}">
                    <a16:creationId xmlns:a16="http://schemas.microsoft.com/office/drawing/2014/main" id="{D90F9ABD-3C74-4E00-A4F0-D7B59116DE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2" y="2012"/>
                <a:ext cx="263" cy="364"/>
              </a:xfrm>
              <a:custGeom>
                <a:avLst/>
                <a:gdLst>
                  <a:gd name="T0" fmla="*/ 290 w 249"/>
                  <a:gd name="T1" fmla="*/ 0 h 344"/>
                  <a:gd name="T2" fmla="*/ 230 w 249"/>
                  <a:gd name="T3" fmla="*/ 81 h 344"/>
                  <a:gd name="T4" fmla="*/ 164 w 249"/>
                  <a:gd name="T5" fmla="*/ 138 h 344"/>
                  <a:gd name="T6" fmla="*/ 118 w 249"/>
                  <a:gd name="T7" fmla="*/ 239 h 344"/>
                  <a:gd name="T8" fmla="*/ 55 w 249"/>
                  <a:gd name="T9" fmla="*/ 346 h 344"/>
                  <a:gd name="T10" fmla="*/ 0 w 249"/>
                  <a:gd name="T11" fmla="*/ 407 h 344"/>
                  <a:gd name="T12" fmla="*/ 118 w 249"/>
                  <a:gd name="T13" fmla="*/ 270 h 344"/>
                  <a:gd name="T14" fmla="*/ 186 w 249"/>
                  <a:gd name="T15" fmla="*/ 161 h 344"/>
                  <a:gd name="T16" fmla="*/ 294 w 249"/>
                  <a:gd name="T17" fmla="*/ 7 h 34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49" h="344">
                    <a:moveTo>
                      <a:pt x="246" y="0"/>
                    </a:moveTo>
                    <a:cubicBezTo>
                      <a:pt x="236" y="27"/>
                      <a:pt x="218" y="52"/>
                      <a:pt x="195" y="69"/>
                    </a:cubicBezTo>
                    <a:cubicBezTo>
                      <a:pt x="176" y="83"/>
                      <a:pt x="152" y="94"/>
                      <a:pt x="139" y="116"/>
                    </a:cubicBezTo>
                    <a:cubicBezTo>
                      <a:pt x="123" y="142"/>
                      <a:pt x="114" y="174"/>
                      <a:pt x="100" y="202"/>
                    </a:cubicBezTo>
                    <a:cubicBezTo>
                      <a:pt x="84" y="233"/>
                      <a:pt x="67" y="264"/>
                      <a:pt x="46" y="292"/>
                    </a:cubicBezTo>
                    <a:cubicBezTo>
                      <a:pt x="32" y="311"/>
                      <a:pt x="15" y="327"/>
                      <a:pt x="0" y="344"/>
                    </a:cubicBezTo>
                    <a:cubicBezTo>
                      <a:pt x="46" y="321"/>
                      <a:pt x="74" y="270"/>
                      <a:pt x="100" y="228"/>
                    </a:cubicBezTo>
                    <a:cubicBezTo>
                      <a:pt x="119" y="198"/>
                      <a:pt x="134" y="163"/>
                      <a:pt x="158" y="136"/>
                    </a:cubicBezTo>
                    <a:cubicBezTo>
                      <a:pt x="194" y="97"/>
                      <a:pt x="237" y="61"/>
                      <a:pt x="249" y="7"/>
                    </a:cubicBezTo>
                  </a:path>
                </a:pathLst>
              </a:custGeom>
              <a:solidFill>
                <a:srgbClr val="8C3F3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839" name="Freeform 284">
                <a:extLst>
                  <a:ext uri="{FF2B5EF4-FFF2-40B4-BE49-F238E27FC236}">
                    <a16:creationId xmlns:a16="http://schemas.microsoft.com/office/drawing/2014/main" id="{AF860323-8B09-4576-8EBB-2152AEB09B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3" y="2112"/>
                <a:ext cx="197" cy="140"/>
              </a:xfrm>
              <a:custGeom>
                <a:avLst/>
                <a:gdLst>
                  <a:gd name="T0" fmla="*/ 219 w 187"/>
                  <a:gd name="T1" fmla="*/ 0 h 133"/>
                  <a:gd name="T2" fmla="*/ 109 w 187"/>
                  <a:gd name="T3" fmla="*/ 73 h 133"/>
                  <a:gd name="T4" fmla="*/ 0 w 187"/>
                  <a:gd name="T5" fmla="*/ 155 h 133"/>
                  <a:gd name="T6" fmla="*/ 111 w 187"/>
                  <a:gd name="T7" fmla="*/ 82 h 133"/>
                  <a:gd name="T8" fmla="*/ 155 w 187"/>
                  <a:gd name="T9" fmla="*/ 55 h 133"/>
                  <a:gd name="T10" fmla="*/ 180 w 187"/>
                  <a:gd name="T11" fmla="*/ 64 h 133"/>
                  <a:gd name="T12" fmla="*/ 219 w 187"/>
                  <a:gd name="T13" fmla="*/ 4 h 13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7" h="133">
                    <a:moveTo>
                      <a:pt x="187" y="0"/>
                    </a:moveTo>
                    <a:cubicBezTo>
                      <a:pt x="153" y="13"/>
                      <a:pt x="119" y="38"/>
                      <a:pt x="93" y="63"/>
                    </a:cubicBezTo>
                    <a:cubicBezTo>
                      <a:pt x="66" y="88"/>
                      <a:pt x="38" y="125"/>
                      <a:pt x="0" y="133"/>
                    </a:cubicBezTo>
                    <a:cubicBezTo>
                      <a:pt x="44" y="129"/>
                      <a:pt x="65" y="97"/>
                      <a:pt x="95" y="70"/>
                    </a:cubicBezTo>
                    <a:cubicBezTo>
                      <a:pt x="107" y="59"/>
                      <a:pt x="118" y="54"/>
                      <a:pt x="133" y="47"/>
                    </a:cubicBezTo>
                    <a:cubicBezTo>
                      <a:pt x="140" y="44"/>
                      <a:pt x="169" y="36"/>
                      <a:pt x="154" y="55"/>
                    </a:cubicBezTo>
                    <a:cubicBezTo>
                      <a:pt x="159" y="36"/>
                      <a:pt x="168" y="12"/>
                      <a:pt x="187" y="4"/>
                    </a:cubicBezTo>
                  </a:path>
                </a:pathLst>
              </a:custGeom>
              <a:solidFill>
                <a:srgbClr val="8C3F3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840" name="Freeform 285">
                <a:extLst>
                  <a:ext uri="{FF2B5EF4-FFF2-40B4-BE49-F238E27FC236}">
                    <a16:creationId xmlns:a16="http://schemas.microsoft.com/office/drawing/2014/main" id="{1245F8BD-B884-4854-8EF1-FBC835663B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7" y="2180"/>
                <a:ext cx="146" cy="83"/>
              </a:xfrm>
              <a:custGeom>
                <a:avLst/>
                <a:gdLst>
                  <a:gd name="T0" fmla="*/ 0 w 139"/>
                  <a:gd name="T1" fmla="*/ 94 h 78"/>
                  <a:gd name="T2" fmla="*/ 39 w 139"/>
                  <a:gd name="T3" fmla="*/ 54 h 78"/>
                  <a:gd name="T4" fmla="*/ 74 w 139"/>
                  <a:gd name="T5" fmla="*/ 32 h 78"/>
                  <a:gd name="T6" fmla="*/ 161 w 139"/>
                  <a:gd name="T7" fmla="*/ 0 h 78"/>
                  <a:gd name="T8" fmla="*/ 61 w 139"/>
                  <a:gd name="T9" fmla="*/ 82 h 78"/>
                  <a:gd name="T10" fmla="*/ 6 w 139"/>
                  <a:gd name="T11" fmla="*/ 94 h 7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9" h="78">
                    <a:moveTo>
                      <a:pt x="0" y="78"/>
                    </a:moveTo>
                    <a:cubicBezTo>
                      <a:pt x="14" y="71"/>
                      <a:pt x="21" y="54"/>
                      <a:pt x="33" y="45"/>
                    </a:cubicBezTo>
                    <a:cubicBezTo>
                      <a:pt x="43" y="38"/>
                      <a:pt x="54" y="31"/>
                      <a:pt x="64" y="26"/>
                    </a:cubicBezTo>
                    <a:cubicBezTo>
                      <a:pt x="89" y="12"/>
                      <a:pt x="114" y="8"/>
                      <a:pt x="139" y="0"/>
                    </a:cubicBezTo>
                    <a:cubicBezTo>
                      <a:pt x="128" y="7"/>
                      <a:pt x="17" y="42"/>
                      <a:pt x="52" y="68"/>
                    </a:cubicBezTo>
                    <a:cubicBezTo>
                      <a:pt x="34" y="67"/>
                      <a:pt x="20" y="73"/>
                      <a:pt x="6" y="78"/>
                    </a:cubicBezTo>
                  </a:path>
                </a:pathLst>
              </a:custGeom>
              <a:solidFill>
                <a:srgbClr val="8C3F3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841" name="Freeform 286">
                <a:extLst>
                  <a:ext uri="{FF2B5EF4-FFF2-40B4-BE49-F238E27FC236}">
                    <a16:creationId xmlns:a16="http://schemas.microsoft.com/office/drawing/2014/main" id="{D85E05B1-8159-4D78-BF3F-532B4DBEAE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9" y="2255"/>
                <a:ext cx="210" cy="131"/>
              </a:xfrm>
              <a:custGeom>
                <a:avLst/>
                <a:gdLst>
                  <a:gd name="T0" fmla="*/ 237 w 198"/>
                  <a:gd name="T1" fmla="*/ 14 h 124"/>
                  <a:gd name="T2" fmla="*/ 95 w 198"/>
                  <a:gd name="T3" fmla="*/ 40 h 124"/>
                  <a:gd name="T4" fmla="*/ 0 w 198"/>
                  <a:gd name="T5" fmla="*/ 146 h 124"/>
                  <a:gd name="T6" fmla="*/ 58 w 198"/>
                  <a:gd name="T7" fmla="*/ 80 h 124"/>
                  <a:gd name="T8" fmla="*/ 107 w 198"/>
                  <a:gd name="T9" fmla="*/ 44 h 124"/>
                  <a:gd name="T10" fmla="*/ 172 w 198"/>
                  <a:gd name="T11" fmla="*/ 25 h 124"/>
                  <a:gd name="T12" fmla="*/ 237 w 198"/>
                  <a:gd name="T13" fmla="*/ 16 h 1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8" h="124">
                    <a:moveTo>
                      <a:pt x="198" y="11"/>
                    </a:moveTo>
                    <a:cubicBezTo>
                      <a:pt x="159" y="0"/>
                      <a:pt x="115" y="19"/>
                      <a:pt x="80" y="34"/>
                    </a:cubicBezTo>
                    <a:cubicBezTo>
                      <a:pt x="47" y="48"/>
                      <a:pt x="14" y="90"/>
                      <a:pt x="0" y="124"/>
                    </a:cubicBezTo>
                    <a:cubicBezTo>
                      <a:pt x="20" y="111"/>
                      <a:pt x="32" y="85"/>
                      <a:pt x="49" y="68"/>
                    </a:cubicBezTo>
                    <a:cubicBezTo>
                      <a:pt x="61" y="56"/>
                      <a:pt x="74" y="45"/>
                      <a:pt x="90" y="38"/>
                    </a:cubicBezTo>
                    <a:cubicBezTo>
                      <a:pt x="107" y="31"/>
                      <a:pt x="126" y="27"/>
                      <a:pt x="144" y="22"/>
                    </a:cubicBezTo>
                    <a:cubicBezTo>
                      <a:pt x="162" y="17"/>
                      <a:pt x="181" y="18"/>
                      <a:pt x="198" y="13"/>
                    </a:cubicBezTo>
                  </a:path>
                </a:pathLst>
              </a:custGeom>
              <a:solidFill>
                <a:srgbClr val="8C3F3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842" name="Freeform 287">
                <a:extLst>
                  <a:ext uri="{FF2B5EF4-FFF2-40B4-BE49-F238E27FC236}">
                    <a16:creationId xmlns:a16="http://schemas.microsoft.com/office/drawing/2014/main" id="{BBC09D5E-F514-4936-996E-FC4716066F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7" y="2501"/>
                <a:ext cx="171" cy="299"/>
              </a:xfrm>
              <a:custGeom>
                <a:avLst/>
                <a:gdLst>
                  <a:gd name="T0" fmla="*/ 191 w 162"/>
                  <a:gd name="T1" fmla="*/ 1 h 283"/>
                  <a:gd name="T2" fmla="*/ 154 w 162"/>
                  <a:gd name="T3" fmla="*/ 2 h 283"/>
                  <a:gd name="T4" fmla="*/ 120 w 162"/>
                  <a:gd name="T5" fmla="*/ 22 h 283"/>
                  <a:gd name="T6" fmla="*/ 45 w 162"/>
                  <a:gd name="T7" fmla="*/ 93 h 283"/>
                  <a:gd name="T8" fmla="*/ 18 w 162"/>
                  <a:gd name="T9" fmla="*/ 264 h 283"/>
                  <a:gd name="T10" fmla="*/ 34 w 162"/>
                  <a:gd name="T11" fmla="*/ 303 h 283"/>
                  <a:gd name="T12" fmla="*/ 61 w 162"/>
                  <a:gd name="T13" fmla="*/ 333 h 283"/>
                  <a:gd name="T14" fmla="*/ 143 w 162"/>
                  <a:gd name="T15" fmla="*/ 301 h 283"/>
                  <a:gd name="T16" fmla="*/ 61 w 162"/>
                  <a:gd name="T17" fmla="*/ 293 h 283"/>
                  <a:gd name="T18" fmla="*/ 57 w 162"/>
                  <a:gd name="T19" fmla="*/ 244 h 283"/>
                  <a:gd name="T20" fmla="*/ 54 w 162"/>
                  <a:gd name="T21" fmla="*/ 172 h 283"/>
                  <a:gd name="T22" fmla="*/ 69 w 162"/>
                  <a:gd name="T23" fmla="*/ 110 h 283"/>
                  <a:gd name="T24" fmla="*/ 101 w 162"/>
                  <a:gd name="T25" fmla="*/ 46 h 283"/>
                  <a:gd name="T26" fmla="*/ 133 w 162"/>
                  <a:gd name="T27" fmla="*/ 23 h 283"/>
                  <a:gd name="T28" fmla="*/ 183 w 162"/>
                  <a:gd name="T29" fmla="*/ 2 h 283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62" h="283">
                    <a:moveTo>
                      <a:pt x="162" y="1"/>
                    </a:moveTo>
                    <a:cubicBezTo>
                      <a:pt x="152" y="4"/>
                      <a:pt x="141" y="0"/>
                      <a:pt x="131" y="2"/>
                    </a:cubicBezTo>
                    <a:cubicBezTo>
                      <a:pt x="121" y="4"/>
                      <a:pt x="111" y="13"/>
                      <a:pt x="102" y="19"/>
                    </a:cubicBezTo>
                    <a:cubicBezTo>
                      <a:pt x="76" y="36"/>
                      <a:pt x="54" y="52"/>
                      <a:pt x="39" y="79"/>
                    </a:cubicBezTo>
                    <a:cubicBezTo>
                      <a:pt x="15" y="121"/>
                      <a:pt x="0" y="176"/>
                      <a:pt x="15" y="224"/>
                    </a:cubicBezTo>
                    <a:cubicBezTo>
                      <a:pt x="18" y="236"/>
                      <a:pt x="24" y="246"/>
                      <a:pt x="28" y="257"/>
                    </a:cubicBezTo>
                    <a:cubicBezTo>
                      <a:pt x="34" y="272"/>
                      <a:pt x="33" y="283"/>
                      <a:pt x="52" y="282"/>
                    </a:cubicBezTo>
                    <a:cubicBezTo>
                      <a:pt x="76" y="282"/>
                      <a:pt x="100" y="266"/>
                      <a:pt x="121" y="256"/>
                    </a:cubicBezTo>
                    <a:cubicBezTo>
                      <a:pt x="102" y="254"/>
                      <a:pt x="63" y="272"/>
                      <a:pt x="52" y="248"/>
                    </a:cubicBezTo>
                    <a:cubicBezTo>
                      <a:pt x="47" y="237"/>
                      <a:pt x="49" y="219"/>
                      <a:pt x="48" y="207"/>
                    </a:cubicBezTo>
                    <a:cubicBezTo>
                      <a:pt x="46" y="187"/>
                      <a:pt x="44" y="167"/>
                      <a:pt x="45" y="146"/>
                    </a:cubicBezTo>
                    <a:cubicBezTo>
                      <a:pt x="46" y="125"/>
                      <a:pt x="51" y="112"/>
                      <a:pt x="59" y="93"/>
                    </a:cubicBezTo>
                    <a:cubicBezTo>
                      <a:pt x="67" y="75"/>
                      <a:pt x="72" y="55"/>
                      <a:pt x="86" y="40"/>
                    </a:cubicBezTo>
                    <a:cubicBezTo>
                      <a:pt x="93" y="32"/>
                      <a:pt x="104" y="25"/>
                      <a:pt x="113" y="20"/>
                    </a:cubicBezTo>
                    <a:cubicBezTo>
                      <a:pt x="125" y="14"/>
                      <a:pt x="142" y="3"/>
                      <a:pt x="155" y="2"/>
                    </a:cubicBezTo>
                  </a:path>
                </a:pathLst>
              </a:custGeom>
              <a:solidFill>
                <a:srgbClr val="8C3F3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843" name="Freeform 288">
                <a:extLst>
                  <a:ext uri="{FF2B5EF4-FFF2-40B4-BE49-F238E27FC236}">
                    <a16:creationId xmlns:a16="http://schemas.microsoft.com/office/drawing/2014/main" id="{DFF5639B-2422-4FFF-9E2B-A9A741509B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6" y="2674"/>
                <a:ext cx="85" cy="280"/>
              </a:xfrm>
              <a:custGeom>
                <a:avLst/>
                <a:gdLst>
                  <a:gd name="T0" fmla="*/ 90 w 81"/>
                  <a:gd name="T1" fmla="*/ 124 h 265"/>
                  <a:gd name="T2" fmla="*/ 93 w 81"/>
                  <a:gd name="T3" fmla="*/ 157 h 265"/>
                  <a:gd name="T4" fmla="*/ 46 w 81"/>
                  <a:gd name="T5" fmla="*/ 232 h 265"/>
                  <a:gd name="T6" fmla="*/ 43 w 81"/>
                  <a:gd name="T7" fmla="*/ 278 h 265"/>
                  <a:gd name="T8" fmla="*/ 52 w 81"/>
                  <a:gd name="T9" fmla="*/ 313 h 265"/>
                  <a:gd name="T10" fmla="*/ 40 w 81"/>
                  <a:gd name="T11" fmla="*/ 165 h 265"/>
                  <a:gd name="T12" fmla="*/ 15 w 81"/>
                  <a:gd name="T13" fmla="*/ 91 h 265"/>
                  <a:gd name="T14" fmla="*/ 15 w 81"/>
                  <a:gd name="T15" fmla="*/ 0 h 265"/>
                  <a:gd name="T16" fmla="*/ 42 w 81"/>
                  <a:gd name="T17" fmla="*/ 105 h 265"/>
                  <a:gd name="T18" fmla="*/ 77 w 81"/>
                  <a:gd name="T19" fmla="*/ 124 h 26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1" h="265">
                    <a:moveTo>
                      <a:pt x="78" y="105"/>
                    </a:moveTo>
                    <a:cubicBezTo>
                      <a:pt x="69" y="113"/>
                      <a:pt x="60" y="138"/>
                      <a:pt x="81" y="133"/>
                    </a:cubicBezTo>
                    <a:cubicBezTo>
                      <a:pt x="53" y="148"/>
                      <a:pt x="43" y="166"/>
                      <a:pt x="40" y="197"/>
                    </a:cubicBezTo>
                    <a:cubicBezTo>
                      <a:pt x="39" y="209"/>
                      <a:pt x="36" y="223"/>
                      <a:pt x="37" y="236"/>
                    </a:cubicBezTo>
                    <a:cubicBezTo>
                      <a:pt x="38" y="247"/>
                      <a:pt x="44" y="255"/>
                      <a:pt x="46" y="265"/>
                    </a:cubicBezTo>
                    <a:cubicBezTo>
                      <a:pt x="5" y="235"/>
                      <a:pt x="32" y="179"/>
                      <a:pt x="34" y="140"/>
                    </a:cubicBezTo>
                    <a:cubicBezTo>
                      <a:pt x="35" y="120"/>
                      <a:pt x="20" y="95"/>
                      <a:pt x="12" y="77"/>
                    </a:cubicBezTo>
                    <a:cubicBezTo>
                      <a:pt x="0" y="51"/>
                      <a:pt x="0" y="27"/>
                      <a:pt x="12" y="0"/>
                    </a:cubicBezTo>
                    <a:cubicBezTo>
                      <a:pt x="18" y="29"/>
                      <a:pt x="22" y="62"/>
                      <a:pt x="36" y="89"/>
                    </a:cubicBezTo>
                    <a:cubicBezTo>
                      <a:pt x="44" y="104"/>
                      <a:pt x="50" y="105"/>
                      <a:pt x="67" y="105"/>
                    </a:cubicBezTo>
                  </a:path>
                </a:pathLst>
              </a:custGeom>
              <a:solidFill>
                <a:srgbClr val="8C3F3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844" name="Freeform 289">
                <a:extLst>
                  <a:ext uri="{FF2B5EF4-FFF2-40B4-BE49-F238E27FC236}">
                    <a16:creationId xmlns:a16="http://schemas.microsoft.com/office/drawing/2014/main" id="{8BFD01E3-4B55-44C0-A87B-5BA5C28250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3" y="2243"/>
                <a:ext cx="102" cy="49"/>
              </a:xfrm>
              <a:custGeom>
                <a:avLst/>
                <a:gdLst>
                  <a:gd name="T0" fmla="*/ 113 w 97"/>
                  <a:gd name="T1" fmla="*/ 0 h 47"/>
                  <a:gd name="T2" fmla="*/ 93 w 97"/>
                  <a:gd name="T3" fmla="*/ 6 h 47"/>
                  <a:gd name="T4" fmla="*/ 74 w 97"/>
                  <a:gd name="T5" fmla="*/ 17 h 47"/>
                  <a:gd name="T6" fmla="*/ 49 w 97"/>
                  <a:gd name="T7" fmla="*/ 21 h 47"/>
                  <a:gd name="T8" fmla="*/ 0 w 97"/>
                  <a:gd name="T9" fmla="*/ 26 h 47"/>
                  <a:gd name="T10" fmla="*/ 69 w 97"/>
                  <a:gd name="T11" fmla="*/ 53 h 47"/>
                  <a:gd name="T12" fmla="*/ 50 w 97"/>
                  <a:gd name="T13" fmla="*/ 34 h 47"/>
                  <a:gd name="T14" fmla="*/ 65 w 97"/>
                  <a:gd name="T15" fmla="*/ 22 h 47"/>
                  <a:gd name="T16" fmla="*/ 106 w 97"/>
                  <a:gd name="T17" fmla="*/ 3 h 4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7" h="47">
                    <a:moveTo>
                      <a:pt x="97" y="0"/>
                    </a:moveTo>
                    <a:cubicBezTo>
                      <a:pt x="92" y="3"/>
                      <a:pt x="86" y="4"/>
                      <a:pt x="80" y="6"/>
                    </a:cubicBezTo>
                    <a:cubicBezTo>
                      <a:pt x="74" y="8"/>
                      <a:pt x="69" y="11"/>
                      <a:pt x="64" y="14"/>
                    </a:cubicBezTo>
                    <a:cubicBezTo>
                      <a:pt x="57" y="16"/>
                      <a:pt x="50" y="17"/>
                      <a:pt x="43" y="18"/>
                    </a:cubicBezTo>
                    <a:cubicBezTo>
                      <a:pt x="29" y="20"/>
                      <a:pt x="15" y="23"/>
                      <a:pt x="0" y="23"/>
                    </a:cubicBezTo>
                    <a:cubicBezTo>
                      <a:pt x="21" y="29"/>
                      <a:pt x="41" y="41"/>
                      <a:pt x="60" y="47"/>
                    </a:cubicBezTo>
                    <a:cubicBezTo>
                      <a:pt x="52" y="46"/>
                      <a:pt x="42" y="39"/>
                      <a:pt x="44" y="31"/>
                    </a:cubicBezTo>
                    <a:cubicBezTo>
                      <a:pt x="45" y="26"/>
                      <a:pt x="52" y="22"/>
                      <a:pt x="56" y="19"/>
                    </a:cubicBezTo>
                    <a:cubicBezTo>
                      <a:pt x="66" y="13"/>
                      <a:pt x="79" y="7"/>
                      <a:pt x="91" y="3"/>
                    </a:cubicBezTo>
                  </a:path>
                </a:pathLst>
              </a:custGeom>
              <a:solidFill>
                <a:srgbClr val="8C3F3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845" name="Freeform 290">
                <a:extLst>
                  <a:ext uri="{FF2B5EF4-FFF2-40B4-BE49-F238E27FC236}">
                    <a16:creationId xmlns:a16="http://schemas.microsoft.com/office/drawing/2014/main" id="{F6CBE702-4A09-4166-80B7-C84BEF57BF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7" y="2268"/>
                <a:ext cx="30" cy="17"/>
              </a:xfrm>
              <a:custGeom>
                <a:avLst/>
                <a:gdLst>
                  <a:gd name="T0" fmla="*/ 24 w 29"/>
                  <a:gd name="T1" fmla="*/ 0 h 16"/>
                  <a:gd name="T2" fmla="*/ 12 w 29"/>
                  <a:gd name="T3" fmla="*/ 18 h 16"/>
                  <a:gd name="T4" fmla="*/ 22 w 29"/>
                  <a:gd name="T5" fmla="*/ 1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9" h="16">
                    <a:moveTo>
                      <a:pt x="21" y="0"/>
                    </a:moveTo>
                    <a:cubicBezTo>
                      <a:pt x="29" y="2"/>
                      <a:pt x="20" y="16"/>
                      <a:pt x="12" y="15"/>
                    </a:cubicBezTo>
                    <a:cubicBezTo>
                      <a:pt x="0" y="13"/>
                      <a:pt x="20" y="3"/>
                      <a:pt x="19" y="1"/>
                    </a:cubicBezTo>
                  </a:path>
                </a:pathLst>
              </a:custGeom>
              <a:solidFill>
                <a:srgbClr val="8C3F3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846" name="Freeform 291">
                <a:extLst>
                  <a:ext uri="{FF2B5EF4-FFF2-40B4-BE49-F238E27FC236}">
                    <a16:creationId xmlns:a16="http://schemas.microsoft.com/office/drawing/2014/main" id="{5827BCFF-04D1-4EBD-8DD9-36B7B76EC9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3" y="2229"/>
                <a:ext cx="127" cy="49"/>
              </a:xfrm>
              <a:custGeom>
                <a:avLst/>
                <a:gdLst>
                  <a:gd name="T0" fmla="*/ 142 w 120"/>
                  <a:gd name="T1" fmla="*/ 40 h 47"/>
                  <a:gd name="T2" fmla="*/ 0 w 120"/>
                  <a:gd name="T3" fmla="*/ 0 h 47"/>
                  <a:gd name="T4" fmla="*/ 72 w 120"/>
                  <a:gd name="T5" fmla="*/ 34 h 47"/>
                  <a:gd name="T6" fmla="*/ 115 w 120"/>
                  <a:gd name="T7" fmla="*/ 53 h 47"/>
                  <a:gd name="T8" fmla="*/ 138 w 120"/>
                  <a:gd name="T9" fmla="*/ 43 h 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0" h="47">
                    <a:moveTo>
                      <a:pt x="120" y="35"/>
                    </a:moveTo>
                    <a:cubicBezTo>
                      <a:pt x="78" y="38"/>
                      <a:pt x="39" y="17"/>
                      <a:pt x="0" y="0"/>
                    </a:cubicBezTo>
                    <a:cubicBezTo>
                      <a:pt x="13" y="15"/>
                      <a:pt x="41" y="25"/>
                      <a:pt x="60" y="31"/>
                    </a:cubicBezTo>
                    <a:cubicBezTo>
                      <a:pt x="68" y="34"/>
                      <a:pt x="98" y="36"/>
                      <a:pt x="97" y="47"/>
                    </a:cubicBezTo>
                    <a:cubicBezTo>
                      <a:pt x="104" y="47"/>
                      <a:pt x="110" y="40"/>
                      <a:pt x="116" y="37"/>
                    </a:cubicBezTo>
                  </a:path>
                </a:pathLst>
              </a:custGeom>
              <a:solidFill>
                <a:srgbClr val="8C3F3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847" name="Freeform 292">
                <a:extLst>
                  <a:ext uri="{FF2B5EF4-FFF2-40B4-BE49-F238E27FC236}">
                    <a16:creationId xmlns:a16="http://schemas.microsoft.com/office/drawing/2014/main" id="{E5C3AD13-E398-4023-A93A-96CFC9F492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6" y="3008"/>
                <a:ext cx="214" cy="88"/>
              </a:xfrm>
              <a:custGeom>
                <a:avLst/>
                <a:gdLst>
                  <a:gd name="T0" fmla="*/ 0 w 203"/>
                  <a:gd name="T1" fmla="*/ 1 h 84"/>
                  <a:gd name="T2" fmla="*/ 32 w 203"/>
                  <a:gd name="T3" fmla="*/ 73 h 84"/>
                  <a:gd name="T4" fmla="*/ 90 w 203"/>
                  <a:gd name="T5" fmla="*/ 90 h 84"/>
                  <a:gd name="T6" fmla="*/ 175 w 203"/>
                  <a:gd name="T7" fmla="*/ 62 h 84"/>
                  <a:gd name="T8" fmla="*/ 238 w 203"/>
                  <a:gd name="T9" fmla="*/ 51 h 84"/>
                  <a:gd name="T10" fmla="*/ 114 w 203"/>
                  <a:gd name="T11" fmla="*/ 60 h 84"/>
                  <a:gd name="T12" fmla="*/ 43 w 203"/>
                  <a:gd name="T13" fmla="*/ 54 h 84"/>
                  <a:gd name="T14" fmla="*/ 0 w 203"/>
                  <a:gd name="T15" fmla="*/ 0 h 8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03" h="84">
                    <a:moveTo>
                      <a:pt x="0" y="1"/>
                    </a:moveTo>
                    <a:cubicBezTo>
                      <a:pt x="8" y="20"/>
                      <a:pt x="16" y="47"/>
                      <a:pt x="27" y="64"/>
                    </a:cubicBezTo>
                    <a:cubicBezTo>
                      <a:pt x="40" y="84"/>
                      <a:pt x="56" y="84"/>
                      <a:pt x="77" y="78"/>
                    </a:cubicBezTo>
                    <a:cubicBezTo>
                      <a:pt x="101" y="71"/>
                      <a:pt x="124" y="59"/>
                      <a:pt x="149" y="53"/>
                    </a:cubicBezTo>
                    <a:cubicBezTo>
                      <a:pt x="165" y="49"/>
                      <a:pt x="187" y="46"/>
                      <a:pt x="203" y="45"/>
                    </a:cubicBezTo>
                    <a:cubicBezTo>
                      <a:pt x="168" y="40"/>
                      <a:pt x="129" y="36"/>
                      <a:pt x="97" y="52"/>
                    </a:cubicBezTo>
                    <a:cubicBezTo>
                      <a:pt x="74" y="63"/>
                      <a:pt x="57" y="70"/>
                      <a:pt x="37" y="48"/>
                    </a:cubicBezTo>
                    <a:cubicBezTo>
                      <a:pt x="24" y="33"/>
                      <a:pt x="19" y="11"/>
                      <a:pt x="0" y="0"/>
                    </a:cubicBezTo>
                  </a:path>
                </a:pathLst>
              </a:custGeom>
              <a:solidFill>
                <a:srgbClr val="8C3F3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848" name="Freeform 293">
                <a:extLst>
                  <a:ext uri="{FF2B5EF4-FFF2-40B4-BE49-F238E27FC236}">
                    <a16:creationId xmlns:a16="http://schemas.microsoft.com/office/drawing/2014/main" id="{A360BA8D-2825-4CE8-9B75-C9D9800BAC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8" y="3079"/>
                <a:ext cx="207" cy="83"/>
              </a:xfrm>
              <a:custGeom>
                <a:avLst/>
                <a:gdLst>
                  <a:gd name="T0" fmla="*/ 226 w 196"/>
                  <a:gd name="T1" fmla="*/ 0 h 79"/>
                  <a:gd name="T2" fmla="*/ 170 w 196"/>
                  <a:gd name="T3" fmla="*/ 43 h 79"/>
                  <a:gd name="T4" fmla="*/ 115 w 196"/>
                  <a:gd name="T5" fmla="*/ 60 h 79"/>
                  <a:gd name="T6" fmla="*/ 0 w 196"/>
                  <a:gd name="T7" fmla="*/ 57 h 79"/>
                  <a:gd name="T8" fmla="*/ 158 w 196"/>
                  <a:gd name="T9" fmla="*/ 75 h 79"/>
                  <a:gd name="T10" fmla="*/ 231 w 196"/>
                  <a:gd name="T11" fmla="*/ 4 h 7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96" h="79">
                    <a:moveTo>
                      <a:pt x="192" y="0"/>
                    </a:moveTo>
                    <a:cubicBezTo>
                      <a:pt x="175" y="5"/>
                      <a:pt x="159" y="26"/>
                      <a:pt x="144" y="37"/>
                    </a:cubicBezTo>
                    <a:cubicBezTo>
                      <a:pt x="130" y="47"/>
                      <a:pt x="115" y="47"/>
                      <a:pt x="98" y="51"/>
                    </a:cubicBezTo>
                    <a:cubicBezTo>
                      <a:pt x="71" y="57"/>
                      <a:pt x="26" y="63"/>
                      <a:pt x="0" y="49"/>
                    </a:cubicBezTo>
                    <a:cubicBezTo>
                      <a:pt x="33" y="79"/>
                      <a:pt x="93" y="76"/>
                      <a:pt x="134" y="65"/>
                    </a:cubicBezTo>
                    <a:cubicBezTo>
                      <a:pt x="169" y="55"/>
                      <a:pt x="177" y="27"/>
                      <a:pt x="196" y="4"/>
                    </a:cubicBezTo>
                  </a:path>
                </a:pathLst>
              </a:custGeom>
              <a:solidFill>
                <a:srgbClr val="8C3F3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849" name="Freeform 294">
                <a:extLst>
                  <a:ext uri="{FF2B5EF4-FFF2-40B4-BE49-F238E27FC236}">
                    <a16:creationId xmlns:a16="http://schemas.microsoft.com/office/drawing/2014/main" id="{3BE33323-6A6F-48F7-A5BC-BF7188D5EA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4" y="3101"/>
                <a:ext cx="93" cy="33"/>
              </a:xfrm>
              <a:custGeom>
                <a:avLst/>
                <a:gdLst>
                  <a:gd name="T0" fmla="*/ 48 w 88"/>
                  <a:gd name="T1" fmla="*/ 0 h 32"/>
                  <a:gd name="T2" fmla="*/ 7 w 88"/>
                  <a:gd name="T3" fmla="*/ 35 h 32"/>
                  <a:gd name="T4" fmla="*/ 104 w 88"/>
                  <a:gd name="T5" fmla="*/ 34 h 32"/>
                  <a:gd name="T6" fmla="*/ 68 w 88"/>
                  <a:gd name="T7" fmla="*/ 24 h 32"/>
                  <a:gd name="T8" fmla="*/ 34 w 88"/>
                  <a:gd name="T9" fmla="*/ 19 h 32"/>
                  <a:gd name="T10" fmla="*/ 47 w 88"/>
                  <a:gd name="T11" fmla="*/ 4 h 3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8" h="32">
                    <a:moveTo>
                      <a:pt x="41" y="0"/>
                    </a:moveTo>
                    <a:cubicBezTo>
                      <a:pt x="27" y="4"/>
                      <a:pt x="0" y="14"/>
                      <a:pt x="7" y="32"/>
                    </a:cubicBezTo>
                    <a:cubicBezTo>
                      <a:pt x="33" y="28"/>
                      <a:pt x="61" y="32"/>
                      <a:pt x="88" y="31"/>
                    </a:cubicBezTo>
                    <a:cubicBezTo>
                      <a:pt x="77" y="29"/>
                      <a:pt x="68" y="24"/>
                      <a:pt x="58" y="21"/>
                    </a:cubicBezTo>
                    <a:cubicBezTo>
                      <a:pt x="48" y="19"/>
                      <a:pt x="37" y="19"/>
                      <a:pt x="28" y="16"/>
                    </a:cubicBezTo>
                    <a:cubicBezTo>
                      <a:pt x="32" y="12"/>
                      <a:pt x="37" y="9"/>
                      <a:pt x="40" y="4"/>
                    </a:cubicBezTo>
                  </a:path>
                </a:pathLst>
              </a:custGeom>
              <a:solidFill>
                <a:srgbClr val="8C3F3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850" name="Freeform 295">
                <a:extLst>
                  <a:ext uri="{FF2B5EF4-FFF2-40B4-BE49-F238E27FC236}">
                    <a16:creationId xmlns:a16="http://schemas.microsoft.com/office/drawing/2014/main" id="{00D55F51-563A-487F-9D01-0D5A548AA2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6" y="2725"/>
                <a:ext cx="225" cy="45"/>
              </a:xfrm>
              <a:custGeom>
                <a:avLst/>
                <a:gdLst>
                  <a:gd name="T0" fmla="*/ 2 w 213"/>
                  <a:gd name="T1" fmla="*/ 48 h 43"/>
                  <a:gd name="T2" fmla="*/ 139 w 213"/>
                  <a:gd name="T3" fmla="*/ 25 h 43"/>
                  <a:gd name="T4" fmla="*/ 202 w 213"/>
                  <a:gd name="T5" fmla="*/ 23 h 43"/>
                  <a:gd name="T6" fmla="*/ 251 w 213"/>
                  <a:gd name="T7" fmla="*/ 0 h 43"/>
                  <a:gd name="T8" fmla="*/ 117 w 213"/>
                  <a:gd name="T9" fmla="*/ 10 h 43"/>
                  <a:gd name="T10" fmla="*/ 56 w 213"/>
                  <a:gd name="T11" fmla="*/ 23 h 43"/>
                  <a:gd name="T12" fmla="*/ 0 w 213"/>
                  <a:gd name="T13" fmla="*/ 49 h 4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13" h="43">
                    <a:moveTo>
                      <a:pt x="2" y="42"/>
                    </a:moveTo>
                    <a:cubicBezTo>
                      <a:pt x="40" y="31"/>
                      <a:pt x="77" y="22"/>
                      <a:pt x="118" y="22"/>
                    </a:cubicBezTo>
                    <a:cubicBezTo>
                      <a:pt x="135" y="22"/>
                      <a:pt x="154" y="23"/>
                      <a:pt x="171" y="20"/>
                    </a:cubicBezTo>
                    <a:cubicBezTo>
                      <a:pt x="189" y="18"/>
                      <a:pt x="199" y="10"/>
                      <a:pt x="213" y="0"/>
                    </a:cubicBezTo>
                    <a:cubicBezTo>
                      <a:pt x="183" y="16"/>
                      <a:pt x="135" y="6"/>
                      <a:pt x="99" y="10"/>
                    </a:cubicBezTo>
                    <a:cubicBezTo>
                      <a:pt x="82" y="11"/>
                      <a:pt x="63" y="15"/>
                      <a:pt x="47" y="20"/>
                    </a:cubicBezTo>
                    <a:cubicBezTo>
                      <a:pt x="30" y="26"/>
                      <a:pt x="17" y="38"/>
                      <a:pt x="0" y="43"/>
                    </a:cubicBezTo>
                  </a:path>
                </a:pathLst>
              </a:custGeom>
              <a:solidFill>
                <a:srgbClr val="8C3F3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851" name="Freeform 296">
                <a:extLst>
                  <a:ext uri="{FF2B5EF4-FFF2-40B4-BE49-F238E27FC236}">
                    <a16:creationId xmlns:a16="http://schemas.microsoft.com/office/drawing/2014/main" id="{B843922F-58A8-4B64-814B-6D174D8BB1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5" y="2408"/>
                <a:ext cx="164" cy="81"/>
              </a:xfrm>
              <a:custGeom>
                <a:avLst/>
                <a:gdLst>
                  <a:gd name="T0" fmla="*/ 0 w 155"/>
                  <a:gd name="T1" fmla="*/ 90 h 76"/>
                  <a:gd name="T2" fmla="*/ 109 w 155"/>
                  <a:gd name="T3" fmla="*/ 0 h 76"/>
                  <a:gd name="T4" fmla="*/ 101 w 155"/>
                  <a:gd name="T5" fmla="*/ 49 h 76"/>
                  <a:gd name="T6" fmla="*/ 133 w 155"/>
                  <a:gd name="T7" fmla="*/ 67 h 76"/>
                  <a:gd name="T8" fmla="*/ 184 w 155"/>
                  <a:gd name="T9" fmla="*/ 91 h 76"/>
                  <a:gd name="T10" fmla="*/ 136 w 155"/>
                  <a:gd name="T11" fmla="*/ 77 h 76"/>
                  <a:gd name="T12" fmla="*/ 94 w 155"/>
                  <a:gd name="T13" fmla="*/ 82 h 76"/>
                  <a:gd name="T14" fmla="*/ 8 w 155"/>
                  <a:gd name="T15" fmla="*/ 92 h 7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55" h="76">
                    <a:moveTo>
                      <a:pt x="0" y="74"/>
                    </a:moveTo>
                    <a:cubicBezTo>
                      <a:pt x="39" y="62"/>
                      <a:pt x="69" y="33"/>
                      <a:pt x="92" y="0"/>
                    </a:cubicBezTo>
                    <a:cubicBezTo>
                      <a:pt x="93" y="13"/>
                      <a:pt x="81" y="27"/>
                      <a:pt x="85" y="40"/>
                    </a:cubicBezTo>
                    <a:cubicBezTo>
                      <a:pt x="90" y="51"/>
                      <a:pt x="102" y="53"/>
                      <a:pt x="112" y="55"/>
                    </a:cubicBezTo>
                    <a:cubicBezTo>
                      <a:pt x="124" y="59"/>
                      <a:pt x="149" y="63"/>
                      <a:pt x="155" y="75"/>
                    </a:cubicBezTo>
                    <a:cubicBezTo>
                      <a:pt x="142" y="73"/>
                      <a:pt x="129" y="64"/>
                      <a:pt x="115" y="64"/>
                    </a:cubicBezTo>
                    <a:cubicBezTo>
                      <a:pt x="102" y="63"/>
                      <a:pt x="91" y="66"/>
                      <a:pt x="79" y="68"/>
                    </a:cubicBezTo>
                    <a:cubicBezTo>
                      <a:pt x="55" y="71"/>
                      <a:pt x="31" y="71"/>
                      <a:pt x="8" y="76"/>
                    </a:cubicBezTo>
                  </a:path>
                </a:pathLst>
              </a:custGeom>
              <a:solidFill>
                <a:srgbClr val="8C3F3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852" name="Freeform 297">
                <a:extLst>
                  <a:ext uri="{FF2B5EF4-FFF2-40B4-BE49-F238E27FC236}">
                    <a16:creationId xmlns:a16="http://schemas.microsoft.com/office/drawing/2014/main" id="{B3944365-B55C-4B7A-B0DB-6B47EA1FDC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9" y="1843"/>
                <a:ext cx="397" cy="214"/>
              </a:xfrm>
              <a:custGeom>
                <a:avLst/>
                <a:gdLst>
                  <a:gd name="T0" fmla="*/ 386 w 376"/>
                  <a:gd name="T1" fmla="*/ 0 h 203"/>
                  <a:gd name="T2" fmla="*/ 268 w 376"/>
                  <a:gd name="T3" fmla="*/ 170 h 203"/>
                  <a:gd name="T4" fmla="*/ 0 w 376"/>
                  <a:gd name="T5" fmla="*/ 157 h 203"/>
                  <a:gd name="T6" fmla="*/ 272 w 376"/>
                  <a:gd name="T7" fmla="*/ 179 h 203"/>
                  <a:gd name="T8" fmla="*/ 386 w 376"/>
                  <a:gd name="T9" fmla="*/ 0 h 20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76" h="203">
                    <a:moveTo>
                      <a:pt x="329" y="0"/>
                    </a:moveTo>
                    <a:cubicBezTo>
                      <a:pt x="329" y="0"/>
                      <a:pt x="319" y="107"/>
                      <a:pt x="228" y="145"/>
                    </a:cubicBezTo>
                    <a:cubicBezTo>
                      <a:pt x="137" y="182"/>
                      <a:pt x="57" y="168"/>
                      <a:pt x="0" y="134"/>
                    </a:cubicBezTo>
                    <a:cubicBezTo>
                      <a:pt x="0" y="134"/>
                      <a:pt x="86" y="203"/>
                      <a:pt x="231" y="153"/>
                    </a:cubicBezTo>
                    <a:cubicBezTo>
                      <a:pt x="376" y="103"/>
                      <a:pt x="330" y="3"/>
                      <a:pt x="329" y="0"/>
                    </a:cubicBezTo>
                    <a:close/>
                  </a:path>
                </a:pathLst>
              </a:custGeom>
              <a:solidFill>
                <a:srgbClr val="8C3F3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853" name="Freeform 298">
                <a:extLst>
                  <a:ext uri="{FF2B5EF4-FFF2-40B4-BE49-F238E27FC236}">
                    <a16:creationId xmlns:a16="http://schemas.microsoft.com/office/drawing/2014/main" id="{89CC25FB-9E41-4831-8E1D-86EA2B48F4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4" y="3926"/>
                <a:ext cx="68" cy="60"/>
              </a:xfrm>
              <a:custGeom>
                <a:avLst/>
                <a:gdLst>
                  <a:gd name="T0" fmla="*/ 77 w 64"/>
                  <a:gd name="T1" fmla="*/ 61 h 57"/>
                  <a:gd name="T2" fmla="*/ 49 w 64"/>
                  <a:gd name="T3" fmla="*/ 47 h 57"/>
                  <a:gd name="T4" fmla="*/ 35 w 64"/>
                  <a:gd name="T5" fmla="*/ 27 h 57"/>
                  <a:gd name="T6" fmla="*/ 0 w 64"/>
                  <a:gd name="T7" fmla="*/ 0 h 57"/>
                  <a:gd name="T8" fmla="*/ 23 w 64"/>
                  <a:gd name="T9" fmla="*/ 14 h 57"/>
                  <a:gd name="T10" fmla="*/ 50 w 64"/>
                  <a:gd name="T11" fmla="*/ 29 h 57"/>
                  <a:gd name="T12" fmla="*/ 58 w 64"/>
                  <a:gd name="T13" fmla="*/ 48 h 57"/>
                  <a:gd name="T14" fmla="*/ 72 w 64"/>
                  <a:gd name="T15" fmla="*/ 58 h 5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4" h="57">
                    <a:moveTo>
                      <a:pt x="64" y="52"/>
                    </a:moveTo>
                    <a:cubicBezTo>
                      <a:pt x="56" y="57"/>
                      <a:pt x="44" y="47"/>
                      <a:pt x="40" y="41"/>
                    </a:cubicBezTo>
                    <a:cubicBezTo>
                      <a:pt x="37" y="34"/>
                      <a:pt x="36" y="27"/>
                      <a:pt x="29" y="24"/>
                    </a:cubicBezTo>
                    <a:cubicBezTo>
                      <a:pt x="18" y="18"/>
                      <a:pt x="11" y="3"/>
                      <a:pt x="0" y="0"/>
                    </a:cubicBezTo>
                    <a:cubicBezTo>
                      <a:pt x="6" y="2"/>
                      <a:pt x="14" y="8"/>
                      <a:pt x="20" y="11"/>
                    </a:cubicBezTo>
                    <a:cubicBezTo>
                      <a:pt x="28" y="15"/>
                      <a:pt x="36" y="18"/>
                      <a:pt x="41" y="26"/>
                    </a:cubicBezTo>
                    <a:cubicBezTo>
                      <a:pt x="44" y="31"/>
                      <a:pt x="45" y="38"/>
                      <a:pt x="49" y="42"/>
                    </a:cubicBezTo>
                    <a:cubicBezTo>
                      <a:pt x="52" y="45"/>
                      <a:pt x="57" y="48"/>
                      <a:pt x="60" y="49"/>
                    </a:cubicBezTo>
                  </a:path>
                </a:pathLst>
              </a:custGeom>
              <a:solidFill>
                <a:srgbClr val="8C3F3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854" name="Freeform 299">
                <a:extLst>
                  <a:ext uri="{FF2B5EF4-FFF2-40B4-BE49-F238E27FC236}">
                    <a16:creationId xmlns:a16="http://schemas.microsoft.com/office/drawing/2014/main" id="{B617F5B6-CC02-44E2-B9AE-5B3D47CAC3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8" y="3678"/>
                <a:ext cx="93" cy="131"/>
              </a:xfrm>
              <a:custGeom>
                <a:avLst/>
                <a:gdLst>
                  <a:gd name="T0" fmla="*/ 47 w 88"/>
                  <a:gd name="T1" fmla="*/ 146 h 124"/>
                  <a:gd name="T2" fmla="*/ 4 w 88"/>
                  <a:gd name="T3" fmla="*/ 96 h 124"/>
                  <a:gd name="T4" fmla="*/ 4 w 88"/>
                  <a:gd name="T5" fmla="*/ 31 h 124"/>
                  <a:gd name="T6" fmla="*/ 7 w 88"/>
                  <a:gd name="T7" fmla="*/ 15 h 124"/>
                  <a:gd name="T8" fmla="*/ 35 w 88"/>
                  <a:gd name="T9" fmla="*/ 5 h 124"/>
                  <a:gd name="T10" fmla="*/ 104 w 88"/>
                  <a:gd name="T11" fmla="*/ 2 h 124"/>
                  <a:gd name="T12" fmla="*/ 37 w 88"/>
                  <a:gd name="T13" fmla="*/ 15 h 124"/>
                  <a:gd name="T14" fmla="*/ 17 w 88"/>
                  <a:gd name="T15" fmla="*/ 19 h 124"/>
                  <a:gd name="T16" fmla="*/ 15 w 88"/>
                  <a:gd name="T17" fmla="*/ 40 h 124"/>
                  <a:gd name="T18" fmla="*/ 15 w 88"/>
                  <a:gd name="T19" fmla="*/ 102 h 124"/>
                  <a:gd name="T20" fmla="*/ 42 w 88"/>
                  <a:gd name="T21" fmla="*/ 145 h 12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8" h="124">
                    <a:moveTo>
                      <a:pt x="40" y="124"/>
                    </a:moveTo>
                    <a:cubicBezTo>
                      <a:pt x="19" y="116"/>
                      <a:pt x="10" y="104"/>
                      <a:pt x="4" y="81"/>
                    </a:cubicBezTo>
                    <a:cubicBezTo>
                      <a:pt x="0" y="62"/>
                      <a:pt x="8" y="45"/>
                      <a:pt x="4" y="26"/>
                    </a:cubicBezTo>
                    <a:cubicBezTo>
                      <a:pt x="2" y="17"/>
                      <a:pt x="0" y="17"/>
                      <a:pt x="7" y="12"/>
                    </a:cubicBezTo>
                    <a:cubicBezTo>
                      <a:pt x="14" y="8"/>
                      <a:pt x="21" y="7"/>
                      <a:pt x="29" y="5"/>
                    </a:cubicBezTo>
                    <a:cubicBezTo>
                      <a:pt x="49" y="0"/>
                      <a:pt x="68" y="1"/>
                      <a:pt x="88" y="2"/>
                    </a:cubicBezTo>
                    <a:cubicBezTo>
                      <a:pt x="69" y="3"/>
                      <a:pt x="51" y="12"/>
                      <a:pt x="31" y="12"/>
                    </a:cubicBezTo>
                    <a:cubicBezTo>
                      <a:pt x="25" y="12"/>
                      <a:pt x="19" y="11"/>
                      <a:pt x="14" y="16"/>
                    </a:cubicBezTo>
                    <a:cubicBezTo>
                      <a:pt x="10" y="21"/>
                      <a:pt x="12" y="28"/>
                      <a:pt x="12" y="34"/>
                    </a:cubicBezTo>
                    <a:cubicBezTo>
                      <a:pt x="12" y="52"/>
                      <a:pt x="6" y="69"/>
                      <a:pt x="12" y="87"/>
                    </a:cubicBezTo>
                    <a:cubicBezTo>
                      <a:pt x="17" y="102"/>
                      <a:pt x="27" y="112"/>
                      <a:pt x="36" y="123"/>
                    </a:cubicBezTo>
                  </a:path>
                </a:pathLst>
              </a:custGeom>
              <a:solidFill>
                <a:srgbClr val="8C3F3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855" name="Freeform 300">
                <a:extLst>
                  <a:ext uri="{FF2B5EF4-FFF2-40B4-BE49-F238E27FC236}">
                    <a16:creationId xmlns:a16="http://schemas.microsoft.com/office/drawing/2014/main" id="{4C5800D8-D257-4FA4-AF57-0C5F21345E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1" y="3827"/>
                <a:ext cx="117" cy="100"/>
              </a:xfrm>
              <a:custGeom>
                <a:avLst/>
                <a:gdLst>
                  <a:gd name="T0" fmla="*/ 0 w 111"/>
                  <a:gd name="T1" fmla="*/ 0 h 95"/>
                  <a:gd name="T2" fmla="*/ 4 w 111"/>
                  <a:gd name="T3" fmla="*/ 47 h 95"/>
                  <a:gd name="T4" fmla="*/ 15 w 111"/>
                  <a:gd name="T5" fmla="*/ 76 h 95"/>
                  <a:gd name="T6" fmla="*/ 50 w 111"/>
                  <a:gd name="T7" fmla="*/ 96 h 95"/>
                  <a:gd name="T8" fmla="*/ 91 w 111"/>
                  <a:gd name="T9" fmla="*/ 101 h 95"/>
                  <a:gd name="T10" fmla="*/ 130 w 111"/>
                  <a:gd name="T11" fmla="*/ 105 h 95"/>
                  <a:gd name="T12" fmla="*/ 90 w 111"/>
                  <a:gd name="T13" fmla="*/ 41 h 95"/>
                  <a:gd name="T14" fmla="*/ 100 w 111"/>
                  <a:gd name="T15" fmla="*/ 83 h 95"/>
                  <a:gd name="T16" fmla="*/ 94 w 111"/>
                  <a:gd name="T17" fmla="*/ 93 h 95"/>
                  <a:gd name="T18" fmla="*/ 74 w 111"/>
                  <a:gd name="T19" fmla="*/ 88 h 95"/>
                  <a:gd name="T20" fmla="*/ 26 w 111"/>
                  <a:gd name="T21" fmla="*/ 68 h 95"/>
                  <a:gd name="T22" fmla="*/ 8 w 111"/>
                  <a:gd name="T23" fmla="*/ 38 h 95"/>
                  <a:gd name="T24" fmla="*/ 3 w 111"/>
                  <a:gd name="T25" fmla="*/ 5 h 9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11" h="95">
                    <a:moveTo>
                      <a:pt x="0" y="0"/>
                    </a:moveTo>
                    <a:cubicBezTo>
                      <a:pt x="0" y="13"/>
                      <a:pt x="2" y="28"/>
                      <a:pt x="4" y="41"/>
                    </a:cubicBezTo>
                    <a:cubicBezTo>
                      <a:pt x="5" y="51"/>
                      <a:pt x="6" y="57"/>
                      <a:pt x="12" y="65"/>
                    </a:cubicBezTo>
                    <a:cubicBezTo>
                      <a:pt x="19" y="74"/>
                      <a:pt x="31" y="80"/>
                      <a:pt x="43" y="82"/>
                    </a:cubicBezTo>
                    <a:cubicBezTo>
                      <a:pt x="55" y="85"/>
                      <a:pt x="66" y="83"/>
                      <a:pt x="78" y="86"/>
                    </a:cubicBezTo>
                    <a:cubicBezTo>
                      <a:pt x="87" y="88"/>
                      <a:pt x="102" y="95"/>
                      <a:pt x="111" y="90"/>
                    </a:cubicBezTo>
                    <a:cubicBezTo>
                      <a:pt x="95" y="76"/>
                      <a:pt x="80" y="59"/>
                      <a:pt x="77" y="35"/>
                    </a:cubicBezTo>
                    <a:cubicBezTo>
                      <a:pt x="77" y="48"/>
                      <a:pt x="82" y="59"/>
                      <a:pt x="85" y="71"/>
                    </a:cubicBezTo>
                    <a:cubicBezTo>
                      <a:pt x="86" y="76"/>
                      <a:pt x="87" y="79"/>
                      <a:pt x="80" y="80"/>
                    </a:cubicBezTo>
                    <a:cubicBezTo>
                      <a:pt x="74" y="80"/>
                      <a:pt x="68" y="76"/>
                      <a:pt x="63" y="76"/>
                    </a:cubicBezTo>
                    <a:cubicBezTo>
                      <a:pt x="47" y="74"/>
                      <a:pt x="35" y="69"/>
                      <a:pt x="23" y="59"/>
                    </a:cubicBezTo>
                    <a:cubicBezTo>
                      <a:pt x="14" y="51"/>
                      <a:pt x="11" y="43"/>
                      <a:pt x="8" y="32"/>
                    </a:cubicBezTo>
                    <a:cubicBezTo>
                      <a:pt x="5" y="23"/>
                      <a:pt x="0" y="15"/>
                      <a:pt x="3" y="5"/>
                    </a:cubicBezTo>
                  </a:path>
                </a:pathLst>
              </a:custGeom>
              <a:solidFill>
                <a:srgbClr val="8C3F3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856" name="Freeform 301">
                <a:extLst>
                  <a:ext uri="{FF2B5EF4-FFF2-40B4-BE49-F238E27FC236}">
                    <a16:creationId xmlns:a16="http://schemas.microsoft.com/office/drawing/2014/main" id="{DCDAE86E-E831-4C2D-9734-A7BCDCB579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9" y="3779"/>
                <a:ext cx="109" cy="68"/>
              </a:xfrm>
              <a:custGeom>
                <a:avLst/>
                <a:gdLst>
                  <a:gd name="T0" fmla="*/ 122 w 103"/>
                  <a:gd name="T1" fmla="*/ 13 h 64"/>
                  <a:gd name="T2" fmla="*/ 52 w 103"/>
                  <a:gd name="T3" fmla="*/ 3 h 64"/>
                  <a:gd name="T4" fmla="*/ 0 w 103"/>
                  <a:gd name="T5" fmla="*/ 43 h 64"/>
                  <a:gd name="T6" fmla="*/ 40 w 103"/>
                  <a:gd name="T7" fmla="*/ 28 h 64"/>
                  <a:gd name="T8" fmla="*/ 52 w 103"/>
                  <a:gd name="T9" fmla="*/ 77 h 64"/>
                  <a:gd name="T10" fmla="*/ 57 w 103"/>
                  <a:gd name="T11" fmla="*/ 49 h 64"/>
                  <a:gd name="T12" fmla="*/ 79 w 103"/>
                  <a:gd name="T13" fmla="*/ 32 h 64"/>
                  <a:gd name="T14" fmla="*/ 98 w 103"/>
                  <a:gd name="T15" fmla="*/ 22 h 64"/>
                  <a:gd name="T16" fmla="*/ 119 w 103"/>
                  <a:gd name="T17" fmla="*/ 15 h 6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3" h="64">
                    <a:moveTo>
                      <a:pt x="103" y="10"/>
                    </a:moveTo>
                    <a:cubicBezTo>
                      <a:pt x="82" y="20"/>
                      <a:pt x="64" y="5"/>
                      <a:pt x="43" y="3"/>
                    </a:cubicBezTo>
                    <a:cubicBezTo>
                      <a:pt x="21" y="0"/>
                      <a:pt x="9" y="17"/>
                      <a:pt x="0" y="36"/>
                    </a:cubicBezTo>
                    <a:cubicBezTo>
                      <a:pt x="5" y="27"/>
                      <a:pt x="24" y="16"/>
                      <a:pt x="34" y="23"/>
                    </a:cubicBezTo>
                    <a:cubicBezTo>
                      <a:pt x="46" y="31"/>
                      <a:pt x="40" y="52"/>
                      <a:pt x="43" y="64"/>
                    </a:cubicBezTo>
                    <a:cubicBezTo>
                      <a:pt x="43" y="56"/>
                      <a:pt x="45" y="47"/>
                      <a:pt x="48" y="40"/>
                    </a:cubicBezTo>
                    <a:cubicBezTo>
                      <a:pt x="51" y="30"/>
                      <a:pt x="58" y="29"/>
                      <a:pt x="67" y="26"/>
                    </a:cubicBezTo>
                    <a:cubicBezTo>
                      <a:pt x="72" y="24"/>
                      <a:pt x="77" y="21"/>
                      <a:pt x="83" y="19"/>
                    </a:cubicBezTo>
                    <a:cubicBezTo>
                      <a:pt x="88" y="16"/>
                      <a:pt x="96" y="16"/>
                      <a:pt x="100" y="12"/>
                    </a:cubicBezTo>
                  </a:path>
                </a:pathLst>
              </a:custGeom>
              <a:solidFill>
                <a:srgbClr val="8C3F3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857" name="Freeform 302">
                <a:extLst>
                  <a:ext uri="{FF2B5EF4-FFF2-40B4-BE49-F238E27FC236}">
                    <a16:creationId xmlns:a16="http://schemas.microsoft.com/office/drawing/2014/main" id="{730B1508-0FEF-4F3D-B959-2CDDAD8606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1" y="3166"/>
                <a:ext cx="189" cy="310"/>
              </a:xfrm>
              <a:custGeom>
                <a:avLst/>
                <a:gdLst>
                  <a:gd name="T0" fmla="*/ 211 w 179"/>
                  <a:gd name="T1" fmla="*/ 13 h 294"/>
                  <a:gd name="T2" fmla="*/ 129 w 179"/>
                  <a:gd name="T3" fmla="*/ 1 h 294"/>
                  <a:gd name="T4" fmla="*/ 71 w 179"/>
                  <a:gd name="T5" fmla="*/ 1 h 294"/>
                  <a:gd name="T6" fmla="*/ 29 w 179"/>
                  <a:gd name="T7" fmla="*/ 6 h 294"/>
                  <a:gd name="T8" fmla="*/ 19 w 179"/>
                  <a:gd name="T9" fmla="*/ 53 h 294"/>
                  <a:gd name="T10" fmla="*/ 5 w 179"/>
                  <a:gd name="T11" fmla="*/ 190 h 294"/>
                  <a:gd name="T12" fmla="*/ 37 w 179"/>
                  <a:gd name="T13" fmla="*/ 345 h 294"/>
                  <a:gd name="T14" fmla="*/ 22 w 179"/>
                  <a:gd name="T15" fmla="*/ 236 h 294"/>
                  <a:gd name="T16" fmla="*/ 25 w 179"/>
                  <a:gd name="T17" fmla="*/ 154 h 294"/>
                  <a:gd name="T18" fmla="*/ 35 w 179"/>
                  <a:gd name="T19" fmla="*/ 108 h 294"/>
                  <a:gd name="T20" fmla="*/ 40 w 179"/>
                  <a:gd name="T21" fmla="*/ 53 h 294"/>
                  <a:gd name="T22" fmla="*/ 65 w 179"/>
                  <a:gd name="T23" fmla="*/ 43 h 294"/>
                  <a:gd name="T24" fmla="*/ 114 w 179"/>
                  <a:gd name="T25" fmla="*/ 34 h 294"/>
                  <a:gd name="T26" fmla="*/ 155 w 179"/>
                  <a:gd name="T27" fmla="*/ 24 h 294"/>
                  <a:gd name="T28" fmla="*/ 188 w 179"/>
                  <a:gd name="T29" fmla="*/ 20 h 294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79" h="294">
                    <a:moveTo>
                      <a:pt x="179" y="10"/>
                    </a:moveTo>
                    <a:cubicBezTo>
                      <a:pt x="155" y="10"/>
                      <a:pt x="133" y="2"/>
                      <a:pt x="110" y="1"/>
                    </a:cubicBezTo>
                    <a:cubicBezTo>
                      <a:pt x="94" y="0"/>
                      <a:pt x="76" y="1"/>
                      <a:pt x="60" y="1"/>
                    </a:cubicBezTo>
                    <a:cubicBezTo>
                      <a:pt x="52" y="1"/>
                      <a:pt x="31" y="1"/>
                      <a:pt x="25" y="6"/>
                    </a:cubicBezTo>
                    <a:cubicBezTo>
                      <a:pt x="16" y="13"/>
                      <a:pt x="17" y="35"/>
                      <a:pt x="16" y="45"/>
                    </a:cubicBezTo>
                    <a:cubicBezTo>
                      <a:pt x="13" y="84"/>
                      <a:pt x="10" y="123"/>
                      <a:pt x="5" y="162"/>
                    </a:cubicBezTo>
                    <a:cubicBezTo>
                      <a:pt x="0" y="210"/>
                      <a:pt x="24" y="248"/>
                      <a:pt x="31" y="294"/>
                    </a:cubicBezTo>
                    <a:cubicBezTo>
                      <a:pt x="29" y="263"/>
                      <a:pt x="20" y="232"/>
                      <a:pt x="19" y="201"/>
                    </a:cubicBezTo>
                    <a:cubicBezTo>
                      <a:pt x="18" y="178"/>
                      <a:pt x="18" y="154"/>
                      <a:pt x="22" y="131"/>
                    </a:cubicBezTo>
                    <a:cubicBezTo>
                      <a:pt x="24" y="118"/>
                      <a:pt x="27" y="105"/>
                      <a:pt x="29" y="92"/>
                    </a:cubicBezTo>
                    <a:cubicBezTo>
                      <a:pt x="31" y="78"/>
                      <a:pt x="29" y="57"/>
                      <a:pt x="34" y="45"/>
                    </a:cubicBezTo>
                    <a:cubicBezTo>
                      <a:pt x="39" y="31"/>
                      <a:pt x="43" y="36"/>
                      <a:pt x="56" y="37"/>
                    </a:cubicBezTo>
                    <a:cubicBezTo>
                      <a:pt x="71" y="38"/>
                      <a:pt x="83" y="33"/>
                      <a:pt x="97" y="28"/>
                    </a:cubicBezTo>
                    <a:cubicBezTo>
                      <a:pt x="109" y="25"/>
                      <a:pt x="120" y="23"/>
                      <a:pt x="132" y="21"/>
                    </a:cubicBezTo>
                    <a:cubicBezTo>
                      <a:pt x="140" y="20"/>
                      <a:pt x="154" y="23"/>
                      <a:pt x="160" y="17"/>
                    </a:cubicBezTo>
                  </a:path>
                </a:pathLst>
              </a:custGeom>
              <a:solidFill>
                <a:srgbClr val="8C3F3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858" name="Freeform 303">
                <a:extLst>
                  <a:ext uri="{FF2B5EF4-FFF2-40B4-BE49-F238E27FC236}">
                    <a16:creationId xmlns:a16="http://schemas.microsoft.com/office/drawing/2014/main" id="{9D295407-5354-4A38-B8D0-E5D6E24A64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6" y="3319"/>
                <a:ext cx="150" cy="337"/>
              </a:xfrm>
              <a:custGeom>
                <a:avLst/>
                <a:gdLst>
                  <a:gd name="T0" fmla="*/ 8 w 142"/>
                  <a:gd name="T1" fmla="*/ 135 h 319"/>
                  <a:gd name="T2" fmla="*/ 75 w 142"/>
                  <a:gd name="T3" fmla="*/ 278 h 319"/>
                  <a:gd name="T4" fmla="*/ 167 w 142"/>
                  <a:gd name="T5" fmla="*/ 376 h 319"/>
                  <a:gd name="T6" fmla="*/ 82 w 142"/>
                  <a:gd name="T7" fmla="*/ 268 h 319"/>
                  <a:gd name="T8" fmla="*/ 33 w 142"/>
                  <a:gd name="T9" fmla="*/ 163 h 319"/>
                  <a:gd name="T10" fmla="*/ 7 w 142"/>
                  <a:gd name="T11" fmla="*/ 0 h 31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2" h="319">
                    <a:moveTo>
                      <a:pt x="8" y="115"/>
                    </a:moveTo>
                    <a:cubicBezTo>
                      <a:pt x="13" y="158"/>
                      <a:pt x="38" y="201"/>
                      <a:pt x="63" y="236"/>
                    </a:cubicBezTo>
                    <a:cubicBezTo>
                      <a:pt x="82" y="265"/>
                      <a:pt x="112" y="301"/>
                      <a:pt x="142" y="319"/>
                    </a:cubicBezTo>
                    <a:cubicBezTo>
                      <a:pt x="117" y="292"/>
                      <a:pt x="88" y="260"/>
                      <a:pt x="70" y="227"/>
                    </a:cubicBezTo>
                    <a:cubicBezTo>
                      <a:pt x="54" y="198"/>
                      <a:pt x="42" y="167"/>
                      <a:pt x="27" y="138"/>
                    </a:cubicBezTo>
                    <a:cubicBezTo>
                      <a:pt x="7" y="99"/>
                      <a:pt x="0" y="43"/>
                      <a:pt x="7" y="0"/>
                    </a:cubicBezTo>
                  </a:path>
                </a:pathLst>
              </a:custGeom>
              <a:solidFill>
                <a:srgbClr val="8C3F3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859" name="Freeform 304">
                <a:extLst>
                  <a:ext uri="{FF2B5EF4-FFF2-40B4-BE49-F238E27FC236}">
                    <a16:creationId xmlns:a16="http://schemas.microsoft.com/office/drawing/2014/main" id="{2D026F42-4F3A-4AAE-A180-F2895399C3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6" y="2491"/>
                <a:ext cx="124" cy="22"/>
              </a:xfrm>
              <a:custGeom>
                <a:avLst/>
                <a:gdLst>
                  <a:gd name="T0" fmla="*/ 0 w 118"/>
                  <a:gd name="T1" fmla="*/ 8 h 21"/>
                  <a:gd name="T2" fmla="*/ 57 w 118"/>
                  <a:gd name="T3" fmla="*/ 21 h 21"/>
                  <a:gd name="T4" fmla="*/ 137 w 118"/>
                  <a:gd name="T5" fmla="*/ 0 h 21"/>
                  <a:gd name="T6" fmla="*/ 3 w 118"/>
                  <a:gd name="T7" fmla="*/ 8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8" h="21">
                    <a:moveTo>
                      <a:pt x="0" y="8"/>
                    </a:moveTo>
                    <a:cubicBezTo>
                      <a:pt x="9" y="19"/>
                      <a:pt x="34" y="18"/>
                      <a:pt x="49" y="18"/>
                    </a:cubicBezTo>
                    <a:cubicBezTo>
                      <a:pt x="71" y="20"/>
                      <a:pt x="97" y="8"/>
                      <a:pt x="118" y="0"/>
                    </a:cubicBezTo>
                    <a:cubicBezTo>
                      <a:pt x="79" y="21"/>
                      <a:pt x="42" y="7"/>
                      <a:pt x="3" y="8"/>
                    </a:cubicBezTo>
                  </a:path>
                </a:pathLst>
              </a:custGeom>
              <a:solidFill>
                <a:srgbClr val="8C3F3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860" name="Freeform 305">
                <a:extLst>
                  <a:ext uri="{FF2B5EF4-FFF2-40B4-BE49-F238E27FC236}">
                    <a16:creationId xmlns:a16="http://schemas.microsoft.com/office/drawing/2014/main" id="{58F5F7FD-47D5-4A1A-A7BD-B06FE48904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6" y="1592"/>
                <a:ext cx="37" cy="48"/>
              </a:xfrm>
              <a:custGeom>
                <a:avLst/>
                <a:gdLst>
                  <a:gd name="T0" fmla="*/ 0 w 35"/>
                  <a:gd name="T1" fmla="*/ 54 h 45"/>
                  <a:gd name="T2" fmla="*/ 41 w 35"/>
                  <a:gd name="T3" fmla="*/ 0 h 45"/>
                  <a:gd name="T4" fmla="*/ 38 w 35"/>
                  <a:gd name="T5" fmla="*/ 51 h 45"/>
                  <a:gd name="T6" fmla="*/ 1 w 35"/>
                  <a:gd name="T7" fmla="*/ 53 h 4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5" h="45">
                    <a:moveTo>
                      <a:pt x="0" y="45"/>
                    </a:moveTo>
                    <a:cubicBezTo>
                      <a:pt x="10" y="30"/>
                      <a:pt x="21" y="12"/>
                      <a:pt x="35" y="0"/>
                    </a:cubicBezTo>
                    <a:cubicBezTo>
                      <a:pt x="29" y="12"/>
                      <a:pt x="17" y="33"/>
                      <a:pt x="32" y="42"/>
                    </a:cubicBezTo>
                    <a:cubicBezTo>
                      <a:pt x="21" y="43"/>
                      <a:pt x="11" y="42"/>
                      <a:pt x="1" y="44"/>
                    </a:cubicBezTo>
                  </a:path>
                </a:pathLst>
              </a:custGeom>
              <a:solidFill>
                <a:srgbClr val="8C3F3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861" name="Freeform 306">
                <a:extLst>
                  <a:ext uri="{FF2B5EF4-FFF2-40B4-BE49-F238E27FC236}">
                    <a16:creationId xmlns:a16="http://schemas.microsoft.com/office/drawing/2014/main" id="{BFEA32F3-0A63-4E9C-B5A3-522E9DA289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2" y="1646"/>
                <a:ext cx="63" cy="86"/>
              </a:xfrm>
              <a:custGeom>
                <a:avLst/>
                <a:gdLst>
                  <a:gd name="T0" fmla="*/ 69 w 60"/>
                  <a:gd name="T1" fmla="*/ 0 h 81"/>
                  <a:gd name="T2" fmla="*/ 30 w 60"/>
                  <a:gd name="T3" fmla="*/ 6 h 81"/>
                  <a:gd name="T4" fmla="*/ 9 w 60"/>
                  <a:gd name="T5" fmla="*/ 23 h 81"/>
                  <a:gd name="T6" fmla="*/ 5 w 60"/>
                  <a:gd name="T7" fmla="*/ 58 h 81"/>
                  <a:gd name="T8" fmla="*/ 24 w 60"/>
                  <a:gd name="T9" fmla="*/ 97 h 81"/>
                  <a:gd name="T10" fmla="*/ 20 w 60"/>
                  <a:gd name="T11" fmla="*/ 57 h 81"/>
                  <a:gd name="T12" fmla="*/ 26 w 60"/>
                  <a:gd name="T13" fmla="*/ 27 h 81"/>
                  <a:gd name="T14" fmla="*/ 45 w 60"/>
                  <a:gd name="T15" fmla="*/ 15 h 81"/>
                  <a:gd name="T16" fmla="*/ 63 w 60"/>
                  <a:gd name="T17" fmla="*/ 3 h 8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0" h="81">
                    <a:moveTo>
                      <a:pt x="60" y="0"/>
                    </a:moveTo>
                    <a:cubicBezTo>
                      <a:pt x="49" y="6"/>
                      <a:pt x="40" y="6"/>
                      <a:pt x="27" y="6"/>
                    </a:cubicBezTo>
                    <a:cubicBezTo>
                      <a:pt x="13" y="5"/>
                      <a:pt x="12" y="9"/>
                      <a:pt x="9" y="20"/>
                    </a:cubicBezTo>
                    <a:cubicBezTo>
                      <a:pt x="5" y="32"/>
                      <a:pt x="0" y="38"/>
                      <a:pt x="5" y="49"/>
                    </a:cubicBezTo>
                    <a:cubicBezTo>
                      <a:pt x="10" y="58"/>
                      <a:pt x="20" y="71"/>
                      <a:pt x="21" y="81"/>
                    </a:cubicBezTo>
                    <a:cubicBezTo>
                      <a:pt x="25" y="73"/>
                      <a:pt x="18" y="57"/>
                      <a:pt x="17" y="48"/>
                    </a:cubicBezTo>
                    <a:cubicBezTo>
                      <a:pt x="17" y="39"/>
                      <a:pt x="17" y="30"/>
                      <a:pt x="23" y="23"/>
                    </a:cubicBezTo>
                    <a:cubicBezTo>
                      <a:pt x="27" y="18"/>
                      <a:pt x="34" y="16"/>
                      <a:pt x="39" y="12"/>
                    </a:cubicBezTo>
                    <a:cubicBezTo>
                      <a:pt x="43" y="9"/>
                      <a:pt x="49" y="6"/>
                      <a:pt x="54" y="3"/>
                    </a:cubicBezTo>
                  </a:path>
                </a:pathLst>
              </a:custGeom>
              <a:solidFill>
                <a:srgbClr val="8C3F3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862" name="Freeform 307">
                <a:extLst>
                  <a:ext uri="{FF2B5EF4-FFF2-40B4-BE49-F238E27FC236}">
                    <a16:creationId xmlns:a16="http://schemas.microsoft.com/office/drawing/2014/main" id="{3067DD32-2553-4F76-B76F-9C39A16CCE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9" y="1797"/>
                <a:ext cx="77" cy="84"/>
              </a:xfrm>
              <a:custGeom>
                <a:avLst/>
                <a:gdLst>
                  <a:gd name="T0" fmla="*/ 85 w 73"/>
                  <a:gd name="T1" fmla="*/ 46 h 79"/>
                  <a:gd name="T2" fmla="*/ 58 w 73"/>
                  <a:gd name="T3" fmla="*/ 33 h 79"/>
                  <a:gd name="T4" fmla="*/ 38 w 73"/>
                  <a:gd name="T5" fmla="*/ 22 h 79"/>
                  <a:gd name="T6" fmla="*/ 0 w 73"/>
                  <a:gd name="T7" fmla="*/ 0 h 79"/>
                  <a:gd name="T8" fmla="*/ 41 w 73"/>
                  <a:gd name="T9" fmla="*/ 95 h 79"/>
                  <a:gd name="T10" fmla="*/ 39 w 73"/>
                  <a:gd name="T11" fmla="*/ 37 h 79"/>
                  <a:gd name="T12" fmla="*/ 63 w 73"/>
                  <a:gd name="T13" fmla="*/ 46 h 79"/>
                  <a:gd name="T14" fmla="*/ 85 w 73"/>
                  <a:gd name="T15" fmla="*/ 53 h 7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3" h="79">
                    <a:moveTo>
                      <a:pt x="73" y="38"/>
                    </a:moveTo>
                    <a:cubicBezTo>
                      <a:pt x="68" y="40"/>
                      <a:pt x="55" y="30"/>
                      <a:pt x="49" y="27"/>
                    </a:cubicBezTo>
                    <a:cubicBezTo>
                      <a:pt x="43" y="24"/>
                      <a:pt x="37" y="22"/>
                      <a:pt x="32" y="19"/>
                    </a:cubicBezTo>
                    <a:cubicBezTo>
                      <a:pt x="22" y="13"/>
                      <a:pt x="8" y="9"/>
                      <a:pt x="0" y="0"/>
                    </a:cubicBezTo>
                    <a:cubicBezTo>
                      <a:pt x="5" y="28"/>
                      <a:pt x="23" y="52"/>
                      <a:pt x="35" y="79"/>
                    </a:cubicBezTo>
                    <a:cubicBezTo>
                      <a:pt x="35" y="68"/>
                      <a:pt x="12" y="33"/>
                      <a:pt x="33" y="31"/>
                    </a:cubicBezTo>
                    <a:cubicBezTo>
                      <a:pt x="38" y="31"/>
                      <a:pt x="48" y="36"/>
                      <a:pt x="54" y="38"/>
                    </a:cubicBezTo>
                    <a:cubicBezTo>
                      <a:pt x="61" y="40"/>
                      <a:pt x="65" y="43"/>
                      <a:pt x="73" y="44"/>
                    </a:cubicBezTo>
                  </a:path>
                </a:pathLst>
              </a:custGeom>
              <a:solidFill>
                <a:srgbClr val="8C3F3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863" name="Freeform 308">
                <a:extLst>
                  <a:ext uri="{FF2B5EF4-FFF2-40B4-BE49-F238E27FC236}">
                    <a16:creationId xmlns:a16="http://schemas.microsoft.com/office/drawing/2014/main" id="{67AB2723-95E1-4C29-84AD-194143CDC8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6" y="2175"/>
                <a:ext cx="120" cy="175"/>
              </a:xfrm>
              <a:custGeom>
                <a:avLst/>
                <a:gdLst>
                  <a:gd name="T0" fmla="*/ 104 w 114"/>
                  <a:gd name="T1" fmla="*/ 21 h 166"/>
                  <a:gd name="T2" fmla="*/ 55 w 114"/>
                  <a:gd name="T3" fmla="*/ 54 h 166"/>
                  <a:gd name="T4" fmla="*/ 68 w 114"/>
                  <a:gd name="T5" fmla="*/ 91 h 166"/>
                  <a:gd name="T6" fmla="*/ 104 w 114"/>
                  <a:gd name="T7" fmla="*/ 82 h 166"/>
                  <a:gd name="T8" fmla="*/ 133 w 114"/>
                  <a:gd name="T9" fmla="*/ 73 h 166"/>
                  <a:gd name="T10" fmla="*/ 76 w 114"/>
                  <a:gd name="T11" fmla="*/ 115 h 166"/>
                  <a:gd name="T12" fmla="*/ 68 w 114"/>
                  <a:gd name="T13" fmla="*/ 194 h 166"/>
                  <a:gd name="T14" fmla="*/ 68 w 114"/>
                  <a:gd name="T15" fmla="*/ 132 h 166"/>
                  <a:gd name="T16" fmla="*/ 62 w 114"/>
                  <a:gd name="T17" fmla="*/ 85 h 166"/>
                  <a:gd name="T18" fmla="*/ 44 w 114"/>
                  <a:gd name="T19" fmla="*/ 43 h 166"/>
                  <a:gd name="T20" fmla="*/ 27 w 114"/>
                  <a:gd name="T21" fmla="*/ 26 h 166"/>
                  <a:gd name="T22" fmla="*/ 0 w 114"/>
                  <a:gd name="T23" fmla="*/ 1 h 166"/>
                  <a:gd name="T24" fmla="*/ 26 w 114"/>
                  <a:gd name="T25" fmla="*/ 17 h 166"/>
                  <a:gd name="T26" fmla="*/ 54 w 114"/>
                  <a:gd name="T27" fmla="*/ 28 h 166"/>
                  <a:gd name="T28" fmla="*/ 79 w 114"/>
                  <a:gd name="T29" fmla="*/ 25 h 166"/>
                  <a:gd name="T30" fmla="*/ 101 w 114"/>
                  <a:gd name="T31" fmla="*/ 21 h 16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14" h="166">
                    <a:moveTo>
                      <a:pt x="89" y="18"/>
                    </a:moveTo>
                    <a:cubicBezTo>
                      <a:pt x="74" y="25"/>
                      <a:pt x="59" y="35"/>
                      <a:pt x="47" y="46"/>
                    </a:cubicBezTo>
                    <a:cubicBezTo>
                      <a:pt x="44" y="57"/>
                      <a:pt x="46" y="75"/>
                      <a:pt x="59" y="78"/>
                    </a:cubicBezTo>
                    <a:cubicBezTo>
                      <a:pt x="67" y="80"/>
                      <a:pt x="80" y="73"/>
                      <a:pt x="89" y="70"/>
                    </a:cubicBezTo>
                    <a:cubicBezTo>
                      <a:pt x="97" y="68"/>
                      <a:pt x="107" y="66"/>
                      <a:pt x="114" y="62"/>
                    </a:cubicBezTo>
                    <a:cubicBezTo>
                      <a:pt x="101" y="79"/>
                      <a:pt x="66" y="70"/>
                      <a:pt x="65" y="98"/>
                    </a:cubicBezTo>
                    <a:cubicBezTo>
                      <a:pt x="63" y="121"/>
                      <a:pt x="55" y="142"/>
                      <a:pt x="59" y="166"/>
                    </a:cubicBezTo>
                    <a:cubicBezTo>
                      <a:pt x="56" y="147"/>
                      <a:pt x="55" y="131"/>
                      <a:pt x="59" y="113"/>
                    </a:cubicBezTo>
                    <a:cubicBezTo>
                      <a:pt x="63" y="97"/>
                      <a:pt x="61" y="87"/>
                      <a:pt x="53" y="73"/>
                    </a:cubicBezTo>
                    <a:cubicBezTo>
                      <a:pt x="46" y="62"/>
                      <a:pt x="44" y="49"/>
                      <a:pt x="38" y="37"/>
                    </a:cubicBezTo>
                    <a:cubicBezTo>
                      <a:pt x="35" y="30"/>
                      <a:pt x="29" y="28"/>
                      <a:pt x="24" y="23"/>
                    </a:cubicBezTo>
                    <a:cubicBezTo>
                      <a:pt x="16" y="16"/>
                      <a:pt x="9" y="5"/>
                      <a:pt x="0" y="1"/>
                    </a:cubicBezTo>
                    <a:cubicBezTo>
                      <a:pt x="6" y="0"/>
                      <a:pt x="16" y="11"/>
                      <a:pt x="23" y="14"/>
                    </a:cubicBezTo>
                    <a:cubicBezTo>
                      <a:pt x="31" y="19"/>
                      <a:pt x="37" y="22"/>
                      <a:pt x="46" y="25"/>
                    </a:cubicBezTo>
                    <a:cubicBezTo>
                      <a:pt x="55" y="27"/>
                      <a:pt x="58" y="25"/>
                      <a:pt x="67" y="22"/>
                    </a:cubicBezTo>
                    <a:cubicBezTo>
                      <a:pt x="73" y="21"/>
                      <a:pt x="82" y="21"/>
                      <a:pt x="86" y="18"/>
                    </a:cubicBezTo>
                  </a:path>
                </a:pathLst>
              </a:custGeom>
              <a:solidFill>
                <a:srgbClr val="8C3F3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864" name="Freeform 309">
                <a:extLst>
                  <a:ext uri="{FF2B5EF4-FFF2-40B4-BE49-F238E27FC236}">
                    <a16:creationId xmlns:a16="http://schemas.microsoft.com/office/drawing/2014/main" id="{4D84650A-55AA-4261-AE20-DBF30A7204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3" y="2397"/>
                <a:ext cx="32" cy="59"/>
              </a:xfrm>
              <a:custGeom>
                <a:avLst/>
                <a:gdLst>
                  <a:gd name="T0" fmla="*/ 0 w 30"/>
                  <a:gd name="T1" fmla="*/ 1 h 56"/>
                  <a:gd name="T2" fmla="*/ 12 w 30"/>
                  <a:gd name="T3" fmla="*/ 65 h 56"/>
                  <a:gd name="T4" fmla="*/ 36 w 30"/>
                  <a:gd name="T5" fmla="*/ 60 h 56"/>
                  <a:gd name="T6" fmla="*/ 17 w 30"/>
                  <a:gd name="T7" fmla="*/ 39 h 56"/>
                  <a:gd name="T8" fmla="*/ 2 w 30"/>
                  <a:gd name="T9" fmla="*/ 0 h 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56">
                    <a:moveTo>
                      <a:pt x="0" y="1"/>
                    </a:moveTo>
                    <a:cubicBezTo>
                      <a:pt x="10" y="18"/>
                      <a:pt x="9" y="37"/>
                      <a:pt x="9" y="56"/>
                    </a:cubicBezTo>
                    <a:cubicBezTo>
                      <a:pt x="10" y="46"/>
                      <a:pt x="24" y="47"/>
                      <a:pt x="30" y="51"/>
                    </a:cubicBezTo>
                    <a:cubicBezTo>
                      <a:pt x="26" y="46"/>
                      <a:pt x="18" y="40"/>
                      <a:pt x="14" y="33"/>
                    </a:cubicBezTo>
                    <a:cubicBezTo>
                      <a:pt x="8" y="25"/>
                      <a:pt x="2" y="10"/>
                      <a:pt x="2" y="0"/>
                    </a:cubicBezTo>
                  </a:path>
                </a:pathLst>
              </a:custGeom>
              <a:solidFill>
                <a:srgbClr val="8C3F3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865" name="Freeform 310">
                <a:extLst>
                  <a:ext uri="{FF2B5EF4-FFF2-40B4-BE49-F238E27FC236}">
                    <a16:creationId xmlns:a16="http://schemas.microsoft.com/office/drawing/2014/main" id="{0AA84FEE-B570-48FD-B1F7-9AC8DB1401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9" y="1926"/>
                <a:ext cx="115" cy="208"/>
              </a:xfrm>
              <a:custGeom>
                <a:avLst/>
                <a:gdLst>
                  <a:gd name="T0" fmla="*/ 0 w 109"/>
                  <a:gd name="T1" fmla="*/ 1 h 197"/>
                  <a:gd name="T2" fmla="*/ 7 w 109"/>
                  <a:gd name="T3" fmla="*/ 26 h 197"/>
                  <a:gd name="T4" fmla="*/ 24 w 109"/>
                  <a:gd name="T5" fmla="*/ 48 h 197"/>
                  <a:gd name="T6" fmla="*/ 55 w 109"/>
                  <a:gd name="T7" fmla="*/ 99 h 197"/>
                  <a:gd name="T8" fmla="*/ 74 w 109"/>
                  <a:gd name="T9" fmla="*/ 160 h 197"/>
                  <a:gd name="T10" fmla="*/ 128 w 109"/>
                  <a:gd name="T11" fmla="*/ 232 h 197"/>
                  <a:gd name="T12" fmla="*/ 65 w 109"/>
                  <a:gd name="T13" fmla="*/ 93 h 197"/>
                  <a:gd name="T14" fmla="*/ 36 w 109"/>
                  <a:gd name="T15" fmla="*/ 38 h 197"/>
                  <a:gd name="T16" fmla="*/ 7 w 109"/>
                  <a:gd name="T17" fmla="*/ 0 h 19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9" h="197">
                    <a:moveTo>
                      <a:pt x="0" y="1"/>
                    </a:moveTo>
                    <a:cubicBezTo>
                      <a:pt x="2" y="8"/>
                      <a:pt x="3" y="17"/>
                      <a:pt x="7" y="23"/>
                    </a:cubicBezTo>
                    <a:cubicBezTo>
                      <a:pt x="10" y="31"/>
                      <a:pt x="16" y="35"/>
                      <a:pt x="21" y="41"/>
                    </a:cubicBezTo>
                    <a:cubicBezTo>
                      <a:pt x="32" y="54"/>
                      <a:pt x="40" y="69"/>
                      <a:pt x="46" y="84"/>
                    </a:cubicBezTo>
                    <a:cubicBezTo>
                      <a:pt x="52" y="102"/>
                      <a:pt x="54" y="119"/>
                      <a:pt x="63" y="136"/>
                    </a:cubicBezTo>
                    <a:cubicBezTo>
                      <a:pt x="75" y="159"/>
                      <a:pt x="92" y="177"/>
                      <a:pt x="109" y="197"/>
                    </a:cubicBezTo>
                    <a:cubicBezTo>
                      <a:pt x="78" y="163"/>
                      <a:pt x="70" y="121"/>
                      <a:pt x="56" y="79"/>
                    </a:cubicBezTo>
                    <a:cubicBezTo>
                      <a:pt x="50" y="62"/>
                      <a:pt x="42" y="46"/>
                      <a:pt x="30" y="32"/>
                    </a:cubicBezTo>
                    <a:cubicBezTo>
                      <a:pt x="22" y="22"/>
                      <a:pt x="15" y="9"/>
                      <a:pt x="7" y="0"/>
                    </a:cubicBezTo>
                  </a:path>
                </a:pathLst>
              </a:custGeom>
              <a:solidFill>
                <a:srgbClr val="8C3F3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866" name="Freeform 311">
                <a:extLst>
                  <a:ext uri="{FF2B5EF4-FFF2-40B4-BE49-F238E27FC236}">
                    <a16:creationId xmlns:a16="http://schemas.microsoft.com/office/drawing/2014/main" id="{50A3B147-3C21-4085-98C5-34C30768FE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5" y="1852"/>
                <a:ext cx="154" cy="126"/>
              </a:xfrm>
              <a:custGeom>
                <a:avLst/>
                <a:gdLst>
                  <a:gd name="T0" fmla="*/ 107 w 146"/>
                  <a:gd name="T1" fmla="*/ 7 h 119"/>
                  <a:gd name="T2" fmla="*/ 170 w 146"/>
                  <a:gd name="T3" fmla="*/ 56 h 119"/>
                  <a:gd name="T4" fmla="*/ 102 w 146"/>
                  <a:gd name="T5" fmla="*/ 125 h 119"/>
                  <a:gd name="T6" fmla="*/ 28 w 146"/>
                  <a:gd name="T7" fmla="*/ 129 h 119"/>
                  <a:gd name="T8" fmla="*/ 19 w 146"/>
                  <a:gd name="T9" fmla="*/ 56 h 119"/>
                  <a:gd name="T10" fmla="*/ 72 w 146"/>
                  <a:gd name="T11" fmla="*/ 19 h 119"/>
                  <a:gd name="T12" fmla="*/ 91 w 146"/>
                  <a:gd name="T13" fmla="*/ 14 h 119"/>
                  <a:gd name="T14" fmla="*/ 110 w 146"/>
                  <a:gd name="T15" fmla="*/ 5 h 11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46" h="119">
                    <a:moveTo>
                      <a:pt x="91" y="7"/>
                    </a:moveTo>
                    <a:cubicBezTo>
                      <a:pt x="115" y="0"/>
                      <a:pt x="146" y="22"/>
                      <a:pt x="145" y="47"/>
                    </a:cubicBezTo>
                    <a:cubicBezTo>
                      <a:pt x="145" y="73"/>
                      <a:pt x="107" y="96"/>
                      <a:pt x="87" y="105"/>
                    </a:cubicBezTo>
                    <a:cubicBezTo>
                      <a:pt x="67" y="114"/>
                      <a:pt x="45" y="119"/>
                      <a:pt x="25" y="109"/>
                    </a:cubicBezTo>
                    <a:cubicBezTo>
                      <a:pt x="2" y="98"/>
                      <a:pt x="0" y="65"/>
                      <a:pt x="16" y="47"/>
                    </a:cubicBezTo>
                    <a:cubicBezTo>
                      <a:pt x="28" y="33"/>
                      <a:pt x="45" y="23"/>
                      <a:pt x="61" y="16"/>
                    </a:cubicBezTo>
                    <a:cubicBezTo>
                      <a:pt x="67" y="14"/>
                      <a:pt x="73" y="13"/>
                      <a:pt x="78" y="11"/>
                    </a:cubicBezTo>
                    <a:cubicBezTo>
                      <a:pt x="83" y="8"/>
                      <a:pt x="88" y="6"/>
                      <a:pt x="94" y="5"/>
                    </a:cubicBezTo>
                  </a:path>
                </a:pathLst>
              </a:custGeom>
              <a:solidFill>
                <a:srgbClr val="6120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867" name="Freeform 312">
                <a:extLst>
                  <a:ext uri="{FF2B5EF4-FFF2-40B4-BE49-F238E27FC236}">
                    <a16:creationId xmlns:a16="http://schemas.microsoft.com/office/drawing/2014/main" id="{F836F7A8-8DCE-4545-8ADF-F66D2BA989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7" y="1718"/>
                <a:ext cx="33" cy="225"/>
              </a:xfrm>
              <a:custGeom>
                <a:avLst/>
                <a:gdLst>
                  <a:gd name="T0" fmla="*/ 35 w 32"/>
                  <a:gd name="T1" fmla="*/ 244 h 213"/>
                  <a:gd name="T2" fmla="*/ 13 w 32"/>
                  <a:gd name="T3" fmla="*/ 142 h 213"/>
                  <a:gd name="T4" fmla="*/ 10 w 32"/>
                  <a:gd name="T5" fmla="*/ 64 h 213"/>
                  <a:gd name="T6" fmla="*/ 13 w 32"/>
                  <a:gd name="T7" fmla="*/ 0 h 213"/>
                  <a:gd name="T8" fmla="*/ 3 w 32"/>
                  <a:gd name="T9" fmla="*/ 125 h 213"/>
                  <a:gd name="T10" fmla="*/ 1 w 32"/>
                  <a:gd name="T11" fmla="*/ 193 h 213"/>
                  <a:gd name="T12" fmla="*/ 2 w 32"/>
                  <a:gd name="T13" fmla="*/ 251 h 213"/>
                  <a:gd name="T14" fmla="*/ 30 w 32"/>
                  <a:gd name="T15" fmla="*/ 244 h 21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2" h="213">
                    <a:moveTo>
                      <a:pt x="32" y="207"/>
                    </a:moveTo>
                    <a:cubicBezTo>
                      <a:pt x="2" y="185"/>
                      <a:pt x="12" y="151"/>
                      <a:pt x="13" y="120"/>
                    </a:cubicBezTo>
                    <a:cubicBezTo>
                      <a:pt x="14" y="98"/>
                      <a:pt x="11" y="76"/>
                      <a:pt x="10" y="55"/>
                    </a:cubicBezTo>
                    <a:cubicBezTo>
                      <a:pt x="10" y="37"/>
                      <a:pt x="13" y="15"/>
                      <a:pt x="13" y="0"/>
                    </a:cubicBezTo>
                    <a:cubicBezTo>
                      <a:pt x="17" y="35"/>
                      <a:pt x="5" y="72"/>
                      <a:pt x="3" y="106"/>
                    </a:cubicBezTo>
                    <a:cubicBezTo>
                      <a:pt x="1" y="126"/>
                      <a:pt x="2" y="145"/>
                      <a:pt x="1" y="164"/>
                    </a:cubicBezTo>
                    <a:cubicBezTo>
                      <a:pt x="0" y="179"/>
                      <a:pt x="6" y="203"/>
                      <a:pt x="2" y="213"/>
                    </a:cubicBezTo>
                    <a:cubicBezTo>
                      <a:pt x="8" y="206"/>
                      <a:pt x="19" y="200"/>
                      <a:pt x="27" y="207"/>
                    </a:cubicBezTo>
                  </a:path>
                </a:pathLst>
              </a:custGeom>
              <a:solidFill>
                <a:srgbClr val="8C3F3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868" name="Freeform 313">
                <a:extLst>
                  <a:ext uri="{FF2B5EF4-FFF2-40B4-BE49-F238E27FC236}">
                    <a16:creationId xmlns:a16="http://schemas.microsoft.com/office/drawing/2014/main" id="{5491047A-C0BF-4A25-B535-7A6F85EDEB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6" y="2495"/>
                <a:ext cx="531" cy="290"/>
              </a:xfrm>
              <a:custGeom>
                <a:avLst/>
                <a:gdLst>
                  <a:gd name="T0" fmla="*/ 421 w 503"/>
                  <a:gd name="T1" fmla="*/ 240 h 275"/>
                  <a:gd name="T2" fmla="*/ 584 w 503"/>
                  <a:gd name="T3" fmla="*/ 212 h 275"/>
                  <a:gd name="T4" fmla="*/ 548 w 503"/>
                  <a:gd name="T5" fmla="*/ 80 h 275"/>
                  <a:gd name="T6" fmla="*/ 444 w 503"/>
                  <a:gd name="T7" fmla="*/ 25 h 275"/>
                  <a:gd name="T8" fmla="*/ 209 w 503"/>
                  <a:gd name="T9" fmla="*/ 40 h 275"/>
                  <a:gd name="T10" fmla="*/ 128 w 503"/>
                  <a:gd name="T11" fmla="*/ 40 h 275"/>
                  <a:gd name="T12" fmla="*/ 51 w 503"/>
                  <a:gd name="T13" fmla="*/ 25 h 275"/>
                  <a:gd name="T14" fmla="*/ 3 w 503"/>
                  <a:gd name="T15" fmla="*/ 144 h 275"/>
                  <a:gd name="T16" fmla="*/ 113 w 503"/>
                  <a:gd name="T17" fmla="*/ 221 h 275"/>
                  <a:gd name="T18" fmla="*/ 260 w 503"/>
                  <a:gd name="T19" fmla="*/ 227 h 275"/>
                  <a:gd name="T20" fmla="*/ 363 w 503"/>
                  <a:gd name="T21" fmla="*/ 237 h 275"/>
                  <a:gd name="T22" fmla="*/ 440 w 503"/>
                  <a:gd name="T23" fmla="*/ 244 h 27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503" h="275">
                    <a:moveTo>
                      <a:pt x="358" y="205"/>
                    </a:moveTo>
                    <a:cubicBezTo>
                      <a:pt x="408" y="198"/>
                      <a:pt x="503" y="275"/>
                      <a:pt x="496" y="181"/>
                    </a:cubicBezTo>
                    <a:cubicBezTo>
                      <a:pt x="493" y="145"/>
                      <a:pt x="486" y="97"/>
                      <a:pt x="466" y="68"/>
                    </a:cubicBezTo>
                    <a:cubicBezTo>
                      <a:pt x="446" y="39"/>
                      <a:pt x="411" y="32"/>
                      <a:pt x="378" y="22"/>
                    </a:cubicBezTo>
                    <a:cubicBezTo>
                      <a:pt x="309" y="0"/>
                      <a:pt x="247" y="34"/>
                      <a:pt x="178" y="34"/>
                    </a:cubicBezTo>
                    <a:cubicBezTo>
                      <a:pt x="156" y="34"/>
                      <a:pt x="132" y="37"/>
                      <a:pt x="109" y="34"/>
                    </a:cubicBezTo>
                    <a:cubicBezTo>
                      <a:pt x="92" y="32"/>
                      <a:pt x="60" y="18"/>
                      <a:pt x="43" y="22"/>
                    </a:cubicBezTo>
                    <a:cubicBezTo>
                      <a:pt x="10" y="29"/>
                      <a:pt x="4" y="90"/>
                      <a:pt x="3" y="123"/>
                    </a:cubicBezTo>
                    <a:cubicBezTo>
                      <a:pt x="0" y="181"/>
                      <a:pt x="44" y="183"/>
                      <a:pt x="96" y="189"/>
                    </a:cubicBezTo>
                    <a:cubicBezTo>
                      <a:pt x="137" y="193"/>
                      <a:pt x="180" y="191"/>
                      <a:pt x="221" y="193"/>
                    </a:cubicBezTo>
                    <a:cubicBezTo>
                      <a:pt x="251" y="194"/>
                      <a:pt x="281" y="199"/>
                      <a:pt x="309" y="202"/>
                    </a:cubicBezTo>
                    <a:cubicBezTo>
                      <a:pt x="324" y="203"/>
                      <a:pt x="381" y="201"/>
                      <a:pt x="374" y="208"/>
                    </a:cubicBezTo>
                  </a:path>
                </a:pathLst>
              </a:custGeom>
              <a:solidFill>
                <a:srgbClr val="7A36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869" name="Freeform 314">
                <a:extLst>
                  <a:ext uri="{FF2B5EF4-FFF2-40B4-BE49-F238E27FC236}">
                    <a16:creationId xmlns:a16="http://schemas.microsoft.com/office/drawing/2014/main" id="{B182166F-0B4B-416C-8EA3-8D7C08DD1F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8" y="2752"/>
                <a:ext cx="511" cy="303"/>
              </a:xfrm>
              <a:custGeom>
                <a:avLst/>
                <a:gdLst>
                  <a:gd name="T0" fmla="*/ 378 w 484"/>
                  <a:gd name="T1" fmla="*/ 291 h 287"/>
                  <a:gd name="T2" fmla="*/ 504 w 484"/>
                  <a:gd name="T3" fmla="*/ 304 h 287"/>
                  <a:gd name="T4" fmla="*/ 544 w 484"/>
                  <a:gd name="T5" fmla="*/ 186 h 287"/>
                  <a:gd name="T6" fmla="*/ 317 w 484"/>
                  <a:gd name="T7" fmla="*/ 14 h 287"/>
                  <a:gd name="T8" fmla="*/ 176 w 484"/>
                  <a:gd name="T9" fmla="*/ 7 h 287"/>
                  <a:gd name="T10" fmla="*/ 119 w 484"/>
                  <a:gd name="T11" fmla="*/ 7 h 287"/>
                  <a:gd name="T12" fmla="*/ 51 w 484"/>
                  <a:gd name="T13" fmla="*/ 4 h 287"/>
                  <a:gd name="T14" fmla="*/ 42 w 484"/>
                  <a:gd name="T15" fmla="*/ 147 h 287"/>
                  <a:gd name="T16" fmla="*/ 176 w 484"/>
                  <a:gd name="T17" fmla="*/ 271 h 287"/>
                  <a:gd name="T18" fmla="*/ 400 w 484"/>
                  <a:gd name="T19" fmla="*/ 305 h 28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84" h="287">
                    <a:moveTo>
                      <a:pt x="321" y="247"/>
                    </a:moveTo>
                    <a:cubicBezTo>
                      <a:pt x="354" y="252"/>
                      <a:pt x="405" y="287"/>
                      <a:pt x="428" y="259"/>
                    </a:cubicBezTo>
                    <a:cubicBezTo>
                      <a:pt x="444" y="241"/>
                      <a:pt x="457" y="181"/>
                      <a:pt x="462" y="158"/>
                    </a:cubicBezTo>
                    <a:cubicBezTo>
                      <a:pt x="484" y="48"/>
                      <a:pt x="354" y="23"/>
                      <a:pt x="269" y="11"/>
                    </a:cubicBezTo>
                    <a:cubicBezTo>
                      <a:pt x="230" y="6"/>
                      <a:pt x="190" y="7"/>
                      <a:pt x="150" y="7"/>
                    </a:cubicBezTo>
                    <a:cubicBezTo>
                      <a:pt x="134" y="7"/>
                      <a:pt x="118" y="7"/>
                      <a:pt x="101" y="7"/>
                    </a:cubicBezTo>
                    <a:cubicBezTo>
                      <a:pt x="85" y="7"/>
                      <a:pt x="58" y="0"/>
                      <a:pt x="43" y="4"/>
                    </a:cubicBezTo>
                    <a:cubicBezTo>
                      <a:pt x="0" y="15"/>
                      <a:pt x="21" y="94"/>
                      <a:pt x="36" y="125"/>
                    </a:cubicBezTo>
                    <a:cubicBezTo>
                      <a:pt x="61" y="182"/>
                      <a:pt x="89" y="212"/>
                      <a:pt x="150" y="230"/>
                    </a:cubicBezTo>
                    <a:cubicBezTo>
                      <a:pt x="213" y="249"/>
                      <a:pt x="279" y="245"/>
                      <a:pt x="340" y="260"/>
                    </a:cubicBezTo>
                  </a:path>
                </a:pathLst>
              </a:custGeom>
              <a:solidFill>
                <a:srgbClr val="7A36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870" name="Freeform 315">
                <a:extLst>
                  <a:ext uri="{FF2B5EF4-FFF2-40B4-BE49-F238E27FC236}">
                    <a16:creationId xmlns:a16="http://schemas.microsoft.com/office/drawing/2014/main" id="{28018147-1194-40DB-AD12-3D36C7C68F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6" y="2573"/>
                <a:ext cx="205" cy="272"/>
              </a:xfrm>
              <a:custGeom>
                <a:avLst/>
                <a:gdLst>
                  <a:gd name="T0" fmla="*/ 229 w 194"/>
                  <a:gd name="T1" fmla="*/ 106 h 258"/>
                  <a:gd name="T2" fmla="*/ 170 w 194"/>
                  <a:gd name="T3" fmla="*/ 142 h 258"/>
                  <a:gd name="T4" fmla="*/ 188 w 194"/>
                  <a:gd name="T5" fmla="*/ 189 h 258"/>
                  <a:gd name="T6" fmla="*/ 227 w 194"/>
                  <a:gd name="T7" fmla="*/ 231 h 258"/>
                  <a:gd name="T8" fmla="*/ 174 w 194"/>
                  <a:gd name="T9" fmla="*/ 253 h 258"/>
                  <a:gd name="T10" fmla="*/ 125 w 194"/>
                  <a:gd name="T11" fmla="*/ 271 h 258"/>
                  <a:gd name="T12" fmla="*/ 101 w 194"/>
                  <a:gd name="T13" fmla="*/ 283 h 258"/>
                  <a:gd name="T14" fmla="*/ 81 w 194"/>
                  <a:gd name="T15" fmla="*/ 296 h 258"/>
                  <a:gd name="T16" fmla="*/ 48 w 194"/>
                  <a:gd name="T17" fmla="*/ 266 h 258"/>
                  <a:gd name="T18" fmla="*/ 15 w 194"/>
                  <a:gd name="T19" fmla="*/ 179 h 258"/>
                  <a:gd name="T20" fmla="*/ 5 w 194"/>
                  <a:gd name="T21" fmla="*/ 70 h 258"/>
                  <a:gd name="T22" fmla="*/ 55 w 194"/>
                  <a:gd name="T23" fmla="*/ 6 h 258"/>
                  <a:gd name="T24" fmla="*/ 138 w 194"/>
                  <a:gd name="T25" fmla="*/ 7 h 25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94" h="258">
                    <a:moveTo>
                      <a:pt x="194" y="91"/>
                    </a:moveTo>
                    <a:cubicBezTo>
                      <a:pt x="176" y="90"/>
                      <a:pt x="149" y="103"/>
                      <a:pt x="144" y="121"/>
                    </a:cubicBezTo>
                    <a:cubicBezTo>
                      <a:pt x="140" y="138"/>
                      <a:pt x="147" y="149"/>
                      <a:pt x="159" y="161"/>
                    </a:cubicBezTo>
                    <a:cubicBezTo>
                      <a:pt x="166" y="170"/>
                      <a:pt x="191" y="185"/>
                      <a:pt x="192" y="197"/>
                    </a:cubicBezTo>
                    <a:cubicBezTo>
                      <a:pt x="193" y="214"/>
                      <a:pt x="159" y="214"/>
                      <a:pt x="148" y="216"/>
                    </a:cubicBezTo>
                    <a:cubicBezTo>
                      <a:pt x="132" y="217"/>
                      <a:pt x="121" y="224"/>
                      <a:pt x="106" y="231"/>
                    </a:cubicBezTo>
                    <a:cubicBezTo>
                      <a:pt x="100" y="234"/>
                      <a:pt x="92" y="237"/>
                      <a:pt x="86" y="241"/>
                    </a:cubicBezTo>
                    <a:cubicBezTo>
                      <a:pt x="81" y="244"/>
                      <a:pt x="75" y="251"/>
                      <a:pt x="69" y="253"/>
                    </a:cubicBezTo>
                    <a:cubicBezTo>
                      <a:pt x="51" y="258"/>
                      <a:pt x="48" y="239"/>
                      <a:pt x="41" y="227"/>
                    </a:cubicBezTo>
                    <a:cubicBezTo>
                      <a:pt x="29" y="203"/>
                      <a:pt x="17" y="181"/>
                      <a:pt x="12" y="153"/>
                    </a:cubicBezTo>
                    <a:cubicBezTo>
                      <a:pt x="6" y="125"/>
                      <a:pt x="0" y="89"/>
                      <a:pt x="5" y="60"/>
                    </a:cubicBezTo>
                    <a:cubicBezTo>
                      <a:pt x="8" y="37"/>
                      <a:pt x="23" y="13"/>
                      <a:pt x="46" y="6"/>
                    </a:cubicBezTo>
                    <a:cubicBezTo>
                      <a:pt x="64" y="0"/>
                      <a:pt x="99" y="1"/>
                      <a:pt x="117" y="7"/>
                    </a:cubicBezTo>
                  </a:path>
                </a:pathLst>
              </a:custGeom>
              <a:solidFill>
                <a:srgbClr val="7A36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871" name="Freeform 316">
                <a:extLst>
                  <a:ext uri="{FF2B5EF4-FFF2-40B4-BE49-F238E27FC236}">
                    <a16:creationId xmlns:a16="http://schemas.microsoft.com/office/drawing/2014/main" id="{D0441A29-72D8-4375-BF15-50F61403A9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0" y="2263"/>
                <a:ext cx="323" cy="218"/>
              </a:xfrm>
              <a:custGeom>
                <a:avLst/>
                <a:gdLst>
                  <a:gd name="T0" fmla="*/ 57 w 305"/>
                  <a:gd name="T1" fmla="*/ 8 h 207"/>
                  <a:gd name="T2" fmla="*/ 18 w 305"/>
                  <a:gd name="T3" fmla="*/ 21 h 207"/>
                  <a:gd name="T4" fmla="*/ 8 w 305"/>
                  <a:gd name="T5" fmla="*/ 86 h 207"/>
                  <a:gd name="T6" fmla="*/ 2 w 305"/>
                  <a:gd name="T7" fmla="*/ 158 h 207"/>
                  <a:gd name="T8" fmla="*/ 26 w 305"/>
                  <a:gd name="T9" fmla="*/ 210 h 207"/>
                  <a:gd name="T10" fmla="*/ 101 w 305"/>
                  <a:gd name="T11" fmla="*/ 218 h 207"/>
                  <a:gd name="T12" fmla="*/ 164 w 305"/>
                  <a:gd name="T13" fmla="*/ 225 h 207"/>
                  <a:gd name="T14" fmla="*/ 222 w 305"/>
                  <a:gd name="T15" fmla="*/ 237 h 207"/>
                  <a:gd name="T16" fmla="*/ 277 w 305"/>
                  <a:gd name="T17" fmla="*/ 214 h 207"/>
                  <a:gd name="T18" fmla="*/ 347 w 305"/>
                  <a:gd name="T19" fmla="*/ 193 h 207"/>
                  <a:gd name="T20" fmla="*/ 274 w 305"/>
                  <a:gd name="T21" fmla="*/ 74 h 207"/>
                  <a:gd name="T22" fmla="*/ 212 w 305"/>
                  <a:gd name="T23" fmla="*/ 54 h 207"/>
                  <a:gd name="T24" fmla="*/ 160 w 305"/>
                  <a:gd name="T25" fmla="*/ 37 h 207"/>
                  <a:gd name="T26" fmla="*/ 74 w 305"/>
                  <a:gd name="T27" fmla="*/ 21 h 207"/>
                  <a:gd name="T28" fmla="*/ 52 w 305"/>
                  <a:gd name="T29" fmla="*/ 7 h 207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305" h="207">
                    <a:moveTo>
                      <a:pt x="48" y="8"/>
                    </a:moveTo>
                    <a:cubicBezTo>
                      <a:pt x="33" y="7"/>
                      <a:pt x="21" y="0"/>
                      <a:pt x="15" y="18"/>
                    </a:cubicBezTo>
                    <a:cubicBezTo>
                      <a:pt x="9" y="35"/>
                      <a:pt x="10" y="57"/>
                      <a:pt x="8" y="74"/>
                    </a:cubicBezTo>
                    <a:cubicBezTo>
                      <a:pt x="5" y="94"/>
                      <a:pt x="4" y="115"/>
                      <a:pt x="2" y="135"/>
                    </a:cubicBezTo>
                    <a:cubicBezTo>
                      <a:pt x="0" y="156"/>
                      <a:pt x="3" y="170"/>
                      <a:pt x="23" y="179"/>
                    </a:cubicBezTo>
                    <a:cubicBezTo>
                      <a:pt x="42" y="188"/>
                      <a:pt x="64" y="186"/>
                      <a:pt x="85" y="187"/>
                    </a:cubicBezTo>
                    <a:cubicBezTo>
                      <a:pt x="103" y="188"/>
                      <a:pt x="121" y="190"/>
                      <a:pt x="138" y="193"/>
                    </a:cubicBezTo>
                    <a:cubicBezTo>
                      <a:pt x="155" y="196"/>
                      <a:pt x="169" y="207"/>
                      <a:pt x="187" y="203"/>
                    </a:cubicBezTo>
                    <a:cubicBezTo>
                      <a:pt x="204" y="200"/>
                      <a:pt x="216" y="186"/>
                      <a:pt x="233" y="183"/>
                    </a:cubicBezTo>
                    <a:cubicBezTo>
                      <a:pt x="250" y="179"/>
                      <a:pt x="286" y="184"/>
                      <a:pt x="293" y="165"/>
                    </a:cubicBezTo>
                    <a:cubicBezTo>
                      <a:pt x="305" y="131"/>
                      <a:pt x="256" y="79"/>
                      <a:pt x="231" y="63"/>
                    </a:cubicBezTo>
                    <a:cubicBezTo>
                      <a:pt x="215" y="52"/>
                      <a:pt x="197" y="50"/>
                      <a:pt x="178" y="46"/>
                    </a:cubicBezTo>
                    <a:cubicBezTo>
                      <a:pt x="163" y="43"/>
                      <a:pt x="150" y="36"/>
                      <a:pt x="135" y="31"/>
                    </a:cubicBezTo>
                    <a:cubicBezTo>
                      <a:pt x="111" y="22"/>
                      <a:pt x="86" y="29"/>
                      <a:pt x="62" y="18"/>
                    </a:cubicBezTo>
                    <a:cubicBezTo>
                      <a:pt x="55" y="15"/>
                      <a:pt x="49" y="10"/>
                      <a:pt x="43" y="7"/>
                    </a:cubicBezTo>
                  </a:path>
                </a:pathLst>
              </a:custGeom>
              <a:solidFill>
                <a:srgbClr val="7A36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872" name="Freeform 317">
                <a:extLst>
                  <a:ext uri="{FF2B5EF4-FFF2-40B4-BE49-F238E27FC236}">
                    <a16:creationId xmlns:a16="http://schemas.microsoft.com/office/drawing/2014/main" id="{6A03A1B7-C9B8-4DFE-AA5C-E44B25FF76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8" y="2164"/>
                <a:ext cx="149" cy="74"/>
              </a:xfrm>
              <a:custGeom>
                <a:avLst/>
                <a:gdLst>
                  <a:gd name="T0" fmla="*/ 27 w 141"/>
                  <a:gd name="T1" fmla="*/ 0 h 70"/>
                  <a:gd name="T2" fmla="*/ 2 w 141"/>
                  <a:gd name="T3" fmla="*/ 47 h 70"/>
                  <a:gd name="T4" fmla="*/ 60 w 141"/>
                  <a:gd name="T5" fmla="*/ 78 h 70"/>
                  <a:gd name="T6" fmla="*/ 161 w 141"/>
                  <a:gd name="T7" fmla="*/ 82 h 70"/>
                  <a:gd name="T8" fmla="*/ 106 w 141"/>
                  <a:gd name="T9" fmla="*/ 48 h 70"/>
                  <a:gd name="T10" fmla="*/ 40 w 141"/>
                  <a:gd name="T11" fmla="*/ 8 h 7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1" h="70">
                    <a:moveTo>
                      <a:pt x="24" y="0"/>
                    </a:moveTo>
                    <a:cubicBezTo>
                      <a:pt x="20" y="17"/>
                      <a:pt x="0" y="19"/>
                      <a:pt x="2" y="40"/>
                    </a:cubicBezTo>
                    <a:cubicBezTo>
                      <a:pt x="4" y="63"/>
                      <a:pt x="32" y="66"/>
                      <a:pt x="51" y="66"/>
                    </a:cubicBezTo>
                    <a:cubicBezTo>
                      <a:pt x="80" y="67"/>
                      <a:pt x="108" y="68"/>
                      <a:pt x="136" y="70"/>
                    </a:cubicBezTo>
                    <a:cubicBezTo>
                      <a:pt x="141" y="51"/>
                      <a:pt x="101" y="47"/>
                      <a:pt x="90" y="41"/>
                    </a:cubicBezTo>
                    <a:cubicBezTo>
                      <a:pt x="71" y="30"/>
                      <a:pt x="56" y="14"/>
                      <a:pt x="34" y="8"/>
                    </a:cubicBezTo>
                  </a:path>
                </a:pathLst>
              </a:custGeom>
              <a:solidFill>
                <a:srgbClr val="7A36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873" name="Freeform 318">
                <a:extLst>
                  <a:ext uri="{FF2B5EF4-FFF2-40B4-BE49-F238E27FC236}">
                    <a16:creationId xmlns:a16="http://schemas.microsoft.com/office/drawing/2014/main" id="{B101AE0E-7E0C-443A-81B6-22BCA663C9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5" y="1967"/>
                <a:ext cx="175" cy="240"/>
              </a:xfrm>
              <a:custGeom>
                <a:avLst/>
                <a:gdLst>
                  <a:gd name="T0" fmla="*/ 77 w 166"/>
                  <a:gd name="T1" fmla="*/ 8 h 227"/>
                  <a:gd name="T2" fmla="*/ 23 w 166"/>
                  <a:gd name="T3" fmla="*/ 78 h 227"/>
                  <a:gd name="T4" fmla="*/ 18 w 166"/>
                  <a:gd name="T5" fmla="*/ 125 h 227"/>
                  <a:gd name="T6" fmla="*/ 4 w 166"/>
                  <a:gd name="T7" fmla="*/ 182 h 227"/>
                  <a:gd name="T8" fmla="*/ 77 w 166"/>
                  <a:gd name="T9" fmla="*/ 204 h 227"/>
                  <a:gd name="T10" fmla="*/ 142 w 166"/>
                  <a:gd name="T11" fmla="*/ 239 h 227"/>
                  <a:gd name="T12" fmla="*/ 188 w 166"/>
                  <a:gd name="T13" fmla="*/ 269 h 227"/>
                  <a:gd name="T14" fmla="*/ 163 w 166"/>
                  <a:gd name="T15" fmla="*/ 216 h 227"/>
                  <a:gd name="T16" fmla="*/ 111 w 166"/>
                  <a:gd name="T17" fmla="*/ 151 h 227"/>
                  <a:gd name="T18" fmla="*/ 84 w 166"/>
                  <a:gd name="T19" fmla="*/ 29 h 22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66" h="227">
                    <a:moveTo>
                      <a:pt x="65" y="8"/>
                    </a:moveTo>
                    <a:cubicBezTo>
                      <a:pt x="37" y="0"/>
                      <a:pt x="23" y="46"/>
                      <a:pt x="20" y="66"/>
                    </a:cubicBezTo>
                    <a:cubicBezTo>
                      <a:pt x="17" y="80"/>
                      <a:pt x="19" y="93"/>
                      <a:pt x="15" y="106"/>
                    </a:cubicBezTo>
                    <a:cubicBezTo>
                      <a:pt x="11" y="122"/>
                      <a:pt x="0" y="136"/>
                      <a:pt x="4" y="154"/>
                    </a:cubicBezTo>
                    <a:cubicBezTo>
                      <a:pt x="10" y="178"/>
                      <a:pt x="46" y="169"/>
                      <a:pt x="65" y="173"/>
                    </a:cubicBezTo>
                    <a:cubicBezTo>
                      <a:pt x="86" y="177"/>
                      <a:pt x="104" y="191"/>
                      <a:pt x="121" y="202"/>
                    </a:cubicBezTo>
                    <a:cubicBezTo>
                      <a:pt x="132" y="209"/>
                      <a:pt x="147" y="226"/>
                      <a:pt x="160" y="227"/>
                    </a:cubicBezTo>
                    <a:cubicBezTo>
                      <a:pt x="166" y="211"/>
                      <a:pt x="148" y="194"/>
                      <a:pt x="139" y="183"/>
                    </a:cubicBezTo>
                    <a:cubicBezTo>
                      <a:pt x="123" y="165"/>
                      <a:pt x="108" y="149"/>
                      <a:pt x="95" y="128"/>
                    </a:cubicBezTo>
                    <a:cubicBezTo>
                      <a:pt x="74" y="96"/>
                      <a:pt x="71" y="62"/>
                      <a:pt x="72" y="25"/>
                    </a:cubicBezTo>
                  </a:path>
                </a:pathLst>
              </a:custGeom>
              <a:solidFill>
                <a:srgbClr val="7A36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874" name="Freeform 319">
                <a:extLst>
                  <a:ext uri="{FF2B5EF4-FFF2-40B4-BE49-F238E27FC236}">
                    <a16:creationId xmlns:a16="http://schemas.microsoft.com/office/drawing/2014/main" id="{92C7D509-C3D0-4953-B0F1-4D55BE2672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5" y="2303"/>
                <a:ext cx="5" cy="4"/>
              </a:xfrm>
              <a:custGeom>
                <a:avLst/>
                <a:gdLst>
                  <a:gd name="T0" fmla="*/ 0 w 5"/>
                  <a:gd name="T1" fmla="*/ 4 h 4"/>
                  <a:gd name="T2" fmla="*/ 5 w 5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4">
                    <a:moveTo>
                      <a:pt x="0" y="4"/>
                    </a:moveTo>
                    <a:cubicBezTo>
                      <a:pt x="2" y="3"/>
                      <a:pt x="4" y="1"/>
                      <a:pt x="5" y="0"/>
                    </a:cubicBezTo>
                  </a:path>
                </a:pathLst>
              </a:custGeom>
              <a:solidFill>
                <a:srgbClr val="7A36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875" name="Freeform 320">
                <a:extLst>
                  <a:ext uri="{FF2B5EF4-FFF2-40B4-BE49-F238E27FC236}">
                    <a16:creationId xmlns:a16="http://schemas.microsoft.com/office/drawing/2014/main" id="{CCC906E7-C009-4855-A3A3-450168B8BD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4" y="2900"/>
                <a:ext cx="216" cy="232"/>
              </a:xfrm>
              <a:custGeom>
                <a:avLst/>
                <a:gdLst>
                  <a:gd name="T0" fmla="*/ 0 w 204"/>
                  <a:gd name="T1" fmla="*/ 0 h 220"/>
                  <a:gd name="T2" fmla="*/ 104 w 204"/>
                  <a:gd name="T3" fmla="*/ 181 h 220"/>
                  <a:gd name="T4" fmla="*/ 242 w 204"/>
                  <a:gd name="T5" fmla="*/ 219 h 220"/>
                  <a:gd name="T6" fmla="*/ 136 w 204"/>
                  <a:gd name="T7" fmla="*/ 62 h 2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4" h="220">
                    <a:moveTo>
                      <a:pt x="0" y="0"/>
                    </a:moveTo>
                    <a:cubicBezTo>
                      <a:pt x="43" y="42"/>
                      <a:pt x="40" y="114"/>
                      <a:pt x="88" y="155"/>
                    </a:cubicBezTo>
                    <a:cubicBezTo>
                      <a:pt x="109" y="173"/>
                      <a:pt x="178" y="220"/>
                      <a:pt x="204" y="187"/>
                    </a:cubicBezTo>
                    <a:cubicBezTo>
                      <a:pt x="151" y="164"/>
                      <a:pt x="98" y="118"/>
                      <a:pt x="114" y="53"/>
                    </a:cubicBezTo>
                  </a:path>
                </a:pathLst>
              </a:custGeom>
              <a:solidFill>
                <a:srgbClr val="7A36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876" name="Freeform 321">
                <a:extLst>
                  <a:ext uri="{FF2B5EF4-FFF2-40B4-BE49-F238E27FC236}">
                    <a16:creationId xmlns:a16="http://schemas.microsoft.com/office/drawing/2014/main" id="{DB0F0947-28AC-43A4-840C-B67801F3B1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4" y="3178"/>
                <a:ext cx="194" cy="524"/>
              </a:xfrm>
              <a:custGeom>
                <a:avLst/>
                <a:gdLst>
                  <a:gd name="T0" fmla="*/ 182 w 184"/>
                  <a:gd name="T1" fmla="*/ 25 h 497"/>
                  <a:gd name="T2" fmla="*/ 74 w 184"/>
                  <a:gd name="T3" fmla="*/ 1 h 497"/>
                  <a:gd name="T4" fmla="*/ 14 w 184"/>
                  <a:gd name="T5" fmla="*/ 137 h 497"/>
                  <a:gd name="T6" fmla="*/ 26 w 184"/>
                  <a:gd name="T7" fmla="*/ 426 h 497"/>
                  <a:gd name="T8" fmla="*/ 53 w 184"/>
                  <a:gd name="T9" fmla="*/ 535 h 497"/>
                  <a:gd name="T10" fmla="*/ 141 w 184"/>
                  <a:gd name="T11" fmla="*/ 470 h 497"/>
                  <a:gd name="T12" fmla="*/ 158 w 184"/>
                  <a:gd name="T13" fmla="*/ 354 h 497"/>
                  <a:gd name="T14" fmla="*/ 196 w 184"/>
                  <a:gd name="T15" fmla="*/ 203 h 497"/>
                  <a:gd name="T16" fmla="*/ 201 w 184"/>
                  <a:gd name="T17" fmla="*/ 22 h 49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84" h="497">
                    <a:moveTo>
                      <a:pt x="156" y="22"/>
                    </a:moveTo>
                    <a:cubicBezTo>
                      <a:pt x="147" y="12"/>
                      <a:pt x="79" y="0"/>
                      <a:pt x="63" y="1"/>
                    </a:cubicBezTo>
                    <a:cubicBezTo>
                      <a:pt x="16" y="3"/>
                      <a:pt x="15" y="82"/>
                      <a:pt x="11" y="117"/>
                    </a:cubicBezTo>
                    <a:cubicBezTo>
                      <a:pt x="0" y="201"/>
                      <a:pt x="7" y="281"/>
                      <a:pt x="23" y="363"/>
                    </a:cubicBezTo>
                    <a:cubicBezTo>
                      <a:pt x="27" y="387"/>
                      <a:pt x="32" y="437"/>
                      <a:pt x="45" y="456"/>
                    </a:cubicBezTo>
                    <a:cubicBezTo>
                      <a:pt x="71" y="497"/>
                      <a:pt x="111" y="428"/>
                      <a:pt x="120" y="401"/>
                    </a:cubicBezTo>
                    <a:cubicBezTo>
                      <a:pt x="130" y="369"/>
                      <a:pt x="129" y="335"/>
                      <a:pt x="135" y="303"/>
                    </a:cubicBezTo>
                    <a:cubicBezTo>
                      <a:pt x="144" y="259"/>
                      <a:pt x="158" y="217"/>
                      <a:pt x="167" y="174"/>
                    </a:cubicBezTo>
                    <a:cubicBezTo>
                      <a:pt x="178" y="122"/>
                      <a:pt x="184" y="71"/>
                      <a:pt x="172" y="19"/>
                    </a:cubicBezTo>
                  </a:path>
                </a:pathLst>
              </a:custGeom>
              <a:solidFill>
                <a:srgbClr val="7A36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877" name="Freeform 322">
                <a:extLst>
                  <a:ext uri="{FF2B5EF4-FFF2-40B4-BE49-F238E27FC236}">
                    <a16:creationId xmlns:a16="http://schemas.microsoft.com/office/drawing/2014/main" id="{B5A75A77-0167-4081-AEFD-5D95792629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2" y="3584"/>
                <a:ext cx="184" cy="209"/>
              </a:xfrm>
              <a:custGeom>
                <a:avLst/>
                <a:gdLst>
                  <a:gd name="T0" fmla="*/ 29 w 174"/>
                  <a:gd name="T1" fmla="*/ 24 h 198"/>
                  <a:gd name="T2" fmla="*/ 29 w 174"/>
                  <a:gd name="T3" fmla="*/ 122 h 198"/>
                  <a:gd name="T4" fmla="*/ 13 w 174"/>
                  <a:gd name="T5" fmla="*/ 167 h 198"/>
                  <a:gd name="T6" fmla="*/ 82 w 174"/>
                  <a:gd name="T7" fmla="*/ 174 h 198"/>
                  <a:gd name="T8" fmla="*/ 155 w 174"/>
                  <a:gd name="T9" fmla="*/ 192 h 198"/>
                  <a:gd name="T10" fmla="*/ 206 w 174"/>
                  <a:gd name="T11" fmla="*/ 191 h 198"/>
                  <a:gd name="T12" fmla="*/ 155 w 174"/>
                  <a:gd name="T13" fmla="*/ 155 h 198"/>
                  <a:gd name="T14" fmla="*/ 80 w 174"/>
                  <a:gd name="T15" fmla="*/ 119 h 198"/>
                  <a:gd name="T16" fmla="*/ 74 w 174"/>
                  <a:gd name="T17" fmla="*/ 0 h 19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74" h="198">
                    <a:moveTo>
                      <a:pt x="25" y="21"/>
                    </a:moveTo>
                    <a:cubicBezTo>
                      <a:pt x="30" y="45"/>
                      <a:pt x="35" y="80"/>
                      <a:pt x="25" y="104"/>
                    </a:cubicBezTo>
                    <a:cubicBezTo>
                      <a:pt x="19" y="117"/>
                      <a:pt x="0" y="124"/>
                      <a:pt x="10" y="142"/>
                    </a:cubicBezTo>
                    <a:cubicBezTo>
                      <a:pt x="22" y="161"/>
                      <a:pt x="53" y="150"/>
                      <a:pt x="70" y="148"/>
                    </a:cubicBezTo>
                    <a:cubicBezTo>
                      <a:pt x="98" y="146"/>
                      <a:pt x="108" y="146"/>
                      <a:pt x="131" y="163"/>
                    </a:cubicBezTo>
                    <a:cubicBezTo>
                      <a:pt x="145" y="173"/>
                      <a:pt x="174" y="198"/>
                      <a:pt x="174" y="162"/>
                    </a:cubicBezTo>
                    <a:cubicBezTo>
                      <a:pt x="174" y="138"/>
                      <a:pt x="149" y="136"/>
                      <a:pt x="131" y="132"/>
                    </a:cubicBezTo>
                    <a:cubicBezTo>
                      <a:pt x="106" y="127"/>
                      <a:pt x="80" y="127"/>
                      <a:pt x="68" y="101"/>
                    </a:cubicBezTo>
                    <a:cubicBezTo>
                      <a:pt x="54" y="70"/>
                      <a:pt x="73" y="30"/>
                      <a:pt x="62" y="0"/>
                    </a:cubicBezTo>
                  </a:path>
                </a:pathLst>
              </a:custGeom>
              <a:solidFill>
                <a:srgbClr val="7A36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878" name="Freeform 323">
                <a:extLst>
                  <a:ext uri="{FF2B5EF4-FFF2-40B4-BE49-F238E27FC236}">
                    <a16:creationId xmlns:a16="http://schemas.microsoft.com/office/drawing/2014/main" id="{226209B1-0AEF-4A98-BF88-99730523DA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0" y="3771"/>
                <a:ext cx="120" cy="167"/>
              </a:xfrm>
              <a:custGeom>
                <a:avLst/>
                <a:gdLst>
                  <a:gd name="T0" fmla="*/ 131 w 114"/>
                  <a:gd name="T1" fmla="*/ 64 h 158"/>
                  <a:gd name="T2" fmla="*/ 65 w 114"/>
                  <a:gd name="T3" fmla="*/ 99 h 158"/>
                  <a:gd name="T4" fmla="*/ 0 w 114"/>
                  <a:gd name="T5" fmla="*/ 178 h 158"/>
                  <a:gd name="T6" fmla="*/ 43 w 114"/>
                  <a:gd name="T7" fmla="*/ 184 h 158"/>
                  <a:gd name="T8" fmla="*/ 75 w 114"/>
                  <a:gd name="T9" fmla="*/ 143 h 158"/>
                  <a:gd name="T10" fmla="*/ 133 w 114"/>
                  <a:gd name="T11" fmla="*/ 56 h 15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4" h="158">
                    <a:moveTo>
                      <a:pt x="112" y="55"/>
                    </a:moveTo>
                    <a:cubicBezTo>
                      <a:pt x="95" y="0"/>
                      <a:pt x="65" y="70"/>
                      <a:pt x="56" y="84"/>
                    </a:cubicBezTo>
                    <a:cubicBezTo>
                      <a:pt x="40" y="107"/>
                      <a:pt x="4" y="120"/>
                      <a:pt x="0" y="150"/>
                    </a:cubicBezTo>
                    <a:cubicBezTo>
                      <a:pt x="8" y="150"/>
                      <a:pt x="31" y="158"/>
                      <a:pt x="37" y="156"/>
                    </a:cubicBezTo>
                    <a:cubicBezTo>
                      <a:pt x="49" y="152"/>
                      <a:pt x="57" y="131"/>
                      <a:pt x="64" y="121"/>
                    </a:cubicBezTo>
                    <a:cubicBezTo>
                      <a:pt x="80" y="99"/>
                      <a:pt x="94" y="63"/>
                      <a:pt x="114" y="47"/>
                    </a:cubicBezTo>
                  </a:path>
                </a:pathLst>
              </a:custGeom>
              <a:solidFill>
                <a:srgbClr val="7A36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879" name="Freeform 324">
                <a:extLst>
                  <a:ext uri="{FF2B5EF4-FFF2-40B4-BE49-F238E27FC236}">
                    <a16:creationId xmlns:a16="http://schemas.microsoft.com/office/drawing/2014/main" id="{01EB1E12-510C-41BB-98DD-BF63789F8A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8" y="2242"/>
                <a:ext cx="141" cy="157"/>
              </a:xfrm>
              <a:custGeom>
                <a:avLst/>
                <a:gdLst>
                  <a:gd name="T0" fmla="*/ 124 w 134"/>
                  <a:gd name="T1" fmla="*/ 25 h 149"/>
                  <a:gd name="T2" fmla="*/ 72 w 134"/>
                  <a:gd name="T3" fmla="*/ 4 h 149"/>
                  <a:gd name="T4" fmla="*/ 41 w 134"/>
                  <a:gd name="T5" fmla="*/ 65 h 149"/>
                  <a:gd name="T6" fmla="*/ 41 w 134"/>
                  <a:gd name="T7" fmla="*/ 174 h 149"/>
                  <a:gd name="T8" fmla="*/ 79 w 134"/>
                  <a:gd name="T9" fmla="*/ 103 h 149"/>
                  <a:gd name="T10" fmla="*/ 149 w 134"/>
                  <a:gd name="T11" fmla="*/ 134 h 149"/>
                  <a:gd name="T12" fmla="*/ 135 w 134"/>
                  <a:gd name="T13" fmla="*/ 34 h 14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4" h="149">
                    <a:moveTo>
                      <a:pt x="106" y="22"/>
                    </a:moveTo>
                    <a:cubicBezTo>
                      <a:pt x="92" y="17"/>
                      <a:pt x="76" y="0"/>
                      <a:pt x="62" y="4"/>
                    </a:cubicBezTo>
                    <a:cubicBezTo>
                      <a:pt x="43" y="9"/>
                      <a:pt x="42" y="40"/>
                      <a:pt x="35" y="56"/>
                    </a:cubicBezTo>
                    <a:cubicBezTo>
                      <a:pt x="27" y="76"/>
                      <a:pt x="0" y="137"/>
                      <a:pt x="35" y="149"/>
                    </a:cubicBezTo>
                    <a:cubicBezTo>
                      <a:pt x="45" y="132"/>
                      <a:pt x="45" y="96"/>
                      <a:pt x="67" y="88"/>
                    </a:cubicBezTo>
                    <a:cubicBezTo>
                      <a:pt x="89" y="79"/>
                      <a:pt x="111" y="108"/>
                      <a:pt x="128" y="115"/>
                    </a:cubicBezTo>
                    <a:cubicBezTo>
                      <a:pt x="134" y="89"/>
                      <a:pt x="134" y="49"/>
                      <a:pt x="116" y="28"/>
                    </a:cubicBezTo>
                  </a:path>
                </a:pathLst>
              </a:custGeom>
              <a:solidFill>
                <a:srgbClr val="7A36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880" name="Freeform 325">
                <a:extLst>
                  <a:ext uri="{FF2B5EF4-FFF2-40B4-BE49-F238E27FC236}">
                    <a16:creationId xmlns:a16="http://schemas.microsoft.com/office/drawing/2014/main" id="{5421C6F8-B61F-489C-9EDA-D52F103F3A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4" y="1923"/>
                <a:ext cx="204" cy="273"/>
              </a:xfrm>
              <a:custGeom>
                <a:avLst/>
                <a:gdLst>
                  <a:gd name="T0" fmla="*/ 122 w 193"/>
                  <a:gd name="T1" fmla="*/ 39 h 259"/>
                  <a:gd name="T2" fmla="*/ 76 w 193"/>
                  <a:gd name="T3" fmla="*/ 7 h 259"/>
                  <a:gd name="T4" fmla="*/ 23 w 193"/>
                  <a:gd name="T5" fmla="*/ 89 h 259"/>
                  <a:gd name="T6" fmla="*/ 8 w 193"/>
                  <a:gd name="T7" fmla="*/ 190 h 259"/>
                  <a:gd name="T8" fmla="*/ 26 w 193"/>
                  <a:gd name="T9" fmla="*/ 256 h 259"/>
                  <a:gd name="T10" fmla="*/ 179 w 193"/>
                  <a:gd name="T11" fmla="*/ 218 h 259"/>
                  <a:gd name="T12" fmla="*/ 216 w 193"/>
                  <a:gd name="T13" fmla="*/ 100 h 259"/>
                  <a:gd name="T14" fmla="*/ 131 w 193"/>
                  <a:gd name="T15" fmla="*/ 35 h 25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93" h="259">
                    <a:moveTo>
                      <a:pt x="103" y="33"/>
                    </a:moveTo>
                    <a:cubicBezTo>
                      <a:pt x="88" y="26"/>
                      <a:pt x="81" y="10"/>
                      <a:pt x="64" y="7"/>
                    </a:cubicBezTo>
                    <a:cubicBezTo>
                      <a:pt x="27" y="0"/>
                      <a:pt x="24" y="50"/>
                      <a:pt x="20" y="76"/>
                    </a:cubicBezTo>
                    <a:cubicBezTo>
                      <a:pt x="16" y="105"/>
                      <a:pt x="16" y="134"/>
                      <a:pt x="8" y="162"/>
                    </a:cubicBezTo>
                    <a:cubicBezTo>
                      <a:pt x="0" y="189"/>
                      <a:pt x="0" y="201"/>
                      <a:pt x="23" y="219"/>
                    </a:cubicBezTo>
                    <a:cubicBezTo>
                      <a:pt x="74" y="259"/>
                      <a:pt x="112" y="227"/>
                      <a:pt x="151" y="186"/>
                    </a:cubicBezTo>
                    <a:cubicBezTo>
                      <a:pt x="175" y="162"/>
                      <a:pt x="193" y="118"/>
                      <a:pt x="183" y="85"/>
                    </a:cubicBezTo>
                    <a:cubicBezTo>
                      <a:pt x="175" y="55"/>
                      <a:pt x="135" y="42"/>
                      <a:pt x="111" y="29"/>
                    </a:cubicBezTo>
                  </a:path>
                </a:pathLst>
              </a:custGeom>
              <a:solidFill>
                <a:srgbClr val="7A36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881" name="Freeform 326">
                <a:extLst>
                  <a:ext uri="{FF2B5EF4-FFF2-40B4-BE49-F238E27FC236}">
                    <a16:creationId xmlns:a16="http://schemas.microsoft.com/office/drawing/2014/main" id="{C45D359A-E4CA-4AE6-A068-8D3EEC3714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6" y="1610"/>
                <a:ext cx="266" cy="330"/>
              </a:xfrm>
              <a:custGeom>
                <a:avLst/>
                <a:gdLst>
                  <a:gd name="T0" fmla="*/ 297 w 252"/>
                  <a:gd name="T1" fmla="*/ 77 h 312"/>
                  <a:gd name="T2" fmla="*/ 132 w 252"/>
                  <a:gd name="T3" fmla="*/ 44 h 312"/>
                  <a:gd name="T4" fmla="*/ 18 w 252"/>
                  <a:gd name="T5" fmla="*/ 237 h 312"/>
                  <a:gd name="T6" fmla="*/ 52 w 252"/>
                  <a:gd name="T7" fmla="*/ 290 h 312"/>
                  <a:gd name="T8" fmla="*/ 80 w 252"/>
                  <a:gd name="T9" fmla="*/ 341 h 312"/>
                  <a:gd name="T10" fmla="*/ 138 w 252"/>
                  <a:gd name="T11" fmla="*/ 341 h 312"/>
                  <a:gd name="T12" fmla="*/ 231 w 252"/>
                  <a:gd name="T13" fmla="*/ 271 h 312"/>
                  <a:gd name="T14" fmla="*/ 147 w 252"/>
                  <a:gd name="T15" fmla="*/ 299 h 312"/>
                  <a:gd name="T16" fmla="*/ 140 w 252"/>
                  <a:gd name="T17" fmla="*/ 234 h 312"/>
                  <a:gd name="T18" fmla="*/ 242 w 252"/>
                  <a:gd name="T19" fmla="*/ 170 h 312"/>
                  <a:gd name="T20" fmla="*/ 280 w 252"/>
                  <a:gd name="T21" fmla="*/ 89 h 31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52" h="312">
                    <a:moveTo>
                      <a:pt x="252" y="65"/>
                    </a:moveTo>
                    <a:cubicBezTo>
                      <a:pt x="204" y="62"/>
                      <a:pt x="154" y="0"/>
                      <a:pt x="112" y="38"/>
                    </a:cubicBezTo>
                    <a:cubicBezTo>
                      <a:pt x="70" y="75"/>
                      <a:pt x="0" y="136"/>
                      <a:pt x="15" y="200"/>
                    </a:cubicBezTo>
                    <a:cubicBezTo>
                      <a:pt x="19" y="220"/>
                      <a:pt x="32" y="230"/>
                      <a:pt x="44" y="245"/>
                    </a:cubicBezTo>
                    <a:cubicBezTo>
                      <a:pt x="56" y="258"/>
                      <a:pt x="59" y="273"/>
                      <a:pt x="68" y="287"/>
                    </a:cubicBezTo>
                    <a:cubicBezTo>
                      <a:pt x="84" y="312"/>
                      <a:pt x="98" y="302"/>
                      <a:pt x="117" y="287"/>
                    </a:cubicBezTo>
                    <a:cubicBezTo>
                      <a:pt x="139" y="269"/>
                      <a:pt x="187" y="257"/>
                      <a:pt x="196" y="229"/>
                    </a:cubicBezTo>
                    <a:cubicBezTo>
                      <a:pt x="177" y="220"/>
                      <a:pt x="147" y="251"/>
                      <a:pt x="125" y="253"/>
                    </a:cubicBezTo>
                    <a:cubicBezTo>
                      <a:pt x="85" y="256"/>
                      <a:pt x="102" y="218"/>
                      <a:pt x="119" y="198"/>
                    </a:cubicBezTo>
                    <a:cubicBezTo>
                      <a:pt x="142" y="169"/>
                      <a:pt x="183" y="173"/>
                      <a:pt x="206" y="144"/>
                    </a:cubicBezTo>
                    <a:cubicBezTo>
                      <a:pt x="218" y="130"/>
                      <a:pt x="244" y="92"/>
                      <a:pt x="238" y="75"/>
                    </a:cubicBezTo>
                  </a:path>
                </a:pathLst>
              </a:custGeom>
              <a:solidFill>
                <a:srgbClr val="7A36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882" name="Freeform 327">
                <a:extLst>
                  <a:ext uri="{FF2B5EF4-FFF2-40B4-BE49-F238E27FC236}">
                    <a16:creationId xmlns:a16="http://schemas.microsoft.com/office/drawing/2014/main" id="{C2315B09-CFF9-42BC-8E73-8F4937AA0D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4" y="1303"/>
                <a:ext cx="353" cy="325"/>
              </a:xfrm>
              <a:custGeom>
                <a:avLst/>
                <a:gdLst>
                  <a:gd name="T0" fmla="*/ 394 w 334"/>
                  <a:gd name="T1" fmla="*/ 0 h 308"/>
                  <a:gd name="T2" fmla="*/ 319 w 334"/>
                  <a:gd name="T3" fmla="*/ 17 h 308"/>
                  <a:gd name="T4" fmla="*/ 238 w 334"/>
                  <a:gd name="T5" fmla="*/ 57 h 308"/>
                  <a:gd name="T6" fmla="*/ 72 w 334"/>
                  <a:gd name="T7" fmla="*/ 179 h 308"/>
                  <a:gd name="T8" fmla="*/ 6 w 334"/>
                  <a:gd name="T9" fmla="*/ 278 h 308"/>
                  <a:gd name="T10" fmla="*/ 24 w 334"/>
                  <a:gd name="T11" fmla="*/ 304 h 308"/>
                  <a:gd name="T12" fmla="*/ 58 w 334"/>
                  <a:gd name="T13" fmla="*/ 340 h 308"/>
                  <a:gd name="T14" fmla="*/ 105 w 334"/>
                  <a:gd name="T15" fmla="*/ 273 h 308"/>
                  <a:gd name="T16" fmla="*/ 180 w 334"/>
                  <a:gd name="T17" fmla="*/ 293 h 308"/>
                  <a:gd name="T18" fmla="*/ 207 w 334"/>
                  <a:gd name="T19" fmla="*/ 206 h 308"/>
                  <a:gd name="T20" fmla="*/ 263 w 334"/>
                  <a:gd name="T21" fmla="*/ 112 h 308"/>
                  <a:gd name="T22" fmla="*/ 376 w 334"/>
                  <a:gd name="T23" fmla="*/ 6 h 308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34" h="308">
                    <a:moveTo>
                      <a:pt x="334" y="0"/>
                    </a:moveTo>
                    <a:cubicBezTo>
                      <a:pt x="325" y="13"/>
                      <a:pt x="287" y="9"/>
                      <a:pt x="271" y="14"/>
                    </a:cubicBezTo>
                    <a:cubicBezTo>
                      <a:pt x="247" y="23"/>
                      <a:pt x="224" y="34"/>
                      <a:pt x="202" y="48"/>
                    </a:cubicBezTo>
                    <a:cubicBezTo>
                      <a:pt x="151" y="81"/>
                      <a:pt x="99" y="104"/>
                      <a:pt x="61" y="153"/>
                    </a:cubicBezTo>
                    <a:cubicBezTo>
                      <a:pt x="43" y="177"/>
                      <a:pt x="13" y="208"/>
                      <a:pt x="6" y="236"/>
                    </a:cubicBezTo>
                    <a:cubicBezTo>
                      <a:pt x="0" y="261"/>
                      <a:pt x="10" y="250"/>
                      <a:pt x="21" y="259"/>
                    </a:cubicBezTo>
                    <a:cubicBezTo>
                      <a:pt x="31" y="267"/>
                      <a:pt x="34" y="290"/>
                      <a:pt x="49" y="289"/>
                    </a:cubicBezTo>
                    <a:cubicBezTo>
                      <a:pt x="50" y="263"/>
                      <a:pt x="54" y="227"/>
                      <a:pt x="89" y="232"/>
                    </a:cubicBezTo>
                    <a:cubicBezTo>
                      <a:pt x="124" y="238"/>
                      <a:pt x="122" y="308"/>
                      <a:pt x="152" y="249"/>
                    </a:cubicBezTo>
                    <a:cubicBezTo>
                      <a:pt x="163" y="226"/>
                      <a:pt x="169" y="199"/>
                      <a:pt x="175" y="175"/>
                    </a:cubicBezTo>
                    <a:cubicBezTo>
                      <a:pt x="182" y="141"/>
                      <a:pt x="199" y="120"/>
                      <a:pt x="223" y="95"/>
                    </a:cubicBezTo>
                    <a:cubicBezTo>
                      <a:pt x="254" y="62"/>
                      <a:pt x="283" y="31"/>
                      <a:pt x="319" y="6"/>
                    </a:cubicBezTo>
                  </a:path>
                </a:pathLst>
              </a:custGeom>
              <a:solidFill>
                <a:srgbClr val="7A36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883" name="Freeform 328">
                <a:extLst>
                  <a:ext uri="{FF2B5EF4-FFF2-40B4-BE49-F238E27FC236}">
                    <a16:creationId xmlns:a16="http://schemas.microsoft.com/office/drawing/2014/main" id="{8E46729E-427F-4425-9760-1F0A5DB057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2" y="1364"/>
                <a:ext cx="341" cy="596"/>
              </a:xfrm>
              <a:custGeom>
                <a:avLst/>
                <a:gdLst>
                  <a:gd name="T0" fmla="*/ 152 w 323"/>
                  <a:gd name="T1" fmla="*/ 77 h 564"/>
                  <a:gd name="T2" fmla="*/ 140 w 323"/>
                  <a:gd name="T3" fmla="*/ 230 h 564"/>
                  <a:gd name="T4" fmla="*/ 113 w 323"/>
                  <a:gd name="T5" fmla="*/ 349 h 564"/>
                  <a:gd name="T6" fmla="*/ 57 w 323"/>
                  <a:gd name="T7" fmla="*/ 395 h 564"/>
                  <a:gd name="T8" fmla="*/ 20 w 323"/>
                  <a:gd name="T9" fmla="*/ 452 h 564"/>
                  <a:gd name="T10" fmla="*/ 14 w 323"/>
                  <a:gd name="T11" fmla="*/ 505 h 564"/>
                  <a:gd name="T12" fmla="*/ 41 w 323"/>
                  <a:gd name="T13" fmla="*/ 500 h 564"/>
                  <a:gd name="T14" fmla="*/ 88 w 323"/>
                  <a:gd name="T15" fmla="*/ 498 h 564"/>
                  <a:gd name="T16" fmla="*/ 219 w 323"/>
                  <a:gd name="T17" fmla="*/ 589 h 564"/>
                  <a:gd name="T18" fmla="*/ 234 w 323"/>
                  <a:gd name="T19" fmla="*/ 644 h 564"/>
                  <a:gd name="T20" fmla="*/ 298 w 323"/>
                  <a:gd name="T21" fmla="*/ 649 h 564"/>
                  <a:gd name="T22" fmla="*/ 378 w 323"/>
                  <a:gd name="T23" fmla="*/ 548 h 564"/>
                  <a:gd name="T24" fmla="*/ 368 w 323"/>
                  <a:gd name="T25" fmla="*/ 473 h 564"/>
                  <a:gd name="T26" fmla="*/ 363 w 323"/>
                  <a:gd name="T27" fmla="*/ 385 h 564"/>
                  <a:gd name="T28" fmla="*/ 366 w 323"/>
                  <a:gd name="T29" fmla="*/ 209 h 564"/>
                  <a:gd name="T30" fmla="*/ 323 w 323"/>
                  <a:gd name="T31" fmla="*/ 48 h 564"/>
                  <a:gd name="T32" fmla="*/ 224 w 323"/>
                  <a:gd name="T33" fmla="*/ 18 h 564"/>
                  <a:gd name="T34" fmla="*/ 155 w 323"/>
                  <a:gd name="T35" fmla="*/ 88 h 564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323" h="564">
                    <a:moveTo>
                      <a:pt x="129" y="65"/>
                    </a:moveTo>
                    <a:cubicBezTo>
                      <a:pt x="122" y="109"/>
                      <a:pt x="116" y="150"/>
                      <a:pt x="119" y="195"/>
                    </a:cubicBezTo>
                    <a:cubicBezTo>
                      <a:pt x="123" y="238"/>
                      <a:pt x="125" y="262"/>
                      <a:pt x="96" y="295"/>
                    </a:cubicBezTo>
                    <a:cubicBezTo>
                      <a:pt x="81" y="311"/>
                      <a:pt x="62" y="319"/>
                      <a:pt x="48" y="335"/>
                    </a:cubicBezTo>
                    <a:cubicBezTo>
                      <a:pt x="36" y="349"/>
                      <a:pt x="25" y="366"/>
                      <a:pt x="17" y="383"/>
                    </a:cubicBezTo>
                    <a:cubicBezTo>
                      <a:pt x="13" y="392"/>
                      <a:pt x="0" y="419"/>
                      <a:pt x="11" y="428"/>
                    </a:cubicBezTo>
                    <a:cubicBezTo>
                      <a:pt x="17" y="432"/>
                      <a:pt x="29" y="425"/>
                      <a:pt x="35" y="424"/>
                    </a:cubicBezTo>
                    <a:cubicBezTo>
                      <a:pt x="48" y="422"/>
                      <a:pt x="62" y="422"/>
                      <a:pt x="75" y="422"/>
                    </a:cubicBezTo>
                    <a:cubicBezTo>
                      <a:pt x="124" y="422"/>
                      <a:pt x="166" y="455"/>
                      <a:pt x="186" y="499"/>
                    </a:cubicBezTo>
                    <a:cubicBezTo>
                      <a:pt x="192" y="514"/>
                      <a:pt x="190" y="532"/>
                      <a:pt x="199" y="545"/>
                    </a:cubicBezTo>
                    <a:cubicBezTo>
                      <a:pt x="212" y="564"/>
                      <a:pt x="235" y="561"/>
                      <a:pt x="253" y="550"/>
                    </a:cubicBezTo>
                    <a:cubicBezTo>
                      <a:pt x="279" y="534"/>
                      <a:pt x="317" y="498"/>
                      <a:pt x="321" y="465"/>
                    </a:cubicBezTo>
                    <a:cubicBezTo>
                      <a:pt x="323" y="445"/>
                      <a:pt x="315" y="421"/>
                      <a:pt x="314" y="401"/>
                    </a:cubicBezTo>
                    <a:cubicBezTo>
                      <a:pt x="312" y="376"/>
                      <a:pt x="310" y="351"/>
                      <a:pt x="309" y="326"/>
                    </a:cubicBezTo>
                    <a:cubicBezTo>
                      <a:pt x="308" y="276"/>
                      <a:pt x="310" y="227"/>
                      <a:pt x="312" y="177"/>
                    </a:cubicBezTo>
                    <a:cubicBezTo>
                      <a:pt x="313" y="135"/>
                      <a:pt x="302" y="75"/>
                      <a:pt x="275" y="41"/>
                    </a:cubicBezTo>
                    <a:cubicBezTo>
                      <a:pt x="253" y="13"/>
                      <a:pt x="223" y="0"/>
                      <a:pt x="190" y="15"/>
                    </a:cubicBezTo>
                    <a:cubicBezTo>
                      <a:pt x="161" y="28"/>
                      <a:pt x="151" y="55"/>
                      <a:pt x="132" y="75"/>
                    </a:cubicBezTo>
                  </a:path>
                </a:pathLst>
              </a:custGeom>
              <a:solidFill>
                <a:srgbClr val="7A36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884" name="Freeform 329">
                <a:extLst>
                  <a:ext uri="{FF2B5EF4-FFF2-40B4-BE49-F238E27FC236}">
                    <a16:creationId xmlns:a16="http://schemas.microsoft.com/office/drawing/2014/main" id="{C75A285D-7951-4AA5-8903-1BED1E72E2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0" y="1985"/>
                <a:ext cx="356" cy="238"/>
              </a:xfrm>
              <a:custGeom>
                <a:avLst/>
                <a:gdLst>
                  <a:gd name="T0" fmla="*/ 4 w 337"/>
                  <a:gd name="T1" fmla="*/ 0 h 225"/>
                  <a:gd name="T2" fmla="*/ 24 w 337"/>
                  <a:gd name="T3" fmla="*/ 58 h 225"/>
                  <a:gd name="T4" fmla="*/ 71 w 337"/>
                  <a:gd name="T5" fmla="*/ 103 h 225"/>
                  <a:gd name="T6" fmla="*/ 172 w 337"/>
                  <a:gd name="T7" fmla="*/ 146 h 225"/>
                  <a:gd name="T8" fmla="*/ 345 w 337"/>
                  <a:gd name="T9" fmla="*/ 251 h 225"/>
                  <a:gd name="T10" fmla="*/ 391 w 337"/>
                  <a:gd name="T11" fmla="*/ 252 h 225"/>
                  <a:gd name="T12" fmla="*/ 389 w 337"/>
                  <a:gd name="T13" fmla="*/ 197 h 225"/>
                  <a:gd name="T14" fmla="*/ 381 w 337"/>
                  <a:gd name="T15" fmla="*/ 128 h 225"/>
                  <a:gd name="T16" fmla="*/ 349 w 337"/>
                  <a:gd name="T17" fmla="*/ 105 h 225"/>
                  <a:gd name="T18" fmla="*/ 71 w 337"/>
                  <a:gd name="T19" fmla="*/ 32 h 225"/>
                  <a:gd name="T20" fmla="*/ 12 w 337"/>
                  <a:gd name="T21" fmla="*/ 1 h 22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37" h="225">
                    <a:moveTo>
                      <a:pt x="4" y="0"/>
                    </a:moveTo>
                    <a:cubicBezTo>
                      <a:pt x="0" y="12"/>
                      <a:pt x="15" y="37"/>
                      <a:pt x="21" y="49"/>
                    </a:cubicBezTo>
                    <a:cubicBezTo>
                      <a:pt x="30" y="67"/>
                      <a:pt x="44" y="76"/>
                      <a:pt x="60" y="87"/>
                    </a:cubicBezTo>
                    <a:cubicBezTo>
                      <a:pt x="85" y="105"/>
                      <a:pt x="118" y="109"/>
                      <a:pt x="146" y="123"/>
                    </a:cubicBezTo>
                    <a:cubicBezTo>
                      <a:pt x="197" y="148"/>
                      <a:pt x="239" y="193"/>
                      <a:pt x="293" y="212"/>
                    </a:cubicBezTo>
                    <a:cubicBezTo>
                      <a:pt x="304" y="216"/>
                      <a:pt x="322" y="225"/>
                      <a:pt x="331" y="213"/>
                    </a:cubicBezTo>
                    <a:cubicBezTo>
                      <a:pt x="337" y="205"/>
                      <a:pt x="330" y="175"/>
                      <a:pt x="329" y="166"/>
                    </a:cubicBezTo>
                    <a:cubicBezTo>
                      <a:pt x="327" y="147"/>
                      <a:pt x="326" y="128"/>
                      <a:pt x="324" y="108"/>
                    </a:cubicBezTo>
                    <a:cubicBezTo>
                      <a:pt x="322" y="86"/>
                      <a:pt x="316" y="88"/>
                      <a:pt x="295" y="89"/>
                    </a:cubicBezTo>
                    <a:cubicBezTo>
                      <a:pt x="207" y="91"/>
                      <a:pt x="138" y="61"/>
                      <a:pt x="60" y="26"/>
                    </a:cubicBezTo>
                    <a:cubicBezTo>
                      <a:pt x="43" y="18"/>
                      <a:pt x="24" y="12"/>
                      <a:pt x="9" y="1"/>
                    </a:cubicBezTo>
                  </a:path>
                </a:pathLst>
              </a:custGeom>
              <a:solidFill>
                <a:srgbClr val="7A36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885" name="Freeform 330">
                <a:extLst>
                  <a:ext uri="{FF2B5EF4-FFF2-40B4-BE49-F238E27FC236}">
                    <a16:creationId xmlns:a16="http://schemas.microsoft.com/office/drawing/2014/main" id="{49EBC0A2-108C-4CF0-8BFB-C1052453DE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0" y="2195"/>
                <a:ext cx="150" cy="138"/>
              </a:xfrm>
              <a:custGeom>
                <a:avLst/>
                <a:gdLst>
                  <a:gd name="T0" fmla="*/ 0 w 142"/>
                  <a:gd name="T1" fmla="*/ 0 h 131"/>
                  <a:gd name="T2" fmla="*/ 57 w 142"/>
                  <a:gd name="T3" fmla="*/ 65 h 131"/>
                  <a:gd name="T4" fmla="*/ 106 w 142"/>
                  <a:gd name="T5" fmla="*/ 125 h 131"/>
                  <a:gd name="T6" fmla="*/ 164 w 142"/>
                  <a:gd name="T7" fmla="*/ 115 h 131"/>
                  <a:gd name="T8" fmla="*/ 93 w 142"/>
                  <a:gd name="T9" fmla="*/ 67 h 131"/>
                  <a:gd name="T10" fmla="*/ 43 w 142"/>
                  <a:gd name="T11" fmla="*/ 33 h 131"/>
                  <a:gd name="T12" fmla="*/ 17 w 142"/>
                  <a:gd name="T13" fmla="*/ 2 h 1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2" h="131">
                    <a:moveTo>
                      <a:pt x="0" y="0"/>
                    </a:moveTo>
                    <a:cubicBezTo>
                      <a:pt x="20" y="7"/>
                      <a:pt x="35" y="41"/>
                      <a:pt x="48" y="56"/>
                    </a:cubicBezTo>
                    <a:cubicBezTo>
                      <a:pt x="63" y="73"/>
                      <a:pt x="76" y="90"/>
                      <a:pt x="90" y="107"/>
                    </a:cubicBezTo>
                    <a:cubicBezTo>
                      <a:pt x="104" y="126"/>
                      <a:pt x="133" y="131"/>
                      <a:pt x="139" y="98"/>
                    </a:cubicBezTo>
                    <a:cubicBezTo>
                      <a:pt x="142" y="78"/>
                      <a:pt x="96" y="69"/>
                      <a:pt x="79" y="58"/>
                    </a:cubicBezTo>
                    <a:cubicBezTo>
                      <a:pt x="66" y="50"/>
                      <a:pt x="49" y="39"/>
                      <a:pt x="37" y="28"/>
                    </a:cubicBezTo>
                    <a:cubicBezTo>
                      <a:pt x="29" y="20"/>
                      <a:pt x="24" y="6"/>
                      <a:pt x="14" y="2"/>
                    </a:cubicBezTo>
                  </a:path>
                </a:pathLst>
              </a:custGeom>
              <a:solidFill>
                <a:srgbClr val="7A36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886" name="Freeform 331">
                <a:extLst>
                  <a:ext uri="{FF2B5EF4-FFF2-40B4-BE49-F238E27FC236}">
                    <a16:creationId xmlns:a16="http://schemas.microsoft.com/office/drawing/2014/main" id="{A47F3F19-711E-43E4-8098-15EB691454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6" y="2495"/>
                <a:ext cx="532" cy="290"/>
              </a:xfrm>
              <a:custGeom>
                <a:avLst/>
                <a:gdLst>
                  <a:gd name="T0" fmla="*/ 172 w 504"/>
                  <a:gd name="T1" fmla="*/ 240 h 275"/>
                  <a:gd name="T2" fmla="*/ 8 w 504"/>
                  <a:gd name="T3" fmla="*/ 212 h 275"/>
                  <a:gd name="T4" fmla="*/ 44 w 504"/>
                  <a:gd name="T5" fmla="*/ 80 h 275"/>
                  <a:gd name="T6" fmla="*/ 148 w 504"/>
                  <a:gd name="T7" fmla="*/ 25 h 275"/>
                  <a:gd name="T8" fmla="*/ 382 w 504"/>
                  <a:gd name="T9" fmla="*/ 40 h 275"/>
                  <a:gd name="T10" fmla="*/ 463 w 504"/>
                  <a:gd name="T11" fmla="*/ 40 h 275"/>
                  <a:gd name="T12" fmla="*/ 542 w 504"/>
                  <a:gd name="T13" fmla="*/ 25 h 275"/>
                  <a:gd name="T14" fmla="*/ 589 w 504"/>
                  <a:gd name="T15" fmla="*/ 144 h 275"/>
                  <a:gd name="T16" fmla="*/ 479 w 504"/>
                  <a:gd name="T17" fmla="*/ 221 h 275"/>
                  <a:gd name="T18" fmla="*/ 334 w 504"/>
                  <a:gd name="T19" fmla="*/ 227 h 275"/>
                  <a:gd name="T20" fmla="*/ 229 w 504"/>
                  <a:gd name="T21" fmla="*/ 237 h 275"/>
                  <a:gd name="T22" fmla="*/ 152 w 504"/>
                  <a:gd name="T23" fmla="*/ 244 h 27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504" h="275">
                    <a:moveTo>
                      <a:pt x="146" y="205"/>
                    </a:moveTo>
                    <a:cubicBezTo>
                      <a:pt x="96" y="198"/>
                      <a:pt x="0" y="275"/>
                      <a:pt x="8" y="181"/>
                    </a:cubicBezTo>
                    <a:cubicBezTo>
                      <a:pt x="11" y="145"/>
                      <a:pt x="18" y="97"/>
                      <a:pt x="38" y="68"/>
                    </a:cubicBezTo>
                    <a:cubicBezTo>
                      <a:pt x="58" y="39"/>
                      <a:pt x="92" y="32"/>
                      <a:pt x="126" y="22"/>
                    </a:cubicBezTo>
                    <a:cubicBezTo>
                      <a:pt x="195" y="0"/>
                      <a:pt x="256" y="34"/>
                      <a:pt x="325" y="34"/>
                    </a:cubicBezTo>
                    <a:cubicBezTo>
                      <a:pt x="348" y="34"/>
                      <a:pt x="372" y="37"/>
                      <a:pt x="394" y="34"/>
                    </a:cubicBezTo>
                    <a:cubicBezTo>
                      <a:pt x="412" y="32"/>
                      <a:pt x="444" y="18"/>
                      <a:pt x="460" y="22"/>
                    </a:cubicBezTo>
                    <a:cubicBezTo>
                      <a:pt x="493" y="29"/>
                      <a:pt x="500" y="90"/>
                      <a:pt x="501" y="123"/>
                    </a:cubicBezTo>
                    <a:cubicBezTo>
                      <a:pt x="504" y="181"/>
                      <a:pt x="460" y="183"/>
                      <a:pt x="407" y="189"/>
                    </a:cubicBezTo>
                    <a:cubicBezTo>
                      <a:pt x="366" y="193"/>
                      <a:pt x="324" y="191"/>
                      <a:pt x="283" y="193"/>
                    </a:cubicBezTo>
                    <a:cubicBezTo>
                      <a:pt x="253" y="194"/>
                      <a:pt x="223" y="199"/>
                      <a:pt x="195" y="202"/>
                    </a:cubicBezTo>
                    <a:cubicBezTo>
                      <a:pt x="180" y="203"/>
                      <a:pt x="122" y="201"/>
                      <a:pt x="129" y="208"/>
                    </a:cubicBezTo>
                  </a:path>
                </a:pathLst>
              </a:custGeom>
              <a:solidFill>
                <a:srgbClr val="7A36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887" name="Freeform 332">
                <a:extLst>
                  <a:ext uri="{FF2B5EF4-FFF2-40B4-BE49-F238E27FC236}">
                    <a16:creationId xmlns:a16="http://schemas.microsoft.com/office/drawing/2014/main" id="{52FBA642-EF9F-4195-9AF5-AA742993F0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5" y="2752"/>
                <a:ext cx="510" cy="303"/>
              </a:xfrm>
              <a:custGeom>
                <a:avLst/>
                <a:gdLst>
                  <a:gd name="T0" fmla="*/ 192 w 483"/>
                  <a:gd name="T1" fmla="*/ 291 h 287"/>
                  <a:gd name="T2" fmla="*/ 64 w 483"/>
                  <a:gd name="T3" fmla="*/ 304 h 287"/>
                  <a:gd name="T4" fmla="*/ 25 w 483"/>
                  <a:gd name="T5" fmla="*/ 186 h 287"/>
                  <a:gd name="T6" fmla="*/ 253 w 483"/>
                  <a:gd name="T7" fmla="*/ 14 h 287"/>
                  <a:gd name="T8" fmla="*/ 394 w 483"/>
                  <a:gd name="T9" fmla="*/ 7 h 287"/>
                  <a:gd name="T10" fmla="*/ 450 w 483"/>
                  <a:gd name="T11" fmla="*/ 7 h 287"/>
                  <a:gd name="T12" fmla="*/ 520 w 483"/>
                  <a:gd name="T13" fmla="*/ 4 h 287"/>
                  <a:gd name="T14" fmla="*/ 527 w 483"/>
                  <a:gd name="T15" fmla="*/ 147 h 287"/>
                  <a:gd name="T16" fmla="*/ 394 w 483"/>
                  <a:gd name="T17" fmla="*/ 271 h 287"/>
                  <a:gd name="T18" fmla="*/ 168 w 483"/>
                  <a:gd name="T19" fmla="*/ 305 h 28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83" h="287">
                    <a:moveTo>
                      <a:pt x="163" y="247"/>
                    </a:moveTo>
                    <a:cubicBezTo>
                      <a:pt x="130" y="252"/>
                      <a:pt x="78" y="287"/>
                      <a:pt x="55" y="259"/>
                    </a:cubicBezTo>
                    <a:cubicBezTo>
                      <a:pt x="40" y="241"/>
                      <a:pt x="26" y="181"/>
                      <a:pt x="22" y="158"/>
                    </a:cubicBezTo>
                    <a:cubicBezTo>
                      <a:pt x="0" y="48"/>
                      <a:pt x="130" y="23"/>
                      <a:pt x="215" y="11"/>
                    </a:cubicBezTo>
                    <a:cubicBezTo>
                      <a:pt x="254" y="6"/>
                      <a:pt x="294" y="7"/>
                      <a:pt x="334" y="7"/>
                    </a:cubicBezTo>
                    <a:cubicBezTo>
                      <a:pt x="350" y="7"/>
                      <a:pt x="366" y="7"/>
                      <a:pt x="382" y="7"/>
                    </a:cubicBezTo>
                    <a:cubicBezTo>
                      <a:pt x="399" y="7"/>
                      <a:pt x="426" y="0"/>
                      <a:pt x="441" y="4"/>
                    </a:cubicBezTo>
                    <a:cubicBezTo>
                      <a:pt x="483" y="15"/>
                      <a:pt x="462" y="94"/>
                      <a:pt x="448" y="125"/>
                    </a:cubicBezTo>
                    <a:cubicBezTo>
                      <a:pt x="422" y="182"/>
                      <a:pt x="395" y="212"/>
                      <a:pt x="334" y="230"/>
                    </a:cubicBezTo>
                    <a:cubicBezTo>
                      <a:pt x="271" y="249"/>
                      <a:pt x="205" y="245"/>
                      <a:pt x="143" y="260"/>
                    </a:cubicBezTo>
                  </a:path>
                </a:pathLst>
              </a:custGeom>
              <a:solidFill>
                <a:srgbClr val="7A36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888" name="Freeform 333">
                <a:extLst>
                  <a:ext uri="{FF2B5EF4-FFF2-40B4-BE49-F238E27FC236}">
                    <a16:creationId xmlns:a16="http://schemas.microsoft.com/office/drawing/2014/main" id="{B93BB454-4921-4F73-B2BD-C67FE1613A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3" y="2573"/>
                <a:ext cx="205" cy="272"/>
              </a:xfrm>
              <a:custGeom>
                <a:avLst/>
                <a:gdLst>
                  <a:gd name="T0" fmla="*/ 0 w 194"/>
                  <a:gd name="T1" fmla="*/ 106 h 258"/>
                  <a:gd name="T2" fmla="*/ 59 w 194"/>
                  <a:gd name="T3" fmla="*/ 142 h 258"/>
                  <a:gd name="T4" fmla="*/ 42 w 194"/>
                  <a:gd name="T5" fmla="*/ 189 h 258"/>
                  <a:gd name="T6" fmla="*/ 3 w 194"/>
                  <a:gd name="T7" fmla="*/ 231 h 258"/>
                  <a:gd name="T8" fmla="*/ 56 w 194"/>
                  <a:gd name="T9" fmla="*/ 253 h 258"/>
                  <a:gd name="T10" fmla="*/ 104 w 194"/>
                  <a:gd name="T11" fmla="*/ 271 h 258"/>
                  <a:gd name="T12" fmla="*/ 127 w 194"/>
                  <a:gd name="T13" fmla="*/ 283 h 258"/>
                  <a:gd name="T14" fmla="*/ 149 w 194"/>
                  <a:gd name="T15" fmla="*/ 296 h 258"/>
                  <a:gd name="T16" fmla="*/ 181 w 194"/>
                  <a:gd name="T17" fmla="*/ 266 h 258"/>
                  <a:gd name="T18" fmla="*/ 216 w 194"/>
                  <a:gd name="T19" fmla="*/ 179 h 258"/>
                  <a:gd name="T20" fmla="*/ 224 w 194"/>
                  <a:gd name="T21" fmla="*/ 70 h 258"/>
                  <a:gd name="T22" fmla="*/ 175 w 194"/>
                  <a:gd name="T23" fmla="*/ 6 h 258"/>
                  <a:gd name="T24" fmla="*/ 91 w 194"/>
                  <a:gd name="T25" fmla="*/ 7 h 25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94" h="258">
                    <a:moveTo>
                      <a:pt x="0" y="91"/>
                    </a:moveTo>
                    <a:cubicBezTo>
                      <a:pt x="19" y="90"/>
                      <a:pt x="46" y="103"/>
                      <a:pt x="50" y="121"/>
                    </a:cubicBezTo>
                    <a:cubicBezTo>
                      <a:pt x="54" y="138"/>
                      <a:pt x="47" y="149"/>
                      <a:pt x="36" y="161"/>
                    </a:cubicBezTo>
                    <a:cubicBezTo>
                      <a:pt x="28" y="170"/>
                      <a:pt x="3" y="185"/>
                      <a:pt x="3" y="197"/>
                    </a:cubicBezTo>
                    <a:cubicBezTo>
                      <a:pt x="2" y="214"/>
                      <a:pt x="36" y="214"/>
                      <a:pt x="47" y="216"/>
                    </a:cubicBezTo>
                    <a:cubicBezTo>
                      <a:pt x="63" y="217"/>
                      <a:pt x="74" y="224"/>
                      <a:pt x="88" y="231"/>
                    </a:cubicBezTo>
                    <a:cubicBezTo>
                      <a:pt x="95" y="234"/>
                      <a:pt x="102" y="237"/>
                      <a:pt x="108" y="241"/>
                    </a:cubicBezTo>
                    <a:cubicBezTo>
                      <a:pt x="113" y="244"/>
                      <a:pt x="120" y="251"/>
                      <a:pt x="126" y="253"/>
                    </a:cubicBezTo>
                    <a:cubicBezTo>
                      <a:pt x="144" y="258"/>
                      <a:pt x="147" y="239"/>
                      <a:pt x="153" y="227"/>
                    </a:cubicBezTo>
                    <a:cubicBezTo>
                      <a:pt x="166" y="203"/>
                      <a:pt x="178" y="181"/>
                      <a:pt x="183" y="153"/>
                    </a:cubicBezTo>
                    <a:cubicBezTo>
                      <a:pt x="189" y="125"/>
                      <a:pt x="194" y="89"/>
                      <a:pt x="190" y="60"/>
                    </a:cubicBezTo>
                    <a:cubicBezTo>
                      <a:pt x="186" y="37"/>
                      <a:pt x="172" y="13"/>
                      <a:pt x="149" y="6"/>
                    </a:cubicBezTo>
                    <a:cubicBezTo>
                      <a:pt x="130" y="0"/>
                      <a:pt x="95" y="1"/>
                      <a:pt x="77" y="7"/>
                    </a:cubicBezTo>
                  </a:path>
                </a:pathLst>
              </a:custGeom>
              <a:solidFill>
                <a:srgbClr val="7A36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889" name="Freeform 334">
                <a:extLst>
                  <a:ext uri="{FF2B5EF4-FFF2-40B4-BE49-F238E27FC236}">
                    <a16:creationId xmlns:a16="http://schemas.microsoft.com/office/drawing/2014/main" id="{252FB973-800A-4CE7-91ED-08C819DA73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2" y="2263"/>
                <a:ext cx="321" cy="218"/>
              </a:xfrm>
              <a:custGeom>
                <a:avLst/>
                <a:gdLst>
                  <a:gd name="T0" fmla="*/ 302 w 304"/>
                  <a:gd name="T1" fmla="*/ 8 h 207"/>
                  <a:gd name="T2" fmla="*/ 341 w 304"/>
                  <a:gd name="T3" fmla="*/ 21 h 207"/>
                  <a:gd name="T4" fmla="*/ 351 w 304"/>
                  <a:gd name="T5" fmla="*/ 86 h 207"/>
                  <a:gd name="T6" fmla="*/ 356 w 304"/>
                  <a:gd name="T7" fmla="*/ 158 h 207"/>
                  <a:gd name="T8" fmla="*/ 333 w 304"/>
                  <a:gd name="T9" fmla="*/ 210 h 207"/>
                  <a:gd name="T10" fmla="*/ 258 w 304"/>
                  <a:gd name="T11" fmla="*/ 218 h 207"/>
                  <a:gd name="T12" fmla="*/ 195 w 304"/>
                  <a:gd name="T13" fmla="*/ 225 h 207"/>
                  <a:gd name="T14" fmla="*/ 139 w 304"/>
                  <a:gd name="T15" fmla="*/ 237 h 207"/>
                  <a:gd name="T16" fmla="*/ 84 w 304"/>
                  <a:gd name="T17" fmla="*/ 214 h 207"/>
                  <a:gd name="T18" fmla="*/ 15 w 304"/>
                  <a:gd name="T19" fmla="*/ 193 h 207"/>
                  <a:gd name="T20" fmla="*/ 86 w 304"/>
                  <a:gd name="T21" fmla="*/ 74 h 207"/>
                  <a:gd name="T22" fmla="*/ 148 w 304"/>
                  <a:gd name="T23" fmla="*/ 54 h 207"/>
                  <a:gd name="T24" fmla="*/ 201 w 304"/>
                  <a:gd name="T25" fmla="*/ 37 h 207"/>
                  <a:gd name="T26" fmla="*/ 286 w 304"/>
                  <a:gd name="T27" fmla="*/ 21 h 207"/>
                  <a:gd name="T28" fmla="*/ 308 w 304"/>
                  <a:gd name="T29" fmla="*/ 7 h 207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304" h="207">
                    <a:moveTo>
                      <a:pt x="257" y="8"/>
                    </a:moveTo>
                    <a:cubicBezTo>
                      <a:pt x="272" y="7"/>
                      <a:pt x="284" y="0"/>
                      <a:pt x="290" y="18"/>
                    </a:cubicBezTo>
                    <a:cubicBezTo>
                      <a:pt x="296" y="35"/>
                      <a:pt x="294" y="57"/>
                      <a:pt x="297" y="74"/>
                    </a:cubicBezTo>
                    <a:cubicBezTo>
                      <a:pt x="300" y="94"/>
                      <a:pt x="300" y="115"/>
                      <a:pt x="302" y="135"/>
                    </a:cubicBezTo>
                    <a:cubicBezTo>
                      <a:pt x="304" y="156"/>
                      <a:pt x="302" y="170"/>
                      <a:pt x="282" y="179"/>
                    </a:cubicBezTo>
                    <a:cubicBezTo>
                      <a:pt x="263" y="188"/>
                      <a:pt x="240" y="186"/>
                      <a:pt x="219" y="187"/>
                    </a:cubicBezTo>
                    <a:cubicBezTo>
                      <a:pt x="202" y="188"/>
                      <a:pt x="184" y="190"/>
                      <a:pt x="166" y="193"/>
                    </a:cubicBezTo>
                    <a:cubicBezTo>
                      <a:pt x="150" y="196"/>
                      <a:pt x="135" y="207"/>
                      <a:pt x="118" y="203"/>
                    </a:cubicBezTo>
                    <a:cubicBezTo>
                      <a:pt x="101" y="200"/>
                      <a:pt x="89" y="186"/>
                      <a:pt x="72" y="183"/>
                    </a:cubicBezTo>
                    <a:cubicBezTo>
                      <a:pt x="54" y="179"/>
                      <a:pt x="19" y="184"/>
                      <a:pt x="12" y="165"/>
                    </a:cubicBezTo>
                    <a:cubicBezTo>
                      <a:pt x="0" y="131"/>
                      <a:pt x="49" y="79"/>
                      <a:pt x="73" y="63"/>
                    </a:cubicBezTo>
                    <a:cubicBezTo>
                      <a:pt x="89" y="52"/>
                      <a:pt x="108" y="50"/>
                      <a:pt x="126" y="46"/>
                    </a:cubicBezTo>
                    <a:cubicBezTo>
                      <a:pt x="142" y="43"/>
                      <a:pt x="155" y="36"/>
                      <a:pt x="170" y="31"/>
                    </a:cubicBezTo>
                    <a:cubicBezTo>
                      <a:pt x="194" y="22"/>
                      <a:pt x="219" y="29"/>
                      <a:pt x="243" y="18"/>
                    </a:cubicBezTo>
                    <a:cubicBezTo>
                      <a:pt x="249" y="15"/>
                      <a:pt x="255" y="10"/>
                      <a:pt x="262" y="7"/>
                    </a:cubicBezTo>
                  </a:path>
                </a:pathLst>
              </a:custGeom>
              <a:solidFill>
                <a:srgbClr val="7A36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890" name="Freeform 335">
                <a:extLst>
                  <a:ext uri="{FF2B5EF4-FFF2-40B4-BE49-F238E27FC236}">
                    <a16:creationId xmlns:a16="http://schemas.microsoft.com/office/drawing/2014/main" id="{2808B9AF-5A6B-4BDF-8443-E1DC7889F6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7" y="2164"/>
                <a:ext cx="149" cy="74"/>
              </a:xfrm>
              <a:custGeom>
                <a:avLst/>
                <a:gdLst>
                  <a:gd name="T0" fmla="*/ 137 w 141"/>
                  <a:gd name="T1" fmla="*/ 0 h 70"/>
                  <a:gd name="T2" fmla="*/ 164 w 141"/>
                  <a:gd name="T3" fmla="*/ 47 h 70"/>
                  <a:gd name="T4" fmla="*/ 106 w 141"/>
                  <a:gd name="T5" fmla="*/ 78 h 70"/>
                  <a:gd name="T6" fmla="*/ 4 w 141"/>
                  <a:gd name="T7" fmla="*/ 82 h 70"/>
                  <a:gd name="T8" fmla="*/ 59 w 141"/>
                  <a:gd name="T9" fmla="*/ 48 h 70"/>
                  <a:gd name="T10" fmla="*/ 125 w 141"/>
                  <a:gd name="T11" fmla="*/ 8 h 7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1" h="70">
                    <a:moveTo>
                      <a:pt x="116" y="0"/>
                    </a:moveTo>
                    <a:cubicBezTo>
                      <a:pt x="121" y="17"/>
                      <a:pt x="141" y="19"/>
                      <a:pt x="139" y="40"/>
                    </a:cubicBezTo>
                    <a:cubicBezTo>
                      <a:pt x="137" y="63"/>
                      <a:pt x="109" y="66"/>
                      <a:pt x="90" y="66"/>
                    </a:cubicBezTo>
                    <a:cubicBezTo>
                      <a:pt x="61" y="67"/>
                      <a:pt x="33" y="68"/>
                      <a:pt x="4" y="70"/>
                    </a:cubicBezTo>
                    <a:cubicBezTo>
                      <a:pt x="0" y="51"/>
                      <a:pt x="40" y="47"/>
                      <a:pt x="50" y="41"/>
                    </a:cubicBezTo>
                    <a:cubicBezTo>
                      <a:pt x="70" y="30"/>
                      <a:pt x="85" y="14"/>
                      <a:pt x="106" y="8"/>
                    </a:cubicBezTo>
                  </a:path>
                </a:pathLst>
              </a:custGeom>
              <a:solidFill>
                <a:srgbClr val="7A36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891" name="Freeform 336">
                <a:extLst>
                  <a:ext uri="{FF2B5EF4-FFF2-40B4-BE49-F238E27FC236}">
                    <a16:creationId xmlns:a16="http://schemas.microsoft.com/office/drawing/2014/main" id="{8D807E28-7AE6-4DF5-9641-B2528D6096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3" y="1967"/>
                <a:ext cx="177" cy="240"/>
              </a:xfrm>
              <a:custGeom>
                <a:avLst/>
                <a:gdLst>
                  <a:gd name="T0" fmla="*/ 121 w 167"/>
                  <a:gd name="T1" fmla="*/ 8 h 227"/>
                  <a:gd name="T2" fmla="*/ 175 w 167"/>
                  <a:gd name="T3" fmla="*/ 78 h 227"/>
                  <a:gd name="T4" fmla="*/ 180 w 167"/>
                  <a:gd name="T5" fmla="*/ 125 h 227"/>
                  <a:gd name="T6" fmla="*/ 193 w 167"/>
                  <a:gd name="T7" fmla="*/ 182 h 227"/>
                  <a:gd name="T8" fmla="*/ 120 w 167"/>
                  <a:gd name="T9" fmla="*/ 204 h 227"/>
                  <a:gd name="T10" fmla="*/ 55 w 167"/>
                  <a:gd name="T11" fmla="*/ 239 h 227"/>
                  <a:gd name="T12" fmla="*/ 7 w 167"/>
                  <a:gd name="T13" fmla="*/ 269 h 227"/>
                  <a:gd name="T14" fmla="*/ 34 w 167"/>
                  <a:gd name="T15" fmla="*/ 216 h 227"/>
                  <a:gd name="T16" fmla="*/ 86 w 167"/>
                  <a:gd name="T17" fmla="*/ 151 h 227"/>
                  <a:gd name="T18" fmla="*/ 112 w 167"/>
                  <a:gd name="T19" fmla="*/ 29 h 22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67" h="227">
                    <a:moveTo>
                      <a:pt x="102" y="8"/>
                    </a:moveTo>
                    <a:cubicBezTo>
                      <a:pt x="129" y="0"/>
                      <a:pt x="143" y="46"/>
                      <a:pt x="147" y="66"/>
                    </a:cubicBezTo>
                    <a:cubicBezTo>
                      <a:pt x="149" y="80"/>
                      <a:pt x="148" y="93"/>
                      <a:pt x="151" y="106"/>
                    </a:cubicBezTo>
                    <a:cubicBezTo>
                      <a:pt x="156" y="122"/>
                      <a:pt x="167" y="136"/>
                      <a:pt x="162" y="154"/>
                    </a:cubicBezTo>
                    <a:cubicBezTo>
                      <a:pt x="156" y="178"/>
                      <a:pt x="121" y="169"/>
                      <a:pt x="101" y="173"/>
                    </a:cubicBezTo>
                    <a:cubicBezTo>
                      <a:pt x="81" y="177"/>
                      <a:pt x="63" y="191"/>
                      <a:pt x="46" y="202"/>
                    </a:cubicBezTo>
                    <a:cubicBezTo>
                      <a:pt x="35" y="209"/>
                      <a:pt x="19" y="226"/>
                      <a:pt x="7" y="227"/>
                    </a:cubicBezTo>
                    <a:cubicBezTo>
                      <a:pt x="0" y="211"/>
                      <a:pt x="19" y="194"/>
                      <a:pt x="28" y="183"/>
                    </a:cubicBezTo>
                    <a:cubicBezTo>
                      <a:pt x="44" y="165"/>
                      <a:pt x="59" y="149"/>
                      <a:pt x="72" y="128"/>
                    </a:cubicBezTo>
                    <a:cubicBezTo>
                      <a:pt x="92" y="96"/>
                      <a:pt x="95" y="62"/>
                      <a:pt x="94" y="25"/>
                    </a:cubicBezTo>
                  </a:path>
                </a:pathLst>
              </a:custGeom>
              <a:solidFill>
                <a:srgbClr val="7A36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892" name="Freeform 337">
                <a:extLst>
                  <a:ext uri="{FF2B5EF4-FFF2-40B4-BE49-F238E27FC236}">
                    <a16:creationId xmlns:a16="http://schemas.microsoft.com/office/drawing/2014/main" id="{E75D5020-593F-42C4-A757-B1F8CDA7D7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3" y="2303"/>
                <a:ext cx="6" cy="4"/>
              </a:xfrm>
              <a:custGeom>
                <a:avLst/>
                <a:gdLst>
                  <a:gd name="T0" fmla="*/ 8 w 5"/>
                  <a:gd name="T1" fmla="*/ 4 h 4"/>
                  <a:gd name="T2" fmla="*/ 0 w 5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4">
                    <a:moveTo>
                      <a:pt x="5" y="4"/>
                    </a:moveTo>
                    <a:cubicBezTo>
                      <a:pt x="4" y="3"/>
                      <a:pt x="2" y="1"/>
                      <a:pt x="0" y="0"/>
                    </a:cubicBezTo>
                  </a:path>
                </a:pathLst>
              </a:custGeom>
              <a:solidFill>
                <a:srgbClr val="7A36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893" name="Freeform 338">
                <a:extLst>
                  <a:ext uri="{FF2B5EF4-FFF2-40B4-BE49-F238E27FC236}">
                    <a16:creationId xmlns:a16="http://schemas.microsoft.com/office/drawing/2014/main" id="{B59D248A-36E5-48CF-BF84-26A265E819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5" y="2900"/>
                <a:ext cx="215" cy="232"/>
              </a:xfrm>
              <a:custGeom>
                <a:avLst/>
                <a:gdLst>
                  <a:gd name="T0" fmla="*/ 239 w 204"/>
                  <a:gd name="T1" fmla="*/ 0 h 220"/>
                  <a:gd name="T2" fmla="*/ 136 w 204"/>
                  <a:gd name="T3" fmla="*/ 181 h 220"/>
                  <a:gd name="T4" fmla="*/ 0 w 204"/>
                  <a:gd name="T5" fmla="*/ 219 h 220"/>
                  <a:gd name="T6" fmla="*/ 104 w 204"/>
                  <a:gd name="T7" fmla="*/ 62 h 2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4" h="220">
                    <a:moveTo>
                      <a:pt x="204" y="0"/>
                    </a:moveTo>
                    <a:cubicBezTo>
                      <a:pt x="161" y="42"/>
                      <a:pt x="163" y="114"/>
                      <a:pt x="116" y="155"/>
                    </a:cubicBezTo>
                    <a:cubicBezTo>
                      <a:pt x="94" y="173"/>
                      <a:pt x="26" y="220"/>
                      <a:pt x="0" y="187"/>
                    </a:cubicBezTo>
                    <a:cubicBezTo>
                      <a:pt x="53" y="164"/>
                      <a:pt x="106" y="118"/>
                      <a:pt x="89" y="53"/>
                    </a:cubicBezTo>
                  </a:path>
                </a:pathLst>
              </a:custGeom>
              <a:solidFill>
                <a:srgbClr val="7A36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894" name="Freeform 339">
                <a:extLst>
                  <a:ext uri="{FF2B5EF4-FFF2-40B4-BE49-F238E27FC236}">
                    <a16:creationId xmlns:a16="http://schemas.microsoft.com/office/drawing/2014/main" id="{6B0DC81D-AAC6-44DB-B939-3461F03A5C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5" y="3178"/>
                <a:ext cx="195" cy="524"/>
              </a:xfrm>
              <a:custGeom>
                <a:avLst/>
                <a:gdLst>
                  <a:gd name="T0" fmla="*/ 34 w 184"/>
                  <a:gd name="T1" fmla="*/ 25 h 497"/>
                  <a:gd name="T2" fmla="*/ 145 w 184"/>
                  <a:gd name="T3" fmla="*/ 1 h 497"/>
                  <a:gd name="T4" fmla="*/ 207 w 184"/>
                  <a:gd name="T5" fmla="*/ 137 h 497"/>
                  <a:gd name="T6" fmla="*/ 193 w 184"/>
                  <a:gd name="T7" fmla="*/ 426 h 497"/>
                  <a:gd name="T8" fmla="*/ 166 w 184"/>
                  <a:gd name="T9" fmla="*/ 535 h 497"/>
                  <a:gd name="T10" fmla="*/ 77 w 184"/>
                  <a:gd name="T11" fmla="*/ 470 h 497"/>
                  <a:gd name="T12" fmla="*/ 58 w 184"/>
                  <a:gd name="T13" fmla="*/ 354 h 497"/>
                  <a:gd name="T14" fmla="*/ 21 w 184"/>
                  <a:gd name="T15" fmla="*/ 203 h 497"/>
                  <a:gd name="T16" fmla="*/ 15 w 184"/>
                  <a:gd name="T17" fmla="*/ 22 h 49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84" h="497">
                    <a:moveTo>
                      <a:pt x="28" y="22"/>
                    </a:moveTo>
                    <a:cubicBezTo>
                      <a:pt x="38" y="12"/>
                      <a:pt x="106" y="0"/>
                      <a:pt x="122" y="1"/>
                    </a:cubicBezTo>
                    <a:cubicBezTo>
                      <a:pt x="169" y="3"/>
                      <a:pt x="170" y="82"/>
                      <a:pt x="174" y="117"/>
                    </a:cubicBezTo>
                    <a:cubicBezTo>
                      <a:pt x="184" y="201"/>
                      <a:pt x="178" y="281"/>
                      <a:pt x="162" y="363"/>
                    </a:cubicBezTo>
                    <a:cubicBezTo>
                      <a:pt x="157" y="387"/>
                      <a:pt x="152" y="437"/>
                      <a:pt x="140" y="456"/>
                    </a:cubicBezTo>
                    <a:cubicBezTo>
                      <a:pt x="114" y="497"/>
                      <a:pt x="74" y="428"/>
                      <a:pt x="65" y="401"/>
                    </a:cubicBezTo>
                    <a:cubicBezTo>
                      <a:pt x="54" y="369"/>
                      <a:pt x="56" y="335"/>
                      <a:pt x="49" y="303"/>
                    </a:cubicBezTo>
                    <a:cubicBezTo>
                      <a:pt x="41" y="259"/>
                      <a:pt x="26" y="217"/>
                      <a:pt x="18" y="174"/>
                    </a:cubicBezTo>
                    <a:cubicBezTo>
                      <a:pt x="7" y="122"/>
                      <a:pt x="0" y="71"/>
                      <a:pt x="12" y="19"/>
                    </a:cubicBezTo>
                  </a:path>
                </a:pathLst>
              </a:custGeom>
              <a:solidFill>
                <a:srgbClr val="7A36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895" name="Freeform 340">
                <a:extLst>
                  <a:ext uri="{FF2B5EF4-FFF2-40B4-BE49-F238E27FC236}">
                    <a16:creationId xmlns:a16="http://schemas.microsoft.com/office/drawing/2014/main" id="{289DE961-726C-4C28-98FB-566798D353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8" y="3584"/>
                <a:ext cx="185" cy="209"/>
              </a:xfrm>
              <a:custGeom>
                <a:avLst/>
                <a:gdLst>
                  <a:gd name="T0" fmla="*/ 178 w 175"/>
                  <a:gd name="T1" fmla="*/ 24 h 198"/>
                  <a:gd name="T2" fmla="*/ 178 w 175"/>
                  <a:gd name="T3" fmla="*/ 122 h 198"/>
                  <a:gd name="T4" fmla="*/ 193 w 175"/>
                  <a:gd name="T5" fmla="*/ 167 h 198"/>
                  <a:gd name="T6" fmla="*/ 124 w 175"/>
                  <a:gd name="T7" fmla="*/ 174 h 198"/>
                  <a:gd name="T8" fmla="*/ 53 w 175"/>
                  <a:gd name="T9" fmla="*/ 192 h 198"/>
                  <a:gd name="T10" fmla="*/ 1 w 175"/>
                  <a:gd name="T11" fmla="*/ 191 h 198"/>
                  <a:gd name="T12" fmla="*/ 51 w 175"/>
                  <a:gd name="T13" fmla="*/ 155 h 198"/>
                  <a:gd name="T14" fmla="*/ 126 w 175"/>
                  <a:gd name="T15" fmla="*/ 119 h 198"/>
                  <a:gd name="T16" fmla="*/ 133 w 175"/>
                  <a:gd name="T17" fmla="*/ 0 h 19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75" h="198">
                    <a:moveTo>
                      <a:pt x="150" y="21"/>
                    </a:moveTo>
                    <a:cubicBezTo>
                      <a:pt x="144" y="45"/>
                      <a:pt x="139" y="80"/>
                      <a:pt x="150" y="104"/>
                    </a:cubicBezTo>
                    <a:cubicBezTo>
                      <a:pt x="156" y="117"/>
                      <a:pt x="175" y="124"/>
                      <a:pt x="164" y="142"/>
                    </a:cubicBezTo>
                    <a:cubicBezTo>
                      <a:pt x="153" y="161"/>
                      <a:pt x="121" y="150"/>
                      <a:pt x="105" y="148"/>
                    </a:cubicBezTo>
                    <a:cubicBezTo>
                      <a:pt x="77" y="146"/>
                      <a:pt x="67" y="146"/>
                      <a:pt x="44" y="163"/>
                    </a:cubicBezTo>
                    <a:cubicBezTo>
                      <a:pt x="30" y="173"/>
                      <a:pt x="0" y="198"/>
                      <a:pt x="1" y="162"/>
                    </a:cubicBezTo>
                    <a:cubicBezTo>
                      <a:pt x="1" y="138"/>
                      <a:pt x="25" y="136"/>
                      <a:pt x="43" y="132"/>
                    </a:cubicBezTo>
                    <a:cubicBezTo>
                      <a:pt x="69" y="127"/>
                      <a:pt x="95" y="127"/>
                      <a:pt x="107" y="101"/>
                    </a:cubicBezTo>
                    <a:cubicBezTo>
                      <a:pt x="121" y="70"/>
                      <a:pt x="102" y="30"/>
                      <a:pt x="113" y="0"/>
                    </a:cubicBezTo>
                  </a:path>
                </a:pathLst>
              </a:custGeom>
              <a:solidFill>
                <a:srgbClr val="7A36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896" name="Freeform 341">
                <a:extLst>
                  <a:ext uri="{FF2B5EF4-FFF2-40B4-BE49-F238E27FC236}">
                    <a16:creationId xmlns:a16="http://schemas.microsoft.com/office/drawing/2014/main" id="{AD454E7F-AAEB-48B0-9B73-FAD68ABBF6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3" y="3771"/>
                <a:ext cx="122" cy="167"/>
              </a:xfrm>
              <a:custGeom>
                <a:avLst/>
                <a:gdLst>
                  <a:gd name="T0" fmla="*/ 3 w 115"/>
                  <a:gd name="T1" fmla="*/ 64 h 158"/>
                  <a:gd name="T2" fmla="*/ 71 w 115"/>
                  <a:gd name="T3" fmla="*/ 99 h 158"/>
                  <a:gd name="T4" fmla="*/ 137 w 115"/>
                  <a:gd name="T5" fmla="*/ 178 h 158"/>
                  <a:gd name="T6" fmla="*/ 93 w 115"/>
                  <a:gd name="T7" fmla="*/ 184 h 158"/>
                  <a:gd name="T8" fmla="*/ 59 w 115"/>
                  <a:gd name="T9" fmla="*/ 143 h 158"/>
                  <a:gd name="T10" fmla="*/ 0 w 115"/>
                  <a:gd name="T11" fmla="*/ 56 h 15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5" h="158">
                    <a:moveTo>
                      <a:pt x="3" y="55"/>
                    </a:moveTo>
                    <a:cubicBezTo>
                      <a:pt x="19" y="0"/>
                      <a:pt x="50" y="70"/>
                      <a:pt x="59" y="84"/>
                    </a:cubicBezTo>
                    <a:cubicBezTo>
                      <a:pt x="75" y="107"/>
                      <a:pt x="111" y="120"/>
                      <a:pt x="115" y="150"/>
                    </a:cubicBezTo>
                    <a:cubicBezTo>
                      <a:pt x="107" y="150"/>
                      <a:pt x="83" y="158"/>
                      <a:pt x="78" y="156"/>
                    </a:cubicBezTo>
                    <a:cubicBezTo>
                      <a:pt x="65" y="152"/>
                      <a:pt x="58" y="131"/>
                      <a:pt x="50" y="121"/>
                    </a:cubicBezTo>
                    <a:cubicBezTo>
                      <a:pt x="35" y="99"/>
                      <a:pt x="21" y="63"/>
                      <a:pt x="0" y="47"/>
                    </a:cubicBezTo>
                  </a:path>
                </a:pathLst>
              </a:custGeom>
              <a:solidFill>
                <a:srgbClr val="7A36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897" name="Freeform 342">
                <a:extLst>
                  <a:ext uri="{FF2B5EF4-FFF2-40B4-BE49-F238E27FC236}">
                    <a16:creationId xmlns:a16="http://schemas.microsoft.com/office/drawing/2014/main" id="{2720FBEC-7A80-4A7F-92BD-3BAA343F75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5" y="2242"/>
                <a:ext cx="142" cy="157"/>
              </a:xfrm>
              <a:custGeom>
                <a:avLst/>
                <a:gdLst>
                  <a:gd name="T0" fmla="*/ 35 w 135"/>
                  <a:gd name="T1" fmla="*/ 25 h 149"/>
                  <a:gd name="T2" fmla="*/ 85 w 135"/>
                  <a:gd name="T3" fmla="*/ 4 h 149"/>
                  <a:gd name="T4" fmla="*/ 115 w 135"/>
                  <a:gd name="T5" fmla="*/ 65 h 149"/>
                  <a:gd name="T6" fmla="*/ 116 w 135"/>
                  <a:gd name="T7" fmla="*/ 174 h 149"/>
                  <a:gd name="T8" fmla="*/ 78 w 135"/>
                  <a:gd name="T9" fmla="*/ 103 h 149"/>
                  <a:gd name="T10" fmla="*/ 6 w 135"/>
                  <a:gd name="T11" fmla="*/ 134 h 149"/>
                  <a:gd name="T12" fmla="*/ 22 w 135"/>
                  <a:gd name="T13" fmla="*/ 34 h 14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5" h="149">
                    <a:moveTo>
                      <a:pt x="29" y="22"/>
                    </a:moveTo>
                    <a:cubicBezTo>
                      <a:pt x="43" y="17"/>
                      <a:pt x="58" y="0"/>
                      <a:pt x="73" y="4"/>
                    </a:cubicBezTo>
                    <a:cubicBezTo>
                      <a:pt x="92" y="9"/>
                      <a:pt x="92" y="40"/>
                      <a:pt x="99" y="56"/>
                    </a:cubicBezTo>
                    <a:cubicBezTo>
                      <a:pt x="108" y="76"/>
                      <a:pt x="135" y="137"/>
                      <a:pt x="100" y="149"/>
                    </a:cubicBezTo>
                    <a:cubicBezTo>
                      <a:pt x="89" y="132"/>
                      <a:pt x="89" y="96"/>
                      <a:pt x="67" y="88"/>
                    </a:cubicBezTo>
                    <a:cubicBezTo>
                      <a:pt x="46" y="79"/>
                      <a:pt x="24" y="108"/>
                      <a:pt x="6" y="115"/>
                    </a:cubicBezTo>
                    <a:cubicBezTo>
                      <a:pt x="1" y="89"/>
                      <a:pt x="0" y="49"/>
                      <a:pt x="19" y="28"/>
                    </a:cubicBezTo>
                  </a:path>
                </a:pathLst>
              </a:custGeom>
              <a:solidFill>
                <a:srgbClr val="7A36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898" name="Freeform 343">
                <a:extLst>
                  <a:ext uri="{FF2B5EF4-FFF2-40B4-BE49-F238E27FC236}">
                    <a16:creationId xmlns:a16="http://schemas.microsoft.com/office/drawing/2014/main" id="{5E9FA864-E4D5-4AAC-98CE-1C75E2057E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7" y="1923"/>
                <a:ext cx="202" cy="273"/>
              </a:xfrm>
              <a:custGeom>
                <a:avLst/>
                <a:gdLst>
                  <a:gd name="T0" fmla="*/ 104 w 192"/>
                  <a:gd name="T1" fmla="*/ 39 h 259"/>
                  <a:gd name="T2" fmla="*/ 149 w 192"/>
                  <a:gd name="T3" fmla="*/ 7 h 259"/>
                  <a:gd name="T4" fmla="*/ 200 w 192"/>
                  <a:gd name="T5" fmla="*/ 89 h 259"/>
                  <a:gd name="T6" fmla="*/ 216 w 192"/>
                  <a:gd name="T7" fmla="*/ 190 h 259"/>
                  <a:gd name="T8" fmla="*/ 198 w 192"/>
                  <a:gd name="T9" fmla="*/ 256 h 259"/>
                  <a:gd name="T10" fmla="*/ 47 w 192"/>
                  <a:gd name="T11" fmla="*/ 218 h 259"/>
                  <a:gd name="T12" fmla="*/ 9 w 192"/>
                  <a:gd name="T13" fmla="*/ 100 h 259"/>
                  <a:gd name="T14" fmla="*/ 94 w 192"/>
                  <a:gd name="T15" fmla="*/ 35 h 25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92" h="259">
                    <a:moveTo>
                      <a:pt x="89" y="33"/>
                    </a:moveTo>
                    <a:cubicBezTo>
                      <a:pt x="104" y="26"/>
                      <a:pt x="111" y="10"/>
                      <a:pt x="128" y="7"/>
                    </a:cubicBezTo>
                    <a:cubicBezTo>
                      <a:pt x="166" y="0"/>
                      <a:pt x="168" y="50"/>
                      <a:pt x="172" y="76"/>
                    </a:cubicBezTo>
                    <a:cubicBezTo>
                      <a:pt x="176" y="105"/>
                      <a:pt x="177" y="134"/>
                      <a:pt x="185" y="162"/>
                    </a:cubicBezTo>
                    <a:cubicBezTo>
                      <a:pt x="192" y="189"/>
                      <a:pt x="192" y="201"/>
                      <a:pt x="170" y="219"/>
                    </a:cubicBezTo>
                    <a:cubicBezTo>
                      <a:pt x="119" y="259"/>
                      <a:pt x="81" y="227"/>
                      <a:pt x="41" y="186"/>
                    </a:cubicBezTo>
                    <a:cubicBezTo>
                      <a:pt x="18" y="162"/>
                      <a:pt x="0" y="118"/>
                      <a:pt x="9" y="85"/>
                    </a:cubicBezTo>
                    <a:cubicBezTo>
                      <a:pt x="18" y="55"/>
                      <a:pt x="57" y="42"/>
                      <a:pt x="81" y="29"/>
                    </a:cubicBezTo>
                  </a:path>
                </a:pathLst>
              </a:custGeom>
              <a:solidFill>
                <a:srgbClr val="7A36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899" name="Freeform 344">
                <a:extLst>
                  <a:ext uri="{FF2B5EF4-FFF2-40B4-BE49-F238E27FC236}">
                    <a16:creationId xmlns:a16="http://schemas.microsoft.com/office/drawing/2014/main" id="{3F5EA87E-6DC0-4767-ABE1-24D97CD924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2" y="1610"/>
                <a:ext cx="266" cy="330"/>
              </a:xfrm>
              <a:custGeom>
                <a:avLst/>
                <a:gdLst>
                  <a:gd name="T0" fmla="*/ 0 w 252"/>
                  <a:gd name="T1" fmla="*/ 77 h 312"/>
                  <a:gd name="T2" fmla="*/ 166 w 252"/>
                  <a:gd name="T3" fmla="*/ 44 h 312"/>
                  <a:gd name="T4" fmla="*/ 280 w 252"/>
                  <a:gd name="T5" fmla="*/ 237 h 312"/>
                  <a:gd name="T6" fmla="*/ 245 w 252"/>
                  <a:gd name="T7" fmla="*/ 290 h 312"/>
                  <a:gd name="T8" fmla="*/ 217 w 252"/>
                  <a:gd name="T9" fmla="*/ 341 h 312"/>
                  <a:gd name="T10" fmla="*/ 160 w 252"/>
                  <a:gd name="T11" fmla="*/ 341 h 312"/>
                  <a:gd name="T12" fmla="*/ 65 w 252"/>
                  <a:gd name="T13" fmla="*/ 271 h 312"/>
                  <a:gd name="T14" fmla="*/ 151 w 252"/>
                  <a:gd name="T15" fmla="*/ 299 h 312"/>
                  <a:gd name="T16" fmla="*/ 157 w 252"/>
                  <a:gd name="T17" fmla="*/ 234 h 312"/>
                  <a:gd name="T18" fmla="*/ 55 w 252"/>
                  <a:gd name="T19" fmla="*/ 170 h 312"/>
                  <a:gd name="T20" fmla="*/ 17 w 252"/>
                  <a:gd name="T21" fmla="*/ 89 h 31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52" h="312">
                    <a:moveTo>
                      <a:pt x="0" y="65"/>
                    </a:moveTo>
                    <a:cubicBezTo>
                      <a:pt x="49" y="62"/>
                      <a:pt x="99" y="0"/>
                      <a:pt x="141" y="38"/>
                    </a:cubicBezTo>
                    <a:cubicBezTo>
                      <a:pt x="183" y="75"/>
                      <a:pt x="252" y="136"/>
                      <a:pt x="238" y="200"/>
                    </a:cubicBezTo>
                    <a:cubicBezTo>
                      <a:pt x="233" y="220"/>
                      <a:pt x="221" y="230"/>
                      <a:pt x="208" y="245"/>
                    </a:cubicBezTo>
                    <a:cubicBezTo>
                      <a:pt x="197" y="258"/>
                      <a:pt x="194" y="273"/>
                      <a:pt x="185" y="287"/>
                    </a:cubicBezTo>
                    <a:cubicBezTo>
                      <a:pt x="168" y="312"/>
                      <a:pt x="155" y="302"/>
                      <a:pt x="136" y="287"/>
                    </a:cubicBezTo>
                    <a:cubicBezTo>
                      <a:pt x="114" y="269"/>
                      <a:pt x="66" y="257"/>
                      <a:pt x="56" y="229"/>
                    </a:cubicBezTo>
                    <a:cubicBezTo>
                      <a:pt x="75" y="220"/>
                      <a:pt x="106" y="251"/>
                      <a:pt x="128" y="253"/>
                    </a:cubicBezTo>
                    <a:cubicBezTo>
                      <a:pt x="168" y="256"/>
                      <a:pt x="150" y="218"/>
                      <a:pt x="134" y="198"/>
                    </a:cubicBezTo>
                    <a:cubicBezTo>
                      <a:pt x="110" y="169"/>
                      <a:pt x="70" y="173"/>
                      <a:pt x="46" y="144"/>
                    </a:cubicBezTo>
                    <a:cubicBezTo>
                      <a:pt x="35" y="130"/>
                      <a:pt x="9" y="92"/>
                      <a:pt x="14" y="75"/>
                    </a:cubicBezTo>
                  </a:path>
                </a:pathLst>
              </a:custGeom>
              <a:solidFill>
                <a:srgbClr val="7A36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900" name="Freeform 345">
                <a:extLst>
                  <a:ext uri="{FF2B5EF4-FFF2-40B4-BE49-F238E27FC236}">
                    <a16:creationId xmlns:a16="http://schemas.microsoft.com/office/drawing/2014/main" id="{D5CC41FD-ED50-4762-AEEB-D2E714DB1D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8" y="1303"/>
                <a:ext cx="352" cy="325"/>
              </a:xfrm>
              <a:custGeom>
                <a:avLst/>
                <a:gdLst>
                  <a:gd name="T0" fmla="*/ 0 w 334"/>
                  <a:gd name="T1" fmla="*/ 0 h 308"/>
                  <a:gd name="T2" fmla="*/ 73 w 334"/>
                  <a:gd name="T3" fmla="*/ 17 h 308"/>
                  <a:gd name="T4" fmla="*/ 154 w 334"/>
                  <a:gd name="T5" fmla="*/ 57 h 308"/>
                  <a:gd name="T6" fmla="*/ 320 w 334"/>
                  <a:gd name="T7" fmla="*/ 179 h 308"/>
                  <a:gd name="T8" fmla="*/ 385 w 334"/>
                  <a:gd name="T9" fmla="*/ 278 h 308"/>
                  <a:gd name="T10" fmla="*/ 367 w 334"/>
                  <a:gd name="T11" fmla="*/ 304 h 308"/>
                  <a:gd name="T12" fmla="*/ 333 w 334"/>
                  <a:gd name="T13" fmla="*/ 340 h 308"/>
                  <a:gd name="T14" fmla="*/ 287 w 334"/>
                  <a:gd name="T15" fmla="*/ 273 h 308"/>
                  <a:gd name="T16" fmla="*/ 213 w 334"/>
                  <a:gd name="T17" fmla="*/ 293 h 308"/>
                  <a:gd name="T18" fmla="*/ 187 w 334"/>
                  <a:gd name="T19" fmla="*/ 206 h 308"/>
                  <a:gd name="T20" fmla="*/ 130 w 334"/>
                  <a:gd name="T21" fmla="*/ 112 h 308"/>
                  <a:gd name="T22" fmla="*/ 17 w 334"/>
                  <a:gd name="T23" fmla="*/ 6 h 308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34" h="308">
                    <a:moveTo>
                      <a:pt x="0" y="0"/>
                    </a:moveTo>
                    <a:cubicBezTo>
                      <a:pt x="9" y="13"/>
                      <a:pt x="47" y="9"/>
                      <a:pt x="62" y="14"/>
                    </a:cubicBezTo>
                    <a:cubicBezTo>
                      <a:pt x="86" y="23"/>
                      <a:pt x="110" y="34"/>
                      <a:pt x="132" y="48"/>
                    </a:cubicBezTo>
                    <a:cubicBezTo>
                      <a:pt x="183" y="81"/>
                      <a:pt x="235" y="104"/>
                      <a:pt x="273" y="153"/>
                    </a:cubicBezTo>
                    <a:cubicBezTo>
                      <a:pt x="290" y="177"/>
                      <a:pt x="320" y="208"/>
                      <a:pt x="328" y="236"/>
                    </a:cubicBezTo>
                    <a:cubicBezTo>
                      <a:pt x="334" y="261"/>
                      <a:pt x="324" y="250"/>
                      <a:pt x="313" y="259"/>
                    </a:cubicBezTo>
                    <a:cubicBezTo>
                      <a:pt x="303" y="267"/>
                      <a:pt x="299" y="290"/>
                      <a:pt x="285" y="289"/>
                    </a:cubicBezTo>
                    <a:cubicBezTo>
                      <a:pt x="283" y="263"/>
                      <a:pt x="280" y="227"/>
                      <a:pt x="245" y="232"/>
                    </a:cubicBezTo>
                    <a:cubicBezTo>
                      <a:pt x="209" y="238"/>
                      <a:pt x="211" y="308"/>
                      <a:pt x="182" y="249"/>
                    </a:cubicBezTo>
                    <a:cubicBezTo>
                      <a:pt x="171" y="226"/>
                      <a:pt x="164" y="199"/>
                      <a:pt x="159" y="175"/>
                    </a:cubicBezTo>
                    <a:cubicBezTo>
                      <a:pt x="151" y="141"/>
                      <a:pt x="135" y="120"/>
                      <a:pt x="111" y="95"/>
                    </a:cubicBezTo>
                    <a:cubicBezTo>
                      <a:pt x="80" y="62"/>
                      <a:pt x="51" y="31"/>
                      <a:pt x="14" y="6"/>
                    </a:cubicBezTo>
                  </a:path>
                </a:pathLst>
              </a:custGeom>
              <a:solidFill>
                <a:srgbClr val="7A36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901" name="Freeform 346">
                <a:extLst>
                  <a:ext uri="{FF2B5EF4-FFF2-40B4-BE49-F238E27FC236}">
                    <a16:creationId xmlns:a16="http://schemas.microsoft.com/office/drawing/2014/main" id="{19482607-6D30-49EC-BE51-B36FC4B551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1" y="1364"/>
                <a:ext cx="341" cy="596"/>
              </a:xfrm>
              <a:custGeom>
                <a:avLst/>
                <a:gdLst>
                  <a:gd name="T0" fmla="*/ 228 w 323"/>
                  <a:gd name="T1" fmla="*/ 77 h 564"/>
                  <a:gd name="T2" fmla="*/ 239 w 323"/>
                  <a:gd name="T3" fmla="*/ 230 h 564"/>
                  <a:gd name="T4" fmla="*/ 267 w 323"/>
                  <a:gd name="T5" fmla="*/ 349 h 564"/>
                  <a:gd name="T6" fmla="*/ 323 w 323"/>
                  <a:gd name="T7" fmla="*/ 395 h 564"/>
                  <a:gd name="T8" fmla="*/ 359 w 323"/>
                  <a:gd name="T9" fmla="*/ 452 h 564"/>
                  <a:gd name="T10" fmla="*/ 366 w 323"/>
                  <a:gd name="T11" fmla="*/ 505 h 564"/>
                  <a:gd name="T12" fmla="*/ 339 w 323"/>
                  <a:gd name="T13" fmla="*/ 500 h 564"/>
                  <a:gd name="T14" fmla="*/ 292 w 323"/>
                  <a:gd name="T15" fmla="*/ 498 h 564"/>
                  <a:gd name="T16" fmla="*/ 162 w 323"/>
                  <a:gd name="T17" fmla="*/ 589 h 564"/>
                  <a:gd name="T18" fmla="*/ 146 w 323"/>
                  <a:gd name="T19" fmla="*/ 644 h 564"/>
                  <a:gd name="T20" fmla="*/ 82 w 323"/>
                  <a:gd name="T21" fmla="*/ 649 h 564"/>
                  <a:gd name="T22" fmla="*/ 2 w 323"/>
                  <a:gd name="T23" fmla="*/ 548 h 564"/>
                  <a:gd name="T24" fmla="*/ 12 w 323"/>
                  <a:gd name="T25" fmla="*/ 473 h 564"/>
                  <a:gd name="T26" fmla="*/ 17 w 323"/>
                  <a:gd name="T27" fmla="*/ 385 h 564"/>
                  <a:gd name="T28" fmla="*/ 14 w 323"/>
                  <a:gd name="T29" fmla="*/ 209 h 564"/>
                  <a:gd name="T30" fmla="*/ 57 w 323"/>
                  <a:gd name="T31" fmla="*/ 48 h 564"/>
                  <a:gd name="T32" fmla="*/ 156 w 323"/>
                  <a:gd name="T33" fmla="*/ 18 h 564"/>
                  <a:gd name="T34" fmla="*/ 224 w 323"/>
                  <a:gd name="T35" fmla="*/ 88 h 564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323" h="564">
                    <a:moveTo>
                      <a:pt x="194" y="65"/>
                    </a:moveTo>
                    <a:cubicBezTo>
                      <a:pt x="201" y="109"/>
                      <a:pt x="207" y="150"/>
                      <a:pt x="203" y="195"/>
                    </a:cubicBezTo>
                    <a:cubicBezTo>
                      <a:pt x="200" y="238"/>
                      <a:pt x="197" y="262"/>
                      <a:pt x="227" y="295"/>
                    </a:cubicBezTo>
                    <a:cubicBezTo>
                      <a:pt x="241" y="311"/>
                      <a:pt x="260" y="319"/>
                      <a:pt x="275" y="335"/>
                    </a:cubicBezTo>
                    <a:cubicBezTo>
                      <a:pt x="287" y="349"/>
                      <a:pt x="298" y="366"/>
                      <a:pt x="305" y="383"/>
                    </a:cubicBezTo>
                    <a:cubicBezTo>
                      <a:pt x="310" y="392"/>
                      <a:pt x="323" y="419"/>
                      <a:pt x="312" y="428"/>
                    </a:cubicBezTo>
                    <a:cubicBezTo>
                      <a:pt x="306" y="432"/>
                      <a:pt x="294" y="425"/>
                      <a:pt x="288" y="424"/>
                    </a:cubicBezTo>
                    <a:cubicBezTo>
                      <a:pt x="275" y="422"/>
                      <a:pt x="261" y="422"/>
                      <a:pt x="248" y="422"/>
                    </a:cubicBezTo>
                    <a:cubicBezTo>
                      <a:pt x="199" y="422"/>
                      <a:pt x="156" y="455"/>
                      <a:pt x="137" y="499"/>
                    </a:cubicBezTo>
                    <a:cubicBezTo>
                      <a:pt x="130" y="514"/>
                      <a:pt x="133" y="532"/>
                      <a:pt x="124" y="545"/>
                    </a:cubicBezTo>
                    <a:cubicBezTo>
                      <a:pt x="111" y="564"/>
                      <a:pt x="88" y="561"/>
                      <a:pt x="70" y="550"/>
                    </a:cubicBezTo>
                    <a:cubicBezTo>
                      <a:pt x="44" y="534"/>
                      <a:pt x="6" y="498"/>
                      <a:pt x="2" y="465"/>
                    </a:cubicBezTo>
                    <a:cubicBezTo>
                      <a:pt x="0" y="445"/>
                      <a:pt x="8" y="421"/>
                      <a:pt x="9" y="401"/>
                    </a:cubicBezTo>
                    <a:cubicBezTo>
                      <a:pt x="10" y="376"/>
                      <a:pt x="13" y="351"/>
                      <a:pt x="14" y="326"/>
                    </a:cubicBezTo>
                    <a:cubicBezTo>
                      <a:pt x="15" y="276"/>
                      <a:pt x="13" y="227"/>
                      <a:pt x="11" y="177"/>
                    </a:cubicBezTo>
                    <a:cubicBezTo>
                      <a:pt x="9" y="135"/>
                      <a:pt x="21" y="75"/>
                      <a:pt x="48" y="41"/>
                    </a:cubicBezTo>
                    <a:cubicBezTo>
                      <a:pt x="70" y="13"/>
                      <a:pt x="99" y="0"/>
                      <a:pt x="133" y="15"/>
                    </a:cubicBezTo>
                    <a:cubicBezTo>
                      <a:pt x="161" y="28"/>
                      <a:pt x="172" y="55"/>
                      <a:pt x="190" y="75"/>
                    </a:cubicBezTo>
                  </a:path>
                </a:pathLst>
              </a:custGeom>
              <a:solidFill>
                <a:srgbClr val="7A36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902" name="Freeform 347">
                <a:extLst>
                  <a:ext uri="{FF2B5EF4-FFF2-40B4-BE49-F238E27FC236}">
                    <a16:creationId xmlns:a16="http://schemas.microsoft.com/office/drawing/2014/main" id="{BAECF89E-BF2A-4F7C-986C-49604DE969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8" y="1985"/>
                <a:ext cx="357" cy="238"/>
              </a:xfrm>
              <a:custGeom>
                <a:avLst/>
                <a:gdLst>
                  <a:gd name="T0" fmla="*/ 394 w 338"/>
                  <a:gd name="T1" fmla="*/ 0 h 225"/>
                  <a:gd name="T2" fmla="*/ 374 w 338"/>
                  <a:gd name="T3" fmla="*/ 58 h 225"/>
                  <a:gd name="T4" fmla="*/ 328 w 338"/>
                  <a:gd name="T5" fmla="*/ 103 h 225"/>
                  <a:gd name="T6" fmla="*/ 226 w 338"/>
                  <a:gd name="T7" fmla="*/ 146 h 225"/>
                  <a:gd name="T8" fmla="*/ 52 w 338"/>
                  <a:gd name="T9" fmla="*/ 251 h 225"/>
                  <a:gd name="T10" fmla="*/ 6 w 338"/>
                  <a:gd name="T11" fmla="*/ 252 h 225"/>
                  <a:gd name="T12" fmla="*/ 12 w 338"/>
                  <a:gd name="T13" fmla="*/ 197 h 225"/>
                  <a:gd name="T14" fmla="*/ 17 w 338"/>
                  <a:gd name="T15" fmla="*/ 128 h 225"/>
                  <a:gd name="T16" fmla="*/ 51 w 338"/>
                  <a:gd name="T17" fmla="*/ 105 h 225"/>
                  <a:gd name="T18" fmla="*/ 326 w 338"/>
                  <a:gd name="T19" fmla="*/ 32 h 225"/>
                  <a:gd name="T20" fmla="*/ 388 w 338"/>
                  <a:gd name="T21" fmla="*/ 1 h 22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38" h="225">
                    <a:moveTo>
                      <a:pt x="334" y="0"/>
                    </a:moveTo>
                    <a:cubicBezTo>
                      <a:pt x="338" y="12"/>
                      <a:pt x="323" y="37"/>
                      <a:pt x="317" y="49"/>
                    </a:cubicBezTo>
                    <a:cubicBezTo>
                      <a:pt x="308" y="67"/>
                      <a:pt x="294" y="76"/>
                      <a:pt x="278" y="87"/>
                    </a:cubicBezTo>
                    <a:cubicBezTo>
                      <a:pt x="252" y="105"/>
                      <a:pt x="220" y="109"/>
                      <a:pt x="192" y="123"/>
                    </a:cubicBezTo>
                    <a:cubicBezTo>
                      <a:pt x="141" y="148"/>
                      <a:pt x="99" y="193"/>
                      <a:pt x="44" y="212"/>
                    </a:cubicBezTo>
                    <a:cubicBezTo>
                      <a:pt x="34" y="216"/>
                      <a:pt x="15" y="225"/>
                      <a:pt x="6" y="213"/>
                    </a:cubicBezTo>
                    <a:cubicBezTo>
                      <a:pt x="0" y="205"/>
                      <a:pt x="8" y="175"/>
                      <a:pt x="9" y="166"/>
                    </a:cubicBezTo>
                    <a:cubicBezTo>
                      <a:pt x="11" y="147"/>
                      <a:pt x="12" y="128"/>
                      <a:pt x="14" y="108"/>
                    </a:cubicBezTo>
                    <a:cubicBezTo>
                      <a:pt x="16" y="86"/>
                      <a:pt x="22" y="88"/>
                      <a:pt x="43" y="89"/>
                    </a:cubicBezTo>
                    <a:cubicBezTo>
                      <a:pt x="130" y="91"/>
                      <a:pt x="200" y="61"/>
                      <a:pt x="277" y="26"/>
                    </a:cubicBezTo>
                    <a:cubicBezTo>
                      <a:pt x="295" y="18"/>
                      <a:pt x="313" y="12"/>
                      <a:pt x="329" y="1"/>
                    </a:cubicBezTo>
                  </a:path>
                </a:pathLst>
              </a:custGeom>
              <a:solidFill>
                <a:srgbClr val="7A36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903" name="Freeform 348">
                <a:extLst>
                  <a:ext uri="{FF2B5EF4-FFF2-40B4-BE49-F238E27FC236}">
                    <a16:creationId xmlns:a16="http://schemas.microsoft.com/office/drawing/2014/main" id="{CBDCE5EB-3A6F-4539-B5D5-8EB666F684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4" y="2195"/>
                <a:ext cx="151" cy="138"/>
              </a:xfrm>
              <a:custGeom>
                <a:avLst/>
                <a:gdLst>
                  <a:gd name="T0" fmla="*/ 168 w 143"/>
                  <a:gd name="T1" fmla="*/ 0 h 131"/>
                  <a:gd name="T2" fmla="*/ 111 w 143"/>
                  <a:gd name="T3" fmla="*/ 65 h 131"/>
                  <a:gd name="T4" fmla="*/ 62 w 143"/>
                  <a:gd name="T5" fmla="*/ 125 h 131"/>
                  <a:gd name="T6" fmla="*/ 4 w 143"/>
                  <a:gd name="T7" fmla="*/ 115 h 131"/>
                  <a:gd name="T8" fmla="*/ 76 w 143"/>
                  <a:gd name="T9" fmla="*/ 67 h 131"/>
                  <a:gd name="T10" fmla="*/ 124 w 143"/>
                  <a:gd name="T11" fmla="*/ 33 h 131"/>
                  <a:gd name="T12" fmla="*/ 151 w 143"/>
                  <a:gd name="T13" fmla="*/ 2 h 1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3" h="131">
                    <a:moveTo>
                      <a:pt x="143" y="0"/>
                    </a:moveTo>
                    <a:cubicBezTo>
                      <a:pt x="123" y="7"/>
                      <a:pt x="108" y="41"/>
                      <a:pt x="94" y="56"/>
                    </a:cubicBezTo>
                    <a:cubicBezTo>
                      <a:pt x="79" y="73"/>
                      <a:pt x="67" y="90"/>
                      <a:pt x="53" y="107"/>
                    </a:cubicBezTo>
                    <a:cubicBezTo>
                      <a:pt x="39" y="126"/>
                      <a:pt x="10" y="131"/>
                      <a:pt x="4" y="98"/>
                    </a:cubicBezTo>
                    <a:cubicBezTo>
                      <a:pt x="0" y="78"/>
                      <a:pt x="47" y="69"/>
                      <a:pt x="64" y="58"/>
                    </a:cubicBezTo>
                    <a:cubicBezTo>
                      <a:pt x="77" y="50"/>
                      <a:pt x="94" y="39"/>
                      <a:pt x="105" y="28"/>
                    </a:cubicBezTo>
                    <a:cubicBezTo>
                      <a:pt x="114" y="20"/>
                      <a:pt x="119" y="6"/>
                      <a:pt x="128" y="2"/>
                    </a:cubicBezTo>
                  </a:path>
                </a:pathLst>
              </a:custGeom>
              <a:solidFill>
                <a:srgbClr val="7A36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904" name="Freeform 349">
                <a:extLst>
                  <a:ext uri="{FF2B5EF4-FFF2-40B4-BE49-F238E27FC236}">
                    <a16:creationId xmlns:a16="http://schemas.microsoft.com/office/drawing/2014/main" id="{D982853A-5537-4460-ADBA-9AC4817876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2" y="2220"/>
                <a:ext cx="32" cy="37"/>
              </a:xfrm>
              <a:custGeom>
                <a:avLst/>
                <a:gdLst>
                  <a:gd name="T0" fmla="*/ 34 w 31"/>
                  <a:gd name="T1" fmla="*/ 25 h 35"/>
                  <a:gd name="T2" fmla="*/ 24 w 31"/>
                  <a:gd name="T3" fmla="*/ 41 h 35"/>
                  <a:gd name="T4" fmla="*/ 33 w 31"/>
                  <a:gd name="T5" fmla="*/ 20 h 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1" h="35">
                    <a:moveTo>
                      <a:pt x="31" y="22"/>
                    </a:moveTo>
                    <a:cubicBezTo>
                      <a:pt x="21" y="6"/>
                      <a:pt x="16" y="26"/>
                      <a:pt x="21" y="35"/>
                    </a:cubicBezTo>
                    <a:cubicBezTo>
                      <a:pt x="0" y="24"/>
                      <a:pt x="17" y="0"/>
                      <a:pt x="30" y="17"/>
                    </a:cubicBezTo>
                  </a:path>
                </a:pathLst>
              </a:custGeom>
              <a:solidFill>
                <a:srgbClr val="8C3F3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905" name="Freeform 350">
                <a:extLst>
                  <a:ext uri="{FF2B5EF4-FFF2-40B4-BE49-F238E27FC236}">
                    <a16:creationId xmlns:a16="http://schemas.microsoft.com/office/drawing/2014/main" id="{A89F8944-3077-45FF-B47C-B4E2D589A2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3" y="2157"/>
                <a:ext cx="34" cy="29"/>
              </a:xfrm>
              <a:custGeom>
                <a:avLst/>
                <a:gdLst>
                  <a:gd name="T0" fmla="*/ 34 w 32"/>
                  <a:gd name="T1" fmla="*/ 33 h 27"/>
                  <a:gd name="T2" fmla="*/ 38 w 32"/>
                  <a:gd name="T3" fmla="*/ 15 h 27"/>
                  <a:gd name="T4" fmla="*/ 14 w 32"/>
                  <a:gd name="T5" fmla="*/ 5 h 27"/>
                  <a:gd name="T6" fmla="*/ 26 w 32"/>
                  <a:gd name="T7" fmla="*/ 32 h 2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2" h="27">
                    <a:moveTo>
                      <a:pt x="28" y="27"/>
                    </a:moveTo>
                    <a:cubicBezTo>
                      <a:pt x="10" y="23"/>
                      <a:pt x="14" y="6"/>
                      <a:pt x="32" y="12"/>
                    </a:cubicBezTo>
                    <a:cubicBezTo>
                      <a:pt x="27" y="10"/>
                      <a:pt x="17" y="0"/>
                      <a:pt x="11" y="5"/>
                    </a:cubicBezTo>
                    <a:cubicBezTo>
                      <a:pt x="0" y="12"/>
                      <a:pt x="15" y="23"/>
                      <a:pt x="22" y="26"/>
                    </a:cubicBezTo>
                  </a:path>
                </a:pathLst>
              </a:custGeom>
              <a:solidFill>
                <a:srgbClr val="8C3F3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906" name="Freeform 351">
                <a:extLst>
                  <a:ext uri="{FF2B5EF4-FFF2-40B4-BE49-F238E27FC236}">
                    <a16:creationId xmlns:a16="http://schemas.microsoft.com/office/drawing/2014/main" id="{0D4075BE-CC2D-4B20-AC1E-B13C6B199F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5" y="1980"/>
                <a:ext cx="144" cy="130"/>
              </a:xfrm>
              <a:custGeom>
                <a:avLst/>
                <a:gdLst>
                  <a:gd name="T0" fmla="*/ 0 w 136"/>
                  <a:gd name="T1" fmla="*/ 0 h 123"/>
                  <a:gd name="T2" fmla="*/ 46 w 136"/>
                  <a:gd name="T3" fmla="*/ 91 h 123"/>
                  <a:gd name="T4" fmla="*/ 161 w 136"/>
                  <a:gd name="T5" fmla="*/ 145 h 123"/>
                  <a:gd name="T6" fmla="*/ 4 w 136"/>
                  <a:gd name="T7" fmla="*/ 6 h 1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6" h="123">
                    <a:moveTo>
                      <a:pt x="0" y="0"/>
                    </a:moveTo>
                    <a:cubicBezTo>
                      <a:pt x="9" y="29"/>
                      <a:pt x="16" y="56"/>
                      <a:pt x="39" y="77"/>
                    </a:cubicBezTo>
                    <a:cubicBezTo>
                      <a:pt x="67" y="101"/>
                      <a:pt x="104" y="106"/>
                      <a:pt x="136" y="123"/>
                    </a:cubicBezTo>
                    <a:cubicBezTo>
                      <a:pt x="80" y="93"/>
                      <a:pt x="26" y="68"/>
                      <a:pt x="4" y="6"/>
                    </a:cubicBezTo>
                  </a:path>
                </a:pathLst>
              </a:custGeom>
              <a:solidFill>
                <a:srgbClr val="8C3F3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907" name="Freeform 352">
                <a:extLst>
                  <a:ext uri="{FF2B5EF4-FFF2-40B4-BE49-F238E27FC236}">
                    <a16:creationId xmlns:a16="http://schemas.microsoft.com/office/drawing/2014/main" id="{AF01D7A8-0A60-4D1F-974E-071E82CB2D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2" y="2238"/>
                <a:ext cx="101" cy="20"/>
              </a:xfrm>
              <a:custGeom>
                <a:avLst/>
                <a:gdLst>
                  <a:gd name="T0" fmla="*/ 0 w 95"/>
                  <a:gd name="T1" fmla="*/ 2 h 19"/>
                  <a:gd name="T2" fmla="*/ 30 w 95"/>
                  <a:gd name="T3" fmla="*/ 20 h 19"/>
                  <a:gd name="T4" fmla="*/ 54 w 95"/>
                  <a:gd name="T5" fmla="*/ 18 h 19"/>
                  <a:gd name="T6" fmla="*/ 84 w 95"/>
                  <a:gd name="T7" fmla="*/ 14 h 19"/>
                  <a:gd name="T8" fmla="*/ 114 w 95"/>
                  <a:gd name="T9" fmla="*/ 14 h 19"/>
                  <a:gd name="T10" fmla="*/ 85 w 95"/>
                  <a:gd name="T11" fmla="*/ 5 h 19"/>
                  <a:gd name="T12" fmla="*/ 50 w 95"/>
                  <a:gd name="T13" fmla="*/ 8 h 19"/>
                  <a:gd name="T14" fmla="*/ 2 w 95"/>
                  <a:gd name="T15" fmla="*/ 0 h 1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5" h="19">
                    <a:moveTo>
                      <a:pt x="0" y="2"/>
                    </a:moveTo>
                    <a:cubicBezTo>
                      <a:pt x="8" y="5"/>
                      <a:pt x="15" y="14"/>
                      <a:pt x="24" y="17"/>
                    </a:cubicBezTo>
                    <a:cubicBezTo>
                      <a:pt x="30" y="19"/>
                      <a:pt x="39" y="16"/>
                      <a:pt x="45" y="15"/>
                    </a:cubicBezTo>
                    <a:cubicBezTo>
                      <a:pt x="54" y="14"/>
                      <a:pt x="62" y="11"/>
                      <a:pt x="70" y="11"/>
                    </a:cubicBezTo>
                    <a:cubicBezTo>
                      <a:pt x="79" y="10"/>
                      <a:pt x="87" y="11"/>
                      <a:pt x="95" y="11"/>
                    </a:cubicBezTo>
                    <a:cubicBezTo>
                      <a:pt x="87" y="11"/>
                      <a:pt x="80" y="6"/>
                      <a:pt x="71" y="5"/>
                    </a:cubicBezTo>
                    <a:cubicBezTo>
                      <a:pt x="61" y="5"/>
                      <a:pt x="51" y="7"/>
                      <a:pt x="41" y="8"/>
                    </a:cubicBezTo>
                    <a:cubicBezTo>
                      <a:pt x="26" y="9"/>
                      <a:pt x="15" y="4"/>
                      <a:pt x="2" y="0"/>
                    </a:cubicBezTo>
                  </a:path>
                </a:pathLst>
              </a:custGeom>
              <a:solidFill>
                <a:srgbClr val="8C3F3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908" name="Freeform 353">
                <a:extLst>
                  <a:ext uri="{FF2B5EF4-FFF2-40B4-BE49-F238E27FC236}">
                    <a16:creationId xmlns:a16="http://schemas.microsoft.com/office/drawing/2014/main" id="{CCF4C17E-5D1C-47A0-B1DD-26E56B8347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9" y="2451"/>
                <a:ext cx="194" cy="42"/>
              </a:xfrm>
              <a:custGeom>
                <a:avLst/>
                <a:gdLst>
                  <a:gd name="T0" fmla="*/ 216 w 184"/>
                  <a:gd name="T1" fmla="*/ 8 h 40"/>
                  <a:gd name="T2" fmla="*/ 118 w 184"/>
                  <a:gd name="T3" fmla="*/ 32 h 40"/>
                  <a:gd name="T4" fmla="*/ 0 w 184"/>
                  <a:gd name="T5" fmla="*/ 46 h 40"/>
                  <a:gd name="T6" fmla="*/ 52 w 184"/>
                  <a:gd name="T7" fmla="*/ 36 h 40"/>
                  <a:gd name="T8" fmla="*/ 117 w 184"/>
                  <a:gd name="T9" fmla="*/ 24 h 40"/>
                  <a:gd name="T10" fmla="*/ 216 w 184"/>
                  <a:gd name="T11" fmla="*/ 7 h 4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84" h="40">
                    <a:moveTo>
                      <a:pt x="184" y="8"/>
                    </a:moveTo>
                    <a:cubicBezTo>
                      <a:pt x="155" y="8"/>
                      <a:pt x="129" y="22"/>
                      <a:pt x="101" y="28"/>
                    </a:cubicBezTo>
                    <a:cubicBezTo>
                      <a:pt x="68" y="36"/>
                      <a:pt x="32" y="30"/>
                      <a:pt x="0" y="40"/>
                    </a:cubicBezTo>
                    <a:cubicBezTo>
                      <a:pt x="14" y="36"/>
                      <a:pt x="29" y="33"/>
                      <a:pt x="44" y="30"/>
                    </a:cubicBezTo>
                    <a:cubicBezTo>
                      <a:pt x="62" y="27"/>
                      <a:pt x="82" y="27"/>
                      <a:pt x="100" y="21"/>
                    </a:cubicBezTo>
                    <a:cubicBezTo>
                      <a:pt x="125" y="11"/>
                      <a:pt x="157" y="0"/>
                      <a:pt x="184" y="7"/>
                    </a:cubicBezTo>
                  </a:path>
                </a:pathLst>
              </a:custGeom>
              <a:solidFill>
                <a:srgbClr val="8C3F3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909" name="Freeform 354">
                <a:extLst>
                  <a:ext uri="{FF2B5EF4-FFF2-40B4-BE49-F238E27FC236}">
                    <a16:creationId xmlns:a16="http://schemas.microsoft.com/office/drawing/2014/main" id="{ED36114A-2DF7-4E18-8AFB-6EBA39A79E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4" y="1846"/>
                <a:ext cx="55" cy="84"/>
              </a:xfrm>
              <a:custGeom>
                <a:avLst/>
                <a:gdLst>
                  <a:gd name="T0" fmla="*/ 16 w 52"/>
                  <a:gd name="T1" fmla="*/ 1 h 80"/>
                  <a:gd name="T2" fmla="*/ 40 w 52"/>
                  <a:gd name="T3" fmla="*/ 42 h 80"/>
                  <a:gd name="T4" fmla="*/ 59 w 52"/>
                  <a:gd name="T5" fmla="*/ 92 h 80"/>
                  <a:gd name="T6" fmla="*/ 51 w 52"/>
                  <a:gd name="T7" fmla="*/ 40 h 80"/>
                  <a:gd name="T8" fmla="*/ 16 w 52"/>
                  <a:gd name="T9" fmla="*/ 0 h 8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2" h="80">
                    <a:moveTo>
                      <a:pt x="13" y="1"/>
                    </a:moveTo>
                    <a:cubicBezTo>
                      <a:pt x="0" y="13"/>
                      <a:pt x="27" y="29"/>
                      <a:pt x="34" y="36"/>
                    </a:cubicBezTo>
                    <a:cubicBezTo>
                      <a:pt x="46" y="49"/>
                      <a:pt x="50" y="62"/>
                      <a:pt x="50" y="80"/>
                    </a:cubicBezTo>
                    <a:cubicBezTo>
                      <a:pt x="50" y="65"/>
                      <a:pt x="52" y="48"/>
                      <a:pt x="43" y="34"/>
                    </a:cubicBezTo>
                    <a:cubicBezTo>
                      <a:pt x="34" y="21"/>
                      <a:pt x="19" y="15"/>
                      <a:pt x="13" y="0"/>
                    </a:cubicBezTo>
                  </a:path>
                </a:pathLst>
              </a:custGeom>
              <a:solidFill>
                <a:srgbClr val="8C3F3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910" name="Freeform 355">
                <a:extLst>
                  <a:ext uri="{FF2B5EF4-FFF2-40B4-BE49-F238E27FC236}">
                    <a16:creationId xmlns:a16="http://schemas.microsoft.com/office/drawing/2014/main" id="{37A04473-CA2D-4CA4-B609-C42FF38DF5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5" y="1561"/>
                <a:ext cx="71" cy="93"/>
              </a:xfrm>
              <a:custGeom>
                <a:avLst/>
                <a:gdLst>
                  <a:gd name="T0" fmla="*/ 16 w 68"/>
                  <a:gd name="T1" fmla="*/ 36 h 88"/>
                  <a:gd name="T2" fmla="*/ 18 w 68"/>
                  <a:gd name="T3" fmla="*/ 15 h 88"/>
                  <a:gd name="T4" fmla="*/ 75 w 68"/>
                  <a:gd name="T5" fmla="*/ 104 h 88"/>
                  <a:gd name="T6" fmla="*/ 46 w 68"/>
                  <a:gd name="T7" fmla="*/ 18 h 88"/>
                  <a:gd name="T8" fmla="*/ 10 w 68"/>
                  <a:gd name="T9" fmla="*/ 33 h 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8" h="88">
                    <a:moveTo>
                      <a:pt x="13" y="30"/>
                    </a:moveTo>
                    <a:cubicBezTo>
                      <a:pt x="9" y="24"/>
                      <a:pt x="10" y="17"/>
                      <a:pt x="15" y="12"/>
                    </a:cubicBezTo>
                    <a:cubicBezTo>
                      <a:pt x="43" y="10"/>
                      <a:pt x="57" y="68"/>
                      <a:pt x="66" y="88"/>
                    </a:cubicBezTo>
                    <a:cubicBezTo>
                      <a:pt x="68" y="64"/>
                      <a:pt x="56" y="33"/>
                      <a:pt x="40" y="15"/>
                    </a:cubicBezTo>
                    <a:cubicBezTo>
                      <a:pt x="26" y="0"/>
                      <a:pt x="0" y="1"/>
                      <a:pt x="10" y="27"/>
                    </a:cubicBezTo>
                  </a:path>
                </a:pathLst>
              </a:custGeom>
              <a:solidFill>
                <a:srgbClr val="8C3F3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911" name="Freeform 356">
                <a:extLst>
                  <a:ext uri="{FF2B5EF4-FFF2-40B4-BE49-F238E27FC236}">
                    <a16:creationId xmlns:a16="http://schemas.microsoft.com/office/drawing/2014/main" id="{72D61F03-D2B3-4733-BCB9-296F700EC4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3" y="1593"/>
                <a:ext cx="35" cy="37"/>
              </a:xfrm>
              <a:custGeom>
                <a:avLst/>
                <a:gdLst>
                  <a:gd name="T0" fmla="*/ 39 w 33"/>
                  <a:gd name="T1" fmla="*/ 22 h 35"/>
                  <a:gd name="T2" fmla="*/ 16 w 33"/>
                  <a:gd name="T3" fmla="*/ 41 h 35"/>
                  <a:gd name="T4" fmla="*/ 32 w 33"/>
                  <a:gd name="T5" fmla="*/ 17 h 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" h="35">
                    <a:moveTo>
                      <a:pt x="33" y="19"/>
                    </a:moveTo>
                    <a:cubicBezTo>
                      <a:pt x="18" y="11"/>
                      <a:pt x="6" y="14"/>
                      <a:pt x="13" y="35"/>
                    </a:cubicBezTo>
                    <a:cubicBezTo>
                      <a:pt x="10" y="18"/>
                      <a:pt x="0" y="0"/>
                      <a:pt x="26" y="14"/>
                    </a:cubicBezTo>
                  </a:path>
                </a:pathLst>
              </a:custGeom>
              <a:solidFill>
                <a:srgbClr val="8C3F3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912" name="Freeform 357">
                <a:extLst>
                  <a:ext uri="{FF2B5EF4-FFF2-40B4-BE49-F238E27FC236}">
                    <a16:creationId xmlns:a16="http://schemas.microsoft.com/office/drawing/2014/main" id="{A7C25257-4904-4EF7-ABF5-66C0F90A75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1" y="1829"/>
                <a:ext cx="89" cy="82"/>
              </a:xfrm>
              <a:custGeom>
                <a:avLst/>
                <a:gdLst>
                  <a:gd name="T0" fmla="*/ 97 w 85"/>
                  <a:gd name="T1" fmla="*/ 13 h 78"/>
                  <a:gd name="T2" fmla="*/ 32 w 85"/>
                  <a:gd name="T3" fmla="*/ 30 h 78"/>
                  <a:gd name="T4" fmla="*/ 14 w 85"/>
                  <a:gd name="T5" fmla="*/ 90 h 78"/>
                  <a:gd name="T6" fmla="*/ 38 w 85"/>
                  <a:gd name="T7" fmla="*/ 9 h 78"/>
                  <a:gd name="T8" fmla="*/ 97 w 85"/>
                  <a:gd name="T9" fmla="*/ 1 h 7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5" h="78">
                    <a:moveTo>
                      <a:pt x="85" y="10"/>
                    </a:moveTo>
                    <a:cubicBezTo>
                      <a:pt x="65" y="4"/>
                      <a:pt x="44" y="16"/>
                      <a:pt x="29" y="27"/>
                    </a:cubicBezTo>
                    <a:cubicBezTo>
                      <a:pt x="13" y="38"/>
                      <a:pt x="11" y="60"/>
                      <a:pt x="11" y="78"/>
                    </a:cubicBezTo>
                    <a:cubicBezTo>
                      <a:pt x="0" y="53"/>
                      <a:pt x="3" y="20"/>
                      <a:pt x="32" y="9"/>
                    </a:cubicBezTo>
                    <a:cubicBezTo>
                      <a:pt x="46" y="4"/>
                      <a:pt x="69" y="0"/>
                      <a:pt x="85" y="1"/>
                    </a:cubicBezTo>
                  </a:path>
                </a:pathLst>
              </a:custGeom>
              <a:solidFill>
                <a:srgbClr val="8C3F3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913" name="Freeform 358">
                <a:extLst>
                  <a:ext uri="{FF2B5EF4-FFF2-40B4-BE49-F238E27FC236}">
                    <a16:creationId xmlns:a16="http://schemas.microsoft.com/office/drawing/2014/main" id="{AC0CEECA-F73E-4163-9C5A-EC504BB182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4" y="1064"/>
                <a:ext cx="19" cy="22"/>
              </a:xfrm>
              <a:custGeom>
                <a:avLst/>
                <a:gdLst>
                  <a:gd name="T0" fmla="*/ 21 w 18"/>
                  <a:gd name="T1" fmla="*/ 7 h 21"/>
                  <a:gd name="T2" fmla="*/ 3 w 18"/>
                  <a:gd name="T3" fmla="*/ 5 h 21"/>
                  <a:gd name="T4" fmla="*/ 3 w 18"/>
                  <a:gd name="T5" fmla="*/ 24 h 21"/>
                  <a:gd name="T6" fmla="*/ 6 w 18"/>
                  <a:gd name="T7" fmla="*/ 7 h 21"/>
                  <a:gd name="T8" fmla="*/ 21 w 18"/>
                  <a:gd name="T9" fmla="*/ 8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21">
                    <a:moveTo>
                      <a:pt x="18" y="7"/>
                    </a:moveTo>
                    <a:cubicBezTo>
                      <a:pt x="15" y="3"/>
                      <a:pt x="7" y="0"/>
                      <a:pt x="3" y="5"/>
                    </a:cubicBezTo>
                    <a:cubicBezTo>
                      <a:pt x="0" y="8"/>
                      <a:pt x="0" y="17"/>
                      <a:pt x="3" y="21"/>
                    </a:cubicBezTo>
                    <a:cubicBezTo>
                      <a:pt x="1" y="16"/>
                      <a:pt x="3" y="10"/>
                      <a:pt x="6" y="7"/>
                    </a:cubicBezTo>
                    <a:cubicBezTo>
                      <a:pt x="10" y="4"/>
                      <a:pt x="15" y="5"/>
                      <a:pt x="18" y="8"/>
                    </a:cubicBezTo>
                  </a:path>
                </a:pathLst>
              </a:custGeom>
              <a:solidFill>
                <a:srgbClr val="8C3F3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914" name="Freeform 359">
                <a:extLst>
                  <a:ext uri="{FF2B5EF4-FFF2-40B4-BE49-F238E27FC236}">
                    <a16:creationId xmlns:a16="http://schemas.microsoft.com/office/drawing/2014/main" id="{73DD85E4-53A7-4954-94C7-EBDAAF7E36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9" y="1420"/>
                <a:ext cx="38" cy="54"/>
              </a:xfrm>
              <a:custGeom>
                <a:avLst/>
                <a:gdLst>
                  <a:gd name="T0" fmla="*/ 29 w 36"/>
                  <a:gd name="T1" fmla="*/ 53 h 51"/>
                  <a:gd name="T2" fmla="*/ 20 w 36"/>
                  <a:gd name="T3" fmla="*/ 25 h 51"/>
                  <a:gd name="T4" fmla="*/ 0 w 36"/>
                  <a:gd name="T5" fmla="*/ 60 h 51"/>
                  <a:gd name="T6" fmla="*/ 19 w 36"/>
                  <a:gd name="T7" fmla="*/ 15 h 51"/>
                  <a:gd name="T8" fmla="*/ 27 w 36"/>
                  <a:gd name="T9" fmla="*/ 53 h 5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" h="51">
                    <a:moveTo>
                      <a:pt x="25" y="44"/>
                    </a:moveTo>
                    <a:cubicBezTo>
                      <a:pt x="24" y="38"/>
                      <a:pt x="30" y="14"/>
                      <a:pt x="17" y="22"/>
                    </a:cubicBezTo>
                    <a:cubicBezTo>
                      <a:pt x="8" y="28"/>
                      <a:pt x="5" y="42"/>
                      <a:pt x="0" y="51"/>
                    </a:cubicBezTo>
                    <a:cubicBezTo>
                      <a:pt x="0" y="36"/>
                      <a:pt x="3" y="21"/>
                      <a:pt x="16" y="12"/>
                    </a:cubicBezTo>
                    <a:cubicBezTo>
                      <a:pt x="36" y="0"/>
                      <a:pt x="27" y="36"/>
                      <a:pt x="24" y="44"/>
                    </a:cubicBezTo>
                  </a:path>
                </a:pathLst>
              </a:custGeom>
              <a:solidFill>
                <a:srgbClr val="8C3F3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915" name="Freeform 360">
                <a:extLst>
                  <a:ext uri="{FF2B5EF4-FFF2-40B4-BE49-F238E27FC236}">
                    <a16:creationId xmlns:a16="http://schemas.microsoft.com/office/drawing/2014/main" id="{02393BAB-48C7-41F8-836E-0CA60A4AB2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6" y="2687"/>
                <a:ext cx="260" cy="49"/>
              </a:xfrm>
              <a:custGeom>
                <a:avLst/>
                <a:gdLst>
                  <a:gd name="T0" fmla="*/ 0 w 246"/>
                  <a:gd name="T1" fmla="*/ 0 h 46"/>
                  <a:gd name="T2" fmla="*/ 64 w 246"/>
                  <a:gd name="T3" fmla="*/ 13 h 46"/>
                  <a:gd name="T4" fmla="*/ 140 w 246"/>
                  <a:gd name="T5" fmla="*/ 35 h 46"/>
                  <a:gd name="T6" fmla="*/ 291 w 246"/>
                  <a:gd name="T7" fmla="*/ 55 h 46"/>
                  <a:gd name="T8" fmla="*/ 151 w 246"/>
                  <a:gd name="T9" fmla="*/ 20 h 46"/>
                  <a:gd name="T10" fmla="*/ 85 w 246"/>
                  <a:gd name="T11" fmla="*/ 18 h 46"/>
                  <a:gd name="T12" fmla="*/ 17 w 246"/>
                  <a:gd name="T13" fmla="*/ 2 h 4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6" h="46">
                    <a:moveTo>
                      <a:pt x="0" y="0"/>
                    </a:moveTo>
                    <a:cubicBezTo>
                      <a:pt x="17" y="7"/>
                      <a:pt x="37" y="6"/>
                      <a:pt x="55" y="10"/>
                    </a:cubicBezTo>
                    <a:cubicBezTo>
                      <a:pt x="77" y="15"/>
                      <a:pt x="96" y="25"/>
                      <a:pt x="118" y="29"/>
                    </a:cubicBezTo>
                    <a:cubicBezTo>
                      <a:pt x="161" y="38"/>
                      <a:pt x="206" y="23"/>
                      <a:pt x="246" y="46"/>
                    </a:cubicBezTo>
                    <a:cubicBezTo>
                      <a:pt x="207" y="29"/>
                      <a:pt x="171" y="14"/>
                      <a:pt x="128" y="17"/>
                    </a:cubicBezTo>
                    <a:cubicBezTo>
                      <a:pt x="108" y="18"/>
                      <a:pt x="92" y="20"/>
                      <a:pt x="72" y="15"/>
                    </a:cubicBezTo>
                    <a:cubicBezTo>
                      <a:pt x="53" y="10"/>
                      <a:pt x="36" y="0"/>
                      <a:pt x="14" y="2"/>
                    </a:cubicBezTo>
                  </a:path>
                </a:pathLst>
              </a:custGeom>
              <a:solidFill>
                <a:srgbClr val="8C3F3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916" name="Freeform 361">
                <a:extLst>
                  <a:ext uri="{FF2B5EF4-FFF2-40B4-BE49-F238E27FC236}">
                    <a16:creationId xmlns:a16="http://schemas.microsoft.com/office/drawing/2014/main" id="{157B8076-7214-4110-AA3A-F26CC20FCA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8" y="3045"/>
                <a:ext cx="97" cy="56"/>
              </a:xfrm>
              <a:custGeom>
                <a:avLst/>
                <a:gdLst>
                  <a:gd name="T0" fmla="*/ 108 w 92"/>
                  <a:gd name="T1" fmla="*/ 60 h 53"/>
                  <a:gd name="T2" fmla="*/ 0 w 92"/>
                  <a:gd name="T3" fmla="*/ 0 h 53"/>
                  <a:gd name="T4" fmla="*/ 49 w 92"/>
                  <a:gd name="T5" fmla="*/ 35 h 53"/>
                  <a:gd name="T6" fmla="*/ 99 w 92"/>
                  <a:gd name="T7" fmla="*/ 62 h 5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2" h="53">
                    <a:moveTo>
                      <a:pt x="92" y="51"/>
                    </a:moveTo>
                    <a:cubicBezTo>
                      <a:pt x="58" y="50"/>
                      <a:pt x="7" y="38"/>
                      <a:pt x="0" y="0"/>
                    </a:cubicBezTo>
                    <a:cubicBezTo>
                      <a:pt x="16" y="1"/>
                      <a:pt x="29" y="20"/>
                      <a:pt x="42" y="29"/>
                    </a:cubicBezTo>
                    <a:cubicBezTo>
                      <a:pt x="54" y="38"/>
                      <a:pt x="78" y="47"/>
                      <a:pt x="84" y="53"/>
                    </a:cubicBezTo>
                  </a:path>
                </a:pathLst>
              </a:custGeom>
              <a:solidFill>
                <a:srgbClr val="8C3F3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917" name="Freeform 362">
                <a:extLst>
                  <a:ext uri="{FF2B5EF4-FFF2-40B4-BE49-F238E27FC236}">
                    <a16:creationId xmlns:a16="http://schemas.microsoft.com/office/drawing/2014/main" id="{3FF1A4F1-8BE8-40EC-8F72-C2739BBE50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7" y="3641"/>
                <a:ext cx="93" cy="27"/>
              </a:xfrm>
              <a:custGeom>
                <a:avLst/>
                <a:gdLst>
                  <a:gd name="T0" fmla="*/ 0 w 88"/>
                  <a:gd name="T1" fmla="*/ 23 h 25"/>
                  <a:gd name="T2" fmla="*/ 100 w 88"/>
                  <a:gd name="T3" fmla="*/ 31 h 25"/>
                  <a:gd name="T4" fmla="*/ 5 w 88"/>
                  <a:gd name="T5" fmla="*/ 17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8" h="25">
                    <a:moveTo>
                      <a:pt x="0" y="18"/>
                    </a:moveTo>
                    <a:cubicBezTo>
                      <a:pt x="30" y="10"/>
                      <a:pt x="57" y="22"/>
                      <a:pt x="85" y="25"/>
                    </a:cubicBezTo>
                    <a:cubicBezTo>
                      <a:pt x="88" y="0"/>
                      <a:pt x="17" y="6"/>
                      <a:pt x="5" y="14"/>
                    </a:cubicBezTo>
                  </a:path>
                </a:pathLst>
              </a:custGeom>
              <a:solidFill>
                <a:srgbClr val="8C3F3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918" name="Freeform 363">
                <a:extLst>
                  <a:ext uri="{FF2B5EF4-FFF2-40B4-BE49-F238E27FC236}">
                    <a16:creationId xmlns:a16="http://schemas.microsoft.com/office/drawing/2014/main" id="{96F6F699-4373-4805-A973-C52809BEFB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0" y="3732"/>
                <a:ext cx="88" cy="35"/>
              </a:xfrm>
              <a:custGeom>
                <a:avLst/>
                <a:gdLst>
                  <a:gd name="T0" fmla="*/ 0 w 84"/>
                  <a:gd name="T1" fmla="*/ 23 h 33"/>
                  <a:gd name="T2" fmla="*/ 52 w 84"/>
                  <a:gd name="T3" fmla="*/ 33 h 33"/>
                  <a:gd name="T4" fmla="*/ 96 w 84"/>
                  <a:gd name="T5" fmla="*/ 31 h 33"/>
                  <a:gd name="T6" fmla="*/ 9 w 84"/>
                  <a:gd name="T7" fmla="*/ 23 h 3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4" h="33">
                    <a:moveTo>
                      <a:pt x="0" y="20"/>
                    </a:moveTo>
                    <a:cubicBezTo>
                      <a:pt x="17" y="26"/>
                      <a:pt x="27" y="30"/>
                      <a:pt x="46" y="27"/>
                    </a:cubicBezTo>
                    <a:cubicBezTo>
                      <a:pt x="60" y="25"/>
                      <a:pt x="70" y="19"/>
                      <a:pt x="84" y="25"/>
                    </a:cubicBezTo>
                    <a:cubicBezTo>
                      <a:pt x="57" y="0"/>
                      <a:pt x="28" y="33"/>
                      <a:pt x="9" y="20"/>
                    </a:cubicBezTo>
                  </a:path>
                </a:pathLst>
              </a:custGeom>
              <a:solidFill>
                <a:srgbClr val="8C3F3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919" name="Freeform 364">
                <a:extLst>
                  <a:ext uri="{FF2B5EF4-FFF2-40B4-BE49-F238E27FC236}">
                    <a16:creationId xmlns:a16="http://schemas.microsoft.com/office/drawing/2014/main" id="{4314A105-8FEA-4B36-886D-CE6A579A43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2" y="2179"/>
                <a:ext cx="202" cy="79"/>
              </a:xfrm>
              <a:custGeom>
                <a:avLst/>
                <a:gdLst>
                  <a:gd name="T0" fmla="*/ 0 w 192"/>
                  <a:gd name="T1" fmla="*/ 0 h 75"/>
                  <a:gd name="T2" fmla="*/ 44 w 192"/>
                  <a:gd name="T3" fmla="*/ 28 h 75"/>
                  <a:gd name="T4" fmla="*/ 90 w 192"/>
                  <a:gd name="T5" fmla="*/ 58 h 75"/>
                  <a:gd name="T6" fmla="*/ 141 w 192"/>
                  <a:gd name="T7" fmla="*/ 74 h 75"/>
                  <a:gd name="T8" fmla="*/ 224 w 192"/>
                  <a:gd name="T9" fmla="*/ 87 h 75"/>
                  <a:gd name="T10" fmla="*/ 149 w 192"/>
                  <a:gd name="T11" fmla="*/ 65 h 75"/>
                  <a:gd name="T12" fmla="*/ 92 w 192"/>
                  <a:gd name="T13" fmla="*/ 42 h 75"/>
                  <a:gd name="T14" fmla="*/ 48 w 192"/>
                  <a:gd name="T15" fmla="*/ 19 h 75"/>
                  <a:gd name="T16" fmla="*/ 7 w 192"/>
                  <a:gd name="T17" fmla="*/ 6 h 7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92" h="75">
                    <a:moveTo>
                      <a:pt x="0" y="0"/>
                    </a:moveTo>
                    <a:cubicBezTo>
                      <a:pt x="14" y="3"/>
                      <a:pt x="27" y="18"/>
                      <a:pt x="38" y="25"/>
                    </a:cubicBezTo>
                    <a:cubicBezTo>
                      <a:pt x="51" y="34"/>
                      <a:pt x="65" y="41"/>
                      <a:pt x="78" y="49"/>
                    </a:cubicBezTo>
                    <a:cubicBezTo>
                      <a:pt x="92" y="57"/>
                      <a:pt x="106" y="60"/>
                      <a:pt x="121" y="63"/>
                    </a:cubicBezTo>
                    <a:cubicBezTo>
                      <a:pt x="145" y="67"/>
                      <a:pt x="168" y="74"/>
                      <a:pt x="192" y="75"/>
                    </a:cubicBezTo>
                    <a:cubicBezTo>
                      <a:pt x="170" y="71"/>
                      <a:pt x="149" y="62"/>
                      <a:pt x="128" y="56"/>
                    </a:cubicBezTo>
                    <a:cubicBezTo>
                      <a:pt x="111" y="51"/>
                      <a:pt x="94" y="45"/>
                      <a:pt x="79" y="36"/>
                    </a:cubicBezTo>
                    <a:cubicBezTo>
                      <a:pt x="67" y="30"/>
                      <a:pt x="55" y="21"/>
                      <a:pt x="42" y="16"/>
                    </a:cubicBezTo>
                    <a:cubicBezTo>
                      <a:pt x="31" y="12"/>
                      <a:pt x="18" y="11"/>
                      <a:pt x="7" y="6"/>
                    </a:cubicBezTo>
                  </a:path>
                </a:pathLst>
              </a:custGeom>
              <a:solidFill>
                <a:srgbClr val="8C3F3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920" name="Freeform 365">
                <a:extLst>
                  <a:ext uri="{FF2B5EF4-FFF2-40B4-BE49-F238E27FC236}">
                    <a16:creationId xmlns:a16="http://schemas.microsoft.com/office/drawing/2014/main" id="{82AA6FB0-4843-4124-955A-7584203995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7" y="2166"/>
                <a:ext cx="152" cy="185"/>
              </a:xfrm>
              <a:custGeom>
                <a:avLst/>
                <a:gdLst>
                  <a:gd name="T0" fmla="*/ 25 w 144"/>
                  <a:gd name="T1" fmla="*/ 7 h 176"/>
                  <a:gd name="T2" fmla="*/ 5 w 144"/>
                  <a:gd name="T3" fmla="*/ 3 h 176"/>
                  <a:gd name="T4" fmla="*/ 6 w 144"/>
                  <a:gd name="T5" fmla="*/ 25 h 176"/>
                  <a:gd name="T6" fmla="*/ 48 w 144"/>
                  <a:gd name="T7" fmla="*/ 97 h 176"/>
                  <a:gd name="T8" fmla="*/ 105 w 144"/>
                  <a:gd name="T9" fmla="*/ 158 h 176"/>
                  <a:gd name="T10" fmla="*/ 169 w 144"/>
                  <a:gd name="T11" fmla="*/ 204 h 176"/>
                  <a:gd name="T12" fmla="*/ 107 w 144"/>
                  <a:gd name="T13" fmla="*/ 152 h 176"/>
                  <a:gd name="T14" fmla="*/ 65 w 144"/>
                  <a:gd name="T15" fmla="*/ 92 h 176"/>
                  <a:gd name="T16" fmla="*/ 46 w 144"/>
                  <a:gd name="T17" fmla="*/ 47 h 176"/>
                  <a:gd name="T18" fmla="*/ 64 w 144"/>
                  <a:gd name="T19" fmla="*/ 36 h 176"/>
                  <a:gd name="T20" fmla="*/ 24 w 144"/>
                  <a:gd name="T21" fmla="*/ 7 h 17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44" h="176">
                    <a:moveTo>
                      <a:pt x="22" y="7"/>
                    </a:moveTo>
                    <a:cubicBezTo>
                      <a:pt x="19" y="6"/>
                      <a:pt x="9" y="0"/>
                      <a:pt x="5" y="3"/>
                    </a:cubicBezTo>
                    <a:cubicBezTo>
                      <a:pt x="0" y="6"/>
                      <a:pt x="5" y="18"/>
                      <a:pt x="6" y="22"/>
                    </a:cubicBezTo>
                    <a:cubicBezTo>
                      <a:pt x="14" y="44"/>
                      <a:pt x="28" y="65"/>
                      <a:pt x="41" y="84"/>
                    </a:cubicBezTo>
                    <a:cubicBezTo>
                      <a:pt x="54" y="104"/>
                      <a:pt x="72" y="119"/>
                      <a:pt x="89" y="136"/>
                    </a:cubicBezTo>
                    <a:cubicBezTo>
                      <a:pt x="106" y="152"/>
                      <a:pt x="127" y="162"/>
                      <a:pt x="144" y="176"/>
                    </a:cubicBezTo>
                    <a:cubicBezTo>
                      <a:pt x="126" y="170"/>
                      <a:pt x="104" y="147"/>
                      <a:pt x="91" y="131"/>
                    </a:cubicBezTo>
                    <a:cubicBezTo>
                      <a:pt x="78" y="115"/>
                      <a:pt x="67" y="98"/>
                      <a:pt x="56" y="80"/>
                    </a:cubicBezTo>
                    <a:cubicBezTo>
                      <a:pt x="49" y="68"/>
                      <a:pt x="42" y="55"/>
                      <a:pt x="40" y="41"/>
                    </a:cubicBezTo>
                    <a:cubicBezTo>
                      <a:pt x="39" y="26"/>
                      <a:pt x="43" y="26"/>
                      <a:pt x="55" y="30"/>
                    </a:cubicBezTo>
                    <a:cubicBezTo>
                      <a:pt x="47" y="26"/>
                      <a:pt x="27" y="15"/>
                      <a:pt x="21" y="7"/>
                    </a:cubicBezTo>
                  </a:path>
                </a:pathLst>
              </a:custGeom>
              <a:solidFill>
                <a:srgbClr val="8C3F3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921" name="Freeform 366">
                <a:extLst>
                  <a:ext uri="{FF2B5EF4-FFF2-40B4-BE49-F238E27FC236}">
                    <a16:creationId xmlns:a16="http://schemas.microsoft.com/office/drawing/2014/main" id="{C17390FF-D30F-4F7A-8A13-D671F76E7E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0" y="2022"/>
                <a:ext cx="175" cy="24"/>
              </a:xfrm>
              <a:custGeom>
                <a:avLst/>
                <a:gdLst>
                  <a:gd name="T0" fmla="*/ 0 w 166"/>
                  <a:gd name="T1" fmla="*/ 11 h 23"/>
                  <a:gd name="T2" fmla="*/ 42 w 166"/>
                  <a:gd name="T3" fmla="*/ 22 h 23"/>
                  <a:gd name="T4" fmla="*/ 93 w 166"/>
                  <a:gd name="T5" fmla="*/ 22 h 23"/>
                  <a:gd name="T6" fmla="*/ 148 w 166"/>
                  <a:gd name="T7" fmla="*/ 8 h 23"/>
                  <a:gd name="T8" fmla="*/ 194 w 166"/>
                  <a:gd name="T9" fmla="*/ 1 h 23"/>
                  <a:gd name="T10" fmla="*/ 131 w 166"/>
                  <a:gd name="T11" fmla="*/ 4 h 23"/>
                  <a:gd name="T12" fmla="*/ 83 w 166"/>
                  <a:gd name="T13" fmla="*/ 7 h 23"/>
                  <a:gd name="T14" fmla="*/ 8 w 166"/>
                  <a:gd name="T15" fmla="*/ 7 h 2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66" h="23">
                    <a:moveTo>
                      <a:pt x="0" y="11"/>
                    </a:moveTo>
                    <a:cubicBezTo>
                      <a:pt x="12" y="10"/>
                      <a:pt x="25" y="16"/>
                      <a:pt x="36" y="19"/>
                    </a:cubicBezTo>
                    <a:cubicBezTo>
                      <a:pt x="52" y="23"/>
                      <a:pt x="64" y="20"/>
                      <a:pt x="79" y="19"/>
                    </a:cubicBezTo>
                    <a:cubicBezTo>
                      <a:pt x="96" y="17"/>
                      <a:pt x="110" y="13"/>
                      <a:pt x="126" y="8"/>
                    </a:cubicBezTo>
                    <a:cubicBezTo>
                      <a:pt x="138" y="3"/>
                      <a:pt x="153" y="0"/>
                      <a:pt x="166" y="1"/>
                    </a:cubicBezTo>
                    <a:cubicBezTo>
                      <a:pt x="148" y="1"/>
                      <a:pt x="130" y="1"/>
                      <a:pt x="112" y="4"/>
                    </a:cubicBezTo>
                    <a:cubicBezTo>
                      <a:pt x="98" y="5"/>
                      <a:pt x="85" y="8"/>
                      <a:pt x="71" y="7"/>
                    </a:cubicBezTo>
                    <a:cubicBezTo>
                      <a:pt x="50" y="7"/>
                      <a:pt x="29" y="7"/>
                      <a:pt x="8" y="7"/>
                    </a:cubicBezTo>
                  </a:path>
                </a:pathLst>
              </a:custGeom>
              <a:solidFill>
                <a:srgbClr val="8C3F3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922" name="Freeform 367">
                <a:extLst>
                  <a:ext uri="{FF2B5EF4-FFF2-40B4-BE49-F238E27FC236}">
                    <a16:creationId xmlns:a16="http://schemas.microsoft.com/office/drawing/2014/main" id="{24F0F9FB-69D3-4347-9FCB-1955F376F2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6" y="2137"/>
                <a:ext cx="181" cy="193"/>
              </a:xfrm>
              <a:custGeom>
                <a:avLst/>
                <a:gdLst>
                  <a:gd name="T0" fmla="*/ 23 w 172"/>
                  <a:gd name="T1" fmla="*/ 24 h 183"/>
                  <a:gd name="T2" fmla="*/ 200 w 172"/>
                  <a:gd name="T3" fmla="*/ 215 h 183"/>
                  <a:gd name="T4" fmla="*/ 65 w 172"/>
                  <a:gd name="T5" fmla="*/ 34 h 183"/>
                  <a:gd name="T6" fmla="*/ 18 w 172"/>
                  <a:gd name="T7" fmla="*/ 0 h 183"/>
                  <a:gd name="T8" fmla="*/ 1 w 172"/>
                  <a:gd name="T9" fmla="*/ 14 h 183"/>
                  <a:gd name="T10" fmla="*/ 24 w 172"/>
                  <a:gd name="T11" fmla="*/ 32 h 18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72" h="183">
                    <a:moveTo>
                      <a:pt x="20" y="21"/>
                    </a:moveTo>
                    <a:cubicBezTo>
                      <a:pt x="97" y="49"/>
                      <a:pt x="124" y="126"/>
                      <a:pt x="172" y="183"/>
                    </a:cubicBezTo>
                    <a:cubicBezTo>
                      <a:pt x="141" y="127"/>
                      <a:pt x="104" y="71"/>
                      <a:pt x="56" y="28"/>
                    </a:cubicBezTo>
                    <a:cubicBezTo>
                      <a:pt x="45" y="18"/>
                      <a:pt x="31" y="1"/>
                      <a:pt x="15" y="0"/>
                    </a:cubicBezTo>
                    <a:cubicBezTo>
                      <a:pt x="8" y="0"/>
                      <a:pt x="0" y="0"/>
                      <a:pt x="1" y="11"/>
                    </a:cubicBezTo>
                    <a:cubicBezTo>
                      <a:pt x="1" y="20"/>
                      <a:pt x="16" y="24"/>
                      <a:pt x="21" y="27"/>
                    </a:cubicBezTo>
                  </a:path>
                </a:pathLst>
              </a:custGeom>
              <a:solidFill>
                <a:srgbClr val="8C3F3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923" name="Freeform 368">
                <a:extLst>
                  <a:ext uri="{FF2B5EF4-FFF2-40B4-BE49-F238E27FC236}">
                    <a16:creationId xmlns:a16="http://schemas.microsoft.com/office/drawing/2014/main" id="{869EB5C2-D291-47B0-8A71-BB6DCB5C41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8" y="2414"/>
                <a:ext cx="230" cy="109"/>
              </a:xfrm>
              <a:custGeom>
                <a:avLst/>
                <a:gdLst>
                  <a:gd name="T0" fmla="*/ 0 w 218"/>
                  <a:gd name="T1" fmla="*/ 0 h 104"/>
                  <a:gd name="T2" fmla="*/ 256 w 218"/>
                  <a:gd name="T3" fmla="*/ 117 h 104"/>
                  <a:gd name="T4" fmla="*/ 0 w 218"/>
                  <a:gd name="T5" fmla="*/ 0 h 10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8" h="104">
                    <a:moveTo>
                      <a:pt x="0" y="0"/>
                    </a:moveTo>
                    <a:cubicBezTo>
                      <a:pt x="0" y="0"/>
                      <a:pt x="76" y="104"/>
                      <a:pt x="218" y="102"/>
                    </a:cubicBezTo>
                    <a:cubicBezTo>
                      <a:pt x="218" y="102"/>
                      <a:pt x="78" y="75"/>
                      <a:pt x="0" y="0"/>
                    </a:cubicBezTo>
                    <a:close/>
                  </a:path>
                </a:pathLst>
              </a:custGeom>
              <a:solidFill>
                <a:srgbClr val="8C3F3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924" name="Freeform 369">
                <a:extLst>
                  <a:ext uri="{FF2B5EF4-FFF2-40B4-BE49-F238E27FC236}">
                    <a16:creationId xmlns:a16="http://schemas.microsoft.com/office/drawing/2014/main" id="{1407088A-F414-46FA-BB17-CD5F6DEFEA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9" y="1955"/>
                <a:ext cx="123" cy="243"/>
              </a:xfrm>
              <a:custGeom>
                <a:avLst/>
                <a:gdLst>
                  <a:gd name="T0" fmla="*/ 136 w 117"/>
                  <a:gd name="T1" fmla="*/ 3 h 230"/>
                  <a:gd name="T2" fmla="*/ 71 w 117"/>
                  <a:gd name="T3" fmla="*/ 131 h 230"/>
                  <a:gd name="T4" fmla="*/ 0 w 117"/>
                  <a:gd name="T5" fmla="*/ 272 h 230"/>
                  <a:gd name="T6" fmla="*/ 75 w 117"/>
                  <a:gd name="T7" fmla="*/ 171 h 230"/>
                  <a:gd name="T8" fmla="*/ 88 w 117"/>
                  <a:gd name="T9" fmla="*/ 124 h 230"/>
                  <a:gd name="T10" fmla="*/ 120 w 117"/>
                  <a:gd name="T11" fmla="*/ 145 h 230"/>
                  <a:gd name="T12" fmla="*/ 135 w 117"/>
                  <a:gd name="T13" fmla="*/ 0 h 23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7" h="230">
                    <a:moveTo>
                      <a:pt x="117" y="3"/>
                    </a:moveTo>
                    <a:cubicBezTo>
                      <a:pt x="74" y="10"/>
                      <a:pt x="70" y="79"/>
                      <a:pt x="62" y="111"/>
                    </a:cubicBezTo>
                    <a:cubicBezTo>
                      <a:pt x="51" y="156"/>
                      <a:pt x="15" y="187"/>
                      <a:pt x="0" y="230"/>
                    </a:cubicBezTo>
                    <a:cubicBezTo>
                      <a:pt x="9" y="196"/>
                      <a:pt x="48" y="175"/>
                      <a:pt x="65" y="145"/>
                    </a:cubicBezTo>
                    <a:cubicBezTo>
                      <a:pt x="68" y="139"/>
                      <a:pt x="72" y="107"/>
                      <a:pt x="76" y="105"/>
                    </a:cubicBezTo>
                    <a:cubicBezTo>
                      <a:pt x="83" y="102"/>
                      <a:pt x="98" y="120"/>
                      <a:pt x="103" y="123"/>
                    </a:cubicBezTo>
                    <a:cubicBezTo>
                      <a:pt x="63" y="88"/>
                      <a:pt x="98" y="36"/>
                      <a:pt x="116" y="0"/>
                    </a:cubicBezTo>
                  </a:path>
                </a:pathLst>
              </a:custGeom>
              <a:solidFill>
                <a:srgbClr val="8C3F3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925" name="Freeform 370">
                <a:extLst>
                  <a:ext uri="{FF2B5EF4-FFF2-40B4-BE49-F238E27FC236}">
                    <a16:creationId xmlns:a16="http://schemas.microsoft.com/office/drawing/2014/main" id="{84AB9A68-043A-423A-9290-AADAD8259C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0" y="1861"/>
                <a:ext cx="29" cy="118"/>
              </a:xfrm>
              <a:custGeom>
                <a:avLst/>
                <a:gdLst>
                  <a:gd name="T0" fmla="*/ 25 w 27"/>
                  <a:gd name="T1" fmla="*/ 0 h 112"/>
                  <a:gd name="T2" fmla="*/ 4 w 27"/>
                  <a:gd name="T3" fmla="*/ 58 h 112"/>
                  <a:gd name="T4" fmla="*/ 33 w 27"/>
                  <a:gd name="T5" fmla="*/ 131 h 112"/>
                  <a:gd name="T6" fmla="*/ 13 w 27"/>
                  <a:gd name="T7" fmla="*/ 79 h 112"/>
                  <a:gd name="T8" fmla="*/ 23 w 27"/>
                  <a:gd name="T9" fmla="*/ 13 h 1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112">
                    <a:moveTo>
                      <a:pt x="20" y="0"/>
                    </a:moveTo>
                    <a:cubicBezTo>
                      <a:pt x="10" y="14"/>
                      <a:pt x="2" y="29"/>
                      <a:pt x="4" y="49"/>
                    </a:cubicBezTo>
                    <a:cubicBezTo>
                      <a:pt x="6" y="73"/>
                      <a:pt x="26" y="87"/>
                      <a:pt x="27" y="112"/>
                    </a:cubicBezTo>
                    <a:cubicBezTo>
                      <a:pt x="25" y="93"/>
                      <a:pt x="21" y="82"/>
                      <a:pt x="10" y="67"/>
                    </a:cubicBezTo>
                    <a:cubicBezTo>
                      <a:pt x="0" y="51"/>
                      <a:pt x="11" y="24"/>
                      <a:pt x="19" y="10"/>
                    </a:cubicBezTo>
                  </a:path>
                </a:pathLst>
              </a:custGeom>
              <a:solidFill>
                <a:srgbClr val="8C3F3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926" name="Freeform 371">
                <a:extLst>
                  <a:ext uri="{FF2B5EF4-FFF2-40B4-BE49-F238E27FC236}">
                    <a16:creationId xmlns:a16="http://schemas.microsoft.com/office/drawing/2014/main" id="{1570D9D5-96A4-44DE-B4E2-E95AA7CFA2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5" y="1831"/>
                <a:ext cx="20" cy="25"/>
              </a:xfrm>
              <a:custGeom>
                <a:avLst/>
                <a:gdLst>
                  <a:gd name="T0" fmla="*/ 18 w 19"/>
                  <a:gd name="T1" fmla="*/ 0 h 24"/>
                  <a:gd name="T2" fmla="*/ 22 w 19"/>
                  <a:gd name="T3" fmla="*/ 26 h 24"/>
                  <a:gd name="T4" fmla="*/ 1 w 19"/>
                  <a:gd name="T5" fmla="*/ 17 h 24"/>
                  <a:gd name="T6" fmla="*/ 20 w 19"/>
                  <a:gd name="T7" fmla="*/ 2 h 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24">
                    <a:moveTo>
                      <a:pt x="15" y="0"/>
                    </a:moveTo>
                    <a:cubicBezTo>
                      <a:pt x="4" y="12"/>
                      <a:pt x="3" y="17"/>
                      <a:pt x="19" y="23"/>
                    </a:cubicBezTo>
                    <a:cubicBezTo>
                      <a:pt x="11" y="23"/>
                      <a:pt x="2" y="24"/>
                      <a:pt x="1" y="14"/>
                    </a:cubicBezTo>
                    <a:cubicBezTo>
                      <a:pt x="0" y="5"/>
                      <a:pt x="9" y="2"/>
                      <a:pt x="17" y="2"/>
                    </a:cubicBezTo>
                  </a:path>
                </a:pathLst>
              </a:custGeom>
              <a:solidFill>
                <a:srgbClr val="8C3F3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927" name="Freeform 372">
                <a:extLst>
                  <a:ext uri="{FF2B5EF4-FFF2-40B4-BE49-F238E27FC236}">
                    <a16:creationId xmlns:a16="http://schemas.microsoft.com/office/drawing/2014/main" id="{B2BD298E-4E0C-4334-AA6E-98578903E9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9" y="3001"/>
                <a:ext cx="118" cy="64"/>
              </a:xfrm>
              <a:custGeom>
                <a:avLst/>
                <a:gdLst>
                  <a:gd name="T0" fmla="*/ 0 w 112"/>
                  <a:gd name="T1" fmla="*/ 41 h 60"/>
                  <a:gd name="T2" fmla="*/ 76 w 112"/>
                  <a:gd name="T3" fmla="*/ 63 h 60"/>
                  <a:gd name="T4" fmla="*/ 131 w 112"/>
                  <a:gd name="T5" fmla="*/ 0 h 60"/>
                  <a:gd name="T6" fmla="*/ 70 w 112"/>
                  <a:gd name="T7" fmla="*/ 49 h 60"/>
                  <a:gd name="T8" fmla="*/ 9 w 112"/>
                  <a:gd name="T9" fmla="*/ 48 h 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2" h="60">
                    <a:moveTo>
                      <a:pt x="0" y="34"/>
                    </a:moveTo>
                    <a:cubicBezTo>
                      <a:pt x="16" y="44"/>
                      <a:pt x="48" y="60"/>
                      <a:pt x="65" y="52"/>
                    </a:cubicBezTo>
                    <a:cubicBezTo>
                      <a:pt x="86" y="43"/>
                      <a:pt x="97" y="17"/>
                      <a:pt x="112" y="0"/>
                    </a:cubicBezTo>
                    <a:cubicBezTo>
                      <a:pt x="92" y="9"/>
                      <a:pt x="79" y="29"/>
                      <a:pt x="60" y="40"/>
                    </a:cubicBezTo>
                    <a:cubicBezTo>
                      <a:pt x="42" y="50"/>
                      <a:pt x="28" y="43"/>
                      <a:pt x="9" y="39"/>
                    </a:cubicBezTo>
                  </a:path>
                </a:pathLst>
              </a:custGeom>
              <a:solidFill>
                <a:srgbClr val="8C3F3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928" name="Freeform 373">
                <a:extLst>
                  <a:ext uri="{FF2B5EF4-FFF2-40B4-BE49-F238E27FC236}">
                    <a16:creationId xmlns:a16="http://schemas.microsoft.com/office/drawing/2014/main" id="{B4F00F18-A39B-4CF5-97D9-236FC1B173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9" y="2211"/>
                <a:ext cx="83" cy="743"/>
              </a:xfrm>
              <a:custGeom>
                <a:avLst/>
                <a:gdLst>
                  <a:gd name="T0" fmla="*/ 18 w 79"/>
                  <a:gd name="T1" fmla="*/ 0 h 704"/>
                  <a:gd name="T2" fmla="*/ 47 w 79"/>
                  <a:gd name="T3" fmla="*/ 109 h 704"/>
                  <a:gd name="T4" fmla="*/ 86 w 79"/>
                  <a:gd name="T5" fmla="*/ 500 h 704"/>
                  <a:gd name="T6" fmla="*/ 0 w 79"/>
                  <a:gd name="T7" fmla="*/ 827 h 704"/>
                  <a:gd name="T8" fmla="*/ 63 w 79"/>
                  <a:gd name="T9" fmla="*/ 507 h 704"/>
                  <a:gd name="T10" fmla="*/ 37 w 79"/>
                  <a:gd name="T11" fmla="*/ 209 h 704"/>
                  <a:gd name="T12" fmla="*/ 18 w 79"/>
                  <a:gd name="T13" fmla="*/ 0 h 70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9" h="704">
                    <a:moveTo>
                      <a:pt x="15" y="0"/>
                    </a:moveTo>
                    <a:cubicBezTo>
                      <a:pt x="15" y="0"/>
                      <a:pt x="38" y="46"/>
                      <a:pt x="41" y="93"/>
                    </a:cubicBezTo>
                    <a:cubicBezTo>
                      <a:pt x="43" y="139"/>
                      <a:pt x="69" y="379"/>
                      <a:pt x="74" y="425"/>
                    </a:cubicBezTo>
                    <a:cubicBezTo>
                      <a:pt x="79" y="472"/>
                      <a:pt x="72" y="642"/>
                      <a:pt x="0" y="704"/>
                    </a:cubicBezTo>
                    <a:cubicBezTo>
                      <a:pt x="0" y="704"/>
                      <a:pt x="67" y="541"/>
                      <a:pt x="54" y="431"/>
                    </a:cubicBezTo>
                    <a:cubicBezTo>
                      <a:pt x="41" y="320"/>
                      <a:pt x="41" y="245"/>
                      <a:pt x="31" y="178"/>
                    </a:cubicBezTo>
                    <a:cubicBezTo>
                      <a:pt x="20" y="111"/>
                      <a:pt x="36" y="36"/>
                      <a:pt x="15" y="0"/>
                    </a:cubicBezTo>
                    <a:close/>
                  </a:path>
                </a:pathLst>
              </a:custGeom>
              <a:solidFill>
                <a:srgbClr val="6C2D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929" name="Freeform 374">
                <a:extLst>
                  <a:ext uri="{FF2B5EF4-FFF2-40B4-BE49-F238E27FC236}">
                    <a16:creationId xmlns:a16="http://schemas.microsoft.com/office/drawing/2014/main" id="{0BB0365D-76F2-42B5-B5A2-8468149039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2" y="3006"/>
                <a:ext cx="54" cy="109"/>
              </a:xfrm>
              <a:custGeom>
                <a:avLst/>
                <a:gdLst>
                  <a:gd name="T0" fmla="*/ 34 w 51"/>
                  <a:gd name="T1" fmla="*/ 0 h 104"/>
                  <a:gd name="T2" fmla="*/ 0 w 51"/>
                  <a:gd name="T3" fmla="*/ 119 h 104"/>
                  <a:gd name="T4" fmla="*/ 34 w 51"/>
                  <a:gd name="T5" fmla="*/ 0 h 10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1" h="104">
                    <a:moveTo>
                      <a:pt x="28" y="0"/>
                    </a:moveTo>
                    <a:cubicBezTo>
                      <a:pt x="28" y="0"/>
                      <a:pt x="51" y="42"/>
                      <a:pt x="0" y="104"/>
                    </a:cubicBezTo>
                    <a:cubicBezTo>
                      <a:pt x="0" y="104"/>
                      <a:pt x="35" y="28"/>
                      <a:pt x="28" y="0"/>
                    </a:cubicBezTo>
                    <a:close/>
                  </a:path>
                </a:pathLst>
              </a:custGeom>
              <a:solidFill>
                <a:srgbClr val="6C2D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930" name="Freeform 375">
                <a:extLst>
                  <a:ext uri="{FF2B5EF4-FFF2-40B4-BE49-F238E27FC236}">
                    <a16:creationId xmlns:a16="http://schemas.microsoft.com/office/drawing/2014/main" id="{AA1E7769-586E-4DF8-BAE4-A02E061545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1" y="3188"/>
                <a:ext cx="77" cy="580"/>
              </a:xfrm>
              <a:custGeom>
                <a:avLst/>
                <a:gdLst>
                  <a:gd name="T0" fmla="*/ 23 w 73"/>
                  <a:gd name="T1" fmla="*/ 0 h 549"/>
                  <a:gd name="T2" fmla="*/ 62 w 73"/>
                  <a:gd name="T3" fmla="*/ 318 h 549"/>
                  <a:gd name="T4" fmla="*/ 16 w 73"/>
                  <a:gd name="T5" fmla="*/ 557 h 549"/>
                  <a:gd name="T6" fmla="*/ 19 w 73"/>
                  <a:gd name="T7" fmla="*/ 576 h 549"/>
                  <a:gd name="T8" fmla="*/ 21 w 73"/>
                  <a:gd name="T9" fmla="*/ 610 h 549"/>
                  <a:gd name="T10" fmla="*/ 16 w 73"/>
                  <a:gd name="T11" fmla="*/ 648 h 549"/>
                  <a:gd name="T12" fmla="*/ 3 w 73"/>
                  <a:gd name="T13" fmla="*/ 621 h 549"/>
                  <a:gd name="T14" fmla="*/ 14 w 73"/>
                  <a:gd name="T15" fmla="*/ 588 h 549"/>
                  <a:gd name="T16" fmla="*/ 8 w 73"/>
                  <a:gd name="T17" fmla="*/ 521 h 549"/>
                  <a:gd name="T18" fmla="*/ 23 w 73"/>
                  <a:gd name="T19" fmla="*/ 0 h 54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73" h="549">
                    <a:moveTo>
                      <a:pt x="20" y="0"/>
                    </a:moveTo>
                    <a:cubicBezTo>
                      <a:pt x="20" y="0"/>
                      <a:pt x="63" y="132"/>
                      <a:pt x="53" y="270"/>
                    </a:cubicBezTo>
                    <a:cubicBezTo>
                      <a:pt x="43" y="408"/>
                      <a:pt x="13" y="472"/>
                      <a:pt x="13" y="472"/>
                    </a:cubicBezTo>
                    <a:cubicBezTo>
                      <a:pt x="13" y="472"/>
                      <a:pt x="12" y="483"/>
                      <a:pt x="16" y="488"/>
                    </a:cubicBezTo>
                    <a:cubicBezTo>
                      <a:pt x="19" y="493"/>
                      <a:pt x="27" y="505"/>
                      <a:pt x="18" y="517"/>
                    </a:cubicBezTo>
                    <a:cubicBezTo>
                      <a:pt x="8" y="530"/>
                      <a:pt x="17" y="543"/>
                      <a:pt x="13" y="549"/>
                    </a:cubicBezTo>
                    <a:cubicBezTo>
                      <a:pt x="13" y="549"/>
                      <a:pt x="5" y="535"/>
                      <a:pt x="3" y="527"/>
                    </a:cubicBezTo>
                    <a:cubicBezTo>
                      <a:pt x="0" y="519"/>
                      <a:pt x="18" y="517"/>
                      <a:pt x="11" y="499"/>
                    </a:cubicBezTo>
                    <a:cubicBezTo>
                      <a:pt x="3" y="482"/>
                      <a:pt x="0" y="462"/>
                      <a:pt x="8" y="442"/>
                    </a:cubicBezTo>
                    <a:cubicBezTo>
                      <a:pt x="16" y="422"/>
                      <a:pt x="73" y="278"/>
                      <a:pt x="20" y="0"/>
                    </a:cubicBezTo>
                    <a:close/>
                  </a:path>
                </a:pathLst>
              </a:custGeom>
              <a:solidFill>
                <a:srgbClr val="6C2D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931" name="Freeform 376">
                <a:extLst>
                  <a:ext uri="{FF2B5EF4-FFF2-40B4-BE49-F238E27FC236}">
                    <a16:creationId xmlns:a16="http://schemas.microsoft.com/office/drawing/2014/main" id="{41AF5B33-D7C0-423D-B45F-2A27ED69D9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4" y="3794"/>
                <a:ext cx="160" cy="138"/>
              </a:xfrm>
              <a:custGeom>
                <a:avLst/>
                <a:gdLst>
                  <a:gd name="T0" fmla="*/ 1 w 152"/>
                  <a:gd name="T1" fmla="*/ 2 h 131"/>
                  <a:gd name="T2" fmla="*/ 18 w 152"/>
                  <a:gd name="T3" fmla="*/ 14 h 131"/>
                  <a:gd name="T4" fmla="*/ 31 w 152"/>
                  <a:gd name="T5" fmla="*/ 28 h 131"/>
                  <a:gd name="T6" fmla="*/ 49 w 152"/>
                  <a:gd name="T7" fmla="*/ 59 h 131"/>
                  <a:gd name="T8" fmla="*/ 82 w 152"/>
                  <a:gd name="T9" fmla="*/ 83 h 131"/>
                  <a:gd name="T10" fmla="*/ 107 w 152"/>
                  <a:gd name="T11" fmla="*/ 104 h 131"/>
                  <a:gd name="T12" fmla="*/ 129 w 152"/>
                  <a:gd name="T13" fmla="*/ 121 h 131"/>
                  <a:gd name="T14" fmla="*/ 140 w 152"/>
                  <a:gd name="T15" fmla="*/ 127 h 131"/>
                  <a:gd name="T16" fmla="*/ 148 w 152"/>
                  <a:gd name="T17" fmla="*/ 131 h 131"/>
                  <a:gd name="T18" fmla="*/ 175 w 152"/>
                  <a:gd name="T19" fmla="*/ 150 h 131"/>
                  <a:gd name="T20" fmla="*/ 177 w 152"/>
                  <a:gd name="T21" fmla="*/ 153 h 131"/>
                  <a:gd name="T22" fmla="*/ 135 w 152"/>
                  <a:gd name="T23" fmla="*/ 138 h 131"/>
                  <a:gd name="T24" fmla="*/ 102 w 152"/>
                  <a:gd name="T25" fmla="*/ 116 h 131"/>
                  <a:gd name="T26" fmla="*/ 61 w 152"/>
                  <a:gd name="T27" fmla="*/ 80 h 131"/>
                  <a:gd name="T28" fmla="*/ 39 w 152"/>
                  <a:gd name="T29" fmla="*/ 56 h 131"/>
                  <a:gd name="T30" fmla="*/ 21 w 152"/>
                  <a:gd name="T31" fmla="*/ 33 h 131"/>
                  <a:gd name="T32" fmla="*/ 6 w 152"/>
                  <a:gd name="T33" fmla="*/ 13 h 131"/>
                  <a:gd name="T34" fmla="*/ 0 w 152"/>
                  <a:gd name="T35" fmla="*/ 0 h 131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152" h="131">
                    <a:moveTo>
                      <a:pt x="1" y="2"/>
                    </a:moveTo>
                    <a:cubicBezTo>
                      <a:pt x="6" y="3"/>
                      <a:pt x="11" y="8"/>
                      <a:pt x="15" y="11"/>
                    </a:cubicBezTo>
                    <a:cubicBezTo>
                      <a:pt x="19" y="15"/>
                      <a:pt x="24" y="19"/>
                      <a:pt x="27" y="25"/>
                    </a:cubicBezTo>
                    <a:cubicBezTo>
                      <a:pt x="32" y="33"/>
                      <a:pt x="36" y="42"/>
                      <a:pt x="43" y="50"/>
                    </a:cubicBezTo>
                    <a:cubicBezTo>
                      <a:pt x="50" y="58"/>
                      <a:pt x="61" y="65"/>
                      <a:pt x="70" y="71"/>
                    </a:cubicBezTo>
                    <a:cubicBezTo>
                      <a:pt x="78" y="76"/>
                      <a:pt x="85" y="82"/>
                      <a:pt x="92" y="89"/>
                    </a:cubicBezTo>
                    <a:cubicBezTo>
                      <a:pt x="98" y="94"/>
                      <a:pt x="104" y="99"/>
                      <a:pt x="111" y="103"/>
                    </a:cubicBezTo>
                    <a:cubicBezTo>
                      <a:pt x="114" y="105"/>
                      <a:pt x="117" y="108"/>
                      <a:pt x="120" y="109"/>
                    </a:cubicBezTo>
                    <a:cubicBezTo>
                      <a:pt x="123" y="111"/>
                      <a:pt x="125" y="111"/>
                      <a:pt x="127" y="112"/>
                    </a:cubicBezTo>
                    <a:cubicBezTo>
                      <a:pt x="135" y="116"/>
                      <a:pt x="147" y="119"/>
                      <a:pt x="150" y="128"/>
                    </a:cubicBezTo>
                    <a:cubicBezTo>
                      <a:pt x="151" y="129"/>
                      <a:pt x="151" y="130"/>
                      <a:pt x="152" y="131"/>
                    </a:cubicBezTo>
                    <a:cubicBezTo>
                      <a:pt x="146" y="120"/>
                      <a:pt x="126" y="121"/>
                      <a:pt x="116" y="118"/>
                    </a:cubicBezTo>
                    <a:cubicBezTo>
                      <a:pt x="104" y="114"/>
                      <a:pt x="96" y="107"/>
                      <a:pt x="87" y="99"/>
                    </a:cubicBezTo>
                    <a:cubicBezTo>
                      <a:pt x="75" y="89"/>
                      <a:pt x="64" y="79"/>
                      <a:pt x="52" y="68"/>
                    </a:cubicBezTo>
                    <a:cubicBezTo>
                      <a:pt x="45" y="62"/>
                      <a:pt x="40" y="54"/>
                      <a:pt x="33" y="47"/>
                    </a:cubicBezTo>
                    <a:cubicBezTo>
                      <a:pt x="27" y="42"/>
                      <a:pt x="23" y="35"/>
                      <a:pt x="18" y="28"/>
                    </a:cubicBezTo>
                    <a:cubicBezTo>
                      <a:pt x="15" y="21"/>
                      <a:pt x="10" y="16"/>
                      <a:pt x="6" y="10"/>
                    </a:cubicBezTo>
                    <a:cubicBezTo>
                      <a:pt x="4" y="7"/>
                      <a:pt x="2" y="3"/>
                      <a:pt x="0" y="0"/>
                    </a:cubicBezTo>
                  </a:path>
                </a:pathLst>
              </a:custGeom>
              <a:solidFill>
                <a:srgbClr val="6C2D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932" name="Freeform 377">
                <a:extLst>
                  <a:ext uri="{FF2B5EF4-FFF2-40B4-BE49-F238E27FC236}">
                    <a16:creationId xmlns:a16="http://schemas.microsoft.com/office/drawing/2014/main" id="{DDC89BEB-9245-47C2-90B1-224FBC09F9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8" y="3943"/>
                <a:ext cx="8" cy="15"/>
              </a:xfrm>
              <a:custGeom>
                <a:avLst/>
                <a:gdLst>
                  <a:gd name="T0" fmla="*/ 0 w 8"/>
                  <a:gd name="T1" fmla="*/ 0 h 14"/>
                  <a:gd name="T2" fmla="*/ 7 w 8"/>
                  <a:gd name="T3" fmla="*/ 17 h 14"/>
                  <a:gd name="T4" fmla="*/ 0 w 8"/>
                  <a:gd name="T5" fmla="*/ 1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4">
                    <a:moveTo>
                      <a:pt x="0" y="0"/>
                    </a:moveTo>
                    <a:cubicBezTo>
                      <a:pt x="6" y="2"/>
                      <a:pt x="8" y="9"/>
                      <a:pt x="7" y="14"/>
                    </a:cubicBezTo>
                    <a:cubicBezTo>
                      <a:pt x="7" y="9"/>
                      <a:pt x="3" y="5"/>
                      <a:pt x="0" y="1"/>
                    </a:cubicBezTo>
                  </a:path>
                </a:pathLst>
              </a:custGeom>
              <a:solidFill>
                <a:srgbClr val="6C2D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933" name="Freeform 378">
                <a:extLst>
                  <a:ext uri="{FF2B5EF4-FFF2-40B4-BE49-F238E27FC236}">
                    <a16:creationId xmlns:a16="http://schemas.microsoft.com/office/drawing/2014/main" id="{8D310C46-56BA-41EF-B2FF-1BC7F44840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8" y="3938"/>
                <a:ext cx="26" cy="26"/>
              </a:xfrm>
              <a:custGeom>
                <a:avLst/>
                <a:gdLst>
                  <a:gd name="T0" fmla="*/ 1 w 25"/>
                  <a:gd name="T1" fmla="*/ 2 h 25"/>
                  <a:gd name="T2" fmla="*/ 7 w 25"/>
                  <a:gd name="T3" fmla="*/ 6 h 25"/>
                  <a:gd name="T4" fmla="*/ 18 w 25"/>
                  <a:gd name="T5" fmla="*/ 10 h 25"/>
                  <a:gd name="T6" fmla="*/ 28 w 25"/>
                  <a:gd name="T7" fmla="*/ 25 h 25"/>
                  <a:gd name="T8" fmla="*/ 27 w 25"/>
                  <a:gd name="T9" fmla="*/ 24 h 25"/>
                  <a:gd name="T10" fmla="*/ 23 w 25"/>
                  <a:gd name="T11" fmla="*/ 28 h 25"/>
                  <a:gd name="T12" fmla="*/ 16 w 25"/>
                  <a:gd name="T13" fmla="*/ 16 h 25"/>
                  <a:gd name="T14" fmla="*/ 0 w 25"/>
                  <a:gd name="T15" fmla="*/ 0 h 2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5" h="25">
                    <a:moveTo>
                      <a:pt x="1" y="2"/>
                    </a:moveTo>
                    <a:cubicBezTo>
                      <a:pt x="3" y="1"/>
                      <a:pt x="5" y="5"/>
                      <a:pt x="7" y="6"/>
                    </a:cubicBezTo>
                    <a:cubicBezTo>
                      <a:pt x="10" y="8"/>
                      <a:pt x="13" y="8"/>
                      <a:pt x="15" y="10"/>
                    </a:cubicBezTo>
                    <a:cubicBezTo>
                      <a:pt x="19" y="12"/>
                      <a:pt x="23" y="18"/>
                      <a:pt x="25" y="22"/>
                    </a:cubicBezTo>
                    <a:cubicBezTo>
                      <a:pt x="24" y="22"/>
                      <a:pt x="24" y="21"/>
                      <a:pt x="24" y="21"/>
                    </a:cubicBezTo>
                    <a:cubicBezTo>
                      <a:pt x="22" y="22"/>
                      <a:pt x="21" y="23"/>
                      <a:pt x="20" y="25"/>
                    </a:cubicBezTo>
                    <a:cubicBezTo>
                      <a:pt x="19" y="19"/>
                      <a:pt x="17" y="17"/>
                      <a:pt x="13" y="13"/>
                    </a:cubicBezTo>
                    <a:cubicBezTo>
                      <a:pt x="8" y="9"/>
                      <a:pt x="5" y="2"/>
                      <a:pt x="0" y="0"/>
                    </a:cubicBezTo>
                  </a:path>
                </a:pathLst>
              </a:custGeom>
              <a:solidFill>
                <a:srgbClr val="6C2D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934" name="Freeform 379">
                <a:extLst>
                  <a:ext uri="{FF2B5EF4-FFF2-40B4-BE49-F238E27FC236}">
                    <a16:creationId xmlns:a16="http://schemas.microsoft.com/office/drawing/2014/main" id="{D38F4E77-1346-48CD-886F-7644179959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1" y="3949"/>
                <a:ext cx="19" cy="28"/>
              </a:xfrm>
              <a:custGeom>
                <a:avLst/>
                <a:gdLst>
                  <a:gd name="T0" fmla="*/ 0 w 18"/>
                  <a:gd name="T1" fmla="*/ 1 h 26"/>
                  <a:gd name="T2" fmla="*/ 8 w 18"/>
                  <a:gd name="T3" fmla="*/ 15 h 26"/>
                  <a:gd name="T4" fmla="*/ 21 w 18"/>
                  <a:gd name="T5" fmla="*/ 20 h 26"/>
                  <a:gd name="T6" fmla="*/ 1 w 18"/>
                  <a:gd name="T7" fmla="*/ 0 h 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26">
                    <a:moveTo>
                      <a:pt x="0" y="1"/>
                    </a:moveTo>
                    <a:cubicBezTo>
                      <a:pt x="3" y="4"/>
                      <a:pt x="4" y="9"/>
                      <a:pt x="8" y="12"/>
                    </a:cubicBezTo>
                    <a:cubicBezTo>
                      <a:pt x="11" y="14"/>
                      <a:pt x="15" y="15"/>
                      <a:pt x="18" y="17"/>
                    </a:cubicBezTo>
                    <a:cubicBezTo>
                      <a:pt x="8" y="26"/>
                      <a:pt x="3" y="6"/>
                      <a:pt x="1" y="0"/>
                    </a:cubicBezTo>
                  </a:path>
                </a:pathLst>
              </a:custGeom>
              <a:solidFill>
                <a:srgbClr val="6C2D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935" name="Freeform 380">
                <a:extLst>
                  <a:ext uri="{FF2B5EF4-FFF2-40B4-BE49-F238E27FC236}">
                    <a16:creationId xmlns:a16="http://schemas.microsoft.com/office/drawing/2014/main" id="{31B2A498-9670-41E3-9FF0-93B666FB4A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2" y="3983"/>
                <a:ext cx="27" cy="30"/>
              </a:xfrm>
              <a:custGeom>
                <a:avLst/>
                <a:gdLst>
                  <a:gd name="T0" fmla="*/ 26 w 25"/>
                  <a:gd name="T1" fmla="*/ 0 h 28"/>
                  <a:gd name="T2" fmla="*/ 26 w 25"/>
                  <a:gd name="T3" fmla="*/ 19 h 28"/>
                  <a:gd name="T4" fmla="*/ 0 w 25"/>
                  <a:gd name="T5" fmla="*/ 30 h 28"/>
                  <a:gd name="T6" fmla="*/ 14 w 25"/>
                  <a:gd name="T7" fmla="*/ 18 h 28"/>
                  <a:gd name="T8" fmla="*/ 23 w 25"/>
                  <a:gd name="T9" fmla="*/ 0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28">
                    <a:moveTo>
                      <a:pt x="20" y="0"/>
                    </a:moveTo>
                    <a:cubicBezTo>
                      <a:pt x="25" y="4"/>
                      <a:pt x="23" y="11"/>
                      <a:pt x="20" y="16"/>
                    </a:cubicBezTo>
                    <a:cubicBezTo>
                      <a:pt x="17" y="21"/>
                      <a:pt x="7" y="28"/>
                      <a:pt x="0" y="24"/>
                    </a:cubicBezTo>
                    <a:cubicBezTo>
                      <a:pt x="5" y="22"/>
                      <a:pt x="8" y="18"/>
                      <a:pt x="11" y="15"/>
                    </a:cubicBezTo>
                    <a:cubicBezTo>
                      <a:pt x="15" y="11"/>
                      <a:pt x="21" y="6"/>
                      <a:pt x="18" y="0"/>
                    </a:cubicBezTo>
                  </a:path>
                </a:pathLst>
              </a:custGeom>
              <a:solidFill>
                <a:srgbClr val="6C2D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936" name="Freeform 381">
                <a:extLst>
                  <a:ext uri="{FF2B5EF4-FFF2-40B4-BE49-F238E27FC236}">
                    <a16:creationId xmlns:a16="http://schemas.microsoft.com/office/drawing/2014/main" id="{9467E3F2-974E-4DD2-81D8-E5B41FFE58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5" y="3977"/>
                <a:ext cx="12" cy="22"/>
              </a:xfrm>
              <a:custGeom>
                <a:avLst/>
                <a:gdLst>
                  <a:gd name="T0" fmla="*/ 10 w 11"/>
                  <a:gd name="T1" fmla="*/ 2 h 21"/>
                  <a:gd name="T2" fmla="*/ 0 w 11"/>
                  <a:gd name="T3" fmla="*/ 22 h 21"/>
                  <a:gd name="T4" fmla="*/ 9 w 11"/>
                  <a:gd name="T5" fmla="*/ 0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21">
                    <a:moveTo>
                      <a:pt x="7" y="2"/>
                    </a:moveTo>
                    <a:cubicBezTo>
                      <a:pt x="11" y="0"/>
                      <a:pt x="11" y="21"/>
                      <a:pt x="0" y="19"/>
                    </a:cubicBezTo>
                    <a:cubicBezTo>
                      <a:pt x="5" y="14"/>
                      <a:pt x="10" y="7"/>
                      <a:pt x="6" y="0"/>
                    </a:cubicBezTo>
                  </a:path>
                </a:pathLst>
              </a:custGeom>
              <a:solidFill>
                <a:srgbClr val="6C2D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937" name="Freeform 382">
                <a:extLst>
                  <a:ext uri="{FF2B5EF4-FFF2-40B4-BE49-F238E27FC236}">
                    <a16:creationId xmlns:a16="http://schemas.microsoft.com/office/drawing/2014/main" id="{9A3BE1A2-3E3C-4D2B-A1D2-888AB5CDE1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4" y="3971"/>
                <a:ext cx="7" cy="14"/>
              </a:xfrm>
              <a:custGeom>
                <a:avLst/>
                <a:gdLst>
                  <a:gd name="T0" fmla="*/ 7 w 6"/>
                  <a:gd name="T1" fmla="*/ 0 h 13"/>
                  <a:gd name="T2" fmla="*/ 0 w 6"/>
                  <a:gd name="T3" fmla="*/ 16 h 13"/>
                  <a:gd name="T4" fmla="*/ 2 w 6"/>
                  <a:gd name="T5" fmla="*/ 1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13">
                    <a:moveTo>
                      <a:pt x="4" y="0"/>
                    </a:moveTo>
                    <a:cubicBezTo>
                      <a:pt x="6" y="4"/>
                      <a:pt x="6" y="12"/>
                      <a:pt x="0" y="13"/>
                    </a:cubicBezTo>
                    <a:cubicBezTo>
                      <a:pt x="1" y="9"/>
                      <a:pt x="4" y="5"/>
                      <a:pt x="2" y="1"/>
                    </a:cubicBezTo>
                  </a:path>
                </a:pathLst>
              </a:custGeom>
              <a:solidFill>
                <a:srgbClr val="6C2D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938" name="Freeform 383">
                <a:extLst>
                  <a:ext uri="{FF2B5EF4-FFF2-40B4-BE49-F238E27FC236}">
                    <a16:creationId xmlns:a16="http://schemas.microsoft.com/office/drawing/2014/main" id="{AB2A2A7C-7B53-4B5A-B007-0C4980025F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9" y="1901"/>
                <a:ext cx="92" cy="51"/>
              </a:xfrm>
              <a:custGeom>
                <a:avLst/>
                <a:gdLst>
                  <a:gd name="T0" fmla="*/ 76 w 87"/>
                  <a:gd name="T1" fmla="*/ 0 h 49"/>
                  <a:gd name="T2" fmla="*/ 38 w 87"/>
                  <a:gd name="T3" fmla="*/ 5 h 49"/>
                  <a:gd name="T4" fmla="*/ 0 w 87"/>
                  <a:gd name="T5" fmla="*/ 35 h 49"/>
                  <a:gd name="T6" fmla="*/ 26 w 87"/>
                  <a:gd name="T7" fmla="*/ 17 h 49"/>
                  <a:gd name="T8" fmla="*/ 55 w 87"/>
                  <a:gd name="T9" fmla="*/ 20 h 49"/>
                  <a:gd name="T10" fmla="*/ 78 w 87"/>
                  <a:gd name="T11" fmla="*/ 23 h 49"/>
                  <a:gd name="T12" fmla="*/ 103 w 87"/>
                  <a:gd name="T13" fmla="*/ 55 h 49"/>
                  <a:gd name="T14" fmla="*/ 77 w 87"/>
                  <a:gd name="T15" fmla="*/ 3 h 4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7" h="49">
                    <a:moveTo>
                      <a:pt x="64" y="0"/>
                    </a:moveTo>
                    <a:cubicBezTo>
                      <a:pt x="57" y="12"/>
                      <a:pt x="42" y="4"/>
                      <a:pt x="32" y="5"/>
                    </a:cubicBezTo>
                    <a:cubicBezTo>
                      <a:pt x="18" y="6"/>
                      <a:pt x="8" y="21"/>
                      <a:pt x="0" y="32"/>
                    </a:cubicBezTo>
                    <a:cubicBezTo>
                      <a:pt x="9" y="28"/>
                      <a:pt x="15" y="16"/>
                      <a:pt x="23" y="14"/>
                    </a:cubicBezTo>
                    <a:cubicBezTo>
                      <a:pt x="30" y="11"/>
                      <a:pt x="38" y="17"/>
                      <a:pt x="46" y="17"/>
                    </a:cubicBezTo>
                    <a:cubicBezTo>
                      <a:pt x="55" y="16"/>
                      <a:pt x="58" y="15"/>
                      <a:pt x="66" y="20"/>
                    </a:cubicBezTo>
                    <a:cubicBezTo>
                      <a:pt x="77" y="27"/>
                      <a:pt x="83" y="37"/>
                      <a:pt x="87" y="49"/>
                    </a:cubicBezTo>
                    <a:cubicBezTo>
                      <a:pt x="80" y="33"/>
                      <a:pt x="69" y="19"/>
                      <a:pt x="65" y="3"/>
                    </a:cubicBezTo>
                  </a:path>
                </a:pathLst>
              </a:custGeom>
              <a:solidFill>
                <a:srgbClr val="6C2D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939" name="Freeform 384">
                <a:extLst>
                  <a:ext uri="{FF2B5EF4-FFF2-40B4-BE49-F238E27FC236}">
                    <a16:creationId xmlns:a16="http://schemas.microsoft.com/office/drawing/2014/main" id="{D27B76CF-04F2-4B2D-AFD0-D0CFB5BF54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4" y="2124"/>
                <a:ext cx="85" cy="109"/>
              </a:xfrm>
              <a:custGeom>
                <a:avLst/>
                <a:gdLst>
                  <a:gd name="T0" fmla="*/ 69 w 81"/>
                  <a:gd name="T1" fmla="*/ 0 h 103"/>
                  <a:gd name="T2" fmla="*/ 80 w 81"/>
                  <a:gd name="T3" fmla="*/ 79 h 103"/>
                  <a:gd name="T4" fmla="*/ 51 w 81"/>
                  <a:gd name="T5" fmla="*/ 103 h 103"/>
                  <a:gd name="T6" fmla="*/ 0 w 81"/>
                  <a:gd name="T7" fmla="*/ 122 h 103"/>
                  <a:gd name="T8" fmla="*/ 42 w 81"/>
                  <a:gd name="T9" fmla="*/ 96 h 103"/>
                  <a:gd name="T10" fmla="*/ 70 w 81"/>
                  <a:gd name="T11" fmla="*/ 77 h 103"/>
                  <a:gd name="T12" fmla="*/ 71 w 81"/>
                  <a:gd name="T13" fmla="*/ 4 h 10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1" h="103">
                    <a:moveTo>
                      <a:pt x="60" y="0"/>
                    </a:moveTo>
                    <a:cubicBezTo>
                      <a:pt x="64" y="22"/>
                      <a:pt x="81" y="45"/>
                      <a:pt x="69" y="67"/>
                    </a:cubicBezTo>
                    <a:cubicBezTo>
                      <a:pt x="63" y="80"/>
                      <a:pt x="58" y="82"/>
                      <a:pt x="45" y="87"/>
                    </a:cubicBezTo>
                    <a:cubicBezTo>
                      <a:pt x="30" y="93"/>
                      <a:pt x="15" y="99"/>
                      <a:pt x="0" y="103"/>
                    </a:cubicBezTo>
                    <a:cubicBezTo>
                      <a:pt x="11" y="95"/>
                      <a:pt x="24" y="88"/>
                      <a:pt x="36" y="81"/>
                    </a:cubicBezTo>
                    <a:cubicBezTo>
                      <a:pt x="43" y="76"/>
                      <a:pt x="56" y="72"/>
                      <a:pt x="61" y="65"/>
                    </a:cubicBezTo>
                    <a:cubicBezTo>
                      <a:pt x="72" y="49"/>
                      <a:pt x="55" y="21"/>
                      <a:pt x="62" y="4"/>
                    </a:cubicBezTo>
                  </a:path>
                </a:pathLst>
              </a:custGeom>
              <a:solidFill>
                <a:srgbClr val="6C2D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940" name="Freeform 385">
                <a:extLst>
                  <a:ext uri="{FF2B5EF4-FFF2-40B4-BE49-F238E27FC236}">
                    <a16:creationId xmlns:a16="http://schemas.microsoft.com/office/drawing/2014/main" id="{33539EC8-146A-419C-9463-FB60E6BF0E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7" y="2216"/>
                <a:ext cx="54" cy="85"/>
              </a:xfrm>
              <a:custGeom>
                <a:avLst/>
                <a:gdLst>
                  <a:gd name="T0" fmla="*/ 0 w 51"/>
                  <a:gd name="T1" fmla="*/ 13 h 80"/>
                  <a:gd name="T2" fmla="*/ 47 w 51"/>
                  <a:gd name="T3" fmla="*/ 22 h 80"/>
                  <a:gd name="T4" fmla="*/ 47 w 51"/>
                  <a:gd name="T5" fmla="*/ 54 h 80"/>
                  <a:gd name="T6" fmla="*/ 60 w 51"/>
                  <a:gd name="T7" fmla="*/ 96 h 80"/>
                  <a:gd name="T8" fmla="*/ 40 w 51"/>
                  <a:gd name="T9" fmla="*/ 34 h 80"/>
                  <a:gd name="T10" fmla="*/ 5 w 51"/>
                  <a:gd name="T11" fmla="*/ 13 h 8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1" h="80">
                    <a:moveTo>
                      <a:pt x="0" y="10"/>
                    </a:moveTo>
                    <a:cubicBezTo>
                      <a:pt x="16" y="7"/>
                      <a:pt x="34" y="0"/>
                      <a:pt x="40" y="19"/>
                    </a:cubicBezTo>
                    <a:cubicBezTo>
                      <a:pt x="42" y="28"/>
                      <a:pt x="40" y="36"/>
                      <a:pt x="40" y="45"/>
                    </a:cubicBezTo>
                    <a:cubicBezTo>
                      <a:pt x="41" y="57"/>
                      <a:pt x="48" y="68"/>
                      <a:pt x="51" y="80"/>
                    </a:cubicBezTo>
                    <a:cubicBezTo>
                      <a:pt x="40" y="64"/>
                      <a:pt x="35" y="47"/>
                      <a:pt x="34" y="28"/>
                    </a:cubicBezTo>
                    <a:cubicBezTo>
                      <a:pt x="34" y="9"/>
                      <a:pt x="21" y="10"/>
                      <a:pt x="5" y="10"/>
                    </a:cubicBezTo>
                  </a:path>
                </a:pathLst>
              </a:custGeom>
              <a:solidFill>
                <a:srgbClr val="6C2D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941" name="Freeform 386">
                <a:extLst>
                  <a:ext uri="{FF2B5EF4-FFF2-40B4-BE49-F238E27FC236}">
                    <a16:creationId xmlns:a16="http://schemas.microsoft.com/office/drawing/2014/main" id="{222A120C-379A-4ABA-9C8A-15DCFAE9CB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52" y="2369"/>
                <a:ext cx="35" cy="108"/>
              </a:xfrm>
              <a:custGeom>
                <a:avLst/>
                <a:gdLst>
                  <a:gd name="T0" fmla="*/ 38 w 33"/>
                  <a:gd name="T1" fmla="*/ 0 h 102"/>
                  <a:gd name="T2" fmla="*/ 37 w 33"/>
                  <a:gd name="T3" fmla="*/ 30 h 102"/>
                  <a:gd name="T4" fmla="*/ 22 w 33"/>
                  <a:gd name="T5" fmla="*/ 49 h 102"/>
                  <a:gd name="T6" fmla="*/ 17 w 33"/>
                  <a:gd name="T7" fmla="*/ 75 h 102"/>
                  <a:gd name="T8" fmla="*/ 0 w 33"/>
                  <a:gd name="T9" fmla="*/ 121 h 102"/>
                  <a:gd name="T10" fmla="*/ 13 w 33"/>
                  <a:gd name="T11" fmla="*/ 55 h 102"/>
                  <a:gd name="T12" fmla="*/ 24 w 33"/>
                  <a:gd name="T13" fmla="*/ 35 h 102"/>
                  <a:gd name="T14" fmla="*/ 36 w 33"/>
                  <a:gd name="T15" fmla="*/ 4 h 10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3" h="102">
                    <a:moveTo>
                      <a:pt x="32" y="0"/>
                    </a:moveTo>
                    <a:cubicBezTo>
                      <a:pt x="32" y="8"/>
                      <a:pt x="33" y="17"/>
                      <a:pt x="31" y="25"/>
                    </a:cubicBezTo>
                    <a:cubicBezTo>
                      <a:pt x="28" y="31"/>
                      <a:pt x="22" y="35"/>
                      <a:pt x="19" y="41"/>
                    </a:cubicBezTo>
                    <a:cubicBezTo>
                      <a:pt x="15" y="47"/>
                      <a:pt x="15" y="56"/>
                      <a:pt x="14" y="63"/>
                    </a:cubicBezTo>
                    <a:cubicBezTo>
                      <a:pt x="12" y="77"/>
                      <a:pt x="6" y="89"/>
                      <a:pt x="0" y="102"/>
                    </a:cubicBezTo>
                    <a:cubicBezTo>
                      <a:pt x="12" y="87"/>
                      <a:pt x="6" y="63"/>
                      <a:pt x="10" y="46"/>
                    </a:cubicBezTo>
                    <a:cubicBezTo>
                      <a:pt x="11" y="39"/>
                      <a:pt x="16" y="33"/>
                      <a:pt x="21" y="29"/>
                    </a:cubicBezTo>
                    <a:cubicBezTo>
                      <a:pt x="27" y="22"/>
                      <a:pt x="31" y="16"/>
                      <a:pt x="30" y="4"/>
                    </a:cubicBezTo>
                  </a:path>
                </a:pathLst>
              </a:custGeom>
              <a:solidFill>
                <a:srgbClr val="6C2D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942" name="Freeform 387">
                <a:extLst>
                  <a:ext uri="{FF2B5EF4-FFF2-40B4-BE49-F238E27FC236}">
                    <a16:creationId xmlns:a16="http://schemas.microsoft.com/office/drawing/2014/main" id="{8DFDA157-02BC-4C63-8C28-3529AB470C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3" y="2357"/>
                <a:ext cx="55" cy="50"/>
              </a:xfrm>
              <a:custGeom>
                <a:avLst/>
                <a:gdLst>
                  <a:gd name="T0" fmla="*/ 60 w 52"/>
                  <a:gd name="T1" fmla="*/ 10 h 48"/>
                  <a:gd name="T2" fmla="*/ 0 w 52"/>
                  <a:gd name="T3" fmla="*/ 54 h 48"/>
                  <a:gd name="T4" fmla="*/ 61 w 52"/>
                  <a:gd name="T5" fmla="*/ 11 h 4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2" h="48">
                    <a:moveTo>
                      <a:pt x="51" y="10"/>
                    </a:moveTo>
                    <a:cubicBezTo>
                      <a:pt x="30" y="10"/>
                      <a:pt x="7" y="28"/>
                      <a:pt x="0" y="48"/>
                    </a:cubicBezTo>
                    <a:cubicBezTo>
                      <a:pt x="1" y="20"/>
                      <a:pt x="25" y="0"/>
                      <a:pt x="52" y="11"/>
                    </a:cubicBezTo>
                  </a:path>
                </a:pathLst>
              </a:custGeom>
              <a:solidFill>
                <a:srgbClr val="8C3F3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943" name="Freeform 388">
                <a:extLst>
                  <a:ext uri="{FF2B5EF4-FFF2-40B4-BE49-F238E27FC236}">
                    <a16:creationId xmlns:a16="http://schemas.microsoft.com/office/drawing/2014/main" id="{BC934400-31A3-4E1D-8CF3-6C776B15D2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8" y="1303"/>
                <a:ext cx="467" cy="466"/>
              </a:xfrm>
              <a:custGeom>
                <a:avLst/>
                <a:gdLst>
                  <a:gd name="T0" fmla="*/ 0 w 442"/>
                  <a:gd name="T1" fmla="*/ 0 h 441"/>
                  <a:gd name="T2" fmla="*/ 301 w 442"/>
                  <a:gd name="T3" fmla="*/ 160 h 441"/>
                  <a:gd name="T4" fmla="*/ 368 w 442"/>
                  <a:gd name="T5" fmla="*/ 275 h 441"/>
                  <a:gd name="T6" fmla="*/ 521 w 442"/>
                  <a:gd name="T7" fmla="*/ 520 h 441"/>
                  <a:gd name="T8" fmla="*/ 393 w 442"/>
                  <a:gd name="T9" fmla="*/ 323 h 441"/>
                  <a:gd name="T10" fmla="*/ 293 w 442"/>
                  <a:gd name="T11" fmla="*/ 185 h 441"/>
                  <a:gd name="T12" fmla="*/ 0 w 442"/>
                  <a:gd name="T13" fmla="*/ 0 h 4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42" h="441">
                    <a:moveTo>
                      <a:pt x="0" y="0"/>
                    </a:moveTo>
                    <a:cubicBezTo>
                      <a:pt x="0" y="0"/>
                      <a:pt x="163" y="22"/>
                      <a:pt x="256" y="135"/>
                    </a:cubicBezTo>
                    <a:cubicBezTo>
                      <a:pt x="272" y="156"/>
                      <a:pt x="280" y="204"/>
                      <a:pt x="311" y="233"/>
                    </a:cubicBezTo>
                    <a:cubicBezTo>
                      <a:pt x="343" y="263"/>
                      <a:pt x="420" y="343"/>
                      <a:pt x="442" y="441"/>
                    </a:cubicBezTo>
                    <a:cubicBezTo>
                      <a:pt x="442" y="441"/>
                      <a:pt x="392" y="324"/>
                      <a:pt x="333" y="274"/>
                    </a:cubicBezTo>
                    <a:cubicBezTo>
                      <a:pt x="274" y="223"/>
                      <a:pt x="270" y="202"/>
                      <a:pt x="248" y="157"/>
                    </a:cubicBezTo>
                    <a:cubicBezTo>
                      <a:pt x="225" y="112"/>
                      <a:pt x="128" y="27"/>
                      <a:pt x="0" y="0"/>
                    </a:cubicBezTo>
                    <a:close/>
                  </a:path>
                </a:pathLst>
              </a:custGeom>
              <a:solidFill>
                <a:srgbClr val="6C2D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944" name="Freeform 389">
                <a:extLst>
                  <a:ext uri="{FF2B5EF4-FFF2-40B4-BE49-F238E27FC236}">
                    <a16:creationId xmlns:a16="http://schemas.microsoft.com/office/drawing/2014/main" id="{0BC58023-42A1-4EAA-B36B-6633847035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0" y="1472"/>
                <a:ext cx="152" cy="430"/>
              </a:xfrm>
              <a:custGeom>
                <a:avLst/>
                <a:gdLst>
                  <a:gd name="T0" fmla="*/ 4 w 144"/>
                  <a:gd name="T1" fmla="*/ 0 h 407"/>
                  <a:gd name="T2" fmla="*/ 21 w 144"/>
                  <a:gd name="T3" fmla="*/ 42 h 407"/>
                  <a:gd name="T4" fmla="*/ 44 w 144"/>
                  <a:gd name="T5" fmla="*/ 108 h 407"/>
                  <a:gd name="T6" fmla="*/ 71 w 144"/>
                  <a:gd name="T7" fmla="*/ 170 h 407"/>
                  <a:gd name="T8" fmla="*/ 126 w 144"/>
                  <a:gd name="T9" fmla="*/ 268 h 407"/>
                  <a:gd name="T10" fmla="*/ 140 w 144"/>
                  <a:gd name="T11" fmla="*/ 480 h 407"/>
                  <a:gd name="T12" fmla="*/ 127 w 144"/>
                  <a:gd name="T13" fmla="*/ 318 h 407"/>
                  <a:gd name="T14" fmla="*/ 31 w 144"/>
                  <a:gd name="T15" fmla="*/ 208 h 407"/>
                  <a:gd name="T16" fmla="*/ 7 w 144"/>
                  <a:gd name="T17" fmla="*/ 194 h 407"/>
                  <a:gd name="T18" fmla="*/ 5 w 144"/>
                  <a:gd name="T19" fmla="*/ 179 h 407"/>
                  <a:gd name="T20" fmla="*/ 15 w 144"/>
                  <a:gd name="T21" fmla="*/ 116 h 407"/>
                  <a:gd name="T22" fmla="*/ 5 w 144"/>
                  <a:gd name="T23" fmla="*/ 1 h 40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44" h="407">
                    <a:moveTo>
                      <a:pt x="4" y="0"/>
                    </a:moveTo>
                    <a:cubicBezTo>
                      <a:pt x="11" y="10"/>
                      <a:pt x="14" y="25"/>
                      <a:pt x="18" y="36"/>
                    </a:cubicBezTo>
                    <a:cubicBezTo>
                      <a:pt x="24" y="55"/>
                      <a:pt x="30" y="74"/>
                      <a:pt x="38" y="92"/>
                    </a:cubicBezTo>
                    <a:cubicBezTo>
                      <a:pt x="46" y="109"/>
                      <a:pt x="53" y="127"/>
                      <a:pt x="60" y="144"/>
                    </a:cubicBezTo>
                    <a:cubicBezTo>
                      <a:pt x="73" y="174"/>
                      <a:pt x="89" y="200"/>
                      <a:pt x="107" y="227"/>
                    </a:cubicBezTo>
                    <a:cubicBezTo>
                      <a:pt x="144" y="282"/>
                      <a:pt x="143" y="348"/>
                      <a:pt x="119" y="407"/>
                    </a:cubicBezTo>
                    <a:cubicBezTo>
                      <a:pt x="136" y="360"/>
                      <a:pt x="132" y="313"/>
                      <a:pt x="108" y="270"/>
                    </a:cubicBezTo>
                    <a:cubicBezTo>
                      <a:pt x="88" y="236"/>
                      <a:pt x="61" y="197"/>
                      <a:pt x="26" y="176"/>
                    </a:cubicBezTo>
                    <a:cubicBezTo>
                      <a:pt x="20" y="172"/>
                      <a:pt x="12" y="171"/>
                      <a:pt x="7" y="165"/>
                    </a:cubicBezTo>
                    <a:cubicBezTo>
                      <a:pt x="0" y="157"/>
                      <a:pt x="4" y="159"/>
                      <a:pt x="5" y="151"/>
                    </a:cubicBezTo>
                    <a:cubicBezTo>
                      <a:pt x="7" y="134"/>
                      <a:pt x="10" y="116"/>
                      <a:pt x="12" y="98"/>
                    </a:cubicBezTo>
                    <a:cubicBezTo>
                      <a:pt x="15" y="65"/>
                      <a:pt x="9" y="33"/>
                      <a:pt x="5" y="1"/>
                    </a:cubicBezTo>
                  </a:path>
                </a:pathLst>
              </a:custGeom>
              <a:solidFill>
                <a:srgbClr val="6C2D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945" name="Freeform 390">
                <a:extLst>
                  <a:ext uri="{FF2B5EF4-FFF2-40B4-BE49-F238E27FC236}">
                    <a16:creationId xmlns:a16="http://schemas.microsoft.com/office/drawing/2014/main" id="{D57D921E-6A3C-44AC-87F5-9AEA0F99C8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8" y="2220"/>
                <a:ext cx="32" cy="37"/>
              </a:xfrm>
              <a:custGeom>
                <a:avLst/>
                <a:gdLst>
                  <a:gd name="T0" fmla="*/ 0 w 31"/>
                  <a:gd name="T1" fmla="*/ 25 h 35"/>
                  <a:gd name="T2" fmla="*/ 10 w 31"/>
                  <a:gd name="T3" fmla="*/ 41 h 35"/>
                  <a:gd name="T4" fmla="*/ 1 w 31"/>
                  <a:gd name="T5" fmla="*/ 20 h 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1" h="35">
                    <a:moveTo>
                      <a:pt x="0" y="22"/>
                    </a:moveTo>
                    <a:cubicBezTo>
                      <a:pt x="10" y="6"/>
                      <a:pt x="15" y="26"/>
                      <a:pt x="10" y="35"/>
                    </a:cubicBezTo>
                    <a:cubicBezTo>
                      <a:pt x="31" y="24"/>
                      <a:pt x="14" y="0"/>
                      <a:pt x="1" y="17"/>
                    </a:cubicBezTo>
                  </a:path>
                </a:pathLst>
              </a:custGeom>
              <a:solidFill>
                <a:srgbClr val="6C2D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946" name="Freeform 391">
                <a:extLst>
                  <a:ext uri="{FF2B5EF4-FFF2-40B4-BE49-F238E27FC236}">
                    <a16:creationId xmlns:a16="http://schemas.microsoft.com/office/drawing/2014/main" id="{0BDD7F4D-3825-4E25-AF16-F600E065FB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5" y="2157"/>
                <a:ext cx="34" cy="29"/>
              </a:xfrm>
              <a:custGeom>
                <a:avLst/>
                <a:gdLst>
                  <a:gd name="T0" fmla="*/ 4 w 32"/>
                  <a:gd name="T1" fmla="*/ 33 h 27"/>
                  <a:gd name="T2" fmla="*/ 0 w 32"/>
                  <a:gd name="T3" fmla="*/ 15 h 27"/>
                  <a:gd name="T4" fmla="*/ 26 w 32"/>
                  <a:gd name="T5" fmla="*/ 5 h 27"/>
                  <a:gd name="T6" fmla="*/ 13 w 32"/>
                  <a:gd name="T7" fmla="*/ 32 h 2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2" h="27">
                    <a:moveTo>
                      <a:pt x="4" y="27"/>
                    </a:moveTo>
                    <a:cubicBezTo>
                      <a:pt x="23" y="23"/>
                      <a:pt x="18" y="6"/>
                      <a:pt x="0" y="12"/>
                    </a:cubicBezTo>
                    <a:cubicBezTo>
                      <a:pt x="5" y="10"/>
                      <a:pt x="15" y="0"/>
                      <a:pt x="22" y="5"/>
                    </a:cubicBezTo>
                    <a:cubicBezTo>
                      <a:pt x="32" y="12"/>
                      <a:pt x="17" y="23"/>
                      <a:pt x="10" y="26"/>
                    </a:cubicBezTo>
                  </a:path>
                </a:pathLst>
              </a:custGeom>
              <a:solidFill>
                <a:srgbClr val="6C2D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947" name="Freeform 392">
                <a:extLst>
                  <a:ext uri="{FF2B5EF4-FFF2-40B4-BE49-F238E27FC236}">
                    <a16:creationId xmlns:a16="http://schemas.microsoft.com/office/drawing/2014/main" id="{72DA33D3-BD25-489F-B453-FB19EC2AE0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3" y="1980"/>
                <a:ext cx="144" cy="130"/>
              </a:xfrm>
              <a:custGeom>
                <a:avLst/>
                <a:gdLst>
                  <a:gd name="T0" fmla="*/ 161 w 136"/>
                  <a:gd name="T1" fmla="*/ 0 h 123"/>
                  <a:gd name="T2" fmla="*/ 115 w 136"/>
                  <a:gd name="T3" fmla="*/ 91 h 123"/>
                  <a:gd name="T4" fmla="*/ 0 w 136"/>
                  <a:gd name="T5" fmla="*/ 145 h 123"/>
                  <a:gd name="T6" fmla="*/ 157 w 136"/>
                  <a:gd name="T7" fmla="*/ 6 h 1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6" h="123">
                    <a:moveTo>
                      <a:pt x="136" y="0"/>
                    </a:moveTo>
                    <a:cubicBezTo>
                      <a:pt x="127" y="29"/>
                      <a:pt x="120" y="56"/>
                      <a:pt x="97" y="77"/>
                    </a:cubicBezTo>
                    <a:cubicBezTo>
                      <a:pt x="69" y="101"/>
                      <a:pt x="32" y="106"/>
                      <a:pt x="0" y="123"/>
                    </a:cubicBezTo>
                    <a:cubicBezTo>
                      <a:pt x="56" y="93"/>
                      <a:pt x="111" y="68"/>
                      <a:pt x="132" y="6"/>
                    </a:cubicBezTo>
                  </a:path>
                </a:pathLst>
              </a:custGeom>
              <a:solidFill>
                <a:srgbClr val="6C2D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948" name="Freeform 393">
                <a:extLst>
                  <a:ext uri="{FF2B5EF4-FFF2-40B4-BE49-F238E27FC236}">
                    <a16:creationId xmlns:a16="http://schemas.microsoft.com/office/drawing/2014/main" id="{B9938E77-4B0F-4D7B-B6B8-A8A544FE00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9" y="2238"/>
                <a:ext cx="102" cy="20"/>
              </a:xfrm>
              <a:custGeom>
                <a:avLst/>
                <a:gdLst>
                  <a:gd name="T0" fmla="*/ 115 w 96"/>
                  <a:gd name="T1" fmla="*/ 2 h 19"/>
                  <a:gd name="T2" fmla="*/ 87 w 96"/>
                  <a:gd name="T3" fmla="*/ 20 h 19"/>
                  <a:gd name="T4" fmla="*/ 60 w 96"/>
                  <a:gd name="T5" fmla="*/ 18 h 19"/>
                  <a:gd name="T6" fmla="*/ 31 w 96"/>
                  <a:gd name="T7" fmla="*/ 14 h 19"/>
                  <a:gd name="T8" fmla="*/ 0 w 96"/>
                  <a:gd name="T9" fmla="*/ 14 h 19"/>
                  <a:gd name="T10" fmla="*/ 30 w 96"/>
                  <a:gd name="T11" fmla="*/ 5 h 19"/>
                  <a:gd name="T12" fmla="*/ 65 w 96"/>
                  <a:gd name="T13" fmla="*/ 8 h 19"/>
                  <a:gd name="T14" fmla="*/ 113 w 96"/>
                  <a:gd name="T15" fmla="*/ 0 h 1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6" h="19">
                    <a:moveTo>
                      <a:pt x="96" y="2"/>
                    </a:moveTo>
                    <a:cubicBezTo>
                      <a:pt x="87" y="5"/>
                      <a:pt x="80" y="14"/>
                      <a:pt x="72" y="17"/>
                    </a:cubicBezTo>
                    <a:cubicBezTo>
                      <a:pt x="65" y="19"/>
                      <a:pt x="56" y="16"/>
                      <a:pt x="50" y="15"/>
                    </a:cubicBezTo>
                    <a:cubicBezTo>
                      <a:pt x="42" y="14"/>
                      <a:pt x="34" y="11"/>
                      <a:pt x="25" y="11"/>
                    </a:cubicBezTo>
                    <a:cubicBezTo>
                      <a:pt x="17" y="10"/>
                      <a:pt x="9" y="11"/>
                      <a:pt x="0" y="11"/>
                    </a:cubicBezTo>
                    <a:cubicBezTo>
                      <a:pt x="8" y="11"/>
                      <a:pt x="16" y="6"/>
                      <a:pt x="24" y="5"/>
                    </a:cubicBezTo>
                    <a:cubicBezTo>
                      <a:pt x="35" y="5"/>
                      <a:pt x="44" y="7"/>
                      <a:pt x="54" y="8"/>
                    </a:cubicBezTo>
                    <a:cubicBezTo>
                      <a:pt x="69" y="9"/>
                      <a:pt x="81" y="4"/>
                      <a:pt x="94" y="0"/>
                    </a:cubicBezTo>
                  </a:path>
                </a:pathLst>
              </a:custGeom>
              <a:solidFill>
                <a:srgbClr val="6C2D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949" name="Freeform 394">
                <a:extLst>
                  <a:ext uri="{FF2B5EF4-FFF2-40B4-BE49-F238E27FC236}">
                    <a16:creationId xmlns:a16="http://schemas.microsoft.com/office/drawing/2014/main" id="{76A74F6B-1B03-458E-98F9-40878EFB56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0" y="2451"/>
                <a:ext cx="193" cy="42"/>
              </a:xfrm>
              <a:custGeom>
                <a:avLst/>
                <a:gdLst>
                  <a:gd name="T0" fmla="*/ 0 w 183"/>
                  <a:gd name="T1" fmla="*/ 8 h 40"/>
                  <a:gd name="T2" fmla="*/ 98 w 183"/>
                  <a:gd name="T3" fmla="*/ 32 h 40"/>
                  <a:gd name="T4" fmla="*/ 215 w 183"/>
                  <a:gd name="T5" fmla="*/ 46 h 40"/>
                  <a:gd name="T6" fmla="*/ 165 w 183"/>
                  <a:gd name="T7" fmla="*/ 36 h 40"/>
                  <a:gd name="T8" fmla="*/ 99 w 183"/>
                  <a:gd name="T9" fmla="*/ 24 h 40"/>
                  <a:gd name="T10" fmla="*/ 0 w 183"/>
                  <a:gd name="T11" fmla="*/ 7 h 4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83" h="40">
                    <a:moveTo>
                      <a:pt x="0" y="8"/>
                    </a:moveTo>
                    <a:cubicBezTo>
                      <a:pt x="29" y="8"/>
                      <a:pt x="54" y="22"/>
                      <a:pt x="83" y="28"/>
                    </a:cubicBezTo>
                    <a:cubicBezTo>
                      <a:pt x="115" y="36"/>
                      <a:pt x="151" y="30"/>
                      <a:pt x="183" y="40"/>
                    </a:cubicBezTo>
                    <a:cubicBezTo>
                      <a:pt x="170" y="36"/>
                      <a:pt x="154" y="33"/>
                      <a:pt x="140" y="30"/>
                    </a:cubicBezTo>
                    <a:cubicBezTo>
                      <a:pt x="121" y="27"/>
                      <a:pt x="101" y="27"/>
                      <a:pt x="84" y="21"/>
                    </a:cubicBezTo>
                    <a:cubicBezTo>
                      <a:pt x="58" y="11"/>
                      <a:pt x="26" y="0"/>
                      <a:pt x="0" y="7"/>
                    </a:cubicBezTo>
                  </a:path>
                </a:pathLst>
              </a:custGeom>
              <a:solidFill>
                <a:srgbClr val="6C2D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950" name="Freeform 395">
                <a:extLst>
                  <a:ext uri="{FF2B5EF4-FFF2-40B4-BE49-F238E27FC236}">
                    <a16:creationId xmlns:a16="http://schemas.microsoft.com/office/drawing/2014/main" id="{D63662EC-34D7-4FC7-B837-17503D1F54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4" y="1846"/>
                <a:ext cx="54" cy="84"/>
              </a:xfrm>
              <a:custGeom>
                <a:avLst/>
                <a:gdLst>
                  <a:gd name="T0" fmla="*/ 46 w 51"/>
                  <a:gd name="T1" fmla="*/ 1 h 80"/>
                  <a:gd name="T2" fmla="*/ 21 w 51"/>
                  <a:gd name="T3" fmla="*/ 42 h 80"/>
                  <a:gd name="T4" fmla="*/ 1 w 51"/>
                  <a:gd name="T5" fmla="*/ 92 h 80"/>
                  <a:gd name="T6" fmla="*/ 12 w 51"/>
                  <a:gd name="T7" fmla="*/ 40 h 80"/>
                  <a:gd name="T8" fmla="*/ 46 w 51"/>
                  <a:gd name="T9" fmla="*/ 0 h 8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1" h="80">
                    <a:moveTo>
                      <a:pt x="39" y="1"/>
                    </a:moveTo>
                    <a:cubicBezTo>
                      <a:pt x="51" y="13"/>
                      <a:pt x="25" y="29"/>
                      <a:pt x="18" y="36"/>
                    </a:cubicBezTo>
                    <a:cubicBezTo>
                      <a:pt x="5" y="49"/>
                      <a:pt x="1" y="62"/>
                      <a:pt x="1" y="80"/>
                    </a:cubicBezTo>
                    <a:cubicBezTo>
                      <a:pt x="1" y="65"/>
                      <a:pt x="0" y="48"/>
                      <a:pt x="9" y="34"/>
                    </a:cubicBezTo>
                    <a:cubicBezTo>
                      <a:pt x="17" y="21"/>
                      <a:pt x="32" y="15"/>
                      <a:pt x="39" y="0"/>
                    </a:cubicBezTo>
                  </a:path>
                </a:pathLst>
              </a:custGeom>
              <a:solidFill>
                <a:srgbClr val="6C2D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951" name="Freeform 396">
                <a:extLst>
                  <a:ext uri="{FF2B5EF4-FFF2-40B4-BE49-F238E27FC236}">
                    <a16:creationId xmlns:a16="http://schemas.microsoft.com/office/drawing/2014/main" id="{7697FE11-BBB5-43E0-9FD6-BE809E9DFA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7" y="1561"/>
                <a:ext cx="72" cy="93"/>
              </a:xfrm>
              <a:custGeom>
                <a:avLst/>
                <a:gdLst>
                  <a:gd name="T0" fmla="*/ 64 w 68"/>
                  <a:gd name="T1" fmla="*/ 36 h 88"/>
                  <a:gd name="T2" fmla="*/ 62 w 68"/>
                  <a:gd name="T3" fmla="*/ 15 h 88"/>
                  <a:gd name="T4" fmla="*/ 2 w 68"/>
                  <a:gd name="T5" fmla="*/ 104 h 88"/>
                  <a:gd name="T6" fmla="*/ 33 w 68"/>
                  <a:gd name="T7" fmla="*/ 18 h 88"/>
                  <a:gd name="T8" fmla="*/ 69 w 68"/>
                  <a:gd name="T9" fmla="*/ 33 h 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8" h="88">
                    <a:moveTo>
                      <a:pt x="54" y="30"/>
                    </a:moveTo>
                    <a:cubicBezTo>
                      <a:pt x="58" y="24"/>
                      <a:pt x="57" y="17"/>
                      <a:pt x="53" y="12"/>
                    </a:cubicBezTo>
                    <a:cubicBezTo>
                      <a:pt x="24" y="10"/>
                      <a:pt x="10" y="68"/>
                      <a:pt x="2" y="88"/>
                    </a:cubicBezTo>
                    <a:cubicBezTo>
                      <a:pt x="0" y="64"/>
                      <a:pt x="12" y="33"/>
                      <a:pt x="27" y="15"/>
                    </a:cubicBezTo>
                    <a:cubicBezTo>
                      <a:pt x="41" y="0"/>
                      <a:pt x="68" y="1"/>
                      <a:pt x="58" y="27"/>
                    </a:cubicBezTo>
                  </a:path>
                </a:pathLst>
              </a:custGeom>
              <a:solidFill>
                <a:srgbClr val="8C3F3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952" name="Freeform 397">
                <a:extLst>
                  <a:ext uri="{FF2B5EF4-FFF2-40B4-BE49-F238E27FC236}">
                    <a16:creationId xmlns:a16="http://schemas.microsoft.com/office/drawing/2014/main" id="{3EEF7538-E1F1-4EE3-A7A3-2CD8F38EA2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4" y="1593"/>
                <a:ext cx="35" cy="37"/>
              </a:xfrm>
              <a:custGeom>
                <a:avLst/>
                <a:gdLst>
                  <a:gd name="T0" fmla="*/ 0 w 33"/>
                  <a:gd name="T1" fmla="*/ 22 h 35"/>
                  <a:gd name="T2" fmla="*/ 23 w 33"/>
                  <a:gd name="T3" fmla="*/ 41 h 35"/>
                  <a:gd name="T4" fmla="*/ 7 w 33"/>
                  <a:gd name="T5" fmla="*/ 17 h 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" h="35">
                    <a:moveTo>
                      <a:pt x="0" y="19"/>
                    </a:moveTo>
                    <a:cubicBezTo>
                      <a:pt x="15" y="11"/>
                      <a:pt x="27" y="14"/>
                      <a:pt x="20" y="35"/>
                    </a:cubicBezTo>
                    <a:cubicBezTo>
                      <a:pt x="23" y="18"/>
                      <a:pt x="33" y="0"/>
                      <a:pt x="7" y="14"/>
                    </a:cubicBezTo>
                  </a:path>
                </a:pathLst>
              </a:custGeom>
              <a:solidFill>
                <a:srgbClr val="8C3F3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953" name="Freeform 398">
                <a:extLst>
                  <a:ext uri="{FF2B5EF4-FFF2-40B4-BE49-F238E27FC236}">
                    <a16:creationId xmlns:a16="http://schemas.microsoft.com/office/drawing/2014/main" id="{DCA037AB-FDF5-41FA-93FE-2FD0FF9823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3" y="1829"/>
                <a:ext cx="88" cy="82"/>
              </a:xfrm>
              <a:custGeom>
                <a:avLst/>
                <a:gdLst>
                  <a:gd name="T0" fmla="*/ 0 w 84"/>
                  <a:gd name="T1" fmla="*/ 13 h 78"/>
                  <a:gd name="T2" fmla="*/ 65 w 84"/>
                  <a:gd name="T3" fmla="*/ 30 h 78"/>
                  <a:gd name="T4" fmla="*/ 84 w 84"/>
                  <a:gd name="T5" fmla="*/ 90 h 78"/>
                  <a:gd name="T6" fmla="*/ 60 w 84"/>
                  <a:gd name="T7" fmla="*/ 9 h 78"/>
                  <a:gd name="T8" fmla="*/ 0 w 84"/>
                  <a:gd name="T9" fmla="*/ 1 h 7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4" h="78">
                    <a:moveTo>
                      <a:pt x="0" y="10"/>
                    </a:moveTo>
                    <a:cubicBezTo>
                      <a:pt x="19" y="4"/>
                      <a:pt x="41" y="16"/>
                      <a:pt x="56" y="27"/>
                    </a:cubicBezTo>
                    <a:cubicBezTo>
                      <a:pt x="71" y="38"/>
                      <a:pt x="73" y="60"/>
                      <a:pt x="73" y="78"/>
                    </a:cubicBezTo>
                    <a:cubicBezTo>
                      <a:pt x="84" y="53"/>
                      <a:pt x="81" y="20"/>
                      <a:pt x="52" y="9"/>
                    </a:cubicBezTo>
                    <a:cubicBezTo>
                      <a:pt x="38" y="4"/>
                      <a:pt x="15" y="0"/>
                      <a:pt x="0" y="1"/>
                    </a:cubicBezTo>
                  </a:path>
                </a:pathLst>
              </a:custGeom>
              <a:solidFill>
                <a:srgbClr val="6C2D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954" name="Freeform 399">
                <a:extLst>
                  <a:ext uri="{FF2B5EF4-FFF2-40B4-BE49-F238E27FC236}">
                    <a16:creationId xmlns:a16="http://schemas.microsoft.com/office/drawing/2014/main" id="{7CF4BE08-7E6F-4158-A6B7-73D8E815B9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6" y="1420"/>
                <a:ext cx="37" cy="54"/>
              </a:xfrm>
              <a:custGeom>
                <a:avLst/>
                <a:gdLst>
                  <a:gd name="T0" fmla="*/ 14 w 35"/>
                  <a:gd name="T1" fmla="*/ 53 h 51"/>
                  <a:gd name="T2" fmla="*/ 22 w 35"/>
                  <a:gd name="T3" fmla="*/ 25 h 51"/>
                  <a:gd name="T4" fmla="*/ 41 w 35"/>
                  <a:gd name="T5" fmla="*/ 60 h 51"/>
                  <a:gd name="T6" fmla="*/ 22 w 35"/>
                  <a:gd name="T7" fmla="*/ 15 h 51"/>
                  <a:gd name="T8" fmla="*/ 14 w 35"/>
                  <a:gd name="T9" fmla="*/ 53 h 5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" h="51">
                    <a:moveTo>
                      <a:pt x="11" y="44"/>
                    </a:moveTo>
                    <a:cubicBezTo>
                      <a:pt x="11" y="38"/>
                      <a:pt x="6" y="14"/>
                      <a:pt x="19" y="22"/>
                    </a:cubicBezTo>
                    <a:cubicBezTo>
                      <a:pt x="28" y="28"/>
                      <a:pt x="30" y="42"/>
                      <a:pt x="35" y="51"/>
                    </a:cubicBezTo>
                    <a:cubicBezTo>
                      <a:pt x="35" y="36"/>
                      <a:pt x="32" y="21"/>
                      <a:pt x="19" y="12"/>
                    </a:cubicBezTo>
                    <a:cubicBezTo>
                      <a:pt x="0" y="0"/>
                      <a:pt x="9" y="36"/>
                      <a:pt x="11" y="44"/>
                    </a:cubicBezTo>
                  </a:path>
                </a:pathLst>
              </a:custGeom>
              <a:solidFill>
                <a:srgbClr val="8C3F3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955" name="Freeform 400">
                <a:extLst>
                  <a:ext uri="{FF2B5EF4-FFF2-40B4-BE49-F238E27FC236}">
                    <a16:creationId xmlns:a16="http://schemas.microsoft.com/office/drawing/2014/main" id="{87530F20-C894-4136-9968-6E5C61B13A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7" y="2687"/>
                <a:ext cx="260" cy="49"/>
              </a:xfrm>
              <a:custGeom>
                <a:avLst/>
                <a:gdLst>
                  <a:gd name="T0" fmla="*/ 291 w 246"/>
                  <a:gd name="T1" fmla="*/ 0 h 46"/>
                  <a:gd name="T2" fmla="*/ 225 w 246"/>
                  <a:gd name="T3" fmla="*/ 13 h 46"/>
                  <a:gd name="T4" fmla="*/ 150 w 246"/>
                  <a:gd name="T5" fmla="*/ 35 h 46"/>
                  <a:gd name="T6" fmla="*/ 0 w 246"/>
                  <a:gd name="T7" fmla="*/ 55 h 46"/>
                  <a:gd name="T8" fmla="*/ 138 w 246"/>
                  <a:gd name="T9" fmla="*/ 20 h 46"/>
                  <a:gd name="T10" fmla="*/ 204 w 246"/>
                  <a:gd name="T11" fmla="*/ 18 h 46"/>
                  <a:gd name="T12" fmla="*/ 273 w 246"/>
                  <a:gd name="T13" fmla="*/ 2 h 4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6" h="46">
                    <a:moveTo>
                      <a:pt x="246" y="0"/>
                    </a:moveTo>
                    <a:cubicBezTo>
                      <a:pt x="229" y="7"/>
                      <a:pt x="209" y="6"/>
                      <a:pt x="191" y="10"/>
                    </a:cubicBezTo>
                    <a:cubicBezTo>
                      <a:pt x="169" y="15"/>
                      <a:pt x="149" y="25"/>
                      <a:pt x="127" y="29"/>
                    </a:cubicBezTo>
                    <a:cubicBezTo>
                      <a:pt x="85" y="38"/>
                      <a:pt x="40" y="23"/>
                      <a:pt x="0" y="46"/>
                    </a:cubicBezTo>
                    <a:cubicBezTo>
                      <a:pt x="38" y="29"/>
                      <a:pt x="74" y="14"/>
                      <a:pt x="117" y="17"/>
                    </a:cubicBezTo>
                    <a:cubicBezTo>
                      <a:pt x="137" y="18"/>
                      <a:pt x="153" y="20"/>
                      <a:pt x="173" y="15"/>
                    </a:cubicBezTo>
                    <a:cubicBezTo>
                      <a:pt x="193" y="10"/>
                      <a:pt x="210" y="0"/>
                      <a:pt x="231" y="2"/>
                    </a:cubicBezTo>
                  </a:path>
                </a:pathLst>
              </a:custGeom>
              <a:solidFill>
                <a:srgbClr val="6C2D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956" name="Freeform 401">
                <a:extLst>
                  <a:ext uri="{FF2B5EF4-FFF2-40B4-BE49-F238E27FC236}">
                    <a16:creationId xmlns:a16="http://schemas.microsoft.com/office/drawing/2014/main" id="{3DFA6A2D-8794-41D1-A1F3-3E2DF17FB0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8" y="3045"/>
                <a:ext cx="96" cy="56"/>
              </a:xfrm>
              <a:custGeom>
                <a:avLst/>
                <a:gdLst>
                  <a:gd name="T0" fmla="*/ 0 w 91"/>
                  <a:gd name="T1" fmla="*/ 60 h 53"/>
                  <a:gd name="T2" fmla="*/ 107 w 91"/>
                  <a:gd name="T3" fmla="*/ 0 h 53"/>
                  <a:gd name="T4" fmla="*/ 58 w 91"/>
                  <a:gd name="T5" fmla="*/ 35 h 53"/>
                  <a:gd name="T6" fmla="*/ 7 w 91"/>
                  <a:gd name="T7" fmla="*/ 62 h 5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1" h="53">
                    <a:moveTo>
                      <a:pt x="0" y="51"/>
                    </a:moveTo>
                    <a:cubicBezTo>
                      <a:pt x="33" y="50"/>
                      <a:pt x="84" y="38"/>
                      <a:pt x="91" y="0"/>
                    </a:cubicBezTo>
                    <a:cubicBezTo>
                      <a:pt x="75" y="1"/>
                      <a:pt x="62" y="20"/>
                      <a:pt x="49" y="29"/>
                    </a:cubicBezTo>
                    <a:cubicBezTo>
                      <a:pt x="38" y="38"/>
                      <a:pt x="13" y="47"/>
                      <a:pt x="7" y="53"/>
                    </a:cubicBezTo>
                  </a:path>
                </a:pathLst>
              </a:custGeom>
              <a:solidFill>
                <a:srgbClr val="6C2D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957" name="Freeform 402">
                <a:extLst>
                  <a:ext uri="{FF2B5EF4-FFF2-40B4-BE49-F238E27FC236}">
                    <a16:creationId xmlns:a16="http://schemas.microsoft.com/office/drawing/2014/main" id="{9AE44D82-9BED-401A-84E9-86592E654F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2" y="3641"/>
                <a:ext cx="93" cy="27"/>
              </a:xfrm>
              <a:custGeom>
                <a:avLst/>
                <a:gdLst>
                  <a:gd name="T0" fmla="*/ 104 w 88"/>
                  <a:gd name="T1" fmla="*/ 23 h 25"/>
                  <a:gd name="T2" fmla="*/ 4 w 88"/>
                  <a:gd name="T3" fmla="*/ 31 h 25"/>
                  <a:gd name="T4" fmla="*/ 98 w 88"/>
                  <a:gd name="T5" fmla="*/ 17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8" h="25">
                    <a:moveTo>
                      <a:pt x="88" y="18"/>
                    </a:moveTo>
                    <a:cubicBezTo>
                      <a:pt x="59" y="10"/>
                      <a:pt x="31" y="22"/>
                      <a:pt x="4" y="25"/>
                    </a:cubicBezTo>
                    <a:cubicBezTo>
                      <a:pt x="0" y="0"/>
                      <a:pt x="72" y="6"/>
                      <a:pt x="83" y="14"/>
                    </a:cubicBezTo>
                  </a:path>
                </a:pathLst>
              </a:custGeom>
              <a:solidFill>
                <a:srgbClr val="6C2D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958" name="Freeform 403">
                <a:extLst>
                  <a:ext uri="{FF2B5EF4-FFF2-40B4-BE49-F238E27FC236}">
                    <a16:creationId xmlns:a16="http://schemas.microsoft.com/office/drawing/2014/main" id="{AF2AABA0-AE44-4942-8A5C-D5568ED409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5" y="3732"/>
                <a:ext cx="88" cy="35"/>
              </a:xfrm>
              <a:custGeom>
                <a:avLst/>
                <a:gdLst>
                  <a:gd name="T0" fmla="*/ 96 w 84"/>
                  <a:gd name="T1" fmla="*/ 23 h 33"/>
                  <a:gd name="T2" fmla="*/ 44 w 84"/>
                  <a:gd name="T3" fmla="*/ 33 h 33"/>
                  <a:gd name="T4" fmla="*/ 0 w 84"/>
                  <a:gd name="T5" fmla="*/ 31 h 33"/>
                  <a:gd name="T6" fmla="*/ 86 w 84"/>
                  <a:gd name="T7" fmla="*/ 23 h 3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4" h="33">
                    <a:moveTo>
                      <a:pt x="84" y="20"/>
                    </a:moveTo>
                    <a:cubicBezTo>
                      <a:pt x="66" y="26"/>
                      <a:pt x="56" y="30"/>
                      <a:pt x="38" y="27"/>
                    </a:cubicBezTo>
                    <a:cubicBezTo>
                      <a:pt x="24" y="25"/>
                      <a:pt x="14" y="19"/>
                      <a:pt x="0" y="25"/>
                    </a:cubicBezTo>
                    <a:cubicBezTo>
                      <a:pt x="26" y="0"/>
                      <a:pt x="56" y="33"/>
                      <a:pt x="74" y="20"/>
                    </a:cubicBezTo>
                  </a:path>
                </a:pathLst>
              </a:custGeom>
              <a:solidFill>
                <a:srgbClr val="6C2D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959" name="Freeform 404">
                <a:extLst>
                  <a:ext uri="{FF2B5EF4-FFF2-40B4-BE49-F238E27FC236}">
                    <a16:creationId xmlns:a16="http://schemas.microsoft.com/office/drawing/2014/main" id="{4AA2F5D7-3EFB-4390-8B05-3717AF7479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9" y="2179"/>
                <a:ext cx="201" cy="79"/>
              </a:xfrm>
              <a:custGeom>
                <a:avLst/>
                <a:gdLst>
                  <a:gd name="T0" fmla="*/ 223 w 191"/>
                  <a:gd name="T1" fmla="*/ 0 h 75"/>
                  <a:gd name="T2" fmla="*/ 178 w 191"/>
                  <a:gd name="T3" fmla="*/ 28 h 75"/>
                  <a:gd name="T4" fmla="*/ 132 w 191"/>
                  <a:gd name="T5" fmla="*/ 58 h 75"/>
                  <a:gd name="T6" fmla="*/ 82 w 191"/>
                  <a:gd name="T7" fmla="*/ 74 h 75"/>
                  <a:gd name="T8" fmla="*/ 0 w 191"/>
                  <a:gd name="T9" fmla="*/ 87 h 75"/>
                  <a:gd name="T10" fmla="*/ 73 w 191"/>
                  <a:gd name="T11" fmla="*/ 65 h 75"/>
                  <a:gd name="T12" fmla="*/ 132 w 191"/>
                  <a:gd name="T13" fmla="*/ 42 h 75"/>
                  <a:gd name="T14" fmla="*/ 174 w 191"/>
                  <a:gd name="T15" fmla="*/ 19 h 75"/>
                  <a:gd name="T16" fmla="*/ 215 w 191"/>
                  <a:gd name="T17" fmla="*/ 6 h 7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91" h="75">
                    <a:moveTo>
                      <a:pt x="191" y="0"/>
                    </a:moveTo>
                    <a:cubicBezTo>
                      <a:pt x="178" y="3"/>
                      <a:pt x="164" y="18"/>
                      <a:pt x="153" y="25"/>
                    </a:cubicBezTo>
                    <a:cubicBezTo>
                      <a:pt x="140" y="34"/>
                      <a:pt x="126" y="41"/>
                      <a:pt x="113" y="49"/>
                    </a:cubicBezTo>
                    <a:cubicBezTo>
                      <a:pt x="99" y="57"/>
                      <a:pt x="86" y="60"/>
                      <a:pt x="70" y="63"/>
                    </a:cubicBezTo>
                    <a:cubicBezTo>
                      <a:pt x="46" y="67"/>
                      <a:pt x="24" y="74"/>
                      <a:pt x="0" y="75"/>
                    </a:cubicBezTo>
                    <a:cubicBezTo>
                      <a:pt x="21" y="71"/>
                      <a:pt x="42" y="62"/>
                      <a:pt x="63" y="56"/>
                    </a:cubicBezTo>
                    <a:cubicBezTo>
                      <a:pt x="80" y="51"/>
                      <a:pt x="97" y="45"/>
                      <a:pt x="113" y="36"/>
                    </a:cubicBezTo>
                    <a:cubicBezTo>
                      <a:pt x="124" y="30"/>
                      <a:pt x="136" y="21"/>
                      <a:pt x="149" y="16"/>
                    </a:cubicBezTo>
                    <a:cubicBezTo>
                      <a:pt x="161" y="12"/>
                      <a:pt x="173" y="11"/>
                      <a:pt x="184" y="6"/>
                    </a:cubicBezTo>
                  </a:path>
                </a:pathLst>
              </a:custGeom>
              <a:solidFill>
                <a:srgbClr val="6C2D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960" name="Freeform 405">
                <a:extLst>
                  <a:ext uri="{FF2B5EF4-FFF2-40B4-BE49-F238E27FC236}">
                    <a16:creationId xmlns:a16="http://schemas.microsoft.com/office/drawing/2014/main" id="{F4081013-A987-43EF-9B67-0D3225B01C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3" y="2166"/>
                <a:ext cx="152" cy="185"/>
              </a:xfrm>
              <a:custGeom>
                <a:avLst/>
                <a:gdLst>
                  <a:gd name="T0" fmla="*/ 144 w 144"/>
                  <a:gd name="T1" fmla="*/ 7 h 176"/>
                  <a:gd name="T2" fmla="*/ 164 w 144"/>
                  <a:gd name="T3" fmla="*/ 3 h 176"/>
                  <a:gd name="T4" fmla="*/ 163 w 144"/>
                  <a:gd name="T5" fmla="*/ 25 h 176"/>
                  <a:gd name="T6" fmla="*/ 122 w 144"/>
                  <a:gd name="T7" fmla="*/ 97 h 176"/>
                  <a:gd name="T8" fmla="*/ 64 w 144"/>
                  <a:gd name="T9" fmla="*/ 158 h 176"/>
                  <a:gd name="T10" fmla="*/ 0 w 144"/>
                  <a:gd name="T11" fmla="*/ 204 h 176"/>
                  <a:gd name="T12" fmla="*/ 62 w 144"/>
                  <a:gd name="T13" fmla="*/ 152 h 176"/>
                  <a:gd name="T14" fmla="*/ 103 w 144"/>
                  <a:gd name="T15" fmla="*/ 92 h 176"/>
                  <a:gd name="T16" fmla="*/ 122 w 144"/>
                  <a:gd name="T17" fmla="*/ 47 h 176"/>
                  <a:gd name="T18" fmla="*/ 105 w 144"/>
                  <a:gd name="T19" fmla="*/ 36 h 176"/>
                  <a:gd name="T20" fmla="*/ 145 w 144"/>
                  <a:gd name="T21" fmla="*/ 7 h 17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44" h="176">
                    <a:moveTo>
                      <a:pt x="122" y="7"/>
                    </a:moveTo>
                    <a:cubicBezTo>
                      <a:pt x="126" y="6"/>
                      <a:pt x="135" y="0"/>
                      <a:pt x="139" y="3"/>
                    </a:cubicBezTo>
                    <a:cubicBezTo>
                      <a:pt x="144" y="6"/>
                      <a:pt x="140" y="18"/>
                      <a:pt x="138" y="22"/>
                    </a:cubicBezTo>
                    <a:cubicBezTo>
                      <a:pt x="130" y="44"/>
                      <a:pt x="116" y="65"/>
                      <a:pt x="104" y="84"/>
                    </a:cubicBezTo>
                    <a:cubicBezTo>
                      <a:pt x="90" y="104"/>
                      <a:pt x="72" y="119"/>
                      <a:pt x="55" y="136"/>
                    </a:cubicBezTo>
                    <a:cubicBezTo>
                      <a:pt x="38" y="152"/>
                      <a:pt x="18" y="162"/>
                      <a:pt x="0" y="176"/>
                    </a:cubicBezTo>
                    <a:cubicBezTo>
                      <a:pt x="19" y="170"/>
                      <a:pt x="41" y="147"/>
                      <a:pt x="53" y="131"/>
                    </a:cubicBezTo>
                    <a:cubicBezTo>
                      <a:pt x="66" y="115"/>
                      <a:pt x="78" y="98"/>
                      <a:pt x="88" y="80"/>
                    </a:cubicBezTo>
                    <a:cubicBezTo>
                      <a:pt x="95" y="68"/>
                      <a:pt x="103" y="55"/>
                      <a:pt x="104" y="41"/>
                    </a:cubicBezTo>
                    <a:cubicBezTo>
                      <a:pt x="105" y="26"/>
                      <a:pt x="102" y="26"/>
                      <a:pt x="89" y="30"/>
                    </a:cubicBezTo>
                    <a:cubicBezTo>
                      <a:pt x="97" y="26"/>
                      <a:pt x="118" y="15"/>
                      <a:pt x="123" y="7"/>
                    </a:cubicBezTo>
                  </a:path>
                </a:pathLst>
              </a:custGeom>
              <a:solidFill>
                <a:srgbClr val="6C2D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</p:grpSp>
        <p:sp>
          <p:nvSpPr>
            <p:cNvPr id="51745" name="Freeform 406">
              <a:extLst>
                <a:ext uri="{FF2B5EF4-FFF2-40B4-BE49-F238E27FC236}">
                  <a16:creationId xmlns:a16="http://schemas.microsoft.com/office/drawing/2014/main" id="{F7391813-D6F6-4E1D-B21D-ABAB65D2141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7" y="2022"/>
              <a:ext cx="176" cy="24"/>
            </a:xfrm>
            <a:custGeom>
              <a:avLst/>
              <a:gdLst>
                <a:gd name="T0" fmla="*/ 198 w 166"/>
                <a:gd name="T1" fmla="*/ 11 h 23"/>
                <a:gd name="T2" fmla="*/ 155 w 166"/>
                <a:gd name="T3" fmla="*/ 22 h 23"/>
                <a:gd name="T4" fmla="*/ 104 w 166"/>
                <a:gd name="T5" fmla="*/ 22 h 23"/>
                <a:gd name="T6" fmla="*/ 48 w 166"/>
                <a:gd name="T7" fmla="*/ 8 h 23"/>
                <a:gd name="T8" fmla="*/ 0 w 166"/>
                <a:gd name="T9" fmla="*/ 1 h 23"/>
                <a:gd name="T10" fmla="*/ 64 w 166"/>
                <a:gd name="T11" fmla="*/ 4 h 23"/>
                <a:gd name="T12" fmla="*/ 115 w 166"/>
                <a:gd name="T13" fmla="*/ 7 h 23"/>
                <a:gd name="T14" fmla="*/ 190 w 166"/>
                <a:gd name="T15" fmla="*/ 7 h 2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6" h="23">
                  <a:moveTo>
                    <a:pt x="166" y="11"/>
                  </a:moveTo>
                  <a:cubicBezTo>
                    <a:pt x="155" y="10"/>
                    <a:pt x="141" y="16"/>
                    <a:pt x="130" y="19"/>
                  </a:cubicBezTo>
                  <a:cubicBezTo>
                    <a:pt x="115" y="23"/>
                    <a:pt x="102" y="20"/>
                    <a:pt x="87" y="19"/>
                  </a:cubicBezTo>
                  <a:cubicBezTo>
                    <a:pt x="70" y="17"/>
                    <a:pt x="56" y="13"/>
                    <a:pt x="40" y="8"/>
                  </a:cubicBezTo>
                  <a:cubicBezTo>
                    <a:pt x="28" y="3"/>
                    <a:pt x="13" y="0"/>
                    <a:pt x="0" y="1"/>
                  </a:cubicBezTo>
                  <a:cubicBezTo>
                    <a:pt x="18" y="1"/>
                    <a:pt x="36" y="1"/>
                    <a:pt x="54" y="4"/>
                  </a:cubicBezTo>
                  <a:cubicBezTo>
                    <a:pt x="68" y="5"/>
                    <a:pt x="81" y="8"/>
                    <a:pt x="96" y="7"/>
                  </a:cubicBezTo>
                  <a:cubicBezTo>
                    <a:pt x="116" y="7"/>
                    <a:pt x="138" y="7"/>
                    <a:pt x="159" y="7"/>
                  </a:cubicBezTo>
                </a:path>
              </a:pathLst>
            </a:custGeom>
            <a:solidFill>
              <a:srgbClr val="6C2D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1746" name="Freeform 407">
              <a:extLst>
                <a:ext uri="{FF2B5EF4-FFF2-40B4-BE49-F238E27FC236}">
                  <a16:creationId xmlns:a16="http://schemas.microsoft.com/office/drawing/2014/main" id="{DA9C4DFF-6F3F-4CD8-8CC4-498E101B40C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5" y="2137"/>
              <a:ext cx="182" cy="193"/>
            </a:xfrm>
            <a:custGeom>
              <a:avLst/>
              <a:gdLst>
                <a:gd name="T0" fmla="*/ 178 w 173"/>
                <a:gd name="T1" fmla="*/ 24 h 183"/>
                <a:gd name="T2" fmla="*/ 0 w 173"/>
                <a:gd name="T3" fmla="*/ 215 h 183"/>
                <a:gd name="T4" fmla="*/ 135 w 173"/>
                <a:gd name="T5" fmla="*/ 34 h 183"/>
                <a:gd name="T6" fmla="*/ 183 w 173"/>
                <a:gd name="T7" fmla="*/ 0 h 183"/>
                <a:gd name="T8" fmla="*/ 200 w 173"/>
                <a:gd name="T9" fmla="*/ 14 h 183"/>
                <a:gd name="T10" fmla="*/ 176 w 173"/>
                <a:gd name="T11" fmla="*/ 32 h 18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3" h="183">
                  <a:moveTo>
                    <a:pt x="153" y="21"/>
                  </a:moveTo>
                  <a:cubicBezTo>
                    <a:pt x="75" y="49"/>
                    <a:pt x="49" y="126"/>
                    <a:pt x="0" y="183"/>
                  </a:cubicBezTo>
                  <a:cubicBezTo>
                    <a:pt x="31" y="127"/>
                    <a:pt x="69" y="71"/>
                    <a:pt x="116" y="28"/>
                  </a:cubicBezTo>
                  <a:cubicBezTo>
                    <a:pt x="127" y="18"/>
                    <a:pt x="142" y="1"/>
                    <a:pt x="157" y="0"/>
                  </a:cubicBezTo>
                  <a:cubicBezTo>
                    <a:pt x="164" y="0"/>
                    <a:pt x="173" y="0"/>
                    <a:pt x="172" y="11"/>
                  </a:cubicBezTo>
                  <a:cubicBezTo>
                    <a:pt x="171" y="20"/>
                    <a:pt x="156" y="24"/>
                    <a:pt x="151" y="27"/>
                  </a:cubicBezTo>
                </a:path>
              </a:pathLst>
            </a:custGeom>
            <a:solidFill>
              <a:srgbClr val="6C2D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1747" name="Freeform 408">
              <a:extLst>
                <a:ext uri="{FF2B5EF4-FFF2-40B4-BE49-F238E27FC236}">
                  <a16:creationId xmlns:a16="http://schemas.microsoft.com/office/drawing/2014/main" id="{1D0D711A-4638-4E1F-BE6A-D5444D7A035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4" y="2414"/>
              <a:ext cx="230" cy="109"/>
            </a:xfrm>
            <a:custGeom>
              <a:avLst/>
              <a:gdLst>
                <a:gd name="T0" fmla="*/ 256 w 218"/>
                <a:gd name="T1" fmla="*/ 0 h 104"/>
                <a:gd name="T2" fmla="*/ 0 w 218"/>
                <a:gd name="T3" fmla="*/ 117 h 104"/>
                <a:gd name="T4" fmla="*/ 256 w 218"/>
                <a:gd name="T5" fmla="*/ 0 h 10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8" h="104">
                  <a:moveTo>
                    <a:pt x="218" y="0"/>
                  </a:moveTo>
                  <a:cubicBezTo>
                    <a:pt x="218" y="0"/>
                    <a:pt x="142" y="104"/>
                    <a:pt x="0" y="102"/>
                  </a:cubicBezTo>
                  <a:cubicBezTo>
                    <a:pt x="0" y="102"/>
                    <a:pt x="140" y="75"/>
                    <a:pt x="218" y="0"/>
                  </a:cubicBezTo>
                  <a:close/>
                </a:path>
              </a:pathLst>
            </a:custGeom>
            <a:solidFill>
              <a:srgbClr val="6C2D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1748" name="Freeform 409">
              <a:extLst>
                <a:ext uri="{FF2B5EF4-FFF2-40B4-BE49-F238E27FC236}">
                  <a16:creationId xmlns:a16="http://schemas.microsoft.com/office/drawing/2014/main" id="{4D7055E7-F7C6-469F-9D4C-EA3511D543D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0" y="1955"/>
              <a:ext cx="124" cy="243"/>
            </a:xfrm>
            <a:custGeom>
              <a:avLst/>
              <a:gdLst>
                <a:gd name="T0" fmla="*/ 0 w 118"/>
                <a:gd name="T1" fmla="*/ 3 h 230"/>
                <a:gd name="T2" fmla="*/ 65 w 118"/>
                <a:gd name="T3" fmla="*/ 131 h 230"/>
                <a:gd name="T4" fmla="*/ 137 w 118"/>
                <a:gd name="T5" fmla="*/ 272 h 230"/>
                <a:gd name="T6" fmla="*/ 61 w 118"/>
                <a:gd name="T7" fmla="*/ 171 h 230"/>
                <a:gd name="T8" fmla="*/ 47 w 118"/>
                <a:gd name="T9" fmla="*/ 124 h 230"/>
                <a:gd name="T10" fmla="*/ 17 w 118"/>
                <a:gd name="T11" fmla="*/ 145 h 230"/>
                <a:gd name="T12" fmla="*/ 1 w 118"/>
                <a:gd name="T13" fmla="*/ 0 h 23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8" h="230">
                  <a:moveTo>
                    <a:pt x="0" y="3"/>
                  </a:moveTo>
                  <a:cubicBezTo>
                    <a:pt x="43" y="10"/>
                    <a:pt x="48" y="79"/>
                    <a:pt x="56" y="111"/>
                  </a:cubicBezTo>
                  <a:cubicBezTo>
                    <a:pt x="66" y="156"/>
                    <a:pt x="103" y="187"/>
                    <a:pt x="118" y="230"/>
                  </a:cubicBezTo>
                  <a:cubicBezTo>
                    <a:pt x="108" y="196"/>
                    <a:pt x="69" y="175"/>
                    <a:pt x="52" y="145"/>
                  </a:cubicBezTo>
                  <a:cubicBezTo>
                    <a:pt x="49" y="139"/>
                    <a:pt x="45" y="107"/>
                    <a:pt x="41" y="105"/>
                  </a:cubicBezTo>
                  <a:cubicBezTo>
                    <a:pt x="34" y="102"/>
                    <a:pt x="20" y="120"/>
                    <a:pt x="14" y="123"/>
                  </a:cubicBezTo>
                  <a:cubicBezTo>
                    <a:pt x="55" y="88"/>
                    <a:pt x="20" y="36"/>
                    <a:pt x="1" y="0"/>
                  </a:cubicBezTo>
                </a:path>
              </a:pathLst>
            </a:custGeom>
            <a:solidFill>
              <a:srgbClr val="6C2D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1749" name="Freeform 410">
              <a:extLst>
                <a:ext uri="{FF2B5EF4-FFF2-40B4-BE49-F238E27FC236}">
                  <a16:creationId xmlns:a16="http://schemas.microsoft.com/office/drawing/2014/main" id="{C6378F22-7124-4DE8-B5CD-F3ED232A629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3" y="1861"/>
              <a:ext cx="30" cy="118"/>
            </a:xfrm>
            <a:custGeom>
              <a:avLst/>
              <a:gdLst>
                <a:gd name="T0" fmla="*/ 10 w 28"/>
                <a:gd name="T1" fmla="*/ 0 h 112"/>
                <a:gd name="T2" fmla="*/ 29 w 28"/>
                <a:gd name="T3" fmla="*/ 58 h 112"/>
                <a:gd name="T4" fmla="*/ 0 w 28"/>
                <a:gd name="T5" fmla="*/ 131 h 112"/>
                <a:gd name="T6" fmla="*/ 20 w 28"/>
                <a:gd name="T7" fmla="*/ 79 h 112"/>
                <a:gd name="T8" fmla="*/ 11 w 28"/>
                <a:gd name="T9" fmla="*/ 13 h 1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112">
                  <a:moveTo>
                    <a:pt x="7" y="0"/>
                  </a:moveTo>
                  <a:cubicBezTo>
                    <a:pt x="17" y="14"/>
                    <a:pt x="25" y="29"/>
                    <a:pt x="23" y="49"/>
                  </a:cubicBezTo>
                  <a:cubicBezTo>
                    <a:pt x="21" y="73"/>
                    <a:pt x="1" y="87"/>
                    <a:pt x="0" y="112"/>
                  </a:cubicBezTo>
                  <a:cubicBezTo>
                    <a:pt x="3" y="93"/>
                    <a:pt x="7" y="82"/>
                    <a:pt x="17" y="67"/>
                  </a:cubicBezTo>
                  <a:cubicBezTo>
                    <a:pt x="28" y="51"/>
                    <a:pt x="16" y="24"/>
                    <a:pt x="8" y="10"/>
                  </a:cubicBezTo>
                </a:path>
              </a:pathLst>
            </a:custGeom>
            <a:solidFill>
              <a:srgbClr val="6C2D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1750" name="Freeform 411">
              <a:extLst>
                <a:ext uri="{FF2B5EF4-FFF2-40B4-BE49-F238E27FC236}">
                  <a16:creationId xmlns:a16="http://schemas.microsoft.com/office/drawing/2014/main" id="{1FCA2301-C041-4A0B-A9F3-F5D57121612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7" y="1831"/>
              <a:ext cx="20" cy="25"/>
            </a:xfrm>
            <a:custGeom>
              <a:avLst/>
              <a:gdLst>
                <a:gd name="T0" fmla="*/ 4 w 19"/>
                <a:gd name="T1" fmla="*/ 0 h 24"/>
                <a:gd name="T2" fmla="*/ 0 w 19"/>
                <a:gd name="T3" fmla="*/ 26 h 24"/>
                <a:gd name="T4" fmla="*/ 22 w 19"/>
                <a:gd name="T5" fmla="*/ 17 h 24"/>
                <a:gd name="T6" fmla="*/ 2 w 19"/>
                <a:gd name="T7" fmla="*/ 2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24">
                  <a:moveTo>
                    <a:pt x="4" y="0"/>
                  </a:moveTo>
                  <a:cubicBezTo>
                    <a:pt x="16" y="12"/>
                    <a:pt x="17" y="17"/>
                    <a:pt x="0" y="23"/>
                  </a:cubicBezTo>
                  <a:cubicBezTo>
                    <a:pt x="8" y="23"/>
                    <a:pt x="18" y="24"/>
                    <a:pt x="19" y="14"/>
                  </a:cubicBezTo>
                  <a:cubicBezTo>
                    <a:pt x="19" y="5"/>
                    <a:pt x="10" y="2"/>
                    <a:pt x="2" y="2"/>
                  </a:cubicBezTo>
                </a:path>
              </a:pathLst>
            </a:custGeom>
            <a:solidFill>
              <a:srgbClr val="8C3F3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1751" name="Freeform 412">
              <a:extLst>
                <a:ext uri="{FF2B5EF4-FFF2-40B4-BE49-F238E27FC236}">
                  <a16:creationId xmlns:a16="http://schemas.microsoft.com/office/drawing/2014/main" id="{305DC74F-26A7-4636-BB6B-FDEBB65AA26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5" y="3001"/>
              <a:ext cx="118" cy="64"/>
            </a:xfrm>
            <a:custGeom>
              <a:avLst/>
              <a:gdLst>
                <a:gd name="T0" fmla="*/ 131 w 112"/>
                <a:gd name="T1" fmla="*/ 41 h 60"/>
                <a:gd name="T2" fmla="*/ 56 w 112"/>
                <a:gd name="T3" fmla="*/ 63 h 60"/>
                <a:gd name="T4" fmla="*/ 0 w 112"/>
                <a:gd name="T5" fmla="*/ 0 h 60"/>
                <a:gd name="T6" fmla="*/ 62 w 112"/>
                <a:gd name="T7" fmla="*/ 49 h 60"/>
                <a:gd name="T8" fmla="*/ 121 w 112"/>
                <a:gd name="T9" fmla="*/ 48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2" h="60">
                  <a:moveTo>
                    <a:pt x="112" y="34"/>
                  </a:moveTo>
                  <a:cubicBezTo>
                    <a:pt x="96" y="44"/>
                    <a:pt x="65" y="60"/>
                    <a:pt x="47" y="52"/>
                  </a:cubicBezTo>
                  <a:cubicBezTo>
                    <a:pt x="26" y="43"/>
                    <a:pt x="15" y="17"/>
                    <a:pt x="0" y="0"/>
                  </a:cubicBezTo>
                  <a:cubicBezTo>
                    <a:pt x="20" y="9"/>
                    <a:pt x="34" y="29"/>
                    <a:pt x="53" y="40"/>
                  </a:cubicBezTo>
                  <a:cubicBezTo>
                    <a:pt x="70" y="50"/>
                    <a:pt x="84" y="43"/>
                    <a:pt x="103" y="39"/>
                  </a:cubicBezTo>
                </a:path>
              </a:pathLst>
            </a:custGeom>
            <a:solidFill>
              <a:srgbClr val="6C2D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1752" name="Freeform 413">
              <a:extLst>
                <a:ext uri="{FF2B5EF4-FFF2-40B4-BE49-F238E27FC236}">
                  <a16:creationId xmlns:a16="http://schemas.microsoft.com/office/drawing/2014/main" id="{743D65F3-F652-48AD-9624-5E3605DB1FB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9" y="1899"/>
              <a:ext cx="43" cy="34"/>
            </a:xfrm>
            <a:custGeom>
              <a:avLst/>
              <a:gdLst>
                <a:gd name="T0" fmla="*/ 7 w 41"/>
                <a:gd name="T1" fmla="*/ 0 h 33"/>
                <a:gd name="T2" fmla="*/ 0 w 41"/>
                <a:gd name="T3" fmla="*/ 15 h 33"/>
                <a:gd name="T4" fmla="*/ 23 w 41"/>
                <a:gd name="T5" fmla="*/ 36 h 33"/>
                <a:gd name="T6" fmla="*/ 47 w 41"/>
                <a:gd name="T7" fmla="*/ 15 h 33"/>
                <a:gd name="T8" fmla="*/ 43 w 41"/>
                <a:gd name="T9" fmla="*/ 5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" h="33">
                  <a:moveTo>
                    <a:pt x="7" y="0"/>
                  </a:moveTo>
                  <a:cubicBezTo>
                    <a:pt x="3" y="4"/>
                    <a:pt x="0" y="9"/>
                    <a:pt x="0" y="15"/>
                  </a:cubicBezTo>
                  <a:cubicBezTo>
                    <a:pt x="0" y="25"/>
                    <a:pt x="9" y="33"/>
                    <a:pt x="20" y="33"/>
                  </a:cubicBezTo>
                  <a:cubicBezTo>
                    <a:pt x="31" y="33"/>
                    <a:pt x="41" y="25"/>
                    <a:pt x="41" y="15"/>
                  </a:cubicBezTo>
                  <a:cubicBezTo>
                    <a:pt x="41" y="11"/>
                    <a:pt x="39" y="7"/>
                    <a:pt x="37" y="5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1753" name="Freeform 414">
              <a:extLst>
                <a:ext uri="{FF2B5EF4-FFF2-40B4-BE49-F238E27FC236}">
                  <a16:creationId xmlns:a16="http://schemas.microsoft.com/office/drawing/2014/main" id="{E9E222F1-21A2-4BE6-B05D-013423912D3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4" y="1894"/>
              <a:ext cx="12" cy="1"/>
            </a:xfrm>
            <a:custGeom>
              <a:avLst/>
              <a:gdLst>
                <a:gd name="T0" fmla="*/ 12 w 12"/>
                <a:gd name="T1" fmla="*/ 1 h 1"/>
                <a:gd name="T2" fmla="*/ 6 w 12"/>
                <a:gd name="T3" fmla="*/ 0 h 1"/>
                <a:gd name="T4" fmla="*/ 0 w 12"/>
                <a:gd name="T5" fmla="*/ 1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">
                  <a:moveTo>
                    <a:pt x="12" y="1"/>
                  </a:moveTo>
                  <a:cubicBezTo>
                    <a:pt x="10" y="1"/>
                    <a:pt x="8" y="0"/>
                    <a:pt x="6" y="0"/>
                  </a:cubicBezTo>
                  <a:cubicBezTo>
                    <a:pt x="4" y="0"/>
                    <a:pt x="2" y="1"/>
                    <a:pt x="0" y="1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1754" name="Freeform 415">
              <a:extLst>
                <a:ext uri="{FF2B5EF4-FFF2-40B4-BE49-F238E27FC236}">
                  <a16:creationId xmlns:a16="http://schemas.microsoft.com/office/drawing/2014/main" id="{C8CB5A11-6F30-4318-82FD-F8D4DE269B6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3" y="2030"/>
              <a:ext cx="316" cy="52"/>
            </a:xfrm>
            <a:custGeom>
              <a:avLst/>
              <a:gdLst>
                <a:gd name="T0" fmla="*/ 0 w 299"/>
                <a:gd name="T1" fmla="*/ 39 h 49"/>
                <a:gd name="T2" fmla="*/ 191 w 299"/>
                <a:gd name="T3" fmla="*/ 5 h 49"/>
                <a:gd name="T4" fmla="*/ 353 w 299"/>
                <a:gd name="T5" fmla="*/ 27 h 49"/>
                <a:gd name="T6" fmla="*/ 186 w 299"/>
                <a:gd name="T7" fmla="*/ 24 h 49"/>
                <a:gd name="T8" fmla="*/ 101 w 299"/>
                <a:gd name="T9" fmla="*/ 39 h 49"/>
                <a:gd name="T10" fmla="*/ 2 w 299"/>
                <a:gd name="T11" fmla="*/ 50 h 4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99" h="49">
                  <a:moveTo>
                    <a:pt x="0" y="33"/>
                  </a:moveTo>
                  <a:cubicBezTo>
                    <a:pt x="56" y="33"/>
                    <a:pt x="108" y="10"/>
                    <a:pt x="162" y="5"/>
                  </a:cubicBezTo>
                  <a:cubicBezTo>
                    <a:pt x="211" y="0"/>
                    <a:pt x="252" y="26"/>
                    <a:pt x="299" y="23"/>
                  </a:cubicBezTo>
                  <a:cubicBezTo>
                    <a:pt x="260" y="49"/>
                    <a:pt x="200" y="23"/>
                    <a:pt x="158" y="21"/>
                  </a:cubicBezTo>
                  <a:cubicBezTo>
                    <a:pt x="132" y="20"/>
                    <a:pt x="110" y="26"/>
                    <a:pt x="86" y="33"/>
                  </a:cubicBezTo>
                  <a:cubicBezTo>
                    <a:pt x="56" y="42"/>
                    <a:pt x="32" y="38"/>
                    <a:pt x="2" y="41"/>
                  </a:cubicBezTo>
                </a:path>
              </a:pathLst>
            </a:custGeom>
            <a:solidFill>
              <a:srgbClr val="6C2D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1755" name="Freeform 416">
              <a:extLst>
                <a:ext uri="{FF2B5EF4-FFF2-40B4-BE49-F238E27FC236}">
                  <a16:creationId xmlns:a16="http://schemas.microsoft.com/office/drawing/2014/main" id="{4D2E2C81-2808-430B-8D60-0B16649A408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5" y="1076"/>
              <a:ext cx="28" cy="14"/>
            </a:xfrm>
            <a:custGeom>
              <a:avLst/>
              <a:gdLst>
                <a:gd name="T0" fmla="*/ 8 w 27"/>
                <a:gd name="T1" fmla="*/ 0 h 13"/>
                <a:gd name="T2" fmla="*/ 4 w 27"/>
                <a:gd name="T3" fmla="*/ 0 h 13"/>
                <a:gd name="T4" fmla="*/ 1 w 27"/>
                <a:gd name="T5" fmla="*/ 2 h 13"/>
                <a:gd name="T6" fmla="*/ 5 w 27"/>
                <a:gd name="T7" fmla="*/ 13 h 13"/>
                <a:gd name="T8" fmla="*/ 10 w 27"/>
                <a:gd name="T9" fmla="*/ 14 h 13"/>
                <a:gd name="T10" fmla="*/ 19 w 27"/>
                <a:gd name="T11" fmla="*/ 14 h 13"/>
                <a:gd name="T12" fmla="*/ 27 w 27"/>
                <a:gd name="T13" fmla="*/ 16 h 13"/>
                <a:gd name="T14" fmla="*/ 30 w 27"/>
                <a:gd name="T15" fmla="*/ 14 h 13"/>
                <a:gd name="T16" fmla="*/ 26 w 27"/>
                <a:gd name="T17" fmla="*/ 12 h 13"/>
                <a:gd name="T18" fmla="*/ 21 w 27"/>
                <a:gd name="T19" fmla="*/ 10 h 13"/>
                <a:gd name="T20" fmla="*/ 13 w 27"/>
                <a:gd name="T21" fmla="*/ 4 h 13"/>
                <a:gd name="T22" fmla="*/ 9 w 27"/>
                <a:gd name="T23" fmla="*/ 0 h 1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7" h="13">
                  <a:moveTo>
                    <a:pt x="8" y="0"/>
                  </a:moveTo>
                  <a:cubicBezTo>
                    <a:pt x="6" y="0"/>
                    <a:pt x="5" y="0"/>
                    <a:pt x="4" y="0"/>
                  </a:cubicBezTo>
                  <a:cubicBezTo>
                    <a:pt x="3" y="0"/>
                    <a:pt x="2" y="1"/>
                    <a:pt x="1" y="2"/>
                  </a:cubicBezTo>
                  <a:cubicBezTo>
                    <a:pt x="0" y="5"/>
                    <a:pt x="3" y="9"/>
                    <a:pt x="5" y="10"/>
                  </a:cubicBezTo>
                  <a:cubicBezTo>
                    <a:pt x="7" y="11"/>
                    <a:pt x="9" y="11"/>
                    <a:pt x="10" y="11"/>
                  </a:cubicBezTo>
                  <a:cubicBezTo>
                    <a:pt x="12" y="11"/>
                    <a:pt x="14" y="11"/>
                    <a:pt x="16" y="11"/>
                  </a:cubicBezTo>
                  <a:cubicBezTo>
                    <a:pt x="18" y="12"/>
                    <a:pt x="21" y="12"/>
                    <a:pt x="24" y="13"/>
                  </a:cubicBezTo>
                  <a:cubicBezTo>
                    <a:pt x="25" y="13"/>
                    <a:pt x="27" y="13"/>
                    <a:pt x="27" y="11"/>
                  </a:cubicBezTo>
                  <a:cubicBezTo>
                    <a:pt x="27" y="10"/>
                    <a:pt x="24" y="9"/>
                    <a:pt x="23" y="9"/>
                  </a:cubicBezTo>
                  <a:cubicBezTo>
                    <a:pt x="21" y="9"/>
                    <a:pt x="20" y="8"/>
                    <a:pt x="18" y="7"/>
                  </a:cubicBezTo>
                  <a:cubicBezTo>
                    <a:pt x="16" y="7"/>
                    <a:pt x="15" y="6"/>
                    <a:pt x="13" y="4"/>
                  </a:cubicBezTo>
                  <a:cubicBezTo>
                    <a:pt x="12" y="3"/>
                    <a:pt x="10" y="2"/>
                    <a:pt x="9" y="0"/>
                  </a:cubicBezTo>
                </a:path>
              </a:pathLst>
            </a:custGeom>
            <a:solidFill>
              <a:srgbClr val="5A22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1756" name="Freeform 417">
              <a:extLst>
                <a:ext uri="{FF2B5EF4-FFF2-40B4-BE49-F238E27FC236}">
                  <a16:creationId xmlns:a16="http://schemas.microsoft.com/office/drawing/2014/main" id="{80129B82-D64A-4BC4-B1ED-0665F3FB4AA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8" y="1076"/>
              <a:ext cx="28" cy="14"/>
            </a:xfrm>
            <a:custGeom>
              <a:avLst/>
              <a:gdLst>
                <a:gd name="T0" fmla="*/ 22 w 27"/>
                <a:gd name="T1" fmla="*/ 0 h 13"/>
                <a:gd name="T2" fmla="*/ 26 w 27"/>
                <a:gd name="T3" fmla="*/ 0 h 13"/>
                <a:gd name="T4" fmla="*/ 29 w 27"/>
                <a:gd name="T5" fmla="*/ 2 h 13"/>
                <a:gd name="T6" fmla="*/ 25 w 27"/>
                <a:gd name="T7" fmla="*/ 13 h 13"/>
                <a:gd name="T8" fmla="*/ 20 w 27"/>
                <a:gd name="T9" fmla="*/ 14 h 13"/>
                <a:gd name="T10" fmla="*/ 11 w 27"/>
                <a:gd name="T11" fmla="*/ 14 h 13"/>
                <a:gd name="T12" fmla="*/ 4 w 27"/>
                <a:gd name="T13" fmla="*/ 16 h 13"/>
                <a:gd name="T14" fmla="*/ 0 w 27"/>
                <a:gd name="T15" fmla="*/ 14 h 13"/>
                <a:gd name="T16" fmla="*/ 4 w 27"/>
                <a:gd name="T17" fmla="*/ 12 h 13"/>
                <a:gd name="T18" fmla="*/ 9 w 27"/>
                <a:gd name="T19" fmla="*/ 10 h 13"/>
                <a:gd name="T20" fmla="*/ 17 w 27"/>
                <a:gd name="T21" fmla="*/ 4 h 13"/>
                <a:gd name="T22" fmla="*/ 21 w 27"/>
                <a:gd name="T23" fmla="*/ 0 h 1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7" h="13">
                  <a:moveTo>
                    <a:pt x="19" y="0"/>
                  </a:moveTo>
                  <a:cubicBezTo>
                    <a:pt x="21" y="0"/>
                    <a:pt x="22" y="0"/>
                    <a:pt x="23" y="0"/>
                  </a:cubicBezTo>
                  <a:cubicBezTo>
                    <a:pt x="24" y="0"/>
                    <a:pt x="25" y="1"/>
                    <a:pt x="26" y="2"/>
                  </a:cubicBezTo>
                  <a:cubicBezTo>
                    <a:pt x="27" y="5"/>
                    <a:pt x="25" y="9"/>
                    <a:pt x="22" y="10"/>
                  </a:cubicBezTo>
                  <a:cubicBezTo>
                    <a:pt x="20" y="11"/>
                    <a:pt x="19" y="11"/>
                    <a:pt x="17" y="11"/>
                  </a:cubicBezTo>
                  <a:cubicBezTo>
                    <a:pt x="15" y="11"/>
                    <a:pt x="13" y="11"/>
                    <a:pt x="11" y="11"/>
                  </a:cubicBezTo>
                  <a:cubicBezTo>
                    <a:pt x="9" y="12"/>
                    <a:pt x="6" y="12"/>
                    <a:pt x="4" y="13"/>
                  </a:cubicBezTo>
                  <a:cubicBezTo>
                    <a:pt x="2" y="13"/>
                    <a:pt x="0" y="13"/>
                    <a:pt x="0" y="11"/>
                  </a:cubicBezTo>
                  <a:cubicBezTo>
                    <a:pt x="0" y="10"/>
                    <a:pt x="3" y="9"/>
                    <a:pt x="4" y="9"/>
                  </a:cubicBezTo>
                  <a:cubicBezTo>
                    <a:pt x="6" y="9"/>
                    <a:pt x="7" y="8"/>
                    <a:pt x="9" y="7"/>
                  </a:cubicBezTo>
                  <a:cubicBezTo>
                    <a:pt x="11" y="7"/>
                    <a:pt x="12" y="6"/>
                    <a:pt x="14" y="4"/>
                  </a:cubicBezTo>
                  <a:cubicBezTo>
                    <a:pt x="15" y="3"/>
                    <a:pt x="17" y="2"/>
                    <a:pt x="18" y="0"/>
                  </a:cubicBezTo>
                </a:path>
              </a:pathLst>
            </a:custGeom>
            <a:solidFill>
              <a:srgbClr val="5A22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1757" name="Freeform 418">
              <a:extLst>
                <a:ext uri="{FF2B5EF4-FFF2-40B4-BE49-F238E27FC236}">
                  <a16:creationId xmlns:a16="http://schemas.microsoft.com/office/drawing/2014/main" id="{8659A849-AD9F-409E-9228-7AD5BF08282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0" y="876"/>
              <a:ext cx="126" cy="227"/>
            </a:xfrm>
            <a:custGeom>
              <a:avLst/>
              <a:gdLst>
                <a:gd name="T0" fmla="*/ 13 w 119"/>
                <a:gd name="T1" fmla="*/ 12 h 215"/>
                <a:gd name="T2" fmla="*/ 21 w 119"/>
                <a:gd name="T3" fmla="*/ 39 h 215"/>
                <a:gd name="T4" fmla="*/ 42 w 119"/>
                <a:gd name="T5" fmla="*/ 72 h 215"/>
                <a:gd name="T6" fmla="*/ 46 w 119"/>
                <a:gd name="T7" fmla="*/ 86 h 215"/>
                <a:gd name="T8" fmla="*/ 56 w 119"/>
                <a:gd name="T9" fmla="*/ 112 h 215"/>
                <a:gd name="T10" fmla="*/ 55 w 119"/>
                <a:gd name="T11" fmla="*/ 124 h 215"/>
                <a:gd name="T12" fmla="*/ 68 w 119"/>
                <a:gd name="T13" fmla="*/ 136 h 215"/>
                <a:gd name="T14" fmla="*/ 70 w 119"/>
                <a:gd name="T15" fmla="*/ 167 h 215"/>
                <a:gd name="T16" fmla="*/ 73 w 119"/>
                <a:gd name="T17" fmla="*/ 183 h 215"/>
                <a:gd name="T18" fmla="*/ 68 w 119"/>
                <a:gd name="T19" fmla="*/ 192 h 215"/>
                <a:gd name="T20" fmla="*/ 77 w 119"/>
                <a:gd name="T21" fmla="*/ 195 h 215"/>
                <a:gd name="T22" fmla="*/ 87 w 119"/>
                <a:gd name="T23" fmla="*/ 211 h 215"/>
                <a:gd name="T24" fmla="*/ 101 w 119"/>
                <a:gd name="T25" fmla="*/ 231 h 215"/>
                <a:gd name="T26" fmla="*/ 126 w 119"/>
                <a:gd name="T27" fmla="*/ 233 h 215"/>
                <a:gd name="T28" fmla="*/ 126 w 119"/>
                <a:gd name="T29" fmla="*/ 149 h 215"/>
                <a:gd name="T30" fmla="*/ 87 w 119"/>
                <a:gd name="T31" fmla="*/ 51 h 215"/>
                <a:gd name="T32" fmla="*/ 60 w 119"/>
                <a:gd name="T33" fmla="*/ 20 h 215"/>
                <a:gd name="T34" fmla="*/ 36 w 119"/>
                <a:gd name="T35" fmla="*/ 0 h 21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19" h="215">
                  <a:moveTo>
                    <a:pt x="10" y="9"/>
                  </a:moveTo>
                  <a:cubicBezTo>
                    <a:pt x="0" y="11"/>
                    <a:pt x="8" y="31"/>
                    <a:pt x="18" y="33"/>
                  </a:cubicBezTo>
                  <a:cubicBezTo>
                    <a:pt x="11" y="44"/>
                    <a:pt x="29" y="54"/>
                    <a:pt x="36" y="61"/>
                  </a:cubicBezTo>
                  <a:cubicBezTo>
                    <a:pt x="26" y="64"/>
                    <a:pt x="30" y="70"/>
                    <a:pt x="39" y="73"/>
                  </a:cubicBezTo>
                  <a:cubicBezTo>
                    <a:pt x="30" y="82"/>
                    <a:pt x="29" y="95"/>
                    <a:pt x="47" y="95"/>
                  </a:cubicBezTo>
                  <a:cubicBezTo>
                    <a:pt x="47" y="97"/>
                    <a:pt x="45" y="103"/>
                    <a:pt x="46" y="105"/>
                  </a:cubicBezTo>
                  <a:cubicBezTo>
                    <a:pt x="48" y="110"/>
                    <a:pt x="56" y="113"/>
                    <a:pt x="57" y="116"/>
                  </a:cubicBezTo>
                  <a:cubicBezTo>
                    <a:pt x="60" y="129"/>
                    <a:pt x="38" y="131"/>
                    <a:pt x="59" y="142"/>
                  </a:cubicBezTo>
                  <a:cubicBezTo>
                    <a:pt x="52" y="144"/>
                    <a:pt x="53" y="153"/>
                    <a:pt x="61" y="155"/>
                  </a:cubicBezTo>
                  <a:cubicBezTo>
                    <a:pt x="59" y="156"/>
                    <a:pt x="59" y="161"/>
                    <a:pt x="57" y="163"/>
                  </a:cubicBezTo>
                  <a:cubicBezTo>
                    <a:pt x="61" y="165"/>
                    <a:pt x="61" y="167"/>
                    <a:pt x="65" y="166"/>
                  </a:cubicBezTo>
                  <a:cubicBezTo>
                    <a:pt x="59" y="166"/>
                    <a:pt x="61" y="181"/>
                    <a:pt x="73" y="179"/>
                  </a:cubicBezTo>
                  <a:cubicBezTo>
                    <a:pt x="66" y="191"/>
                    <a:pt x="76" y="194"/>
                    <a:pt x="85" y="196"/>
                  </a:cubicBezTo>
                  <a:cubicBezTo>
                    <a:pt x="89" y="215"/>
                    <a:pt x="98" y="213"/>
                    <a:pt x="106" y="198"/>
                  </a:cubicBezTo>
                  <a:cubicBezTo>
                    <a:pt x="119" y="175"/>
                    <a:pt x="106" y="151"/>
                    <a:pt x="106" y="127"/>
                  </a:cubicBezTo>
                  <a:cubicBezTo>
                    <a:pt x="106" y="96"/>
                    <a:pt x="88" y="69"/>
                    <a:pt x="73" y="43"/>
                  </a:cubicBezTo>
                  <a:cubicBezTo>
                    <a:pt x="67" y="32"/>
                    <a:pt x="58" y="26"/>
                    <a:pt x="51" y="17"/>
                  </a:cubicBezTo>
                  <a:cubicBezTo>
                    <a:pt x="42" y="6"/>
                    <a:pt x="45" y="1"/>
                    <a:pt x="30" y="0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1758" name="Freeform 419">
              <a:extLst>
                <a:ext uri="{FF2B5EF4-FFF2-40B4-BE49-F238E27FC236}">
                  <a16:creationId xmlns:a16="http://schemas.microsoft.com/office/drawing/2014/main" id="{7C682324-3167-4A29-8F4E-5D590B1958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7" y="821"/>
              <a:ext cx="319" cy="283"/>
            </a:xfrm>
            <a:custGeom>
              <a:avLst/>
              <a:gdLst>
                <a:gd name="T0" fmla="*/ 350 w 302"/>
                <a:gd name="T1" fmla="*/ 65 h 268"/>
                <a:gd name="T2" fmla="*/ 335 w 302"/>
                <a:gd name="T3" fmla="*/ 73 h 268"/>
                <a:gd name="T4" fmla="*/ 316 w 302"/>
                <a:gd name="T5" fmla="*/ 76 h 268"/>
                <a:gd name="T6" fmla="*/ 300 w 302"/>
                <a:gd name="T7" fmla="*/ 79 h 268"/>
                <a:gd name="T8" fmla="*/ 280 w 302"/>
                <a:gd name="T9" fmla="*/ 69 h 268"/>
                <a:gd name="T10" fmla="*/ 259 w 302"/>
                <a:gd name="T11" fmla="*/ 68 h 268"/>
                <a:gd name="T12" fmla="*/ 258 w 302"/>
                <a:gd name="T13" fmla="*/ 71 h 268"/>
                <a:gd name="T14" fmla="*/ 247 w 302"/>
                <a:gd name="T15" fmla="*/ 64 h 268"/>
                <a:gd name="T16" fmla="*/ 238 w 302"/>
                <a:gd name="T17" fmla="*/ 63 h 268"/>
                <a:gd name="T18" fmla="*/ 215 w 302"/>
                <a:gd name="T19" fmla="*/ 71 h 268"/>
                <a:gd name="T20" fmla="*/ 209 w 302"/>
                <a:gd name="T21" fmla="*/ 79 h 268"/>
                <a:gd name="T22" fmla="*/ 194 w 302"/>
                <a:gd name="T23" fmla="*/ 77 h 268"/>
                <a:gd name="T24" fmla="*/ 173 w 302"/>
                <a:gd name="T25" fmla="*/ 89 h 268"/>
                <a:gd name="T26" fmla="*/ 142 w 302"/>
                <a:gd name="T27" fmla="*/ 103 h 268"/>
                <a:gd name="T28" fmla="*/ 120 w 302"/>
                <a:gd name="T29" fmla="*/ 114 h 268"/>
                <a:gd name="T30" fmla="*/ 107 w 302"/>
                <a:gd name="T31" fmla="*/ 121 h 268"/>
                <a:gd name="T32" fmla="*/ 96 w 302"/>
                <a:gd name="T33" fmla="*/ 132 h 268"/>
                <a:gd name="T34" fmla="*/ 82 w 302"/>
                <a:gd name="T35" fmla="*/ 153 h 268"/>
                <a:gd name="T36" fmla="*/ 82 w 302"/>
                <a:gd name="T37" fmla="*/ 163 h 268"/>
                <a:gd name="T38" fmla="*/ 75 w 302"/>
                <a:gd name="T39" fmla="*/ 170 h 268"/>
                <a:gd name="T40" fmla="*/ 72 w 302"/>
                <a:gd name="T41" fmla="*/ 177 h 268"/>
                <a:gd name="T42" fmla="*/ 67 w 302"/>
                <a:gd name="T43" fmla="*/ 187 h 268"/>
                <a:gd name="T44" fmla="*/ 62 w 302"/>
                <a:gd name="T45" fmla="*/ 197 h 268"/>
                <a:gd name="T46" fmla="*/ 68 w 302"/>
                <a:gd name="T47" fmla="*/ 211 h 268"/>
                <a:gd name="T48" fmla="*/ 59 w 302"/>
                <a:gd name="T49" fmla="*/ 220 h 268"/>
                <a:gd name="T50" fmla="*/ 59 w 302"/>
                <a:gd name="T51" fmla="*/ 251 h 268"/>
                <a:gd name="T52" fmla="*/ 44 w 302"/>
                <a:gd name="T53" fmla="*/ 275 h 268"/>
                <a:gd name="T54" fmla="*/ 39 w 302"/>
                <a:gd name="T55" fmla="*/ 299 h 268"/>
                <a:gd name="T56" fmla="*/ 17 w 302"/>
                <a:gd name="T57" fmla="*/ 316 h 268"/>
                <a:gd name="T58" fmla="*/ 4 w 302"/>
                <a:gd name="T59" fmla="*/ 279 h 268"/>
                <a:gd name="T60" fmla="*/ 4 w 302"/>
                <a:gd name="T61" fmla="*/ 228 h 268"/>
                <a:gd name="T62" fmla="*/ 33 w 302"/>
                <a:gd name="T63" fmla="*/ 140 h 268"/>
                <a:gd name="T64" fmla="*/ 119 w 302"/>
                <a:gd name="T65" fmla="*/ 43 h 268"/>
                <a:gd name="T66" fmla="*/ 255 w 302"/>
                <a:gd name="T67" fmla="*/ 13 h 268"/>
                <a:gd name="T68" fmla="*/ 276 w 302"/>
                <a:gd name="T69" fmla="*/ 20 h 268"/>
                <a:gd name="T70" fmla="*/ 302 w 302"/>
                <a:gd name="T71" fmla="*/ 21 h 268"/>
                <a:gd name="T72" fmla="*/ 340 w 302"/>
                <a:gd name="T73" fmla="*/ 39 h 268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302" h="268">
                  <a:moveTo>
                    <a:pt x="296" y="56"/>
                  </a:moveTo>
                  <a:cubicBezTo>
                    <a:pt x="302" y="62"/>
                    <a:pt x="290" y="68"/>
                    <a:pt x="284" y="62"/>
                  </a:cubicBezTo>
                  <a:cubicBezTo>
                    <a:pt x="280" y="69"/>
                    <a:pt x="273" y="70"/>
                    <a:pt x="268" y="64"/>
                  </a:cubicBezTo>
                  <a:cubicBezTo>
                    <a:pt x="267" y="77"/>
                    <a:pt x="261" y="70"/>
                    <a:pt x="255" y="67"/>
                  </a:cubicBezTo>
                  <a:cubicBezTo>
                    <a:pt x="250" y="65"/>
                    <a:pt x="242" y="65"/>
                    <a:pt x="238" y="59"/>
                  </a:cubicBezTo>
                  <a:cubicBezTo>
                    <a:pt x="234" y="69"/>
                    <a:pt x="226" y="63"/>
                    <a:pt x="220" y="58"/>
                  </a:cubicBezTo>
                  <a:cubicBezTo>
                    <a:pt x="220" y="59"/>
                    <a:pt x="220" y="59"/>
                    <a:pt x="219" y="60"/>
                  </a:cubicBezTo>
                  <a:cubicBezTo>
                    <a:pt x="216" y="59"/>
                    <a:pt x="213" y="57"/>
                    <a:pt x="210" y="55"/>
                  </a:cubicBezTo>
                  <a:cubicBezTo>
                    <a:pt x="207" y="56"/>
                    <a:pt x="205" y="56"/>
                    <a:pt x="202" y="54"/>
                  </a:cubicBezTo>
                  <a:cubicBezTo>
                    <a:pt x="205" y="68"/>
                    <a:pt x="190" y="58"/>
                    <a:pt x="183" y="60"/>
                  </a:cubicBezTo>
                  <a:cubicBezTo>
                    <a:pt x="180" y="61"/>
                    <a:pt x="181" y="66"/>
                    <a:pt x="177" y="67"/>
                  </a:cubicBezTo>
                  <a:cubicBezTo>
                    <a:pt x="173" y="68"/>
                    <a:pt x="168" y="66"/>
                    <a:pt x="165" y="65"/>
                  </a:cubicBezTo>
                  <a:cubicBezTo>
                    <a:pt x="171" y="77"/>
                    <a:pt x="154" y="76"/>
                    <a:pt x="147" y="76"/>
                  </a:cubicBezTo>
                  <a:cubicBezTo>
                    <a:pt x="148" y="91"/>
                    <a:pt x="130" y="89"/>
                    <a:pt x="120" y="88"/>
                  </a:cubicBezTo>
                  <a:cubicBezTo>
                    <a:pt x="122" y="96"/>
                    <a:pt x="108" y="96"/>
                    <a:pt x="102" y="97"/>
                  </a:cubicBezTo>
                  <a:cubicBezTo>
                    <a:pt x="102" y="103"/>
                    <a:pt x="96" y="105"/>
                    <a:pt x="91" y="103"/>
                  </a:cubicBezTo>
                  <a:cubicBezTo>
                    <a:pt x="96" y="109"/>
                    <a:pt x="86" y="112"/>
                    <a:pt x="81" y="112"/>
                  </a:cubicBezTo>
                  <a:cubicBezTo>
                    <a:pt x="85" y="122"/>
                    <a:pt x="74" y="123"/>
                    <a:pt x="70" y="130"/>
                  </a:cubicBezTo>
                  <a:cubicBezTo>
                    <a:pt x="69" y="132"/>
                    <a:pt x="72" y="135"/>
                    <a:pt x="70" y="138"/>
                  </a:cubicBezTo>
                  <a:cubicBezTo>
                    <a:pt x="69" y="141"/>
                    <a:pt x="64" y="142"/>
                    <a:pt x="63" y="144"/>
                  </a:cubicBezTo>
                  <a:cubicBezTo>
                    <a:pt x="61" y="147"/>
                    <a:pt x="62" y="149"/>
                    <a:pt x="61" y="151"/>
                  </a:cubicBezTo>
                  <a:cubicBezTo>
                    <a:pt x="60" y="152"/>
                    <a:pt x="58" y="158"/>
                    <a:pt x="57" y="159"/>
                  </a:cubicBezTo>
                  <a:cubicBezTo>
                    <a:pt x="56" y="163"/>
                    <a:pt x="53" y="163"/>
                    <a:pt x="53" y="168"/>
                  </a:cubicBezTo>
                  <a:cubicBezTo>
                    <a:pt x="53" y="172"/>
                    <a:pt x="58" y="175"/>
                    <a:pt x="58" y="179"/>
                  </a:cubicBezTo>
                  <a:cubicBezTo>
                    <a:pt x="57" y="182"/>
                    <a:pt x="52" y="184"/>
                    <a:pt x="50" y="187"/>
                  </a:cubicBezTo>
                  <a:cubicBezTo>
                    <a:pt x="65" y="192"/>
                    <a:pt x="32" y="213"/>
                    <a:pt x="50" y="213"/>
                  </a:cubicBezTo>
                  <a:cubicBezTo>
                    <a:pt x="51" y="219"/>
                    <a:pt x="44" y="232"/>
                    <a:pt x="38" y="233"/>
                  </a:cubicBezTo>
                  <a:cubicBezTo>
                    <a:pt x="42" y="239"/>
                    <a:pt x="34" y="248"/>
                    <a:pt x="33" y="254"/>
                  </a:cubicBezTo>
                  <a:cubicBezTo>
                    <a:pt x="30" y="266"/>
                    <a:pt x="29" y="268"/>
                    <a:pt x="14" y="268"/>
                  </a:cubicBezTo>
                  <a:cubicBezTo>
                    <a:pt x="11" y="257"/>
                    <a:pt x="6" y="247"/>
                    <a:pt x="4" y="237"/>
                  </a:cubicBezTo>
                  <a:cubicBezTo>
                    <a:pt x="0" y="223"/>
                    <a:pt x="3" y="208"/>
                    <a:pt x="4" y="194"/>
                  </a:cubicBezTo>
                  <a:cubicBezTo>
                    <a:pt x="8" y="167"/>
                    <a:pt x="15" y="143"/>
                    <a:pt x="27" y="119"/>
                  </a:cubicBezTo>
                  <a:cubicBezTo>
                    <a:pt x="43" y="86"/>
                    <a:pt x="69" y="55"/>
                    <a:pt x="101" y="37"/>
                  </a:cubicBezTo>
                  <a:cubicBezTo>
                    <a:pt x="133" y="19"/>
                    <a:pt x="179" y="0"/>
                    <a:pt x="216" y="10"/>
                  </a:cubicBezTo>
                  <a:cubicBezTo>
                    <a:pt x="223" y="12"/>
                    <a:pt x="228" y="15"/>
                    <a:pt x="234" y="17"/>
                  </a:cubicBezTo>
                  <a:cubicBezTo>
                    <a:pt x="242" y="18"/>
                    <a:pt x="250" y="16"/>
                    <a:pt x="257" y="18"/>
                  </a:cubicBezTo>
                  <a:cubicBezTo>
                    <a:pt x="269" y="21"/>
                    <a:pt x="279" y="27"/>
                    <a:pt x="289" y="33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1759" name="Freeform 420">
              <a:extLst>
                <a:ext uri="{FF2B5EF4-FFF2-40B4-BE49-F238E27FC236}">
                  <a16:creationId xmlns:a16="http://schemas.microsoft.com/office/drawing/2014/main" id="{0E6A73C1-6894-428A-AA8D-CC3645CFB4F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1" y="1151"/>
              <a:ext cx="35" cy="10"/>
            </a:xfrm>
            <a:custGeom>
              <a:avLst/>
              <a:gdLst>
                <a:gd name="T0" fmla="*/ 4 w 33"/>
                <a:gd name="T1" fmla="*/ 1 h 9"/>
                <a:gd name="T2" fmla="*/ 21 w 33"/>
                <a:gd name="T3" fmla="*/ 2 h 9"/>
                <a:gd name="T4" fmla="*/ 36 w 33"/>
                <a:gd name="T5" fmla="*/ 10 h 9"/>
                <a:gd name="T6" fmla="*/ 24 w 33"/>
                <a:gd name="T7" fmla="*/ 10 h 9"/>
                <a:gd name="T8" fmla="*/ 16 w 33"/>
                <a:gd name="T9" fmla="*/ 10 h 9"/>
                <a:gd name="T10" fmla="*/ 2 w 33"/>
                <a:gd name="T11" fmla="*/ 4 h 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3" h="9">
                  <a:moveTo>
                    <a:pt x="4" y="1"/>
                  </a:moveTo>
                  <a:cubicBezTo>
                    <a:pt x="10" y="0"/>
                    <a:pt x="13" y="0"/>
                    <a:pt x="18" y="2"/>
                  </a:cubicBezTo>
                  <a:cubicBezTo>
                    <a:pt x="20" y="2"/>
                    <a:pt x="33" y="2"/>
                    <a:pt x="30" y="7"/>
                  </a:cubicBezTo>
                  <a:cubicBezTo>
                    <a:pt x="28" y="9"/>
                    <a:pt x="23" y="7"/>
                    <a:pt x="21" y="7"/>
                  </a:cubicBezTo>
                  <a:cubicBezTo>
                    <a:pt x="17" y="6"/>
                    <a:pt x="16" y="7"/>
                    <a:pt x="13" y="7"/>
                  </a:cubicBezTo>
                  <a:cubicBezTo>
                    <a:pt x="11" y="8"/>
                    <a:pt x="0" y="8"/>
                    <a:pt x="2" y="4"/>
                  </a:cubicBezTo>
                </a:path>
              </a:pathLst>
            </a:custGeom>
            <a:solidFill>
              <a:srgbClr val="B849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1760" name="Freeform 421">
              <a:extLst>
                <a:ext uri="{FF2B5EF4-FFF2-40B4-BE49-F238E27FC236}">
                  <a16:creationId xmlns:a16="http://schemas.microsoft.com/office/drawing/2014/main" id="{A45F02CD-4162-43F5-93CB-19ED3508BBB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8" y="1122"/>
              <a:ext cx="28" cy="18"/>
            </a:xfrm>
            <a:custGeom>
              <a:avLst/>
              <a:gdLst>
                <a:gd name="T0" fmla="*/ 0 w 26"/>
                <a:gd name="T1" fmla="*/ 5 h 17"/>
                <a:gd name="T2" fmla="*/ 16 w 26"/>
                <a:gd name="T3" fmla="*/ 3 h 17"/>
                <a:gd name="T4" fmla="*/ 32 w 26"/>
                <a:gd name="T5" fmla="*/ 20 h 17"/>
                <a:gd name="T6" fmla="*/ 12 w 26"/>
                <a:gd name="T7" fmla="*/ 4 h 17"/>
                <a:gd name="T8" fmla="*/ 5 w 26"/>
                <a:gd name="T9" fmla="*/ 5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17">
                  <a:moveTo>
                    <a:pt x="0" y="5"/>
                  </a:moveTo>
                  <a:cubicBezTo>
                    <a:pt x="5" y="4"/>
                    <a:pt x="9" y="0"/>
                    <a:pt x="13" y="3"/>
                  </a:cubicBezTo>
                  <a:cubicBezTo>
                    <a:pt x="18" y="8"/>
                    <a:pt x="21" y="13"/>
                    <a:pt x="26" y="17"/>
                  </a:cubicBezTo>
                  <a:cubicBezTo>
                    <a:pt x="19" y="17"/>
                    <a:pt x="15" y="7"/>
                    <a:pt x="9" y="4"/>
                  </a:cubicBezTo>
                  <a:cubicBezTo>
                    <a:pt x="8" y="4"/>
                    <a:pt x="6" y="5"/>
                    <a:pt x="5" y="5"/>
                  </a:cubicBezTo>
                </a:path>
              </a:pathLst>
            </a:custGeom>
            <a:solidFill>
              <a:srgbClr val="B849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</p:grpSp>
      <p:grpSp>
        <p:nvGrpSpPr>
          <p:cNvPr id="51203" name="Obese-Black-Male-Full-Body">
            <a:extLst>
              <a:ext uri="{FF2B5EF4-FFF2-40B4-BE49-F238E27FC236}">
                <a16:creationId xmlns:a16="http://schemas.microsoft.com/office/drawing/2014/main" id="{1D6C9B76-3784-4770-8BCC-83CE15CA0BD5}"/>
              </a:ext>
            </a:extLst>
          </p:cNvPr>
          <p:cNvGrpSpPr>
            <a:grpSpLocks/>
          </p:cNvGrpSpPr>
          <p:nvPr/>
        </p:nvGrpSpPr>
        <p:grpSpPr bwMode="auto">
          <a:xfrm>
            <a:off x="2581275" y="1196975"/>
            <a:ext cx="2925763" cy="5260975"/>
            <a:chOff x="666" y="721"/>
            <a:chExt cx="1843" cy="3314"/>
          </a:xfrm>
        </p:grpSpPr>
        <p:grpSp>
          <p:nvGrpSpPr>
            <p:cNvPr id="51349" name="Group 423">
              <a:extLst>
                <a:ext uri="{FF2B5EF4-FFF2-40B4-BE49-F238E27FC236}">
                  <a16:creationId xmlns:a16="http://schemas.microsoft.com/office/drawing/2014/main" id="{D81D3ED8-F8BD-493E-B32E-CA6D257032B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66" y="754"/>
              <a:ext cx="1843" cy="3281"/>
              <a:chOff x="666" y="754"/>
              <a:chExt cx="1843" cy="3281"/>
            </a:xfrm>
          </p:grpSpPr>
          <p:sp>
            <p:nvSpPr>
              <p:cNvPr id="51543" name="Freeform 424">
                <a:extLst>
                  <a:ext uri="{FF2B5EF4-FFF2-40B4-BE49-F238E27FC236}">
                    <a16:creationId xmlns:a16="http://schemas.microsoft.com/office/drawing/2014/main" id="{7D3C33D8-8E6A-4BE7-B308-3742C18A1C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6" y="754"/>
                <a:ext cx="1843" cy="3279"/>
              </a:xfrm>
              <a:custGeom>
                <a:avLst/>
                <a:gdLst>
                  <a:gd name="T0" fmla="*/ 1216 w 1747"/>
                  <a:gd name="T1" fmla="*/ 201 h 3107"/>
                  <a:gd name="T2" fmla="*/ 1218 w 1747"/>
                  <a:gd name="T3" fmla="*/ 411 h 3107"/>
                  <a:gd name="T4" fmla="*/ 1764 w 1747"/>
                  <a:gd name="T5" fmla="*/ 713 h 3107"/>
                  <a:gd name="T6" fmla="*/ 1918 w 1747"/>
                  <a:gd name="T7" fmla="*/ 1183 h 3107"/>
                  <a:gd name="T8" fmla="*/ 2000 w 1747"/>
                  <a:gd name="T9" fmla="*/ 1457 h 3107"/>
                  <a:gd name="T10" fmla="*/ 2013 w 1747"/>
                  <a:gd name="T11" fmla="*/ 1612 h 3107"/>
                  <a:gd name="T12" fmla="*/ 2034 w 1747"/>
                  <a:gd name="T13" fmla="*/ 1823 h 3107"/>
                  <a:gd name="T14" fmla="*/ 1902 w 1747"/>
                  <a:gd name="T15" fmla="*/ 1996 h 3107"/>
                  <a:gd name="T16" fmla="*/ 1840 w 1747"/>
                  <a:gd name="T17" fmla="*/ 1932 h 3107"/>
                  <a:gd name="T18" fmla="*/ 1808 w 1747"/>
                  <a:gd name="T19" fmla="*/ 1714 h 3107"/>
                  <a:gd name="T20" fmla="*/ 1723 w 1747"/>
                  <a:gd name="T21" fmla="*/ 1515 h 3107"/>
                  <a:gd name="T22" fmla="*/ 1713 w 1747"/>
                  <a:gd name="T23" fmla="*/ 2421 h 3107"/>
                  <a:gd name="T24" fmla="*/ 1659 w 1747"/>
                  <a:gd name="T25" fmla="*/ 2697 h 3107"/>
                  <a:gd name="T26" fmla="*/ 1645 w 1747"/>
                  <a:gd name="T27" fmla="*/ 3331 h 3107"/>
                  <a:gd name="T28" fmla="*/ 1686 w 1747"/>
                  <a:gd name="T29" fmla="*/ 3421 h 3107"/>
                  <a:gd name="T30" fmla="*/ 1804 w 1747"/>
                  <a:gd name="T31" fmla="*/ 3504 h 3107"/>
                  <a:gd name="T32" fmla="*/ 1844 w 1747"/>
                  <a:gd name="T33" fmla="*/ 3565 h 3107"/>
                  <a:gd name="T34" fmla="*/ 1813 w 1747"/>
                  <a:gd name="T35" fmla="*/ 3610 h 3107"/>
                  <a:gd name="T36" fmla="*/ 1729 w 1747"/>
                  <a:gd name="T37" fmla="*/ 3646 h 3107"/>
                  <a:gd name="T38" fmla="*/ 1647 w 1747"/>
                  <a:gd name="T39" fmla="*/ 3585 h 3107"/>
                  <a:gd name="T40" fmla="*/ 1410 w 1747"/>
                  <a:gd name="T41" fmla="*/ 3470 h 3107"/>
                  <a:gd name="T42" fmla="*/ 1348 w 1747"/>
                  <a:gd name="T43" fmla="*/ 3235 h 3107"/>
                  <a:gd name="T44" fmla="*/ 1188 w 1747"/>
                  <a:gd name="T45" fmla="*/ 2620 h 3107"/>
                  <a:gd name="T46" fmla="*/ 1049 w 1747"/>
                  <a:gd name="T47" fmla="*/ 2266 h 3107"/>
                  <a:gd name="T48" fmla="*/ 1026 w 1747"/>
                  <a:gd name="T49" fmla="*/ 2072 h 3107"/>
                  <a:gd name="T50" fmla="*/ 932 w 1747"/>
                  <a:gd name="T51" fmla="*/ 2519 h 3107"/>
                  <a:gd name="T52" fmla="*/ 856 w 1747"/>
                  <a:gd name="T53" fmla="*/ 2660 h 3107"/>
                  <a:gd name="T54" fmla="*/ 674 w 1747"/>
                  <a:gd name="T55" fmla="*/ 3319 h 3107"/>
                  <a:gd name="T56" fmla="*/ 516 w 1747"/>
                  <a:gd name="T57" fmla="*/ 3534 h 3107"/>
                  <a:gd name="T58" fmla="*/ 381 w 1747"/>
                  <a:gd name="T59" fmla="*/ 3602 h 3107"/>
                  <a:gd name="T60" fmla="*/ 276 w 1747"/>
                  <a:gd name="T61" fmla="*/ 3626 h 3107"/>
                  <a:gd name="T62" fmla="*/ 224 w 1747"/>
                  <a:gd name="T63" fmla="*/ 3605 h 3107"/>
                  <a:gd name="T64" fmla="*/ 218 w 1747"/>
                  <a:gd name="T65" fmla="*/ 3541 h 3107"/>
                  <a:gd name="T66" fmla="*/ 286 w 1747"/>
                  <a:gd name="T67" fmla="*/ 3490 h 3107"/>
                  <a:gd name="T68" fmla="*/ 405 w 1747"/>
                  <a:gd name="T69" fmla="*/ 3374 h 3107"/>
                  <a:gd name="T70" fmla="*/ 399 w 1747"/>
                  <a:gd name="T71" fmla="*/ 3300 h 3107"/>
                  <a:gd name="T72" fmla="*/ 364 w 1747"/>
                  <a:gd name="T73" fmla="*/ 2605 h 3107"/>
                  <a:gd name="T74" fmla="*/ 312 w 1747"/>
                  <a:gd name="T75" fmla="*/ 1761 h 3107"/>
                  <a:gd name="T76" fmla="*/ 260 w 1747"/>
                  <a:gd name="T77" fmla="*/ 1617 h 3107"/>
                  <a:gd name="T78" fmla="*/ 228 w 1747"/>
                  <a:gd name="T79" fmla="*/ 1801 h 3107"/>
                  <a:gd name="T80" fmla="*/ 178 w 1747"/>
                  <a:gd name="T81" fmla="*/ 1928 h 3107"/>
                  <a:gd name="T82" fmla="*/ 70 w 1747"/>
                  <a:gd name="T83" fmla="*/ 1945 h 3107"/>
                  <a:gd name="T84" fmla="*/ 27 w 1747"/>
                  <a:gd name="T85" fmla="*/ 1693 h 3107"/>
                  <a:gd name="T86" fmla="*/ 32 w 1747"/>
                  <a:gd name="T87" fmla="*/ 1587 h 3107"/>
                  <a:gd name="T88" fmla="*/ 94 w 1747"/>
                  <a:gd name="T89" fmla="*/ 1311 h 3107"/>
                  <a:gd name="T90" fmla="*/ 147 w 1747"/>
                  <a:gd name="T91" fmla="*/ 1092 h 3107"/>
                  <a:gd name="T92" fmla="*/ 737 w 1747"/>
                  <a:gd name="T93" fmla="*/ 482 h 3107"/>
                  <a:gd name="T94" fmla="*/ 848 w 1747"/>
                  <a:gd name="T95" fmla="*/ 290 h 3107"/>
                  <a:gd name="T96" fmla="*/ 855 w 1747"/>
                  <a:gd name="T97" fmla="*/ 213 h 3107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1747" h="3107">
                    <a:moveTo>
                      <a:pt x="875" y="0"/>
                    </a:moveTo>
                    <a:cubicBezTo>
                      <a:pt x="875" y="0"/>
                      <a:pt x="1009" y="16"/>
                      <a:pt x="1019" y="181"/>
                    </a:cubicBezTo>
                    <a:cubicBezTo>
                      <a:pt x="1019" y="181"/>
                      <a:pt x="1024" y="164"/>
                      <a:pt x="1036" y="171"/>
                    </a:cubicBezTo>
                    <a:cubicBezTo>
                      <a:pt x="1048" y="178"/>
                      <a:pt x="1051" y="192"/>
                      <a:pt x="1048" y="210"/>
                    </a:cubicBezTo>
                    <a:cubicBezTo>
                      <a:pt x="1042" y="241"/>
                      <a:pt x="1038" y="263"/>
                      <a:pt x="1025" y="247"/>
                    </a:cubicBezTo>
                    <a:cubicBezTo>
                      <a:pt x="1025" y="247"/>
                      <a:pt x="1048" y="293"/>
                      <a:pt x="1038" y="350"/>
                    </a:cubicBezTo>
                    <a:cubicBezTo>
                      <a:pt x="1038" y="350"/>
                      <a:pt x="1049" y="348"/>
                      <a:pt x="1054" y="364"/>
                    </a:cubicBezTo>
                    <a:cubicBezTo>
                      <a:pt x="1059" y="380"/>
                      <a:pt x="1094" y="403"/>
                      <a:pt x="1119" y="410"/>
                    </a:cubicBezTo>
                    <a:cubicBezTo>
                      <a:pt x="1144" y="417"/>
                      <a:pt x="1441" y="436"/>
                      <a:pt x="1502" y="607"/>
                    </a:cubicBezTo>
                    <a:cubicBezTo>
                      <a:pt x="1517" y="652"/>
                      <a:pt x="1530" y="666"/>
                      <a:pt x="1553" y="691"/>
                    </a:cubicBezTo>
                    <a:cubicBezTo>
                      <a:pt x="1576" y="716"/>
                      <a:pt x="1609" y="799"/>
                      <a:pt x="1622" y="930"/>
                    </a:cubicBezTo>
                    <a:cubicBezTo>
                      <a:pt x="1626" y="979"/>
                      <a:pt x="1621" y="989"/>
                      <a:pt x="1633" y="1006"/>
                    </a:cubicBezTo>
                    <a:cubicBezTo>
                      <a:pt x="1645" y="1023"/>
                      <a:pt x="1659" y="1037"/>
                      <a:pt x="1655" y="1061"/>
                    </a:cubicBezTo>
                    <a:cubicBezTo>
                      <a:pt x="1651" y="1085"/>
                      <a:pt x="1659" y="1099"/>
                      <a:pt x="1667" y="1115"/>
                    </a:cubicBezTo>
                    <a:cubicBezTo>
                      <a:pt x="1675" y="1131"/>
                      <a:pt x="1707" y="1203"/>
                      <a:pt x="1703" y="1240"/>
                    </a:cubicBezTo>
                    <a:cubicBezTo>
                      <a:pt x="1699" y="1277"/>
                      <a:pt x="1703" y="1290"/>
                      <a:pt x="1711" y="1297"/>
                    </a:cubicBezTo>
                    <a:cubicBezTo>
                      <a:pt x="1719" y="1304"/>
                      <a:pt x="1730" y="1339"/>
                      <a:pt x="1720" y="1350"/>
                    </a:cubicBezTo>
                    <a:cubicBezTo>
                      <a:pt x="1710" y="1361"/>
                      <a:pt x="1711" y="1360"/>
                      <a:pt x="1715" y="1371"/>
                    </a:cubicBezTo>
                    <a:cubicBezTo>
                      <a:pt x="1719" y="1382"/>
                      <a:pt x="1721" y="1385"/>
                      <a:pt x="1720" y="1397"/>
                    </a:cubicBezTo>
                    <a:cubicBezTo>
                      <a:pt x="1719" y="1409"/>
                      <a:pt x="1718" y="1419"/>
                      <a:pt x="1723" y="1440"/>
                    </a:cubicBezTo>
                    <a:cubicBezTo>
                      <a:pt x="1728" y="1461"/>
                      <a:pt x="1747" y="1520"/>
                      <a:pt x="1733" y="1550"/>
                    </a:cubicBezTo>
                    <a:cubicBezTo>
                      <a:pt x="1719" y="1580"/>
                      <a:pt x="1715" y="1590"/>
                      <a:pt x="1710" y="1604"/>
                    </a:cubicBezTo>
                    <a:cubicBezTo>
                      <a:pt x="1705" y="1618"/>
                      <a:pt x="1695" y="1646"/>
                      <a:pt x="1687" y="1654"/>
                    </a:cubicBezTo>
                    <a:cubicBezTo>
                      <a:pt x="1679" y="1662"/>
                      <a:pt x="1635" y="1704"/>
                      <a:pt x="1620" y="1698"/>
                    </a:cubicBezTo>
                    <a:cubicBezTo>
                      <a:pt x="1609" y="1695"/>
                      <a:pt x="1611" y="1680"/>
                      <a:pt x="1611" y="1680"/>
                    </a:cubicBezTo>
                    <a:cubicBezTo>
                      <a:pt x="1611" y="1680"/>
                      <a:pt x="1585" y="1667"/>
                      <a:pt x="1595" y="1640"/>
                    </a:cubicBezTo>
                    <a:cubicBezTo>
                      <a:pt x="1595" y="1640"/>
                      <a:pt x="1579" y="1654"/>
                      <a:pt x="1567" y="1644"/>
                    </a:cubicBezTo>
                    <a:cubicBezTo>
                      <a:pt x="1555" y="1635"/>
                      <a:pt x="1560" y="1602"/>
                      <a:pt x="1558" y="1592"/>
                    </a:cubicBezTo>
                    <a:cubicBezTo>
                      <a:pt x="1556" y="1581"/>
                      <a:pt x="1556" y="1551"/>
                      <a:pt x="1552" y="1532"/>
                    </a:cubicBezTo>
                    <a:cubicBezTo>
                      <a:pt x="1549" y="1513"/>
                      <a:pt x="1536" y="1477"/>
                      <a:pt x="1540" y="1458"/>
                    </a:cubicBezTo>
                    <a:cubicBezTo>
                      <a:pt x="1545" y="1439"/>
                      <a:pt x="1553" y="1420"/>
                      <a:pt x="1542" y="1406"/>
                    </a:cubicBezTo>
                    <a:cubicBezTo>
                      <a:pt x="1531" y="1393"/>
                      <a:pt x="1526" y="1384"/>
                      <a:pt x="1526" y="1376"/>
                    </a:cubicBezTo>
                    <a:cubicBezTo>
                      <a:pt x="1526" y="1368"/>
                      <a:pt x="1478" y="1327"/>
                      <a:pt x="1467" y="1290"/>
                    </a:cubicBezTo>
                    <a:cubicBezTo>
                      <a:pt x="1467" y="1290"/>
                      <a:pt x="1474" y="1378"/>
                      <a:pt x="1471" y="1403"/>
                    </a:cubicBezTo>
                    <a:cubicBezTo>
                      <a:pt x="1469" y="1428"/>
                      <a:pt x="1470" y="1470"/>
                      <a:pt x="1481" y="1498"/>
                    </a:cubicBezTo>
                    <a:cubicBezTo>
                      <a:pt x="1491" y="1526"/>
                      <a:pt x="1571" y="1846"/>
                      <a:pt x="1459" y="2060"/>
                    </a:cubicBezTo>
                    <a:cubicBezTo>
                      <a:pt x="1442" y="2093"/>
                      <a:pt x="1447" y="2107"/>
                      <a:pt x="1450" y="2126"/>
                    </a:cubicBezTo>
                    <a:cubicBezTo>
                      <a:pt x="1453" y="2144"/>
                      <a:pt x="1455" y="2195"/>
                      <a:pt x="1437" y="2216"/>
                    </a:cubicBezTo>
                    <a:cubicBezTo>
                      <a:pt x="1418" y="2238"/>
                      <a:pt x="1405" y="2258"/>
                      <a:pt x="1413" y="2295"/>
                    </a:cubicBezTo>
                    <a:cubicBezTo>
                      <a:pt x="1421" y="2332"/>
                      <a:pt x="1482" y="2551"/>
                      <a:pt x="1413" y="2744"/>
                    </a:cubicBezTo>
                    <a:cubicBezTo>
                      <a:pt x="1397" y="2789"/>
                      <a:pt x="1417" y="2789"/>
                      <a:pt x="1408" y="2808"/>
                    </a:cubicBezTo>
                    <a:cubicBezTo>
                      <a:pt x="1399" y="2827"/>
                      <a:pt x="1399" y="2828"/>
                      <a:pt x="1401" y="2833"/>
                    </a:cubicBezTo>
                    <a:cubicBezTo>
                      <a:pt x="1403" y="2838"/>
                      <a:pt x="1399" y="2850"/>
                      <a:pt x="1396" y="2855"/>
                    </a:cubicBezTo>
                    <a:cubicBezTo>
                      <a:pt x="1393" y="2859"/>
                      <a:pt x="1396" y="2864"/>
                      <a:pt x="1402" y="2870"/>
                    </a:cubicBezTo>
                    <a:cubicBezTo>
                      <a:pt x="1408" y="2876"/>
                      <a:pt x="1430" y="2899"/>
                      <a:pt x="1436" y="2911"/>
                    </a:cubicBezTo>
                    <a:cubicBezTo>
                      <a:pt x="1441" y="2924"/>
                      <a:pt x="1473" y="2946"/>
                      <a:pt x="1481" y="2953"/>
                    </a:cubicBezTo>
                    <a:cubicBezTo>
                      <a:pt x="1490" y="2961"/>
                      <a:pt x="1496" y="2965"/>
                      <a:pt x="1503" y="2970"/>
                    </a:cubicBezTo>
                    <a:cubicBezTo>
                      <a:pt x="1510" y="2974"/>
                      <a:pt x="1531" y="2978"/>
                      <a:pt x="1537" y="2981"/>
                    </a:cubicBezTo>
                    <a:cubicBezTo>
                      <a:pt x="1543" y="2983"/>
                      <a:pt x="1552" y="2986"/>
                      <a:pt x="1556" y="2994"/>
                    </a:cubicBezTo>
                    <a:cubicBezTo>
                      <a:pt x="1559" y="3001"/>
                      <a:pt x="1562" y="3002"/>
                      <a:pt x="1561" y="3012"/>
                    </a:cubicBezTo>
                    <a:cubicBezTo>
                      <a:pt x="1561" y="3012"/>
                      <a:pt x="1575" y="3020"/>
                      <a:pt x="1571" y="3033"/>
                    </a:cubicBezTo>
                    <a:cubicBezTo>
                      <a:pt x="1568" y="3045"/>
                      <a:pt x="1563" y="3044"/>
                      <a:pt x="1563" y="3044"/>
                    </a:cubicBezTo>
                    <a:cubicBezTo>
                      <a:pt x="1563" y="3044"/>
                      <a:pt x="1565" y="3062"/>
                      <a:pt x="1556" y="3067"/>
                    </a:cubicBezTo>
                    <a:cubicBezTo>
                      <a:pt x="1546" y="3073"/>
                      <a:pt x="1544" y="3072"/>
                      <a:pt x="1544" y="3072"/>
                    </a:cubicBezTo>
                    <a:cubicBezTo>
                      <a:pt x="1544" y="3072"/>
                      <a:pt x="1541" y="3082"/>
                      <a:pt x="1529" y="3084"/>
                    </a:cubicBezTo>
                    <a:cubicBezTo>
                      <a:pt x="1517" y="3086"/>
                      <a:pt x="1512" y="3085"/>
                      <a:pt x="1512" y="3085"/>
                    </a:cubicBezTo>
                    <a:cubicBezTo>
                      <a:pt x="1512" y="3085"/>
                      <a:pt x="1498" y="3107"/>
                      <a:pt x="1473" y="3102"/>
                    </a:cubicBezTo>
                    <a:cubicBezTo>
                      <a:pt x="1448" y="3096"/>
                      <a:pt x="1439" y="3083"/>
                      <a:pt x="1435" y="3076"/>
                    </a:cubicBezTo>
                    <a:cubicBezTo>
                      <a:pt x="1430" y="3069"/>
                      <a:pt x="1426" y="3065"/>
                      <a:pt x="1423" y="3064"/>
                    </a:cubicBezTo>
                    <a:cubicBezTo>
                      <a:pt x="1420" y="3064"/>
                      <a:pt x="1409" y="3060"/>
                      <a:pt x="1403" y="3050"/>
                    </a:cubicBezTo>
                    <a:cubicBezTo>
                      <a:pt x="1397" y="3039"/>
                      <a:pt x="1387" y="3027"/>
                      <a:pt x="1379" y="3024"/>
                    </a:cubicBezTo>
                    <a:cubicBezTo>
                      <a:pt x="1371" y="3021"/>
                      <a:pt x="1336" y="3009"/>
                      <a:pt x="1306" y="3007"/>
                    </a:cubicBezTo>
                    <a:cubicBezTo>
                      <a:pt x="1276" y="3005"/>
                      <a:pt x="1197" y="2988"/>
                      <a:pt x="1201" y="2953"/>
                    </a:cubicBezTo>
                    <a:cubicBezTo>
                      <a:pt x="1205" y="2919"/>
                      <a:pt x="1217" y="2898"/>
                      <a:pt x="1205" y="2889"/>
                    </a:cubicBezTo>
                    <a:cubicBezTo>
                      <a:pt x="1193" y="2880"/>
                      <a:pt x="1171" y="2851"/>
                      <a:pt x="1172" y="2824"/>
                    </a:cubicBezTo>
                    <a:cubicBezTo>
                      <a:pt x="1173" y="2797"/>
                      <a:pt x="1180" y="2783"/>
                      <a:pt x="1148" y="2752"/>
                    </a:cubicBezTo>
                    <a:cubicBezTo>
                      <a:pt x="1115" y="2721"/>
                      <a:pt x="982" y="2603"/>
                      <a:pt x="1007" y="2396"/>
                    </a:cubicBezTo>
                    <a:cubicBezTo>
                      <a:pt x="1017" y="2315"/>
                      <a:pt x="1011" y="2276"/>
                      <a:pt x="1018" y="2263"/>
                    </a:cubicBezTo>
                    <a:cubicBezTo>
                      <a:pt x="1025" y="2250"/>
                      <a:pt x="1002" y="2236"/>
                      <a:pt x="1011" y="2230"/>
                    </a:cubicBezTo>
                    <a:cubicBezTo>
                      <a:pt x="1021" y="2223"/>
                      <a:pt x="1021" y="2214"/>
                      <a:pt x="1006" y="2211"/>
                    </a:cubicBezTo>
                    <a:cubicBezTo>
                      <a:pt x="991" y="2208"/>
                      <a:pt x="965" y="2182"/>
                      <a:pt x="954" y="2143"/>
                    </a:cubicBezTo>
                    <a:cubicBezTo>
                      <a:pt x="943" y="2104"/>
                      <a:pt x="897" y="1955"/>
                      <a:pt x="893" y="1927"/>
                    </a:cubicBezTo>
                    <a:cubicBezTo>
                      <a:pt x="889" y="1899"/>
                      <a:pt x="877" y="1890"/>
                      <a:pt x="875" y="1868"/>
                    </a:cubicBezTo>
                    <a:cubicBezTo>
                      <a:pt x="874" y="1847"/>
                      <a:pt x="873" y="1762"/>
                      <a:pt x="873" y="1762"/>
                    </a:cubicBezTo>
                    <a:cubicBezTo>
                      <a:pt x="874" y="1762"/>
                      <a:pt x="874" y="1762"/>
                      <a:pt x="874" y="1762"/>
                    </a:cubicBezTo>
                    <a:cubicBezTo>
                      <a:pt x="874" y="1762"/>
                      <a:pt x="873" y="1847"/>
                      <a:pt x="871" y="1868"/>
                    </a:cubicBezTo>
                    <a:cubicBezTo>
                      <a:pt x="870" y="1890"/>
                      <a:pt x="858" y="1899"/>
                      <a:pt x="854" y="1927"/>
                    </a:cubicBezTo>
                    <a:cubicBezTo>
                      <a:pt x="850" y="1955"/>
                      <a:pt x="803" y="2104"/>
                      <a:pt x="793" y="2143"/>
                    </a:cubicBezTo>
                    <a:cubicBezTo>
                      <a:pt x="782" y="2182"/>
                      <a:pt x="755" y="2208"/>
                      <a:pt x="741" y="2211"/>
                    </a:cubicBezTo>
                    <a:cubicBezTo>
                      <a:pt x="726" y="2214"/>
                      <a:pt x="726" y="2223"/>
                      <a:pt x="735" y="2230"/>
                    </a:cubicBezTo>
                    <a:cubicBezTo>
                      <a:pt x="745" y="2236"/>
                      <a:pt x="722" y="2250"/>
                      <a:pt x="729" y="2263"/>
                    </a:cubicBezTo>
                    <a:cubicBezTo>
                      <a:pt x="735" y="2276"/>
                      <a:pt x="729" y="2315"/>
                      <a:pt x="739" y="2396"/>
                    </a:cubicBezTo>
                    <a:cubicBezTo>
                      <a:pt x="765" y="2603"/>
                      <a:pt x="631" y="2721"/>
                      <a:pt x="599" y="2752"/>
                    </a:cubicBezTo>
                    <a:cubicBezTo>
                      <a:pt x="566" y="2783"/>
                      <a:pt x="574" y="2797"/>
                      <a:pt x="574" y="2824"/>
                    </a:cubicBezTo>
                    <a:cubicBezTo>
                      <a:pt x="575" y="2851"/>
                      <a:pt x="553" y="2880"/>
                      <a:pt x="541" y="2889"/>
                    </a:cubicBezTo>
                    <a:cubicBezTo>
                      <a:pt x="530" y="2898"/>
                      <a:pt x="542" y="2919"/>
                      <a:pt x="545" y="2953"/>
                    </a:cubicBezTo>
                    <a:cubicBezTo>
                      <a:pt x="549" y="2988"/>
                      <a:pt x="471" y="3005"/>
                      <a:pt x="440" y="3007"/>
                    </a:cubicBezTo>
                    <a:cubicBezTo>
                      <a:pt x="410" y="3009"/>
                      <a:pt x="376" y="3021"/>
                      <a:pt x="368" y="3024"/>
                    </a:cubicBezTo>
                    <a:cubicBezTo>
                      <a:pt x="359" y="3027"/>
                      <a:pt x="349" y="3039"/>
                      <a:pt x="344" y="3050"/>
                    </a:cubicBezTo>
                    <a:cubicBezTo>
                      <a:pt x="338" y="3060"/>
                      <a:pt x="326" y="3064"/>
                      <a:pt x="324" y="3064"/>
                    </a:cubicBezTo>
                    <a:cubicBezTo>
                      <a:pt x="321" y="3065"/>
                      <a:pt x="316" y="3069"/>
                      <a:pt x="312" y="3076"/>
                    </a:cubicBezTo>
                    <a:cubicBezTo>
                      <a:pt x="307" y="3083"/>
                      <a:pt x="298" y="3096"/>
                      <a:pt x="273" y="3102"/>
                    </a:cubicBezTo>
                    <a:cubicBezTo>
                      <a:pt x="249" y="3107"/>
                      <a:pt x="235" y="3085"/>
                      <a:pt x="235" y="3085"/>
                    </a:cubicBezTo>
                    <a:cubicBezTo>
                      <a:pt x="235" y="3085"/>
                      <a:pt x="230" y="3086"/>
                      <a:pt x="218" y="3084"/>
                    </a:cubicBezTo>
                    <a:cubicBezTo>
                      <a:pt x="206" y="3082"/>
                      <a:pt x="202" y="3072"/>
                      <a:pt x="202" y="3072"/>
                    </a:cubicBezTo>
                    <a:cubicBezTo>
                      <a:pt x="202" y="3072"/>
                      <a:pt x="200" y="3073"/>
                      <a:pt x="191" y="3067"/>
                    </a:cubicBezTo>
                    <a:cubicBezTo>
                      <a:pt x="181" y="3062"/>
                      <a:pt x="184" y="3044"/>
                      <a:pt x="184" y="3044"/>
                    </a:cubicBezTo>
                    <a:cubicBezTo>
                      <a:pt x="184" y="3044"/>
                      <a:pt x="179" y="3045"/>
                      <a:pt x="175" y="3033"/>
                    </a:cubicBezTo>
                    <a:cubicBezTo>
                      <a:pt x="172" y="3020"/>
                      <a:pt x="186" y="3012"/>
                      <a:pt x="186" y="3012"/>
                    </a:cubicBezTo>
                    <a:cubicBezTo>
                      <a:pt x="185" y="3002"/>
                      <a:pt x="187" y="3001"/>
                      <a:pt x="191" y="2994"/>
                    </a:cubicBezTo>
                    <a:cubicBezTo>
                      <a:pt x="195" y="2986"/>
                      <a:pt x="203" y="2983"/>
                      <a:pt x="210" y="2981"/>
                    </a:cubicBezTo>
                    <a:cubicBezTo>
                      <a:pt x="216" y="2978"/>
                      <a:pt x="236" y="2974"/>
                      <a:pt x="244" y="2970"/>
                    </a:cubicBezTo>
                    <a:cubicBezTo>
                      <a:pt x="251" y="2965"/>
                      <a:pt x="257" y="2961"/>
                      <a:pt x="265" y="2953"/>
                    </a:cubicBezTo>
                    <a:cubicBezTo>
                      <a:pt x="274" y="2946"/>
                      <a:pt x="305" y="2924"/>
                      <a:pt x="311" y="2911"/>
                    </a:cubicBezTo>
                    <a:cubicBezTo>
                      <a:pt x="317" y="2899"/>
                      <a:pt x="338" y="2876"/>
                      <a:pt x="345" y="2870"/>
                    </a:cubicBezTo>
                    <a:cubicBezTo>
                      <a:pt x="351" y="2864"/>
                      <a:pt x="354" y="2859"/>
                      <a:pt x="350" y="2855"/>
                    </a:cubicBezTo>
                    <a:cubicBezTo>
                      <a:pt x="347" y="2850"/>
                      <a:pt x="344" y="2838"/>
                      <a:pt x="346" y="2833"/>
                    </a:cubicBezTo>
                    <a:cubicBezTo>
                      <a:pt x="348" y="2828"/>
                      <a:pt x="348" y="2827"/>
                      <a:pt x="339" y="2808"/>
                    </a:cubicBezTo>
                    <a:cubicBezTo>
                      <a:pt x="330" y="2789"/>
                      <a:pt x="350" y="2789"/>
                      <a:pt x="334" y="2744"/>
                    </a:cubicBezTo>
                    <a:cubicBezTo>
                      <a:pt x="265" y="2551"/>
                      <a:pt x="326" y="2332"/>
                      <a:pt x="334" y="2295"/>
                    </a:cubicBezTo>
                    <a:cubicBezTo>
                      <a:pt x="342" y="2258"/>
                      <a:pt x="329" y="2238"/>
                      <a:pt x="310" y="2216"/>
                    </a:cubicBezTo>
                    <a:cubicBezTo>
                      <a:pt x="291" y="2195"/>
                      <a:pt x="294" y="2144"/>
                      <a:pt x="297" y="2126"/>
                    </a:cubicBezTo>
                    <a:cubicBezTo>
                      <a:pt x="299" y="2107"/>
                      <a:pt x="304" y="2093"/>
                      <a:pt x="287" y="2060"/>
                    </a:cubicBezTo>
                    <a:cubicBezTo>
                      <a:pt x="175" y="1846"/>
                      <a:pt x="255" y="1526"/>
                      <a:pt x="266" y="1498"/>
                    </a:cubicBezTo>
                    <a:cubicBezTo>
                      <a:pt x="277" y="1470"/>
                      <a:pt x="278" y="1428"/>
                      <a:pt x="275" y="1403"/>
                    </a:cubicBezTo>
                    <a:cubicBezTo>
                      <a:pt x="273" y="1378"/>
                      <a:pt x="279" y="1290"/>
                      <a:pt x="279" y="1290"/>
                    </a:cubicBezTo>
                    <a:cubicBezTo>
                      <a:pt x="269" y="1327"/>
                      <a:pt x="221" y="1368"/>
                      <a:pt x="221" y="1376"/>
                    </a:cubicBezTo>
                    <a:cubicBezTo>
                      <a:pt x="221" y="1384"/>
                      <a:pt x="215" y="1393"/>
                      <a:pt x="205" y="1406"/>
                    </a:cubicBezTo>
                    <a:cubicBezTo>
                      <a:pt x="194" y="1420"/>
                      <a:pt x="202" y="1439"/>
                      <a:pt x="207" y="1458"/>
                    </a:cubicBezTo>
                    <a:cubicBezTo>
                      <a:pt x="211" y="1477"/>
                      <a:pt x="198" y="1513"/>
                      <a:pt x="194" y="1532"/>
                    </a:cubicBezTo>
                    <a:cubicBezTo>
                      <a:pt x="190" y="1551"/>
                      <a:pt x="191" y="1581"/>
                      <a:pt x="188" y="1592"/>
                    </a:cubicBezTo>
                    <a:cubicBezTo>
                      <a:pt x="186" y="1602"/>
                      <a:pt x="192" y="1635"/>
                      <a:pt x="180" y="1644"/>
                    </a:cubicBezTo>
                    <a:cubicBezTo>
                      <a:pt x="168" y="1654"/>
                      <a:pt x="152" y="1640"/>
                      <a:pt x="152" y="1640"/>
                    </a:cubicBezTo>
                    <a:cubicBezTo>
                      <a:pt x="162" y="1667"/>
                      <a:pt x="135" y="1680"/>
                      <a:pt x="135" y="1680"/>
                    </a:cubicBezTo>
                    <a:cubicBezTo>
                      <a:pt x="135" y="1680"/>
                      <a:pt x="137" y="1695"/>
                      <a:pt x="127" y="1698"/>
                    </a:cubicBezTo>
                    <a:cubicBezTo>
                      <a:pt x="112" y="1704"/>
                      <a:pt x="68" y="1662"/>
                      <a:pt x="60" y="1654"/>
                    </a:cubicBezTo>
                    <a:cubicBezTo>
                      <a:pt x="52" y="1646"/>
                      <a:pt x="42" y="1618"/>
                      <a:pt x="37" y="1604"/>
                    </a:cubicBezTo>
                    <a:cubicBezTo>
                      <a:pt x="32" y="1590"/>
                      <a:pt x="28" y="1580"/>
                      <a:pt x="14" y="1550"/>
                    </a:cubicBezTo>
                    <a:cubicBezTo>
                      <a:pt x="0" y="1520"/>
                      <a:pt x="19" y="1461"/>
                      <a:pt x="24" y="1440"/>
                    </a:cubicBezTo>
                    <a:cubicBezTo>
                      <a:pt x="29" y="1419"/>
                      <a:pt x="28" y="1409"/>
                      <a:pt x="27" y="1397"/>
                    </a:cubicBezTo>
                    <a:cubicBezTo>
                      <a:pt x="26" y="1385"/>
                      <a:pt x="28" y="1382"/>
                      <a:pt x="32" y="1371"/>
                    </a:cubicBezTo>
                    <a:cubicBezTo>
                      <a:pt x="36" y="1360"/>
                      <a:pt x="37" y="1361"/>
                      <a:pt x="27" y="1350"/>
                    </a:cubicBezTo>
                    <a:cubicBezTo>
                      <a:pt x="17" y="1339"/>
                      <a:pt x="28" y="1304"/>
                      <a:pt x="36" y="1297"/>
                    </a:cubicBezTo>
                    <a:cubicBezTo>
                      <a:pt x="44" y="1290"/>
                      <a:pt x="48" y="1277"/>
                      <a:pt x="44" y="1240"/>
                    </a:cubicBezTo>
                    <a:cubicBezTo>
                      <a:pt x="40" y="1203"/>
                      <a:pt x="72" y="1131"/>
                      <a:pt x="80" y="1115"/>
                    </a:cubicBezTo>
                    <a:cubicBezTo>
                      <a:pt x="88" y="1099"/>
                      <a:pt x="96" y="1085"/>
                      <a:pt x="92" y="1061"/>
                    </a:cubicBezTo>
                    <a:cubicBezTo>
                      <a:pt x="88" y="1037"/>
                      <a:pt x="102" y="1023"/>
                      <a:pt x="114" y="1006"/>
                    </a:cubicBezTo>
                    <a:cubicBezTo>
                      <a:pt x="126" y="989"/>
                      <a:pt x="120" y="979"/>
                      <a:pt x="125" y="930"/>
                    </a:cubicBezTo>
                    <a:cubicBezTo>
                      <a:pt x="138" y="799"/>
                      <a:pt x="171" y="716"/>
                      <a:pt x="194" y="691"/>
                    </a:cubicBezTo>
                    <a:cubicBezTo>
                      <a:pt x="217" y="666"/>
                      <a:pt x="229" y="652"/>
                      <a:pt x="245" y="607"/>
                    </a:cubicBezTo>
                    <a:cubicBezTo>
                      <a:pt x="306" y="436"/>
                      <a:pt x="603" y="417"/>
                      <a:pt x="628" y="410"/>
                    </a:cubicBezTo>
                    <a:cubicBezTo>
                      <a:pt x="653" y="403"/>
                      <a:pt x="688" y="380"/>
                      <a:pt x="693" y="364"/>
                    </a:cubicBezTo>
                    <a:cubicBezTo>
                      <a:pt x="698" y="348"/>
                      <a:pt x="709" y="350"/>
                      <a:pt x="709" y="350"/>
                    </a:cubicBezTo>
                    <a:cubicBezTo>
                      <a:pt x="699" y="293"/>
                      <a:pt x="722" y="247"/>
                      <a:pt x="722" y="247"/>
                    </a:cubicBezTo>
                    <a:cubicBezTo>
                      <a:pt x="705" y="267"/>
                      <a:pt x="707" y="220"/>
                      <a:pt x="702" y="211"/>
                    </a:cubicBezTo>
                    <a:cubicBezTo>
                      <a:pt x="694" y="199"/>
                      <a:pt x="699" y="176"/>
                      <a:pt x="711" y="170"/>
                    </a:cubicBezTo>
                    <a:cubicBezTo>
                      <a:pt x="723" y="163"/>
                      <a:pt x="728" y="181"/>
                      <a:pt x="728" y="181"/>
                    </a:cubicBezTo>
                    <a:cubicBezTo>
                      <a:pt x="737" y="16"/>
                      <a:pt x="872" y="0"/>
                      <a:pt x="872" y="0"/>
                    </a:cubicBezTo>
                    <a:lnTo>
                      <a:pt x="875" y="0"/>
                    </a:lnTo>
                    <a:close/>
                  </a:path>
                </a:pathLst>
              </a:custGeom>
              <a:solidFill>
                <a:srgbClr val="7533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544" name="Freeform 425">
                <a:extLst>
                  <a:ext uri="{FF2B5EF4-FFF2-40B4-BE49-F238E27FC236}">
                    <a16:creationId xmlns:a16="http://schemas.microsoft.com/office/drawing/2014/main" id="{A961C144-2825-463F-ABCB-8AB30D2FCF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8" y="877"/>
                <a:ext cx="50" cy="38"/>
              </a:xfrm>
              <a:custGeom>
                <a:avLst/>
                <a:gdLst>
                  <a:gd name="T0" fmla="*/ 52 w 47"/>
                  <a:gd name="T1" fmla="*/ 19 h 36"/>
                  <a:gd name="T2" fmla="*/ 0 w 47"/>
                  <a:gd name="T3" fmla="*/ 24 h 36"/>
                  <a:gd name="T4" fmla="*/ 44 w 47"/>
                  <a:gd name="T5" fmla="*/ 29 h 36"/>
                  <a:gd name="T6" fmla="*/ 53 w 47"/>
                  <a:gd name="T7" fmla="*/ 25 h 36"/>
                  <a:gd name="T8" fmla="*/ 54 w 47"/>
                  <a:gd name="T9" fmla="*/ 21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7" h="36">
                    <a:moveTo>
                      <a:pt x="43" y="16"/>
                    </a:moveTo>
                    <a:cubicBezTo>
                      <a:pt x="43" y="16"/>
                      <a:pt x="16" y="0"/>
                      <a:pt x="0" y="21"/>
                    </a:cubicBezTo>
                    <a:cubicBezTo>
                      <a:pt x="0" y="21"/>
                      <a:pt x="16" y="36"/>
                      <a:pt x="37" y="25"/>
                    </a:cubicBezTo>
                    <a:cubicBezTo>
                      <a:pt x="37" y="25"/>
                      <a:pt x="40" y="22"/>
                      <a:pt x="44" y="22"/>
                    </a:cubicBezTo>
                    <a:cubicBezTo>
                      <a:pt x="47" y="22"/>
                      <a:pt x="47" y="20"/>
                      <a:pt x="45" y="18"/>
                    </a:cubicBezTo>
                  </a:path>
                </a:pathLst>
              </a:custGeom>
              <a:solidFill>
                <a:srgbClr val="FC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545" name="Freeform 426">
                <a:extLst>
                  <a:ext uri="{FF2B5EF4-FFF2-40B4-BE49-F238E27FC236}">
                    <a16:creationId xmlns:a16="http://schemas.microsoft.com/office/drawing/2014/main" id="{DEAEC330-4232-403C-93DF-298BA34000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8" y="877"/>
                <a:ext cx="50" cy="38"/>
              </a:xfrm>
              <a:custGeom>
                <a:avLst/>
                <a:gdLst>
                  <a:gd name="T0" fmla="*/ 4 w 47"/>
                  <a:gd name="T1" fmla="*/ 19 h 36"/>
                  <a:gd name="T2" fmla="*/ 56 w 47"/>
                  <a:gd name="T3" fmla="*/ 24 h 36"/>
                  <a:gd name="T4" fmla="*/ 13 w 47"/>
                  <a:gd name="T5" fmla="*/ 29 h 36"/>
                  <a:gd name="T6" fmla="*/ 3 w 47"/>
                  <a:gd name="T7" fmla="*/ 25 h 36"/>
                  <a:gd name="T8" fmla="*/ 2 w 47"/>
                  <a:gd name="T9" fmla="*/ 21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7" h="36">
                    <a:moveTo>
                      <a:pt x="4" y="16"/>
                    </a:moveTo>
                    <a:cubicBezTo>
                      <a:pt x="4" y="16"/>
                      <a:pt x="31" y="0"/>
                      <a:pt x="47" y="21"/>
                    </a:cubicBezTo>
                    <a:cubicBezTo>
                      <a:pt x="47" y="21"/>
                      <a:pt x="31" y="36"/>
                      <a:pt x="10" y="25"/>
                    </a:cubicBezTo>
                    <a:cubicBezTo>
                      <a:pt x="10" y="25"/>
                      <a:pt x="7" y="22"/>
                      <a:pt x="3" y="22"/>
                    </a:cubicBezTo>
                    <a:cubicBezTo>
                      <a:pt x="0" y="22"/>
                      <a:pt x="0" y="20"/>
                      <a:pt x="2" y="18"/>
                    </a:cubicBezTo>
                  </a:path>
                </a:pathLst>
              </a:custGeom>
              <a:solidFill>
                <a:srgbClr val="FC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546" name="Freeform 427">
                <a:extLst>
                  <a:ext uri="{FF2B5EF4-FFF2-40B4-BE49-F238E27FC236}">
                    <a16:creationId xmlns:a16="http://schemas.microsoft.com/office/drawing/2014/main" id="{85E4AA47-3ABD-497B-B27A-55A24BAE7A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2" y="2362"/>
                <a:ext cx="38" cy="173"/>
              </a:xfrm>
              <a:custGeom>
                <a:avLst/>
                <a:gdLst>
                  <a:gd name="T0" fmla="*/ 26 w 36"/>
                  <a:gd name="T1" fmla="*/ 0 h 164"/>
                  <a:gd name="T2" fmla="*/ 19 w 36"/>
                  <a:gd name="T3" fmla="*/ 9 h 164"/>
                  <a:gd name="T4" fmla="*/ 19 w 36"/>
                  <a:gd name="T5" fmla="*/ 27 h 164"/>
                  <a:gd name="T6" fmla="*/ 5 w 36"/>
                  <a:gd name="T7" fmla="*/ 56 h 164"/>
                  <a:gd name="T8" fmla="*/ 3 w 36"/>
                  <a:gd name="T9" fmla="*/ 79 h 164"/>
                  <a:gd name="T10" fmla="*/ 3 w 36"/>
                  <a:gd name="T11" fmla="*/ 94 h 164"/>
                  <a:gd name="T12" fmla="*/ 7 w 36"/>
                  <a:gd name="T13" fmla="*/ 103 h 164"/>
                  <a:gd name="T14" fmla="*/ 16 w 36"/>
                  <a:gd name="T15" fmla="*/ 122 h 164"/>
                  <a:gd name="T16" fmla="*/ 29 w 36"/>
                  <a:gd name="T17" fmla="*/ 136 h 164"/>
                  <a:gd name="T18" fmla="*/ 41 w 36"/>
                  <a:gd name="T19" fmla="*/ 167 h 164"/>
                  <a:gd name="T20" fmla="*/ 41 w 36"/>
                  <a:gd name="T21" fmla="*/ 192 h 16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6" h="164">
                    <a:moveTo>
                      <a:pt x="23" y="0"/>
                    </a:moveTo>
                    <a:cubicBezTo>
                      <a:pt x="20" y="4"/>
                      <a:pt x="18" y="5"/>
                      <a:pt x="16" y="9"/>
                    </a:cubicBezTo>
                    <a:cubicBezTo>
                      <a:pt x="15" y="14"/>
                      <a:pt x="17" y="19"/>
                      <a:pt x="16" y="24"/>
                    </a:cubicBezTo>
                    <a:cubicBezTo>
                      <a:pt x="14" y="34"/>
                      <a:pt x="10" y="39"/>
                      <a:pt x="5" y="47"/>
                    </a:cubicBezTo>
                    <a:cubicBezTo>
                      <a:pt x="0" y="54"/>
                      <a:pt x="2" y="58"/>
                      <a:pt x="3" y="67"/>
                    </a:cubicBezTo>
                    <a:cubicBezTo>
                      <a:pt x="3" y="71"/>
                      <a:pt x="3" y="76"/>
                      <a:pt x="3" y="80"/>
                    </a:cubicBezTo>
                    <a:cubicBezTo>
                      <a:pt x="4" y="83"/>
                      <a:pt x="5" y="85"/>
                      <a:pt x="7" y="88"/>
                    </a:cubicBezTo>
                    <a:cubicBezTo>
                      <a:pt x="10" y="95"/>
                      <a:pt x="8" y="100"/>
                      <a:pt x="13" y="104"/>
                    </a:cubicBezTo>
                    <a:cubicBezTo>
                      <a:pt x="18" y="108"/>
                      <a:pt x="21" y="111"/>
                      <a:pt x="25" y="116"/>
                    </a:cubicBezTo>
                    <a:cubicBezTo>
                      <a:pt x="30" y="124"/>
                      <a:pt x="33" y="133"/>
                      <a:pt x="35" y="142"/>
                    </a:cubicBezTo>
                    <a:cubicBezTo>
                      <a:pt x="36" y="149"/>
                      <a:pt x="34" y="157"/>
                      <a:pt x="35" y="164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547" name="Freeform 428">
                <a:extLst>
                  <a:ext uri="{FF2B5EF4-FFF2-40B4-BE49-F238E27FC236}">
                    <a16:creationId xmlns:a16="http://schemas.microsoft.com/office/drawing/2014/main" id="{249A7C90-4574-42D3-94B8-0BDEE006FF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7" y="2447"/>
                <a:ext cx="48" cy="43"/>
              </a:xfrm>
              <a:custGeom>
                <a:avLst/>
                <a:gdLst>
                  <a:gd name="T0" fmla="*/ 52 w 46"/>
                  <a:gd name="T1" fmla="*/ 47 h 41"/>
                  <a:gd name="T2" fmla="*/ 39 w 46"/>
                  <a:gd name="T3" fmla="*/ 33 h 41"/>
                  <a:gd name="T4" fmla="*/ 24 w 46"/>
                  <a:gd name="T5" fmla="*/ 25 h 41"/>
                  <a:gd name="T6" fmla="*/ 0 w 46"/>
                  <a:gd name="T7" fmla="*/ 0 h 4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6" h="41">
                    <a:moveTo>
                      <a:pt x="46" y="41"/>
                    </a:moveTo>
                    <a:cubicBezTo>
                      <a:pt x="45" y="37"/>
                      <a:pt x="38" y="31"/>
                      <a:pt x="34" y="29"/>
                    </a:cubicBezTo>
                    <a:cubicBezTo>
                      <a:pt x="29" y="26"/>
                      <a:pt x="25" y="26"/>
                      <a:pt x="21" y="22"/>
                    </a:cubicBezTo>
                    <a:cubicBezTo>
                      <a:pt x="14" y="15"/>
                      <a:pt x="12" y="1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548" name="Freeform 429">
                <a:extLst>
                  <a:ext uri="{FF2B5EF4-FFF2-40B4-BE49-F238E27FC236}">
                    <a16:creationId xmlns:a16="http://schemas.microsoft.com/office/drawing/2014/main" id="{35F6A949-4B25-483A-935C-13C1F84707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4" y="2426"/>
                <a:ext cx="23" cy="18"/>
              </a:xfrm>
              <a:custGeom>
                <a:avLst/>
                <a:gdLst>
                  <a:gd name="T0" fmla="*/ 27 w 21"/>
                  <a:gd name="T1" fmla="*/ 20 h 17"/>
                  <a:gd name="T2" fmla="*/ 0 w 21"/>
                  <a:gd name="T3" fmla="*/ 0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17">
                    <a:moveTo>
                      <a:pt x="21" y="17"/>
                    </a:moveTo>
                    <a:cubicBezTo>
                      <a:pt x="16" y="9"/>
                      <a:pt x="9" y="4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549" name="Freeform 430">
                <a:extLst>
                  <a:ext uri="{FF2B5EF4-FFF2-40B4-BE49-F238E27FC236}">
                    <a16:creationId xmlns:a16="http://schemas.microsoft.com/office/drawing/2014/main" id="{8FBF05FD-6944-451C-B980-78BB564059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3" y="2362"/>
                <a:ext cx="38" cy="128"/>
              </a:xfrm>
              <a:custGeom>
                <a:avLst/>
                <a:gdLst>
                  <a:gd name="T0" fmla="*/ 2 w 36"/>
                  <a:gd name="T1" fmla="*/ 0 h 121"/>
                  <a:gd name="T2" fmla="*/ 1 w 36"/>
                  <a:gd name="T3" fmla="*/ 56 h 121"/>
                  <a:gd name="T4" fmla="*/ 6 w 36"/>
                  <a:gd name="T5" fmla="*/ 98 h 121"/>
                  <a:gd name="T6" fmla="*/ 22 w 36"/>
                  <a:gd name="T7" fmla="*/ 124 h 121"/>
                  <a:gd name="T8" fmla="*/ 42 w 36"/>
                  <a:gd name="T9" fmla="*/ 143 h 1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" h="121">
                    <a:moveTo>
                      <a:pt x="2" y="0"/>
                    </a:moveTo>
                    <a:cubicBezTo>
                      <a:pt x="8" y="15"/>
                      <a:pt x="2" y="31"/>
                      <a:pt x="1" y="47"/>
                    </a:cubicBezTo>
                    <a:cubicBezTo>
                      <a:pt x="0" y="59"/>
                      <a:pt x="1" y="71"/>
                      <a:pt x="6" y="83"/>
                    </a:cubicBezTo>
                    <a:cubicBezTo>
                      <a:pt x="9" y="90"/>
                      <a:pt x="13" y="99"/>
                      <a:pt x="19" y="105"/>
                    </a:cubicBezTo>
                    <a:cubicBezTo>
                      <a:pt x="23" y="110"/>
                      <a:pt x="30" y="119"/>
                      <a:pt x="36" y="121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550" name="Freeform 431">
                <a:extLst>
                  <a:ext uri="{FF2B5EF4-FFF2-40B4-BE49-F238E27FC236}">
                    <a16:creationId xmlns:a16="http://schemas.microsoft.com/office/drawing/2014/main" id="{1E8096C5-BD40-464C-A19F-44DA304C50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0" y="2354"/>
                <a:ext cx="38" cy="27"/>
              </a:xfrm>
              <a:custGeom>
                <a:avLst/>
                <a:gdLst>
                  <a:gd name="T0" fmla="*/ 0 w 36"/>
                  <a:gd name="T1" fmla="*/ 3 h 26"/>
                  <a:gd name="T2" fmla="*/ 42 w 36"/>
                  <a:gd name="T3" fmla="*/ 29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6" h="26">
                    <a:moveTo>
                      <a:pt x="0" y="3"/>
                    </a:moveTo>
                    <a:cubicBezTo>
                      <a:pt x="13" y="0"/>
                      <a:pt x="30" y="16"/>
                      <a:pt x="36" y="26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551" name="Freeform 432">
                <a:extLst>
                  <a:ext uri="{FF2B5EF4-FFF2-40B4-BE49-F238E27FC236}">
                    <a16:creationId xmlns:a16="http://schemas.microsoft.com/office/drawing/2014/main" id="{CC4B80D4-FDF1-441D-AA84-644601C5DD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7" y="2440"/>
                <a:ext cx="27" cy="30"/>
              </a:xfrm>
              <a:custGeom>
                <a:avLst/>
                <a:gdLst>
                  <a:gd name="T0" fmla="*/ 28 w 26"/>
                  <a:gd name="T1" fmla="*/ 1 h 28"/>
                  <a:gd name="T2" fmla="*/ 6 w 26"/>
                  <a:gd name="T3" fmla="*/ 6 h 28"/>
                  <a:gd name="T4" fmla="*/ 1 w 26"/>
                  <a:gd name="T5" fmla="*/ 34 h 28"/>
                  <a:gd name="T6" fmla="*/ 29 w 26"/>
                  <a:gd name="T7" fmla="*/ 33 h 2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28">
                    <a:moveTo>
                      <a:pt x="25" y="1"/>
                    </a:moveTo>
                    <a:cubicBezTo>
                      <a:pt x="18" y="0"/>
                      <a:pt x="11" y="1"/>
                      <a:pt x="6" y="6"/>
                    </a:cubicBezTo>
                    <a:cubicBezTo>
                      <a:pt x="0" y="11"/>
                      <a:pt x="0" y="21"/>
                      <a:pt x="1" y="28"/>
                    </a:cubicBezTo>
                    <a:cubicBezTo>
                      <a:pt x="5" y="22"/>
                      <a:pt x="20" y="20"/>
                      <a:pt x="26" y="27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552" name="Freeform 433">
                <a:extLst>
                  <a:ext uri="{FF2B5EF4-FFF2-40B4-BE49-F238E27FC236}">
                    <a16:creationId xmlns:a16="http://schemas.microsoft.com/office/drawing/2014/main" id="{8B46167B-3B83-402E-BDB6-065A60C1A3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0" y="2520"/>
                <a:ext cx="37" cy="24"/>
              </a:xfrm>
              <a:custGeom>
                <a:avLst/>
                <a:gdLst>
                  <a:gd name="T0" fmla="*/ 0 w 35"/>
                  <a:gd name="T1" fmla="*/ 7 h 23"/>
                  <a:gd name="T2" fmla="*/ 29 w 35"/>
                  <a:gd name="T3" fmla="*/ 5 h 23"/>
                  <a:gd name="T4" fmla="*/ 40 w 35"/>
                  <a:gd name="T5" fmla="*/ 11 h 23"/>
                  <a:gd name="T6" fmla="*/ 34 w 35"/>
                  <a:gd name="T7" fmla="*/ 26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5" h="23">
                    <a:moveTo>
                      <a:pt x="0" y="7"/>
                    </a:moveTo>
                    <a:cubicBezTo>
                      <a:pt x="8" y="1"/>
                      <a:pt x="16" y="0"/>
                      <a:pt x="25" y="5"/>
                    </a:cubicBezTo>
                    <a:cubicBezTo>
                      <a:pt x="27" y="6"/>
                      <a:pt x="33" y="8"/>
                      <a:pt x="34" y="11"/>
                    </a:cubicBezTo>
                    <a:cubicBezTo>
                      <a:pt x="35" y="14"/>
                      <a:pt x="30" y="21"/>
                      <a:pt x="28" y="23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553" name="Freeform 434">
                <a:extLst>
                  <a:ext uri="{FF2B5EF4-FFF2-40B4-BE49-F238E27FC236}">
                    <a16:creationId xmlns:a16="http://schemas.microsoft.com/office/drawing/2014/main" id="{99A03098-B304-42CE-A520-F3D1A3EFF2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7" y="2948"/>
                <a:ext cx="61" cy="87"/>
              </a:xfrm>
              <a:custGeom>
                <a:avLst/>
                <a:gdLst>
                  <a:gd name="T0" fmla="*/ 0 w 58"/>
                  <a:gd name="T1" fmla="*/ 0 h 82"/>
                  <a:gd name="T2" fmla="*/ 67 w 58"/>
                  <a:gd name="T3" fmla="*/ 98 h 8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8" h="82">
                    <a:moveTo>
                      <a:pt x="0" y="0"/>
                    </a:moveTo>
                    <a:cubicBezTo>
                      <a:pt x="13" y="31"/>
                      <a:pt x="53" y="46"/>
                      <a:pt x="58" y="82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554" name="Freeform 435">
                <a:extLst>
                  <a:ext uri="{FF2B5EF4-FFF2-40B4-BE49-F238E27FC236}">
                    <a16:creationId xmlns:a16="http://schemas.microsoft.com/office/drawing/2014/main" id="{0B299E9C-3A3E-414D-BFFC-73E1E3E9D8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9" y="3073"/>
                <a:ext cx="210" cy="38"/>
              </a:xfrm>
              <a:custGeom>
                <a:avLst/>
                <a:gdLst>
                  <a:gd name="T0" fmla="*/ 0 w 199"/>
                  <a:gd name="T1" fmla="*/ 0 h 36"/>
                  <a:gd name="T2" fmla="*/ 110 w 199"/>
                  <a:gd name="T3" fmla="*/ 40 h 36"/>
                  <a:gd name="T4" fmla="*/ 234 w 199"/>
                  <a:gd name="T5" fmla="*/ 20 h 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9" h="36">
                    <a:moveTo>
                      <a:pt x="0" y="0"/>
                    </a:moveTo>
                    <a:cubicBezTo>
                      <a:pt x="32" y="17"/>
                      <a:pt x="56" y="33"/>
                      <a:pt x="94" y="34"/>
                    </a:cubicBezTo>
                    <a:cubicBezTo>
                      <a:pt x="129" y="36"/>
                      <a:pt x="166" y="27"/>
                      <a:pt x="199" y="17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555" name="Freeform 436">
                <a:extLst>
                  <a:ext uri="{FF2B5EF4-FFF2-40B4-BE49-F238E27FC236}">
                    <a16:creationId xmlns:a16="http://schemas.microsoft.com/office/drawing/2014/main" id="{6050CFDC-0EB4-4F85-95D5-DC5DACD65D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4" y="3077"/>
                <a:ext cx="41" cy="18"/>
              </a:xfrm>
              <a:custGeom>
                <a:avLst/>
                <a:gdLst>
                  <a:gd name="T0" fmla="*/ 0 w 38"/>
                  <a:gd name="T1" fmla="*/ 0 h 17"/>
                  <a:gd name="T2" fmla="*/ 47 w 38"/>
                  <a:gd name="T3" fmla="*/ 20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8" h="17">
                    <a:moveTo>
                      <a:pt x="0" y="0"/>
                    </a:moveTo>
                    <a:cubicBezTo>
                      <a:pt x="13" y="1"/>
                      <a:pt x="29" y="8"/>
                      <a:pt x="38" y="17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556" name="Freeform 437">
                <a:extLst>
                  <a:ext uri="{FF2B5EF4-FFF2-40B4-BE49-F238E27FC236}">
                    <a16:creationId xmlns:a16="http://schemas.microsoft.com/office/drawing/2014/main" id="{B2577AB5-A85B-41E3-AF7B-5F2924C890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7" y="3133"/>
                <a:ext cx="43" cy="4"/>
              </a:xfrm>
              <a:custGeom>
                <a:avLst/>
                <a:gdLst>
                  <a:gd name="T0" fmla="*/ 0 w 41"/>
                  <a:gd name="T1" fmla="*/ 0 h 4"/>
                  <a:gd name="T2" fmla="*/ 47 w 41"/>
                  <a:gd name="T3" fmla="*/ 4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1" h="4">
                    <a:moveTo>
                      <a:pt x="0" y="0"/>
                    </a:moveTo>
                    <a:cubicBezTo>
                      <a:pt x="14" y="3"/>
                      <a:pt x="28" y="1"/>
                      <a:pt x="41" y="4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557" name="Freeform 438">
                <a:extLst>
                  <a:ext uri="{FF2B5EF4-FFF2-40B4-BE49-F238E27FC236}">
                    <a16:creationId xmlns:a16="http://schemas.microsoft.com/office/drawing/2014/main" id="{72FEED38-3FE8-4F40-BDBA-E0E35F3B22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8" y="3664"/>
                <a:ext cx="39" cy="10"/>
              </a:xfrm>
              <a:custGeom>
                <a:avLst/>
                <a:gdLst>
                  <a:gd name="T0" fmla="*/ 0 w 37"/>
                  <a:gd name="T1" fmla="*/ 0 h 10"/>
                  <a:gd name="T2" fmla="*/ 43 w 37"/>
                  <a:gd name="T3" fmla="*/ 10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7" h="10">
                    <a:moveTo>
                      <a:pt x="0" y="0"/>
                    </a:moveTo>
                    <a:cubicBezTo>
                      <a:pt x="12" y="5"/>
                      <a:pt x="25" y="9"/>
                      <a:pt x="37" y="1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558" name="Freeform 439">
                <a:extLst>
                  <a:ext uri="{FF2B5EF4-FFF2-40B4-BE49-F238E27FC236}">
                    <a16:creationId xmlns:a16="http://schemas.microsoft.com/office/drawing/2014/main" id="{CC0EF9D1-A943-4FAC-BE2A-BFB856A1D6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9" y="3772"/>
                <a:ext cx="91" cy="15"/>
              </a:xfrm>
              <a:custGeom>
                <a:avLst/>
                <a:gdLst>
                  <a:gd name="T0" fmla="*/ 0 w 86"/>
                  <a:gd name="T1" fmla="*/ 6 h 14"/>
                  <a:gd name="T2" fmla="*/ 34 w 86"/>
                  <a:gd name="T3" fmla="*/ 1 h 14"/>
                  <a:gd name="T4" fmla="*/ 65 w 86"/>
                  <a:gd name="T5" fmla="*/ 12 h 14"/>
                  <a:gd name="T6" fmla="*/ 102 w 86"/>
                  <a:gd name="T7" fmla="*/ 17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6" h="14">
                    <a:moveTo>
                      <a:pt x="0" y="6"/>
                    </a:moveTo>
                    <a:cubicBezTo>
                      <a:pt x="9" y="3"/>
                      <a:pt x="19" y="0"/>
                      <a:pt x="28" y="1"/>
                    </a:cubicBezTo>
                    <a:cubicBezTo>
                      <a:pt x="38" y="2"/>
                      <a:pt x="45" y="8"/>
                      <a:pt x="55" y="9"/>
                    </a:cubicBezTo>
                    <a:cubicBezTo>
                      <a:pt x="65" y="10"/>
                      <a:pt x="80" y="2"/>
                      <a:pt x="86" y="14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559" name="Freeform 440">
                <a:extLst>
                  <a:ext uri="{FF2B5EF4-FFF2-40B4-BE49-F238E27FC236}">
                    <a16:creationId xmlns:a16="http://schemas.microsoft.com/office/drawing/2014/main" id="{BE40CCBE-0ED5-40DC-8E2B-0F65AD8F50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8" y="3933"/>
                <a:ext cx="51" cy="81"/>
              </a:xfrm>
              <a:custGeom>
                <a:avLst/>
                <a:gdLst>
                  <a:gd name="T0" fmla="*/ 7 w 48"/>
                  <a:gd name="T1" fmla="*/ 89 h 77"/>
                  <a:gd name="T2" fmla="*/ 4 w 48"/>
                  <a:gd name="T3" fmla="*/ 46 h 77"/>
                  <a:gd name="T4" fmla="*/ 21 w 48"/>
                  <a:gd name="T5" fmla="*/ 42 h 77"/>
                  <a:gd name="T6" fmla="*/ 38 w 48"/>
                  <a:gd name="T7" fmla="*/ 31 h 77"/>
                  <a:gd name="T8" fmla="*/ 41 w 48"/>
                  <a:gd name="T9" fmla="*/ 23 h 77"/>
                  <a:gd name="T10" fmla="*/ 49 w 48"/>
                  <a:gd name="T11" fmla="*/ 18 h 77"/>
                  <a:gd name="T12" fmla="*/ 55 w 48"/>
                  <a:gd name="T13" fmla="*/ 0 h 7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8" h="77">
                    <a:moveTo>
                      <a:pt x="7" y="77"/>
                    </a:moveTo>
                    <a:cubicBezTo>
                      <a:pt x="0" y="66"/>
                      <a:pt x="0" y="52"/>
                      <a:pt x="4" y="40"/>
                    </a:cubicBezTo>
                    <a:cubicBezTo>
                      <a:pt x="9" y="41"/>
                      <a:pt x="14" y="38"/>
                      <a:pt x="18" y="36"/>
                    </a:cubicBezTo>
                    <a:cubicBezTo>
                      <a:pt x="22" y="34"/>
                      <a:pt x="30" y="30"/>
                      <a:pt x="32" y="27"/>
                    </a:cubicBezTo>
                    <a:cubicBezTo>
                      <a:pt x="34" y="24"/>
                      <a:pt x="33" y="22"/>
                      <a:pt x="35" y="20"/>
                    </a:cubicBezTo>
                    <a:cubicBezTo>
                      <a:pt x="37" y="18"/>
                      <a:pt x="39" y="17"/>
                      <a:pt x="40" y="15"/>
                    </a:cubicBezTo>
                    <a:cubicBezTo>
                      <a:pt x="44" y="11"/>
                      <a:pt x="48" y="6"/>
                      <a:pt x="46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560" name="Freeform 441">
                <a:extLst>
                  <a:ext uri="{FF2B5EF4-FFF2-40B4-BE49-F238E27FC236}">
                    <a16:creationId xmlns:a16="http://schemas.microsoft.com/office/drawing/2014/main" id="{0DEABD66-602F-407F-A3C4-273130217E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3" y="3939"/>
                <a:ext cx="3" cy="16"/>
              </a:xfrm>
              <a:custGeom>
                <a:avLst/>
                <a:gdLst>
                  <a:gd name="T0" fmla="*/ 3 w 3"/>
                  <a:gd name="T1" fmla="*/ 18 h 15"/>
                  <a:gd name="T2" fmla="*/ 1 w 3"/>
                  <a:gd name="T3" fmla="*/ 0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5">
                    <a:moveTo>
                      <a:pt x="3" y="15"/>
                    </a:moveTo>
                    <a:cubicBezTo>
                      <a:pt x="0" y="11"/>
                      <a:pt x="1" y="5"/>
                      <a:pt x="1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561" name="Freeform 442">
                <a:extLst>
                  <a:ext uri="{FF2B5EF4-FFF2-40B4-BE49-F238E27FC236}">
                    <a16:creationId xmlns:a16="http://schemas.microsoft.com/office/drawing/2014/main" id="{D8E2052C-6864-4DE9-8722-B6AC18964E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0" y="3968"/>
                <a:ext cx="41" cy="26"/>
              </a:xfrm>
              <a:custGeom>
                <a:avLst/>
                <a:gdLst>
                  <a:gd name="T0" fmla="*/ 0 w 39"/>
                  <a:gd name="T1" fmla="*/ 7 h 25"/>
                  <a:gd name="T2" fmla="*/ 20 w 39"/>
                  <a:gd name="T3" fmla="*/ 12 h 25"/>
                  <a:gd name="T4" fmla="*/ 27 w 39"/>
                  <a:gd name="T5" fmla="*/ 28 h 25"/>
                  <a:gd name="T6" fmla="*/ 43 w 39"/>
                  <a:gd name="T7" fmla="*/ 12 h 25"/>
                  <a:gd name="T8" fmla="*/ 28 w 39"/>
                  <a:gd name="T9" fmla="*/ 0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9" h="25">
                    <a:moveTo>
                      <a:pt x="0" y="7"/>
                    </a:moveTo>
                    <a:cubicBezTo>
                      <a:pt x="6" y="4"/>
                      <a:pt x="12" y="8"/>
                      <a:pt x="17" y="12"/>
                    </a:cubicBezTo>
                    <a:cubicBezTo>
                      <a:pt x="21" y="15"/>
                      <a:pt x="22" y="20"/>
                      <a:pt x="24" y="25"/>
                    </a:cubicBezTo>
                    <a:cubicBezTo>
                      <a:pt x="27" y="21"/>
                      <a:pt x="35" y="17"/>
                      <a:pt x="37" y="12"/>
                    </a:cubicBezTo>
                    <a:cubicBezTo>
                      <a:pt x="39" y="6"/>
                      <a:pt x="29" y="2"/>
                      <a:pt x="25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562" name="Freeform 443">
                <a:extLst>
                  <a:ext uri="{FF2B5EF4-FFF2-40B4-BE49-F238E27FC236}">
                    <a16:creationId xmlns:a16="http://schemas.microsoft.com/office/drawing/2014/main" id="{225A45ED-97C5-4665-8D5A-1D85CC5D58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6" y="3942"/>
                <a:ext cx="39" cy="56"/>
              </a:xfrm>
              <a:custGeom>
                <a:avLst/>
                <a:gdLst>
                  <a:gd name="T0" fmla="*/ 4 w 37"/>
                  <a:gd name="T1" fmla="*/ 62 h 53"/>
                  <a:gd name="T2" fmla="*/ 20 w 37"/>
                  <a:gd name="T3" fmla="*/ 26 h 53"/>
                  <a:gd name="T4" fmla="*/ 37 w 37"/>
                  <a:gd name="T5" fmla="*/ 17 h 53"/>
                  <a:gd name="T6" fmla="*/ 43 w 37"/>
                  <a:gd name="T7" fmla="*/ 0 h 5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7" h="53">
                    <a:moveTo>
                      <a:pt x="4" y="53"/>
                    </a:moveTo>
                    <a:cubicBezTo>
                      <a:pt x="0" y="40"/>
                      <a:pt x="7" y="29"/>
                      <a:pt x="17" y="23"/>
                    </a:cubicBezTo>
                    <a:cubicBezTo>
                      <a:pt x="22" y="20"/>
                      <a:pt x="27" y="18"/>
                      <a:pt x="31" y="14"/>
                    </a:cubicBezTo>
                    <a:cubicBezTo>
                      <a:pt x="35" y="10"/>
                      <a:pt x="34" y="4"/>
                      <a:pt x="37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563" name="Freeform 444">
                <a:extLst>
                  <a:ext uri="{FF2B5EF4-FFF2-40B4-BE49-F238E27FC236}">
                    <a16:creationId xmlns:a16="http://schemas.microsoft.com/office/drawing/2014/main" id="{D996DB5B-2EE5-4BA8-832C-AB3A592A3E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1" y="3928"/>
                <a:ext cx="44" cy="42"/>
              </a:xfrm>
              <a:custGeom>
                <a:avLst/>
                <a:gdLst>
                  <a:gd name="T0" fmla="*/ 0 w 42"/>
                  <a:gd name="T1" fmla="*/ 46 h 40"/>
                  <a:gd name="T2" fmla="*/ 8 w 42"/>
                  <a:gd name="T3" fmla="*/ 30 h 40"/>
                  <a:gd name="T4" fmla="*/ 21 w 42"/>
                  <a:gd name="T5" fmla="*/ 19 h 40"/>
                  <a:gd name="T6" fmla="*/ 31 w 42"/>
                  <a:gd name="T7" fmla="*/ 16 h 40"/>
                  <a:gd name="T8" fmla="*/ 48 w 42"/>
                  <a:gd name="T9" fmla="*/ 0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2" h="40">
                    <a:moveTo>
                      <a:pt x="0" y="40"/>
                    </a:moveTo>
                    <a:cubicBezTo>
                      <a:pt x="0" y="35"/>
                      <a:pt x="5" y="30"/>
                      <a:pt x="8" y="27"/>
                    </a:cubicBezTo>
                    <a:cubicBezTo>
                      <a:pt x="11" y="23"/>
                      <a:pt x="14" y="19"/>
                      <a:pt x="18" y="16"/>
                    </a:cubicBezTo>
                    <a:cubicBezTo>
                      <a:pt x="21" y="14"/>
                      <a:pt x="25" y="15"/>
                      <a:pt x="28" y="13"/>
                    </a:cubicBezTo>
                    <a:cubicBezTo>
                      <a:pt x="34" y="10"/>
                      <a:pt x="36" y="3"/>
                      <a:pt x="42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564" name="Freeform 445">
                <a:extLst>
                  <a:ext uri="{FF2B5EF4-FFF2-40B4-BE49-F238E27FC236}">
                    <a16:creationId xmlns:a16="http://schemas.microsoft.com/office/drawing/2014/main" id="{453B15FA-7D2E-421A-A58F-266758ACE3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1" y="3922"/>
                <a:ext cx="20" cy="15"/>
              </a:xfrm>
              <a:custGeom>
                <a:avLst/>
                <a:gdLst>
                  <a:gd name="T0" fmla="*/ 0 w 19"/>
                  <a:gd name="T1" fmla="*/ 13 h 14"/>
                  <a:gd name="T2" fmla="*/ 9 w 19"/>
                  <a:gd name="T3" fmla="*/ 10 h 14"/>
                  <a:gd name="T4" fmla="*/ 22 w 19"/>
                  <a:gd name="T5" fmla="*/ 0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14">
                    <a:moveTo>
                      <a:pt x="0" y="10"/>
                    </a:moveTo>
                    <a:cubicBezTo>
                      <a:pt x="1" y="14"/>
                      <a:pt x="7" y="8"/>
                      <a:pt x="9" y="7"/>
                    </a:cubicBezTo>
                    <a:cubicBezTo>
                      <a:pt x="12" y="5"/>
                      <a:pt x="16" y="3"/>
                      <a:pt x="19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565" name="Freeform 446">
                <a:extLst>
                  <a:ext uri="{FF2B5EF4-FFF2-40B4-BE49-F238E27FC236}">
                    <a16:creationId xmlns:a16="http://schemas.microsoft.com/office/drawing/2014/main" id="{CE51CD0B-D9BD-4E66-9DBC-04618EBC75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8" y="3939"/>
                <a:ext cx="11" cy="13"/>
              </a:xfrm>
              <a:custGeom>
                <a:avLst/>
                <a:gdLst>
                  <a:gd name="T0" fmla="*/ 0 w 11"/>
                  <a:gd name="T1" fmla="*/ 4 h 12"/>
                  <a:gd name="T2" fmla="*/ 6 w 11"/>
                  <a:gd name="T3" fmla="*/ 15 h 12"/>
                  <a:gd name="T4" fmla="*/ 2 w 11"/>
                  <a:gd name="T5" fmla="*/ 4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2">
                    <a:moveTo>
                      <a:pt x="0" y="4"/>
                    </a:moveTo>
                    <a:cubicBezTo>
                      <a:pt x="3" y="6"/>
                      <a:pt x="4" y="9"/>
                      <a:pt x="6" y="12"/>
                    </a:cubicBezTo>
                    <a:cubicBezTo>
                      <a:pt x="11" y="8"/>
                      <a:pt x="8" y="0"/>
                      <a:pt x="2" y="4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566" name="Freeform 447">
                <a:extLst>
                  <a:ext uri="{FF2B5EF4-FFF2-40B4-BE49-F238E27FC236}">
                    <a16:creationId xmlns:a16="http://schemas.microsoft.com/office/drawing/2014/main" id="{5E081D18-5E53-4A68-B712-0F8B51732D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8" y="3958"/>
                <a:ext cx="16" cy="17"/>
              </a:xfrm>
              <a:custGeom>
                <a:avLst/>
                <a:gdLst>
                  <a:gd name="T0" fmla="*/ 0 w 15"/>
                  <a:gd name="T1" fmla="*/ 4 h 16"/>
                  <a:gd name="T2" fmla="*/ 11 w 15"/>
                  <a:gd name="T3" fmla="*/ 19 h 16"/>
                  <a:gd name="T4" fmla="*/ 16 w 15"/>
                  <a:gd name="T5" fmla="*/ 4 h 16"/>
                  <a:gd name="T6" fmla="*/ 2 w 15"/>
                  <a:gd name="T7" fmla="*/ 5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16">
                    <a:moveTo>
                      <a:pt x="0" y="4"/>
                    </a:moveTo>
                    <a:cubicBezTo>
                      <a:pt x="7" y="6"/>
                      <a:pt x="8" y="10"/>
                      <a:pt x="8" y="16"/>
                    </a:cubicBezTo>
                    <a:cubicBezTo>
                      <a:pt x="10" y="13"/>
                      <a:pt x="15" y="8"/>
                      <a:pt x="13" y="4"/>
                    </a:cubicBezTo>
                    <a:cubicBezTo>
                      <a:pt x="11" y="0"/>
                      <a:pt x="3" y="1"/>
                      <a:pt x="2" y="5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567" name="Freeform 448">
                <a:extLst>
                  <a:ext uri="{FF2B5EF4-FFF2-40B4-BE49-F238E27FC236}">
                    <a16:creationId xmlns:a16="http://schemas.microsoft.com/office/drawing/2014/main" id="{E18E0BF1-E0EB-4BE2-9992-2CB5462C42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8" y="3973"/>
                <a:ext cx="22" cy="17"/>
              </a:xfrm>
              <a:custGeom>
                <a:avLst/>
                <a:gdLst>
                  <a:gd name="T0" fmla="*/ 1 w 20"/>
                  <a:gd name="T1" fmla="*/ 11 h 16"/>
                  <a:gd name="T2" fmla="*/ 19 w 20"/>
                  <a:gd name="T3" fmla="*/ 19 h 16"/>
                  <a:gd name="T4" fmla="*/ 25 w 20"/>
                  <a:gd name="T5" fmla="*/ 5 h 16"/>
                  <a:gd name="T6" fmla="*/ 12 w 20"/>
                  <a:gd name="T7" fmla="*/ 0 h 16"/>
                  <a:gd name="T8" fmla="*/ 0 w 20"/>
                  <a:gd name="T9" fmla="*/ 7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16">
                    <a:moveTo>
                      <a:pt x="1" y="8"/>
                    </a:moveTo>
                    <a:cubicBezTo>
                      <a:pt x="7" y="10"/>
                      <a:pt x="10" y="9"/>
                      <a:pt x="14" y="16"/>
                    </a:cubicBezTo>
                    <a:cubicBezTo>
                      <a:pt x="15" y="13"/>
                      <a:pt x="20" y="9"/>
                      <a:pt x="19" y="5"/>
                    </a:cubicBezTo>
                    <a:cubicBezTo>
                      <a:pt x="18" y="0"/>
                      <a:pt x="12" y="0"/>
                      <a:pt x="9" y="0"/>
                    </a:cubicBezTo>
                    <a:cubicBezTo>
                      <a:pt x="4" y="1"/>
                      <a:pt x="2" y="3"/>
                      <a:pt x="0" y="7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568" name="Freeform 449">
                <a:extLst>
                  <a:ext uri="{FF2B5EF4-FFF2-40B4-BE49-F238E27FC236}">
                    <a16:creationId xmlns:a16="http://schemas.microsoft.com/office/drawing/2014/main" id="{E222E11C-5970-480D-8148-B7D0BE48D7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8" y="1475"/>
                <a:ext cx="137" cy="649"/>
              </a:xfrm>
              <a:custGeom>
                <a:avLst/>
                <a:gdLst>
                  <a:gd name="T0" fmla="*/ 0 w 130"/>
                  <a:gd name="T1" fmla="*/ 723 h 615"/>
                  <a:gd name="T2" fmla="*/ 23 w 130"/>
                  <a:gd name="T3" fmla="*/ 495 h 615"/>
                  <a:gd name="T4" fmla="*/ 104 w 130"/>
                  <a:gd name="T5" fmla="*/ 345 h 615"/>
                  <a:gd name="T6" fmla="*/ 110 w 130"/>
                  <a:gd name="T7" fmla="*/ 246 h 615"/>
                  <a:gd name="T8" fmla="*/ 143 w 130"/>
                  <a:gd name="T9" fmla="*/ 161 h 615"/>
                  <a:gd name="T10" fmla="*/ 137 w 130"/>
                  <a:gd name="T11" fmla="*/ 0 h 61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0" h="615">
                    <a:moveTo>
                      <a:pt x="0" y="615"/>
                    </a:moveTo>
                    <a:cubicBezTo>
                      <a:pt x="0" y="615"/>
                      <a:pt x="0" y="472"/>
                      <a:pt x="20" y="421"/>
                    </a:cubicBezTo>
                    <a:cubicBezTo>
                      <a:pt x="41" y="370"/>
                      <a:pt x="95" y="311"/>
                      <a:pt x="89" y="294"/>
                    </a:cubicBezTo>
                    <a:cubicBezTo>
                      <a:pt x="83" y="276"/>
                      <a:pt x="69" y="263"/>
                      <a:pt x="94" y="209"/>
                    </a:cubicBezTo>
                    <a:cubicBezTo>
                      <a:pt x="119" y="154"/>
                      <a:pt x="130" y="156"/>
                      <a:pt x="122" y="137"/>
                    </a:cubicBezTo>
                    <a:cubicBezTo>
                      <a:pt x="113" y="118"/>
                      <a:pt x="92" y="50"/>
                      <a:pt x="117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569" name="Freeform 450">
                <a:extLst>
                  <a:ext uri="{FF2B5EF4-FFF2-40B4-BE49-F238E27FC236}">
                    <a16:creationId xmlns:a16="http://schemas.microsoft.com/office/drawing/2014/main" id="{4C471F49-BCC3-4963-8543-6CC4D65A1E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6" y="1548"/>
                <a:ext cx="98" cy="29"/>
              </a:xfrm>
              <a:custGeom>
                <a:avLst/>
                <a:gdLst>
                  <a:gd name="T0" fmla="*/ 109 w 93"/>
                  <a:gd name="T1" fmla="*/ 30 h 28"/>
                  <a:gd name="T2" fmla="*/ 91 w 93"/>
                  <a:gd name="T3" fmla="*/ 24 h 28"/>
                  <a:gd name="T4" fmla="*/ 0 w 93"/>
                  <a:gd name="T5" fmla="*/ 0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3" h="28">
                    <a:moveTo>
                      <a:pt x="93" y="27"/>
                    </a:moveTo>
                    <a:cubicBezTo>
                      <a:pt x="93" y="27"/>
                      <a:pt x="87" y="28"/>
                      <a:pt x="78" y="21"/>
                    </a:cubicBezTo>
                    <a:cubicBezTo>
                      <a:pt x="69" y="14"/>
                      <a:pt x="30" y="22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570" name="Freeform 451">
                <a:extLst>
                  <a:ext uri="{FF2B5EF4-FFF2-40B4-BE49-F238E27FC236}">
                    <a16:creationId xmlns:a16="http://schemas.microsoft.com/office/drawing/2014/main" id="{CC248283-53E3-4F64-AFBE-9A4CDC167E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5" y="1613"/>
                <a:ext cx="20" cy="43"/>
              </a:xfrm>
              <a:custGeom>
                <a:avLst/>
                <a:gdLst>
                  <a:gd name="T0" fmla="*/ 0 w 19"/>
                  <a:gd name="T1" fmla="*/ 0 h 41"/>
                  <a:gd name="T2" fmla="*/ 22 w 19"/>
                  <a:gd name="T3" fmla="*/ 47 h 4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41">
                    <a:moveTo>
                      <a:pt x="0" y="0"/>
                    </a:moveTo>
                    <a:cubicBezTo>
                      <a:pt x="0" y="0"/>
                      <a:pt x="9" y="17"/>
                      <a:pt x="19" y="41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571" name="Freeform 452">
                <a:extLst>
                  <a:ext uri="{FF2B5EF4-FFF2-40B4-BE49-F238E27FC236}">
                    <a16:creationId xmlns:a16="http://schemas.microsoft.com/office/drawing/2014/main" id="{252461A2-4BE1-4335-9E0B-7A44C9D0F1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8" y="1701"/>
                <a:ext cx="488" cy="268"/>
              </a:xfrm>
              <a:custGeom>
                <a:avLst/>
                <a:gdLst>
                  <a:gd name="T0" fmla="*/ 33 w 462"/>
                  <a:gd name="T1" fmla="*/ 0 h 254"/>
                  <a:gd name="T2" fmla="*/ 25 w 462"/>
                  <a:gd name="T3" fmla="*/ 98 h 254"/>
                  <a:gd name="T4" fmla="*/ 116 w 462"/>
                  <a:gd name="T5" fmla="*/ 180 h 254"/>
                  <a:gd name="T6" fmla="*/ 210 w 462"/>
                  <a:gd name="T7" fmla="*/ 216 h 254"/>
                  <a:gd name="T8" fmla="*/ 544 w 462"/>
                  <a:gd name="T9" fmla="*/ 157 h 25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62" h="254">
                    <a:moveTo>
                      <a:pt x="27" y="0"/>
                    </a:moveTo>
                    <a:cubicBezTo>
                      <a:pt x="27" y="0"/>
                      <a:pt x="0" y="62"/>
                      <a:pt x="22" y="83"/>
                    </a:cubicBezTo>
                    <a:cubicBezTo>
                      <a:pt x="44" y="103"/>
                      <a:pt x="85" y="146"/>
                      <a:pt x="98" y="154"/>
                    </a:cubicBezTo>
                    <a:cubicBezTo>
                      <a:pt x="112" y="163"/>
                      <a:pt x="138" y="178"/>
                      <a:pt x="178" y="184"/>
                    </a:cubicBezTo>
                    <a:cubicBezTo>
                      <a:pt x="217" y="190"/>
                      <a:pt x="455" y="254"/>
                      <a:pt x="462" y="134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572" name="Freeform 453">
                <a:extLst>
                  <a:ext uri="{FF2B5EF4-FFF2-40B4-BE49-F238E27FC236}">
                    <a16:creationId xmlns:a16="http://schemas.microsoft.com/office/drawing/2014/main" id="{5BB7BD82-E86B-4051-9828-E5940580ED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4" y="1825"/>
                <a:ext cx="111" cy="52"/>
              </a:xfrm>
              <a:custGeom>
                <a:avLst/>
                <a:gdLst>
                  <a:gd name="T0" fmla="*/ 55 w 105"/>
                  <a:gd name="T1" fmla="*/ 0 h 49"/>
                  <a:gd name="T2" fmla="*/ 66 w 105"/>
                  <a:gd name="T3" fmla="*/ 1 h 49"/>
                  <a:gd name="T4" fmla="*/ 123 w 105"/>
                  <a:gd name="T5" fmla="*/ 36 h 49"/>
                  <a:gd name="T6" fmla="*/ 59 w 105"/>
                  <a:gd name="T7" fmla="*/ 54 h 49"/>
                  <a:gd name="T8" fmla="*/ 2 w 105"/>
                  <a:gd name="T9" fmla="*/ 19 h 49"/>
                  <a:gd name="T10" fmla="*/ 36 w 105"/>
                  <a:gd name="T11" fmla="*/ 1 h 4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5" h="49">
                    <a:moveTo>
                      <a:pt x="46" y="0"/>
                    </a:moveTo>
                    <a:cubicBezTo>
                      <a:pt x="49" y="1"/>
                      <a:pt x="52" y="1"/>
                      <a:pt x="56" y="1"/>
                    </a:cubicBezTo>
                    <a:cubicBezTo>
                      <a:pt x="84" y="5"/>
                      <a:pt x="105" y="18"/>
                      <a:pt x="104" y="30"/>
                    </a:cubicBezTo>
                    <a:cubicBezTo>
                      <a:pt x="102" y="42"/>
                      <a:pt x="78" y="49"/>
                      <a:pt x="50" y="45"/>
                    </a:cubicBezTo>
                    <a:cubicBezTo>
                      <a:pt x="22" y="41"/>
                      <a:pt x="0" y="28"/>
                      <a:pt x="2" y="16"/>
                    </a:cubicBezTo>
                    <a:cubicBezTo>
                      <a:pt x="3" y="8"/>
                      <a:pt x="14" y="3"/>
                      <a:pt x="30" y="1"/>
                    </a:cubicBezTo>
                  </a:path>
                </a:pathLst>
              </a:custGeom>
              <a:solidFill>
                <a:srgbClr val="6C2D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573" name="Freeform 454">
                <a:extLst>
                  <a:ext uri="{FF2B5EF4-FFF2-40B4-BE49-F238E27FC236}">
                    <a16:creationId xmlns:a16="http://schemas.microsoft.com/office/drawing/2014/main" id="{55626161-7B6E-483B-A188-8B05E1186C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0" y="1825"/>
                <a:ext cx="13" cy="1"/>
              </a:xfrm>
              <a:custGeom>
                <a:avLst/>
                <a:gdLst>
                  <a:gd name="T0" fmla="*/ 0 w 12"/>
                  <a:gd name="T1" fmla="*/ 1 h 1"/>
                  <a:gd name="T2" fmla="*/ 15 w 1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1">
                    <a:moveTo>
                      <a:pt x="0" y="1"/>
                    </a:moveTo>
                    <a:cubicBezTo>
                      <a:pt x="4" y="0"/>
                      <a:pt x="8" y="0"/>
                      <a:pt x="12" y="0"/>
                    </a:cubicBezTo>
                  </a:path>
                </a:pathLst>
              </a:custGeom>
              <a:solidFill>
                <a:srgbClr val="6C2D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574" name="Freeform 455">
                <a:extLst>
                  <a:ext uri="{FF2B5EF4-FFF2-40B4-BE49-F238E27FC236}">
                    <a16:creationId xmlns:a16="http://schemas.microsoft.com/office/drawing/2014/main" id="{239A269D-546C-4AD3-8A69-AEBF11F200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1" y="1830"/>
                <a:ext cx="8" cy="4"/>
              </a:xfrm>
              <a:custGeom>
                <a:avLst/>
                <a:gdLst>
                  <a:gd name="T0" fmla="*/ 0 w 7"/>
                  <a:gd name="T1" fmla="*/ 7 h 3"/>
                  <a:gd name="T2" fmla="*/ 10 w 7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3">
                    <a:moveTo>
                      <a:pt x="0" y="3"/>
                    </a:moveTo>
                    <a:cubicBezTo>
                      <a:pt x="2" y="2"/>
                      <a:pt x="4" y="1"/>
                      <a:pt x="7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575" name="Freeform 456">
                <a:extLst>
                  <a:ext uri="{FF2B5EF4-FFF2-40B4-BE49-F238E27FC236}">
                    <a16:creationId xmlns:a16="http://schemas.microsoft.com/office/drawing/2014/main" id="{22F31435-759F-4E09-9908-3EC63162C1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7" y="1825"/>
                <a:ext cx="108" cy="52"/>
              </a:xfrm>
              <a:custGeom>
                <a:avLst/>
                <a:gdLst>
                  <a:gd name="T0" fmla="*/ 44 w 102"/>
                  <a:gd name="T1" fmla="*/ 0 h 49"/>
                  <a:gd name="T2" fmla="*/ 62 w 102"/>
                  <a:gd name="T3" fmla="*/ 1 h 49"/>
                  <a:gd name="T4" fmla="*/ 120 w 102"/>
                  <a:gd name="T5" fmla="*/ 36 h 49"/>
                  <a:gd name="T6" fmla="*/ 56 w 102"/>
                  <a:gd name="T7" fmla="*/ 54 h 49"/>
                  <a:gd name="T8" fmla="*/ 0 w 102"/>
                  <a:gd name="T9" fmla="*/ 27 h 4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2" h="49">
                    <a:moveTo>
                      <a:pt x="38" y="0"/>
                    </a:moveTo>
                    <a:cubicBezTo>
                      <a:pt x="43" y="0"/>
                      <a:pt x="48" y="1"/>
                      <a:pt x="53" y="1"/>
                    </a:cubicBezTo>
                    <a:cubicBezTo>
                      <a:pt x="81" y="5"/>
                      <a:pt x="102" y="18"/>
                      <a:pt x="101" y="30"/>
                    </a:cubicBezTo>
                    <a:cubicBezTo>
                      <a:pt x="99" y="42"/>
                      <a:pt x="75" y="49"/>
                      <a:pt x="47" y="45"/>
                    </a:cubicBezTo>
                    <a:cubicBezTo>
                      <a:pt x="24" y="42"/>
                      <a:pt x="6" y="33"/>
                      <a:pt x="0" y="23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576" name="Freeform 457">
                <a:extLst>
                  <a:ext uri="{FF2B5EF4-FFF2-40B4-BE49-F238E27FC236}">
                    <a16:creationId xmlns:a16="http://schemas.microsoft.com/office/drawing/2014/main" id="{898B82F7-892E-43DC-968E-2B94ECAAF6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4" y="1826"/>
                <a:ext cx="12" cy="2"/>
              </a:xfrm>
              <a:custGeom>
                <a:avLst/>
                <a:gdLst>
                  <a:gd name="T0" fmla="*/ 0 w 11"/>
                  <a:gd name="T1" fmla="*/ 2 h 2"/>
                  <a:gd name="T2" fmla="*/ 1 w 11"/>
                  <a:gd name="T3" fmla="*/ 2 h 2"/>
                  <a:gd name="T4" fmla="*/ 14 w 11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2">
                    <a:moveTo>
                      <a:pt x="0" y="2"/>
                    </a:moveTo>
                    <a:cubicBezTo>
                      <a:pt x="0" y="2"/>
                      <a:pt x="0" y="2"/>
                      <a:pt x="1" y="2"/>
                    </a:cubicBezTo>
                    <a:cubicBezTo>
                      <a:pt x="4" y="1"/>
                      <a:pt x="7" y="0"/>
                      <a:pt x="11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577" name="Freeform 458">
                <a:extLst>
                  <a:ext uri="{FF2B5EF4-FFF2-40B4-BE49-F238E27FC236}">
                    <a16:creationId xmlns:a16="http://schemas.microsoft.com/office/drawing/2014/main" id="{581ED1AE-BB56-4F58-9403-139329504E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1" y="1602"/>
                <a:ext cx="61" cy="24"/>
              </a:xfrm>
              <a:custGeom>
                <a:avLst/>
                <a:gdLst>
                  <a:gd name="T0" fmla="*/ 67 w 58"/>
                  <a:gd name="T1" fmla="*/ 0 h 22"/>
                  <a:gd name="T2" fmla="*/ 0 w 58"/>
                  <a:gd name="T3" fmla="*/ 28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8" h="22">
                    <a:moveTo>
                      <a:pt x="58" y="0"/>
                    </a:moveTo>
                    <a:cubicBezTo>
                      <a:pt x="39" y="5"/>
                      <a:pt x="21" y="18"/>
                      <a:pt x="0" y="22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578" name="Freeform 459">
                <a:extLst>
                  <a:ext uri="{FF2B5EF4-FFF2-40B4-BE49-F238E27FC236}">
                    <a16:creationId xmlns:a16="http://schemas.microsoft.com/office/drawing/2014/main" id="{01848EFC-F7AB-4E92-8123-5AD5361C06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3" y="1873"/>
                <a:ext cx="66" cy="12"/>
              </a:xfrm>
              <a:custGeom>
                <a:avLst/>
                <a:gdLst>
                  <a:gd name="T0" fmla="*/ 72 w 63"/>
                  <a:gd name="T1" fmla="*/ 2 h 12"/>
                  <a:gd name="T2" fmla="*/ 0 w 63"/>
                  <a:gd name="T3" fmla="*/ 0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3" h="12">
                    <a:moveTo>
                      <a:pt x="63" y="2"/>
                    </a:moveTo>
                    <a:cubicBezTo>
                      <a:pt x="47" y="12"/>
                      <a:pt x="17" y="5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579" name="Freeform 460">
                <a:extLst>
                  <a:ext uri="{FF2B5EF4-FFF2-40B4-BE49-F238E27FC236}">
                    <a16:creationId xmlns:a16="http://schemas.microsoft.com/office/drawing/2014/main" id="{3AABB68F-8BA6-48AE-8CC2-FF96000539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9" y="1828"/>
                <a:ext cx="39" cy="24"/>
              </a:xfrm>
              <a:custGeom>
                <a:avLst/>
                <a:gdLst>
                  <a:gd name="T0" fmla="*/ 0 w 37"/>
                  <a:gd name="T1" fmla="*/ 0 h 22"/>
                  <a:gd name="T2" fmla="*/ 43 w 37"/>
                  <a:gd name="T3" fmla="*/ 28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7" h="22">
                    <a:moveTo>
                      <a:pt x="0" y="0"/>
                    </a:moveTo>
                    <a:cubicBezTo>
                      <a:pt x="15" y="2"/>
                      <a:pt x="25" y="13"/>
                      <a:pt x="37" y="22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580" name="Freeform 461">
                <a:extLst>
                  <a:ext uri="{FF2B5EF4-FFF2-40B4-BE49-F238E27FC236}">
                    <a16:creationId xmlns:a16="http://schemas.microsoft.com/office/drawing/2014/main" id="{2C93524F-3613-487B-8FC9-6862C1D6E7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9" y="1910"/>
                <a:ext cx="69" cy="40"/>
              </a:xfrm>
              <a:custGeom>
                <a:avLst/>
                <a:gdLst>
                  <a:gd name="T0" fmla="*/ 0 w 65"/>
                  <a:gd name="T1" fmla="*/ 0 h 38"/>
                  <a:gd name="T2" fmla="*/ 77 w 65"/>
                  <a:gd name="T3" fmla="*/ 44 h 3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5" h="38">
                    <a:moveTo>
                      <a:pt x="0" y="0"/>
                    </a:moveTo>
                    <a:cubicBezTo>
                      <a:pt x="5" y="36"/>
                      <a:pt x="45" y="22"/>
                      <a:pt x="65" y="38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581" name="Freeform 462">
                <a:extLst>
                  <a:ext uri="{FF2B5EF4-FFF2-40B4-BE49-F238E27FC236}">
                    <a16:creationId xmlns:a16="http://schemas.microsoft.com/office/drawing/2014/main" id="{277EFDAD-86F0-4435-AA84-7905E75A5A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3" y="2184"/>
                <a:ext cx="67" cy="17"/>
              </a:xfrm>
              <a:custGeom>
                <a:avLst/>
                <a:gdLst>
                  <a:gd name="T0" fmla="*/ 0 w 63"/>
                  <a:gd name="T1" fmla="*/ 15 h 16"/>
                  <a:gd name="T2" fmla="*/ 76 w 63"/>
                  <a:gd name="T3" fmla="*/ 0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3" h="16">
                    <a:moveTo>
                      <a:pt x="0" y="12"/>
                    </a:moveTo>
                    <a:cubicBezTo>
                      <a:pt x="24" y="16"/>
                      <a:pt x="40" y="8"/>
                      <a:pt x="63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582" name="Freeform 463">
                <a:extLst>
                  <a:ext uri="{FF2B5EF4-FFF2-40B4-BE49-F238E27FC236}">
                    <a16:creationId xmlns:a16="http://schemas.microsoft.com/office/drawing/2014/main" id="{43DD5D50-E2CF-4FB7-8BDE-00D30B9C2F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8" y="943"/>
                <a:ext cx="9" cy="74"/>
              </a:xfrm>
              <a:custGeom>
                <a:avLst/>
                <a:gdLst>
                  <a:gd name="T0" fmla="*/ 0 w 9"/>
                  <a:gd name="T1" fmla="*/ 82 h 70"/>
                  <a:gd name="T2" fmla="*/ 7 w 9"/>
                  <a:gd name="T3" fmla="*/ 39 h 70"/>
                  <a:gd name="T4" fmla="*/ 6 w 9"/>
                  <a:gd name="T5" fmla="*/ 0 h 7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70">
                    <a:moveTo>
                      <a:pt x="0" y="70"/>
                    </a:moveTo>
                    <a:cubicBezTo>
                      <a:pt x="0" y="70"/>
                      <a:pt x="9" y="45"/>
                      <a:pt x="7" y="33"/>
                    </a:cubicBezTo>
                    <a:cubicBezTo>
                      <a:pt x="6" y="21"/>
                      <a:pt x="6" y="0"/>
                      <a:pt x="6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583" name="Freeform 464">
                <a:extLst>
                  <a:ext uri="{FF2B5EF4-FFF2-40B4-BE49-F238E27FC236}">
                    <a16:creationId xmlns:a16="http://schemas.microsoft.com/office/drawing/2014/main" id="{08F5FB33-99BE-477E-A22D-1864AE0036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3" y="933"/>
                <a:ext cx="20" cy="29"/>
              </a:xfrm>
              <a:custGeom>
                <a:avLst/>
                <a:gdLst>
                  <a:gd name="T0" fmla="*/ 22 w 19"/>
                  <a:gd name="T1" fmla="*/ 33 h 27"/>
                  <a:gd name="T2" fmla="*/ 3 w 19"/>
                  <a:gd name="T3" fmla="*/ 32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27">
                    <a:moveTo>
                      <a:pt x="19" y="27"/>
                    </a:moveTo>
                    <a:cubicBezTo>
                      <a:pt x="19" y="27"/>
                      <a:pt x="0" y="0"/>
                      <a:pt x="3" y="26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584" name="Freeform 465">
                <a:extLst>
                  <a:ext uri="{FF2B5EF4-FFF2-40B4-BE49-F238E27FC236}">
                    <a16:creationId xmlns:a16="http://schemas.microsoft.com/office/drawing/2014/main" id="{B75CC0C6-EC2F-470C-A17E-9E8AD8392A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0" y="971"/>
                <a:ext cx="13" cy="21"/>
              </a:xfrm>
              <a:custGeom>
                <a:avLst/>
                <a:gdLst>
                  <a:gd name="T0" fmla="*/ 15 w 12"/>
                  <a:gd name="T1" fmla="*/ 0 h 20"/>
                  <a:gd name="T2" fmla="*/ 14 w 12"/>
                  <a:gd name="T3" fmla="*/ 23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20">
                    <a:moveTo>
                      <a:pt x="12" y="0"/>
                    </a:moveTo>
                    <a:cubicBezTo>
                      <a:pt x="12" y="0"/>
                      <a:pt x="0" y="10"/>
                      <a:pt x="11" y="2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585" name="Oval 466">
                <a:extLst>
                  <a:ext uri="{FF2B5EF4-FFF2-40B4-BE49-F238E27FC236}">
                    <a16:creationId xmlns:a16="http://schemas.microsoft.com/office/drawing/2014/main" id="{9A5C13C9-D54B-4461-8B5E-262F828692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14" y="888"/>
                <a:ext cx="20" cy="20"/>
              </a:xfrm>
              <a:prstGeom prst="ellipse">
                <a:avLst/>
              </a:prstGeom>
              <a:solidFill>
                <a:srgbClr val="2A110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586" name="Oval 467">
                <a:extLst>
                  <a:ext uri="{FF2B5EF4-FFF2-40B4-BE49-F238E27FC236}">
                    <a16:creationId xmlns:a16="http://schemas.microsoft.com/office/drawing/2014/main" id="{74BC8E80-317A-4F8E-BE98-C469DE889F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1" y="894"/>
                <a:ext cx="7" cy="8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587" name="Freeform 468">
                <a:extLst>
                  <a:ext uri="{FF2B5EF4-FFF2-40B4-BE49-F238E27FC236}">
                    <a16:creationId xmlns:a16="http://schemas.microsoft.com/office/drawing/2014/main" id="{0C36D9F3-EBBA-4AB0-8C2B-6FE44D295E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1" y="869"/>
                <a:ext cx="21" cy="57"/>
              </a:xfrm>
              <a:custGeom>
                <a:avLst/>
                <a:gdLst>
                  <a:gd name="T0" fmla="*/ 6 w 20"/>
                  <a:gd name="T1" fmla="*/ 0 h 54"/>
                  <a:gd name="T2" fmla="*/ 0 w 20"/>
                  <a:gd name="T3" fmla="*/ 63 h 54"/>
                  <a:gd name="T4" fmla="*/ 6 w 20"/>
                  <a:gd name="T5" fmla="*/ 0 h 5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54">
                    <a:moveTo>
                      <a:pt x="6" y="0"/>
                    </a:moveTo>
                    <a:cubicBezTo>
                      <a:pt x="6" y="0"/>
                      <a:pt x="15" y="21"/>
                      <a:pt x="0" y="54"/>
                    </a:cubicBezTo>
                    <a:cubicBezTo>
                      <a:pt x="0" y="54"/>
                      <a:pt x="20" y="26"/>
                      <a:pt x="6" y="0"/>
                    </a:cubicBezTo>
                    <a:close/>
                  </a:path>
                </a:pathLst>
              </a:custGeom>
              <a:solidFill>
                <a:srgbClr val="5A22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588" name="Freeform 469">
                <a:extLst>
                  <a:ext uri="{FF2B5EF4-FFF2-40B4-BE49-F238E27FC236}">
                    <a16:creationId xmlns:a16="http://schemas.microsoft.com/office/drawing/2014/main" id="{08B2FCC5-919C-49EB-8E5A-E09F796A04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8" y="934"/>
                <a:ext cx="22" cy="35"/>
              </a:xfrm>
              <a:custGeom>
                <a:avLst/>
                <a:gdLst>
                  <a:gd name="T0" fmla="*/ 15 w 21"/>
                  <a:gd name="T1" fmla="*/ 0 h 33"/>
                  <a:gd name="T2" fmla="*/ 5 w 21"/>
                  <a:gd name="T3" fmla="*/ 24 h 33"/>
                  <a:gd name="T4" fmla="*/ 24 w 21"/>
                  <a:gd name="T5" fmla="*/ 39 h 33"/>
                  <a:gd name="T6" fmla="*/ 7 w 21"/>
                  <a:gd name="T7" fmla="*/ 20 h 33"/>
                  <a:gd name="T8" fmla="*/ 15 w 21"/>
                  <a:gd name="T9" fmla="*/ 0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33">
                    <a:moveTo>
                      <a:pt x="12" y="0"/>
                    </a:moveTo>
                    <a:cubicBezTo>
                      <a:pt x="12" y="0"/>
                      <a:pt x="0" y="13"/>
                      <a:pt x="5" y="21"/>
                    </a:cubicBezTo>
                    <a:cubicBezTo>
                      <a:pt x="10" y="28"/>
                      <a:pt x="15" y="33"/>
                      <a:pt x="21" y="33"/>
                    </a:cubicBezTo>
                    <a:cubicBezTo>
                      <a:pt x="21" y="33"/>
                      <a:pt x="7" y="25"/>
                      <a:pt x="7" y="17"/>
                    </a:cubicBezTo>
                    <a:cubicBezTo>
                      <a:pt x="8" y="10"/>
                      <a:pt x="8" y="4"/>
                      <a:pt x="12" y="0"/>
                    </a:cubicBezTo>
                    <a:close/>
                  </a:path>
                </a:pathLst>
              </a:custGeom>
              <a:solidFill>
                <a:srgbClr val="5A22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589" name="Freeform 470">
                <a:extLst>
                  <a:ext uri="{FF2B5EF4-FFF2-40B4-BE49-F238E27FC236}">
                    <a16:creationId xmlns:a16="http://schemas.microsoft.com/office/drawing/2014/main" id="{86D6452A-51A6-4AD6-BB94-D464CE104F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2" y="932"/>
                <a:ext cx="7" cy="27"/>
              </a:xfrm>
              <a:custGeom>
                <a:avLst/>
                <a:gdLst>
                  <a:gd name="T0" fmla="*/ 6 w 7"/>
                  <a:gd name="T1" fmla="*/ 30 h 25"/>
                  <a:gd name="T2" fmla="*/ 4 w 7"/>
                  <a:gd name="T3" fmla="*/ 0 h 25"/>
                  <a:gd name="T4" fmla="*/ 1 w 7"/>
                  <a:gd name="T5" fmla="*/ 14 h 25"/>
                  <a:gd name="T6" fmla="*/ 7 w 7"/>
                  <a:gd name="T7" fmla="*/ 31 h 2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25">
                    <a:moveTo>
                      <a:pt x="6" y="24"/>
                    </a:moveTo>
                    <a:cubicBezTo>
                      <a:pt x="0" y="19"/>
                      <a:pt x="1" y="7"/>
                      <a:pt x="4" y="0"/>
                    </a:cubicBezTo>
                    <a:cubicBezTo>
                      <a:pt x="3" y="4"/>
                      <a:pt x="1" y="7"/>
                      <a:pt x="1" y="11"/>
                    </a:cubicBezTo>
                    <a:cubicBezTo>
                      <a:pt x="0" y="16"/>
                      <a:pt x="3" y="21"/>
                      <a:pt x="7" y="25"/>
                    </a:cubicBezTo>
                  </a:path>
                </a:pathLst>
              </a:custGeom>
              <a:solidFill>
                <a:srgbClr val="5A22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590" name="Freeform 471">
                <a:extLst>
                  <a:ext uri="{FF2B5EF4-FFF2-40B4-BE49-F238E27FC236}">
                    <a16:creationId xmlns:a16="http://schemas.microsoft.com/office/drawing/2014/main" id="{8FA0A5AB-47BE-4F31-8F2C-7E0041A0D6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8" y="942"/>
                <a:ext cx="19" cy="108"/>
              </a:xfrm>
              <a:custGeom>
                <a:avLst/>
                <a:gdLst>
                  <a:gd name="T0" fmla="*/ 19 w 18"/>
                  <a:gd name="T1" fmla="*/ 0 h 103"/>
                  <a:gd name="T2" fmla="*/ 4 w 18"/>
                  <a:gd name="T3" fmla="*/ 21 h 103"/>
                  <a:gd name="T4" fmla="*/ 1 w 18"/>
                  <a:gd name="T5" fmla="*/ 51 h 103"/>
                  <a:gd name="T6" fmla="*/ 21 w 18"/>
                  <a:gd name="T7" fmla="*/ 118 h 103"/>
                  <a:gd name="T8" fmla="*/ 8 w 18"/>
                  <a:gd name="T9" fmla="*/ 79 h 103"/>
                  <a:gd name="T10" fmla="*/ 3 w 18"/>
                  <a:gd name="T11" fmla="*/ 53 h 103"/>
                  <a:gd name="T12" fmla="*/ 6 w 18"/>
                  <a:gd name="T13" fmla="*/ 26 h 103"/>
                  <a:gd name="T14" fmla="*/ 19 w 18"/>
                  <a:gd name="T15" fmla="*/ 18 h 103"/>
                  <a:gd name="T16" fmla="*/ 17 w 18"/>
                  <a:gd name="T17" fmla="*/ 5 h 10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8" h="103">
                    <a:moveTo>
                      <a:pt x="16" y="0"/>
                    </a:moveTo>
                    <a:cubicBezTo>
                      <a:pt x="12" y="6"/>
                      <a:pt x="7" y="12"/>
                      <a:pt x="4" y="18"/>
                    </a:cubicBezTo>
                    <a:cubicBezTo>
                      <a:pt x="0" y="26"/>
                      <a:pt x="0" y="36"/>
                      <a:pt x="1" y="45"/>
                    </a:cubicBezTo>
                    <a:cubicBezTo>
                      <a:pt x="3" y="65"/>
                      <a:pt x="15" y="83"/>
                      <a:pt x="18" y="103"/>
                    </a:cubicBezTo>
                    <a:cubicBezTo>
                      <a:pt x="15" y="92"/>
                      <a:pt x="12" y="80"/>
                      <a:pt x="8" y="69"/>
                    </a:cubicBezTo>
                    <a:cubicBezTo>
                      <a:pt x="6" y="61"/>
                      <a:pt x="4" y="54"/>
                      <a:pt x="3" y="47"/>
                    </a:cubicBezTo>
                    <a:cubicBezTo>
                      <a:pt x="3" y="39"/>
                      <a:pt x="3" y="31"/>
                      <a:pt x="6" y="23"/>
                    </a:cubicBezTo>
                    <a:cubicBezTo>
                      <a:pt x="7" y="20"/>
                      <a:pt x="12" y="9"/>
                      <a:pt x="16" y="15"/>
                    </a:cubicBezTo>
                    <a:cubicBezTo>
                      <a:pt x="14" y="12"/>
                      <a:pt x="14" y="9"/>
                      <a:pt x="14" y="5"/>
                    </a:cubicBezTo>
                  </a:path>
                </a:pathLst>
              </a:custGeom>
              <a:solidFill>
                <a:srgbClr val="5A22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591" name="Freeform 472">
                <a:extLst>
                  <a:ext uri="{FF2B5EF4-FFF2-40B4-BE49-F238E27FC236}">
                    <a16:creationId xmlns:a16="http://schemas.microsoft.com/office/drawing/2014/main" id="{4D977EA9-D254-44E7-9355-582E393322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6" y="1054"/>
                <a:ext cx="14" cy="71"/>
              </a:xfrm>
              <a:custGeom>
                <a:avLst/>
                <a:gdLst>
                  <a:gd name="T0" fmla="*/ 11 w 13"/>
                  <a:gd name="T1" fmla="*/ 0 h 68"/>
                  <a:gd name="T2" fmla="*/ 6 w 13"/>
                  <a:gd name="T3" fmla="*/ 30 h 68"/>
                  <a:gd name="T4" fmla="*/ 0 w 13"/>
                  <a:gd name="T5" fmla="*/ 55 h 68"/>
                  <a:gd name="T6" fmla="*/ 4 w 13"/>
                  <a:gd name="T7" fmla="*/ 77 h 68"/>
                  <a:gd name="T8" fmla="*/ 3 w 13"/>
                  <a:gd name="T9" fmla="*/ 55 h 68"/>
                  <a:gd name="T10" fmla="*/ 12 w 13"/>
                  <a:gd name="T11" fmla="*/ 27 h 68"/>
                  <a:gd name="T12" fmla="*/ 15 w 13"/>
                  <a:gd name="T13" fmla="*/ 15 h 68"/>
                  <a:gd name="T14" fmla="*/ 10 w 13"/>
                  <a:gd name="T15" fmla="*/ 0 h 6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3" h="68">
                    <a:moveTo>
                      <a:pt x="8" y="0"/>
                    </a:moveTo>
                    <a:cubicBezTo>
                      <a:pt x="11" y="9"/>
                      <a:pt x="9" y="19"/>
                      <a:pt x="6" y="27"/>
                    </a:cubicBezTo>
                    <a:cubicBezTo>
                      <a:pt x="3" y="34"/>
                      <a:pt x="1" y="41"/>
                      <a:pt x="0" y="49"/>
                    </a:cubicBezTo>
                    <a:cubicBezTo>
                      <a:pt x="0" y="56"/>
                      <a:pt x="3" y="61"/>
                      <a:pt x="4" y="68"/>
                    </a:cubicBezTo>
                    <a:cubicBezTo>
                      <a:pt x="1" y="62"/>
                      <a:pt x="2" y="54"/>
                      <a:pt x="3" y="49"/>
                    </a:cubicBezTo>
                    <a:cubicBezTo>
                      <a:pt x="3" y="40"/>
                      <a:pt x="6" y="32"/>
                      <a:pt x="9" y="24"/>
                    </a:cubicBezTo>
                    <a:cubicBezTo>
                      <a:pt x="10" y="20"/>
                      <a:pt x="12" y="16"/>
                      <a:pt x="12" y="12"/>
                    </a:cubicBezTo>
                    <a:cubicBezTo>
                      <a:pt x="13" y="6"/>
                      <a:pt x="10" y="4"/>
                      <a:pt x="7" y="0"/>
                    </a:cubicBezTo>
                  </a:path>
                </a:pathLst>
              </a:custGeom>
              <a:solidFill>
                <a:srgbClr val="5A22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592" name="Freeform 473">
                <a:extLst>
                  <a:ext uri="{FF2B5EF4-FFF2-40B4-BE49-F238E27FC236}">
                    <a16:creationId xmlns:a16="http://schemas.microsoft.com/office/drawing/2014/main" id="{ACF46A3A-6E98-4C6B-B546-8853B45F46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3" y="2188"/>
                <a:ext cx="1029" cy="332"/>
              </a:xfrm>
              <a:custGeom>
                <a:avLst/>
                <a:gdLst>
                  <a:gd name="T0" fmla="*/ 0 w 975"/>
                  <a:gd name="T1" fmla="*/ 0 h 314"/>
                  <a:gd name="T2" fmla="*/ 155 w 975"/>
                  <a:gd name="T3" fmla="*/ 229 h 314"/>
                  <a:gd name="T4" fmla="*/ 426 w 975"/>
                  <a:gd name="T5" fmla="*/ 326 h 314"/>
                  <a:gd name="T6" fmla="*/ 719 w 975"/>
                  <a:gd name="T7" fmla="*/ 326 h 314"/>
                  <a:gd name="T8" fmla="*/ 991 w 975"/>
                  <a:gd name="T9" fmla="*/ 229 h 314"/>
                  <a:gd name="T10" fmla="*/ 1146 w 975"/>
                  <a:gd name="T11" fmla="*/ 0 h 31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75" h="314">
                    <a:moveTo>
                      <a:pt x="0" y="0"/>
                    </a:moveTo>
                    <a:cubicBezTo>
                      <a:pt x="26" y="30"/>
                      <a:pt x="16" y="119"/>
                      <a:pt x="132" y="194"/>
                    </a:cubicBezTo>
                    <a:cubicBezTo>
                      <a:pt x="213" y="247"/>
                      <a:pt x="363" y="275"/>
                      <a:pt x="363" y="275"/>
                    </a:cubicBezTo>
                    <a:cubicBezTo>
                      <a:pt x="363" y="275"/>
                      <a:pt x="465" y="314"/>
                      <a:pt x="611" y="275"/>
                    </a:cubicBezTo>
                    <a:cubicBezTo>
                      <a:pt x="611" y="275"/>
                      <a:pt x="761" y="247"/>
                      <a:pt x="843" y="194"/>
                    </a:cubicBezTo>
                    <a:cubicBezTo>
                      <a:pt x="958" y="119"/>
                      <a:pt x="948" y="30"/>
                      <a:pt x="975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593" name="Freeform 474">
                <a:extLst>
                  <a:ext uri="{FF2B5EF4-FFF2-40B4-BE49-F238E27FC236}">
                    <a16:creationId xmlns:a16="http://schemas.microsoft.com/office/drawing/2014/main" id="{2E42DCC6-4659-48C9-AF58-D29CDEB077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1" y="2463"/>
                <a:ext cx="198" cy="38"/>
              </a:xfrm>
              <a:custGeom>
                <a:avLst/>
                <a:gdLst>
                  <a:gd name="T0" fmla="*/ 220 w 188"/>
                  <a:gd name="T1" fmla="*/ 12 h 36"/>
                  <a:gd name="T2" fmla="*/ 131 w 188"/>
                  <a:gd name="T3" fmla="*/ 2 h 36"/>
                  <a:gd name="T4" fmla="*/ 0 w 188"/>
                  <a:gd name="T5" fmla="*/ 42 h 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8" h="36">
                    <a:moveTo>
                      <a:pt x="188" y="9"/>
                    </a:moveTo>
                    <a:cubicBezTo>
                      <a:pt x="188" y="9"/>
                      <a:pt x="134" y="5"/>
                      <a:pt x="112" y="2"/>
                    </a:cubicBezTo>
                    <a:cubicBezTo>
                      <a:pt x="90" y="0"/>
                      <a:pt x="25" y="2"/>
                      <a:pt x="0" y="36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594" name="Freeform 475">
                <a:extLst>
                  <a:ext uri="{FF2B5EF4-FFF2-40B4-BE49-F238E27FC236}">
                    <a16:creationId xmlns:a16="http://schemas.microsoft.com/office/drawing/2014/main" id="{479975B4-6EFD-4FAB-9D79-20C5516261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3" y="2757"/>
                <a:ext cx="67" cy="48"/>
              </a:xfrm>
              <a:custGeom>
                <a:avLst/>
                <a:gdLst>
                  <a:gd name="T0" fmla="*/ 0 w 64"/>
                  <a:gd name="T1" fmla="*/ 0 h 45"/>
                  <a:gd name="T2" fmla="*/ 73 w 64"/>
                  <a:gd name="T3" fmla="*/ 54 h 4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4" h="45">
                    <a:moveTo>
                      <a:pt x="0" y="0"/>
                    </a:moveTo>
                    <a:cubicBezTo>
                      <a:pt x="0" y="0"/>
                      <a:pt x="56" y="32"/>
                      <a:pt x="64" y="45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595" name="Freeform 476">
                <a:extLst>
                  <a:ext uri="{FF2B5EF4-FFF2-40B4-BE49-F238E27FC236}">
                    <a16:creationId xmlns:a16="http://schemas.microsoft.com/office/drawing/2014/main" id="{0AC2C2F2-95F2-4E7F-8A80-52BFFE8987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6" y="755"/>
                <a:ext cx="1843" cy="3280"/>
              </a:xfrm>
              <a:custGeom>
                <a:avLst/>
                <a:gdLst>
                  <a:gd name="T0" fmla="*/ 1216 w 1747"/>
                  <a:gd name="T1" fmla="*/ 199 h 3108"/>
                  <a:gd name="T2" fmla="*/ 1218 w 1747"/>
                  <a:gd name="T3" fmla="*/ 411 h 3108"/>
                  <a:gd name="T4" fmla="*/ 1764 w 1747"/>
                  <a:gd name="T5" fmla="*/ 716 h 3108"/>
                  <a:gd name="T6" fmla="*/ 1918 w 1747"/>
                  <a:gd name="T7" fmla="*/ 1184 h 3108"/>
                  <a:gd name="T8" fmla="*/ 2000 w 1747"/>
                  <a:gd name="T9" fmla="*/ 1458 h 3108"/>
                  <a:gd name="T10" fmla="*/ 2013 w 1747"/>
                  <a:gd name="T11" fmla="*/ 1613 h 3108"/>
                  <a:gd name="T12" fmla="*/ 2034 w 1747"/>
                  <a:gd name="T13" fmla="*/ 1824 h 3108"/>
                  <a:gd name="T14" fmla="*/ 1902 w 1747"/>
                  <a:gd name="T15" fmla="*/ 1997 h 3108"/>
                  <a:gd name="T16" fmla="*/ 1840 w 1747"/>
                  <a:gd name="T17" fmla="*/ 1933 h 3108"/>
                  <a:gd name="T18" fmla="*/ 1808 w 1747"/>
                  <a:gd name="T19" fmla="*/ 1714 h 3108"/>
                  <a:gd name="T20" fmla="*/ 1723 w 1747"/>
                  <a:gd name="T21" fmla="*/ 1517 h 3108"/>
                  <a:gd name="T22" fmla="*/ 1713 w 1747"/>
                  <a:gd name="T23" fmla="*/ 2422 h 3108"/>
                  <a:gd name="T24" fmla="*/ 1659 w 1747"/>
                  <a:gd name="T25" fmla="*/ 2699 h 3108"/>
                  <a:gd name="T26" fmla="*/ 1645 w 1747"/>
                  <a:gd name="T27" fmla="*/ 3332 h 3108"/>
                  <a:gd name="T28" fmla="*/ 1686 w 1747"/>
                  <a:gd name="T29" fmla="*/ 3422 h 3108"/>
                  <a:gd name="T30" fmla="*/ 1804 w 1747"/>
                  <a:gd name="T31" fmla="*/ 3504 h 3108"/>
                  <a:gd name="T32" fmla="*/ 1844 w 1747"/>
                  <a:gd name="T33" fmla="*/ 3565 h 3108"/>
                  <a:gd name="T34" fmla="*/ 1813 w 1747"/>
                  <a:gd name="T35" fmla="*/ 3610 h 3108"/>
                  <a:gd name="T36" fmla="*/ 1729 w 1747"/>
                  <a:gd name="T37" fmla="*/ 3646 h 3108"/>
                  <a:gd name="T38" fmla="*/ 1647 w 1747"/>
                  <a:gd name="T39" fmla="*/ 3585 h 3108"/>
                  <a:gd name="T40" fmla="*/ 1410 w 1747"/>
                  <a:gd name="T41" fmla="*/ 3471 h 3108"/>
                  <a:gd name="T42" fmla="*/ 1348 w 1747"/>
                  <a:gd name="T43" fmla="*/ 3235 h 3108"/>
                  <a:gd name="T44" fmla="*/ 1188 w 1747"/>
                  <a:gd name="T45" fmla="*/ 2620 h 3108"/>
                  <a:gd name="T46" fmla="*/ 1049 w 1747"/>
                  <a:gd name="T47" fmla="*/ 2267 h 3108"/>
                  <a:gd name="T48" fmla="*/ 1026 w 1747"/>
                  <a:gd name="T49" fmla="*/ 2072 h 3108"/>
                  <a:gd name="T50" fmla="*/ 932 w 1747"/>
                  <a:gd name="T51" fmla="*/ 2520 h 3108"/>
                  <a:gd name="T52" fmla="*/ 856 w 1747"/>
                  <a:gd name="T53" fmla="*/ 2661 h 3108"/>
                  <a:gd name="T54" fmla="*/ 674 w 1747"/>
                  <a:gd name="T55" fmla="*/ 3319 h 3108"/>
                  <a:gd name="T56" fmla="*/ 516 w 1747"/>
                  <a:gd name="T57" fmla="*/ 3534 h 3108"/>
                  <a:gd name="T58" fmla="*/ 381 w 1747"/>
                  <a:gd name="T59" fmla="*/ 3603 h 3108"/>
                  <a:gd name="T60" fmla="*/ 276 w 1747"/>
                  <a:gd name="T61" fmla="*/ 3627 h 3108"/>
                  <a:gd name="T62" fmla="*/ 224 w 1747"/>
                  <a:gd name="T63" fmla="*/ 3606 h 3108"/>
                  <a:gd name="T64" fmla="*/ 218 w 1747"/>
                  <a:gd name="T65" fmla="*/ 3541 h 3108"/>
                  <a:gd name="T66" fmla="*/ 286 w 1747"/>
                  <a:gd name="T67" fmla="*/ 3490 h 3108"/>
                  <a:gd name="T68" fmla="*/ 405 w 1747"/>
                  <a:gd name="T69" fmla="*/ 3375 h 3108"/>
                  <a:gd name="T70" fmla="*/ 399 w 1747"/>
                  <a:gd name="T71" fmla="*/ 3301 h 3108"/>
                  <a:gd name="T72" fmla="*/ 364 w 1747"/>
                  <a:gd name="T73" fmla="*/ 2606 h 3108"/>
                  <a:gd name="T74" fmla="*/ 312 w 1747"/>
                  <a:gd name="T75" fmla="*/ 1760 h 3108"/>
                  <a:gd name="T76" fmla="*/ 260 w 1747"/>
                  <a:gd name="T77" fmla="*/ 1617 h 3108"/>
                  <a:gd name="T78" fmla="*/ 228 w 1747"/>
                  <a:gd name="T79" fmla="*/ 1803 h 3108"/>
                  <a:gd name="T80" fmla="*/ 178 w 1747"/>
                  <a:gd name="T81" fmla="*/ 1929 h 3108"/>
                  <a:gd name="T82" fmla="*/ 70 w 1747"/>
                  <a:gd name="T83" fmla="*/ 1946 h 3108"/>
                  <a:gd name="T84" fmla="*/ 27 w 1747"/>
                  <a:gd name="T85" fmla="*/ 1694 h 3108"/>
                  <a:gd name="T86" fmla="*/ 32 w 1747"/>
                  <a:gd name="T87" fmla="*/ 1588 h 3108"/>
                  <a:gd name="T88" fmla="*/ 94 w 1747"/>
                  <a:gd name="T89" fmla="*/ 1312 h 3108"/>
                  <a:gd name="T90" fmla="*/ 147 w 1747"/>
                  <a:gd name="T91" fmla="*/ 1094 h 3108"/>
                  <a:gd name="T92" fmla="*/ 737 w 1747"/>
                  <a:gd name="T93" fmla="*/ 483 h 3108"/>
                  <a:gd name="T94" fmla="*/ 848 w 1747"/>
                  <a:gd name="T95" fmla="*/ 291 h 3108"/>
                  <a:gd name="T96" fmla="*/ 855 w 1747"/>
                  <a:gd name="T97" fmla="*/ 214 h 3108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1747" h="3108">
                    <a:moveTo>
                      <a:pt x="875" y="0"/>
                    </a:moveTo>
                    <a:cubicBezTo>
                      <a:pt x="875" y="0"/>
                      <a:pt x="1009" y="17"/>
                      <a:pt x="1019" y="182"/>
                    </a:cubicBezTo>
                    <a:cubicBezTo>
                      <a:pt x="1019" y="182"/>
                      <a:pt x="1024" y="163"/>
                      <a:pt x="1036" y="170"/>
                    </a:cubicBezTo>
                    <a:cubicBezTo>
                      <a:pt x="1048" y="177"/>
                      <a:pt x="1053" y="190"/>
                      <a:pt x="1048" y="209"/>
                    </a:cubicBezTo>
                    <a:cubicBezTo>
                      <a:pt x="1045" y="219"/>
                      <a:pt x="1039" y="267"/>
                      <a:pt x="1025" y="248"/>
                    </a:cubicBezTo>
                    <a:cubicBezTo>
                      <a:pt x="1025" y="248"/>
                      <a:pt x="1048" y="293"/>
                      <a:pt x="1038" y="350"/>
                    </a:cubicBezTo>
                    <a:cubicBezTo>
                      <a:pt x="1038" y="350"/>
                      <a:pt x="1049" y="349"/>
                      <a:pt x="1054" y="365"/>
                    </a:cubicBezTo>
                    <a:cubicBezTo>
                      <a:pt x="1059" y="381"/>
                      <a:pt x="1094" y="404"/>
                      <a:pt x="1119" y="411"/>
                    </a:cubicBezTo>
                    <a:cubicBezTo>
                      <a:pt x="1144" y="418"/>
                      <a:pt x="1441" y="437"/>
                      <a:pt x="1502" y="608"/>
                    </a:cubicBezTo>
                    <a:cubicBezTo>
                      <a:pt x="1517" y="652"/>
                      <a:pt x="1530" y="667"/>
                      <a:pt x="1553" y="692"/>
                    </a:cubicBezTo>
                    <a:cubicBezTo>
                      <a:pt x="1576" y="717"/>
                      <a:pt x="1609" y="800"/>
                      <a:pt x="1622" y="931"/>
                    </a:cubicBezTo>
                    <a:cubicBezTo>
                      <a:pt x="1626" y="980"/>
                      <a:pt x="1621" y="990"/>
                      <a:pt x="1633" y="1007"/>
                    </a:cubicBezTo>
                    <a:cubicBezTo>
                      <a:pt x="1645" y="1024"/>
                      <a:pt x="1659" y="1038"/>
                      <a:pt x="1655" y="1062"/>
                    </a:cubicBezTo>
                    <a:cubicBezTo>
                      <a:pt x="1651" y="1086"/>
                      <a:pt x="1659" y="1100"/>
                      <a:pt x="1667" y="1116"/>
                    </a:cubicBezTo>
                    <a:cubicBezTo>
                      <a:pt x="1675" y="1132"/>
                      <a:pt x="1707" y="1204"/>
                      <a:pt x="1703" y="1241"/>
                    </a:cubicBezTo>
                    <a:cubicBezTo>
                      <a:pt x="1699" y="1278"/>
                      <a:pt x="1703" y="1291"/>
                      <a:pt x="1711" y="1298"/>
                    </a:cubicBezTo>
                    <a:cubicBezTo>
                      <a:pt x="1719" y="1305"/>
                      <a:pt x="1730" y="1340"/>
                      <a:pt x="1720" y="1351"/>
                    </a:cubicBezTo>
                    <a:cubicBezTo>
                      <a:pt x="1710" y="1362"/>
                      <a:pt x="1711" y="1361"/>
                      <a:pt x="1715" y="1372"/>
                    </a:cubicBezTo>
                    <a:cubicBezTo>
                      <a:pt x="1719" y="1383"/>
                      <a:pt x="1721" y="1386"/>
                      <a:pt x="1720" y="1398"/>
                    </a:cubicBezTo>
                    <a:cubicBezTo>
                      <a:pt x="1719" y="1410"/>
                      <a:pt x="1718" y="1420"/>
                      <a:pt x="1723" y="1441"/>
                    </a:cubicBezTo>
                    <a:cubicBezTo>
                      <a:pt x="1728" y="1462"/>
                      <a:pt x="1747" y="1521"/>
                      <a:pt x="1733" y="1551"/>
                    </a:cubicBezTo>
                    <a:cubicBezTo>
                      <a:pt x="1719" y="1581"/>
                      <a:pt x="1715" y="1591"/>
                      <a:pt x="1710" y="1605"/>
                    </a:cubicBezTo>
                    <a:cubicBezTo>
                      <a:pt x="1705" y="1619"/>
                      <a:pt x="1695" y="1647"/>
                      <a:pt x="1687" y="1655"/>
                    </a:cubicBezTo>
                    <a:cubicBezTo>
                      <a:pt x="1679" y="1663"/>
                      <a:pt x="1635" y="1704"/>
                      <a:pt x="1620" y="1699"/>
                    </a:cubicBezTo>
                    <a:cubicBezTo>
                      <a:pt x="1609" y="1695"/>
                      <a:pt x="1611" y="1680"/>
                      <a:pt x="1611" y="1680"/>
                    </a:cubicBezTo>
                    <a:cubicBezTo>
                      <a:pt x="1611" y="1680"/>
                      <a:pt x="1585" y="1668"/>
                      <a:pt x="1595" y="1641"/>
                    </a:cubicBezTo>
                    <a:cubicBezTo>
                      <a:pt x="1595" y="1641"/>
                      <a:pt x="1579" y="1654"/>
                      <a:pt x="1567" y="1645"/>
                    </a:cubicBezTo>
                    <a:cubicBezTo>
                      <a:pt x="1555" y="1635"/>
                      <a:pt x="1560" y="1603"/>
                      <a:pt x="1558" y="1592"/>
                    </a:cubicBezTo>
                    <a:cubicBezTo>
                      <a:pt x="1556" y="1582"/>
                      <a:pt x="1556" y="1552"/>
                      <a:pt x="1552" y="1533"/>
                    </a:cubicBezTo>
                    <a:cubicBezTo>
                      <a:pt x="1549" y="1514"/>
                      <a:pt x="1536" y="1477"/>
                      <a:pt x="1540" y="1458"/>
                    </a:cubicBezTo>
                    <a:cubicBezTo>
                      <a:pt x="1545" y="1440"/>
                      <a:pt x="1553" y="1420"/>
                      <a:pt x="1542" y="1407"/>
                    </a:cubicBezTo>
                    <a:cubicBezTo>
                      <a:pt x="1531" y="1394"/>
                      <a:pt x="1526" y="1384"/>
                      <a:pt x="1526" y="1376"/>
                    </a:cubicBezTo>
                    <a:cubicBezTo>
                      <a:pt x="1526" y="1368"/>
                      <a:pt x="1478" y="1328"/>
                      <a:pt x="1467" y="1291"/>
                    </a:cubicBezTo>
                    <a:cubicBezTo>
                      <a:pt x="1467" y="1291"/>
                      <a:pt x="1474" y="1378"/>
                      <a:pt x="1471" y="1404"/>
                    </a:cubicBezTo>
                    <a:cubicBezTo>
                      <a:pt x="1469" y="1429"/>
                      <a:pt x="1470" y="1470"/>
                      <a:pt x="1481" y="1498"/>
                    </a:cubicBezTo>
                    <a:cubicBezTo>
                      <a:pt x="1491" y="1526"/>
                      <a:pt x="1571" y="1846"/>
                      <a:pt x="1459" y="2061"/>
                    </a:cubicBezTo>
                    <a:cubicBezTo>
                      <a:pt x="1442" y="2093"/>
                      <a:pt x="1447" y="2108"/>
                      <a:pt x="1450" y="2126"/>
                    </a:cubicBezTo>
                    <a:cubicBezTo>
                      <a:pt x="1453" y="2145"/>
                      <a:pt x="1455" y="2196"/>
                      <a:pt x="1437" y="2217"/>
                    </a:cubicBezTo>
                    <a:cubicBezTo>
                      <a:pt x="1418" y="2238"/>
                      <a:pt x="1405" y="2258"/>
                      <a:pt x="1413" y="2296"/>
                    </a:cubicBezTo>
                    <a:cubicBezTo>
                      <a:pt x="1421" y="2333"/>
                      <a:pt x="1482" y="2552"/>
                      <a:pt x="1413" y="2745"/>
                    </a:cubicBezTo>
                    <a:cubicBezTo>
                      <a:pt x="1397" y="2790"/>
                      <a:pt x="1417" y="2790"/>
                      <a:pt x="1408" y="2809"/>
                    </a:cubicBezTo>
                    <a:cubicBezTo>
                      <a:pt x="1399" y="2828"/>
                      <a:pt x="1399" y="2829"/>
                      <a:pt x="1401" y="2834"/>
                    </a:cubicBezTo>
                    <a:cubicBezTo>
                      <a:pt x="1403" y="2839"/>
                      <a:pt x="1399" y="2851"/>
                      <a:pt x="1396" y="2855"/>
                    </a:cubicBezTo>
                    <a:cubicBezTo>
                      <a:pt x="1393" y="2860"/>
                      <a:pt x="1396" y="2864"/>
                      <a:pt x="1402" y="2871"/>
                    </a:cubicBezTo>
                    <a:cubicBezTo>
                      <a:pt x="1408" y="2877"/>
                      <a:pt x="1430" y="2899"/>
                      <a:pt x="1436" y="2912"/>
                    </a:cubicBezTo>
                    <a:cubicBezTo>
                      <a:pt x="1441" y="2924"/>
                      <a:pt x="1473" y="2946"/>
                      <a:pt x="1481" y="2954"/>
                    </a:cubicBezTo>
                    <a:cubicBezTo>
                      <a:pt x="1490" y="2962"/>
                      <a:pt x="1496" y="2966"/>
                      <a:pt x="1503" y="2970"/>
                    </a:cubicBezTo>
                    <a:cubicBezTo>
                      <a:pt x="1510" y="2975"/>
                      <a:pt x="1531" y="2979"/>
                      <a:pt x="1537" y="2981"/>
                    </a:cubicBezTo>
                    <a:cubicBezTo>
                      <a:pt x="1543" y="2983"/>
                      <a:pt x="1552" y="2987"/>
                      <a:pt x="1556" y="2994"/>
                    </a:cubicBezTo>
                    <a:cubicBezTo>
                      <a:pt x="1559" y="3001"/>
                      <a:pt x="1562" y="3002"/>
                      <a:pt x="1561" y="3012"/>
                    </a:cubicBezTo>
                    <a:cubicBezTo>
                      <a:pt x="1561" y="3012"/>
                      <a:pt x="1575" y="3021"/>
                      <a:pt x="1571" y="3033"/>
                    </a:cubicBezTo>
                    <a:cubicBezTo>
                      <a:pt x="1568" y="3045"/>
                      <a:pt x="1563" y="3045"/>
                      <a:pt x="1563" y="3045"/>
                    </a:cubicBezTo>
                    <a:cubicBezTo>
                      <a:pt x="1563" y="3045"/>
                      <a:pt x="1565" y="3063"/>
                      <a:pt x="1556" y="3068"/>
                    </a:cubicBezTo>
                    <a:cubicBezTo>
                      <a:pt x="1546" y="3073"/>
                      <a:pt x="1544" y="3072"/>
                      <a:pt x="1544" y="3072"/>
                    </a:cubicBezTo>
                    <a:cubicBezTo>
                      <a:pt x="1544" y="3072"/>
                      <a:pt x="1541" y="3082"/>
                      <a:pt x="1529" y="3085"/>
                    </a:cubicBezTo>
                    <a:cubicBezTo>
                      <a:pt x="1517" y="3087"/>
                      <a:pt x="1512" y="3086"/>
                      <a:pt x="1512" y="3086"/>
                    </a:cubicBezTo>
                    <a:cubicBezTo>
                      <a:pt x="1512" y="3086"/>
                      <a:pt x="1498" y="3108"/>
                      <a:pt x="1473" y="3102"/>
                    </a:cubicBezTo>
                    <a:cubicBezTo>
                      <a:pt x="1448" y="3097"/>
                      <a:pt x="1439" y="3084"/>
                      <a:pt x="1435" y="3077"/>
                    </a:cubicBezTo>
                    <a:cubicBezTo>
                      <a:pt x="1430" y="3069"/>
                      <a:pt x="1426" y="3065"/>
                      <a:pt x="1423" y="3065"/>
                    </a:cubicBezTo>
                    <a:cubicBezTo>
                      <a:pt x="1420" y="3064"/>
                      <a:pt x="1409" y="3061"/>
                      <a:pt x="1403" y="3050"/>
                    </a:cubicBezTo>
                    <a:cubicBezTo>
                      <a:pt x="1397" y="3040"/>
                      <a:pt x="1387" y="3027"/>
                      <a:pt x="1379" y="3025"/>
                    </a:cubicBezTo>
                    <a:cubicBezTo>
                      <a:pt x="1371" y="3022"/>
                      <a:pt x="1336" y="3010"/>
                      <a:pt x="1306" y="3007"/>
                    </a:cubicBezTo>
                    <a:cubicBezTo>
                      <a:pt x="1276" y="3005"/>
                      <a:pt x="1197" y="2989"/>
                      <a:pt x="1201" y="2954"/>
                    </a:cubicBezTo>
                    <a:cubicBezTo>
                      <a:pt x="1205" y="2919"/>
                      <a:pt x="1217" y="2899"/>
                      <a:pt x="1205" y="2890"/>
                    </a:cubicBezTo>
                    <a:cubicBezTo>
                      <a:pt x="1193" y="2881"/>
                      <a:pt x="1171" y="2852"/>
                      <a:pt x="1172" y="2824"/>
                    </a:cubicBezTo>
                    <a:cubicBezTo>
                      <a:pt x="1173" y="2797"/>
                      <a:pt x="1180" y="2783"/>
                      <a:pt x="1148" y="2752"/>
                    </a:cubicBezTo>
                    <a:cubicBezTo>
                      <a:pt x="1115" y="2722"/>
                      <a:pt x="982" y="2604"/>
                      <a:pt x="1007" y="2397"/>
                    </a:cubicBezTo>
                    <a:cubicBezTo>
                      <a:pt x="1017" y="2315"/>
                      <a:pt x="1011" y="2277"/>
                      <a:pt x="1018" y="2264"/>
                    </a:cubicBezTo>
                    <a:cubicBezTo>
                      <a:pt x="1025" y="2250"/>
                      <a:pt x="1002" y="2237"/>
                      <a:pt x="1011" y="2230"/>
                    </a:cubicBezTo>
                    <a:cubicBezTo>
                      <a:pt x="1021" y="2224"/>
                      <a:pt x="1021" y="2214"/>
                      <a:pt x="1006" y="2212"/>
                    </a:cubicBezTo>
                    <a:cubicBezTo>
                      <a:pt x="991" y="2209"/>
                      <a:pt x="965" y="2182"/>
                      <a:pt x="954" y="2144"/>
                    </a:cubicBezTo>
                    <a:cubicBezTo>
                      <a:pt x="943" y="2105"/>
                      <a:pt x="897" y="1956"/>
                      <a:pt x="893" y="1928"/>
                    </a:cubicBezTo>
                    <a:cubicBezTo>
                      <a:pt x="889" y="1900"/>
                      <a:pt x="877" y="1890"/>
                      <a:pt x="875" y="1869"/>
                    </a:cubicBezTo>
                    <a:cubicBezTo>
                      <a:pt x="874" y="1848"/>
                      <a:pt x="873" y="1762"/>
                      <a:pt x="873" y="1762"/>
                    </a:cubicBezTo>
                    <a:cubicBezTo>
                      <a:pt x="874" y="1762"/>
                      <a:pt x="874" y="1762"/>
                      <a:pt x="874" y="1762"/>
                    </a:cubicBezTo>
                    <a:cubicBezTo>
                      <a:pt x="874" y="1762"/>
                      <a:pt x="873" y="1848"/>
                      <a:pt x="871" y="1869"/>
                    </a:cubicBezTo>
                    <a:cubicBezTo>
                      <a:pt x="870" y="1890"/>
                      <a:pt x="858" y="1900"/>
                      <a:pt x="854" y="1928"/>
                    </a:cubicBezTo>
                    <a:cubicBezTo>
                      <a:pt x="850" y="1956"/>
                      <a:pt x="803" y="2105"/>
                      <a:pt x="793" y="2144"/>
                    </a:cubicBezTo>
                    <a:cubicBezTo>
                      <a:pt x="782" y="2182"/>
                      <a:pt x="755" y="2209"/>
                      <a:pt x="741" y="2212"/>
                    </a:cubicBezTo>
                    <a:cubicBezTo>
                      <a:pt x="726" y="2214"/>
                      <a:pt x="726" y="2224"/>
                      <a:pt x="735" y="2230"/>
                    </a:cubicBezTo>
                    <a:cubicBezTo>
                      <a:pt x="745" y="2237"/>
                      <a:pt x="722" y="2250"/>
                      <a:pt x="729" y="2264"/>
                    </a:cubicBezTo>
                    <a:cubicBezTo>
                      <a:pt x="735" y="2277"/>
                      <a:pt x="729" y="2315"/>
                      <a:pt x="739" y="2397"/>
                    </a:cubicBezTo>
                    <a:cubicBezTo>
                      <a:pt x="765" y="2604"/>
                      <a:pt x="631" y="2722"/>
                      <a:pt x="599" y="2752"/>
                    </a:cubicBezTo>
                    <a:cubicBezTo>
                      <a:pt x="566" y="2783"/>
                      <a:pt x="574" y="2797"/>
                      <a:pt x="574" y="2824"/>
                    </a:cubicBezTo>
                    <a:cubicBezTo>
                      <a:pt x="575" y="2852"/>
                      <a:pt x="553" y="2881"/>
                      <a:pt x="541" y="2890"/>
                    </a:cubicBezTo>
                    <a:cubicBezTo>
                      <a:pt x="530" y="2899"/>
                      <a:pt x="542" y="2919"/>
                      <a:pt x="545" y="2954"/>
                    </a:cubicBezTo>
                    <a:cubicBezTo>
                      <a:pt x="549" y="2989"/>
                      <a:pt x="471" y="3005"/>
                      <a:pt x="440" y="3007"/>
                    </a:cubicBezTo>
                    <a:cubicBezTo>
                      <a:pt x="410" y="3010"/>
                      <a:pt x="376" y="3022"/>
                      <a:pt x="368" y="3025"/>
                    </a:cubicBezTo>
                    <a:cubicBezTo>
                      <a:pt x="359" y="3027"/>
                      <a:pt x="349" y="3040"/>
                      <a:pt x="344" y="3050"/>
                    </a:cubicBezTo>
                    <a:cubicBezTo>
                      <a:pt x="338" y="3061"/>
                      <a:pt x="326" y="3064"/>
                      <a:pt x="324" y="3065"/>
                    </a:cubicBezTo>
                    <a:cubicBezTo>
                      <a:pt x="321" y="3065"/>
                      <a:pt x="316" y="3069"/>
                      <a:pt x="312" y="3077"/>
                    </a:cubicBezTo>
                    <a:cubicBezTo>
                      <a:pt x="307" y="3084"/>
                      <a:pt x="298" y="3097"/>
                      <a:pt x="273" y="3102"/>
                    </a:cubicBezTo>
                    <a:cubicBezTo>
                      <a:pt x="249" y="3108"/>
                      <a:pt x="235" y="3086"/>
                      <a:pt x="235" y="3086"/>
                    </a:cubicBezTo>
                    <a:cubicBezTo>
                      <a:pt x="235" y="3086"/>
                      <a:pt x="230" y="3087"/>
                      <a:pt x="218" y="3085"/>
                    </a:cubicBezTo>
                    <a:cubicBezTo>
                      <a:pt x="206" y="3082"/>
                      <a:pt x="202" y="3072"/>
                      <a:pt x="202" y="3072"/>
                    </a:cubicBezTo>
                    <a:cubicBezTo>
                      <a:pt x="202" y="3072"/>
                      <a:pt x="200" y="3073"/>
                      <a:pt x="191" y="3068"/>
                    </a:cubicBezTo>
                    <a:cubicBezTo>
                      <a:pt x="181" y="3063"/>
                      <a:pt x="184" y="3045"/>
                      <a:pt x="184" y="3045"/>
                    </a:cubicBezTo>
                    <a:cubicBezTo>
                      <a:pt x="184" y="3045"/>
                      <a:pt x="179" y="3045"/>
                      <a:pt x="175" y="3033"/>
                    </a:cubicBezTo>
                    <a:cubicBezTo>
                      <a:pt x="172" y="3021"/>
                      <a:pt x="186" y="3012"/>
                      <a:pt x="186" y="3012"/>
                    </a:cubicBezTo>
                    <a:cubicBezTo>
                      <a:pt x="185" y="3002"/>
                      <a:pt x="187" y="3001"/>
                      <a:pt x="191" y="2994"/>
                    </a:cubicBezTo>
                    <a:cubicBezTo>
                      <a:pt x="195" y="2987"/>
                      <a:pt x="203" y="2983"/>
                      <a:pt x="210" y="2981"/>
                    </a:cubicBezTo>
                    <a:cubicBezTo>
                      <a:pt x="216" y="2979"/>
                      <a:pt x="236" y="2975"/>
                      <a:pt x="244" y="2970"/>
                    </a:cubicBezTo>
                    <a:cubicBezTo>
                      <a:pt x="251" y="2966"/>
                      <a:pt x="257" y="2962"/>
                      <a:pt x="265" y="2954"/>
                    </a:cubicBezTo>
                    <a:cubicBezTo>
                      <a:pt x="274" y="2946"/>
                      <a:pt x="305" y="2924"/>
                      <a:pt x="311" y="2912"/>
                    </a:cubicBezTo>
                    <a:cubicBezTo>
                      <a:pt x="317" y="2899"/>
                      <a:pt x="338" y="2877"/>
                      <a:pt x="345" y="2871"/>
                    </a:cubicBezTo>
                    <a:cubicBezTo>
                      <a:pt x="351" y="2864"/>
                      <a:pt x="354" y="2860"/>
                      <a:pt x="350" y="2855"/>
                    </a:cubicBezTo>
                    <a:cubicBezTo>
                      <a:pt x="347" y="2851"/>
                      <a:pt x="344" y="2839"/>
                      <a:pt x="346" y="2834"/>
                    </a:cubicBezTo>
                    <a:cubicBezTo>
                      <a:pt x="348" y="2829"/>
                      <a:pt x="348" y="2828"/>
                      <a:pt x="339" y="2809"/>
                    </a:cubicBezTo>
                    <a:cubicBezTo>
                      <a:pt x="330" y="2790"/>
                      <a:pt x="350" y="2790"/>
                      <a:pt x="334" y="2745"/>
                    </a:cubicBezTo>
                    <a:cubicBezTo>
                      <a:pt x="265" y="2552"/>
                      <a:pt x="326" y="2333"/>
                      <a:pt x="334" y="2296"/>
                    </a:cubicBezTo>
                    <a:cubicBezTo>
                      <a:pt x="342" y="2258"/>
                      <a:pt x="329" y="2238"/>
                      <a:pt x="310" y="2217"/>
                    </a:cubicBezTo>
                    <a:cubicBezTo>
                      <a:pt x="291" y="2196"/>
                      <a:pt x="294" y="2145"/>
                      <a:pt x="297" y="2126"/>
                    </a:cubicBezTo>
                    <a:cubicBezTo>
                      <a:pt x="299" y="2108"/>
                      <a:pt x="304" y="2093"/>
                      <a:pt x="287" y="2061"/>
                    </a:cubicBezTo>
                    <a:cubicBezTo>
                      <a:pt x="175" y="1846"/>
                      <a:pt x="255" y="1526"/>
                      <a:pt x="266" y="1498"/>
                    </a:cubicBezTo>
                    <a:cubicBezTo>
                      <a:pt x="277" y="1470"/>
                      <a:pt x="278" y="1429"/>
                      <a:pt x="275" y="1404"/>
                    </a:cubicBezTo>
                    <a:cubicBezTo>
                      <a:pt x="273" y="1378"/>
                      <a:pt x="279" y="1291"/>
                      <a:pt x="279" y="1291"/>
                    </a:cubicBezTo>
                    <a:cubicBezTo>
                      <a:pt x="269" y="1328"/>
                      <a:pt x="221" y="1368"/>
                      <a:pt x="221" y="1376"/>
                    </a:cubicBezTo>
                    <a:cubicBezTo>
                      <a:pt x="221" y="1384"/>
                      <a:pt x="215" y="1394"/>
                      <a:pt x="205" y="1407"/>
                    </a:cubicBezTo>
                    <a:cubicBezTo>
                      <a:pt x="194" y="1420"/>
                      <a:pt x="202" y="1440"/>
                      <a:pt x="207" y="1458"/>
                    </a:cubicBezTo>
                    <a:cubicBezTo>
                      <a:pt x="211" y="1477"/>
                      <a:pt x="198" y="1514"/>
                      <a:pt x="194" y="1533"/>
                    </a:cubicBezTo>
                    <a:cubicBezTo>
                      <a:pt x="190" y="1552"/>
                      <a:pt x="191" y="1582"/>
                      <a:pt x="188" y="1592"/>
                    </a:cubicBezTo>
                    <a:cubicBezTo>
                      <a:pt x="186" y="1603"/>
                      <a:pt x="192" y="1635"/>
                      <a:pt x="180" y="1645"/>
                    </a:cubicBezTo>
                    <a:cubicBezTo>
                      <a:pt x="168" y="1654"/>
                      <a:pt x="152" y="1641"/>
                      <a:pt x="152" y="1641"/>
                    </a:cubicBezTo>
                    <a:cubicBezTo>
                      <a:pt x="162" y="1668"/>
                      <a:pt x="135" y="1680"/>
                      <a:pt x="135" y="1680"/>
                    </a:cubicBezTo>
                    <a:cubicBezTo>
                      <a:pt x="135" y="1680"/>
                      <a:pt x="137" y="1695"/>
                      <a:pt x="127" y="1699"/>
                    </a:cubicBezTo>
                    <a:cubicBezTo>
                      <a:pt x="112" y="1704"/>
                      <a:pt x="68" y="1663"/>
                      <a:pt x="60" y="1655"/>
                    </a:cubicBezTo>
                    <a:cubicBezTo>
                      <a:pt x="52" y="1647"/>
                      <a:pt x="42" y="1619"/>
                      <a:pt x="37" y="1605"/>
                    </a:cubicBezTo>
                    <a:cubicBezTo>
                      <a:pt x="32" y="1591"/>
                      <a:pt x="28" y="1581"/>
                      <a:pt x="14" y="1551"/>
                    </a:cubicBezTo>
                    <a:cubicBezTo>
                      <a:pt x="0" y="1521"/>
                      <a:pt x="19" y="1462"/>
                      <a:pt x="24" y="1441"/>
                    </a:cubicBezTo>
                    <a:cubicBezTo>
                      <a:pt x="29" y="1420"/>
                      <a:pt x="28" y="1410"/>
                      <a:pt x="27" y="1398"/>
                    </a:cubicBezTo>
                    <a:cubicBezTo>
                      <a:pt x="26" y="1386"/>
                      <a:pt x="28" y="1383"/>
                      <a:pt x="32" y="1372"/>
                    </a:cubicBezTo>
                    <a:cubicBezTo>
                      <a:pt x="36" y="1361"/>
                      <a:pt x="37" y="1362"/>
                      <a:pt x="27" y="1351"/>
                    </a:cubicBezTo>
                    <a:cubicBezTo>
                      <a:pt x="17" y="1340"/>
                      <a:pt x="28" y="1305"/>
                      <a:pt x="36" y="1298"/>
                    </a:cubicBezTo>
                    <a:cubicBezTo>
                      <a:pt x="44" y="1291"/>
                      <a:pt x="48" y="1278"/>
                      <a:pt x="44" y="1241"/>
                    </a:cubicBezTo>
                    <a:cubicBezTo>
                      <a:pt x="40" y="1204"/>
                      <a:pt x="72" y="1132"/>
                      <a:pt x="80" y="1116"/>
                    </a:cubicBezTo>
                    <a:cubicBezTo>
                      <a:pt x="88" y="1100"/>
                      <a:pt x="96" y="1086"/>
                      <a:pt x="92" y="1062"/>
                    </a:cubicBezTo>
                    <a:cubicBezTo>
                      <a:pt x="88" y="1038"/>
                      <a:pt x="102" y="1024"/>
                      <a:pt x="114" y="1007"/>
                    </a:cubicBezTo>
                    <a:cubicBezTo>
                      <a:pt x="126" y="990"/>
                      <a:pt x="120" y="980"/>
                      <a:pt x="125" y="931"/>
                    </a:cubicBezTo>
                    <a:cubicBezTo>
                      <a:pt x="138" y="800"/>
                      <a:pt x="171" y="717"/>
                      <a:pt x="194" y="692"/>
                    </a:cubicBezTo>
                    <a:cubicBezTo>
                      <a:pt x="217" y="667"/>
                      <a:pt x="229" y="652"/>
                      <a:pt x="245" y="608"/>
                    </a:cubicBezTo>
                    <a:cubicBezTo>
                      <a:pt x="306" y="437"/>
                      <a:pt x="603" y="418"/>
                      <a:pt x="628" y="411"/>
                    </a:cubicBezTo>
                    <a:cubicBezTo>
                      <a:pt x="653" y="404"/>
                      <a:pt x="688" y="381"/>
                      <a:pt x="693" y="365"/>
                    </a:cubicBezTo>
                    <a:cubicBezTo>
                      <a:pt x="698" y="349"/>
                      <a:pt x="709" y="350"/>
                      <a:pt x="709" y="350"/>
                    </a:cubicBezTo>
                    <a:cubicBezTo>
                      <a:pt x="699" y="293"/>
                      <a:pt x="722" y="248"/>
                      <a:pt x="722" y="248"/>
                    </a:cubicBezTo>
                    <a:cubicBezTo>
                      <a:pt x="706" y="264"/>
                      <a:pt x="704" y="218"/>
                      <a:pt x="700" y="207"/>
                    </a:cubicBezTo>
                    <a:cubicBezTo>
                      <a:pt x="696" y="198"/>
                      <a:pt x="697" y="176"/>
                      <a:pt x="711" y="170"/>
                    </a:cubicBezTo>
                    <a:cubicBezTo>
                      <a:pt x="723" y="165"/>
                      <a:pt x="728" y="182"/>
                      <a:pt x="728" y="182"/>
                    </a:cubicBezTo>
                    <a:cubicBezTo>
                      <a:pt x="737" y="17"/>
                      <a:pt x="872" y="0"/>
                      <a:pt x="872" y="0"/>
                    </a:cubicBezTo>
                    <a:lnTo>
                      <a:pt x="875" y="0"/>
                    </a:lnTo>
                    <a:close/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596" name="Freeform 477">
                <a:extLst>
                  <a:ext uri="{FF2B5EF4-FFF2-40B4-BE49-F238E27FC236}">
                    <a16:creationId xmlns:a16="http://schemas.microsoft.com/office/drawing/2014/main" id="{137CD65A-8750-49E5-822B-647B45BD72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4" y="2362"/>
                <a:ext cx="39" cy="173"/>
              </a:xfrm>
              <a:custGeom>
                <a:avLst/>
                <a:gdLst>
                  <a:gd name="T0" fmla="*/ 17 w 37"/>
                  <a:gd name="T1" fmla="*/ 0 h 164"/>
                  <a:gd name="T2" fmla="*/ 23 w 37"/>
                  <a:gd name="T3" fmla="*/ 9 h 164"/>
                  <a:gd name="T4" fmla="*/ 24 w 37"/>
                  <a:gd name="T5" fmla="*/ 27 h 164"/>
                  <a:gd name="T6" fmla="*/ 38 w 37"/>
                  <a:gd name="T7" fmla="*/ 56 h 164"/>
                  <a:gd name="T8" fmla="*/ 40 w 37"/>
                  <a:gd name="T9" fmla="*/ 79 h 164"/>
                  <a:gd name="T10" fmla="*/ 39 w 37"/>
                  <a:gd name="T11" fmla="*/ 94 h 164"/>
                  <a:gd name="T12" fmla="*/ 36 w 37"/>
                  <a:gd name="T13" fmla="*/ 103 h 164"/>
                  <a:gd name="T14" fmla="*/ 26 w 37"/>
                  <a:gd name="T15" fmla="*/ 122 h 164"/>
                  <a:gd name="T16" fmla="*/ 15 w 37"/>
                  <a:gd name="T17" fmla="*/ 136 h 164"/>
                  <a:gd name="T18" fmla="*/ 2 w 37"/>
                  <a:gd name="T19" fmla="*/ 167 h 164"/>
                  <a:gd name="T20" fmla="*/ 2 w 37"/>
                  <a:gd name="T21" fmla="*/ 192 h 16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7" h="164">
                    <a:moveTo>
                      <a:pt x="14" y="0"/>
                    </a:moveTo>
                    <a:cubicBezTo>
                      <a:pt x="16" y="4"/>
                      <a:pt x="19" y="5"/>
                      <a:pt x="20" y="9"/>
                    </a:cubicBezTo>
                    <a:cubicBezTo>
                      <a:pt x="22" y="14"/>
                      <a:pt x="20" y="19"/>
                      <a:pt x="21" y="24"/>
                    </a:cubicBezTo>
                    <a:cubicBezTo>
                      <a:pt x="23" y="34"/>
                      <a:pt x="27" y="39"/>
                      <a:pt x="32" y="47"/>
                    </a:cubicBezTo>
                    <a:cubicBezTo>
                      <a:pt x="37" y="54"/>
                      <a:pt x="35" y="58"/>
                      <a:pt x="34" y="67"/>
                    </a:cubicBezTo>
                    <a:cubicBezTo>
                      <a:pt x="33" y="71"/>
                      <a:pt x="34" y="76"/>
                      <a:pt x="33" y="80"/>
                    </a:cubicBezTo>
                    <a:cubicBezTo>
                      <a:pt x="33" y="83"/>
                      <a:pt x="31" y="85"/>
                      <a:pt x="30" y="88"/>
                    </a:cubicBezTo>
                    <a:cubicBezTo>
                      <a:pt x="27" y="95"/>
                      <a:pt x="29" y="100"/>
                      <a:pt x="23" y="104"/>
                    </a:cubicBezTo>
                    <a:cubicBezTo>
                      <a:pt x="19" y="108"/>
                      <a:pt x="15" y="111"/>
                      <a:pt x="12" y="116"/>
                    </a:cubicBezTo>
                    <a:cubicBezTo>
                      <a:pt x="7" y="124"/>
                      <a:pt x="4" y="133"/>
                      <a:pt x="2" y="142"/>
                    </a:cubicBezTo>
                    <a:cubicBezTo>
                      <a:pt x="0" y="149"/>
                      <a:pt x="3" y="157"/>
                      <a:pt x="2" y="164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597" name="Freeform 478">
                <a:extLst>
                  <a:ext uri="{FF2B5EF4-FFF2-40B4-BE49-F238E27FC236}">
                    <a16:creationId xmlns:a16="http://schemas.microsoft.com/office/drawing/2014/main" id="{42EF85EA-ED2B-4E1B-9CFF-E3ABF0D5AD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9" y="2447"/>
                <a:ext cx="50" cy="43"/>
              </a:xfrm>
              <a:custGeom>
                <a:avLst/>
                <a:gdLst>
                  <a:gd name="T0" fmla="*/ 0 w 47"/>
                  <a:gd name="T1" fmla="*/ 47 h 41"/>
                  <a:gd name="T2" fmla="*/ 16 w 47"/>
                  <a:gd name="T3" fmla="*/ 33 h 41"/>
                  <a:gd name="T4" fmla="*/ 31 w 47"/>
                  <a:gd name="T5" fmla="*/ 25 h 41"/>
                  <a:gd name="T6" fmla="*/ 56 w 47"/>
                  <a:gd name="T7" fmla="*/ 0 h 4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7" h="41">
                    <a:moveTo>
                      <a:pt x="0" y="41"/>
                    </a:moveTo>
                    <a:cubicBezTo>
                      <a:pt x="1" y="37"/>
                      <a:pt x="9" y="31"/>
                      <a:pt x="13" y="29"/>
                    </a:cubicBezTo>
                    <a:cubicBezTo>
                      <a:pt x="17" y="26"/>
                      <a:pt x="22" y="26"/>
                      <a:pt x="25" y="22"/>
                    </a:cubicBezTo>
                    <a:cubicBezTo>
                      <a:pt x="32" y="15"/>
                      <a:pt x="35" y="1"/>
                      <a:pt x="47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598" name="Freeform 479">
                <a:extLst>
                  <a:ext uri="{FF2B5EF4-FFF2-40B4-BE49-F238E27FC236}">
                    <a16:creationId xmlns:a16="http://schemas.microsoft.com/office/drawing/2014/main" id="{4307D679-FF95-4D5F-963B-E76D474FA1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9" y="2426"/>
                <a:ext cx="21" cy="18"/>
              </a:xfrm>
              <a:custGeom>
                <a:avLst/>
                <a:gdLst>
                  <a:gd name="T0" fmla="*/ 0 w 20"/>
                  <a:gd name="T1" fmla="*/ 20 h 17"/>
                  <a:gd name="T2" fmla="*/ 23 w 20"/>
                  <a:gd name="T3" fmla="*/ 0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17">
                    <a:moveTo>
                      <a:pt x="0" y="17"/>
                    </a:moveTo>
                    <a:cubicBezTo>
                      <a:pt x="5" y="9"/>
                      <a:pt x="11" y="4"/>
                      <a:pt x="20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599" name="Freeform 480">
                <a:extLst>
                  <a:ext uri="{FF2B5EF4-FFF2-40B4-BE49-F238E27FC236}">
                    <a16:creationId xmlns:a16="http://schemas.microsoft.com/office/drawing/2014/main" id="{FF8DFB10-27D0-4706-836F-A6029EB7AF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4" y="2362"/>
                <a:ext cx="37" cy="128"/>
              </a:xfrm>
              <a:custGeom>
                <a:avLst/>
                <a:gdLst>
                  <a:gd name="T0" fmla="*/ 40 w 35"/>
                  <a:gd name="T1" fmla="*/ 0 h 121"/>
                  <a:gd name="T2" fmla="*/ 41 w 35"/>
                  <a:gd name="T3" fmla="*/ 56 h 121"/>
                  <a:gd name="T4" fmla="*/ 36 w 35"/>
                  <a:gd name="T5" fmla="*/ 98 h 121"/>
                  <a:gd name="T6" fmla="*/ 20 w 35"/>
                  <a:gd name="T7" fmla="*/ 124 h 121"/>
                  <a:gd name="T8" fmla="*/ 0 w 35"/>
                  <a:gd name="T9" fmla="*/ 143 h 1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" h="121">
                    <a:moveTo>
                      <a:pt x="34" y="0"/>
                    </a:moveTo>
                    <a:cubicBezTo>
                      <a:pt x="28" y="15"/>
                      <a:pt x="34" y="31"/>
                      <a:pt x="35" y="47"/>
                    </a:cubicBezTo>
                    <a:cubicBezTo>
                      <a:pt x="35" y="59"/>
                      <a:pt x="35" y="71"/>
                      <a:pt x="30" y="83"/>
                    </a:cubicBezTo>
                    <a:cubicBezTo>
                      <a:pt x="27" y="90"/>
                      <a:pt x="23" y="99"/>
                      <a:pt x="17" y="105"/>
                    </a:cubicBezTo>
                    <a:cubicBezTo>
                      <a:pt x="13" y="110"/>
                      <a:pt x="6" y="119"/>
                      <a:pt x="0" y="121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600" name="Freeform 481">
                <a:extLst>
                  <a:ext uri="{FF2B5EF4-FFF2-40B4-BE49-F238E27FC236}">
                    <a16:creationId xmlns:a16="http://schemas.microsoft.com/office/drawing/2014/main" id="{67E323C1-D8CA-4A07-9DA6-F0A5D038EE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6" y="2354"/>
                <a:ext cx="39" cy="27"/>
              </a:xfrm>
              <a:custGeom>
                <a:avLst/>
                <a:gdLst>
                  <a:gd name="T0" fmla="*/ 43 w 37"/>
                  <a:gd name="T1" fmla="*/ 3 h 26"/>
                  <a:gd name="T2" fmla="*/ 0 w 37"/>
                  <a:gd name="T3" fmla="*/ 29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7" h="26">
                    <a:moveTo>
                      <a:pt x="37" y="3"/>
                    </a:moveTo>
                    <a:cubicBezTo>
                      <a:pt x="23" y="0"/>
                      <a:pt x="7" y="16"/>
                      <a:pt x="0" y="26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601" name="Freeform 482">
                <a:extLst>
                  <a:ext uri="{FF2B5EF4-FFF2-40B4-BE49-F238E27FC236}">
                    <a16:creationId xmlns:a16="http://schemas.microsoft.com/office/drawing/2014/main" id="{A6676390-FDDD-415B-B27B-C14B564285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1" y="2440"/>
                <a:ext cx="27" cy="30"/>
              </a:xfrm>
              <a:custGeom>
                <a:avLst/>
                <a:gdLst>
                  <a:gd name="T0" fmla="*/ 0 w 26"/>
                  <a:gd name="T1" fmla="*/ 1 h 28"/>
                  <a:gd name="T2" fmla="*/ 23 w 26"/>
                  <a:gd name="T3" fmla="*/ 6 h 28"/>
                  <a:gd name="T4" fmla="*/ 27 w 26"/>
                  <a:gd name="T5" fmla="*/ 34 h 28"/>
                  <a:gd name="T6" fmla="*/ 0 w 26"/>
                  <a:gd name="T7" fmla="*/ 33 h 2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28">
                    <a:moveTo>
                      <a:pt x="0" y="1"/>
                    </a:moveTo>
                    <a:cubicBezTo>
                      <a:pt x="8" y="0"/>
                      <a:pt x="14" y="1"/>
                      <a:pt x="20" y="6"/>
                    </a:cubicBezTo>
                    <a:cubicBezTo>
                      <a:pt x="26" y="11"/>
                      <a:pt x="26" y="21"/>
                      <a:pt x="24" y="28"/>
                    </a:cubicBezTo>
                    <a:cubicBezTo>
                      <a:pt x="20" y="22"/>
                      <a:pt x="6" y="20"/>
                      <a:pt x="0" y="27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602" name="Freeform 483">
                <a:extLst>
                  <a:ext uri="{FF2B5EF4-FFF2-40B4-BE49-F238E27FC236}">
                    <a16:creationId xmlns:a16="http://schemas.microsoft.com/office/drawing/2014/main" id="{97F2699D-2858-44AF-BC89-C322C11B9F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9" y="2520"/>
                <a:ext cx="35" cy="24"/>
              </a:xfrm>
              <a:custGeom>
                <a:avLst/>
                <a:gdLst>
                  <a:gd name="T0" fmla="*/ 37 w 34"/>
                  <a:gd name="T1" fmla="*/ 7 h 23"/>
                  <a:gd name="T2" fmla="*/ 10 w 34"/>
                  <a:gd name="T3" fmla="*/ 5 h 23"/>
                  <a:gd name="T4" fmla="*/ 0 w 34"/>
                  <a:gd name="T5" fmla="*/ 11 h 23"/>
                  <a:gd name="T6" fmla="*/ 6 w 34"/>
                  <a:gd name="T7" fmla="*/ 26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4" h="23">
                    <a:moveTo>
                      <a:pt x="34" y="7"/>
                    </a:moveTo>
                    <a:cubicBezTo>
                      <a:pt x="27" y="1"/>
                      <a:pt x="18" y="0"/>
                      <a:pt x="10" y="5"/>
                    </a:cubicBezTo>
                    <a:cubicBezTo>
                      <a:pt x="7" y="6"/>
                      <a:pt x="1" y="8"/>
                      <a:pt x="0" y="11"/>
                    </a:cubicBezTo>
                    <a:cubicBezTo>
                      <a:pt x="0" y="14"/>
                      <a:pt x="5" y="21"/>
                      <a:pt x="6" y="23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603" name="Freeform 484">
                <a:extLst>
                  <a:ext uri="{FF2B5EF4-FFF2-40B4-BE49-F238E27FC236}">
                    <a16:creationId xmlns:a16="http://schemas.microsoft.com/office/drawing/2014/main" id="{EA18DDEE-57DF-49E8-AF64-D51E2ECA52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7" y="2948"/>
                <a:ext cx="60" cy="87"/>
              </a:xfrm>
              <a:custGeom>
                <a:avLst/>
                <a:gdLst>
                  <a:gd name="T0" fmla="*/ 66 w 57"/>
                  <a:gd name="T1" fmla="*/ 0 h 82"/>
                  <a:gd name="T2" fmla="*/ 0 w 57"/>
                  <a:gd name="T3" fmla="*/ 98 h 8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7" h="82">
                    <a:moveTo>
                      <a:pt x="57" y="0"/>
                    </a:moveTo>
                    <a:cubicBezTo>
                      <a:pt x="45" y="31"/>
                      <a:pt x="5" y="46"/>
                      <a:pt x="0" y="82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604" name="Freeform 485">
                <a:extLst>
                  <a:ext uri="{FF2B5EF4-FFF2-40B4-BE49-F238E27FC236}">
                    <a16:creationId xmlns:a16="http://schemas.microsoft.com/office/drawing/2014/main" id="{8F5F3FA3-F5B2-4244-9A8E-AB29F1D18B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6" y="3073"/>
                <a:ext cx="209" cy="38"/>
              </a:xfrm>
              <a:custGeom>
                <a:avLst/>
                <a:gdLst>
                  <a:gd name="T0" fmla="*/ 233 w 198"/>
                  <a:gd name="T1" fmla="*/ 0 h 36"/>
                  <a:gd name="T2" fmla="*/ 124 w 198"/>
                  <a:gd name="T3" fmla="*/ 40 h 36"/>
                  <a:gd name="T4" fmla="*/ 0 w 198"/>
                  <a:gd name="T5" fmla="*/ 20 h 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8" h="36">
                    <a:moveTo>
                      <a:pt x="198" y="0"/>
                    </a:moveTo>
                    <a:cubicBezTo>
                      <a:pt x="166" y="17"/>
                      <a:pt x="143" y="33"/>
                      <a:pt x="105" y="34"/>
                    </a:cubicBezTo>
                    <a:cubicBezTo>
                      <a:pt x="69" y="36"/>
                      <a:pt x="33" y="27"/>
                      <a:pt x="0" y="17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605" name="Freeform 486">
                <a:extLst>
                  <a:ext uri="{FF2B5EF4-FFF2-40B4-BE49-F238E27FC236}">
                    <a16:creationId xmlns:a16="http://schemas.microsoft.com/office/drawing/2014/main" id="{31876240-0A83-44D1-B8A5-A3F98947A4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0" y="3077"/>
                <a:ext cx="41" cy="18"/>
              </a:xfrm>
              <a:custGeom>
                <a:avLst/>
                <a:gdLst>
                  <a:gd name="T0" fmla="*/ 45 w 39"/>
                  <a:gd name="T1" fmla="*/ 0 h 17"/>
                  <a:gd name="T2" fmla="*/ 0 w 39"/>
                  <a:gd name="T3" fmla="*/ 20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9" h="17">
                    <a:moveTo>
                      <a:pt x="39" y="0"/>
                    </a:moveTo>
                    <a:cubicBezTo>
                      <a:pt x="26" y="1"/>
                      <a:pt x="9" y="8"/>
                      <a:pt x="0" y="17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606" name="Freeform 487">
                <a:extLst>
                  <a:ext uri="{FF2B5EF4-FFF2-40B4-BE49-F238E27FC236}">
                    <a16:creationId xmlns:a16="http://schemas.microsoft.com/office/drawing/2014/main" id="{2EC8B69C-8BCD-4B72-A681-14328B4853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3133"/>
                <a:ext cx="44" cy="4"/>
              </a:xfrm>
              <a:custGeom>
                <a:avLst/>
                <a:gdLst>
                  <a:gd name="T0" fmla="*/ 48 w 42"/>
                  <a:gd name="T1" fmla="*/ 0 h 4"/>
                  <a:gd name="T2" fmla="*/ 0 w 42"/>
                  <a:gd name="T3" fmla="*/ 4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2" h="4">
                    <a:moveTo>
                      <a:pt x="42" y="0"/>
                    </a:moveTo>
                    <a:cubicBezTo>
                      <a:pt x="28" y="3"/>
                      <a:pt x="14" y="1"/>
                      <a:pt x="0" y="4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607" name="Freeform 488">
                <a:extLst>
                  <a:ext uri="{FF2B5EF4-FFF2-40B4-BE49-F238E27FC236}">
                    <a16:creationId xmlns:a16="http://schemas.microsoft.com/office/drawing/2014/main" id="{D409786C-78C9-4621-B8E6-2218B027D6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7" y="3664"/>
                <a:ext cx="40" cy="10"/>
              </a:xfrm>
              <a:custGeom>
                <a:avLst/>
                <a:gdLst>
                  <a:gd name="T0" fmla="*/ 44 w 38"/>
                  <a:gd name="T1" fmla="*/ 0 h 10"/>
                  <a:gd name="T2" fmla="*/ 0 w 38"/>
                  <a:gd name="T3" fmla="*/ 10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8" h="10">
                    <a:moveTo>
                      <a:pt x="38" y="0"/>
                    </a:moveTo>
                    <a:cubicBezTo>
                      <a:pt x="26" y="5"/>
                      <a:pt x="13" y="9"/>
                      <a:pt x="0" y="1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608" name="Freeform 489">
                <a:extLst>
                  <a:ext uri="{FF2B5EF4-FFF2-40B4-BE49-F238E27FC236}">
                    <a16:creationId xmlns:a16="http://schemas.microsoft.com/office/drawing/2014/main" id="{DBAFA89A-5428-4DCE-94BD-7A9FA2D788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4" y="3772"/>
                <a:ext cx="92" cy="15"/>
              </a:xfrm>
              <a:custGeom>
                <a:avLst/>
                <a:gdLst>
                  <a:gd name="T0" fmla="*/ 103 w 87"/>
                  <a:gd name="T1" fmla="*/ 6 h 14"/>
                  <a:gd name="T2" fmla="*/ 69 w 87"/>
                  <a:gd name="T3" fmla="*/ 1 h 14"/>
                  <a:gd name="T4" fmla="*/ 38 w 87"/>
                  <a:gd name="T5" fmla="*/ 12 h 14"/>
                  <a:gd name="T6" fmla="*/ 0 w 87"/>
                  <a:gd name="T7" fmla="*/ 17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7" h="14">
                    <a:moveTo>
                      <a:pt x="87" y="6"/>
                    </a:moveTo>
                    <a:cubicBezTo>
                      <a:pt x="78" y="3"/>
                      <a:pt x="68" y="0"/>
                      <a:pt x="58" y="1"/>
                    </a:cubicBezTo>
                    <a:cubicBezTo>
                      <a:pt x="49" y="2"/>
                      <a:pt x="41" y="8"/>
                      <a:pt x="32" y="9"/>
                    </a:cubicBezTo>
                    <a:cubicBezTo>
                      <a:pt x="21" y="10"/>
                      <a:pt x="7" y="2"/>
                      <a:pt x="0" y="14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609" name="Freeform 490">
                <a:extLst>
                  <a:ext uri="{FF2B5EF4-FFF2-40B4-BE49-F238E27FC236}">
                    <a16:creationId xmlns:a16="http://schemas.microsoft.com/office/drawing/2014/main" id="{4171C1B0-0956-42D4-B3DC-642B2F0CC0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6" y="3933"/>
                <a:ext cx="51" cy="81"/>
              </a:xfrm>
              <a:custGeom>
                <a:avLst/>
                <a:gdLst>
                  <a:gd name="T0" fmla="*/ 50 w 48"/>
                  <a:gd name="T1" fmla="*/ 89 h 77"/>
                  <a:gd name="T2" fmla="*/ 53 w 48"/>
                  <a:gd name="T3" fmla="*/ 46 h 77"/>
                  <a:gd name="T4" fmla="*/ 35 w 48"/>
                  <a:gd name="T5" fmla="*/ 42 h 77"/>
                  <a:gd name="T6" fmla="*/ 19 w 48"/>
                  <a:gd name="T7" fmla="*/ 31 h 77"/>
                  <a:gd name="T8" fmla="*/ 15 w 48"/>
                  <a:gd name="T9" fmla="*/ 23 h 77"/>
                  <a:gd name="T10" fmla="*/ 11 w 48"/>
                  <a:gd name="T11" fmla="*/ 18 h 77"/>
                  <a:gd name="T12" fmla="*/ 1 w 48"/>
                  <a:gd name="T13" fmla="*/ 0 h 7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8" h="77">
                    <a:moveTo>
                      <a:pt x="41" y="77"/>
                    </a:moveTo>
                    <a:cubicBezTo>
                      <a:pt x="48" y="66"/>
                      <a:pt x="48" y="52"/>
                      <a:pt x="44" y="40"/>
                    </a:cubicBezTo>
                    <a:cubicBezTo>
                      <a:pt x="39" y="41"/>
                      <a:pt x="33" y="38"/>
                      <a:pt x="29" y="36"/>
                    </a:cubicBezTo>
                    <a:cubicBezTo>
                      <a:pt x="26" y="34"/>
                      <a:pt x="18" y="30"/>
                      <a:pt x="16" y="27"/>
                    </a:cubicBezTo>
                    <a:cubicBezTo>
                      <a:pt x="14" y="24"/>
                      <a:pt x="14" y="22"/>
                      <a:pt x="12" y="20"/>
                    </a:cubicBezTo>
                    <a:cubicBezTo>
                      <a:pt x="11" y="18"/>
                      <a:pt x="9" y="17"/>
                      <a:pt x="8" y="15"/>
                    </a:cubicBezTo>
                    <a:cubicBezTo>
                      <a:pt x="4" y="11"/>
                      <a:pt x="0" y="6"/>
                      <a:pt x="1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610" name="Freeform 491">
                <a:extLst>
                  <a:ext uri="{FF2B5EF4-FFF2-40B4-BE49-F238E27FC236}">
                    <a16:creationId xmlns:a16="http://schemas.microsoft.com/office/drawing/2014/main" id="{960F6C9E-244A-4A36-A7E9-199DE50356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9" y="3939"/>
                <a:ext cx="3" cy="16"/>
              </a:xfrm>
              <a:custGeom>
                <a:avLst/>
                <a:gdLst>
                  <a:gd name="T0" fmla="*/ 0 w 3"/>
                  <a:gd name="T1" fmla="*/ 18 h 15"/>
                  <a:gd name="T2" fmla="*/ 1 w 3"/>
                  <a:gd name="T3" fmla="*/ 0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5">
                    <a:moveTo>
                      <a:pt x="0" y="15"/>
                    </a:moveTo>
                    <a:cubicBezTo>
                      <a:pt x="3" y="11"/>
                      <a:pt x="1" y="5"/>
                      <a:pt x="1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611" name="Freeform 492">
                <a:extLst>
                  <a:ext uri="{FF2B5EF4-FFF2-40B4-BE49-F238E27FC236}">
                    <a16:creationId xmlns:a16="http://schemas.microsoft.com/office/drawing/2014/main" id="{92673792-AA15-4CC3-AC7C-4C3FB2333D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3" y="3968"/>
                <a:ext cx="42" cy="26"/>
              </a:xfrm>
              <a:custGeom>
                <a:avLst/>
                <a:gdLst>
                  <a:gd name="T0" fmla="*/ 46 w 40"/>
                  <a:gd name="T1" fmla="*/ 7 h 25"/>
                  <a:gd name="T2" fmla="*/ 26 w 40"/>
                  <a:gd name="T3" fmla="*/ 12 h 25"/>
                  <a:gd name="T4" fmla="*/ 19 w 40"/>
                  <a:gd name="T5" fmla="*/ 28 h 25"/>
                  <a:gd name="T6" fmla="*/ 3 w 40"/>
                  <a:gd name="T7" fmla="*/ 12 h 25"/>
                  <a:gd name="T8" fmla="*/ 18 w 40"/>
                  <a:gd name="T9" fmla="*/ 0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0" h="25">
                    <a:moveTo>
                      <a:pt x="40" y="7"/>
                    </a:moveTo>
                    <a:cubicBezTo>
                      <a:pt x="34" y="4"/>
                      <a:pt x="28" y="8"/>
                      <a:pt x="23" y="12"/>
                    </a:cubicBezTo>
                    <a:cubicBezTo>
                      <a:pt x="19" y="15"/>
                      <a:pt x="18" y="20"/>
                      <a:pt x="16" y="25"/>
                    </a:cubicBezTo>
                    <a:cubicBezTo>
                      <a:pt x="13" y="21"/>
                      <a:pt x="5" y="17"/>
                      <a:pt x="3" y="12"/>
                    </a:cubicBezTo>
                    <a:cubicBezTo>
                      <a:pt x="0" y="6"/>
                      <a:pt x="10" y="2"/>
                      <a:pt x="15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612" name="Freeform 493">
                <a:extLst>
                  <a:ext uri="{FF2B5EF4-FFF2-40B4-BE49-F238E27FC236}">
                    <a16:creationId xmlns:a16="http://schemas.microsoft.com/office/drawing/2014/main" id="{40EE9498-6F97-42FD-9A9A-2F67423C20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9" y="3942"/>
                <a:ext cx="39" cy="56"/>
              </a:xfrm>
              <a:custGeom>
                <a:avLst/>
                <a:gdLst>
                  <a:gd name="T0" fmla="*/ 39 w 37"/>
                  <a:gd name="T1" fmla="*/ 62 h 53"/>
                  <a:gd name="T2" fmla="*/ 24 w 37"/>
                  <a:gd name="T3" fmla="*/ 26 h 53"/>
                  <a:gd name="T4" fmla="*/ 7 w 37"/>
                  <a:gd name="T5" fmla="*/ 17 h 53"/>
                  <a:gd name="T6" fmla="*/ 0 w 37"/>
                  <a:gd name="T7" fmla="*/ 0 h 5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7" h="53">
                    <a:moveTo>
                      <a:pt x="33" y="53"/>
                    </a:moveTo>
                    <a:cubicBezTo>
                      <a:pt x="37" y="40"/>
                      <a:pt x="31" y="29"/>
                      <a:pt x="21" y="23"/>
                    </a:cubicBezTo>
                    <a:cubicBezTo>
                      <a:pt x="15" y="20"/>
                      <a:pt x="11" y="18"/>
                      <a:pt x="7" y="14"/>
                    </a:cubicBezTo>
                    <a:cubicBezTo>
                      <a:pt x="3" y="10"/>
                      <a:pt x="3" y="4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613" name="Freeform 494">
                <a:extLst>
                  <a:ext uri="{FF2B5EF4-FFF2-40B4-BE49-F238E27FC236}">
                    <a16:creationId xmlns:a16="http://schemas.microsoft.com/office/drawing/2014/main" id="{D379B3A5-2C3C-43C0-8384-74D7F0CF9A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0" y="3928"/>
                <a:ext cx="44" cy="42"/>
              </a:xfrm>
              <a:custGeom>
                <a:avLst/>
                <a:gdLst>
                  <a:gd name="T0" fmla="*/ 47 w 42"/>
                  <a:gd name="T1" fmla="*/ 46 h 40"/>
                  <a:gd name="T2" fmla="*/ 39 w 42"/>
                  <a:gd name="T3" fmla="*/ 30 h 40"/>
                  <a:gd name="T4" fmla="*/ 27 w 42"/>
                  <a:gd name="T5" fmla="*/ 19 h 40"/>
                  <a:gd name="T6" fmla="*/ 16 w 42"/>
                  <a:gd name="T7" fmla="*/ 16 h 40"/>
                  <a:gd name="T8" fmla="*/ 0 w 42"/>
                  <a:gd name="T9" fmla="*/ 0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2" h="40">
                    <a:moveTo>
                      <a:pt x="41" y="40"/>
                    </a:moveTo>
                    <a:cubicBezTo>
                      <a:pt x="42" y="35"/>
                      <a:pt x="36" y="30"/>
                      <a:pt x="33" y="27"/>
                    </a:cubicBezTo>
                    <a:cubicBezTo>
                      <a:pt x="31" y="23"/>
                      <a:pt x="28" y="19"/>
                      <a:pt x="24" y="16"/>
                    </a:cubicBezTo>
                    <a:cubicBezTo>
                      <a:pt x="21" y="14"/>
                      <a:pt x="16" y="15"/>
                      <a:pt x="13" y="13"/>
                    </a:cubicBezTo>
                    <a:cubicBezTo>
                      <a:pt x="8" y="10"/>
                      <a:pt x="6" y="3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614" name="Freeform 495">
                <a:extLst>
                  <a:ext uri="{FF2B5EF4-FFF2-40B4-BE49-F238E27FC236}">
                    <a16:creationId xmlns:a16="http://schemas.microsoft.com/office/drawing/2014/main" id="{989BE940-ADAC-4092-A32C-055CB053E0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3" y="3922"/>
                <a:ext cx="20" cy="15"/>
              </a:xfrm>
              <a:custGeom>
                <a:avLst/>
                <a:gdLst>
                  <a:gd name="T0" fmla="*/ 22 w 19"/>
                  <a:gd name="T1" fmla="*/ 13 h 14"/>
                  <a:gd name="T2" fmla="*/ 14 w 19"/>
                  <a:gd name="T3" fmla="*/ 10 h 14"/>
                  <a:gd name="T4" fmla="*/ 0 w 19"/>
                  <a:gd name="T5" fmla="*/ 0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14">
                    <a:moveTo>
                      <a:pt x="19" y="10"/>
                    </a:moveTo>
                    <a:cubicBezTo>
                      <a:pt x="19" y="14"/>
                      <a:pt x="13" y="8"/>
                      <a:pt x="11" y="7"/>
                    </a:cubicBezTo>
                    <a:cubicBezTo>
                      <a:pt x="7" y="5"/>
                      <a:pt x="4" y="3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615" name="Freeform 496">
                <a:extLst>
                  <a:ext uri="{FF2B5EF4-FFF2-40B4-BE49-F238E27FC236}">
                    <a16:creationId xmlns:a16="http://schemas.microsoft.com/office/drawing/2014/main" id="{C1F98E42-8F43-4377-A3FC-3BD2E7277C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5" y="3939"/>
                <a:ext cx="12" cy="13"/>
              </a:xfrm>
              <a:custGeom>
                <a:avLst/>
                <a:gdLst>
                  <a:gd name="T0" fmla="*/ 12 w 12"/>
                  <a:gd name="T1" fmla="*/ 4 h 12"/>
                  <a:gd name="T2" fmla="*/ 6 w 12"/>
                  <a:gd name="T3" fmla="*/ 15 h 12"/>
                  <a:gd name="T4" fmla="*/ 10 w 12"/>
                  <a:gd name="T5" fmla="*/ 4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2">
                    <a:moveTo>
                      <a:pt x="12" y="4"/>
                    </a:moveTo>
                    <a:cubicBezTo>
                      <a:pt x="9" y="6"/>
                      <a:pt x="7" y="9"/>
                      <a:pt x="6" y="12"/>
                    </a:cubicBezTo>
                    <a:cubicBezTo>
                      <a:pt x="0" y="8"/>
                      <a:pt x="3" y="0"/>
                      <a:pt x="10" y="4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616" name="Freeform 497">
                <a:extLst>
                  <a:ext uri="{FF2B5EF4-FFF2-40B4-BE49-F238E27FC236}">
                    <a16:creationId xmlns:a16="http://schemas.microsoft.com/office/drawing/2014/main" id="{83E943C3-F393-449B-A5F8-454303E88D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0" y="3958"/>
                <a:ext cx="16" cy="17"/>
              </a:xfrm>
              <a:custGeom>
                <a:avLst/>
                <a:gdLst>
                  <a:gd name="T0" fmla="*/ 18 w 15"/>
                  <a:gd name="T1" fmla="*/ 4 h 16"/>
                  <a:gd name="T2" fmla="*/ 11 w 15"/>
                  <a:gd name="T3" fmla="*/ 19 h 16"/>
                  <a:gd name="T4" fmla="*/ 3 w 15"/>
                  <a:gd name="T5" fmla="*/ 4 h 16"/>
                  <a:gd name="T6" fmla="*/ 16 w 15"/>
                  <a:gd name="T7" fmla="*/ 5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16">
                    <a:moveTo>
                      <a:pt x="15" y="4"/>
                    </a:moveTo>
                    <a:cubicBezTo>
                      <a:pt x="9" y="6"/>
                      <a:pt x="8" y="10"/>
                      <a:pt x="8" y="16"/>
                    </a:cubicBezTo>
                    <a:cubicBezTo>
                      <a:pt x="6" y="13"/>
                      <a:pt x="0" y="8"/>
                      <a:pt x="3" y="4"/>
                    </a:cubicBezTo>
                    <a:cubicBezTo>
                      <a:pt x="5" y="0"/>
                      <a:pt x="13" y="1"/>
                      <a:pt x="13" y="5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617" name="Freeform 498">
                <a:extLst>
                  <a:ext uri="{FF2B5EF4-FFF2-40B4-BE49-F238E27FC236}">
                    <a16:creationId xmlns:a16="http://schemas.microsoft.com/office/drawing/2014/main" id="{772B61F8-7750-4C1C-93C2-A9219751B3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6" y="3973"/>
                <a:ext cx="21" cy="17"/>
              </a:xfrm>
              <a:custGeom>
                <a:avLst/>
                <a:gdLst>
                  <a:gd name="T0" fmla="*/ 22 w 20"/>
                  <a:gd name="T1" fmla="*/ 11 h 16"/>
                  <a:gd name="T2" fmla="*/ 6 w 20"/>
                  <a:gd name="T3" fmla="*/ 19 h 16"/>
                  <a:gd name="T4" fmla="*/ 1 w 20"/>
                  <a:gd name="T5" fmla="*/ 5 h 16"/>
                  <a:gd name="T6" fmla="*/ 14 w 20"/>
                  <a:gd name="T7" fmla="*/ 0 h 16"/>
                  <a:gd name="T8" fmla="*/ 23 w 20"/>
                  <a:gd name="T9" fmla="*/ 7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16">
                    <a:moveTo>
                      <a:pt x="19" y="8"/>
                    </a:moveTo>
                    <a:cubicBezTo>
                      <a:pt x="12" y="10"/>
                      <a:pt x="9" y="9"/>
                      <a:pt x="6" y="16"/>
                    </a:cubicBezTo>
                    <a:cubicBezTo>
                      <a:pt x="4" y="13"/>
                      <a:pt x="0" y="9"/>
                      <a:pt x="1" y="5"/>
                    </a:cubicBezTo>
                    <a:cubicBezTo>
                      <a:pt x="2" y="0"/>
                      <a:pt x="7" y="0"/>
                      <a:pt x="11" y="0"/>
                    </a:cubicBezTo>
                    <a:cubicBezTo>
                      <a:pt x="16" y="1"/>
                      <a:pt x="17" y="3"/>
                      <a:pt x="20" y="7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618" name="Freeform 499">
                <a:extLst>
                  <a:ext uri="{FF2B5EF4-FFF2-40B4-BE49-F238E27FC236}">
                    <a16:creationId xmlns:a16="http://schemas.microsoft.com/office/drawing/2014/main" id="{074DFC7A-1432-4F6E-B9B5-D939DCEB8F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9" y="1475"/>
                <a:ext cx="138" cy="649"/>
              </a:xfrm>
              <a:custGeom>
                <a:avLst/>
                <a:gdLst>
                  <a:gd name="T0" fmla="*/ 153 w 131"/>
                  <a:gd name="T1" fmla="*/ 723 h 615"/>
                  <a:gd name="T2" fmla="*/ 129 w 131"/>
                  <a:gd name="T3" fmla="*/ 495 h 615"/>
                  <a:gd name="T4" fmla="*/ 47 w 131"/>
                  <a:gd name="T5" fmla="*/ 345 h 615"/>
                  <a:gd name="T6" fmla="*/ 43 w 131"/>
                  <a:gd name="T7" fmla="*/ 246 h 615"/>
                  <a:gd name="T8" fmla="*/ 9 w 131"/>
                  <a:gd name="T9" fmla="*/ 161 h 615"/>
                  <a:gd name="T10" fmla="*/ 16 w 131"/>
                  <a:gd name="T11" fmla="*/ 0 h 61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1" h="615">
                    <a:moveTo>
                      <a:pt x="131" y="615"/>
                    </a:moveTo>
                    <a:cubicBezTo>
                      <a:pt x="131" y="615"/>
                      <a:pt x="131" y="472"/>
                      <a:pt x="110" y="421"/>
                    </a:cubicBezTo>
                    <a:cubicBezTo>
                      <a:pt x="90" y="370"/>
                      <a:pt x="35" y="311"/>
                      <a:pt x="41" y="294"/>
                    </a:cubicBezTo>
                    <a:cubicBezTo>
                      <a:pt x="47" y="276"/>
                      <a:pt x="62" y="263"/>
                      <a:pt x="37" y="209"/>
                    </a:cubicBezTo>
                    <a:cubicBezTo>
                      <a:pt x="12" y="154"/>
                      <a:pt x="0" y="156"/>
                      <a:pt x="9" y="137"/>
                    </a:cubicBezTo>
                    <a:cubicBezTo>
                      <a:pt x="18" y="118"/>
                      <a:pt x="38" y="50"/>
                      <a:pt x="13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619" name="Freeform 500">
                <a:extLst>
                  <a:ext uri="{FF2B5EF4-FFF2-40B4-BE49-F238E27FC236}">
                    <a16:creationId xmlns:a16="http://schemas.microsoft.com/office/drawing/2014/main" id="{BC2A6E9B-25BB-4CCB-86DC-20A68D7DE1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1" y="1548"/>
                <a:ext cx="97" cy="29"/>
              </a:xfrm>
              <a:custGeom>
                <a:avLst/>
                <a:gdLst>
                  <a:gd name="T0" fmla="*/ 0 w 92"/>
                  <a:gd name="T1" fmla="*/ 30 h 28"/>
                  <a:gd name="T2" fmla="*/ 17 w 92"/>
                  <a:gd name="T3" fmla="*/ 24 h 28"/>
                  <a:gd name="T4" fmla="*/ 108 w 92"/>
                  <a:gd name="T5" fmla="*/ 0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2" h="28">
                    <a:moveTo>
                      <a:pt x="0" y="27"/>
                    </a:moveTo>
                    <a:cubicBezTo>
                      <a:pt x="0" y="27"/>
                      <a:pt x="6" y="28"/>
                      <a:pt x="14" y="21"/>
                    </a:cubicBezTo>
                    <a:cubicBezTo>
                      <a:pt x="23" y="14"/>
                      <a:pt x="63" y="22"/>
                      <a:pt x="92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620" name="Freeform 501">
                <a:extLst>
                  <a:ext uri="{FF2B5EF4-FFF2-40B4-BE49-F238E27FC236}">
                    <a16:creationId xmlns:a16="http://schemas.microsoft.com/office/drawing/2014/main" id="{90D4B54B-4C4F-42BB-8EE6-893480FF55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9" y="1613"/>
                <a:ext cx="20" cy="43"/>
              </a:xfrm>
              <a:custGeom>
                <a:avLst/>
                <a:gdLst>
                  <a:gd name="T0" fmla="*/ 22 w 19"/>
                  <a:gd name="T1" fmla="*/ 0 h 41"/>
                  <a:gd name="T2" fmla="*/ 0 w 19"/>
                  <a:gd name="T3" fmla="*/ 47 h 4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41">
                    <a:moveTo>
                      <a:pt x="19" y="0"/>
                    </a:moveTo>
                    <a:cubicBezTo>
                      <a:pt x="19" y="0"/>
                      <a:pt x="11" y="17"/>
                      <a:pt x="0" y="41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621" name="Freeform 502">
                <a:extLst>
                  <a:ext uri="{FF2B5EF4-FFF2-40B4-BE49-F238E27FC236}">
                    <a16:creationId xmlns:a16="http://schemas.microsoft.com/office/drawing/2014/main" id="{A1EA3CFB-07D2-497B-B5BB-1FCC99379B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9" y="1701"/>
                <a:ext cx="487" cy="268"/>
              </a:xfrm>
              <a:custGeom>
                <a:avLst/>
                <a:gdLst>
                  <a:gd name="T0" fmla="*/ 513 w 461"/>
                  <a:gd name="T1" fmla="*/ 0 h 254"/>
                  <a:gd name="T2" fmla="*/ 518 w 461"/>
                  <a:gd name="T3" fmla="*/ 98 h 254"/>
                  <a:gd name="T4" fmla="*/ 428 w 461"/>
                  <a:gd name="T5" fmla="*/ 180 h 254"/>
                  <a:gd name="T6" fmla="*/ 335 w 461"/>
                  <a:gd name="T7" fmla="*/ 216 h 254"/>
                  <a:gd name="T8" fmla="*/ 0 w 461"/>
                  <a:gd name="T9" fmla="*/ 157 h 25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61" h="254">
                    <a:moveTo>
                      <a:pt x="435" y="0"/>
                    </a:moveTo>
                    <a:cubicBezTo>
                      <a:pt x="435" y="0"/>
                      <a:pt x="461" y="62"/>
                      <a:pt x="439" y="83"/>
                    </a:cubicBezTo>
                    <a:cubicBezTo>
                      <a:pt x="417" y="103"/>
                      <a:pt x="376" y="146"/>
                      <a:pt x="363" y="154"/>
                    </a:cubicBezTo>
                    <a:cubicBezTo>
                      <a:pt x="350" y="163"/>
                      <a:pt x="324" y="178"/>
                      <a:pt x="284" y="184"/>
                    </a:cubicBezTo>
                    <a:cubicBezTo>
                      <a:pt x="244" y="190"/>
                      <a:pt x="7" y="254"/>
                      <a:pt x="0" y="134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622" name="Freeform 503">
                <a:extLst>
                  <a:ext uri="{FF2B5EF4-FFF2-40B4-BE49-F238E27FC236}">
                    <a16:creationId xmlns:a16="http://schemas.microsoft.com/office/drawing/2014/main" id="{2B37BAA9-88AA-4424-957A-C385773522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2" y="1602"/>
                <a:ext cx="62" cy="24"/>
              </a:xfrm>
              <a:custGeom>
                <a:avLst/>
                <a:gdLst>
                  <a:gd name="T0" fmla="*/ 0 w 59"/>
                  <a:gd name="T1" fmla="*/ 0 h 22"/>
                  <a:gd name="T2" fmla="*/ 68 w 59"/>
                  <a:gd name="T3" fmla="*/ 28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9" h="22">
                    <a:moveTo>
                      <a:pt x="0" y="0"/>
                    </a:moveTo>
                    <a:cubicBezTo>
                      <a:pt x="19" y="5"/>
                      <a:pt x="38" y="18"/>
                      <a:pt x="59" y="22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623" name="Freeform 504">
                <a:extLst>
                  <a:ext uri="{FF2B5EF4-FFF2-40B4-BE49-F238E27FC236}">
                    <a16:creationId xmlns:a16="http://schemas.microsoft.com/office/drawing/2014/main" id="{83906DF1-38CE-4029-BAC7-4A9043316A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5" y="1873"/>
                <a:ext cx="66" cy="12"/>
              </a:xfrm>
              <a:custGeom>
                <a:avLst/>
                <a:gdLst>
                  <a:gd name="T0" fmla="*/ 0 w 63"/>
                  <a:gd name="T1" fmla="*/ 2 h 12"/>
                  <a:gd name="T2" fmla="*/ 72 w 63"/>
                  <a:gd name="T3" fmla="*/ 0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3" h="12">
                    <a:moveTo>
                      <a:pt x="0" y="2"/>
                    </a:moveTo>
                    <a:cubicBezTo>
                      <a:pt x="17" y="12"/>
                      <a:pt x="46" y="5"/>
                      <a:pt x="63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624" name="Freeform 505">
                <a:extLst>
                  <a:ext uri="{FF2B5EF4-FFF2-40B4-BE49-F238E27FC236}">
                    <a16:creationId xmlns:a16="http://schemas.microsoft.com/office/drawing/2014/main" id="{5232E68F-3A4E-4C17-AEC7-3B1A9A557F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7" y="1828"/>
                <a:ext cx="38" cy="24"/>
              </a:xfrm>
              <a:custGeom>
                <a:avLst/>
                <a:gdLst>
                  <a:gd name="T0" fmla="*/ 42 w 36"/>
                  <a:gd name="T1" fmla="*/ 0 h 22"/>
                  <a:gd name="T2" fmla="*/ 0 w 36"/>
                  <a:gd name="T3" fmla="*/ 28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6" h="22">
                    <a:moveTo>
                      <a:pt x="36" y="0"/>
                    </a:moveTo>
                    <a:cubicBezTo>
                      <a:pt x="22" y="2"/>
                      <a:pt x="11" y="13"/>
                      <a:pt x="0" y="22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625" name="Freeform 506">
                <a:extLst>
                  <a:ext uri="{FF2B5EF4-FFF2-40B4-BE49-F238E27FC236}">
                    <a16:creationId xmlns:a16="http://schemas.microsoft.com/office/drawing/2014/main" id="{04FDD369-032C-4B00-BD3F-7938CC97B7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7" y="1910"/>
                <a:ext cx="68" cy="40"/>
              </a:xfrm>
              <a:custGeom>
                <a:avLst/>
                <a:gdLst>
                  <a:gd name="T0" fmla="*/ 77 w 64"/>
                  <a:gd name="T1" fmla="*/ 0 h 38"/>
                  <a:gd name="T2" fmla="*/ 0 w 64"/>
                  <a:gd name="T3" fmla="*/ 44 h 3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4" h="38">
                    <a:moveTo>
                      <a:pt x="64" y="0"/>
                    </a:moveTo>
                    <a:cubicBezTo>
                      <a:pt x="59" y="36"/>
                      <a:pt x="20" y="22"/>
                      <a:pt x="0" y="38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626" name="Freeform 507">
                <a:extLst>
                  <a:ext uri="{FF2B5EF4-FFF2-40B4-BE49-F238E27FC236}">
                    <a16:creationId xmlns:a16="http://schemas.microsoft.com/office/drawing/2014/main" id="{D123620D-EBFB-41F9-9ED8-FE3748ADF5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4" y="2184"/>
                <a:ext cx="67" cy="17"/>
              </a:xfrm>
              <a:custGeom>
                <a:avLst/>
                <a:gdLst>
                  <a:gd name="T0" fmla="*/ 76 w 63"/>
                  <a:gd name="T1" fmla="*/ 15 h 16"/>
                  <a:gd name="T2" fmla="*/ 0 w 63"/>
                  <a:gd name="T3" fmla="*/ 0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3" h="16">
                    <a:moveTo>
                      <a:pt x="63" y="12"/>
                    </a:moveTo>
                    <a:cubicBezTo>
                      <a:pt x="39" y="16"/>
                      <a:pt x="23" y="8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627" name="Freeform 508">
                <a:extLst>
                  <a:ext uri="{FF2B5EF4-FFF2-40B4-BE49-F238E27FC236}">
                    <a16:creationId xmlns:a16="http://schemas.microsoft.com/office/drawing/2014/main" id="{A78926D4-0B95-428A-B043-5595D30F63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8" y="943"/>
                <a:ext cx="9" cy="74"/>
              </a:xfrm>
              <a:custGeom>
                <a:avLst/>
                <a:gdLst>
                  <a:gd name="T0" fmla="*/ 9 w 9"/>
                  <a:gd name="T1" fmla="*/ 82 h 70"/>
                  <a:gd name="T2" fmla="*/ 1 w 9"/>
                  <a:gd name="T3" fmla="*/ 39 h 70"/>
                  <a:gd name="T4" fmla="*/ 3 w 9"/>
                  <a:gd name="T5" fmla="*/ 0 h 7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70">
                    <a:moveTo>
                      <a:pt x="9" y="70"/>
                    </a:moveTo>
                    <a:cubicBezTo>
                      <a:pt x="9" y="70"/>
                      <a:pt x="0" y="45"/>
                      <a:pt x="1" y="33"/>
                    </a:cubicBezTo>
                    <a:cubicBezTo>
                      <a:pt x="3" y="21"/>
                      <a:pt x="3" y="0"/>
                      <a:pt x="3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628" name="Freeform 509">
                <a:extLst>
                  <a:ext uri="{FF2B5EF4-FFF2-40B4-BE49-F238E27FC236}">
                    <a16:creationId xmlns:a16="http://schemas.microsoft.com/office/drawing/2014/main" id="{7AA8F2E8-221F-4F0E-BEFA-A52FDFD81A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1" y="933"/>
                <a:ext cx="20" cy="29"/>
              </a:xfrm>
              <a:custGeom>
                <a:avLst/>
                <a:gdLst>
                  <a:gd name="T0" fmla="*/ 0 w 19"/>
                  <a:gd name="T1" fmla="*/ 33 h 27"/>
                  <a:gd name="T2" fmla="*/ 20 w 19"/>
                  <a:gd name="T3" fmla="*/ 32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27">
                    <a:moveTo>
                      <a:pt x="0" y="27"/>
                    </a:moveTo>
                    <a:cubicBezTo>
                      <a:pt x="0" y="27"/>
                      <a:pt x="19" y="0"/>
                      <a:pt x="17" y="26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629" name="Freeform 510">
                <a:extLst>
                  <a:ext uri="{FF2B5EF4-FFF2-40B4-BE49-F238E27FC236}">
                    <a16:creationId xmlns:a16="http://schemas.microsoft.com/office/drawing/2014/main" id="{98FC7769-FF6F-476A-A74D-3424510C1B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1" y="971"/>
                <a:ext cx="13" cy="21"/>
              </a:xfrm>
              <a:custGeom>
                <a:avLst/>
                <a:gdLst>
                  <a:gd name="T0" fmla="*/ 0 w 12"/>
                  <a:gd name="T1" fmla="*/ 0 h 20"/>
                  <a:gd name="T2" fmla="*/ 1 w 12"/>
                  <a:gd name="T3" fmla="*/ 23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20">
                    <a:moveTo>
                      <a:pt x="0" y="0"/>
                    </a:moveTo>
                    <a:cubicBezTo>
                      <a:pt x="0" y="0"/>
                      <a:pt x="12" y="10"/>
                      <a:pt x="1" y="2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630" name="Oval 511">
                <a:extLst>
                  <a:ext uri="{FF2B5EF4-FFF2-40B4-BE49-F238E27FC236}">
                    <a16:creationId xmlns:a16="http://schemas.microsoft.com/office/drawing/2014/main" id="{1E27FF90-A389-4A9B-BB6D-BB4B2EF66B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41" y="888"/>
                <a:ext cx="20" cy="20"/>
              </a:xfrm>
              <a:prstGeom prst="ellipse">
                <a:avLst/>
              </a:prstGeom>
              <a:solidFill>
                <a:srgbClr val="2A110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631" name="Oval 512">
                <a:extLst>
                  <a:ext uri="{FF2B5EF4-FFF2-40B4-BE49-F238E27FC236}">
                    <a16:creationId xmlns:a16="http://schemas.microsoft.com/office/drawing/2014/main" id="{8409D28D-1790-4965-934F-06479EAB66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47" y="894"/>
                <a:ext cx="8" cy="8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632" name="Freeform 513">
                <a:extLst>
                  <a:ext uri="{FF2B5EF4-FFF2-40B4-BE49-F238E27FC236}">
                    <a16:creationId xmlns:a16="http://schemas.microsoft.com/office/drawing/2014/main" id="{6B5A6776-951D-4A01-BC91-810D5BC354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4" y="934"/>
                <a:ext cx="23" cy="35"/>
              </a:xfrm>
              <a:custGeom>
                <a:avLst/>
                <a:gdLst>
                  <a:gd name="T0" fmla="*/ 9 w 22"/>
                  <a:gd name="T1" fmla="*/ 0 h 33"/>
                  <a:gd name="T2" fmla="*/ 20 w 22"/>
                  <a:gd name="T3" fmla="*/ 24 h 33"/>
                  <a:gd name="T4" fmla="*/ 0 w 22"/>
                  <a:gd name="T5" fmla="*/ 39 h 33"/>
                  <a:gd name="T6" fmla="*/ 17 w 22"/>
                  <a:gd name="T7" fmla="*/ 20 h 33"/>
                  <a:gd name="T8" fmla="*/ 9 w 22"/>
                  <a:gd name="T9" fmla="*/ 0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33">
                    <a:moveTo>
                      <a:pt x="9" y="0"/>
                    </a:moveTo>
                    <a:cubicBezTo>
                      <a:pt x="9" y="0"/>
                      <a:pt x="22" y="13"/>
                      <a:pt x="17" y="21"/>
                    </a:cubicBezTo>
                    <a:cubicBezTo>
                      <a:pt x="12" y="28"/>
                      <a:pt x="7" y="33"/>
                      <a:pt x="0" y="33"/>
                    </a:cubicBezTo>
                    <a:cubicBezTo>
                      <a:pt x="0" y="33"/>
                      <a:pt x="15" y="25"/>
                      <a:pt x="14" y="17"/>
                    </a:cubicBezTo>
                    <a:cubicBezTo>
                      <a:pt x="14" y="10"/>
                      <a:pt x="14" y="4"/>
                      <a:pt x="9" y="0"/>
                    </a:cubicBezTo>
                    <a:close/>
                  </a:path>
                </a:pathLst>
              </a:custGeom>
              <a:solidFill>
                <a:srgbClr val="5A22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633" name="Freeform 514">
                <a:extLst>
                  <a:ext uri="{FF2B5EF4-FFF2-40B4-BE49-F238E27FC236}">
                    <a16:creationId xmlns:a16="http://schemas.microsoft.com/office/drawing/2014/main" id="{BAAE73E5-8777-49A8-83AA-7216CD7F44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7" y="942"/>
                <a:ext cx="19" cy="108"/>
              </a:xfrm>
              <a:custGeom>
                <a:avLst/>
                <a:gdLst>
                  <a:gd name="T0" fmla="*/ 3 w 18"/>
                  <a:gd name="T1" fmla="*/ 0 h 103"/>
                  <a:gd name="T2" fmla="*/ 17 w 18"/>
                  <a:gd name="T3" fmla="*/ 21 h 103"/>
                  <a:gd name="T4" fmla="*/ 21 w 18"/>
                  <a:gd name="T5" fmla="*/ 51 h 103"/>
                  <a:gd name="T6" fmla="*/ 0 w 18"/>
                  <a:gd name="T7" fmla="*/ 118 h 103"/>
                  <a:gd name="T8" fmla="*/ 13 w 18"/>
                  <a:gd name="T9" fmla="*/ 79 h 103"/>
                  <a:gd name="T10" fmla="*/ 18 w 18"/>
                  <a:gd name="T11" fmla="*/ 53 h 103"/>
                  <a:gd name="T12" fmla="*/ 15 w 18"/>
                  <a:gd name="T13" fmla="*/ 26 h 103"/>
                  <a:gd name="T14" fmla="*/ 2 w 18"/>
                  <a:gd name="T15" fmla="*/ 18 h 103"/>
                  <a:gd name="T16" fmla="*/ 5 w 18"/>
                  <a:gd name="T17" fmla="*/ 5 h 10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8" h="103">
                    <a:moveTo>
                      <a:pt x="3" y="0"/>
                    </a:moveTo>
                    <a:cubicBezTo>
                      <a:pt x="6" y="6"/>
                      <a:pt x="11" y="12"/>
                      <a:pt x="14" y="18"/>
                    </a:cubicBezTo>
                    <a:cubicBezTo>
                      <a:pt x="18" y="26"/>
                      <a:pt x="18" y="36"/>
                      <a:pt x="18" y="45"/>
                    </a:cubicBezTo>
                    <a:cubicBezTo>
                      <a:pt x="16" y="65"/>
                      <a:pt x="4" y="83"/>
                      <a:pt x="0" y="103"/>
                    </a:cubicBezTo>
                    <a:cubicBezTo>
                      <a:pt x="3" y="92"/>
                      <a:pt x="7" y="80"/>
                      <a:pt x="10" y="69"/>
                    </a:cubicBezTo>
                    <a:cubicBezTo>
                      <a:pt x="13" y="61"/>
                      <a:pt x="15" y="54"/>
                      <a:pt x="15" y="47"/>
                    </a:cubicBezTo>
                    <a:cubicBezTo>
                      <a:pt x="16" y="39"/>
                      <a:pt x="15" y="31"/>
                      <a:pt x="12" y="23"/>
                    </a:cubicBezTo>
                    <a:cubicBezTo>
                      <a:pt x="11" y="20"/>
                      <a:pt x="6" y="9"/>
                      <a:pt x="2" y="15"/>
                    </a:cubicBezTo>
                    <a:cubicBezTo>
                      <a:pt x="5" y="12"/>
                      <a:pt x="5" y="9"/>
                      <a:pt x="5" y="5"/>
                    </a:cubicBezTo>
                  </a:path>
                </a:pathLst>
              </a:custGeom>
              <a:solidFill>
                <a:srgbClr val="5A22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634" name="Freeform 515">
                <a:extLst>
                  <a:ext uri="{FF2B5EF4-FFF2-40B4-BE49-F238E27FC236}">
                    <a16:creationId xmlns:a16="http://schemas.microsoft.com/office/drawing/2014/main" id="{D7D2BCDB-76BE-4903-AA30-33326695C5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4" y="1019"/>
                <a:ext cx="109" cy="84"/>
              </a:xfrm>
              <a:custGeom>
                <a:avLst/>
                <a:gdLst>
                  <a:gd name="T0" fmla="*/ 60 w 103"/>
                  <a:gd name="T1" fmla="*/ 91 h 80"/>
                  <a:gd name="T2" fmla="*/ 122 w 103"/>
                  <a:gd name="T3" fmla="*/ 50 h 80"/>
                  <a:gd name="T4" fmla="*/ 79 w 103"/>
                  <a:gd name="T5" fmla="*/ 0 h 80"/>
                  <a:gd name="T6" fmla="*/ 62 w 103"/>
                  <a:gd name="T7" fmla="*/ 13 h 80"/>
                  <a:gd name="T8" fmla="*/ 59 w 103"/>
                  <a:gd name="T9" fmla="*/ 13 h 80"/>
                  <a:gd name="T10" fmla="*/ 42 w 103"/>
                  <a:gd name="T11" fmla="*/ 0 h 80"/>
                  <a:gd name="T12" fmla="*/ 0 w 103"/>
                  <a:gd name="T13" fmla="*/ 50 h 80"/>
                  <a:gd name="T14" fmla="*/ 62 w 103"/>
                  <a:gd name="T15" fmla="*/ 92 h 8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3" h="80">
                    <a:moveTo>
                      <a:pt x="51" y="79"/>
                    </a:moveTo>
                    <a:cubicBezTo>
                      <a:pt x="88" y="79"/>
                      <a:pt x="103" y="44"/>
                      <a:pt x="103" y="44"/>
                    </a:cubicBezTo>
                    <a:cubicBezTo>
                      <a:pt x="103" y="44"/>
                      <a:pt x="79" y="3"/>
                      <a:pt x="67" y="0"/>
                    </a:cubicBezTo>
                    <a:cubicBezTo>
                      <a:pt x="53" y="10"/>
                      <a:pt x="53" y="10"/>
                      <a:pt x="53" y="10"/>
                    </a:cubicBezTo>
                    <a:cubicBezTo>
                      <a:pt x="50" y="10"/>
                      <a:pt x="50" y="10"/>
                      <a:pt x="50" y="10"/>
                    </a:cubicBezTo>
                    <a:cubicBezTo>
                      <a:pt x="36" y="0"/>
                      <a:pt x="36" y="0"/>
                      <a:pt x="36" y="0"/>
                    </a:cubicBezTo>
                    <a:cubicBezTo>
                      <a:pt x="24" y="3"/>
                      <a:pt x="0" y="44"/>
                      <a:pt x="0" y="44"/>
                    </a:cubicBezTo>
                    <a:cubicBezTo>
                      <a:pt x="0" y="44"/>
                      <a:pt x="17" y="80"/>
                      <a:pt x="53" y="80"/>
                    </a:cubicBezTo>
                  </a:path>
                </a:pathLst>
              </a:custGeom>
              <a:solidFill>
                <a:srgbClr val="9942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635" name="Freeform 516">
                <a:extLst>
                  <a:ext uri="{FF2B5EF4-FFF2-40B4-BE49-F238E27FC236}">
                    <a16:creationId xmlns:a16="http://schemas.microsoft.com/office/drawing/2014/main" id="{09FFBB1C-8211-4352-9F86-CFEBD9DEE1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4" y="1066"/>
                <a:ext cx="109" cy="37"/>
              </a:xfrm>
              <a:custGeom>
                <a:avLst/>
                <a:gdLst>
                  <a:gd name="T0" fmla="*/ 61 w 103"/>
                  <a:gd name="T1" fmla="*/ 36 h 35"/>
                  <a:gd name="T2" fmla="*/ 0 w 103"/>
                  <a:gd name="T3" fmla="*/ 0 h 35"/>
                  <a:gd name="T4" fmla="*/ 0 w 103"/>
                  <a:gd name="T5" fmla="*/ 0 h 35"/>
                  <a:gd name="T6" fmla="*/ 61 w 103"/>
                  <a:gd name="T7" fmla="*/ 41 h 35"/>
                  <a:gd name="T8" fmla="*/ 122 w 103"/>
                  <a:gd name="T9" fmla="*/ 0 h 35"/>
                  <a:gd name="T10" fmla="*/ 122 w 103"/>
                  <a:gd name="T11" fmla="*/ 0 h 35"/>
                  <a:gd name="T12" fmla="*/ 61 w 103"/>
                  <a:gd name="T13" fmla="*/ 36 h 3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3" h="35">
                    <a:moveTo>
                      <a:pt x="52" y="30"/>
                    </a:moveTo>
                    <a:cubicBezTo>
                      <a:pt x="22" y="30"/>
                      <a:pt x="5" y="8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6" y="35"/>
                      <a:pt x="52" y="35"/>
                    </a:cubicBezTo>
                    <a:cubicBezTo>
                      <a:pt x="88" y="35"/>
                      <a:pt x="103" y="0"/>
                      <a:pt x="103" y="0"/>
                    </a:cubicBezTo>
                    <a:cubicBezTo>
                      <a:pt x="103" y="0"/>
                      <a:pt x="103" y="0"/>
                      <a:pt x="103" y="0"/>
                    </a:cubicBezTo>
                    <a:cubicBezTo>
                      <a:pt x="99" y="8"/>
                      <a:pt x="82" y="30"/>
                      <a:pt x="52" y="30"/>
                    </a:cubicBezTo>
                    <a:close/>
                  </a:path>
                </a:pathLst>
              </a:custGeom>
              <a:solidFill>
                <a:srgbClr val="5A22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636" name="Freeform 517">
                <a:extLst>
                  <a:ext uri="{FF2B5EF4-FFF2-40B4-BE49-F238E27FC236}">
                    <a16:creationId xmlns:a16="http://schemas.microsoft.com/office/drawing/2014/main" id="{4330E5D4-01FD-4CD0-91F6-4E1876AAE0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3" y="1017"/>
                <a:ext cx="110" cy="46"/>
              </a:xfrm>
              <a:custGeom>
                <a:avLst/>
                <a:gdLst>
                  <a:gd name="T0" fmla="*/ 43 w 104"/>
                  <a:gd name="T1" fmla="*/ 6 h 44"/>
                  <a:gd name="T2" fmla="*/ 61 w 104"/>
                  <a:gd name="T3" fmla="*/ 19 h 44"/>
                  <a:gd name="T4" fmla="*/ 61 w 104"/>
                  <a:gd name="T5" fmla="*/ 19 h 44"/>
                  <a:gd name="T6" fmla="*/ 79 w 104"/>
                  <a:gd name="T7" fmla="*/ 6 h 44"/>
                  <a:gd name="T8" fmla="*/ 123 w 104"/>
                  <a:gd name="T9" fmla="*/ 50 h 44"/>
                  <a:gd name="T10" fmla="*/ 123 w 104"/>
                  <a:gd name="T11" fmla="*/ 50 h 44"/>
                  <a:gd name="T12" fmla="*/ 79 w 104"/>
                  <a:gd name="T13" fmla="*/ 0 h 44"/>
                  <a:gd name="T14" fmla="*/ 60 w 104"/>
                  <a:gd name="T15" fmla="*/ 14 h 44"/>
                  <a:gd name="T16" fmla="*/ 60 w 104"/>
                  <a:gd name="T17" fmla="*/ 14 h 44"/>
                  <a:gd name="T18" fmla="*/ 43 w 104"/>
                  <a:gd name="T19" fmla="*/ 0 h 44"/>
                  <a:gd name="T20" fmla="*/ 0 w 104"/>
                  <a:gd name="T21" fmla="*/ 50 h 44"/>
                  <a:gd name="T22" fmla="*/ 0 w 104"/>
                  <a:gd name="T23" fmla="*/ 50 h 44"/>
                  <a:gd name="T24" fmla="*/ 43 w 104"/>
                  <a:gd name="T25" fmla="*/ 6 h 4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04" h="44">
                    <a:moveTo>
                      <a:pt x="37" y="6"/>
                    </a:moveTo>
                    <a:cubicBezTo>
                      <a:pt x="52" y="16"/>
                      <a:pt x="52" y="16"/>
                      <a:pt x="52" y="16"/>
                    </a:cubicBezTo>
                    <a:cubicBezTo>
                      <a:pt x="52" y="16"/>
                      <a:pt x="52" y="16"/>
                      <a:pt x="52" y="16"/>
                    </a:cubicBezTo>
                    <a:cubicBezTo>
                      <a:pt x="67" y="6"/>
                      <a:pt x="67" y="6"/>
                      <a:pt x="67" y="6"/>
                    </a:cubicBezTo>
                    <a:cubicBezTo>
                      <a:pt x="78" y="9"/>
                      <a:pt x="98" y="35"/>
                      <a:pt x="104" y="44"/>
                    </a:cubicBezTo>
                    <a:cubicBezTo>
                      <a:pt x="104" y="44"/>
                      <a:pt x="104" y="44"/>
                      <a:pt x="104" y="44"/>
                    </a:cubicBezTo>
                    <a:cubicBezTo>
                      <a:pt x="104" y="44"/>
                      <a:pt x="80" y="4"/>
                      <a:pt x="67" y="0"/>
                    </a:cubicBezTo>
                    <a:cubicBezTo>
                      <a:pt x="51" y="11"/>
                      <a:pt x="51" y="11"/>
                      <a:pt x="51" y="11"/>
                    </a:cubicBezTo>
                    <a:cubicBezTo>
                      <a:pt x="51" y="11"/>
                      <a:pt x="51" y="11"/>
                      <a:pt x="51" y="11"/>
                    </a:cubicBezTo>
                    <a:cubicBezTo>
                      <a:pt x="37" y="0"/>
                      <a:pt x="37" y="0"/>
                      <a:pt x="37" y="0"/>
                    </a:cubicBezTo>
                    <a:cubicBezTo>
                      <a:pt x="24" y="4"/>
                      <a:pt x="0" y="44"/>
                      <a:pt x="0" y="44"/>
                    </a:cubicBezTo>
                    <a:cubicBezTo>
                      <a:pt x="0" y="44"/>
                      <a:pt x="0" y="44"/>
                      <a:pt x="0" y="44"/>
                    </a:cubicBezTo>
                    <a:cubicBezTo>
                      <a:pt x="6" y="35"/>
                      <a:pt x="26" y="9"/>
                      <a:pt x="37" y="6"/>
                    </a:cubicBezTo>
                    <a:close/>
                  </a:path>
                </a:pathLst>
              </a:custGeom>
              <a:solidFill>
                <a:srgbClr val="5A22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637" name="Freeform 518">
                <a:extLst>
                  <a:ext uri="{FF2B5EF4-FFF2-40B4-BE49-F238E27FC236}">
                    <a16:creationId xmlns:a16="http://schemas.microsoft.com/office/drawing/2014/main" id="{F505C5E1-B0FF-4F11-8065-978D04F507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4" y="1054"/>
                <a:ext cx="14" cy="71"/>
              </a:xfrm>
              <a:custGeom>
                <a:avLst/>
                <a:gdLst>
                  <a:gd name="T0" fmla="*/ 5 w 13"/>
                  <a:gd name="T1" fmla="*/ 0 h 68"/>
                  <a:gd name="T2" fmla="*/ 10 w 13"/>
                  <a:gd name="T3" fmla="*/ 30 h 68"/>
                  <a:gd name="T4" fmla="*/ 16 w 13"/>
                  <a:gd name="T5" fmla="*/ 55 h 68"/>
                  <a:gd name="T6" fmla="*/ 13 w 13"/>
                  <a:gd name="T7" fmla="*/ 77 h 68"/>
                  <a:gd name="T8" fmla="*/ 13 w 13"/>
                  <a:gd name="T9" fmla="*/ 55 h 68"/>
                  <a:gd name="T10" fmla="*/ 4 w 13"/>
                  <a:gd name="T11" fmla="*/ 27 h 68"/>
                  <a:gd name="T12" fmla="*/ 1 w 13"/>
                  <a:gd name="T13" fmla="*/ 15 h 68"/>
                  <a:gd name="T14" fmla="*/ 6 w 13"/>
                  <a:gd name="T15" fmla="*/ 0 h 6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3" h="68">
                    <a:moveTo>
                      <a:pt x="5" y="0"/>
                    </a:moveTo>
                    <a:cubicBezTo>
                      <a:pt x="2" y="9"/>
                      <a:pt x="4" y="19"/>
                      <a:pt x="7" y="27"/>
                    </a:cubicBezTo>
                    <a:cubicBezTo>
                      <a:pt x="10" y="34"/>
                      <a:pt x="12" y="41"/>
                      <a:pt x="13" y="49"/>
                    </a:cubicBezTo>
                    <a:cubicBezTo>
                      <a:pt x="13" y="56"/>
                      <a:pt x="11" y="61"/>
                      <a:pt x="10" y="68"/>
                    </a:cubicBezTo>
                    <a:cubicBezTo>
                      <a:pt x="12" y="62"/>
                      <a:pt x="11" y="54"/>
                      <a:pt x="10" y="49"/>
                    </a:cubicBezTo>
                    <a:cubicBezTo>
                      <a:pt x="10" y="40"/>
                      <a:pt x="7" y="32"/>
                      <a:pt x="4" y="24"/>
                    </a:cubicBezTo>
                    <a:cubicBezTo>
                      <a:pt x="3" y="20"/>
                      <a:pt x="1" y="16"/>
                      <a:pt x="1" y="12"/>
                    </a:cubicBezTo>
                    <a:cubicBezTo>
                      <a:pt x="0" y="6"/>
                      <a:pt x="3" y="4"/>
                      <a:pt x="6" y="0"/>
                    </a:cubicBezTo>
                  </a:path>
                </a:pathLst>
              </a:custGeom>
              <a:solidFill>
                <a:srgbClr val="5A22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638" name="Freeform 519">
                <a:extLst>
                  <a:ext uri="{FF2B5EF4-FFF2-40B4-BE49-F238E27FC236}">
                    <a16:creationId xmlns:a16="http://schemas.microsoft.com/office/drawing/2014/main" id="{77A0A6FB-6B0B-4D39-A4B1-E9FF9421E5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6" y="2463"/>
                <a:ext cx="198" cy="38"/>
              </a:xfrm>
              <a:custGeom>
                <a:avLst/>
                <a:gdLst>
                  <a:gd name="T0" fmla="*/ 0 w 188"/>
                  <a:gd name="T1" fmla="*/ 12 h 36"/>
                  <a:gd name="T2" fmla="*/ 88 w 188"/>
                  <a:gd name="T3" fmla="*/ 2 h 36"/>
                  <a:gd name="T4" fmla="*/ 220 w 188"/>
                  <a:gd name="T5" fmla="*/ 42 h 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8" h="36">
                    <a:moveTo>
                      <a:pt x="0" y="9"/>
                    </a:moveTo>
                    <a:cubicBezTo>
                      <a:pt x="0" y="9"/>
                      <a:pt x="54" y="5"/>
                      <a:pt x="76" y="2"/>
                    </a:cubicBezTo>
                    <a:cubicBezTo>
                      <a:pt x="98" y="0"/>
                      <a:pt x="163" y="2"/>
                      <a:pt x="188" y="36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639" name="Freeform 520">
                <a:extLst>
                  <a:ext uri="{FF2B5EF4-FFF2-40B4-BE49-F238E27FC236}">
                    <a16:creationId xmlns:a16="http://schemas.microsoft.com/office/drawing/2014/main" id="{915DE7AB-55EE-41A2-B4DB-316CE141A3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3" y="2238"/>
                <a:ext cx="428" cy="124"/>
              </a:xfrm>
              <a:custGeom>
                <a:avLst/>
                <a:gdLst>
                  <a:gd name="T0" fmla="*/ 475 w 406"/>
                  <a:gd name="T1" fmla="*/ 121 h 118"/>
                  <a:gd name="T2" fmla="*/ 343 w 406"/>
                  <a:gd name="T3" fmla="*/ 79 h 118"/>
                  <a:gd name="T4" fmla="*/ 250 w 406"/>
                  <a:gd name="T5" fmla="*/ 0 h 118"/>
                  <a:gd name="T6" fmla="*/ 228 w 406"/>
                  <a:gd name="T7" fmla="*/ 0 h 118"/>
                  <a:gd name="T8" fmla="*/ 135 w 406"/>
                  <a:gd name="T9" fmla="*/ 79 h 118"/>
                  <a:gd name="T10" fmla="*/ 0 w 406"/>
                  <a:gd name="T11" fmla="*/ 121 h 11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06" h="118">
                    <a:moveTo>
                      <a:pt x="406" y="104"/>
                    </a:moveTo>
                    <a:cubicBezTo>
                      <a:pt x="406" y="104"/>
                      <a:pt x="326" y="118"/>
                      <a:pt x="292" y="68"/>
                    </a:cubicBezTo>
                    <a:cubicBezTo>
                      <a:pt x="257" y="18"/>
                      <a:pt x="234" y="1"/>
                      <a:pt x="213" y="0"/>
                    </a:cubicBezTo>
                    <a:cubicBezTo>
                      <a:pt x="194" y="0"/>
                      <a:pt x="194" y="0"/>
                      <a:pt x="194" y="0"/>
                    </a:cubicBezTo>
                    <a:cubicBezTo>
                      <a:pt x="173" y="1"/>
                      <a:pt x="149" y="18"/>
                      <a:pt x="115" y="68"/>
                    </a:cubicBezTo>
                    <a:cubicBezTo>
                      <a:pt x="80" y="118"/>
                      <a:pt x="0" y="104"/>
                      <a:pt x="0" y="104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640" name="Freeform 521">
                <a:extLst>
                  <a:ext uri="{FF2B5EF4-FFF2-40B4-BE49-F238E27FC236}">
                    <a16:creationId xmlns:a16="http://schemas.microsoft.com/office/drawing/2014/main" id="{60D479BD-F74F-4D3E-AB0E-491A42C724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4" y="2757"/>
                <a:ext cx="67" cy="48"/>
              </a:xfrm>
              <a:custGeom>
                <a:avLst/>
                <a:gdLst>
                  <a:gd name="T0" fmla="*/ 73 w 64"/>
                  <a:gd name="T1" fmla="*/ 0 h 45"/>
                  <a:gd name="T2" fmla="*/ 0 w 64"/>
                  <a:gd name="T3" fmla="*/ 54 h 4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4" h="45">
                    <a:moveTo>
                      <a:pt x="64" y="0"/>
                    </a:moveTo>
                    <a:cubicBezTo>
                      <a:pt x="64" y="0"/>
                      <a:pt x="8" y="32"/>
                      <a:pt x="0" y="45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641" name="Freeform 522">
                <a:extLst>
                  <a:ext uri="{FF2B5EF4-FFF2-40B4-BE49-F238E27FC236}">
                    <a16:creationId xmlns:a16="http://schemas.microsoft.com/office/drawing/2014/main" id="{9411254F-61CA-47E2-B498-B3A8904FD1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9" y="1776"/>
                <a:ext cx="31" cy="16"/>
              </a:xfrm>
              <a:custGeom>
                <a:avLst/>
                <a:gdLst>
                  <a:gd name="T0" fmla="*/ 0 w 30"/>
                  <a:gd name="T1" fmla="*/ 0 h 16"/>
                  <a:gd name="T2" fmla="*/ 33 w 30"/>
                  <a:gd name="T3" fmla="*/ 5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0" h="16">
                    <a:moveTo>
                      <a:pt x="0" y="0"/>
                    </a:moveTo>
                    <a:cubicBezTo>
                      <a:pt x="9" y="7"/>
                      <a:pt x="20" y="16"/>
                      <a:pt x="30" y="5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642" name="Freeform 523">
                <a:extLst>
                  <a:ext uri="{FF2B5EF4-FFF2-40B4-BE49-F238E27FC236}">
                    <a16:creationId xmlns:a16="http://schemas.microsoft.com/office/drawing/2014/main" id="{25616477-AF08-45E3-97CA-CD256FD78C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2" y="1777"/>
                <a:ext cx="22" cy="15"/>
              </a:xfrm>
              <a:custGeom>
                <a:avLst/>
                <a:gdLst>
                  <a:gd name="T0" fmla="*/ 24 w 21"/>
                  <a:gd name="T1" fmla="*/ 0 h 15"/>
                  <a:gd name="T2" fmla="*/ 0 w 21"/>
                  <a:gd name="T3" fmla="*/ 8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15">
                    <a:moveTo>
                      <a:pt x="21" y="0"/>
                    </a:moveTo>
                    <a:cubicBezTo>
                      <a:pt x="18" y="6"/>
                      <a:pt x="4" y="15"/>
                      <a:pt x="0" y="8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643" name="Freeform 524">
                <a:extLst>
                  <a:ext uri="{FF2B5EF4-FFF2-40B4-BE49-F238E27FC236}">
                    <a16:creationId xmlns:a16="http://schemas.microsoft.com/office/drawing/2014/main" id="{B9EEB93B-839D-441E-A194-8DA9B90507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2" y="1984"/>
                <a:ext cx="647" cy="64"/>
              </a:xfrm>
              <a:custGeom>
                <a:avLst/>
                <a:gdLst>
                  <a:gd name="T0" fmla="*/ 0 w 613"/>
                  <a:gd name="T1" fmla="*/ 0 h 60"/>
                  <a:gd name="T2" fmla="*/ 190 w 613"/>
                  <a:gd name="T3" fmla="*/ 54 h 60"/>
                  <a:gd name="T4" fmla="*/ 360 w 613"/>
                  <a:gd name="T5" fmla="*/ 38 h 60"/>
                  <a:gd name="T6" fmla="*/ 588 w 613"/>
                  <a:gd name="T7" fmla="*/ 58 h 60"/>
                  <a:gd name="T8" fmla="*/ 721 w 613"/>
                  <a:gd name="T9" fmla="*/ 0 h 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13" h="60">
                    <a:moveTo>
                      <a:pt x="0" y="0"/>
                    </a:moveTo>
                    <a:cubicBezTo>
                      <a:pt x="0" y="0"/>
                      <a:pt x="92" y="53"/>
                      <a:pt x="162" y="45"/>
                    </a:cubicBezTo>
                    <a:cubicBezTo>
                      <a:pt x="233" y="37"/>
                      <a:pt x="262" y="35"/>
                      <a:pt x="306" y="32"/>
                    </a:cubicBezTo>
                    <a:cubicBezTo>
                      <a:pt x="350" y="29"/>
                      <a:pt x="449" y="60"/>
                      <a:pt x="500" y="48"/>
                    </a:cubicBezTo>
                    <a:cubicBezTo>
                      <a:pt x="550" y="36"/>
                      <a:pt x="613" y="0"/>
                      <a:pt x="613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644" name="Freeform 525">
                <a:extLst>
                  <a:ext uri="{FF2B5EF4-FFF2-40B4-BE49-F238E27FC236}">
                    <a16:creationId xmlns:a16="http://schemas.microsoft.com/office/drawing/2014/main" id="{C5EC7420-D084-499B-A5A9-B767062955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1" y="2261"/>
                <a:ext cx="11" cy="46"/>
              </a:xfrm>
              <a:custGeom>
                <a:avLst/>
                <a:gdLst>
                  <a:gd name="T0" fmla="*/ 11 w 11"/>
                  <a:gd name="T1" fmla="*/ 0 h 44"/>
                  <a:gd name="T2" fmla="*/ 0 w 11"/>
                  <a:gd name="T3" fmla="*/ 50 h 4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44">
                    <a:moveTo>
                      <a:pt x="11" y="0"/>
                    </a:moveTo>
                    <a:cubicBezTo>
                      <a:pt x="11" y="0"/>
                      <a:pt x="0" y="13"/>
                      <a:pt x="0" y="44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645" name="Freeform 526">
                <a:extLst>
                  <a:ext uri="{FF2B5EF4-FFF2-40B4-BE49-F238E27FC236}">
                    <a16:creationId xmlns:a16="http://schemas.microsoft.com/office/drawing/2014/main" id="{6516CC16-2FF4-4A64-AD65-740B7D3719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5" y="2265"/>
                <a:ext cx="13" cy="143"/>
              </a:xfrm>
              <a:custGeom>
                <a:avLst/>
                <a:gdLst>
                  <a:gd name="T0" fmla="*/ 2 w 12"/>
                  <a:gd name="T1" fmla="*/ 0 h 135"/>
                  <a:gd name="T2" fmla="*/ 5 w 12"/>
                  <a:gd name="T3" fmla="*/ 99 h 135"/>
                  <a:gd name="T4" fmla="*/ 15 w 12"/>
                  <a:gd name="T5" fmla="*/ 160 h 1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35">
                    <a:moveTo>
                      <a:pt x="2" y="0"/>
                    </a:moveTo>
                    <a:cubicBezTo>
                      <a:pt x="2" y="0"/>
                      <a:pt x="9" y="62"/>
                      <a:pt x="5" y="83"/>
                    </a:cubicBezTo>
                    <a:cubicBezTo>
                      <a:pt x="0" y="104"/>
                      <a:pt x="7" y="128"/>
                      <a:pt x="12" y="135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646" name="Freeform 527">
                <a:extLst>
                  <a:ext uri="{FF2B5EF4-FFF2-40B4-BE49-F238E27FC236}">
                    <a16:creationId xmlns:a16="http://schemas.microsoft.com/office/drawing/2014/main" id="{CC92B822-6536-4B98-A3CD-2C4B9F3FBF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9" y="2237"/>
                <a:ext cx="25" cy="29"/>
              </a:xfrm>
              <a:custGeom>
                <a:avLst/>
                <a:gdLst>
                  <a:gd name="T0" fmla="*/ 7 w 24"/>
                  <a:gd name="T1" fmla="*/ 0 h 28"/>
                  <a:gd name="T2" fmla="*/ 4 w 24"/>
                  <a:gd name="T3" fmla="*/ 22 h 28"/>
                  <a:gd name="T4" fmla="*/ 20 w 24"/>
                  <a:gd name="T5" fmla="*/ 29 h 28"/>
                  <a:gd name="T6" fmla="*/ 27 w 24"/>
                  <a:gd name="T7" fmla="*/ 24 h 2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" h="28">
                    <a:moveTo>
                      <a:pt x="7" y="0"/>
                    </a:moveTo>
                    <a:cubicBezTo>
                      <a:pt x="0" y="4"/>
                      <a:pt x="0" y="13"/>
                      <a:pt x="4" y="19"/>
                    </a:cubicBezTo>
                    <a:cubicBezTo>
                      <a:pt x="6" y="24"/>
                      <a:pt x="11" y="28"/>
                      <a:pt x="17" y="26"/>
                    </a:cubicBezTo>
                    <a:cubicBezTo>
                      <a:pt x="19" y="26"/>
                      <a:pt x="23" y="23"/>
                      <a:pt x="24" y="21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647" name="Freeform 528">
                <a:extLst>
                  <a:ext uri="{FF2B5EF4-FFF2-40B4-BE49-F238E27FC236}">
                    <a16:creationId xmlns:a16="http://schemas.microsoft.com/office/drawing/2014/main" id="{803A95AD-1F3C-4241-AC73-1D81269BF4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7" y="2491"/>
                <a:ext cx="220" cy="185"/>
              </a:xfrm>
              <a:custGeom>
                <a:avLst/>
                <a:gdLst>
                  <a:gd name="T0" fmla="*/ 238 w 208"/>
                  <a:gd name="T1" fmla="*/ 0 h 175"/>
                  <a:gd name="T2" fmla="*/ 219 w 208"/>
                  <a:gd name="T3" fmla="*/ 66 h 175"/>
                  <a:gd name="T4" fmla="*/ 123 w 208"/>
                  <a:gd name="T5" fmla="*/ 193 h 175"/>
                  <a:gd name="T6" fmla="*/ 30 w 208"/>
                  <a:gd name="T7" fmla="*/ 67 h 175"/>
                  <a:gd name="T8" fmla="*/ 21 w 208"/>
                  <a:gd name="T9" fmla="*/ 3 h 175"/>
                  <a:gd name="T10" fmla="*/ 238 w 208"/>
                  <a:gd name="T11" fmla="*/ 0 h 17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08" h="175">
                    <a:moveTo>
                      <a:pt x="201" y="0"/>
                    </a:moveTo>
                    <a:cubicBezTo>
                      <a:pt x="201" y="0"/>
                      <a:pt x="181" y="4"/>
                      <a:pt x="185" y="56"/>
                    </a:cubicBezTo>
                    <a:cubicBezTo>
                      <a:pt x="189" y="107"/>
                      <a:pt x="208" y="152"/>
                      <a:pt x="104" y="164"/>
                    </a:cubicBezTo>
                    <a:cubicBezTo>
                      <a:pt x="0" y="175"/>
                      <a:pt x="18" y="94"/>
                      <a:pt x="25" y="57"/>
                    </a:cubicBezTo>
                    <a:cubicBezTo>
                      <a:pt x="32" y="20"/>
                      <a:pt x="18" y="3"/>
                      <a:pt x="18" y="3"/>
                    </a:cubicBezTo>
                    <a:cubicBezTo>
                      <a:pt x="18" y="3"/>
                      <a:pt x="119" y="39"/>
                      <a:pt x="201" y="0"/>
                    </a:cubicBezTo>
                    <a:close/>
                  </a:path>
                </a:pathLst>
              </a:custGeom>
              <a:solidFill>
                <a:srgbClr val="7533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648" name="Freeform 529">
                <a:extLst>
                  <a:ext uri="{FF2B5EF4-FFF2-40B4-BE49-F238E27FC236}">
                    <a16:creationId xmlns:a16="http://schemas.microsoft.com/office/drawing/2014/main" id="{B2908A7B-5718-4701-93D1-AC8A9727C5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5" y="2492"/>
                <a:ext cx="221" cy="186"/>
              </a:xfrm>
              <a:custGeom>
                <a:avLst/>
                <a:gdLst>
                  <a:gd name="T0" fmla="*/ 21 w 209"/>
                  <a:gd name="T1" fmla="*/ 3 h 176"/>
                  <a:gd name="T2" fmla="*/ 29 w 209"/>
                  <a:gd name="T3" fmla="*/ 67 h 176"/>
                  <a:gd name="T4" fmla="*/ 124 w 209"/>
                  <a:gd name="T5" fmla="*/ 193 h 176"/>
                  <a:gd name="T6" fmla="*/ 220 w 209"/>
                  <a:gd name="T7" fmla="*/ 66 h 176"/>
                  <a:gd name="T8" fmla="*/ 239 w 209"/>
                  <a:gd name="T9" fmla="*/ 0 h 17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9" h="176">
                    <a:moveTo>
                      <a:pt x="18" y="3"/>
                    </a:moveTo>
                    <a:cubicBezTo>
                      <a:pt x="18" y="3"/>
                      <a:pt x="32" y="20"/>
                      <a:pt x="25" y="57"/>
                    </a:cubicBezTo>
                    <a:cubicBezTo>
                      <a:pt x="18" y="94"/>
                      <a:pt x="0" y="176"/>
                      <a:pt x="105" y="164"/>
                    </a:cubicBezTo>
                    <a:cubicBezTo>
                      <a:pt x="209" y="153"/>
                      <a:pt x="190" y="108"/>
                      <a:pt x="186" y="56"/>
                    </a:cubicBezTo>
                    <a:cubicBezTo>
                      <a:pt x="182" y="4"/>
                      <a:pt x="202" y="0"/>
                      <a:pt x="202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649" name="Freeform 530">
                <a:extLst>
                  <a:ext uri="{FF2B5EF4-FFF2-40B4-BE49-F238E27FC236}">
                    <a16:creationId xmlns:a16="http://schemas.microsoft.com/office/drawing/2014/main" id="{CB04618E-2B8D-462A-84BE-900810A213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1" y="2531"/>
                <a:ext cx="60" cy="28"/>
              </a:xfrm>
              <a:custGeom>
                <a:avLst/>
                <a:gdLst>
                  <a:gd name="T0" fmla="*/ 0 w 57"/>
                  <a:gd name="T1" fmla="*/ 0 h 26"/>
                  <a:gd name="T2" fmla="*/ 66 w 57"/>
                  <a:gd name="T3" fmla="*/ 28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7" h="26">
                    <a:moveTo>
                      <a:pt x="0" y="0"/>
                    </a:moveTo>
                    <a:cubicBezTo>
                      <a:pt x="0" y="0"/>
                      <a:pt x="27" y="26"/>
                      <a:pt x="57" y="22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650" name="Freeform 531">
                <a:extLst>
                  <a:ext uri="{FF2B5EF4-FFF2-40B4-BE49-F238E27FC236}">
                    <a16:creationId xmlns:a16="http://schemas.microsoft.com/office/drawing/2014/main" id="{F9DCCFFD-7B8E-4D25-942D-F655423D71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7" y="2543"/>
                <a:ext cx="128" cy="142"/>
              </a:xfrm>
              <a:custGeom>
                <a:avLst/>
                <a:gdLst>
                  <a:gd name="T0" fmla="*/ 114 w 121"/>
                  <a:gd name="T1" fmla="*/ 0 h 135"/>
                  <a:gd name="T2" fmla="*/ 71 w 121"/>
                  <a:gd name="T3" fmla="*/ 148 h 135"/>
                  <a:gd name="T4" fmla="*/ 22 w 121"/>
                  <a:gd name="T5" fmla="*/ 13 h 135"/>
                  <a:gd name="T6" fmla="*/ 114 w 121"/>
                  <a:gd name="T7" fmla="*/ 0 h 13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1" h="135">
                    <a:moveTo>
                      <a:pt x="96" y="0"/>
                    </a:moveTo>
                    <a:cubicBezTo>
                      <a:pt x="96" y="0"/>
                      <a:pt x="121" y="119"/>
                      <a:pt x="60" y="127"/>
                    </a:cubicBezTo>
                    <a:cubicBezTo>
                      <a:pt x="0" y="135"/>
                      <a:pt x="19" y="10"/>
                      <a:pt x="19" y="10"/>
                    </a:cubicBezTo>
                    <a:cubicBezTo>
                      <a:pt x="19" y="10"/>
                      <a:pt x="63" y="26"/>
                      <a:pt x="96" y="0"/>
                    </a:cubicBezTo>
                    <a:close/>
                  </a:path>
                </a:pathLst>
              </a:custGeom>
              <a:solidFill>
                <a:srgbClr val="7533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651" name="Freeform 532">
                <a:extLst>
                  <a:ext uri="{FF2B5EF4-FFF2-40B4-BE49-F238E27FC236}">
                    <a16:creationId xmlns:a16="http://schemas.microsoft.com/office/drawing/2014/main" id="{494A935E-1404-4B2C-AE34-7413B757C6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5" y="2543"/>
                <a:ext cx="127" cy="142"/>
              </a:xfrm>
              <a:custGeom>
                <a:avLst/>
                <a:gdLst>
                  <a:gd name="T0" fmla="*/ 23 w 121"/>
                  <a:gd name="T1" fmla="*/ 6 h 135"/>
                  <a:gd name="T2" fmla="*/ 69 w 121"/>
                  <a:gd name="T3" fmla="*/ 148 h 135"/>
                  <a:gd name="T4" fmla="*/ 111 w 121"/>
                  <a:gd name="T5" fmla="*/ 0 h 1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1" h="135">
                    <a:moveTo>
                      <a:pt x="20" y="6"/>
                    </a:moveTo>
                    <a:cubicBezTo>
                      <a:pt x="20" y="6"/>
                      <a:pt x="0" y="135"/>
                      <a:pt x="60" y="127"/>
                    </a:cubicBezTo>
                    <a:cubicBezTo>
                      <a:pt x="121" y="119"/>
                      <a:pt x="96" y="0"/>
                      <a:pt x="96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652" name="Freeform 533">
                <a:extLst>
                  <a:ext uri="{FF2B5EF4-FFF2-40B4-BE49-F238E27FC236}">
                    <a16:creationId xmlns:a16="http://schemas.microsoft.com/office/drawing/2014/main" id="{17D46FEF-72FF-41C4-AB8D-45C35FF001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9" y="2536"/>
                <a:ext cx="22" cy="11"/>
              </a:xfrm>
              <a:custGeom>
                <a:avLst/>
                <a:gdLst>
                  <a:gd name="T0" fmla="*/ 0 w 21"/>
                  <a:gd name="T1" fmla="*/ 13 h 10"/>
                  <a:gd name="T2" fmla="*/ 24 w 21"/>
                  <a:gd name="T3" fmla="*/ 0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10">
                    <a:moveTo>
                      <a:pt x="0" y="10"/>
                    </a:moveTo>
                    <a:cubicBezTo>
                      <a:pt x="0" y="10"/>
                      <a:pt x="14" y="7"/>
                      <a:pt x="21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653" name="Freeform 534">
                <a:extLst>
                  <a:ext uri="{FF2B5EF4-FFF2-40B4-BE49-F238E27FC236}">
                    <a16:creationId xmlns:a16="http://schemas.microsoft.com/office/drawing/2014/main" id="{16A78F77-BA88-432C-9B89-8FB76BD319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4" y="2495"/>
                <a:ext cx="28" cy="29"/>
              </a:xfrm>
              <a:custGeom>
                <a:avLst/>
                <a:gdLst>
                  <a:gd name="T0" fmla="*/ 30 w 27"/>
                  <a:gd name="T1" fmla="*/ 0 h 27"/>
                  <a:gd name="T2" fmla="*/ 0 w 27"/>
                  <a:gd name="T3" fmla="*/ 33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7" h="27">
                    <a:moveTo>
                      <a:pt x="27" y="0"/>
                    </a:moveTo>
                    <a:cubicBezTo>
                      <a:pt x="27" y="0"/>
                      <a:pt x="7" y="19"/>
                      <a:pt x="0" y="27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654" name="Freeform 535">
                <a:extLst>
                  <a:ext uri="{FF2B5EF4-FFF2-40B4-BE49-F238E27FC236}">
                    <a16:creationId xmlns:a16="http://schemas.microsoft.com/office/drawing/2014/main" id="{A5DC9297-4C7D-4246-A546-42FB1DD111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4" y="1124"/>
                <a:ext cx="90" cy="94"/>
              </a:xfrm>
              <a:custGeom>
                <a:avLst/>
                <a:gdLst>
                  <a:gd name="T0" fmla="*/ 0 w 85"/>
                  <a:gd name="T1" fmla="*/ 0 h 89"/>
                  <a:gd name="T2" fmla="*/ 101 w 85"/>
                  <a:gd name="T3" fmla="*/ 105 h 8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5" h="89">
                    <a:moveTo>
                      <a:pt x="0" y="0"/>
                    </a:moveTo>
                    <a:cubicBezTo>
                      <a:pt x="0" y="0"/>
                      <a:pt x="5" y="71"/>
                      <a:pt x="85" y="89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655" name="Freeform 536">
                <a:extLst>
                  <a:ext uri="{FF2B5EF4-FFF2-40B4-BE49-F238E27FC236}">
                    <a16:creationId xmlns:a16="http://schemas.microsoft.com/office/drawing/2014/main" id="{229E4516-B276-4E79-B726-CF41A4A07B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3" y="1124"/>
                <a:ext cx="98" cy="102"/>
              </a:xfrm>
              <a:custGeom>
                <a:avLst/>
                <a:gdLst>
                  <a:gd name="T0" fmla="*/ 109 w 93"/>
                  <a:gd name="T1" fmla="*/ 0 h 96"/>
                  <a:gd name="T2" fmla="*/ 0 w 93"/>
                  <a:gd name="T3" fmla="*/ 115 h 9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3" h="96">
                    <a:moveTo>
                      <a:pt x="93" y="0"/>
                    </a:moveTo>
                    <a:cubicBezTo>
                      <a:pt x="93" y="0"/>
                      <a:pt x="75" y="78"/>
                      <a:pt x="0" y="96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656" name="Freeform 537">
                <a:extLst>
                  <a:ext uri="{FF2B5EF4-FFF2-40B4-BE49-F238E27FC236}">
                    <a16:creationId xmlns:a16="http://schemas.microsoft.com/office/drawing/2014/main" id="{379AC42E-1817-490A-B23B-16BE9BEF62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8" y="1173"/>
                <a:ext cx="123" cy="58"/>
              </a:xfrm>
              <a:custGeom>
                <a:avLst/>
                <a:gdLst>
                  <a:gd name="T0" fmla="*/ 138 w 116"/>
                  <a:gd name="T1" fmla="*/ 0 h 55"/>
                  <a:gd name="T2" fmla="*/ 101 w 116"/>
                  <a:gd name="T3" fmla="*/ 18 h 55"/>
                  <a:gd name="T4" fmla="*/ 67 w 116"/>
                  <a:gd name="T5" fmla="*/ 47 h 55"/>
                  <a:gd name="T6" fmla="*/ 0 w 116"/>
                  <a:gd name="T7" fmla="*/ 64 h 5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6" h="55">
                    <a:moveTo>
                      <a:pt x="116" y="0"/>
                    </a:moveTo>
                    <a:cubicBezTo>
                      <a:pt x="107" y="0"/>
                      <a:pt x="93" y="9"/>
                      <a:pt x="85" y="15"/>
                    </a:cubicBezTo>
                    <a:cubicBezTo>
                      <a:pt x="75" y="22"/>
                      <a:pt x="67" y="33"/>
                      <a:pt x="56" y="41"/>
                    </a:cubicBezTo>
                    <a:cubicBezTo>
                      <a:pt x="39" y="54"/>
                      <a:pt x="22" y="55"/>
                      <a:pt x="0" y="55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657" name="Freeform 538">
                <a:extLst>
                  <a:ext uri="{FF2B5EF4-FFF2-40B4-BE49-F238E27FC236}">
                    <a16:creationId xmlns:a16="http://schemas.microsoft.com/office/drawing/2014/main" id="{4BB69CCF-847F-43EC-88D6-5AB7F8B040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7" y="1237"/>
                <a:ext cx="64" cy="11"/>
              </a:xfrm>
              <a:custGeom>
                <a:avLst/>
                <a:gdLst>
                  <a:gd name="T0" fmla="*/ 0 w 61"/>
                  <a:gd name="T1" fmla="*/ 0 h 10"/>
                  <a:gd name="T2" fmla="*/ 31 w 61"/>
                  <a:gd name="T3" fmla="*/ 9 h 10"/>
                  <a:gd name="T4" fmla="*/ 70 w 61"/>
                  <a:gd name="T5" fmla="*/ 11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1" h="10">
                    <a:moveTo>
                      <a:pt x="0" y="0"/>
                    </a:moveTo>
                    <a:cubicBezTo>
                      <a:pt x="5" y="10"/>
                      <a:pt x="19" y="6"/>
                      <a:pt x="28" y="6"/>
                    </a:cubicBezTo>
                    <a:cubicBezTo>
                      <a:pt x="39" y="6"/>
                      <a:pt x="51" y="8"/>
                      <a:pt x="61" y="8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658" name="Freeform 539">
                <a:extLst>
                  <a:ext uri="{FF2B5EF4-FFF2-40B4-BE49-F238E27FC236}">
                    <a16:creationId xmlns:a16="http://schemas.microsoft.com/office/drawing/2014/main" id="{6654FB82-8650-41A4-BD84-11EF573865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8" y="1220"/>
                <a:ext cx="152" cy="62"/>
              </a:xfrm>
              <a:custGeom>
                <a:avLst/>
                <a:gdLst>
                  <a:gd name="T0" fmla="*/ 0 w 144"/>
                  <a:gd name="T1" fmla="*/ 0 h 58"/>
                  <a:gd name="T2" fmla="*/ 44 w 144"/>
                  <a:gd name="T3" fmla="*/ 34 h 58"/>
                  <a:gd name="T4" fmla="*/ 91 w 144"/>
                  <a:gd name="T5" fmla="*/ 57 h 58"/>
                  <a:gd name="T6" fmla="*/ 133 w 144"/>
                  <a:gd name="T7" fmla="*/ 61 h 58"/>
                  <a:gd name="T8" fmla="*/ 156 w 144"/>
                  <a:gd name="T9" fmla="*/ 65 h 58"/>
                  <a:gd name="T10" fmla="*/ 169 w 144"/>
                  <a:gd name="T11" fmla="*/ 71 h 5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4" h="58">
                    <a:moveTo>
                      <a:pt x="0" y="0"/>
                    </a:moveTo>
                    <a:cubicBezTo>
                      <a:pt x="9" y="12"/>
                      <a:pt x="25" y="20"/>
                      <a:pt x="38" y="28"/>
                    </a:cubicBezTo>
                    <a:cubicBezTo>
                      <a:pt x="50" y="34"/>
                      <a:pt x="63" y="44"/>
                      <a:pt x="77" y="47"/>
                    </a:cubicBezTo>
                    <a:cubicBezTo>
                      <a:pt x="88" y="50"/>
                      <a:pt x="101" y="49"/>
                      <a:pt x="113" y="50"/>
                    </a:cubicBezTo>
                    <a:cubicBezTo>
                      <a:pt x="120" y="50"/>
                      <a:pt x="127" y="51"/>
                      <a:pt x="133" y="53"/>
                    </a:cubicBezTo>
                    <a:cubicBezTo>
                      <a:pt x="136" y="54"/>
                      <a:pt x="141" y="57"/>
                      <a:pt x="144" y="58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659" name="Freeform 540">
                <a:extLst>
                  <a:ext uri="{FF2B5EF4-FFF2-40B4-BE49-F238E27FC236}">
                    <a16:creationId xmlns:a16="http://schemas.microsoft.com/office/drawing/2014/main" id="{96DB44A3-0DA4-4FBE-9517-C6357F54E4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3" y="1179"/>
                <a:ext cx="11" cy="31"/>
              </a:xfrm>
              <a:custGeom>
                <a:avLst/>
                <a:gdLst>
                  <a:gd name="T0" fmla="*/ 2 w 11"/>
                  <a:gd name="T1" fmla="*/ 0 h 29"/>
                  <a:gd name="T2" fmla="*/ 11 w 11"/>
                  <a:gd name="T3" fmla="*/ 35 h 2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29">
                    <a:moveTo>
                      <a:pt x="2" y="0"/>
                    </a:moveTo>
                    <a:cubicBezTo>
                      <a:pt x="0" y="11"/>
                      <a:pt x="5" y="20"/>
                      <a:pt x="11" y="29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660" name="Freeform 541">
                <a:extLst>
                  <a:ext uri="{FF2B5EF4-FFF2-40B4-BE49-F238E27FC236}">
                    <a16:creationId xmlns:a16="http://schemas.microsoft.com/office/drawing/2014/main" id="{4574011A-1FE7-442D-9195-B10483DEE7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0" y="1042"/>
                <a:ext cx="99" cy="22"/>
              </a:xfrm>
              <a:custGeom>
                <a:avLst/>
                <a:gdLst>
                  <a:gd name="T0" fmla="*/ 0 w 94"/>
                  <a:gd name="T1" fmla="*/ 22 h 21"/>
                  <a:gd name="T2" fmla="*/ 110 w 94"/>
                  <a:gd name="T3" fmla="*/ 24 h 21"/>
                  <a:gd name="T4" fmla="*/ 0 w 94"/>
                  <a:gd name="T5" fmla="*/ 22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4" h="21">
                    <a:moveTo>
                      <a:pt x="0" y="19"/>
                    </a:moveTo>
                    <a:cubicBezTo>
                      <a:pt x="0" y="19"/>
                      <a:pt x="54" y="0"/>
                      <a:pt x="94" y="21"/>
                    </a:cubicBezTo>
                    <a:cubicBezTo>
                      <a:pt x="94" y="21"/>
                      <a:pt x="55" y="7"/>
                      <a:pt x="0" y="19"/>
                    </a:cubicBezTo>
                    <a:close/>
                  </a:path>
                </a:pathLst>
              </a:custGeom>
              <a:solidFill>
                <a:srgbClr val="5A22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661" name="Freeform 542">
                <a:extLst>
                  <a:ext uri="{FF2B5EF4-FFF2-40B4-BE49-F238E27FC236}">
                    <a16:creationId xmlns:a16="http://schemas.microsoft.com/office/drawing/2014/main" id="{3BE25A6A-0B14-407C-A1F0-19CEB19B50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0" y="1843"/>
                <a:ext cx="35" cy="26"/>
              </a:xfrm>
              <a:custGeom>
                <a:avLst/>
                <a:gdLst>
                  <a:gd name="T0" fmla="*/ 16 w 33"/>
                  <a:gd name="T1" fmla="*/ 0 h 25"/>
                  <a:gd name="T2" fmla="*/ 39 w 33"/>
                  <a:gd name="T3" fmla="*/ 8 h 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3" h="25">
                    <a:moveTo>
                      <a:pt x="13" y="0"/>
                    </a:moveTo>
                    <a:cubicBezTo>
                      <a:pt x="0" y="9"/>
                      <a:pt x="31" y="25"/>
                      <a:pt x="33" y="8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662" name="Freeform 543">
                <a:extLst>
                  <a:ext uri="{FF2B5EF4-FFF2-40B4-BE49-F238E27FC236}">
                    <a16:creationId xmlns:a16="http://schemas.microsoft.com/office/drawing/2014/main" id="{0CA059F2-B088-43B5-B173-6B7496D728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7" y="877"/>
                <a:ext cx="51" cy="38"/>
              </a:xfrm>
              <a:custGeom>
                <a:avLst/>
                <a:gdLst>
                  <a:gd name="T0" fmla="*/ 52 w 48"/>
                  <a:gd name="T1" fmla="*/ 19 h 36"/>
                  <a:gd name="T2" fmla="*/ 0 w 48"/>
                  <a:gd name="T3" fmla="*/ 24 h 36"/>
                  <a:gd name="T4" fmla="*/ 44 w 48"/>
                  <a:gd name="T5" fmla="*/ 29 h 36"/>
                  <a:gd name="T6" fmla="*/ 53 w 48"/>
                  <a:gd name="T7" fmla="*/ 25 h 36"/>
                  <a:gd name="T8" fmla="*/ 55 w 48"/>
                  <a:gd name="T9" fmla="*/ 21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8" h="36">
                    <a:moveTo>
                      <a:pt x="43" y="16"/>
                    </a:moveTo>
                    <a:cubicBezTo>
                      <a:pt x="43" y="16"/>
                      <a:pt x="16" y="0"/>
                      <a:pt x="0" y="21"/>
                    </a:cubicBezTo>
                    <a:cubicBezTo>
                      <a:pt x="0" y="21"/>
                      <a:pt x="16" y="36"/>
                      <a:pt x="37" y="25"/>
                    </a:cubicBezTo>
                    <a:cubicBezTo>
                      <a:pt x="37" y="25"/>
                      <a:pt x="40" y="22"/>
                      <a:pt x="44" y="22"/>
                    </a:cubicBezTo>
                    <a:cubicBezTo>
                      <a:pt x="48" y="22"/>
                      <a:pt x="48" y="20"/>
                      <a:pt x="46" y="18"/>
                    </a:cubicBezTo>
                  </a:path>
                </a:pathLst>
              </a:custGeom>
              <a:noFill/>
              <a:ln w="3175" cap="flat">
                <a:solidFill>
                  <a:srgbClr val="5A2218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663" name="Freeform 544">
                <a:extLst>
                  <a:ext uri="{FF2B5EF4-FFF2-40B4-BE49-F238E27FC236}">
                    <a16:creationId xmlns:a16="http://schemas.microsoft.com/office/drawing/2014/main" id="{215B948E-E5DA-4D4E-A7E3-9918B229D6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7" y="877"/>
                <a:ext cx="50" cy="38"/>
              </a:xfrm>
              <a:custGeom>
                <a:avLst/>
                <a:gdLst>
                  <a:gd name="T0" fmla="*/ 4 w 47"/>
                  <a:gd name="T1" fmla="*/ 19 h 36"/>
                  <a:gd name="T2" fmla="*/ 56 w 47"/>
                  <a:gd name="T3" fmla="*/ 24 h 36"/>
                  <a:gd name="T4" fmla="*/ 13 w 47"/>
                  <a:gd name="T5" fmla="*/ 29 h 36"/>
                  <a:gd name="T6" fmla="*/ 4 w 47"/>
                  <a:gd name="T7" fmla="*/ 25 h 36"/>
                  <a:gd name="T8" fmla="*/ 2 w 47"/>
                  <a:gd name="T9" fmla="*/ 21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7" h="36">
                    <a:moveTo>
                      <a:pt x="4" y="16"/>
                    </a:moveTo>
                    <a:cubicBezTo>
                      <a:pt x="4" y="16"/>
                      <a:pt x="32" y="0"/>
                      <a:pt x="47" y="21"/>
                    </a:cubicBezTo>
                    <a:cubicBezTo>
                      <a:pt x="47" y="21"/>
                      <a:pt x="31" y="36"/>
                      <a:pt x="10" y="25"/>
                    </a:cubicBezTo>
                    <a:cubicBezTo>
                      <a:pt x="10" y="25"/>
                      <a:pt x="7" y="22"/>
                      <a:pt x="4" y="22"/>
                    </a:cubicBezTo>
                    <a:cubicBezTo>
                      <a:pt x="0" y="22"/>
                      <a:pt x="0" y="20"/>
                      <a:pt x="2" y="18"/>
                    </a:cubicBezTo>
                  </a:path>
                </a:pathLst>
              </a:custGeom>
              <a:noFill/>
              <a:ln w="3175" cap="flat">
                <a:solidFill>
                  <a:srgbClr val="5A2218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664" name="Freeform 545">
                <a:extLst>
                  <a:ext uri="{FF2B5EF4-FFF2-40B4-BE49-F238E27FC236}">
                    <a16:creationId xmlns:a16="http://schemas.microsoft.com/office/drawing/2014/main" id="{C0F7D351-57BC-40E6-A9F3-D0B88E14CB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3" y="889"/>
                <a:ext cx="19" cy="8"/>
              </a:xfrm>
              <a:custGeom>
                <a:avLst/>
                <a:gdLst>
                  <a:gd name="T0" fmla="*/ 6 w 18"/>
                  <a:gd name="T1" fmla="*/ 8 h 8"/>
                  <a:gd name="T2" fmla="*/ 16 w 18"/>
                  <a:gd name="T3" fmla="*/ 5 h 8"/>
                  <a:gd name="T4" fmla="*/ 20 w 18"/>
                  <a:gd name="T5" fmla="*/ 8 h 8"/>
                  <a:gd name="T6" fmla="*/ 20 w 18"/>
                  <a:gd name="T7" fmla="*/ 4 h 8"/>
                  <a:gd name="T8" fmla="*/ 7 w 18"/>
                  <a:gd name="T9" fmla="*/ 1 h 8"/>
                  <a:gd name="T10" fmla="*/ 5 w 18"/>
                  <a:gd name="T11" fmla="*/ 7 h 8"/>
                  <a:gd name="T12" fmla="*/ 5 w 18"/>
                  <a:gd name="T13" fmla="*/ 7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8">
                    <a:moveTo>
                      <a:pt x="6" y="8"/>
                    </a:moveTo>
                    <a:cubicBezTo>
                      <a:pt x="5" y="5"/>
                      <a:pt x="11" y="3"/>
                      <a:pt x="13" y="5"/>
                    </a:cubicBezTo>
                    <a:cubicBezTo>
                      <a:pt x="14" y="5"/>
                      <a:pt x="15" y="8"/>
                      <a:pt x="17" y="8"/>
                    </a:cubicBezTo>
                    <a:cubicBezTo>
                      <a:pt x="18" y="7"/>
                      <a:pt x="17" y="4"/>
                      <a:pt x="17" y="4"/>
                    </a:cubicBezTo>
                    <a:cubicBezTo>
                      <a:pt x="15" y="1"/>
                      <a:pt x="10" y="0"/>
                      <a:pt x="7" y="1"/>
                    </a:cubicBezTo>
                    <a:cubicBezTo>
                      <a:pt x="5" y="1"/>
                      <a:pt x="0" y="7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</a:path>
                </a:pathLst>
              </a:custGeom>
              <a:solidFill>
                <a:srgbClr val="160A0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665" name="Freeform 546">
                <a:extLst>
                  <a:ext uri="{FF2B5EF4-FFF2-40B4-BE49-F238E27FC236}">
                    <a16:creationId xmlns:a16="http://schemas.microsoft.com/office/drawing/2014/main" id="{368F031C-55E7-41EB-96A4-A69F2E6AD1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2" y="889"/>
                <a:ext cx="18" cy="9"/>
              </a:xfrm>
              <a:custGeom>
                <a:avLst/>
                <a:gdLst>
                  <a:gd name="T0" fmla="*/ 4 w 17"/>
                  <a:gd name="T1" fmla="*/ 6 h 9"/>
                  <a:gd name="T2" fmla="*/ 15 w 17"/>
                  <a:gd name="T3" fmla="*/ 5 h 9"/>
                  <a:gd name="T4" fmla="*/ 19 w 17"/>
                  <a:gd name="T5" fmla="*/ 7 h 9"/>
                  <a:gd name="T6" fmla="*/ 18 w 17"/>
                  <a:gd name="T7" fmla="*/ 3 h 9"/>
                  <a:gd name="T8" fmla="*/ 6 w 17"/>
                  <a:gd name="T9" fmla="*/ 2 h 9"/>
                  <a:gd name="T10" fmla="*/ 2 w 17"/>
                  <a:gd name="T11" fmla="*/ 3 h 9"/>
                  <a:gd name="T12" fmla="*/ 2 w 17"/>
                  <a:gd name="T13" fmla="*/ 7 h 9"/>
                  <a:gd name="T14" fmla="*/ 4 w 17"/>
                  <a:gd name="T15" fmla="*/ 6 h 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7" h="9">
                    <a:moveTo>
                      <a:pt x="4" y="6"/>
                    </a:moveTo>
                    <a:cubicBezTo>
                      <a:pt x="5" y="3"/>
                      <a:pt x="10" y="3"/>
                      <a:pt x="12" y="5"/>
                    </a:cubicBezTo>
                    <a:cubicBezTo>
                      <a:pt x="13" y="6"/>
                      <a:pt x="14" y="9"/>
                      <a:pt x="16" y="7"/>
                    </a:cubicBezTo>
                    <a:cubicBezTo>
                      <a:pt x="17" y="6"/>
                      <a:pt x="15" y="4"/>
                      <a:pt x="15" y="3"/>
                    </a:cubicBezTo>
                    <a:cubicBezTo>
                      <a:pt x="12" y="0"/>
                      <a:pt x="10" y="1"/>
                      <a:pt x="6" y="2"/>
                    </a:cubicBezTo>
                    <a:cubicBezTo>
                      <a:pt x="5" y="2"/>
                      <a:pt x="3" y="2"/>
                      <a:pt x="2" y="3"/>
                    </a:cubicBezTo>
                    <a:cubicBezTo>
                      <a:pt x="0" y="4"/>
                      <a:pt x="0" y="8"/>
                      <a:pt x="2" y="7"/>
                    </a:cubicBezTo>
                    <a:cubicBezTo>
                      <a:pt x="3" y="7"/>
                      <a:pt x="3" y="6"/>
                      <a:pt x="4" y="6"/>
                    </a:cubicBezTo>
                  </a:path>
                </a:pathLst>
              </a:custGeom>
              <a:solidFill>
                <a:srgbClr val="160A0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666" name="Freeform 547">
                <a:extLst>
                  <a:ext uri="{FF2B5EF4-FFF2-40B4-BE49-F238E27FC236}">
                    <a16:creationId xmlns:a16="http://schemas.microsoft.com/office/drawing/2014/main" id="{EE65D32F-63E7-4D58-949A-A8BE847E6C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8" y="900"/>
                <a:ext cx="14" cy="8"/>
              </a:xfrm>
              <a:custGeom>
                <a:avLst/>
                <a:gdLst>
                  <a:gd name="T0" fmla="*/ 1 w 13"/>
                  <a:gd name="T1" fmla="*/ 0 h 8"/>
                  <a:gd name="T2" fmla="*/ 13 w 13"/>
                  <a:gd name="T3" fmla="*/ 0 h 8"/>
                  <a:gd name="T4" fmla="*/ 0 w 13"/>
                  <a:gd name="T5" fmla="*/ 2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8">
                    <a:moveTo>
                      <a:pt x="1" y="0"/>
                    </a:moveTo>
                    <a:cubicBezTo>
                      <a:pt x="3" y="5"/>
                      <a:pt x="8" y="2"/>
                      <a:pt x="10" y="0"/>
                    </a:cubicBezTo>
                    <a:cubicBezTo>
                      <a:pt x="13" y="3"/>
                      <a:pt x="2" y="8"/>
                      <a:pt x="0" y="2"/>
                    </a:cubicBezTo>
                  </a:path>
                </a:pathLst>
              </a:custGeom>
              <a:solidFill>
                <a:srgbClr val="3E131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667" name="Freeform 548">
                <a:extLst>
                  <a:ext uri="{FF2B5EF4-FFF2-40B4-BE49-F238E27FC236}">
                    <a16:creationId xmlns:a16="http://schemas.microsoft.com/office/drawing/2014/main" id="{81A0A062-A811-455F-9B39-253CE2B68C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5" y="900"/>
                <a:ext cx="14" cy="8"/>
              </a:xfrm>
              <a:custGeom>
                <a:avLst/>
                <a:gdLst>
                  <a:gd name="T0" fmla="*/ 0 w 13"/>
                  <a:gd name="T1" fmla="*/ 0 h 8"/>
                  <a:gd name="T2" fmla="*/ 12 w 13"/>
                  <a:gd name="T3" fmla="*/ 0 h 8"/>
                  <a:gd name="T4" fmla="*/ 1 w 13"/>
                  <a:gd name="T5" fmla="*/ 1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8">
                    <a:moveTo>
                      <a:pt x="0" y="0"/>
                    </a:moveTo>
                    <a:cubicBezTo>
                      <a:pt x="2" y="4"/>
                      <a:pt x="7" y="2"/>
                      <a:pt x="9" y="0"/>
                    </a:cubicBezTo>
                    <a:cubicBezTo>
                      <a:pt x="13" y="3"/>
                      <a:pt x="1" y="8"/>
                      <a:pt x="1" y="1"/>
                    </a:cubicBezTo>
                  </a:path>
                </a:pathLst>
              </a:custGeom>
              <a:solidFill>
                <a:srgbClr val="3E131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668" name="Oval 549">
                <a:extLst>
                  <a:ext uri="{FF2B5EF4-FFF2-40B4-BE49-F238E27FC236}">
                    <a16:creationId xmlns:a16="http://schemas.microsoft.com/office/drawing/2014/main" id="{588EC6A8-FEDF-4885-901F-BCF4C09D5D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5" y="895"/>
                <a:ext cx="5" cy="6"/>
              </a:xfrm>
              <a:prstGeom prst="ellipse">
                <a:avLst/>
              </a:prstGeom>
              <a:solidFill>
                <a:srgbClr val="8C3F3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669" name="Oval 550">
                <a:extLst>
                  <a:ext uri="{FF2B5EF4-FFF2-40B4-BE49-F238E27FC236}">
                    <a16:creationId xmlns:a16="http://schemas.microsoft.com/office/drawing/2014/main" id="{D248821A-E11D-4852-AEEC-7A3FE9DC74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51" y="895"/>
                <a:ext cx="6" cy="6"/>
              </a:xfrm>
              <a:prstGeom prst="ellipse">
                <a:avLst/>
              </a:prstGeom>
              <a:solidFill>
                <a:srgbClr val="8C3F3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670" name="Freeform 551">
                <a:extLst>
                  <a:ext uri="{FF2B5EF4-FFF2-40B4-BE49-F238E27FC236}">
                    <a16:creationId xmlns:a16="http://schemas.microsoft.com/office/drawing/2014/main" id="{D2893A40-3D3C-4D2A-8C92-442CE1532C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5" y="1041"/>
                <a:ext cx="94" cy="148"/>
              </a:xfrm>
              <a:custGeom>
                <a:avLst/>
                <a:gdLst>
                  <a:gd name="T0" fmla="*/ 0 w 89"/>
                  <a:gd name="T1" fmla="*/ 165 h 140"/>
                  <a:gd name="T2" fmla="*/ 49 w 89"/>
                  <a:gd name="T3" fmla="*/ 143 h 140"/>
                  <a:gd name="T4" fmla="*/ 73 w 89"/>
                  <a:gd name="T5" fmla="*/ 135 h 140"/>
                  <a:gd name="T6" fmla="*/ 87 w 89"/>
                  <a:gd name="T7" fmla="*/ 113 h 140"/>
                  <a:gd name="T8" fmla="*/ 96 w 89"/>
                  <a:gd name="T9" fmla="*/ 12 h 140"/>
                  <a:gd name="T10" fmla="*/ 94 w 89"/>
                  <a:gd name="T11" fmla="*/ 0 h 140"/>
                  <a:gd name="T12" fmla="*/ 69 w 89"/>
                  <a:gd name="T13" fmla="*/ 115 h 140"/>
                  <a:gd name="T14" fmla="*/ 39 w 89"/>
                  <a:gd name="T15" fmla="*/ 135 h 140"/>
                  <a:gd name="T16" fmla="*/ 5 w 89"/>
                  <a:gd name="T17" fmla="*/ 160 h 14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9" h="140">
                    <a:moveTo>
                      <a:pt x="0" y="140"/>
                    </a:moveTo>
                    <a:cubicBezTo>
                      <a:pt x="10" y="128"/>
                      <a:pt x="28" y="122"/>
                      <a:pt x="42" y="121"/>
                    </a:cubicBezTo>
                    <a:cubicBezTo>
                      <a:pt x="50" y="120"/>
                      <a:pt x="55" y="121"/>
                      <a:pt x="62" y="114"/>
                    </a:cubicBezTo>
                    <a:cubicBezTo>
                      <a:pt x="67" y="109"/>
                      <a:pt x="72" y="102"/>
                      <a:pt x="74" y="96"/>
                    </a:cubicBezTo>
                    <a:cubicBezTo>
                      <a:pt x="88" y="67"/>
                      <a:pt x="89" y="40"/>
                      <a:pt x="81" y="9"/>
                    </a:cubicBezTo>
                    <a:cubicBezTo>
                      <a:pt x="81" y="6"/>
                      <a:pt x="80" y="3"/>
                      <a:pt x="80" y="0"/>
                    </a:cubicBezTo>
                    <a:cubicBezTo>
                      <a:pt x="80" y="33"/>
                      <a:pt x="81" y="70"/>
                      <a:pt x="59" y="97"/>
                    </a:cubicBezTo>
                    <a:cubicBezTo>
                      <a:pt x="53" y="105"/>
                      <a:pt x="43" y="112"/>
                      <a:pt x="33" y="114"/>
                    </a:cubicBezTo>
                    <a:cubicBezTo>
                      <a:pt x="22" y="117"/>
                      <a:pt x="9" y="123"/>
                      <a:pt x="5" y="135"/>
                    </a:cubicBezTo>
                  </a:path>
                </a:pathLst>
              </a:custGeom>
              <a:solidFill>
                <a:srgbClr val="6C2D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671" name="Freeform 552">
                <a:extLst>
                  <a:ext uri="{FF2B5EF4-FFF2-40B4-BE49-F238E27FC236}">
                    <a16:creationId xmlns:a16="http://schemas.microsoft.com/office/drawing/2014/main" id="{3D17B58E-104C-4A40-BEF9-0D6F1873CA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0" y="1177"/>
                <a:ext cx="121" cy="64"/>
              </a:xfrm>
              <a:custGeom>
                <a:avLst/>
                <a:gdLst>
                  <a:gd name="T0" fmla="*/ 0 w 114"/>
                  <a:gd name="T1" fmla="*/ 66 h 61"/>
                  <a:gd name="T2" fmla="*/ 14 w 114"/>
                  <a:gd name="T3" fmla="*/ 65 h 61"/>
                  <a:gd name="T4" fmla="*/ 27 w 114"/>
                  <a:gd name="T5" fmla="*/ 63 h 61"/>
                  <a:gd name="T6" fmla="*/ 45 w 114"/>
                  <a:gd name="T7" fmla="*/ 58 h 61"/>
                  <a:gd name="T8" fmla="*/ 72 w 114"/>
                  <a:gd name="T9" fmla="*/ 45 h 61"/>
                  <a:gd name="T10" fmla="*/ 90 w 114"/>
                  <a:gd name="T11" fmla="*/ 27 h 61"/>
                  <a:gd name="T12" fmla="*/ 121 w 114"/>
                  <a:gd name="T13" fmla="*/ 4 h 61"/>
                  <a:gd name="T14" fmla="*/ 136 w 114"/>
                  <a:gd name="T15" fmla="*/ 0 h 61"/>
                  <a:gd name="T16" fmla="*/ 104 w 114"/>
                  <a:gd name="T17" fmla="*/ 24 h 61"/>
                  <a:gd name="T18" fmla="*/ 84 w 114"/>
                  <a:gd name="T19" fmla="*/ 45 h 61"/>
                  <a:gd name="T20" fmla="*/ 75 w 114"/>
                  <a:gd name="T21" fmla="*/ 57 h 61"/>
                  <a:gd name="T22" fmla="*/ 86 w 114"/>
                  <a:gd name="T23" fmla="*/ 61 h 61"/>
                  <a:gd name="T24" fmla="*/ 105 w 114"/>
                  <a:gd name="T25" fmla="*/ 60 h 61"/>
                  <a:gd name="T26" fmla="*/ 77 w 114"/>
                  <a:gd name="T27" fmla="*/ 68 h 61"/>
                  <a:gd name="T28" fmla="*/ 59 w 114"/>
                  <a:gd name="T29" fmla="*/ 66 h 61"/>
                  <a:gd name="T30" fmla="*/ 42 w 114"/>
                  <a:gd name="T31" fmla="*/ 68 h 61"/>
                  <a:gd name="T32" fmla="*/ 34 w 114"/>
                  <a:gd name="T33" fmla="*/ 69 h 61"/>
                  <a:gd name="T34" fmla="*/ 24 w 114"/>
                  <a:gd name="T35" fmla="*/ 66 h 61"/>
                  <a:gd name="T36" fmla="*/ 2 w 114"/>
                  <a:gd name="T37" fmla="*/ 68 h 61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114" h="61">
                    <a:moveTo>
                      <a:pt x="0" y="57"/>
                    </a:moveTo>
                    <a:cubicBezTo>
                      <a:pt x="2" y="56"/>
                      <a:pt x="8" y="56"/>
                      <a:pt x="11" y="56"/>
                    </a:cubicBezTo>
                    <a:cubicBezTo>
                      <a:pt x="15" y="55"/>
                      <a:pt x="19" y="55"/>
                      <a:pt x="23" y="54"/>
                    </a:cubicBezTo>
                    <a:cubicBezTo>
                      <a:pt x="28" y="53"/>
                      <a:pt x="33" y="52"/>
                      <a:pt x="38" y="50"/>
                    </a:cubicBezTo>
                    <a:cubicBezTo>
                      <a:pt x="47" y="48"/>
                      <a:pt x="53" y="46"/>
                      <a:pt x="60" y="39"/>
                    </a:cubicBezTo>
                    <a:cubicBezTo>
                      <a:pt x="65" y="34"/>
                      <a:pt x="69" y="28"/>
                      <a:pt x="75" y="24"/>
                    </a:cubicBezTo>
                    <a:cubicBezTo>
                      <a:pt x="83" y="18"/>
                      <a:pt x="92" y="9"/>
                      <a:pt x="101" y="4"/>
                    </a:cubicBezTo>
                    <a:cubicBezTo>
                      <a:pt x="105" y="3"/>
                      <a:pt x="111" y="2"/>
                      <a:pt x="114" y="0"/>
                    </a:cubicBezTo>
                    <a:cubicBezTo>
                      <a:pt x="105" y="6"/>
                      <a:pt x="96" y="14"/>
                      <a:pt x="87" y="21"/>
                    </a:cubicBezTo>
                    <a:cubicBezTo>
                      <a:pt x="80" y="26"/>
                      <a:pt x="76" y="33"/>
                      <a:pt x="70" y="39"/>
                    </a:cubicBezTo>
                    <a:cubicBezTo>
                      <a:pt x="68" y="41"/>
                      <a:pt x="61" y="45"/>
                      <a:pt x="63" y="49"/>
                    </a:cubicBezTo>
                    <a:cubicBezTo>
                      <a:pt x="64" y="53"/>
                      <a:pt x="69" y="52"/>
                      <a:pt x="72" y="52"/>
                    </a:cubicBezTo>
                    <a:cubicBezTo>
                      <a:pt x="77" y="52"/>
                      <a:pt x="83" y="52"/>
                      <a:pt x="88" y="51"/>
                    </a:cubicBezTo>
                    <a:cubicBezTo>
                      <a:pt x="83" y="56"/>
                      <a:pt x="72" y="58"/>
                      <a:pt x="65" y="59"/>
                    </a:cubicBezTo>
                    <a:cubicBezTo>
                      <a:pt x="60" y="59"/>
                      <a:pt x="55" y="57"/>
                      <a:pt x="50" y="57"/>
                    </a:cubicBezTo>
                    <a:cubicBezTo>
                      <a:pt x="45" y="57"/>
                      <a:pt x="40" y="58"/>
                      <a:pt x="36" y="59"/>
                    </a:cubicBezTo>
                    <a:cubicBezTo>
                      <a:pt x="32" y="60"/>
                      <a:pt x="31" y="61"/>
                      <a:pt x="28" y="60"/>
                    </a:cubicBezTo>
                    <a:cubicBezTo>
                      <a:pt x="26" y="59"/>
                      <a:pt x="24" y="57"/>
                      <a:pt x="21" y="57"/>
                    </a:cubicBezTo>
                    <a:cubicBezTo>
                      <a:pt x="15" y="58"/>
                      <a:pt x="8" y="61"/>
                      <a:pt x="2" y="59"/>
                    </a:cubicBezTo>
                  </a:path>
                </a:pathLst>
              </a:custGeom>
              <a:solidFill>
                <a:srgbClr val="6C2D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672" name="Freeform 553">
                <a:extLst>
                  <a:ext uri="{FF2B5EF4-FFF2-40B4-BE49-F238E27FC236}">
                    <a16:creationId xmlns:a16="http://schemas.microsoft.com/office/drawing/2014/main" id="{A697C1E0-F6DF-46A7-8F89-5EFC55494B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9" y="1132"/>
                <a:ext cx="175" cy="118"/>
              </a:xfrm>
              <a:custGeom>
                <a:avLst/>
                <a:gdLst>
                  <a:gd name="T0" fmla="*/ 42 w 166"/>
                  <a:gd name="T1" fmla="*/ 0 h 112"/>
                  <a:gd name="T2" fmla="*/ 65 w 166"/>
                  <a:gd name="T3" fmla="*/ 56 h 112"/>
                  <a:gd name="T4" fmla="*/ 106 w 166"/>
                  <a:gd name="T5" fmla="*/ 86 h 112"/>
                  <a:gd name="T6" fmla="*/ 156 w 166"/>
                  <a:gd name="T7" fmla="*/ 109 h 112"/>
                  <a:gd name="T8" fmla="*/ 194 w 166"/>
                  <a:gd name="T9" fmla="*/ 131 h 112"/>
                  <a:gd name="T10" fmla="*/ 121 w 166"/>
                  <a:gd name="T11" fmla="*/ 103 h 112"/>
                  <a:gd name="T12" fmla="*/ 78 w 166"/>
                  <a:gd name="T13" fmla="*/ 80 h 112"/>
                  <a:gd name="T14" fmla="*/ 57 w 166"/>
                  <a:gd name="T15" fmla="*/ 66 h 112"/>
                  <a:gd name="T16" fmla="*/ 41 w 166"/>
                  <a:gd name="T17" fmla="*/ 43 h 112"/>
                  <a:gd name="T18" fmla="*/ 23 w 166"/>
                  <a:gd name="T19" fmla="*/ 40 h 112"/>
                  <a:gd name="T20" fmla="*/ 0 w 166"/>
                  <a:gd name="T21" fmla="*/ 46 h 112"/>
                  <a:gd name="T22" fmla="*/ 26 w 166"/>
                  <a:gd name="T23" fmla="*/ 27 h 112"/>
                  <a:gd name="T24" fmla="*/ 42 w 166"/>
                  <a:gd name="T25" fmla="*/ 1 h 11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66" h="112">
                    <a:moveTo>
                      <a:pt x="36" y="0"/>
                    </a:moveTo>
                    <a:cubicBezTo>
                      <a:pt x="42" y="16"/>
                      <a:pt x="44" y="34"/>
                      <a:pt x="56" y="47"/>
                    </a:cubicBezTo>
                    <a:cubicBezTo>
                      <a:pt x="67" y="59"/>
                      <a:pt x="78" y="66"/>
                      <a:pt x="91" y="74"/>
                    </a:cubicBezTo>
                    <a:cubicBezTo>
                      <a:pt x="105" y="82"/>
                      <a:pt x="120" y="85"/>
                      <a:pt x="133" y="93"/>
                    </a:cubicBezTo>
                    <a:cubicBezTo>
                      <a:pt x="143" y="99"/>
                      <a:pt x="159" y="101"/>
                      <a:pt x="166" y="112"/>
                    </a:cubicBezTo>
                    <a:cubicBezTo>
                      <a:pt x="146" y="101"/>
                      <a:pt x="124" y="96"/>
                      <a:pt x="103" y="88"/>
                    </a:cubicBezTo>
                    <a:cubicBezTo>
                      <a:pt x="90" y="82"/>
                      <a:pt x="78" y="74"/>
                      <a:pt x="66" y="68"/>
                    </a:cubicBezTo>
                    <a:cubicBezTo>
                      <a:pt x="60" y="65"/>
                      <a:pt x="53" y="62"/>
                      <a:pt x="48" y="57"/>
                    </a:cubicBezTo>
                    <a:cubicBezTo>
                      <a:pt x="42" y="51"/>
                      <a:pt x="39" y="44"/>
                      <a:pt x="35" y="37"/>
                    </a:cubicBezTo>
                    <a:cubicBezTo>
                      <a:pt x="31" y="32"/>
                      <a:pt x="27" y="32"/>
                      <a:pt x="20" y="34"/>
                    </a:cubicBezTo>
                    <a:cubicBezTo>
                      <a:pt x="13" y="35"/>
                      <a:pt x="7" y="39"/>
                      <a:pt x="0" y="40"/>
                    </a:cubicBezTo>
                    <a:cubicBezTo>
                      <a:pt x="7" y="33"/>
                      <a:pt x="16" y="30"/>
                      <a:pt x="23" y="24"/>
                    </a:cubicBezTo>
                    <a:cubicBezTo>
                      <a:pt x="32" y="18"/>
                      <a:pt x="34" y="10"/>
                      <a:pt x="36" y="1"/>
                    </a:cubicBezTo>
                  </a:path>
                </a:pathLst>
              </a:custGeom>
              <a:solidFill>
                <a:srgbClr val="6C2D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673" name="Freeform 554">
                <a:extLst>
                  <a:ext uri="{FF2B5EF4-FFF2-40B4-BE49-F238E27FC236}">
                    <a16:creationId xmlns:a16="http://schemas.microsoft.com/office/drawing/2014/main" id="{162C0BB2-B54B-4BD9-9DD6-108ED6569D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6" y="866"/>
                <a:ext cx="40" cy="101"/>
              </a:xfrm>
              <a:custGeom>
                <a:avLst/>
                <a:gdLst>
                  <a:gd name="T0" fmla="*/ 37 w 38"/>
                  <a:gd name="T1" fmla="*/ 0 h 96"/>
                  <a:gd name="T2" fmla="*/ 27 w 38"/>
                  <a:gd name="T3" fmla="*/ 2 h 96"/>
                  <a:gd name="T4" fmla="*/ 18 w 38"/>
                  <a:gd name="T5" fmla="*/ 2 h 96"/>
                  <a:gd name="T6" fmla="*/ 3 w 38"/>
                  <a:gd name="T7" fmla="*/ 14 h 96"/>
                  <a:gd name="T8" fmla="*/ 1 w 38"/>
                  <a:gd name="T9" fmla="*/ 38 h 96"/>
                  <a:gd name="T10" fmla="*/ 7 w 38"/>
                  <a:gd name="T11" fmla="*/ 61 h 96"/>
                  <a:gd name="T12" fmla="*/ 25 w 38"/>
                  <a:gd name="T13" fmla="*/ 78 h 96"/>
                  <a:gd name="T14" fmla="*/ 44 w 38"/>
                  <a:gd name="T15" fmla="*/ 112 h 96"/>
                  <a:gd name="T16" fmla="*/ 41 w 38"/>
                  <a:gd name="T17" fmla="*/ 90 h 96"/>
                  <a:gd name="T18" fmla="*/ 28 w 38"/>
                  <a:gd name="T19" fmla="*/ 70 h 96"/>
                  <a:gd name="T20" fmla="*/ 24 w 38"/>
                  <a:gd name="T21" fmla="*/ 48 h 96"/>
                  <a:gd name="T22" fmla="*/ 15 w 38"/>
                  <a:gd name="T23" fmla="*/ 25 h 96"/>
                  <a:gd name="T24" fmla="*/ 29 w 38"/>
                  <a:gd name="T25" fmla="*/ 20 h 96"/>
                  <a:gd name="T26" fmla="*/ 29 w 38"/>
                  <a:gd name="T27" fmla="*/ 9 h 96"/>
                  <a:gd name="T28" fmla="*/ 36 w 38"/>
                  <a:gd name="T29" fmla="*/ 1 h 9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38" h="96">
                    <a:moveTo>
                      <a:pt x="31" y="0"/>
                    </a:moveTo>
                    <a:cubicBezTo>
                      <a:pt x="30" y="2"/>
                      <a:pt x="25" y="2"/>
                      <a:pt x="24" y="2"/>
                    </a:cubicBezTo>
                    <a:cubicBezTo>
                      <a:pt x="21" y="2"/>
                      <a:pt x="18" y="2"/>
                      <a:pt x="15" y="2"/>
                    </a:cubicBezTo>
                    <a:cubicBezTo>
                      <a:pt x="10" y="3"/>
                      <a:pt x="5" y="6"/>
                      <a:pt x="3" y="11"/>
                    </a:cubicBezTo>
                    <a:cubicBezTo>
                      <a:pt x="0" y="17"/>
                      <a:pt x="1" y="25"/>
                      <a:pt x="1" y="32"/>
                    </a:cubicBezTo>
                    <a:cubicBezTo>
                      <a:pt x="1" y="39"/>
                      <a:pt x="4" y="45"/>
                      <a:pt x="7" y="52"/>
                    </a:cubicBezTo>
                    <a:cubicBezTo>
                      <a:pt x="12" y="63"/>
                      <a:pt x="18" y="63"/>
                      <a:pt x="22" y="67"/>
                    </a:cubicBezTo>
                    <a:cubicBezTo>
                      <a:pt x="26" y="73"/>
                      <a:pt x="37" y="88"/>
                      <a:pt x="38" y="96"/>
                    </a:cubicBezTo>
                    <a:cubicBezTo>
                      <a:pt x="37" y="91"/>
                      <a:pt x="36" y="83"/>
                      <a:pt x="35" y="78"/>
                    </a:cubicBezTo>
                    <a:cubicBezTo>
                      <a:pt x="33" y="72"/>
                      <a:pt x="28" y="66"/>
                      <a:pt x="25" y="61"/>
                    </a:cubicBezTo>
                    <a:cubicBezTo>
                      <a:pt x="19" y="53"/>
                      <a:pt x="6" y="39"/>
                      <a:pt x="21" y="42"/>
                    </a:cubicBezTo>
                    <a:cubicBezTo>
                      <a:pt x="12" y="41"/>
                      <a:pt x="4" y="29"/>
                      <a:pt x="12" y="22"/>
                    </a:cubicBezTo>
                    <a:cubicBezTo>
                      <a:pt x="16" y="19"/>
                      <a:pt x="24" y="20"/>
                      <a:pt x="26" y="17"/>
                    </a:cubicBezTo>
                    <a:cubicBezTo>
                      <a:pt x="28" y="15"/>
                      <a:pt x="26" y="12"/>
                      <a:pt x="26" y="9"/>
                    </a:cubicBezTo>
                    <a:cubicBezTo>
                      <a:pt x="26" y="6"/>
                      <a:pt x="28" y="3"/>
                      <a:pt x="30" y="1"/>
                    </a:cubicBezTo>
                  </a:path>
                </a:pathLst>
              </a:custGeom>
              <a:solidFill>
                <a:srgbClr val="6C2D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674" name="Freeform 555">
                <a:extLst>
                  <a:ext uri="{FF2B5EF4-FFF2-40B4-BE49-F238E27FC236}">
                    <a16:creationId xmlns:a16="http://schemas.microsoft.com/office/drawing/2014/main" id="{FF14E2AB-AD5F-4EA0-9D13-F0AC7553BD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4" y="958"/>
                <a:ext cx="26" cy="85"/>
              </a:xfrm>
              <a:custGeom>
                <a:avLst/>
                <a:gdLst>
                  <a:gd name="T0" fmla="*/ 25 w 25"/>
                  <a:gd name="T1" fmla="*/ 16 h 81"/>
                  <a:gd name="T2" fmla="*/ 12 w 25"/>
                  <a:gd name="T3" fmla="*/ 7 h 81"/>
                  <a:gd name="T4" fmla="*/ 6 w 25"/>
                  <a:gd name="T5" fmla="*/ 1 h 81"/>
                  <a:gd name="T6" fmla="*/ 2 w 25"/>
                  <a:gd name="T7" fmla="*/ 42 h 81"/>
                  <a:gd name="T8" fmla="*/ 9 w 25"/>
                  <a:gd name="T9" fmla="*/ 70 h 81"/>
                  <a:gd name="T10" fmla="*/ 19 w 25"/>
                  <a:gd name="T11" fmla="*/ 93 h 81"/>
                  <a:gd name="T12" fmla="*/ 28 w 25"/>
                  <a:gd name="T13" fmla="*/ 72 h 81"/>
                  <a:gd name="T14" fmla="*/ 6 w 25"/>
                  <a:gd name="T15" fmla="*/ 39 h 81"/>
                  <a:gd name="T16" fmla="*/ 10 w 25"/>
                  <a:gd name="T17" fmla="*/ 20 h 81"/>
                  <a:gd name="T18" fmla="*/ 23 w 25"/>
                  <a:gd name="T19" fmla="*/ 17 h 8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5" h="81">
                    <a:moveTo>
                      <a:pt x="22" y="13"/>
                    </a:moveTo>
                    <a:cubicBezTo>
                      <a:pt x="19" y="11"/>
                      <a:pt x="15" y="10"/>
                      <a:pt x="12" y="7"/>
                    </a:cubicBezTo>
                    <a:cubicBezTo>
                      <a:pt x="10" y="5"/>
                      <a:pt x="9" y="0"/>
                      <a:pt x="6" y="1"/>
                    </a:cubicBezTo>
                    <a:cubicBezTo>
                      <a:pt x="2" y="12"/>
                      <a:pt x="0" y="24"/>
                      <a:pt x="2" y="36"/>
                    </a:cubicBezTo>
                    <a:cubicBezTo>
                      <a:pt x="4" y="45"/>
                      <a:pt x="6" y="52"/>
                      <a:pt x="9" y="61"/>
                    </a:cubicBezTo>
                    <a:cubicBezTo>
                      <a:pt x="11" y="67"/>
                      <a:pt x="15" y="74"/>
                      <a:pt x="16" y="81"/>
                    </a:cubicBezTo>
                    <a:cubicBezTo>
                      <a:pt x="17" y="72"/>
                      <a:pt x="18" y="67"/>
                      <a:pt x="25" y="63"/>
                    </a:cubicBezTo>
                    <a:cubicBezTo>
                      <a:pt x="13" y="61"/>
                      <a:pt x="7" y="44"/>
                      <a:pt x="6" y="33"/>
                    </a:cubicBezTo>
                    <a:cubicBezTo>
                      <a:pt x="6" y="27"/>
                      <a:pt x="6" y="21"/>
                      <a:pt x="10" y="17"/>
                    </a:cubicBezTo>
                    <a:cubicBezTo>
                      <a:pt x="14" y="12"/>
                      <a:pt x="17" y="15"/>
                      <a:pt x="20" y="14"/>
                    </a:cubicBezTo>
                  </a:path>
                </a:pathLst>
              </a:custGeom>
              <a:solidFill>
                <a:srgbClr val="6C2D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675" name="Freeform 556">
                <a:extLst>
                  <a:ext uri="{FF2B5EF4-FFF2-40B4-BE49-F238E27FC236}">
                    <a16:creationId xmlns:a16="http://schemas.microsoft.com/office/drawing/2014/main" id="{8ADEB2A2-D78F-4CB3-A75C-18CF2C9604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9" y="977"/>
                <a:ext cx="8" cy="50"/>
              </a:xfrm>
              <a:custGeom>
                <a:avLst/>
                <a:gdLst>
                  <a:gd name="T0" fmla="*/ 1 w 8"/>
                  <a:gd name="T1" fmla="*/ 47 h 48"/>
                  <a:gd name="T2" fmla="*/ 2 w 8"/>
                  <a:gd name="T3" fmla="*/ 19 h 48"/>
                  <a:gd name="T4" fmla="*/ 1 w 8"/>
                  <a:gd name="T5" fmla="*/ 0 h 48"/>
                  <a:gd name="T6" fmla="*/ 5 w 8"/>
                  <a:gd name="T7" fmla="*/ 33 h 48"/>
                  <a:gd name="T8" fmla="*/ 8 w 8"/>
                  <a:gd name="T9" fmla="*/ 54 h 48"/>
                  <a:gd name="T10" fmla="*/ 2 w 8"/>
                  <a:gd name="T11" fmla="*/ 48 h 4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" h="48">
                    <a:moveTo>
                      <a:pt x="1" y="41"/>
                    </a:moveTo>
                    <a:cubicBezTo>
                      <a:pt x="0" y="33"/>
                      <a:pt x="2" y="24"/>
                      <a:pt x="2" y="16"/>
                    </a:cubicBezTo>
                    <a:cubicBezTo>
                      <a:pt x="1" y="11"/>
                      <a:pt x="1" y="5"/>
                      <a:pt x="1" y="0"/>
                    </a:cubicBezTo>
                    <a:cubicBezTo>
                      <a:pt x="2" y="10"/>
                      <a:pt x="4" y="20"/>
                      <a:pt x="5" y="30"/>
                    </a:cubicBezTo>
                    <a:cubicBezTo>
                      <a:pt x="5" y="37"/>
                      <a:pt x="6" y="43"/>
                      <a:pt x="8" y="48"/>
                    </a:cubicBezTo>
                    <a:cubicBezTo>
                      <a:pt x="5" y="47"/>
                      <a:pt x="3" y="44"/>
                      <a:pt x="2" y="42"/>
                    </a:cubicBezTo>
                  </a:path>
                </a:pathLst>
              </a:custGeom>
              <a:solidFill>
                <a:srgbClr val="6C2D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676" name="Freeform 557">
                <a:extLst>
                  <a:ext uri="{FF2B5EF4-FFF2-40B4-BE49-F238E27FC236}">
                    <a16:creationId xmlns:a16="http://schemas.microsoft.com/office/drawing/2014/main" id="{2DCFB301-6800-441B-BAD3-17DA205739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5" y="978"/>
                <a:ext cx="13" cy="48"/>
              </a:xfrm>
              <a:custGeom>
                <a:avLst/>
                <a:gdLst>
                  <a:gd name="T0" fmla="*/ 4 w 12"/>
                  <a:gd name="T1" fmla="*/ 52 h 46"/>
                  <a:gd name="T2" fmla="*/ 12 w 12"/>
                  <a:gd name="T3" fmla="*/ 29 h 46"/>
                  <a:gd name="T4" fmla="*/ 11 w 12"/>
                  <a:gd name="T5" fmla="*/ 0 h 46"/>
                  <a:gd name="T6" fmla="*/ 4 w 12"/>
                  <a:gd name="T7" fmla="*/ 52 h 4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46">
                    <a:moveTo>
                      <a:pt x="4" y="46"/>
                    </a:moveTo>
                    <a:cubicBezTo>
                      <a:pt x="12" y="42"/>
                      <a:pt x="10" y="33"/>
                      <a:pt x="9" y="26"/>
                    </a:cubicBezTo>
                    <a:cubicBezTo>
                      <a:pt x="8" y="18"/>
                      <a:pt x="8" y="9"/>
                      <a:pt x="8" y="0"/>
                    </a:cubicBezTo>
                    <a:cubicBezTo>
                      <a:pt x="0" y="13"/>
                      <a:pt x="10" y="32"/>
                      <a:pt x="4" y="46"/>
                    </a:cubicBezTo>
                  </a:path>
                </a:pathLst>
              </a:custGeom>
              <a:solidFill>
                <a:srgbClr val="8C3F3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677" name="Freeform 558">
                <a:extLst>
                  <a:ext uri="{FF2B5EF4-FFF2-40B4-BE49-F238E27FC236}">
                    <a16:creationId xmlns:a16="http://schemas.microsoft.com/office/drawing/2014/main" id="{2A4DC982-28CB-4691-A3C3-D2F2DF183A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1" y="1474"/>
                <a:ext cx="26" cy="25"/>
              </a:xfrm>
              <a:custGeom>
                <a:avLst/>
                <a:gdLst>
                  <a:gd name="T0" fmla="*/ 20 w 24"/>
                  <a:gd name="T1" fmla="*/ 27 h 24"/>
                  <a:gd name="T2" fmla="*/ 2 w 24"/>
                  <a:gd name="T3" fmla="*/ 16 h 24"/>
                  <a:gd name="T4" fmla="*/ 30 w 24"/>
                  <a:gd name="T5" fmla="*/ 15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24">
                    <a:moveTo>
                      <a:pt x="16" y="24"/>
                    </a:moveTo>
                    <a:cubicBezTo>
                      <a:pt x="12" y="21"/>
                      <a:pt x="2" y="19"/>
                      <a:pt x="2" y="13"/>
                    </a:cubicBezTo>
                    <a:cubicBezTo>
                      <a:pt x="0" y="0"/>
                      <a:pt x="18" y="10"/>
                      <a:pt x="24" y="12"/>
                    </a:cubicBezTo>
                  </a:path>
                </a:pathLst>
              </a:custGeom>
              <a:noFill/>
              <a:ln w="6350" cap="flat">
                <a:solidFill>
                  <a:srgbClr val="75332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678" name="Freeform 559">
                <a:extLst>
                  <a:ext uri="{FF2B5EF4-FFF2-40B4-BE49-F238E27FC236}">
                    <a16:creationId xmlns:a16="http://schemas.microsoft.com/office/drawing/2014/main" id="{EA4A2E56-747A-4840-9F7A-9137765F37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8" y="1540"/>
                <a:ext cx="16" cy="30"/>
              </a:xfrm>
              <a:custGeom>
                <a:avLst/>
                <a:gdLst>
                  <a:gd name="T0" fmla="*/ 5 w 15"/>
                  <a:gd name="T1" fmla="*/ 0 h 28"/>
                  <a:gd name="T2" fmla="*/ 4 w 15"/>
                  <a:gd name="T3" fmla="*/ 28 h 28"/>
                  <a:gd name="T4" fmla="*/ 18 w 15"/>
                  <a:gd name="T5" fmla="*/ 4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28">
                    <a:moveTo>
                      <a:pt x="5" y="0"/>
                    </a:moveTo>
                    <a:cubicBezTo>
                      <a:pt x="4" y="5"/>
                      <a:pt x="0" y="18"/>
                      <a:pt x="4" y="22"/>
                    </a:cubicBezTo>
                    <a:cubicBezTo>
                      <a:pt x="11" y="28"/>
                      <a:pt x="14" y="8"/>
                      <a:pt x="15" y="4"/>
                    </a:cubicBezTo>
                  </a:path>
                </a:pathLst>
              </a:custGeom>
              <a:noFill/>
              <a:ln w="6350" cap="flat">
                <a:solidFill>
                  <a:srgbClr val="75332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679" name="Freeform 560">
                <a:extLst>
                  <a:ext uri="{FF2B5EF4-FFF2-40B4-BE49-F238E27FC236}">
                    <a16:creationId xmlns:a16="http://schemas.microsoft.com/office/drawing/2014/main" id="{4BE777EF-FE25-465A-88A4-E3E75F6B1A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2" y="1616"/>
                <a:ext cx="13" cy="17"/>
              </a:xfrm>
              <a:custGeom>
                <a:avLst/>
                <a:gdLst>
                  <a:gd name="T0" fmla="*/ 0 w 12"/>
                  <a:gd name="T1" fmla="*/ 0 h 16"/>
                  <a:gd name="T2" fmla="*/ 15 w 12"/>
                  <a:gd name="T3" fmla="*/ 19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16">
                    <a:moveTo>
                      <a:pt x="0" y="0"/>
                    </a:moveTo>
                    <a:cubicBezTo>
                      <a:pt x="2" y="6"/>
                      <a:pt x="8" y="11"/>
                      <a:pt x="12" y="16"/>
                    </a:cubicBezTo>
                  </a:path>
                </a:pathLst>
              </a:custGeom>
              <a:noFill/>
              <a:ln w="6350" cap="flat">
                <a:solidFill>
                  <a:srgbClr val="75332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680" name="Freeform 561">
                <a:extLst>
                  <a:ext uri="{FF2B5EF4-FFF2-40B4-BE49-F238E27FC236}">
                    <a16:creationId xmlns:a16="http://schemas.microsoft.com/office/drawing/2014/main" id="{4CAA3FAA-044B-439D-A044-826061AE52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5" y="1596"/>
                <a:ext cx="8" cy="18"/>
              </a:xfrm>
              <a:custGeom>
                <a:avLst/>
                <a:gdLst>
                  <a:gd name="T0" fmla="*/ 0 w 8"/>
                  <a:gd name="T1" fmla="*/ 0 h 17"/>
                  <a:gd name="T2" fmla="*/ 8 w 8"/>
                  <a:gd name="T3" fmla="*/ 20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17">
                    <a:moveTo>
                      <a:pt x="0" y="0"/>
                    </a:moveTo>
                    <a:cubicBezTo>
                      <a:pt x="4" y="5"/>
                      <a:pt x="6" y="11"/>
                      <a:pt x="8" y="17"/>
                    </a:cubicBezTo>
                  </a:path>
                </a:pathLst>
              </a:custGeom>
              <a:noFill/>
              <a:ln w="6350" cap="flat">
                <a:solidFill>
                  <a:srgbClr val="75332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681" name="Freeform 562">
                <a:extLst>
                  <a:ext uri="{FF2B5EF4-FFF2-40B4-BE49-F238E27FC236}">
                    <a16:creationId xmlns:a16="http://schemas.microsoft.com/office/drawing/2014/main" id="{4E0C4B72-1EA3-4122-8E15-1C1E030C77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1" y="1820"/>
                <a:ext cx="8" cy="16"/>
              </a:xfrm>
              <a:custGeom>
                <a:avLst/>
                <a:gdLst>
                  <a:gd name="T0" fmla="*/ 2 w 7"/>
                  <a:gd name="T1" fmla="*/ 18 h 15"/>
                  <a:gd name="T2" fmla="*/ 10 w 7"/>
                  <a:gd name="T3" fmla="*/ 0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5">
                    <a:moveTo>
                      <a:pt x="2" y="15"/>
                    </a:moveTo>
                    <a:cubicBezTo>
                      <a:pt x="0" y="11"/>
                      <a:pt x="5" y="4"/>
                      <a:pt x="7" y="0"/>
                    </a:cubicBezTo>
                  </a:path>
                </a:pathLst>
              </a:custGeom>
              <a:noFill/>
              <a:ln w="6350" cap="flat">
                <a:solidFill>
                  <a:srgbClr val="75332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682" name="Freeform 563">
                <a:extLst>
                  <a:ext uri="{FF2B5EF4-FFF2-40B4-BE49-F238E27FC236}">
                    <a16:creationId xmlns:a16="http://schemas.microsoft.com/office/drawing/2014/main" id="{321671C9-3AA6-4BAC-B56E-BDC09ED272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8" y="1859"/>
                <a:ext cx="16" cy="33"/>
              </a:xfrm>
              <a:custGeom>
                <a:avLst/>
                <a:gdLst>
                  <a:gd name="T0" fmla="*/ 1 w 15"/>
                  <a:gd name="T1" fmla="*/ 26 h 31"/>
                  <a:gd name="T2" fmla="*/ 13 w 15"/>
                  <a:gd name="T3" fmla="*/ 2 h 31"/>
                  <a:gd name="T4" fmla="*/ 16 w 15"/>
                  <a:gd name="T5" fmla="*/ 37 h 3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31">
                    <a:moveTo>
                      <a:pt x="1" y="22"/>
                    </a:moveTo>
                    <a:cubicBezTo>
                      <a:pt x="0" y="18"/>
                      <a:pt x="2" y="0"/>
                      <a:pt x="10" y="2"/>
                    </a:cubicBezTo>
                    <a:cubicBezTo>
                      <a:pt x="15" y="3"/>
                      <a:pt x="13" y="26"/>
                      <a:pt x="13" y="31"/>
                    </a:cubicBezTo>
                  </a:path>
                </a:pathLst>
              </a:custGeom>
              <a:noFill/>
              <a:ln w="6350" cap="flat">
                <a:solidFill>
                  <a:srgbClr val="75332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683" name="Freeform 564">
                <a:extLst>
                  <a:ext uri="{FF2B5EF4-FFF2-40B4-BE49-F238E27FC236}">
                    <a16:creationId xmlns:a16="http://schemas.microsoft.com/office/drawing/2014/main" id="{9A88FA00-3F5B-49E1-BCEB-02CB6072D5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1" y="1908"/>
                <a:ext cx="16" cy="23"/>
              </a:xfrm>
              <a:custGeom>
                <a:avLst/>
                <a:gdLst>
                  <a:gd name="T0" fmla="*/ 18 w 15"/>
                  <a:gd name="T1" fmla="*/ 0 h 21"/>
                  <a:gd name="T2" fmla="*/ 0 w 15"/>
                  <a:gd name="T3" fmla="*/ 27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21">
                    <a:moveTo>
                      <a:pt x="15" y="0"/>
                    </a:moveTo>
                    <a:cubicBezTo>
                      <a:pt x="9" y="4"/>
                      <a:pt x="5" y="15"/>
                      <a:pt x="0" y="21"/>
                    </a:cubicBezTo>
                  </a:path>
                </a:pathLst>
              </a:custGeom>
              <a:noFill/>
              <a:ln w="6350" cap="flat">
                <a:solidFill>
                  <a:srgbClr val="75332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684" name="Freeform 565">
                <a:extLst>
                  <a:ext uri="{FF2B5EF4-FFF2-40B4-BE49-F238E27FC236}">
                    <a16:creationId xmlns:a16="http://schemas.microsoft.com/office/drawing/2014/main" id="{893F102C-F431-4F0D-A31D-6F2F1EA032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4" y="1777"/>
                <a:ext cx="9" cy="24"/>
              </a:xfrm>
              <a:custGeom>
                <a:avLst/>
                <a:gdLst>
                  <a:gd name="T0" fmla="*/ 0 w 8"/>
                  <a:gd name="T1" fmla="*/ 0 h 23"/>
                  <a:gd name="T2" fmla="*/ 11 w 8"/>
                  <a:gd name="T3" fmla="*/ 26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23">
                    <a:moveTo>
                      <a:pt x="0" y="0"/>
                    </a:moveTo>
                    <a:cubicBezTo>
                      <a:pt x="3" y="7"/>
                      <a:pt x="5" y="15"/>
                      <a:pt x="8" y="23"/>
                    </a:cubicBezTo>
                  </a:path>
                </a:pathLst>
              </a:custGeom>
              <a:noFill/>
              <a:ln w="6350" cap="flat">
                <a:solidFill>
                  <a:srgbClr val="75332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685" name="Freeform 566">
                <a:extLst>
                  <a:ext uri="{FF2B5EF4-FFF2-40B4-BE49-F238E27FC236}">
                    <a16:creationId xmlns:a16="http://schemas.microsoft.com/office/drawing/2014/main" id="{711AA6F0-2DBF-4A30-8AA8-22EEE90452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0" y="1635"/>
                <a:ext cx="17" cy="21"/>
              </a:xfrm>
              <a:custGeom>
                <a:avLst/>
                <a:gdLst>
                  <a:gd name="T0" fmla="*/ 3 w 16"/>
                  <a:gd name="T1" fmla="*/ 15 h 20"/>
                  <a:gd name="T2" fmla="*/ 18 w 16"/>
                  <a:gd name="T3" fmla="*/ 0 h 20"/>
                  <a:gd name="T4" fmla="*/ 4 w 16"/>
                  <a:gd name="T5" fmla="*/ 23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20">
                    <a:moveTo>
                      <a:pt x="3" y="12"/>
                    </a:moveTo>
                    <a:cubicBezTo>
                      <a:pt x="0" y="8"/>
                      <a:pt x="10" y="0"/>
                      <a:pt x="15" y="0"/>
                    </a:cubicBezTo>
                    <a:cubicBezTo>
                      <a:pt x="16" y="7"/>
                      <a:pt x="10" y="16"/>
                      <a:pt x="4" y="20"/>
                    </a:cubicBezTo>
                  </a:path>
                </a:pathLst>
              </a:custGeom>
              <a:noFill/>
              <a:ln w="6350" cap="flat">
                <a:solidFill>
                  <a:srgbClr val="75332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686" name="Freeform 567">
                <a:extLst>
                  <a:ext uri="{FF2B5EF4-FFF2-40B4-BE49-F238E27FC236}">
                    <a16:creationId xmlns:a16="http://schemas.microsoft.com/office/drawing/2014/main" id="{A69B5643-EB0C-43EF-9ACE-C8F8637E0B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7" y="1701"/>
                <a:ext cx="26" cy="27"/>
              </a:xfrm>
              <a:custGeom>
                <a:avLst/>
                <a:gdLst>
                  <a:gd name="T0" fmla="*/ 9 w 25"/>
                  <a:gd name="T1" fmla="*/ 0 h 26"/>
                  <a:gd name="T2" fmla="*/ 28 w 25"/>
                  <a:gd name="T3" fmla="*/ 19 h 26"/>
                  <a:gd name="T4" fmla="*/ 0 w 25"/>
                  <a:gd name="T5" fmla="*/ 17 h 26"/>
                  <a:gd name="T6" fmla="*/ 20 w 25"/>
                  <a:gd name="T7" fmla="*/ 29 h 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" h="26">
                    <a:moveTo>
                      <a:pt x="9" y="0"/>
                    </a:moveTo>
                    <a:cubicBezTo>
                      <a:pt x="14" y="5"/>
                      <a:pt x="24" y="8"/>
                      <a:pt x="25" y="16"/>
                    </a:cubicBezTo>
                    <a:cubicBezTo>
                      <a:pt x="18" y="18"/>
                      <a:pt x="3" y="8"/>
                      <a:pt x="0" y="14"/>
                    </a:cubicBezTo>
                    <a:cubicBezTo>
                      <a:pt x="5" y="19"/>
                      <a:pt x="13" y="21"/>
                      <a:pt x="17" y="26"/>
                    </a:cubicBezTo>
                  </a:path>
                </a:pathLst>
              </a:custGeom>
              <a:noFill/>
              <a:ln w="6350" cap="flat">
                <a:solidFill>
                  <a:srgbClr val="75332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687" name="Freeform 568">
                <a:extLst>
                  <a:ext uri="{FF2B5EF4-FFF2-40B4-BE49-F238E27FC236}">
                    <a16:creationId xmlns:a16="http://schemas.microsoft.com/office/drawing/2014/main" id="{C1637921-54F1-436B-89C1-08FFDC10BB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8" y="1268"/>
                <a:ext cx="13" cy="17"/>
              </a:xfrm>
              <a:custGeom>
                <a:avLst/>
                <a:gdLst>
                  <a:gd name="T0" fmla="*/ 5 w 13"/>
                  <a:gd name="T1" fmla="*/ 19 h 16"/>
                  <a:gd name="T2" fmla="*/ 8 w 13"/>
                  <a:gd name="T3" fmla="*/ 1 h 16"/>
                  <a:gd name="T4" fmla="*/ 0 w 13"/>
                  <a:gd name="T5" fmla="*/ 18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6">
                    <a:moveTo>
                      <a:pt x="5" y="16"/>
                    </a:moveTo>
                    <a:cubicBezTo>
                      <a:pt x="7" y="14"/>
                      <a:pt x="13" y="2"/>
                      <a:pt x="8" y="1"/>
                    </a:cubicBezTo>
                    <a:cubicBezTo>
                      <a:pt x="3" y="0"/>
                      <a:pt x="1" y="13"/>
                      <a:pt x="0" y="15"/>
                    </a:cubicBezTo>
                  </a:path>
                </a:pathLst>
              </a:custGeom>
              <a:noFill/>
              <a:ln w="6350" cap="flat">
                <a:solidFill>
                  <a:srgbClr val="75332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688" name="Freeform 569">
                <a:extLst>
                  <a:ext uri="{FF2B5EF4-FFF2-40B4-BE49-F238E27FC236}">
                    <a16:creationId xmlns:a16="http://schemas.microsoft.com/office/drawing/2014/main" id="{1495E7A4-228B-49D9-903A-7EF7A109CA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6" y="1218"/>
                <a:ext cx="8" cy="11"/>
              </a:xfrm>
              <a:custGeom>
                <a:avLst/>
                <a:gdLst>
                  <a:gd name="T0" fmla="*/ 0 w 7"/>
                  <a:gd name="T1" fmla="*/ 13 h 10"/>
                  <a:gd name="T2" fmla="*/ 10 w 7"/>
                  <a:gd name="T3" fmla="*/ 0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0">
                    <a:moveTo>
                      <a:pt x="0" y="10"/>
                    </a:moveTo>
                    <a:cubicBezTo>
                      <a:pt x="2" y="7"/>
                      <a:pt x="6" y="4"/>
                      <a:pt x="7" y="0"/>
                    </a:cubicBezTo>
                  </a:path>
                </a:pathLst>
              </a:custGeom>
              <a:noFill/>
              <a:ln w="6350" cap="flat">
                <a:solidFill>
                  <a:srgbClr val="75332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689" name="Freeform 570">
                <a:extLst>
                  <a:ext uri="{FF2B5EF4-FFF2-40B4-BE49-F238E27FC236}">
                    <a16:creationId xmlns:a16="http://schemas.microsoft.com/office/drawing/2014/main" id="{B5419DCF-7C71-40D2-836F-E094EB01C3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7" y="1217"/>
                <a:ext cx="165" cy="81"/>
              </a:xfrm>
              <a:custGeom>
                <a:avLst/>
                <a:gdLst>
                  <a:gd name="T0" fmla="*/ 0 w 157"/>
                  <a:gd name="T1" fmla="*/ 0 h 77"/>
                  <a:gd name="T2" fmla="*/ 44 w 157"/>
                  <a:gd name="T3" fmla="*/ 36 h 77"/>
                  <a:gd name="T4" fmla="*/ 86 w 157"/>
                  <a:gd name="T5" fmla="*/ 59 h 77"/>
                  <a:gd name="T6" fmla="*/ 135 w 157"/>
                  <a:gd name="T7" fmla="*/ 68 h 77"/>
                  <a:gd name="T8" fmla="*/ 182 w 157"/>
                  <a:gd name="T9" fmla="*/ 89 h 77"/>
                  <a:gd name="T10" fmla="*/ 158 w 157"/>
                  <a:gd name="T11" fmla="*/ 81 h 77"/>
                  <a:gd name="T12" fmla="*/ 126 w 157"/>
                  <a:gd name="T13" fmla="*/ 74 h 77"/>
                  <a:gd name="T14" fmla="*/ 61 w 157"/>
                  <a:gd name="T15" fmla="*/ 72 h 77"/>
                  <a:gd name="T16" fmla="*/ 16 w 157"/>
                  <a:gd name="T17" fmla="*/ 36 h 77"/>
                  <a:gd name="T18" fmla="*/ 2 w 157"/>
                  <a:gd name="T19" fmla="*/ 4 h 77"/>
                  <a:gd name="T20" fmla="*/ 0 w 157"/>
                  <a:gd name="T21" fmla="*/ 3 h 7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57" h="77">
                    <a:moveTo>
                      <a:pt x="0" y="0"/>
                    </a:moveTo>
                    <a:cubicBezTo>
                      <a:pt x="9" y="14"/>
                      <a:pt x="23" y="23"/>
                      <a:pt x="38" y="30"/>
                    </a:cubicBezTo>
                    <a:cubicBezTo>
                      <a:pt x="50" y="36"/>
                      <a:pt x="62" y="44"/>
                      <a:pt x="74" y="50"/>
                    </a:cubicBezTo>
                    <a:cubicBezTo>
                      <a:pt x="88" y="57"/>
                      <a:pt x="101" y="58"/>
                      <a:pt x="116" y="59"/>
                    </a:cubicBezTo>
                    <a:cubicBezTo>
                      <a:pt x="134" y="60"/>
                      <a:pt x="143" y="66"/>
                      <a:pt x="157" y="77"/>
                    </a:cubicBezTo>
                    <a:cubicBezTo>
                      <a:pt x="150" y="74"/>
                      <a:pt x="144" y="70"/>
                      <a:pt x="136" y="69"/>
                    </a:cubicBezTo>
                    <a:cubicBezTo>
                      <a:pt x="127" y="68"/>
                      <a:pt x="117" y="65"/>
                      <a:pt x="108" y="64"/>
                    </a:cubicBezTo>
                    <a:cubicBezTo>
                      <a:pt x="89" y="62"/>
                      <a:pt x="72" y="71"/>
                      <a:pt x="52" y="62"/>
                    </a:cubicBezTo>
                    <a:cubicBezTo>
                      <a:pt x="37" y="55"/>
                      <a:pt x="25" y="42"/>
                      <a:pt x="13" y="30"/>
                    </a:cubicBezTo>
                    <a:cubicBezTo>
                      <a:pt x="7" y="23"/>
                      <a:pt x="2" y="13"/>
                      <a:pt x="2" y="4"/>
                    </a:cubicBezTo>
                    <a:cubicBezTo>
                      <a:pt x="1" y="4"/>
                      <a:pt x="1" y="3"/>
                      <a:pt x="0" y="3"/>
                    </a:cubicBezTo>
                  </a:path>
                </a:pathLst>
              </a:custGeom>
              <a:solidFill>
                <a:srgbClr val="6C2D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690" name="Freeform 571">
                <a:extLst>
                  <a:ext uri="{FF2B5EF4-FFF2-40B4-BE49-F238E27FC236}">
                    <a16:creationId xmlns:a16="http://schemas.microsoft.com/office/drawing/2014/main" id="{73E58D40-AC6C-4DFE-AC6C-15EE23594A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5" y="2181"/>
                <a:ext cx="15" cy="29"/>
              </a:xfrm>
              <a:custGeom>
                <a:avLst/>
                <a:gdLst>
                  <a:gd name="T0" fmla="*/ 4 w 14"/>
                  <a:gd name="T1" fmla="*/ 26 h 28"/>
                  <a:gd name="T2" fmla="*/ 3 w 14"/>
                  <a:gd name="T3" fmla="*/ 5 h 28"/>
                  <a:gd name="T4" fmla="*/ 17 w 14"/>
                  <a:gd name="T5" fmla="*/ 31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28">
                    <a:moveTo>
                      <a:pt x="4" y="23"/>
                    </a:moveTo>
                    <a:cubicBezTo>
                      <a:pt x="3" y="19"/>
                      <a:pt x="0" y="7"/>
                      <a:pt x="3" y="5"/>
                    </a:cubicBezTo>
                    <a:cubicBezTo>
                      <a:pt x="10" y="0"/>
                      <a:pt x="13" y="23"/>
                      <a:pt x="14" y="28"/>
                    </a:cubicBezTo>
                  </a:path>
                </a:pathLst>
              </a:custGeom>
              <a:noFill/>
              <a:ln w="6350" cap="flat">
                <a:solidFill>
                  <a:srgbClr val="75332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691" name="Freeform 572">
                <a:extLst>
                  <a:ext uri="{FF2B5EF4-FFF2-40B4-BE49-F238E27FC236}">
                    <a16:creationId xmlns:a16="http://schemas.microsoft.com/office/drawing/2014/main" id="{1FEA34C0-9E82-4ADD-897A-4C14BF79FC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0" y="2179"/>
                <a:ext cx="8" cy="17"/>
              </a:xfrm>
              <a:custGeom>
                <a:avLst/>
                <a:gdLst>
                  <a:gd name="T0" fmla="*/ 0 w 7"/>
                  <a:gd name="T1" fmla="*/ 0 h 16"/>
                  <a:gd name="T2" fmla="*/ 10 w 7"/>
                  <a:gd name="T3" fmla="*/ 19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6">
                    <a:moveTo>
                      <a:pt x="0" y="0"/>
                    </a:moveTo>
                    <a:cubicBezTo>
                      <a:pt x="1" y="6"/>
                      <a:pt x="4" y="11"/>
                      <a:pt x="7" y="16"/>
                    </a:cubicBezTo>
                  </a:path>
                </a:pathLst>
              </a:custGeom>
              <a:noFill/>
              <a:ln w="6350" cap="flat">
                <a:solidFill>
                  <a:srgbClr val="75332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692" name="Freeform 573">
                <a:extLst>
                  <a:ext uri="{FF2B5EF4-FFF2-40B4-BE49-F238E27FC236}">
                    <a16:creationId xmlns:a16="http://schemas.microsoft.com/office/drawing/2014/main" id="{98FB80C6-C4D7-48F9-991F-FBB3337CCE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3" y="2346"/>
                <a:ext cx="7" cy="17"/>
              </a:xfrm>
              <a:custGeom>
                <a:avLst/>
                <a:gdLst>
                  <a:gd name="T0" fmla="*/ 0 w 7"/>
                  <a:gd name="T1" fmla="*/ 19 h 16"/>
                  <a:gd name="T2" fmla="*/ 7 w 7"/>
                  <a:gd name="T3" fmla="*/ 0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6">
                    <a:moveTo>
                      <a:pt x="0" y="16"/>
                    </a:moveTo>
                    <a:cubicBezTo>
                      <a:pt x="1" y="11"/>
                      <a:pt x="4" y="4"/>
                      <a:pt x="7" y="0"/>
                    </a:cubicBezTo>
                  </a:path>
                </a:pathLst>
              </a:custGeom>
              <a:noFill/>
              <a:ln w="6350" cap="flat">
                <a:solidFill>
                  <a:srgbClr val="75332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693" name="Freeform 574">
                <a:extLst>
                  <a:ext uri="{FF2B5EF4-FFF2-40B4-BE49-F238E27FC236}">
                    <a16:creationId xmlns:a16="http://schemas.microsoft.com/office/drawing/2014/main" id="{F1904A44-DA03-48C9-8CBA-71C61DD160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8" y="2365"/>
                <a:ext cx="13" cy="22"/>
              </a:xfrm>
              <a:custGeom>
                <a:avLst/>
                <a:gdLst>
                  <a:gd name="T0" fmla="*/ 0 w 12"/>
                  <a:gd name="T1" fmla="*/ 26 h 20"/>
                  <a:gd name="T2" fmla="*/ 15 w 12"/>
                  <a:gd name="T3" fmla="*/ 0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20">
                    <a:moveTo>
                      <a:pt x="0" y="20"/>
                    </a:moveTo>
                    <a:cubicBezTo>
                      <a:pt x="0" y="13"/>
                      <a:pt x="7" y="4"/>
                      <a:pt x="12" y="0"/>
                    </a:cubicBezTo>
                  </a:path>
                </a:pathLst>
              </a:custGeom>
              <a:noFill/>
              <a:ln w="6350" cap="flat">
                <a:solidFill>
                  <a:srgbClr val="75332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694" name="Freeform 575">
                <a:extLst>
                  <a:ext uri="{FF2B5EF4-FFF2-40B4-BE49-F238E27FC236}">
                    <a16:creationId xmlns:a16="http://schemas.microsoft.com/office/drawing/2014/main" id="{D1A3EE28-CC66-4B72-8429-30AF5E13A7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0" y="2184"/>
                <a:ext cx="25" cy="34"/>
              </a:xfrm>
              <a:custGeom>
                <a:avLst/>
                <a:gdLst>
                  <a:gd name="T0" fmla="*/ 0 w 24"/>
                  <a:gd name="T1" fmla="*/ 17 h 32"/>
                  <a:gd name="T2" fmla="*/ 7 w 24"/>
                  <a:gd name="T3" fmla="*/ 3 h 32"/>
                  <a:gd name="T4" fmla="*/ 17 w 24"/>
                  <a:gd name="T5" fmla="*/ 14 h 32"/>
                  <a:gd name="T6" fmla="*/ 6 w 24"/>
                  <a:gd name="T7" fmla="*/ 32 h 32"/>
                  <a:gd name="T8" fmla="*/ 27 w 24"/>
                  <a:gd name="T9" fmla="*/ 30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32">
                    <a:moveTo>
                      <a:pt x="0" y="14"/>
                    </a:moveTo>
                    <a:cubicBezTo>
                      <a:pt x="1" y="12"/>
                      <a:pt x="5" y="4"/>
                      <a:pt x="7" y="3"/>
                    </a:cubicBezTo>
                    <a:cubicBezTo>
                      <a:pt x="14" y="0"/>
                      <a:pt x="16" y="6"/>
                      <a:pt x="14" y="11"/>
                    </a:cubicBezTo>
                    <a:cubicBezTo>
                      <a:pt x="13" y="16"/>
                      <a:pt x="3" y="20"/>
                      <a:pt x="6" y="26"/>
                    </a:cubicBezTo>
                    <a:cubicBezTo>
                      <a:pt x="9" y="32"/>
                      <a:pt x="19" y="24"/>
                      <a:pt x="24" y="24"/>
                    </a:cubicBezTo>
                  </a:path>
                </a:pathLst>
              </a:custGeom>
              <a:noFill/>
              <a:ln w="6350" cap="flat">
                <a:solidFill>
                  <a:srgbClr val="75332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695" name="Freeform 576">
                <a:extLst>
                  <a:ext uri="{FF2B5EF4-FFF2-40B4-BE49-F238E27FC236}">
                    <a16:creationId xmlns:a16="http://schemas.microsoft.com/office/drawing/2014/main" id="{6E4F9E86-38CB-4D89-9168-C965BE6341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0" y="2478"/>
                <a:ext cx="26" cy="28"/>
              </a:xfrm>
              <a:custGeom>
                <a:avLst/>
                <a:gdLst>
                  <a:gd name="T0" fmla="*/ 0 w 25"/>
                  <a:gd name="T1" fmla="*/ 14 h 26"/>
                  <a:gd name="T2" fmla="*/ 21 w 25"/>
                  <a:gd name="T3" fmla="*/ 26 h 26"/>
                  <a:gd name="T4" fmla="*/ 7 w 25"/>
                  <a:gd name="T5" fmla="*/ 0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26">
                    <a:moveTo>
                      <a:pt x="0" y="11"/>
                    </a:moveTo>
                    <a:cubicBezTo>
                      <a:pt x="3" y="15"/>
                      <a:pt x="12" y="26"/>
                      <a:pt x="18" y="20"/>
                    </a:cubicBezTo>
                    <a:cubicBezTo>
                      <a:pt x="25" y="14"/>
                      <a:pt x="13" y="1"/>
                      <a:pt x="7" y="0"/>
                    </a:cubicBezTo>
                  </a:path>
                </a:pathLst>
              </a:custGeom>
              <a:noFill/>
              <a:ln w="6350" cap="flat">
                <a:solidFill>
                  <a:srgbClr val="75332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696" name="Freeform 577">
                <a:extLst>
                  <a:ext uri="{FF2B5EF4-FFF2-40B4-BE49-F238E27FC236}">
                    <a16:creationId xmlns:a16="http://schemas.microsoft.com/office/drawing/2014/main" id="{27EAB6A3-0406-4E24-8C82-6006672C71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6" y="1980"/>
                <a:ext cx="17" cy="20"/>
              </a:xfrm>
              <a:custGeom>
                <a:avLst/>
                <a:gdLst>
                  <a:gd name="T0" fmla="*/ 5 w 16"/>
                  <a:gd name="T1" fmla="*/ 0 h 19"/>
                  <a:gd name="T2" fmla="*/ 4 w 16"/>
                  <a:gd name="T3" fmla="*/ 18 h 19"/>
                  <a:gd name="T4" fmla="*/ 19 w 16"/>
                  <a:gd name="T5" fmla="*/ 2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19">
                    <a:moveTo>
                      <a:pt x="5" y="0"/>
                    </a:moveTo>
                    <a:cubicBezTo>
                      <a:pt x="3" y="3"/>
                      <a:pt x="0" y="12"/>
                      <a:pt x="4" y="15"/>
                    </a:cubicBezTo>
                    <a:cubicBezTo>
                      <a:pt x="10" y="19"/>
                      <a:pt x="14" y="6"/>
                      <a:pt x="16" y="2"/>
                    </a:cubicBezTo>
                  </a:path>
                </a:pathLst>
              </a:custGeom>
              <a:noFill/>
              <a:ln w="6350" cap="flat">
                <a:solidFill>
                  <a:srgbClr val="75332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697" name="Freeform 578">
                <a:extLst>
                  <a:ext uri="{FF2B5EF4-FFF2-40B4-BE49-F238E27FC236}">
                    <a16:creationId xmlns:a16="http://schemas.microsoft.com/office/drawing/2014/main" id="{69626B49-B972-4DD8-AB9C-533D7005CB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6" y="2002"/>
                <a:ext cx="8" cy="27"/>
              </a:xfrm>
              <a:custGeom>
                <a:avLst/>
                <a:gdLst>
                  <a:gd name="T0" fmla="*/ 10 w 7"/>
                  <a:gd name="T1" fmla="*/ 0 h 25"/>
                  <a:gd name="T2" fmla="*/ 0 w 7"/>
                  <a:gd name="T3" fmla="*/ 31 h 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25">
                    <a:moveTo>
                      <a:pt x="7" y="0"/>
                    </a:moveTo>
                    <a:cubicBezTo>
                      <a:pt x="7" y="8"/>
                      <a:pt x="4" y="17"/>
                      <a:pt x="0" y="25"/>
                    </a:cubicBezTo>
                  </a:path>
                </a:pathLst>
              </a:custGeom>
              <a:noFill/>
              <a:ln w="6350" cap="flat">
                <a:solidFill>
                  <a:srgbClr val="75332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698" name="Freeform 579">
                <a:extLst>
                  <a:ext uri="{FF2B5EF4-FFF2-40B4-BE49-F238E27FC236}">
                    <a16:creationId xmlns:a16="http://schemas.microsoft.com/office/drawing/2014/main" id="{D20FFE34-CB23-4D3A-B400-001408D123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3" y="1978"/>
                <a:ext cx="29" cy="32"/>
              </a:xfrm>
              <a:custGeom>
                <a:avLst/>
                <a:gdLst>
                  <a:gd name="T0" fmla="*/ 13 w 28"/>
                  <a:gd name="T1" fmla="*/ 0 h 30"/>
                  <a:gd name="T2" fmla="*/ 21 w 28"/>
                  <a:gd name="T3" fmla="*/ 25 h 30"/>
                  <a:gd name="T4" fmla="*/ 3 w 28"/>
                  <a:gd name="T5" fmla="*/ 7 h 30"/>
                  <a:gd name="T6" fmla="*/ 8 w 28"/>
                  <a:gd name="T7" fmla="*/ 36 h 3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" h="30">
                    <a:moveTo>
                      <a:pt x="13" y="0"/>
                    </a:moveTo>
                    <a:cubicBezTo>
                      <a:pt x="16" y="3"/>
                      <a:pt x="28" y="20"/>
                      <a:pt x="18" y="21"/>
                    </a:cubicBezTo>
                    <a:cubicBezTo>
                      <a:pt x="11" y="21"/>
                      <a:pt x="11" y="8"/>
                      <a:pt x="3" y="7"/>
                    </a:cubicBezTo>
                    <a:cubicBezTo>
                      <a:pt x="0" y="14"/>
                      <a:pt x="5" y="23"/>
                      <a:pt x="8" y="30"/>
                    </a:cubicBezTo>
                  </a:path>
                </a:pathLst>
              </a:custGeom>
              <a:noFill/>
              <a:ln w="6350" cap="flat">
                <a:solidFill>
                  <a:srgbClr val="75332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699" name="Freeform 580">
                <a:extLst>
                  <a:ext uri="{FF2B5EF4-FFF2-40B4-BE49-F238E27FC236}">
                    <a16:creationId xmlns:a16="http://schemas.microsoft.com/office/drawing/2014/main" id="{B8560DCB-67BA-4513-A99D-1DA1695266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2" y="2297"/>
                <a:ext cx="18" cy="6"/>
              </a:xfrm>
              <a:custGeom>
                <a:avLst/>
                <a:gdLst>
                  <a:gd name="T0" fmla="*/ 0 w 17"/>
                  <a:gd name="T1" fmla="*/ 6 h 6"/>
                  <a:gd name="T2" fmla="*/ 20 w 17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6">
                    <a:moveTo>
                      <a:pt x="0" y="6"/>
                    </a:moveTo>
                    <a:cubicBezTo>
                      <a:pt x="6" y="3"/>
                      <a:pt x="10" y="1"/>
                      <a:pt x="17" y="0"/>
                    </a:cubicBezTo>
                  </a:path>
                </a:pathLst>
              </a:custGeom>
              <a:noFill/>
              <a:ln w="6350" cap="flat">
                <a:solidFill>
                  <a:srgbClr val="75332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700" name="Freeform 581">
                <a:extLst>
                  <a:ext uri="{FF2B5EF4-FFF2-40B4-BE49-F238E27FC236}">
                    <a16:creationId xmlns:a16="http://schemas.microsoft.com/office/drawing/2014/main" id="{23222D77-F849-42B4-BB67-B7A7F9FD83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8" y="2336"/>
                <a:ext cx="19" cy="31"/>
              </a:xfrm>
              <a:custGeom>
                <a:avLst/>
                <a:gdLst>
                  <a:gd name="T0" fmla="*/ 3 w 18"/>
                  <a:gd name="T1" fmla="*/ 24 h 29"/>
                  <a:gd name="T2" fmla="*/ 6 w 18"/>
                  <a:gd name="T3" fmla="*/ 3 h 29"/>
                  <a:gd name="T4" fmla="*/ 21 w 18"/>
                  <a:gd name="T5" fmla="*/ 35 h 2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29">
                    <a:moveTo>
                      <a:pt x="3" y="20"/>
                    </a:moveTo>
                    <a:cubicBezTo>
                      <a:pt x="1" y="16"/>
                      <a:pt x="0" y="5"/>
                      <a:pt x="6" y="3"/>
                    </a:cubicBezTo>
                    <a:cubicBezTo>
                      <a:pt x="17" y="0"/>
                      <a:pt x="16" y="25"/>
                      <a:pt x="18" y="29"/>
                    </a:cubicBezTo>
                  </a:path>
                </a:pathLst>
              </a:custGeom>
              <a:noFill/>
              <a:ln w="6350" cap="flat">
                <a:solidFill>
                  <a:srgbClr val="75332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701" name="Freeform 582">
                <a:extLst>
                  <a:ext uri="{FF2B5EF4-FFF2-40B4-BE49-F238E27FC236}">
                    <a16:creationId xmlns:a16="http://schemas.microsoft.com/office/drawing/2014/main" id="{26570762-6E07-4494-B6AD-740A4AE91D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1" y="2338"/>
                <a:ext cx="4" cy="21"/>
              </a:xfrm>
              <a:custGeom>
                <a:avLst/>
                <a:gdLst>
                  <a:gd name="T0" fmla="*/ 0 w 4"/>
                  <a:gd name="T1" fmla="*/ 0 h 20"/>
                  <a:gd name="T2" fmla="*/ 4 w 4"/>
                  <a:gd name="T3" fmla="*/ 23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0">
                    <a:moveTo>
                      <a:pt x="0" y="0"/>
                    </a:moveTo>
                    <a:cubicBezTo>
                      <a:pt x="3" y="6"/>
                      <a:pt x="2" y="14"/>
                      <a:pt x="4" y="20"/>
                    </a:cubicBezTo>
                  </a:path>
                </a:pathLst>
              </a:custGeom>
              <a:noFill/>
              <a:ln w="6350" cap="flat">
                <a:solidFill>
                  <a:srgbClr val="75332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702" name="Freeform 583">
                <a:extLst>
                  <a:ext uri="{FF2B5EF4-FFF2-40B4-BE49-F238E27FC236}">
                    <a16:creationId xmlns:a16="http://schemas.microsoft.com/office/drawing/2014/main" id="{E3B6E5DF-520A-49B7-9272-0475D4C4A4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9" y="2367"/>
                <a:ext cx="34" cy="34"/>
              </a:xfrm>
              <a:custGeom>
                <a:avLst/>
                <a:gdLst>
                  <a:gd name="T0" fmla="*/ 31 w 32"/>
                  <a:gd name="T1" fmla="*/ 2 h 33"/>
                  <a:gd name="T2" fmla="*/ 20 w 32"/>
                  <a:gd name="T3" fmla="*/ 21 h 33"/>
                  <a:gd name="T4" fmla="*/ 37 w 32"/>
                  <a:gd name="T5" fmla="*/ 22 h 33"/>
                  <a:gd name="T6" fmla="*/ 19 w 32"/>
                  <a:gd name="T7" fmla="*/ 36 h 3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2" h="33">
                    <a:moveTo>
                      <a:pt x="25" y="2"/>
                    </a:moveTo>
                    <a:cubicBezTo>
                      <a:pt x="11" y="0"/>
                      <a:pt x="0" y="19"/>
                      <a:pt x="17" y="18"/>
                    </a:cubicBezTo>
                    <a:cubicBezTo>
                      <a:pt x="22" y="18"/>
                      <a:pt x="29" y="10"/>
                      <a:pt x="31" y="19"/>
                    </a:cubicBezTo>
                    <a:cubicBezTo>
                      <a:pt x="32" y="25"/>
                      <a:pt x="20" y="31"/>
                      <a:pt x="16" y="33"/>
                    </a:cubicBezTo>
                  </a:path>
                </a:pathLst>
              </a:custGeom>
              <a:noFill/>
              <a:ln w="6350" cap="flat">
                <a:solidFill>
                  <a:srgbClr val="75332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703" name="Freeform 584">
                <a:extLst>
                  <a:ext uri="{FF2B5EF4-FFF2-40B4-BE49-F238E27FC236}">
                    <a16:creationId xmlns:a16="http://schemas.microsoft.com/office/drawing/2014/main" id="{8379B163-EF90-4C06-A152-3CC1EC8D17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9" y="2470"/>
                <a:ext cx="17" cy="37"/>
              </a:xfrm>
              <a:custGeom>
                <a:avLst/>
                <a:gdLst>
                  <a:gd name="T0" fmla="*/ 19 w 16"/>
                  <a:gd name="T1" fmla="*/ 0 h 35"/>
                  <a:gd name="T2" fmla="*/ 0 w 16"/>
                  <a:gd name="T3" fmla="*/ 41 h 3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35">
                    <a:moveTo>
                      <a:pt x="16" y="0"/>
                    </a:moveTo>
                    <a:cubicBezTo>
                      <a:pt x="11" y="11"/>
                      <a:pt x="7" y="25"/>
                      <a:pt x="0" y="35"/>
                    </a:cubicBezTo>
                  </a:path>
                </a:pathLst>
              </a:custGeom>
              <a:noFill/>
              <a:ln w="6350" cap="flat">
                <a:solidFill>
                  <a:srgbClr val="75332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704" name="Freeform 585">
                <a:extLst>
                  <a:ext uri="{FF2B5EF4-FFF2-40B4-BE49-F238E27FC236}">
                    <a16:creationId xmlns:a16="http://schemas.microsoft.com/office/drawing/2014/main" id="{5B52FAA2-257C-41D3-A4F7-B9D9C66742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3" y="2524"/>
                <a:ext cx="10" cy="19"/>
              </a:xfrm>
              <a:custGeom>
                <a:avLst/>
                <a:gdLst>
                  <a:gd name="T0" fmla="*/ 10 w 10"/>
                  <a:gd name="T1" fmla="*/ 0 h 18"/>
                  <a:gd name="T2" fmla="*/ 0 w 10"/>
                  <a:gd name="T3" fmla="*/ 21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18">
                    <a:moveTo>
                      <a:pt x="10" y="0"/>
                    </a:moveTo>
                    <a:cubicBezTo>
                      <a:pt x="1" y="1"/>
                      <a:pt x="0" y="10"/>
                      <a:pt x="0" y="18"/>
                    </a:cubicBezTo>
                  </a:path>
                </a:pathLst>
              </a:custGeom>
              <a:noFill/>
              <a:ln w="6350" cap="flat">
                <a:solidFill>
                  <a:srgbClr val="75332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705" name="Freeform 586">
                <a:extLst>
                  <a:ext uri="{FF2B5EF4-FFF2-40B4-BE49-F238E27FC236}">
                    <a16:creationId xmlns:a16="http://schemas.microsoft.com/office/drawing/2014/main" id="{C940AA7C-82EE-43A1-9508-7590E5B22B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7" y="2510"/>
                <a:ext cx="5" cy="13"/>
              </a:xfrm>
              <a:custGeom>
                <a:avLst/>
                <a:gdLst>
                  <a:gd name="T0" fmla="*/ 0 w 5"/>
                  <a:gd name="T1" fmla="*/ 0 h 12"/>
                  <a:gd name="T2" fmla="*/ 5 w 5"/>
                  <a:gd name="T3" fmla="*/ 15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2">
                    <a:moveTo>
                      <a:pt x="0" y="0"/>
                    </a:moveTo>
                    <a:cubicBezTo>
                      <a:pt x="1" y="4"/>
                      <a:pt x="3" y="8"/>
                      <a:pt x="5" y="12"/>
                    </a:cubicBezTo>
                  </a:path>
                </a:pathLst>
              </a:custGeom>
              <a:noFill/>
              <a:ln w="6350" cap="flat">
                <a:solidFill>
                  <a:srgbClr val="75332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706" name="Freeform 587">
                <a:extLst>
                  <a:ext uri="{FF2B5EF4-FFF2-40B4-BE49-F238E27FC236}">
                    <a16:creationId xmlns:a16="http://schemas.microsoft.com/office/drawing/2014/main" id="{68190B9A-6C83-41AE-A2DE-66F4C8CCEF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9" y="2753"/>
                <a:ext cx="23" cy="27"/>
              </a:xfrm>
              <a:custGeom>
                <a:avLst/>
                <a:gdLst>
                  <a:gd name="T0" fmla="*/ 18 w 22"/>
                  <a:gd name="T1" fmla="*/ 0 h 26"/>
                  <a:gd name="T2" fmla="*/ 25 w 22"/>
                  <a:gd name="T3" fmla="*/ 5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26">
                    <a:moveTo>
                      <a:pt x="15" y="0"/>
                    </a:moveTo>
                    <a:cubicBezTo>
                      <a:pt x="0" y="7"/>
                      <a:pt x="17" y="26"/>
                      <a:pt x="22" y="5"/>
                    </a:cubicBezTo>
                  </a:path>
                </a:pathLst>
              </a:custGeom>
              <a:noFill/>
              <a:ln w="6350" cap="flat">
                <a:solidFill>
                  <a:srgbClr val="75332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707" name="Freeform 588">
                <a:extLst>
                  <a:ext uri="{FF2B5EF4-FFF2-40B4-BE49-F238E27FC236}">
                    <a16:creationId xmlns:a16="http://schemas.microsoft.com/office/drawing/2014/main" id="{EDA435A5-C141-4B56-ACF4-5E94F99150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7" y="2750"/>
                <a:ext cx="24" cy="23"/>
              </a:xfrm>
              <a:custGeom>
                <a:avLst/>
                <a:gdLst>
                  <a:gd name="T0" fmla="*/ 10 w 23"/>
                  <a:gd name="T1" fmla="*/ 25 h 22"/>
                  <a:gd name="T2" fmla="*/ 4 w 23"/>
                  <a:gd name="T3" fmla="*/ 5 h 22"/>
                  <a:gd name="T4" fmla="*/ 25 w 23"/>
                  <a:gd name="T5" fmla="*/ 25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22">
                    <a:moveTo>
                      <a:pt x="10" y="22"/>
                    </a:moveTo>
                    <a:cubicBezTo>
                      <a:pt x="6" y="20"/>
                      <a:pt x="0" y="9"/>
                      <a:pt x="4" y="5"/>
                    </a:cubicBezTo>
                    <a:cubicBezTo>
                      <a:pt x="10" y="0"/>
                      <a:pt x="23" y="18"/>
                      <a:pt x="22" y="22"/>
                    </a:cubicBezTo>
                  </a:path>
                </a:pathLst>
              </a:custGeom>
              <a:noFill/>
              <a:ln w="6350" cap="flat">
                <a:solidFill>
                  <a:srgbClr val="75332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708" name="Freeform 589">
                <a:extLst>
                  <a:ext uri="{FF2B5EF4-FFF2-40B4-BE49-F238E27FC236}">
                    <a16:creationId xmlns:a16="http://schemas.microsoft.com/office/drawing/2014/main" id="{26047CD2-4EAC-4DA2-9B41-24909B8699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7" y="3064"/>
                <a:ext cx="25" cy="41"/>
              </a:xfrm>
              <a:custGeom>
                <a:avLst/>
                <a:gdLst>
                  <a:gd name="T0" fmla="*/ 7 w 24"/>
                  <a:gd name="T1" fmla="*/ 4 h 39"/>
                  <a:gd name="T2" fmla="*/ 0 w 24"/>
                  <a:gd name="T3" fmla="*/ 21 h 39"/>
                  <a:gd name="T4" fmla="*/ 11 w 24"/>
                  <a:gd name="T5" fmla="*/ 20 h 39"/>
                  <a:gd name="T6" fmla="*/ 24 w 24"/>
                  <a:gd name="T7" fmla="*/ 45 h 3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" h="39">
                    <a:moveTo>
                      <a:pt x="7" y="4"/>
                    </a:moveTo>
                    <a:cubicBezTo>
                      <a:pt x="3" y="7"/>
                      <a:pt x="0" y="13"/>
                      <a:pt x="0" y="18"/>
                    </a:cubicBezTo>
                    <a:cubicBezTo>
                      <a:pt x="2" y="32"/>
                      <a:pt x="7" y="22"/>
                      <a:pt x="11" y="17"/>
                    </a:cubicBezTo>
                    <a:cubicBezTo>
                      <a:pt x="24" y="0"/>
                      <a:pt x="24" y="30"/>
                      <a:pt x="21" y="39"/>
                    </a:cubicBezTo>
                  </a:path>
                </a:pathLst>
              </a:custGeom>
              <a:noFill/>
              <a:ln w="6350" cap="flat">
                <a:solidFill>
                  <a:srgbClr val="75332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709" name="Freeform 590">
                <a:extLst>
                  <a:ext uri="{FF2B5EF4-FFF2-40B4-BE49-F238E27FC236}">
                    <a16:creationId xmlns:a16="http://schemas.microsoft.com/office/drawing/2014/main" id="{ACC9991F-BBB7-4FC2-8ACB-ADE399EFC2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7" y="3081"/>
                <a:ext cx="7" cy="28"/>
              </a:xfrm>
              <a:custGeom>
                <a:avLst/>
                <a:gdLst>
                  <a:gd name="T0" fmla="*/ 0 w 7"/>
                  <a:gd name="T1" fmla="*/ 0 h 26"/>
                  <a:gd name="T2" fmla="*/ 7 w 7"/>
                  <a:gd name="T3" fmla="*/ 32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26">
                    <a:moveTo>
                      <a:pt x="0" y="0"/>
                    </a:moveTo>
                    <a:cubicBezTo>
                      <a:pt x="4" y="8"/>
                      <a:pt x="7" y="17"/>
                      <a:pt x="7" y="26"/>
                    </a:cubicBezTo>
                  </a:path>
                </a:pathLst>
              </a:custGeom>
              <a:noFill/>
              <a:ln w="6350" cap="flat">
                <a:solidFill>
                  <a:srgbClr val="75332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710" name="Freeform 591">
                <a:extLst>
                  <a:ext uri="{FF2B5EF4-FFF2-40B4-BE49-F238E27FC236}">
                    <a16:creationId xmlns:a16="http://schemas.microsoft.com/office/drawing/2014/main" id="{5665FD5F-4BF4-4215-A805-2DBAC94539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9" y="3063"/>
                <a:ext cx="13" cy="21"/>
              </a:xfrm>
              <a:custGeom>
                <a:avLst/>
                <a:gdLst>
                  <a:gd name="T0" fmla="*/ 0 w 13"/>
                  <a:gd name="T1" fmla="*/ 23 h 20"/>
                  <a:gd name="T2" fmla="*/ 13 w 13"/>
                  <a:gd name="T3" fmla="*/ 0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20">
                    <a:moveTo>
                      <a:pt x="0" y="20"/>
                    </a:moveTo>
                    <a:cubicBezTo>
                      <a:pt x="1" y="13"/>
                      <a:pt x="11" y="8"/>
                      <a:pt x="13" y="0"/>
                    </a:cubicBezTo>
                  </a:path>
                </a:pathLst>
              </a:custGeom>
              <a:noFill/>
              <a:ln w="6350" cap="flat">
                <a:solidFill>
                  <a:srgbClr val="75332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711" name="Freeform 592">
                <a:extLst>
                  <a:ext uri="{FF2B5EF4-FFF2-40B4-BE49-F238E27FC236}">
                    <a16:creationId xmlns:a16="http://schemas.microsoft.com/office/drawing/2014/main" id="{DD1BD046-161D-4EF8-B8C7-FF9D9E3D73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5" y="3117"/>
                <a:ext cx="4" cy="35"/>
              </a:xfrm>
              <a:custGeom>
                <a:avLst/>
                <a:gdLst>
                  <a:gd name="T0" fmla="*/ 2 w 4"/>
                  <a:gd name="T1" fmla="*/ 0 h 33"/>
                  <a:gd name="T2" fmla="*/ 0 w 4"/>
                  <a:gd name="T3" fmla="*/ 39 h 3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33">
                    <a:moveTo>
                      <a:pt x="2" y="0"/>
                    </a:moveTo>
                    <a:cubicBezTo>
                      <a:pt x="4" y="9"/>
                      <a:pt x="0" y="22"/>
                      <a:pt x="0" y="33"/>
                    </a:cubicBezTo>
                  </a:path>
                </a:pathLst>
              </a:custGeom>
              <a:noFill/>
              <a:ln w="6350" cap="flat">
                <a:solidFill>
                  <a:srgbClr val="75332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712" name="Freeform 593">
                <a:extLst>
                  <a:ext uri="{FF2B5EF4-FFF2-40B4-BE49-F238E27FC236}">
                    <a16:creationId xmlns:a16="http://schemas.microsoft.com/office/drawing/2014/main" id="{F45BC8B1-910F-4685-B4CA-08E0961E0E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8" y="2995"/>
                <a:ext cx="29" cy="29"/>
              </a:xfrm>
              <a:custGeom>
                <a:avLst/>
                <a:gdLst>
                  <a:gd name="T0" fmla="*/ 4 w 27"/>
                  <a:gd name="T1" fmla="*/ 29 h 28"/>
                  <a:gd name="T2" fmla="*/ 32 w 27"/>
                  <a:gd name="T3" fmla="*/ 13 h 28"/>
                  <a:gd name="T4" fmla="*/ 0 w 27"/>
                  <a:gd name="T5" fmla="*/ 17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7" h="28">
                    <a:moveTo>
                      <a:pt x="4" y="26"/>
                    </a:moveTo>
                    <a:cubicBezTo>
                      <a:pt x="10" y="28"/>
                      <a:pt x="27" y="22"/>
                      <a:pt x="26" y="13"/>
                    </a:cubicBezTo>
                    <a:cubicBezTo>
                      <a:pt x="23" y="0"/>
                      <a:pt x="6" y="13"/>
                      <a:pt x="0" y="14"/>
                    </a:cubicBezTo>
                  </a:path>
                </a:pathLst>
              </a:custGeom>
              <a:noFill/>
              <a:ln w="6350" cap="flat">
                <a:solidFill>
                  <a:srgbClr val="75332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713" name="Freeform 594">
                <a:extLst>
                  <a:ext uri="{FF2B5EF4-FFF2-40B4-BE49-F238E27FC236}">
                    <a16:creationId xmlns:a16="http://schemas.microsoft.com/office/drawing/2014/main" id="{863203FA-98C3-4C9E-94BA-FF4199C785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8" y="3081"/>
                <a:ext cx="25" cy="25"/>
              </a:xfrm>
              <a:custGeom>
                <a:avLst/>
                <a:gdLst>
                  <a:gd name="T0" fmla="*/ 0 w 24"/>
                  <a:gd name="T1" fmla="*/ 20 h 24"/>
                  <a:gd name="T2" fmla="*/ 16 w 24"/>
                  <a:gd name="T3" fmla="*/ 17 h 24"/>
                  <a:gd name="T4" fmla="*/ 19 w 24"/>
                  <a:gd name="T5" fmla="*/ 27 h 24"/>
                  <a:gd name="T6" fmla="*/ 27 w 24"/>
                  <a:gd name="T7" fmla="*/ 10 h 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" h="24">
                    <a:moveTo>
                      <a:pt x="0" y="17"/>
                    </a:moveTo>
                    <a:cubicBezTo>
                      <a:pt x="3" y="8"/>
                      <a:pt x="12" y="0"/>
                      <a:pt x="13" y="14"/>
                    </a:cubicBezTo>
                    <a:cubicBezTo>
                      <a:pt x="14" y="18"/>
                      <a:pt x="11" y="24"/>
                      <a:pt x="16" y="24"/>
                    </a:cubicBezTo>
                    <a:cubicBezTo>
                      <a:pt x="22" y="23"/>
                      <a:pt x="23" y="13"/>
                      <a:pt x="24" y="10"/>
                    </a:cubicBezTo>
                  </a:path>
                </a:pathLst>
              </a:custGeom>
              <a:noFill/>
              <a:ln w="6350" cap="flat">
                <a:solidFill>
                  <a:srgbClr val="75332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714" name="Freeform 595">
                <a:extLst>
                  <a:ext uri="{FF2B5EF4-FFF2-40B4-BE49-F238E27FC236}">
                    <a16:creationId xmlns:a16="http://schemas.microsoft.com/office/drawing/2014/main" id="{B5572234-86CE-4E44-B626-CFD12BEE94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7" y="3082"/>
                <a:ext cx="22" cy="73"/>
              </a:xfrm>
              <a:custGeom>
                <a:avLst/>
                <a:gdLst>
                  <a:gd name="T0" fmla="*/ 0 w 20"/>
                  <a:gd name="T1" fmla="*/ 0 h 69"/>
                  <a:gd name="T2" fmla="*/ 25 w 20"/>
                  <a:gd name="T3" fmla="*/ 81 h 6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69">
                    <a:moveTo>
                      <a:pt x="0" y="0"/>
                    </a:moveTo>
                    <a:cubicBezTo>
                      <a:pt x="20" y="16"/>
                      <a:pt x="19" y="47"/>
                      <a:pt x="19" y="69"/>
                    </a:cubicBezTo>
                  </a:path>
                </a:pathLst>
              </a:custGeom>
              <a:noFill/>
              <a:ln w="6350" cap="flat">
                <a:solidFill>
                  <a:srgbClr val="75332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715" name="Freeform 596">
                <a:extLst>
                  <a:ext uri="{FF2B5EF4-FFF2-40B4-BE49-F238E27FC236}">
                    <a16:creationId xmlns:a16="http://schemas.microsoft.com/office/drawing/2014/main" id="{1EE7E8FB-8E56-4FFF-A362-964C433B38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1" y="3067"/>
                <a:ext cx="8" cy="23"/>
              </a:xfrm>
              <a:custGeom>
                <a:avLst/>
                <a:gdLst>
                  <a:gd name="T0" fmla="*/ 0 w 7"/>
                  <a:gd name="T1" fmla="*/ 0 h 21"/>
                  <a:gd name="T2" fmla="*/ 10 w 7"/>
                  <a:gd name="T3" fmla="*/ 27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21">
                    <a:moveTo>
                      <a:pt x="0" y="0"/>
                    </a:moveTo>
                    <a:cubicBezTo>
                      <a:pt x="1" y="7"/>
                      <a:pt x="4" y="15"/>
                      <a:pt x="7" y="21"/>
                    </a:cubicBezTo>
                  </a:path>
                </a:pathLst>
              </a:custGeom>
              <a:noFill/>
              <a:ln w="6350" cap="flat">
                <a:solidFill>
                  <a:srgbClr val="75332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716" name="Freeform 597">
                <a:extLst>
                  <a:ext uri="{FF2B5EF4-FFF2-40B4-BE49-F238E27FC236}">
                    <a16:creationId xmlns:a16="http://schemas.microsoft.com/office/drawing/2014/main" id="{B5BDA58D-DA1C-4D8F-A679-6D27680B77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3" y="3004"/>
                <a:ext cx="28" cy="22"/>
              </a:xfrm>
              <a:custGeom>
                <a:avLst/>
                <a:gdLst>
                  <a:gd name="T0" fmla="*/ 0 w 27"/>
                  <a:gd name="T1" fmla="*/ 14 h 21"/>
                  <a:gd name="T2" fmla="*/ 18 w 27"/>
                  <a:gd name="T3" fmla="*/ 23 h 21"/>
                  <a:gd name="T4" fmla="*/ 0 w 27"/>
                  <a:gd name="T5" fmla="*/ 0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7" h="21">
                    <a:moveTo>
                      <a:pt x="0" y="11"/>
                    </a:moveTo>
                    <a:cubicBezTo>
                      <a:pt x="0" y="15"/>
                      <a:pt x="11" y="21"/>
                      <a:pt x="15" y="20"/>
                    </a:cubicBezTo>
                    <a:cubicBezTo>
                      <a:pt x="27" y="15"/>
                      <a:pt x="4" y="2"/>
                      <a:pt x="0" y="0"/>
                    </a:cubicBezTo>
                  </a:path>
                </a:pathLst>
              </a:custGeom>
              <a:noFill/>
              <a:ln w="6350" cap="flat">
                <a:solidFill>
                  <a:srgbClr val="75332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717" name="Freeform 598">
                <a:extLst>
                  <a:ext uri="{FF2B5EF4-FFF2-40B4-BE49-F238E27FC236}">
                    <a16:creationId xmlns:a16="http://schemas.microsoft.com/office/drawing/2014/main" id="{1B19C7E9-6B74-4981-B857-3C3FF6ED2C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4" y="3652"/>
                <a:ext cx="17" cy="37"/>
              </a:xfrm>
              <a:custGeom>
                <a:avLst/>
                <a:gdLst>
                  <a:gd name="T0" fmla="*/ 0 w 16"/>
                  <a:gd name="T1" fmla="*/ 0 h 35"/>
                  <a:gd name="T2" fmla="*/ 19 w 16"/>
                  <a:gd name="T3" fmla="*/ 41 h 3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35">
                    <a:moveTo>
                      <a:pt x="0" y="0"/>
                    </a:moveTo>
                    <a:cubicBezTo>
                      <a:pt x="8" y="10"/>
                      <a:pt x="16" y="21"/>
                      <a:pt x="16" y="35"/>
                    </a:cubicBezTo>
                  </a:path>
                </a:pathLst>
              </a:custGeom>
              <a:noFill/>
              <a:ln w="6350" cap="flat">
                <a:solidFill>
                  <a:srgbClr val="75332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718" name="Freeform 599">
                <a:extLst>
                  <a:ext uri="{FF2B5EF4-FFF2-40B4-BE49-F238E27FC236}">
                    <a16:creationId xmlns:a16="http://schemas.microsoft.com/office/drawing/2014/main" id="{9D1883D2-221B-4562-A02E-71CE7542A0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5" y="3661"/>
                <a:ext cx="12" cy="28"/>
              </a:xfrm>
              <a:custGeom>
                <a:avLst/>
                <a:gdLst>
                  <a:gd name="T0" fmla="*/ 14 w 11"/>
                  <a:gd name="T1" fmla="*/ 0 h 27"/>
                  <a:gd name="T2" fmla="*/ 0 w 11"/>
                  <a:gd name="T3" fmla="*/ 30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27">
                    <a:moveTo>
                      <a:pt x="11" y="0"/>
                    </a:moveTo>
                    <a:cubicBezTo>
                      <a:pt x="8" y="9"/>
                      <a:pt x="4" y="18"/>
                      <a:pt x="0" y="27"/>
                    </a:cubicBezTo>
                  </a:path>
                </a:pathLst>
              </a:custGeom>
              <a:noFill/>
              <a:ln w="6350" cap="flat">
                <a:solidFill>
                  <a:srgbClr val="75332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719" name="Freeform 600">
                <a:extLst>
                  <a:ext uri="{FF2B5EF4-FFF2-40B4-BE49-F238E27FC236}">
                    <a16:creationId xmlns:a16="http://schemas.microsoft.com/office/drawing/2014/main" id="{E8E342B0-A38D-4609-AFE7-475B3CE918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8" y="3753"/>
                <a:ext cx="25" cy="39"/>
              </a:xfrm>
              <a:custGeom>
                <a:avLst/>
                <a:gdLst>
                  <a:gd name="T0" fmla="*/ 0 w 24"/>
                  <a:gd name="T1" fmla="*/ 14 h 37"/>
                  <a:gd name="T2" fmla="*/ 5 w 24"/>
                  <a:gd name="T3" fmla="*/ 40 h 37"/>
                  <a:gd name="T4" fmla="*/ 21 w 24"/>
                  <a:gd name="T5" fmla="*/ 0 h 3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37">
                    <a:moveTo>
                      <a:pt x="0" y="11"/>
                    </a:moveTo>
                    <a:cubicBezTo>
                      <a:pt x="1" y="19"/>
                      <a:pt x="4" y="26"/>
                      <a:pt x="5" y="34"/>
                    </a:cubicBezTo>
                    <a:cubicBezTo>
                      <a:pt x="24" y="37"/>
                      <a:pt x="19" y="14"/>
                      <a:pt x="18" y="0"/>
                    </a:cubicBezTo>
                  </a:path>
                </a:pathLst>
              </a:custGeom>
              <a:noFill/>
              <a:ln w="6350" cap="flat">
                <a:solidFill>
                  <a:srgbClr val="75332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720" name="Freeform 601">
                <a:extLst>
                  <a:ext uri="{FF2B5EF4-FFF2-40B4-BE49-F238E27FC236}">
                    <a16:creationId xmlns:a16="http://schemas.microsoft.com/office/drawing/2014/main" id="{6F149BE5-EAA3-4334-AE80-57D137E511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8" y="3759"/>
                <a:ext cx="32" cy="43"/>
              </a:xfrm>
              <a:custGeom>
                <a:avLst/>
                <a:gdLst>
                  <a:gd name="T0" fmla="*/ 3 w 31"/>
                  <a:gd name="T1" fmla="*/ 0 h 41"/>
                  <a:gd name="T2" fmla="*/ 13 w 31"/>
                  <a:gd name="T3" fmla="*/ 43 h 41"/>
                  <a:gd name="T4" fmla="*/ 27 w 31"/>
                  <a:gd name="T5" fmla="*/ 0 h 4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1" h="41">
                    <a:moveTo>
                      <a:pt x="3" y="0"/>
                    </a:moveTo>
                    <a:cubicBezTo>
                      <a:pt x="2" y="11"/>
                      <a:pt x="0" y="34"/>
                      <a:pt x="13" y="37"/>
                    </a:cubicBezTo>
                    <a:cubicBezTo>
                      <a:pt x="31" y="41"/>
                      <a:pt x="24" y="11"/>
                      <a:pt x="24" y="0"/>
                    </a:cubicBezTo>
                  </a:path>
                </a:pathLst>
              </a:custGeom>
              <a:noFill/>
              <a:ln w="6350" cap="flat">
                <a:solidFill>
                  <a:srgbClr val="75332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721" name="Freeform 602">
                <a:extLst>
                  <a:ext uri="{FF2B5EF4-FFF2-40B4-BE49-F238E27FC236}">
                    <a16:creationId xmlns:a16="http://schemas.microsoft.com/office/drawing/2014/main" id="{54C3929B-4653-4267-9335-945C5E197C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9" y="3939"/>
                <a:ext cx="21" cy="8"/>
              </a:xfrm>
              <a:custGeom>
                <a:avLst/>
                <a:gdLst>
                  <a:gd name="T0" fmla="*/ 0 w 20"/>
                  <a:gd name="T1" fmla="*/ 10 h 7"/>
                  <a:gd name="T2" fmla="*/ 15 w 20"/>
                  <a:gd name="T3" fmla="*/ 1 h 7"/>
                  <a:gd name="T4" fmla="*/ 23 w 20"/>
                  <a:gd name="T5" fmla="*/ 2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7">
                    <a:moveTo>
                      <a:pt x="0" y="7"/>
                    </a:moveTo>
                    <a:cubicBezTo>
                      <a:pt x="4" y="7"/>
                      <a:pt x="7" y="2"/>
                      <a:pt x="12" y="1"/>
                    </a:cubicBezTo>
                    <a:cubicBezTo>
                      <a:pt x="14" y="1"/>
                      <a:pt x="19" y="0"/>
                      <a:pt x="20" y="2"/>
                    </a:cubicBezTo>
                  </a:path>
                </a:pathLst>
              </a:custGeom>
              <a:noFill/>
              <a:ln w="6350" cap="flat">
                <a:solidFill>
                  <a:srgbClr val="75332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722" name="Freeform 603">
                <a:extLst>
                  <a:ext uri="{FF2B5EF4-FFF2-40B4-BE49-F238E27FC236}">
                    <a16:creationId xmlns:a16="http://schemas.microsoft.com/office/drawing/2014/main" id="{01DB1F40-22A2-46AE-99ED-227E96D26E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8" y="3942"/>
                <a:ext cx="11" cy="7"/>
              </a:xfrm>
              <a:custGeom>
                <a:avLst/>
                <a:gdLst>
                  <a:gd name="T0" fmla="*/ 0 w 10"/>
                  <a:gd name="T1" fmla="*/ 0 h 6"/>
                  <a:gd name="T2" fmla="*/ 13 w 10"/>
                  <a:gd name="T3" fmla="*/ 9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6">
                    <a:moveTo>
                      <a:pt x="0" y="0"/>
                    </a:moveTo>
                    <a:cubicBezTo>
                      <a:pt x="4" y="1"/>
                      <a:pt x="7" y="4"/>
                      <a:pt x="10" y="6"/>
                    </a:cubicBezTo>
                  </a:path>
                </a:pathLst>
              </a:custGeom>
              <a:noFill/>
              <a:ln w="6350" cap="flat">
                <a:solidFill>
                  <a:srgbClr val="75332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723" name="Freeform 604">
                <a:extLst>
                  <a:ext uri="{FF2B5EF4-FFF2-40B4-BE49-F238E27FC236}">
                    <a16:creationId xmlns:a16="http://schemas.microsoft.com/office/drawing/2014/main" id="{EA8286B6-5D28-48E1-80F2-904D2697FD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4" y="3926"/>
                <a:ext cx="13" cy="12"/>
              </a:xfrm>
              <a:custGeom>
                <a:avLst/>
                <a:gdLst>
                  <a:gd name="T0" fmla="*/ 6 w 13"/>
                  <a:gd name="T1" fmla="*/ 14 h 11"/>
                  <a:gd name="T2" fmla="*/ 2 w 13"/>
                  <a:gd name="T3" fmla="*/ 3 h 11"/>
                  <a:gd name="T4" fmla="*/ 13 w 13"/>
                  <a:gd name="T5" fmla="*/ 10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1">
                    <a:moveTo>
                      <a:pt x="6" y="11"/>
                    </a:moveTo>
                    <a:cubicBezTo>
                      <a:pt x="4" y="10"/>
                      <a:pt x="0" y="5"/>
                      <a:pt x="2" y="3"/>
                    </a:cubicBezTo>
                    <a:cubicBezTo>
                      <a:pt x="4" y="0"/>
                      <a:pt x="11" y="6"/>
                      <a:pt x="13" y="7"/>
                    </a:cubicBezTo>
                  </a:path>
                </a:pathLst>
              </a:custGeom>
              <a:noFill/>
              <a:ln w="6350" cap="flat">
                <a:solidFill>
                  <a:srgbClr val="75332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724" name="Freeform 605">
                <a:extLst>
                  <a:ext uri="{FF2B5EF4-FFF2-40B4-BE49-F238E27FC236}">
                    <a16:creationId xmlns:a16="http://schemas.microsoft.com/office/drawing/2014/main" id="{BD091EFF-BB7F-42CF-9F5F-59037D095C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3" y="3937"/>
                <a:ext cx="25" cy="12"/>
              </a:xfrm>
              <a:custGeom>
                <a:avLst/>
                <a:gdLst>
                  <a:gd name="T0" fmla="*/ 0 w 24"/>
                  <a:gd name="T1" fmla="*/ 2 h 11"/>
                  <a:gd name="T2" fmla="*/ 27 w 24"/>
                  <a:gd name="T3" fmla="*/ 14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11">
                    <a:moveTo>
                      <a:pt x="0" y="2"/>
                    </a:moveTo>
                    <a:cubicBezTo>
                      <a:pt x="8" y="0"/>
                      <a:pt x="18" y="6"/>
                      <a:pt x="24" y="11"/>
                    </a:cubicBezTo>
                  </a:path>
                </a:pathLst>
              </a:custGeom>
              <a:noFill/>
              <a:ln w="6350" cap="flat">
                <a:solidFill>
                  <a:srgbClr val="75332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725" name="Freeform 606">
                <a:extLst>
                  <a:ext uri="{FF2B5EF4-FFF2-40B4-BE49-F238E27FC236}">
                    <a16:creationId xmlns:a16="http://schemas.microsoft.com/office/drawing/2014/main" id="{C75E4F3D-4649-4097-9E90-140BC6EA76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9" y="3942"/>
                <a:ext cx="8" cy="5"/>
              </a:xfrm>
              <a:custGeom>
                <a:avLst/>
                <a:gdLst>
                  <a:gd name="T0" fmla="*/ 0 w 7"/>
                  <a:gd name="T1" fmla="*/ 8 h 4"/>
                  <a:gd name="T2" fmla="*/ 10 w 7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4">
                    <a:moveTo>
                      <a:pt x="0" y="4"/>
                    </a:moveTo>
                    <a:cubicBezTo>
                      <a:pt x="3" y="3"/>
                      <a:pt x="6" y="2"/>
                      <a:pt x="7" y="0"/>
                    </a:cubicBezTo>
                  </a:path>
                </a:pathLst>
              </a:custGeom>
              <a:noFill/>
              <a:ln w="6350" cap="flat">
                <a:solidFill>
                  <a:srgbClr val="75332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726" name="Freeform 607">
                <a:extLst>
                  <a:ext uri="{FF2B5EF4-FFF2-40B4-BE49-F238E27FC236}">
                    <a16:creationId xmlns:a16="http://schemas.microsoft.com/office/drawing/2014/main" id="{5201F378-3C33-4207-B482-E598BA9E27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0" y="3923"/>
                <a:ext cx="14" cy="20"/>
              </a:xfrm>
              <a:custGeom>
                <a:avLst/>
                <a:gdLst>
                  <a:gd name="T0" fmla="*/ 0 w 13"/>
                  <a:gd name="T1" fmla="*/ 9 h 19"/>
                  <a:gd name="T2" fmla="*/ 13 w 13"/>
                  <a:gd name="T3" fmla="*/ 4 h 19"/>
                  <a:gd name="T4" fmla="*/ 10 w 13"/>
                  <a:gd name="T5" fmla="*/ 22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9">
                    <a:moveTo>
                      <a:pt x="0" y="9"/>
                    </a:moveTo>
                    <a:cubicBezTo>
                      <a:pt x="2" y="9"/>
                      <a:pt x="5" y="0"/>
                      <a:pt x="10" y="4"/>
                    </a:cubicBezTo>
                    <a:cubicBezTo>
                      <a:pt x="13" y="7"/>
                      <a:pt x="8" y="15"/>
                      <a:pt x="7" y="19"/>
                    </a:cubicBezTo>
                  </a:path>
                </a:pathLst>
              </a:custGeom>
              <a:noFill/>
              <a:ln w="6350" cap="flat">
                <a:solidFill>
                  <a:srgbClr val="75332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727" name="Freeform 608">
                <a:extLst>
                  <a:ext uri="{FF2B5EF4-FFF2-40B4-BE49-F238E27FC236}">
                    <a16:creationId xmlns:a16="http://schemas.microsoft.com/office/drawing/2014/main" id="{32A61C58-D7B8-4B9B-ADF0-DCD16A790B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8" y="2362"/>
                <a:ext cx="7" cy="22"/>
              </a:xfrm>
              <a:custGeom>
                <a:avLst/>
                <a:gdLst>
                  <a:gd name="T0" fmla="*/ 0 w 6"/>
                  <a:gd name="T1" fmla="*/ 0 h 21"/>
                  <a:gd name="T2" fmla="*/ 9 w 6"/>
                  <a:gd name="T3" fmla="*/ 24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21">
                    <a:moveTo>
                      <a:pt x="0" y="0"/>
                    </a:moveTo>
                    <a:cubicBezTo>
                      <a:pt x="1" y="7"/>
                      <a:pt x="4" y="14"/>
                      <a:pt x="6" y="21"/>
                    </a:cubicBezTo>
                  </a:path>
                </a:pathLst>
              </a:custGeom>
              <a:noFill/>
              <a:ln w="6350" cap="flat">
                <a:solidFill>
                  <a:srgbClr val="75332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728" name="Freeform 609">
                <a:extLst>
                  <a:ext uri="{FF2B5EF4-FFF2-40B4-BE49-F238E27FC236}">
                    <a16:creationId xmlns:a16="http://schemas.microsoft.com/office/drawing/2014/main" id="{60CCB85D-ACEA-4C65-A24F-B4E0B62802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6" y="2344"/>
                <a:ext cx="9" cy="24"/>
              </a:xfrm>
              <a:custGeom>
                <a:avLst/>
                <a:gdLst>
                  <a:gd name="T0" fmla="*/ 0 w 9"/>
                  <a:gd name="T1" fmla="*/ 0 h 22"/>
                  <a:gd name="T2" fmla="*/ 9 w 9"/>
                  <a:gd name="T3" fmla="*/ 28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22">
                    <a:moveTo>
                      <a:pt x="0" y="0"/>
                    </a:moveTo>
                    <a:cubicBezTo>
                      <a:pt x="4" y="8"/>
                      <a:pt x="7" y="15"/>
                      <a:pt x="9" y="22"/>
                    </a:cubicBezTo>
                  </a:path>
                </a:pathLst>
              </a:custGeom>
              <a:noFill/>
              <a:ln w="6350" cap="flat">
                <a:solidFill>
                  <a:srgbClr val="75332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729" name="Freeform 610">
                <a:extLst>
                  <a:ext uri="{FF2B5EF4-FFF2-40B4-BE49-F238E27FC236}">
                    <a16:creationId xmlns:a16="http://schemas.microsoft.com/office/drawing/2014/main" id="{669A925B-5720-478D-98DB-DBB26700F2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9" y="2178"/>
                <a:ext cx="14" cy="20"/>
              </a:xfrm>
              <a:custGeom>
                <a:avLst/>
                <a:gdLst>
                  <a:gd name="T0" fmla="*/ 4 w 14"/>
                  <a:gd name="T1" fmla="*/ 0 h 19"/>
                  <a:gd name="T2" fmla="*/ 6 w 14"/>
                  <a:gd name="T3" fmla="*/ 20 h 19"/>
                  <a:gd name="T4" fmla="*/ 14 w 14"/>
                  <a:gd name="T5" fmla="*/ 2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9">
                    <a:moveTo>
                      <a:pt x="4" y="0"/>
                    </a:moveTo>
                    <a:cubicBezTo>
                      <a:pt x="2" y="4"/>
                      <a:pt x="0" y="15"/>
                      <a:pt x="6" y="17"/>
                    </a:cubicBezTo>
                    <a:cubicBezTo>
                      <a:pt x="13" y="19"/>
                      <a:pt x="12" y="6"/>
                      <a:pt x="14" y="2"/>
                    </a:cubicBezTo>
                  </a:path>
                </a:pathLst>
              </a:custGeom>
              <a:noFill/>
              <a:ln w="6350" cap="flat">
                <a:solidFill>
                  <a:srgbClr val="75332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730" name="Freeform 611">
                <a:extLst>
                  <a:ext uri="{FF2B5EF4-FFF2-40B4-BE49-F238E27FC236}">
                    <a16:creationId xmlns:a16="http://schemas.microsoft.com/office/drawing/2014/main" id="{B8E975F7-D88B-4226-ADAB-A400623F02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6" y="1923"/>
                <a:ext cx="38" cy="34"/>
              </a:xfrm>
              <a:custGeom>
                <a:avLst/>
                <a:gdLst>
                  <a:gd name="T0" fmla="*/ 12 w 36"/>
                  <a:gd name="T1" fmla="*/ 36 h 32"/>
                  <a:gd name="T2" fmla="*/ 20 w 36"/>
                  <a:gd name="T3" fmla="*/ 19 h 32"/>
                  <a:gd name="T4" fmla="*/ 37 w 36"/>
                  <a:gd name="T5" fmla="*/ 31 h 32"/>
                  <a:gd name="T6" fmla="*/ 35 w 36"/>
                  <a:gd name="T7" fmla="*/ 4 h 3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6" h="32">
                    <a:moveTo>
                      <a:pt x="9" y="30"/>
                    </a:moveTo>
                    <a:cubicBezTo>
                      <a:pt x="0" y="17"/>
                      <a:pt x="1" y="0"/>
                      <a:pt x="17" y="16"/>
                    </a:cubicBezTo>
                    <a:cubicBezTo>
                      <a:pt x="22" y="21"/>
                      <a:pt x="24" y="32"/>
                      <a:pt x="31" y="25"/>
                    </a:cubicBezTo>
                    <a:cubicBezTo>
                      <a:pt x="36" y="21"/>
                      <a:pt x="32" y="8"/>
                      <a:pt x="29" y="4"/>
                    </a:cubicBezTo>
                  </a:path>
                </a:pathLst>
              </a:custGeom>
              <a:noFill/>
              <a:ln w="6350" cap="flat">
                <a:solidFill>
                  <a:srgbClr val="75332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731" name="Freeform 612">
                <a:extLst>
                  <a:ext uri="{FF2B5EF4-FFF2-40B4-BE49-F238E27FC236}">
                    <a16:creationId xmlns:a16="http://schemas.microsoft.com/office/drawing/2014/main" id="{CDA375DA-0D3C-405E-9305-F197D9597D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8" y="1862"/>
                <a:ext cx="4" cy="29"/>
              </a:xfrm>
              <a:custGeom>
                <a:avLst/>
                <a:gdLst>
                  <a:gd name="T0" fmla="*/ 0 w 4"/>
                  <a:gd name="T1" fmla="*/ 0 h 27"/>
                  <a:gd name="T2" fmla="*/ 4 w 4"/>
                  <a:gd name="T3" fmla="*/ 33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7">
                    <a:moveTo>
                      <a:pt x="0" y="0"/>
                    </a:moveTo>
                    <a:cubicBezTo>
                      <a:pt x="1" y="9"/>
                      <a:pt x="4" y="18"/>
                      <a:pt x="4" y="27"/>
                    </a:cubicBezTo>
                  </a:path>
                </a:pathLst>
              </a:custGeom>
              <a:noFill/>
              <a:ln w="6350" cap="flat">
                <a:solidFill>
                  <a:srgbClr val="75332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732" name="Freeform 613">
                <a:extLst>
                  <a:ext uri="{FF2B5EF4-FFF2-40B4-BE49-F238E27FC236}">
                    <a16:creationId xmlns:a16="http://schemas.microsoft.com/office/drawing/2014/main" id="{256C919B-E027-41AD-B402-48431A53D9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6" y="1829"/>
                <a:ext cx="22" cy="23"/>
              </a:xfrm>
              <a:custGeom>
                <a:avLst/>
                <a:gdLst>
                  <a:gd name="T0" fmla="*/ 16 w 21"/>
                  <a:gd name="T1" fmla="*/ 27 h 21"/>
                  <a:gd name="T2" fmla="*/ 6 w 21"/>
                  <a:gd name="T3" fmla="*/ 0 h 21"/>
                  <a:gd name="T4" fmla="*/ 24 w 21"/>
                  <a:gd name="T5" fmla="*/ 24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21">
                    <a:moveTo>
                      <a:pt x="13" y="21"/>
                    </a:moveTo>
                    <a:cubicBezTo>
                      <a:pt x="5" y="20"/>
                      <a:pt x="0" y="7"/>
                      <a:pt x="6" y="0"/>
                    </a:cubicBezTo>
                    <a:cubicBezTo>
                      <a:pt x="13" y="3"/>
                      <a:pt x="18" y="11"/>
                      <a:pt x="21" y="18"/>
                    </a:cubicBezTo>
                  </a:path>
                </a:pathLst>
              </a:custGeom>
              <a:noFill/>
              <a:ln w="6350" cap="flat">
                <a:solidFill>
                  <a:srgbClr val="75332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733" name="Freeform 614">
                <a:extLst>
                  <a:ext uri="{FF2B5EF4-FFF2-40B4-BE49-F238E27FC236}">
                    <a16:creationId xmlns:a16="http://schemas.microsoft.com/office/drawing/2014/main" id="{296545A4-DD1B-47CC-9A0A-B4BC77B10F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6" y="1598"/>
                <a:ext cx="13" cy="21"/>
              </a:xfrm>
              <a:custGeom>
                <a:avLst/>
                <a:gdLst>
                  <a:gd name="T0" fmla="*/ 1 w 12"/>
                  <a:gd name="T1" fmla="*/ 15 h 20"/>
                  <a:gd name="T2" fmla="*/ 4 w 12"/>
                  <a:gd name="T3" fmla="*/ 0 h 20"/>
                  <a:gd name="T4" fmla="*/ 12 w 12"/>
                  <a:gd name="T5" fmla="*/ 23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20">
                    <a:moveTo>
                      <a:pt x="1" y="12"/>
                    </a:moveTo>
                    <a:cubicBezTo>
                      <a:pt x="0" y="8"/>
                      <a:pt x="2" y="4"/>
                      <a:pt x="4" y="0"/>
                    </a:cubicBezTo>
                    <a:cubicBezTo>
                      <a:pt x="12" y="1"/>
                      <a:pt x="9" y="16"/>
                      <a:pt x="9" y="20"/>
                    </a:cubicBezTo>
                  </a:path>
                </a:pathLst>
              </a:custGeom>
              <a:noFill/>
              <a:ln w="6350" cap="flat">
                <a:solidFill>
                  <a:srgbClr val="75332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734" name="Freeform 615">
                <a:extLst>
                  <a:ext uri="{FF2B5EF4-FFF2-40B4-BE49-F238E27FC236}">
                    <a16:creationId xmlns:a16="http://schemas.microsoft.com/office/drawing/2014/main" id="{FE885398-881A-41EF-AA55-D822E6C6BB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1" y="1544"/>
                <a:ext cx="35" cy="30"/>
              </a:xfrm>
              <a:custGeom>
                <a:avLst/>
                <a:gdLst>
                  <a:gd name="T0" fmla="*/ 39 w 33"/>
                  <a:gd name="T1" fmla="*/ 19 h 28"/>
                  <a:gd name="T2" fmla="*/ 21 w 33"/>
                  <a:gd name="T3" fmla="*/ 0 h 28"/>
                  <a:gd name="T4" fmla="*/ 21 w 33"/>
                  <a:gd name="T5" fmla="*/ 34 h 28"/>
                  <a:gd name="T6" fmla="*/ 0 w 33"/>
                  <a:gd name="T7" fmla="*/ 10 h 2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" h="28">
                    <a:moveTo>
                      <a:pt x="33" y="16"/>
                    </a:moveTo>
                    <a:cubicBezTo>
                      <a:pt x="26" y="14"/>
                      <a:pt x="22" y="6"/>
                      <a:pt x="18" y="0"/>
                    </a:cubicBezTo>
                    <a:cubicBezTo>
                      <a:pt x="11" y="6"/>
                      <a:pt x="19" y="19"/>
                      <a:pt x="18" y="28"/>
                    </a:cubicBezTo>
                    <a:cubicBezTo>
                      <a:pt x="11" y="25"/>
                      <a:pt x="5" y="14"/>
                      <a:pt x="0" y="7"/>
                    </a:cubicBezTo>
                  </a:path>
                </a:pathLst>
              </a:custGeom>
              <a:noFill/>
              <a:ln w="6350" cap="flat">
                <a:solidFill>
                  <a:srgbClr val="75332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735" name="Freeform 616">
                <a:extLst>
                  <a:ext uri="{FF2B5EF4-FFF2-40B4-BE49-F238E27FC236}">
                    <a16:creationId xmlns:a16="http://schemas.microsoft.com/office/drawing/2014/main" id="{97CDCE1F-7263-471C-A85A-D74AD4DCDA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1" y="1483"/>
                <a:ext cx="16" cy="4"/>
              </a:xfrm>
              <a:custGeom>
                <a:avLst/>
                <a:gdLst>
                  <a:gd name="T0" fmla="*/ 0 w 15"/>
                  <a:gd name="T1" fmla="*/ 4 h 4"/>
                  <a:gd name="T2" fmla="*/ 18 w 15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4">
                    <a:moveTo>
                      <a:pt x="0" y="4"/>
                    </a:moveTo>
                    <a:cubicBezTo>
                      <a:pt x="5" y="3"/>
                      <a:pt x="10" y="1"/>
                      <a:pt x="15" y="0"/>
                    </a:cubicBezTo>
                  </a:path>
                </a:pathLst>
              </a:custGeom>
              <a:noFill/>
              <a:ln w="6350" cap="flat">
                <a:solidFill>
                  <a:srgbClr val="75332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736" name="Freeform 617">
                <a:extLst>
                  <a:ext uri="{FF2B5EF4-FFF2-40B4-BE49-F238E27FC236}">
                    <a16:creationId xmlns:a16="http://schemas.microsoft.com/office/drawing/2014/main" id="{B78FA5D4-AB39-4E46-9ED5-1DE60C0202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9" y="1638"/>
                <a:ext cx="16" cy="17"/>
              </a:xfrm>
              <a:custGeom>
                <a:avLst/>
                <a:gdLst>
                  <a:gd name="T0" fmla="*/ 0 w 15"/>
                  <a:gd name="T1" fmla="*/ 0 h 16"/>
                  <a:gd name="T2" fmla="*/ 18 w 15"/>
                  <a:gd name="T3" fmla="*/ 19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16">
                    <a:moveTo>
                      <a:pt x="0" y="0"/>
                    </a:moveTo>
                    <a:cubicBezTo>
                      <a:pt x="4" y="6"/>
                      <a:pt x="10" y="12"/>
                      <a:pt x="15" y="16"/>
                    </a:cubicBezTo>
                  </a:path>
                </a:pathLst>
              </a:custGeom>
              <a:noFill/>
              <a:ln w="6350" cap="flat">
                <a:solidFill>
                  <a:srgbClr val="75332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737" name="Freeform 618">
                <a:extLst>
                  <a:ext uri="{FF2B5EF4-FFF2-40B4-BE49-F238E27FC236}">
                    <a16:creationId xmlns:a16="http://schemas.microsoft.com/office/drawing/2014/main" id="{901F7CC2-2F95-40F8-B2A8-81E372D351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4" y="1711"/>
                <a:ext cx="23" cy="21"/>
              </a:xfrm>
              <a:custGeom>
                <a:avLst/>
                <a:gdLst>
                  <a:gd name="T0" fmla="*/ 1 w 22"/>
                  <a:gd name="T1" fmla="*/ 7 h 20"/>
                  <a:gd name="T2" fmla="*/ 1 w 22"/>
                  <a:gd name="T3" fmla="*/ 3 h 20"/>
                  <a:gd name="T4" fmla="*/ 19 w 22"/>
                  <a:gd name="T5" fmla="*/ 1 h 20"/>
                  <a:gd name="T6" fmla="*/ 4 w 22"/>
                  <a:gd name="T7" fmla="*/ 16 h 20"/>
                  <a:gd name="T8" fmla="*/ 25 w 22"/>
                  <a:gd name="T9" fmla="*/ 18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20">
                    <a:moveTo>
                      <a:pt x="1" y="7"/>
                    </a:moveTo>
                    <a:cubicBezTo>
                      <a:pt x="0" y="6"/>
                      <a:pt x="1" y="4"/>
                      <a:pt x="1" y="3"/>
                    </a:cubicBezTo>
                    <a:cubicBezTo>
                      <a:pt x="6" y="2"/>
                      <a:pt x="11" y="0"/>
                      <a:pt x="16" y="1"/>
                    </a:cubicBezTo>
                    <a:cubicBezTo>
                      <a:pt x="16" y="8"/>
                      <a:pt x="8" y="8"/>
                      <a:pt x="4" y="13"/>
                    </a:cubicBezTo>
                    <a:cubicBezTo>
                      <a:pt x="7" y="20"/>
                      <a:pt x="15" y="16"/>
                      <a:pt x="22" y="15"/>
                    </a:cubicBezTo>
                  </a:path>
                </a:pathLst>
              </a:custGeom>
              <a:noFill/>
              <a:ln w="6350" cap="flat">
                <a:solidFill>
                  <a:srgbClr val="75332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738" name="Freeform 619">
                <a:extLst>
                  <a:ext uri="{FF2B5EF4-FFF2-40B4-BE49-F238E27FC236}">
                    <a16:creationId xmlns:a16="http://schemas.microsoft.com/office/drawing/2014/main" id="{EAF36237-AB55-414D-8129-75345DDA1C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5" y="1841"/>
                <a:ext cx="38" cy="59"/>
              </a:xfrm>
              <a:custGeom>
                <a:avLst/>
                <a:gdLst>
                  <a:gd name="T0" fmla="*/ 1 w 36"/>
                  <a:gd name="T1" fmla="*/ 14 h 56"/>
                  <a:gd name="T2" fmla="*/ 18 w 36"/>
                  <a:gd name="T3" fmla="*/ 14 h 56"/>
                  <a:gd name="T4" fmla="*/ 1 w 36"/>
                  <a:gd name="T5" fmla="*/ 41 h 56"/>
                  <a:gd name="T6" fmla="*/ 29 w 36"/>
                  <a:gd name="T7" fmla="*/ 28 h 56"/>
                  <a:gd name="T8" fmla="*/ 27 w 36"/>
                  <a:gd name="T9" fmla="*/ 65 h 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" h="56">
                    <a:moveTo>
                      <a:pt x="1" y="11"/>
                    </a:moveTo>
                    <a:cubicBezTo>
                      <a:pt x="5" y="7"/>
                      <a:pt x="16" y="0"/>
                      <a:pt x="15" y="11"/>
                    </a:cubicBezTo>
                    <a:cubicBezTo>
                      <a:pt x="15" y="20"/>
                      <a:pt x="0" y="24"/>
                      <a:pt x="1" y="35"/>
                    </a:cubicBezTo>
                    <a:cubicBezTo>
                      <a:pt x="12" y="38"/>
                      <a:pt x="17" y="22"/>
                      <a:pt x="25" y="25"/>
                    </a:cubicBezTo>
                    <a:cubicBezTo>
                      <a:pt x="36" y="29"/>
                      <a:pt x="25" y="50"/>
                      <a:pt x="24" y="56"/>
                    </a:cubicBezTo>
                  </a:path>
                </a:pathLst>
              </a:custGeom>
              <a:noFill/>
              <a:ln w="6350" cap="flat">
                <a:solidFill>
                  <a:srgbClr val="75332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739" name="Freeform 620">
                <a:extLst>
                  <a:ext uri="{FF2B5EF4-FFF2-40B4-BE49-F238E27FC236}">
                    <a16:creationId xmlns:a16="http://schemas.microsoft.com/office/drawing/2014/main" id="{4D2D69FB-B082-443D-8FD1-0E06142A5C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7" y="1847"/>
                <a:ext cx="23" cy="18"/>
              </a:xfrm>
              <a:custGeom>
                <a:avLst/>
                <a:gdLst>
                  <a:gd name="T0" fmla="*/ 25 w 22"/>
                  <a:gd name="T1" fmla="*/ 12 h 17"/>
                  <a:gd name="T2" fmla="*/ 7 w 22"/>
                  <a:gd name="T3" fmla="*/ 0 h 17"/>
                  <a:gd name="T4" fmla="*/ 25 w 22"/>
                  <a:gd name="T5" fmla="*/ 20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17">
                    <a:moveTo>
                      <a:pt x="22" y="9"/>
                    </a:moveTo>
                    <a:cubicBezTo>
                      <a:pt x="18" y="4"/>
                      <a:pt x="13" y="0"/>
                      <a:pt x="7" y="0"/>
                    </a:cubicBezTo>
                    <a:cubicBezTo>
                      <a:pt x="0" y="12"/>
                      <a:pt x="15" y="14"/>
                      <a:pt x="22" y="17"/>
                    </a:cubicBezTo>
                  </a:path>
                </a:pathLst>
              </a:custGeom>
              <a:noFill/>
              <a:ln w="6350" cap="flat">
                <a:solidFill>
                  <a:srgbClr val="75332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740" name="Freeform 621">
                <a:extLst>
                  <a:ext uri="{FF2B5EF4-FFF2-40B4-BE49-F238E27FC236}">
                    <a16:creationId xmlns:a16="http://schemas.microsoft.com/office/drawing/2014/main" id="{49CF518F-08A5-4D5F-9E33-A0E56F601D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5" y="1197"/>
                <a:ext cx="11" cy="14"/>
              </a:xfrm>
              <a:custGeom>
                <a:avLst/>
                <a:gdLst>
                  <a:gd name="T0" fmla="*/ 0 w 11"/>
                  <a:gd name="T1" fmla="*/ 16 h 13"/>
                  <a:gd name="T2" fmla="*/ 11 w 11"/>
                  <a:gd name="T3" fmla="*/ 0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13">
                    <a:moveTo>
                      <a:pt x="0" y="13"/>
                    </a:moveTo>
                    <a:cubicBezTo>
                      <a:pt x="0" y="10"/>
                      <a:pt x="9" y="3"/>
                      <a:pt x="11" y="0"/>
                    </a:cubicBezTo>
                  </a:path>
                </a:pathLst>
              </a:custGeom>
              <a:noFill/>
              <a:ln w="6350" cap="flat">
                <a:solidFill>
                  <a:srgbClr val="75332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741" name="Freeform 622">
                <a:extLst>
                  <a:ext uri="{FF2B5EF4-FFF2-40B4-BE49-F238E27FC236}">
                    <a16:creationId xmlns:a16="http://schemas.microsoft.com/office/drawing/2014/main" id="{66FA95F9-AF99-42B5-AB17-03040BD53A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6" y="1235"/>
                <a:ext cx="3" cy="16"/>
              </a:xfrm>
              <a:custGeom>
                <a:avLst/>
                <a:gdLst>
                  <a:gd name="T0" fmla="*/ 5 w 2"/>
                  <a:gd name="T1" fmla="*/ 0 h 15"/>
                  <a:gd name="T2" fmla="*/ 8 w 2"/>
                  <a:gd name="T3" fmla="*/ 18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5">
                    <a:moveTo>
                      <a:pt x="1" y="0"/>
                    </a:moveTo>
                    <a:cubicBezTo>
                      <a:pt x="1" y="5"/>
                      <a:pt x="0" y="11"/>
                      <a:pt x="2" y="15"/>
                    </a:cubicBezTo>
                  </a:path>
                </a:pathLst>
              </a:custGeom>
              <a:noFill/>
              <a:ln w="6350" cap="flat">
                <a:solidFill>
                  <a:srgbClr val="75332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1742" name="Freeform 623">
                <a:extLst>
                  <a:ext uri="{FF2B5EF4-FFF2-40B4-BE49-F238E27FC236}">
                    <a16:creationId xmlns:a16="http://schemas.microsoft.com/office/drawing/2014/main" id="{EE9A0ABA-154D-4758-836E-DA6A9D7C3F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6" y="2187"/>
                <a:ext cx="27" cy="39"/>
              </a:xfrm>
              <a:custGeom>
                <a:avLst/>
                <a:gdLst>
                  <a:gd name="T0" fmla="*/ 29 w 26"/>
                  <a:gd name="T1" fmla="*/ 15 h 37"/>
                  <a:gd name="T2" fmla="*/ 10 w 26"/>
                  <a:gd name="T3" fmla="*/ 4 h 37"/>
                  <a:gd name="T4" fmla="*/ 26 w 26"/>
                  <a:gd name="T5" fmla="*/ 28 h 37"/>
                  <a:gd name="T6" fmla="*/ 0 w 26"/>
                  <a:gd name="T7" fmla="*/ 43 h 3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37">
                    <a:moveTo>
                      <a:pt x="26" y="12"/>
                    </a:moveTo>
                    <a:cubicBezTo>
                      <a:pt x="21" y="8"/>
                      <a:pt x="17" y="0"/>
                      <a:pt x="10" y="4"/>
                    </a:cubicBezTo>
                    <a:cubicBezTo>
                      <a:pt x="7" y="17"/>
                      <a:pt x="21" y="17"/>
                      <a:pt x="23" y="25"/>
                    </a:cubicBezTo>
                    <a:cubicBezTo>
                      <a:pt x="25" y="36"/>
                      <a:pt x="8" y="37"/>
                      <a:pt x="0" y="37"/>
                    </a:cubicBezTo>
                  </a:path>
                </a:pathLst>
              </a:custGeom>
              <a:noFill/>
              <a:ln w="6350" cap="flat">
                <a:solidFill>
                  <a:srgbClr val="75332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</p:grpSp>
        <p:sp>
          <p:nvSpPr>
            <p:cNvPr id="51350" name="Freeform 624">
              <a:extLst>
                <a:ext uri="{FF2B5EF4-FFF2-40B4-BE49-F238E27FC236}">
                  <a16:creationId xmlns:a16="http://schemas.microsoft.com/office/drawing/2014/main" id="{06D8F1D9-0918-4764-83E2-BA054BF35CE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2" y="2260"/>
              <a:ext cx="20" cy="12"/>
            </a:xfrm>
            <a:custGeom>
              <a:avLst/>
              <a:gdLst>
                <a:gd name="T0" fmla="*/ 0 w 19"/>
                <a:gd name="T1" fmla="*/ 0 h 11"/>
                <a:gd name="T2" fmla="*/ 22 w 19"/>
                <a:gd name="T3" fmla="*/ 14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11">
                  <a:moveTo>
                    <a:pt x="0" y="0"/>
                  </a:moveTo>
                  <a:cubicBezTo>
                    <a:pt x="7" y="3"/>
                    <a:pt x="14" y="7"/>
                    <a:pt x="19" y="11"/>
                  </a:cubicBezTo>
                </a:path>
              </a:pathLst>
            </a:custGeom>
            <a:noFill/>
            <a:ln w="6350" cap="flat">
              <a:solidFill>
                <a:srgbClr val="75332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1351" name="Freeform 625">
              <a:extLst>
                <a:ext uri="{FF2B5EF4-FFF2-40B4-BE49-F238E27FC236}">
                  <a16:creationId xmlns:a16="http://schemas.microsoft.com/office/drawing/2014/main" id="{BD0B45B0-7F1F-4A32-B5B8-EBFC59E1A5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2" y="2504"/>
              <a:ext cx="14" cy="4"/>
            </a:xfrm>
            <a:custGeom>
              <a:avLst/>
              <a:gdLst>
                <a:gd name="T0" fmla="*/ 0 w 13"/>
                <a:gd name="T1" fmla="*/ 0 h 4"/>
                <a:gd name="T2" fmla="*/ 16 w 13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4">
                  <a:moveTo>
                    <a:pt x="0" y="0"/>
                  </a:moveTo>
                  <a:cubicBezTo>
                    <a:pt x="3" y="4"/>
                    <a:pt x="9" y="0"/>
                    <a:pt x="13" y="0"/>
                  </a:cubicBezTo>
                </a:path>
              </a:pathLst>
            </a:custGeom>
            <a:noFill/>
            <a:ln w="6350" cap="flat">
              <a:solidFill>
                <a:srgbClr val="75332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1352" name="Freeform 626">
              <a:extLst>
                <a:ext uri="{FF2B5EF4-FFF2-40B4-BE49-F238E27FC236}">
                  <a16:creationId xmlns:a16="http://schemas.microsoft.com/office/drawing/2014/main" id="{E0ABA274-B306-44CC-A964-2D48BFAEAC5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8" y="1792"/>
              <a:ext cx="363" cy="138"/>
            </a:xfrm>
            <a:custGeom>
              <a:avLst/>
              <a:gdLst>
                <a:gd name="T0" fmla="*/ 56 w 344"/>
                <a:gd name="T1" fmla="*/ 4 h 130"/>
                <a:gd name="T2" fmla="*/ 82 w 344"/>
                <a:gd name="T3" fmla="*/ 0 h 130"/>
                <a:gd name="T4" fmla="*/ 108 w 344"/>
                <a:gd name="T5" fmla="*/ 23 h 130"/>
                <a:gd name="T6" fmla="*/ 142 w 344"/>
                <a:gd name="T7" fmla="*/ 56 h 130"/>
                <a:gd name="T8" fmla="*/ 218 w 344"/>
                <a:gd name="T9" fmla="*/ 104 h 130"/>
                <a:gd name="T10" fmla="*/ 306 w 344"/>
                <a:gd name="T11" fmla="*/ 131 h 130"/>
                <a:gd name="T12" fmla="*/ 356 w 344"/>
                <a:gd name="T13" fmla="*/ 140 h 130"/>
                <a:gd name="T14" fmla="*/ 404 w 344"/>
                <a:gd name="T15" fmla="*/ 149 h 130"/>
                <a:gd name="T16" fmla="*/ 326 w 344"/>
                <a:gd name="T17" fmla="*/ 148 h 130"/>
                <a:gd name="T18" fmla="*/ 216 w 344"/>
                <a:gd name="T19" fmla="*/ 127 h 130"/>
                <a:gd name="T20" fmla="*/ 108 w 344"/>
                <a:gd name="T21" fmla="*/ 71 h 130"/>
                <a:gd name="T22" fmla="*/ 72 w 344"/>
                <a:gd name="T23" fmla="*/ 38 h 130"/>
                <a:gd name="T24" fmla="*/ 34 w 344"/>
                <a:gd name="T25" fmla="*/ 67 h 130"/>
                <a:gd name="T26" fmla="*/ 0 w 344"/>
                <a:gd name="T27" fmla="*/ 93 h 130"/>
                <a:gd name="T28" fmla="*/ 34 w 344"/>
                <a:gd name="T29" fmla="*/ 42 h 130"/>
                <a:gd name="T30" fmla="*/ 59 w 344"/>
                <a:gd name="T31" fmla="*/ 8 h 130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344" h="130">
                  <a:moveTo>
                    <a:pt x="47" y="4"/>
                  </a:moveTo>
                  <a:cubicBezTo>
                    <a:pt x="54" y="4"/>
                    <a:pt x="67" y="7"/>
                    <a:pt x="70" y="0"/>
                  </a:cubicBezTo>
                  <a:cubicBezTo>
                    <a:pt x="79" y="1"/>
                    <a:pt x="86" y="14"/>
                    <a:pt x="92" y="20"/>
                  </a:cubicBezTo>
                  <a:cubicBezTo>
                    <a:pt x="101" y="31"/>
                    <a:pt x="110" y="38"/>
                    <a:pt x="121" y="47"/>
                  </a:cubicBezTo>
                  <a:cubicBezTo>
                    <a:pt x="142" y="65"/>
                    <a:pt x="161" y="75"/>
                    <a:pt x="186" y="87"/>
                  </a:cubicBezTo>
                  <a:cubicBezTo>
                    <a:pt x="211" y="99"/>
                    <a:pt x="233" y="106"/>
                    <a:pt x="261" y="109"/>
                  </a:cubicBezTo>
                  <a:cubicBezTo>
                    <a:pt x="274" y="110"/>
                    <a:pt x="289" y="115"/>
                    <a:pt x="302" y="117"/>
                  </a:cubicBezTo>
                  <a:cubicBezTo>
                    <a:pt x="315" y="120"/>
                    <a:pt x="332" y="119"/>
                    <a:pt x="344" y="124"/>
                  </a:cubicBezTo>
                  <a:cubicBezTo>
                    <a:pt x="329" y="130"/>
                    <a:pt x="296" y="125"/>
                    <a:pt x="278" y="123"/>
                  </a:cubicBezTo>
                  <a:cubicBezTo>
                    <a:pt x="247" y="120"/>
                    <a:pt x="215" y="113"/>
                    <a:pt x="184" y="106"/>
                  </a:cubicBezTo>
                  <a:cubicBezTo>
                    <a:pt x="151" y="98"/>
                    <a:pt x="117" y="83"/>
                    <a:pt x="92" y="59"/>
                  </a:cubicBezTo>
                  <a:cubicBezTo>
                    <a:pt x="85" y="51"/>
                    <a:pt x="74" y="30"/>
                    <a:pt x="61" y="32"/>
                  </a:cubicBezTo>
                  <a:cubicBezTo>
                    <a:pt x="53" y="33"/>
                    <a:pt x="36" y="50"/>
                    <a:pt x="28" y="56"/>
                  </a:cubicBezTo>
                  <a:cubicBezTo>
                    <a:pt x="18" y="63"/>
                    <a:pt x="10" y="71"/>
                    <a:pt x="0" y="78"/>
                  </a:cubicBezTo>
                  <a:cubicBezTo>
                    <a:pt x="12" y="66"/>
                    <a:pt x="19" y="50"/>
                    <a:pt x="28" y="36"/>
                  </a:cubicBezTo>
                  <a:cubicBezTo>
                    <a:pt x="35" y="26"/>
                    <a:pt x="45" y="18"/>
                    <a:pt x="50" y="8"/>
                  </a:cubicBezTo>
                </a:path>
              </a:pathLst>
            </a:custGeom>
            <a:solidFill>
              <a:srgbClr val="6C2D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1353" name="Freeform 627">
              <a:extLst>
                <a:ext uri="{FF2B5EF4-FFF2-40B4-BE49-F238E27FC236}">
                  <a16:creationId xmlns:a16="http://schemas.microsoft.com/office/drawing/2014/main" id="{ADAD66B5-29BE-4152-BA68-30083EED3E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1" y="1841"/>
              <a:ext cx="110" cy="72"/>
            </a:xfrm>
            <a:custGeom>
              <a:avLst/>
              <a:gdLst>
                <a:gd name="T0" fmla="*/ 0 w 104"/>
                <a:gd name="T1" fmla="*/ 80 h 68"/>
                <a:gd name="T2" fmla="*/ 19 w 104"/>
                <a:gd name="T3" fmla="*/ 65 h 68"/>
                <a:gd name="T4" fmla="*/ 37 w 104"/>
                <a:gd name="T5" fmla="*/ 39 h 68"/>
                <a:gd name="T6" fmla="*/ 60 w 104"/>
                <a:gd name="T7" fmla="*/ 1 h 68"/>
                <a:gd name="T8" fmla="*/ 90 w 104"/>
                <a:gd name="T9" fmla="*/ 38 h 68"/>
                <a:gd name="T10" fmla="*/ 123 w 104"/>
                <a:gd name="T11" fmla="*/ 76 h 68"/>
                <a:gd name="T12" fmla="*/ 86 w 104"/>
                <a:gd name="T13" fmla="*/ 53 h 68"/>
                <a:gd name="T14" fmla="*/ 56 w 104"/>
                <a:gd name="T15" fmla="*/ 36 h 68"/>
                <a:gd name="T16" fmla="*/ 32 w 104"/>
                <a:gd name="T17" fmla="*/ 64 h 68"/>
                <a:gd name="T18" fmla="*/ 6 w 104"/>
                <a:gd name="T19" fmla="*/ 78 h 6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04" h="68">
                  <a:moveTo>
                    <a:pt x="0" y="68"/>
                  </a:moveTo>
                  <a:cubicBezTo>
                    <a:pt x="2" y="64"/>
                    <a:pt x="12" y="60"/>
                    <a:pt x="16" y="55"/>
                  </a:cubicBezTo>
                  <a:cubicBezTo>
                    <a:pt x="23" y="48"/>
                    <a:pt x="26" y="41"/>
                    <a:pt x="31" y="33"/>
                  </a:cubicBezTo>
                  <a:cubicBezTo>
                    <a:pt x="35" y="25"/>
                    <a:pt x="41" y="3"/>
                    <a:pt x="51" y="1"/>
                  </a:cubicBezTo>
                  <a:cubicBezTo>
                    <a:pt x="60" y="0"/>
                    <a:pt x="71" y="25"/>
                    <a:pt x="76" y="32"/>
                  </a:cubicBezTo>
                  <a:cubicBezTo>
                    <a:pt x="84" y="43"/>
                    <a:pt x="94" y="59"/>
                    <a:pt x="104" y="64"/>
                  </a:cubicBezTo>
                  <a:cubicBezTo>
                    <a:pt x="94" y="62"/>
                    <a:pt x="81" y="51"/>
                    <a:pt x="73" y="44"/>
                  </a:cubicBezTo>
                  <a:cubicBezTo>
                    <a:pt x="65" y="37"/>
                    <a:pt x="58" y="24"/>
                    <a:pt x="47" y="30"/>
                  </a:cubicBezTo>
                  <a:cubicBezTo>
                    <a:pt x="38" y="35"/>
                    <a:pt x="34" y="47"/>
                    <a:pt x="26" y="54"/>
                  </a:cubicBezTo>
                  <a:cubicBezTo>
                    <a:pt x="20" y="58"/>
                    <a:pt x="12" y="64"/>
                    <a:pt x="6" y="66"/>
                  </a:cubicBezTo>
                </a:path>
              </a:pathLst>
            </a:custGeom>
            <a:solidFill>
              <a:srgbClr val="6C2D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1354" name="Freeform 628">
              <a:extLst>
                <a:ext uri="{FF2B5EF4-FFF2-40B4-BE49-F238E27FC236}">
                  <a16:creationId xmlns:a16="http://schemas.microsoft.com/office/drawing/2014/main" id="{5FBCA79E-D482-423F-B1A9-2B26DE7FAD5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1" y="1996"/>
              <a:ext cx="608" cy="87"/>
            </a:xfrm>
            <a:custGeom>
              <a:avLst/>
              <a:gdLst>
                <a:gd name="T0" fmla="*/ 0 w 576"/>
                <a:gd name="T1" fmla="*/ 0 h 82"/>
                <a:gd name="T2" fmla="*/ 165 w 576"/>
                <a:gd name="T3" fmla="*/ 56 h 82"/>
                <a:gd name="T4" fmla="*/ 474 w 576"/>
                <a:gd name="T5" fmla="*/ 50 h 82"/>
                <a:gd name="T6" fmla="*/ 678 w 576"/>
                <a:gd name="T7" fmla="*/ 31 h 82"/>
                <a:gd name="T8" fmla="*/ 498 w 576"/>
                <a:gd name="T9" fmla="*/ 76 h 82"/>
                <a:gd name="T10" fmla="*/ 226 w 576"/>
                <a:gd name="T11" fmla="*/ 79 h 82"/>
                <a:gd name="T12" fmla="*/ 0 w 576"/>
                <a:gd name="T13" fmla="*/ 0 h 8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76" h="82">
                  <a:moveTo>
                    <a:pt x="0" y="0"/>
                  </a:moveTo>
                  <a:cubicBezTo>
                    <a:pt x="0" y="0"/>
                    <a:pt x="90" y="50"/>
                    <a:pt x="140" y="47"/>
                  </a:cubicBezTo>
                  <a:cubicBezTo>
                    <a:pt x="189" y="44"/>
                    <a:pt x="334" y="19"/>
                    <a:pt x="403" y="41"/>
                  </a:cubicBezTo>
                  <a:cubicBezTo>
                    <a:pt x="472" y="64"/>
                    <a:pt x="535" y="46"/>
                    <a:pt x="576" y="25"/>
                  </a:cubicBezTo>
                  <a:cubicBezTo>
                    <a:pt x="576" y="25"/>
                    <a:pt x="486" y="82"/>
                    <a:pt x="423" y="64"/>
                  </a:cubicBezTo>
                  <a:cubicBezTo>
                    <a:pt x="359" y="47"/>
                    <a:pt x="239" y="52"/>
                    <a:pt x="192" y="66"/>
                  </a:cubicBezTo>
                  <a:cubicBezTo>
                    <a:pt x="146" y="81"/>
                    <a:pt x="82" y="54"/>
                    <a:pt x="0" y="0"/>
                  </a:cubicBezTo>
                  <a:close/>
                </a:path>
              </a:pathLst>
            </a:custGeom>
            <a:solidFill>
              <a:srgbClr val="6C2D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1355" name="Freeform 629">
              <a:extLst>
                <a:ext uri="{FF2B5EF4-FFF2-40B4-BE49-F238E27FC236}">
                  <a16:creationId xmlns:a16="http://schemas.microsoft.com/office/drawing/2014/main" id="{D91F0FD5-E060-4B58-8C8A-366C503DD5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8" y="2245"/>
              <a:ext cx="69" cy="143"/>
            </a:xfrm>
            <a:custGeom>
              <a:avLst/>
              <a:gdLst>
                <a:gd name="T0" fmla="*/ 38 w 65"/>
                <a:gd name="T1" fmla="*/ 0 h 135"/>
                <a:gd name="T2" fmla="*/ 3 w 65"/>
                <a:gd name="T3" fmla="*/ 49 h 135"/>
                <a:gd name="T4" fmla="*/ 3 w 65"/>
                <a:gd name="T5" fmla="*/ 105 h 135"/>
                <a:gd name="T6" fmla="*/ 5 w 65"/>
                <a:gd name="T7" fmla="*/ 160 h 135"/>
                <a:gd name="T8" fmla="*/ 12 w 65"/>
                <a:gd name="T9" fmla="*/ 109 h 135"/>
                <a:gd name="T10" fmla="*/ 19 w 65"/>
                <a:gd name="T11" fmla="*/ 59 h 135"/>
                <a:gd name="T12" fmla="*/ 50 w 65"/>
                <a:gd name="T13" fmla="*/ 41 h 135"/>
                <a:gd name="T14" fmla="*/ 77 w 65"/>
                <a:gd name="T15" fmla="*/ 36 h 135"/>
                <a:gd name="T16" fmla="*/ 44 w 65"/>
                <a:gd name="T17" fmla="*/ 2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5" h="135">
                  <a:moveTo>
                    <a:pt x="32" y="0"/>
                  </a:moveTo>
                  <a:cubicBezTo>
                    <a:pt x="13" y="6"/>
                    <a:pt x="6" y="23"/>
                    <a:pt x="3" y="41"/>
                  </a:cubicBezTo>
                  <a:cubicBezTo>
                    <a:pt x="0" y="56"/>
                    <a:pt x="1" y="72"/>
                    <a:pt x="3" y="88"/>
                  </a:cubicBezTo>
                  <a:cubicBezTo>
                    <a:pt x="4" y="102"/>
                    <a:pt x="0" y="122"/>
                    <a:pt x="5" y="135"/>
                  </a:cubicBezTo>
                  <a:cubicBezTo>
                    <a:pt x="5" y="121"/>
                    <a:pt x="6" y="106"/>
                    <a:pt x="9" y="92"/>
                  </a:cubicBezTo>
                  <a:cubicBezTo>
                    <a:pt x="11" y="79"/>
                    <a:pt x="9" y="61"/>
                    <a:pt x="16" y="50"/>
                  </a:cubicBezTo>
                  <a:cubicBezTo>
                    <a:pt x="21" y="41"/>
                    <a:pt x="30" y="35"/>
                    <a:pt x="41" y="35"/>
                  </a:cubicBezTo>
                  <a:cubicBezTo>
                    <a:pt x="51" y="35"/>
                    <a:pt x="56" y="38"/>
                    <a:pt x="65" y="30"/>
                  </a:cubicBezTo>
                  <a:cubicBezTo>
                    <a:pt x="45" y="28"/>
                    <a:pt x="37" y="24"/>
                    <a:pt x="37" y="2"/>
                  </a:cubicBezTo>
                </a:path>
              </a:pathLst>
            </a:custGeom>
            <a:solidFill>
              <a:srgbClr val="6C2D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1356" name="Freeform 630">
              <a:extLst>
                <a:ext uri="{FF2B5EF4-FFF2-40B4-BE49-F238E27FC236}">
                  <a16:creationId xmlns:a16="http://schemas.microsoft.com/office/drawing/2014/main" id="{1F006151-A1DC-4497-A979-A6AF1BDD430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9" y="2295"/>
              <a:ext cx="122" cy="93"/>
            </a:xfrm>
            <a:custGeom>
              <a:avLst/>
              <a:gdLst>
                <a:gd name="T0" fmla="*/ 1 w 116"/>
                <a:gd name="T1" fmla="*/ 83 h 88"/>
                <a:gd name="T2" fmla="*/ 0 w 116"/>
                <a:gd name="T3" fmla="*/ 0 h 88"/>
                <a:gd name="T4" fmla="*/ 21 w 116"/>
                <a:gd name="T5" fmla="*/ 33 h 88"/>
                <a:gd name="T6" fmla="*/ 50 w 116"/>
                <a:gd name="T7" fmla="*/ 55 h 88"/>
                <a:gd name="T8" fmla="*/ 135 w 116"/>
                <a:gd name="T9" fmla="*/ 63 h 88"/>
                <a:gd name="T10" fmla="*/ 61 w 116"/>
                <a:gd name="T11" fmla="*/ 70 h 88"/>
                <a:gd name="T12" fmla="*/ 25 w 116"/>
                <a:gd name="T13" fmla="*/ 72 h 88"/>
                <a:gd name="T14" fmla="*/ 4 w 116"/>
                <a:gd name="T15" fmla="*/ 104 h 8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6" h="88">
                  <a:moveTo>
                    <a:pt x="1" y="71"/>
                  </a:moveTo>
                  <a:cubicBezTo>
                    <a:pt x="3" y="46"/>
                    <a:pt x="3" y="24"/>
                    <a:pt x="0" y="0"/>
                  </a:cubicBezTo>
                  <a:cubicBezTo>
                    <a:pt x="7" y="6"/>
                    <a:pt x="12" y="19"/>
                    <a:pt x="18" y="27"/>
                  </a:cubicBezTo>
                  <a:cubicBezTo>
                    <a:pt x="25" y="36"/>
                    <a:pt x="34" y="41"/>
                    <a:pt x="44" y="46"/>
                  </a:cubicBezTo>
                  <a:cubicBezTo>
                    <a:pt x="67" y="56"/>
                    <a:pt x="91" y="55"/>
                    <a:pt x="116" y="54"/>
                  </a:cubicBezTo>
                  <a:cubicBezTo>
                    <a:pt x="100" y="65"/>
                    <a:pt x="70" y="63"/>
                    <a:pt x="52" y="59"/>
                  </a:cubicBezTo>
                  <a:cubicBezTo>
                    <a:pt x="40" y="56"/>
                    <a:pt x="33" y="54"/>
                    <a:pt x="22" y="61"/>
                  </a:cubicBezTo>
                  <a:cubicBezTo>
                    <a:pt x="13" y="67"/>
                    <a:pt x="2" y="76"/>
                    <a:pt x="4" y="88"/>
                  </a:cubicBezTo>
                </a:path>
              </a:pathLst>
            </a:custGeom>
            <a:solidFill>
              <a:srgbClr val="6C2D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1357" name="Freeform 631">
              <a:extLst>
                <a:ext uri="{FF2B5EF4-FFF2-40B4-BE49-F238E27FC236}">
                  <a16:creationId xmlns:a16="http://schemas.microsoft.com/office/drawing/2014/main" id="{89EEECAA-EE1D-45EF-9349-C955725D57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4" y="2304"/>
              <a:ext cx="100" cy="60"/>
            </a:xfrm>
            <a:custGeom>
              <a:avLst/>
              <a:gdLst>
                <a:gd name="T0" fmla="*/ 105 w 95"/>
                <a:gd name="T1" fmla="*/ 0 h 57"/>
                <a:gd name="T2" fmla="*/ 51 w 95"/>
                <a:gd name="T3" fmla="*/ 47 h 57"/>
                <a:gd name="T4" fmla="*/ 25 w 95"/>
                <a:gd name="T5" fmla="*/ 55 h 57"/>
                <a:gd name="T6" fmla="*/ 0 w 95"/>
                <a:gd name="T7" fmla="*/ 61 h 57"/>
                <a:gd name="T8" fmla="*/ 63 w 95"/>
                <a:gd name="T9" fmla="*/ 58 h 57"/>
                <a:gd name="T10" fmla="*/ 107 w 95"/>
                <a:gd name="T11" fmla="*/ 58 h 57"/>
                <a:gd name="T12" fmla="*/ 105 w 95"/>
                <a:gd name="T13" fmla="*/ 2 h 5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5" h="57">
                  <a:moveTo>
                    <a:pt x="90" y="0"/>
                  </a:moveTo>
                  <a:cubicBezTo>
                    <a:pt x="74" y="14"/>
                    <a:pt x="65" y="31"/>
                    <a:pt x="44" y="41"/>
                  </a:cubicBezTo>
                  <a:cubicBezTo>
                    <a:pt x="37" y="44"/>
                    <a:pt x="29" y="46"/>
                    <a:pt x="22" y="47"/>
                  </a:cubicBezTo>
                  <a:cubicBezTo>
                    <a:pt x="16" y="48"/>
                    <a:pt x="4" y="49"/>
                    <a:pt x="0" y="52"/>
                  </a:cubicBezTo>
                  <a:cubicBezTo>
                    <a:pt x="12" y="57"/>
                    <a:pt x="43" y="53"/>
                    <a:pt x="54" y="49"/>
                  </a:cubicBezTo>
                  <a:cubicBezTo>
                    <a:pt x="70" y="44"/>
                    <a:pt x="77" y="37"/>
                    <a:pt x="92" y="49"/>
                  </a:cubicBezTo>
                  <a:cubicBezTo>
                    <a:pt x="95" y="35"/>
                    <a:pt x="90" y="17"/>
                    <a:pt x="90" y="2"/>
                  </a:cubicBezTo>
                </a:path>
              </a:pathLst>
            </a:custGeom>
            <a:solidFill>
              <a:srgbClr val="6C2D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1358" name="Freeform 632">
              <a:extLst>
                <a:ext uri="{FF2B5EF4-FFF2-40B4-BE49-F238E27FC236}">
                  <a16:creationId xmlns:a16="http://schemas.microsoft.com/office/drawing/2014/main" id="{DF809FC1-2FD4-4F71-94EF-F9295AA0AB3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0" y="2380"/>
              <a:ext cx="169" cy="93"/>
            </a:xfrm>
            <a:custGeom>
              <a:avLst/>
              <a:gdLst>
                <a:gd name="T0" fmla="*/ 71 w 160"/>
                <a:gd name="T1" fmla="*/ 104 h 88"/>
                <a:gd name="T2" fmla="*/ 130 w 160"/>
                <a:gd name="T3" fmla="*/ 83 h 88"/>
                <a:gd name="T4" fmla="*/ 189 w 160"/>
                <a:gd name="T5" fmla="*/ 85 h 88"/>
                <a:gd name="T6" fmla="*/ 97 w 160"/>
                <a:gd name="T7" fmla="*/ 57 h 88"/>
                <a:gd name="T8" fmla="*/ 0 w 160"/>
                <a:gd name="T9" fmla="*/ 0 h 88"/>
                <a:gd name="T10" fmla="*/ 40 w 160"/>
                <a:gd name="T11" fmla="*/ 35 h 88"/>
                <a:gd name="T12" fmla="*/ 67 w 160"/>
                <a:gd name="T13" fmla="*/ 58 h 88"/>
                <a:gd name="T14" fmla="*/ 77 w 160"/>
                <a:gd name="T15" fmla="*/ 98 h 8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0" h="88">
                  <a:moveTo>
                    <a:pt x="60" y="88"/>
                  </a:moveTo>
                  <a:cubicBezTo>
                    <a:pt x="74" y="77"/>
                    <a:pt x="92" y="72"/>
                    <a:pt x="110" y="71"/>
                  </a:cubicBezTo>
                  <a:cubicBezTo>
                    <a:pt x="126" y="70"/>
                    <a:pt x="146" y="66"/>
                    <a:pt x="160" y="72"/>
                  </a:cubicBezTo>
                  <a:cubicBezTo>
                    <a:pt x="134" y="66"/>
                    <a:pt x="108" y="56"/>
                    <a:pt x="82" y="48"/>
                  </a:cubicBezTo>
                  <a:cubicBezTo>
                    <a:pt x="51" y="38"/>
                    <a:pt x="23" y="22"/>
                    <a:pt x="0" y="0"/>
                  </a:cubicBezTo>
                  <a:cubicBezTo>
                    <a:pt x="13" y="8"/>
                    <a:pt x="22" y="20"/>
                    <a:pt x="34" y="29"/>
                  </a:cubicBezTo>
                  <a:cubicBezTo>
                    <a:pt x="42" y="36"/>
                    <a:pt x="51" y="41"/>
                    <a:pt x="57" y="49"/>
                  </a:cubicBezTo>
                  <a:cubicBezTo>
                    <a:pt x="64" y="60"/>
                    <a:pt x="65" y="71"/>
                    <a:pt x="65" y="83"/>
                  </a:cubicBezTo>
                </a:path>
              </a:pathLst>
            </a:custGeom>
            <a:solidFill>
              <a:srgbClr val="6C2D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1359" name="Freeform 633">
              <a:extLst>
                <a:ext uri="{FF2B5EF4-FFF2-40B4-BE49-F238E27FC236}">
                  <a16:creationId xmlns:a16="http://schemas.microsoft.com/office/drawing/2014/main" id="{1A47BEE7-439F-445D-9F0D-048507987EA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4" y="2474"/>
              <a:ext cx="160" cy="156"/>
            </a:xfrm>
            <a:custGeom>
              <a:avLst/>
              <a:gdLst>
                <a:gd name="T0" fmla="*/ 0 w 152"/>
                <a:gd name="T1" fmla="*/ 6 h 148"/>
                <a:gd name="T2" fmla="*/ 81 w 152"/>
                <a:gd name="T3" fmla="*/ 8 h 148"/>
                <a:gd name="T4" fmla="*/ 141 w 152"/>
                <a:gd name="T5" fmla="*/ 28 h 148"/>
                <a:gd name="T6" fmla="*/ 154 w 152"/>
                <a:gd name="T7" fmla="*/ 173 h 148"/>
                <a:gd name="T8" fmla="*/ 108 w 152"/>
                <a:gd name="T9" fmla="*/ 36 h 148"/>
                <a:gd name="T10" fmla="*/ 3 w 152"/>
                <a:gd name="T11" fmla="*/ 14 h 14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2" h="148">
                  <a:moveTo>
                    <a:pt x="0" y="6"/>
                  </a:moveTo>
                  <a:cubicBezTo>
                    <a:pt x="19" y="0"/>
                    <a:pt x="49" y="6"/>
                    <a:pt x="69" y="8"/>
                  </a:cubicBezTo>
                  <a:cubicBezTo>
                    <a:pt x="84" y="10"/>
                    <a:pt x="110" y="13"/>
                    <a:pt x="121" y="25"/>
                  </a:cubicBezTo>
                  <a:cubicBezTo>
                    <a:pt x="152" y="58"/>
                    <a:pt x="110" y="113"/>
                    <a:pt x="132" y="148"/>
                  </a:cubicBezTo>
                  <a:cubicBezTo>
                    <a:pt x="112" y="111"/>
                    <a:pt x="139" y="50"/>
                    <a:pt x="93" y="30"/>
                  </a:cubicBezTo>
                  <a:cubicBezTo>
                    <a:pt x="65" y="17"/>
                    <a:pt x="28" y="27"/>
                    <a:pt x="3" y="11"/>
                  </a:cubicBezTo>
                </a:path>
              </a:pathLst>
            </a:custGeom>
            <a:solidFill>
              <a:srgbClr val="6C2D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1360" name="Freeform 634">
              <a:extLst>
                <a:ext uri="{FF2B5EF4-FFF2-40B4-BE49-F238E27FC236}">
                  <a16:creationId xmlns:a16="http://schemas.microsoft.com/office/drawing/2014/main" id="{A0519535-B6BF-4DFB-8F95-DC4263FBD5A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8" y="2654"/>
              <a:ext cx="126" cy="163"/>
            </a:xfrm>
            <a:custGeom>
              <a:avLst/>
              <a:gdLst>
                <a:gd name="T0" fmla="*/ 0 w 119"/>
                <a:gd name="T1" fmla="*/ 115 h 155"/>
                <a:gd name="T2" fmla="*/ 54 w 119"/>
                <a:gd name="T3" fmla="*/ 155 h 155"/>
                <a:gd name="T4" fmla="*/ 79 w 119"/>
                <a:gd name="T5" fmla="*/ 171 h 155"/>
                <a:gd name="T6" fmla="*/ 101 w 119"/>
                <a:gd name="T7" fmla="*/ 168 h 155"/>
                <a:gd name="T8" fmla="*/ 127 w 119"/>
                <a:gd name="T9" fmla="*/ 100 h 155"/>
                <a:gd name="T10" fmla="*/ 128 w 119"/>
                <a:gd name="T11" fmla="*/ 37 h 155"/>
                <a:gd name="T12" fmla="*/ 110 w 119"/>
                <a:gd name="T13" fmla="*/ 30 h 155"/>
                <a:gd name="T14" fmla="*/ 104 w 119"/>
                <a:gd name="T15" fmla="*/ 25 h 155"/>
                <a:gd name="T16" fmla="*/ 93 w 119"/>
                <a:gd name="T17" fmla="*/ 25 h 155"/>
                <a:gd name="T18" fmla="*/ 54 w 119"/>
                <a:gd name="T19" fmla="*/ 0 h 155"/>
                <a:gd name="T20" fmla="*/ 87 w 119"/>
                <a:gd name="T21" fmla="*/ 42 h 155"/>
                <a:gd name="T22" fmla="*/ 103 w 119"/>
                <a:gd name="T23" fmla="*/ 64 h 155"/>
                <a:gd name="T24" fmla="*/ 96 w 119"/>
                <a:gd name="T25" fmla="*/ 99 h 155"/>
                <a:gd name="T26" fmla="*/ 64 w 119"/>
                <a:gd name="T27" fmla="*/ 141 h 155"/>
                <a:gd name="T28" fmla="*/ 4 w 119"/>
                <a:gd name="T29" fmla="*/ 116 h 155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19" h="155">
                  <a:moveTo>
                    <a:pt x="0" y="99"/>
                  </a:moveTo>
                  <a:cubicBezTo>
                    <a:pt x="15" y="110"/>
                    <a:pt x="30" y="122"/>
                    <a:pt x="45" y="133"/>
                  </a:cubicBezTo>
                  <a:cubicBezTo>
                    <a:pt x="51" y="138"/>
                    <a:pt x="60" y="143"/>
                    <a:pt x="67" y="147"/>
                  </a:cubicBezTo>
                  <a:cubicBezTo>
                    <a:pt x="77" y="152"/>
                    <a:pt x="78" y="155"/>
                    <a:pt x="85" y="145"/>
                  </a:cubicBezTo>
                  <a:cubicBezTo>
                    <a:pt x="97" y="130"/>
                    <a:pt x="101" y="105"/>
                    <a:pt x="107" y="86"/>
                  </a:cubicBezTo>
                  <a:cubicBezTo>
                    <a:pt x="111" y="70"/>
                    <a:pt x="119" y="46"/>
                    <a:pt x="108" y="31"/>
                  </a:cubicBezTo>
                  <a:cubicBezTo>
                    <a:pt x="101" y="35"/>
                    <a:pt x="99" y="30"/>
                    <a:pt x="93" y="27"/>
                  </a:cubicBezTo>
                  <a:cubicBezTo>
                    <a:pt x="90" y="25"/>
                    <a:pt x="92" y="23"/>
                    <a:pt x="88" y="22"/>
                  </a:cubicBezTo>
                  <a:cubicBezTo>
                    <a:pt x="86" y="21"/>
                    <a:pt x="80" y="22"/>
                    <a:pt x="78" y="22"/>
                  </a:cubicBezTo>
                  <a:cubicBezTo>
                    <a:pt x="63" y="20"/>
                    <a:pt x="53" y="10"/>
                    <a:pt x="45" y="0"/>
                  </a:cubicBezTo>
                  <a:cubicBezTo>
                    <a:pt x="52" y="15"/>
                    <a:pt x="61" y="26"/>
                    <a:pt x="73" y="36"/>
                  </a:cubicBezTo>
                  <a:cubicBezTo>
                    <a:pt x="80" y="42"/>
                    <a:pt x="85" y="45"/>
                    <a:pt x="87" y="55"/>
                  </a:cubicBezTo>
                  <a:cubicBezTo>
                    <a:pt x="89" y="65"/>
                    <a:pt x="83" y="75"/>
                    <a:pt x="81" y="85"/>
                  </a:cubicBezTo>
                  <a:cubicBezTo>
                    <a:pt x="78" y="103"/>
                    <a:pt x="76" y="124"/>
                    <a:pt x="54" y="121"/>
                  </a:cubicBezTo>
                  <a:cubicBezTo>
                    <a:pt x="35" y="119"/>
                    <a:pt x="21" y="104"/>
                    <a:pt x="4" y="100"/>
                  </a:cubicBezTo>
                </a:path>
              </a:pathLst>
            </a:custGeom>
            <a:solidFill>
              <a:srgbClr val="6C2D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1361" name="Freeform 635">
              <a:extLst>
                <a:ext uri="{FF2B5EF4-FFF2-40B4-BE49-F238E27FC236}">
                  <a16:creationId xmlns:a16="http://schemas.microsoft.com/office/drawing/2014/main" id="{1A33F18B-40C2-4175-8EF4-0607D1720A1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0" y="2757"/>
              <a:ext cx="181" cy="324"/>
            </a:xfrm>
            <a:custGeom>
              <a:avLst/>
              <a:gdLst>
                <a:gd name="T0" fmla="*/ 142 w 171"/>
                <a:gd name="T1" fmla="*/ 38 h 307"/>
                <a:gd name="T2" fmla="*/ 134 w 171"/>
                <a:gd name="T3" fmla="*/ 70 h 307"/>
                <a:gd name="T4" fmla="*/ 85 w 171"/>
                <a:gd name="T5" fmla="*/ 47 h 307"/>
                <a:gd name="T6" fmla="*/ 127 w 171"/>
                <a:gd name="T7" fmla="*/ 82 h 307"/>
                <a:gd name="T8" fmla="*/ 138 w 171"/>
                <a:gd name="T9" fmla="*/ 133 h 307"/>
                <a:gd name="T10" fmla="*/ 126 w 171"/>
                <a:gd name="T11" fmla="*/ 245 h 307"/>
                <a:gd name="T12" fmla="*/ 88 w 171"/>
                <a:gd name="T13" fmla="*/ 337 h 307"/>
                <a:gd name="T14" fmla="*/ 53 w 171"/>
                <a:gd name="T15" fmla="*/ 341 h 307"/>
                <a:gd name="T16" fmla="*/ 0 w 171"/>
                <a:gd name="T17" fmla="*/ 320 h 307"/>
                <a:gd name="T18" fmla="*/ 74 w 171"/>
                <a:gd name="T19" fmla="*/ 354 h 307"/>
                <a:gd name="T20" fmla="*/ 123 w 171"/>
                <a:gd name="T21" fmla="*/ 303 h 307"/>
                <a:gd name="T22" fmla="*/ 153 w 171"/>
                <a:gd name="T23" fmla="*/ 192 h 307"/>
                <a:gd name="T24" fmla="*/ 179 w 171"/>
                <a:gd name="T25" fmla="*/ 89 h 307"/>
                <a:gd name="T26" fmla="*/ 194 w 171"/>
                <a:gd name="T27" fmla="*/ 47 h 307"/>
                <a:gd name="T28" fmla="*/ 203 w 171"/>
                <a:gd name="T29" fmla="*/ 0 h 307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71" h="307">
                  <a:moveTo>
                    <a:pt x="120" y="32"/>
                  </a:moveTo>
                  <a:cubicBezTo>
                    <a:pt x="122" y="39"/>
                    <a:pt x="135" y="58"/>
                    <a:pt x="113" y="60"/>
                  </a:cubicBezTo>
                  <a:cubicBezTo>
                    <a:pt x="100" y="61"/>
                    <a:pt x="84" y="47"/>
                    <a:pt x="72" y="41"/>
                  </a:cubicBezTo>
                  <a:cubicBezTo>
                    <a:pt x="85" y="49"/>
                    <a:pt x="99" y="58"/>
                    <a:pt x="107" y="70"/>
                  </a:cubicBezTo>
                  <a:cubicBezTo>
                    <a:pt x="115" y="83"/>
                    <a:pt x="116" y="98"/>
                    <a:pt x="116" y="113"/>
                  </a:cubicBezTo>
                  <a:cubicBezTo>
                    <a:pt x="118" y="145"/>
                    <a:pt x="114" y="177"/>
                    <a:pt x="106" y="208"/>
                  </a:cubicBezTo>
                  <a:cubicBezTo>
                    <a:pt x="100" y="233"/>
                    <a:pt x="96" y="269"/>
                    <a:pt x="74" y="286"/>
                  </a:cubicBezTo>
                  <a:cubicBezTo>
                    <a:pt x="65" y="294"/>
                    <a:pt x="55" y="294"/>
                    <a:pt x="44" y="290"/>
                  </a:cubicBezTo>
                  <a:cubicBezTo>
                    <a:pt x="30" y="286"/>
                    <a:pt x="12" y="280"/>
                    <a:pt x="0" y="272"/>
                  </a:cubicBezTo>
                  <a:cubicBezTo>
                    <a:pt x="15" y="287"/>
                    <a:pt x="38" y="307"/>
                    <a:pt x="62" y="300"/>
                  </a:cubicBezTo>
                  <a:cubicBezTo>
                    <a:pt x="81" y="294"/>
                    <a:pt x="96" y="276"/>
                    <a:pt x="104" y="258"/>
                  </a:cubicBezTo>
                  <a:cubicBezTo>
                    <a:pt x="116" y="227"/>
                    <a:pt x="121" y="194"/>
                    <a:pt x="129" y="163"/>
                  </a:cubicBezTo>
                  <a:cubicBezTo>
                    <a:pt x="137" y="134"/>
                    <a:pt x="143" y="104"/>
                    <a:pt x="151" y="76"/>
                  </a:cubicBezTo>
                  <a:cubicBezTo>
                    <a:pt x="154" y="64"/>
                    <a:pt x="159" y="53"/>
                    <a:pt x="163" y="41"/>
                  </a:cubicBezTo>
                  <a:cubicBezTo>
                    <a:pt x="166" y="28"/>
                    <a:pt x="167" y="11"/>
                    <a:pt x="171" y="0"/>
                  </a:cubicBezTo>
                </a:path>
              </a:pathLst>
            </a:custGeom>
            <a:solidFill>
              <a:srgbClr val="6C2D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1362" name="Freeform 636">
              <a:extLst>
                <a:ext uri="{FF2B5EF4-FFF2-40B4-BE49-F238E27FC236}">
                  <a16:creationId xmlns:a16="http://schemas.microsoft.com/office/drawing/2014/main" id="{56679FAA-907C-4932-8E3F-56D89321D5C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6" y="2954"/>
              <a:ext cx="186" cy="136"/>
            </a:xfrm>
            <a:custGeom>
              <a:avLst/>
              <a:gdLst>
                <a:gd name="T0" fmla="*/ 204 w 176"/>
                <a:gd name="T1" fmla="*/ 5 h 128"/>
                <a:gd name="T2" fmla="*/ 163 w 176"/>
                <a:gd name="T3" fmla="*/ 90 h 128"/>
                <a:gd name="T4" fmla="*/ 85 w 176"/>
                <a:gd name="T5" fmla="*/ 87 h 128"/>
                <a:gd name="T6" fmla="*/ 0 w 176"/>
                <a:gd name="T7" fmla="*/ 91 h 128"/>
                <a:gd name="T8" fmla="*/ 71 w 176"/>
                <a:gd name="T9" fmla="*/ 112 h 128"/>
                <a:gd name="T10" fmla="*/ 127 w 176"/>
                <a:gd name="T11" fmla="*/ 139 h 128"/>
                <a:gd name="T12" fmla="*/ 208 w 176"/>
                <a:gd name="T13" fmla="*/ 0 h 1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6" h="128">
                  <a:moveTo>
                    <a:pt x="173" y="5"/>
                  </a:moveTo>
                  <a:cubicBezTo>
                    <a:pt x="165" y="26"/>
                    <a:pt x="157" y="60"/>
                    <a:pt x="138" y="75"/>
                  </a:cubicBezTo>
                  <a:cubicBezTo>
                    <a:pt x="120" y="89"/>
                    <a:pt x="91" y="79"/>
                    <a:pt x="72" y="72"/>
                  </a:cubicBezTo>
                  <a:cubicBezTo>
                    <a:pt x="46" y="61"/>
                    <a:pt x="23" y="60"/>
                    <a:pt x="0" y="76"/>
                  </a:cubicBezTo>
                  <a:cubicBezTo>
                    <a:pt x="19" y="72"/>
                    <a:pt x="44" y="84"/>
                    <a:pt x="60" y="93"/>
                  </a:cubicBezTo>
                  <a:cubicBezTo>
                    <a:pt x="76" y="101"/>
                    <a:pt x="90" y="113"/>
                    <a:pt x="108" y="116"/>
                  </a:cubicBezTo>
                  <a:cubicBezTo>
                    <a:pt x="168" y="128"/>
                    <a:pt x="160" y="32"/>
                    <a:pt x="176" y="0"/>
                  </a:cubicBezTo>
                </a:path>
              </a:pathLst>
            </a:custGeom>
            <a:solidFill>
              <a:srgbClr val="6C2D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1363" name="Freeform 637">
              <a:extLst>
                <a:ext uri="{FF2B5EF4-FFF2-40B4-BE49-F238E27FC236}">
                  <a16:creationId xmlns:a16="http://schemas.microsoft.com/office/drawing/2014/main" id="{59EE1AE5-CFB9-4B2A-8019-764BFCCAA74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6" y="3087"/>
              <a:ext cx="90" cy="43"/>
            </a:xfrm>
            <a:custGeom>
              <a:avLst/>
              <a:gdLst>
                <a:gd name="T0" fmla="*/ 54 w 85"/>
                <a:gd name="T1" fmla="*/ 0 h 40"/>
                <a:gd name="T2" fmla="*/ 82 w 85"/>
                <a:gd name="T3" fmla="*/ 43 h 40"/>
                <a:gd name="T4" fmla="*/ 40 w 85"/>
                <a:gd name="T5" fmla="*/ 46 h 40"/>
                <a:gd name="T6" fmla="*/ 18 w 85"/>
                <a:gd name="T7" fmla="*/ 44 h 40"/>
                <a:gd name="T8" fmla="*/ 0 w 85"/>
                <a:gd name="T9" fmla="*/ 43 h 40"/>
                <a:gd name="T10" fmla="*/ 24 w 85"/>
                <a:gd name="T11" fmla="*/ 37 h 40"/>
                <a:gd name="T12" fmla="*/ 52 w 85"/>
                <a:gd name="T13" fmla="*/ 33 h 40"/>
                <a:gd name="T14" fmla="*/ 54 w 85"/>
                <a:gd name="T15" fmla="*/ 1 h 4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5" h="40">
                  <a:moveTo>
                    <a:pt x="45" y="0"/>
                  </a:moveTo>
                  <a:cubicBezTo>
                    <a:pt x="49" y="6"/>
                    <a:pt x="85" y="23"/>
                    <a:pt x="69" y="34"/>
                  </a:cubicBezTo>
                  <a:cubicBezTo>
                    <a:pt x="62" y="40"/>
                    <a:pt x="43" y="37"/>
                    <a:pt x="34" y="37"/>
                  </a:cubicBezTo>
                  <a:cubicBezTo>
                    <a:pt x="28" y="36"/>
                    <a:pt x="21" y="34"/>
                    <a:pt x="15" y="35"/>
                  </a:cubicBezTo>
                  <a:cubicBezTo>
                    <a:pt x="10" y="35"/>
                    <a:pt x="3" y="37"/>
                    <a:pt x="0" y="34"/>
                  </a:cubicBezTo>
                  <a:cubicBezTo>
                    <a:pt x="6" y="34"/>
                    <a:pt x="14" y="31"/>
                    <a:pt x="21" y="30"/>
                  </a:cubicBezTo>
                  <a:cubicBezTo>
                    <a:pt x="28" y="29"/>
                    <a:pt x="36" y="29"/>
                    <a:pt x="43" y="27"/>
                  </a:cubicBezTo>
                  <a:cubicBezTo>
                    <a:pt x="59" y="22"/>
                    <a:pt x="52" y="11"/>
                    <a:pt x="45" y="1"/>
                  </a:cubicBezTo>
                </a:path>
              </a:pathLst>
            </a:custGeom>
            <a:solidFill>
              <a:srgbClr val="6C2D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1364" name="Freeform 638">
              <a:extLst>
                <a:ext uri="{FF2B5EF4-FFF2-40B4-BE49-F238E27FC236}">
                  <a16:creationId xmlns:a16="http://schemas.microsoft.com/office/drawing/2014/main" id="{E3D3F793-96E9-4C44-8433-7F180E757D8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0" y="3141"/>
              <a:ext cx="178" cy="226"/>
            </a:xfrm>
            <a:custGeom>
              <a:avLst/>
              <a:gdLst>
                <a:gd name="T0" fmla="*/ 0 w 169"/>
                <a:gd name="T1" fmla="*/ 13 h 214"/>
                <a:gd name="T2" fmla="*/ 26 w 169"/>
                <a:gd name="T3" fmla="*/ 5 h 214"/>
                <a:gd name="T4" fmla="*/ 56 w 169"/>
                <a:gd name="T5" fmla="*/ 1 h 214"/>
                <a:gd name="T6" fmla="*/ 111 w 169"/>
                <a:gd name="T7" fmla="*/ 5 h 214"/>
                <a:gd name="T8" fmla="*/ 179 w 169"/>
                <a:gd name="T9" fmla="*/ 23 h 214"/>
                <a:gd name="T10" fmla="*/ 193 w 169"/>
                <a:gd name="T11" fmla="*/ 142 h 214"/>
                <a:gd name="T12" fmla="*/ 189 w 169"/>
                <a:gd name="T13" fmla="*/ 252 h 214"/>
                <a:gd name="T14" fmla="*/ 182 w 169"/>
                <a:gd name="T15" fmla="*/ 193 h 214"/>
                <a:gd name="T16" fmla="*/ 175 w 169"/>
                <a:gd name="T17" fmla="*/ 112 h 214"/>
                <a:gd name="T18" fmla="*/ 172 w 169"/>
                <a:gd name="T19" fmla="*/ 64 h 214"/>
                <a:gd name="T20" fmla="*/ 147 w 169"/>
                <a:gd name="T21" fmla="*/ 44 h 214"/>
                <a:gd name="T22" fmla="*/ 66 w 169"/>
                <a:gd name="T23" fmla="*/ 26 h 214"/>
                <a:gd name="T24" fmla="*/ 9 w 169"/>
                <a:gd name="T25" fmla="*/ 18 h 21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69" h="214">
                  <a:moveTo>
                    <a:pt x="0" y="10"/>
                  </a:moveTo>
                  <a:cubicBezTo>
                    <a:pt x="6" y="12"/>
                    <a:pt x="16" y="6"/>
                    <a:pt x="23" y="5"/>
                  </a:cubicBezTo>
                  <a:cubicBezTo>
                    <a:pt x="31" y="4"/>
                    <a:pt x="39" y="2"/>
                    <a:pt x="47" y="1"/>
                  </a:cubicBezTo>
                  <a:cubicBezTo>
                    <a:pt x="62" y="0"/>
                    <a:pt x="79" y="3"/>
                    <a:pt x="95" y="5"/>
                  </a:cubicBezTo>
                  <a:cubicBezTo>
                    <a:pt x="115" y="8"/>
                    <a:pt x="142" y="1"/>
                    <a:pt x="153" y="20"/>
                  </a:cubicBezTo>
                  <a:cubicBezTo>
                    <a:pt x="169" y="48"/>
                    <a:pt x="163" y="89"/>
                    <a:pt x="165" y="120"/>
                  </a:cubicBezTo>
                  <a:cubicBezTo>
                    <a:pt x="166" y="150"/>
                    <a:pt x="168" y="184"/>
                    <a:pt x="161" y="214"/>
                  </a:cubicBezTo>
                  <a:cubicBezTo>
                    <a:pt x="155" y="198"/>
                    <a:pt x="158" y="180"/>
                    <a:pt x="156" y="164"/>
                  </a:cubicBezTo>
                  <a:cubicBezTo>
                    <a:pt x="153" y="141"/>
                    <a:pt x="151" y="118"/>
                    <a:pt x="150" y="95"/>
                  </a:cubicBezTo>
                  <a:cubicBezTo>
                    <a:pt x="149" y="82"/>
                    <a:pt x="151" y="67"/>
                    <a:pt x="147" y="55"/>
                  </a:cubicBezTo>
                  <a:cubicBezTo>
                    <a:pt x="143" y="44"/>
                    <a:pt x="136" y="42"/>
                    <a:pt x="126" y="38"/>
                  </a:cubicBezTo>
                  <a:cubicBezTo>
                    <a:pt x="105" y="30"/>
                    <a:pt x="79" y="25"/>
                    <a:pt x="57" y="23"/>
                  </a:cubicBezTo>
                  <a:cubicBezTo>
                    <a:pt x="47" y="22"/>
                    <a:pt x="14" y="24"/>
                    <a:pt x="9" y="15"/>
                  </a:cubicBezTo>
                </a:path>
              </a:pathLst>
            </a:custGeom>
            <a:solidFill>
              <a:srgbClr val="6C2D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1365" name="Freeform 639">
              <a:extLst>
                <a:ext uri="{FF2B5EF4-FFF2-40B4-BE49-F238E27FC236}">
                  <a16:creationId xmlns:a16="http://schemas.microsoft.com/office/drawing/2014/main" id="{B9A554F1-6064-4B83-AE84-BDF7189FBC8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6" y="3212"/>
              <a:ext cx="215" cy="458"/>
            </a:xfrm>
            <a:custGeom>
              <a:avLst/>
              <a:gdLst>
                <a:gd name="T0" fmla="*/ 227 w 204"/>
                <a:gd name="T1" fmla="*/ 56 h 434"/>
                <a:gd name="T2" fmla="*/ 235 w 204"/>
                <a:gd name="T3" fmla="*/ 148 h 434"/>
                <a:gd name="T4" fmla="*/ 214 w 204"/>
                <a:gd name="T5" fmla="*/ 264 h 434"/>
                <a:gd name="T6" fmla="*/ 194 w 204"/>
                <a:gd name="T7" fmla="*/ 322 h 434"/>
                <a:gd name="T8" fmla="*/ 162 w 204"/>
                <a:gd name="T9" fmla="*/ 369 h 434"/>
                <a:gd name="T10" fmla="*/ 95 w 204"/>
                <a:gd name="T11" fmla="*/ 459 h 434"/>
                <a:gd name="T12" fmla="*/ 69 w 204"/>
                <a:gd name="T13" fmla="*/ 484 h 434"/>
                <a:gd name="T14" fmla="*/ 47 w 204"/>
                <a:gd name="T15" fmla="*/ 502 h 434"/>
                <a:gd name="T16" fmla="*/ 0 w 204"/>
                <a:gd name="T17" fmla="*/ 495 h 434"/>
                <a:gd name="T18" fmla="*/ 44 w 204"/>
                <a:gd name="T19" fmla="*/ 485 h 434"/>
                <a:gd name="T20" fmla="*/ 99 w 204"/>
                <a:gd name="T21" fmla="*/ 418 h 434"/>
                <a:gd name="T22" fmla="*/ 146 w 204"/>
                <a:gd name="T23" fmla="*/ 342 h 434"/>
                <a:gd name="T24" fmla="*/ 189 w 204"/>
                <a:gd name="T25" fmla="*/ 267 h 434"/>
                <a:gd name="T26" fmla="*/ 218 w 204"/>
                <a:gd name="T27" fmla="*/ 135 h 434"/>
                <a:gd name="T28" fmla="*/ 215 w 204"/>
                <a:gd name="T29" fmla="*/ 64 h 434"/>
                <a:gd name="T30" fmla="*/ 215 w 204"/>
                <a:gd name="T31" fmla="*/ 32 h 434"/>
                <a:gd name="T32" fmla="*/ 215 w 204"/>
                <a:gd name="T33" fmla="*/ 2 h 434"/>
                <a:gd name="T34" fmla="*/ 217 w 204"/>
                <a:gd name="T35" fmla="*/ 0 h 434"/>
                <a:gd name="T36" fmla="*/ 221 w 204"/>
                <a:gd name="T37" fmla="*/ 22 h 434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204" h="434">
                  <a:moveTo>
                    <a:pt x="194" y="47"/>
                  </a:moveTo>
                  <a:cubicBezTo>
                    <a:pt x="195" y="73"/>
                    <a:pt x="199" y="100"/>
                    <a:pt x="201" y="126"/>
                  </a:cubicBezTo>
                  <a:cubicBezTo>
                    <a:pt x="204" y="158"/>
                    <a:pt x="192" y="194"/>
                    <a:pt x="183" y="225"/>
                  </a:cubicBezTo>
                  <a:cubicBezTo>
                    <a:pt x="178" y="241"/>
                    <a:pt x="173" y="259"/>
                    <a:pt x="166" y="274"/>
                  </a:cubicBezTo>
                  <a:cubicBezTo>
                    <a:pt x="159" y="288"/>
                    <a:pt x="148" y="302"/>
                    <a:pt x="139" y="315"/>
                  </a:cubicBezTo>
                  <a:cubicBezTo>
                    <a:pt x="121" y="340"/>
                    <a:pt x="101" y="367"/>
                    <a:pt x="81" y="390"/>
                  </a:cubicBezTo>
                  <a:cubicBezTo>
                    <a:pt x="74" y="398"/>
                    <a:pt x="66" y="406"/>
                    <a:pt x="59" y="412"/>
                  </a:cubicBezTo>
                  <a:cubicBezTo>
                    <a:pt x="53" y="416"/>
                    <a:pt x="47" y="424"/>
                    <a:pt x="41" y="427"/>
                  </a:cubicBezTo>
                  <a:cubicBezTo>
                    <a:pt x="30" y="434"/>
                    <a:pt x="12" y="423"/>
                    <a:pt x="0" y="421"/>
                  </a:cubicBezTo>
                  <a:cubicBezTo>
                    <a:pt x="13" y="419"/>
                    <a:pt x="27" y="420"/>
                    <a:pt x="38" y="413"/>
                  </a:cubicBezTo>
                  <a:cubicBezTo>
                    <a:pt x="58" y="400"/>
                    <a:pt x="73" y="375"/>
                    <a:pt x="84" y="355"/>
                  </a:cubicBezTo>
                  <a:cubicBezTo>
                    <a:pt x="97" y="333"/>
                    <a:pt x="113" y="313"/>
                    <a:pt x="125" y="291"/>
                  </a:cubicBezTo>
                  <a:cubicBezTo>
                    <a:pt x="136" y="269"/>
                    <a:pt x="150" y="248"/>
                    <a:pt x="161" y="227"/>
                  </a:cubicBezTo>
                  <a:cubicBezTo>
                    <a:pt x="178" y="194"/>
                    <a:pt x="190" y="152"/>
                    <a:pt x="186" y="115"/>
                  </a:cubicBezTo>
                  <a:cubicBezTo>
                    <a:pt x="184" y="95"/>
                    <a:pt x="183" y="76"/>
                    <a:pt x="184" y="55"/>
                  </a:cubicBezTo>
                  <a:cubicBezTo>
                    <a:pt x="185" y="46"/>
                    <a:pt x="185" y="36"/>
                    <a:pt x="184" y="27"/>
                  </a:cubicBezTo>
                  <a:cubicBezTo>
                    <a:pt x="184" y="22"/>
                    <a:pt x="181" y="5"/>
                    <a:pt x="184" y="2"/>
                  </a:cubicBezTo>
                  <a:cubicBezTo>
                    <a:pt x="185" y="1"/>
                    <a:pt x="185" y="1"/>
                    <a:pt x="185" y="0"/>
                  </a:cubicBezTo>
                  <a:cubicBezTo>
                    <a:pt x="188" y="5"/>
                    <a:pt x="188" y="18"/>
                    <a:pt x="189" y="19"/>
                  </a:cubicBezTo>
                </a:path>
              </a:pathLst>
            </a:custGeom>
            <a:solidFill>
              <a:srgbClr val="6C2D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1366" name="Freeform 640">
              <a:extLst>
                <a:ext uri="{FF2B5EF4-FFF2-40B4-BE49-F238E27FC236}">
                  <a16:creationId xmlns:a16="http://schemas.microsoft.com/office/drawing/2014/main" id="{352463A3-DC48-457A-B6A0-F6E1A0C834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5" y="3078"/>
              <a:ext cx="179" cy="50"/>
            </a:xfrm>
            <a:custGeom>
              <a:avLst/>
              <a:gdLst>
                <a:gd name="T0" fmla="*/ 0 w 170"/>
                <a:gd name="T1" fmla="*/ 0 h 47"/>
                <a:gd name="T2" fmla="*/ 48 w 170"/>
                <a:gd name="T3" fmla="*/ 21 h 47"/>
                <a:gd name="T4" fmla="*/ 102 w 170"/>
                <a:gd name="T5" fmla="*/ 38 h 47"/>
                <a:gd name="T6" fmla="*/ 198 w 170"/>
                <a:gd name="T7" fmla="*/ 37 h 47"/>
                <a:gd name="T8" fmla="*/ 96 w 170"/>
                <a:gd name="T9" fmla="*/ 47 h 47"/>
                <a:gd name="T10" fmla="*/ 42 w 170"/>
                <a:gd name="T11" fmla="*/ 37 h 47"/>
                <a:gd name="T12" fmla="*/ 2 w 170"/>
                <a:gd name="T13" fmla="*/ 6 h 4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0" h="47">
                  <a:moveTo>
                    <a:pt x="0" y="0"/>
                  </a:moveTo>
                  <a:cubicBezTo>
                    <a:pt x="13" y="6"/>
                    <a:pt x="29" y="11"/>
                    <a:pt x="42" y="18"/>
                  </a:cubicBezTo>
                  <a:cubicBezTo>
                    <a:pt x="56" y="25"/>
                    <a:pt x="72" y="28"/>
                    <a:pt x="87" y="32"/>
                  </a:cubicBezTo>
                  <a:cubicBezTo>
                    <a:pt x="116" y="41"/>
                    <a:pt x="141" y="36"/>
                    <a:pt x="170" y="31"/>
                  </a:cubicBezTo>
                  <a:cubicBezTo>
                    <a:pt x="143" y="47"/>
                    <a:pt x="112" y="39"/>
                    <a:pt x="82" y="39"/>
                  </a:cubicBezTo>
                  <a:cubicBezTo>
                    <a:pt x="67" y="39"/>
                    <a:pt x="50" y="40"/>
                    <a:pt x="36" y="31"/>
                  </a:cubicBezTo>
                  <a:cubicBezTo>
                    <a:pt x="25" y="24"/>
                    <a:pt x="13" y="14"/>
                    <a:pt x="2" y="6"/>
                  </a:cubicBezTo>
                </a:path>
              </a:pathLst>
            </a:custGeom>
            <a:solidFill>
              <a:srgbClr val="6C2D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1367" name="Freeform 641">
              <a:extLst>
                <a:ext uri="{FF2B5EF4-FFF2-40B4-BE49-F238E27FC236}">
                  <a16:creationId xmlns:a16="http://schemas.microsoft.com/office/drawing/2014/main" id="{2E4290A4-C741-4E20-87D7-8B069BD992D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1" y="3778"/>
              <a:ext cx="106" cy="21"/>
            </a:xfrm>
            <a:custGeom>
              <a:avLst/>
              <a:gdLst>
                <a:gd name="T0" fmla="*/ 0 w 100"/>
                <a:gd name="T1" fmla="*/ 8 h 20"/>
                <a:gd name="T2" fmla="*/ 60 w 100"/>
                <a:gd name="T3" fmla="*/ 4 h 20"/>
                <a:gd name="T4" fmla="*/ 88 w 100"/>
                <a:gd name="T5" fmla="*/ 14 h 20"/>
                <a:gd name="T6" fmla="*/ 119 w 100"/>
                <a:gd name="T7" fmla="*/ 23 h 20"/>
                <a:gd name="T8" fmla="*/ 92 w 100"/>
                <a:gd name="T9" fmla="*/ 16 h 20"/>
                <a:gd name="T10" fmla="*/ 63 w 100"/>
                <a:gd name="T11" fmla="*/ 18 h 20"/>
                <a:gd name="T12" fmla="*/ 36 w 100"/>
                <a:gd name="T13" fmla="*/ 15 h 20"/>
                <a:gd name="T14" fmla="*/ 2 w 100"/>
                <a:gd name="T15" fmla="*/ 8 h 2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0" h="20">
                  <a:moveTo>
                    <a:pt x="0" y="8"/>
                  </a:moveTo>
                  <a:cubicBezTo>
                    <a:pt x="18" y="8"/>
                    <a:pt x="34" y="0"/>
                    <a:pt x="51" y="4"/>
                  </a:cubicBezTo>
                  <a:cubicBezTo>
                    <a:pt x="59" y="5"/>
                    <a:pt x="66" y="10"/>
                    <a:pt x="74" y="11"/>
                  </a:cubicBezTo>
                  <a:cubicBezTo>
                    <a:pt x="86" y="12"/>
                    <a:pt x="91" y="10"/>
                    <a:pt x="100" y="20"/>
                  </a:cubicBezTo>
                  <a:cubicBezTo>
                    <a:pt x="93" y="17"/>
                    <a:pt x="85" y="13"/>
                    <a:pt x="77" y="13"/>
                  </a:cubicBezTo>
                  <a:cubicBezTo>
                    <a:pt x="69" y="13"/>
                    <a:pt x="63" y="17"/>
                    <a:pt x="53" y="15"/>
                  </a:cubicBezTo>
                  <a:cubicBezTo>
                    <a:pt x="45" y="14"/>
                    <a:pt x="39" y="11"/>
                    <a:pt x="30" y="12"/>
                  </a:cubicBezTo>
                  <a:cubicBezTo>
                    <a:pt x="20" y="13"/>
                    <a:pt x="10" y="17"/>
                    <a:pt x="2" y="8"/>
                  </a:cubicBezTo>
                </a:path>
              </a:pathLst>
            </a:custGeom>
            <a:solidFill>
              <a:srgbClr val="6C2D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1368" name="Freeform 642">
              <a:extLst>
                <a:ext uri="{FF2B5EF4-FFF2-40B4-BE49-F238E27FC236}">
                  <a16:creationId xmlns:a16="http://schemas.microsoft.com/office/drawing/2014/main" id="{FA071349-DD05-4598-B00C-3E5A456BA5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7" y="2962"/>
              <a:ext cx="177" cy="44"/>
            </a:xfrm>
            <a:custGeom>
              <a:avLst/>
              <a:gdLst>
                <a:gd name="T0" fmla="*/ 199 w 167"/>
                <a:gd name="T1" fmla="*/ 46 h 42"/>
                <a:gd name="T2" fmla="*/ 79 w 167"/>
                <a:gd name="T3" fmla="*/ 21 h 42"/>
                <a:gd name="T4" fmla="*/ 0 w 167"/>
                <a:gd name="T5" fmla="*/ 46 h 42"/>
                <a:gd name="T6" fmla="*/ 99 w 167"/>
                <a:gd name="T7" fmla="*/ 8 h 42"/>
                <a:gd name="T8" fmla="*/ 194 w 167"/>
                <a:gd name="T9" fmla="*/ 48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7" h="42">
                  <a:moveTo>
                    <a:pt x="167" y="40"/>
                  </a:moveTo>
                  <a:cubicBezTo>
                    <a:pt x="135" y="38"/>
                    <a:pt x="102" y="18"/>
                    <a:pt x="67" y="18"/>
                  </a:cubicBezTo>
                  <a:cubicBezTo>
                    <a:pt x="42" y="18"/>
                    <a:pt x="22" y="30"/>
                    <a:pt x="0" y="40"/>
                  </a:cubicBezTo>
                  <a:cubicBezTo>
                    <a:pt x="20" y="13"/>
                    <a:pt x="53" y="0"/>
                    <a:pt x="83" y="8"/>
                  </a:cubicBezTo>
                  <a:cubicBezTo>
                    <a:pt x="109" y="15"/>
                    <a:pt x="143" y="22"/>
                    <a:pt x="163" y="42"/>
                  </a:cubicBezTo>
                </a:path>
              </a:pathLst>
            </a:custGeom>
            <a:solidFill>
              <a:srgbClr val="6C2D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1369" name="Freeform 643">
              <a:extLst>
                <a:ext uri="{FF2B5EF4-FFF2-40B4-BE49-F238E27FC236}">
                  <a16:creationId xmlns:a16="http://schemas.microsoft.com/office/drawing/2014/main" id="{2B72AB1C-C228-499F-AD4E-A354BF98BE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7" y="1644"/>
              <a:ext cx="34" cy="95"/>
            </a:xfrm>
            <a:custGeom>
              <a:avLst/>
              <a:gdLst>
                <a:gd name="T0" fmla="*/ 28 w 32"/>
                <a:gd name="T1" fmla="*/ 0 h 90"/>
                <a:gd name="T2" fmla="*/ 36 w 32"/>
                <a:gd name="T3" fmla="*/ 54 h 90"/>
                <a:gd name="T4" fmla="*/ 23 w 32"/>
                <a:gd name="T5" fmla="*/ 106 h 90"/>
                <a:gd name="T6" fmla="*/ 0 w 32"/>
                <a:gd name="T7" fmla="*/ 54 h 90"/>
                <a:gd name="T8" fmla="*/ 0 w 32"/>
                <a:gd name="T9" fmla="*/ 54 h 90"/>
                <a:gd name="T10" fmla="*/ 28 w 32"/>
                <a:gd name="T11" fmla="*/ 3 h 9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2" h="90">
                  <a:moveTo>
                    <a:pt x="23" y="0"/>
                  </a:moveTo>
                  <a:cubicBezTo>
                    <a:pt x="29" y="13"/>
                    <a:pt x="32" y="31"/>
                    <a:pt x="30" y="45"/>
                  </a:cubicBezTo>
                  <a:cubicBezTo>
                    <a:pt x="29" y="56"/>
                    <a:pt x="25" y="83"/>
                    <a:pt x="20" y="90"/>
                  </a:cubicBezTo>
                  <a:cubicBezTo>
                    <a:pt x="16" y="80"/>
                    <a:pt x="23" y="36"/>
                    <a:pt x="0" y="45"/>
                  </a:cubicBezTo>
                  <a:cubicBezTo>
                    <a:pt x="0" y="46"/>
                    <a:pt x="0" y="46"/>
                    <a:pt x="0" y="45"/>
                  </a:cubicBezTo>
                  <a:cubicBezTo>
                    <a:pt x="3" y="33"/>
                    <a:pt x="14" y="11"/>
                    <a:pt x="23" y="3"/>
                  </a:cubicBezTo>
                </a:path>
              </a:pathLst>
            </a:custGeom>
            <a:solidFill>
              <a:srgbClr val="6C2D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1370" name="Freeform 644">
              <a:extLst>
                <a:ext uri="{FF2B5EF4-FFF2-40B4-BE49-F238E27FC236}">
                  <a16:creationId xmlns:a16="http://schemas.microsoft.com/office/drawing/2014/main" id="{FCC9C922-39A0-4071-9E46-3127DA12E385}"/>
                </a:ext>
              </a:extLst>
            </p:cNvPr>
            <p:cNvSpPr>
              <a:spLocks/>
            </p:cNvSpPr>
            <p:nvPr/>
          </p:nvSpPr>
          <p:spPr bwMode="auto">
            <a:xfrm>
              <a:off x="976" y="1558"/>
              <a:ext cx="108" cy="152"/>
            </a:xfrm>
            <a:custGeom>
              <a:avLst/>
              <a:gdLst>
                <a:gd name="T0" fmla="*/ 0 w 102"/>
                <a:gd name="T1" fmla="*/ 0 h 144"/>
                <a:gd name="T2" fmla="*/ 57 w 102"/>
                <a:gd name="T3" fmla="*/ 17 h 144"/>
                <a:gd name="T4" fmla="*/ 85 w 102"/>
                <a:gd name="T5" fmla="*/ 17 h 144"/>
                <a:gd name="T6" fmla="*/ 103 w 102"/>
                <a:gd name="T7" fmla="*/ 39 h 144"/>
                <a:gd name="T8" fmla="*/ 116 w 102"/>
                <a:gd name="T9" fmla="*/ 67 h 144"/>
                <a:gd name="T10" fmla="*/ 110 w 102"/>
                <a:gd name="T11" fmla="*/ 99 h 144"/>
                <a:gd name="T12" fmla="*/ 75 w 102"/>
                <a:gd name="T13" fmla="*/ 165 h 144"/>
                <a:gd name="T14" fmla="*/ 72 w 102"/>
                <a:gd name="T15" fmla="*/ 169 h 144"/>
                <a:gd name="T16" fmla="*/ 90 w 102"/>
                <a:gd name="T17" fmla="*/ 105 h 144"/>
                <a:gd name="T18" fmla="*/ 96 w 102"/>
                <a:gd name="T19" fmla="*/ 65 h 144"/>
                <a:gd name="T20" fmla="*/ 33 w 102"/>
                <a:gd name="T21" fmla="*/ 76 h 144"/>
                <a:gd name="T22" fmla="*/ 65 w 102"/>
                <a:gd name="T23" fmla="*/ 39 h 144"/>
                <a:gd name="T24" fmla="*/ 32 w 102"/>
                <a:gd name="T25" fmla="*/ 26 h 144"/>
                <a:gd name="T26" fmla="*/ 3 w 102"/>
                <a:gd name="T27" fmla="*/ 4 h 144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02" h="144">
                  <a:moveTo>
                    <a:pt x="0" y="0"/>
                  </a:moveTo>
                  <a:cubicBezTo>
                    <a:pt x="14" y="9"/>
                    <a:pt x="32" y="12"/>
                    <a:pt x="48" y="14"/>
                  </a:cubicBezTo>
                  <a:cubicBezTo>
                    <a:pt x="55" y="15"/>
                    <a:pt x="67" y="12"/>
                    <a:pt x="72" y="14"/>
                  </a:cubicBezTo>
                  <a:cubicBezTo>
                    <a:pt x="83" y="16"/>
                    <a:pt x="83" y="25"/>
                    <a:pt x="87" y="33"/>
                  </a:cubicBezTo>
                  <a:cubicBezTo>
                    <a:pt x="90" y="41"/>
                    <a:pt x="95" y="49"/>
                    <a:pt x="98" y="57"/>
                  </a:cubicBezTo>
                  <a:cubicBezTo>
                    <a:pt x="102" y="67"/>
                    <a:pt x="98" y="75"/>
                    <a:pt x="93" y="84"/>
                  </a:cubicBezTo>
                  <a:cubicBezTo>
                    <a:pt x="83" y="102"/>
                    <a:pt x="74" y="122"/>
                    <a:pt x="63" y="140"/>
                  </a:cubicBezTo>
                  <a:cubicBezTo>
                    <a:pt x="62" y="141"/>
                    <a:pt x="61" y="143"/>
                    <a:pt x="60" y="144"/>
                  </a:cubicBezTo>
                  <a:cubicBezTo>
                    <a:pt x="65" y="125"/>
                    <a:pt x="71" y="107"/>
                    <a:pt x="76" y="89"/>
                  </a:cubicBezTo>
                  <a:cubicBezTo>
                    <a:pt x="79" y="81"/>
                    <a:pt x="84" y="64"/>
                    <a:pt x="81" y="56"/>
                  </a:cubicBezTo>
                  <a:cubicBezTo>
                    <a:pt x="74" y="35"/>
                    <a:pt x="38" y="56"/>
                    <a:pt x="27" y="64"/>
                  </a:cubicBezTo>
                  <a:cubicBezTo>
                    <a:pt x="35" y="57"/>
                    <a:pt x="65" y="47"/>
                    <a:pt x="55" y="33"/>
                  </a:cubicBezTo>
                  <a:cubicBezTo>
                    <a:pt x="49" y="25"/>
                    <a:pt x="34" y="26"/>
                    <a:pt x="26" y="23"/>
                  </a:cubicBezTo>
                  <a:cubicBezTo>
                    <a:pt x="17" y="19"/>
                    <a:pt x="10" y="11"/>
                    <a:pt x="3" y="4"/>
                  </a:cubicBezTo>
                </a:path>
              </a:pathLst>
            </a:custGeom>
            <a:solidFill>
              <a:srgbClr val="6C2D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1371" name="Freeform 645">
              <a:extLst>
                <a:ext uri="{FF2B5EF4-FFF2-40B4-BE49-F238E27FC236}">
                  <a16:creationId xmlns:a16="http://schemas.microsoft.com/office/drawing/2014/main" id="{BE8C7F41-8FC5-48B1-BD59-0A62D000E67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1" y="1484"/>
              <a:ext cx="70" cy="78"/>
            </a:xfrm>
            <a:custGeom>
              <a:avLst/>
              <a:gdLst>
                <a:gd name="T0" fmla="*/ 78 w 66"/>
                <a:gd name="T1" fmla="*/ 0 h 74"/>
                <a:gd name="T2" fmla="*/ 68 w 66"/>
                <a:gd name="T3" fmla="*/ 43 h 74"/>
                <a:gd name="T4" fmla="*/ 71 w 66"/>
                <a:gd name="T5" fmla="*/ 86 h 74"/>
                <a:gd name="T6" fmla="*/ 36 w 66"/>
                <a:gd name="T7" fmla="*/ 75 h 74"/>
                <a:gd name="T8" fmla="*/ 0 w 66"/>
                <a:gd name="T9" fmla="*/ 65 h 74"/>
                <a:gd name="T10" fmla="*/ 51 w 66"/>
                <a:gd name="T11" fmla="*/ 62 h 74"/>
                <a:gd name="T12" fmla="*/ 74 w 66"/>
                <a:gd name="T13" fmla="*/ 6 h 7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6" h="74">
                  <a:moveTo>
                    <a:pt x="66" y="0"/>
                  </a:moveTo>
                  <a:cubicBezTo>
                    <a:pt x="62" y="12"/>
                    <a:pt x="57" y="24"/>
                    <a:pt x="57" y="37"/>
                  </a:cubicBezTo>
                  <a:cubicBezTo>
                    <a:pt x="56" y="49"/>
                    <a:pt x="62" y="63"/>
                    <a:pt x="59" y="74"/>
                  </a:cubicBezTo>
                  <a:cubicBezTo>
                    <a:pt x="48" y="70"/>
                    <a:pt x="43" y="63"/>
                    <a:pt x="30" y="64"/>
                  </a:cubicBezTo>
                  <a:cubicBezTo>
                    <a:pt x="18" y="64"/>
                    <a:pt x="9" y="65"/>
                    <a:pt x="0" y="56"/>
                  </a:cubicBezTo>
                  <a:cubicBezTo>
                    <a:pt x="11" y="59"/>
                    <a:pt x="33" y="60"/>
                    <a:pt x="42" y="53"/>
                  </a:cubicBezTo>
                  <a:cubicBezTo>
                    <a:pt x="53" y="44"/>
                    <a:pt x="54" y="19"/>
                    <a:pt x="62" y="6"/>
                  </a:cubicBezTo>
                </a:path>
              </a:pathLst>
            </a:custGeom>
            <a:solidFill>
              <a:srgbClr val="6C2D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1372" name="Freeform 646">
              <a:extLst>
                <a:ext uri="{FF2B5EF4-FFF2-40B4-BE49-F238E27FC236}">
                  <a16:creationId xmlns:a16="http://schemas.microsoft.com/office/drawing/2014/main" id="{15CFCBBE-A6A5-4034-B78A-7EA44DD278C3}"/>
                </a:ext>
              </a:extLst>
            </p:cNvPr>
            <p:cNvSpPr>
              <a:spLocks/>
            </p:cNvSpPr>
            <p:nvPr/>
          </p:nvSpPr>
          <p:spPr bwMode="auto">
            <a:xfrm>
              <a:off x="914" y="1875"/>
              <a:ext cx="78" cy="164"/>
            </a:xfrm>
            <a:custGeom>
              <a:avLst/>
              <a:gdLst>
                <a:gd name="T0" fmla="*/ 0 w 74"/>
                <a:gd name="T1" fmla="*/ 0 h 156"/>
                <a:gd name="T2" fmla="*/ 86 w 74"/>
                <a:gd name="T3" fmla="*/ 6 h 156"/>
                <a:gd name="T4" fmla="*/ 54 w 74"/>
                <a:gd name="T5" fmla="*/ 69 h 156"/>
                <a:gd name="T6" fmla="*/ 51 w 74"/>
                <a:gd name="T7" fmla="*/ 121 h 156"/>
                <a:gd name="T8" fmla="*/ 45 w 74"/>
                <a:gd name="T9" fmla="*/ 181 h 156"/>
                <a:gd name="T10" fmla="*/ 43 w 74"/>
                <a:gd name="T11" fmla="*/ 56 h 156"/>
                <a:gd name="T12" fmla="*/ 37 w 74"/>
                <a:gd name="T13" fmla="*/ 27 h 156"/>
                <a:gd name="T14" fmla="*/ 9 w 74"/>
                <a:gd name="T15" fmla="*/ 13 h 15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4" h="156">
                  <a:moveTo>
                    <a:pt x="0" y="0"/>
                  </a:moveTo>
                  <a:cubicBezTo>
                    <a:pt x="13" y="13"/>
                    <a:pt x="58" y="15"/>
                    <a:pt x="74" y="6"/>
                  </a:cubicBezTo>
                  <a:cubicBezTo>
                    <a:pt x="57" y="20"/>
                    <a:pt x="47" y="38"/>
                    <a:pt x="46" y="60"/>
                  </a:cubicBezTo>
                  <a:cubicBezTo>
                    <a:pt x="45" y="74"/>
                    <a:pt x="45" y="89"/>
                    <a:pt x="44" y="104"/>
                  </a:cubicBezTo>
                  <a:cubicBezTo>
                    <a:pt x="43" y="121"/>
                    <a:pt x="38" y="138"/>
                    <a:pt x="39" y="156"/>
                  </a:cubicBezTo>
                  <a:cubicBezTo>
                    <a:pt x="31" y="120"/>
                    <a:pt x="34" y="84"/>
                    <a:pt x="37" y="48"/>
                  </a:cubicBezTo>
                  <a:cubicBezTo>
                    <a:pt x="38" y="39"/>
                    <a:pt x="38" y="31"/>
                    <a:pt x="31" y="24"/>
                  </a:cubicBezTo>
                  <a:cubicBezTo>
                    <a:pt x="25" y="18"/>
                    <a:pt x="10" y="17"/>
                    <a:pt x="9" y="10"/>
                  </a:cubicBezTo>
                </a:path>
              </a:pathLst>
            </a:custGeom>
            <a:solidFill>
              <a:srgbClr val="6C2D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1373" name="Freeform 647">
              <a:extLst>
                <a:ext uri="{FF2B5EF4-FFF2-40B4-BE49-F238E27FC236}">
                  <a16:creationId xmlns:a16="http://schemas.microsoft.com/office/drawing/2014/main" id="{15491C76-143B-427E-8F07-849B5B3EF6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6" y="1620"/>
              <a:ext cx="154" cy="256"/>
            </a:xfrm>
            <a:custGeom>
              <a:avLst/>
              <a:gdLst>
                <a:gd name="T0" fmla="*/ 6 w 146"/>
                <a:gd name="T1" fmla="*/ 0 h 242"/>
                <a:gd name="T2" fmla="*/ 25 w 146"/>
                <a:gd name="T3" fmla="*/ 51 h 242"/>
                <a:gd name="T4" fmla="*/ 25 w 146"/>
                <a:gd name="T5" fmla="*/ 97 h 242"/>
                <a:gd name="T6" fmla="*/ 16 w 146"/>
                <a:gd name="T7" fmla="*/ 179 h 242"/>
                <a:gd name="T8" fmla="*/ 47 w 146"/>
                <a:gd name="T9" fmla="*/ 208 h 242"/>
                <a:gd name="T10" fmla="*/ 77 w 146"/>
                <a:gd name="T11" fmla="*/ 243 h 242"/>
                <a:gd name="T12" fmla="*/ 162 w 146"/>
                <a:gd name="T13" fmla="*/ 286 h 242"/>
                <a:gd name="T14" fmla="*/ 171 w 146"/>
                <a:gd name="T15" fmla="*/ 287 h 242"/>
                <a:gd name="T16" fmla="*/ 123 w 146"/>
                <a:gd name="T17" fmla="*/ 264 h 242"/>
                <a:gd name="T18" fmla="*/ 86 w 146"/>
                <a:gd name="T19" fmla="*/ 228 h 242"/>
                <a:gd name="T20" fmla="*/ 63 w 146"/>
                <a:gd name="T21" fmla="*/ 197 h 242"/>
                <a:gd name="T22" fmla="*/ 38 w 146"/>
                <a:gd name="T23" fmla="*/ 170 h 242"/>
                <a:gd name="T24" fmla="*/ 44 w 146"/>
                <a:gd name="T25" fmla="*/ 78 h 242"/>
                <a:gd name="T26" fmla="*/ 6 w 146"/>
                <a:gd name="T27" fmla="*/ 4 h 24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46" h="242">
                  <a:moveTo>
                    <a:pt x="6" y="0"/>
                  </a:moveTo>
                  <a:cubicBezTo>
                    <a:pt x="5" y="9"/>
                    <a:pt x="18" y="31"/>
                    <a:pt x="22" y="43"/>
                  </a:cubicBezTo>
                  <a:cubicBezTo>
                    <a:pt x="25" y="56"/>
                    <a:pt x="25" y="69"/>
                    <a:pt x="22" y="82"/>
                  </a:cubicBezTo>
                  <a:cubicBezTo>
                    <a:pt x="16" y="103"/>
                    <a:pt x="0" y="128"/>
                    <a:pt x="13" y="151"/>
                  </a:cubicBezTo>
                  <a:cubicBezTo>
                    <a:pt x="20" y="162"/>
                    <a:pt x="33" y="168"/>
                    <a:pt x="41" y="176"/>
                  </a:cubicBezTo>
                  <a:cubicBezTo>
                    <a:pt x="50" y="185"/>
                    <a:pt x="56" y="196"/>
                    <a:pt x="65" y="205"/>
                  </a:cubicBezTo>
                  <a:cubicBezTo>
                    <a:pt x="84" y="225"/>
                    <a:pt x="109" y="242"/>
                    <a:pt x="138" y="241"/>
                  </a:cubicBezTo>
                  <a:cubicBezTo>
                    <a:pt x="140" y="241"/>
                    <a:pt x="143" y="242"/>
                    <a:pt x="146" y="242"/>
                  </a:cubicBezTo>
                  <a:cubicBezTo>
                    <a:pt x="133" y="234"/>
                    <a:pt x="118" y="232"/>
                    <a:pt x="105" y="223"/>
                  </a:cubicBezTo>
                  <a:cubicBezTo>
                    <a:pt x="93" y="214"/>
                    <a:pt x="82" y="204"/>
                    <a:pt x="74" y="193"/>
                  </a:cubicBezTo>
                  <a:cubicBezTo>
                    <a:pt x="67" y="184"/>
                    <a:pt x="61" y="174"/>
                    <a:pt x="54" y="166"/>
                  </a:cubicBezTo>
                  <a:cubicBezTo>
                    <a:pt x="47" y="159"/>
                    <a:pt x="36" y="153"/>
                    <a:pt x="32" y="144"/>
                  </a:cubicBezTo>
                  <a:cubicBezTo>
                    <a:pt x="22" y="118"/>
                    <a:pt x="40" y="92"/>
                    <a:pt x="38" y="66"/>
                  </a:cubicBezTo>
                  <a:cubicBezTo>
                    <a:pt x="36" y="41"/>
                    <a:pt x="18" y="24"/>
                    <a:pt x="6" y="4"/>
                  </a:cubicBezTo>
                </a:path>
              </a:pathLst>
            </a:custGeom>
            <a:solidFill>
              <a:srgbClr val="8C3F3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1374" name="Freeform 648">
              <a:extLst>
                <a:ext uri="{FF2B5EF4-FFF2-40B4-BE49-F238E27FC236}">
                  <a16:creationId xmlns:a16="http://schemas.microsoft.com/office/drawing/2014/main" id="{175F3A6C-7DDF-47F7-B45F-A854572488D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0" y="1443"/>
              <a:ext cx="25" cy="44"/>
            </a:xfrm>
            <a:custGeom>
              <a:avLst/>
              <a:gdLst>
                <a:gd name="T0" fmla="*/ 0 w 24"/>
                <a:gd name="T1" fmla="*/ 30 h 42"/>
                <a:gd name="T2" fmla="*/ 18 w 24"/>
                <a:gd name="T3" fmla="*/ 24 h 42"/>
                <a:gd name="T4" fmla="*/ 15 w 24"/>
                <a:gd name="T5" fmla="*/ 48 h 42"/>
                <a:gd name="T6" fmla="*/ 23 w 24"/>
                <a:gd name="T7" fmla="*/ 15 h 42"/>
                <a:gd name="T8" fmla="*/ 4 w 24"/>
                <a:gd name="T9" fmla="*/ 24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42">
                  <a:moveTo>
                    <a:pt x="0" y="27"/>
                  </a:moveTo>
                  <a:cubicBezTo>
                    <a:pt x="3" y="27"/>
                    <a:pt x="10" y="11"/>
                    <a:pt x="15" y="21"/>
                  </a:cubicBezTo>
                  <a:cubicBezTo>
                    <a:pt x="18" y="26"/>
                    <a:pt x="13" y="36"/>
                    <a:pt x="12" y="42"/>
                  </a:cubicBezTo>
                  <a:cubicBezTo>
                    <a:pt x="19" y="37"/>
                    <a:pt x="24" y="20"/>
                    <a:pt x="20" y="12"/>
                  </a:cubicBezTo>
                  <a:cubicBezTo>
                    <a:pt x="14" y="0"/>
                    <a:pt x="7" y="16"/>
                    <a:pt x="4" y="21"/>
                  </a:cubicBezTo>
                </a:path>
              </a:pathLst>
            </a:custGeom>
            <a:solidFill>
              <a:srgbClr val="8C3F3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1375" name="Freeform 649">
              <a:extLst>
                <a:ext uri="{FF2B5EF4-FFF2-40B4-BE49-F238E27FC236}">
                  <a16:creationId xmlns:a16="http://schemas.microsoft.com/office/drawing/2014/main" id="{174E316A-F105-4428-A6A4-EAF321B052E6}"/>
                </a:ext>
              </a:extLst>
            </p:cNvPr>
            <p:cNvSpPr>
              <a:spLocks/>
            </p:cNvSpPr>
            <p:nvPr/>
          </p:nvSpPr>
          <p:spPr bwMode="auto">
            <a:xfrm>
              <a:off x="947" y="1525"/>
              <a:ext cx="33" cy="30"/>
            </a:xfrm>
            <a:custGeom>
              <a:avLst/>
              <a:gdLst>
                <a:gd name="T0" fmla="*/ 31 w 31"/>
                <a:gd name="T1" fmla="*/ 34 h 28"/>
                <a:gd name="T2" fmla="*/ 20 w 31"/>
                <a:gd name="T3" fmla="*/ 11 h 28"/>
                <a:gd name="T4" fmla="*/ 37 w 31"/>
                <a:gd name="T5" fmla="*/ 10 h 28"/>
                <a:gd name="T6" fmla="*/ 14 w 31"/>
                <a:gd name="T7" fmla="*/ 2 h 28"/>
                <a:gd name="T8" fmla="*/ 28 w 31"/>
                <a:gd name="T9" fmla="*/ 33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28">
                  <a:moveTo>
                    <a:pt x="25" y="28"/>
                  </a:moveTo>
                  <a:cubicBezTo>
                    <a:pt x="21" y="23"/>
                    <a:pt x="12" y="15"/>
                    <a:pt x="17" y="8"/>
                  </a:cubicBezTo>
                  <a:cubicBezTo>
                    <a:pt x="20" y="5"/>
                    <a:pt x="27" y="5"/>
                    <a:pt x="31" y="7"/>
                  </a:cubicBezTo>
                  <a:cubicBezTo>
                    <a:pt x="27" y="5"/>
                    <a:pt x="15" y="0"/>
                    <a:pt x="11" y="2"/>
                  </a:cubicBezTo>
                  <a:cubicBezTo>
                    <a:pt x="0" y="8"/>
                    <a:pt x="18" y="23"/>
                    <a:pt x="23" y="27"/>
                  </a:cubicBezTo>
                </a:path>
              </a:pathLst>
            </a:custGeom>
            <a:solidFill>
              <a:srgbClr val="8C3F3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1376" name="Freeform 650">
              <a:extLst>
                <a:ext uri="{FF2B5EF4-FFF2-40B4-BE49-F238E27FC236}">
                  <a16:creationId xmlns:a16="http://schemas.microsoft.com/office/drawing/2014/main" id="{AAA8049D-C3B0-448B-A78F-0DF7795C5A35}"/>
                </a:ext>
              </a:extLst>
            </p:cNvPr>
            <p:cNvSpPr>
              <a:spLocks/>
            </p:cNvSpPr>
            <p:nvPr/>
          </p:nvSpPr>
          <p:spPr bwMode="auto">
            <a:xfrm>
              <a:off x="933" y="1614"/>
              <a:ext cx="35" cy="29"/>
            </a:xfrm>
            <a:custGeom>
              <a:avLst/>
              <a:gdLst>
                <a:gd name="T0" fmla="*/ 36 w 33"/>
                <a:gd name="T1" fmla="*/ 0 h 27"/>
                <a:gd name="T2" fmla="*/ 21 w 33"/>
                <a:gd name="T3" fmla="*/ 14 h 27"/>
                <a:gd name="T4" fmla="*/ 39 w 33"/>
                <a:gd name="T5" fmla="*/ 27 h 27"/>
                <a:gd name="T6" fmla="*/ 25 w 33"/>
                <a:gd name="T7" fmla="*/ 0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27">
                  <a:moveTo>
                    <a:pt x="30" y="0"/>
                  </a:moveTo>
                  <a:cubicBezTo>
                    <a:pt x="24" y="4"/>
                    <a:pt x="17" y="3"/>
                    <a:pt x="18" y="11"/>
                  </a:cubicBezTo>
                  <a:cubicBezTo>
                    <a:pt x="19" y="19"/>
                    <a:pt x="26" y="21"/>
                    <a:pt x="33" y="21"/>
                  </a:cubicBezTo>
                  <a:cubicBezTo>
                    <a:pt x="13" y="27"/>
                    <a:pt x="0" y="0"/>
                    <a:pt x="22" y="0"/>
                  </a:cubicBezTo>
                </a:path>
              </a:pathLst>
            </a:custGeom>
            <a:solidFill>
              <a:srgbClr val="8C3F3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1377" name="Freeform 651">
              <a:extLst>
                <a:ext uri="{FF2B5EF4-FFF2-40B4-BE49-F238E27FC236}">
                  <a16:creationId xmlns:a16="http://schemas.microsoft.com/office/drawing/2014/main" id="{8268D91D-0A46-459D-940B-50C54FD1A4B4}"/>
                </a:ext>
              </a:extLst>
            </p:cNvPr>
            <p:cNvSpPr>
              <a:spLocks/>
            </p:cNvSpPr>
            <p:nvPr/>
          </p:nvSpPr>
          <p:spPr bwMode="auto">
            <a:xfrm>
              <a:off x="802" y="1199"/>
              <a:ext cx="520" cy="577"/>
            </a:xfrm>
            <a:custGeom>
              <a:avLst/>
              <a:gdLst>
                <a:gd name="T0" fmla="*/ 578 w 493"/>
                <a:gd name="T1" fmla="*/ 0 h 546"/>
                <a:gd name="T2" fmla="*/ 147 w 493"/>
                <a:gd name="T3" fmla="*/ 219 h 546"/>
                <a:gd name="T4" fmla="*/ 94 w 493"/>
                <a:gd name="T5" fmla="*/ 317 h 546"/>
                <a:gd name="T6" fmla="*/ 0 w 493"/>
                <a:gd name="T7" fmla="*/ 645 h 546"/>
                <a:gd name="T8" fmla="*/ 86 w 493"/>
                <a:gd name="T9" fmla="*/ 341 h 546"/>
                <a:gd name="T10" fmla="*/ 157 w 493"/>
                <a:gd name="T11" fmla="*/ 225 h 546"/>
                <a:gd name="T12" fmla="*/ 578 w 493"/>
                <a:gd name="T13" fmla="*/ 0 h 54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93" h="546">
                  <a:moveTo>
                    <a:pt x="493" y="0"/>
                  </a:moveTo>
                  <a:cubicBezTo>
                    <a:pt x="493" y="0"/>
                    <a:pt x="198" y="14"/>
                    <a:pt x="125" y="185"/>
                  </a:cubicBezTo>
                  <a:cubicBezTo>
                    <a:pt x="104" y="233"/>
                    <a:pt x="96" y="252"/>
                    <a:pt x="80" y="269"/>
                  </a:cubicBezTo>
                  <a:cubicBezTo>
                    <a:pt x="64" y="286"/>
                    <a:pt x="15" y="350"/>
                    <a:pt x="0" y="546"/>
                  </a:cubicBezTo>
                  <a:cubicBezTo>
                    <a:pt x="0" y="546"/>
                    <a:pt x="18" y="371"/>
                    <a:pt x="74" y="290"/>
                  </a:cubicBezTo>
                  <a:cubicBezTo>
                    <a:pt x="129" y="209"/>
                    <a:pt x="124" y="211"/>
                    <a:pt x="134" y="191"/>
                  </a:cubicBezTo>
                  <a:cubicBezTo>
                    <a:pt x="144" y="170"/>
                    <a:pt x="200" y="33"/>
                    <a:pt x="493" y="0"/>
                  </a:cubicBezTo>
                  <a:close/>
                </a:path>
              </a:pathLst>
            </a:custGeom>
            <a:solidFill>
              <a:srgbClr val="8C3F3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1378" name="Freeform 652">
              <a:extLst>
                <a:ext uri="{FF2B5EF4-FFF2-40B4-BE49-F238E27FC236}">
                  <a16:creationId xmlns:a16="http://schemas.microsoft.com/office/drawing/2014/main" id="{5B385E9C-B000-4F9D-9FE4-EB5F4D615558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" y="1826"/>
              <a:ext cx="82" cy="100"/>
            </a:xfrm>
            <a:custGeom>
              <a:avLst/>
              <a:gdLst>
                <a:gd name="T0" fmla="*/ 32 w 78"/>
                <a:gd name="T1" fmla="*/ 0 h 95"/>
                <a:gd name="T2" fmla="*/ 19 w 78"/>
                <a:gd name="T3" fmla="*/ 63 h 95"/>
                <a:gd name="T4" fmla="*/ 43 w 78"/>
                <a:gd name="T5" fmla="*/ 96 h 95"/>
                <a:gd name="T6" fmla="*/ 90 w 78"/>
                <a:gd name="T7" fmla="*/ 107 h 95"/>
                <a:gd name="T8" fmla="*/ 58 w 78"/>
                <a:gd name="T9" fmla="*/ 88 h 95"/>
                <a:gd name="T10" fmla="*/ 41 w 78"/>
                <a:gd name="T11" fmla="*/ 62 h 95"/>
                <a:gd name="T12" fmla="*/ 23 w 78"/>
                <a:gd name="T13" fmla="*/ 43 h 95"/>
                <a:gd name="T14" fmla="*/ 37 w 78"/>
                <a:gd name="T15" fmla="*/ 5 h 9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8" h="95">
                  <a:moveTo>
                    <a:pt x="28" y="0"/>
                  </a:moveTo>
                  <a:cubicBezTo>
                    <a:pt x="14" y="14"/>
                    <a:pt x="0" y="36"/>
                    <a:pt x="16" y="54"/>
                  </a:cubicBezTo>
                  <a:cubicBezTo>
                    <a:pt x="25" y="64"/>
                    <a:pt x="30" y="71"/>
                    <a:pt x="37" y="82"/>
                  </a:cubicBezTo>
                  <a:cubicBezTo>
                    <a:pt x="46" y="95"/>
                    <a:pt x="62" y="92"/>
                    <a:pt x="78" y="92"/>
                  </a:cubicBezTo>
                  <a:cubicBezTo>
                    <a:pt x="69" y="88"/>
                    <a:pt x="56" y="83"/>
                    <a:pt x="49" y="76"/>
                  </a:cubicBezTo>
                  <a:cubicBezTo>
                    <a:pt x="43" y="69"/>
                    <a:pt x="42" y="59"/>
                    <a:pt x="35" y="53"/>
                  </a:cubicBezTo>
                  <a:cubicBezTo>
                    <a:pt x="30" y="47"/>
                    <a:pt x="22" y="45"/>
                    <a:pt x="20" y="37"/>
                  </a:cubicBezTo>
                  <a:cubicBezTo>
                    <a:pt x="18" y="29"/>
                    <a:pt x="24" y="10"/>
                    <a:pt x="31" y="5"/>
                  </a:cubicBezTo>
                </a:path>
              </a:pathLst>
            </a:custGeom>
            <a:solidFill>
              <a:srgbClr val="8C3F3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1379" name="Freeform 653">
              <a:extLst>
                <a:ext uri="{FF2B5EF4-FFF2-40B4-BE49-F238E27FC236}">
                  <a16:creationId xmlns:a16="http://schemas.microsoft.com/office/drawing/2014/main" id="{084CE309-A348-426E-8EB4-1DC70F53FA7D}"/>
                </a:ext>
              </a:extLst>
            </p:cNvPr>
            <p:cNvSpPr>
              <a:spLocks/>
            </p:cNvSpPr>
            <p:nvPr/>
          </p:nvSpPr>
          <p:spPr bwMode="auto">
            <a:xfrm>
              <a:off x="679" y="1922"/>
              <a:ext cx="86" cy="265"/>
            </a:xfrm>
            <a:custGeom>
              <a:avLst/>
              <a:gdLst>
                <a:gd name="T0" fmla="*/ 97 w 81"/>
                <a:gd name="T1" fmla="*/ 0 h 251"/>
                <a:gd name="T2" fmla="*/ 42 w 81"/>
                <a:gd name="T3" fmla="*/ 148 h 251"/>
                <a:gd name="T4" fmla="*/ 38 w 81"/>
                <a:gd name="T5" fmla="*/ 225 h 251"/>
                <a:gd name="T6" fmla="*/ 44 w 81"/>
                <a:gd name="T7" fmla="*/ 295 h 251"/>
                <a:gd name="T8" fmla="*/ 80 w 81"/>
                <a:gd name="T9" fmla="*/ 282 h 251"/>
                <a:gd name="T10" fmla="*/ 34 w 81"/>
                <a:gd name="T11" fmla="*/ 275 h 251"/>
                <a:gd name="T12" fmla="*/ 62 w 81"/>
                <a:gd name="T13" fmla="*/ 238 h 251"/>
                <a:gd name="T14" fmla="*/ 53 w 81"/>
                <a:gd name="T15" fmla="*/ 213 h 251"/>
                <a:gd name="T16" fmla="*/ 55 w 81"/>
                <a:gd name="T17" fmla="*/ 143 h 251"/>
                <a:gd name="T18" fmla="*/ 97 w 81"/>
                <a:gd name="T19" fmla="*/ 0 h 25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1" h="251">
                  <a:moveTo>
                    <a:pt x="81" y="0"/>
                  </a:moveTo>
                  <a:cubicBezTo>
                    <a:pt x="81" y="0"/>
                    <a:pt x="32" y="91"/>
                    <a:pt x="36" y="126"/>
                  </a:cubicBezTo>
                  <a:cubicBezTo>
                    <a:pt x="41" y="161"/>
                    <a:pt x="42" y="178"/>
                    <a:pt x="32" y="191"/>
                  </a:cubicBezTo>
                  <a:cubicBezTo>
                    <a:pt x="21" y="203"/>
                    <a:pt x="0" y="247"/>
                    <a:pt x="37" y="250"/>
                  </a:cubicBezTo>
                  <a:cubicBezTo>
                    <a:pt x="46" y="251"/>
                    <a:pt x="58" y="247"/>
                    <a:pt x="67" y="240"/>
                  </a:cubicBezTo>
                  <a:cubicBezTo>
                    <a:pt x="67" y="240"/>
                    <a:pt x="33" y="250"/>
                    <a:pt x="28" y="233"/>
                  </a:cubicBezTo>
                  <a:cubicBezTo>
                    <a:pt x="24" y="217"/>
                    <a:pt x="34" y="195"/>
                    <a:pt x="52" y="202"/>
                  </a:cubicBezTo>
                  <a:cubicBezTo>
                    <a:pt x="52" y="202"/>
                    <a:pt x="41" y="196"/>
                    <a:pt x="44" y="181"/>
                  </a:cubicBezTo>
                  <a:cubicBezTo>
                    <a:pt x="48" y="166"/>
                    <a:pt x="48" y="132"/>
                    <a:pt x="46" y="121"/>
                  </a:cubicBezTo>
                  <a:cubicBezTo>
                    <a:pt x="43" y="111"/>
                    <a:pt x="42" y="80"/>
                    <a:pt x="81" y="0"/>
                  </a:cubicBezTo>
                  <a:close/>
                </a:path>
              </a:pathLst>
            </a:custGeom>
            <a:solidFill>
              <a:srgbClr val="8C3F3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1380" name="Freeform 654">
              <a:extLst>
                <a:ext uri="{FF2B5EF4-FFF2-40B4-BE49-F238E27FC236}">
                  <a16:creationId xmlns:a16="http://schemas.microsoft.com/office/drawing/2014/main" id="{CCD66315-D371-403E-BFD2-A49831FBDFF7}"/>
                </a:ext>
              </a:extLst>
            </p:cNvPr>
            <p:cNvSpPr>
              <a:spLocks/>
            </p:cNvSpPr>
            <p:nvPr/>
          </p:nvSpPr>
          <p:spPr bwMode="auto">
            <a:xfrm>
              <a:off x="685" y="2208"/>
              <a:ext cx="80" cy="308"/>
            </a:xfrm>
            <a:custGeom>
              <a:avLst/>
              <a:gdLst>
                <a:gd name="T0" fmla="*/ 43 w 76"/>
                <a:gd name="T1" fmla="*/ 0 h 292"/>
                <a:gd name="T2" fmla="*/ 22 w 76"/>
                <a:gd name="T3" fmla="*/ 3 h 292"/>
                <a:gd name="T4" fmla="*/ 16 w 76"/>
                <a:gd name="T5" fmla="*/ 76 h 292"/>
                <a:gd name="T6" fmla="*/ 2 w 76"/>
                <a:gd name="T7" fmla="*/ 150 h 292"/>
                <a:gd name="T8" fmla="*/ 16 w 76"/>
                <a:gd name="T9" fmla="*/ 224 h 292"/>
                <a:gd name="T10" fmla="*/ 33 w 76"/>
                <a:gd name="T11" fmla="*/ 262 h 292"/>
                <a:gd name="T12" fmla="*/ 41 w 76"/>
                <a:gd name="T13" fmla="*/ 295 h 292"/>
                <a:gd name="T14" fmla="*/ 88 w 76"/>
                <a:gd name="T15" fmla="*/ 343 h 292"/>
                <a:gd name="T16" fmla="*/ 66 w 76"/>
                <a:gd name="T17" fmla="*/ 316 h 292"/>
                <a:gd name="T18" fmla="*/ 45 w 76"/>
                <a:gd name="T19" fmla="*/ 272 h 292"/>
                <a:gd name="T20" fmla="*/ 36 w 76"/>
                <a:gd name="T21" fmla="*/ 223 h 292"/>
                <a:gd name="T22" fmla="*/ 17 w 76"/>
                <a:gd name="T23" fmla="*/ 184 h 292"/>
                <a:gd name="T24" fmla="*/ 26 w 76"/>
                <a:gd name="T25" fmla="*/ 81 h 292"/>
                <a:gd name="T26" fmla="*/ 41 w 76"/>
                <a:gd name="T27" fmla="*/ 0 h 29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76" h="292">
                  <a:moveTo>
                    <a:pt x="37" y="0"/>
                  </a:moveTo>
                  <a:cubicBezTo>
                    <a:pt x="30" y="1"/>
                    <a:pt x="25" y="0"/>
                    <a:pt x="19" y="3"/>
                  </a:cubicBezTo>
                  <a:cubicBezTo>
                    <a:pt x="17" y="22"/>
                    <a:pt x="15" y="44"/>
                    <a:pt x="13" y="64"/>
                  </a:cubicBezTo>
                  <a:cubicBezTo>
                    <a:pt x="11" y="86"/>
                    <a:pt x="4" y="106"/>
                    <a:pt x="2" y="128"/>
                  </a:cubicBezTo>
                  <a:cubicBezTo>
                    <a:pt x="0" y="151"/>
                    <a:pt x="3" y="170"/>
                    <a:pt x="13" y="191"/>
                  </a:cubicBezTo>
                  <a:cubicBezTo>
                    <a:pt x="18" y="202"/>
                    <a:pt x="24" y="212"/>
                    <a:pt x="28" y="223"/>
                  </a:cubicBezTo>
                  <a:cubicBezTo>
                    <a:pt x="30" y="233"/>
                    <a:pt x="31" y="242"/>
                    <a:pt x="35" y="251"/>
                  </a:cubicBezTo>
                  <a:cubicBezTo>
                    <a:pt x="42" y="268"/>
                    <a:pt x="61" y="283"/>
                    <a:pt x="76" y="292"/>
                  </a:cubicBezTo>
                  <a:cubicBezTo>
                    <a:pt x="75" y="280"/>
                    <a:pt x="65" y="278"/>
                    <a:pt x="57" y="269"/>
                  </a:cubicBezTo>
                  <a:cubicBezTo>
                    <a:pt x="48" y="260"/>
                    <a:pt x="42" y="244"/>
                    <a:pt x="39" y="232"/>
                  </a:cubicBezTo>
                  <a:cubicBezTo>
                    <a:pt x="35" y="219"/>
                    <a:pt x="35" y="204"/>
                    <a:pt x="30" y="190"/>
                  </a:cubicBezTo>
                  <a:cubicBezTo>
                    <a:pt x="26" y="178"/>
                    <a:pt x="18" y="168"/>
                    <a:pt x="14" y="156"/>
                  </a:cubicBezTo>
                  <a:cubicBezTo>
                    <a:pt x="3" y="123"/>
                    <a:pt x="20" y="102"/>
                    <a:pt x="23" y="69"/>
                  </a:cubicBezTo>
                  <a:cubicBezTo>
                    <a:pt x="25" y="52"/>
                    <a:pt x="18" y="11"/>
                    <a:pt x="35" y="0"/>
                  </a:cubicBezTo>
                </a:path>
              </a:pathLst>
            </a:custGeom>
            <a:solidFill>
              <a:srgbClr val="8C3F3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1381" name="Freeform 655">
              <a:extLst>
                <a:ext uri="{FF2B5EF4-FFF2-40B4-BE49-F238E27FC236}">
                  <a16:creationId xmlns:a16="http://schemas.microsoft.com/office/drawing/2014/main" id="{53703117-4581-4938-9C08-2143A888326F}"/>
                </a:ext>
              </a:extLst>
            </p:cNvPr>
            <p:cNvSpPr>
              <a:spLocks/>
            </p:cNvSpPr>
            <p:nvPr/>
          </p:nvSpPr>
          <p:spPr bwMode="auto">
            <a:xfrm>
              <a:off x="797" y="2380"/>
              <a:ext cx="52" cy="115"/>
            </a:xfrm>
            <a:custGeom>
              <a:avLst/>
              <a:gdLst>
                <a:gd name="T0" fmla="*/ 10 w 50"/>
                <a:gd name="T1" fmla="*/ 0 h 109"/>
                <a:gd name="T2" fmla="*/ 6 w 50"/>
                <a:gd name="T3" fmla="*/ 76 h 109"/>
                <a:gd name="T4" fmla="*/ 56 w 50"/>
                <a:gd name="T5" fmla="*/ 116 h 109"/>
                <a:gd name="T6" fmla="*/ 16 w 50"/>
                <a:gd name="T7" fmla="*/ 68 h 109"/>
                <a:gd name="T8" fmla="*/ 8 w 50"/>
                <a:gd name="T9" fmla="*/ 8 h 10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109">
                  <a:moveTo>
                    <a:pt x="10" y="0"/>
                  </a:moveTo>
                  <a:cubicBezTo>
                    <a:pt x="6" y="19"/>
                    <a:pt x="0" y="45"/>
                    <a:pt x="6" y="64"/>
                  </a:cubicBezTo>
                  <a:cubicBezTo>
                    <a:pt x="10" y="76"/>
                    <a:pt x="34" y="109"/>
                    <a:pt x="50" y="99"/>
                  </a:cubicBezTo>
                  <a:cubicBezTo>
                    <a:pt x="30" y="91"/>
                    <a:pt x="18" y="80"/>
                    <a:pt x="13" y="58"/>
                  </a:cubicBezTo>
                  <a:cubicBezTo>
                    <a:pt x="9" y="43"/>
                    <a:pt x="4" y="24"/>
                    <a:pt x="8" y="8"/>
                  </a:cubicBezTo>
                </a:path>
              </a:pathLst>
            </a:custGeom>
            <a:solidFill>
              <a:srgbClr val="8C3F3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1382" name="Freeform 656">
              <a:extLst>
                <a:ext uri="{FF2B5EF4-FFF2-40B4-BE49-F238E27FC236}">
                  <a16:creationId xmlns:a16="http://schemas.microsoft.com/office/drawing/2014/main" id="{22B10B9C-059D-4C19-87CB-B8B0D16DCE8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6" y="941"/>
              <a:ext cx="121" cy="269"/>
            </a:xfrm>
            <a:custGeom>
              <a:avLst/>
              <a:gdLst>
                <a:gd name="T0" fmla="*/ 73 w 115"/>
                <a:gd name="T1" fmla="*/ 0 h 255"/>
                <a:gd name="T2" fmla="*/ 73 w 115"/>
                <a:gd name="T3" fmla="*/ 42 h 255"/>
                <a:gd name="T4" fmla="*/ 62 w 115"/>
                <a:gd name="T5" fmla="*/ 92 h 255"/>
                <a:gd name="T6" fmla="*/ 134 w 115"/>
                <a:gd name="T7" fmla="*/ 300 h 255"/>
                <a:gd name="T8" fmla="*/ 61 w 115"/>
                <a:gd name="T9" fmla="*/ 133 h 255"/>
                <a:gd name="T10" fmla="*/ 81 w 115"/>
                <a:gd name="T11" fmla="*/ 45 h 255"/>
                <a:gd name="T12" fmla="*/ 73 w 115"/>
                <a:gd name="T13" fmla="*/ 0 h 25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5" h="255">
                  <a:moveTo>
                    <a:pt x="63" y="0"/>
                  </a:moveTo>
                  <a:cubicBezTo>
                    <a:pt x="63" y="0"/>
                    <a:pt x="60" y="20"/>
                    <a:pt x="63" y="36"/>
                  </a:cubicBezTo>
                  <a:cubicBezTo>
                    <a:pt x="65" y="52"/>
                    <a:pt x="60" y="63"/>
                    <a:pt x="53" y="78"/>
                  </a:cubicBezTo>
                  <a:cubicBezTo>
                    <a:pt x="47" y="93"/>
                    <a:pt x="0" y="211"/>
                    <a:pt x="115" y="255"/>
                  </a:cubicBezTo>
                  <a:cubicBezTo>
                    <a:pt x="115" y="255"/>
                    <a:pt x="21" y="206"/>
                    <a:pt x="52" y="113"/>
                  </a:cubicBezTo>
                  <a:cubicBezTo>
                    <a:pt x="65" y="75"/>
                    <a:pt x="72" y="53"/>
                    <a:pt x="69" y="39"/>
                  </a:cubicBezTo>
                  <a:cubicBezTo>
                    <a:pt x="67" y="24"/>
                    <a:pt x="63" y="0"/>
                    <a:pt x="63" y="0"/>
                  </a:cubicBezTo>
                  <a:close/>
                </a:path>
              </a:pathLst>
            </a:custGeom>
            <a:solidFill>
              <a:srgbClr val="8C3F3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1383" name="Freeform 657">
              <a:extLst>
                <a:ext uri="{FF2B5EF4-FFF2-40B4-BE49-F238E27FC236}">
                  <a16:creationId xmlns:a16="http://schemas.microsoft.com/office/drawing/2014/main" id="{E78E21D6-149F-48FB-9550-160ECF6A81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5" y="870"/>
              <a:ext cx="24" cy="90"/>
            </a:xfrm>
            <a:custGeom>
              <a:avLst/>
              <a:gdLst>
                <a:gd name="T0" fmla="*/ 21 w 23"/>
                <a:gd name="T1" fmla="*/ 0 h 85"/>
                <a:gd name="T2" fmla="*/ 21 w 23"/>
                <a:gd name="T3" fmla="*/ 22 h 85"/>
                <a:gd name="T4" fmla="*/ 19 w 23"/>
                <a:gd name="T5" fmla="*/ 39 h 85"/>
                <a:gd name="T6" fmla="*/ 7 w 23"/>
                <a:gd name="T7" fmla="*/ 65 h 85"/>
                <a:gd name="T8" fmla="*/ 2 w 23"/>
                <a:gd name="T9" fmla="*/ 89 h 85"/>
                <a:gd name="T10" fmla="*/ 21 w 23"/>
                <a:gd name="T11" fmla="*/ 101 h 85"/>
                <a:gd name="T12" fmla="*/ 24 w 23"/>
                <a:gd name="T13" fmla="*/ 95 h 85"/>
                <a:gd name="T14" fmla="*/ 7 w 23"/>
                <a:gd name="T15" fmla="*/ 82 h 85"/>
                <a:gd name="T16" fmla="*/ 16 w 23"/>
                <a:gd name="T17" fmla="*/ 66 h 85"/>
                <a:gd name="T18" fmla="*/ 26 w 23"/>
                <a:gd name="T19" fmla="*/ 61 h 85"/>
                <a:gd name="T20" fmla="*/ 23 w 23"/>
                <a:gd name="T21" fmla="*/ 32 h 85"/>
                <a:gd name="T22" fmla="*/ 24 w 23"/>
                <a:gd name="T23" fmla="*/ 16 h 85"/>
                <a:gd name="T24" fmla="*/ 21 w 23"/>
                <a:gd name="T25" fmla="*/ 1 h 8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3" h="85">
                  <a:moveTo>
                    <a:pt x="18" y="0"/>
                  </a:moveTo>
                  <a:cubicBezTo>
                    <a:pt x="17" y="6"/>
                    <a:pt x="18" y="13"/>
                    <a:pt x="18" y="19"/>
                  </a:cubicBezTo>
                  <a:cubicBezTo>
                    <a:pt x="17" y="24"/>
                    <a:pt x="17" y="28"/>
                    <a:pt x="16" y="33"/>
                  </a:cubicBezTo>
                  <a:cubicBezTo>
                    <a:pt x="14" y="40"/>
                    <a:pt x="11" y="47"/>
                    <a:pt x="7" y="55"/>
                  </a:cubicBezTo>
                  <a:cubicBezTo>
                    <a:pt x="5" y="61"/>
                    <a:pt x="0" y="68"/>
                    <a:pt x="2" y="75"/>
                  </a:cubicBezTo>
                  <a:cubicBezTo>
                    <a:pt x="5" y="82"/>
                    <a:pt x="15" y="79"/>
                    <a:pt x="18" y="85"/>
                  </a:cubicBezTo>
                  <a:cubicBezTo>
                    <a:pt x="19" y="83"/>
                    <a:pt x="20" y="81"/>
                    <a:pt x="21" y="80"/>
                  </a:cubicBezTo>
                  <a:cubicBezTo>
                    <a:pt x="15" y="78"/>
                    <a:pt x="8" y="77"/>
                    <a:pt x="7" y="69"/>
                  </a:cubicBezTo>
                  <a:cubicBezTo>
                    <a:pt x="7" y="65"/>
                    <a:pt x="10" y="59"/>
                    <a:pt x="13" y="56"/>
                  </a:cubicBezTo>
                  <a:cubicBezTo>
                    <a:pt x="15" y="53"/>
                    <a:pt x="19" y="53"/>
                    <a:pt x="23" y="52"/>
                  </a:cubicBezTo>
                  <a:cubicBezTo>
                    <a:pt x="14" y="51"/>
                    <a:pt x="19" y="31"/>
                    <a:pt x="20" y="26"/>
                  </a:cubicBezTo>
                  <a:cubicBezTo>
                    <a:pt x="21" y="21"/>
                    <a:pt x="22" y="17"/>
                    <a:pt x="21" y="13"/>
                  </a:cubicBezTo>
                  <a:cubicBezTo>
                    <a:pt x="20" y="9"/>
                    <a:pt x="18" y="5"/>
                    <a:pt x="18" y="1"/>
                  </a:cubicBezTo>
                </a:path>
              </a:pathLst>
            </a:custGeom>
            <a:solidFill>
              <a:srgbClr val="8C3F3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1384" name="Freeform 658">
              <a:extLst>
                <a:ext uri="{FF2B5EF4-FFF2-40B4-BE49-F238E27FC236}">
                  <a16:creationId xmlns:a16="http://schemas.microsoft.com/office/drawing/2014/main" id="{7FF624FE-3028-4B86-BCE2-03C7A59A148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4" y="928"/>
              <a:ext cx="22" cy="24"/>
            </a:xfrm>
            <a:custGeom>
              <a:avLst/>
              <a:gdLst>
                <a:gd name="T0" fmla="*/ 0 w 20"/>
                <a:gd name="T1" fmla="*/ 0 h 23"/>
                <a:gd name="T2" fmla="*/ 15 w 20"/>
                <a:gd name="T3" fmla="*/ 22 h 23"/>
                <a:gd name="T4" fmla="*/ 10 w 20"/>
                <a:gd name="T5" fmla="*/ 11 h 23"/>
                <a:gd name="T6" fmla="*/ 1 w 20"/>
                <a:gd name="T7" fmla="*/ 1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23">
                  <a:moveTo>
                    <a:pt x="0" y="0"/>
                  </a:moveTo>
                  <a:cubicBezTo>
                    <a:pt x="7" y="0"/>
                    <a:pt x="20" y="13"/>
                    <a:pt x="12" y="19"/>
                  </a:cubicBezTo>
                  <a:cubicBezTo>
                    <a:pt x="6" y="23"/>
                    <a:pt x="7" y="14"/>
                    <a:pt x="7" y="11"/>
                  </a:cubicBezTo>
                  <a:cubicBezTo>
                    <a:pt x="7" y="5"/>
                    <a:pt x="5" y="4"/>
                    <a:pt x="1" y="1"/>
                  </a:cubicBezTo>
                </a:path>
              </a:pathLst>
            </a:custGeom>
            <a:solidFill>
              <a:srgbClr val="8C3F3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1385" name="Freeform 659">
              <a:extLst>
                <a:ext uri="{FF2B5EF4-FFF2-40B4-BE49-F238E27FC236}">
                  <a16:creationId xmlns:a16="http://schemas.microsoft.com/office/drawing/2014/main" id="{138868CD-CFB5-4B24-9D45-9ECDB7E616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4" y="1019"/>
              <a:ext cx="16" cy="81"/>
            </a:xfrm>
            <a:custGeom>
              <a:avLst/>
              <a:gdLst>
                <a:gd name="T0" fmla="*/ 0 w 15"/>
                <a:gd name="T1" fmla="*/ 0 h 77"/>
                <a:gd name="T2" fmla="*/ 14 w 15"/>
                <a:gd name="T3" fmla="*/ 42 h 77"/>
                <a:gd name="T4" fmla="*/ 4 w 15"/>
                <a:gd name="T5" fmla="*/ 89 h 77"/>
                <a:gd name="T6" fmla="*/ 6 w 15"/>
                <a:gd name="T7" fmla="*/ 41 h 77"/>
                <a:gd name="T8" fmla="*/ 2 w 15"/>
                <a:gd name="T9" fmla="*/ 4 h 7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77">
                  <a:moveTo>
                    <a:pt x="0" y="0"/>
                  </a:moveTo>
                  <a:cubicBezTo>
                    <a:pt x="4" y="12"/>
                    <a:pt x="7" y="24"/>
                    <a:pt x="11" y="36"/>
                  </a:cubicBezTo>
                  <a:cubicBezTo>
                    <a:pt x="15" y="51"/>
                    <a:pt x="4" y="62"/>
                    <a:pt x="4" y="77"/>
                  </a:cubicBezTo>
                  <a:cubicBezTo>
                    <a:pt x="0" y="64"/>
                    <a:pt x="8" y="49"/>
                    <a:pt x="6" y="35"/>
                  </a:cubicBezTo>
                  <a:cubicBezTo>
                    <a:pt x="5" y="25"/>
                    <a:pt x="2" y="15"/>
                    <a:pt x="2" y="4"/>
                  </a:cubicBezTo>
                </a:path>
              </a:pathLst>
            </a:custGeom>
            <a:solidFill>
              <a:srgbClr val="8C3F3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1386" name="Freeform 660">
              <a:extLst>
                <a:ext uri="{FF2B5EF4-FFF2-40B4-BE49-F238E27FC236}">
                  <a16:creationId xmlns:a16="http://schemas.microsoft.com/office/drawing/2014/main" id="{3ACE29D8-82CC-4DEF-8F04-F9579A96BC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5" y="904"/>
              <a:ext cx="43" cy="31"/>
            </a:xfrm>
            <a:custGeom>
              <a:avLst/>
              <a:gdLst>
                <a:gd name="T0" fmla="*/ 47 w 41"/>
                <a:gd name="T1" fmla="*/ 0 h 30"/>
                <a:gd name="T2" fmla="*/ 44 w 41"/>
                <a:gd name="T3" fmla="*/ 7 h 30"/>
                <a:gd name="T4" fmla="*/ 27 w 41"/>
                <a:gd name="T5" fmla="*/ 20 h 30"/>
                <a:gd name="T6" fmla="*/ 10 w 41"/>
                <a:gd name="T7" fmla="*/ 25 h 30"/>
                <a:gd name="T8" fmla="*/ 0 w 41"/>
                <a:gd name="T9" fmla="*/ 33 h 30"/>
                <a:gd name="T10" fmla="*/ 17 w 41"/>
                <a:gd name="T11" fmla="*/ 26 h 30"/>
                <a:gd name="T12" fmla="*/ 31 w 41"/>
                <a:gd name="T13" fmla="*/ 20 h 30"/>
                <a:gd name="T14" fmla="*/ 46 w 41"/>
                <a:gd name="T15" fmla="*/ 0 h 3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1" h="30">
                  <a:moveTo>
                    <a:pt x="41" y="0"/>
                  </a:moveTo>
                  <a:cubicBezTo>
                    <a:pt x="40" y="1"/>
                    <a:pt x="39" y="5"/>
                    <a:pt x="38" y="7"/>
                  </a:cubicBezTo>
                  <a:cubicBezTo>
                    <a:pt x="34" y="11"/>
                    <a:pt x="29" y="15"/>
                    <a:pt x="24" y="17"/>
                  </a:cubicBezTo>
                  <a:cubicBezTo>
                    <a:pt x="19" y="19"/>
                    <a:pt x="14" y="19"/>
                    <a:pt x="10" y="22"/>
                  </a:cubicBezTo>
                  <a:cubicBezTo>
                    <a:pt x="7" y="24"/>
                    <a:pt x="3" y="28"/>
                    <a:pt x="0" y="30"/>
                  </a:cubicBezTo>
                  <a:cubicBezTo>
                    <a:pt x="3" y="26"/>
                    <a:pt x="10" y="24"/>
                    <a:pt x="14" y="23"/>
                  </a:cubicBezTo>
                  <a:cubicBezTo>
                    <a:pt x="19" y="21"/>
                    <a:pt x="24" y="19"/>
                    <a:pt x="28" y="17"/>
                  </a:cubicBezTo>
                  <a:cubicBezTo>
                    <a:pt x="34" y="14"/>
                    <a:pt x="41" y="7"/>
                    <a:pt x="40" y="0"/>
                  </a:cubicBezTo>
                </a:path>
              </a:pathLst>
            </a:custGeom>
            <a:solidFill>
              <a:srgbClr val="5A22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1387" name="Freeform 661">
              <a:extLst>
                <a:ext uri="{FF2B5EF4-FFF2-40B4-BE49-F238E27FC236}">
                  <a16:creationId xmlns:a16="http://schemas.microsoft.com/office/drawing/2014/main" id="{CA727A91-9E26-4B21-93E8-5CA4C4B10F4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8" y="905"/>
              <a:ext cx="30" cy="19"/>
            </a:xfrm>
            <a:custGeom>
              <a:avLst/>
              <a:gdLst>
                <a:gd name="T0" fmla="*/ 0 w 28"/>
                <a:gd name="T1" fmla="*/ 0 h 18"/>
                <a:gd name="T2" fmla="*/ 6 w 28"/>
                <a:gd name="T3" fmla="*/ 5 h 18"/>
                <a:gd name="T4" fmla="*/ 15 w 28"/>
                <a:gd name="T5" fmla="*/ 14 h 18"/>
                <a:gd name="T6" fmla="*/ 27 w 28"/>
                <a:gd name="T7" fmla="*/ 19 h 18"/>
                <a:gd name="T8" fmla="*/ 34 w 28"/>
                <a:gd name="T9" fmla="*/ 21 h 18"/>
                <a:gd name="T10" fmla="*/ 16 w 28"/>
                <a:gd name="T11" fmla="*/ 12 h 18"/>
                <a:gd name="T12" fmla="*/ 0 w 28"/>
                <a:gd name="T13" fmla="*/ 1 h 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" h="18">
                  <a:moveTo>
                    <a:pt x="0" y="0"/>
                  </a:moveTo>
                  <a:cubicBezTo>
                    <a:pt x="1" y="2"/>
                    <a:pt x="4" y="4"/>
                    <a:pt x="6" y="5"/>
                  </a:cubicBezTo>
                  <a:cubicBezTo>
                    <a:pt x="8" y="7"/>
                    <a:pt x="10" y="9"/>
                    <a:pt x="12" y="11"/>
                  </a:cubicBezTo>
                  <a:cubicBezTo>
                    <a:pt x="15" y="13"/>
                    <a:pt x="18" y="15"/>
                    <a:pt x="21" y="16"/>
                  </a:cubicBezTo>
                  <a:cubicBezTo>
                    <a:pt x="23" y="17"/>
                    <a:pt x="26" y="18"/>
                    <a:pt x="28" y="18"/>
                  </a:cubicBezTo>
                  <a:cubicBezTo>
                    <a:pt x="23" y="15"/>
                    <a:pt x="17" y="13"/>
                    <a:pt x="13" y="9"/>
                  </a:cubicBezTo>
                  <a:cubicBezTo>
                    <a:pt x="9" y="6"/>
                    <a:pt x="5" y="2"/>
                    <a:pt x="0" y="1"/>
                  </a:cubicBezTo>
                </a:path>
              </a:pathLst>
            </a:custGeom>
            <a:solidFill>
              <a:srgbClr val="5A22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1388" name="Freeform 662">
              <a:extLst>
                <a:ext uri="{FF2B5EF4-FFF2-40B4-BE49-F238E27FC236}">
                  <a16:creationId xmlns:a16="http://schemas.microsoft.com/office/drawing/2014/main" id="{1853A273-4487-4A7A-8281-469DBA7A4D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1" y="1106"/>
              <a:ext cx="42" cy="107"/>
            </a:xfrm>
            <a:custGeom>
              <a:avLst/>
              <a:gdLst>
                <a:gd name="T0" fmla="*/ 40 w 40"/>
                <a:gd name="T1" fmla="*/ 2 h 101"/>
                <a:gd name="T2" fmla="*/ 20 w 40"/>
                <a:gd name="T3" fmla="*/ 38 h 101"/>
                <a:gd name="T4" fmla="*/ 46 w 40"/>
                <a:gd name="T5" fmla="*/ 53 h 101"/>
                <a:gd name="T6" fmla="*/ 24 w 40"/>
                <a:gd name="T7" fmla="*/ 72 h 101"/>
                <a:gd name="T8" fmla="*/ 13 w 40"/>
                <a:gd name="T9" fmla="*/ 120 h 101"/>
                <a:gd name="T10" fmla="*/ 17 w 40"/>
                <a:gd name="T11" fmla="*/ 67 h 101"/>
                <a:gd name="T12" fmla="*/ 5 w 40"/>
                <a:gd name="T13" fmla="*/ 53 h 101"/>
                <a:gd name="T14" fmla="*/ 0 w 40"/>
                <a:gd name="T15" fmla="*/ 37 h 101"/>
                <a:gd name="T16" fmla="*/ 7 w 40"/>
                <a:gd name="T17" fmla="*/ 43 h 101"/>
                <a:gd name="T18" fmla="*/ 13 w 40"/>
                <a:gd name="T19" fmla="*/ 26 h 101"/>
                <a:gd name="T20" fmla="*/ 38 w 40"/>
                <a:gd name="T21" fmla="*/ 0 h 10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0" h="101">
                  <a:moveTo>
                    <a:pt x="34" y="2"/>
                  </a:moveTo>
                  <a:cubicBezTo>
                    <a:pt x="21" y="3"/>
                    <a:pt x="10" y="20"/>
                    <a:pt x="17" y="32"/>
                  </a:cubicBezTo>
                  <a:cubicBezTo>
                    <a:pt x="21" y="40"/>
                    <a:pt x="32" y="42"/>
                    <a:pt x="40" y="44"/>
                  </a:cubicBezTo>
                  <a:cubicBezTo>
                    <a:pt x="27" y="41"/>
                    <a:pt x="21" y="48"/>
                    <a:pt x="21" y="60"/>
                  </a:cubicBezTo>
                  <a:cubicBezTo>
                    <a:pt x="22" y="76"/>
                    <a:pt x="20" y="89"/>
                    <a:pt x="10" y="101"/>
                  </a:cubicBezTo>
                  <a:cubicBezTo>
                    <a:pt x="14" y="87"/>
                    <a:pt x="25" y="69"/>
                    <a:pt x="14" y="56"/>
                  </a:cubicBezTo>
                  <a:cubicBezTo>
                    <a:pt x="11" y="52"/>
                    <a:pt x="7" y="49"/>
                    <a:pt x="5" y="44"/>
                  </a:cubicBezTo>
                  <a:cubicBezTo>
                    <a:pt x="3" y="40"/>
                    <a:pt x="2" y="35"/>
                    <a:pt x="0" y="31"/>
                  </a:cubicBezTo>
                  <a:cubicBezTo>
                    <a:pt x="1" y="33"/>
                    <a:pt x="4" y="39"/>
                    <a:pt x="7" y="37"/>
                  </a:cubicBezTo>
                  <a:cubicBezTo>
                    <a:pt x="9" y="36"/>
                    <a:pt x="10" y="25"/>
                    <a:pt x="10" y="23"/>
                  </a:cubicBezTo>
                  <a:cubicBezTo>
                    <a:pt x="13" y="13"/>
                    <a:pt x="20" y="0"/>
                    <a:pt x="32" y="0"/>
                  </a:cubicBezTo>
                </a:path>
              </a:pathLst>
            </a:custGeom>
            <a:solidFill>
              <a:srgbClr val="8C3F3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1389" name="Freeform 663">
              <a:extLst>
                <a:ext uri="{FF2B5EF4-FFF2-40B4-BE49-F238E27FC236}">
                  <a16:creationId xmlns:a16="http://schemas.microsoft.com/office/drawing/2014/main" id="{CC7E4A18-3FD9-4715-9F7A-37B3087E0E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8" y="1105"/>
              <a:ext cx="23" cy="24"/>
            </a:xfrm>
            <a:custGeom>
              <a:avLst/>
              <a:gdLst>
                <a:gd name="T0" fmla="*/ 0 w 22"/>
                <a:gd name="T1" fmla="*/ 1 h 22"/>
                <a:gd name="T2" fmla="*/ 14 w 22"/>
                <a:gd name="T3" fmla="*/ 10 h 22"/>
                <a:gd name="T4" fmla="*/ 20 w 22"/>
                <a:gd name="T5" fmla="*/ 28 h 22"/>
                <a:gd name="T6" fmla="*/ 17 w 22"/>
                <a:gd name="T7" fmla="*/ 5 h 22"/>
                <a:gd name="T8" fmla="*/ 1 w 22"/>
                <a:gd name="T9" fmla="*/ 2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2">
                  <a:moveTo>
                    <a:pt x="0" y="1"/>
                  </a:moveTo>
                  <a:cubicBezTo>
                    <a:pt x="4" y="4"/>
                    <a:pt x="7" y="4"/>
                    <a:pt x="11" y="7"/>
                  </a:cubicBezTo>
                  <a:cubicBezTo>
                    <a:pt x="16" y="12"/>
                    <a:pt x="16" y="16"/>
                    <a:pt x="17" y="22"/>
                  </a:cubicBezTo>
                  <a:cubicBezTo>
                    <a:pt x="22" y="18"/>
                    <a:pt x="19" y="8"/>
                    <a:pt x="14" y="5"/>
                  </a:cubicBezTo>
                  <a:cubicBezTo>
                    <a:pt x="11" y="3"/>
                    <a:pt x="4" y="0"/>
                    <a:pt x="1" y="2"/>
                  </a:cubicBezTo>
                </a:path>
              </a:pathLst>
            </a:custGeom>
            <a:solidFill>
              <a:srgbClr val="8C3F3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1390" name="Freeform 664">
              <a:extLst>
                <a:ext uri="{FF2B5EF4-FFF2-40B4-BE49-F238E27FC236}">
                  <a16:creationId xmlns:a16="http://schemas.microsoft.com/office/drawing/2014/main" id="{12DB5FA1-0474-42C3-A968-87A337A6E6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0" y="1025"/>
              <a:ext cx="31" cy="25"/>
            </a:xfrm>
            <a:custGeom>
              <a:avLst/>
              <a:gdLst>
                <a:gd name="T0" fmla="*/ 35 w 29"/>
                <a:gd name="T1" fmla="*/ 9 h 24"/>
                <a:gd name="T2" fmla="*/ 17 w 29"/>
                <a:gd name="T3" fmla="*/ 6 h 24"/>
                <a:gd name="T4" fmla="*/ 0 w 29"/>
                <a:gd name="T5" fmla="*/ 27 h 24"/>
                <a:gd name="T6" fmla="*/ 19 w 29"/>
                <a:gd name="T7" fmla="*/ 10 h 24"/>
                <a:gd name="T8" fmla="*/ 34 w 29"/>
                <a:gd name="T9" fmla="*/ 8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24">
                  <a:moveTo>
                    <a:pt x="29" y="9"/>
                  </a:moveTo>
                  <a:cubicBezTo>
                    <a:pt x="22" y="5"/>
                    <a:pt x="20" y="0"/>
                    <a:pt x="14" y="6"/>
                  </a:cubicBezTo>
                  <a:cubicBezTo>
                    <a:pt x="8" y="11"/>
                    <a:pt x="5" y="20"/>
                    <a:pt x="0" y="24"/>
                  </a:cubicBezTo>
                  <a:cubicBezTo>
                    <a:pt x="5" y="19"/>
                    <a:pt x="10" y="14"/>
                    <a:pt x="16" y="10"/>
                  </a:cubicBezTo>
                  <a:cubicBezTo>
                    <a:pt x="20" y="7"/>
                    <a:pt x="24" y="8"/>
                    <a:pt x="28" y="8"/>
                  </a:cubicBezTo>
                </a:path>
              </a:pathLst>
            </a:custGeom>
            <a:solidFill>
              <a:srgbClr val="BF5C5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1391" name="Freeform 665">
              <a:extLst>
                <a:ext uri="{FF2B5EF4-FFF2-40B4-BE49-F238E27FC236}">
                  <a16:creationId xmlns:a16="http://schemas.microsoft.com/office/drawing/2014/main" id="{FB1271B4-B497-4602-9931-6A4A177BC8C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7" y="1061"/>
              <a:ext cx="34" cy="9"/>
            </a:xfrm>
            <a:custGeom>
              <a:avLst/>
              <a:gdLst>
                <a:gd name="T0" fmla="*/ 38 w 32"/>
                <a:gd name="T1" fmla="*/ 0 h 9"/>
                <a:gd name="T2" fmla="*/ 6 w 32"/>
                <a:gd name="T3" fmla="*/ 4 h 9"/>
                <a:gd name="T4" fmla="*/ 15 w 32"/>
                <a:gd name="T5" fmla="*/ 7 h 9"/>
                <a:gd name="T6" fmla="*/ 28 w 32"/>
                <a:gd name="T7" fmla="*/ 2 h 9"/>
                <a:gd name="T8" fmla="*/ 37 w 32"/>
                <a:gd name="T9" fmla="*/ 1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9">
                  <a:moveTo>
                    <a:pt x="32" y="0"/>
                  </a:moveTo>
                  <a:cubicBezTo>
                    <a:pt x="26" y="0"/>
                    <a:pt x="11" y="0"/>
                    <a:pt x="6" y="4"/>
                  </a:cubicBezTo>
                  <a:cubicBezTo>
                    <a:pt x="0" y="9"/>
                    <a:pt x="8" y="8"/>
                    <a:pt x="12" y="7"/>
                  </a:cubicBezTo>
                  <a:cubicBezTo>
                    <a:pt x="15" y="5"/>
                    <a:pt x="19" y="3"/>
                    <a:pt x="23" y="2"/>
                  </a:cubicBezTo>
                  <a:cubicBezTo>
                    <a:pt x="26" y="2"/>
                    <a:pt x="29" y="2"/>
                    <a:pt x="31" y="1"/>
                  </a:cubicBezTo>
                </a:path>
              </a:pathLst>
            </a:custGeom>
            <a:solidFill>
              <a:srgbClr val="BF5C5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1392" name="Freeform 666">
              <a:extLst>
                <a:ext uri="{FF2B5EF4-FFF2-40B4-BE49-F238E27FC236}">
                  <a16:creationId xmlns:a16="http://schemas.microsoft.com/office/drawing/2014/main" id="{F98933E7-5754-4907-9464-6CF158E14FB2}"/>
                </a:ext>
              </a:extLst>
            </p:cNvPr>
            <p:cNvSpPr>
              <a:spLocks/>
            </p:cNvSpPr>
            <p:nvPr/>
          </p:nvSpPr>
          <p:spPr bwMode="auto">
            <a:xfrm>
              <a:off x="813" y="2107"/>
              <a:ext cx="138" cy="150"/>
            </a:xfrm>
            <a:custGeom>
              <a:avLst/>
              <a:gdLst>
                <a:gd name="T0" fmla="*/ 155 w 130"/>
                <a:gd name="T1" fmla="*/ 1 h 142"/>
                <a:gd name="T2" fmla="*/ 148 w 130"/>
                <a:gd name="T3" fmla="*/ 34 h 142"/>
                <a:gd name="T4" fmla="*/ 130 w 130"/>
                <a:gd name="T5" fmla="*/ 55 h 142"/>
                <a:gd name="T6" fmla="*/ 91 w 130"/>
                <a:gd name="T7" fmla="*/ 96 h 142"/>
                <a:gd name="T8" fmla="*/ 79 w 130"/>
                <a:gd name="T9" fmla="*/ 132 h 142"/>
                <a:gd name="T10" fmla="*/ 62 w 130"/>
                <a:gd name="T11" fmla="*/ 167 h 142"/>
                <a:gd name="T12" fmla="*/ 0 w 130"/>
                <a:gd name="T13" fmla="*/ 110 h 142"/>
                <a:gd name="T14" fmla="*/ 77 w 130"/>
                <a:gd name="T15" fmla="*/ 120 h 142"/>
                <a:gd name="T16" fmla="*/ 65 w 130"/>
                <a:gd name="T17" fmla="*/ 76 h 142"/>
                <a:gd name="T18" fmla="*/ 34 w 130"/>
                <a:gd name="T19" fmla="*/ 52 h 142"/>
                <a:gd name="T20" fmla="*/ 114 w 130"/>
                <a:gd name="T21" fmla="*/ 64 h 142"/>
                <a:gd name="T22" fmla="*/ 136 w 130"/>
                <a:gd name="T23" fmla="*/ 29 h 142"/>
                <a:gd name="T24" fmla="*/ 152 w 130"/>
                <a:gd name="T25" fmla="*/ 0 h 14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30" h="142">
                  <a:moveTo>
                    <a:pt x="130" y="1"/>
                  </a:moveTo>
                  <a:cubicBezTo>
                    <a:pt x="128" y="10"/>
                    <a:pt x="128" y="19"/>
                    <a:pt x="123" y="28"/>
                  </a:cubicBezTo>
                  <a:cubicBezTo>
                    <a:pt x="120" y="35"/>
                    <a:pt x="114" y="40"/>
                    <a:pt x="108" y="46"/>
                  </a:cubicBezTo>
                  <a:cubicBezTo>
                    <a:pt x="98" y="57"/>
                    <a:pt x="82" y="69"/>
                    <a:pt x="76" y="81"/>
                  </a:cubicBezTo>
                  <a:cubicBezTo>
                    <a:pt x="72" y="93"/>
                    <a:pt x="74" y="102"/>
                    <a:pt x="66" y="112"/>
                  </a:cubicBezTo>
                  <a:cubicBezTo>
                    <a:pt x="58" y="122"/>
                    <a:pt x="52" y="128"/>
                    <a:pt x="52" y="142"/>
                  </a:cubicBezTo>
                  <a:cubicBezTo>
                    <a:pt x="49" y="113"/>
                    <a:pt x="18" y="108"/>
                    <a:pt x="0" y="93"/>
                  </a:cubicBezTo>
                  <a:cubicBezTo>
                    <a:pt x="14" y="97"/>
                    <a:pt x="51" y="123"/>
                    <a:pt x="65" y="102"/>
                  </a:cubicBezTo>
                  <a:cubicBezTo>
                    <a:pt x="71" y="92"/>
                    <a:pt x="61" y="72"/>
                    <a:pt x="54" y="64"/>
                  </a:cubicBezTo>
                  <a:cubicBezTo>
                    <a:pt x="47" y="57"/>
                    <a:pt x="34" y="53"/>
                    <a:pt x="28" y="44"/>
                  </a:cubicBezTo>
                  <a:cubicBezTo>
                    <a:pt x="49" y="55"/>
                    <a:pt x="73" y="84"/>
                    <a:pt x="95" y="55"/>
                  </a:cubicBezTo>
                  <a:cubicBezTo>
                    <a:pt x="102" y="46"/>
                    <a:pt x="108" y="35"/>
                    <a:pt x="114" y="25"/>
                  </a:cubicBezTo>
                  <a:cubicBezTo>
                    <a:pt x="118" y="18"/>
                    <a:pt x="128" y="8"/>
                    <a:pt x="127" y="0"/>
                  </a:cubicBezTo>
                </a:path>
              </a:pathLst>
            </a:custGeom>
            <a:solidFill>
              <a:srgbClr val="6C2D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1393" name="Freeform 667">
              <a:extLst>
                <a:ext uri="{FF2B5EF4-FFF2-40B4-BE49-F238E27FC236}">
                  <a16:creationId xmlns:a16="http://schemas.microsoft.com/office/drawing/2014/main" id="{755F954D-AFAB-4C8C-A8E4-68D3674161D9}"/>
                </a:ext>
              </a:extLst>
            </p:cNvPr>
            <p:cNvSpPr>
              <a:spLocks/>
            </p:cNvSpPr>
            <p:nvPr/>
          </p:nvSpPr>
          <p:spPr bwMode="auto">
            <a:xfrm>
              <a:off x="924" y="1914"/>
              <a:ext cx="36" cy="236"/>
            </a:xfrm>
            <a:custGeom>
              <a:avLst/>
              <a:gdLst>
                <a:gd name="T0" fmla="*/ 35 w 34"/>
                <a:gd name="T1" fmla="*/ 103 h 224"/>
                <a:gd name="T2" fmla="*/ 33 w 34"/>
                <a:gd name="T3" fmla="*/ 201 h 224"/>
                <a:gd name="T4" fmla="*/ 26 w 34"/>
                <a:gd name="T5" fmla="*/ 234 h 224"/>
                <a:gd name="T6" fmla="*/ 0 w 34"/>
                <a:gd name="T7" fmla="*/ 262 h 224"/>
                <a:gd name="T8" fmla="*/ 19 w 34"/>
                <a:gd name="T9" fmla="*/ 202 h 224"/>
                <a:gd name="T10" fmla="*/ 21 w 34"/>
                <a:gd name="T11" fmla="*/ 124 h 224"/>
                <a:gd name="T12" fmla="*/ 40 w 34"/>
                <a:gd name="T13" fmla="*/ 0 h 2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4" h="224">
                  <a:moveTo>
                    <a:pt x="29" y="88"/>
                  </a:moveTo>
                  <a:cubicBezTo>
                    <a:pt x="25" y="116"/>
                    <a:pt x="28" y="144"/>
                    <a:pt x="27" y="172"/>
                  </a:cubicBezTo>
                  <a:cubicBezTo>
                    <a:pt x="27" y="181"/>
                    <a:pt x="27" y="191"/>
                    <a:pt x="23" y="200"/>
                  </a:cubicBezTo>
                  <a:cubicBezTo>
                    <a:pt x="19" y="211"/>
                    <a:pt x="9" y="216"/>
                    <a:pt x="0" y="224"/>
                  </a:cubicBezTo>
                  <a:cubicBezTo>
                    <a:pt x="11" y="211"/>
                    <a:pt x="14" y="189"/>
                    <a:pt x="16" y="173"/>
                  </a:cubicBezTo>
                  <a:cubicBezTo>
                    <a:pt x="18" y="151"/>
                    <a:pt x="17" y="128"/>
                    <a:pt x="18" y="106"/>
                  </a:cubicBezTo>
                  <a:cubicBezTo>
                    <a:pt x="21" y="70"/>
                    <a:pt x="20" y="34"/>
                    <a:pt x="34" y="0"/>
                  </a:cubicBezTo>
                </a:path>
              </a:pathLst>
            </a:custGeom>
            <a:solidFill>
              <a:srgbClr val="6C2D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1394" name="Freeform 668">
              <a:extLst>
                <a:ext uri="{FF2B5EF4-FFF2-40B4-BE49-F238E27FC236}">
                  <a16:creationId xmlns:a16="http://schemas.microsoft.com/office/drawing/2014/main" id="{9997719C-D32E-4ED9-BCE7-FF32A79495ED}"/>
                </a:ext>
              </a:extLst>
            </p:cNvPr>
            <p:cNvSpPr>
              <a:spLocks/>
            </p:cNvSpPr>
            <p:nvPr/>
          </p:nvSpPr>
          <p:spPr bwMode="auto">
            <a:xfrm>
              <a:off x="842" y="2277"/>
              <a:ext cx="50" cy="158"/>
            </a:xfrm>
            <a:custGeom>
              <a:avLst/>
              <a:gdLst>
                <a:gd name="T0" fmla="*/ 33 w 47"/>
                <a:gd name="T1" fmla="*/ 0 h 150"/>
                <a:gd name="T2" fmla="*/ 33 w 47"/>
                <a:gd name="T3" fmla="*/ 83 h 150"/>
                <a:gd name="T4" fmla="*/ 21 w 47"/>
                <a:gd name="T5" fmla="*/ 172 h 150"/>
                <a:gd name="T6" fmla="*/ 0 w 47"/>
                <a:gd name="T7" fmla="*/ 175 h 150"/>
                <a:gd name="T8" fmla="*/ 16 w 47"/>
                <a:gd name="T9" fmla="*/ 130 h 150"/>
                <a:gd name="T10" fmla="*/ 21 w 47"/>
                <a:gd name="T11" fmla="*/ 81 h 150"/>
                <a:gd name="T12" fmla="*/ 33 w 47"/>
                <a:gd name="T13" fmla="*/ 36 h 150"/>
                <a:gd name="T14" fmla="*/ 34 w 47"/>
                <a:gd name="T15" fmla="*/ 0 h 15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7" h="150">
                  <a:moveTo>
                    <a:pt x="27" y="0"/>
                  </a:moveTo>
                  <a:cubicBezTo>
                    <a:pt x="47" y="15"/>
                    <a:pt x="31" y="52"/>
                    <a:pt x="27" y="71"/>
                  </a:cubicBezTo>
                  <a:cubicBezTo>
                    <a:pt x="22" y="96"/>
                    <a:pt x="19" y="121"/>
                    <a:pt x="18" y="147"/>
                  </a:cubicBezTo>
                  <a:cubicBezTo>
                    <a:pt x="12" y="144"/>
                    <a:pt x="6" y="149"/>
                    <a:pt x="0" y="150"/>
                  </a:cubicBezTo>
                  <a:cubicBezTo>
                    <a:pt x="7" y="143"/>
                    <a:pt x="11" y="122"/>
                    <a:pt x="13" y="111"/>
                  </a:cubicBezTo>
                  <a:cubicBezTo>
                    <a:pt x="15" y="97"/>
                    <a:pt x="15" y="83"/>
                    <a:pt x="18" y="69"/>
                  </a:cubicBezTo>
                  <a:cubicBezTo>
                    <a:pt x="20" y="55"/>
                    <a:pt x="25" y="43"/>
                    <a:pt x="27" y="30"/>
                  </a:cubicBezTo>
                  <a:cubicBezTo>
                    <a:pt x="29" y="20"/>
                    <a:pt x="28" y="10"/>
                    <a:pt x="28" y="0"/>
                  </a:cubicBezTo>
                </a:path>
              </a:pathLst>
            </a:custGeom>
            <a:solidFill>
              <a:srgbClr val="6C2D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1395" name="Freeform 669">
              <a:extLst>
                <a:ext uri="{FF2B5EF4-FFF2-40B4-BE49-F238E27FC236}">
                  <a16:creationId xmlns:a16="http://schemas.microsoft.com/office/drawing/2014/main" id="{67FA5ECE-F4B0-456C-84D3-6E5001728ABF}"/>
                </a:ext>
              </a:extLst>
            </p:cNvPr>
            <p:cNvSpPr>
              <a:spLocks/>
            </p:cNvSpPr>
            <p:nvPr/>
          </p:nvSpPr>
          <p:spPr bwMode="auto">
            <a:xfrm>
              <a:off x="768" y="2341"/>
              <a:ext cx="56" cy="35"/>
            </a:xfrm>
            <a:custGeom>
              <a:avLst/>
              <a:gdLst>
                <a:gd name="T0" fmla="*/ 0 w 53"/>
                <a:gd name="T1" fmla="*/ 12 h 33"/>
                <a:gd name="T2" fmla="*/ 38 w 53"/>
                <a:gd name="T3" fmla="*/ 14 h 33"/>
                <a:gd name="T4" fmla="*/ 62 w 53"/>
                <a:gd name="T5" fmla="*/ 39 h 33"/>
                <a:gd name="T6" fmla="*/ 39 w 53"/>
                <a:gd name="T7" fmla="*/ 4 h 33"/>
                <a:gd name="T8" fmla="*/ 21 w 53"/>
                <a:gd name="T9" fmla="*/ 1 h 33"/>
                <a:gd name="T10" fmla="*/ 4 w 53"/>
                <a:gd name="T11" fmla="*/ 8 h 3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3" h="33">
                  <a:moveTo>
                    <a:pt x="0" y="9"/>
                  </a:moveTo>
                  <a:cubicBezTo>
                    <a:pt x="4" y="2"/>
                    <a:pt x="25" y="9"/>
                    <a:pt x="32" y="11"/>
                  </a:cubicBezTo>
                  <a:cubicBezTo>
                    <a:pt x="44" y="15"/>
                    <a:pt x="47" y="22"/>
                    <a:pt x="53" y="33"/>
                  </a:cubicBezTo>
                  <a:cubicBezTo>
                    <a:pt x="53" y="19"/>
                    <a:pt x="46" y="9"/>
                    <a:pt x="33" y="4"/>
                  </a:cubicBezTo>
                  <a:cubicBezTo>
                    <a:pt x="29" y="1"/>
                    <a:pt x="24" y="0"/>
                    <a:pt x="18" y="1"/>
                  </a:cubicBezTo>
                  <a:cubicBezTo>
                    <a:pt x="13" y="2"/>
                    <a:pt x="9" y="7"/>
                    <a:pt x="4" y="8"/>
                  </a:cubicBezTo>
                </a:path>
              </a:pathLst>
            </a:custGeom>
            <a:solidFill>
              <a:srgbClr val="8C3F3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1396" name="Freeform 670">
              <a:extLst>
                <a:ext uri="{FF2B5EF4-FFF2-40B4-BE49-F238E27FC236}">
                  <a16:creationId xmlns:a16="http://schemas.microsoft.com/office/drawing/2014/main" id="{639857FB-B6BB-402D-A6BC-E4B17DCA259B}"/>
                </a:ext>
              </a:extLst>
            </p:cNvPr>
            <p:cNvSpPr>
              <a:spLocks/>
            </p:cNvSpPr>
            <p:nvPr/>
          </p:nvSpPr>
          <p:spPr bwMode="auto">
            <a:xfrm>
              <a:off x="751" y="2375"/>
              <a:ext cx="50" cy="137"/>
            </a:xfrm>
            <a:custGeom>
              <a:avLst/>
              <a:gdLst>
                <a:gd name="T0" fmla="*/ 36 w 47"/>
                <a:gd name="T1" fmla="*/ 0 h 130"/>
                <a:gd name="T2" fmla="*/ 33 w 47"/>
                <a:gd name="T3" fmla="*/ 21 h 130"/>
                <a:gd name="T4" fmla="*/ 22 w 47"/>
                <a:gd name="T5" fmla="*/ 39 h 130"/>
                <a:gd name="T6" fmla="*/ 21 w 47"/>
                <a:gd name="T7" fmla="*/ 73 h 130"/>
                <a:gd name="T8" fmla="*/ 36 w 47"/>
                <a:gd name="T9" fmla="*/ 111 h 130"/>
                <a:gd name="T10" fmla="*/ 56 w 47"/>
                <a:gd name="T11" fmla="*/ 152 h 130"/>
                <a:gd name="T12" fmla="*/ 47 w 47"/>
                <a:gd name="T13" fmla="*/ 133 h 130"/>
                <a:gd name="T14" fmla="*/ 30 w 47"/>
                <a:gd name="T15" fmla="*/ 117 h 130"/>
                <a:gd name="T16" fmla="*/ 7 w 47"/>
                <a:gd name="T17" fmla="*/ 66 h 130"/>
                <a:gd name="T18" fmla="*/ 2 w 47"/>
                <a:gd name="T19" fmla="*/ 46 h 130"/>
                <a:gd name="T20" fmla="*/ 7 w 47"/>
                <a:gd name="T21" fmla="*/ 39 h 130"/>
                <a:gd name="T22" fmla="*/ 34 w 47"/>
                <a:gd name="T23" fmla="*/ 1 h 13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7" h="130">
                  <a:moveTo>
                    <a:pt x="30" y="0"/>
                  </a:moveTo>
                  <a:cubicBezTo>
                    <a:pt x="28" y="6"/>
                    <a:pt x="29" y="12"/>
                    <a:pt x="27" y="18"/>
                  </a:cubicBezTo>
                  <a:cubicBezTo>
                    <a:pt x="25" y="24"/>
                    <a:pt x="22" y="28"/>
                    <a:pt x="19" y="33"/>
                  </a:cubicBezTo>
                  <a:cubicBezTo>
                    <a:pt x="13" y="43"/>
                    <a:pt x="17" y="51"/>
                    <a:pt x="18" y="62"/>
                  </a:cubicBezTo>
                  <a:cubicBezTo>
                    <a:pt x="19" y="77"/>
                    <a:pt x="20" y="85"/>
                    <a:pt x="30" y="95"/>
                  </a:cubicBezTo>
                  <a:cubicBezTo>
                    <a:pt x="39" y="104"/>
                    <a:pt x="46" y="117"/>
                    <a:pt x="47" y="130"/>
                  </a:cubicBezTo>
                  <a:cubicBezTo>
                    <a:pt x="44" y="126"/>
                    <a:pt x="42" y="118"/>
                    <a:pt x="39" y="114"/>
                  </a:cubicBezTo>
                  <a:cubicBezTo>
                    <a:pt x="35" y="109"/>
                    <a:pt x="29" y="104"/>
                    <a:pt x="24" y="100"/>
                  </a:cubicBezTo>
                  <a:cubicBezTo>
                    <a:pt x="8" y="88"/>
                    <a:pt x="8" y="77"/>
                    <a:pt x="7" y="57"/>
                  </a:cubicBezTo>
                  <a:cubicBezTo>
                    <a:pt x="6" y="50"/>
                    <a:pt x="3" y="46"/>
                    <a:pt x="2" y="40"/>
                  </a:cubicBezTo>
                  <a:cubicBezTo>
                    <a:pt x="0" y="32"/>
                    <a:pt x="1" y="36"/>
                    <a:pt x="7" y="33"/>
                  </a:cubicBezTo>
                  <a:cubicBezTo>
                    <a:pt x="17" y="28"/>
                    <a:pt x="24" y="12"/>
                    <a:pt x="28" y="1"/>
                  </a:cubicBezTo>
                </a:path>
              </a:pathLst>
            </a:custGeom>
            <a:solidFill>
              <a:srgbClr val="6C2D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1397" name="Freeform 671">
              <a:extLst>
                <a:ext uri="{FF2B5EF4-FFF2-40B4-BE49-F238E27FC236}">
                  <a16:creationId xmlns:a16="http://schemas.microsoft.com/office/drawing/2014/main" id="{587A8A56-20EC-4273-A384-8A7CB9D2D43F}"/>
                </a:ext>
              </a:extLst>
            </p:cNvPr>
            <p:cNvSpPr>
              <a:spLocks/>
            </p:cNvSpPr>
            <p:nvPr/>
          </p:nvSpPr>
          <p:spPr bwMode="auto">
            <a:xfrm>
              <a:off x="794" y="1934"/>
              <a:ext cx="85" cy="33"/>
            </a:xfrm>
            <a:custGeom>
              <a:avLst/>
              <a:gdLst>
                <a:gd name="T0" fmla="*/ 0 w 80"/>
                <a:gd name="T1" fmla="*/ 0 h 31"/>
                <a:gd name="T2" fmla="*/ 22 w 80"/>
                <a:gd name="T3" fmla="*/ 7 h 31"/>
                <a:gd name="T4" fmla="*/ 49 w 80"/>
                <a:gd name="T5" fmla="*/ 14 h 31"/>
                <a:gd name="T6" fmla="*/ 96 w 80"/>
                <a:gd name="T7" fmla="*/ 33 h 31"/>
                <a:gd name="T8" fmla="*/ 49 w 80"/>
                <a:gd name="T9" fmla="*/ 19 h 31"/>
                <a:gd name="T10" fmla="*/ 24 w 80"/>
                <a:gd name="T11" fmla="*/ 17 h 31"/>
                <a:gd name="T12" fmla="*/ 2 w 80"/>
                <a:gd name="T13" fmla="*/ 4 h 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0" h="31">
                  <a:moveTo>
                    <a:pt x="0" y="0"/>
                  </a:moveTo>
                  <a:cubicBezTo>
                    <a:pt x="6" y="0"/>
                    <a:pt x="12" y="6"/>
                    <a:pt x="19" y="7"/>
                  </a:cubicBezTo>
                  <a:cubicBezTo>
                    <a:pt x="26" y="9"/>
                    <a:pt x="33" y="8"/>
                    <a:pt x="40" y="11"/>
                  </a:cubicBezTo>
                  <a:cubicBezTo>
                    <a:pt x="54" y="15"/>
                    <a:pt x="68" y="20"/>
                    <a:pt x="80" y="27"/>
                  </a:cubicBezTo>
                  <a:cubicBezTo>
                    <a:pt x="67" y="31"/>
                    <a:pt x="52" y="21"/>
                    <a:pt x="40" y="16"/>
                  </a:cubicBezTo>
                  <a:cubicBezTo>
                    <a:pt x="34" y="14"/>
                    <a:pt x="27" y="15"/>
                    <a:pt x="21" y="14"/>
                  </a:cubicBezTo>
                  <a:cubicBezTo>
                    <a:pt x="11" y="13"/>
                    <a:pt x="8" y="9"/>
                    <a:pt x="2" y="4"/>
                  </a:cubicBezTo>
                </a:path>
              </a:pathLst>
            </a:custGeom>
            <a:solidFill>
              <a:srgbClr val="6C2D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1398" name="Freeform 672">
              <a:extLst>
                <a:ext uri="{FF2B5EF4-FFF2-40B4-BE49-F238E27FC236}">
                  <a16:creationId xmlns:a16="http://schemas.microsoft.com/office/drawing/2014/main" id="{CC3F28EA-9BA1-4538-B874-6C8FACCA23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9" y="2182"/>
              <a:ext cx="165" cy="211"/>
            </a:xfrm>
            <a:custGeom>
              <a:avLst/>
              <a:gdLst>
                <a:gd name="T0" fmla="*/ 0 w 157"/>
                <a:gd name="T1" fmla="*/ 28 h 200"/>
                <a:gd name="T2" fmla="*/ 53 w 157"/>
                <a:gd name="T3" fmla="*/ 32 h 200"/>
                <a:gd name="T4" fmla="*/ 81 w 157"/>
                <a:gd name="T5" fmla="*/ 107 h 200"/>
                <a:gd name="T6" fmla="*/ 182 w 157"/>
                <a:gd name="T7" fmla="*/ 235 h 200"/>
                <a:gd name="T8" fmla="*/ 64 w 157"/>
                <a:gd name="T9" fmla="*/ 115 h 200"/>
                <a:gd name="T10" fmla="*/ 44 w 157"/>
                <a:gd name="T11" fmla="*/ 52 h 200"/>
                <a:gd name="T12" fmla="*/ 9 w 157"/>
                <a:gd name="T13" fmla="*/ 38 h 20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7" h="200">
                  <a:moveTo>
                    <a:pt x="0" y="25"/>
                  </a:moveTo>
                  <a:cubicBezTo>
                    <a:pt x="17" y="12"/>
                    <a:pt x="35" y="0"/>
                    <a:pt x="46" y="27"/>
                  </a:cubicBezTo>
                  <a:cubicBezTo>
                    <a:pt x="54" y="48"/>
                    <a:pt x="58" y="69"/>
                    <a:pt x="69" y="91"/>
                  </a:cubicBezTo>
                  <a:cubicBezTo>
                    <a:pt x="93" y="137"/>
                    <a:pt x="112" y="173"/>
                    <a:pt x="157" y="200"/>
                  </a:cubicBezTo>
                  <a:cubicBezTo>
                    <a:pt x="119" y="197"/>
                    <a:pt x="75" y="128"/>
                    <a:pt x="55" y="98"/>
                  </a:cubicBezTo>
                  <a:cubicBezTo>
                    <a:pt x="43" y="80"/>
                    <a:pt x="45" y="64"/>
                    <a:pt x="38" y="44"/>
                  </a:cubicBezTo>
                  <a:cubicBezTo>
                    <a:pt x="33" y="28"/>
                    <a:pt x="25" y="31"/>
                    <a:pt x="9" y="32"/>
                  </a:cubicBezTo>
                </a:path>
              </a:pathLst>
            </a:custGeom>
            <a:solidFill>
              <a:srgbClr val="6C2D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1399" name="Freeform 673">
              <a:extLst>
                <a:ext uri="{FF2B5EF4-FFF2-40B4-BE49-F238E27FC236}">
                  <a16:creationId xmlns:a16="http://schemas.microsoft.com/office/drawing/2014/main" id="{358101E2-5BFB-4AA0-8563-E3E1FF1C58B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0" y="2277"/>
              <a:ext cx="139" cy="83"/>
            </a:xfrm>
            <a:custGeom>
              <a:avLst/>
              <a:gdLst>
                <a:gd name="T0" fmla="*/ 104 w 132"/>
                <a:gd name="T1" fmla="*/ 26 h 79"/>
                <a:gd name="T2" fmla="*/ 0 w 132"/>
                <a:gd name="T3" fmla="*/ 3 h 79"/>
                <a:gd name="T4" fmla="*/ 85 w 132"/>
                <a:gd name="T5" fmla="*/ 40 h 79"/>
                <a:gd name="T6" fmla="*/ 154 w 132"/>
                <a:gd name="T7" fmla="*/ 91 h 7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2" h="79">
                  <a:moveTo>
                    <a:pt x="89" y="23"/>
                  </a:moveTo>
                  <a:cubicBezTo>
                    <a:pt x="81" y="0"/>
                    <a:pt x="21" y="2"/>
                    <a:pt x="0" y="3"/>
                  </a:cubicBezTo>
                  <a:cubicBezTo>
                    <a:pt x="28" y="8"/>
                    <a:pt x="50" y="16"/>
                    <a:pt x="73" y="34"/>
                  </a:cubicBezTo>
                  <a:cubicBezTo>
                    <a:pt x="88" y="45"/>
                    <a:pt x="129" y="69"/>
                    <a:pt x="132" y="79"/>
                  </a:cubicBezTo>
                </a:path>
              </a:pathLst>
            </a:custGeom>
            <a:solidFill>
              <a:srgbClr val="6C2D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1400" name="Freeform 674">
              <a:extLst>
                <a:ext uri="{FF2B5EF4-FFF2-40B4-BE49-F238E27FC236}">
                  <a16:creationId xmlns:a16="http://schemas.microsoft.com/office/drawing/2014/main" id="{3F46CDD5-438F-4200-9410-3BE0F8BD4EAD}"/>
                </a:ext>
              </a:extLst>
            </p:cNvPr>
            <p:cNvSpPr>
              <a:spLocks/>
            </p:cNvSpPr>
            <p:nvPr/>
          </p:nvSpPr>
          <p:spPr bwMode="auto">
            <a:xfrm>
              <a:off x="905" y="2315"/>
              <a:ext cx="108" cy="666"/>
            </a:xfrm>
            <a:custGeom>
              <a:avLst/>
              <a:gdLst>
                <a:gd name="T0" fmla="*/ 65 w 102"/>
                <a:gd name="T1" fmla="*/ 0 h 631"/>
                <a:gd name="T2" fmla="*/ 16 w 102"/>
                <a:gd name="T3" fmla="*/ 433 h 631"/>
                <a:gd name="T4" fmla="*/ 121 w 102"/>
                <a:gd name="T5" fmla="*/ 742 h 631"/>
                <a:gd name="T6" fmla="*/ 38 w 102"/>
                <a:gd name="T7" fmla="*/ 426 h 631"/>
                <a:gd name="T8" fmla="*/ 65 w 102"/>
                <a:gd name="T9" fmla="*/ 0 h 6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2" h="631">
                  <a:moveTo>
                    <a:pt x="55" y="0"/>
                  </a:moveTo>
                  <a:cubicBezTo>
                    <a:pt x="55" y="0"/>
                    <a:pt x="0" y="173"/>
                    <a:pt x="13" y="368"/>
                  </a:cubicBezTo>
                  <a:cubicBezTo>
                    <a:pt x="27" y="564"/>
                    <a:pt x="81" y="600"/>
                    <a:pt x="102" y="631"/>
                  </a:cubicBezTo>
                  <a:cubicBezTo>
                    <a:pt x="102" y="631"/>
                    <a:pt x="34" y="520"/>
                    <a:pt x="32" y="363"/>
                  </a:cubicBezTo>
                  <a:cubicBezTo>
                    <a:pt x="31" y="205"/>
                    <a:pt x="55" y="0"/>
                    <a:pt x="55" y="0"/>
                  </a:cubicBezTo>
                  <a:close/>
                </a:path>
              </a:pathLst>
            </a:custGeom>
            <a:solidFill>
              <a:srgbClr val="8C3F3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1401" name="Freeform 675">
              <a:extLst>
                <a:ext uri="{FF2B5EF4-FFF2-40B4-BE49-F238E27FC236}">
                  <a16:creationId xmlns:a16="http://schemas.microsoft.com/office/drawing/2014/main" id="{45846063-A220-4206-8DE5-180301380DB8}"/>
                </a:ext>
              </a:extLst>
            </p:cNvPr>
            <p:cNvSpPr>
              <a:spLocks/>
            </p:cNvSpPr>
            <p:nvPr/>
          </p:nvSpPr>
          <p:spPr bwMode="auto">
            <a:xfrm>
              <a:off x="960" y="1970"/>
              <a:ext cx="70" cy="315"/>
            </a:xfrm>
            <a:custGeom>
              <a:avLst/>
              <a:gdLst>
                <a:gd name="T0" fmla="*/ 15 w 66"/>
                <a:gd name="T1" fmla="*/ 350 h 299"/>
                <a:gd name="T2" fmla="*/ 78 w 66"/>
                <a:gd name="T3" fmla="*/ 326 h 299"/>
                <a:gd name="T4" fmla="*/ 32 w 66"/>
                <a:gd name="T5" fmla="*/ 299 h 299"/>
                <a:gd name="T6" fmla="*/ 53 w 66"/>
                <a:gd name="T7" fmla="*/ 263 h 299"/>
                <a:gd name="T8" fmla="*/ 21 w 66"/>
                <a:gd name="T9" fmla="*/ 160 h 299"/>
                <a:gd name="T10" fmla="*/ 22 w 66"/>
                <a:gd name="T11" fmla="*/ 78 h 299"/>
                <a:gd name="T12" fmla="*/ 29 w 66"/>
                <a:gd name="T13" fmla="*/ 0 h 299"/>
                <a:gd name="T14" fmla="*/ 3 w 66"/>
                <a:gd name="T15" fmla="*/ 180 h 299"/>
                <a:gd name="T16" fmla="*/ 5 w 66"/>
                <a:gd name="T17" fmla="*/ 254 h 299"/>
                <a:gd name="T18" fmla="*/ 13 w 66"/>
                <a:gd name="T19" fmla="*/ 292 h 299"/>
                <a:gd name="T20" fmla="*/ 15 w 66"/>
                <a:gd name="T21" fmla="*/ 331 h 29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6" h="299">
                  <a:moveTo>
                    <a:pt x="12" y="299"/>
                  </a:moveTo>
                  <a:cubicBezTo>
                    <a:pt x="6" y="263"/>
                    <a:pt x="47" y="270"/>
                    <a:pt x="66" y="278"/>
                  </a:cubicBezTo>
                  <a:cubicBezTo>
                    <a:pt x="52" y="271"/>
                    <a:pt x="31" y="272"/>
                    <a:pt x="26" y="256"/>
                  </a:cubicBezTo>
                  <a:cubicBezTo>
                    <a:pt x="21" y="242"/>
                    <a:pt x="28" y="224"/>
                    <a:pt x="44" y="225"/>
                  </a:cubicBezTo>
                  <a:cubicBezTo>
                    <a:pt x="6" y="228"/>
                    <a:pt x="17" y="162"/>
                    <a:pt x="18" y="137"/>
                  </a:cubicBezTo>
                  <a:cubicBezTo>
                    <a:pt x="20" y="113"/>
                    <a:pt x="18" y="89"/>
                    <a:pt x="19" y="66"/>
                  </a:cubicBezTo>
                  <a:cubicBezTo>
                    <a:pt x="19" y="44"/>
                    <a:pt x="25" y="22"/>
                    <a:pt x="24" y="0"/>
                  </a:cubicBezTo>
                  <a:cubicBezTo>
                    <a:pt x="9" y="51"/>
                    <a:pt x="0" y="101"/>
                    <a:pt x="3" y="154"/>
                  </a:cubicBezTo>
                  <a:cubicBezTo>
                    <a:pt x="4" y="175"/>
                    <a:pt x="4" y="196"/>
                    <a:pt x="5" y="217"/>
                  </a:cubicBezTo>
                  <a:cubicBezTo>
                    <a:pt x="5" y="229"/>
                    <a:pt x="7" y="239"/>
                    <a:pt x="10" y="250"/>
                  </a:cubicBezTo>
                  <a:cubicBezTo>
                    <a:pt x="11" y="257"/>
                    <a:pt x="16" y="286"/>
                    <a:pt x="12" y="283"/>
                  </a:cubicBezTo>
                </a:path>
              </a:pathLst>
            </a:custGeom>
            <a:solidFill>
              <a:srgbClr val="8C3F3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1402" name="Freeform 676">
              <a:extLst>
                <a:ext uri="{FF2B5EF4-FFF2-40B4-BE49-F238E27FC236}">
                  <a16:creationId xmlns:a16="http://schemas.microsoft.com/office/drawing/2014/main" id="{74628207-E431-4534-8C92-DB825440D651}"/>
                </a:ext>
              </a:extLst>
            </p:cNvPr>
            <p:cNvSpPr>
              <a:spLocks/>
            </p:cNvSpPr>
            <p:nvPr/>
          </p:nvSpPr>
          <p:spPr bwMode="auto">
            <a:xfrm>
              <a:off x="963" y="2983"/>
              <a:ext cx="67" cy="140"/>
            </a:xfrm>
            <a:custGeom>
              <a:avLst/>
              <a:gdLst>
                <a:gd name="T0" fmla="*/ 62 w 63"/>
                <a:gd name="T1" fmla="*/ 31 h 133"/>
                <a:gd name="T2" fmla="*/ 36 w 63"/>
                <a:gd name="T3" fmla="*/ 0 h 133"/>
                <a:gd name="T4" fmla="*/ 76 w 63"/>
                <a:gd name="T5" fmla="*/ 155 h 133"/>
                <a:gd name="T6" fmla="*/ 57 w 63"/>
                <a:gd name="T7" fmla="*/ 29 h 1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3" h="133">
                  <a:moveTo>
                    <a:pt x="52" y="27"/>
                  </a:moveTo>
                  <a:cubicBezTo>
                    <a:pt x="46" y="18"/>
                    <a:pt x="40" y="5"/>
                    <a:pt x="30" y="0"/>
                  </a:cubicBezTo>
                  <a:cubicBezTo>
                    <a:pt x="0" y="38"/>
                    <a:pt x="37" y="105"/>
                    <a:pt x="63" y="133"/>
                  </a:cubicBezTo>
                  <a:cubicBezTo>
                    <a:pt x="46" y="115"/>
                    <a:pt x="22" y="43"/>
                    <a:pt x="48" y="26"/>
                  </a:cubicBezTo>
                </a:path>
              </a:pathLst>
            </a:custGeom>
            <a:solidFill>
              <a:srgbClr val="8C3F3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1403" name="Freeform 677">
              <a:extLst>
                <a:ext uri="{FF2B5EF4-FFF2-40B4-BE49-F238E27FC236}">
                  <a16:creationId xmlns:a16="http://schemas.microsoft.com/office/drawing/2014/main" id="{4A429157-964F-4811-AC92-AB5ED9576B25}"/>
                </a:ext>
              </a:extLst>
            </p:cNvPr>
            <p:cNvSpPr>
              <a:spLocks/>
            </p:cNvSpPr>
            <p:nvPr/>
          </p:nvSpPr>
          <p:spPr bwMode="auto">
            <a:xfrm>
              <a:off x="998" y="3156"/>
              <a:ext cx="127" cy="611"/>
            </a:xfrm>
            <a:custGeom>
              <a:avLst/>
              <a:gdLst>
                <a:gd name="T0" fmla="*/ 37 w 120"/>
                <a:gd name="T1" fmla="*/ 0 h 579"/>
                <a:gd name="T2" fmla="*/ 5 w 120"/>
                <a:gd name="T3" fmla="*/ 163 h 579"/>
                <a:gd name="T4" fmla="*/ 0 w 120"/>
                <a:gd name="T5" fmla="*/ 363 h 579"/>
                <a:gd name="T6" fmla="*/ 37 w 120"/>
                <a:gd name="T7" fmla="*/ 598 h 579"/>
                <a:gd name="T8" fmla="*/ 57 w 120"/>
                <a:gd name="T9" fmla="*/ 674 h 579"/>
                <a:gd name="T10" fmla="*/ 72 w 120"/>
                <a:gd name="T11" fmla="*/ 558 h 579"/>
                <a:gd name="T12" fmla="*/ 57 w 120"/>
                <a:gd name="T13" fmla="*/ 546 h 579"/>
                <a:gd name="T14" fmla="*/ 94 w 120"/>
                <a:gd name="T15" fmla="*/ 556 h 579"/>
                <a:gd name="T16" fmla="*/ 142 w 120"/>
                <a:gd name="T17" fmla="*/ 549 h 579"/>
                <a:gd name="T18" fmla="*/ 59 w 120"/>
                <a:gd name="T19" fmla="*/ 527 h 579"/>
                <a:gd name="T20" fmla="*/ 35 w 120"/>
                <a:gd name="T21" fmla="*/ 399 h 579"/>
                <a:gd name="T22" fmla="*/ 22 w 120"/>
                <a:gd name="T23" fmla="*/ 219 h 579"/>
                <a:gd name="T24" fmla="*/ 37 w 120"/>
                <a:gd name="T25" fmla="*/ 27 h 57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20" h="579">
                  <a:moveTo>
                    <a:pt x="31" y="0"/>
                  </a:moveTo>
                  <a:cubicBezTo>
                    <a:pt x="31" y="47"/>
                    <a:pt x="9" y="92"/>
                    <a:pt x="5" y="138"/>
                  </a:cubicBezTo>
                  <a:cubicBezTo>
                    <a:pt x="1" y="195"/>
                    <a:pt x="0" y="252"/>
                    <a:pt x="0" y="309"/>
                  </a:cubicBezTo>
                  <a:cubicBezTo>
                    <a:pt x="0" y="378"/>
                    <a:pt x="38" y="440"/>
                    <a:pt x="31" y="509"/>
                  </a:cubicBezTo>
                  <a:cubicBezTo>
                    <a:pt x="30" y="521"/>
                    <a:pt x="32" y="579"/>
                    <a:pt x="48" y="574"/>
                  </a:cubicBezTo>
                  <a:cubicBezTo>
                    <a:pt x="29" y="537"/>
                    <a:pt x="55" y="509"/>
                    <a:pt x="60" y="475"/>
                  </a:cubicBezTo>
                  <a:cubicBezTo>
                    <a:pt x="56" y="471"/>
                    <a:pt x="52" y="467"/>
                    <a:pt x="48" y="464"/>
                  </a:cubicBezTo>
                  <a:cubicBezTo>
                    <a:pt x="59" y="465"/>
                    <a:pt x="69" y="471"/>
                    <a:pt x="79" y="473"/>
                  </a:cubicBezTo>
                  <a:cubicBezTo>
                    <a:pt x="96" y="476"/>
                    <a:pt x="105" y="468"/>
                    <a:pt x="120" y="467"/>
                  </a:cubicBezTo>
                  <a:cubicBezTo>
                    <a:pt x="97" y="468"/>
                    <a:pt x="66" y="465"/>
                    <a:pt x="50" y="448"/>
                  </a:cubicBezTo>
                  <a:cubicBezTo>
                    <a:pt x="27" y="423"/>
                    <a:pt x="30" y="372"/>
                    <a:pt x="29" y="339"/>
                  </a:cubicBezTo>
                  <a:cubicBezTo>
                    <a:pt x="28" y="288"/>
                    <a:pt x="17" y="239"/>
                    <a:pt x="19" y="187"/>
                  </a:cubicBezTo>
                  <a:cubicBezTo>
                    <a:pt x="22" y="134"/>
                    <a:pt x="18" y="76"/>
                    <a:pt x="31" y="24"/>
                  </a:cubicBezTo>
                </a:path>
              </a:pathLst>
            </a:custGeom>
            <a:solidFill>
              <a:srgbClr val="8C3F3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1404" name="Freeform 678">
              <a:extLst>
                <a:ext uri="{FF2B5EF4-FFF2-40B4-BE49-F238E27FC236}">
                  <a16:creationId xmlns:a16="http://schemas.microsoft.com/office/drawing/2014/main" id="{058C9845-7431-4656-987F-6A3D8C4E1C7E}"/>
                </a:ext>
              </a:extLst>
            </p:cNvPr>
            <p:cNvSpPr>
              <a:spLocks/>
            </p:cNvSpPr>
            <p:nvPr/>
          </p:nvSpPr>
          <p:spPr bwMode="auto">
            <a:xfrm>
              <a:off x="876" y="3787"/>
              <a:ext cx="163" cy="136"/>
            </a:xfrm>
            <a:custGeom>
              <a:avLst/>
              <a:gdLst>
                <a:gd name="T0" fmla="*/ 180 w 155"/>
                <a:gd name="T1" fmla="*/ 6 h 129"/>
                <a:gd name="T2" fmla="*/ 140 w 155"/>
                <a:gd name="T3" fmla="*/ 45 h 129"/>
                <a:gd name="T4" fmla="*/ 93 w 155"/>
                <a:gd name="T5" fmla="*/ 90 h 129"/>
                <a:gd name="T6" fmla="*/ 52 w 155"/>
                <a:gd name="T7" fmla="*/ 122 h 129"/>
                <a:gd name="T8" fmla="*/ 0 w 155"/>
                <a:gd name="T9" fmla="*/ 143 h 129"/>
                <a:gd name="T10" fmla="*/ 43 w 155"/>
                <a:gd name="T11" fmla="*/ 151 h 129"/>
                <a:gd name="T12" fmla="*/ 53 w 155"/>
                <a:gd name="T13" fmla="*/ 137 h 129"/>
                <a:gd name="T14" fmla="*/ 80 w 155"/>
                <a:gd name="T15" fmla="*/ 121 h 129"/>
                <a:gd name="T16" fmla="*/ 105 w 155"/>
                <a:gd name="T17" fmla="*/ 99 h 129"/>
                <a:gd name="T18" fmla="*/ 117 w 155"/>
                <a:gd name="T19" fmla="*/ 77 h 129"/>
                <a:gd name="T20" fmla="*/ 141 w 155"/>
                <a:gd name="T21" fmla="*/ 58 h 129"/>
                <a:gd name="T22" fmla="*/ 157 w 155"/>
                <a:gd name="T23" fmla="*/ 38 h 129"/>
                <a:gd name="T24" fmla="*/ 179 w 155"/>
                <a:gd name="T25" fmla="*/ 4 h 12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55" h="129">
                  <a:moveTo>
                    <a:pt x="155" y="6"/>
                  </a:moveTo>
                  <a:cubicBezTo>
                    <a:pt x="139" y="0"/>
                    <a:pt x="127" y="29"/>
                    <a:pt x="120" y="39"/>
                  </a:cubicBezTo>
                  <a:cubicBezTo>
                    <a:pt x="109" y="54"/>
                    <a:pt x="94" y="64"/>
                    <a:pt x="80" y="77"/>
                  </a:cubicBezTo>
                  <a:cubicBezTo>
                    <a:pt x="69" y="88"/>
                    <a:pt x="59" y="96"/>
                    <a:pt x="45" y="104"/>
                  </a:cubicBezTo>
                  <a:cubicBezTo>
                    <a:pt x="30" y="112"/>
                    <a:pt x="12" y="109"/>
                    <a:pt x="0" y="122"/>
                  </a:cubicBezTo>
                  <a:cubicBezTo>
                    <a:pt x="14" y="119"/>
                    <a:pt x="26" y="119"/>
                    <a:pt x="37" y="129"/>
                  </a:cubicBezTo>
                  <a:cubicBezTo>
                    <a:pt x="37" y="121"/>
                    <a:pt x="39" y="121"/>
                    <a:pt x="46" y="117"/>
                  </a:cubicBezTo>
                  <a:cubicBezTo>
                    <a:pt x="54" y="113"/>
                    <a:pt x="61" y="109"/>
                    <a:pt x="68" y="103"/>
                  </a:cubicBezTo>
                  <a:cubicBezTo>
                    <a:pt x="75" y="96"/>
                    <a:pt x="84" y="92"/>
                    <a:pt x="90" y="84"/>
                  </a:cubicBezTo>
                  <a:cubicBezTo>
                    <a:pt x="94" y="78"/>
                    <a:pt x="97" y="71"/>
                    <a:pt x="101" y="65"/>
                  </a:cubicBezTo>
                  <a:cubicBezTo>
                    <a:pt x="107" y="58"/>
                    <a:pt x="114" y="54"/>
                    <a:pt x="121" y="49"/>
                  </a:cubicBezTo>
                  <a:cubicBezTo>
                    <a:pt x="127" y="44"/>
                    <a:pt x="131" y="38"/>
                    <a:pt x="135" y="32"/>
                  </a:cubicBezTo>
                  <a:cubicBezTo>
                    <a:pt x="141" y="22"/>
                    <a:pt x="146" y="11"/>
                    <a:pt x="154" y="4"/>
                  </a:cubicBezTo>
                </a:path>
              </a:pathLst>
            </a:custGeom>
            <a:solidFill>
              <a:srgbClr val="8C3F3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1405" name="Freeform 679">
              <a:extLst>
                <a:ext uri="{FF2B5EF4-FFF2-40B4-BE49-F238E27FC236}">
                  <a16:creationId xmlns:a16="http://schemas.microsoft.com/office/drawing/2014/main" id="{28C5062B-A92A-4248-9552-F608411961DE}"/>
                </a:ext>
              </a:extLst>
            </p:cNvPr>
            <p:cNvSpPr>
              <a:spLocks/>
            </p:cNvSpPr>
            <p:nvPr/>
          </p:nvSpPr>
          <p:spPr bwMode="auto">
            <a:xfrm>
              <a:off x="917" y="3941"/>
              <a:ext cx="124" cy="86"/>
            </a:xfrm>
            <a:custGeom>
              <a:avLst/>
              <a:gdLst>
                <a:gd name="T0" fmla="*/ 0 w 118"/>
                <a:gd name="T1" fmla="*/ 67 h 81"/>
                <a:gd name="T2" fmla="*/ 28 w 118"/>
                <a:gd name="T3" fmla="*/ 94 h 81"/>
                <a:gd name="T4" fmla="*/ 63 w 118"/>
                <a:gd name="T5" fmla="*/ 83 h 81"/>
                <a:gd name="T6" fmla="*/ 83 w 118"/>
                <a:gd name="T7" fmla="*/ 58 h 81"/>
                <a:gd name="T8" fmla="*/ 104 w 118"/>
                <a:gd name="T9" fmla="*/ 42 h 81"/>
                <a:gd name="T10" fmla="*/ 119 w 118"/>
                <a:gd name="T11" fmla="*/ 18 h 81"/>
                <a:gd name="T12" fmla="*/ 137 w 118"/>
                <a:gd name="T13" fmla="*/ 0 h 81"/>
                <a:gd name="T14" fmla="*/ 102 w 118"/>
                <a:gd name="T15" fmla="*/ 33 h 81"/>
                <a:gd name="T16" fmla="*/ 85 w 118"/>
                <a:gd name="T17" fmla="*/ 44 h 81"/>
                <a:gd name="T18" fmla="*/ 74 w 118"/>
                <a:gd name="T19" fmla="*/ 57 h 81"/>
                <a:gd name="T20" fmla="*/ 39 w 118"/>
                <a:gd name="T21" fmla="*/ 86 h 81"/>
                <a:gd name="T22" fmla="*/ 2 w 118"/>
                <a:gd name="T23" fmla="*/ 69 h 81"/>
                <a:gd name="T24" fmla="*/ 1 w 118"/>
                <a:gd name="T25" fmla="*/ 67 h 8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18" h="81">
                  <a:moveTo>
                    <a:pt x="0" y="56"/>
                  </a:moveTo>
                  <a:cubicBezTo>
                    <a:pt x="0" y="68"/>
                    <a:pt x="14" y="77"/>
                    <a:pt x="25" y="79"/>
                  </a:cubicBezTo>
                  <a:cubicBezTo>
                    <a:pt x="35" y="81"/>
                    <a:pt x="47" y="77"/>
                    <a:pt x="54" y="69"/>
                  </a:cubicBezTo>
                  <a:cubicBezTo>
                    <a:pt x="60" y="63"/>
                    <a:pt x="66" y="56"/>
                    <a:pt x="71" y="49"/>
                  </a:cubicBezTo>
                  <a:cubicBezTo>
                    <a:pt x="77" y="42"/>
                    <a:pt x="82" y="41"/>
                    <a:pt x="89" y="36"/>
                  </a:cubicBezTo>
                  <a:cubicBezTo>
                    <a:pt x="96" y="31"/>
                    <a:pt x="98" y="22"/>
                    <a:pt x="103" y="15"/>
                  </a:cubicBezTo>
                  <a:cubicBezTo>
                    <a:pt x="107" y="10"/>
                    <a:pt x="113" y="4"/>
                    <a:pt x="118" y="0"/>
                  </a:cubicBezTo>
                  <a:cubicBezTo>
                    <a:pt x="106" y="4"/>
                    <a:pt x="97" y="18"/>
                    <a:pt x="88" y="27"/>
                  </a:cubicBezTo>
                  <a:cubicBezTo>
                    <a:pt x="83" y="31"/>
                    <a:pt x="78" y="33"/>
                    <a:pt x="73" y="37"/>
                  </a:cubicBezTo>
                  <a:cubicBezTo>
                    <a:pt x="69" y="40"/>
                    <a:pt x="66" y="44"/>
                    <a:pt x="64" y="48"/>
                  </a:cubicBezTo>
                  <a:cubicBezTo>
                    <a:pt x="56" y="59"/>
                    <a:pt x="47" y="70"/>
                    <a:pt x="33" y="72"/>
                  </a:cubicBezTo>
                  <a:cubicBezTo>
                    <a:pt x="21" y="73"/>
                    <a:pt x="7" y="69"/>
                    <a:pt x="2" y="57"/>
                  </a:cubicBezTo>
                  <a:cubicBezTo>
                    <a:pt x="1" y="57"/>
                    <a:pt x="1" y="56"/>
                    <a:pt x="1" y="56"/>
                  </a:cubicBezTo>
                </a:path>
              </a:pathLst>
            </a:custGeom>
            <a:solidFill>
              <a:srgbClr val="6C2D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1406" name="Freeform 680">
              <a:extLst>
                <a:ext uri="{FF2B5EF4-FFF2-40B4-BE49-F238E27FC236}">
                  <a16:creationId xmlns:a16="http://schemas.microsoft.com/office/drawing/2014/main" id="{01CE249D-6666-408A-9A24-2AC25D4224B3}"/>
                </a:ext>
              </a:extLst>
            </p:cNvPr>
            <p:cNvSpPr>
              <a:spLocks/>
            </p:cNvSpPr>
            <p:nvPr/>
          </p:nvSpPr>
          <p:spPr bwMode="auto">
            <a:xfrm>
              <a:off x="987" y="3966"/>
              <a:ext cx="23" cy="28"/>
            </a:xfrm>
            <a:custGeom>
              <a:avLst/>
              <a:gdLst>
                <a:gd name="T0" fmla="*/ 0 w 22"/>
                <a:gd name="T1" fmla="*/ 28 h 27"/>
                <a:gd name="T2" fmla="*/ 2 w 22"/>
                <a:gd name="T3" fmla="*/ 0 h 27"/>
                <a:gd name="T4" fmla="*/ 25 w 22"/>
                <a:gd name="T5" fmla="*/ 9 h 27"/>
                <a:gd name="T6" fmla="*/ 9 w 22"/>
                <a:gd name="T7" fmla="*/ 20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27">
                  <a:moveTo>
                    <a:pt x="0" y="25"/>
                  </a:moveTo>
                  <a:cubicBezTo>
                    <a:pt x="4" y="27"/>
                    <a:pt x="3" y="4"/>
                    <a:pt x="2" y="0"/>
                  </a:cubicBezTo>
                  <a:cubicBezTo>
                    <a:pt x="4" y="8"/>
                    <a:pt x="14" y="14"/>
                    <a:pt x="22" y="9"/>
                  </a:cubicBezTo>
                  <a:cubicBezTo>
                    <a:pt x="18" y="12"/>
                    <a:pt x="14" y="15"/>
                    <a:pt x="9" y="17"/>
                  </a:cubicBezTo>
                </a:path>
              </a:pathLst>
            </a:custGeom>
            <a:solidFill>
              <a:srgbClr val="6C2D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1407" name="Freeform 681">
              <a:extLst>
                <a:ext uri="{FF2B5EF4-FFF2-40B4-BE49-F238E27FC236}">
                  <a16:creationId xmlns:a16="http://schemas.microsoft.com/office/drawing/2014/main" id="{46D3D338-9ED0-4B67-BE15-894A086203A9}"/>
                </a:ext>
              </a:extLst>
            </p:cNvPr>
            <p:cNvSpPr>
              <a:spLocks/>
            </p:cNvSpPr>
            <p:nvPr/>
          </p:nvSpPr>
          <p:spPr bwMode="auto">
            <a:xfrm>
              <a:off x="883" y="3988"/>
              <a:ext cx="24" cy="21"/>
            </a:xfrm>
            <a:custGeom>
              <a:avLst/>
              <a:gdLst>
                <a:gd name="T0" fmla="*/ 24 w 23"/>
                <a:gd name="T1" fmla="*/ 9 h 20"/>
                <a:gd name="T2" fmla="*/ 26 w 23"/>
                <a:gd name="T3" fmla="*/ 23 h 20"/>
                <a:gd name="T4" fmla="*/ 7 w 23"/>
                <a:gd name="T5" fmla="*/ 19 h 20"/>
                <a:gd name="T6" fmla="*/ 0 w 23"/>
                <a:gd name="T7" fmla="*/ 0 h 20"/>
                <a:gd name="T8" fmla="*/ 8 w 23"/>
                <a:gd name="T9" fmla="*/ 9 h 20"/>
                <a:gd name="T10" fmla="*/ 25 w 23"/>
                <a:gd name="T11" fmla="*/ 15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" h="20">
                  <a:moveTo>
                    <a:pt x="21" y="9"/>
                  </a:moveTo>
                  <a:cubicBezTo>
                    <a:pt x="21" y="13"/>
                    <a:pt x="23" y="16"/>
                    <a:pt x="23" y="20"/>
                  </a:cubicBezTo>
                  <a:cubicBezTo>
                    <a:pt x="18" y="20"/>
                    <a:pt x="12" y="18"/>
                    <a:pt x="7" y="16"/>
                  </a:cubicBezTo>
                  <a:cubicBezTo>
                    <a:pt x="2" y="12"/>
                    <a:pt x="0" y="7"/>
                    <a:pt x="0" y="0"/>
                  </a:cubicBezTo>
                  <a:cubicBezTo>
                    <a:pt x="2" y="4"/>
                    <a:pt x="4" y="7"/>
                    <a:pt x="8" y="9"/>
                  </a:cubicBezTo>
                  <a:cubicBezTo>
                    <a:pt x="13" y="13"/>
                    <a:pt x="16" y="11"/>
                    <a:pt x="22" y="12"/>
                  </a:cubicBezTo>
                </a:path>
              </a:pathLst>
            </a:custGeom>
            <a:solidFill>
              <a:srgbClr val="6C2D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1408" name="Freeform 682">
              <a:extLst>
                <a:ext uri="{FF2B5EF4-FFF2-40B4-BE49-F238E27FC236}">
                  <a16:creationId xmlns:a16="http://schemas.microsoft.com/office/drawing/2014/main" id="{FD8BC9C5-8444-42B5-9AA7-AB26F29C14A1}"/>
                </a:ext>
              </a:extLst>
            </p:cNvPr>
            <p:cNvSpPr>
              <a:spLocks/>
            </p:cNvSpPr>
            <p:nvPr/>
          </p:nvSpPr>
          <p:spPr bwMode="auto">
            <a:xfrm>
              <a:off x="863" y="3971"/>
              <a:ext cx="14" cy="21"/>
            </a:xfrm>
            <a:custGeom>
              <a:avLst/>
              <a:gdLst>
                <a:gd name="T0" fmla="*/ 16 w 13"/>
                <a:gd name="T1" fmla="*/ 13 h 20"/>
                <a:gd name="T2" fmla="*/ 13 w 13"/>
                <a:gd name="T3" fmla="*/ 23 h 20"/>
                <a:gd name="T4" fmla="*/ 2 w 13"/>
                <a:gd name="T5" fmla="*/ 16 h 20"/>
                <a:gd name="T6" fmla="*/ 0 w 13"/>
                <a:gd name="T7" fmla="*/ 6 h 20"/>
                <a:gd name="T8" fmla="*/ 2 w 13"/>
                <a:gd name="T9" fmla="*/ 0 h 20"/>
                <a:gd name="T10" fmla="*/ 5 w 13"/>
                <a:gd name="T11" fmla="*/ 8 h 20"/>
                <a:gd name="T12" fmla="*/ 14 w 13"/>
                <a:gd name="T13" fmla="*/ 16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20">
                  <a:moveTo>
                    <a:pt x="13" y="10"/>
                  </a:moveTo>
                  <a:cubicBezTo>
                    <a:pt x="11" y="11"/>
                    <a:pt x="10" y="17"/>
                    <a:pt x="10" y="20"/>
                  </a:cubicBezTo>
                  <a:cubicBezTo>
                    <a:pt x="7" y="19"/>
                    <a:pt x="4" y="15"/>
                    <a:pt x="2" y="13"/>
                  </a:cubicBezTo>
                  <a:cubicBezTo>
                    <a:pt x="1" y="11"/>
                    <a:pt x="0" y="8"/>
                    <a:pt x="0" y="6"/>
                  </a:cubicBezTo>
                  <a:cubicBezTo>
                    <a:pt x="0" y="4"/>
                    <a:pt x="1" y="2"/>
                    <a:pt x="2" y="0"/>
                  </a:cubicBezTo>
                  <a:cubicBezTo>
                    <a:pt x="3" y="1"/>
                    <a:pt x="4" y="6"/>
                    <a:pt x="5" y="8"/>
                  </a:cubicBezTo>
                  <a:cubicBezTo>
                    <a:pt x="6" y="10"/>
                    <a:pt x="9" y="13"/>
                    <a:pt x="11" y="13"/>
                  </a:cubicBezTo>
                </a:path>
              </a:pathLst>
            </a:custGeom>
            <a:solidFill>
              <a:srgbClr val="6C2D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1409" name="Freeform 683">
              <a:extLst>
                <a:ext uri="{FF2B5EF4-FFF2-40B4-BE49-F238E27FC236}">
                  <a16:creationId xmlns:a16="http://schemas.microsoft.com/office/drawing/2014/main" id="{A83BD99D-7EE8-4001-9BCE-4664B3661D79}"/>
                </a:ext>
              </a:extLst>
            </p:cNvPr>
            <p:cNvSpPr>
              <a:spLocks/>
            </p:cNvSpPr>
            <p:nvPr/>
          </p:nvSpPr>
          <p:spPr bwMode="auto">
            <a:xfrm>
              <a:off x="854" y="3950"/>
              <a:ext cx="6" cy="13"/>
            </a:xfrm>
            <a:custGeom>
              <a:avLst/>
              <a:gdLst>
                <a:gd name="T0" fmla="*/ 5 w 6"/>
                <a:gd name="T1" fmla="*/ 13 h 13"/>
                <a:gd name="T2" fmla="*/ 0 w 6"/>
                <a:gd name="T3" fmla="*/ 0 h 13"/>
                <a:gd name="T4" fmla="*/ 6 w 6"/>
                <a:gd name="T5" fmla="*/ 9 h 13"/>
                <a:gd name="T6" fmla="*/ 5 w 6"/>
                <a:gd name="T7" fmla="*/ 12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13">
                  <a:moveTo>
                    <a:pt x="5" y="13"/>
                  </a:moveTo>
                  <a:cubicBezTo>
                    <a:pt x="0" y="13"/>
                    <a:pt x="0" y="3"/>
                    <a:pt x="0" y="0"/>
                  </a:cubicBezTo>
                  <a:cubicBezTo>
                    <a:pt x="2" y="3"/>
                    <a:pt x="2" y="8"/>
                    <a:pt x="6" y="9"/>
                  </a:cubicBezTo>
                  <a:cubicBezTo>
                    <a:pt x="6" y="11"/>
                    <a:pt x="5" y="12"/>
                    <a:pt x="5" y="12"/>
                  </a:cubicBezTo>
                </a:path>
              </a:pathLst>
            </a:custGeom>
            <a:solidFill>
              <a:srgbClr val="6C2D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1410" name="Freeform 684">
              <a:extLst>
                <a:ext uri="{FF2B5EF4-FFF2-40B4-BE49-F238E27FC236}">
                  <a16:creationId xmlns:a16="http://schemas.microsoft.com/office/drawing/2014/main" id="{064CC00A-D1A5-4EDD-89ED-18C4F457ADD2}"/>
                </a:ext>
              </a:extLst>
            </p:cNvPr>
            <p:cNvSpPr>
              <a:spLocks/>
            </p:cNvSpPr>
            <p:nvPr/>
          </p:nvSpPr>
          <p:spPr bwMode="auto">
            <a:xfrm>
              <a:off x="892" y="3938"/>
              <a:ext cx="21" cy="23"/>
            </a:xfrm>
            <a:custGeom>
              <a:avLst/>
              <a:gdLst>
                <a:gd name="T0" fmla="*/ 22 w 20"/>
                <a:gd name="T1" fmla="*/ 0 h 22"/>
                <a:gd name="T2" fmla="*/ 15 w 20"/>
                <a:gd name="T3" fmla="*/ 17 h 22"/>
                <a:gd name="T4" fmla="*/ 0 w 20"/>
                <a:gd name="T5" fmla="*/ 25 h 22"/>
                <a:gd name="T6" fmla="*/ 14 w 20"/>
                <a:gd name="T7" fmla="*/ 10 h 22"/>
                <a:gd name="T8" fmla="*/ 18 w 20"/>
                <a:gd name="T9" fmla="*/ 4 h 22"/>
                <a:gd name="T10" fmla="*/ 22 w 20"/>
                <a:gd name="T11" fmla="*/ 0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" h="22">
                  <a:moveTo>
                    <a:pt x="19" y="0"/>
                  </a:moveTo>
                  <a:cubicBezTo>
                    <a:pt x="20" y="4"/>
                    <a:pt x="15" y="10"/>
                    <a:pt x="12" y="14"/>
                  </a:cubicBezTo>
                  <a:cubicBezTo>
                    <a:pt x="10" y="18"/>
                    <a:pt x="5" y="22"/>
                    <a:pt x="0" y="22"/>
                  </a:cubicBezTo>
                  <a:cubicBezTo>
                    <a:pt x="5" y="21"/>
                    <a:pt x="8" y="14"/>
                    <a:pt x="11" y="10"/>
                  </a:cubicBezTo>
                  <a:cubicBezTo>
                    <a:pt x="12" y="8"/>
                    <a:pt x="13" y="6"/>
                    <a:pt x="15" y="4"/>
                  </a:cubicBezTo>
                  <a:cubicBezTo>
                    <a:pt x="16" y="2"/>
                    <a:pt x="18" y="1"/>
                    <a:pt x="19" y="0"/>
                  </a:cubicBezTo>
                </a:path>
              </a:pathLst>
            </a:custGeom>
            <a:solidFill>
              <a:srgbClr val="6C2D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1411" name="Freeform 685">
              <a:extLst>
                <a:ext uri="{FF2B5EF4-FFF2-40B4-BE49-F238E27FC236}">
                  <a16:creationId xmlns:a16="http://schemas.microsoft.com/office/drawing/2014/main" id="{4E192607-7820-4830-B50B-02A06463E18A}"/>
                </a:ext>
              </a:extLst>
            </p:cNvPr>
            <p:cNvSpPr>
              <a:spLocks/>
            </p:cNvSpPr>
            <p:nvPr/>
          </p:nvSpPr>
          <p:spPr bwMode="auto">
            <a:xfrm>
              <a:off x="874" y="3924"/>
              <a:ext cx="26" cy="19"/>
            </a:xfrm>
            <a:custGeom>
              <a:avLst/>
              <a:gdLst>
                <a:gd name="T0" fmla="*/ 28 w 25"/>
                <a:gd name="T1" fmla="*/ 0 h 18"/>
                <a:gd name="T2" fmla="*/ 16 w 25"/>
                <a:gd name="T3" fmla="*/ 15 h 18"/>
                <a:gd name="T4" fmla="*/ 6 w 25"/>
                <a:gd name="T5" fmla="*/ 18 h 18"/>
                <a:gd name="T6" fmla="*/ 0 w 25"/>
                <a:gd name="T7" fmla="*/ 21 h 18"/>
                <a:gd name="T8" fmla="*/ 26 w 25"/>
                <a:gd name="T9" fmla="*/ 0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18">
                  <a:moveTo>
                    <a:pt x="25" y="0"/>
                  </a:moveTo>
                  <a:cubicBezTo>
                    <a:pt x="23" y="6"/>
                    <a:pt x="17" y="9"/>
                    <a:pt x="13" y="12"/>
                  </a:cubicBezTo>
                  <a:cubicBezTo>
                    <a:pt x="10" y="13"/>
                    <a:pt x="8" y="14"/>
                    <a:pt x="6" y="15"/>
                  </a:cubicBezTo>
                  <a:cubicBezTo>
                    <a:pt x="4" y="16"/>
                    <a:pt x="2" y="17"/>
                    <a:pt x="0" y="18"/>
                  </a:cubicBezTo>
                  <a:cubicBezTo>
                    <a:pt x="8" y="11"/>
                    <a:pt x="17" y="8"/>
                    <a:pt x="23" y="0"/>
                  </a:cubicBezTo>
                </a:path>
              </a:pathLst>
            </a:custGeom>
            <a:solidFill>
              <a:srgbClr val="6C2D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1412" name="Freeform 686">
              <a:extLst>
                <a:ext uri="{FF2B5EF4-FFF2-40B4-BE49-F238E27FC236}">
                  <a16:creationId xmlns:a16="http://schemas.microsoft.com/office/drawing/2014/main" id="{5D01CC2A-960E-463B-B78C-6FE846728DC0}"/>
                </a:ext>
              </a:extLst>
            </p:cNvPr>
            <p:cNvSpPr>
              <a:spLocks/>
            </p:cNvSpPr>
            <p:nvPr/>
          </p:nvSpPr>
          <p:spPr bwMode="auto">
            <a:xfrm>
              <a:off x="923" y="3950"/>
              <a:ext cx="19" cy="14"/>
            </a:xfrm>
            <a:custGeom>
              <a:avLst/>
              <a:gdLst>
                <a:gd name="T0" fmla="*/ 20 w 18"/>
                <a:gd name="T1" fmla="*/ 1 h 14"/>
                <a:gd name="T2" fmla="*/ 0 w 18"/>
                <a:gd name="T3" fmla="*/ 14 h 14"/>
                <a:gd name="T4" fmla="*/ 8 w 18"/>
                <a:gd name="T5" fmla="*/ 7 h 14"/>
                <a:gd name="T6" fmla="*/ 21 w 18"/>
                <a:gd name="T7" fmla="*/ 0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14">
                  <a:moveTo>
                    <a:pt x="17" y="1"/>
                  </a:moveTo>
                  <a:cubicBezTo>
                    <a:pt x="14" y="8"/>
                    <a:pt x="7" y="14"/>
                    <a:pt x="0" y="14"/>
                  </a:cubicBezTo>
                  <a:cubicBezTo>
                    <a:pt x="3" y="13"/>
                    <a:pt x="5" y="9"/>
                    <a:pt x="8" y="7"/>
                  </a:cubicBezTo>
                  <a:cubicBezTo>
                    <a:pt x="11" y="5"/>
                    <a:pt x="15" y="3"/>
                    <a:pt x="18" y="0"/>
                  </a:cubicBezTo>
                </a:path>
              </a:pathLst>
            </a:custGeom>
            <a:solidFill>
              <a:srgbClr val="6C2D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1413" name="Freeform 687">
              <a:extLst>
                <a:ext uri="{FF2B5EF4-FFF2-40B4-BE49-F238E27FC236}">
                  <a16:creationId xmlns:a16="http://schemas.microsoft.com/office/drawing/2014/main" id="{62FEE077-DEFA-4ACA-9BD2-282DF8A524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7" y="3753"/>
              <a:ext cx="98" cy="30"/>
            </a:xfrm>
            <a:custGeom>
              <a:avLst/>
              <a:gdLst>
                <a:gd name="T0" fmla="*/ 0 w 93"/>
                <a:gd name="T1" fmla="*/ 11 h 28"/>
                <a:gd name="T2" fmla="*/ 32 w 93"/>
                <a:gd name="T3" fmla="*/ 10 h 28"/>
                <a:gd name="T4" fmla="*/ 56 w 93"/>
                <a:gd name="T5" fmla="*/ 19 h 28"/>
                <a:gd name="T6" fmla="*/ 85 w 93"/>
                <a:gd name="T7" fmla="*/ 18 h 28"/>
                <a:gd name="T8" fmla="*/ 109 w 93"/>
                <a:gd name="T9" fmla="*/ 34 h 28"/>
                <a:gd name="T10" fmla="*/ 63 w 93"/>
                <a:gd name="T11" fmla="*/ 11 h 28"/>
                <a:gd name="T12" fmla="*/ 34 w 93"/>
                <a:gd name="T13" fmla="*/ 1 h 28"/>
                <a:gd name="T14" fmla="*/ 4 w 93"/>
                <a:gd name="T15" fmla="*/ 14 h 2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3" h="28">
                  <a:moveTo>
                    <a:pt x="0" y="8"/>
                  </a:moveTo>
                  <a:cubicBezTo>
                    <a:pt x="9" y="10"/>
                    <a:pt x="19" y="5"/>
                    <a:pt x="27" y="7"/>
                  </a:cubicBezTo>
                  <a:cubicBezTo>
                    <a:pt x="35" y="8"/>
                    <a:pt x="40" y="14"/>
                    <a:pt x="47" y="16"/>
                  </a:cubicBezTo>
                  <a:cubicBezTo>
                    <a:pt x="56" y="18"/>
                    <a:pt x="64" y="12"/>
                    <a:pt x="73" y="15"/>
                  </a:cubicBezTo>
                  <a:cubicBezTo>
                    <a:pt x="80" y="17"/>
                    <a:pt x="87" y="23"/>
                    <a:pt x="93" y="28"/>
                  </a:cubicBezTo>
                  <a:cubicBezTo>
                    <a:pt x="85" y="12"/>
                    <a:pt x="69" y="9"/>
                    <a:pt x="54" y="8"/>
                  </a:cubicBezTo>
                  <a:cubicBezTo>
                    <a:pt x="45" y="7"/>
                    <a:pt x="37" y="3"/>
                    <a:pt x="28" y="1"/>
                  </a:cubicBezTo>
                  <a:cubicBezTo>
                    <a:pt x="18" y="0"/>
                    <a:pt x="12" y="5"/>
                    <a:pt x="4" y="11"/>
                  </a:cubicBezTo>
                </a:path>
              </a:pathLst>
            </a:custGeom>
            <a:solidFill>
              <a:srgbClr val="8C3F3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1414" name="Freeform 688">
              <a:extLst>
                <a:ext uri="{FF2B5EF4-FFF2-40B4-BE49-F238E27FC236}">
                  <a16:creationId xmlns:a16="http://schemas.microsoft.com/office/drawing/2014/main" id="{760C13C6-D943-40BC-AA93-743AEB1C9E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0" y="3675"/>
              <a:ext cx="104" cy="237"/>
            </a:xfrm>
            <a:custGeom>
              <a:avLst/>
              <a:gdLst>
                <a:gd name="T0" fmla="*/ 60 w 99"/>
                <a:gd name="T1" fmla="*/ 0 h 224"/>
                <a:gd name="T2" fmla="*/ 79 w 99"/>
                <a:gd name="T3" fmla="*/ 13 h 224"/>
                <a:gd name="T4" fmla="*/ 103 w 99"/>
                <a:gd name="T5" fmla="*/ 23 h 224"/>
                <a:gd name="T6" fmla="*/ 112 w 99"/>
                <a:gd name="T7" fmla="*/ 60 h 224"/>
                <a:gd name="T8" fmla="*/ 84 w 99"/>
                <a:gd name="T9" fmla="*/ 124 h 224"/>
                <a:gd name="T10" fmla="*/ 68 w 99"/>
                <a:gd name="T11" fmla="*/ 159 h 224"/>
                <a:gd name="T12" fmla="*/ 79 w 99"/>
                <a:gd name="T13" fmla="*/ 197 h 224"/>
                <a:gd name="T14" fmla="*/ 42 w 99"/>
                <a:gd name="T15" fmla="*/ 257 h 224"/>
                <a:gd name="T16" fmla="*/ 19 w 99"/>
                <a:gd name="T17" fmla="*/ 265 h 224"/>
                <a:gd name="T18" fmla="*/ 6 w 99"/>
                <a:gd name="T19" fmla="*/ 266 h 224"/>
                <a:gd name="T20" fmla="*/ 0 w 99"/>
                <a:gd name="T21" fmla="*/ 263 h 224"/>
                <a:gd name="T22" fmla="*/ 26 w 99"/>
                <a:gd name="T23" fmla="*/ 254 h 224"/>
                <a:gd name="T24" fmla="*/ 48 w 99"/>
                <a:gd name="T25" fmla="*/ 234 h 224"/>
                <a:gd name="T26" fmla="*/ 61 w 99"/>
                <a:gd name="T27" fmla="*/ 207 h 224"/>
                <a:gd name="T28" fmla="*/ 60 w 99"/>
                <a:gd name="T29" fmla="*/ 175 h 224"/>
                <a:gd name="T30" fmla="*/ 59 w 99"/>
                <a:gd name="T31" fmla="*/ 150 h 224"/>
                <a:gd name="T32" fmla="*/ 59 w 99"/>
                <a:gd name="T33" fmla="*/ 135 h 224"/>
                <a:gd name="T34" fmla="*/ 51 w 99"/>
                <a:gd name="T35" fmla="*/ 131 h 224"/>
                <a:gd name="T36" fmla="*/ 41 w 99"/>
                <a:gd name="T37" fmla="*/ 124 h 224"/>
                <a:gd name="T38" fmla="*/ 9 w 99"/>
                <a:gd name="T39" fmla="*/ 110 h 224"/>
                <a:gd name="T40" fmla="*/ 57 w 99"/>
                <a:gd name="T41" fmla="*/ 128 h 224"/>
                <a:gd name="T42" fmla="*/ 71 w 99"/>
                <a:gd name="T43" fmla="*/ 121 h 224"/>
                <a:gd name="T44" fmla="*/ 92 w 99"/>
                <a:gd name="T45" fmla="*/ 98 h 224"/>
                <a:gd name="T46" fmla="*/ 101 w 99"/>
                <a:gd name="T47" fmla="*/ 73 h 224"/>
                <a:gd name="T48" fmla="*/ 105 w 99"/>
                <a:gd name="T49" fmla="*/ 41 h 224"/>
                <a:gd name="T50" fmla="*/ 80 w 99"/>
                <a:gd name="T51" fmla="*/ 18 h 224"/>
                <a:gd name="T52" fmla="*/ 59 w 99"/>
                <a:gd name="T53" fmla="*/ 5 h 224"/>
                <a:gd name="T54" fmla="*/ 59 w 99"/>
                <a:gd name="T55" fmla="*/ 3 h 224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99" h="224">
                  <a:moveTo>
                    <a:pt x="51" y="0"/>
                  </a:moveTo>
                  <a:cubicBezTo>
                    <a:pt x="56" y="4"/>
                    <a:pt x="62" y="7"/>
                    <a:pt x="68" y="10"/>
                  </a:cubicBezTo>
                  <a:cubicBezTo>
                    <a:pt x="75" y="13"/>
                    <a:pt x="84" y="16"/>
                    <a:pt x="89" y="20"/>
                  </a:cubicBezTo>
                  <a:cubicBezTo>
                    <a:pt x="97" y="26"/>
                    <a:pt x="96" y="42"/>
                    <a:pt x="97" y="51"/>
                  </a:cubicBezTo>
                  <a:cubicBezTo>
                    <a:pt x="99" y="73"/>
                    <a:pt x="91" y="92"/>
                    <a:pt x="72" y="105"/>
                  </a:cubicBezTo>
                  <a:cubicBezTo>
                    <a:pt x="61" y="113"/>
                    <a:pt x="58" y="120"/>
                    <a:pt x="59" y="134"/>
                  </a:cubicBezTo>
                  <a:cubicBezTo>
                    <a:pt x="60" y="145"/>
                    <a:pt x="65" y="156"/>
                    <a:pt x="68" y="166"/>
                  </a:cubicBezTo>
                  <a:cubicBezTo>
                    <a:pt x="73" y="188"/>
                    <a:pt x="57" y="211"/>
                    <a:pt x="36" y="217"/>
                  </a:cubicBezTo>
                  <a:cubicBezTo>
                    <a:pt x="29" y="220"/>
                    <a:pt x="23" y="223"/>
                    <a:pt x="16" y="223"/>
                  </a:cubicBezTo>
                  <a:cubicBezTo>
                    <a:pt x="13" y="224"/>
                    <a:pt x="9" y="224"/>
                    <a:pt x="6" y="224"/>
                  </a:cubicBezTo>
                  <a:cubicBezTo>
                    <a:pt x="4" y="224"/>
                    <a:pt x="3" y="222"/>
                    <a:pt x="0" y="222"/>
                  </a:cubicBezTo>
                  <a:cubicBezTo>
                    <a:pt x="7" y="222"/>
                    <a:pt x="16" y="217"/>
                    <a:pt x="23" y="215"/>
                  </a:cubicBezTo>
                  <a:cubicBezTo>
                    <a:pt x="31" y="211"/>
                    <a:pt x="37" y="206"/>
                    <a:pt x="42" y="198"/>
                  </a:cubicBezTo>
                  <a:cubicBezTo>
                    <a:pt x="47" y="191"/>
                    <a:pt x="52" y="184"/>
                    <a:pt x="52" y="175"/>
                  </a:cubicBezTo>
                  <a:cubicBezTo>
                    <a:pt x="53" y="166"/>
                    <a:pt x="52" y="156"/>
                    <a:pt x="51" y="147"/>
                  </a:cubicBezTo>
                  <a:cubicBezTo>
                    <a:pt x="50" y="140"/>
                    <a:pt x="49" y="134"/>
                    <a:pt x="50" y="127"/>
                  </a:cubicBezTo>
                  <a:cubicBezTo>
                    <a:pt x="50" y="123"/>
                    <a:pt x="52" y="117"/>
                    <a:pt x="50" y="114"/>
                  </a:cubicBezTo>
                  <a:cubicBezTo>
                    <a:pt x="49" y="112"/>
                    <a:pt x="47" y="112"/>
                    <a:pt x="45" y="111"/>
                  </a:cubicBezTo>
                  <a:cubicBezTo>
                    <a:pt x="41" y="109"/>
                    <a:pt x="38" y="107"/>
                    <a:pt x="35" y="105"/>
                  </a:cubicBezTo>
                  <a:cubicBezTo>
                    <a:pt x="27" y="100"/>
                    <a:pt x="18" y="96"/>
                    <a:pt x="9" y="93"/>
                  </a:cubicBezTo>
                  <a:cubicBezTo>
                    <a:pt x="24" y="93"/>
                    <a:pt x="35" y="104"/>
                    <a:pt x="49" y="108"/>
                  </a:cubicBezTo>
                  <a:cubicBezTo>
                    <a:pt x="55" y="110"/>
                    <a:pt x="58" y="107"/>
                    <a:pt x="62" y="102"/>
                  </a:cubicBezTo>
                  <a:cubicBezTo>
                    <a:pt x="68" y="96"/>
                    <a:pt x="76" y="90"/>
                    <a:pt x="80" y="83"/>
                  </a:cubicBezTo>
                  <a:cubicBezTo>
                    <a:pt x="84" y="76"/>
                    <a:pt x="85" y="68"/>
                    <a:pt x="87" y="61"/>
                  </a:cubicBezTo>
                  <a:cubicBezTo>
                    <a:pt x="89" y="53"/>
                    <a:pt x="94" y="44"/>
                    <a:pt x="90" y="35"/>
                  </a:cubicBezTo>
                  <a:cubicBezTo>
                    <a:pt x="86" y="27"/>
                    <a:pt x="76" y="20"/>
                    <a:pt x="69" y="15"/>
                  </a:cubicBezTo>
                  <a:cubicBezTo>
                    <a:pt x="63" y="10"/>
                    <a:pt x="57" y="6"/>
                    <a:pt x="50" y="5"/>
                  </a:cubicBezTo>
                  <a:cubicBezTo>
                    <a:pt x="50" y="4"/>
                    <a:pt x="50" y="4"/>
                    <a:pt x="50" y="3"/>
                  </a:cubicBezTo>
                </a:path>
              </a:pathLst>
            </a:custGeom>
            <a:solidFill>
              <a:srgbClr val="6C2D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1415" name="Freeform 689">
              <a:extLst>
                <a:ext uri="{FF2B5EF4-FFF2-40B4-BE49-F238E27FC236}">
                  <a16:creationId xmlns:a16="http://schemas.microsoft.com/office/drawing/2014/main" id="{F530B52B-D7CA-4E82-A693-AF8A899715C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0" y="2662"/>
              <a:ext cx="412" cy="227"/>
            </a:xfrm>
            <a:custGeom>
              <a:avLst/>
              <a:gdLst>
                <a:gd name="T0" fmla="*/ 453 w 390"/>
                <a:gd name="T1" fmla="*/ 171 h 215"/>
                <a:gd name="T2" fmla="*/ 382 w 390"/>
                <a:gd name="T3" fmla="*/ 146 h 215"/>
                <a:gd name="T4" fmla="*/ 337 w 390"/>
                <a:gd name="T5" fmla="*/ 102 h 215"/>
                <a:gd name="T6" fmla="*/ 270 w 390"/>
                <a:gd name="T7" fmla="*/ 68 h 215"/>
                <a:gd name="T8" fmla="*/ 127 w 390"/>
                <a:gd name="T9" fmla="*/ 25 h 215"/>
                <a:gd name="T10" fmla="*/ 0 w 390"/>
                <a:gd name="T11" fmla="*/ 2 h 215"/>
                <a:gd name="T12" fmla="*/ 81 w 390"/>
                <a:gd name="T13" fmla="*/ 25 h 215"/>
                <a:gd name="T14" fmla="*/ 149 w 390"/>
                <a:gd name="T15" fmla="*/ 51 h 215"/>
                <a:gd name="T16" fmla="*/ 296 w 390"/>
                <a:gd name="T17" fmla="*/ 98 h 215"/>
                <a:gd name="T18" fmla="*/ 377 w 390"/>
                <a:gd name="T19" fmla="*/ 168 h 215"/>
                <a:gd name="T20" fmla="*/ 427 w 390"/>
                <a:gd name="T21" fmla="*/ 207 h 215"/>
                <a:gd name="T22" fmla="*/ 453 w 390"/>
                <a:gd name="T23" fmla="*/ 253 h 215"/>
                <a:gd name="T24" fmla="*/ 460 w 390"/>
                <a:gd name="T25" fmla="*/ 214 h 21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90" h="215">
                  <a:moveTo>
                    <a:pt x="384" y="145"/>
                  </a:moveTo>
                  <a:cubicBezTo>
                    <a:pt x="380" y="167"/>
                    <a:pt x="333" y="131"/>
                    <a:pt x="325" y="124"/>
                  </a:cubicBezTo>
                  <a:cubicBezTo>
                    <a:pt x="312" y="112"/>
                    <a:pt x="301" y="98"/>
                    <a:pt x="286" y="87"/>
                  </a:cubicBezTo>
                  <a:cubicBezTo>
                    <a:pt x="269" y="75"/>
                    <a:pt x="249" y="67"/>
                    <a:pt x="229" y="58"/>
                  </a:cubicBezTo>
                  <a:cubicBezTo>
                    <a:pt x="191" y="41"/>
                    <a:pt x="149" y="30"/>
                    <a:pt x="108" y="22"/>
                  </a:cubicBezTo>
                  <a:cubicBezTo>
                    <a:pt x="72" y="15"/>
                    <a:pt x="37" y="0"/>
                    <a:pt x="0" y="2"/>
                  </a:cubicBezTo>
                  <a:cubicBezTo>
                    <a:pt x="22" y="12"/>
                    <a:pt x="47" y="12"/>
                    <a:pt x="69" y="22"/>
                  </a:cubicBezTo>
                  <a:cubicBezTo>
                    <a:pt x="88" y="30"/>
                    <a:pt x="107" y="36"/>
                    <a:pt x="126" y="43"/>
                  </a:cubicBezTo>
                  <a:cubicBezTo>
                    <a:pt x="167" y="58"/>
                    <a:pt x="211" y="67"/>
                    <a:pt x="251" y="83"/>
                  </a:cubicBezTo>
                  <a:cubicBezTo>
                    <a:pt x="283" y="96"/>
                    <a:pt x="294" y="124"/>
                    <a:pt x="320" y="143"/>
                  </a:cubicBezTo>
                  <a:cubicBezTo>
                    <a:pt x="334" y="154"/>
                    <a:pt x="352" y="161"/>
                    <a:pt x="362" y="176"/>
                  </a:cubicBezTo>
                  <a:cubicBezTo>
                    <a:pt x="371" y="188"/>
                    <a:pt x="374" y="204"/>
                    <a:pt x="384" y="215"/>
                  </a:cubicBezTo>
                  <a:cubicBezTo>
                    <a:pt x="384" y="204"/>
                    <a:pt x="390" y="194"/>
                    <a:pt x="390" y="182"/>
                  </a:cubicBezTo>
                </a:path>
              </a:pathLst>
            </a:custGeom>
            <a:solidFill>
              <a:srgbClr val="6C2D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1416" name="Freeform 690">
              <a:extLst>
                <a:ext uri="{FF2B5EF4-FFF2-40B4-BE49-F238E27FC236}">
                  <a16:creationId xmlns:a16="http://schemas.microsoft.com/office/drawing/2014/main" id="{DD11A29F-B99E-4B98-AC83-FA447807F0B4}"/>
                </a:ext>
              </a:extLst>
            </p:cNvPr>
            <p:cNvSpPr>
              <a:spLocks/>
            </p:cNvSpPr>
            <p:nvPr/>
          </p:nvSpPr>
          <p:spPr bwMode="auto">
            <a:xfrm>
              <a:off x="938" y="1598"/>
              <a:ext cx="131" cy="266"/>
            </a:xfrm>
            <a:custGeom>
              <a:avLst/>
              <a:gdLst>
                <a:gd name="T0" fmla="*/ 138 w 124"/>
                <a:gd name="T1" fmla="*/ 75 h 252"/>
                <a:gd name="T2" fmla="*/ 108 w 124"/>
                <a:gd name="T3" fmla="*/ 152 h 252"/>
                <a:gd name="T4" fmla="*/ 106 w 124"/>
                <a:gd name="T5" fmla="*/ 188 h 252"/>
                <a:gd name="T6" fmla="*/ 111 w 124"/>
                <a:gd name="T7" fmla="*/ 215 h 252"/>
                <a:gd name="T8" fmla="*/ 81 w 124"/>
                <a:gd name="T9" fmla="*/ 278 h 252"/>
                <a:gd name="T10" fmla="*/ 52 w 124"/>
                <a:gd name="T11" fmla="*/ 297 h 252"/>
                <a:gd name="T12" fmla="*/ 0 w 124"/>
                <a:gd name="T13" fmla="*/ 284 h 252"/>
                <a:gd name="T14" fmla="*/ 38 w 124"/>
                <a:gd name="T15" fmla="*/ 269 h 252"/>
                <a:gd name="T16" fmla="*/ 52 w 124"/>
                <a:gd name="T17" fmla="*/ 223 h 252"/>
                <a:gd name="T18" fmla="*/ 66 w 124"/>
                <a:gd name="T19" fmla="*/ 168 h 252"/>
                <a:gd name="T20" fmla="*/ 95 w 124"/>
                <a:gd name="T21" fmla="*/ 102 h 252"/>
                <a:gd name="T22" fmla="*/ 128 w 124"/>
                <a:gd name="T23" fmla="*/ 18 h 252"/>
                <a:gd name="T24" fmla="*/ 135 w 124"/>
                <a:gd name="T25" fmla="*/ 13 h 252"/>
                <a:gd name="T26" fmla="*/ 146 w 124"/>
                <a:gd name="T27" fmla="*/ 43 h 25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24" h="252">
                  <a:moveTo>
                    <a:pt x="117" y="63"/>
                  </a:moveTo>
                  <a:cubicBezTo>
                    <a:pt x="103" y="80"/>
                    <a:pt x="95" y="107"/>
                    <a:pt x="92" y="129"/>
                  </a:cubicBezTo>
                  <a:cubicBezTo>
                    <a:pt x="91" y="139"/>
                    <a:pt x="90" y="149"/>
                    <a:pt x="90" y="160"/>
                  </a:cubicBezTo>
                  <a:cubicBezTo>
                    <a:pt x="91" y="168"/>
                    <a:pt x="94" y="175"/>
                    <a:pt x="94" y="183"/>
                  </a:cubicBezTo>
                  <a:cubicBezTo>
                    <a:pt x="95" y="199"/>
                    <a:pt x="77" y="224"/>
                    <a:pt x="69" y="236"/>
                  </a:cubicBezTo>
                  <a:cubicBezTo>
                    <a:pt x="62" y="245"/>
                    <a:pt x="55" y="252"/>
                    <a:pt x="44" y="252"/>
                  </a:cubicBezTo>
                  <a:cubicBezTo>
                    <a:pt x="29" y="252"/>
                    <a:pt x="14" y="241"/>
                    <a:pt x="0" y="242"/>
                  </a:cubicBezTo>
                  <a:cubicBezTo>
                    <a:pt x="9" y="239"/>
                    <a:pt x="25" y="236"/>
                    <a:pt x="32" y="229"/>
                  </a:cubicBezTo>
                  <a:cubicBezTo>
                    <a:pt x="42" y="219"/>
                    <a:pt x="44" y="201"/>
                    <a:pt x="44" y="189"/>
                  </a:cubicBezTo>
                  <a:cubicBezTo>
                    <a:pt x="45" y="172"/>
                    <a:pt x="49" y="158"/>
                    <a:pt x="56" y="143"/>
                  </a:cubicBezTo>
                  <a:cubicBezTo>
                    <a:pt x="65" y="125"/>
                    <a:pt x="70" y="105"/>
                    <a:pt x="80" y="87"/>
                  </a:cubicBezTo>
                  <a:cubicBezTo>
                    <a:pt x="93" y="65"/>
                    <a:pt x="111" y="41"/>
                    <a:pt x="109" y="15"/>
                  </a:cubicBezTo>
                  <a:cubicBezTo>
                    <a:pt x="108" y="6"/>
                    <a:pt x="107" y="0"/>
                    <a:pt x="115" y="10"/>
                  </a:cubicBezTo>
                  <a:cubicBezTo>
                    <a:pt x="121" y="17"/>
                    <a:pt x="124" y="28"/>
                    <a:pt x="124" y="37"/>
                  </a:cubicBezTo>
                </a:path>
              </a:pathLst>
            </a:custGeom>
            <a:solidFill>
              <a:srgbClr val="6C2D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1417" name="Freeform 691">
              <a:extLst>
                <a:ext uri="{FF2B5EF4-FFF2-40B4-BE49-F238E27FC236}">
                  <a16:creationId xmlns:a16="http://schemas.microsoft.com/office/drawing/2014/main" id="{57F26744-48C1-47D2-8AAD-41D7B918838B}"/>
                </a:ext>
              </a:extLst>
            </p:cNvPr>
            <p:cNvSpPr>
              <a:spLocks/>
            </p:cNvSpPr>
            <p:nvPr/>
          </p:nvSpPr>
          <p:spPr bwMode="auto">
            <a:xfrm>
              <a:off x="848" y="1971"/>
              <a:ext cx="108" cy="244"/>
            </a:xfrm>
            <a:custGeom>
              <a:avLst/>
              <a:gdLst>
                <a:gd name="T0" fmla="*/ 115 w 102"/>
                <a:gd name="T1" fmla="*/ 0 h 231"/>
                <a:gd name="T2" fmla="*/ 0 w 102"/>
                <a:gd name="T3" fmla="*/ 205 h 231"/>
                <a:gd name="T4" fmla="*/ 33 w 102"/>
                <a:gd name="T5" fmla="*/ 230 h 231"/>
                <a:gd name="T6" fmla="*/ 50 w 102"/>
                <a:gd name="T7" fmla="*/ 237 h 231"/>
                <a:gd name="T8" fmla="*/ 94 w 102"/>
                <a:gd name="T9" fmla="*/ 195 h 231"/>
                <a:gd name="T10" fmla="*/ 112 w 102"/>
                <a:gd name="T11" fmla="*/ 138 h 231"/>
                <a:gd name="T12" fmla="*/ 113 w 102"/>
                <a:gd name="T13" fmla="*/ 67 h 2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2" h="231">
                  <a:moveTo>
                    <a:pt x="97" y="0"/>
                  </a:moveTo>
                  <a:cubicBezTo>
                    <a:pt x="89" y="34"/>
                    <a:pt x="84" y="231"/>
                    <a:pt x="0" y="174"/>
                  </a:cubicBezTo>
                  <a:cubicBezTo>
                    <a:pt x="9" y="181"/>
                    <a:pt x="18" y="188"/>
                    <a:pt x="27" y="195"/>
                  </a:cubicBezTo>
                  <a:cubicBezTo>
                    <a:pt x="32" y="199"/>
                    <a:pt x="35" y="202"/>
                    <a:pt x="42" y="201"/>
                  </a:cubicBezTo>
                  <a:cubicBezTo>
                    <a:pt x="57" y="198"/>
                    <a:pt x="70" y="177"/>
                    <a:pt x="79" y="166"/>
                  </a:cubicBezTo>
                  <a:cubicBezTo>
                    <a:pt x="91" y="150"/>
                    <a:pt x="94" y="138"/>
                    <a:pt x="94" y="117"/>
                  </a:cubicBezTo>
                  <a:cubicBezTo>
                    <a:pt x="95" y="99"/>
                    <a:pt x="102" y="75"/>
                    <a:pt x="95" y="57"/>
                  </a:cubicBezTo>
                </a:path>
              </a:pathLst>
            </a:custGeom>
            <a:solidFill>
              <a:srgbClr val="6C2D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1418" name="Freeform 692">
              <a:extLst>
                <a:ext uri="{FF2B5EF4-FFF2-40B4-BE49-F238E27FC236}">
                  <a16:creationId xmlns:a16="http://schemas.microsoft.com/office/drawing/2014/main" id="{4F046FB9-B059-4D7D-AA58-96BFC15E3C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3" y="2486"/>
              <a:ext cx="31" cy="29"/>
            </a:xfrm>
            <a:custGeom>
              <a:avLst/>
              <a:gdLst>
                <a:gd name="T0" fmla="*/ 24 w 29"/>
                <a:gd name="T1" fmla="*/ 0 h 28"/>
                <a:gd name="T2" fmla="*/ 35 w 29"/>
                <a:gd name="T3" fmla="*/ 27 h 28"/>
                <a:gd name="T4" fmla="*/ 16 w 29"/>
                <a:gd name="T5" fmla="*/ 8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28">
                  <a:moveTo>
                    <a:pt x="20" y="0"/>
                  </a:moveTo>
                  <a:cubicBezTo>
                    <a:pt x="18" y="8"/>
                    <a:pt x="16" y="25"/>
                    <a:pt x="29" y="24"/>
                  </a:cubicBezTo>
                  <a:cubicBezTo>
                    <a:pt x="17" y="28"/>
                    <a:pt x="0" y="20"/>
                    <a:pt x="13" y="8"/>
                  </a:cubicBezTo>
                </a:path>
              </a:pathLst>
            </a:custGeom>
            <a:solidFill>
              <a:srgbClr val="8C3F3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1419" name="Freeform 693">
              <a:extLst>
                <a:ext uri="{FF2B5EF4-FFF2-40B4-BE49-F238E27FC236}">
                  <a16:creationId xmlns:a16="http://schemas.microsoft.com/office/drawing/2014/main" id="{19D79E37-E8C9-4CC9-AAD5-70D0789C223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6" y="2644"/>
              <a:ext cx="327" cy="108"/>
            </a:xfrm>
            <a:custGeom>
              <a:avLst/>
              <a:gdLst>
                <a:gd name="T0" fmla="*/ 7 w 310"/>
                <a:gd name="T1" fmla="*/ 2 h 102"/>
                <a:gd name="T2" fmla="*/ 2 w 310"/>
                <a:gd name="T3" fmla="*/ 2 h 102"/>
                <a:gd name="T4" fmla="*/ 30 w 310"/>
                <a:gd name="T5" fmla="*/ 12 h 102"/>
                <a:gd name="T6" fmla="*/ 70 w 310"/>
                <a:gd name="T7" fmla="*/ 23 h 102"/>
                <a:gd name="T8" fmla="*/ 133 w 310"/>
                <a:gd name="T9" fmla="*/ 38 h 102"/>
                <a:gd name="T10" fmla="*/ 219 w 310"/>
                <a:gd name="T11" fmla="*/ 68 h 102"/>
                <a:gd name="T12" fmla="*/ 364 w 310"/>
                <a:gd name="T13" fmla="*/ 121 h 102"/>
                <a:gd name="T14" fmla="*/ 323 w 310"/>
                <a:gd name="T15" fmla="*/ 89 h 102"/>
                <a:gd name="T16" fmla="*/ 265 w 310"/>
                <a:gd name="T17" fmla="*/ 70 h 102"/>
                <a:gd name="T18" fmla="*/ 168 w 310"/>
                <a:gd name="T19" fmla="*/ 36 h 102"/>
                <a:gd name="T20" fmla="*/ 79 w 310"/>
                <a:gd name="T21" fmla="*/ 14 h 102"/>
                <a:gd name="T22" fmla="*/ 34 w 310"/>
                <a:gd name="T23" fmla="*/ 6 h 102"/>
                <a:gd name="T24" fmla="*/ 0 w 310"/>
                <a:gd name="T25" fmla="*/ 0 h 10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10" h="102">
                  <a:moveTo>
                    <a:pt x="7" y="2"/>
                  </a:moveTo>
                  <a:cubicBezTo>
                    <a:pt x="5" y="1"/>
                    <a:pt x="4" y="1"/>
                    <a:pt x="2" y="2"/>
                  </a:cubicBezTo>
                  <a:cubicBezTo>
                    <a:pt x="9" y="6"/>
                    <a:pt x="18" y="6"/>
                    <a:pt x="26" y="9"/>
                  </a:cubicBezTo>
                  <a:cubicBezTo>
                    <a:pt x="38" y="13"/>
                    <a:pt x="48" y="18"/>
                    <a:pt x="60" y="20"/>
                  </a:cubicBezTo>
                  <a:cubicBezTo>
                    <a:pt x="78" y="23"/>
                    <a:pt x="95" y="28"/>
                    <a:pt x="113" y="32"/>
                  </a:cubicBezTo>
                  <a:cubicBezTo>
                    <a:pt x="138" y="37"/>
                    <a:pt x="163" y="45"/>
                    <a:pt x="187" y="57"/>
                  </a:cubicBezTo>
                  <a:cubicBezTo>
                    <a:pt x="226" y="76"/>
                    <a:pt x="276" y="76"/>
                    <a:pt x="310" y="102"/>
                  </a:cubicBezTo>
                  <a:cubicBezTo>
                    <a:pt x="298" y="91"/>
                    <a:pt x="289" y="82"/>
                    <a:pt x="275" y="75"/>
                  </a:cubicBezTo>
                  <a:cubicBezTo>
                    <a:pt x="259" y="67"/>
                    <a:pt x="243" y="63"/>
                    <a:pt x="226" y="59"/>
                  </a:cubicBezTo>
                  <a:cubicBezTo>
                    <a:pt x="198" y="52"/>
                    <a:pt x="170" y="40"/>
                    <a:pt x="143" y="30"/>
                  </a:cubicBezTo>
                  <a:cubicBezTo>
                    <a:pt x="118" y="22"/>
                    <a:pt x="92" y="16"/>
                    <a:pt x="67" y="11"/>
                  </a:cubicBezTo>
                  <a:cubicBezTo>
                    <a:pt x="54" y="8"/>
                    <a:pt x="41" y="8"/>
                    <a:pt x="28" y="6"/>
                  </a:cubicBezTo>
                  <a:cubicBezTo>
                    <a:pt x="19" y="4"/>
                    <a:pt x="10" y="1"/>
                    <a:pt x="0" y="0"/>
                  </a:cubicBezTo>
                </a:path>
              </a:pathLst>
            </a:custGeom>
            <a:solidFill>
              <a:srgbClr val="8C3F3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1420" name="Freeform 694">
              <a:extLst>
                <a:ext uri="{FF2B5EF4-FFF2-40B4-BE49-F238E27FC236}">
                  <a16:creationId xmlns:a16="http://schemas.microsoft.com/office/drawing/2014/main" id="{22A41A3D-446F-4110-802B-5C5FB66A85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8" y="2983"/>
              <a:ext cx="114" cy="89"/>
            </a:xfrm>
            <a:custGeom>
              <a:avLst/>
              <a:gdLst>
                <a:gd name="T0" fmla="*/ 0 w 108"/>
                <a:gd name="T1" fmla="*/ 74 h 84"/>
                <a:gd name="T2" fmla="*/ 27 w 108"/>
                <a:gd name="T3" fmla="*/ 26 h 84"/>
                <a:gd name="T4" fmla="*/ 60 w 108"/>
                <a:gd name="T5" fmla="*/ 6 h 84"/>
                <a:gd name="T6" fmla="*/ 93 w 108"/>
                <a:gd name="T7" fmla="*/ 1 h 84"/>
                <a:gd name="T8" fmla="*/ 127 w 108"/>
                <a:gd name="T9" fmla="*/ 12 h 84"/>
                <a:gd name="T10" fmla="*/ 82 w 108"/>
                <a:gd name="T11" fmla="*/ 12 h 84"/>
                <a:gd name="T12" fmla="*/ 52 w 108"/>
                <a:gd name="T13" fmla="*/ 22 h 84"/>
                <a:gd name="T14" fmla="*/ 31 w 108"/>
                <a:gd name="T15" fmla="*/ 65 h 84"/>
                <a:gd name="T16" fmla="*/ 37 w 108"/>
                <a:gd name="T17" fmla="*/ 99 h 84"/>
                <a:gd name="T18" fmla="*/ 0 w 108"/>
                <a:gd name="T19" fmla="*/ 76 h 8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08" h="84">
                  <a:moveTo>
                    <a:pt x="0" y="62"/>
                  </a:moveTo>
                  <a:cubicBezTo>
                    <a:pt x="6" y="44"/>
                    <a:pt x="9" y="35"/>
                    <a:pt x="24" y="23"/>
                  </a:cubicBezTo>
                  <a:cubicBezTo>
                    <a:pt x="32" y="17"/>
                    <a:pt x="42" y="10"/>
                    <a:pt x="51" y="6"/>
                  </a:cubicBezTo>
                  <a:cubicBezTo>
                    <a:pt x="59" y="3"/>
                    <a:pt x="71" y="0"/>
                    <a:pt x="79" y="1"/>
                  </a:cubicBezTo>
                  <a:cubicBezTo>
                    <a:pt x="89" y="2"/>
                    <a:pt x="101" y="9"/>
                    <a:pt x="108" y="9"/>
                  </a:cubicBezTo>
                  <a:cubicBezTo>
                    <a:pt x="95" y="9"/>
                    <a:pt x="82" y="5"/>
                    <a:pt x="70" y="9"/>
                  </a:cubicBezTo>
                  <a:cubicBezTo>
                    <a:pt x="61" y="11"/>
                    <a:pt x="52" y="15"/>
                    <a:pt x="44" y="19"/>
                  </a:cubicBezTo>
                  <a:cubicBezTo>
                    <a:pt x="30" y="27"/>
                    <a:pt x="19" y="37"/>
                    <a:pt x="26" y="55"/>
                  </a:cubicBezTo>
                  <a:cubicBezTo>
                    <a:pt x="29" y="63"/>
                    <a:pt x="47" y="83"/>
                    <a:pt x="31" y="83"/>
                  </a:cubicBezTo>
                  <a:cubicBezTo>
                    <a:pt x="21" y="84"/>
                    <a:pt x="6" y="70"/>
                    <a:pt x="0" y="64"/>
                  </a:cubicBezTo>
                </a:path>
              </a:pathLst>
            </a:custGeom>
            <a:solidFill>
              <a:srgbClr val="8C3F3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1421" name="Freeform 695">
              <a:extLst>
                <a:ext uri="{FF2B5EF4-FFF2-40B4-BE49-F238E27FC236}">
                  <a16:creationId xmlns:a16="http://schemas.microsoft.com/office/drawing/2014/main" id="{1A75A66D-DFC4-42CA-AD9F-0B7D16B6A11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4" y="2504"/>
              <a:ext cx="39" cy="146"/>
            </a:xfrm>
            <a:custGeom>
              <a:avLst/>
              <a:gdLst>
                <a:gd name="T0" fmla="*/ 3 w 37"/>
                <a:gd name="T1" fmla="*/ 0 h 139"/>
                <a:gd name="T2" fmla="*/ 2 w 37"/>
                <a:gd name="T3" fmla="*/ 96 h 139"/>
                <a:gd name="T4" fmla="*/ 6 w 37"/>
                <a:gd name="T5" fmla="*/ 140 h 139"/>
                <a:gd name="T6" fmla="*/ 43 w 37"/>
                <a:gd name="T7" fmla="*/ 161 h 139"/>
                <a:gd name="T8" fmla="*/ 13 w 37"/>
                <a:gd name="T9" fmla="*/ 128 h 139"/>
                <a:gd name="T10" fmla="*/ 15 w 37"/>
                <a:gd name="T11" fmla="*/ 83 h 139"/>
                <a:gd name="T12" fmla="*/ 6 w 37"/>
                <a:gd name="T13" fmla="*/ 5 h 13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7" h="139">
                  <a:moveTo>
                    <a:pt x="3" y="0"/>
                  </a:moveTo>
                  <a:cubicBezTo>
                    <a:pt x="14" y="28"/>
                    <a:pt x="5" y="55"/>
                    <a:pt x="2" y="83"/>
                  </a:cubicBezTo>
                  <a:cubicBezTo>
                    <a:pt x="1" y="94"/>
                    <a:pt x="0" y="111"/>
                    <a:pt x="6" y="121"/>
                  </a:cubicBezTo>
                  <a:cubicBezTo>
                    <a:pt x="13" y="132"/>
                    <a:pt x="27" y="133"/>
                    <a:pt x="37" y="139"/>
                  </a:cubicBezTo>
                  <a:cubicBezTo>
                    <a:pt x="25" y="132"/>
                    <a:pt x="15" y="124"/>
                    <a:pt x="10" y="110"/>
                  </a:cubicBezTo>
                  <a:cubicBezTo>
                    <a:pt x="5" y="97"/>
                    <a:pt x="10" y="84"/>
                    <a:pt x="12" y="71"/>
                  </a:cubicBezTo>
                  <a:cubicBezTo>
                    <a:pt x="14" y="50"/>
                    <a:pt x="21" y="21"/>
                    <a:pt x="6" y="5"/>
                  </a:cubicBezTo>
                </a:path>
              </a:pathLst>
            </a:custGeom>
            <a:solidFill>
              <a:srgbClr val="8C3F3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1422" name="Freeform 696">
              <a:extLst>
                <a:ext uri="{FF2B5EF4-FFF2-40B4-BE49-F238E27FC236}">
                  <a16:creationId xmlns:a16="http://schemas.microsoft.com/office/drawing/2014/main" id="{3D4DAB3F-021A-4340-9C23-868C511A6C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6" y="2564"/>
              <a:ext cx="51" cy="130"/>
            </a:xfrm>
            <a:custGeom>
              <a:avLst/>
              <a:gdLst>
                <a:gd name="T0" fmla="*/ 7 w 48"/>
                <a:gd name="T1" fmla="*/ 0 h 123"/>
                <a:gd name="T2" fmla="*/ 57 w 48"/>
                <a:gd name="T3" fmla="*/ 109 h 123"/>
                <a:gd name="T4" fmla="*/ 24 w 48"/>
                <a:gd name="T5" fmla="*/ 66 h 123"/>
                <a:gd name="T6" fmla="*/ 13 w 48"/>
                <a:gd name="T7" fmla="*/ 1 h 1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8" h="123">
                  <a:moveTo>
                    <a:pt x="7" y="0"/>
                  </a:moveTo>
                  <a:cubicBezTo>
                    <a:pt x="12" y="19"/>
                    <a:pt x="0" y="123"/>
                    <a:pt x="48" y="92"/>
                  </a:cubicBezTo>
                  <a:cubicBezTo>
                    <a:pt x="28" y="94"/>
                    <a:pt x="26" y="70"/>
                    <a:pt x="21" y="56"/>
                  </a:cubicBezTo>
                  <a:cubicBezTo>
                    <a:pt x="16" y="38"/>
                    <a:pt x="10" y="20"/>
                    <a:pt x="10" y="1"/>
                  </a:cubicBezTo>
                </a:path>
              </a:pathLst>
            </a:custGeom>
            <a:solidFill>
              <a:srgbClr val="8C3F3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1423" name="Freeform 697">
              <a:extLst>
                <a:ext uri="{FF2B5EF4-FFF2-40B4-BE49-F238E27FC236}">
                  <a16:creationId xmlns:a16="http://schemas.microsoft.com/office/drawing/2014/main" id="{9184C70C-3140-4642-8E6F-7701AA7C95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9" y="2523"/>
              <a:ext cx="36" cy="120"/>
            </a:xfrm>
            <a:custGeom>
              <a:avLst/>
              <a:gdLst>
                <a:gd name="T0" fmla="*/ 39 w 34"/>
                <a:gd name="T1" fmla="*/ 0 h 114"/>
                <a:gd name="T2" fmla="*/ 13 w 34"/>
                <a:gd name="T3" fmla="*/ 27 h 114"/>
                <a:gd name="T4" fmla="*/ 7 w 34"/>
                <a:gd name="T5" fmla="*/ 61 h 114"/>
                <a:gd name="T6" fmla="*/ 0 w 34"/>
                <a:gd name="T7" fmla="*/ 133 h 114"/>
                <a:gd name="T8" fmla="*/ 16 w 34"/>
                <a:gd name="T9" fmla="*/ 66 h 114"/>
                <a:gd name="T10" fmla="*/ 22 w 34"/>
                <a:gd name="T11" fmla="*/ 37 h 114"/>
                <a:gd name="T12" fmla="*/ 40 w 34"/>
                <a:gd name="T13" fmla="*/ 5 h 1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4" h="114">
                  <a:moveTo>
                    <a:pt x="33" y="0"/>
                  </a:moveTo>
                  <a:cubicBezTo>
                    <a:pt x="32" y="11"/>
                    <a:pt x="17" y="17"/>
                    <a:pt x="10" y="24"/>
                  </a:cubicBezTo>
                  <a:cubicBezTo>
                    <a:pt x="2" y="32"/>
                    <a:pt x="6" y="40"/>
                    <a:pt x="7" y="52"/>
                  </a:cubicBezTo>
                  <a:cubicBezTo>
                    <a:pt x="8" y="73"/>
                    <a:pt x="5" y="95"/>
                    <a:pt x="0" y="114"/>
                  </a:cubicBezTo>
                  <a:cubicBezTo>
                    <a:pt x="13" y="103"/>
                    <a:pt x="12" y="73"/>
                    <a:pt x="13" y="57"/>
                  </a:cubicBezTo>
                  <a:cubicBezTo>
                    <a:pt x="14" y="47"/>
                    <a:pt x="15" y="40"/>
                    <a:pt x="19" y="31"/>
                  </a:cubicBezTo>
                  <a:cubicBezTo>
                    <a:pt x="23" y="21"/>
                    <a:pt x="30" y="14"/>
                    <a:pt x="34" y="5"/>
                  </a:cubicBezTo>
                </a:path>
              </a:pathLst>
            </a:custGeom>
            <a:solidFill>
              <a:srgbClr val="6C2D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1424" name="Freeform 698">
              <a:extLst>
                <a:ext uri="{FF2B5EF4-FFF2-40B4-BE49-F238E27FC236}">
                  <a16:creationId xmlns:a16="http://schemas.microsoft.com/office/drawing/2014/main" id="{86FBA2F7-306F-4F94-8AA6-2F370BCA22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4" y="2495"/>
              <a:ext cx="148" cy="30"/>
            </a:xfrm>
            <a:custGeom>
              <a:avLst/>
              <a:gdLst>
                <a:gd name="T0" fmla="*/ 0 w 140"/>
                <a:gd name="T1" fmla="*/ 1 h 28"/>
                <a:gd name="T2" fmla="*/ 96 w 140"/>
                <a:gd name="T3" fmla="*/ 14 h 28"/>
                <a:gd name="T4" fmla="*/ 165 w 140"/>
                <a:gd name="T5" fmla="*/ 0 h 28"/>
                <a:gd name="T6" fmla="*/ 118 w 140"/>
                <a:gd name="T7" fmla="*/ 23 h 28"/>
                <a:gd name="T8" fmla="*/ 66 w 140"/>
                <a:gd name="T9" fmla="*/ 34 h 28"/>
                <a:gd name="T10" fmla="*/ 5 w 140"/>
                <a:gd name="T11" fmla="*/ 4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0" h="28">
                  <a:moveTo>
                    <a:pt x="0" y="1"/>
                  </a:moveTo>
                  <a:cubicBezTo>
                    <a:pt x="6" y="17"/>
                    <a:pt x="66" y="13"/>
                    <a:pt x="81" y="11"/>
                  </a:cubicBezTo>
                  <a:cubicBezTo>
                    <a:pt x="101" y="8"/>
                    <a:pt x="121" y="3"/>
                    <a:pt x="140" y="0"/>
                  </a:cubicBezTo>
                  <a:cubicBezTo>
                    <a:pt x="127" y="5"/>
                    <a:pt x="114" y="14"/>
                    <a:pt x="100" y="19"/>
                  </a:cubicBezTo>
                  <a:cubicBezTo>
                    <a:pt x="85" y="24"/>
                    <a:pt x="70" y="28"/>
                    <a:pt x="56" y="28"/>
                  </a:cubicBezTo>
                  <a:cubicBezTo>
                    <a:pt x="37" y="27"/>
                    <a:pt x="14" y="21"/>
                    <a:pt x="5" y="4"/>
                  </a:cubicBezTo>
                </a:path>
              </a:pathLst>
            </a:custGeom>
            <a:solidFill>
              <a:srgbClr val="6C2D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1425" name="Freeform 699">
              <a:extLst>
                <a:ext uri="{FF2B5EF4-FFF2-40B4-BE49-F238E27FC236}">
                  <a16:creationId xmlns:a16="http://schemas.microsoft.com/office/drawing/2014/main" id="{A7BF0654-2FBA-4A42-8802-55E0040792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5" y="2154"/>
              <a:ext cx="411" cy="311"/>
            </a:xfrm>
            <a:custGeom>
              <a:avLst/>
              <a:gdLst>
                <a:gd name="T0" fmla="*/ 0 w 389"/>
                <a:gd name="T1" fmla="*/ 19 h 294"/>
                <a:gd name="T2" fmla="*/ 26 w 389"/>
                <a:gd name="T3" fmla="*/ 22 h 294"/>
                <a:gd name="T4" fmla="*/ 48 w 389"/>
                <a:gd name="T5" fmla="*/ 40 h 294"/>
                <a:gd name="T6" fmla="*/ 68 w 389"/>
                <a:gd name="T7" fmla="*/ 104 h 294"/>
                <a:gd name="T8" fmla="*/ 150 w 389"/>
                <a:gd name="T9" fmla="*/ 230 h 294"/>
                <a:gd name="T10" fmla="*/ 411 w 389"/>
                <a:gd name="T11" fmla="*/ 344 h 294"/>
                <a:gd name="T12" fmla="*/ 459 w 389"/>
                <a:gd name="T13" fmla="*/ 348 h 294"/>
                <a:gd name="T14" fmla="*/ 278 w 389"/>
                <a:gd name="T15" fmla="*/ 283 h 294"/>
                <a:gd name="T16" fmla="*/ 202 w 389"/>
                <a:gd name="T17" fmla="*/ 236 h 294"/>
                <a:gd name="T18" fmla="*/ 130 w 389"/>
                <a:gd name="T19" fmla="*/ 178 h 294"/>
                <a:gd name="T20" fmla="*/ 62 w 389"/>
                <a:gd name="T21" fmla="*/ 43 h 294"/>
                <a:gd name="T22" fmla="*/ 42 w 389"/>
                <a:gd name="T23" fmla="*/ 4 h 294"/>
                <a:gd name="T24" fmla="*/ 3 w 389"/>
                <a:gd name="T25" fmla="*/ 4 h 29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89" h="294">
                  <a:moveTo>
                    <a:pt x="0" y="16"/>
                  </a:moveTo>
                  <a:cubicBezTo>
                    <a:pt x="6" y="19"/>
                    <a:pt x="15" y="16"/>
                    <a:pt x="23" y="19"/>
                  </a:cubicBezTo>
                  <a:cubicBezTo>
                    <a:pt x="29" y="22"/>
                    <a:pt x="36" y="28"/>
                    <a:pt x="41" y="34"/>
                  </a:cubicBezTo>
                  <a:cubicBezTo>
                    <a:pt x="52" y="49"/>
                    <a:pt x="54" y="69"/>
                    <a:pt x="58" y="88"/>
                  </a:cubicBezTo>
                  <a:cubicBezTo>
                    <a:pt x="67" y="133"/>
                    <a:pt x="94" y="165"/>
                    <a:pt x="127" y="194"/>
                  </a:cubicBezTo>
                  <a:cubicBezTo>
                    <a:pt x="191" y="249"/>
                    <a:pt x="268" y="271"/>
                    <a:pt x="348" y="290"/>
                  </a:cubicBezTo>
                  <a:cubicBezTo>
                    <a:pt x="361" y="294"/>
                    <a:pt x="378" y="294"/>
                    <a:pt x="389" y="294"/>
                  </a:cubicBezTo>
                  <a:cubicBezTo>
                    <a:pt x="336" y="278"/>
                    <a:pt x="285" y="263"/>
                    <a:pt x="236" y="239"/>
                  </a:cubicBezTo>
                  <a:cubicBezTo>
                    <a:pt x="213" y="228"/>
                    <a:pt x="193" y="211"/>
                    <a:pt x="171" y="199"/>
                  </a:cubicBezTo>
                  <a:cubicBezTo>
                    <a:pt x="147" y="185"/>
                    <a:pt x="129" y="172"/>
                    <a:pt x="110" y="150"/>
                  </a:cubicBezTo>
                  <a:cubicBezTo>
                    <a:pt x="84" y="119"/>
                    <a:pt x="66" y="76"/>
                    <a:pt x="53" y="37"/>
                  </a:cubicBezTo>
                  <a:cubicBezTo>
                    <a:pt x="49" y="25"/>
                    <a:pt x="50" y="10"/>
                    <a:pt x="36" y="4"/>
                  </a:cubicBezTo>
                  <a:cubicBezTo>
                    <a:pt x="29" y="0"/>
                    <a:pt x="11" y="1"/>
                    <a:pt x="3" y="4"/>
                  </a:cubicBezTo>
                </a:path>
              </a:pathLst>
            </a:custGeom>
            <a:solidFill>
              <a:srgbClr val="8C3F3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1426" name="Freeform 700">
              <a:extLst>
                <a:ext uri="{FF2B5EF4-FFF2-40B4-BE49-F238E27FC236}">
                  <a16:creationId xmlns:a16="http://schemas.microsoft.com/office/drawing/2014/main" id="{345331FF-427A-4B97-9ECF-B35975D3360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5" y="1962"/>
              <a:ext cx="347" cy="67"/>
            </a:xfrm>
            <a:custGeom>
              <a:avLst/>
              <a:gdLst>
                <a:gd name="T0" fmla="*/ 0 w 329"/>
                <a:gd name="T1" fmla="*/ 0 h 63"/>
                <a:gd name="T2" fmla="*/ 135 w 329"/>
                <a:gd name="T3" fmla="*/ 61 h 63"/>
                <a:gd name="T4" fmla="*/ 264 w 329"/>
                <a:gd name="T5" fmla="*/ 64 h 63"/>
                <a:gd name="T6" fmla="*/ 382 w 329"/>
                <a:gd name="T7" fmla="*/ 53 h 63"/>
                <a:gd name="T8" fmla="*/ 251 w 329"/>
                <a:gd name="T9" fmla="*/ 53 h 63"/>
                <a:gd name="T10" fmla="*/ 0 w 329"/>
                <a:gd name="T11" fmla="*/ 0 h 6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29" h="63">
                  <a:moveTo>
                    <a:pt x="0" y="0"/>
                  </a:moveTo>
                  <a:cubicBezTo>
                    <a:pt x="0" y="0"/>
                    <a:pt x="72" y="47"/>
                    <a:pt x="115" y="51"/>
                  </a:cubicBezTo>
                  <a:cubicBezTo>
                    <a:pt x="157" y="56"/>
                    <a:pt x="178" y="62"/>
                    <a:pt x="225" y="53"/>
                  </a:cubicBezTo>
                  <a:cubicBezTo>
                    <a:pt x="272" y="44"/>
                    <a:pt x="320" y="42"/>
                    <a:pt x="325" y="44"/>
                  </a:cubicBezTo>
                  <a:cubicBezTo>
                    <a:pt x="329" y="45"/>
                    <a:pt x="252" y="44"/>
                    <a:pt x="214" y="44"/>
                  </a:cubicBezTo>
                  <a:cubicBezTo>
                    <a:pt x="177" y="44"/>
                    <a:pt x="145" y="63"/>
                    <a:pt x="0" y="0"/>
                  </a:cubicBezTo>
                  <a:close/>
                </a:path>
              </a:pathLst>
            </a:custGeom>
            <a:solidFill>
              <a:srgbClr val="8C3F3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1427" name="Freeform 701">
              <a:extLst>
                <a:ext uri="{FF2B5EF4-FFF2-40B4-BE49-F238E27FC236}">
                  <a16:creationId xmlns:a16="http://schemas.microsoft.com/office/drawing/2014/main" id="{EA19F1E4-CEA9-470E-A026-E060156F8C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3" y="1800"/>
              <a:ext cx="131" cy="115"/>
            </a:xfrm>
            <a:custGeom>
              <a:avLst/>
              <a:gdLst>
                <a:gd name="T0" fmla="*/ 0 w 124"/>
                <a:gd name="T1" fmla="*/ 115 h 109"/>
                <a:gd name="T2" fmla="*/ 95 w 124"/>
                <a:gd name="T3" fmla="*/ 102 h 109"/>
                <a:gd name="T4" fmla="*/ 135 w 124"/>
                <a:gd name="T5" fmla="*/ 63 h 109"/>
                <a:gd name="T6" fmla="*/ 145 w 124"/>
                <a:gd name="T7" fmla="*/ 0 h 109"/>
                <a:gd name="T8" fmla="*/ 90 w 124"/>
                <a:gd name="T9" fmla="*/ 94 h 109"/>
                <a:gd name="T10" fmla="*/ 5 w 124"/>
                <a:gd name="T11" fmla="*/ 115 h 10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4" h="109">
                  <a:moveTo>
                    <a:pt x="0" y="98"/>
                  </a:moveTo>
                  <a:cubicBezTo>
                    <a:pt x="25" y="109"/>
                    <a:pt x="58" y="99"/>
                    <a:pt x="80" y="87"/>
                  </a:cubicBezTo>
                  <a:cubicBezTo>
                    <a:pt x="93" y="80"/>
                    <a:pt x="108" y="68"/>
                    <a:pt x="115" y="54"/>
                  </a:cubicBezTo>
                  <a:cubicBezTo>
                    <a:pt x="124" y="38"/>
                    <a:pt x="117" y="17"/>
                    <a:pt x="123" y="0"/>
                  </a:cubicBezTo>
                  <a:cubicBezTo>
                    <a:pt x="108" y="28"/>
                    <a:pt x="106" y="62"/>
                    <a:pt x="76" y="80"/>
                  </a:cubicBezTo>
                  <a:cubicBezTo>
                    <a:pt x="57" y="92"/>
                    <a:pt x="26" y="92"/>
                    <a:pt x="5" y="98"/>
                  </a:cubicBezTo>
                </a:path>
              </a:pathLst>
            </a:custGeom>
            <a:solidFill>
              <a:srgbClr val="6C2D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1428" name="Freeform 702">
              <a:extLst>
                <a:ext uri="{FF2B5EF4-FFF2-40B4-BE49-F238E27FC236}">
                  <a16:creationId xmlns:a16="http://schemas.microsoft.com/office/drawing/2014/main" id="{91C54A46-E164-42A8-B317-7FF3C733EAE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6" y="3882"/>
              <a:ext cx="144" cy="61"/>
            </a:xfrm>
            <a:custGeom>
              <a:avLst/>
              <a:gdLst>
                <a:gd name="T0" fmla="*/ 0 w 137"/>
                <a:gd name="T1" fmla="*/ 63 h 58"/>
                <a:gd name="T2" fmla="*/ 49 w 137"/>
                <a:gd name="T3" fmla="*/ 21 h 58"/>
                <a:gd name="T4" fmla="*/ 88 w 137"/>
                <a:gd name="T5" fmla="*/ 1 h 58"/>
                <a:gd name="T6" fmla="*/ 159 w 137"/>
                <a:gd name="T7" fmla="*/ 23 h 58"/>
                <a:gd name="T8" fmla="*/ 126 w 137"/>
                <a:gd name="T9" fmla="*/ 40 h 58"/>
                <a:gd name="T10" fmla="*/ 83 w 137"/>
                <a:gd name="T11" fmla="*/ 43 h 58"/>
                <a:gd name="T12" fmla="*/ 1 w 137"/>
                <a:gd name="T13" fmla="*/ 64 h 5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7" h="58">
                  <a:moveTo>
                    <a:pt x="0" y="54"/>
                  </a:moveTo>
                  <a:cubicBezTo>
                    <a:pt x="12" y="58"/>
                    <a:pt x="37" y="25"/>
                    <a:pt x="43" y="18"/>
                  </a:cubicBezTo>
                  <a:cubicBezTo>
                    <a:pt x="53" y="7"/>
                    <a:pt x="61" y="0"/>
                    <a:pt x="76" y="1"/>
                  </a:cubicBezTo>
                  <a:cubicBezTo>
                    <a:pt x="97" y="3"/>
                    <a:pt x="115" y="19"/>
                    <a:pt x="137" y="20"/>
                  </a:cubicBezTo>
                  <a:cubicBezTo>
                    <a:pt x="129" y="25"/>
                    <a:pt x="118" y="32"/>
                    <a:pt x="108" y="34"/>
                  </a:cubicBezTo>
                  <a:cubicBezTo>
                    <a:pt x="96" y="37"/>
                    <a:pt x="83" y="37"/>
                    <a:pt x="71" y="37"/>
                  </a:cubicBezTo>
                  <a:cubicBezTo>
                    <a:pt x="47" y="37"/>
                    <a:pt x="22" y="45"/>
                    <a:pt x="1" y="55"/>
                  </a:cubicBezTo>
                </a:path>
              </a:pathLst>
            </a:custGeom>
            <a:solidFill>
              <a:srgbClr val="6C2D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1429" name="Freeform 703">
              <a:extLst>
                <a:ext uri="{FF2B5EF4-FFF2-40B4-BE49-F238E27FC236}">
                  <a16:creationId xmlns:a16="http://schemas.microsoft.com/office/drawing/2014/main" id="{EFD152E3-788F-4B49-BF1E-5B59864F52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9" y="3734"/>
              <a:ext cx="79" cy="62"/>
            </a:xfrm>
            <a:custGeom>
              <a:avLst/>
              <a:gdLst>
                <a:gd name="T0" fmla="*/ 0 w 75"/>
                <a:gd name="T1" fmla="*/ 48 h 58"/>
                <a:gd name="T2" fmla="*/ 25 w 75"/>
                <a:gd name="T3" fmla="*/ 56 h 58"/>
                <a:gd name="T4" fmla="*/ 54 w 75"/>
                <a:gd name="T5" fmla="*/ 47 h 58"/>
                <a:gd name="T6" fmla="*/ 75 w 75"/>
                <a:gd name="T7" fmla="*/ 22 h 58"/>
                <a:gd name="T8" fmla="*/ 85 w 75"/>
                <a:gd name="T9" fmla="*/ 0 h 58"/>
                <a:gd name="T10" fmla="*/ 53 w 75"/>
                <a:gd name="T11" fmla="*/ 60 h 58"/>
                <a:gd name="T12" fmla="*/ 36 w 75"/>
                <a:gd name="T13" fmla="*/ 66 h 58"/>
                <a:gd name="T14" fmla="*/ 16 w 75"/>
                <a:gd name="T15" fmla="*/ 56 h 5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5" h="58">
                  <a:moveTo>
                    <a:pt x="0" y="39"/>
                  </a:moveTo>
                  <a:cubicBezTo>
                    <a:pt x="8" y="41"/>
                    <a:pt x="13" y="45"/>
                    <a:pt x="22" y="46"/>
                  </a:cubicBezTo>
                  <a:cubicBezTo>
                    <a:pt x="30" y="46"/>
                    <a:pt x="39" y="43"/>
                    <a:pt x="46" y="38"/>
                  </a:cubicBezTo>
                  <a:cubicBezTo>
                    <a:pt x="52" y="33"/>
                    <a:pt x="59" y="25"/>
                    <a:pt x="64" y="19"/>
                  </a:cubicBezTo>
                  <a:cubicBezTo>
                    <a:pt x="68" y="13"/>
                    <a:pt x="69" y="6"/>
                    <a:pt x="73" y="0"/>
                  </a:cubicBezTo>
                  <a:cubicBezTo>
                    <a:pt x="75" y="19"/>
                    <a:pt x="58" y="37"/>
                    <a:pt x="45" y="49"/>
                  </a:cubicBezTo>
                  <a:cubicBezTo>
                    <a:pt x="40" y="54"/>
                    <a:pt x="36" y="58"/>
                    <a:pt x="30" y="54"/>
                  </a:cubicBezTo>
                  <a:cubicBezTo>
                    <a:pt x="25" y="52"/>
                    <a:pt x="19" y="46"/>
                    <a:pt x="13" y="46"/>
                  </a:cubicBezTo>
                </a:path>
              </a:pathLst>
            </a:custGeom>
            <a:solidFill>
              <a:srgbClr val="6C2D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1430" name="Freeform 704">
              <a:extLst>
                <a:ext uri="{FF2B5EF4-FFF2-40B4-BE49-F238E27FC236}">
                  <a16:creationId xmlns:a16="http://schemas.microsoft.com/office/drawing/2014/main" id="{CFF081E5-216F-4F39-9774-184043C981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5" y="1796"/>
              <a:ext cx="364" cy="137"/>
            </a:xfrm>
            <a:custGeom>
              <a:avLst/>
              <a:gdLst>
                <a:gd name="T0" fmla="*/ 351 w 344"/>
                <a:gd name="T1" fmla="*/ 4 h 130"/>
                <a:gd name="T2" fmla="*/ 324 w 344"/>
                <a:gd name="T3" fmla="*/ 0 h 130"/>
                <a:gd name="T4" fmla="*/ 299 w 344"/>
                <a:gd name="T5" fmla="*/ 23 h 130"/>
                <a:gd name="T6" fmla="*/ 265 w 344"/>
                <a:gd name="T7" fmla="*/ 56 h 130"/>
                <a:gd name="T8" fmla="*/ 187 w 344"/>
                <a:gd name="T9" fmla="*/ 101 h 130"/>
                <a:gd name="T10" fmla="*/ 98 w 344"/>
                <a:gd name="T11" fmla="*/ 126 h 130"/>
                <a:gd name="T12" fmla="*/ 50 w 344"/>
                <a:gd name="T13" fmla="*/ 137 h 130"/>
                <a:gd name="T14" fmla="*/ 0 w 344"/>
                <a:gd name="T15" fmla="*/ 145 h 130"/>
                <a:gd name="T16" fmla="*/ 77 w 344"/>
                <a:gd name="T17" fmla="*/ 143 h 130"/>
                <a:gd name="T18" fmla="*/ 188 w 344"/>
                <a:gd name="T19" fmla="*/ 123 h 130"/>
                <a:gd name="T20" fmla="*/ 297 w 344"/>
                <a:gd name="T21" fmla="*/ 67 h 130"/>
                <a:gd name="T22" fmla="*/ 333 w 344"/>
                <a:gd name="T23" fmla="*/ 37 h 130"/>
                <a:gd name="T24" fmla="*/ 372 w 344"/>
                <a:gd name="T25" fmla="*/ 64 h 130"/>
                <a:gd name="T26" fmla="*/ 407 w 344"/>
                <a:gd name="T27" fmla="*/ 91 h 130"/>
                <a:gd name="T28" fmla="*/ 372 w 344"/>
                <a:gd name="T29" fmla="*/ 42 h 130"/>
                <a:gd name="T30" fmla="*/ 347 w 344"/>
                <a:gd name="T31" fmla="*/ 8 h 130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344" h="130">
                  <a:moveTo>
                    <a:pt x="297" y="4"/>
                  </a:moveTo>
                  <a:cubicBezTo>
                    <a:pt x="290" y="4"/>
                    <a:pt x="277" y="7"/>
                    <a:pt x="273" y="0"/>
                  </a:cubicBezTo>
                  <a:cubicBezTo>
                    <a:pt x="265" y="0"/>
                    <a:pt x="257" y="13"/>
                    <a:pt x="252" y="20"/>
                  </a:cubicBezTo>
                  <a:cubicBezTo>
                    <a:pt x="243" y="30"/>
                    <a:pt x="233" y="38"/>
                    <a:pt x="223" y="47"/>
                  </a:cubicBezTo>
                  <a:cubicBezTo>
                    <a:pt x="202" y="65"/>
                    <a:pt x="182" y="75"/>
                    <a:pt x="158" y="86"/>
                  </a:cubicBezTo>
                  <a:cubicBezTo>
                    <a:pt x="133" y="99"/>
                    <a:pt x="111" y="105"/>
                    <a:pt x="83" y="108"/>
                  </a:cubicBezTo>
                  <a:cubicBezTo>
                    <a:pt x="70" y="110"/>
                    <a:pt x="55" y="114"/>
                    <a:pt x="42" y="117"/>
                  </a:cubicBezTo>
                  <a:cubicBezTo>
                    <a:pt x="29" y="120"/>
                    <a:pt x="12" y="119"/>
                    <a:pt x="0" y="124"/>
                  </a:cubicBezTo>
                  <a:cubicBezTo>
                    <a:pt x="14" y="130"/>
                    <a:pt x="47" y="124"/>
                    <a:pt x="65" y="122"/>
                  </a:cubicBezTo>
                  <a:cubicBezTo>
                    <a:pt x="96" y="119"/>
                    <a:pt x="129" y="113"/>
                    <a:pt x="159" y="105"/>
                  </a:cubicBezTo>
                  <a:cubicBezTo>
                    <a:pt x="193" y="97"/>
                    <a:pt x="227" y="83"/>
                    <a:pt x="251" y="58"/>
                  </a:cubicBezTo>
                  <a:cubicBezTo>
                    <a:pt x="259" y="51"/>
                    <a:pt x="269" y="30"/>
                    <a:pt x="282" y="31"/>
                  </a:cubicBezTo>
                  <a:cubicBezTo>
                    <a:pt x="291" y="32"/>
                    <a:pt x="307" y="50"/>
                    <a:pt x="315" y="55"/>
                  </a:cubicBezTo>
                  <a:cubicBezTo>
                    <a:pt x="325" y="62"/>
                    <a:pt x="334" y="71"/>
                    <a:pt x="344" y="78"/>
                  </a:cubicBezTo>
                  <a:cubicBezTo>
                    <a:pt x="332" y="66"/>
                    <a:pt x="325" y="50"/>
                    <a:pt x="315" y="36"/>
                  </a:cubicBezTo>
                  <a:cubicBezTo>
                    <a:pt x="309" y="26"/>
                    <a:pt x="298" y="17"/>
                    <a:pt x="293" y="8"/>
                  </a:cubicBezTo>
                </a:path>
              </a:pathLst>
            </a:custGeom>
            <a:solidFill>
              <a:srgbClr val="6C2D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1431" name="Freeform 705">
              <a:extLst>
                <a:ext uri="{FF2B5EF4-FFF2-40B4-BE49-F238E27FC236}">
                  <a16:creationId xmlns:a16="http://schemas.microsoft.com/office/drawing/2014/main" id="{92D67A86-0085-4B2A-AF6F-DAE6E1350A0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0" y="2247"/>
              <a:ext cx="68" cy="144"/>
            </a:xfrm>
            <a:custGeom>
              <a:avLst/>
              <a:gdLst>
                <a:gd name="T0" fmla="*/ 39 w 65"/>
                <a:gd name="T1" fmla="*/ 0 h 136"/>
                <a:gd name="T2" fmla="*/ 71 w 65"/>
                <a:gd name="T3" fmla="*/ 49 h 136"/>
                <a:gd name="T4" fmla="*/ 71 w 65"/>
                <a:gd name="T5" fmla="*/ 106 h 136"/>
                <a:gd name="T6" fmla="*/ 69 w 65"/>
                <a:gd name="T7" fmla="*/ 161 h 136"/>
                <a:gd name="T8" fmla="*/ 65 w 65"/>
                <a:gd name="T9" fmla="*/ 109 h 136"/>
                <a:gd name="T10" fmla="*/ 54 w 65"/>
                <a:gd name="T11" fmla="*/ 60 h 136"/>
                <a:gd name="T12" fmla="*/ 27 w 65"/>
                <a:gd name="T13" fmla="*/ 41 h 136"/>
                <a:gd name="T14" fmla="*/ 0 w 65"/>
                <a:gd name="T15" fmla="*/ 36 h 136"/>
                <a:gd name="T16" fmla="*/ 31 w 65"/>
                <a:gd name="T17" fmla="*/ 2 h 1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5" h="136">
                  <a:moveTo>
                    <a:pt x="33" y="0"/>
                  </a:moveTo>
                  <a:cubicBezTo>
                    <a:pt x="51" y="6"/>
                    <a:pt x="58" y="24"/>
                    <a:pt x="62" y="41"/>
                  </a:cubicBezTo>
                  <a:cubicBezTo>
                    <a:pt x="65" y="57"/>
                    <a:pt x="63" y="73"/>
                    <a:pt x="62" y="89"/>
                  </a:cubicBezTo>
                  <a:cubicBezTo>
                    <a:pt x="61" y="103"/>
                    <a:pt x="65" y="122"/>
                    <a:pt x="60" y="136"/>
                  </a:cubicBezTo>
                  <a:cubicBezTo>
                    <a:pt x="60" y="122"/>
                    <a:pt x="58" y="106"/>
                    <a:pt x="56" y="92"/>
                  </a:cubicBezTo>
                  <a:cubicBezTo>
                    <a:pt x="54" y="79"/>
                    <a:pt x="55" y="62"/>
                    <a:pt x="48" y="51"/>
                  </a:cubicBezTo>
                  <a:cubicBezTo>
                    <a:pt x="43" y="42"/>
                    <a:pt x="34" y="35"/>
                    <a:pt x="24" y="35"/>
                  </a:cubicBezTo>
                  <a:cubicBezTo>
                    <a:pt x="14" y="35"/>
                    <a:pt x="9" y="38"/>
                    <a:pt x="0" y="30"/>
                  </a:cubicBezTo>
                  <a:cubicBezTo>
                    <a:pt x="19" y="29"/>
                    <a:pt x="28" y="24"/>
                    <a:pt x="28" y="2"/>
                  </a:cubicBezTo>
                </a:path>
              </a:pathLst>
            </a:custGeom>
            <a:solidFill>
              <a:srgbClr val="8C3F3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1432" name="Freeform 706">
              <a:extLst>
                <a:ext uri="{FF2B5EF4-FFF2-40B4-BE49-F238E27FC236}">
                  <a16:creationId xmlns:a16="http://schemas.microsoft.com/office/drawing/2014/main" id="{F5C07816-FB38-4258-96B4-89B9AEA668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6" y="2382"/>
              <a:ext cx="170" cy="94"/>
            </a:xfrm>
            <a:custGeom>
              <a:avLst/>
              <a:gdLst>
                <a:gd name="T0" fmla="*/ 119 w 161"/>
                <a:gd name="T1" fmla="*/ 105 h 89"/>
                <a:gd name="T2" fmla="*/ 60 w 161"/>
                <a:gd name="T3" fmla="*/ 83 h 89"/>
                <a:gd name="T4" fmla="*/ 0 w 161"/>
                <a:gd name="T5" fmla="*/ 84 h 89"/>
                <a:gd name="T6" fmla="*/ 93 w 161"/>
                <a:gd name="T7" fmla="*/ 57 h 89"/>
                <a:gd name="T8" fmla="*/ 190 w 161"/>
                <a:gd name="T9" fmla="*/ 0 h 89"/>
                <a:gd name="T10" fmla="*/ 149 w 161"/>
                <a:gd name="T11" fmla="*/ 36 h 89"/>
                <a:gd name="T12" fmla="*/ 122 w 161"/>
                <a:gd name="T13" fmla="*/ 59 h 89"/>
                <a:gd name="T14" fmla="*/ 112 w 161"/>
                <a:gd name="T15" fmla="*/ 99 h 8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1" h="89">
                  <a:moveTo>
                    <a:pt x="101" y="89"/>
                  </a:moveTo>
                  <a:cubicBezTo>
                    <a:pt x="86" y="78"/>
                    <a:pt x="69" y="72"/>
                    <a:pt x="51" y="71"/>
                  </a:cubicBezTo>
                  <a:cubicBezTo>
                    <a:pt x="35" y="70"/>
                    <a:pt x="15" y="67"/>
                    <a:pt x="0" y="72"/>
                  </a:cubicBezTo>
                  <a:cubicBezTo>
                    <a:pt x="27" y="67"/>
                    <a:pt x="53" y="56"/>
                    <a:pt x="79" y="48"/>
                  </a:cubicBezTo>
                  <a:cubicBezTo>
                    <a:pt x="110" y="39"/>
                    <a:pt x="138" y="23"/>
                    <a:pt x="161" y="0"/>
                  </a:cubicBezTo>
                  <a:cubicBezTo>
                    <a:pt x="148" y="8"/>
                    <a:pt x="138" y="20"/>
                    <a:pt x="127" y="30"/>
                  </a:cubicBezTo>
                  <a:cubicBezTo>
                    <a:pt x="119" y="36"/>
                    <a:pt x="109" y="41"/>
                    <a:pt x="104" y="50"/>
                  </a:cubicBezTo>
                  <a:cubicBezTo>
                    <a:pt x="96" y="60"/>
                    <a:pt x="95" y="71"/>
                    <a:pt x="95" y="84"/>
                  </a:cubicBezTo>
                </a:path>
              </a:pathLst>
            </a:custGeom>
            <a:solidFill>
              <a:srgbClr val="6C2D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1433" name="Freeform 707">
              <a:extLst>
                <a:ext uri="{FF2B5EF4-FFF2-40B4-BE49-F238E27FC236}">
                  <a16:creationId xmlns:a16="http://schemas.microsoft.com/office/drawing/2014/main" id="{BB0EEC93-54D1-4ECE-9ED8-1404A4B1B1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2" y="2476"/>
              <a:ext cx="160" cy="157"/>
            </a:xfrm>
            <a:custGeom>
              <a:avLst/>
              <a:gdLst>
                <a:gd name="T0" fmla="*/ 177 w 152"/>
                <a:gd name="T1" fmla="*/ 7 h 148"/>
                <a:gd name="T2" fmla="*/ 97 w 152"/>
                <a:gd name="T3" fmla="*/ 12 h 148"/>
                <a:gd name="T4" fmla="*/ 37 w 152"/>
                <a:gd name="T5" fmla="*/ 31 h 148"/>
                <a:gd name="T6" fmla="*/ 23 w 152"/>
                <a:gd name="T7" fmla="*/ 177 h 148"/>
                <a:gd name="T8" fmla="*/ 68 w 152"/>
                <a:gd name="T9" fmla="*/ 36 h 148"/>
                <a:gd name="T10" fmla="*/ 173 w 152"/>
                <a:gd name="T11" fmla="*/ 14 h 14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2" h="148">
                  <a:moveTo>
                    <a:pt x="152" y="7"/>
                  </a:moveTo>
                  <a:cubicBezTo>
                    <a:pt x="132" y="0"/>
                    <a:pt x="103" y="7"/>
                    <a:pt x="83" y="9"/>
                  </a:cubicBezTo>
                  <a:cubicBezTo>
                    <a:pt x="68" y="11"/>
                    <a:pt x="41" y="14"/>
                    <a:pt x="31" y="25"/>
                  </a:cubicBezTo>
                  <a:cubicBezTo>
                    <a:pt x="0" y="59"/>
                    <a:pt x="42" y="113"/>
                    <a:pt x="20" y="148"/>
                  </a:cubicBezTo>
                  <a:cubicBezTo>
                    <a:pt x="40" y="112"/>
                    <a:pt x="13" y="50"/>
                    <a:pt x="59" y="30"/>
                  </a:cubicBezTo>
                  <a:cubicBezTo>
                    <a:pt x="86" y="18"/>
                    <a:pt x="124" y="28"/>
                    <a:pt x="148" y="11"/>
                  </a:cubicBezTo>
                </a:path>
              </a:pathLst>
            </a:custGeom>
            <a:solidFill>
              <a:srgbClr val="6C2D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1434" name="Freeform 708">
              <a:extLst>
                <a:ext uri="{FF2B5EF4-FFF2-40B4-BE49-F238E27FC236}">
                  <a16:creationId xmlns:a16="http://schemas.microsoft.com/office/drawing/2014/main" id="{72609069-EB94-4714-8140-EC2515545A9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2" y="2656"/>
              <a:ext cx="125" cy="163"/>
            </a:xfrm>
            <a:custGeom>
              <a:avLst/>
              <a:gdLst>
                <a:gd name="T0" fmla="*/ 140 w 118"/>
                <a:gd name="T1" fmla="*/ 116 h 155"/>
                <a:gd name="T2" fmla="*/ 88 w 118"/>
                <a:gd name="T3" fmla="*/ 156 h 155"/>
                <a:gd name="T4" fmla="*/ 61 w 118"/>
                <a:gd name="T5" fmla="*/ 171 h 155"/>
                <a:gd name="T6" fmla="*/ 40 w 118"/>
                <a:gd name="T7" fmla="*/ 170 h 155"/>
                <a:gd name="T8" fmla="*/ 15 w 118"/>
                <a:gd name="T9" fmla="*/ 101 h 155"/>
                <a:gd name="T10" fmla="*/ 14 w 118"/>
                <a:gd name="T11" fmla="*/ 37 h 155"/>
                <a:gd name="T12" fmla="*/ 30 w 118"/>
                <a:gd name="T13" fmla="*/ 30 h 155"/>
                <a:gd name="T14" fmla="*/ 37 w 118"/>
                <a:gd name="T15" fmla="*/ 25 h 155"/>
                <a:gd name="T16" fmla="*/ 49 w 118"/>
                <a:gd name="T17" fmla="*/ 25 h 155"/>
                <a:gd name="T18" fmla="*/ 87 w 118"/>
                <a:gd name="T19" fmla="*/ 0 h 155"/>
                <a:gd name="T20" fmla="*/ 55 w 118"/>
                <a:gd name="T21" fmla="*/ 43 h 155"/>
                <a:gd name="T22" fmla="*/ 38 w 118"/>
                <a:gd name="T23" fmla="*/ 64 h 155"/>
                <a:gd name="T24" fmla="*/ 43 w 118"/>
                <a:gd name="T25" fmla="*/ 100 h 155"/>
                <a:gd name="T26" fmla="*/ 77 w 118"/>
                <a:gd name="T27" fmla="*/ 142 h 155"/>
                <a:gd name="T28" fmla="*/ 136 w 118"/>
                <a:gd name="T29" fmla="*/ 117 h 155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18" h="155">
                  <a:moveTo>
                    <a:pt x="118" y="100"/>
                  </a:moveTo>
                  <a:cubicBezTo>
                    <a:pt x="104" y="111"/>
                    <a:pt x="89" y="123"/>
                    <a:pt x="74" y="134"/>
                  </a:cubicBezTo>
                  <a:cubicBezTo>
                    <a:pt x="67" y="139"/>
                    <a:pt x="59" y="143"/>
                    <a:pt x="52" y="147"/>
                  </a:cubicBezTo>
                  <a:cubicBezTo>
                    <a:pt x="42" y="153"/>
                    <a:pt x="41" y="155"/>
                    <a:pt x="34" y="146"/>
                  </a:cubicBezTo>
                  <a:cubicBezTo>
                    <a:pt x="22" y="131"/>
                    <a:pt x="17" y="106"/>
                    <a:pt x="12" y="87"/>
                  </a:cubicBezTo>
                  <a:cubicBezTo>
                    <a:pt x="7" y="70"/>
                    <a:pt x="0" y="47"/>
                    <a:pt x="11" y="31"/>
                  </a:cubicBezTo>
                  <a:cubicBezTo>
                    <a:pt x="17" y="35"/>
                    <a:pt x="20" y="31"/>
                    <a:pt x="25" y="27"/>
                  </a:cubicBezTo>
                  <a:cubicBezTo>
                    <a:pt x="28" y="25"/>
                    <a:pt x="27" y="24"/>
                    <a:pt x="31" y="22"/>
                  </a:cubicBezTo>
                  <a:cubicBezTo>
                    <a:pt x="33" y="22"/>
                    <a:pt x="38" y="23"/>
                    <a:pt x="41" y="22"/>
                  </a:cubicBezTo>
                  <a:cubicBezTo>
                    <a:pt x="56" y="21"/>
                    <a:pt x="65" y="10"/>
                    <a:pt x="73" y="0"/>
                  </a:cubicBezTo>
                  <a:cubicBezTo>
                    <a:pt x="67" y="16"/>
                    <a:pt x="58" y="26"/>
                    <a:pt x="46" y="37"/>
                  </a:cubicBezTo>
                  <a:cubicBezTo>
                    <a:pt x="38" y="43"/>
                    <a:pt x="33" y="46"/>
                    <a:pt x="32" y="55"/>
                  </a:cubicBezTo>
                  <a:cubicBezTo>
                    <a:pt x="30" y="66"/>
                    <a:pt x="36" y="76"/>
                    <a:pt x="37" y="86"/>
                  </a:cubicBezTo>
                  <a:cubicBezTo>
                    <a:pt x="41" y="103"/>
                    <a:pt x="42" y="124"/>
                    <a:pt x="65" y="122"/>
                  </a:cubicBezTo>
                  <a:cubicBezTo>
                    <a:pt x="84" y="120"/>
                    <a:pt x="98" y="105"/>
                    <a:pt x="114" y="101"/>
                  </a:cubicBezTo>
                </a:path>
              </a:pathLst>
            </a:custGeom>
            <a:solidFill>
              <a:srgbClr val="8C3F3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1435" name="Freeform 709">
              <a:extLst>
                <a:ext uri="{FF2B5EF4-FFF2-40B4-BE49-F238E27FC236}">
                  <a16:creationId xmlns:a16="http://schemas.microsoft.com/office/drawing/2014/main" id="{728FFA6C-BB92-4E7A-B35C-7C463C3466A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4" y="2759"/>
              <a:ext cx="182" cy="325"/>
            </a:xfrm>
            <a:custGeom>
              <a:avLst/>
              <a:gdLst>
                <a:gd name="T0" fmla="*/ 61 w 172"/>
                <a:gd name="T1" fmla="*/ 38 h 308"/>
                <a:gd name="T2" fmla="*/ 69 w 172"/>
                <a:gd name="T3" fmla="*/ 70 h 308"/>
                <a:gd name="T4" fmla="*/ 117 w 172"/>
                <a:gd name="T5" fmla="*/ 49 h 308"/>
                <a:gd name="T6" fmla="*/ 77 w 172"/>
                <a:gd name="T7" fmla="*/ 83 h 308"/>
                <a:gd name="T8" fmla="*/ 65 w 172"/>
                <a:gd name="T9" fmla="*/ 134 h 308"/>
                <a:gd name="T10" fmla="*/ 78 w 172"/>
                <a:gd name="T11" fmla="*/ 244 h 308"/>
                <a:gd name="T12" fmla="*/ 115 w 172"/>
                <a:gd name="T13" fmla="*/ 338 h 308"/>
                <a:gd name="T14" fmla="*/ 151 w 172"/>
                <a:gd name="T15" fmla="*/ 342 h 308"/>
                <a:gd name="T16" fmla="*/ 204 w 172"/>
                <a:gd name="T17" fmla="*/ 321 h 308"/>
                <a:gd name="T18" fmla="*/ 130 w 172"/>
                <a:gd name="T19" fmla="*/ 355 h 308"/>
                <a:gd name="T20" fmla="*/ 80 w 172"/>
                <a:gd name="T21" fmla="*/ 303 h 308"/>
                <a:gd name="T22" fmla="*/ 50 w 172"/>
                <a:gd name="T23" fmla="*/ 191 h 308"/>
                <a:gd name="T24" fmla="*/ 24 w 172"/>
                <a:gd name="T25" fmla="*/ 90 h 308"/>
                <a:gd name="T26" fmla="*/ 12 w 172"/>
                <a:gd name="T27" fmla="*/ 49 h 308"/>
                <a:gd name="T28" fmla="*/ 0 w 172"/>
                <a:gd name="T29" fmla="*/ 0 h 30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72" h="308">
                  <a:moveTo>
                    <a:pt x="52" y="32"/>
                  </a:moveTo>
                  <a:cubicBezTo>
                    <a:pt x="50" y="39"/>
                    <a:pt x="37" y="59"/>
                    <a:pt x="58" y="60"/>
                  </a:cubicBezTo>
                  <a:cubicBezTo>
                    <a:pt x="72" y="61"/>
                    <a:pt x="88" y="48"/>
                    <a:pt x="99" y="42"/>
                  </a:cubicBezTo>
                  <a:cubicBezTo>
                    <a:pt x="87" y="50"/>
                    <a:pt x="73" y="58"/>
                    <a:pt x="65" y="71"/>
                  </a:cubicBezTo>
                  <a:cubicBezTo>
                    <a:pt x="57" y="83"/>
                    <a:pt x="56" y="99"/>
                    <a:pt x="55" y="114"/>
                  </a:cubicBezTo>
                  <a:cubicBezTo>
                    <a:pt x="54" y="146"/>
                    <a:pt x="57" y="177"/>
                    <a:pt x="66" y="208"/>
                  </a:cubicBezTo>
                  <a:cubicBezTo>
                    <a:pt x="72" y="234"/>
                    <a:pt x="76" y="270"/>
                    <a:pt x="97" y="287"/>
                  </a:cubicBezTo>
                  <a:cubicBezTo>
                    <a:pt x="107" y="294"/>
                    <a:pt x="117" y="295"/>
                    <a:pt x="128" y="291"/>
                  </a:cubicBezTo>
                  <a:cubicBezTo>
                    <a:pt x="142" y="286"/>
                    <a:pt x="160" y="281"/>
                    <a:pt x="172" y="273"/>
                  </a:cubicBezTo>
                  <a:cubicBezTo>
                    <a:pt x="156" y="288"/>
                    <a:pt x="134" y="308"/>
                    <a:pt x="110" y="301"/>
                  </a:cubicBezTo>
                  <a:cubicBezTo>
                    <a:pt x="91" y="295"/>
                    <a:pt x="76" y="276"/>
                    <a:pt x="68" y="258"/>
                  </a:cubicBezTo>
                  <a:cubicBezTo>
                    <a:pt x="55" y="228"/>
                    <a:pt x="51" y="195"/>
                    <a:pt x="42" y="163"/>
                  </a:cubicBezTo>
                  <a:cubicBezTo>
                    <a:pt x="35" y="134"/>
                    <a:pt x="28" y="105"/>
                    <a:pt x="21" y="77"/>
                  </a:cubicBezTo>
                  <a:cubicBezTo>
                    <a:pt x="17" y="65"/>
                    <a:pt x="12" y="53"/>
                    <a:pt x="9" y="42"/>
                  </a:cubicBezTo>
                  <a:cubicBezTo>
                    <a:pt x="5" y="29"/>
                    <a:pt x="5" y="12"/>
                    <a:pt x="0" y="0"/>
                  </a:cubicBezTo>
                </a:path>
              </a:pathLst>
            </a:custGeom>
            <a:solidFill>
              <a:srgbClr val="8C3F3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1436" name="Freeform 710">
              <a:extLst>
                <a:ext uri="{FF2B5EF4-FFF2-40B4-BE49-F238E27FC236}">
                  <a16:creationId xmlns:a16="http://schemas.microsoft.com/office/drawing/2014/main" id="{45F016E0-4969-4FD4-91EE-8AC615169B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4" y="2958"/>
              <a:ext cx="186" cy="135"/>
            </a:xfrm>
            <a:custGeom>
              <a:avLst/>
              <a:gdLst>
                <a:gd name="T0" fmla="*/ 3 w 177"/>
                <a:gd name="T1" fmla="*/ 5 h 128"/>
                <a:gd name="T2" fmla="*/ 44 w 177"/>
                <a:gd name="T3" fmla="*/ 86 h 128"/>
                <a:gd name="T4" fmla="*/ 122 w 177"/>
                <a:gd name="T5" fmla="*/ 83 h 128"/>
                <a:gd name="T6" fmla="*/ 205 w 177"/>
                <a:gd name="T7" fmla="*/ 88 h 128"/>
                <a:gd name="T8" fmla="*/ 136 w 177"/>
                <a:gd name="T9" fmla="*/ 108 h 128"/>
                <a:gd name="T10" fmla="*/ 81 w 177"/>
                <a:gd name="T11" fmla="*/ 136 h 128"/>
                <a:gd name="T12" fmla="*/ 0 w 177"/>
                <a:gd name="T13" fmla="*/ 0 h 1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7" h="128">
                  <a:moveTo>
                    <a:pt x="3" y="5"/>
                  </a:moveTo>
                  <a:cubicBezTo>
                    <a:pt x="11" y="26"/>
                    <a:pt x="20" y="60"/>
                    <a:pt x="38" y="74"/>
                  </a:cubicBezTo>
                  <a:cubicBezTo>
                    <a:pt x="57" y="89"/>
                    <a:pt x="86" y="79"/>
                    <a:pt x="105" y="71"/>
                  </a:cubicBezTo>
                  <a:cubicBezTo>
                    <a:pt x="130" y="61"/>
                    <a:pt x="154" y="60"/>
                    <a:pt x="177" y="75"/>
                  </a:cubicBezTo>
                  <a:cubicBezTo>
                    <a:pt x="158" y="71"/>
                    <a:pt x="133" y="83"/>
                    <a:pt x="117" y="92"/>
                  </a:cubicBezTo>
                  <a:cubicBezTo>
                    <a:pt x="101" y="101"/>
                    <a:pt x="86" y="113"/>
                    <a:pt x="69" y="116"/>
                  </a:cubicBezTo>
                  <a:cubicBezTo>
                    <a:pt x="8" y="128"/>
                    <a:pt x="17" y="32"/>
                    <a:pt x="0" y="0"/>
                  </a:cubicBezTo>
                </a:path>
              </a:pathLst>
            </a:custGeom>
            <a:solidFill>
              <a:srgbClr val="8C3F3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1437" name="Freeform 711">
              <a:extLst>
                <a:ext uri="{FF2B5EF4-FFF2-40B4-BE49-F238E27FC236}">
                  <a16:creationId xmlns:a16="http://schemas.microsoft.com/office/drawing/2014/main" id="{8F41AADF-99CB-4310-AFB3-23202C7E0E9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1" y="3090"/>
              <a:ext cx="89" cy="42"/>
            </a:xfrm>
            <a:custGeom>
              <a:avLst/>
              <a:gdLst>
                <a:gd name="T0" fmla="*/ 46 w 85"/>
                <a:gd name="T1" fmla="*/ 0 h 40"/>
                <a:gd name="T2" fmla="*/ 18 w 85"/>
                <a:gd name="T3" fmla="*/ 41 h 40"/>
                <a:gd name="T4" fmla="*/ 57 w 85"/>
                <a:gd name="T5" fmla="*/ 43 h 40"/>
                <a:gd name="T6" fmla="*/ 80 w 85"/>
                <a:gd name="T7" fmla="*/ 41 h 40"/>
                <a:gd name="T8" fmla="*/ 97 w 85"/>
                <a:gd name="T9" fmla="*/ 41 h 40"/>
                <a:gd name="T10" fmla="*/ 73 w 85"/>
                <a:gd name="T11" fmla="*/ 37 h 40"/>
                <a:gd name="T12" fmla="*/ 48 w 85"/>
                <a:gd name="T13" fmla="*/ 32 h 40"/>
                <a:gd name="T14" fmla="*/ 46 w 85"/>
                <a:gd name="T15" fmla="*/ 2 h 4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5" h="40">
                  <a:moveTo>
                    <a:pt x="40" y="0"/>
                  </a:moveTo>
                  <a:cubicBezTo>
                    <a:pt x="36" y="7"/>
                    <a:pt x="0" y="23"/>
                    <a:pt x="15" y="35"/>
                  </a:cubicBezTo>
                  <a:cubicBezTo>
                    <a:pt x="22" y="40"/>
                    <a:pt x="42" y="38"/>
                    <a:pt x="50" y="37"/>
                  </a:cubicBezTo>
                  <a:cubicBezTo>
                    <a:pt x="57" y="37"/>
                    <a:pt x="63" y="35"/>
                    <a:pt x="70" y="35"/>
                  </a:cubicBezTo>
                  <a:cubicBezTo>
                    <a:pt x="74" y="36"/>
                    <a:pt x="81" y="38"/>
                    <a:pt x="85" y="35"/>
                  </a:cubicBezTo>
                  <a:cubicBezTo>
                    <a:pt x="78" y="35"/>
                    <a:pt x="71" y="32"/>
                    <a:pt x="64" y="31"/>
                  </a:cubicBezTo>
                  <a:cubicBezTo>
                    <a:pt x="57" y="29"/>
                    <a:pt x="49" y="30"/>
                    <a:pt x="42" y="28"/>
                  </a:cubicBezTo>
                  <a:cubicBezTo>
                    <a:pt x="26" y="22"/>
                    <a:pt x="32" y="12"/>
                    <a:pt x="40" y="2"/>
                  </a:cubicBezTo>
                </a:path>
              </a:pathLst>
            </a:custGeom>
            <a:solidFill>
              <a:srgbClr val="8C3F3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1438" name="Freeform 712">
              <a:extLst>
                <a:ext uri="{FF2B5EF4-FFF2-40B4-BE49-F238E27FC236}">
                  <a16:creationId xmlns:a16="http://schemas.microsoft.com/office/drawing/2014/main" id="{5377D25A-A164-40FC-A084-D8A5C3C6026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7" y="3144"/>
              <a:ext cx="179" cy="225"/>
            </a:xfrm>
            <a:custGeom>
              <a:avLst/>
              <a:gdLst>
                <a:gd name="T0" fmla="*/ 198 w 170"/>
                <a:gd name="T1" fmla="*/ 13 h 213"/>
                <a:gd name="T2" fmla="*/ 172 w 170"/>
                <a:gd name="T3" fmla="*/ 5 h 213"/>
                <a:gd name="T4" fmla="*/ 144 w 170"/>
                <a:gd name="T5" fmla="*/ 1 h 213"/>
                <a:gd name="T6" fmla="*/ 87 w 170"/>
                <a:gd name="T7" fmla="*/ 5 h 213"/>
                <a:gd name="T8" fmla="*/ 20 w 170"/>
                <a:gd name="T9" fmla="*/ 22 h 213"/>
                <a:gd name="T10" fmla="*/ 5 w 170"/>
                <a:gd name="T11" fmla="*/ 142 h 213"/>
                <a:gd name="T12" fmla="*/ 9 w 170"/>
                <a:gd name="T13" fmla="*/ 251 h 213"/>
                <a:gd name="T14" fmla="*/ 17 w 170"/>
                <a:gd name="T15" fmla="*/ 192 h 213"/>
                <a:gd name="T16" fmla="*/ 23 w 170"/>
                <a:gd name="T17" fmla="*/ 111 h 213"/>
                <a:gd name="T18" fmla="*/ 26 w 170"/>
                <a:gd name="T19" fmla="*/ 63 h 213"/>
                <a:gd name="T20" fmla="*/ 49 w 170"/>
                <a:gd name="T21" fmla="*/ 44 h 213"/>
                <a:gd name="T22" fmla="*/ 131 w 170"/>
                <a:gd name="T23" fmla="*/ 26 h 213"/>
                <a:gd name="T24" fmla="*/ 188 w 170"/>
                <a:gd name="T25" fmla="*/ 18 h 21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70" h="213">
                  <a:moveTo>
                    <a:pt x="170" y="10"/>
                  </a:moveTo>
                  <a:cubicBezTo>
                    <a:pt x="163" y="12"/>
                    <a:pt x="154" y="6"/>
                    <a:pt x="147" y="5"/>
                  </a:cubicBezTo>
                  <a:cubicBezTo>
                    <a:pt x="139" y="4"/>
                    <a:pt x="131" y="1"/>
                    <a:pt x="123" y="1"/>
                  </a:cubicBezTo>
                  <a:cubicBezTo>
                    <a:pt x="107" y="0"/>
                    <a:pt x="90" y="3"/>
                    <a:pt x="75" y="5"/>
                  </a:cubicBezTo>
                  <a:cubicBezTo>
                    <a:pt x="55" y="7"/>
                    <a:pt x="28" y="1"/>
                    <a:pt x="17" y="19"/>
                  </a:cubicBezTo>
                  <a:cubicBezTo>
                    <a:pt x="0" y="47"/>
                    <a:pt x="6" y="89"/>
                    <a:pt x="5" y="120"/>
                  </a:cubicBezTo>
                  <a:cubicBezTo>
                    <a:pt x="3" y="150"/>
                    <a:pt x="2" y="184"/>
                    <a:pt x="9" y="213"/>
                  </a:cubicBezTo>
                  <a:cubicBezTo>
                    <a:pt x="15" y="198"/>
                    <a:pt x="12" y="180"/>
                    <a:pt x="14" y="163"/>
                  </a:cubicBezTo>
                  <a:cubicBezTo>
                    <a:pt x="16" y="141"/>
                    <a:pt x="19" y="117"/>
                    <a:pt x="20" y="94"/>
                  </a:cubicBezTo>
                  <a:cubicBezTo>
                    <a:pt x="20" y="82"/>
                    <a:pt x="19" y="67"/>
                    <a:pt x="23" y="54"/>
                  </a:cubicBezTo>
                  <a:cubicBezTo>
                    <a:pt x="26" y="43"/>
                    <a:pt x="33" y="41"/>
                    <a:pt x="43" y="38"/>
                  </a:cubicBezTo>
                  <a:cubicBezTo>
                    <a:pt x="65" y="29"/>
                    <a:pt x="90" y="25"/>
                    <a:pt x="112" y="23"/>
                  </a:cubicBezTo>
                  <a:cubicBezTo>
                    <a:pt x="123" y="22"/>
                    <a:pt x="155" y="23"/>
                    <a:pt x="161" y="15"/>
                  </a:cubicBezTo>
                </a:path>
              </a:pathLst>
            </a:custGeom>
            <a:solidFill>
              <a:srgbClr val="8C3F3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1439" name="Freeform 713">
              <a:extLst>
                <a:ext uri="{FF2B5EF4-FFF2-40B4-BE49-F238E27FC236}">
                  <a16:creationId xmlns:a16="http://schemas.microsoft.com/office/drawing/2014/main" id="{0086A878-DD5F-45AD-AC32-EA96B89A2D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5" y="3215"/>
              <a:ext cx="214" cy="458"/>
            </a:xfrm>
            <a:custGeom>
              <a:avLst/>
              <a:gdLst>
                <a:gd name="T0" fmla="*/ 13 w 203"/>
                <a:gd name="T1" fmla="*/ 56 h 434"/>
                <a:gd name="T2" fmla="*/ 3 w 203"/>
                <a:gd name="T3" fmla="*/ 148 h 434"/>
                <a:gd name="T4" fmla="*/ 24 w 203"/>
                <a:gd name="T5" fmla="*/ 263 h 434"/>
                <a:gd name="T6" fmla="*/ 44 w 203"/>
                <a:gd name="T7" fmla="*/ 322 h 434"/>
                <a:gd name="T8" fmla="*/ 77 w 203"/>
                <a:gd name="T9" fmla="*/ 368 h 434"/>
                <a:gd name="T10" fmla="*/ 144 w 203"/>
                <a:gd name="T11" fmla="*/ 459 h 434"/>
                <a:gd name="T12" fmla="*/ 170 w 203"/>
                <a:gd name="T13" fmla="*/ 484 h 434"/>
                <a:gd name="T14" fmla="*/ 190 w 203"/>
                <a:gd name="T15" fmla="*/ 502 h 434"/>
                <a:gd name="T16" fmla="*/ 238 w 203"/>
                <a:gd name="T17" fmla="*/ 495 h 434"/>
                <a:gd name="T18" fmla="*/ 194 w 203"/>
                <a:gd name="T19" fmla="*/ 484 h 434"/>
                <a:gd name="T20" fmla="*/ 141 w 203"/>
                <a:gd name="T21" fmla="*/ 418 h 434"/>
                <a:gd name="T22" fmla="*/ 92 w 203"/>
                <a:gd name="T23" fmla="*/ 341 h 434"/>
                <a:gd name="T24" fmla="*/ 50 w 203"/>
                <a:gd name="T25" fmla="*/ 265 h 434"/>
                <a:gd name="T26" fmla="*/ 21 w 203"/>
                <a:gd name="T27" fmla="*/ 134 h 434"/>
                <a:gd name="T28" fmla="*/ 23 w 203"/>
                <a:gd name="T29" fmla="*/ 64 h 434"/>
                <a:gd name="T30" fmla="*/ 22 w 203"/>
                <a:gd name="T31" fmla="*/ 30 h 434"/>
                <a:gd name="T32" fmla="*/ 22 w 203"/>
                <a:gd name="T33" fmla="*/ 2 h 434"/>
                <a:gd name="T34" fmla="*/ 22 w 203"/>
                <a:gd name="T35" fmla="*/ 0 h 434"/>
                <a:gd name="T36" fmla="*/ 18 w 203"/>
                <a:gd name="T37" fmla="*/ 22 h 434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203" h="434">
                  <a:moveTo>
                    <a:pt x="10" y="47"/>
                  </a:moveTo>
                  <a:cubicBezTo>
                    <a:pt x="9" y="73"/>
                    <a:pt x="5" y="100"/>
                    <a:pt x="3" y="126"/>
                  </a:cubicBezTo>
                  <a:cubicBezTo>
                    <a:pt x="0" y="157"/>
                    <a:pt x="11" y="194"/>
                    <a:pt x="21" y="224"/>
                  </a:cubicBezTo>
                  <a:cubicBezTo>
                    <a:pt x="26" y="240"/>
                    <a:pt x="30" y="258"/>
                    <a:pt x="38" y="274"/>
                  </a:cubicBezTo>
                  <a:cubicBezTo>
                    <a:pt x="45" y="288"/>
                    <a:pt x="55" y="301"/>
                    <a:pt x="65" y="314"/>
                  </a:cubicBezTo>
                  <a:cubicBezTo>
                    <a:pt x="83" y="339"/>
                    <a:pt x="102" y="366"/>
                    <a:pt x="123" y="390"/>
                  </a:cubicBezTo>
                  <a:cubicBezTo>
                    <a:pt x="130" y="397"/>
                    <a:pt x="137" y="405"/>
                    <a:pt x="145" y="412"/>
                  </a:cubicBezTo>
                  <a:cubicBezTo>
                    <a:pt x="150" y="416"/>
                    <a:pt x="157" y="423"/>
                    <a:pt x="162" y="427"/>
                  </a:cubicBezTo>
                  <a:cubicBezTo>
                    <a:pt x="174" y="434"/>
                    <a:pt x="191" y="423"/>
                    <a:pt x="203" y="421"/>
                  </a:cubicBezTo>
                  <a:cubicBezTo>
                    <a:pt x="191" y="419"/>
                    <a:pt x="176" y="419"/>
                    <a:pt x="166" y="412"/>
                  </a:cubicBezTo>
                  <a:cubicBezTo>
                    <a:pt x="146" y="400"/>
                    <a:pt x="131" y="375"/>
                    <a:pt x="120" y="355"/>
                  </a:cubicBezTo>
                  <a:cubicBezTo>
                    <a:pt x="107" y="333"/>
                    <a:pt x="91" y="313"/>
                    <a:pt x="79" y="290"/>
                  </a:cubicBezTo>
                  <a:cubicBezTo>
                    <a:pt x="67" y="269"/>
                    <a:pt x="54" y="248"/>
                    <a:pt x="43" y="226"/>
                  </a:cubicBezTo>
                  <a:cubicBezTo>
                    <a:pt x="26" y="193"/>
                    <a:pt x="13" y="151"/>
                    <a:pt x="18" y="114"/>
                  </a:cubicBezTo>
                  <a:cubicBezTo>
                    <a:pt x="20" y="94"/>
                    <a:pt x="21" y="75"/>
                    <a:pt x="20" y="55"/>
                  </a:cubicBezTo>
                  <a:cubicBezTo>
                    <a:pt x="19" y="45"/>
                    <a:pt x="19" y="36"/>
                    <a:pt x="19" y="26"/>
                  </a:cubicBezTo>
                  <a:cubicBezTo>
                    <a:pt x="20" y="22"/>
                    <a:pt x="23" y="5"/>
                    <a:pt x="19" y="2"/>
                  </a:cubicBezTo>
                  <a:cubicBezTo>
                    <a:pt x="19" y="1"/>
                    <a:pt x="19" y="0"/>
                    <a:pt x="19" y="0"/>
                  </a:cubicBezTo>
                  <a:cubicBezTo>
                    <a:pt x="16" y="5"/>
                    <a:pt x="16" y="18"/>
                    <a:pt x="15" y="19"/>
                  </a:cubicBezTo>
                </a:path>
              </a:pathLst>
            </a:custGeom>
            <a:solidFill>
              <a:srgbClr val="8C3F3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1440" name="Freeform 714">
              <a:extLst>
                <a:ext uri="{FF2B5EF4-FFF2-40B4-BE49-F238E27FC236}">
                  <a16:creationId xmlns:a16="http://schemas.microsoft.com/office/drawing/2014/main" id="{BC22C9F0-FC97-4744-BA65-64435C8D29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2" y="3081"/>
              <a:ext cx="179" cy="50"/>
            </a:xfrm>
            <a:custGeom>
              <a:avLst/>
              <a:gdLst>
                <a:gd name="T0" fmla="*/ 198 w 170"/>
                <a:gd name="T1" fmla="*/ 0 h 47"/>
                <a:gd name="T2" fmla="*/ 148 w 170"/>
                <a:gd name="T3" fmla="*/ 21 h 47"/>
                <a:gd name="T4" fmla="*/ 97 w 170"/>
                <a:gd name="T5" fmla="*/ 38 h 47"/>
                <a:gd name="T6" fmla="*/ 0 w 170"/>
                <a:gd name="T7" fmla="*/ 36 h 47"/>
                <a:gd name="T8" fmla="*/ 103 w 170"/>
                <a:gd name="T9" fmla="*/ 47 h 47"/>
                <a:gd name="T10" fmla="*/ 155 w 170"/>
                <a:gd name="T11" fmla="*/ 37 h 47"/>
                <a:gd name="T12" fmla="*/ 196 w 170"/>
                <a:gd name="T13" fmla="*/ 6 h 4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0" h="47">
                  <a:moveTo>
                    <a:pt x="170" y="0"/>
                  </a:moveTo>
                  <a:cubicBezTo>
                    <a:pt x="157" y="6"/>
                    <a:pt x="141" y="10"/>
                    <a:pt x="127" y="18"/>
                  </a:cubicBezTo>
                  <a:cubicBezTo>
                    <a:pt x="114" y="25"/>
                    <a:pt x="98" y="28"/>
                    <a:pt x="83" y="32"/>
                  </a:cubicBezTo>
                  <a:cubicBezTo>
                    <a:pt x="53" y="40"/>
                    <a:pt x="29" y="35"/>
                    <a:pt x="0" y="30"/>
                  </a:cubicBezTo>
                  <a:cubicBezTo>
                    <a:pt x="27" y="47"/>
                    <a:pt x="58" y="39"/>
                    <a:pt x="88" y="39"/>
                  </a:cubicBezTo>
                  <a:cubicBezTo>
                    <a:pt x="103" y="39"/>
                    <a:pt x="120" y="39"/>
                    <a:pt x="133" y="31"/>
                  </a:cubicBezTo>
                  <a:cubicBezTo>
                    <a:pt x="145" y="23"/>
                    <a:pt x="157" y="14"/>
                    <a:pt x="168" y="6"/>
                  </a:cubicBezTo>
                </a:path>
              </a:pathLst>
            </a:custGeom>
            <a:solidFill>
              <a:srgbClr val="6C2D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1441" name="Freeform 715">
              <a:extLst>
                <a:ext uri="{FF2B5EF4-FFF2-40B4-BE49-F238E27FC236}">
                  <a16:creationId xmlns:a16="http://schemas.microsoft.com/office/drawing/2014/main" id="{D9DF37D6-FC05-4F65-A7D5-FA8818EC1D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9" y="3781"/>
              <a:ext cx="106" cy="20"/>
            </a:xfrm>
            <a:custGeom>
              <a:avLst/>
              <a:gdLst>
                <a:gd name="T0" fmla="*/ 119 w 100"/>
                <a:gd name="T1" fmla="*/ 8 h 19"/>
                <a:gd name="T2" fmla="*/ 57 w 100"/>
                <a:gd name="T3" fmla="*/ 3 h 19"/>
                <a:gd name="T4" fmla="*/ 32 w 100"/>
                <a:gd name="T5" fmla="*/ 13 h 19"/>
                <a:gd name="T6" fmla="*/ 0 w 100"/>
                <a:gd name="T7" fmla="*/ 22 h 19"/>
                <a:gd name="T8" fmla="*/ 25 w 100"/>
                <a:gd name="T9" fmla="*/ 16 h 19"/>
                <a:gd name="T10" fmla="*/ 55 w 100"/>
                <a:gd name="T11" fmla="*/ 18 h 19"/>
                <a:gd name="T12" fmla="*/ 82 w 100"/>
                <a:gd name="T13" fmla="*/ 15 h 19"/>
                <a:gd name="T14" fmla="*/ 117 w 100"/>
                <a:gd name="T15" fmla="*/ 8 h 1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0" h="19">
                  <a:moveTo>
                    <a:pt x="100" y="8"/>
                  </a:moveTo>
                  <a:cubicBezTo>
                    <a:pt x="82" y="8"/>
                    <a:pt x="65" y="0"/>
                    <a:pt x="48" y="3"/>
                  </a:cubicBezTo>
                  <a:cubicBezTo>
                    <a:pt x="41" y="5"/>
                    <a:pt x="34" y="10"/>
                    <a:pt x="26" y="10"/>
                  </a:cubicBezTo>
                  <a:cubicBezTo>
                    <a:pt x="14" y="11"/>
                    <a:pt x="9" y="10"/>
                    <a:pt x="0" y="19"/>
                  </a:cubicBezTo>
                  <a:cubicBezTo>
                    <a:pt x="6" y="16"/>
                    <a:pt x="15" y="12"/>
                    <a:pt x="22" y="13"/>
                  </a:cubicBezTo>
                  <a:cubicBezTo>
                    <a:pt x="31" y="13"/>
                    <a:pt x="37" y="17"/>
                    <a:pt x="46" y="15"/>
                  </a:cubicBezTo>
                  <a:cubicBezTo>
                    <a:pt x="54" y="13"/>
                    <a:pt x="61" y="11"/>
                    <a:pt x="69" y="12"/>
                  </a:cubicBezTo>
                  <a:cubicBezTo>
                    <a:pt x="79" y="12"/>
                    <a:pt x="90" y="17"/>
                    <a:pt x="98" y="8"/>
                  </a:cubicBezTo>
                </a:path>
              </a:pathLst>
            </a:custGeom>
            <a:solidFill>
              <a:srgbClr val="6C2D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1442" name="Freeform 716">
              <a:extLst>
                <a:ext uri="{FF2B5EF4-FFF2-40B4-BE49-F238E27FC236}">
                  <a16:creationId xmlns:a16="http://schemas.microsoft.com/office/drawing/2014/main" id="{E7F08604-9ED3-45AE-8C6D-56B7FB7E8C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3" y="2965"/>
              <a:ext cx="176" cy="44"/>
            </a:xfrm>
            <a:custGeom>
              <a:avLst/>
              <a:gdLst>
                <a:gd name="T0" fmla="*/ 0 w 167"/>
                <a:gd name="T1" fmla="*/ 46 h 42"/>
                <a:gd name="T2" fmla="*/ 116 w 167"/>
                <a:gd name="T3" fmla="*/ 21 h 42"/>
                <a:gd name="T4" fmla="*/ 195 w 167"/>
                <a:gd name="T5" fmla="*/ 45 h 42"/>
                <a:gd name="T6" fmla="*/ 99 w 167"/>
                <a:gd name="T7" fmla="*/ 8 h 42"/>
                <a:gd name="T8" fmla="*/ 4 w 167"/>
                <a:gd name="T9" fmla="*/ 48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7" h="42">
                  <a:moveTo>
                    <a:pt x="0" y="40"/>
                  </a:moveTo>
                  <a:cubicBezTo>
                    <a:pt x="32" y="38"/>
                    <a:pt x="65" y="18"/>
                    <a:pt x="99" y="18"/>
                  </a:cubicBezTo>
                  <a:cubicBezTo>
                    <a:pt x="125" y="17"/>
                    <a:pt x="144" y="29"/>
                    <a:pt x="167" y="39"/>
                  </a:cubicBezTo>
                  <a:cubicBezTo>
                    <a:pt x="147" y="12"/>
                    <a:pt x="114" y="0"/>
                    <a:pt x="84" y="8"/>
                  </a:cubicBezTo>
                  <a:cubicBezTo>
                    <a:pt x="57" y="15"/>
                    <a:pt x="24" y="22"/>
                    <a:pt x="4" y="42"/>
                  </a:cubicBezTo>
                </a:path>
              </a:pathLst>
            </a:custGeom>
            <a:solidFill>
              <a:srgbClr val="6C2D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1443" name="Freeform 717">
              <a:extLst>
                <a:ext uri="{FF2B5EF4-FFF2-40B4-BE49-F238E27FC236}">
                  <a16:creationId xmlns:a16="http://schemas.microsoft.com/office/drawing/2014/main" id="{8F871C9E-05F9-4356-86C5-AC4D393E88F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6" y="1647"/>
              <a:ext cx="33" cy="95"/>
            </a:xfrm>
            <a:custGeom>
              <a:avLst/>
              <a:gdLst>
                <a:gd name="T0" fmla="*/ 8 w 32"/>
                <a:gd name="T1" fmla="*/ 0 h 90"/>
                <a:gd name="T2" fmla="*/ 2 w 32"/>
                <a:gd name="T3" fmla="*/ 54 h 90"/>
                <a:gd name="T4" fmla="*/ 12 w 32"/>
                <a:gd name="T5" fmla="*/ 106 h 90"/>
                <a:gd name="T6" fmla="*/ 34 w 32"/>
                <a:gd name="T7" fmla="*/ 54 h 90"/>
                <a:gd name="T8" fmla="*/ 34 w 32"/>
                <a:gd name="T9" fmla="*/ 54 h 90"/>
                <a:gd name="T10" fmla="*/ 8 w 32"/>
                <a:gd name="T11" fmla="*/ 2 h 9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2" h="90">
                  <a:moveTo>
                    <a:pt x="8" y="0"/>
                  </a:moveTo>
                  <a:cubicBezTo>
                    <a:pt x="2" y="13"/>
                    <a:pt x="0" y="30"/>
                    <a:pt x="2" y="45"/>
                  </a:cubicBezTo>
                  <a:cubicBezTo>
                    <a:pt x="3" y="55"/>
                    <a:pt x="6" y="82"/>
                    <a:pt x="12" y="90"/>
                  </a:cubicBezTo>
                  <a:cubicBezTo>
                    <a:pt x="16" y="80"/>
                    <a:pt x="8" y="35"/>
                    <a:pt x="31" y="45"/>
                  </a:cubicBezTo>
                  <a:cubicBezTo>
                    <a:pt x="32" y="45"/>
                    <a:pt x="32" y="45"/>
                    <a:pt x="31" y="45"/>
                  </a:cubicBezTo>
                  <a:cubicBezTo>
                    <a:pt x="29" y="33"/>
                    <a:pt x="18" y="10"/>
                    <a:pt x="8" y="2"/>
                  </a:cubicBezTo>
                </a:path>
              </a:pathLst>
            </a:custGeom>
            <a:solidFill>
              <a:srgbClr val="6C2D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1444" name="Freeform 718">
              <a:extLst>
                <a:ext uri="{FF2B5EF4-FFF2-40B4-BE49-F238E27FC236}">
                  <a16:creationId xmlns:a16="http://schemas.microsoft.com/office/drawing/2014/main" id="{5FED4D64-F812-4B2D-9EAA-0B0EA440979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3" y="1560"/>
              <a:ext cx="107" cy="153"/>
            </a:xfrm>
            <a:custGeom>
              <a:avLst/>
              <a:gdLst>
                <a:gd name="T0" fmla="*/ 117 w 102"/>
                <a:gd name="T1" fmla="*/ 0 h 145"/>
                <a:gd name="T2" fmla="*/ 62 w 102"/>
                <a:gd name="T3" fmla="*/ 17 h 145"/>
                <a:gd name="T4" fmla="*/ 33 w 102"/>
                <a:gd name="T5" fmla="*/ 17 h 145"/>
                <a:gd name="T6" fmla="*/ 18 w 102"/>
                <a:gd name="T7" fmla="*/ 40 h 145"/>
                <a:gd name="T8" fmla="*/ 3 w 102"/>
                <a:gd name="T9" fmla="*/ 68 h 145"/>
                <a:gd name="T10" fmla="*/ 9 w 102"/>
                <a:gd name="T11" fmla="*/ 100 h 145"/>
                <a:gd name="T12" fmla="*/ 45 w 102"/>
                <a:gd name="T13" fmla="*/ 165 h 145"/>
                <a:gd name="T14" fmla="*/ 47 w 102"/>
                <a:gd name="T15" fmla="*/ 170 h 145"/>
                <a:gd name="T16" fmla="*/ 28 w 102"/>
                <a:gd name="T17" fmla="*/ 104 h 145"/>
                <a:gd name="T18" fmla="*/ 23 w 102"/>
                <a:gd name="T19" fmla="*/ 66 h 145"/>
                <a:gd name="T20" fmla="*/ 87 w 102"/>
                <a:gd name="T21" fmla="*/ 76 h 145"/>
                <a:gd name="T22" fmla="*/ 54 w 102"/>
                <a:gd name="T23" fmla="*/ 40 h 145"/>
                <a:gd name="T24" fmla="*/ 88 w 102"/>
                <a:gd name="T25" fmla="*/ 26 h 145"/>
                <a:gd name="T26" fmla="*/ 114 w 102"/>
                <a:gd name="T27" fmla="*/ 4 h 145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02" h="145">
                  <a:moveTo>
                    <a:pt x="102" y="0"/>
                  </a:moveTo>
                  <a:cubicBezTo>
                    <a:pt x="87" y="10"/>
                    <a:pt x="70" y="13"/>
                    <a:pt x="53" y="14"/>
                  </a:cubicBezTo>
                  <a:cubicBezTo>
                    <a:pt x="47" y="15"/>
                    <a:pt x="35" y="13"/>
                    <a:pt x="29" y="14"/>
                  </a:cubicBezTo>
                  <a:cubicBezTo>
                    <a:pt x="19" y="17"/>
                    <a:pt x="18" y="25"/>
                    <a:pt x="15" y="34"/>
                  </a:cubicBezTo>
                  <a:cubicBezTo>
                    <a:pt x="11" y="42"/>
                    <a:pt x="6" y="49"/>
                    <a:pt x="3" y="58"/>
                  </a:cubicBezTo>
                  <a:cubicBezTo>
                    <a:pt x="0" y="67"/>
                    <a:pt x="4" y="76"/>
                    <a:pt x="9" y="85"/>
                  </a:cubicBezTo>
                  <a:cubicBezTo>
                    <a:pt x="18" y="103"/>
                    <a:pt x="28" y="123"/>
                    <a:pt x="39" y="140"/>
                  </a:cubicBezTo>
                  <a:cubicBezTo>
                    <a:pt x="40" y="141"/>
                    <a:pt x="41" y="143"/>
                    <a:pt x="41" y="145"/>
                  </a:cubicBezTo>
                  <a:cubicBezTo>
                    <a:pt x="37" y="126"/>
                    <a:pt x="31" y="108"/>
                    <a:pt x="25" y="89"/>
                  </a:cubicBezTo>
                  <a:cubicBezTo>
                    <a:pt x="23" y="81"/>
                    <a:pt x="18" y="65"/>
                    <a:pt x="20" y="57"/>
                  </a:cubicBezTo>
                  <a:cubicBezTo>
                    <a:pt x="27" y="36"/>
                    <a:pt x="64" y="56"/>
                    <a:pt x="75" y="64"/>
                  </a:cubicBezTo>
                  <a:cubicBezTo>
                    <a:pt x="67" y="58"/>
                    <a:pt x="37" y="47"/>
                    <a:pt x="47" y="34"/>
                  </a:cubicBezTo>
                  <a:cubicBezTo>
                    <a:pt x="52" y="26"/>
                    <a:pt x="68" y="27"/>
                    <a:pt x="76" y="23"/>
                  </a:cubicBezTo>
                  <a:cubicBezTo>
                    <a:pt x="85" y="19"/>
                    <a:pt x="91" y="11"/>
                    <a:pt x="99" y="4"/>
                  </a:cubicBezTo>
                </a:path>
              </a:pathLst>
            </a:custGeom>
            <a:solidFill>
              <a:srgbClr val="6C2D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1445" name="Freeform 719">
              <a:extLst>
                <a:ext uri="{FF2B5EF4-FFF2-40B4-BE49-F238E27FC236}">
                  <a16:creationId xmlns:a16="http://schemas.microsoft.com/office/drawing/2014/main" id="{EF1C2315-595D-44D8-B380-CA60834448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5" y="1487"/>
              <a:ext cx="70" cy="77"/>
            </a:xfrm>
            <a:custGeom>
              <a:avLst/>
              <a:gdLst>
                <a:gd name="T0" fmla="*/ 0 w 66"/>
                <a:gd name="T1" fmla="*/ 0 h 73"/>
                <a:gd name="T2" fmla="*/ 12 w 66"/>
                <a:gd name="T3" fmla="*/ 42 h 73"/>
                <a:gd name="T4" fmla="*/ 7 w 66"/>
                <a:gd name="T5" fmla="*/ 85 h 73"/>
                <a:gd name="T6" fmla="*/ 42 w 66"/>
                <a:gd name="T7" fmla="*/ 76 h 73"/>
                <a:gd name="T8" fmla="*/ 78 w 66"/>
                <a:gd name="T9" fmla="*/ 64 h 73"/>
                <a:gd name="T10" fmla="*/ 27 w 66"/>
                <a:gd name="T11" fmla="*/ 61 h 73"/>
                <a:gd name="T12" fmla="*/ 4 w 66"/>
                <a:gd name="T13" fmla="*/ 6 h 7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6" h="73">
                  <a:moveTo>
                    <a:pt x="0" y="0"/>
                  </a:moveTo>
                  <a:cubicBezTo>
                    <a:pt x="4" y="12"/>
                    <a:pt x="9" y="24"/>
                    <a:pt x="9" y="36"/>
                  </a:cubicBezTo>
                  <a:cubicBezTo>
                    <a:pt x="10" y="48"/>
                    <a:pt x="4" y="62"/>
                    <a:pt x="7" y="73"/>
                  </a:cubicBezTo>
                  <a:cubicBezTo>
                    <a:pt x="18" y="70"/>
                    <a:pt x="23" y="63"/>
                    <a:pt x="36" y="64"/>
                  </a:cubicBezTo>
                  <a:cubicBezTo>
                    <a:pt x="48" y="64"/>
                    <a:pt x="57" y="65"/>
                    <a:pt x="66" y="55"/>
                  </a:cubicBezTo>
                  <a:cubicBezTo>
                    <a:pt x="55" y="58"/>
                    <a:pt x="33" y="60"/>
                    <a:pt x="23" y="52"/>
                  </a:cubicBezTo>
                  <a:cubicBezTo>
                    <a:pt x="13" y="43"/>
                    <a:pt x="11" y="19"/>
                    <a:pt x="4" y="6"/>
                  </a:cubicBezTo>
                </a:path>
              </a:pathLst>
            </a:custGeom>
            <a:solidFill>
              <a:srgbClr val="6C2D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1446" name="Freeform 720">
              <a:extLst>
                <a:ext uri="{FF2B5EF4-FFF2-40B4-BE49-F238E27FC236}">
                  <a16:creationId xmlns:a16="http://schemas.microsoft.com/office/drawing/2014/main" id="{771FEC80-2075-4DCF-8394-4C07F45FDB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4" y="1878"/>
              <a:ext cx="78" cy="163"/>
            </a:xfrm>
            <a:custGeom>
              <a:avLst/>
              <a:gdLst>
                <a:gd name="T0" fmla="*/ 86 w 74"/>
                <a:gd name="T1" fmla="*/ 0 h 155"/>
                <a:gd name="T2" fmla="*/ 0 w 74"/>
                <a:gd name="T3" fmla="*/ 6 h 155"/>
                <a:gd name="T4" fmla="*/ 34 w 74"/>
                <a:gd name="T5" fmla="*/ 68 h 155"/>
                <a:gd name="T6" fmla="*/ 36 w 74"/>
                <a:gd name="T7" fmla="*/ 120 h 155"/>
                <a:gd name="T8" fmla="*/ 41 w 74"/>
                <a:gd name="T9" fmla="*/ 180 h 155"/>
                <a:gd name="T10" fmla="*/ 43 w 74"/>
                <a:gd name="T11" fmla="*/ 56 h 155"/>
                <a:gd name="T12" fmla="*/ 50 w 74"/>
                <a:gd name="T13" fmla="*/ 26 h 155"/>
                <a:gd name="T14" fmla="*/ 77 w 74"/>
                <a:gd name="T15" fmla="*/ 9 h 15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4" h="155">
                  <a:moveTo>
                    <a:pt x="74" y="0"/>
                  </a:moveTo>
                  <a:cubicBezTo>
                    <a:pt x="61" y="12"/>
                    <a:pt x="16" y="15"/>
                    <a:pt x="0" y="6"/>
                  </a:cubicBezTo>
                  <a:cubicBezTo>
                    <a:pt x="16" y="20"/>
                    <a:pt x="26" y="38"/>
                    <a:pt x="28" y="59"/>
                  </a:cubicBezTo>
                  <a:cubicBezTo>
                    <a:pt x="29" y="74"/>
                    <a:pt x="29" y="89"/>
                    <a:pt x="30" y="103"/>
                  </a:cubicBezTo>
                  <a:cubicBezTo>
                    <a:pt x="31" y="121"/>
                    <a:pt x="35" y="138"/>
                    <a:pt x="35" y="155"/>
                  </a:cubicBezTo>
                  <a:cubicBezTo>
                    <a:pt x="42" y="120"/>
                    <a:pt x="40" y="83"/>
                    <a:pt x="37" y="48"/>
                  </a:cubicBezTo>
                  <a:cubicBezTo>
                    <a:pt x="36" y="38"/>
                    <a:pt x="36" y="30"/>
                    <a:pt x="43" y="23"/>
                  </a:cubicBezTo>
                  <a:cubicBezTo>
                    <a:pt x="48" y="18"/>
                    <a:pt x="63" y="17"/>
                    <a:pt x="65" y="9"/>
                  </a:cubicBezTo>
                </a:path>
              </a:pathLst>
            </a:custGeom>
            <a:solidFill>
              <a:srgbClr val="8C3F3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1447" name="Freeform 721">
              <a:extLst>
                <a:ext uri="{FF2B5EF4-FFF2-40B4-BE49-F238E27FC236}">
                  <a16:creationId xmlns:a16="http://schemas.microsoft.com/office/drawing/2014/main" id="{5278671D-91BE-40BB-B0F6-DF78BB4CA07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6" y="2110"/>
              <a:ext cx="137" cy="149"/>
            </a:xfrm>
            <a:custGeom>
              <a:avLst/>
              <a:gdLst>
                <a:gd name="T0" fmla="*/ 0 w 130"/>
                <a:gd name="T1" fmla="*/ 1 h 141"/>
                <a:gd name="T2" fmla="*/ 6 w 130"/>
                <a:gd name="T3" fmla="*/ 33 h 141"/>
                <a:gd name="T4" fmla="*/ 25 w 130"/>
                <a:gd name="T5" fmla="*/ 55 h 141"/>
                <a:gd name="T6" fmla="*/ 62 w 130"/>
                <a:gd name="T7" fmla="*/ 96 h 141"/>
                <a:gd name="T8" fmla="*/ 75 w 130"/>
                <a:gd name="T9" fmla="*/ 132 h 141"/>
                <a:gd name="T10" fmla="*/ 91 w 130"/>
                <a:gd name="T11" fmla="*/ 166 h 141"/>
                <a:gd name="T12" fmla="*/ 152 w 130"/>
                <a:gd name="T13" fmla="*/ 109 h 141"/>
                <a:gd name="T14" fmla="*/ 77 w 130"/>
                <a:gd name="T15" fmla="*/ 119 h 141"/>
                <a:gd name="T16" fmla="*/ 87 w 130"/>
                <a:gd name="T17" fmla="*/ 76 h 141"/>
                <a:gd name="T18" fmla="*/ 119 w 130"/>
                <a:gd name="T19" fmla="*/ 52 h 141"/>
                <a:gd name="T20" fmla="*/ 41 w 130"/>
                <a:gd name="T21" fmla="*/ 64 h 141"/>
                <a:gd name="T22" fmla="*/ 19 w 130"/>
                <a:gd name="T23" fmla="*/ 29 h 141"/>
                <a:gd name="T24" fmla="*/ 2 w 130"/>
                <a:gd name="T25" fmla="*/ 0 h 14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30" h="141">
                  <a:moveTo>
                    <a:pt x="0" y="1"/>
                  </a:moveTo>
                  <a:cubicBezTo>
                    <a:pt x="2" y="10"/>
                    <a:pt x="2" y="19"/>
                    <a:pt x="6" y="27"/>
                  </a:cubicBezTo>
                  <a:cubicBezTo>
                    <a:pt x="10" y="35"/>
                    <a:pt x="16" y="40"/>
                    <a:pt x="22" y="46"/>
                  </a:cubicBezTo>
                  <a:cubicBezTo>
                    <a:pt x="31" y="56"/>
                    <a:pt x="48" y="68"/>
                    <a:pt x="53" y="81"/>
                  </a:cubicBezTo>
                  <a:cubicBezTo>
                    <a:pt x="58" y="92"/>
                    <a:pt x="56" y="101"/>
                    <a:pt x="64" y="112"/>
                  </a:cubicBezTo>
                  <a:cubicBezTo>
                    <a:pt x="72" y="122"/>
                    <a:pt x="78" y="127"/>
                    <a:pt x="78" y="141"/>
                  </a:cubicBezTo>
                  <a:cubicBezTo>
                    <a:pt x="81" y="113"/>
                    <a:pt x="111" y="108"/>
                    <a:pt x="130" y="92"/>
                  </a:cubicBezTo>
                  <a:cubicBezTo>
                    <a:pt x="115" y="96"/>
                    <a:pt x="79" y="122"/>
                    <a:pt x="65" y="101"/>
                  </a:cubicBezTo>
                  <a:cubicBezTo>
                    <a:pt x="59" y="92"/>
                    <a:pt x="68" y="72"/>
                    <a:pt x="75" y="64"/>
                  </a:cubicBezTo>
                  <a:cubicBezTo>
                    <a:pt x="82" y="56"/>
                    <a:pt x="96" y="52"/>
                    <a:pt x="102" y="44"/>
                  </a:cubicBezTo>
                  <a:cubicBezTo>
                    <a:pt x="80" y="55"/>
                    <a:pt x="57" y="84"/>
                    <a:pt x="35" y="55"/>
                  </a:cubicBezTo>
                  <a:cubicBezTo>
                    <a:pt x="28" y="46"/>
                    <a:pt x="22" y="34"/>
                    <a:pt x="16" y="25"/>
                  </a:cubicBezTo>
                  <a:cubicBezTo>
                    <a:pt x="11" y="17"/>
                    <a:pt x="2" y="7"/>
                    <a:pt x="2" y="0"/>
                  </a:cubicBezTo>
                </a:path>
              </a:pathLst>
            </a:custGeom>
            <a:solidFill>
              <a:srgbClr val="8C3F3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1448" name="Freeform 722">
              <a:extLst>
                <a:ext uri="{FF2B5EF4-FFF2-40B4-BE49-F238E27FC236}">
                  <a16:creationId xmlns:a16="http://schemas.microsoft.com/office/drawing/2014/main" id="{7D941E3C-ED30-4A4E-A796-F8261C21F6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6" y="1917"/>
              <a:ext cx="36" cy="235"/>
            </a:xfrm>
            <a:custGeom>
              <a:avLst/>
              <a:gdLst>
                <a:gd name="T0" fmla="*/ 5 w 34"/>
                <a:gd name="T1" fmla="*/ 102 h 223"/>
                <a:gd name="T2" fmla="*/ 6 w 34"/>
                <a:gd name="T3" fmla="*/ 201 h 223"/>
                <a:gd name="T4" fmla="*/ 14 w 34"/>
                <a:gd name="T5" fmla="*/ 233 h 223"/>
                <a:gd name="T6" fmla="*/ 40 w 34"/>
                <a:gd name="T7" fmla="*/ 261 h 223"/>
                <a:gd name="T8" fmla="*/ 21 w 34"/>
                <a:gd name="T9" fmla="*/ 202 h 223"/>
                <a:gd name="T10" fmla="*/ 18 w 34"/>
                <a:gd name="T11" fmla="*/ 123 h 223"/>
                <a:gd name="T12" fmla="*/ 0 w 34"/>
                <a:gd name="T13" fmla="*/ 0 h 2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4" h="223">
                  <a:moveTo>
                    <a:pt x="5" y="87"/>
                  </a:moveTo>
                  <a:cubicBezTo>
                    <a:pt x="8" y="116"/>
                    <a:pt x="6" y="143"/>
                    <a:pt x="6" y="172"/>
                  </a:cubicBezTo>
                  <a:cubicBezTo>
                    <a:pt x="7" y="181"/>
                    <a:pt x="7" y="191"/>
                    <a:pt x="11" y="199"/>
                  </a:cubicBezTo>
                  <a:cubicBezTo>
                    <a:pt x="15" y="210"/>
                    <a:pt x="25" y="215"/>
                    <a:pt x="34" y="223"/>
                  </a:cubicBezTo>
                  <a:cubicBezTo>
                    <a:pt x="23" y="211"/>
                    <a:pt x="20" y="189"/>
                    <a:pt x="18" y="173"/>
                  </a:cubicBezTo>
                  <a:cubicBezTo>
                    <a:pt x="16" y="150"/>
                    <a:pt x="17" y="128"/>
                    <a:pt x="15" y="105"/>
                  </a:cubicBezTo>
                  <a:cubicBezTo>
                    <a:pt x="13" y="70"/>
                    <a:pt x="14" y="34"/>
                    <a:pt x="0" y="0"/>
                  </a:cubicBezTo>
                </a:path>
              </a:pathLst>
            </a:custGeom>
            <a:solidFill>
              <a:srgbClr val="8C3F3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1449" name="Freeform 723">
              <a:extLst>
                <a:ext uri="{FF2B5EF4-FFF2-40B4-BE49-F238E27FC236}">
                  <a16:creationId xmlns:a16="http://schemas.microsoft.com/office/drawing/2014/main" id="{B759075D-A458-43E2-8F51-A8058E2350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5" y="2279"/>
              <a:ext cx="49" cy="158"/>
            </a:xfrm>
            <a:custGeom>
              <a:avLst/>
              <a:gdLst>
                <a:gd name="T0" fmla="*/ 23 w 47"/>
                <a:gd name="T1" fmla="*/ 0 h 150"/>
                <a:gd name="T2" fmla="*/ 23 w 47"/>
                <a:gd name="T3" fmla="*/ 84 h 150"/>
                <a:gd name="T4" fmla="*/ 32 w 47"/>
                <a:gd name="T5" fmla="*/ 173 h 150"/>
                <a:gd name="T6" fmla="*/ 53 w 47"/>
                <a:gd name="T7" fmla="*/ 175 h 150"/>
                <a:gd name="T8" fmla="*/ 38 w 47"/>
                <a:gd name="T9" fmla="*/ 131 h 150"/>
                <a:gd name="T10" fmla="*/ 32 w 47"/>
                <a:gd name="T11" fmla="*/ 81 h 150"/>
                <a:gd name="T12" fmla="*/ 22 w 47"/>
                <a:gd name="T13" fmla="*/ 36 h 150"/>
                <a:gd name="T14" fmla="*/ 21 w 47"/>
                <a:gd name="T15" fmla="*/ 0 h 15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7" h="150">
                  <a:moveTo>
                    <a:pt x="20" y="0"/>
                  </a:moveTo>
                  <a:cubicBezTo>
                    <a:pt x="0" y="16"/>
                    <a:pt x="16" y="53"/>
                    <a:pt x="20" y="72"/>
                  </a:cubicBezTo>
                  <a:cubicBezTo>
                    <a:pt x="25" y="97"/>
                    <a:pt x="28" y="122"/>
                    <a:pt x="29" y="148"/>
                  </a:cubicBezTo>
                  <a:cubicBezTo>
                    <a:pt x="35" y="144"/>
                    <a:pt x="41" y="149"/>
                    <a:pt x="47" y="150"/>
                  </a:cubicBezTo>
                  <a:cubicBezTo>
                    <a:pt x="39" y="144"/>
                    <a:pt x="35" y="123"/>
                    <a:pt x="34" y="112"/>
                  </a:cubicBezTo>
                  <a:cubicBezTo>
                    <a:pt x="31" y="98"/>
                    <a:pt x="32" y="83"/>
                    <a:pt x="29" y="69"/>
                  </a:cubicBezTo>
                  <a:cubicBezTo>
                    <a:pt x="27" y="56"/>
                    <a:pt x="22" y="43"/>
                    <a:pt x="19" y="30"/>
                  </a:cubicBezTo>
                  <a:cubicBezTo>
                    <a:pt x="17" y="21"/>
                    <a:pt x="18" y="10"/>
                    <a:pt x="18" y="0"/>
                  </a:cubicBezTo>
                </a:path>
              </a:pathLst>
            </a:custGeom>
            <a:solidFill>
              <a:srgbClr val="8C3F3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1450" name="Freeform 724">
              <a:extLst>
                <a:ext uri="{FF2B5EF4-FFF2-40B4-BE49-F238E27FC236}">
                  <a16:creationId xmlns:a16="http://schemas.microsoft.com/office/drawing/2014/main" id="{260B562A-FEB6-4C94-AA98-BF8CA1C2E6B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5" y="2377"/>
              <a:ext cx="49" cy="137"/>
            </a:xfrm>
            <a:custGeom>
              <a:avLst/>
              <a:gdLst>
                <a:gd name="T0" fmla="*/ 20 w 46"/>
                <a:gd name="T1" fmla="*/ 0 h 130"/>
                <a:gd name="T2" fmla="*/ 23 w 46"/>
                <a:gd name="T3" fmla="*/ 22 h 130"/>
                <a:gd name="T4" fmla="*/ 34 w 46"/>
                <a:gd name="T5" fmla="*/ 40 h 130"/>
                <a:gd name="T6" fmla="*/ 35 w 46"/>
                <a:gd name="T7" fmla="*/ 74 h 130"/>
                <a:gd name="T8" fmla="*/ 20 w 46"/>
                <a:gd name="T9" fmla="*/ 112 h 130"/>
                <a:gd name="T10" fmla="*/ 0 w 46"/>
                <a:gd name="T11" fmla="*/ 152 h 130"/>
                <a:gd name="T12" fmla="*/ 11 w 46"/>
                <a:gd name="T13" fmla="*/ 133 h 130"/>
                <a:gd name="T14" fmla="*/ 29 w 46"/>
                <a:gd name="T15" fmla="*/ 118 h 130"/>
                <a:gd name="T16" fmla="*/ 49 w 46"/>
                <a:gd name="T17" fmla="*/ 67 h 130"/>
                <a:gd name="T18" fmla="*/ 54 w 46"/>
                <a:gd name="T19" fmla="*/ 46 h 130"/>
                <a:gd name="T20" fmla="*/ 49 w 46"/>
                <a:gd name="T21" fmla="*/ 40 h 130"/>
                <a:gd name="T22" fmla="*/ 22 w 46"/>
                <a:gd name="T23" fmla="*/ 2 h 13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6" h="130">
                  <a:moveTo>
                    <a:pt x="17" y="0"/>
                  </a:moveTo>
                  <a:cubicBezTo>
                    <a:pt x="19" y="6"/>
                    <a:pt x="18" y="13"/>
                    <a:pt x="20" y="19"/>
                  </a:cubicBezTo>
                  <a:cubicBezTo>
                    <a:pt x="22" y="25"/>
                    <a:pt x="25" y="29"/>
                    <a:pt x="28" y="34"/>
                  </a:cubicBezTo>
                  <a:cubicBezTo>
                    <a:pt x="34" y="43"/>
                    <a:pt x="30" y="52"/>
                    <a:pt x="29" y="63"/>
                  </a:cubicBezTo>
                  <a:cubicBezTo>
                    <a:pt x="27" y="77"/>
                    <a:pt x="27" y="85"/>
                    <a:pt x="17" y="96"/>
                  </a:cubicBezTo>
                  <a:cubicBezTo>
                    <a:pt x="8" y="105"/>
                    <a:pt x="1" y="117"/>
                    <a:pt x="0" y="130"/>
                  </a:cubicBezTo>
                  <a:cubicBezTo>
                    <a:pt x="3" y="126"/>
                    <a:pt x="4" y="119"/>
                    <a:pt x="8" y="114"/>
                  </a:cubicBezTo>
                  <a:cubicBezTo>
                    <a:pt x="11" y="109"/>
                    <a:pt x="18" y="105"/>
                    <a:pt x="23" y="101"/>
                  </a:cubicBezTo>
                  <a:cubicBezTo>
                    <a:pt x="39" y="89"/>
                    <a:pt x="39" y="78"/>
                    <a:pt x="40" y="58"/>
                  </a:cubicBezTo>
                  <a:cubicBezTo>
                    <a:pt x="40" y="51"/>
                    <a:pt x="44" y="47"/>
                    <a:pt x="45" y="40"/>
                  </a:cubicBezTo>
                  <a:cubicBezTo>
                    <a:pt x="46" y="32"/>
                    <a:pt x="46" y="37"/>
                    <a:pt x="40" y="34"/>
                  </a:cubicBezTo>
                  <a:cubicBezTo>
                    <a:pt x="30" y="28"/>
                    <a:pt x="23" y="13"/>
                    <a:pt x="19" y="2"/>
                  </a:cubicBezTo>
                </a:path>
              </a:pathLst>
            </a:custGeom>
            <a:solidFill>
              <a:srgbClr val="8C3F3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1451" name="Freeform 725">
              <a:extLst>
                <a:ext uri="{FF2B5EF4-FFF2-40B4-BE49-F238E27FC236}">
                  <a16:creationId xmlns:a16="http://schemas.microsoft.com/office/drawing/2014/main" id="{4B3C389A-56D6-49F5-A52D-889AA409FEF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6" y="1937"/>
              <a:ext cx="86" cy="32"/>
            </a:xfrm>
            <a:custGeom>
              <a:avLst/>
              <a:gdLst>
                <a:gd name="T0" fmla="*/ 97 w 81"/>
                <a:gd name="T1" fmla="*/ 0 h 30"/>
                <a:gd name="T2" fmla="*/ 74 w 81"/>
                <a:gd name="T3" fmla="*/ 7 h 30"/>
                <a:gd name="T4" fmla="*/ 50 w 81"/>
                <a:gd name="T5" fmla="*/ 13 h 30"/>
                <a:gd name="T6" fmla="*/ 0 w 81"/>
                <a:gd name="T7" fmla="*/ 33 h 30"/>
                <a:gd name="T8" fmla="*/ 50 w 81"/>
                <a:gd name="T9" fmla="*/ 19 h 30"/>
                <a:gd name="T10" fmla="*/ 72 w 81"/>
                <a:gd name="T11" fmla="*/ 17 h 30"/>
                <a:gd name="T12" fmla="*/ 94 w 81"/>
                <a:gd name="T13" fmla="*/ 4 h 3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1" h="30">
                  <a:moveTo>
                    <a:pt x="81" y="0"/>
                  </a:moveTo>
                  <a:cubicBezTo>
                    <a:pt x="75" y="0"/>
                    <a:pt x="69" y="6"/>
                    <a:pt x="62" y="7"/>
                  </a:cubicBezTo>
                  <a:cubicBezTo>
                    <a:pt x="54" y="8"/>
                    <a:pt x="48" y="8"/>
                    <a:pt x="41" y="10"/>
                  </a:cubicBezTo>
                  <a:cubicBezTo>
                    <a:pt x="27" y="14"/>
                    <a:pt x="13" y="20"/>
                    <a:pt x="0" y="27"/>
                  </a:cubicBezTo>
                  <a:cubicBezTo>
                    <a:pt x="14" y="30"/>
                    <a:pt x="29" y="21"/>
                    <a:pt x="41" y="16"/>
                  </a:cubicBezTo>
                  <a:cubicBezTo>
                    <a:pt x="47" y="14"/>
                    <a:pt x="53" y="15"/>
                    <a:pt x="60" y="14"/>
                  </a:cubicBezTo>
                  <a:cubicBezTo>
                    <a:pt x="69" y="12"/>
                    <a:pt x="73" y="8"/>
                    <a:pt x="79" y="4"/>
                  </a:cubicBezTo>
                </a:path>
              </a:pathLst>
            </a:custGeom>
            <a:solidFill>
              <a:srgbClr val="8C3F3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1452" name="Freeform 726">
              <a:extLst>
                <a:ext uri="{FF2B5EF4-FFF2-40B4-BE49-F238E27FC236}">
                  <a16:creationId xmlns:a16="http://schemas.microsoft.com/office/drawing/2014/main" id="{E0FA2577-2395-40F2-AAA4-4596A42B1E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1" y="2184"/>
              <a:ext cx="165" cy="212"/>
            </a:xfrm>
            <a:custGeom>
              <a:avLst/>
              <a:gdLst>
                <a:gd name="T0" fmla="*/ 182 w 157"/>
                <a:gd name="T1" fmla="*/ 30 h 201"/>
                <a:gd name="T2" fmla="*/ 130 w 157"/>
                <a:gd name="T3" fmla="*/ 32 h 201"/>
                <a:gd name="T4" fmla="*/ 104 w 157"/>
                <a:gd name="T5" fmla="*/ 108 h 201"/>
                <a:gd name="T6" fmla="*/ 0 w 157"/>
                <a:gd name="T7" fmla="*/ 236 h 201"/>
                <a:gd name="T8" fmla="*/ 118 w 157"/>
                <a:gd name="T9" fmla="*/ 116 h 201"/>
                <a:gd name="T10" fmla="*/ 138 w 157"/>
                <a:gd name="T11" fmla="*/ 53 h 201"/>
                <a:gd name="T12" fmla="*/ 173 w 157"/>
                <a:gd name="T13" fmla="*/ 39 h 20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7" h="201">
                  <a:moveTo>
                    <a:pt x="157" y="26"/>
                  </a:moveTo>
                  <a:cubicBezTo>
                    <a:pt x="141" y="13"/>
                    <a:pt x="123" y="0"/>
                    <a:pt x="112" y="27"/>
                  </a:cubicBezTo>
                  <a:cubicBezTo>
                    <a:pt x="104" y="49"/>
                    <a:pt x="100" y="70"/>
                    <a:pt x="89" y="92"/>
                  </a:cubicBezTo>
                  <a:cubicBezTo>
                    <a:pt x="65" y="137"/>
                    <a:pt x="46" y="173"/>
                    <a:pt x="0" y="201"/>
                  </a:cubicBezTo>
                  <a:cubicBezTo>
                    <a:pt x="39" y="198"/>
                    <a:pt x="83" y="128"/>
                    <a:pt x="102" y="99"/>
                  </a:cubicBezTo>
                  <a:cubicBezTo>
                    <a:pt x="115" y="80"/>
                    <a:pt x="113" y="64"/>
                    <a:pt x="119" y="45"/>
                  </a:cubicBezTo>
                  <a:cubicBezTo>
                    <a:pt x="125" y="28"/>
                    <a:pt x="133" y="32"/>
                    <a:pt x="149" y="33"/>
                  </a:cubicBezTo>
                </a:path>
              </a:pathLst>
            </a:custGeom>
            <a:solidFill>
              <a:srgbClr val="6C2D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1453" name="Freeform 727">
              <a:extLst>
                <a:ext uri="{FF2B5EF4-FFF2-40B4-BE49-F238E27FC236}">
                  <a16:creationId xmlns:a16="http://schemas.microsoft.com/office/drawing/2014/main" id="{2B483799-401C-40E6-A850-979FF04753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6" y="2279"/>
              <a:ext cx="140" cy="83"/>
            </a:xfrm>
            <a:custGeom>
              <a:avLst/>
              <a:gdLst>
                <a:gd name="T0" fmla="*/ 51 w 133"/>
                <a:gd name="T1" fmla="*/ 27 h 79"/>
                <a:gd name="T2" fmla="*/ 155 w 133"/>
                <a:gd name="T3" fmla="*/ 3 h 79"/>
                <a:gd name="T4" fmla="*/ 68 w 133"/>
                <a:gd name="T5" fmla="*/ 41 h 79"/>
                <a:gd name="T6" fmla="*/ 0 w 133"/>
                <a:gd name="T7" fmla="*/ 91 h 7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3" h="79">
                  <a:moveTo>
                    <a:pt x="44" y="24"/>
                  </a:moveTo>
                  <a:cubicBezTo>
                    <a:pt x="52" y="0"/>
                    <a:pt x="112" y="2"/>
                    <a:pt x="133" y="3"/>
                  </a:cubicBezTo>
                  <a:cubicBezTo>
                    <a:pt x="104" y="9"/>
                    <a:pt x="83" y="17"/>
                    <a:pt x="59" y="35"/>
                  </a:cubicBezTo>
                  <a:cubicBezTo>
                    <a:pt x="45" y="46"/>
                    <a:pt x="4" y="69"/>
                    <a:pt x="0" y="79"/>
                  </a:cubicBezTo>
                </a:path>
              </a:pathLst>
            </a:custGeom>
            <a:solidFill>
              <a:srgbClr val="6C2D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1454" name="Freeform 728">
              <a:extLst>
                <a:ext uri="{FF2B5EF4-FFF2-40B4-BE49-F238E27FC236}">
                  <a16:creationId xmlns:a16="http://schemas.microsoft.com/office/drawing/2014/main" id="{E8F19CDB-FF18-4B1C-A073-CC674F4F90C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4" y="3944"/>
              <a:ext cx="124" cy="86"/>
            </a:xfrm>
            <a:custGeom>
              <a:avLst/>
              <a:gdLst>
                <a:gd name="T0" fmla="*/ 137 w 118"/>
                <a:gd name="T1" fmla="*/ 66 h 81"/>
                <a:gd name="T2" fmla="*/ 109 w 118"/>
                <a:gd name="T3" fmla="*/ 94 h 81"/>
                <a:gd name="T4" fmla="*/ 74 w 118"/>
                <a:gd name="T5" fmla="*/ 83 h 81"/>
                <a:gd name="T6" fmla="*/ 56 w 118"/>
                <a:gd name="T7" fmla="*/ 58 h 81"/>
                <a:gd name="T8" fmla="*/ 36 w 118"/>
                <a:gd name="T9" fmla="*/ 42 h 81"/>
                <a:gd name="T10" fmla="*/ 18 w 118"/>
                <a:gd name="T11" fmla="*/ 18 h 81"/>
                <a:gd name="T12" fmla="*/ 0 w 118"/>
                <a:gd name="T13" fmla="*/ 0 h 81"/>
                <a:gd name="T14" fmla="*/ 37 w 118"/>
                <a:gd name="T15" fmla="*/ 33 h 81"/>
                <a:gd name="T16" fmla="*/ 53 w 118"/>
                <a:gd name="T17" fmla="*/ 42 h 81"/>
                <a:gd name="T18" fmla="*/ 64 w 118"/>
                <a:gd name="T19" fmla="*/ 57 h 81"/>
                <a:gd name="T20" fmla="*/ 100 w 118"/>
                <a:gd name="T21" fmla="*/ 85 h 81"/>
                <a:gd name="T22" fmla="*/ 136 w 118"/>
                <a:gd name="T23" fmla="*/ 69 h 81"/>
                <a:gd name="T24" fmla="*/ 137 w 118"/>
                <a:gd name="T25" fmla="*/ 66 h 8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18" h="81">
                  <a:moveTo>
                    <a:pt x="118" y="55"/>
                  </a:moveTo>
                  <a:cubicBezTo>
                    <a:pt x="118" y="67"/>
                    <a:pt x="104" y="77"/>
                    <a:pt x="94" y="79"/>
                  </a:cubicBezTo>
                  <a:cubicBezTo>
                    <a:pt x="84" y="81"/>
                    <a:pt x="72" y="76"/>
                    <a:pt x="64" y="69"/>
                  </a:cubicBezTo>
                  <a:cubicBezTo>
                    <a:pt x="58" y="63"/>
                    <a:pt x="53" y="55"/>
                    <a:pt x="48" y="49"/>
                  </a:cubicBezTo>
                  <a:cubicBezTo>
                    <a:pt x="42" y="42"/>
                    <a:pt x="37" y="40"/>
                    <a:pt x="30" y="36"/>
                  </a:cubicBezTo>
                  <a:cubicBezTo>
                    <a:pt x="23" y="31"/>
                    <a:pt x="20" y="22"/>
                    <a:pt x="15" y="15"/>
                  </a:cubicBezTo>
                  <a:cubicBezTo>
                    <a:pt x="11" y="9"/>
                    <a:pt x="6" y="4"/>
                    <a:pt x="0" y="0"/>
                  </a:cubicBezTo>
                  <a:cubicBezTo>
                    <a:pt x="13" y="3"/>
                    <a:pt x="22" y="18"/>
                    <a:pt x="31" y="27"/>
                  </a:cubicBezTo>
                  <a:cubicBezTo>
                    <a:pt x="35" y="31"/>
                    <a:pt x="41" y="33"/>
                    <a:pt x="46" y="36"/>
                  </a:cubicBezTo>
                  <a:cubicBezTo>
                    <a:pt x="50" y="39"/>
                    <a:pt x="52" y="44"/>
                    <a:pt x="55" y="48"/>
                  </a:cubicBezTo>
                  <a:cubicBezTo>
                    <a:pt x="62" y="59"/>
                    <a:pt x="71" y="70"/>
                    <a:pt x="86" y="71"/>
                  </a:cubicBezTo>
                  <a:cubicBezTo>
                    <a:pt x="98" y="73"/>
                    <a:pt x="112" y="68"/>
                    <a:pt x="117" y="57"/>
                  </a:cubicBezTo>
                  <a:cubicBezTo>
                    <a:pt x="117" y="56"/>
                    <a:pt x="118" y="56"/>
                    <a:pt x="118" y="55"/>
                  </a:cubicBezTo>
                </a:path>
              </a:pathLst>
            </a:custGeom>
            <a:solidFill>
              <a:srgbClr val="8C3F3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1455" name="Freeform 729">
              <a:extLst>
                <a:ext uri="{FF2B5EF4-FFF2-40B4-BE49-F238E27FC236}">
                  <a16:creationId xmlns:a16="http://schemas.microsoft.com/office/drawing/2014/main" id="{B9F87D2F-CF3E-4537-9725-6487925A90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6" y="3969"/>
              <a:ext cx="24" cy="28"/>
            </a:xfrm>
            <a:custGeom>
              <a:avLst/>
              <a:gdLst>
                <a:gd name="T0" fmla="*/ 28 w 22"/>
                <a:gd name="T1" fmla="*/ 27 h 27"/>
                <a:gd name="T2" fmla="*/ 26 w 22"/>
                <a:gd name="T3" fmla="*/ 0 h 27"/>
                <a:gd name="T4" fmla="*/ 0 w 22"/>
                <a:gd name="T5" fmla="*/ 8 h 27"/>
                <a:gd name="T6" fmla="*/ 15 w 22"/>
                <a:gd name="T7" fmla="*/ 20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27">
                  <a:moveTo>
                    <a:pt x="22" y="24"/>
                  </a:moveTo>
                  <a:cubicBezTo>
                    <a:pt x="18" y="27"/>
                    <a:pt x="19" y="3"/>
                    <a:pt x="20" y="0"/>
                  </a:cubicBezTo>
                  <a:cubicBezTo>
                    <a:pt x="17" y="8"/>
                    <a:pt x="7" y="14"/>
                    <a:pt x="0" y="8"/>
                  </a:cubicBezTo>
                  <a:cubicBezTo>
                    <a:pt x="4" y="11"/>
                    <a:pt x="8" y="15"/>
                    <a:pt x="12" y="17"/>
                  </a:cubicBezTo>
                </a:path>
              </a:pathLst>
            </a:custGeom>
            <a:solidFill>
              <a:srgbClr val="8C3F3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1456" name="Freeform 730">
              <a:extLst>
                <a:ext uri="{FF2B5EF4-FFF2-40B4-BE49-F238E27FC236}">
                  <a16:creationId xmlns:a16="http://schemas.microsoft.com/office/drawing/2014/main" id="{0256FFF7-7615-4017-A7E9-7AC16F01002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8" y="3990"/>
              <a:ext cx="25" cy="21"/>
            </a:xfrm>
            <a:custGeom>
              <a:avLst/>
              <a:gdLst>
                <a:gd name="T0" fmla="*/ 2 w 24"/>
                <a:gd name="T1" fmla="*/ 13 h 20"/>
                <a:gd name="T2" fmla="*/ 1 w 24"/>
                <a:gd name="T3" fmla="*/ 23 h 20"/>
                <a:gd name="T4" fmla="*/ 19 w 24"/>
                <a:gd name="T5" fmla="*/ 19 h 20"/>
                <a:gd name="T6" fmla="*/ 27 w 24"/>
                <a:gd name="T7" fmla="*/ 0 h 20"/>
                <a:gd name="T8" fmla="*/ 19 w 24"/>
                <a:gd name="T9" fmla="*/ 13 h 20"/>
                <a:gd name="T10" fmla="*/ 2 w 24"/>
                <a:gd name="T11" fmla="*/ 15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20">
                  <a:moveTo>
                    <a:pt x="2" y="10"/>
                  </a:moveTo>
                  <a:cubicBezTo>
                    <a:pt x="2" y="13"/>
                    <a:pt x="0" y="17"/>
                    <a:pt x="1" y="20"/>
                  </a:cubicBezTo>
                  <a:cubicBezTo>
                    <a:pt x="6" y="20"/>
                    <a:pt x="12" y="19"/>
                    <a:pt x="16" y="16"/>
                  </a:cubicBezTo>
                  <a:cubicBezTo>
                    <a:pt x="22" y="13"/>
                    <a:pt x="24" y="7"/>
                    <a:pt x="24" y="0"/>
                  </a:cubicBezTo>
                  <a:cubicBezTo>
                    <a:pt x="22" y="4"/>
                    <a:pt x="19" y="8"/>
                    <a:pt x="16" y="10"/>
                  </a:cubicBezTo>
                  <a:cubicBezTo>
                    <a:pt x="11" y="13"/>
                    <a:pt x="7" y="12"/>
                    <a:pt x="2" y="12"/>
                  </a:cubicBezTo>
                </a:path>
              </a:pathLst>
            </a:custGeom>
            <a:solidFill>
              <a:srgbClr val="8C3F3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1457" name="Freeform 731">
              <a:extLst>
                <a:ext uri="{FF2B5EF4-FFF2-40B4-BE49-F238E27FC236}">
                  <a16:creationId xmlns:a16="http://schemas.microsoft.com/office/drawing/2014/main" id="{4E9232BF-A88D-4325-B9FF-E5A9F23EEE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9" y="3973"/>
              <a:ext cx="14" cy="22"/>
            </a:xfrm>
            <a:custGeom>
              <a:avLst/>
              <a:gdLst>
                <a:gd name="T0" fmla="*/ 0 w 13"/>
                <a:gd name="T1" fmla="*/ 10 h 21"/>
                <a:gd name="T2" fmla="*/ 2 w 13"/>
                <a:gd name="T3" fmla="*/ 24 h 21"/>
                <a:gd name="T4" fmla="*/ 13 w 13"/>
                <a:gd name="T5" fmla="*/ 16 h 21"/>
                <a:gd name="T6" fmla="*/ 16 w 13"/>
                <a:gd name="T7" fmla="*/ 6 h 21"/>
                <a:gd name="T8" fmla="*/ 14 w 13"/>
                <a:gd name="T9" fmla="*/ 0 h 21"/>
                <a:gd name="T10" fmla="*/ 11 w 13"/>
                <a:gd name="T11" fmla="*/ 8 h 21"/>
                <a:gd name="T12" fmla="*/ 1 w 13"/>
                <a:gd name="T13" fmla="*/ 17 h 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21">
                  <a:moveTo>
                    <a:pt x="0" y="10"/>
                  </a:moveTo>
                  <a:cubicBezTo>
                    <a:pt x="2" y="12"/>
                    <a:pt x="2" y="18"/>
                    <a:pt x="2" y="21"/>
                  </a:cubicBezTo>
                  <a:cubicBezTo>
                    <a:pt x="5" y="20"/>
                    <a:pt x="9" y="16"/>
                    <a:pt x="10" y="13"/>
                  </a:cubicBezTo>
                  <a:cubicBezTo>
                    <a:pt x="11" y="11"/>
                    <a:pt x="13" y="9"/>
                    <a:pt x="13" y="6"/>
                  </a:cubicBezTo>
                  <a:cubicBezTo>
                    <a:pt x="13" y="4"/>
                    <a:pt x="11" y="2"/>
                    <a:pt x="11" y="0"/>
                  </a:cubicBezTo>
                  <a:cubicBezTo>
                    <a:pt x="10" y="1"/>
                    <a:pt x="9" y="6"/>
                    <a:pt x="8" y="8"/>
                  </a:cubicBezTo>
                  <a:cubicBezTo>
                    <a:pt x="6" y="11"/>
                    <a:pt x="4" y="14"/>
                    <a:pt x="1" y="14"/>
                  </a:cubicBezTo>
                </a:path>
              </a:pathLst>
            </a:custGeom>
            <a:solidFill>
              <a:srgbClr val="8C3F3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1458" name="Freeform 732">
              <a:extLst>
                <a:ext uri="{FF2B5EF4-FFF2-40B4-BE49-F238E27FC236}">
                  <a16:creationId xmlns:a16="http://schemas.microsoft.com/office/drawing/2014/main" id="{AB17796E-0950-4631-BEDC-70987A255C5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6" y="3953"/>
              <a:ext cx="7" cy="13"/>
            </a:xfrm>
            <a:custGeom>
              <a:avLst/>
              <a:gdLst>
                <a:gd name="T0" fmla="*/ 1 w 6"/>
                <a:gd name="T1" fmla="*/ 15 h 12"/>
                <a:gd name="T2" fmla="*/ 9 w 6"/>
                <a:gd name="T3" fmla="*/ 0 h 12"/>
                <a:gd name="T4" fmla="*/ 0 w 6"/>
                <a:gd name="T5" fmla="*/ 12 h 12"/>
                <a:gd name="T6" fmla="*/ 1 w 6"/>
                <a:gd name="T7" fmla="*/ 15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12">
                  <a:moveTo>
                    <a:pt x="1" y="12"/>
                  </a:moveTo>
                  <a:cubicBezTo>
                    <a:pt x="5" y="12"/>
                    <a:pt x="6" y="2"/>
                    <a:pt x="6" y="0"/>
                  </a:cubicBezTo>
                  <a:cubicBezTo>
                    <a:pt x="4" y="2"/>
                    <a:pt x="3" y="8"/>
                    <a:pt x="0" y="9"/>
                  </a:cubicBezTo>
                  <a:cubicBezTo>
                    <a:pt x="0" y="10"/>
                    <a:pt x="0" y="11"/>
                    <a:pt x="1" y="12"/>
                  </a:cubicBezTo>
                </a:path>
              </a:pathLst>
            </a:custGeom>
            <a:solidFill>
              <a:srgbClr val="8C3F3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1459" name="Freeform 733">
              <a:extLst>
                <a:ext uri="{FF2B5EF4-FFF2-40B4-BE49-F238E27FC236}">
                  <a16:creationId xmlns:a16="http://schemas.microsoft.com/office/drawing/2014/main" id="{9ED3489E-64F1-496B-82BE-66EA6845B51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3" y="3940"/>
              <a:ext cx="22" cy="23"/>
            </a:xfrm>
            <a:custGeom>
              <a:avLst/>
              <a:gdLst>
                <a:gd name="T0" fmla="*/ 0 w 20"/>
                <a:gd name="T1" fmla="*/ 0 h 22"/>
                <a:gd name="T2" fmla="*/ 10 w 20"/>
                <a:gd name="T3" fmla="*/ 18 h 22"/>
                <a:gd name="T4" fmla="*/ 26 w 20"/>
                <a:gd name="T5" fmla="*/ 25 h 22"/>
                <a:gd name="T6" fmla="*/ 12 w 20"/>
                <a:gd name="T7" fmla="*/ 14 h 22"/>
                <a:gd name="T8" fmla="*/ 8 w 20"/>
                <a:gd name="T9" fmla="*/ 5 h 22"/>
                <a:gd name="T10" fmla="*/ 1 w 20"/>
                <a:gd name="T11" fmla="*/ 0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" h="22">
                  <a:moveTo>
                    <a:pt x="0" y="0"/>
                  </a:moveTo>
                  <a:cubicBezTo>
                    <a:pt x="0" y="5"/>
                    <a:pt x="5" y="11"/>
                    <a:pt x="7" y="15"/>
                  </a:cubicBezTo>
                  <a:cubicBezTo>
                    <a:pt x="10" y="18"/>
                    <a:pt x="15" y="22"/>
                    <a:pt x="20" y="22"/>
                  </a:cubicBezTo>
                  <a:cubicBezTo>
                    <a:pt x="15" y="22"/>
                    <a:pt x="11" y="15"/>
                    <a:pt x="9" y="11"/>
                  </a:cubicBezTo>
                  <a:cubicBezTo>
                    <a:pt x="7" y="9"/>
                    <a:pt x="6" y="7"/>
                    <a:pt x="5" y="5"/>
                  </a:cubicBezTo>
                  <a:cubicBezTo>
                    <a:pt x="4" y="3"/>
                    <a:pt x="2" y="2"/>
                    <a:pt x="1" y="0"/>
                  </a:cubicBezTo>
                </a:path>
              </a:pathLst>
            </a:custGeom>
            <a:solidFill>
              <a:srgbClr val="6C2D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1460" name="Freeform 734">
              <a:extLst>
                <a:ext uri="{FF2B5EF4-FFF2-40B4-BE49-F238E27FC236}">
                  <a16:creationId xmlns:a16="http://schemas.microsoft.com/office/drawing/2014/main" id="{E90CD6FF-8601-47F0-B941-B9F1D5729C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6" y="3928"/>
              <a:ext cx="27" cy="17"/>
            </a:xfrm>
            <a:custGeom>
              <a:avLst/>
              <a:gdLst>
                <a:gd name="T0" fmla="*/ 0 w 25"/>
                <a:gd name="T1" fmla="*/ 0 h 17"/>
                <a:gd name="T2" fmla="*/ 15 w 25"/>
                <a:gd name="T3" fmla="*/ 11 h 17"/>
                <a:gd name="T4" fmla="*/ 25 w 25"/>
                <a:gd name="T5" fmla="*/ 15 h 17"/>
                <a:gd name="T6" fmla="*/ 31 w 25"/>
                <a:gd name="T7" fmla="*/ 17 h 17"/>
                <a:gd name="T8" fmla="*/ 2 w 25"/>
                <a:gd name="T9" fmla="*/ 0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17">
                  <a:moveTo>
                    <a:pt x="0" y="0"/>
                  </a:moveTo>
                  <a:cubicBezTo>
                    <a:pt x="2" y="5"/>
                    <a:pt x="8" y="8"/>
                    <a:pt x="12" y="11"/>
                  </a:cubicBezTo>
                  <a:cubicBezTo>
                    <a:pt x="14" y="13"/>
                    <a:pt x="16" y="14"/>
                    <a:pt x="19" y="15"/>
                  </a:cubicBezTo>
                  <a:cubicBezTo>
                    <a:pt x="21" y="15"/>
                    <a:pt x="23" y="17"/>
                    <a:pt x="25" y="17"/>
                  </a:cubicBezTo>
                  <a:cubicBezTo>
                    <a:pt x="17" y="11"/>
                    <a:pt x="8" y="7"/>
                    <a:pt x="2" y="0"/>
                  </a:cubicBezTo>
                </a:path>
              </a:pathLst>
            </a:custGeom>
            <a:solidFill>
              <a:srgbClr val="6C2D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1461" name="Freeform 735">
              <a:extLst>
                <a:ext uri="{FF2B5EF4-FFF2-40B4-BE49-F238E27FC236}">
                  <a16:creationId xmlns:a16="http://schemas.microsoft.com/office/drawing/2014/main" id="{6C51F671-D20A-41BC-B494-09120D3F17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4" y="3952"/>
              <a:ext cx="19" cy="16"/>
            </a:xfrm>
            <a:custGeom>
              <a:avLst/>
              <a:gdLst>
                <a:gd name="T0" fmla="*/ 0 w 18"/>
                <a:gd name="T1" fmla="*/ 2 h 15"/>
                <a:gd name="T2" fmla="*/ 21 w 18"/>
                <a:gd name="T3" fmla="*/ 18 h 15"/>
                <a:gd name="T4" fmla="*/ 13 w 18"/>
                <a:gd name="T5" fmla="*/ 11 h 15"/>
                <a:gd name="T6" fmla="*/ 0 w 18"/>
                <a:gd name="T7" fmla="*/ 0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15">
                  <a:moveTo>
                    <a:pt x="0" y="2"/>
                  </a:moveTo>
                  <a:cubicBezTo>
                    <a:pt x="3" y="9"/>
                    <a:pt x="10" y="15"/>
                    <a:pt x="18" y="15"/>
                  </a:cubicBezTo>
                  <a:cubicBezTo>
                    <a:pt x="15" y="13"/>
                    <a:pt x="13" y="10"/>
                    <a:pt x="10" y="8"/>
                  </a:cubicBezTo>
                  <a:cubicBezTo>
                    <a:pt x="7" y="5"/>
                    <a:pt x="3" y="3"/>
                    <a:pt x="0" y="0"/>
                  </a:cubicBezTo>
                </a:path>
              </a:pathLst>
            </a:custGeom>
            <a:solidFill>
              <a:srgbClr val="6C2D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1462" name="Freeform 736">
              <a:extLst>
                <a:ext uri="{FF2B5EF4-FFF2-40B4-BE49-F238E27FC236}">
                  <a16:creationId xmlns:a16="http://schemas.microsoft.com/office/drawing/2014/main" id="{F47C3DF6-1566-496E-973C-D2DF94A636F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2" y="3678"/>
              <a:ext cx="105" cy="237"/>
            </a:xfrm>
            <a:custGeom>
              <a:avLst/>
              <a:gdLst>
                <a:gd name="T0" fmla="*/ 57 w 99"/>
                <a:gd name="T1" fmla="*/ 0 h 224"/>
                <a:gd name="T2" fmla="*/ 36 w 99"/>
                <a:gd name="T3" fmla="*/ 13 h 224"/>
                <a:gd name="T4" fmla="*/ 12 w 99"/>
                <a:gd name="T5" fmla="*/ 23 h 224"/>
                <a:gd name="T6" fmla="*/ 2 w 99"/>
                <a:gd name="T7" fmla="*/ 59 h 224"/>
                <a:gd name="T8" fmla="*/ 32 w 99"/>
                <a:gd name="T9" fmla="*/ 124 h 224"/>
                <a:gd name="T10" fmla="*/ 48 w 99"/>
                <a:gd name="T11" fmla="*/ 158 h 224"/>
                <a:gd name="T12" fmla="*/ 37 w 99"/>
                <a:gd name="T13" fmla="*/ 197 h 224"/>
                <a:gd name="T14" fmla="*/ 75 w 99"/>
                <a:gd name="T15" fmla="*/ 257 h 224"/>
                <a:gd name="T16" fmla="*/ 98 w 99"/>
                <a:gd name="T17" fmla="*/ 265 h 224"/>
                <a:gd name="T18" fmla="*/ 110 w 99"/>
                <a:gd name="T19" fmla="*/ 266 h 224"/>
                <a:gd name="T20" fmla="*/ 118 w 99"/>
                <a:gd name="T21" fmla="*/ 263 h 224"/>
                <a:gd name="T22" fmla="*/ 91 w 99"/>
                <a:gd name="T23" fmla="*/ 253 h 224"/>
                <a:gd name="T24" fmla="*/ 67 w 99"/>
                <a:gd name="T25" fmla="*/ 234 h 224"/>
                <a:gd name="T26" fmla="*/ 55 w 99"/>
                <a:gd name="T27" fmla="*/ 207 h 224"/>
                <a:gd name="T28" fmla="*/ 57 w 99"/>
                <a:gd name="T29" fmla="*/ 175 h 224"/>
                <a:gd name="T30" fmla="*/ 58 w 99"/>
                <a:gd name="T31" fmla="*/ 150 h 224"/>
                <a:gd name="T32" fmla="*/ 57 w 99"/>
                <a:gd name="T33" fmla="*/ 134 h 224"/>
                <a:gd name="T34" fmla="*/ 64 w 99"/>
                <a:gd name="T35" fmla="*/ 130 h 224"/>
                <a:gd name="T36" fmla="*/ 76 w 99"/>
                <a:gd name="T37" fmla="*/ 124 h 224"/>
                <a:gd name="T38" fmla="*/ 106 w 99"/>
                <a:gd name="T39" fmla="*/ 110 h 224"/>
                <a:gd name="T40" fmla="*/ 59 w 99"/>
                <a:gd name="T41" fmla="*/ 128 h 224"/>
                <a:gd name="T42" fmla="*/ 43 w 99"/>
                <a:gd name="T43" fmla="*/ 121 h 224"/>
                <a:gd name="T44" fmla="*/ 22 w 99"/>
                <a:gd name="T45" fmla="*/ 97 h 224"/>
                <a:gd name="T46" fmla="*/ 15 w 99"/>
                <a:gd name="T47" fmla="*/ 73 h 224"/>
                <a:gd name="T48" fmla="*/ 12 w 99"/>
                <a:gd name="T49" fmla="*/ 41 h 224"/>
                <a:gd name="T50" fmla="*/ 35 w 99"/>
                <a:gd name="T51" fmla="*/ 17 h 224"/>
                <a:gd name="T52" fmla="*/ 58 w 99"/>
                <a:gd name="T53" fmla="*/ 4 h 224"/>
                <a:gd name="T54" fmla="*/ 58 w 99"/>
                <a:gd name="T55" fmla="*/ 3 h 224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99" h="224">
                  <a:moveTo>
                    <a:pt x="48" y="0"/>
                  </a:moveTo>
                  <a:cubicBezTo>
                    <a:pt x="42" y="4"/>
                    <a:pt x="37" y="7"/>
                    <a:pt x="30" y="10"/>
                  </a:cubicBezTo>
                  <a:cubicBezTo>
                    <a:pt x="24" y="13"/>
                    <a:pt x="15" y="16"/>
                    <a:pt x="9" y="20"/>
                  </a:cubicBezTo>
                  <a:cubicBezTo>
                    <a:pt x="1" y="26"/>
                    <a:pt x="3" y="41"/>
                    <a:pt x="2" y="50"/>
                  </a:cubicBezTo>
                  <a:cubicBezTo>
                    <a:pt x="0" y="72"/>
                    <a:pt x="8" y="92"/>
                    <a:pt x="26" y="105"/>
                  </a:cubicBezTo>
                  <a:cubicBezTo>
                    <a:pt x="37" y="112"/>
                    <a:pt x="41" y="120"/>
                    <a:pt x="40" y="133"/>
                  </a:cubicBezTo>
                  <a:cubicBezTo>
                    <a:pt x="39" y="145"/>
                    <a:pt x="33" y="155"/>
                    <a:pt x="31" y="166"/>
                  </a:cubicBezTo>
                  <a:cubicBezTo>
                    <a:pt x="26" y="188"/>
                    <a:pt x="42" y="210"/>
                    <a:pt x="63" y="217"/>
                  </a:cubicBezTo>
                  <a:cubicBezTo>
                    <a:pt x="69" y="219"/>
                    <a:pt x="75" y="222"/>
                    <a:pt x="82" y="223"/>
                  </a:cubicBezTo>
                  <a:cubicBezTo>
                    <a:pt x="85" y="223"/>
                    <a:pt x="89" y="224"/>
                    <a:pt x="92" y="224"/>
                  </a:cubicBezTo>
                  <a:cubicBezTo>
                    <a:pt x="95" y="223"/>
                    <a:pt x="96" y="221"/>
                    <a:pt x="99" y="222"/>
                  </a:cubicBezTo>
                  <a:cubicBezTo>
                    <a:pt x="92" y="221"/>
                    <a:pt x="82" y="217"/>
                    <a:pt x="76" y="214"/>
                  </a:cubicBezTo>
                  <a:cubicBezTo>
                    <a:pt x="67" y="211"/>
                    <a:pt x="61" y="206"/>
                    <a:pt x="56" y="198"/>
                  </a:cubicBezTo>
                  <a:cubicBezTo>
                    <a:pt x="52" y="191"/>
                    <a:pt x="47" y="183"/>
                    <a:pt x="46" y="175"/>
                  </a:cubicBezTo>
                  <a:cubicBezTo>
                    <a:pt x="45" y="166"/>
                    <a:pt x="47" y="156"/>
                    <a:pt x="48" y="147"/>
                  </a:cubicBezTo>
                  <a:cubicBezTo>
                    <a:pt x="49" y="140"/>
                    <a:pt x="49" y="134"/>
                    <a:pt x="49" y="127"/>
                  </a:cubicBezTo>
                  <a:cubicBezTo>
                    <a:pt x="48" y="123"/>
                    <a:pt x="46" y="116"/>
                    <a:pt x="48" y="113"/>
                  </a:cubicBezTo>
                  <a:cubicBezTo>
                    <a:pt x="50" y="111"/>
                    <a:pt x="52" y="111"/>
                    <a:pt x="54" y="110"/>
                  </a:cubicBezTo>
                  <a:cubicBezTo>
                    <a:pt x="58" y="109"/>
                    <a:pt x="61" y="107"/>
                    <a:pt x="64" y="105"/>
                  </a:cubicBezTo>
                  <a:cubicBezTo>
                    <a:pt x="72" y="100"/>
                    <a:pt x="81" y="96"/>
                    <a:pt x="89" y="93"/>
                  </a:cubicBezTo>
                  <a:cubicBezTo>
                    <a:pt x="74" y="92"/>
                    <a:pt x="63" y="103"/>
                    <a:pt x="50" y="108"/>
                  </a:cubicBezTo>
                  <a:cubicBezTo>
                    <a:pt x="43" y="110"/>
                    <a:pt x="41" y="107"/>
                    <a:pt x="37" y="102"/>
                  </a:cubicBezTo>
                  <a:cubicBezTo>
                    <a:pt x="31" y="95"/>
                    <a:pt x="23" y="90"/>
                    <a:pt x="19" y="82"/>
                  </a:cubicBezTo>
                  <a:cubicBezTo>
                    <a:pt x="15" y="76"/>
                    <a:pt x="14" y="68"/>
                    <a:pt x="12" y="61"/>
                  </a:cubicBezTo>
                  <a:cubicBezTo>
                    <a:pt x="10" y="52"/>
                    <a:pt x="4" y="44"/>
                    <a:pt x="9" y="35"/>
                  </a:cubicBezTo>
                  <a:cubicBezTo>
                    <a:pt x="13" y="27"/>
                    <a:pt x="22" y="20"/>
                    <a:pt x="29" y="14"/>
                  </a:cubicBezTo>
                  <a:cubicBezTo>
                    <a:pt x="35" y="9"/>
                    <a:pt x="41" y="6"/>
                    <a:pt x="49" y="4"/>
                  </a:cubicBezTo>
                  <a:cubicBezTo>
                    <a:pt x="49" y="4"/>
                    <a:pt x="49" y="4"/>
                    <a:pt x="49" y="3"/>
                  </a:cubicBezTo>
                </a:path>
              </a:pathLst>
            </a:custGeom>
            <a:solidFill>
              <a:srgbClr val="8C3F3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1463" name="Freeform 737">
              <a:extLst>
                <a:ext uri="{FF2B5EF4-FFF2-40B4-BE49-F238E27FC236}">
                  <a16:creationId xmlns:a16="http://schemas.microsoft.com/office/drawing/2014/main" id="{663109E6-9B7E-40DE-B401-2510B127B3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6" y="1601"/>
              <a:ext cx="131" cy="265"/>
            </a:xfrm>
            <a:custGeom>
              <a:avLst/>
              <a:gdLst>
                <a:gd name="T0" fmla="*/ 8 w 124"/>
                <a:gd name="T1" fmla="*/ 75 h 251"/>
                <a:gd name="T2" fmla="*/ 39 w 124"/>
                <a:gd name="T3" fmla="*/ 151 h 251"/>
                <a:gd name="T4" fmla="*/ 41 w 124"/>
                <a:gd name="T5" fmla="*/ 187 h 251"/>
                <a:gd name="T6" fmla="*/ 36 w 124"/>
                <a:gd name="T7" fmla="*/ 215 h 251"/>
                <a:gd name="T8" fmla="*/ 66 w 124"/>
                <a:gd name="T9" fmla="*/ 278 h 251"/>
                <a:gd name="T10" fmla="*/ 96 w 124"/>
                <a:gd name="T11" fmla="*/ 296 h 251"/>
                <a:gd name="T12" fmla="*/ 146 w 124"/>
                <a:gd name="T13" fmla="*/ 284 h 251"/>
                <a:gd name="T14" fmla="*/ 110 w 124"/>
                <a:gd name="T15" fmla="*/ 269 h 251"/>
                <a:gd name="T16" fmla="*/ 95 w 124"/>
                <a:gd name="T17" fmla="*/ 221 h 251"/>
                <a:gd name="T18" fmla="*/ 81 w 124"/>
                <a:gd name="T19" fmla="*/ 167 h 251"/>
                <a:gd name="T20" fmla="*/ 52 w 124"/>
                <a:gd name="T21" fmla="*/ 102 h 251"/>
                <a:gd name="T22" fmla="*/ 19 w 124"/>
                <a:gd name="T23" fmla="*/ 18 h 251"/>
                <a:gd name="T24" fmla="*/ 12 w 124"/>
                <a:gd name="T25" fmla="*/ 13 h 251"/>
                <a:gd name="T26" fmla="*/ 0 w 124"/>
                <a:gd name="T27" fmla="*/ 43 h 25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24" h="251">
                  <a:moveTo>
                    <a:pt x="8" y="63"/>
                  </a:moveTo>
                  <a:cubicBezTo>
                    <a:pt x="21" y="80"/>
                    <a:pt x="30" y="106"/>
                    <a:pt x="33" y="128"/>
                  </a:cubicBezTo>
                  <a:cubicBezTo>
                    <a:pt x="34" y="138"/>
                    <a:pt x="35" y="149"/>
                    <a:pt x="35" y="159"/>
                  </a:cubicBezTo>
                  <a:cubicBezTo>
                    <a:pt x="34" y="168"/>
                    <a:pt x="31" y="175"/>
                    <a:pt x="30" y="183"/>
                  </a:cubicBezTo>
                  <a:cubicBezTo>
                    <a:pt x="30" y="198"/>
                    <a:pt x="47" y="224"/>
                    <a:pt x="56" y="236"/>
                  </a:cubicBezTo>
                  <a:cubicBezTo>
                    <a:pt x="63" y="245"/>
                    <a:pt x="69" y="251"/>
                    <a:pt x="81" y="251"/>
                  </a:cubicBezTo>
                  <a:cubicBezTo>
                    <a:pt x="96" y="251"/>
                    <a:pt x="110" y="241"/>
                    <a:pt x="124" y="242"/>
                  </a:cubicBezTo>
                  <a:cubicBezTo>
                    <a:pt x="115" y="238"/>
                    <a:pt x="99" y="236"/>
                    <a:pt x="93" y="229"/>
                  </a:cubicBezTo>
                  <a:cubicBezTo>
                    <a:pt x="83" y="219"/>
                    <a:pt x="81" y="201"/>
                    <a:pt x="80" y="188"/>
                  </a:cubicBezTo>
                  <a:cubicBezTo>
                    <a:pt x="80" y="172"/>
                    <a:pt x="76" y="157"/>
                    <a:pt x="69" y="142"/>
                  </a:cubicBezTo>
                  <a:cubicBezTo>
                    <a:pt x="60" y="124"/>
                    <a:pt x="54" y="104"/>
                    <a:pt x="44" y="87"/>
                  </a:cubicBezTo>
                  <a:cubicBezTo>
                    <a:pt x="32" y="65"/>
                    <a:pt x="14" y="41"/>
                    <a:pt x="16" y="15"/>
                  </a:cubicBezTo>
                  <a:cubicBezTo>
                    <a:pt x="17" y="5"/>
                    <a:pt x="18" y="0"/>
                    <a:pt x="9" y="10"/>
                  </a:cubicBezTo>
                  <a:cubicBezTo>
                    <a:pt x="4" y="16"/>
                    <a:pt x="1" y="28"/>
                    <a:pt x="0" y="37"/>
                  </a:cubicBezTo>
                </a:path>
              </a:pathLst>
            </a:custGeom>
            <a:solidFill>
              <a:srgbClr val="6C2D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1464" name="Freeform 738">
              <a:extLst>
                <a:ext uri="{FF2B5EF4-FFF2-40B4-BE49-F238E27FC236}">
                  <a16:creationId xmlns:a16="http://schemas.microsoft.com/office/drawing/2014/main" id="{173E9278-E3C2-46B2-ABB2-FE0474ADAB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9" y="1974"/>
              <a:ext cx="109" cy="243"/>
            </a:xfrm>
            <a:custGeom>
              <a:avLst/>
              <a:gdLst>
                <a:gd name="T0" fmla="*/ 5 w 103"/>
                <a:gd name="T1" fmla="*/ 0 h 230"/>
                <a:gd name="T2" fmla="*/ 122 w 103"/>
                <a:gd name="T3" fmla="*/ 204 h 230"/>
                <a:gd name="T4" fmla="*/ 90 w 103"/>
                <a:gd name="T5" fmla="*/ 230 h 230"/>
                <a:gd name="T6" fmla="*/ 71 w 103"/>
                <a:gd name="T7" fmla="*/ 236 h 230"/>
                <a:gd name="T8" fmla="*/ 28 w 103"/>
                <a:gd name="T9" fmla="*/ 195 h 230"/>
                <a:gd name="T10" fmla="*/ 8 w 103"/>
                <a:gd name="T11" fmla="*/ 138 h 230"/>
                <a:gd name="T12" fmla="*/ 7 w 103"/>
                <a:gd name="T13" fmla="*/ 67 h 23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3" h="230">
                  <a:moveTo>
                    <a:pt x="5" y="0"/>
                  </a:moveTo>
                  <a:cubicBezTo>
                    <a:pt x="14" y="34"/>
                    <a:pt x="19" y="230"/>
                    <a:pt x="103" y="173"/>
                  </a:cubicBezTo>
                  <a:cubicBezTo>
                    <a:pt x="94" y="181"/>
                    <a:pt x="84" y="188"/>
                    <a:pt x="76" y="195"/>
                  </a:cubicBezTo>
                  <a:cubicBezTo>
                    <a:pt x="71" y="199"/>
                    <a:pt x="68" y="202"/>
                    <a:pt x="60" y="200"/>
                  </a:cubicBezTo>
                  <a:cubicBezTo>
                    <a:pt x="45" y="197"/>
                    <a:pt x="33" y="177"/>
                    <a:pt x="24" y="166"/>
                  </a:cubicBezTo>
                  <a:cubicBezTo>
                    <a:pt x="12" y="149"/>
                    <a:pt x="9" y="137"/>
                    <a:pt x="8" y="117"/>
                  </a:cubicBezTo>
                  <a:cubicBezTo>
                    <a:pt x="8" y="98"/>
                    <a:pt x="0" y="75"/>
                    <a:pt x="7" y="57"/>
                  </a:cubicBezTo>
                </a:path>
              </a:pathLst>
            </a:custGeom>
            <a:solidFill>
              <a:srgbClr val="8C3F3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1465" name="Freeform 739">
              <a:extLst>
                <a:ext uri="{FF2B5EF4-FFF2-40B4-BE49-F238E27FC236}">
                  <a16:creationId xmlns:a16="http://schemas.microsoft.com/office/drawing/2014/main" id="{5BAA3BDB-76C6-417F-92BE-87FBD7C10E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5" y="3885"/>
              <a:ext cx="146" cy="62"/>
            </a:xfrm>
            <a:custGeom>
              <a:avLst/>
              <a:gdLst>
                <a:gd name="T0" fmla="*/ 163 w 138"/>
                <a:gd name="T1" fmla="*/ 65 h 58"/>
                <a:gd name="T2" fmla="*/ 111 w 138"/>
                <a:gd name="T3" fmla="*/ 20 h 58"/>
                <a:gd name="T4" fmla="*/ 74 w 138"/>
                <a:gd name="T5" fmla="*/ 1 h 58"/>
                <a:gd name="T6" fmla="*/ 0 w 138"/>
                <a:gd name="T7" fmla="*/ 24 h 58"/>
                <a:gd name="T8" fmla="*/ 36 w 138"/>
                <a:gd name="T9" fmla="*/ 41 h 58"/>
                <a:gd name="T10" fmla="*/ 79 w 138"/>
                <a:gd name="T11" fmla="*/ 44 h 58"/>
                <a:gd name="T12" fmla="*/ 161 w 138"/>
                <a:gd name="T13" fmla="*/ 66 h 5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8" h="58">
                  <a:moveTo>
                    <a:pt x="138" y="53"/>
                  </a:moveTo>
                  <a:cubicBezTo>
                    <a:pt x="126" y="58"/>
                    <a:pt x="101" y="25"/>
                    <a:pt x="94" y="17"/>
                  </a:cubicBezTo>
                  <a:cubicBezTo>
                    <a:pt x="84" y="6"/>
                    <a:pt x="77" y="0"/>
                    <a:pt x="62" y="1"/>
                  </a:cubicBezTo>
                  <a:cubicBezTo>
                    <a:pt x="41" y="2"/>
                    <a:pt x="22" y="18"/>
                    <a:pt x="0" y="20"/>
                  </a:cubicBezTo>
                  <a:cubicBezTo>
                    <a:pt x="9" y="25"/>
                    <a:pt x="20" y="32"/>
                    <a:pt x="30" y="34"/>
                  </a:cubicBezTo>
                  <a:cubicBezTo>
                    <a:pt x="42" y="36"/>
                    <a:pt x="55" y="36"/>
                    <a:pt x="67" y="36"/>
                  </a:cubicBezTo>
                  <a:cubicBezTo>
                    <a:pt x="91" y="36"/>
                    <a:pt x="115" y="44"/>
                    <a:pt x="136" y="54"/>
                  </a:cubicBezTo>
                </a:path>
              </a:pathLst>
            </a:custGeom>
            <a:solidFill>
              <a:srgbClr val="8C3F3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1466" name="Freeform 740">
              <a:extLst>
                <a:ext uri="{FF2B5EF4-FFF2-40B4-BE49-F238E27FC236}">
                  <a16:creationId xmlns:a16="http://schemas.microsoft.com/office/drawing/2014/main" id="{D9099C5B-E96D-4759-A53B-AD4BC23DCE2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8" y="3738"/>
              <a:ext cx="78" cy="60"/>
            </a:xfrm>
            <a:custGeom>
              <a:avLst/>
              <a:gdLst>
                <a:gd name="T0" fmla="*/ 86 w 74"/>
                <a:gd name="T1" fmla="*/ 45 h 57"/>
                <a:gd name="T2" fmla="*/ 62 w 74"/>
                <a:gd name="T3" fmla="*/ 52 h 57"/>
                <a:gd name="T4" fmla="*/ 35 w 74"/>
                <a:gd name="T5" fmla="*/ 44 h 57"/>
                <a:gd name="T6" fmla="*/ 14 w 74"/>
                <a:gd name="T7" fmla="*/ 21 h 57"/>
                <a:gd name="T8" fmla="*/ 2 w 74"/>
                <a:gd name="T9" fmla="*/ 0 h 57"/>
                <a:gd name="T10" fmla="*/ 36 w 74"/>
                <a:gd name="T11" fmla="*/ 58 h 57"/>
                <a:gd name="T12" fmla="*/ 53 w 74"/>
                <a:gd name="T13" fmla="*/ 63 h 57"/>
                <a:gd name="T14" fmla="*/ 71 w 74"/>
                <a:gd name="T15" fmla="*/ 52 h 5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4" h="57">
                  <a:moveTo>
                    <a:pt x="74" y="39"/>
                  </a:moveTo>
                  <a:cubicBezTo>
                    <a:pt x="67" y="41"/>
                    <a:pt x="62" y="45"/>
                    <a:pt x="53" y="45"/>
                  </a:cubicBezTo>
                  <a:cubicBezTo>
                    <a:pt x="44" y="46"/>
                    <a:pt x="36" y="43"/>
                    <a:pt x="29" y="38"/>
                  </a:cubicBezTo>
                  <a:cubicBezTo>
                    <a:pt x="22" y="33"/>
                    <a:pt x="16" y="25"/>
                    <a:pt x="11" y="18"/>
                  </a:cubicBezTo>
                  <a:cubicBezTo>
                    <a:pt x="7" y="12"/>
                    <a:pt x="5" y="5"/>
                    <a:pt x="2" y="0"/>
                  </a:cubicBezTo>
                  <a:cubicBezTo>
                    <a:pt x="0" y="19"/>
                    <a:pt x="17" y="37"/>
                    <a:pt x="30" y="49"/>
                  </a:cubicBezTo>
                  <a:cubicBezTo>
                    <a:pt x="35" y="54"/>
                    <a:pt x="38" y="57"/>
                    <a:pt x="45" y="54"/>
                  </a:cubicBezTo>
                  <a:cubicBezTo>
                    <a:pt x="50" y="52"/>
                    <a:pt x="55" y="46"/>
                    <a:pt x="61" y="45"/>
                  </a:cubicBezTo>
                </a:path>
              </a:pathLst>
            </a:custGeom>
            <a:solidFill>
              <a:srgbClr val="8C3F3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1467" name="Freeform 741">
              <a:extLst>
                <a:ext uri="{FF2B5EF4-FFF2-40B4-BE49-F238E27FC236}">
                  <a16:creationId xmlns:a16="http://schemas.microsoft.com/office/drawing/2014/main" id="{A9148B27-13FD-4580-B507-12841EA0F3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5" y="1624"/>
              <a:ext cx="153" cy="256"/>
            </a:xfrm>
            <a:custGeom>
              <a:avLst/>
              <a:gdLst>
                <a:gd name="T0" fmla="*/ 164 w 145"/>
                <a:gd name="T1" fmla="*/ 0 h 243"/>
                <a:gd name="T2" fmla="*/ 146 w 145"/>
                <a:gd name="T3" fmla="*/ 50 h 243"/>
                <a:gd name="T4" fmla="*/ 146 w 145"/>
                <a:gd name="T5" fmla="*/ 96 h 243"/>
                <a:gd name="T6" fmla="*/ 155 w 145"/>
                <a:gd name="T7" fmla="*/ 177 h 243"/>
                <a:gd name="T8" fmla="*/ 123 w 145"/>
                <a:gd name="T9" fmla="*/ 206 h 243"/>
                <a:gd name="T10" fmla="*/ 95 w 145"/>
                <a:gd name="T11" fmla="*/ 240 h 243"/>
                <a:gd name="T12" fmla="*/ 8 w 145"/>
                <a:gd name="T13" fmla="*/ 283 h 243"/>
                <a:gd name="T14" fmla="*/ 0 w 145"/>
                <a:gd name="T15" fmla="*/ 284 h 243"/>
                <a:gd name="T16" fmla="*/ 46 w 145"/>
                <a:gd name="T17" fmla="*/ 261 h 243"/>
                <a:gd name="T18" fmla="*/ 84 w 145"/>
                <a:gd name="T19" fmla="*/ 225 h 243"/>
                <a:gd name="T20" fmla="*/ 108 w 145"/>
                <a:gd name="T21" fmla="*/ 195 h 243"/>
                <a:gd name="T22" fmla="*/ 133 w 145"/>
                <a:gd name="T23" fmla="*/ 169 h 243"/>
                <a:gd name="T24" fmla="*/ 126 w 145"/>
                <a:gd name="T25" fmla="*/ 79 h 243"/>
                <a:gd name="T26" fmla="*/ 164 w 145"/>
                <a:gd name="T27" fmla="*/ 4 h 243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45" h="243">
                  <a:moveTo>
                    <a:pt x="139" y="0"/>
                  </a:moveTo>
                  <a:cubicBezTo>
                    <a:pt x="141" y="9"/>
                    <a:pt x="127" y="31"/>
                    <a:pt x="124" y="43"/>
                  </a:cubicBezTo>
                  <a:cubicBezTo>
                    <a:pt x="120" y="56"/>
                    <a:pt x="121" y="69"/>
                    <a:pt x="124" y="82"/>
                  </a:cubicBezTo>
                  <a:cubicBezTo>
                    <a:pt x="129" y="103"/>
                    <a:pt x="145" y="128"/>
                    <a:pt x="132" y="151"/>
                  </a:cubicBezTo>
                  <a:cubicBezTo>
                    <a:pt x="126" y="162"/>
                    <a:pt x="113" y="168"/>
                    <a:pt x="105" y="177"/>
                  </a:cubicBezTo>
                  <a:cubicBezTo>
                    <a:pt x="96" y="185"/>
                    <a:pt x="89" y="196"/>
                    <a:pt x="81" y="205"/>
                  </a:cubicBezTo>
                  <a:cubicBezTo>
                    <a:pt x="62" y="226"/>
                    <a:pt x="37" y="242"/>
                    <a:pt x="8" y="242"/>
                  </a:cubicBezTo>
                  <a:cubicBezTo>
                    <a:pt x="5" y="242"/>
                    <a:pt x="2" y="243"/>
                    <a:pt x="0" y="243"/>
                  </a:cubicBezTo>
                  <a:cubicBezTo>
                    <a:pt x="13" y="235"/>
                    <a:pt x="28" y="232"/>
                    <a:pt x="40" y="223"/>
                  </a:cubicBezTo>
                  <a:cubicBezTo>
                    <a:pt x="52" y="215"/>
                    <a:pt x="63" y="204"/>
                    <a:pt x="72" y="193"/>
                  </a:cubicBezTo>
                  <a:cubicBezTo>
                    <a:pt x="78" y="184"/>
                    <a:pt x="84" y="175"/>
                    <a:pt x="92" y="167"/>
                  </a:cubicBezTo>
                  <a:cubicBezTo>
                    <a:pt x="98" y="159"/>
                    <a:pt x="109" y="153"/>
                    <a:pt x="113" y="144"/>
                  </a:cubicBezTo>
                  <a:cubicBezTo>
                    <a:pt x="124" y="118"/>
                    <a:pt x="105" y="92"/>
                    <a:pt x="107" y="67"/>
                  </a:cubicBezTo>
                  <a:cubicBezTo>
                    <a:pt x="109" y="42"/>
                    <a:pt x="128" y="25"/>
                    <a:pt x="139" y="4"/>
                  </a:cubicBezTo>
                </a:path>
              </a:pathLst>
            </a:custGeom>
            <a:solidFill>
              <a:srgbClr val="6C2D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1468" name="Freeform 742">
              <a:extLst>
                <a:ext uri="{FF2B5EF4-FFF2-40B4-BE49-F238E27FC236}">
                  <a16:creationId xmlns:a16="http://schemas.microsoft.com/office/drawing/2014/main" id="{710E6C6D-6563-4929-9461-F8AEA73A77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9" y="1446"/>
              <a:ext cx="25" cy="45"/>
            </a:xfrm>
            <a:custGeom>
              <a:avLst/>
              <a:gdLst>
                <a:gd name="T0" fmla="*/ 27 w 24"/>
                <a:gd name="T1" fmla="*/ 33 h 42"/>
                <a:gd name="T2" fmla="*/ 9 w 24"/>
                <a:gd name="T3" fmla="*/ 27 h 42"/>
                <a:gd name="T4" fmla="*/ 15 w 24"/>
                <a:gd name="T5" fmla="*/ 51 h 42"/>
                <a:gd name="T6" fmla="*/ 4 w 24"/>
                <a:gd name="T7" fmla="*/ 16 h 42"/>
                <a:gd name="T8" fmla="*/ 24 w 24"/>
                <a:gd name="T9" fmla="*/ 27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42">
                  <a:moveTo>
                    <a:pt x="24" y="27"/>
                  </a:moveTo>
                  <a:cubicBezTo>
                    <a:pt x="21" y="27"/>
                    <a:pt x="15" y="11"/>
                    <a:pt x="9" y="21"/>
                  </a:cubicBezTo>
                  <a:cubicBezTo>
                    <a:pt x="6" y="26"/>
                    <a:pt x="12" y="37"/>
                    <a:pt x="12" y="42"/>
                  </a:cubicBezTo>
                  <a:cubicBezTo>
                    <a:pt x="6" y="37"/>
                    <a:pt x="0" y="20"/>
                    <a:pt x="4" y="13"/>
                  </a:cubicBezTo>
                  <a:cubicBezTo>
                    <a:pt x="11" y="0"/>
                    <a:pt x="17" y="16"/>
                    <a:pt x="21" y="21"/>
                  </a:cubicBezTo>
                </a:path>
              </a:pathLst>
            </a:custGeom>
            <a:solidFill>
              <a:srgbClr val="8C3F3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1469" name="Freeform 743">
              <a:extLst>
                <a:ext uri="{FF2B5EF4-FFF2-40B4-BE49-F238E27FC236}">
                  <a16:creationId xmlns:a16="http://schemas.microsoft.com/office/drawing/2014/main" id="{0C681836-649C-4EE9-9C6F-D427206EAA8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5" y="1529"/>
              <a:ext cx="32" cy="29"/>
            </a:xfrm>
            <a:custGeom>
              <a:avLst/>
              <a:gdLst>
                <a:gd name="T0" fmla="*/ 5 w 30"/>
                <a:gd name="T1" fmla="*/ 31 h 28"/>
                <a:gd name="T2" fmla="*/ 17 w 30"/>
                <a:gd name="T3" fmla="*/ 9 h 28"/>
                <a:gd name="T4" fmla="*/ 0 w 30"/>
                <a:gd name="T5" fmla="*/ 8 h 28"/>
                <a:gd name="T6" fmla="*/ 23 w 30"/>
                <a:gd name="T7" fmla="*/ 2 h 28"/>
                <a:gd name="T8" fmla="*/ 11 w 30"/>
                <a:gd name="T9" fmla="*/ 30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28">
                  <a:moveTo>
                    <a:pt x="5" y="28"/>
                  </a:moveTo>
                  <a:cubicBezTo>
                    <a:pt x="10" y="24"/>
                    <a:pt x="19" y="15"/>
                    <a:pt x="14" y="9"/>
                  </a:cubicBezTo>
                  <a:cubicBezTo>
                    <a:pt x="11" y="5"/>
                    <a:pt x="4" y="6"/>
                    <a:pt x="0" y="8"/>
                  </a:cubicBezTo>
                  <a:cubicBezTo>
                    <a:pt x="3" y="5"/>
                    <a:pt x="16" y="0"/>
                    <a:pt x="20" y="2"/>
                  </a:cubicBezTo>
                  <a:cubicBezTo>
                    <a:pt x="30" y="9"/>
                    <a:pt x="12" y="23"/>
                    <a:pt x="8" y="27"/>
                  </a:cubicBezTo>
                </a:path>
              </a:pathLst>
            </a:custGeom>
            <a:solidFill>
              <a:srgbClr val="8C3F3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1470" name="Freeform 744">
              <a:extLst>
                <a:ext uri="{FF2B5EF4-FFF2-40B4-BE49-F238E27FC236}">
                  <a16:creationId xmlns:a16="http://schemas.microsoft.com/office/drawing/2014/main" id="{732E22EF-4381-45B7-8557-F2ED4CB354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8" y="1617"/>
              <a:ext cx="33" cy="30"/>
            </a:xfrm>
            <a:custGeom>
              <a:avLst/>
              <a:gdLst>
                <a:gd name="T0" fmla="*/ 3 w 32"/>
                <a:gd name="T1" fmla="*/ 0 h 28"/>
                <a:gd name="T2" fmla="*/ 14 w 32"/>
                <a:gd name="T3" fmla="*/ 15 h 28"/>
                <a:gd name="T4" fmla="*/ 0 w 32"/>
                <a:gd name="T5" fmla="*/ 27 h 28"/>
                <a:gd name="T6" fmla="*/ 11 w 32"/>
                <a:gd name="T7" fmla="*/ 0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28">
                  <a:moveTo>
                    <a:pt x="3" y="0"/>
                  </a:moveTo>
                  <a:cubicBezTo>
                    <a:pt x="8" y="4"/>
                    <a:pt x="15" y="3"/>
                    <a:pt x="14" y="12"/>
                  </a:cubicBezTo>
                  <a:cubicBezTo>
                    <a:pt x="13" y="19"/>
                    <a:pt x="6" y="21"/>
                    <a:pt x="0" y="21"/>
                  </a:cubicBezTo>
                  <a:cubicBezTo>
                    <a:pt x="19" y="28"/>
                    <a:pt x="32" y="0"/>
                    <a:pt x="11" y="0"/>
                  </a:cubicBezTo>
                </a:path>
              </a:pathLst>
            </a:custGeom>
            <a:solidFill>
              <a:srgbClr val="8C3F3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1471" name="Freeform 745">
              <a:extLst>
                <a:ext uri="{FF2B5EF4-FFF2-40B4-BE49-F238E27FC236}">
                  <a16:creationId xmlns:a16="http://schemas.microsoft.com/office/drawing/2014/main" id="{83163E5F-45C9-4146-A4FE-37DB575DE9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2" y="1202"/>
              <a:ext cx="520" cy="578"/>
            </a:xfrm>
            <a:custGeom>
              <a:avLst/>
              <a:gdLst>
                <a:gd name="T0" fmla="*/ 0 w 493"/>
                <a:gd name="T1" fmla="*/ 0 h 547"/>
                <a:gd name="T2" fmla="*/ 432 w 493"/>
                <a:gd name="T3" fmla="*/ 218 h 547"/>
                <a:gd name="T4" fmla="*/ 486 w 493"/>
                <a:gd name="T5" fmla="*/ 317 h 547"/>
                <a:gd name="T6" fmla="*/ 578 w 493"/>
                <a:gd name="T7" fmla="*/ 646 h 547"/>
                <a:gd name="T8" fmla="*/ 492 w 493"/>
                <a:gd name="T9" fmla="*/ 341 h 547"/>
                <a:gd name="T10" fmla="*/ 422 w 493"/>
                <a:gd name="T11" fmla="*/ 225 h 547"/>
                <a:gd name="T12" fmla="*/ 0 w 493"/>
                <a:gd name="T13" fmla="*/ 0 h 54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93" h="547">
                  <a:moveTo>
                    <a:pt x="0" y="0"/>
                  </a:moveTo>
                  <a:cubicBezTo>
                    <a:pt x="0" y="0"/>
                    <a:pt x="296" y="15"/>
                    <a:pt x="369" y="185"/>
                  </a:cubicBezTo>
                  <a:cubicBezTo>
                    <a:pt x="389" y="234"/>
                    <a:pt x="398" y="252"/>
                    <a:pt x="414" y="269"/>
                  </a:cubicBezTo>
                  <a:cubicBezTo>
                    <a:pt x="430" y="287"/>
                    <a:pt x="478" y="350"/>
                    <a:pt x="493" y="547"/>
                  </a:cubicBezTo>
                  <a:cubicBezTo>
                    <a:pt x="493" y="547"/>
                    <a:pt x="475" y="371"/>
                    <a:pt x="419" y="290"/>
                  </a:cubicBezTo>
                  <a:cubicBezTo>
                    <a:pt x="364" y="209"/>
                    <a:pt x="370" y="212"/>
                    <a:pt x="359" y="191"/>
                  </a:cubicBezTo>
                  <a:cubicBezTo>
                    <a:pt x="349" y="170"/>
                    <a:pt x="294" y="34"/>
                    <a:pt x="0" y="0"/>
                  </a:cubicBezTo>
                  <a:close/>
                </a:path>
              </a:pathLst>
            </a:custGeom>
            <a:solidFill>
              <a:srgbClr val="6C2D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1472" name="Freeform 746">
              <a:extLst>
                <a:ext uri="{FF2B5EF4-FFF2-40B4-BE49-F238E27FC236}">
                  <a16:creationId xmlns:a16="http://schemas.microsoft.com/office/drawing/2014/main" id="{40DB4DFA-D35B-4EAC-B464-B3A58D68038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3" y="1829"/>
              <a:ext cx="82" cy="101"/>
            </a:xfrm>
            <a:custGeom>
              <a:avLst/>
              <a:gdLst>
                <a:gd name="T0" fmla="*/ 58 w 78"/>
                <a:gd name="T1" fmla="*/ 0 h 95"/>
                <a:gd name="T2" fmla="*/ 70 w 78"/>
                <a:gd name="T3" fmla="*/ 65 h 95"/>
                <a:gd name="T4" fmla="*/ 47 w 78"/>
                <a:gd name="T5" fmla="*/ 98 h 95"/>
                <a:gd name="T6" fmla="*/ 0 w 78"/>
                <a:gd name="T7" fmla="*/ 112 h 95"/>
                <a:gd name="T8" fmla="*/ 32 w 78"/>
                <a:gd name="T9" fmla="*/ 91 h 95"/>
                <a:gd name="T10" fmla="*/ 48 w 78"/>
                <a:gd name="T11" fmla="*/ 64 h 95"/>
                <a:gd name="T12" fmla="*/ 66 w 78"/>
                <a:gd name="T13" fmla="*/ 44 h 95"/>
                <a:gd name="T14" fmla="*/ 55 w 78"/>
                <a:gd name="T15" fmla="*/ 6 h 9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8" h="95">
                  <a:moveTo>
                    <a:pt x="49" y="0"/>
                  </a:moveTo>
                  <a:cubicBezTo>
                    <a:pt x="63" y="14"/>
                    <a:pt x="78" y="36"/>
                    <a:pt x="61" y="54"/>
                  </a:cubicBezTo>
                  <a:cubicBezTo>
                    <a:pt x="53" y="64"/>
                    <a:pt x="48" y="72"/>
                    <a:pt x="41" y="82"/>
                  </a:cubicBezTo>
                  <a:cubicBezTo>
                    <a:pt x="32" y="95"/>
                    <a:pt x="15" y="92"/>
                    <a:pt x="0" y="93"/>
                  </a:cubicBezTo>
                  <a:cubicBezTo>
                    <a:pt x="9" y="89"/>
                    <a:pt x="22" y="83"/>
                    <a:pt x="28" y="76"/>
                  </a:cubicBezTo>
                  <a:cubicBezTo>
                    <a:pt x="35" y="70"/>
                    <a:pt x="35" y="60"/>
                    <a:pt x="42" y="53"/>
                  </a:cubicBezTo>
                  <a:cubicBezTo>
                    <a:pt x="47" y="48"/>
                    <a:pt x="55" y="45"/>
                    <a:pt x="57" y="37"/>
                  </a:cubicBezTo>
                  <a:cubicBezTo>
                    <a:pt x="59" y="29"/>
                    <a:pt x="54" y="10"/>
                    <a:pt x="47" y="6"/>
                  </a:cubicBezTo>
                </a:path>
              </a:pathLst>
            </a:custGeom>
            <a:solidFill>
              <a:srgbClr val="6C2D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1473" name="Freeform 747">
              <a:extLst>
                <a:ext uri="{FF2B5EF4-FFF2-40B4-BE49-F238E27FC236}">
                  <a16:creationId xmlns:a16="http://schemas.microsoft.com/office/drawing/2014/main" id="{A1A3D59D-2CF0-4FFF-864E-1E9506354EA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9" y="1925"/>
              <a:ext cx="86" cy="265"/>
            </a:xfrm>
            <a:custGeom>
              <a:avLst/>
              <a:gdLst>
                <a:gd name="T0" fmla="*/ 0 w 81"/>
                <a:gd name="T1" fmla="*/ 0 h 251"/>
                <a:gd name="T2" fmla="*/ 54 w 81"/>
                <a:gd name="T3" fmla="*/ 148 h 251"/>
                <a:gd name="T4" fmla="*/ 59 w 81"/>
                <a:gd name="T5" fmla="*/ 225 h 251"/>
                <a:gd name="T6" fmla="*/ 53 w 81"/>
                <a:gd name="T7" fmla="*/ 295 h 251"/>
                <a:gd name="T8" fmla="*/ 17 w 81"/>
                <a:gd name="T9" fmla="*/ 283 h 251"/>
                <a:gd name="T10" fmla="*/ 63 w 81"/>
                <a:gd name="T11" fmla="*/ 276 h 251"/>
                <a:gd name="T12" fmla="*/ 35 w 81"/>
                <a:gd name="T13" fmla="*/ 239 h 251"/>
                <a:gd name="T14" fmla="*/ 44 w 81"/>
                <a:gd name="T15" fmla="*/ 214 h 251"/>
                <a:gd name="T16" fmla="*/ 42 w 81"/>
                <a:gd name="T17" fmla="*/ 144 h 251"/>
                <a:gd name="T18" fmla="*/ 0 w 81"/>
                <a:gd name="T19" fmla="*/ 0 h 25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1" h="251">
                  <a:moveTo>
                    <a:pt x="0" y="0"/>
                  </a:moveTo>
                  <a:cubicBezTo>
                    <a:pt x="0" y="0"/>
                    <a:pt x="50" y="92"/>
                    <a:pt x="45" y="126"/>
                  </a:cubicBezTo>
                  <a:cubicBezTo>
                    <a:pt x="41" y="161"/>
                    <a:pt x="39" y="178"/>
                    <a:pt x="50" y="191"/>
                  </a:cubicBezTo>
                  <a:cubicBezTo>
                    <a:pt x="60" y="204"/>
                    <a:pt x="81" y="248"/>
                    <a:pt x="44" y="250"/>
                  </a:cubicBezTo>
                  <a:cubicBezTo>
                    <a:pt x="36" y="251"/>
                    <a:pt x="23" y="248"/>
                    <a:pt x="14" y="241"/>
                  </a:cubicBezTo>
                  <a:cubicBezTo>
                    <a:pt x="14" y="241"/>
                    <a:pt x="49" y="250"/>
                    <a:pt x="53" y="234"/>
                  </a:cubicBezTo>
                  <a:cubicBezTo>
                    <a:pt x="58" y="218"/>
                    <a:pt x="47" y="196"/>
                    <a:pt x="29" y="203"/>
                  </a:cubicBezTo>
                  <a:cubicBezTo>
                    <a:pt x="29" y="203"/>
                    <a:pt x="41" y="197"/>
                    <a:pt x="37" y="182"/>
                  </a:cubicBezTo>
                  <a:cubicBezTo>
                    <a:pt x="34" y="167"/>
                    <a:pt x="34" y="132"/>
                    <a:pt x="36" y="122"/>
                  </a:cubicBezTo>
                  <a:cubicBezTo>
                    <a:pt x="38" y="111"/>
                    <a:pt x="39" y="80"/>
                    <a:pt x="0" y="0"/>
                  </a:cubicBezTo>
                  <a:close/>
                </a:path>
              </a:pathLst>
            </a:custGeom>
            <a:solidFill>
              <a:srgbClr val="6C2D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1474" name="Freeform 748">
              <a:extLst>
                <a:ext uri="{FF2B5EF4-FFF2-40B4-BE49-F238E27FC236}">
                  <a16:creationId xmlns:a16="http://schemas.microsoft.com/office/drawing/2014/main" id="{5F3A9E0B-D068-497E-80BC-A3BE981717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9" y="2212"/>
              <a:ext cx="80" cy="309"/>
            </a:xfrm>
            <a:custGeom>
              <a:avLst/>
              <a:gdLst>
                <a:gd name="T0" fmla="*/ 45 w 76"/>
                <a:gd name="T1" fmla="*/ 0 h 292"/>
                <a:gd name="T2" fmla="*/ 67 w 76"/>
                <a:gd name="T3" fmla="*/ 2 h 292"/>
                <a:gd name="T4" fmla="*/ 75 w 76"/>
                <a:gd name="T5" fmla="*/ 75 h 292"/>
                <a:gd name="T6" fmla="*/ 86 w 76"/>
                <a:gd name="T7" fmla="*/ 150 h 292"/>
                <a:gd name="T8" fmla="*/ 73 w 76"/>
                <a:gd name="T9" fmla="*/ 226 h 292"/>
                <a:gd name="T10" fmla="*/ 58 w 76"/>
                <a:gd name="T11" fmla="*/ 265 h 292"/>
                <a:gd name="T12" fmla="*/ 48 w 76"/>
                <a:gd name="T13" fmla="*/ 297 h 292"/>
                <a:gd name="T14" fmla="*/ 0 w 76"/>
                <a:gd name="T15" fmla="*/ 346 h 292"/>
                <a:gd name="T16" fmla="*/ 23 w 76"/>
                <a:gd name="T17" fmla="*/ 320 h 292"/>
                <a:gd name="T18" fmla="*/ 43 w 76"/>
                <a:gd name="T19" fmla="*/ 275 h 292"/>
                <a:gd name="T20" fmla="*/ 54 w 76"/>
                <a:gd name="T21" fmla="*/ 225 h 292"/>
                <a:gd name="T22" fmla="*/ 72 w 76"/>
                <a:gd name="T23" fmla="*/ 185 h 292"/>
                <a:gd name="T24" fmla="*/ 62 w 76"/>
                <a:gd name="T25" fmla="*/ 81 h 292"/>
                <a:gd name="T26" fmla="*/ 48 w 76"/>
                <a:gd name="T27" fmla="*/ 0 h 29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76" h="292">
                  <a:moveTo>
                    <a:pt x="39" y="0"/>
                  </a:moveTo>
                  <a:cubicBezTo>
                    <a:pt x="46" y="0"/>
                    <a:pt x="52" y="0"/>
                    <a:pt x="58" y="2"/>
                  </a:cubicBezTo>
                  <a:cubicBezTo>
                    <a:pt x="59" y="22"/>
                    <a:pt x="62" y="43"/>
                    <a:pt x="64" y="63"/>
                  </a:cubicBezTo>
                  <a:cubicBezTo>
                    <a:pt x="66" y="85"/>
                    <a:pt x="72" y="105"/>
                    <a:pt x="74" y="127"/>
                  </a:cubicBezTo>
                  <a:cubicBezTo>
                    <a:pt x="76" y="151"/>
                    <a:pt x="73" y="169"/>
                    <a:pt x="63" y="191"/>
                  </a:cubicBezTo>
                  <a:cubicBezTo>
                    <a:pt x="58" y="201"/>
                    <a:pt x="52" y="211"/>
                    <a:pt x="49" y="223"/>
                  </a:cubicBezTo>
                  <a:cubicBezTo>
                    <a:pt x="46" y="232"/>
                    <a:pt x="45" y="242"/>
                    <a:pt x="42" y="251"/>
                  </a:cubicBezTo>
                  <a:cubicBezTo>
                    <a:pt x="35" y="267"/>
                    <a:pt x="15" y="283"/>
                    <a:pt x="0" y="292"/>
                  </a:cubicBezTo>
                  <a:cubicBezTo>
                    <a:pt x="1" y="279"/>
                    <a:pt x="12" y="278"/>
                    <a:pt x="20" y="269"/>
                  </a:cubicBezTo>
                  <a:cubicBezTo>
                    <a:pt x="28" y="259"/>
                    <a:pt x="34" y="244"/>
                    <a:pt x="37" y="232"/>
                  </a:cubicBezTo>
                  <a:cubicBezTo>
                    <a:pt x="41" y="218"/>
                    <a:pt x="41" y="203"/>
                    <a:pt x="46" y="190"/>
                  </a:cubicBezTo>
                  <a:cubicBezTo>
                    <a:pt x="50" y="178"/>
                    <a:pt x="58" y="168"/>
                    <a:pt x="62" y="156"/>
                  </a:cubicBezTo>
                  <a:cubicBezTo>
                    <a:pt x="74" y="122"/>
                    <a:pt x="56" y="101"/>
                    <a:pt x="53" y="69"/>
                  </a:cubicBezTo>
                  <a:cubicBezTo>
                    <a:pt x="51" y="51"/>
                    <a:pt x="58" y="10"/>
                    <a:pt x="42" y="0"/>
                  </a:cubicBezTo>
                </a:path>
              </a:pathLst>
            </a:custGeom>
            <a:solidFill>
              <a:srgbClr val="6C2D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1475" name="Freeform 749">
              <a:extLst>
                <a:ext uri="{FF2B5EF4-FFF2-40B4-BE49-F238E27FC236}">
                  <a16:creationId xmlns:a16="http://schemas.microsoft.com/office/drawing/2014/main" id="{0949A137-786F-48E2-93B9-49505B8E421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5" y="2384"/>
              <a:ext cx="52" cy="114"/>
            </a:xfrm>
            <a:custGeom>
              <a:avLst/>
              <a:gdLst>
                <a:gd name="T0" fmla="*/ 47 w 50"/>
                <a:gd name="T1" fmla="*/ 0 h 108"/>
                <a:gd name="T2" fmla="*/ 50 w 50"/>
                <a:gd name="T3" fmla="*/ 75 h 108"/>
                <a:gd name="T4" fmla="*/ 0 w 50"/>
                <a:gd name="T5" fmla="*/ 117 h 108"/>
                <a:gd name="T6" fmla="*/ 44 w 50"/>
                <a:gd name="T7" fmla="*/ 68 h 108"/>
                <a:gd name="T8" fmla="*/ 48 w 50"/>
                <a:gd name="T9" fmla="*/ 8 h 10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108">
                  <a:moveTo>
                    <a:pt x="41" y="0"/>
                  </a:moveTo>
                  <a:cubicBezTo>
                    <a:pt x="44" y="18"/>
                    <a:pt x="50" y="44"/>
                    <a:pt x="44" y="63"/>
                  </a:cubicBezTo>
                  <a:cubicBezTo>
                    <a:pt x="41" y="75"/>
                    <a:pt x="16" y="108"/>
                    <a:pt x="0" y="99"/>
                  </a:cubicBezTo>
                  <a:cubicBezTo>
                    <a:pt x="21" y="91"/>
                    <a:pt x="33" y="79"/>
                    <a:pt x="38" y="58"/>
                  </a:cubicBezTo>
                  <a:cubicBezTo>
                    <a:pt x="41" y="42"/>
                    <a:pt x="46" y="24"/>
                    <a:pt x="42" y="8"/>
                  </a:cubicBezTo>
                </a:path>
              </a:pathLst>
            </a:custGeom>
            <a:solidFill>
              <a:srgbClr val="8C3F3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1476" name="Freeform 750">
              <a:extLst>
                <a:ext uri="{FF2B5EF4-FFF2-40B4-BE49-F238E27FC236}">
                  <a16:creationId xmlns:a16="http://schemas.microsoft.com/office/drawing/2014/main" id="{3397D235-D5C1-4864-9210-FC1C8FEDD5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1" y="2344"/>
              <a:ext cx="55" cy="35"/>
            </a:xfrm>
            <a:custGeom>
              <a:avLst/>
              <a:gdLst>
                <a:gd name="T0" fmla="*/ 61 w 52"/>
                <a:gd name="T1" fmla="*/ 13 h 33"/>
                <a:gd name="T2" fmla="*/ 24 w 52"/>
                <a:gd name="T3" fmla="*/ 14 h 33"/>
                <a:gd name="T4" fmla="*/ 0 w 52"/>
                <a:gd name="T5" fmla="*/ 39 h 33"/>
                <a:gd name="T6" fmla="*/ 22 w 52"/>
                <a:gd name="T7" fmla="*/ 4 h 33"/>
                <a:gd name="T8" fmla="*/ 40 w 52"/>
                <a:gd name="T9" fmla="*/ 2 h 33"/>
                <a:gd name="T10" fmla="*/ 58 w 52"/>
                <a:gd name="T11" fmla="*/ 8 h 3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2" h="33">
                  <a:moveTo>
                    <a:pt x="52" y="10"/>
                  </a:moveTo>
                  <a:cubicBezTo>
                    <a:pt x="48" y="2"/>
                    <a:pt x="27" y="9"/>
                    <a:pt x="21" y="11"/>
                  </a:cubicBezTo>
                  <a:cubicBezTo>
                    <a:pt x="9" y="15"/>
                    <a:pt x="5" y="23"/>
                    <a:pt x="0" y="33"/>
                  </a:cubicBezTo>
                  <a:cubicBezTo>
                    <a:pt x="0" y="19"/>
                    <a:pt x="7" y="9"/>
                    <a:pt x="19" y="4"/>
                  </a:cubicBezTo>
                  <a:cubicBezTo>
                    <a:pt x="24" y="2"/>
                    <a:pt x="29" y="0"/>
                    <a:pt x="34" y="2"/>
                  </a:cubicBezTo>
                  <a:cubicBezTo>
                    <a:pt x="40" y="3"/>
                    <a:pt x="44" y="8"/>
                    <a:pt x="49" y="8"/>
                  </a:cubicBezTo>
                </a:path>
              </a:pathLst>
            </a:custGeom>
            <a:solidFill>
              <a:srgbClr val="8C3F3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1477" name="Freeform 751">
              <a:extLst>
                <a:ext uri="{FF2B5EF4-FFF2-40B4-BE49-F238E27FC236}">
                  <a16:creationId xmlns:a16="http://schemas.microsoft.com/office/drawing/2014/main" id="{D093E407-7AD6-448D-A349-90BBB7D3469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2" y="2318"/>
              <a:ext cx="108" cy="666"/>
            </a:xfrm>
            <a:custGeom>
              <a:avLst/>
              <a:gdLst>
                <a:gd name="T0" fmla="*/ 55 w 102"/>
                <a:gd name="T1" fmla="*/ 0 h 631"/>
                <a:gd name="T2" fmla="*/ 104 w 102"/>
                <a:gd name="T3" fmla="*/ 434 h 631"/>
                <a:gd name="T4" fmla="*/ 0 w 102"/>
                <a:gd name="T5" fmla="*/ 742 h 631"/>
                <a:gd name="T6" fmla="*/ 82 w 102"/>
                <a:gd name="T7" fmla="*/ 426 h 631"/>
                <a:gd name="T8" fmla="*/ 55 w 102"/>
                <a:gd name="T9" fmla="*/ 0 h 6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2" h="631">
                  <a:moveTo>
                    <a:pt x="46" y="0"/>
                  </a:moveTo>
                  <a:cubicBezTo>
                    <a:pt x="46" y="0"/>
                    <a:pt x="102" y="173"/>
                    <a:pt x="88" y="369"/>
                  </a:cubicBezTo>
                  <a:cubicBezTo>
                    <a:pt x="74" y="564"/>
                    <a:pt x="21" y="600"/>
                    <a:pt x="0" y="631"/>
                  </a:cubicBezTo>
                  <a:cubicBezTo>
                    <a:pt x="0" y="631"/>
                    <a:pt x="67" y="521"/>
                    <a:pt x="69" y="363"/>
                  </a:cubicBezTo>
                  <a:cubicBezTo>
                    <a:pt x="71" y="206"/>
                    <a:pt x="46" y="0"/>
                    <a:pt x="46" y="0"/>
                  </a:cubicBezTo>
                  <a:close/>
                </a:path>
              </a:pathLst>
            </a:custGeom>
            <a:solidFill>
              <a:srgbClr val="6C2D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1478" name="Freeform 752">
              <a:extLst>
                <a:ext uri="{FF2B5EF4-FFF2-40B4-BE49-F238E27FC236}">
                  <a16:creationId xmlns:a16="http://schemas.microsoft.com/office/drawing/2014/main" id="{66EFF248-BA7D-44E8-B6F6-04CDC7ECED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4" y="1974"/>
              <a:ext cx="70" cy="314"/>
            </a:xfrm>
            <a:custGeom>
              <a:avLst/>
              <a:gdLst>
                <a:gd name="T0" fmla="*/ 66 w 66"/>
                <a:gd name="T1" fmla="*/ 349 h 298"/>
                <a:gd name="T2" fmla="*/ 0 w 66"/>
                <a:gd name="T3" fmla="*/ 326 h 298"/>
                <a:gd name="T4" fmla="*/ 49 w 66"/>
                <a:gd name="T5" fmla="*/ 298 h 298"/>
                <a:gd name="T6" fmla="*/ 25 w 66"/>
                <a:gd name="T7" fmla="*/ 262 h 298"/>
                <a:gd name="T8" fmla="*/ 57 w 66"/>
                <a:gd name="T9" fmla="*/ 159 h 298"/>
                <a:gd name="T10" fmla="*/ 57 w 66"/>
                <a:gd name="T11" fmla="*/ 76 h 298"/>
                <a:gd name="T12" fmla="*/ 52 w 66"/>
                <a:gd name="T13" fmla="*/ 0 h 298"/>
                <a:gd name="T14" fmla="*/ 76 w 66"/>
                <a:gd name="T15" fmla="*/ 179 h 298"/>
                <a:gd name="T16" fmla="*/ 74 w 66"/>
                <a:gd name="T17" fmla="*/ 254 h 298"/>
                <a:gd name="T18" fmla="*/ 68 w 66"/>
                <a:gd name="T19" fmla="*/ 292 h 298"/>
                <a:gd name="T20" fmla="*/ 66 w 66"/>
                <a:gd name="T21" fmla="*/ 331 h 29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6" h="298">
                  <a:moveTo>
                    <a:pt x="55" y="298"/>
                  </a:moveTo>
                  <a:cubicBezTo>
                    <a:pt x="61" y="263"/>
                    <a:pt x="20" y="270"/>
                    <a:pt x="0" y="278"/>
                  </a:cubicBezTo>
                  <a:cubicBezTo>
                    <a:pt x="15" y="271"/>
                    <a:pt x="35" y="271"/>
                    <a:pt x="41" y="255"/>
                  </a:cubicBezTo>
                  <a:cubicBezTo>
                    <a:pt x="45" y="242"/>
                    <a:pt x="38" y="224"/>
                    <a:pt x="22" y="224"/>
                  </a:cubicBezTo>
                  <a:cubicBezTo>
                    <a:pt x="60" y="228"/>
                    <a:pt x="49" y="161"/>
                    <a:pt x="48" y="136"/>
                  </a:cubicBezTo>
                  <a:cubicBezTo>
                    <a:pt x="47" y="112"/>
                    <a:pt x="49" y="89"/>
                    <a:pt x="48" y="65"/>
                  </a:cubicBezTo>
                  <a:cubicBezTo>
                    <a:pt x="47" y="44"/>
                    <a:pt x="42" y="21"/>
                    <a:pt x="43" y="0"/>
                  </a:cubicBezTo>
                  <a:cubicBezTo>
                    <a:pt x="58" y="51"/>
                    <a:pt x="66" y="101"/>
                    <a:pt x="64" y="153"/>
                  </a:cubicBezTo>
                  <a:cubicBezTo>
                    <a:pt x="63" y="174"/>
                    <a:pt x="63" y="195"/>
                    <a:pt x="62" y="217"/>
                  </a:cubicBezTo>
                  <a:cubicBezTo>
                    <a:pt x="61" y="229"/>
                    <a:pt x="59" y="238"/>
                    <a:pt x="57" y="250"/>
                  </a:cubicBezTo>
                  <a:cubicBezTo>
                    <a:pt x="55" y="257"/>
                    <a:pt x="50" y="285"/>
                    <a:pt x="55" y="283"/>
                  </a:cubicBezTo>
                </a:path>
              </a:pathLst>
            </a:custGeom>
            <a:solidFill>
              <a:srgbClr val="8C3F3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1479" name="Freeform 753">
              <a:extLst>
                <a:ext uri="{FF2B5EF4-FFF2-40B4-BE49-F238E27FC236}">
                  <a16:creationId xmlns:a16="http://schemas.microsoft.com/office/drawing/2014/main" id="{4826C946-4601-4D48-930C-BF64438B32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4" y="2986"/>
              <a:ext cx="68" cy="140"/>
            </a:xfrm>
            <a:custGeom>
              <a:avLst/>
              <a:gdLst>
                <a:gd name="T0" fmla="*/ 15 w 64"/>
                <a:gd name="T1" fmla="*/ 33 h 133"/>
                <a:gd name="T2" fmla="*/ 40 w 64"/>
                <a:gd name="T3" fmla="*/ 0 h 133"/>
                <a:gd name="T4" fmla="*/ 0 w 64"/>
                <a:gd name="T5" fmla="*/ 155 h 133"/>
                <a:gd name="T6" fmla="*/ 18 w 64"/>
                <a:gd name="T7" fmla="*/ 29 h 1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4" h="133">
                  <a:moveTo>
                    <a:pt x="12" y="28"/>
                  </a:moveTo>
                  <a:cubicBezTo>
                    <a:pt x="17" y="18"/>
                    <a:pt x="24" y="6"/>
                    <a:pt x="34" y="0"/>
                  </a:cubicBezTo>
                  <a:cubicBezTo>
                    <a:pt x="64" y="39"/>
                    <a:pt x="26" y="105"/>
                    <a:pt x="0" y="133"/>
                  </a:cubicBezTo>
                  <a:cubicBezTo>
                    <a:pt x="17" y="115"/>
                    <a:pt x="42" y="44"/>
                    <a:pt x="15" y="26"/>
                  </a:cubicBezTo>
                </a:path>
              </a:pathLst>
            </a:custGeom>
            <a:solidFill>
              <a:srgbClr val="6C2D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1480" name="Freeform 754">
              <a:extLst>
                <a:ext uri="{FF2B5EF4-FFF2-40B4-BE49-F238E27FC236}">
                  <a16:creationId xmlns:a16="http://schemas.microsoft.com/office/drawing/2014/main" id="{8E0A6BAC-34F9-4D27-8298-90C72B8D77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9" y="3160"/>
              <a:ext cx="128" cy="610"/>
            </a:xfrm>
            <a:custGeom>
              <a:avLst/>
              <a:gdLst>
                <a:gd name="T0" fmla="*/ 105 w 121"/>
                <a:gd name="T1" fmla="*/ 0 h 578"/>
                <a:gd name="T2" fmla="*/ 136 w 121"/>
                <a:gd name="T3" fmla="*/ 163 h 578"/>
                <a:gd name="T4" fmla="*/ 143 w 121"/>
                <a:gd name="T5" fmla="*/ 363 h 578"/>
                <a:gd name="T6" fmla="*/ 105 w 121"/>
                <a:gd name="T7" fmla="*/ 597 h 578"/>
                <a:gd name="T8" fmla="*/ 85 w 121"/>
                <a:gd name="T9" fmla="*/ 675 h 578"/>
                <a:gd name="T10" fmla="*/ 71 w 121"/>
                <a:gd name="T11" fmla="*/ 557 h 578"/>
                <a:gd name="T12" fmla="*/ 85 w 121"/>
                <a:gd name="T13" fmla="*/ 546 h 578"/>
                <a:gd name="T14" fmla="*/ 48 w 121"/>
                <a:gd name="T15" fmla="*/ 555 h 578"/>
                <a:gd name="T16" fmla="*/ 0 w 121"/>
                <a:gd name="T17" fmla="*/ 549 h 578"/>
                <a:gd name="T18" fmla="*/ 83 w 121"/>
                <a:gd name="T19" fmla="*/ 527 h 578"/>
                <a:gd name="T20" fmla="*/ 108 w 121"/>
                <a:gd name="T21" fmla="*/ 399 h 578"/>
                <a:gd name="T22" fmla="*/ 120 w 121"/>
                <a:gd name="T23" fmla="*/ 218 h 578"/>
                <a:gd name="T24" fmla="*/ 105 w 121"/>
                <a:gd name="T25" fmla="*/ 27 h 57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21" h="578">
                  <a:moveTo>
                    <a:pt x="89" y="0"/>
                  </a:moveTo>
                  <a:cubicBezTo>
                    <a:pt x="90" y="46"/>
                    <a:pt x="112" y="91"/>
                    <a:pt x="115" y="138"/>
                  </a:cubicBezTo>
                  <a:cubicBezTo>
                    <a:pt x="120" y="195"/>
                    <a:pt x="121" y="251"/>
                    <a:pt x="121" y="309"/>
                  </a:cubicBezTo>
                  <a:cubicBezTo>
                    <a:pt x="121" y="377"/>
                    <a:pt x="83" y="440"/>
                    <a:pt x="89" y="508"/>
                  </a:cubicBezTo>
                  <a:cubicBezTo>
                    <a:pt x="91" y="520"/>
                    <a:pt x="88" y="578"/>
                    <a:pt x="72" y="574"/>
                  </a:cubicBezTo>
                  <a:cubicBezTo>
                    <a:pt x="91" y="537"/>
                    <a:pt x="65" y="509"/>
                    <a:pt x="60" y="474"/>
                  </a:cubicBezTo>
                  <a:cubicBezTo>
                    <a:pt x="65" y="471"/>
                    <a:pt x="69" y="466"/>
                    <a:pt x="72" y="464"/>
                  </a:cubicBezTo>
                  <a:cubicBezTo>
                    <a:pt x="62" y="464"/>
                    <a:pt x="52" y="470"/>
                    <a:pt x="41" y="472"/>
                  </a:cubicBezTo>
                  <a:cubicBezTo>
                    <a:pt x="25" y="475"/>
                    <a:pt x="15" y="468"/>
                    <a:pt x="0" y="467"/>
                  </a:cubicBezTo>
                  <a:cubicBezTo>
                    <a:pt x="23" y="467"/>
                    <a:pt x="55" y="465"/>
                    <a:pt x="70" y="448"/>
                  </a:cubicBezTo>
                  <a:cubicBezTo>
                    <a:pt x="94" y="423"/>
                    <a:pt x="91" y="371"/>
                    <a:pt x="91" y="339"/>
                  </a:cubicBezTo>
                  <a:cubicBezTo>
                    <a:pt x="92" y="288"/>
                    <a:pt x="103" y="238"/>
                    <a:pt x="101" y="186"/>
                  </a:cubicBezTo>
                  <a:cubicBezTo>
                    <a:pt x="99" y="133"/>
                    <a:pt x="102" y="75"/>
                    <a:pt x="89" y="24"/>
                  </a:cubicBezTo>
                </a:path>
              </a:pathLst>
            </a:custGeom>
            <a:solidFill>
              <a:srgbClr val="6C2D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1481" name="Freeform 755">
              <a:extLst>
                <a:ext uri="{FF2B5EF4-FFF2-40B4-BE49-F238E27FC236}">
                  <a16:creationId xmlns:a16="http://schemas.microsoft.com/office/drawing/2014/main" id="{E305A02E-B399-4787-9C2B-FA38479E97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6" y="3791"/>
              <a:ext cx="162" cy="135"/>
            </a:xfrm>
            <a:custGeom>
              <a:avLst/>
              <a:gdLst>
                <a:gd name="T0" fmla="*/ 0 w 154"/>
                <a:gd name="T1" fmla="*/ 5 h 128"/>
                <a:gd name="T2" fmla="*/ 41 w 154"/>
                <a:gd name="T3" fmla="*/ 44 h 128"/>
                <a:gd name="T4" fmla="*/ 86 w 154"/>
                <a:gd name="T5" fmla="*/ 89 h 128"/>
                <a:gd name="T6" fmla="*/ 128 w 154"/>
                <a:gd name="T7" fmla="*/ 121 h 128"/>
                <a:gd name="T8" fmla="*/ 179 w 154"/>
                <a:gd name="T9" fmla="*/ 142 h 128"/>
                <a:gd name="T10" fmla="*/ 136 w 154"/>
                <a:gd name="T11" fmla="*/ 150 h 128"/>
                <a:gd name="T12" fmla="*/ 126 w 154"/>
                <a:gd name="T13" fmla="*/ 136 h 128"/>
                <a:gd name="T14" fmla="*/ 100 w 154"/>
                <a:gd name="T15" fmla="*/ 120 h 128"/>
                <a:gd name="T16" fmla="*/ 76 w 154"/>
                <a:gd name="T17" fmla="*/ 99 h 128"/>
                <a:gd name="T18" fmla="*/ 62 w 154"/>
                <a:gd name="T19" fmla="*/ 77 h 128"/>
                <a:gd name="T20" fmla="*/ 40 w 154"/>
                <a:gd name="T21" fmla="*/ 57 h 128"/>
                <a:gd name="T22" fmla="*/ 22 w 154"/>
                <a:gd name="T23" fmla="*/ 37 h 128"/>
                <a:gd name="T24" fmla="*/ 0 w 154"/>
                <a:gd name="T25" fmla="*/ 3 h 12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54" h="128">
                  <a:moveTo>
                    <a:pt x="0" y="5"/>
                  </a:moveTo>
                  <a:cubicBezTo>
                    <a:pt x="15" y="0"/>
                    <a:pt x="28" y="29"/>
                    <a:pt x="35" y="38"/>
                  </a:cubicBezTo>
                  <a:cubicBezTo>
                    <a:pt x="45" y="53"/>
                    <a:pt x="61" y="64"/>
                    <a:pt x="74" y="76"/>
                  </a:cubicBezTo>
                  <a:cubicBezTo>
                    <a:pt x="86" y="87"/>
                    <a:pt x="96" y="96"/>
                    <a:pt x="110" y="103"/>
                  </a:cubicBezTo>
                  <a:cubicBezTo>
                    <a:pt x="124" y="111"/>
                    <a:pt x="142" y="109"/>
                    <a:pt x="154" y="121"/>
                  </a:cubicBezTo>
                  <a:cubicBezTo>
                    <a:pt x="140" y="118"/>
                    <a:pt x="128" y="118"/>
                    <a:pt x="117" y="128"/>
                  </a:cubicBezTo>
                  <a:cubicBezTo>
                    <a:pt x="117" y="120"/>
                    <a:pt x="115" y="120"/>
                    <a:pt x="108" y="116"/>
                  </a:cubicBezTo>
                  <a:cubicBezTo>
                    <a:pt x="100" y="112"/>
                    <a:pt x="94" y="108"/>
                    <a:pt x="86" y="102"/>
                  </a:cubicBezTo>
                  <a:cubicBezTo>
                    <a:pt x="79" y="96"/>
                    <a:pt x="70" y="91"/>
                    <a:pt x="65" y="84"/>
                  </a:cubicBezTo>
                  <a:cubicBezTo>
                    <a:pt x="60" y="77"/>
                    <a:pt x="57" y="71"/>
                    <a:pt x="53" y="65"/>
                  </a:cubicBezTo>
                  <a:cubicBezTo>
                    <a:pt x="48" y="58"/>
                    <a:pt x="40" y="53"/>
                    <a:pt x="34" y="48"/>
                  </a:cubicBezTo>
                  <a:cubicBezTo>
                    <a:pt x="27" y="43"/>
                    <a:pt x="24" y="38"/>
                    <a:pt x="19" y="31"/>
                  </a:cubicBezTo>
                  <a:cubicBezTo>
                    <a:pt x="13" y="22"/>
                    <a:pt x="9" y="11"/>
                    <a:pt x="0" y="3"/>
                  </a:cubicBezTo>
                </a:path>
              </a:pathLst>
            </a:custGeom>
            <a:solidFill>
              <a:srgbClr val="6C2D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1482" name="Freeform 756">
              <a:extLst>
                <a:ext uri="{FF2B5EF4-FFF2-40B4-BE49-F238E27FC236}">
                  <a16:creationId xmlns:a16="http://schemas.microsoft.com/office/drawing/2014/main" id="{BDD44759-43A0-4921-ACA8-06066717E1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0" y="3757"/>
              <a:ext cx="97" cy="29"/>
            </a:xfrm>
            <a:custGeom>
              <a:avLst/>
              <a:gdLst>
                <a:gd name="T0" fmla="*/ 108 w 92"/>
                <a:gd name="T1" fmla="*/ 8 h 28"/>
                <a:gd name="T2" fmla="*/ 77 w 92"/>
                <a:gd name="T3" fmla="*/ 7 h 28"/>
                <a:gd name="T4" fmla="*/ 53 w 92"/>
                <a:gd name="T5" fmla="*/ 19 h 28"/>
                <a:gd name="T6" fmla="*/ 22 w 92"/>
                <a:gd name="T7" fmla="*/ 18 h 28"/>
                <a:gd name="T8" fmla="*/ 0 w 92"/>
                <a:gd name="T9" fmla="*/ 31 h 28"/>
                <a:gd name="T10" fmla="*/ 45 w 92"/>
                <a:gd name="T11" fmla="*/ 8 h 28"/>
                <a:gd name="T12" fmla="*/ 75 w 92"/>
                <a:gd name="T13" fmla="*/ 2 h 28"/>
                <a:gd name="T14" fmla="*/ 103 w 92"/>
                <a:gd name="T15" fmla="*/ 12 h 2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2" h="28">
                  <a:moveTo>
                    <a:pt x="92" y="8"/>
                  </a:moveTo>
                  <a:cubicBezTo>
                    <a:pt x="84" y="10"/>
                    <a:pt x="74" y="5"/>
                    <a:pt x="65" y="7"/>
                  </a:cubicBezTo>
                  <a:cubicBezTo>
                    <a:pt x="58" y="9"/>
                    <a:pt x="53" y="14"/>
                    <a:pt x="45" y="16"/>
                  </a:cubicBezTo>
                  <a:cubicBezTo>
                    <a:pt x="36" y="19"/>
                    <a:pt x="28" y="13"/>
                    <a:pt x="19" y="15"/>
                  </a:cubicBezTo>
                  <a:cubicBezTo>
                    <a:pt x="12" y="18"/>
                    <a:pt x="5" y="24"/>
                    <a:pt x="0" y="28"/>
                  </a:cubicBezTo>
                  <a:cubicBezTo>
                    <a:pt x="7" y="12"/>
                    <a:pt x="23" y="10"/>
                    <a:pt x="39" y="8"/>
                  </a:cubicBezTo>
                  <a:cubicBezTo>
                    <a:pt x="47" y="7"/>
                    <a:pt x="55" y="3"/>
                    <a:pt x="64" y="2"/>
                  </a:cubicBezTo>
                  <a:cubicBezTo>
                    <a:pt x="75" y="0"/>
                    <a:pt x="80" y="6"/>
                    <a:pt x="88" y="12"/>
                  </a:cubicBezTo>
                </a:path>
              </a:pathLst>
            </a:custGeom>
            <a:solidFill>
              <a:srgbClr val="8C3F3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1483" name="Freeform 757">
              <a:extLst>
                <a:ext uri="{FF2B5EF4-FFF2-40B4-BE49-F238E27FC236}">
                  <a16:creationId xmlns:a16="http://schemas.microsoft.com/office/drawing/2014/main" id="{F77AE077-F4A9-4D93-94A1-24A4222460A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1" y="2490"/>
              <a:ext cx="31" cy="30"/>
            </a:xfrm>
            <a:custGeom>
              <a:avLst/>
              <a:gdLst>
                <a:gd name="T0" fmla="*/ 11 w 29"/>
                <a:gd name="T1" fmla="*/ 0 h 28"/>
                <a:gd name="T2" fmla="*/ 0 w 29"/>
                <a:gd name="T3" fmla="*/ 30 h 28"/>
                <a:gd name="T4" fmla="*/ 18 w 29"/>
                <a:gd name="T5" fmla="*/ 10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28">
                  <a:moveTo>
                    <a:pt x="8" y="0"/>
                  </a:moveTo>
                  <a:cubicBezTo>
                    <a:pt x="11" y="8"/>
                    <a:pt x="13" y="24"/>
                    <a:pt x="0" y="24"/>
                  </a:cubicBezTo>
                  <a:cubicBezTo>
                    <a:pt x="11" y="28"/>
                    <a:pt x="29" y="19"/>
                    <a:pt x="15" y="7"/>
                  </a:cubicBezTo>
                </a:path>
              </a:pathLst>
            </a:custGeom>
            <a:solidFill>
              <a:srgbClr val="8C3F3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1484" name="Freeform 758">
              <a:extLst>
                <a:ext uri="{FF2B5EF4-FFF2-40B4-BE49-F238E27FC236}">
                  <a16:creationId xmlns:a16="http://schemas.microsoft.com/office/drawing/2014/main" id="{E6BA1219-D836-456D-B41E-BD99041A85A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2" y="2648"/>
              <a:ext cx="326" cy="107"/>
            </a:xfrm>
            <a:custGeom>
              <a:avLst/>
              <a:gdLst>
                <a:gd name="T0" fmla="*/ 357 w 309"/>
                <a:gd name="T1" fmla="*/ 1 h 101"/>
                <a:gd name="T2" fmla="*/ 361 w 309"/>
                <a:gd name="T3" fmla="*/ 1 h 101"/>
                <a:gd name="T4" fmla="*/ 332 w 309"/>
                <a:gd name="T5" fmla="*/ 8 h 101"/>
                <a:gd name="T6" fmla="*/ 292 w 309"/>
                <a:gd name="T7" fmla="*/ 22 h 101"/>
                <a:gd name="T8" fmla="*/ 231 w 309"/>
                <a:gd name="T9" fmla="*/ 37 h 101"/>
                <a:gd name="T10" fmla="*/ 143 w 309"/>
                <a:gd name="T11" fmla="*/ 67 h 101"/>
                <a:gd name="T12" fmla="*/ 0 w 309"/>
                <a:gd name="T13" fmla="*/ 120 h 101"/>
                <a:gd name="T14" fmla="*/ 41 w 309"/>
                <a:gd name="T15" fmla="*/ 88 h 101"/>
                <a:gd name="T16" fmla="*/ 98 w 309"/>
                <a:gd name="T17" fmla="*/ 69 h 101"/>
                <a:gd name="T18" fmla="*/ 196 w 309"/>
                <a:gd name="T19" fmla="*/ 36 h 101"/>
                <a:gd name="T20" fmla="*/ 284 w 309"/>
                <a:gd name="T21" fmla="*/ 13 h 101"/>
                <a:gd name="T22" fmla="*/ 329 w 309"/>
                <a:gd name="T23" fmla="*/ 5 h 101"/>
                <a:gd name="T24" fmla="*/ 363 w 309"/>
                <a:gd name="T25" fmla="*/ 0 h 10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09" h="101">
                  <a:moveTo>
                    <a:pt x="303" y="1"/>
                  </a:moveTo>
                  <a:cubicBezTo>
                    <a:pt x="304" y="1"/>
                    <a:pt x="306" y="1"/>
                    <a:pt x="307" y="1"/>
                  </a:cubicBezTo>
                  <a:cubicBezTo>
                    <a:pt x="301" y="6"/>
                    <a:pt x="291" y="6"/>
                    <a:pt x="283" y="8"/>
                  </a:cubicBezTo>
                  <a:cubicBezTo>
                    <a:pt x="271" y="12"/>
                    <a:pt x="262" y="17"/>
                    <a:pt x="249" y="19"/>
                  </a:cubicBezTo>
                  <a:cubicBezTo>
                    <a:pt x="232" y="22"/>
                    <a:pt x="214" y="27"/>
                    <a:pt x="197" y="31"/>
                  </a:cubicBezTo>
                  <a:cubicBezTo>
                    <a:pt x="171" y="37"/>
                    <a:pt x="146" y="44"/>
                    <a:pt x="122" y="56"/>
                  </a:cubicBezTo>
                  <a:cubicBezTo>
                    <a:pt x="83" y="75"/>
                    <a:pt x="33" y="75"/>
                    <a:pt x="0" y="101"/>
                  </a:cubicBezTo>
                  <a:cubicBezTo>
                    <a:pt x="11" y="91"/>
                    <a:pt x="20" y="81"/>
                    <a:pt x="35" y="74"/>
                  </a:cubicBezTo>
                  <a:cubicBezTo>
                    <a:pt x="51" y="67"/>
                    <a:pt x="66" y="62"/>
                    <a:pt x="83" y="58"/>
                  </a:cubicBezTo>
                  <a:cubicBezTo>
                    <a:pt x="112" y="52"/>
                    <a:pt x="139" y="40"/>
                    <a:pt x="167" y="30"/>
                  </a:cubicBezTo>
                  <a:cubicBezTo>
                    <a:pt x="192" y="21"/>
                    <a:pt x="217" y="16"/>
                    <a:pt x="242" y="10"/>
                  </a:cubicBezTo>
                  <a:cubicBezTo>
                    <a:pt x="255" y="8"/>
                    <a:pt x="268" y="8"/>
                    <a:pt x="281" y="5"/>
                  </a:cubicBezTo>
                  <a:cubicBezTo>
                    <a:pt x="290" y="3"/>
                    <a:pt x="300" y="0"/>
                    <a:pt x="309" y="0"/>
                  </a:cubicBezTo>
                </a:path>
              </a:pathLst>
            </a:custGeom>
            <a:solidFill>
              <a:srgbClr val="8C3F3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1485" name="Freeform 759">
              <a:extLst>
                <a:ext uri="{FF2B5EF4-FFF2-40B4-BE49-F238E27FC236}">
                  <a16:creationId xmlns:a16="http://schemas.microsoft.com/office/drawing/2014/main" id="{45FC3257-0691-444D-8651-C540C016643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3" y="2987"/>
              <a:ext cx="114" cy="88"/>
            </a:xfrm>
            <a:custGeom>
              <a:avLst/>
              <a:gdLst>
                <a:gd name="T0" fmla="*/ 127 w 108"/>
                <a:gd name="T1" fmla="*/ 73 h 83"/>
                <a:gd name="T2" fmla="*/ 98 w 108"/>
                <a:gd name="T3" fmla="*/ 25 h 83"/>
                <a:gd name="T4" fmla="*/ 65 w 108"/>
                <a:gd name="T5" fmla="*/ 6 h 83"/>
                <a:gd name="T6" fmla="*/ 34 w 108"/>
                <a:gd name="T7" fmla="*/ 1 h 83"/>
                <a:gd name="T8" fmla="*/ 0 w 108"/>
                <a:gd name="T9" fmla="*/ 8 h 83"/>
                <a:gd name="T10" fmla="*/ 43 w 108"/>
                <a:gd name="T11" fmla="*/ 8 h 83"/>
                <a:gd name="T12" fmla="*/ 76 w 108"/>
                <a:gd name="T13" fmla="*/ 22 h 83"/>
                <a:gd name="T14" fmla="*/ 97 w 108"/>
                <a:gd name="T15" fmla="*/ 64 h 83"/>
                <a:gd name="T16" fmla="*/ 91 w 108"/>
                <a:gd name="T17" fmla="*/ 99 h 83"/>
                <a:gd name="T18" fmla="*/ 127 w 108"/>
                <a:gd name="T19" fmla="*/ 75 h 8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08" h="83">
                  <a:moveTo>
                    <a:pt x="108" y="61"/>
                  </a:moveTo>
                  <a:cubicBezTo>
                    <a:pt x="101" y="43"/>
                    <a:pt x="99" y="35"/>
                    <a:pt x="83" y="22"/>
                  </a:cubicBezTo>
                  <a:cubicBezTo>
                    <a:pt x="75" y="16"/>
                    <a:pt x="65" y="9"/>
                    <a:pt x="56" y="6"/>
                  </a:cubicBezTo>
                  <a:cubicBezTo>
                    <a:pt x="48" y="3"/>
                    <a:pt x="37" y="0"/>
                    <a:pt x="28" y="1"/>
                  </a:cubicBezTo>
                  <a:cubicBezTo>
                    <a:pt x="19" y="1"/>
                    <a:pt x="7" y="9"/>
                    <a:pt x="0" y="8"/>
                  </a:cubicBezTo>
                  <a:cubicBezTo>
                    <a:pt x="12" y="9"/>
                    <a:pt x="25" y="5"/>
                    <a:pt x="37" y="8"/>
                  </a:cubicBezTo>
                  <a:cubicBezTo>
                    <a:pt x="47" y="10"/>
                    <a:pt x="56" y="14"/>
                    <a:pt x="64" y="19"/>
                  </a:cubicBezTo>
                  <a:cubicBezTo>
                    <a:pt x="78" y="26"/>
                    <a:pt x="89" y="37"/>
                    <a:pt x="82" y="54"/>
                  </a:cubicBezTo>
                  <a:cubicBezTo>
                    <a:pt x="79" y="63"/>
                    <a:pt x="60" y="82"/>
                    <a:pt x="77" y="83"/>
                  </a:cubicBezTo>
                  <a:cubicBezTo>
                    <a:pt x="86" y="83"/>
                    <a:pt x="101" y="70"/>
                    <a:pt x="108" y="63"/>
                  </a:cubicBezTo>
                </a:path>
              </a:pathLst>
            </a:custGeom>
            <a:solidFill>
              <a:srgbClr val="8C3F3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1486" name="Freeform 760">
              <a:extLst>
                <a:ext uri="{FF2B5EF4-FFF2-40B4-BE49-F238E27FC236}">
                  <a16:creationId xmlns:a16="http://schemas.microsoft.com/office/drawing/2014/main" id="{1715CD03-179E-4D82-B9CE-CED97DA1F58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1" y="2507"/>
              <a:ext cx="39" cy="147"/>
            </a:xfrm>
            <a:custGeom>
              <a:avLst/>
              <a:gdLst>
                <a:gd name="T0" fmla="*/ 41 w 37"/>
                <a:gd name="T1" fmla="*/ 0 h 139"/>
                <a:gd name="T2" fmla="*/ 42 w 37"/>
                <a:gd name="T3" fmla="*/ 98 h 139"/>
                <a:gd name="T4" fmla="*/ 37 w 37"/>
                <a:gd name="T5" fmla="*/ 143 h 139"/>
                <a:gd name="T6" fmla="*/ 0 w 37"/>
                <a:gd name="T7" fmla="*/ 164 h 139"/>
                <a:gd name="T8" fmla="*/ 34 w 37"/>
                <a:gd name="T9" fmla="*/ 130 h 139"/>
                <a:gd name="T10" fmla="*/ 30 w 37"/>
                <a:gd name="T11" fmla="*/ 84 h 139"/>
                <a:gd name="T12" fmla="*/ 37 w 37"/>
                <a:gd name="T13" fmla="*/ 5 h 13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7" h="139">
                  <a:moveTo>
                    <a:pt x="35" y="0"/>
                  </a:moveTo>
                  <a:cubicBezTo>
                    <a:pt x="24" y="29"/>
                    <a:pt x="33" y="55"/>
                    <a:pt x="36" y="83"/>
                  </a:cubicBezTo>
                  <a:cubicBezTo>
                    <a:pt x="37" y="94"/>
                    <a:pt x="37" y="111"/>
                    <a:pt x="31" y="121"/>
                  </a:cubicBezTo>
                  <a:cubicBezTo>
                    <a:pt x="24" y="132"/>
                    <a:pt x="10" y="133"/>
                    <a:pt x="0" y="139"/>
                  </a:cubicBezTo>
                  <a:cubicBezTo>
                    <a:pt x="13" y="132"/>
                    <a:pt x="23" y="124"/>
                    <a:pt x="28" y="110"/>
                  </a:cubicBezTo>
                  <a:cubicBezTo>
                    <a:pt x="32" y="97"/>
                    <a:pt x="27" y="84"/>
                    <a:pt x="26" y="71"/>
                  </a:cubicBezTo>
                  <a:cubicBezTo>
                    <a:pt x="23" y="51"/>
                    <a:pt x="16" y="21"/>
                    <a:pt x="31" y="5"/>
                  </a:cubicBezTo>
                </a:path>
              </a:pathLst>
            </a:custGeom>
            <a:solidFill>
              <a:srgbClr val="8C3F3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1487" name="Freeform 761">
              <a:extLst>
                <a:ext uri="{FF2B5EF4-FFF2-40B4-BE49-F238E27FC236}">
                  <a16:creationId xmlns:a16="http://schemas.microsoft.com/office/drawing/2014/main" id="{FABBFF73-4C0A-4F15-BEFF-57B518A60F5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9" y="2567"/>
              <a:ext cx="49" cy="130"/>
            </a:xfrm>
            <a:custGeom>
              <a:avLst/>
              <a:gdLst>
                <a:gd name="T0" fmla="*/ 46 w 47"/>
                <a:gd name="T1" fmla="*/ 0 h 123"/>
                <a:gd name="T2" fmla="*/ 0 w 47"/>
                <a:gd name="T3" fmla="*/ 109 h 123"/>
                <a:gd name="T4" fmla="*/ 29 w 47"/>
                <a:gd name="T5" fmla="*/ 66 h 123"/>
                <a:gd name="T6" fmla="*/ 43 w 47"/>
                <a:gd name="T7" fmla="*/ 1 h 1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7" h="123">
                  <a:moveTo>
                    <a:pt x="40" y="0"/>
                  </a:moveTo>
                  <a:cubicBezTo>
                    <a:pt x="35" y="20"/>
                    <a:pt x="47" y="123"/>
                    <a:pt x="0" y="92"/>
                  </a:cubicBezTo>
                  <a:cubicBezTo>
                    <a:pt x="20" y="94"/>
                    <a:pt x="22" y="70"/>
                    <a:pt x="26" y="56"/>
                  </a:cubicBezTo>
                  <a:cubicBezTo>
                    <a:pt x="32" y="38"/>
                    <a:pt x="38" y="20"/>
                    <a:pt x="37" y="1"/>
                  </a:cubicBezTo>
                </a:path>
              </a:pathLst>
            </a:custGeom>
            <a:solidFill>
              <a:srgbClr val="8C3F3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1488" name="Freeform 762">
              <a:extLst>
                <a:ext uri="{FF2B5EF4-FFF2-40B4-BE49-F238E27FC236}">
                  <a16:creationId xmlns:a16="http://schemas.microsoft.com/office/drawing/2014/main" id="{3CD85B5B-58CF-43D6-9027-972BB6E5182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9" y="2159"/>
              <a:ext cx="410" cy="309"/>
            </a:xfrm>
            <a:custGeom>
              <a:avLst/>
              <a:gdLst>
                <a:gd name="T0" fmla="*/ 458 w 388"/>
                <a:gd name="T1" fmla="*/ 18 h 293"/>
                <a:gd name="T2" fmla="*/ 432 w 388"/>
                <a:gd name="T3" fmla="*/ 21 h 293"/>
                <a:gd name="T4" fmla="*/ 411 w 388"/>
                <a:gd name="T5" fmla="*/ 39 h 293"/>
                <a:gd name="T6" fmla="*/ 391 w 388"/>
                <a:gd name="T7" fmla="*/ 102 h 293"/>
                <a:gd name="T8" fmla="*/ 309 w 388"/>
                <a:gd name="T9" fmla="*/ 228 h 293"/>
                <a:gd name="T10" fmla="*/ 46 w 388"/>
                <a:gd name="T11" fmla="*/ 341 h 293"/>
                <a:gd name="T12" fmla="*/ 0 w 388"/>
                <a:gd name="T13" fmla="*/ 344 h 293"/>
                <a:gd name="T14" fmla="*/ 181 w 388"/>
                <a:gd name="T15" fmla="*/ 279 h 293"/>
                <a:gd name="T16" fmla="*/ 257 w 388"/>
                <a:gd name="T17" fmla="*/ 232 h 293"/>
                <a:gd name="T18" fmla="*/ 329 w 388"/>
                <a:gd name="T19" fmla="*/ 176 h 293"/>
                <a:gd name="T20" fmla="*/ 395 w 388"/>
                <a:gd name="T21" fmla="*/ 43 h 293"/>
                <a:gd name="T22" fmla="*/ 415 w 388"/>
                <a:gd name="T23" fmla="*/ 3 h 293"/>
                <a:gd name="T24" fmla="*/ 454 w 388"/>
                <a:gd name="T25" fmla="*/ 3 h 29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88" h="293">
                  <a:moveTo>
                    <a:pt x="388" y="15"/>
                  </a:moveTo>
                  <a:cubicBezTo>
                    <a:pt x="382" y="18"/>
                    <a:pt x="373" y="15"/>
                    <a:pt x="366" y="18"/>
                  </a:cubicBezTo>
                  <a:cubicBezTo>
                    <a:pt x="359" y="21"/>
                    <a:pt x="352" y="28"/>
                    <a:pt x="348" y="33"/>
                  </a:cubicBezTo>
                  <a:cubicBezTo>
                    <a:pt x="336" y="48"/>
                    <a:pt x="334" y="69"/>
                    <a:pt x="331" y="87"/>
                  </a:cubicBezTo>
                  <a:cubicBezTo>
                    <a:pt x="322" y="133"/>
                    <a:pt x="295" y="165"/>
                    <a:pt x="261" y="194"/>
                  </a:cubicBezTo>
                  <a:cubicBezTo>
                    <a:pt x="197" y="249"/>
                    <a:pt x="120" y="270"/>
                    <a:pt x="40" y="290"/>
                  </a:cubicBezTo>
                  <a:cubicBezTo>
                    <a:pt x="27" y="293"/>
                    <a:pt x="10" y="293"/>
                    <a:pt x="0" y="293"/>
                  </a:cubicBezTo>
                  <a:cubicBezTo>
                    <a:pt x="52" y="277"/>
                    <a:pt x="103" y="263"/>
                    <a:pt x="153" y="238"/>
                  </a:cubicBezTo>
                  <a:cubicBezTo>
                    <a:pt x="176" y="227"/>
                    <a:pt x="195" y="210"/>
                    <a:pt x="218" y="198"/>
                  </a:cubicBezTo>
                  <a:cubicBezTo>
                    <a:pt x="242" y="184"/>
                    <a:pt x="260" y="171"/>
                    <a:pt x="278" y="150"/>
                  </a:cubicBezTo>
                  <a:cubicBezTo>
                    <a:pt x="305" y="118"/>
                    <a:pt x="322" y="75"/>
                    <a:pt x="335" y="37"/>
                  </a:cubicBezTo>
                  <a:cubicBezTo>
                    <a:pt x="339" y="24"/>
                    <a:pt x="338" y="10"/>
                    <a:pt x="352" y="3"/>
                  </a:cubicBezTo>
                  <a:cubicBezTo>
                    <a:pt x="360" y="0"/>
                    <a:pt x="377" y="1"/>
                    <a:pt x="385" y="3"/>
                  </a:cubicBezTo>
                </a:path>
              </a:pathLst>
            </a:custGeom>
            <a:solidFill>
              <a:srgbClr val="6C2D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1489" name="Freeform 763">
              <a:extLst>
                <a:ext uri="{FF2B5EF4-FFF2-40B4-BE49-F238E27FC236}">
                  <a16:creationId xmlns:a16="http://schemas.microsoft.com/office/drawing/2014/main" id="{30D1A573-D007-400A-BFFF-BFEAABD5C64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2" y="1965"/>
              <a:ext cx="348" cy="68"/>
            </a:xfrm>
            <a:custGeom>
              <a:avLst/>
              <a:gdLst>
                <a:gd name="T0" fmla="*/ 387 w 330"/>
                <a:gd name="T1" fmla="*/ 0 h 64"/>
                <a:gd name="T2" fmla="*/ 252 w 330"/>
                <a:gd name="T3" fmla="*/ 62 h 64"/>
                <a:gd name="T4" fmla="*/ 122 w 330"/>
                <a:gd name="T5" fmla="*/ 64 h 64"/>
                <a:gd name="T6" fmla="*/ 5 w 330"/>
                <a:gd name="T7" fmla="*/ 53 h 64"/>
                <a:gd name="T8" fmla="*/ 135 w 330"/>
                <a:gd name="T9" fmla="*/ 53 h 64"/>
                <a:gd name="T10" fmla="*/ 387 w 330"/>
                <a:gd name="T11" fmla="*/ 0 h 6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30" h="64">
                  <a:moveTo>
                    <a:pt x="330" y="0"/>
                  </a:moveTo>
                  <a:cubicBezTo>
                    <a:pt x="330" y="0"/>
                    <a:pt x="257" y="47"/>
                    <a:pt x="215" y="52"/>
                  </a:cubicBezTo>
                  <a:cubicBezTo>
                    <a:pt x="172" y="56"/>
                    <a:pt x="151" y="62"/>
                    <a:pt x="104" y="53"/>
                  </a:cubicBezTo>
                  <a:cubicBezTo>
                    <a:pt x="57" y="44"/>
                    <a:pt x="9" y="42"/>
                    <a:pt x="5" y="44"/>
                  </a:cubicBezTo>
                  <a:cubicBezTo>
                    <a:pt x="0" y="45"/>
                    <a:pt x="77" y="44"/>
                    <a:pt x="115" y="44"/>
                  </a:cubicBezTo>
                  <a:cubicBezTo>
                    <a:pt x="153" y="44"/>
                    <a:pt x="184" y="64"/>
                    <a:pt x="330" y="0"/>
                  </a:cubicBezTo>
                  <a:close/>
                </a:path>
              </a:pathLst>
            </a:custGeom>
            <a:solidFill>
              <a:srgbClr val="8C3F3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1490" name="Freeform 764">
              <a:extLst>
                <a:ext uri="{FF2B5EF4-FFF2-40B4-BE49-F238E27FC236}">
                  <a16:creationId xmlns:a16="http://schemas.microsoft.com/office/drawing/2014/main" id="{6C6CD7F6-16DC-4BFB-9930-CF45A8C3EF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1" y="1803"/>
              <a:ext cx="130" cy="116"/>
            </a:xfrm>
            <a:custGeom>
              <a:avLst/>
              <a:gdLst>
                <a:gd name="T0" fmla="*/ 145 w 123"/>
                <a:gd name="T1" fmla="*/ 115 h 110"/>
                <a:gd name="T2" fmla="*/ 51 w 123"/>
                <a:gd name="T3" fmla="*/ 102 h 110"/>
                <a:gd name="T4" fmla="*/ 8 w 123"/>
                <a:gd name="T5" fmla="*/ 63 h 110"/>
                <a:gd name="T6" fmla="*/ 1 w 123"/>
                <a:gd name="T7" fmla="*/ 0 h 110"/>
                <a:gd name="T8" fmla="*/ 57 w 123"/>
                <a:gd name="T9" fmla="*/ 94 h 110"/>
                <a:gd name="T10" fmla="*/ 141 w 123"/>
                <a:gd name="T11" fmla="*/ 115 h 11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3" h="110">
                  <a:moveTo>
                    <a:pt x="123" y="98"/>
                  </a:moveTo>
                  <a:cubicBezTo>
                    <a:pt x="98" y="110"/>
                    <a:pt x="65" y="99"/>
                    <a:pt x="43" y="87"/>
                  </a:cubicBezTo>
                  <a:cubicBezTo>
                    <a:pt x="30" y="81"/>
                    <a:pt x="16" y="69"/>
                    <a:pt x="8" y="54"/>
                  </a:cubicBezTo>
                  <a:cubicBezTo>
                    <a:pt x="0" y="38"/>
                    <a:pt x="6" y="18"/>
                    <a:pt x="1" y="0"/>
                  </a:cubicBezTo>
                  <a:cubicBezTo>
                    <a:pt x="16" y="28"/>
                    <a:pt x="18" y="62"/>
                    <a:pt x="48" y="80"/>
                  </a:cubicBezTo>
                  <a:cubicBezTo>
                    <a:pt x="67" y="92"/>
                    <a:pt x="97" y="92"/>
                    <a:pt x="119" y="98"/>
                  </a:cubicBezTo>
                </a:path>
              </a:pathLst>
            </a:custGeom>
            <a:solidFill>
              <a:srgbClr val="8C3F3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1491" name="Freeform 765">
              <a:extLst>
                <a:ext uri="{FF2B5EF4-FFF2-40B4-BE49-F238E27FC236}">
                  <a16:creationId xmlns:a16="http://schemas.microsoft.com/office/drawing/2014/main" id="{130A2E3C-1171-42B2-B905-9B30BF174F56}"/>
                </a:ext>
              </a:extLst>
            </p:cNvPr>
            <p:cNvSpPr>
              <a:spLocks/>
            </p:cNvSpPr>
            <p:nvPr/>
          </p:nvSpPr>
          <p:spPr bwMode="auto">
            <a:xfrm>
              <a:off x="829" y="1613"/>
              <a:ext cx="177" cy="218"/>
            </a:xfrm>
            <a:custGeom>
              <a:avLst/>
              <a:gdLst>
                <a:gd name="T0" fmla="*/ 199 w 167"/>
                <a:gd name="T1" fmla="*/ 35 h 207"/>
                <a:gd name="T2" fmla="*/ 128 w 167"/>
                <a:gd name="T3" fmla="*/ 59 h 207"/>
                <a:gd name="T4" fmla="*/ 82 w 167"/>
                <a:gd name="T5" fmla="*/ 0 h 207"/>
                <a:gd name="T6" fmla="*/ 28 w 167"/>
                <a:gd name="T7" fmla="*/ 49 h 207"/>
                <a:gd name="T8" fmla="*/ 2 w 167"/>
                <a:gd name="T9" fmla="*/ 128 h 207"/>
                <a:gd name="T10" fmla="*/ 28 w 167"/>
                <a:gd name="T11" fmla="*/ 195 h 207"/>
                <a:gd name="T12" fmla="*/ 101 w 167"/>
                <a:gd name="T13" fmla="*/ 238 h 207"/>
                <a:gd name="T14" fmla="*/ 148 w 167"/>
                <a:gd name="T15" fmla="*/ 187 h 207"/>
                <a:gd name="T16" fmla="*/ 163 w 167"/>
                <a:gd name="T17" fmla="*/ 135 h 207"/>
                <a:gd name="T18" fmla="*/ 190 w 167"/>
                <a:gd name="T19" fmla="*/ 60 h 20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67" h="207">
                  <a:moveTo>
                    <a:pt x="167" y="29"/>
                  </a:moveTo>
                  <a:cubicBezTo>
                    <a:pt x="149" y="37"/>
                    <a:pt x="131" y="57"/>
                    <a:pt x="108" y="50"/>
                  </a:cubicBezTo>
                  <a:cubicBezTo>
                    <a:pt x="88" y="43"/>
                    <a:pt x="87" y="0"/>
                    <a:pt x="69" y="0"/>
                  </a:cubicBezTo>
                  <a:cubicBezTo>
                    <a:pt x="58" y="1"/>
                    <a:pt x="29" y="34"/>
                    <a:pt x="24" y="43"/>
                  </a:cubicBezTo>
                  <a:cubicBezTo>
                    <a:pt x="14" y="61"/>
                    <a:pt x="4" y="91"/>
                    <a:pt x="2" y="110"/>
                  </a:cubicBezTo>
                  <a:cubicBezTo>
                    <a:pt x="0" y="134"/>
                    <a:pt x="5" y="153"/>
                    <a:pt x="24" y="167"/>
                  </a:cubicBezTo>
                  <a:cubicBezTo>
                    <a:pt x="38" y="178"/>
                    <a:pt x="67" y="202"/>
                    <a:pt x="85" y="204"/>
                  </a:cubicBezTo>
                  <a:cubicBezTo>
                    <a:pt x="109" y="207"/>
                    <a:pt x="119" y="178"/>
                    <a:pt x="125" y="160"/>
                  </a:cubicBezTo>
                  <a:cubicBezTo>
                    <a:pt x="129" y="145"/>
                    <a:pt x="132" y="131"/>
                    <a:pt x="137" y="116"/>
                  </a:cubicBezTo>
                  <a:cubicBezTo>
                    <a:pt x="141" y="101"/>
                    <a:pt x="162" y="61"/>
                    <a:pt x="159" y="51"/>
                  </a:cubicBezTo>
                </a:path>
              </a:pathLst>
            </a:custGeom>
            <a:solidFill>
              <a:srgbClr val="7A36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1492" name="Freeform 766">
              <a:extLst>
                <a:ext uri="{FF2B5EF4-FFF2-40B4-BE49-F238E27FC236}">
                  <a16:creationId xmlns:a16="http://schemas.microsoft.com/office/drawing/2014/main" id="{DBAB483E-FA5E-4F04-B482-4FEA4D1E369A}"/>
                </a:ext>
              </a:extLst>
            </p:cNvPr>
            <p:cNvSpPr>
              <a:spLocks/>
            </p:cNvSpPr>
            <p:nvPr/>
          </p:nvSpPr>
          <p:spPr bwMode="auto">
            <a:xfrm>
              <a:off x="850" y="1517"/>
              <a:ext cx="119" cy="178"/>
            </a:xfrm>
            <a:custGeom>
              <a:avLst/>
              <a:gdLst>
                <a:gd name="T0" fmla="*/ 106 w 112"/>
                <a:gd name="T1" fmla="*/ 159 h 169"/>
                <a:gd name="T2" fmla="*/ 134 w 112"/>
                <a:gd name="T3" fmla="*/ 67 h 169"/>
                <a:gd name="T4" fmla="*/ 90 w 112"/>
                <a:gd name="T5" fmla="*/ 19 h 169"/>
                <a:gd name="T6" fmla="*/ 50 w 112"/>
                <a:gd name="T7" fmla="*/ 23 h 169"/>
                <a:gd name="T8" fmla="*/ 0 w 112"/>
                <a:gd name="T9" fmla="*/ 197 h 16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2" h="169">
                  <a:moveTo>
                    <a:pt x="88" y="136"/>
                  </a:moveTo>
                  <a:cubicBezTo>
                    <a:pt x="67" y="95"/>
                    <a:pt x="76" y="79"/>
                    <a:pt x="112" y="58"/>
                  </a:cubicBezTo>
                  <a:cubicBezTo>
                    <a:pt x="103" y="45"/>
                    <a:pt x="87" y="28"/>
                    <a:pt x="75" y="16"/>
                  </a:cubicBezTo>
                  <a:cubicBezTo>
                    <a:pt x="61" y="0"/>
                    <a:pt x="54" y="3"/>
                    <a:pt x="41" y="20"/>
                  </a:cubicBezTo>
                  <a:cubicBezTo>
                    <a:pt x="9" y="62"/>
                    <a:pt x="1" y="115"/>
                    <a:pt x="0" y="169"/>
                  </a:cubicBezTo>
                </a:path>
              </a:pathLst>
            </a:custGeom>
            <a:solidFill>
              <a:srgbClr val="7A36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1493" name="Freeform 767">
              <a:extLst>
                <a:ext uri="{FF2B5EF4-FFF2-40B4-BE49-F238E27FC236}">
                  <a16:creationId xmlns:a16="http://schemas.microsoft.com/office/drawing/2014/main" id="{049E8B78-D95D-406B-A39D-5F2431ECA874}"/>
                </a:ext>
              </a:extLst>
            </p:cNvPr>
            <p:cNvSpPr>
              <a:spLocks/>
            </p:cNvSpPr>
            <p:nvPr/>
          </p:nvSpPr>
          <p:spPr bwMode="auto">
            <a:xfrm>
              <a:off x="915" y="1276"/>
              <a:ext cx="229" cy="261"/>
            </a:xfrm>
            <a:custGeom>
              <a:avLst/>
              <a:gdLst>
                <a:gd name="T0" fmla="*/ 18 w 217"/>
                <a:gd name="T1" fmla="*/ 292 h 247"/>
                <a:gd name="T2" fmla="*/ 58 w 217"/>
                <a:gd name="T3" fmla="*/ 242 h 247"/>
                <a:gd name="T4" fmla="*/ 116 w 217"/>
                <a:gd name="T5" fmla="*/ 243 h 247"/>
                <a:gd name="T6" fmla="*/ 156 w 217"/>
                <a:gd name="T7" fmla="*/ 166 h 247"/>
                <a:gd name="T8" fmla="*/ 241 w 217"/>
                <a:gd name="T9" fmla="*/ 62 h 247"/>
                <a:gd name="T10" fmla="*/ 209 w 217"/>
                <a:gd name="T11" fmla="*/ 4 h 247"/>
                <a:gd name="T12" fmla="*/ 103 w 217"/>
                <a:gd name="T13" fmla="*/ 75 h 247"/>
                <a:gd name="T14" fmla="*/ 39 w 217"/>
                <a:gd name="T15" fmla="*/ 166 h 247"/>
                <a:gd name="T16" fmla="*/ 0 w 217"/>
                <a:gd name="T17" fmla="*/ 279 h 24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17" h="247">
                  <a:moveTo>
                    <a:pt x="15" y="247"/>
                  </a:moveTo>
                  <a:cubicBezTo>
                    <a:pt x="18" y="226"/>
                    <a:pt x="28" y="210"/>
                    <a:pt x="49" y="205"/>
                  </a:cubicBezTo>
                  <a:cubicBezTo>
                    <a:pt x="69" y="200"/>
                    <a:pt x="85" y="217"/>
                    <a:pt x="99" y="206"/>
                  </a:cubicBezTo>
                  <a:cubicBezTo>
                    <a:pt x="113" y="195"/>
                    <a:pt x="122" y="157"/>
                    <a:pt x="133" y="141"/>
                  </a:cubicBezTo>
                  <a:cubicBezTo>
                    <a:pt x="153" y="114"/>
                    <a:pt x="192" y="84"/>
                    <a:pt x="205" y="53"/>
                  </a:cubicBezTo>
                  <a:cubicBezTo>
                    <a:pt x="217" y="26"/>
                    <a:pt x="209" y="0"/>
                    <a:pt x="178" y="4"/>
                  </a:cubicBezTo>
                  <a:cubicBezTo>
                    <a:pt x="141" y="8"/>
                    <a:pt x="112" y="38"/>
                    <a:pt x="88" y="63"/>
                  </a:cubicBezTo>
                  <a:cubicBezTo>
                    <a:pt x="65" y="88"/>
                    <a:pt x="45" y="110"/>
                    <a:pt x="33" y="141"/>
                  </a:cubicBezTo>
                  <a:cubicBezTo>
                    <a:pt x="22" y="171"/>
                    <a:pt x="17" y="212"/>
                    <a:pt x="0" y="237"/>
                  </a:cubicBezTo>
                </a:path>
              </a:pathLst>
            </a:custGeom>
            <a:solidFill>
              <a:srgbClr val="7A36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1494" name="Freeform 768">
              <a:extLst>
                <a:ext uri="{FF2B5EF4-FFF2-40B4-BE49-F238E27FC236}">
                  <a16:creationId xmlns:a16="http://schemas.microsoft.com/office/drawing/2014/main" id="{464824DB-BE4D-47F3-B87D-303827F6E17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6" y="1215"/>
              <a:ext cx="381" cy="227"/>
            </a:xfrm>
            <a:custGeom>
              <a:avLst/>
              <a:gdLst>
                <a:gd name="T0" fmla="*/ 41 w 361"/>
                <a:gd name="T1" fmla="*/ 253 h 215"/>
                <a:gd name="T2" fmla="*/ 80 w 361"/>
                <a:gd name="T3" fmla="*/ 213 h 215"/>
                <a:gd name="T4" fmla="*/ 152 w 361"/>
                <a:gd name="T5" fmla="*/ 178 h 215"/>
                <a:gd name="T6" fmla="*/ 334 w 361"/>
                <a:gd name="T7" fmla="*/ 133 h 215"/>
                <a:gd name="T8" fmla="*/ 411 w 361"/>
                <a:gd name="T9" fmla="*/ 35 h 215"/>
                <a:gd name="T10" fmla="*/ 355 w 361"/>
                <a:gd name="T11" fmla="*/ 1 h 215"/>
                <a:gd name="T12" fmla="*/ 84 w 361"/>
                <a:gd name="T13" fmla="*/ 79 h 215"/>
                <a:gd name="T14" fmla="*/ 0 w 361"/>
                <a:gd name="T15" fmla="*/ 174 h 21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61" h="215">
                  <a:moveTo>
                    <a:pt x="35" y="215"/>
                  </a:moveTo>
                  <a:cubicBezTo>
                    <a:pt x="44" y="211"/>
                    <a:pt x="57" y="190"/>
                    <a:pt x="68" y="181"/>
                  </a:cubicBezTo>
                  <a:cubicBezTo>
                    <a:pt x="87" y="164"/>
                    <a:pt x="105" y="159"/>
                    <a:pt x="129" y="152"/>
                  </a:cubicBezTo>
                  <a:cubicBezTo>
                    <a:pt x="181" y="138"/>
                    <a:pt x="233" y="134"/>
                    <a:pt x="283" y="113"/>
                  </a:cubicBezTo>
                  <a:cubicBezTo>
                    <a:pt x="311" y="101"/>
                    <a:pt x="361" y="67"/>
                    <a:pt x="350" y="29"/>
                  </a:cubicBezTo>
                  <a:cubicBezTo>
                    <a:pt x="344" y="10"/>
                    <a:pt x="321" y="1"/>
                    <a:pt x="301" y="1"/>
                  </a:cubicBezTo>
                  <a:cubicBezTo>
                    <a:pt x="220" y="0"/>
                    <a:pt x="141" y="27"/>
                    <a:pt x="72" y="67"/>
                  </a:cubicBezTo>
                  <a:cubicBezTo>
                    <a:pt x="39" y="86"/>
                    <a:pt x="23" y="117"/>
                    <a:pt x="0" y="148"/>
                  </a:cubicBezTo>
                </a:path>
              </a:pathLst>
            </a:custGeom>
            <a:solidFill>
              <a:srgbClr val="7A36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1495" name="Freeform 769">
              <a:extLst>
                <a:ext uri="{FF2B5EF4-FFF2-40B4-BE49-F238E27FC236}">
                  <a16:creationId xmlns:a16="http://schemas.microsoft.com/office/drawing/2014/main" id="{79143BAF-3BED-4937-A7F3-85D675E59CD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2" y="1313"/>
              <a:ext cx="411" cy="553"/>
            </a:xfrm>
            <a:custGeom>
              <a:avLst/>
              <a:gdLst>
                <a:gd name="T0" fmla="*/ 271 w 390"/>
                <a:gd name="T1" fmla="*/ 27 h 524"/>
                <a:gd name="T2" fmla="*/ 200 w 390"/>
                <a:gd name="T3" fmla="*/ 79 h 524"/>
                <a:gd name="T4" fmla="*/ 116 w 390"/>
                <a:gd name="T5" fmla="*/ 120 h 524"/>
                <a:gd name="T6" fmla="*/ 22 w 390"/>
                <a:gd name="T7" fmla="*/ 221 h 524"/>
                <a:gd name="T8" fmla="*/ 46 w 390"/>
                <a:gd name="T9" fmla="*/ 363 h 524"/>
                <a:gd name="T10" fmla="*/ 61 w 390"/>
                <a:gd name="T11" fmla="*/ 487 h 524"/>
                <a:gd name="T12" fmla="*/ 123 w 390"/>
                <a:gd name="T13" fmla="*/ 555 h 524"/>
                <a:gd name="T14" fmla="*/ 219 w 390"/>
                <a:gd name="T15" fmla="*/ 551 h 524"/>
                <a:gd name="T16" fmla="*/ 290 w 390"/>
                <a:gd name="T17" fmla="*/ 598 h 524"/>
                <a:gd name="T18" fmla="*/ 393 w 390"/>
                <a:gd name="T19" fmla="*/ 589 h 524"/>
                <a:gd name="T20" fmla="*/ 448 w 390"/>
                <a:gd name="T21" fmla="*/ 554 h 524"/>
                <a:gd name="T22" fmla="*/ 451 w 390"/>
                <a:gd name="T23" fmla="*/ 470 h 524"/>
                <a:gd name="T24" fmla="*/ 428 w 390"/>
                <a:gd name="T25" fmla="*/ 256 h 524"/>
                <a:gd name="T26" fmla="*/ 378 w 390"/>
                <a:gd name="T27" fmla="*/ 64 h 524"/>
                <a:gd name="T28" fmla="*/ 269 w 390"/>
                <a:gd name="T29" fmla="*/ 25 h 52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390" h="524">
                  <a:moveTo>
                    <a:pt x="232" y="24"/>
                  </a:moveTo>
                  <a:cubicBezTo>
                    <a:pt x="211" y="38"/>
                    <a:pt x="191" y="54"/>
                    <a:pt x="171" y="67"/>
                  </a:cubicBezTo>
                  <a:cubicBezTo>
                    <a:pt x="148" y="82"/>
                    <a:pt x="121" y="87"/>
                    <a:pt x="99" y="102"/>
                  </a:cubicBezTo>
                  <a:cubicBezTo>
                    <a:pt x="72" y="121"/>
                    <a:pt x="34" y="158"/>
                    <a:pt x="19" y="188"/>
                  </a:cubicBezTo>
                  <a:cubicBezTo>
                    <a:pt x="0" y="228"/>
                    <a:pt x="30" y="269"/>
                    <a:pt x="40" y="309"/>
                  </a:cubicBezTo>
                  <a:cubicBezTo>
                    <a:pt x="48" y="344"/>
                    <a:pt x="50" y="378"/>
                    <a:pt x="52" y="414"/>
                  </a:cubicBezTo>
                  <a:cubicBezTo>
                    <a:pt x="54" y="453"/>
                    <a:pt x="65" y="471"/>
                    <a:pt x="105" y="472"/>
                  </a:cubicBezTo>
                  <a:cubicBezTo>
                    <a:pt x="133" y="473"/>
                    <a:pt x="160" y="461"/>
                    <a:pt x="187" y="469"/>
                  </a:cubicBezTo>
                  <a:cubicBezTo>
                    <a:pt x="213" y="477"/>
                    <a:pt x="226" y="497"/>
                    <a:pt x="248" y="509"/>
                  </a:cubicBezTo>
                  <a:cubicBezTo>
                    <a:pt x="277" y="524"/>
                    <a:pt x="308" y="514"/>
                    <a:pt x="336" y="501"/>
                  </a:cubicBezTo>
                  <a:cubicBezTo>
                    <a:pt x="351" y="494"/>
                    <a:pt x="374" y="485"/>
                    <a:pt x="382" y="471"/>
                  </a:cubicBezTo>
                  <a:cubicBezTo>
                    <a:pt x="390" y="454"/>
                    <a:pt x="386" y="419"/>
                    <a:pt x="385" y="400"/>
                  </a:cubicBezTo>
                  <a:cubicBezTo>
                    <a:pt x="380" y="339"/>
                    <a:pt x="372" y="279"/>
                    <a:pt x="365" y="218"/>
                  </a:cubicBezTo>
                  <a:cubicBezTo>
                    <a:pt x="358" y="163"/>
                    <a:pt x="351" y="104"/>
                    <a:pt x="324" y="55"/>
                  </a:cubicBezTo>
                  <a:cubicBezTo>
                    <a:pt x="306" y="22"/>
                    <a:pt x="268" y="0"/>
                    <a:pt x="230" y="22"/>
                  </a:cubicBezTo>
                </a:path>
              </a:pathLst>
            </a:custGeom>
            <a:solidFill>
              <a:srgbClr val="7A36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1496" name="Freeform 770">
              <a:extLst>
                <a:ext uri="{FF2B5EF4-FFF2-40B4-BE49-F238E27FC236}">
                  <a16:creationId xmlns:a16="http://schemas.microsoft.com/office/drawing/2014/main" id="{97364191-BBB0-4DEC-8707-377FC02B4AA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2" y="1902"/>
              <a:ext cx="279" cy="93"/>
            </a:xfrm>
            <a:custGeom>
              <a:avLst/>
              <a:gdLst>
                <a:gd name="T0" fmla="*/ 4 w 264"/>
                <a:gd name="T1" fmla="*/ 39 h 88"/>
                <a:gd name="T2" fmla="*/ 0 w 264"/>
                <a:gd name="T3" fmla="*/ 35 h 88"/>
                <a:gd name="T4" fmla="*/ 88 w 264"/>
                <a:gd name="T5" fmla="*/ 80 h 88"/>
                <a:gd name="T6" fmla="*/ 179 w 264"/>
                <a:gd name="T7" fmla="*/ 101 h 88"/>
                <a:gd name="T8" fmla="*/ 257 w 264"/>
                <a:gd name="T9" fmla="*/ 98 h 88"/>
                <a:gd name="T10" fmla="*/ 309 w 264"/>
                <a:gd name="T11" fmla="*/ 44 h 88"/>
                <a:gd name="T12" fmla="*/ 8 w 264"/>
                <a:gd name="T13" fmla="*/ 37 h 8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4" h="88">
                  <a:moveTo>
                    <a:pt x="4" y="33"/>
                  </a:moveTo>
                  <a:cubicBezTo>
                    <a:pt x="1" y="31"/>
                    <a:pt x="2" y="29"/>
                    <a:pt x="0" y="29"/>
                  </a:cubicBezTo>
                  <a:cubicBezTo>
                    <a:pt x="10" y="46"/>
                    <a:pt x="56" y="61"/>
                    <a:pt x="75" y="68"/>
                  </a:cubicBezTo>
                  <a:cubicBezTo>
                    <a:pt x="99" y="77"/>
                    <a:pt x="125" y="84"/>
                    <a:pt x="151" y="86"/>
                  </a:cubicBezTo>
                  <a:cubicBezTo>
                    <a:pt x="172" y="88"/>
                    <a:pt x="198" y="88"/>
                    <a:pt x="218" y="83"/>
                  </a:cubicBezTo>
                  <a:cubicBezTo>
                    <a:pt x="236" y="79"/>
                    <a:pt x="264" y="60"/>
                    <a:pt x="261" y="38"/>
                  </a:cubicBezTo>
                  <a:cubicBezTo>
                    <a:pt x="257" y="0"/>
                    <a:pt x="51" y="47"/>
                    <a:pt x="8" y="31"/>
                  </a:cubicBezTo>
                </a:path>
              </a:pathLst>
            </a:custGeom>
            <a:solidFill>
              <a:srgbClr val="7A36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1497" name="Freeform 771">
              <a:extLst>
                <a:ext uri="{FF2B5EF4-FFF2-40B4-BE49-F238E27FC236}">
                  <a16:creationId xmlns:a16="http://schemas.microsoft.com/office/drawing/2014/main" id="{3B57E9BF-4E2D-4856-BC70-23889E63E115}"/>
                </a:ext>
              </a:extLst>
            </p:cNvPr>
            <p:cNvSpPr>
              <a:spLocks/>
            </p:cNvSpPr>
            <p:nvPr/>
          </p:nvSpPr>
          <p:spPr bwMode="auto">
            <a:xfrm>
              <a:off x="999" y="1865"/>
              <a:ext cx="494" cy="448"/>
            </a:xfrm>
            <a:custGeom>
              <a:avLst/>
              <a:gdLst>
                <a:gd name="T0" fmla="*/ 297 w 468"/>
                <a:gd name="T1" fmla="*/ 87 h 424"/>
                <a:gd name="T2" fmla="*/ 229 w 468"/>
                <a:gd name="T3" fmla="*/ 142 h 424"/>
                <a:gd name="T4" fmla="*/ 406 w 468"/>
                <a:gd name="T5" fmla="*/ 242 h 424"/>
                <a:gd name="T6" fmla="*/ 542 w 468"/>
                <a:gd name="T7" fmla="*/ 406 h 424"/>
                <a:gd name="T8" fmla="*/ 382 w 468"/>
                <a:gd name="T9" fmla="*/ 500 h 424"/>
                <a:gd name="T10" fmla="*/ 260 w 468"/>
                <a:gd name="T11" fmla="*/ 478 h 424"/>
                <a:gd name="T12" fmla="*/ 192 w 468"/>
                <a:gd name="T13" fmla="*/ 415 h 424"/>
                <a:gd name="T14" fmla="*/ 91 w 468"/>
                <a:gd name="T15" fmla="*/ 292 h 424"/>
                <a:gd name="T16" fmla="*/ 17 w 468"/>
                <a:gd name="T17" fmla="*/ 283 h 424"/>
                <a:gd name="T18" fmla="*/ 0 w 468"/>
                <a:gd name="T19" fmla="*/ 182 h 424"/>
                <a:gd name="T20" fmla="*/ 60 w 468"/>
                <a:gd name="T21" fmla="*/ 0 h 424"/>
                <a:gd name="T22" fmla="*/ 113 w 468"/>
                <a:gd name="T23" fmla="*/ 12 h 424"/>
                <a:gd name="T24" fmla="*/ 197 w 468"/>
                <a:gd name="T25" fmla="*/ 48 h 424"/>
                <a:gd name="T26" fmla="*/ 246 w 468"/>
                <a:gd name="T27" fmla="*/ 70 h 424"/>
                <a:gd name="T28" fmla="*/ 281 w 468"/>
                <a:gd name="T29" fmla="*/ 78 h 42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468" h="424">
                  <a:moveTo>
                    <a:pt x="252" y="74"/>
                  </a:moveTo>
                  <a:cubicBezTo>
                    <a:pt x="221" y="49"/>
                    <a:pt x="163" y="84"/>
                    <a:pt x="195" y="120"/>
                  </a:cubicBezTo>
                  <a:cubicBezTo>
                    <a:pt x="235" y="167"/>
                    <a:pt x="288" y="186"/>
                    <a:pt x="346" y="205"/>
                  </a:cubicBezTo>
                  <a:cubicBezTo>
                    <a:pt x="405" y="225"/>
                    <a:pt x="468" y="273"/>
                    <a:pt x="460" y="344"/>
                  </a:cubicBezTo>
                  <a:cubicBezTo>
                    <a:pt x="453" y="407"/>
                    <a:pt x="377" y="423"/>
                    <a:pt x="325" y="424"/>
                  </a:cubicBezTo>
                  <a:cubicBezTo>
                    <a:pt x="291" y="424"/>
                    <a:pt x="253" y="413"/>
                    <a:pt x="221" y="405"/>
                  </a:cubicBezTo>
                  <a:cubicBezTo>
                    <a:pt x="190" y="398"/>
                    <a:pt x="178" y="378"/>
                    <a:pt x="163" y="352"/>
                  </a:cubicBezTo>
                  <a:cubicBezTo>
                    <a:pt x="143" y="315"/>
                    <a:pt x="121" y="260"/>
                    <a:pt x="77" y="247"/>
                  </a:cubicBezTo>
                  <a:cubicBezTo>
                    <a:pt x="60" y="242"/>
                    <a:pt x="25" y="250"/>
                    <a:pt x="14" y="240"/>
                  </a:cubicBezTo>
                  <a:cubicBezTo>
                    <a:pt x="0" y="226"/>
                    <a:pt x="0" y="173"/>
                    <a:pt x="0" y="154"/>
                  </a:cubicBezTo>
                  <a:cubicBezTo>
                    <a:pt x="0" y="100"/>
                    <a:pt x="11" y="39"/>
                    <a:pt x="51" y="0"/>
                  </a:cubicBezTo>
                  <a:cubicBezTo>
                    <a:pt x="63" y="8"/>
                    <a:pt x="82" y="5"/>
                    <a:pt x="96" y="9"/>
                  </a:cubicBezTo>
                  <a:cubicBezTo>
                    <a:pt x="121" y="16"/>
                    <a:pt x="144" y="30"/>
                    <a:pt x="168" y="41"/>
                  </a:cubicBezTo>
                  <a:cubicBezTo>
                    <a:pt x="181" y="48"/>
                    <a:pt x="196" y="56"/>
                    <a:pt x="209" y="59"/>
                  </a:cubicBezTo>
                  <a:cubicBezTo>
                    <a:pt x="220" y="62"/>
                    <a:pt x="234" y="59"/>
                    <a:pt x="239" y="66"/>
                  </a:cubicBezTo>
                </a:path>
              </a:pathLst>
            </a:custGeom>
            <a:solidFill>
              <a:srgbClr val="7A36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1498" name="Freeform 772">
              <a:extLst>
                <a:ext uri="{FF2B5EF4-FFF2-40B4-BE49-F238E27FC236}">
                  <a16:creationId xmlns:a16="http://schemas.microsoft.com/office/drawing/2014/main" id="{60BB74F2-8FF1-4CD1-BB80-86AC8A88885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3" y="2161"/>
              <a:ext cx="222" cy="241"/>
            </a:xfrm>
            <a:custGeom>
              <a:avLst/>
              <a:gdLst>
                <a:gd name="T0" fmla="*/ 245 w 211"/>
                <a:gd name="T1" fmla="*/ 136 h 229"/>
                <a:gd name="T2" fmla="*/ 196 w 211"/>
                <a:gd name="T3" fmla="*/ 193 h 229"/>
                <a:gd name="T4" fmla="*/ 246 w 211"/>
                <a:gd name="T5" fmla="*/ 267 h 229"/>
                <a:gd name="T6" fmla="*/ 175 w 211"/>
                <a:gd name="T7" fmla="*/ 227 h 229"/>
                <a:gd name="T8" fmla="*/ 106 w 211"/>
                <a:gd name="T9" fmla="*/ 186 h 229"/>
                <a:gd name="T10" fmla="*/ 25 w 211"/>
                <a:gd name="T11" fmla="*/ 0 h 2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1" h="229">
                  <a:moveTo>
                    <a:pt x="210" y="117"/>
                  </a:moveTo>
                  <a:cubicBezTo>
                    <a:pt x="187" y="124"/>
                    <a:pt x="167" y="139"/>
                    <a:pt x="168" y="165"/>
                  </a:cubicBezTo>
                  <a:cubicBezTo>
                    <a:pt x="170" y="196"/>
                    <a:pt x="208" y="204"/>
                    <a:pt x="211" y="229"/>
                  </a:cubicBezTo>
                  <a:cubicBezTo>
                    <a:pt x="193" y="228"/>
                    <a:pt x="167" y="204"/>
                    <a:pt x="150" y="195"/>
                  </a:cubicBezTo>
                  <a:cubicBezTo>
                    <a:pt x="131" y="184"/>
                    <a:pt x="108" y="174"/>
                    <a:pt x="91" y="160"/>
                  </a:cubicBezTo>
                  <a:cubicBezTo>
                    <a:pt x="47" y="126"/>
                    <a:pt x="0" y="56"/>
                    <a:pt x="22" y="0"/>
                  </a:cubicBezTo>
                </a:path>
              </a:pathLst>
            </a:custGeom>
            <a:solidFill>
              <a:srgbClr val="7A36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1499" name="Freeform 773">
              <a:extLst>
                <a:ext uri="{FF2B5EF4-FFF2-40B4-BE49-F238E27FC236}">
                  <a16:creationId xmlns:a16="http://schemas.microsoft.com/office/drawing/2014/main" id="{9DCC0EFD-774F-4AA1-BF62-E864F13E2E87}"/>
                </a:ext>
              </a:extLst>
            </p:cNvPr>
            <p:cNvSpPr>
              <a:spLocks/>
            </p:cNvSpPr>
            <p:nvPr/>
          </p:nvSpPr>
          <p:spPr bwMode="auto">
            <a:xfrm>
              <a:off x="970" y="2303"/>
              <a:ext cx="236" cy="323"/>
            </a:xfrm>
            <a:custGeom>
              <a:avLst/>
              <a:gdLst>
                <a:gd name="T0" fmla="*/ 248 w 224"/>
                <a:gd name="T1" fmla="*/ 207 h 306"/>
                <a:gd name="T2" fmla="*/ 154 w 224"/>
                <a:gd name="T3" fmla="*/ 71 h 306"/>
                <a:gd name="T4" fmla="*/ 53 w 224"/>
                <a:gd name="T5" fmla="*/ 3 h 306"/>
                <a:gd name="T6" fmla="*/ 21 w 224"/>
                <a:gd name="T7" fmla="*/ 127 h 306"/>
                <a:gd name="T8" fmla="*/ 110 w 224"/>
                <a:gd name="T9" fmla="*/ 341 h 306"/>
                <a:gd name="T10" fmla="*/ 241 w 224"/>
                <a:gd name="T11" fmla="*/ 197 h 30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4" h="306">
                  <a:moveTo>
                    <a:pt x="212" y="176"/>
                  </a:moveTo>
                  <a:cubicBezTo>
                    <a:pt x="224" y="124"/>
                    <a:pt x="167" y="90"/>
                    <a:pt x="132" y="60"/>
                  </a:cubicBezTo>
                  <a:cubicBezTo>
                    <a:pt x="112" y="43"/>
                    <a:pt x="73" y="4"/>
                    <a:pt x="45" y="3"/>
                  </a:cubicBezTo>
                  <a:cubicBezTo>
                    <a:pt x="0" y="0"/>
                    <a:pt x="17" y="83"/>
                    <a:pt x="18" y="108"/>
                  </a:cubicBezTo>
                  <a:cubicBezTo>
                    <a:pt x="20" y="173"/>
                    <a:pt x="13" y="271"/>
                    <a:pt x="94" y="290"/>
                  </a:cubicBezTo>
                  <a:cubicBezTo>
                    <a:pt x="160" y="306"/>
                    <a:pt x="189" y="216"/>
                    <a:pt x="206" y="168"/>
                  </a:cubicBezTo>
                </a:path>
              </a:pathLst>
            </a:custGeom>
            <a:solidFill>
              <a:srgbClr val="7A36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1500" name="Freeform 774">
              <a:extLst>
                <a:ext uri="{FF2B5EF4-FFF2-40B4-BE49-F238E27FC236}">
                  <a16:creationId xmlns:a16="http://schemas.microsoft.com/office/drawing/2014/main" id="{FDC5DCB7-9F7C-4D2E-9E7B-9FA969A3294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1" y="2451"/>
              <a:ext cx="441" cy="286"/>
            </a:xfrm>
            <a:custGeom>
              <a:avLst/>
              <a:gdLst>
                <a:gd name="T0" fmla="*/ 0 w 418"/>
                <a:gd name="T1" fmla="*/ 153 h 271"/>
                <a:gd name="T2" fmla="*/ 266 w 418"/>
                <a:gd name="T3" fmla="*/ 210 h 271"/>
                <a:gd name="T4" fmla="*/ 358 w 418"/>
                <a:gd name="T5" fmla="*/ 252 h 271"/>
                <a:gd name="T6" fmla="*/ 444 w 418"/>
                <a:gd name="T7" fmla="*/ 306 h 271"/>
                <a:gd name="T8" fmla="*/ 467 w 418"/>
                <a:gd name="T9" fmla="*/ 309 h 271"/>
                <a:gd name="T10" fmla="*/ 440 w 418"/>
                <a:gd name="T11" fmla="*/ 261 h 271"/>
                <a:gd name="T12" fmla="*/ 429 w 418"/>
                <a:gd name="T13" fmla="*/ 212 h 271"/>
                <a:gd name="T14" fmla="*/ 408 w 418"/>
                <a:gd name="T15" fmla="*/ 146 h 271"/>
                <a:gd name="T16" fmla="*/ 298 w 418"/>
                <a:gd name="T17" fmla="*/ 85 h 271"/>
                <a:gd name="T18" fmla="*/ 178 w 418"/>
                <a:gd name="T19" fmla="*/ 109 h 271"/>
                <a:gd name="T20" fmla="*/ 122 w 418"/>
                <a:gd name="T21" fmla="*/ 77 h 271"/>
                <a:gd name="T22" fmla="*/ 122 w 418"/>
                <a:gd name="T23" fmla="*/ 0 h 27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18" h="271">
                  <a:moveTo>
                    <a:pt x="0" y="130"/>
                  </a:moveTo>
                  <a:cubicBezTo>
                    <a:pt x="62" y="181"/>
                    <a:pt x="154" y="162"/>
                    <a:pt x="227" y="179"/>
                  </a:cubicBezTo>
                  <a:cubicBezTo>
                    <a:pt x="255" y="186"/>
                    <a:pt x="277" y="204"/>
                    <a:pt x="304" y="214"/>
                  </a:cubicBezTo>
                  <a:cubicBezTo>
                    <a:pt x="333" y="224"/>
                    <a:pt x="351" y="247"/>
                    <a:pt x="378" y="261"/>
                  </a:cubicBezTo>
                  <a:cubicBezTo>
                    <a:pt x="387" y="266"/>
                    <a:pt x="389" y="271"/>
                    <a:pt x="398" y="263"/>
                  </a:cubicBezTo>
                  <a:cubicBezTo>
                    <a:pt x="418" y="246"/>
                    <a:pt x="385" y="231"/>
                    <a:pt x="374" y="222"/>
                  </a:cubicBezTo>
                  <a:cubicBezTo>
                    <a:pt x="357" y="209"/>
                    <a:pt x="373" y="199"/>
                    <a:pt x="366" y="180"/>
                  </a:cubicBezTo>
                  <a:cubicBezTo>
                    <a:pt x="359" y="163"/>
                    <a:pt x="358" y="139"/>
                    <a:pt x="348" y="124"/>
                  </a:cubicBezTo>
                  <a:cubicBezTo>
                    <a:pt x="333" y="102"/>
                    <a:pt x="281" y="80"/>
                    <a:pt x="253" y="73"/>
                  </a:cubicBezTo>
                  <a:cubicBezTo>
                    <a:pt x="214" y="63"/>
                    <a:pt x="189" y="81"/>
                    <a:pt x="152" y="93"/>
                  </a:cubicBezTo>
                  <a:cubicBezTo>
                    <a:pt x="127" y="102"/>
                    <a:pt x="104" y="97"/>
                    <a:pt x="104" y="65"/>
                  </a:cubicBezTo>
                  <a:cubicBezTo>
                    <a:pt x="104" y="35"/>
                    <a:pt x="132" y="25"/>
                    <a:pt x="104" y="0"/>
                  </a:cubicBezTo>
                </a:path>
              </a:pathLst>
            </a:custGeom>
            <a:solidFill>
              <a:srgbClr val="7A36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1501" name="Freeform 775">
              <a:extLst>
                <a:ext uri="{FF2B5EF4-FFF2-40B4-BE49-F238E27FC236}">
                  <a16:creationId xmlns:a16="http://schemas.microsoft.com/office/drawing/2014/main" id="{4CF272D8-7CC8-4BDC-B985-2760AE10A451}"/>
                </a:ext>
              </a:extLst>
            </p:cNvPr>
            <p:cNvSpPr>
              <a:spLocks/>
            </p:cNvSpPr>
            <p:nvPr/>
          </p:nvSpPr>
          <p:spPr bwMode="auto">
            <a:xfrm>
              <a:off x="985" y="2682"/>
              <a:ext cx="495" cy="313"/>
            </a:xfrm>
            <a:custGeom>
              <a:avLst/>
              <a:gdLst>
                <a:gd name="T0" fmla="*/ 208 w 469"/>
                <a:gd name="T1" fmla="*/ 21 h 296"/>
                <a:gd name="T2" fmla="*/ 82 w 469"/>
                <a:gd name="T3" fmla="*/ 1 h 296"/>
                <a:gd name="T4" fmla="*/ 3 w 469"/>
                <a:gd name="T5" fmla="*/ 110 h 296"/>
                <a:gd name="T6" fmla="*/ 56 w 469"/>
                <a:gd name="T7" fmla="*/ 258 h 296"/>
                <a:gd name="T8" fmla="*/ 184 w 469"/>
                <a:gd name="T9" fmla="*/ 280 h 296"/>
                <a:gd name="T10" fmla="*/ 343 w 469"/>
                <a:gd name="T11" fmla="*/ 299 h 296"/>
                <a:gd name="T12" fmla="*/ 475 w 469"/>
                <a:gd name="T13" fmla="*/ 348 h 296"/>
                <a:gd name="T14" fmla="*/ 532 w 469"/>
                <a:gd name="T15" fmla="*/ 331 h 296"/>
                <a:gd name="T16" fmla="*/ 528 w 469"/>
                <a:gd name="T17" fmla="*/ 241 h 296"/>
                <a:gd name="T18" fmla="*/ 416 w 469"/>
                <a:gd name="T19" fmla="*/ 128 h 296"/>
                <a:gd name="T20" fmla="*/ 280 w 469"/>
                <a:gd name="T21" fmla="*/ 55 h 296"/>
                <a:gd name="T22" fmla="*/ 208 w 469"/>
                <a:gd name="T23" fmla="*/ 25 h 29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69" h="296">
                  <a:moveTo>
                    <a:pt x="177" y="18"/>
                  </a:moveTo>
                  <a:cubicBezTo>
                    <a:pt x="146" y="8"/>
                    <a:pt x="103" y="0"/>
                    <a:pt x="70" y="1"/>
                  </a:cubicBezTo>
                  <a:cubicBezTo>
                    <a:pt x="25" y="4"/>
                    <a:pt x="0" y="51"/>
                    <a:pt x="3" y="93"/>
                  </a:cubicBezTo>
                  <a:cubicBezTo>
                    <a:pt x="5" y="131"/>
                    <a:pt x="19" y="191"/>
                    <a:pt x="47" y="218"/>
                  </a:cubicBezTo>
                  <a:cubicBezTo>
                    <a:pt x="80" y="249"/>
                    <a:pt x="116" y="244"/>
                    <a:pt x="156" y="237"/>
                  </a:cubicBezTo>
                  <a:cubicBezTo>
                    <a:pt x="207" y="228"/>
                    <a:pt x="244" y="237"/>
                    <a:pt x="292" y="253"/>
                  </a:cubicBezTo>
                  <a:cubicBezTo>
                    <a:pt x="329" y="266"/>
                    <a:pt x="364" y="290"/>
                    <a:pt x="404" y="294"/>
                  </a:cubicBezTo>
                  <a:cubicBezTo>
                    <a:pt x="423" y="296"/>
                    <a:pt x="442" y="296"/>
                    <a:pt x="453" y="280"/>
                  </a:cubicBezTo>
                  <a:cubicBezTo>
                    <a:pt x="469" y="255"/>
                    <a:pt x="463" y="227"/>
                    <a:pt x="449" y="204"/>
                  </a:cubicBezTo>
                  <a:cubicBezTo>
                    <a:pt x="425" y="164"/>
                    <a:pt x="394" y="131"/>
                    <a:pt x="353" y="108"/>
                  </a:cubicBezTo>
                  <a:cubicBezTo>
                    <a:pt x="314" y="87"/>
                    <a:pt x="279" y="61"/>
                    <a:pt x="238" y="46"/>
                  </a:cubicBezTo>
                  <a:cubicBezTo>
                    <a:pt x="217" y="38"/>
                    <a:pt x="197" y="30"/>
                    <a:pt x="177" y="22"/>
                  </a:cubicBezTo>
                </a:path>
              </a:pathLst>
            </a:custGeom>
            <a:solidFill>
              <a:srgbClr val="7A36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1502" name="Freeform 776">
              <a:extLst>
                <a:ext uri="{FF2B5EF4-FFF2-40B4-BE49-F238E27FC236}">
                  <a16:creationId xmlns:a16="http://schemas.microsoft.com/office/drawing/2014/main" id="{201F813C-4CB8-4A4B-9156-577E8189E76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4" y="3000"/>
              <a:ext cx="175" cy="96"/>
            </a:xfrm>
            <a:custGeom>
              <a:avLst/>
              <a:gdLst>
                <a:gd name="T0" fmla="*/ 114 w 166"/>
                <a:gd name="T1" fmla="*/ 16 h 91"/>
                <a:gd name="T2" fmla="*/ 34 w 166"/>
                <a:gd name="T3" fmla="*/ 18 h 91"/>
                <a:gd name="T4" fmla="*/ 61 w 166"/>
                <a:gd name="T5" fmla="*/ 83 h 91"/>
                <a:gd name="T6" fmla="*/ 169 w 166"/>
                <a:gd name="T7" fmla="*/ 80 h 91"/>
                <a:gd name="T8" fmla="*/ 100 w 166"/>
                <a:gd name="T9" fmla="*/ 22 h 9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6" h="91">
                  <a:moveTo>
                    <a:pt x="97" y="13"/>
                  </a:moveTo>
                  <a:cubicBezTo>
                    <a:pt x="77" y="21"/>
                    <a:pt x="47" y="0"/>
                    <a:pt x="28" y="15"/>
                  </a:cubicBezTo>
                  <a:cubicBezTo>
                    <a:pt x="0" y="37"/>
                    <a:pt x="32" y="62"/>
                    <a:pt x="52" y="71"/>
                  </a:cubicBezTo>
                  <a:cubicBezTo>
                    <a:pt x="74" y="80"/>
                    <a:pt x="125" y="91"/>
                    <a:pt x="144" y="68"/>
                  </a:cubicBezTo>
                  <a:cubicBezTo>
                    <a:pt x="166" y="41"/>
                    <a:pt x="95" y="11"/>
                    <a:pt x="85" y="19"/>
                  </a:cubicBezTo>
                </a:path>
              </a:pathLst>
            </a:custGeom>
            <a:solidFill>
              <a:srgbClr val="7A36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1503" name="Freeform 777">
              <a:extLst>
                <a:ext uri="{FF2B5EF4-FFF2-40B4-BE49-F238E27FC236}">
                  <a16:creationId xmlns:a16="http://schemas.microsoft.com/office/drawing/2014/main" id="{73CB1E54-83BE-4AC8-8FB4-F20CEE8DA1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6" y="3102"/>
              <a:ext cx="337" cy="496"/>
            </a:xfrm>
            <a:custGeom>
              <a:avLst/>
              <a:gdLst>
                <a:gd name="T0" fmla="*/ 361 w 319"/>
                <a:gd name="T1" fmla="*/ 101 h 470"/>
                <a:gd name="T2" fmla="*/ 244 w 319"/>
                <a:gd name="T3" fmla="*/ 94 h 470"/>
                <a:gd name="T4" fmla="*/ 137 w 319"/>
                <a:gd name="T5" fmla="*/ 78 h 470"/>
                <a:gd name="T6" fmla="*/ 72 w 319"/>
                <a:gd name="T7" fmla="*/ 45 h 470"/>
                <a:gd name="T8" fmla="*/ 31 w 319"/>
                <a:gd name="T9" fmla="*/ 0 h 470"/>
                <a:gd name="T10" fmla="*/ 41 w 319"/>
                <a:gd name="T11" fmla="*/ 127 h 470"/>
                <a:gd name="T12" fmla="*/ 21 w 319"/>
                <a:gd name="T13" fmla="*/ 294 h 470"/>
                <a:gd name="T14" fmla="*/ 58 w 319"/>
                <a:gd name="T15" fmla="*/ 514 h 470"/>
                <a:gd name="T16" fmla="*/ 192 w 319"/>
                <a:gd name="T17" fmla="*/ 551 h 470"/>
                <a:gd name="T18" fmla="*/ 303 w 319"/>
                <a:gd name="T19" fmla="*/ 420 h 470"/>
                <a:gd name="T20" fmla="*/ 364 w 319"/>
                <a:gd name="T21" fmla="*/ 253 h 470"/>
                <a:gd name="T22" fmla="*/ 374 w 319"/>
                <a:gd name="T23" fmla="*/ 182 h 470"/>
                <a:gd name="T24" fmla="*/ 359 w 319"/>
                <a:gd name="T25" fmla="*/ 106 h 47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19" h="470">
                  <a:moveTo>
                    <a:pt x="307" y="86"/>
                  </a:moveTo>
                  <a:cubicBezTo>
                    <a:pt x="276" y="76"/>
                    <a:pt x="239" y="83"/>
                    <a:pt x="207" y="80"/>
                  </a:cubicBezTo>
                  <a:cubicBezTo>
                    <a:pt x="176" y="77"/>
                    <a:pt x="145" y="74"/>
                    <a:pt x="116" y="66"/>
                  </a:cubicBezTo>
                  <a:cubicBezTo>
                    <a:pt x="97" y="60"/>
                    <a:pt x="76" y="53"/>
                    <a:pt x="61" y="39"/>
                  </a:cubicBezTo>
                  <a:cubicBezTo>
                    <a:pt x="49" y="27"/>
                    <a:pt x="41" y="9"/>
                    <a:pt x="26" y="0"/>
                  </a:cubicBezTo>
                  <a:cubicBezTo>
                    <a:pt x="10" y="28"/>
                    <a:pt x="37" y="76"/>
                    <a:pt x="35" y="108"/>
                  </a:cubicBezTo>
                  <a:cubicBezTo>
                    <a:pt x="32" y="156"/>
                    <a:pt x="21" y="203"/>
                    <a:pt x="18" y="250"/>
                  </a:cubicBezTo>
                  <a:cubicBezTo>
                    <a:pt x="15" y="303"/>
                    <a:pt x="0" y="399"/>
                    <a:pt x="49" y="437"/>
                  </a:cubicBezTo>
                  <a:cubicBezTo>
                    <a:pt x="81" y="461"/>
                    <a:pt x="125" y="470"/>
                    <a:pt x="163" y="469"/>
                  </a:cubicBezTo>
                  <a:cubicBezTo>
                    <a:pt x="218" y="466"/>
                    <a:pt x="239" y="401"/>
                    <a:pt x="257" y="357"/>
                  </a:cubicBezTo>
                  <a:cubicBezTo>
                    <a:pt x="276" y="310"/>
                    <a:pt x="297" y="263"/>
                    <a:pt x="310" y="215"/>
                  </a:cubicBezTo>
                  <a:cubicBezTo>
                    <a:pt x="316" y="194"/>
                    <a:pt x="319" y="174"/>
                    <a:pt x="317" y="154"/>
                  </a:cubicBezTo>
                  <a:cubicBezTo>
                    <a:pt x="316" y="131"/>
                    <a:pt x="307" y="111"/>
                    <a:pt x="305" y="90"/>
                  </a:cubicBezTo>
                </a:path>
              </a:pathLst>
            </a:custGeom>
            <a:solidFill>
              <a:srgbClr val="7A36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1504" name="Freeform 778">
              <a:extLst>
                <a:ext uri="{FF2B5EF4-FFF2-40B4-BE49-F238E27FC236}">
                  <a16:creationId xmlns:a16="http://schemas.microsoft.com/office/drawing/2014/main" id="{C39C8A6E-69F2-4514-864A-A84442D95FD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8" y="3680"/>
              <a:ext cx="151" cy="86"/>
            </a:xfrm>
            <a:custGeom>
              <a:avLst/>
              <a:gdLst>
                <a:gd name="T0" fmla="*/ 82 w 143"/>
                <a:gd name="T1" fmla="*/ 7 h 82"/>
                <a:gd name="T2" fmla="*/ 12 w 143"/>
                <a:gd name="T3" fmla="*/ 29 h 82"/>
                <a:gd name="T4" fmla="*/ 82 w 143"/>
                <a:gd name="T5" fmla="*/ 52 h 82"/>
                <a:gd name="T6" fmla="*/ 168 w 143"/>
                <a:gd name="T7" fmla="*/ 46 h 82"/>
                <a:gd name="T8" fmla="*/ 76 w 143"/>
                <a:gd name="T9" fmla="*/ 15 h 8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3" h="82">
                  <a:moveTo>
                    <a:pt x="70" y="7"/>
                  </a:moveTo>
                  <a:cubicBezTo>
                    <a:pt x="51" y="0"/>
                    <a:pt x="16" y="1"/>
                    <a:pt x="9" y="26"/>
                  </a:cubicBezTo>
                  <a:cubicBezTo>
                    <a:pt x="0" y="58"/>
                    <a:pt x="50" y="41"/>
                    <a:pt x="70" y="46"/>
                  </a:cubicBezTo>
                  <a:cubicBezTo>
                    <a:pt x="88" y="52"/>
                    <a:pt x="143" y="82"/>
                    <a:pt x="143" y="40"/>
                  </a:cubicBezTo>
                  <a:cubicBezTo>
                    <a:pt x="143" y="14"/>
                    <a:pt x="80" y="3"/>
                    <a:pt x="64" y="12"/>
                  </a:cubicBezTo>
                </a:path>
              </a:pathLst>
            </a:custGeom>
            <a:solidFill>
              <a:srgbClr val="7A36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1505" name="Freeform 779">
              <a:extLst>
                <a:ext uri="{FF2B5EF4-FFF2-40B4-BE49-F238E27FC236}">
                  <a16:creationId xmlns:a16="http://schemas.microsoft.com/office/drawing/2014/main" id="{9C0FE2CE-7088-4D8B-960C-1888C513B941}"/>
                </a:ext>
              </a:extLst>
            </p:cNvPr>
            <p:cNvSpPr>
              <a:spLocks/>
            </p:cNvSpPr>
            <p:nvPr/>
          </p:nvSpPr>
          <p:spPr bwMode="auto">
            <a:xfrm>
              <a:off x="968" y="3799"/>
              <a:ext cx="216" cy="156"/>
            </a:xfrm>
            <a:custGeom>
              <a:avLst/>
              <a:gdLst>
                <a:gd name="T0" fmla="*/ 230 w 205"/>
                <a:gd name="T1" fmla="*/ 22 h 148"/>
                <a:gd name="T2" fmla="*/ 231 w 205"/>
                <a:gd name="T3" fmla="*/ 59 h 148"/>
                <a:gd name="T4" fmla="*/ 191 w 205"/>
                <a:gd name="T5" fmla="*/ 61 h 148"/>
                <a:gd name="T6" fmla="*/ 107 w 205"/>
                <a:gd name="T7" fmla="*/ 82 h 148"/>
                <a:gd name="T8" fmla="*/ 0 w 205"/>
                <a:gd name="T9" fmla="*/ 135 h 148"/>
                <a:gd name="T10" fmla="*/ 40 w 205"/>
                <a:gd name="T11" fmla="*/ 87 h 148"/>
                <a:gd name="T12" fmla="*/ 89 w 205"/>
                <a:gd name="T13" fmla="*/ 22 h 148"/>
                <a:gd name="T14" fmla="*/ 131 w 205"/>
                <a:gd name="T15" fmla="*/ 8 h 148"/>
                <a:gd name="T16" fmla="*/ 224 w 205"/>
                <a:gd name="T17" fmla="*/ 7 h 14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5" h="148">
                  <a:moveTo>
                    <a:pt x="196" y="19"/>
                  </a:moveTo>
                  <a:cubicBezTo>
                    <a:pt x="205" y="24"/>
                    <a:pt x="205" y="42"/>
                    <a:pt x="197" y="50"/>
                  </a:cubicBezTo>
                  <a:cubicBezTo>
                    <a:pt x="187" y="61"/>
                    <a:pt x="175" y="54"/>
                    <a:pt x="163" y="52"/>
                  </a:cubicBezTo>
                  <a:cubicBezTo>
                    <a:pt x="132" y="48"/>
                    <a:pt x="115" y="50"/>
                    <a:pt x="92" y="70"/>
                  </a:cubicBezTo>
                  <a:cubicBezTo>
                    <a:pt x="67" y="91"/>
                    <a:pt x="32" y="148"/>
                    <a:pt x="0" y="115"/>
                  </a:cubicBezTo>
                  <a:cubicBezTo>
                    <a:pt x="10" y="99"/>
                    <a:pt x="21" y="88"/>
                    <a:pt x="34" y="75"/>
                  </a:cubicBezTo>
                  <a:cubicBezTo>
                    <a:pt x="50" y="58"/>
                    <a:pt x="59" y="35"/>
                    <a:pt x="76" y="19"/>
                  </a:cubicBezTo>
                  <a:cubicBezTo>
                    <a:pt x="90" y="5"/>
                    <a:pt x="91" y="7"/>
                    <a:pt x="112" y="8"/>
                  </a:cubicBezTo>
                  <a:cubicBezTo>
                    <a:pt x="136" y="11"/>
                    <a:pt x="170" y="0"/>
                    <a:pt x="192" y="7"/>
                  </a:cubicBezTo>
                </a:path>
              </a:pathLst>
            </a:custGeom>
            <a:solidFill>
              <a:srgbClr val="7A36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1506" name="Freeform 780">
              <a:extLst>
                <a:ext uri="{FF2B5EF4-FFF2-40B4-BE49-F238E27FC236}">
                  <a16:creationId xmlns:a16="http://schemas.microsoft.com/office/drawing/2014/main" id="{0AEEF6FC-F072-4534-AE64-1FBAE5664EB6}"/>
                </a:ext>
              </a:extLst>
            </p:cNvPr>
            <p:cNvSpPr>
              <a:spLocks/>
            </p:cNvSpPr>
            <p:nvPr/>
          </p:nvSpPr>
          <p:spPr bwMode="auto">
            <a:xfrm>
              <a:off x="808" y="1774"/>
              <a:ext cx="114" cy="182"/>
            </a:xfrm>
            <a:custGeom>
              <a:avLst/>
              <a:gdLst>
                <a:gd name="T0" fmla="*/ 61 w 108"/>
                <a:gd name="T1" fmla="*/ 0 h 172"/>
                <a:gd name="T2" fmla="*/ 81 w 108"/>
                <a:gd name="T3" fmla="*/ 63 h 172"/>
                <a:gd name="T4" fmla="*/ 63 w 108"/>
                <a:gd name="T5" fmla="*/ 116 h 172"/>
                <a:gd name="T6" fmla="*/ 6 w 108"/>
                <a:gd name="T7" fmla="*/ 90 h 172"/>
                <a:gd name="T8" fmla="*/ 114 w 108"/>
                <a:gd name="T9" fmla="*/ 189 h 172"/>
                <a:gd name="T10" fmla="*/ 121 w 108"/>
                <a:gd name="T11" fmla="*/ 160 h 172"/>
                <a:gd name="T12" fmla="*/ 98 w 108"/>
                <a:gd name="T13" fmla="*/ 126 h 172"/>
                <a:gd name="T14" fmla="*/ 117 w 108"/>
                <a:gd name="T15" fmla="*/ 35 h 17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8" h="172">
                  <a:moveTo>
                    <a:pt x="52" y="0"/>
                  </a:moveTo>
                  <a:cubicBezTo>
                    <a:pt x="53" y="18"/>
                    <a:pt x="68" y="33"/>
                    <a:pt x="69" y="54"/>
                  </a:cubicBezTo>
                  <a:cubicBezTo>
                    <a:pt x="69" y="72"/>
                    <a:pt x="61" y="83"/>
                    <a:pt x="54" y="98"/>
                  </a:cubicBezTo>
                  <a:cubicBezTo>
                    <a:pt x="37" y="94"/>
                    <a:pt x="22" y="81"/>
                    <a:pt x="6" y="76"/>
                  </a:cubicBezTo>
                  <a:cubicBezTo>
                    <a:pt x="0" y="100"/>
                    <a:pt x="72" y="172"/>
                    <a:pt x="97" y="160"/>
                  </a:cubicBezTo>
                  <a:cubicBezTo>
                    <a:pt x="108" y="156"/>
                    <a:pt x="107" y="142"/>
                    <a:pt x="103" y="135"/>
                  </a:cubicBezTo>
                  <a:cubicBezTo>
                    <a:pt x="94" y="120"/>
                    <a:pt x="85" y="129"/>
                    <a:pt x="83" y="106"/>
                  </a:cubicBezTo>
                  <a:cubicBezTo>
                    <a:pt x="80" y="79"/>
                    <a:pt x="91" y="54"/>
                    <a:pt x="99" y="29"/>
                  </a:cubicBezTo>
                </a:path>
              </a:pathLst>
            </a:custGeom>
            <a:solidFill>
              <a:srgbClr val="7A36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1507" name="Freeform 781">
              <a:extLst>
                <a:ext uri="{FF2B5EF4-FFF2-40B4-BE49-F238E27FC236}">
                  <a16:creationId xmlns:a16="http://schemas.microsoft.com/office/drawing/2014/main" id="{62A0FA51-A404-4BAC-B421-C6B8F78744A6}"/>
                </a:ext>
              </a:extLst>
            </p:cNvPr>
            <p:cNvSpPr>
              <a:spLocks/>
            </p:cNvSpPr>
            <p:nvPr/>
          </p:nvSpPr>
          <p:spPr bwMode="auto">
            <a:xfrm>
              <a:off x="743" y="1948"/>
              <a:ext cx="189" cy="220"/>
            </a:xfrm>
            <a:custGeom>
              <a:avLst/>
              <a:gdLst>
                <a:gd name="T0" fmla="*/ 45 w 179"/>
                <a:gd name="T1" fmla="*/ 0 h 209"/>
                <a:gd name="T2" fmla="*/ 113 w 179"/>
                <a:gd name="T3" fmla="*/ 40 h 209"/>
                <a:gd name="T4" fmla="*/ 177 w 179"/>
                <a:gd name="T5" fmla="*/ 40 h 209"/>
                <a:gd name="T6" fmla="*/ 166 w 179"/>
                <a:gd name="T7" fmla="*/ 159 h 209"/>
                <a:gd name="T8" fmla="*/ 78 w 179"/>
                <a:gd name="T9" fmla="*/ 186 h 209"/>
                <a:gd name="T10" fmla="*/ 0 w 179"/>
                <a:gd name="T11" fmla="*/ 235 h 209"/>
                <a:gd name="T12" fmla="*/ 31 w 179"/>
                <a:gd name="T13" fmla="*/ 178 h 209"/>
                <a:gd name="T14" fmla="*/ 29 w 179"/>
                <a:gd name="T15" fmla="*/ 121 h 209"/>
                <a:gd name="T16" fmla="*/ 41 w 179"/>
                <a:gd name="T17" fmla="*/ 8 h 20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79" h="209">
                  <a:moveTo>
                    <a:pt x="39" y="0"/>
                  </a:moveTo>
                  <a:cubicBezTo>
                    <a:pt x="51" y="17"/>
                    <a:pt x="76" y="32"/>
                    <a:pt x="96" y="34"/>
                  </a:cubicBezTo>
                  <a:cubicBezTo>
                    <a:pt x="112" y="36"/>
                    <a:pt x="137" y="26"/>
                    <a:pt x="151" y="34"/>
                  </a:cubicBezTo>
                  <a:cubicBezTo>
                    <a:pt x="179" y="50"/>
                    <a:pt x="153" y="116"/>
                    <a:pt x="141" y="136"/>
                  </a:cubicBezTo>
                  <a:cubicBezTo>
                    <a:pt x="121" y="167"/>
                    <a:pt x="94" y="145"/>
                    <a:pt x="66" y="160"/>
                  </a:cubicBezTo>
                  <a:cubicBezTo>
                    <a:pt x="44" y="172"/>
                    <a:pt x="29" y="209"/>
                    <a:pt x="0" y="201"/>
                  </a:cubicBezTo>
                  <a:cubicBezTo>
                    <a:pt x="2" y="185"/>
                    <a:pt x="20" y="169"/>
                    <a:pt x="26" y="153"/>
                  </a:cubicBezTo>
                  <a:cubicBezTo>
                    <a:pt x="35" y="132"/>
                    <a:pt x="30" y="124"/>
                    <a:pt x="25" y="104"/>
                  </a:cubicBezTo>
                  <a:cubicBezTo>
                    <a:pt x="16" y="72"/>
                    <a:pt x="27" y="38"/>
                    <a:pt x="35" y="8"/>
                  </a:cubicBezTo>
                </a:path>
              </a:pathLst>
            </a:custGeom>
            <a:solidFill>
              <a:srgbClr val="7A36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1508" name="Freeform 782">
              <a:extLst>
                <a:ext uri="{FF2B5EF4-FFF2-40B4-BE49-F238E27FC236}">
                  <a16:creationId xmlns:a16="http://schemas.microsoft.com/office/drawing/2014/main" id="{20FCFD53-CDCA-4B6E-9996-339FF8E7C0D1}"/>
                </a:ext>
              </a:extLst>
            </p:cNvPr>
            <p:cNvSpPr>
              <a:spLocks/>
            </p:cNvSpPr>
            <p:nvPr/>
          </p:nvSpPr>
          <p:spPr bwMode="auto">
            <a:xfrm>
              <a:off x="711" y="2218"/>
              <a:ext cx="133" cy="161"/>
            </a:xfrm>
            <a:custGeom>
              <a:avLst/>
              <a:gdLst>
                <a:gd name="T0" fmla="*/ 112 w 126"/>
                <a:gd name="T1" fmla="*/ 17 h 153"/>
                <a:gd name="T2" fmla="*/ 55 w 126"/>
                <a:gd name="T3" fmla="*/ 4 h 153"/>
                <a:gd name="T4" fmla="*/ 27 w 126"/>
                <a:gd name="T5" fmla="*/ 60 h 153"/>
                <a:gd name="T6" fmla="*/ 24 w 126"/>
                <a:gd name="T7" fmla="*/ 178 h 153"/>
                <a:gd name="T8" fmla="*/ 112 w 126"/>
                <a:gd name="T9" fmla="*/ 110 h 153"/>
                <a:gd name="T10" fmla="*/ 146 w 126"/>
                <a:gd name="T11" fmla="*/ 95 h 153"/>
                <a:gd name="T12" fmla="*/ 109 w 126"/>
                <a:gd name="T13" fmla="*/ 19 h 15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6" h="153">
                  <a:moveTo>
                    <a:pt x="95" y="14"/>
                  </a:moveTo>
                  <a:cubicBezTo>
                    <a:pt x="83" y="12"/>
                    <a:pt x="59" y="0"/>
                    <a:pt x="46" y="4"/>
                  </a:cubicBezTo>
                  <a:cubicBezTo>
                    <a:pt x="26" y="10"/>
                    <a:pt x="25" y="34"/>
                    <a:pt x="24" y="51"/>
                  </a:cubicBezTo>
                  <a:cubicBezTo>
                    <a:pt x="22" y="81"/>
                    <a:pt x="0" y="130"/>
                    <a:pt x="21" y="153"/>
                  </a:cubicBezTo>
                  <a:cubicBezTo>
                    <a:pt x="47" y="139"/>
                    <a:pt x="53" y="44"/>
                    <a:pt x="95" y="95"/>
                  </a:cubicBezTo>
                  <a:cubicBezTo>
                    <a:pt x="111" y="115"/>
                    <a:pt x="122" y="110"/>
                    <a:pt x="124" y="82"/>
                  </a:cubicBezTo>
                  <a:cubicBezTo>
                    <a:pt x="126" y="49"/>
                    <a:pt x="110" y="39"/>
                    <a:pt x="93" y="16"/>
                  </a:cubicBezTo>
                </a:path>
              </a:pathLst>
            </a:custGeom>
            <a:solidFill>
              <a:srgbClr val="7A36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1509" name="Freeform 783">
              <a:extLst>
                <a:ext uri="{FF2B5EF4-FFF2-40B4-BE49-F238E27FC236}">
                  <a16:creationId xmlns:a16="http://schemas.microsoft.com/office/drawing/2014/main" id="{A27E872C-FE21-4C78-8081-8E39790144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0" y="1613"/>
              <a:ext cx="176" cy="218"/>
            </a:xfrm>
            <a:custGeom>
              <a:avLst/>
              <a:gdLst>
                <a:gd name="T0" fmla="*/ 0 w 167"/>
                <a:gd name="T1" fmla="*/ 35 h 207"/>
                <a:gd name="T2" fmla="*/ 69 w 167"/>
                <a:gd name="T3" fmla="*/ 59 h 207"/>
                <a:gd name="T4" fmla="*/ 115 w 167"/>
                <a:gd name="T5" fmla="*/ 0 h 207"/>
                <a:gd name="T6" fmla="*/ 168 w 167"/>
                <a:gd name="T7" fmla="*/ 49 h 207"/>
                <a:gd name="T8" fmla="*/ 193 w 167"/>
                <a:gd name="T9" fmla="*/ 128 h 207"/>
                <a:gd name="T10" fmla="*/ 169 w 167"/>
                <a:gd name="T11" fmla="*/ 195 h 207"/>
                <a:gd name="T12" fmla="*/ 96 w 167"/>
                <a:gd name="T13" fmla="*/ 238 h 207"/>
                <a:gd name="T14" fmla="*/ 48 w 167"/>
                <a:gd name="T15" fmla="*/ 187 h 207"/>
                <a:gd name="T16" fmla="*/ 37 w 167"/>
                <a:gd name="T17" fmla="*/ 135 h 207"/>
                <a:gd name="T18" fmla="*/ 8 w 167"/>
                <a:gd name="T19" fmla="*/ 60 h 20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67" h="207">
                  <a:moveTo>
                    <a:pt x="0" y="29"/>
                  </a:moveTo>
                  <a:cubicBezTo>
                    <a:pt x="18" y="37"/>
                    <a:pt x="37" y="57"/>
                    <a:pt x="59" y="50"/>
                  </a:cubicBezTo>
                  <a:cubicBezTo>
                    <a:pt x="79" y="43"/>
                    <a:pt x="80" y="0"/>
                    <a:pt x="98" y="0"/>
                  </a:cubicBezTo>
                  <a:cubicBezTo>
                    <a:pt x="110" y="1"/>
                    <a:pt x="138" y="34"/>
                    <a:pt x="143" y="43"/>
                  </a:cubicBezTo>
                  <a:cubicBezTo>
                    <a:pt x="153" y="61"/>
                    <a:pt x="163" y="91"/>
                    <a:pt x="165" y="110"/>
                  </a:cubicBezTo>
                  <a:cubicBezTo>
                    <a:pt x="167" y="134"/>
                    <a:pt x="162" y="153"/>
                    <a:pt x="144" y="167"/>
                  </a:cubicBezTo>
                  <a:cubicBezTo>
                    <a:pt x="130" y="178"/>
                    <a:pt x="100" y="202"/>
                    <a:pt x="82" y="204"/>
                  </a:cubicBezTo>
                  <a:cubicBezTo>
                    <a:pt x="59" y="207"/>
                    <a:pt x="48" y="178"/>
                    <a:pt x="42" y="160"/>
                  </a:cubicBezTo>
                  <a:cubicBezTo>
                    <a:pt x="38" y="145"/>
                    <a:pt x="35" y="131"/>
                    <a:pt x="31" y="116"/>
                  </a:cubicBezTo>
                  <a:cubicBezTo>
                    <a:pt x="26" y="101"/>
                    <a:pt x="5" y="61"/>
                    <a:pt x="8" y="51"/>
                  </a:cubicBezTo>
                </a:path>
              </a:pathLst>
            </a:custGeom>
            <a:solidFill>
              <a:srgbClr val="7A36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1510" name="Freeform 784">
              <a:extLst>
                <a:ext uri="{FF2B5EF4-FFF2-40B4-BE49-F238E27FC236}">
                  <a16:creationId xmlns:a16="http://schemas.microsoft.com/office/drawing/2014/main" id="{83B20F62-B228-486B-9D90-201B7C234B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7" y="1517"/>
              <a:ext cx="118" cy="178"/>
            </a:xfrm>
            <a:custGeom>
              <a:avLst/>
              <a:gdLst>
                <a:gd name="T0" fmla="*/ 27 w 112"/>
                <a:gd name="T1" fmla="*/ 159 h 169"/>
                <a:gd name="T2" fmla="*/ 0 w 112"/>
                <a:gd name="T3" fmla="*/ 67 h 169"/>
                <a:gd name="T4" fmla="*/ 43 w 112"/>
                <a:gd name="T5" fmla="*/ 19 h 169"/>
                <a:gd name="T6" fmla="*/ 83 w 112"/>
                <a:gd name="T7" fmla="*/ 23 h 169"/>
                <a:gd name="T8" fmla="*/ 131 w 112"/>
                <a:gd name="T9" fmla="*/ 197 h 16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2" h="169">
                  <a:moveTo>
                    <a:pt x="24" y="136"/>
                  </a:moveTo>
                  <a:cubicBezTo>
                    <a:pt x="45" y="95"/>
                    <a:pt x="36" y="79"/>
                    <a:pt x="0" y="58"/>
                  </a:cubicBezTo>
                  <a:cubicBezTo>
                    <a:pt x="9" y="45"/>
                    <a:pt x="26" y="28"/>
                    <a:pt x="37" y="16"/>
                  </a:cubicBezTo>
                  <a:cubicBezTo>
                    <a:pt x="51" y="0"/>
                    <a:pt x="58" y="3"/>
                    <a:pt x="71" y="20"/>
                  </a:cubicBezTo>
                  <a:cubicBezTo>
                    <a:pt x="104" y="62"/>
                    <a:pt x="112" y="115"/>
                    <a:pt x="112" y="169"/>
                  </a:cubicBezTo>
                </a:path>
              </a:pathLst>
            </a:custGeom>
            <a:solidFill>
              <a:srgbClr val="7A36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1511" name="Freeform 785">
              <a:extLst>
                <a:ext uri="{FF2B5EF4-FFF2-40B4-BE49-F238E27FC236}">
                  <a16:creationId xmlns:a16="http://schemas.microsoft.com/office/drawing/2014/main" id="{D96A1787-4589-4469-B3F2-D21B875DD5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3" y="1276"/>
              <a:ext cx="228" cy="261"/>
            </a:xfrm>
            <a:custGeom>
              <a:avLst/>
              <a:gdLst>
                <a:gd name="T0" fmla="*/ 236 w 216"/>
                <a:gd name="T1" fmla="*/ 292 h 247"/>
                <a:gd name="T2" fmla="*/ 196 w 216"/>
                <a:gd name="T3" fmla="*/ 242 h 247"/>
                <a:gd name="T4" fmla="*/ 139 w 216"/>
                <a:gd name="T5" fmla="*/ 243 h 247"/>
                <a:gd name="T6" fmla="*/ 98 w 216"/>
                <a:gd name="T7" fmla="*/ 166 h 247"/>
                <a:gd name="T8" fmla="*/ 14 w 216"/>
                <a:gd name="T9" fmla="*/ 62 h 247"/>
                <a:gd name="T10" fmla="*/ 44 w 216"/>
                <a:gd name="T11" fmla="*/ 4 h 247"/>
                <a:gd name="T12" fmla="*/ 151 w 216"/>
                <a:gd name="T13" fmla="*/ 75 h 247"/>
                <a:gd name="T14" fmla="*/ 215 w 216"/>
                <a:gd name="T15" fmla="*/ 166 h 247"/>
                <a:gd name="T16" fmla="*/ 254 w 216"/>
                <a:gd name="T17" fmla="*/ 279 h 24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16" h="247">
                  <a:moveTo>
                    <a:pt x="201" y="247"/>
                  </a:moveTo>
                  <a:cubicBezTo>
                    <a:pt x="198" y="226"/>
                    <a:pt x="189" y="210"/>
                    <a:pt x="167" y="205"/>
                  </a:cubicBezTo>
                  <a:cubicBezTo>
                    <a:pt x="147" y="200"/>
                    <a:pt x="131" y="217"/>
                    <a:pt x="118" y="206"/>
                  </a:cubicBezTo>
                  <a:cubicBezTo>
                    <a:pt x="103" y="195"/>
                    <a:pt x="95" y="157"/>
                    <a:pt x="83" y="141"/>
                  </a:cubicBezTo>
                  <a:cubicBezTo>
                    <a:pt x="63" y="114"/>
                    <a:pt x="24" y="84"/>
                    <a:pt x="11" y="53"/>
                  </a:cubicBezTo>
                  <a:cubicBezTo>
                    <a:pt x="0" y="26"/>
                    <a:pt x="7" y="0"/>
                    <a:pt x="38" y="4"/>
                  </a:cubicBezTo>
                  <a:cubicBezTo>
                    <a:pt x="75" y="8"/>
                    <a:pt x="104" y="38"/>
                    <a:pt x="128" y="63"/>
                  </a:cubicBezTo>
                  <a:cubicBezTo>
                    <a:pt x="151" y="88"/>
                    <a:pt x="171" y="110"/>
                    <a:pt x="183" y="141"/>
                  </a:cubicBezTo>
                  <a:cubicBezTo>
                    <a:pt x="194" y="171"/>
                    <a:pt x="199" y="212"/>
                    <a:pt x="216" y="237"/>
                  </a:cubicBezTo>
                </a:path>
              </a:pathLst>
            </a:custGeom>
            <a:solidFill>
              <a:srgbClr val="7A36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1512" name="Freeform 786">
              <a:extLst>
                <a:ext uri="{FF2B5EF4-FFF2-40B4-BE49-F238E27FC236}">
                  <a16:creationId xmlns:a16="http://schemas.microsoft.com/office/drawing/2014/main" id="{D38AE1F2-1377-479D-91CA-6D5B166CB01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9" y="1215"/>
              <a:ext cx="381" cy="227"/>
            </a:xfrm>
            <a:custGeom>
              <a:avLst/>
              <a:gdLst>
                <a:gd name="T0" fmla="*/ 383 w 361"/>
                <a:gd name="T1" fmla="*/ 253 h 215"/>
                <a:gd name="T2" fmla="*/ 345 w 361"/>
                <a:gd name="T3" fmla="*/ 213 h 215"/>
                <a:gd name="T4" fmla="*/ 274 w 361"/>
                <a:gd name="T5" fmla="*/ 178 h 215"/>
                <a:gd name="T6" fmla="*/ 92 w 361"/>
                <a:gd name="T7" fmla="*/ 133 h 215"/>
                <a:gd name="T8" fmla="*/ 14 w 361"/>
                <a:gd name="T9" fmla="*/ 35 h 215"/>
                <a:gd name="T10" fmla="*/ 70 w 361"/>
                <a:gd name="T11" fmla="*/ 1 h 215"/>
                <a:gd name="T12" fmla="*/ 340 w 361"/>
                <a:gd name="T13" fmla="*/ 79 h 215"/>
                <a:gd name="T14" fmla="*/ 424 w 361"/>
                <a:gd name="T15" fmla="*/ 174 h 21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61" h="215">
                  <a:moveTo>
                    <a:pt x="326" y="215"/>
                  </a:moveTo>
                  <a:cubicBezTo>
                    <a:pt x="317" y="211"/>
                    <a:pt x="304" y="190"/>
                    <a:pt x="294" y="181"/>
                  </a:cubicBezTo>
                  <a:cubicBezTo>
                    <a:pt x="275" y="164"/>
                    <a:pt x="256" y="159"/>
                    <a:pt x="233" y="152"/>
                  </a:cubicBezTo>
                  <a:cubicBezTo>
                    <a:pt x="181" y="138"/>
                    <a:pt x="129" y="134"/>
                    <a:pt x="78" y="113"/>
                  </a:cubicBezTo>
                  <a:cubicBezTo>
                    <a:pt x="50" y="101"/>
                    <a:pt x="0" y="67"/>
                    <a:pt x="11" y="29"/>
                  </a:cubicBezTo>
                  <a:cubicBezTo>
                    <a:pt x="17" y="10"/>
                    <a:pt x="40" y="1"/>
                    <a:pt x="60" y="1"/>
                  </a:cubicBezTo>
                  <a:cubicBezTo>
                    <a:pt x="141" y="0"/>
                    <a:pt x="220" y="27"/>
                    <a:pt x="289" y="67"/>
                  </a:cubicBezTo>
                  <a:cubicBezTo>
                    <a:pt x="322" y="86"/>
                    <a:pt x="338" y="117"/>
                    <a:pt x="361" y="148"/>
                  </a:cubicBezTo>
                </a:path>
              </a:pathLst>
            </a:custGeom>
            <a:solidFill>
              <a:srgbClr val="7A36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1513" name="Freeform 787">
              <a:extLst>
                <a:ext uri="{FF2B5EF4-FFF2-40B4-BE49-F238E27FC236}">
                  <a16:creationId xmlns:a16="http://schemas.microsoft.com/office/drawing/2014/main" id="{AAF02585-CD08-4D65-B576-472E8B0E315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2" y="1313"/>
              <a:ext cx="412" cy="553"/>
            </a:xfrm>
            <a:custGeom>
              <a:avLst/>
              <a:gdLst>
                <a:gd name="T0" fmla="*/ 186 w 390"/>
                <a:gd name="T1" fmla="*/ 27 h 524"/>
                <a:gd name="T2" fmla="*/ 259 w 390"/>
                <a:gd name="T3" fmla="*/ 79 h 524"/>
                <a:gd name="T4" fmla="*/ 342 w 390"/>
                <a:gd name="T5" fmla="*/ 120 h 524"/>
                <a:gd name="T6" fmla="*/ 437 w 390"/>
                <a:gd name="T7" fmla="*/ 221 h 524"/>
                <a:gd name="T8" fmla="*/ 414 w 390"/>
                <a:gd name="T9" fmla="*/ 363 h 524"/>
                <a:gd name="T10" fmla="*/ 398 w 390"/>
                <a:gd name="T11" fmla="*/ 487 h 524"/>
                <a:gd name="T12" fmla="*/ 336 w 390"/>
                <a:gd name="T13" fmla="*/ 555 h 524"/>
                <a:gd name="T14" fmla="*/ 239 w 390"/>
                <a:gd name="T15" fmla="*/ 551 h 524"/>
                <a:gd name="T16" fmla="*/ 167 w 390"/>
                <a:gd name="T17" fmla="*/ 598 h 524"/>
                <a:gd name="T18" fmla="*/ 63 w 390"/>
                <a:gd name="T19" fmla="*/ 589 h 524"/>
                <a:gd name="T20" fmla="*/ 12 w 390"/>
                <a:gd name="T21" fmla="*/ 554 h 524"/>
                <a:gd name="T22" fmla="*/ 5 w 390"/>
                <a:gd name="T23" fmla="*/ 470 h 524"/>
                <a:gd name="T24" fmla="*/ 31 w 390"/>
                <a:gd name="T25" fmla="*/ 256 h 524"/>
                <a:gd name="T26" fmla="*/ 78 w 390"/>
                <a:gd name="T27" fmla="*/ 64 h 524"/>
                <a:gd name="T28" fmla="*/ 189 w 390"/>
                <a:gd name="T29" fmla="*/ 25 h 52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390" h="524">
                  <a:moveTo>
                    <a:pt x="158" y="24"/>
                  </a:moveTo>
                  <a:cubicBezTo>
                    <a:pt x="179" y="38"/>
                    <a:pt x="199" y="54"/>
                    <a:pt x="220" y="67"/>
                  </a:cubicBezTo>
                  <a:cubicBezTo>
                    <a:pt x="242" y="82"/>
                    <a:pt x="269" y="87"/>
                    <a:pt x="291" y="102"/>
                  </a:cubicBezTo>
                  <a:cubicBezTo>
                    <a:pt x="319" y="121"/>
                    <a:pt x="357" y="158"/>
                    <a:pt x="371" y="188"/>
                  </a:cubicBezTo>
                  <a:cubicBezTo>
                    <a:pt x="390" y="228"/>
                    <a:pt x="360" y="269"/>
                    <a:pt x="351" y="309"/>
                  </a:cubicBezTo>
                  <a:cubicBezTo>
                    <a:pt x="342" y="344"/>
                    <a:pt x="341" y="378"/>
                    <a:pt x="338" y="414"/>
                  </a:cubicBezTo>
                  <a:cubicBezTo>
                    <a:pt x="336" y="453"/>
                    <a:pt x="325" y="471"/>
                    <a:pt x="285" y="472"/>
                  </a:cubicBezTo>
                  <a:cubicBezTo>
                    <a:pt x="258" y="473"/>
                    <a:pt x="230" y="461"/>
                    <a:pt x="203" y="469"/>
                  </a:cubicBezTo>
                  <a:cubicBezTo>
                    <a:pt x="177" y="477"/>
                    <a:pt x="165" y="497"/>
                    <a:pt x="142" y="509"/>
                  </a:cubicBezTo>
                  <a:cubicBezTo>
                    <a:pt x="113" y="524"/>
                    <a:pt x="82" y="514"/>
                    <a:pt x="54" y="501"/>
                  </a:cubicBezTo>
                  <a:cubicBezTo>
                    <a:pt x="39" y="494"/>
                    <a:pt x="16" y="485"/>
                    <a:pt x="9" y="471"/>
                  </a:cubicBezTo>
                  <a:cubicBezTo>
                    <a:pt x="0" y="454"/>
                    <a:pt x="4" y="419"/>
                    <a:pt x="5" y="400"/>
                  </a:cubicBezTo>
                  <a:cubicBezTo>
                    <a:pt x="10" y="339"/>
                    <a:pt x="18" y="279"/>
                    <a:pt x="26" y="218"/>
                  </a:cubicBezTo>
                  <a:cubicBezTo>
                    <a:pt x="32" y="163"/>
                    <a:pt x="39" y="104"/>
                    <a:pt x="66" y="55"/>
                  </a:cubicBezTo>
                  <a:cubicBezTo>
                    <a:pt x="85" y="22"/>
                    <a:pt x="122" y="0"/>
                    <a:pt x="160" y="22"/>
                  </a:cubicBezTo>
                </a:path>
              </a:pathLst>
            </a:custGeom>
            <a:solidFill>
              <a:srgbClr val="7A36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1514" name="Freeform 788">
              <a:extLst>
                <a:ext uri="{FF2B5EF4-FFF2-40B4-BE49-F238E27FC236}">
                  <a16:creationId xmlns:a16="http://schemas.microsoft.com/office/drawing/2014/main" id="{5655CABD-5442-4D3C-B66C-97A2184F15C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5" y="1902"/>
              <a:ext cx="278" cy="93"/>
            </a:xfrm>
            <a:custGeom>
              <a:avLst/>
              <a:gdLst>
                <a:gd name="T0" fmla="*/ 305 w 264"/>
                <a:gd name="T1" fmla="*/ 39 h 88"/>
                <a:gd name="T2" fmla="*/ 309 w 264"/>
                <a:gd name="T3" fmla="*/ 35 h 88"/>
                <a:gd name="T4" fmla="*/ 221 w 264"/>
                <a:gd name="T5" fmla="*/ 80 h 88"/>
                <a:gd name="T6" fmla="*/ 132 w 264"/>
                <a:gd name="T7" fmla="*/ 101 h 88"/>
                <a:gd name="T8" fmla="*/ 54 w 264"/>
                <a:gd name="T9" fmla="*/ 98 h 88"/>
                <a:gd name="T10" fmla="*/ 3 w 264"/>
                <a:gd name="T11" fmla="*/ 44 h 88"/>
                <a:gd name="T12" fmla="*/ 300 w 264"/>
                <a:gd name="T13" fmla="*/ 37 h 8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4" h="88">
                  <a:moveTo>
                    <a:pt x="261" y="33"/>
                  </a:moveTo>
                  <a:cubicBezTo>
                    <a:pt x="263" y="31"/>
                    <a:pt x="262" y="29"/>
                    <a:pt x="264" y="29"/>
                  </a:cubicBezTo>
                  <a:cubicBezTo>
                    <a:pt x="254" y="46"/>
                    <a:pt x="209" y="61"/>
                    <a:pt x="189" y="68"/>
                  </a:cubicBezTo>
                  <a:cubicBezTo>
                    <a:pt x="165" y="77"/>
                    <a:pt x="139" y="84"/>
                    <a:pt x="113" y="86"/>
                  </a:cubicBezTo>
                  <a:cubicBezTo>
                    <a:pt x="92" y="88"/>
                    <a:pt x="67" y="88"/>
                    <a:pt x="46" y="83"/>
                  </a:cubicBezTo>
                  <a:cubicBezTo>
                    <a:pt x="29" y="79"/>
                    <a:pt x="0" y="60"/>
                    <a:pt x="3" y="38"/>
                  </a:cubicBezTo>
                  <a:cubicBezTo>
                    <a:pt x="7" y="0"/>
                    <a:pt x="213" y="47"/>
                    <a:pt x="257" y="31"/>
                  </a:cubicBezTo>
                </a:path>
              </a:pathLst>
            </a:custGeom>
            <a:solidFill>
              <a:srgbClr val="7A36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1515" name="Freeform 789">
              <a:extLst>
                <a:ext uri="{FF2B5EF4-FFF2-40B4-BE49-F238E27FC236}">
                  <a16:creationId xmlns:a16="http://schemas.microsoft.com/office/drawing/2014/main" id="{422112A4-1523-462F-89EB-E126CC3C5AE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3" y="1865"/>
              <a:ext cx="493" cy="448"/>
            </a:xfrm>
            <a:custGeom>
              <a:avLst/>
              <a:gdLst>
                <a:gd name="T0" fmla="*/ 253 w 468"/>
                <a:gd name="T1" fmla="*/ 87 h 424"/>
                <a:gd name="T2" fmla="*/ 319 w 468"/>
                <a:gd name="T3" fmla="*/ 142 h 424"/>
                <a:gd name="T4" fmla="*/ 143 w 468"/>
                <a:gd name="T5" fmla="*/ 242 h 424"/>
                <a:gd name="T6" fmla="*/ 8 w 468"/>
                <a:gd name="T7" fmla="*/ 406 h 424"/>
                <a:gd name="T8" fmla="*/ 167 w 468"/>
                <a:gd name="T9" fmla="*/ 500 h 424"/>
                <a:gd name="T10" fmla="*/ 289 w 468"/>
                <a:gd name="T11" fmla="*/ 478 h 424"/>
                <a:gd name="T12" fmla="*/ 356 w 468"/>
                <a:gd name="T13" fmla="*/ 415 h 424"/>
                <a:gd name="T14" fmla="*/ 457 w 468"/>
                <a:gd name="T15" fmla="*/ 292 h 424"/>
                <a:gd name="T16" fmla="*/ 531 w 468"/>
                <a:gd name="T17" fmla="*/ 283 h 424"/>
                <a:gd name="T18" fmla="*/ 547 w 468"/>
                <a:gd name="T19" fmla="*/ 182 h 424"/>
                <a:gd name="T20" fmla="*/ 487 w 468"/>
                <a:gd name="T21" fmla="*/ 0 h 424"/>
                <a:gd name="T22" fmla="*/ 435 w 468"/>
                <a:gd name="T23" fmla="*/ 12 h 424"/>
                <a:gd name="T24" fmla="*/ 351 w 468"/>
                <a:gd name="T25" fmla="*/ 48 h 424"/>
                <a:gd name="T26" fmla="*/ 303 w 468"/>
                <a:gd name="T27" fmla="*/ 70 h 424"/>
                <a:gd name="T28" fmla="*/ 268 w 468"/>
                <a:gd name="T29" fmla="*/ 78 h 42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468" h="424">
                  <a:moveTo>
                    <a:pt x="216" y="74"/>
                  </a:moveTo>
                  <a:cubicBezTo>
                    <a:pt x="247" y="49"/>
                    <a:pt x="305" y="84"/>
                    <a:pt x="273" y="120"/>
                  </a:cubicBezTo>
                  <a:cubicBezTo>
                    <a:pt x="233" y="167"/>
                    <a:pt x="180" y="186"/>
                    <a:pt x="122" y="205"/>
                  </a:cubicBezTo>
                  <a:cubicBezTo>
                    <a:pt x="63" y="225"/>
                    <a:pt x="0" y="273"/>
                    <a:pt x="8" y="344"/>
                  </a:cubicBezTo>
                  <a:cubicBezTo>
                    <a:pt x="15" y="407"/>
                    <a:pt x="91" y="423"/>
                    <a:pt x="143" y="424"/>
                  </a:cubicBezTo>
                  <a:cubicBezTo>
                    <a:pt x="177" y="424"/>
                    <a:pt x="215" y="413"/>
                    <a:pt x="247" y="405"/>
                  </a:cubicBezTo>
                  <a:cubicBezTo>
                    <a:pt x="278" y="398"/>
                    <a:pt x="290" y="378"/>
                    <a:pt x="305" y="352"/>
                  </a:cubicBezTo>
                  <a:cubicBezTo>
                    <a:pt x="325" y="315"/>
                    <a:pt x="348" y="260"/>
                    <a:pt x="391" y="247"/>
                  </a:cubicBezTo>
                  <a:cubicBezTo>
                    <a:pt x="408" y="242"/>
                    <a:pt x="443" y="250"/>
                    <a:pt x="454" y="240"/>
                  </a:cubicBezTo>
                  <a:cubicBezTo>
                    <a:pt x="468" y="226"/>
                    <a:pt x="468" y="173"/>
                    <a:pt x="468" y="154"/>
                  </a:cubicBezTo>
                  <a:cubicBezTo>
                    <a:pt x="468" y="100"/>
                    <a:pt x="457" y="39"/>
                    <a:pt x="417" y="0"/>
                  </a:cubicBezTo>
                  <a:cubicBezTo>
                    <a:pt x="405" y="8"/>
                    <a:pt x="386" y="5"/>
                    <a:pt x="372" y="9"/>
                  </a:cubicBezTo>
                  <a:cubicBezTo>
                    <a:pt x="347" y="16"/>
                    <a:pt x="324" y="30"/>
                    <a:pt x="300" y="41"/>
                  </a:cubicBezTo>
                  <a:cubicBezTo>
                    <a:pt x="287" y="48"/>
                    <a:pt x="272" y="56"/>
                    <a:pt x="259" y="59"/>
                  </a:cubicBezTo>
                  <a:cubicBezTo>
                    <a:pt x="248" y="62"/>
                    <a:pt x="234" y="59"/>
                    <a:pt x="229" y="66"/>
                  </a:cubicBezTo>
                </a:path>
              </a:pathLst>
            </a:custGeom>
            <a:solidFill>
              <a:srgbClr val="7A36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1516" name="Freeform 790">
              <a:extLst>
                <a:ext uri="{FF2B5EF4-FFF2-40B4-BE49-F238E27FC236}">
                  <a16:creationId xmlns:a16="http://schemas.microsoft.com/office/drawing/2014/main" id="{95ADD21F-27F2-48C0-9C57-4CE9BDC9D6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0" y="2161"/>
              <a:ext cx="223" cy="241"/>
            </a:xfrm>
            <a:custGeom>
              <a:avLst/>
              <a:gdLst>
                <a:gd name="T0" fmla="*/ 1 w 211"/>
                <a:gd name="T1" fmla="*/ 136 h 229"/>
                <a:gd name="T2" fmla="*/ 51 w 211"/>
                <a:gd name="T3" fmla="*/ 193 h 229"/>
                <a:gd name="T4" fmla="*/ 0 w 211"/>
                <a:gd name="T5" fmla="*/ 267 h 229"/>
                <a:gd name="T6" fmla="*/ 72 w 211"/>
                <a:gd name="T7" fmla="*/ 227 h 229"/>
                <a:gd name="T8" fmla="*/ 142 w 211"/>
                <a:gd name="T9" fmla="*/ 186 h 229"/>
                <a:gd name="T10" fmla="*/ 224 w 211"/>
                <a:gd name="T11" fmla="*/ 0 h 2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1" h="229">
                  <a:moveTo>
                    <a:pt x="1" y="117"/>
                  </a:moveTo>
                  <a:cubicBezTo>
                    <a:pt x="24" y="124"/>
                    <a:pt x="44" y="139"/>
                    <a:pt x="43" y="165"/>
                  </a:cubicBezTo>
                  <a:cubicBezTo>
                    <a:pt x="41" y="196"/>
                    <a:pt x="3" y="204"/>
                    <a:pt x="0" y="229"/>
                  </a:cubicBezTo>
                  <a:cubicBezTo>
                    <a:pt x="18" y="228"/>
                    <a:pt x="44" y="204"/>
                    <a:pt x="61" y="195"/>
                  </a:cubicBezTo>
                  <a:cubicBezTo>
                    <a:pt x="80" y="184"/>
                    <a:pt x="103" y="174"/>
                    <a:pt x="120" y="160"/>
                  </a:cubicBezTo>
                  <a:cubicBezTo>
                    <a:pt x="164" y="126"/>
                    <a:pt x="211" y="56"/>
                    <a:pt x="190" y="0"/>
                  </a:cubicBezTo>
                </a:path>
              </a:pathLst>
            </a:custGeom>
            <a:solidFill>
              <a:srgbClr val="7A36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1517" name="Freeform 791">
              <a:extLst>
                <a:ext uri="{FF2B5EF4-FFF2-40B4-BE49-F238E27FC236}">
                  <a16:creationId xmlns:a16="http://schemas.microsoft.com/office/drawing/2014/main" id="{BB5B1AB2-62C3-4EF1-9A87-8C4C26F52F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0" y="2303"/>
              <a:ext cx="236" cy="323"/>
            </a:xfrm>
            <a:custGeom>
              <a:avLst/>
              <a:gdLst>
                <a:gd name="T0" fmla="*/ 15 w 224"/>
                <a:gd name="T1" fmla="*/ 207 h 306"/>
                <a:gd name="T2" fmla="*/ 107 w 224"/>
                <a:gd name="T3" fmla="*/ 71 h 306"/>
                <a:gd name="T4" fmla="*/ 210 w 224"/>
                <a:gd name="T5" fmla="*/ 3 h 306"/>
                <a:gd name="T6" fmla="*/ 241 w 224"/>
                <a:gd name="T7" fmla="*/ 127 h 306"/>
                <a:gd name="T8" fmla="*/ 153 w 224"/>
                <a:gd name="T9" fmla="*/ 341 h 306"/>
                <a:gd name="T10" fmla="*/ 21 w 224"/>
                <a:gd name="T11" fmla="*/ 197 h 30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4" h="306">
                  <a:moveTo>
                    <a:pt x="12" y="176"/>
                  </a:moveTo>
                  <a:cubicBezTo>
                    <a:pt x="0" y="124"/>
                    <a:pt x="57" y="90"/>
                    <a:pt x="92" y="60"/>
                  </a:cubicBezTo>
                  <a:cubicBezTo>
                    <a:pt x="112" y="43"/>
                    <a:pt x="151" y="4"/>
                    <a:pt x="179" y="3"/>
                  </a:cubicBezTo>
                  <a:cubicBezTo>
                    <a:pt x="224" y="0"/>
                    <a:pt x="207" y="83"/>
                    <a:pt x="206" y="108"/>
                  </a:cubicBezTo>
                  <a:cubicBezTo>
                    <a:pt x="204" y="173"/>
                    <a:pt x="211" y="271"/>
                    <a:pt x="131" y="290"/>
                  </a:cubicBezTo>
                  <a:cubicBezTo>
                    <a:pt x="65" y="306"/>
                    <a:pt x="35" y="216"/>
                    <a:pt x="18" y="168"/>
                  </a:cubicBezTo>
                </a:path>
              </a:pathLst>
            </a:custGeom>
            <a:solidFill>
              <a:srgbClr val="7A36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1518" name="Freeform 792">
              <a:extLst>
                <a:ext uri="{FF2B5EF4-FFF2-40B4-BE49-F238E27FC236}">
                  <a16:creationId xmlns:a16="http://schemas.microsoft.com/office/drawing/2014/main" id="{587371CE-3BBB-4F19-88ED-C61149ECAD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4" y="2451"/>
              <a:ext cx="442" cy="286"/>
            </a:xfrm>
            <a:custGeom>
              <a:avLst/>
              <a:gdLst>
                <a:gd name="T0" fmla="*/ 492 w 419"/>
                <a:gd name="T1" fmla="*/ 153 h 271"/>
                <a:gd name="T2" fmla="*/ 226 w 419"/>
                <a:gd name="T3" fmla="*/ 210 h 271"/>
                <a:gd name="T4" fmla="*/ 134 w 419"/>
                <a:gd name="T5" fmla="*/ 252 h 271"/>
                <a:gd name="T6" fmla="*/ 46 w 419"/>
                <a:gd name="T7" fmla="*/ 306 h 271"/>
                <a:gd name="T8" fmla="*/ 23 w 419"/>
                <a:gd name="T9" fmla="*/ 309 h 271"/>
                <a:gd name="T10" fmla="*/ 52 w 419"/>
                <a:gd name="T11" fmla="*/ 261 h 271"/>
                <a:gd name="T12" fmla="*/ 61 w 419"/>
                <a:gd name="T13" fmla="*/ 212 h 271"/>
                <a:gd name="T14" fmla="*/ 82 w 419"/>
                <a:gd name="T15" fmla="*/ 146 h 271"/>
                <a:gd name="T16" fmla="*/ 194 w 419"/>
                <a:gd name="T17" fmla="*/ 85 h 271"/>
                <a:gd name="T18" fmla="*/ 312 w 419"/>
                <a:gd name="T19" fmla="*/ 109 h 271"/>
                <a:gd name="T20" fmla="*/ 368 w 419"/>
                <a:gd name="T21" fmla="*/ 77 h 271"/>
                <a:gd name="T22" fmla="*/ 368 w 419"/>
                <a:gd name="T23" fmla="*/ 0 h 27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19" h="271">
                  <a:moveTo>
                    <a:pt x="419" y="130"/>
                  </a:moveTo>
                  <a:cubicBezTo>
                    <a:pt x="356" y="181"/>
                    <a:pt x="264" y="162"/>
                    <a:pt x="192" y="179"/>
                  </a:cubicBezTo>
                  <a:cubicBezTo>
                    <a:pt x="163" y="186"/>
                    <a:pt x="141" y="204"/>
                    <a:pt x="114" y="214"/>
                  </a:cubicBezTo>
                  <a:cubicBezTo>
                    <a:pt x="85" y="224"/>
                    <a:pt x="67" y="247"/>
                    <a:pt x="40" y="261"/>
                  </a:cubicBezTo>
                  <a:cubicBezTo>
                    <a:pt x="31" y="266"/>
                    <a:pt x="30" y="271"/>
                    <a:pt x="20" y="263"/>
                  </a:cubicBezTo>
                  <a:cubicBezTo>
                    <a:pt x="0" y="246"/>
                    <a:pt x="33" y="231"/>
                    <a:pt x="44" y="222"/>
                  </a:cubicBezTo>
                  <a:cubicBezTo>
                    <a:pt x="61" y="209"/>
                    <a:pt x="45" y="199"/>
                    <a:pt x="52" y="180"/>
                  </a:cubicBezTo>
                  <a:cubicBezTo>
                    <a:pt x="59" y="163"/>
                    <a:pt x="60" y="139"/>
                    <a:pt x="70" y="124"/>
                  </a:cubicBezTo>
                  <a:cubicBezTo>
                    <a:pt x="85" y="102"/>
                    <a:pt x="138" y="80"/>
                    <a:pt x="165" y="73"/>
                  </a:cubicBezTo>
                  <a:cubicBezTo>
                    <a:pt x="205" y="63"/>
                    <a:pt x="230" y="81"/>
                    <a:pt x="266" y="93"/>
                  </a:cubicBezTo>
                  <a:cubicBezTo>
                    <a:pt x="292" y="102"/>
                    <a:pt x="314" y="97"/>
                    <a:pt x="314" y="65"/>
                  </a:cubicBezTo>
                  <a:cubicBezTo>
                    <a:pt x="314" y="35"/>
                    <a:pt x="286" y="25"/>
                    <a:pt x="314" y="0"/>
                  </a:cubicBezTo>
                </a:path>
              </a:pathLst>
            </a:custGeom>
            <a:solidFill>
              <a:srgbClr val="7A36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1519" name="Freeform 793">
              <a:extLst>
                <a:ext uri="{FF2B5EF4-FFF2-40B4-BE49-F238E27FC236}">
                  <a16:creationId xmlns:a16="http://schemas.microsoft.com/office/drawing/2014/main" id="{1EB58D0A-E1A4-4516-880D-8DEF82DDDD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5" y="2682"/>
              <a:ext cx="495" cy="313"/>
            </a:xfrm>
            <a:custGeom>
              <a:avLst/>
              <a:gdLst>
                <a:gd name="T0" fmla="*/ 343 w 469"/>
                <a:gd name="T1" fmla="*/ 21 h 296"/>
                <a:gd name="T2" fmla="*/ 469 w 469"/>
                <a:gd name="T3" fmla="*/ 1 h 296"/>
                <a:gd name="T4" fmla="*/ 548 w 469"/>
                <a:gd name="T5" fmla="*/ 110 h 296"/>
                <a:gd name="T6" fmla="*/ 496 w 469"/>
                <a:gd name="T7" fmla="*/ 258 h 296"/>
                <a:gd name="T8" fmla="*/ 367 w 469"/>
                <a:gd name="T9" fmla="*/ 280 h 296"/>
                <a:gd name="T10" fmla="*/ 208 w 469"/>
                <a:gd name="T11" fmla="*/ 299 h 296"/>
                <a:gd name="T12" fmla="*/ 77 w 469"/>
                <a:gd name="T13" fmla="*/ 348 h 296"/>
                <a:gd name="T14" fmla="*/ 19 w 469"/>
                <a:gd name="T15" fmla="*/ 331 h 296"/>
                <a:gd name="T16" fmla="*/ 23 w 469"/>
                <a:gd name="T17" fmla="*/ 241 h 296"/>
                <a:gd name="T18" fmla="*/ 136 w 469"/>
                <a:gd name="T19" fmla="*/ 128 h 296"/>
                <a:gd name="T20" fmla="*/ 273 w 469"/>
                <a:gd name="T21" fmla="*/ 55 h 296"/>
                <a:gd name="T22" fmla="*/ 343 w 469"/>
                <a:gd name="T23" fmla="*/ 25 h 29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69" h="296">
                  <a:moveTo>
                    <a:pt x="292" y="18"/>
                  </a:moveTo>
                  <a:cubicBezTo>
                    <a:pt x="323" y="8"/>
                    <a:pt x="366" y="0"/>
                    <a:pt x="399" y="1"/>
                  </a:cubicBezTo>
                  <a:cubicBezTo>
                    <a:pt x="444" y="4"/>
                    <a:pt x="469" y="51"/>
                    <a:pt x="466" y="93"/>
                  </a:cubicBezTo>
                  <a:cubicBezTo>
                    <a:pt x="464" y="131"/>
                    <a:pt x="450" y="191"/>
                    <a:pt x="422" y="218"/>
                  </a:cubicBezTo>
                  <a:cubicBezTo>
                    <a:pt x="389" y="249"/>
                    <a:pt x="353" y="244"/>
                    <a:pt x="313" y="237"/>
                  </a:cubicBezTo>
                  <a:cubicBezTo>
                    <a:pt x="262" y="228"/>
                    <a:pt x="225" y="237"/>
                    <a:pt x="177" y="253"/>
                  </a:cubicBezTo>
                  <a:cubicBezTo>
                    <a:pt x="140" y="266"/>
                    <a:pt x="105" y="290"/>
                    <a:pt x="65" y="294"/>
                  </a:cubicBezTo>
                  <a:cubicBezTo>
                    <a:pt x="47" y="296"/>
                    <a:pt x="27" y="296"/>
                    <a:pt x="16" y="280"/>
                  </a:cubicBezTo>
                  <a:cubicBezTo>
                    <a:pt x="0" y="255"/>
                    <a:pt x="7" y="227"/>
                    <a:pt x="20" y="204"/>
                  </a:cubicBezTo>
                  <a:cubicBezTo>
                    <a:pt x="44" y="164"/>
                    <a:pt x="75" y="131"/>
                    <a:pt x="116" y="108"/>
                  </a:cubicBezTo>
                  <a:cubicBezTo>
                    <a:pt x="155" y="87"/>
                    <a:pt x="191" y="61"/>
                    <a:pt x="232" y="46"/>
                  </a:cubicBezTo>
                  <a:cubicBezTo>
                    <a:pt x="252" y="38"/>
                    <a:pt x="273" y="30"/>
                    <a:pt x="292" y="22"/>
                  </a:cubicBezTo>
                </a:path>
              </a:pathLst>
            </a:custGeom>
            <a:solidFill>
              <a:srgbClr val="7A36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1520" name="Freeform 794">
              <a:extLst>
                <a:ext uri="{FF2B5EF4-FFF2-40B4-BE49-F238E27FC236}">
                  <a16:creationId xmlns:a16="http://schemas.microsoft.com/office/drawing/2014/main" id="{977E2DB3-A44B-473F-B7D6-CC9945E975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7" y="3000"/>
              <a:ext cx="175" cy="96"/>
            </a:xfrm>
            <a:custGeom>
              <a:avLst/>
              <a:gdLst>
                <a:gd name="T0" fmla="*/ 81 w 166"/>
                <a:gd name="T1" fmla="*/ 16 h 91"/>
                <a:gd name="T2" fmla="*/ 161 w 166"/>
                <a:gd name="T3" fmla="*/ 18 h 91"/>
                <a:gd name="T4" fmla="*/ 134 w 166"/>
                <a:gd name="T5" fmla="*/ 83 h 91"/>
                <a:gd name="T6" fmla="*/ 26 w 166"/>
                <a:gd name="T7" fmla="*/ 80 h 91"/>
                <a:gd name="T8" fmla="*/ 96 w 166"/>
                <a:gd name="T9" fmla="*/ 22 h 9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6" h="91">
                  <a:moveTo>
                    <a:pt x="69" y="13"/>
                  </a:moveTo>
                  <a:cubicBezTo>
                    <a:pt x="89" y="21"/>
                    <a:pt x="119" y="0"/>
                    <a:pt x="138" y="15"/>
                  </a:cubicBezTo>
                  <a:cubicBezTo>
                    <a:pt x="166" y="37"/>
                    <a:pt x="135" y="62"/>
                    <a:pt x="114" y="71"/>
                  </a:cubicBezTo>
                  <a:cubicBezTo>
                    <a:pt x="92" y="80"/>
                    <a:pt x="41" y="91"/>
                    <a:pt x="23" y="68"/>
                  </a:cubicBezTo>
                  <a:cubicBezTo>
                    <a:pt x="0" y="41"/>
                    <a:pt x="71" y="11"/>
                    <a:pt x="82" y="19"/>
                  </a:cubicBezTo>
                </a:path>
              </a:pathLst>
            </a:custGeom>
            <a:solidFill>
              <a:srgbClr val="7A36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1521" name="Freeform 795">
              <a:extLst>
                <a:ext uri="{FF2B5EF4-FFF2-40B4-BE49-F238E27FC236}">
                  <a16:creationId xmlns:a16="http://schemas.microsoft.com/office/drawing/2014/main" id="{3B03458B-43FC-4316-A211-268A90F54CD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3" y="3102"/>
              <a:ext cx="336" cy="496"/>
            </a:xfrm>
            <a:custGeom>
              <a:avLst/>
              <a:gdLst>
                <a:gd name="T0" fmla="*/ 15 w 319"/>
                <a:gd name="T1" fmla="*/ 101 h 470"/>
                <a:gd name="T2" fmla="*/ 132 w 319"/>
                <a:gd name="T3" fmla="*/ 94 h 470"/>
                <a:gd name="T4" fmla="*/ 237 w 319"/>
                <a:gd name="T5" fmla="*/ 78 h 470"/>
                <a:gd name="T6" fmla="*/ 301 w 319"/>
                <a:gd name="T7" fmla="*/ 45 h 470"/>
                <a:gd name="T8" fmla="*/ 342 w 319"/>
                <a:gd name="T9" fmla="*/ 0 h 470"/>
                <a:gd name="T10" fmla="*/ 332 w 319"/>
                <a:gd name="T11" fmla="*/ 127 h 470"/>
                <a:gd name="T12" fmla="*/ 352 w 319"/>
                <a:gd name="T13" fmla="*/ 294 h 470"/>
                <a:gd name="T14" fmla="*/ 315 w 319"/>
                <a:gd name="T15" fmla="*/ 514 h 470"/>
                <a:gd name="T16" fmla="*/ 182 w 319"/>
                <a:gd name="T17" fmla="*/ 551 h 470"/>
                <a:gd name="T18" fmla="*/ 72 w 319"/>
                <a:gd name="T19" fmla="*/ 420 h 470"/>
                <a:gd name="T20" fmla="*/ 9 w 319"/>
                <a:gd name="T21" fmla="*/ 253 h 470"/>
                <a:gd name="T22" fmla="*/ 2 w 319"/>
                <a:gd name="T23" fmla="*/ 182 h 470"/>
                <a:gd name="T24" fmla="*/ 18 w 319"/>
                <a:gd name="T25" fmla="*/ 106 h 47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19" h="470">
                  <a:moveTo>
                    <a:pt x="12" y="86"/>
                  </a:moveTo>
                  <a:cubicBezTo>
                    <a:pt x="43" y="76"/>
                    <a:pt x="80" y="83"/>
                    <a:pt x="113" y="80"/>
                  </a:cubicBezTo>
                  <a:cubicBezTo>
                    <a:pt x="143" y="77"/>
                    <a:pt x="174" y="74"/>
                    <a:pt x="203" y="66"/>
                  </a:cubicBezTo>
                  <a:cubicBezTo>
                    <a:pt x="222" y="60"/>
                    <a:pt x="244" y="53"/>
                    <a:pt x="258" y="39"/>
                  </a:cubicBezTo>
                  <a:cubicBezTo>
                    <a:pt x="270" y="27"/>
                    <a:pt x="278" y="9"/>
                    <a:pt x="293" y="0"/>
                  </a:cubicBezTo>
                  <a:cubicBezTo>
                    <a:pt x="309" y="28"/>
                    <a:pt x="282" y="76"/>
                    <a:pt x="284" y="108"/>
                  </a:cubicBezTo>
                  <a:cubicBezTo>
                    <a:pt x="288" y="156"/>
                    <a:pt x="299" y="203"/>
                    <a:pt x="301" y="250"/>
                  </a:cubicBezTo>
                  <a:cubicBezTo>
                    <a:pt x="304" y="303"/>
                    <a:pt x="319" y="399"/>
                    <a:pt x="270" y="437"/>
                  </a:cubicBezTo>
                  <a:cubicBezTo>
                    <a:pt x="239" y="461"/>
                    <a:pt x="194" y="470"/>
                    <a:pt x="156" y="469"/>
                  </a:cubicBezTo>
                  <a:cubicBezTo>
                    <a:pt x="101" y="466"/>
                    <a:pt x="81" y="401"/>
                    <a:pt x="62" y="357"/>
                  </a:cubicBezTo>
                  <a:cubicBezTo>
                    <a:pt x="43" y="310"/>
                    <a:pt x="22" y="263"/>
                    <a:pt x="9" y="215"/>
                  </a:cubicBezTo>
                  <a:cubicBezTo>
                    <a:pt x="3" y="194"/>
                    <a:pt x="0" y="174"/>
                    <a:pt x="2" y="154"/>
                  </a:cubicBezTo>
                  <a:cubicBezTo>
                    <a:pt x="3" y="131"/>
                    <a:pt x="12" y="111"/>
                    <a:pt x="15" y="90"/>
                  </a:cubicBezTo>
                </a:path>
              </a:pathLst>
            </a:custGeom>
            <a:solidFill>
              <a:srgbClr val="7A36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1522" name="Freeform 796">
              <a:extLst>
                <a:ext uri="{FF2B5EF4-FFF2-40B4-BE49-F238E27FC236}">
                  <a16:creationId xmlns:a16="http://schemas.microsoft.com/office/drawing/2014/main" id="{90D3ADF3-9498-4DBE-80E5-DC728F4A24F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7" y="3680"/>
              <a:ext cx="151" cy="86"/>
            </a:xfrm>
            <a:custGeom>
              <a:avLst/>
              <a:gdLst>
                <a:gd name="T0" fmla="*/ 86 w 143"/>
                <a:gd name="T1" fmla="*/ 7 h 82"/>
                <a:gd name="T2" fmla="*/ 157 w 143"/>
                <a:gd name="T3" fmla="*/ 29 h 82"/>
                <a:gd name="T4" fmla="*/ 86 w 143"/>
                <a:gd name="T5" fmla="*/ 52 h 82"/>
                <a:gd name="T6" fmla="*/ 0 w 143"/>
                <a:gd name="T7" fmla="*/ 46 h 82"/>
                <a:gd name="T8" fmla="*/ 93 w 143"/>
                <a:gd name="T9" fmla="*/ 15 h 8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3" h="82">
                  <a:moveTo>
                    <a:pt x="73" y="7"/>
                  </a:moveTo>
                  <a:cubicBezTo>
                    <a:pt x="93" y="0"/>
                    <a:pt x="128" y="1"/>
                    <a:pt x="134" y="26"/>
                  </a:cubicBezTo>
                  <a:cubicBezTo>
                    <a:pt x="143" y="58"/>
                    <a:pt x="93" y="41"/>
                    <a:pt x="73" y="46"/>
                  </a:cubicBezTo>
                  <a:cubicBezTo>
                    <a:pt x="55" y="52"/>
                    <a:pt x="0" y="82"/>
                    <a:pt x="0" y="40"/>
                  </a:cubicBezTo>
                  <a:cubicBezTo>
                    <a:pt x="0" y="14"/>
                    <a:pt x="63" y="3"/>
                    <a:pt x="79" y="12"/>
                  </a:cubicBezTo>
                </a:path>
              </a:pathLst>
            </a:custGeom>
            <a:solidFill>
              <a:srgbClr val="7A36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1523" name="Freeform 797">
              <a:extLst>
                <a:ext uri="{FF2B5EF4-FFF2-40B4-BE49-F238E27FC236}">
                  <a16:creationId xmlns:a16="http://schemas.microsoft.com/office/drawing/2014/main" id="{30BE781A-147A-4FE8-9564-821BC29597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2" y="3799"/>
              <a:ext cx="216" cy="156"/>
            </a:xfrm>
            <a:custGeom>
              <a:avLst/>
              <a:gdLst>
                <a:gd name="T0" fmla="*/ 9 w 205"/>
                <a:gd name="T1" fmla="*/ 22 h 148"/>
                <a:gd name="T2" fmla="*/ 8 w 205"/>
                <a:gd name="T3" fmla="*/ 59 h 148"/>
                <a:gd name="T4" fmla="*/ 50 w 205"/>
                <a:gd name="T5" fmla="*/ 61 h 148"/>
                <a:gd name="T6" fmla="*/ 133 w 205"/>
                <a:gd name="T7" fmla="*/ 82 h 148"/>
                <a:gd name="T8" fmla="*/ 240 w 205"/>
                <a:gd name="T9" fmla="*/ 135 h 148"/>
                <a:gd name="T10" fmla="*/ 200 w 205"/>
                <a:gd name="T11" fmla="*/ 87 h 148"/>
                <a:gd name="T12" fmla="*/ 152 w 205"/>
                <a:gd name="T13" fmla="*/ 22 h 148"/>
                <a:gd name="T14" fmla="*/ 109 w 205"/>
                <a:gd name="T15" fmla="*/ 8 h 148"/>
                <a:gd name="T16" fmla="*/ 16 w 205"/>
                <a:gd name="T17" fmla="*/ 7 h 14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5" h="148">
                  <a:moveTo>
                    <a:pt x="9" y="19"/>
                  </a:moveTo>
                  <a:cubicBezTo>
                    <a:pt x="1" y="24"/>
                    <a:pt x="0" y="42"/>
                    <a:pt x="8" y="50"/>
                  </a:cubicBezTo>
                  <a:cubicBezTo>
                    <a:pt x="18" y="61"/>
                    <a:pt x="30" y="54"/>
                    <a:pt x="43" y="52"/>
                  </a:cubicBezTo>
                  <a:cubicBezTo>
                    <a:pt x="73" y="48"/>
                    <a:pt x="90" y="50"/>
                    <a:pt x="114" y="70"/>
                  </a:cubicBezTo>
                  <a:cubicBezTo>
                    <a:pt x="138" y="91"/>
                    <a:pt x="173" y="148"/>
                    <a:pt x="205" y="115"/>
                  </a:cubicBezTo>
                  <a:cubicBezTo>
                    <a:pt x="196" y="99"/>
                    <a:pt x="184" y="88"/>
                    <a:pt x="171" y="75"/>
                  </a:cubicBezTo>
                  <a:cubicBezTo>
                    <a:pt x="155" y="58"/>
                    <a:pt x="146" y="35"/>
                    <a:pt x="130" y="19"/>
                  </a:cubicBezTo>
                  <a:cubicBezTo>
                    <a:pt x="115" y="5"/>
                    <a:pt x="114" y="7"/>
                    <a:pt x="93" y="8"/>
                  </a:cubicBezTo>
                  <a:cubicBezTo>
                    <a:pt x="69" y="11"/>
                    <a:pt x="35" y="0"/>
                    <a:pt x="13" y="7"/>
                  </a:cubicBezTo>
                </a:path>
              </a:pathLst>
            </a:custGeom>
            <a:solidFill>
              <a:srgbClr val="7A36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1524" name="Freeform 798">
              <a:extLst>
                <a:ext uri="{FF2B5EF4-FFF2-40B4-BE49-F238E27FC236}">
                  <a16:creationId xmlns:a16="http://schemas.microsoft.com/office/drawing/2014/main" id="{5A759DC9-11C7-4F5C-8F84-052C023EBE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4" y="1774"/>
              <a:ext cx="113" cy="182"/>
            </a:xfrm>
            <a:custGeom>
              <a:avLst/>
              <a:gdLst>
                <a:gd name="T0" fmla="*/ 64 w 107"/>
                <a:gd name="T1" fmla="*/ 0 h 172"/>
                <a:gd name="T2" fmla="*/ 45 w 107"/>
                <a:gd name="T3" fmla="*/ 63 h 172"/>
                <a:gd name="T4" fmla="*/ 62 w 107"/>
                <a:gd name="T5" fmla="*/ 116 h 172"/>
                <a:gd name="T6" fmla="*/ 120 w 107"/>
                <a:gd name="T7" fmla="*/ 90 h 172"/>
                <a:gd name="T8" fmla="*/ 13 w 107"/>
                <a:gd name="T9" fmla="*/ 189 h 172"/>
                <a:gd name="T10" fmla="*/ 4 w 107"/>
                <a:gd name="T11" fmla="*/ 160 h 172"/>
                <a:gd name="T12" fmla="*/ 27 w 107"/>
                <a:gd name="T13" fmla="*/ 126 h 172"/>
                <a:gd name="T14" fmla="*/ 8 w 107"/>
                <a:gd name="T15" fmla="*/ 35 h 17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7" h="172">
                  <a:moveTo>
                    <a:pt x="55" y="0"/>
                  </a:moveTo>
                  <a:cubicBezTo>
                    <a:pt x="54" y="18"/>
                    <a:pt x="39" y="33"/>
                    <a:pt x="39" y="54"/>
                  </a:cubicBezTo>
                  <a:cubicBezTo>
                    <a:pt x="38" y="72"/>
                    <a:pt x="46" y="83"/>
                    <a:pt x="53" y="98"/>
                  </a:cubicBezTo>
                  <a:cubicBezTo>
                    <a:pt x="70" y="94"/>
                    <a:pt x="85" y="81"/>
                    <a:pt x="102" y="76"/>
                  </a:cubicBezTo>
                  <a:cubicBezTo>
                    <a:pt x="107" y="100"/>
                    <a:pt x="35" y="172"/>
                    <a:pt x="10" y="160"/>
                  </a:cubicBezTo>
                  <a:cubicBezTo>
                    <a:pt x="0" y="156"/>
                    <a:pt x="0" y="142"/>
                    <a:pt x="4" y="135"/>
                  </a:cubicBezTo>
                  <a:cubicBezTo>
                    <a:pt x="13" y="120"/>
                    <a:pt x="22" y="129"/>
                    <a:pt x="24" y="106"/>
                  </a:cubicBezTo>
                  <a:cubicBezTo>
                    <a:pt x="27" y="79"/>
                    <a:pt x="16" y="54"/>
                    <a:pt x="8" y="29"/>
                  </a:cubicBezTo>
                </a:path>
              </a:pathLst>
            </a:custGeom>
            <a:solidFill>
              <a:srgbClr val="7A36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1525" name="Freeform 799">
              <a:extLst>
                <a:ext uri="{FF2B5EF4-FFF2-40B4-BE49-F238E27FC236}">
                  <a16:creationId xmlns:a16="http://schemas.microsoft.com/office/drawing/2014/main" id="{EDC040C3-DFC7-40AA-8652-CE8D0D90E68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4" y="1948"/>
              <a:ext cx="189" cy="220"/>
            </a:xfrm>
            <a:custGeom>
              <a:avLst/>
              <a:gdLst>
                <a:gd name="T0" fmla="*/ 166 w 179"/>
                <a:gd name="T1" fmla="*/ 0 h 209"/>
                <a:gd name="T2" fmla="*/ 98 w 179"/>
                <a:gd name="T3" fmla="*/ 40 h 209"/>
                <a:gd name="T4" fmla="*/ 35 w 179"/>
                <a:gd name="T5" fmla="*/ 40 h 209"/>
                <a:gd name="T6" fmla="*/ 44 w 179"/>
                <a:gd name="T7" fmla="*/ 159 h 209"/>
                <a:gd name="T8" fmla="*/ 134 w 179"/>
                <a:gd name="T9" fmla="*/ 186 h 209"/>
                <a:gd name="T10" fmla="*/ 211 w 179"/>
                <a:gd name="T11" fmla="*/ 235 h 209"/>
                <a:gd name="T12" fmla="*/ 181 w 179"/>
                <a:gd name="T13" fmla="*/ 178 h 209"/>
                <a:gd name="T14" fmla="*/ 182 w 179"/>
                <a:gd name="T15" fmla="*/ 121 h 209"/>
                <a:gd name="T16" fmla="*/ 171 w 179"/>
                <a:gd name="T17" fmla="*/ 8 h 20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79" h="209">
                  <a:moveTo>
                    <a:pt x="141" y="0"/>
                  </a:moveTo>
                  <a:cubicBezTo>
                    <a:pt x="129" y="17"/>
                    <a:pt x="103" y="32"/>
                    <a:pt x="83" y="34"/>
                  </a:cubicBezTo>
                  <a:cubicBezTo>
                    <a:pt x="68" y="36"/>
                    <a:pt x="42" y="26"/>
                    <a:pt x="29" y="34"/>
                  </a:cubicBezTo>
                  <a:cubicBezTo>
                    <a:pt x="0" y="50"/>
                    <a:pt x="26" y="116"/>
                    <a:pt x="38" y="136"/>
                  </a:cubicBezTo>
                  <a:cubicBezTo>
                    <a:pt x="58" y="167"/>
                    <a:pt x="85" y="145"/>
                    <a:pt x="114" y="160"/>
                  </a:cubicBezTo>
                  <a:cubicBezTo>
                    <a:pt x="136" y="172"/>
                    <a:pt x="150" y="209"/>
                    <a:pt x="179" y="201"/>
                  </a:cubicBezTo>
                  <a:cubicBezTo>
                    <a:pt x="177" y="185"/>
                    <a:pt x="159" y="169"/>
                    <a:pt x="153" y="153"/>
                  </a:cubicBezTo>
                  <a:cubicBezTo>
                    <a:pt x="144" y="132"/>
                    <a:pt x="149" y="124"/>
                    <a:pt x="154" y="104"/>
                  </a:cubicBezTo>
                  <a:cubicBezTo>
                    <a:pt x="163" y="72"/>
                    <a:pt x="152" y="38"/>
                    <a:pt x="145" y="8"/>
                  </a:cubicBezTo>
                </a:path>
              </a:pathLst>
            </a:custGeom>
            <a:solidFill>
              <a:srgbClr val="7A36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1526" name="Freeform 800">
              <a:extLst>
                <a:ext uri="{FF2B5EF4-FFF2-40B4-BE49-F238E27FC236}">
                  <a16:creationId xmlns:a16="http://schemas.microsoft.com/office/drawing/2014/main" id="{1F94D4E9-5667-4A40-8685-71DEB0C3B2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3" y="2218"/>
              <a:ext cx="133" cy="161"/>
            </a:xfrm>
            <a:custGeom>
              <a:avLst/>
              <a:gdLst>
                <a:gd name="T0" fmla="*/ 36 w 126"/>
                <a:gd name="T1" fmla="*/ 17 h 153"/>
                <a:gd name="T2" fmla="*/ 93 w 126"/>
                <a:gd name="T3" fmla="*/ 4 h 153"/>
                <a:gd name="T4" fmla="*/ 120 w 126"/>
                <a:gd name="T5" fmla="*/ 60 h 153"/>
                <a:gd name="T6" fmla="*/ 122 w 126"/>
                <a:gd name="T7" fmla="*/ 178 h 153"/>
                <a:gd name="T8" fmla="*/ 36 w 126"/>
                <a:gd name="T9" fmla="*/ 110 h 153"/>
                <a:gd name="T10" fmla="*/ 1 w 126"/>
                <a:gd name="T11" fmla="*/ 95 h 153"/>
                <a:gd name="T12" fmla="*/ 38 w 126"/>
                <a:gd name="T13" fmla="*/ 19 h 15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6" h="153">
                  <a:moveTo>
                    <a:pt x="30" y="14"/>
                  </a:moveTo>
                  <a:cubicBezTo>
                    <a:pt x="43" y="12"/>
                    <a:pt x="66" y="0"/>
                    <a:pt x="79" y="4"/>
                  </a:cubicBezTo>
                  <a:cubicBezTo>
                    <a:pt x="100" y="10"/>
                    <a:pt x="101" y="34"/>
                    <a:pt x="102" y="51"/>
                  </a:cubicBezTo>
                  <a:cubicBezTo>
                    <a:pt x="103" y="81"/>
                    <a:pt x="126" y="130"/>
                    <a:pt x="104" y="153"/>
                  </a:cubicBezTo>
                  <a:cubicBezTo>
                    <a:pt x="78" y="139"/>
                    <a:pt x="72" y="44"/>
                    <a:pt x="30" y="95"/>
                  </a:cubicBezTo>
                  <a:cubicBezTo>
                    <a:pt x="14" y="115"/>
                    <a:pt x="3" y="110"/>
                    <a:pt x="1" y="82"/>
                  </a:cubicBezTo>
                  <a:cubicBezTo>
                    <a:pt x="0" y="49"/>
                    <a:pt x="15" y="39"/>
                    <a:pt x="32" y="16"/>
                  </a:cubicBezTo>
                </a:path>
              </a:pathLst>
            </a:custGeom>
            <a:solidFill>
              <a:srgbClr val="7A36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1527" name="Freeform 801">
              <a:extLst>
                <a:ext uri="{FF2B5EF4-FFF2-40B4-BE49-F238E27FC236}">
                  <a16:creationId xmlns:a16="http://schemas.microsoft.com/office/drawing/2014/main" id="{07BCF250-E6F6-4842-99D1-F6D5B082DC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3" y="1830"/>
              <a:ext cx="6" cy="4"/>
            </a:xfrm>
            <a:custGeom>
              <a:avLst/>
              <a:gdLst>
                <a:gd name="T0" fmla="*/ 6 w 6"/>
                <a:gd name="T1" fmla="*/ 7 h 3"/>
                <a:gd name="T2" fmla="*/ 0 w 6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">
                  <a:moveTo>
                    <a:pt x="6" y="3"/>
                  </a:moveTo>
                  <a:cubicBezTo>
                    <a:pt x="5" y="2"/>
                    <a:pt x="3" y="1"/>
                    <a:pt x="0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1528" name="Freeform 802">
              <a:extLst>
                <a:ext uri="{FF2B5EF4-FFF2-40B4-BE49-F238E27FC236}">
                  <a16:creationId xmlns:a16="http://schemas.microsoft.com/office/drawing/2014/main" id="{CFBA5D79-A354-4E17-B901-EF09D4C6E70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6" y="1825"/>
              <a:ext cx="107" cy="52"/>
            </a:xfrm>
            <a:custGeom>
              <a:avLst/>
              <a:gdLst>
                <a:gd name="T0" fmla="*/ 73 w 102"/>
                <a:gd name="T1" fmla="*/ 0 h 49"/>
                <a:gd name="T2" fmla="*/ 58 w 102"/>
                <a:gd name="T3" fmla="*/ 1 h 49"/>
                <a:gd name="T4" fmla="*/ 2 w 102"/>
                <a:gd name="T5" fmla="*/ 36 h 49"/>
                <a:gd name="T6" fmla="*/ 65 w 102"/>
                <a:gd name="T7" fmla="*/ 54 h 49"/>
                <a:gd name="T8" fmla="*/ 117 w 102"/>
                <a:gd name="T9" fmla="*/ 27 h 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2" h="49">
                  <a:moveTo>
                    <a:pt x="64" y="0"/>
                  </a:moveTo>
                  <a:cubicBezTo>
                    <a:pt x="60" y="0"/>
                    <a:pt x="55" y="1"/>
                    <a:pt x="50" y="1"/>
                  </a:cubicBezTo>
                  <a:cubicBezTo>
                    <a:pt x="22" y="5"/>
                    <a:pt x="0" y="18"/>
                    <a:pt x="2" y="30"/>
                  </a:cubicBezTo>
                  <a:cubicBezTo>
                    <a:pt x="4" y="42"/>
                    <a:pt x="28" y="49"/>
                    <a:pt x="56" y="45"/>
                  </a:cubicBezTo>
                  <a:cubicBezTo>
                    <a:pt x="79" y="42"/>
                    <a:pt x="97" y="33"/>
                    <a:pt x="102" y="23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1529" name="Freeform 803">
              <a:extLst>
                <a:ext uri="{FF2B5EF4-FFF2-40B4-BE49-F238E27FC236}">
                  <a16:creationId xmlns:a16="http://schemas.microsoft.com/office/drawing/2014/main" id="{60CF2D81-7E38-434B-BD12-74970B64AD1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6" y="1826"/>
              <a:ext cx="11" cy="2"/>
            </a:xfrm>
            <a:custGeom>
              <a:avLst/>
              <a:gdLst>
                <a:gd name="T0" fmla="*/ 11 w 11"/>
                <a:gd name="T1" fmla="*/ 2 h 2"/>
                <a:gd name="T2" fmla="*/ 10 w 11"/>
                <a:gd name="T3" fmla="*/ 2 h 2"/>
                <a:gd name="T4" fmla="*/ 0 w 11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2">
                  <a:moveTo>
                    <a:pt x="11" y="2"/>
                  </a:moveTo>
                  <a:cubicBezTo>
                    <a:pt x="11" y="2"/>
                    <a:pt x="10" y="2"/>
                    <a:pt x="10" y="2"/>
                  </a:cubicBezTo>
                  <a:cubicBezTo>
                    <a:pt x="7" y="1"/>
                    <a:pt x="4" y="0"/>
                    <a:pt x="0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1530" name="Freeform 804">
              <a:extLst>
                <a:ext uri="{FF2B5EF4-FFF2-40B4-BE49-F238E27FC236}">
                  <a16:creationId xmlns:a16="http://schemas.microsoft.com/office/drawing/2014/main" id="{EE7201E9-D632-4055-B70C-E47FBC6E139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2" y="1844"/>
              <a:ext cx="49" cy="21"/>
            </a:xfrm>
            <a:custGeom>
              <a:avLst/>
              <a:gdLst>
                <a:gd name="T0" fmla="*/ 32 w 46"/>
                <a:gd name="T1" fmla="*/ 0 h 20"/>
                <a:gd name="T2" fmla="*/ 11 w 46"/>
                <a:gd name="T3" fmla="*/ 7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6" h="20">
                  <a:moveTo>
                    <a:pt x="26" y="0"/>
                  </a:moveTo>
                  <a:cubicBezTo>
                    <a:pt x="46" y="15"/>
                    <a:pt x="0" y="20"/>
                    <a:pt x="8" y="7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1531" name="Freeform 805">
              <a:extLst>
                <a:ext uri="{FF2B5EF4-FFF2-40B4-BE49-F238E27FC236}">
                  <a16:creationId xmlns:a16="http://schemas.microsoft.com/office/drawing/2014/main" id="{0FE06473-B7F3-47C5-95FA-B52CE9EA8A2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7" y="2669"/>
              <a:ext cx="297" cy="122"/>
            </a:xfrm>
            <a:custGeom>
              <a:avLst/>
              <a:gdLst>
                <a:gd name="T0" fmla="*/ 0 w 282"/>
                <a:gd name="T1" fmla="*/ 134 h 115"/>
                <a:gd name="T2" fmla="*/ 68 w 282"/>
                <a:gd name="T3" fmla="*/ 89 h 115"/>
                <a:gd name="T4" fmla="*/ 157 w 282"/>
                <a:gd name="T5" fmla="*/ 60 h 115"/>
                <a:gd name="T6" fmla="*/ 330 w 282"/>
                <a:gd name="T7" fmla="*/ 0 h 115"/>
                <a:gd name="T8" fmla="*/ 134 w 282"/>
                <a:gd name="T9" fmla="*/ 77 h 115"/>
                <a:gd name="T10" fmla="*/ 3 w 282"/>
                <a:gd name="T11" fmla="*/ 137 h 11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2" h="115">
                  <a:moveTo>
                    <a:pt x="0" y="112"/>
                  </a:moveTo>
                  <a:cubicBezTo>
                    <a:pt x="25" y="105"/>
                    <a:pt x="38" y="87"/>
                    <a:pt x="59" y="74"/>
                  </a:cubicBezTo>
                  <a:cubicBezTo>
                    <a:pt x="82" y="61"/>
                    <a:pt x="110" y="59"/>
                    <a:pt x="134" y="51"/>
                  </a:cubicBezTo>
                  <a:cubicBezTo>
                    <a:pt x="181" y="35"/>
                    <a:pt x="234" y="7"/>
                    <a:pt x="282" y="0"/>
                  </a:cubicBezTo>
                  <a:cubicBezTo>
                    <a:pt x="231" y="31"/>
                    <a:pt x="172" y="51"/>
                    <a:pt x="115" y="65"/>
                  </a:cubicBezTo>
                  <a:cubicBezTo>
                    <a:pt x="73" y="76"/>
                    <a:pt x="42" y="101"/>
                    <a:pt x="3" y="115"/>
                  </a:cubicBezTo>
                </a:path>
              </a:pathLst>
            </a:custGeom>
            <a:solidFill>
              <a:srgbClr val="6C2D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1532" name="Freeform 806">
              <a:extLst>
                <a:ext uri="{FF2B5EF4-FFF2-40B4-BE49-F238E27FC236}">
                  <a16:creationId xmlns:a16="http://schemas.microsoft.com/office/drawing/2014/main" id="{E1928C16-1E71-4587-B1F6-91478FED781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4" y="2069"/>
              <a:ext cx="474" cy="233"/>
            </a:xfrm>
            <a:custGeom>
              <a:avLst/>
              <a:gdLst>
                <a:gd name="T0" fmla="*/ 0 w 449"/>
                <a:gd name="T1" fmla="*/ 8 h 221"/>
                <a:gd name="T2" fmla="*/ 55 w 449"/>
                <a:gd name="T3" fmla="*/ 21 h 221"/>
                <a:gd name="T4" fmla="*/ 105 w 449"/>
                <a:gd name="T5" fmla="*/ 32 h 221"/>
                <a:gd name="T6" fmla="*/ 156 w 449"/>
                <a:gd name="T7" fmla="*/ 25 h 221"/>
                <a:gd name="T8" fmla="*/ 215 w 449"/>
                <a:gd name="T9" fmla="*/ 20 h 221"/>
                <a:gd name="T10" fmla="*/ 312 w 449"/>
                <a:gd name="T11" fmla="*/ 3 h 221"/>
                <a:gd name="T12" fmla="*/ 450 w 449"/>
                <a:gd name="T13" fmla="*/ 24 h 221"/>
                <a:gd name="T14" fmla="*/ 508 w 449"/>
                <a:gd name="T15" fmla="*/ 41 h 221"/>
                <a:gd name="T16" fmla="*/ 498 w 449"/>
                <a:gd name="T17" fmla="*/ 88 h 221"/>
                <a:gd name="T18" fmla="*/ 478 w 449"/>
                <a:gd name="T19" fmla="*/ 168 h 221"/>
                <a:gd name="T20" fmla="*/ 457 w 449"/>
                <a:gd name="T21" fmla="*/ 252 h 221"/>
                <a:gd name="T22" fmla="*/ 361 w 449"/>
                <a:gd name="T23" fmla="*/ 191 h 221"/>
                <a:gd name="T24" fmla="*/ 263 w 449"/>
                <a:gd name="T25" fmla="*/ 141 h 221"/>
                <a:gd name="T26" fmla="*/ 148 w 449"/>
                <a:gd name="T27" fmla="*/ 220 h 221"/>
                <a:gd name="T28" fmla="*/ 79 w 449"/>
                <a:gd name="T29" fmla="*/ 240 h 221"/>
                <a:gd name="T30" fmla="*/ 21 w 449"/>
                <a:gd name="T31" fmla="*/ 149 h 221"/>
                <a:gd name="T32" fmla="*/ 0 w 449"/>
                <a:gd name="T33" fmla="*/ 111 h 221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449" h="221">
                  <a:moveTo>
                    <a:pt x="0" y="8"/>
                  </a:moveTo>
                  <a:cubicBezTo>
                    <a:pt x="18" y="2"/>
                    <a:pt x="30" y="12"/>
                    <a:pt x="46" y="18"/>
                  </a:cubicBezTo>
                  <a:cubicBezTo>
                    <a:pt x="59" y="24"/>
                    <a:pt x="75" y="26"/>
                    <a:pt x="89" y="27"/>
                  </a:cubicBezTo>
                  <a:cubicBezTo>
                    <a:pt x="104" y="27"/>
                    <a:pt x="118" y="23"/>
                    <a:pt x="133" y="22"/>
                  </a:cubicBezTo>
                  <a:cubicBezTo>
                    <a:pt x="150" y="20"/>
                    <a:pt x="166" y="21"/>
                    <a:pt x="183" y="17"/>
                  </a:cubicBezTo>
                  <a:cubicBezTo>
                    <a:pt x="210" y="11"/>
                    <a:pt x="238" y="6"/>
                    <a:pt x="265" y="3"/>
                  </a:cubicBezTo>
                  <a:cubicBezTo>
                    <a:pt x="306" y="0"/>
                    <a:pt x="344" y="16"/>
                    <a:pt x="383" y="21"/>
                  </a:cubicBezTo>
                  <a:cubicBezTo>
                    <a:pt x="397" y="23"/>
                    <a:pt x="421" y="26"/>
                    <a:pt x="432" y="35"/>
                  </a:cubicBezTo>
                  <a:cubicBezTo>
                    <a:pt x="449" y="50"/>
                    <a:pt x="433" y="60"/>
                    <a:pt x="423" y="75"/>
                  </a:cubicBezTo>
                  <a:cubicBezTo>
                    <a:pt x="411" y="93"/>
                    <a:pt x="405" y="121"/>
                    <a:pt x="406" y="143"/>
                  </a:cubicBezTo>
                  <a:cubicBezTo>
                    <a:pt x="408" y="165"/>
                    <a:pt x="432" y="221"/>
                    <a:pt x="388" y="215"/>
                  </a:cubicBezTo>
                  <a:cubicBezTo>
                    <a:pt x="357" y="211"/>
                    <a:pt x="331" y="179"/>
                    <a:pt x="307" y="163"/>
                  </a:cubicBezTo>
                  <a:cubicBezTo>
                    <a:pt x="284" y="146"/>
                    <a:pt x="254" y="121"/>
                    <a:pt x="224" y="120"/>
                  </a:cubicBezTo>
                  <a:cubicBezTo>
                    <a:pt x="181" y="119"/>
                    <a:pt x="158" y="168"/>
                    <a:pt x="126" y="188"/>
                  </a:cubicBezTo>
                  <a:cubicBezTo>
                    <a:pt x="111" y="197"/>
                    <a:pt x="86" y="213"/>
                    <a:pt x="67" y="205"/>
                  </a:cubicBezTo>
                  <a:cubicBezTo>
                    <a:pt x="42" y="194"/>
                    <a:pt x="31" y="149"/>
                    <a:pt x="18" y="127"/>
                  </a:cubicBezTo>
                  <a:cubicBezTo>
                    <a:pt x="12" y="117"/>
                    <a:pt x="4" y="107"/>
                    <a:pt x="0" y="95"/>
                  </a:cubicBezTo>
                </a:path>
              </a:pathLst>
            </a:custGeom>
            <a:solidFill>
              <a:srgbClr val="7A36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1533" name="Freeform 807">
              <a:extLst>
                <a:ext uri="{FF2B5EF4-FFF2-40B4-BE49-F238E27FC236}">
                  <a16:creationId xmlns:a16="http://schemas.microsoft.com/office/drawing/2014/main" id="{1CAA0B26-70ED-4E61-83B5-85FC2CFFD7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0" y="1692"/>
              <a:ext cx="45" cy="142"/>
            </a:xfrm>
            <a:custGeom>
              <a:avLst/>
              <a:gdLst>
                <a:gd name="T0" fmla="*/ 0 w 42"/>
                <a:gd name="T1" fmla="*/ 159 h 134"/>
                <a:gd name="T2" fmla="*/ 28 w 42"/>
                <a:gd name="T3" fmla="*/ 143 h 134"/>
                <a:gd name="T4" fmla="*/ 49 w 42"/>
                <a:gd name="T5" fmla="*/ 116 h 134"/>
                <a:gd name="T6" fmla="*/ 42 w 42"/>
                <a:gd name="T7" fmla="*/ 55 h 134"/>
                <a:gd name="T8" fmla="*/ 30 w 42"/>
                <a:gd name="T9" fmla="*/ 0 h 134"/>
                <a:gd name="T10" fmla="*/ 41 w 42"/>
                <a:gd name="T11" fmla="*/ 57 h 134"/>
                <a:gd name="T12" fmla="*/ 46 w 42"/>
                <a:gd name="T13" fmla="*/ 106 h 134"/>
                <a:gd name="T14" fmla="*/ 35 w 42"/>
                <a:gd name="T15" fmla="*/ 126 h 134"/>
                <a:gd name="T16" fmla="*/ 10 w 42"/>
                <a:gd name="T17" fmla="*/ 155 h 13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2" h="134">
                  <a:moveTo>
                    <a:pt x="0" y="134"/>
                  </a:moveTo>
                  <a:cubicBezTo>
                    <a:pt x="8" y="131"/>
                    <a:pt x="15" y="123"/>
                    <a:pt x="22" y="120"/>
                  </a:cubicBezTo>
                  <a:cubicBezTo>
                    <a:pt x="33" y="115"/>
                    <a:pt x="39" y="109"/>
                    <a:pt x="40" y="97"/>
                  </a:cubicBezTo>
                  <a:cubicBezTo>
                    <a:pt x="42" y="80"/>
                    <a:pt x="37" y="63"/>
                    <a:pt x="34" y="46"/>
                  </a:cubicBezTo>
                  <a:cubicBezTo>
                    <a:pt x="31" y="31"/>
                    <a:pt x="27" y="16"/>
                    <a:pt x="24" y="0"/>
                  </a:cubicBezTo>
                  <a:cubicBezTo>
                    <a:pt x="20" y="13"/>
                    <a:pt x="30" y="35"/>
                    <a:pt x="33" y="48"/>
                  </a:cubicBezTo>
                  <a:cubicBezTo>
                    <a:pt x="36" y="61"/>
                    <a:pt x="38" y="76"/>
                    <a:pt x="37" y="89"/>
                  </a:cubicBezTo>
                  <a:cubicBezTo>
                    <a:pt x="36" y="97"/>
                    <a:pt x="35" y="101"/>
                    <a:pt x="29" y="106"/>
                  </a:cubicBezTo>
                  <a:cubicBezTo>
                    <a:pt x="22" y="113"/>
                    <a:pt x="13" y="121"/>
                    <a:pt x="7" y="130"/>
                  </a:cubicBezTo>
                </a:path>
              </a:pathLst>
            </a:custGeom>
            <a:solidFill>
              <a:srgbClr val="8C3F3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1534" name="Freeform 808">
              <a:extLst>
                <a:ext uri="{FF2B5EF4-FFF2-40B4-BE49-F238E27FC236}">
                  <a16:creationId xmlns:a16="http://schemas.microsoft.com/office/drawing/2014/main" id="{253DA69C-7DD2-49A2-A7B2-BE7EE56A138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9" y="721"/>
              <a:ext cx="317" cy="225"/>
            </a:xfrm>
            <a:custGeom>
              <a:avLst/>
              <a:gdLst>
                <a:gd name="T0" fmla="*/ 207 w 301"/>
                <a:gd name="T1" fmla="*/ 72 h 213"/>
                <a:gd name="T2" fmla="*/ 185 w 301"/>
                <a:gd name="T3" fmla="*/ 80 h 213"/>
                <a:gd name="T4" fmla="*/ 166 w 301"/>
                <a:gd name="T5" fmla="*/ 79 h 213"/>
                <a:gd name="T6" fmla="*/ 140 w 301"/>
                <a:gd name="T7" fmla="*/ 75 h 213"/>
                <a:gd name="T8" fmla="*/ 125 w 301"/>
                <a:gd name="T9" fmla="*/ 73 h 213"/>
                <a:gd name="T10" fmla="*/ 116 w 301"/>
                <a:gd name="T11" fmla="*/ 67 h 213"/>
                <a:gd name="T12" fmla="*/ 85 w 301"/>
                <a:gd name="T13" fmla="*/ 85 h 213"/>
                <a:gd name="T14" fmla="*/ 71 w 301"/>
                <a:gd name="T15" fmla="*/ 96 h 213"/>
                <a:gd name="T16" fmla="*/ 44 w 301"/>
                <a:gd name="T17" fmla="*/ 134 h 213"/>
                <a:gd name="T18" fmla="*/ 26 w 301"/>
                <a:gd name="T19" fmla="*/ 165 h 213"/>
                <a:gd name="T20" fmla="*/ 22 w 301"/>
                <a:gd name="T21" fmla="*/ 179 h 213"/>
                <a:gd name="T22" fmla="*/ 19 w 301"/>
                <a:gd name="T23" fmla="*/ 202 h 213"/>
                <a:gd name="T24" fmla="*/ 14 w 301"/>
                <a:gd name="T25" fmla="*/ 227 h 213"/>
                <a:gd name="T26" fmla="*/ 7 w 301"/>
                <a:gd name="T27" fmla="*/ 250 h 213"/>
                <a:gd name="T28" fmla="*/ 2 w 301"/>
                <a:gd name="T29" fmla="*/ 225 h 213"/>
                <a:gd name="T30" fmla="*/ 1 w 301"/>
                <a:gd name="T31" fmla="*/ 209 h 213"/>
                <a:gd name="T32" fmla="*/ 7 w 301"/>
                <a:gd name="T33" fmla="*/ 184 h 213"/>
                <a:gd name="T34" fmla="*/ 5 w 301"/>
                <a:gd name="T35" fmla="*/ 160 h 213"/>
                <a:gd name="T36" fmla="*/ 13 w 301"/>
                <a:gd name="T37" fmla="*/ 123 h 213"/>
                <a:gd name="T38" fmla="*/ 25 w 301"/>
                <a:gd name="T39" fmla="*/ 99 h 213"/>
                <a:gd name="T40" fmla="*/ 38 w 301"/>
                <a:gd name="T41" fmla="*/ 80 h 213"/>
                <a:gd name="T42" fmla="*/ 74 w 301"/>
                <a:gd name="T43" fmla="*/ 35 h 213"/>
                <a:gd name="T44" fmla="*/ 83 w 301"/>
                <a:gd name="T45" fmla="*/ 25 h 213"/>
                <a:gd name="T46" fmla="*/ 96 w 301"/>
                <a:gd name="T47" fmla="*/ 19 h 213"/>
                <a:gd name="T48" fmla="*/ 122 w 301"/>
                <a:gd name="T49" fmla="*/ 6 h 213"/>
                <a:gd name="T50" fmla="*/ 139 w 301"/>
                <a:gd name="T51" fmla="*/ 1 h 213"/>
                <a:gd name="T52" fmla="*/ 167 w 301"/>
                <a:gd name="T53" fmla="*/ 2 h 213"/>
                <a:gd name="T54" fmla="*/ 181 w 301"/>
                <a:gd name="T55" fmla="*/ 0 h 213"/>
                <a:gd name="T56" fmla="*/ 213 w 301"/>
                <a:gd name="T57" fmla="*/ 4 h 213"/>
                <a:gd name="T58" fmla="*/ 233 w 301"/>
                <a:gd name="T59" fmla="*/ 8 h 213"/>
                <a:gd name="T60" fmla="*/ 242 w 301"/>
                <a:gd name="T61" fmla="*/ 17 h 213"/>
                <a:gd name="T62" fmla="*/ 257 w 301"/>
                <a:gd name="T63" fmla="*/ 26 h 213"/>
                <a:gd name="T64" fmla="*/ 282 w 301"/>
                <a:gd name="T65" fmla="*/ 34 h 213"/>
                <a:gd name="T66" fmla="*/ 291 w 301"/>
                <a:gd name="T67" fmla="*/ 42 h 213"/>
                <a:gd name="T68" fmla="*/ 301 w 301"/>
                <a:gd name="T69" fmla="*/ 54 h 213"/>
                <a:gd name="T70" fmla="*/ 314 w 301"/>
                <a:gd name="T71" fmla="*/ 71 h 213"/>
                <a:gd name="T72" fmla="*/ 330 w 301"/>
                <a:gd name="T73" fmla="*/ 98 h 213"/>
                <a:gd name="T74" fmla="*/ 332 w 301"/>
                <a:gd name="T75" fmla="*/ 114 h 213"/>
                <a:gd name="T76" fmla="*/ 335 w 301"/>
                <a:gd name="T77" fmla="*/ 128 h 213"/>
                <a:gd name="T78" fmla="*/ 333 w 301"/>
                <a:gd name="T79" fmla="*/ 138 h 213"/>
                <a:gd name="T80" fmla="*/ 346 w 301"/>
                <a:gd name="T81" fmla="*/ 179 h 213"/>
                <a:gd name="T82" fmla="*/ 350 w 301"/>
                <a:gd name="T83" fmla="*/ 187 h 213"/>
                <a:gd name="T84" fmla="*/ 349 w 301"/>
                <a:gd name="T85" fmla="*/ 214 h 213"/>
                <a:gd name="T86" fmla="*/ 342 w 301"/>
                <a:gd name="T87" fmla="*/ 251 h 213"/>
                <a:gd name="T88" fmla="*/ 336 w 301"/>
                <a:gd name="T89" fmla="*/ 222 h 213"/>
                <a:gd name="T90" fmla="*/ 313 w 301"/>
                <a:gd name="T91" fmla="*/ 145 h 213"/>
                <a:gd name="T92" fmla="*/ 285 w 301"/>
                <a:gd name="T93" fmla="*/ 116 h 213"/>
                <a:gd name="T94" fmla="*/ 277 w 301"/>
                <a:gd name="T95" fmla="*/ 105 h 213"/>
                <a:gd name="T96" fmla="*/ 264 w 301"/>
                <a:gd name="T97" fmla="*/ 82 h 213"/>
                <a:gd name="T98" fmla="*/ 262 w 301"/>
                <a:gd name="T99" fmla="*/ 79 h 213"/>
                <a:gd name="T100" fmla="*/ 246 w 301"/>
                <a:gd name="T101" fmla="*/ 69 h 213"/>
                <a:gd name="T102" fmla="*/ 227 w 301"/>
                <a:gd name="T103" fmla="*/ 62 h 213"/>
                <a:gd name="T104" fmla="*/ 221 w 301"/>
                <a:gd name="T105" fmla="*/ 68 h 213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301" h="213">
                  <a:moveTo>
                    <a:pt x="187" y="56"/>
                  </a:moveTo>
                  <a:cubicBezTo>
                    <a:pt x="186" y="60"/>
                    <a:pt x="182" y="67"/>
                    <a:pt x="178" y="61"/>
                  </a:cubicBezTo>
                  <a:cubicBezTo>
                    <a:pt x="177" y="65"/>
                    <a:pt x="173" y="70"/>
                    <a:pt x="171" y="66"/>
                  </a:cubicBezTo>
                  <a:cubicBezTo>
                    <a:pt x="168" y="73"/>
                    <a:pt x="163" y="68"/>
                    <a:pt x="159" y="68"/>
                  </a:cubicBezTo>
                  <a:cubicBezTo>
                    <a:pt x="154" y="67"/>
                    <a:pt x="151" y="71"/>
                    <a:pt x="147" y="66"/>
                  </a:cubicBezTo>
                  <a:cubicBezTo>
                    <a:pt x="146" y="68"/>
                    <a:pt x="143" y="68"/>
                    <a:pt x="142" y="67"/>
                  </a:cubicBezTo>
                  <a:cubicBezTo>
                    <a:pt x="141" y="68"/>
                    <a:pt x="140" y="68"/>
                    <a:pt x="139" y="69"/>
                  </a:cubicBezTo>
                  <a:cubicBezTo>
                    <a:pt x="137" y="63"/>
                    <a:pt x="119" y="71"/>
                    <a:pt x="120" y="63"/>
                  </a:cubicBezTo>
                  <a:cubicBezTo>
                    <a:pt x="117" y="64"/>
                    <a:pt x="113" y="65"/>
                    <a:pt x="110" y="64"/>
                  </a:cubicBezTo>
                  <a:cubicBezTo>
                    <a:pt x="109" y="62"/>
                    <a:pt x="109" y="63"/>
                    <a:pt x="107" y="62"/>
                  </a:cubicBezTo>
                  <a:cubicBezTo>
                    <a:pt x="107" y="61"/>
                    <a:pt x="107" y="61"/>
                    <a:pt x="107" y="60"/>
                  </a:cubicBezTo>
                  <a:cubicBezTo>
                    <a:pt x="102" y="61"/>
                    <a:pt x="103" y="58"/>
                    <a:pt x="99" y="57"/>
                  </a:cubicBezTo>
                  <a:cubicBezTo>
                    <a:pt x="93" y="57"/>
                    <a:pt x="90" y="62"/>
                    <a:pt x="84" y="65"/>
                  </a:cubicBezTo>
                  <a:cubicBezTo>
                    <a:pt x="81" y="67"/>
                    <a:pt x="77" y="69"/>
                    <a:pt x="73" y="72"/>
                  </a:cubicBezTo>
                  <a:cubicBezTo>
                    <a:pt x="69" y="74"/>
                    <a:pt x="64" y="76"/>
                    <a:pt x="61" y="80"/>
                  </a:cubicBezTo>
                  <a:cubicBezTo>
                    <a:pt x="61" y="80"/>
                    <a:pt x="61" y="80"/>
                    <a:pt x="61" y="81"/>
                  </a:cubicBezTo>
                  <a:cubicBezTo>
                    <a:pt x="56" y="83"/>
                    <a:pt x="49" y="93"/>
                    <a:pt x="46" y="98"/>
                  </a:cubicBezTo>
                  <a:cubicBezTo>
                    <a:pt x="43" y="103"/>
                    <a:pt x="41" y="108"/>
                    <a:pt x="38" y="114"/>
                  </a:cubicBezTo>
                  <a:cubicBezTo>
                    <a:pt x="35" y="120"/>
                    <a:pt x="30" y="125"/>
                    <a:pt x="26" y="131"/>
                  </a:cubicBezTo>
                  <a:cubicBezTo>
                    <a:pt x="25" y="134"/>
                    <a:pt x="24" y="137"/>
                    <a:pt x="23" y="140"/>
                  </a:cubicBezTo>
                  <a:cubicBezTo>
                    <a:pt x="22" y="143"/>
                    <a:pt x="17" y="147"/>
                    <a:pt x="17" y="151"/>
                  </a:cubicBezTo>
                  <a:cubicBezTo>
                    <a:pt x="18" y="151"/>
                    <a:pt x="18" y="151"/>
                    <a:pt x="19" y="151"/>
                  </a:cubicBezTo>
                  <a:cubicBezTo>
                    <a:pt x="20" y="156"/>
                    <a:pt x="16" y="160"/>
                    <a:pt x="15" y="164"/>
                  </a:cubicBezTo>
                  <a:cubicBezTo>
                    <a:pt x="15" y="167"/>
                    <a:pt x="16" y="169"/>
                    <a:pt x="16" y="171"/>
                  </a:cubicBezTo>
                  <a:cubicBezTo>
                    <a:pt x="15" y="175"/>
                    <a:pt x="13" y="177"/>
                    <a:pt x="12" y="181"/>
                  </a:cubicBezTo>
                  <a:cubicBezTo>
                    <a:pt x="11" y="186"/>
                    <a:pt x="12" y="189"/>
                    <a:pt x="11" y="193"/>
                  </a:cubicBezTo>
                  <a:cubicBezTo>
                    <a:pt x="11" y="197"/>
                    <a:pt x="6" y="202"/>
                    <a:pt x="10" y="205"/>
                  </a:cubicBezTo>
                  <a:cubicBezTo>
                    <a:pt x="8" y="207"/>
                    <a:pt x="7" y="210"/>
                    <a:pt x="7" y="212"/>
                  </a:cubicBezTo>
                  <a:cubicBezTo>
                    <a:pt x="6" y="210"/>
                    <a:pt x="4" y="207"/>
                    <a:pt x="3" y="204"/>
                  </a:cubicBezTo>
                  <a:cubicBezTo>
                    <a:pt x="2" y="200"/>
                    <a:pt x="3" y="195"/>
                    <a:pt x="2" y="191"/>
                  </a:cubicBezTo>
                  <a:cubicBezTo>
                    <a:pt x="2" y="189"/>
                    <a:pt x="0" y="189"/>
                    <a:pt x="0" y="185"/>
                  </a:cubicBezTo>
                  <a:cubicBezTo>
                    <a:pt x="0" y="183"/>
                    <a:pt x="1" y="180"/>
                    <a:pt x="1" y="177"/>
                  </a:cubicBezTo>
                  <a:cubicBezTo>
                    <a:pt x="2" y="173"/>
                    <a:pt x="3" y="169"/>
                    <a:pt x="3" y="165"/>
                  </a:cubicBezTo>
                  <a:cubicBezTo>
                    <a:pt x="4" y="162"/>
                    <a:pt x="6" y="160"/>
                    <a:pt x="7" y="156"/>
                  </a:cubicBezTo>
                  <a:cubicBezTo>
                    <a:pt x="7" y="151"/>
                    <a:pt x="5" y="153"/>
                    <a:pt x="4" y="148"/>
                  </a:cubicBezTo>
                  <a:cubicBezTo>
                    <a:pt x="3" y="143"/>
                    <a:pt x="5" y="139"/>
                    <a:pt x="5" y="135"/>
                  </a:cubicBezTo>
                  <a:cubicBezTo>
                    <a:pt x="6" y="129"/>
                    <a:pt x="6" y="125"/>
                    <a:pt x="10" y="118"/>
                  </a:cubicBezTo>
                  <a:cubicBezTo>
                    <a:pt x="4" y="116"/>
                    <a:pt x="9" y="108"/>
                    <a:pt x="10" y="104"/>
                  </a:cubicBezTo>
                  <a:cubicBezTo>
                    <a:pt x="12" y="100"/>
                    <a:pt x="11" y="96"/>
                    <a:pt x="13" y="92"/>
                  </a:cubicBezTo>
                  <a:cubicBezTo>
                    <a:pt x="15" y="88"/>
                    <a:pt x="20" y="87"/>
                    <a:pt x="22" y="84"/>
                  </a:cubicBezTo>
                  <a:cubicBezTo>
                    <a:pt x="23" y="82"/>
                    <a:pt x="22" y="81"/>
                    <a:pt x="22" y="79"/>
                  </a:cubicBezTo>
                  <a:cubicBezTo>
                    <a:pt x="24" y="74"/>
                    <a:pt x="26" y="70"/>
                    <a:pt x="32" y="68"/>
                  </a:cubicBezTo>
                  <a:cubicBezTo>
                    <a:pt x="32" y="61"/>
                    <a:pt x="46" y="35"/>
                    <a:pt x="54" y="38"/>
                  </a:cubicBezTo>
                  <a:cubicBezTo>
                    <a:pt x="56" y="32"/>
                    <a:pt x="59" y="32"/>
                    <a:pt x="63" y="29"/>
                  </a:cubicBezTo>
                  <a:cubicBezTo>
                    <a:pt x="63" y="29"/>
                    <a:pt x="65" y="29"/>
                    <a:pt x="67" y="28"/>
                  </a:cubicBezTo>
                  <a:cubicBezTo>
                    <a:pt x="68" y="27"/>
                    <a:pt x="69" y="23"/>
                    <a:pt x="71" y="22"/>
                  </a:cubicBezTo>
                  <a:cubicBezTo>
                    <a:pt x="72" y="21"/>
                    <a:pt x="74" y="22"/>
                    <a:pt x="76" y="21"/>
                  </a:cubicBezTo>
                  <a:cubicBezTo>
                    <a:pt x="78" y="20"/>
                    <a:pt x="79" y="18"/>
                    <a:pt x="82" y="16"/>
                  </a:cubicBezTo>
                  <a:cubicBezTo>
                    <a:pt x="86" y="13"/>
                    <a:pt x="89" y="14"/>
                    <a:pt x="94" y="12"/>
                  </a:cubicBezTo>
                  <a:cubicBezTo>
                    <a:pt x="98" y="9"/>
                    <a:pt x="99" y="7"/>
                    <a:pt x="104" y="6"/>
                  </a:cubicBezTo>
                  <a:cubicBezTo>
                    <a:pt x="106" y="5"/>
                    <a:pt x="109" y="6"/>
                    <a:pt x="111" y="6"/>
                  </a:cubicBezTo>
                  <a:cubicBezTo>
                    <a:pt x="114" y="5"/>
                    <a:pt x="116" y="1"/>
                    <a:pt x="119" y="1"/>
                  </a:cubicBezTo>
                  <a:cubicBezTo>
                    <a:pt x="123" y="0"/>
                    <a:pt x="129" y="3"/>
                    <a:pt x="134" y="3"/>
                  </a:cubicBezTo>
                  <a:cubicBezTo>
                    <a:pt x="137" y="3"/>
                    <a:pt x="140" y="2"/>
                    <a:pt x="143" y="2"/>
                  </a:cubicBezTo>
                  <a:cubicBezTo>
                    <a:pt x="144" y="2"/>
                    <a:pt x="147" y="4"/>
                    <a:pt x="148" y="4"/>
                  </a:cubicBezTo>
                  <a:cubicBezTo>
                    <a:pt x="151" y="3"/>
                    <a:pt x="153" y="0"/>
                    <a:pt x="155" y="0"/>
                  </a:cubicBezTo>
                  <a:cubicBezTo>
                    <a:pt x="157" y="0"/>
                    <a:pt x="158" y="2"/>
                    <a:pt x="159" y="2"/>
                  </a:cubicBezTo>
                  <a:cubicBezTo>
                    <a:pt x="167" y="2"/>
                    <a:pt x="173" y="3"/>
                    <a:pt x="182" y="4"/>
                  </a:cubicBezTo>
                  <a:cubicBezTo>
                    <a:pt x="186" y="5"/>
                    <a:pt x="189" y="8"/>
                    <a:pt x="193" y="9"/>
                  </a:cubicBezTo>
                  <a:cubicBezTo>
                    <a:pt x="195" y="9"/>
                    <a:pt x="197" y="8"/>
                    <a:pt x="199" y="8"/>
                  </a:cubicBezTo>
                  <a:cubicBezTo>
                    <a:pt x="202" y="9"/>
                    <a:pt x="201" y="10"/>
                    <a:pt x="204" y="11"/>
                  </a:cubicBezTo>
                  <a:cubicBezTo>
                    <a:pt x="205" y="12"/>
                    <a:pt x="205" y="14"/>
                    <a:pt x="207" y="14"/>
                  </a:cubicBezTo>
                  <a:cubicBezTo>
                    <a:pt x="210" y="16"/>
                    <a:pt x="212" y="13"/>
                    <a:pt x="215" y="14"/>
                  </a:cubicBezTo>
                  <a:cubicBezTo>
                    <a:pt x="221" y="15"/>
                    <a:pt x="220" y="18"/>
                    <a:pt x="220" y="23"/>
                  </a:cubicBezTo>
                  <a:cubicBezTo>
                    <a:pt x="223" y="21"/>
                    <a:pt x="224" y="24"/>
                    <a:pt x="225" y="24"/>
                  </a:cubicBezTo>
                  <a:cubicBezTo>
                    <a:pt x="231" y="26"/>
                    <a:pt x="235" y="27"/>
                    <a:pt x="241" y="28"/>
                  </a:cubicBezTo>
                  <a:cubicBezTo>
                    <a:pt x="242" y="30"/>
                    <a:pt x="242" y="33"/>
                    <a:pt x="242" y="35"/>
                  </a:cubicBezTo>
                  <a:cubicBezTo>
                    <a:pt x="244" y="35"/>
                    <a:pt x="247" y="35"/>
                    <a:pt x="249" y="36"/>
                  </a:cubicBezTo>
                  <a:cubicBezTo>
                    <a:pt x="251" y="38"/>
                    <a:pt x="250" y="41"/>
                    <a:pt x="253" y="42"/>
                  </a:cubicBezTo>
                  <a:cubicBezTo>
                    <a:pt x="254" y="44"/>
                    <a:pt x="257" y="43"/>
                    <a:pt x="258" y="45"/>
                  </a:cubicBezTo>
                  <a:cubicBezTo>
                    <a:pt x="261" y="47"/>
                    <a:pt x="263" y="51"/>
                    <a:pt x="264" y="53"/>
                  </a:cubicBezTo>
                  <a:cubicBezTo>
                    <a:pt x="266" y="56"/>
                    <a:pt x="267" y="58"/>
                    <a:pt x="269" y="60"/>
                  </a:cubicBezTo>
                  <a:cubicBezTo>
                    <a:pt x="273" y="64"/>
                    <a:pt x="273" y="62"/>
                    <a:pt x="272" y="69"/>
                  </a:cubicBezTo>
                  <a:cubicBezTo>
                    <a:pt x="279" y="71"/>
                    <a:pt x="280" y="76"/>
                    <a:pt x="282" y="83"/>
                  </a:cubicBezTo>
                  <a:cubicBezTo>
                    <a:pt x="283" y="86"/>
                    <a:pt x="283" y="89"/>
                    <a:pt x="284" y="93"/>
                  </a:cubicBezTo>
                  <a:cubicBezTo>
                    <a:pt x="284" y="94"/>
                    <a:pt x="283" y="96"/>
                    <a:pt x="284" y="97"/>
                  </a:cubicBezTo>
                  <a:cubicBezTo>
                    <a:pt x="284" y="99"/>
                    <a:pt x="286" y="99"/>
                    <a:pt x="287" y="100"/>
                  </a:cubicBezTo>
                  <a:cubicBezTo>
                    <a:pt x="287" y="103"/>
                    <a:pt x="287" y="106"/>
                    <a:pt x="287" y="109"/>
                  </a:cubicBezTo>
                  <a:cubicBezTo>
                    <a:pt x="286" y="111"/>
                    <a:pt x="287" y="112"/>
                    <a:pt x="287" y="113"/>
                  </a:cubicBezTo>
                  <a:cubicBezTo>
                    <a:pt x="287" y="114"/>
                    <a:pt x="285" y="116"/>
                    <a:pt x="285" y="117"/>
                  </a:cubicBezTo>
                  <a:cubicBezTo>
                    <a:pt x="286" y="121"/>
                    <a:pt x="288" y="130"/>
                    <a:pt x="291" y="132"/>
                  </a:cubicBezTo>
                  <a:cubicBezTo>
                    <a:pt x="288" y="140"/>
                    <a:pt x="294" y="144"/>
                    <a:pt x="296" y="151"/>
                  </a:cubicBezTo>
                  <a:cubicBezTo>
                    <a:pt x="297" y="153"/>
                    <a:pt x="295" y="154"/>
                    <a:pt x="296" y="156"/>
                  </a:cubicBezTo>
                  <a:cubicBezTo>
                    <a:pt x="296" y="157"/>
                    <a:pt x="299" y="158"/>
                    <a:pt x="299" y="159"/>
                  </a:cubicBezTo>
                  <a:cubicBezTo>
                    <a:pt x="300" y="162"/>
                    <a:pt x="300" y="167"/>
                    <a:pt x="300" y="170"/>
                  </a:cubicBezTo>
                  <a:cubicBezTo>
                    <a:pt x="300" y="174"/>
                    <a:pt x="299" y="178"/>
                    <a:pt x="298" y="182"/>
                  </a:cubicBezTo>
                  <a:cubicBezTo>
                    <a:pt x="298" y="185"/>
                    <a:pt x="301" y="193"/>
                    <a:pt x="300" y="197"/>
                  </a:cubicBezTo>
                  <a:cubicBezTo>
                    <a:pt x="298" y="206"/>
                    <a:pt x="295" y="207"/>
                    <a:pt x="293" y="213"/>
                  </a:cubicBezTo>
                  <a:cubicBezTo>
                    <a:pt x="294" y="207"/>
                    <a:pt x="289" y="204"/>
                    <a:pt x="288" y="200"/>
                  </a:cubicBezTo>
                  <a:cubicBezTo>
                    <a:pt x="287" y="198"/>
                    <a:pt x="287" y="190"/>
                    <a:pt x="288" y="188"/>
                  </a:cubicBezTo>
                  <a:cubicBezTo>
                    <a:pt x="282" y="185"/>
                    <a:pt x="287" y="169"/>
                    <a:pt x="280" y="170"/>
                  </a:cubicBezTo>
                  <a:cubicBezTo>
                    <a:pt x="283" y="153"/>
                    <a:pt x="275" y="137"/>
                    <a:pt x="268" y="123"/>
                  </a:cubicBezTo>
                  <a:cubicBezTo>
                    <a:pt x="264" y="115"/>
                    <a:pt x="257" y="111"/>
                    <a:pt x="252" y="104"/>
                  </a:cubicBezTo>
                  <a:cubicBezTo>
                    <a:pt x="249" y="100"/>
                    <a:pt x="247" y="101"/>
                    <a:pt x="244" y="98"/>
                  </a:cubicBezTo>
                  <a:cubicBezTo>
                    <a:pt x="242" y="95"/>
                    <a:pt x="241" y="91"/>
                    <a:pt x="239" y="88"/>
                  </a:cubicBezTo>
                  <a:cubicBezTo>
                    <a:pt x="238" y="88"/>
                    <a:pt x="238" y="88"/>
                    <a:pt x="237" y="89"/>
                  </a:cubicBezTo>
                  <a:cubicBezTo>
                    <a:pt x="236" y="86"/>
                    <a:pt x="235" y="83"/>
                    <a:pt x="236" y="80"/>
                  </a:cubicBezTo>
                  <a:cubicBezTo>
                    <a:pt x="232" y="77"/>
                    <a:pt x="227" y="75"/>
                    <a:pt x="226" y="70"/>
                  </a:cubicBezTo>
                  <a:cubicBezTo>
                    <a:pt x="225" y="70"/>
                    <a:pt x="225" y="71"/>
                    <a:pt x="225" y="71"/>
                  </a:cubicBezTo>
                  <a:cubicBezTo>
                    <a:pt x="225" y="69"/>
                    <a:pt x="224" y="68"/>
                    <a:pt x="224" y="67"/>
                  </a:cubicBezTo>
                  <a:cubicBezTo>
                    <a:pt x="223" y="68"/>
                    <a:pt x="222" y="68"/>
                    <a:pt x="221" y="68"/>
                  </a:cubicBezTo>
                  <a:cubicBezTo>
                    <a:pt x="220" y="64"/>
                    <a:pt x="214" y="62"/>
                    <a:pt x="211" y="59"/>
                  </a:cubicBezTo>
                  <a:cubicBezTo>
                    <a:pt x="207" y="56"/>
                    <a:pt x="202" y="51"/>
                    <a:pt x="197" y="55"/>
                  </a:cubicBezTo>
                  <a:cubicBezTo>
                    <a:pt x="197" y="55"/>
                    <a:pt x="196" y="54"/>
                    <a:pt x="195" y="53"/>
                  </a:cubicBezTo>
                  <a:cubicBezTo>
                    <a:pt x="193" y="55"/>
                    <a:pt x="191" y="56"/>
                    <a:pt x="189" y="54"/>
                  </a:cubicBezTo>
                  <a:cubicBezTo>
                    <a:pt x="189" y="55"/>
                    <a:pt x="189" y="58"/>
                    <a:pt x="189" y="58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1535" name="Freeform 809">
              <a:extLst>
                <a:ext uri="{FF2B5EF4-FFF2-40B4-BE49-F238E27FC236}">
                  <a16:creationId xmlns:a16="http://schemas.microsoft.com/office/drawing/2014/main" id="{71600B36-48A8-42B1-8D52-A5FE96778A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1" y="847"/>
              <a:ext cx="84" cy="44"/>
            </a:xfrm>
            <a:custGeom>
              <a:avLst/>
              <a:gdLst>
                <a:gd name="T0" fmla="*/ 0 w 80"/>
                <a:gd name="T1" fmla="*/ 42 h 42"/>
                <a:gd name="T2" fmla="*/ 1 w 80"/>
                <a:gd name="T3" fmla="*/ 42 h 42"/>
                <a:gd name="T4" fmla="*/ 6 w 80"/>
                <a:gd name="T5" fmla="*/ 30 h 42"/>
                <a:gd name="T6" fmla="*/ 17 w 80"/>
                <a:gd name="T7" fmla="*/ 22 h 42"/>
                <a:gd name="T8" fmla="*/ 23 w 80"/>
                <a:gd name="T9" fmla="*/ 19 h 42"/>
                <a:gd name="T10" fmla="*/ 27 w 80"/>
                <a:gd name="T11" fmla="*/ 15 h 42"/>
                <a:gd name="T12" fmla="*/ 37 w 80"/>
                <a:gd name="T13" fmla="*/ 7 h 42"/>
                <a:gd name="T14" fmla="*/ 44 w 80"/>
                <a:gd name="T15" fmla="*/ 6 h 42"/>
                <a:gd name="T16" fmla="*/ 48 w 80"/>
                <a:gd name="T17" fmla="*/ 1 h 42"/>
                <a:gd name="T18" fmla="*/ 54 w 80"/>
                <a:gd name="T19" fmla="*/ 4 h 42"/>
                <a:gd name="T20" fmla="*/ 63 w 80"/>
                <a:gd name="T21" fmla="*/ 1 h 42"/>
                <a:gd name="T22" fmla="*/ 68 w 80"/>
                <a:gd name="T23" fmla="*/ 4 h 42"/>
                <a:gd name="T24" fmla="*/ 72 w 80"/>
                <a:gd name="T25" fmla="*/ 3 h 42"/>
                <a:gd name="T26" fmla="*/ 76 w 80"/>
                <a:gd name="T27" fmla="*/ 2 h 42"/>
                <a:gd name="T28" fmla="*/ 78 w 80"/>
                <a:gd name="T29" fmla="*/ 3 h 42"/>
                <a:gd name="T30" fmla="*/ 86 w 80"/>
                <a:gd name="T31" fmla="*/ 8 h 42"/>
                <a:gd name="T32" fmla="*/ 88 w 80"/>
                <a:gd name="T33" fmla="*/ 17 h 42"/>
                <a:gd name="T34" fmla="*/ 88 w 80"/>
                <a:gd name="T35" fmla="*/ 24 h 42"/>
                <a:gd name="T36" fmla="*/ 78 w 80"/>
                <a:gd name="T37" fmla="*/ 26 h 42"/>
                <a:gd name="T38" fmla="*/ 65 w 80"/>
                <a:gd name="T39" fmla="*/ 27 h 42"/>
                <a:gd name="T40" fmla="*/ 50 w 80"/>
                <a:gd name="T41" fmla="*/ 28 h 42"/>
                <a:gd name="T42" fmla="*/ 44 w 80"/>
                <a:gd name="T43" fmla="*/ 30 h 42"/>
                <a:gd name="T44" fmla="*/ 38 w 80"/>
                <a:gd name="T45" fmla="*/ 31 h 42"/>
                <a:gd name="T46" fmla="*/ 28 w 80"/>
                <a:gd name="T47" fmla="*/ 34 h 42"/>
                <a:gd name="T48" fmla="*/ 23 w 80"/>
                <a:gd name="T49" fmla="*/ 36 h 42"/>
                <a:gd name="T50" fmla="*/ 20 w 80"/>
                <a:gd name="T51" fmla="*/ 39 h 42"/>
                <a:gd name="T52" fmla="*/ 17 w 80"/>
                <a:gd name="T53" fmla="*/ 41 h 42"/>
                <a:gd name="T54" fmla="*/ 8 w 80"/>
                <a:gd name="T55" fmla="*/ 42 h 42"/>
                <a:gd name="T56" fmla="*/ 5 w 80"/>
                <a:gd name="T57" fmla="*/ 47 h 42"/>
                <a:gd name="T58" fmla="*/ 4 w 80"/>
                <a:gd name="T59" fmla="*/ 46 h 42"/>
                <a:gd name="T60" fmla="*/ 1 w 80"/>
                <a:gd name="T61" fmla="*/ 45 h 42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80" h="42">
                  <a:moveTo>
                    <a:pt x="0" y="36"/>
                  </a:moveTo>
                  <a:cubicBezTo>
                    <a:pt x="0" y="36"/>
                    <a:pt x="1" y="36"/>
                    <a:pt x="1" y="36"/>
                  </a:cubicBezTo>
                  <a:cubicBezTo>
                    <a:pt x="1" y="32"/>
                    <a:pt x="3" y="28"/>
                    <a:pt x="6" y="27"/>
                  </a:cubicBezTo>
                  <a:cubicBezTo>
                    <a:pt x="5" y="24"/>
                    <a:pt x="12" y="19"/>
                    <a:pt x="14" y="19"/>
                  </a:cubicBezTo>
                  <a:cubicBezTo>
                    <a:pt x="14" y="17"/>
                    <a:pt x="17" y="15"/>
                    <a:pt x="20" y="16"/>
                  </a:cubicBezTo>
                  <a:cubicBezTo>
                    <a:pt x="20" y="13"/>
                    <a:pt x="21" y="10"/>
                    <a:pt x="24" y="12"/>
                  </a:cubicBezTo>
                  <a:cubicBezTo>
                    <a:pt x="24" y="8"/>
                    <a:pt x="28" y="4"/>
                    <a:pt x="31" y="7"/>
                  </a:cubicBezTo>
                  <a:cubicBezTo>
                    <a:pt x="31" y="3"/>
                    <a:pt x="37" y="2"/>
                    <a:pt x="38" y="6"/>
                  </a:cubicBezTo>
                  <a:cubicBezTo>
                    <a:pt x="38" y="5"/>
                    <a:pt x="40" y="1"/>
                    <a:pt x="42" y="1"/>
                  </a:cubicBezTo>
                  <a:cubicBezTo>
                    <a:pt x="45" y="0"/>
                    <a:pt x="45" y="4"/>
                    <a:pt x="47" y="4"/>
                  </a:cubicBezTo>
                  <a:cubicBezTo>
                    <a:pt x="50" y="4"/>
                    <a:pt x="51" y="1"/>
                    <a:pt x="54" y="1"/>
                  </a:cubicBezTo>
                  <a:cubicBezTo>
                    <a:pt x="57" y="1"/>
                    <a:pt x="56" y="4"/>
                    <a:pt x="59" y="4"/>
                  </a:cubicBezTo>
                  <a:cubicBezTo>
                    <a:pt x="60" y="4"/>
                    <a:pt x="62" y="2"/>
                    <a:pt x="63" y="3"/>
                  </a:cubicBezTo>
                  <a:cubicBezTo>
                    <a:pt x="64" y="3"/>
                    <a:pt x="65" y="1"/>
                    <a:pt x="66" y="2"/>
                  </a:cubicBezTo>
                  <a:cubicBezTo>
                    <a:pt x="67" y="2"/>
                    <a:pt x="66" y="3"/>
                    <a:pt x="67" y="3"/>
                  </a:cubicBezTo>
                  <a:cubicBezTo>
                    <a:pt x="69" y="4"/>
                    <a:pt x="74" y="5"/>
                    <a:pt x="74" y="8"/>
                  </a:cubicBezTo>
                  <a:cubicBezTo>
                    <a:pt x="77" y="8"/>
                    <a:pt x="79" y="12"/>
                    <a:pt x="76" y="14"/>
                  </a:cubicBezTo>
                  <a:cubicBezTo>
                    <a:pt x="80" y="15"/>
                    <a:pt x="79" y="21"/>
                    <a:pt x="76" y="21"/>
                  </a:cubicBezTo>
                  <a:cubicBezTo>
                    <a:pt x="77" y="26"/>
                    <a:pt x="70" y="23"/>
                    <a:pt x="67" y="23"/>
                  </a:cubicBezTo>
                  <a:cubicBezTo>
                    <a:pt x="63" y="23"/>
                    <a:pt x="60" y="26"/>
                    <a:pt x="56" y="24"/>
                  </a:cubicBezTo>
                  <a:cubicBezTo>
                    <a:pt x="54" y="27"/>
                    <a:pt x="47" y="28"/>
                    <a:pt x="44" y="25"/>
                  </a:cubicBezTo>
                  <a:cubicBezTo>
                    <a:pt x="43" y="27"/>
                    <a:pt x="41" y="28"/>
                    <a:pt x="38" y="27"/>
                  </a:cubicBezTo>
                  <a:cubicBezTo>
                    <a:pt x="37" y="29"/>
                    <a:pt x="34" y="30"/>
                    <a:pt x="32" y="28"/>
                  </a:cubicBezTo>
                  <a:cubicBezTo>
                    <a:pt x="30" y="31"/>
                    <a:pt x="28" y="31"/>
                    <a:pt x="25" y="30"/>
                  </a:cubicBezTo>
                  <a:cubicBezTo>
                    <a:pt x="24" y="31"/>
                    <a:pt x="22" y="32"/>
                    <a:pt x="20" y="31"/>
                  </a:cubicBezTo>
                  <a:cubicBezTo>
                    <a:pt x="19" y="32"/>
                    <a:pt x="18" y="32"/>
                    <a:pt x="17" y="33"/>
                  </a:cubicBezTo>
                  <a:cubicBezTo>
                    <a:pt x="16" y="33"/>
                    <a:pt x="15" y="35"/>
                    <a:pt x="14" y="35"/>
                  </a:cubicBezTo>
                  <a:cubicBezTo>
                    <a:pt x="12" y="36"/>
                    <a:pt x="10" y="38"/>
                    <a:pt x="8" y="36"/>
                  </a:cubicBezTo>
                  <a:cubicBezTo>
                    <a:pt x="8" y="39"/>
                    <a:pt x="7" y="40"/>
                    <a:pt x="5" y="41"/>
                  </a:cubicBezTo>
                  <a:cubicBezTo>
                    <a:pt x="5" y="41"/>
                    <a:pt x="5" y="40"/>
                    <a:pt x="4" y="40"/>
                  </a:cubicBezTo>
                  <a:cubicBezTo>
                    <a:pt x="3" y="42"/>
                    <a:pt x="2" y="41"/>
                    <a:pt x="1" y="39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1536" name="Freeform 810">
              <a:extLst>
                <a:ext uri="{FF2B5EF4-FFF2-40B4-BE49-F238E27FC236}">
                  <a16:creationId xmlns:a16="http://schemas.microsoft.com/office/drawing/2014/main" id="{45059FCB-14BC-4379-83C0-325FE2FC244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1" y="847"/>
              <a:ext cx="85" cy="44"/>
            </a:xfrm>
            <a:custGeom>
              <a:avLst/>
              <a:gdLst>
                <a:gd name="T0" fmla="*/ 93 w 81"/>
                <a:gd name="T1" fmla="*/ 42 h 42"/>
                <a:gd name="T2" fmla="*/ 91 w 81"/>
                <a:gd name="T3" fmla="*/ 42 h 42"/>
                <a:gd name="T4" fmla="*/ 86 w 81"/>
                <a:gd name="T5" fmla="*/ 30 h 42"/>
                <a:gd name="T6" fmla="*/ 76 w 81"/>
                <a:gd name="T7" fmla="*/ 22 h 42"/>
                <a:gd name="T8" fmla="*/ 69 w 81"/>
                <a:gd name="T9" fmla="*/ 19 h 42"/>
                <a:gd name="T10" fmla="*/ 65 w 81"/>
                <a:gd name="T11" fmla="*/ 15 h 42"/>
                <a:gd name="T12" fmla="*/ 57 w 81"/>
                <a:gd name="T13" fmla="*/ 7 h 42"/>
                <a:gd name="T14" fmla="*/ 48 w 81"/>
                <a:gd name="T15" fmla="*/ 6 h 42"/>
                <a:gd name="T16" fmla="*/ 44 w 81"/>
                <a:gd name="T17" fmla="*/ 1 h 42"/>
                <a:gd name="T18" fmla="*/ 40 w 81"/>
                <a:gd name="T19" fmla="*/ 4 h 42"/>
                <a:gd name="T20" fmla="*/ 29 w 81"/>
                <a:gd name="T21" fmla="*/ 1 h 42"/>
                <a:gd name="T22" fmla="*/ 25 w 81"/>
                <a:gd name="T23" fmla="*/ 4 h 42"/>
                <a:gd name="T24" fmla="*/ 20 w 81"/>
                <a:gd name="T25" fmla="*/ 3 h 42"/>
                <a:gd name="T26" fmla="*/ 17 w 81"/>
                <a:gd name="T27" fmla="*/ 2 h 42"/>
                <a:gd name="T28" fmla="*/ 16 w 81"/>
                <a:gd name="T29" fmla="*/ 3 h 42"/>
                <a:gd name="T30" fmla="*/ 6 w 81"/>
                <a:gd name="T31" fmla="*/ 8 h 42"/>
                <a:gd name="T32" fmla="*/ 4 w 81"/>
                <a:gd name="T33" fmla="*/ 17 h 42"/>
                <a:gd name="T34" fmla="*/ 4 w 81"/>
                <a:gd name="T35" fmla="*/ 24 h 42"/>
                <a:gd name="T36" fmla="*/ 16 w 81"/>
                <a:gd name="T37" fmla="*/ 26 h 42"/>
                <a:gd name="T38" fmla="*/ 27 w 81"/>
                <a:gd name="T39" fmla="*/ 27 h 42"/>
                <a:gd name="T40" fmla="*/ 42 w 81"/>
                <a:gd name="T41" fmla="*/ 28 h 42"/>
                <a:gd name="T42" fmla="*/ 48 w 81"/>
                <a:gd name="T43" fmla="*/ 30 h 42"/>
                <a:gd name="T44" fmla="*/ 55 w 81"/>
                <a:gd name="T45" fmla="*/ 31 h 42"/>
                <a:gd name="T46" fmla="*/ 64 w 81"/>
                <a:gd name="T47" fmla="*/ 34 h 42"/>
                <a:gd name="T48" fmla="*/ 69 w 81"/>
                <a:gd name="T49" fmla="*/ 36 h 42"/>
                <a:gd name="T50" fmla="*/ 72 w 81"/>
                <a:gd name="T51" fmla="*/ 39 h 42"/>
                <a:gd name="T52" fmla="*/ 76 w 81"/>
                <a:gd name="T53" fmla="*/ 41 h 42"/>
                <a:gd name="T54" fmla="*/ 84 w 81"/>
                <a:gd name="T55" fmla="*/ 42 h 42"/>
                <a:gd name="T56" fmla="*/ 87 w 81"/>
                <a:gd name="T57" fmla="*/ 47 h 42"/>
                <a:gd name="T58" fmla="*/ 88 w 81"/>
                <a:gd name="T59" fmla="*/ 46 h 42"/>
                <a:gd name="T60" fmla="*/ 91 w 81"/>
                <a:gd name="T61" fmla="*/ 45 h 42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81" h="42">
                  <a:moveTo>
                    <a:pt x="81" y="36"/>
                  </a:moveTo>
                  <a:cubicBezTo>
                    <a:pt x="80" y="36"/>
                    <a:pt x="80" y="36"/>
                    <a:pt x="79" y="36"/>
                  </a:cubicBezTo>
                  <a:cubicBezTo>
                    <a:pt x="79" y="32"/>
                    <a:pt x="77" y="28"/>
                    <a:pt x="74" y="27"/>
                  </a:cubicBezTo>
                  <a:cubicBezTo>
                    <a:pt x="75" y="24"/>
                    <a:pt x="68" y="19"/>
                    <a:pt x="66" y="19"/>
                  </a:cubicBezTo>
                  <a:cubicBezTo>
                    <a:pt x="66" y="17"/>
                    <a:pt x="63" y="15"/>
                    <a:pt x="60" y="16"/>
                  </a:cubicBezTo>
                  <a:cubicBezTo>
                    <a:pt x="60" y="13"/>
                    <a:pt x="59" y="10"/>
                    <a:pt x="56" y="12"/>
                  </a:cubicBezTo>
                  <a:cubicBezTo>
                    <a:pt x="56" y="8"/>
                    <a:pt x="52" y="4"/>
                    <a:pt x="49" y="7"/>
                  </a:cubicBezTo>
                  <a:cubicBezTo>
                    <a:pt x="49" y="3"/>
                    <a:pt x="43" y="2"/>
                    <a:pt x="42" y="6"/>
                  </a:cubicBezTo>
                  <a:cubicBezTo>
                    <a:pt x="42" y="5"/>
                    <a:pt x="40" y="1"/>
                    <a:pt x="38" y="1"/>
                  </a:cubicBezTo>
                  <a:cubicBezTo>
                    <a:pt x="35" y="0"/>
                    <a:pt x="35" y="4"/>
                    <a:pt x="34" y="4"/>
                  </a:cubicBezTo>
                  <a:cubicBezTo>
                    <a:pt x="30" y="4"/>
                    <a:pt x="29" y="1"/>
                    <a:pt x="26" y="1"/>
                  </a:cubicBezTo>
                  <a:cubicBezTo>
                    <a:pt x="23" y="1"/>
                    <a:pt x="24" y="4"/>
                    <a:pt x="22" y="4"/>
                  </a:cubicBezTo>
                  <a:cubicBezTo>
                    <a:pt x="20" y="4"/>
                    <a:pt x="19" y="2"/>
                    <a:pt x="17" y="3"/>
                  </a:cubicBezTo>
                  <a:cubicBezTo>
                    <a:pt x="16" y="3"/>
                    <a:pt x="15" y="1"/>
                    <a:pt x="14" y="2"/>
                  </a:cubicBezTo>
                  <a:cubicBezTo>
                    <a:pt x="13" y="2"/>
                    <a:pt x="14" y="3"/>
                    <a:pt x="13" y="3"/>
                  </a:cubicBezTo>
                  <a:cubicBezTo>
                    <a:pt x="11" y="4"/>
                    <a:pt x="6" y="5"/>
                    <a:pt x="6" y="8"/>
                  </a:cubicBezTo>
                  <a:cubicBezTo>
                    <a:pt x="3" y="8"/>
                    <a:pt x="1" y="12"/>
                    <a:pt x="4" y="14"/>
                  </a:cubicBezTo>
                  <a:cubicBezTo>
                    <a:pt x="0" y="15"/>
                    <a:pt x="1" y="21"/>
                    <a:pt x="4" y="21"/>
                  </a:cubicBezTo>
                  <a:cubicBezTo>
                    <a:pt x="3" y="26"/>
                    <a:pt x="10" y="23"/>
                    <a:pt x="13" y="23"/>
                  </a:cubicBezTo>
                  <a:cubicBezTo>
                    <a:pt x="17" y="23"/>
                    <a:pt x="21" y="26"/>
                    <a:pt x="24" y="24"/>
                  </a:cubicBezTo>
                  <a:cubicBezTo>
                    <a:pt x="26" y="27"/>
                    <a:pt x="33" y="28"/>
                    <a:pt x="36" y="25"/>
                  </a:cubicBezTo>
                  <a:cubicBezTo>
                    <a:pt x="37" y="27"/>
                    <a:pt x="40" y="28"/>
                    <a:pt x="42" y="27"/>
                  </a:cubicBezTo>
                  <a:cubicBezTo>
                    <a:pt x="43" y="29"/>
                    <a:pt x="46" y="30"/>
                    <a:pt x="48" y="28"/>
                  </a:cubicBezTo>
                  <a:cubicBezTo>
                    <a:pt x="50" y="31"/>
                    <a:pt x="52" y="31"/>
                    <a:pt x="55" y="30"/>
                  </a:cubicBezTo>
                  <a:cubicBezTo>
                    <a:pt x="56" y="31"/>
                    <a:pt x="58" y="32"/>
                    <a:pt x="60" y="31"/>
                  </a:cubicBezTo>
                  <a:cubicBezTo>
                    <a:pt x="61" y="32"/>
                    <a:pt x="62" y="32"/>
                    <a:pt x="63" y="33"/>
                  </a:cubicBezTo>
                  <a:cubicBezTo>
                    <a:pt x="64" y="33"/>
                    <a:pt x="65" y="35"/>
                    <a:pt x="66" y="35"/>
                  </a:cubicBezTo>
                  <a:cubicBezTo>
                    <a:pt x="68" y="36"/>
                    <a:pt x="70" y="38"/>
                    <a:pt x="72" y="36"/>
                  </a:cubicBezTo>
                  <a:cubicBezTo>
                    <a:pt x="72" y="39"/>
                    <a:pt x="73" y="40"/>
                    <a:pt x="75" y="41"/>
                  </a:cubicBezTo>
                  <a:cubicBezTo>
                    <a:pt x="75" y="41"/>
                    <a:pt x="75" y="40"/>
                    <a:pt x="76" y="40"/>
                  </a:cubicBezTo>
                  <a:cubicBezTo>
                    <a:pt x="77" y="42"/>
                    <a:pt x="78" y="41"/>
                    <a:pt x="79" y="39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1537" name="Freeform 811">
              <a:extLst>
                <a:ext uri="{FF2B5EF4-FFF2-40B4-BE49-F238E27FC236}">
                  <a16:creationId xmlns:a16="http://schemas.microsoft.com/office/drawing/2014/main" id="{C629C6FF-E47D-424A-9E34-75A1FFC45AD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5" y="869"/>
              <a:ext cx="16" cy="57"/>
            </a:xfrm>
            <a:custGeom>
              <a:avLst/>
              <a:gdLst>
                <a:gd name="T0" fmla="*/ 15 w 15"/>
                <a:gd name="T1" fmla="*/ 0 h 54"/>
                <a:gd name="T2" fmla="*/ 18 w 15"/>
                <a:gd name="T3" fmla="*/ 63 h 54"/>
                <a:gd name="T4" fmla="*/ 15 w 15"/>
                <a:gd name="T5" fmla="*/ 0 h 5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54">
                  <a:moveTo>
                    <a:pt x="12" y="0"/>
                  </a:moveTo>
                  <a:cubicBezTo>
                    <a:pt x="12" y="0"/>
                    <a:pt x="3" y="32"/>
                    <a:pt x="15" y="54"/>
                  </a:cubicBezTo>
                  <a:cubicBezTo>
                    <a:pt x="15" y="54"/>
                    <a:pt x="0" y="31"/>
                    <a:pt x="12" y="0"/>
                  </a:cubicBezTo>
                  <a:close/>
                </a:path>
              </a:pathLst>
            </a:custGeom>
            <a:solidFill>
              <a:srgbClr val="5A22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1538" name="Freeform 812">
              <a:extLst>
                <a:ext uri="{FF2B5EF4-FFF2-40B4-BE49-F238E27FC236}">
                  <a16:creationId xmlns:a16="http://schemas.microsoft.com/office/drawing/2014/main" id="{4CE83761-8AB2-4B9D-A06C-87EC3B5020E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6" y="932"/>
              <a:ext cx="7" cy="27"/>
            </a:xfrm>
            <a:custGeom>
              <a:avLst/>
              <a:gdLst>
                <a:gd name="T0" fmla="*/ 1 w 7"/>
                <a:gd name="T1" fmla="*/ 30 h 25"/>
                <a:gd name="T2" fmla="*/ 2 w 7"/>
                <a:gd name="T3" fmla="*/ 0 h 25"/>
                <a:gd name="T4" fmla="*/ 6 w 7"/>
                <a:gd name="T5" fmla="*/ 14 h 25"/>
                <a:gd name="T6" fmla="*/ 0 w 7"/>
                <a:gd name="T7" fmla="*/ 31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25">
                  <a:moveTo>
                    <a:pt x="1" y="24"/>
                  </a:moveTo>
                  <a:cubicBezTo>
                    <a:pt x="6" y="19"/>
                    <a:pt x="5" y="7"/>
                    <a:pt x="2" y="0"/>
                  </a:cubicBezTo>
                  <a:cubicBezTo>
                    <a:pt x="4" y="4"/>
                    <a:pt x="5" y="7"/>
                    <a:pt x="6" y="11"/>
                  </a:cubicBezTo>
                  <a:cubicBezTo>
                    <a:pt x="7" y="16"/>
                    <a:pt x="3" y="21"/>
                    <a:pt x="0" y="25"/>
                  </a:cubicBezTo>
                </a:path>
              </a:pathLst>
            </a:custGeom>
            <a:solidFill>
              <a:srgbClr val="5A22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1539" name="Freeform 813">
              <a:extLst>
                <a:ext uri="{FF2B5EF4-FFF2-40B4-BE49-F238E27FC236}">
                  <a16:creationId xmlns:a16="http://schemas.microsoft.com/office/drawing/2014/main" id="{D763619D-AA72-46F0-9F65-D6D6502095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0" y="958"/>
              <a:ext cx="32" cy="13"/>
            </a:xfrm>
            <a:custGeom>
              <a:avLst/>
              <a:gdLst>
                <a:gd name="T0" fmla="*/ 3 w 30"/>
                <a:gd name="T1" fmla="*/ 8 h 13"/>
                <a:gd name="T2" fmla="*/ 3 w 30"/>
                <a:gd name="T3" fmla="*/ 2 h 13"/>
                <a:gd name="T4" fmla="*/ 16 w 30"/>
                <a:gd name="T5" fmla="*/ 6 h 13"/>
                <a:gd name="T6" fmla="*/ 36 w 30"/>
                <a:gd name="T7" fmla="*/ 13 h 13"/>
                <a:gd name="T8" fmla="*/ 18 w 30"/>
                <a:gd name="T9" fmla="*/ 10 h 13"/>
                <a:gd name="T10" fmla="*/ 4 w 30"/>
                <a:gd name="T11" fmla="*/ 9 h 1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0" h="13">
                  <a:moveTo>
                    <a:pt x="3" y="8"/>
                  </a:moveTo>
                  <a:cubicBezTo>
                    <a:pt x="0" y="8"/>
                    <a:pt x="1" y="3"/>
                    <a:pt x="3" y="2"/>
                  </a:cubicBezTo>
                  <a:cubicBezTo>
                    <a:pt x="7" y="0"/>
                    <a:pt x="10" y="4"/>
                    <a:pt x="13" y="6"/>
                  </a:cubicBezTo>
                  <a:cubicBezTo>
                    <a:pt x="18" y="9"/>
                    <a:pt x="26" y="9"/>
                    <a:pt x="30" y="13"/>
                  </a:cubicBezTo>
                  <a:cubicBezTo>
                    <a:pt x="25" y="13"/>
                    <a:pt x="20" y="11"/>
                    <a:pt x="15" y="10"/>
                  </a:cubicBezTo>
                  <a:cubicBezTo>
                    <a:pt x="11" y="9"/>
                    <a:pt x="7" y="9"/>
                    <a:pt x="4" y="9"/>
                  </a:cubicBezTo>
                </a:path>
              </a:pathLst>
            </a:custGeom>
            <a:solidFill>
              <a:srgbClr val="5A22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1540" name="Freeform 814">
              <a:extLst>
                <a:ext uri="{FF2B5EF4-FFF2-40B4-BE49-F238E27FC236}">
                  <a16:creationId xmlns:a16="http://schemas.microsoft.com/office/drawing/2014/main" id="{2E28362F-B8CB-4BB9-988B-2AF778AA0FD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4" y="958"/>
              <a:ext cx="32" cy="13"/>
            </a:xfrm>
            <a:custGeom>
              <a:avLst/>
              <a:gdLst>
                <a:gd name="T0" fmla="*/ 33 w 30"/>
                <a:gd name="T1" fmla="*/ 8 h 13"/>
                <a:gd name="T2" fmla="*/ 33 w 30"/>
                <a:gd name="T3" fmla="*/ 2 h 13"/>
                <a:gd name="T4" fmla="*/ 20 w 30"/>
                <a:gd name="T5" fmla="*/ 6 h 13"/>
                <a:gd name="T6" fmla="*/ 0 w 30"/>
                <a:gd name="T7" fmla="*/ 13 h 13"/>
                <a:gd name="T8" fmla="*/ 19 w 30"/>
                <a:gd name="T9" fmla="*/ 10 h 13"/>
                <a:gd name="T10" fmla="*/ 33 w 30"/>
                <a:gd name="T11" fmla="*/ 9 h 1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0" h="13">
                  <a:moveTo>
                    <a:pt x="27" y="8"/>
                  </a:moveTo>
                  <a:cubicBezTo>
                    <a:pt x="30" y="8"/>
                    <a:pt x="29" y="3"/>
                    <a:pt x="27" y="2"/>
                  </a:cubicBezTo>
                  <a:cubicBezTo>
                    <a:pt x="23" y="0"/>
                    <a:pt x="20" y="4"/>
                    <a:pt x="17" y="6"/>
                  </a:cubicBezTo>
                  <a:cubicBezTo>
                    <a:pt x="12" y="9"/>
                    <a:pt x="4" y="9"/>
                    <a:pt x="0" y="13"/>
                  </a:cubicBezTo>
                  <a:cubicBezTo>
                    <a:pt x="5" y="13"/>
                    <a:pt x="11" y="11"/>
                    <a:pt x="16" y="10"/>
                  </a:cubicBezTo>
                  <a:cubicBezTo>
                    <a:pt x="19" y="9"/>
                    <a:pt x="23" y="9"/>
                    <a:pt x="27" y="9"/>
                  </a:cubicBezTo>
                </a:path>
              </a:pathLst>
            </a:custGeom>
            <a:solidFill>
              <a:srgbClr val="5A22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1541" name="Freeform 815">
              <a:extLst>
                <a:ext uri="{FF2B5EF4-FFF2-40B4-BE49-F238E27FC236}">
                  <a16:creationId xmlns:a16="http://schemas.microsoft.com/office/drawing/2014/main" id="{470D663D-15CA-42B2-9579-A0E889B52FB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3" y="898"/>
              <a:ext cx="5" cy="14"/>
            </a:xfrm>
            <a:custGeom>
              <a:avLst/>
              <a:gdLst>
                <a:gd name="T0" fmla="*/ 5 w 5"/>
                <a:gd name="T1" fmla="*/ 0 h 13"/>
                <a:gd name="T2" fmla="*/ 2 w 5"/>
                <a:gd name="T3" fmla="*/ 5 h 13"/>
                <a:gd name="T4" fmla="*/ 4 w 5"/>
                <a:gd name="T5" fmla="*/ 16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13">
                  <a:moveTo>
                    <a:pt x="5" y="0"/>
                  </a:moveTo>
                  <a:cubicBezTo>
                    <a:pt x="5" y="2"/>
                    <a:pt x="3" y="3"/>
                    <a:pt x="2" y="5"/>
                  </a:cubicBezTo>
                  <a:cubicBezTo>
                    <a:pt x="0" y="8"/>
                    <a:pt x="1" y="11"/>
                    <a:pt x="4" y="13"/>
                  </a:cubicBezTo>
                </a:path>
              </a:pathLst>
            </a:custGeom>
            <a:noFill/>
            <a:ln w="3175" cap="flat">
              <a:solidFill>
                <a:srgbClr val="5A221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1542" name="Freeform 816">
              <a:extLst>
                <a:ext uri="{FF2B5EF4-FFF2-40B4-BE49-F238E27FC236}">
                  <a16:creationId xmlns:a16="http://schemas.microsoft.com/office/drawing/2014/main" id="{2901A3B4-14C1-44E0-82C5-F559D24FB7B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5" y="898"/>
              <a:ext cx="6" cy="14"/>
            </a:xfrm>
            <a:custGeom>
              <a:avLst/>
              <a:gdLst>
                <a:gd name="T0" fmla="*/ 1 w 6"/>
                <a:gd name="T1" fmla="*/ 0 h 13"/>
                <a:gd name="T2" fmla="*/ 6 w 6"/>
                <a:gd name="T3" fmla="*/ 6 h 13"/>
                <a:gd name="T4" fmla="*/ 0 w 6"/>
                <a:gd name="T5" fmla="*/ 16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13">
                  <a:moveTo>
                    <a:pt x="1" y="0"/>
                  </a:moveTo>
                  <a:cubicBezTo>
                    <a:pt x="3" y="1"/>
                    <a:pt x="6" y="3"/>
                    <a:pt x="6" y="6"/>
                  </a:cubicBezTo>
                  <a:cubicBezTo>
                    <a:pt x="6" y="9"/>
                    <a:pt x="3" y="11"/>
                    <a:pt x="0" y="13"/>
                  </a:cubicBezTo>
                </a:path>
              </a:pathLst>
            </a:custGeom>
            <a:noFill/>
            <a:ln w="3175" cap="flat">
              <a:solidFill>
                <a:srgbClr val="5A221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</p:grpSp>
      <p:grpSp>
        <p:nvGrpSpPr>
          <p:cNvPr id="51204" name="Obese-female-torso-illustration">
            <a:extLst>
              <a:ext uri="{FF2B5EF4-FFF2-40B4-BE49-F238E27FC236}">
                <a16:creationId xmlns:a16="http://schemas.microsoft.com/office/drawing/2014/main" id="{BEDEF550-CA67-463B-846B-44734B976084}"/>
              </a:ext>
            </a:extLst>
          </p:cNvPr>
          <p:cNvGrpSpPr>
            <a:grpSpLocks/>
          </p:cNvGrpSpPr>
          <p:nvPr/>
        </p:nvGrpSpPr>
        <p:grpSpPr bwMode="auto">
          <a:xfrm>
            <a:off x="6778625" y="2076450"/>
            <a:ext cx="2509838" cy="3155950"/>
            <a:chOff x="3310" y="1275"/>
            <a:chExt cx="1581" cy="1988"/>
          </a:xfrm>
        </p:grpSpPr>
        <p:sp>
          <p:nvSpPr>
            <p:cNvPr id="51327" name="Freeform 818">
              <a:extLst>
                <a:ext uri="{FF2B5EF4-FFF2-40B4-BE49-F238E27FC236}">
                  <a16:creationId xmlns:a16="http://schemas.microsoft.com/office/drawing/2014/main" id="{AAB64EF2-6D3C-48F1-BBFF-60E613088E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0" y="1275"/>
              <a:ext cx="1581" cy="1988"/>
            </a:xfrm>
            <a:custGeom>
              <a:avLst/>
              <a:gdLst>
                <a:gd name="T0" fmla="*/ 998 w 1409"/>
                <a:gd name="T1" fmla="*/ 313 h 1772"/>
                <a:gd name="T2" fmla="*/ 1242 w 1409"/>
                <a:gd name="T3" fmla="*/ 0 h 1772"/>
                <a:gd name="T4" fmla="*/ 1640 w 1409"/>
                <a:gd name="T5" fmla="*/ 113 h 1772"/>
                <a:gd name="T6" fmla="*/ 1599 w 1409"/>
                <a:gd name="T7" fmla="*/ 590 h 1772"/>
                <a:gd name="T8" fmla="*/ 1628 w 1409"/>
                <a:gd name="T9" fmla="*/ 754 h 1772"/>
                <a:gd name="T10" fmla="*/ 1692 w 1409"/>
                <a:gd name="T11" fmla="*/ 895 h 1772"/>
                <a:gd name="T12" fmla="*/ 1796 w 1409"/>
                <a:gd name="T13" fmla="*/ 1159 h 1772"/>
                <a:gd name="T14" fmla="*/ 1932 w 1409"/>
                <a:gd name="T15" fmla="*/ 1653 h 1772"/>
                <a:gd name="T16" fmla="*/ 1921 w 1409"/>
                <a:gd name="T17" fmla="*/ 2414 h 1772"/>
                <a:gd name="T18" fmla="*/ 1044 w 1409"/>
                <a:gd name="T19" fmla="*/ 2502 h 1772"/>
                <a:gd name="T20" fmla="*/ 932 w 1409"/>
                <a:gd name="T21" fmla="*/ 2502 h 1772"/>
                <a:gd name="T22" fmla="*/ 68 w 1409"/>
                <a:gd name="T23" fmla="*/ 2414 h 1772"/>
                <a:gd name="T24" fmla="*/ 56 w 1409"/>
                <a:gd name="T25" fmla="*/ 1653 h 1772"/>
                <a:gd name="T26" fmla="*/ 194 w 1409"/>
                <a:gd name="T27" fmla="*/ 1159 h 1772"/>
                <a:gd name="T28" fmla="*/ 297 w 1409"/>
                <a:gd name="T29" fmla="*/ 895 h 1772"/>
                <a:gd name="T30" fmla="*/ 361 w 1409"/>
                <a:gd name="T31" fmla="*/ 754 h 1772"/>
                <a:gd name="T32" fmla="*/ 390 w 1409"/>
                <a:gd name="T33" fmla="*/ 590 h 1772"/>
                <a:gd name="T34" fmla="*/ 349 w 1409"/>
                <a:gd name="T35" fmla="*/ 113 h 1772"/>
                <a:gd name="T36" fmla="*/ 745 w 1409"/>
                <a:gd name="T37" fmla="*/ 0 h 1772"/>
                <a:gd name="T38" fmla="*/ 992 w 1409"/>
                <a:gd name="T39" fmla="*/ 313 h 1772"/>
                <a:gd name="T40" fmla="*/ 998 w 1409"/>
                <a:gd name="T41" fmla="*/ 313 h 1772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409" h="1772">
                  <a:moveTo>
                    <a:pt x="706" y="222"/>
                  </a:moveTo>
                  <a:cubicBezTo>
                    <a:pt x="880" y="0"/>
                    <a:pt x="880" y="0"/>
                    <a:pt x="880" y="0"/>
                  </a:cubicBezTo>
                  <a:cubicBezTo>
                    <a:pt x="880" y="0"/>
                    <a:pt x="1079" y="14"/>
                    <a:pt x="1161" y="80"/>
                  </a:cubicBezTo>
                  <a:cubicBezTo>
                    <a:pt x="1132" y="418"/>
                    <a:pt x="1132" y="418"/>
                    <a:pt x="1132" y="418"/>
                  </a:cubicBezTo>
                  <a:cubicBezTo>
                    <a:pt x="1132" y="418"/>
                    <a:pt x="1155" y="480"/>
                    <a:pt x="1152" y="534"/>
                  </a:cubicBezTo>
                  <a:cubicBezTo>
                    <a:pt x="1152" y="534"/>
                    <a:pt x="1196" y="588"/>
                    <a:pt x="1198" y="634"/>
                  </a:cubicBezTo>
                  <a:cubicBezTo>
                    <a:pt x="1200" y="679"/>
                    <a:pt x="1274" y="699"/>
                    <a:pt x="1272" y="821"/>
                  </a:cubicBezTo>
                  <a:cubicBezTo>
                    <a:pt x="1272" y="821"/>
                    <a:pt x="1362" y="909"/>
                    <a:pt x="1368" y="1170"/>
                  </a:cubicBezTo>
                  <a:cubicBezTo>
                    <a:pt x="1374" y="1432"/>
                    <a:pt x="1360" y="1710"/>
                    <a:pt x="1360" y="1710"/>
                  </a:cubicBezTo>
                  <a:cubicBezTo>
                    <a:pt x="1360" y="1710"/>
                    <a:pt x="1409" y="1770"/>
                    <a:pt x="739" y="1772"/>
                  </a:cubicBezTo>
                  <a:cubicBezTo>
                    <a:pt x="660" y="1772"/>
                    <a:pt x="660" y="1772"/>
                    <a:pt x="660" y="1772"/>
                  </a:cubicBezTo>
                  <a:cubicBezTo>
                    <a:pt x="0" y="1769"/>
                    <a:pt x="48" y="1710"/>
                    <a:pt x="48" y="1710"/>
                  </a:cubicBezTo>
                  <a:cubicBezTo>
                    <a:pt x="48" y="1710"/>
                    <a:pt x="34" y="1432"/>
                    <a:pt x="40" y="1170"/>
                  </a:cubicBezTo>
                  <a:cubicBezTo>
                    <a:pt x="46" y="909"/>
                    <a:pt x="137" y="821"/>
                    <a:pt x="137" y="821"/>
                  </a:cubicBezTo>
                  <a:cubicBezTo>
                    <a:pt x="134" y="699"/>
                    <a:pt x="208" y="679"/>
                    <a:pt x="210" y="634"/>
                  </a:cubicBezTo>
                  <a:cubicBezTo>
                    <a:pt x="213" y="588"/>
                    <a:pt x="256" y="534"/>
                    <a:pt x="256" y="534"/>
                  </a:cubicBezTo>
                  <a:cubicBezTo>
                    <a:pt x="253" y="480"/>
                    <a:pt x="276" y="418"/>
                    <a:pt x="276" y="418"/>
                  </a:cubicBezTo>
                  <a:cubicBezTo>
                    <a:pt x="247" y="80"/>
                    <a:pt x="247" y="80"/>
                    <a:pt x="247" y="80"/>
                  </a:cubicBezTo>
                  <a:cubicBezTo>
                    <a:pt x="330" y="14"/>
                    <a:pt x="528" y="0"/>
                    <a:pt x="528" y="0"/>
                  </a:cubicBezTo>
                  <a:cubicBezTo>
                    <a:pt x="702" y="222"/>
                    <a:pt x="702" y="222"/>
                    <a:pt x="702" y="222"/>
                  </a:cubicBezTo>
                  <a:lnTo>
                    <a:pt x="706" y="222"/>
                  </a:lnTo>
                  <a:close/>
                </a:path>
              </a:pathLst>
            </a:custGeom>
            <a:solidFill>
              <a:srgbClr val="AD4C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1328" name="Freeform 819">
              <a:extLst>
                <a:ext uri="{FF2B5EF4-FFF2-40B4-BE49-F238E27FC236}">
                  <a16:creationId xmlns:a16="http://schemas.microsoft.com/office/drawing/2014/main" id="{B6BC9DF8-0D46-450D-8476-76779B4961D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5" y="1301"/>
              <a:ext cx="806" cy="1962"/>
            </a:xfrm>
            <a:custGeom>
              <a:avLst/>
              <a:gdLst>
                <a:gd name="T0" fmla="*/ 958 w 718"/>
                <a:gd name="T1" fmla="*/ 1620 h 1749"/>
                <a:gd name="T2" fmla="*/ 822 w 718"/>
                <a:gd name="T3" fmla="*/ 1126 h 1749"/>
                <a:gd name="T4" fmla="*/ 717 w 718"/>
                <a:gd name="T5" fmla="*/ 862 h 1749"/>
                <a:gd name="T6" fmla="*/ 652 w 718"/>
                <a:gd name="T7" fmla="*/ 721 h 1749"/>
                <a:gd name="T8" fmla="*/ 624 w 718"/>
                <a:gd name="T9" fmla="*/ 558 h 1749"/>
                <a:gd name="T10" fmla="*/ 666 w 718"/>
                <a:gd name="T11" fmla="*/ 81 h 1749"/>
                <a:gd name="T12" fmla="*/ 473 w 718"/>
                <a:gd name="T13" fmla="*/ 0 h 1749"/>
                <a:gd name="T14" fmla="*/ 473 w 718"/>
                <a:gd name="T15" fmla="*/ 0 h 1749"/>
                <a:gd name="T16" fmla="*/ 590 w 718"/>
                <a:gd name="T17" fmla="*/ 81 h 1749"/>
                <a:gd name="T18" fmla="*/ 614 w 718"/>
                <a:gd name="T19" fmla="*/ 561 h 1749"/>
                <a:gd name="T20" fmla="*/ 644 w 718"/>
                <a:gd name="T21" fmla="*/ 862 h 1749"/>
                <a:gd name="T22" fmla="*/ 749 w 718"/>
                <a:gd name="T23" fmla="*/ 1126 h 1749"/>
                <a:gd name="T24" fmla="*/ 942 w 718"/>
                <a:gd name="T25" fmla="*/ 1615 h 1749"/>
                <a:gd name="T26" fmla="*/ 873 w 718"/>
                <a:gd name="T27" fmla="*/ 2380 h 1749"/>
                <a:gd name="T28" fmla="*/ 0 w 718"/>
                <a:gd name="T29" fmla="*/ 2469 h 1749"/>
                <a:gd name="T30" fmla="*/ 68 w 718"/>
                <a:gd name="T31" fmla="*/ 2469 h 1749"/>
                <a:gd name="T32" fmla="*/ 946 w 718"/>
                <a:gd name="T33" fmla="*/ 2380 h 1749"/>
                <a:gd name="T34" fmla="*/ 958 w 718"/>
                <a:gd name="T35" fmla="*/ 1620 h 1749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718" h="1749">
                  <a:moveTo>
                    <a:pt x="677" y="1147"/>
                  </a:moveTo>
                  <a:cubicBezTo>
                    <a:pt x="671" y="886"/>
                    <a:pt x="581" y="798"/>
                    <a:pt x="581" y="798"/>
                  </a:cubicBezTo>
                  <a:cubicBezTo>
                    <a:pt x="583" y="676"/>
                    <a:pt x="509" y="656"/>
                    <a:pt x="507" y="611"/>
                  </a:cubicBezTo>
                  <a:cubicBezTo>
                    <a:pt x="505" y="565"/>
                    <a:pt x="461" y="511"/>
                    <a:pt x="461" y="511"/>
                  </a:cubicBezTo>
                  <a:cubicBezTo>
                    <a:pt x="464" y="457"/>
                    <a:pt x="441" y="395"/>
                    <a:pt x="441" y="395"/>
                  </a:cubicBezTo>
                  <a:cubicBezTo>
                    <a:pt x="470" y="57"/>
                    <a:pt x="470" y="57"/>
                    <a:pt x="470" y="57"/>
                  </a:cubicBezTo>
                  <a:cubicBezTo>
                    <a:pt x="385" y="5"/>
                    <a:pt x="334" y="0"/>
                    <a:pt x="334" y="0"/>
                  </a:cubicBezTo>
                  <a:cubicBezTo>
                    <a:pt x="334" y="0"/>
                    <a:pt x="334" y="0"/>
                    <a:pt x="334" y="0"/>
                  </a:cubicBezTo>
                  <a:cubicBezTo>
                    <a:pt x="366" y="13"/>
                    <a:pt x="419" y="24"/>
                    <a:pt x="418" y="57"/>
                  </a:cubicBezTo>
                  <a:cubicBezTo>
                    <a:pt x="434" y="398"/>
                    <a:pt x="434" y="398"/>
                    <a:pt x="434" y="398"/>
                  </a:cubicBezTo>
                  <a:cubicBezTo>
                    <a:pt x="434" y="398"/>
                    <a:pt x="476" y="558"/>
                    <a:pt x="455" y="611"/>
                  </a:cubicBezTo>
                  <a:cubicBezTo>
                    <a:pt x="457" y="656"/>
                    <a:pt x="531" y="676"/>
                    <a:pt x="529" y="798"/>
                  </a:cubicBezTo>
                  <a:cubicBezTo>
                    <a:pt x="529" y="798"/>
                    <a:pt x="659" y="884"/>
                    <a:pt x="665" y="1145"/>
                  </a:cubicBezTo>
                  <a:cubicBezTo>
                    <a:pt x="670" y="1406"/>
                    <a:pt x="617" y="1687"/>
                    <a:pt x="617" y="1687"/>
                  </a:cubicBezTo>
                  <a:cubicBezTo>
                    <a:pt x="617" y="1687"/>
                    <a:pt x="666" y="1747"/>
                    <a:pt x="0" y="1749"/>
                  </a:cubicBezTo>
                  <a:cubicBezTo>
                    <a:pt x="48" y="1749"/>
                    <a:pt x="48" y="1749"/>
                    <a:pt x="48" y="1749"/>
                  </a:cubicBezTo>
                  <a:cubicBezTo>
                    <a:pt x="718" y="1747"/>
                    <a:pt x="669" y="1687"/>
                    <a:pt x="669" y="1687"/>
                  </a:cubicBezTo>
                  <a:cubicBezTo>
                    <a:pt x="669" y="1687"/>
                    <a:pt x="683" y="1409"/>
                    <a:pt x="677" y="1147"/>
                  </a:cubicBezTo>
                  <a:close/>
                </a:path>
              </a:pathLst>
            </a:custGeom>
            <a:solidFill>
              <a:srgbClr val="9E3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1329" name="Freeform 820">
              <a:extLst>
                <a:ext uri="{FF2B5EF4-FFF2-40B4-BE49-F238E27FC236}">
                  <a16:creationId xmlns:a16="http://schemas.microsoft.com/office/drawing/2014/main" id="{05A85E5F-79B5-4CE0-AF71-8EE08D9B244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310" y="1275"/>
              <a:ext cx="1119" cy="1988"/>
            </a:xfrm>
            <a:custGeom>
              <a:avLst/>
              <a:gdLst>
                <a:gd name="T0" fmla="*/ 253 w 998"/>
                <a:gd name="T1" fmla="*/ 2414 h 1772"/>
                <a:gd name="T2" fmla="*/ 118 w 998"/>
                <a:gd name="T3" fmla="*/ 1724 h 1772"/>
                <a:gd name="T4" fmla="*/ 351 w 998"/>
                <a:gd name="T5" fmla="*/ 1152 h 1772"/>
                <a:gd name="T6" fmla="*/ 351 w 998"/>
                <a:gd name="T7" fmla="*/ 901 h 1772"/>
                <a:gd name="T8" fmla="*/ 400 w 998"/>
                <a:gd name="T9" fmla="*/ 767 h 1772"/>
                <a:gd name="T10" fmla="*/ 438 w 998"/>
                <a:gd name="T11" fmla="*/ 567 h 1772"/>
                <a:gd name="T12" fmla="*/ 535 w 998"/>
                <a:gd name="T13" fmla="*/ 113 h 1772"/>
                <a:gd name="T14" fmla="*/ 765 w 998"/>
                <a:gd name="T15" fmla="*/ 24 h 1772"/>
                <a:gd name="T16" fmla="*/ 745 w 998"/>
                <a:gd name="T17" fmla="*/ 0 h 1772"/>
                <a:gd name="T18" fmla="*/ 349 w 998"/>
                <a:gd name="T19" fmla="*/ 113 h 1772"/>
                <a:gd name="T20" fmla="*/ 388 w 998"/>
                <a:gd name="T21" fmla="*/ 590 h 1772"/>
                <a:gd name="T22" fmla="*/ 361 w 998"/>
                <a:gd name="T23" fmla="*/ 754 h 1772"/>
                <a:gd name="T24" fmla="*/ 295 w 998"/>
                <a:gd name="T25" fmla="*/ 895 h 1772"/>
                <a:gd name="T26" fmla="*/ 194 w 998"/>
                <a:gd name="T27" fmla="*/ 1159 h 1772"/>
                <a:gd name="T28" fmla="*/ 56 w 998"/>
                <a:gd name="T29" fmla="*/ 1653 h 1772"/>
                <a:gd name="T30" fmla="*/ 68 w 998"/>
                <a:gd name="T31" fmla="*/ 2414 h 1772"/>
                <a:gd name="T32" fmla="*/ 931 w 998"/>
                <a:gd name="T33" fmla="*/ 2502 h 1772"/>
                <a:gd name="T34" fmla="*/ 1043 w 998"/>
                <a:gd name="T35" fmla="*/ 2502 h 1772"/>
                <a:gd name="T36" fmla="*/ 1085 w 998"/>
                <a:gd name="T37" fmla="*/ 2502 h 1772"/>
                <a:gd name="T38" fmla="*/ 253 w 998"/>
                <a:gd name="T39" fmla="*/ 2414 h 1772"/>
                <a:gd name="T40" fmla="*/ 1241 w 998"/>
                <a:gd name="T41" fmla="*/ 0 h 1772"/>
                <a:gd name="T42" fmla="*/ 996 w 998"/>
                <a:gd name="T43" fmla="*/ 313 h 1772"/>
                <a:gd name="T44" fmla="*/ 1407 w 998"/>
                <a:gd name="T45" fmla="*/ 24 h 1772"/>
                <a:gd name="T46" fmla="*/ 1241 w 998"/>
                <a:gd name="T47" fmla="*/ 0 h 1772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998" h="1772">
                  <a:moveTo>
                    <a:pt x="180" y="1710"/>
                  </a:moveTo>
                  <a:cubicBezTo>
                    <a:pt x="180" y="1710"/>
                    <a:pt x="68" y="1627"/>
                    <a:pt x="84" y="1221"/>
                  </a:cubicBezTo>
                  <a:cubicBezTo>
                    <a:pt x="92" y="1008"/>
                    <a:pt x="249" y="816"/>
                    <a:pt x="249" y="816"/>
                  </a:cubicBezTo>
                  <a:cubicBezTo>
                    <a:pt x="198" y="781"/>
                    <a:pt x="247" y="683"/>
                    <a:pt x="249" y="638"/>
                  </a:cubicBezTo>
                  <a:cubicBezTo>
                    <a:pt x="252" y="592"/>
                    <a:pt x="284" y="544"/>
                    <a:pt x="284" y="544"/>
                  </a:cubicBezTo>
                  <a:cubicBezTo>
                    <a:pt x="244" y="471"/>
                    <a:pt x="311" y="401"/>
                    <a:pt x="311" y="401"/>
                  </a:cubicBezTo>
                  <a:cubicBezTo>
                    <a:pt x="379" y="80"/>
                    <a:pt x="379" y="80"/>
                    <a:pt x="379" y="80"/>
                  </a:cubicBezTo>
                  <a:cubicBezTo>
                    <a:pt x="418" y="49"/>
                    <a:pt x="484" y="29"/>
                    <a:pt x="542" y="17"/>
                  </a:cubicBezTo>
                  <a:cubicBezTo>
                    <a:pt x="528" y="0"/>
                    <a:pt x="528" y="0"/>
                    <a:pt x="528" y="0"/>
                  </a:cubicBezTo>
                  <a:cubicBezTo>
                    <a:pt x="528" y="0"/>
                    <a:pt x="330" y="14"/>
                    <a:pt x="247" y="80"/>
                  </a:cubicBezTo>
                  <a:cubicBezTo>
                    <a:pt x="276" y="418"/>
                    <a:pt x="276" y="418"/>
                    <a:pt x="276" y="418"/>
                  </a:cubicBezTo>
                  <a:cubicBezTo>
                    <a:pt x="276" y="418"/>
                    <a:pt x="253" y="480"/>
                    <a:pt x="256" y="534"/>
                  </a:cubicBezTo>
                  <a:cubicBezTo>
                    <a:pt x="256" y="534"/>
                    <a:pt x="213" y="588"/>
                    <a:pt x="210" y="634"/>
                  </a:cubicBezTo>
                  <a:cubicBezTo>
                    <a:pt x="208" y="679"/>
                    <a:pt x="134" y="699"/>
                    <a:pt x="137" y="821"/>
                  </a:cubicBezTo>
                  <a:cubicBezTo>
                    <a:pt x="137" y="821"/>
                    <a:pt x="46" y="909"/>
                    <a:pt x="40" y="1170"/>
                  </a:cubicBezTo>
                  <a:cubicBezTo>
                    <a:pt x="34" y="1432"/>
                    <a:pt x="48" y="1710"/>
                    <a:pt x="48" y="1710"/>
                  </a:cubicBezTo>
                  <a:cubicBezTo>
                    <a:pt x="48" y="1710"/>
                    <a:pt x="0" y="1769"/>
                    <a:pt x="660" y="1772"/>
                  </a:cubicBezTo>
                  <a:cubicBezTo>
                    <a:pt x="739" y="1772"/>
                    <a:pt x="739" y="1772"/>
                    <a:pt x="739" y="1772"/>
                  </a:cubicBezTo>
                  <a:cubicBezTo>
                    <a:pt x="749" y="1772"/>
                    <a:pt x="760" y="1772"/>
                    <a:pt x="770" y="1772"/>
                  </a:cubicBezTo>
                  <a:cubicBezTo>
                    <a:pt x="224" y="1769"/>
                    <a:pt x="180" y="1710"/>
                    <a:pt x="180" y="1710"/>
                  </a:cubicBezTo>
                  <a:close/>
                  <a:moveTo>
                    <a:pt x="880" y="0"/>
                  </a:moveTo>
                  <a:cubicBezTo>
                    <a:pt x="706" y="222"/>
                    <a:pt x="706" y="222"/>
                    <a:pt x="706" y="222"/>
                  </a:cubicBezTo>
                  <a:cubicBezTo>
                    <a:pt x="998" y="17"/>
                    <a:pt x="998" y="17"/>
                    <a:pt x="998" y="17"/>
                  </a:cubicBezTo>
                  <a:cubicBezTo>
                    <a:pt x="934" y="4"/>
                    <a:pt x="880" y="0"/>
                    <a:pt x="880" y="0"/>
                  </a:cubicBezTo>
                  <a:close/>
                </a:path>
              </a:pathLst>
            </a:custGeom>
            <a:solidFill>
              <a:srgbClr val="B560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1330" name="Freeform 821">
              <a:extLst>
                <a:ext uri="{FF2B5EF4-FFF2-40B4-BE49-F238E27FC236}">
                  <a16:creationId xmlns:a16="http://schemas.microsoft.com/office/drawing/2014/main" id="{037A6591-8EC2-4AFC-92F6-ABAEC6CA32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0" y="1275"/>
              <a:ext cx="1581" cy="1988"/>
            </a:xfrm>
            <a:custGeom>
              <a:avLst/>
              <a:gdLst>
                <a:gd name="T0" fmla="*/ 998 w 1409"/>
                <a:gd name="T1" fmla="*/ 313 h 1772"/>
                <a:gd name="T2" fmla="*/ 1242 w 1409"/>
                <a:gd name="T3" fmla="*/ 0 h 1772"/>
                <a:gd name="T4" fmla="*/ 1640 w 1409"/>
                <a:gd name="T5" fmla="*/ 113 h 1772"/>
                <a:gd name="T6" fmla="*/ 1599 w 1409"/>
                <a:gd name="T7" fmla="*/ 590 h 1772"/>
                <a:gd name="T8" fmla="*/ 1628 w 1409"/>
                <a:gd name="T9" fmla="*/ 754 h 1772"/>
                <a:gd name="T10" fmla="*/ 1692 w 1409"/>
                <a:gd name="T11" fmla="*/ 895 h 1772"/>
                <a:gd name="T12" fmla="*/ 1796 w 1409"/>
                <a:gd name="T13" fmla="*/ 1159 h 1772"/>
                <a:gd name="T14" fmla="*/ 1932 w 1409"/>
                <a:gd name="T15" fmla="*/ 1653 h 1772"/>
                <a:gd name="T16" fmla="*/ 1921 w 1409"/>
                <a:gd name="T17" fmla="*/ 2414 h 1772"/>
                <a:gd name="T18" fmla="*/ 1044 w 1409"/>
                <a:gd name="T19" fmla="*/ 2502 h 1772"/>
                <a:gd name="T20" fmla="*/ 932 w 1409"/>
                <a:gd name="T21" fmla="*/ 2502 h 1772"/>
                <a:gd name="T22" fmla="*/ 68 w 1409"/>
                <a:gd name="T23" fmla="*/ 2414 h 1772"/>
                <a:gd name="T24" fmla="*/ 56 w 1409"/>
                <a:gd name="T25" fmla="*/ 1653 h 1772"/>
                <a:gd name="T26" fmla="*/ 194 w 1409"/>
                <a:gd name="T27" fmla="*/ 1159 h 1772"/>
                <a:gd name="T28" fmla="*/ 297 w 1409"/>
                <a:gd name="T29" fmla="*/ 895 h 1772"/>
                <a:gd name="T30" fmla="*/ 361 w 1409"/>
                <a:gd name="T31" fmla="*/ 754 h 1772"/>
                <a:gd name="T32" fmla="*/ 390 w 1409"/>
                <a:gd name="T33" fmla="*/ 590 h 1772"/>
                <a:gd name="T34" fmla="*/ 349 w 1409"/>
                <a:gd name="T35" fmla="*/ 113 h 1772"/>
                <a:gd name="T36" fmla="*/ 745 w 1409"/>
                <a:gd name="T37" fmla="*/ 0 h 1772"/>
                <a:gd name="T38" fmla="*/ 992 w 1409"/>
                <a:gd name="T39" fmla="*/ 313 h 1772"/>
                <a:gd name="T40" fmla="*/ 998 w 1409"/>
                <a:gd name="T41" fmla="*/ 313 h 1772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409" h="1772">
                  <a:moveTo>
                    <a:pt x="706" y="222"/>
                  </a:moveTo>
                  <a:cubicBezTo>
                    <a:pt x="880" y="0"/>
                    <a:pt x="880" y="0"/>
                    <a:pt x="880" y="0"/>
                  </a:cubicBezTo>
                  <a:cubicBezTo>
                    <a:pt x="880" y="0"/>
                    <a:pt x="1079" y="14"/>
                    <a:pt x="1161" y="80"/>
                  </a:cubicBezTo>
                  <a:cubicBezTo>
                    <a:pt x="1132" y="418"/>
                    <a:pt x="1132" y="418"/>
                    <a:pt x="1132" y="418"/>
                  </a:cubicBezTo>
                  <a:cubicBezTo>
                    <a:pt x="1132" y="418"/>
                    <a:pt x="1155" y="480"/>
                    <a:pt x="1152" y="534"/>
                  </a:cubicBezTo>
                  <a:cubicBezTo>
                    <a:pt x="1152" y="534"/>
                    <a:pt x="1196" y="588"/>
                    <a:pt x="1198" y="634"/>
                  </a:cubicBezTo>
                  <a:cubicBezTo>
                    <a:pt x="1200" y="679"/>
                    <a:pt x="1274" y="699"/>
                    <a:pt x="1272" y="821"/>
                  </a:cubicBezTo>
                  <a:cubicBezTo>
                    <a:pt x="1272" y="821"/>
                    <a:pt x="1362" y="909"/>
                    <a:pt x="1368" y="1170"/>
                  </a:cubicBezTo>
                  <a:cubicBezTo>
                    <a:pt x="1374" y="1432"/>
                    <a:pt x="1360" y="1710"/>
                    <a:pt x="1360" y="1710"/>
                  </a:cubicBezTo>
                  <a:cubicBezTo>
                    <a:pt x="1360" y="1710"/>
                    <a:pt x="1409" y="1770"/>
                    <a:pt x="739" y="1772"/>
                  </a:cubicBezTo>
                  <a:cubicBezTo>
                    <a:pt x="660" y="1772"/>
                    <a:pt x="660" y="1772"/>
                    <a:pt x="660" y="1772"/>
                  </a:cubicBezTo>
                  <a:cubicBezTo>
                    <a:pt x="0" y="1769"/>
                    <a:pt x="48" y="1710"/>
                    <a:pt x="48" y="1710"/>
                  </a:cubicBezTo>
                  <a:cubicBezTo>
                    <a:pt x="48" y="1710"/>
                    <a:pt x="34" y="1432"/>
                    <a:pt x="40" y="1170"/>
                  </a:cubicBezTo>
                  <a:cubicBezTo>
                    <a:pt x="46" y="909"/>
                    <a:pt x="137" y="821"/>
                    <a:pt x="137" y="821"/>
                  </a:cubicBezTo>
                  <a:cubicBezTo>
                    <a:pt x="134" y="699"/>
                    <a:pt x="208" y="679"/>
                    <a:pt x="210" y="634"/>
                  </a:cubicBezTo>
                  <a:cubicBezTo>
                    <a:pt x="213" y="588"/>
                    <a:pt x="256" y="534"/>
                    <a:pt x="256" y="534"/>
                  </a:cubicBezTo>
                  <a:cubicBezTo>
                    <a:pt x="253" y="480"/>
                    <a:pt x="276" y="418"/>
                    <a:pt x="276" y="418"/>
                  </a:cubicBezTo>
                  <a:cubicBezTo>
                    <a:pt x="247" y="80"/>
                    <a:pt x="247" y="80"/>
                    <a:pt x="247" y="80"/>
                  </a:cubicBezTo>
                  <a:cubicBezTo>
                    <a:pt x="330" y="14"/>
                    <a:pt x="528" y="0"/>
                    <a:pt x="528" y="0"/>
                  </a:cubicBezTo>
                  <a:cubicBezTo>
                    <a:pt x="702" y="222"/>
                    <a:pt x="702" y="222"/>
                    <a:pt x="702" y="222"/>
                  </a:cubicBezTo>
                  <a:lnTo>
                    <a:pt x="706" y="222"/>
                  </a:ln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1331" name="Freeform 822">
              <a:extLst>
                <a:ext uri="{FF2B5EF4-FFF2-40B4-BE49-F238E27FC236}">
                  <a16:creationId xmlns:a16="http://schemas.microsoft.com/office/drawing/2014/main" id="{4EB03CFF-2C28-4FF4-A88E-7F7A8505498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9" y="1365"/>
              <a:ext cx="246" cy="367"/>
            </a:xfrm>
            <a:custGeom>
              <a:avLst/>
              <a:gdLst>
                <a:gd name="T0" fmla="*/ 184 w 219"/>
                <a:gd name="T1" fmla="*/ 0 h 327"/>
                <a:gd name="T2" fmla="*/ 91 w 219"/>
                <a:gd name="T3" fmla="*/ 462 h 327"/>
                <a:gd name="T4" fmla="*/ 188 w 219"/>
                <a:gd name="T5" fmla="*/ 0 h 3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9" h="327">
                  <a:moveTo>
                    <a:pt x="130" y="0"/>
                  </a:moveTo>
                  <a:cubicBezTo>
                    <a:pt x="130" y="0"/>
                    <a:pt x="0" y="52"/>
                    <a:pt x="64" y="327"/>
                  </a:cubicBezTo>
                  <a:cubicBezTo>
                    <a:pt x="64" y="327"/>
                    <a:pt x="219" y="193"/>
                    <a:pt x="133" y="0"/>
                  </a:cubicBezTo>
                </a:path>
              </a:pathLst>
            </a:custGeom>
            <a:solidFill>
              <a:srgbClr val="AD4C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1332" name="Freeform 823">
              <a:extLst>
                <a:ext uri="{FF2B5EF4-FFF2-40B4-BE49-F238E27FC236}">
                  <a16:creationId xmlns:a16="http://schemas.microsoft.com/office/drawing/2014/main" id="{29060B98-3717-45BC-976C-1512005CCE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5" y="1961"/>
              <a:ext cx="901" cy="243"/>
            </a:xfrm>
            <a:custGeom>
              <a:avLst/>
              <a:gdLst>
                <a:gd name="T0" fmla="*/ 0 w 803"/>
                <a:gd name="T1" fmla="*/ 11 h 217"/>
                <a:gd name="T2" fmla="*/ 482 w 803"/>
                <a:gd name="T3" fmla="*/ 111 h 217"/>
                <a:gd name="T4" fmla="*/ 1134 w 803"/>
                <a:gd name="T5" fmla="*/ 80 h 217"/>
                <a:gd name="T6" fmla="*/ 788 w 803"/>
                <a:gd name="T7" fmla="*/ 166 h 217"/>
                <a:gd name="T8" fmla="*/ 175 w 803"/>
                <a:gd name="T9" fmla="*/ 169 h 217"/>
                <a:gd name="T10" fmla="*/ 0 w 803"/>
                <a:gd name="T11" fmla="*/ 11 h 21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03" h="217">
                  <a:moveTo>
                    <a:pt x="0" y="8"/>
                  </a:moveTo>
                  <a:cubicBezTo>
                    <a:pt x="0" y="8"/>
                    <a:pt x="123" y="190"/>
                    <a:pt x="341" y="79"/>
                  </a:cubicBezTo>
                  <a:cubicBezTo>
                    <a:pt x="496" y="0"/>
                    <a:pt x="651" y="217"/>
                    <a:pt x="803" y="56"/>
                  </a:cubicBezTo>
                  <a:cubicBezTo>
                    <a:pt x="803" y="56"/>
                    <a:pt x="724" y="175"/>
                    <a:pt x="558" y="118"/>
                  </a:cubicBezTo>
                  <a:cubicBezTo>
                    <a:pt x="392" y="62"/>
                    <a:pt x="335" y="157"/>
                    <a:pt x="124" y="121"/>
                  </a:cubicBezTo>
                  <a:cubicBezTo>
                    <a:pt x="25" y="104"/>
                    <a:pt x="0" y="8"/>
                    <a:pt x="0" y="8"/>
                  </a:cubicBezTo>
                  <a:close/>
                </a:path>
              </a:pathLst>
            </a:custGeom>
            <a:solidFill>
              <a:srgbClr val="9E3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1333" name="Freeform 824">
              <a:extLst>
                <a:ext uri="{FF2B5EF4-FFF2-40B4-BE49-F238E27FC236}">
                  <a16:creationId xmlns:a16="http://schemas.microsoft.com/office/drawing/2014/main" id="{D176443B-2E5D-458B-A69E-3AF954FA41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2" y="2046"/>
              <a:ext cx="607" cy="382"/>
            </a:xfrm>
            <a:custGeom>
              <a:avLst/>
              <a:gdLst>
                <a:gd name="T0" fmla="*/ 17 w 541"/>
                <a:gd name="T1" fmla="*/ 0 h 341"/>
                <a:gd name="T2" fmla="*/ 125 w 541"/>
                <a:gd name="T3" fmla="*/ 155 h 341"/>
                <a:gd name="T4" fmla="*/ 302 w 541"/>
                <a:gd name="T5" fmla="*/ 265 h 341"/>
                <a:gd name="T6" fmla="*/ 497 w 541"/>
                <a:gd name="T7" fmla="*/ 374 h 341"/>
                <a:gd name="T8" fmla="*/ 764 w 541"/>
                <a:gd name="T9" fmla="*/ 397 h 341"/>
                <a:gd name="T10" fmla="*/ 300 w 541"/>
                <a:gd name="T11" fmla="*/ 307 h 341"/>
                <a:gd name="T12" fmla="*/ 217 w 541"/>
                <a:gd name="T13" fmla="*/ 246 h 341"/>
                <a:gd name="T14" fmla="*/ 120 w 541"/>
                <a:gd name="T15" fmla="*/ 207 h 341"/>
                <a:gd name="T16" fmla="*/ 0 w 541"/>
                <a:gd name="T17" fmla="*/ 24 h 34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41" h="341">
                  <a:moveTo>
                    <a:pt x="12" y="0"/>
                  </a:moveTo>
                  <a:cubicBezTo>
                    <a:pt x="40" y="33"/>
                    <a:pt x="51" y="78"/>
                    <a:pt x="88" y="110"/>
                  </a:cubicBezTo>
                  <a:cubicBezTo>
                    <a:pt x="123" y="141"/>
                    <a:pt x="173" y="167"/>
                    <a:pt x="214" y="189"/>
                  </a:cubicBezTo>
                  <a:cubicBezTo>
                    <a:pt x="259" y="214"/>
                    <a:pt x="302" y="252"/>
                    <a:pt x="352" y="266"/>
                  </a:cubicBezTo>
                  <a:cubicBezTo>
                    <a:pt x="407" y="281"/>
                    <a:pt x="486" y="309"/>
                    <a:pt x="541" y="282"/>
                  </a:cubicBezTo>
                  <a:cubicBezTo>
                    <a:pt x="439" y="341"/>
                    <a:pt x="299" y="277"/>
                    <a:pt x="212" y="219"/>
                  </a:cubicBezTo>
                  <a:cubicBezTo>
                    <a:pt x="192" y="206"/>
                    <a:pt x="173" y="188"/>
                    <a:pt x="153" y="175"/>
                  </a:cubicBezTo>
                  <a:cubicBezTo>
                    <a:pt x="132" y="162"/>
                    <a:pt x="107" y="159"/>
                    <a:pt x="85" y="147"/>
                  </a:cubicBezTo>
                  <a:cubicBezTo>
                    <a:pt x="31" y="115"/>
                    <a:pt x="27" y="66"/>
                    <a:pt x="0" y="17"/>
                  </a:cubicBezTo>
                </a:path>
              </a:pathLst>
            </a:custGeom>
            <a:solidFill>
              <a:srgbClr val="9E3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1334" name="Freeform 825">
              <a:extLst>
                <a:ext uri="{FF2B5EF4-FFF2-40B4-BE49-F238E27FC236}">
                  <a16:creationId xmlns:a16="http://schemas.microsoft.com/office/drawing/2014/main" id="{53B0BD6E-39F0-4423-9C1F-5B21DD6D6A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1" y="2378"/>
              <a:ext cx="588" cy="285"/>
            </a:xfrm>
            <a:custGeom>
              <a:avLst/>
              <a:gdLst>
                <a:gd name="T0" fmla="*/ 17 w 524"/>
                <a:gd name="T1" fmla="*/ 0 h 254"/>
                <a:gd name="T2" fmla="*/ 187 w 524"/>
                <a:gd name="T3" fmla="*/ 212 h 254"/>
                <a:gd name="T4" fmla="*/ 374 w 524"/>
                <a:gd name="T5" fmla="*/ 312 h 254"/>
                <a:gd name="T6" fmla="*/ 580 w 524"/>
                <a:gd name="T7" fmla="*/ 320 h 254"/>
                <a:gd name="T8" fmla="*/ 741 w 524"/>
                <a:gd name="T9" fmla="*/ 296 h 254"/>
                <a:gd name="T10" fmla="*/ 646 w 524"/>
                <a:gd name="T11" fmla="*/ 323 h 254"/>
                <a:gd name="T12" fmla="*/ 530 w 524"/>
                <a:gd name="T13" fmla="*/ 347 h 254"/>
                <a:gd name="T14" fmla="*/ 298 w 524"/>
                <a:gd name="T15" fmla="*/ 339 h 254"/>
                <a:gd name="T16" fmla="*/ 0 w 524"/>
                <a:gd name="T17" fmla="*/ 3 h 25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24" h="254">
                  <a:moveTo>
                    <a:pt x="12" y="0"/>
                  </a:moveTo>
                  <a:cubicBezTo>
                    <a:pt x="59" y="42"/>
                    <a:pt x="92" y="103"/>
                    <a:pt x="133" y="150"/>
                  </a:cubicBezTo>
                  <a:cubicBezTo>
                    <a:pt x="165" y="188"/>
                    <a:pt x="217" y="210"/>
                    <a:pt x="265" y="221"/>
                  </a:cubicBezTo>
                  <a:cubicBezTo>
                    <a:pt x="313" y="231"/>
                    <a:pt x="363" y="235"/>
                    <a:pt x="411" y="226"/>
                  </a:cubicBezTo>
                  <a:cubicBezTo>
                    <a:pt x="449" y="219"/>
                    <a:pt x="485" y="207"/>
                    <a:pt x="524" y="209"/>
                  </a:cubicBezTo>
                  <a:cubicBezTo>
                    <a:pt x="501" y="210"/>
                    <a:pt x="479" y="221"/>
                    <a:pt x="457" y="229"/>
                  </a:cubicBezTo>
                  <a:cubicBezTo>
                    <a:pt x="429" y="239"/>
                    <a:pt x="404" y="240"/>
                    <a:pt x="375" y="245"/>
                  </a:cubicBezTo>
                  <a:cubicBezTo>
                    <a:pt x="321" y="253"/>
                    <a:pt x="264" y="254"/>
                    <a:pt x="211" y="240"/>
                  </a:cubicBezTo>
                  <a:cubicBezTo>
                    <a:pt x="97" y="210"/>
                    <a:pt x="53" y="93"/>
                    <a:pt x="0" y="3"/>
                  </a:cubicBezTo>
                </a:path>
              </a:pathLst>
            </a:custGeom>
            <a:solidFill>
              <a:srgbClr val="9E3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1335" name="Freeform 826">
              <a:extLst>
                <a:ext uri="{FF2B5EF4-FFF2-40B4-BE49-F238E27FC236}">
                  <a16:creationId xmlns:a16="http://schemas.microsoft.com/office/drawing/2014/main" id="{3A6282A1-CA4D-4723-B1CE-F15BA2209BA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1" y="1812"/>
              <a:ext cx="334" cy="279"/>
            </a:xfrm>
            <a:custGeom>
              <a:avLst/>
              <a:gdLst>
                <a:gd name="T0" fmla="*/ 9 w 298"/>
                <a:gd name="T1" fmla="*/ 0 h 249"/>
                <a:gd name="T2" fmla="*/ 165 w 298"/>
                <a:gd name="T3" fmla="*/ 303 h 249"/>
                <a:gd name="T4" fmla="*/ 419 w 298"/>
                <a:gd name="T5" fmla="*/ 325 h 249"/>
                <a:gd name="T6" fmla="*/ 259 w 298"/>
                <a:gd name="T7" fmla="*/ 301 h 249"/>
                <a:gd name="T8" fmla="*/ 128 w 298"/>
                <a:gd name="T9" fmla="*/ 239 h 249"/>
                <a:gd name="T10" fmla="*/ 12 w 298"/>
                <a:gd name="T11" fmla="*/ 12 h 24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98" h="249">
                  <a:moveTo>
                    <a:pt x="6" y="0"/>
                  </a:moveTo>
                  <a:cubicBezTo>
                    <a:pt x="2" y="74"/>
                    <a:pt x="52" y="176"/>
                    <a:pt x="117" y="215"/>
                  </a:cubicBezTo>
                  <a:cubicBezTo>
                    <a:pt x="175" y="249"/>
                    <a:pt x="236" y="225"/>
                    <a:pt x="298" y="231"/>
                  </a:cubicBezTo>
                  <a:cubicBezTo>
                    <a:pt x="263" y="220"/>
                    <a:pt x="221" y="225"/>
                    <a:pt x="184" y="214"/>
                  </a:cubicBezTo>
                  <a:cubicBezTo>
                    <a:pt x="153" y="205"/>
                    <a:pt x="116" y="190"/>
                    <a:pt x="91" y="170"/>
                  </a:cubicBezTo>
                  <a:cubicBezTo>
                    <a:pt x="56" y="141"/>
                    <a:pt x="0" y="51"/>
                    <a:pt x="9" y="9"/>
                  </a:cubicBezTo>
                </a:path>
              </a:pathLst>
            </a:custGeom>
            <a:solidFill>
              <a:srgbClr val="B560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1336" name="Freeform 827">
              <a:extLst>
                <a:ext uri="{FF2B5EF4-FFF2-40B4-BE49-F238E27FC236}">
                  <a16:creationId xmlns:a16="http://schemas.microsoft.com/office/drawing/2014/main" id="{996F7D3E-D211-473B-AF75-C0090D29A0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0" y="1739"/>
              <a:ext cx="227" cy="334"/>
            </a:xfrm>
            <a:custGeom>
              <a:avLst/>
              <a:gdLst>
                <a:gd name="T0" fmla="*/ 47 w 202"/>
                <a:gd name="T1" fmla="*/ 141 h 298"/>
                <a:gd name="T2" fmla="*/ 287 w 202"/>
                <a:gd name="T3" fmla="*/ 419 h 298"/>
                <a:gd name="T4" fmla="*/ 84 w 202"/>
                <a:gd name="T5" fmla="*/ 0 h 298"/>
                <a:gd name="T6" fmla="*/ 47 w 202"/>
                <a:gd name="T7" fmla="*/ 141 h 29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2" h="298">
                  <a:moveTo>
                    <a:pt x="33" y="100"/>
                  </a:moveTo>
                  <a:cubicBezTo>
                    <a:pt x="33" y="100"/>
                    <a:pt x="32" y="262"/>
                    <a:pt x="202" y="298"/>
                  </a:cubicBezTo>
                  <a:cubicBezTo>
                    <a:pt x="202" y="298"/>
                    <a:pt x="0" y="190"/>
                    <a:pt x="60" y="0"/>
                  </a:cubicBezTo>
                  <a:cubicBezTo>
                    <a:pt x="60" y="0"/>
                    <a:pt x="25" y="52"/>
                    <a:pt x="33" y="100"/>
                  </a:cubicBezTo>
                  <a:close/>
                </a:path>
              </a:pathLst>
            </a:custGeom>
            <a:solidFill>
              <a:srgbClr val="B560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1337" name="Freeform 828">
              <a:extLst>
                <a:ext uri="{FF2B5EF4-FFF2-40B4-BE49-F238E27FC236}">
                  <a16:creationId xmlns:a16="http://schemas.microsoft.com/office/drawing/2014/main" id="{9645F899-8258-4E5A-8760-89B9808C018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1" y="2616"/>
              <a:ext cx="170" cy="378"/>
            </a:xfrm>
            <a:custGeom>
              <a:avLst/>
              <a:gdLst>
                <a:gd name="T0" fmla="*/ 215 w 151"/>
                <a:gd name="T1" fmla="*/ 39 h 337"/>
                <a:gd name="T2" fmla="*/ 155 w 151"/>
                <a:gd name="T3" fmla="*/ 210 h 337"/>
                <a:gd name="T4" fmla="*/ 107 w 151"/>
                <a:gd name="T5" fmla="*/ 476 h 337"/>
                <a:gd name="T6" fmla="*/ 125 w 151"/>
                <a:gd name="T7" fmla="*/ 159 h 337"/>
                <a:gd name="T8" fmla="*/ 0 w 151"/>
                <a:gd name="T9" fmla="*/ 0 h 337"/>
                <a:gd name="T10" fmla="*/ 182 w 151"/>
                <a:gd name="T11" fmla="*/ 39 h 33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1" h="337">
                  <a:moveTo>
                    <a:pt x="151" y="28"/>
                  </a:moveTo>
                  <a:cubicBezTo>
                    <a:pt x="108" y="61"/>
                    <a:pt x="112" y="96"/>
                    <a:pt x="109" y="149"/>
                  </a:cubicBezTo>
                  <a:cubicBezTo>
                    <a:pt x="106" y="212"/>
                    <a:pt x="101" y="280"/>
                    <a:pt x="75" y="337"/>
                  </a:cubicBezTo>
                  <a:cubicBezTo>
                    <a:pt x="77" y="261"/>
                    <a:pt x="108" y="189"/>
                    <a:pt x="88" y="113"/>
                  </a:cubicBezTo>
                  <a:cubicBezTo>
                    <a:pt x="75" y="66"/>
                    <a:pt x="39" y="25"/>
                    <a:pt x="0" y="0"/>
                  </a:cubicBezTo>
                  <a:cubicBezTo>
                    <a:pt x="38" y="9"/>
                    <a:pt x="96" y="9"/>
                    <a:pt x="128" y="28"/>
                  </a:cubicBezTo>
                </a:path>
              </a:pathLst>
            </a:custGeom>
            <a:solidFill>
              <a:srgbClr val="9E3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1338" name="Freeform 829">
              <a:extLst>
                <a:ext uri="{FF2B5EF4-FFF2-40B4-BE49-F238E27FC236}">
                  <a16:creationId xmlns:a16="http://schemas.microsoft.com/office/drawing/2014/main" id="{A726A901-53EC-4D08-A1A3-B3F849477AD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7" y="2668"/>
              <a:ext cx="133" cy="320"/>
            </a:xfrm>
            <a:custGeom>
              <a:avLst/>
              <a:gdLst>
                <a:gd name="T0" fmla="*/ 0 w 119"/>
                <a:gd name="T1" fmla="*/ 2 h 285"/>
                <a:gd name="T2" fmla="*/ 121 w 119"/>
                <a:gd name="T3" fmla="*/ 0 h 285"/>
                <a:gd name="T4" fmla="*/ 121 w 119"/>
                <a:gd name="T5" fmla="*/ 173 h 285"/>
                <a:gd name="T6" fmla="*/ 167 w 119"/>
                <a:gd name="T7" fmla="*/ 403 h 285"/>
                <a:gd name="T8" fmla="*/ 80 w 119"/>
                <a:gd name="T9" fmla="*/ 116 h 285"/>
                <a:gd name="T10" fmla="*/ 2 w 119"/>
                <a:gd name="T11" fmla="*/ 2 h 28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9" h="285">
                  <a:moveTo>
                    <a:pt x="0" y="2"/>
                  </a:moveTo>
                  <a:cubicBezTo>
                    <a:pt x="27" y="6"/>
                    <a:pt x="58" y="7"/>
                    <a:pt x="87" y="0"/>
                  </a:cubicBezTo>
                  <a:cubicBezTo>
                    <a:pt x="104" y="27"/>
                    <a:pt x="84" y="89"/>
                    <a:pt x="87" y="122"/>
                  </a:cubicBezTo>
                  <a:cubicBezTo>
                    <a:pt x="91" y="174"/>
                    <a:pt x="102" y="235"/>
                    <a:pt x="119" y="285"/>
                  </a:cubicBezTo>
                  <a:cubicBezTo>
                    <a:pt x="71" y="227"/>
                    <a:pt x="90" y="144"/>
                    <a:pt x="57" y="82"/>
                  </a:cubicBezTo>
                  <a:cubicBezTo>
                    <a:pt x="42" y="53"/>
                    <a:pt x="19" y="29"/>
                    <a:pt x="2" y="2"/>
                  </a:cubicBezTo>
                </a:path>
              </a:pathLst>
            </a:custGeom>
            <a:solidFill>
              <a:srgbClr val="B560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1339" name="Freeform 830">
              <a:extLst>
                <a:ext uri="{FF2B5EF4-FFF2-40B4-BE49-F238E27FC236}">
                  <a16:creationId xmlns:a16="http://schemas.microsoft.com/office/drawing/2014/main" id="{05EA63C5-B7B4-4C62-B26B-F6789663497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3" y="1941"/>
              <a:ext cx="276" cy="214"/>
            </a:xfrm>
            <a:custGeom>
              <a:avLst/>
              <a:gdLst>
                <a:gd name="T0" fmla="*/ 295 w 246"/>
                <a:gd name="T1" fmla="*/ 0 h 191"/>
                <a:gd name="T2" fmla="*/ 193 w 246"/>
                <a:gd name="T3" fmla="*/ 206 h 191"/>
                <a:gd name="T4" fmla="*/ 0 w 246"/>
                <a:gd name="T5" fmla="*/ 269 h 191"/>
                <a:gd name="T6" fmla="*/ 188 w 246"/>
                <a:gd name="T7" fmla="*/ 226 h 191"/>
                <a:gd name="T8" fmla="*/ 348 w 246"/>
                <a:gd name="T9" fmla="*/ 105 h 191"/>
                <a:gd name="T10" fmla="*/ 309 w 246"/>
                <a:gd name="T11" fmla="*/ 19 h 19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6" h="191">
                  <a:moveTo>
                    <a:pt x="209" y="0"/>
                  </a:moveTo>
                  <a:cubicBezTo>
                    <a:pt x="197" y="24"/>
                    <a:pt x="186" y="106"/>
                    <a:pt x="136" y="146"/>
                  </a:cubicBezTo>
                  <a:cubicBezTo>
                    <a:pt x="92" y="181"/>
                    <a:pt x="48" y="174"/>
                    <a:pt x="0" y="191"/>
                  </a:cubicBezTo>
                  <a:cubicBezTo>
                    <a:pt x="46" y="186"/>
                    <a:pt x="94" y="183"/>
                    <a:pt x="134" y="161"/>
                  </a:cubicBezTo>
                  <a:cubicBezTo>
                    <a:pt x="171" y="140"/>
                    <a:pt x="193" y="60"/>
                    <a:pt x="246" y="75"/>
                  </a:cubicBezTo>
                  <a:cubicBezTo>
                    <a:pt x="244" y="55"/>
                    <a:pt x="222" y="36"/>
                    <a:pt x="218" y="13"/>
                  </a:cubicBezTo>
                </a:path>
              </a:pathLst>
            </a:custGeom>
            <a:solidFill>
              <a:srgbClr val="9E3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1340" name="Freeform 831">
              <a:extLst>
                <a:ext uri="{FF2B5EF4-FFF2-40B4-BE49-F238E27FC236}">
                  <a16:creationId xmlns:a16="http://schemas.microsoft.com/office/drawing/2014/main" id="{40AA4833-2CE5-411B-A756-25D7FD9AE88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3" y="2109"/>
              <a:ext cx="133" cy="161"/>
            </a:xfrm>
            <a:custGeom>
              <a:avLst/>
              <a:gdLst>
                <a:gd name="T0" fmla="*/ 97 w 118"/>
                <a:gd name="T1" fmla="*/ 0 h 144"/>
                <a:gd name="T2" fmla="*/ 86 w 118"/>
                <a:gd name="T3" fmla="*/ 106 h 144"/>
                <a:gd name="T4" fmla="*/ 0 w 118"/>
                <a:gd name="T5" fmla="*/ 201 h 144"/>
                <a:gd name="T6" fmla="*/ 97 w 118"/>
                <a:gd name="T7" fmla="*/ 144 h 144"/>
                <a:gd name="T8" fmla="*/ 169 w 118"/>
                <a:gd name="T9" fmla="*/ 159 h 144"/>
                <a:gd name="T10" fmla="*/ 144 w 118"/>
                <a:gd name="T11" fmla="*/ 112 h 144"/>
                <a:gd name="T12" fmla="*/ 114 w 118"/>
                <a:gd name="T13" fmla="*/ 36 h 14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8" h="144">
                  <a:moveTo>
                    <a:pt x="67" y="0"/>
                  </a:moveTo>
                  <a:cubicBezTo>
                    <a:pt x="75" y="26"/>
                    <a:pt x="67" y="52"/>
                    <a:pt x="59" y="76"/>
                  </a:cubicBezTo>
                  <a:cubicBezTo>
                    <a:pt x="47" y="107"/>
                    <a:pt x="19" y="119"/>
                    <a:pt x="0" y="144"/>
                  </a:cubicBezTo>
                  <a:cubicBezTo>
                    <a:pt x="17" y="128"/>
                    <a:pt x="46" y="114"/>
                    <a:pt x="67" y="103"/>
                  </a:cubicBezTo>
                  <a:cubicBezTo>
                    <a:pt x="97" y="86"/>
                    <a:pt x="92" y="107"/>
                    <a:pt x="118" y="114"/>
                  </a:cubicBezTo>
                  <a:cubicBezTo>
                    <a:pt x="116" y="103"/>
                    <a:pt x="106" y="90"/>
                    <a:pt x="101" y="80"/>
                  </a:cubicBezTo>
                  <a:cubicBezTo>
                    <a:pt x="92" y="62"/>
                    <a:pt x="87" y="44"/>
                    <a:pt x="80" y="26"/>
                  </a:cubicBezTo>
                </a:path>
              </a:pathLst>
            </a:custGeom>
            <a:solidFill>
              <a:srgbClr val="9E3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1341" name="Freeform 832">
              <a:extLst>
                <a:ext uri="{FF2B5EF4-FFF2-40B4-BE49-F238E27FC236}">
                  <a16:creationId xmlns:a16="http://schemas.microsoft.com/office/drawing/2014/main" id="{4492BDCA-3BFA-406C-A0A3-B6D79D152E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5" y="2243"/>
              <a:ext cx="497" cy="210"/>
            </a:xfrm>
            <a:custGeom>
              <a:avLst/>
              <a:gdLst>
                <a:gd name="T0" fmla="*/ 0 w 443"/>
                <a:gd name="T1" fmla="*/ 91 h 187"/>
                <a:gd name="T2" fmla="*/ 626 w 443"/>
                <a:gd name="T3" fmla="*/ 0 h 187"/>
                <a:gd name="T4" fmla="*/ 0 w 443"/>
                <a:gd name="T5" fmla="*/ 91 h 18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43" h="187">
                  <a:moveTo>
                    <a:pt x="0" y="64"/>
                  </a:moveTo>
                  <a:cubicBezTo>
                    <a:pt x="0" y="64"/>
                    <a:pt x="177" y="187"/>
                    <a:pt x="443" y="0"/>
                  </a:cubicBezTo>
                  <a:cubicBezTo>
                    <a:pt x="443" y="0"/>
                    <a:pt x="197" y="143"/>
                    <a:pt x="0" y="64"/>
                  </a:cubicBezTo>
                  <a:close/>
                </a:path>
              </a:pathLst>
            </a:custGeom>
            <a:solidFill>
              <a:srgbClr val="B560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1342" name="Freeform 833">
              <a:extLst>
                <a:ext uri="{FF2B5EF4-FFF2-40B4-BE49-F238E27FC236}">
                  <a16:creationId xmlns:a16="http://schemas.microsoft.com/office/drawing/2014/main" id="{EAF77C75-2BA5-4566-95FD-148FA19B6E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5" y="2514"/>
              <a:ext cx="519" cy="202"/>
            </a:xfrm>
            <a:custGeom>
              <a:avLst/>
              <a:gdLst>
                <a:gd name="T0" fmla="*/ 0 w 463"/>
                <a:gd name="T1" fmla="*/ 65 h 180"/>
                <a:gd name="T2" fmla="*/ 652 w 463"/>
                <a:gd name="T3" fmla="*/ 0 h 180"/>
                <a:gd name="T4" fmla="*/ 0 w 463"/>
                <a:gd name="T5" fmla="*/ 65 h 18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63" h="180">
                  <a:moveTo>
                    <a:pt x="0" y="46"/>
                  </a:moveTo>
                  <a:cubicBezTo>
                    <a:pt x="0" y="46"/>
                    <a:pt x="264" y="180"/>
                    <a:pt x="463" y="0"/>
                  </a:cubicBezTo>
                  <a:cubicBezTo>
                    <a:pt x="463" y="0"/>
                    <a:pt x="262" y="143"/>
                    <a:pt x="0" y="46"/>
                  </a:cubicBezTo>
                  <a:close/>
                </a:path>
              </a:pathLst>
            </a:custGeom>
            <a:solidFill>
              <a:srgbClr val="B560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1343" name="Freeform 834">
              <a:extLst>
                <a:ext uri="{FF2B5EF4-FFF2-40B4-BE49-F238E27FC236}">
                  <a16:creationId xmlns:a16="http://schemas.microsoft.com/office/drawing/2014/main" id="{3E109EA7-4F87-4FF0-8813-A681548B55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5" y="1856"/>
              <a:ext cx="152" cy="201"/>
            </a:xfrm>
            <a:custGeom>
              <a:avLst/>
              <a:gdLst>
                <a:gd name="T0" fmla="*/ 10 w 136"/>
                <a:gd name="T1" fmla="*/ 0 h 179"/>
                <a:gd name="T2" fmla="*/ 190 w 136"/>
                <a:gd name="T3" fmla="*/ 254 h 179"/>
                <a:gd name="T4" fmla="*/ 10 w 136"/>
                <a:gd name="T5" fmla="*/ 0 h 17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6" h="179">
                  <a:moveTo>
                    <a:pt x="7" y="0"/>
                  </a:moveTo>
                  <a:cubicBezTo>
                    <a:pt x="7" y="0"/>
                    <a:pt x="0" y="105"/>
                    <a:pt x="136" y="179"/>
                  </a:cubicBezTo>
                  <a:cubicBezTo>
                    <a:pt x="136" y="179"/>
                    <a:pt x="26" y="108"/>
                    <a:pt x="7" y="0"/>
                  </a:cubicBezTo>
                  <a:close/>
                </a:path>
              </a:pathLst>
            </a:custGeom>
            <a:solidFill>
              <a:srgbClr val="D699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1344" name="Freeform 835">
              <a:extLst>
                <a:ext uri="{FF2B5EF4-FFF2-40B4-BE49-F238E27FC236}">
                  <a16:creationId xmlns:a16="http://schemas.microsoft.com/office/drawing/2014/main" id="{64B72788-4912-44D0-B46D-791E39B32CB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7" y="1926"/>
              <a:ext cx="198" cy="146"/>
            </a:xfrm>
            <a:custGeom>
              <a:avLst/>
              <a:gdLst>
                <a:gd name="T0" fmla="*/ 0 w 177"/>
                <a:gd name="T1" fmla="*/ 0 h 130"/>
                <a:gd name="T2" fmla="*/ 247 w 177"/>
                <a:gd name="T3" fmla="*/ 181 h 130"/>
                <a:gd name="T4" fmla="*/ 0 w 177"/>
                <a:gd name="T5" fmla="*/ 0 h 1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7" h="130">
                  <a:moveTo>
                    <a:pt x="0" y="0"/>
                  </a:moveTo>
                  <a:cubicBezTo>
                    <a:pt x="0" y="0"/>
                    <a:pt x="40" y="130"/>
                    <a:pt x="177" y="127"/>
                  </a:cubicBezTo>
                  <a:cubicBezTo>
                    <a:pt x="177" y="127"/>
                    <a:pt x="56" y="116"/>
                    <a:pt x="0" y="0"/>
                  </a:cubicBezTo>
                  <a:close/>
                </a:path>
              </a:pathLst>
            </a:custGeom>
            <a:solidFill>
              <a:srgbClr val="D699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1345" name="Freeform 836">
              <a:extLst>
                <a:ext uri="{FF2B5EF4-FFF2-40B4-BE49-F238E27FC236}">
                  <a16:creationId xmlns:a16="http://schemas.microsoft.com/office/drawing/2014/main" id="{3E416830-C2FB-4D2F-8A26-5A592BD4FCC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1" y="2296"/>
              <a:ext cx="258" cy="66"/>
            </a:xfrm>
            <a:custGeom>
              <a:avLst/>
              <a:gdLst>
                <a:gd name="T0" fmla="*/ 0 w 230"/>
                <a:gd name="T1" fmla="*/ 74 h 59"/>
                <a:gd name="T2" fmla="*/ 324 w 230"/>
                <a:gd name="T3" fmla="*/ 0 h 59"/>
                <a:gd name="T4" fmla="*/ 0 w 230"/>
                <a:gd name="T5" fmla="*/ 74 h 5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0" h="59">
                  <a:moveTo>
                    <a:pt x="0" y="53"/>
                  </a:moveTo>
                  <a:cubicBezTo>
                    <a:pt x="0" y="53"/>
                    <a:pt x="126" y="59"/>
                    <a:pt x="230" y="0"/>
                  </a:cubicBezTo>
                  <a:cubicBezTo>
                    <a:pt x="230" y="0"/>
                    <a:pt x="126" y="50"/>
                    <a:pt x="0" y="53"/>
                  </a:cubicBezTo>
                  <a:close/>
                </a:path>
              </a:pathLst>
            </a:custGeom>
            <a:solidFill>
              <a:srgbClr val="D699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1346" name="Freeform 837">
              <a:extLst>
                <a:ext uri="{FF2B5EF4-FFF2-40B4-BE49-F238E27FC236}">
                  <a16:creationId xmlns:a16="http://schemas.microsoft.com/office/drawing/2014/main" id="{C6B05FA9-56B5-4A74-A7D8-8E11899960A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9" y="2545"/>
              <a:ext cx="269" cy="77"/>
            </a:xfrm>
            <a:custGeom>
              <a:avLst/>
              <a:gdLst>
                <a:gd name="T0" fmla="*/ 0 w 240"/>
                <a:gd name="T1" fmla="*/ 83 h 69"/>
                <a:gd name="T2" fmla="*/ 338 w 240"/>
                <a:gd name="T3" fmla="*/ 0 h 69"/>
                <a:gd name="T4" fmla="*/ 0 w 240"/>
                <a:gd name="T5" fmla="*/ 83 h 6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0" h="69">
                  <a:moveTo>
                    <a:pt x="0" y="59"/>
                  </a:moveTo>
                  <a:cubicBezTo>
                    <a:pt x="0" y="59"/>
                    <a:pt x="157" y="69"/>
                    <a:pt x="240" y="0"/>
                  </a:cubicBezTo>
                  <a:cubicBezTo>
                    <a:pt x="240" y="0"/>
                    <a:pt x="155" y="58"/>
                    <a:pt x="0" y="59"/>
                  </a:cubicBezTo>
                  <a:close/>
                </a:path>
              </a:pathLst>
            </a:custGeom>
            <a:solidFill>
              <a:srgbClr val="D699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1347" name="Freeform 838">
              <a:extLst>
                <a:ext uri="{FF2B5EF4-FFF2-40B4-BE49-F238E27FC236}">
                  <a16:creationId xmlns:a16="http://schemas.microsoft.com/office/drawing/2014/main" id="{CB7DC4EF-14EF-4F27-A58A-7A68E7CEAF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5" y="1284"/>
              <a:ext cx="298" cy="82"/>
            </a:xfrm>
            <a:custGeom>
              <a:avLst/>
              <a:gdLst>
                <a:gd name="T0" fmla="*/ 374 w 266"/>
                <a:gd name="T1" fmla="*/ 0 h 73"/>
                <a:gd name="T2" fmla="*/ 0 w 266"/>
                <a:gd name="T3" fmla="*/ 103 h 73"/>
                <a:gd name="T4" fmla="*/ 374 w 266"/>
                <a:gd name="T5" fmla="*/ 0 h 7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6" h="73">
                  <a:moveTo>
                    <a:pt x="266" y="0"/>
                  </a:moveTo>
                  <a:cubicBezTo>
                    <a:pt x="266" y="0"/>
                    <a:pt x="100" y="8"/>
                    <a:pt x="0" y="73"/>
                  </a:cubicBezTo>
                  <a:cubicBezTo>
                    <a:pt x="0" y="73"/>
                    <a:pt x="74" y="26"/>
                    <a:pt x="266" y="0"/>
                  </a:cubicBezTo>
                  <a:close/>
                </a:path>
              </a:pathLst>
            </a:custGeom>
            <a:solidFill>
              <a:srgbClr val="D699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1348" name="Freeform 839">
              <a:extLst>
                <a:ext uri="{FF2B5EF4-FFF2-40B4-BE49-F238E27FC236}">
                  <a16:creationId xmlns:a16="http://schemas.microsoft.com/office/drawing/2014/main" id="{61456BDD-55B2-4AD8-9F3A-84FB8D87E8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5" y="2029"/>
              <a:ext cx="218" cy="776"/>
            </a:xfrm>
            <a:custGeom>
              <a:avLst/>
              <a:gdLst>
                <a:gd name="T0" fmla="*/ 275 w 194"/>
                <a:gd name="T1" fmla="*/ 0 h 692"/>
                <a:gd name="T2" fmla="*/ 193 w 194"/>
                <a:gd name="T3" fmla="*/ 206 h 692"/>
                <a:gd name="T4" fmla="*/ 43 w 194"/>
                <a:gd name="T5" fmla="*/ 976 h 692"/>
                <a:gd name="T6" fmla="*/ 211 w 194"/>
                <a:gd name="T7" fmla="*/ 213 h 692"/>
                <a:gd name="T8" fmla="*/ 275 w 194"/>
                <a:gd name="T9" fmla="*/ 0 h 6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4" h="692">
                  <a:moveTo>
                    <a:pt x="194" y="0"/>
                  </a:moveTo>
                  <a:cubicBezTo>
                    <a:pt x="194" y="0"/>
                    <a:pt x="119" y="84"/>
                    <a:pt x="136" y="146"/>
                  </a:cubicBezTo>
                  <a:cubicBezTo>
                    <a:pt x="136" y="146"/>
                    <a:pt x="0" y="304"/>
                    <a:pt x="30" y="692"/>
                  </a:cubicBezTo>
                  <a:cubicBezTo>
                    <a:pt x="30" y="692"/>
                    <a:pt x="14" y="295"/>
                    <a:pt x="149" y="151"/>
                  </a:cubicBezTo>
                  <a:cubicBezTo>
                    <a:pt x="149" y="151"/>
                    <a:pt x="116" y="116"/>
                    <a:pt x="194" y="0"/>
                  </a:cubicBezTo>
                  <a:close/>
                </a:path>
              </a:pathLst>
            </a:custGeom>
            <a:solidFill>
              <a:srgbClr val="D699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</p:grpSp>
      <p:grpSp>
        <p:nvGrpSpPr>
          <p:cNvPr id="51205" name="Group 840">
            <a:extLst>
              <a:ext uri="{FF2B5EF4-FFF2-40B4-BE49-F238E27FC236}">
                <a16:creationId xmlns:a16="http://schemas.microsoft.com/office/drawing/2014/main" id="{4CFA1465-DE86-464A-B5C2-83D063811234}"/>
              </a:ext>
            </a:extLst>
          </p:cNvPr>
          <p:cNvGrpSpPr>
            <a:grpSpLocks/>
          </p:cNvGrpSpPr>
          <p:nvPr/>
        </p:nvGrpSpPr>
        <p:grpSpPr bwMode="auto">
          <a:xfrm>
            <a:off x="6851650" y="6080125"/>
            <a:ext cx="2397125" cy="392113"/>
            <a:chOff x="3356" y="3797"/>
            <a:chExt cx="1510" cy="247"/>
          </a:xfrm>
        </p:grpSpPr>
        <p:sp>
          <p:nvSpPr>
            <p:cNvPr id="51305" name="Freeform 841">
              <a:extLst>
                <a:ext uri="{FF2B5EF4-FFF2-40B4-BE49-F238E27FC236}">
                  <a16:creationId xmlns:a16="http://schemas.microsoft.com/office/drawing/2014/main" id="{9EEDA1B5-9B5C-4403-A823-1E203FF9BE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6" y="3798"/>
              <a:ext cx="403" cy="246"/>
            </a:xfrm>
            <a:custGeom>
              <a:avLst/>
              <a:gdLst>
                <a:gd name="T0" fmla="*/ 435 w 381"/>
                <a:gd name="T1" fmla="*/ 35 h 232"/>
                <a:gd name="T2" fmla="*/ 313 w 381"/>
                <a:gd name="T3" fmla="*/ 58 h 232"/>
                <a:gd name="T4" fmla="*/ 218 w 381"/>
                <a:gd name="T5" fmla="*/ 108 h 232"/>
                <a:gd name="T6" fmla="*/ 140 w 381"/>
                <a:gd name="T7" fmla="*/ 91 h 232"/>
                <a:gd name="T8" fmla="*/ 160 w 381"/>
                <a:gd name="T9" fmla="*/ 60 h 232"/>
                <a:gd name="T10" fmla="*/ 97 w 381"/>
                <a:gd name="T11" fmla="*/ 91 h 232"/>
                <a:gd name="T12" fmla="*/ 44 w 381"/>
                <a:gd name="T13" fmla="*/ 124 h 232"/>
                <a:gd name="T14" fmla="*/ 8 w 381"/>
                <a:gd name="T15" fmla="*/ 197 h 232"/>
                <a:gd name="T16" fmla="*/ 12 w 381"/>
                <a:gd name="T17" fmla="*/ 213 h 232"/>
                <a:gd name="T18" fmla="*/ 65 w 381"/>
                <a:gd name="T19" fmla="*/ 249 h 232"/>
                <a:gd name="T20" fmla="*/ 198 w 381"/>
                <a:gd name="T21" fmla="*/ 229 h 232"/>
                <a:gd name="T22" fmla="*/ 274 w 381"/>
                <a:gd name="T23" fmla="*/ 162 h 232"/>
                <a:gd name="T24" fmla="*/ 298 w 381"/>
                <a:gd name="T25" fmla="*/ 171 h 232"/>
                <a:gd name="T26" fmla="*/ 427 w 381"/>
                <a:gd name="T27" fmla="*/ 151 h 232"/>
                <a:gd name="T28" fmla="*/ 424 w 381"/>
                <a:gd name="T29" fmla="*/ 122 h 232"/>
                <a:gd name="T30" fmla="*/ 435 w 381"/>
                <a:gd name="T31" fmla="*/ 35 h 23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381" h="232">
                  <a:moveTo>
                    <a:pt x="368" y="29"/>
                  </a:moveTo>
                  <a:cubicBezTo>
                    <a:pt x="361" y="0"/>
                    <a:pt x="344" y="57"/>
                    <a:pt x="265" y="49"/>
                  </a:cubicBezTo>
                  <a:cubicBezTo>
                    <a:pt x="231" y="67"/>
                    <a:pt x="198" y="88"/>
                    <a:pt x="184" y="91"/>
                  </a:cubicBezTo>
                  <a:cubicBezTo>
                    <a:pt x="161" y="97"/>
                    <a:pt x="133" y="84"/>
                    <a:pt x="118" y="76"/>
                  </a:cubicBezTo>
                  <a:cubicBezTo>
                    <a:pt x="110" y="67"/>
                    <a:pt x="135" y="51"/>
                    <a:pt x="135" y="51"/>
                  </a:cubicBezTo>
                  <a:cubicBezTo>
                    <a:pt x="102" y="63"/>
                    <a:pt x="86" y="73"/>
                    <a:pt x="82" y="76"/>
                  </a:cubicBezTo>
                  <a:cubicBezTo>
                    <a:pt x="74" y="81"/>
                    <a:pt x="59" y="89"/>
                    <a:pt x="38" y="104"/>
                  </a:cubicBezTo>
                  <a:cubicBezTo>
                    <a:pt x="0" y="130"/>
                    <a:pt x="8" y="165"/>
                    <a:pt x="8" y="165"/>
                  </a:cubicBezTo>
                  <a:cubicBezTo>
                    <a:pt x="9" y="179"/>
                    <a:pt x="9" y="179"/>
                    <a:pt x="9" y="179"/>
                  </a:cubicBezTo>
                  <a:cubicBezTo>
                    <a:pt x="9" y="179"/>
                    <a:pt x="5" y="185"/>
                    <a:pt x="55" y="209"/>
                  </a:cubicBezTo>
                  <a:cubicBezTo>
                    <a:pt x="106" y="232"/>
                    <a:pt x="134" y="207"/>
                    <a:pt x="167" y="192"/>
                  </a:cubicBezTo>
                  <a:cubicBezTo>
                    <a:pt x="200" y="177"/>
                    <a:pt x="232" y="136"/>
                    <a:pt x="232" y="136"/>
                  </a:cubicBezTo>
                  <a:cubicBezTo>
                    <a:pt x="252" y="143"/>
                    <a:pt x="252" y="143"/>
                    <a:pt x="252" y="143"/>
                  </a:cubicBezTo>
                  <a:cubicBezTo>
                    <a:pt x="304" y="142"/>
                    <a:pt x="361" y="126"/>
                    <a:pt x="361" y="126"/>
                  </a:cubicBezTo>
                  <a:cubicBezTo>
                    <a:pt x="358" y="102"/>
                    <a:pt x="358" y="102"/>
                    <a:pt x="358" y="102"/>
                  </a:cubicBezTo>
                  <a:cubicBezTo>
                    <a:pt x="381" y="86"/>
                    <a:pt x="368" y="29"/>
                    <a:pt x="368" y="29"/>
                  </a:cubicBezTo>
                  <a:close/>
                </a:path>
              </a:pathLst>
            </a:custGeom>
            <a:solidFill>
              <a:srgbClr val="AD4C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1306" name="Freeform 842">
              <a:extLst>
                <a:ext uri="{FF2B5EF4-FFF2-40B4-BE49-F238E27FC236}">
                  <a16:creationId xmlns:a16="http://schemas.microsoft.com/office/drawing/2014/main" id="{7EAFAF36-7E30-473E-9E4B-4D203B3602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9" y="3811"/>
              <a:ext cx="53" cy="127"/>
            </a:xfrm>
            <a:custGeom>
              <a:avLst/>
              <a:gdLst>
                <a:gd name="T0" fmla="*/ 43 w 50"/>
                <a:gd name="T1" fmla="*/ 20 h 120"/>
                <a:gd name="T2" fmla="*/ 5 w 50"/>
                <a:gd name="T3" fmla="*/ 26 h 120"/>
                <a:gd name="T4" fmla="*/ 13 w 50"/>
                <a:gd name="T5" fmla="*/ 37 h 120"/>
                <a:gd name="T6" fmla="*/ 0 w 50"/>
                <a:gd name="T7" fmla="*/ 123 h 120"/>
                <a:gd name="T8" fmla="*/ 2 w 50"/>
                <a:gd name="T9" fmla="*/ 142 h 120"/>
                <a:gd name="T10" fmla="*/ 36 w 50"/>
                <a:gd name="T11" fmla="*/ 134 h 120"/>
                <a:gd name="T12" fmla="*/ 32 w 50"/>
                <a:gd name="T13" fmla="*/ 107 h 120"/>
                <a:gd name="T14" fmla="*/ 43 w 50"/>
                <a:gd name="T15" fmla="*/ 20 h 12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0" h="120">
                  <a:moveTo>
                    <a:pt x="37" y="17"/>
                  </a:moveTo>
                  <a:cubicBezTo>
                    <a:pt x="33" y="0"/>
                    <a:pt x="25" y="12"/>
                    <a:pt x="5" y="23"/>
                  </a:cubicBezTo>
                  <a:cubicBezTo>
                    <a:pt x="7" y="23"/>
                    <a:pt x="9" y="26"/>
                    <a:pt x="10" y="31"/>
                  </a:cubicBezTo>
                  <a:cubicBezTo>
                    <a:pt x="10" y="31"/>
                    <a:pt x="23" y="88"/>
                    <a:pt x="0" y="104"/>
                  </a:cubicBezTo>
                  <a:cubicBezTo>
                    <a:pt x="2" y="120"/>
                    <a:pt x="2" y="120"/>
                    <a:pt x="2" y="120"/>
                  </a:cubicBezTo>
                  <a:cubicBezTo>
                    <a:pt x="19" y="116"/>
                    <a:pt x="30" y="113"/>
                    <a:pt x="30" y="113"/>
                  </a:cubicBezTo>
                  <a:cubicBezTo>
                    <a:pt x="26" y="90"/>
                    <a:pt x="26" y="90"/>
                    <a:pt x="26" y="90"/>
                  </a:cubicBezTo>
                  <a:cubicBezTo>
                    <a:pt x="50" y="74"/>
                    <a:pt x="37" y="17"/>
                    <a:pt x="37" y="17"/>
                  </a:cubicBezTo>
                  <a:close/>
                </a:path>
              </a:pathLst>
            </a:custGeom>
            <a:solidFill>
              <a:srgbClr val="9E3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1307" name="Freeform 843">
              <a:extLst>
                <a:ext uri="{FF2B5EF4-FFF2-40B4-BE49-F238E27FC236}">
                  <a16:creationId xmlns:a16="http://schemas.microsoft.com/office/drawing/2014/main" id="{71A09F98-1157-4136-B0E6-0732AB8CBA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6" y="3798"/>
              <a:ext cx="403" cy="246"/>
            </a:xfrm>
            <a:custGeom>
              <a:avLst/>
              <a:gdLst>
                <a:gd name="T0" fmla="*/ 435 w 381"/>
                <a:gd name="T1" fmla="*/ 35 h 232"/>
                <a:gd name="T2" fmla="*/ 313 w 381"/>
                <a:gd name="T3" fmla="*/ 58 h 232"/>
                <a:gd name="T4" fmla="*/ 218 w 381"/>
                <a:gd name="T5" fmla="*/ 108 h 232"/>
                <a:gd name="T6" fmla="*/ 140 w 381"/>
                <a:gd name="T7" fmla="*/ 91 h 232"/>
                <a:gd name="T8" fmla="*/ 160 w 381"/>
                <a:gd name="T9" fmla="*/ 60 h 232"/>
                <a:gd name="T10" fmla="*/ 97 w 381"/>
                <a:gd name="T11" fmla="*/ 91 h 232"/>
                <a:gd name="T12" fmla="*/ 44 w 381"/>
                <a:gd name="T13" fmla="*/ 124 h 232"/>
                <a:gd name="T14" fmla="*/ 8 w 381"/>
                <a:gd name="T15" fmla="*/ 197 h 232"/>
                <a:gd name="T16" fmla="*/ 12 w 381"/>
                <a:gd name="T17" fmla="*/ 213 h 232"/>
                <a:gd name="T18" fmla="*/ 65 w 381"/>
                <a:gd name="T19" fmla="*/ 249 h 232"/>
                <a:gd name="T20" fmla="*/ 198 w 381"/>
                <a:gd name="T21" fmla="*/ 229 h 232"/>
                <a:gd name="T22" fmla="*/ 274 w 381"/>
                <a:gd name="T23" fmla="*/ 162 h 232"/>
                <a:gd name="T24" fmla="*/ 298 w 381"/>
                <a:gd name="T25" fmla="*/ 171 h 232"/>
                <a:gd name="T26" fmla="*/ 427 w 381"/>
                <a:gd name="T27" fmla="*/ 151 h 232"/>
                <a:gd name="T28" fmla="*/ 424 w 381"/>
                <a:gd name="T29" fmla="*/ 122 h 232"/>
                <a:gd name="T30" fmla="*/ 435 w 381"/>
                <a:gd name="T31" fmla="*/ 35 h 23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381" h="232">
                  <a:moveTo>
                    <a:pt x="368" y="29"/>
                  </a:moveTo>
                  <a:cubicBezTo>
                    <a:pt x="361" y="0"/>
                    <a:pt x="344" y="57"/>
                    <a:pt x="265" y="49"/>
                  </a:cubicBezTo>
                  <a:cubicBezTo>
                    <a:pt x="231" y="67"/>
                    <a:pt x="198" y="88"/>
                    <a:pt x="184" y="91"/>
                  </a:cubicBezTo>
                  <a:cubicBezTo>
                    <a:pt x="161" y="97"/>
                    <a:pt x="133" y="84"/>
                    <a:pt x="118" y="76"/>
                  </a:cubicBezTo>
                  <a:cubicBezTo>
                    <a:pt x="110" y="67"/>
                    <a:pt x="135" y="51"/>
                    <a:pt x="135" y="51"/>
                  </a:cubicBezTo>
                  <a:cubicBezTo>
                    <a:pt x="102" y="63"/>
                    <a:pt x="86" y="73"/>
                    <a:pt x="82" y="76"/>
                  </a:cubicBezTo>
                  <a:cubicBezTo>
                    <a:pt x="74" y="81"/>
                    <a:pt x="59" y="89"/>
                    <a:pt x="38" y="104"/>
                  </a:cubicBezTo>
                  <a:cubicBezTo>
                    <a:pt x="0" y="130"/>
                    <a:pt x="8" y="165"/>
                    <a:pt x="8" y="165"/>
                  </a:cubicBezTo>
                  <a:cubicBezTo>
                    <a:pt x="9" y="179"/>
                    <a:pt x="9" y="179"/>
                    <a:pt x="9" y="179"/>
                  </a:cubicBezTo>
                  <a:cubicBezTo>
                    <a:pt x="9" y="179"/>
                    <a:pt x="5" y="185"/>
                    <a:pt x="55" y="209"/>
                  </a:cubicBezTo>
                  <a:cubicBezTo>
                    <a:pt x="106" y="232"/>
                    <a:pt x="134" y="207"/>
                    <a:pt x="167" y="192"/>
                  </a:cubicBezTo>
                  <a:cubicBezTo>
                    <a:pt x="200" y="177"/>
                    <a:pt x="232" y="136"/>
                    <a:pt x="232" y="136"/>
                  </a:cubicBezTo>
                  <a:cubicBezTo>
                    <a:pt x="252" y="143"/>
                    <a:pt x="252" y="143"/>
                    <a:pt x="252" y="143"/>
                  </a:cubicBezTo>
                  <a:cubicBezTo>
                    <a:pt x="304" y="142"/>
                    <a:pt x="361" y="126"/>
                    <a:pt x="361" y="126"/>
                  </a:cubicBezTo>
                  <a:cubicBezTo>
                    <a:pt x="358" y="102"/>
                    <a:pt x="358" y="102"/>
                    <a:pt x="358" y="102"/>
                  </a:cubicBezTo>
                  <a:cubicBezTo>
                    <a:pt x="381" y="86"/>
                    <a:pt x="368" y="29"/>
                    <a:pt x="368" y="29"/>
                  </a:cubicBez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1308" name="Freeform 844">
              <a:extLst>
                <a:ext uri="{FF2B5EF4-FFF2-40B4-BE49-F238E27FC236}">
                  <a16:creationId xmlns:a16="http://schemas.microsoft.com/office/drawing/2014/main" id="{4A7A8EB0-B86F-472B-879C-70AC38D654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2" y="3906"/>
              <a:ext cx="134" cy="36"/>
            </a:xfrm>
            <a:custGeom>
              <a:avLst/>
              <a:gdLst>
                <a:gd name="T0" fmla="*/ 0 w 127"/>
                <a:gd name="T1" fmla="*/ 40 h 34"/>
                <a:gd name="T2" fmla="*/ 49 w 127"/>
                <a:gd name="T3" fmla="*/ 28 h 34"/>
                <a:gd name="T4" fmla="*/ 149 w 127"/>
                <a:gd name="T5" fmla="*/ 0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7" h="34">
                  <a:moveTo>
                    <a:pt x="0" y="34"/>
                  </a:moveTo>
                  <a:cubicBezTo>
                    <a:pt x="0" y="34"/>
                    <a:pt x="13" y="24"/>
                    <a:pt x="42" y="24"/>
                  </a:cubicBezTo>
                  <a:cubicBezTo>
                    <a:pt x="71" y="24"/>
                    <a:pt x="110" y="14"/>
                    <a:pt x="127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1309" name="Line 845">
              <a:extLst>
                <a:ext uri="{FF2B5EF4-FFF2-40B4-BE49-F238E27FC236}">
                  <a16:creationId xmlns:a16="http://schemas.microsoft.com/office/drawing/2014/main" id="{0454A5F6-1E66-490D-9146-1AE153AD5BC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623" y="3936"/>
              <a:ext cx="1" cy="14"/>
            </a:xfrm>
            <a:prstGeom prst="line">
              <a:avLst/>
            </a:prstGeom>
            <a:noFill/>
            <a:ln w="635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1310" name="Freeform 846">
              <a:extLst>
                <a:ext uri="{FF2B5EF4-FFF2-40B4-BE49-F238E27FC236}">
                  <a16:creationId xmlns:a16="http://schemas.microsoft.com/office/drawing/2014/main" id="{0465D162-9F3C-4DDF-95A4-265F2C296D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4" y="3942"/>
              <a:ext cx="235" cy="76"/>
            </a:xfrm>
            <a:custGeom>
              <a:avLst/>
              <a:gdLst>
                <a:gd name="T0" fmla="*/ 0 w 222"/>
                <a:gd name="T1" fmla="*/ 35 h 72"/>
                <a:gd name="T2" fmla="*/ 90 w 222"/>
                <a:gd name="T3" fmla="*/ 80 h 72"/>
                <a:gd name="T4" fmla="*/ 264 w 222"/>
                <a:gd name="T5" fmla="*/ 0 h 7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2" h="72">
                  <a:moveTo>
                    <a:pt x="0" y="29"/>
                  </a:moveTo>
                  <a:cubicBezTo>
                    <a:pt x="0" y="29"/>
                    <a:pt x="51" y="67"/>
                    <a:pt x="76" y="68"/>
                  </a:cubicBezTo>
                  <a:cubicBezTo>
                    <a:pt x="101" y="70"/>
                    <a:pt x="146" y="72"/>
                    <a:pt x="222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1311" name="Freeform 847">
              <a:extLst>
                <a:ext uri="{FF2B5EF4-FFF2-40B4-BE49-F238E27FC236}">
                  <a16:creationId xmlns:a16="http://schemas.microsoft.com/office/drawing/2014/main" id="{E0BA5DAF-F8DD-4154-8225-FE842C53BA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6" y="3797"/>
              <a:ext cx="126" cy="77"/>
            </a:xfrm>
            <a:custGeom>
              <a:avLst/>
              <a:gdLst>
                <a:gd name="T0" fmla="*/ 141 w 119"/>
                <a:gd name="T1" fmla="*/ 68 h 73"/>
                <a:gd name="T2" fmla="*/ 15 w 119"/>
                <a:gd name="T3" fmla="*/ 0 h 73"/>
                <a:gd name="T4" fmla="*/ 0 w 119"/>
                <a:gd name="T5" fmla="*/ 15 h 73"/>
                <a:gd name="T6" fmla="*/ 123 w 119"/>
                <a:gd name="T7" fmla="*/ 81 h 73"/>
                <a:gd name="T8" fmla="*/ 141 w 119"/>
                <a:gd name="T9" fmla="*/ 68 h 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9" h="73">
                  <a:moveTo>
                    <a:pt x="119" y="58"/>
                  </a:moveTo>
                  <a:cubicBezTo>
                    <a:pt x="119" y="58"/>
                    <a:pt x="58" y="9"/>
                    <a:pt x="12" y="0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12"/>
                    <a:pt x="32" y="16"/>
                    <a:pt x="104" y="69"/>
                  </a:cubicBezTo>
                  <a:cubicBezTo>
                    <a:pt x="104" y="69"/>
                    <a:pt x="119" y="73"/>
                    <a:pt x="119" y="58"/>
                  </a:cubicBezTo>
                  <a:close/>
                </a:path>
              </a:pathLst>
            </a:custGeom>
            <a:solidFill>
              <a:srgbClr val="AD4C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1312" name="Freeform 848">
              <a:extLst>
                <a:ext uri="{FF2B5EF4-FFF2-40B4-BE49-F238E27FC236}">
                  <a16:creationId xmlns:a16="http://schemas.microsoft.com/office/drawing/2014/main" id="{A4605355-7505-4F18-9714-5C0EEC80D9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6" y="3797"/>
              <a:ext cx="126" cy="77"/>
            </a:xfrm>
            <a:custGeom>
              <a:avLst/>
              <a:gdLst>
                <a:gd name="T0" fmla="*/ 141 w 119"/>
                <a:gd name="T1" fmla="*/ 68 h 73"/>
                <a:gd name="T2" fmla="*/ 15 w 119"/>
                <a:gd name="T3" fmla="*/ 0 h 73"/>
                <a:gd name="T4" fmla="*/ 0 w 119"/>
                <a:gd name="T5" fmla="*/ 15 h 73"/>
                <a:gd name="T6" fmla="*/ 123 w 119"/>
                <a:gd name="T7" fmla="*/ 81 h 73"/>
                <a:gd name="T8" fmla="*/ 141 w 119"/>
                <a:gd name="T9" fmla="*/ 68 h 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9" h="73">
                  <a:moveTo>
                    <a:pt x="119" y="58"/>
                  </a:moveTo>
                  <a:cubicBezTo>
                    <a:pt x="119" y="58"/>
                    <a:pt x="58" y="9"/>
                    <a:pt x="12" y="0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12"/>
                    <a:pt x="32" y="16"/>
                    <a:pt x="104" y="69"/>
                  </a:cubicBezTo>
                  <a:cubicBezTo>
                    <a:pt x="104" y="69"/>
                    <a:pt x="119" y="73"/>
                    <a:pt x="119" y="58"/>
                  </a:cubicBez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1313" name="Freeform 849">
              <a:extLst>
                <a:ext uri="{FF2B5EF4-FFF2-40B4-BE49-F238E27FC236}">
                  <a16:creationId xmlns:a16="http://schemas.microsoft.com/office/drawing/2014/main" id="{B4005FB9-4D2A-49AE-A517-60A07C9435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7" y="3937"/>
              <a:ext cx="14" cy="9"/>
            </a:xfrm>
            <a:custGeom>
              <a:avLst/>
              <a:gdLst>
                <a:gd name="T0" fmla="*/ 15 w 13"/>
                <a:gd name="T1" fmla="*/ 0 h 9"/>
                <a:gd name="T2" fmla="*/ 16 w 13"/>
                <a:gd name="T3" fmla="*/ 9 h 9"/>
                <a:gd name="T4" fmla="*/ 0 w 13"/>
                <a:gd name="T5" fmla="*/ 4 h 9"/>
                <a:gd name="T6" fmla="*/ 15 w 13"/>
                <a:gd name="T7" fmla="*/ 0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9">
                  <a:moveTo>
                    <a:pt x="12" y="0"/>
                  </a:moveTo>
                  <a:cubicBezTo>
                    <a:pt x="13" y="9"/>
                    <a:pt x="13" y="9"/>
                    <a:pt x="13" y="9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4"/>
                    <a:pt x="10" y="0"/>
                    <a:pt x="12" y="0"/>
                  </a:cubicBezTo>
                  <a:close/>
                </a:path>
              </a:pathLst>
            </a:custGeom>
            <a:solidFill>
              <a:srgbClr val="9E3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1314" name="Freeform 850">
              <a:extLst>
                <a:ext uri="{FF2B5EF4-FFF2-40B4-BE49-F238E27FC236}">
                  <a16:creationId xmlns:a16="http://schemas.microsoft.com/office/drawing/2014/main" id="{98691B64-0854-4AC7-99E3-C587332FAB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5" y="3892"/>
              <a:ext cx="161" cy="136"/>
            </a:xfrm>
            <a:custGeom>
              <a:avLst/>
              <a:gdLst>
                <a:gd name="T0" fmla="*/ 72 w 152"/>
                <a:gd name="T1" fmla="*/ 0 h 128"/>
                <a:gd name="T2" fmla="*/ 7 w 152"/>
                <a:gd name="T3" fmla="*/ 56 h 128"/>
                <a:gd name="T4" fmla="*/ 30 w 152"/>
                <a:gd name="T5" fmla="*/ 106 h 128"/>
                <a:gd name="T6" fmla="*/ 181 w 152"/>
                <a:gd name="T7" fmla="*/ 112 h 128"/>
                <a:gd name="T8" fmla="*/ 146 w 152"/>
                <a:gd name="T9" fmla="*/ 68 h 128"/>
                <a:gd name="T10" fmla="*/ 72 w 152"/>
                <a:gd name="T11" fmla="*/ 0 h 1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2" h="128">
                  <a:moveTo>
                    <a:pt x="60" y="0"/>
                  </a:moveTo>
                  <a:cubicBezTo>
                    <a:pt x="60" y="0"/>
                    <a:pt x="10" y="30"/>
                    <a:pt x="7" y="47"/>
                  </a:cubicBezTo>
                  <a:cubicBezTo>
                    <a:pt x="4" y="64"/>
                    <a:pt x="0" y="73"/>
                    <a:pt x="25" y="88"/>
                  </a:cubicBezTo>
                  <a:cubicBezTo>
                    <a:pt x="50" y="103"/>
                    <a:pt x="82" y="128"/>
                    <a:pt x="152" y="93"/>
                  </a:cubicBezTo>
                  <a:cubicBezTo>
                    <a:pt x="152" y="93"/>
                    <a:pt x="152" y="67"/>
                    <a:pt x="123" y="56"/>
                  </a:cubicBezTo>
                  <a:cubicBezTo>
                    <a:pt x="93" y="45"/>
                    <a:pt x="1" y="43"/>
                    <a:pt x="60" y="0"/>
                  </a:cubicBezTo>
                  <a:close/>
                </a:path>
              </a:pathLst>
            </a:custGeom>
            <a:solidFill>
              <a:srgbClr val="B560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1315" name="Freeform 851">
              <a:extLst>
                <a:ext uri="{FF2B5EF4-FFF2-40B4-BE49-F238E27FC236}">
                  <a16:creationId xmlns:a16="http://schemas.microsoft.com/office/drawing/2014/main" id="{345BB38E-1568-4560-8205-5CD248B359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2" y="3923"/>
              <a:ext cx="31" cy="49"/>
            </a:xfrm>
            <a:custGeom>
              <a:avLst/>
              <a:gdLst>
                <a:gd name="T0" fmla="*/ 35 w 29"/>
                <a:gd name="T1" fmla="*/ 0 h 46"/>
                <a:gd name="T2" fmla="*/ 19 w 29"/>
                <a:gd name="T3" fmla="*/ 55 h 46"/>
                <a:gd name="T4" fmla="*/ 35 w 29"/>
                <a:gd name="T5" fmla="*/ 0 h 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46">
                  <a:moveTo>
                    <a:pt x="29" y="0"/>
                  </a:moveTo>
                  <a:cubicBezTo>
                    <a:pt x="29" y="0"/>
                    <a:pt x="0" y="21"/>
                    <a:pt x="16" y="46"/>
                  </a:cubicBezTo>
                  <a:cubicBezTo>
                    <a:pt x="16" y="46"/>
                    <a:pt x="4" y="23"/>
                    <a:pt x="29" y="0"/>
                  </a:cubicBezTo>
                  <a:close/>
                </a:path>
              </a:pathLst>
            </a:custGeom>
            <a:solidFill>
              <a:srgbClr val="D699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1316" name="Freeform 852">
              <a:extLst>
                <a:ext uri="{FF2B5EF4-FFF2-40B4-BE49-F238E27FC236}">
                  <a16:creationId xmlns:a16="http://schemas.microsoft.com/office/drawing/2014/main" id="{E3B55B15-8E03-441A-81FC-0479F49A9C5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2" y="3798"/>
              <a:ext cx="404" cy="246"/>
            </a:xfrm>
            <a:custGeom>
              <a:avLst/>
              <a:gdLst>
                <a:gd name="T0" fmla="*/ 17 w 382"/>
                <a:gd name="T1" fmla="*/ 35 h 232"/>
                <a:gd name="T2" fmla="*/ 139 w 382"/>
                <a:gd name="T3" fmla="*/ 58 h 232"/>
                <a:gd name="T4" fmla="*/ 233 w 382"/>
                <a:gd name="T5" fmla="*/ 108 h 232"/>
                <a:gd name="T6" fmla="*/ 312 w 382"/>
                <a:gd name="T7" fmla="*/ 91 h 232"/>
                <a:gd name="T8" fmla="*/ 292 w 382"/>
                <a:gd name="T9" fmla="*/ 60 h 232"/>
                <a:gd name="T10" fmla="*/ 353 w 382"/>
                <a:gd name="T11" fmla="*/ 91 h 232"/>
                <a:gd name="T12" fmla="*/ 407 w 382"/>
                <a:gd name="T13" fmla="*/ 124 h 232"/>
                <a:gd name="T14" fmla="*/ 441 w 382"/>
                <a:gd name="T15" fmla="*/ 197 h 232"/>
                <a:gd name="T16" fmla="*/ 441 w 382"/>
                <a:gd name="T17" fmla="*/ 213 h 232"/>
                <a:gd name="T18" fmla="*/ 386 w 382"/>
                <a:gd name="T19" fmla="*/ 249 h 232"/>
                <a:gd name="T20" fmla="*/ 254 w 382"/>
                <a:gd name="T21" fmla="*/ 229 h 232"/>
                <a:gd name="T22" fmla="*/ 178 w 382"/>
                <a:gd name="T23" fmla="*/ 162 h 232"/>
                <a:gd name="T24" fmla="*/ 153 w 382"/>
                <a:gd name="T25" fmla="*/ 171 h 232"/>
                <a:gd name="T26" fmla="*/ 23 w 382"/>
                <a:gd name="T27" fmla="*/ 151 h 232"/>
                <a:gd name="T28" fmla="*/ 27 w 382"/>
                <a:gd name="T29" fmla="*/ 122 h 232"/>
                <a:gd name="T30" fmla="*/ 17 w 382"/>
                <a:gd name="T31" fmla="*/ 35 h 23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382" h="232">
                  <a:moveTo>
                    <a:pt x="14" y="29"/>
                  </a:moveTo>
                  <a:cubicBezTo>
                    <a:pt x="21" y="0"/>
                    <a:pt x="38" y="57"/>
                    <a:pt x="117" y="49"/>
                  </a:cubicBezTo>
                  <a:cubicBezTo>
                    <a:pt x="151" y="67"/>
                    <a:pt x="183" y="88"/>
                    <a:pt x="197" y="91"/>
                  </a:cubicBezTo>
                  <a:cubicBezTo>
                    <a:pt x="221" y="97"/>
                    <a:pt x="249" y="84"/>
                    <a:pt x="264" y="76"/>
                  </a:cubicBezTo>
                  <a:cubicBezTo>
                    <a:pt x="271" y="67"/>
                    <a:pt x="247" y="51"/>
                    <a:pt x="247" y="51"/>
                  </a:cubicBezTo>
                  <a:cubicBezTo>
                    <a:pt x="279" y="63"/>
                    <a:pt x="295" y="73"/>
                    <a:pt x="299" y="76"/>
                  </a:cubicBezTo>
                  <a:cubicBezTo>
                    <a:pt x="308" y="81"/>
                    <a:pt x="322" y="89"/>
                    <a:pt x="344" y="104"/>
                  </a:cubicBezTo>
                  <a:cubicBezTo>
                    <a:pt x="382" y="130"/>
                    <a:pt x="373" y="165"/>
                    <a:pt x="373" y="165"/>
                  </a:cubicBezTo>
                  <a:cubicBezTo>
                    <a:pt x="373" y="179"/>
                    <a:pt x="373" y="179"/>
                    <a:pt x="373" y="179"/>
                  </a:cubicBezTo>
                  <a:cubicBezTo>
                    <a:pt x="373" y="179"/>
                    <a:pt x="376" y="185"/>
                    <a:pt x="326" y="209"/>
                  </a:cubicBezTo>
                  <a:cubicBezTo>
                    <a:pt x="276" y="232"/>
                    <a:pt x="248" y="207"/>
                    <a:pt x="215" y="192"/>
                  </a:cubicBezTo>
                  <a:cubicBezTo>
                    <a:pt x="182" y="177"/>
                    <a:pt x="150" y="136"/>
                    <a:pt x="150" y="136"/>
                  </a:cubicBezTo>
                  <a:cubicBezTo>
                    <a:pt x="130" y="143"/>
                    <a:pt x="130" y="143"/>
                    <a:pt x="130" y="143"/>
                  </a:cubicBezTo>
                  <a:cubicBezTo>
                    <a:pt x="78" y="142"/>
                    <a:pt x="20" y="126"/>
                    <a:pt x="20" y="126"/>
                  </a:cubicBezTo>
                  <a:cubicBezTo>
                    <a:pt x="24" y="102"/>
                    <a:pt x="24" y="102"/>
                    <a:pt x="24" y="102"/>
                  </a:cubicBezTo>
                  <a:cubicBezTo>
                    <a:pt x="0" y="86"/>
                    <a:pt x="14" y="29"/>
                    <a:pt x="14" y="29"/>
                  </a:cubicBezTo>
                  <a:close/>
                </a:path>
              </a:pathLst>
            </a:custGeom>
            <a:solidFill>
              <a:srgbClr val="AD4C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1317" name="Freeform 853">
              <a:extLst>
                <a:ext uri="{FF2B5EF4-FFF2-40B4-BE49-F238E27FC236}">
                  <a16:creationId xmlns:a16="http://schemas.microsoft.com/office/drawing/2014/main" id="{1852C569-E1E1-47EA-BC4B-8ECB005FAB5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1" y="3811"/>
              <a:ext cx="53" cy="127"/>
            </a:xfrm>
            <a:custGeom>
              <a:avLst/>
              <a:gdLst>
                <a:gd name="T0" fmla="*/ 27 w 50"/>
                <a:gd name="T1" fmla="*/ 107 h 120"/>
                <a:gd name="T2" fmla="*/ 23 w 50"/>
                <a:gd name="T3" fmla="*/ 134 h 120"/>
                <a:gd name="T4" fmla="*/ 56 w 50"/>
                <a:gd name="T5" fmla="*/ 142 h 120"/>
                <a:gd name="T6" fmla="*/ 59 w 50"/>
                <a:gd name="T7" fmla="*/ 123 h 120"/>
                <a:gd name="T8" fmla="*/ 48 w 50"/>
                <a:gd name="T9" fmla="*/ 37 h 120"/>
                <a:gd name="T10" fmla="*/ 54 w 50"/>
                <a:gd name="T11" fmla="*/ 26 h 120"/>
                <a:gd name="T12" fmla="*/ 16 w 50"/>
                <a:gd name="T13" fmla="*/ 20 h 120"/>
                <a:gd name="T14" fmla="*/ 27 w 50"/>
                <a:gd name="T15" fmla="*/ 107 h 12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0" h="120">
                  <a:moveTo>
                    <a:pt x="23" y="90"/>
                  </a:moveTo>
                  <a:cubicBezTo>
                    <a:pt x="20" y="113"/>
                    <a:pt x="20" y="113"/>
                    <a:pt x="20" y="113"/>
                  </a:cubicBezTo>
                  <a:cubicBezTo>
                    <a:pt x="20" y="113"/>
                    <a:pt x="31" y="116"/>
                    <a:pt x="47" y="120"/>
                  </a:cubicBezTo>
                  <a:cubicBezTo>
                    <a:pt x="50" y="104"/>
                    <a:pt x="50" y="104"/>
                    <a:pt x="50" y="104"/>
                  </a:cubicBezTo>
                  <a:cubicBezTo>
                    <a:pt x="26" y="88"/>
                    <a:pt x="40" y="31"/>
                    <a:pt x="40" y="31"/>
                  </a:cubicBezTo>
                  <a:cubicBezTo>
                    <a:pt x="41" y="26"/>
                    <a:pt x="42" y="23"/>
                    <a:pt x="45" y="23"/>
                  </a:cubicBezTo>
                  <a:cubicBezTo>
                    <a:pt x="24" y="12"/>
                    <a:pt x="17" y="0"/>
                    <a:pt x="13" y="17"/>
                  </a:cubicBezTo>
                  <a:cubicBezTo>
                    <a:pt x="13" y="17"/>
                    <a:pt x="0" y="74"/>
                    <a:pt x="23" y="90"/>
                  </a:cubicBezTo>
                  <a:close/>
                </a:path>
              </a:pathLst>
            </a:custGeom>
            <a:solidFill>
              <a:srgbClr val="9E3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1318" name="Freeform 854">
              <a:extLst>
                <a:ext uri="{FF2B5EF4-FFF2-40B4-BE49-F238E27FC236}">
                  <a16:creationId xmlns:a16="http://schemas.microsoft.com/office/drawing/2014/main" id="{8666EABF-7CC1-4953-835E-40CEF5BE227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2" y="3798"/>
              <a:ext cx="404" cy="246"/>
            </a:xfrm>
            <a:custGeom>
              <a:avLst/>
              <a:gdLst>
                <a:gd name="T0" fmla="*/ 17 w 382"/>
                <a:gd name="T1" fmla="*/ 35 h 232"/>
                <a:gd name="T2" fmla="*/ 139 w 382"/>
                <a:gd name="T3" fmla="*/ 58 h 232"/>
                <a:gd name="T4" fmla="*/ 233 w 382"/>
                <a:gd name="T5" fmla="*/ 108 h 232"/>
                <a:gd name="T6" fmla="*/ 312 w 382"/>
                <a:gd name="T7" fmla="*/ 91 h 232"/>
                <a:gd name="T8" fmla="*/ 292 w 382"/>
                <a:gd name="T9" fmla="*/ 60 h 232"/>
                <a:gd name="T10" fmla="*/ 353 w 382"/>
                <a:gd name="T11" fmla="*/ 91 h 232"/>
                <a:gd name="T12" fmla="*/ 407 w 382"/>
                <a:gd name="T13" fmla="*/ 124 h 232"/>
                <a:gd name="T14" fmla="*/ 441 w 382"/>
                <a:gd name="T15" fmla="*/ 197 h 232"/>
                <a:gd name="T16" fmla="*/ 441 w 382"/>
                <a:gd name="T17" fmla="*/ 213 h 232"/>
                <a:gd name="T18" fmla="*/ 386 w 382"/>
                <a:gd name="T19" fmla="*/ 249 h 232"/>
                <a:gd name="T20" fmla="*/ 254 w 382"/>
                <a:gd name="T21" fmla="*/ 229 h 232"/>
                <a:gd name="T22" fmla="*/ 178 w 382"/>
                <a:gd name="T23" fmla="*/ 162 h 232"/>
                <a:gd name="T24" fmla="*/ 153 w 382"/>
                <a:gd name="T25" fmla="*/ 171 h 232"/>
                <a:gd name="T26" fmla="*/ 23 w 382"/>
                <a:gd name="T27" fmla="*/ 151 h 232"/>
                <a:gd name="T28" fmla="*/ 27 w 382"/>
                <a:gd name="T29" fmla="*/ 122 h 232"/>
                <a:gd name="T30" fmla="*/ 17 w 382"/>
                <a:gd name="T31" fmla="*/ 35 h 23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382" h="232">
                  <a:moveTo>
                    <a:pt x="14" y="29"/>
                  </a:moveTo>
                  <a:cubicBezTo>
                    <a:pt x="21" y="0"/>
                    <a:pt x="38" y="57"/>
                    <a:pt x="117" y="49"/>
                  </a:cubicBezTo>
                  <a:cubicBezTo>
                    <a:pt x="151" y="67"/>
                    <a:pt x="183" y="88"/>
                    <a:pt x="197" y="91"/>
                  </a:cubicBezTo>
                  <a:cubicBezTo>
                    <a:pt x="221" y="97"/>
                    <a:pt x="249" y="84"/>
                    <a:pt x="264" y="76"/>
                  </a:cubicBezTo>
                  <a:cubicBezTo>
                    <a:pt x="271" y="67"/>
                    <a:pt x="247" y="51"/>
                    <a:pt x="247" y="51"/>
                  </a:cubicBezTo>
                  <a:cubicBezTo>
                    <a:pt x="279" y="63"/>
                    <a:pt x="295" y="73"/>
                    <a:pt x="299" y="76"/>
                  </a:cubicBezTo>
                  <a:cubicBezTo>
                    <a:pt x="308" y="81"/>
                    <a:pt x="322" y="89"/>
                    <a:pt x="344" y="104"/>
                  </a:cubicBezTo>
                  <a:cubicBezTo>
                    <a:pt x="382" y="130"/>
                    <a:pt x="373" y="165"/>
                    <a:pt x="373" y="165"/>
                  </a:cubicBezTo>
                  <a:cubicBezTo>
                    <a:pt x="373" y="179"/>
                    <a:pt x="373" y="179"/>
                    <a:pt x="373" y="179"/>
                  </a:cubicBezTo>
                  <a:cubicBezTo>
                    <a:pt x="373" y="179"/>
                    <a:pt x="376" y="185"/>
                    <a:pt x="326" y="209"/>
                  </a:cubicBezTo>
                  <a:cubicBezTo>
                    <a:pt x="276" y="232"/>
                    <a:pt x="248" y="207"/>
                    <a:pt x="215" y="192"/>
                  </a:cubicBezTo>
                  <a:cubicBezTo>
                    <a:pt x="182" y="177"/>
                    <a:pt x="150" y="136"/>
                    <a:pt x="150" y="136"/>
                  </a:cubicBezTo>
                  <a:cubicBezTo>
                    <a:pt x="130" y="143"/>
                    <a:pt x="130" y="143"/>
                    <a:pt x="130" y="143"/>
                  </a:cubicBezTo>
                  <a:cubicBezTo>
                    <a:pt x="78" y="142"/>
                    <a:pt x="20" y="126"/>
                    <a:pt x="20" y="126"/>
                  </a:cubicBezTo>
                  <a:cubicBezTo>
                    <a:pt x="24" y="102"/>
                    <a:pt x="24" y="102"/>
                    <a:pt x="24" y="102"/>
                  </a:cubicBezTo>
                  <a:cubicBezTo>
                    <a:pt x="0" y="86"/>
                    <a:pt x="14" y="29"/>
                    <a:pt x="14" y="29"/>
                  </a:cubicBez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1319" name="Freeform 855">
              <a:extLst>
                <a:ext uri="{FF2B5EF4-FFF2-40B4-BE49-F238E27FC236}">
                  <a16:creationId xmlns:a16="http://schemas.microsoft.com/office/drawing/2014/main" id="{E8C339B8-C81A-47BA-ABF5-B43471EB450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5" y="3906"/>
              <a:ext cx="136" cy="36"/>
            </a:xfrm>
            <a:custGeom>
              <a:avLst/>
              <a:gdLst>
                <a:gd name="T0" fmla="*/ 154 w 128"/>
                <a:gd name="T1" fmla="*/ 40 h 34"/>
                <a:gd name="T2" fmla="*/ 103 w 128"/>
                <a:gd name="T3" fmla="*/ 28 h 34"/>
                <a:gd name="T4" fmla="*/ 0 w 128"/>
                <a:gd name="T5" fmla="*/ 0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8" h="34">
                  <a:moveTo>
                    <a:pt x="128" y="34"/>
                  </a:moveTo>
                  <a:cubicBezTo>
                    <a:pt x="128" y="34"/>
                    <a:pt x="114" y="24"/>
                    <a:pt x="86" y="24"/>
                  </a:cubicBezTo>
                  <a:cubicBezTo>
                    <a:pt x="57" y="24"/>
                    <a:pt x="18" y="14"/>
                    <a:pt x="0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1320" name="Line 856">
              <a:extLst>
                <a:ext uri="{FF2B5EF4-FFF2-40B4-BE49-F238E27FC236}">
                  <a16:creationId xmlns:a16="http://schemas.microsoft.com/office/drawing/2014/main" id="{083F1178-A16A-4BB8-BFA1-A680E136B21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599" y="3936"/>
              <a:ext cx="1" cy="14"/>
            </a:xfrm>
            <a:prstGeom prst="line">
              <a:avLst/>
            </a:prstGeom>
            <a:noFill/>
            <a:ln w="635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1321" name="Freeform 857">
              <a:extLst>
                <a:ext uri="{FF2B5EF4-FFF2-40B4-BE49-F238E27FC236}">
                  <a16:creationId xmlns:a16="http://schemas.microsoft.com/office/drawing/2014/main" id="{2394CC13-A61F-457E-839A-0FA87E17770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2" y="3942"/>
              <a:ext cx="235" cy="76"/>
            </a:xfrm>
            <a:custGeom>
              <a:avLst/>
              <a:gdLst>
                <a:gd name="T0" fmla="*/ 264 w 222"/>
                <a:gd name="T1" fmla="*/ 35 h 72"/>
                <a:gd name="T2" fmla="*/ 175 w 222"/>
                <a:gd name="T3" fmla="*/ 80 h 72"/>
                <a:gd name="T4" fmla="*/ 0 w 222"/>
                <a:gd name="T5" fmla="*/ 0 h 7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2" h="72">
                  <a:moveTo>
                    <a:pt x="222" y="29"/>
                  </a:moveTo>
                  <a:cubicBezTo>
                    <a:pt x="222" y="29"/>
                    <a:pt x="171" y="67"/>
                    <a:pt x="147" y="68"/>
                  </a:cubicBezTo>
                  <a:cubicBezTo>
                    <a:pt x="122" y="70"/>
                    <a:pt x="76" y="72"/>
                    <a:pt x="0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1322" name="Freeform 858">
              <a:extLst>
                <a:ext uri="{FF2B5EF4-FFF2-40B4-BE49-F238E27FC236}">
                  <a16:creationId xmlns:a16="http://schemas.microsoft.com/office/drawing/2014/main" id="{C5058B92-6D98-4179-AA1D-F1230AD33F2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0" y="3797"/>
              <a:ext cx="126" cy="77"/>
            </a:xfrm>
            <a:custGeom>
              <a:avLst/>
              <a:gdLst>
                <a:gd name="T0" fmla="*/ 0 w 119"/>
                <a:gd name="T1" fmla="*/ 68 h 73"/>
                <a:gd name="T2" fmla="*/ 127 w 119"/>
                <a:gd name="T3" fmla="*/ 0 h 73"/>
                <a:gd name="T4" fmla="*/ 141 w 119"/>
                <a:gd name="T5" fmla="*/ 15 h 73"/>
                <a:gd name="T6" fmla="*/ 18 w 119"/>
                <a:gd name="T7" fmla="*/ 81 h 73"/>
                <a:gd name="T8" fmla="*/ 0 w 119"/>
                <a:gd name="T9" fmla="*/ 68 h 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9" h="73">
                  <a:moveTo>
                    <a:pt x="0" y="58"/>
                  </a:moveTo>
                  <a:cubicBezTo>
                    <a:pt x="0" y="58"/>
                    <a:pt x="61" y="9"/>
                    <a:pt x="107" y="0"/>
                  </a:cubicBezTo>
                  <a:cubicBezTo>
                    <a:pt x="119" y="12"/>
                    <a:pt x="119" y="12"/>
                    <a:pt x="119" y="12"/>
                  </a:cubicBezTo>
                  <a:cubicBezTo>
                    <a:pt x="119" y="12"/>
                    <a:pt x="87" y="16"/>
                    <a:pt x="15" y="69"/>
                  </a:cubicBezTo>
                  <a:cubicBezTo>
                    <a:pt x="15" y="69"/>
                    <a:pt x="0" y="73"/>
                    <a:pt x="0" y="58"/>
                  </a:cubicBezTo>
                  <a:close/>
                </a:path>
              </a:pathLst>
            </a:custGeom>
            <a:solidFill>
              <a:srgbClr val="AD4C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1323" name="Freeform 859">
              <a:extLst>
                <a:ext uri="{FF2B5EF4-FFF2-40B4-BE49-F238E27FC236}">
                  <a16:creationId xmlns:a16="http://schemas.microsoft.com/office/drawing/2014/main" id="{7487133F-43AE-492D-B9D1-3A50CAB0D0A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0" y="3797"/>
              <a:ext cx="126" cy="77"/>
            </a:xfrm>
            <a:custGeom>
              <a:avLst/>
              <a:gdLst>
                <a:gd name="T0" fmla="*/ 0 w 119"/>
                <a:gd name="T1" fmla="*/ 68 h 73"/>
                <a:gd name="T2" fmla="*/ 127 w 119"/>
                <a:gd name="T3" fmla="*/ 0 h 73"/>
                <a:gd name="T4" fmla="*/ 141 w 119"/>
                <a:gd name="T5" fmla="*/ 15 h 73"/>
                <a:gd name="T6" fmla="*/ 18 w 119"/>
                <a:gd name="T7" fmla="*/ 81 h 73"/>
                <a:gd name="T8" fmla="*/ 0 w 119"/>
                <a:gd name="T9" fmla="*/ 68 h 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9" h="73">
                  <a:moveTo>
                    <a:pt x="0" y="58"/>
                  </a:moveTo>
                  <a:cubicBezTo>
                    <a:pt x="0" y="58"/>
                    <a:pt x="61" y="9"/>
                    <a:pt x="107" y="0"/>
                  </a:cubicBezTo>
                  <a:cubicBezTo>
                    <a:pt x="119" y="12"/>
                    <a:pt x="119" y="12"/>
                    <a:pt x="119" y="12"/>
                  </a:cubicBezTo>
                  <a:cubicBezTo>
                    <a:pt x="119" y="12"/>
                    <a:pt x="87" y="16"/>
                    <a:pt x="15" y="69"/>
                  </a:cubicBezTo>
                  <a:cubicBezTo>
                    <a:pt x="15" y="69"/>
                    <a:pt x="0" y="73"/>
                    <a:pt x="0" y="58"/>
                  </a:cubicBez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1324" name="Freeform 860">
              <a:extLst>
                <a:ext uri="{FF2B5EF4-FFF2-40B4-BE49-F238E27FC236}">
                  <a16:creationId xmlns:a16="http://schemas.microsoft.com/office/drawing/2014/main" id="{108EDA17-1E96-48EC-A8DD-377C2F877C4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2" y="3937"/>
              <a:ext cx="12" cy="9"/>
            </a:xfrm>
            <a:custGeom>
              <a:avLst/>
              <a:gdLst>
                <a:gd name="T0" fmla="*/ 0 w 12"/>
                <a:gd name="T1" fmla="*/ 0 h 9"/>
                <a:gd name="T2" fmla="*/ 0 w 12"/>
                <a:gd name="T3" fmla="*/ 9 h 9"/>
                <a:gd name="T4" fmla="*/ 12 w 12"/>
                <a:gd name="T5" fmla="*/ 4 h 9"/>
                <a:gd name="T6" fmla="*/ 0 w 12"/>
                <a:gd name="T7" fmla="*/ 0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9">
                  <a:moveTo>
                    <a:pt x="0" y="0"/>
                  </a:moveTo>
                  <a:cubicBezTo>
                    <a:pt x="0" y="9"/>
                    <a:pt x="0" y="9"/>
                    <a:pt x="0" y="9"/>
                  </a:cubicBezTo>
                  <a:cubicBezTo>
                    <a:pt x="12" y="4"/>
                    <a:pt x="12" y="4"/>
                    <a:pt x="12" y="4"/>
                  </a:cubicBezTo>
                  <a:cubicBezTo>
                    <a:pt x="12" y="4"/>
                    <a:pt x="3" y="0"/>
                    <a:pt x="0" y="0"/>
                  </a:cubicBezTo>
                  <a:close/>
                </a:path>
              </a:pathLst>
            </a:custGeom>
            <a:solidFill>
              <a:srgbClr val="9E3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1325" name="Freeform 861">
              <a:extLst>
                <a:ext uri="{FF2B5EF4-FFF2-40B4-BE49-F238E27FC236}">
                  <a16:creationId xmlns:a16="http://schemas.microsoft.com/office/drawing/2014/main" id="{991A6ECB-C48E-4DBF-8429-C0116BD8860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5" y="3892"/>
              <a:ext cx="161" cy="136"/>
            </a:xfrm>
            <a:custGeom>
              <a:avLst/>
              <a:gdLst>
                <a:gd name="T0" fmla="*/ 111 w 152"/>
                <a:gd name="T1" fmla="*/ 0 h 128"/>
                <a:gd name="T2" fmla="*/ 174 w 152"/>
                <a:gd name="T3" fmla="*/ 56 h 128"/>
                <a:gd name="T4" fmla="*/ 151 w 152"/>
                <a:gd name="T5" fmla="*/ 106 h 128"/>
                <a:gd name="T6" fmla="*/ 0 w 152"/>
                <a:gd name="T7" fmla="*/ 112 h 128"/>
                <a:gd name="T8" fmla="*/ 36 w 152"/>
                <a:gd name="T9" fmla="*/ 68 h 128"/>
                <a:gd name="T10" fmla="*/ 111 w 152"/>
                <a:gd name="T11" fmla="*/ 0 h 1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2" h="128">
                  <a:moveTo>
                    <a:pt x="93" y="0"/>
                  </a:moveTo>
                  <a:cubicBezTo>
                    <a:pt x="93" y="0"/>
                    <a:pt x="143" y="30"/>
                    <a:pt x="146" y="47"/>
                  </a:cubicBezTo>
                  <a:cubicBezTo>
                    <a:pt x="149" y="64"/>
                    <a:pt x="152" y="73"/>
                    <a:pt x="127" y="88"/>
                  </a:cubicBezTo>
                  <a:cubicBezTo>
                    <a:pt x="102" y="103"/>
                    <a:pt x="70" y="128"/>
                    <a:pt x="0" y="93"/>
                  </a:cubicBezTo>
                  <a:cubicBezTo>
                    <a:pt x="0" y="93"/>
                    <a:pt x="0" y="67"/>
                    <a:pt x="30" y="56"/>
                  </a:cubicBezTo>
                  <a:cubicBezTo>
                    <a:pt x="59" y="45"/>
                    <a:pt x="152" y="43"/>
                    <a:pt x="93" y="0"/>
                  </a:cubicBezTo>
                  <a:close/>
                </a:path>
              </a:pathLst>
            </a:custGeom>
            <a:solidFill>
              <a:srgbClr val="B560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1326" name="Freeform 862">
              <a:extLst>
                <a:ext uri="{FF2B5EF4-FFF2-40B4-BE49-F238E27FC236}">
                  <a16:creationId xmlns:a16="http://schemas.microsoft.com/office/drawing/2014/main" id="{E2A12C8A-7D57-4299-B060-67FC5C501D2E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8" y="3923"/>
              <a:ext cx="31" cy="49"/>
            </a:xfrm>
            <a:custGeom>
              <a:avLst/>
              <a:gdLst>
                <a:gd name="T0" fmla="*/ 0 w 29"/>
                <a:gd name="T1" fmla="*/ 0 h 46"/>
                <a:gd name="T2" fmla="*/ 17 w 29"/>
                <a:gd name="T3" fmla="*/ 55 h 46"/>
                <a:gd name="T4" fmla="*/ 0 w 29"/>
                <a:gd name="T5" fmla="*/ 0 h 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46">
                  <a:moveTo>
                    <a:pt x="0" y="0"/>
                  </a:moveTo>
                  <a:cubicBezTo>
                    <a:pt x="0" y="0"/>
                    <a:pt x="29" y="21"/>
                    <a:pt x="14" y="46"/>
                  </a:cubicBezTo>
                  <a:cubicBezTo>
                    <a:pt x="14" y="46"/>
                    <a:pt x="25" y="23"/>
                    <a:pt x="0" y="0"/>
                  </a:cubicBezTo>
                  <a:close/>
                </a:path>
              </a:pathLst>
            </a:custGeom>
            <a:solidFill>
              <a:srgbClr val="D699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</p:grpSp>
      <p:grpSp>
        <p:nvGrpSpPr>
          <p:cNvPr id="51206" name="Group 863">
            <a:extLst>
              <a:ext uri="{FF2B5EF4-FFF2-40B4-BE49-F238E27FC236}">
                <a16:creationId xmlns:a16="http://schemas.microsoft.com/office/drawing/2014/main" id="{C22E5F72-61A1-4A94-A058-0BD04143098A}"/>
              </a:ext>
            </a:extLst>
          </p:cNvPr>
          <p:cNvGrpSpPr>
            <a:grpSpLocks/>
          </p:cNvGrpSpPr>
          <p:nvPr/>
        </p:nvGrpSpPr>
        <p:grpSpPr bwMode="auto">
          <a:xfrm>
            <a:off x="2755900" y="5932488"/>
            <a:ext cx="2562225" cy="592137"/>
            <a:chOff x="776" y="3704"/>
            <a:chExt cx="1614" cy="373"/>
          </a:xfrm>
        </p:grpSpPr>
        <p:sp>
          <p:nvSpPr>
            <p:cNvPr id="51259" name="Freeform 864">
              <a:extLst>
                <a:ext uri="{FF2B5EF4-FFF2-40B4-BE49-F238E27FC236}">
                  <a16:creationId xmlns:a16="http://schemas.microsoft.com/office/drawing/2014/main" id="{2D6E9B46-EC5B-43A5-9CCF-79D4B0439852}"/>
                </a:ext>
              </a:extLst>
            </p:cNvPr>
            <p:cNvSpPr>
              <a:spLocks/>
            </p:cNvSpPr>
            <p:nvPr/>
          </p:nvSpPr>
          <p:spPr bwMode="auto">
            <a:xfrm>
              <a:off x="776" y="3704"/>
              <a:ext cx="491" cy="360"/>
            </a:xfrm>
            <a:custGeom>
              <a:avLst/>
              <a:gdLst>
                <a:gd name="T0" fmla="*/ 546 w 458"/>
                <a:gd name="T1" fmla="*/ 80 h 336"/>
                <a:gd name="T2" fmla="*/ 548 w 458"/>
                <a:gd name="T3" fmla="*/ 160 h 336"/>
                <a:gd name="T4" fmla="*/ 545 w 458"/>
                <a:gd name="T5" fmla="*/ 213 h 336"/>
                <a:gd name="T6" fmla="*/ 546 w 458"/>
                <a:gd name="T7" fmla="*/ 245 h 336"/>
                <a:gd name="T8" fmla="*/ 388 w 458"/>
                <a:gd name="T9" fmla="*/ 280 h 336"/>
                <a:gd name="T10" fmla="*/ 362 w 458"/>
                <a:gd name="T11" fmla="*/ 273 h 336"/>
                <a:gd name="T12" fmla="*/ 282 w 458"/>
                <a:gd name="T13" fmla="*/ 327 h 336"/>
                <a:gd name="T14" fmla="*/ 75 w 458"/>
                <a:gd name="T15" fmla="*/ 343 h 336"/>
                <a:gd name="T16" fmla="*/ 123 w 458"/>
                <a:gd name="T17" fmla="*/ 204 h 336"/>
                <a:gd name="T18" fmla="*/ 242 w 458"/>
                <a:gd name="T19" fmla="*/ 102 h 336"/>
                <a:gd name="T20" fmla="*/ 251 w 458"/>
                <a:gd name="T21" fmla="*/ 10 h 336"/>
                <a:gd name="T22" fmla="*/ 363 w 458"/>
                <a:gd name="T23" fmla="*/ 86 h 336"/>
                <a:gd name="T24" fmla="*/ 352 w 458"/>
                <a:gd name="T25" fmla="*/ 137 h 336"/>
                <a:gd name="T26" fmla="*/ 444 w 458"/>
                <a:gd name="T27" fmla="*/ 101 h 336"/>
                <a:gd name="T28" fmla="*/ 546 w 458"/>
                <a:gd name="T29" fmla="*/ 80 h 3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458" h="336">
                  <a:moveTo>
                    <a:pt x="443" y="65"/>
                  </a:moveTo>
                  <a:cubicBezTo>
                    <a:pt x="443" y="65"/>
                    <a:pt x="434" y="104"/>
                    <a:pt x="445" y="130"/>
                  </a:cubicBezTo>
                  <a:cubicBezTo>
                    <a:pt x="456" y="155"/>
                    <a:pt x="442" y="174"/>
                    <a:pt x="442" y="174"/>
                  </a:cubicBezTo>
                  <a:cubicBezTo>
                    <a:pt x="442" y="174"/>
                    <a:pt x="458" y="186"/>
                    <a:pt x="443" y="200"/>
                  </a:cubicBezTo>
                  <a:cubicBezTo>
                    <a:pt x="427" y="213"/>
                    <a:pt x="315" y="228"/>
                    <a:pt x="315" y="228"/>
                  </a:cubicBezTo>
                  <a:cubicBezTo>
                    <a:pt x="315" y="228"/>
                    <a:pt x="301" y="227"/>
                    <a:pt x="294" y="222"/>
                  </a:cubicBezTo>
                  <a:cubicBezTo>
                    <a:pt x="294" y="222"/>
                    <a:pt x="245" y="252"/>
                    <a:pt x="229" y="266"/>
                  </a:cubicBezTo>
                  <a:cubicBezTo>
                    <a:pt x="214" y="280"/>
                    <a:pt x="123" y="336"/>
                    <a:pt x="61" y="279"/>
                  </a:cubicBezTo>
                  <a:cubicBezTo>
                    <a:pt x="0" y="222"/>
                    <a:pt x="74" y="173"/>
                    <a:pt x="100" y="165"/>
                  </a:cubicBezTo>
                  <a:cubicBezTo>
                    <a:pt x="127" y="157"/>
                    <a:pt x="197" y="83"/>
                    <a:pt x="197" y="83"/>
                  </a:cubicBezTo>
                  <a:cubicBezTo>
                    <a:pt x="197" y="83"/>
                    <a:pt x="168" y="15"/>
                    <a:pt x="203" y="7"/>
                  </a:cubicBezTo>
                  <a:cubicBezTo>
                    <a:pt x="238" y="0"/>
                    <a:pt x="322" y="18"/>
                    <a:pt x="295" y="70"/>
                  </a:cubicBezTo>
                  <a:cubicBezTo>
                    <a:pt x="281" y="95"/>
                    <a:pt x="285" y="111"/>
                    <a:pt x="285" y="111"/>
                  </a:cubicBezTo>
                  <a:cubicBezTo>
                    <a:pt x="285" y="111"/>
                    <a:pt x="343" y="104"/>
                    <a:pt x="360" y="82"/>
                  </a:cubicBezTo>
                  <a:cubicBezTo>
                    <a:pt x="385" y="50"/>
                    <a:pt x="445" y="55"/>
                    <a:pt x="443" y="65"/>
                  </a:cubicBezTo>
                  <a:close/>
                </a:path>
              </a:pathLst>
            </a:custGeom>
            <a:solidFill>
              <a:srgbClr val="1870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1260" name="Freeform 865">
              <a:extLst>
                <a:ext uri="{FF2B5EF4-FFF2-40B4-BE49-F238E27FC236}">
                  <a16:creationId xmlns:a16="http://schemas.microsoft.com/office/drawing/2014/main" id="{4698B28F-8051-488C-8E48-942A0C2163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1" y="3762"/>
              <a:ext cx="156" cy="186"/>
            </a:xfrm>
            <a:custGeom>
              <a:avLst/>
              <a:gdLst>
                <a:gd name="T0" fmla="*/ 159 w 146"/>
                <a:gd name="T1" fmla="*/ 146 h 174"/>
                <a:gd name="T2" fmla="*/ 162 w 146"/>
                <a:gd name="T3" fmla="*/ 93 h 174"/>
                <a:gd name="T4" fmla="*/ 160 w 146"/>
                <a:gd name="T5" fmla="*/ 14 h 174"/>
                <a:gd name="T6" fmla="*/ 96 w 146"/>
                <a:gd name="T7" fmla="*/ 11 h 174"/>
                <a:gd name="T8" fmla="*/ 120 w 146"/>
                <a:gd name="T9" fmla="*/ 19 h 174"/>
                <a:gd name="T10" fmla="*/ 122 w 146"/>
                <a:gd name="T11" fmla="*/ 98 h 174"/>
                <a:gd name="T12" fmla="*/ 124 w 146"/>
                <a:gd name="T13" fmla="*/ 158 h 174"/>
                <a:gd name="T14" fmla="*/ 119 w 146"/>
                <a:gd name="T15" fmla="*/ 183 h 174"/>
                <a:gd name="T16" fmla="*/ 0 w 146"/>
                <a:gd name="T17" fmla="*/ 213 h 174"/>
                <a:gd name="T18" fmla="*/ 3 w 146"/>
                <a:gd name="T19" fmla="*/ 213 h 174"/>
                <a:gd name="T20" fmla="*/ 160 w 146"/>
                <a:gd name="T21" fmla="*/ 179 h 174"/>
                <a:gd name="T22" fmla="*/ 159 w 146"/>
                <a:gd name="T23" fmla="*/ 146 h 17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46" h="174">
                  <a:moveTo>
                    <a:pt x="130" y="120"/>
                  </a:moveTo>
                  <a:cubicBezTo>
                    <a:pt x="130" y="120"/>
                    <a:pt x="144" y="101"/>
                    <a:pt x="133" y="76"/>
                  </a:cubicBezTo>
                  <a:cubicBezTo>
                    <a:pt x="122" y="50"/>
                    <a:pt x="131" y="11"/>
                    <a:pt x="131" y="11"/>
                  </a:cubicBezTo>
                  <a:cubicBezTo>
                    <a:pt x="133" y="4"/>
                    <a:pt x="104" y="0"/>
                    <a:pt x="79" y="8"/>
                  </a:cubicBezTo>
                  <a:cubicBezTo>
                    <a:pt x="90" y="9"/>
                    <a:pt x="98" y="12"/>
                    <a:pt x="98" y="16"/>
                  </a:cubicBezTo>
                  <a:cubicBezTo>
                    <a:pt x="98" y="16"/>
                    <a:pt x="89" y="55"/>
                    <a:pt x="100" y="80"/>
                  </a:cubicBezTo>
                  <a:cubicBezTo>
                    <a:pt x="110" y="106"/>
                    <a:pt x="102" y="129"/>
                    <a:pt x="102" y="129"/>
                  </a:cubicBezTo>
                  <a:cubicBezTo>
                    <a:pt x="102" y="129"/>
                    <a:pt x="112" y="136"/>
                    <a:pt x="97" y="150"/>
                  </a:cubicBezTo>
                  <a:cubicBezTo>
                    <a:pt x="87" y="159"/>
                    <a:pt x="35" y="168"/>
                    <a:pt x="0" y="174"/>
                  </a:cubicBezTo>
                  <a:cubicBezTo>
                    <a:pt x="2" y="174"/>
                    <a:pt x="3" y="174"/>
                    <a:pt x="3" y="174"/>
                  </a:cubicBezTo>
                  <a:cubicBezTo>
                    <a:pt x="3" y="174"/>
                    <a:pt x="115" y="159"/>
                    <a:pt x="131" y="146"/>
                  </a:cubicBezTo>
                  <a:cubicBezTo>
                    <a:pt x="146" y="132"/>
                    <a:pt x="130" y="120"/>
                    <a:pt x="130" y="120"/>
                  </a:cubicBezTo>
                  <a:close/>
                </a:path>
              </a:pathLst>
            </a:custGeom>
            <a:solidFill>
              <a:srgbClr val="0964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1261" name="Freeform 866">
              <a:extLst>
                <a:ext uri="{FF2B5EF4-FFF2-40B4-BE49-F238E27FC236}">
                  <a16:creationId xmlns:a16="http://schemas.microsoft.com/office/drawing/2014/main" id="{98EF897A-785E-4469-BB3A-472B670570AE}"/>
                </a:ext>
              </a:extLst>
            </p:cNvPr>
            <p:cNvSpPr>
              <a:spLocks/>
            </p:cNvSpPr>
            <p:nvPr/>
          </p:nvSpPr>
          <p:spPr bwMode="auto">
            <a:xfrm>
              <a:off x="776" y="3704"/>
              <a:ext cx="491" cy="360"/>
            </a:xfrm>
            <a:custGeom>
              <a:avLst/>
              <a:gdLst>
                <a:gd name="T0" fmla="*/ 546 w 458"/>
                <a:gd name="T1" fmla="*/ 80 h 336"/>
                <a:gd name="T2" fmla="*/ 548 w 458"/>
                <a:gd name="T3" fmla="*/ 160 h 336"/>
                <a:gd name="T4" fmla="*/ 545 w 458"/>
                <a:gd name="T5" fmla="*/ 213 h 336"/>
                <a:gd name="T6" fmla="*/ 546 w 458"/>
                <a:gd name="T7" fmla="*/ 245 h 336"/>
                <a:gd name="T8" fmla="*/ 388 w 458"/>
                <a:gd name="T9" fmla="*/ 280 h 336"/>
                <a:gd name="T10" fmla="*/ 362 w 458"/>
                <a:gd name="T11" fmla="*/ 273 h 336"/>
                <a:gd name="T12" fmla="*/ 282 w 458"/>
                <a:gd name="T13" fmla="*/ 327 h 336"/>
                <a:gd name="T14" fmla="*/ 75 w 458"/>
                <a:gd name="T15" fmla="*/ 343 h 336"/>
                <a:gd name="T16" fmla="*/ 123 w 458"/>
                <a:gd name="T17" fmla="*/ 204 h 336"/>
                <a:gd name="T18" fmla="*/ 242 w 458"/>
                <a:gd name="T19" fmla="*/ 102 h 336"/>
                <a:gd name="T20" fmla="*/ 251 w 458"/>
                <a:gd name="T21" fmla="*/ 10 h 336"/>
                <a:gd name="T22" fmla="*/ 363 w 458"/>
                <a:gd name="T23" fmla="*/ 86 h 336"/>
                <a:gd name="T24" fmla="*/ 352 w 458"/>
                <a:gd name="T25" fmla="*/ 137 h 336"/>
                <a:gd name="T26" fmla="*/ 444 w 458"/>
                <a:gd name="T27" fmla="*/ 101 h 336"/>
                <a:gd name="T28" fmla="*/ 546 w 458"/>
                <a:gd name="T29" fmla="*/ 80 h 3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458" h="336">
                  <a:moveTo>
                    <a:pt x="443" y="65"/>
                  </a:moveTo>
                  <a:cubicBezTo>
                    <a:pt x="443" y="65"/>
                    <a:pt x="434" y="104"/>
                    <a:pt x="445" y="130"/>
                  </a:cubicBezTo>
                  <a:cubicBezTo>
                    <a:pt x="456" y="155"/>
                    <a:pt x="442" y="174"/>
                    <a:pt x="442" y="174"/>
                  </a:cubicBezTo>
                  <a:cubicBezTo>
                    <a:pt x="442" y="174"/>
                    <a:pt x="458" y="186"/>
                    <a:pt x="443" y="200"/>
                  </a:cubicBezTo>
                  <a:cubicBezTo>
                    <a:pt x="427" y="213"/>
                    <a:pt x="315" y="228"/>
                    <a:pt x="315" y="228"/>
                  </a:cubicBezTo>
                  <a:cubicBezTo>
                    <a:pt x="315" y="228"/>
                    <a:pt x="301" y="227"/>
                    <a:pt x="294" y="222"/>
                  </a:cubicBezTo>
                  <a:cubicBezTo>
                    <a:pt x="294" y="222"/>
                    <a:pt x="245" y="252"/>
                    <a:pt x="229" y="266"/>
                  </a:cubicBezTo>
                  <a:cubicBezTo>
                    <a:pt x="214" y="280"/>
                    <a:pt x="123" y="336"/>
                    <a:pt x="61" y="279"/>
                  </a:cubicBezTo>
                  <a:cubicBezTo>
                    <a:pt x="0" y="222"/>
                    <a:pt x="74" y="173"/>
                    <a:pt x="100" y="165"/>
                  </a:cubicBezTo>
                  <a:cubicBezTo>
                    <a:pt x="127" y="157"/>
                    <a:pt x="197" y="83"/>
                    <a:pt x="197" y="83"/>
                  </a:cubicBezTo>
                  <a:cubicBezTo>
                    <a:pt x="197" y="83"/>
                    <a:pt x="168" y="15"/>
                    <a:pt x="203" y="7"/>
                  </a:cubicBezTo>
                  <a:cubicBezTo>
                    <a:pt x="238" y="0"/>
                    <a:pt x="322" y="18"/>
                    <a:pt x="295" y="70"/>
                  </a:cubicBezTo>
                  <a:cubicBezTo>
                    <a:pt x="281" y="95"/>
                    <a:pt x="285" y="111"/>
                    <a:pt x="285" y="111"/>
                  </a:cubicBezTo>
                  <a:cubicBezTo>
                    <a:pt x="285" y="111"/>
                    <a:pt x="343" y="104"/>
                    <a:pt x="360" y="82"/>
                  </a:cubicBezTo>
                  <a:cubicBezTo>
                    <a:pt x="385" y="50"/>
                    <a:pt x="445" y="55"/>
                    <a:pt x="443" y="65"/>
                  </a:cubicBezTo>
                  <a:close/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1262" name="Freeform 867">
              <a:extLst>
                <a:ext uri="{FF2B5EF4-FFF2-40B4-BE49-F238E27FC236}">
                  <a16:creationId xmlns:a16="http://schemas.microsoft.com/office/drawing/2014/main" id="{5051A3A9-9C2E-4F9B-B33E-33FF753105F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" y="3890"/>
              <a:ext cx="159" cy="52"/>
            </a:xfrm>
            <a:custGeom>
              <a:avLst/>
              <a:gdLst>
                <a:gd name="T0" fmla="*/ 184 w 148"/>
                <a:gd name="T1" fmla="*/ 0 h 48"/>
                <a:gd name="T2" fmla="*/ 90 w 148"/>
                <a:gd name="T3" fmla="*/ 26 h 48"/>
                <a:gd name="T4" fmla="*/ 0 w 148"/>
                <a:gd name="T5" fmla="*/ 61 h 4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8" h="48">
                  <a:moveTo>
                    <a:pt x="148" y="0"/>
                  </a:moveTo>
                  <a:cubicBezTo>
                    <a:pt x="148" y="0"/>
                    <a:pt x="111" y="15"/>
                    <a:pt x="73" y="20"/>
                  </a:cubicBezTo>
                  <a:cubicBezTo>
                    <a:pt x="36" y="25"/>
                    <a:pt x="18" y="33"/>
                    <a:pt x="0" y="48"/>
                  </a:cubicBezTo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1263" name="Freeform 868">
              <a:extLst>
                <a:ext uri="{FF2B5EF4-FFF2-40B4-BE49-F238E27FC236}">
                  <a16:creationId xmlns:a16="http://schemas.microsoft.com/office/drawing/2014/main" id="{FF7FCF50-7AAD-4F50-9FB2-AE4E5554E7EB}"/>
                </a:ext>
              </a:extLst>
            </p:cNvPr>
            <p:cNvSpPr>
              <a:spLocks/>
            </p:cNvSpPr>
            <p:nvPr/>
          </p:nvSpPr>
          <p:spPr bwMode="auto">
            <a:xfrm>
              <a:off x="826" y="3925"/>
              <a:ext cx="290" cy="152"/>
            </a:xfrm>
            <a:custGeom>
              <a:avLst/>
              <a:gdLst>
                <a:gd name="T0" fmla="*/ 332 w 271"/>
                <a:gd name="T1" fmla="*/ 0 h 142"/>
                <a:gd name="T2" fmla="*/ 262 w 271"/>
                <a:gd name="T3" fmla="*/ 33 h 142"/>
                <a:gd name="T4" fmla="*/ 0 w 271"/>
                <a:gd name="T5" fmla="*/ 66 h 1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1" h="142">
                  <a:moveTo>
                    <a:pt x="271" y="0"/>
                  </a:moveTo>
                  <a:cubicBezTo>
                    <a:pt x="271" y="0"/>
                    <a:pt x="241" y="12"/>
                    <a:pt x="214" y="27"/>
                  </a:cubicBezTo>
                  <a:cubicBezTo>
                    <a:pt x="187" y="42"/>
                    <a:pt x="85" y="142"/>
                    <a:pt x="0" y="54"/>
                  </a:cubicBezTo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1264" name="Freeform 869">
              <a:extLst>
                <a:ext uri="{FF2B5EF4-FFF2-40B4-BE49-F238E27FC236}">
                  <a16:creationId xmlns:a16="http://schemas.microsoft.com/office/drawing/2014/main" id="{0EE27816-0992-474A-8BD4-915F81F9205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9" y="3930"/>
              <a:ext cx="15" cy="18"/>
            </a:xfrm>
            <a:custGeom>
              <a:avLst/>
              <a:gdLst>
                <a:gd name="T0" fmla="*/ 17 w 14"/>
                <a:gd name="T1" fmla="*/ 20 h 17"/>
                <a:gd name="T2" fmla="*/ 11 w 14"/>
                <a:gd name="T3" fmla="*/ 0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7">
                  <a:moveTo>
                    <a:pt x="14" y="17"/>
                  </a:moveTo>
                  <a:cubicBezTo>
                    <a:pt x="14" y="17"/>
                    <a:pt x="0" y="4"/>
                    <a:pt x="8" y="0"/>
                  </a:cubicBezTo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1265" name="Freeform 870">
              <a:extLst>
                <a:ext uri="{FF2B5EF4-FFF2-40B4-BE49-F238E27FC236}">
                  <a16:creationId xmlns:a16="http://schemas.microsoft.com/office/drawing/2014/main" id="{6CB86CB1-5C44-4C8C-BFB3-90E2D41704CA}"/>
                </a:ext>
              </a:extLst>
            </p:cNvPr>
            <p:cNvSpPr>
              <a:spLocks/>
            </p:cNvSpPr>
            <p:nvPr/>
          </p:nvSpPr>
          <p:spPr bwMode="auto">
            <a:xfrm>
              <a:off x="915" y="3792"/>
              <a:ext cx="169" cy="124"/>
            </a:xfrm>
            <a:custGeom>
              <a:avLst/>
              <a:gdLst>
                <a:gd name="T0" fmla="*/ 194 w 158"/>
                <a:gd name="T1" fmla="*/ 32 h 116"/>
                <a:gd name="T2" fmla="*/ 149 w 158"/>
                <a:gd name="T3" fmla="*/ 13 h 116"/>
                <a:gd name="T4" fmla="*/ 133 w 158"/>
                <a:gd name="T5" fmla="*/ 36 h 116"/>
                <a:gd name="T6" fmla="*/ 104 w 158"/>
                <a:gd name="T7" fmla="*/ 65 h 116"/>
                <a:gd name="T8" fmla="*/ 50 w 158"/>
                <a:gd name="T9" fmla="*/ 114 h 116"/>
                <a:gd name="T10" fmla="*/ 0 w 158"/>
                <a:gd name="T11" fmla="*/ 136 h 1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8" h="116">
                  <a:moveTo>
                    <a:pt x="158" y="26"/>
                  </a:moveTo>
                  <a:cubicBezTo>
                    <a:pt x="151" y="36"/>
                    <a:pt x="137" y="0"/>
                    <a:pt x="122" y="10"/>
                  </a:cubicBezTo>
                  <a:cubicBezTo>
                    <a:pt x="117" y="14"/>
                    <a:pt x="112" y="24"/>
                    <a:pt x="108" y="30"/>
                  </a:cubicBezTo>
                  <a:cubicBezTo>
                    <a:pt x="101" y="38"/>
                    <a:pt x="93" y="45"/>
                    <a:pt x="85" y="53"/>
                  </a:cubicBezTo>
                  <a:cubicBezTo>
                    <a:pt x="70" y="66"/>
                    <a:pt x="57" y="83"/>
                    <a:pt x="41" y="94"/>
                  </a:cubicBezTo>
                  <a:cubicBezTo>
                    <a:pt x="31" y="100"/>
                    <a:pt x="11" y="116"/>
                    <a:pt x="0" y="111"/>
                  </a:cubicBezTo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1266" name="Freeform 871">
              <a:extLst>
                <a:ext uri="{FF2B5EF4-FFF2-40B4-BE49-F238E27FC236}">
                  <a16:creationId xmlns:a16="http://schemas.microsoft.com/office/drawing/2014/main" id="{A7B730FE-72C1-4AC6-90DD-7F47A9AF078F}"/>
                </a:ext>
              </a:extLst>
            </p:cNvPr>
            <p:cNvSpPr>
              <a:spLocks/>
            </p:cNvSpPr>
            <p:nvPr/>
          </p:nvSpPr>
          <p:spPr bwMode="auto">
            <a:xfrm>
              <a:off x="903" y="3776"/>
              <a:ext cx="97" cy="119"/>
            </a:xfrm>
            <a:custGeom>
              <a:avLst/>
              <a:gdLst>
                <a:gd name="T0" fmla="*/ 96 w 91"/>
                <a:gd name="T1" fmla="*/ 20 h 111"/>
                <a:gd name="T2" fmla="*/ 104 w 91"/>
                <a:gd name="T3" fmla="*/ 4 h 111"/>
                <a:gd name="T4" fmla="*/ 103 w 91"/>
                <a:gd name="T5" fmla="*/ 27 h 111"/>
                <a:gd name="T6" fmla="*/ 70 w 91"/>
                <a:gd name="T7" fmla="*/ 58 h 111"/>
                <a:gd name="T8" fmla="*/ 30 w 91"/>
                <a:gd name="T9" fmla="*/ 95 h 111"/>
                <a:gd name="T10" fmla="*/ 0 w 91"/>
                <a:gd name="T11" fmla="*/ 137 h 11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1" h="111">
                  <a:moveTo>
                    <a:pt x="79" y="17"/>
                  </a:moveTo>
                  <a:cubicBezTo>
                    <a:pt x="80" y="13"/>
                    <a:pt x="79" y="0"/>
                    <a:pt x="86" y="4"/>
                  </a:cubicBezTo>
                  <a:cubicBezTo>
                    <a:pt x="91" y="8"/>
                    <a:pt x="87" y="17"/>
                    <a:pt x="85" y="21"/>
                  </a:cubicBezTo>
                  <a:cubicBezTo>
                    <a:pt x="78" y="32"/>
                    <a:pt x="68" y="39"/>
                    <a:pt x="58" y="47"/>
                  </a:cubicBezTo>
                  <a:cubicBezTo>
                    <a:pt x="46" y="56"/>
                    <a:pt x="34" y="66"/>
                    <a:pt x="24" y="77"/>
                  </a:cubicBezTo>
                  <a:cubicBezTo>
                    <a:pt x="14" y="87"/>
                    <a:pt x="9" y="100"/>
                    <a:pt x="0" y="111"/>
                  </a:cubicBezTo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1267" name="Freeform 872">
              <a:extLst>
                <a:ext uri="{FF2B5EF4-FFF2-40B4-BE49-F238E27FC236}">
                  <a16:creationId xmlns:a16="http://schemas.microsoft.com/office/drawing/2014/main" id="{6EAE2C4A-68CF-469E-B893-E331F11700BB}"/>
                </a:ext>
              </a:extLst>
            </p:cNvPr>
            <p:cNvSpPr>
              <a:spLocks/>
            </p:cNvSpPr>
            <p:nvPr/>
          </p:nvSpPr>
          <p:spPr bwMode="auto">
            <a:xfrm>
              <a:off x="827" y="3896"/>
              <a:ext cx="285" cy="168"/>
            </a:xfrm>
            <a:custGeom>
              <a:avLst/>
              <a:gdLst>
                <a:gd name="T0" fmla="*/ 327 w 266"/>
                <a:gd name="T1" fmla="*/ 26 h 157"/>
                <a:gd name="T2" fmla="*/ 235 w 266"/>
                <a:gd name="T3" fmla="*/ 80 h 157"/>
                <a:gd name="T4" fmla="*/ 0 w 266"/>
                <a:gd name="T5" fmla="*/ 92 h 157"/>
                <a:gd name="T6" fmla="*/ 218 w 266"/>
                <a:gd name="T7" fmla="*/ 76 h 157"/>
                <a:gd name="T8" fmla="*/ 327 w 266"/>
                <a:gd name="T9" fmla="*/ 26 h 1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6" h="157">
                  <a:moveTo>
                    <a:pt x="266" y="21"/>
                  </a:moveTo>
                  <a:cubicBezTo>
                    <a:pt x="266" y="21"/>
                    <a:pt x="218" y="43"/>
                    <a:pt x="190" y="65"/>
                  </a:cubicBezTo>
                  <a:cubicBezTo>
                    <a:pt x="162" y="86"/>
                    <a:pt x="73" y="157"/>
                    <a:pt x="0" y="75"/>
                  </a:cubicBezTo>
                  <a:cubicBezTo>
                    <a:pt x="0" y="75"/>
                    <a:pt x="83" y="144"/>
                    <a:pt x="176" y="62"/>
                  </a:cubicBezTo>
                  <a:cubicBezTo>
                    <a:pt x="201" y="40"/>
                    <a:pt x="262" y="0"/>
                    <a:pt x="266" y="21"/>
                  </a:cubicBezTo>
                  <a:close/>
                </a:path>
              </a:pathLst>
            </a:custGeom>
            <a:solidFill>
              <a:srgbClr val="0964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1268" name="Freeform 873">
              <a:extLst>
                <a:ext uri="{FF2B5EF4-FFF2-40B4-BE49-F238E27FC236}">
                  <a16:creationId xmlns:a16="http://schemas.microsoft.com/office/drawing/2014/main" id="{F9D14EA3-7E53-4E2D-8252-59D500AB24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8" y="3938"/>
              <a:ext cx="6" cy="6"/>
            </a:xfrm>
            <a:custGeom>
              <a:avLst/>
              <a:gdLst>
                <a:gd name="T0" fmla="*/ 4 w 6"/>
                <a:gd name="T1" fmla="*/ 0 h 6"/>
                <a:gd name="T2" fmla="*/ 6 w 6"/>
                <a:gd name="T3" fmla="*/ 6 h 6"/>
                <a:gd name="T4" fmla="*/ 0 w 6"/>
                <a:gd name="T5" fmla="*/ 4 h 6"/>
                <a:gd name="T6" fmla="*/ 4 w 6"/>
                <a:gd name="T7" fmla="*/ 1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6">
                  <a:moveTo>
                    <a:pt x="4" y="0"/>
                  </a:moveTo>
                  <a:cubicBezTo>
                    <a:pt x="4" y="2"/>
                    <a:pt x="5" y="5"/>
                    <a:pt x="6" y="6"/>
                  </a:cubicBezTo>
                  <a:cubicBezTo>
                    <a:pt x="4" y="5"/>
                    <a:pt x="2" y="4"/>
                    <a:pt x="0" y="4"/>
                  </a:cubicBezTo>
                  <a:cubicBezTo>
                    <a:pt x="0" y="2"/>
                    <a:pt x="3" y="2"/>
                    <a:pt x="4" y="1"/>
                  </a:cubicBezTo>
                </a:path>
              </a:pathLst>
            </a:custGeom>
            <a:solidFill>
              <a:srgbClr val="0964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1269" name="Freeform 874">
              <a:extLst>
                <a:ext uri="{FF2B5EF4-FFF2-40B4-BE49-F238E27FC236}">
                  <a16:creationId xmlns:a16="http://schemas.microsoft.com/office/drawing/2014/main" id="{C680DEC4-AA38-4AC4-8218-C98A3D66FDD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6" y="3715"/>
              <a:ext cx="72" cy="97"/>
            </a:xfrm>
            <a:custGeom>
              <a:avLst/>
              <a:gdLst>
                <a:gd name="T0" fmla="*/ 0 w 67"/>
                <a:gd name="T1" fmla="*/ 3 h 91"/>
                <a:gd name="T2" fmla="*/ 35 w 67"/>
                <a:gd name="T3" fmla="*/ 12 h 91"/>
                <a:gd name="T4" fmla="*/ 67 w 67"/>
                <a:gd name="T5" fmla="*/ 30 h 91"/>
                <a:gd name="T6" fmla="*/ 59 w 67"/>
                <a:gd name="T7" fmla="*/ 88 h 91"/>
                <a:gd name="T8" fmla="*/ 57 w 67"/>
                <a:gd name="T9" fmla="*/ 110 h 91"/>
                <a:gd name="T10" fmla="*/ 52 w 67"/>
                <a:gd name="T11" fmla="*/ 85 h 91"/>
                <a:gd name="T12" fmla="*/ 55 w 67"/>
                <a:gd name="T13" fmla="*/ 59 h 91"/>
                <a:gd name="T14" fmla="*/ 44 w 67"/>
                <a:gd name="T15" fmla="*/ 21 h 91"/>
                <a:gd name="T16" fmla="*/ 0 w 67"/>
                <a:gd name="T17" fmla="*/ 3 h 9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7" h="91">
                  <a:moveTo>
                    <a:pt x="0" y="3"/>
                  </a:moveTo>
                  <a:cubicBezTo>
                    <a:pt x="3" y="0"/>
                    <a:pt x="24" y="8"/>
                    <a:pt x="29" y="9"/>
                  </a:cubicBezTo>
                  <a:cubicBezTo>
                    <a:pt x="38" y="12"/>
                    <a:pt x="49" y="17"/>
                    <a:pt x="54" y="24"/>
                  </a:cubicBezTo>
                  <a:cubicBezTo>
                    <a:pt x="67" y="41"/>
                    <a:pt x="51" y="56"/>
                    <a:pt x="47" y="73"/>
                  </a:cubicBezTo>
                  <a:cubicBezTo>
                    <a:pt x="46" y="79"/>
                    <a:pt x="46" y="85"/>
                    <a:pt x="46" y="91"/>
                  </a:cubicBezTo>
                  <a:cubicBezTo>
                    <a:pt x="41" y="87"/>
                    <a:pt x="42" y="75"/>
                    <a:pt x="42" y="70"/>
                  </a:cubicBezTo>
                  <a:cubicBezTo>
                    <a:pt x="42" y="63"/>
                    <a:pt x="44" y="56"/>
                    <a:pt x="44" y="49"/>
                  </a:cubicBezTo>
                  <a:cubicBezTo>
                    <a:pt x="46" y="36"/>
                    <a:pt x="44" y="27"/>
                    <a:pt x="35" y="18"/>
                  </a:cubicBezTo>
                  <a:cubicBezTo>
                    <a:pt x="26" y="9"/>
                    <a:pt x="12" y="6"/>
                    <a:pt x="0" y="3"/>
                  </a:cubicBezTo>
                </a:path>
              </a:pathLst>
            </a:custGeom>
            <a:solidFill>
              <a:srgbClr val="1591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1270" name="Freeform 875">
              <a:extLst>
                <a:ext uri="{FF2B5EF4-FFF2-40B4-BE49-F238E27FC236}">
                  <a16:creationId xmlns:a16="http://schemas.microsoft.com/office/drawing/2014/main" id="{83F62C8E-9A50-4876-A903-C57D2244C10A}"/>
                </a:ext>
              </a:extLst>
            </p:cNvPr>
            <p:cNvSpPr>
              <a:spLocks/>
            </p:cNvSpPr>
            <p:nvPr/>
          </p:nvSpPr>
          <p:spPr bwMode="auto">
            <a:xfrm>
              <a:off x="899" y="3799"/>
              <a:ext cx="264" cy="139"/>
            </a:xfrm>
            <a:custGeom>
              <a:avLst/>
              <a:gdLst>
                <a:gd name="T0" fmla="*/ 301 w 247"/>
                <a:gd name="T1" fmla="*/ 0 h 129"/>
                <a:gd name="T2" fmla="*/ 211 w 247"/>
                <a:gd name="T3" fmla="*/ 34 h 129"/>
                <a:gd name="T4" fmla="*/ 192 w 247"/>
                <a:gd name="T5" fmla="*/ 24 h 129"/>
                <a:gd name="T6" fmla="*/ 167 w 247"/>
                <a:gd name="T7" fmla="*/ 16 h 129"/>
                <a:gd name="T8" fmla="*/ 164 w 247"/>
                <a:gd name="T9" fmla="*/ 39 h 129"/>
                <a:gd name="T10" fmla="*/ 142 w 247"/>
                <a:gd name="T11" fmla="*/ 51 h 129"/>
                <a:gd name="T12" fmla="*/ 134 w 247"/>
                <a:gd name="T13" fmla="*/ 72 h 129"/>
                <a:gd name="T14" fmla="*/ 100 w 247"/>
                <a:gd name="T15" fmla="*/ 93 h 129"/>
                <a:gd name="T16" fmla="*/ 89 w 247"/>
                <a:gd name="T17" fmla="*/ 111 h 129"/>
                <a:gd name="T18" fmla="*/ 71 w 247"/>
                <a:gd name="T19" fmla="*/ 117 h 129"/>
                <a:gd name="T20" fmla="*/ 63 w 247"/>
                <a:gd name="T21" fmla="*/ 130 h 129"/>
                <a:gd name="T22" fmla="*/ 14 w 247"/>
                <a:gd name="T23" fmla="*/ 138 h 129"/>
                <a:gd name="T24" fmla="*/ 43 w 247"/>
                <a:gd name="T25" fmla="*/ 149 h 129"/>
                <a:gd name="T26" fmla="*/ 82 w 247"/>
                <a:gd name="T27" fmla="*/ 124 h 129"/>
                <a:gd name="T28" fmla="*/ 88 w 247"/>
                <a:gd name="T29" fmla="*/ 123 h 129"/>
                <a:gd name="T30" fmla="*/ 107 w 247"/>
                <a:gd name="T31" fmla="*/ 111 h 129"/>
                <a:gd name="T32" fmla="*/ 129 w 247"/>
                <a:gd name="T33" fmla="*/ 80 h 129"/>
                <a:gd name="T34" fmla="*/ 156 w 247"/>
                <a:gd name="T35" fmla="*/ 69 h 129"/>
                <a:gd name="T36" fmla="*/ 161 w 247"/>
                <a:gd name="T37" fmla="*/ 46 h 129"/>
                <a:gd name="T38" fmla="*/ 178 w 247"/>
                <a:gd name="T39" fmla="*/ 36 h 129"/>
                <a:gd name="T40" fmla="*/ 229 w 247"/>
                <a:gd name="T41" fmla="*/ 47 h 129"/>
                <a:gd name="T42" fmla="*/ 301 w 247"/>
                <a:gd name="T43" fmla="*/ 0 h 129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247" h="129">
                  <a:moveTo>
                    <a:pt x="247" y="0"/>
                  </a:moveTo>
                  <a:cubicBezTo>
                    <a:pt x="247" y="0"/>
                    <a:pt x="200" y="29"/>
                    <a:pt x="172" y="28"/>
                  </a:cubicBezTo>
                  <a:cubicBezTo>
                    <a:pt x="172" y="28"/>
                    <a:pt x="166" y="29"/>
                    <a:pt x="157" y="19"/>
                  </a:cubicBezTo>
                  <a:cubicBezTo>
                    <a:pt x="149" y="9"/>
                    <a:pt x="141" y="7"/>
                    <a:pt x="137" y="13"/>
                  </a:cubicBezTo>
                  <a:cubicBezTo>
                    <a:pt x="133" y="19"/>
                    <a:pt x="145" y="32"/>
                    <a:pt x="134" y="31"/>
                  </a:cubicBezTo>
                  <a:cubicBezTo>
                    <a:pt x="123" y="29"/>
                    <a:pt x="116" y="41"/>
                    <a:pt x="116" y="41"/>
                  </a:cubicBezTo>
                  <a:cubicBezTo>
                    <a:pt x="116" y="41"/>
                    <a:pt x="121" y="61"/>
                    <a:pt x="109" y="58"/>
                  </a:cubicBezTo>
                  <a:cubicBezTo>
                    <a:pt x="97" y="55"/>
                    <a:pt x="82" y="74"/>
                    <a:pt x="82" y="74"/>
                  </a:cubicBezTo>
                  <a:cubicBezTo>
                    <a:pt x="82" y="74"/>
                    <a:pt x="83" y="96"/>
                    <a:pt x="73" y="89"/>
                  </a:cubicBezTo>
                  <a:cubicBezTo>
                    <a:pt x="63" y="81"/>
                    <a:pt x="58" y="94"/>
                    <a:pt x="58" y="94"/>
                  </a:cubicBezTo>
                  <a:cubicBezTo>
                    <a:pt x="58" y="94"/>
                    <a:pt x="57" y="107"/>
                    <a:pt x="51" y="104"/>
                  </a:cubicBezTo>
                  <a:cubicBezTo>
                    <a:pt x="44" y="101"/>
                    <a:pt x="22" y="118"/>
                    <a:pt x="11" y="110"/>
                  </a:cubicBezTo>
                  <a:cubicBezTo>
                    <a:pt x="0" y="102"/>
                    <a:pt x="11" y="129"/>
                    <a:pt x="35" y="119"/>
                  </a:cubicBezTo>
                  <a:cubicBezTo>
                    <a:pt x="60" y="108"/>
                    <a:pt x="69" y="108"/>
                    <a:pt x="67" y="99"/>
                  </a:cubicBezTo>
                  <a:cubicBezTo>
                    <a:pt x="65" y="90"/>
                    <a:pt x="70" y="95"/>
                    <a:pt x="72" y="98"/>
                  </a:cubicBezTo>
                  <a:cubicBezTo>
                    <a:pt x="75" y="100"/>
                    <a:pt x="89" y="99"/>
                    <a:pt x="88" y="89"/>
                  </a:cubicBezTo>
                  <a:cubicBezTo>
                    <a:pt x="87" y="80"/>
                    <a:pt x="96" y="62"/>
                    <a:pt x="106" y="64"/>
                  </a:cubicBezTo>
                  <a:cubicBezTo>
                    <a:pt x="115" y="65"/>
                    <a:pt x="133" y="64"/>
                    <a:pt x="128" y="55"/>
                  </a:cubicBezTo>
                  <a:cubicBezTo>
                    <a:pt x="122" y="46"/>
                    <a:pt x="122" y="38"/>
                    <a:pt x="132" y="37"/>
                  </a:cubicBezTo>
                  <a:cubicBezTo>
                    <a:pt x="141" y="35"/>
                    <a:pt x="146" y="32"/>
                    <a:pt x="146" y="29"/>
                  </a:cubicBezTo>
                  <a:cubicBezTo>
                    <a:pt x="146" y="26"/>
                    <a:pt x="164" y="46"/>
                    <a:pt x="187" y="38"/>
                  </a:cubicBezTo>
                  <a:cubicBezTo>
                    <a:pt x="211" y="30"/>
                    <a:pt x="241" y="10"/>
                    <a:pt x="247" y="0"/>
                  </a:cubicBezTo>
                  <a:close/>
                </a:path>
              </a:pathLst>
            </a:custGeom>
            <a:solidFill>
              <a:srgbClr val="1591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1271" name="Freeform 876">
              <a:extLst>
                <a:ext uri="{FF2B5EF4-FFF2-40B4-BE49-F238E27FC236}">
                  <a16:creationId xmlns:a16="http://schemas.microsoft.com/office/drawing/2014/main" id="{0C73193E-6B88-43F4-B685-43A3345BD05E}"/>
                </a:ext>
              </a:extLst>
            </p:cNvPr>
            <p:cNvSpPr>
              <a:spLocks/>
            </p:cNvSpPr>
            <p:nvPr/>
          </p:nvSpPr>
          <p:spPr bwMode="auto">
            <a:xfrm>
              <a:off x="917" y="3791"/>
              <a:ext cx="111" cy="109"/>
            </a:xfrm>
            <a:custGeom>
              <a:avLst/>
              <a:gdLst>
                <a:gd name="T0" fmla="*/ 102 w 104"/>
                <a:gd name="T1" fmla="*/ 0 h 102"/>
                <a:gd name="T2" fmla="*/ 91 w 104"/>
                <a:gd name="T3" fmla="*/ 14 h 102"/>
                <a:gd name="T4" fmla="*/ 74 w 104"/>
                <a:gd name="T5" fmla="*/ 34 h 102"/>
                <a:gd name="T6" fmla="*/ 45 w 104"/>
                <a:gd name="T7" fmla="*/ 61 h 102"/>
                <a:gd name="T8" fmla="*/ 21 w 104"/>
                <a:gd name="T9" fmla="*/ 84 h 102"/>
                <a:gd name="T10" fmla="*/ 4 w 104"/>
                <a:gd name="T11" fmla="*/ 109 h 102"/>
                <a:gd name="T12" fmla="*/ 25 w 104"/>
                <a:gd name="T13" fmla="*/ 107 h 102"/>
                <a:gd name="T14" fmla="*/ 64 w 104"/>
                <a:gd name="T15" fmla="*/ 78 h 102"/>
                <a:gd name="T16" fmla="*/ 100 w 104"/>
                <a:gd name="T17" fmla="*/ 43 h 102"/>
                <a:gd name="T18" fmla="*/ 113 w 104"/>
                <a:gd name="T19" fmla="*/ 26 h 102"/>
                <a:gd name="T20" fmla="*/ 123 w 104"/>
                <a:gd name="T21" fmla="*/ 14 h 102"/>
                <a:gd name="T22" fmla="*/ 108 w 104"/>
                <a:gd name="T23" fmla="*/ 1 h 10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04" h="102">
                  <a:moveTo>
                    <a:pt x="84" y="0"/>
                  </a:moveTo>
                  <a:cubicBezTo>
                    <a:pt x="81" y="1"/>
                    <a:pt x="78" y="8"/>
                    <a:pt x="75" y="11"/>
                  </a:cubicBezTo>
                  <a:cubicBezTo>
                    <a:pt x="71" y="17"/>
                    <a:pt x="66" y="22"/>
                    <a:pt x="61" y="28"/>
                  </a:cubicBezTo>
                  <a:cubicBezTo>
                    <a:pt x="54" y="36"/>
                    <a:pt x="45" y="43"/>
                    <a:pt x="37" y="50"/>
                  </a:cubicBezTo>
                  <a:cubicBezTo>
                    <a:pt x="31" y="57"/>
                    <a:pt x="24" y="62"/>
                    <a:pt x="18" y="69"/>
                  </a:cubicBezTo>
                  <a:cubicBezTo>
                    <a:pt x="13" y="75"/>
                    <a:pt x="6" y="81"/>
                    <a:pt x="4" y="89"/>
                  </a:cubicBezTo>
                  <a:cubicBezTo>
                    <a:pt x="0" y="102"/>
                    <a:pt x="17" y="91"/>
                    <a:pt x="21" y="88"/>
                  </a:cubicBezTo>
                  <a:cubicBezTo>
                    <a:pt x="33" y="81"/>
                    <a:pt x="42" y="73"/>
                    <a:pt x="52" y="64"/>
                  </a:cubicBezTo>
                  <a:cubicBezTo>
                    <a:pt x="62" y="55"/>
                    <a:pt x="72" y="45"/>
                    <a:pt x="82" y="35"/>
                  </a:cubicBezTo>
                  <a:cubicBezTo>
                    <a:pt x="86" y="31"/>
                    <a:pt x="90" y="26"/>
                    <a:pt x="93" y="21"/>
                  </a:cubicBezTo>
                  <a:cubicBezTo>
                    <a:pt x="96" y="18"/>
                    <a:pt x="100" y="15"/>
                    <a:pt x="101" y="11"/>
                  </a:cubicBezTo>
                  <a:cubicBezTo>
                    <a:pt x="104" y="4"/>
                    <a:pt x="96" y="0"/>
                    <a:pt x="89" y="1"/>
                  </a:cubicBezTo>
                </a:path>
              </a:pathLst>
            </a:custGeom>
            <a:solidFill>
              <a:srgbClr val="1591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1272" name="Freeform 877">
              <a:extLst>
                <a:ext uri="{FF2B5EF4-FFF2-40B4-BE49-F238E27FC236}">
                  <a16:creationId xmlns:a16="http://schemas.microsoft.com/office/drawing/2014/main" id="{01D7E68B-8FF8-41E3-B08B-694AC1904A7B}"/>
                </a:ext>
              </a:extLst>
            </p:cNvPr>
            <p:cNvSpPr>
              <a:spLocks/>
            </p:cNvSpPr>
            <p:nvPr/>
          </p:nvSpPr>
          <p:spPr bwMode="auto">
            <a:xfrm>
              <a:off x="983" y="3796"/>
              <a:ext cx="60" cy="29"/>
            </a:xfrm>
            <a:custGeom>
              <a:avLst/>
              <a:gdLst>
                <a:gd name="T0" fmla="*/ 0 w 56"/>
                <a:gd name="T1" fmla="*/ 4 h 27"/>
                <a:gd name="T2" fmla="*/ 41 w 56"/>
                <a:gd name="T3" fmla="*/ 6 h 27"/>
                <a:gd name="T4" fmla="*/ 64 w 56"/>
                <a:gd name="T5" fmla="*/ 33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6" h="27">
                  <a:moveTo>
                    <a:pt x="0" y="4"/>
                  </a:moveTo>
                  <a:cubicBezTo>
                    <a:pt x="13" y="2"/>
                    <a:pt x="20" y="0"/>
                    <a:pt x="33" y="6"/>
                  </a:cubicBezTo>
                  <a:cubicBezTo>
                    <a:pt x="39" y="9"/>
                    <a:pt x="56" y="24"/>
                    <a:pt x="52" y="27"/>
                  </a:cubicBezTo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1273" name="Freeform 878">
              <a:extLst>
                <a:ext uri="{FF2B5EF4-FFF2-40B4-BE49-F238E27FC236}">
                  <a16:creationId xmlns:a16="http://schemas.microsoft.com/office/drawing/2014/main" id="{E3F24110-A15B-4E5B-9F4E-92F26CBF928E}"/>
                </a:ext>
              </a:extLst>
            </p:cNvPr>
            <p:cNvSpPr>
              <a:spLocks/>
            </p:cNvSpPr>
            <p:nvPr/>
          </p:nvSpPr>
          <p:spPr bwMode="auto">
            <a:xfrm>
              <a:off x="961" y="3821"/>
              <a:ext cx="56" cy="32"/>
            </a:xfrm>
            <a:custGeom>
              <a:avLst/>
              <a:gdLst>
                <a:gd name="T0" fmla="*/ 0 w 53"/>
                <a:gd name="T1" fmla="*/ 1 h 30"/>
                <a:gd name="T2" fmla="*/ 39 w 53"/>
                <a:gd name="T3" fmla="*/ 6 h 30"/>
                <a:gd name="T4" fmla="*/ 62 w 53"/>
                <a:gd name="T5" fmla="*/ 36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3" h="30">
                  <a:moveTo>
                    <a:pt x="0" y="1"/>
                  </a:moveTo>
                  <a:cubicBezTo>
                    <a:pt x="13" y="1"/>
                    <a:pt x="22" y="0"/>
                    <a:pt x="33" y="6"/>
                  </a:cubicBezTo>
                  <a:cubicBezTo>
                    <a:pt x="46" y="13"/>
                    <a:pt x="47" y="18"/>
                    <a:pt x="53" y="30"/>
                  </a:cubicBezTo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1274" name="Freeform 879">
              <a:extLst>
                <a:ext uri="{FF2B5EF4-FFF2-40B4-BE49-F238E27FC236}">
                  <a16:creationId xmlns:a16="http://schemas.microsoft.com/office/drawing/2014/main" id="{B27B7ED2-68EC-4BE1-AA1C-E40F471D96FA}"/>
                </a:ext>
              </a:extLst>
            </p:cNvPr>
            <p:cNvSpPr>
              <a:spLocks/>
            </p:cNvSpPr>
            <p:nvPr/>
          </p:nvSpPr>
          <p:spPr bwMode="auto">
            <a:xfrm>
              <a:off x="938" y="3841"/>
              <a:ext cx="43" cy="45"/>
            </a:xfrm>
            <a:custGeom>
              <a:avLst/>
              <a:gdLst>
                <a:gd name="T0" fmla="*/ 0 w 40"/>
                <a:gd name="T1" fmla="*/ 0 h 42"/>
                <a:gd name="T2" fmla="*/ 49 w 40"/>
                <a:gd name="T3" fmla="*/ 51 h 4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0" h="42">
                  <a:moveTo>
                    <a:pt x="0" y="0"/>
                  </a:moveTo>
                  <a:cubicBezTo>
                    <a:pt x="17" y="9"/>
                    <a:pt x="39" y="20"/>
                    <a:pt x="40" y="42"/>
                  </a:cubicBezTo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1275" name="Freeform 880">
              <a:extLst>
                <a:ext uri="{FF2B5EF4-FFF2-40B4-BE49-F238E27FC236}">
                  <a16:creationId xmlns:a16="http://schemas.microsoft.com/office/drawing/2014/main" id="{751BD0BE-5DEB-480D-A152-009C0D272952}"/>
                </a:ext>
              </a:extLst>
            </p:cNvPr>
            <p:cNvSpPr>
              <a:spLocks/>
            </p:cNvSpPr>
            <p:nvPr/>
          </p:nvSpPr>
          <p:spPr bwMode="auto">
            <a:xfrm>
              <a:off x="910" y="3871"/>
              <a:ext cx="45" cy="30"/>
            </a:xfrm>
            <a:custGeom>
              <a:avLst/>
              <a:gdLst>
                <a:gd name="T0" fmla="*/ 0 w 42"/>
                <a:gd name="T1" fmla="*/ 0 h 28"/>
                <a:gd name="T2" fmla="*/ 32 w 42"/>
                <a:gd name="T3" fmla="*/ 15 h 28"/>
                <a:gd name="T4" fmla="*/ 51 w 42"/>
                <a:gd name="T5" fmla="*/ 34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" h="28">
                  <a:moveTo>
                    <a:pt x="0" y="0"/>
                  </a:moveTo>
                  <a:cubicBezTo>
                    <a:pt x="11" y="4"/>
                    <a:pt x="17" y="4"/>
                    <a:pt x="26" y="12"/>
                  </a:cubicBezTo>
                  <a:cubicBezTo>
                    <a:pt x="31" y="16"/>
                    <a:pt x="41" y="24"/>
                    <a:pt x="42" y="28"/>
                  </a:cubicBezTo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1276" name="Freeform 881">
              <a:extLst>
                <a:ext uri="{FF2B5EF4-FFF2-40B4-BE49-F238E27FC236}">
                  <a16:creationId xmlns:a16="http://schemas.microsoft.com/office/drawing/2014/main" id="{CBE35665-E8DB-4F92-BC85-61080FB7B730}"/>
                </a:ext>
              </a:extLst>
            </p:cNvPr>
            <p:cNvSpPr>
              <a:spLocks/>
            </p:cNvSpPr>
            <p:nvPr/>
          </p:nvSpPr>
          <p:spPr bwMode="auto">
            <a:xfrm>
              <a:off x="818" y="3897"/>
              <a:ext cx="72" cy="102"/>
            </a:xfrm>
            <a:custGeom>
              <a:avLst/>
              <a:gdLst>
                <a:gd name="T0" fmla="*/ 57 w 67"/>
                <a:gd name="T1" fmla="*/ 0 h 95"/>
                <a:gd name="T2" fmla="*/ 5 w 67"/>
                <a:gd name="T3" fmla="*/ 67 h 95"/>
                <a:gd name="T4" fmla="*/ 40 w 67"/>
                <a:gd name="T5" fmla="*/ 103 h 95"/>
                <a:gd name="T6" fmla="*/ 83 w 67"/>
                <a:gd name="T7" fmla="*/ 115 h 95"/>
                <a:gd name="T8" fmla="*/ 55 w 67"/>
                <a:gd name="T9" fmla="*/ 94 h 95"/>
                <a:gd name="T10" fmla="*/ 38 w 67"/>
                <a:gd name="T11" fmla="*/ 57 h 95"/>
                <a:gd name="T12" fmla="*/ 57 w 67"/>
                <a:gd name="T13" fmla="*/ 3 h 9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7" h="95">
                  <a:moveTo>
                    <a:pt x="46" y="0"/>
                  </a:moveTo>
                  <a:cubicBezTo>
                    <a:pt x="29" y="12"/>
                    <a:pt x="0" y="29"/>
                    <a:pt x="5" y="54"/>
                  </a:cubicBezTo>
                  <a:cubicBezTo>
                    <a:pt x="7" y="70"/>
                    <a:pt x="20" y="76"/>
                    <a:pt x="32" y="83"/>
                  </a:cubicBezTo>
                  <a:cubicBezTo>
                    <a:pt x="40" y="89"/>
                    <a:pt x="58" y="95"/>
                    <a:pt x="67" y="93"/>
                  </a:cubicBezTo>
                  <a:cubicBezTo>
                    <a:pt x="67" y="85"/>
                    <a:pt x="50" y="81"/>
                    <a:pt x="44" y="76"/>
                  </a:cubicBezTo>
                  <a:cubicBezTo>
                    <a:pt x="35" y="68"/>
                    <a:pt x="31" y="58"/>
                    <a:pt x="31" y="46"/>
                  </a:cubicBezTo>
                  <a:cubicBezTo>
                    <a:pt x="31" y="30"/>
                    <a:pt x="40" y="17"/>
                    <a:pt x="46" y="3"/>
                  </a:cubicBezTo>
                </a:path>
              </a:pathLst>
            </a:custGeom>
            <a:solidFill>
              <a:srgbClr val="1591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1277" name="Freeform 882">
              <a:extLst>
                <a:ext uri="{FF2B5EF4-FFF2-40B4-BE49-F238E27FC236}">
                  <a16:creationId xmlns:a16="http://schemas.microsoft.com/office/drawing/2014/main" id="{0F6A969C-89E9-4283-A0EB-063D02208021}"/>
                </a:ext>
              </a:extLst>
            </p:cNvPr>
            <p:cNvSpPr>
              <a:spLocks/>
            </p:cNvSpPr>
            <p:nvPr/>
          </p:nvSpPr>
          <p:spPr bwMode="auto">
            <a:xfrm>
              <a:off x="826" y="3920"/>
              <a:ext cx="29" cy="61"/>
            </a:xfrm>
            <a:custGeom>
              <a:avLst/>
              <a:gdLst>
                <a:gd name="T0" fmla="*/ 17 w 27"/>
                <a:gd name="T1" fmla="*/ 0 h 56"/>
                <a:gd name="T2" fmla="*/ 2 w 27"/>
                <a:gd name="T3" fmla="*/ 38 h 56"/>
                <a:gd name="T4" fmla="*/ 33 w 27"/>
                <a:gd name="T5" fmla="*/ 72 h 56"/>
                <a:gd name="T6" fmla="*/ 16 w 27"/>
                <a:gd name="T7" fmla="*/ 2 h 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56">
                  <a:moveTo>
                    <a:pt x="14" y="0"/>
                  </a:moveTo>
                  <a:cubicBezTo>
                    <a:pt x="10" y="10"/>
                    <a:pt x="0" y="16"/>
                    <a:pt x="2" y="29"/>
                  </a:cubicBezTo>
                  <a:cubicBezTo>
                    <a:pt x="4" y="41"/>
                    <a:pt x="14" y="55"/>
                    <a:pt x="27" y="56"/>
                  </a:cubicBezTo>
                  <a:cubicBezTo>
                    <a:pt x="11" y="45"/>
                    <a:pt x="4" y="18"/>
                    <a:pt x="13" y="2"/>
                  </a:cubicBezTo>
                </a:path>
              </a:pathLst>
            </a:custGeom>
            <a:solidFill>
              <a:srgbClr val="4EC1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1278" name="Freeform 883">
              <a:extLst>
                <a:ext uri="{FF2B5EF4-FFF2-40B4-BE49-F238E27FC236}">
                  <a16:creationId xmlns:a16="http://schemas.microsoft.com/office/drawing/2014/main" id="{A495DCC0-29BA-4642-B42B-2D00F782B6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0" y="3734"/>
              <a:ext cx="21" cy="47"/>
            </a:xfrm>
            <a:custGeom>
              <a:avLst/>
              <a:gdLst>
                <a:gd name="T0" fmla="*/ 0 w 20"/>
                <a:gd name="T1" fmla="*/ 0 h 44"/>
                <a:gd name="T2" fmla="*/ 7 w 20"/>
                <a:gd name="T3" fmla="*/ 53 h 44"/>
                <a:gd name="T4" fmla="*/ 3 w 20"/>
                <a:gd name="T5" fmla="*/ 3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44">
                  <a:moveTo>
                    <a:pt x="0" y="0"/>
                  </a:moveTo>
                  <a:cubicBezTo>
                    <a:pt x="20" y="8"/>
                    <a:pt x="12" y="29"/>
                    <a:pt x="7" y="44"/>
                  </a:cubicBezTo>
                  <a:cubicBezTo>
                    <a:pt x="6" y="35"/>
                    <a:pt x="15" y="6"/>
                    <a:pt x="3" y="3"/>
                  </a:cubicBezTo>
                </a:path>
              </a:pathLst>
            </a:custGeom>
            <a:solidFill>
              <a:srgbClr val="4EC1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1279" name="Freeform 884">
              <a:extLst>
                <a:ext uri="{FF2B5EF4-FFF2-40B4-BE49-F238E27FC236}">
                  <a16:creationId xmlns:a16="http://schemas.microsoft.com/office/drawing/2014/main" id="{3D1BA3F8-3B14-434D-9930-D48C54699F1E}"/>
                </a:ext>
              </a:extLst>
            </p:cNvPr>
            <p:cNvSpPr>
              <a:spLocks/>
            </p:cNvSpPr>
            <p:nvPr/>
          </p:nvSpPr>
          <p:spPr bwMode="auto">
            <a:xfrm>
              <a:off x="980" y="3892"/>
              <a:ext cx="10" cy="9"/>
            </a:xfrm>
            <a:custGeom>
              <a:avLst/>
              <a:gdLst>
                <a:gd name="T0" fmla="*/ 0 w 9"/>
                <a:gd name="T1" fmla="*/ 7 h 9"/>
                <a:gd name="T2" fmla="*/ 11 w 9"/>
                <a:gd name="T3" fmla="*/ 0 h 9"/>
                <a:gd name="T4" fmla="*/ 12 w 9"/>
                <a:gd name="T5" fmla="*/ 9 h 9"/>
                <a:gd name="T6" fmla="*/ 2 w 9"/>
                <a:gd name="T7" fmla="*/ 7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9">
                  <a:moveTo>
                    <a:pt x="0" y="7"/>
                  </a:moveTo>
                  <a:cubicBezTo>
                    <a:pt x="5" y="8"/>
                    <a:pt x="8" y="4"/>
                    <a:pt x="8" y="0"/>
                  </a:cubicBezTo>
                  <a:cubicBezTo>
                    <a:pt x="9" y="3"/>
                    <a:pt x="9" y="6"/>
                    <a:pt x="9" y="9"/>
                  </a:cubicBezTo>
                  <a:cubicBezTo>
                    <a:pt x="6" y="9"/>
                    <a:pt x="4" y="9"/>
                    <a:pt x="2" y="7"/>
                  </a:cubicBezTo>
                </a:path>
              </a:pathLst>
            </a:custGeom>
            <a:solidFill>
              <a:srgbClr val="4EC1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1280" name="Freeform 885">
              <a:extLst>
                <a:ext uri="{FF2B5EF4-FFF2-40B4-BE49-F238E27FC236}">
                  <a16:creationId xmlns:a16="http://schemas.microsoft.com/office/drawing/2014/main" id="{308315A2-7D8B-489B-BF44-EB985DD640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3" y="3852"/>
              <a:ext cx="10" cy="12"/>
            </a:xfrm>
            <a:custGeom>
              <a:avLst/>
              <a:gdLst>
                <a:gd name="T0" fmla="*/ 0 w 10"/>
                <a:gd name="T1" fmla="*/ 14 h 11"/>
                <a:gd name="T2" fmla="*/ 5 w 10"/>
                <a:gd name="T3" fmla="*/ 0 h 11"/>
                <a:gd name="T4" fmla="*/ 3 w 10"/>
                <a:gd name="T5" fmla="*/ 13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1">
                  <a:moveTo>
                    <a:pt x="0" y="11"/>
                  </a:moveTo>
                  <a:cubicBezTo>
                    <a:pt x="5" y="10"/>
                    <a:pt x="7" y="4"/>
                    <a:pt x="5" y="0"/>
                  </a:cubicBezTo>
                  <a:cubicBezTo>
                    <a:pt x="8" y="3"/>
                    <a:pt x="10" y="10"/>
                    <a:pt x="3" y="10"/>
                  </a:cubicBezTo>
                </a:path>
              </a:pathLst>
            </a:custGeom>
            <a:solidFill>
              <a:srgbClr val="4EC1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1281" name="Freeform 886">
              <a:extLst>
                <a:ext uri="{FF2B5EF4-FFF2-40B4-BE49-F238E27FC236}">
                  <a16:creationId xmlns:a16="http://schemas.microsoft.com/office/drawing/2014/main" id="{13C5AA2D-5CC1-4E7E-ACEA-462AC33926FD}"/>
                </a:ext>
              </a:extLst>
            </p:cNvPr>
            <p:cNvSpPr>
              <a:spLocks/>
            </p:cNvSpPr>
            <p:nvPr/>
          </p:nvSpPr>
          <p:spPr bwMode="auto">
            <a:xfrm>
              <a:off x="954" y="3903"/>
              <a:ext cx="13" cy="15"/>
            </a:xfrm>
            <a:custGeom>
              <a:avLst/>
              <a:gdLst>
                <a:gd name="T0" fmla="*/ 0 w 12"/>
                <a:gd name="T1" fmla="*/ 12 h 14"/>
                <a:gd name="T2" fmla="*/ 11 w 12"/>
                <a:gd name="T3" fmla="*/ 0 h 14"/>
                <a:gd name="T4" fmla="*/ 3 w 12"/>
                <a:gd name="T5" fmla="*/ 12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4">
                  <a:moveTo>
                    <a:pt x="0" y="9"/>
                  </a:moveTo>
                  <a:cubicBezTo>
                    <a:pt x="5" y="8"/>
                    <a:pt x="12" y="6"/>
                    <a:pt x="8" y="0"/>
                  </a:cubicBezTo>
                  <a:cubicBezTo>
                    <a:pt x="12" y="5"/>
                    <a:pt x="10" y="14"/>
                    <a:pt x="3" y="9"/>
                  </a:cubicBezTo>
                </a:path>
              </a:pathLst>
            </a:custGeom>
            <a:solidFill>
              <a:srgbClr val="4EC1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1282" name="Freeform 887">
              <a:extLst>
                <a:ext uri="{FF2B5EF4-FFF2-40B4-BE49-F238E27FC236}">
                  <a16:creationId xmlns:a16="http://schemas.microsoft.com/office/drawing/2014/main" id="{CC450E71-D0E6-43A4-9FEA-6139263AB4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8" y="3704"/>
              <a:ext cx="492" cy="360"/>
            </a:xfrm>
            <a:custGeom>
              <a:avLst/>
              <a:gdLst>
                <a:gd name="T0" fmla="*/ 18 w 459"/>
                <a:gd name="T1" fmla="*/ 80 h 336"/>
                <a:gd name="T2" fmla="*/ 16 w 459"/>
                <a:gd name="T3" fmla="*/ 160 h 336"/>
                <a:gd name="T4" fmla="*/ 20 w 459"/>
                <a:gd name="T5" fmla="*/ 213 h 336"/>
                <a:gd name="T6" fmla="*/ 19 w 459"/>
                <a:gd name="T7" fmla="*/ 245 h 336"/>
                <a:gd name="T8" fmla="*/ 177 w 459"/>
                <a:gd name="T9" fmla="*/ 280 h 336"/>
                <a:gd name="T10" fmla="*/ 204 w 459"/>
                <a:gd name="T11" fmla="*/ 273 h 336"/>
                <a:gd name="T12" fmla="*/ 282 w 459"/>
                <a:gd name="T13" fmla="*/ 327 h 336"/>
                <a:gd name="T14" fmla="*/ 490 w 459"/>
                <a:gd name="T15" fmla="*/ 343 h 336"/>
                <a:gd name="T16" fmla="*/ 442 w 459"/>
                <a:gd name="T17" fmla="*/ 204 h 336"/>
                <a:gd name="T18" fmla="*/ 323 w 459"/>
                <a:gd name="T19" fmla="*/ 102 h 336"/>
                <a:gd name="T20" fmla="*/ 314 w 459"/>
                <a:gd name="T21" fmla="*/ 10 h 336"/>
                <a:gd name="T22" fmla="*/ 203 w 459"/>
                <a:gd name="T23" fmla="*/ 86 h 336"/>
                <a:gd name="T24" fmla="*/ 214 w 459"/>
                <a:gd name="T25" fmla="*/ 137 h 336"/>
                <a:gd name="T26" fmla="*/ 121 w 459"/>
                <a:gd name="T27" fmla="*/ 101 h 336"/>
                <a:gd name="T28" fmla="*/ 18 w 459"/>
                <a:gd name="T29" fmla="*/ 80 h 3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459" h="336">
                  <a:moveTo>
                    <a:pt x="15" y="65"/>
                  </a:moveTo>
                  <a:cubicBezTo>
                    <a:pt x="15" y="65"/>
                    <a:pt x="24" y="104"/>
                    <a:pt x="13" y="130"/>
                  </a:cubicBezTo>
                  <a:cubicBezTo>
                    <a:pt x="2" y="155"/>
                    <a:pt x="17" y="174"/>
                    <a:pt x="17" y="174"/>
                  </a:cubicBezTo>
                  <a:cubicBezTo>
                    <a:pt x="17" y="174"/>
                    <a:pt x="0" y="186"/>
                    <a:pt x="16" y="200"/>
                  </a:cubicBezTo>
                  <a:cubicBezTo>
                    <a:pt x="31" y="213"/>
                    <a:pt x="144" y="228"/>
                    <a:pt x="144" y="228"/>
                  </a:cubicBezTo>
                  <a:cubicBezTo>
                    <a:pt x="144" y="228"/>
                    <a:pt x="157" y="227"/>
                    <a:pt x="165" y="222"/>
                  </a:cubicBezTo>
                  <a:cubicBezTo>
                    <a:pt x="165" y="222"/>
                    <a:pt x="214" y="252"/>
                    <a:pt x="229" y="266"/>
                  </a:cubicBezTo>
                  <a:cubicBezTo>
                    <a:pt x="244" y="280"/>
                    <a:pt x="335" y="336"/>
                    <a:pt x="397" y="279"/>
                  </a:cubicBezTo>
                  <a:cubicBezTo>
                    <a:pt x="459" y="222"/>
                    <a:pt x="384" y="173"/>
                    <a:pt x="358" y="165"/>
                  </a:cubicBezTo>
                  <a:cubicBezTo>
                    <a:pt x="331" y="157"/>
                    <a:pt x="262" y="83"/>
                    <a:pt x="262" y="83"/>
                  </a:cubicBezTo>
                  <a:cubicBezTo>
                    <a:pt x="262" y="83"/>
                    <a:pt x="291" y="15"/>
                    <a:pt x="255" y="7"/>
                  </a:cubicBezTo>
                  <a:cubicBezTo>
                    <a:pt x="220" y="0"/>
                    <a:pt x="136" y="18"/>
                    <a:pt x="164" y="70"/>
                  </a:cubicBezTo>
                  <a:cubicBezTo>
                    <a:pt x="177" y="95"/>
                    <a:pt x="174" y="111"/>
                    <a:pt x="174" y="111"/>
                  </a:cubicBezTo>
                  <a:cubicBezTo>
                    <a:pt x="174" y="111"/>
                    <a:pt x="115" y="104"/>
                    <a:pt x="98" y="82"/>
                  </a:cubicBezTo>
                  <a:cubicBezTo>
                    <a:pt x="73" y="50"/>
                    <a:pt x="13" y="55"/>
                    <a:pt x="15" y="65"/>
                  </a:cubicBezTo>
                  <a:close/>
                </a:path>
              </a:pathLst>
            </a:custGeom>
            <a:solidFill>
              <a:srgbClr val="1870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1283" name="Freeform 888">
              <a:extLst>
                <a:ext uri="{FF2B5EF4-FFF2-40B4-BE49-F238E27FC236}">
                  <a16:creationId xmlns:a16="http://schemas.microsoft.com/office/drawing/2014/main" id="{1162AEBA-A5EB-4C7E-8419-674F628404B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8" y="3762"/>
              <a:ext cx="156" cy="186"/>
            </a:xfrm>
            <a:custGeom>
              <a:avLst/>
              <a:gdLst>
                <a:gd name="T0" fmla="*/ 19 w 146"/>
                <a:gd name="T1" fmla="*/ 179 h 174"/>
                <a:gd name="T2" fmla="*/ 176 w 146"/>
                <a:gd name="T3" fmla="*/ 213 h 174"/>
                <a:gd name="T4" fmla="*/ 178 w 146"/>
                <a:gd name="T5" fmla="*/ 213 h 174"/>
                <a:gd name="T6" fmla="*/ 60 w 146"/>
                <a:gd name="T7" fmla="*/ 183 h 174"/>
                <a:gd name="T8" fmla="*/ 53 w 146"/>
                <a:gd name="T9" fmla="*/ 158 h 174"/>
                <a:gd name="T10" fmla="*/ 57 w 146"/>
                <a:gd name="T11" fmla="*/ 98 h 174"/>
                <a:gd name="T12" fmla="*/ 58 w 146"/>
                <a:gd name="T13" fmla="*/ 19 h 174"/>
                <a:gd name="T14" fmla="*/ 83 w 146"/>
                <a:gd name="T15" fmla="*/ 11 h 174"/>
                <a:gd name="T16" fmla="*/ 18 w 146"/>
                <a:gd name="T17" fmla="*/ 14 h 174"/>
                <a:gd name="T18" fmla="*/ 16 w 146"/>
                <a:gd name="T19" fmla="*/ 93 h 174"/>
                <a:gd name="T20" fmla="*/ 20 w 146"/>
                <a:gd name="T21" fmla="*/ 146 h 174"/>
                <a:gd name="T22" fmla="*/ 19 w 146"/>
                <a:gd name="T23" fmla="*/ 179 h 17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46" h="174">
                  <a:moveTo>
                    <a:pt x="16" y="146"/>
                  </a:moveTo>
                  <a:cubicBezTo>
                    <a:pt x="31" y="159"/>
                    <a:pt x="144" y="174"/>
                    <a:pt x="144" y="174"/>
                  </a:cubicBezTo>
                  <a:cubicBezTo>
                    <a:pt x="144" y="174"/>
                    <a:pt x="144" y="174"/>
                    <a:pt x="146" y="174"/>
                  </a:cubicBezTo>
                  <a:cubicBezTo>
                    <a:pt x="111" y="168"/>
                    <a:pt x="59" y="159"/>
                    <a:pt x="49" y="150"/>
                  </a:cubicBezTo>
                  <a:cubicBezTo>
                    <a:pt x="34" y="136"/>
                    <a:pt x="44" y="129"/>
                    <a:pt x="44" y="129"/>
                  </a:cubicBezTo>
                  <a:cubicBezTo>
                    <a:pt x="44" y="129"/>
                    <a:pt x="36" y="106"/>
                    <a:pt x="47" y="80"/>
                  </a:cubicBezTo>
                  <a:cubicBezTo>
                    <a:pt x="57" y="55"/>
                    <a:pt x="48" y="16"/>
                    <a:pt x="48" y="16"/>
                  </a:cubicBezTo>
                  <a:cubicBezTo>
                    <a:pt x="48" y="12"/>
                    <a:pt x="56" y="9"/>
                    <a:pt x="68" y="8"/>
                  </a:cubicBezTo>
                  <a:cubicBezTo>
                    <a:pt x="42" y="0"/>
                    <a:pt x="14" y="4"/>
                    <a:pt x="15" y="11"/>
                  </a:cubicBezTo>
                  <a:cubicBezTo>
                    <a:pt x="15" y="11"/>
                    <a:pt x="24" y="50"/>
                    <a:pt x="13" y="76"/>
                  </a:cubicBezTo>
                  <a:cubicBezTo>
                    <a:pt x="2" y="101"/>
                    <a:pt x="17" y="120"/>
                    <a:pt x="17" y="120"/>
                  </a:cubicBezTo>
                  <a:cubicBezTo>
                    <a:pt x="17" y="120"/>
                    <a:pt x="0" y="132"/>
                    <a:pt x="16" y="146"/>
                  </a:cubicBezTo>
                  <a:close/>
                </a:path>
              </a:pathLst>
            </a:custGeom>
            <a:solidFill>
              <a:srgbClr val="0964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1284" name="Freeform 889">
              <a:extLst>
                <a:ext uri="{FF2B5EF4-FFF2-40B4-BE49-F238E27FC236}">
                  <a16:creationId xmlns:a16="http://schemas.microsoft.com/office/drawing/2014/main" id="{71CF8BBF-3E17-43D1-B5F0-FDFF07E7C9F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8" y="3704"/>
              <a:ext cx="492" cy="360"/>
            </a:xfrm>
            <a:custGeom>
              <a:avLst/>
              <a:gdLst>
                <a:gd name="T0" fmla="*/ 18 w 459"/>
                <a:gd name="T1" fmla="*/ 80 h 336"/>
                <a:gd name="T2" fmla="*/ 16 w 459"/>
                <a:gd name="T3" fmla="*/ 160 h 336"/>
                <a:gd name="T4" fmla="*/ 20 w 459"/>
                <a:gd name="T5" fmla="*/ 213 h 336"/>
                <a:gd name="T6" fmla="*/ 19 w 459"/>
                <a:gd name="T7" fmla="*/ 245 h 336"/>
                <a:gd name="T8" fmla="*/ 177 w 459"/>
                <a:gd name="T9" fmla="*/ 280 h 336"/>
                <a:gd name="T10" fmla="*/ 204 w 459"/>
                <a:gd name="T11" fmla="*/ 273 h 336"/>
                <a:gd name="T12" fmla="*/ 282 w 459"/>
                <a:gd name="T13" fmla="*/ 327 h 336"/>
                <a:gd name="T14" fmla="*/ 490 w 459"/>
                <a:gd name="T15" fmla="*/ 343 h 336"/>
                <a:gd name="T16" fmla="*/ 442 w 459"/>
                <a:gd name="T17" fmla="*/ 204 h 336"/>
                <a:gd name="T18" fmla="*/ 323 w 459"/>
                <a:gd name="T19" fmla="*/ 102 h 336"/>
                <a:gd name="T20" fmla="*/ 314 w 459"/>
                <a:gd name="T21" fmla="*/ 10 h 336"/>
                <a:gd name="T22" fmla="*/ 203 w 459"/>
                <a:gd name="T23" fmla="*/ 86 h 336"/>
                <a:gd name="T24" fmla="*/ 214 w 459"/>
                <a:gd name="T25" fmla="*/ 137 h 336"/>
                <a:gd name="T26" fmla="*/ 121 w 459"/>
                <a:gd name="T27" fmla="*/ 101 h 336"/>
                <a:gd name="T28" fmla="*/ 18 w 459"/>
                <a:gd name="T29" fmla="*/ 80 h 3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459" h="336">
                  <a:moveTo>
                    <a:pt x="15" y="65"/>
                  </a:moveTo>
                  <a:cubicBezTo>
                    <a:pt x="15" y="65"/>
                    <a:pt x="24" y="104"/>
                    <a:pt x="13" y="130"/>
                  </a:cubicBezTo>
                  <a:cubicBezTo>
                    <a:pt x="2" y="155"/>
                    <a:pt x="17" y="174"/>
                    <a:pt x="17" y="174"/>
                  </a:cubicBezTo>
                  <a:cubicBezTo>
                    <a:pt x="17" y="174"/>
                    <a:pt x="0" y="186"/>
                    <a:pt x="16" y="200"/>
                  </a:cubicBezTo>
                  <a:cubicBezTo>
                    <a:pt x="31" y="213"/>
                    <a:pt x="144" y="228"/>
                    <a:pt x="144" y="228"/>
                  </a:cubicBezTo>
                  <a:cubicBezTo>
                    <a:pt x="144" y="228"/>
                    <a:pt x="157" y="227"/>
                    <a:pt x="165" y="222"/>
                  </a:cubicBezTo>
                  <a:cubicBezTo>
                    <a:pt x="165" y="222"/>
                    <a:pt x="214" y="252"/>
                    <a:pt x="229" y="266"/>
                  </a:cubicBezTo>
                  <a:cubicBezTo>
                    <a:pt x="244" y="280"/>
                    <a:pt x="335" y="336"/>
                    <a:pt x="397" y="279"/>
                  </a:cubicBezTo>
                  <a:cubicBezTo>
                    <a:pt x="459" y="222"/>
                    <a:pt x="384" y="173"/>
                    <a:pt x="358" y="165"/>
                  </a:cubicBezTo>
                  <a:cubicBezTo>
                    <a:pt x="331" y="157"/>
                    <a:pt x="262" y="83"/>
                    <a:pt x="262" y="83"/>
                  </a:cubicBezTo>
                  <a:cubicBezTo>
                    <a:pt x="262" y="83"/>
                    <a:pt x="291" y="15"/>
                    <a:pt x="255" y="7"/>
                  </a:cubicBezTo>
                  <a:cubicBezTo>
                    <a:pt x="220" y="0"/>
                    <a:pt x="136" y="18"/>
                    <a:pt x="164" y="70"/>
                  </a:cubicBezTo>
                  <a:cubicBezTo>
                    <a:pt x="177" y="95"/>
                    <a:pt x="174" y="111"/>
                    <a:pt x="174" y="111"/>
                  </a:cubicBezTo>
                  <a:cubicBezTo>
                    <a:pt x="174" y="111"/>
                    <a:pt x="115" y="104"/>
                    <a:pt x="98" y="82"/>
                  </a:cubicBezTo>
                  <a:cubicBezTo>
                    <a:pt x="73" y="50"/>
                    <a:pt x="13" y="55"/>
                    <a:pt x="15" y="65"/>
                  </a:cubicBezTo>
                  <a:close/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1285" name="Freeform 890">
              <a:extLst>
                <a:ext uri="{FF2B5EF4-FFF2-40B4-BE49-F238E27FC236}">
                  <a16:creationId xmlns:a16="http://schemas.microsoft.com/office/drawing/2014/main" id="{6F8D0AAC-C948-45AA-A20A-FFBA3ED5FF8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6" y="3890"/>
              <a:ext cx="159" cy="52"/>
            </a:xfrm>
            <a:custGeom>
              <a:avLst/>
              <a:gdLst>
                <a:gd name="T0" fmla="*/ 0 w 148"/>
                <a:gd name="T1" fmla="*/ 0 h 48"/>
                <a:gd name="T2" fmla="*/ 92 w 148"/>
                <a:gd name="T3" fmla="*/ 26 h 48"/>
                <a:gd name="T4" fmla="*/ 184 w 148"/>
                <a:gd name="T5" fmla="*/ 61 h 4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8" h="48">
                  <a:moveTo>
                    <a:pt x="0" y="0"/>
                  </a:moveTo>
                  <a:cubicBezTo>
                    <a:pt x="0" y="0"/>
                    <a:pt x="36" y="15"/>
                    <a:pt x="74" y="20"/>
                  </a:cubicBezTo>
                  <a:cubicBezTo>
                    <a:pt x="112" y="25"/>
                    <a:pt x="129" y="33"/>
                    <a:pt x="148" y="48"/>
                  </a:cubicBezTo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1286" name="Freeform 891">
              <a:extLst>
                <a:ext uri="{FF2B5EF4-FFF2-40B4-BE49-F238E27FC236}">
                  <a16:creationId xmlns:a16="http://schemas.microsoft.com/office/drawing/2014/main" id="{B872DC59-48B8-4CAA-9F9F-52D471B146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0" y="3925"/>
              <a:ext cx="289" cy="152"/>
            </a:xfrm>
            <a:custGeom>
              <a:avLst/>
              <a:gdLst>
                <a:gd name="T0" fmla="*/ 0 w 270"/>
                <a:gd name="T1" fmla="*/ 0 h 142"/>
                <a:gd name="T2" fmla="*/ 69 w 270"/>
                <a:gd name="T3" fmla="*/ 33 h 142"/>
                <a:gd name="T4" fmla="*/ 331 w 270"/>
                <a:gd name="T5" fmla="*/ 66 h 1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0" h="142">
                  <a:moveTo>
                    <a:pt x="0" y="0"/>
                  </a:moveTo>
                  <a:cubicBezTo>
                    <a:pt x="0" y="0"/>
                    <a:pt x="29" y="12"/>
                    <a:pt x="56" y="27"/>
                  </a:cubicBezTo>
                  <a:cubicBezTo>
                    <a:pt x="83" y="42"/>
                    <a:pt x="185" y="142"/>
                    <a:pt x="270" y="54"/>
                  </a:cubicBezTo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1287" name="Freeform 892">
              <a:extLst>
                <a:ext uri="{FF2B5EF4-FFF2-40B4-BE49-F238E27FC236}">
                  <a16:creationId xmlns:a16="http://schemas.microsoft.com/office/drawing/2014/main" id="{08F1554B-19C1-4065-BECE-AA0EB852632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2" y="3930"/>
              <a:ext cx="14" cy="18"/>
            </a:xfrm>
            <a:custGeom>
              <a:avLst/>
              <a:gdLst>
                <a:gd name="T0" fmla="*/ 0 w 13"/>
                <a:gd name="T1" fmla="*/ 20 h 17"/>
                <a:gd name="T2" fmla="*/ 5 w 13"/>
                <a:gd name="T3" fmla="*/ 0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7">
                  <a:moveTo>
                    <a:pt x="0" y="17"/>
                  </a:moveTo>
                  <a:cubicBezTo>
                    <a:pt x="0" y="17"/>
                    <a:pt x="13" y="4"/>
                    <a:pt x="5" y="0"/>
                  </a:cubicBezTo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1288" name="Freeform 893">
              <a:extLst>
                <a:ext uri="{FF2B5EF4-FFF2-40B4-BE49-F238E27FC236}">
                  <a16:creationId xmlns:a16="http://schemas.microsoft.com/office/drawing/2014/main" id="{6403F23F-664A-44C0-B83C-385F807C56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1" y="3792"/>
              <a:ext cx="169" cy="124"/>
            </a:xfrm>
            <a:custGeom>
              <a:avLst/>
              <a:gdLst>
                <a:gd name="T0" fmla="*/ 0 w 158"/>
                <a:gd name="T1" fmla="*/ 32 h 116"/>
                <a:gd name="T2" fmla="*/ 45 w 158"/>
                <a:gd name="T3" fmla="*/ 13 h 116"/>
                <a:gd name="T4" fmla="*/ 63 w 158"/>
                <a:gd name="T5" fmla="*/ 36 h 116"/>
                <a:gd name="T6" fmla="*/ 91 w 158"/>
                <a:gd name="T7" fmla="*/ 65 h 116"/>
                <a:gd name="T8" fmla="*/ 144 w 158"/>
                <a:gd name="T9" fmla="*/ 114 h 116"/>
                <a:gd name="T10" fmla="*/ 194 w 158"/>
                <a:gd name="T11" fmla="*/ 136 h 1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8" h="116">
                  <a:moveTo>
                    <a:pt x="0" y="26"/>
                  </a:moveTo>
                  <a:cubicBezTo>
                    <a:pt x="7" y="36"/>
                    <a:pt x="21" y="0"/>
                    <a:pt x="36" y="10"/>
                  </a:cubicBezTo>
                  <a:cubicBezTo>
                    <a:pt x="42" y="14"/>
                    <a:pt x="46" y="24"/>
                    <a:pt x="51" y="30"/>
                  </a:cubicBezTo>
                  <a:cubicBezTo>
                    <a:pt x="57" y="38"/>
                    <a:pt x="65" y="45"/>
                    <a:pt x="74" y="53"/>
                  </a:cubicBezTo>
                  <a:cubicBezTo>
                    <a:pt x="88" y="66"/>
                    <a:pt x="101" y="83"/>
                    <a:pt x="118" y="94"/>
                  </a:cubicBezTo>
                  <a:cubicBezTo>
                    <a:pt x="127" y="100"/>
                    <a:pt x="147" y="116"/>
                    <a:pt x="158" y="111"/>
                  </a:cubicBezTo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1289" name="Freeform 894">
              <a:extLst>
                <a:ext uri="{FF2B5EF4-FFF2-40B4-BE49-F238E27FC236}">
                  <a16:creationId xmlns:a16="http://schemas.microsoft.com/office/drawing/2014/main" id="{3C319CC8-7B9D-43FD-9117-5DAC73F062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5" y="3776"/>
              <a:ext cx="97" cy="119"/>
            </a:xfrm>
            <a:custGeom>
              <a:avLst/>
              <a:gdLst>
                <a:gd name="T0" fmla="*/ 16 w 91"/>
                <a:gd name="T1" fmla="*/ 20 h 111"/>
                <a:gd name="T2" fmla="*/ 5 w 91"/>
                <a:gd name="T3" fmla="*/ 4 h 111"/>
                <a:gd name="T4" fmla="*/ 7 w 91"/>
                <a:gd name="T5" fmla="*/ 27 h 111"/>
                <a:gd name="T6" fmla="*/ 39 w 91"/>
                <a:gd name="T7" fmla="*/ 58 h 111"/>
                <a:gd name="T8" fmla="*/ 81 w 91"/>
                <a:gd name="T9" fmla="*/ 95 h 111"/>
                <a:gd name="T10" fmla="*/ 110 w 91"/>
                <a:gd name="T11" fmla="*/ 137 h 11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1" h="111">
                  <a:moveTo>
                    <a:pt x="13" y="17"/>
                  </a:moveTo>
                  <a:cubicBezTo>
                    <a:pt x="11" y="13"/>
                    <a:pt x="12" y="0"/>
                    <a:pt x="5" y="4"/>
                  </a:cubicBezTo>
                  <a:cubicBezTo>
                    <a:pt x="0" y="8"/>
                    <a:pt x="4" y="17"/>
                    <a:pt x="7" y="21"/>
                  </a:cubicBezTo>
                  <a:cubicBezTo>
                    <a:pt x="13" y="32"/>
                    <a:pt x="23" y="39"/>
                    <a:pt x="33" y="47"/>
                  </a:cubicBezTo>
                  <a:cubicBezTo>
                    <a:pt x="45" y="56"/>
                    <a:pt x="57" y="66"/>
                    <a:pt x="67" y="77"/>
                  </a:cubicBezTo>
                  <a:cubicBezTo>
                    <a:pt x="77" y="87"/>
                    <a:pt x="83" y="100"/>
                    <a:pt x="91" y="111"/>
                  </a:cubicBezTo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1290" name="Freeform 895">
              <a:extLst>
                <a:ext uri="{FF2B5EF4-FFF2-40B4-BE49-F238E27FC236}">
                  <a16:creationId xmlns:a16="http://schemas.microsoft.com/office/drawing/2014/main" id="{34E7A0A9-4F46-4595-B7E1-480F0AABC9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3" y="3896"/>
              <a:ext cx="285" cy="168"/>
            </a:xfrm>
            <a:custGeom>
              <a:avLst/>
              <a:gdLst>
                <a:gd name="T0" fmla="*/ 0 w 266"/>
                <a:gd name="T1" fmla="*/ 26 h 157"/>
                <a:gd name="T2" fmla="*/ 93 w 266"/>
                <a:gd name="T3" fmla="*/ 80 h 157"/>
                <a:gd name="T4" fmla="*/ 327 w 266"/>
                <a:gd name="T5" fmla="*/ 92 h 157"/>
                <a:gd name="T6" fmla="*/ 110 w 266"/>
                <a:gd name="T7" fmla="*/ 76 h 157"/>
                <a:gd name="T8" fmla="*/ 0 w 266"/>
                <a:gd name="T9" fmla="*/ 26 h 1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6" h="157">
                  <a:moveTo>
                    <a:pt x="0" y="21"/>
                  </a:moveTo>
                  <a:cubicBezTo>
                    <a:pt x="0" y="21"/>
                    <a:pt x="48" y="43"/>
                    <a:pt x="76" y="65"/>
                  </a:cubicBezTo>
                  <a:cubicBezTo>
                    <a:pt x="104" y="86"/>
                    <a:pt x="193" y="157"/>
                    <a:pt x="266" y="75"/>
                  </a:cubicBezTo>
                  <a:cubicBezTo>
                    <a:pt x="266" y="75"/>
                    <a:pt x="183" y="144"/>
                    <a:pt x="90" y="62"/>
                  </a:cubicBezTo>
                  <a:cubicBezTo>
                    <a:pt x="65" y="40"/>
                    <a:pt x="4" y="0"/>
                    <a:pt x="0" y="21"/>
                  </a:cubicBezTo>
                  <a:close/>
                </a:path>
              </a:pathLst>
            </a:custGeom>
            <a:solidFill>
              <a:srgbClr val="0964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1291" name="Freeform 896">
              <a:extLst>
                <a:ext uri="{FF2B5EF4-FFF2-40B4-BE49-F238E27FC236}">
                  <a16:creationId xmlns:a16="http://schemas.microsoft.com/office/drawing/2014/main" id="{4D60E43E-6536-4514-AF4E-D2D9AF0CAE4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1" y="3938"/>
              <a:ext cx="6" cy="6"/>
            </a:xfrm>
            <a:custGeom>
              <a:avLst/>
              <a:gdLst>
                <a:gd name="T0" fmla="*/ 2 w 6"/>
                <a:gd name="T1" fmla="*/ 0 h 6"/>
                <a:gd name="T2" fmla="*/ 0 w 6"/>
                <a:gd name="T3" fmla="*/ 6 h 6"/>
                <a:gd name="T4" fmla="*/ 6 w 6"/>
                <a:gd name="T5" fmla="*/ 4 h 6"/>
                <a:gd name="T6" fmla="*/ 2 w 6"/>
                <a:gd name="T7" fmla="*/ 1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6">
                  <a:moveTo>
                    <a:pt x="2" y="0"/>
                  </a:moveTo>
                  <a:cubicBezTo>
                    <a:pt x="2" y="2"/>
                    <a:pt x="1" y="5"/>
                    <a:pt x="0" y="6"/>
                  </a:cubicBezTo>
                  <a:cubicBezTo>
                    <a:pt x="2" y="5"/>
                    <a:pt x="4" y="4"/>
                    <a:pt x="6" y="4"/>
                  </a:cubicBezTo>
                  <a:cubicBezTo>
                    <a:pt x="6" y="2"/>
                    <a:pt x="3" y="2"/>
                    <a:pt x="2" y="1"/>
                  </a:cubicBezTo>
                </a:path>
              </a:pathLst>
            </a:custGeom>
            <a:solidFill>
              <a:srgbClr val="0964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1292" name="Freeform 897">
              <a:extLst>
                <a:ext uri="{FF2B5EF4-FFF2-40B4-BE49-F238E27FC236}">
                  <a16:creationId xmlns:a16="http://schemas.microsoft.com/office/drawing/2014/main" id="{31486981-6EE1-477A-AE2A-478D323FBC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7" y="3715"/>
              <a:ext cx="72" cy="97"/>
            </a:xfrm>
            <a:custGeom>
              <a:avLst/>
              <a:gdLst>
                <a:gd name="T0" fmla="*/ 83 w 67"/>
                <a:gd name="T1" fmla="*/ 3 h 91"/>
                <a:gd name="T2" fmla="*/ 47 w 67"/>
                <a:gd name="T3" fmla="*/ 12 h 91"/>
                <a:gd name="T4" fmla="*/ 16 w 67"/>
                <a:gd name="T5" fmla="*/ 30 h 91"/>
                <a:gd name="T6" fmla="*/ 25 w 67"/>
                <a:gd name="T7" fmla="*/ 88 h 91"/>
                <a:gd name="T8" fmla="*/ 27 w 67"/>
                <a:gd name="T9" fmla="*/ 110 h 91"/>
                <a:gd name="T10" fmla="*/ 31 w 67"/>
                <a:gd name="T11" fmla="*/ 85 h 91"/>
                <a:gd name="T12" fmla="*/ 29 w 67"/>
                <a:gd name="T13" fmla="*/ 59 h 91"/>
                <a:gd name="T14" fmla="*/ 40 w 67"/>
                <a:gd name="T15" fmla="*/ 21 h 91"/>
                <a:gd name="T16" fmla="*/ 83 w 67"/>
                <a:gd name="T17" fmla="*/ 3 h 9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7" h="91">
                  <a:moveTo>
                    <a:pt x="67" y="3"/>
                  </a:moveTo>
                  <a:cubicBezTo>
                    <a:pt x="64" y="0"/>
                    <a:pt x="43" y="8"/>
                    <a:pt x="38" y="9"/>
                  </a:cubicBezTo>
                  <a:cubicBezTo>
                    <a:pt x="29" y="12"/>
                    <a:pt x="19" y="17"/>
                    <a:pt x="13" y="24"/>
                  </a:cubicBezTo>
                  <a:cubicBezTo>
                    <a:pt x="0" y="41"/>
                    <a:pt x="16" y="56"/>
                    <a:pt x="20" y="73"/>
                  </a:cubicBezTo>
                  <a:cubicBezTo>
                    <a:pt x="21" y="79"/>
                    <a:pt x="21" y="85"/>
                    <a:pt x="21" y="91"/>
                  </a:cubicBezTo>
                  <a:cubicBezTo>
                    <a:pt x="26" y="87"/>
                    <a:pt x="26" y="75"/>
                    <a:pt x="25" y="70"/>
                  </a:cubicBezTo>
                  <a:cubicBezTo>
                    <a:pt x="25" y="63"/>
                    <a:pt x="24" y="56"/>
                    <a:pt x="23" y="49"/>
                  </a:cubicBezTo>
                  <a:cubicBezTo>
                    <a:pt x="21" y="36"/>
                    <a:pt x="23" y="27"/>
                    <a:pt x="32" y="18"/>
                  </a:cubicBezTo>
                  <a:cubicBezTo>
                    <a:pt x="41" y="9"/>
                    <a:pt x="55" y="6"/>
                    <a:pt x="67" y="3"/>
                  </a:cubicBezTo>
                </a:path>
              </a:pathLst>
            </a:custGeom>
            <a:solidFill>
              <a:srgbClr val="1591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1293" name="Freeform 898">
              <a:extLst>
                <a:ext uri="{FF2B5EF4-FFF2-40B4-BE49-F238E27FC236}">
                  <a16:creationId xmlns:a16="http://schemas.microsoft.com/office/drawing/2014/main" id="{FCFC3E44-9697-45D6-A707-EAA65DF077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2" y="3799"/>
              <a:ext cx="264" cy="139"/>
            </a:xfrm>
            <a:custGeom>
              <a:avLst/>
              <a:gdLst>
                <a:gd name="T0" fmla="*/ 0 w 247"/>
                <a:gd name="T1" fmla="*/ 0 h 129"/>
                <a:gd name="T2" fmla="*/ 92 w 247"/>
                <a:gd name="T3" fmla="*/ 34 h 129"/>
                <a:gd name="T4" fmla="*/ 110 w 247"/>
                <a:gd name="T5" fmla="*/ 24 h 129"/>
                <a:gd name="T6" fmla="*/ 135 w 247"/>
                <a:gd name="T7" fmla="*/ 16 h 129"/>
                <a:gd name="T8" fmla="*/ 138 w 247"/>
                <a:gd name="T9" fmla="*/ 39 h 129"/>
                <a:gd name="T10" fmla="*/ 160 w 247"/>
                <a:gd name="T11" fmla="*/ 51 h 129"/>
                <a:gd name="T12" fmla="*/ 168 w 247"/>
                <a:gd name="T13" fmla="*/ 72 h 129"/>
                <a:gd name="T14" fmla="*/ 201 w 247"/>
                <a:gd name="T15" fmla="*/ 93 h 129"/>
                <a:gd name="T16" fmla="*/ 213 w 247"/>
                <a:gd name="T17" fmla="*/ 111 h 129"/>
                <a:gd name="T18" fmla="*/ 231 w 247"/>
                <a:gd name="T19" fmla="*/ 117 h 129"/>
                <a:gd name="T20" fmla="*/ 242 w 247"/>
                <a:gd name="T21" fmla="*/ 130 h 129"/>
                <a:gd name="T22" fmla="*/ 288 w 247"/>
                <a:gd name="T23" fmla="*/ 138 h 129"/>
                <a:gd name="T24" fmla="*/ 260 w 247"/>
                <a:gd name="T25" fmla="*/ 149 h 129"/>
                <a:gd name="T26" fmla="*/ 220 w 247"/>
                <a:gd name="T27" fmla="*/ 124 h 129"/>
                <a:gd name="T28" fmla="*/ 214 w 247"/>
                <a:gd name="T29" fmla="*/ 123 h 129"/>
                <a:gd name="T30" fmla="*/ 195 w 247"/>
                <a:gd name="T31" fmla="*/ 111 h 129"/>
                <a:gd name="T32" fmla="*/ 172 w 247"/>
                <a:gd name="T33" fmla="*/ 80 h 129"/>
                <a:gd name="T34" fmla="*/ 146 w 247"/>
                <a:gd name="T35" fmla="*/ 69 h 129"/>
                <a:gd name="T36" fmla="*/ 142 w 247"/>
                <a:gd name="T37" fmla="*/ 46 h 129"/>
                <a:gd name="T38" fmla="*/ 123 w 247"/>
                <a:gd name="T39" fmla="*/ 36 h 129"/>
                <a:gd name="T40" fmla="*/ 73 w 247"/>
                <a:gd name="T41" fmla="*/ 47 h 129"/>
                <a:gd name="T42" fmla="*/ 0 w 247"/>
                <a:gd name="T43" fmla="*/ 0 h 129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247" h="129">
                  <a:moveTo>
                    <a:pt x="0" y="0"/>
                  </a:moveTo>
                  <a:cubicBezTo>
                    <a:pt x="0" y="0"/>
                    <a:pt x="47" y="29"/>
                    <a:pt x="75" y="28"/>
                  </a:cubicBezTo>
                  <a:cubicBezTo>
                    <a:pt x="75" y="28"/>
                    <a:pt x="81" y="29"/>
                    <a:pt x="90" y="19"/>
                  </a:cubicBezTo>
                  <a:cubicBezTo>
                    <a:pt x="99" y="9"/>
                    <a:pt x="106" y="7"/>
                    <a:pt x="110" y="13"/>
                  </a:cubicBezTo>
                  <a:cubicBezTo>
                    <a:pt x="114" y="19"/>
                    <a:pt x="102" y="32"/>
                    <a:pt x="113" y="31"/>
                  </a:cubicBezTo>
                  <a:cubicBezTo>
                    <a:pt x="124" y="29"/>
                    <a:pt x="131" y="41"/>
                    <a:pt x="131" y="41"/>
                  </a:cubicBezTo>
                  <a:cubicBezTo>
                    <a:pt x="131" y="41"/>
                    <a:pt x="126" y="61"/>
                    <a:pt x="138" y="58"/>
                  </a:cubicBezTo>
                  <a:cubicBezTo>
                    <a:pt x="150" y="55"/>
                    <a:pt x="165" y="74"/>
                    <a:pt x="165" y="74"/>
                  </a:cubicBezTo>
                  <a:cubicBezTo>
                    <a:pt x="165" y="74"/>
                    <a:pt x="164" y="96"/>
                    <a:pt x="174" y="89"/>
                  </a:cubicBezTo>
                  <a:cubicBezTo>
                    <a:pt x="184" y="81"/>
                    <a:pt x="189" y="94"/>
                    <a:pt x="189" y="94"/>
                  </a:cubicBezTo>
                  <a:cubicBezTo>
                    <a:pt x="189" y="94"/>
                    <a:pt x="190" y="107"/>
                    <a:pt x="197" y="104"/>
                  </a:cubicBezTo>
                  <a:cubicBezTo>
                    <a:pt x="203" y="101"/>
                    <a:pt x="225" y="118"/>
                    <a:pt x="236" y="110"/>
                  </a:cubicBezTo>
                  <a:cubicBezTo>
                    <a:pt x="247" y="102"/>
                    <a:pt x="236" y="129"/>
                    <a:pt x="212" y="119"/>
                  </a:cubicBezTo>
                  <a:cubicBezTo>
                    <a:pt x="187" y="108"/>
                    <a:pt x="179" y="108"/>
                    <a:pt x="181" y="99"/>
                  </a:cubicBezTo>
                  <a:cubicBezTo>
                    <a:pt x="183" y="90"/>
                    <a:pt x="178" y="95"/>
                    <a:pt x="175" y="98"/>
                  </a:cubicBezTo>
                  <a:cubicBezTo>
                    <a:pt x="172" y="100"/>
                    <a:pt x="158" y="99"/>
                    <a:pt x="159" y="89"/>
                  </a:cubicBezTo>
                  <a:cubicBezTo>
                    <a:pt x="160" y="80"/>
                    <a:pt x="151" y="62"/>
                    <a:pt x="141" y="64"/>
                  </a:cubicBezTo>
                  <a:cubicBezTo>
                    <a:pt x="132" y="65"/>
                    <a:pt x="114" y="64"/>
                    <a:pt x="120" y="55"/>
                  </a:cubicBezTo>
                  <a:cubicBezTo>
                    <a:pt x="125" y="46"/>
                    <a:pt x="125" y="38"/>
                    <a:pt x="116" y="37"/>
                  </a:cubicBezTo>
                  <a:cubicBezTo>
                    <a:pt x="106" y="35"/>
                    <a:pt x="101" y="32"/>
                    <a:pt x="101" y="29"/>
                  </a:cubicBezTo>
                  <a:cubicBezTo>
                    <a:pt x="101" y="26"/>
                    <a:pt x="83" y="46"/>
                    <a:pt x="60" y="38"/>
                  </a:cubicBezTo>
                  <a:cubicBezTo>
                    <a:pt x="37" y="30"/>
                    <a:pt x="6" y="10"/>
                    <a:pt x="0" y="0"/>
                  </a:cubicBezTo>
                  <a:close/>
                </a:path>
              </a:pathLst>
            </a:custGeom>
            <a:solidFill>
              <a:srgbClr val="1591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1294" name="Freeform 899">
              <a:extLst>
                <a:ext uri="{FF2B5EF4-FFF2-40B4-BE49-F238E27FC236}">
                  <a16:creationId xmlns:a16="http://schemas.microsoft.com/office/drawing/2014/main" id="{3555A6F8-C2F2-4440-B433-44136A30A85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7" y="3791"/>
              <a:ext cx="111" cy="109"/>
            </a:xfrm>
            <a:custGeom>
              <a:avLst/>
              <a:gdLst>
                <a:gd name="T0" fmla="*/ 23 w 104"/>
                <a:gd name="T1" fmla="*/ 0 h 102"/>
                <a:gd name="T2" fmla="*/ 35 w 104"/>
                <a:gd name="T3" fmla="*/ 14 h 102"/>
                <a:gd name="T4" fmla="*/ 52 w 104"/>
                <a:gd name="T5" fmla="*/ 34 h 102"/>
                <a:gd name="T6" fmla="*/ 82 w 104"/>
                <a:gd name="T7" fmla="*/ 61 h 102"/>
                <a:gd name="T8" fmla="*/ 105 w 104"/>
                <a:gd name="T9" fmla="*/ 84 h 102"/>
                <a:gd name="T10" fmla="*/ 122 w 104"/>
                <a:gd name="T11" fmla="*/ 109 h 102"/>
                <a:gd name="T12" fmla="*/ 101 w 104"/>
                <a:gd name="T13" fmla="*/ 107 h 102"/>
                <a:gd name="T14" fmla="*/ 64 w 104"/>
                <a:gd name="T15" fmla="*/ 78 h 102"/>
                <a:gd name="T16" fmla="*/ 27 w 104"/>
                <a:gd name="T17" fmla="*/ 43 h 102"/>
                <a:gd name="T18" fmla="*/ 14 w 104"/>
                <a:gd name="T19" fmla="*/ 26 h 102"/>
                <a:gd name="T20" fmla="*/ 3 w 104"/>
                <a:gd name="T21" fmla="*/ 14 h 102"/>
                <a:gd name="T22" fmla="*/ 18 w 104"/>
                <a:gd name="T23" fmla="*/ 1 h 10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04" h="102">
                  <a:moveTo>
                    <a:pt x="20" y="0"/>
                  </a:moveTo>
                  <a:cubicBezTo>
                    <a:pt x="23" y="1"/>
                    <a:pt x="26" y="8"/>
                    <a:pt x="29" y="11"/>
                  </a:cubicBezTo>
                  <a:cubicBezTo>
                    <a:pt x="34" y="17"/>
                    <a:pt x="38" y="22"/>
                    <a:pt x="43" y="28"/>
                  </a:cubicBezTo>
                  <a:cubicBezTo>
                    <a:pt x="50" y="36"/>
                    <a:pt x="59" y="43"/>
                    <a:pt x="67" y="50"/>
                  </a:cubicBezTo>
                  <a:cubicBezTo>
                    <a:pt x="73" y="57"/>
                    <a:pt x="80" y="62"/>
                    <a:pt x="86" y="69"/>
                  </a:cubicBezTo>
                  <a:cubicBezTo>
                    <a:pt x="91" y="75"/>
                    <a:pt x="98" y="81"/>
                    <a:pt x="100" y="89"/>
                  </a:cubicBezTo>
                  <a:cubicBezTo>
                    <a:pt x="104" y="102"/>
                    <a:pt x="88" y="91"/>
                    <a:pt x="83" y="88"/>
                  </a:cubicBezTo>
                  <a:cubicBezTo>
                    <a:pt x="72" y="81"/>
                    <a:pt x="63" y="73"/>
                    <a:pt x="52" y="64"/>
                  </a:cubicBezTo>
                  <a:cubicBezTo>
                    <a:pt x="42" y="55"/>
                    <a:pt x="32" y="45"/>
                    <a:pt x="22" y="35"/>
                  </a:cubicBezTo>
                  <a:cubicBezTo>
                    <a:pt x="18" y="31"/>
                    <a:pt x="15" y="26"/>
                    <a:pt x="11" y="21"/>
                  </a:cubicBezTo>
                  <a:cubicBezTo>
                    <a:pt x="9" y="18"/>
                    <a:pt x="4" y="15"/>
                    <a:pt x="3" y="11"/>
                  </a:cubicBezTo>
                  <a:cubicBezTo>
                    <a:pt x="0" y="4"/>
                    <a:pt x="9" y="0"/>
                    <a:pt x="15" y="1"/>
                  </a:cubicBezTo>
                </a:path>
              </a:pathLst>
            </a:custGeom>
            <a:solidFill>
              <a:srgbClr val="1591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1295" name="Freeform 900">
              <a:extLst>
                <a:ext uri="{FF2B5EF4-FFF2-40B4-BE49-F238E27FC236}">
                  <a16:creationId xmlns:a16="http://schemas.microsoft.com/office/drawing/2014/main" id="{4B76D564-BCD1-4702-829C-A108DF03F0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3" y="3796"/>
              <a:ext cx="59" cy="29"/>
            </a:xfrm>
            <a:custGeom>
              <a:avLst/>
              <a:gdLst>
                <a:gd name="T0" fmla="*/ 68 w 55"/>
                <a:gd name="T1" fmla="*/ 4 h 27"/>
                <a:gd name="T2" fmla="*/ 29 w 55"/>
                <a:gd name="T3" fmla="*/ 6 h 27"/>
                <a:gd name="T4" fmla="*/ 3 w 55"/>
                <a:gd name="T5" fmla="*/ 33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5" h="27">
                  <a:moveTo>
                    <a:pt x="55" y="4"/>
                  </a:moveTo>
                  <a:cubicBezTo>
                    <a:pt x="42" y="2"/>
                    <a:pt x="35" y="0"/>
                    <a:pt x="23" y="6"/>
                  </a:cubicBezTo>
                  <a:cubicBezTo>
                    <a:pt x="16" y="9"/>
                    <a:pt x="0" y="24"/>
                    <a:pt x="3" y="27"/>
                  </a:cubicBezTo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1296" name="Freeform 901">
              <a:extLst>
                <a:ext uri="{FF2B5EF4-FFF2-40B4-BE49-F238E27FC236}">
                  <a16:creationId xmlns:a16="http://schemas.microsoft.com/office/drawing/2014/main" id="{670832EF-8180-48C6-B4A6-20836AED0F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9" y="3821"/>
              <a:ext cx="55" cy="32"/>
            </a:xfrm>
            <a:custGeom>
              <a:avLst/>
              <a:gdLst>
                <a:gd name="T0" fmla="*/ 61 w 52"/>
                <a:gd name="T1" fmla="*/ 1 h 30"/>
                <a:gd name="T2" fmla="*/ 22 w 52"/>
                <a:gd name="T3" fmla="*/ 6 h 30"/>
                <a:gd name="T4" fmla="*/ 0 w 52"/>
                <a:gd name="T5" fmla="*/ 36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2" h="30">
                  <a:moveTo>
                    <a:pt x="52" y="1"/>
                  </a:moveTo>
                  <a:cubicBezTo>
                    <a:pt x="39" y="1"/>
                    <a:pt x="30" y="0"/>
                    <a:pt x="19" y="6"/>
                  </a:cubicBezTo>
                  <a:cubicBezTo>
                    <a:pt x="7" y="13"/>
                    <a:pt x="6" y="18"/>
                    <a:pt x="0" y="30"/>
                  </a:cubicBezTo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1297" name="Freeform 902">
              <a:extLst>
                <a:ext uri="{FF2B5EF4-FFF2-40B4-BE49-F238E27FC236}">
                  <a16:creationId xmlns:a16="http://schemas.microsoft.com/office/drawing/2014/main" id="{D688B25A-9FB0-423F-A152-D15F1899CAC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4" y="3841"/>
              <a:ext cx="43" cy="45"/>
            </a:xfrm>
            <a:custGeom>
              <a:avLst/>
              <a:gdLst>
                <a:gd name="T0" fmla="*/ 49 w 40"/>
                <a:gd name="T1" fmla="*/ 0 h 42"/>
                <a:gd name="T2" fmla="*/ 0 w 40"/>
                <a:gd name="T3" fmla="*/ 51 h 4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0" h="42">
                  <a:moveTo>
                    <a:pt x="40" y="0"/>
                  </a:moveTo>
                  <a:cubicBezTo>
                    <a:pt x="23" y="9"/>
                    <a:pt x="1" y="20"/>
                    <a:pt x="0" y="42"/>
                  </a:cubicBezTo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1298" name="Freeform 903">
              <a:extLst>
                <a:ext uri="{FF2B5EF4-FFF2-40B4-BE49-F238E27FC236}">
                  <a16:creationId xmlns:a16="http://schemas.microsoft.com/office/drawing/2014/main" id="{D0E6A4F1-4F32-470D-8B09-E4B3816803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0" y="3871"/>
              <a:ext cx="45" cy="30"/>
            </a:xfrm>
            <a:custGeom>
              <a:avLst/>
              <a:gdLst>
                <a:gd name="T0" fmla="*/ 51 w 42"/>
                <a:gd name="T1" fmla="*/ 0 h 28"/>
                <a:gd name="T2" fmla="*/ 19 w 42"/>
                <a:gd name="T3" fmla="*/ 15 h 28"/>
                <a:gd name="T4" fmla="*/ 0 w 42"/>
                <a:gd name="T5" fmla="*/ 34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" h="28">
                  <a:moveTo>
                    <a:pt x="42" y="0"/>
                  </a:moveTo>
                  <a:cubicBezTo>
                    <a:pt x="32" y="4"/>
                    <a:pt x="26" y="4"/>
                    <a:pt x="16" y="12"/>
                  </a:cubicBezTo>
                  <a:cubicBezTo>
                    <a:pt x="11" y="16"/>
                    <a:pt x="2" y="24"/>
                    <a:pt x="0" y="28"/>
                  </a:cubicBezTo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1299" name="Freeform 904">
              <a:extLst>
                <a:ext uri="{FF2B5EF4-FFF2-40B4-BE49-F238E27FC236}">
                  <a16:creationId xmlns:a16="http://schemas.microsoft.com/office/drawing/2014/main" id="{246042A7-8023-45FD-ACE3-A895AE9EC14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5" y="3897"/>
              <a:ext cx="72" cy="102"/>
            </a:xfrm>
            <a:custGeom>
              <a:avLst/>
              <a:gdLst>
                <a:gd name="T0" fmla="*/ 27 w 67"/>
                <a:gd name="T1" fmla="*/ 0 h 95"/>
                <a:gd name="T2" fmla="*/ 78 w 67"/>
                <a:gd name="T3" fmla="*/ 67 h 95"/>
                <a:gd name="T4" fmla="*/ 44 w 67"/>
                <a:gd name="T5" fmla="*/ 103 h 95"/>
                <a:gd name="T6" fmla="*/ 0 w 67"/>
                <a:gd name="T7" fmla="*/ 115 h 95"/>
                <a:gd name="T8" fmla="*/ 29 w 67"/>
                <a:gd name="T9" fmla="*/ 94 h 95"/>
                <a:gd name="T10" fmla="*/ 46 w 67"/>
                <a:gd name="T11" fmla="*/ 57 h 95"/>
                <a:gd name="T12" fmla="*/ 28 w 67"/>
                <a:gd name="T13" fmla="*/ 3 h 9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7" h="95">
                  <a:moveTo>
                    <a:pt x="21" y="0"/>
                  </a:moveTo>
                  <a:cubicBezTo>
                    <a:pt x="38" y="12"/>
                    <a:pt x="67" y="29"/>
                    <a:pt x="63" y="54"/>
                  </a:cubicBezTo>
                  <a:cubicBezTo>
                    <a:pt x="60" y="70"/>
                    <a:pt x="47" y="76"/>
                    <a:pt x="35" y="83"/>
                  </a:cubicBezTo>
                  <a:cubicBezTo>
                    <a:pt x="27" y="89"/>
                    <a:pt x="10" y="95"/>
                    <a:pt x="0" y="93"/>
                  </a:cubicBezTo>
                  <a:cubicBezTo>
                    <a:pt x="0" y="85"/>
                    <a:pt x="17" y="81"/>
                    <a:pt x="23" y="76"/>
                  </a:cubicBezTo>
                  <a:cubicBezTo>
                    <a:pt x="32" y="68"/>
                    <a:pt x="37" y="58"/>
                    <a:pt x="37" y="46"/>
                  </a:cubicBezTo>
                  <a:cubicBezTo>
                    <a:pt x="36" y="30"/>
                    <a:pt x="27" y="17"/>
                    <a:pt x="22" y="3"/>
                  </a:cubicBezTo>
                </a:path>
              </a:pathLst>
            </a:custGeom>
            <a:solidFill>
              <a:srgbClr val="1591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1300" name="Freeform 905">
              <a:extLst>
                <a:ext uri="{FF2B5EF4-FFF2-40B4-BE49-F238E27FC236}">
                  <a16:creationId xmlns:a16="http://schemas.microsoft.com/office/drawing/2014/main" id="{28EAAD83-DFDF-4AEC-BFD0-06189B6B947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0" y="3920"/>
              <a:ext cx="29" cy="61"/>
            </a:xfrm>
            <a:custGeom>
              <a:avLst/>
              <a:gdLst>
                <a:gd name="T0" fmla="*/ 16 w 27"/>
                <a:gd name="T1" fmla="*/ 0 h 56"/>
                <a:gd name="T2" fmla="*/ 31 w 27"/>
                <a:gd name="T3" fmla="*/ 38 h 56"/>
                <a:gd name="T4" fmla="*/ 0 w 27"/>
                <a:gd name="T5" fmla="*/ 72 h 56"/>
                <a:gd name="T6" fmla="*/ 17 w 27"/>
                <a:gd name="T7" fmla="*/ 2 h 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56">
                  <a:moveTo>
                    <a:pt x="13" y="0"/>
                  </a:moveTo>
                  <a:cubicBezTo>
                    <a:pt x="17" y="10"/>
                    <a:pt x="27" y="16"/>
                    <a:pt x="25" y="29"/>
                  </a:cubicBezTo>
                  <a:cubicBezTo>
                    <a:pt x="23" y="41"/>
                    <a:pt x="14" y="55"/>
                    <a:pt x="0" y="56"/>
                  </a:cubicBezTo>
                  <a:cubicBezTo>
                    <a:pt x="17" y="45"/>
                    <a:pt x="24" y="18"/>
                    <a:pt x="14" y="2"/>
                  </a:cubicBezTo>
                </a:path>
              </a:pathLst>
            </a:custGeom>
            <a:solidFill>
              <a:srgbClr val="4EC1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1301" name="Freeform 906">
              <a:extLst>
                <a:ext uri="{FF2B5EF4-FFF2-40B4-BE49-F238E27FC236}">
                  <a16:creationId xmlns:a16="http://schemas.microsoft.com/office/drawing/2014/main" id="{C2440D02-7BBE-4997-9A05-DC601F6B2A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4" y="3734"/>
              <a:ext cx="21" cy="47"/>
            </a:xfrm>
            <a:custGeom>
              <a:avLst/>
              <a:gdLst>
                <a:gd name="T0" fmla="*/ 23 w 20"/>
                <a:gd name="T1" fmla="*/ 0 h 44"/>
                <a:gd name="T2" fmla="*/ 17 w 20"/>
                <a:gd name="T3" fmla="*/ 53 h 44"/>
                <a:gd name="T4" fmla="*/ 20 w 20"/>
                <a:gd name="T5" fmla="*/ 3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44">
                  <a:moveTo>
                    <a:pt x="20" y="0"/>
                  </a:moveTo>
                  <a:cubicBezTo>
                    <a:pt x="0" y="8"/>
                    <a:pt x="9" y="29"/>
                    <a:pt x="14" y="44"/>
                  </a:cubicBezTo>
                  <a:cubicBezTo>
                    <a:pt x="14" y="35"/>
                    <a:pt x="5" y="6"/>
                    <a:pt x="17" y="3"/>
                  </a:cubicBezTo>
                </a:path>
              </a:pathLst>
            </a:custGeom>
            <a:solidFill>
              <a:srgbClr val="4EC1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1302" name="Freeform 907">
              <a:extLst>
                <a:ext uri="{FF2B5EF4-FFF2-40B4-BE49-F238E27FC236}">
                  <a16:creationId xmlns:a16="http://schemas.microsoft.com/office/drawing/2014/main" id="{B7B327CA-DC32-4581-8FB9-BE084AE063B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5" y="3892"/>
              <a:ext cx="10" cy="9"/>
            </a:xfrm>
            <a:custGeom>
              <a:avLst/>
              <a:gdLst>
                <a:gd name="T0" fmla="*/ 12 w 9"/>
                <a:gd name="T1" fmla="*/ 7 h 9"/>
                <a:gd name="T2" fmla="*/ 1 w 9"/>
                <a:gd name="T3" fmla="*/ 0 h 9"/>
                <a:gd name="T4" fmla="*/ 1 w 9"/>
                <a:gd name="T5" fmla="*/ 9 h 9"/>
                <a:gd name="T6" fmla="*/ 10 w 9"/>
                <a:gd name="T7" fmla="*/ 7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9">
                  <a:moveTo>
                    <a:pt x="9" y="7"/>
                  </a:moveTo>
                  <a:cubicBezTo>
                    <a:pt x="4" y="8"/>
                    <a:pt x="2" y="4"/>
                    <a:pt x="1" y="0"/>
                  </a:cubicBezTo>
                  <a:cubicBezTo>
                    <a:pt x="0" y="3"/>
                    <a:pt x="0" y="6"/>
                    <a:pt x="1" y="9"/>
                  </a:cubicBezTo>
                  <a:cubicBezTo>
                    <a:pt x="3" y="9"/>
                    <a:pt x="6" y="9"/>
                    <a:pt x="7" y="7"/>
                  </a:cubicBezTo>
                </a:path>
              </a:pathLst>
            </a:custGeom>
            <a:solidFill>
              <a:srgbClr val="4EC1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1303" name="Freeform 908">
              <a:extLst>
                <a:ext uri="{FF2B5EF4-FFF2-40B4-BE49-F238E27FC236}">
                  <a16:creationId xmlns:a16="http://schemas.microsoft.com/office/drawing/2014/main" id="{42F31CCF-F581-4A2F-98D6-33977F91F9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1" y="3852"/>
              <a:ext cx="11" cy="12"/>
            </a:xfrm>
            <a:custGeom>
              <a:avLst/>
              <a:gdLst>
                <a:gd name="T0" fmla="*/ 13 w 10"/>
                <a:gd name="T1" fmla="*/ 14 h 11"/>
                <a:gd name="T2" fmla="*/ 8 w 10"/>
                <a:gd name="T3" fmla="*/ 0 h 11"/>
                <a:gd name="T4" fmla="*/ 10 w 10"/>
                <a:gd name="T5" fmla="*/ 13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1">
                  <a:moveTo>
                    <a:pt x="10" y="11"/>
                  </a:moveTo>
                  <a:cubicBezTo>
                    <a:pt x="5" y="10"/>
                    <a:pt x="4" y="4"/>
                    <a:pt x="5" y="0"/>
                  </a:cubicBezTo>
                  <a:cubicBezTo>
                    <a:pt x="2" y="3"/>
                    <a:pt x="0" y="10"/>
                    <a:pt x="7" y="10"/>
                  </a:cubicBezTo>
                </a:path>
              </a:pathLst>
            </a:custGeom>
            <a:solidFill>
              <a:srgbClr val="4EC1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1304" name="Freeform 909">
              <a:extLst>
                <a:ext uri="{FF2B5EF4-FFF2-40B4-BE49-F238E27FC236}">
                  <a16:creationId xmlns:a16="http://schemas.microsoft.com/office/drawing/2014/main" id="{4C15DB5D-BDE7-47A0-A17A-C75AC916FD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8" y="3903"/>
              <a:ext cx="13" cy="15"/>
            </a:xfrm>
            <a:custGeom>
              <a:avLst/>
              <a:gdLst>
                <a:gd name="T0" fmla="*/ 15 w 12"/>
                <a:gd name="T1" fmla="*/ 12 h 14"/>
                <a:gd name="T2" fmla="*/ 4 w 12"/>
                <a:gd name="T3" fmla="*/ 0 h 14"/>
                <a:gd name="T4" fmla="*/ 13 w 12"/>
                <a:gd name="T5" fmla="*/ 12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4">
                  <a:moveTo>
                    <a:pt x="12" y="9"/>
                  </a:moveTo>
                  <a:cubicBezTo>
                    <a:pt x="7" y="8"/>
                    <a:pt x="1" y="6"/>
                    <a:pt x="4" y="0"/>
                  </a:cubicBezTo>
                  <a:cubicBezTo>
                    <a:pt x="0" y="5"/>
                    <a:pt x="2" y="14"/>
                    <a:pt x="10" y="9"/>
                  </a:cubicBezTo>
                </a:path>
              </a:pathLst>
            </a:custGeom>
            <a:solidFill>
              <a:srgbClr val="4EC1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</p:grpSp>
      <p:grpSp>
        <p:nvGrpSpPr>
          <p:cNvPr id="51207" name="obese-lower-abdomen-and-thighs">
            <a:extLst>
              <a:ext uri="{FF2B5EF4-FFF2-40B4-BE49-F238E27FC236}">
                <a16:creationId xmlns:a16="http://schemas.microsoft.com/office/drawing/2014/main" id="{AEABF7E0-1848-4D07-BAF5-E8F9BB530D1B}"/>
              </a:ext>
            </a:extLst>
          </p:cNvPr>
          <p:cNvGrpSpPr>
            <a:grpSpLocks/>
          </p:cNvGrpSpPr>
          <p:nvPr/>
        </p:nvGrpSpPr>
        <p:grpSpPr bwMode="auto">
          <a:xfrm>
            <a:off x="2882900" y="3098800"/>
            <a:ext cx="2284413" cy="3140075"/>
            <a:chOff x="856" y="1919"/>
            <a:chExt cx="1439" cy="1978"/>
          </a:xfrm>
        </p:grpSpPr>
        <p:sp>
          <p:nvSpPr>
            <p:cNvPr id="51223" name="Freeform 911">
              <a:extLst>
                <a:ext uri="{FF2B5EF4-FFF2-40B4-BE49-F238E27FC236}">
                  <a16:creationId xmlns:a16="http://schemas.microsoft.com/office/drawing/2014/main" id="{63C8D0E5-6A7D-419B-B9C1-E1E799743FBA}"/>
                </a:ext>
              </a:extLst>
            </p:cNvPr>
            <p:cNvSpPr>
              <a:spLocks/>
            </p:cNvSpPr>
            <p:nvPr/>
          </p:nvSpPr>
          <p:spPr bwMode="auto">
            <a:xfrm>
              <a:off x="862" y="1919"/>
              <a:ext cx="1433" cy="1978"/>
            </a:xfrm>
            <a:custGeom>
              <a:avLst/>
              <a:gdLst>
                <a:gd name="T0" fmla="*/ 1543 w 1341"/>
                <a:gd name="T1" fmla="*/ 0 h 1851"/>
                <a:gd name="T2" fmla="*/ 1567 w 1341"/>
                <a:gd name="T3" fmla="*/ 330 h 1851"/>
                <a:gd name="T4" fmla="*/ 1632 w 1341"/>
                <a:gd name="T5" fmla="*/ 790 h 1851"/>
                <a:gd name="T6" fmla="*/ 1567 w 1341"/>
                <a:gd name="T7" fmla="*/ 1181 h 1851"/>
                <a:gd name="T8" fmla="*/ 1552 w 1341"/>
                <a:gd name="T9" fmla="*/ 1346 h 1851"/>
                <a:gd name="T10" fmla="*/ 1543 w 1341"/>
                <a:gd name="T11" fmla="*/ 1420 h 1851"/>
                <a:gd name="T12" fmla="*/ 1547 w 1341"/>
                <a:gd name="T13" fmla="*/ 1506 h 1851"/>
                <a:gd name="T14" fmla="*/ 1537 w 1341"/>
                <a:gd name="T15" fmla="*/ 1943 h 1851"/>
                <a:gd name="T16" fmla="*/ 1529 w 1341"/>
                <a:gd name="T17" fmla="*/ 2051 h 1851"/>
                <a:gd name="T18" fmla="*/ 1514 w 1341"/>
                <a:gd name="T19" fmla="*/ 2135 h 1851"/>
                <a:gd name="T20" fmla="*/ 1012 w 1341"/>
                <a:gd name="T21" fmla="*/ 2135 h 1851"/>
                <a:gd name="T22" fmla="*/ 950 w 1341"/>
                <a:gd name="T23" fmla="*/ 1580 h 1851"/>
                <a:gd name="T24" fmla="*/ 954 w 1341"/>
                <a:gd name="T25" fmla="*/ 1474 h 1851"/>
                <a:gd name="T26" fmla="*/ 941 w 1341"/>
                <a:gd name="T27" fmla="*/ 1412 h 1851"/>
                <a:gd name="T28" fmla="*/ 931 w 1341"/>
                <a:gd name="T29" fmla="*/ 1359 h 1851"/>
                <a:gd name="T30" fmla="*/ 820 w 1341"/>
                <a:gd name="T31" fmla="*/ 1006 h 1851"/>
                <a:gd name="T32" fmla="*/ 706 w 1341"/>
                <a:gd name="T33" fmla="*/ 1359 h 1851"/>
                <a:gd name="T34" fmla="*/ 697 w 1341"/>
                <a:gd name="T35" fmla="*/ 1412 h 1851"/>
                <a:gd name="T36" fmla="*/ 682 w 1341"/>
                <a:gd name="T37" fmla="*/ 1474 h 1851"/>
                <a:gd name="T38" fmla="*/ 687 w 1341"/>
                <a:gd name="T39" fmla="*/ 1580 h 1851"/>
                <a:gd name="T40" fmla="*/ 626 w 1341"/>
                <a:gd name="T41" fmla="*/ 2135 h 1851"/>
                <a:gd name="T42" fmla="*/ 123 w 1341"/>
                <a:gd name="T43" fmla="*/ 2135 h 1851"/>
                <a:gd name="T44" fmla="*/ 109 w 1341"/>
                <a:gd name="T45" fmla="*/ 2051 h 1851"/>
                <a:gd name="T46" fmla="*/ 99 w 1341"/>
                <a:gd name="T47" fmla="*/ 1943 h 1851"/>
                <a:gd name="T48" fmla="*/ 90 w 1341"/>
                <a:gd name="T49" fmla="*/ 1506 h 1851"/>
                <a:gd name="T50" fmla="*/ 94 w 1341"/>
                <a:gd name="T51" fmla="*/ 1420 h 1851"/>
                <a:gd name="T52" fmla="*/ 85 w 1341"/>
                <a:gd name="T53" fmla="*/ 1346 h 1851"/>
                <a:gd name="T54" fmla="*/ 71 w 1341"/>
                <a:gd name="T55" fmla="*/ 1181 h 1851"/>
                <a:gd name="T56" fmla="*/ 4 w 1341"/>
                <a:gd name="T57" fmla="*/ 790 h 1851"/>
                <a:gd name="T58" fmla="*/ 71 w 1341"/>
                <a:gd name="T59" fmla="*/ 330 h 1851"/>
                <a:gd name="T60" fmla="*/ 94 w 1341"/>
                <a:gd name="T61" fmla="*/ 0 h 1851"/>
                <a:gd name="T62" fmla="*/ 1543 w 1341"/>
                <a:gd name="T63" fmla="*/ 0 h 1851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1341" h="1851">
                  <a:moveTo>
                    <a:pt x="1264" y="0"/>
                  </a:moveTo>
                  <a:cubicBezTo>
                    <a:pt x="1264" y="0"/>
                    <a:pt x="1287" y="204"/>
                    <a:pt x="1284" y="270"/>
                  </a:cubicBezTo>
                  <a:cubicBezTo>
                    <a:pt x="1280" y="335"/>
                    <a:pt x="1341" y="521"/>
                    <a:pt x="1337" y="648"/>
                  </a:cubicBezTo>
                  <a:cubicBezTo>
                    <a:pt x="1334" y="775"/>
                    <a:pt x="1291" y="894"/>
                    <a:pt x="1284" y="968"/>
                  </a:cubicBezTo>
                  <a:cubicBezTo>
                    <a:pt x="1276" y="1041"/>
                    <a:pt x="1287" y="1076"/>
                    <a:pt x="1272" y="1103"/>
                  </a:cubicBezTo>
                  <a:cubicBezTo>
                    <a:pt x="1257" y="1130"/>
                    <a:pt x="1280" y="1149"/>
                    <a:pt x="1264" y="1164"/>
                  </a:cubicBezTo>
                  <a:cubicBezTo>
                    <a:pt x="1249" y="1180"/>
                    <a:pt x="1276" y="1222"/>
                    <a:pt x="1268" y="1234"/>
                  </a:cubicBezTo>
                  <a:cubicBezTo>
                    <a:pt x="1260" y="1245"/>
                    <a:pt x="1272" y="1554"/>
                    <a:pt x="1260" y="1592"/>
                  </a:cubicBezTo>
                  <a:cubicBezTo>
                    <a:pt x="1249" y="1631"/>
                    <a:pt x="1264" y="1662"/>
                    <a:pt x="1253" y="1681"/>
                  </a:cubicBezTo>
                  <a:cubicBezTo>
                    <a:pt x="1241" y="1700"/>
                    <a:pt x="1241" y="1750"/>
                    <a:pt x="1241" y="1750"/>
                  </a:cubicBezTo>
                  <a:cubicBezTo>
                    <a:pt x="1241" y="1750"/>
                    <a:pt x="1045" y="1851"/>
                    <a:pt x="829" y="1750"/>
                  </a:cubicBezTo>
                  <a:cubicBezTo>
                    <a:pt x="829" y="1750"/>
                    <a:pt x="782" y="1403"/>
                    <a:pt x="779" y="1295"/>
                  </a:cubicBezTo>
                  <a:cubicBezTo>
                    <a:pt x="775" y="1187"/>
                    <a:pt x="771" y="1222"/>
                    <a:pt x="782" y="1207"/>
                  </a:cubicBezTo>
                  <a:cubicBezTo>
                    <a:pt x="794" y="1191"/>
                    <a:pt x="759" y="1160"/>
                    <a:pt x="771" y="1157"/>
                  </a:cubicBezTo>
                  <a:cubicBezTo>
                    <a:pt x="782" y="1153"/>
                    <a:pt x="748" y="1130"/>
                    <a:pt x="763" y="1114"/>
                  </a:cubicBezTo>
                  <a:cubicBezTo>
                    <a:pt x="779" y="1099"/>
                    <a:pt x="680" y="897"/>
                    <a:pt x="672" y="824"/>
                  </a:cubicBezTo>
                  <a:cubicBezTo>
                    <a:pt x="664" y="897"/>
                    <a:pt x="563" y="1099"/>
                    <a:pt x="579" y="1114"/>
                  </a:cubicBezTo>
                  <a:cubicBezTo>
                    <a:pt x="594" y="1130"/>
                    <a:pt x="559" y="1153"/>
                    <a:pt x="571" y="1157"/>
                  </a:cubicBezTo>
                  <a:cubicBezTo>
                    <a:pt x="582" y="1160"/>
                    <a:pt x="548" y="1191"/>
                    <a:pt x="559" y="1207"/>
                  </a:cubicBezTo>
                  <a:cubicBezTo>
                    <a:pt x="571" y="1222"/>
                    <a:pt x="567" y="1187"/>
                    <a:pt x="563" y="1295"/>
                  </a:cubicBezTo>
                  <a:cubicBezTo>
                    <a:pt x="559" y="1403"/>
                    <a:pt x="513" y="1750"/>
                    <a:pt x="513" y="1750"/>
                  </a:cubicBezTo>
                  <a:cubicBezTo>
                    <a:pt x="297" y="1851"/>
                    <a:pt x="101" y="1750"/>
                    <a:pt x="101" y="1750"/>
                  </a:cubicBezTo>
                  <a:cubicBezTo>
                    <a:pt x="101" y="1750"/>
                    <a:pt x="101" y="1700"/>
                    <a:pt x="89" y="1681"/>
                  </a:cubicBezTo>
                  <a:cubicBezTo>
                    <a:pt x="77" y="1662"/>
                    <a:pt x="93" y="1631"/>
                    <a:pt x="81" y="1592"/>
                  </a:cubicBezTo>
                  <a:cubicBezTo>
                    <a:pt x="70" y="1554"/>
                    <a:pt x="81" y="1245"/>
                    <a:pt x="74" y="1234"/>
                  </a:cubicBezTo>
                  <a:cubicBezTo>
                    <a:pt x="66" y="1222"/>
                    <a:pt x="93" y="1180"/>
                    <a:pt x="77" y="1164"/>
                  </a:cubicBezTo>
                  <a:cubicBezTo>
                    <a:pt x="62" y="1149"/>
                    <a:pt x="85" y="1130"/>
                    <a:pt x="70" y="1103"/>
                  </a:cubicBezTo>
                  <a:cubicBezTo>
                    <a:pt x="54" y="1076"/>
                    <a:pt x="66" y="1041"/>
                    <a:pt x="58" y="968"/>
                  </a:cubicBezTo>
                  <a:cubicBezTo>
                    <a:pt x="50" y="894"/>
                    <a:pt x="8" y="775"/>
                    <a:pt x="4" y="648"/>
                  </a:cubicBezTo>
                  <a:cubicBezTo>
                    <a:pt x="0" y="521"/>
                    <a:pt x="62" y="335"/>
                    <a:pt x="58" y="270"/>
                  </a:cubicBezTo>
                  <a:cubicBezTo>
                    <a:pt x="54" y="204"/>
                    <a:pt x="77" y="0"/>
                    <a:pt x="77" y="0"/>
                  </a:cubicBezTo>
                  <a:cubicBezTo>
                    <a:pt x="77" y="0"/>
                    <a:pt x="634" y="255"/>
                    <a:pt x="1264" y="0"/>
                  </a:cubicBezTo>
                  <a:close/>
                </a:path>
              </a:pathLst>
            </a:custGeom>
            <a:solidFill>
              <a:srgbClr val="6B84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1224" name="Freeform 912">
              <a:extLst>
                <a:ext uri="{FF2B5EF4-FFF2-40B4-BE49-F238E27FC236}">
                  <a16:creationId xmlns:a16="http://schemas.microsoft.com/office/drawing/2014/main" id="{CF77C3D1-C4E1-4009-A519-3628E38E34C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62" y="1919"/>
              <a:ext cx="1189" cy="1939"/>
            </a:xfrm>
            <a:custGeom>
              <a:avLst/>
              <a:gdLst>
                <a:gd name="T0" fmla="*/ 306 w 1113"/>
                <a:gd name="T1" fmla="*/ 2050 h 1815"/>
                <a:gd name="T2" fmla="*/ 297 w 1113"/>
                <a:gd name="T3" fmla="*/ 1941 h 1815"/>
                <a:gd name="T4" fmla="*/ 287 w 1113"/>
                <a:gd name="T5" fmla="*/ 1504 h 1815"/>
                <a:gd name="T6" fmla="*/ 291 w 1113"/>
                <a:gd name="T7" fmla="*/ 1420 h 1815"/>
                <a:gd name="T8" fmla="*/ 283 w 1113"/>
                <a:gd name="T9" fmla="*/ 1344 h 1815"/>
                <a:gd name="T10" fmla="*/ 268 w 1113"/>
                <a:gd name="T11" fmla="*/ 1180 h 1815"/>
                <a:gd name="T12" fmla="*/ 202 w 1113"/>
                <a:gd name="T13" fmla="*/ 789 h 1815"/>
                <a:gd name="T14" fmla="*/ 268 w 1113"/>
                <a:gd name="T15" fmla="*/ 329 h 1815"/>
                <a:gd name="T16" fmla="*/ 285 w 1113"/>
                <a:gd name="T17" fmla="*/ 66 h 1815"/>
                <a:gd name="T18" fmla="*/ 94 w 1113"/>
                <a:gd name="T19" fmla="*/ 0 h 1815"/>
                <a:gd name="T20" fmla="*/ 71 w 1113"/>
                <a:gd name="T21" fmla="*/ 329 h 1815"/>
                <a:gd name="T22" fmla="*/ 4 w 1113"/>
                <a:gd name="T23" fmla="*/ 789 h 1815"/>
                <a:gd name="T24" fmla="*/ 71 w 1113"/>
                <a:gd name="T25" fmla="*/ 1180 h 1815"/>
                <a:gd name="T26" fmla="*/ 85 w 1113"/>
                <a:gd name="T27" fmla="*/ 1344 h 1815"/>
                <a:gd name="T28" fmla="*/ 94 w 1113"/>
                <a:gd name="T29" fmla="*/ 1420 h 1815"/>
                <a:gd name="T30" fmla="*/ 90 w 1113"/>
                <a:gd name="T31" fmla="*/ 1504 h 1815"/>
                <a:gd name="T32" fmla="*/ 99 w 1113"/>
                <a:gd name="T33" fmla="*/ 1941 h 1815"/>
                <a:gd name="T34" fmla="*/ 108 w 1113"/>
                <a:gd name="T35" fmla="*/ 2050 h 1815"/>
                <a:gd name="T36" fmla="*/ 123 w 1113"/>
                <a:gd name="T37" fmla="*/ 2135 h 1815"/>
                <a:gd name="T38" fmla="*/ 475 w 1113"/>
                <a:gd name="T39" fmla="*/ 2179 h 1815"/>
                <a:gd name="T40" fmla="*/ 320 w 1113"/>
                <a:gd name="T41" fmla="*/ 2135 h 1815"/>
                <a:gd name="T42" fmla="*/ 306 w 1113"/>
                <a:gd name="T43" fmla="*/ 2050 h 1815"/>
                <a:gd name="T44" fmla="*/ 1075 w 1113"/>
                <a:gd name="T45" fmla="*/ 1622 h 1815"/>
                <a:gd name="T46" fmla="*/ 1121 w 1113"/>
                <a:gd name="T47" fmla="*/ 1499 h 1815"/>
                <a:gd name="T48" fmla="*/ 1101 w 1113"/>
                <a:gd name="T49" fmla="*/ 1443 h 1815"/>
                <a:gd name="T50" fmla="*/ 1142 w 1113"/>
                <a:gd name="T51" fmla="*/ 1326 h 1815"/>
                <a:gd name="T52" fmla="*/ 819 w 1113"/>
                <a:gd name="T53" fmla="*/ 926 h 1815"/>
                <a:gd name="T54" fmla="*/ 917 w 1113"/>
                <a:gd name="T55" fmla="*/ 1292 h 1815"/>
                <a:gd name="T56" fmla="*/ 930 w 1113"/>
                <a:gd name="T57" fmla="*/ 1358 h 1815"/>
                <a:gd name="T58" fmla="*/ 940 w 1113"/>
                <a:gd name="T59" fmla="*/ 1410 h 1815"/>
                <a:gd name="T60" fmla="*/ 953 w 1113"/>
                <a:gd name="T61" fmla="*/ 1471 h 1815"/>
                <a:gd name="T62" fmla="*/ 950 w 1113"/>
                <a:gd name="T63" fmla="*/ 1578 h 1815"/>
                <a:gd name="T64" fmla="*/ 1011 w 1113"/>
                <a:gd name="T65" fmla="*/ 2135 h 1815"/>
                <a:gd name="T66" fmla="*/ 1357 w 1113"/>
                <a:gd name="T67" fmla="*/ 2179 h 1815"/>
                <a:gd name="T68" fmla="*/ 1208 w 1113"/>
                <a:gd name="T69" fmla="*/ 2135 h 1815"/>
                <a:gd name="T70" fmla="*/ 1075 w 1113"/>
                <a:gd name="T71" fmla="*/ 1622 h 1815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1113" h="1815">
                  <a:moveTo>
                    <a:pt x="251" y="1681"/>
                  </a:moveTo>
                  <a:cubicBezTo>
                    <a:pt x="239" y="1662"/>
                    <a:pt x="255" y="1631"/>
                    <a:pt x="243" y="1592"/>
                  </a:cubicBezTo>
                  <a:cubicBezTo>
                    <a:pt x="232" y="1554"/>
                    <a:pt x="243" y="1245"/>
                    <a:pt x="236" y="1234"/>
                  </a:cubicBezTo>
                  <a:cubicBezTo>
                    <a:pt x="228" y="1222"/>
                    <a:pt x="255" y="1180"/>
                    <a:pt x="239" y="1164"/>
                  </a:cubicBezTo>
                  <a:cubicBezTo>
                    <a:pt x="224" y="1149"/>
                    <a:pt x="247" y="1130"/>
                    <a:pt x="232" y="1103"/>
                  </a:cubicBezTo>
                  <a:cubicBezTo>
                    <a:pt x="216" y="1076"/>
                    <a:pt x="228" y="1041"/>
                    <a:pt x="220" y="968"/>
                  </a:cubicBezTo>
                  <a:cubicBezTo>
                    <a:pt x="212" y="894"/>
                    <a:pt x="170" y="775"/>
                    <a:pt x="166" y="648"/>
                  </a:cubicBezTo>
                  <a:cubicBezTo>
                    <a:pt x="162" y="521"/>
                    <a:pt x="224" y="335"/>
                    <a:pt x="220" y="270"/>
                  </a:cubicBezTo>
                  <a:cubicBezTo>
                    <a:pt x="218" y="226"/>
                    <a:pt x="227" y="119"/>
                    <a:pt x="234" y="54"/>
                  </a:cubicBezTo>
                  <a:cubicBezTo>
                    <a:pt x="135" y="26"/>
                    <a:pt x="77" y="0"/>
                    <a:pt x="77" y="0"/>
                  </a:cubicBezTo>
                  <a:cubicBezTo>
                    <a:pt x="77" y="0"/>
                    <a:pt x="54" y="204"/>
                    <a:pt x="58" y="270"/>
                  </a:cubicBezTo>
                  <a:cubicBezTo>
                    <a:pt x="62" y="335"/>
                    <a:pt x="0" y="521"/>
                    <a:pt x="4" y="648"/>
                  </a:cubicBezTo>
                  <a:cubicBezTo>
                    <a:pt x="8" y="775"/>
                    <a:pt x="50" y="894"/>
                    <a:pt x="58" y="968"/>
                  </a:cubicBezTo>
                  <a:cubicBezTo>
                    <a:pt x="66" y="1041"/>
                    <a:pt x="54" y="1076"/>
                    <a:pt x="70" y="1103"/>
                  </a:cubicBezTo>
                  <a:cubicBezTo>
                    <a:pt x="85" y="1130"/>
                    <a:pt x="62" y="1149"/>
                    <a:pt x="77" y="1164"/>
                  </a:cubicBezTo>
                  <a:cubicBezTo>
                    <a:pt x="93" y="1180"/>
                    <a:pt x="66" y="1222"/>
                    <a:pt x="74" y="1234"/>
                  </a:cubicBezTo>
                  <a:cubicBezTo>
                    <a:pt x="81" y="1245"/>
                    <a:pt x="70" y="1554"/>
                    <a:pt x="81" y="1592"/>
                  </a:cubicBezTo>
                  <a:cubicBezTo>
                    <a:pt x="93" y="1631"/>
                    <a:pt x="77" y="1662"/>
                    <a:pt x="89" y="1681"/>
                  </a:cubicBezTo>
                  <a:cubicBezTo>
                    <a:pt x="101" y="1700"/>
                    <a:pt x="101" y="1750"/>
                    <a:pt x="101" y="1750"/>
                  </a:cubicBezTo>
                  <a:cubicBezTo>
                    <a:pt x="101" y="1750"/>
                    <a:pt x="228" y="1815"/>
                    <a:pt x="390" y="1788"/>
                  </a:cubicBezTo>
                  <a:cubicBezTo>
                    <a:pt x="313" y="1776"/>
                    <a:pt x="263" y="1750"/>
                    <a:pt x="263" y="1750"/>
                  </a:cubicBezTo>
                  <a:cubicBezTo>
                    <a:pt x="263" y="1750"/>
                    <a:pt x="263" y="1700"/>
                    <a:pt x="251" y="1681"/>
                  </a:cubicBezTo>
                  <a:close/>
                  <a:moveTo>
                    <a:pt x="882" y="1330"/>
                  </a:moveTo>
                  <a:cubicBezTo>
                    <a:pt x="878" y="1222"/>
                    <a:pt x="907" y="1245"/>
                    <a:pt x="919" y="1229"/>
                  </a:cubicBezTo>
                  <a:cubicBezTo>
                    <a:pt x="931" y="1214"/>
                    <a:pt x="892" y="1188"/>
                    <a:pt x="903" y="1184"/>
                  </a:cubicBezTo>
                  <a:cubicBezTo>
                    <a:pt x="915" y="1180"/>
                    <a:pt x="921" y="1103"/>
                    <a:pt x="937" y="1088"/>
                  </a:cubicBezTo>
                  <a:cubicBezTo>
                    <a:pt x="826" y="1114"/>
                    <a:pt x="680" y="833"/>
                    <a:pt x="672" y="760"/>
                  </a:cubicBezTo>
                  <a:cubicBezTo>
                    <a:pt x="667" y="811"/>
                    <a:pt x="672" y="824"/>
                    <a:pt x="752" y="1060"/>
                  </a:cubicBezTo>
                  <a:cubicBezTo>
                    <a:pt x="762" y="1089"/>
                    <a:pt x="768" y="1110"/>
                    <a:pt x="763" y="1114"/>
                  </a:cubicBezTo>
                  <a:cubicBezTo>
                    <a:pt x="748" y="1130"/>
                    <a:pt x="782" y="1153"/>
                    <a:pt x="771" y="1157"/>
                  </a:cubicBezTo>
                  <a:cubicBezTo>
                    <a:pt x="759" y="1160"/>
                    <a:pt x="794" y="1191"/>
                    <a:pt x="782" y="1207"/>
                  </a:cubicBezTo>
                  <a:cubicBezTo>
                    <a:pt x="771" y="1222"/>
                    <a:pt x="775" y="1187"/>
                    <a:pt x="779" y="1295"/>
                  </a:cubicBezTo>
                  <a:cubicBezTo>
                    <a:pt x="782" y="1403"/>
                    <a:pt x="829" y="1750"/>
                    <a:pt x="829" y="1750"/>
                  </a:cubicBezTo>
                  <a:cubicBezTo>
                    <a:pt x="935" y="1800"/>
                    <a:pt x="1037" y="1800"/>
                    <a:pt x="1113" y="1788"/>
                  </a:cubicBezTo>
                  <a:cubicBezTo>
                    <a:pt x="1074" y="1782"/>
                    <a:pt x="1033" y="1770"/>
                    <a:pt x="991" y="1750"/>
                  </a:cubicBezTo>
                  <a:cubicBezTo>
                    <a:pt x="991" y="1750"/>
                    <a:pt x="901" y="1730"/>
                    <a:pt x="882" y="1330"/>
                  </a:cubicBezTo>
                  <a:close/>
                </a:path>
              </a:pathLst>
            </a:custGeom>
            <a:solidFill>
              <a:srgbClr val="7695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1225" name="Freeform 913">
              <a:extLst>
                <a:ext uri="{FF2B5EF4-FFF2-40B4-BE49-F238E27FC236}">
                  <a16:creationId xmlns:a16="http://schemas.microsoft.com/office/drawing/2014/main" id="{65B98F95-3773-40EB-B13F-1E73295F0F9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48" y="1919"/>
              <a:ext cx="1147" cy="1928"/>
            </a:xfrm>
            <a:custGeom>
              <a:avLst/>
              <a:gdLst>
                <a:gd name="T0" fmla="*/ 299 w 1073"/>
                <a:gd name="T1" fmla="*/ 1267 h 1805"/>
                <a:gd name="T2" fmla="*/ 291 w 1073"/>
                <a:gd name="T3" fmla="*/ 1291 h 1805"/>
                <a:gd name="T4" fmla="*/ 278 w 1073"/>
                <a:gd name="T5" fmla="*/ 1358 h 1805"/>
                <a:gd name="T6" fmla="*/ 267 w 1073"/>
                <a:gd name="T7" fmla="*/ 1410 h 1805"/>
                <a:gd name="T8" fmla="*/ 252 w 1073"/>
                <a:gd name="T9" fmla="*/ 1471 h 1805"/>
                <a:gd name="T10" fmla="*/ 259 w 1073"/>
                <a:gd name="T11" fmla="*/ 1578 h 1805"/>
                <a:gd name="T12" fmla="*/ 266 w 1073"/>
                <a:gd name="T13" fmla="*/ 2146 h 1805"/>
                <a:gd name="T14" fmla="*/ 0 w 1073"/>
                <a:gd name="T15" fmla="*/ 2184 h 1805"/>
                <a:gd name="T16" fmla="*/ 299 w 1073"/>
                <a:gd name="T17" fmla="*/ 2132 h 1805"/>
                <a:gd name="T18" fmla="*/ 360 w 1073"/>
                <a:gd name="T19" fmla="*/ 1578 h 1805"/>
                <a:gd name="T20" fmla="*/ 355 w 1073"/>
                <a:gd name="T21" fmla="*/ 1471 h 1805"/>
                <a:gd name="T22" fmla="*/ 370 w 1073"/>
                <a:gd name="T23" fmla="*/ 1410 h 1805"/>
                <a:gd name="T24" fmla="*/ 379 w 1073"/>
                <a:gd name="T25" fmla="*/ 1358 h 1805"/>
                <a:gd name="T26" fmla="*/ 393 w 1073"/>
                <a:gd name="T27" fmla="*/ 1291 h 1805"/>
                <a:gd name="T28" fmla="*/ 492 w 1073"/>
                <a:gd name="T29" fmla="*/ 926 h 1805"/>
                <a:gd name="T30" fmla="*/ 299 w 1073"/>
                <a:gd name="T31" fmla="*/ 1267 h 1805"/>
                <a:gd name="T32" fmla="*/ 1241 w 1073"/>
                <a:gd name="T33" fmla="*/ 329 h 1805"/>
                <a:gd name="T34" fmla="*/ 1216 w 1073"/>
                <a:gd name="T35" fmla="*/ 0 h 1805"/>
                <a:gd name="T36" fmla="*/ 1119 w 1073"/>
                <a:gd name="T37" fmla="*/ 37 h 1805"/>
                <a:gd name="T38" fmla="*/ 1138 w 1073"/>
                <a:gd name="T39" fmla="*/ 329 h 1805"/>
                <a:gd name="T40" fmla="*/ 1204 w 1073"/>
                <a:gd name="T41" fmla="*/ 789 h 1805"/>
                <a:gd name="T42" fmla="*/ 1138 w 1073"/>
                <a:gd name="T43" fmla="*/ 1179 h 1805"/>
                <a:gd name="T44" fmla="*/ 1123 w 1073"/>
                <a:gd name="T45" fmla="*/ 1344 h 1805"/>
                <a:gd name="T46" fmla="*/ 1114 w 1073"/>
                <a:gd name="T47" fmla="*/ 1418 h 1805"/>
                <a:gd name="T48" fmla="*/ 1119 w 1073"/>
                <a:gd name="T49" fmla="*/ 1504 h 1805"/>
                <a:gd name="T50" fmla="*/ 1110 w 1073"/>
                <a:gd name="T51" fmla="*/ 1940 h 1805"/>
                <a:gd name="T52" fmla="*/ 1100 w 1073"/>
                <a:gd name="T53" fmla="*/ 2049 h 1805"/>
                <a:gd name="T54" fmla="*/ 1126 w 1073"/>
                <a:gd name="T55" fmla="*/ 2154 h 1805"/>
                <a:gd name="T56" fmla="*/ 882 w 1073"/>
                <a:gd name="T57" fmla="*/ 2184 h 1805"/>
                <a:gd name="T58" fmla="*/ 1189 w 1073"/>
                <a:gd name="T59" fmla="*/ 2132 h 1805"/>
                <a:gd name="T60" fmla="*/ 1204 w 1073"/>
                <a:gd name="T61" fmla="*/ 2049 h 1805"/>
                <a:gd name="T62" fmla="*/ 1211 w 1073"/>
                <a:gd name="T63" fmla="*/ 1940 h 1805"/>
                <a:gd name="T64" fmla="*/ 1222 w 1073"/>
                <a:gd name="T65" fmla="*/ 1504 h 1805"/>
                <a:gd name="T66" fmla="*/ 1216 w 1073"/>
                <a:gd name="T67" fmla="*/ 1418 h 1805"/>
                <a:gd name="T68" fmla="*/ 1226 w 1073"/>
                <a:gd name="T69" fmla="*/ 1344 h 1805"/>
                <a:gd name="T70" fmla="*/ 1241 w 1073"/>
                <a:gd name="T71" fmla="*/ 1179 h 1805"/>
                <a:gd name="T72" fmla="*/ 1306 w 1073"/>
                <a:gd name="T73" fmla="*/ 789 h 1805"/>
                <a:gd name="T74" fmla="*/ 1241 w 1073"/>
                <a:gd name="T75" fmla="*/ 329 h 1805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1073" h="1805">
                  <a:moveTo>
                    <a:pt x="245" y="1039"/>
                  </a:moveTo>
                  <a:cubicBezTo>
                    <a:pt x="242" y="1046"/>
                    <a:pt x="240" y="1053"/>
                    <a:pt x="238" y="1060"/>
                  </a:cubicBezTo>
                  <a:cubicBezTo>
                    <a:pt x="228" y="1089"/>
                    <a:pt x="222" y="1110"/>
                    <a:pt x="227" y="1114"/>
                  </a:cubicBezTo>
                  <a:cubicBezTo>
                    <a:pt x="242" y="1130"/>
                    <a:pt x="207" y="1153"/>
                    <a:pt x="219" y="1157"/>
                  </a:cubicBezTo>
                  <a:cubicBezTo>
                    <a:pt x="230" y="1160"/>
                    <a:pt x="196" y="1191"/>
                    <a:pt x="207" y="1207"/>
                  </a:cubicBezTo>
                  <a:cubicBezTo>
                    <a:pt x="219" y="1222"/>
                    <a:pt x="215" y="1187"/>
                    <a:pt x="211" y="1295"/>
                  </a:cubicBezTo>
                  <a:cubicBezTo>
                    <a:pt x="207" y="1403"/>
                    <a:pt x="218" y="1761"/>
                    <a:pt x="218" y="1761"/>
                  </a:cubicBezTo>
                  <a:cubicBezTo>
                    <a:pt x="162" y="1787"/>
                    <a:pt x="49" y="1799"/>
                    <a:pt x="0" y="1793"/>
                  </a:cubicBezTo>
                  <a:cubicBezTo>
                    <a:pt x="70" y="1799"/>
                    <a:pt x="156" y="1792"/>
                    <a:pt x="245" y="1750"/>
                  </a:cubicBezTo>
                  <a:cubicBezTo>
                    <a:pt x="245" y="1750"/>
                    <a:pt x="291" y="1403"/>
                    <a:pt x="295" y="1295"/>
                  </a:cubicBezTo>
                  <a:cubicBezTo>
                    <a:pt x="299" y="1187"/>
                    <a:pt x="303" y="1222"/>
                    <a:pt x="291" y="1207"/>
                  </a:cubicBezTo>
                  <a:cubicBezTo>
                    <a:pt x="280" y="1191"/>
                    <a:pt x="314" y="1160"/>
                    <a:pt x="303" y="1157"/>
                  </a:cubicBezTo>
                  <a:cubicBezTo>
                    <a:pt x="291" y="1153"/>
                    <a:pt x="326" y="1130"/>
                    <a:pt x="311" y="1114"/>
                  </a:cubicBezTo>
                  <a:cubicBezTo>
                    <a:pt x="306" y="1110"/>
                    <a:pt x="312" y="1089"/>
                    <a:pt x="322" y="1060"/>
                  </a:cubicBezTo>
                  <a:cubicBezTo>
                    <a:pt x="402" y="824"/>
                    <a:pt x="407" y="811"/>
                    <a:pt x="402" y="760"/>
                  </a:cubicBezTo>
                  <a:cubicBezTo>
                    <a:pt x="396" y="811"/>
                    <a:pt x="325" y="960"/>
                    <a:pt x="245" y="1039"/>
                  </a:cubicBezTo>
                  <a:close/>
                  <a:moveTo>
                    <a:pt x="1016" y="270"/>
                  </a:moveTo>
                  <a:cubicBezTo>
                    <a:pt x="1019" y="204"/>
                    <a:pt x="996" y="0"/>
                    <a:pt x="996" y="0"/>
                  </a:cubicBezTo>
                  <a:cubicBezTo>
                    <a:pt x="996" y="0"/>
                    <a:pt x="967" y="13"/>
                    <a:pt x="916" y="31"/>
                  </a:cubicBezTo>
                  <a:cubicBezTo>
                    <a:pt x="922" y="90"/>
                    <a:pt x="934" y="220"/>
                    <a:pt x="932" y="270"/>
                  </a:cubicBezTo>
                  <a:cubicBezTo>
                    <a:pt x="928" y="335"/>
                    <a:pt x="989" y="521"/>
                    <a:pt x="985" y="648"/>
                  </a:cubicBezTo>
                  <a:cubicBezTo>
                    <a:pt x="982" y="775"/>
                    <a:pt x="939" y="894"/>
                    <a:pt x="932" y="968"/>
                  </a:cubicBezTo>
                  <a:cubicBezTo>
                    <a:pt x="924" y="1041"/>
                    <a:pt x="935" y="1076"/>
                    <a:pt x="920" y="1103"/>
                  </a:cubicBezTo>
                  <a:cubicBezTo>
                    <a:pt x="905" y="1130"/>
                    <a:pt x="928" y="1149"/>
                    <a:pt x="912" y="1164"/>
                  </a:cubicBezTo>
                  <a:cubicBezTo>
                    <a:pt x="897" y="1180"/>
                    <a:pt x="924" y="1222"/>
                    <a:pt x="916" y="1234"/>
                  </a:cubicBezTo>
                  <a:cubicBezTo>
                    <a:pt x="908" y="1245"/>
                    <a:pt x="920" y="1554"/>
                    <a:pt x="908" y="1592"/>
                  </a:cubicBezTo>
                  <a:cubicBezTo>
                    <a:pt x="897" y="1631"/>
                    <a:pt x="912" y="1662"/>
                    <a:pt x="901" y="1681"/>
                  </a:cubicBezTo>
                  <a:cubicBezTo>
                    <a:pt x="889" y="1700"/>
                    <a:pt x="921" y="1768"/>
                    <a:pt x="921" y="1768"/>
                  </a:cubicBezTo>
                  <a:cubicBezTo>
                    <a:pt x="921" y="1768"/>
                    <a:pt x="839" y="1801"/>
                    <a:pt x="722" y="1793"/>
                  </a:cubicBezTo>
                  <a:cubicBezTo>
                    <a:pt x="865" y="1805"/>
                    <a:pt x="973" y="1750"/>
                    <a:pt x="973" y="1750"/>
                  </a:cubicBezTo>
                  <a:cubicBezTo>
                    <a:pt x="973" y="1750"/>
                    <a:pt x="973" y="1700"/>
                    <a:pt x="985" y="1681"/>
                  </a:cubicBezTo>
                  <a:cubicBezTo>
                    <a:pt x="996" y="1662"/>
                    <a:pt x="981" y="1631"/>
                    <a:pt x="992" y="1592"/>
                  </a:cubicBezTo>
                  <a:cubicBezTo>
                    <a:pt x="1004" y="1554"/>
                    <a:pt x="992" y="1245"/>
                    <a:pt x="1000" y="1234"/>
                  </a:cubicBezTo>
                  <a:cubicBezTo>
                    <a:pt x="1008" y="1222"/>
                    <a:pt x="981" y="1180"/>
                    <a:pt x="996" y="1164"/>
                  </a:cubicBezTo>
                  <a:cubicBezTo>
                    <a:pt x="1012" y="1149"/>
                    <a:pt x="989" y="1130"/>
                    <a:pt x="1004" y="1103"/>
                  </a:cubicBezTo>
                  <a:cubicBezTo>
                    <a:pt x="1019" y="1076"/>
                    <a:pt x="1008" y="1041"/>
                    <a:pt x="1016" y="968"/>
                  </a:cubicBezTo>
                  <a:cubicBezTo>
                    <a:pt x="1023" y="894"/>
                    <a:pt x="1066" y="775"/>
                    <a:pt x="1069" y="648"/>
                  </a:cubicBezTo>
                  <a:cubicBezTo>
                    <a:pt x="1073" y="521"/>
                    <a:pt x="1012" y="335"/>
                    <a:pt x="1016" y="270"/>
                  </a:cubicBezTo>
                  <a:close/>
                </a:path>
              </a:pathLst>
            </a:custGeom>
            <a:solidFill>
              <a:srgbClr val="4F72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1226" name="Freeform 914">
              <a:extLst>
                <a:ext uri="{FF2B5EF4-FFF2-40B4-BE49-F238E27FC236}">
                  <a16:creationId xmlns:a16="http://schemas.microsoft.com/office/drawing/2014/main" id="{356D8D65-2E21-400D-A6BC-14DA722E591C}"/>
                </a:ext>
              </a:extLst>
            </p:cNvPr>
            <p:cNvSpPr>
              <a:spLocks/>
            </p:cNvSpPr>
            <p:nvPr/>
          </p:nvSpPr>
          <p:spPr bwMode="auto">
            <a:xfrm>
              <a:off x="862" y="1919"/>
              <a:ext cx="1433" cy="1978"/>
            </a:xfrm>
            <a:custGeom>
              <a:avLst/>
              <a:gdLst>
                <a:gd name="T0" fmla="*/ 1543 w 1341"/>
                <a:gd name="T1" fmla="*/ 0 h 1851"/>
                <a:gd name="T2" fmla="*/ 1567 w 1341"/>
                <a:gd name="T3" fmla="*/ 330 h 1851"/>
                <a:gd name="T4" fmla="*/ 1632 w 1341"/>
                <a:gd name="T5" fmla="*/ 790 h 1851"/>
                <a:gd name="T6" fmla="*/ 1567 w 1341"/>
                <a:gd name="T7" fmla="*/ 1181 h 1851"/>
                <a:gd name="T8" fmla="*/ 1552 w 1341"/>
                <a:gd name="T9" fmla="*/ 1346 h 1851"/>
                <a:gd name="T10" fmla="*/ 1543 w 1341"/>
                <a:gd name="T11" fmla="*/ 1420 h 1851"/>
                <a:gd name="T12" fmla="*/ 1547 w 1341"/>
                <a:gd name="T13" fmla="*/ 1506 h 1851"/>
                <a:gd name="T14" fmla="*/ 1537 w 1341"/>
                <a:gd name="T15" fmla="*/ 1943 h 1851"/>
                <a:gd name="T16" fmla="*/ 1529 w 1341"/>
                <a:gd name="T17" fmla="*/ 2051 h 1851"/>
                <a:gd name="T18" fmla="*/ 1514 w 1341"/>
                <a:gd name="T19" fmla="*/ 2135 h 1851"/>
                <a:gd name="T20" fmla="*/ 1012 w 1341"/>
                <a:gd name="T21" fmla="*/ 2135 h 1851"/>
                <a:gd name="T22" fmla="*/ 950 w 1341"/>
                <a:gd name="T23" fmla="*/ 1580 h 1851"/>
                <a:gd name="T24" fmla="*/ 954 w 1341"/>
                <a:gd name="T25" fmla="*/ 1474 h 1851"/>
                <a:gd name="T26" fmla="*/ 941 w 1341"/>
                <a:gd name="T27" fmla="*/ 1412 h 1851"/>
                <a:gd name="T28" fmla="*/ 931 w 1341"/>
                <a:gd name="T29" fmla="*/ 1359 h 1851"/>
                <a:gd name="T30" fmla="*/ 820 w 1341"/>
                <a:gd name="T31" fmla="*/ 1006 h 1851"/>
                <a:gd name="T32" fmla="*/ 706 w 1341"/>
                <a:gd name="T33" fmla="*/ 1359 h 1851"/>
                <a:gd name="T34" fmla="*/ 697 w 1341"/>
                <a:gd name="T35" fmla="*/ 1412 h 1851"/>
                <a:gd name="T36" fmla="*/ 682 w 1341"/>
                <a:gd name="T37" fmla="*/ 1474 h 1851"/>
                <a:gd name="T38" fmla="*/ 687 w 1341"/>
                <a:gd name="T39" fmla="*/ 1580 h 1851"/>
                <a:gd name="T40" fmla="*/ 626 w 1341"/>
                <a:gd name="T41" fmla="*/ 2135 h 1851"/>
                <a:gd name="T42" fmla="*/ 123 w 1341"/>
                <a:gd name="T43" fmla="*/ 2135 h 1851"/>
                <a:gd name="T44" fmla="*/ 109 w 1341"/>
                <a:gd name="T45" fmla="*/ 2051 h 1851"/>
                <a:gd name="T46" fmla="*/ 99 w 1341"/>
                <a:gd name="T47" fmla="*/ 1943 h 1851"/>
                <a:gd name="T48" fmla="*/ 90 w 1341"/>
                <a:gd name="T49" fmla="*/ 1506 h 1851"/>
                <a:gd name="T50" fmla="*/ 94 w 1341"/>
                <a:gd name="T51" fmla="*/ 1420 h 1851"/>
                <a:gd name="T52" fmla="*/ 85 w 1341"/>
                <a:gd name="T53" fmla="*/ 1346 h 1851"/>
                <a:gd name="T54" fmla="*/ 71 w 1341"/>
                <a:gd name="T55" fmla="*/ 1181 h 1851"/>
                <a:gd name="T56" fmla="*/ 4 w 1341"/>
                <a:gd name="T57" fmla="*/ 790 h 1851"/>
                <a:gd name="T58" fmla="*/ 71 w 1341"/>
                <a:gd name="T59" fmla="*/ 330 h 1851"/>
                <a:gd name="T60" fmla="*/ 94 w 1341"/>
                <a:gd name="T61" fmla="*/ 0 h 1851"/>
                <a:gd name="T62" fmla="*/ 1543 w 1341"/>
                <a:gd name="T63" fmla="*/ 0 h 1851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1341" h="1851">
                  <a:moveTo>
                    <a:pt x="1264" y="0"/>
                  </a:moveTo>
                  <a:cubicBezTo>
                    <a:pt x="1264" y="0"/>
                    <a:pt x="1287" y="204"/>
                    <a:pt x="1284" y="270"/>
                  </a:cubicBezTo>
                  <a:cubicBezTo>
                    <a:pt x="1280" y="335"/>
                    <a:pt x="1341" y="521"/>
                    <a:pt x="1337" y="648"/>
                  </a:cubicBezTo>
                  <a:cubicBezTo>
                    <a:pt x="1334" y="775"/>
                    <a:pt x="1291" y="894"/>
                    <a:pt x="1284" y="968"/>
                  </a:cubicBezTo>
                  <a:cubicBezTo>
                    <a:pt x="1276" y="1041"/>
                    <a:pt x="1287" y="1076"/>
                    <a:pt x="1272" y="1103"/>
                  </a:cubicBezTo>
                  <a:cubicBezTo>
                    <a:pt x="1257" y="1130"/>
                    <a:pt x="1280" y="1149"/>
                    <a:pt x="1264" y="1164"/>
                  </a:cubicBezTo>
                  <a:cubicBezTo>
                    <a:pt x="1249" y="1180"/>
                    <a:pt x="1276" y="1222"/>
                    <a:pt x="1268" y="1234"/>
                  </a:cubicBezTo>
                  <a:cubicBezTo>
                    <a:pt x="1260" y="1245"/>
                    <a:pt x="1272" y="1554"/>
                    <a:pt x="1260" y="1592"/>
                  </a:cubicBezTo>
                  <a:cubicBezTo>
                    <a:pt x="1249" y="1631"/>
                    <a:pt x="1264" y="1662"/>
                    <a:pt x="1253" y="1681"/>
                  </a:cubicBezTo>
                  <a:cubicBezTo>
                    <a:pt x="1241" y="1700"/>
                    <a:pt x="1241" y="1750"/>
                    <a:pt x="1241" y="1750"/>
                  </a:cubicBezTo>
                  <a:cubicBezTo>
                    <a:pt x="1241" y="1750"/>
                    <a:pt x="1045" y="1851"/>
                    <a:pt x="829" y="1750"/>
                  </a:cubicBezTo>
                  <a:cubicBezTo>
                    <a:pt x="829" y="1750"/>
                    <a:pt x="782" y="1403"/>
                    <a:pt x="779" y="1295"/>
                  </a:cubicBezTo>
                  <a:cubicBezTo>
                    <a:pt x="775" y="1187"/>
                    <a:pt x="771" y="1222"/>
                    <a:pt x="782" y="1207"/>
                  </a:cubicBezTo>
                  <a:cubicBezTo>
                    <a:pt x="794" y="1191"/>
                    <a:pt x="759" y="1160"/>
                    <a:pt x="771" y="1157"/>
                  </a:cubicBezTo>
                  <a:cubicBezTo>
                    <a:pt x="782" y="1153"/>
                    <a:pt x="748" y="1130"/>
                    <a:pt x="763" y="1114"/>
                  </a:cubicBezTo>
                  <a:cubicBezTo>
                    <a:pt x="779" y="1099"/>
                    <a:pt x="680" y="897"/>
                    <a:pt x="672" y="824"/>
                  </a:cubicBezTo>
                  <a:cubicBezTo>
                    <a:pt x="664" y="897"/>
                    <a:pt x="563" y="1099"/>
                    <a:pt x="579" y="1114"/>
                  </a:cubicBezTo>
                  <a:cubicBezTo>
                    <a:pt x="594" y="1130"/>
                    <a:pt x="559" y="1153"/>
                    <a:pt x="571" y="1157"/>
                  </a:cubicBezTo>
                  <a:cubicBezTo>
                    <a:pt x="582" y="1160"/>
                    <a:pt x="548" y="1191"/>
                    <a:pt x="559" y="1207"/>
                  </a:cubicBezTo>
                  <a:cubicBezTo>
                    <a:pt x="571" y="1222"/>
                    <a:pt x="567" y="1187"/>
                    <a:pt x="563" y="1295"/>
                  </a:cubicBezTo>
                  <a:cubicBezTo>
                    <a:pt x="559" y="1403"/>
                    <a:pt x="513" y="1750"/>
                    <a:pt x="513" y="1750"/>
                  </a:cubicBezTo>
                  <a:cubicBezTo>
                    <a:pt x="297" y="1851"/>
                    <a:pt x="101" y="1750"/>
                    <a:pt x="101" y="1750"/>
                  </a:cubicBezTo>
                  <a:cubicBezTo>
                    <a:pt x="101" y="1750"/>
                    <a:pt x="101" y="1700"/>
                    <a:pt x="89" y="1681"/>
                  </a:cubicBezTo>
                  <a:cubicBezTo>
                    <a:pt x="77" y="1662"/>
                    <a:pt x="93" y="1631"/>
                    <a:pt x="81" y="1592"/>
                  </a:cubicBezTo>
                  <a:cubicBezTo>
                    <a:pt x="70" y="1554"/>
                    <a:pt x="81" y="1245"/>
                    <a:pt x="74" y="1234"/>
                  </a:cubicBezTo>
                  <a:cubicBezTo>
                    <a:pt x="66" y="1222"/>
                    <a:pt x="93" y="1180"/>
                    <a:pt x="77" y="1164"/>
                  </a:cubicBezTo>
                  <a:cubicBezTo>
                    <a:pt x="62" y="1149"/>
                    <a:pt x="85" y="1130"/>
                    <a:pt x="70" y="1103"/>
                  </a:cubicBezTo>
                  <a:cubicBezTo>
                    <a:pt x="54" y="1076"/>
                    <a:pt x="66" y="1041"/>
                    <a:pt x="58" y="968"/>
                  </a:cubicBezTo>
                  <a:cubicBezTo>
                    <a:pt x="50" y="894"/>
                    <a:pt x="8" y="775"/>
                    <a:pt x="4" y="648"/>
                  </a:cubicBezTo>
                  <a:cubicBezTo>
                    <a:pt x="0" y="521"/>
                    <a:pt x="62" y="335"/>
                    <a:pt x="58" y="270"/>
                  </a:cubicBezTo>
                  <a:cubicBezTo>
                    <a:pt x="54" y="204"/>
                    <a:pt x="77" y="0"/>
                    <a:pt x="77" y="0"/>
                  </a:cubicBezTo>
                  <a:cubicBezTo>
                    <a:pt x="77" y="0"/>
                    <a:pt x="634" y="255"/>
                    <a:pt x="1264" y="0"/>
                  </a:cubicBezTo>
                  <a:close/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1227" name="Line 915">
              <a:extLst>
                <a:ext uri="{FF2B5EF4-FFF2-40B4-BE49-F238E27FC236}">
                  <a16:creationId xmlns:a16="http://schemas.microsoft.com/office/drawing/2014/main" id="{0B522ECC-336C-49C2-9844-10765F0F4FE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580" y="2731"/>
              <a:ext cx="1" cy="68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1228" name="Freeform 916">
              <a:extLst>
                <a:ext uri="{FF2B5EF4-FFF2-40B4-BE49-F238E27FC236}">
                  <a16:creationId xmlns:a16="http://schemas.microsoft.com/office/drawing/2014/main" id="{51C4A6F6-C006-4283-8326-009EE6AC583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4" y="2654"/>
              <a:ext cx="226" cy="136"/>
            </a:xfrm>
            <a:custGeom>
              <a:avLst/>
              <a:gdLst>
                <a:gd name="T0" fmla="*/ 0 w 211"/>
                <a:gd name="T1" fmla="*/ 0 h 127"/>
                <a:gd name="T2" fmla="*/ 259 w 211"/>
                <a:gd name="T3" fmla="*/ 1 h 1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1" h="127">
                  <a:moveTo>
                    <a:pt x="0" y="0"/>
                  </a:moveTo>
                  <a:cubicBezTo>
                    <a:pt x="33" y="56"/>
                    <a:pt x="105" y="127"/>
                    <a:pt x="211" y="1"/>
                  </a:cubicBezTo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1229" name="Freeform 917">
              <a:extLst>
                <a:ext uri="{FF2B5EF4-FFF2-40B4-BE49-F238E27FC236}">
                  <a16:creationId xmlns:a16="http://schemas.microsoft.com/office/drawing/2014/main" id="{E3489F9B-E9C3-4C5A-A428-8572D600D52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5" y="2514"/>
              <a:ext cx="267" cy="167"/>
            </a:xfrm>
            <a:custGeom>
              <a:avLst/>
              <a:gdLst>
                <a:gd name="T0" fmla="*/ 304 w 250"/>
                <a:gd name="T1" fmla="*/ 192 h 156"/>
                <a:gd name="T2" fmla="*/ 166 w 250"/>
                <a:gd name="T3" fmla="*/ 130 h 156"/>
                <a:gd name="T4" fmla="*/ 0 w 250"/>
                <a:gd name="T5" fmla="*/ 0 h 15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0" h="156">
                  <a:moveTo>
                    <a:pt x="250" y="156"/>
                  </a:moveTo>
                  <a:cubicBezTo>
                    <a:pt x="213" y="139"/>
                    <a:pt x="173" y="127"/>
                    <a:pt x="136" y="106"/>
                  </a:cubicBezTo>
                  <a:cubicBezTo>
                    <a:pt x="95" y="83"/>
                    <a:pt x="21" y="44"/>
                    <a:pt x="0" y="0"/>
                  </a:cubicBezTo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1230" name="Freeform 918">
              <a:extLst>
                <a:ext uri="{FF2B5EF4-FFF2-40B4-BE49-F238E27FC236}">
                  <a16:creationId xmlns:a16="http://schemas.microsoft.com/office/drawing/2014/main" id="{EE6F29E0-8B3D-4B3D-B331-B74FC0A143E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8" y="2512"/>
              <a:ext cx="290" cy="175"/>
            </a:xfrm>
            <a:custGeom>
              <a:avLst/>
              <a:gdLst>
                <a:gd name="T0" fmla="*/ 0 w 272"/>
                <a:gd name="T1" fmla="*/ 200 h 164"/>
                <a:gd name="T2" fmla="*/ 73 w 272"/>
                <a:gd name="T3" fmla="*/ 170 h 164"/>
                <a:gd name="T4" fmla="*/ 172 w 272"/>
                <a:gd name="T5" fmla="*/ 128 h 164"/>
                <a:gd name="T6" fmla="*/ 329 w 272"/>
                <a:gd name="T7" fmla="*/ 0 h 16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2" h="164">
                  <a:moveTo>
                    <a:pt x="0" y="164"/>
                  </a:moveTo>
                  <a:cubicBezTo>
                    <a:pt x="20" y="162"/>
                    <a:pt x="41" y="146"/>
                    <a:pt x="60" y="140"/>
                  </a:cubicBezTo>
                  <a:cubicBezTo>
                    <a:pt x="88" y="129"/>
                    <a:pt x="118" y="121"/>
                    <a:pt x="142" y="105"/>
                  </a:cubicBezTo>
                  <a:cubicBezTo>
                    <a:pt x="186" y="75"/>
                    <a:pt x="244" y="46"/>
                    <a:pt x="272" y="0"/>
                  </a:cubicBezTo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1231" name="Freeform 919">
              <a:extLst>
                <a:ext uri="{FF2B5EF4-FFF2-40B4-BE49-F238E27FC236}">
                  <a16:creationId xmlns:a16="http://schemas.microsoft.com/office/drawing/2014/main" id="{0E55B0F8-96C5-4E3F-9F8E-264AE7F031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2" y="2585"/>
              <a:ext cx="134" cy="23"/>
            </a:xfrm>
            <a:custGeom>
              <a:avLst/>
              <a:gdLst>
                <a:gd name="T0" fmla="*/ 152 w 126"/>
                <a:gd name="T1" fmla="*/ 25 h 22"/>
                <a:gd name="T2" fmla="*/ 89 w 126"/>
                <a:gd name="T3" fmla="*/ 17 h 22"/>
                <a:gd name="T4" fmla="*/ 0 w 126"/>
                <a:gd name="T5" fmla="*/ 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6" h="22">
                  <a:moveTo>
                    <a:pt x="126" y="22"/>
                  </a:moveTo>
                  <a:cubicBezTo>
                    <a:pt x="111" y="15"/>
                    <a:pt x="91" y="16"/>
                    <a:pt x="74" y="14"/>
                  </a:cubicBezTo>
                  <a:cubicBezTo>
                    <a:pt x="57" y="12"/>
                    <a:pt x="12" y="12"/>
                    <a:pt x="0" y="0"/>
                  </a:cubicBezTo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1232" name="Freeform 920">
              <a:extLst>
                <a:ext uri="{FF2B5EF4-FFF2-40B4-BE49-F238E27FC236}">
                  <a16:creationId xmlns:a16="http://schemas.microsoft.com/office/drawing/2014/main" id="{8C87F1B4-F549-4E2F-B2C3-EB1AEBCF2EB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8" y="2574"/>
              <a:ext cx="154" cy="43"/>
            </a:xfrm>
            <a:custGeom>
              <a:avLst/>
              <a:gdLst>
                <a:gd name="T0" fmla="*/ 0 w 144"/>
                <a:gd name="T1" fmla="*/ 47 h 40"/>
                <a:gd name="T2" fmla="*/ 86 w 144"/>
                <a:gd name="T3" fmla="*/ 30 h 40"/>
                <a:gd name="T4" fmla="*/ 176 w 144"/>
                <a:gd name="T5" fmla="*/ 0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4" h="40">
                  <a:moveTo>
                    <a:pt x="0" y="38"/>
                  </a:moveTo>
                  <a:cubicBezTo>
                    <a:pt x="22" y="40"/>
                    <a:pt x="49" y="28"/>
                    <a:pt x="70" y="24"/>
                  </a:cubicBezTo>
                  <a:cubicBezTo>
                    <a:pt x="96" y="20"/>
                    <a:pt x="122" y="14"/>
                    <a:pt x="144" y="0"/>
                  </a:cubicBezTo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1233" name="Freeform 921">
              <a:extLst>
                <a:ext uri="{FF2B5EF4-FFF2-40B4-BE49-F238E27FC236}">
                  <a16:creationId xmlns:a16="http://schemas.microsoft.com/office/drawing/2014/main" id="{9223A83B-7441-4450-AB9E-14C3CAB94A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3" y="2078"/>
              <a:ext cx="338" cy="402"/>
            </a:xfrm>
            <a:custGeom>
              <a:avLst/>
              <a:gdLst>
                <a:gd name="T0" fmla="*/ 0 w 316"/>
                <a:gd name="T1" fmla="*/ 0 h 376"/>
                <a:gd name="T2" fmla="*/ 234 w 316"/>
                <a:gd name="T3" fmla="*/ 244 h 376"/>
                <a:gd name="T4" fmla="*/ 387 w 316"/>
                <a:gd name="T5" fmla="*/ 460 h 37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6" h="376">
                  <a:moveTo>
                    <a:pt x="0" y="0"/>
                  </a:moveTo>
                  <a:cubicBezTo>
                    <a:pt x="57" y="73"/>
                    <a:pt x="142" y="117"/>
                    <a:pt x="192" y="199"/>
                  </a:cubicBezTo>
                  <a:cubicBezTo>
                    <a:pt x="230" y="260"/>
                    <a:pt x="263" y="328"/>
                    <a:pt x="316" y="376"/>
                  </a:cubicBezTo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1234" name="Freeform 922">
              <a:extLst>
                <a:ext uri="{FF2B5EF4-FFF2-40B4-BE49-F238E27FC236}">
                  <a16:creationId xmlns:a16="http://schemas.microsoft.com/office/drawing/2014/main" id="{E3B2FC32-8EEE-4F64-9EAC-582DDB4746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5" y="2078"/>
              <a:ext cx="287" cy="351"/>
            </a:xfrm>
            <a:custGeom>
              <a:avLst/>
              <a:gdLst>
                <a:gd name="T0" fmla="*/ 0 w 268"/>
                <a:gd name="T1" fmla="*/ 402 h 328"/>
                <a:gd name="T2" fmla="*/ 152 w 268"/>
                <a:gd name="T3" fmla="*/ 207 h 328"/>
                <a:gd name="T4" fmla="*/ 329 w 268"/>
                <a:gd name="T5" fmla="*/ 0 h 3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8" h="328">
                  <a:moveTo>
                    <a:pt x="0" y="328"/>
                  </a:moveTo>
                  <a:cubicBezTo>
                    <a:pt x="56" y="286"/>
                    <a:pt x="88" y="227"/>
                    <a:pt x="124" y="168"/>
                  </a:cubicBezTo>
                  <a:cubicBezTo>
                    <a:pt x="160" y="109"/>
                    <a:pt x="218" y="45"/>
                    <a:pt x="268" y="0"/>
                  </a:cubicBezTo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1235" name="Freeform 923">
              <a:extLst>
                <a:ext uri="{FF2B5EF4-FFF2-40B4-BE49-F238E27FC236}">
                  <a16:creationId xmlns:a16="http://schemas.microsoft.com/office/drawing/2014/main" id="{F485F533-5C98-4BCC-AAC0-CE23337AB91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2" y="3148"/>
              <a:ext cx="116" cy="49"/>
            </a:xfrm>
            <a:custGeom>
              <a:avLst/>
              <a:gdLst>
                <a:gd name="T0" fmla="*/ 131 w 109"/>
                <a:gd name="T1" fmla="*/ 2 h 46"/>
                <a:gd name="T2" fmla="*/ 67 w 109"/>
                <a:gd name="T3" fmla="*/ 32 h 46"/>
                <a:gd name="T4" fmla="*/ 32 w 109"/>
                <a:gd name="T5" fmla="*/ 49 h 46"/>
                <a:gd name="T6" fmla="*/ 0 w 109"/>
                <a:gd name="T7" fmla="*/ 55 h 4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9" h="46">
                  <a:moveTo>
                    <a:pt x="109" y="2"/>
                  </a:moveTo>
                  <a:cubicBezTo>
                    <a:pt x="88" y="0"/>
                    <a:pt x="73" y="16"/>
                    <a:pt x="55" y="26"/>
                  </a:cubicBezTo>
                  <a:cubicBezTo>
                    <a:pt x="47" y="31"/>
                    <a:pt x="36" y="37"/>
                    <a:pt x="26" y="40"/>
                  </a:cubicBezTo>
                  <a:cubicBezTo>
                    <a:pt x="17" y="43"/>
                    <a:pt x="8" y="41"/>
                    <a:pt x="0" y="46"/>
                  </a:cubicBezTo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1236" name="Freeform 924">
              <a:extLst>
                <a:ext uri="{FF2B5EF4-FFF2-40B4-BE49-F238E27FC236}">
                  <a16:creationId xmlns:a16="http://schemas.microsoft.com/office/drawing/2014/main" id="{1BC2DEAF-1CAF-4011-95DD-265641F5F08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2" y="3150"/>
              <a:ext cx="124" cy="30"/>
            </a:xfrm>
            <a:custGeom>
              <a:avLst/>
              <a:gdLst>
                <a:gd name="T0" fmla="*/ 0 w 116"/>
                <a:gd name="T1" fmla="*/ 0 h 28"/>
                <a:gd name="T2" fmla="*/ 142 w 116"/>
                <a:gd name="T3" fmla="*/ 34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6" h="28">
                  <a:moveTo>
                    <a:pt x="0" y="0"/>
                  </a:moveTo>
                  <a:cubicBezTo>
                    <a:pt x="35" y="15"/>
                    <a:pt x="78" y="21"/>
                    <a:pt x="116" y="28"/>
                  </a:cubicBezTo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1237" name="Freeform 925">
              <a:extLst>
                <a:ext uri="{FF2B5EF4-FFF2-40B4-BE49-F238E27FC236}">
                  <a16:creationId xmlns:a16="http://schemas.microsoft.com/office/drawing/2014/main" id="{6363FA16-5F10-4435-8449-AD391A8FA1B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0" y="3189"/>
              <a:ext cx="72" cy="25"/>
            </a:xfrm>
            <a:custGeom>
              <a:avLst/>
              <a:gdLst>
                <a:gd name="T0" fmla="*/ 80 w 68"/>
                <a:gd name="T1" fmla="*/ 26 h 23"/>
                <a:gd name="T2" fmla="*/ 0 w 68"/>
                <a:gd name="T3" fmla="*/ 29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8" h="23">
                  <a:moveTo>
                    <a:pt x="68" y="20"/>
                  </a:moveTo>
                  <a:cubicBezTo>
                    <a:pt x="53" y="0"/>
                    <a:pt x="19" y="20"/>
                    <a:pt x="0" y="23"/>
                  </a:cubicBezTo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1238" name="Freeform 926">
              <a:extLst>
                <a:ext uri="{FF2B5EF4-FFF2-40B4-BE49-F238E27FC236}">
                  <a16:creationId xmlns:a16="http://schemas.microsoft.com/office/drawing/2014/main" id="{30DC9DF9-48DB-4327-BB78-6CD442F564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2" y="3208"/>
              <a:ext cx="66" cy="12"/>
            </a:xfrm>
            <a:custGeom>
              <a:avLst/>
              <a:gdLst>
                <a:gd name="T0" fmla="*/ 0 w 62"/>
                <a:gd name="T1" fmla="*/ 6 h 12"/>
                <a:gd name="T2" fmla="*/ 75 w 62"/>
                <a:gd name="T3" fmla="*/ 12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2" h="12">
                  <a:moveTo>
                    <a:pt x="0" y="6"/>
                  </a:moveTo>
                  <a:cubicBezTo>
                    <a:pt x="21" y="0"/>
                    <a:pt x="42" y="4"/>
                    <a:pt x="62" y="12"/>
                  </a:cubicBezTo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1239" name="Freeform 927">
              <a:extLst>
                <a:ext uri="{FF2B5EF4-FFF2-40B4-BE49-F238E27FC236}">
                  <a16:creationId xmlns:a16="http://schemas.microsoft.com/office/drawing/2014/main" id="{F0DEE100-1D78-4FD9-B7E4-320C11C67F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9" y="3221"/>
              <a:ext cx="208" cy="46"/>
            </a:xfrm>
            <a:custGeom>
              <a:avLst/>
              <a:gdLst>
                <a:gd name="T0" fmla="*/ 0 w 194"/>
                <a:gd name="T1" fmla="*/ 0 h 43"/>
                <a:gd name="T2" fmla="*/ 105 w 194"/>
                <a:gd name="T3" fmla="*/ 39 h 43"/>
                <a:gd name="T4" fmla="*/ 239 w 194"/>
                <a:gd name="T5" fmla="*/ 22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4" h="43">
                  <a:moveTo>
                    <a:pt x="0" y="0"/>
                  </a:moveTo>
                  <a:cubicBezTo>
                    <a:pt x="12" y="15"/>
                    <a:pt x="64" y="26"/>
                    <a:pt x="85" y="32"/>
                  </a:cubicBezTo>
                  <a:cubicBezTo>
                    <a:pt x="124" y="43"/>
                    <a:pt x="159" y="39"/>
                    <a:pt x="194" y="19"/>
                  </a:cubicBezTo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1240" name="Freeform 928">
              <a:extLst>
                <a:ext uri="{FF2B5EF4-FFF2-40B4-BE49-F238E27FC236}">
                  <a16:creationId xmlns:a16="http://schemas.microsoft.com/office/drawing/2014/main" id="{B4C7E7FC-3E54-4DB2-A031-15400AA1ED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9" y="3256"/>
              <a:ext cx="166" cy="23"/>
            </a:xfrm>
            <a:custGeom>
              <a:avLst/>
              <a:gdLst>
                <a:gd name="T0" fmla="*/ 0 w 155"/>
                <a:gd name="T1" fmla="*/ 0 h 22"/>
                <a:gd name="T2" fmla="*/ 94 w 155"/>
                <a:gd name="T3" fmla="*/ 22 h 22"/>
                <a:gd name="T4" fmla="*/ 191 w 155"/>
                <a:gd name="T5" fmla="*/ 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5" h="22">
                  <a:moveTo>
                    <a:pt x="0" y="0"/>
                  </a:moveTo>
                  <a:cubicBezTo>
                    <a:pt x="26" y="0"/>
                    <a:pt x="50" y="17"/>
                    <a:pt x="77" y="19"/>
                  </a:cubicBezTo>
                  <a:cubicBezTo>
                    <a:pt x="105" y="22"/>
                    <a:pt x="131" y="13"/>
                    <a:pt x="155" y="0"/>
                  </a:cubicBezTo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1241" name="Freeform 929">
              <a:extLst>
                <a:ext uri="{FF2B5EF4-FFF2-40B4-BE49-F238E27FC236}">
                  <a16:creationId xmlns:a16="http://schemas.microsoft.com/office/drawing/2014/main" id="{87C92E75-8440-45A3-B17B-82EC7742AD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0" y="1982"/>
              <a:ext cx="385" cy="491"/>
            </a:xfrm>
            <a:custGeom>
              <a:avLst/>
              <a:gdLst>
                <a:gd name="T0" fmla="*/ 5 w 361"/>
                <a:gd name="T1" fmla="*/ 76 h 459"/>
                <a:gd name="T2" fmla="*/ 106 w 361"/>
                <a:gd name="T3" fmla="*/ 179 h 459"/>
                <a:gd name="T4" fmla="*/ 243 w 361"/>
                <a:gd name="T5" fmla="*/ 321 h 459"/>
                <a:gd name="T6" fmla="*/ 335 w 361"/>
                <a:gd name="T7" fmla="*/ 461 h 459"/>
                <a:gd name="T8" fmla="*/ 434 w 361"/>
                <a:gd name="T9" fmla="*/ 555 h 459"/>
                <a:gd name="T10" fmla="*/ 363 w 361"/>
                <a:gd name="T11" fmla="*/ 439 h 459"/>
                <a:gd name="T12" fmla="*/ 238 w 361"/>
                <a:gd name="T13" fmla="*/ 251 h 459"/>
                <a:gd name="T14" fmla="*/ 85 w 361"/>
                <a:gd name="T15" fmla="*/ 88 h 459"/>
                <a:gd name="T16" fmla="*/ 52 w 361"/>
                <a:gd name="T17" fmla="*/ 28 h 459"/>
                <a:gd name="T18" fmla="*/ 0 w 361"/>
                <a:gd name="T19" fmla="*/ 0 h 45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61" h="459">
                  <a:moveTo>
                    <a:pt x="5" y="62"/>
                  </a:moveTo>
                  <a:cubicBezTo>
                    <a:pt x="35" y="77"/>
                    <a:pt x="62" y="123"/>
                    <a:pt x="87" y="146"/>
                  </a:cubicBezTo>
                  <a:cubicBezTo>
                    <a:pt x="127" y="184"/>
                    <a:pt x="169" y="218"/>
                    <a:pt x="201" y="262"/>
                  </a:cubicBezTo>
                  <a:cubicBezTo>
                    <a:pt x="229" y="300"/>
                    <a:pt x="254" y="336"/>
                    <a:pt x="276" y="377"/>
                  </a:cubicBezTo>
                  <a:cubicBezTo>
                    <a:pt x="290" y="404"/>
                    <a:pt x="322" y="459"/>
                    <a:pt x="358" y="453"/>
                  </a:cubicBezTo>
                  <a:cubicBezTo>
                    <a:pt x="361" y="431"/>
                    <a:pt x="310" y="383"/>
                    <a:pt x="299" y="358"/>
                  </a:cubicBezTo>
                  <a:cubicBezTo>
                    <a:pt x="274" y="298"/>
                    <a:pt x="243" y="254"/>
                    <a:pt x="196" y="206"/>
                  </a:cubicBezTo>
                  <a:cubicBezTo>
                    <a:pt x="153" y="162"/>
                    <a:pt x="106" y="122"/>
                    <a:pt x="70" y="72"/>
                  </a:cubicBezTo>
                  <a:cubicBezTo>
                    <a:pt x="59" y="56"/>
                    <a:pt x="53" y="37"/>
                    <a:pt x="43" y="22"/>
                  </a:cubicBezTo>
                  <a:cubicBezTo>
                    <a:pt x="32" y="5"/>
                    <a:pt x="19" y="4"/>
                    <a:pt x="0" y="0"/>
                  </a:cubicBezTo>
                </a:path>
              </a:pathLst>
            </a:custGeom>
            <a:solidFill>
              <a:srgbClr val="7695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1242" name="Freeform 930">
              <a:extLst>
                <a:ext uri="{FF2B5EF4-FFF2-40B4-BE49-F238E27FC236}">
                  <a16:creationId xmlns:a16="http://schemas.microsoft.com/office/drawing/2014/main" id="{48BA7E11-6B67-454B-A956-1E921B44FE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4" y="1980"/>
              <a:ext cx="190" cy="237"/>
            </a:xfrm>
            <a:custGeom>
              <a:avLst/>
              <a:gdLst>
                <a:gd name="T0" fmla="*/ 0 w 178"/>
                <a:gd name="T1" fmla="*/ 0 h 222"/>
                <a:gd name="T2" fmla="*/ 164 w 178"/>
                <a:gd name="T3" fmla="*/ 62 h 222"/>
                <a:gd name="T4" fmla="*/ 175 w 178"/>
                <a:gd name="T5" fmla="*/ 178 h 222"/>
                <a:gd name="T6" fmla="*/ 217 w 178"/>
                <a:gd name="T7" fmla="*/ 270 h 222"/>
                <a:gd name="T8" fmla="*/ 91 w 178"/>
                <a:gd name="T9" fmla="*/ 162 h 222"/>
                <a:gd name="T10" fmla="*/ 2 w 178"/>
                <a:gd name="T11" fmla="*/ 5 h 2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8" h="222">
                  <a:moveTo>
                    <a:pt x="0" y="0"/>
                  </a:moveTo>
                  <a:cubicBezTo>
                    <a:pt x="35" y="9"/>
                    <a:pt x="125" y="16"/>
                    <a:pt x="135" y="51"/>
                  </a:cubicBezTo>
                  <a:cubicBezTo>
                    <a:pt x="143" y="82"/>
                    <a:pt x="133" y="115"/>
                    <a:pt x="144" y="146"/>
                  </a:cubicBezTo>
                  <a:cubicBezTo>
                    <a:pt x="153" y="173"/>
                    <a:pt x="170" y="195"/>
                    <a:pt x="178" y="222"/>
                  </a:cubicBezTo>
                  <a:cubicBezTo>
                    <a:pt x="140" y="212"/>
                    <a:pt x="102" y="159"/>
                    <a:pt x="75" y="133"/>
                  </a:cubicBezTo>
                  <a:cubicBezTo>
                    <a:pt x="35" y="94"/>
                    <a:pt x="6" y="63"/>
                    <a:pt x="2" y="5"/>
                  </a:cubicBezTo>
                </a:path>
              </a:pathLst>
            </a:custGeom>
            <a:solidFill>
              <a:srgbClr val="7695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1243" name="Freeform 931">
              <a:extLst>
                <a:ext uri="{FF2B5EF4-FFF2-40B4-BE49-F238E27FC236}">
                  <a16:creationId xmlns:a16="http://schemas.microsoft.com/office/drawing/2014/main" id="{25ADA05C-C3D7-4D7F-A02A-C36816DB79A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9" y="2054"/>
              <a:ext cx="330" cy="384"/>
            </a:xfrm>
            <a:custGeom>
              <a:avLst/>
              <a:gdLst>
                <a:gd name="T0" fmla="*/ 360 w 309"/>
                <a:gd name="T1" fmla="*/ 0 h 360"/>
                <a:gd name="T2" fmla="*/ 262 w 309"/>
                <a:gd name="T3" fmla="*/ 90 h 360"/>
                <a:gd name="T4" fmla="*/ 175 w 309"/>
                <a:gd name="T5" fmla="*/ 202 h 360"/>
                <a:gd name="T6" fmla="*/ 0 w 309"/>
                <a:gd name="T7" fmla="*/ 437 h 360"/>
                <a:gd name="T8" fmla="*/ 139 w 309"/>
                <a:gd name="T9" fmla="*/ 307 h 360"/>
                <a:gd name="T10" fmla="*/ 238 w 309"/>
                <a:gd name="T11" fmla="*/ 171 h 360"/>
                <a:gd name="T12" fmla="*/ 313 w 309"/>
                <a:gd name="T13" fmla="*/ 87 h 360"/>
                <a:gd name="T14" fmla="*/ 375 w 309"/>
                <a:gd name="T15" fmla="*/ 193 h 360"/>
                <a:gd name="T16" fmla="*/ 375 w 309"/>
                <a:gd name="T17" fmla="*/ 109 h 360"/>
                <a:gd name="T18" fmla="*/ 357 w 309"/>
                <a:gd name="T19" fmla="*/ 2 h 36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09" h="360">
                  <a:moveTo>
                    <a:pt x="296" y="0"/>
                  </a:moveTo>
                  <a:cubicBezTo>
                    <a:pt x="275" y="31"/>
                    <a:pt x="237" y="46"/>
                    <a:pt x="214" y="74"/>
                  </a:cubicBezTo>
                  <a:cubicBezTo>
                    <a:pt x="189" y="103"/>
                    <a:pt x="164" y="134"/>
                    <a:pt x="144" y="166"/>
                  </a:cubicBezTo>
                  <a:cubicBezTo>
                    <a:pt x="104" y="233"/>
                    <a:pt x="56" y="304"/>
                    <a:pt x="0" y="360"/>
                  </a:cubicBezTo>
                  <a:cubicBezTo>
                    <a:pt x="44" y="335"/>
                    <a:pt x="78" y="288"/>
                    <a:pt x="114" y="253"/>
                  </a:cubicBezTo>
                  <a:cubicBezTo>
                    <a:pt x="148" y="220"/>
                    <a:pt x="175" y="182"/>
                    <a:pt x="196" y="141"/>
                  </a:cubicBezTo>
                  <a:cubicBezTo>
                    <a:pt x="206" y="121"/>
                    <a:pt x="229" y="72"/>
                    <a:pt x="257" y="72"/>
                  </a:cubicBezTo>
                  <a:cubicBezTo>
                    <a:pt x="290" y="71"/>
                    <a:pt x="293" y="140"/>
                    <a:pt x="308" y="159"/>
                  </a:cubicBezTo>
                  <a:cubicBezTo>
                    <a:pt x="309" y="136"/>
                    <a:pt x="309" y="113"/>
                    <a:pt x="308" y="90"/>
                  </a:cubicBezTo>
                  <a:cubicBezTo>
                    <a:pt x="308" y="64"/>
                    <a:pt x="290" y="21"/>
                    <a:pt x="293" y="2"/>
                  </a:cubicBezTo>
                </a:path>
              </a:pathLst>
            </a:custGeom>
            <a:solidFill>
              <a:srgbClr val="4F72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1244" name="Freeform 932">
              <a:extLst>
                <a:ext uri="{FF2B5EF4-FFF2-40B4-BE49-F238E27FC236}">
                  <a16:creationId xmlns:a16="http://schemas.microsoft.com/office/drawing/2014/main" id="{76989899-C743-450D-802E-F36E5403D6F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4" y="2544"/>
              <a:ext cx="81" cy="50"/>
            </a:xfrm>
            <a:custGeom>
              <a:avLst/>
              <a:gdLst>
                <a:gd name="T0" fmla="*/ 92 w 76"/>
                <a:gd name="T1" fmla="*/ 56 h 47"/>
                <a:gd name="T2" fmla="*/ 15 w 76"/>
                <a:gd name="T3" fmla="*/ 0 h 47"/>
                <a:gd name="T4" fmla="*/ 0 w 76"/>
                <a:gd name="T5" fmla="*/ 41 h 47"/>
                <a:gd name="T6" fmla="*/ 72 w 76"/>
                <a:gd name="T7" fmla="*/ 49 h 4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6" h="47">
                  <a:moveTo>
                    <a:pt x="76" y="47"/>
                  </a:moveTo>
                  <a:cubicBezTo>
                    <a:pt x="53" y="38"/>
                    <a:pt x="26" y="22"/>
                    <a:pt x="12" y="0"/>
                  </a:cubicBezTo>
                  <a:cubicBezTo>
                    <a:pt x="20" y="17"/>
                    <a:pt x="24" y="32"/>
                    <a:pt x="0" y="35"/>
                  </a:cubicBezTo>
                  <a:cubicBezTo>
                    <a:pt x="20" y="36"/>
                    <a:pt x="39" y="41"/>
                    <a:pt x="60" y="40"/>
                  </a:cubicBezTo>
                </a:path>
              </a:pathLst>
            </a:custGeom>
            <a:solidFill>
              <a:srgbClr val="4F72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1245" name="Freeform 933">
              <a:extLst>
                <a:ext uri="{FF2B5EF4-FFF2-40B4-BE49-F238E27FC236}">
                  <a16:creationId xmlns:a16="http://schemas.microsoft.com/office/drawing/2014/main" id="{0DE2801E-A9A1-49FC-9D20-B9E229475C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1" y="2607"/>
              <a:ext cx="329" cy="245"/>
            </a:xfrm>
            <a:custGeom>
              <a:avLst/>
              <a:gdLst>
                <a:gd name="T0" fmla="*/ 346 w 308"/>
                <a:gd name="T1" fmla="*/ 147 h 229"/>
                <a:gd name="T2" fmla="*/ 271 w 308"/>
                <a:gd name="T3" fmla="*/ 101 h 229"/>
                <a:gd name="T4" fmla="*/ 176 w 308"/>
                <a:gd name="T5" fmla="*/ 59 h 229"/>
                <a:gd name="T6" fmla="*/ 95 w 308"/>
                <a:gd name="T7" fmla="*/ 7 h 229"/>
                <a:gd name="T8" fmla="*/ 0 w 308"/>
                <a:gd name="T9" fmla="*/ 11 h 229"/>
                <a:gd name="T10" fmla="*/ 61 w 308"/>
                <a:gd name="T11" fmla="*/ 28 h 229"/>
                <a:gd name="T12" fmla="*/ 128 w 308"/>
                <a:gd name="T13" fmla="*/ 59 h 229"/>
                <a:gd name="T14" fmla="*/ 253 w 308"/>
                <a:gd name="T15" fmla="*/ 109 h 229"/>
                <a:gd name="T16" fmla="*/ 349 w 308"/>
                <a:gd name="T17" fmla="*/ 280 h 229"/>
                <a:gd name="T18" fmla="*/ 369 w 308"/>
                <a:gd name="T19" fmla="*/ 214 h 229"/>
                <a:gd name="T20" fmla="*/ 374 w 308"/>
                <a:gd name="T21" fmla="*/ 159 h 229"/>
                <a:gd name="T22" fmla="*/ 342 w 308"/>
                <a:gd name="T23" fmla="*/ 141 h 22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08" h="229">
                  <a:moveTo>
                    <a:pt x="284" y="120"/>
                  </a:moveTo>
                  <a:cubicBezTo>
                    <a:pt x="260" y="110"/>
                    <a:pt x="244" y="94"/>
                    <a:pt x="223" y="82"/>
                  </a:cubicBezTo>
                  <a:cubicBezTo>
                    <a:pt x="199" y="68"/>
                    <a:pt x="170" y="61"/>
                    <a:pt x="144" y="48"/>
                  </a:cubicBezTo>
                  <a:cubicBezTo>
                    <a:pt x="122" y="36"/>
                    <a:pt x="103" y="14"/>
                    <a:pt x="78" y="7"/>
                  </a:cubicBezTo>
                  <a:cubicBezTo>
                    <a:pt x="52" y="0"/>
                    <a:pt x="25" y="13"/>
                    <a:pt x="0" y="8"/>
                  </a:cubicBezTo>
                  <a:cubicBezTo>
                    <a:pt x="16" y="15"/>
                    <a:pt x="34" y="17"/>
                    <a:pt x="50" y="22"/>
                  </a:cubicBezTo>
                  <a:cubicBezTo>
                    <a:pt x="71" y="28"/>
                    <a:pt x="87" y="39"/>
                    <a:pt x="105" y="48"/>
                  </a:cubicBezTo>
                  <a:cubicBezTo>
                    <a:pt x="139" y="65"/>
                    <a:pt x="174" y="75"/>
                    <a:pt x="208" y="89"/>
                  </a:cubicBezTo>
                  <a:cubicBezTo>
                    <a:pt x="266" y="114"/>
                    <a:pt x="299" y="165"/>
                    <a:pt x="286" y="229"/>
                  </a:cubicBezTo>
                  <a:cubicBezTo>
                    <a:pt x="298" y="219"/>
                    <a:pt x="300" y="190"/>
                    <a:pt x="302" y="175"/>
                  </a:cubicBezTo>
                  <a:cubicBezTo>
                    <a:pt x="304" y="162"/>
                    <a:pt x="308" y="142"/>
                    <a:pt x="307" y="130"/>
                  </a:cubicBezTo>
                  <a:cubicBezTo>
                    <a:pt x="297" y="126"/>
                    <a:pt x="291" y="119"/>
                    <a:pt x="281" y="115"/>
                  </a:cubicBezTo>
                </a:path>
              </a:pathLst>
            </a:custGeom>
            <a:solidFill>
              <a:srgbClr val="4F72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1246" name="Freeform 934">
              <a:extLst>
                <a:ext uri="{FF2B5EF4-FFF2-40B4-BE49-F238E27FC236}">
                  <a16:creationId xmlns:a16="http://schemas.microsoft.com/office/drawing/2014/main" id="{08B1E89F-DF28-4627-95AB-6BB7A49F59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9" y="2653"/>
              <a:ext cx="147" cy="66"/>
            </a:xfrm>
            <a:custGeom>
              <a:avLst/>
              <a:gdLst>
                <a:gd name="T0" fmla="*/ 0 w 137"/>
                <a:gd name="T1" fmla="*/ 0 h 62"/>
                <a:gd name="T2" fmla="*/ 69 w 137"/>
                <a:gd name="T3" fmla="*/ 59 h 62"/>
                <a:gd name="T4" fmla="*/ 170 w 137"/>
                <a:gd name="T5" fmla="*/ 45 h 62"/>
                <a:gd name="T6" fmla="*/ 0 w 137"/>
                <a:gd name="T7" fmla="*/ 7 h 6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7" h="62">
                  <a:moveTo>
                    <a:pt x="0" y="0"/>
                  </a:moveTo>
                  <a:cubicBezTo>
                    <a:pt x="4" y="20"/>
                    <a:pt x="38" y="41"/>
                    <a:pt x="56" y="49"/>
                  </a:cubicBezTo>
                  <a:cubicBezTo>
                    <a:pt x="85" y="62"/>
                    <a:pt x="112" y="55"/>
                    <a:pt x="137" y="37"/>
                  </a:cubicBezTo>
                  <a:cubicBezTo>
                    <a:pt x="81" y="57"/>
                    <a:pt x="47" y="29"/>
                    <a:pt x="0" y="7"/>
                  </a:cubicBezTo>
                </a:path>
              </a:pathLst>
            </a:custGeom>
            <a:solidFill>
              <a:srgbClr val="7695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1247" name="Freeform 935">
              <a:extLst>
                <a:ext uri="{FF2B5EF4-FFF2-40B4-BE49-F238E27FC236}">
                  <a16:creationId xmlns:a16="http://schemas.microsoft.com/office/drawing/2014/main" id="{DB6674BE-1335-49FC-BB52-695EDDF67D2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2" y="2603"/>
              <a:ext cx="335" cy="138"/>
            </a:xfrm>
            <a:custGeom>
              <a:avLst/>
              <a:gdLst>
                <a:gd name="T0" fmla="*/ 0 w 314"/>
                <a:gd name="T1" fmla="*/ 150 h 129"/>
                <a:gd name="T2" fmla="*/ 37 w 314"/>
                <a:gd name="T3" fmla="*/ 122 h 129"/>
                <a:gd name="T4" fmla="*/ 69 w 314"/>
                <a:gd name="T5" fmla="*/ 108 h 129"/>
                <a:gd name="T6" fmla="*/ 157 w 314"/>
                <a:gd name="T7" fmla="*/ 77 h 129"/>
                <a:gd name="T8" fmla="*/ 252 w 314"/>
                <a:gd name="T9" fmla="*/ 32 h 129"/>
                <a:gd name="T10" fmla="*/ 381 w 314"/>
                <a:gd name="T11" fmla="*/ 0 h 129"/>
                <a:gd name="T12" fmla="*/ 257 w 314"/>
                <a:gd name="T13" fmla="*/ 51 h 129"/>
                <a:gd name="T14" fmla="*/ 210 w 314"/>
                <a:gd name="T15" fmla="*/ 70 h 129"/>
                <a:gd name="T16" fmla="*/ 165 w 314"/>
                <a:gd name="T17" fmla="*/ 105 h 129"/>
                <a:gd name="T18" fmla="*/ 16 w 314"/>
                <a:gd name="T19" fmla="*/ 158 h 12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14" h="129">
                  <a:moveTo>
                    <a:pt x="0" y="122"/>
                  </a:moveTo>
                  <a:cubicBezTo>
                    <a:pt x="12" y="126"/>
                    <a:pt x="23" y="107"/>
                    <a:pt x="31" y="100"/>
                  </a:cubicBezTo>
                  <a:cubicBezTo>
                    <a:pt x="41" y="91"/>
                    <a:pt x="43" y="89"/>
                    <a:pt x="57" y="88"/>
                  </a:cubicBezTo>
                  <a:cubicBezTo>
                    <a:pt x="82" y="85"/>
                    <a:pt x="106" y="74"/>
                    <a:pt x="129" y="63"/>
                  </a:cubicBezTo>
                  <a:cubicBezTo>
                    <a:pt x="156" y="48"/>
                    <a:pt x="176" y="31"/>
                    <a:pt x="207" y="26"/>
                  </a:cubicBezTo>
                  <a:cubicBezTo>
                    <a:pt x="243" y="19"/>
                    <a:pt x="279" y="12"/>
                    <a:pt x="314" y="0"/>
                  </a:cubicBezTo>
                  <a:cubicBezTo>
                    <a:pt x="281" y="16"/>
                    <a:pt x="246" y="29"/>
                    <a:pt x="212" y="42"/>
                  </a:cubicBezTo>
                  <a:cubicBezTo>
                    <a:pt x="199" y="48"/>
                    <a:pt x="185" y="49"/>
                    <a:pt x="173" y="57"/>
                  </a:cubicBezTo>
                  <a:cubicBezTo>
                    <a:pt x="160" y="65"/>
                    <a:pt x="150" y="78"/>
                    <a:pt x="136" y="86"/>
                  </a:cubicBezTo>
                  <a:cubicBezTo>
                    <a:pt x="97" y="111"/>
                    <a:pt x="51" y="110"/>
                    <a:pt x="13" y="129"/>
                  </a:cubicBezTo>
                </a:path>
              </a:pathLst>
            </a:custGeom>
            <a:solidFill>
              <a:srgbClr val="4F72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1248" name="Freeform 936">
              <a:extLst>
                <a:ext uri="{FF2B5EF4-FFF2-40B4-BE49-F238E27FC236}">
                  <a16:creationId xmlns:a16="http://schemas.microsoft.com/office/drawing/2014/main" id="{39370594-7F1D-42A7-B534-D5F9C412AD7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2" y="2527"/>
              <a:ext cx="97" cy="73"/>
            </a:xfrm>
            <a:custGeom>
              <a:avLst/>
              <a:gdLst>
                <a:gd name="T0" fmla="*/ 0 w 91"/>
                <a:gd name="T1" fmla="*/ 84 h 68"/>
                <a:gd name="T2" fmla="*/ 1 w 91"/>
                <a:gd name="T3" fmla="*/ 78 h 68"/>
                <a:gd name="T4" fmla="*/ 110 w 91"/>
                <a:gd name="T5" fmla="*/ 0 h 68"/>
                <a:gd name="T6" fmla="*/ 92 w 91"/>
                <a:gd name="T7" fmla="*/ 52 h 68"/>
                <a:gd name="T8" fmla="*/ 36 w 91"/>
                <a:gd name="T9" fmla="*/ 72 h 68"/>
                <a:gd name="T10" fmla="*/ 4 w 91"/>
                <a:gd name="T11" fmla="*/ 82 h 6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1" h="68">
                  <a:moveTo>
                    <a:pt x="0" y="68"/>
                  </a:moveTo>
                  <a:cubicBezTo>
                    <a:pt x="1" y="66"/>
                    <a:pt x="0" y="65"/>
                    <a:pt x="1" y="63"/>
                  </a:cubicBezTo>
                  <a:cubicBezTo>
                    <a:pt x="36" y="51"/>
                    <a:pt x="67" y="26"/>
                    <a:pt x="91" y="0"/>
                  </a:cubicBezTo>
                  <a:cubicBezTo>
                    <a:pt x="84" y="12"/>
                    <a:pt x="67" y="27"/>
                    <a:pt x="76" y="42"/>
                  </a:cubicBezTo>
                  <a:cubicBezTo>
                    <a:pt x="62" y="50"/>
                    <a:pt x="45" y="53"/>
                    <a:pt x="30" y="58"/>
                  </a:cubicBezTo>
                  <a:cubicBezTo>
                    <a:pt x="22" y="61"/>
                    <a:pt x="12" y="67"/>
                    <a:pt x="4" y="66"/>
                  </a:cubicBezTo>
                </a:path>
              </a:pathLst>
            </a:custGeom>
            <a:solidFill>
              <a:srgbClr val="4F72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1249" name="Freeform 937">
              <a:extLst>
                <a:ext uri="{FF2B5EF4-FFF2-40B4-BE49-F238E27FC236}">
                  <a16:creationId xmlns:a16="http://schemas.microsoft.com/office/drawing/2014/main" id="{94F6B742-6015-4B9D-8277-96CFDE117D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4" y="2467"/>
              <a:ext cx="54" cy="56"/>
            </a:xfrm>
            <a:custGeom>
              <a:avLst/>
              <a:gdLst>
                <a:gd name="T0" fmla="*/ 36 w 51"/>
                <a:gd name="T1" fmla="*/ 65 h 52"/>
                <a:gd name="T2" fmla="*/ 60 w 51"/>
                <a:gd name="T3" fmla="*/ 50 h 52"/>
                <a:gd name="T4" fmla="*/ 17 w 51"/>
                <a:gd name="T5" fmla="*/ 11 h 52"/>
                <a:gd name="T6" fmla="*/ 36 w 51"/>
                <a:gd name="T7" fmla="*/ 60 h 5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1" h="52">
                  <a:moveTo>
                    <a:pt x="30" y="52"/>
                  </a:moveTo>
                  <a:cubicBezTo>
                    <a:pt x="20" y="32"/>
                    <a:pt x="38" y="27"/>
                    <a:pt x="51" y="40"/>
                  </a:cubicBezTo>
                  <a:cubicBezTo>
                    <a:pt x="46" y="32"/>
                    <a:pt x="29" y="0"/>
                    <a:pt x="14" y="8"/>
                  </a:cubicBezTo>
                  <a:cubicBezTo>
                    <a:pt x="0" y="16"/>
                    <a:pt x="25" y="41"/>
                    <a:pt x="30" y="48"/>
                  </a:cubicBezTo>
                </a:path>
              </a:pathLst>
            </a:custGeom>
            <a:solidFill>
              <a:srgbClr val="7695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1250" name="Freeform 938">
              <a:extLst>
                <a:ext uri="{FF2B5EF4-FFF2-40B4-BE49-F238E27FC236}">
                  <a16:creationId xmlns:a16="http://schemas.microsoft.com/office/drawing/2014/main" id="{3D9C9438-C90C-4F55-9E67-73AA21F0EC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1" y="2547"/>
              <a:ext cx="50" cy="53"/>
            </a:xfrm>
            <a:custGeom>
              <a:avLst/>
              <a:gdLst>
                <a:gd name="T0" fmla="*/ 56 w 47"/>
                <a:gd name="T1" fmla="*/ 38 h 49"/>
                <a:gd name="T2" fmla="*/ 44 w 47"/>
                <a:gd name="T3" fmla="*/ 59 h 49"/>
                <a:gd name="T4" fmla="*/ 4 w 47"/>
                <a:gd name="T5" fmla="*/ 26 h 49"/>
                <a:gd name="T6" fmla="*/ 52 w 47"/>
                <a:gd name="T7" fmla="*/ 28 h 4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7" h="49">
                  <a:moveTo>
                    <a:pt x="47" y="30"/>
                  </a:moveTo>
                  <a:cubicBezTo>
                    <a:pt x="21" y="6"/>
                    <a:pt x="5" y="37"/>
                    <a:pt x="37" y="47"/>
                  </a:cubicBezTo>
                  <a:cubicBezTo>
                    <a:pt x="22" y="49"/>
                    <a:pt x="0" y="37"/>
                    <a:pt x="4" y="20"/>
                  </a:cubicBezTo>
                  <a:cubicBezTo>
                    <a:pt x="8" y="0"/>
                    <a:pt x="32" y="14"/>
                    <a:pt x="43" y="22"/>
                  </a:cubicBezTo>
                </a:path>
              </a:pathLst>
            </a:custGeom>
            <a:solidFill>
              <a:srgbClr val="7695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1251" name="Freeform 939">
              <a:extLst>
                <a:ext uri="{FF2B5EF4-FFF2-40B4-BE49-F238E27FC236}">
                  <a16:creationId xmlns:a16="http://schemas.microsoft.com/office/drawing/2014/main" id="{F9C10DE5-6368-42C6-A03B-7EF05BD7A0A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9" y="2464"/>
              <a:ext cx="40" cy="64"/>
            </a:xfrm>
            <a:custGeom>
              <a:avLst/>
              <a:gdLst>
                <a:gd name="T0" fmla="*/ 0 w 38"/>
                <a:gd name="T1" fmla="*/ 52 h 60"/>
                <a:gd name="T2" fmla="*/ 19 w 38"/>
                <a:gd name="T3" fmla="*/ 73 h 60"/>
                <a:gd name="T4" fmla="*/ 35 w 38"/>
                <a:gd name="T5" fmla="*/ 16 h 60"/>
                <a:gd name="T6" fmla="*/ 0 w 38"/>
                <a:gd name="T7" fmla="*/ 39 h 6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" h="60">
                  <a:moveTo>
                    <a:pt x="0" y="43"/>
                  </a:moveTo>
                  <a:cubicBezTo>
                    <a:pt x="0" y="17"/>
                    <a:pt x="24" y="36"/>
                    <a:pt x="16" y="60"/>
                  </a:cubicBezTo>
                  <a:cubicBezTo>
                    <a:pt x="19" y="51"/>
                    <a:pt x="38" y="23"/>
                    <a:pt x="29" y="13"/>
                  </a:cubicBezTo>
                  <a:cubicBezTo>
                    <a:pt x="18" y="0"/>
                    <a:pt x="4" y="26"/>
                    <a:pt x="0" y="33"/>
                  </a:cubicBezTo>
                </a:path>
              </a:pathLst>
            </a:custGeom>
            <a:solidFill>
              <a:srgbClr val="7695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1252" name="Freeform 940">
              <a:extLst>
                <a:ext uri="{FF2B5EF4-FFF2-40B4-BE49-F238E27FC236}">
                  <a16:creationId xmlns:a16="http://schemas.microsoft.com/office/drawing/2014/main" id="{BBFB4C89-570E-4775-83A2-98DE71FB99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9" y="2538"/>
              <a:ext cx="55" cy="56"/>
            </a:xfrm>
            <a:custGeom>
              <a:avLst/>
              <a:gdLst>
                <a:gd name="T0" fmla="*/ 0 w 51"/>
                <a:gd name="T1" fmla="*/ 33 h 53"/>
                <a:gd name="T2" fmla="*/ 16 w 51"/>
                <a:gd name="T3" fmla="*/ 62 h 53"/>
                <a:gd name="T4" fmla="*/ 64 w 51"/>
                <a:gd name="T5" fmla="*/ 15 h 53"/>
                <a:gd name="T6" fmla="*/ 6 w 51"/>
                <a:gd name="T7" fmla="*/ 26 h 5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1" h="53">
                  <a:moveTo>
                    <a:pt x="0" y="27"/>
                  </a:moveTo>
                  <a:cubicBezTo>
                    <a:pt x="27" y="10"/>
                    <a:pt x="33" y="47"/>
                    <a:pt x="13" y="53"/>
                  </a:cubicBezTo>
                  <a:cubicBezTo>
                    <a:pt x="35" y="52"/>
                    <a:pt x="44" y="30"/>
                    <a:pt x="51" y="12"/>
                  </a:cubicBezTo>
                  <a:cubicBezTo>
                    <a:pt x="40" y="0"/>
                    <a:pt x="15" y="14"/>
                    <a:pt x="6" y="23"/>
                  </a:cubicBezTo>
                </a:path>
              </a:pathLst>
            </a:custGeom>
            <a:solidFill>
              <a:srgbClr val="7695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1253" name="Freeform 941">
              <a:extLst>
                <a:ext uri="{FF2B5EF4-FFF2-40B4-BE49-F238E27FC236}">
                  <a16:creationId xmlns:a16="http://schemas.microsoft.com/office/drawing/2014/main" id="{3566E53C-6D7C-4238-A4D7-C01F58AF0A75}"/>
                </a:ext>
              </a:extLst>
            </p:cNvPr>
            <p:cNvSpPr>
              <a:spLocks/>
            </p:cNvSpPr>
            <p:nvPr/>
          </p:nvSpPr>
          <p:spPr bwMode="auto">
            <a:xfrm>
              <a:off x="856" y="2340"/>
              <a:ext cx="98" cy="747"/>
            </a:xfrm>
            <a:custGeom>
              <a:avLst/>
              <a:gdLst>
                <a:gd name="T0" fmla="*/ 80 w 91"/>
                <a:gd name="T1" fmla="*/ 0 h 699"/>
                <a:gd name="T2" fmla="*/ 51 w 91"/>
                <a:gd name="T3" fmla="*/ 447 h 699"/>
                <a:gd name="T4" fmla="*/ 107 w 91"/>
                <a:gd name="T5" fmla="*/ 853 h 699"/>
                <a:gd name="T6" fmla="*/ 114 w 91"/>
                <a:gd name="T7" fmla="*/ 674 h 699"/>
                <a:gd name="T8" fmla="*/ 62 w 91"/>
                <a:gd name="T9" fmla="*/ 416 h 699"/>
                <a:gd name="T10" fmla="*/ 80 w 91"/>
                <a:gd name="T11" fmla="*/ 0 h 69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1" h="699">
                  <a:moveTo>
                    <a:pt x="64" y="0"/>
                  </a:moveTo>
                  <a:cubicBezTo>
                    <a:pt x="64" y="0"/>
                    <a:pt x="0" y="227"/>
                    <a:pt x="41" y="366"/>
                  </a:cubicBezTo>
                  <a:cubicBezTo>
                    <a:pt x="83" y="504"/>
                    <a:pt x="70" y="659"/>
                    <a:pt x="85" y="699"/>
                  </a:cubicBezTo>
                  <a:cubicBezTo>
                    <a:pt x="85" y="699"/>
                    <a:pt x="91" y="595"/>
                    <a:pt x="91" y="552"/>
                  </a:cubicBezTo>
                  <a:cubicBezTo>
                    <a:pt x="91" y="508"/>
                    <a:pt x="58" y="411"/>
                    <a:pt x="50" y="341"/>
                  </a:cubicBezTo>
                  <a:cubicBezTo>
                    <a:pt x="41" y="271"/>
                    <a:pt x="17" y="283"/>
                    <a:pt x="64" y="0"/>
                  </a:cubicBezTo>
                  <a:close/>
                </a:path>
              </a:pathLst>
            </a:custGeom>
            <a:solidFill>
              <a:srgbClr val="A6C2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1254" name="Freeform 942">
              <a:extLst>
                <a:ext uri="{FF2B5EF4-FFF2-40B4-BE49-F238E27FC236}">
                  <a16:creationId xmlns:a16="http://schemas.microsoft.com/office/drawing/2014/main" id="{00206D44-D665-4511-932F-068314F0ECB5}"/>
                </a:ext>
              </a:extLst>
            </p:cNvPr>
            <p:cNvSpPr>
              <a:spLocks/>
            </p:cNvSpPr>
            <p:nvPr/>
          </p:nvSpPr>
          <p:spPr bwMode="auto">
            <a:xfrm>
              <a:off x="952" y="3129"/>
              <a:ext cx="147" cy="160"/>
            </a:xfrm>
            <a:custGeom>
              <a:avLst/>
              <a:gdLst>
                <a:gd name="T0" fmla="*/ 11 w 138"/>
                <a:gd name="T1" fmla="*/ 0 h 150"/>
                <a:gd name="T2" fmla="*/ 25 w 138"/>
                <a:gd name="T3" fmla="*/ 62 h 150"/>
                <a:gd name="T4" fmla="*/ 20 w 138"/>
                <a:gd name="T5" fmla="*/ 92 h 150"/>
                <a:gd name="T6" fmla="*/ 29 w 138"/>
                <a:gd name="T7" fmla="*/ 106 h 150"/>
                <a:gd name="T8" fmla="*/ 22 w 138"/>
                <a:gd name="T9" fmla="*/ 117 h 150"/>
                <a:gd name="T10" fmla="*/ 37 w 138"/>
                <a:gd name="T11" fmla="*/ 144 h 150"/>
                <a:gd name="T12" fmla="*/ 82 w 138"/>
                <a:gd name="T13" fmla="*/ 160 h 150"/>
                <a:gd name="T14" fmla="*/ 167 w 138"/>
                <a:gd name="T15" fmla="*/ 177 h 150"/>
                <a:gd name="T16" fmla="*/ 72 w 138"/>
                <a:gd name="T17" fmla="*/ 148 h 150"/>
                <a:gd name="T18" fmla="*/ 31 w 138"/>
                <a:gd name="T19" fmla="*/ 85 h 150"/>
                <a:gd name="T20" fmla="*/ 72 w 138"/>
                <a:gd name="T21" fmla="*/ 97 h 150"/>
                <a:gd name="T22" fmla="*/ 48 w 138"/>
                <a:gd name="T23" fmla="*/ 80 h 150"/>
                <a:gd name="T24" fmla="*/ 48 w 138"/>
                <a:gd name="T25" fmla="*/ 54 h 150"/>
                <a:gd name="T26" fmla="*/ 11 w 138"/>
                <a:gd name="T27" fmla="*/ 11 h 15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38" h="150">
                  <a:moveTo>
                    <a:pt x="8" y="0"/>
                  </a:moveTo>
                  <a:cubicBezTo>
                    <a:pt x="0" y="24"/>
                    <a:pt x="20" y="33"/>
                    <a:pt x="21" y="51"/>
                  </a:cubicBezTo>
                  <a:cubicBezTo>
                    <a:pt x="22" y="57"/>
                    <a:pt x="16" y="68"/>
                    <a:pt x="17" y="76"/>
                  </a:cubicBezTo>
                  <a:cubicBezTo>
                    <a:pt x="17" y="80"/>
                    <a:pt x="23" y="83"/>
                    <a:pt x="23" y="87"/>
                  </a:cubicBezTo>
                  <a:cubicBezTo>
                    <a:pt x="23" y="90"/>
                    <a:pt x="19" y="96"/>
                    <a:pt x="19" y="97"/>
                  </a:cubicBezTo>
                  <a:cubicBezTo>
                    <a:pt x="19" y="111"/>
                    <a:pt x="14" y="110"/>
                    <a:pt x="31" y="119"/>
                  </a:cubicBezTo>
                  <a:cubicBezTo>
                    <a:pt x="43" y="125"/>
                    <a:pt x="56" y="129"/>
                    <a:pt x="68" y="132"/>
                  </a:cubicBezTo>
                  <a:cubicBezTo>
                    <a:pt x="90" y="138"/>
                    <a:pt x="115" y="150"/>
                    <a:pt x="138" y="146"/>
                  </a:cubicBezTo>
                  <a:cubicBezTo>
                    <a:pt x="115" y="133"/>
                    <a:pt x="84" y="132"/>
                    <a:pt x="60" y="122"/>
                  </a:cubicBezTo>
                  <a:cubicBezTo>
                    <a:pt x="34" y="111"/>
                    <a:pt x="28" y="97"/>
                    <a:pt x="25" y="70"/>
                  </a:cubicBezTo>
                  <a:cubicBezTo>
                    <a:pt x="37" y="71"/>
                    <a:pt x="47" y="81"/>
                    <a:pt x="60" y="80"/>
                  </a:cubicBezTo>
                  <a:cubicBezTo>
                    <a:pt x="56" y="76"/>
                    <a:pt x="42" y="70"/>
                    <a:pt x="39" y="66"/>
                  </a:cubicBezTo>
                  <a:cubicBezTo>
                    <a:pt x="34" y="58"/>
                    <a:pt x="42" y="50"/>
                    <a:pt x="39" y="45"/>
                  </a:cubicBezTo>
                  <a:cubicBezTo>
                    <a:pt x="33" y="32"/>
                    <a:pt x="14" y="27"/>
                    <a:pt x="8" y="8"/>
                  </a:cubicBezTo>
                </a:path>
              </a:pathLst>
            </a:custGeom>
            <a:solidFill>
              <a:srgbClr val="A6C2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1255" name="Freeform 943">
              <a:extLst>
                <a:ext uri="{FF2B5EF4-FFF2-40B4-BE49-F238E27FC236}">
                  <a16:creationId xmlns:a16="http://schemas.microsoft.com/office/drawing/2014/main" id="{7680275B-DF0F-45B1-BE3C-9503BB033EDB}"/>
                </a:ext>
              </a:extLst>
            </p:cNvPr>
            <p:cNvSpPr>
              <a:spLocks/>
            </p:cNvSpPr>
            <p:nvPr/>
          </p:nvSpPr>
          <p:spPr bwMode="auto">
            <a:xfrm>
              <a:off x="952" y="3294"/>
              <a:ext cx="53" cy="479"/>
            </a:xfrm>
            <a:custGeom>
              <a:avLst/>
              <a:gdLst>
                <a:gd name="T0" fmla="*/ 13 w 50"/>
                <a:gd name="T1" fmla="*/ 0 h 448"/>
                <a:gd name="T2" fmla="*/ 15 w 50"/>
                <a:gd name="T3" fmla="*/ 364 h 448"/>
                <a:gd name="T4" fmla="*/ 27 w 50"/>
                <a:gd name="T5" fmla="*/ 462 h 448"/>
                <a:gd name="T6" fmla="*/ 41 w 50"/>
                <a:gd name="T7" fmla="*/ 547 h 448"/>
                <a:gd name="T8" fmla="*/ 49 w 50"/>
                <a:gd name="T9" fmla="*/ 444 h 448"/>
                <a:gd name="T10" fmla="*/ 37 w 50"/>
                <a:gd name="T11" fmla="*/ 349 h 448"/>
                <a:gd name="T12" fmla="*/ 13 w 50"/>
                <a:gd name="T13" fmla="*/ 0 h 44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0" h="448">
                  <a:moveTo>
                    <a:pt x="10" y="0"/>
                  </a:moveTo>
                  <a:cubicBezTo>
                    <a:pt x="10" y="0"/>
                    <a:pt x="0" y="258"/>
                    <a:pt x="12" y="297"/>
                  </a:cubicBezTo>
                  <a:cubicBezTo>
                    <a:pt x="25" y="337"/>
                    <a:pt x="10" y="361"/>
                    <a:pt x="23" y="378"/>
                  </a:cubicBezTo>
                  <a:cubicBezTo>
                    <a:pt x="35" y="394"/>
                    <a:pt x="35" y="448"/>
                    <a:pt x="35" y="448"/>
                  </a:cubicBezTo>
                  <a:cubicBezTo>
                    <a:pt x="35" y="448"/>
                    <a:pt x="50" y="388"/>
                    <a:pt x="41" y="363"/>
                  </a:cubicBezTo>
                  <a:cubicBezTo>
                    <a:pt x="33" y="339"/>
                    <a:pt x="37" y="310"/>
                    <a:pt x="31" y="285"/>
                  </a:cubicBezTo>
                  <a:cubicBezTo>
                    <a:pt x="25" y="260"/>
                    <a:pt x="4" y="43"/>
                    <a:pt x="10" y="0"/>
                  </a:cubicBezTo>
                  <a:close/>
                </a:path>
              </a:pathLst>
            </a:custGeom>
            <a:solidFill>
              <a:srgbClr val="A6C2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1256" name="Freeform 944">
              <a:extLst>
                <a:ext uri="{FF2B5EF4-FFF2-40B4-BE49-F238E27FC236}">
                  <a16:creationId xmlns:a16="http://schemas.microsoft.com/office/drawing/2014/main" id="{3C9894F3-155B-43FD-A097-AC71C8E9638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5" y="2961"/>
              <a:ext cx="146" cy="180"/>
            </a:xfrm>
            <a:custGeom>
              <a:avLst/>
              <a:gdLst>
                <a:gd name="T0" fmla="*/ 0 w 136"/>
                <a:gd name="T1" fmla="*/ 0 h 169"/>
                <a:gd name="T2" fmla="*/ 60 w 136"/>
                <a:gd name="T3" fmla="*/ 143 h 169"/>
                <a:gd name="T4" fmla="*/ 169 w 136"/>
                <a:gd name="T5" fmla="*/ 199 h 169"/>
                <a:gd name="T6" fmla="*/ 99 w 136"/>
                <a:gd name="T7" fmla="*/ 187 h 169"/>
                <a:gd name="T8" fmla="*/ 78 w 136"/>
                <a:gd name="T9" fmla="*/ 134 h 169"/>
                <a:gd name="T10" fmla="*/ 46 w 136"/>
                <a:gd name="T11" fmla="*/ 70 h 169"/>
                <a:gd name="T12" fmla="*/ 11 w 136"/>
                <a:gd name="T13" fmla="*/ 11 h 16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6" h="169">
                  <a:moveTo>
                    <a:pt x="0" y="0"/>
                  </a:moveTo>
                  <a:cubicBezTo>
                    <a:pt x="26" y="37"/>
                    <a:pt x="42" y="75"/>
                    <a:pt x="48" y="118"/>
                  </a:cubicBezTo>
                  <a:cubicBezTo>
                    <a:pt x="55" y="169"/>
                    <a:pt x="90" y="165"/>
                    <a:pt x="136" y="165"/>
                  </a:cubicBezTo>
                  <a:cubicBezTo>
                    <a:pt x="121" y="166"/>
                    <a:pt x="92" y="165"/>
                    <a:pt x="80" y="155"/>
                  </a:cubicBezTo>
                  <a:cubicBezTo>
                    <a:pt x="69" y="146"/>
                    <a:pt x="68" y="125"/>
                    <a:pt x="63" y="111"/>
                  </a:cubicBezTo>
                  <a:cubicBezTo>
                    <a:pt x="57" y="92"/>
                    <a:pt x="46" y="75"/>
                    <a:pt x="37" y="58"/>
                  </a:cubicBezTo>
                  <a:cubicBezTo>
                    <a:pt x="29" y="44"/>
                    <a:pt x="20" y="18"/>
                    <a:pt x="8" y="8"/>
                  </a:cubicBezTo>
                </a:path>
              </a:pathLst>
            </a:custGeom>
            <a:solidFill>
              <a:srgbClr val="A6C2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1257" name="Freeform 945">
              <a:extLst>
                <a:ext uri="{FF2B5EF4-FFF2-40B4-BE49-F238E27FC236}">
                  <a16:creationId xmlns:a16="http://schemas.microsoft.com/office/drawing/2014/main" id="{4CBE348F-C89F-4147-BE40-41B22CC0B25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2" y="3166"/>
              <a:ext cx="108" cy="37"/>
            </a:xfrm>
            <a:custGeom>
              <a:avLst/>
              <a:gdLst>
                <a:gd name="T0" fmla="*/ 26 w 101"/>
                <a:gd name="T1" fmla="*/ 2 h 35"/>
                <a:gd name="T2" fmla="*/ 5 w 101"/>
                <a:gd name="T3" fmla="*/ 17 h 35"/>
                <a:gd name="T4" fmla="*/ 41 w 101"/>
                <a:gd name="T5" fmla="*/ 33 h 35"/>
                <a:gd name="T6" fmla="*/ 123 w 101"/>
                <a:gd name="T7" fmla="*/ 34 h 35"/>
                <a:gd name="T8" fmla="*/ 22 w 101"/>
                <a:gd name="T9" fmla="*/ 4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1" h="35">
                  <a:moveTo>
                    <a:pt x="21" y="2"/>
                  </a:moveTo>
                  <a:cubicBezTo>
                    <a:pt x="13" y="0"/>
                    <a:pt x="0" y="3"/>
                    <a:pt x="5" y="14"/>
                  </a:cubicBezTo>
                  <a:cubicBezTo>
                    <a:pt x="8" y="22"/>
                    <a:pt x="27" y="26"/>
                    <a:pt x="34" y="27"/>
                  </a:cubicBezTo>
                  <a:cubicBezTo>
                    <a:pt x="53" y="29"/>
                    <a:pt x="82" y="32"/>
                    <a:pt x="101" y="28"/>
                  </a:cubicBezTo>
                  <a:cubicBezTo>
                    <a:pt x="85" y="19"/>
                    <a:pt x="18" y="35"/>
                    <a:pt x="19" y="4"/>
                  </a:cubicBezTo>
                </a:path>
              </a:pathLst>
            </a:custGeom>
            <a:solidFill>
              <a:srgbClr val="A6C2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1258" name="Freeform 946">
              <a:extLst>
                <a:ext uri="{FF2B5EF4-FFF2-40B4-BE49-F238E27FC236}">
                  <a16:creationId xmlns:a16="http://schemas.microsoft.com/office/drawing/2014/main" id="{EFCC2DBF-F1C9-48B8-9045-32E82A9BD3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4" y="3231"/>
              <a:ext cx="63" cy="431"/>
            </a:xfrm>
            <a:custGeom>
              <a:avLst/>
              <a:gdLst>
                <a:gd name="T0" fmla="*/ 53 w 59"/>
                <a:gd name="T1" fmla="*/ 1 h 403"/>
                <a:gd name="T2" fmla="*/ 1 w 59"/>
                <a:gd name="T3" fmla="*/ 37 h 403"/>
                <a:gd name="T4" fmla="*/ 32 w 59"/>
                <a:gd name="T5" fmla="*/ 198 h 403"/>
                <a:gd name="T6" fmla="*/ 53 w 59"/>
                <a:gd name="T7" fmla="*/ 336 h 403"/>
                <a:gd name="T8" fmla="*/ 72 w 59"/>
                <a:gd name="T9" fmla="*/ 493 h 403"/>
                <a:gd name="T10" fmla="*/ 34 w 59"/>
                <a:gd name="T11" fmla="*/ 142 h 403"/>
                <a:gd name="T12" fmla="*/ 56 w 59"/>
                <a:gd name="T13" fmla="*/ 14 h 40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9" h="403">
                  <a:moveTo>
                    <a:pt x="44" y="1"/>
                  </a:moveTo>
                  <a:cubicBezTo>
                    <a:pt x="20" y="0"/>
                    <a:pt x="0" y="3"/>
                    <a:pt x="1" y="31"/>
                  </a:cubicBezTo>
                  <a:cubicBezTo>
                    <a:pt x="1" y="73"/>
                    <a:pt x="18" y="121"/>
                    <a:pt x="26" y="162"/>
                  </a:cubicBezTo>
                  <a:cubicBezTo>
                    <a:pt x="33" y="200"/>
                    <a:pt x="41" y="237"/>
                    <a:pt x="44" y="275"/>
                  </a:cubicBezTo>
                  <a:cubicBezTo>
                    <a:pt x="47" y="317"/>
                    <a:pt x="43" y="364"/>
                    <a:pt x="59" y="403"/>
                  </a:cubicBezTo>
                  <a:cubicBezTo>
                    <a:pt x="57" y="306"/>
                    <a:pt x="43" y="211"/>
                    <a:pt x="28" y="116"/>
                  </a:cubicBezTo>
                  <a:cubicBezTo>
                    <a:pt x="23" y="87"/>
                    <a:pt x="2" y="14"/>
                    <a:pt x="46" y="11"/>
                  </a:cubicBezTo>
                </a:path>
              </a:pathLst>
            </a:custGeom>
            <a:solidFill>
              <a:srgbClr val="A6C2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</p:grpSp>
      <p:grpSp>
        <p:nvGrpSpPr>
          <p:cNvPr id="51208" name="obesity-oversized-blue-t-shirt">
            <a:extLst>
              <a:ext uri="{FF2B5EF4-FFF2-40B4-BE49-F238E27FC236}">
                <a16:creationId xmlns:a16="http://schemas.microsoft.com/office/drawing/2014/main" id="{4EB7D866-B083-4331-8555-CF04198D4C53}"/>
              </a:ext>
            </a:extLst>
          </p:cNvPr>
          <p:cNvGrpSpPr>
            <a:grpSpLocks/>
          </p:cNvGrpSpPr>
          <p:nvPr/>
        </p:nvGrpSpPr>
        <p:grpSpPr bwMode="auto">
          <a:xfrm>
            <a:off x="2593975" y="1920875"/>
            <a:ext cx="2887663" cy="2373313"/>
            <a:chOff x="674" y="1177"/>
            <a:chExt cx="1819" cy="1495"/>
          </a:xfrm>
        </p:grpSpPr>
        <p:sp>
          <p:nvSpPr>
            <p:cNvPr id="51209" name="Freeform 948">
              <a:extLst>
                <a:ext uri="{FF2B5EF4-FFF2-40B4-BE49-F238E27FC236}">
                  <a16:creationId xmlns:a16="http://schemas.microsoft.com/office/drawing/2014/main" id="{6F9E3207-34B3-4D4D-BB30-A1772289D1B5}"/>
                </a:ext>
              </a:extLst>
            </p:cNvPr>
            <p:cNvSpPr>
              <a:spLocks/>
            </p:cNvSpPr>
            <p:nvPr/>
          </p:nvSpPr>
          <p:spPr bwMode="auto">
            <a:xfrm>
              <a:off x="674" y="1177"/>
              <a:ext cx="1819" cy="1495"/>
            </a:xfrm>
            <a:custGeom>
              <a:avLst/>
              <a:gdLst>
                <a:gd name="T0" fmla="*/ 1449 w 1609"/>
                <a:gd name="T1" fmla="*/ 0 h 1322"/>
                <a:gd name="T2" fmla="*/ 2122 w 1609"/>
                <a:gd name="T3" fmla="*/ 311 h 1322"/>
                <a:gd name="T4" fmla="*/ 2324 w 1609"/>
                <a:gd name="T5" fmla="*/ 785 h 1322"/>
                <a:gd name="T6" fmla="*/ 1992 w 1609"/>
                <a:gd name="T7" fmla="*/ 930 h 1322"/>
                <a:gd name="T8" fmla="*/ 2110 w 1609"/>
                <a:gd name="T9" fmla="*/ 1717 h 1322"/>
                <a:gd name="T10" fmla="*/ 1198 w 1609"/>
                <a:gd name="T11" fmla="*/ 1912 h 1322"/>
                <a:gd name="T12" fmla="*/ 1126 w 1609"/>
                <a:gd name="T13" fmla="*/ 1912 h 1322"/>
                <a:gd name="T14" fmla="*/ 215 w 1609"/>
                <a:gd name="T15" fmla="*/ 1717 h 1322"/>
                <a:gd name="T16" fmla="*/ 331 w 1609"/>
                <a:gd name="T17" fmla="*/ 930 h 1322"/>
                <a:gd name="T18" fmla="*/ 0 w 1609"/>
                <a:gd name="T19" fmla="*/ 785 h 1322"/>
                <a:gd name="T20" fmla="*/ 202 w 1609"/>
                <a:gd name="T21" fmla="*/ 311 h 1322"/>
                <a:gd name="T22" fmla="*/ 874 w 1609"/>
                <a:gd name="T23" fmla="*/ 0 h 1322"/>
                <a:gd name="T24" fmla="*/ 1163 w 1609"/>
                <a:gd name="T25" fmla="*/ 213 h 1322"/>
                <a:gd name="T26" fmla="*/ 1449 w 1609"/>
                <a:gd name="T27" fmla="*/ 0 h 132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609" h="1322">
                  <a:moveTo>
                    <a:pt x="1003" y="0"/>
                  </a:moveTo>
                  <a:cubicBezTo>
                    <a:pt x="1003" y="0"/>
                    <a:pt x="1405" y="58"/>
                    <a:pt x="1468" y="215"/>
                  </a:cubicBezTo>
                  <a:cubicBezTo>
                    <a:pt x="1609" y="543"/>
                    <a:pt x="1609" y="543"/>
                    <a:pt x="1609" y="543"/>
                  </a:cubicBezTo>
                  <a:cubicBezTo>
                    <a:pt x="1609" y="543"/>
                    <a:pt x="1609" y="623"/>
                    <a:pt x="1379" y="643"/>
                  </a:cubicBezTo>
                  <a:cubicBezTo>
                    <a:pt x="1379" y="643"/>
                    <a:pt x="1428" y="790"/>
                    <a:pt x="1460" y="1187"/>
                  </a:cubicBezTo>
                  <a:cubicBezTo>
                    <a:pt x="1460" y="1187"/>
                    <a:pt x="1373" y="1311"/>
                    <a:pt x="830" y="1322"/>
                  </a:cubicBezTo>
                  <a:cubicBezTo>
                    <a:pt x="779" y="1322"/>
                    <a:pt x="779" y="1322"/>
                    <a:pt x="779" y="1322"/>
                  </a:cubicBezTo>
                  <a:cubicBezTo>
                    <a:pt x="236" y="1311"/>
                    <a:pt x="149" y="1187"/>
                    <a:pt x="149" y="1187"/>
                  </a:cubicBezTo>
                  <a:cubicBezTo>
                    <a:pt x="180" y="790"/>
                    <a:pt x="229" y="643"/>
                    <a:pt x="229" y="643"/>
                  </a:cubicBezTo>
                  <a:cubicBezTo>
                    <a:pt x="0" y="623"/>
                    <a:pt x="0" y="543"/>
                    <a:pt x="0" y="543"/>
                  </a:cubicBezTo>
                  <a:cubicBezTo>
                    <a:pt x="140" y="215"/>
                    <a:pt x="140" y="215"/>
                    <a:pt x="140" y="215"/>
                  </a:cubicBezTo>
                  <a:cubicBezTo>
                    <a:pt x="204" y="58"/>
                    <a:pt x="605" y="0"/>
                    <a:pt x="605" y="0"/>
                  </a:cubicBezTo>
                  <a:cubicBezTo>
                    <a:pt x="605" y="0"/>
                    <a:pt x="582" y="155"/>
                    <a:pt x="805" y="147"/>
                  </a:cubicBezTo>
                  <a:cubicBezTo>
                    <a:pt x="1038" y="139"/>
                    <a:pt x="1003" y="0"/>
                    <a:pt x="1003" y="0"/>
                  </a:cubicBezTo>
                  <a:close/>
                </a:path>
              </a:pathLst>
            </a:custGeom>
            <a:solidFill>
              <a:srgbClr val="238B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1210" name="Freeform 949">
              <a:extLst>
                <a:ext uri="{FF2B5EF4-FFF2-40B4-BE49-F238E27FC236}">
                  <a16:creationId xmlns:a16="http://schemas.microsoft.com/office/drawing/2014/main" id="{4639CB2D-C78B-4966-9031-E4DB3B109B6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808" y="1177"/>
              <a:ext cx="685" cy="1369"/>
            </a:xfrm>
            <a:custGeom>
              <a:avLst/>
              <a:gdLst>
                <a:gd name="T0" fmla="*/ 558 w 606"/>
                <a:gd name="T1" fmla="*/ 987 h 1211"/>
                <a:gd name="T2" fmla="*/ 617 w 606"/>
                <a:gd name="T3" fmla="*/ 1750 h 1211"/>
                <a:gd name="T4" fmla="*/ 660 w 606"/>
                <a:gd name="T5" fmla="*/ 1715 h 1211"/>
                <a:gd name="T6" fmla="*/ 558 w 606"/>
                <a:gd name="T7" fmla="*/ 987 h 1211"/>
                <a:gd name="T8" fmla="*/ 558 w 606"/>
                <a:gd name="T9" fmla="*/ 987 h 1211"/>
                <a:gd name="T10" fmla="*/ 673 w 606"/>
                <a:gd name="T11" fmla="*/ 311 h 1211"/>
                <a:gd name="T12" fmla="*/ 0 w 606"/>
                <a:gd name="T13" fmla="*/ 0 h 1211"/>
                <a:gd name="T14" fmla="*/ 385 w 606"/>
                <a:gd name="T15" fmla="*/ 102 h 1211"/>
                <a:gd name="T16" fmla="*/ 631 w 606"/>
                <a:gd name="T17" fmla="*/ 374 h 1211"/>
                <a:gd name="T18" fmla="*/ 833 w 606"/>
                <a:gd name="T19" fmla="*/ 844 h 1211"/>
                <a:gd name="T20" fmla="*/ 875 w 606"/>
                <a:gd name="T21" fmla="*/ 785 h 1211"/>
                <a:gd name="T22" fmla="*/ 673 w 606"/>
                <a:gd name="T23" fmla="*/ 311 h 121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06" h="1211">
                  <a:moveTo>
                    <a:pt x="387" y="683"/>
                  </a:moveTo>
                  <a:cubicBezTo>
                    <a:pt x="387" y="683"/>
                    <a:pt x="396" y="829"/>
                    <a:pt x="427" y="1211"/>
                  </a:cubicBezTo>
                  <a:cubicBezTo>
                    <a:pt x="450" y="1197"/>
                    <a:pt x="457" y="1187"/>
                    <a:pt x="457" y="1187"/>
                  </a:cubicBezTo>
                  <a:cubicBezTo>
                    <a:pt x="434" y="905"/>
                    <a:pt x="403" y="750"/>
                    <a:pt x="387" y="683"/>
                  </a:cubicBezTo>
                  <a:cubicBezTo>
                    <a:pt x="375" y="684"/>
                    <a:pt x="401" y="682"/>
                    <a:pt x="387" y="683"/>
                  </a:cubicBezTo>
                  <a:close/>
                  <a:moveTo>
                    <a:pt x="465" y="215"/>
                  </a:moveTo>
                  <a:cubicBezTo>
                    <a:pt x="402" y="58"/>
                    <a:pt x="0" y="0"/>
                    <a:pt x="0" y="0"/>
                  </a:cubicBezTo>
                  <a:cubicBezTo>
                    <a:pt x="0" y="0"/>
                    <a:pt x="224" y="47"/>
                    <a:pt x="267" y="71"/>
                  </a:cubicBezTo>
                  <a:cubicBezTo>
                    <a:pt x="342" y="119"/>
                    <a:pt x="384" y="126"/>
                    <a:pt x="437" y="259"/>
                  </a:cubicBezTo>
                  <a:cubicBezTo>
                    <a:pt x="577" y="585"/>
                    <a:pt x="577" y="585"/>
                    <a:pt x="577" y="585"/>
                  </a:cubicBezTo>
                  <a:cubicBezTo>
                    <a:pt x="606" y="563"/>
                    <a:pt x="606" y="543"/>
                    <a:pt x="606" y="543"/>
                  </a:cubicBezTo>
                  <a:lnTo>
                    <a:pt x="465" y="215"/>
                  </a:lnTo>
                  <a:close/>
                </a:path>
              </a:pathLst>
            </a:custGeom>
            <a:solidFill>
              <a:srgbClr val="147A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1211" name="Freeform 950">
              <a:extLst>
                <a:ext uri="{FF2B5EF4-FFF2-40B4-BE49-F238E27FC236}">
                  <a16:creationId xmlns:a16="http://schemas.microsoft.com/office/drawing/2014/main" id="{E728F03C-82C6-4FEF-BF8F-7B156A378EF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74" y="1177"/>
              <a:ext cx="1224" cy="1495"/>
            </a:xfrm>
            <a:custGeom>
              <a:avLst/>
              <a:gdLst>
                <a:gd name="T0" fmla="*/ 324 w 1083"/>
                <a:gd name="T1" fmla="*/ 1717 h 1322"/>
                <a:gd name="T2" fmla="*/ 332 w 1083"/>
                <a:gd name="T3" fmla="*/ 927 h 1322"/>
                <a:gd name="T4" fmla="*/ 110 w 1083"/>
                <a:gd name="T5" fmla="*/ 785 h 1322"/>
                <a:gd name="T6" fmla="*/ 312 w 1083"/>
                <a:gd name="T7" fmla="*/ 311 h 1322"/>
                <a:gd name="T8" fmla="*/ 874 w 1083"/>
                <a:gd name="T9" fmla="*/ 20 h 1322"/>
                <a:gd name="T10" fmla="*/ 874 w 1083"/>
                <a:gd name="T11" fmla="*/ 0 h 1322"/>
                <a:gd name="T12" fmla="*/ 202 w 1083"/>
                <a:gd name="T13" fmla="*/ 311 h 1322"/>
                <a:gd name="T14" fmla="*/ 0 w 1083"/>
                <a:gd name="T15" fmla="*/ 785 h 1322"/>
                <a:gd name="T16" fmla="*/ 331 w 1083"/>
                <a:gd name="T17" fmla="*/ 930 h 1322"/>
                <a:gd name="T18" fmla="*/ 215 w 1083"/>
                <a:gd name="T19" fmla="*/ 1717 h 1322"/>
                <a:gd name="T20" fmla="*/ 1125 w 1083"/>
                <a:gd name="T21" fmla="*/ 1912 h 1322"/>
                <a:gd name="T22" fmla="*/ 1198 w 1083"/>
                <a:gd name="T23" fmla="*/ 1912 h 1322"/>
                <a:gd name="T24" fmla="*/ 1216 w 1083"/>
                <a:gd name="T25" fmla="*/ 1912 h 1322"/>
                <a:gd name="T26" fmla="*/ 324 w 1083"/>
                <a:gd name="T27" fmla="*/ 1717 h 1322"/>
                <a:gd name="T28" fmla="*/ 1561 w 1083"/>
                <a:gd name="T29" fmla="*/ 21 h 1322"/>
                <a:gd name="T30" fmla="*/ 1449 w 1083"/>
                <a:gd name="T31" fmla="*/ 0 h 1322"/>
                <a:gd name="T32" fmla="*/ 1197 w 1083"/>
                <a:gd name="T33" fmla="*/ 211 h 1322"/>
                <a:gd name="T34" fmla="*/ 1273 w 1083"/>
                <a:gd name="T35" fmla="*/ 213 h 1322"/>
                <a:gd name="T36" fmla="*/ 1561 w 1083"/>
                <a:gd name="T37" fmla="*/ 21 h 1322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083" h="1322">
                  <a:moveTo>
                    <a:pt x="225" y="1187"/>
                  </a:moveTo>
                  <a:cubicBezTo>
                    <a:pt x="256" y="790"/>
                    <a:pt x="230" y="641"/>
                    <a:pt x="230" y="641"/>
                  </a:cubicBezTo>
                  <a:cubicBezTo>
                    <a:pt x="0" y="621"/>
                    <a:pt x="76" y="543"/>
                    <a:pt x="76" y="543"/>
                  </a:cubicBezTo>
                  <a:cubicBezTo>
                    <a:pt x="216" y="215"/>
                    <a:pt x="216" y="215"/>
                    <a:pt x="216" y="215"/>
                  </a:cubicBezTo>
                  <a:cubicBezTo>
                    <a:pt x="262" y="101"/>
                    <a:pt x="485" y="40"/>
                    <a:pt x="605" y="14"/>
                  </a:cubicBezTo>
                  <a:cubicBezTo>
                    <a:pt x="604" y="6"/>
                    <a:pt x="605" y="0"/>
                    <a:pt x="605" y="0"/>
                  </a:cubicBezTo>
                  <a:cubicBezTo>
                    <a:pt x="605" y="0"/>
                    <a:pt x="204" y="58"/>
                    <a:pt x="140" y="215"/>
                  </a:cubicBezTo>
                  <a:cubicBezTo>
                    <a:pt x="0" y="543"/>
                    <a:pt x="0" y="543"/>
                    <a:pt x="0" y="543"/>
                  </a:cubicBezTo>
                  <a:cubicBezTo>
                    <a:pt x="0" y="543"/>
                    <a:pt x="0" y="623"/>
                    <a:pt x="229" y="643"/>
                  </a:cubicBezTo>
                  <a:cubicBezTo>
                    <a:pt x="229" y="643"/>
                    <a:pt x="180" y="790"/>
                    <a:pt x="149" y="1187"/>
                  </a:cubicBezTo>
                  <a:cubicBezTo>
                    <a:pt x="149" y="1187"/>
                    <a:pt x="236" y="1311"/>
                    <a:pt x="779" y="1322"/>
                  </a:cubicBezTo>
                  <a:cubicBezTo>
                    <a:pt x="830" y="1322"/>
                    <a:pt x="830" y="1322"/>
                    <a:pt x="830" y="1322"/>
                  </a:cubicBezTo>
                  <a:cubicBezTo>
                    <a:pt x="834" y="1322"/>
                    <a:pt x="838" y="1322"/>
                    <a:pt x="842" y="1322"/>
                  </a:cubicBezTo>
                  <a:cubicBezTo>
                    <a:pt x="311" y="1309"/>
                    <a:pt x="225" y="1187"/>
                    <a:pt x="225" y="1187"/>
                  </a:cubicBezTo>
                  <a:close/>
                  <a:moveTo>
                    <a:pt x="1081" y="15"/>
                  </a:moveTo>
                  <a:cubicBezTo>
                    <a:pt x="1035" y="5"/>
                    <a:pt x="1003" y="0"/>
                    <a:pt x="1003" y="0"/>
                  </a:cubicBezTo>
                  <a:cubicBezTo>
                    <a:pt x="1003" y="0"/>
                    <a:pt x="1036" y="129"/>
                    <a:pt x="829" y="146"/>
                  </a:cubicBezTo>
                  <a:cubicBezTo>
                    <a:pt x="844" y="147"/>
                    <a:pt x="862" y="148"/>
                    <a:pt x="881" y="147"/>
                  </a:cubicBezTo>
                  <a:cubicBezTo>
                    <a:pt x="1068" y="141"/>
                    <a:pt x="1083" y="50"/>
                    <a:pt x="1081" y="15"/>
                  </a:cubicBezTo>
                  <a:close/>
                </a:path>
              </a:pathLst>
            </a:custGeom>
            <a:solidFill>
              <a:srgbClr val="38A6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1212" name="Freeform 951">
              <a:extLst>
                <a:ext uri="{FF2B5EF4-FFF2-40B4-BE49-F238E27FC236}">
                  <a16:creationId xmlns:a16="http://schemas.microsoft.com/office/drawing/2014/main" id="{B0815DA9-A117-49CB-B0EC-5009B5B1F5EE}"/>
                </a:ext>
              </a:extLst>
            </p:cNvPr>
            <p:cNvSpPr>
              <a:spLocks/>
            </p:cNvSpPr>
            <p:nvPr/>
          </p:nvSpPr>
          <p:spPr bwMode="auto">
            <a:xfrm>
              <a:off x="674" y="1177"/>
              <a:ext cx="1819" cy="1495"/>
            </a:xfrm>
            <a:custGeom>
              <a:avLst/>
              <a:gdLst>
                <a:gd name="T0" fmla="*/ 1449 w 1609"/>
                <a:gd name="T1" fmla="*/ 0 h 1322"/>
                <a:gd name="T2" fmla="*/ 2122 w 1609"/>
                <a:gd name="T3" fmla="*/ 311 h 1322"/>
                <a:gd name="T4" fmla="*/ 2324 w 1609"/>
                <a:gd name="T5" fmla="*/ 785 h 1322"/>
                <a:gd name="T6" fmla="*/ 1992 w 1609"/>
                <a:gd name="T7" fmla="*/ 930 h 1322"/>
                <a:gd name="T8" fmla="*/ 2110 w 1609"/>
                <a:gd name="T9" fmla="*/ 1717 h 1322"/>
                <a:gd name="T10" fmla="*/ 1198 w 1609"/>
                <a:gd name="T11" fmla="*/ 1912 h 1322"/>
                <a:gd name="T12" fmla="*/ 1126 w 1609"/>
                <a:gd name="T13" fmla="*/ 1912 h 1322"/>
                <a:gd name="T14" fmla="*/ 215 w 1609"/>
                <a:gd name="T15" fmla="*/ 1717 h 1322"/>
                <a:gd name="T16" fmla="*/ 331 w 1609"/>
                <a:gd name="T17" fmla="*/ 930 h 1322"/>
                <a:gd name="T18" fmla="*/ 0 w 1609"/>
                <a:gd name="T19" fmla="*/ 785 h 1322"/>
                <a:gd name="T20" fmla="*/ 202 w 1609"/>
                <a:gd name="T21" fmla="*/ 311 h 1322"/>
                <a:gd name="T22" fmla="*/ 874 w 1609"/>
                <a:gd name="T23" fmla="*/ 0 h 1322"/>
                <a:gd name="T24" fmla="*/ 1163 w 1609"/>
                <a:gd name="T25" fmla="*/ 213 h 1322"/>
                <a:gd name="T26" fmla="*/ 1449 w 1609"/>
                <a:gd name="T27" fmla="*/ 0 h 132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609" h="1322">
                  <a:moveTo>
                    <a:pt x="1003" y="0"/>
                  </a:moveTo>
                  <a:cubicBezTo>
                    <a:pt x="1003" y="0"/>
                    <a:pt x="1405" y="58"/>
                    <a:pt x="1468" y="215"/>
                  </a:cubicBezTo>
                  <a:cubicBezTo>
                    <a:pt x="1609" y="543"/>
                    <a:pt x="1609" y="543"/>
                    <a:pt x="1609" y="543"/>
                  </a:cubicBezTo>
                  <a:cubicBezTo>
                    <a:pt x="1609" y="543"/>
                    <a:pt x="1609" y="623"/>
                    <a:pt x="1379" y="643"/>
                  </a:cubicBezTo>
                  <a:cubicBezTo>
                    <a:pt x="1379" y="643"/>
                    <a:pt x="1428" y="790"/>
                    <a:pt x="1460" y="1187"/>
                  </a:cubicBezTo>
                  <a:cubicBezTo>
                    <a:pt x="1460" y="1187"/>
                    <a:pt x="1373" y="1311"/>
                    <a:pt x="830" y="1322"/>
                  </a:cubicBezTo>
                  <a:cubicBezTo>
                    <a:pt x="779" y="1322"/>
                    <a:pt x="779" y="1322"/>
                    <a:pt x="779" y="1322"/>
                  </a:cubicBezTo>
                  <a:cubicBezTo>
                    <a:pt x="236" y="1311"/>
                    <a:pt x="149" y="1187"/>
                    <a:pt x="149" y="1187"/>
                  </a:cubicBezTo>
                  <a:cubicBezTo>
                    <a:pt x="180" y="790"/>
                    <a:pt x="229" y="643"/>
                    <a:pt x="229" y="643"/>
                  </a:cubicBezTo>
                  <a:cubicBezTo>
                    <a:pt x="0" y="623"/>
                    <a:pt x="0" y="543"/>
                    <a:pt x="0" y="543"/>
                  </a:cubicBezTo>
                  <a:cubicBezTo>
                    <a:pt x="140" y="215"/>
                    <a:pt x="140" y="215"/>
                    <a:pt x="140" y="215"/>
                  </a:cubicBezTo>
                  <a:cubicBezTo>
                    <a:pt x="204" y="58"/>
                    <a:pt x="605" y="0"/>
                    <a:pt x="605" y="0"/>
                  </a:cubicBezTo>
                  <a:cubicBezTo>
                    <a:pt x="605" y="0"/>
                    <a:pt x="582" y="155"/>
                    <a:pt x="805" y="147"/>
                  </a:cubicBezTo>
                  <a:cubicBezTo>
                    <a:pt x="1038" y="139"/>
                    <a:pt x="1003" y="0"/>
                    <a:pt x="1003" y="0"/>
                  </a:cubicBezTo>
                  <a:close/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1213" name="Freeform 952">
              <a:extLst>
                <a:ext uri="{FF2B5EF4-FFF2-40B4-BE49-F238E27FC236}">
                  <a16:creationId xmlns:a16="http://schemas.microsoft.com/office/drawing/2014/main" id="{018A6E0E-28FD-487F-913B-46464CCFEFBB}"/>
                </a:ext>
              </a:extLst>
            </p:cNvPr>
            <p:cNvSpPr>
              <a:spLocks/>
            </p:cNvSpPr>
            <p:nvPr/>
          </p:nvSpPr>
          <p:spPr bwMode="auto">
            <a:xfrm>
              <a:off x="912" y="1574"/>
              <a:ext cx="62" cy="328"/>
            </a:xfrm>
            <a:custGeom>
              <a:avLst/>
              <a:gdLst>
                <a:gd name="T0" fmla="*/ 29 w 55"/>
                <a:gd name="T1" fmla="*/ 420 h 290"/>
                <a:gd name="T2" fmla="*/ 7 w 55"/>
                <a:gd name="T3" fmla="*/ 316 h 290"/>
                <a:gd name="T4" fmla="*/ 47 w 55"/>
                <a:gd name="T5" fmla="*/ 214 h 290"/>
                <a:gd name="T6" fmla="*/ 79 w 55"/>
                <a:gd name="T7" fmla="*/ 0 h 29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5" h="290">
                  <a:moveTo>
                    <a:pt x="20" y="290"/>
                  </a:moveTo>
                  <a:cubicBezTo>
                    <a:pt x="23" y="264"/>
                    <a:pt x="5" y="244"/>
                    <a:pt x="4" y="218"/>
                  </a:cubicBezTo>
                  <a:cubicBezTo>
                    <a:pt x="2" y="185"/>
                    <a:pt x="24" y="176"/>
                    <a:pt x="33" y="148"/>
                  </a:cubicBezTo>
                  <a:cubicBezTo>
                    <a:pt x="49" y="100"/>
                    <a:pt x="0" y="39"/>
                    <a:pt x="55" y="0"/>
                  </a:cubicBezTo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1214" name="Freeform 953">
              <a:extLst>
                <a:ext uri="{FF2B5EF4-FFF2-40B4-BE49-F238E27FC236}">
                  <a16:creationId xmlns:a16="http://schemas.microsoft.com/office/drawing/2014/main" id="{C0D714F6-31B7-467F-BFC6-D42353E46D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6" y="1580"/>
              <a:ext cx="94" cy="322"/>
            </a:xfrm>
            <a:custGeom>
              <a:avLst/>
              <a:gdLst>
                <a:gd name="T0" fmla="*/ 89 w 83"/>
                <a:gd name="T1" fmla="*/ 411 h 285"/>
                <a:gd name="T2" fmla="*/ 78 w 83"/>
                <a:gd name="T3" fmla="*/ 223 h 285"/>
                <a:gd name="T4" fmla="*/ 48 w 83"/>
                <a:gd name="T5" fmla="*/ 186 h 285"/>
                <a:gd name="T6" fmla="*/ 51 w 83"/>
                <a:gd name="T7" fmla="*/ 120 h 285"/>
                <a:gd name="T8" fmla="*/ 0 w 83"/>
                <a:gd name="T9" fmla="*/ 0 h 28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3" h="285">
                  <a:moveTo>
                    <a:pt x="62" y="285"/>
                  </a:moveTo>
                  <a:cubicBezTo>
                    <a:pt x="30" y="251"/>
                    <a:pt x="83" y="190"/>
                    <a:pt x="54" y="154"/>
                  </a:cubicBezTo>
                  <a:cubicBezTo>
                    <a:pt x="45" y="142"/>
                    <a:pt x="37" y="143"/>
                    <a:pt x="33" y="129"/>
                  </a:cubicBezTo>
                  <a:cubicBezTo>
                    <a:pt x="28" y="115"/>
                    <a:pt x="35" y="97"/>
                    <a:pt x="35" y="83"/>
                  </a:cubicBezTo>
                  <a:cubicBezTo>
                    <a:pt x="36" y="47"/>
                    <a:pt x="22" y="26"/>
                    <a:pt x="0" y="0"/>
                  </a:cubicBezTo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1215" name="Freeform 954">
              <a:extLst>
                <a:ext uri="{FF2B5EF4-FFF2-40B4-BE49-F238E27FC236}">
                  <a16:creationId xmlns:a16="http://schemas.microsoft.com/office/drawing/2014/main" id="{BD733112-6DA7-4741-8D58-EFC45DE44CF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8" y="1914"/>
              <a:ext cx="1023" cy="160"/>
            </a:xfrm>
            <a:custGeom>
              <a:avLst/>
              <a:gdLst>
                <a:gd name="T0" fmla="*/ 3 w 905"/>
                <a:gd name="T1" fmla="*/ 40 h 141"/>
                <a:gd name="T2" fmla="*/ 141 w 905"/>
                <a:gd name="T3" fmla="*/ 117 h 141"/>
                <a:gd name="T4" fmla="*/ 263 w 905"/>
                <a:gd name="T5" fmla="*/ 137 h 141"/>
                <a:gd name="T6" fmla="*/ 362 w 905"/>
                <a:gd name="T7" fmla="*/ 161 h 141"/>
                <a:gd name="T8" fmla="*/ 540 w 905"/>
                <a:gd name="T9" fmla="*/ 134 h 141"/>
                <a:gd name="T10" fmla="*/ 717 w 905"/>
                <a:gd name="T11" fmla="*/ 153 h 141"/>
                <a:gd name="T12" fmla="*/ 1042 w 905"/>
                <a:gd name="T13" fmla="*/ 115 h 141"/>
                <a:gd name="T14" fmla="*/ 1307 w 905"/>
                <a:gd name="T15" fmla="*/ 0 h 141"/>
                <a:gd name="T16" fmla="*/ 1144 w 905"/>
                <a:gd name="T17" fmla="*/ 94 h 141"/>
                <a:gd name="T18" fmla="*/ 954 w 905"/>
                <a:gd name="T19" fmla="*/ 172 h 141"/>
                <a:gd name="T20" fmla="*/ 660 w 905"/>
                <a:gd name="T21" fmla="*/ 200 h 141"/>
                <a:gd name="T22" fmla="*/ 458 w 905"/>
                <a:gd name="T23" fmla="*/ 193 h 141"/>
                <a:gd name="T24" fmla="*/ 244 w 905"/>
                <a:gd name="T25" fmla="*/ 195 h 141"/>
                <a:gd name="T26" fmla="*/ 86 w 905"/>
                <a:gd name="T27" fmla="*/ 137 h 141"/>
                <a:gd name="T28" fmla="*/ 0 w 905"/>
                <a:gd name="T29" fmla="*/ 51 h 141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905" h="141">
                  <a:moveTo>
                    <a:pt x="3" y="27"/>
                  </a:moveTo>
                  <a:cubicBezTo>
                    <a:pt x="20" y="28"/>
                    <a:pt x="69" y="70"/>
                    <a:pt x="98" y="80"/>
                  </a:cubicBezTo>
                  <a:cubicBezTo>
                    <a:pt x="126" y="89"/>
                    <a:pt x="154" y="89"/>
                    <a:pt x="182" y="94"/>
                  </a:cubicBezTo>
                  <a:cubicBezTo>
                    <a:pt x="205" y="99"/>
                    <a:pt x="226" y="109"/>
                    <a:pt x="250" y="110"/>
                  </a:cubicBezTo>
                  <a:cubicBezTo>
                    <a:pt x="291" y="111"/>
                    <a:pt x="333" y="96"/>
                    <a:pt x="374" y="92"/>
                  </a:cubicBezTo>
                  <a:cubicBezTo>
                    <a:pt x="416" y="87"/>
                    <a:pt x="456" y="97"/>
                    <a:pt x="496" y="105"/>
                  </a:cubicBezTo>
                  <a:cubicBezTo>
                    <a:pt x="574" y="122"/>
                    <a:pt x="648" y="106"/>
                    <a:pt x="722" y="78"/>
                  </a:cubicBezTo>
                  <a:cubicBezTo>
                    <a:pt x="785" y="54"/>
                    <a:pt x="842" y="16"/>
                    <a:pt x="905" y="0"/>
                  </a:cubicBezTo>
                  <a:cubicBezTo>
                    <a:pt x="867" y="9"/>
                    <a:pt x="828" y="47"/>
                    <a:pt x="792" y="64"/>
                  </a:cubicBezTo>
                  <a:cubicBezTo>
                    <a:pt x="748" y="86"/>
                    <a:pt x="707" y="104"/>
                    <a:pt x="661" y="118"/>
                  </a:cubicBezTo>
                  <a:cubicBezTo>
                    <a:pt x="592" y="139"/>
                    <a:pt x="528" y="139"/>
                    <a:pt x="457" y="137"/>
                  </a:cubicBezTo>
                  <a:cubicBezTo>
                    <a:pt x="410" y="135"/>
                    <a:pt x="363" y="132"/>
                    <a:pt x="317" y="132"/>
                  </a:cubicBezTo>
                  <a:cubicBezTo>
                    <a:pt x="268" y="131"/>
                    <a:pt x="218" y="141"/>
                    <a:pt x="169" y="134"/>
                  </a:cubicBezTo>
                  <a:cubicBezTo>
                    <a:pt x="132" y="129"/>
                    <a:pt x="89" y="116"/>
                    <a:pt x="59" y="94"/>
                  </a:cubicBezTo>
                  <a:cubicBezTo>
                    <a:pt x="37" y="77"/>
                    <a:pt x="21" y="53"/>
                    <a:pt x="0" y="35"/>
                  </a:cubicBezTo>
                </a:path>
              </a:pathLst>
            </a:custGeom>
            <a:solidFill>
              <a:srgbClr val="147A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1216" name="Freeform 955">
              <a:extLst>
                <a:ext uri="{FF2B5EF4-FFF2-40B4-BE49-F238E27FC236}">
                  <a16:creationId xmlns:a16="http://schemas.microsoft.com/office/drawing/2014/main" id="{C15E23D8-22B6-4B38-977F-38E2FA5167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4" y="2044"/>
              <a:ext cx="438" cy="240"/>
            </a:xfrm>
            <a:custGeom>
              <a:avLst/>
              <a:gdLst>
                <a:gd name="T0" fmla="*/ 561 w 387"/>
                <a:gd name="T1" fmla="*/ 26 h 212"/>
                <a:gd name="T2" fmla="*/ 254 w 387"/>
                <a:gd name="T3" fmla="*/ 79 h 212"/>
                <a:gd name="T4" fmla="*/ 117 w 387"/>
                <a:gd name="T5" fmla="*/ 165 h 212"/>
                <a:gd name="T6" fmla="*/ 0 w 387"/>
                <a:gd name="T7" fmla="*/ 308 h 212"/>
                <a:gd name="T8" fmla="*/ 123 w 387"/>
                <a:gd name="T9" fmla="*/ 126 h 212"/>
                <a:gd name="T10" fmla="*/ 216 w 387"/>
                <a:gd name="T11" fmla="*/ 2 h 212"/>
                <a:gd name="T12" fmla="*/ 360 w 387"/>
                <a:gd name="T13" fmla="*/ 2 h 212"/>
                <a:gd name="T14" fmla="*/ 480 w 387"/>
                <a:gd name="T15" fmla="*/ 8 h 21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87" h="212">
                  <a:moveTo>
                    <a:pt x="387" y="18"/>
                  </a:moveTo>
                  <a:cubicBezTo>
                    <a:pt x="310" y="18"/>
                    <a:pt x="244" y="19"/>
                    <a:pt x="175" y="55"/>
                  </a:cubicBezTo>
                  <a:cubicBezTo>
                    <a:pt x="142" y="72"/>
                    <a:pt x="107" y="89"/>
                    <a:pt x="80" y="114"/>
                  </a:cubicBezTo>
                  <a:cubicBezTo>
                    <a:pt x="47" y="144"/>
                    <a:pt x="29" y="180"/>
                    <a:pt x="0" y="212"/>
                  </a:cubicBezTo>
                  <a:cubicBezTo>
                    <a:pt x="22" y="168"/>
                    <a:pt x="51" y="123"/>
                    <a:pt x="85" y="87"/>
                  </a:cubicBezTo>
                  <a:cubicBezTo>
                    <a:pt x="108" y="62"/>
                    <a:pt x="151" y="42"/>
                    <a:pt x="149" y="2"/>
                  </a:cubicBezTo>
                  <a:cubicBezTo>
                    <a:pt x="182" y="14"/>
                    <a:pt x="214" y="4"/>
                    <a:pt x="248" y="2"/>
                  </a:cubicBezTo>
                  <a:cubicBezTo>
                    <a:pt x="278" y="0"/>
                    <a:pt x="301" y="9"/>
                    <a:pt x="331" y="5"/>
                  </a:cubicBezTo>
                </a:path>
              </a:pathLst>
            </a:custGeom>
            <a:solidFill>
              <a:srgbClr val="147A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1217" name="Freeform 956">
              <a:extLst>
                <a:ext uri="{FF2B5EF4-FFF2-40B4-BE49-F238E27FC236}">
                  <a16:creationId xmlns:a16="http://schemas.microsoft.com/office/drawing/2014/main" id="{6B77A679-C569-4D7D-93E0-650F60FC20E1}"/>
                </a:ext>
              </a:extLst>
            </p:cNvPr>
            <p:cNvSpPr>
              <a:spLocks/>
            </p:cNvSpPr>
            <p:nvPr/>
          </p:nvSpPr>
          <p:spPr bwMode="auto">
            <a:xfrm>
              <a:off x="914" y="1623"/>
              <a:ext cx="118" cy="464"/>
            </a:xfrm>
            <a:custGeom>
              <a:avLst/>
              <a:gdLst>
                <a:gd name="T0" fmla="*/ 61 w 105"/>
                <a:gd name="T1" fmla="*/ 0 h 411"/>
                <a:gd name="T2" fmla="*/ 69 w 105"/>
                <a:gd name="T3" fmla="*/ 91 h 411"/>
                <a:gd name="T4" fmla="*/ 60 w 105"/>
                <a:gd name="T5" fmla="*/ 166 h 411"/>
                <a:gd name="T6" fmla="*/ 13 w 105"/>
                <a:gd name="T7" fmla="*/ 236 h 411"/>
                <a:gd name="T8" fmla="*/ 39 w 105"/>
                <a:gd name="T9" fmla="*/ 330 h 411"/>
                <a:gd name="T10" fmla="*/ 17 w 105"/>
                <a:gd name="T11" fmla="*/ 409 h 411"/>
                <a:gd name="T12" fmla="*/ 4 w 105"/>
                <a:gd name="T13" fmla="*/ 514 h 411"/>
                <a:gd name="T14" fmla="*/ 30 w 105"/>
                <a:gd name="T15" fmla="*/ 592 h 411"/>
                <a:gd name="T16" fmla="*/ 28 w 105"/>
                <a:gd name="T17" fmla="*/ 525 h 411"/>
                <a:gd name="T18" fmla="*/ 48 w 105"/>
                <a:gd name="T19" fmla="*/ 431 h 411"/>
                <a:gd name="T20" fmla="*/ 84 w 105"/>
                <a:gd name="T21" fmla="*/ 319 h 411"/>
                <a:gd name="T22" fmla="*/ 70 w 105"/>
                <a:gd name="T23" fmla="*/ 248 h 411"/>
                <a:gd name="T24" fmla="*/ 119 w 105"/>
                <a:gd name="T25" fmla="*/ 110 h 411"/>
                <a:gd name="T26" fmla="*/ 67 w 105"/>
                <a:gd name="T27" fmla="*/ 1 h 41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05" h="411">
                  <a:moveTo>
                    <a:pt x="43" y="0"/>
                  </a:moveTo>
                  <a:cubicBezTo>
                    <a:pt x="29" y="12"/>
                    <a:pt x="44" y="48"/>
                    <a:pt x="48" y="64"/>
                  </a:cubicBezTo>
                  <a:cubicBezTo>
                    <a:pt x="52" y="81"/>
                    <a:pt x="51" y="99"/>
                    <a:pt x="42" y="115"/>
                  </a:cubicBezTo>
                  <a:cubicBezTo>
                    <a:pt x="32" y="132"/>
                    <a:pt x="15" y="143"/>
                    <a:pt x="10" y="164"/>
                  </a:cubicBezTo>
                  <a:cubicBezTo>
                    <a:pt x="5" y="186"/>
                    <a:pt x="24" y="208"/>
                    <a:pt x="28" y="229"/>
                  </a:cubicBezTo>
                  <a:cubicBezTo>
                    <a:pt x="31" y="249"/>
                    <a:pt x="19" y="265"/>
                    <a:pt x="12" y="284"/>
                  </a:cubicBezTo>
                  <a:cubicBezTo>
                    <a:pt x="4" y="306"/>
                    <a:pt x="0" y="334"/>
                    <a:pt x="4" y="357"/>
                  </a:cubicBezTo>
                  <a:cubicBezTo>
                    <a:pt x="7" y="372"/>
                    <a:pt x="8" y="402"/>
                    <a:pt x="21" y="411"/>
                  </a:cubicBezTo>
                  <a:cubicBezTo>
                    <a:pt x="22" y="396"/>
                    <a:pt x="19" y="380"/>
                    <a:pt x="20" y="365"/>
                  </a:cubicBezTo>
                  <a:cubicBezTo>
                    <a:pt x="21" y="342"/>
                    <a:pt x="28" y="321"/>
                    <a:pt x="34" y="299"/>
                  </a:cubicBezTo>
                  <a:cubicBezTo>
                    <a:pt x="42" y="273"/>
                    <a:pt x="56" y="249"/>
                    <a:pt x="60" y="222"/>
                  </a:cubicBezTo>
                  <a:cubicBezTo>
                    <a:pt x="63" y="204"/>
                    <a:pt x="52" y="191"/>
                    <a:pt x="49" y="173"/>
                  </a:cubicBezTo>
                  <a:cubicBezTo>
                    <a:pt x="42" y="136"/>
                    <a:pt x="105" y="117"/>
                    <a:pt x="84" y="76"/>
                  </a:cubicBezTo>
                  <a:cubicBezTo>
                    <a:pt x="71" y="51"/>
                    <a:pt x="43" y="33"/>
                    <a:pt x="47" y="1"/>
                  </a:cubicBezTo>
                </a:path>
              </a:pathLst>
            </a:custGeom>
            <a:solidFill>
              <a:srgbClr val="38A6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1218" name="Freeform 957">
              <a:extLst>
                <a:ext uri="{FF2B5EF4-FFF2-40B4-BE49-F238E27FC236}">
                  <a16:creationId xmlns:a16="http://schemas.microsoft.com/office/drawing/2014/main" id="{8AE688E6-795C-4ABB-8E2D-FBE687EA42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8" y="1898"/>
              <a:ext cx="798" cy="111"/>
            </a:xfrm>
            <a:custGeom>
              <a:avLst/>
              <a:gdLst>
                <a:gd name="T0" fmla="*/ 0 w 706"/>
                <a:gd name="T1" fmla="*/ 3 h 98"/>
                <a:gd name="T2" fmla="*/ 209 w 706"/>
                <a:gd name="T3" fmla="*/ 100 h 98"/>
                <a:gd name="T4" fmla="*/ 478 w 706"/>
                <a:gd name="T5" fmla="*/ 128 h 98"/>
                <a:gd name="T6" fmla="*/ 597 w 706"/>
                <a:gd name="T7" fmla="*/ 114 h 98"/>
                <a:gd name="T8" fmla="*/ 723 w 706"/>
                <a:gd name="T9" fmla="*/ 129 h 98"/>
                <a:gd name="T10" fmla="*/ 1020 w 706"/>
                <a:gd name="T11" fmla="*/ 68 h 98"/>
                <a:gd name="T12" fmla="*/ 746 w 706"/>
                <a:gd name="T13" fmla="*/ 99 h 98"/>
                <a:gd name="T14" fmla="*/ 494 w 706"/>
                <a:gd name="T15" fmla="*/ 101 h 98"/>
                <a:gd name="T16" fmla="*/ 203 w 706"/>
                <a:gd name="T17" fmla="*/ 88 h 98"/>
                <a:gd name="T18" fmla="*/ 31 w 706"/>
                <a:gd name="T19" fmla="*/ 3 h 9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06" h="98">
                  <a:moveTo>
                    <a:pt x="0" y="3"/>
                  </a:moveTo>
                  <a:cubicBezTo>
                    <a:pt x="46" y="0"/>
                    <a:pt x="101" y="55"/>
                    <a:pt x="145" y="69"/>
                  </a:cubicBezTo>
                  <a:cubicBezTo>
                    <a:pt x="204" y="88"/>
                    <a:pt x="269" y="98"/>
                    <a:pt x="331" y="88"/>
                  </a:cubicBezTo>
                  <a:cubicBezTo>
                    <a:pt x="358" y="84"/>
                    <a:pt x="385" y="81"/>
                    <a:pt x="413" y="79"/>
                  </a:cubicBezTo>
                  <a:cubicBezTo>
                    <a:pt x="445" y="75"/>
                    <a:pt x="469" y="84"/>
                    <a:pt x="501" y="89"/>
                  </a:cubicBezTo>
                  <a:cubicBezTo>
                    <a:pt x="561" y="98"/>
                    <a:pt x="655" y="81"/>
                    <a:pt x="706" y="47"/>
                  </a:cubicBezTo>
                  <a:cubicBezTo>
                    <a:pt x="655" y="89"/>
                    <a:pt x="576" y="82"/>
                    <a:pt x="517" y="68"/>
                  </a:cubicBezTo>
                  <a:cubicBezTo>
                    <a:pt x="460" y="54"/>
                    <a:pt x="401" y="66"/>
                    <a:pt x="342" y="70"/>
                  </a:cubicBezTo>
                  <a:cubicBezTo>
                    <a:pt x="272" y="74"/>
                    <a:pt x="210" y="78"/>
                    <a:pt x="141" y="61"/>
                  </a:cubicBezTo>
                  <a:cubicBezTo>
                    <a:pt x="101" y="51"/>
                    <a:pt x="48" y="36"/>
                    <a:pt x="21" y="3"/>
                  </a:cubicBezTo>
                </a:path>
              </a:pathLst>
            </a:custGeom>
            <a:solidFill>
              <a:srgbClr val="38A6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1219" name="Freeform 958">
              <a:extLst>
                <a:ext uri="{FF2B5EF4-FFF2-40B4-BE49-F238E27FC236}">
                  <a16:creationId xmlns:a16="http://schemas.microsoft.com/office/drawing/2014/main" id="{1E5EDDE4-3122-420B-88A6-6F7B248491A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4" y="1678"/>
              <a:ext cx="160" cy="414"/>
            </a:xfrm>
            <a:custGeom>
              <a:avLst/>
              <a:gdLst>
                <a:gd name="T0" fmla="*/ 100 w 142"/>
                <a:gd name="T1" fmla="*/ 1 h 366"/>
                <a:gd name="T2" fmla="*/ 104 w 142"/>
                <a:gd name="T3" fmla="*/ 76 h 366"/>
                <a:gd name="T4" fmla="*/ 139 w 142"/>
                <a:gd name="T5" fmla="*/ 130 h 366"/>
                <a:gd name="T6" fmla="*/ 132 w 142"/>
                <a:gd name="T7" fmla="*/ 187 h 366"/>
                <a:gd name="T8" fmla="*/ 133 w 142"/>
                <a:gd name="T9" fmla="*/ 252 h 366"/>
                <a:gd name="T10" fmla="*/ 151 w 142"/>
                <a:gd name="T11" fmla="*/ 292 h 366"/>
                <a:gd name="T12" fmla="*/ 168 w 142"/>
                <a:gd name="T13" fmla="*/ 345 h 366"/>
                <a:gd name="T14" fmla="*/ 189 w 142"/>
                <a:gd name="T15" fmla="*/ 435 h 366"/>
                <a:gd name="T16" fmla="*/ 201 w 142"/>
                <a:gd name="T17" fmla="*/ 529 h 366"/>
                <a:gd name="T18" fmla="*/ 184 w 142"/>
                <a:gd name="T19" fmla="*/ 489 h 366"/>
                <a:gd name="T20" fmla="*/ 167 w 142"/>
                <a:gd name="T21" fmla="*/ 429 h 366"/>
                <a:gd name="T22" fmla="*/ 148 w 142"/>
                <a:gd name="T23" fmla="*/ 368 h 366"/>
                <a:gd name="T24" fmla="*/ 127 w 142"/>
                <a:gd name="T25" fmla="*/ 316 h 366"/>
                <a:gd name="T26" fmla="*/ 66 w 142"/>
                <a:gd name="T27" fmla="*/ 292 h 366"/>
                <a:gd name="T28" fmla="*/ 30 w 142"/>
                <a:gd name="T29" fmla="*/ 302 h 366"/>
                <a:gd name="T30" fmla="*/ 0 w 142"/>
                <a:gd name="T31" fmla="*/ 311 h 366"/>
                <a:gd name="T32" fmla="*/ 64 w 142"/>
                <a:gd name="T33" fmla="*/ 258 h 366"/>
                <a:gd name="T34" fmla="*/ 98 w 142"/>
                <a:gd name="T35" fmla="*/ 183 h 366"/>
                <a:gd name="T36" fmla="*/ 103 w 142"/>
                <a:gd name="T37" fmla="*/ 114 h 366"/>
                <a:gd name="T38" fmla="*/ 90 w 142"/>
                <a:gd name="T39" fmla="*/ 95 h 366"/>
                <a:gd name="T40" fmla="*/ 68 w 142"/>
                <a:gd name="T41" fmla="*/ 98 h 366"/>
                <a:gd name="T42" fmla="*/ 78 w 142"/>
                <a:gd name="T43" fmla="*/ 54 h 366"/>
                <a:gd name="T44" fmla="*/ 94 w 142"/>
                <a:gd name="T45" fmla="*/ 0 h 36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42" h="366">
                  <a:moveTo>
                    <a:pt x="70" y="1"/>
                  </a:moveTo>
                  <a:cubicBezTo>
                    <a:pt x="72" y="19"/>
                    <a:pt x="65" y="34"/>
                    <a:pt x="73" y="52"/>
                  </a:cubicBezTo>
                  <a:cubicBezTo>
                    <a:pt x="79" y="66"/>
                    <a:pt x="93" y="75"/>
                    <a:pt x="97" y="90"/>
                  </a:cubicBezTo>
                  <a:cubicBezTo>
                    <a:pt x="101" y="103"/>
                    <a:pt x="96" y="116"/>
                    <a:pt x="92" y="129"/>
                  </a:cubicBezTo>
                  <a:cubicBezTo>
                    <a:pt x="89" y="144"/>
                    <a:pt x="88" y="159"/>
                    <a:pt x="93" y="174"/>
                  </a:cubicBezTo>
                  <a:cubicBezTo>
                    <a:pt x="97" y="184"/>
                    <a:pt x="102" y="192"/>
                    <a:pt x="106" y="202"/>
                  </a:cubicBezTo>
                  <a:cubicBezTo>
                    <a:pt x="110" y="214"/>
                    <a:pt x="112" y="227"/>
                    <a:pt x="117" y="239"/>
                  </a:cubicBezTo>
                  <a:cubicBezTo>
                    <a:pt x="124" y="258"/>
                    <a:pt x="127" y="280"/>
                    <a:pt x="132" y="301"/>
                  </a:cubicBezTo>
                  <a:cubicBezTo>
                    <a:pt x="136" y="321"/>
                    <a:pt x="142" y="345"/>
                    <a:pt x="140" y="366"/>
                  </a:cubicBezTo>
                  <a:cubicBezTo>
                    <a:pt x="133" y="361"/>
                    <a:pt x="132" y="346"/>
                    <a:pt x="129" y="338"/>
                  </a:cubicBezTo>
                  <a:cubicBezTo>
                    <a:pt x="124" y="324"/>
                    <a:pt x="120" y="310"/>
                    <a:pt x="116" y="296"/>
                  </a:cubicBezTo>
                  <a:cubicBezTo>
                    <a:pt x="111" y="282"/>
                    <a:pt x="107" y="268"/>
                    <a:pt x="103" y="254"/>
                  </a:cubicBezTo>
                  <a:cubicBezTo>
                    <a:pt x="100" y="242"/>
                    <a:pt x="97" y="228"/>
                    <a:pt x="89" y="218"/>
                  </a:cubicBezTo>
                  <a:cubicBezTo>
                    <a:pt x="78" y="203"/>
                    <a:pt x="63" y="200"/>
                    <a:pt x="46" y="202"/>
                  </a:cubicBezTo>
                  <a:cubicBezTo>
                    <a:pt x="37" y="203"/>
                    <a:pt x="29" y="205"/>
                    <a:pt x="21" y="209"/>
                  </a:cubicBezTo>
                  <a:cubicBezTo>
                    <a:pt x="14" y="212"/>
                    <a:pt x="7" y="213"/>
                    <a:pt x="0" y="215"/>
                  </a:cubicBezTo>
                  <a:cubicBezTo>
                    <a:pt x="16" y="212"/>
                    <a:pt x="34" y="191"/>
                    <a:pt x="45" y="179"/>
                  </a:cubicBezTo>
                  <a:cubicBezTo>
                    <a:pt x="59" y="163"/>
                    <a:pt x="66" y="147"/>
                    <a:pt x="68" y="126"/>
                  </a:cubicBezTo>
                  <a:cubicBezTo>
                    <a:pt x="69" y="108"/>
                    <a:pt x="78" y="96"/>
                    <a:pt x="72" y="79"/>
                  </a:cubicBezTo>
                  <a:cubicBezTo>
                    <a:pt x="70" y="74"/>
                    <a:pt x="69" y="66"/>
                    <a:pt x="63" y="65"/>
                  </a:cubicBezTo>
                  <a:cubicBezTo>
                    <a:pt x="58" y="64"/>
                    <a:pt x="53" y="69"/>
                    <a:pt x="47" y="68"/>
                  </a:cubicBezTo>
                  <a:cubicBezTo>
                    <a:pt x="46" y="59"/>
                    <a:pt x="52" y="47"/>
                    <a:pt x="54" y="37"/>
                  </a:cubicBezTo>
                  <a:cubicBezTo>
                    <a:pt x="57" y="25"/>
                    <a:pt x="63" y="13"/>
                    <a:pt x="66" y="0"/>
                  </a:cubicBezTo>
                </a:path>
              </a:pathLst>
            </a:custGeom>
            <a:solidFill>
              <a:srgbClr val="147A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1220" name="Freeform 959">
              <a:extLst>
                <a:ext uri="{FF2B5EF4-FFF2-40B4-BE49-F238E27FC236}">
                  <a16:creationId xmlns:a16="http://schemas.microsoft.com/office/drawing/2014/main" id="{2D534A37-0359-412A-BE58-03DBCCDFFBCF}"/>
                </a:ext>
              </a:extLst>
            </p:cNvPr>
            <p:cNvSpPr>
              <a:spLocks/>
            </p:cNvSpPr>
            <p:nvPr/>
          </p:nvSpPr>
          <p:spPr bwMode="auto">
            <a:xfrm>
              <a:off x="932" y="1773"/>
              <a:ext cx="35" cy="191"/>
            </a:xfrm>
            <a:custGeom>
              <a:avLst/>
              <a:gdLst>
                <a:gd name="T0" fmla="*/ 41 w 31"/>
                <a:gd name="T1" fmla="*/ 0 h 169"/>
                <a:gd name="T2" fmla="*/ 20 w 31"/>
                <a:gd name="T3" fmla="*/ 108 h 169"/>
                <a:gd name="T4" fmla="*/ 9 w 31"/>
                <a:gd name="T5" fmla="*/ 244 h 169"/>
                <a:gd name="T6" fmla="*/ 41 w 31"/>
                <a:gd name="T7" fmla="*/ 122 h 169"/>
                <a:gd name="T8" fmla="*/ 32 w 31"/>
                <a:gd name="T9" fmla="*/ 11 h 16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169">
                  <a:moveTo>
                    <a:pt x="28" y="0"/>
                  </a:moveTo>
                  <a:cubicBezTo>
                    <a:pt x="0" y="27"/>
                    <a:pt x="7" y="42"/>
                    <a:pt x="14" y="75"/>
                  </a:cubicBezTo>
                  <a:cubicBezTo>
                    <a:pt x="20" y="105"/>
                    <a:pt x="6" y="137"/>
                    <a:pt x="6" y="169"/>
                  </a:cubicBezTo>
                  <a:cubicBezTo>
                    <a:pt x="3" y="140"/>
                    <a:pt x="24" y="112"/>
                    <a:pt x="28" y="85"/>
                  </a:cubicBezTo>
                  <a:cubicBezTo>
                    <a:pt x="31" y="59"/>
                    <a:pt x="7" y="33"/>
                    <a:pt x="22" y="8"/>
                  </a:cubicBezTo>
                </a:path>
              </a:pathLst>
            </a:custGeom>
            <a:solidFill>
              <a:srgbClr val="92D2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1221" name="Freeform 960">
              <a:extLst>
                <a:ext uri="{FF2B5EF4-FFF2-40B4-BE49-F238E27FC236}">
                  <a16:creationId xmlns:a16="http://schemas.microsoft.com/office/drawing/2014/main" id="{4AB256F2-E196-42A8-A11B-DB82AF17380C}"/>
                </a:ext>
              </a:extLst>
            </p:cNvPr>
            <p:cNvSpPr>
              <a:spLocks/>
            </p:cNvSpPr>
            <p:nvPr/>
          </p:nvSpPr>
          <p:spPr bwMode="auto">
            <a:xfrm>
              <a:off x="693" y="1324"/>
              <a:ext cx="250" cy="448"/>
            </a:xfrm>
            <a:custGeom>
              <a:avLst/>
              <a:gdLst>
                <a:gd name="T0" fmla="*/ 0 w 221"/>
                <a:gd name="T1" fmla="*/ 574 h 396"/>
                <a:gd name="T2" fmla="*/ 169 w 221"/>
                <a:gd name="T3" fmla="*/ 189 h 396"/>
                <a:gd name="T4" fmla="*/ 320 w 221"/>
                <a:gd name="T5" fmla="*/ 0 h 396"/>
                <a:gd name="T6" fmla="*/ 184 w 221"/>
                <a:gd name="T7" fmla="*/ 198 h 396"/>
                <a:gd name="T8" fmla="*/ 0 w 221"/>
                <a:gd name="T9" fmla="*/ 574 h 39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1" h="396">
                  <a:moveTo>
                    <a:pt x="0" y="396"/>
                  </a:moveTo>
                  <a:cubicBezTo>
                    <a:pt x="117" y="131"/>
                    <a:pt x="117" y="131"/>
                    <a:pt x="117" y="131"/>
                  </a:cubicBezTo>
                  <a:cubicBezTo>
                    <a:pt x="117" y="131"/>
                    <a:pt x="143" y="41"/>
                    <a:pt x="221" y="0"/>
                  </a:cubicBezTo>
                  <a:cubicBezTo>
                    <a:pt x="221" y="0"/>
                    <a:pt x="159" y="46"/>
                    <a:pt x="127" y="137"/>
                  </a:cubicBezTo>
                  <a:cubicBezTo>
                    <a:pt x="95" y="228"/>
                    <a:pt x="0" y="396"/>
                    <a:pt x="0" y="396"/>
                  </a:cubicBezTo>
                  <a:close/>
                </a:path>
              </a:pathLst>
            </a:custGeom>
            <a:solidFill>
              <a:srgbClr val="92D2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1222" name="Freeform 961">
              <a:extLst>
                <a:ext uri="{FF2B5EF4-FFF2-40B4-BE49-F238E27FC236}">
                  <a16:creationId xmlns:a16="http://schemas.microsoft.com/office/drawing/2014/main" id="{715DE69D-2BE1-4D55-8AC0-97012728085E}"/>
                </a:ext>
              </a:extLst>
            </p:cNvPr>
            <p:cNvSpPr>
              <a:spLocks/>
            </p:cNvSpPr>
            <p:nvPr/>
          </p:nvSpPr>
          <p:spPr bwMode="auto">
            <a:xfrm>
              <a:off x="856" y="2426"/>
              <a:ext cx="68" cy="124"/>
            </a:xfrm>
            <a:custGeom>
              <a:avLst/>
              <a:gdLst>
                <a:gd name="T0" fmla="*/ 14 w 60"/>
                <a:gd name="T1" fmla="*/ 0 h 109"/>
                <a:gd name="T2" fmla="*/ 9 w 60"/>
                <a:gd name="T3" fmla="*/ 105 h 109"/>
                <a:gd name="T4" fmla="*/ 87 w 60"/>
                <a:gd name="T5" fmla="*/ 160 h 109"/>
                <a:gd name="T6" fmla="*/ 19 w 60"/>
                <a:gd name="T7" fmla="*/ 9 h 10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0" h="109">
                  <a:moveTo>
                    <a:pt x="10" y="0"/>
                  </a:moveTo>
                  <a:cubicBezTo>
                    <a:pt x="11" y="22"/>
                    <a:pt x="0" y="49"/>
                    <a:pt x="6" y="71"/>
                  </a:cubicBezTo>
                  <a:cubicBezTo>
                    <a:pt x="13" y="95"/>
                    <a:pt x="42" y="98"/>
                    <a:pt x="60" y="109"/>
                  </a:cubicBezTo>
                  <a:cubicBezTo>
                    <a:pt x="30" y="80"/>
                    <a:pt x="10" y="50"/>
                    <a:pt x="13" y="6"/>
                  </a:cubicBezTo>
                </a:path>
              </a:pathLst>
            </a:custGeom>
            <a:solidFill>
              <a:srgbClr val="92D2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</p:grpSp>
    </p:spTree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890" name="Rectangle 2">
            <a:extLst>
              <a:ext uri="{FF2B5EF4-FFF2-40B4-BE49-F238E27FC236}">
                <a16:creationId xmlns:a16="http://schemas.microsoft.com/office/drawing/2014/main" id="{7E19FFED-6719-4560-A075-52909F2BCE9F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Obesity (7)</a:t>
            </a:r>
          </a:p>
        </p:txBody>
      </p:sp>
      <p:grpSp>
        <p:nvGrpSpPr>
          <p:cNvPr id="52226" name="Severe-Female-Obesity-Medical-Illustration">
            <a:extLst>
              <a:ext uri="{FF2B5EF4-FFF2-40B4-BE49-F238E27FC236}">
                <a16:creationId xmlns:a16="http://schemas.microsoft.com/office/drawing/2014/main" id="{45ECB059-7734-45D2-9FE2-1CE2638BFD82}"/>
              </a:ext>
            </a:extLst>
          </p:cNvPr>
          <p:cNvGrpSpPr>
            <a:grpSpLocks/>
          </p:cNvGrpSpPr>
          <p:nvPr/>
        </p:nvGrpSpPr>
        <p:grpSpPr bwMode="auto">
          <a:xfrm>
            <a:off x="6611938" y="1250950"/>
            <a:ext cx="2889250" cy="5164138"/>
            <a:chOff x="3205" y="745"/>
            <a:chExt cx="1820" cy="3253"/>
          </a:xfrm>
        </p:grpSpPr>
        <p:grpSp>
          <p:nvGrpSpPr>
            <p:cNvPr id="52616" name="Group 4">
              <a:extLst>
                <a:ext uri="{FF2B5EF4-FFF2-40B4-BE49-F238E27FC236}">
                  <a16:creationId xmlns:a16="http://schemas.microsoft.com/office/drawing/2014/main" id="{49DD6EAC-97EF-46D3-B996-E314C486DF7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205" y="745"/>
              <a:ext cx="1820" cy="3253"/>
              <a:chOff x="3205" y="745"/>
              <a:chExt cx="1820" cy="3253"/>
            </a:xfrm>
          </p:grpSpPr>
          <p:sp>
            <p:nvSpPr>
              <p:cNvPr id="52809" name="Freeform 5">
                <a:extLst>
                  <a:ext uri="{FF2B5EF4-FFF2-40B4-BE49-F238E27FC236}">
                    <a16:creationId xmlns:a16="http://schemas.microsoft.com/office/drawing/2014/main" id="{45EC5933-4D69-4144-AF36-AC3992D817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5" y="745"/>
                <a:ext cx="303" cy="431"/>
              </a:xfrm>
              <a:custGeom>
                <a:avLst/>
                <a:gdLst>
                  <a:gd name="T0" fmla="*/ 345 w 284"/>
                  <a:gd name="T1" fmla="*/ 37 h 405"/>
                  <a:gd name="T2" fmla="*/ 182 w 284"/>
                  <a:gd name="T3" fmla="*/ 71 h 405"/>
                  <a:gd name="T4" fmla="*/ 76 w 284"/>
                  <a:gd name="T5" fmla="*/ 430 h 405"/>
                  <a:gd name="T6" fmla="*/ 307 w 284"/>
                  <a:gd name="T7" fmla="*/ 488 h 40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4" h="405">
                    <a:moveTo>
                      <a:pt x="284" y="31"/>
                    </a:moveTo>
                    <a:cubicBezTo>
                      <a:pt x="284" y="31"/>
                      <a:pt x="211" y="0"/>
                      <a:pt x="150" y="59"/>
                    </a:cubicBezTo>
                    <a:cubicBezTo>
                      <a:pt x="88" y="119"/>
                      <a:pt x="0" y="330"/>
                      <a:pt x="63" y="357"/>
                    </a:cubicBezTo>
                    <a:cubicBezTo>
                      <a:pt x="126" y="384"/>
                      <a:pt x="169" y="398"/>
                      <a:pt x="253" y="405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810" name="Freeform 6">
                <a:extLst>
                  <a:ext uri="{FF2B5EF4-FFF2-40B4-BE49-F238E27FC236}">
                    <a16:creationId xmlns:a16="http://schemas.microsoft.com/office/drawing/2014/main" id="{E4F07713-A2AD-4B0A-9172-E8FBCCE810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2" y="745"/>
                <a:ext cx="303" cy="431"/>
              </a:xfrm>
              <a:custGeom>
                <a:avLst/>
                <a:gdLst>
                  <a:gd name="T0" fmla="*/ 0 w 284"/>
                  <a:gd name="T1" fmla="*/ 37 h 405"/>
                  <a:gd name="T2" fmla="*/ 164 w 284"/>
                  <a:gd name="T3" fmla="*/ 71 h 405"/>
                  <a:gd name="T4" fmla="*/ 270 w 284"/>
                  <a:gd name="T5" fmla="*/ 430 h 405"/>
                  <a:gd name="T6" fmla="*/ 38 w 284"/>
                  <a:gd name="T7" fmla="*/ 488 h 40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4" h="405">
                    <a:moveTo>
                      <a:pt x="0" y="31"/>
                    </a:moveTo>
                    <a:cubicBezTo>
                      <a:pt x="0" y="31"/>
                      <a:pt x="74" y="0"/>
                      <a:pt x="135" y="59"/>
                    </a:cubicBezTo>
                    <a:cubicBezTo>
                      <a:pt x="196" y="119"/>
                      <a:pt x="284" y="330"/>
                      <a:pt x="222" y="357"/>
                    </a:cubicBezTo>
                    <a:cubicBezTo>
                      <a:pt x="159" y="384"/>
                      <a:pt x="116" y="398"/>
                      <a:pt x="32" y="405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811" name="Freeform 7">
                <a:extLst>
                  <a:ext uri="{FF2B5EF4-FFF2-40B4-BE49-F238E27FC236}">
                    <a16:creationId xmlns:a16="http://schemas.microsoft.com/office/drawing/2014/main" id="{E0F7FE04-FFD4-4710-84E4-B9187C88B2E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205" y="802"/>
                <a:ext cx="1820" cy="3196"/>
              </a:xfrm>
              <a:custGeom>
                <a:avLst/>
                <a:gdLst>
                  <a:gd name="T0" fmla="*/ 2007 w 1704"/>
                  <a:gd name="T1" fmla="*/ 1559 h 2997"/>
                  <a:gd name="T2" fmla="*/ 1962 w 1704"/>
                  <a:gd name="T3" fmla="*/ 1235 h 2997"/>
                  <a:gd name="T4" fmla="*/ 1934 w 1704"/>
                  <a:gd name="T5" fmla="*/ 1167 h 2997"/>
                  <a:gd name="T6" fmla="*/ 1679 w 1704"/>
                  <a:gd name="T7" fmla="*/ 714 h 2997"/>
                  <a:gd name="T8" fmla="*/ 1220 w 1704"/>
                  <a:gd name="T9" fmla="*/ 336 h 2997"/>
                  <a:gd name="T10" fmla="*/ 1248 w 1704"/>
                  <a:gd name="T11" fmla="*/ 242 h 2997"/>
                  <a:gd name="T12" fmla="*/ 1056 w 1704"/>
                  <a:gd name="T13" fmla="*/ 6 h 2997"/>
                  <a:gd name="T14" fmla="*/ 847 w 1704"/>
                  <a:gd name="T15" fmla="*/ 237 h 2997"/>
                  <a:gd name="T16" fmla="*/ 840 w 1704"/>
                  <a:gd name="T17" fmla="*/ 303 h 2997"/>
                  <a:gd name="T18" fmla="*/ 858 w 1704"/>
                  <a:gd name="T19" fmla="*/ 486 h 2997"/>
                  <a:gd name="T20" fmla="*/ 171 w 1704"/>
                  <a:gd name="T21" fmla="*/ 1143 h 2997"/>
                  <a:gd name="T22" fmla="*/ 129 w 1704"/>
                  <a:gd name="T23" fmla="*/ 1204 h 2997"/>
                  <a:gd name="T24" fmla="*/ 67 w 1704"/>
                  <a:gd name="T25" fmla="*/ 1476 h 2997"/>
                  <a:gd name="T26" fmla="*/ 38 w 1704"/>
                  <a:gd name="T27" fmla="*/ 1632 h 2997"/>
                  <a:gd name="T28" fmla="*/ 56 w 1704"/>
                  <a:gd name="T29" fmla="*/ 1882 h 2997"/>
                  <a:gd name="T30" fmla="*/ 139 w 1704"/>
                  <a:gd name="T31" fmla="*/ 1928 h 2997"/>
                  <a:gd name="T32" fmla="*/ 162 w 1704"/>
                  <a:gd name="T33" fmla="*/ 1881 h 2997"/>
                  <a:gd name="T34" fmla="*/ 214 w 1704"/>
                  <a:gd name="T35" fmla="*/ 1703 h 2997"/>
                  <a:gd name="T36" fmla="*/ 231 w 1704"/>
                  <a:gd name="T37" fmla="*/ 1577 h 2997"/>
                  <a:gd name="T38" fmla="*/ 359 w 1704"/>
                  <a:gd name="T39" fmla="*/ 1480 h 2997"/>
                  <a:gd name="T40" fmla="*/ 309 w 1704"/>
                  <a:gd name="T41" fmla="*/ 2388 h 2997"/>
                  <a:gd name="T42" fmla="*/ 346 w 1704"/>
                  <a:gd name="T43" fmla="*/ 2556 h 2997"/>
                  <a:gd name="T44" fmla="*/ 388 w 1704"/>
                  <a:gd name="T45" fmla="*/ 3274 h 2997"/>
                  <a:gd name="T46" fmla="*/ 392 w 1704"/>
                  <a:gd name="T47" fmla="*/ 3374 h 2997"/>
                  <a:gd name="T48" fmla="*/ 251 w 1704"/>
                  <a:gd name="T49" fmla="*/ 3501 h 2997"/>
                  <a:gd name="T50" fmla="*/ 208 w 1704"/>
                  <a:gd name="T51" fmla="*/ 3576 h 2997"/>
                  <a:gd name="T52" fmla="*/ 304 w 1704"/>
                  <a:gd name="T53" fmla="*/ 3630 h 2997"/>
                  <a:gd name="T54" fmla="*/ 415 w 1704"/>
                  <a:gd name="T55" fmla="*/ 3559 h 2997"/>
                  <a:gd name="T56" fmla="*/ 629 w 1704"/>
                  <a:gd name="T57" fmla="*/ 3394 h 2997"/>
                  <a:gd name="T58" fmla="*/ 870 w 1704"/>
                  <a:gd name="T59" fmla="*/ 2790 h 2997"/>
                  <a:gd name="T60" fmla="*/ 858 w 1704"/>
                  <a:gd name="T61" fmla="*/ 2584 h 2997"/>
                  <a:gd name="T62" fmla="*/ 1001 w 1704"/>
                  <a:gd name="T63" fmla="*/ 2313 h 2997"/>
                  <a:gd name="T64" fmla="*/ 1035 w 1704"/>
                  <a:gd name="T65" fmla="*/ 2060 h 2997"/>
                  <a:gd name="T66" fmla="*/ 1070 w 1704"/>
                  <a:gd name="T67" fmla="*/ 2228 h 2997"/>
                  <a:gd name="T68" fmla="*/ 1160 w 1704"/>
                  <a:gd name="T69" fmla="*/ 2539 h 2997"/>
                  <a:gd name="T70" fmla="*/ 1218 w 1704"/>
                  <a:gd name="T71" fmla="*/ 2649 h 2997"/>
                  <a:gd name="T72" fmla="*/ 1407 w 1704"/>
                  <a:gd name="T73" fmla="*/ 3309 h 2997"/>
                  <a:gd name="T74" fmla="*/ 1623 w 1704"/>
                  <a:gd name="T75" fmla="*/ 3524 h 2997"/>
                  <a:gd name="T76" fmla="*/ 1720 w 1704"/>
                  <a:gd name="T77" fmla="*/ 3601 h 2997"/>
                  <a:gd name="T78" fmla="*/ 1851 w 1704"/>
                  <a:gd name="T79" fmla="*/ 3600 h 2997"/>
                  <a:gd name="T80" fmla="*/ 1841 w 1704"/>
                  <a:gd name="T81" fmla="*/ 3512 h 2997"/>
                  <a:gd name="T82" fmla="*/ 1722 w 1704"/>
                  <a:gd name="T83" fmla="*/ 3420 h 2997"/>
                  <a:gd name="T84" fmla="*/ 1686 w 1704"/>
                  <a:gd name="T85" fmla="*/ 3310 h 2997"/>
                  <a:gd name="T86" fmla="*/ 1690 w 1704"/>
                  <a:gd name="T87" fmla="*/ 2671 h 2997"/>
                  <a:gd name="T88" fmla="*/ 1739 w 1704"/>
                  <a:gd name="T89" fmla="*/ 2432 h 2997"/>
                  <a:gd name="T90" fmla="*/ 1801 w 1704"/>
                  <a:gd name="T91" fmla="*/ 1686 h 2997"/>
                  <a:gd name="T92" fmla="*/ 1836 w 1704"/>
                  <a:gd name="T93" fmla="*/ 1560 h 2997"/>
                  <a:gd name="T94" fmla="*/ 1866 w 1704"/>
                  <a:gd name="T95" fmla="*/ 1643 h 2997"/>
                  <a:gd name="T96" fmla="*/ 1882 w 1704"/>
                  <a:gd name="T97" fmla="*/ 1858 h 2997"/>
                  <a:gd name="T98" fmla="*/ 1920 w 1704"/>
                  <a:gd name="T99" fmla="*/ 1922 h 2997"/>
                  <a:gd name="T100" fmla="*/ 1988 w 1704"/>
                  <a:gd name="T101" fmla="*/ 1915 h 2997"/>
                  <a:gd name="T102" fmla="*/ 2057 w 1704"/>
                  <a:gd name="T103" fmla="*/ 1782 h 2997"/>
                  <a:gd name="T104" fmla="*/ 476 w 1704"/>
                  <a:gd name="T105" fmla="*/ 1210 h 2997"/>
                  <a:gd name="T106" fmla="*/ 1591 w 1704"/>
                  <a:gd name="T107" fmla="*/ 1244 h 2997"/>
                  <a:gd name="T108" fmla="*/ 1591 w 1704"/>
                  <a:gd name="T109" fmla="*/ 1244 h 2997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</a:gdLst>
                <a:ahLst/>
                <a:cxnLst>
                  <a:cxn ang="T110">
                    <a:pos x="T0" y="T1"/>
                  </a:cxn>
                  <a:cxn ang="T111">
                    <a:pos x="T2" y="T3"/>
                  </a:cxn>
                  <a:cxn ang="T112">
                    <a:pos x="T4" y="T5"/>
                  </a:cxn>
                  <a:cxn ang="T113">
                    <a:pos x="T6" y="T7"/>
                  </a:cxn>
                  <a:cxn ang="T114">
                    <a:pos x="T8" y="T9"/>
                  </a:cxn>
                  <a:cxn ang="T115">
                    <a:pos x="T10" y="T11"/>
                  </a:cxn>
                  <a:cxn ang="T116">
                    <a:pos x="T12" y="T13"/>
                  </a:cxn>
                  <a:cxn ang="T117">
                    <a:pos x="T14" y="T15"/>
                  </a:cxn>
                  <a:cxn ang="T118">
                    <a:pos x="T16" y="T17"/>
                  </a:cxn>
                  <a:cxn ang="T119">
                    <a:pos x="T18" y="T19"/>
                  </a:cxn>
                  <a:cxn ang="T120">
                    <a:pos x="T20" y="T21"/>
                  </a:cxn>
                  <a:cxn ang="T121">
                    <a:pos x="T22" y="T23"/>
                  </a:cxn>
                  <a:cxn ang="T122">
                    <a:pos x="T24" y="T25"/>
                  </a:cxn>
                  <a:cxn ang="T123">
                    <a:pos x="T26" y="T27"/>
                  </a:cxn>
                  <a:cxn ang="T124">
                    <a:pos x="T28" y="T29"/>
                  </a:cxn>
                  <a:cxn ang="T125">
                    <a:pos x="T30" y="T31"/>
                  </a:cxn>
                  <a:cxn ang="T126">
                    <a:pos x="T32" y="T33"/>
                  </a:cxn>
                  <a:cxn ang="T127">
                    <a:pos x="T34" y="T35"/>
                  </a:cxn>
                  <a:cxn ang="T128">
                    <a:pos x="T36" y="T37"/>
                  </a:cxn>
                  <a:cxn ang="T129">
                    <a:pos x="T38" y="T39"/>
                  </a:cxn>
                  <a:cxn ang="T130">
                    <a:pos x="T40" y="T41"/>
                  </a:cxn>
                  <a:cxn ang="T131">
                    <a:pos x="T42" y="T43"/>
                  </a:cxn>
                  <a:cxn ang="T132">
                    <a:pos x="T44" y="T45"/>
                  </a:cxn>
                  <a:cxn ang="T133">
                    <a:pos x="T46" y="T47"/>
                  </a:cxn>
                  <a:cxn ang="T134">
                    <a:pos x="T48" y="T49"/>
                  </a:cxn>
                  <a:cxn ang="T135">
                    <a:pos x="T50" y="T51"/>
                  </a:cxn>
                  <a:cxn ang="T136">
                    <a:pos x="T52" y="T53"/>
                  </a:cxn>
                  <a:cxn ang="T137">
                    <a:pos x="T54" y="T55"/>
                  </a:cxn>
                  <a:cxn ang="T138">
                    <a:pos x="T56" y="T57"/>
                  </a:cxn>
                  <a:cxn ang="T139">
                    <a:pos x="T58" y="T59"/>
                  </a:cxn>
                  <a:cxn ang="T140">
                    <a:pos x="T60" y="T61"/>
                  </a:cxn>
                  <a:cxn ang="T141">
                    <a:pos x="T62" y="T63"/>
                  </a:cxn>
                  <a:cxn ang="T142">
                    <a:pos x="T64" y="T65"/>
                  </a:cxn>
                  <a:cxn ang="T143">
                    <a:pos x="T66" y="T67"/>
                  </a:cxn>
                  <a:cxn ang="T144">
                    <a:pos x="T68" y="T69"/>
                  </a:cxn>
                  <a:cxn ang="T145">
                    <a:pos x="T70" y="T71"/>
                  </a:cxn>
                  <a:cxn ang="T146">
                    <a:pos x="T72" y="T73"/>
                  </a:cxn>
                  <a:cxn ang="T147">
                    <a:pos x="T74" y="T75"/>
                  </a:cxn>
                  <a:cxn ang="T148">
                    <a:pos x="T76" y="T77"/>
                  </a:cxn>
                  <a:cxn ang="T149">
                    <a:pos x="T78" y="T79"/>
                  </a:cxn>
                  <a:cxn ang="T150">
                    <a:pos x="T80" y="T81"/>
                  </a:cxn>
                  <a:cxn ang="T151">
                    <a:pos x="T82" y="T83"/>
                  </a:cxn>
                  <a:cxn ang="T152">
                    <a:pos x="T84" y="T85"/>
                  </a:cxn>
                  <a:cxn ang="T153">
                    <a:pos x="T86" y="T87"/>
                  </a:cxn>
                  <a:cxn ang="T154">
                    <a:pos x="T88" y="T89"/>
                  </a:cxn>
                  <a:cxn ang="T155">
                    <a:pos x="T90" y="T91"/>
                  </a:cxn>
                  <a:cxn ang="T156">
                    <a:pos x="T92" y="T93"/>
                  </a:cxn>
                  <a:cxn ang="T157">
                    <a:pos x="T94" y="T95"/>
                  </a:cxn>
                  <a:cxn ang="T158">
                    <a:pos x="T96" y="T97"/>
                  </a:cxn>
                  <a:cxn ang="T159">
                    <a:pos x="T98" y="T99"/>
                  </a:cxn>
                  <a:cxn ang="T160">
                    <a:pos x="T100" y="T101"/>
                  </a:cxn>
                  <a:cxn ang="T161">
                    <a:pos x="T102" y="T103"/>
                  </a:cxn>
                  <a:cxn ang="T162">
                    <a:pos x="T104" y="T105"/>
                  </a:cxn>
                  <a:cxn ang="T163">
                    <a:pos x="T106" y="T107"/>
                  </a:cxn>
                  <a:cxn ang="T164">
                    <a:pos x="T108" y="T109"/>
                  </a:cxn>
                </a:cxnLst>
                <a:rect l="0" t="0" r="r" b="b"/>
                <a:pathLst>
                  <a:path w="1704" h="2997">
                    <a:moveTo>
                      <a:pt x="1671" y="1346"/>
                    </a:moveTo>
                    <a:cubicBezTo>
                      <a:pt x="1666" y="1330"/>
                      <a:pt x="1667" y="1320"/>
                      <a:pt x="1666" y="1304"/>
                    </a:cubicBezTo>
                    <a:cubicBezTo>
                      <a:pt x="1664" y="1288"/>
                      <a:pt x="1647" y="1286"/>
                      <a:pt x="1647" y="1286"/>
                    </a:cubicBezTo>
                    <a:cubicBezTo>
                      <a:pt x="1668" y="1265"/>
                      <a:pt x="1656" y="1236"/>
                      <a:pt x="1649" y="1217"/>
                    </a:cubicBezTo>
                    <a:cubicBezTo>
                      <a:pt x="1642" y="1199"/>
                      <a:pt x="1640" y="1148"/>
                      <a:pt x="1637" y="1111"/>
                    </a:cubicBezTo>
                    <a:cubicBezTo>
                      <a:pt x="1634" y="1073"/>
                      <a:pt x="1623" y="1037"/>
                      <a:pt x="1610" y="1018"/>
                    </a:cubicBezTo>
                    <a:cubicBezTo>
                      <a:pt x="1598" y="999"/>
                      <a:pt x="1598" y="997"/>
                      <a:pt x="1598" y="993"/>
                    </a:cubicBezTo>
                    <a:cubicBezTo>
                      <a:pt x="1597" y="990"/>
                      <a:pt x="1598" y="984"/>
                      <a:pt x="1595" y="983"/>
                    </a:cubicBezTo>
                    <a:cubicBezTo>
                      <a:pt x="1593" y="983"/>
                      <a:pt x="1594" y="972"/>
                      <a:pt x="1588" y="962"/>
                    </a:cubicBezTo>
                    <a:cubicBezTo>
                      <a:pt x="1583" y="951"/>
                      <a:pt x="1564" y="942"/>
                      <a:pt x="1564" y="942"/>
                    </a:cubicBezTo>
                    <a:cubicBezTo>
                      <a:pt x="1554" y="838"/>
                      <a:pt x="1515" y="761"/>
                      <a:pt x="1460" y="701"/>
                    </a:cubicBezTo>
                    <a:cubicBezTo>
                      <a:pt x="1405" y="641"/>
                      <a:pt x="1384" y="605"/>
                      <a:pt x="1378" y="589"/>
                    </a:cubicBezTo>
                    <a:cubicBezTo>
                      <a:pt x="1318" y="410"/>
                      <a:pt x="1000" y="401"/>
                      <a:pt x="1000" y="401"/>
                    </a:cubicBezTo>
                    <a:cubicBezTo>
                      <a:pt x="995" y="387"/>
                      <a:pt x="984" y="385"/>
                      <a:pt x="984" y="385"/>
                    </a:cubicBezTo>
                    <a:cubicBezTo>
                      <a:pt x="1004" y="347"/>
                      <a:pt x="1001" y="277"/>
                      <a:pt x="1001" y="277"/>
                    </a:cubicBezTo>
                    <a:cubicBezTo>
                      <a:pt x="1014" y="276"/>
                      <a:pt x="1013" y="256"/>
                      <a:pt x="1015" y="249"/>
                    </a:cubicBezTo>
                    <a:cubicBezTo>
                      <a:pt x="1016" y="242"/>
                      <a:pt x="1020" y="229"/>
                      <a:pt x="1022" y="223"/>
                    </a:cubicBezTo>
                    <a:cubicBezTo>
                      <a:pt x="1025" y="217"/>
                      <a:pt x="1028" y="209"/>
                      <a:pt x="1024" y="200"/>
                    </a:cubicBezTo>
                    <a:cubicBezTo>
                      <a:pt x="1021" y="191"/>
                      <a:pt x="1009" y="195"/>
                      <a:pt x="1009" y="195"/>
                    </a:cubicBezTo>
                    <a:cubicBezTo>
                      <a:pt x="1009" y="195"/>
                      <a:pt x="1014" y="186"/>
                      <a:pt x="1012" y="147"/>
                    </a:cubicBezTo>
                    <a:cubicBezTo>
                      <a:pt x="1005" y="0"/>
                      <a:pt x="867" y="6"/>
                      <a:pt x="867" y="6"/>
                    </a:cubicBezTo>
                    <a:cubicBezTo>
                      <a:pt x="837" y="6"/>
                      <a:pt x="837" y="6"/>
                      <a:pt x="837" y="6"/>
                    </a:cubicBezTo>
                    <a:cubicBezTo>
                      <a:pt x="837" y="6"/>
                      <a:pt x="698" y="0"/>
                      <a:pt x="692" y="147"/>
                    </a:cubicBezTo>
                    <a:cubicBezTo>
                      <a:pt x="690" y="186"/>
                      <a:pt x="695" y="195"/>
                      <a:pt x="695" y="195"/>
                    </a:cubicBezTo>
                    <a:cubicBezTo>
                      <a:pt x="695" y="195"/>
                      <a:pt x="683" y="191"/>
                      <a:pt x="679" y="200"/>
                    </a:cubicBezTo>
                    <a:cubicBezTo>
                      <a:pt x="676" y="209"/>
                      <a:pt x="678" y="217"/>
                      <a:pt x="681" y="223"/>
                    </a:cubicBezTo>
                    <a:cubicBezTo>
                      <a:pt x="684" y="229"/>
                      <a:pt x="688" y="242"/>
                      <a:pt x="689" y="249"/>
                    </a:cubicBezTo>
                    <a:cubicBezTo>
                      <a:pt x="690" y="256"/>
                      <a:pt x="690" y="276"/>
                      <a:pt x="702" y="277"/>
                    </a:cubicBezTo>
                    <a:cubicBezTo>
                      <a:pt x="702" y="277"/>
                      <a:pt x="700" y="347"/>
                      <a:pt x="720" y="385"/>
                    </a:cubicBezTo>
                    <a:cubicBezTo>
                      <a:pt x="720" y="385"/>
                      <a:pt x="708" y="387"/>
                      <a:pt x="704" y="401"/>
                    </a:cubicBezTo>
                    <a:cubicBezTo>
                      <a:pt x="704" y="401"/>
                      <a:pt x="385" y="410"/>
                      <a:pt x="325" y="589"/>
                    </a:cubicBezTo>
                    <a:cubicBezTo>
                      <a:pt x="320" y="605"/>
                      <a:pt x="298" y="641"/>
                      <a:pt x="243" y="701"/>
                    </a:cubicBezTo>
                    <a:cubicBezTo>
                      <a:pt x="188" y="761"/>
                      <a:pt x="150" y="838"/>
                      <a:pt x="140" y="942"/>
                    </a:cubicBezTo>
                    <a:cubicBezTo>
                      <a:pt x="140" y="942"/>
                      <a:pt x="121" y="951"/>
                      <a:pt x="115" y="962"/>
                    </a:cubicBezTo>
                    <a:cubicBezTo>
                      <a:pt x="110" y="972"/>
                      <a:pt x="110" y="983"/>
                      <a:pt x="108" y="983"/>
                    </a:cubicBezTo>
                    <a:cubicBezTo>
                      <a:pt x="106" y="984"/>
                      <a:pt x="107" y="990"/>
                      <a:pt x="106" y="993"/>
                    </a:cubicBezTo>
                    <a:cubicBezTo>
                      <a:pt x="105" y="997"/>
                      <a:pt x="106" y="999"/>
                      <a:pt x="94" y="1018"/>
                    </a:cubicBezTo>
                    <a:cubicBezTo>
                      <a:pt x="81" y="1037"/>
                      <a:pt x="69" y="1073"/>
                      <a:pt x="66" y="1111"/>
                    </a:cubicBezTo>
                    <a:cubicBezTo>
                      <a:pt x="64" y="1148"/>
                      <a:pt x="62" y="1199"/>
                      <a:pt x="55" y="1217"/>
                    </a:cubicBezTo>
                    <a:cubicBezTo>
                      <a:pt x="48" y="1236"/>
                      <a:pt x="36" y="1265"/>
                      <a:pt x="57" y="1286"/>
                    </a:cubicBezTo>
                    <a:cubicBezTo>
                      <a:pt x="57" y="1286"/>
                      <a:pt x="39" y="1288"/>
                      <a:pt x="38" y="1304"/>
                    </a:cubicBezTo>
                    <a:cubicBezTo>
                      <a:pt x="36" y="1320"/>
                      <a:pt x="38" y="1330"/>
                      <a:pt x="32" y="1346"/>
                    </a:cubicBezTo>
                    <a:cubicBezTo>
                      <a:pt x="27" y="1362"/>
                      <a:pt x="0" y="1451"/>
                      <a:pt x="16" y="1469"/>
                    </a:cubicBezTo>
                    <a:cubicBezTo>
                      <a:pt x="32" y="1486"/>
                      <a:pt x="28" y="1488"/>
                      <a:pt x="29" y="1495"/>
                    </a:cubicBezTo>
                    <a:cubicBezTo>
                      <a:pt x="29" y="1503"/>
                      <a:pt x="40" y="1547"/>
                      <a:pt x="46" y="1552"/>
                    </a:cubicBezTo>
                    <a:cubicBezTo>
                      <a:pt x="52" y="1558"/>
                      <a:pt x="63" y="1574"/>
                      <a:pt x="73" y="1579"/>
                    </a:cubicBezTo>
                    <a:cubicBezTo>
                      <a:pt x="82" y="1584"/>
                      <a:pt x="102" y="1603"/>
                      <a:pt x="110" y="1597"/>
                    </a:cubicBezTo>
                    <a:cubicBezTo>
                      <a:pt x="110" y="1597"/>
                      <a:pt x="114" y="1594"/>
                      <a:pt x="114" y="1589"/>
                    </a:cubicBezTo>
                    <a:cubicBezTo>
                      <a:pt x="114" y="1589"/>
                      <a:pt x="124" y="1591"/>
                      <a:pt x="128" y="1585"/>
                    </a:cubicBezTo>
                    <a:cubicBezTo>
                      <a:pt x="132" y="1578"/>
                      <a:pt x="131" y="1568"/>
                      <a:pt x="131" y="1568"/>
                    </a:cubicBezTo>
                    <a:cubicBezTo>
                      <a:pt x="131" y="1568"/>
                      <a:pt x="135" y="1560"/>
                      <a:pt x="133" y="1551"/>
                    </a:cubicBezTo>
                    <a:cubicBezTo>
                      <a:pt x="133" y="1551"/>
                      <a:pt x="157" y="1557"/>
                      <a:pt x="158" y="1532"/>
                    </a:cubicBezTo>
                    <a:cubicBezTo>
                      <a:pt x="159" y="1506"/>
                      <a:pt x="159" y="1485"/>
                      <a:pt x="165" y="1466"/>
                    </a:cubicBezTo>
                    <a:cubicBezTo>
                      <a:pt x="171" y="1448"/>
                      <a:pt x="174" y="1423"/>
                      <a:pt x="175" y="1405"/>
                    </a:cubicBezTo>
                    <a:cubicBezTo>
                      <a:pt x="177" y="1387"/>
                      <a:pt x="174" y="1365"/>
                      <a:pt x="171" y="1355"/>
                    </a:cubicBezTo>
                    <a:cubicBezTo>
                      <a:pt x="168" y="1345"/>
                      <a:pt x="166" y="1344"/>
                      <a:pt x="173" y="1333"/>
                    </a:cubicBezTo>
                    <a:cubicBezTo>
                      <a:pt x="179" y="1322"/>
                      <a:pt x="190" y="1308"/>
                      <a:pt x="189" y="1301"/>
                    </a:cubicBezTo>
                    <a:cubicBezTo>
                      <a:pt x="189" y="1293"/>
                      <a:pt x="192" y="1291"/>
                      <a:pt x="197" y="1287"/>
                    </a:cubicBezTo>
                    <a:cubicBezTo>
                      <a:pt x="202" y="1282"/>
                      <a:pt x="298" y="1225"/>
                      <a:pt x="331" y="1129"/>
                    </a:cubicBezTo>
                    <a:cubicBezTo>
                      <a:pt x="331" y="1129"/>
                      <a:pt x="320" y="1190"/>
                      <a:pt x="295" y="1221"/>
                    </a:cubicBezTo>
                    <a:cubicBezTo>
                      <a:pt x="271" y="1252"/>
                      <a:pt x="239" y="1290"/>
                      <a:pt x="226" y="1391"/>
                    </a:cubicBezTo>
                    <a:cubicBezTo>
                      <a:pt x="213" y="1492"/>
                      <a:pt x="197" y="1667"/>
                      <a:pt x="196" y="1719"/>
                    </a:cubicBezTo>
                    <a:cubicBezTo>
                      <a:pt x="195" y="1771"/>
                      <a:pt x="191" y="1893"/>
                      <a:pt x="254" y="1969"/>
                    </a:cubicBezTo>
                    <a:cubicBezTo>
                      <a:pt x="273" y="1992"/>
                      <a:pt x="277" y="2006"/>
                      <a:pt x="277" y="2006"/>
                    </a:cubicBezTo>
                    <a:cubicBezTo>
                      <a:pt x="277" y="2006"/>
                      <a:pt x="280" y="2022"/>
                      <a:pt x="278" y="2040"/>
                    </a:cubicBezTo>
                    <a:cubicBezTo>
                      <a:pt x="276" y="2058"/>
                      <a:pt x="270" y="2082"/>
                      <a:pt x="284" y="2108"/>
                    </a:cubicBezTo>
                    <a:cubicBezTo>
                      <a:pt x="298" y="2134"/>
                      <a:pt x="326" y="2165"/>
                      <a:pt x="317" y="2203"/>
                    </a:cubicBezTo>
                    <a:cubicBezTo>
                      <a:pt x="308" y="2241"/>
                      <a:pt x="246" y="2432"/>
                      <a:pt x="317" y="2661"/>
                    </a:cubicBezTo>
                    <a:cubicBezTo>
                      <a:pt x="328" y="2698"/>
                      <a:pt x="321" y="2691"/>
                      <a:pt x="318" y="2700"/>
                    </a:cubicBezTo>
                    <a:cubicBezTo>
                      <a:pt x="315" y="2709"/>
                      <a:pt x="314" y="2722"/>
                      <a:pt x="320" y="2730"/>
                    </a:cubicBezTo>
                    <a:cubicBezTo>
                      <a:pt x="326" y="2738"/>
                      <a:pt x="322" y="2756"/>
                      <a:pt x="327" y="2764"/>
                    </a:cubicBezTo>
                    <a:cubicBezTo>
                      <a:pt x="332" y="2772"/>
                      <a:pt x="329" y="2778"/>
                      <a:pt x="322" y="2782"/>
                    </a:cubicBezTo>
                    <a:cubicBezTo>
                      <a:pt x="315" y="2786"/>
                      <a:pt x="302" y="2802"/>
                      <a:pt x="291" y="2820"/>
                    </a:cubicBezTo>
                    <a:cubicBezTo>
                      <a:pt x="280" y="2838"/>
                      <a:pt x="250" y="2857"/>
                      <a:pt x="238" y="2868"/>
                    </a:cubicBezTo>
                    <a:cubicBezTo>
                      <a:pt x="226" y="2879"/>
                      <a:pt x="206" y="2887"/>
                      <a:pt x="206" y="2887"/>
                    </a:cubicBezTo>
                    <a:cubicBezTo>
                      <a:pt x="206" y="2887"/>
                      <a:pt x="196" y="2891"/>
                      <a:pt x="193" y="2896"/>
                    </a:cubicBezTo>
                    <a:cubicBezTo>
                      <a:pt x="190" y="2901"/>
                      <a:pt x="173" y="2901"/>
                      <a:pt x="176" y="2920"/>
                    </a:cubicBezTo>
                    <a:cubicBezTo>
                      <a:pt x="176" y="2920"/>
                      <a:pt x="161" y="2929"/>
                      <a:pt x="171" y="2948"/>
                    </a:cubicBezTo>
                    <a:cubicBezTo>
                      <a:pt x="171" y="2948"/>
                      <a:pt x="168" y="2965"/>
                      <a:pt x="183" y="2969"/>
                    </a:cubicBezTo>
                    <a:cubicBezTo>
                      <a:pt x="183" y="2969"/>
                      <a:pt x="192" y="2986"/>
                      <a:pt x="212" y="2978"/>
                    </a:cubicBezTo>
                    <a:cubicBezTo>
                      <a:pt x="212" y="2978"/>
                      <a:pt x="227" y="2997"/>
                      <a:pt x="250" y="2993"/>
                    </a:cubicBezTo>
                    <a:cubicBezTo>
                      <a:pt x="273" y="2989"/>
                      <a:pt x="283" y="2969"/>
                      <a:pt x="293" y="2970"/>
                    </a:cubicBezTo>
                    <a:cubicBezTo>
                      <a:pt x="302" y="2970"/>
                      <a:pt x="314" y="2969"/>
                      <a:pt x="325" y="2951"/>
                    </a:cubicBezTo>
                    <a:cubicBezTo>
                      <a:pt x="336" y="2932"/>
                      <a:pt x="337" y="2937"/>
                      <a:pt x="341" y="2934"/>
                    </a:cubicBezTo>
                    <a:cubicBezTo>
                      <a:pt x="346" y="2931"/>
                      <a:pt x="372" y="2906"/>
                      <a:pt x="372" y="2906"/>
                    </a:cubicBezTo>
                    <a:cubicBezTo>
                      <a:pt x="372" y="2906"/>
                      <a:pt x="476" y="2919"/>
                      <a:pt x="494" y="2872"/>
                    </a:cubicBezTo>
                    <a:cubicBezTo>
                      <a:pt x="512" y="2825"/>
                      <a:pt x="485" y="2812"/>
                      <a:pt x="516" y="2799"/>
                    </a:cubicBezTo>
                    <a:cubicBezTo>
                      <a:pt x="548" y="2785"/>
                      <a:pt x="549" y="2748"/>
                      <a:pt x="550" y="2729"/>
                    </a:cubicBezTo>
                    <a:cubicBezTo>
                      <a:pt x="550" y="2711"/>
                      <a:pt x="544" y="2695"/>
                      <a:pt x="574" y="2667"/>
                    </a:cubicBezTo>
                    <a:cubicBezTo>
                      <a:pt x="604" y="2639"/>
                      <a:pt x="738" y="2530"/>
                      <a:pt x="714" y="2300"/>
                    </a:cubicBezTo>
                    <a:cubicBezTo>
                      <a:pt x="707" y="2230"/>
                      <a:pt x="708" y="2196"/>
                      <a:pt x="705" y="2184"/>
                    </a:cubicBezTo>
                    <a:cubicBezTo>
                      <a:pt x="701" y="2172"/>
                      <a:pt x="713" y="2167"/>
                      <a:pt x="712" y="2154"/>
                    </a:cubicBezTo>
                    <a:cubicBezTo>
                      <a:pt x="711" y="2142"/>
                      <a:pt x="701" y="2138"/>
                      <a:pt x="704" y="2131"/>
                    </a:cubicBezTo>
                    <a:cubicBezTo>
                      <a:pt x="706" y="2124"/>
                      <a:pt x="730" y="2142"/>
                      <a:pt x="751" y="2094"/>
                    </a:cubicBezTo>
                    <a:cubicBezTo>
                      <a:pt x="773" y="2046"/>
                      <a:pt x="762" y="2048"/>
                      <a:pt x="798" y="2002"/>
                    </a:cubicBezTo>
                    <a:cubicBezTo>
                      <a:pt x="834" y="1955"/>
                      <a:pt x="826" y="1937"/>
                      <a:pt x="821" y="1907"/>
                    </a:cubicBezTo>
                    <a:cubicBezTo>
                      <a:pt x="816" y="1877"/>
                      <a:pt x="813" y="1859"/>
                      <a:pt x="826" y="1837"/>
                    </a:cubicBezTo>
                    <a:cubicBezTo>
                      <a:pt x="839" y="1816"/>
                      <a:pt x="857" y="1782"/>
                      <a:pt x="843" y="1694"/>
                    </a:cubicBezTo>
                    <a:cubicBezTo>
                      <a:pt x="843" y="1694"/>
                      <a:pt x="844" y="1699"/>
                      <a:pt x="849" y="1699"/>
                    </a:cubicBezTo>
                    <a:cubicBezTo>
                      <a:pt x="855" y="1699"/>
                      <a:pt x="855" y="1699"/>
                      <a:pt x="855" y="1699"/>
                    </a:cubicBezTo>
                    <a:cubicBezTo>
                      <a:pt x="859" y="1699"/>
                      <a:pt x="861" y="1694"/>
                      <a:pt x="861" y="1694"/>
                    </a:cubicBezTo>
                    <a:cubicBezTo>
                      <a:pt x="847" y="1782"/>
                      <a:pt x="865" y="1816"/>
                      <a:pt x="878" y="1837"/>
                    </a:cubicBezTo>
                    <a:cubicBezTo>
                      <a:pt x="891" y="1859"/>
                      <a:pt x="887" y="1877"/>
                      <a:pt x="883" y="1907"/>
                    </a:cubicBezTo>
                    <a:cubicBezTo>
                      <a:pt x="878" y="1937"/>
                      <a:pt x="870" y="1955"/>
                      <a:pt x="906" y="2002"/>
                    </a:cubicBezTo>
                    <a:cubicBezTo>
                      <a:pt x="942" y="2048"/>
                      <a:pt x="930" y="2046"/>
                      <a:pt x="952" y="2094"/>
                    </a:cubicBezTo>
                    <a:cubicBezTo>
                      <a:pt x="974" y="2142"/>
                      <a:pt x="998" y="2124"/>
                      <a:pt x="1000" y="2131"/>
                    </a:cubicBezTo>
                    <a:cubicBezTo>
                      <a:pt x="1002" y="2138"/>
                      <a:pt x="993" y="2142"/>
                      <a:pt x="992" y="2154"/>
                    </a:cubicBezTo>
                    <a:cubicBezTo>
                      <a:pt x="991" y="2167"/>
                      <a:pt x="1002" y="2172"/>
                      <a:pt x="999" y="2184"/>
                    </a:cubicBezTo>
                    <a:cubicBezTo>
                      <a:pt x="995" y="2196"/>
                      <a:pt x="996" y="2230"/>
                      <a:pt x="989" y="2300"/>
                    </a:cubicBezTo>
                    <a:cubicBezTo>
                      <a:pt x="966" y="2530"/>
                      <a:pt x="1099" y="2639"/>
                      <a:pt x="1129" y="2667"/>
                    </a:cubicBezTo>
                    <a:cubicBezTo>
                      <a:pt x="1159" y="2695"/>
                      <a:pt x="1153" y="2711"/>
                      <a:pt x="1154" y="2729"/>
                    </a:cubicBezTo>
                    <a:cubicBezTo>
                      <a:pt x="1154" y="2748"/>
                      <a:pt x="1156" y="2785"/>
                      <a:pt x="1187" y="2799"/>
                    </a:cubicBezTo>
                    <a:cubicBezTo>
                      <a:pt x="1218" y="2812"/>
                      <a:pt x="1192" y="2825"/>
                      <a:pt x="1210" y="2872"/>
                    </a:cubicBezTo>
                    <a:cubicBezTo>
                      <a:pt x="1228" y="2919"/>
                      <a:pt x="1332" y="2906"/>
                      <a:pt x="1332" y="2906"/>
                    </a:cubicBezTo>
                    <a:cubicBezTo>
                      <a:pt x="1332" y="2906"/>
                      <a:pt x="1358" y="2931"/>
                      <a:pt x="1362" y="2934"/>
                    </a:cubicBezTo>
                    <a:cubicBezTo>
                      <a:pt x="1367" y="2937"/>
                      <a:pt x="1368" y="2932"/>
                      <a:pt x="1379" y="2951"/>
                    </a:cubicBezTo>
                    <a:cubicBezTo>
                      <a:pt x="1389" y="2969"/>
                      <a:pt x="1401" y="2970"/>
                      <a:pt x="1411" y="2970"/>
                    </a:cubicBezTo>
                    <a:cubicBezTo>
                      <a:pt x="1421" y="2969"/>
                      <a:pt x="1430" y="2989"/>
                      <a:pt x="1454" y="2993"/>
                    </a:cubicBezTo>
                    <a:cubicBezTo>
                      <a:pt x="1477" y="2997"/>
                      <a:pt x="1492" y="2978"/>
                      <a:pt x="1492" y="2978"/>
                    </a:cubicBezTo>
                    <a:cubicBezTo>
                      <a:pt x="1511" y="2986"/>
                      <a:pt x="1520" y="2969"/>
                      <a:pt x="1520" y="2969"/>
                    </a:cubicBezTo>
                    <a:cubicBezTo>
                      <a:pt x="1536" y="2965"/>
                      <a:pt x="1533" y="2948"/>
                      <a:pt x="1533" y="2948"/>
                    </a:cubicBezTo>
                    <a:cubicBezTo>
                      <a:pt x="1543" y="2929"/>
                      <a:pt x="1528" y="2920"/>
                      <a:pt x="1528" y="2920"/>
                    </a:cubicBezTo>
                    <a:cubicBezTo>
                      <a:pt x="1531" y="2901"/>
                      <a:pt x="1514" y="2901"/>
                      <a:pt x="1511" y="2896"/>
                    </a:cubicBezTo>
                    <a:cubicBezTo>
                      <a:pt x="1508" y="2891"/>
                      <a:pt x="1498" y="2887"/>
                      <a:pt x="1498" y="2887"/>
                    </a:cubicBezTo>
                    <a:cubicBezTo>
                      <a:pt x="1498" y="2887"/>
                      <a:pt x="1478" y="2879"/>
                      <a:pt x="1466" y="2868"/>
                    </a:cubicBezTo>
                    <a:cubicBezTo>
                      <a:pt x="1454" y="2857"/>
                      <a:pt x="1424" y="2838"/>
                      <a:pt x="1413" y="2820"/>
                    </a:cubicBezTo>
                    <a:cubicBezTo>
                      <a:pt x="1402" y="2802"/>
                      <a:pt x="1389" y="2786"/>
                      <a:pt x="1382" y="2782"/>
                    </a:cubicBezTo>
                    <a:cubicBezTo>
                      <a:pt x="1375" y="2778"/>
                      <a:pt x="1372" y="2772"/>
                      <a:pt x="1377" y="2764"/>
                    </a:cubicBezTo>
                    <a:cubicBezTo>
                      <a:pt x="1382" y="2756"/>
                      <a:pt x="1378" y="2738"/>
                      <a:pt x="1384" y="2730"/>
                    </a:cubicBezTo>
                    <a:cubicBezTo>
                      <a:pt x="1390" y="2722"/>
                      <a:pt x="1389" y="2709"/>
                      <a:pt x="1386" y="2700"/>
                    </a:cubicBezTo>
                    <a:cubicBezTo>
                      <a:pt x="1383" y="2691"/>
                      <a:pt x="1375" y="2698"/>
                      <a:pt x="1387" y="2661"/>
                    </a:cubicBezTo>
                    <a:cubicBezTo>
                      <a:pt x="1458" y="2432"/>
                      <a:pt x="1396" y="2241"/>
                      <a:pt x="1387" y="2203"/>
                    </a:cubicBezTo>
                    <a:cubicBezTo>
                      <a:pt x="1378" y="2165"/>
                      <a:pt x="1406" y="2134"/>
                      <a:pt x="1420" y="2108"/>
                    </a:cubicBezTo>
                    <a:cubicBezTo>
                      <a:pt x="1434" y="2082"/>
                      <a:pt x="1428" y="2058"/>
                      <a:pt x="1426" y="2040"/>
                    </a:cubicBezTo>
                    <a:cubicBezTo>
                      <a:pt x="1424" y="2022"/>
                      <a:pt x="1427" y="2006"/>
                      <a:pt x="1427" y="2006"/>
                    </a:cubicBezTo>
                    <a:cubicBezTo>
                      <a:pt x="1427" y="2006"/>
                      <a:pt x="1431" y="1992"/>
                      <a:pt x="1450" y="1969"/>
                    </a:cubicBezTo>
                    <a:cubicBezTo>
                      <a:pt x="1513" y="1893"/>
                      <a:pt x="1509" y="1771"/>
                      <a:pt x="1508" y="1719"/>
                    </a:cubicBezTo>
                    <a:cubicBezTo>
                      <a:pt x="1507" y="1667"/>
                      <a:pt x="1491" y="1492"/>
                      <a:pt x="1478" y="1391"/>
                    </a:cubicBezTo>
                    <a:cubicBezTo>
                      <a:pt x="1465" y="1290"/>
                      <a:pt x="1432" y="1252"/>
                      <a:pt x="1408" y="1221"/>
                    </a:cubicBezTo>
                    <a:cubicBezTo>
                      <a:pt x="1384" y="1190"/>
                      <a:pt x="1373" y="1129"/>
                      <a:pt x="1373" y="1129"/>
                    </a:cubicBezTo>
                    <a:cubicBezTo>
                      <a:pt x="1405" y="1225"/>
                      <a:pt x="1501" y="1282"/>
                      <a:pt x="1506" y="1287"/>
                    </a:cubicBezTo>
                    <a:cubicBezTo>
                      <a:pt x="1511" y="1291"/>
                      <a:pt x="1515" y="1293"/>
                      <a:pt x="1514" y="1301"/>
                    </a:cubicBezTo>
                    <a:cubicBezTo>
                      <a:pt x="1513" y="1308"/>
                      <a:pt x="1524" y="1322"/>
                      <a:pt x="1531" y="1333"/>
                    </a:cubicBezTo>
                    <a:cubicBezTo>
                      <a:pt x="1537" y="1344"/>
                      <a:pt x="1535" y="1345"/>
                      <a:pt x="1532" y="1355"/>
                    </a:cubicBezTo>
                    <a:cubicBezTo>
                      <a:pt x="1529" y="1365"/>
                      <a:pt x="1527" y="1387"/>
                      <a:pt x="1528" y="1405"/>
                    </a:cubicBezTo>
                    <a:cubicBezTo>
                      <a:pt x="1529" y="1423"/>
                      <a:pt x="1532" y="1448"/>
                      <a:pt x="1538" y="1466"/>
                    </a:cubicBezTo>
                    <a:cubicBezTo>
                      <a:pt x="1545" y="1485"/>
                      <a:pt x="1544" y="1506"/>
                      <a:pt x="1545" y="1532"/>
                    </a:cubicBezTo>
                    <a:cubicBezTo>
                      <a:pt x="1546" y="1557"/>
                      <a:pt x="1571" y="1551"/>
                      <a:pt x="1571" y="1551"/>
                    </a:cubicBezTo>
                    <a:cubicBezTo>
                      <a:pt x="1569" y="1560"/>
                      <a:pt x="1573" y="1568"/>
                      <a:pt x="1573" y="1568"/>
                    </a:cubicBezTo>
                    <a:cubicBezTo>
                      <a:pt x="1573" y="1568"/>
                      <a:pt x="1572" y="1578"/>
                      <a:pt x="1576" y="1585"/>
                    </a:cubicBezTo>
                    <a:cubicBezTo>
                      <a:pt x="1580" y="1591"/>
                      <a:pt x="1589" y="1589"/>
                      <a:pt x="1589" y="1589"/>
                    </a:cubicBezTo>
                    <a:cubicBezTo>
                      <a:pt x="1590" y="1594"/>
                      <a:pt x="1593" y="1597"/>
                      <a:pt x="1593" y="1597"/>
                    </a:cubicBezTo>
                    <a:cubicBezTo>
                      <a:pt x="1602" y="1603"/>
                      <a:pt x="1621" y="1584"/>
                      <a:pt x="1631" y="1579"/>
                    </a:cubicBezTo>
                    <a:cubicBezTo>
                      <a:pt x="1641" y="1574"/>
                      <a:pt x="1651" y="1558"/>
                      <a:pt x="1657" y="1552"/>
                    </a:cubicBezTo>
                    <a:cubicBezTo>
                      <a:pt x="1664" y="1547"/>
                      <a:pt x="1674" y="1503"/>
                      <a:pt x="1675" y="1495"/>
                    </a:cubicBezTo>
                    <a:cubicBezTo>
                      <a:pt x="1676" y="1488"/>
                      <a:pt x="1672" y="1486"/>
                      <a:pt x="1688" y="1469"/>
                    </a:cubicBezTo>
                    <a:cubicBezTo>
                      <a:pt x="1704" y="1451"/>
                      <a:pt x="1677" y="1362"/>
                      <a:pt x="1671" y="1346"/>
                    </a:cubicBezTo>
                    <a:close/>
                    <a:moveTo>
                      <a:pt x="371" y="1050"/>
                    </a:moveTo>
                    <a:cubicBezTo>
                      <a:pt x="374" y="1028"/>
                      <a:pt x="391" y="998"/>
                      <a:pt x="391" y="998"/>
                    </a:cubicBezTo>
                    <a:cubicBezTo>
                      <a:pt x="390" y="1011"/>
                      <a:pt x="398" y="1026"/>
                      <a:pt x="398" y="1026"/>
                    </a:cubicBezTo>
                    <a:lnTo>
                      <a:pt x="371" y="1050"/>
                    </a:lnTo>
                    <a:close/>
                    <a:moveTo>
                      <a:pt x="1306" y="1026"/>
                    </a:moveTo>
                    <a:cubicBezTo>
                      <a:pt x="1306" y="1026"/>
                      <a:pt x="1314" y="1011"/>
                      <a:pt x="1313" y="998"/>
                    </a:cubicBezTo>
                    <a:cubicBezTo>
                      <a:pt x="1313" y="998"/>
                      <a:pt x="1329" y="1028"/>
                      <a:pt x="1333" y="1050"/>
                    </a:cubicBezTo>
                    <a:lnTo>
                      <a:pt x="1306" y="1026"/>
                    </a:lnTo>
                    <a:close/>
                  </a:path>
                </a:pathLst>
              </a:custGeom>
              <a:solidFill>
                <a:srgbClr val="F7E8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812" name="Freeform 8">
                <a:extLst>
                  <a:ext uri="{FF2B5EF4-FFF2-40B4-BE49-F238E27FC236}">
                    <a16:creationId xmlns:a16="http://schemas.microsoft.com/office/drawing/2014/main" id="{FA40F55D-9C67-423E-ABD3-0AF2A859BD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5" y="802"/>
                <a:ext cx="1820" cy="3196"/>
              </a:xfrm>
              <a:custGeom>
                <a:avLst/>
                <a:gdLst>
                  <a:gd name="T0" fmla="*/ 1229 w 1704"/>
                  <a:gd name="T1" fmla="*/ 237 h 2997"/>
                  <a:gd name="T2" fmla="*/ 1237 w 1704"/>
                  <a:gd name="T3" fmla="*/ 303 h 2997"/>
                  <a:gd name="T4" fmla="*/ 1219 w 1704"/>
                  <a:gd name="T5" fmla="*/ 486 h 2997"/>
                  <a:gd name="T6" fmla="*/ 1905 w 1704"/>
                  <a:gd name="T7" fmla="*/ 1143 h 2997"/>
                  <a:gd name="T8" fmla="*/ 1947 w 1704"/>
                  <a:gd name="T9" fmla="*/ 1204 h 2997"/>
                  <a:gd name="T10" fmla="*/ 2009 w 1704"/>
                  <a:gd name="T11" fmla="*/ 1476 h 2997"/>
                  <a:gd name="T12" fmla="*/ 2037 w 1704"/>
                  <a:gd name="T13" fmla="*/ 1632 h 2997"/>
                  <a:gd name="T14" fmla="*/ 2019 w 1704"/>
                  <a:gd name="T15" fmla="*/ 1882 h 2997"/>
                  <a:gd name="T16" fmla="*/ 1936 w 1704"/>
                  <a:gd name="T17" fmla="*/ 1928 h 2997"/>
                  <a:gd name="T18" fmla="*/ 1914 w 1704"/>
                  <a:gd name="T19" fmla="*/ 1881 h 2997"/>
                  <a:gd name="T20" fmla="*/ 1862 w 1704"/>
                  <a:gd name="T21" fmla="*/ 1703 h 2997"/>
                  <a:gd name="T22" fmla="*/ 1845 w 1704"/>
                  <a:gd name="T23" fmla="*/ 1577 h 2997"/>
                  <a:gd name="T24" fmla="*/ 1715 w 1704"/>
                  <a:gd name="T25" fmla="*/ 1480 h 2997"/>
                  <a:gd name="T26" fmla="*/ 1767 w 1704"/>
                  <a:gd name="T27" fmla="*/ 2388 h 2997"/>
                  <a:gd name="T28" fmla="*/ 1730 w 1704"/>
                  <a:gd name="T29" fmla="*/ 2556 h 2997"/>
                  <a:gd name="T30" fmla="*/ 1689 w 1704"/>
                  <a:gd name="T31" fmla="*/ 3274 h 2997"/>
                  <a:gd name="T32" fmla="*/ 1683 w 1704"/>
                  <a:gd name="T33" fmla="*/ 3374 h 2997"/>
                  <a:gd name="T34" fmla="*/ 1825 w 1704"/>
                  <a:gd name="T35" fmla="*/ 3501 h 2997"/>
                  <a:gd name="T36" fmla="*/ 1867 w 1704"/>
                  <a:gd name="T37" fmla="*/ 3576 h 2997"/>
                  <a:gd name="T38" fmla="*/ 1772 w 1704"/>
                  <a:gd name="T39" fmla="*/ 3630 h 2997"/>
                  <a:gd name="T40" fmla="*/ 1660 w 1704"/>
                  <a:gd name="T41" fmla="*/ 3559 h 2997"/>
                  <a:gd name="T42" fmla="*/ 1446 w 1704"/>
                  <a:gd name="T43" fmla="*/ 3394 h 2997"/>
                  <a:gd name="T44" fmla="*/ 1205 w 1704"/>
                  <a:gd name="T45" fmla="*/ 2790 h 2997"/>
                  <a:gd name="T46" fmla="*/ 1219 w 1704"/>
                  <a:gd name="T47" fmla="*/ 2584 h 2997"/>
                  <a:gd name="T48" fmla="*/ 1076 w 1704"/>
                  <a:gd name="T49" fmla="*/ 2313 h 2997"/>
                  <a:gd name="T50" fmla="*/ 1041 w 1704"/>
                  <a:gd name="T51" fmla="*/ 2060 h 2997"/>
                  <a:gd name="T52" fmla="*/ 1006 w 1704"/>
                  <a:gd name="T53" fmla="*/ 2228 h 2997"/>
                  <a:gd name="T54" fmla="*/ 915 w 1704"/>
                  <a:gd name="T55" fmla="*/ 2539 h 2997"/>
                  <a:gd name="T56" fmla="*/ 859 w 1704"/>
                  <a:gd name="T57" fmla="*/ 2649 h 2997"/>
                  <a:gd name="T58" fmla="*/ 670 w 1704"/>
                  <a:gd name="T59" fmla="*/ 3309 h 2997"/>
                  <a:gd name="T60" fmla="*/ 453 w 1704"/>
                  <a:gd name="T61" fmla="*/ 3524 h 2997"/>
                  <a:gd name="T62" fmla="*/ 357 w 1704"/>
                  <a:gd name="T63" fmla="*/ 3601 h 2997"/>
                  <a:gd name="T64" fmla="*/ 222 w 1704"/>
                  <a:gd name="T65" fmla="*/ 3600 h 2997"/>
                  <a:gd name="T66" fmla="*/ 235 w 1704"/>
                  <a:gd name="T67" fmla="*/ 3512 h 2997"/>
                  <a:gd name="T68" fmla="*/ 355 w 1704"/>
                  <a:gd name="T69" fmla="*/ 3420 h 2997"/>
                  <a:gd name="T70" fmla="*/ 390 w 1704"/>
                  <a:gd name="T71" fmla="*/ 3310 h 2997"/>
                  <a:gd name="T72" fmla="*/ 387 w 1704"/>
                  <a:gd name="T73" fmla="*/ 2671 h 2997"/>
                  <a:gd name="T74" fmla="*/ 338 w 1704"/>
                  <a:gd name="T75" fmla="*/ 2432 h 2997"/>
                  <a:gd name="T76" fmla="*/ 274 w 1704"/>
                  <a:gd name="T77" fmla="*/ 1686 h 2997"/>
                  <a:gd name="T78" fmla="*/ 239 w 1704"/>
                  <a:gd name="T79" fmla="*/ 1560 h 2997"/>
                  <a:gd name="T80" fmla="*/ 208 w 1704"/>
                  <a:gd name="T81" fmla="*/ 1643 h 2997"/>
                  <a:gd name="T82" fmla="*/ 193 w 1704"/>
                  <a:gd name="T83" fmla="*/ 1858 h 2997"/>
                  <a:gd name="T84" fmla="*/ 156 w 1704"/>
                  <a:gd name="T85" fmla="*/ 1922 h 2997"/>
                  <a:gd name="T86" fmla="*/ 89 w 1704"/>
                  <a:gd name="T87" fmla="*/ 1915 h 2997"/>
                  <a:gd name="T88" fmla="*/ 19 w 1704"/>
                  <a:gd name="T89" fmla="*/ 1782 h 2997"/>
                  <a:gd name="T90" fmla="*/ 69 w 1704"/>
                  <a:gd name="T91" fmla="*/ 1559 h 2997"/>
                  <a:gd name="T92" fmla="*/ 114 w 1704"/>
                  <a:gd name="T93" fmla="*/ 1235 h 2997"/>
                  <a:gd name="T94" fmla="*/ 140 w 1704"/>
                  <a:gd name="T95" fmla="*/ 1167 h 2997"/>
                  <a:gd name="T96" fmla="*/ 396 w 1704"/>
                  <a:gd name="T97" fmla="*/ 714 h 2997"/>
                  <a:gd name="T98" fmla="*/ 856 w 1704"/>
                  <a:gd name="T99" fmla="*/ 336 h 2997"/>
                  <a:gd name="T100" fmla="*/ 827 w 1704"/>
                  <a:gd name="T101" fmla="*/ 242 h 2997"/>
                  <a:gd name="T102" fmla="*/ 1020 w 1704"/>
                  <a:gd name="T103" fmla="*/ 6 h 2997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0" t="0" r="r" b="b"/>
                <a:pathLst>
                  <a:path w="1704" h="2997">
                    <a:moveTo>
                      <a:pt x="867" y="6"/>
                    </a:moveTo>
                    <a:cubicBezTo>
                      <a:pt x="867" y="6"/>
                      <a:pt x="1005" y="0"/>
                      <a:pt x="1012" y="147"/>
                    </a:cubicBezTo>
                    <a:cubicBezTo>
                      <a:pt x="1014" y="186"/>
                      <a:pt x="1009" y="195"/>
                      <a:pt x="1009" y="195"/>
                    </a:cubicBezTo>
                    <a:cubicBezTo>
                      <a:pt x="1009" y="195"/>
                      <a:pt x="1021" y="191"/>
                      <a:pt x="1024" y="200"/>
                    </a:cubicBezTo>
                    <a:cubicBezTo>
                      <a:pt x="1028" y="209"/>
                      <a:pt x="1025" y="217"/>
                      <a:pt x="1022" y="223"/>
                    </a:cubicBezTo>
                    <a:cubicBezTo>
                      <a:pt x="1020" y="229"/>
                      <a:pt x="1016" y="242"/>
                      <a:pt x="1015" y="249"/>
                    </a:cubicBezTo>
                    <a:cubicBezTo>
                      <a:pt x="1013" y="256"/>
                      <a:pt x="1014" y="276"/>
                      <a:pt x="1001" y="277"/>
                    </a:cubicBezTo>
                    <a:cubicBezTo>
                      <a:pt x="1001" y="277"/>
                      <a:pt x="1004" y="347"/>
                      <a:pt x="984" y="385"/>
                    </a:cubicBezTo>
                    <a:cubicBezTo>
                      <a:pt x="984" y="385"/>
                      <a:pt x="995" y="387"/>
                      <a:pt x="1000" y="401"/>
                    </a:cubicBezTo>
                    <a:cubicBezTo>
                      <a:pt x="1000" y="401"/>
                      <a:pt x="1318" y="410"/>
                      <a:pt x="1378" y="589"/>
                    </a:cubicBezTo>
                    <a:cubicBezTo>
                      <a:pt x="1384" y="605"/>
                      <a:pt x="1405" y="641"/>
                      <a:pt x="1460" y="701"/>
                    </a:cubicBezTo>
                    <a:cubicBezTo>
                      <a:pt x="1515" y="761"/>
                      <a:pt x="1554" y="838"/>
                      <a:pt x="1564" y="942"/>
                    </a:cubicBezTo>
                    <a:cubicBezTo>
                      <a:pt x="1564" y="942"/>
                      <a:pt x="1583" y="951"/>
                      <a:pt x="1588" y="962"/>
                    </a:cubicBezTo>
                    <a:cubicBezTo>
                      <a:pt x="1594" y="972"/>
                      <a:pt x="1593" y="983"/>
                      <a:pt x="1595" y="983"/>
                    </a:cubicBezTo>
                    <a:cubicBezTo>
                      <a:pt x="1598" y="984"/>
                      <a:pt x="1597" y="990"/>
                      <a:pt x="1598" y="993"/>
                    </a:cubicBezTo>
                    <a:cubicBezTo>
                      <a:pt x="1598" y="997"/>
                      <a:pt x="1598" y="999"/>
                      <a:pt x="1610" y="1018"/>
                    </a:cubicBezTo>
                    <a:cubicBezTo>
                      <a:pt x="1623" y="1037"/>
                      <a:pt x="1634" y="1073"/>
                      <a:pt x="1637" y="1111"/>
                    </a:cubicBezTo>
                    <a:cubicBezTo>
                      <a:pt x="1640" y="1148"/>
                      <a:pt x="1642" y="1199"/>
                      <a:pt x="1649" y="1217"/>
                    </a:cubicBezTo>
                    <a:cubicBezTo>
                      <a:pt x="1656" y="1236"/>
                      <a:pt x="1668" y="1265"/>
                      <a:pt x="1647" y="1286"/>
                    </a:cubicBezTo>
                    <a:cubicBezTo>
                      <a:pt x="1647" y="1286"/>
                      <a:pt x="1664" y="1288"/>
                      <a:pt x="1666" y="1304"/>
                    </a:cubicBezTo>
                    <a:cubicBezTo>
                      <a:pt x="1667" y="1320"/>
                      <a:pt x="1666" y="1330"/>
                      <a:pt x="1671" y="1346"/>
                    </a:cubicBezTo>
                    <a:cubicBezTo>
                      <a:pt x="1677" y="1362"/>
                      <a:pt x="1704" y="1451"/>
                      <a:pt x="1688" y="1469"/>
                    </a:cubicBezTo>
                    <a:cubicBezTo>
                      <a:pt x="1672" y="1486"/>
                      <a:pt x="1676" y="1488"/>
                      <a:pt x="1675" y="1495"/>
                    </a:cubicBezTo>
                    <a:cubicBezTo>
                      <a:pt x="1674" y="1503"/>
                      <a:pt x="1664" y="1547"/>
                      <a:pt x="1657" y="1552"/>
                    </a:cubicBezTo>
                    <a:cubicBezTo>
                      <a:pt x="1651" y="1558"/>
                      <a:pt x="1641" y="1574"/>
                      <a:pt x="1631" y="1579"/>
                    </a:cubicBezTo>
                    <a:cubicBezTo>
                      <a:pt x="1621" y="1584"/>
                      <a:pt x="1602" y="1603"/>
                      <a:pt x="1593" y="1597"/>
                    </a:cubicBezTo>
                    <a:cubicBezTo>
                      <a:pt x="1593" y="1597"/>
                      <a:pt x="1590" y="1594"/>
                      <a:pt x="1589" y="1589"/>
                    </a:cubicBezTo>
                    <a:cubicBezTo>
                      <a:pt x="1589" y="1589"/>
                      <a:pt x="1580" y="1591"/>
                      <a:pt x="1576" y="1585"/>
                    </a:cubicBezTo>
                    <a:cubicBezTo>
                      <a:pt x="1572" y="1578"/>
                      <a:pt x="1573" y="1568"/>
                      <a:pt x="1573" y="1568"/>
                    </a:cubicBezTo>
                    <a:cubicBezTo>
                      <a:pt x="1573" y="1568"/>
                      <a:pt x="1569" y="1560"/>
                      <a:pt x="1571" y="1551"/>
                    </a:cubicBezTo>
                    <a:cubicBezTo>
                      <a:pt x="1571" y="1551"/>
                      <a:pt x="1546" y="1557"/>
                      <a:pt x="1545" y="1532"/>
                    </a:cubicBezTo>
                    <a:cubicBezTo>
                      <a:pt x="1544" y="1506"/>
                      <a:pt x="1545" y="1485"/>
                      <a:pt x="1538" y="1466"/>
                    </a:cubicBezTo>
                    <a:cubicBezTo>
                      <a:pt x="1532" y="1448"/>
                      <a:pt x="1529" y="1423"/>
                      <a:pt x="1528" y="1405"/>
                    </a:cubicBezTo>
                    <a:cubicBezTo>
                      <a:pt x="1527" y="1387"/>
                      <a:pt x="1529" y="1365"/>
                      <a:pt x="1532" y="1355"/>
                    </a:cubicBezTo>
                    <a:cubicBezTo>
                      <a:pt x="1535" y="1345"/>
                      <a:pt x="1537" y="1344"/>
                      <a:pt x="1531" y="1333"/>
                    </a:cubicBezTo>
                    <a:cubicBezTo>
                      <a:pt x="1524" y="1322"/>
                      <a:pt x="1513" y="1308"/>
                      <a:pt x="1514" y="1301"/>
                    </a:cubicBezTo>
                    <a:cubicBezTo>
                      <a:pt x="1515" y="1293"/>
                      <a:pt x="1511" y="1291"/>
                      <a:pt x="1506" y="1287"/>
                    </a:cubicBezTo>
                    <a:cubicBezTo>
                      <a:pt x="1501" y="1282"/>
                      <a:pt x="1405" y="1225"/>
                      <a:pt x="1373" y="1129"/>
                    </a:cubicBezTo>
                    <a:cubicBezTo>
                      <a:pt x="1373" y="1129"/>
                      <a:pt x="1384" y="1190"/>
                      <a:pt x="1408" y="1221"/>
                    </a:cubicBezTo>
                    <a:cubicBezTo>
                      <a:pt x="1432" y="1252"/>
                      <a:pt x="1465" y="1290"/>
                      <a:pt x="1478" y="1391"/>
                    </a:cubicBezTo>
                    <a:cubicBezTo>
                      <a:pt x="1491" y="1492"/>
                      <a:pt x="1507" y="1667"/>
                      <a:pt x="1508" y="1719"/>
                    </a:cubicBezTo>
                    <a:cubicBezTo>
                      <a:pt x="1509" y="1771"/>
                      <a:pt x="1513" y="1893"/>
                      <a:pt x="1450" y="1969"/>
                    </a:cubicBezTo>
                    <a:cubicBezTo>
                      <a:pt x="1431" y="1992"/>
                      <a:pt x="1427" y="2006"/>
                      <a:pt x="1427" y="2006"/>
                    </a:cubicBezTo>
                    <a:cubicBezTo>
                      <a:pt x="1427" y="2006"/>
                      <a:pt x="1424" y="2022"/>
                      <a:pt x="1426" y="2040"/>
                    </a:cubicBezTo>
                    <a:cubicBezTo>
                      <a:pt x="1428" y="2058"/>
                      <a:pt x="1434" y="2082"/>
                      <a:pt x="1420" y="2108"/>
                    </a:cubicBezTo>
                    <a:cubicBezTo>
                      <a:pt x="1406" y="2134"/>
                      <a:pt x="1378" y="2165"/>
                      <a:pt x="1387" y="2203"/>
                    </a:cubicBezTo>
                    <a:cubicBezTo>
                      <a:pt x="1396" y="2241"/>
                      <a:pt x="1458" y="2432"/>
                      <a:pt x="1387" y="2661"/>
                    </a:cubicBezTo>
                    <a:cubicBezTo>
                      <a:pt x="1375" y="2698"/>
                      <a:pt x="1383" y="2691"/>
                      <a:pt x="1386" y="2700"/>
                    </a:cubicBezTo>
                    <a:cubicBezTo>
                      <a:pt x="1389" y="2709"/>
                      <a:pt x="1390" y="2722"/>
                      <a:pt x="1384" y="2730"/>
                    </a:cubicBezTo>
                    <a:cubicBezTo>
                      <a:pt x="1378" y="2738"/>
                      <a:pt x="1382" y="2756"/>
                      <a:pt x="1377" y="2764"/>
                    </a:cubicBezTo>
                    <a:cubicBezTo>
                      <a:pt x="1372" y="2772"/>
                      <a:pt x="1375" y="2778"/>
                      <a:pt x="1382" y="2782"/>
                    </a:cubicBezTo>
                    <a:cubicBezTo>
                      <a:pt x="1389" y="2786"/>
                      <a:pt x="1402" y="2802"/>
                      <a:pt x="1413" y="2820"/>
                    </a:cubicBezTo>
                    <a:cubicBezTo>
                      <a:pt x="1424" y="2838"/>
                      <a:pt x="1454" y="2857"/>
                      <a:pt x="1466" y="2868"/>
                    </a:cubicBezTo>
                    <a:cubicBezTo>
                      <a:pt x="1478" y="2879"/>
                      <a:pt x="1498" y="2887"/>
                      <a:pt x="1498" y="2887"/>
                    </a:cubicBezTo>
                    <a:cubicBezTo>
                      <a:pt x="1498" y="2887"/>
                      <a:pt x="1508" y="2891"/>
                      <a:pt x="1511" y="2896"/>
                    </a:cubicBezTo>
                    <a:cubicBezTo>
                      <a:pt x="1514" y="2901"/>
                      <a:pt x="1531" y="2901"/>
                      <a:pt x="1528" y="2920"/>
                    </a:cubicBezTo>
                    <a:cubicBezTo>
                      <a:pt x="1528" y="2920"/>
                      <a:pt x="1543" y="2929"/>
                      <a:pt x="1533" y="2948"/>
                    </a:cubicBezTo>
                    <a:cubicBezTo>
                      <a:pt x="1533" y="2948"/>
                      <a:pt x="1536" y="2965"/>
                      <a:pt x="1520" y="2969"/>
                    </a:cubicBezTo>
                    <a:cubicBezTo>
                      <a:pt x="1520" y="2969"/>
                      <a:pt x="1511" y="2986"/>
                      <a:pt x="1492" y="2978"/>
                    </a:cubicBezTo>
                    <a:cubicBezTo>
                      <a:pt x="1492" y="2978"/>
                      <a:pt x="1477" y="2997"/>
                      <a:pt x="1454" y="2993"/>
                    </a:cubicBezTo>
                    <a:cubicBezTo>
                      <a:pt x="1430" y="2989"/>
                      <a:pt x="1421" y="2969"/>
                      <a:pt x="1411" y="2970"/>
                    </a:cubicBezTo>
                    <a:cubicBezTo>
                      <a:pt x="1401" y="2970"/>
                      <a:pt x="1389" y="2969"/>
                      <a:pt x="1379" y="2951"/>
                    </a:cubicBezTo>
                    <a:cubicBezTo>
                      <a:pt x="1368" y="2932"/>
                      <a:pt x="1367" y="2937"/>
                      <a:pt x="1362" y="2934"/>
                    </a:cubicBezTo>
                    <a:cubicBezTo>
                      <a:pt x="1358" y="2931"/>
                      <a:pt x="1332" y="2906"/>
                      <a:pt x="1332" y="2906"/>
                    </a:cubicBezTo>
                    <a:cubicBezTo>
                      <a:pt x="1332" y="2906"/>
                      <a:pt x="1228" y="2919"/>
                      <a:pt x="1210" y="2872"/>
                    </a:cubicBezTo>
                    <a:cubicBezTo>
                      <a:pt x="1192" y="2825"/>
                      <a:pt x="1218" y="2812"/>
                      <a:pt x="1187" y="2799"/>
                    </a:cubicBezTo>
                    <a:cubicBezTo>
                      <a:pt x="1156" y="2785"/>
                      <a:pt x="1154" y="2748"/>
                      <a:pt x="1154" y="2729"/>
                    </a:cubicBezTo>
                    <a:cubicBezTo>
                      <a:pt x="1153" y="2711"/>
                      <a:pt x="1159" y="2695"/>
                      <a:pt x="1129" y="2667"/>
                    </a:cubicBezTo>
                    <a:cubicBezTo>
                      <a:pt x="1099" y="2639"/>
                      <a:pt x="966" y="2530"/>
                      <a:pt x="989" y="2300"/>
                    </a:cubicBezTo>
                    <a:cubicBezTo>
                      <a:pt x="996" y="2230"/>
                      <a:pt x="995" y="2196"/>
                      <a:pt x="999" y="2184"/>
                    </a:cubicBezTo>
                    <a:cubicBezTo>
                      <a:pt x="1002" y="2172"/>
                      <a:pt x="991" y="2167"/>
                      <a:pt x="992" y="2154"/>
                    </a:cubicBezTo>
                    <a:cubicBezTo>
                      <a:pt x="993" y="2142"/>
                      <a:pt x="1002" y="2138"/>
                      <a:pt x="1000" y="2131"/>
                    </a:cubicBezTo>
                    <a:cubicBezTo>
                      <a:pt x="998" y="2124"/>
                      <a:pt x="974" y="2142"/>
                      <a:pt x="952" y="2094"/>
                    </a:cubicBezTo>
                    <a:cubicBezTo>
                      <a:pt x="930" y="2046"/>
                      <a:pt x="942" y="2048"/>
                      <a:pt x="906" y="2002"/>
                    </a:cubicBezTo>
                    <a:cubicBezTo>
                      <a:pt x="870" y="1955"/>
                      <a:pt x="878" y="1937"/>
                      <a:pt x="883" y="1907"/>
                    </a:cubicBezTo>
                    <a:cubicBezTo>
                      <a:pt x="887" y="1877"/>
                      <a:pt x="891" y="1859"/>
                      <a:pt x="878" y="1837"/>
                    </a:cubicBezTo>
                    <a:cubicBezTo>
                      <a:pt x="865" y="1816"/>
                      <a:pt x="847" y="1782"/>
                      <a:pt x="861" y="1694"/>
                    </a:cubicBezTo>
                    <a:cubicBezTo>
                      <a:pt x="861" y="1694"/>
                      <a:pt x="859" y="1699"/>
                      <a:pt x="855" y="1699"/>
                    </a:cubicBezTo>
                    <a:cubicBezTo>
                      <a:pt x="849" y="1699"/>
                      <a:pt x="849" y="1699"/>
                      <a:pt x="849" y="1699"/>
                    </a:cubicBezTo>
                    <a:cubicBezTo>
                      <a:pt x="844" y="1699"/>
                      <a:pt x="843" y="1694"/>
                      <a:pt x="843" y="1694"/>
                    </a:cubicBezTo>
                    <a:cubicBezTo>
                      <a:pt x="857" y="1782"/>
                      <a:pt x="839" y="1816"/>
                      <a:pt x="826" y="1837"/>
                    </a:cubicBezTo>
                    <a:cubicBezTo>
                      <a:pt x="813" y="1859"/>
                      <a:pt x="816" y="1877"/>
                      <a:pt x="821" y="1907"/>
                    </a:cubicBezTo>
                    <a:cubicBezTo>
                      <a:pt x="826" y="1937"/>
                      <a:pt x="834" y="1955"/>
                      <a:pt x="798" y="2002"/>
                    </a:cubicBezTo>
                    <a:cubicBezTo>
                      <a:pt x="762" y="2048"/>
                      <a:pt x="773" y="2046"/>
                      <a:pt x="751" y="2094"/>
                    </a:cubicBezTo>
                    <a:cubicBezTo>
                      <a:pt x="730" y="2142"/>
                      <a:pt x="706" y="2124"/>
                      <a:pt x="704" y="2131"/>
                    </a:cubicBezTo>
                    <a:cubicBezTo>
                      <a:pt x="701" y="2138"/>
                      <a:pt x="711" y="2142"/>
                      <a:pt x="712" y="2154"/>
                    </a:cubicBezTo>
                    <a:cubicBezTo>
                      <a:pt x="713" y="2167"/>
                      <a:pt x="701" y="2172"/>
                      <a:pt x="705" y="2184"/>
                    </a:cubicBezTo>
                    <a:cubicBezTo>
                      <a:pt x="708" y="2196"/>
                      <a:pt x="707" y="2230"/>
                      <a:pt x="714" y="2300"/>
                    </a:cubicBezTo>
                    <a:cubicBezTo>
                      <a:pt x="738" y="2530"/>
                      <a:pt x="604" y="2639"/>
                      <a:pt x="574" y="2667"/>
                    </a:cubicBezTo>
                    <a:cubicBezTo>
                      <a:pt x="544" y="2695"/>
                      <a:pt x="550" y="2711"/>
                      <a:pt x="550" y="2729"/>
                    </a:cubicBezTo>
                    <a:cubicBezTo>
                      <a:pt x="549" y="2748"/>
                      <a:pt x="548" y="2785"/>
                      <a:pt x="516" y="2799"/>
                    </a:cubicBezTo>
                    <a:cubicBezTo>
                      <a:pt x="485" y="2812"/>
                      <a:pt x="512" y="2825"/>
                      <a:pt x="494" y="2872"/>
                    </a:cubicBezTo>
                    <a:cubicBezTo>
                      <a:pt x="476" y="2919"/>
                      <a:pt x="372" y="2906"/>
                      <a:pt x="372" y="2906"/>
                    </a:cubicBezTo>
                    <a:cubicBezTo>
                      <a:pt x="372" y="2906"/>
                      <a:pt x="346" y="2931"/>
                      <a:pt x="341" y="2934"/>
                    </a:cubicBezTo>
                    <a:cubicBezTo>
                      <a:pt x="337" y="2937"/>
                      <a:pt x="336" y="2932"/>
                      <a:pt x="325" y="2951"/>
                    </a:cubicBezTo>
                    <a:cubicBezTo>
                      <a:pt x="314" y="2969"/>
                      <a:pt x="302" y="2970"/>
                      <a:pt x="293" y="2970"/>
                    </a:cubicBezTo>
                    <a:cubicBezTo>
                      <a:pt x="283" y="2969"/>
                      <a:pt x="273" y="2989"/>
                      <a:pt x="250" y="2993"/>
                    </a:cubicBezTo>
                    <a:cubicBezTo>
                      <a:pt x="227" y="2997"/>
                      <a:pt x="212" y="2978"/>
                      <a:pt x="212" y="2978"/>
                    </a:cubicBezTo>
                    <a:cubicBezTo>
                      <a:pt x="192" y="2986"/>
                      <a:pt x="183" y="2969"/>
                      <a:pt x="183" y="2969"/>
                    </a:cubicBezTo>
                    <a:cubicBezTo>
                      <a:pt x="168" y="2965"/>
                      <a:pt x="171" y="2948"/>
                      <a:pt x="171" y="2948"/>
                    </a:cubicBezTo>
                    <a:cubicBezTo>
                      <a:pt x="161" y="2929"/>
                      <a:pt x="176" y="2920"/>
                      <a:pt x="176" y="2920"/>
                    </a:cubicBezTo>
                    <a:cubicBezTo>
                      <a:pt x="173" y="2901"/>
                      <a:pt x="190" y="2901"/>
                      <a:pt x="193" y="2896"/>
                    </a:cubicBezTo>
                    <a:cubicBezTo>
                      <a:pt x="196" y="2891"/>
                      <a:pt x="206" y="2887"/>
                      <a:pt x="206" y="2887"/>
                    </a:cubicBezTo>
                    <a:cubicBezTo>
                      <a:pt x="206" y="2887"/>
                      <a:pt x="226" y="2879"/>
                      <a:pt x="238" y="2868"/>
                    </a:cubicBezTo>
                    <a:cubicBezTo>
                      <a:pt x="250" y="2857"/>
                      <a:pt x="280" y="2838"/>
                      <a:pt x="291" y="2820"/>
                    </a:cubicBezTo>
                    <a:cubicBezTo>
                      <a:pt x="302" y="2802"/>
                      <a:pt x="315" y="2786"/>
                      <a:pt x="322" y="2782"/>
                    </a:cubicBezTo>
                    <a:cubicBezTo>
                      <a:pt x="329" y="2778"/>
                      <a:pt x="332" y="2772"/>
                      <a:pt x="327" y="2764"/>
                    </a:cubicBezTo>
                    <a:cubicBezTo>
                      <a:pt x="322" y="2756"/>
                      <a:pt x="326" y="2738"/>
                      <a:pt x="320" y="2730"/>
                    </a:cubicBezTo>
                    <a:cubicBezTo>
                      <a:pt x="314" y="2722"/>
                      <a:pt x="315" y="2709"/>
                      <a:pt x="318" y="2700"/>
                    </a:cubicBezTo>
                    <a:cubicBezTo>
                      <a:pt x="321" y="2691"/>
                      <a:pt x="328" y="2698"/>
                      <a:pt x="317" y="2661"/>
                    </a:cubicBezTo>
                    <a:cubicBezTo>
                      <a:pt x="246" y="2432"/>
                      <a:pt x="308" y="2241"/>
                      <a:pt x="317" y="2203"/>
                    </a:cubicBezTo>
                    <a:cubicBezTo>
                      <a:pt x="326" y="2165"/>
                      <a:pt x="298" y="2134"/>
                      <a:pt x="284" y="2108"/>
                    </a:cubicBezTo>
                    <a:cubicBezTo>
                      <a:pt x="270" y="2082"/>
                      <a:pt x="276" y="2058"/>
                      <a:pt x="278" y="2040"/>
                    </a:cubicBezTo>
                    <a:cubicBezTo>
                      <a:pt x="280" y="2022"/>
                      <a:pt x="277" y="2006"/>
                      <a:pt x="277" y="2006"/>
                    </a:cubicBezTo>
                    <a:cubicBezTo>
                      <a:pt x="277" y="2006"/>
                      <a:pt x="273" y="1992"/>
                      <a:pt x="254" y="1969"/>
                    </a:cubicBezTo>
                    <a:cubicBezTo>
                      <a:pt x="191" y="1893"/>
                      <a:pt x="195" y="1771"/>
                      <a:pt x="196" y="1719"/>
                    </a:cubicBezTo>
                    <a:cubicBezTo>
                      <a:pt x="197" y="1667"/>
                      <a:pt x="213" y="1492"/>
                      <a:pt x="226" y="1391"/>
                    </a:cubicBezTo>
                    <a:cubicBezTo>
                      <a:pt x="239" y="1290"/>
                      <a:pt x="271" y="1252"/>
                      <a:pt x="295" y="1221"/>
                    </a:cubicBezTo>
                    <a:cubicBezTo>
                      <a:pt x="320" y="1190"/>
                      <a:pt x="331" y="1129"/>
                      <a:pt x="331" y="1129"/>
                    </a:cubicBezTo>
                    <a:cubicBezTo>
                      <a:pt x="298" y="1225"/>
                      <a:pt x="202" y="1282"/>
                      <a:pt x="197" y="1287"/>
                    </a:cubicBezTo>
                    <a:cubicBezTo>
                      <a:pt x="192" y="1291"/>
                      <a:pt x="189" y="1293"/>
                      <a:pt x="189" y="1301"/>
                    </a:cubicBezTo>
                    <a:cubicBezTo>
                      <a:pt x="190" y="1308"/>
                      <a:pt x="179" y="1322"/>
                      <a:pt x="173" y="1333"/>
                    </a:cubicBezTo>
                    <a:cubicBezTo>
                      <a:pt x="166" y="1344"/>
                      <a:pt x="168" y="1345"/>
                      <a:pt x="171" y="1355"/>
                    </a:cubicBezTo>
                    <a:cubicBezTo>
                      <a:pt x="174" y="1365"/>
                      <a:pt x="177" y="1387"/>
                      <a:pt x="175" y="1405"/>
                    </a:cubicBezTo>
                    <a:cubicBezTo>
                      <a:pt x="174" y="1423"/>
                      <a:pt x="171" y="1448"/>
                      <a:pt x="165" y="1466"/>
                    </a:cubicBezTo>
                    <a:cubicBezTo>
                      <a:pt x="159" y="1485"/>
                      <a:pt x="159" y="1506"/>
                      <a:pt x="158" y="1532"/>
                    </a:cubicBezTo>
                    <a:cubicBezTo>
                      <a:pt x="157" y="1557"/>
                      <a:pt x="133" y="1551"/>
                      <a:pt x="133" y="1551"/>
                    </a:cubicBezTo>
                    <a:cubicBezTo>
                      <a:pt x="135" y="1560"/>
                      <a:pt x="131" y="1568"/>
                      <a:pt x="131" y="1568"/>
                    </a:cubicBezTo>
                    <a:cubicBezTo>
                      <a:pt x="131" y="1568"/>
                      <a:pt x="132" y="1578"/>
                      <a:pt x="128" y="1585"/>
                    </a:cubicBezTo>
                    <a:cubicBezTo>
                      <a:pt x="124" y="1591"/>
                      <a:pt x="114" y="1589"/>
                      <a:pt x="114" y="1589"/>
                    </a:cubicBezTo>
                    <a:cubicBezTo>
                      <a:pt x="114" y="1594"/>
                      <a:pt x="110" y="1597"/>
                      <a:pt x="110" y="1597"/>
                    </a:cubicBezTo>
                    <a:cubicBezTo>
                      <a:pt x="102" y="1603"/>
                      <a:pt x="82" y="1584"/>
                      <a:pt x="73" y="1579"/>
                    </a:cubicBezTo>
                    <a:cubicBezTo>
                      <a:pt x="63" y="1574"/>
                      <a:pt x="52" y="1558"/>
                      <a:pt x="46" y="1552"/>
                    </a:cubicBezTo>
                    <a:cubicBezTo>
                      <a:pt x="40" y="1547"/>
                      <a:pt x="29" y="1503"/>
                      <a:pt x="29" y="1495"/>
                    </a:cubicBezTo>
                    <a:cubicBezTo>
                      <a:pt x="28" y="1488"/>
                      <a:pt x="32" y="1486"/>
                      <a:pt x="16" y="1469"/>
                    </a:cubicBezTo>
                    <a:cubicBezTo>
                      <a:pt x="0" y="1451"/>
                      <a:pt x="27" y="1362"/>
                      <a:pt x="32" y="1346"/>
                    </a:cubicBezTo>
                    <a:cubicBezTo>
                      <a:pt x="38" y="1330"/>
                      <a:pt x="36" y="1320"/>
                      <a:pt x="38" y="1304"/>
                    </a:cubicBezTo>
                    <a:cubicBezTo>
                      <a:pt x="39" y="1288"/>
                      <a:pt x="57" y="1286"/>
                      <a:pt x="57" y="1286"/>
                    </a:cubicBezTo>
                    <a:cubicBezTo>
                      <a:pt x="36" y="1265"/>
                      <a:pt x="48" y="1236"/>
                      <a:pt x="55" y="1217"/>
                    </a:cubicBezTo>
                    <a:cubicBezTo>
                      <a:pt x="62" y="1199"/>
                      <a:pt x="64" y="1148"/>
                      <a:pt x="66" y="1111"/>
                    </a:cubicBezTo>
                    <a:cubicBezTo>
                      <a:pt x="69" y="1073"/>
                      <a:pt x="81" y="1037"/>
                      <a:pt x="94" y="1018"/>
                    </a:cubicBezTo>
                    <a:cubicBezTo>
                      <a:pt x="106" y="999"/>
                      <a:pt x="105" y="997"/>
                      <a:pt x="106" y="993"/>
                    </a:cubicBezTo>
                    <a:cubicBezTo>
                      <a:pt x="107" y="990"/>
                      <a:pt x="106" y="984"/>
                      <a:pt x="108" y="983"/>
                    </a:cubicBezTo>
                    <a:cubicBezTo>
                      <a:pt x="110" y="983"/>
                      <a:pt x="110" y="972"/>
                      <a:pt x="115" y="962"/>
                    </a:cubicBezTo>
                    <a:cubicBezTo>
                      <a:pt x="121" y="951"/>
                      <a:pt x="140" y="942"/>
                      <a:pt x="140" y="942"/>
                    </a:cubicBezTo>
                    <a:cubicBezTo>
                      <a:pt x="150" y="838"/>
                      <a:pt x="188" y="761"/>
                      <a:pt x="243" y="701"/>
                    </a:cubicBezTo>
                    <a:cubicBezTo>
                      <a:pt x="298" y="641"/>
                      <a:pt x="320" y="605"/>
                      <a:pt x="325" y="589"/>
                    </a:cubicBezTo>
                    <a:cubicBezTo>
                      <a:pt x="385" y="410"/>
                      <a:pt x="704" y="401"/>
                      <a:pt x="704" y="401"/>
                    </a:cubicBezTo>
                    <a:cubicBezTo>
                      <a:pt x="708" y="387"/>
                      <a:pt x="720" y="385"/>
                      <a:pt x="720" y="385"/>
                    </a:cubicBezTo>
                    <a:cubicBezTo>
                      <a:pt x="700" y="347"/>
                      <a:pt x="702" y="277"/>
                      <a:pt x="702" y="277"/>
                    </a:cubicBezTo>
                    <a:cubicBezTo>
                      <a:pt x="690" y="276"/>
                      <a:pt x="690" y="256"/>
                      <a:pt x="689" y="249"/>
                    </a:cubicBezTo>
                    <a:cubicBezTo>
                      <a:pt x="688" y="242"/>
                      <a:pt x="684" y="229"/>
                      <a:pt x="681" y="223"/>
                    </a:cubicBezTo>
                    <a:cubicBezTo>
                      <a:pt x="678" y="217"/>
                      <a:pt x="676" y="209"/>
                      <a:pt x="679" y="200"/>
                    </a:cubicBezTo>
                    <a:cubicBezTo>
                      <a:pt x="683" y="191"/>
                      <a:pt x="695" y="195"/>
                      <a:pt x="695" y="195"/>
                    </a:cubicBezTo>
                    <a:cubicBezTo>
                      <a:pt x="695" y="195"/>
                      <a:pt x="690" y="186"/>
                      <a:pt x="692" y="147"/>
                    </a:cubicBezTo>
                    <a:cubicBezTo>
                      <a:pt x="698" y="0"/>
                      <a:pt x="837" y="6"/>
                      <a:pt x="837" y="6"/>
                    </a:cubicBezTo>
                    <a:lnTo>
                      <a:pt x="867" y="6"/>
                    </a:lnTo>
                    <a:close/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813" name="Freeform 9">
                <a:extLst>
                  <a:ext uri="{FF2B5EF4-FFF2-40B4-BE49-F238E27FC236}">
                    <a16:creationId xmlns:a16="http://schemas.microsoft.com/office/drawing/2014/main" id="{BE4C70C5-B9CE-46A8-AF60-F95EE9B4B7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1" y="1866"/>
                <a:ext cx="29" cy="56"/>
              </a:xfrm>
              <a:custGeom>
                <a:avLst/>
                <a:gdLst>
                  <a:gd name="T0" fmla="*/ 25 w 27"/>
                  <a:gd name="T1" fmla="*/ 0 h 52"/>
                  <a:gd name="T2" fmla="*/ 0 w 27"/>
                  <a:gd name="T3" fmla="*/ 65 h 52"/>
                  <a:gd name="T4" fmla="*/ 33 w 27"/>
                  <a:gd name="T5" fmla="*/ 34 h 52"/>
                  <a:gd name="T6" fmla="*/ 25 w 27"/>
                  <a:gd name="T7" fmla="*/ 0 h 5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7" h="52">
                    <a:moveTo>
                      <a:pt x="20" y="0"/>
                    </a:moveTo>
                    <a:cubicBezTo>
                      <a:pt x="20" y="0"/>
                      <a:pt x="3" y="30"/>
                      <a:pt x="0" y="52"/>
                    </a:cubicBezTo>
                    <a:cubicBezTo>
                      <a:pt x="27" y="28"/>
                      <a:pt x="27" y="28"/>
                      <a:pt x="27" y="28"/>
                    </a:cubicBezTo>
                    <a:cubicBezTo>
                      <a:pt x="27" y="28"/>
                      <a:pt x="19" y="13"/>
                      <a:pt x="20" y="0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814" name="Freeform 10">
                <a:extLst>
                  <a:ext uri="{FF2B5EF4-FFF2-40B4-BE49-F238E27FC236}">
                    <a16:creationId xmlns:a16="http://schemas.microsoft.com/office/drawing/2014/main" id="{B3B8CE91-F23A-4A5F-8325-D5616AFA11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8" y="1773"/>
                <a:ext cx="38" cy="99"/>
              </a:xfrm>
              <a:custGeom>
                <a:avLst/>
                <a:gdLst>
                  <a:gd name="T0" fmla="*/ 45 w 35"/>
                  <a:gd name="T1" fmla="*/ 0 h 93"/>
                  <a:gd name="T2" fmla="*/ 29 w 35"/>
                  <a:gd name="T3" fmla="*/ 39 h 93"/>
                  <a:gd name="T4" fmla="*/ 3 w 35"/>
                  <a:gd name="T5" fmla="*/ 112 h 9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5" h="93">
                    <a:moveTo>
                      <a:pt x="35" y="0"/>
                    </a:moveTo>
                    <a:cubicBezTo>
                      <a:pt x="35" y="0"/>
                      <a:pt x="31" y="22"/>
                      <a:pt x="23" y="33"/>
                    </a:cubicBezTo>
                    <a:cubicBezTo>
                      <a:pt x="15" y="44"/>
                      <a:pt x="0" y="65"/>
                      <a:pt x="3" y="93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815" name="Freeform 11">
                <a:extLst>
                  <a:ext uri="{FF2B5EF4-FFF2-40B4-BE49-F238E27FC236}">
                    <a16:creationId xmlns:a16="http://schemas.microsoft.com/office/drawing/2014/main" id="{BA5033D3-E714-43CF-BCE0-94514472A5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7" y="1922"/>
                <a:ext cx="44" cy="87"/>
              </a:xfrm>
              <a:custGeom>
                <a:avLst/>
                <a:gdLst>
                  <a:gd name="T0" fmla="*/ 48 w 42"/>
                  <a:gd name="T1" fmla="*/ 0 h 82"/>
                  <a:gd name="T2" fmla="*/ 0 w 42"/>
                  <a:gd name="T3" fmla="*/ 98 h 8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2" h="82">
                    <a:moveTo>
                      <a:pt x="42" y="0"/>
                    </a:moveTo>
                    <a:cubicBezTo>
                      <a:pt x="42" y="0"/>
                      <a:pt x="10" y="18"/>
                      <a:pt x="0" y="82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816" name="Freeform 12">
                <a:extLst>
                  <a:ext uri="{FF2B5EF4-FFF2-40B4-BE49-F238E27FC236}">
                    <a16:creationId xmlns:a16="http://schemas.microsoft.com/office/drawing/2014/main" id="{818B4F67-EA2C-406D-B0EA-12E424C4F4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7" y="1413"/>
                <a:ext cx="434" cy="576"/>
              </a:xfrm>
              <a:custGeom>
                <a:avLst/>
                <a:gdLst>
                  <a:gd name="T0" fmla="*/ 173 w 406"/>
                  <a:gd name="T1" fmla="*/ 0 h 540"/>
                  <a:gd name="T2" fmla="*/ 117 w 406"/>
                  <a:gd name="T3" fmla="*/ 164 h 540"/>
                  <a:gd name="T4" fmla="*/ 84 w 406"/>
                  <a:gd name="T5" fmla="*/ 220 h 540"/>
                  <a:gd name="T6" fmla="*/ 16 w 406"/>
                  <a:gd name="T7" fmla="*/ 423 h 540"/>
                  <a:gd name="T8" fmla="*/ 211 w 406"/>
                  <a:gd name="T9" fmla="*/ 630 h 540"/>
                  <a:gd name="T10" fmla="*/ 496 w 406"/>
                  <a:gd name="T11" fmla="*/ 511 h 54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06" h="540">
                    <a:moveTo>
                      <a:pt x="142" y="0"/>
                    </a:moveTo>
                    <a:cubicBezTo>
                      <a:pt x="142" y="0"/>
                      <a:pt x="107" y="112"/>
                      <a:pt x="95" y="135"/>
                    </a:cubicBezTo>
                    <a:cubicBezTo>
                      <a:pt x="82" y="157"/>
                      <a:pt x="72" y="171"/>
                      <a:pt x="69" y="181"/>
                    </a:cubicBezTo>
                    <a:cubicBezTo>
                      <a:pt x="66" y="191"/>
                      <a:pt x="0" y="268"/>
                      <a:pt x="13" y="349"/>
                    </a:cubicBezTo>
                    <a:cubicBezTo>
                      <a:pt x="25" y="430"/>
                      <a:pt x="59" y="498"/>
                      <a:pt x="172" y="519"/>
                    </a:cubicBezTo>
                    <a:cubicBezTo>
                      <a:pt x="286" y="540"/>
                      <a:pt x="379" y="474"/>
                      <a:pt x="406" y="421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817" name="Freeform 13">
                <a:extLst>
                  <a:ext uri="{FF2B5EF4-FFF2-40B4-BE49-F238E27FC236}">
                    <a16:creationId xmlns:a16="http://schemas.microsoft.com/office/drawing/2014/main" id="{168C3940-C41C-418E-8861-8839F2AB39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0" y="1890"/>
                <a:ext cx="64" cy="30"/>
              </a:xfrm>
              <a:custGeom>
                <a:avLst/>
                <a:gdLst>
                  <a:gd name="T0" fmla="*/ 0 w 60"/>
                  <a:gd name="T1" fmla="*/ 34 h 28"/>
                  <a:gd name="T2" fmla="*/ 73 w 60"/>
                  <a:gd name="T3" fmla="*/ 17 h 2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0" h="28">
                    <a:moveTo>
                      <a:pt x="0" y="28"/>
                    </a:moveTo>
                    <a:cubicBezTo>
                      <a:pt x="0" y="28"/>
                      <a:pt x="40" y="0"/>
                      <a:pt x="60" y="14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818" name="Freeform 14">
                <a:extLst>
                  <a:ext uri="{FF2B5EF4-FFF2-40B4-BE49-F238E27FC236}">
                    <a16:creationId xmlns:a16="http://schemas.microsoft.com/office/drawing/2014/main" id="{298AEFB6-BB25-4587-9EBC-FECB794BDF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3" y="1815"/>
                <a:ext cx="12" cy="8"/>
              </a:xfrm>
              <a:custGeom>
                <a:avLst/>
                <a:gdLst>
                  <a:gd name="T0" fmla="*/ 0 w 11"/>
                  <a:gd name="T1" fmla="*/ 10 h 7"/>
                  <a:gd name="T2" fmla="*/ 14 w 11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7">
                    <a:moveTo>
                      <a:pt x="0" y="7"/>
                    </a:moveTo>
                    <a:cubicBezTo>
                      <a:pt x="3" y="5"/>
                      <a:pt x="7" y="2"/>
                      <a:pt x="11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819" name="Freeform 15">
                <a:extLst>
                  <a:ext uri="{FF2B5EF4-FFF2-40B4-BE49-F238E27FC236}">
                    <a16:creationId xmlns:a16="http://schemas.microsoft.com/office/drawing/2014/main" id="{5765E2C6-63D7-42ED-8485-F35AD6449C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4" y="1828"/>
                <a:ext cx="4" cy="5"/>
              </a:xfrm>
              <a:custGeom>
                <a:avLst/>
                <a:gdLst>
                  <a:gd name="T0" fmla="*/ 0 w 4"/>
                  <a:gd name="T1" fmla="*/ 5 h 5"/>
                  <a:gd name="T2" fmla="*/ 4 w 4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5">
                    <a:moveTo>
                      <a:pt x="0" y="5"/>
                    </a:moveTo>
                    <a:cubicBezTo>
                      <a:pt x="1" y="3"/>
                      <a:pt x="2" y="2"/>
                      <a:pt x="4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820" name="Freeform 16">
                <a:extLst>
                  <a:ext uri="{FF2B5EF4-FFF2-40B4-BE49-F238E27FC236}">
                    <a16:creationId xmlns:a16="http://schemas.microsoft.com/office/drawing/2014/main" id="{3CFA2CEA-5355-4506-8CDC-81487FE4AD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9" y="1837"/>
                <a:ext cx="187" cy="109"/>
              </a:xfrm>
              <a:custGeom>
                <a:avLst/>
                <a:gdLst>
                  <a:gd name="T0" fmla="*/ 201 w 175"/>
                  <a:gd name="T1" fmla="*/ 28 h 103"/>
                  <a:gd name="T2" fmla="*/ 207 w 175"/>
                  <a:gd name="T3" fmla="*/ 75 h 103"/>
                  <a:gd name="T4" fmla="*/ 87 w 175"/>
                  <a:gd name="T5" fmla="*/ 102 h 103"/>
                  <a:gd name="T6" fmla="*/ 13 w 175"/>
                  <a:gd name="T7" fmla="*/ 4 h 103"/>
                  <a:gd name="T8" fmla="*/ 15 w 175"/>
                  <a:gd name="T9" fmla="*/ 0 h 10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5" h="103">
                    <a:moveTo>
                      <a:pt x="165" y="24"/>
                    </a:moveTo>
                    <a:cubicBezTo>
                      <a:pt x="172" y="37"/>
                      <a:pt x="175" y="51"/>
                      <a:pt x="170" y="63"/>
                    </a:cubicBezTo>
                    <a:cubicBezTo>
                      <a:pt x="159" y="92"/>
                      <a:pt x="115" y="103"/>
                      <a:pt x="71" y="86"/>
                    </a:cubicBezTo>
                    <a:cubicBezTo>
                      <a:pt x="27" y="70"/>
                      <a:pt x="0" y="33"/>
                      <a:pt x="10" y="4"/>
                    </a:cubicBezTo>
                    <a:cubicBezTo>
                      <a:pt x="11" y="3"/>
                      <a:pt x="11" y="1"/>
                      <a:pt x="12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821" name="Freeform 17">
                <a:extLst>
                  <a:ext uri="{FF2B5EF4-FFF2-40B4-BE49-F238E27FC236}">
                    <a16:creationId xmlns:a16="http://schemas.microsoft.com/office/drawing/2014/main" id="{2E51373B-3AD4-4C1F-8820-AE1C96958E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3" y="1812"/>
                <a:ext cx="66" cy="42"/>
              </a:xfrm>
              <a:custGeom>
                <a:avLst/>
                <a:gdLst>
                  <a:gd name="T0" fmla="*/ 0 w 61"/>
                  <a:gd name="T1" fmla="*/ 0 h 39"/>
                  <a:gd name="T2" fmla="*/ 15 w 61"/>
                  <a:gd name="T3" fmla="*/ 4 h 39"/>
                  <a:gd name="T4" fmla="*/ 77 w 61"/>
                  <a:gd name="T5" fmla="*/ 48 h 3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1" h="39">
                    <a:moveTo>
                      <a:pt x="0" y="0"/>
                    </a:moveTo>
                    <a:cubicBezTo>
                      <a:pt x="4" y="2"/>
                      <a:pt x="8" y="3"/>
                      <a:pt x="12" y="4"/>
                    </a:cubicBezTo>
                    <a:cubicBezTo>
                      <a:pt x="33" y="12"/>
                      <a:pt x="50" y="24"/>
                      <a:pt x="61" y="39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822" name="Freeform 18">
                <a:extLst>
                  <a:ext uri="{FF2B5EF4-FFF2-40B4-BE49-F238E27FC236}">
                    <a16:creationId xmlns:a16="http://schemas.microsoft.com/office/drawing/2014/main" id="{48BE5EF3-F38E-4240-BFBF-A4DDA8B767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8" y="1808"/>
                <a:ext cx="22" cy="2"/>
              </a:xfrm>
              <a:custGeom>
                <a:avLst/>
                <a:gdLst>
                  <a:gd name="T0" fmla="*/ 0 w 20"/>
                  <a:gd name="T1" fmla="*/ 0 h 2"/>
                  <a:gd name="T2" fmla="*/ 26 w 20"/>
                  <a:gd name="T3" fmla="*/ 2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2">
                    <a:moveTo>
                      <a:pt x="0" y="0"/>
                    </a:moveTo>
                    <a:cubicBezTo>
                      <a:pt x="7" y="0"/>
                      <a:pt x="13" y="1"/>
                      <a:pt x="20" y="2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823" name="Freeform 19">
                <a:extLst>
                  <a:ext uri="{FF2B5EF4-FFF2-40B4-BE49-F238E27FC236}">
                    <a16:creationId xmlns:a16="http://schemas.microsoft.com/office/drawing/2014/main" id="{B1B9F83B-448B-4D4B-9D46-ECB58A6282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2" y="1907"/>
                <a:ext cx="211" cy="207"/>
              </a:xfrm>
              <a:custGeom>
                <a:avLst/>
                <a:gdLst>
                  <a:gd name="T0" fmla="*/ 0 w 198"/>
                  <a:gd name="T1" fmla="*/ 0 h 194"/>
                  <a:gd name="T2" fmla="*/ 6 w 198"/>
                  <a:gd name="T3" fmla="*/ 36 h 194"/>
                  <a:gd name="T4" fmla="*/ 100 w 198"/>
                  <a:gd name="T5" fmla="*/ 160 h 194"/>
                  <a:gd name="T6" fmla="*/ 240 w 198"/>
                  <a:gd name="T7" fmla="*/ 236 h 19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8" h="194">
                    <a:moveTo>
                      <a:pt x="0" y="0"/>
                    </a:moveTo>
                    <a:cubicBezTo>
                      <a:pt x="0" y="0"/>
                      <a:pt x="6" y="17"/>
                      <a:pt x="6" y="30"/>
                    </a:cubicBezTo>
                    <a:cubicBezTo>
                      <a:pt x="6" y="42"/>
                      <a:pt x="34" y="110"/>
                      <a:pt x="83" y="132"/>
                    </a:cubicBezTo>
                    <a:cubicBezTo>
                      <a:pt x="132" y="155"/>
                      <a:pt x="176" y="176"/>
                      <a:pt x="198" y="194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824" name="Freeform 20">
                <a:extLst>
                  <a:ext uri="{FF2B5EF4-FFF2-40B4-BE49-F238E27FC236}">
                    <a16:creationId xmlns:a16="http://schemas.microsoft.com/office/drawing/2014/main" id="{BB0F1DDB-4F6F-4704-A39A-48F3FB5254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1" y="2048"/>
                <a:ext cx="201" cy="275"/>
              </a:xfrm>
              <a:custGeom>
                <a:avLst/>
                <a:gdLst>
                  <a:gd name="T0" fmla="*/ 0 w 189"/>
                  <a:gd name="T1" fmla="*/ 0 h 258"/>
                  <a:gd name="T2" fmla="*/ 58 w 189"/>
                  <a:gd name="T3" fmla="*/ 71 h 258"/>
                  <a:gd name="T4" fmla="*/ 228 w 189"/>
                  <a:gd name="T5" fmla="*/ 312 h 25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9" h="258">
                    <a:moveTo>
                      <a:pt x="0" y="0"/>
                    </a:moveTo>
                    <a:cubicBezTo>
                      <a:pt x="0" y="0"/>
                      <a:pt x="36" y="32"/>
                      <a:pt x="49" y="59"/>
                    </a:cubicBezTo>
                    <a:cubicBezTo>
                      <a:pt x="62" y="86"/>
                      <a:pt x="95" y="191"/>
                      <a:pt x="189" y="258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825" name="Freeform 21">
                <a:extLst>
                  <a:ext uri="{FF2B5EF4-FFF2-40B4-BE49-F238E27FC236}">
                    <a16:creationId xmlns:a16="http://schemas.microsoft.com/office/drawing/2014/main" id="{21A1872F-DA2A-40B8-B092-5AC4AC902C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6" y="2137"/>
                <a:ext cx="479" cy="475"/>
              </a:xfrm>
              <a:custGeom>
                <a:avLst/>
                <a:gdLst>
                  <a:gd name="T0" fmla="*/ 545 w 449"/>
                  <a:gd name="T1" fmla="*/ 541 h 445"/>
                  <a:gd name="T2" fmla="*/ 525 w 449"/>
                  <a:gd name="T3" fmla="*/ 490 h 445"/>
                  <a:gd name="T4" fmla="*/ 491 w 449"/>
                  <a:gd name="T5" fmla="*/ 432 h 445"/>
                  <a:gd name="T6" fmla="*/ 414 w 449"/>
                  <a:gd name="T7" fmla="*/ 375 h 445"/>
                  <a:gd name="T8" fmla="*/ 251 w 449"/>
                  <a:gd name="T9" fmla="*/ 236 h 445"/>
                  <a:gd name="T10" fmla="*/ 132 w 449"/>
                  <a:gd name="T11" fmla="*/ 95 h 445"/>
                  <a:gd name="T12" fmla="*/ 0 w 449"/>
                  <a:gd name="T13" fmla="*/ 0 h 44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49" h="445">
                    <a:moveTo>
                      <a:pt x="449" y="445"/>
                    </a:moveTo>
                    <a:cubicBezTo>
                      <a:pt x="449" y="445"/>
                      <a:pt x="436" y="419"/>
                      <a:pt x="432" y="403"/>
                    </a:cubicBezTo>
                    <a:cubicBezTo>
                      <a:pt x="428" y="388"/>
                      <a:pt x="422" y="369"/>
                      <a:pt x="404" y="355"/>
                    </a:cubicBezTo>
                    <a:cubicBezTo>
                      <a:pt x="386" y="341"/>
                      <a:pt x="362" y="318"/>
                      <a:pt x="341" y="308"/>
                    </a:cubicBezTo>
                    <a:cubicBezTo>
                      <a:pt x="320" y="298"/>
                      <a:pt x="233" y="243"/>
                      <a:pt x="206" y="194"/>
                    </a:cubicBezTo>
                    <a:cubicBezTo>
                      <a:pt x="179" y="145"/>
                      <a:pt x="139" y="121"/>
                      <a:pt x="109" y="78"/>
                    </a:cubicBezTo>
                    <a:cubicBezTo>
                      <a:pt x="80" y="34"/>
                      <a:pt x="26" y="5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826" name="Freeform 22">
                <a:extLst>
                  <a:ext uri="{FF2B5EF4-FFF2-40B4-BE49-F238E27FC236}">
                    <a16:creationId xmlns:a16="http://schemas.microsoft.com/office/drawing/2014/main" id="{45D5D4F7-4D7F-41D7-8BF1-E872CBDE4E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3" y="2207"/>
                <a:ext cx="197" cy="37"/>
              </a:xfrm>
              <a:custGeom>
                <a:avLst/>
                <a:gdLst>
                  <a:gd name="T0" fmla="*/ 224 w 185"/>
                  <a:gd name="T1" fmla="*/ 41 h 35"/>
                  <a:gd name="T2" fmla="*/ 69 w 185"/>
                  <a:gd name="T3" fmla="*/ 13 h 35"/>
                  <a:gd name="T4" fmla="*/ 0 w 185"/>
                  <a:gd name="T5" fmla="*/ 3 h 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5" h="35">
                    <a:moveTo>
                      <a:pt x="185" y="35"/>
                    </a:moveTo>
                    <a:cubicBezTo>
                      <a:pt x="185" y="35"/>
                      <a:pt x="111" y="0"/>
                      <a:pt x="57" y="10"/>
                    </a:cubicBezTo>
                    <a:cubicBezTo>
                      <a:pt x="4" y="20"/>
                      <a:pt x="0" y="3"/>
                      <a:pt x="0" y="3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827" name="Freeform 23">
                <a:extLst>
                  <a:ext uri="{FF2B5EF4-FFF2-40B4-BE49-F238E27FC236}">
                    <a16:creationId xmlns:a16="http://schemas.microsoft.com/office/drawing/2014/main" id="{A6504AFC-80A4-4BC4-861A-B6E38EC983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0" y="2422"/>
                <a:ext cx="236" cy="51"/>
              </a:xfrm>
              <a:custGeom>
                <a:avLst/>
                <a:gdLst>
                  <a:gd name="T0" fmla="*/ 0 w 221"/>
                  <a:gd name="T1" fmla="*/ 57 h 48"/>
                  <a:gd name="T2" fmla="*/ 207 w 221"/>
                  <a:gd name="T3" fmla="*/ 41 h 48"/>
                  <a:gd name="T4" fmla="*/ 269 w 221"/>
                  <a:gd name="T5" fmla="*/ 46 h 4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1" h="48">
                    <a:moveTo>
                      <a:pt x="0" y="48"/>
                    </a:moveTo>
                    <a:cubicBezTo>
                      <a:pt x="98" y="0"/>
                      <a:pt x="149" y="39"/>
                      <a:pt x="170" y="35"/>
                    </a:cubicBezTo>
                    <a:cubicBezTo>
                      <a:pt x="191" y="31"/>
                      <a:pt x="221" y="38"/>
                      <a:pt x="221" y="38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828" name="Freeform 24">
                <a:extLst>
                  <a:ext uri="{FF2B5EF4-FFF2-40B4-BE49-F238E27FC236}">
                    <a16:creationId xmlns:a16="http://schemas.microsoft.com/office/drawing/2014/main" id="{2F41BB17-5C05-458D-A510-9FB79E4EC3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8" y="1540"/>
                <a:ext cx="49" cy="104"/>
              </a:xfrm>
              <a:custGeom>
                <a:avLst/>
                <a:gdLst>
                  <a:gd name="T0" fmla="*/ 54 w 46"/>
                  <a:gd name="T1" fmla="*/ 120 h 97"/>
                  <a:gd name="T2" fmla="*/ 0 w 46"/>
                  <a:gd name="T3" fmla="*/ 0 h 9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6" h="97">
                    <a:moveTo>
                      <a:pt x="45" y="97"/>
                    </a:moveTo>
                    <a:cubicBezTo>
                      <a:pt x="45" y="97"/>
                      <a:pt x="46" y="50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829" name="Freeform 25">
                <a:extLst>
                  <a:ext uri="{FF2B5EF4-FFF2-40B4-BE49-F238E27FC236}">
                    <a16:creationId xmlns:a16="http://schemas.microsoft.com/office/drawing/2014/main" id="{861F212A-484E-45CC-B7A8-ECE579BA1D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4" y="1570"/>
                <a:ext cx="96" cy="36"/>
              </a:xfrm>
              <a:custGeom>
                <a:avLst/>
                <a:gdLst>
                  <a:gd name="T0" fmla="*/ 109 w 90"/>
                  <a:gd name="T1" fmla="*/ 40 h 34"/>
                  <a:gd name="T2" fmla="*/ 68 w 90"/>
                  <a:gd name="T3" fmla="*/ 28 h 34"/>
                  <a:gd name="T4" fmla="*/ 0 w 90"/>
                  <a:gd name="T5" fmla="*/ 0 h 3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0" h="34">
                    <a:moveTo>
                      <a:pt x="90" y="34"/>
                    </a:moveTo>
                    <a:cubicBezTo>
                      <a:pt x="90" y="34"/>
                      <a:pt x="73" y="23"/>
                      <a:pt x="56" y="24"/>
                    </a:cubicBezTo>
                    <a:cubicBezTo>
                      <a:pt x="40" y="26"/>
                      <a:pt x="12" y="16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830" name="Freeform 26">
                <a:extLst>
                  <a:ext uri="{FF2B5EF4-FFF2-40B4-BE49-F238E27FC236}">
                    <a16:creationId xmlns:a16="http://schemas.microsoft.com/office/drawing/2014/main" id="{9DA73F1E-1F5A-4468-A5BB-1300F1551A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4" y="1744"/>
                <a:ext cx="116" cy="57"/>
              </a:xfrm>
              <a:custGeom>
                <a:avLst/>
                <a:gdLst>
                  <a:gd name="T0" fmla="*/ 131 w 109"/>
                  <a:gd name="T1" fmla="*/ 0 h 54"/>
                  <a:gd name="T2" fmla="*/ 0 w 109"/>
                  <a:gd name="T3" fmla="*/ 63 h 5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9" h="54">
                    <a:moveTo>
                      <a:pt x="109" y="0"/>
                    </a:moveTo>
                    <a:cubicBezTo>
                      <a:pt x="109" y="0"/>
                      <a:pt x="32" y="41"/>
                      <a:pt x="0" y="54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831" name="Freeform 27">
                <a:extLst>
                  <a:ext uri="{FF2B5EF4-FFF2-40B4-BE49-F238E27FC236}">
                    <a16:creationId xmlns:a16="http://schemas.microsoft.com/office/drawing/2014/main" id="{4326F440-5B30-47F1-90BB-54671025BC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6" y="1813"/>
                <a:ext cx="47" cy="78"/>
              </a:xfrm>
              <a:custGeom>
                <a:avLst/>
                <a:gdLst>
                  <a:gd name="T0" fmla="*/ 0 w 44"/>
                  <a:gd name="T1" fmla="*/ 0 h 73"/>
                  <a:gd name="T2" fmla="*/ 20 w 44"/>
                  <a:gd name="T3" fmla="*/ 26 h 73"/>
                  <a:gd name="T4" fmla="*/ 51 w 44"/>
                  <a:gd name="T5" fmla="*/ 89 h 7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4" h="73">
                    <a:moveTo>
                      <a:pt x="0" y="0"/>
                    </a:moveTo>
                    <a:cubicBezTo>
                      <a:pt x="0" y="0"/>
                      <a:pt x="3" y="15"/>
                      <a:pt x="17" y="21"/>
                    </a:cubicBezTo>
                    <a:cubicBezTo>
                      <a:pt x="31" y="27"/>
                      <a:pt x="44" y="53"/>
                      <a:pt x="42" y="73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832" name="Freeform 28">
                <a:extLst>
                  <a:ext uri="{FF2B5EF4-FFF2-40B4-BE49-F238E27FC236}">
                    <a16:creationId xmlns:a16="http://schemas.microsoft.com/office/drawing/2014/main" id="{53627B71-DFBD-45C6-BBA8-E84D59EAEC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6" y="1850"/>
                <a:ext cx="20" cy="5"/>
              </a:xfrm>
              <a:custGeom>
                <a:avLst/>
                <a:gdLst>
                  <a:gd name="T0" fmla="*/ 0 w 19"/>
                  <a:gd name="T1" fmla="*/ 0 h 4"/>
                  <a:gd name="T2" fmla="*/ 22 w 19"/>
                  <a:gd name="T3" fmla="*/ 6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4">
                    <a:moveTo>
                      <a:pt x="0" y="0"/>
                    </a:moveTo>
                    <a:cubicBezTo>
                      <a:pt x="0" y="0"/>
                      <a:pt x="11" y="4"/>
                      <a:pt x="19" y="3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833" name="Freeform 29">
                <a:extLst>
                  <a:ext uri="{FF2B5EF4-FFF2-40B4-BE49-F238E27FC236}">
                    <a16:creationId xmlns:a16="http://schemas.microsoft.com/office/drawing/2014/main" id="{48E98806-8883-422B-A601-7244A625CE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0" y="2342"/>
                <a:ext cx="58" cy="158"/>
              </a:xfrm>
              <a:custGeom>
                <a:avLst/>
                <a:gdLst>
                  <a:gd name="T0" fmla="*/ 41 w 55"/>
                  <a:gd name="T1" fmla="*/ 180 h 148"/>
                  <a:gd name="T2" fmla="*/ 28 w 55"/>
                  <a:gd name="T3" fmla="*/ 138 h 148"/>
                  <a:gd name="T4" fmla="*/ 16 w 55"/>
                  <a:gd name="T5" fmla="*/ 121 h 148"/>
                  <a:gd name="T6" fmla="*/ 4 w 55"/>
                  <a:gd name="T7" fmla="*/ 96 h 148"/>
                  <a:gd name="T8" fmla="*/ 2 w 55"/>
                  <a:gd name="T9" fmla="*/ 82 h 148"/>
                  <a:gd name="T10" fmla="*/ 2 w 55"/>
                  <a:gd name="T11" fmla="*/ 47 h 148"/>
                  <a:gd name="T12" fmla="*/ 13 w 55"/>
                  <a:gd name="T13" fmla="*/ 27 h 148"/>
                  <a:gd name="T14" fmla="*/ 34 w 55"/>
                  <a:gd name="T15" fmla="*/ 0 h 148"/>
                  <a:gd name="T16" fmla="*/ 39 w 55"/>
                  <a:gd name="T17" fmla="*/ 15 h 148"/>
                  <a:gd name="T18" fmla="*/ 64 w 55"/>
                  <a:gd name="T19" fmla="*/ 130 h 14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5" h="148">
                    <a:moveTo>
                      <a:pt x="35" y="148"/>
                    </a:moveTo>
                    <a:cubicBezTo>
                      <a:pt x="35" y="148"/>
                      <a:pt x="37" y="123"/>
                      <a:pt x="25" y="113"/>
                    </a:cubicBezTo>
                    <a:cubicBezTo>
                      <a:pt x="13" y="102"/>
                      <a:pt x="13" y="105"/>
                      <a:pt x="13" y="99"/>
                    </a:cubicBezTo>
                    <a:cubicBezTo>
                      <a:pt x="13" y="94"/>
                      <a:pt x="7" y="83"/>
                      <a:pt x="4" y="79"/>
                    </a:cubicBezTo>
                    <a:cubicBezTo>
                      <a:pt x="1" y="75"/>
                      <a:pt x="1" y="73"/>
                      <a:pt x="2" y="67"/>
                    </a:cubicBezTo>
                    <a:cubicBezTo>
                      <a:pt x="4" y="61"/>
                      <a:pt x="5" y="45"/>
                      <a:pt x="2" y="38"/>
                    </a:cubicBezTo>
                    <a:cubicBezTo>
                      <a:pt x="0" y="32"/>
                      <a:pt x="5" y="27"/>
                      <a:pt x="10" y="22"/>
                    </a:cubicBezTo>
                    <a:cubicBezTo>
                      <a:pt x="14" y="17"/>
                      <a:pt x="28" y="0"/>
                      <a:pt x="28" y="0"/>
                    </a:cubicBezTo>
                    <a:cubicBezTo>
                      <a:pt x="28" y="0"/>
                      <a:pt x="33" y="3"/>
                      <a:pt x="33" y="12"/>
                    </a:cubicBezTo>
                    <a:cubicBezTo>
                      <a:pt x="33" y="22"/>
                      <a:pt x="15" y="95"/>
                      <a:pt x="55" y="107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834" name="Freeform 30">
                <a:extLst>
                  <a:ext uri="{FF2B5EF4-FFF2-40B4-BE49-F238E27FC236}">
                    <a16:creationId xmlns:a16="http://schemas.microsoft.com/office/drawing/2014/main" id="{0686F739-1915-46F0-9017-CF094D7C4F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0" y="2332"/>
                <a:ext cx="39" cy="34"/>
              </a:xfrm>
              <a:custGeom>
                <a:avLst/>
                <a:gdLst>
                  <a:gd name="T0" fmla="*/ 0 w 36"/>
                  <a:gd name="T1" fmla="*/ 3 h 31"/>
                  <a:gd name="T2" fmla="*/ 46 w 36"/>
                  <a:gd name="T3" fmla="*/ 41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6" h="31">
                    <a:moveTo>
                      <a:pt x="0" y="3"/>
                    </a:moveTo>
                    <a:cubicBezTo>
                      <a:pt x="0" y="3"/>
                      <a:pt x="26" y="0"/>
                      <a:pt x="36" y="31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835" name="Freeform 31">
                <a:extLst>
                  <a:ext uri="{FF2B5EF4-FFF2-40B4-BE49-F238E27FC236}">
                    <a16:creationId xmlns:a16="http://schemas.microsoft.com/office/drawing/2014/main" id="{FBE001A6-7EBF-43D4-ACC8-026582A56D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1" y="2417"/>
                <a:ext cx="32" cy="33"/>
              </a:xfrm>
              <a:custGeom>
                <a:avLst/>
                <a:gdLst>
                  <a:gd name="T0" fmla="*/ 33 w 30"/>
                  <a:gd name="T1" fmla="*/ 28 h 31"/>
                  <a:gd name="T2" fmla="*/ 7 w 30"/>
                  <a:gd name="T3" fmla="*/ 32 h 31"/>
                  <a:gd name="T4" fmla="*/ 18 w 30"/>
                  <a:gd name="T5" fmla="*/ 1 h 31"/>
                  <a:gd name="T6" fmla="*/ 33 w 30"/>
                  <a:gd name="T7" fmla="*/ 28 h 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0" h="31">
                    <a:moveTo>
                      <a:pt x="27" y="23"/>
                    </a:moveTo>
                    <a:cubicBezTo>
                      <a:pt x="27" y="23"/>
                      <a:pt x="14" y="31"/>
                      <a:pt x="7" y="26"/>
                    </a:cubicBezTo>
                    <a:cubicBezTo>
                      <a:pt x="7" y="26"/>
                      <a:pt x="0" y="1"/>
                      <a:pt x="15" y="1"/>
                    </a:cubicBezTo>
                    <a:cubicBezTo>
                      <a:pt x="30" y="0"/>
                      <a:pt x="27" y="23"/>
                      <a:pt x="27" y="23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836" name="Freeform 32">
                <a:extLst>
                  <a:ext uri="{FF2B5EF4-FFF2-40B4-BE49-F238E27FC236}">
                    <a16:creationId xmlns:a16="http://schemas.microsoft.com/office/drawing/2014/main" id="{89555EA2-0347-4FF3-AD4E-DECB86F68F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6" y="2488"/>
                <a:ext cx="25" cy="18"/>
              </a:xfrm>
              <a:custGeom>
                <a:avLst/>
                <a:gdLst>
                  <a:gd name="T0" fmla="*/ 0 w 23"/>
                  <a:gd name="T1" fmla="*/ 6 h 17"/>
                  <a:gd name="T2" fmla="*/ 17 w 23"/>
                  <a:gd name="T3" fmla="*/ 4 h 17"/>
                  <a:gd name="T4" fmla="*/ 29 w 23"/>
                  <a:gd name="T5" fmla="*/ 20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17">
                    <a:moveTo>
                      <a:pt x="0" y="6"/>
                    </a:moveTo>
                    <a:cubicBezTo>
                      <a:pt x="0" y="6"/>
                      <a:pt x="6" y="0"/>
                      <a:pt x="14" y="4"/>
                    </a:cubicBezTo>
                    <a:cubicBezTo>
                      <a:pt x="23" y="8"/>
                      <a:pt x="23" y="17"/>
                      <a:pt x="23" y="17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837" name="Freeform 33">
                <a:extLst>
                  <a:ext uri="{FF2B5EF4-FFF2-40B4-BE49-F238E27FC236}">
                    <a16:creationId xmlns:a16="http://schemas.microsoft.com/office/drawing/2014/main" id="{DCB29F57-65FB-47AB-A7B4-0138AEFC76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7" y="2432"/>
                <a:ext cx="47" cy="46"/>
              </a:xfrm>
              <a:custGeom>
                <a:avLst/>
                <a:gdLst>
                  <a:gd name="T0" fmla="*/ 53 w 44"/>
                  <a:gd name="T1" fmla="*/ 52 h 43"/>
                  <a:gd name="T2" fmla="*/ 26 w 44"/>
                  <a:gd name="T3" fmla="*/ 30 h 43"/>
                  <a:gd name="T4" fmla="*/ 0 w 44"/>
                  <a:gd name="T5" fmla="*/ 0 h 4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4" h="43">
                    <a:moveTo>
                      <a:pt x="44" y="43"/>
                    </a:moveTo>
                    <a:cubicBezTo>
                      <a:pt x="44" y="43"/>
                      <a:pt x="39" y="29"/>
                      <a:pt x="21" y="24"/>
                    </a:cubicBezTo>
                    <a:cubicBezTo>
                      <a:pt x="21" y="24"/>
                      <a:pt x="18" y="9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838" name="Freeform 34">
                <a:extLst>
                  <a:ext uri="{FF2B5EF4-FFF2-40B4-BE49-F238E27FC236}">
                    <a16:creationId xmlns:a16="http://schemas.microsoft.com/office/drawing/2014/main" id="{F2FE1CE6-3994-4FD1-A52C-9ED996DAD4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0" y="2416"/>
                <a:ext cx="28" cy="22"/>
              </a:xfrm>
              <a:custGeom>
                <a:avLst/>
                <a:gdLst>
                  <a:gd name="T0" fmla="*/ 32 w 26"/>
                  <a:gd name="T1" fmla="*/ 24 h 21"/>
                  <a:gd name="T2" fmla="*/ 17 w 26"/>
                  <a:gd name="T3" fmla="*/ 18 h 21"/>
                  <a:gd name="T4" fmla="*/ 0 w 26"/>
                  <a:gd name="T5" fmla="*/ 0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21">
                    <a:moveTo>
                      <a:pt x="26" y="21"/>
                    </a:moveTo>
                    <a:cubicBezTo>
                      <a:pt x="26" y="21"/>
                      <a:pt x="20" y="16"/>
                      <a:pt x="14" y="15"/>
                    </a:cubicBezTo>
                    <a:cubicBezTo>
                      <a:pt x="9" y="14"/>
                      <a:pt x="8" y="3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839" name="Freeform 35">
                <a:extLst>
                  <a:ext uri="{FF2B5EF4-FFF2-40B4-BE49-F238E27FC236}">
                    <a16:creationId xmlns:a16="http://schemas.microsoft.com/office/drawing/2014/main" id="{F63DB2EF-8763-43B4-BED7-8383087945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6" y="2363"/>
                <a:ext cx="21" cy="63"/>
              </a:xfrm>
              <a:custGeom>
                <a:avLst/>
                <a:gdLst>
                  <a:gd name="T0" fmla="*/ 0 w 20"/>
                  <a:gd name="T1" fmla="*/ 72 h 59"/>
                  <a:gd name="T2" fmla="*/ 5 w 20"/>
                  <a:gd name="T3" fmla="*/ 49 h 59"/>
                  <a:gd name="T4" fmla="*/ 14 w 20"/>
                  <a:gd name="T5" fmla="*/ 23 h 59"/>
                  <a:gd name="T6" fmla="*/ 23 w 20"/>
                  <a:gd name="T7" fmla="*/ 0 h 5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59">
                    <a:moveTo>
                      <a:pt x="0" y="59"/>
                    </a:moveTo>
                    <a:cubicBezTo>
                      <a:pt x="0" y="59"/>
                      <a:pt x="7" y="49"/>
                      <a:pt x="5" y="40"/>
                    </a:cubicBezTo>
                    <a:cubicBezTo>
                      <a:pt x="4" y="30"/>
                      <a:pt x="7" y="25"/>
                      <a:pt x="11" y="20"/>
                    </a:cubicBezTo>
                    <a:cubicBezTo>
                      <a:pt x="15" y="14"/>
                      <a:pt x="19" y="7"/>
                      <a:pt x="20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840" name="Freeform 36">
                <a:extLst>
                  <a:ext uri="{FF2B5EF4-FFF2-40B4-BE49-F238E27FC236}">
                    <a16:creationId xmlns:a16="http://schemas.microsoft.com/office/drawing/2014/main" id="{18895B30-95A4-42D4-B3F7-E2D4A8E0D0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6" y="2384"/>
                <a:ext cx="12" cy="19"/>
              </a:xfrm>
              <a:custGeom>
                <a:avLst/>
                <a:gdLst>
                  <a:gd name="T0" fmla="*/ 0 w 12"/>
                  <a:gd name="T1" fmla="*/ 0 h 18"/>
                  <a:gd name="T2" fmla="*/ 3 w 12"/>
                  <a:gd name="T3" fmla="*/ 16 h 18"/>
                  <a:gd name="T4" fmla="*/ 12 w 12"/>
                  <a:gd name="T5" fmla="*/ 21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8">
                    <a:moveTo>
                      <a:pt x="0" y="0"/>
                    </a:moveTo>
                    <a:cubicBezTo>
                      <a:pt x="0" y="0"/>
                      <a:pt x="4" y="9"/>
                      <a:pt x="3" y="13"/>
                    </a:cubicBezTo>
                    <a:cubicBezTo>
                      <a:pt x="3" y="18"/>
                      <a:pt x="12" y="18"/>
                      <a:pt x="12" y="18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841" name="Freeform 37">
                <a:extLst>
                  <a:ext uri="{FF2B5EF4-FFF2-40B4-BE49-F238E27FC236}">
                    <a16:creationId xmlns:a16="http://schemas.microsoft.com/office/drawing/2014/main" id="{BEC5ABD3-00EB-4A90-988A-299C6B3B79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4" y="1213"/>
                <a:ext cx="77" cy="53"/>
              </a:xfrm>
              <a:custGeom>
                <a:avLst/>
                <a:gdLst>
                  <a:gd name="T0" fmla="*/ 0 w 72"/>
                  <a:gd name="T1" fmla="*/ 0 h 50"/>
                  <a:gd name="T2" fmla="*/ 88 w 72"/>
                  <a:gd name="T3" fmla="*/ 59 h 5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2" h="50">
                    <a:moveTo>
                      <a:pt x="0" y="0"/>
                    </a:moveTo>
                    <a:cubicBezTo>
                      <a:pt x="0" y="0"/>
                      <a:pt x="8" y="33"/>
                      <a:pt x="72" y="5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842" name="Freeform 38">
                <a:extLst>
                  <a:ext uri="{FF2B5EF4-FFF2-40B4-BE49-F238E27FC236}">
                    <a16:creationId xmlns:a16="http://schemas.microsoft.com/office/drawing/2014/main" id="{F586DB36-4ED4-4BB1-ABDD-D9BD1D28D6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7" y="1211"/>
                <a:ext cx="9" cy="44"/>
              </a:xfrm>
              <a:custGeom>
                <a:avLst/>
                <a:gdLst>
                  <a:gd name="T0" fmla="*/ 4 w 9"/>
                  <a:gd name="T1" fmla="*/ 0 h 42"/>
                  <a:gd name="T2" fmla="*/ 0 w 9"/>
                  <a:gd name="T3" fmla="*/ 48 h 4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42">
                    <a:moveTo>
                      <a:pt x="4" y="0"/>
                    </a:moveTo>
                    <a:cubicBezTo>
                      <a:pt x="4" y="0"/>
                      <a:pt x="9" y="22"/>
                      <a:pt x="0" y="42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843" name="Freeform 39">
                <a:extLst>
                  <a:ext uri="{FF2B5EF4-FFF2-40B4-BE49-F238E27FC236}">
                    <a16:creationId xmlns:a16="http://schemas.microsoft.com/office/drawing/2014/main" id="{7D79EA75-9E35-45B1-B234-88BAA249C4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4" y="1113"/>
                <a:ext cx="9" cy="17"/>
              </a:xfrm>
              <a:custGeom>
                <a:avLst/>
                <a:gdLst>
                  <a:gd name="T0" fmla="*/ 11 w 8"/>
                  <a:gd name="T1" fmla="*/ 0 h 16"/>
                  <a:gd name="T2" fmla="*/ 11 w 8"/>
                  <a:gd name="T3" fmla="*/ 19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16">
                    <a:moveTo>
                      <a:pt x="8" y="0"/>
                    </a:moveTo>
                    <a:cubicBezTo>
                      <a:pt x="8" y="0"/>
                      <a:pt x="0" y="4"/>
                      <a:pt x="8" y="16"/>
                    </a:cubicBezTo>
                  </a:path>
                </a:pathLst>
              </a:custGeom>
              <a:noFill/>
              <a:ln w="3175" cap="rnd">
                <a:solidFill>
                  <a:srgbClr val="9569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844" name="Freeform 40">
                <a:extLst>
                  <a:ext uri="{FF2B5EF4-FFF2-40B4-BE49-F238E27FC236}">
                    <a16:creationId xmlns:a16="http://schemas.microsoft.com/office/drawing/2014/main" id="{5135442B-6055-4F70-A46E-2E3B93E824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6" y="1042"/>
                <a:ext cx="21" cy="63"/>
              </a:xfrm>
              <a:custGeom>
                <a:avLst/>
                <a:gdLst>
                  <a:gd name="T0" fmla="*/ 23 w 20"/>
                  <a:gd name="T1" fmla="*/ 0 h 59"/>
                  <a:gd name="T2" fmla="*/ 15 w 20"/>
                  <a:gd name="T3" fmla="*/ 11 h 59"/>
                  <a:gd name="T4" fmla="*/ 6 w 20"/>
                  <a:gd name="T5" fmla="*/ 30 h 59"/>
                  <a:gd name="T6" fmla="*/ 5 w 20"/>
                  <a:gd name="T7" fmla="*/ 50 h 59"/>
                  <a:gd name="T8" fmla="*/ 0 w 20"/>
                  <a:gd name="T9" fmla="*/ 72 h 59"/>
                  <a:gd name="T10" fmla="*/ 3 w 20"/>
                  <a:gd name="T11" fmla="*/ 62 h 59"/>
                  <a:gd name="T12" fmla="*/ 6 w 20"/>
                  <a:gd name="T13" fmla="*/ 49 h 59"/>
                  <a:gd name="T14" fmla="*/ 9 w 20"/>
                  <a:gd name="T15" fmla="*/ 31 h 59"/>
                  <a:gd name="T16" fmla="*/ 14 w 20"/>
                  <a:gd name="T17" fmla="*/ 17 h 59"/>
                  <a:gd name="T18" fmla="*/ 17 w 20"/>
                  <a:gd name="T19" fmla="*/ 12 h 59"/>
                  <a:gd name="T20" fmla="*/ 21 w 20"/>
                  <a:gd name="T21" fmla="*/ 2 h 5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0" h="59">
                    <a:moveTo>
                      <a:pt x="20" y="0"/>
                    </a:moveTo>
                    <a:cubicBezTo>
                      <a:pt x="17" y="2"/>
                      <a:pt x="14" y="6"/>
                      <a:pt x="12" y="8"/>
                    </a:cubicBezTo>
                    <a:cubicBezTo>
                      <a:pt x="8" y="13"/>
                      <a:pt x="7" y="18"/>
                      <a:pt x="6" y="24"/>
                    </a:cubicBezTo>
                    <a:cubicBezTo>
                      <a:pt x="5" y="30"/>
                      <a:pt x="5" y="35"/>
                      <a:pt x="5" y="41"/>
                    </a:cubicBezTo>
                    <a:cubicBezTo>
                      <a:pt x="4" y="47"/>
                      <a:pt x="2" y="53"/>
                      <a:pt x="0" y="59"/>
                    </a:cubicBezTo>
                    <a:cubicBezTo>
                      <a:pt x="0" y="56"/>
                      <a:pt x="2" y="53"/>
                      <a:pt x="3" y="51"/>
                    </a:cubicBezTo>
                    <a:cubicBezTo>
                      <a:pt x="4" y="47"/>
                      <a:pt x="5" y="43"/>
                      <a:pt x="6" y="40"/>
                    </a:cubicBezTo>
                    <a:cubicBezTo>
                      <a:pt x="7" y="35"/>
                      <a:pt x="8" y="30"/>
                      <a:pt x="9" y="25"/>
                    </a:cubicBezTo>
                    <a:cubicBezTo>
                      <a:pt x="9" y="21"/>
                      <a:pt x="9" y="18"/>
                      <a:pt x="11" y="14"/>
                    </a:cubicBezTo>
                    <a:cubicBezTo>
                      <a:pt x="12" y="12"/>
                      <a:pt x="13" y="10"/>
                      <a:pt x="14" y="9"/>
                    </a:cubicBezTo>
                    <a:cubicBezTo>
                      <a:pt x="15" y="7"/>
                      <a:pt x="17" y="4"/>
                      <a:pt x="18" y="2"/>
                    </a:cubicBezTo>
                  </a:path>
                </a:pathLst>
              </a:custGeom>
              <a:solidFill>
                <a:srgbClr val="C9A1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845" name="Freeform 41">
                <a:extLst>
                  <a:ext uri="{FF2B5EF4-FFF2-40B4-BE49-F238E27FC236}">
                    <a16:creationId xmlns:a16="http://schemas.microsoft.com/office/drawing/2014/main" id="{13D71A50-75C8-479D-9694-80C4C02E77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9" y="1115"/>
                <a:ext cx="10" cy="18"/>
              </a:xfrm>
              <a:custGeom>
                <a:avLst/>
                <a:gdLst>
                  <a:gd name="T0" fmla="*/ 11 w 9"/>
                  <a:gd name="T1" fmla="*/ 0 h 17"/>
                  <a:gd name="T2" fmla="*/ 12 w 9"/>
                  <a:gd name="T3" fmla="*/ 20 h 17"/>
                  <a:gd name="T4" fmla="*/ 11 w 9"/>
                  <a:gd name="T5" fmla="*/ 1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7">
                    <a:moveTo>
                      <a:pt x="8" y="0"/>
                    </a:moveTo>
                    <a:cubicBezTo>
                      <a:pt x="9" y="6"/>
                      <a:pt x="5" y="11"/>
                      <a:pt x="9" y="17"/>
                    </a:cubicBezTo>
                    <a:cubicBezTo>
                      <a:pt x="1" y="13"/>
                      <a:pt x="0" y="6"/>
                      <a:pt x="8" y="1"/>
                    </a:cubicBezTo>
                  </a:path>
                </a:pathLst>
              </a:custGeom>
              <a:solidFill>
                <a:srgbClr val="C9A1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846" name="Freeform 42">
                <a:extLst>
                  <a:ext uri="{FF2B5EF4-FFF2-40B4-BE49-F238E27FC236}">
                    <a16:creationId xmlns:a16="http://schemas.microsoft.com/office/drawing/2014/main" id="{663E6A09-0DF4-41AE-A2D4-8C7B372958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3" y="1023"/>
                <a:ext cx="10" cy="75"/>
              </a:xfrm>
              <a:custGeom>
                <a:avLst/>
                <a:gdLst>
                  <a:gd name="T0" fmla="*/ 2 w 10"/>
                  <a:gd name="T1" fmla="*/ 86 h 70"/>
                  <a:gd name="T2" fmla="*/ 0 w 10"/>
                  <a:gd name="T3" fmla="*/ 0 h 7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70">
                    <a:moveTo>
                      <a:pt x="2" y="70"/>
                    </a:moveTo>
                    <a:cubicBezTo>
                      <a:pt x="2" y="70"/>
                      <a:pt x="10" y="26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847" name="Freeform 43">
                <a:extLst>
                  <a:ext uri="{FF2B5EF4-FFF2-40B4-BE49-F238E27FC236}">
                    <a16:creationId xmlns:a16="http://schemas.microsoft.com/office/drawing/2014/main" id="{1539297C-5949-475D-93DE-11737A8498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2" y="1014"/>
                <a:ext cx="25" cy="24"/>
              </a:xfrm>
              <a:custGeom>
                <a:avLst/>
                <a:gdLst>
                  <a:gd name="T0" fmla="*/ 29 w 23"/>
                  <a:gd name="T1" fmla="*/ 28 h 22"/>
                  <a:gd name="T2" fmla="*/ 5 w 23"/>
                  <a:gd name="T3" fmla="*/ 27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22">
                    <a:moveTo>
                      <a:pt x="23" y="22"/>
                    </a:moveTo>
                    <a:cubicBezTo>
                      <a:pt x="23" y="22"/>
                      <a:pt x="0" y="0"/>
                      <a:pt x="5" y="21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848" name="Freeform 44">
                <a:extLst>
                  <a:ext uri="{FF2B5EF4-FFF2-40B4-BE49-F238E27FC236}">
                    <a16:creationId xmlns:a16="http://schemas.microsoft.com/office/drawing/2014/main" id="{29584881-5AB6-4BDC-9A11-A024D1F1B6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9" y="1046"/>
                <a:ext cx="18" cy="22"/>
              </a:xfrm>
              <a:custGeom>
                <a:avLst/>
                <a:gdLst>
                  <a:gd name="T0" fmla="*/ 20 w 17"/>
                  <a:gd name="T1" fmla="*/ 0 h 20"/>
                  <a:gd name="T2" fmla="*/ 20 w 17"/>
                  <a:gd name="T3" fmla="*/ 26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20">
                    <a:moveTo>
                      <a:pt x="17" y="0"/>
                    </a:moveTo>
                    <a:cubicBezTo>
                      <a:pt x="17" y="0"/>
                      <a:pt x="0" y="9"/>
                      <a:pt x="17" y="2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849" name="Freeform 45">
                <a:extLst>
                  <a:ext uri="{FF2B5EF4-FFF2-40B4-BE49-F238E27FC236}">
                    <a16:creationId xmlns:a16="http://schemas.microsoft.com/office/drawing/2014/main" id="{DDB34293-0DCA-4374-9D52-EFE8EAF6EB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8" y="2932"/>
                <a:ext cx="64" cy="86"/>
              </a:xfrm>
              <a:custGeom>
                <a:avLst/>
                <a:gdLst>
                  <a:gd name="T0" fmla="*/ 0 w 60"/>
                  <a:gd name="T1" fmla="*/ 0 h 81"/>
                  <a:gd name="T2" fmla="*/ 37 w 60"/>
                  <a:gd name="T3" fmla="*/ 37 h 81"/>
                  <a:gd name="T4" fmla="*/ 73 w 60"/>
                  <a:gd name="T5" fmla="*/ 97 h 8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0" h="81">
                    <a:moveTo>
                      <a:pt x="0" y="0"/>
                    </a:moveTo>
                    <a:cubicBezTo>
                      <a:pt x="9" y="3"/>
                      <a:pt x="23" y="23"/>
                      <a:pt x="31" y="31"/>
                    </a:cubicBezTo>
                    <a:cubicBezTo>
                      <a:pt x="46" y="47"/>
                      <a:pt x="52" y="61"/>
                      <a:pt x="60" y="81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850" name="Freeform 46">
                <a:extLst>
                  <a:ext uri="{FF2B5EF4-FFF2-40B4-BE49-F238E27FC236}">
                    <a16:creationId xmlns:a16="http://schemas.microsoft.com/office/drawing/2014/main" id="{CDA9CC8D-2808-4ED4-8FFA-1F35728B56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2" y="3047"/>
                <a:ext cx="210" cy="52"/>
              </a:xfrm>
              <a:custGeom>
                <a:avLst/>
                <a:gdLst>
                  <a:gd name="T0" fmla="*/ 0 w 197"/>
                  <a:gd name="T1" fmla="*/ 0 h 49"/>
                  <a:gd name="T2" fmla="*/ 35 w 197"/>
                  <a:gd name="T3" fmla="*/ 22 h 49"/>
                  <a:gd name="T4" fmla="*/ 82 w 197"/>
                  <a:gd name="T5" fmla="*/ 48 h 49"/>
                  <a:gd name="T6" fmla="*/ 149 w 197"/>
                  <a:gd name="T7" fmla="*/ 57 h 49"/>
                  <a:gd name="T8" fmla="*/ 239 w 197"/>
                  <a:gd name="T9" fmla="*/ 34 h 4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7" h="49">
                    <a:moveTo>
                      <a:pt x="0" y="0"/>
                    </a:moveTo>
                    <a:cubicBezTo>
                      <a:pt x="6" y="9"/>
                      <a:pt x="20" y="13"/>
                      <a:pt x="29" y="19"/>
                    </a:cubicBezTo>
                    <a:cubicBezTo>
                      <a:pt x="41" y="27"/>
                      <a:pt x="54" y="35"/>
                      <a:pt x="68" y="40"/>
                    </a:cubicBezTo>
                    <a:cubicBezTo>
                      <a:pt x="86" y="46"/>
                      <a:pt x="105" y="49"/>
                      <a:pt x="123" y="48"/>
                    </a:cubicBezTo>
                    <a:cubicBezTo>
                      <a:pt x="150" y="47"/>
                      <a:pt x="172" y="34"/>
                      <a:pt x="197" y="28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851" name="Freeform 47">
                <a:extLst>
                  <a:ext uri="{FF2B5EF4-FFF2-40B4-BE49-F238E27FC236}">
                    <a16:creationId xmlns:a16="http://schemas.microsoft.com/office/drawing/2014/main" id="{0A1E9492-7CDB-4B08-B5CC-A6A53EC068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5" y="3056"/>
                <a:ext cx="38" cy="15"/>
              </a:xfrm>
              <a:custGeom>
                <a:avLst/>
                <a:gdLst>
                  <a:gd name="T0" fmla="*/ 0 w 36"/>
                  <a:gd name="T1" fmla="*/ 0 h 15"/>
                  <a:gd name="T2" fmla="*/ 42 w 36"/>
                  <a:gd name="T3" fmla="*/ 15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6" h="15">
                    <a:moveTo>
                      <a:pt x="0" y="0"/>
                    </a:moveTo>
                    <a:cubicBezTo>
                      <a:pt x="11" y="6"/>
                      <a:pt x="25" y="8"/>
                      <a:pt x="36" y="15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852" name="Freeform 48">
                <a:extLst>
                  <a:ext uri="{FF2B5EF4-FFF2-40B4-BE49-F238E27FC236}">
                    <a16:creationId xmlns:a16="http://schemas.microsoft.com/office/drawing/2014/main" id="{97BC580D-9515-41CA-910E-BBEE094C1D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2" y="3113"/>
                <a:ext cx="56" cy="8"/>
              </a:xfrm>
              <a:custGeom>
                <a:avLst/>
                <a:gdLst>
                  <a:gd name="T0" fmla="*/ 0 w 53"/>
                  <a:gd name="T1" fmla="*/ 2 h 7"/>
                  <a:gd name="T2" fmla="*/ 62 w 53"/>
                  <a:gd name="T3" fmla="*/ 1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3" h="7">
                    <a:moveTo>
                      <a:pt x="0" y="2"/>
                    </a:moveTo>
                    <a:cubicBezTo>
                      <a:pt x="17" y="1"/>
                      <a:pt x="38" y="0"/>
                      <a:pt x="53" y="7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853" name="Freeform 49">
                <a:extLst>
                  <a:ext uri="{FF2B5EF4-FFF2-40B4-BE49-F238E27FC236}">
                    <a16:creationId xmlns:a16="http://schemas.microsoft.com/office/drawing/2014/main" id="{8CD552A3-3DF3-4C87-8635-DFAC16138D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4" y="2739"/>
                <a:ext cx="59" cy="23"/>
              </a:xfrm>
              <a:custGeom>
                <a:avLst/>
                <a:gdLst>
                  <a:gd name="T0" fmla="*/ 0 w 56"/>
                  <a:gd name="T1" fmla="*/ 0 h 22"/>
                  <a:gd name="T2" fmla="*/ 65 w 56"/>
                  <a:gd name="T3" fmla="*/ 25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6" h="22">
                    <a:moveTo>
                      <a:pt x="0" y="0"/>
                    </a:moveTo>
                    <a:cubicBezTo>
                      <a:pt x="21" y="7"/>
                      <a:pt x="38" y="8"/>
                      <a:pt x="56" y="22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854" name="Freeform 50">
                <a:extLst>
                  <a:ext uri="{FF2B5EF4-FFF2-40B4-BE49-F238E27FC236}">
                    <a16:creationId xmlns:a16="http://schemas.microsoft.com/office/drawing/2014/main" id="{9C2E5138-4D12-450B-9B3D-34DEA1CA0A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4" y="3747"/>
                <a:ext cx="103" cy="13"/>
              </a:xfrm>
              <a:custGeom>
                <a:avLst/>
                <a:gdLst>
                  <a:gd name="T0" fmla="*/ 0 w 97"/>
                  <a:gd name="T1" fmla="*/ 5 h 13"/>
                  <a:gd name="T2" fmla="*/ 34 w 97"/>
                  <a:gd name="T3" fmla="*/ 12 h 13"/>
                  <a:gd name="T4" fmla="*/ 66 w 97"/>
                  <a:gd name="T5" fmla="*/ 6 h 13"/>
                  <a:gd name="T6" fmla="*/ 116 w 97"/>
                  <a:gd name="T7" fmla="*/ 13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7" h="13">
                    <a:moveTo>
                      <a:pt x="0" y="5"/>
                    </a:moveTo>
                    <a:cubicBezTo>
                      <a:pt x="9" y="7"/>
                      <a:pt x="18" y="12"/>
                      <a:pt x="28" y="12"/>
                    </a:cubicBezTo>
                    <a:cubicBezTo>
                      <a:pt x="38" y="12"/>
                      <a:pt x="46" y="9"/>
                      <a:pt x="55" y="6"/>
                    </a:cubicBezTo>
                    <a:cubicBezTo>
                      <a:pt x="69" y="0"/>
                      <a:pt x="86" y="1"/>
                      <a:pt x="97" y="13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855" name="Freeform 51">
                <a:extLst>
                  <a:ext uri="{FF2B5EF4-FFF2-40B4-BE49-F238E27FC236}">
                    <a16:creationId xmlns:a16="http://schemas.microsoft.com/office/drawing/2014/main" id="{7A370DE4-0454-406F-804D-0C9CEA54BC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8" y="3647"/>
                <a:ext cx="44" cy="8"/>
              </a:xfrm>
              <a:custGeom>
                <a:avLst/>
                <a:gdLst>
                  <a:gd name="T0" fmla="*/ 0 w 41"/>
                  <a:gd name="T1" fmla="*/ 0 h 7"/>
                  <a:gd name="T2" fmla="*/ 50 w 41"/>
                  <a:gd name="T3" fmla="*/ 1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1" h="7">
                    <a:moveTo>
                      <a:pt x="0" y="0"/>
                    </a:moveTo>
                    <a:cubicBezTo>
                      <a:pt x="13" y="0"/>
                      <a:pt x="28" y="5"/>
                      <a:pt x="41" y="7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856" name="Freeform 52">
                <a:extLst>
                  <a:ext uri="{FF2B5EF4-FFF2-40B4-BE49-F238E27FC236}">
                    <a16:creationId xmlns:a16="http://schemas.microsoft.com/office/drawing/2014/main" id="{7DA2E20F-8854-406A-9AEF-8DFECA7B43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8" y="3941"/>
                <a:ext cx="39" cy="37"/>
              </a:xfrm>
              <a:custGeom>
                <a:avLst/>
                <a:gdLst>
                  <a:gd name="T0" fmla="*/ 4 w 36"/>
                  <a:gd name="T1" fmla="*/ 41 h 35"/>
                  <a:gd name="T2" fmla="*/ 14 w 36"/>
                  <a:gd name="T3" fmla="*/ 14 h 35"/>
                  <a:gd name="T4" fmla="*/ 31 w 36"/>
                  <a:gd name="T5" fmla="*/ 4 h 35"/>
                  <a:gd name="T6" fmla="*/ 46 w 36"/>
                  <a:gd name="T7" fmla="*/ 0 h 3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6" h="35">
                    <a:moveTo>
                      <a:pt x="4" y="35"/>
                    </a:moveTo>
                    <a:cubicBezTo>
                      <a:pt x="0" y="26"/>
                      <a:pt x="2" y="15"/>
                      <a:pt x="11" y="11"/>
                    </a:cubicBezTo>
                    <a:cubicBezTo>
                      <a:pt x="16" y="9"/>
                      <a:pt x="21" y="6"/>
                      <a:pt x="25" y="4"/>
                    </a:cubicBezTo>
                    <a:cubicBezTo>
                      <a:pt x="29" y="3"/>
                      <a:pt x="33" y="2"/>
                      <a:pt x="36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857" name="Freeform 53">
                <a:extLst>
                  <a:ext uri="{FF2B5EF4-FFF2-40B4-BE49-F238E27FC236}">
                    <a16:creationId xmlns:a16="http://schemas.microsoft.com/office/drawing/2014/main" id="{6713A863-7FCF-4EE5-A2D6-FF47C0803C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0" y="3921"/>
                <a:ext cx="14" cy="22"/>
              </a:xfrm>
              <a:custGeom>
                <a:avLst/>
                <a:gdLst>
                  <a:gd name="T0" fmla="*/ 0 w 13"/>
                  <a:gd name="T1" fmla="*/ 26 h 20"/>
                  <a:gd name="T2" fmla="*/ 16 w 13"/>
                  <a:gd name="T3" fmla="*/ 0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20">
                    <a:moveTo>
                      <a:pt x="0" y="20"/>
                    </a:moveTo>
                    <a:cubicBezTo>
                      <a:pt x="6" y="15"/>
                      <a:pt x="7" y="5"/>
                      <a:pt x="13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858" name="Freeform 54">
                <a:extLst>
                  <a:ext uri="{FF2B5EF4-FFF2-40B4-BE49-F238E27FC236}">
                    <a16:creationId xmlns:a16="http://schemas.microsoft.com/office/drawing/2014/main" id="{C2632CA9-D7E9-4510-B0B5-5871C885C0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8" y="3951"/>
                <a:ext cx="35" cy="25"/>
              </a:xfrm>
              <a:custGeom>
                <a:avLst/>
                <a:gdLst>
                  <a:gd name="T0" fmla="*/ 0 w 33"/>
                  <a:gd name="T1" fmla="*/ 9 h 23"/>
                  <a:gd name="T2" fmla="*/ 33 w 33"/>
                  <a:gd name="T3" fmla="*/ 29 h 23"/>
                  <a:gd name="T4" fmla="*/ 38 w 33"/>
                  <a:gd name="T5" fmla="*/ 11 h 23"/>
                  <a:gd name="T6" fmla="*/ 24 w 33"/>
                  <a:gd name="T7" fmla="*/ 0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" h="23">
                    <a:moveTo>
                      <a:pt x="0" y="6"/>
                    </a:moveTo>
                    <a:cubicBezTo>
                      <a:pt x="14" y="4"/>
                      <a:pt x="24" y="9"/>
                      <a:pt x="27" y="23"/>
                    </a:cubicBezTo>
                    <a:cubicBezTo>
                      <a:pt x="32" y="20"/>
                      <a:pt x="33" y="12"/>
                      <a:pt x="32" y="8"/>
                    </a:cubicBezTo>
                    <a:cubicBezTo>
                      <a:pt x="30" y="3"/>
                      <a:pt x="25" y="3"/>
                      <a:pt x="21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859" name="Freeform 55">
                <a:extLst>
                  <a:ext uri="{FF2B5EF4-FFF2-40B4-BE49-F238E27FC236}">
                    <a16:creationId xmlns:a16="http://schemas.microsoft.com/office/drawing/2014/main" id="{F44B6351-A3D5-4265-B7C8-A069226971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1" y="3926"/>
                <a:ext cx="37" cy="47"/>
              </a:xfrm>
              <a:custGeom>
                <a:avLst/>
                <a:gdLst>
                  <a:gd name="T0" fmla="*/ 4 w 35"/>
                  <a:gd name="T1" fmla="*/ 53 h 44"/>
                  <a:gd name="T2" fmla="*/ 3 w 35"/>
                  <a:gd name="T3" fmla="*/ 36 h 44"/>
                  <a:gd name="T4" fmla="*/ 16 w 35"/>
                  <a:gd name="T5" fmla="*/ 22 h 44"/>
                  <a:gd name="T6" fmla="*/ 29 w 35"/>
                  <a:gd name="T7" fmla="*/ 15 h 44"/>
                  <a:gd name="T8" fmla="*/ 36 w 35"/>
                  <a:gd name="T9" fmla="*/ 11 h 44"/>
                  <a:gd name="T10" fmla="*/ 41 w 35"/>
                  <a:gd name="T11" fmla="*/ 0 h 4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5" h="44">
                    <a:moveTo>
                      <a:pt x="4" y="44"/>
                    </a:moveTo>
                    <a:cubicBezTo>
                      <a:pt x="0" y="43"/>
                      <a:pt x="2" y="33"/>
                      <a:pt x="3" y="30"/>
                    </a:cubicBezTo>
                    <a:cubicBezTo>
                      <a:pt x="5" y="26"/>
                      <a:pt x="9" y="22"/>
                      <a:pt x="13" y="19"/>
                    </a:cubicBezTo>
                    <a:cubicBezTo>
                      <a:pt x="16" y="16"/>
                      <a:pt x="21" y="14"/>
                      <a:pt x="25" y="12"/>
                    </a:cubicBezTo>
                    <a:cubicBezTo>
                      <a:pt x="27" y="11"/>
                      <a:pt x="28" y="11"/>
                      <a:pt x="30" y="8"/>
                    </a:cubicBezTo>
                    <a:cubicBezTo>
                      <a:pt x="31" y="6"/>
                      <a:pt x="34" y="1"/>
                      <a:pt x="35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860" name="Freeform 56">
                <a:extLst>
                  <a:ext uri="{FF2B5EF4-FFF2-40B4-BE49-F238E27FC236}">
                    <a16:creationId xmlns:a16="http://schemas.microsoft.com/office/drawing/2014/main" id="{6CEEF985-69A4-4F2C-8799-71D7EF962A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9" y="3911"/>
                <a:ext cx="40" cy="42"/>
              </a:xfrm>
              <a:custGeom>
                <a:avLst/>
                <a:gdLst>
                  <a:gd name="T0" fmla="*/ 0 w 38"/>
                  <a:gd name="T1" fmla="*/ 46 h 40"/>
                  <a:gd name="T2" fmla="*/ 15 w 38"/>
                  <a:gd name="T3" fmla="*/ 16 h 40"/>
                  <a:gd name="T4" fmla="*/ 26 w 38"/>
                  <a:gd name="T5" fmla="*/ 9 h 40"/>
                  <a:gd name="T6" fmla="*/ 36 w 38"/>
                  <a:gd name="T7" fmla="*/ 4 h 40"/>
                  <a:gd name="T8" fmla="*/ 44 w 38"/>
                  <a:gd name="T9" fmla="*/ 0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" h="40">
                    <a:moveTo>
                      <a:pt x="0" y="40"/>
                    </a:moveTo>
                    <a:cubicBezTo>
                      <a:pt x="0" y="30"/>
                      <a:pt x="5" y="19"/>
                      <a:pt x="12" y="13"/>
                    </a:cubicBezTo>
                    <a:cubicBezTo>
                      <a:pt x="16" y="11"/>
                      <a:pt x="20" y="11"/>
                      <a:pt x="23" y="9"/>
                    </a:cubicBezTo>
                    <a:cubicBezTo>
                      <a:pt x="26" y="7"/>
                      <a:pt x="28" y="5"/>
                      <a:pt x="30" y="4"/>
                    </a:cubicBezTo>
                    <a:cubicBezTo>
                      <a:pt x="32" y="2"/>
                      <a:pt x="35" y="2"/>
                      <a:pt x="38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861" name="Freeform 57">
                <a:extLst>
                  <a:ext uri="{FF2B5EF4-FFF2-40B4-BE49-F238E27FC236}">
                    <a16:creationId xmlns:a16="http://schemas.microsoft.com/office/drawing/2014/main" id="{71E52A69-FD11-4770-A978-D674095BDE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1" y="3912"/>
                <a:ext cx="12" cy="6"/>
              </a:xfrm>
              <a:custGeom>
                <a:avLst/>
                <a:gdLst>
                  <a:gd name="T0" fmla="*/ 0 w 11"/>
                  <a:gd name="T1" fmla="*/ 6 h 6"/>
                  <a:gd name="T2" fmla="*/ 14 w 11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6">
                    <a:moveTo>
                      <a:pt x="0" y="6"/>
                    </a:moveTo>
                    <a:cubicBezTo>
                      <a:pt x="3" y="2"/>
                      <a:pt x="9" y="2"/>
                      <a:pt x="11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862" name="Freeform 58">
                <a:extLst>
                  <a:ext uri="{FF2B5EF4-FFF2-40B4-BE49-F238E27FC236}">
                    <a16:creationId xmlns:a16="http://schemas.microsoft.com/office/drawing/2014/main" id="{5A8D79B5-D5DE-4DAF-866C-F37668A0EC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1" y="3904"/>
                <a:ext cx="7" cy="4"/>
              </a:xfrm>
              <a:custGeom>
                <a:avLst/>
                <a:gdLst>
                  <a:gd name="T0" fmla="*/ 0 w 6"/>
                  <a:gd name="T1" fmla="*/ 7 h 3"/>
                  <a:gd name="T2" fmla="*/ 9 w 6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3">
                    <a:moveTo>
                      <a:pt x="0" y="3"/>
                    </a:moveTo>
                    <a:cubicBezTo>
                      <a:pt x="2" y="2"/>
                      <a:pt x="4" y="1"/>
                      <a:pt x="6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863" name="Freeform 59">
                <a:extLst>
                  <a:ext uri="{FF2B5EF4-FFF2-40B4-BE49-F238E27FC236}">
                    <a16:creationId xmlns:a16="http://schemas.microsoft.com/office/drawing/2014/main" id="{56136A28-E889-4705-819E-393BCD51CD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9" y="3946"/>
                <a:ext cx="17" cy="13"/>
              </a:xfrm>
              <a:custGeom>
                <a:avLst/>
                <a:gdLst>
                  <a:gd name="T0" fmla="*/ 0 w 16"/>
                  <a:gd name="T1" fmla="*/ 9 h 12"/>
                  <a:gd name="T2" fmla="*/ 16 w 16"/>
                  <a:gd name="T3" fmla="*/ 15 h 12"/>
                  <a:gd name="T4" fmla="*/ 19 w 16"/>
                  <a:gd name="T5" fmla="*/ 9 h 12"/>
                  <a:gd name="T6" fmla="*/ 5 w 16"/>
                  <a:gd name="T7" fmla="*/ 1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12">
                    <a:moveTo>
                      <a:pt x="0" y="6"/>
                    </a:moveTo>
                    <a:cubicBezTo>
                      <a:pt x="7" y="6"/>
                      <a:pt x="9" y="9"/>
                      <a:pt x="13" y="12"/>
                    </a:cubicBezTo>
                    <a:cubicBezTo>
                      <a:pt x="14" y="10"/>
                      <a:pt x="15" y="8"/>
                      <a:pt x="16" y="6"/>
                    </a:cubicBezTo>
                    <a:cubicBezTo>
                      <a:pt x="12" y="5"/>
                      <a:pt x="10" y="0"/>
                      <a:pt x="5" y="1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864" name="Freeform 60">
                <a:extLst>
                  <a:ext uri="{FF2B5EF4-FFF2-40B4-BE49-F238E27FC236}">
                    <a16:creationId xmlns:a16="http://schemas.microsoft.com/office/drawing/2014/main" id="{A5EA2AE0-0F69-4D60-B1DD-3E2110DD0F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1" y="3938"/>
                <a:ext cx="13" cy="13"/>
              </a:xfrm>
              <a:custGeom>
                <a:avLst/>
                <a:gdLst>
                  <a:gd name="T0" fmla="*/ 0 w 12"/>
                  <a:gd name="T1" fmla="*/ 3 h 12"/>
                  <a:gd name="T2" fmla="*/ 12 w 12"/>
                  <a:gd name="T3" fmla="*/ 15 h 12"/>
                  <a:gd name="T4" fmla="*/ 13 w 12"/>
                  <a:gd name="T5" fmla="*/ 15 h 12"/>
                  <a:gd name="T6" fmla="*/ 15 w 12"/>
                  <a:gd name="T7" fmla="*/ 11 h 12"/>
                  <a:gd name="T8" fmla="*/ 3 w 12"/>
                  <a:gd name="T9" fmla="*/ 0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0" y="3"/>
                    </a:moveTo>
                    <a:cubicBezTo>
                      <a:pt x="4" y="4"/>
                      <a:pt x="8" y="9"/>
                      <a:pt x="9" y="12"/>
                    </a:cubicBezTo>
                    <a:cubicBezTo>
                      <a:pt x="9" y="12"/>
                      <a:pt x="9" y="12"/>
                      <a:pt x="10" y="12"/>
                    </a:cubicBezTo>
                    <a:cubicBezTo>
                      <a:pt x="10" y="11"/>
                      <a:pt x="12" y="9"/>
                      <a:pt x="12" y="8"/>
                    </a:cubicBezTo>
                    <a:cubicBezTo>
                      <a:pt x="8" y="7"/>
                      <a:pt x="7" y="1"/>
                      <a:pt x="3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865" name="Freeform 61">
                <a:extLst>
                  <a:ext uri="{FF2B5EF4-FFF2-40B4-BE49-F238E27FC236}">
                    <a16:creationId xmlns:a16="http://schemas.microsoft.com/office/drawing/2014/main" id="{7DCF7D09-D270-4E56-BC99-4982206A7E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8" y="3884"/>
                <a:ext cx="22" cy="18"/>
              </a:xfrm>
              <a:custGeom>
                <a:avLst/>
                <a:gdLst>
                  <a:gd name="T0" fmla="*/ 0 w 20"/>
                  <a:gd name="T1" fmla="*/ 20 h 17"/>
                  <a:gd name="T2" fmla="*/ 26 w 20"/>
                  <a:gd name="T3" fmla="*/ 0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17">
                    <a:moveTo>
                      <a:pt x="0" y="17"/>
                    </a:moveTo>
                    <a:cubicBezTo>
                      <a:pt x="8" y="14"/>
                      <a:pt x="15" y="7"/>
                      <a:pt x="20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866" name="Freeform 62">
                <a:extLst>
                  <a:ext uri="{FF2B5EF4-FFF2-40B4-BE49-F238E27FC236}">
                    <a16:creationId xmlns:a16="http://schemas.microsoft.com/office/drawing/2014/main" id="{C61AA172-483D-4F26-A899-C593A81761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0" y="1866"/>
                <a:ext cx="28" cy="56"/>
              </a:xfrm>
              <a:custGeom>
                <a:avLst/>
                <a:gdLst>
                  <a:gd name="T0" fmla="*/ 7 w 27"/>
                  <a:gd name="T1" fmla="*/ 0 h 52"/>
                  <a:gd name="T2" fmla="*/ 30 w 27"/>
                  <a:gd name="T3" fmla="*/ 65 h 52"/>
                  <a:gd name="T4" fmla="*/ 0 w 27"/>
                  <a:gd name="T5" fmla="*/ 34 h 52"/>
                  <a:gd name="T6" fmla="*/ 7 w 27"/>
                  <a:gd name="T7" fmla="*/ 0 h 5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7" h="52">
                    <a:moveTo>
                      <a:pt x="7" y="0"/>
                    </a:moveTo>
                    <a:cubicBezTo>
                      <a:pt x="7" y="0"/>
                      <a:pt x="23" y="30"/>
                      <a:pt x="27" y="52"/>
                    </a:cubicBezTo>
                    <a:cubicBezTo>
                      <a:pt x="0" y="28"/>
                      <a:pt x="0" y="28"/>
                      <a:pt x="0" y="28"/>
                    </a:cubicBezTo>
                    <a:cubicBezTo>
                      <a:pt x="0" y="28"/>
                      <a:pt x="8" y="13"/>
                      <a:pt x="7" y="0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867" name="Freeform 63">
                <a:extLst>
                  <a:ext uri="{FF2B5EF4-FFF2-40B4-BE49-F238E27FC236}">
                    <a16:creationId xmlns:a16="http://schemas.microsoft.com/office/drawing/2014/main" id="{384C27FB-C4E3-4651-8669-92704D0F88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4" y="1773"/>
                <a:ext cx="37" cy="99"/>
              </a:xfrm>
              <a:custGeom>
                <a:avLst/>
                <a:gdLst>
                  <a:gd name="T0" fmla="*/ 0 w 35"/>
                  <a:gd name="T1" fmla="*/ 0 h 93"/>
                  <a:gd name="T2" fmla="*/ 15 w 35"/>
                  <a:gd name="T3" fmla="*/ 39 h 93"/>
                  <a:gd name="T4" fmla="*/ 38 w 35"/>
                  <a:gd name="T5" fmla="*/ 112 h 9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5" h="93">
                    <a:moveTo>
                      <a:pt x="0" y="0"/>
                    </a:moveTo>
                    <a:cubicBezTo>
                      <a:pt x="0" y="0"/>
                      <a:pt x="4" y="22"/>
                      <a:pt x="12" y="33"/>
                    </a:cubicBezTo>
                    <a:cubicBezTo>
                      <a:pt x="19" y="44"/>
                      <a:pt x="35" y="65"/>
                      <a:pt x="32" y="93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868" name="Freeform 64">
                <a:extLst>
                  <a:ext uri="{FF2B5EF4-FFF2-40B4-BE49-F238E27FC236}">
                    <a16:creationId xmlns:a16="http://schemas.microsoft.com/office/drawing/2014/main" id="{37B3A35A-2DC6-4C9C-8710-3368F95847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8" y="1922"/>
                <a:ext cx="45" cy="87"/>
              </a:xfrm>
              <a:custGeom>
                <a:avLst/>
                <a:gdLst>
                  <a:gd name="T0" fmla="*/ 0 w 42"/>
                  <a:gd name="T1" fmla="*/ 0 h 82"/>
                  <a:gd name="T2" fmla="*/ 51 w 42"/>
                  <a:gd name="T3" fmla="*/ 98 h 8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2" h="82">
                    <a:moveTo>
                      <a:pt x="0" y="0"/>
                    </a:moveTo>
                    <a:cubicBezTo>
                      <a:pt x="0" y="0"/>
                      <a:pt x="32" y="18"/>
                      <a:pt x="42" y="82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869" name="Freeform 65">
                <a:extLst>
                  <a:ext uri="{FF2B5EF4-FFF2-40B4-BE49-F238E27FC236}">
                    <a16:creationId xmlns:a16="http://schemas.microsoft.com/office/drawing/2014/main" id="{83A91BA8-3FE6-409E-9EE2-E08C048D81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8" y="1413"/>
                <a:ext cx="433" cy="576"/>
              </a:xfrm>
              <a:custGeom>
                <a:avLst/>
                <a:gdLst>
                  <a:gd name="T0" fmla="*/ 321 w 406"/>
                  <a:gd name="T1" fmla="*/ 0 h 540"/>
                  <a:gd name="T2" fmla="*/ 379 w 406"/>
                  <a:gd name="T3" fmla="*/ 164 h 540"/>
                  <a:gd name="T4" fmla="*/ 408 w 406"/>
                  <a:gd name="T5" fmla="*/ 220 h 540"/>
                  <a:gd name="T6" fmla="*/ 478 w 406"/>
                  <a:gd name="T7" fmla="*/ 423 h 540"/>
                  <a:gd name="T8" fmla="*/ 285 w 406"/>
                  <a:gd name="T9" fmla="*/ 630 h 540"/>
                  <a:gd name="T10" fmla="*/ 0 w 406"/>
                  <a:gd name="T11" fmla="*/ 511 h 54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06" h="540">
                    <a:moveTo>
                      <a:pt x="264" y="0"/>
                    </a:moveTo>
                    <a:cubicBezTo>
                      <a:pt x="264" y="0"/>
                      <a:pt x="300" y="112"/>
                      <a:pt x="312" y="135"/>
                    </a:cubicBezTo>
                    <a:cubicBezTo>
                      <a:pt x="324" y="157"/>
                      <a:pt x="334" y="171"/>
                      <a:pt x="337" y="181"/>
                    </a:cubicBezTo>
                    <a:cubicBezTo>
                      <a:pt x="341" y="191"/>
                      <a:pt x="406" y="268"/>
                      <a:pt x="394" y="349"/>
                    </a:cubicBezTo>
                    <a:cubicBezTo>
                      <a:pt x="382" y="430"/>
                      <a:pt x="347" y="498"/>
                      <a:pt x="234" y="519"/>
                    </a:cubicBezTo>
                    <a:cubicBezTo>
                      <a:pt x="121" y="540"/>
                      <a:pt x="28" y="474"/>
                      <a:pt x="0" y="421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870" name="Freeform 66">
                <a:extLst>
                  <a:ext uri="{FF2B5EF4-FFF2-40B4-BE49-F238E27FC236}">
                    <a16:creationId xmlns:a16="http://schemas.microsoft.com/office/drawing/2014/main" id="{71400266-D884-4F6D-A551-01E2BCF134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6" y="1890"/>
                <a:ext cx="64" cy="30"/>
              </a:xfrm>
              <a:custGeom>
                <a:avLst/>
                <a:gdLst>
                  <a:gd name="T0" fmla="*/ 73 w 60"/>
                  <a:gd name="T1" fmla="*/ 34 h 28"/>
                  <a:gd name="T2" fmla="*/ 0 w 60"/>
                  <a:gd name="T3" fmla="*/ 17 h 2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0" h="28">
                    <a:moveTo>
                      <a:pt x="60" y="28"/>
                    </a:moveTo>
                    <a:cubicBezTo>
                      <a:pt x="60" y="28"/>
                      <a:pt x="20" y="0"/>
                      <a:pt x="0" y="14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871" name="Freeform 67">
                <a:extLst>
                  <a:ext uri="{FF2B5EF4-FFF2-40B4-BE49-F238E27FC236}">
                    <a16:creationId xmlns:a16="http://schemas.microsoft.com/office/drawing/2014/main" id="{F2D86BA7-584B-44DF-9E08-7B6A2B5EFF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5" y="1815"/>
                <a:ext cx="11" cy="8"/>
              </a:xfrm>
              <a:custGeom>
                <a:avLst/>
                <a:gdLst>
                  <a:gd name="T0" fmla="*/ 11 w 11"/>
                  <a:gd name="T1" fmla="*/ 10 h 7"/>
                  <a:gd name="T2" fmla="*/ 0 w 11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7">
                    <a:moveTo>
                      <a:pt x="11" y="7"/>
                    </a:moveTo>
                    <a:cubicBezTo>
                      <a:pt x="8" y="5"/>
                      <a:pt x="4" y="2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872" name="Freeform 68">
                <a:extLst>
                  <a:ext uri="{FF2B5EF4-FFF2-40B4-BE49-F238E27FC236}">
                    <a16:creationId xmlns:a16="http://schemas.microsoft.com/office/drawing/2014/main" id="{DDA10BA7-B124-42F5-9C6E-E32789E423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2" y="1828"/>
                <a:ext cx="4" cy="5"/>
              </a:xfrm>
              <a:custGeom>
                <a:avLst/>
                <a:gdLst>
                  <a:gd name="T0" fmla="*/ 4 w 4"/>
                  <a:gd name="T1" fmla="*/ 5 h 5"/>
                  <a:gd name="T2" fmla="*/ 0 w 4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5">
                    <a:moveTo>
                      <a:pt x="4" y="5"/>
                    </a:moveTo>
                    <a:cubicBezTo>
                      <a:pt x="3" y="3"/>
                      <a:pt x="1" y="2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873" name="Freeform 69">
                <a:extLst>
                  <a:ext uri="{FF2B5EF4-FFF2-40B4-BE49-F238E27FC236}">
                    <a16:creationId xmlns:a16="http://schemas.microsoft.com/office/drawing/2014/main" id="{F5F300AD-47EA-4B62-AB9A-A230C562AD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4" y="1837"/>
                <a:ext cx="187" cy="109"/>
              </a:xfrm>
              <a:custGeom>
                <a:avLst/>
                <a:gdLst>
                  <a:gd name="T0" fmla="*/ 13 w 175"/>
                  <a:gd name="T1" fmla="*/ 28 h 103"/>
                  <a:gd name="T2" fmla="*/ 5 w 175"/>
                  <a:gd name="T3" fmla="*/ 75 h 103"/>
                  <a:gd name="T4" fmla="*/ 127 w 175"/>
                  <a:gd name="T5" fmla="*/ 102 h 103"/>
                  <a:gd name="T6" fmla="*/ 200 w 175"/>
                  <a:gd name="T7" fmla="*/ 4 h 103"/>
                  <a:gd name="T8" fmla="*/ 198 w 175"/>
                  <a:gd name="T9" fmla="*/ 0 h 10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5" h="103">
                    <a:moveTo>
                      <a:pt x="10" y="24"/>
                    </a:moveTo>
                    <a:cubicBezTo>
                      <a:pt x="2" y="37"/>
                      <a:pt x="0" y="51"/>
                      <a:pt x="5" y="63"/>
                    </a:cubicBezTo>
                    <a:cubicBezTo>
                      <a:pt x="15" y="92"/>
                      <a:pt x="60" y="103"/>
                      <a:pt x="104" y="86"/>
                    </a:cubicBezTo>
                    <a:cubicBezTo>
                      <a:pt x="148" y="70"/>
                      <a:pt x="175" y="33"/>
                      <a:pt x="164" y="4"/>
                    </a:cubicBezTo>
                    <a:cubicBezTo>
                      <a:pt x="164" y="3"/>
                      <a:pt x="163" y="1"/>
                      <a:pt x="162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874" name="Freeform 70">
                <a:extLst>
                  <a:ext uri="{FF2B5EF4-FFF2-40B4-BE49-F238E27FC236}">
                    <a16:creationId xmlns:a16="http://schemas.microsoft.com/office/drawing/2014/main" id="{A1462C11-C394-47AD-BDBA-90166F8412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1" y="1812"/>
                <a:ext cx="65" cy="42"/>
              </a:xfrm>
              <a:custGeom>
                <a:avLst/>
                <a:gdLst>
                  <a:gd name="T0" fmla="*/ 74 w 61"/>
                  <a:gd name="T1" fmla="*/ 0 h 39"/>
                  <a:gd name="T2" fmla="*/ 59 w 61"/>
                  <a:gd name="T3" fmla="*/ 4 h 39"/>
                  <a:gd name="T4" fmla="*/ 0 w 61"/>
                  <a:gd name="T5" fmla="*/ 48 h 3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1" h="39">
                    <a:moveTo>
                      <a:pt x="61" y="0"/>
                    </a:moveTo>
                    <a:cubicBezTo>
                      <a:pt x="57" y="2"/>
                      <a:pt x="53" y="3"/>
                      <a:pt x="49" y="4"/>
                    </a:cubicBezTo>
                    <a:cubicBezTo>
                      <a:pt x="28" y="12"/>
                      <a:pt x="11" y="24"/>
                      <a:pt x="0" y="39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875" name="Freeform 71">
                <a:extLst>
                  <a:ext uri="{FF2B5EF4-FFF2-40B4-BE49-F238E27FC236}">
                    <a16:creationId xmlns:a16="http://schemas.microsoft.com/office/drawing/2014/main" id="{B9BA21F1-4F91-4B05-B9CB-D60714C214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9" y="1808"/>
                <a:ext cx="22" cy="2"/>
              </a:xfrm>
              <a:custGeom>
                <a:avLst/>
                <a:gdLst>
                  <a:gd name="T0" fmla="*/ 26 w 20"/>
                  <a:gd name="T1" fmla="*/ 0 h 2"/>
                  <a:gd name="T2" fmla="*/ 0 w 20"/>
                  <a:gd name="T3" fmla="*/ 2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2">
                    <a:moveTo>
                      <a:pt x="20" y="0"/>
                    </a:moveTo>
                    <a:cubicBezTo>
                      <a:pt x="14" y="0"/>
                      <a:pt x="7" y="1"/>
                      <a:pt x="0" y="2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876" name="Freeform 72">
                <a:extLst>
                  <a:ext uri="{FF2B5EF4-FFF2-40B4-BE49-F238E27FC236}">
                    <a16:creationId xmlns:a16="http://schemas.microsoft.com/office/drawing/2014/main" id="{55C8170A-EB76-4479-882C-C2CFDD649B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6" y="1907"/>
                <a:ext cx="211" cy="207"/>
              </a:xfrm>
              <a:custGeom>
                <a:avLst/>
                <a:gdLst>
                  <a:gd name="T0" fmla="*/ 242 w 197"/>
                  <a:gd name="T1" fmla="*/ 0 h 194"/>
                  <a:gd name="T2" fmla="*/ 237 w 197"/>
                  <a:gd name="T3" fmla="*/ 36 h 194"/>
                  <a:gd name="T4" fmla="*/ 141 w 197"/>
                  <a:gd name="T5" fmla="*/ 160 h 194"/>
                  <a:gd name="T6" fmla="*/ 0 w 197"/>
                  <a:gd name="T7" fmla="*/ 236 h 19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7" h="194">
                    <a:moveTo>
                      <a:pt x="197" y="0"/>
                    </a:moveTo>
                    <a:cubicBezTo>
                      <a:pt x="197" y="0"/>
                      <a:pt x="192" y="17"/>
                      <a:pt x="192" y="30"/>
                    </a:cubicBezTo>
                    <a:cubicBezTo>
                      <a:pt x="192" y="42"/>
                      <a:pt x="164" y="110"/>
                      <a:pt x="115" y="132"/>
                    </a:cubicBezTo>
                    <a:cubicBezTo>
                      <a:pt x="65" y="155"/>
                      <a:pt x="22" y="176"/>
                      <a:pt x="0" y="194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877" name="Freeform 73">
                <a:extLst>
                  <a:ext uri="{FF2B5EF4-FFF2-40B4-BE49-F238E27FC236}">
                    <a16:creationId xmlns:a16="http://schemas.microsoft.com/office/drawing/2014/main" id="{C0A46388-0C28-4744-B5DD-07E881FF7F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6" y="2048"/>
                <a:ext cx="203" cy="275"/>
              </a:xfrm>
              <a:custGeom>
                <a:avLst/>
                <a:gdLst>
                  <a:gd name="T0" fmla="*/ 232 w 190"/>
                  <a:gd name="T1" fmla="*/ 0 h 258"/>
                  <a:gd name="T2" fmla="*/ 171 w 190"/>
                  <a:gd name="T3" fmla="*/ 71 h 258"/>
                  <a:gd name="T4" fmla="*/ 0 w 190"/>
                  <a:gd name="T5" fmla="*/ 312 h 25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0" h="258">
                    <a:moveTo>
                      <a:pt x="190" y="0"/>
                    </a:moveTo>
                    <a:cubicBezTo>
                      <a:pt x="190" y="0"/>
                      <a:pt x="153" y="32"/>
                      <a:pt x="140" y="59"/>
                    </a:cubicBezTo>
                    <a:cubicBezTo>
                      <a:pt x="128" y="86"/>
                      <a:pt x="94" y="191"/>
                      <a:pt x="0" y="258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878" name="Freeform 74">
                <a:extLst>
                  <a:ext uri="{FF2B5EF4-FFF2-40B4-BE49-F238E27FC236}">
                    <a16:creationId xmlns:a16="http://schemas.microsoft.com/office/drawing/2014/main" id="{87695DA3-919B-4875-972B-17517802D7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5" y="2137"/>
                <a:ext cx="479" cy="475"/>
              </a:xfrm>
              <a:custGeom>
                <a:avLst/>
                <a:gdLst>
                  <a:gd name="T0" fmla="*/ 0 w 449"/>
                  <a:gd name="T1" fmla="*/ 541 h 445"/>
                  <a:gd name="T2" fmla="*/ 20 w 449"/>
                  <a:gd name="T3" fmla="*/ 490 h 445"/>
                  <a:gd name="T4" fmla="*/ 54 w 449"/>
                  <a:gd name="T5" fmla="*/ 432 h 445"/>
                  <a:gd name="T6" fmla="*/ 131 w 449"/>
                  <a:gd name="T7" fmla="*/ 375 h 445"/>
                  <a:gd name="T8" fmla="*/ 294 w 449"/>
                  <a:gd name="T9" fmla="*/ 236 h 445"/>
                  <a:gd name="T10" fmla="*/ 412 w 449"/>
                  <a:gd name="T11" fmla="*/ 95 h 445"/>
                  <a:gd name="T12" fmla="*/ 545 w 449"/>
                  <a:gd name="T13" fmla="*/ 0 h 44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49" h="445">
                    <a:moveTo>
                      <a:pt x="0" y="445"/>
                    </a:moveTo>
                    <a:cubicBezTo>
                      <a:pt x="0" y="445"/>
                      <a:pt x="12" y="419"/>
                      <a:pt x="17" y="403"/>
                    </a:cubicBezTo>
                    <a:cubicBezTo>
                      <a:pt x="21" y="388"/>
                      <a:pt x="26" y="369"/>
                      <a:pt x="45" y="355"/>
                    </a:cubicBezTo>
                    <a:cubicBezTo>
                      <a:pt x="63" y="341"/>
                      <a:pt x="87" y="318"/>
                      <a:pt x="108" y="308"/>
                    </a:cubicBezTo>
                    <a:cubicBezTo>
                      <a:pt x="129" y="298"/>
                      <a:pt x="216" y="243"/>
                      <a:pt x="243" y="194"/>
                    </a:cubicBezTo>
                    <a:cubicBezTo>
                      <a:pt x="269" y="145"/>
                      <a:pt x="310" y="121"/>
                      <a:pt x="339" y="78"/>
                    </a:cubicBezTo>
                    <a:cubicBezTo>
                      <a:pt x="369" y="34"/>
                      <a:pt x="422" y="5"/>
                      <a:pt x="449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879" name="Freeform 75">
                <a:extLst>
                  <a:ext uri="{FF2B5EF4-FFF2-40B4-BE49-F238E27FC236}">
                    <a16:creationId xmlns:a16="http://schemas.microsoft.com/office/drawing/2014/main" id="{F3FACF76-66BF-41F8-ADCE-A1F2CA6872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9" y="2207"/>
                <a:ext cx="198" cy="37"/>
              </a:xfrm>
              <a:custGeom>
                <a:avLst/>
                <a:gdLst>
                  <a:gd name="T0" fmla="*/ 0 w 185"/>
                  <a:gd name="T1" fmla="*/ 41 h 35"/>
                  <a:gd name="T2" fmla="*/ 156 w 185"/>
                  <a:gd name="T3" fmla="*/ 13 h 35"/>
                  <a:gd name="T4" fmla="*/ 227 w 185"/>
                  <a:gd name="T5" fmla="*/ 3 h 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5" h="35">
                    <a:moveTo>
                      <a:pt x="0" y="35"/>
                    </a:moveTo>
                    <a:cubicBezTo>
                      <a:pt x="0" y="35"/>
                      <a:pt x="74" y="0"/>
                      <a:pt x="127" y="10"/>
                    </a:cubicBezTo>
                    <a:cubicBezTo>
                      <a:pt x="181" y="20"/>
                      <a:pt x="185" y="3"/>
                      <a:pt x="185" y="3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880" name="Freeform 76">
                <a:extLst>
                  <a:ext uri="{FF2B5EF4-FFF2-40B4-BE49-F238E27FC236}">
                    <a16:creationId xmlns:a16="http://schemas.microsoft.com/office/drawing/2014/main" id="{94A35EC5-439F-4EB5-9E14-B1978C05FA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4" y="2422"/>
                <a:ext cx="235" cy="51"/>
              </a:xfrm>
              <a:custGeom>
                <a:avLst/>
                <a:gdLst>
                  <a:gd name="T0" fmla="*/ 0 w 220"/>
                  <a:gd name="T1" fmla="*/ 46 h 48"/>
                  <a:gd name="T2" fmla="*/ 62 w 220"/>
                  <a:gd name="T3" fmla="*/ 41 h 48"/>
                  <a:gd name="T4" fmla="*/ 268 w 220"/>
                  <a:gd name="T5" fmla="*/ 57 h 4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0" h="48">
                    <a:moveTo>
                      <a:pt x="0" y="38"/>
                    </a:moveTo>
                    <a:cubicBezTo>
                      <a:pt x="0" y="38"/>
                      <a:pt x="29" y="31"/>
                      <a:pt x="51" y="35"/>
                    </a:cubicBezTo>
                    <a:cubicBezTo>
                      <a:pt x="72" y="39"/>
                      <a:pt x="122" y="0"/>
                      <a:pt x="220" y="48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881" name="Freeform 77">
                <a:extLst>
                  <a:ext uri="{FF2B5EF4-FFF2-40B4-BE49-F238E27FC236}">
                    <a16:creationId xmlns:a16="http://schemas.microsoft.com/office/drawing/2014/main" id="{F656852A-C63B-4D83-9687-BC1070C9B9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1" y="1540"/>
                <a:ext cx="50" cy="104"/>
              </a:xfrm>
              <a:custGeom>
                <a:avLst/>
                <a:gdLst>
                  <a:gd name="T0" fmla="*/ 2 w 47"/>
                  <a:gd name="T1" fmla="*/ 120 h 97"/>
                  <a:gd name="T2" fmla="*/ 56 w 47"/>
                  <a:gd name="T3" fmla="*/ 0 h 9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7" h="97">
                    <a:moveTo>
                      <a:pt x="2" y="97"/>
                    </a:moveTo>
                    <a:cubicBezTo>
                      <a:pt x="2" y="97"/>
                      <a:pt x="0" y="50"/>
                      <a:pt x="47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882" name="Freeform 78">
                <a:extLst>
                  <a:ext uri="{FF2B5EF4-FFF2-40B4-BE49-F238E27FC236}">
                    <a16:creationId xmlns:a16="http://schemas.microsoft.com/office/drawing/2014/main" id="{9A6FBF4C-8182-4686-BD85-27A80899E2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9" y="1570"/>
                <a:ext cx="96" cy="36"/>
              </a:xfrm>
              <a:custGeom>
                <a:avLst/>
                <a:gdLst>
                  <a:gd name="T0" fmla="*/ 0 w 90"/>
                  <a:gd name="T1" fmla="*/ 40 h 34"/>
                  <a:gd name="T2" fmla="*/ 41 w 90"/>
                  <a:gd name="T3" fmla="*/ 28 h 34"/>
                  <a:gd name="T4" fmla="*/ 109 w 90"/>
                  <a:gd name="T5" fmla="*/ 0 h 3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0" h="34">
                    <a:moveTo>
                      <a:pt x="0" y="34"/>
                    </a:moveTo>
                    <a:cubicBezTo>
                      <a:pt x="0" y="34"/>
                      <a:pt x="17" y="23"/>
                      <a:pt x="34" y="24"/>
                    </a:cubicBezTo>
                    <a:cubicBezTo>
                      <a:pt x="51" y="26"/>
                      <a:pt x="79" y="16"/>
                      <a:pt x="90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883" name="Freeform 79">
                <a:extLst>
                  <a:ext uri="{FF2B5EF4-FFF2-40B4-BE49-F238E27FC236}">
                    <a16:creationId xmlns:a16="http://schemas.microsoft.com/office/drawing/2014/main" id="{67A000A6-C69F-47AE-8D76-B754D373D1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0" y="1744"/>
                <a:ext cx="116" cy="57"/>
              </a:xfrm>
              <a:custGeom>
                <a:avLst/>
                <a:gdLst>
                  <a:gd name="T0" fmla="*/ 0 w 109"/>
                  <a:gd name="T1" fmla="*/ 0 h 54"/>
                  <a:gd name="T2" fmla="*/ 131 w 109"/>
                  <a:gd name="T3" fmla="*/ 63 h 5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9" h="54">
                    <a:moveTo>
                      <a:pt x="0" y="0"/>
                    </a:moveTo>
                    <a:cubicBezTo>
                      <a:pt x="0" y="0"/>
                      <a:pt x="77" y="41"/>
                      <a:pt x="109" y="54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884" name="Freeform 80">
                <a:extLst>
                  <a:ext uri="{FF2B5EF4-FFF2-40B4-BE49-F238E27FC236}">
                    <a16:creationId xmlns:a16="http://schemas.microsoft.com/office/drawing/2014/main" id="{3B1BBD67-9669-4992-9BC0-FE4DC7BDDC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7" y="1813"/>
                <a:ext cx="46" cy="78"/>
              </a:xfrm>
              <a:custGeom>
                <a:avLst/>
                <a:gdLst>
                  <a:gd name="T0" fmla="*/ 52 w 43"/>
                  <a:gd name="T1" fmla="*/ 0 h 73"/>
                  <a:gd name="T2" fmla="*/ 33 w 43"/>
                  <a:gd name="T3" fmla="*/ 26 h 73"/>
                  <a:gd name="T4" fmla="*/ 1 w 43"/>
                  <a:gd name="T5" fmla="*/ 89 h 7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" h="73">
                    <a:moveTo>
                      <a:pt x="43" y="0"/>
                    </a:moveTo>
                    <a:cubicBezTo>
                      <a:pt x="43" y="0"/>
                      <a:pt x="41" y="15"/>
                      <a:pt x="27" y="21"/>
                    </a:cubicBezTo>
                    <a:cubicBezTo>
                      <a:pt x="13" y="27"/>
                      <a:pt x="0" y="53"/>
                      <a:pt x="1" y="73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885" name="Freeform 81">
                <a:extLst>
                  <a:ext uri="{FF2B5EF4-FFF2-40B4-BE49-F238E27FC236}">
                    <a16:creationId xmlns:a16="http://schemas.microsoft.com/office/drawing/2014/main" id="{E4C081FF-AE24-4A26-B052-4EA370C453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3" y="1850"/>
                <a:ext cx="21" cy="5"/>
              </a:xfrm>
              <a:custGeom>
                <a:avLst/>
                <a:gdLst>
                  <a:gd name="T0" fmla="*/ 23 w 20"/>
                  <a:gd name="T1" fmla="*/ 0 h 4"/>
                  <a:gd name="T2" fmla="*/ 0 w 20"/>
                  <a:gd name="T3" fmla="*/ 6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4">
                    <a:moveTo>
                      <a:pt x="20" y="0"/>
                    </a:moveTo>
                    <a:cubicBezTo>
                      <a:pt x="20" y="0"/>
                      <a:pt x="9" y="4"/>
                      <a:pt x="0" y="3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886" name="Freeform 82">
                <a:extLst>
                  <a:ext uri="{FF2B5EF4-FFF2-40B4-BE49-F238E27FC236}">
                    <a16:creationId xmlns:a16="http://schemas.microsoft.com/office/drawing/2014/main" id="{9FDC5A84-AD73-49C3-92D4-EB972FACCF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1" y="2342"/>
                <a:ext cx="58" cy="158"/>
              </a:xfrm>
              <a:custGeom>
                <a:avLst/>
                <a:gdLst>
                  <a:gd name="T0" fmla="*/ 25 w 54"/>
                  <a:gd name="T1" fmla="*/ 180 h 148"/>
                  <a:gd name="T2" fmla="*/ 37 w 54"/>
                  <a:gd name="T3" fmla="*/ 138 h 148"/>
                  <a:gd name="T4" fmla="*/ 52 w 54"/>
                  <a:gd name="T5" fmla="*/ 121 h 148"/>
                  <a:gd name="T6" fmla="*/ 62 w 54"/>
                  <a:gd name="T7" fmla="*/ 96 h 148"/>
                  <a:gd name="T8" fmla="*/ 64 w 54"/>
                  <a:gd name="T9" fmla="*/ 82 h 148"/>
                  <a:gd name="T10" fmla="*/ 64 w 54"/>
                  <a:gd name="T11" fmla="*/ 47 h 148"/>
                  <a:gd name="T12" fmla="*/ 56 w 54"/>
                  <a:gd name="T13" fmla="*/ 27 h 148"/>
                  <a:gd name="T14" fmla="*/ 33 w 54"/>
                  <a:gd name="T15" fmla="*/ 0 h 148"/>
                  <a:gd name="T16" fmla="*/ 28 w 54"/>
                  <a:gd name="T17" fmla="*/ 15 h 148"/>
                  <a:gd name="T18" fmla="*/ 0 w 54"/>
                  <a:gd name="T19" fmla="*/ 130 h 14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4" h="148">
                    <a:moveTo>
                      <a:pt x="20" y="148"/>
                    </a:moveTo>
                    <a:cubicBezTo>
                      <a:pt x="20" y="148"/>
                      <a:pt x="17" y="123"/>
                      <a:pt x="30" y="113"/>
                    </a:cubicBezTo>
                    <a:cubicBezTo>
                      <a:pt x="42" y="102"/>
                      <a:pt x="42" y="105"/>
                      <a:pt x="42" y="99"/>
                    </a:cubicBezTo>
                    <a:cubicBezTo>
                      <a:pt x="42" y="94"/>
                      <a:pt x="47" y="83"/>
                      <a:pt x="50" y="79"/>
                    </a:cubicBezTo>
                    <a:cubicBezTo>
                      <a:pt x="54" y="75"/>
                      <a:pt x="54" y="73"/>
                      <a:pt x="52" y="67"/>
                    </a:cubicBezTo>
                    <a:cubicBezTo>
                      <a:pt x="50" y="61"/>
                      <a:pt x="50" y="45"/>
                      <a:pt x="52" y="38"/>
                    </a:cubicBezTo>
                    <a:cubicBezTo>
                      <a:pt x="54" y="32"/>
                      <a:pt x="49" y="27"/>
                      <a:pt x="45" y="22"/>
                    </a:cubicBezTo>
                    <a:cubicBezTo>
                      <a:pt x="41" y="17"/>
                      <a:pt x="27" y="0"/>
                      <a:pt x="27" y="0"/>
                    </a:cubicBezTo>
                    <a:cubicBezTo>
                      <a:pt x="27" y="0"/>
                      <a:pt x="22" y="3"/>
                      <a:pt x="22" y="12"/>
                    </a:cubicBezTo>
                    <a:cubicBezTo>
                      <a:pt x="22" y="22"/>
                      <a:pt x="39" y="95"/>
                      <a:pt x="0" y="107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887" name="Freeform 83">
                <a:extLst>
                  <a:ext uri="{FF2B5EF4-FFF2-40B4-BE49-F238E27FC236}">
                    <a16:creationId xmlns:a16="http://schemas.microsoft.com/office/drawing/2014/main" id="{3FBCABC3-85AC-4142-A79C-46CBFB7033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1" y="2332"/>
                <a:ext cx="37" cy="34"/>
              </a:xfrm>
              <a:custGeom>
                <a:avLst/>
                <a:gdLst>
                  <a:gd name="T0" fmla="*/ 41 w 35"/>
                  <a:gd name="T1" fmla="*/ 3 h 31"/>
                  <a:gd name="T2" fmla="*/ 0 w 35"/>
                  <a:gd name="T3" fmla="*/ 41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5" h="31">
                    <a:moveTo>
                      <a:pt x="35" y="3"/>
                    </a:moveTo>
                    <a:cubicBezTo>
                      <a:pt x="35" y="3"/>
                      <a:pt x="10" y="0"/>
                      <a:pt x="0" y="31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888" name="Freeform 84">
                <a:extLst>
                  <a:ext uri="{FF2B5EF4-FFF2-40B4-BE49-F238E27FC236}">
                    <a16:creationId xmlns:a16="http://schemas.microsoft.com/office/drawing/2014/main" id="{29826EF3-FE10-4F27-A92A-FE921F850D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6" y="2417"/>
                <a:ext cx="33" cy="33"/>
              </a:xfrm>
              <a:custGeom>
                <a:avLst/>
                <a:gdLst>
                  <a:gd name="T0" fmla="*/ 4 w 31"/>
                  <a:gd name="T1" fmla="*/ 28 h 31"/>
                  <a:gd name="T2" fmla="*/ 30 w 31"/>
                  <a:gd name="T3" fmla="*/ 32 h 31"/>
                  <a:gd name="T4" fmla="*/ 18 w 31"/>
                  <a:gd name="T5" fmla="*/ 1 h 31"/>
                  <a:gd name="T6" fmla="*/ 4 w 31"/>
                  <a:gd name="T7" fmla="*/ 28 h 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1" h="31">
                    <a:moveTo>
                      <a:pt x="4" y="23"/>
                    </a:moveTo>
                    <a:cubicBezTo>
                      <a:pt x="4" y="23"/>
                      <a:pt x="16" y="31"/>
                      <a:pt x="24" y="26"/>
                    </a:cubicBezTo>
                    <a:cubicBezTo>
                      <a:pt x="24" y="26"/>
                      <a:pt x="31" y="1"/>
                      <a:pt x="15" y="1"/>
                    </a:cubicBezTo>
                    <a:cubicBezTo>
                      <a:pt x="0" y="0"/>
                      <a:pt x="4" y="23"/>
                      <a:pt x="4" y="23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889" name="Freeform 85">
                <a:extLst>
                  <a:ext uri="{FF2B5EF4-FFF2-40B4-BE49-F238E27FC236}">
                    <a16:creationId xmlns:a16="http://schemas.microsoft.com/office/drawing/2014/main" id="{7DD1FEEA-6D65-4F59-918B-63765E3FE4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8" y="2488"/>
                <a:ext cx="25" cy="18"/>
              </a:xfrm>
              <a:custGeom>
                <a:avLst/>
                <a:gdLst>
                  <a:gd name="T0" fmla="*/ 29 w 23"/>
                  <a:gd name="T1" fmla="*/ 6 h 17"/>
                  <a:gd name="T2" fmla="*/ 12 w 23"/>
                  <a:gd name="T3" fmla="*/ 4 h 17"/>
                  <a:gd name="T4" fmla="*/ 0 w 23"/>
                  <a:gd name="T5" fmla="*/ 20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17">
                    <a:moveTo>
                      <a:pt x="23" y="6"/>
                    </a:moveTo>
                    <a:cubicBezTo>
                      <a:pt x="23" y="6"/>
                      <a:pt x="18" y="0"/>
                      <a:pt x="9" y="4"/>
                    </a:cubicBezTo>
                    <a:cubicBezTo>
                      <a:pt x="1" y="8"/>
                      <a:pt x="0" y="17"/>
                      <a:pt x="0" y="17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890" name="Freeform 86">
                <a:extLst>
                  <a:ext uri="{FF2B5EF4-FFF2-40B4-BE49-F238E27FC236}">
                    <a16:creationId xmlns:a16="http://schemas.microsoft.com/office/drawing/2014/main" id="{3B57D18C-5936-49F8-A9CC-F4A946BD5D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5" y="2432"/>
                <a:ext cx="47" cy="46"/>
              </a:xfrm>
              <a:custGeom>
                <a:avLst/>
                <a:gdLst>
                  <a:gd name="T0" fmla="*/ 0 w 44"/>
                  <a:gd name="T1" fmla="*/ 52 h 43"/>
                  <a:gd name="T2" fmla="*/ 30 w 44"/>
                  <a:gd name="T3" fmla="*/ 30 h 43"/>
                  <a:gd name="T4" fmla="*/ 53 w 44"/>
                  <a:gd name="T5" fmla="*/ 0 h 4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4" h="43">
                    <a:moveTo>
                      <a:pt x="0" y="43"/>
                    </a:moveTo>
                    <a:cubicBezTo>
                      <a:pt x="0" y="43"/>
                      <a:pt x="6" y="29"/>
                      <a:pt x="24" y="24"/>
                    </a:cubicBezTo>
                    <a:cubicBezTo>
                      <a:pt x="24" y="24"/>
                      <a:pt x="26" y="9"/>
                      <a:pt x="44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891" name="Freeform 87">
                <a:extLst>
                  <a:ext uri="{FF2B5EF4-FFF2-40B4-BE49-F238E27FC236}">
                    <a16:creationId xmlns:a16="http://schemas.microsoft.com/office/drawing/2014/main" id="{8F73EC1F-FABE-4A7D-8F3D-06503C420C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2" y="2416"/>
                <a:ext cx="26" cy="22"/>
              </a:xfrm>
              <a:custGeom>
                <a:avLst/>
                <a:gdLst>
                  <a:gd name="T0" fmla="*/ 0 w 25"/>
                  <a:gd name="T1" fmla="*/ 24 h 21"/>
                  <a:gd name="T2" fmla="*/ 11 w 25"/>
                  <a:gd name="T3" fmla="*/ 18 h 21"/>
                  <a:gd name="T4" fmla="*/ 28 w 25"/>
                  <a:gd name="T5" fmla="*/ 0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21">
                    <a:moveTo>
                      <a:pt x="0" y="21"/>
                    </a:moveTo>
                    <a:cubicBezTo>
                      <a:pt x="0" y="21"/>
                      <a:pt x="6" y="16"/>
                      <a:pt x="11" y="15"/>
                    </a:cubicBezTo>
                    <a:cubicBezTo>
                      <a:pt x="17" y="14"/>
                      <a:pt x="18" y="3"/>
                      <a:pt x="25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892" name="Freeform 88">
                <a:extLst>
                  <a:ext uri="{FF2B5EF4-FFF2-40B4-BE49-F238E27FC236}">
                    <a16:creationId xmlns:a16="http://schemas.microsoft.com/office/drawing/2014/main" id="{B5421924-AA15-4AB8-9389-8068C46E55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2" y="2363"/>
                <a:ext cx="21" cy="63"/>
              </a:xfrm>
              <a:custGeom>
                <a:avLst/>
                <a:gdLst>
                  <a:gd name="T0" fmla="*/ 25 w 19"/>
                  <a:gd name="T1" fmla="*/ 72 h 59"/>
                  <a:gd name="T2" fmla="*/ 19 w 19"/>
                  <a:gd name="T3" fmla="*/ 49 h 59"/>
                  <a:gd name="T4" fmla="*/ 12 w 19"/>
                  <a:gd name="T5" fmla="*/ 23 h 59"/>
                  <a:gd name="T6" fmla="*/ 0 w 19"/>
                  <a:gd name="T7" fmla="*/ 0 h 5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59">
                    <a:moveTo>
                      <a:pt x="19" y="59"/>
                    </a:moveTo>
                    <a:cubicBezTo>
                      <a:pt x="19" y="59"/>
                      <a:pt x="13" y="49"/>
                      <a:pt x="14" y="40"/>
                    </a:cubicBezTo>
                    <a:cubicBezTo>
                      <a:pt x="16" y="30"/>
                      <a:pt x="13" y="25"/>
                      <a:pt x="9" y="20"/>
                    </a:cubicBezTo>
                    <a:cubicBezTo>
                      <a:pt x="5" y="14"/>
                      <a:pt x="1" y="7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893" name="Freeform 89">
                <a:extLst>
                  <a:ext uri="{FF2B5EF4-FFF2-40B4-BE49-F238E27FC236}">
                    <a16:creationId xmlns:a16="http://schemas.microsoft.com/office/drawing/2014/main" id="{3A61EDB9-EEB4-43CA-8F84-A4621C1BF6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0" y="2384"/>
                <a:ext cx="13" cy="19"/>
              </a:xfrm>
              <a:custGeom>
                <a:avLst/>
                <a:gdLst>
                  <a:gd name="T0" fmla="*/ 15 w 12"/>
                  <a:gd name="T1" fmla="*/ 0 h 18"/>
                  <a:gd name="T2" fmla="*/ 12 w 12"/>
                  <a:gd name="T3" fmla="*/ 16 h 18"/>
                  <a:gd name="T4" fmla="*/ 0 w 12"/>
                  <a:gd name="T5" fmla="*/ 21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8">
                    <a:moveTo>
                      <a:pt x="12" y="0"/>
                    </a:moveTo>
                    <a:cubicBezTo>
                      <a:pt x="12" y="0"/>
                      <a:pt x="9" y="9"/>
                      <a:pt x="9" y="13"/>
                    </a:cubicBezTo>
                    <a:cubicBezTo>
                      <a:pt x="10" y="18"/>
                      <a:pt x="0" y="18"/>
                      <a:pt x="0" y="18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894" name="Freeform 90">
                <a:extLst>
                  <a:ext uri="{FF2B5EF4-FFF2-40B4-BE49-F238E27FC236}">
                    <a16:creationId xmlns:a16="http://schemas.microsoft.com/office/drawing/2014/main" id="{6C6C19A9-42DF-4CFA-A115-7621691EA8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9" y="1213"/>
                <a:ext cx="77" cy="53"/>
              </a:xfrm>
              <a:custGeom>
                <a:avLst/>
                <a:gdLst>
                  <a:gd name="T0" fmla="*/ 88 w 72"/>
                  <a:gd name="T1" fmla="*/ 0 h 50"/>
                  <a:gd name="T2" fmla="*/ 0 w 72"/>
                  <a:gd name="T3" fmla="*/ 59 h 5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2" h="50">
                    <a:moveTo>
                      <a:pt x="72" y="0"/>
                    </a:moveTo>
                    <a:cubicBezTo>
                      <a:pt x="72" y="0"/>
                      <a:pt x="63" y="33"/>
                      <a:pt x="0" y="5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895" name="Freeform 91">
                <a:extLst>
                  <a:ext uri="{FF2B5EF4-FFF2-40B4-BE49-F238E27FC236}">
                    <a16:creationId xmlns:a16="http://schemas.microsoft.com/office/drawing/2014/main" id="{801BD884-936B-42C3-94D4-480ABC0F75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4" y="1211"/>
                <a:ext cx="8" cy="44"/>
              </a:xfrm>
              <a:custGeom>
                <a:avLst/>
                <a:gdLst>
                  <a:gd name="T0" fmla="*/ 4 w 8"/>
                  <a:gd name="T1" fmla="*/ 0 h 42"/>
                  <a:gd name="T2" fmla="*/ 8 w 8"/>
                  <a:gd name="T3" fmla="*/ 48 h 4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42">
                    <a:moveTo>
                      <a:pt x="4" y="0"/>
                    </a:moveTo>
                    <a:cubicBezTo>
                      <a:pt x="4" y="0"/>
                      <a:pt x="0" y="22"/>
                      <a:pt x="8" y="42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896" name="Freeform 92">
                <a:extLst>
                  <a:ext uri="{FF2B5EF4-FFF2-40B4-BE49-F238E27FC236}">
                    <a16:creationId xmlns:a16="http://schemas.microsoft.com/office/drawing/2014/main" id="{E3DC01AE-1DD2-48A1-B295-E5D24DD61A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9" y="1113"/>
                <a:ext cx="9" cy="17"/>
              </a:xfrm>
              <a:custGeom>
                <a:avLst/>
                <a:gdLst>
                  <a:gd name="T0" fmla="*/ 0 w 8"/>
                  <a:gd name="T1" fmla="*/ 0 h 16"/>
                  <a:gd name="T2" fmla="*/ 0 w 8"/>
                  <a:gd name="T3" fmla="*/ 19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16">
                    <a:moveTo>
                      <a:pt x="0" y="0"/>
                    </a:moveTo>
                    <a:cubicBezTo>
                      <a:pt x="0" y="0"/>
                      <a:pt x="8" y="4"/>
                      <a:pt x="0" y="16"/>
                    </a:cubicBezTo>
                  </a:path>
                </a:pathLst>
              </a:custGeom>
              <a:noFill/>
              <a:ln w="3175" cap="rnd">
                <a:solidFill>
                  <a:srgbClr val="9569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897" name="Freeform 93">
                <a:extLst>
                  <a:ext uri="{FF2B5EF4-FFF2-40B4-BE49-F238E27FC236}">
                    <a16:creationId xmlns:a16="http://schemas.microsoft.com/office/drawing/2014/main" id="{B833FA69-3BEB-418B-96D9-EC695AB5EC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3" y="1041"/>
                <a:ext cx="25" cy="61"/>
              </a:xfrm>
              <a:custGeom>
                <a:avLst/>
                <a:gdLst>
                  <a:gd name="T0" fmla="*/ 0 w 23"/>
                  <a:gd name="T1" fmla="*/ 0 h 57"/>
                  <a:gd name="T2" fmla="*/ 12 w 23"/>
                  <a:gd name="T3" fmla="*/ 11 h 57"/>
                  <a:gd name="T4" fmla="*/ 20 w 23"/>
                  <a:gd name="T5" fmla="*/ 29 h 57"/>
                  <a:gd name="T6" fmla="*/ 24 w 23"/>
                  <a:gd name="T7" fmla="*/ 49 h 57"/>
                  <a:gd name="T8" fmla="*/ 29 w 23"/>
                  <a:gd name="T9" fmla="*/ 70 h 57"/>
                  <a:gd name="T10" fmla="*/ 26 w 23"/>
                  <a:gd name="T11" fmla="*/ 60 h 57"/>
                  <a:gd name="T12" fmla="*/ 20 w 23"/>
                  <a:gd name="T13" fmla="*/ 48 h 57"/>
                  <a:gd name="T14" fmla="*/ 16 w 23"/>
                  <a:gd name="T15" fmla="*/ 30 h 57"/>
                  <a:gd name="T16" fmla="*/ 13 w 23"/>
                  <a:gd name="T17" fmla="*/ 16 h 57"/>
                  <a:gd name="T18" fmla="*/ 10 w 23"/>
                  <a:gd name="T19" fmla="*/ 11 h 57"/>
                  <a:gd name="T20" fmla="*/ 3 w 23"/>
                  <a:gd name="T21" fmla="*/ 2 h 5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3" h="57">
                    <a:moveTo>
                      <a:pt x="0" y="0"/>
                    </a:moveTo>
                    <a:cubicBezTo>
                      <a:pt x="4" y="1"/>
                      <a:pt x="6" y="5"/>
                      <a:pt x="9" y="8"/>
                    </a:cubicBezTo>
                    <a:cubicBezTo>
                      <a:pt x="13" y="12"/>
                      <a:pt x="15" y="17"/>
                      <a:pt x="16" y="23"/>
                    </a:cubicBezTo>
                    <a:cubicBezTo>
                      <a:pt x="17" y="29"/>
                      <a:pt x="17" y="34"/>
                      <a:pt x="18" y="40"/>
                    </a:cubicBezTo>
                    <a:cubicBezTo>
                      <a:pt x="19" y="46"/>
                      <a:pt x="21" y="52"/>
                      <a:pt x="23" y="57"/>
                    </a:cubicBezTo>
                    <a:cubicBezTo>
                      <a:pt x="23" y="55"/>
                      <a:pt x="21" y="52"/>
                      <a:pt x="20" y="49"/>
                    </a:cubicBezTo>
                    <a:cubicBezTo>
                      <a:pt x="18" y="46"/>
                      <a:pt x="17" y="42"/>
                      <a:pt x="16" y="39"/>
                    </a:cubicBezTo>
                    <a:cubicBezTo>
                      <a:pt x="15" y="34"/>
                      <a:pt x="14" y="29"/>
                      <a:pt x="13" y="24"/>
                    </a:cubicBezTo>
                    <a:cubicBezTo>
                      <a:pt x="12" y="20"/>
                      <a:pt x="12" y="17"/>
                      <a:pt x="10" y="13"/>
                    </a:cubicBezTo>
                    <a:cubicBezTo>
                      <a:pt x="9" y="11"/>
                      <a:pt x="8" y="10"/>
                      <a:pt x="7" y="8"/>
                    </a:cubicBezTo>
                    <a:cubicBezTo>
                      <a:pt x="6" y="6"/>
                      <a:pt x="3" y="4"/>
                      <a:pt x="3" y="2"/>
                    </a:cubicBezTo>
                  </a:path>
                </a:pathLst>
              </a:custGeom>
              <a:solidFill>
                <a:srgbClr val="C9A1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898" name="Freeform 94">
                <a:extLst>
                  <a:ext uri="{FF2B5EF4-FFF2-40B4-BE49-F238E27FC236}">
                    <a16:creationId xmlns:a16="http://schemas.microsoft.com/office/drawing/2014/main" id="{F8A21A9A-342B-4FAB-8349-8CD9F58659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2" y="1113"/>
                <a:ext cx="10" cy="19"/>
              </a:xfrm>
              <a:custGeom>
                <a:avLst/>
                <a:gdLst>
                  <a:gd name="T0" fmla="*/ 1 w 9"/>
                  <a:gd name="T1" fmla="*/ 0 h 18"/>
                  <a:gd name="T2" fmla="*/ 0 w 9"/>
                  <a:gd name="T3" fmla="*/ 21 h 18"/>
                  <a:gd name="T4" fmla="*/ 2 w 9"/>
                  <a:gd name="T5" fmla="*/ 2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8">
                    <a:moveTo>
                      <a:pt x="1" y="0"/>
                    </a:moveTo>
                    <a:cubicBezTo>
                      <a:pt x="0" y="6"/>
                      <a:pt x="5" y="11"/>
                      <a:pt x="0" y="18"/>
                    </a:cubicBezTo>
                    <a:cubicBezTo>
                      <a:pt x="8" y="13"/>
                      <a:pt x="9" y="7"/>
                      <a:pt x="2" y="2"/>
                    </a:cubicBezTo>
                  </a:path>
                </a:pathLst>
              </a:custGeom>
              <a:solidFill>
                <a:srgbClr val="C9A1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899" name="Freeform 95">
                <a:extLst>
                  <a:ext uri="{FF2B5EF4-FFF2-40B4-BE49-F238E27FC236}">
                    <a16:creationId xmlns:a16="http://schemas.microsoft.com/office/drawing/2014/main" id="{2F4F50B9-071F-45E0-93AB-D4B47DBA52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5" y="1023"/>
                <a:ext cx="12" cy="75"/>
              </a:xfrm>
              <a:custGeom>
                <a:avLst/>
                <a:gdLst>
                  <a:gd name="T0" fmla="*/ 11 w 11"/>
                  <a:gd name="T1" fmla="*/ 86 h 70"/>
                  <a:gd name="T2" fmla="*/ 14 w 11"/>
                  <a:gd name="T3" fmla="*/ 0 h 7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70">
                    <a:moveTo>
                      <a:pt x="8" y="70"/>
                    </a:moveTo>
                    <a:cubicBezTo>
                      <a:pt x="8" y="70"/>
                      <a:pt x="0" y="26"/>
                      <a:pt x="11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900" name="Freeform 96">
                <a:extLst>
                  <a:ext uri="{FF2B5EF4-FFF2-40B4-BE49-F238E27FC236}">
                    <a16:creationId xmlns:a16="http://schemas.microsoft.com/office/drawing/2014/main" id="{23A08D95-9395-447B-AFA3-2AF25D0837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3" y="1014"/>
                <a:ext cx="23" cy="24"/>
              </a:xfrm>
              <a:custGeom>
                <a:avLst/>
                <a:gdLst>
                  <a:gd name="T0" fmla="*/ 0 w 22"/>
                  <a:gd name="T1" fmla="*/ 28 h 22"/>
                  <a:gd name="T2" fmla="*/ 20 w 22"/>
                  <a:gd name="T3" fmla="*/ 27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22">
                    <a:moveTo>
                      <a:pt x="0" y="22"/>
                    </a:moveTo>
                    <a:cubicBezTo>
                      <a:pt x="0" y="22"/>
                      <a:pt x="22" y="0"/>
                      <a:pt x="17" y="21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901" name="Freeform 97">
                <a:extLst>
                  <a:ext uri="{FF2B5EF4-FFF2-40B4-BE49-F238E27FC236}">
                    <a16:creationId xmlns:a16="http://schemas.microsoft.com/office/drawing/2014/main" id="{F42E24CD-8AA1-4204-A23E-10233B6A62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2" y="1046"/>
                <a:ext cx="18" cy="22"/>
              </a:xfrm>
              <a:custGeom>
                <a:avLst/>
                <a:gdLst>
                  <a:gd name="T0" fmla="*/ 0 w 17"/>
                  <a:gd name="T1" fmla="*/ 0 h 20"/>
                  <a:gd name="T2" fmla="*/ 0 w 17"/>
                  <a:gd name="T3" fmla="*/ 26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20">
                    <a:moveTo>
                      <a:pt x="0" y="0"/>
                    </a:moveTo>
                    <a:cubicBezTo>
                      <a:pt x="0" y="0"/>
                      <a:pt x="17" y="9"/>
                      <a:pt x="0" y="2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902" name="Freeform 98">
                <a:extLst>
                  <a:ext uri="{FF2B5EF4-FFF2-40B4-BE49-F238E27FC236}">
                    <a16:creationId xmlns:a16="http://schemas.microsoft.com/office/drawing/2014/main" id="{1989F711-8E58-4942-8B25-EB06AFE8D8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7" y="2932"/>
                <a:ext cx="65" cy="86"/>
              </a:xfrm>
              <a:custGeom>
                <a:avLst/>
                <a:gdLst>
                  <a:gd name="T0" fmla="*/ 74 w 61"/>
                  <a:gd name="T1" fmla="*/ 0 h 81"/>
                  <a:gd name="T2" fmla="*/ 35 w 61"/>
                  <a:gd name="T3" fmla="*/ 37 h 81"/>
                  <a:gd name="T4" fmla="*/ 0 w 61"/>
                  <a:gd name="T5" fmla="*/ 97 h 8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1" h="81">
                    <a:moveTo>
                      <a:pt x="61" y="0"/>
                    </a:moveTo>
                    <a:cubicBezTo>
                      <a:pt x="51" y="3"/>
                      <a:pt x="37" y="23"/>
                      <a:pt x="29" y="31"/>
                    </a:cubicBezTo>
                    <a:cubicBezTo>
                      <a:pt x="15" y="47"/>
                      <a:pt x="9" y="61"/>
                      <a:pt x="0" y="81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903" name="Freeform 99">
                <a:extLst>
                  <a:ext uri="{FF2B5EF4-FFF2-40B4-BE49-F238E27FC236}">
                    <a16:creationId xmlns:a16="http://schemas.microsoft.com/office/drawing/2014/main" id="{2BB44DBC-03AE-48B3-A59E-5B4271A181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8" y="3047"/>
                <a:ext cx="210" cy="52"/>
              </a:xfrm>
              <a:custGeom>
                <a:avLst/>
                <a:gdLst>
                  <a:gd name="T0" fmla="*/ 239 w 197"/>
                  <a:gd name="T1" fmla="*/ 0 h 49"/>
                  <a:gd name="T2" fmla="*/ 204 w 197"/>
                  <a:gd name="T3" fmla="*/ 22 h 49"/>
                  <a:gd name="T4" fmla="*/ 157 w 197"/>
                  <a:gd name="T5" fmla="*/ 48 h 49"/>
                  <a:gd name="T6" fmla="*/ 88 w 197"/>
                  <a:gd name="T7" fmla="*/ 57 h 49"/>
                  <a:gd name="T8" fmla="*/ 0 w 197"/>
                  <a:gd name="T9" fmla="*/ 34 h 4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7" h="49">
                    <a:moveTo>
                      <a:pt x="197" y="0"/>
                    </a:moveTo>
                    <a:cubicBezTo>
                      <a:pt x="190" y="9"/>
                      <a:pt x="177" y="13"/>
                      <a:pt x="168" y="19"/>
                    </a:cubicBezTo>
                    <a:cubicBezTo>
                      <a:pt x="156" y="27"/>
                      <a:pt x="143" y="35"/>
                      <a:pt x="129" y="40"/>
                    </a:cubicBezTo>
                    <a:cubicBezTo>
                      <a:pt x="111" y="46"/>
                      <a:pt x="92" y="49"/>
                      <a:pt x="73" y="48"/>
                    </a:cubicBezTo>
                    <a:cubicBezTo>
                      <a:pt x="46" y="47"/>
                      <a:pt x="25" y="34"/>
                      <a:pt x="0" y="28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904" name="Freeform 100">
                <a:extLst>
                  <a:ext uri="{FF2B5EF4-FFF2-40B4-BE49-F238E27FC236}">
                    <a16:creationId xmlns:a16="http://schemas.microsoft.com/office/drawing/2014/main" id="{11F95CD9-F9FB-4CF1-B8BB-8649F87931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6" y="3056"/>
                <a:ext cx="39" cy="15"/>
              </a:xfrm>
              <a:custGeom>
                <a:avLst/>
                <a:gdLst>
                  <a:gd name="T0" fmla="*/ 43 w 37"/>
                  <a:gd name="T1" fmla="*/ 0 h 15"/>
                  <a:gd name="T2" fmla="*/ 0 w 37"/>
                  <a:gd name="T3" fmla="*/ 15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7" h="15">
                    <a:moveTo>
                      <a:pt x="37" y="0"/>
                    </a:moveTo>
                    <a:cubicBezTo>
                      <a:pt x="25" y="6"/>
                      <a:pt x="11" y="8"/>
                      <a:pt x="0" y="15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905" name="Freeform 101">
                <a:extLst>
                  <a:ext uri="{FF2B5EF4-FFF2-40B4-BE49-F238E27FC236}">
                    <a16:creationId xmlns:a16="http://schemas.microsoft.com/office/drawing/2014/main" id="{D29F873C-16F2-4788-BEAD-B83FAE7228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0" y="3113"/>
                <a:ext cx="57" cy="8"/>
              </a:xfrm>
              <a:custGeom>
                <a:avLst/>
                <a:gdLst>
                  <a:gd name="T0" fmla="*/ 66 w 53"/>
                  <a:gd name="T1" fmla="*/ 2 h 7"/>
                  <a:gd name="T2" fmla="*/ 0 w 53"/>
                  <a:gd name="T3" fmla="*/ 1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3" h="7">
                    <a:moveTo>
                      <a:pt x="53" y="2"/>
                    </a:moveTo>
                    <a:cubicBezTo>
                      <a:pt x="37" y="1"/>
                      <a:pt x="16" y="0"/>
                      <a:pt x="0" y="7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906" name="Freeform 102">
                <a:extLst>
                  <a:ext uri="{FF2B5EF4-FFF2-40B4-BE49-F238E27FC236}">
                    <a16:creationId xmlns:a16="http://schemas.microsoft.com/office/drawing/2014/main" id="{8CA3C2CC-EE32-4635-B011-C187632D6D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6" y="2739"/>
                <a:ext cx="59" cy="23"/>
              </a:xfrm>
              <a:custGeom>
                <a:avLst/>
                <a:gdLst>
                  <a:gd name="T0" fmla="*/ 68 w 55"/>
                  <a:gd name="T1" fmla="*/ 0 h 22"/>
                  <a:gd name="T2" fmla="*/ 0 w 55"/>
                  <a:gd name="T3" fmla="*/ 25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5" h="22">
                    <a:moveTo>
                      <a:pt x="55" y="0"/>
                    </a:moveTo>
                    <a:cubicBezTo>
                      <a:pt x="35" y="7"/>
                      <a:pt x="18" y="8"/>
                      <a:pt x="0" y="22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907" name="Freeform 103">
                <a:extLst>
                  <a:ext uri="{FF2B5EF4-FFF2-40B4-BE49-F238E27FC236}">
                    <a16:creationId xmlns:a16="http://schemas.microsoft.com/office/drawing/2014/main" id="{B9160E29-4102-42B5-8C3C-D299251CCC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2" y="3747"/>
                <a:ext cx="104" cy="13"/>
              </a:xfrm>
              <a:custGeom>
                <a:avLst/>
                <a:gdLst>
                  <a:gd name="T0" fmla="*/ 117 w 98"/>
                  <a:gd name="T1" fmla="*/ 5 h 13"/>
                  <a:gd name="T2" fmla="*/ 82 w 98"/>
                  <a:gd name="T3" fmla="*/ 12 h 13"/>
                  <a:gd name="T4" fmla="*/ 52 w 98"/>
                  <a:gd name="T5" fmla="*/ 6 h 13"/>
                  <a:gd name="T6" fmla="*/ 0 w 98"/>
                  <a:gd name="T7" fmla="*/ 13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8" h="13">
                    <a:moveTo>
                      <a:pt x="98" y="5"/>
                    </a:moveTo>
                    <a:cubicBezTo>
                      <a:pt x="88" y="7"/>
                      <a:pt x="80" y="12"/>
                      <a:pt x="69" y="12"/>
                    </a:cubicBezTo>
                    <a:cubicBezTo>
                      <a:pt x="60" y="12"/>
                      <a:pt x="52" y="9"/>
                      <a:pt x="43" y="6"/>
                    </a:cubicBezTo>
                    <a:cubicBezTo>
                      <a:pt x="28" y="0"/>
                      <a:pt x="11" y="1"/>
                      <a:pt x="0" y="13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908" name="Freeform 104">
                <a:extLst>
                  <a:ext uri="{FF2B5EF4-FFF2-40B4-BE49-F238E27FC236}">
                    <a16:creationId xmlns:a16="http://schemas.microsoft.com/office/drawing/2014/main" id="{394FA02F-393B-49E2-B110-47B875DC17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7" y="3647"/>
                <a:ext cx="44" cy="8"/>
              </a:xfrm>
              <a:custGeom>
                <a:avLst/>
                <a:gdLst>
                  <a:gd name="T0" fmla="*/ 48 w 42"/>
                  <a:gd name="T1" fmla="*/ 0 h 7"/>
                  <a:gd name="T2" fmla="*/ 0 w 42"/>
                  <a:gd name="T3" fmla="*/ 1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2" h="7">
                    <a:moveTo>
                      <a:pt x="42" y="0"/>
                    </a:moveTo>
                    <a:cubicBezTo>
                      <a:pt x="29" y="0"/>
                      <a:pt x="14" y="5"/>
                      <a:pt x="0" y="7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909" name="Freeform 105">
                <a:extLst>
                  <a:ext uri="{FF2B5EF4-FFF2-40B4-BE49-F238E27FC236}">
                    <a16:creationId xmlns:a16="http://schemas.microsoft.com/office/drawing/2014/main" id="{A8740B5F-C907-4CB2-94BF-27254C7FB6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2" y="3941"/>
                <a:ext cx="38" cy="37"/>
              </a:xfrm>
              <a:custGeom>
                <a:avLst/>
                <a:gdLst>
                  <a:gd name="T0" fmla="*/ 39 w 36"/>
                  <a:gd name="T1" fmla="*/ 41 h 35"/>
                  <a:gd name="T2" fmla="*/ 29 w 36"/>
                  <a:gd name="T3" fmla="*/ 14 h 35"/>
                  <a:gd name="T4" fmla="*/ 14 w 36"/>
                  <a:gd name="T5" fmla="*/ 4 h 35"/>
                  <a:gd name="T6" fmla="*/ 0 w 36"/>
                  <a:gd name="T7" fmla="*/ 0 h 3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6" h="35">
                    <a:moveTo>
                      <a:pt x="33" y="35"/>
                    </a:moveTo>
                    <a:cubicBezTo>
                      <a:pt x="36" y="26"/>
                      <a:pt x="34" y="15"/>
                      <a:pt x="25" y="11"/>
                    </a:cubicBezTo>
                    <a:cubicBezTo>
                      <a:pt x="20" y="9"/>
                      <a:pt x="16" y="6"/>
                      <a:pt x="11" y="4"/>
                    </a:cubicBezTo>
                    <a:cubicBezTo>
                      <a:pt x="8" y="3"/>
                      <a:pt x="3" y="2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910" name="Freeform 106">
                <a:extLst>
                  <a:ext uri="{FF2B5EF4-FFF2-40B4-BE49-F238E27FC236}">
                    <a16:creationId xmlns:a16="http://schemas.microsoft.com/office/drawing/2014/main" id="{47407749-CF4B-49B1-9C80-285355BD81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4" y="3921"/>
                <a:ext cx="15" cy="22"/>
              </a:xfrm>
              <a:custGeom>
                <a:avLst/>
                <a:gdLst>
                  <a:gd name="T0" fmla="*/ 17 w 14"/>
                  <a:gd name="T1" fmla="*/ 26 h 20"/>
                  <a:gd name="T2" fmla="*/ 0 w 14"/>
                  <a:gd name="T3" fmla="*/ 0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20">
                    <a:moveTo>
                      <a:pt x="14" y="20"/>
                    </a:moveTo>
                    <a:cubicBezTo>
                      <a:pt x="7" y="15"/>
                      <a:pt x="6" y="5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911" name="Freeform 107">
                <a:extLst>
                  <a:ext uri="{FF2B5EF4-FFF2-40B4-BE49-F238E27FC236}">
                    <a16:creationId xmlns:a16="http://schemas.microsoft.com/office/drawing/2014/main" id="{FAAAD902-C314-4E23-A964-7608710D94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6" y="3951"/>
                <a:ext cx="35" cy="25"/>
              </a:xfrm>
              <a:custGeom>
                <a:avLst/>
                <a:gdLst>
                  <a:gd name="T0" fmla="*/ 39 w 33"/>
                  <a:gd name="T1" fmla="*/ 9 h 23"/>
                  <a:gd name="T2" fmla="*/ 6 w 33"/>
                  <a:gd name="T3" fmla="*/ 29 h 23"/>
                  <a:gd name="T4" fmla="*/ 2 w 33"/>
                  <a:gd name="T5" fmla="*/ 11 h 23"/>
                  <a:gd name="T6" fmla="*/ 16 w 33"/>
                  <a:gd name="T7" fmla="*/ 0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" h="23">
                    <a:moveTo>
                      <a:pt x="33" y="6"/>
                    </a:moveTo>
                    <a:cubicBezTo>
                      <a:pt x="20" y="4"/>
                      <a:pt x="10" y="9"/>
                      <a:pt x="6" y="23"/>
                    </a:cubicBezTo>
                    <a:cubicBezTo>
                      <a:pt x="2" y="20"/>
                      <a:pt x="0" y="12"/>
                      <a:pt x="2" y="8"/>
                    </a:cubicBezTo>
                    <a:cubicBezTo>
                      <a:pt x="4" y="3"/>
                      <a:pt x="8" y="3"/>
                      <a:pt x="13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912" name="Freeform 108">
                <a:extLst>
                  <a:ext uri="{FF2B5EF4-FFF2-40B4-BE49-F238E27FC236}">
                    <a16:creationId xmlns:a16="http://schemas.microsoft.com/office/drawing/2014/main" id="{50C0E664-E027-452E-A8F9-715E947814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2" y="3926"/>
                <a:ext cx="37" cy="47"/>
              </a:xfrm>
              <a:custGeom>
                <a:avLst/>
                <a:gdLst>
                  <a:gd name="T0" fmla="*/ 37 w 35"/>
                  <a:gd name="T1" fmla="*/ 53 h 44"/>
                  <a:gd name="T2" fmla="*/ 37 w 35"/>
                  <a:gd name="T3" fmla="*/ 36 h 44"/>
                  <a:gd name="T4" fmla="*/ 25 w 35"/>
                  <a:gd name="T5" fmla="*/ 22 h 44"/>
                  <a:gd name="T6" fmla="*/ 13 w 35"/>
                  <a:gd name="T7" fmla="*/ 15 h 44"/>
                  <a:gd name="T8" fmla="*/ 5 w 35"/>
                  <a:gd name="T9" fmla="*/ 11 h 44"/>
                  <a:gd name="T10" fmla="*/ 0 w 35"/>
                  <a:gd name="T11" fmla="*/ 0 h 4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5" h="44">
                    <a:moveTo>
                      <a:pt x="31" y="44"/>
                    </a:moveTo>
                    <a:cubicBezTo>
                      <a:pt x="35" y="43"/>
                      <a:pt x="32" y="33"/>
                      <a:pt x="31" y="30"/>
                    </a:cubicBezTo>
                    <a:cubicBezTo>
                      <a:pt x="29" y="26"/>
                      <a:pt x="25" y="22"/>
                      <a:pt x="22" y="19"/>
                    </a:cubicBezTo>
                    <a:cubicBezTo>
                      <a:pt x="19" y="16"/>
                      <a:pt x="14" y="14"/>
                      <a:pt x="10" y="12"/>
                    </a:cubicBezTo>
                    <a:cubicBezTo>
                      <a:pt x="7" y="11"/>
                      <a:pt x="6" y="11"/>
                      <a:pt x="5" y="8"/>
                    </a:cubicBezTo>
                    <a:cubicBezTo>
                      <a:pt x="3" y="6"/>
                      <a:pt x="0" y="1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913" name="Freeform 109">
                <a:extLst>
                  <a:ext uri="{FF2B5EF4-FFF2-40B4-BE49-F238E27FC236}">
                    <a16:creationId xmlns:a16="http://schemas.microsoft.com/office/drawing/2014/main" id="{2EA6E530-9B72-4253-B92B-069EAC7295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0" y="3911"/>
                <a:ext cx="41" cy="42"/>
              </a:xfrm>
              <a:custGeom>
                <a:avLst/>
                <a:gdLst>
                  <a:gd name="T0" fmla="*/ 47 w 38"/>
                  <a:gd name="T1" fmla="*/ 46 h 40"/>
                  <a:gd name="T2" fmla="*/ 31 w 38"/>
                  <a:gd name="T3" fmla="*/ 16 h 40"/>
                  <a:gd name="T4" fmla="*/ 17 w 38"/>
                  <a:gd name="T5" fmla="*/ 9 h 40"/>
                  <a:gd name="T6" fmla="*/ 11 w 38"/>
                  <a:gd name="T7" fmla="*/ 4 h 40"/>
                  <a:gd name="T8" fmla="*/ 0 w 38"/>
                  <a:gd name="T9" fmla="*/ 0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" h="40">
                    <a:moveTo>
                      <a:pt x="38" y="40"/>
                    </a:moveTo>
                    <a:cubicBezTo>
                      <a:pt x="38" y="30"/>
                      <a:pt x="33" y="19"/>
                      <a:pt x="25" y="13"/>
                    </a:cubicBezTo>
                    <a:cubicBezTo>
                      <a:pt x="22" y="11"/>
                      <a:pt x="18" y="11"/>
                      <a:pt x="14" y="9"/>
                    </a:cubicBezTo>
                    <a:cubicBezTo>
                      <a:pt x="12" y="7"/>
                      <a:pt x="10" y="5"/>
                      <a:pt x="8" y="4"/>
                    </a:cubicBezTo>
                    <a:cubicBezTo>
                      <a:pt x="5" y="2"/>
                      <a:pt x="2" y="2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914" name="Freeform 110">
                <a:extLst>
                  <a:ext uri="{FF2B5EF4-FFF2-40B4-BE49-F238E27FC236}">
                    <a16:creationId xmlns:a16="http://schemas.microsoft.com/office/drawing/2014/main" id="{090C7EF9-E879-4DDA-B716-30E6066F72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6" y="3912"/>
                <a:ext cx="13" cy="6"/>
              </a:xfrm>
              <a:custGeom>
                <a:avLst/>
                <a:gdLst>
                  <a:gd name="T0" fmla="*/ 15 w 12"/>
                  <a:gd name="T1" fmla="*/ 6 h 6"/>
                  <a:gd name="T2" fmla="*/ 0 w 12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6">
                    <a:moveTo>
                      <a:pt x="12" y="6"/>
                    </a:moveTo>
                    <a:cubicBezTo>
                      <a:pt x="9" y="2"/>
                      <a:pt x="2" y="2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915" name="Freeform 111">
                <a:extLst>
                  <a:ext uri="{FF2B5EF4-FFF2-40B4-BE49-F238E27FC236}">
                    <a16:creationId xmlns:a16="http://schemas.microsoft.com/office/drawing/2014/main" id="{A359F800-5A15-4DBA-B681-57E6EE239B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2" y="3904"/>
                <a:ext cx="5" cy="4"/>
              </a:xfrm>
              <a:custGeom>
                <a:avLst/>
                <a:gdLst>
                  <a:gd name="T0" fmla="*/ 5 w 5"/>
                  <a:gd name="T1" fmla="*/ 7 h 3"/>
                  <a:gd name="T2" fmla="*/ 0 w 5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3">
                    <a:moveTo>
                      <a:pt x="5" y="3"/>
                    </a:moveTo>
                    <a:cubicBezTo>
                      <a:pt x="4" y="2"/>
                      <a:pt x="1" y="1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916" name="Freeform 112">
                <a:extLst>
                  <a:ext uri="{FF2B5EF4-FFF2-40B4-BE49-F238E27FC236}">
                    <a16:creationId xmlns:a16="http://schemas.microsoft.com/office/drawing/2014/main" id="{A11EFE7D-3309-4CBD-A429-FF5F948BB8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2" y="3946"/>
                <a:ext cx="18" cy="13"/>
              </a:xfrm>
              <a:custGeom>
                <a:avLst/>
                <a:gdLst>
                  <a:gd name="T0" fmla="*/ 23 w 16"/>
                  <a:gd name="T1" fmla="*/ 9 h 12"/>
                  <a:gd name="T2" fmla="*/ 7 w 16"/>
                  <a:gd name="T3" fmla="*/ 15 h 12"/>
                  <a:gd name="T4" fmla="*/ 0 w 16"/>
                  <a:gd name="T5" fmla="*/ 9 h 12"/>
                  <a:gd name="T6" fmla="*/ 18 w 16"/>
                  <a:gd name="T7" fmla="*/ 1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12">
                    <a:moveTo>
                      <a:pt x="16" y="6"/>
                    </a:moveTo>
                    <a:cubicBezTo>
                      <a:pt x="10" y="6"/>
                      <a:pt x="8" y="9"/>
                      <a:pt x="4" y="12"/>
                    </a:cubicBezTo>
                    <a:cubicBezTo>
                      <a:pt x="2" y="10"/>
                      <a:pt x="1" y="8"/>
                      <a:pt x="0" y="6"/>
                    </a:cubicBezTo>
                    <a:cubicBezTo>
                      <a:pt x="5" y="5"/>
                      <a:pt x="7" y="0"/>
                      <a:pt x="12" y="1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917" name="Freeform 113">
                <a:extLst>
                  <a:ext uri="{FF2B5EF4-FFF2-40B4-BE49-F238E27FC236}">
                    <a16:creationId xmlns:a16="http://schemas.microsoft.com/office/drawing/2014/main" id="{672EBAB2-884E-4EE4-BD7D-7061065042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6" y="3938"/>
                <a:ext cx="12" cy="13"/>
              </a:xfrm>
              <a:custGeom>
                <a:avLst/>
                <a:gdLst>
                  <a:gd name="T0" fmla="*/ 14 w 11"/>
                  <a:gd name="T1" fmla="*/ 3 h 12"/>
                  <a:gd name="T2" fmla="*/ 3 w 11"/>
                  <a:gd name="T3" fmla="*/ 15 h 12"/>
                  <a:gd name="T4" fmla="*/ 2 w 11"/>
                  <a:gd name="T5" fmla="*/ 15 h 12"/>
                  <a:gd name="T6" fmla="*/ 0 w 11"/>
                  <a:gd name="T7" fmla="*/ 11 h 12"/>
                  <a:gd name="T8" fmla="*/ 12 w 11"/>
                  <a:gd name="T9" fmla="*/ 0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2">
                    <a:moveTo>
                      <a:pt x="11" y="3"/>
                    </a:moveTo>
                    <a:cubicBezTo>
                      <a:pt x="8" y="4"/>
                      <a:pt x="4" y="9"/>
                      <a:pt x="3" y="12"/>
                    </a:cubicBezTo>
                    <a:cubicBezTo>
                      <a:pt x="3" y="12"/>
                      <a:pt x="2" y="12"/>
                      <a:pt x="2" y="12"/>
                    </a:cubicBezTo>
                    <a:cubicBezTo>
                      <a:pt x="1" y="11"/>
                      <a:pt x="0" y="9"/>
                      <a:pt x="0" y="8"/>
                    </a:cubicBezTo>
                    <a:cubicBezTo>
                      <a:pt x="3" y="7"/>
                      <a:pt x="4" y="1"/>
                      <a:pt x="9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918" name="Freeform 114">
                <a:extLst>
                  <a:ext uri="{FF2B5EF4-FFF2-40B4-BE49-F238E27FC236}">
                    <a16:creationId xmlns:a16="http://schemas.microsoft.com/office/drawing/2014/main" id="{C7459AC8-9C11-40D3-9CC6-D01C4662F6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0" y="3884"/>
                <a:ext cx="22" cy="18"/>
              </a:xfrm>
              <a:custGeom>
                <a:avLst/>
                <a:gdLst>
                  <a:gd name="T0" fmla="*/ 26 w 20"/>
                  <a:gd name="T1" fmla="*/ 20 h 17"/>
                  <a:gd name="T2" fmla="*/ 0 w 20"/>
                  <a:gd name="T3" fmla="*/ 0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17">
                    <a:moveTo>
                      <a:pt x="20" y="17"/>
                    </a:moveTo>
                    <a:cubicBezTo>
                      <a:pt x="12" y="14"/>
                      <a:pt x="5" y="7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919" name="Freeform 115">
                <a:extLst>
                  <a:ext uri="{FF2B5EF4-FFF2-40B4-BE49-F238E27FC236}">
                    <a16:creationId xmlns:a16="http://schemas.microsoft.com/office/drawing/2014/main" id="{844FB073-ADC7-4810-A520-DCEECA64DB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9" y="1247"/>
                <a:ext cx="115" cy="56"/>
              </a:xfrm>
              <a:custGeom>
                <a:avLst/>
                <a:gdLst>
                  <a:gd name="T0" fmla="*/ 130 w 108"/>
                  <a:gd name="T1" fmla="*/ 0 h 53"/>
                  <a:gd name="T2" fmla="*/ 85 w 108"/>
                  <a:gd name="T3" fmla="*/ 38 h 53"/>
                  <a:gd name="T4" fmla="*/ 0 w 108"/>
                  <a:gd name="T5" fmla="*/ 60 h 5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8" h="53">
                    <a:moveTo>
                      <a:pt x="108" y="0"/>
                    </a:moveTo>
                    <a:cubicBezTo>
                      <a:pt x="108" y="0"/>
                      <a:pt x="82" y="22"/>
                      <a:pt x="70" y="32"/>
                    </a:cubicBezTo>
                    <a:cubicBezTo>
                      <a:pt x="57" y="42"/>
                      <a:pt x="25" y="53"/>
                      <a:pt x="0" y="51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920" name="Freeform 116">
                <a:extLst>
                  <a:ext uri="{FF2B5EF4-FFF2-40B4-BE49-F238E27FC236}">
                    <a16:creationId xmlns:a16="http://schemas.microsoft.com/office/drawing/2014/main" id="{B96AF6D2-501F-45CD-A5F4-5415E4697E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7" y="1292"/>
                <a:ext cx="154" cy="55"/>
              </a:xfrm>
              <a:custGeom>
                <a:avLst/>
                <a:gdLst>
                  <a:gd name="T0" fmla="*/ 0 w 144"/>
                  <a:gd name="T1" fmla="*/ 1 h 52"/>
                  <a:gd name="T2" fmla="*/ 35 w 144"/>
                  <a:gd name="T3" fmla="*/ 32 h 52"/>
                  <a:gd name="T4" fmla="*/ 87 w 144"/>
                  <a:gd name="T5" fmla="*/ 60 h 52"/>
                  <a:gd name="T6" fmla="*/ 137 w 144"/>
                  <a:gd name="T7" fmla="*/ 32 h 52"/>
                  <a:gd name="T8" fmla="*/ 176 w 144"/>
                  <a:gd name="T9" fmla="*/ 0 h 5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4" h="52">
                    <a:moveTo>
                      <a:pt x="0" y="1"/>
                    </a:moveTo>
                    <a:cubicBezTo>
                      <a:pt x="0" y="1"/>
                      <a:pt x="14" y="10"/>
                      <a:pt x="29" y="26"/>
                    </a:cubicBezTo>
                    <a:cubicBezTo>
                      <a:pt x="45" y="42"/>
                      <a:pt x="55" y="49"/>
                      <a:pt x="71" y="51"/>
                    </a:cubicBezTo>
                    <a:cubicBezTo>
                      <a:pt x="87" y="52"/>
                      <a:pt x="98" y="39"/>
                      <a:pt x="112" y="26"/>
                    </a:cubicBezTo>
                    <a:cubicBezTo>
                      <a:pt x="127" y="14"/>
                      <a:pt x="130" y="6"/>
                      <a:pt x="144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921" name="Freeform 117">
                <a:extLst>
                  <a:ext uri="{FF2B5EF4-FFF2-40B4-BE49-F238E27FC236}">
                    <a16:creationId xmlns:a16="http://schemas.microsoft.com/office/drawing/2014/main" id="{9DC1CA3E-50E6-4E07-A0F4-4A454F0CC2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6" y="1972"/>
                <a:ext cx="656" cy="45"/>
              </a:xfrm>
              <a:custGeom>
                <a:avLst/>
                <a:gdLst>
                  <a:gd name="T0" fmla="*/ 0 w 614"/>
                  <a:gd name="T1" fmla="*/ 0 h 42"/>
                  <a:gd name="T2" fmla="*/ 67 w 614"/>
                  <a:gd name="T3" fmla="*/ 30 h 42"/>
                  <a:gd name="T4" fmla="*/ 214 w 614"/>
                  <a:gd name="T5" fmla="*/ 42 h 42"/>
                  <a:gd name="T6" fmla="*/ 374 w 614"/>
                  <a:gd name="T7" fmla="*/ 11 h 42"/>
                  <a:gd name="T8" fmla="*/ 564 w 614"/>
                  <a:gd name="T9" fmla="*/ 41 h 42"/>
                  <a:gd name="T10" fmla="*/ 646 w 614"/>
                  <a:gd name="T11" fmla="*/ 27 h 42"/>
                  <a:gd name="T12" fmla="*/ 749 w 614"/>
                  <a:gd name="T13" fmla="*/ 0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14" h="42">
                    <a:moveTo>
                      <a:pt x="0" y="0"/>
                    </a:moveTo>
                    <a:cubicBezTo>
                      <a:pt x="0" y="0"/>
                      <a:pt x="27" y="23"/>
                      <a:pt x="55" y="24"/>
                    </a:cubicBezTo>
                    <a:cubicBezTo>
                      <a:pt x="83" y="25"/>
                      <a:pt x="133" y="42"/>
                      <a:pt x="175" y="34"/>
                    </a:cubicBezTo>
                    <a:cubicBezTo>
                      <a:pt x="217" y="26"/>
                      <a:pt x="263" y="12"/>
                      <a:pt x="307" y="8"/>
                    </a:cubicBezTo>
                    <a:cubicBezTo>
                      <a:pt x="351" y="4"/>
                      <a:pt x="422" y="41"/>
                      <a:pt x="462" y="33"/>
                    </a:cubicBezTo>
                    <a:cubicBezTo>
                      <a:pt x="502" y="25"/>
                      <a:pt x="515" y="21"/>
                      <a:pt x="530" y="21"/>
                    </a:cubicBezTo>
                    <a:cubicBezTo>
                      <a:pt x="545" y="21"/>
                      <a:pt x="590" y="26"/>
                      <a:pt x="614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922" name="Freeform 118">
                <a:extLst>
                  <a:ext uri="{FF2B5EF4-FFF2-40B4-BE49-F238E27FC236}">
                    <a16:creationId xmlns:a16="http://schemas.microsoft.com/office/drawing/2014/main" id="{D8A29AF7-9AB5-4897-8C73-7C735D3544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3" y="2174"/>
                <a:ext cx="363" cy="112"/>
              </a:xfrm>
              <a:custGeom>
                <a:avLst/>
                <a:gdLst>
                  <a:gd name="T0" fmla="*/ 0 w 340"/>
                  <a:gd name="T1" fmla="*/ 2 h 105"/>
                  <a:gd name="T2" fmla="*/ 414 w 340"/>
                  <a:gd name="T3" fmla="*/ 0 h 10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40" h="105">
                    <a:moveTo>
                      <a:pt x="0" y="2"/>
                    </a:moveTo>
                    <a:cubicBezTo>
                      <a:pt x="0" y="2"/>
                      <a:pt x="141" y="105"/>
                      <a:pt x="340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923" name="Freeform 119">
                <a:extLst>
                  <a:ext uri="{FF2B5EF4-FFF2-40B4-BE49-F238E27FC236}">
                    <a16:creationId xmlns:a16="http://schemas.microsoft.com/office/drawing/2014/main" id="{FD3819D6-E775-47DF-90B4-41C0393CC0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0" y="2226"/>
                <a:ext cx="83" cy="37"/>
              </a:xfrm>
              <a:custGeom>
                <a:avLst/>
                <a:gdLst>
                  <a:gd name="T0" fmla="*/ 96 w 77"/>
                  <a:gd name="T1" fmla="*/ 0 h 35"/>
                  <a:gd name="T2" fmla="*/ 0 w 77"/>
                  <a:gd name="T3" fmla="*/ 41 h 3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7" h="35">
                    <a:moveTo>
                      <a:pt x="77" y="0"/>
                    </a:moveTo>
                    <a:cubicBezTo>
                      <a:pt x="77" y="0"/>
                      <a:pt x="39" y="20"/>
                      <a:pt x="0" y="35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924" name="Freeform 120">
                <a:extLst>
                  <a:ext uri="{FF2B5EF4-FFF2-40B4-BE49-F238E27FC236}">
                    <a16:creationId xmlns:a16="http://schemas.microsoft.com/office/drawing/2014/main" id="{FB79879F-C5AF-4D2B-B2ED-FE66B68E71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5" y="2223"/>
                <a:ext cx="59" cy="31"/>
              </a:xfrm>
              <a:custGeom>
                <a:avLst/>
                <a:gdLst>
                  <a:gd name="T0" fmla="*/ 0 w 55"/>
                  <a:gd name="T1" fmla="*/ 0 h 29"/>
                  <a:gd name="T2" fmla="*/ 68 w 55"/>
                  <a:gd name="T3" fmla="*/ 35 h 2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5" h="29">
                    <a:moveTo>
                      <a:pt x="0" y="0"/>
                    </a:moveTo>
                    <a:cubicBezTo>
                      <a:pt x="0" y="0"/>
                      <a:pt x="13" y="21"/>
                      <a:pt x="55" y="29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925" name="Freeform 121">
                <a:extLst>
                  <a:ext uri="{FF2B5EF4-FFF2-40B4-BE49-F238E27FC236}">
                    <a16:creationId xmlns:a16="http://schemas.microsoft.com/office/drawing/2014/main" id="{32B218A1-0D61-4D19-B3E2-E8C23BAC1A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1" y="2222"/>
                <a:ext cx="28" cy="27"/>
              </a:xfrm>
              <a:custGeom>
                <a:avLst/>
                <a:gdLst>
                  <a:gd name="T0" fmla="*/ 17 w 26"/>
                  <a:gd name="T1" fmla="*/ 0 h 26"/>
                  <a:gd name="T2" fmla="*/ 32 w 26"/>
                  <a:gd name="T3" fmla="*/ 28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26">
                    <a:moveTo>
                      <a:pt x="14" y="0"/>
                    </a:moveTo>
                    <a:cubicBezTo>
                      <a:pt x="14" y="0"/>
                      <a:pt x="0" y="26"/>
                      <a:pt x="26" y="25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926" name="Freeform 122">
                <a:extLst>
                  <a:ext uri="{FF2B5EF4-FFF2-40B4-BE49-F238E27FC236}">
                    <a16:creationId xmlns:a16="http://schemas.microsoft.com/office/drawing/2014/main" id="{258EB069-0F70-41EF-90AB-B0DED5660B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5" y="2471"/>
                <a:ext cx="226" cy="41"/>
              </a:xfrm>
              <a:custGeom>
                <a:avLst/>
                <a:gdLst>
                  <a:gd name="T0" fmla="*/ 0 w 212"/>
                  <a:gd name="T1" fmla="*/ 3 h 38"/>
                  <a:gd name="T2" fmla="*/ 257 w 212"/>
                  <a:gd name="T3" fmla="*/ 0 h 3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2" h="38">
                    <a:moveTo>
                      <a:pt x="0" y="3"/>
                    </a:moveTo>
                    <a:cubicBezTo>
                      <a:pt x="0" y="3"/>
                      <a:pt x="111" y="38"/>
                      <a:pt x="212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927" name="Freeform 123">
                <a:extLst>
                  <a:ext uri="{FF2B5EF4-FFF2-40B4-BE49-F238E27FC236}">
                    <a16:creationId xmlns:a16="http://schemas.microsoft.com/office/drawing/2014/main" id="{D0724EB1-462C-4EAC-9E8E-86CAD74ECA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7" y="1291"/>
                <a:ext cx="17" cy="20"/>
              </a:xfrm>
              <a:custGeom>
                <a:avLst/>
                <a:gdLst>
                  <a:gd name="T0" fmla="*/ 0 w 16"/>
                  <a:gd name="T1" fmla="*/ 8 h 19"/>
                  <a:gd name="T2" fmla="*/ 14 w 16"/>
                  <a:gd name="T3" fmla="*/ 0 h 19"/>
                  <a:gd name="T4" fmla="*/ 11 w 16"/>
                  <a:gd name="T5" fmla="*/ 22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19">
                    <a:moveTo>
                      <a:pt x="0" y="8"/>
                    </a:moveTo>
                    <a:cubicBezTo>
                      <a:pt x="4" y="5"/>
                      <a:pt x="6" y="1"/>
                      <a:pt x="11" y="0"/>
                    </a:cubicBezTo>
                    <a:cubicBezTo>
                      <a:pt x="16" y="6"/>
                      <a:pt x="9" y="15"/>
                      <a:pt x="8" y="19"/>
                    </a:cubicBezTo>
                  </a:path>
                </a:pathLst>
              </a:custGeom>
              <a:noFill/>
              <a:ln w="6350" cap="flat">
                <a:solidFill>
                  <a:srgbClr val="F7E8B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928" name="Freeform 124">
                <a:extLst>
                  <a:ext uri="{FF2B5EF4-FFF2-40B4-BE49-F238E27FC236}">
                    <a16:creationId xmlns:a16="http://schemas.microsoft.com/office/drawing/2014/main" id="{C90D8EEE-E2C6-453D-A836-A87B2F5E88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3" y="1306"/>
                <a:ext cx="14" cy="12"/>
              </a:xfrm>
              <a:custGeom>
                <a:avLst/>
                <a:gdLst>
                  <a:gd name="T0" fmla="*/ 5 w 13"/>
                  <a:gd name="T1" fmla="*/ 12 h 12"/>
                  <a:gd name="T2" fmla="*/ 0 w 13"/>
                  <a:gd name="T3" fmla="*/ 0 h 12"/>
                  <a:gd name="T4" fmla="*/ 16 w 13"/>
                  <a:gd name="T5" fmla="*/ 5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2">
                    <a:moveTo>
                      <a:pt x="5" y="12"/>
                    </a:moveTo>
                    <a:cubicBezTo>
                      <a:pt x="4" y="8"/>
                      <a:pt x="1" y="4"/>
                      <a:pt x="0" y="0"/>
                    </a:cubicBezTo>
                    <a:cubicBezTo>
                      <a:pt x="4" y="2"/>
                      <a:pt x="10" y="5"/>
                      <a:pt x="13" y="5"/>
                    </a:cubicBezTo>
                  </a:path>
                </a:pathLst>
              </a:custGeom>
              <a:noFill/>
              <a:ln w="6350" cap="flat">
                <a:solidFill>
                  <a:srgbClr val="F7E8B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929" name="Freeform 125">
                <a:extLst>
                  <a:ext uri="{FF2B5EF4-FFF2-40B4-BE49-F238E27FC236}">
                    <a16:creationId xmlns:a16="http://schemas.microsoft.com/office/drawing/2014/main" id="{CD764DBA-3AA5-4E4C-A122-DCFD37DD7E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5" y="1292"/>
                <a:ext cx="11" cy="12"/>
              </a:xfrm>
              <a:custGeom>
                <a:avLst/>
                <a:gdLst>
                  <a:gd name="T0" fmla="*/ 0 w 11"/>
                  <a:gd name="T1" fmla="*/ 0 h 12"/>
                  <a:gd name="T2" fmla="*/ 11 w 11"/>
                  <a:gd name="T3" fmla="*/ 12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12">
                    <a:moveTo>
                      <a:pt x="0" y="0"/>
                    </a:moveTo>
                    <a:cubicBezTo>
                      <a:pt x="4" y="4"/>
                      <a:pt x="8" y="8"/>
                      <a:pt x="11" y="12"/>
                    </a:cubicBezTo>
                  </a:path>
                </a:pathLst>
              </a:custGeom>
              <a:noFill/>
              <a:ln w="6350" cap="flat">
                <a:solidFill>
                  <a:srgbClr val="F7E8B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930" name="Freeform 126">
                <a:extLst>
                  <a:ext uri="{FF2B5EF4-FFF2-40B4-BE49-F238E27FC236}">
                    <a16:creationId xmlns:a16="http://schemas.microsoft.com/office/drawing/2014/main" id="{FE2C6986-930F-4800-9F22-943EE0CA8F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7" y="1291"/>
                <a:ext cx="33" cy="25"/>
              </a:xfrm>
              <a:custGeom>
                <a:avLst/>
                <a:gdLst>
                  <a:gd name="T0" fmla="*/ 19 w 31"/>
                  <a:gd name="T1" fmla="*/ 0 h 24"/>
                  <a:gd name="T2" fmla="*/ 6 w 31"/>
                  <a:gd name="T3" fmla="*/ 6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1" h="24">
                    <a:moveTo>
                      <a:pt x="16" y="0"/>
                    </a:moveTo>
                    <a:cubicBezTo>
                      <a:pt x="31" y="13"/>
                      <a:pt x="0" y="24"/>
                      <a:pt x="6" y="6"/>
                    </a:cubicBezTo>
                  </a:path>
                </a:pathLst>
              </a:custGeom>
              <a:noFill/>
              <a:ln w="6350" cap="flat">
                <a:solidFill>
                  <a:srgbClr val="F7E8B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931" name="Freeform 127">
                <a:extLst>
                  <a:ext uri="{FF2B5EF4-FFF2-40B4-BE49-F238E27FC236}">
                    <a16:creationId xmlns:a16="http://schemas.microsoft.com/office/drawing/2014/main" id="{0F093099-3F5A-49FB-B09E-D2B452C5B1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5" y="1255"/>
                <a:ext cx="4" cy="16"/>
              </a:xfrm>
              <a:custGeom>
                <a:avLst/>
                <a:gdLst>
                  <a:gd name="T0" fmla="*/ 7 w 3"/>
                  <a:gd name="T1" fmla="*/ 0 h 15"/>
                  <a:gd name="T2" fmla="*/ 0 w 3"/>
                  <a:gd name="T3" fmla="*/ 18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5">
                    <a:moveTo>
                      <a:pt x="3" y="0"/>
                    </a:moveTo>
                    <a:cubicBezTo>
                      <a:pt x="3" y="5"/>
                      <a:pt x="2" y="10"/>
                      <a:pt x="0" y="15"/>
                    </a:cubicBezTo>
                  </a:path>
                </a:pathLst>
              </a:custGeom>
              <a:noFill/>
              <a:ln w="6350" cap="flat">
                <a:solidFill>
                  <a:srgbClr val="F7E8B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932" name="Freeform 128">
                <a:extLst>
                  <a:ext uri="{FF2B5EF4-FFF2-40B4-BE49-F238E27FC236}">
                    <a16:creationId xmlns:a16="http://schemas.microsoft.com/office/drawing/2014/main" id="{D8C59BB6-3319-4CCE-9CD6-70D5B414C4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1" y="1245"/>
                <a:ext cx="12" cy="32"/>
              </a:xfrm>
              <a:custGeom>
                <a:avLst/>
                <a:gdLst>
                  <a:gd name="T0" fmla="*/ 12 w 12"/>
                  <a:gd name="T1" fmla="*/ 13 h 30"/>
                  <a:gd name="T2" fmla="*/ 9 w 12"/>
                  <a:gd name="T3" fmla="*/ 36 h 30"/>
                  <a:gd name="T4" fmla="*/ 7 w 12"/>
                  <a:gd name="T5" fmla="*/ 0 h 3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30">
                    <a:moveTo>
                      <a:pt x="12" y="10"/>
                    </a:moveTo>
                    <a:cubicBezTo>
                      <a:pt x="12" y="17"/>
                      <a:pt x="12" y="25"/>
                      <a:pt x="9" y="30"/>
                    </a:cubicBezTo>
                    <a:cubicBezTo>
                      <a:pt x="0" y="26"/>
                      <a:pt x="6" y="7"/>
                      <a:pt x="7" y="0"/>
                    </a:cubicBezTo>
                  </a:path>
                </a:pathLst>
              </a:custGeom>
              <a:noFill/>
              <a:ln w="6350" cap="flat">
                <a:solidFill>
                  <a:srgbClr val="F7E8B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933" name="Freeform 129">
                <a:extLst>
                  <a:ext uri="{FF2B5EF4-FFF2-40B4-BE49-F238E27FC236}">
                    <a16:creationId xmlns:a16="http://schemas.microsoft.com/office/drawing/2014/main" id="{B34F94C3-4F3B-4DCE-A710-40E3A84DA7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2" y="1242"/>
                <a:ext cx="15" cy="11"/>
              </a:xfrm>
              <a:custGeom>
                <a:avLst/>
                <a:gdLst>
                  <a:gd name="T0" fmla="*/ 0 w 14"/>
                  <a:gd name="T1" fmla="*/ 0 h 11"/>
                  <a:gd name="T2" fmla="*/ 17 w 14"/>
                  <a:gd name="T3" fmla="*/ 11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11">
                    <a:moveTo>
                      <a:pt x="0" y="0"/>
                    </a:moveTo>
                    <a:cubicBezTo>
                      <a:pt x="2" y="5"/>
                      <a:pt x="8" y="10"/>
                      <a:pt x="14" y="11"/>
                    </a:cubicBezTo>
                  </a:path>
                </a:pathLst>
              </a:custGeom>
              <a:noFill/>
              <a:ln w="6350" cap="flat">
                <a:solidFill>
                  <a:srgbClr val="F7E8B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934" name="Freeform 130">
                <a:extLst>
                  <a:ext uri="{FF2B5EF4-FFF2-40B4-BE49-F238E27FC236}">
                    <a16:creationId xmlns:a16="http://schemas.microsoft.com/office/drawing/2014/main" id="{433C9F99-3416-4F21-90DB-93E08D8B9A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3" y="1246"/>
                <a:ext cx="19" cy="6"/>
              </a:xfrm>
              <a:custGeom>
                <a:avLst/>
                <a:gdLst>
                  <a:gd name="T0" fmla="*/ 0 w 18"/>
                  <a:gd name="T1" fmla="*/ 3 h 6"/>
                  <a:gd name="T2" fmla="*/ 21 w 18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6">
                    <a:moveTo>
                      <a:pt x="0" y="3"/>
                    </a:moveTo>
                    <a:cubicBezTo>
                      <a:pt x="5" y="6"/>
                      <a:pt x="12" y="1"/>
                      <a:pt x="18" y="0"/>
                    </a:cubicBezTo>
                  </a:path>
                </a:pathLst>
              </a:custGeom>
              <a:noFill/>
              <a:ln w="6350" cap="flat">
                <a:solidFill>
                  <a:srgbClr val="F7E8B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935" name="Freeform 131">
                <a:extLst>
                  <a:ext uri="{FF2B5EF4-FFF2-40B4-BE49-F238E27FC236}">
                    <a16:creationId xmlns:a16="http://schemas.microsoft.com/office/drawing/2014/main" id="{159C6F82-BF2B-4613-86E4-4213C71013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1" y="1233"/>
                <a:ext cx="13" cy="1"/>
              </a:xfrm>
              <a:custGeom>
                <a:avLst/>
                <a:gdLst>
                  <a:gd name="T0" fmla="*/ 0 w 13"/>
                  <a:gd name="T1" fmla="*/ 1 h 1"/>
                  <a:gd name="T2" fmla="*/ 13 w 13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1">
                    <a:moveTo>
                      <a:pt x="0" y="1"/>
                    </a:moveTo>
                    <a:cubicBezTo>
                      <a:pt x="4" y="0"/>
                      <a:pt x="9" y="0"/>
                      <a:pt x="13" y="0"/>
                    </a:cubicBezTo>
                  </a:path>
                </a:pathLst>
              </a:custGeom>
              <a:noFill/>
              <a:ln w="6350" cap="flat">
                <a:solidFill>
                  <a:srgbClr val="F7E8B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936" name="Freeform 132">
                <a:extLst>
                  <a:ext uri="{FF2B5EF4-FFF2-40B4-BE49-F238E27FC236}">
                    <a16:creationId xmlns:a16="http://schemas.microsoft.com/office/drawing/2014/main" id="{27BCEF39-025C-4114-849F-D07196494F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6" y="1538"/>
                <a:ext cx="19" cy="12"/>
              </a:xfrm>
              <a:custGeom>
                <a:avLst/>
                <a:gdLst>
                  <a:gd name="T0" fmla="*/ 0 w 18"/>
                  <a:gd name="T1" fmla="*/ 14 h 11"/>
                  <a:gd name="T2" fmla="*/ 21 w 18"/>
                  <a:gd name="T3" fmla="*/ 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11">
                    <a:moveTo>
                      <a:pt x="0" y="11"/>
                    </a:moveTo>
                    <a:cubicBezTo>
                      <a:pt x="6" y="11"/>
                      <a:pt x="14" y="4"/>
                      <a:pt x="18" y="0"/>
                    </a:cubicBezTo>
                  </a:path>
                </a:pathLst>
              </a:custGeom>
              <a:noFill/>
              <a:ln w="6350" cap="flat">
                <a:solidFill>
                  <a:srgbClr val="F7E8B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937" name="Freeform 133">
                <a:extLst>
                  <a:ext uri="{FF2B5EF4-FFF2-40B4-BE49-F238E27FC236}">
                    <a16:creationId xmlns:a16="http://schemas.microsoft.com/office/drawing/2014/main" id="{FE06D426-61D2-49EA-978A-3CF080A832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7" y="1567"/>
                <a:ext cx="20" cy="24"/>
              </a:xfrm>
              <a:custGeom>
                <a:avLst/>
                <a:gdLst>
                  <a:gd name="T0" fmla="*/ 6 w 19"/>
                  <a:gd name="T1" fmla="*/ 0 h 23"/>
                  <a:gd name="T2" fmla="*/ 1 w 19"/>
                  <a:gd name="T3" fmla="*/ 25 h 23"/>
                  <a:gd name="T4" fmla="*/ 22 w 19"/>
                  <a:gd name="T5" fmla="*/ 6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23">
                    <a:moveTo>
                      <a:pt x="6" y="0"/>
                    </a:moveTo>
                    <a:cubicBezTo>
                      <a:pt x="4" y="7"/>
                      <a:pt x="0" y="15"/>
                      <a:pt x="1" y="22"/>
                    </a:cubicBezTo>
                    <a:cubicBezTo>
                      <a:pt x="9" y="23"/>
                      <a:pt x="17" y="13"/>
                      <a:pt x="19" y="6"/>
                    </a:cubicBezTo>
                  </a:path>
                </a:pathLst>
              </a:custGeom>
              <a:noFill/>
              <a:ln w="6350" cap="flat">
                <a:solidFill>
                  <a:srgbClr val="F7E8B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938" name="Freeform 134">
                <a:extLst>
                  <a:ext uri="{FF2B5EF4-FFF2-40B4-BE49-F238E27FC236}">
                    <a16:creationId xmlns:a16="http://schemas.microsoft.com/office/drawing/2014/main" id="{DE16D9B4-DE5B-4F74-8339-A5D3B3B37B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4" y="1781"/>
                <a:ext cx="26" cy="26"/>
              </a:xfrm>
              <a:custGeom>
                <a:avLst/>
                <a:gdLst>
                  <a:gd name="T0" fmla="*/ 6 w 25"/>
                  <a:gd name="T1" fmla="*/ 30 h 24"/>
                  <a:gd name="T2" fmla="*/ 5 w 25"/>
                  <a:gd name="T3" fmla="*/ 4 h 24"/>
                  <a:gd name="T4" fmla="*/ 28 w 25"/>
                  <a:gd name="T5" fmla="*/ 24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24">
                    <a:moveTo>
                      <a:pt x="6" y="24"/>
                    </a:moveTo>
                    <a:cubicBezTo>
                      <a:pt x="5" y="20"/>
                      <a:pt x="0" y="7"/>
                      <a:pt x="5" y="4"/>
                    </a:cubicBezTo>
                    <a:cubicBezTo>
                      <a:pt x="11" y="0"/>
                      <a:pt x="22" y="14"/>
                      <a:pt x="25" y="18"/>
                    </a:cubicBezTo>
                  </a:path>
                </a:pathLst>
              </a:custGeom>
              <a:noFill/>
              <a:ln w="6350" cap="flat">
                <a:solidFill>
                  <a:srgbClr val="F7E8B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939" name="Freeform 135">
                <a:extLst>
                  <a:ext uri="{FF2B5EF4-FFF2-40B4-BE49-F238E27FC236}">
                    <a16:creationId xmlns:a16="http://schemas.microsoft.com/office/drawing/2014/main" id="{455FE51D-258B-4C1B-B9C7-502240791D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2" y="1861"/>
                <a:ext cx="25" cy="25"/>
              </a:xfrm>
              <a:custGeom>
                <a:avLst/>
                <a:gdLst>
                  <a:gd name="T0" fmla="*/ 0 w 23"/>
                  <a:gd name="T1" fmla="*/ 22 h 23"/>
                  <a:gd name="T2" fmla="*/ 0 w 23"/>
                  <a:gd name="T3" fmla="*/ 18 h 23"/>
                  <a:gd name="T4" fmla="*/ 0 w 23"/>
                  <a:gd name="T5" fmla="*/ 2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23">
                    <a:moveTo>
                      <a:pt x="0" y="17"/>
                    </a:moveTo>
                    <a:cubicBezTo>
                      <a:pt x="0" y="16"/>
                      <a:pt x="0" y="16"/>
                      <a:pt x="0" y="15"/>
                    </a:cubicBezTo>
                    <a:cubicBezTo>
                      <a:pt x="17" y="23"/>
                      <a:pt x="23" y="0"/>
                      <a:pt x="0" y="2"/>
                    </a:cubicBezTo>
                  </a:path>
                </a:pathLst>
              </a:custGeom>
              <a:noFill/>
              <a:ln w="6350" cap="flat">
                <a:solidFill>
                  <a:srgbClr val="F7E8B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940" name="Freeform 136">
                <a:extLst>
                  <a:ext uri="{FF2B5EF4-FFF2-40B4-BE49-F238E27FC236}">
                    <a16:creationId xmlns:a16="http://schemas.microsoft.com/office/drawing/2014/main" id="{F1E62005-00A4-4113-8834-3A6D3ECD0D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2" y="1843"/>
                <a:ext cx="2" cy="17"/>
              </a:xfrm>
              <a:custGeom>
                <a:avLst/>
                <a:gdLst>
                  <a:gd name="T0" fmla="*/ 2 w 2"/>
                  <a:gd name="T1" fmla="*/ 0 h 16"/>
                  <a:gd name="T2" fmla="*/ 0 w 2"/>
                  <a:gd name="T3" fmla="*/ 19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6">
                    <a:moveTo>
                      <a:pt x="2" y="0"/>
                    </a:moveTo>
                    <a:cubicBezTo>
                      <a:pt x="2" y="6"/>
                      <a:pt x="2" y="11"/>
                      <a:pt x="0" y="16"/>
                    </a:cubicBezTo>
                  </a:path>
                </a:pathLst>
              </a:custGeom>
              <a:noFill/>
              <a:ln w="6350" cap="flat">
                <a:solidFill>
                  <a:srgbClr val="F7E8B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941" name="Freeform 137">
                <a:extLst>
                  <a:ext uri="{FF2B5EF4-FFF2-40B4-BE49-F238E27FC236}">
                    <a16:creationId xmlns:a16="http://schemas.microsoft.com/office/drawing/2014/main" id="{C321B618-B1FB-4364-890E-79B8776BD1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8" y="1862"/>
                <a:ext cx="23" cy="13"/>
              </a:xfrm>
              <a:custGeom>
                <a:avLst/>
                <a:gdLst>
                  <a:gd name="T0" fmla="*/ 0 w 22"/>
                  <a:gd name="T1" fmla="*/ 0 h 12"/>
                  <a:gd name="T2" fmla="*/ 25 w 22"/>
                  <a:gd name="T3" fmla="*/ 15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12">
                    <a:moveTo>
                      <a:pt x="0" y="0"/>
                    </a:moveTo>
                    <a:cubicBezTo>
                      <a:pt x="8" y="3"/>
                      <a:pt x="15" y="8"/>
                      <a:pt x="22" y="12"/>
                    </a:cubicBezTo>
                  </a:path>
                </a:pathLst>
              </a:custGeom>
              <a:noFill/>
              <a:ln w="6350" cap="flat">
                <a:solidFill>
                  <a:srgbClr val="F7E8B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942" name="Freeform 138">
                <a:extLst>
                  <a:ext uri="{FF2B5EF4-FFF2-40B4-BE49-F238E27FC236}">
                    <a16:creationId xmlns:a16="http://schemas.microsoft.com/office/drawing/2014/main" id="{062A1564-AE5F-4692-9D85-106D99E45A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4" y="1894"/>
                <a:ext cx="6" cy="23"/>
              </a:xfrm>
              <a:custGeom>
                <a:avLst/>
                <a:gdLst>
                  <a:gd name="T0" fmla="*/ 0 w 6"/>
                  <a:gd name="T1" fmla="*/ 0 h 21"/>
                  <a:gd name="T2" fmla="*/ 6 w 6"/>
                  <a:gd name="T3" fmla="*/ 27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21">
                    <a:moveTo>
                      <a:pt x="0" y="0"/>
                    </a:moveTo>
                    <a:cubicBezTo>
                      <a:pt x="2" y="7"/>
                      <a:pt x="4" y="14"/>
                      <a:pt x="6" y="21"/>
                    </a:cubicBezTo>
                  </a:path>
                </a:pathLst>
              </a:custGeom>
              <a:noFill/>
              <a:ln w="6350" cap="flat">
                <a:solidFill>
                  <a:srgbClr val="F7E8B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943" name="Freeform 139">
                <a:extLst>
                  <a:ext uri="{FF2B5EF4-FFF2-40B4-BE49-F238E27FC236}">
                    <a16:creationId xmlns:a16="http://schemas.microsoft.com/office/drawing/2014/main" id="{CB8533C3-FF27-400E-87FE-D2926F7331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8" y="1974"/>
                <a:ext cx="25" cy="42"/>
              </a:xfrm>
              <a:custGeom>
                <a:avLst/>
                <a:gdLst>
                  <a:gd name="T0" fmla="*/ 17 w 23"/>
                  <a:gd name="T1" fmla="*/ 0 h 39"/>
                  <a:gd name="T2" fmla="*/ 29 w 23"/>
                  <a:gd name="T3" fmla="*/ 5 h 3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39">
                    <a:moveTo>
                      <a:pt x="14" y="0"/>
                    </a:moveTo>
                    <a:cubicBezTo>
                      <a:pt x="0" y="1"/>
                      <a:pt x="14" y="39"/>
                      <a:pt x="23" y="5"/>
                    </a:cubicBezTo>
                  </a:path>
                </a:pathLst>
              </a:custGeom>
              <a:noFill/>
              <a:ln w="6350" cap="flat">
                <a:solidFill>
                  <a:srgbClr val="F7E8B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944" name="Freeform 140">
                <a:extLst>
                  <a:ext uri="{FF2B5EF4-FFF2-40B4-BE49-F238E27FC236}">
                    <a16:creationId xmlns:a16="http://schemas.microsoft.com/office/drawing/2014/main" id="{6EC72892-E71A-454D-8391-CC4A15694E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2" y="1992"/>
                <a:ext cx="5" cy="24"/>
              </a:xfrm>
              <a:custGeom>
                <a:avLst/>
                <a:gdLst>
                  <a:gd name="T0" fmla="*/ 5 w 5"/>
                  <a:gd name="T1" fmla="*/ 0 h 22"/>
                  <a:gd name="T2" fmla="*/ 0 w 5"/>
                  <a:gd name="T3" fmla="*/ 28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22">
                    <a:moveTo>
                      <a:pt x="5" y="0"/>
                    </a:moveTo>
                    <a:cubicBezTo>
                      <a:pt x="4" y="7"/>
                      <a:pt x="4" y="15"/>
                      <a:pt x="0" y="22"/>
                    </a:cubicBezTo>
                  </a:path>
                </a:pathLst>
              </a:custGeom>
              <a:noFill/>
              <a:ln w="6350" cap="flat">
                <a:solidFill>
                  <a:srgbClr val="F7E8B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945" name="Freeform 141">
                <a:extLst>
                  <a:ext uri="{FF2B5EF4-FFF2-40B4-BE49-F238E27FC236}">
                    <a16:creationId xmlns:a16="http://schemas.microsoft.com/office/drawing/2014/main" id="{534B2612-5397-4A73-8F33-610C4C4D28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9" y="1968"/>
                <a:ext cx="28" cy="23"/>
              </a:xfrm>
              <a:custGeom>
                <a:avLst/>
                <a:gdLst>
                  <a:gd name="T0" fmla="*/ 0 w 26"/>
                  <a:gd name="T1" fmla="*/ 6 h 22"/>
                  <a:gd name="T2" fmla="*/ 12 w 26"/>
                  <a:gd name="T3" fmla="*/ 0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22">
                    <a:moveTo>
                      <a:pt x="0" y="6"/>
                    </a:moveTo>
                    <a:cubicBezTo>
                      <a:pt x="10" y="22"/>
                      <a:pt x="26" y="17"/>
                      <a:pt x="9" y="0"/>
                    </a:cubicBezTo>
                  </a:path>
                </a:pathLst>
              </a:custGeom>
              <a:noFill/>
              <a:ln w="6350" cap="flat">
                <a:solidFill>
                  <a:srgbClr val="F7E8B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946" name="Freeform 142">
                <a:extLst>
                  <a:ext uri="{FF2B5EF4-FFF2-40B4-BE49-F238E27FC236}">
                    <a16:creationId xmlns:a16="http://schemas.microsoft.com/office/drawing/2014/main" id="{8CFD2E94-31BA-4A95-8A85-3CB1D6DE2E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4" y="2241"/>
                <a:ext cx="14" cy="21"/>
              </a:xfrm>
              <a:custGeom>
                <a:avLst/>
                <a:gdLst>
                  <a:gd name="T0" fmla="*/ 3 w 13"/>
                  <a:gd name="T1" fmla="*/ 0 h 20"/>
                  <a:gd name="T2" fmla="*/ 1 w 13"/>
                  <a:gd name="T3" fmla="*/ 15 h 20"/>
                  <a:gd name="T4" fmla="*/ 16 w 13"/>
                  <a:gd name="T5" fmla="*/ 0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20">
                    <a:moveTo>
                      <a:pt x="3" y="0"/>
                    </a:moveTo>
                    <a:cubicBezTo>
                      <a:pt x="3" y="3"/>
                      <a:pt x="0" y="9"/>
                      <a:pt x="1" y="12"/>
                    </a:cubicBezTo>
                    <a:cubicBezTo>
                      <a:pt x="6" y="20"/>
                      <a:pt x="13" y="5"/>
                      <a:pt x="13" y="0"/>
                    </a:cubicBezTo>
                  </a:path>
                </a:pathLst>
              </a:custGeom>
              <a:noFill/>
              <a:ln w="6350" cap="flat">
                <a:solidFill>
                  <a:srgbClr val="F7E8B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947" name="Freeform 143">
                <a:extLst>
                  <a:ext uri="{FF2B5EF4-FFF2-40B4-BE49-F238E27FC236}">
                    <a16:creationId xmlns:a16="http://schemas.microsoft.com/office/drawing/2014/main" id="{56D4F119-3A49-4A29-8AB6-5D82CC688E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2" y="2246"/>
                <a:ext cx="19" cy="21"/>
              </a:xfrm>
              <a:custGeom>
                <a:avLst/>
                <a:gdLst>
                  <a:gd name="T0" fmla="*/ 1 w 17"/>
                  <a:gd name="T1" fmla="*/ 8 h 20"/>
                  <a:gd name="T2" fmla="*/ 1 w 17"/>
                  <a:gd name="T3" fmla="*/ 6 h 20"/>
                  <a:gd name="T4" fmla="*/ 20 w 17"/>
                  <a:gd name="T5" fmla="*/ 18 h 20"/>
                  <a:gd name="T6" fmla="*/ 12 w 17"/>
                  <a:gd name="T7" fmla="*/ 0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20">
                    <a:moveTo>
                      <a:pt x="1" y="8"/>
                    </a:moveTo>
                    <a:cubicBezTo>
                      <a:pt x="1" y="8"/>
                      <a:pt x="0" y="8"/>
                      <a:pt x="1" y="6"/>
                    </a:cubicBezTo>
                    <a:cubicBezTo>
                      <a:pt x="4" y="10"/>
                      <a:pt x="9" y="20"/>
                      <a:pt x="14" y="15"/>
                    </a:cubicBezTo>
                    <a:cubicBezTo>
                      <a:pt x="17" y="11"/>
                      <a:pt x="11" y="3"/>
                      <a:pt x="9" y="0"/>
                    </a:cubicBezTo>
                  </a:path>
                </a:pathLst>
              </a:custGeom>
              <a:noFill/>
              <a:ln w="6350" cap="flat">
                <a:solidFill>
                  <a:srgbClr val="F7E8B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948" name="Freeform 144">
                <a:extLst>
                  <a:ext uri="{FF2B5EF4-FFF2-40B4-BE49-F238E27FC236}">
                    <a16:creationId xmlns:a16="http://schemas.microsoft.com/office/drawing/2014/main" id="{4BD2C838-340D-4AEA-8E69-6C2F70EEC0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7" y="2169"/>
                <a:ext cx="26" cy="29"/>
              </a:xfrm>
              <a:custGeom>
                <a:avLst/>
                <a:gdLst>
                  <a:gd name="T0" fmla="*/ 1 w 25"/>
                  <a:gd name="T1" fmla="*/ 16 h 27"/>
                  <a:gd name="T2" fmla="*/ 10 w 25"/>
                  <a:gd name="T3" fmla="*/ 6 h 27"/>
                  <a:gd name="T4" fmla="*/ 16 w 25"/>
                  <a:gd name="T5" fmla="*/ 33 h 27"/>
                  <a:gd name="T6" fmla="*/ 28 w 25"/>
                  <a:gd name="T7" fmla="*/ 11 h 2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" h="27">
                    <a:moveTo>
                      <a:pt x="1" y="13"/>
                    </a:moveTo>
                    <a:cubicBezTo>
                      <a:pt x="0" y="8"/>
                      <a:pt x="5" y="0"/>
                      <a:pt x="10" y="6"/>
                    </a:cubicBezTo>
                    <a:cubicBezTo>
                      <a:pt x="14" y="11"/>
                      <a:pt x="9" y="21"/>
                      <a:pt x="13" y="27"/>
                    </a:cubicBezTo>
                    <a:cubicBezTo>
                      <a:pt x="20" y="24"/>
                      <a:pt x="23" y="14"/>
                      <a:pt x="25" y="8"/>
                    </a:cubicBezTo>
                  </a:path>
                </a:pathLst>
              </a:custGeom>
              <a:noFill/>
              <a:ln w="6350" cap="flat">
                <a:solidFill>
                  <a:srgbClr val="F7E8B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949" name="Freeform 145">
                <a:extLst>
                  <a:ext uri="{FF2B5EF4-FFF2-40B4-BE49-F238E27FC236}">
                    <a16:creationId xmlns:a16="http://schemas.microsoft.com/office/drawing/2014/main" id="{6F331A9A-9851-4D76-B322-8EB90670D0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3" y="2168"/>
                <a:ext cx="7" cy="18"/>
              </a:xfrm>
              <a:custGeom>
                <a:avLst/>
                <a:gdLst>
                  <a:gd name="T0" fmla="*/ 0 w 7"/>
                  <a:gd name="T1" fmla="*/ 0 h 17"/>
                  <a:gd name="T2" fmla="*/ 7 w 7"/>
                  <a:gd name="T3" fmla="*/ 20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7">
                    <a:moveTo>
                      <a:pt x="0" y="0"/>
                    </a:moveTo>
                    <a:cubicBezTo>
                      <a:pt x="3" y="6"/>
                      <a:pt x="4" y="12"/>
                      <a:pt x="7" y="17"/>
                    </a:cubicBezTo>
                  </a:path>
                </a:pathLst>
              </a:custGeom>
              <a:noFill/>
              <a:ln w="6350" cap="flat">
                <a:solidFill>
                  <a:srgbClr val="F7E8B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950" name="Freeform 146">
                <a:extLst>
                  <a:ext uri="{FF2B5EF4-FFF2-40B4-BE49-F238E27FC236}">
                    <a16:creationId xmlns:a16="http://schemas.microsoft.com/office/drawing/2014/main" id="{1D9AF125-70AD-429F-963C-8C24E5BCC3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5" y="2084"/>
                <a:ext cx="21" cy="25"/>
              </a:xfrm>
              <a:custGeom>
                <a:avLst/>
                <a:gdLst>
                  <a:gd name="T0" fmla="*/ 8 w 20"/>
                  <a:gd name="T1" fmla="*/ 0 h 23"/>
                  <a:gd name="T2" fmla="*/ 2 w 20"/>
                  <a:gd name="T3" fmla="*/ 26 h 23"/>
                  <a:gd name="T4" fmla="*/ 23 w 20"/>
                  <a:gd name="T5" fmla="*/ 9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23">
                    <a:moveTo>
                      <a:pt x="8" y="0"/>
                    </a:moveTo>
                    <a:cubicBezTo>
                      <a:pt x="2" y="5"/>
                      <a:pt x="0" y="12"/>
                      <a:pt x="2" y="20"/>
                    </a:cubicBezTo>
                    <a:cubicBezTo>
                      <a:pt x="13" y="23"/>
                      <a:pt x="20" y="17"/>
                      <a:pt x="20" y="6"/>
                    </a:cubicBezTo>
                  </a:path>
                </a:pathLst>
              </a:custGeom>
              <a:noFill/>
              <a:ln w="6350" cap="flat">
                <a:solidFill>
                  <a:srgbClr val="F7E8B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951" name="Freeform 147">
                <a:extLst>
                  <a:ext uri="{FF2B5EF4-FFF2-40B4-BE49-F238E27FC236}">
                    <a16:creationId xmlns:a16="http://schemas.microsoft.com/office/drawing/2014/main" id="{CC203EC1-F3C7-44D6-B8EF-16F6D9C4CA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6" y="2085"/>
                <a:ext cx="26" cy="29"/>
              </a:xfrm>
              <a:custGeom>
                <a:avLst/>
                <a:gdLst>
                  <a:gd name="T0" fmla="*/ 12 w 24"/>
                  <a:gd name="T1" fmla="*/ 33 h 27"/>
                  <a:gd name="T2" fmla="*/ 1 w 24"/>
                  <a:gd name="T3" fmla="*/ 1 h 27"/>
                  <a:gd name="T4" fmla="*/ 29 w 24"/>
                  <a:gd name="T5" fmla="*/ 29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27">
                    <a:moveTo>
                      <a:pt x="9" y="27"/>
                    </a:moveTo>
                    <a:cubicBezTo>
                      <a:pt x="3" y="20"/>
                      <a:pt x="0" y="11"/>
                      <a:pt x="1" y="1"/>
                    </a:cubicBezTo>
                    <a:cubicBezTo>
                      <a:pt x="12" y="0"/>
                      <a:pt x="24" y="16"/>
                      <a:pt x="23" y="23"/>
                    </a:cubicBezTo>
                  </a:path>
                </a:pathLst>
              </a:custGeom>
              <a:noFill/>
              <a:ln w="6350" cap="flat">
                <a:solidFill>
                  <a:srgbClr val="F7E8B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952" name="Freeform 148">
                <a:extLst>
                  <a:ext uri="{FF2B5EF4-FFF2-40B4-BE49-F238E27FC236}">
                    <a16:creationId xmlns:a16="http://schemas.microsoft.com/office/drawing/2014/main" id="{CEA9105F-ED7A-4096-B996-4FF04F7355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1" y="2304"/>
                <a:ext cx="13" cy="15"/>
              </a:xfrm>
              <a:custGeom>
                <a:avLst/>
                <a:gdLst>
                  <a:gd name="T0" fmla="*/ 0 w 12"/>
                  <a:gd name="T1" fmla="*/ 0 h 14"/>
                  <a:gd name="T2" fmla="*/ 15 w 12"/>
                  <a:gd name="T3" fmla="*/ 17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14">
                    <a:moveTo>
                      <a:pt x="0" y="0"/>
                    </a:moveTo>
                    <a:cubicBezTo>
                      <a:pt x="4" y="5"/>
                      <a:pt x="8" y="10"/>
                      <a:pt x="12" y="14"/>
                    </a:cubicBezTo>
                  </a:path>
                </a:pathLst>
              </a:custGeom>
              <a:noFill/>
              <a:ln w="6350" cap="flat">
                <a:solidFill>
                  <a:srgbClr val="F7E8B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953" name="Freeform 149">
                <a:extLst>
                  <a:ext uri="{FF2B5EF4-FFF2-40B4-BE49-F238E27FC236}">
                    <a16:creationId xmlns:a16="http://schemas.microsoft.com/office/drawing/2014/main" id="{DE2214EA-9DEB-4EBB-9914-02C5E58945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1" y="2292"/>
                <a:ext cx="25" cy="22"/>
              </a:xfrm>
              <a:custGeom>
                <a:avLst/>
                <a:gdLst>
                  <a:gd name="T0" fmla="*/ 15 w 23"/>
                  <a:gd name="T1" fmla="*/ 24 h 21"/>
                  <a:gd name="T2" fmla="*/ 29 w 23"/>
                  <a:gd name="T3" fmla="*/ 14 h 21"/>
                  <a:gd name="T4" fmla="*/ 0 w 23"/>
                  <a:gd name="T5" fmla="*/ 20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21">
                    <a:moveTo>
                      <a:pt x="12" y="21"/>
                    </a:moveTo>
                    <a:cubicBezTo>
                      <a:pt x="18" y="20"/>
                      <a:pt x="21" y="17"/>
                      <a:pt x="23" y="11"/>
                    </a:cubicBezTo>
                    <a:cubicBezTo>
                      <a:pt x="15" y="0"/>
                      <a:pt x="5" y="7"/>
                      <a:pt x="0" y="17"/>
                    </a:cubicBezTo>
                  </a:path>
                </a:pathLst>
              </a:custGeom>
              <a:noFill/>
              <a:ln w="6350" cap="flat">
                <a:solidFill>
                  <a:srgbClr val="F7E8B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954" name="Freeform 150">
                <a:extLst>
                  <a:ext uri="{FF2B5EF4-FFF2-40B4-BE49-F238E27FC236}">
                    <a16:creationId xmlns:a16="http://schemas.microsoft.com/office/drawing/2014/main" id="{44B36167-CF29-4A41-ABB3-D9512AADB2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4" y="2267"/>
                <a:ext cx="11" cy="22"/>
              </a:xfrm>
              <a:custGeom>
                <a:avLst/>
                <a:gdLst>
                  <a:gd name="T0" fmla="*/ 0 w 10"/>
                  <a:gd name="T1" fmla="*/ 26 h 20"/>
                  <a:gd name="T2" fmla="*/ 13 w 10"/>
                  <a:gd name="T3" fmla="*/ 0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20">
                    <a:moveTo>
                      <a:pt x="0" y="20"/>
                    </a:moveTo>
                    <a:cubicBezTo>
                      <a:pt x="2" y="13"/>
                      <a:pt x="7" y="6"/>
                      <a:pt x="10" y="0"/>
                    </a:cubicBezTo>
                  </a:path>
                </a:pathLst>
              </a:custGeom>
              <a:noFill/>
              <a:ln w="6350" cap="flat">
                <a:solidFill>
                  <a:srgbClr val="F7E8B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955" name="Freeform 151">
                <a:extLst>
                  <a:ext uri="{FF2B5EF4-FFF2-40B4-BE49-F238E27FC236}">
                    <a16:creationId xmlns:a16="http://schemas.microsoft.com/office/drawing/2014/main" id="{E0294B27-B738-4F06-87B0-529AE70B4F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6" y="2129"/>
                <a:ext cx="13" cy="24"/>
              </a:xfrm>
              <a:custGeom>
                <a:avLst/>
                <a:gdLst>
                  <a:gd name="T0" fmla="*/ 15 w 12"/>
                  <a:gd name="T1" fmla="*/ 0 h 23"/>
                  <a:gd name="T2" fmla="*/ 0 w 12"/>
                  <a:gd name="T3" fmla="*/ 26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23">
                    <a:moveTo>
                      <a:pt x="12" y="0"/>
                    </a:moveTo>
                    <a:cubicBezTo>
                      <a:pt x="11" y="9"/>
                      <a:pt x="6" y="16"/>
                      <a:pt x="0" y="23"/>
                    </a:cubicBezTo>
                  </a:path>
                </a:pathLst>
              </a:custGeom>
              <a:noFill/>
              <a:ln w="6350" cap="flat">
                <a:solidFill>
                  <a:srgbClr val="F7E8B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956" name="Freeform 152">
                <a:extLst>
                  <a:ext uri="{FF2B5EF4-FFF2-40B4-BE49-F238E27FC236}">
                    <a16:creationId xmlns:a16="http://schemas.microsoft.com/office/drawing/2014/main" id="{BE9ECF3A-0F91-43F5-B229-04C46D52E0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6" y="2200"/>
                <a:ext cx="26" cy="39"/>
              </a:xfrm>
              <a:custGeom>
                <a:avLst/>
                <a:gdLst>
                  <a:gd name="T0" fmla="*/ 11 w 24"/>
                  <a:gd name="T1" fmla="*/ 13 h 36"/>
                  <a:gd name="T2" fmla="*/ 15 w 24"/>
                  <a:gd name="T3" fmla="*/ 44 h 36"/>
                  <a:gd name="T4" fmla="*/ 30 w 24"/>
                  <a:gd name="T5" fmla="*/ 0 h 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36">
                    <a:moveTo>
                      <a:pt x="8" y="10"/>
                    </a:moveTo>
                    <a:cubicBezTo>
                      <a:pt x="4" y="16"/>
                      <a:pt x="0" y="33"/>
                      <a:pt x="12" y="35"/>
                    </a:cubicBezTo>
                    <a:cubicBezTo>
                      <a:pt x="24" y="36"/>
                      <a:pt x="24" y="7"/>
                      <a:pt x="24" y="0"/>
                    </a:cubicBezTo>
                  </a:path>
                </a:pathLst>
              </a:custGeom>
              <a:noFill/>
              <a:ln w="6350" cap="flat">
                <a:solidFill>
                  <a:srgbClr val="F7E8B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957" name="Freeform 153">
                <a:extLst>
                  <a:ext uri="{FF2B5EF4-FFF2-40B4-BE49-F238E27FC236}">
                    <a16:creationId xmlns:a16="http://schemas.microsoft.com/office/drawing/2014/main" id="{A4677C85-A8A3-44E5-A4EE-8407D29795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9" y="2122"/>
                <a:ext cx="32" cy="46"/>
              </a:xfrm>
              <a:custGeom>
                <a:avLst/>
                <a:gdLst>
                  <a:gd name="T0" fmla="*/ 2 w 30"/>
                  <a:gd name="T1" fmla="*/ 15 h 43"/>
                  <a:gd name="T2" fmla="*/ 27 w 30"/>
                  <a:gd name="T3" fmla="*/ 40 h 43"/>
                  <a:gd name="T4" fmla="*/ 17 w 30"/>
                  <a:gd name="T5" fmla="*/ 0 h 4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0" h="43">
                    <a:moveTo>
                      <a:pt x="2" y="12"/>
                    </a:moveTo>
                    <a:cubicBezTo>
                      <a:pt x="0" y="19"/>
                      <a:pt x="12" y="43"/>
                      <a:pt x="22" y="33"/>
                    </a:cubicBezTo>
                    <a:cubicBezTo>
                      <a:pt x="30" y="26"/>
                      <a:pt x="18" y="6"/>
                      <a:pt x="14" y="0"/>
                    </a:cubicBezTo>
                  </a:path>
                </a:pathLst>
              </a:custGeom>
              <a:noFill/>
              <a:ln w="6350" cap="flat">
                <a:solidFill>
                  <a:srgbClr val="F7E8B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958" name="Freeform 154">
                <a:extLst>
                  <a:ext uri="{FF2B5EF4-FFF2-40B4-BE49-F238E27FC236}">
                    <a16:creationId xmlns:a16="http://schemas.microsoft.com/office/drawing/2014/main" id="{493BB798-1DA8-493B-9307-08EE063785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4" y="2207"/>
                <a:ext cx="11" cy="25"/>
              </a:xfrm>
              <a:custGeom>
                <a:avLst/>
                <a:gdLst>
                  <a:gd name="T0" fmla="*/ 0 w 10"/>
                  <a:gd name="T1" fmla="*/ 0 h 24"/>
                  <a:gd name="T2" fmla="*/ 13 w 10"/>
                  <a:gd name="T3" fmla="*/ 27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24">
                    <a:moveTo>
                      <a:pt x="0" y="0"/>
                    </a:moveTo>
                    <a:cubicBezTo>
                      <a:pt x="0" y="8"/>
                      <a:pt x="6" y="18"/>
                      <a:pt x="10" y="24"/>
                    </a:cubicBezTo>
                  </a:path>
                </a:pathLst>
              </a:custGeom>
              <a:noFill/>
              <a:ln w="6350" cap="flat">
                <a:solidFill>
                  <a:srgbClr val="F7E8B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959" name="Freeform 155">
                <a:extLst>
                  <a:ext uri="{FF2B5EF4-FFF2-40B4-BE49-F238E27FC236}">
                    <a16:creationId xmlns:a16="http://schemas.microsoft.com/office/drawing/2014/main" id="{16F1590F-5C57-40D8-A931-8CD6DCEE72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8" y="2449"/>
                <a:ext cx="25" cy="29"/>
              </a:xfrm>
              <a:custGeom>
                <a:avLst/>
                <a:gdLst>
                  <a:gd name="T0" fmla="*/ 10 w 23"/>
                  <a:gd name="T1" fmla="*/ 31 h 27"/>
                  <a:gd name="T2" fmla="*/ 1 w 23"/>
                  <a:gd name="T3" fmla="*/ 3 h 27"/>
                  <a:gd name="T4" fmla="*/ 29 w 23"/>
                  <a:gd name="T5" fmla="*/ 33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27">
                    <a:moveTo>
                      <a:pt x="7" y="25"/>
                    </a:moveTo>
                    <a:cubicBezTo>
                      <a:pt x="1" y="20"/>
                      <a:pt x="0" y="11"/>
                      <a:pt x="1" y="3"/>
                    </a:cubicBezTo>
                    <a:cubicBezTo>
                      <a:pt x="16" y="0"/>
                      <a:pt x="21" y="17"/>
                      <a:pt x="23" y="27"/>
                    </a:cubicBezTo>
                  </a:path>
                </a:pathLst>
              </a:custGeom>
              <a:noFill/>
              <a:ln w="6350" cap="flat">
                <a:solidFill>
                  <a:srgbClr val="F7E8B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960" name="Freeform 156">
                <a:extLst>
                  <a:ext uri="{FF2B5EF4-FFF2-40B4-BE49-F238E27FC236}">
                    <a16:creationId xmlns:a16="http://schemas.microsoft.com/office/drawing/2014/main" id="{FA150E45-F1A3-44C4-BCC3-DFA0F80B6B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0" y="2456"/>
                <a:ext cx="13" cy="34"/>
              </a:xfrm>
              <a:custGeom>
                <a:avLst/>
                <a:gdLst>
                  <a:gd name="T0" fmla="*/ 15 w 12"/>
                  <a:gd name="T1" fmla="*/ 0 h 32"/>
                  <a:gd name="T2" fmla="*/ 0 w 12"/>
                  <a:gd name="T3" fmla="*/ 38 h 3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32">
                    <a:moveTo>
                      <a:pt x="12" y="0"/>
                    </a:moveTo>
                    <a:cubicBezTo>
                      <a:pt x="11" y="11"/>
                      <a:pt x="6" y="23"/>
                      <a:pt x="0" y="32"/>
                    </a:cubicBezTo>
                  </a:path>
                </a:pathLst>
              </a:custGeom>
              <a:noFill/>
              <a:ln w="6350" cap="flat">
                <a:solidFill>
                  <a:srgbClr val="F7E8B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961" name="Freeform 157">
                <a:extLst>
                  <a:ext uri="{FF2B5EF4-FFF2-40B4-BE49-F238E27FC236}">
                    <a16:creationId xmlns:a16="http://schemas.microsoft.com/office/drawing/2014/main" id="{3C173CC6-684D-4A21-A838-CE21B3584E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9" y="2731"/>
                <a:ext cx="20" cy="22"/>
              </a:xfrm>
              <a:custGeom>
                <a:avLst/>
                <a:gdLst>
                  <a:gd name="T0" fmla="*/ 4 w 19"/>
                  <a:gd name="T1" fmla="*/ 0 h 20"/>
                  <a:gd name="T2" fmla="*/ 8 w 19"/>
                  <a:gd name="T3" fmla="*/ 26 h 20"/>
                  <a:gd name="T4" fmla="*/ 22 w 19"/>
                  <a:gd name="T5" fmla="*/ 3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20">
                    <a:moveTo>
                      <a:pt x="4" y="0"/>
                    </a:moveTo>
                    <a:cubicBezTo>
                      <a:pt x="2" y="5"/>
                      <a:pt x="0" y="19"/>
                      <a:pt x="8" y="20"/>
                    </a:cubicBezTo>
                    <a:cubicBezTo>
                      <a:pt x="12" y="20"/>
                      <a:pt x="19" y="7"/>
                      <a:pt x="19" y="3"/>
                    </a:cubicBezTo>
                  </a:path>
                </a:pathLst>
              </a:custGeom>
              <a:noFill/>
              <a:ln w="6350" cap="flat">
                <a:solidFill>
                  <a:srgbClr val="F7E8B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962" name="Freeform 158">
                <a:extLst>
                  <a:ext uri="{FF2B5EF4-FFF2-40B4-BE49-F238E27FC236}">
                    <a16:creationId xmlns:a16="http://schemas.microsoft.com/office/drawing/2014/main" id="{970BED54-E78F-4305-9D3A-27408E8AC3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0" y="2731"/>
                <a:ext cx="12" cy="33"/>
              </a:xfrm>
              <a:custGeom>
                <a:avLst/>
                <a:gdLst>
                  <a:gd name="T0" fmla="*/ 2 w 11"/>
                  <a:gd name="T1" fmla="*/ 0 h 31"/>
                  <a:gd name="T2" fmla="*/ 14 w 11"/>
                  <a:gd name="T3" fmla="*/ 37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31">
                    <a:moveTo>
                      <a:pt x="2" y="0"/>
                    </a:moveTo>
                    <a:cubicBezTo>
                      <a:pt x="0" y="6"/>
                      <a:pt x="9" y="24"/>
                      <a:pt x="11" y="31"/>
                    </a:cubicBezTo>
                  </a:path>
                </a:pathLst>
              </a:custGeom>
              <a:noFill/>
              <a:ln w="6350" cap="flat">
                <a:solidFill>
                  <a:srgbClr val="F7E8B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963" name="Freeform 159">
                <a:extLst>
                  <a:ext uri="{FF2B5EF4-FFF2-40B4-BE49-F238E27FC236}">
                    <a16:creationId xmlns:a16="http://schemas.microsoft.com/office/drawing/2014/main" id="{6D99180B-3DEF-4B31-AE1F-DCF5BF5FD2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4" y="2957"/>
                <a:ext cx="48" cy="48"/>
              </a:xfrm>
              <a:custGeom>
                <a:avLst/>
                <a:gdLst>
                  <a:gd name="T0" fmla="*/ 0 w 45"/>
                  <a:gd name="T1" fmla="*/ 35 h 45"/>
                  <a:gd name="T2" fmla="*/ 6 w 45"/>
                  <a:gd name="T3" fmla="*/ 54 h 4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5" h="45">
                    <a:moveTo>
                      <a:pt x="0" y="29"/>
                    </a:moveTo>
                    <a:cubicBezTo>
                      <a:pt x="14" y="0"/>
                      <a:pt x="45" y="33"/>
                      <a:pt x="6" y="45"/>
                    </a:cubicBezTo>
                  </a:path>
                </a:pathLst>
              </a:custGeom>
              <a:noFill/>
              <a:ln w="6350" cap="flat">
                <a:solidFill>
                  <a:srgbClr val="F7E8B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964" name="Freeform 160">
                <a:extLst>
                  <a:ext uri="{FF2B5EF4-FFF2-40B4-BE49-F238E27FC236}">
                    <a16:creationId xmlns:a16="http://schemas.microsoft.com/office/drawing/2014/main" id="{1A5CD752-3241-4C5D-9A00-A422D17AB9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0" y="3049"/>
                <a:ext cx="22" cy="91"/>
              </a:xfrm>
              <a:custGeom>
                <a:avLst/>
                <a:gdLst>
                  <a:gd name="T0" fmla="*/ 26 w 20"/>
                  <a:gd name="T1" fmla="*/ 0 h 85"/>
                  <a:gd name="T2" fmla="*/ 13 w 20"/>
                  <a:gd name="T3" fmla="*/ 104 h 8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85">
                    <a:moveTo>
                      <a:pt x="20" y="0"/>
                    </a:moveTo>
                    <a:cubicBezTo>
                      <a:pt x="19" y="27"/>
                      <a:pt x="0" y="57"/>
                      <a:pt x="10" y="85"/>
                    </a:cubicBezTo>
                  </a:path>
                </a:pathLst>
              </a:custGeom>
              <a:noFill/>
              <a:ln w="6350" cap="flat">
                <a:solidFill>
                  <a:srgbClr val="F7E8B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965" name="Freeform 161">
                <a:extLst>
                  <a:ext uri="{FF2B5EF4-FFF2-40B4-BE49-F238E27FC236}">
                    <a16:creationId xmlns:a16="http://schemas.microsoft.com/office/drawing/2014/main" id="{CB4D7EA4-BF34-4723-B465-7FF8BC402A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3" y="2962"/>
                <a:ext cx="37" cy="50"/>
              </a:xfrm>
              <a:custGeom>
                <a:avLst/>
                <a:gdLst>
                  <a:gd name="T0" fmla="*/ 0 w 35"/>
                  <a:gd name="T1" fmla="*/ 24 h 47"/>
                  <a:gd name="T2" fmla="*/ 31 w 35"/>
                  <a:gd name="T3" fmla="*/ 49 h 47"/>
                  <a:gd name="T4" fmla="*/ 19 w 35"/>
                  <a:gd name="T5" fmla="*/ 3 h 47"/>
                  <a:gd name="T6" fmla="*/ 21 w 35"/>
                  <a:gd name="T7" fmla="*/ 1 h 4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5" h="47">
                    <a:moveTo>
                      <a:pt x="0" y="21"/>
                    </a:moveTo>
                    <a:cubicBezTo>
                      <a:pt x="3" y="27"/>
                      <a:pt x="16" y="47"/>
                      <a:pt x="26" y="40"/>
                    </a:cubicBezTo>
                    <a:cubicBezTo>
                      <a:pt x="35" y="34"/>
                      <a:pt x="19" y="10"/>
                      <a:pt x="16" y="3"/>
                    </a:cubicBezTo>
                    <a:cubicBezTo>
                      <a:pt x="19" y="1"/>
                      <a:pt x="18" y="0"/>
                      <a:pt x="18" y="1"/>
                    </a:cubicBezTo>
                  </a:path>
                </a:pathLst>
              </a:custGeom>
              <a:noFill/>
              <a:ln w="6350" cap="flat">
                <a:solidFill>
                  <a:srgbClr val="F7E8B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966" name="Freeform 162">
                <a:extLst>
                  <a:ext uri="{FF2B5EF4-FFF2-40B4-BE49-F238E27FC236}">
                    <a16:creationId xmlns:a16="http://schemas.microsoft.com/office/drawing/2014/main" id="{3D590AE4-CB43-440E-B62C-C6DC17F439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5" y="3043"/>
                <a:ext cx="12" cy="30"/>
              </a:xfrm>
              <a:custGeom>
                <a:avLst/>
                <a:gdLst>
                  <a:gd name="T0" fmla="*/ 0 w 12"/>
                  <a:gd name="T1" fmla="*/ 0 h 28"/>
                  <a:gd name="T2" fmla="*/ 12 w 12"/>
                  <a:gd name="T3" fmla="*/ 34 h 2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28">
                    <a:moveTo>
                      <a:pt x="0" y="0"/>
                    </a:moveTo>
                    <a:cubicBezTo>
                      <a:pt x="5" y="8"/>
                      <a:pt x="7" y="19"/>
                      <a:pt x="12" y="28"/>
                    </a:cubicBezTo>
                  </a:path>
                </a:pathLst>
              </a:custGeom>
              <a:noFill/>
              <a:ln w="6350" cap="flat">
                <a:solidFill>
                  <a:srgbClr val="F7E8B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967" name="Freeform 163">
                <a:extLst>
                  <a:ext uri="{FF2B5EF4-FFF2-40B4-BE49-F238E27FC236}">
                    <a16:creationId xmlns:a16="http://schemas.microsoft.com/office/drawing/2014/main" id="{6EF049C9-856D-42DA-9938-4EAC86F6EA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0" y="3043"/>
                <a:ext cx="27" cy="31"/>
              </a:xfrm>
              <a:custGeom>
                <a:avLst/>
                <a:gdLst>
                  <a:gd name="T0" fmla="*/ 12 w 25"/>
                  <a:gd name="T1" fmla="*/ 0 h 29"/>
                  <a:gd name="T2" fmla="*/ 0 w 25"/>
                  <a:gd name="T3" fmla="*/ 33 h 29"/>
                  <a:gd name="T4" fmla="*/ 31 w 25"/>
                  <a:gd name="T5" fmla="*/ 11 h 2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29">
                    <a:moveTo>
                      <a:pt x="9" y="0"/>
                    </a:moveTo>
                    <a:cubicBezTo>
                      <a:pt x="3" y="7"/>
                      <a:pt x="1" y="18"/>
                      <a:pt x="0" y="27"/>
                    </a:cubicBezTo>
                    <a:cubicBezTo>
                      <a:pt x="11" y="29"/>
                      <a:pt x="23" y="19"/>
                      <a:pt x="25" y="8"/>
                    </a:cubicBezTo>
                  </a:path>
                </a:pathLst>
              </a:custGeom>
              <a:noFill/>
              <a:ln w="6350" cap="flat">
                <a:solidFill>
                  <a:srgbClr val="F7E8B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968" name="Freeform 164">
                <a:extLst>
                  <a:ext uri="{FF2B5EF4-FFF2-40B4-BE49-F238E27FC236}">
                    <a16:creationId xmlns:a16="http://schemas.microsoft.com/office/drawing/2014/main" id="{D169F0BA-BE75-4743-83C8-6F224D1217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6" y="3633"/>
                <a:ext cx="11" cy="41"/>
              </a:xfrm>
              <a:custGeom>
                <a:avLst/>
                <a:gdLst>
                  <a:gd name="T0" fmla="*/ 13 w 10"/>
                  <a:gd name="T1" fmla="*/ 0 h 38"/>
                  <a:gd name="T2" fmla="*/ 0 w 10"/>
                  <a:gd name="T3" fmla="*/ 47 h 3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38">
                    <a:moveTo>
                      <a:pt x="10" y="0"/>
                    </a:moveTo>
                    <a:cubicBezTo>
                      <a:pt x="7" y="13"/>
                      <a:pt x="6" y="26"/>
                      <a:pt x="0" y="38"/>
                    </a:cubicBezTo>
                  </a:path>
                </a:pathLst>
              </a:custGeom>
              <a:noFill/>
              <a:ln w="6350" cap="flat">
                <a:solidFill>
                  <a:srgbClr val="F7E8B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969" name="Freeform 165">
                <a:extLst>
                  <a:ext uri="{FF2B5EF4-FFF2-40B4-BE49-F238E27FC236}">
                    <a16:creationId xmlns:a16="http://schemas.microsoft.com/office/drawing/2014/main" id="{ECAE3C0D-A5BC-402A-A078-AE04ABF8BC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4" y="3735"/>
                <a:ext cx="23" cy="44"/>
              </a:xfrm>
              <a:custGeom>
                <a:avLst/>
                <a:gdLst>
                  <a:gd name="T0" fmla="*/ 0 w 21"/>
                  <a:gd name="T1" fmla="*/ 6 h 41"/>
                  <a:gd name="T2" fmla="*/ 26 w 21"/>
                  <a:gd name="T3" fmla="*/ 0 h 4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41">
                    <a:moveTo>
                      <a:pt x="0" y="6"/>
                    </a:moveTo>
                    <a:cubicBezTo>
                      <a:pt x="0" y="41"/>
                      <a:pt x="21" y="30"/>
                      <a:pt x="20" y="0"/>
                    </a:cubicBezTo>
                  </a:path>
                </a:pathLst>
              </a:custGeom>
              <a:noFill/>
              <a:ln w="6350" cap="flat">
                <a:solidFill>
                  <a:srgbClr val="F7E8B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970" name="Freeform 166">
                <a:extLst>
                  <a:ext uri="{FF2B5EF4-FFF2-40B4-BE49-F238E27FC236}">
                    <a16:creationId xmlns:a16="http://schemas.microsoft.com/office/drawing/2014/main" id="{411EC4FE-1108-4375-B50F-5D3C14BBAB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2" y="3735"/>
                <a:ext cx="13" cy="36"/>
              </a:xfrm>
              <a:custGeom>
                <a:avLst/>
                <a:gdLst>
                  <a:gd name="T0" fmla="*/ 0 w 12"/>
                  <a:gd name="T1" fmla="*/ 0 h 34"/>
                  <a:gd name="T2" fmla="*/ 15 w 12"/>
                  <a:gd name="T3" fmla="*/ 40 h 3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34">
                    <a:moveTo>
                      <a:pt x="0" y="0"/>
                    </a:moveTo>
                    <a:cubicBezTo>
                      <a:pt x="0" y="12"/>
                      <a:pt x="8" y="22"/>
                      <a:pt x="12" y="34"/>
                    </a:cubicBezTo>
                  </a:path>
                </a:pathLst>
              </a:custGeom>
              <a:noFill/>
              <a:ln w="6350" cap="flat">
                <a:solidFill>
                  <a:srgbClr val="F7E8B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971" name="Freeform 167">
                <a:extLst>
                  <a:ext uri="{FF2B5EF4-FFF2-40B4-BE49-F238E27FC236}">
                    <a16:creationId xmlns:a16="http://schemas.microsoft.com/office/drawing/2014/main" id="{CFB48CF0-01BA-4287-B830-8305CED385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2" y="1417"/>
                <a:ext cx="27" cy="30"/>
              </a:xfrm>
              <a:custGeom>
                <a:avLst/>
                <a:gdLst>
                  <a:gd name="T0" fmla="*/ 4 w 25"/>
                  <a:gd name="T1" fmla="*/ 0 h 28"/>
                  <a:gd name="T2" fmla="*/ 31 w 25"/>
                  <a:gd name="T3" fmla="*/ 18 h 28"/>
                  <a:gd name="T4" fmla="*/ 0 w 25"/>
                  <a:gd name="T5" fmla="*/ 18 h 28"/>
                  <a:gd name="T6" fmla="*/ 19 w 25"/>
                  <a:gd name="T7" fmla="*/ 34 h 2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" h="28">
                    <a:moveTo>
                      <a:pt x="4" y="0"/>
                    </a:moveTo>
                    <a:cubicBezTo>
                      <a:pt x="11" y="1"/>
                      <a:pt x="24" y="7"/>
                      <a:pt x="25" y="15"/>
                    </a:cubicBezTo>
                    <a:cubicBezTo>
                      <a:pt x="16" y="19"/>
                      <a:pt x="7" y="8"/>
                      <a:pt x="0" y="15"/>
                    </a:cubicBezTo>
                    <a:cubicBezTo>
                      <a:pt x="2" y="21"/>
                      <a:pt x="12" y="28"/>
                      <a:pt x="16" y="28"/>
                    </a:cubicBezTo>
                  </a:path>
                </a:pathLst>
              </a:custGeom>
              <a:noFill/>
              <a:ln w="6350" cap="flat">
                <a:solidFill>
                  <a:srgbClr val="F7E8B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972" name="Freeform 168">
                <a:extLst>
                  <a:ext uri="{FF2B5EF4-FFF2-40B4-BE49-F238E27FC236}">
                    <a16:creationId xmlns:a16="http://schemas.microsoft.com/office/drawing/2014/main" id="{EDB6EECA-FFCF-458E-B10B-657FB40E3D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3" y="1413"/>
                <a:ext cx="29" cy="24"/>
              </a:xfrm>
              <a:custGeom>
                <a:avLst/>
                <a:gdLst>
                  <a:gd name="T0" fmla="*/ 0 w 27"/>
                  <a:gd name="T1" fmla="*/ 14 h 22"/>
                  <a:gd name="T2" fmla="*/ 27 w 27"/>
                  <a:gd name="T3" fmla="*/ 10 h 22"/>
                  <a:gd name="T4" fmla="*/ 4 w 27"/>
                  <a:gd name="T5" fmla="*/ 28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7" h="22">
                    <a:moveTo>
                      <a:pt x="0" y="11"/>
                    </a:moveTo>
                    <a:cubicBezTo>
                      <a:pt x="5" y="8"/>
                      <a:pt x="16" y="0"/>
                      <a:pt x="21" y="7"/>
                    </a:cubicBezTo>
                    <a:cubicBezTo>
                      <a:pt x="27" y="16"/>
                      <a:pt x="5" y="22"/>
                      <a:pt x="4" y="22"/>
                    </a:cubicBezTo>
                  </a:path>
                </a:pathLst>
              </a:custGeom>
              <a:noFill/>
              <a:ln w="6350" cap="flat">
                <a:solidFill>
                  <a:srgbClr val="F7E8B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973" name="Freeform 169">
                <a:extLst>
                  <a:ext uri="{FF2B5EF4-FFF2-40B4-BE49-F238E27FC236}">
                    <a16:creationId xmlns:a16="http://schemas.microsoft.com/office/drawing/2014/main" id="{29CB37BA-F96E-4EFA-BA10-49F15FCFAE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5" y="1540"/>
                <a:ext cx="19" cy="13"/>
              </a:xfrm>
              <a:custGeom>
                <a:avLst/>
                <a:gdLst>
                  <a:gd name="T0" fmla="*/ 0 w 17"/>
                  <a:gd name="T1" fmla="*/ 0 h 12"/>
                  <a:gd name="T2" fmla="*/ 23 w 17"/>
                  <a:gd name="T3" fmla="*/ 15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12">
                    <a:moveTo>
                      <a:pt x="0" y="0"/>
                    </a:moveTo>
                    <a:cubicBezTo>
                      <a:pt x="6" y="1"/>
                      <a:pt x="11" y="8"/>
                      <a:pt x="17" y="12"/>
                    </a:cubicBezTo>
                  </a:path>
                </a:pathLst>
              </a:custGeom>
              <a:noFill/>
              <a:ln w="6350" cap="flat">
                <a:solidFill>
                  <a:srgbClr val="F7E8B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974" name="Freeform 170">
                <a:extLst>
                  <a:ext uri="{FF2B5EF4-FFF2-40B4-BE49-F238E27FC236}">
                    <a16:creationId xmlns:a16="http://schemas.microsoft.com/office/drawing/2014/main" id="{73C3E44F-16DF-488A-9AEE-790B6C3BDE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4" y="1567"/>
                <a:ext cx="8" cy="23"/>
              </a:xfrm>
              <a:custGeom>
                <a:avLst/>
                <a:gdLst>
                  <a:gd name="T0" fmla="*/ 0 w 7"/>
                  <a:gd name="T1" fmla="*/ 0 h 22"/>
                  <a:gd name="T2" fmla="*/ 10 w 7"/>
                  <a:gd name="T3" fmla="*/ 25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22">
                    <a:moveTo>
                      <a:pt x="0" y="0"/>
                    </a:moveTo>
                    <a:cubicBezTo>
                      <a:pt x="1" y="8"/>
                      <a:pt x="6" y="14"/>
                      <a:pt x="7" y="22"/>
                    </a:cubicBezTo>
                  </a:path>
                </a:pathLst>
              </a:custGeom>
              <a:noFill/>
              <a:ln w="6350" cap="flat">
                <a:solidFill>
                  <a:srgbClr val="F7E8B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975" name="Freeform 171">
                <a:extLst>
                  <a:ext uri="{FF2B5EF4-FFF2-40B4-BE49-F238E27FC236}">
                    <a16:creationId xmlns:a16="http://schemas.microsoft.com/office/drawing/2014/main" id="{23008FF4-73CE-4DDE-AAF2-5984CFB967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2" y="1783"/>
                <a:ext cx="19" cy="27"/>
              </a:xfrm>
              <a:custGeom>
                <a:avLst/>
                <a:gdLst>
                  <a:gd name="T0" fmla="*/ 21 w 18"/>
                  <a:gd name="T1" fmla="*/ 6 h 25"/>
                  <a:gd name="T2" fmla="*/ 12 w 18"/>
                  <a:gd name="T3" fmla="*/ 28 h 25"/>
                  <a:gd name="T4" fmla="*/ 15 w 18"/>
                  <a:gd name="T5" fmla="*/ 0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25">
                    <a:moveTo>
                      <a:pt x="18" y="6"/>
                    </a:moveTo>
                    <a:cubicBezTo>
                      <a:pt x="17" y="10"/>
                      <a:pt x="17" y="25"/>
                      <a:pt x="9" y="22"/>
                    </a:cubicBezTo>
                    <a:cubicBezTo>
                      <a:pt x="0" y="19"/>
                      <a:pt x="8" y="3"/>
                      <a:pt x="12" y="0"/>
                    </a:cubicBezTo>
                  </a:path>
                </a:pathLst>
              </a:custGeom>
              <a:noFill/>
              <a:ln w="6350" cap="flat">
                <a:solidFill>
                  <a:srgbClr val="F7E8B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976" name="Freeform 172">
                <a:extLst>
                  <a:ext uri="{FF2B5EF4-FFF2-40B4-BE49-F238E27FC236}">
                    <a16:creationId xmlns:a16="http://schemas.microsoft.com/office/drawing/2014/main" id="{39196A81-EFF3-4A9C-8047-6B00FB99EE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3" y="1862"/>
                <a:ext cx="20" cy="20"/>
              </a:xfrm>
              <a:custGeom>
                <a:avLst/>
                <a:gdLst>
                  <a:gd name="T0" fmla="*/ 0 w 19"/>
                  <a:gd name="T1" fmla="*/ 14 h 19"/>
                  <a:gd name="T2" fmla="*/ 19 w 19"/>
                  <a:gd name="T3" fmla="*/ 22 h 19"/>
                  <a:gd name="T4" fmla="*/ 0 w 19"/>
                  <a:gd name="T5" fmla="*/ 0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19">
                    <a:moveTo>
                      <a:pt x="0" y="11"/>
                    </a:moveTo>
                    <a:cubicBezTo>
                      <a:pt x="2" y="17"/>
                      <a:pt x="10" y="19"/>
                      <a:pt x="16" y="19"/>
                    </a:cubicBezTo>
                    <a:cubicBezTo>
                      <a:pt x="19" y="8"/>
                      <a:pt x="6" y="4"/>
                      <a:pt x="0" y="0"/>
                    </a:cubicBezTo>
                  </a:path>
                </a:pathLst>
              </a:custGeom>
              <a:noFill/>
              <a:ln w="6350" cap="flat">
                <a:solidFill>
                  <a:srgbClr val="F7E8B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977" name="Freeform 173">
                <a:extLst>
                  <a:ext uri="{FF2B5EF4-FFF2-40B4-BE49-F238E27FC236}">
                    <a16:creationId xmlns:a16="http://schemas.microsoft.com/office/drawing/2014/main" id="{BC000FDF-E2A7-4E74-886C-BD8A5DD0A4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7" y="1845"/>
                <a:ext cx="3" cy="24"/>
              </a:xfrm>
              <a:custGeom>
                <a:avLst/>
                <a:gdLst>
                  <a:gd name="T0" fmla="*/ 2 w 3"/>
                  <a:gd name="T1" fmla="*/ 0 h 22"/>
                  <a:gd name="T2" fmla="*/ 3 w 3"/>
                  <a:gd name="T3" fmla="*/ 28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2">
                    <a:moveTo>
                      <a:pt x="2" y="0"/>
                    </a:moveTo>
                    <a:cubicBezTo>
                      <a:pt x="0" y="6"/>
                      <a:pt x="1" y="15"/>
                      <a:pt x="3" y="22"/>
                    </a:cubicBezTo>
                  </a:path>
                </a:pathLst>
              </a:custGeom>
              <a:noFill/>
              <a:ln w="6350" cap="flat">
                <a:solidFill>
                  <a:srgbClr val="F7E8B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978" name="Freeform 174">
                <a:extLst>
                  <a:ext uri="{FF2B5EF4-FFF2-40B4-BE49-F238E27FC236}">
                    <a16:creationId xmlns:a16="http://schemas.microsoft.com/office/drawing/2014/main" id="{98F60A33-A212-4E88-BE81-B854BBB76B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6" y="2326"/>
                <a:ext cx="8" cy="19"/>
              </a:xfrm>
              <a:custGeom>
                <a:avLst/>
                <a:gdLst>
                  <a:gd name="T0" fmla="*/ 1 w 8"/>
                  <a:gd name="T1" fmla="*/ 0 h 18"/>
                  <a:gd name="T2" fmla="*/ 8 w 8"/>
                  <a:gd name="T3" fmla="*/ 21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18">
                    <a:moveTo>
                      <a:pt x="1" y="0"/>
                    </a:moveTo>
                    <a:cubicBezTo>
                      <a:pt x="0" y="7"/>
                      <a:pt x="4" y="14"/>
                      <a:pt x="8" y="18"/>
                    </a:cubicBezTo>
                  </a:path>
                </a:pathLst>
              </a:custGeom>
              <a:noFill/>
              <a:ln w="6350" cap="flat">
                <a:solidFill>
                  <a:srgbClr val="F7E8B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979" name="Freeform 175">
                <a:extLst>
                  <a:ext uri="{FF2B5EF4-FFF2-40B4-BE49-F238E27FC236}">
                    <a16:creationId xmlns:a16="http://schemas.microsoft.com/office/drawing/2014/main" id="{6B4A8F71-70FC-42AB-8BB1-CEDF7C4307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6" y="1970"/>
                <a:ext cx="27" cy="29"/>
              </a:xfrm>
              <a:custGeom>
                <a:avLst/>
                <a:gdLst>
                  <a:gd name="T0" fmla="*/ 27 w 25"/>
                  <a:gd name="T1" fmla="*/ 0 h 27"/>
                  <a:gd name="T2" fmla="*/ 30 w 25"/>
                  <a:gd name="T3" fmla="*/ 33 h 27"/>
                  <a:gd name="T4" fmla="*/ 0 w 25"/>
                  <a:gd name="T5" fmla="*/ 0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27">
                    <a:moveTo>
                      <a:pt x="21" y="0"/>
                    </a:moveTo>
                    <a:cubicBezTo>
                      <a:pt x="24" y="9"/>
                      <a:pt x="25" y="18"/>
                      <a:pt x="24" y="27"/>
                    </a:cubicBezTo>
                    <a:cubicBezTo>
                      <a:pt x="13" y="21"/>
                      <a:pt x="4" y="12"/>
                      <a:pt x="0" y="0"/>
                    </a:cubicBezTo>
                  </a:path>
                </a:pathLst>
              </a:custGeom>
              <a:noFill/>
              <a:ln w="6350" cap="flat">
                <a:solidFill>
                  <a:srgbClr val="F7E8B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980" name="Freeform 176">
                <a:extLst>
                  <a:ext uri="{FF2B5EF4-FFF2-40B4-BE49-F238E27FC236}">
                    <a16:creationId xmlns:a16="http://schemas.microsoft.com/office/drawing/2014/main" id="{A461CA44-EB43-4A38-8A95-A19FA0B858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9" y="1268"/>
                <a:ext cx="131" cy="24"/>
              </a:xfrm>
              <a:custGeom>
                <a:avLst/>
                <a:gdLst>
                  <a:gd name="T0" fmla="*/ 147 w 122"/>
                  <a:gd name="T1" fmla="*/ 0 h 22"/>
                  <a:gd name="T2" fmla="*/ 61 w 122"/>
                  <a:gd name="T3" fmla="*/ 13 h 22"/>
                  <a:gd name="T4" fmla="*/ 30 w 122"/>
                  <a:gd name="T5" fmla="*/ 13 h 22"/>
                  <a:gd name="T6" fmla="*/ 0 w 122"/>
                  <a:gd name="T7" fmla="*/ 5 h 22"/>
                  <a:gd name="T8" fmla="*/ 46 w 122"/>
                  <a:gd name="T9" fmla="*/ 24 h 22"/>
                  <a:gd name="T10" fmla="*/ 82 w 122"/>
                  <a:gd name="T11" fmla="*/ 27 h 22"/>
                  <a:gd name="T12" fmla="*/ 122 w 122"/>
                  <a:gd name="T13" fmla="*/ 16 h 22"/>
                  <a:gd name="T14" fmla="*/ 151 w 122"/>
                  <a:gd name="T15" fmla="*/ 1 h 2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22" h="22">
                    <a:moveTo>
                      <a:pt x="119" y="0"/>
                    </a:moveTo>
                    <a:cubicBezTo>
                      <a:pt x="100" y="12"/>
                      <a:pt x="71" y="9"/>
                      <a:pt x="49" y="10"/>
                    </a:cubicBezTo>
                    <a:cubicBezTo>
                      <a:pt x="41" y="11"/>
                      <a:pt x="32" y="11"/>
                      <a:pt x="24" y="10"/>
                    </a:cubicBezTo>
                    <a:cubicBezTo>
                      <a:pt x="17" y="9"/>
                      <a:pt x="8" y="4"/>
                      <a:pt x="0" y="5"/>
                    </a:cubicBezTo>
                    <a:cubicBezTo>
                      <a:pt x="8" y="14"/>
                      <a:pt x="26" y="16"/>
                      <a:pt x="37" y="18"/>
                    </a:cubicBezTo>
                    <a:cubicBezTo>
                      <a:pt x="47" y="21"/>
                      <a:pt x="56" y="22"/>
                      <a:pt x="66" y="21"/>
                    </a:cubicBezTo>
                    <a:cubicBezTo>
                      <a:pt x="78" y="21"/>
                      <a:pt x="89" y="18"/>
                      <a:pt x="99" y="13"/>
                    </a:cubicBezTo>
                    <a:cubicBezTo>
                      <a:pt x="106" y="9"/>
                      <a:pt x="115" y="6"/>
                      <a:pt x="122" y="1"/>
                    </a:cubicBezTo>
                  </a:path>
                </a:pathLst>
              </a:custGeom>
              <a:solidFill>
                <a:srgbClr val="EFCA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981" name="Freeform 177">
                <a:extLst>
                  <a:ext uri="{FF2B5EF4-FFF2-40B4-BE49-F238E27FC236}">
                    <a16:creationId xmlns:a16="http://schemas.microsoft.com/office/drawing/2014/main" id="{CA551728-94B4-444A-8B04-333F614C31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1" y="1288"/>
                <a:ext cx="134" cy="79"/>
              </a:xfrm>
              <a:custGeom>
                <a:avLst/>
                <a:gdLst>
                  <a:gd name="T0" fmla="*/ 1 w 126"/>
                  <a:gd name="T1" fmla="*/ 61 h 74"/>
                  <a:gd name="T2" fmla="*/ 43 w 126"/>
                  <a:gd name="T3" fmla="*/ 77 h 74"/>
                  <a:gd name="T4" fmla="*/ 79 w 126"/>
                  <a:gd name="T5" fmla="*/ 58 h 74"/>
                  <a:gd name="T6" fmla="*/ 110 w 126"/>
                  <a:gd name="T7" fmla="*/ 25 h 74"/>
                  <a:gd name="T8" fmla="*/ 152 w 126"/>
                  <a:gd name="T9" fmla="*/ 0 h 74"/>
                  <a:gd name="T10" fmla="*/ 103 w 126"/>
                  <a:gd name="T11" fmla="*/ 46 h 74"/>
                  <a:gd name="T12" fmla="*/ 57 w 126"/>
                  <a:gd name="T13" fmla="*/ 86 h 74"/>
                  <a:gd name="T14" fmla="*/ 19 w 126"/>
                  <a:gd name="T15" fmla="*/ 85 h 74"/>
                  <a:gd name="T16" fmla="*/ 0 w 126"/>
                  <a:gd name="T17" fmla="*/ 67 h 7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26" h="74">
                    <a:moveTo>
                      <a:pt x="1" y="50"/>
                    </a:moveTo>
                    <a:cubicBezTo>
                      <a:pt x="12" y="56"/>
                      <a:pt x="22" y="66"/>
                      <a:pt x="36" y="63"/>
                    </a:cubicBezTo>
                    <a:cubicBezTo>
                      <a:pt x="48" y="61"/>
                      <a:pt x="57" y="56"/>
                      <a:pt x="66" y="48"/>
                    </a:cubicBezTo>
                    <a:cubicBezTo>
                      <a:pt x="75" y="40"/>
                      <a:pt x="82" y="29"/>
                      <a:pt x="91" y="21"/>
                    </a:cubicBezTo>
                    <a:cubicBezTo>
                      <a:pt x="101" y="11"/>
                      <a:pt x="114" y="6"/>
                      <a:pt x="126" y="0"/>
                    </a:cubicBezTo>
                    <a:cubicBezTo>
                      <a:pt x="111" y="11"/>
                      <a:pt x="97" y="21"/>
                      <a:pt x="86" y="37"/>
                    </a:cubicBezTo>
                    <a:cubicBezTo>
                      <a:pt x="76" y="51"/>
                      <a:pt x="66" y="65"/>
                      <a:pt x="48" y="71"/>
                    </a:cubicBezTo>
                    <a:cubicBezTo>
                      <a:pt x="39" y="74"/>
                      <a:pt x="26" y="74"/>
                      <a:pt x="16" y="70"/>
                    </a:cubicBezTo>
                    <a:cubicBezTo>
                      <a:pt x="11" y="67"/>
                      <a:pt x="2" y="60"/>
                      <a:pt x="0" y="55"/>
                    </a:cubicBezTo>
                  </a:path>
                </a:pathLst>
              </a:custGeom>
              <a:solidFill>
                <a:srgbClr val="EFCA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982" name="Freeform 178">
                <a:extLst>
                  <a:ext uri="{FF2B5EF4-FFF2-40B4-BE49-F238E27FC236}">
                    <a16:creationId xmlns:a16="http://schemas.microsoft.com/office/drawing/2014/main" id="{D02A3B7F-68CA-4969-B237-B3A6891EB0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8" y="1295"/>
                <a:ext cx="96" cy="24"/>
              </a:xfrm>
              <a:custGeom>
                <a:avLst/>
                <a:gdLst>
                  <a:gd name="T0" fmla="*/ 0 w 90"/>
                  <a:gd name="T1" fmla="*/ 0 h 23"/>
                  <a:gd name="T2" fmla="*/ 30 w 90"/>
                  <a:gd name="T3" fmla="*/ 10 h 23"/>
                  <a:gd name="T4" fmla="*/ 55 w 90"/>
                  <a:gd name="T5" fmla="*/ 16 h 23"/>
                  <a:gd name="T6" fmla="*/ 85 w 90"/>
                  <a:gd name="T7" fmla="*/ 11 h 23"/>
                  <a:gd name="T8" fmla="*/ 109 w 90"/>
                  <a:gd name="T9" fmla="*/ 1 h 23"/>
                  <a:gd name="T10" fmla="*/ 45 w 90"/>
                  <a:gd name="T11" fmla="*/ 26 h 23"/>
                  <a:gd name="T12" fmla="*/ 0 w 90"/>
                  <a:gd name="T13" fmla="*/ 1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0" h="23">
                    <a:moveTo>
                      <a:pt x="0" y="0"/>
                    </a:moveTo>
                    <a:cubicBezTo>
                      <a:pt x="8" y="0"/>
                      <a:pt x="16" y="8"/>
                      <a:pt x="24" y="10"/>
                    </a:cubicBezTo>
                    <a:cubicBezTo>
                      <a:pt x="31" y="12"/>
                      <a:pt x="39" y="13"/>
                      <a:pt x="46" y="13"/>
                    </a:cubicBezTo>
                    <a:cubicBezTo>
                      <a:pt x="54" y="13"/>
                      <a:pt x="62" y="13"/>
                      <a:pt x="70" y="11"/>
                    </a:cubicBezTo>
                    <a:cubicBezTo>
                      <a:pt x="77" y="9"/>
                      <a:pt x="83" y="4"/>
                      <a:pt x="90" y="1"/>
                    </a:cubicBezTo>
                    <a:cubicBezTo>
                      <a:pt x="82" y="17"/>
                      <a:pt x="52" y="22"/>
                      <a:pt x="37" y="23"/>
                    </a:cubicBezTo>
                    <a:cubicBezTo>
                      <a:pt x="24" y="23"/>
                      <a:pt x="5" y="14"/>
                      <a:pt x="0" y="1"/>
                    </a:cubicBezTo>
                  </a:path>
                </a:pathLst>
              </a:custGeom>
              <a:solidFill>
                <a:srgbClr val="EFCA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983" name="Freeform 179">
                <a:extLst>
                  <a:ext uri="{FF2B5EF4-FFF2-40B4-BE49-F238E27FC236}">
                    <a16:creationId xmlns:a16="http://schemas.microsoft.com/office/drawing/2014/main" id="{7EC88004-60CE-4965-9D23-05C26D04D6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8" y="1970"/>
                <a:ext cx="265" cy="367"/>
              </a:xfrm>
              <a:custGeom>
                <a:avLst/>
                <a:gdLst>
                  <a:gd name="T0" fmla="*/ 2 w 248"/>
                  <a:gd name="T1" fmla="*/ 0 h 344"/>
                  <a:gd name="T2" fmla="*/ 65 w 248"/>
                  <a:gd name="T3" fmla="*/ 84 h 344"/>
                  <a:gd name="T4" fmla="*/ 133 w 248"/>
                  <a:gd name="T5" fmla="*/ 140 h 344"/>
                  <a:gd name="T6" fmla="*/ 182 w 248"/>
                  <a:gd name="T7" fmla="*/ 245 h 344"/>
                  <a:gd name="T8" fmla="*/ 247 w 248"/>
                  <a:gd name="T9" fmla="*/ 355 h 344"/>
                  <a:gd name="T10" fmla="*/ 302 w 248"/>
                  <a:gd name="T11" fmla="*/ 418 h 344"/>
                  <a:gd name="T12" fmla="*/ 181 w 248"/>
                  <a:gd name="T13" fmla="*/ 276 h 344"/>
                  <a:gd name="T14" fmla="*/ 111 w 248"/>
                  <a:gd name="T15" fmla="*/ 165 h 344"/>
                  <a:gd name="T16" fmla="*/ 0 w 248"/>
                  <a:gd name="T17" fmla="*/ 7 h 34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48" h="344">
                    <a:moveTo>
                      <a:pt x="2" y="0"/>
                    </a:moveTo>
                    <a:cubicBezTo>
                      <a:pt x="12" y="27"/>
                      <a:pt x="30" y="52"/>
                      <a:pt x="53" y="69"/>
                    </a:cubicBezTo>
                    <a:cubicBezTo>
                      <a:pt x="72" y="83"/>
                      <a:pt x="96" y="93"/>
                      <a:pt x="109" y="115"/>
                    </a:cubicBezTo>
                    <a:cubicBezTo>
                      <a:pt x="125" y="142"/>
                      <a:pt x="134" y="174"/>
                      <a:pt x="149" y="202"/>
                    </a:cubicBezTo>
                    <a:cubicBezTo>
                      <a:pt x="165" y="232"/>
                      <a:pt x="181" y="263"/>
                      <a:pt x="202" y="292"/>
                    </a:cubicBezTo>
                    <a:cubicBezTo>
                      <a:pt x="216" y="310"/>
                      <a:pt x="233" y="327"/>
                      <a:pt x="248" y="344"/>
                    </a:cubicBezTo>
                    <a:cubicBezTo>
                      <a:pt x="202" y="321"/>
                      <a:pt x="175" y="270"/>
                      <a:pt x="148" y="228"/>
                    </a:cubicBezTo>
                    <a:cubicBezTo>
                      <a:pt x="129" y="198"/>
                      <a:pt x="114" y="162"/>
                      <a:pt x="91" y="136"/>
                    </a:cubicBezTo>
                    <a:cubicBezTo>
                      <a:pt x="54" y="97"/>
                      <a:pt x="11" y="61"/>
                      <a:pt x="0" y="7"/>
                    </a:cubicBezTo>
                  </a:path>
                </a:pathLst>
              </a:custGeom>
              <a:solidFill>
                <a:srgbClr val="EFCA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984" name="Freeform 180">
                <a:extLst>
                  <a:ext uri="{FF2B5EF4-FFF2-40B4-BE49-F238E27FC236}">
                    <a16:creationId xmlns:a16="http://schemas.microsoft.com/office/drawing/2014/main" id="{A8FBD51D-A6C7-4066-9E14-FA336B370F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4" y="2070"/>
                <a:ext cx="200" cy="141"/>
              </a:xfrm>
              <a:custGeom>
                <a:avLst/>
                <a:gdLst>
                  <a:gd name="T0" fmla="*/ 0 w 188"/>
                  <a:gd name="T1" fmla="*/ 0 h 132"/>
                  <a:gd name="T2" fmla="*/ 114 w 188"/>
                  <a:gd name="T3" fmla="*/ 76 h 132"/>
                  <a:gd name="T4" fmla="*/ 227 w 188"/>
                  <a:gd name="T5" fmla="*/ 161 h 132"/>
                  <a:gd name="T6" fmla="*/ 112 w 188"/>
                  <a:gd name="T7" fmla="*/ 85 h 132"/>
                  <a:gd name="T8" fmla="*/ 65 w 188"/>
                  <a:gd name="T9" fmla="*/ 57 h 132"/>
                  <a:gd name="T10" fmla="*/ 39 w 188"/>
                  <a:gd name="T11" fmla="*/ 66 h 132"/>
                  <a:gd name="T12" fmla="*/ 0 w 188"/>
                  <a:gd name="T13" fmla="*/ 4 h 13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8" h="132">
                    <a:moveTo>
                      <a:pt x="0" y="0"/>
                    </a:moveTo>
                    <a:cubicBezTo>
                      <a:pt x="34" y="12"/>
                      <a:pt x="69" y="37"/>
                      <a:pt x="95" y="62"/>
                    </a:cubicBezTo>
                    <a:cubicBezTo>
                      <a:pt x="121" y="88"/>
                      <a:pt x="150" y="125"/>
                      <a:pt x="188" y="132"/>
                    </a:cubicBezTo>
                    <a:cubicBezTo>
                      <a:pt x="144" y="129"/>
                      <a:pt x="122" y="97"/>
                      <a:pt x="93" y="70"/>
                    </a:cubicBezTo>
                    <a:cubicBezTo>
                      <a:pt x="80" y="58"/>
                      <a:pt x="69" y="53"/>
                      <a:pt x="54" y="47"/>
                    </a:cubicBezTo>
                    <a:cubicBezTo>
                      <a:pt x="47" y="44"/>
                      <a:pt x="18" y="35"/>
                      <a:pt x="33" y="54"/>
                    </a:cubicBezTo>
                    <a:cubicBezTo>
                      <a:pt x="29" y="36"/>
                      <a:pt x="19" y="11"/>
                      <a:pt x="0" y="4"/>
                    </a:cubicBezTo>
                  </a:path>
                </a:pathLst>
              </a:custGeom>
              <a:solidFill>
                <a:srgbClr val="EFCA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985" name="Freeform 181">
                <a:extLst>
                  <a:ext uri="{FF2B5EF4-FFF2-40B4-BE49-F238E27FC236}">
                    <a16:creationId xmlns:a16="http://schemas.microsoft.com/office/drawing/2014/main" id="{DD435BF1-28CC-474F-BEF4-C3B4DEE23E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9" y="2139"/>
                <a:ext cx="148" cy="84"/>
              </a:xfrm>
              <a:custGeom>
                <a:avLst/>
                <a:gdLst>
                  <a:gd name="T0" fmla="*/ 168 w 139"/>
                  <a:gd name="T1" fmla="*/ 97 h 78"/>
                  <a:gd name="T2" fmla="*/ 128 w 139"/>
                  <a:gd name="T3" fmla="*/ 56 h 78"/>
                  <a:gd name="T4" fmla="*/ 91 w 139"/>
                  <a:gd name="T5" fmla="*/ 31 h 78"/>
                  <a:gd name="T6" fmla="*/ 0 w 139"/>
                  <a:gd name="T7" fmla="*/ 0 h 78"/>
                  <a:gd name="T8" fmla="*/ 106 w 139"/>
                  <a:gd name="T9" fmla="*/ 84 h 78"/>
                  <a:gd name="T10" fmla="*/ 162 w 139"/>
                  <a:gd name="T11" fmla="*/ 97 h 7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9" h="78">
                    <a:moveTo>
                      <a:pt x="139" y="78"/>
                    </a:moveTo>
                    <a:cubicBezTo>
                      <a:pt x="126" y="70"/>
                      <a:pt x="118" y="54"/>
                      <a:pt x="106" y="45"/>
                    </a:cubicBezTo>
                    <a:cubicBezTo>
                      <a:pt x="96" y="38"/>
                      <a:pt x="85" y="31"/>
                      <a:pt x="75" y="25"/>
                    </a:cubicBezTo>
                    <a:cubicBezTo>
                      <a:pt x="50" y="11"/>
                      <a:pt x="26" y="8"/>
                      <a:pt x="0" y="0"/>
                    </a:cubicBezTo>
                    <a:cubicBezTo>
                      <a:pt x="11" y="6"/>
                      <a:pt x="122" y="41"/>
                      <a:pt x="88" y="67"/>
                    </a:cubicBezTo>
                    <a:cubicBezTo>
                      <a:pt x="105" y="66"/>
                      <a:pt x="119" y="73"/>
                      <a:pt x="134" y="78"/>
                    </a:cubicBezTo>
                  </a:path>
                </a:pathLst>
              </a:custGeom>
              <a:solidFill>
                <a:srgbClr val="EFCA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986" name="Freeform 182">
                <a:extLst>
                  <a:ext uri="{FF2B5EF4-FFF2-40B4-BE49-F238E27FC236}">
                    <a16:creationId xmlns:a16="http://schemas.microsoft.com/office/drawing/2014/main" id="{BBD58AA6-77AF-4BF2-8314-FE737486AC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4" y="2214"/>
                <a:ext cx="211" cy="132"/>
              </a:xfrm>
              <a:custGeom>
                <a:avLst/>
                <a:gdLst>
                  <a:gd name="T0" fmla="*/ 0 w 198"/>
                  <a:gd name="T1" fmla="*/ 15 h 124"/>
                  <a:gd name="T2" fmla="*/ 143 w 198"/>
                  <a:gd name="T3" fmla="*/ 40 h 124"/>
                  <a:gd name="T4" fmla="*/ 240 w 198"/>
                  <a:gd name="T5" fmla="*/ 150 h 124"/>
                  <a:gd name="T6" fmla="*/ 182 w 198"/>
                  <a:gd name="T7" fmla="*/ 83 h 124"/>
                  <a:gd name="T8" fmla="*/ 132 w 198"/>
                  <a:gd name="T9" fmla="*/ 48 h 124"/>
                  <a:gd name="T10" fmla="*/ 66 w 198"/>
                  <a:gd name="T11" fmla="*/ 28 h 124"/>
                  <a:gd name="T12" fmla="*/ 0 w 198"/>
                  <a:gd name="T13" fmla="*/ 16 h 1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8" h="124">
                    <a:moveTo>
                      <a:pt x="0" y="12"/>
                    </a:moveTo>
                    <a:cubicBezTo>
                      <a:pt x="40" y="0"/>
                      <a:pt x="84" y="19"/>
                      <a:pt x="118" y="34"/>
                    </a:cubicBezTo>
                    <a:cubicBezTo>
                      <a:pt x="152" y="49"/>
                      <a:pt x="184" y="90"/>
                      <a:pt x="198" y="124"/>
                    </a:cubicBezTo>
                    <a:cubicBezTo>
                      <a:pt x="179" y="112"/>
                      <a:pt x="166" y="86"/>
                      <a:pt x="150" y="69"/>
                    </a:cubicBezTo>
                    <a:cubicBezTo>
                      <a:pt x="137" y="56"/>
                      <a:pt x="124" y="46"/>
                      <a:pt x="109" y="39"/>
                    </a:cubicBezTo>
                    <a:cubicBezTo>
                      <a:pt x="91" y="31"/>
                      <a:pt x="72" y="28"/>
                      <a:pt x="54" y="23"/>
                    </a:cubicBezTo>
                    <a:cubicBezTo>
                      <a:pt x="37" y="18"/>
                      <a:pt x="17" y="19"/>
                      <a:pt x="0" y="13"/>
                    </a:cubicBezTo>
                  </a:path>
                </a:pathLst>
              </a:custGeom>
              <a:solidFill>
                <a:srgbClr val="EFCA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987" name="Freeform 183">
                <a:extLst>
                  <a:ext uri="{FF2B5EF4-FFF2-40B4-BE49-F238E27FC236}">
                    <a16:creationId xmlns:a16="http://schemas.microsoft.com/office/drawing/2014/main" id="{918F4A58-09F3-4EC7-B22A-21D54BD76D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8" y="2463"/>
                <a:ext cx="174" cy="302"/>
              </a:xfrm>
              <a:custGeom>
                <a:avLst/>
                <a:gdLst>
                  <a:gd name="T0" fmla="*/ 0 w 163"/>
                  <a:gd name="T1" fmla="*/ 1 h 284"/>
                  <a:gd name="T2" fmla="*/ 37 w 163"/>
                  <a:gd name="T3" fmla="*/ 3 h 284"/>
                  <a:gd name="T4" fmla="*/ 74 w 163"/>
                  <a:gd name="T5" fmla="*/ 23 h 284"/>
                  <a:gd name="T6" fmla="*/ 149 w 163"/>
                  <a:gd name="T7" fmla="*/ 95 h 284"/>
                  <a:gd name="T8" fmla="*/ 180 w 163"/>
                  <a:gd name="T9" fmla="*/ 270 h 284"/>
                  <a:gd name="T10" fmla="*/ 163 w 163"/>
                  <a:gd name="T11" fmla="*/ 309 h 284"/>
                  <a:gd name="T12" fmla="*/ 135 w 163"/>
                  <a:gd name="T13" fmla="*/ 340 h 284"/>
                  <a:gd name="T14" fmla="*/ 50 w 163"/>
                  <a:gd name="T15" fmla="*/ 307 h 284"/>
                  <a:gd name="T16" fmla="*/ 135 w 163"/>
                  <a:gd name="T17" fmla="*/ 300 h 284"/>
                  <a:gd name="T18" fmla="*/ 140 w 163"/>
                  <a:gd name="T19" fmla="*/ 249 h 284"/>
                  <a:gd name="T20" fmla="*/ 144 w 163"/>
                  <a:gd name="T21" fmla="*/ 177 h 284"/>
                  <a:gd name="T22" fmla="*/ 125 w 163"/>
                  <a:gd name="T23" fmla="*/ 113 h 284"/>
                  <a:gd name="T24" fmla="*/ 94 w 163"/>
                  <a:gd name="T25" fmla="*/ 50 h 284"/>
                  <a:gd name="T26" fmla="*/ 60 w 163"/>
                  <a:gd name="T27" fmla="*/ 24 h 284"/>
                  <a:gd name="T28" fmla="*/ 11 w 163"/>
                  <a:gd name="T29" fmla="*/ 3 h 284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63" h="284">
                    <a:moveTo>
                      <a:pt x="0" y="1"/>
                    </a:moveTo>
                    <a:cubicBezTo>
                      <a:pt x="10" y="5"/>
                      <a:pt x="22" y="0"/>
                      <a:pt x="31" y="3"/>
                    </a:cubicBezTo>
                    <a:cubicBezTo>
                      <a:pt x="42" y="5"/>
                      <a:pt x="52" y="14"/>
                      <a:pt x="61" y="20"/>
                    </a:cubicBezTo>
                    <a:cubicBezTo>
                      <a:pt x="86" y="37"/>
                      <a:pt x="108" y="53"/>
                      <a:pt x="123" y="79"/>
                    </a:cubicBezTo>
                    <a:cubicBezTo>
                      <a:pt x="147" y="122"/>
                      <a:pt x="163" y="177"/>
                      <a:pt x="148" y="225"/>
                    </a:cubicBezTo>
                    <a:cubicBezTo>
                      <a:pt x="144" y="236"/>
                      <a:pt x="138" y="247"/>
                      <a:pt x="134" y="258"/>
                    </a:cubicBezTo>
                    <a:cubicBezTo>
                      <a:pt x="128" y="273"/>
                      <a:pt x="130" y="284"/>
                      <a:pt x="111" y="283"/>
                    </a:cubicBezTo>
                    <a:cubicBezTo>
                      <a:pt x="86" y="282"/>
                      <a:pt x="62" y="266"/>
                      <a:pt x="41" y="256"/>
                    </a:cubicBezTo>
                    <a:cubicBezTo>
                      <a:pt x="60" y="255"/>
                      <a:pt x="99" y="273"/>
                      <a:pt x="111" y="249"/>
                    </a:cubicBezTo>
                    <a:cubicBezTo>
                      <a:pt x="116" y="238"/>
                      <a:pt x="114" y="219"/>
                      <a:pt x="115" y="207"/>
                    </a:cubicBezTo>
                    <a:cubicBezTo>
                      <a:pt x="116" y="187"/>
                      <a:pt x="118" y="167"/>
                      <a:pt x="118" y="147"/>
                    </a:cubicBezTo>
                    <a:cubicBezTo>
                      <a:pt x="117" y="126"/>
                      <a:pt x="112" y="113"/>
                      <a:pt x="103" y="94"/>
                    </a:cubicBezTo>
                    <a:cubicBezTo>
                      <a:pt x="95" y="76"/>
                      <a:pt x="90" y="56"/>
                      <a:pt x="77" y="41"/>
                    </a:cubicBezTo>
                    <a:cubicBezTo>
                      <a:pt x="69" y="33"/>
                      <a:pt x="59" y="26"/>
                      <a:pt x="49" y="21"/>
                    </a:cubicBezTo>
                    <a:cubicBezTo>
                      <a:pt x="37" y="15"/>
                      <a:pt x="20" y="4"/>
                      <a:pt x="8" y="3"/>
                    </a:cubicBezTo>
                  </a:path>
                </a:pathLst>
              </a:custGeom>
              <a:solidFill>
                <a:srgbClr val="EFCA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988" name="Freeform 184">
                <a:extLst>
                  <a:ext uri="{FF2B5EF4-FFF2-40B4-BE49-F238E27FC236}">
                    <a16:creationId xmlns:a16="http://schemas.microsoft.com/office/drawing/2014/main" id="{89AE318A-1553-47BF-8503-3B31B4B9C0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6" y="2637"/>
                <a:ext cx="86" cy="284"/>
              </a:xfrm>
              <a:custGeom>
                <a:avLst/>
                <a:gdLst>
                  <a:gd name="T0" fmla="*/ 4 w 81"/>
                  <a:gd name="T1" fmla="*/ 129 h 266"/>
                  <a:gd name="T2" fmla="*/ 0 w 81"/>
                  <a:gd name="T3" fmla="*/ 163 h 266"/>
                  <a:gd name="T4" fmla="*/ 50 w 81"/>
                  <a:gd name="T5" fmla="*/ 239 h 266"/>
                  <a:gd name="T6" fmla="*/ 54 w 81"/>
                  <a:gd name="T7" fmla="*/ 288 h 266"/>
                  <a:gd name="T8" fmla="*/ 41 w 81"/>
                  <a:gd name="T9" fmla="*/ 324 h 266"/>
                  <a:gd name="T10" fmla="*/ 56 w 81"/>
                  <a:gd name="T11" fmla="*/ 170 h 266"/>
                  <a:gd name="T12" fmla="*/ 83 w 81"/>
                  <a:gd name="T13" fmla="*/ 95 h 266"/>
                  <a:gd name="T14" fmla="*/ 83 w 81"/>
                  <a:gd name="T15" fmla="*/ 0 h 266"/>
                  <a:gd name="T16" fmla="*/ 54 w 81"/>
                  <a:gd name="T17" fmla="*/ 109 h 266"/>
                  <a:gd name="T18" fmla="*/ 17 w 81"/>
                  <a:gd name="T19" fmla="*/ 129 h 26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1" h="266">
                    <a:moveTo>
                      <a:pt x="4" y="106"/>
                    </a:moveTo>
                    <a:cubicBezTo>
                      <a:pt x="12" y="114"/>
                      <a:pt x="21" y="138"/>
                      <a:pt x="0" y="134"/>
                    </a:cubicBezTo>
                    <a:cubicBezTo>
                      <a:pt x="28" y="148"/>
                      <a:pt x="38" y="166"/>
                      <a:pt x="41" y="197"/>
                    </a:cubicBezTo>
                    <a:cubicBezTo>
                      <a:pt x="42" y="210"/>
                      <a:pt x="46" y="223"/>
                      <a:pt x="45" y="237"/>
                    </a:cubicBezTo>
                    <a:cubicBezTo>
                      <a:pt x="44" y="248"/>
                      <a:pt x="37" y="256"/>
                      <a:pt x="35" y="266"/>
                    </a:cubicBezTo>
                    <a:cubicBezTo>
                      <a:pt x="76" y="236"/>
                      <a:pt x="49" y="180"/>
                      <a:pt x="47" y="140"/>
                    </a:cubicBezTo>
                    <a:cubicBezTo>
                      <a:pt x="46" y="121"/>
                      <a:pt x="61" y="96"/>
                      <a:pt x="69" y="78"/>
                    </a:cubicBezTo>
                    <a:cubicBezTo>
                      <a:pt x="81" y="52"/>
                      <a:pt x="81" y="27"/>
                      <a:pt x="69" y="0"/>
                    </a:cubicBezTo>
                    <a:cubicBezTo>
                      <a:pt x="63" y="30"/>
                      <a:pt x="60" y="62"/>
                      <a:pt x="45" y="90"/>
                    </a:cubicBezTo>
                    <a:cubicBezTo>
                      <a:pt x="37" y="104"/>
                      <a:pt x="31" y="106"/>
                      <a:pt x="14" y="106"/>
                    </a:cubicBezTo>
                  </a:path>
                </a:pathLst>
              </a:custGeom>
              <a:solidFill>
                <a:srgbClr val="EFCA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989" name="Freeform 185">
                <a:extLst>
                  <a:ext uri="{FF2B5EF4-FFF2-40B4-BE49-F238E27FC236}">
                    <a16:creationId xmlns:a16="http://schemas.microsoft.com/office/drawing/2014/main" id="{7FFA4512-9B91-4C24-BAA8-CC058BE4CF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1" y="2202"/>
                <a:ext cx="103" cy="50"/>
              </a:xfrm>
              <a:custGeom>
                <a:avLst/>
                <a:gdLst>
                  <a:gd name="T0" fmla="*/ 0 w 97"/>
                  <a:gd name="T1" fmla="*/ 0 h 47"/>
                  <a:gd name="T2" fmla="*/ 20 w 97"/>
                  <a:gd name="T3" fmla="*/ 5 h 47"/>
                  <a:gd name="T4" fmla="*/ 39 w 97"/>
                  <a:gd name="T5" fmla="*/ 16 h 47"/>
                  <a:gd name="T6" fmla="*/ 65 w 97"/>
                  <a:gd name="T7" fmla="*/ 21 h 47"/>
                  <a:gd name="T8" fmla="*/ 116 w 97"/>
                  <a:gd name="T9" fmla="*/ 26 h 47"/>
                  <a:gd name="T10" fmla="*/ 45 w 97"/>
                  <a:gd name="T11" fmla="*/ 56 h 47"/>
                  <a:gd name="T12" fmla="*/ 63 w 97"/>
                  <a:gd name="T13" fmla="*/ 37 h 47"/>
                  <a:gd name="T14" fmla="*/ 50 w 97"/>
                  <a:gd name="T15" fmla="*/ 22 h 47"/>
                  <a:gd name="T16" fmla="*/ 6 w 97"/>
                  <a:gd name="T17" fmla="*/ 3 h 4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7" h="47">
                    <a:moveTo>
                      <a:pt x="0" y="0"/>
                    </a:moveTo>
                    <a:cubicBezTo>
                      <a:pt x="5" y="3"/>
                      <a:pt x="12" y="3"/>
                      <a:pt x="17" y="5"/>
                    </a:cubicBezTo>
                    <a:cubicBezTo>
                      <a:pt x="23" y="8"/>
                      <a:pt x="28" y="11"/>
                      <a:pt x="33" y="13"/>
                    </a:cubicBezTo>
                    <a:cubicBezTo>
                      <a:pt x="40" y="16"/>
                      <a:pt x="47" y="17"/>
                      <a:pt x="54" y="18"/>
                    </a:cubicBezTo>
                    <a:cubicBezTo>
                      <a:pt x="68" y="20"/>
                      <a:pt x="83" y="23"/>
                      <a:pt x="97" y="22"/>
                    </a:cubicBezTo>
                    <a:cubicBezTo>
                      <a:pt x="77" y="29"/>
                      <a:pt x="56" y="40"/>
                      <a:pt x="38" y="47"/>
                    </a:cubicBezTo>
                    <a:cubicBezTo>
                      <a:pt x="45" y="46"/>
                      <a:pt x="55" y="39"/>
                      <a:pt x="53" y="31"/>
                    </a:cubicBezTo>
                    <a:cubicBezTo>
                      <a:pt x="52" y="26"/>
                      <a:pt x="46" y="22"/>
                      <a:pt x="41" y="19"/>
                    </a:cubicBezTo>
                    <a:cubicBezTo>
                      <a:pt x="31" y="13"/>
                      <a:pt x="18" y="7"/>
                      <a:pt x="6" y="3"/>
                    </a:cubicBezTo>
                  </a:path>
                </a:pathLst>
              </a:custGeom>
              <a:solidFill>
                <a:srgbClr val="EFCA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990" name="Freeform 186">
                <a:extLst>
                  <a:ext uri="{FF2B5EF4-FFF2-40B4-BE49-F238E27FC236}">
                    <a16:creationId xmlns:a16="http://schemas.microsoft.com/office/drawing/2014/main" id="{B17F6DA2-DB40-48F6-B86E-6883821AB1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1" y="2227"/>
                <a:ext cx="30" cy="18"/>
              </a:xfrm>
              <a:custGeom>
                <a:avLst/>
                <a:gdLst>
                  <a:gd name="T0" fmla="*/ 11 w 28"/>
                  <a:gd name="T1" fmla="*/ 0 h 17"/>
                  <a:gd name="T2" fmla="*/ 19 w 28"/>
                  <a:gd name="T3" fmla="*/ 19 h 17"/>
                  <a:gd name="T4" fmla="*/ 13 w 28"/>
                  <a:gd name="T5" fmla="*/ 1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17">
                    <a:moveTo>
                      <a:pt x="8" y="0"/>
                    </a:moveTo>
                    <a:cubicBezTo>
                      <a:pt x="0" y="3"/>
                      <a:pt x="8" y="17"/>
                      <a:pt x="16" y="16"/>
                    </a:cubicBezTo>
                    <a:cubicBezTo>
                      <a:pt x="28" y="14"/>
                      <a:pt x="9" y="4"/>
                      <a:pt x="10" y="1"/>
                    </a:cubicBezTo>
                  </a:path>
                </a:pathLst>
              </a:custGeom>
              <a:solidFill>
                <a:srgbClr val="EFCA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991" name="Freeform 187">
                <a:extLst>
                  <a:ext uri="{FF2B5EF4-FFF2-40B4-BE49-F238E27FC236}">
                    <a16:creationId xmlns:a16="http://schemas.microsoft.com/office/drawing/2014/main" id="{33E003B4-6117-438F-95CB-05B76691C9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8" y="2187"/>
                <a:ext cx="128" cy="52"/>
              </a:xfrm>
              <a:custGeom>
                <a:avLst/>
                <a:gdLst>
                  <a:gd name="T0" fmla="*/ 0 w 120"/>
                  <a:gd name="T1" fmla="*/ 46 h 48"/>
                  <a:gd name="T2" fmla="*/ 146 w 120"/>
                  <a:gd name="T3" fmla="*/ 0 h 48"/>
                  <a:gd name="T4" fmla="*/ 73 w 120"/>
                  <a:gd name="T5" fmla="*/ 41 h 48"/>
                  <a:gd name="T6" fmla="*/ 29 w 120"/>
                  <a:gd name="T7" fmla="*/ 61 h 48"/>
                  <a:gd name="T8" fmla="*/ 4 w 120"/>
                  <a:gd name="T9" fmla="*/ 47 h 4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0" h="48">
                    <a:moveTo>
                      <a:pt x="0" y="36"/>
                    </a:moveTo>
                    <a:cubicBezTo>
                      <a:pt x="43" y="38"/>
                      <a:pt x="82" y="17"/>
                      <a:pt x="120" y="0"/>
                    </a:cubicBezTo>
                    <a:cubicBezTo>
                      <a:pt x="108" y="16"/>
                      <a:pt x="79" y="26"/>
                      <a:pt x="60" y="32"/>
                    </a:cubicBezTo>
                    <a:cubicBezTo>
                      <a:pt x="53" y="34"/>
                      <a:pt x="22" y="37"/>
                      <a:pt x="23" y="48"/>
                    </a:cubicBezTo>
                    <a:cubicBezTo>
                      <a:pt x="16" y="47"/>
                      <a:pt x="10" y="40"/>
                      <a:pt x="4" y="37"/>
                    </a:cubicBezTo>
                  </a:path>
                </a:pathLst>
              </a:custGeom>
              <a:solidFill>
                <a:srgbClr val="EFCA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992" name="Freeform 188">
                <a:extLst>
                  <a:ext uri="{FF2B5EF4-FFF2-40B4-BE49-F238E27FC236}">
                    <a16:creationId xmlns:a16="http://schemas.microsoft.com/office/drawing/2014/main" id="{ABEAC05D-77A9-41BB-B749-95A1BAF4C4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4" y="2974"/>
                <a:ext cx="217" cy="91"/>
              </a:xfrm>
              <a:custGeom>
                <a:avLst/>
                <a:gdLst>
                  <a:gd name="T0" fmla="*/ 248 w 203"/>
                  <a:gd name="T1" fmla="*/ 2 h 85"/>
                  <a:gd name="T2" fmla="*/ 215 w 203"/>
                  <a:gd name="T3" fmla="*/ 80 h 85"/>
                  <a:gd name="T4" fmla="*/ 154 w 203"/>
                  <a:gd name="T5" fmla="*/ 97 h 85"/>
                  <a:gd name="T6" fmla="*/ 67 w 203"/>
                  <a:gd name="T7" fmla="*/ 66 h 85"/>
                  <a:gd name="T8" fmla="*/ 0 w 203"/>
                  <a:gd name="T9" fmla="*/ 56 h 85"/>
                  <a:gd name="T10" fmla="*/ 130 w 203"/>
                  <a:gd name="T11" fmla="*/ 64 h 85"/>
                  <a:gd name="T12" fmla="*/ 202 w 203"/>
                  <a:gd name="T13" fmla="*/ 59 h 85"/>
                  <a:gd name="T14" fmla="*/ 248 w 203"/>
                  <a:gd name="T15" fmla="*/ 0 h 8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03" h="85">
                    <a:moveTo>
                      <a:pt x="203" y="2"/>
                    </a:moveTo>
                    <a:cubicBezTo>
                      <a:pt x="195" y="21"/>
                      <a:pt x="187" y="48"/>
                      <a:pt x="176" y="65"/>
                    </a:cubicBezTo>
                    <a:cubicBezTo>
                      <a:pt x="163" y="84"/>
                      <a:pt x="147" y="85"/>
                      <a:pt x="126" y="79"/>
                    </a:cubicBezTo>
                    <a:cubicBezTo>
                      <a:pt x="102" y="72"/>
                      <a:pt x="79" y="60"/>
                      <a:pt x="55" y="54"/>
                    </a:cubicBezTo>
                    <a:cubicBezTo>
                      <a:pt x="38" y="50"/>
                      <a:pt x="17" y="46"/>
                      <a:pt x="0" y="46"/>
                    </a:cubicBezTo>
                    <a:cubicBezTo>
                      <a:pt x="35" y="40"/>
                      <a:pt x="74" y="36"/>
                      <a:pt x="107" y="52"/>
                    </a:cubicBezTo>
                    <a:cubicBezTo>
                      <a:pt x="129" y="64"/>
                      <a:pt x="146" y="70"/>
                      <a:pt x="166" y="48"/>
                    </a:cubicBezTo>
                    <a:cubicBezTo>
                      <a:pt x="180" y="33"/>
                      <a:pt x="185" y="12"/>
                      <a:pt x="203" y="0"/>
                    </a:cubicBezTo>
                  </a:path>
                </a:pathLst>
              </a:custGeom>
              <a:solidFill>
                <a:srgbClr val="EFCA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993" name="Freeform 189">
                <a:extLst>
                  <a:ext uri="{FF2B5EF4-FFF2-40B4-BE49-F238E27FC236}">
                    <a16:creationId xmlns:a16="http://schemas.microsoft.com/office/drawing/2014/main" id="{D68C9871-9138-482F-A9A7-CE33274926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7" y="3046"/>
                <a:ext cx="209" cy="85"/>
              </a:xfrm>
              <a:custGeom>
                <a:avLst/>
                <a:gdLst>
                  <a:gd name="T0" fmla="*/ 4 w 196"/>
                  <a:gd name="T1" fmla="*/ 0 h 80"/>
                  <a:gd name="T2" fmla="*/ 63 w 196"/>
                  <a:gd name="T3" fmla="*/ 46 h 80"/>
                  <a:gd name="T4" fmla="*/ 120 w 196"/>
                  <a:gd name="T5" fmla="*/ 61 h 80"/>
                  <a:gd name="T6" fmla="*/ 238 w 196"/>
                  <a:gd name="T7" fmla="*/ 60 h 80"/>
                  <a:gd name="T8" fmla="*/ 76 w 196"/>
                  <a:gd name="T9" fmla="*/ 78 h 80"/>
                  <a:gd name="T10" fmla="*/ 0 w 196"/>
                  <a:gd name="T11" fmla="*/ 4 h 8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96" h="80">
                    <a:moveTo>
                      <a:pt x="4" y="0"/>
                    </a:moveTo>
                    <a:cubicBezTo>
                      <a:pt x="21" y="6"/>
                      <a:pt x="37" y="27"/>
                      <a:pt x="52" y="38"/>
                    </a:cubicBezTo>
                    <a:cubicBezTo>
                      <a:pt x="67" y="48"/>
                      <a:pt x="82" y="47"/>
                      <a:pt x="99" y="51"/>
                    </a:cubicBezTo>
                    <a:cubicBezTo>
                      <a:pt x="126" y="58"/>
                      <a:pt x="170" y="63"/>
                      <a:pt x="196" y="50"/>
                    </a:cubicBezTo>
                    <a:cubicBezTo>
                      <a:pt x="163" y="80"/>
                      <a:pt x="103" y="76"/>
                      <a:pt x="63" y="65"/>
                    </a:cubicBezTo>
                    <a:cubicBezTo>
                      <a:pt x="27" y="56"/>
                      <a:pt x="20" y="28"/>
                      <a:pt x="0" y="4"/>
                    </a:cubicBezTo>
                  </a:path>
                </a:pathLst>
              </a:custGeom>
              <a:solidFill>
                <a:srgbClr val="EFCA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994" name="Freeform 190">
                <a:extLst>
                  <a:ext uri="{FF2B5EF4-FFF2-40B4-BE49-F238E27FC236}">
                    <a16:creationId xmlns:a16="http://schemas.microsoft.com/office/drawing/2014/main" id="{07A41F2F-B46D-48DD-A22E-13DC00C19E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8" y="3069"/>
                <a:ext cx="94" cy="34"/>
              </a:xfrm>
              <a:custGeom>
                <a:avLst/>
                <a:gdLst>
                  <a:gd name="T0" fmla="*/ 57 w 88"/>
                  <a:gd name="T1" fmla="*/ 0 h 32"/>
                  <a:gd name="T2" fmla="*/ 99 w 88"/>
                  <a:gd name="T3" fmla="*/ 38 h 32"/>
                  <a:gd name="T4" fmla="*/ 0 w 88"/>
                  <a:gd name="T5" fmla="*/ 36 h 32"/>
                  <a:gd name="T6" fmla="*/ 37 w 88"/>
                  <a:gd name="T7" fmla="*/ 24 h 32"/>
                  <a:gd name="T8" fmla="*/ 73 w 88"/>
                  <a:gd name="T9" fmla="*/ 19 h 32"/>
                  <a:gd name="T10" fmla="*/ 58 w 88"/>
                  <a:gd name="T11" fmla="*/ 4 h 3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8" h="32">
                    <a:moveTo>
                      <a:pt x="47" y="0"/>
                    </a:moveTo>
                    <a:cubicBezTo>
                      <a:pt x="61" y="3"/>
                      <a:pt x="88" y="14"/>
                      <a:pt x="81" y="32"/>
                    </a:cubicBezTo>
                    <a:cubicBezTo>
                      <a:pt x="55" y="28"/>
                      <a:pt x="28" y="32"/>
                      <a:pt x="0" y="30"/>
                    </a:cubicBezTo>
                    <a:cubicBezTo>
                      <a:pt x="11" y="29"/>
                      <a:pt x="20" y="23"/>
                      <a:pt x="31" y="21"/>
                    </a:cubicBezTo>
                    <a:cubicBezTo>
                      <a:pt x="41" y="19"/>
                      <a:pt x="51" y="19"/>
                      <a:pt x="60" y="16"/>
                    </a:cubicBezTo>
                    <a:cubicBezTo>
                      <a:pt x="56" y="11"/>
                      <a:pt x="51" y="8"/>
                      <a:pt x="48" y="4"/>
                    </a:cubicBezTo>
                  </a:path>
                </a:pathLst>
              </a:custGeom>
              <a:solidFill>
                <a:srgbClr val="EFCA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995" name="Freeform 191">
                <a:extLst>
                  <a:ext uri="{FF2B5EF4-FFF2-40B4-BE49-F238E27FC236}">
                    <a16:creationId xmlns:a16="http://schemas.microsoft.com/office/drawing/2014/main" id="{45B91CA5-2ED3-4329-AB52-C9965D2F20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2" y="2689"/>
                <a:ext cx="228" cy="47"/>
              </a:xfrm>
              <a:custGeom>
                <a:avLst/>
                <a:gdLst>
                  <a:gd name="T0" fmla="*/ 260 w 213"/>
                  <a:gd name="T1" fmla="*/ 51 h 44"/>
                  <a:gd name="T2" fmla="*/ 117 w 213"/>
                  <a:gd name="T3" fmla="*/ 28 h 44"/>
                  <a:gd name="T4" fmla="*/ 51 w 213"/>
                  <a:gd name="T5" fmla="*/ 26 h 44"/>
                  <a:gd name="T6" fmla="*/ 0 w 213"/>
                  <a:gd name="T7" fmla="*/ 0 h 44"/>
                  <a:gd name="T8" fmla="*/ 140 w 213"/>
                  <a:gd name="T9" fmla="*/ 13 h 44"/>
                  <a:gd name="T10" fmla="*/ 204 w 213"/>
                  <a:gd name="T11" fmla="*/ 26 h 44"/>
                  <a:gd name="T12" fmla="*/ 261 w 213"/>
                  <a:gd name="T13" fmla="*/ 53 h 4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13" h="44">
                    <a:moveTo>
                      <a:pt x="212" y="42"/>
                    </a:moveTo>
                    <a:cubicBezTo>
                      <a:pt x="174" y="31"/>
                      <a:pt x="136" y="22"/>
                      <a:pt x="95" y="22"/>
                    </a:cubicBezTo>
                    <a:cubicBezTo>
                      <a:pt x="78" y="22"/>
                      <a:pt x="59" y="24"/>
                      <a:pt x="42" y="21"/>
                    </a:cubicBezTo>
                    <a:cubicBezTo>
                      <a:pt x="24" y="18"/>
                      <a:pt x="14" y="10"/>
                      <a:pt x="0" y="0"/>
                    </a:cubicBezTo>
                    <a:cubicBezTo>
                      <a:pt x="30" y="17"/>
                      <a:pt x="78" y="7"/>
                      <a:pt x="114" y="10"/>
                    </a:cubicBezTo>
                    <a:cubicBezTo>
                      <a:pt x="131" y="12"/>
                      <a:pt x="150" y="16"/>
                      <a:pt x="166" y="21"/>
                    </a:cubicBezTo>
                    <a:cubicBezTo>
                      <a:pt x="184" y="26"/>
                      <a:pt x="197" y="39"/>
                      <a:pt x="213" y="44"/>
                    </a:cubicBezTo>
                  </a:path>
                </a:pathLst>
              </a:custGeom>
              <a:solidFill>
                <a:srgbClr val="EFCA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996" name="Freeform 192">
                <a:extLst>
                  <a:ext uri="{FF2B5EF4-FFF2-40B4-BE49-F238E27FC236}">
                    <a16:creationId xmlns:a16="http://schemas.microsoft.com/office/drawing/2014/main" id="{B7931349-B214-49D8-B322-F22E72B384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6" y="2369"/>
                <a:ext cx="166" cy="81"/>
              </a:xfrm>
              <a:custGeom>
                <a:avLst/>
                <a:gdLst>
                  <a:gd name="T0" fmla="*/ 191 w 155"/>
                  <a:gd name="T1" fmla="*/ 91 h 76"/>
                  <a:gd name="T2" fmla="*/ 77 w 155"/>
                  <a:gd name="T3" fmla="*/ 0 h 76"/>
                  <a:gd name="T4" fmla="*/ 85 w 155"/>
                  <a:gd name="T5" fmla="*/ 49 h 76"/>
                  <a:gd name="T6" fmla="*/ 51 w 155"/>
                  <a:gd name="T7" fmla="*/ 68 h 76"/>
                  <a:gd name="T8" fmla="*/ 0 w 155"/>
                  <a:gd name="T9" fmla="*/ 92 h 76"/>
                  <a:gd name="T10" fmla="*/ 49 w 155"/>
                  <a:gd name="T11" fmla="*/ 77 h 76"/>
                  <a:gd name="T12" fmla="*/ 93 w 155"/>
                  <a:gd name="T13" fmla="*/ 82 h 76"/>
                  <a:gd name="T14" fmla="*/ 180 w 155"/>
                  <a:gd name="T15" fmla="*/ 92 h 7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55" h="76">
                    <a:moveTo>
                      <a:pt x="155" y="75"/>
                    </a:moveTo>
                    <a:cubicBezTo>
                      <a:pt x="115" y="63"/>
                      <a:pt x="85" y="34"/>
                      <a:pt x="63" y="0"/>
                    </a:cubicBezTo>
                    <a:cubicBezTo>
                      <a:pt x="61" y="14"/>
                      <a:pt x="74" y="27"/>
                      <a:pt x="69" y="40"/>
                    </a:cubicBezTo>
                    <a:cubicBezTo>
                      <a:pt x="65" y="52"/>
                      <a:pt x="52" y="53"/>
                      <a:pt x="42" y="56"/>
                    </a:cubicBezTo>
                    <a:cubicBezTo>
                      <a:pt x="30" y="60"/>
                      <a:pt x="5" y="64"/>
                      <a:pt x="0" y="76"/>
                    </a:cubicBezTo>
                    <a:cubicBezTo>
                      <a:pt x="13" y="74"/>
                      <a:pt x="25" y="65"/>
                      <a:pt x="40" y="64"/>
                    </a:cubicBezTo>
                    <a:cubicBezTo>
                      <a:pt x="52" y="63"/>
                      <a:pt x="63" y="67"/>
                      <a:pt x="76" y="68"/>
                    </a:cubicBezTo>
                    <a:cubicBezTo>
                      <a:pt x="99" y="72"/>
                      <a:pt x="123" y="71"/>
                      <a:pt x="147" y="76"/>
                    </a:cubicBezTo>
                  </a:path>
                </a:pathLst>
              </a:custGeom>
              <a:solidFill>
                <a:srgbClr val="EFCA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997" name="Freeform 193">
                <a:extLst>
                  <a:ext uri="{FF2B5EF4-FFF2-40B4-BE49-F238E27FC236}">
                    <a16:creationId xmlns:a16="http://schemas.microsoft.com/office/drawing/2014/main" id="{03EF4D01-E5AE-4295-9274-3515068172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2" y="2485"/>
                <a:ext cx="89" cy="128"/>
              </a:xfrm>
              <a:custGeom>
                <a:avLst/>
                <a:gdLst>
                  <a:gd name="T0" fmla="*/ 0 w 84"/>
                  <a:gd name="T1" fmla="*/ 0 h 120"/>
                  <a:gd name="T2" fmla="*/ 39 w 84"/>
                  <a:gd name="T3" fmla="*/ 32 h 120"/>
                  <a:gd name="T4" fmla="*/ 61 w 84"/>
                  <a:gd name="T5" fmla="*/ 70 h 120"/>
                  <a:gd name="T6" fmla="*/ 100 w 84"/>
                  <a:gd name="T7" fmla="*/ 138 h 120"/>
                  <a:gd name="T8" fmla="*/ 86 w 84"/>
                  <a:gd name="T9" fmla="*/ 87 h 120"/>
                  <a:gd name="T10" fmla="*/ 74 w 84"/>
                  <a:gd name="T11" fmla="*/ 39 h 120"/>
                  <a:gd name="T12" fmla="*/ 72 w 84"/>
                  <a:gd name="T13" fmla="*/ 16 h 120"/>
                  <a:gd name="T14" fmla="*/ 65 w 84"/>
                  <a:gd name="T15" fmla="*/ 7 h 120"/>
                  <a:gd name="T16" fmla="*/ 53 w 84"/>
                  <a:gd name="T17" fmla="*/ 7 h 120"/>
                  <a:gd name="T18" fmla="*/ 6 w 84"/>
                  <a:gd name="T19" fmla="*/ 1 h 12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4" h="120">
                    <a:moveTo>
                      <a:pt x="0" y="0"/>
                    </a:moveTo>
                    <a:cubicBezTo>
                      <a:pt x="11" y="9"/>
                      <a:pt x="24" y="15"/>
                      <a:pt x="33" y="26"/>
                    </a:cubicBezTo>
                    <a:cubicBezTo>
                      <a:pt x="42" y="36"/>
                      <a:pt x="47" y="46"/>
                      <a:pt x="52" y="58"/>
                    </a:cubicBezTo>
                    <a:cubicBezTo>
                      <a:pt x="57" y="68"/>
                      <a:pt x="70" y="120"/>
                      <a:pt x="84" y="113"/>
                    </a:cubicBezTo>
                    <a:cubicBezTo>
                      <a:pt x="73" y="105"/>
                      <a:pt x="73" y="84"/>
                      <a:pt x="72" y="72"/>
                    </a:cubicBezTo>
                    <a:cubicBezTo>
                      <a:pt x="70" y="57"/>
                      <a:pt x="69" y="46"/>
                      <a:pt x="62" y="33"/>
                    </a:cubicBezTo>
                    <a:cubicBezTo>
                      <a:pt x="57" y="24"/>
                      <a:pt x="61" y="22"/>
                      <a:pt x="60" y="13"/>
                    </a:cubicBezTo>
                    <a:cubicBezTo>
                      <a:pt x="60" y="6"/>
                      <a:pt x="63" y="9"/>
                      <a:pt x="55" y="7"/>
                    </a:cubicBezTo>
                    <a:cubicBezTo>
                      <a:pt x="52" y="6"/>
                      <a:pt x="48" y="7"/>
                      <a:pt x="44" y="7"/>
                    </a:cubicBezTo>
                    <a:cubicBezTo>
                      <a:pt x="31" y="7"/>
                      <a:pt x="17" y="7"/>
                      <a:pt x="6" y="1"/>
                    </a:cubicBezTo>
                  </a:path>
                </a:pathLst>
              </a:custGeom>
              <a:solidFill>
                <a:srgbClr val="EFCA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998" name="Freeform 194">
                <a:extLst>
                  <a:ext uri="{FF2B5EF4-FFF2-40B4-BE49-F238E27FC236}">
                    <a16:creationId xmlns:a16="http://schemas.microsoft.com/office/drawing/2014/main" id="{902D74DA-E1E7-4AA9-8A55-79486F96F5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2" y="2483"/>
                <a:ext cx="120" cy="64"/>
              </a:xfrm>
              <a:custGeom>
                <a:avLst/>
                <a:gdLst>
                  <a:gd name="T0" fmla="*/ 24 w 113"/>
                  <a:gd name="T1" fmla="*/ 73 h 60"/>
                  <a:gd name="T2" fmla="*/ 25 w 113"/>
                  <a:gd name="T3" fmla="*/ 58 h 60"/>
                  <a:gd name="T4" fmla="*/ 47 w 113"/>
                  <a:gd name="T5" fmla="*/ 42 h 60"/>
                  <a:gd name="T6" fmla="*/ 88 w 113"/>
                  <a:gd name="T7" fmla="*/ 31 h 60"/>
                  <a:gd name="T8" fmla="*/ 135 w 113"/>
                  <a:gd name="T9" fmla="*/ 0 h 60"/>
                  <a:gd name="T10" fmla="*/ 50 w 113"/>
                  <a:gd name="T11" fmla="*/ 14 h 60"/>
                  <a:gd name="T12" fmla="*/ 22 w 113"/>
                  <a:gd name="T13" fmla="*/ 13 h 60"/>
                  <a:gd name="T14" fmla="*/ 6 w 113"/>
                  <a:gd name="T15" fmla="*/ 15 h 60"/>
                  <a:gd name="T16" fmla="*/ 1 w 113"/>
                  <a:gd name="T17" fmla="*/ 20 h 60"/>
                  <a:gd name="T18" fmla="*/ 5 w 113"/>
                  <a:gd name="T19" fmla="*/ 39 h 6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13" h="60">
                    <a:moveTo>
                      <a:pt x="21" y="60"/>
                    </a:moveTo>
                    <a:cubicBezTo>
                      <a:pt x="21" y="56"/>
                      <a:pt x="21" y="52"/>
                      <a:pt x="22" y="48"/>
                    </a:cubicBezTo>
                    <a:cubicBezTo>
                      <a:pt x="25" y="41"/>
                      <a:pt x="33" y="37"/>
                      <a:pt x="39" y="35"/>
                    </a:cubicBezTo>
                    <a:cubicBezTo>
                      <a:pt x="50" y="31"/>
                      <a:pt x="62" y="28"/>
                      <a:pt x="73" y="25"/>
                    </a:cubicBezTo>
                    <a:cubicBezTo>
                      <a:pt x="88" y="22"/>
                      <a:pt x="101" y="10"/>
                      <a:pt x="113" y="0"/>
                    </a:cubicBezTo>
                    <a:cubicBezTo>
                      <a:pt x="90" y="9"/>
                      <a:pt x="65" y="11"/>
                      <a:pt x="41" y="11"/>
                    </a:cubicBezTo>
                    <a:cubicBezTo>
                      <a:pt x="34" y="12"/>
                      <a:pt x="26" y="10"/>
                      <a:pt x="19" y="10"/>
                    </a:cubicBezTo>
                    <a:cubicBezTo>
                      <a:pt x="15" y="11"/>
                      <a:pt x="10" y="11"/>
                      <a:pt x="6" y="12"/>
                    </a:cubicBezTo>
                    <a:cubicBezTo>
                      <a:pt x="2" y="13"/>
                      <a:pt x="1" y="12"/>
                      <a:pt x="1" y="17"/>
                    </a:cubicBezTo>
                    <a:cubicBezTo>
                      <a:pt x="0" y="23"/>
                      <a:pt x="4" y="28"/>
                      <a:pt x="5" y="33"/>
                    </a:cubicBezTo>
                  </a:path>
                </a:pathLst>
              </a:custGeom>
              <a:solidFill>
                <a:srgbClr val="EFCA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999" name="Freeform 195">
                <a:extLst>
                  <a:ext uri="{FF2B5EF4-FFF2-40B4-BE49-F238E27FC236}">
                    <a16:creationId xmlns:a16="http://schemas.microsoft.com/office/drawing/2014/main" id="{9541AF67-2539-48DA-8FB4-14280D7086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6" y="1797"/>
                <a:ext cx="402" cy="218"/>
              </a:xfrm>
              <a:custGeom>
                <a:avLst/>
                <a:gdLst>
                  <a:gd name="T0" fmla="*/ 57 w 377"/>
                  <a:gd name="T1" fmla="*/ 0 h 204"/>
                  <a:gd name="T2" fmla="*/ 181 w 377"/>
                  <a:gd name="T3" fmla="*/ 177 h 204"/>
                  <a:gd name="T4" fmla="*/ 457 w 377"/>
                  <a:gd name="T5" fmla="*/ 165 h 204"/>
                  <a:gd name="T6" fmla="*/ 176 w 377"/>
                  <a:gd name="T7" fmla="*/ 188 h 204"/>
                  <a:gd name="T8" fmla="*/ 57 w 377"/>
                  <a:gd name="T9" fmla="*/ 0 h 20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77" h="204">
                    <a:moveTo>
                      <a:pt x="47" y="0"/>
                    </a:moveTo>
                    <a:cubicBezTo>
                      <a:pt x="47" y="0"/>
                      <a:pt x="58" y="108"/>
                      <a:pt x="149" y="145"/>
                    </a:cubicBezTo>
                    <a:cubicBezTo>
                      <a:pt x="240" y="182"/>
                      <a:pt x="320" y="169"/>
                      <a:pt x="377" y="135"/>
                    </a:cubicBezTo>
                    <a:cubicBezTo>
                      <a:pt x="377" y="135"/>
                      <a:pt x="290" y="204"/>
                      <a:pt x="145" y="154"/>
                    </a:cubicBezTo>
                    <a:cubicBezTo>
                      <a:pt x="0" y="104"/>
                      <a:pt x="46" y="3"/>
                      <a:pt x="47" y="0"/>
                    </a:cubicBezTo>
                    <a:close/>
                  </a:path>
                </a:pathLst>
              </a:custGeom>
              <a:solidFill>
                <a:srgbClr val="EFCA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3000" name="Freeform 196">
                <a:extLst>
                  <a:ext uri="{FF2B5EF4-FFF2-40B4-BE49-F238E27FC236}">
                    <a16:creationId xmlns:a16="http://schemas.microsoft.com/office/drawing/2014/main" id="{CC0AC9C6-C522-449E-94C2-5589AB5B1D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1" y="1144"/>
                <a:ext cx="68" cy="75"/>
              </a:xfrm>
              <a:custGeom>
                <a:avLst/>
                <a:gdLst>
                  <a:gd name="T0" fmla="*/ 11 w 64"/>
                  <a:gd name="T1" fmla="*/ 0 h 70"/>
                  <a:gd name="T2" fmla="*/ 17 w 64"/>
                  <a:gd name="T3" fmla="*/ 45 h 70"/>
                  <a:gd name="T4" fmla="*/ 6 w 64"/>
                  <a:gd name="T5" fmla="*/ 65 h 70"/>
                  <a:gd name="T6" fmla="*/ 0 w 64"/>
                  <a:gd name="T7" fmla="*/ 86 h 70"/>
                  <a:gd name="T8" fmla="*/ 14 w 64"/>
                  <a:gd name="T9" fmla="*/ 66 h 70"/>
                  <a:gd name="T10" fmla="*/ 30 w 64"/>
                  <a:gd name="T11" fmla="*/ 50 h 70"/>
                  <a:gd name="T12" fmla="*/ 77 w 64"/>
                  <a:gd name="T13" fmla="*/ 50 h 70"/>
                  <a:gd name="T14" fmla="*/ 53 w 64"/>
                  <a:gd name="T15" fmla="*/ 44 h 70"/>
                  <a:gd name="T16" fmla="*/ 34 w 64"/>
                  <a:gd name="T17" fmla="*/ 38 h 70"/>
                  <a:gd name="T18" fmla="*/ 7 w 64"/>
                  <a:gd name="T19" fmla="*/ 0 h 7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64" h="70">
                    <a:moveTo>
                      <a:pt x="8" y="0"/>
                    </a:moveTo>
                    <a:cubicBezTo>
                      <a:pt x="8" y="12"/>
                      <a:pt x="15" y="24"/>
                      <a:pt x="14" y="36"/>
                    </a:cubicBezTo>
                    <a:cubicBezTo>
                      <a:pt x="13" y="42"/>
                      <a:pt x="9" y="47"/>
                      <a:pt x="6" y="53"/>
                    </a:cubicBezTo>
                    <a:cubicBezTo>
                      <a:pt x="4" y="58"/>
                      <a:pt x="1" y="65"/>
                      <a:pt x="0" y="70"/>
                    </a:cubicBezTo>
                    <a:cubicBezTo>
                      <a:pt x="2" y="65"/>
                      <a:pt x="8" y="58"/>
                      <a:pt x="11" y="54"/>
                    </a:cubicBezTo>
                    <a:cubicBezTo>
                      <a:pt x="15" y="49"/>
                      <a:pt x="19" y="44"/>
                      <a:pt x="24" y="41"/>
                    </a:cubicBezTo>
                    <a:cubicBezTo>
                      <a:pt x="37" y="34"/>
                      <a:pt x="50" y="41"/>
                      <a:pt x="64" y="41"/>
                    </a:cubicBezTo>
                    <a:cubicBezTo>
                      <a:pt x="57" y="42"/>
                      <a:pt x="50" y="37"/>
                      <a:pt x="44" y="35"/>
                    </a:cubicBezTo>
                    <a:cubicBezTo>
                      <a:pt x="38" y="33"/>
                      <a:pt x="33" y="34"/>
                      <a:pt x="28" y="31"/>
                    </a:cubicBezTo>
                    <a:cubicBezTo>
                      <a:pt x="16" y="24"/>
                      <a:pt x="16" y="9"/>
                      <a:pt x="7" y="0"/>
                    </a:cubicBezTo>
                  </a:path>
                </a:pathLst>
              </a:custGeom>
              <a:solidFill>
                <a:srgbClr val="FDF3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3001" name="Freeform 197">
                <a:extLst>
                  <a:ext uri="{FF2B5EF4-FFF2-40B4-BE49-F238E27FC236}">
                    <a16:creationId xmlns:a16="http://schemas.microsoft.com/office/drawing/2014/main" id="{383BD2B8-6EEF-4810-92CC-7ABF10C674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6" y="1108"/>
                <a:ext cx="158" cy="163"/>
              </a:xfrm>
              <a:custGeom>
                <a:avLst/>
                <a:gdLst>
                  <a:gd name="T0" fmla="*/ 5 w 148"/>
                  <a:gd name="T1" fmla="*/ 0 h 153"/>
                  <a:gd name="T2" fmla="*/ 27 w 148"/>
                  <a:gd name="T3" fmla="*/ 116 h 153"/>
                  <a:gd name="T4" fmla="*/ 180 w 148"/>
                  <a:gd name="T5" fmla="*/ 177 h 153"/>
                  <a:gd name="T6" fmla="*/ 35 w 148"/>
                  <a:gd name="T7" fmla="*/ 109 h 153"/>
                  <a:gd name="T8" fmla="*/ 5 w 148"/>
                  <a:gd name="T9" fmla="*/ 0 h 15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8" h="153">
                    <a:moveTo>
                      <a:pt x="5" y="0"/>
                    </a:moveTo>
                    <a:cubicBezTo>
                      <a:pt x="5" y="0"/>
                      <a:pt x="0" y="65"/>
                      <a:pt x="22" y="96"/>
                    </a:cubicBezTo>
                    <a:cubicBezTo>
                      <a:pt x="45" y="126"/>
                      <a:pt x="67" y="150"/>
                      <a:pt x="148" y="146"/>
                    </a:cubicBezTo>
                    <a:cubicBezTo>
                      <a:pt x="148" y="146"/>
                      <a:pt x="58" y="153"/>
                      <a:pt x="29" y="90"/>
                    </a:cubicBezTo>
                    <a:cubicBezTo>
                      <a:pt x="0" y="27"/>
                      <a:pt x="5" y="0"/>
                      <a:pt x="5" y="0"/>
                    </a:cubicBezTo>
                    <a:close/>
                  </a:path>
                </a:pathLst>
              </a:custGeom>
              <a:solidFill>
                <a:srgbClr val="EFCA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3002" name="Freeform 198">
                <a:extLst>
                  <a:ext uri="{FF2B5EF4-FFF2-40B4-BE49-F238E27FC236}">
                    <a16:creationId xmlns:a16="http://schemas.microsoft.com/office/drawing/2014/main" id="{D82D3DCB-38F4-4A37-8ED4-2368514A05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3" y="1183"/>
                <a:ext cx="53" cy="33"/>
              </a:xfrm>
              <a:custGeom>
                <a:avLst/>
                <a:gdLst>
                  <a:gd name="T0" fmla="*/ 0 w 50"/>
                  <a:gd name="T1" fmla="*/ 3 h 31"/>
                  <a:gd name="T2" fmla="*/ 59 w 50"/>
                  <a:gd name="T3" fmla="*/ 37 h 31"/>
                  <a:gd name="T4" fmla="*/ 0 w 50"/>
                  <a:gd name="T5" fmla="*/ 3 h 3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0" h="31">
                    <a:moveTo>
                      <a:pt x="0" y="3"/>
                    </a:moveTo>
                    <a:cubicBezTo>
                      <a:pt x="0" y="3"/>
                      <a:pt x="41" y="0"/>
                      <a:pt x="50" y="31"/>
                    </a:cubicBezTo>
                    <a:cubicBezTo>
                      <a:pt x="50" y="31"/>
                      <a:pt x="27" y="1"/>
                      <a:pt x="0" y="3"/>
                    </a:cubicBezTo>
                    <a:close/>
                  </a:path>
                </a:pathLst>
              </a:custGeom>
              <a:solidFill>
                <a:srgbClr val="EFCA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3003" name="Freeform 199">
                <a:extLst>
                  <a:ext uri="{FF2B5EF4-FFF2-40B4-BE49-F238E27FC236}">
                    <a16:creationId xmlns:a16="http://schemas.microsoft.com/office/drawing/2014/main" id="{B60F0F2B-ED04-4820-8CF8-7593DD2D9E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4" y="1244"/>
                <a:ext cx="58" cy="21"/>
              </a:xfrm>
              <a:custGeom>
                <a:avLst/>
                <a:gdLst>
                  <a:gd name="T0" fmla="*/ 0 w 54"/>
                  <a:gd name="T1" fmla="*/ 0 h 20"/>
                  <a:gd name="T2" fmla="*/ 30 w 54"/>
                  <a:gd name="T3" fmla="*/ 16 h 20"/>
                  <a:gd name="T4" fmla="*/ 67 w 54"/>
                  <a:gd name="T5" fmla="*/ 18 h 20"/>
                  <a:gd name="T6" fmla="*/ 30 w 54"/>
                  <a:gd name="T7" fmla="*/ 21 h 20"/>
                  <a:gd name="T8" fmla="*/ 4 w 54"/>
                  <a:gd name="T9" fmla="*/ 6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4" h="20">
                    <a:moveTo>
                      <a:pt x="0" y="0"/>
                    </a:moveTo>
                    <a:cubicBezTo>
                      <a:pt x="8" y="7"/>
                      <a:pt x="14" y="12"/>
                      <a:pt x="24" y="13"/>
                    </a:cubicBezTo>
                    <a:cubicBezTo>
                      <a:pt x="33" y="15"/>
                      <a:pt x="46" y="11"/>
                      <a:pt x="54" y="15"/>
                    </a:cubicBezTo>
                    <a:cubicBezTo>
                      <a:pt x="44" y="16"/>
                      <a:pt x="34" y="20"/>
                      <a:pt x="24" y="18"/>
                    </a:cubicBezTo>
                    <a:cubicBezTo>
                      <a:pt x="16" y="17"/>
                      <a:pt x="11" y="10"/>
                      <a:pt x="4" y="6"/>
                    </a:cubicBezTo>
                  </a:path>
                </a:pathLst>
              </a:custGeom>
              <a:solidFill>
                <a:srgbClr val="EFCA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3004" name="Freeform 200">
                <a:extLst>
                  <a:ext uri="{FF2B5EF4-FFF2-40B4-BE49-F238E27FC236}">
                    <a16:creationId xmlns:a16="http://schemas.microsoft.com/office/drawing/2014/main" id="{3CAE945D-F7E1-44D8-B3FE-13F75DAB8D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1" y="1110"/>
                <a:ext cx="24" cy="36"/>
              </a:xfrm>
              <a:custGeom>
                <a:avLst/>
                <a:gdLst>
                  <a:gd name="T0" fmla="*/ 17 w 23"/>
                  <a:gd name="T1" fmla="*/ 1 h 33"/>
                  <a:gd name="T2" fmla="*/ 7 w 23"/>
                  <a:gd name="T3" fmla="*/ 21 h 33"/>
                  <a:gd name="T4" fmla="*/ 26 w 23"/>
                  <a:gd name="T5" fmla="*/ 43 h 33"/>
                  <a:gd name="T6" fmla="*/ 2 w 23"/>
                  <a:gd name="T7" fmla="*/ 23 h 33"/>
                  <a:gd name="T8" fmla="*/ 15 w 23"/>
                  <a:gd name="T9" fmla="*/ 0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33">
                    <a:moveTo>
                      <a:pt x="14" y="1"/>
                    </a:moveTo>
                    <a:cubicBezTo>
                      <a:pt x="9" y="6"/>
                      <a:pt x="5" y="10"/>
                      <a:pt x="7" y="16"/>
                    </a:cubicBezTo>
                    <a:cubicBezTo>
                      <a:pt x="9" y="22"/>
                      <a:pt x="18" y="28"/>
                      <a:pt x="23" y="33"/>
                    </a:cubicBezTo>
                    <a:cubicBezTo>
                      <a:pt x="15" y="29"/>
                      <a:pt x="6" y="24"/>
                      <a:pt x="2" y="17"/>
                    </a:cubicBezTo>
                    <a:cubicBezTo>
                      <a:pt x="0" y="12"/>
                      <a:pt x="4" y="3"/>
                      <a:pt x="12" y="0"/>
                    </a:cubicBezTo>
                  </a:path>
                </a:pathLst>
              </a:custGeom>
              <a:solidFill>
                <a:srgbClr val="FDF3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3005" name="Freeform 201">
                <a:extLst>
                  <a:ext uri="{FF2B5EF4-FFF2-40B4-BE49-F238E27FC236}">
                    <a16:creationId xmlns:a16="http://schemas.microsoft.com/office/drawing/2014/main" id="{A37A112E-256A-4637-9F95-AD97735740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6" y="1109"/>
                <a:ext cx="15" cy="26"/>
              </a:xfrm>
              <a:custGeom>
                <a:avLst/>
                <a:gdLst>
                  <a:gd name="T0" fmla="*/ 2 w 14"/>
                  <a:gd name="T1" fmla="*/ 0 h 24"/>
                  <a:gd name="T2" fmla="*/ 0 w 14"/>
                  <a:gd name="T3" fmla="*/ 30 h 24"/>
                  <a:gd name="T4" fmla="*/ 16 w 14"/>
                  <a:gd name="T5" fmla="*/ 15 h 24"/>
                  <a:gd name="T6" fmla="*/ 3 w 14"/>
                  <a:gd name="T7" fmla="*/ 1 h 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24">
                    <a:moveTo>
                      <a:pt x="2" y="0"/>
                    </a:moveTo>
                    <a:cubicBezTo>
                      <a:pt x="13" y="8"/>
                      <a:pt x="7" y="16"/>
                      <a:pt x="0" y="24"/>
                    </a:cubicBezTo>
                    <a:cubicBezTo>
                      <a:pt x="6" y="21"/>
                      <a:pt x="14" y="17"/>
                      <a:pt x="13" y="12"/>
                    </a:cubicBezTo>
                    <a:cubicBezTo>
                      <a:pt x="12" y="7"/>
                      <a:pt x="5" y="5"/>
                      <a:pt x="3" y="1"/>
                    </a:cubicBezTo>
                  </a:path>
                </a:pathLst>
              </a:custGeom>
              <a:solidFill>
                <a:srgbClr val="FDF3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3006" name="Freeform 202">
                <a:extLst>
                  <a:ext uri="{FF2B5EF4-FFF2-40B4-BE49-F238E27FC236}">
                    <a16:creationId xmlns:a16="http://schemas.microsoft.com/office/drawing/2014/main" id="{459F198A-FF64-4112-8222-318FA75A9D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3" y="1117"/>
                <a:ext cx="18" cy="19"/>
              </a:xfrm>
              <a:custGeom>
                <a:avLst/>
                <a:gdLst>
                  <a:gd name="T0" fmla="*/ 20 w 16"/>
                  <a:gd name="T1" fmla="*/ 0 h 18"/>
                  <a:gd name="T2" fmla="*/ 23 w 16"/>
                  <a:gd name="T3" fmla="*/ 21 h 18"/>
                  <a:gd name="T4" fmla="*/ 19 w 16"/>
                  <a:gd name="T5" fmla="*/ 1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18">
                    <a:moveTo>
                      <a:pt x="14" y="0"/>
                    </a:moveTo>
                    <a:cubicBezTo>
                      <a:pt x="9" y="4"/>
                      <a:pt x="8" y="16"/>
                      <a:pt x="16" y="18"/>
                    </a:cubicBezTo>
                    <a:cubicBezTo>
                      <a:pt x="10" y="15"/>
                      <a:pt x="0" y="5"/>
                      <a:pt x="13" y="1"/>
                    </a:cubicBezTo>
                  </a:path>
                </a:pathLst>
              </a:custGeom>
              <a:solidFill>
                <a:srgbClr val="FDF3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3007" name="Freeform 203">
                <a:extLst>
                  <a:ext uri="{FF2B5EF4-FFF2-40B4-BE49-F238E27FC236}">
                    <a16:creationId xmlns:a16="http://schemas.microsoft.com/office/drawing/2014/main" id="{1CCECAB7-63A6-47C3-8712-1174429D4C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0" y="1115"/>
                <a:ext cx="17" cy="17"/>
              </a:xfrm>
              <a:custGeom>
                <a:avLst/>
                <a:gdLst>
                  <a:gd name="T0" fmla="*/ 1 w 16"/>
                  <a:gd name="T1" fmla="*/ 0 h 16"/>
                  <a:gd name="T2" fmla="*/ 0 w 16"/>
                  <a:gd name="T3" fmla="*/ 19 h 16"/>
                  <a:gd name="T4" fmla="*/ 4 w 16"/>
                  <a:gd name="T5" fmla="*/ 0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16">
                    <a:moveTo>
                      <a:pt x="1" y="0"/>
                    </a:moveTo>
                    <a:cubicBezTo>
                      <a:pt x="7" y="5"/>
                      <a:pt x="8" y="13"/>
                      <a:pt x="0" y="16"/>
                    </a:cubicBezTo>
                    <a:cubicBezTo>
                      <a:pt x="12" y="14"/>
                      <a:pt x="16" y="5"/>
                      <a:pt x="4" y="0"/>
                    </a:cubicBezTo>
                  </a:path>
                </a:pathLst>
              </a:custGeom>
              <a:solidFill>
                <a:srgbClr val="FDF3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3008" name="Freeform 204">
                <a:extLst>
                  <a:ext uri="{FF2B5EF4-FFF2-40B4-BE49-F238E27FC236}">
                    <a16:creationId xmlns:a16="http://schemas.microsoft.com/office/drawing/2014/main" id="{DE2700DF-162E-4143-89EC-49E0B2F62B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1" y="2170"/>
                <a:ext cx="85" cy="750"/>
              </a:xfrm>
              <a:custGeom>
                <a:avLst/>
                <a:gdLst>
                  <a:gd name="T0" fmla="*/ 77 w 80"/>
                  <a:gd name="T1" fmla="*/ 0 h 703"/>
                  <a:gd name="T2" fmla="*/ 46 w 80"/>
                  <a:gd name="T3" fmla="*/ 112 h 703"/>
                  <a:gd name="T4" fmla="*/ 5 w 80"/>
                  <a:gd name="T5" fmla="*/ 515 h 703"/>
                  <a:gd name="T6" fmla="*/ 96 w 80"/>
                  <a:gd name="T7" fmla="*/ 853 h 703"/>
                  <a:gd name="T8" fmla="*/ 32 w 80"/>
                  <a:gd name="T9" fmla="*/ 523 h 703"/>
                  <a:gd name="T10" fmla="*/ 58 w 80"/>
                  <a:gd name="T11" fmla="*/ 217 h 703"/>
                  <a:gd name="T12" fmla="*/ 77 w 80"/>
                  <a:gd name="T13" fmla="*/ 0 h 70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0" h="703">
                    <a:moveTo>
                      <a:pt x="64" y="0"/>
                    </a:moveTo>
                    <a:cubicBezTo>
                      <a:pt x="64" y="0"/>
                      <a:pt x="41" y="46"/>
                      <a:pt x="38" y="92"/>
                    </a:cubicBezTo>
                    <a:cubicBezTo>
                      <a:pt x="36" y="139"/>
                      <a:pt x="10" y="379"/>
                      <a:pt x="5" y="425"/>
                    </a:cubicBezTo>
                    <a:cubicBezTo>
                      <a:pt x="0" y="471"/>
                      <a:pt x="7" y="642"/>
                      <a:pt x="80" y="703"/>
                    </a:cubicBezTo>
                    <a:cubicBezTo>
                      <a:pt x="80" y="703"/>
                      <a:pt x="13" y="541"/>
                      <a:pt x="26" y="430"/>
                    </a:cubicBezTo>
                    <a:cubicBezTo>
                      <a:pt x="38" y="319"/>
                      <a:pt x="38" y="245"/>
                      <a:pt x="49" y="178"/>
                    </a:cubicBezTo>
                    <a:cubicBezTo>
                      <a:pt x="59" y="111"/>
                      <a:pt x="44" y="36"/>
                      <a:pt x="64" y="0"/>
                    </a:cubicBezTo>
                    <a:close/>
                  </a:path>
                </a:pathLst>
              </a:custGeom>
              <a:solidFill>
                <a:srgbClr val="FDF3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</p:grpSp>
        <p:sp>
          <p:nvSpPr>
            <p:cNvPr id="52617" name="Freeform 205">
              <a:extLst>
                <a:ext uri="{FF2B5EF4-FFF2-40B4-BE49-F238E27FC236}">
                  <a16:creationId xmlns:a16="http://schemas.microsoft.com/office/drawing/2014/main" id="{D705B297-B356-4419-9A85-7D5CB7C9A1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9" y="2973"/>
              <a:ext cx="55" cy="111"/>
            </a:xfrm>
            <a:custGeom>
              <a:avLst/>
              <a:gdLst>
                <a:gd name="T0" fmla="*/ 28 w 51"/>
                <a:gd name="T1" fmla="*/ 0 h 104"/>
                <a:gd name="T2" fmla="*/ 64 w 51"/>
                <a:gd name="T3" fmla="*/ 126 h 104"/>
                <a:gd name="T4" fmla="*/ 28 w 51"/>
                <a:gd name="T5" fmla="*/ 0 h 10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1" h="104">
                  <a:moveTo>
                    <a:pt x="22" y="0"/>
                  </a:moveTo>
                  <a:cubicBezTo>
                    <a:pt x="22" y="0"/>
                    <a:pt x="0" y="42"/>
                    <a:pt x="51" y="104"/>
                  </a:cubicBezTo>
                  <a:cubicBezTo>
                    <a:pt x="51" y="104"/>
                    <a:pt x="15" y="28"/>
                    <a:pt x="22" y="0"/>
                  </a:cubicBezTo>
                  <a:close/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2618" name="Freeform 206">
              <a:extLst>
                <a:ext uri="{FF2B5EF4-FFF2-40B4-BE49-F238E27FC236}">
                  <a16:creationId xmlns:a16="http://schemas.microsoft.com/office/drawing/2014/main" id="{9F02C6C5-484B-42C3-9F14-12A07CE06F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6" y="3158"/>
              <a:ext cx="78" cy="584"/>
            </a:xfrm>
            <a:custGeom>
              <a:avLst/>
              <a:gdLst>
                <a:gd name="T0" fmla="*/ 65 w 73"/>
                <a:gd name="T1" fmla="*/ 0 h 548"/>
                <a:gd name="T2" fmla="*/ 26 w 73"/>
                <a:gd name="T3" fmla="*/ 327 h 548"/>
                <a:gd name="T4" fmla="*/ 73 w 73"/>
                <a:gd name="T5" fmla="*/ 570 h 548"/>
                <a:gd name="T6" fmla="*/ 71 w 73"/>
                <a:gd name="T7" fmla="*/ 590 h 548"/>
                <a:gd name="T8" fmla="*/ 67 w 73"/>
                <a:gd name="T9" fmla="*/ 626 h 548"/>
                <a:gd name="T10" fmla="*/ 73 w 73"/>
                <a:gd name="T11" fmla="*/ 663 h 548"/>
                <a:gd name="T12" fmla="*/ 87 w 73"/>
                <a:gd name="T13" fmla="*/ 638 h 548"/>
                <a:gd name="T14" fmla="*/ 77 w 73"/>
                <a:gd name="T15" fmla="*/ 604 h 548"/>
                <a:gd name="T16" fmla="*/ 79 w 73"/>
                <a:gd name="T17" fmla="*/ 534 h 548"/>
                <a:gd name="T18" fmla="*/ 65 w 73"/>
                <a:gd name="T19" fmla="*/ 0 h 54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3" h="548">
                  <a:moveTo>
                    <a:pt x="53" y="0"/>
                  </a:moveTo>
                  <a:cubicBezTo>
                    <a:pt x="53" y="0"/>
                    <a:pt x="11" y="131"/>
                    <a:pt x="21" y="270"/>
                  </a:cubicBezTo>
                  <a:cubicBezTo>
                    <a:pt x="30" y="408"/>
                    <a:pt x="60" y="471"/>
                    <a:pt x="60" y="471"/>
                  </a:cubicBezTo>
                  <a:cubicBezTo>
                    <a:pt x="60" y="471"/>
                    <a:pt x="61" y="483"/>
                    <a:pt x="58" y="488"/>
                  </a:cubicBezTo>
                  <a:cubicBezTo>
                    <a:pt x="54" y="493"/>
                    <a:pt x="46" y="505"/>
                    <a:pt x="55" y="517"/>
                  </a:cubicBezTo>
                  <a:cubicBezTo>
                    <a:pt x="65" y="529"/>
                    <a:pt x="56" y="543"/>
                    <a:pt x="60" y="548"/>
                  </a:cubicBezTo>
                  <a:cubicBezTo>
                    <a:pt x="60" y="548"/>
                    <a:pt x="68" y="534"/>
                    <a:pt x="71" y="527"/>
                  </a:cubicBezTo>
                  <a:cubicBezTo>
                    <a:pt x="73" y="519"/>
                    <a:pt x="55" y="517"/>
                    <a:pt x="63" y="499"/>
                  </a:cubicBezTo>
                  <a:cubicBezTo>
                    <a:pt x="70" y="481"/>
                    <a:pt x="73" y="462"/>
                    <a:pt x="65" y="441"/>
                  </a:cubicBezTo>
                  <a:cubicBezTo>
                    <a:pt x="57" y="421"/>
                    <a:pt x="0" y="278"/>
                    <a:pt x="53" y="0"/>
                  </a:cubicBezTo>
                  <a:close/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2619" name="Freeform 207">
              <a:extLst>
                <a:ext uri="{FF2B5EF4-FFF2-40B4-BE49-F238E27FC236}">
                  <a16:creationId xmlns:a16="http://schemas.microsoft.com/office/drawing/2014/main" id="{8851B348-93BD-44A9-908D-B2C1D8BB41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0" y="3770"/>
              <a:ext cx="161" cy="139"/>
            </a:xfrm>
            <a:custGeom>
              <a:avLst/>
              <a:gdLst>
                <a:gd name="T0" fmla="*/ 182 w 151"/>
                <a:gd name="T1" fmla="*/ 1 h 130"/>
                <a:gd name="T2" fmla="*/ 165 w 151"/>
                <a:gd name="T3" fmla="*/ 14 h 130"/>
                <a:gd name="T4" fmla="*/ 150 w 151"/>
                <a:gd name="T5" fmla="*/ 30 h 130"/>
                <a:gd name="T6" fmla="*/ 131 w 151"/>
                <a:gd name="T7" fmla="*/ 60 h 130"/>
                <a:gd name="T8" fmla="*/ 98 w 151"/>
                <a:gd name="T9" fmla="*/ 87 h 130"/>
                <a:gd name="T10" fmla="*/ 71 w 151"/>
                <a:gd name="T11" fmla="*/ 108 h 130"/>
                <a:gd name="T12" fmla="*/ 49 w 151"/>
                <a:gd name="T13" fmla="*/ 126 h 130"/>
                <a:gd name="T14" fmla="*/ 37 w 151"/>
                <a:gd name="T15" fmla="*/ 134 h 130"/>
                <a:gd name="T16" fmla="*/ 30 w 151"/>
                <a:gd name="T17" fmla="*/ 137 h 130"/>
                <a:gd name="T18" fmla="*/ 1 w 151"/>
                <a:gd name="T19" fmla="*/ 155 h 130"/>
                <a:gd name="T20" fmla="*/ 0 w 151"/>
                <a:gd name="T21" fmla="*/ 159 h 130"/>
                <a:gd name="T22" fmla="*/ 42 w 151"/>
                <a:gd name="T23" fmla="*/ 143 h 130"/>
                <a:gd name="T24" fmla="*/ 78 w 151"/>
                <a:gd name="T25" fmla="*/ 121 h 130"/>
                <a:gd name="T26" fmla="*/ 120 w 151"/>
                <a:gd name="T27" fmla="*/ 83 h 130"/>
                <a:gd name="T28" fmla="*/ 143 w 151"/>
                <a:gd name="T29" fmla="*/ 57 h 130"/>
                <a:gd name="T30" fmla="*/ 161 w 151"/>
                <a:gd name="T31" fmla="*/ 34 h 130"/>
                <a:gd name="T32" fmla="*/ 176 w 151"/>
                <a:gd name="T33" fmla="*/ 13 h 130"/>
                <a:gd name="T34" fmla="*/ 183 w 151"/>
                <a:gd name="T35" fmla="*/ 0 h 130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51" h="130">
                  <a:moveTo>
                    <a:pt x="150" y="1"/>
                  </a:moveTo>
                  <a:cubicBezTo>
                    <a:pt x="145" y="2"/>
                    <a:pt x="140" y="7"/>
                    <a:pt x="136" y="11"/>
                  </a:cubicBezTo>
                  <a:cubicBezTo>
                    <a:pt x="132" y="15"/>
                    <a:pt x="127" y="19"/>
                    <a:pt x="124" y="24"/>
                  </a:cubicBezTo>
                  <a:cubicBezTo>
                    <a:pt x="119" y="33"/>
                    <a:pt x="115" y="41"/>
                    <a:pt x="108" y="49"/>
                  </a:cubicBezTo>
                  <a:cubicBezTo>
                    <a:pt x="101" y="58"/>
                    <a:pt x="91" y="64"/>
                    <a:pt x="81" y="71"/>
                  </a:cubicBezTo>
                  <a:cubicBezTo>
                    <a:pt x="73" y="76"/>
                    <a:pt x="66" y="82"/>
                    <a:pt x="59" y="88"/>
                  </a:cubicBezTo>
                  <a:cubicBezTo>
                    <a:pt x="53" y="93"/>
                    <a:pt x="47" y="98"/>
                    <a:pt x="40" y="103"/>
                  </a:cubicBezTo>
                  <a:cubicBezTo>
                    <a:pt x="37" y="105"/>
                    <a:pt x="34" y="107"/>
                    <a:pt x="31" y="109"/>
                  </a:cubicBezTo>
                  <a:cubicBezTo>
                    <a:pt x="29" y="110"/>
                    <a:pt x="26" y="111"/>
                    <a:pt x="24" y="112"/>
                  </a:cubicBezTo>
                  <a:cubicBezTo>
                    <a:pt x="16" y="116"/>
                    <a:pt x="5" y="119"/>
                    <a:pt x="1" y="127"/>
                  </a:cubicBezTo>
                  <a:cubicBezTo>
                    <a:pt x="0" y="128"/>
                    <a:pt x="0" y="129"/>
                    <a:pt x="0" y="130"/>
                  </a:cubicBezTo>
                  <a:cubicBezTo>
                    <a:pt x="6" y="120"/>
                    <a:pt x="25" y="121"/>
                    <a:pt x="35" y="117"/>
                  </a:cubicBezTo>
                  <a:cubicBezTo>
                    <a:pt x="47" y="114"/>
                    <a:pt x="55" y="106"/>
                    <a:pt x="64" y="99"/>
                  </a:cubicBezTo>
                  <a:cubicBezTo>
                    <a:pt x="76" y="88"/>
                    <a:pt x="88" y="79"/>
                    <a:pt x="99" y="68"/>
                  </a:cubicBezTo>
                  <a:cubicBezTo>
                    <a:pt x="106" y="61"/>
                    <a:pt x="111" y="53"/>
                    <a:pt x="118" y="47"/>
                  </a:cubicBezTo>
                  <a:cubicBezTo>
                    <a:pt x="124" y="41"/>
                    <a:pt x="129" y="35"/>
                    <a:pt x="133" y="28"/>
                  </a:cubicBezTo>
                  <a:cubicBezTo>
                    <a:pt x="137" y="21"/>
                    <a:pt x="141" y="16"/>
                    <a:pt x="145" y="10"/>
                  </a:cubicBezTo>
                  <a:cubicBezTo>
                    <a:pt x="147" y="7"/>
                    <a:pt x="149" y="3"/>
                    <a:pt x="151" y="0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2620" name="Freeform 208">
              <a:extLst>
                <a:ext uri="{FF2B5EF4-FFF2-40B4-BE49-F238E27FC236}">
                  <a16:creationId xmlns:a16="http://schemas.microsoft.com/office/drawing/2014/main" id="{E9D2A250-EE2E-47D9-A8D4-8F5BF73142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7" y="3919"/>
              <a:ext cx="8" cy="16"/>
            </a:xfrm>
            <a:custGeom>
              <a:avLst/>
              <a:gdLst>
                <a:gd name="T0" fmla="*/ 8 w 8"/>
                <a:gd name="T1" fmla="*/ 0 h 15"/>
                <a:gd name="T2" fmla="*/ 2 w 8"/>
                <a:gd name="T3" fmla="*/ 18 h 15"/>
                <a:gd name="T4" fmla="*/ 8 w 8"/>
                <a:gd name="T5" fmla="*/ 2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5">
                  <a:moveTo>
                    <a:pt x="8" y="0"/>
                  </a:moveTo>
                  <a:cubicBezTo>
                    <a:pt x="2" y="3"/>
                    <a:pt x="0" y="9"/>
                    <a:pt x="2" y="15"/>
                  </a:cubicBezTo>
                  <a:cubicBezTo>
                    <a:pt x="1" y="10"/>
                    <a:pt x="5" y="5"/>
                    <a:pt x="8" y="2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2621" name="Freeform 209">
              <a:extLst>
                <a:ext uri="{FF2B5EF4-FFF2-40B4-BE49-F238E27FC236}">
                  <a16:creationId xmlns:a16="http://schemas.microsoft.com/office/drawing/2014/main" id="{571C03A9-814C-44AA-9BC8-E19E7D34A9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0" y="3915"/>
              <a:ext cx="25" cy="27"/>
            </a:xfrm>
            <a:custGeom>
              <a:avLst/>
              <a:gdLst>
                <a:gd name="T0" fmla="*/ 26 w 24"/>
                <a:gd name="T1" fmla="*/ 2 h 25"/>
                <a:gd name="T2" fmla="*/ 20 w 24"/>
                <a:gd name="T3" fmla="*/ 6 h 25"/>
                <a:gd name="T4" fmla="*/ 9 w 24"/>
                <a:gd name="T5" fmla="*/ 12 h 25"/>
                <a:gd name="T6" fmla="*/ 0 w 24"/>
                <a:gd name="T7" fmla="*/ 27 h 25"/>
                <a:gd name="T8" fmla="*/ 0 w 24"/>
                <a:gd name="T9" fmla="*/ 27 h 25"/>
                <a:gd name="T10" fmla="*/ 4 w 24"/>
                <a:gd name="T11" fmla="*/ 31 h 25"/>
                <a:gd name="T12" fmla="*/ 15 w 24"/>
                <a:gd name="T13" fmla="*/ 15 h 25"/>
                <a:gd name="T14" fmla="*/ 27 w 24"/>
                <a:gd name="T15" fmla="*/ 0 h 2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4" h="25">
                  <a:moveTo>
                    <a:pt x="23" y="2"/>
                  </a:moveTo>
                  <a:cubicBezTo>
                    <a:pt x="22" y="1"/>
                    <a:pt x="19" y="5"/>
                    <a:pt x="17" y="6"/>
                  </a:cubicBezTo>
                  <a:cubicBezTo>
                    <a:pt x="14" y="7"/>
                    <a:pt x="11" y="8"/>
                    <a:pt x="9" y="9"/>
                  </a:cubicBezTo>
                  <a:cubicBezTo>
                    <a:pt x="5" y="12"/>
                    <a:pt x="1" y="17"/>
                    <a:pt x="0" y="21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2" y="22"/>
                    <a:pt x="3" y="23"/>
                    <a:pt x="4" y="25"/>
                  </a:cubicBezTo>
                  <a:cubicBezTo>
                    <a:pt x="5" y="19"/>
                    <a:pt x="7" y="16"/>
                    <a:pt x="12" y="12"/>
                  </a:cubicBezTo>
                  <a:cubicBezTo>
                    <a:pt x="16" y="9"/>
                    <a:pt x="20" y="2"/>
                    <a:pt x="24" y="0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2622" name="Freeform 210">
              <a:extLst>
                <a:ext uri="{FF2B5EF4-FFF2-40B4-BE49-F238E27FC236}">
                  <a16:creationId xmlns:a16="http://schemas.microsoft.com/office/drawing/2014/main" id="{7AD6865D-4996-424A-A7B5-02062E1380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3" y="3926"/>
              <a:ext cx="19" cy="28"/>
            </a:xfrm>
            <a:custGeom>
              <a:avLst/>
              <a:gdLst>
                <a:gd name="T0" fmla="*/ 21 w 18"/>
                <a:gd name="T1" fmla="*/ 1 h 27"/>
                <a:gd name="T2" fmla="*/ 13 w 18"/>
                <a:gd name="T3" fmla="*/ 13 h 27"/>
                <a:gd name="T4" fmla="*/ 0 w 18"/>
                <a:gd name="T5" fmla="*/ 20 h 27"/>
                <a:gd name="T6" fmla="*/ 20 w 18"/>
                <a:gd name="T7" fmla="*/ 0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27">
                  <a:moveTo>
                    <a:pt x="18" y="1"/>
                  </a:moveTo>
                  <a:cubicBezTo>
                    <a:pt x="15" y="5"/>
                    <a:pt x="14" y="10"/>
                    <a:pt x="10" y="13"/>
                  </a:cubicBezTo>
                  <a:cubicBezTo>
                    <a:pt x="7" y="15"/>
                    <a:pt x="4" y="16"/>
                    <a:pt x="0" y="17"/>
                  </a:cubicBezTo>
                  <a:cubicBezTo>
                    <a:pt x="10" y="27"/>
                    <a:pt x="15" y="6"/>
                    <a:pt x="17" y="0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2623" name="Freeform 211">
              <a:extLst>
                <a:ext uri="{FF2B5EF4-FFF2-40B4-BE49-F238E27FC236}">
                  <a16:creationId xmlns:a16="http://schemas.microsoft.com/office/drawing/2014/main" id="{4CEF71A2-1992-4FE6-8F26-D6D46CAD04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5" y="3960"/>
              <a:ext cx="27" cy="31"/>
            </a:xfrm>
            <a:custGeom>
              <a:avLst/>
              <a:gdLst>
                <a:gd name="T0" fmla="*/ 5 w 25"/>
                <a:gd name="T1" fmla="*/ 0 h 29"/>
                <a:gd name="T2" fmla="*/ 5 w 25"/>
                <a:gd name="T3" fmla="*/ 19 h 29"/>
                <a:gd name="T4" fmla="*/ 31 w 25"/>
                <a:gd name="T5" fmla="*/ 31 h 29"/>
                <a:gd name="T6" fmla="*/ 17 w 25"/>
                <a:gd name="T7" fmla="*/ 18 h 29"/>
                <a:gd name="T8" fmla="*/ 10 w 25"/>
                <a:gd name="T9" fmla="*/ 1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9">
                  <a:moveTo>
                    <a:pt x="5" y="0"/>
                  </a:moveTo>
                  <a:cubicBezTo>
                    <a:pt x="0" y="5"/>
                    <a:pt x="3" y="12"/>
                    <a:pt x="5" y="16"/>
                  </a:cubicBezTo>
                  <a:cubicBezTo>
                    <a:pt x="8" y="22"/>
                    <a:pt x="18" y="29"/>
                    <a:pt x="25" y="25"/>
                  </a:cubicBezTo>
                  <a:cubicBezTo>
                    <a:pt x="20" y="23"/>
                    <a:pt x="17" y="19"/>
                    <a:pt x="14" y="15"/>
                  </a:cubicBezTo>
                  <a:cubicBezTo>
                    <a:pt x="10" y="11"/>
                    <a:pt x="4" y="7"/>
                    <a:pt x="7" y="1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2624" name="Freeform 212">
              <a:extLst>
                <a:ext uri="{FF2B5EF4-FFF2-40B4-BE49-F238E27FC236}">
                  <a16:creationId xmlns:a16="http://schemas.microsoft.com/office/drawing/2014/main" id="{717F3090-30DE-47A6-9D40-A8CD89677B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6" y="3954"/>
              <a:ext cx="12" cy="22"/>
            </a:xfrm>
            <a:custGeom>
              <a:avLst/>
              <a:gdLst>
                <a:gd name="T0" fmla="*/ 4 w 11"/>
                <a:gd name="T1" fmla="*/ 1 h 20"/>
                <a:gd name="T2" fmla="*/ 14 w 11"/>
                <a:gd name="T3" fmla="*/ 24 h 20"/>
                <a:gd name="T4" fmla="*/ 9 w 11"/>
                <a:gd name="T5" fmla="*/ 0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20">
                  <a:moveTo>
                    <a:pt x="4" y="1"/>
                  </a:moveTo>
                  <a:cubicBezTo>
                    <a:pt x="0" y="0"/>
                    <a:pt x="0" y="20"/>
                    <a:pt x="11" y="18"/>
                  </a:cubicBezTo>
                  <a:cubicBezTo>
                    <a:pt x="6" y="14"/>
                    <a:pt x="2" y="7"/>
                    <a:pt x="6" y="0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2625" name="Freeform 213">
              <a:extLst>
                <a:ext uri="{FF2B5EF4-FFF2-40B4-BE49-F238E27FC236}">
                  <a16:creationId xmlns:a16="http://schemas.microsoft.com/office/drawing/2014/main" id="{5D2FDD7A-08C4-491C-9CCA-94D9878037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2" y="3949"/>
              <a:ext cx="7" cy="13"/>
            </a:xfrm>
            <a:custGeom>
              <a:avLst/>
              <a:gdLst>
                <a:gd name="T0" fmla="*/ 2 w 6"/>
                <a:gd name="T1" fmla="*/ 0 h 12"/>
                <a:gd name="T2" fmla="*/ 9 w 6"/>
                <a:gd name="T3" fmla="*/ 15 h 12"/>
                <a:gd name="T4" fmla="*/ 7 w 6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12">
                  <a:moveTo>
                    <a:pt x="2" y="0"/>
                  </a:moveTo>
                  <a:cubicBezTo>
                    <a:pt x="0" y="4"/>
                    <a:pt x="0" y="12"/>
                    <a:pt x="6" y="12"/>
                  </a:cubicBezTo>
                  <a:cubicBezTo>
                    <a:pt x="5" y="8"/>
                    <a:pt x="2" y="5"/>
                    <a:pt x="4" y="0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2626" name="Freeform 214">
              <a:extLst>
                <a:ext uri="{FF2B5EF4-FFF2-40B4-BE49-F238E27FC236}">
                  <a16:creationId xmlns:a16="http://schemas.microsoft.com/office/drawing/2014/main" id="{7D5CE05D-AE97-4F84-95CF-B806581DDB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9" y="3902"/>
              <a:ext cx="70" cy="62"/>
            </a:xfrm>
            <a:custGeom>
              <a:avLst/>
              <a:gdLst>
                <a:gd name="T0" fmla="*/ 0 w 65"/>
                <a:gd name="T1" fmla="*/ 65 h 58"/>
                <a:gd name="T2" fmla="*/ 30 w 65"/>
                <a:gd name="T3" fmla="*/ 50 h 58"/>
                <a:gd name="T4" fmla="*/ 44 w 65"/>
                <a:gd name="T5" fmla="*/ 30 h 58"/>
                <a:gd name="T6" fmla="*/ 81 w 65"/>
                <a:gd name="T7" fmla="*/ 0 h 58"/>
                <a:gd name="T8" fmla="*/ 55 w 65"/>
                <a:gd name="T9" fmla="*/ 15 h 58"/>
                <a:gd name="T10" fmla="*/ 29 w 65"/>
                <a:gd name="T11" fmla="*/ 33 h 58"/>
                <a:gd name="T12" fmla="*/ 19 w 65"/>
                <a:gd name="T13" fmla="*/ 52 h 58"/>
                <a:gd name="T14" fmla="*/ 4 w 65"/>
                <a:gd name="T15" fmla="*/ 61 h 5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5" h="58">
                  <a:moveTo>
                    <a:pt x="0" y="53"/>
                  </a:moveTo>
                  <a:cubicBezTo>
                    <a:pt x="9" y="58"/>
                    <a:pt x="21" y="48"/>
                    <a:pt x="24" y="41"/>
                  </a:cubicBezTo>
                  <a:cubicBezTo>
                    <a:pt x="27" y="35"/>
                    <a:pt x="28" y="28"/>
                    <a:pt x="35" y="24"/>
                  </a:cubicBezTo>
                  <a:cubicBezTo>
                    <a:pt x="46" y="19"/>
                    <a:pt x="53" y="4"/>
                    <a:pt x="65" y="0"/>
                  </a:cubicBezTo>
                  <a:cubicBezTo>
                    <a:pt x="58" y="2"/>
                    <a:pt x="51" y="8"/>
                    <a:pt x="44" y="12"/>
                  </a:cubicBezTo>
                  <a:cubicBezTo>
                    <a:pt x="36" y="16"/>
                    <a:pt x="29" y="19"/>
                    <a:pt x="23" y="27"/>
                  </a:cubicBezTo>
                  <a:cubicBezTo>
                    <a:pt x="20" y="32"/>
                    <a:pt x="20" y="39"/>
                    <a:pt x="16" y="43"/>
                  </a:cubicBezTo>
                  <a:cubicBezTo>
                    <a:pt x="13" y="46"/>
                    <a:pt x="8" y="48"/>
                    <a:pt x="4" y="50"/>
                  </a:cubicBezTo>
                </a:path>
              </a:pathLst>
            </a:custGeom>
            <a:solidFill>
              <a:srgbClr val="EFCA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2627" name="Freeform 215">
              <a:extLst>
                <a:ext uri="{FF2B5EF4-FFF2-40B4-BE49-F238E27FC236}">
                  <a16:creationId xmlns:a16="http://schemas.microsoft.com/office/drawing/2014/main" id="{A3E93B63-D18D-4E6C-8357-8C27AD6DFC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2" y="3652"/>
              <a:ext cx="94" cy="132"/>
            </a:xfrm>
            <a:custGeom>
              <a:avLst/>
              <a:gdLst>
                <a:gd name="T0" fmla="*/ 58 w 88"/>
                <a:gd name="T1" fmla="*/ 150 h 124"/>
                <a:gd name="T2" fmla="*/ 103 w 88"/>
                <a:gd name="T3" fmla="*/ 99 h 124"/>
                <a:gd name="T4" fmla="*/ 103 w 88"/>
                <a:gd name="T5" fmla="*/ 32 h 124"/>
                <a:gd name="T6" fmla="*/ 99 w 88"/>
                <a:gd name="T7" fmla="*/ 16 h 124"/>
                <a:gd name="T8" fmla="*/ 72 w 88"/>
                <a:gd name="T9" fmla="*/ 5 h 124"/>
                <a:gd name="T10" fmla="*/ 0 w 88"/>
                <a:gd name="T11" fmla="*/ 3 h 124"/>
                <a:gd name="T12" fmla="*/ 69 w 88"/>
                <a:gd name="T13" fmla="*/ 16 h 124"/>
                <a:gd name="T14" fmla="*/ 90 w 88"/>
                <a:gd name="T15" fmla="*/ 20 h 124"/>
                <a:gd name="T16" fmla="*/ 93 w 88"/>
                <a:gd name="T17" fmla="*/ 42 h 124"/>
                <a:gd name="T18" fmla="*/ 94 w 88"/>
                <a:gd name="T19" fmla="*/ 105 h 124"/>
                <a:gd name="T20" fmla="*/ 64 w 88"/>
                <a:gd name="T21" fmla="*/ 148 h 12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8" h="124">
                  <a:moveTo>
                    <a:pt x="48" y="124"/>
                  </a:moveTo>
                  <a:cubicBezTo>
                    <a:pt x="69" y="116"/>
                    <a:pt x="79" y="105"/>
                    <a:pt x="84" y="82"/>
                  </a:cubicBezTo>
                  <a:cubicBezTo>
                    <a:pt x="88" y="63"/>
                    <a:pt x="81" y="45"/>
                    <a:pt x="84" y="26"/>
                  </a:cubicBezTo>
                  <a:cubicBezTo>
                    <a:pt x="86" y="18"/>
                    <a:pt x="88" y="18"/>
                    <a:pt x="81" y="13"/>
                  </a:cubicBezTo>
                  <a:cubicBezTo>
                    <a:pt x="74" y="8"/>
                    <a:pt x="68" y="7"/>
                    <a:pt x="59" y="5"/>
                  </a:cubicBezTo>
                  <a:cubicBezTo>
                    <a:pt x="39" y="0"/>
                    <a:pt x="20" y="2"/>
                    <a:pt x="0" y="3"/>
                  </a:cubicBezTo>
                  <a:cubicBezTo>
                    <a:pt x="19" y="4"/>
                    <a:pt x="37" y="12"/>
                    <a:pt x="57" y="13"/>
                  </a:cubicBezTo>
                  <a:cubicBezTo>
                    <a:pt x="63" y="13"/>
                    <a:pt x="70" y="11"/>
                    <a:pt x="74" y="17"/>
                  </a:cubicBezTo>
                  <a:cubicBezTo>
                    <a:pt x="78" y="22"/>
                    <a:pt x="76" y="29"/>
                    <a:pt x="76" y="35"/>
                  </a:cubicBezTo>
                  <a:cubicBezTo>
                    <a:pt x="76" y="53"/>
                    <a:pt x="83" y="69"/>
                    <a:pt x="77" y="87"/>
                  </a:cubicBezTo>
                  <a:cubicBezTo>
                    <a:pt x="71" y="102"/>
                    <a:pt x="62" y="112"/>
                    <a:pt x="52" y="123"/>
                  </a:cubicBezTo>
                </a:path>
              </a:pathLst>
            </a:custGeom>
            <a:solidFill>
              <a:srgbClr val="EFCA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2628" name="Freeform 216">
              <a:extLst>
                <a:ext uri="{FF2B5EF4-FFF2-40B4-BE49-F238E27FC236}">
                  <a16:creationId xmlns:a16="http://schemas.microsoft.com/office/drawing/2014/main" id="{47490D6B-F611-4B69-B8F9-FEA624C407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4" y="3803"/>
              <a:ext cx="120" cy="100"/>
            </a:xfrm>
            <a:custGeom>
              <a:avLst/>
              <a:gdLst>
                <a:gd name="T0" fmla="*/ 137 w 112"/>
                <a:gd name="T1" fmla="*/ 0 h 94"/>
                <a:gd name="T2" fmla="*/ 132 w 112"/>
                <a:gd name="T3" fmla="*/ 50 h 94"/>
                <a:gd name="T4" fmla="*/ 123 w 112"/>
                <a:gd name="T5" fmla="*/ 77 h 94"/>
                <a:gd name="T6" fmla="*/ 84 w 112"/>
                <a:gd name="T7" fmla="*/ 99 h 94"/>
                <a:gd name="T8" fmla="*/ 42 w 112"/>
                <a:gd name="T9" fmla="*/ 103 h 94"/>
                <a:gd name="T10" fmla="*/ 0 w 112"/>
                <a:gd name="T11" fmla="*/ 109 h 94"/>
                <a:gd name="T12" fmla="*/ 42 w 112"/>
                <a:gd name="T13" fmla="*/ 41 h 94"/>
                <a:gd name="T14" fmla="*/ 33 w 112"/>
                <a:gd name="T15" fmla="*/ 84 h 94"/>
                <a:gd name="T16" fmla="*/ 38 w 112"/>
                <a:gd name="T17" fmla="*/ 95 h 94"/>
                <a:gd name="T18" fmla="*/ 61 w 112"/>
                <a:gd name="T19" fmla="*/ 91 h 94"/>
                <a:gd name="T20" fmla="*/ 109 w 112"/>
                <a:gd name="T21" fmla="*/ 70 h 94"/>
                <a:gd name="T22" fmla="*/ 128 w 112"/>
                <a:gd name="T23" fmla="*/ 38 h 94"/>
                <a:gd name="T24" fmla="*/ 133 w 112"/>
                <a:gd name="T25" fmla="*/ 5 h 9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12" h="94">
                  <a:moveTo>
                    <a:pt x="111" y="0"/>
                  </a:moveTo>
                  <a:cubicBezTo>
                    <a:pt x="112" y="13"/>
                    <a:pt x="109" y="28"/>
                    <a:pt x="107" y="41"/>
                  </a:cubicBezTo>
                  <a:cubicBezTo>
                    <a:pt x="106" y="50"/>
                    <a:pt x="105" y="57"/>
                    <a:pt x="100" y="64"/>
                  </a:cubicBezTo>
                  <a:cubicBezTo>
                    <a:pt x="92" y="74"/>
                    <a:pt x="80" y="80"/>
                    <a:pt x="68" y="82"/>
                  </a:cubicBezTo>
                  <a:cubicBezTo>
                    <a:pt x="57" y="84"/>
                    <a:pt x="45" y="83"/>
                    <a:pt x="34" y="86"/>
                  </a:cubicBezTo>
                  <a:cubicBezTo>
                    <a:pt x="24" y="88"/>
                    <a:pt x="9" y="94"/>
                    <a:pt x="0" y="90"/>
                  </a:cubicBezTo>
                  <a:cubicBezTo>
                    <a:pt x="17" y="75"/>
                    <a:pt x="31" y="59"/>
                    <a:pt x="34" y="35"/>
                  </a:cubicBezTo>
                  <a:cubicBezTo>
                    <a:pt x="34" y="47"/>
                    <a:pt x="29" y="58"/>
                    <a:pt x="27" y="70"/>
                  </a:cubicBezTo>
                  <a:cubicBezTo>
                    <a:pt x="26" y="76"/>
                    <a:pt x="24" y="79"/>
                    <a:pt x="31" y="79"/>
                  </a:cubicBezTo>
                  <a:cubicBezTo>
                    <a:pt x="37" y="80"/>
                    <a:pt x="43" y="76"/>
                    <a:pt x="49" y="76"/>
                  </a:cubicBezTo>
                  <a:cubicBezTo>
                    <a:pt x="65" y="74"/>
                    <a:pt x="76" y="69"/>
                    <a:pt x="89" y="58"/>
                  </a:cubicBezTo>
                  <a:cubicBezTo>
                    <a:pt x="97" y="51"/>
                    <a:pt x="100" y="43"/>
                    <a:pt x="104" y="32"/>
                  </a:cubicBezTo>
                  <a:cubicBezTo>
                    <a:pt x="107" y="23"/>
                    <a:pt x="111" y="14"/>
                    <a:pt x="108" y="5"/>
                  </a:cubicBezTo>
                </a:path>
              </a:pathLst>
            </a:custGeom>
            <a:solidFill>
              <a:srgbClr val="EFCA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2629" name="Freeform 217">
              <a:extLst>
                <a:ext uri="{FF2B5EF4-FFF2-40B4-BE49-F238E27FC236}">
                  <a16:creationId xmlns:a16="http://schemas.microsoft.com/office/drawing/2014/main" id="{82EFECE9-B912-421D-904F-D5F675D80DC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5" y="3754"/>
              <a:ext cx="110" cy="68"/>
            </a:xfrm>
            <a:custGeom>
              <a:avLst/>
              <a:gdLst>
                <a:gd name="T0" fmla="*/ 0 w 103"/>
                <a:gd name="T1" fmla="*/ 14 h 64"/>
                <a:gd name="T2" fmla="*/ 72 w 103"/>
                <a:gd name="T3" fmla="*/ 3 h 64"/>
                <a:gd name="T4" fmla="*/ 125 w 103"/>
                <a:gd name="T5" fmla="*/ 43 h 64"/>
                <a:gd name="T6" fmla="*/ 83 w 103"/>
                <a:gd name="T7" fmla="*/ 30 h 64"/>
                <a:gd name="T8" fmla="*/ 72 w 103"/>
                <a:gd name="T9" fmla="*/ 77 h 64"/>
                <a:gd name="T10" fmla="*/ 67 w 103"/>
                <a:gd name="T11" fmla="*/ 49 h 64"/>
                <a:gd name="T12" fmla="*/ 44 w 103"/>
                <a:gd name="T13" fmla="*/ 33 h 64"/>
                <a:gd name="T14" fmla="*/ 23 w 103"/>
                <a:gd name="T15" fmla="*/ 22 h 64"/>
                <a:gd name="T16" fmla="*/ 2 w 103"/>
                <a:gd name="T17" fmla="*/ 15 h 6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3" h="64">
                  <a:moveTo>
                    <a:pt x="0" y="11"/>
                  </a:moveTo>
                  <a:cubicBezTo>
                    <a:pt x="20" y="21"/>
                    <a:pt x="39" y="6"/>
                    <a:pt x="59" y="3"/>
                  </a:cubicBezTo>
                  <a:cubicBezTo>
                    <a:pt x="82" y="0"/>
                    <a:pt x="94" y="18"/>
                    <a:pt x="103" y="36"/>
                  </a:cubicBezTo>
                  <a:cubicBezTo>
                    <a:pt x="97" y="27"/>
                    <a:pt x="78" y="17"/>
                    <a:pt x="68" y="24"/>
                  </a:cubicBezTo>
                  <a:cubicBezTo>
                    <a:pt x="56" y="32"/>
                    <a:pt x="62" y="53"/>
                    <a:pt x="59" y="64"/>
                  </a:cubicBezTo>
                  <a:cubicBezTo>
                    <a:pt x="60" y="56"/>
                    <a:pt x="57" y="48"/>
                    <a:pt x="55" y="40"/>
                  </a:cubicBezTo>
                  <a:cubicBezTo>
                    <a:pt x="51" y="31"/>
                    <a:pt x="44" y="30"/>
                    <a:pt x="36" y="27"/>
                  </a:cubicBezTo>
                  <a:cubicBezTo>
                    <a:pt x="30" y="25"/>
                    <a:pt x="25" y="22"/>
                    <a:pt x="20" y="19"/>
                  </a:cubicBezTo>
                  <a:cubicBezTo>
                    <a:pt x="14" y="17"/>
                    <a:pt x="7" y="16"/>
                    <a:pt x="2" y="12"/>
                  </a:cubicBezTo>
                </a:path>
              </a:pathLst>
            </a:custGeom>
            <a:solidFill>
              <a:srgbClr val="EFCA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2630" name="Freeform 218">
              <a:extLst>
                <a:ext uri="{FF2B5EF4-FFF2-40B4-BE49-F238E27FC236}">
                  <a16:creationId xmlns:a16="http://schemas.microsoft.com/office/drawing/2014/main" id="{071EF82E-D4BC-44EA-8717-6355A3DD2DC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5" y="3135"/>
              <a:ext cx="192" cy="313"/>
            </a:xfrm>
            <a:custGeom>
              <a:avLst/>
              <a:gdLst>
                <a:gd name="T0" fmla="*/ 0 w 179"/>
                <a:gd name="T1" fmla="*/ 12 h 293"/>
                <a:gd name="T2" fmla="*/ 84 w 179"/>
                <a:gd name="T3" fmla="*/ 1 h 293"/>
                <a:gd name="T4" fmla="*/ 147 w 179"/>
                <a:gd name="T5" fmla="*/ 1 h 293"/>
                <a:gd name="T6" fmla="*/ 189 w 179"/>
                <a:gd name="T7" fmla="*/ 5 h 293"/>
                <a:gd name="T8" fmla="*/ 201 w 179"/>
                <a:gd name="T9" fmla="*/ 53 h 293"/>
                <a:gd name="T10" fmla="*/ 215 w 179"/>
                <a:gd name="T11" fmla="*/ 198 h 293"/>
                <a:gd name="T12" fmla="*/ 183 w 179"/>
                <a:gd name="T13" fmla="*/ 357 h 293"/>
                <a:gd name="T14" fmla="*/ 196 w 179"/>
                <a:gd name="T15" fmla="*/ 246 h 293"/>
                <a:gd name="T16" fmla="*/ 192 w 179"/>
                <a:gd name="T17" fmla="*/ 160 h 293"/>
                <a:gd name="T18" fmla="*/ 184 w 179"/>
                <a:gd name="T19" fmla="*/ 112 h 293"/>
                <a:gd name="T20" fmla="*/ 179 w 179"/>
                <a:gd name="T21" fmla="*/ 53 h 293"/>
                <a:gd name="T22" fmla="*/ 152 w 179"/>
                <a:gd name="T23" fmla="*/ 46 h 293"/>
                <a:gd name="T24" fmla="*/ 100 w 179"/>
                <a:gd name="T25" fmla="*/ 34 h 293"/>
                <a:gd name="T26" fmla="*/ 57 w 179"/>
                <a:gd name="T27" fmla="*/ 26 h 293"/>
                <a:gd name="T28" fmla="*/ 23 w 179"/>
                <a:gd name="T29" fmla="*/ 20 h 29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79" h="293">
                  <a:moveTo>
                    <a:pt x="0" y="9"/>
                  </a:moveTo>
                  <a:cubicBezTo>
                    <a:pt x="24" y="9"/>
                    <a:pt x="45" y="2"/>
                    <a:pt x="68" y="1"/>
                  </a:cubicBezTo>
                  <a:cubicBezTo>
                    <a:pt x="84" y="0"/>
                    <a:pt x="103" y="1"/>
                    <a:pt x="119" y="1"/>
                  </a:cubicBezTo>
                  <a:cubicBezTo>
                    <a:pt x="127" y="1"/>
                    <a:pt x="147" y="0"/>
                    <a:pt x="153" y="5"/>
                  </a:cubicBezTo>
                  <a:cubicBezTo>
                    <a:pt x="162" y="13"/>
                    <a:pt x="161" y="35"/>
                    <a:pt x="162" y="44"/>
                  </a:cubicBezTo>
                  <a:cubicBezTo>
                    <a:pt x="165" y="83"/>
                    <a:pt x="168" y="123"/>
                    <a:pt x="173" y="162"/>
                  </a:cubicBezTo>
                  <a:cubicBezTo>
                    <a:pt x="179" y="210"/>
                    <a:pt x="154" y="248"/>
                    <a:pt x="148" y="293"/>
                  </a:cubicBezTo>
                  <a:cubicBezTo>
                    <a:pt x="149" y="263"/>
                    <a:pt x="158" y="232"/>
                    <a:pt x="159" y="201"/>
                  </a:cubicBezTo>
                  <a:cubicBezTo>
                    <a:pt x="161" y="178"/>
                    <a:pt x="160" y="153"/>
                    <a:pt x="156" y="131"/>
                  </a:cubicBezTo>
                  <a:cubicBezTo>
                    <a:pt x="154" y="118"/>
                    <a:pt x="151" y="105"/>
                    <a:pt x="149" y="92"/>
                  </a:cubicBezTo>
                  <a:cubicBezTo>
                    <a:pt x="147" y="78"/>
                    <a:pt x="149" y="57"/>
                    <a:pt x="145" y="44"/>
                  </a:cubicBezTo>
                  <a:cubicBezTo>
                    <a:pt x="139" y="31"/>
                    <a:pt x="135" y="36"/>
                    <a:pt x="123" y="37"/>
                  </a:cubicBezTo>
                  <a:cubicBezTo>
                    <a:pt x="107" y="38"/>
                    <a:pt x="95" y="32"/>
                    <a:pt x="81" y="28"/>
                  </a:cubicBezTo>
                  <a:cubicBezTo>
                    <a:pt x="69" y="24"/>
                    <a:pt x="58" y="23"/>
                    <a:pt x="46" y="21"/>
                  </a:cubicBezTo>
                  <a:cubicBezTo>
                    <a:pt x="38" y="20"/>
                    <a:pt x="24" y="22"/>
                    <a:pt x="19" y="17"/>
                  </a:cubicBezTo>
                </a:path>
              </a:pathLst>
            </a:custGeom>
            <a:solidFill>
              <a:srgbClr val="EFCA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2631" name="Freeform 219">
              <a:extLst>
                <a:ext uri="{FF2B5EF4-FFF2-40B4-BE49-F238E27FC236}">
                  <a16:creationId xmlns:a16="http://schemas.microsoft.com/office/drawing/2014/main" id="{BE0B583B-814E-43CE-80E0-38D603F83F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8" y="3289"/>
              <a:ext cx="151" cy="341"/>
            </a:xfrm>
            <a:custGeom>
              <a:avLst/>
              <a:gdLst>
                <a:gd name="T0" fmla="*/ 161 w 142"/>
                <a:gd name="T1" fmla="*/ 140 h 320"/>
                <a:gd name="T2" fmla="*/ 96 w 142"/>
                <a:gd name="T3" fmla="*/ 285 h 320"/>
                <a:gd name="T4" fmla="*/ 0 w 142"/>
                <a:gd name="T5" fmla="*/ 387 h 320"/>
                <a:gd name="T6" fmla="*/ 87 w 142"/>
                <a:gd name="T7" fmla="*/ 276 h 320"/>
                <a:gd name="T8" fmla="*/ 138 w 142"/>
                <a:gd name="T9" fmla="*/ 167 h 320"/>
                <a:gd name="T10" fmla="*/ 163 w 142"/>
                <a:gd name="T11" fmla="*/ 0 h 3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2" h="320">
                  <a:moveTo>
                    <a:pt x="134" y="115"/>
                  </a:moveTo>
                  <a:cubicBezTo>
                    <a:pt x="129" y="158"/>
                    <a:pt x="104" y="202"/>
                    <a:pt x="80" y="236"/>
                  </a:cubicBezTo>
                  <a:cubicBezTo>
                    <a:pt x="60" y="265"/>
                    <a:pt x="30" y="301"/>
                    <a:pt x="0" y="320"/>
                  </a:cubicBezTo>
                  <a:cubicBezTo>
                    <a:pt x="25" y="292"/>
                    <a:pt x="54" y="261"/>
                    <a:pt x="72" y="228"/>
                  </a:cubicBezTo>
                  <a:cubicBezTo>
                    <a:pt x="88" y="199"/>
                    <a:pt x="100" y="168"/>
                    <a:pt x="115" y="138"/>
                  </a:cubicBezTo>
                  <a:cubicBezTo>
                    <a:pt x="135" y="100"/>
                    <a:pt x="142" y="43"/>
                    <a:pt x="135" y="0"/>
                  </a:cubicBezTo>
                </a:path>
              </a:pathLst>
            </a:custGeom>
            <a:solidFill>
              <a:srgbClr val="EFCA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2632" name="Freeform 220">
              <a:extLst>
                <a:ext uri="{FF2B5EF4-FFF2-40B4-BE49-F238E27FC236}">
                  <a16:creationId xmlns:a16="http://schemas.microsoft.com/office/drawing/2014/main" id="{24A1A7E7-6969-4331-BC53-EEF2E9873EB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3" y="2453"/>
              <a:ext cx="125" cy="22"/>
            </a:xfrm>
            <a:custGeom>
              <a:avLst/>
              <a:gdLst>
                <a:gd name="T0" fmla="*/ 143 w 117"/>
                <a:gd name="T1" fmla="*/ 8 h 21"/>
                <a:gd name="T2" fmla="*/ 84 w 117"/>
                <a:gd name="T3" fmla="*/ 21 h 21"/>
                <a:gd name="T4" fmla="*/ 0 w 117"/>
                <a:gd name="T5" fmla="*/ 0 h 21"/>
                <a:gd name="T6" fmla="*/ 139 w 117"/>
                <a:gd name="T7" fmla="*/ 8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7" h="21">
                  <a:moveTo>
                    <a:pt x="117" y="8"/>
                  </a:moveTo>
                  <a:cubicBezTo>
                    <a:pt x="108" y="19"/>
                    <a:pt x="83" y="17"/>
                    <a:pt x="69" y="18"/>
                  </a:cubicBezTo>
                  <a:cubicBezTo>
                    <a:pt x="46" y="19"/>
                    <a:pt x="20" y="8"/>
                    <a:pt x="0" y="0"/>
                  </a:cubicBezTo>
                  <a:cubicBezTo>
                    <a:pt x="38" y="21"/>
                    <a:pt x="75" y="7"/>
                    <a:pt x="114" y="8"/>
                  </a:cubicBezTo>
                </a:path>
              </a:pathLst>
            </a:custGeom>
            <a:solidFill>
              <a:srgbClr val="EFCA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2633" name="Freeform 221">
              <a:extLst>
                <a:ext uri="{FF2B5EF4-FFF2-40B4-BE49-F238E27FC236}">
                  <a16:creationId xmlns:a16="http://schemas.microsoft.com/office/drawing/2014/main" id="{AF23FABC-9921-4EA1-9AA2-604DECE75B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0" y="1545"/>
              <a:ext cx="37" cy="48"/>
            </a:xfrm>
            <a:custGeom>
              <a:avLst/>
              <a:gdLst>
                <a:gd name="T0" fmla="*/ 41 w 35"/>
                <a:gd name="T1" fmla="*/ 54 h 45"/>
                <a:gd name="T2" fmla="*/ 0 w 35"/>
                <a:gd name="T3" fmla="*/ 0 h 45"/>
                <a:gd name="T4" fmla="*/ 3 w 35"/>
                <a:gd name="T5" fmla="*/ 50 h 45"/>
                <a:gd name="T6" fmla="*/ 40 w 35"/>
                <a:gd name="T7" fmla="*/ 53 h 4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" h="45">
                  <a:moveTo>
                    <a:pt x="35" y="45"/>
                  </a:moveTo>
                  <a:cubicBezTo>
                    <a:pt x="26" y="30"/>
                    <a:pt x="15" y="11"/>
                    <a:pt x="0" y="0"/>
                  </a:cubicBezTo>
                  <a:cubicBezTo>
                    <a:pt x="7" y="12"/>
                    <a:pt x="18" y="32"/>
                    <a:pt x="3" y="41"/>
                  </a:cubicBezTo>
                  <a:cubicBezTo>
                    <a:pt x="14" y="42"/>
                    <a:pt x="24" y="42"/>
                    <a:pt x="34" y="44"/>
                  </a:cubicBezTo>
                </a:path>
              </a:pathLst>
            </a:custGeom>
            <a:solidFill>
              <a:srgbClr val="EFCA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2634" name="Freeform 222">
              <a:extLst>
                <a:ext uri="{FF2B5EF4-FFF2-40B4-BE49-F238E27FC236}">
                  <a16:creationId xmlns:a16="http://schemas.microsoft.com/office/drawing/2014/main" id="{EBD78387-978E-4ECC-9EE9-235EBF6A98B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7" y="1599"/>
              <a:ext cx="64" cy="87"/>
            </a:xfrm>
            <a:custGeom>
              <a:avLst/>
              <a:gdLst>
                <a:gd name="T0" fmla="*/ 0 w 60"/>
                <a:gd name="T1" fmla="*/ 0 h 82"/>
                <a:gd name="T2" fmla="*/ 39 w 60"/>
                <a:gd name="T3" fmla="*/ 6 h 82"/>
                <a:gd name="T4" fmla="*/ 63 w 60"/>
                <a:gd name="T5" fmla="*/ 24 h 82"/>
                <a:gd name="T6" fmla="*/ 67 w 60"/>
                <a:gd name="T7" fmla="*/ 59 h 82"/>
                <a:gd name="T8" fmla="*/ 48 w 60"/>
                <a:gd name="T9" fmla="*/ 98 h 82"/>
                <a:gd name="T10" fmla="*/ 52 w 60"/>
                <a:gd name="T11" fmla="*/ 58 h 82"/>
                <a:gd name="T12" fmla="*/ 47 w 60"/>
                <a:gd name="T13" fmla="*/ 29 h 82"/>
                <a:gd name="T14" fmla="*/ 25 w 60"/>
                <a:gd name="T15" fmla="*/ 15 h 82"/>
                <a:gd name="T16" fmla="*/ 6 w 60"/>
                <a:gd name="T17" fmla="*/ 4 h 8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0" h="82">
                  <a:moveTo>
                    <a:pt x="0" y="0"/>
                  </a:moveTo>
                  <a:cubicBezTo>
                    <a:pt x="11" y="7"/>
                    <a:pt x="20" y="7"/>
                    <a:pt x="33" y="6"/>
                  </a:cubicBezTo>
                  <a:cubicBezTo>
                    <a:pt x="47" y="6"/>
                    <a:pt x="48" y="9"/>
                    <a:pt x="52" y="21"/>
                  </a:cubicBezTo>
                  <a:cubicBezTo>
                    <a:pt x="55" y="32"/>
                    <a:pt x="60" y="39"/>
                    <a:pt x="55" y="50"/>
                  </a:cubicBezTo>
                  <a:cubicBezTo>
                    <a:pt x="50" y="59"/>
                    <a:pt x="40" y="72"/>
                    <a:pt x="39" y="82"/>
                  </a:cubicBezTo>
                  <a:cubicBezTo>
                    <a:pt x="36" y="74"/>
                    <a:pt x="42" y="58"/>
                    <a:pt x="43" y="49"/>
                  </a:cubicBezTo>
                  <a:cubicBezTo>
                    <a:pt x="44" y="40"/>
                    <a:pt x="44" y="31"/>
                    <a:pt x="38" y="24"/>
                  </a:cubicBezTo>
                  <a:cubicBezTo>
                    <a:pt x="33" y="19"/>
                    <a:pt x="27" y="16"/>
                    <a:pt x="21" y="12"/>
                  </a:cubicBezTo>
                  <a:cubicBezTo>
                    <a:pt x="17" y="10"/>
                    <a:pt x="11" y="6"/>
                    <a:pt x="6" y="4"/>
                  </a:cubicBezTo>
                </a:path>
              </a:pathLst>
            </a:custGeom>
            <a:solidFill>
              <a:srgbClr val="EFCA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2635" name="Freeform 223">
              <a:extLst>
                <a:ext uri="{FF2B5EF4-FFF2-40B4-BE49-F238E27FC236}">
                  <a16:creationId xmlns:a16="http://schemas.microsoft.com/office/drawing/2014/main" id="{DC2B8348-05FE-4CA7-8331-13258608AB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6" y="1752"/>
              <a:ext cx="79" cy="84"/>
            </a:xfrm>
            <a:custGeom>
              <a:avLst/>
              <a:gdLst>
                <a:gd name="T0" fmla="*/ 0 w 74"/>
                <a:gd name="T1" fmla="*/ 47 h 78"/>
                <a:gd name="T2" fmla="*/ 30 w 74"/>
                <a:gd name="T3" fmla="*/ 33 h 78"/>
                <a:gd name="T4" fmla="*/ 50 w 74"/>
                <a:gd name="T5" fmla="*/ 24 h 78"/>
                <a:gd name="T6" fmla="*/ 90 w 74"/>
                <a:gd name="T7" fmla="*/ 0 h 78"/>
                <a:gd name="T8" fmla="*/ 48 w 74"/>
                <a:gd name="T9" fmla="*/ 97 h 78"/>
                <a:gd name="T10" fmla="*/ 50 w 74"/>
                <a:gd name="T11" fmla="*/ 39 h 78"/>
                <a:gd name="T12" fmla="*/ 22 w 74"/>
                <a:gd name="T13" fmla="*/ 46 h 78"/>
                <a:gd name="T14" fmla="*/ 0 w 74"/>
                <a:gd name="T15" fmla="*/ 54 h 7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4" h="78">
                  <a:moveTo>
                    <a:pt x="0" y="38"/>
                  </a:moveTo>
                  <a:cubicBezTo>
                    <a:pt x="6" y="39"/>
                    <a:pt x="18" y="30"/>
                    <a:pt x="24" y="27"/>
                  </a:cubicBezTo>
                  <a:cubicBezTo>
                    <a:pt x="30" y="24"/>
                    <a:pt x="36" y="22"/>
                    <a:pt x="41" y="19"/>
                  </a:cubicBezTo>
                  <a:cubicBezTo>
                    <a:pt x="51" y="13"/>
                    <a:pt x="65" y="8"/>
                    <a:pt x="74" y="0"/>
                  </a:cubicBezTo>
                  <a:cubicBezTo>
                    <a:pt x="68" y="28"/>
                    <a:pt x="50" y="52"/>
                    <a:pt x="39" y="78"/>
                  </a:cubicBezTo>
                  <a:cubicBezTo>
                    <a:pt x="38" y="67"/>
                    <a:pt x="61" y="33"/>
                    <a:pt x="41" y="31"/>
                  </a:cubicBezTo>
                  <a:cubicBezTo>
                    <a:pt x="35" y="31"/>
                    <a:pt x="25" y="35"/>
                    <a:pt x="19" y="37"/>
                  </a:cubicBezTo>
                  <a:cubicBezTo>
                    <a:pt x="13" y="39"/>
                    <a:pt x="8" y="43"/>
                    <a:pt x="0" y="43"/>
                  </a:cubicBezTo>
                </a:path>
              </a:pathLst>
            </a:custGeom>
            <a:solidFill>
              <a:srgbClr val="EFCA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2636" name="Freeform 224">
              <a:extLst>
                <a:ext uri="{FF2B5EF4-FFF2-40B4-BE49-F238E27FC236}">
                  <a16:creationId xmlns:a16="http://schemas.microsoft.com/office/drawing/2014/main" id="{37E04343-79B7-44FA-8E9E-8FF344CCEC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2" y="1856"/>
              <a:ext cx="92" cy="53"/>
            </a:xfrm>
            <a:custGeom>
              <a:avLst/>
              <a:gdLst>
                <a:gd name="T0" fmla="*/ 28 w 86"/>
                <a:gd name="T1" fmla="*/ 0 h 50"/>
                <a:gd name="T2" fmla="*/ 67 w 86"/>
                <a:gd name="T3" fmla="*/ 5 h 50"/>
                <a:gd name="T4" fmla="*/ 105 w 86"/>
                <a:gd name="T5" fmla="*/ 38 h 50"/>
                <a:gd name="T6" fmla="*/ 77 w 86"/>
                <a:gd name="T7" fmla="*/ 17 h 50"/>
                <a:gd name="T8" fmla="*/ 49 w 86"/>
                <a:gd name="T9" fmla="*/ 20 h 50"/>
                <a:gd name="T10" fmla="*/ 24 w 86"/>
                <a:gd name="T11" fmla="*/ 24 h 50"/>
                <a:gd name="T12" fmla="*/ 0 w 86"/>
                <a:gd name="T13" fmla="*/ 59 h 50"/>
                <a:gd name="T14" fmla="*/ 28 w 86"/>
                <a:gd name="T15" fmla="*/ 4 h 5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6" h="50">
                  <a:moveTo>
                    <a:pt x="22" y="0"/>
                  </a:moveTo>
                  <a:cubicBezTo>
                    <a:pt x="30" y="13"/>
                    <a:pt x="44" y="5"/>
                    <a:pt x="55" y="5"/>
                  </a:cubicBezTo>
                  <a:cubicBezTo>
                    <a:pt x="68" y="7"/>
                    <a:pt x="78" y="22"/>
                    <a:pt x="86" y="32"/>
                  </a:cubicBezTo>
                  <a:cubicBezTo>
                    <a:pt x="78" y="29"/>
                    <a:pt x="71" y="17"/>
                    <a:pt x="63" y="14"/>
                  </a:cubicBezTo>
                  <a:cubicBezTo>
                    <a:pt x="56" y="12"/>
                    <a:pt x="48" y="18"/>
                    <a:pt x="40" y="17"/>
                  </a:cubicBezTo>
                  <a:cubicBezTo>
                    <a:pt x="31" y="17"/>
                    <a:pt x="28" y="16"/>
                    <a:pt x="20" y="21"/>
                  </a:cubicBezTo>
                  <a:cubicBezTo>
                    <a:pt x="9" y="28"/>
                    <a:pt x="3" y="37"/>
                    <a:pt x="0" y="50"/>
                  </a:cubicBezTo>
                  <a:cubicBezTo>
                    <a:pt x="7" y="34"/>
                    <a:pt x="17" y="20"/>
                    <a:pt x="22" y="4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2637" name="Freeform 225">
              <a:extLst>
                <a:ext uri="{FF2B5EF4-FFF2-40B4-BE49-F238E27FC236}">
                  <a16:creationId xmlns:a16="http://schemas.microsoft.com/office/drawing/2014/main" id="{1BAFB7D2-0BAC-4B3C-9B88-F93CF86BE6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3" y="2134"/>
              <a:ext cx="123" cy="177"/>
            </a:xfrm>
            <a:custGeom>
              <a:avLst/>
              <a:gdLst>
                <a:gd name="T0" fmla="*/ 31 w 115"/>
                <a:gd name="T1" fmla="*/ 21 h 166"/>
                <a:gd name="T2" fmla="*/ 82 w 115"/>
                <a:gd name="T3" fmla="*/ 55 h 166"/>
                <a:gd name="T4" fmla="*/ 68 w 115"/>
                <a:gd name="T5" fmla="*/ 95 h 166"/>
                <a:gd name="T6" fmla="*/ 31 w 115"/>
                <a:gd name="T7" fmla="*/ 85 h 166"/>
                <a:gd name="T8" fmla="*/ 0 w 115"/>
                <a:gd name="T9" fmla="*/ 74 h 166"/>
                <a:gd name="T10" fmla="*/ 61 w 115"/>
                <a:gd name="T11" fmla="*/ 117 h 166"/>
                <a:gd name="T12" fmla="*/ 68 w 115"/>
                <a:gd name="T13" fmla="*/ 202 h 166"/>
                <a:gd name="T14" fmla="*/ 67 w 115"/>
                <a:gd name="T15" fmla="*/ 135 h 166"/>
                <a:gd name="T16" fmla="*/ 75 w 115"/>
                <a:gd name="T17" fmla="*/ 89 h 166"/>
                <a:gd name="T18" fmla="*/ 93 w 115"/>
                <a:gd name="T19" fmla="*/ 45 h 166"/>
                <a:gd name="T20" fmla="*/ 110 w 115"/>
                <a:gd name="T21" fmla="*/ 29 h 166"/>
                <a:gd name="T22" fmla="*/ 141 w 115"/>
                <a:gd name="T23" fmla="*/ 1 h 166"/>
                <a:gd name="T24" fmla="*/ 111 w 115"/>
                <a:gd name="T25" fmla="*/ 17 h 166"/>
                <a:gd name="T26" fmla="*/ 83 w 115"/>
                <a:gd name="T27" fmla="*/ 30 h 166"/>
                <a:gd name="T28" fmla="*/ 57 w 115"/>
                <a:gd name="T29" fmla="*/ 27 h 166"/>
                <a:gd name="T30" fmla="*/ 34 w 115"/>
                <a:gd name="T31" fmla="*/ 21 h 16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15" h="166">
                  <a:moveTo>
                    <a:pt x="25" y="18"/>
                  </a:moveTo>
                  <a:cubicBezTo>
                    <a:pt x="41" y="24"/>
                    <a:pt x="55" y="35"/>
                    <a:pt x="67" y="46"/>
                  </a:cubicBezTo>
                  <a:cubicBezTo>
                    <a:pt x="70" y="56"/>
                    <a:pt x="68" y="74"/>
                    <a:pt x="56" y="78"/>
                  </a:cubicBezTo>
                  <a:cubicBezTo>
                    <a:pt x="47" y="80"/>
                    <a:pt x="34" y="73"/>
                    <a:pt x="25" y="70"/>
                  </a:cubicBezTo>
                  <a:cubicBezTo>
                    <a:pt x="17" y="67"/>
                    <a:pt x="8" y="65"/>
                    <a:pt x="0" y="61"/>
                  </a:cubicBezTo>
                  <a:cubicBezTo>
                    <a:pt x="13" y="79"/>
                    <a:pt x="48" y="70"/>
                    <a:pt x="50" y="97"/>
                  </a:cubicBezTo>
                  <a:cubicBezTo>
                    <a:pt x="51" y="121"/>
                    <a:pt x="59" y="142"/>
                    <a:pt x="56" y="166"/>
                  </a:cubicBezTo>
                  <a:cubicBezTo>
                    <a:pt x="58" y="146"/>
                    <a:pt x="60" y="131"/>
                    <a:pt x="55" y="112"/>
                  </a:cubicBezTo>
                  <a:cubicBezTo>
                    <a:pt x="51" y="97"/>
                    <a:pt x="53" y="87"/>
                    <a:pt x="61" y="73"/>
                  </a:cubicBezTo>
                  <a:cubicBezTo>
                    <a:pt x="68" y="61"/>
                    <a:pt x="71" y="48"/>
                    <a:pt x="76" y="37"/>
                  </a:cubicBezTo>
                  <a:cubicBezTo>
                    <a:pt x="80" y="30"/>
                    <a:pt x="85" y="27"/>
                    <a:pt x="90" y="23"/>
                  </a:cubicBezTo>
                  <a:cubicBezTo>
                    <a:pt x="98" y="16"/>
                    <a:pt x="105" y="5"/>
                    <a:pt x="115" y="1"/>
                  </a:cubicBezTo>
                  <a:cubicBezTo>
                    <a:pt x="109" y="0"/>
                    <a:pt x="98" y="10"/>
                    <a:pt x="91" y="14"/>
                  </a:cubicBezTo>
                  <a:cubicBezTo>
                    <a:pt x="83" y="19"/>
                    <a:pt x="77" y="22"/>
                    <a:pt x="68" y="24"/>
                  </a:cubicBezTo>
                  <a:cubicBezTo>
                    <a:pt x="59" y="27"/>
                    <a:pt x="57" y="25"/>
                    <a:pt x="47" y="22"/>
                  </a:cubicBezTo>
                  <a:cubicBezTo>
                    <a:pt x="41" y="20"/>
                    <a:pt x="32" y="21"/>
                    <a:pt x="28" y="18"/>
                  </a:cubicBezTo>
                </a:path>
              </a:pathLst>
            </a:custGeom>
            <a:solidFill>
              <a:srgbClr val="EFCA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2638" name="Freeform 226">
              <a:extLst>
                <a:ext uri="{FF2B5EF4-FFF2-40B4-BE49-F238E27FC236}">
                  <a16:creationId xmlns:a16="http://schemas.microsoft.com/office/drawing/2014/main" id="{ACED0A21-A4ED-499A-9D08-9FAE00BF68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4" y="2358"/>
              <a:ext cx="32" cy="59"/>
            </a:xfrm>
            <a:custGeom>
              <a:avLst/>
              <a:gdLst>
                <a:gd name="T0" fmla="*/ 36 w 30"/>
                <a:gd name="T1" fmla="*/ 1 h 55"/>
                <a:gd name="T2" fmla="*/ 25 w 30"/>
                <a:gd name="T3" fmla="*/ 68 h 55"/>
                <a:gd name="T4" fmla="*/ 0 w 30"/>
                <a:gd name="T5" fmla="*/ 62 h 55"/>
                <a:gd name="T6" fmla="*/ 20 w 30"/>
                <a:gd name="T7" fmla="*/ 41 h 55"/>
                <a:gd name="T8" fmla="*/ 35 w 30"/>
                <a:gd name="T9" fmla="*/ 0 h 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55">
                  <a:moveTo>
                    <a:pt x="30" y="1"/>
                  </a:moveTo>
                  <a:cubicBezTo>
                    <a:pt x="21" y="17"/>
                    <a:pt x="21" y="37"/>
                    <a:pt x="21" y="55"/>
                  </a:cubicBezTo>
                  <a:cubicBezTo>
                    <a:pt x="20" y="45"/>
                    <a:pt x="6" y="46"/>
                    <a:pt x="0" y="50"/>
                  </a:cubicBezTo>
                  <a:cubicBezTo>
                    <a:pt x="4" y="45"/>
                    <a:pt x="13" y="39"/>
                    <a:pt x="17" y="33"/>
                  </a:cubicBezTo>
                  <a:cubicBezTo>
                    <a:pt x="22" y="25"/>
                    <a:pt x="28" y="10"/>
                    <a:pt x="29" y="0"/>
                  </a:cubicBezTo>
                </a:path>
              </a:pathLst>
            </a:custGeom>
            <a:solidFill>
              <a:srgbClr val="EFCA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2639" name="Freeform 227">
              <a:extLst>
                <a:ext uri="{FF2B5EF4-FFF2-40B4-BE49-F238E27FC236}">
                  <a16:creationId xmlns:a16="http://schemas.microsoft.com/office/drawing/2014/main" id="{2B33A713-0345-400F-B06D-81B782FDF1B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8" y="1882"/>
              <a:ext cx="117" cy="211"/>
            </a:xfrm>
            <a:custGeom>
              <a:avLst/>
              <a:gdLst>
                <a:gd name="T0" fmla="*/ 126 w 109"/>
                <a:gd name="T1" fmla="*/ 0 h 197"/>
                <a:gd name="T2" fmla="*/ 97 w 109"/>
                <a:gd name="T3" fmla="*/ 39 h 197"/>
                <a:gd name="T4" fmla="*/ 64 w 109"/>
                <a:gd name="T5" fmla="*/ 97 h 197"/>
                <a:gd name="T6" fmla="*/ 0 w 109"/>
                <a:gd name="T7" fmla="*/ 242 h 197"/>
                <a:gd name="T8" fmla="*/ 56 w 109"/>
                <a:gd name="T9" fmla="*/ 166 h 197"/>
                <a:gd name="T10" fmla="*/ 77 w 109"/>
                <a:gd name="T11" fmla="*/ 103 h 197"/>
                <a:gd name="T12" fmla="*/ 107 w 109"/>
                <a:gd name="T13" fmla="*/ 50 h 197"/>
                <a:gd name="T14" fmla="*/ 126 w 109"/>
                <a:gd name="T15" fmla="*/ 29 h 197"/>
                <a:gd name="T16" fmla="*/ 135 w 109"/>
                <a:gd name="T17" fmla="*/ 0 h 19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9" h="197">
                  <a:moveTo>
                    <a:pt x="102" y="0"/>
                  </a:moveTo>
                  <a:cubicBezTo>
                    <a:pt x="93" y="9"/>
                    <a:pt x="86" y="21"/>
                    <a:pt x="78" y="32"/>
                  </a:cubicBezTo>
                  <a:cubicBezTo>
                    <a:pt x="66" y="46"/>
                    <a:pt x="58" y="61"/>
                    <a:pt x="52" y="79"/>
                  </a:cubicBezTo>
                  <a:cubicBezTo>
                    <a:pt x="38" y="120"/>
                    <a:pt x="30" y="163"/>
                    <a:pt x="0" y="197"/>
                  </a:cubicBezTo>
                  <a:cubicBezTo>
                    <a:pt x="16" y="177"/>
                    <a:pt x="33" y="158"/>
                    <a:pt x="45" y="135"/>
                  </a:cubicBezTo>
                  <a:cubicBezTo>
                    <a:pt x="54" y="118"/>
                    <a:pt x="56" y="102"/>
                    <a:pt x="62" y="84"/>
                  </a:cubicBezTo>
                  <a:cubicBezTo>
                    <a:pt x="68" y="68"/>
                    <a:pt x="76" y="53"/>
                    <a:pt x="87" y="41"/>
                  </a:cubicBezTo>
                  <a:cubicBezTo>
                    <a:pt x="92" y="34"/>
                    <a:pt x="98" y="30"/>
                    <a:pt x="102" y="23"/>
                  </a:cubicBezTo>
                  <a:cubicBezTo>
                    <a:pt x="105" y="16"/>
                    <a:pt x="106" y="8"/>
                    <a:pt x="109" y="0"/>
                  </a:cubicBezTo>
                </a:path>
              </a:pathLst>
            </a:custGeom>
            <a:solidFill>
              <a:srgbClr val="EFCA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2640" name="Freeform 228">
              <a:extLst>
                <a:ext uri="{FF2B5EF4-FFF2-40B4-BE49-F238E27FC236}">
                  <a16:creationId xmlns:a16="http://schemas.microsoft.com/office/drawing/2014/main" id="{3000A34B-61C3-4D9E-8AE0-8F2DF2CC6A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2" y="2082"/>
              <a:ext cx="87" cy="111"/>
            </a:xfrm>
            <a:custGeom>
              <a:avLst/>
              <a:gdLst>
                <a:gd name="T0" fmla="*/ 28 w 81"/>
                <a:gd name="T1" fmla="*/ 0 h 104"/>
                <a:gd name="T2" fmla="*/ 15 w 81"/>
                <a:gd name="T3" fmla="*/ 83 h 104"/>
                <a:gd name="T4" fmla="*/ 45 w 81"/>
                <a:gd name="T5" fmla="*/ 107 h 104"/>
                <a:gd name="T6" fmla="*/ 100 w 81"/>
                <a:gd name="T7" fmla="*/ 126 h 104"/>
                <a:gd name="T8" fmla="*/ 56 w 81"/>
                <a:gd name="T9" fmla="*/ 98 h 104"/>
                <a:gd name="T10" fmla="*/ 25 w 81"/>
                <a:gd name="T11" fmla="*/ 80 h 104"/>
                <a:gd name="T12" fmla="*/ 23 w 81"/>
                <a:gd name="T13" fmla="*/ 5 h 10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1" h="104">
                  <a:moveTo>
                    <a:pt x="22" y="0"/>
                  </a:moveTo>
                  <a:cubicBezTo>
                    <a:pt x="18" y="23"/>
                    <a:pt x="0" y="46"/>
                    <a:pt x="12" y="68"/>
                  </a:cubicBezTo>
                  <a:cubicBezTo>
                    <a:pt x="18" y="80"/>
                    <a:pt x="23" y="83"/>
                    <a:pt x="36" y="88"/>
                  </a:cubicBezTo>
                  <a:cubicBezTo>
                    <a:pt x="51" y="94"/>
                    <a:pt x="66" y="99"/>
                    <a:pt x="81" y="104"/>
                  </a:cubicBezTo>
                  <a:cubicBezTo>
                    <a:pt x="71" y="95"/>
                    <a:pt x="57" y="88"/>
                    <a:pt x="45" y="81"/>
                  </a:cubicBezTo>
                  <a:cubicBezTo>
                    <a:pt x="38" y="77"/>
                    <a:pt x="25" y="73"/>
                    <a:pt x="20" y="66"/>
                  </a:cubicBezTo>
                  <a:cubicBezTo>
                    <a:pt x="9" y="49"/>
                    <a:pt x="26" y="22"/>
                    <a:pt x="19" y="5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2641" name="Freeform 229">
              <a:extLst>
                <a:ext uri="{FF2B5EF4-FFF2-40B4-BE49-F238E27FC236}">
                  <a16:creationId xmlns:a16="http://schemas.microsoft.com/office/drawing/2014/main" id="{DC2B4680-0090-4147-9900-7415486B8D9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1" y="2175"/>
              <a:ext cx="54" cy="85"/>
            </a:xfrm>
            <a:custGeom>
              <a:avLst/>
              <a:gdLst>
                <a:gd name="T0" fmla="*/ 60 w 51"/>
                <a:gd name="T1" fmla="*/ 14 h 80"/>
                <a:gd name="T2" fmla="*/ 14 w 51"/>
                <a:gd name="T3" fmla="*/ 23 h 80"/>
                <a:gd name="T4" fmla="*/ 14 w 51"/>
                <a:gd name="T5" fmla="*/ 55 h 80"/>
                <a:gd name="T6" fmla="*/ 0 w 51"/>
                <a:gd name="T7" fmla="*/ 96 h 80"/>
                <a:gd name="T8" fmla="*/ 20 w 51"/>
                <a:gd name="T9" fmla="*/ 35 h 80"/>
                <a:gd name="T10" fmla="*/ 55 w 51"/>
                <a:gd name="T11" fmla="*/ 14 h 8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1" h="80">
                  <a:moveTo>
                    <a:pt x="51" y="11"/>
                  </a:moveTo>
                  <a:cubicBezTo>
                    <a:pt x="35" y="8"/>
                    <a:pt x="17" y="0"/>
                    <a:pt x="11" y="20"/>
                  </a:cubicBezTo>
                  <a:cubicBezTo>
                    <a:pt x="9" y="28"/>
                    <a:pt x="11" y="36"/>
                    <a:pt x="11" y="46"/>
                  </a:cubicBezTo>
                  <a:cubicBezTo>
                    <a:pt x="10" y="58"/>
                    <a:pt x="3" y="69"/>
                    <a:pt x="0" y="80"/>
                  </a:cubicBezTo>
                  <a:cubicBezTo>
                    <a:pt x="11" y="64"/>
                    <a:pt x="16" y="48"/>
                    <a:pt x="17" y="29"/>
                  </a:cubicBezTo>
                  <a:cubicBezTo>
                    <a:pt x="18" y="10"/>
                    <a:pt x="30" y="11"/>
                    <a:pt x="46" y="11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2642" name="Freeform 230">
              <a:extLst>
                <a:ext uri="{FF2B5EF4-FFF2-40B4-BE49-F238E27FC236}">
                  <a16:creationId xmlns:a16="http://schemas.microsoft.com/office/drawing/2014/main" id="{4328B233-D58E-48F4-9953-A1606C880A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5" y="2330"/>
              <a:ext cx="36" cy="109"/>
            </a:xfrm>
            <a:custGeom>
              <a:avLst/>
              <a:gdLst>
                <a:gd name="T0" fmla="*/ 1 w 34"/>
                <a:gd name="T1" fmla="*/ 0 h 102"/>
                <a:gd name="T2" fmla="*/ 3 w 34"/>
                <a:gd name="T3" fmla="*/ 30 h 102"/>
                <a:gd name="T4" fmla="*/ 18 w 34"/>
                <a:gd name="T5" fmla="*/ 49 h 102"/>
                <a:gd name="T6" fmla="*/ 22 w 34"/>
                <a:gd name="T7" fmla="*/ 76 h 102"/>
                <a:gd name="T8" fmla="*/ 40 w 34"/>
                <a:gd name="T9" fmla="*/ 124 h 102"/>
                <a:gd name="T10" fmla="*/ 26 w 34"/>
                <a:gd name="T11" fmla="*/ 55 h 102"/>
                <a:gd name="T12" fmla="*/ 16 w 34"/>
                <a:gd name="T13" fmla="*/ 34 h 102"/>
                <a:gd name="T14" fmla="*/ 3 w 34"/>
                <a:gd name="T15" fmla="*/ 4 h 10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4" h="102">
                  <a:moveTo>
                    <a:pt x="1" y="0"/>
                  </a:moveTo>
                  <a:cubicBezTo>
                    <a:pt x="1" y="7"/>
                    <a:pt x="0" y="17"/>
                    <a:pt x="3" y="24"/>
                  </a:cubicBezTo>
                  <a:cubicBezTo>
                    <a:pt x="5" y="31"/>
                    <a:pt x="11" y="34"/>
                    <a:pt x="15" y="40"/>
                  </a:cubicBezTo>
                  <a:cubicBezTo>
                    <a:pt x="18" y="47"/>
                    <a:pt x="18" y="55"/>
                    <a:pt x="19" y="62"/>
                  </a:cubicBezTo>
                  <a:cubicBezTo>
                    <a:pt x="21" y="77"/>
                    <a:pt x="27" y="89"/>
                    <a:pt x="34" y="102"/>
                  </a:cubicBezTo>
                  <a:cubicBezTo>
                    <a:pt x="21" y="86"/>
                    <a:pt x="27" y="63"/>
                    <a:pt x="23" y="45"/>
                  </a:cubicBezTo>
                  <a:cubicBezTo>
                    <a:pt x="22" y="39"/>
                    <a:pt x="17" y="33"/>
                    <a:pt x="13" y="28"/>
                  </a:cubicBezTo>
                  <a:cubicBezTo>
                    <a:pt x="6" y="21"/>
                    <a:pt x="2" y="15"/>
                    <a:pt x="3" y="4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2643" name="Freeform 231">
              <a:extLst>
                <a:ext uri="{FF2B5EF4-FFF2-40B4-BE49-F238E27FC236}">
                  <a16:creationId xmlns:a16="http://schemas.microsoft.com/office/drawing/2014/main" id="{7CB17D99-175A-4EF9-8BEF-D672655841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4" y="2318"/>
              <a:ext cx="55" cy="51"/>
            </a:xfrm>
            <a:custGeom>
              <a:avLst/>
              <a:gdLst>
                <a:gd name="T0" fmla="*/ 1 w 52"/>
                <a:gd name="T1" fmla="*/ 13 h 48"/>
                <a:gd name="T2" fmla="*/ 61 w 52"/>
                <a:gd name="T3" fmla="*/ 57 h 48"/>
                <a:gd name="T4" fmla="*/ 0 w 52"/>
                <a:gd name="T5" fmla="*/ 14 h 4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2" h="48">
                  <a:moveTo>
                    <a:pt x="1" y="10"/>
                  </a:moveTo>
                  <a:cubicBezTo>
                    <a:pt x="23" y="9"/>
                    <a:pt x="45" y="28"/>
                    <a:pt x="52" y="48"/>
                  </a:cubicBezTo>
                  <a:cubicBezTo>
                    <a:pt x="51" y="19"/>
                    <a:pt x="28" y="0"/>
                    <a:pt x="0" y="11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2644" name="Freeform 232">
              <a:extLst>
                <a:ext uri="{FF2B5EF4-FFF2-40B4-BE49-F238E27FC236}">
                  <a16:creationId xmlns:a16="http://schemas.microsoft.com/office/drawing/2014/main" id="{8337B41C-448D-41BC-801A-41A850BEFA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8" y="1252"/>
              <a:ext cx="472" cy="472"/>
            </a:xfrm>
            <a:custGeom>
              <a:avLst/>
              <a:gdLst>
                <a:gd name="T0" fmla="*/ 538 w 442"/>
                <a:gd name="T1" fmla="*/ 0 h 442"/>
                <a:gd name="T2" fmla="*/ 227 w 442"/>
                <a:gd name="T3" fmla="*/ 166 h 442"/>
                <a:gd name="T4" fmla="*/ 160 w 442"/>
                <a:gd name="T5" fmla="*/ 285 h 442"/>
                <a:gd name="T6" fmla="*/ 0 w 442"/>
                <a:gd name="T7" fmla="*/ 538 h 442"/>
                <a:gd name="T8" fmla="*/ 133 w 442"/>
                <a:gd name="T9" fmla="*/ 334 h 442"/>
                <a:gd name="T10" fmla="*/ 237 w 442"/>
                <a:gd name="T11" fmla="*/ 191 h 442"/>
                <a:gd name="T12" fmla="*/ 538 w 442"/>
                <a:gd name="T13" fmla="*/ 0 h 44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42" h="442">
                  <a:moveTo>
                    <a:pt x="442" y="0"/>
                  </a:moveTo>
                  <a:cubicBezTo>
                    <a:pt x="442" y="0"/>
                    <a:pt x="279" y="23"/>
                    <a:pt x="186" y="136"/>
                  </a:cubicBezTo>
                  <a:cubicBezTo>
                    <a:pt x="170" y="156"/>
                    <a:pt x="163" y="205"/>
                    <a:pt x="131" y="234"/>
                  </a:cubicBezTo>
                  <a:cubicBezTo>
                    <a:pt x="99" y="264"/>
                    <a:pt x="22" y="344"/>
                    <a:pt x="0" y="442"/>
                  </a:cubicBezTo>
                  <a:cubicBezTo>
                    <a:pt x="0" y="442"/>
                    <a:pt x="51" y="325"/>
                    <a:pt x="110" y="274"/>
                  </a:cubicBezTo>
                  <a:cubicBezTo>
                    <a:pt x="169" y="223"/>
                    <a:pt x="172" y="202"/>
                    <a:pt x="195" y="157"/>
                  </a:cubicBezTo>
                  <a:cubicBezTo>
                    <a:pt x="217" y="112"/>
                    <a:pt x="314" y="27"/>
                    <a:pt x="442" y="0"/>
                  </a:cubicBezTo>
                  <a:close/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2645" name="Freeform 233">
              <a:extLst>
                <a:ext uri="{FF2B5EF4-FFF2-40B4-BE49-F238E27FC236}">
                  <a16:creationId xmlns:a16="http://schemas.microsoft.com/office/drawing/2014/main" id="{5863BDA8-E61B-4467-9CAB-D72956CB09F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5" y="1424"/>
              <a:ext cx="154" cy="434"/>
            </a:xfrm>
            <a:custGeom>
              <a:avLst/>
              <a:gdLst>
                <a:gd name="T0" fmla="*/ 170 w 144"/>
                <a:gd name="T1" fmla="*/ 0 h 407"/>
                <a:gd name="T2" fmla="*/ 153 w 144"/>
                <a:gd name="T3" fmla="*/ 44 h 407"/>
                <a:gd name="T4" fmla="*/ 128 w 144"/>
                <a:gd name="T5" fmla="*/ 112 h 407"/>
                <a:gd name="T6" fmla="*/ 102 w 144"/>
                <a:gd name="T7" fmla="*/ 173 h 407"/>
                <a:gd name="T8" fmla="*/ 45 w 144"/>
                <a:gd name="T9" fmla="*/ 275 h 407"/>
                <a:gd name="T10" fmla="*/ 30 w 144"/>
                <a:gd name="T11" fmla="*/ 494 h 407"/>
                <a:gd name="T12" fmla="*/ 45 w 144"/>
                <a:gd name="T13" fmla="*/ 327 h 407"/>
                <a:gd name="T14" fmla="*/ 143 w 144"/>
                <a:gd name="T15" fmla="*/ 213 h 407"/>
                <a:gd name="T16" fmla="*/ 166 w 144"/>
                <a:gd name="T17" fmla="*/ 200 h 407"/>
                <a:gd name="T18" fmla="*/ 169 w 144"/>
                <a:gd name="T19" fmla="*/ 183 h 407"/>
                <a:gd name="T20" fmla="*/ 160 w 144"/>
                <a:gd name="T21" fmla="*/ 119 h 407"/>
                <a:gd name="T22" fmla="*/ 169 w 144"/>
                <a:gd name="T23" fmla="*/ 1 h 40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44" h="407">
                  <a:moveTo>
                    <a:pt x="139" y="0"/>
                  </a:moveTo>
                  <a:cubicBezTo>
                    <a:pt x="132" y="9"/>
                    <a:pt x="129" y="25"/>
                    <a:pt x="125" y="36"/>
                  </a:cubicBezTo>
                  <a:cubicBezTo>
                    <a:pt x="119" y="55"/>
                    <a:pt x="113" y="74"/>
                    <a:pt x="105" y="92"/>
                  </a:cubicBezTo>
                  <a:cubicBezTo>
                    <a:pt x="97" y="109"/>
                    <a:pt x="90" y="126"/>
                    <a:pt x="83" y="143"/>
                  </a:cubicBezTo>
                  <a:cubicBezTo>
                    <a:pt x="71" y="174"/>
                    <a:pt x="54" y="200"/>
                    <a:pt x="36" y="227"/>
                  </a:cubicBezTo>
                  <a:cubicBezTo>
                    <a:pt x="0" y="282"/>
                    <a:pt x="0" y="347"/>
                    <a:pt x="24" y="407"/>
                  </a:cubicBezTo>
                  <a:cubicBezTo>
                    <a:pt x="8" y="360"/>
                    <a:pt x="11" y="313"/>
                    <a:pt x="36" y="270"/>
                  </a:cubicBezTo>
                  <a:cubicBezTo>
                    <a:pt x="55" y="235"/>
                    <a:pt x="82" y="197"/>
                    <a:pt x="117" y="176"/>
                  </a:cubicBezTo>
                  <a:cubicBezTo>
                    <a:pt x="123" y="172"/>
                    <a:pt x="131" y="170"/>
                    <a:pt x="136" y="165"/>
                  </a:cubicBezTo>
                  <a:cubicBezTo>
                    <a:pt x="144" y="157"/>
                    <a:pt x="139" y="159"/>
                    <a:pt x="138" y="151"/>
                  </a:cubicBezTo>
                  <a:cubicBezTo>
                    <a:pt x="136" y="133"/>
                    <a:pt x="133" y="116"/>
                    <a:pt x="131" y="98"/>
                  </a:cubicBezTo>
                  <a:cubicBezTo>
                    <a:pt x="128" y="65"/>
                    <a:pt x="135" y="33"/>
                    <a:pt x="138" y="1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2646" name="Freeform 234">
              <a:extLst>
                <a:ext uri="{FF2B5EF4-FFF2-40B4-BE49-F238E27FC236}">
                  <a16:creationId xmlns:a16="http://schemas.microsoft.com/office/drawing/2014/main" id="{916F81ED-94D1-454C-A007-BE933E980F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7" y="1809"/>
              <a:ext cx="156" cy="128"/>
            </a:xfrm>
            <a:custGeom>
              <a:avLst/>
              <a:gdLst>
                <a:gd name="T0" fmla="*/ 67 w 146"/>
                <a:gd name="T1" fmla="*/ 7 h 120"/>
                <a:gd name="T2" fmla="*/ 1 w 146"/>
                <a:gd name="T3" fmla="*/ 57 h 120"/>
                <a:gd name="T4" fmla="*/ 72 w 146"/>
                <a:gd name="T5" fmla="*/ 127 h 120"/>
                <a:gd name="T6" fmla="*/ 147 w 146"/>
                <a:gd name="T7" fmla="*/ 133 h 120"/>
                <a:gd name="T8" fmla="*/ 159 w 146"/>
                <a:gd name="T9" fmla="*/ 57 h 120"/>
                <a:gd name="T10" fmla="*/ 104 w 146"/>
                <a:gd name="T11" fmla="*/ 19 h 120"/>
                <a:gd name="T12" fmla="*/ 83 w 146"/>
                <a:gd name="T13" fmla="*/ 14 h 120"/>
                <a:gd name="T14" fmla="*/ 64 w 146"/>
                <a:gd name="T15" fmla="*/ 6 h 12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46" h="120">
                  <a:moveTo>
                    <a:pt x="55" y="7"/>
                  </a:moveTo>
                  <a:cubicBezTo>
                    <a:pt x="31" y="0"/>
                    <a:pt x="0" y="22"/>
                    <a:pt x="1" y="47"/>
                  </a:cubicBezTo>
                  <a:cubicBezTo>
                    <a:pt x="1" y="74"/>
                    <a:pt x="39" y="96"/>
                    <a:pt x="59" y="105"/>
                  </a:cubicBezTo>
                  <a:cubicBezTo>
                    <a:pt x="79" y="115"/>
                    <a:pt x="101" y="120"/>
                    <a:pt x="121" y="110"/>
                  </a:cubicBezTo>
                  <a:cubicBezTo>
                    <a:pt x="144" y="98"/>
                    <a:pt x="146" y="66"/>
                    <a:pt x="130" y="47"/>
                  </a:cubicBezTo>
                  <a:cubicBezTo>
                    <a:pt x="117" y="34"/>
                    <a:pt x="101" y="24"/>
                    <a:pt x="85" y="16"/>
                  </a:cubicBezTo>
                  <a:cubicBezTo>
                    <a:pt x="79" y="14"/>
                    <a:pt x="73" y="13"/>
                    <a:pt x="68" y="11"/>
                  </a:cubicBezTo>
                  <a:cubicBezTo>
                    <a:pt x="63" y="9"/>
                    <a:pt x="58" y="6"/>
                    <a:pt x="52" y="6"/>
                  </a:cubicBezTo>
                </a:path>
              </a:pathLst>
            </a:custGeom>
            <a:solidFill>
              <a:srgbClr val="F9CA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2647" name="Freeform 235">
              <a:extLst>
                <a:ext uri="{FF2B5EF4-FFF2-40B4-BE49-F238E27FC236}">
                  <a16:creationId xmlns:a16="http://schemas.microsoft.com/office/drawing/2014/main" id="{5C91FE05-7F6E-4C1A-8FCB-D347F567076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5" y="1855"/>
              <a:ext cx="44" cy="35"/>
            </a:xfrm>
            <a:custGeom>
              <a:avLst/>
              <a:gdLst>
                <a:gd name="T0" fmla="*/ 42 w 41"/>
                <a:gd name="T1" fmla="*/ 0 h 33"/>
                <a:gd name="T2" fmla="*/ 50 w 41"/>
                <a:gd name="T3" fmla="*/ 17 h 33"/>
                <a:gd name="T4" fmla="*/ 27 w 41"/>
                <a:gd name="T5" fmla="*/ 39 h 33"/>
                <a:gd name="T6" fmla="*/ 0 w 41"/>
                <a:gd name="T7" fmla="*/ 17 h 33"/>
                <a:gd name="T8" fmla="*/ 3 w 41"/>
                <a:gd name="T9" fmla="*/ 4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" h="33">
                  <a:moveTo>
                    <a:pt x="34" y="0"/>
                  </a:moveTo>
                  <a:cubicBezTo>
                    <a:pt x="38" y="3"/>
                    <a:pt x="41" y="8"/>
                    <a:pt x="41" y="14"/>
                  </a:cubicBezTo>
                  <a:cubicBezTo>
                    <a:pt x="41" y="24"/>
                    <a:pt x="32" y="33"/>
                    <a:pt x="21" y="33"/>
                  </a:cubicBezTo>
                  <a:cubicBezTo>
                    <a:pt x="9" y="33"/>
                    <a:pt x="0" y="24"/>
                    <a:pt x="0" y="14"/>
                  </a:cubicBezTo>
                  <a:cubicBezTo>
                    <a:pt x="0" y="11"/>
                    <a:pt x="1" y="7"/>
                    <a:pt x="3" y="4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2648" name="Freeform 236">
              <a:extLst>
                <a:ext uri="{FF2B5EF4-FFF2-40B4-BE49-F238E27FC236}">
                  <a16:creationId xmlns:a16="http://schemas.microsoft.com/office/drawing/2014/main" id="{7035F93C-83A5-4DFB-AC3A-18A6B20A95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1" y="1850"/>
              <a:ext cx="12" cy="2"/>
            </a:xfrm>
            <a:custGeom>
              <a:avLst/>
              <a:gdLst>
                <a:gd name="T0" fmla="*/ 0 w 11"/>
                <a:gd name="T1" fmla="*/ 8 h 1"/>
                <a:gd name="T2" fmla="*/ 9 w 11"/>
                <a:gd name="T3" fmla="*/ 0 h 1"/>
                <a:gd name="T4" fmla="*/ 14 w 11"/>
                <a:gd name="T5" fmla="*/ 8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">
                  <a:moveTo>
                    <a:pt x="0" y="1"/>
                  </a:moveTo>
                  <a:cubicBezTo>
                    <a:pt x="2" y="0"/>
                    <a:pt x="4" y="0"/>
                    <a:pt x="6" y="0"/>
                  </a:cubicBezTo>
                  <a:cubicBezTo>
                    <a:pt x="8" y="0"/>
                    <a:pt x="10" y="0"/>
                    <a:pt x="11" y="1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2649" name="Freeform 237">
              <a:extLst>
                <a:ext uri="{FF2B5EF4-FFF2-40B4-BE49-F238E27FC236}">
                  <a16:creationId xmlns:a16="http://schemas.microsoft.com/office/drawing/2014/main" id="{473A2799-6686-4AB2-BFEB-10CD94ADDB9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7" y="1672"/>
              <a:ext cx="34" cy="228"/>
            </a:xfrm>
            <a:custGeom>
              <a:avLst/>
              <a:gdLst>
                <a:gd name="T0" fmla="*/ 0 w 32"/>
                <a:gd name="T1" fmla="*/ 255 h 213"/>
                <a:gd name="T2" fmla="*/ 22 w 32"/>
                <a:gd name="T3" fmla="*/ 146 h 213"/>
                <a:gd name="T4" fmla="*/ 26 w 32"/>
                <a:gd name="T5" fmla="*/ 66 h 213"/>
                <a:gd name="T6" fmla="*/ 22 w 32"/>
                <a:gd name="T7" fmla="*/ 0 h 213"/>
                <a:gd name="T8" fmla="*/ 36 w 32"/>
                <a:gd name="T9" fmla="*/ 130 h 213"/>
                <a:gd name="T10" fmla="*/ 37 w 32"/>
                <a:gd name="T11" fmla="*/ 201 h 213"/>
                <a:gd name="T12" fmla="*/ 36 w 32"/>
                <a:gd name="T13" fmla="*/ 261 h 213"/>
                <a:gd name="T14" fmla="*/ 5 w 32"/>
                <a:gd name="T15" fmla="*/ 255 h 21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2" h="213">
                  <a:moveTo>
                    <a:pt x="0" y="207"/>
                  </a:moveTo>
                  <a:cubicBezTo>
                    <a:pt x="31" y="184"/>
                    <a:pt x="20" y="150"/>
                    <a:pt x="19" y="119"/>
                  </a:cubicBezTo>
                  <a:cubicBezTo>
                    <a:pt x="18" y="98"/>
                    <a:pt x="21" y="76"/>
                    <a:pt x="22" y="54"/>
                  </a:cubicBezTo>
                  <a:cubicBezTo>
                    <a:pt x="23" y="36"/>
                    <a:pt x="19" y="14"/>
                    <a:pt x="19" y="0"/>
                  </a:cubicBezTo>
                  <a:cubicBezTo>
                    <a:pt x="16" y="34"/>
                    <a:pt x="27" y="72"/>
                    <a:pt x="30" y="106"/>
                  </a:cubicBezTo>
                  <a:cubicBezTo>
                    <a:pt x="31" y="125"/>
                    <a:pt x="30" y="145"/>
                    <a:pt x="31" y="164"/>
                  </a:cubicBezTo>
                  <a:cubicBezTo>
                    <a:pt x="32" y="178"/>
                    <a:pt x="27" y="202"/>
                    <a:pt x="30" y="213"/>
                  </a:cubicBezTo>
                  <a:cubicBezTo>
                    <a:pt x="24" y="206"/>
                    <a:pt x="13" y="200"/>
                    <a:pt x="5" y="207"/>
                  </a:cubicBezTo>
                </a:path>
              </a:pathLst>
            </a:custGeom>
            <a:solidFill>
              <a:srgbClr val="EFCA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2650" name="Freeform 238">
              <a:extLst>
                <a:ext uri="{FF2B5EF4-FFF2-40B4-BE49-F238E27FC236}">
                  <a16:creationId xmlns:a16="http://schemas.microsoft.com/office/drawing/2014/main" id="{BA95F0E6-909D-4D84-A11D-8755AA9B8A0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4" y="1970"/>
              <a:ext cx="265" cy="367"/>
            </a:xfrm>
            <a:custGeom>
              <a:avLst/>
              <a:gdLst>
                <a:gd name="T0" fmla="*/ 297 w 249"/>
                <a:gd name="T1" fmla="*/ 0 h 344"/>
                <a:gd name="T2" fmla="*/ 235 w 249"/>
                <a:gd name="T3" fmla="*/ 84 h 344"/>
                <a:gd name="T4" fmla="*/ 168 w 249"/>
                <a:gd name="T5" fmla="*/ 140 h 344"/>
                <a:gd name="T6" fmla="*/ 119 w 249"/>
                <a:gd name="T7" fmla="*/ 245 h 344"/>
                <a:gd name="T8" fmla="*/ 55 w 249"/>
                <a:gd name="T9" fmla="*/ 355 h 344"/>
                <a:gd name="T10" fmla="*/ 0 w 249"/>
                <a:gd name="T11" fmla="*/ 418 h 344"/>
                <a:gd name="T12" fmla="*/ 120 w 249"/>
                <a:gd name="T13" fmla="*/ 276 h 344"/>
                <a:gd name="T14" fmla="*/ 191 w 249"/>
                <a:gd name="T15" fmla="*/ 165 h 344"/>
                <a:gd name="T16" fmla="*/ 300 w 249"/>
                <a:gd name="T17" fmla="*/ 7 h 34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49" h="344">
                  <a:moveTo>
                    <a:pt x="246" y="0"/>
                  </a:moveTo>
                  <a:cubicBezTo>
                    <a:pt x="236" y="27"/>
                    <a:pt x="218" y="52"/>
                    <a:pt x="195" y="69"/>
                  </a:cubicBezTo>
                  <a:cubicBezTo>
                    <a:pt x="176" y="83"/>
                    <a:pt x="152" y="93"/>
                    <a:pt x="139" y="115"/>
                  </a:cubicBezTo>
                  <a:cubicBezTo>
                    <a:pt x="123" y="142"/>
                    <a:pt x="114" y="174"/>
                    <a:pt x="99" y="202"/>
                  </a:cubicBezTo>
                  <a:cubicBezTo>
                    <a:pt x="84" y="232"/>
                    <a:pt x="67" y="263"/>
                    <a:pt x="46" y="292"/>
                  </a:cubicBezTo>
                  <a:cubicBezTo>
                    <a:pt x="32" y="310"/>
                    <a:pt x="15" y="327"/>
                    <a:pt x="0" y="344"/>
                  </a:cubicBezTo>
                  <a:cubicBezTo>
                    <a:pt x="46" y="321"/>
                    <a:pt x="73" y="270"/>
                    <a:pt x="100" y="228"/>
                  </a:cubicBezTo>
                  <a:cubicBezTo>
                    <a:pt x="119" y="198"/>
                    <a:pt x="134" y="162"/>
                    <a:pt x="158" y="136"/>
                  </a:cubicBezTo>
                  <a:cubicBezTo>
                    <a:pt x="194" y="97"/>
                    <a:pt x="237" y="61"/>
                    <a:pt x="249" y="7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2651" name="Freeform 239">
              <a:extLst>
                <a:ext uri="{FF2B5EF4-FFF2-40B4-BE49-F238E27FC236}">
                  <a16:creationId xmlns:a16="http://schemas.microsoft.com/office/drawing/2014/main" id="{6C5F0B50-8BE0-4943-8E23-314AD868BE4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3" y="2070"/>
              <a:ext cx="200" cy="141"/>
            </a:xfrm>
            <a:custGeom>
              <a:avLst/>
              <a:gdLst>
                <a:gd name="T0" fmla="*/ 229 w 187"/>
                <a:gd name="T1" fmla="*/ 0 h 132"/>
                <a:gd name="T2" fmla="*/ 113 w 187"/>
                <a:gd name="T3" fmla="*/ 76 h 132"/>
                <a:gd name="T4" fmla="*/ 0 w 187"/>
                <a:gd name="T5" fmla="*/ 161 h 132"/>
                <a:gd name="T6" fmla="*/ 116 w 187"/>
                <a:gd name="T7" fmla="*/ 85 h 132"/>
                <a:gd name="T8" fmla="*/ 163 w 187"/>
                <a:gd name="T9" fmla="*/ 57 h 132"/>
                <a:gd name="T10" fmla="*/ 188 w 187"/>
                <a:gd name="T11" fmla="*/ 66 h 132"/>
                <a:gd name="T12" fmla="*/ 229 w 187"/>
                <a:gd name="T13" fmla="*/ 4 h 1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7" h="132">
                  <a:moveTo>
                    <a:pt x="187" y="0"/>
                  </a:moveTo>
                  <a:cubicBezTo>
                    <a:pt x="153" y="12"/>
                    <a:pt x="119" y="37"/>
                    <a:pt x="93" y="62"/>
                  </a:cubicBezTo>
                  <a:cubicBezTo>
                    <a:pt x="66" y="88"/>
                    <a:pt x="38" y="125"/>
                    <a:pt x="0" y="132"/>
                  </a:cubicBezTo>
                  <a:cubicBezTo>
                    <a:pt x="44" y="129"/>
                    <a:pt x="65" y="97"/>
                    <a:pt x="94" y="70"/>
                  </a:cubicBezTo>
                  <a:cubicBezTo>
                    <a:pt x="107" y="58"/>
                    <a:pt x="118" y="53"/>
                    <a:pt x="133" y="47"/>
                  </a:cubicBezTo>
                  <a:cubicBezTo>
                    <a:pt x="140" y="44"/>
                    <a:pt x="169" y="35"/>
                    <a:pt x="154" y="54"/>
                  </a:cubicBezTo>
                  <a:cubicBezTo>
                    <a:pt x="159" y="36"/>
                    <a:pt x="168" y="11"/>
                    <a:pt x="187" y="4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2652" name="Freeform 240">
              <a:extLst>
                <a:ext uri="{FF2B5EF4-FFF2-40B4-BE49-F238E27FC236}">
                  <a16:creationId xmlns:a16="http://schemas.microsoft.com/office/drawing/2014/main" id="{1A0BAFC0-71B6-41CC-B087-EB9F1912FAD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0" y="2139"/>
              <a:ext cx="148" cy="84"/>
            </a:xfrm>
            <a:custGeom>
              <a:avLst/>
              <a:gdLst>
                <a:gd name="T0" fmla="*/ 0 w 139"/>
                <a:gd name="T1" fmla="*/ 97 h 78"/>
                <a:gd name="T2" fmla="*/ 39 w 139"/>
                <a:gd name="T3" fmla="*/ 56 h 78"/>
                <a:gd name="T4" fmla="*/ 77 w 139"/>
                <a:gd name="T5" fmla="*/ 31 h 78"/>
                <a:gd name="T6" fmla="*/ 168 w 139"/>
                <a:gd name="T7" fmla="*/ 0 h 78"/>
                <a:gd name="T8" fmla="*/ 61 w 139"/>
                <a:gd name="T9" fmla="*/ 84 h 78"/>
                <a:gd name="T10" fmla="*/ 6 w 139"/>
                <a:gd name="T11" fmla="*/ 97 h 7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9" h="78">
                  <a:moveTo>
                    <a:pt x="0" y="78"/>
                  </a:moveTo>
                  <a:cubicBezTo>
                    <a:pt x="13" y="70"/>
                    <a:pt x="21" y="54"/>
                    <a:pt x="33" y="45"/>
                  </a:cubicBezTo>
                  <a:cubicBezTo>
                    <a:pt x="43" y="38"/>
                    <a:pt x="54" y="31"/>
                    <a:pt x="64" y="25"/>
                  </a:cubicBezTo>
                  <a:cubicBezTo>
                    <a:pt x="89" y="11"/>
                    <a:pt x="114" y="8"/>
                    <a:pt x="139" y="0"/>
                  </a:cubicBezTo>
                  <a:cubicBezTo>
                    <a:pt x="128" y="6"/>
                    <a:pt x="17" y="41"/>
                    <a:pt x="51" y="67"/>
                  </a:cubicBezTo>
                  <a:cubicBezTo>
                    <a:pt x="34" y="66"/>
                    <a:pt x="20" y="73"/>
                    <a:pt x="6" y="78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2653" name="Freeform 241">
              <a:extLst>
                <a:ext uri="{FF2B5EF4-FFF2-40B4-BE49-F238E27FC236}">
                  <a16:creationId xmlns:a16="http://schemas.microsoft.com/office/drawing/2014/main" id="{62622F38-62D6-469F-8E90-A249899DE0D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1" y="2214"/>
              <a:ext cx="212" cy="132"/>
            </a:xfrm>
            <a:custGeom>
              <a:avLst/>
              <a:gdLst>
                <a:gd name="T0" fmla="*/ 243 w 198"/>
                <a:gd name="T1" fmla="*/ 15 h 124"/>
                <a:gd name="T2" fmla="*/ 99 w 198"/>
                <a:gd name="T3" fmla="*/ 40 h 124"/>
                <a:gd name="T4" fmla="*/ 0 w 198"/>
                <a:gd name="T5" fmla="*/ 150 h 124"/>
                <a:gd name="T6" fmla="*/ 60 w 198"/>
                <a:gd name="T7" fmla="*/ 83 h 124"/>
                <a:gd name="T8" fmla="*/ 110 w 198"/>
                <a:gd name="T9" fmla="*/ 48 h 124"/>
                <a:gd name="T10" fmla="*/ 177 w 198"/>
                <a:gd name="T11" fmla="*/ 28 h 124"/>
                <a:gd name="T12" fmla="*/ 243 w 198"/>
                <a:gd name="T13" fmla="*/ 16 h 1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8" h="124">
                  <a:moveTo>
                    <a:pt x="198" y="12"/>
                  </a:moveTo>
                  <a:cubicBezTo>
                    <a:pt x="158" y="0"/>
                    <a:pt x="115" y="19"/>
                    <a:pt x="80" y="34"/>
                  </a:cubicBezTo>
                  <a:cubicBezTo>
                    <a:pt x="47" y="49"/>
                    <a:pt x="14" y="90"/>
                    <a:pt x="0" y="124"/>
                  </a:cubicBezTo>
                  <a:cubicBezTo>
                    <a:pt x="20" y="112"/>
                    <a:pt x="32" y="86"/>
                    <a:pt x="49" y="69"/>
                  </a:cubicBezTo>
                  <a:cubicBezTo>
                    <a:pt x="61" y="56"/>
                    <a:pt x="74" y="46"/>
                    <a:pt x="90" y="39"/>
                  </a:cubicBezTo>
                  <a:cubicBezTo>
                    <a:pt x="107" y="31"/>
                    <a:pt x="126" y="28"/>
                    <a:pt x="144" y="23"/>
                  </a:cubicBezTo>
                  <a:cubicBezTo>
                    <a:pt x="162" y="18"/>
                    <a:pt x="181" y="19"/>
                    <a:pt x="198" y="13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2654" name="Freeform 242">
              <a:extLst>
                <a:ext uri="{FF2B5EF4-FFF2-40B4-BE49-F238E27FC236}">
                  <a16:creationId xmlns:a16="http://schemas.microsoft.com/office/drawing/2014/main" id="{72A9160E-6D58-443D-B887-503C40BBB36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6" y="2463"/>
              <a:ext cx="173" cy="302"/>
            </a:xfrm>
            <a:custGeom>
              <a:avLst/>
              <a:gdLst>
                <a:gd name="T0" fmla="*/ 198 w 162"/>
                <a:gd name="T1" fmla="*/ 1 h 284"/>
                <a:gd name="T2" fmla="*/ 160 w 162"/>
                <a:gd name="T3" fmla="*/ 3 h 284"/>
                <a:gd name="T4" fmla="*/ 123 w 162"/>
                <a:gd name="T5" fmla="*/ 23 h 284"/>
                <a:gd name="T6" fmla="*/ 48 w 162"/>
                <a:gd name="T7" fmla="*/ 95 h 284"/>
                <a:gd name="T8" fmla="*/ 17 w 162"/>
                <a:gd name="T9" fmla="*/ 270 h 284"/>
                <a:gd name="T10" fmla="*/ 34 w 162"/>
                <a:gd name="T11" fmla="*/ 309 h 284"/>
                <a:gd name="T12" fmla="*/ 64 w 162"/>
                <a:gd name="T13" fmla="*/ 340 h 284"/>
                <a:gd name="T14" fmla="*/ 147 w 162"/>
                <a:gd name="T15" fmla="*/ 307 h 284"/>
                <a:gd name="T16" fmla="*/ 64 w 162"/>
                <a:gd name="T17" fmla="*/ 300 h 284"/>
                <a:gd name="T18" fmla="*/ 58 w 162"/>
                <a:gd name="T19" fmla="*/ 249 h 284"/>
                <a:gd name="T20" fmla="*/ 54 w 162"/>
                <a:gd name="T21" fmla="*/ 177 h 284"/>
                <a:gd name="T22" fmla="*/ 72 w 162"/>
                <a:gd name="T23" fmla="*/ 113 h 284"/>
                <a:gd name="T24" fmla="*/ 105 w 162"/>
                <a:gd name="T25" fmla="*/ 50 h 284"/>
                <a:gd name="T26" fmla="*/ 138 w 162"/>
                <a:gd name="T27" fmla="*/ 24 h 284"/>
                <a:gd name="T28" fmla="*/ 187 w 162"/>
                <a:gd name="T29" fmla="*/ 3 h 28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62" h="284">
                  <a:moveTo>
                    <a:pt x="162" y="1"/>
                  </a:moveTo>
                  <a:cubicBezTo>
                    <a:pt x="152" y="5"/>
                    <a:pt x="141" y="0"/>
                    <a:pt x="131" y="3"/>
                  </a:cubicBezTo>
                  <a:cubicBezTo>
                    <a:pt x="121" y="5"/>
                    <a:pt x="111" y="14"/>
                    <a:pt x="101" y="20"/>
                  </a:cubicBezTo>
                  <a:cubicBezTo>
                    <a:pt x="76" y="37"/>
                    <a:pt x="54" y="53"/>
                    <a:pt x="39" y="79"/>
                  </a:cubicBezTo>
                  <a:cubicBezTo>
                    <a:pt x="15" y="122"/>
                    <a:pt x="0" y="177"/>
                    <a:pt x="14" y="225"/>
                  </a:cubicBezTo>
                  <a:cubicBezTo>
                    <a:pt x="18" y="236"/>
                    <a:pt x="24" y="247"/>
                    <a:pt x="28" y="258"/>
                  </a:cubicBezTo>
                  <a:cubicBezTo>
                    <a:pt x="34" y="273"/>
                    <a:pt x="33" y="284"/>
                    <a:pt x="52" y="283"/>
                  </a:cubicBezTo>
                  <a:cubicBezTo>
                    <a:pt x="76" y="282"/>
                    <a:pt x="100" y="266"/>
                    <a:pt x="121" y="256"/>
                  </a:cubicBezTo>
                  <a:cubicBezTo>
                    <a:pt x="102" y="255"/>
                    <a:pt x="63" y="273"/>
                    <a:pt x="52" y="249"/>
                  </a:cubicBezTo>
                  <a:cubicBezTo>
                    <a:pt x="47" y="238"/>
                    <a:pt x="49" y="219"/>
                    <a:pt x="48" y="207"/>
                  </a:cubicBezTo>
                  <a:cubicBezTo>
                    <a:pt x="46" y="187"/>
                    <a:pt x="44" y="167"/>
                    <a:pt x="45" y="147"/>
                  </a:cubicBezTo>
                  <a:cubicBezTo>
                    <a:pt x="45" y="126"/>
                    <a:pt x="51" y="113"/>
                    <a:pt x="59" y="94"/>
                  </a:cubicBezTo>
                  <a:cubicBezTo>
                    <a:pt x="67" y="76"/>
                    <a:pt x="72" y="56"/>
                    <a:pt x="86" y="41"/>
                  </a:cubicBezTo>
                  <a:cubicBezTo>
                    <a:pt x="93" y="33"/>
                    <a:pt x="103" y="26"/>
                    <a:pt x="113" y="21"/>
                  </a:cubicBezTo>
                  <a:cubicBezTo>
                    <a:pt x="125" y="15"/>
                    <a:pt x="142" y="4"/>
                    <a:pt x="154" y="3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2655" name="Freeform 243">
              <a:extLst>
                <a:ext uri="{FF2B5EF4-FFF2-40B4-BE49-F238E27FC236}">
                  <a16:creationId xmlns:a16="http://schemas.microsoft.com/office/drawing/2014/main" id="{BC25E058-DA11-424F-B111-DA264FB22E3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5" y="2637"/>
              <a:ext cx="86" cy="284"/>
            </a:xfrm>
            <a:custGeom>
              <a:avLst/>
              <a:gdLst>
                <a:gd name="T0" fmla="*/ 93 w 81"/>
                <a:gd name="T1" fmla="*/ 129 h 266"/>
                <a:gd name="T2" fmla="*/ 97 w 81"/>
                <a:gd name="T3" fmla="*/ 163 h 266"/>
                <a:gd name="T4" fmla="*/ 48 w 81"/>
                <a:gd name="T5" fmla="*/ 239 h 266"/>
                <a:gd name="T6" fmla="*/ 44 w 81"/>
                <a:gd name="T7" fmla="*/ 288 h 266"/>
                <a:gd name="T8" fmla="*/ 55 w 81"/>
                <a:gd name="T9" fmla="*/ 324 h 266"/>
                <a:gd name="T10" fmla="*/ 40 w 81"/>
                <a:gd name="T11" fmla="*/ 170 h 266"/>
                <a:gd name="T12" fmla="*/ 15 w 81"/>
                <a:gd name="T13" fmla="*/ 95 h 266"/>
                <a:gd name="T14" fmla="*/ 15 w 81"/>
                <a:gd name="T15" fmla="*/ 0 h 266"/>
                <a:gd name="T16" fmla="*/ 42 w 81"/>
                <a:gd name="T17" fmla="*/ 109 h 266"/>
                <a:gd name="T18" fmla="*/ 80 w 81"/>
                <a:gd name="T19" fmla="*/ 129 h 26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1" h="266">
                  <a:moveTo>
                    <a:pt x="78" y="106"/>
                  </a:moveTo>
                  <a:cubicBezTo>
                    <a:pt x="69" y="114"/>
                    <a:pt x="60" y="138"/>
                    <a:pt x="81" y="134"/>
                  </a:cubicBezTo>
                  <a:cubicBezTo>
                    <a:pt x="53" y="148"/>
                    <a:pt x="43" y="166"/>
                    <a:pt x="40" y="197"/>
                  </a:cubicBezTo>
                  <a:cubicBezTo>
                    <a:pt x="39" y="210"/>
                    <a:pt x="35" y="223"/>
                    <a:pt x="37" y="237"/>
                  </a:cubicBezTo>
                  <a:cubicBezTo>
                    <a:pt x="38" y="248"/>
                    <a:pt x="44" y="256"/>
                    <a:pt x="46" y="266"/>
                  </a:cubicBezTo>
                  <a:cubicBezTo>
                    <a:pt x="5" y="236"/>
                    <a:pt x="32" y="180"/>
                    <a:pt x="34" y="140"/>
                  </a:cubicBezTo>
                  <a:cubicBezTo>
                    <a:pt x="35" y="121"/>
                    <a:pt x="20" y="96"/>
                    <a:pt x="12" y="78"/>
                  </a:cubicBezTo>
                  <a:cubicBezTo>
                    <a:pt x="0" y="52"/>
                    <a:pt x="0" y="27"/>
                    <a:pt x="12" y="0"/>
                  </a:cubicBezTo>
                  <a:cubicBezTo>
                    <a:pt x="18" y="30"/>
                    <a:pt x="22" y="62"/>
                    <a:pt x="36" y="90"/>
                  </a:cubicBezTo>
                  <a:cubicBezTo>
                    <a:pt x="44" y="104"/>
                    <a:pt x="50" y="106"/>
                    <a:pt x="67" y="106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2656" name="Freeform 244">
              <a:extLst>
                <a:ext uri="{FF2B5EF4-FFF2-40B4-BE49-F238E27FC236}">
                  <a16:creationId xmlns:a16="http://schemas.microsoft.com/office/drawing/2014/main" id="{3DD2F629-66B5-480A-B940-15836066956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2" y="2202"/>
              <a:ext cx="104" cy="50"/>
            </a:xfrm>
            <a:custGeom>
              <a:avLst/>
              <a:gdLst>
                <a:gd name="T0" fmla="*/ 120 w 97"/>
                <a:gd name="T1" fmla="*/ 0 h 47"/>
                <a:gd name="T2" fmla="*/ 99 w 97"/>
                <a:gd name="T3" fmla="*/ 5 h 47"/>
                <a:gd name="T4" fmla="*/ 79 w 97"/>
                <a:gd name="T5" fmla="*/ 16 h 47"/>
                <a:gd name="T6" fmla="*/ 53 w 97"/>
                <a:gd name="T7" fmla="*/ 21 h 47"/>
                <a:gd name="T8" fmla="*/ 0 w 97"/>
                <a:gd name="T9" fmla="*/ 26 h 47"/>
                <a:gd name="T10" fmla="*/ 73 w 97"/>
                <a:gd name="T11" fmla="*/ 56 h 47"/>
                <a:gd name="T12" fmla="*/ 54 w 97"/>
                <a:gd name="T13" fmla="*/ 37 h 47"/>
                <a:gd name="T14" fmla="*/ 69 w 97"/>
                <a:gd name="T15" fmla="*/ 22 h 47"/>
                <a:gd name="T16" fmla="*/ 113 w 97"/>
                <a:gd name="T17" fmla="*/ 3 h 4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7" h="47">
                  <a:moveTo>
                    <a:pt x="97" y="0"/>
                  </a:moveTo>
                  <a:cubicBezTo>
                    <a:pt x="92" y="3"/>
                    <a:pt x="86" y="3"/>
                    <a:pt x="80" y="5"/>
                  </a:cubicBezTo>
                  <a:cubicBezTo>
                    <a:pt x="74" y="8"/>
                    <a:pt x="69" y="11"/>
                    <a:pt x="64" y="13"/>
                  </a:cubicBezTo>
                  <a:cubicBezTo>
                    <a:pt x="57" y="16"/>
                    <a:pt x="50" y="17"/>
                    <a:pt x="43" y="18"/>
                  </a:cubicBezTo>
                  <a:cubicBezTo>
                    <a:pt x="29" y="20"/>
                    <a:pt x="14" y="23"/>
                    <a:pt x="0" y="22"/>
                  </a:cubicBezTo>
                  <a:cubicBezTo>
                    <a:pt x="21" y="29"/>
                    <a:pt x="41" y="40"/>
                    <a:pt x="59" y="47"/>
                  </a:cubicBezTo>
                  <a:cubicBezTo>
                    <a:pt x="52" y="46"/>
                    <a:pt x="42" y="39"/>
                    <a:pt x="44" y="31"/>
                  </a:cubicBezTo>
                  <a:cubicBezTo>
                    <a:pt x="45" y="26"/>
                    <a:pt x="51" y="22"/>
                    <a:pt x="56" y="19"/>
                  </a:cubicBezTo>
                  <a:cubicBezTo>
                    <a:pt x="66" y="13"/>
                    <a:pt x="79" y="7"/>
                    <a:pt x="91" y="3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2657" name="Freeform 245">
              <a:extLst>
                <a:ext uri="{FF2B5EF4-FFF2-40B4-BE49-F238E27FC236}">
                  <a16:creationId xmlns:a16="http://schemas.microsoft.com/office/drawing/2014/main" id="{94939A70-4F7B-44E1-8392-8ED006F59BF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5" y="2227"/>
              <a:ext cx="31" cy="18"/>
            </a:xfrm>
            <a:custGeom>
              <a:avLst/>
              <a:gdLst>
                <a:gd name="T0" fmla="*/ 24 w 29"/>
                <a:gd name="T1" fmla="*/ 0 h 17"/>
                <a:gd name="T2" fmla="*/ 15 w 29"/>
                <a:gd name="T3" fmla="*/ 19 h 17"/>
                <a:gd name="T4" fmla="*/ 22 w 29"/>
                <a:gd name="T5" fmla="*/ 1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17">
                  <a:moveTo>
                    <a:pt x="20" y="0"/>
                  </a:moveTo>
                  <a:cubicBezTo>
                    <a:pt x="29" y="3"/>
                    <a:pt x="20" y="17"/>
                    <a:pt x="12" y="16"/>
                  </a:cubicBezTo>
                  <a:cubicBezTo>
                    <a:pt x="0" y="14"/>
                    <a:pt x="19" y="4"/>
                    <a:pt x="19" y="1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2658" name="Freeform 246">
              <a:extLst>
                <a:ext uri="{FF2B5EF4-FFF2-40B4-BE49-F238E27FC236}">
                  <a16:creationId xmlns:a16="http://schemas.microsoft.com/office/drawing/2014/main" id="{02AFE495-BE20-4AA9-9E8D-8FAF72FD5B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1" y="2187"/>
              <a:ext cx="128" cy="52"/>
            </a:xfrm>
            <a:custGeom>
              <a:avLst/>
              <a:gdLst>
                <a:gd name="T0" fmla="*/ 146 w 120"/>
                <a:gd name="T1" fmla="*/ 46 h 48"/>
                <a:gd name="T2" fmla="*/ 0 w 120"/>
                <a:gd name="T3" fmla="*/ 0 h 48"/>
                <a:gd name="T4" fmla="*/ 73 w 120"/>
                <a:gd name="T5" fmla="*/ 41 h 48"/>
                <a:gd name="T6" fmla="*/ 117 w 120"/>
                <a:gd name="T7" fmla="*/ 61 h 48"/>
                <a:gd name="T8" fmla="*/ 141 w 120"/>
                <a:gd name="T9" fmla="*/ 47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0" h="48">
                  <a:moveTo>
                    <a:pt x="120" y="36"/>
                  </a:moveTo>
                  <a:cubicBezTo>
                    <a:pt x="77" y="38"/>
                    <a:pt x="39" y="17"/>
                    <a:pt x="0" y="0"/>
                  </a:cubicBezTo>
                  <a:cubicBezTo>
                    <a:pt x="12" y="16"/>
                    <a:pt x="41" y="26"/>
                    <a:pt x="60" y="32"/>
                  </a:cubicBezTo>
                  <a:cubicBezTo>
                    <a:pt x="67" y="34"/>
                    <a:pt x="98" y="37"/>
                    <a:pt x="97" y="48"/>
                  </a:cubicBezTo>
                  <a:cubicBezTo>
                    <a:pt x="104" y="47"/>
                    <a:pt x="110" y="40"/>
                    <a:pt x="116" y="37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2659" name="Freeform 247">
              <a:extLst>
                <a:ext uri="{FF2B5EF4-FFF2-40B4-BE49-F238E27FC236}">
                  <a16:creationId xmlns:a16="http://schemas.microsoft.com/office/drawing/2014/main" id="{FF37C34E-B04C-4C49-9AAD-A1CB75D32B5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6" y="2974"/>
              <a:ext cx="216" cy="91"/>
            </a:xfrm>
            <a:custGeom>
              <a:avLst/>
              <a:gdLst>
                <a:gd name="T0" fmla="*/ 0 w 203"/>
                <a:gd name="T1" fmla="*/ 2 h 85"/>
                <a:gd name="T2" fmla="*/ 33 w 203"/>
                <a:gd name="T3" fmla="*/ 80 h 85"/>
                <a:gd name="T4" fmla="*/ 93 w 203"/>
                <a:gd name="T5" fmla="*/ 97 h 85"/>
                <a:gd name="T6" fmla="*/ 180 w 203"/>
                <a:gd name="T7" fmla="*/ 66 h 85"/>
                <a:gd name="T8" fmla="*/ 245 w 203"/>
                <a:gd name="T9" fmla="*/ 56 h 85"/>
                <a:gd name="T10" fmla="*/ 116 w 203"/>
                <a:gd name="T11" fmla="*/ 64 h 85"/>
                <a:gd name="T12" fmla="*/ 44 w 203"/>
                <a:gd name="T13" fmla="*/ 59 h 85"/>
                <a:gd name="T14" fmla="*/ 0 w 203"/>
                <a:gd name="T15" fmla="*/ 0 h 8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03" h="85">
                  <a:moveTo>
                    <a:pt x="0" y="2"/>
                  </a:moveTo>
                  <a:cubicBezTo>
                    <a:pt x="8" y="21"/>
                    <a:pt x="16" y="48"/>
                    <a:pt x="27" y="65"/>
                  </a:cubicBezTo>
                  <a:cubicBezTo>
                    <a:pt x="40" y="84"/>
                    <a:pt x="56" y="85"/>
                    <a:pt x="77" y="79"/>
                  </a:cubicBezTo>
                  <a:cubicBezTo>
                    <a:pt x="101" y="72"/>
                    <a:pt x="124" y="60"/>
                    <a:pt x="149" y="54"/>
                  </a:cubicBezTo>
                  <a:cubicBezTo>
                    <a:pt x="165" y="50"/>
                    <a:pt x="186" y="46"/>
                    <a:pt x="203" y="46"/>
                  </a:cubicBezTo>
                  <a:cubicBezTo>
                    <a:pt x="168" y="40"/>
                    <a:pt x="129" y="36"/>
                    <a:pt x="96" y="52"/>
                  </a:cubicBezTo>
                  <a:cubicBezTo>
                    <a:pt x="74" y="64"/>
                    <a:pt x="57" y="70"/>
                    <a:pt x="37" y="48"/>
                  </a:cubicBezTo>
                  <a:cubicBezTo>
                    <a:pt x="24" y="33"/>
                    <a:pt x="19" y="12"/>
                    <a:pt x="0" y="0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2660" name="Freeform 248">
              <a:extLst>
                <a:ext uri="{FF2B5EF4-FFF2-40B4-BE49-F238E27FC236}">
                  <a16:creationId xmlns:a16="http://schemas.microsoft.com/office/drawing/2014/main" id="{C7A72F93-820D-4F60-A76F-6B8CA7C1EFC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0" y="3046"/>
              <a:ext cx="210" cy="85"/>
            </a:xfrm>
            <a:custGeom>
              <a:avLst/>
              <a:gdLst>
                <a:gd name="T0" fmla="*/ 237 w 196"/>
                <a:gd name="T1" fmla="*/ 0 h 80"/>
                <a:gd name="T2" fmla="*/ 177 w 196"/>
                <a:gd name="T3" fmla="*/ 46 h 80"/>
                <a:gd name="T4" fmla="*/ 121 w 196"/>
                <a:gd name="T5" fmla="*/ 61 h 80"/>
                <a:gd name="T6" fmla="*/ 0 w 196"/>
                <a:gd name="T7" fmla="*/ 60 h 80"/>
                <a:gd name="T8" fmla="*/ 164 w 196"/>
                <a:gd name="T9" fmla="*/ 78 h 80"/>
                <a:gd name="T10" fmla="*/ 241 w 196"/>
                <a:gd name="T11" fmla="*/ 4 h 8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6" h="80">
                  <a:moveTo>
                    <a:pt x="192" y="0"/>
                  </a:moveTo>
                  <a:cubicBezTo>
                    <a:pt x="175" y="6"/>
                    <a:pt x="159" y="27"/>
                    <a:pt x="144" y="38"/>
                  </a:cubicBezTo>
                  <a:cubicBezTo>
                    <a:pt x="129" y="48"/>
                    <a:pt x="114" y="47"/>
                    <a:pt x="98" y="51"/>
                  </a:cubicBezTo>
                  <a:cubicBezTo>
                    <a:pt x="71" y="58"/>
                    <a:pt x="26" y="63"/>
                    <a:pt x="0" y="50"/>
                  </a:cubicBezTo>
                  <a:cubicBezTo>
                    <a:pt x="33" y="80"/>
                    <a:pt x="93" y="76"/>
                    <a:pt x="133" y="65"/>
                  </a:cubicBezTo>
                  <a:cubicBezTo>
                    <a:pt x="169" y="56"/>
                    <a:pt x="177" y="28"/>
                    <a:pt x="196" y="4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2661" name="Freeform 249">
              <a:extLst>
                <a:ext uri="{FF2B5EF4-FFF2-40B4-BE49-F238E27FC236}">
                  <a16:creationId xmlns:a16="http://schemas.microsoft.com/office/drawing/2014/main" id="{5EF0F8C5-72B4-4257-B78B-85AFC7D67D8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4" y="3069"/>
              <a:ext cx="94" cy="34"/>
            </a:xfrm>
            <a:custGeom>
              <a:avLst/>
              <a:gdLst>
                <a:gd name="T0" fmla="*/ 50 w 88"/>
                <a:gd name="T1" fmla="*/ 0 h 32"/>
                <a:gd name="T2" fmla="*/ 7 w 88"/>
                <a:gd name="T3" fmla="*/ 38 h 32"/>
                <a:gd name="T4" fmla="*/ 107 w 88"/>
                <a:gd name="T5" fmla="*/ 36 h 32"/>
                <a:gd name="T6" fmla="*/ 69 w 88"/>
                <a:gd name="T7" fmla="*/ 24 h 32"/>
                <a:gd name="T8" fmla="*/ 34 w 88"/>
                <a:gd name="T9" fmla="*/ 19 h 32"/>
                <a:gd name="T10" fmla="*/ 49 w 88"/>
                <a:gd name="T11" fmla="*/ 4 h 3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8" h="32">
                  <a:moveTo>
                    <a:pt x="41" y="0"/>
                  </a:moveTo>
                  <a:cubicBezTo>
                    <a:pt x="27" y="3"/>
                    <a:pt x="0" y="14"/>
                    <a:pt x="7" y="32"/>
                  </a:cubicBezTo>
                  <a:cubicBezTo>
                    <a:pt x="33" y="28"/>
                    <a:pt x="61" y="32"/>
                    <a:pt x="88" y="30"/>
                  </a:cubicBezTo>
                  <a:cubicBezTo>
                    <a:pt x="77" y="29"/>
                    <a:pt x="68" y="23"/>
                    <a:pt x="57" y="21"/>
                  </a:cubicBezTo>
                  <a:cubicBezTo>
                    <a:pt x="48" y="19"/>
                    <a:pt x="37" y="19"/>
                    <a:pt x="28" y="16"/>
                  </a:cubicBezTo>
                  <a:cubicBezTo>
                    <a:pt x="32" y="11"/>
                    <a:pt x="37" y="8"/>
                    <a:pt x="40" y="4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2662" name="Freeform 250">
              <a:extLst>
                <a:ext uri="{FF2B5EF4-FFF2-40B4-BE49-F238E27FC236}">
                  <a16:creationId xmlns:a16="http://schemas.microsoft.com/office/drawing/2014/main" id="{414BD1E1-9709-4CEC-BEB8-C90FF388D8C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7" y="2689"/>
              <a:ext cx="227" cy="47"/>
            </a:xfrm>
            <a:custGeom>
              <a:avLst/>
              <a:gdLst>
                <a:gd name="T0" fmla="*/ 2 w 213"/>
                <a:gd name="T1" fmla="*/ 51 h 44"/>
                <a:gd name="T2" fmla="*/ 143 w 213"/>
                <a:gd name="T3" fmla="*/ 28 h 44"/>
                <a:gd name="T4" fmla="*/ 207 w 213"/>
                <a:gd name="T5" fmla="*/ 26 h 44"/>
                <a:gd name="T6" fmla="*/ 258 w 213"/>
                <a:gd name="T7" fmla="*/ 0 h 44"/>
                <a:gd name="T8" fmla="*/ 120 w 213"/>
                <a:gd name="T9" fmla="*/ 13 h 44"/>
                <a:gd name="T10" fmla="*/ 56 w 213"/>
                <a:gd name="T11" fmla="*/ 26 h 44"/>
                <a:gd name="T12" fmla="*/ 0 w 213"/>
                <a:gd name="T13" fmla="*/ 53 h 4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3" h="44">
                  <a:moveTo>
                    <a:pt x="2" y="42"/>
                  </a:moveTo>
                  <a:cubicBezTo>
                    <a:pt x="40" y="31"/>
                    <a:pt x="77" y="22"/>
                    <a:pt x="118" y="22"/>
                  </a:cubicBezTo>
                  <a:cubicBezTo>
                    <a:pt x="135" y="22"/>
                    <a:pt x="154" y="24"/>
                    <a:pt x="171" y="21"/>
                  </a:cubicBezTo>
                  <a:cubicBezTo>
                    <a:pt x="189" y="18"/>
                    <a:pt x="199" y="10"/>
                    <a:pt x="213" y="0"/>
                  </a:cubicBezTo>
                  <a:cubicBezTo>
                    <a:pt x="183" y="17"/>
                    <a:pt x="135" y="7"/>
                    <a:pt x="99" y="10"/>
                  </a:cubicBezTo>
                  <a:cubicBezTo>
                    <a:pt x="82" y="12"/>
                    <a:pt x="63" y="16"/>
                    <a:pt x="47" y="21"/>
                  </a:cubicBezTo>
                  <a:cubicBezTo>
                    <a:pt x="30" y="26"/>
                    <a:pt x="17" y="39"/>
                    <a:pt x="0" y="44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2663" name="Freeform 251">
              <a:extLst>
                <a:ext uri="{FF2B5EF4-FFF2-40B4-BE49-F238E27FC236}">
                  <a16:creationId xmlns:a16="http://schemas.microsoft.com/office/drawing/2014/main" id="{9C665EF9-E09F-4937-BF5F-CD6B9E57D9E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6" y="2369"/>
              <a:ext cx="166" cy="81"/>
            </a:xfrm>
            <a:custGeom>
              <a:avLst/>
              <a:gdLst>
                <a:gd name="T0" fmla="*/ 0 w 155"/>
                <a:gd name="T1" fmla="*/ 91 h 76"/>
                <a:gd name="T2" fmla="*/ 114 w 155"/>
                <a:gd name="T3" fmla="*/ 0 h 76"/>
                <a:gd name="T4" fmla="*/ 104 w 155"/>
                <a:gd name="T5" fmla="*/ 49 h 76"/>
                <a:gd name="T6" fmla="*/ 138 w 155"/>
                <a:gd name="T7" fmla="*/ 68 h 76"/>
                <a:gd name="T8" fmla="*/ 191 w 155"/>
                <a:gd name="T9" fmla="*/ 92 h 76"/>
                <a:gd name="T10" fmla="*/ 141 w 155"/>
                <a:gd name="T11" fmla="*/ 77 h 76"/>
                <a:gd name="T12" fmla="*/ 97 w 155"/>
                <a:gd name="T13" fmla="*/ 82 h 76"/>
                <a:gd name="T14" fmla="*/ 11 w 155"/>
                <a:gd name="T15" fmla="*/ 92 h 7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55" h="76">
                  <a:moveTo>
                    <a:pt x="0" y="75"/>
                  </a:moveTo>
                  <a:cubicBezTo>
                    <a:pt x="39" y="63"/>
                    <a:pt x="69" y="34"/>
                    <a:pt x="92" y="0"/>
                  </a:cubicBezTo>
                  <a:cubicBezTo>
                    <a:pt x="93" y="14"/>
                    <a:pt x="80" y="27"/>
                    <a:pt x="85" y="40"/>
                  </a:cubicBezTo>
                  <a:cubicBezTo>
                    <a:pt x="89" y="52"/>
                    <a:pt x="102" y="53"/>
                    <a:pt x="112" y="56"/>
                  </a:cubicBezTo>
                  <a:cubicBezTo>
                    <a:pt x="124" y="60"/>
                    <a:pt x="149" y="64"/>
                    <a:pt x="155" y="76"/>
                  </a:cubicBezTo>
                  <a:cubicBezTo>
                    <a:pt x="141" y="74"/>
                    <a:pt x="129" y="65"/>
                    <a:pt x="115" y="64"/>
                  </a:cubicBezTo>
                  <a:cubicBezTo>
                    <a:pt x="102" y="63"/>
                    <a:pt x="91" y="67"/>
                    <a:pt x="79" y="68"/>
                  </a:cubicBezTo>
                  <a:cubicBezTo>
                    <a:pt x="55" y="72"/>
                    <a:pt x="31" y="71"/>
                    <a:pt x="8" y="76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2664" name="Freeform 252">
              <a:extLst>
                <a:ext uri="{FF2B5EF4-FFF2-40B4-BE49-F238E27FC236}">
                  <a16:creationId xmlns:a16="http://schemas.microsoft.com/office/drawing/2014/main" id="{4BEAEA37-B9A4-4FBE-AA30-62899BBECAB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8" y="1797"/>
              <a:ext cx="403" cy="218"/>
            </a:xfrm>
            <a:custGeom>
              <a:avLst/>
              <a:gdLst>
                <a:gd name="T0" fmla="*/ 403 w 377"/>
                <a:gd name="T1" fmla="*/ 0 h 204"/>
                <a:gd name="T2" fmla="*/ 280 w 377"/>
                <a:gd name="T3" fmla="*/ 177 h 204"/>
                <a:gd name="T4" fmla="*/ 0 w 377"/>
                <a:gd name="T5" fmla="*/ 165 h 204"/>
                <a:gd name="T6" fmla="*/ 283 w 377"/>
                <a:gd name="T7" fmla="*/ 188 h 204"/>
                <a:gd name="T8" fmla="*/ 403 w 377"/>
                <a:gd name="T9" fmla="*/ 0 h 20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7" h="204">
                  <a:moveTo>
                    <a:pt x="330" y="0"/>
                  </a:moveTo>
                  <a:cubicBezTo>
                    <a:pt x="330" y="0"/>
                    <a:pt x="320" y="108"/>
                    <a:pt x="229" y="145"/>
                  </a:cubicBezTo>
                  <a:cubicBezTo>
                    <a:pt x="137" y="182"/>
                    <a:pt x="57" y="169"/>
                    <a:pt x="0" y="135"/>
                  </a:cubicBezTo>
                  <a:cubicBezTo>
                    <a:pt x="0" y="135"/>
                    <a:pt x="87" y="204"/>
                    <a:pt x="232" y="154"/>
                  </a:cubicBezTo>
                  <a:cubicBezTo>
                    <a:pt x="377" y="104"/>
                    <a:pt x="331" y="3"/>
                    <a:pt x="330" y="0"/>
                  </a:cubicBezTo>
                  <a:close/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2665" name="Freeform 253">
              <a:extLst>
                <a:ext uri="{FF2B5EF4-FFF2-40B4-BE49-F238E27FC236}">
                  <a16:creationId xmlns:a16="http://schemas.microsoft.com/office/drawing/2014/main" id="{65D1FD99-72F5-4271-94B9-97E03308E82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8" y="3902"/>
              <a:ext cx="69" cy="62"/>
            </a:xfrm>
            <a:custGeom>
              <a:avLst/>
              <a:gdLst>
                <a:gd name="T0" fmla="*/ 77 w 65"/>
                <a:gd name="T1" fmla="*/ 65 h 58"/>
                <a:gd name="T2" fmla="*/ 50 w 65"/>
                <a:gd name="T3" fmla="*/ 50 h 58"/>
                <a:gd name="T4" fmla="*/ 36 w 65"/>
                <a:gd name="T5" fmla="*/ 30 h 58"/>
                <a:gd name="T6" fmla="*/ 0 w 65"/>
                <a:gd name="T7" fmla="*/ 0 h 58"/>
                <a:gd name="T8" fmla="*/ 24 w 65"/>
                <a:gd name="T9" fmla="*/ 15 h 58"/>
                <a:gd name="T10" fmla="*/ 51 w 65"/>
                <a:gd name="T11" fmla="*/ 33 h 58"/>
                <a:gd name="T12" fmla="*/ 59 w 65"/>
                <a:gd name="T13" fmla="*/ 52 h 58"/>
                <a:gd name="T14" fmla="*/ 73 w 65"/>
                <a:gd name="T15" fmla="*/ 61 h 5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5" h="58">
                  <a:moveTo>
                    <a:pt x="65" y="53"/>
                  </a:moveTo>
                  <a:cubicBezTo>
                    <a:pt x="57" y="58"/>
                    <a:pt x="44" y="48"/>
                    <a:pt x="41" y="41"/>
                  </a:cubicBezTo>
                  <a:cubicBezTo>
                    <a:pt x="38" y="35"/>
                    <a:pt x="37" y="28"/>
                    <a:pt x="30" y="24"/>
                  </a:cubicBezTo>
                  <a:cubicBezTo>
                    <a:pt x="19" y="19"/>
                    <a:pt x="12" y="4"/>
                    <a:pt x="0" y="0"/>
                  </a:cubicBezTo>
                  <a:cubicBezTo>
                    <a:pt x="7" y="2"/>
                    <a:pt x="14" y="8"/>
                    <a:pt x="21" y="12"/>
                  </a:cubicBezTo>
                  <a:cubicBezTo>
                    <a:pt x="29" y="16"/>
                    <a:pt x="37" y="19"/>
                    <a:pt x="42" y="27"/>
                  </a:cubicBezTo>
                  <a:cubicBezTo>
                    <a:pt x="45" y="32"/>
                    <a:pt x="45" y="39"/>
                    <a:pt x="50" y="43"/>
                  </a:cubicBezTo>
                  <a:cubicBezTo>
                    <a:pt x="52" y="46"/>
                    <a:pt x="58" y="48"/>
                    <a:pt x="61" y="50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2666" name="Freeform 254">
              <a:extLst>
                <a:ext uri="{FF2B5EF4-FFF2-40B4-BE49-F238E27FC236}">
                  <a16:creationId xmlns:a16="http://schemas.microsoft.com/office/drawing/2014/main" id="{64256523-CC86-47E1-8920-F2420E312FC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1" y="3652"/>
              <a:ext cx="94" cy="132"/>
            </a:xfrm>
            <a:custGeom>
              <a:avLst/>
              <a:gdLst>
                <a:gd name="T0" fmla="*/ 49 w 88"/>
                <a:gd name="T1" fmla="*/ 150 h 124"/>
                <a:gd name="T2" fmla="*/ 4 w 88"/>
                <a:gd name="T3" fmla="*/ 99 h 124"/>
                <a:gd name="T4" fmla="*/ 4 w 88"/>
                <a:gd name="T5" fmla="*/ 32 h 124"/>
                <a:gd name="T6" fmla="*/ 7 w 88"/>
                <a:gd name="T7" fmla="*/ 16 h 124"/>
                <a:gd name="T8" fmla="*/ 35 w 88"/>
                <a:gd name="T9" fmla="*/ 5 h 124"/>
                <a:gd name="T10" fmla="*/ 107 w 88"/>
                <a:gd name="T11" fmla="*/ 3 h 124"/>
                <a:gd name="T12" fmla="*/ 37 w 88"/>
                <a:gd name="T13" fmla="*/ 16 h 124"/>
                <a:gd name="T14" fmla="*/ 17 w 88"/>
                <a:gd name="T15" fmla="*/ 20 h 124"/>
                <a:gd name="T16" fmla="*/ 15 w 88"/>
                <a:gd name="T17" fmla="*/ 42 h 124"/>
                <a:gd name="T18" fmla="*/ 15 w 88"/>
                <a:gd name="T19" fmla="*/ 105 h 124"/>
                <a:gd name="T20" fmla="*/ 44 w 88"/>
                <a:gd name="T21" fmla="*/ 148 h 12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8" h="124">
                  <a:moveTo>
                    <a:pt x="40" y="124"/>
                  </a:moveTo>
                  <a:cubicBezTo>
                    <a:pt x="19" y="116"/>
                    <a:pt x="9" y="105"/>
                    <a:pt x="4" y="82"/>
                  </a:cubicBezTo>
                  <a:cubicBezTo>
                    <a:pt x="0" y="63"/>
                    <a:pt x="7" y="45"/>
                    <a:pt x="4" y="26"/>
                  </a:cubicBezTo>
                  <a:cubicBezTo>
                    <a:pt x="2" y="18"/>
                    <a:pt x="0" y="18"/>
                    <a:pt x="7" y="13"/>
                  </a:cubicBezTo>
                  <a:cubicBezTo>
                    <a:pt x="14" y="8"/>
                    <a:pt x="21" y="7"/>
                    <a:pt x="29" y="5"/>
                  </a:cubicBezTo>
                  <a:cubicBezTo>
                    <a:pt x="49" y="0"/>
                    <a:pt x="68" y="2"/>
                    <a:pt x="88" y="3"/>
                  </a:cubicBezTo>
                  <a:cubicBezTo>
                    <a:pt x="69" y="4"/>
                    <a:pt x="51" y="12"/>
                    <a:pt x="31" y="13"/>
                  </a:cubicBezTo>
                  <a:cubicBezTo>
                    <a:pt x="25" y="13"/>
                    <a:pt x="19" y="11"/>
                    <a:pt x="14" y="17"/>
                  </a:cubicBezTo>
                  <a:cubicBezTo>
                    <a:pt x="10" y="22"/>
                    <a:pt x="12" y="29"/>
                    <a:pt x="12" y="35"/>
                  </a:cubicBezTo>
                  <a:cubicBezTo>
                    <a:pt x="12" y="53"/>
                    <a:pt x="5" y="69"/>
                    <a:pt x="12" y="87"/>
                  </a:cubicBezTo>
                  <a:cubicBezTo>
                    <a:pt x="17" y="102"/>
                    <a:pt x="27" y="112"/>
                    <a:pt x="36" y="123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2667" name="Freeform 255">
              <a:extLst>
                <a:ext uri="{FF2B5EF4-FFF2-40B4-BE49-F238E27FC236}">
                  <a16:creationId xmlns:a16="http://schemas.microsoft.com/office/drawing/2014/main" id="{B590B1EE-6D78-4982-8D9F-468537E3A3C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3" y="3803"/>
              <a:ext cx="119" cy="100"/>
            </a:xfrm>
            <a:custGeom>
              <a:avLst/>
              <a:gdLst>
                <a:gd name="T0" fmla="*/ 1 w 112"/>
                <a:gd name="T1" fmla="*/ 0 h 94"/>
                <a:gd name="T2" fmla="*/ 5 w 112"/>
                <a:gd name="T3" fmla="*/ 50 h 94"/>
                <a:gd name="T4" fmla="*/ 16 w 112"/>
                <a:gd name="T5" fmla="*/ 77 h 94"/>
                <a:gd name="T6" fmla="*/ 53 w 112"/>
                <a:gd name="T7" fmla="*/ 99 h 94"/>
                <a:gd name="T8" fmla="*/ 95 w 112"/>
                <a:gd name="T9" fmla="*/ 103 h 94"/>
                <a:gd name="T10" fmla="*/ 134 w 112"/>
                <a:gd name="T11" fmla="*/ 109 h 94"/>
                <a:gd name="T12" fmla="*/ 94 w 112"/>
                <a:gd name="T13" fmla="*/ 41 h 94"/>
                <a:gd name="T14" fmla="*/ 102 w 112"/>
                <a:gd name="T15" fmla="*/ 84 h 94"/>
                <a:gd name="T16" fmla="*/ 97 w 112"/>
                <a:gd name="T17" fmla="*/ 95 h 94"/>
                <a:gd name="T18" fmla="*/ 75 w 112"/>
                <a:gd name="T19" fmla="*/ 91 h 94"/>
                <a:gd name="T20" fmla="*/ 30 w 112"/>
                <a:gd name="T21" fmla="*/ 70 h 94"/>
                <a:gd name="T22" fmla="*/ 12 w 112"/>
                <a:gd name="T23" fmla="*/ 38 h 94"/>
                <a:gd name="T24" fmla="*/ 4 w 112"/>
                <a:gd name="T25" fmla="*/ 5 h 9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12" h="94">
                  <a:moveTo>
                    <a:pt x="1" y="0"/>
                  </a:moveTo>
                  <a:cubicBezTo>
                    <a:pt x="0" y="13"/>
                    <a:pt x="3" y="28"/>
                    <a:pt x="5" y="41"/>
                  </a:cubicBezTo>
                  <a:cubicBezTo>
                    <a:pt x="6" y="50"/>
                    <a:pt x="7" y="57"/>
                    <a:pt x="13" y="64"/>
                  </a:cubicBezTo>
                  <a:cubicBezTo>
                    <a:pt x="20" y="74"/>
                    <a:pt x="32" y="80"/>
                    <a:pt x="44" y="82"/>
                  </a:cubicBezTo>
                  <a:cubicBezTo>
                    <a:pt x="56" y="84"/>
                    <a:pt x="67" y="83"/>
                    <a:pt x="79" y="86"/>
                  </a:cubicBezTo>
                  <a:cubicBezTo>
                    <a:pt x="88" y="88"/>
                    <a:pt x="103" y="94"/>
                    <a:pt x="112" y="90"/>
                  </a:cubicBezTo>
                  <a:cubicBezTo>
                    <a:pt x="95" y="75"/>
                    <a:pt x="81" y="59"/>
                    <a:pt x="78" y="35"/>
                  </a:cubicBezTo>
                  <a:cubicBezTo>
                    <a:pt x="78" y="47"/>
                    <a:pt x="83" y="58"/>
                    <a:pt x="85" y="70"/>
                  </a:cubicBezTo>
                  <a:cubicBezTo>
                    <a:pt x="86" y="76"/>
                    <a:pt x="88" y="79"/>
                    <a:pt x="81" y="79"/>
                  </a:cubicBezTo>
                  <a:cubicBezTo>
                    <a:pt x="75" y="80"/>
                    <a:pt x="69" y="76"/>
                    <a:pt x="63" y="76"/>
                  </a:cubicBezTo>
                  <a:cubicBezTo>
                    <a:pt x="48" y="74"/>
                    <a:pt x="36" y="69"/>
                    <a:pt x="24" y="58"/>
                  </a:cubicBezTo>
                  <a:cubicBezTo>
                    <a:pt x="15" y="51"/>
                    <a:pt x="12" y="43"/>
                    <a:pt x="9" y="32"/>
                  </a:cubicBezTo>
                  <a:cubicBezTo>
                    <a:pt x="6" y="23"/>
                    <a:pt x="1" y="14"/>
                    <a:pt x="4" y="5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2668" name="Freeform 256">
              <a:extLst>
                <a:ext uri="{FF2B5EF4-FFF2-40B4-BE49-F238E27FC236}">
                  <a16:creationId xmlns:a16="http://schemas.microsoft.com/office/drawing/2014/main" id="{F9B88416-35F3-4F75-86CB-A4DAC55F9F4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1" y="3754"/>
              <a:ext cx="111" cy="68"/>
            </a:xfrm>
            <a:custGeom>
              <a:avLst/>
              <a:gdLst>
                <a:gd name="T0" fmla="*/ 126 w 104"/>
                <a:gd name="T1" fmla="*/ 14 h 64"/>
                <a:gd name="T2" fmla="*/ 53 w 104"/>
                <a:gd name="T3" fmla="*/ 3 h 64"/>
                <a:gd name="T4" fmla="*/ 0 w 104"/>
                <a:gd name="T5" fmla="*/ 43 h 64"/>
                <a:gd name="T6" fmla="*/ 42 w 104"/>
                <a:gd name="T7" fmla="*/ 30 h 64"/>
                <a:gd name="T8" fmla="*/ 53 w 104"/>
                <a:gd name="T9" fmla="*/ 77 h 64"/>
                <a:gd name="T10" fmla="*/ 58 w 104"/>
                <a:gd name="T11" fmla="*/ 49 h 64"/>
                <a:gd name="T12" fmla="*/ 83 w 104"/>
                <a:gd name="T13" fmla="*/ 33 h 64"/>
                <a:gd name="T14" fmla="*/ 101 w 104"/>
                <a:gd name="T15" fmla="*/ 22 h 64"/>
                <a:gd name="T16" fmla="*/ 123 w 104"/>
                <a:gd name="T17" fmla="*/ 15 h 6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4" h="64">
                  <a:moveTo>
                    <a:pt x="104" y="11"/>
                  </a:moveTo>
                  <a:cubicBezTo>
                    <a:pt x="83" y="21"/>
                    <a:pt x="64" y="6"/>
                    <a:pt x="44" y="3"/>
                  </a:cubicBezTo>
                  <a:cubicBezTo>
                    <a:pt x="22" y="0"/>
                    <a:pt x="10" y="18"/>
                    <a:pt x="0" y="36"/>
                  </a:cubicBezTo>
                  <a:cubicBezTo>
                    <a:pt x="6" y="27"/>
                    <a:pt x="25" y="17"/>
                    <a:pt x="35" y="24"/>
                  </a:cubicBezTo>
                  <a:cubicBezTo>
                    <a:pt x="47" y="32"/>
                    <a:pt x="41" y="53"/>
                    <a:pt x="44" y="64"/>
                  </a:cubicBezTo>
                  <a:cubicBezTo>
                    <a:pt x="44" y="56"/>
                    <a:pt x="46" y="48"/>
                    <a:pt x="48" y="40"/>
                  </a:cubicBezTo>
                  <a:cubicBezTo>
                    <a:pt x="52" y="31"/>
                    <a:pt x="59" y="30"/>
                    <a:pt x="68" y="27"/>
                  </a:cubicBezTo>
                  <a:cubicBezTo>
                    <a:pt x="73" y="25"/>
                    <a:pt x="78" y="22"/>
                    <a:pt x="83" y="19"/>
                  </a:cubicBezTo>
                  <a:cubicBezTo>
                    <a:pt x="89" y="17"/>
                    <a:pt x="97" y="16"/>
                    <a:pt x="101" y="12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2669" name="Freeform 257">
              <a:extLst>
                <a:ext uri="{FF2B5EF4-FFF2-40B4-BE49-F238E27FC236}">
                  <a16:creationId xmlns:a16="http://schemas.microsoft.com/office/drawing/2014/main" id="{2A764072-38D0-45C6-80B9-EEF7003BDF5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1" y="3135"/>
              <a:ext cx="190" cy="313"/>
            </a:xfrm>
            <a:custGeom>
              <a:avLst/>
              <a:gdLst>
                <a:gd name="T0" fmla="*/ 217 w 178"/>
                <a:gd name="T1" fmla="*/ 12 h 293"/>
                <a:gd name="T2" fmla="*/ 133 w 178"/>
                <a:gd name="T3" fmla="*/ 1 h 293"/>
                <a:gd name="T4" fmla="*/ 72 w 178"/>
                <a:gd name="T5" fmla="*/ 1 h 293"/>
                <a:gd name="T6" fmla="*/ 31 w 178"/>
                <a:gd name="T7" fmla="*/ 5 h 293"/>
                <a:gd name="T8" fmla="*/ 19 w 178"/>
                <a:gd name="T9" fmla="*/ 53 h 293"/>
                <a:gd name="T10" fmla="*/ 5 w 178"/>
                <a:gd name="T11" fmla="*/ 198 h 293"/>
                <a:gd name="T12" fmla="*/ 36 w 178"/>
                <a:gd name="T13" fmla="*/ 357 h 293"/>
                <a:gd name="T14" fmla="*/ 22 w 178"/>
                <a:gd name="T15" fmla="*/ 246 h 293"/>
                <a:gd name="T16" fmla="*/ 27 w 178"/>
                <a:gd name="T17" fmla="*/ 160 h 293"/>
                <a:gd name="T18" fmla="*/ 35 w 178"/>
                <a:gd name="T19" fmla="*/ 112 h 293"/>
                <a:gd name="T20" fmla="*/ 41 w 178"/>
                <a:gd name="T21" fmla="*/ 53 h 293"/>
                <a:gd name="T22" fmla="*/ 67 w 178"/>
                <a:gd name="T23" fmla="*/ 46 h 293"/>
                <a:gd name="T24" fmla="*/ 118 w 178"/>
                <a:gd name="T25" fmla="*/ 34 h 293"/>
                <a:gd name="T26" fmla="*/ 161 w 178"/>
                <a:gd name="T27" fmla="*/ 26 h 293"/>
                <a:gd name="T28" fmla="*/ 195 w 178"/>
                <a:gd name="T29" fmla="*/ 20 h 29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78" h="293">
                  <a:moveTo>
                    <a:pt x="178" y="9"/>
                  </a:moveTo>
                  <a:cubicBezTo>
                    <a:pt x="154" y="9"/>
                    <a:pt x="133" y="2"/>
                    <a:pt x="110" y="1"/>
                  </a:cubicBezTo>
                  <a:cubicBezTo>
                    <a:pt x="94" y="0"/>
                    <a:pt x="76" y="1"/>
                    <a:pt x="59" y="1"/>
                  </a:cubicBezTo>
                  <a:cubicBezTo>
                    <a:pt x="52" y="1"/>
                    <a:pt x="31" y="0"/>
                    <a:pt x="25" y="5"/>
                  </a:cubicBezTo>
                  <a:cubicBezTo>
                    <a:pt x="16" y="13"/>
                    <a:pt x="17" y="35"/>
                    <a:pt x="16" y="44"/>
                  </a:cubicBezTo>
                  <a:cubicBezTo>
                    <a:pt x="13" y="83"/>
                    <a:pt x="10" y="123"/>
                    <a:pt x="5" y="162"/>
                  </a:cubicBezTo>
                  <a:cubicBezTo>
                    <a:pt x="0" y="210"/>
                    <a:pt x="24" y="248"/>
                    <a:pt x="30" y="293"/>
                  </a:cubicBezTo>
                  <a:cubicBezTo>
                    <a:pt x="29" y="263"/>
                    <a:pt x="20" y="232"/>
                    <a:pt x="19" y="201"/>
                  </a:cubicBezTo>
                  <a:cubicBezTo>
                    <a:pt x="17" y="178"/>
                    <a:pt x="18" y="153"/>
                    <a:pt x="22" y="131"/>
                  </a:cubicBezTo>
                  <a:cubicBezTo>
                    <a:pt x="24" y="118"/>
                    <a:pt x="27" y="105"/>
                    <a:pt x="29" y="92"/>
                  </a:cubicBezTo>
                  <a:cubicBezTo>
                    <a:pt x="31" y="78"/>
                    <a:pt x="29" y="57"/>
                    <a:pt x="34" y="44"/>
                  </a:cubicBezTo>
                  <a:cubicBezTo>
                    <a:pt x="39" y="31"/>
                    <a:pt x="43" y="36"/>
                    <a:pt x="55" y="37"/>
                  </a:cubicBezTo>
                  <a:cubicBezTo>
                    <a:pt x="71" y="38"/>
                    <a:pt x="83" y="32"/>
                    <a:pt x="97" y="28"/>
                  </a:cubicBezTo>
                  <a:cubicBezTo>
                    <a:pt x="109" y="24"/>
                    <a:pt x="120" y="23"/>
                    <a:pt x="132" y="21"/>
                  </a:cubicBezTo>
                  <a:cubicBezTo>
                    <a:pt x="140" y="20"/>
                    <a:pt x="154" y="22"/>
                    <a:pt x="160" y="17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2670" name="Freeform 258">
              <a:extLst>
                <a:ext uri="{FF2B5EF4-FFF2-40B4-BE49-F238E27FC236}">
                  <a16:creationId xmlns:a16="http://schemas.microsoft.com/office/drawing/2014/main" id="{CC6ECF66-7839-417F-985B-42E4860CDD4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7" y="3289"/>
              <a:ext cx="152" cy="341"/>
            </a:xfrm>
            <a:custGeom>
              <a:avLst/>
              <a:gdLst>
                <a:gd name="T0" fmla="*/ 11 w 142"/>
                <a:gd name="T1" fmla="*/ 140 h 320"/>
                <a:gd name="T2" fmla="*/ 76 w 142"/>
                <a:gd name="T3" fmla="*/ 285 h 320"/>
                <a:gd name="T4" fmla="*/ 174 w 142"/>
                <a:gd name="T5" fmla="*/ 387 h 320"/>
                <a:gd name="T6" fmla="*/ 86 w 142"/>
                <a:gd name="T7" fmla="*/ 276 h 320"/>
                <a:gd name="T8" fmla="*/ 33 w 142"/>
                <a:gd name="T9" fmla="*/ 167 h 320"/>
                <a:gd name="T10" fmla="*/ 7 w 142"/>
                <a:gd name="T11" fmla="*/ 0 h 3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2" h="320">
                  <a:moveTo>
                    <a:pt x="8" y="115"/>
                  </a:moveTo>
                  <a:cubicBezTo>
                    <a:pt x="13" y="158"/>
                    <a:pt x="38" y="202"/>
                    <a:pt x="62" y="236"/>
                  </a:cubicBezTo>
                  <a:cubicBezTo>
                    <a:pt x="82" y="265"/>
                    <a:pt x="112" y="301"/>
                    <a:pt x="142" y="320"/>
                  </a:cubicBezTo>
                  <a:cubicBezTo>
                    <a:pt x="117" y="292"/>
                    <a:pt x="88" y="261"/>
                    <a:pt x="70" y="228"/>
                  </a:cubicBezTo>
                  <a:cubicBezTo>
                    <a:pt x="54" y="199"/>
                    <a:pt x="42" y="168"/>
                    <a:pt x="27" y="138"/>
                  </a:cubicBezTo>
                  <a:cubicBezTo>
                    <a:pt x="7" y="100"/>
                    <a:pt x="0" y="43"/>
                    <a:pt x="7" y="0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2671" name="Freeform 259">
              <a:extLst>
                <a:ext uri="{FF2B5EF4-FFF2-40B4-BE49-F238E27FC236}">
                  <a16:creationId xmlns:a16="http://schemas.microsoft.com/office/drawing/2014/main" id="{DEEC3B73-C9EB-4D18-BAA9-27D3FA2EC89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9" y="2453"/>
              <a:ext cx="125" cy="22"/>
            </a:xfrm>
            <a:custGeom>
              <a:avLst/>
              <a:gdLst>
                <a:gd name="T0" fmla="*/ 0 w 117"/>
                <a:gd name="T1" fmla="*/ 8 h 21"/>
                <a:gd name="T2" fmla="*/ 60 w 117"/>
                <a:gd name="T3" fmla="*/ 21 h 21"/>
                <a:gd name="T4" fmla="*/ 143 w 117"/>
                <a:gd name="T5" fmla="*/ 0 h 21"/>
                <a:gd name="T6" fmla="*/ 3 w 117"/>
                <a:gd name="T7" fmla="*/ 8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7" h="21">
                  <a:moveTo>
                    <a:pt x="0" y="8"/>
                  </a:moveTo>
                  <a:cubicBezTo>
                    <a:pt x="9" y="19"/>
                    <a:pt x="34" y="17"/>
                    <a:pt x="49" y="18"/>
                  </a:cubicBezTo>
                  <a:cubicBezTo>
                    <a:pt x="71" y="19"/>
                    <a:pt x="97" y="8"/>
                    <a:pt x="117" y="0"/>
                  </a:cubicBezTo>
                  <a:cubicBezTo>
                    <a:pt x="79" y="21"/>
                    <a:pt x="42" y="7"/>
                    <a:pt x="3" y="8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2672" name="Freeform 260">
              <a:extLst>
                <a:ext uri="{FF2B5EF4-FFF2-40B4-BE49-F238E27FC236}">
                  <a16:creationId xmlns:a16="http://schemas.microsoft.com/office/drawing/2014/main" id="{866DE968-1B65-4FAC-BB3D-33ECEA7700A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9" y="1545"/>
              <a:ext cx="38" cy="48"/>
            </a:xfrm>
            <a:custGeom>
              <a:avLst/>
              <a:gdLst>
                <a:gd name="T0" fmla="*/ 0 w 35"/>
                <a:gd name="T1" fmla="*/ 54 h 45"/>
                <a:gd name="T2" fmla="*/ 45 w 35"/>
                <a:gd name="T3" fmla="*/ 0 h 45"/>
                <a:gd name="T4" fmla="*/ 41 w 35"/>
                <a:gd name="T5" fmla="*/ 50 h 45"/>
                <a:gd name="T6" fmla="*/ 1 w 35"/>
                <a:gd name="T7" fmla="*/ 53 h 4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" h="45">
                  <a:moveTo>
                    <a:pt x="0" y="45"/>
                  </a:moveTo>
                  <a:cubicBezTo>
                    <a:pt x="10" y="30"/>
                    <a:pt x="21" y="11"/>
                    <a:pt x="35" y="0"/>
                  </a:cubicBezTo>
                  <a:cubicBezTo>
                    <a:pt x="29" y="12"/>
                    <a:pt x="17" y="32"/>
                    <a:pt x="32" y="41"/>
                  </a:cubicBezTo>
                  <a:cubicBezTo>
                    <a:pt x="21" y="42"/>
                    <a:pt x="11" y="42"/>
                    <a:pt x="1" y="44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2673" name="Freeform 261">
              <a:extLst>
                <a:ext uri="{FF2B5EF4-FFF2-40B4-BE49-F238E27FC236}">
                  <a16:creationId xmlns:a16="http://schemas.microsoft.com/office/drawing/2014/main" id="{3F027CDA-1F77-40F1-89CA-7A5E40C71AD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6" y="1599"/>
              <a:ext cx="64" cy="87"/>
            </a:xfrm>
            <a:custGeom>
              <a:avLst/>
              <a:gdLst>
                <a:gd name="T0" fmla="*/ 73 w 60"/>
                <a:gd name="T1" fmla="*/ 0 h 82"/>
                <a:gd name="T2" fmla="*/ 33 w 60"/>
                <a:gd name="T3" fmla="*/ 6 h 82"/>
                <a:gd name="T4" fmla="*/ 12 w 60"/>
                <a:gd name="T5" fmla="*/ 24 h 82"/>
                <a:gd name="T6" fmla="*/ 5 w 60"/>
                <a:gd name="T7" fmla="*/ 59 h 82"/>
                <a:gd name="T8" fmla="*/ 25 w 60"/>
                <a:gd name="T9" fmla="*/ 98 h 82"/>
                <a:gd name="T10" fmla="*/ 20 w 60"/>
                <a:gd name="T11" fmla="*/ 58 h 82"/>
                <a:gd name="T12" fmla="*/ 27 w 60"/>
                <a:gd name="T13" fmla="*/ 29 h 82"/>
                <a:gd name="T14" fmla="*/ 48 w 60"/>
                <a:gd name="T15" fmla="*/ 15 h 82"/>
                <a:gd name="T16" fmla="*/ 66 w 60"/>
                <a:gd name="T17" fmla="*/ 4 h 8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0" h="82">
                  <a:moveTo>
                    <a:pt x="60" y="0"/>
                  </a:moveTo>
                  <a:cubicBezTo>
                    <a:pt x="49" y="7"/>
                    <a:pt x="40" y="7"/>
                    <a:pt x="27" y="6"/>
                  </a:cubicBezTo>
                  <a:cubicBezTo>
                    <a:pt x="13" y="6"/>
                    <a:pt x="12" y="9"/>
                    <a:pt x="9" y="21"/>
                  </a:cubicBezTo>
                  <a:cubicBezTo>
                    <a:pt x="5" y="32"/>
                    <a:pt x="0" y="39"/>
                    <a:pt x="5" y="50"/>
                  </a:cubicBezTo>
                  <a:cubicBezTo>
                    <a:pt x="10" y="59"/>
                    <a:pt x="20" y="72"/>
                    <a:pt x="21" y="82"/>
                  </a:cubicBezTo>
                  <a:cubicBezTo>
                    <a:pt x="24" y="74"/>
                    <a:pt x="18" y="58"/>
                    <a:pt x="17" y="49"/>
                  </a:cubicBezTo>
                  <a:cubicBezTo>
                    <a:pt x="16" y="40"/>
                    <a:pt x="17" y="31"/>
                    <a:pt x="22" y="24"/>
                  </a:cubicBezTo>
                  <a:cubicBezTo>
                    <a:pt x="27" y="19"/>
                    <a:pt x="33" y="16"/>
                    <a:pt x="39" y="12"/>
                  </a:cubicBezTo>
                  <a:cubicBezTo>
                    <a:pt x="43" y="10"/>
                    <a:pt x="49" y="6"/>
                    <a:pt x="54" y="4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2674" name="Freeform 262">
              <a:extLst>
                <a:ext uri="{FF2B5EF4-FFF2-40B4-BE49-F238E27FC236}">
                  <a16:creationId xmlns:a16="http://schemas.microsoft.com/office/drawing/2014/main" id="{99EDC5E1-DAD5-416A-97A7-52A4879C0AD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3" y="1752"/>
              <a:ext cx="78" cy="84"/>
            </a:xfrm>
            <a:custGeom>
              <a:avLst/>
              <a:gdLst>
                <a:gd name="T0" fmla="*/ 89 w 73"/>
                <a:gd name="T1" fmla="*/ 47 h 78"/>
                <a:gd name="T2" fmla="*/ 60 w 73"/>
                <a:gd name="T3" fmla="*/ 33 h 78"/>
                <a:gd name="T4" fmla="*/ 38 w 73"/>
                <a:gd name="T5" fmla="*/ 24 h 78"/>
                <a:gd name="T6" fmla="*/ 0 w 73"/>
                <a:gd name="T7" fmla="*/ 0 h 78"/>
                <a:gd name="T8" fmla="*/ 41 w 73"/>
                <a:gd name="T9" fmla="*/ 97 h 78"/>
                <a:gd name="T10" fmla="*/ 38 w 73"/>
                <a:gd name="T11" fmla="*/ 39 h 78"/>
                <a:gd name="T12" fmla="*/ 66 w 73"/>
                <a:gd name="T13" fmla="*/ 46 h 78"/>
                <a:gd name="T14" fmla="*/ 89 w 73"/>
                <a:gd name="T15" fmla="*/ 54 h 7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3" h="78">
                  <a:moveTo>
                    <a:pt x="73" y="38"/>
                  </a:moveTo>
                  <a:cubicBezTo>
                    <a:pt x="68" y="39"/>
                    <a:pt x="55" y="30"/>
                    <a:pt x="49" y="27"/>
                  </a:cubicBezTo>
                  <a:cubicBezTo>
                    <a:pt x="43" y="24"/>
                    <a:pt x="37" y="22"/>
                    <a:pt x="32" y="19"/>
                  </a:cubicBezTo>
                  <a:cubicBezTo>
                    <a:pt x="22" y="13"/>
                    <a:pt x="8" y="8"/>
                    <a:pt x="0" y="0"/>
                  </a:cubicBezTo>
                  <a:cubicBezTo>
                    <a:pt x="5" y="28"/>
                    <a:pt x="23" y="52"/>
                    <a:pt x="34" y="78"/>
                  </a:cubicBezTo>
                  <a:cubicBezTo>
                    <a:pt x="35" y="67"/>
                    <a:pt x="12" y="33"/>
                    <a:pt x="32" y="31"/>
                  </a:cubicBezTo>
                  <a:cubicBezTo>
                    <a:pt x="38" y="31"/>
                    <a:pt x="48" y="35"/>
                    <a:pt x="54" y="37"/>
                  </a:cubicBezTo>
                  <a:cubicBezTo>
                    <a:pt x="60" y="39"/>
                    <a:pt x="65" y="43"/>
                    <a:pt x="73" y="43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2675" name="Freeform 263">
              <a:extLst>
                <a:ext uri="{FF2B5EF4-FFF2-40B4-BE49-F238E27FC236}">
                  <a16:creationId xmlns:a16="http://schemas.microsoft.com/office/drawing/2014/main" id="{E87942FF-AA5A-4D73-B05E-0B52008B2CE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1" y="2134"/>
              <a:ext cx="123" cy="177"/>
            </a:xfrm>
            <a:custGeom>
              <a:avLst/>
              <a:gdLst>
                <a:gd name="T0" fmla="*/ 110 w 115"/>
                <a:gd name="T1" fmla="*/ 21 h 166"/>
                <a:gd name="T2" fmla="*/ 59 w 115"/>
                <a:gd name="T3" fmla="*/ 55 h 166"/>
                <a:gd name="T4" fmla="*/ 73 w 115"/>
                <a:gd name="T5" fmla="*/ 95 h 166"/>
                <a:gd name="T6" fmla="*/ 110 w 115"/>
                <a:gd name="T7" fmla="*/ 85 h 166"/>
                <a:gd name="T8" fmla="*/ 141 w 115"/>
                <a:gd name="T9" fmla="*/ 74 h 166"/>
                <a:gd name="T10" fmla="*/ 81 w 115"/>
                <a:gd name="T11" fmla="*/ 117 h 166"/>
                <a:gd name="T12" fmla="*/ 73 w 115"/>
                <a:gd name="T13" fmla="*/ 202 h 166"/>
                <a:gd name="T14" fmla="*/ 73 w 115"/>
                <a:gd name="T15" fmla="*/ 135 h 166"/>
                <a:gd name="T16" fmla="*/ 66 w 115"/>
                <a:gd name="T17" fmla="*/ 89 h 166"/>
                <a:gd name="T18" fmla="*/ 48 w 115"/>
                <a:gd name="T19" fmla="*/ 45 h 166"/>
                <a:gd name="T20" fmla="*/ 31 w 115"/>
                <a:gd name="T21" fmla="*/ 29 h 166"/>
                <a:gd name="T22" fmla="*/ 0 w 115"/>
                <a:gd name="T23" fmla="*/ 1 h 166"/>
                <a:gd name="T24" fmla="*/ 30 w 115"/>
                <a:gd name="T25" fmla="*/ 17 h 166"/>
                <a:gd name="T26" fmla="*/ 57 w 115"/>
                <a:gd name="T27" fmla="*/ 30 h 166"/>
                <a:gd name="T28" fmla="*/ 83 w 115"/>
                <a:gd name="T29" fmla="*/ 27 h 166"/>
                <a:gd name="T30" fmla="*/ 106 w 115"/>
                <a:gd name="T31" fmla="*/ 21 h 16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15" h="166">
                  <a:moveTo>
                    <a:pt x="90" y="18"/>
                  </a:moveTo>
                  <a:cubicBezTo>
                    <a:pt x="75" y="24"/>
                    <a:pt x="60" y="35"/>
                    <a:pt x="48" y="46"/>
                  </a:cubicBezTo>
                  <a:cubicBezTo>
                    <a:pt x="45" y="56"/>
                    <a:pt x="47" y="74"/>
                    <a:pt x="60" y="78"/>
                  </a:cubicBezTo>
                  <a:cubicBezTo>
                    <a:pt x="68" y="80"/>
                    <a:pt x="81" y="73"/>
                    <a:pt x="90" y="70"/>
                  </a:cubicBezTo>
                  <a:cubicBezTo>
                    <a:pt x="98" y="67"/>
                    <a:pt x="108" y="65"/>
                    <a:pt x="115" y="61"/>
                  </a:cubicBezTo>
                  <a:cubicBezTo>
                    <a:pt x="102" y="79"/>
                    <a:pt x="67" y="70"/>
                    <a:pt x="66" y="97"/>
                  </a:cubicBezTo>
                  <a:cubicBezTo>
                    <a:pt x="64" y="121"/>
                    <a:pt x="56" y="142"/>
                    <a:pt x="60" y="166"/>
                  </a:cubicBezTo>
                  <a:cubicBezTo>
                    <a:pt x="57" y="146"/>
                    <a:pt x="56" y="131"/>
                    <a:pt x="60" y="112"/>
                  </a:cubicBezTo>
                  <a:cubicBezTo>
                    <a:pt x="64" y="97"/>
                    <a:pt x="62" y="87"/>
                    <a:pt x="54" y="73"/>
                  </a:cubicBezTo>
                  <a:cubicBezTo>
                    <a:pt x="47" y="61"/>
                    <a:pt x="44" y="48"/>
                    <a:pt x="39" y="37"/>
                  </a:cubicBezTo>
                  <a:cubicBezTo>
                    <a:pt x="36" y="30"/>
                    <a:pt x="30" y="27"/>
                    <a:pt x="25" y="23"/>
                  </a:cubicBezTo>
                  <a:cubicBezTo>
                    <a:pt x="17" y="16"/>
                    <a:pt x="10" y="5"/>
                    <a:pt x="0" y="1"/>
                  </a:cubicBezTo>
                  <a:cubicBezTo>
                    <a:pt x="7" y="0"/>
                    <a:pt x="17" y="10"/>
                    <a:pt x="24" y="14"/>
                  </a:cubicBezTo>
                  <a:cubicBezTo>
                    <a:pt x="32" y="19"/>
                    <a:pt x="38" y="22"/>
                    <a:pt x="47" y="24"/>
                  </a:cubicBezTo>
                  <a:cubicBezTo>
                    <a:pt x="56" y="27"/>
                    <a:pt x="59" y="25"/>
                    <a:pt x="68" y="22"/>
                  </a:cubicBezTo>
                  <a:cubicBezTo>
                    <a:pt x="74" y="20"/>
                    <a:pt x="83" y="21"/>
                    <a:pt x="87" y="18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2676" name="Freeform 264">
              <a:extLst>
                <a:ext uri="{FF2B5EF4-FFF2-40B4-BE49-F238E27FC236}">
                  <a16:creationId xmlns:a16="http://schemas.microsoft.com/office/drawing/2014/main" id="{0BDF6248-AC31-4B0F-9CCE-50EB94E28381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1" y="2358"/>
              <a:ext cx="32" cy="59"/>
            </a:xfrm>
            <a:custGeom>
              <a:avLst/>
              <a:gdLst>
                <a:gd name="T0" fmla="*/ 0 w 30"/>
                <a:gd name="T1" fmla="*/ 1 h 55"/>
                <a:gd name="T2" fmla="*/ 12 w 30"/>
                <a:gd name="T3" fmla="*/ 68 h 55"/>
                <a:gd name="T4" fmla="*/ 36 w 30"/>
                <a:gd name="T5" fmla="*/ 62 h 55"/>
                <a:gd name="T6" fmla="*/ 16 w 30"/>
                <a:gd name="T7" fmla="*/ 41 h 55"/>
                <a:gd name="T8" fmla="*/ 2 w 30"/>
                <a:gd name="T9" fmla="*/ 0 h 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55">
                  <a:moveTo>
                    <a:pt x="0" y="1"/>
                  </a:moveTo>
                  <a:cubicBezTo>
                    <a:pt x="9" y="17"/>
                    <a:pt x="9" y="37"/>
                    <a:pt x="9" y="55"/>
                  </a:cubicBezTo>
                  <a:cubicBezTo>
                    <a:pt x="10" y="45"/>
                    <a:pt x="24" y="46"/>
                    <a:pt x="30" y="50"/>
                  </a:cubicBezTo>
                  <a:cubicBezTo>
                    <a:pt x="26" y="45"/>
                    <a:pt x="18" y="39"/>
                    <a:pt x="13" y="33"/>
                  </a:cubicBezTo>
                  <a:cubicBezTo>
                    <a:pt x="8" y="25"/>
                    <a:pt x="2" y="10"/>
                    <a:pt x="2" y="0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2677" name="Freeform 265">
              <a:extLst>
                <a:ext uri="{FF2B5EF4-FFF2-40B4-BE49-F238E27FC236}">
                  <a16:creationId xmlns:a16="http://schemas.microsoft.com/office/drawing/2014/main" id="{068EFF1A-498C-4188-A8E6-E0B36C48A77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3" y="1882"/>
              <a:ext cx="115" cy="211"/>
            </a:xfrm>
            <a:custGeom>
              <a:avLst/>
              <a:gdLst>
                <a:gd name="T0" fmla="*/ 0 w 108"/>
                <a:gd name="T1" fmla="*/ 0 h 197"/>
                <a:gd name="T2" fmla="*/ 7 w 108"/>
                <a:gd name="T3" fmla="*/ 29 h 197"/>
                <a:gd name="T4" fmla="*/ 24 w 108"/>
                <a:gd name="T5" fmla="*/ 50 h 197"/>
                <a:gd name="T6" fmla="*/ 55 w 108"/>
                <a:gd name="T7" fmla="*/ 103 h 197"/>
                <a:gd name="T8" fmla="*/ 76 w 108"/>
                <a:gd name="T9" fmla="*/ 166 h 197"/>
                <a:gd name="T10" fmla="*/ 130 w 108"/>
                <a:gd name="T11" fmla="*/ 242 h 197"/>
                <a:gd name="T12" fmla="*/ 68 w 108"/>
                <a:gd name="T13" fmla="*/ 97 h 197"/>
                <a:gd name="T14" fmla="*/ 36 w 108"/>
                <a:gd name="T15" fmla="*/ 39 h 197"/>
                <a:gd name="T16" fmla="*/ 7 w 108"/>
                <a:gd name="T17" fmla="*/ 0 h 19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8" h="197">
                  <a:moveTo>
                    <a:pt x="0" y="0"/>
                  </a:moveTo>
                  <a:cubicBezTo>
                    <a:pt x="2" y="8"/>
                    <a:pt x="3" y="16"/>
                    <a:pt x="7" y="23"/>
                  </a:cubicBezTo>
                  <a:cubicBezTo>
                    <a:pt x="10" y="30"/>
                    <a:pt x="16" y="34"/>
                    <a:pt x="21" y="41"/>
                  </a:cubicBezTo>
                  <a:cubicBezTo>
                    <a:pt x="32" y="53"/>
                    <a:pt x="40" y="68"/>
                    <a:pt x="46" y="84"/>
                  </a:cubicBezTo>
                  <a:cubicBezTo>
                    <a:pt x="52" y="102"/>
                    <a:pt x="54" y="118"/>
                    <a:pt x="63" y="135"/>
                  </a:cubicBezTo>
                  <a:cubicBezTo>
                    <a:pt x="75" y="158"/>
                    <a:pt x="92" y="177"/>
                    <a:pt x="108" y="197"/>
                  </a:cubicBezTo>
                  <a:cubicBezTo>
                    <a:pt x="78" y="163"/>
                    <a:pt x="70" y="120"/>
                    <a:pt x="56" y="79"/>
                  </a:cubicBezTo>
                  <a:cubicBezTo>
                    <a:pt x="50" y="61"/>
                    <a:pt x="42" y="46"/>
                    <a:pt x="30" y="32"/>
                  </a:cubicBezTo>
                  <a:cubicBezTo>
                    <a:pt x="22" y="21"/>
                    <a:pt x="15" y="9"/>
                    <a:pt x="7" y="0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2678" name="Freeform 266">
              <a:extLst>
                <a:ext uri="{FF2B5EF4-FFF2-40B4-BE49-F238E27FC236}">
                  <a16:creationId xmlns:a16="http://schemas.microsoft.com/office/drawing/2014/main" id="{CF6D5313-EEDF-4D1C-B5B0-BDA169241B1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6" y="1808"/>
              <a:ext cx="156" cy="127"/>
            </a:xfrm>
            <a:custGeom>
              <a:avLst/>
              <a:gdLst>
                <a:gd name="T0" fmla="*/ 111 w 146"/>
                <a:gd name="T1" fmla="*/ 7 h 119"/>
                <a:gd name="T2" fmla="*/ 177 w 146"/>
                <a:gd name="T3" fmla="*/ 55 h 119"/>
                <a:gd name="T4" fmla="*/ 106 w 146"/>
                <a:gd name="T5" fmla="*/ 128 h 119"/>
                <a:gd name="T6" fmla="*/ 30 w 146"/>
                <a:gd name="T7" fmla="*/ 132 h 119"/>
                <a:gd name="T8" fmla="*/ 19 w 146"/>
                <a:gd name="T9" fmla="*/ 55 h 119"/>
                <a:gd name="T10" fmla="*/ 74 w 146"/>
                <a:gd name="T11" fmla="*/ 19 h 119"/>
                <a:gd name="T12" fmla="*/ 95 w 146"/>
                <a:gd name="T13" fmla="*/ 13 h 119"/>
                <a:gd name="T14" fmla="*/ 114 w 146"/>
                <a:gd name="T15" fmla="*/ 5 h 11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46" h="119">
                  <a:moveTo>
                    <a:pt x="91" y="7"/>
                  </a:moveTo>
                  <a:cubicBezTo>
                    <a:pt x="115" y="0"/>
                    <a:pt x="146" y="21"/>
                    <a:pt x="145" y="46"/>
                  </a:cubicBezTo>
                  <a:cubicBezTo>
                    <a:pt x="144" y="73"/>
                    <a:pt x="107" y="95"/>
                    <a:pt x="87" y="105"/>
                  </a:cubicBezTo>
                  <a:cubicBezTo>
                    <a:pt x="67" y="114"/>
                    <a:pt x="45" y="119"/>
                    <a:pt x="24" y="109"/>
                  </a:cubicBezTo>
                  <a:cubicBezTo>
                    <a:pt x="1" y="98"/>
                    <a:pt x="0" y="65"/>
                    <a:pt x="16" y="46"/>
                  </a:cubicBezTo>
                  <a:cubicBezTo>
                    <a:pt x="28" y="33"/>
                    <a:pt x="45" y="23"/>
                    <a:pt x="61" y="16"/>
                  </a:cubicBezTo>
                  <a:cubicBezTo>
                    <a:pt x="66" y="14"/>
                    <a:pt x="73" y="12"/>
                    <a:pt x="78" y="10"/>
                  </a:cubicBezTo>
                  <a:cubicBezTo>
                    <a:pt x="83" y="8"/>
                    <a:pt x="88" y="5"/>
                    <a:pt x="94" y="5"/>
                  </a:cubicBezTo>
                </a:path>
              </a:pathLst>
            </a:custGeom>
            <a:solidFill>
              <a:srgbClr val="F9CA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2679" name="Freeform 267">
              <a:extLst>
                <a:ext uri="{FF2B5EF4-FFF2-40B4-BE49-F238E27FC236}">
                  <a16:creationId xmlns:a16="http://schemas.microsoft.com/office/drawing/2014/main" id="{BD41E543-4CD9-4ECC-8174-2AC15944174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6" y="1672"/>
              <a:ext cx="34" cy="228"/>
            </a:xfrm>
            <a:custGeom>
              <a:avLst/>
              <a:gdLst>
                <a:gd name="T0" fmla="*/ 38 w 32"/>
                <a:gd name="T1" fmla="*/ 255 h 213"/>
                <a:gd name="T2" fmla="*/ 16 w 32"/>
                <a:gd name="T3" fmla="*/ 146 h 213"/>
                <a:gd name="T4" fmla="*/ 13 w 32"/>
                <a:gd name="T5" fmla="*/ 66 h 213"/>
                <a:gd name="T6" fmla="*/ 16 w 32"/>
                <a:gd name="T7" fmla="*/ 0 h 213"/>
                <a:gd name="T8" fmla="*/ 2 w 32"/>
                <a:gd name="T9" fmla="*/ 130 h 213"/>
                <a:gd name="T10" fmla="*/ 1 w 32"/>
                <a:gd name="T11" fmla="*/ 201 h 213"/>
                <a:gd name="T12" fmla="*/ 2 w 32"/>
                <a:gd name="T13" fmla="*/ 261 h 213"/>
                <a:gd name="T14" fmla="*/ 33 w 32"/>
                <a:gd name="T15" fmla="*/ 255 h 21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2" h="213">
                  <a:moveTo>
                    <a:pt x="32" y="207"/>
                  </a:moveTo>
                  <a:cubicBezTo>
                    <a:pt x="2" y="184"/>
                    <a:pt x="12" y="150"/>
                    <a:pt x="13" y="119"/>
                  </a:cubicBezTo>
                  <a:cubicBezTo>
                    <a:pt x="14" y="98"/>
                    <a:pt x="11" y="76"/>
                    <a:pt x="10" y="54"/>
                  </a:cubicBezTo>
                  <a:cubicBezTo>
                    <a:pt x="10" y="36"/>
                    <a:pt x="13" y="14"/>
                    <a:pt x="13" y="0"/>
                  </a:cubicBezTo>
                  <a:cubicBezTo>
                    <a:pt x="17" y="34"/>
                    <a:pt x="5" y="72"/>
                    <a:pt x="2" y="106"/>
                  </a:cubicBezTo>
                  <a:cubicBezTo>
                    <a:pt x="1" y="125"/>
                    <a:pt x="2" y="145"/>
                    <a:pt x="1" y="164"/>
                  </a:cubicBezTo>
                  <a:cubicBezTo>
                    <a:pt x="0" y="178"/>
                    <a:pt x="5" y="202"/>
                    <a:pt x="2" y="213"/>
                  </a:cubicBezTo>
                  <a:cubicBezTo>
                    <a:pt x="8" y="206"/>
                    <a:pt x="19" y="200"/>
                    <a:pt x="27" y="207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2680" name="Freeform 268">
              <a:extLst>
                <a:ext uri="{FF2B5EF4-FFF2-40B4-BE49-F238E27FC236}">
                  <a16:creationId xmlns:a16="http://schemas.microsoft.com/office/drawing/2014/main" id="{4DFA6611-95E0-474F-92F8-1AE251B348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8" y="2457"/>
              <a:ext cx="537" cy="294"/>
            </a:xfrm>
            <a:custGeom>
              <a:avLst/>
              <a:gdLst>
                <a:gd name="T0" fmla="*/ 436 w 503"/>
                <a:gd name="T1" fmla="*/ 250 h 275"/>
                <a:gd name="T2" fmla="*/ 604 w 503"/>
                <a:gd name="T3" fmla="*/ 221 h 275"/>
                <a:gd name="T4" fmla="*/ 566 w 503"/>
                <a:gd name="T5" fmla="*/ 83 h 275"/>
                <a:gd name="T6" fmla="*/ 460 w 503"/>
                <a:gd name="T7" fmla="*/ 26 h 275"/>
                <a:gd name="T8" fmla="*/ 217 w 503"/>
                <a:gd name="T9" fmla="*/ 41 h 275"/>
                <a:gd name="T10" fmla="*/ 132 w 503"/>
                <a:gd name="T11" fmla="*/ 41 h 275"/>
                <a:gd name="T12" fmla="*/ 52 w 503"/>
                <a:gd name="T13" fmla="*/ 26 h 275"/>
                <a:gd name="T14" fmla="*/ 2 w 503"/>
                <a:gd name="T15" fmla="*/ 149 h 275"/>
                <a:gd name="T16" fmla="*/ 116 w 503"/>
                <a:gd name="T17" fmla="*/ 230 h 275"/>
                <a:gd name="T18" fmla="*/ 269 w 503"/>
                <a:gd name="T19" fmla="*/ 234 h 275"/>
                <a:gd name="T20" fmla="*/ 376 w 503"/>
                <a:gd name="T21" fmla="*/ 246 h 275"/>
                <a:gd name="T22" fmla="*/ 455 w 503"/>
                <a:gd name="T23" fmla="*/ 253 h 27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03" h="275">
                  <a:moveTo>
                    <a:pt x="358" y="205"/>
                  </a:moveTo>
                  <a:cubicBezTo>
                    <a:pt x="408" y="197"/>
                    <a:pt x="503" y="275"/>
                    <a:pt x="496" y="181"/>
                  </a:cubicBezTo>
                  <a:cubicBezTo>
                    <a:pt x="493" y="145"/>
                    <a:pt x="485" y="97"/>
                    <a:pt x="465" y="68"/>
                  </a:cubicBezTo>
                  <a:cubicBezTo>
                    <a:pt x="446" y="39"/>
                    <a:pt x="411" y="32"/>
                    <a:pt x="378" y="21"/>
                  </a:cubicBezTo>
                  <a:cubicBezTo>
                    <a:pt x="309" y="0"/>
                    <a:pt x="247" y="34"/>
                    <a:pt x="178" y="34"/>
                  </a:cubicBezTo>
                  <a:cubicBezTo>
                    <a:pt x="156" y="34"/>
                    <a:pt x="132" y="36"/>
                    <a:pt x="109" y="34"/>
                  </a:cubicBezTo>
                  <a:cubicBezTo>
                    <a:pt x="92" y="32"/>
                    <a:pt x="60" y="18"/>
                    <a:pt x="43" y="21"/>
                  </a:cubicBezTo>
                  <a:cubicBezTo>
                    <a:pt x="10" y="29"/>
                    <a:pt x="4" y="89"/>
                    <a:pt x="2" y="122"/>
                  </a:cubicBezTo>
                  <a:cubicBezTo>
                    <a:pt x="0" y="181"/>
                    <a:pt x="44" y="182"/>
                    <a:pt x="96" y="188"/>
                  </a:cubicBezTo>
                  <a:cubicBezTo>
                    <a:pt x="137" y="193"/>
                    <a:pt x="180" y="190"/>
                    <a:pt x="221" y="192"/>
                  </a:cubicBezTo>
                  <a:cubicBezTo>
                    <a:pt x="251" y="194"/>
                    <a:pt x="281" y="199"/>
                    <a:pt x="309" y="201"/>
                  </a:cubicBezTo>
                  <a:cubicBezTo>
                    <a:pt x="324" y="203"/>
                    <a:pt x="381" y="200"/>
                    <a:pt x="374" y="208"/>
                  </a:cubicBezTo>
                </a:path>
              </a:pathLst>
            </a:custGeom>
            <a:solidFill>
              <a:srgbClr val="F9E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2681" name="Freeform 269">
              <a:extLst>
                <a:ext uri="{FF2B5EF4-FFF2-40B4-BE49-F238E27FC236}">
                  <a16:creationId xmlns:a16="http://schemas.microsoft.com/office/drawing/2014/main" id="{FCF538EA-20CC-4D44-BF41-4A6D5886572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1" y="2717"/>
              <a:ext cx="516" cy="305"/>
            </a:xfrm>
            <a:custGeom>
              <a:avLst/>
              <a:gdLst>
                <a:gd name="T0" fmla="*/ 389 w 484"/>
                <a:gd name="T1" fmla="*/ 298 h 286"/>
                <a:gd name="T2" fmla="*/ 518 w 484"/>
                <a:gd name="T3" fmla="*/ 314 h 286"/>
                <a:gd name="T4" fmla="*/ 561 w 484"/>
                <a:gd name="T5" fmla="*/ 191 h 286"/>
                <a:gd name="T6" fmla="*/ 326 w 484"/>
                <a:gd name="T7" fmla="*/ 14 h 286"/>
                <a:gd name="T8" fmla="*/ 182 w 484"/>
                <a:gd name="T9" fmla="*/ 7 h 286"/>
                <a:gd name="T10" fmla="*/ 123 w 484"/>
                <a:gd name="T11" fmla="*/ 7 h 286"/>
                <a:gd name="T12" fmla="*/ 52 w 484"/>
                <a:gd name="T13" fmla="*/ 3 h 286"/>
                <a:gd name="T14" fmla="*/ 42 w 484"/>
                <a:gd name="T15" fmla="*/ 151 h 286"/>
                <a:gd name="T16" fmla="*/ 182 w 484"/>
                <a:gd name="T17" fmla="*/ 278 h 286"/>
                <a:gd name="T18" fmla="*/ 412 w 484"/>
                <a:gd name="T19" fmla="*/ 314 h 28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84" h="286">
                  <a:moveTo>
                    <a:pt x="321" y="246"/>
                  </a:moveTo>
                  <a:cubicBezTo>
                    <a:pt x="353" y="252"/>
                    <a:pt x="405" y="286"/>
                    <a:pt x="428" y="259"/>
                  </a:cubicBezTo>
                  <a:cubicBezTo>
                    <a:pt x="443" y="240"/>
                    <a:pt x="457" y="180"/>
                    <a:pt x="462" y="158"/>
                  </a:cubicBezTo>
                  <a:cubicBezTo>
                    <a:pt x="484" y="47"/>
                    <a:pt x="354" y="22"/>
                    <a:pt x="269" y="11"/>
                  </a:cubicBezTo>
                  <a:cubicBezTo>
                    <a:pt x="230" y="5"/>
                    <a:pt x="190" y="7"/>
                    <a:pt x="150" y="7"/>
                  </a:cubicBezTo>
                  <a:cubicBezTo>
                    <a:pt x="134" y="7"/>
                    <a:pt x="117" y="6"/>
                    <a:pt x="101" y="7"/>
                  </a:cubicBezTo>
                  <a:cubicBezTo>
                    <a:pt x="85" y="7"/>
                    <a:pt x="57" y="0"/>
                    <a:pt x="43" y="3"/>
                  </a:cubicBezTo>
                  <a:cubicBezTo>
                    <a:pt x="0" y="14"/>
                    <a:pt x="21" y="93"/>
                    <a:pt x="35" y="125"/>
                  </a:cubicBezTo>
                  <a:cubicBezTo>
                    <a:pt x="61" y="182"/>
                    <a:pt x="89" y="212"/>
                    <a:pt x="150" y="230"/>
                  </a:cubicBezTo>
                  <a:cubicBezTo>
                    <a:pt x="213" y="249"/>
                    <a:pt x="279" y="244"/>
                    <a:pt x="340" y="259"/>
                  </a:cubicBezTo>
                </a:path>
              </a:pathLst>
            </a:custGeom>
            <a:solidFill>
              <a:srgbClr val="F9E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2682" name="Freeform 270">
              <a:extLst>
                <a:ext uri="{FF2B5EF4-FFF2-40B4-BE49-F238E27FC236}">
                  <a16:creationId xmlns:a16="http://schemas.microsoft.com/office/drawing/2014/main" id="{313788B3-6A33-4592-9FD5-6783F16F1B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8" y="2535"/>
              <a:ext cx="207" cy="275"/>
            </a:xfrm>
            <a:custGeom>
              <a:avLst/>
              <a:gdLst>
                <a:gd name="T0" fmla="*/ 236 w 194"/>
                <a:gd name="T1" fmla="*/ 111 h 258"/>
                <a:gd name="T2" fmla="*/ 175 w 194"/>
                <a:gd name="T3" fmla="*/ 148 h 258"/>
                <a:gd name="T4" fmla="*/ 193 w 194"/>
                <a:gd name="T5" fmla="*/ 196 h 258"/>
                <a:gd name="T6" fmla="*/ 234 w 194"/>
                <a:gd name="T7" fmla="*/ 240 h 258"/>
                <a:gd name="T8" fmla="*/ 179 w 194"/>
                <a:gd name="T9" fmla="*/ 261 h 258"/>
                <a:gd name="T10" fmla="*/ 129 w 194"/>
                <a:gd name="T11" fmla="*/ 280 h 258"/>
                <a:gd name="T12" fmla="*/ 105 w 194"/>
                <a:gd name="T13" fmla="*/ 292 h 258"/>
                <a:gd name="T14" fmla="*/ 84 w 194"/>
                <a:gd name="T15" fmla="*/ 308 h 258"/>
                <a:gd name="T16" fmla="*/ 50 w 194"/>
                <a:gd name="T17" fmla="*/ 276 h 258"/>
                <a:gd name="T18" fmla="*/ 15 w 194"/>
                <a:gd name="T19" fmla="*/ 187 h 258"/>
                <a:gd name="T20" fmla="*/ 5 w 194"/>
                <a:gd name="T21" fmla="*/ 74 h 258"/>
                <a:gd name="T22" fmla="*/ 55 w 194"/>
                <a:gd name="T23" fmla="*/ 6 h 258"/>
                <a:gd name="T24" fmla="*/ 142 w 194"/>
                <a:gd name="T25" fmla="*/ 7 h 25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94" h="258">
                  <a:moveTo>
                    <a:pt x="194" y="92"/>
                  </a:moveTo>
                  <a:cubicBezTo>
                    <a:pt x="176" y="91"/>
                    <a:pt x="149" y="103"/>
                    <a:pt x="144" y="122"/>
                  </a:cubicBezTo>
                  <a:cubicBezTo>
                    <a:pt x="140" y="139"/>
                    <a:pt x="147" y="150"/>
                    <a:pt x="159" y="162"/>
                  </a:cubicBezTo>
                  <a:cubicBezTo>
                    <a:pt x="166" y="170"/>
                    <a:pt x="191" y="186"/>
                    <a:pt x="192" y="198"/>
                  </a:cubicBezTo>
                  <a:cubicBezTo>
                    <a:pt x="193" y="215"/>
                    <a:pt x="159" y="215"/>
                    <a:pt x="147" y="216"/>
                  </a:cubicBezTo>
                  <a:cubicBezTo>
                    <a:pt x="131" y="218"/>
                    <a:pt x="120" y="225"/>
                    <a:pt x="106" y="232"/>
                  </a:cubicBezTo>
                  <a:cubicBezTo>
                    <a:pt x="99" y="235"/>
                    <a:pt x="92" y="238"/>
                    <a:pt x="86" y="241"/>
                  </a:cubicBezTo>
                  <a:cubicBezTo>
                    <a:pt x="81" y="245"/>
                    <a:pt x="75" y="252"/>
                    <a:pt x="69" y="254"/>
                  </a:cubicBezTo>
                  <a:cubicBezTo>
                    <a:pt x="50" y="258"/>
                    <a:pt x="47" y="240"/>
                    <a:pt x="41" y="228"/>
                  </a:cubicBezTo>
                  <a:cubicBezTo>
                    <a:pt x="29" y="203"/>
                    <a:pt x="17" y="181"/>
                    <a:pt x="12" y="154"/>
                  </a:cubicBezTo>
                  <a:cubicBezTo>
                    <a:pt x="6" y="126"/>
                    <a:pt x="0" y="90"/>
                    <a:pt x="5" y="61"/>
                  </a:cubicBezTo>
                  <a:cubicBezTo>
                    <a:pt x="8" y="38"/>
                    <a:pt x="23" y="13"/>
                    <a:pt x="46" y="6"/>
                  </a:cubicBezTo>
                  <a:cubicBezTo>
                    <a:pt x="64" y="0"/>
                    <a:pt x="99" y="1"/>
                    <a:pt x="117" y="7"/>
                  </a:cubicBezTo>
                </a:path>
              </a:pathLst>
            </a:custGeom>
            <a:solidFill>
              <a:srgbClr val="F9E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2683" name="Freeform 271">
              <a:extLst>
                <a:ext uri="{FF2B5EF4-FFF2-40B4-BE49-F238E27FC236}">
                  <a16:creationId xmlns:a16="http://schemas.microsoft.com/office/drawing/2014/main" id="{C05ED691-B891-4C71-85F5-84811DFF5D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2" y="2223"/>
              <a:ext cx="325" cy="219"/>
            </a:xfrm>
            <a:custGeom>
              <a:avLst/>
              <a:gdLst>
                <a:gd name="T0" fmla="*/ 57 w 304"/>
                <a:gd name="T1" fmla="*/ 11 h 206"/>
                <a:gd name="T2" fmla="*/ 18 w 304"/>
                <a:gd name="T3" fmla="*/ 21 h 206"/>
                <a:gd name="T4" fmla="*/ 11 w 304"/>
                <a:gd name="T5" fmla="*/ 89 h 206"/>
                <a:gd name="T6" fmla="*/ 2 w 304"/>
                <a:gd name="T7" fmla="*/ 163 h 206"/>
                <a:gd name="T8" fmla="*/ 28 w 304"/>
                <a:gd name="T9" fmla="*/ 215 h 206"/>
                <a:gd name="T10" fmla="*/ 104 w 304"/>
                <a:gd name="T11" fmla="*/ 225 h 206"/>
                <a:gd name="T12" fmla="*/ 169 w 304"/>
                <a:gd name="T13" fmla="*/ 232 h 206"/>
                <a:gd name="T14" fmla="*/ 229 w 304"/>
                <a:gd name="T15" fmla="*/ 245 h 206"/>
                <a:gd name="T16" fmla="*/ 284 w 304"/>
                <a:gd name="T17" fmla="*/ 218 h 206"/>
                <a:gd name="T18" fmla="*/ 358 w 304"/>
                <a:gd name="T19" fmla="*/ 197 h 206"/>
                <a:gd name="T20" fmla="*/ 282 w 304"/>
                <a:gd name="T21" fmla="*/ 74 h 206"/>
                <a:gd name="T22" fmla="*/ 217 w 304"/>
                <a:gd name="T23" fmla="*/ 55 h 206"/>
                <a:gd name="T24" fmla="*/ 165 w 304"/>
                <a:gd name="T25" fmla="*/ 36 h 206"/>
                <a:gd name="T26" fmla="*/ 76 w 304"/>
                <a:gd name="T27" fmla="*/ 21 h 206"/>
                <a:gd name="T28" fmla="*/ 51 w 304"/>
                <a:gd name="T29" fmla="*/ 6 h 20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304" h="206">
                  <a:moveTo>
                    <a:pt x="47" y="8"/>
                  </a:moveTo>
                  <a:cubicBezTo>
                    <a:pt x="33" y="6"/>
                    <a:pt x="21" y="0"/>
                    <a:pt x="15" y="18"/>
                  </a:cubicBezTo>
                  <a:cubicBezTo>
                    <a:pt x="9" y="34"/>
                    <a:pt x="10" y="57"/>
                    <a:pt x="8" y="74"/>
                  </a:cubicBezTo>
                  <a:cubicBezTo>
                    <a:pt x="5" y="94"/>
                    <a:pt x="4" y="115"/>
                    <a:pt x="2" y="135"/>
                  </a:cubicBezTo>
                  <a:cubicBezTo>
                    <a:pt x="0" y="155"/>
                    <a:pt x="3" y="170"/>
                    <a:pt x="22" y="179"/>
                  </a:cubicBezTo>
                  <a:cubicBezTo>
                    <a:pt x="42" y="187"/>
                    <a:pt x="64" y="186"/>
                    <a:pt x="85" y="187"/>
                  </a:cubicBezTo>
                  <a:cubicBezTo>
                    <a:pt x="103" y="188"/>
                    <a:pt x="121" y="190"/>
                    <a:pt x="138" y="193"/>
                  </a:cubicBezTo>
                  <a:cubicBezTo>
                    <a:pt x="155" y="196"/>
                    <a:pt x="169" y="206"/>
                    <a:pt x="187" y="203"/>
                  </a:cubicBezTo>
                  <a:cubicBezTo>
                    <a:pt x="203" y="199"/>
                    <a:pt x="216" y="185"/>
                    <a:pt x="233" y="182"/>
                  </a:cubicBezTo>
                  <a:cubicBezTo>
                    <a:pt x="250" y="179"/>
                    <a:pt x="286" y="184"/>
                    <a:pt x="293" y="164"/>
                  </a:cubicBezTo>
                  <a:cubicBezTo>
                    <a:pt x="304" y="131"/>
                    <a:pt x="256" y="79"/>
                    <a:pt x="231" y="62"/>
                  </a:cubicBezTo>
                  <a:cubicBezTo>
                    <a:pt x="215" y="52"/>
                    <a:pt x="197" y="50"/>
                    <a:pt x="178" y="46"/>
                  </a:cubicBezTo>
                  <a:cubicBezTo>
                    <a:pt x="163" y="42"/>
                    <a:pt x="150" y="35"/>
                    <a:pt x="135" y="30"/>
                  </a:cubicBezTo>
                  <a:cubicBezTo>
                    <a:pt x="111" y="22"/>
                    <a:pt x="86" y="29"/>
                    <a:pt x="62" y="18"/>
                  </a:cubicBezTo>
                  <a:cubicBezTo>
                    <a:pt x="55" y="14"/>
                    <a:pt x="49" y="9"/>
                    <a:pt x="42" y="6"/>
                  </a:cubicBezTo>
                </a:path>
              </a:pathLst>
            </a:custGeom>
            <a:solidFill>
              <a:srgbClr val="F9E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2684" name="Freeform 272">
              <a:extLst>
                <a:ext uri="{FF2B5EF4-FFF2-40B4-BE49-F238E27FC236}">
                  <a16:creationId xmlns:a16="http://schemas.microsoft.com/office/drawing/2014/main" id="{FB8B168B-EC25-4455-BF85-F506D90AB46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1" y="2123"/>
              <a:ext cx="149" cy="74"/>
            </a:xfrm>
            <a:custGeom>
              <a:avLst/>
              <a:gdLst>
                <a:gd name="T0" fmla="*/ 30 w 140"/>
                <a:gd name="T1" fmla="*/ 0 h 69"/>
                <a:gd name="T2" fmla="*/ 2 w 140"/>
                <a:gd name="T3" fmla="*/ 49 h 69"/>
                <a:gd name="T4" fmla="*/ 61 w 140"/>
                <a:gd name="T5" fmla="*/ 82 h 69"/>
                <a:gd name="T6" fmla="*/ 164 w 140"/>
                <a:gd name="T7" fmla="*/ 85 h 69"/>
                <a:gd name="T8" fmla="*/ 109 w 140"/>
                <a:gd name="T9" fmla="*/ 50 h 69"/>
                <a:gd name="T10" fmla="*/ 40 w 140"/>
                <a:gd name="T11" fmla="*/ 10 h 6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0" h="69">
                  <a:moveTo>
                    <a:pt x="24" y="0"/>
                  </a:moveTo>
                  <a:cubicBezTo>
                    <a:pt x="20" y="16"/>
                    <a:pt x="0" y="19"/>
                    <a:pt x="2" y="40"/>
                  </a:cubicBezTo>
                  <a:cubicBezTo>
                    <a:pt x="4" y="62"/>
                    <a:pt x="32" y="65"/>
                    <a:pt x="51" y="66"/>
                  </a:cubicBezTo>
                  <a:cubicBezTo>
                    <a:pt x="80" y="66"/>
                    <a:pt x="107" y="67"/>
                    <a:pt x="136" y="69"/>
                  </a:cubicBezTo>
                  <a:cubicBezTo>
                    <a:pt x="140" y="51"/>
                    <a:pt x="101" y="47"/>
                    <a:pt x="90" y="41"/>
                  </a:cubicBezTo>
                  <a:cubicBezTo>
                    <a:pt x="71" y="30"/>
                    <a:pt x="56" y="14"/>
                    <a:pt x="34" y="7"/>
                  </a:cubicBezTo>
                </a:path>
              </a:pathLst>
            </a:custGeom>
            <a:solidFill>
              <a:srgbClr val="F9E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2685" name="Freeform 273">
              <a:extLst>
                <a:ext uri="{FF2B5EF4-FFF2-40B4-BE49-F238E27FC236}">
                  <a16:creationId xmlns:a16="http://schemas.microsoft.com/office/drawing/2014/main" id="{0A7072AF-2AE9-4D32-918A-5F280EC3248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8" y="1924"/>
              <a:ext cx="177" cy="242"/>
            </a:xfrm>
            <a:custGeom>
              <a:avLst/>
              <a:gdLst>
                <a:gd name="T0" fmla="*/ 79 w 166"/>
                <a:gd name="T1" fmla="*/ 7 h 227"/>
                <a:gd name="T2" fmla="*/ 23 w 166"/>
                <a:gd name="T3" fmla="*/ 80 h 227"/>
                <a:gd name="T4" fmla="*/ 18 w 166"/>
                <a:gd name="T5" fmla="*/ 127 h 227"/>
                <a:gd name="T6" fmla="*/ 4 w 166"/>
                <a:gd name="T7" fmla="*/ 185 h 227"/>
                <a:gd name="T8" fmla="*/ 79 w 166"/>
                <a:gd name="T9" fmla="*/ 209 h 227"/>
                <a:gd name="T10" fmla="*/ 147 w 166"/>
                <a:gd name="T11" fmla="*/ 244 h 227"/>
                <a:gd name="T12" fmla="*/ 194 w 166"/>
                <a:gd name="T13" fmla="*/ 275 h 227"/>
                <a:gd name="T14" fmla="*/ 168 w 166"/>
                <a:gd name="T15" fmla="*/ 222 h 227"/>
                <a:gd name="T16" fmla="*/ 114 w 166"/>
                <a:gd name="T17" fmla="*/ 154 h 227"/>
                <a:gd name="T18" fmla="*/ 87 w 166"/>
                <a:gd name="T19" fmla="*/ 31 h 22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66" h="227">
                  <a:moveTo>
                    <a:pt x="65" y="7"/>
                  </a:moveTo>
                  <a:cubicBezTo>
                    <a:pt x="37" y="0"/>
                    <a:pt x="23" y="46"/>
                    <a:pt x="20" y="66"/>
                  </a:cubicBezTo>
                  <a:cubicBezTo>
                    <a:pt x="17" y="79"/>
                    <a:pt x="19" y="93"/>
                    <a:pt x="15" y="105"/>
                  </a:cubicBezTo>
                  <a:cubicBezTo>
                    <a:pt x="11" y="121"/>
                    <a:pt x="0" y="136"/>
                    <a:pt x="4" y="153"/>
                  </a:cubicBezTo>
                  <a:cubicBezTo>
                    <a:pt x="10" y="178"/>
                    <a:pt x="46" y="169"/>
                    <a:pt x="65" y="173"/>
                  </a:cubicBezTo>
                  <a:cubicBezTo>
                    <a:pt x="86" y="176"/>
                    <a:pt x="103" y="191"/>
                    <a:pt x="121" y="202"/>
                  </a:cubicBezTo>
                  <a:cubicBezTo>
                    <a:pt x="132" y="208"/>
                    <a:pt x="147" y="226"/>
                    <a:pt x="160" y="227"/>
                  </a:cubicBezTo>
                  <a:cubicBezTo>
                    <a:pt x="166" y="211"/>
                    <a:pt x="148" y="193"/>
                    <a:pt x="139" y="183"/>
                  </a:cubicBezTo>
                  <a:cubicBezTo>
                    <a:pt x="123" y="165"/>
                    <a:pt x="108" y="148"/>
                    <a:pt x="94" y="127"/>
                  </a:cubicBezTo>
                  <a:cubicBezTo>
                    <a:pt x="74" y="96"/>
                    <a:pt x="71" y="62"/>
                    <a:pt x="72" y="25"/>
                  </a:cubicBezTo>
                </a:path>
              </a:pathLst>
            </a:custGeom>
            <a:solidFill>
              <a:srgbClr val="F9E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2686" name="Freeform 274">
              <a:extLst>
                <a:ext uri="{FF2B5EF4-FFF2-40B4-BE49-F238E27FC236}">
                  <a16:creationId xmlns:a16="http://schemas.microsoft.com/office/drawing/2014/main" id="{CEDFF090-931D-4C88-AD68-589FD63D0F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6" y="2262"/>
              <a:ext cx="5" cy="4"/>
            </a:xfrm>
            <a:custGeom>
              <a:avLst/>
              <a:gdLst>
                <a:gd name="T0" fmla="*/ 0 w 5"/>
                <a:gd name="T1" fmla="*/ 4 h 4"/>
                <a:gd name="T2" fmla="*/ 5 w 5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4">
                  <a:moveTo>
                    <a:pt x="0" y="4"/>
                  </a:moveTo>
                  <a:cubicBezTo>
                    <a:pt x="2" y="3"/>
                    <a:pt x="4" y="2"/>
                    <a:pt x="5" y="0"/>
                  </a:cubicBezTo>
                </a:path>
              </a:pathLst>
            </a:custGeom>
            <a:solidFill>
              <a:srgbClr val="F9E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2687" name="Freeform 275">
              <a:extLst>
                <a:ext uri="{FF2B5EF4-FFF2-40B4-BE49-F238E27FC236}">
                  <a16:creationId xmlns:a16="http://schemas.microsoft.com/office/drawing/2014/main" id="{0ECD589B-9FB6-4221-AE63-7B3FB1243C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6" y="2866"/>
              <a:ext cx="219" cy="235"/>
            </a:xfrm>
            <a:custGeom>
              <a:avLst/>
              <a:gdLst>
                <a:gd name="T0" fmla="*/ 0 w 205"/>
                <a:gd name="T1" fmla="*/ 0 h 221"/>
                <a:gd name="T2" fmla="*/ 107 w 205"/>
                <a:gd name="T3" fmla="*/ 186 h 221"/>
                <a:gd name="T4" fmla="*/ 250 w 205"/>
                <a:gd name="T5" fmla="*/ 225 h 221"/>
                <a:gd name="T6" fmla="*/ 140 w 205"/>
                <a:gd name="T7" fmla="*/ 65 h 2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5" h="221">
                  <a:moveTo>
                    <a:pt x="0" y="0"/>
                  </a:moveTo>
                  <a:cubicBezTo>
                    <a:pt x="44" y="43"/>
                    <a:pt x="41" y="115"/>
                    <a:pt x="88" y="155"/>
                  </a:cubicBezTo>
                  <a:cubicBezTo>
                    <a:pt x="110" y="174"/>
                    <a:pt x="179" y="221"/>
                    <a:pt x="205" y="187"/>
                  </a:cubicBezTo>
                  <a:cubicBezTo>
                    <a:pt x="152" y="165"/>
                    <a:pt x="99" y="119"/>
                    <a:pt x="115" y="54"/>
                  </a:cubicBezTo>
                </a:path>
              </a:pathLst>
            </a:custGeom>
            <a:solidFill>
              <a:srgbClr val="F9E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2688" name="Freeform 276">
              <a:extLst>
                <a:ext uri="{FF2B5EF4-FFF2-40B4-BE49-F238E27FC236}">
                  <a16:creationId xmlns:a16="http://schemas.microsoft.com/office/drawing/2014/main" id="{5EA8B258-C492-404D-9BF9-15B52C32E9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7" y="3146"/>
              <a:ext cx="196" cy="531"/>
            </a:xfrm>
            <a:custGeom>
              <a:avLst/>
              <a:gdLst>
                <a:gd name="T0" fmla="*/ 189 w 184"/>
                <a:gd name="T1" fmla="*/ 29 h 498"/>
                <a:gd name="T2" fmla="*/ 76 w 184"/>
                <a:gd name="T3" fmla="*/ 1 h 498"/>
                <a:gd name="T4" fmla="*/ 14 w 184"/>
                <a:gd name="T5" fmla="*/ 143 h 498"/>
                <a:gd name="T6" fmla="*/ 29 w 184"/>
                <a:gd name="T7" fmla="*/ 441 h 498"/>
                <a:gd name="T8" fmla="*/ 54 w 184"/>
                <a:gd name="T9" fmla="*/ 553 h 498"/>
                <a:gd name="T10" fmla="*/ 145 w 184"/>
                <a:gd name="T11" fmla="*/ 486 h 498"/>
                <a:gd name="T12" fmla="*/ 163 w 184"/>
                <a:gd name="T13" fmla="*/ 368 h 498"/>
                <a:gd name="T14" fmla="*/ 202 w 184"/>
                <a:gd name="T15" fmla="*/ 211 h 498"/>
                <a:gd name="T16" fmla="*/ 208 w 184"/>
                <a:gd name="T17" fmla="*/ 23 h 49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4" h="498">
                  <a:moveTo>
                    <a:pt x="156" y="23"/>
                  </a:moveTo>
                  <a:cubicBezTo>
                    <a:pt x="147" y="13"/>
                    <a:pt x="79" y="0"/>
                    <a:pt x="63" y="1"/>
                  </a:cubicBezTo>
                  <a:cubicBezTo>
                    <a:pt x="16" y="4"/>
                    <a:pt x="15" y="83"/>
                    <a:pt x="11" y="118"/>
                  </a:cubicBezTo>
                  <a:cubicBezTo>
                    <a:pt x="0" y="202"/>
                    <a:pt x="7" y="281"/>
                    <a:pt x="23" y="364"/>
                  </a:cubicBezTo>
                  <a:cubicBezTo>
                    <a:pt x="27" y="388"/>
                    <a:pt x="32" y="437"/>
                    <a:pt x="45" y="457"/>
                  </a:cubicBezTo>
                  <a:cubicBezTo>
                    <a:pt x="71" y="498"/>
                    <a:pt x="111" y="428"/>
                    <a:pt x="120" y="401"/>
                  </a:cubicBezTo>
                  <a:cubicBezTo>
                    <a:pt x="130" y="370"/>
                    <a:pt x="129" y="336"/>
                    <a:pt x="135" y="304"/>
                  </a:cubicBezTo>
                  <a:cubicBezTo>
                    <a:pt x="144" y="260"/>
                    <a:pt x="158" y="218"/>
                    <a:pt x="167" y="174"/>
                  </a:cubicBezTo>
                  <a:cubicBezTo>
                    <a:pt x="178" y="122"/>
                    <a:pt x="184" y="71"/>
                    <a:pt x="172" y="20"/>
                  </a:cubicBezTo>
                </a:path>
              </a:pathLst>
            </a:custGeom>
            <a:solidFill>
              <a:srgbClr val="F9E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2689" name="Freeform 277">
              <a:extLst>
                <a:ext uri="{FF2B5EF4-FFF2-40B4-BE49-F238E27FC236}">
                  <a16:creationId xmlns:a16="http://schemas.microsoft.com/office/drawing/2014/main" id="{DB2A59AF-5858-473F-BE2F-64E3E90643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5" y="3557"/>
              <a:ext cx="185" cy="212"/>
            </a:xfrm>
            <a:custGeom>
              <a:avLst/>
              <a:gdLst>
                <a:gd name="T0" fmla="*/ 30 w 174"/>
                <a:gd name="T1" fmla="*/ 27 h 199"/>
                <a:gd name="T2" fmla="*/ 31 w 174"/>
                <a:gd name="T3" fmla="*/ 126 h 199"/>
                <a:gd name="T4" fmla="*/ 13 w 174"/>
                <a:gd name="T5" fmla="*/ 172 h 199"/>
                <a:gd name="T6" fmla="*/ 84 w 174"/>
                <a:gd name="T7" fmla="*/ 180 h 199"/>
                <a:gd name="T8" fmla="*/ 156 w 174"/>
                <a:gd name="T9" fmla="*/ 197 h 199"/>
                <a:gd name="T10" fmla="*/ 209 w 174"/>
                <a:gd name="T11" fmla="*/ 197 h 199"/>
                <a:gd name="T12" fmla="*/ 157 w 174"/>
                <a:gd name="T13" fmla="*/ 161 h 199"/>
                <a:gd name="T14" fmla="*/ 82 w 174"/>
                <a:gd name="T15" fmla="*/ 123 h 199"/>
                <a:gd name="T16" fmla="*/ 74 w 174"/>
                <a:gd name="T17" fmla="*/ 0 h 19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74" h="199">
                  <a:moveTo>
                    <a:pt x="24" y="22"/>
                  </a:moveTo>
                  <a:cubicBezTo>
                    <a:pt x="30" y="46"/>
                    <a:pt x="35" y="81"/>
                    <a:pt x="25" y="104"/>
                  </a:cubicBezTo>
                  <a:cubicBezTo>
                    <a:pt x="19" y="117"/>
                    <a:pt x="0" y="125"/>
                    <a:pt x="10" y="142"/>
                  </a:cubicBezTo>
                  <a:cubicBezTo>
                    <a:pt x="22" y="161"/>
                    <a:pt x="53" y="150"/>
                    <a:pt x="70" y="149"/>
                  </a:cubicBezTo>
                  <a:cubicBezTo>
                    <a:pt x="98" y="147"/>
                    <a:pt x="107" y="147"/>
                    <a:pt x="130" y="163"/>
                  </a:cubicBezTo>
                  <a:cubicBezTo>
                    <a:pt x="145" y="174"/>
                    <a:pt x="174" y="199"/>
                    <a:pt x="174" y="163"/>
                  </a:cubicBezTo>
                  <a:cubicBezTo>
                    <a:pt x="174" y="138"/>
                    <a:pt x="149" y="137"/>
                    <a:pt x="131" y="133"/>
                  </a:cubicBezTo>
                  <a:cubicBezTo>
                    <a:pt x="106" y="127"/>
                    <a:pt x="80" y="127"/>
                    <a:pt x="68" y="101"/>
                  </a:cubicBezTo>
                  <a:cubicBezTo>
                    <a:pt x="54" y="71"/>
                    <a:pt x="73" y="31"/>
                    <a:pt x="62" y="0"/>
                  </a:cubicBezTo>
                </a:path>
              </a:pathLst>
            </a:custGeom>
            <a:solidFill>
              <a:srgbClr val="F9E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2690" name="Freeform 278">
              <a:extLst>
                <a:ext uri="{FF2B5EF4-FFF2-40B4-BE49-F238E27FC236}">
                  <a16:creationId xmlns:a16="http://schemas.microsoft.com/office/drawing/2014/main" id="{1CF4BE58-6453-46EB-8859-E535246488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2" y="3747"/>
              <a:ext cx="122" cy="168"/>
            </a:xfrm>
            <a:custGeom>
              <a:avLst/>
              <a:gdLst>
                <a:gd name="T0" fmla="*/ 136 w 114"/>
                <a:gd name="T1" fmla="*/ 65 h 158"/>
                <a:gd name="T2" fmla="*/ 67 w 114"/>
                <a:gd name="T3" fmla="*/ 101 h 158"/>
                <a:gd name="T4" fmla="*/ 0 w 114"/>
                <a:gd name="T5" fmla="*/ 180 h 158"/>
                <a:gd name="T6" fmla="*/ 46 w 114"/>
                <a:gd name="T7" fmla="*/ 188 h 158"/>
                <a:gd name="T8" fmla="*/ 78 w 114"/>
                <a:gd name="T9" fmla="*/ 146 h 158"/>
                <a:gd name="T10" fmla="*/ 140 w 114"/>
                <a:gd name="T11" fmla="*/ 55 h 15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4" h="158">
                  <a:moveTo>
                    <a:pt x="111" y="54"/>
                  </a:moveTo>
                  <a:cubicBezTo>
                    <a:pt x="95" y="0"/>
                    <a:pt x="65" y="70"/>
                    <a:pt x="55" y="84"/>
                  </a:cubicBezTo>
                  <a:cubicBezTo>
                    <a:pt x="40" y="107"/>
                    <a:pt x="4" y="120"/>
                    <a:pt x="0" y="150"/>
                  </a:cubicBezTo>
                  <a:cubicBezTo>
                    <a:pt x="8" y="150"/>
                    <a:pt x="31" y="158"/>
                    <a:pt x="37" y="156"/>
                  </a:cubicBezTo>
                  <a:cubicBezTo>
                    <a:pt x="49" y="152"/>
                    <a:pt x="57" y="131"/>
                    <a:pt x="64" y="121"/>
                  </a:cubicBezTo>
                  <a:cubicBezTo>
                    <a:pt x="80" y="99"/>
                    <a:pt x="94" y="63"/>
                    <a:pt x="114" y="46"/>
                  </a:cubicBezTo>
                </a:path>
              </a:pathLst>
            </a:custGeom>
            <a:solidFill>
              <a:srgbClr val="F9E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2691" name="Freeform 279">
              <a:extLst>
                <a:ext uri="{FF2B5EF4-FFF2-40B4-BE49-F238E27FC236}">
                  <a16:creationId xmlns:a16="http://schemas.microsoft.com/office/drawing/2014/main" id="{38F762D2-CF4D-4B96-BC93-2248E7E2B7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7" y="2201"/>
              <a:ext cx="143" cy="159"/>
            </a:xfrm>
            <a:custGeom>
              <a:avLst/>
              <a:gdLst>
                <a:gd name="T0" fmla="*/ 129 w 134"/>
                <a:gd name="T1" fmla="*/ 25 h 149"/>
                <a:gd name="T2" fmla="*/ 75 w 134"/>
                <a:gd name="T3" fmla="*/ 4 h 149"/>
                <a:gd name="T4" fmla="*/ 42 w 134"/>
                <a:gd name="T5" fmla="*/ 67 h 149"/>
                <a:gd name="T6" fmla="*/ 42 w 134"/>
                <a:gd name="T7" fmla="*/ 181 h 149"/>
                <a:gd name="T8" fmla="*/ 82 w 134"/>
                <a:gd name="T9" fmla="*/ 106 h 149"/>
                <a:gd name="T10" fmla="*/ 156 w 134"/>
                <a:gd name="T11" fmla="*/ 140 h 149"/>
                <a:gd name="T12" fmla="*/ 141 w 134"/>
                <a:gd name="T13" fmla="*/ 33 h 14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4" h="149">
                  <a:moveTo>
                    <a:pt x="106" y="21"/>
                  </a:moveTo>
                  <a:cubicBezTo>
                    <a:pt x="92" y="16"/>
                    <a:pt x="76" y="0"/>
                    <a:pt x="62" y="4"/>
                  </a:cubicBezTo>
                  <a:cubicBezTo>
                    <a:pt x="43" y="9"/>
                    <a:pt x="42" y="39"/>
                    <a:pt x="35" y="55"/>
                  </a:cubicBezTo>
                  <a:cubicBezTo>
                    <a:pt x="27" y="76"/>
                    <a:pt x="0" y="136"/>
                    <a:pt x="35" y="149"/>
                  </a:cubicBezTo>
                  <a:cubicBezTo>
                    <a:pt x="45" y="132"/>
                    <a:pt x="45" y="96"/>
                    <a:pt x="67" y="87"/>
                  </a:cubicBezTo>
                  <a:cubicBezTo>
                    <a:pt x="88" y="79"/>
                    <a:pt x="111" y="108"/>
                    <a:pt x="128" y="115"/>
                  </a:cubicBezTo>
                  <a:cubicBezTo>
                    <a:pt x="134" y="88"/>
                    <a:pt x="134" y="49"/>
                    <a:pt x="116" y="27"/>
                  </a:cubicBezTo>
                </a:path>
              </a:pathLst>
            </a:custGeom>
            <a:solidFill>
              <a:srgbClr val="F9E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2692" name="Freeform 280">
              <a:extLst>
                <a:ext uri="{FF2B5EF4-FFF2-40B4-BE49-F238E27FC236}">
                  <a16:creationId xmlns:a16="http://schemas.microsoft.com/office/drawing/2014/main" id="{94F79417-FE2A-4B5A-AF36-FC7E841033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4" y="1879"/>
              <a:ext cx="206" cy="275"/>
            </a:xfrm>
            <a:custGeom>
              <a:avLst/>
              <a:gdLst>
                <a:gd name="T0" fmla="*/ 125 w 193"/>
                <a:gd name="T1" fmla="*/ 39 h 258"/>
                <a:gd name="T2" fmla="*/ 78 w 193"/>
                <a:gd name="T3" fmla="*/ 6 h 258"/>
                <a:gd name="T4" fmla="*/ 23 w 193"/>
                <a:gd name="T5" fmla="*/ 91 h 258"/>
                <a:gd name="T6" fmla="*/ 11 w 193"/>
                <a:gd name="T7" fmla="*/ 196 h 258"/>
                <a:gd name="T8" fmla="*/ 29 w 193"/>
                <a:gd name="T9" fmla="*/ 263 h 258"/>
                <a:gd name="T10" fmla="*/ 184 w 193"/>
                <a:gd name="T11" fmla="*/ 225 h 258"/>
                <a:gd name="T12" fmla="*/ 222 w 193"/>
                <a:gd name="T13" fmla="*/ 102 h 258"/>
                <a:gd name="T14" fmla="*/ 134 w 193"/>
                <a:gd name="T15" fmla="*/ 35 h 25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93" h="258">
                  <a:moveTo>
                    <a:pt x="103" y="33"/>
                  </a:moveTo>
                  <a:cubicBezTo>
                    <a:pt x="88" y="25"/>
                    <a:pt x="81" y="9"/>
                    <a:pt x="64" y="6"/>
                  </a:cubicBezTo>
                  <a:cubicBezTo>
                    <a:pt x="27" y="0"/>
                    <a:pt x="24" y="49"/>
                    <a:pt x="20" y="75"/>
                  </a:cubicBezTo>
                  <a:cubicBezTo>
                    <a:pt x="16" y="105"/>
                    <a:pt x="16" y="133"/>
                    <a:pt x="8" y="162"/>
                  </a:cubicBezTo>
                  <a:cubicBezTo>
                    <a:pt x="0" y="189"/>
                    <a:pt x="0" y="201"/>
                    <a:pt x="23" y="218"/>
                  </a:cubicBezTo>
                  <a:cubicBezTo>
                    <a:pt x="74" y="258"/>
                    <a:pt x="111" y="227"/>
                    <a:pt x="151" y="186"/>
                  </a:cubicBezTo>
                  <a:cubicBezTo>
                    <a:pt x="175" y="162"/>
                    <a:pt x="193" y="118"/>
                    <a:pt x="183" y="84"/>
                  </a:cubicBezTo>
                  <a:cubicBezTo>
                    <a:pt x="175" y="54"/>
                    <a:pt x="135" y="42"/>
                    <a:pt x="111" y="29"/>
                  </a:cubicBezTo>
                </a:path>
              </a:pathLst>
            </a:custGeom>
            <a:solidFill>
              <a:srgbClr val="F9E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2693" name="Freeform 281">
              <a:extLst>
                <a:ext uri="{FF2B5EF4-FFF2-40B4-BE49-F238E27FC236}">
                  <a16:creationId xmlns:a16="http://schemas.microsoft.com/office/drawing/2014/main" id="{3AE10A0F-8AD8-413F-9CE6-1D4F9B7F87D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7" y="1564"/>
              <a:ext cx="269" cy="331"/>
            </a:xfrm>
            <a:custGeom>
              <a:avLst/>
              <a:gdLst>
                <a:gd name="T0" fmla="*/ 306 w 252"/>
                <a:gd name="T1" fmla="*/ 77 h 311"/>
                <a:gd name="T2" fmla="*/ 135 w 252"/>
                <a:gd name="T3" fmla="*/ 45 h 311"/>
                <a:gd name="T4" fmla="*/ 18 w 252"/>
                <a:gd name="T5" fmla="*/ 241 h 311"/>
                <a:gd name="T6" fmla="*/ 53 w 252"/>
                <a:gd name="T7" fmla="*/ 295 h 311"/>
                <a:gd name="T8" fmla="*/ 83 w 252"/>
                <a:gd name="T9" fmla="*/ 345 h 311"/>
                <a:gd name="T10" fmla="*/ 142 w 252"/>
                <a:gd name="T11" fmla="*/ 345 h 311"/>
                <a:gd name="T12" fmla="*/ 238 w 252"/>
                <a:gd name="T13" fmla="*/ 277 h 311"/>
                <a:gd name="T14" fmla="*/ 152 w 252"/>
                <a:gd name="T15" fmla="*/ 303 h 311"/>
                <a:gd name="T16" fmla="*/ 145 w 252"/>
                <a:gd name="T17" fmla="*/ 238 h 311"/>
                <a:gd name="T18" fmla="*/ 251 w 252"/>
                <a:gd name="T19" fmla="*/ 172 h 311"/>
                <a:gd name="T20" fmla="*/ 289 w 252"/>
                <a:gd name="T21" fmla="*/ 89 h 31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52" h="311">
                  <a:moveTo>
                    <a:pt x="252" y="64"/>
                  </a:moveTo>
                  <a:cubicBezTo>
                    <a:pt x="203" y="62"/>
                    <a:pt x="154" y="0"/>
                    <a:pt x="111" y="37"/>
                  </a:cubicBezTo>
                  <a:cubicBezTo>
                    <a:pt x="70" y="74"/>
                    <a:pt x="0" y="136"/>
                    <a:pt x="15" y="199"/>
                  </a:cubicBezTo>
                  <a:cubicBezTo>
                    <a:pt x="19" y="219"/>
                    <a:pt x="32" y="229"/>
                    <a:pt x="44" y="244"/>
                  </a:cubicBezTo>
                  <a:cubicBezTo>
                    <a:pt x="56" y="258"/>
                    <a:pt x="59" y="272"/>
                    <a:pt x="68" y="286"/>
                  </a:cubicBezTo>
                  <a:cubicBezTo>
                    <a:pt x="84" y="311"/>
                    <a:pt x="98" y="301"/>
                    <a:pt x="117" y="286"/>
                  </a:cubicBezTo>
                  <a:cubicBezTo>
                    <a:pt x="139" y="268"/>
                    <a:pt x="186" y="257"/>
                    <a:pt x="196" y="229"/>
                  </a:cubicBezTo>
                  <a:cubicBezTo>
                    <a:pt x="177" y="220"/>
                    <a:pt x="147" y="251"/>
                    <a:pt x="125" y="252"/>
                  </a:cubicBezTo>
                  <a:cubicBezTo>
                    <a:pt x="85" y="255"/>
                    <a:pt x="102" y="218"/>
                    <a:pt x="119" y="197"/>
                  </a:cubicBezTo>
                  <a:cubicBezTo>
                    <a:pt x="142" y="169"/>
                    <a:pt x="183" y="172"/>
                    <a:pt x="206" y="143"/>
                  </a:cubicBezTo>
                  <a:cubicBezTo>
                    <a:pt x="218" y="130"/>
                    <a:pt x="244" y="91"/>
                    <a:pt x="238" y="74"/>
                  </a:cubicBezTo>
                </a:path>
              </a:pathLst>
            </a:custGeom>
            <a:solidFill>
              <a:srgbClr val="F9E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2694" name="Freeform 282">
              <a:extLst>
                <a:ext uri="{FF2B5EF4-FFF2-40B4-BE49-F238E27FC236}">
                  <a16:creationId xmlns:a16="http://schemas.microsoft.com/office/drawing/2014/main" id="{166159D8-7974-4788-BA55-DD853EBC86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7" y="1253"/>
              <a:ext cx="356" cy="328"/>
            </a:xfrm>
            <a:custGeom>
              <a:avLst/>
              <a:gdLst>
                <a:gd name="T0" fmla="*/ 407 w 333"/>
                <a:gd name="T1" fmla="*/ 0 h 307"/>
                <a:gd name="T2" fmla="*/ 331 w 333"/>
                <a:gd name="T3" fmla="*/ 17 h 307"/>
                <a:gd name="T4" fmla="*/ 247 w 333"/>
                <a:gd name="T5" fmla="*/ 58 h 307"/>
                <a:gd name="T6" fmla="*/ 74 w 333"/>
                <a:gd name="T7" fmla="*/ 186 h 307"/>
                <a:gd name="T8" fmla="*/ 6 w 333"/>
                <a:gd name="T9" fmla="*/ 287 h 307"/>
                <a:gd name="T10" fmla="*/ 26 w 333"/>
                <a:gd name="T11" fmla="*/ 316 h 307"/>
                <a:gd name="T12" fmla="*/ 60 w 333"/>
                <a:gd name="T13" fmla="*/ 352 h 307"/>
                <a:gd name="T14" fmla="*/ 109 w 333"/>
                <a:gd name="T15" fmla="*/ 283 h 307"/>
                <a:gd name="T16" fmla="*/ 184 w 333"/>
                <a:gd name="T17" fmla="*/ 302 h 307"/>
                <a:gd name="T18" fmla="*/ 214 w 333"/>
                <a:gd name="T19" fmla="*/ 214 h 307"/>
                <a:gd name="T20" fmla="*/ 270 w 333"/>
                <a:gd name="T21" fmla="*/ 115 h 307"/>
                <a:gd name="T22" fmla="*/ 390 w 333"/>
                <a:gd name="T23" fmla="*/ 6 h 30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33" h="307">
                  <a:moveTo>
                    <a:pt x="333" y="0"/>
                  </a:moveTo>
                  <a:cubicBezTo>
                    <a:pt x="325" y="12"/>
                    <a:pt x="287" y="8"/>
                    <a:pt x="271" y="14"/>
                  </a:cubicBezTo>
                  <a:cubicBezTo>
                    <a:pt x="247" y="23"/>
                    <a:pt x="224" y="34"/>
                    <a:pt x="202" y="48"/>
                  </a:cubicBezTo>
                  <a:cubicBezTo>
                    <a:pt x="151" y="80"/>
                    <a:pt x="99" y="103"/>
                    <a:pt x="61" y="153"/>
                  </a:cubicBezTo>
                  <a:cubicBezTo>
                    <a:pt x="43" y="176"/>
                    <a:pt x="13" y="208"/>
                    <a:pt x="6" y="236"/>
                  </a:cubicBezTo>
                  <a:cubicBezTo>
                    <a:pt x="0" y="261"/>
                    <a:pt x="10" y="250"/>
                    <a:pt x="21" y="259"/>
                  </a:cubicBezTo>
                  <a:cubicBezTo>
                    <a:pt x="31" y="267"/>
                    <a:pt x="34" y="289"/>
                    <a:pt x="49" y="288"/>
                  </a:cubicBezTo>
                  <a:cubicBezTo>
                    <a:pt x="50" y="263"/>
                    <a:pt x="53" y="227"/>
                    <a:pt x="89" y="232"/>
                  </a:cubicBezTo>
                  <a:cubicBezTo>
                    <a:pt x="124" y="237"/>
                    <a:pt x="122" y="307"/>
                    <a:pt x="151" y="248"/>
                  </a:cubicBezTo>
                  <a:cubicBezTo>
                    <a:pt x="162" y="226"/>
                    <a:pt x="169" y="199"/>
                    <a:pt x="175" y="175"/>
                  </a:cubicBezTo>
                  <a:cubicBezTo>
                    <a:pt x="182" y="141"/>
                    <a:pt x="199" y="120"/>
                    <a:pt x="222" y="95"/>
                  </a:cubicBezTo>
                  <a:cubicBezTo>
                    <a:pt x="254" y="62"/>
                    <a:pt x="283" y="31"/>
                    <a:pt x="319" y="6"/>
                  </a:cubicBezTo>
                </a:path>
              </a:pathLst>
            </a:custGeom>
            <a:solidFill>
              <a:srgbClr val="F9E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2695" name="Freeform 283">
              <a:extLst>
                <a:ext uri="{FF2B5EF4-FFF2-40B4-BE49-F238E27FC236}">
                  <a16:creationId xmlns:a16="http://schemas.microsoft.com/office/drawing/2014/main" id="{AB3E8972-D3D9-4BFF-BE36-435962E46E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7" y="1314"/>
              <a:ext cx="345" cy="602"/>
            </a:xfrm>
            <a:custGeom>
              <a:avLst/>
              <a:gdLst>
                <a:gd name="T0" fmla="*/ 157 w 323"/>
                <a:gd name="T1" fmla="*/ 80 h 564"/>
                <a:gd name="T2" fmla="*/ 145 w 323"/>
                <a:gd name="T3" fmla="*/ 237 h 564"/>
                <a:gd name="T4" fmla="*/ 115 w 323"/>
                <a:gd name="T5" fmla="*/ 360 h 564"/>
                <a:gd name="T6" fmla="*/ 58 w 323"/>
                <a:gd name="T7" fmla="*/ 409 h 564"/>
                <a:gd name="T8" fmla="*/ 20 w 323"/>
                <a:gd name="T9" fmla="*/ 466 h 564"/>
                <a:gd name="T10" fmla="*/ 14 w 323"/>
                <a:gd name="T11" fmla="*/ 521 h 564"/>
                <a:gd name="T12" fmla="*/ 43 w 323"/>
                <a:gd name="T13" fmla="*/ 517 h 564"/>
                <a:gd name="T14" fmla="*/ 91 w 323"/>
                <a:gd name="T15" fmla="*/ 512 h 564"/>
                <a:gd name="T16" fmla="*/ 228 w 323"/>
                <a:gd name="T17" fmla="*/ 608 h 564"/>
                <a:gd name="T18" fmla="*/ 244 w 323"/>
                <a:gd name="T19" fmla="*/ 664 h 564"/>
                <a:gd name="T20" fmla="*/ 308 w 323"/>
                <a:gd name="T21" fmla="*/ 670 h 564"/>
                <a:gd name="T22" fmla="*/ 390 w 323"/>
                <a:gd name="T23" fmla="*/ 566 h 564"/>
                <a:gd name="T24" fmla="*/ 382 w 323"/>
                <a:gd name="T25" fmla="*/ 488 h 564"/>
                <a:gd name="T26" fmla="*/ 376 w 323"/>
                <a:gd name="T27" fmla="*/ 398 h 564"/>
                <a:gd name="T28" fmla="*/ 380 w 323"/>
                <a:gd name="T29" fmla="*/ 217 h 564"/>
                <a:gd name="T30" fmla="*/ 335 w 323"/>
                <a:gd name="T31" fmla="*/ 50 h 564"/>
                <a:gd name="T32" fmla="*/ 232 w 323"/>
                <a:gd name="T33" fmla="*/ 19 h 564"/>
                <a:gd name="T34" fmla="*/ 161 w 323"/>
                <a:gd name="T35" fmla="*/ 92 h 564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323" h="564">
                  <a:moveTo>
                    <a:pt x="129" y="66"/>
                  </a:moveTo>
                  <a:cubicBezTo>
                    <a:pt x="122" y="109"/>
                    <a:pt x="115" y="151"/>
                    <a:pt x="119" y="195"/>
                  </a:cubicBezTo>
                  <a:cubicBezTo>
                    <a:pt x="123" y="238"/>
                    <a:pt x="125" y="263"/>
                    <a:pt x="95" y="296"/>
                  </a:cubicBezTo>
                  <a:cubicBezTo>
                    <a:pt x="81" y="311"/>
                    <a:pt x="62" y="320"/>
                    <a:pt x="48" y="336"/>
                  </a:cubicBezTo>
                  <a:cubicBezTo>
                    <a:pt x="36" y="350"/>
                    <a:pt x="25" y="367"/>
                    <a:pt x="17" y="383"/>
                  </a:cubicBezTo>
                  <a:cubicBezTo>
                    <a:pt x="13" y="392"/>
                    <a:pt x="0" y="420"/>
                    <a:pt x="11" y="428"/>
                  </a:cubicBezTo>
                  <a:cubicBezTo>
                    <a:pt x="17" y="433"/>
                    <a:pt x="29" y="425"/>
                    <a:pt x="35" y="424"/>
                  </a:cubicBezTo>
                  <a:cubicBezTo>
                    <a:pt x="48" y="422"/>
                    <a:pt x="62" y="422"/>
                    <a:pt x="75" y="422"/>
                  </a:cubicBezTo>
                  <a:cubicBezTo>
                    <a:pt x="124" y="422"/>
                    <a:pt x="166" y="456"/>
                    <a:pt x="186" y="500"/>
                  </a:cubicBezTo>
                  <a:cubicBezTo>
                    <a:pt x="192" y="514"/>
                    <a:pt x="190" y="533"/>
                    <a:pt x="199" y="546"/>
                  </a:cubicBezTo>
                  <a:cubicBezTo>
                    <a:pt x="212" y="564"/>
                    <a:pt x="235" y="562"/>
                    <a:pt x="253" y="551"/>
                  </a:cubicBezTo>
                  <a:cubicBezTo>
                    <a:pt x="279" y="535"/>
                    <a:pt x="317" y="498"/>
                    <a:pt x="320" y="466"/>
                  </a:cubicBezTo>
                  <a:cubicBezTo>
                    <a:pt x="323" y="446"/>
                    <a:pt x="315" y="422"/>
                    <a:pt x="314" y="401"/>
                  </a:cubicBezTo>
                  <a:cubicBezTo>
                    <a:pt x="312" y="377"/>
                    <a:pt x="309" y="352"/>
                    <a:pt x="309" y="327"/>
                  </a:cubicBezTo>
                  <a:cubicBezTo>
                    <a:pt x="308" y="277"/>
                    <a:pt x="310" y="228"/>
                    <a:pt x="312" y="178"/>
                  </a:cubicBezTo>
                  <a:cubicBezTo>
                    <a:pt x="313" y="135"/>
                    <a:pt x="302" y="76"/>
                    <a:pt x="275" y="41"/>
                  </a:cubicBezTo>
                  <a:cubicBezTo>
                    <a:pt x="253" y="14"/>
                    <a:pt x="223" y="0"/>
                    <a:pt x="190" y="16"/>
                  </a:cubicBezTo>
                  <a:cubicBezTo>
                    <a:pt x="161" y="29"/>
                    <a:pt x="151" y="55"/>
                    <a:pt x="132" y="76"/>
                  </a:cubicBezTo>
                </a:path>
              </a:pathLst>
            </a:custGeom>
            <a:solidFill>
              <a:srgbClr val="F9E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2696" name="Freeform 284">
              <a:extLst>
                <a:ext uri="{FF2B5EF4-FFF2-40B4-BE49-F238E27FC236}">
                  <a16:creationId xmlns:a16="http://schemas.microsoft.com/office/drawing/2014/main" id="{0F21C632-BF04-451C-B728-1ED8B7B81A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4" y="1941"/>
              <a:ext cx="360" cy="241"/>
            </a:xfrm>
            <a:custGeom>
              <a:avLst/>
              <a:gdLst>
                <a:gd name="T0" fmla="*/ 4 w 337"/>
                <a:gd name="T1" fmla="*/ 0 h 226"/>
                <a:gd name="T2" fmla="*/ 26 w 337"/>
                <a:gd name="T3" fmla="*/ 59 h 226"/>
                <a:gd name="T4" fmla="*/ 73 w 337"/>
                <a:gd name="T5" fmla="*/ 107 h 226"/>
                <a:gd name="T6" fmla="*/ 178 w 337"/>
                <a:gd name="T7" fmla="*/ 149 h 226"/>
                <a:gd name="T8" fmla="*/ 357 w 337"/>
                <a:gd name="T9" fmla="*/ 258 h 226"/>
                <a:gd name="T10" fmla="*/ 404 w 337"/>
                <a:gd name="T11" fmla="*/ 259 h 226"/>
                <a:gd name="T12" fmla="*/ 401 w 337"/>
                <a:gd name="T13" fmla="*/ 203 h 226"/>
                <a:gd name="T14" fmla="*/ 395 w 337"/>
                <a:gd name="T15" fmla="*/ 132 h 226"/>
                <a:gd name="T16" fmla="*/ 359 w 337"/>
                <a:gd name="T17" fmla="*/ 109 h 226"/>
                <a:gd name="T18" fmla="*/ 73 w 337"/>
                <a:gd name="T19" fmla="*/ 33 h 226"/>
                <a:gd name="T20" fmla="*/ 12 w 337"/>
                <a:gd name="T21" fmla="*/ 2 h 22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37" h="226">
                  <a:moveTo>
                    <a:pt x="4" y="0"/>
                  </a:moveTo>
                  <a:cubicBezTo>
                    <a:pt x="0" y="13"/>
                    <a:pt x="15" y="38"/>
                    <a:pt x="21" y="49"/>
                  </a:cubicBezTo>
                  <a:cubicBezTo>
                    <a:pt x="30" y="67"/>
                    <a:pt x="44" y="77"/>
                    <a:pt x="60" y="88"/>
                  </a:cubicBezTo>
                  <a:cubicBezTo>
                    <a:pt x="85" y="105"/>
                    <a:pt x="118" y="110"/>
                    <a:pt x="146" y="123"/>
                  </a:cubicBezTo>
                  <a:cubicBezTo>
                    <a:pt x="197" y="148"/>
                    <a:pt x="239" y="194"/>
                    <a:pt x="293" y="213"/>
                  </a:cubicBezTo>
                  <a:cubicBezTo>
                    <a:pt x="304" y="216"/>
                    <a:pt x="322" y="226"/>
                    <a:pt x="331" y="214"/>
                  </a:cubicBezTo>
                  <a:cubicBezTo>
                    <a:pt x="337" y="205"/>
                    <a:pt x="330" y="176"/>
                    <a:pt x="329" y="167"/>
                  </a:cubicBezTo>
                  <a:cubicBezTo>
                    <a:pt x="327" y="148"/>
                    <a:pt x="326" y="128"/>
                    <a:pt x="324" y="109"/>
                  </a:cubicBezTo>
                  <a:cubicBezTo>
                    <a:pt x="321" y="87"/>
                    <a:pt x="315" y="89"/>
                    <a:pt x="295" y="90"/>
                  </a:cubicBezTo>
                  <a:cubicBezTo>
                    <a:pt x="207" y="92"/>
                    <a:pt x="138" y="61"/>
                    <a:pt x="60" y="27"/>
                  </a:cubicBezTo>
                  <a:cubicBezTo>
                    <a:pt x="43" y="19"/>
                    <a:pt x="24" y="13"/>
                    <a:pt x="9" y="2"/>
                  </a:cubicBezTo>
                </a:path>
              </a:pathLst>
            </a:custGeom>
            <a:solidFill>
              <a:srgbClr val="F9E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2697" name="Freeform 285">
              <a:extLst>
                <a:ext uri="{FF2B5EF4-FFF2-40B4-BE49-F238E27FC236}">
                  <a16:creationId xmlns:a16="http://schemas.microsoft.com/office/drawing/2014/main" id="{EAEFF8EA-A77D-4E97-AE2E-DC5394F1FFE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6" y="2154"/>
              <a:ext cx="151" cy="140"/>
            </a:xfrm>
            <a:custGeom>
              <a:avLst/>
              <a:gdLst>
                <a:gd name="T0" fmla="*/ 0 w 142"/>
                <a:gd name="T1" fmla="*/ 0 h 131"/>
                <a:gd name="T2" fmla="*/ 57 w 142"/>
                <a:gd name="T3" fmla="*/ 68 h 131"/>
                <a:gd name="T4" fmla="*/ 107 w 142"/>
                <a:gd name="T5" fmla="*/ 130 h 131"/>
                <a:gd name="T6" fmla="*/ 167 w 142"/>
                <a:gd name="T7" fmla="*/ 120 h 131"/>
                <a:gd name="T8" fmla="*/ 95 w 142"/>
                <a:gd name="T9" fmla="*/ 71 h 131"/>
                <a:gd name="T10" fmla="*/ 44 w 142"/>
                <a:gd name="T11" fmla="*/ 34 h 131"/>
                <a:gd name="T12" fmla="*/ 17 w 142"/>
                <a:gd name="T13" fmla="*/ 2 h 1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2" h="131">
                  <a:moveTo>
                    <a:pt x="0" y="0"/>
                  </a:moveTo>
                  <a:cubicBezTo>
                    <a:pt x="20" y="7"/>
                    <a:pt x="35" y="40"/>
                    <a:pt x="48" y="56"/>
                  </a:cubicBezTo>
                  <a:cubicBezTo>
                    <a:pt x="63" y="73"/>
                    <a:pt x="76" y="89"/>
                    <a:pt x="89" y="107"/>
                  </a:cubicBezTo>
                  <a:cubicBezTo>
                    <a:pt x="104" y="125"/>
                    <a:pt x="133" y="131"/>
                    <a:pt x="139" y="98"/>
                  </a:cubicBezTo>
                  <a:cubicBezTo>
                    <a:pt x="142" y="77"/>
                    <a:pt x="96" y="68"/>
                    <a:pt x="79" y="58"/>
                  </a:cubicBezTo>
                  <a:cubicBezTo>
                    <a:pt x="66" y="50"/>
                    <a:pt x="49" y="38"/>
                    <a:pt x="37" y="28"/>
                  </a:cubicBezTo>
                  <a:cubicBezTo>
                    <a:pt x="29" y="20"/>
                    <a:pt x="24" y="6"/>
                    <a:pt x="14" y="2"/>
                  </a:cubicBezTo>
                </a:path>
              </a:pathLst>
            </a:custGeom>
            <a:solidFill>
              <a:srgbClr val="F9E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2698" name="Freeform 286">
              <a:extLst>
                <a:ext uri="{FF2B5EF4-FFF2-40B4-BE49-F238E27FC236}">
                  <a16:creationId xmlns:a16="http://schemas.microsoft.com/office/drawing/2014/main" id="{CFE7FB6B-A170-489F-830E-22F14350F7C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6" y="2457"/>
              <a:ext cx="538" cy="294"/>
            </a:xfrm>
            <a:custGeom>
              <a:avLst/>
              <a:gdLst>
                <a:gd name="T0" fmla="*/ 176 w 504"/>
                <a:gd name="T1" fmla="*/ 250 h 275"/>
                <a:gd name="T2" fmla="*/ 11 w 504"/>
                <a:gd name="T3" fmla="*/ 221 h 275"/>
                <a:gd name="T4" fmla="*/ 47 w 504"/>
                <a:gd name="T5" fmla="*/ 83 h 275"/>
                <a:gd name="T6" fmla="*/ 154 w 504"/>
                <a:gd name="T7" fmla="*/ 26 h 275"/>
                <a:gd name="T8" fmla="*/ 395 w 504"/>
                <a:gd name="T9" fmla="*/ 41 h 275"/>
                <a:gd name="T10" fmla="*/ 479 w 504"/>
                <a:gd name="T11" fmla="*/ 41 h 275"/>
                <a:gd name="T12" fmla="*/ 559 w 504"/>
                <a:gd name="T13" fmla="*/ 26 h 275"/>
                <a:gd name="T14" fmla="*/ 610 w 504"/>
                <a:gd name="T15" fmla="*/ 149 h 275"/>
                <a:gd name="T16" fmla="*/ 494 w 504"/>
                <a:gd name="T17" fmla="*/ 230 h 275"/>
                <a:gd name="T18" fmla="*/ 344 w 504"/>
                <a:gd name="T19" fmla="*/ 234 h 275"/>
                <a:gd name="T20" fmla="*/ 237 w 504"/>
                <a:gd name="T21" fmla="*/ 246 h 275"/>
                <a:gd name="T22" fmla="*/ 157 w 504"/>
                <a:gd name="T23" fmla="*/ 253 h 27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04" h="275">
                  <a:moveTo>
                    <a:pt x="145" y="205"/>
                  </a:moveTo>
                  <a:cubicBezTo>
                    <a:pt x="95" y="197"/>
                    <a:pt x="0" y="275"/>
                    <a:pt x="8" y="181"/>
                  </a:cubicBezTo>
                  <a:cubicBezTo>
                    <a:pt x="10" y="145"/>
                    <a:pt x="18" y="97"/>
                    <a:pt x="38" y="68"/>
                  </a:cubicBezTo>
                  <a:cubicBezTo>
                    <a:pt x="58" y="39"/>
                    <a:pt x="92" y="32"/>
                    <a:pt x="126" y="21"/>
                  </a:cubicBezTo>
                  <a:cubicBezTo>
                    <a:pt x="194" y="0"/>
                    <a:pt x="256" y="34"/>
                    <a:pt x="325" y="34"/>
                  </a:cubicBezTo>
                  <a:cubicBezTo>
                    <a:pt x="348" y="34"/>
                    <a:pt x="372" y="36"/>
                    <a:pt x="394" y="34"/>
                  </a:cubicBezTo>
                  <a:cubicBezTo>
                    <a:pt x="412" y="32"/>
                    <a:pt x="444" y="18"/>
                    <a:pt x="460" y="21"/>
                  </a:cubicBezTo>
                  <a:cubicBezTo>
                    <a:pt x="493" y="29"/>
                    <a:pt x="499" y="89"/>
                    <a:pt x="501" y="122"/>
                  </a:cubicBezTo>
                  <a:cubicBezTo>
                    <a:pt x="504" y="181"/>
                    <a:pt x="460" y="182"/>
                    <a:pt x="407" y="188"/>
                  </a:cubicBezTo>
                  <a:cubicBezTo>
                    <a:pt x="366" y="193"/>
                    <a:pt x="324" y="190"/>
                    <a:pt x="283" y="192"/>
                  </a:cubicBezTo>
                  <a:cubicBezTo>
                    <a:pt x="253" y="194"/>
                    <a:pt x="223" y="199"/>
                    <a:pt x="195" y="201"/>
                  </a:cubicBezTo>
                  <a:cubicBezTo>
                    <a:pt x="180" y="203"/>
                    <a:pt x="122" y="200"/>
                    <a:pt x="129" y="208"/>
                  </a:cubicBezTo>
                </a:path>
              </a:pathLst>
            </a:custGeom>
            <a:solidFill>
              <a:srgbClr val="F9E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2699" name="Freeform 287">
              <a:extLst>
                <a:ext uri="{FF2B5EF4-FFF2-40B4-BE49-F238E27FC236}">
                  <a16:creationId xmlns:a16="http://schemas.microsoft.com/office/drawing/2014/main" id="{B4F37584-7C36-466B-B193-A42C446BF10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5" y="2717"/>
              <a:ext cx="516" cy="305"/>
            </a:xfrm>
            <a:custGeom>
              <a:avLst/>
              <a:gdLst>
                <a:gd name="T0" fmla="*/ 199 w 483"/>
                <a:gd name="T1" fmla="*/ 298 h 286"/>
                <a:gd name="T2" fmla="*/ 67 w 483"/>
                <a:gd name="T3" fmla="*/ 314 h 286"/>
                <a:gd name="T4" fmla="*/ 28 w 483"/>
                <a:gd name="T5" fmla="*/ 191 h 286"/>
                <a:gd name="T6" fmla="*/ 263 w 483"/>
                <a:gd name="T7" fmla="*/ 14 h 286"/>
                <a:gd name="T8" fmla="*/ 407 w 483"/>
                <a:gd name="T9" fmla="*/ 7 h 286"/>
                <a:gd name="T10" fmla="*/ 466 w 483"/>
                <a:gd name="T11" fmla="*/ 7 h 286"/>
                <a:gd name="T12" fmla="*/ 537 w 483"/>
                <a:gd name="T13" fmla="*/ 3 h 286"/>
                <a:gd name="T14" fmla="*/ 547 w 483"/>
                <a:gd name="T15" fmla="*/ 151 h 286"/>
                <a:gd name="T16" fmla="*/ 407 w 483"/>
                <a:gd name="T17" fmla="*/ 278 h 286"/>
                <a:gd name="T18" fmla="*/ 174 w 483"/>
                <a:gd name="T19" fmla="*/ 314 h 28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83" h="286">
                  <a:moveTo>
                    <a:pt x="163" y="246"/>
                  </a:moveTo>
                  <a:cubicBezTo>
                    <a:pt x="130" y="252"/>
                    <a:pt x="78" y="286"/>
                    <a:pt x="55" y="259"/>
                  </a:cubicBezTo>
                  <a:cubicBezTo>
                    <a:pt x="40" y="240"/>
                    <a:pt x="26" y="180"/>
                    <a:pt x="22" y="158"/>
                  </a:cubicBezTo>
                  <a:cubicBezTo>
                    <a:pt x="0" y="47"/>
                    <a:pt x="130" y="22"/>
                    <a:pt x="215" y="11"/>
                  </a:cubicBezTo>
                  <a:cubicBezTo>
                    <a:pt x="254" y="5"/>
                    <a:pt x="294" y="7"/>
                    <a:pt x="334" y="7"/>
                  </a:cubicBezTo>
                  <a:cubicBezTo>
                    <a:pt x="350" y="7"/>
                    <a:pt x="366" y="6"/>
                    <a:pt x="382" y="7"/>
                  </a:cubicBezTo>
                  <a:cubicBezTo>
                    <a:pt x="398" y="7"/>
                    <a:pt x="426" y="0"/>
                    <a:pt x="441" y="3"/>
                  </a:cubicBezTo>
                  <a:cubicBezTo>
                    <a:pt x="483" y="14"/>
                    <a:pt x="462" y="93"/>
                    <a:pt x="448" y="125"/>
                  </a:cubicBezTo>
                  <a:cubicBezTo>
                    <a:pt x="422" y="182"/>
                    <a:pt x="394" y="212"/>
                    <a:pt x="334" y="230"/>
                  </a:cubicBezTo>
                  <a:cubicBezTo>
                    <a:pt x="271" y="249"/>
                    <a:pt x="205" y="244"/>
                    <a:pt x="143" y="259"/>
                  </a:cubicBezTo>
                </a:path>
              </a:pathLst>
            </a:custGeom>
            <a:solidFill>
              <a:srgbClr val="F9E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2700" name="Freeform 288">
              <a:extLst>
                <a:ext uri="{FF2B5EF4-FFF2-40B4-BE49-F238E27FC236}">
                  <a16:creationId xmlns:a16="http://schemas.microsoft.com/office/drawing/2014/main" id="{9F8D8FE3-02EC-468F-AE99-E3CADD4D78B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6" y="2535"/>
              <a:ext cx="207" cy="275"/>
            </a:xfrm>
            <a:custGeom>
              <a:avLst/>
              <a:gdLst>
                <a:gd name="T0" fmla="*/ 0 w 194"/>
                <a:gd name="T1" fmla="*/ 111 h 258"/>
                <a:gd name="T2" fmla="*/ 61 w 194"/>
                <a:gd name="T3" fmla="*/ 148 h 258"/>
                <a:gd name="T4" fmla="*/ 44 w 194"/>
                <a:gd name="T5" fmla="*/ 196 h 258"/>
                <a:gd name="T6" fmla="*/ 3 w 194"/>
                <a:gd name="T7" fmla="*/ 240 h 258"/>
                <a:gd name="T8" fmla="*/ 57 w 194"/>
                <a:gd name="T9" fmla="*/ 261 h 258"/>
                <a:gd name="T10" fmla="*/ 107 w 194"/>
                <a:gd name="T11" fmla="*/ 280 h 258"/>
                <a:gd name="T12" fmla="*/ 131 w 194"/>
                <a:gd name="T13" fmla="*/ 292 h 258"/>
                <a:gd name="T14" fmla="*/ 153 w 194"/>
                <a:gd name="T15" fmla="*/ 308 h 258"/>
                <a:gd name="T16" fmla="*/ 186 w 194"/>
                <a:gd name="T17" fmla="*/ 276 h 258"/>
                <a:gd name="T18" fmla="*/ 222 w 194"/>
                <a:gd name="T19" fmla="*/ 187 h 258"/>
                <a:gd name="T20" fmla="*/ 232 w 194"/>
                <a:gd name="T21" fmla="*/ 74 h 258"/>
                <a:gd name="T22" fmla="*/ 180 w 194"/>
                <a:gd name="T23" fmla="*/ 6 h 258"/>
                <a:gd name="T24" fmla="*/ 93 w 194"/>
                <a:gd name="T25" fmla="*/ 7 h 25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94" h="258">
                  <a:moveTo>
                    <a:pt x="0" y="92"/>
                  </a:moveTo>
                  <a:cubicBezTo>
                    <a:pt x="19" y="91"/>
                    <a:pt x="46" y="103"/>
                    <a:pt x="50" y="122"/>
                  </a:cubicBezTo>
                  <a:cubicBezTo>
                    <a:pt x="54" y="139"/>
                    <a:pt x="47" y="150"/>
                    <a:pt x="36" y="162"/>
                  </a:cubicBezTo>
                  <a:cubicBezTo>
                    <a:pt x="28" y="170"/>
                    <a:pt x="3" y="186"/>
                    <a:pt x="3" y="198"/>
                  </a:cubicBezTo>
                  <a:cubicBezTo>
                    <a:pt x="2" y="215"/>
                    <a:pt x="36" y="215"/>
                    <a:pt x="47" y="216"/>
                  </a:cubicBezTo>
                  <a:cubicBezTo>
                    <a:pt x="63" y="218"/>
                    <a:pt x="74" y="225"/>
                    <a:pt x="88" y="232"/>
                  </a:cubicBezTo>
                  <a:cubicBezTo>
                    <a:pt x="95" y="235"/>
                    <a:pt x="102" y="238"/>
                    <a:pt x="108" y="241"/>
                  </a:cubicBezTo>
                  <a:cubicBezTo>
                    <a:pt x="113" y="245"/>
                    <a:pt x="119" y="252"/>
                    <a:pt x="126" y="254"/>
                  </a:cubicBezTo>
                  <a:cubicBezTo>
                    <a:pt x="144" y="258"/>
                    <a:pt x="147" y="240"/>
                    <a:pt x="153" y="228"/>
                  </a:cubicBezTo>
                  <a:cubicBezTo>
                    <a:pt x="165" y="203"/>
                    <a:pt x="177" y="181"/>
                    <a:pt x="183" y="154"/>
                  </a:cubicBezTo>
                  <a:cubicBezTo>
                    <a:pt x="188" y="126"/>
                    <a:pt x="194" y="90"/>
                    <a:pt x="190" y="61"/>
                  </a:cubicBezTo>
                  <a:cubicBezTo>
                    <a:pt x="186" y="38"/>
                    <a:pt x="172" y="13"/>
                    <a:pt x="148" y="6"/>
                  </a:cubicBezTo>
                  <a:cubicBezTo>
                    <a:pt x="130" y="0"/>
                    <a:pt x="95" y="1"/>
                    <a:pt x="77" y="7"/>
                  </a:cubicBezTo>
                </a:path>
              </a:pathLst>
            </a:custGeom>
            <a:solidFill>
              <a:srgbClr val="F9E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2701" name="Freeform 289">
              <a:extLst>
                <a:ext uri="{FF2B5EF4-FFF2-40B4-BE49-F238E27FC236}">
                  <a16:creationId xmlns:a16="http://schemas.microsoft.com/office/drawing/2014/main" id="{BDBF8803-9832-4386-9F93-419FFD95748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4" y="2223"/>
              <a:ext cx="325" cy="219"/>
            </a:xfrm>
            <a:custGeom>
              <a:avLst/>
              <a:gdLst>
                <a:gd name="T0" fmla="*/ 314 w 304"/>
                <a:gd name="T1" fmla="*/ 11 h 206"/>
                <a:gd name="T2" fmla="*/ 354 w 304"/>
                <a:gd name="T3" fmla="*/ 21 h 206"/>
                <a:gd name="T4" fmla="*/ 363 w 304"/>
                <a:gd name="T5" fmla="*/ 89 h 206"/>
                <a:gd name="T6" fmla="*/ 369 w 304"/>
                <a:gd name="T7" fmla="*/ 163 h 206"/>
                <a:gd name="T8" fmla="*/ 344 w 304"/>
                <a:gd name="T9" fmla="*/ 215 h 206"/>
                <a:gd name="T10" fmla="*/ 267 w 304"/>
                <a:gd name="T11" fmla="*/ 225 h 206"/>
                <a:gd name="T12" fmla="*/ 202 w 304"/>
                <a:gd name="T13" fmla="*/ 232 h 206"/>
                <a:gd name="T14" fmla="*/ 143 w 304"/>
                <a:gd name="T15" fmla="*/ 245 h 206"/>
                <a:gd name="T16" fmla="*/ 88 w 304"/>
                <a:gd name="T17" fmla="*/ 218 h 206"/>
                <a:gd name="T18" fmla="*/ 15 w 304"/>
                <a:gd name="T19" fmla="*/ 197 h 206"/>
                <a:gd name="T20" fmla="*/ 89 w 304"/>
                <a:gd name="T21" fmla="*/ 74 h 206"/>
                <a:gd name="T22" fmla="*/ 154 w 304"/>
                <a:gd name="T23" fmla="*/ 55 h 206"/>
                <a:gd name="T24" fmla="*/ 208 w 304"/>
                <a:gd name="T25" fmla="*/ 36 h 206"/>
                <a:gd name="T26" fmla="*/ 296 w 304"/>
                <a:gd name="T27" fmla="*/ 21 h 206"/>
                <a:gd name="T28" fmla="*/ 320 w 304"/>
                <a:gd name="T29" fmla="*/ 6 h 20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304" h="206">
                  <a:moveTo>
                    <a:pt x="257" y="8"/>
                  </a:moveTo>
                  <a:cubicBezTo>
                    <a:pt x="272" y="6"/>
                    <a:pt x="284" y="0"/>
                    <a:pt x="290" y="18"/>
                  </a:cubicBezTo>
                  <a:cubicBezTo>
                    <a:pt x="295" y="34"/>
                    <a:pt x="294" y="57"/>
                    <a:pt x="297" y="74"/>
                  </a:cubicBezTo>
                  <a:cubicBezTo>
                    <a:pt x="300" y="94"/>
                    <a:pt x="300" y="115"/>
                    <a:pt x="302" y="135"/>
                  </a:cubicBezTo>
                  <a:cubicBezTo>
                    <a:pt x="304" y="155"/>
                    <a:pt x="302" y="170"/>
                    <a:pt x="282" y="179"/>
                  </a:cubicBezTo>
                  <a:cubicBezTo>
                    <a:pt x="263" y="187"/>
                    <a:pt x="240" y="186"/>
                    <a:pt x="219" y="187"/>
                  </a:cubicBezTo>
                  <a:cubicBezTo>
                    <a:pt x="201" y="188"/>
                    <a:pt x="184" y="190"/>
                    <a:pt x="166" y="193"/>
                  </a:cubicBezTo>
                  <a:cubicBezTo>
                    <a:pt x="149" y="196"/>
                    <a:pt x="135" y="206"/>
                    <a:pt x="117" y="203"/>
                  </a:cubicBezTo>
                  <a:cubicBezTo>
                    <a:pt x="101" y="199"/>
                    <a:pt x="89" y="185"/>
                    <a:pt x="72" y="182"/>
                  </a:cubicBezTo>
                  <a:cubicBezTo>
                    <a:pt x="54" y="179"/>
                    <a:pt x="19" y="184"/>
                    <a:pt x="12" y="164"/>
                  </a:cubicBezTo>
                  <a:cubicBezTo>
                    <a:pt x="0" y="131"/>
                    <a:pt x="49" y="79"/>
                    <a:pt x="73" y="62"/>
                  </a:cubicBezTo>
                  <a:cubicBezTo>
                    <a:pt x="89" y="52"/>
                    <a:pt x="108" y="50"/>
                    <a:pt x="126" y="46"/>
                  </a:cubicBezTo>
                  <a:cubicBezTo>
                    <a:pt x="142" y="42"/>
                    <a:pt x="155" y="35"/>
                    <a:pt x="170" y="30"/>
                  </a:cubicBezTo>
                  <a:cubicBezTo>
                    <a:pt x="194" y="22"/>
                    <a:pt x="219" y="29"/>
                    <a:pt x="242" y="18"/>
                  </a:cubicBezTo>
                  <a:cubicBezTo>
                    <a:pt x="249" y="14"/>
                    <a:pt x="255" y="9"/>
                    <a:pt x="262" y="6"/>
                  </a:cubicBezTo>
                </a:path>
              </a:pathLst>
            </a:custGeom>
            <a:solidFill>
              <a:srgbClr val="F9E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2702" name="Freeform 290">
              <a:extLst>
                <a:ext uri="{FF2B5EF4-FFF2-40B4-BE49-F238E27FC236}">
                  <a16:creationId xmlns:a16="http://schemas.microsoft.com/office/drawing/2014/main" id="{2151C669-1CED-4C03-B760-3D4D3DE38A0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1" y="2123"/>
              <a:ext cx="150" cy="74"/>
            </a:xfrm>
            <a:custGeom>
              <a:avLst/>
              <a:gdLst>
                <a:gd name="T0" fmla="*/ 143 w 140"/>
                <a:gd name="T1" fmla="*/ 0 h 69"/>
                <a:gd name="T2" fmla="*/ 171 w 140"/>
                <a:gd name="T3" fmla="*/ 49 h 69"/>
                <a:gd name="T4" fmla="*/ 110 w 140"/>
                <a:gd name="T5" fmla="*/ 82 h 69"/>
                <a:gd name="T6" fmla="*/ 4 w 140"/>
                <a:gd name="T7" fmla="*/ 85 h 69"/>
                <a:gd name="T8" fmla="*/ 62 w 140"/>
                <a:gd name="T9" fmla="*/ 50 h 69"/>
                <a:gd name="T10" fmla="*/ 131 w 140"/>
                <a:gd name="T11" fmla="*/ 10 h 6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0" h="69">
                  <a:moveTo>
                    <a:pt x="116" y="0"/>
                  </a:moveTo>
                  <a:cubicBezTo>
                    <a:pt x="121" y="16"/>
                    <a:pt x="140" y="19"/>
                    <a:pt x="139" y="40"/>
                  </a:cubicBezTo>
                  <a:cubicBezTo>
                    <a:pt x="137" y="62"/>
                    <a:pt x="109" y="65"/>
                    <a:pt x="90" y="66"/>
                  </a:cubicBezTo>
                  <a:cubicBezTo>
                    <a:pt x="61" y="66"/>
                    <a:pt x="33" y="67"/>
                    <a:pt x="4" y="69"/>
                  </a:cubicBezTo>
                  <a:cubicBezTo>
                    <a:pt x="0" y="51"/>
                    <a:pt x="39" y="47"/>
                    <a:pt x="50" y="41"/>
                  </a:cubicBezTo>
                  <a:cubicBezTo>
                    <a:pt x="69" y="30"/>
                    <a:pt x="85" y="14"/>
                    <a:pt x="106" y="7"/>
                  </a:cubicBezTo>
                </a:path>
              </a:pathLst>
            </a:custGeom>
            <a:solidFill>
              <a:srgbClr val="F9E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2703" name="Freeform 291">
              <a:extLst>
                <a:ext uri="{FF2B5EF4-FFF2-40B4-BE49-F238E27FC236}">
                  <a16:creationId xmlns:a16="http://schemas.microsoft.com/office/drawing/2014/main" id="{DF5A9F20-8DF8-4D5A-9C37-389E585B4DE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6" y="1924"/>
              <a:ext cx="179" cy="242"/>
            </a:xfrm>
            <a:custGeom>
              <a:avLst/>
              <a:gdLst>
                <a:gd name="T0" fmla="*/ 125 w 167"/>
                <a:gd name="T1" fmla="*/ 7 h 227"/>
                <a:gd name="T2" fmla="*/ 181 w 167"/>
                <a:gd name="T3" fmla="*/ 80 h 227"/>
                <a:gd name="T4" fmla="*/ 187 w 167"/>
                <a:gd name="T5" fmla="*/ 127 h 227"/>
                <a:gd name="T6" fmla="*/ 200 w 167"/>
                <a:gd name="T7" fmla="*/ 185 h 227"/>
                <a:gd name="T8" fmla="*/ 124 w 167"/>
                <a:gd name="T9" fmla="*/ 209 h 227"/>
                <a:gd name="T10" fmla="*/ 55 w 167"/>
                <a:gd name="T11" fmla="*/ 244 h 227"/>
                <a:gd name="T12" fmla="*/ 10 w 167"/>
                <a:gd name="T13" fmla="*/ 275 h 227"/>
                <a:gd name="T14" fmla="*/ 34 w 167"/>
                <a:gd name="T15" fmla="*/ 222 h 227"/>
                <a:gd name="T16" fmla="*/ 89 w 167"/>
                <a:gd name="T17" fmla="*/ 154 h 227"/>
                <a:gd name="T18" fmla="*/ 116 w 167"/>
                <a:gd name="T19" fmla="*/ 31 h 22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67" h="227">
                  <a:moveTo>
                    <a:pt x="102" y="7"/>
                  </a:moveTo>
                  <a:cubicBezTo>
                    <a:pt x="129" y="0"/>
                    <a:pt x="143" y="46"/>
                    <a:pt x="147" y="66"/>
                  </a:cubicBezTo>
                  <a:cubicBezTo>
                    <a:pt x="149" y="79"/>
                    <a:pt x="148" y="93"/>
                    <a:pt x="151" y="105"/>
                  </a:cubicBezTo>
                  <a:cubicBezTo>
                    <a:pt x="156" y="121"/>
                    <a:pt x="167" y="136"/>
                    <a:pt x="162" y="153"/>
                  </a:cubicBezTo>
                  <a:cubicBezTo>
                    <a:pt x="156" y="178"/>
                    <a:pt x="121" y="169"/>
                    <a:pt x="101" y="173"/>
                  </a:cubicBezTo>
                  <a:cubicBezTo>
                    <a:pt x="81" y="176"/>
                    <a:pt x="63" y="191"/>
                    <a:pt x="45" y="202"/>
                  </a:cubicBezTo>
                  <a:cubicBezTo>
                    <a:pt x="35" y="208"/>
                    <a:pt x="19" y="226"/>
                    <a:pt x="7" y="227"/>
                  </a:cubicBezTo>
                  <a:cubicBezTo>
                    <a:pt x="0" y="211"/>
                    <a:pt x="18" y="193"/>
                    <a:pt x="28" y="183"/>
                  </a:cubicBezTo>
                  <a:cubicBezTo>
                    <a:pt x="44" y="165"/>
                    <a:pt x="59" y="148"/>
                    <a:pt x="72" y="127"/>
                  </a:cubicBezTo>
                  <a:cubicBezTo>
                    <a:pt x="92" y="96"/>
                    <a:pt x="95" y="62"/>
                    <a:pt x="94" y="25"/>
                  </a:cubicBezTo>
                </a:path>
              </a:pathLst>
            </a:custGeom>
            <a:solidFill>
              <a:srgbClr val="F9E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2704" name="Freeform 292">
              <a:extLst>
                <a:ext uri="{FF2B5EF4-FFF2-40B4-BE49-F238E27FC236}">
                  <a16:creationId xmlns:a16="http://schemas.microsoft.com/office/drawing/2014/main" id="{37B971EF-4D8F-474B-92F0-ED90CA23D73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0" y="2262"/>
              <a:ext cx="5" cy="4"/>
            </a:xfrm>
            <a:custGeom>
              <a:avLst/>
              <a:gdLst>
                <a:gd name="T0" fmla="*/ 5 w 5"/>
                <a:gd name="T1" fmla="*/ 4 h 4"/>
                <a:gd name="T2" fmla="*/ 0 w 5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4">
                  <a:moveTo>
                    <a:pt x="5" y="4"/>
                  </a:moveTo>
                  <a:cubicBezTo>
                    <a:pt x="3" y="3"/>
                    <a:pt x="2" y="2"/>
                    <a:pt x="0" y="0"/>
                  </a:cubicBezTo>
                </a:path>
              </a:pathLst>
            </a:custGeom>
            <a:solidFill>
              <a:srgbClr val="F9E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2705" name="Freeform 293">
              <a:extLst>
                <a:ext uri="{FF2B5EF4-FFF2-40B4-BE49-F238E27FC236}">
                  <a16:creationId xmlns:a16="http://schemas.microsoft.com/office/drawing/2014/main" id="{3956F0A2-AF24-40DC-9385-5452C5465FF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6" y="2866"/>
              <a:ext cx="219" cy="235"/>
            </a:xfrm>
            <a:custGeom>
              <a:avLst/>
              <a:gdLst>
                <a:gd name="T0" fmla="*/ 250 w 205"/>
                <a:gd name="T1" fmla="*/ 0 h 221"/>
                <a:gd name="T2" fmla="*/ 143 w 205"/>
                <a:gd name="T3" fmla="*/ 186 h 221"/>
                <a:gd name="T4" fmla="*/ 0 w 205"/>
                <a:gd name="T5" fmla="*/ 225 h 221"/>
                <a:gd name="T6" fmla="*/ 110 w 205"/>
                <a:gd name="T7" fmla="*/ 65 h 2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5" h="221">
                  <a:moveTo>
                    <a:pt x="205" y="0"/>
                  </a:moveTo>
                  <a:cubicBezTo>
                    <a:pt x="161" y="43"/>
                    <a:pt x="164" y="115"/>
                    <a:pt x="117" y="155"/>
                  </a:cubicBezTo>
                  <a:cubicBezTo>
                    <a:pt x="95" y="174"/>
                    <a:pt x="27" y="221"/>
                    <a:pt x="0" y="187"/>
                  </a:cubicBezTo>
                  <a:cubicBezTo>
                    <a:pt x="54" y="165"/>
                    <a:pt x="107" y="119"/>
                    <a:pt x="90" y="54"/>
                  </a:cubicBezTo>
                </a:path>
              </a:pathLst>
            </a:custGeom>
            <a:solidFill>
              <a:srgbClr val="F9E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2706" name="Freeform 294">
              <a:extLst>
                <a:ext uri="{FF2B5EF4-FFF2-40B4-BE49-F238E27FC236}">
                  <a16:creationId xmlns:a16="http://schemas.microsoft.com/office/drawing/2014/main" id="{601F6E5C-32E9-4587-9EA9-A06A191ED90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8" y="3146"/>
              <a:ext cx="197" cy="531"/>
            </a:xfrm>
            <a:custGeom>
              <a:avLst/>
              <a:gdLst>
                <a:gd name="T0" fmla="*/ 34 w 184"/>
                <a:gd name="T1" fmla="*/ 29 h 498"/>
                <a:gd name="T2" fmla="*/ 150 w 184"/>
                <a:gd name="T3" fmla="*/ 1 h 498"/>
                <a:gd name="T4" fmla="*/ 213 w 184"/>
                <a:gd name="T5" fmla="*/ 143 h 498"/>
                <a:gd name="T6" fmla="*/ 198 w 184"/>
                <a:gd name="T7" fmla="*/ 441 h 498"/>
                <a:gd name="T8" fmla="*/ 172 w 184"/>
                <a:gd name="T9" fmla="*/ 553 h 498"/>
                <a:gd name="T10" fmla="*/ 80 w 184"/>
                <a:gd name="T11" fmla="*/ 486 h 498"/>
                <a:gd name="T12" fmla="*/ 60 w 184"/>
                <a:gd name="T13" fmla="*/ 368 h 498"/>
                <a:gd name="T14" fmla="*/ 20 w 184"/>
                <a:gd name="T15" fmla="*/ 211 h 498"/>
                <a:gd name="T16" fmla="*/ 15 w 184"/>
                <a:gd name="T17" fmla="*/ 23 h 49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4" h="498">
                  <a:moveTo>
                    <a:pt x="28" y="23"/>
                  </a:moveTo>
                  <a:cubicBezTo>
                    <a:pt x="37" y="13"/>
                    <a:pt x="105" y="0"/>
                    <a:pt x="122" y="1"/>
                  </a:cubicBezTo>
                  <a:cubicBezTo>
                    <a:pt x="169" y="4"/>
                    <a:pt x="169" y="83"/>
                    <a:pt x="174" y="118"/>
                  </a:cubicBezTo>
                  <a:cubicBezTo>
                    <a:pt x="184" y="202"/>
                    <a:pt x="178" y="281"/>
                    <a:pt x="162" y="364"/>
                  </a:cubicBezTo>
                  <a:cubicBezTo>
                    <a:pt x="157" y="388"/>
                    <a:pt x="152" y="437"/>
                    <a:pt x="140" y="457"/>
                  </a:cubicBezTo>
                  <a:cubicBezTo>
                    <a:pt x="114" y="498"/>
                    <a:pt x="74" y="428"/>
                    <a:pt x="65" y="401"/>
                  </a:cubicBezTo>
                  <a:cubicBezTo>
                    <a:pt x="54" y="370"/>
                    <a:pt x="56" y="336"/>
                    <a:pt x="49" y="304"/>
                  </a:cubicBezTo>
                  <a:cubicBezTo>
                    <a:pt x="40" y="260"/>
                    <a:pt x="26" y="218"/>
                    <a:pt x="17" y="174"/>
                  </a:cubicBezTo>
                  <a:cubicBezTo>
                    <a:pt x="7" y="122"/>
                    <a:pt x="0" y="71"/>
                    <a:pt x="12" y="20"/>
                  </a:cubicBezTo>
                </a:path>
              </a:pathLst>
            </a:custGeom>
            <a:solidFill>
              <a:srgbClr val="F9E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2707" name="Freeform 295">
              <a:extLst>
                <a:ext uri="{FF2B5EF4-FFF2-40B4-BE49-F238E27FC236}">
                  <a16:creationId xmlns:a16="http://schemas.microsoft.com/office/drawing/2014/main" id="{EF08961F-A4E8-4B31-993E-9B006EB6A0D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1" y="3557"/>
              <a:ext cx="187" cy="212"/>
            </a:xfrm>
            <a:custGeom>
              <a:avLst/>
              <a:gdLst>
                <a:gd name="T0" fmla="*/ 183 w 175"/>
                <a:gd name="T1" fmla="*/ 27 h 199"/>
                <a:gd name="T2" fmla="*/ 183 w 175"/>
                <a:gd name="T3" fmla="*/ 126 h 199"/>
                <a:gd name="T4" fmla="*/ 200 w 175"/>
                <a:gd name="T5" fmla="*/ 172 h 199"/>
                <a:gd name="T6" fmla="*/ 128 w 175"/>
                <a:gd name="T7" fmla="*/ 180 h 199"/>
                <a:gd name="T8" fmla="*/ 53 w 175"/>
                <a:gd name="T9" fmla="*/ 197 h 199"/>
                <a:gd name="T10" fmla="*/ 0 w 175"/>
                <a:gd name="T11" fmla="*/ 197 h 199"/>
                <a:gd name="T12" fmla="*/ 52 w 175"/>
                <a:gd name="T13" fmla="*/ 161 h 199"/>
                <a:gd name="T14" fmla="*/ 130 w 175"/>
                <a:gd name="T15" fmla="*/ 123 h 199"/>
                <a:gd name="T16" fmla="*/ 138 w 175"/>
                <a:gd name="T17" fmla="*/ 0 h 19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75" h="199">
                  <a:moveTo>
                    <a:pt x="150" y="22"/>
                  </a:moveTo>
                  <a:cubicBezTo>
                    <a:pt x="144" y="46"/>
                    <a:pt x="139" y="81"/>
                    <a:pt x="150" y="104"/>
                  </a:cubicBezTo>
                  <a:cubicBezTo>
                    <a:pt x="156" y="117"/>
                    <a:pt x="175" y="125"/>
                    <a:pt x="164" y="142"/>
                  </a:cubicBezTo>
                  <a:cubicBezTo>
                    <a:pt x="153" y="161"/>
                    <a:pt x="121" y="150"/>
                    <a:pt x="105" y="149"/>
                  </a:cubicBezTo>
                  <a:cubicBezTo>
                    <a:pt x="77" y="147"/>
                    <a:pt x="67" y="147"/>
                    <a:pt x="44" y="163"/>
                  </a:cubicBezTo>
                  <a:cubicBezTo>
                    <a:pt x="30" y="174"/>
                    <a:pt x="0" y="199"/>
                    <a:pt x="0" y="163"/>
                  </a:cubicBezTo>
                  <a:cubicBezTo>
                    <a:pt x="1" y="138"/>
                    <a:pt x="25" y="137"/>
                    <a:pt x="43" y="133"/>
                  </a:cubicBezTo>
                  <a:cubicBezTo>
                    <a:pt x="68" y="127"/>
                    <a:pt x="95" y="127"/>
                    <a:pt x="107" y="101"/>
                  </a:cubicBezTo>
                  <a:cubicBezTo>
                    <a:pt x="120" y="71"/>
                    <a:pt x="102" y="31"/>
                    <a:pt x="113" y="0"/>
                  </a:cubicBezTo>
                </a:path>
              </a:pathLst>
            </a:custGeom>
            <a:solidFill>
              <a:srgbClr val="F9E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2708" name="Freeform 296">
              <a:extLst>
                <a:ext uri="{FF2B5EF4-FFF2-40B4-BE49-F238E27FC236}">
                  <a16:creationId xmlns:a16="http://schemas.microsoft.com/office/drawing/2014/main" id="{6D1BE7C2-F1BF-41ED-B0F8-757F1F93EF1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8" y="3747"/>
              <a:ext cx="123" cy="168"/>
            </a:xfrm>
            <a:custGeom>
              <a:avLst/>
              <a:gdLst>
                <a:gd name="T0" fmla="*/ 3 w 115"/>
                <a:gd name="T1" fmla="*/ 65 h 158"/>
                <a:gd name="T2" fmla="*/ 72 w 115"/>
                <a:gd name="T3" fmla="*/ 101 h 158"/>
                <a:gd name="T4" fmla="*/ 141 w 115"/>
                <a:gd name="T5" fmla="*/ 180 h 158"/>
                <a:gd name="T6" fmla="*/ 95 w 115"/>
                <a:gd name="T7" fmla="*/ 188 h 158"/>
                <a:gd name="T8" fmla="*/ 61 w 115"/>
                <a:gd name="T9" fmla="*/ 146 h 158"/>
                <a:gd name="T10" fmla="*/ 0 w 115"/>
                <a:gd name="T11" fmla="*/ 55 h 15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5" h="158">
                  <a:moveTo>
                    <a:pt x="3" y="54"/>
                  </a:moveTo>
                  <a:cubicBezTo>
                    <a:pt x="19" y="0"/>
                    <a:pt x="50" y="70"/>
                    <a:pt x="59" y="84"/>
                  </a:cubicBezTo>
                  <a:cubicBezTo>
                    <a:pt x="75" y="107"/>
                    <a:pt x="111" y="120"/>
                    <a:pt x="115" y="150"/>
                  </a:cubicBezTo>
                  <a:cubicBezTo>
                    <a:pt x="107" y="150"/>
                    <a:pt x="83" y="158"/>
                    <a:pt x="78" y="156"/>
                  </a:cubicBezTo>
                  <a:cubicBezTo>
                    <a:pt x="65" y="152"/>
                    <a:pt x="57" y="131"/>
                    <a:pt x="50" y="121"/>
                  </a:cubicBezTo>
                  <a:cubicBezTo>
                    <a:pt x="35" y="99"/>
                    <a:pt x="21" y="63"/>
                    <a:pt x="0" y="46"/>
                  </a:cubicBezTo>
                </a:path>
              </a:pathLst>
            </a:custGeom>
            <a:solidFill>
              <a:srgbClr val="F9E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2709" name="Freeform 297">
              <a:extLst>
                <a:ext uri="{FF2B5EF4-FFF2-40B4-BE49-F238E27FC236}">
                  <a16:creationId xmlns:a16="http://schemas.microsoft.com/office/drawing/2014/main" id="{C8442CC0-706F-40C9-8E7A-36884F4CE7A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2" y="2201"/>
              <a:ext cx="143" cy="159"/>
            </a:xfrm>
            <a:custGeom>
              <a:avLst/>
              <a:gdLst>
                <a:gd name="T0" fmla="*/ 35 w 134"/>
                <a:gd name="T1" fmla="*/ 25 h 149"/>
                <a:gd name="T2" fmla="*/ 89 w 134"/>
                <a:gd name="T3" fmla="*/ 4 h 149"/>
                <a:gd name="T4" fmla="*/ 121 w 134"/>
                <a:gd name="T5" fmla="*/ 67 h 149"/>
                <a:gd name="T6" fmla="*/ 121 w 134"/>
                <a:gd name="T7" fmla="*/ 181 h 149"/>
                <a:gd name="T8" fmla="*/ 82 w 134"/>
                <a:gd name="T9" fmla="*/ 106 h 149"/>
                <a:gd name="T10" fmla="*/ 6 w 134"/>
                <a:gd name="T11" fmla="*/ 140 h 149"/>
                <a:gd name="T12" fmla="*/ 22 w 134"/>
                <a:gd name="T13" fmla="*/ 33 h 14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4" h="149">
                  <a:moveTo>
                    <a:pt x="29" y="21"/>
                  </a:moveTo>
                  <a:cubicBezTo>
                    <a:pt x="43" y="16"/>
                    <a:pt x="58" y="0"/>
                    <a:pt x="73" y="4"/>
                  </a:cubicBezTo>
                  <a:cubicBezTo>
                    <a:pt x="92" y="9"/>
                    <a:pt x="92" y="39"/>
                    <a:pt x="99" y="55"/>
                  </a:cubicBezTo>
                  <a:cubicBezTo>
                    <a:pt x="108" y="76"/>
                    <a:pt x="134" y="136"/>
                    <a:pt x="99" y="149"/>
                  </a:cubicBezTo>
                  <a:cubicBezTo>
                    <a:pt x="89" y="132"/>
                    <a:pt x="89" y="96"/>
                    <a:pt x="67" y="87"/>
                  </a:cubicBezTo>
                  <a:cubicBezTo>
                    <a:pt x="46" y="79"/>
                    <a:pt x="24" y="108"/>
                    <a:pt x="6" y="115"/>
                  </a:cubicBezTo>
                  <a:cubicBezTo>
                    <a:pt x="0" y="88"/>
                    <a:pt x="0" y="49"/>
                    <a:pt x="19" y="27"/>
                  </a:cubicBezTo>
                </a:path>
              </a:pathLst>
            </a:custGeom>
            <a:solidFill>
              <a:srgbClr val="F9E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2710" name="Freeform 298">
              <a:extLst>
                <a:ext uri="{FF2B5EF4-FFF2-40B4-BE49-F238E27FC236}">
                  <a16:creationId xmlns:a16="http://schemas.microsoft.com/office/drawing/2014/main" id="{416DD4D5-80E6-4832-BCF4-7EB69087E50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1" y="1879"/>
              <a:ext cx="206" cy="275"/>
            </a:xfrm>
            <a:custGeom>
              <a:avLst/>
              <a:gdLst>
                <a:gd name="T0" fmla="*/ 109 w 193"/>
                <a:gd name="T1" fmla="*/ 39 h 258"/>
                <a:gd name="T2" fmla="*/ 157 w 193"/>
                <a:gd name="T3" fmla="*/ 6 h 258"/>
                <a:gd name="T4" fmla="*/ 210 w 193"/>
                <a:gd name="T5" fmla="*/ 91 h 258"/>
                <a:gd name="T6" fmla="*/ 226 w 193"/>
                <a:gd name="T7" fmla="*/ 196 h 258"/>
                <a:gd name="T8" fmla="*/ 208 w 193"/>
                <a:gd name="T9" fmla="*/ 263 h 258"/>
                <a:gd name="T10" fmla="*/ 51 w 193"/>
                <a:gd name="T11" fmla="*/ 225 h 258"/>
                <a:gd name="T12" fmla="*/ 13 w 193"/>
                <a:gd name="T13" fmla="*/ 102 h 258"/>
                <a:gd name="T14" fmla="*/ 100 w 193"/>
                <a:gd name="T15" fmla="*/ 35 h 25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93" h="258">
                  <a:moveTo>
                    <a:pt x="90" y="33"/>
                  </a:moveTo>
                  <a:cubicBezTo>
                    <a:pt x="105" y="25"/>
                    <a:pt x="112" y="9"/>
                    <a:pt x="129" y="6"/>
                  </a:cubicBezTo>
                  <a:cubicBezTo>
                    <a:pt x="167" y="0"/>
                    <a:pt x="169" y="49"/>
                    <a:pt x="173" y="75"/>
                  </a:cubicBezTo>
                  <a:cubicBezTo>
                    <a:pt x="177" y="105"/>
                    <a:pt x="178" y="133"/>
                    <a:pt x="186" y="162"/>
                  </a:cubicBezTo>
                  <a:cubicBezTo>
                    <a:pt x="193" y="189"/>
                    <a:pt x="193" y="201"/>
                    <a:pt x="171" y="218"/>
                  </a:cubicBezTo>
                  <a:cubicBezTo>
                    <a:pt x="120" y="258"/>
                    <a:pt x="82" y="227"/>
                    <a:pt x="42" y="186"/>
                  </a:cubicBezTo>
                  <a:cubicBezTo>
                    <a:pt x="19" y="162"/>
                    <a:pt x="0" y="118"/>
                    <a:pt x="10" y="84"/>
                  </a:cubicBezTo>
                  <a:cubicBezTo>
                    <a:pt x="19" y="54"/>
                    <a:pt x="58" y="42"/>
                    <a:pt x="82" y="29"/>
                  </a:cubicBezTo>
                </a:path>
              </a:pathLst>
            </a:custGeom>
            <a:solidFill>
              <a:srgbClr val="F9E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2711" name="Freeform 299">
              <a:extLst>
                <a:ext uri="{FF2B5EF4-FFF2-40B4-BE49-F238E27FC236}">
                  <a16:creationId xmlns:a16="http://schemas.microsoft.com/office/drawing/2014/main" id="{115BACFD-13C6-4551-90F0-134E9F30876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5" y="1564"/>
              <a:ext cx="270" cy="331"/>
            </a:xfrm>
            <a:custGeom>
              <a:avLst/>
              <a:gdLst>
                <a:gd name="T0" fmla="*/ 0 w 252"/>
                <a:gd name="T1" fmla="*/ 77 h 311"/>
                <a:gd name="T2" fmla="*/ 174 w 252"/>
                <a:gd name="T3" fmla="*/ 45 h 311"/>
                <a:gd name="T4" fmla="*/ 293 w 252"/>
                <a:gd name="T5" fmla="*/ 241 h 311"/>
                <a:gd name="T6" fmla="*/ 256 w 252"/>
                <a:gd name="T7" fmla="*/ 295 h 311"/>
                <a:gd name="T8" fmla="*/ 226 w 252"/>
                <a:gd name="T9" fmla="*/ 345 h 311"/>
                <a:gd name="T10" fmla="*/ 166 w 252"/>
                <a:gd name="T11" fmla="*/ 345 h 311"/>
                <a:gd name="T12" fmla="*/ 69 w 252"/>
                <a:gd name="T13" fmla="*/ 277 h 311"/>
                <a:gd name="T14" fmla="*/ 156 w 252"/>
                <a:gd name="T15" fmla="*/ 303 h 311"/>
                <a:gd name="T16" fmla="*/ 164 w 252"/>
                <a:gd name="T17" fmla="*/ 238 h 311"/>
                <a:gd name="T18" fmla="*/ 57 w 252"/>
                <a:gd name="T19" fmla="*/ 172 h 311"/>
                <a:gd name="T20" fmla="*/ 17 w 252"/>
                <a:gd name="T21" fmla="*/ 89 h 31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52" h="311">
                  <a:moveTo>
                    <a:pt x="0" y="64"/>
                  </a:moveTo>
                  <a:cubicBezTo>
                    <a:pt x="49" y="62"/>
                    <a:pt x="99" y="0"/>
                    <a:pt x="141" y="37"/>
                  </a:cubicBezTo>
                  <a:cubicBezTo>
                    <a:pt x="182" y="74"/>
                    <a:pt x="252" y="136"/>
                    <a:pt x="238" y="199"/>
                  </a:cubicBezTo>
                  <a:cubicBezTo>
                    <a:pt x="233" y="219"/>
                    <a:pt x="221" y="229"/>
                    <a:pt x="208" y="244"/>
                  </a:cubicBezTo>
                  <a:cubicBezTo>
                    <a:pt x="197" y="258"/>
                    <a:pt x="194" y="272"/>
                    <a:pt x="184" y="286"/>
                  </a:cubicBezTo>
                  <a:cubicBezTo>
                    <a:pt x="168" y="311"/>
                    <a:pt x="154" y="301"/>
                    <a:pt x="135" y="286"/>
                  </a:cubicBezTo>
                  <a:cubicBezTo>
                    <a:pt x="114" y="268"/>
                    <a:pt x="66" y="257"/>
                    <a:pt x="56" y="229"/>
                  </a:cubicBezTo>
                  <a:cubicBezTo>
                    <a:pt x="75" y="220"/>
                    <a:pt x="106" y="251"/>
                    <a:pt x="127" y="252"/>
                  </a:cubicBezTo>
                  <a:cubicBezTo>
                    <a:pt x="167" y="255"/>
                    <a:pt x="150" y="218"/>
                    <a:pt x="133" y="197"/>
                  </a:cubicBezTo>
                  <a:cubicBezTo>
                    <a:pt x="110" y="169"/>
                    <a:pt x="70" y="172"/>
                    <a:pt x="46" y="143"/>
                  </a:cubicBezTo>
                  <a:cubicBezTo>
                    <a:pt x="35" y="130"/>
                    <a:pt x="8" y="91"/>
                    <a:pt x="14" y="74"/>
                  </a:cubicBezTo>
                </a:path>
              </a:pathLst>
            </a:custGeom>
            <a:solidFill>
              <a:srgbClr val="F9E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2712" name="Freeform 300">
              <a:extLst>
                <a:ext uri="{FF2B5EF4-FFF2-40B4-BE49-F238E27FC236}">
                  <a16:creationId xmlns:a16="http://schemas.microsoft.com/office/drawing/2014/main" id="{0D333EC2-DA89-4205-96C5-DF92403A5E9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9" y="1253"/>
              <a:ext cx="356" cy="328"/>
            </a:xfrm>
            <a:custGeom>
              <a:avLst/>
              <a:gdLst>
                <a:gd name="T0" fmla="*/ 0 w 334"/>
                <a:gd name="T1" fmla="*/ 0 h 307"/>
                <a:gd name="T2" fmla="*/ 75 w 334"/>
                <a:gd name="T3" fmla="*/ 17 h 307"/>
                <a:gd name="T4" fmla="*/ 159 w 334"/>
                <a:gd name="T5" fmla="*/ 58 h 307"/>
                <a:gd name="T6" fmla="*/ 330 w 334"/>
                <a:gd name="T7" fmla="*/ 186 h 307"/>
                <a:gd name="T8" fmla="*/ 397 w 334"/>
                <a:gd name="T9" fmla="*/ 287 h 307"/>
                <a:gd name="T10" fmla="*/ 379 w 334"/>
                <a:gd name="T11" fmla="*/ 316 h 307"/>
                <a:gd name="T12" fmla="*/ 345 w 334"/>
                <a:gd name="T13" fmla="*/ 352 h 307"/>
                <a:gd name="T14" fmla="*/ 296 w 334"/>
                <a:gd name="T15" fmla="*/ 283 h 307"/>
                <a:gd name="T16" fmla="*/ 221 w 334"/>
                <a:gd name="T17" fmla="*/ 302 h 307"/>
                <a:gd name="T18" fmla="*/ 192 w 334"/>
                <a:gd name="T19" fmla="*/ 214 h 307"/>
                <a:gd name="T20" fmla="*/ 134 w 334"/>
                <a:gd name="T21" fmla="*/ 115 h 307"/>
                <a:gd name="T22" fmla="*/ 17 w 334"/>
                <a:gd name="T23" fmla="*/ 6 h 30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34" h="307">
                  <a:moveTo>
                    <a:pt x="0" y="0"/>
                  </a:moveTo>
                  <a:cubicBezTo>
                    <a:pt x="9" y="12"/>
                    <a:pt x="47" y="8"/>
                    <a:pt x="62" y="14"/>
                  </a:cubicBezTo>
                  <a:cubicBezTo>
                    <a:pt x="86" y="23"/>
                    <a:pt x="110" y="34"/>
                    <a:pt x="131" y="48"/>
                  </a:cubicBezTo>
                  <a:cubicBezTo>
                    <a:pt x="183" y="80"/>
                    <a:pt x="234" y="103"/>
                    <a:pt x="273" y="153"/>
                  </a:cubicBezTo>
                  <a:cubicBezTo>
                    <a:pt x="290" y="176"/>
                    <a:pt x="320" y="208"/>
                    <a:pt x="327" y="236"/>
                  </a:cubicBezTo>
                  <a:cubicBezTo>
                    <a:pt x="334" y="261"/>
                    <a:pt x="324" y="250"/>
                    <a:pt x="313" y="259"/>
                  </a:cubicBezTo>
                  <a:cubicBezTo>
                    <a:pt x="303" y="267"/>
                    <a:pt x="299" y="289"/>
                    <a:pt x="285" y="288"/>
                  </a:cubicBezTo>
                  <a:cubicBezTo>
                    <a:pt x="283" y="263"/>
                    <a:pt x="280" y="227"/>
                    <a:pt x="245" y="232"/>
                  </a:cubicBezTo>
                  <a:cubicBezTo>
                    <a:pt x="209" y="237"/>
                    <a:pt x="211" y="307"/>
                    <a:pt x="182" y="248"/>
                  </a:cubicBezTo>
                  <a:cubicBezTo>
                    <a:pt x="171" y="226"/>
                    <a:pt x="164" y="199"/>
                    <a:pt x="159" y="175"/>
                  </a:cubicBezTo>
                  <a:cubicBezTo>
                    <a:pt x="151" y="141"/>
                    <a:pt x="135" y="120"/>
                    <a:pt x="111" y="95"/>
                  </a:cubicBezTo>
                  <a:cubicBezTo>
                    <a:pt x="80" y="62"/>
                    <a:pt x="51" y="31"/>
                    <a:pt x="14" y="6"/>
                  </a:cubicBezTo>
                </a:path>
              </a:pathLst>
            </a:custGeom>
            <a:solidFill>
              <a:srgbClr val="F9E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2713" name="Freeform 301">
              <a:extLst>
                <a:ext uri="{FF2B5EF4-FFF2-40B4-BE49-F238E27FC236}">
                  <a16:creationId xmlns:a16="http://schemas.microsoft.com/office/drawing/2014/main" id="{269A0449-8510-410C-A79B-B76B8FFE39C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1" y="1314"/>
              <a:ext cx="345" cy="602"/>
            </a:xfrm>
            <a:custGeom>
              <a:avLst/>
              <a:gdLst>
                <a:gd name="T0" fmla="*/ 235 w 323"/>
                <a:gd name="T1" fmla="*/ 80 h 564"/>
                <a:gd name="T2" fmla="*/ 248 w 323"/>
                <a:gd name="T3" fmla="*/ 237 h 564"/>
                <a:gd name="T4" fmla="*/ 276 w 323"/>
                <a:gd name="T5" fmla="*/ 360 h 564"/>
                <a:gd name="T6" fmla="*/ 334 w 323"/>
                <a:gd name="T7" fmla="*/ 409 h 564"/>
                <a:gd name="T8" fmla="*/ 372 w 323"/>
                <a:gd name="T9" fmla="*/ 466 h 564"/>
                <a:gd name="T10" fmla="*/ 380 w 323"/>
                <a:gd name="T11" fmla="*/ 521 h 564"/>
                <a:gd name="T12" fmla="*/ 350 w 323"/>
                <a:gd name="T13" fmla="*/ 517 h 564"/>
                <a:gd name="T14" fmla="*/ 301 w 323"/>
                <a:gd name="T15" fmla="*/ 512 h 564"/>
                <a:gd name="T16" fmla="*/ 167 w 323"/>
                <a:gd name="T17" fmla="*/ 608 h 564"/>
                <a:gd name="T18" fmla="*/ 151 w 323"/>
                <a:gd name="T19" fmla="*/ 664 h 564"/>
                <a:gd name="T20" fmla="*/ 85 w 323"/>
                <a:gd name="T21" fmla="*/ 670 h 564"/>
                <a:gd name="T22" fmla="*/ 2 w 323"/>
                <a:gd name="T23" fmla="*/ 566 h 564"/>
                <a:gd name="T24" fmla="*/ 12 w 323"/>
                <a:gd name="T25" fmla="*/ 488 h 564"/>
                <a:gd name="T26" fmla="*/ 17 w 323"/>
                <a:gd name="T27" fmla="*/ 398 h 564"/>
                <a:gd name="T28" fmla="*/ 14 w 323"/>
                <a:gd name="T29" fmla="*/ 217 h 564"/>
                <a:gd name="T30" fmla="*/ 58 w 323"/>
                <a:gd name="T31" fmla="*/ 50 h 564"/>
                <a:gd name="T32" fmla="*/ 162 w 323"/>
                <a:gd name="T33" fmla="*/ 19 h 564"/>
                <a:gd name="T34" fmla="*/ 232 w 323"/>
                <a:gd name="T35" fmla="*/ 92 h 564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323" h="564">
                  <a:moveTo>
                    <a:pt x="193" y="66"/>
                  </a:moveTo>
                  <a:cubicBezTo>
                    <a:pt x="201" y="109"/>
                    <a:pt x="207" y="151"/>
                    <a:pt x="203" y="195"/>
                  </a:cubicBezTo>
                  <a:cubicBezTo>
                    <a:pt x="200" y="238"/>
                    <a:pt x="197" y="263"/>
                    <a:pt x="227" y="296"/>
                  </a:cubicBezTo>
                  <a:cubicBezTo>
                    <a:pt x="241" y="311"/>
                    <a:pt x="260" y="320"/>
                    <a:pt x="274" y="336"/>
                  </a:cubicBezTo>
                  <a:cubicBezTo>
                    <a:pt x="286" y="350"/>
                    <a:pt x="298" y="367"/>
                    <a:pt x="305" y="383"/>
                  </a:cubicBezTo>
                  <a:cubicBezTo>
                    <a:pt x="309" y="392"/>
                    <a:pt x="323" y="420"/>
                    <a:pt x="312" y="428"/>
                  </a:cubicBezTo>
                  <a:cubicBezTo>
                    <a:pt x="305" y="433"/>
                    <a:pt x="294" y="425"/>
                    <a:pt x="287" y="424"/>
                  </a:cubicBezTo>
                  <a:cubicBezTo>
                    <a:pt x="275" y="422"/>
                    <a:pt x="260" y="422"/>
                    <a:pt x="247" y="422"/>
                  </a:cubicBezTo>
                  <a:cubicBezTo>
                    <a:pt x="199" y="422"/>
                    <a:pt x="156" y="456"/>
                    <a:pt x="137" y="500"/>
                  </a:cubicBezTo>
                  <a:cubicBezTo>
                    <a:pt x="130" y="514"/>
                    <a:pt x="133" y="533"/>
                    <a:pt x="124" y="546"/>
                  </a:cubicBezTo>
                  <a:cubicBezTo>
                    <a:pt x="110" y="564"/>
                    <a:pt x="87" y="562"/>
                    <a:pt x="70" y="551"/>
                  </a:cubicBezTo>
                  <a:cubicBezTo>
                    <a:pt x="44" y="535"/>
                    <a:pt x="6" y="498"/>
                    <a:pt x="2" y="466"/>
                  </a:cubicBezTo>
                  <a:cubicBezTo>
                    <a:pt x="0" y="446"/>
                    <a:pt x="8" y="422"/>
                    <a:pt x="9" y="401"/>
                  </a:cubicBezTo>
                  <a:cubicBezTo>
                    <a:pt x="10" y="377"/>
                    <a:pt x="13" y="352"/>
                    <a:pt x="14" y="327"/>
                  </a:cubicBezTo>
                  <a:cubicBezTo>
                    <a:pt x="15" y="277"/>
                    <a:pt x="12" y="228"/>
                    <a:pt x="11" y="178"/>
                  </a:cubicBezTo>
                  <a:cubicBezTo>
                    <a:pt x="9" y="135"/>
                    <a:pt x="21" y="76"/>
                    <a:pt x="48" y="41"/>
                  </a:cubicBezTo>
                  <a:cubicBezTo>
                    <a:pt x="70" y="14"/>
                    <a:pt x="99" y="0"/>
                    <a:pt x="133" y="16"/>
                  </a:cubicBezTo>
                  <a:cubicBezTo>
                    <a:pt x="161" y="29"/>
                    <a:pt x="171" y="55"/>
                    <a:pt x="190" y="76"/>
                  </a:cubicBezTo>
                </a:path>
              </a:pathLst>
            </a:custGeom>
            <a:solidFill>
              <a:srgbClr val="F9E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2714" name="Freeform 302">
              <a:extLst>
                <a:ext uri="{FF2B5EF4-FFF2-40B4-BE49-F238E27FC236}">
                  <a16:creationId xmlns:a16="http://schemas.microsoft.com/office/drawing/2014/main" id="{68EAD841-29DB-428B-BEB7-B1AAAF6A34F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8" y="1941"/>
              <a:ext cx="359" cy="241"/>
            </a:xfrm>
            <a:custGeom>
              <a:avLst/>
              <a:gdLst>
                <a:gd name="T0" fmla="*/ 404 w 337"/>
                <a:gd name="T1" fmla="*/ 0 h 226"/>
                <a:gd name="T2" fmla="*/ 384 w 337"/>
                <a:gd name="T3" fmla="*/ 59 h 226"/>
                <a:gd name="T4" fmla="*/ 336 w 337"/>
                <a:gd name="T5" fmla="*/ 107 h 226"/>
                <a:gd name="T6" fmla="*/ 232 w 337"/>
                <a:gd name="T7" fmla="*/ 149 h 226"/>
                <a:gd name="T8" fmla="*/ 53 w 337"/>
                <a:gd name="T9" fmla="*/ 258 h 226"/>
                <a:gd name="T10" fmla="*/ 6 w 337"/>
                <a:gd name="T11" fmla="*/ 259 h 226"/>
                <a:gd name="T12" fmla="*/ 11 w 337"/>
                <a:gd name="T13" fmla="*/ 203 h 226"/>
                <a:gd name="T14" fmla="*/ 17 w 337"/>
                <a:gd name="T15" fmla="*/ 132 h 226"/>
                <a:gd name="T16" fmla="*/ 52 w 337"/>
                <a:gd name="T17" fmla="*/ 109 h 226"/>
                <a:gd name="T18" fmla="*/ 334 w 337"/>
                <a:gd name="T19" fmla="*/ 33 h 226"/>
                <a:gd name="T20" fmla="*/ 397 w 337"/>
                <a:gd name="T21" fmla="*/ 2 h 22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37" h="226">
                  <a:moveTo>
                    <a:pt x="334" y="0"/>
                  </a:moveTo>
                  <a:cubicBezTo>
                    <a:pt x="337" y="13"/>
                    <a:pt x="323" y="38"/>
                    <a:pt x="317" y="49"/>
                  </a:cubicBezTo>
                  <a:cubicBezTo>
                    <a:pt x="308" y="67"/>
                    <a:pt x="294" y="77"/>
                    <a:pt x="278" y="88"/>
                  </a:cubicBezTo>
                  <a:cubicBezTo>
                    <a:pt x="252" y="105"/>
                    <a:pt x="220" y="110"/>
                    <a:pt x="192" y="123"/>
                  </a:cubicBezTo>
                  <a:cubicBezTo>
                    <a:pt x="141" y="148"/>
                    <a:pt x="98" y="194"/>
                    <a:pt x="44" y="213"/>
                  </a:cubicBezTo>
                  <a:cubicBezTo>
                    <a:pt x="34" y="216"/>
                    <a:pt x="15" y="226"/>
                    <a:pt x="6" y="214"/>
                  </a:cubicBezTo>
                  <a:cubicBezTo>
                    <a:pt x="0" y="205"/>
                    <a:pt x="7" y="176"/>
                    <a:pt x="8" y="167"/>
                  </a:cubicBezTo>
                  <a:cubicBezTo>
                    <a:pt x="11" y="148"/>
                    <a:pt x="11" y="128"/>
                    <a:pt x="14" y="109"/>
                  </a:cubicBezTo>
                  <a:cubicBezTo>
                    <a:pt x="16" y="87"/>
                    <a:pt x="22" y="89"/>
                    <a:pt x="43" y="90"/>
                  </a:cubicBezTo>
                  <a:cubicBezTo>
                    <a:pt x="130" y="92"/>
                    <a:pt x="200" y="61"/>
                    <a:pt x="277" y="27"/>
                  </a:cubicBezTo>
                  <a:cubicBezTo>
                    <a:pt x="295" y="19"/>
                    <a:pt x="313" y="13"/>
                    <a:pt x="329" y="2"/>
                  </a:cubicBezTo>
                </a:path>
              </a:pathLst>
            </a:custGeom>
            <a:solidFill>
              <a:srgbClr val="F9E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2715" name="Freeform 303">
              <a:extLst>
                <a:ext uri="{FF2B5EF4-FFF2-40B4-BE49-F238E27FC236}">
                  <a16:creationId xmlns:a16="http://schemas.microsoft.com/office/drawing/2014/main" id="{18039E12-A78A-4495-A2FF-E2C65A86C90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4" y="2154"/>
              <a:ext cx="152" cy="140"/>
            </a:xfrm>
            <a:custGeom>
              <a:avLst/>
              <a:gdLst>
                <a:gd name="T0" fmla="*/ 174 w 142"/>
                <a:gd name="T1" fmla="*/ 0 h 131"/>
                <a:gd name="T2" fmla="*/ 116 w 142"/>
                <a:gd name="T3" fmla="*/ 68 h 131"/>
                <a:gd name="T4" fmla="*/ 65 w 142"/>
                <a:gd name="T5" fmla="*/ 130 h 131"/>
                <a:gd name="T6" fmla="*/ 4 w 142"/>
                <a:gd name="T7" fmla="*/ 120 h 131"/>
                <a:gd name="T8" fmla="*/ 79 w 142"/>
                <a:gd name="T9" fmla="*/ 71 h 131"/>
                <a:gd name="T10" fmla="*/ 128 w 142"/>
                <a:gd name="T11" fmla="*/ 34 h 131"/>
                <a:gd name="T12" fmla="*/ 157 w 142"/>
                <a:gd name="T13" fmla="*/ 2 h 1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2" h="131">
                  <a:moveTo>
                    <a:pt x="142" y="0"/>
                  </a:moveTo>
                  <a:cubicBezTo>
                    <a:pt x="123" y="7"/>
                    <a:pt x="108" y="40"/>
                    <a:pt x="94" y="56"/>
                  </a:cubicBezTo>
                  <a:cubicBezTo>
                    <a:pt x="79" y="73"/>
                    <a:pt x="67" y="89"/>
                    <a:pt x="53" y="107"/>
                  </a:cubicBezTo>
                  <a:cubicBezTo>
                    <a:pt x="39" y="125"/>
                    <a:pt x="10" y="131"/>
                    <a:pt x="4" y="98"/>
                  </a:cubicBezTo>
                  <a:cubicBezTo>
                    <a:pt x="0" y="77"/>
                    <a:pt x="47" y="68"/>
                    <a:pt x="64" y="58"/>
                  </a:cubicBezTo>
                  <a:cubicBezTo>
                    <a:pt x="77" y="50"/>
                    <a:pt x="94" y="38"/>
                    <a:pt x="105" y="28"/>
                  </a:cubicBezTo>
                  <a:cubicBezTo>
                    <a:pt x="114" y="20"/>
                    <a:pt x="119" y="6"/>
                    <a:pt x="128" y="2"/>
                  </a:cubicBezTo>
                </a:path>
              </a:pathLst>
            </a:custGeom>
            <a:solidFill>
              <a:srgbClr val="F9E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2716" name="Freeform 304">
              <a:extLst>
                <a:ext uri="{FF2B5EF4-FFF2-40B4-BE49-F238E27FC236}">
                  <a16:creationId xmlns:a16="http://schemas.microsoft.com/office/drawing/2014/main" id="{FD68D74C-73E7-4157-86A1-04A241C123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4" y="2180"/>
              <a:ext cx="33" cy="37"/>
            </a:xfrm>
            <a:custGeom>
              <a:avLst/>
              <a:gdLst>
                <a:gd name="T0" fmla="*/ 37 w 31"/>
                <a:gd name="T1" fmla="*/ 24 h 35"/>
                <a:gd name="T2" fmla="*/ 24 w 31"/>
                <a:gd name="T3" fmla="*/ 41 h 35"/>
                <a:gd name="T4" fmla="*/ 36 w 31"/>
                <a:gd name="T5" fmla="*/ 20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35">
                  <a:moveTo>
                    <a:pt x="31" y="21"/>
                  </a:moveTo>
                  <a:cubicBezTo>
                    <a:pt x="21" y="6"/>
                    <a:pt x="16" y="26"/>
                    <a:pt x="21" y="35"/>
                  </a:cubicBezTo>
                  <a:cubicBezTo>
                    <a:pt x="0" y="24"/>
                    <a:pt x="17" y="0"/>
                    <a:pt x="30" y="17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2717" name="Freeform 305">
              <a:extLst>
                <a:ext uri="{FF2B5EF4-FFF2-40B4-BE49-F238E27FC236}">
                  <a16:creationId xmlns:a16="http://schemas.microsoft.com/office/drawing/2014/main" id="{81DAD975-C16D-4C65-9E43-A8D801FCDDF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6" y="2116"/>
              <a:ext cx="34" cy="29"/>
            </a:xfrm>
            <a:custGeom>
              <a:avLst/>
              <a:gdLst>
                <a:gd name="T0" fmla="*/ 34 w 32"/>
                <a:gd name="T1" fmla="*/ 33 h 27"/>
                <a:gd name="T2" fmla="*/ 38 w 32"/>
                <a:gd name="T3" fmla="*/ 15 h 27"/>
                <a:gd name="T4" fmla="*/ 13 w 32"/>
                <a:gd name="T5" fmla="*/ 5 h 27"/>
                <a:gd name="T6" fmla="*/ 26 w 32"/>
                <a:gd name="T7" fmla="*/ 31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27">
                  <a:moveTo>
                    <a:pt x="28" y="27"/>
                  </a:moveTo>
                  <a:cubicBezTo>
                    <a:pt x="10" y="23"/>
                    <a:pt x="14" y="6"/>
                    <a:pt x="32" y="12"/>
                  </a:cubicBezTo>
                  <a:cubicBezTo>
                    <a:pt x="27" y="9"/>
                    <a:pt x="17" y="0"/>
                    <a:pt x="10" y="5"/>
                  </a:cubicBezTo>
                  <a:cubicBezTo>
                    <a:pt x="0" y="12"/>
                    <a:pt x="15" y="23"/>
                    <a:pt x="22" y="25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2718" name="Freeform 306">
              <a:extLst>
                <a:ext uri="{FF2B5EF4-FFF2-40B4-BE49-F238E27FC236}">
                  <a16:creationId xmlns:a16="http://schemas.microsoft.com/office/drawing/2014/main" id="{752A7E78-6149-46AD-AF9D-C059248A01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9" y="1937"/>
              <a:ext cx="145" cy="131"/>
            </a:xfrm>
            <a:custGeom>
              <a:avLst/>
              <a:gdLst>
                <a:gd name="T0" fmla="*/ 0 w 136"/>
                <a:gd name="T1" fmla="*/ 0 h 123"/>
                <a:gd name="T2" fmla="*/ 48 w 136"/>
                <a:gd name="T3" fmla="*/ 93 h 123"/>
                <a:gd name="T4" fmla="*/ 165 w 136"/>
                <a:gd name="T5" fmla="*/ 149 h 123"/>
                <a:gd name="T6" fmla="*/ 4 w 136"/>
                <a:gd name="T7" fmla="*/ 6 h 1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6" h="123">
                  <a:moveTo>
                    <a:pt x="0" y="0"/>
                  </a:moveTo>
                  <a:cubicBezTo>
                    <a:pt x="9" y="29"/>
                    <a:pt x="16" y="56"/>
                    <a:pt x="39" y="77"/>
                  </a:cubicBezTo>
                  <a:cubicBezTo>
                    <a:pt x="67" y="101"/>
                    <a:pt x="104" y="105"/>
                    <a:pt x="136" y="123"/>
                  </a:cubicBezTo>
                  <a:cubicBezTo>
                    <a:pt x="80" y="93"/>
                    <a:pt x="26" y="67"/>
                    <a:pt x="4" y="6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2719" name="Freeform 307">
              <a:extLst>
                <a:ext uri="{FF2B5EF4-FFF2-40B4-BE49-F238E27FC236}">
                  <a16:creationId xmlns:a16="http://schemas.microsoft.com/office/drawing/2014/main" id="{9B6FC038-869B-486D-A2F4-37B44EEC4E0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5" y="2197"/>
              <a:ext cx="102" cy="20"/>
            </a:xfrm>
            <a:custGeom>
              <a:avLst/>
              <a:gdLst>
                <a:gd name="T0" fmla="*/ 0 w 95"/>
                <a:gd name="T1" fmla="*/ 2 h 19"/>
                <a:gd name="T2" fmla="*/ 30 w 95"/>
                <a:gd name="T3" fmla="*/ 20 h 19"/>
                <a:gd name="T4" fmla="*/ 56 w 95"/>
                <a:gd name="T5" fmla="*/ 19 h 19"/>
                <a:gd name="T6" fmla="*/ 87 w 95"/>
                <a:gd name="T7" fmla="*/ 14 h 19"/>
                <a:gd name="T8" fmla="*/ 118 w 95"/>
                <a:gd name="T9" fmla="*/ 15 h 19"/>
                <a:gd name="T10" fmla="*/ 88 w 95"/>
                <a:gd name="T11" fmla="*/ 6 h 19"/>
                <a:gd name="T12" fmla="*/ 50 w 95"/>
                <a:gd name="T13" fmla="*/ 9 h 19"/>
                <a:gd name="T14" fmla="*/ 2 w 95"/>
                <a:gd name="T15" fmla="*/ 0 h 1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5" h="19">
                  <a:moveTo>
                    <a:pt x="0" y="2"/>
                  </a:moveTo>
                  <a:cubicBezTo>
                    <a:pt x="8" y="6"/>
                    <a:pt x="15" y="15"/>
                    <a:pt x="24" y="17"/>
                  </a:cubicBezTo>
                  <a:cubicBezTo>
                    <a:pt x="30" y="19"/>
                    <a:pt x="39" y="17"/>
                    <a:pt x="45" y="16"/>
                  </a:cubicBezTo>
                  <a:cubicBezTo>
                    <a:pt x="54" y="15"/>
                    <a:pt x="61" y="12"/>
                    <a:pt x="70" y="11"/>
                  </a:cubicBezTo>
                  <a:cubicBezTo>
                    <a:pt x="79" y="10"/>
                    <a:pt x="87" y="12"/>
                    <a:pt x="95" y="12"/>
                  </a:cubicBezTo>
                  <a:cubicBezTo>
                    <a:pt x="87" y="11"/>
                    <a:pt x="80" y="6"/>
                    <a:pt x="71" y="6"/>
                  </a:cubicBezTo>
                  <a:cubicBezTo>
                    <a:pt x="61" y="5"/>
                    <a:pt x="51" y="8"/>
                    <a:pt x="41" y="9"/>
                  </a:cubicBezTo>
                  <a:cubicBezTo>
                    <a:pt x="26" y="10"/>
                    <a:pt x="15" y="5"/>
                    <a:pt x="2" y="0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2720" name="Freeform 308">
              <a:extLst>
                <a:ext uri="{FF2B5EF4-FFF2-40B4-BE49-F238E27FC236}">
                  <a16:creationId xmlns:a16="http://schemas.microsoft.com/office/drawing/2014/main" id="{694ED59D-45B8-4E29-9EDC-A0742792888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2" y="2411"/>
              <a:ext cx="197" cy="44"/>
            </a:xfrm>
            <a:custGeom>
              <a:avLst/>
              <a:gdLst>
                <a:gd name="T0" fmla="*/ 226 w 184"/>
                <a:gd name="T1" fmla="*/ 12 h 41"/>
                <a:gd name="T2" fmla="*/ 124 w 184"/>
                <a:gd name="T3" fmla="*/ 35 h 41"/>
                <a:gd name="T4" fmla="*/ 0 w 184"/>
                <a:gd name="T5" fmla="*/ 50 h 41"/>
                <a:gd name="T6" fmla="*/ 52 w 184"/>
                <a:gd name="T7" fmla="*/ 38 h 41"/>
                <a:gd name="T8" fmla="*/ 123 w 184"/>
                <a:gd name="T9" fmla="*/ 27 h 41"/>
                <a:gd name="T10" fmla="*/ 226 w 184"/>
                <a:gd name="T11" fmla="*/ 10 h 4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4" h="41">
                  <a:moveTo>
                    <a:pt x="184" y="9"/>
                  </a:moveTo>
                  <a:cubicBezTo>
                    <a:pt x="155" y="9"/>
                    <a:pt x="129" y="22"/>
                    <a:pt x="101" y="29"/>
                  </a:cubicBezTo>
                  <a:cubicBezTo>
                    <a:pt x="68" y="37"/>
                    <a:pt x="32" y="31"/>
                    <a:pt x="0" y="41"/>
                  </a:cubicBezTo>
                  <a:cubicBezTo>
                    <a:pt x="13" y="37"/>
                    <a:pt x="29" y="33"/>
                    <a:pt x="43" y="31"/>
                  </a:cubicBezTo>
                  <a:cubicBezTo>
                    <a:pt x="62" y="27"/>
                    <a:pt x="82" y="28"/>
                    <a:pt x="100" y="21"/>
                  </a:cubicBezTo>
                  <a:cubicBezTo>
                    <a:pt x="125" y="12"/>
                    <a:pt x="157" y="0"/>
                    <a:pt x="184" y="7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2721" name="Freeform 309">
              <a:extLst>
                <a:ext uri="{FF2B5EF4-FFF2-40B4-BE49-F238E27FC236}">
                  <a16:creationId xmlns:a16="http://schemas.microsoft.com/office/drawing/2014/main" id="{0F9D2FE0-B520-4A6E-A1E3-212F1CC159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5" y="1801"/>
              <a:ext cx="55" cy="86"/>
            </a:xfrm>
            <a:custGeom>
              <a:avLst/>
              <a:gdLst>
                <a:gd name="T0" fmla="*/ 16 w 52"/>
                <a:gd name="T1" fmla="*/ 1 h 80"/>
                <a:gd name="T2" fmla="*/ 40 w 52"/>
                <a:gd name="T3" fmla="*/ 45 h 80"/>
                <a:gd name="T4" fmla="*/ 59 w 52"/>
                <a:gd name="T5" fmla="*/ 99 h 80"/>
                <a:gd name="T6" fmla="*/ 51 w 52"/>
                <a:gd name="T7" fmla="*/ 43 h 80"/>
                <a:gd name="T8" fmla="*/ 16 w 52"/>
                <a:gd name="T9" fmla="*/ 0 h 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" h="80">
                  <a:moveTo>
                    <a:pt x="13" y="1"/>
                  </a:moveTo>
                  <a:cubicBezTo>
                    <a:pt x="0" y="13"/>
                    <a:pt x="27" y="29"/>
                    <a:pt x="34" y="36"/>
                  </a:cubicBezTo>
                  <a:cubicBezTo>
                    <a:pt x="46" y="49"/>
                    <a:pt x="50" y="62"/>
                    <a:pt x="50" y="80"/>
                  </a:cubicBezTo>
                  <a:cubicBezTo>
                    <a:pt x="50" y="64"/>
                    <a:pt x="52" y="47"/>
                    <a:pt x="43" y="34"/>
                  </a:cubicBezTo>
                  <a:cubicBezTo>
                    <a:pt x="34" y="21"/>
                    <a:pt x="19" y="14"/>
                    <a:pt x="13" y="0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2722" name="Freeform 310">
              <a:extLst>
                <a:ext uri="{FF2B5EF4-FFF2-40B4-BE49-F238E27FC236}">
                  <a16:creationId xmlns:a16="http://schemas.microsoft.com/office/drawing/2014/main" id="{D0A65701-329B-486E-A3DF-01282C2EBB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7" y="1513"/>
              <a:ext cx="73" cy="94"/>
            </a:xfrm>
            <a:custGeom>
              <a:avLst/>
              <a:gdLst>
                <a:gd name="T0" fmla="*/ 17 w 68"/>
                <a:gd name="T1" fmla="*/ 36 h 88"/>
                <a:gd name="T2" fmla="*/ 18 w 68"/>
                <a:gd name="T3" fmla="*/ 14 h 88"/>
                <a:gd name="T4" fmla="*/ 83 w 68"/>
                <a:gd name="T5" fmla="*/ 107 h 88"/>
                <a:gd name="T6" fmla="*/ 50 w 68"/>
                <a:gd name="T7" fmla="*/ 18 h 88"/>
                <a:gd name="T8" fmla="*/ 14 w 68"/>
                <a:gd name="T9" fmla="*/ 32 h 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8" h="88">
                  <a:moveTo>
                    <a:pt x="14" y="30"/>
                  </a:moveTo>
                  <a:cubicBezTo>
                    <a:pt x="10" y="24"/>
                    <a:pt x="11" y="16"/>
                    <a:pt x="15" y="11"/>
                  </a:cubicBezTo>
                  <a:cubicBezTo>
                    <a:pt x="44" y="9"/>
                    <a:pt x="58" y="67"/>
                    <a:pt x="67" y="88"/>
                  </a:cubicBezTo>
                  <a:cubicBezTo>
                    <a:pt x="68" y="64"/>
                    <a:pt x="57" y="33"/>
                    <a:pt x="41" y="15"/>
                  </a:cubicBezTo>
                  <a:cubicBezTo>
                    <a:pt x="27" y="0"/>
                    <a:pt x="0" y="0"/>
                    <a:pt x="11" y="26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2723" name="Freeform 311">
              <a:extLst>
                <a:ext uri="{FF2B5EF4-FFF2-40B4-BE49-F238E27FC236}">
                  <a16:creationId xmlns:a16="http://schemas.microsoft.com/office/drawing/2014/main" id="{202EE488-14C3-4AE5-BB0D-571FE58729A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6" y="1547"/>
              <a:ext cx="35" cy="36"/>
            </a:xfrm>
            <a:custGeom>
              <a:avLst/>
              <a:gdLst>
                <a:gd name="T0" fmla="*/ 39 w 33"/>
                <a:gd name="T1" fmla="*/ 21 h 34"/>
                <a:gd name="T2" fmla="*/ 16 w 33"/>
                <a:gd name="T3" fmla="*/ 40 h 34"/>
                <a:gd name="T4" fmla="*/ 32 w 33"/>
                <a:gd name="T5" fmla="*/ 17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34">
                  <a:moveTo>
                    <a:pt x="33" y="18"/>
                  </a:moveTo>
                  <a:cubicBezTo>
                    <a:pt x="18" y="11"/>
                    <a:pt x="6" y="14"/>
                    <a:pt x="13" y="34"/>
                  </a:cubicBezTo>
                  <a:cubicBezTo>
                    <a:pt x="10" y="18"/>
                    <a:pt x="0" y="0"/>
                    <a:pt x="26" y="14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2724" name="Freeform 312">
              <a:extLst>
                <a:ext uri="{FF2B5EF4-FFF2-40B4-BE49-F238E27FC236}">
                  <a16:creationId xmlns:a16="http://schemas.microsoft.com/office/drawing/2014/main" id="{A41FD003-EDEE-4283-839F-6E360335EC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5" y="1784"/>
              <a:ext cx="91" cy="82"/>
            </a:xfrm>
            <a:custGeom>
              <a:avLst/>
              <a:gdLst>
                <a:gd name="T0" fmla="*/ 104 w 85"/>
                <a:gd name="T1" fmla="*/ 13 h 77"/>
                <a:gd name="T2" fmla="*/ 35 w 85"/>
                <a:gd name="T3" fmla="*/ 32 h 77"/>
                <a:gd name="T4" fmla="*/ 14 w 85"/>
                <a:gd name="T5" fmla="*/ 93 h 77"/>
                <a:gd name="T6" fmla="*/ 39 w 85"/>
                <a:gd name="T7" fmla="*/ 12 h 77"/>
                <a:gd name="T8" fmla="*/ 104 w 85"/>
                <a:gd name="T9" fmla="*/ 1 h 7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5" h="77">
                  <a:moveTo>
                    <a:pt x="85" y="10"/>
                  </a:moveTo>
                  <a:cubicBezTo>
                    <a:pt x="65" y="3"/>
                    <a:pt x="44" y="16"/>
                    <a:pt x="29" y="26"/>
                  </a:cubicBezTo>
                  <a:cubicBezTo>
                    <a:pt x="13" y="37"/>
                    <a:pt x="11" y="60"/>
                    <a:pt x="11" y="77"/>
                  </a:cubicBezTo>
                  <a:cubicBezTo>
                    <a:pt x="0" y="53"/>
                    <a:pt x="3" y="19"/>
                    <a:pt x="32" y="9"/>
                  </a:cubicBezTo>
                  <a:cubicBezTo>
                    <a:pt x="46" y="4"/>
                    <a:pt x="69" y="0"/>
                    <a:pt x="85" y="1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2725" name="Freeform 313">
              <a:extLst>
                <a:ext uri="{FF2B5EF4-FFF2-40B4-BE49-F238E27FC236}">
                  <a16:creationId xmlns:a16="http://schemas.microsoft.com/office/drawing/2014/main" id="{4E6E1406-B91C-4AB4-B2AB-E5825E5158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1" y="1011"/>
              <a:ext cx="20" cy="22"/>
            </a:xfrm>
            <a:custGeom>
              <a:avLst/>
              <a:gdLst>
                <a:gd name="T0" fmla="*/ 24 w 18"/>
                <a:gd name="T1" fmla="*/ 10 h 20"/>
                <a:gd name="T2" fmla="*/ 3 w 18"/>
                <a:gd name="T3" fmla="*/ 4 h 20"/>
                <a:gd name="T4" fmla="*/ 3 w 18"/>
                <a:gd name="T5" fmla="*/ 26 h 20"/>
                <a:gd name="T6" fmla="*/ 9 w 18"/>
                <a:gd name="T7" fmla="*/ 9 h 20"/>
                <a:gd name="T8" fmla="*/ 24 w 18"/>
                <a:gd name="T9" fmla="*/ 10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20">
                  <a:moveTo>
                    <a:pt x="18" y="7"/>
                  </a:moveTo>
                  <a:cubicBezTo>
                    <a:pt x="14" y="2"/>
                    <a:pt x="7" y="0"/>
                    <a:pt x="3" y="4"/>
                  </a:cubicBezTo>
                  <a:cubicBezTo>
                    <a:pt x="0" y="8"/>
                    <a:pt x="0" y="17"/>
                    <a:pt x="3" y="20"/>
                  </a:cubicBezTo>
                  <a:cubicBezTo>
                    <a:pt x="1" y="16"/>
                    <a:pt x="3" y="9"/>
                    <a:pt x="6" y="6"/>
                  </a:cubicBezTo>
                  <a:cubicBezTo>
                    <a:pt x="10" y="4"/>
                    <a:pt x="14" y="5"/>
                    <a:pt x="18" y="7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2726" name="Freeform 314">
              <a:extLst>
                <a:ext uri="{FF2B5EF4-FFF2-40B4-BE49-F238E27FC236}">
                  <a16:creationId xmlns:a16="http://schemas.microsoft.com/office/drawing/2014/main" id="{AE9B1048-7F42-4C79-A374-B86A848C3C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4" y="1371"/>
              <a:ext cx="37" cy="54"/>
            </a:xfrm>
            <a:custGeom>
              <a:avLst/>
              <a:gdLst>
                <a:gd name="T0" fmla="*/ 29 w 35"/>
                <a:gd name="T1" fmla="*/ 53 h 51"/>
                <a:gd name="T2" fmla="*/ 19 w 35"/>
                <a:gd name="T3" fmla="*/ 26 h 51"/>
                <a:gd name="T4" fmla="*/ 0 w 35"/>
                <a:gd name="T5" fmla="*/ 60 h 51"/>
                <a:gd name="T6" fmla="*/ 19 w 35"/>
                <a:gd name="T7" fmla="*/ 16 h 51"/>
                <a:gd name="T8" fmla="*/ 27 w 35"/>
                <a:gd name="T9" fmla="*/ 54 h 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51">
                  <a:moveTo>
                    <a:pt x="25" y="44"/>
                  </a:moveTo>
                  <a:cubicBezTo>
                    <a:pt x="24" y="38"/>
                    <a:pt x="29" y="14"/>
                    <a:pt x="16" y="23"/>
                  </a:cubicBezTo>
                  <a:cubicBezTo>
                    <a:pt x="8" y="29"/>
                    <a:pt x="5" y="42"/>
                    <a:pt x="0" y="51"/>
                  </a:cubicBezTo>
                  <a:cubicBezTo>
                    <a:pt x="0" y="37"/>
                    <a:pt x="3" y="21"/>
                    <a:pt x="16" y="13"/>
                  </a:cubicBezTo>
                  <a:cubicBezTo>
                    <a:pt x="35" y="0"/>
                    <a:pt x="27" y="36"/>
                    <a:pt x="24" y="45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2727" name="Freeform 315">
              <a:extLst>
                <a:ext uri="{FF2B5EF4-FFF2-40B4-BE49-F238E27FC236}">
                  <a16:creationId xmlns:a16="http://schemas.microsoft.com/office/drawing/2014/main" id="{3848DAFB-F505-4B25-94EC-019BF131FB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0" y="2650"/>
              <a:ext cx="262" cy="49"/>
            </a:xfrm>
            <a:custGeom>
              <a:avLst/>
              <a:gdLst>
                <a:gd name="T0" fmla="*/ 0 w 246"/>
                <a:gd name="T1" fmla="*/ 0 h 46"/>
                <a:gd name="T2" fmla="*/ 67 w 246"/>
                <a:gd name="T3" fmla="*/ 14 h 46"/>
                <a:gd name="T4" fmla="*/ 143 w 246"/>
                <a:gd name="T5" fmla="*/ 36 h 46"/>
                <a:gd name="T6" fmla="*/ 297 w 246"/>
                <a:gd name="T7" fmla="*/ 55 h 46"/>
                <a:gd name="T8" fmla="*/ 154 w 246"/>
                <a:gd name="T9" fmla="*/ 20 h 46"/>
                <a:gd name="T10" fmla="*/ 87 w 246"/>
                <a:gd name="T11" fmla="*/ 18 h 46"/>
                <a:gd name="T12" fmla="*/ 17 w 246"/>
                <a:gd name="T13" fmla="*/ 3 h 4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6" h="46">
                  <a:moveTo>
                    <a:pt x="0" y="0"/>
                  </a:moveTo>
                  <a:cubicBezTo>
                    <a:pt x="17" y="8"/>
                    <a:pt x="37" y="6"/>
                    <a:pt x="55" y="11"/>
                  </a:cubicBezTo>
                  <a:cubicBezTo>
                    <a:pt x="76" y="16"/>
                    <a:pt x="96" y="26"/>
                    <a:pt x="118" y="30"/>
                  </a:cubicBezTo>
                  <a:cubicBezTo>
                    <a:pt x="160" y="38"/>
                    <a:pt x="206" y="23"/>
                    <a:pt x="246" y="46"/>
                  </a:cubicBezTo>
                  <a:cubicBezTo>
                    <a:pt x="207" y="30"/>
                    <a:pt x="171" y="15"/>
                    <a:pt x="128" y="17"/>
                  </a:cubicBezTo>
                  <a:cubicBezTo>
                    <a:pt x="108" y="18"/>
                    <a:pt x="92" y="20"/>
                    <a:pt x="72" y="15"/>
                  </a:cubicBezTo>
                  <a:cubicBezTo>
                    <a:pt x="52" y="11"/>
                    <a:pt x="36" y="1"/>
                    <a:pt x="14" y="3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2728" name="Freeform 316">
              <a:extLst>
                <a:ext uri="{FF2B5EF4-FFF2-40B4-BE49-F238E27FC236}">
                  <a16:creationId xmlns:a16="http://schemas.microsoft.com/office/drawing/2014/main" id="{D92B14C8-9311-4AE0-ABCB-FA7277E294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2" y="3013"/>
              <a:ext cx="98" cy="56"/>
            </a:xfrm>
            <a:custGeom>
              <a:avLst/>
              <a:gdLst>
                <a:gd name="T0" fmla="*/ 111 w 92"/>
                <a:gd name="T1" fmla="*/ 59 h 53"/>
                <a:gd name="T2" fmla="*/ 0 w 92"/>
                <a:gd name="T3" fmla="*/ 0 h 53"/>
                <a:gd name="T4" fmla="*/ 51 w 92"/>
                <a:gd name="T5" fmla="*/ 35 h 53"/>
                <a:gd name="T6" fmla="*/ 101 w 92"/>
                <a:gd name="T7" fmla="*/ 62 h 5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2" h="53">
                  <a:moveTo>
                    <a:pt x="92" y="50"/>
                  </a:moveTo>
                  <a:cubicBezTo>
                    <a:pt x="58" y="50"/>
                    <a:pt x="7" y="38"/>
                    <a:pt x="0" y="0"/>
                  </a:cubicBezTo>
                  <a:cubicBezTo>
                    <a:pt x="16" y="0"/>
                    <a:pt x="29" y="19"/>
                    <a:pt x="42" y="29"/>
                  </a:cubicBezTo>
                  <a:cubicBezTo>
                    <a:pt x="54" y="38"/>
                    <a:pt x="78" y="46"/>
                    <a:pt x="84" y="53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2729" name="Freeform 317">
              <a:extLst>
                <a:ext uri="{FF2B5EF4-FFF2-40B4-BE49-F238E27FC236}">
                  <a16:creationId xmlns:a16="http://schemas.microsoft.com/office/drawing/2014/main" id="{FC0E2E6C-4863-457A-888E-9ADE32D6D5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1" y="3614"/>
              <a:ext cx="94" cy="28"/>
            </a:xfrm>
            <a:custGeom>
              <a:avLst/>
              <a:gdLst>
                <a:gd name="T0" fmla="*/ 0 w 88"/>
                <a:gd name="T1" fmla="*/ 24 h 26"/>
                <a:gd name="T2" fmla="*/ 103 w 88"/>
                <a:gd name="T3" fmla="*/ 32 h 26"/>
                <a:gd name="T4" fmla="*/ 5 w 88"/>
                <a:gd name="T5" fmla="*/ 17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8" h="26">
                  <a:moveTo>
                    <a:pt x="0" y="19"/>
                  </a:moveTo>
                  <a:cubicBezTo>
                    <a:pt x="30" y="11"/>
                    <a:pt x="57" y="23"/>
                    <a:pt x="84" y="26"/>
                  </a:cubicBezTo>
                  <a:cubicBezTo>
                    <a:pt x="88" y="0"/>
                    <a:pt x="17" y="6"/>
                    <a:pt x="5" y="14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2730" name="Freeform 318">
              <a:extLst>
                <a:ext uri="{FF2B5EF4-FFF2-40B4-BE49-F238E27FC236}">
                  <a16:creationId xmlns:a16="http://schemas.microsoft.com/office/drawing/2014/main" id="{74633D1D-3F05-4C08-AA18-9E452CCAA1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3" y="3706"/>
              <a:ext cx="88" cy="36"/>
            </a:xfrm>
            <a:custGeom>
              <a:avLst/>
              <a:gdLst>
                <a:gd name="T0" fmla="*/ 0 w 83"/>
                <a:gd name="T1" fmla="*/ 23 h 34"/>
                <a:gd name="T2" fmla="*/ 55 w 83"/>
                <a:gd name="T3" fmla="*/ 34 h 34"/>
                <a:gd name="T4" fmla="*/ 99 w 83"/>
                <a:gd name="T5" fmla="*/ 30 h 34"/>
                <a:gd name="T6" fmla="*/ 12 w 83"/>
                <a:gd name="T7" fmla="*/ 23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3" h="34">
                  <a:moveTo>
                    <a:pt x="0" y="20"/>
                  </a:moveTo>
                  <a:cubicBezTo>
                    <a:pt x="17" y="27"/>
                    <a:pt x="27" y="30"/>
                    <a:pt x="46" y="28"/>
                  </a:cubicBezTo>
                  <a:cubicBezTo>
                    <a:pt x="59" y="26"/>
                    <a:pt x="70" y="19"/>
                    <a:pt x="83" y="25"/>
                  </a:cubicBezTo>
                  <a:cubicBezTo>
                    <a:pt x="57" y="0"/>
                    <a:pt x="28" y="34"/>
                    <a:pt x="9" y="20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2731" name="Freeform 319">
              <a:extLst>
                <a:ext uri="{FF2B5EF4-FFF2-40B4-BE49-F238E27FC236}">
                  <a16:creationId xmlns:a16="http://schemas.microsoft.com/office/drawing/2014/main" id="{14C30F4A-9C59-4D3B-A8A0-6020F476FE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8" y="2137"/>
              <a:ext cx="205" cy="81"/>
            </a:xfrm>
            <a:custGeom>
              <a:avLst/>
              <a:gdLst>
                <a:gd name="T0" fmla="*/ 0 w 192"/>
                <a:gd name="T1" fmla="*/ 0 h 76"/>
                <a:gd name="T2" fmla="*/ 47 w 192"/>
                <a:gd name="T3" fmla="*/ 32 h 76"/>
                <a:gd name="T4" fmla="*/ 95 w 192"/>
                <a:gd name="T5" fmla="*/ 59 h 76"/>
                <a:gd name="T6" fmla="*/ 147 w 192"/>
                <a:gd name="T7" fmla="*/ 76 h 76"/>
                <a:gd name="T8" fmla="*/ 234 w 192"/>
                <a:gd name="T9" fmla="*/ 92 h 76"/>
                <a:gd name="T10" fmla="*/ 156 w 192"/>
                <a:gd name="T11" fmla="*/ 69 h 76"/>
                <a:gd name="T12" fmla="*/ 96 w 192"/>
                <a:gd name="T13" fmla="*/ 45 h 76"/>
                <a:gd name="T14" fmla="*/ 51 w 192"/>
                <a:gd name="T15" fmla="*/ 20 h 76"/>
                <a:gd name="T16" fmla="*/ 7 w 192"/>
                <a:gd name="T17" fmla="*/ 6 h 7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92" h="76">
                  <a:moveTo>
                    <a:pt x="0" y="0"/>
                  </a:moveTo>
                  <a:cubicBezTo>
                    <a:pt x="13" y="4"/>
                    <a:pt x="27" y="18"/>
                    <a:pt x="38" y="26"/>
                  </a:cubicBezTo>
                  <a:cubicBezTo>
                    <a:pt x="51" y="35"/>
                    <a:pt x="65" y="41"/>
                    <a:pt x="78" y="49"/>
                  </a:cubicBezTo>
                  <a:cubicBezTo>
                    <a:pt x="92" y="57"/>
                    <a:pt x="106" y="61"/>
                    <a:pt x="121" y="63"/>
                  </a:cubicBezTo>
                  <a:cubicBezTo>
                    <a:pt x="145" y="67"/>
                    <a:pt x="167" y="75"/>
                    <a:pt x="192" y="76"/>
                  </a:cubicBezTo>
                  <a:cubicBezTo>
                    <a:pt x="170" y="72"/>
                    <a:pt x="149" y="63"/>
                    <a:pt x="128" y="57"/>
                  </a:cubicBezTo>
                  <a:cubicBezTo>
                    <a:pt x="111" y="52"/>
                    <a:pt x="94" y="45"/>
                    <a:pt x="79" y="37"/>
                  </a:cubicBezTo>
                  <a:cubicBezTo>
                    <a:pt x="67" y="30"/>
                    <a:pt x="55" y="22"/>
                    <a:pt x="42" y="17"/>
                  </a:cubicBezTo>
                  <a:cubicBezTo>
                    <a:pt x="31" y="12"/>
                    <a:pt x="18" y="11"/>
                    <a:pt x="7" y="6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2732" name="Freeform 320">
              <a:extLst>
                <a:ext uri="{FF2B5EF4-FFF2-40B4-BE49-F238E27FC236}">
                  <a16:creationId xmlns:a16="http://schemas.microsoft.com/office/drawing/2014/main" id="{0C6BC1BE-6382-45DF-9450-D0FC019FC15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2" y="2123"/>
              <a:ext cx="154" cy="189"/>
            </a:xfrm>
            <a:custGeom>
              <a:avLst/>
              <a:gdLst>
                <a:gd name="T0" fmla="*/ 28 w 144"/>
                <a:gd name="T1" fmla="*/ 11 h 177"/>
                <a:gd name="T2" fmla="*/ 5 w 144"/>
                <a:gd name="T3" fmla="*/ 3 h 177"/>
                <a:gd name="T4" fmla="*/ 6 w 144"/>
                <a:gd name="T5" fmla="*/ 29 h 177"/>
                <a:gd name="T6" fmla="*/ 50 w 144"/>
                <a:gd name="T7" fmla="*/ 103 h 177"/>
                <a:gd name="T8" fmla="*/ 109 w 144"/>
                <a:gd name="T9" fmla="*/ 167 h 177"/>
                <a:gd name="T10" fmla="*/ 176 w 144"/>
                <a:gd name="T11" fmla="*/ 216 h 177"/>
                <a:gd name="T12" fmla="*/ 111 w 144"/>
                <a:gd name="T13" fmla="*/ 161 h 177"/>
                <a:gd name="T14" fmla="*/ 68 w 144"/>
                <a:gd name="T15" fmla="*/ 98 h 177"/>
                <a:gd name="T16" fmla="*/ 49 w 144"/>
                <a:gd name="T17" fmla="*/ 50 h 177"/>
                <a:gd name="T18" fmla="*/ 67 w 144"/>
                <a:gd name="T19" fmla="*/ 37 h 177"/>
                <a:gd name="T20" fmla="*/ 26 w 144"/>
                <a:gd name="T21" fmla="*/ 11 h 17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44" h="177">
                  <a:moveTo>
                    <a:pt x="22" y="8"/>
                  </a:moveTo>
                  <a:cubicBezTo>
                    <a:pt x="18" y="7"/>
                    <a:pt x="9" y="0"/>
                    <a:pt x="5" y="3"/>
                  </a:cubicBezTo>
                  <a:cubicBezTo>
                    <a:pt x="0" y="6"/>
                    <a:pt x="5" y="19"/>
                    <a:pt x="6" y="23"/>
                  </a:cubicBezTo>
                  <a:cubicBezTo>
                    <a:pt x="14" y="45"/>
                    <a:pt x="28" y="66"/>
                    <a:pt x="41" y="84"/>
                  </a:cubicBezTo>
                  <a:cubicBezTo>
                    <a:pt x="54" y="105"/>
                    <a:pt x="72" y="120"/>
                    <a:pt x="89" y="137"/>
                  </a:cubicBezTo>
                  <a:cubicBezTo>
                    <a:pt x="106" y="152"/>
                    <a:pt x="126" y="163"/>
                    <a:pt x="144" y="177"/>
                  </a:cubicBezTo>
                  <a:cubicBezTo>
                    <a:pt x="125" y="171"/>
                    <a:pt x="104" y="147"/>
                    <a:pt x="91" y="132"/>
                  </a:cubicBezTo>
                  <a:cubicBezTo>
                    <a:pt x="78" y="116"/>
                    <a:pt x="67" y="99"/>
                    <a:pt x="56" y="81"/>
                  </a:cubicBezTo>
                  <a:cubicBezTo>
                    <a:pt x="49" y="69"/>
                    <a:pt x="42" y="56"/>
                    <a:pt x="40" y="41"/>
                  </a:cubicBezTo>
                  <a:cubicBezTo>
                    <a:pt x="39" y="27"/>
                    <a:pt x="42" y="27"/>
                    <a:pt x="55" y="31"/>
                  </a:cubicBezTo>
                  <a:cubicBezTo>
                    <a:pt x="47" y="27"/>
                    <a:pt x="27" y="16"/>
                    <a:pt x="21" y="8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2733" name="Freeform 321">
              <a:extLst>
                <a:ext uri="{FF2B5EF4-FFF2-40B4-BE49-F238E27FC236}">
                  <a16:creationId xmlns:a16="http://schemas.microsoft.com/office/drawing/2014/main" id="{11CEA467-61DF-4B66-BC69-D45498A0A99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6" y="1979"/>
              <a:ext cx="177" cy="25"/>
            </a:xfrm>
            <a:custGeom>
              <a:avLst/>
              <a:gdLst>
                <a:gd name="T0" fmla="*/ 0 w 166"/>
                <a:gd name="T1" fmla="*/ 14 h 23"/>
                <a:gd name="T2" fmla="*/ 44 w 166"/>
                <a:gd name="T3" fmla="*/ 24 h 23"/>
                <a:gd name="T4" fmla="*/ 96 w 166"/>
                <a:gd name="T5" fmla="*/ 25 h 23"/>
                <a:gd name="T6" fmla="*/ 152 w 166"/>
                <a:gd name="T7" fmla="*/ 10 h 23"/>
                <a:gd name="T8" fmla="*/ 202 w 166"/>
                <a:gd name="T9" fmla="*/ 0 h 23"/>
                <a:gd name="T10" fmla="*/ 135 w 166"/>
                <a:gd name="T11" fmla="*/ 3 h 23"/>
                <a:gd name="T12" fmla="*/ 86 w 166"/>
                <a:gd name="T13" fmla="*/ 10 h 23"/>
                <a:gd name="T14" fmla="*/ 11 w 166"/>
                <a:gd name="T15" fmla="*/ 9 h 2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6" h="23">
                  <a:moveTo>
                    <a:pt x="0" y="11"/>
                  </a:moveTo>
                  <a:cubicBezTo>
                    <a:pt x="11" y="10"/>
                    <a:pt x="25" y="16"/>
                    <a:pt x="36" y="18"/>
                  </a:cubicBezTo>
                  <a:cubicBezTo>
                    <a:pt x="51" y="23"/>
                    <a:pt x="64" y="20"/>
                    <a:pt x="79" y="19"/>
                  </a:cubicBezTo>
                  <a:cubicBezTo>
                    <a:pt x="96" y="17"/>
                    <a:pt x="110" y="13"/>
                    <a:pt x="126" y="7"/>
                  </a:cubicBezTo>
                  <a:cubicBezTo>
                    <a:pt x="138" y="3"/>
                    <a:pt x="153" y="0"/>
                    <a:pt x="166" y="0"/>
                  </a:cubicBezTo>
                  <a:cubicBezTo>
                    <a:pt x="148" y="0"/>
                    <a:pt x="130" y="1"/>
                    <a:pt x="112" y="3"/>
                  </a:cubicBezTo>
                  <a:cubicBezTo>
                    <a:pt x="98" y="5"/>
                    <a:pt x="85" y="8"/>
                    <a:pt x="71" y="7"/>
                  </a:cubicBezTo>
                  <a:cubicBezTo>
                    <a:pt x="50" y="6"/>
                    <a:pt x="29" y="6"/>
                    <a:pt x="8" y="6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2734" name="Freeform 322">
              <a:extLst>
                <a:ext uri="{FF2B5EF4-FFF2-40B4-BE49-F238E27FC236}">
                  <a16:creationId xmlns:a16="http://schemas.microsoft.com/office/drawing/2014/main" id="{FB60CB9C-28DB-42D6-B78B-596196F4CF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8" y="2095"/>
              <a:ext cx="185" cy="195"/>
            </a:xfrm>
            <a:custGeom>
              <a:avLst/>
              <a:gdLst>
                <a:gd name="T0" fmla="*/ 26 w 173"/>
                <a:gd name="T1" fmla="*/ 25 h 183"/>
                <a:gd name="T2" fmla="*/ 212 w 173"/>
                <a:gd name="T3" fmla="*/ 222 h 183"/>
                <a:gd name="T4" fmla="*/ 70 w 173"/>
                <a:gd name="T5" fmla="*/ 35 h 183"/>
                <a:gd name="T6" fmla="*/ 19 w 173"/>
                <a:gd name="T7" fmla="*/ 1 h 183"/>
                <a:gd name="T8" fmla="*/ 1 w 173"/>
                <a:gd name="T9" fmla="*/ 15 h 183"/>
                <a:gd name="T10" fmla="*/ 28 w 173"/>
                <a:gd name="T11" fmla="*/ 34 h 18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3" h="183">
                  <a:moveTo>
                    <a:pt x="21" y="21"/>
                  </a:moveTo>
                  <a:cubicBezTo>
                    <a:pt x="98" y="49"/>
                    <a:pt x="125" y="126"/>
                    <a:pt x="173" y="183"/>
                  </a:cubicBezTo>
                  <a:cubicBezTo>
                    <a:pt x="142" y="128"/>
                    <a:pt x="105" y="72"/>
                    <a:pt x="57" y="29"/>
                  </a:cubicBezTo>
                  <a:cubicBezTo>
                    <a:pt x="46" y="19"/>
                    <a:pt x="32" y="1"/>
                    <a:pt x="16" y="1"/>
                  </a:cubicBezTo>
                  <a:cubicBezTo>
                    <a:pt x="9" y="0"/>
                    <a:pt x="0" y="0"/>
                    <a:pt x="1" y="12"/>
                  </a:cubicBezTo>
                  <a:cubicBezTo>
                    <a:pt x="2" y="20"/>
                    <a:pt x="17" y="25"/>
                    <a:pt x="22" y="28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2735" name="Freeform 323">
              <a:extLst>
                <a:ext uri="{FF2B5EF4-FFF2-40B4-BE49-F238E27FC236}">
                  <a16:creationId xmlns:a16="http://schemas.microsoft.com/office/drawing/2014/main" id="{27D6F0B8-D79E-4D56-AD39-6CEAE5AE9A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4" y="2375"/>
              <a:ext cx="233" cy="110"/>
            </a:xfrm>
            <a:custGeom>
              <a:avLst/>
              <a:gdLst>
                <a:gd name="T0" fmla="*/ 0 w 218"/>
                <a:gd name="T1" fmla="*/ 0 h 103"/>
                <a:gd name="T2" fmla="*/ 266 w 218"/>
                <a:gd name="T3" fmla="*/ 124 h 103"/>
                <a:gd name="T4" fmla="*/ 0 w 218"/>
                <a:gd name="T5" fmla="*/ 0 h 10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8" h="103">
                  <a:moveTo>
                    <a:pt x="0" y="0"/>
                  </a:moveTo>
                  <a:cubicBezTo>
                    <a:pt x="0" y="0"/>
                    <a:pt x="76" y="103"/>
                    <a:pt x="218" y="102"/>
                  </a:cubicBezTo>
                  <a:cubicBezTo>
                    <a:pt x="218" y="102"/>
                    <a:pt x="78" y="75"/>
                    <a:pt x="0" y="0"/>
                  </a:cubicBezTo>
                  <a:close/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2736" name="Freeform 324">
              <a:extLst>
                <a:ext uri="{FF2B5EF4-FFF2-40B4-BE49-F238E27FC236}">
                  <a16:creationId xmlns:a16="http://schemas.microsoft.com/office/drawing/2014/main" id="{C14D51CC-F9DB-4E35-9F34-8ED62E94DC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1" y="1912"/>
              <a:ext cx="125" cy="246"/>
            </a:xfrm>
            <a:custGeom>
              <a:avLst/>
              <a:gdLst>
                <a:gd name="T0" fmla="*/ 143 w 117"/>
                <a:gd name="T1" fmla="*/ 3 h 230"/>
                <a:gd name="T2" fmla="*/ 76 w 117"/>
                <a:gd name="T3" fmla="*/ 136 h 230"/>
                <a:gd name="T4" fmla="*/ 0 w 117"/>
                <a:gd name="T5" fmla="*/ 281 h 230"/>
                <a:gd name="T6" fmla="*/ 79 w 117"/>
                <a:gd name="T7" fmla="*/ 178 h 230"/>
                <a:gd name="T8" fmla="*/ 93 w 117"/>
                <a:gd name="T9" fmla="*/ 128 h 230"/>
                <a:gd name="T10" fmla="*/ 126 w 117"/>
                <a:gd name="T11" fmla="*/ 151 h 230"/>
                <a:gd name="T12" fmla="*/ 141 w 117"/>
                <a:gd name="T13" fmla="*/ 0 h 23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7" h="230">
                  <a:moveTo>
                    <a:pt x="117" y="3"/>
                  </a:moveTo>
                  <a:cubicBezTo>
                    <a:pt x="74" y="10"/>
                    <a:pt x="70" y="79"/>
                    <a:pt x="62" y="111"/>
                  </a:cubicBezTo>
                  <a:cubicBezTo>
                    <a:pt x="51" y="155"/>
                    <a:pt x="15" y="187"/>
                    <a:pt x="0" y="230"/>
                  </a:cubicBezTo>
                  <a:cubicBezTo>
                    <a:pt x="9" y="196"/>
                    <a:pt x="48" y="174"/>
                    <a:pt x="65" y="145"/>
                  </a:cubicBezTo>
                  <a:cubicBezTo>
                    <a:pt x="68" y="138"/>
                    <a:pt x="72" y="107"/>
                    <a:pt x="76" y="105"/>
                  </a:cubicBezTo>
                  <a:cubicBezTo>
                    <a:pt x="83" y="102"/>
                    <a:pt x="98" y="119"/>
                    <a:pt x="103" y="123"/>
                  </a:cubicBezTo>
                  <a:cubicBezTo>
                    <a:pt x="62" y="88"/>
                    <a:pt x="98" y="36"/>
                    <a:pt x="116" y="0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2737" name="Freeform 325">
              <a:extLst>
                <a:ext uri="{FF2B5EF4-FFF2-40B4-BE49-F238E27FC236}">
                  <a16:creationId xmlns:a16="http://schemas.microsoft.com/office/drawing/2014/main" id="{86B5B97C-C7B9-4707-8A5A-CEDC5F7F4CF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4" y="1815"/>
              <a:ext cx="29" cy="121"/>
            </a:xfrm>
            <a:custGeom>
              <a:avLst/>
              <a:gdLst>
                <a:gd name="T0" fmla="*/ 25 w 27"/>
                <a:gd name="T1" fmla="*/ 0 h 113"/>
                <a:gd name="T2" fmla="*/ 4 w 27"/>
                <a:gd name="T3" fmla="*/ 62 h 113"/>
                <a:gd name="T4" fmla="*/ 33 w 27"/>
                <a:gd name="T5" fmla="*/ 139 h 113"/>
                <a:gd name="T6" fmla="*/ 13 w 27"/>
                <a:gd name="T7" fmla="*/ 84 h 113"/>
                <a:gd name="T8" fmla="*/ 23 w 27"/>
                <a:gd name="T9" fmla="*/ 13 h 1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113">
                  <a:moveTo>
                    <a:pt x="20" y="0"/>
                  </a:moveTo>
                  <a:cubicBezTo>
                    <a:pt x="10" y="15"/>
                    <a:pt x="2" y="30"/>
                    <a:pt x="4" y="50"/>
                  </a:cubicBezTo>
                  <a:cubicBezTo>
                    <a:pt x="6" y="73"/>
                    <a:pt x="26" y="87"/>
                    <a:pt x="27" y="113"/>
                  </a:cubicBezTo>
                  <a:cubicBezTo>
                    <a:pt x="24" y="94"/>
                    <a:pt x="21" y="83"/>
                    <a:pt x="10" y="68"/>
                  </a:cubicBezTo>
                  <a:cubicBezTo>
                    <a:pt x="0" y="52"/>
                    <a:pt x="11" y="24"/>
                    <a:pt x="19" y="10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2738" name="Freeform 326">
              <a:extLst>
                <a:ext uri="{FF2B5EF4-FFF2-40B4-BE49-F238E27FC236}">
                  <a16:creationId xmlns:a16="http://schemas.microsoft.com/office/drawing/2014/main" id="{F831E65C-35BC-4083-8EC7-912FB7C3CA1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8" y="1786"/>
              <a:ext cx="20" cy="26"/>
            </a:xfrm>
            <a:custGeom>
              <a:avLst/>
              <a:gdLst>
                <a:gd name="T0" fmla="*/ 18 w 19"/>
                <a:gd name="T1" fmla="*/ 0 h 24"/>
                <a:gd name="T2" fmla="*/ 22 w 19"/>
                <a:gd name="T3" fmla="*/ 29 h 24"/>
                <a:gd name="T4" fmla="*/ 1 w 19"/>
                <a:gd name="T5" fmla="*/ 17 h 24"/>
                <a:gd name="T6" fmla="*/ 20 w 19"/>
                <a:gd name="T7" fmla="*/ 2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24">
                  <a:moveTo>
                    <a:pt x="15" y="0"/>
                  </a:moveTo>
                  <a:cubicBezTo>
                    <a:pt x="3" y="12"/>
                    <a:pt x="2" y="17"/>
                    <a:pt x="19" y="23"/>
                  </a:cubicBezTo>
                  <a:cubicBezTo>
                    <a:pt x="11" y="23"/>
                    <a:pt x="2" y="24"/>
                    <a:pt x="1" y="14"/>
                  </a:cubicBezTo>
                  <a:cubicBezTo>
                    <a:pt x="0" y="5"/>
                    <a:pt x="9" y="2"/>
                    <a:pt x="17" y="2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2739" name="Freeform 327">
              <a:extLst>
                <a:ext uri="{FF2B5EF4-FFF2-40B4-BE49-F238E27FC236}">
                  <a16:creationId xmlns:a16="http://schemas.microsoft.com/office/drawing/2014/main" id="{6A790CA5-9409-4DE3-B315-2D31553FF2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5" y="2969"/>
              <a:ext cx="120" cy="64"/>
            </a:xfrm>
            <a:custGeom>
              <a:avLst/>
              <a:gdLst>
                <a:gd name="T0" fmla="*/ 0 w 112"/>
                <a:gd name="T1" fmla="*/ 41 h 60"/>
                <a:gd name="T2" fmla="*/ 80 w 112"/>
                <a:gd name="T3" fmla="*/ 63 h 60"/>
                <a:gd name="T4" fmla="*/ 138 w 112"/>
                <a:gd name="T5" fmla="*/ 0 h 60"/>
                <a:gd name="T6" fmla="*/ 74 w 112"/>
                <a:gd name="T7" fmla="*/ 49 h 60"/>
                <a:gd name="T8" fmla="*/ 12 w 112"/>
                <a:gd name="T9" fmla="*/ 48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2" h="60">
                  <a:moveTo>
                    <a:pt x="0" y="34"/>
                  </a:moveTo>
                  <a:cubicBezTo>
                    <a:pt x="16" y="43"/>
                    <a:pt x="48" y="60"/>
                    <a:pt x="65" y="52"/>
                  </a:cubicBezTo>
                  <a:cubicBezTo>
                    <a:pt x="86" y="42"/>
                    <a:pt x="97" y="17"/>
                    <a:pt x="112" y="0"/>
                  </a:cubicBezTo>
                  <a:cubicBezTo>
                    <a:pt x="92" y="9"/>
                    <a:pt x="78" y="28"/>
                    <a:pt x="60" y="40"/>
                  </a:cubicBezTo>
                  <a:cubicBezTo>
                    <a:pt x="42" y="50"/>
                    <a:pt x="28" y="43"/>
                    <a:pt x="9" y="39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2740" name="Freeform 328">
              <a:extLst>
                <a:ext uri="{FF2B5EF4-FFF2-40B4-BE49-F238E27FC236}">
                  <a16:creationId xmlns:a16="http://schemas.microsoft.com/office/drawing/2014/main" id="{2B8378E7-9AD8-4224-902B-C42A40ACC4C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3" y="2170"/>
              <a:ext cx="86" cy="750"/>
            </a:xfrm>
            <a:custGeom>
              <a:avLst/>
              <a:gdLst>
                <a:gd name="T0" fmla="*/ 19 w 80"/>
                <a:gd name="T1" fmla="*/ 0 h 703"/>
                <a:gd name="T2" fmla="*/ 52 w 80"/>
                <a:gd name="T3" fmla="*/ 112 h 703"/>
                <a:gd name="T4" fmla="*/ 94 w 80"/>
                <a:gd name="T5" fmla="*/ 515 h 703"/>
                <a:gd name="T6" fmla="*/ 0 w 80"/>
                <a:gd name="T7" fmla="*/ 853 h 703"/>
                <a:gd name="T8" fmla="*/ 68 w 80"/>
                <a:gd name="T9" fmla="*/ 523 h 703"/>
                <a:gd name="T10" fmla="*/ 38 w 80"/>
                <a:gd name="T11" fmla="*/ 217 h 703"/>
                <a:gd name="T12" fmla="*/ 19 w 80"/>
                <a:gd name="T13" fmla="*/ 0 h 70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0" h="703">
                  <a:moveTo>
                    <a:pt x="16" y="0"/>
                  </a:moveTo>
                  <a:cubicBezTo>
                    <a:pt x="16" y="0"/>
                    <a:pt x="39" y="46"/>
                    <a:pt x="42" y="92"/>
                  </a:cubicBezTo>
                  <a:cubicBezTo>
                    <a:pt x="44" y="139"/>
                    <a:pt x="70" y="379"/>
                    <a:pt x="75" y="425"/>
                  </a:cubicBezTo>
                  <a:cubicBezTo>
                    <a:pt x="80" y="471"/>
                    <a:pt x="73" y="642"/>
                    <a:pt x="0" y="703"/>
                  </a:cubicBezTo>
                  <a:cubicBezTo>
                    <a:pt x="0" y="703"/>
                    <a:pt x="67" y="541"/>
                    <a:pt x="55" y="430"/>
                  </a:cubicBezTo>
                  <a:cubicBezTo>
                    <a:pt x="42" y="319"/>
                    <a:pt x="42" y="245"/>
                    <a:pt x="31" y="178"/>
                  </a:cubicBezTo>
                  <a:cubicBezTo>
                    <a:pt x="21" y="111"/>
                    <a:pt x="37" y="36"/>
                    <a:pt x="16" y="0"/>
                  </a:cubicBezTo>
                  <a:close/>
                </a:path>
              </a:pathLst>
            </a:custGeom>
            <a:solidFill>
              <a:srgbClr val="EFCA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2741" name="Freeform 329">
              <a:extLst>
                <a:ext uri="{FF2B5EF4-FFF2-40B4-BE49-F238E27FC236}">
                  <a16:creationId xmlns:a16="http://schemas.microsoft.com/office/drawing/2014/main" id="{ACF80848-4CB9-48FC-9F11-3C4DF1F36F2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7" y="2973"/>
              <a:ext cx="54" cy="111"/>
            </a:xfrm>
            <a:custGeom>
              <a:avLst/>
              <a:gdLst>
                <a:gd name="T0" fmla="*/ 35 w 50"/>
                <a:gd name="T1" fmla="*/ 0 h 104"/>
                <a:gd name="T2" fmla="*/ 0 w 50"/>
                <a:gd name="T3" fmla="*/ 126 h 104"/>
                <a:gd name="T4" fmla="*/ 35 w 50"/>
                <a:gd name="T5" fmla="*/ 0 h 10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0" h="104">
                  <a:moveTo>
                    <a:pt x="28" y="0"/>
                  </a:moveTo>
                  <a:cubicBezTo>
                    <a:pt x="28" y="0"/>
                    <a:pt x="50" y="42"/>
                    <a:pt x="0" y="104"/>
                  </a:cubicBezTo>
                  <a:cubicBezTo>
                    <a:pt x="0" y="104"/>
                    <a:pt x="35" y="28"/>
                    <a:pt x="28" y="0"/>
                  </a:cubicBezTo>
                  <a:close/>
                </a:path>
              </a:pathLst>
            </a:custGeom>
            <a:solidFill>
              <a:srgbClr val="EFCA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2742" name="Freeform 330">
              <a:extLst>
                <a:ext uri="{FF2B5EF4-FFF2-40B4-BE49-F238E27FC236}">
                  <a16:creationId xmlns:a16="http://schemas.microsoft.com/office/drawing/2014/main" id="{22A417B9-EE45-4EB9-8DA2-1B5F51F6080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6" y="3158"/>
              <a:ext cx="78" cy="584"/>
            </a:xfrm>
            <a:custGeom>
              <a:avLst/>
              <a:gdLst>
                <a:gd name="T0" fmla="*/ 24 w 73"/>
                <a:gd name="T1" fmla="*/ 0 h 548"/>
                <a:gd name="T2" fmla="*/ 65 w 73"/>
                <a:gd name="T3" fmla="*/ 327 h 548"/>
                <a:gd name="T4" fmla="*/ 16 w 73"/>
                <a:gd name="T5" fmla="*/ 570 h 548"/>
                <a:gd name="T6" fmla="*/ 18 w 73"/>
                <a:gd name="T7" fmla="*/ 590 h 548"/>
                <a:gd name="T8" fmla="*/ 21 w 73"/>
                <a:gd name="T9" fmla="*/ 626 h 548"/>
                <a:gd name="T10" fmla="*/ 16 w 73"/>
                <a:gd name="T11" fmla="*/ 663 h 548"/>
                <a:gd name="T12" fmla="*/ 3 w 73"/>
                <a:gd name="T13" fmla="*/ 638 h 548"/>
                <a:gd name="T14" fmla="*/ 13 w 73"/>
                <a:gd name="T15" fmla="*/ 604 h 548"/>
                <a:gd name="T16" fmla="*/ 11 w 73"/>
                <a:gd name="T17" fmla="*/ 534 h 548"/>
                <a:gd name="T18" fmla="*/ 24 w 73"/>
                <a:gd name="T19" fmla="*/ 0 h 54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3" h="548">
                  <a:moveTo>
                    <a:pt x="20" y="0"/>
                  </a:moveTo>
                  <a:cubicBezTo>
                    <a:pt x="20" y="0"/>
                    <a:pt x="62" y="131"/>
                    <a:pt x="53" y="270"/>
                  </a:cubicBezTo>
                  <a:cubicBezTo>
                    <a:pt x="43" y="408"/>
                    <a:pt x="13" y="471"/>
                    <a:pt x="13" y="471"/>
                  </a:cubicBezTo>
                  <a:cubicBezTo>
                    <a:pt x="13" y="471"/>
                    <a:pt x="12" y="483"/>
                    <a:pt x="15" y="488"/>
                  </a:cubicBezTo>
                  <a:cubicBezTo>
                    <a:pt x="19" y="493"/>
                    <a:pt x="27" y="505"/>
                    <a:pt x="18" y="517"/>
                  </a:cubicBezTo>
                  <a:cubicBezTo>
                    <a:pt x="8" y="529"/>
                    <a:pt x="17" y="543"/>
                    <a:pt x="13" y="548"/>
                  </a:cubicBezTo>
                  <a:cubicBezTo>
                    <a:pt x="13" y="548"/>
                    <a:pt x="5" y="534"/>
                    <a:pt x="3" y="527"/>
                  </a:cubicBezTo>
                  <a:cubicBezTo>
                    <a:pt x="0" y="519"/>
                    <a:pt x="18" y="517"/>
                    <a:pt x="10" y="499"/>
                  </a:cubicBezTo>
                  <a:cubicBezTo>
                    <a:pt x="3" y="481"/>
                    <a:pt x="0" y="462"/>
                    <a:pt x="8" y="441"/>
                  </a:cubicBezTo>
                  <a:cubicBezTo>
                    <a:pt x="16" y="421"/>
                    <a:pt x="73" y="278"/>
                    <a:pt x="20" y="0"/>
                  </a:cubicBezTo>
                  <a:close/>
                </a:path>
              </a:pathLst>
            </a:custGeom>
            <a:solidFill>
              <a:srgbClr val="EFCA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2743" name="Freeform 331">
              <a:extLst>
                <a:ext uri="{FF2B5EF4-FFF2-40B4-BE49-F238E27FC236}">
                  <a16:creationId xmlns:a16="http://schemas.microsoft.com/office/drawing/2014/main" id="{EED68341-DB37-4148-91FD-C0A594BA5F7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9" y="3770"/>
              <a:ext cx="162" cy="139"/>
            </a:xfrm>
            <a:custGeom>
              <a:avLst/>
              <a:gdLst>
                <a:gd name="T0" fmla="*/ 1 w 152"/>
                <a:gd name="T1" fmla="*/ 1 h 130"/>
                <a:gd name="T2" fmla="*/ 18 w 152"/>
                <a:gd name="T3" fmla="*/ 14 h 130"/>
                <a:gd name="T4" fmla="*/ 33 w 152"/>
                <a:gd name="T5" fmla="*/ 30 h 130"/>
                <a:gd name="T6" fmla="*/ 52 w 152"/>
                <a:gd name="T7" fmla="*/ 60 h 130"/>
                <a:gd name="T8" fmla="*/ 85 w 152"/>
                <a:gd name="T9" fmla="*/ 87 h 130"/>
                <a:gd name="T10" fmla="*/ 111 w 152"/>
                <a:gd name="T11" fmla="*/ 108 h 130"/>
                <a:gd name="T12" fmla="*/ 134 w 152"/>
                <a:gd name="T13" fmla="*/ 126 h 130"/>
                <a:gd name="T14" fmla="*/ 145 w 152"/>
                <a:gd name="T15" fmla="*/ 134 h 130"/>
                <a:gd name="T16" fmla="*/ 153 w 152"/>
                <a:gd name="T17" fmla="*/ 137 h 130"/>
                <a:gd name="T18" fmla="*/ 182 w 152"/>
                <a:gd name="T19" fmla="*/ 155 h 130"/>
                <a:gd name="T20" fmla="*/ 184 w 152"/>
                <a:gd name="T21" fmla="*/ 159 h 130"/>
                <a:gd name="T22" fmla="*/ 141 w 152"/>
                <a:gd name="T23" fmla="*/ 143 h 130"/>
                <a:gd name="T24" fmla="*/ 106 w 152"/>
                <a:gd name="T25" fmla="*/ 121 h 130"/>
                <a:gd name="T26" fmla="*/ 63 w 152"/>
                <a:gd name="T27" fmla="*/ 83 h 130"/>
                <a:gd name="T28" fmla="*/ 39 w 152"/>
                <a:gd name="T29" fmla="*/ 57 h 130"/>
                <a:gd name="T30" fmla="*/ 21 w 152"/>
                <a:gd name="T31" fmla="*/ 34 h 130"/>
                <a:gd name="T32" fmla="*/ 6 w 152"/>
                <a:gd name="T33" fmla="*/ 13 h 130"/>
                <a:gd name="T34" fmla="*/ 0 w 152"/>
                <a:gd name="T35" fmla="*/ 0 h 130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52" h="130">
                  <a:moveTo>
                    <a:pt x="1" y="1"/>
                  </a:moveTo>
                  <a:cubicBezTo>
                    <a:pt x="6" y="2"/>
                    <a:pt x="11" y="7"/>
                    <a:pt x="15" y="11"/>
                  </a:cubicBezTo>
                  <a:cubicBezTo>
                    <a:pt x="19" y="15"/>
                    <a:pt x="24" y="19"/>
                    <a:pt x="27" y="24"/>
                  </a:cubicBezTo>
                  <a:cubicBezTo>
                    <a:pt x="32" y="33"/>
                    <a:pt x="36" y="41"/>
                    <a:pt x="43" y="49"/>
                  </a:cubicBezTo>
                  <a:cubicBezTo>
                    <a:pt x="50" y="58"/>
                    <a:pt x="61" y="64"/>
                    <a:pt x="70" y="71"/>
                  </a:cubicBezTo>
                  <a:cubicBezTo>
                    <a:pt x="78" y="76"/>
                    <a:pt x="85" y="82"/>
                    <a:pt x="92" y="88"/>
                  </a:cubicBezTo>
                  <a:cubicBezTo>
                    <a:pt x="98" y="93"/>
                    <a:pt x="104" y="98"/>
                    <a:pt x="111" y="103"/>
                  </a:cubicBezTo>
                  <a:cubicBezTo>
                    <a:pt x="114" y="105"/>
                    <a:pt x="117" y="107"/>
                    <a:pt x="120" y="109"/>
                  </a:cubicBezTo>
                  <a:cubicBezTo>
                    <a:pt x="122" y="110"/>
                    <a:pt x="125" y="111"/>
                    <a:pt x="127" y="112"/>
                  </a:cubicBezTo>
                  <a:cubicBezTo>
                    <a:pt x="135" y="116"/>
                    <a:pt x="147" y="119"/>
                    <a:pt x="150" y="127"/>
                  </a:cubicBezTo>
                  <a:cubicBezTo>
                    <a:pt x="151" y="128"/>
                    <a:pt x="151" y="129"/>
                    <a:pt x="152" y="130"/>
                  </a:cubicBezTo>
                  <a:cubicBezTo>
                    <a:pt x="145" y="120"/>
                    <a:pt x="126" y="121"/>
                    <a:pt x="116" y="117"/>
                  </a:cubicBezTo>
                  <a:cubicBezTo>
                    <a:pt x="104" y="114"/>
                    <a:pt x="96" y="106"/>
                    <a:pt x="87" y="99"/>
                  </a:cubicBezTo>
                  <a:cubicBezTo>
                    <a:pt x="75" y="88"/>
                    <a:pt x="63" y="79"/>
                    <a:pt x="52" y="68"/>
                  </a:cubicBezTo>
                  <a:cubicBezTo>
                    <a:pt x="45" y="61"/>
                    <a:pt x="40" y="53"/>
                    <a:pt x="33" y="47"/>
                  </a:cubicBezTo>
                  <a:cubicBezTo>
                    <a:pt x="27" y="41"/>
                    <a:pt x="22" y="35"/>
                    <a:pt x="18" y="28"/>
                  </a:cubicBezTo>
                  <a:cubicBezTo>
                    <a:pt x="14" y="21"/>
                    <a:pt x="10" y="16"/>
                    <a:pt x="6" y="10"/>
                  </a:cubicBezTo>
                  <a:cubicBezTo>
                    <a:pt x="4" y="7"/>
                    <a:pt x="2" y="3"/>
                    <a:pt x="0" y="0"/>
                  </a:cubicBezTo>
                </a:path>
              </a:pathLst>
            </a:custGeom>
            <a:solidFill>
              <a:srgbClr val="EFCA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2744" name="Freeform 332">
              <a:extLst>
                <a:ext uri="{FF2B5EF4-FFF2-40B4-BE49-F238E27FC236}">
                  <a16:creationId xmlns:a16="http://schemas.microsoft.com/office/drawing/2014/main" id="{FF44B27E-3F2C-499D-885E-48EE0980C0CC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5" y="3919"/>
              <a:ext cx="8" cy="16"/>
            </a:xfrm>
            <a:custGeom>
              <a:avLst/>
              <a:gdLst>
                <a:gd name="T0" fmla="*/ 0 w 8"/>
                <a:gd name="T1" fmla="*/ 0 h 15"/>
                <a:gd name="T2" fmla="*/ 7 w 8"/>
                <a:gd name="T3" fmla="*/ 18 h 15"/>
                <a:gd name="T4" fmla="*/ 0 w 8"/>
                <a:gd name="T5" fmla="*/ 2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5">
                  <a:moveTo>
                    <a:pt x="0" y="0"/>
                  </a:moveTo>
                  <a:cubicBezTo>
                    <a:pt x="6" y="3"/>
                    <a:pt x="8" y="9"/>
                    <a:pt x="7" y="15"/>
                  </a:cubicBezTo>
                  <a:cubicBezTo>
                    <a:pt x="7" y="10"/>
                    <a:pt x="3" y="5"/>
                    <a:pt x="0" y="2"/>
                  </a:cubicBezTo>
                </a:path>
              </a:pathLst>
            </a:custGeom>
            <a:solidFill>
              <a:srgbClr val="EFCA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2745" name="Freeform 333">
              <a:extLst>
                <a:ext uri="{FF2B5EF4-FFF2-40B4-BE49-F238E27FC236}">
                  <a16:creationId xmlns:a16="http://schemas.microsoft.com/office/drawing/2014/main" id="{E9E3F4A2-E62D-4E5D-A25A-E9D8DCB16C0B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5" y="3915"/>
              <a:ext cx="25" cy="27"/>
            </a:xfrm>
            <a:custGeom>
              <a:avLst/>
              <a:gdLst>
                <a:gd name="T0" fmla="*/ 1 w 24"/>
                <a:gd name="T1" fmla="*/ 2 h 25"/>
                <a:gd name="T2" fmla="*/ 7 w 24"/>
                <a:gd name="T3" fmla="*/ 6 h 25"/>
                <a:gd name="T4" fmla="*/ 18 w 24"/>
                <a:gd name="T5" fmla="*/ 12 h 25"/>
                <a:gd name="T6" fmla="*/ 27 w 24"/>
                <a:gd name="T7" fmla="*/ 27 h 25"/>
                <a:gd name="T8" fmla="*/ 27 w 24"/>
                <a:gd name="T9" fmla="*/ 27 h 25"/>
                <a:gd name="T10" fmla="*/ 23 w 24"/>
                <a:gd name="T11" fmla="*/ 31 h 25"/>
                <a:gd name="T12" fmla="*/ 16 w 24"/>
                <a:gd name="T13" fmla="*/ 15 h 25"/>
                <a:gd name="T14" fmla="*/ 0 w 24"/>
                <a:gd name="T15" fmla="*/ 0 h 2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4" h="25">
                  <a:moveTo>
                    <a:pt x="1" y="2"/>
                  </a:moveTo>
                  <a:cubicBezTo>
                    <a:pt x="2" y="1"/>
                    <a:pt x="5" y="5"/>
                    <a:pt x="7" y="6"/>
                  </a:cubicBezTo>
                  <a:cubicBezTo>
                    <a:pt x="10" y="7"/>
                    <a:pt x="13" y="8"/>
                    <a:pt x="15" y="9"/>
                  </a:cubicBezTo>
                  <a:cubicBezTo>
                    <a:pt x="19" y="12"/>
                    <a:pt x="23" y="17"/>
                    <a:pt x="24" y="21"/>
                  </a:cubicBezTo>
                  <a:cubicBezTo>
                    <a:pt x="24" y="21"/>
                    <a:pt x="24" y="21"/>
                    <a:pt x="24" y="21"/>
                  </a:cubicBezTo>
                  <a:cubicBezTo>
                    <a:pt x="22" y="22"/>
                    <a:pt x="21" y="23"/>
                    <a:pt x="20" y="25"/>
                  </a:cubicBezTo>
                  <a:cubicBezTo>
                    <a:pt x="19" y="19"/>
                    <a:pt x="17" y="16"/>
                    <a:pt x="13" y="12"/>
                  </a:cubicBezTo>
                  <a:cubicBezTo>
                    <a:pt x="8" y="9"/>
                    <a:pt x="5" y="2"/>
                    <a:pt x="0" y="0"/>
                  </a:cubicBezTo>
                </a:path>
              </a:pathLst>
            </a:custGeom>
            <a:solidFill>
              <a:srgbClr val="EFCA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2746" name="Freeform 334">
              <a:extLst>
                <a:ext uri="{FF2B5EF4-FFF2-40B4-BE49-F238E27FC236}">
                  <a16:creationId xmlns:a16="http://schemas.microsoft.com/office/drawing/2014/main" id="{1A99017A-634D-46BD-BDC8-1422907FE26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8" y="3926"/>
              <a:ext cx="19" cy="28"/>
            </a:xfrm>
            <a:custGeom>
              <a:avLst/>
              <a:gdLst>
                <a:gd name="T0" fmla="*/ 0 w 18"/>
                <a:gd name="T1" fmla="*/ 1 h 27"/>
                <a:gd name="T2" fmla="*/ 8 w 18"/>
                <a:gd name="T3" fmla="*/ 13 h 27"/>
                <a:gd name="T4" fmla="*/ 21 w 18"/>
                <a:gd name="T5" fmla="*/ 20 h 27"/>
                <a:gd name="T6" fmla="*/ 1 w 18"/>
                <a:gd name="T7" fmla="*/ 0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27">
                  <a:moveTo>
                    <a:pt x="0" y="1"/>
                  </a:moveTo>
                  <a:cubicBezTo>
                    <a:pt x="3" y="5"/>
                    <a:pt x="4" y="10"/>
                    <a:pt x="8" y="13"/>
                  </a:cubicBezTo>
                  <a:cubicBezTo>
                    <a:pt x="11" y="15"/>
                    <a:pt x="15" y="16"/>
                    <a:pt x="18" y="17"/>
                  </a:cubicBezTo>
                  <a:cubicBezTo>
                    <a:pt x="8" y="27"/>
                    <a:pt x="3" y="6"/>
                    <a:pt x="1" y="0"/>
                  </a:cubicBezTo>
                </a:path>
              </a:pathLst>
            </a:custGeom>
            <a:solidFill>
              <a:srgbClr val="EFCA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2747" name="Freeform 335">
              <a:extLst>
                <a:ext uri="{FF2B5EF4-FFF2-40B4-BE49-F238E27FC236}">
                  <a16:creationId xmlns:a16="http://schemas.microsoft.com/office/drawing/2014/main" id="{2DE2641D-97CD-4760-9FAC-F4ECE8FF934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8" y="3960"/>
              <a:ext cx="27" cy="31"/>
            </a:xfrm>
            <a:custGeom>
              <a:avLst/>
              <a:gdLst>
                <a:gd name="T0" fmla="*/ 26 w 25"/>
                <a:gd name="T1" fmla="*/ 0 h 29"/>
                <a:gd name="T2" fmla="*/ 26 w 25"/>
                <a:gd name="T3" fmla="*/ 19 h 29"/>
                <a:gd name="T4" fmla="*/ 0 w 25"/>
                <a:gd name="T5" fmla="*/ 31 h 29"/>
                <a:gd name="T6" fmla="*/ 14 w 25"/>
                <a:gd name="T7" fmla="*/ 18 h 29"/>
                <a:gd name="T8" fmla="*/ 23 w 25"/>
                <a:gd name="T9" fmla="*/ 1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9">
                  <a:moveTo>
                    <a:pt x="20" y="0"/>
                  </a:moveTo>
                  <a:cubicBezTo>
                    <a:pt x="25" y="5"/>
                    <a:pt x="22" y="12"/>
                    <a:pt x="20" y="16"/>
                  </a:cubicBezTo>
                  <a:cubicBezTo>
                    <a:pt x="17" y="22"/>
                    <a:pt x="7" y="29"/>
                    <a:pt x="0" y="25"/>
                  </a:cubicBezTo>
                  <a:cubicBezTo>
                    <a:pt x="5" y="23"/>
                    <a:pt x="8" y="19"/>
                    <a:pt x="11" y="15"/>
                  </a:cubicBezTo>
                  <a:cubicBezTo>
                    <a:pt x="15" y="11"/>
                    <a:pt x="21" y="7"/>
                    <a:pt x="18" y="1"/>
                  </a:cubicBezTo>
                </a:path>
              </a:pathLst>
            </a:custGeom>
            <a:solidFill>
              <a:srgbClr val="EFCA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2748" name="Freeform 336">
              <a:extLst>
                <a:ext uri="{FF2B5EF4-FFF2-40B4-BE49-F238E27FC236}">
                  <a16:creationId xmlns:a16="http://schemas.microsoft.com/office/drawing/2014/main" id="{223DA790-19BE-4FC5-9260-AE9DCC248339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2" y="3954"/>
              <a:ext cx="12" cy="22"/>
            </a:xfrm>
            <a:custGeom>
              <a:avLst/>
              <a:gdLst>
                <a:gd name="T0" fmla="*/ 10 w 11"/>
                <a:gd name="T1" fmla="*/ 1 h 20"/>
                <a:gd name="T2" fmla="*/ 0 w 11"/>
                <a:gd name="T3" fmla="*/ 24 h 20"/>
                <a:gd name="T4" fmla="*/ 9 w 11"/>
                <a:gd name="T5" fmla="*/ 0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20">
                  <a:moveTo>
                    <a:pt x="7" y="1"/>
                  </a:moveTo>
                  <a:cubicBezTo>
                    <a:pt x="11" y="0"/>
                    <a:pt x="11" y="20"/>
                    <a:pt x="0" y="18"/>
                  </a:cubicBezTo>
                  <a:cubicBezTo>
                    <a:pt x="5" y="14"/>
                    <a:pt x="10" y="7"/>
                    <a:pt x="6" y="0"/>
                  </a:cubicBezTo>
                </a:path>
              </a:pathLst>
            </a:custGeom>
            <a:solidFill>
              <a:srgbClr val="EFCA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2749" name="Freeform 337">
              <a:extLst>
                <a:ext uri="{FF2B5EF4-FFF2-40B4-BE49-F238E27FC236}">
                  <a16:creationId xmlns:a16="http://schemas.microsoft.com/office/drawing/2014/main" id="{99471EC6-40D6-4C83-B60F-786269E61FF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1" y="3949"/>
              <a:ext cx="7" cy="13"/>
            </a:xfrm>
            <a:custGeom>
              <a:avLst/>
              <a:gdLst>
                <a:gd name="T0" fmla="*/ 7 w 6"/>
                <a:gd name="T1" fmla="*/ 0 h 12"/>
                <a:gd name="T2" fmla="*/ 0 w 6"/>
                <a:gd name="T3" fmla="*/ 15 h 12"/>
                <a:gd name="T4" fmla="*/ 2 w 6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12">
                  <a:moveTo>
                    <a:pt x="4" y="0"/>
                  </a:moveTo>
                  <a:cubicBezTo>
                    <a:pt x="6" y="4"/>
                    <a:pt x="6" y="12"/>
                    <a:pt x="0" y="12"/>
                  </a:cubicBezTo>
                  <a:cubicBezTo>
                    <a:pt x="1" y="8"/>
                    <a:pt x="4" y="5"/>
                    <a:pt x="2" y="0"/>
                  </a:cubicBezTo>
                </a:path>
              </a:pathLst>
            </a:custGeom>
            <a:solidFill>
              <a:srgbClr val="EFCA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2750" name="Freeform 338">
              <a:extLst>
                <a:ext uri="{FF2B5EF4-FFF2-40B4-BE49-F238E27FC236}">
                  <a16:creationId xmlns:a16="http://schemas.microsoft.com/office/drawing/2014/main" id="{7F32A7DF-0AA0-4575-8BB2-02FEE4B2F9E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6" y="1856"/>
              <a:ext cx="91" cy="53"/>
            </a:xfrm>
            <a:custGeom>
              <a:avLst/>
              <a:gdLst>
                <a:gd name="T0" fmla="*/ 76 w 86"/>
                <a:gd name="T1" fmla="*/ 0 h 50"/>
                <a:gd name="T2" fmla="*/ 38 w 86"/>
                <a:gd name="T3" fmla="*/ 5 h 50"/>
                <a:gd name="T4" fmla="*/ 0 w 86"/>
                <a:gd name="T5" fmla="*/ 38 h 50"/>
                <a:gd name="T6" fmla="*/ 26 w 86"/>
                <a:gd name="T7" fmla="*/ 17 h 50"/>
                <a:gd name="T8" fmla="*/ 55 w 86"/>
                <a:gd name="T9" fmla="*/ 20 h 50"/>
                <a:gd name="T10" fmla="*/ 78 w 86"/>
                <a:gd name="T11" fmla="*/ 24 h 50"/>
                <a:gd name="T12" fmla="*/ 102 w 86"/>
                <a:gd name="T13" fmla="*/ 59 h 50"/>
                <a:gd name="T14" fmla="*/ 77 w 86"/>
                <a:gd name="T15" fmla="*/ 4 h 5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6" h="50">
                  <a:moveTo>
                    <a:pt x="64" y="0"/>
                  </a:moveTo>
                  <a:cubicBezTo>
                    <a:pt x="57" y="13"/>
                    <a:pt x="42" y="5"/>
                    <a:pt x="32" y="5"/>
                  </a:cubicBezTo>
                  <a:cubicBezTo>
                    <a:pt x="18" y="7"/>
                    <a:pt x="8" y="22"/>
                    <a:pt x="0" y="32"/>
                  </a:cubicBezTo>
                  <a:cubicBezTo>
                    <a:pt x="8" y="29"/>
                    <a:pt x="15" y="17"/>
                    <a:pt x="23" y="14"/>
                  </a:cubicBezTo>
                  <a:cubicBezTo>
                    <a:pt x="30" y="12"/>
                    <a:pt x="38" y="18"/>
                    <a:pt x="46" y="17"/>
                  </a:cubicBezTo>
                  <a:cubicBezTo>
                    <a:pt x="55" y="17"/>
                    <a:pt x="58" y="16"/>
                    <a:pt x="66" y="21"/>
                  </a:cubicBezTo>
                  <a:cubicBezTo>
                    <a:pt x="77" y="28"/>
                    <a:pt x="83" y="37"/>
                    <a:pt x="86" y="50"/>
                  </a:cubicBezTo>
                  <a:cubicBezTo>
                    <a:pt x="79" y="34"/>
                    <a:pt x="69" y="20"/>
                    <a:pt x="65" y="4"/>
                  </a:cubicBezTo>
                </a:path>
              </a:pathLst>
            </a:custGeom>
            <a:solidFill>
              <a:srgbClr val="EFCA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2751" name="Freeform 339">
              <a:extLst>
                <a:ext uri="{FF2B5EF4-FFF2-40B4-BE49-F238E27FC236}">
                  <a16:creationId xmlns:a16="http://schemas.microsoft.com/office/drawing/2014/main" id="{9F65ED5D-613E-47CE-B3B1-6ECBD651B8FD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1" y="2082"/>
              <a:ext cx="87" cy="111"/>
            </a:xfrm>
            <a:custGeom>
              <a:avLst/>
              <a:gdLst>
                <a:gd name="T0" fmla="*/ 74 w 81"/>
                <a:gd name="T1" fmla="*/ 0 h 104"/>
                <a:gd name="T2" fmla="*/ 85 w 81"/>
                <a:gd name="T3" fmla="*/ 83 h 104"/>
                <a:gd name="T4" fmla="*/ 56 w 81"/>
                <a:gd name="T5" fmla="*/ 107 h 104"/>
                <a:gd name="T6" fmla="*/ 0 w 81"/>
                <a:gd name="T7" fmla="*/ 126 h 104"/>
                <a:gd name="T8" fmla="*/ 45 w 81"/>
                <a:gd name="T9" fmla="*/ 98 h 104"/>
                <a:gd name="T10" fmla="*/ 76 w 81"/>
                <a:gd name="T11" fmla="*/ 80 h 104"/>
                <a:gd name="T12" fmla="*/ 77 w 81"/>
                <a:gd name="T13" fmla="*/ 5 h 10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1" h="104">
                  <a:moveTo>
                    <a:pt x="60" y="0"/>
                  </a:moveTo>
                  <a:cubicBezTo>
                    <a:pt x="63" y="23"/>
                    <a:pt x="81" y="46"/>
                    <a:pt x="69" y="68"/>
                  </a:cubicBezTo>
                  <a:cubicBezTo>
                    <a:pt x="63" y="80"/>
                    <a:pt x="58" y="83"/>
                    <a:pt x="45" y="88"/>
                  </a:cubicBezTo>
                  <a:cubicBezTo>
                    <a:pt x="30" y="94"/>
                    <a:pt x="15" y="99"/>
                    <a:pt x="0" y="104"/>
                  </a:cubicBezTo>
                  <a:cubicBezTo>
                    <a:pt x="11" y="95"/>
                    <a:pt x="24" y="88"/>
                    <a:pt x="36" y="81"/>
                  </a:cubicBezTo>
                  <a:cubicBezTo>
                    <a:pt x="43" y="77"/>
                    <a:pt x="56" y="73"/>
                    <a:pt x="61" y="66"/>
                  </a:cubicBezTo>
                  <a:cubicBezTo>
                    <a:pt x="72" y="49"/>
                    <a:pt x="55" y="22"/>
                    <a:pt x="62" y="5"/>
                  </a:cubicBezTo>
                </a:path>
              </a:pathLst>
            </a:custGeom>
            <a:solidFill>
              <a:srgbClr val="EFCA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2752" name="Freeform 340">
              <a:extLst>
                <a:ext uri="{FF2B5EF4-FFF2-40B4-BE49-F238E27FC236}">
                  <a16:creationId xmlns:a16="http://schemas.microsoft.com/office/drawing/2014/main" id="{2A8A4053-2951-4848-A198-6C396B7FEA14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5" y="2175"/>
              <a:ext cx="54" cy="85"/>
            </a:xfrm>
            <a:custGeom>
              <a:avLst/>
              <a:gdLst>
                <a:gd name="T0" fmla="*/ 0 w 51"/>
                <a:gd name="T1" fmla="*/ 14 h 80"/>
                <a:gd name="T2" fmla="*/ 47 w 51"/>
                <a:gd name="T3" fmla="*/ 23 h 80"/>
                <a:gd name="T4" fmla="*/ 47 w 51"/>
                <a:gd name="T5" fmla="*/ 55 h 80"/>
                <a:gd name="T6" fmla="*/ 60 w 51"/>
                <a:gd name="T7" fmla="*/ 96 h 80"/>
                <a:gd name="T8" fmla="*/ 40 w 51"/>
                <a:gd name="T9" fmla="*/ 35 h 80"/>
                <a:gd name="T10" fmla="*/ 5 w 51"/>
                <a:gd name="T11" fmla="*/ 14 h 8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1" h="80">
                  <a:moveTo>
                    <a:pt x="0" y="11"/>
                  </a:moveTo>
                  <a:cubicBezTo>
                    <a:pt x="16" y="8"/>
                    <a:pt x="34" y="0"/>
                    <a:pt x="40" y="20"/>
                  </a:cubicBezTo>
                  <a:cubicBezTo>
                    <a:pt x="42" y="28"/>
                    <a:pt x="40" y="36"/>
                    <a:pt x="40" y="46"/>
                  </a:cubicBezTo>
                  <a:cubicBezTo>
                    <a:pt x="41" y="58"/>
                    <a:pt x="48" y="69"/>
                    <a:pt x="51" y="80"/>
                  </a:cubicBezTo>
                  <a:cubicBezTo>
                    <a:pt x="40" y="64"/>
                    <a:pt x="35" y="48"/>
                    <a:pt x="34" y="29"/>
                  </a:cubicBezTo>
                  <a:cubicBezTo>
                    <a:pt x="34" y="10"/>
                    <a:pt x="21" y="11"/>
                    <a:pt x="5" y="11"/>
                  </a:cubicBezTo>
                </a:path>
              </a:pathLst>
            </a:custGeom>
            <a:solidFill>
              <a:srgbClr val="EFCA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2753" name="Freeform 341">
              <a:extLst>
                <a:ext uri="{FF2B5EF4-FFF2-40B4-BE49-F238E27FC236}">
                  <a16:creationId xmlns:a16="http://schemas.microsoft.com/office/drawing/2014/main" id="{FBFFD445-C861-46EB-B272-A63AF0A61916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0" y="2330"/>
              <a:ext cx="35" cy="109"/>
            </a:xfrm>
            <a:custGeom>
              <a:avLst/>
              <a:gdLst>
                <a:gd name="T0" fmla="*/ 38 w 33"/>
                <a:gd name="T1" fmla="*/ 0 h 102"/>
                <a:gd name="T2" fmla="*/ 37 w 33"/>
                <a:gd name="T3" fmla="*/ 30 h 102"/>
                <a:gd name="T4" fmla="*/ 22 w 33"/>
                <a:gd name="T5" fmla="*/ 49 h 102"/>
                <a:gd name="T6" fmla="*/ 17 w 33"/>
                <a:gd name="T7" fmla="*/ 76 h 102"/>
                <a:gd name="T8" fmla="*/ 0 w 33"/>
                <a:gd name="T9" fmla="*/ 124 h 102"/>
                <a:gd name="T10" fmla="*/ 13 w 33"/>
                <a:gd name="T11" fmla="*/ 55 h 102"/>
                <a:gd name="T12" fmla="*/ 23 w 33"/>
                <a:gd name="T13" fmla="*/ 34 h 102"/>
                <a:gd name="T14" fmla="*/ 36 w 33"/>
                <a:gd name="T15" fmla="*/ 4 h 10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3" h="102">
                  <a:moveTo>
                    <a:pt x="32" y="0"/>
                  </a:moveTo>
                  <a:cubicBezTo>
                    <a:pt x="32" y="7"/>
                    <a:pt x="33" y="17"/>
                    <a:pt x="31" y="24"/>
                  </a:cubicBezTo>
                  <a:cubicBezTo>
                    <a:pt x="28" y="31"/>
                    <a:pt x="22" y="34"/>
                    <a:pt x="19" y="40"/>
                  </a:cubicBezTo>
                  <a:cubicBezTo>
                    <a:pt x="15" y="47"/>
                    <a:pt x="15" y="55"/>
                    <a:pt x="14" y="62"/>
                  </a:cubicBezTo>
                  <a:cubicBezTo>
                    <a:pt x="12" y="77"/>
                    <a:pt x="6" y="89"/>
                    <a:pt x="0" y="102"/>
                  </a:cubicBezTo>
                  <a:cubicBezTo>
                    <a:pt x="12" y="86"/>
                    <a:pt x="6" y="63"/>
                    <a:pt x="10" y="45"/>
                  </a:cubicBezTo>
                  <a:cubicBezTo>
                    <a:pt x="11" y="39"/>
                    <a:pt x="16" y="33"/>
                    <a:pt x="20" y="28"/>
                  </a:cubicBezTo>
                  <a:cubicBezTo>
                    <a:pt x="27" y="21"/>
                    <a:pt x="31" y="15"/>
                    <a:pt x="30" y="4"/>
                  </a:cubicBezTo>
                </a:path>
              </a:pathLst>
            </a:custGeom>
            <a:solidFill>
              <a:srgbClr val="EFCA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2754" name="Freeform 342">
              <a:extLst>
                <a:ext uri="{FF2B5EF4-FFF2-40B4-BE49-F238E27FC236}">
                  <a16:creationId xmlns:a16="http://schemas.microsoft.com/office/drawing/2014/main" id="{D4AEB83B-E20C-4335-B92D-F2FFA09DAB2F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0" y="2318"/>
              <a:ext cx="56" cy="51"/>
            </a:xfrm>
            <a:custGeom>
              <a:avLst/>
              <a:gdLst>
                <a:gd name="T0" fmla="*/ 64 w 52"/>
                <a:gd name="T1" fmla="*/ 13 h 48"/>
                <a:gd name="T2" fmla="*/ 0 w 52"/>
                <a:gd name="T3" fmla="*/ 57 h 48"/>
                <a:gd name="T4" fmla="*/ 65 w 52"/>
                <a:gd name="T5" fmla="*/ 14 h 4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2" h="48">
                  <a:moveTo>
                    <a:pt x="51" y="10"/>
                  </a:moveTo>
                  <a:cubicBezTo>
                    <a:pt x="29" y="9"/>
                    <a:pt x="7" y="28"/>
                    <a:pt x="0" y="48"/>
                  </a:cubicBezTo>
                  <a:cubicBezTo>
                    <a:pt x="1" y="19"/>
                    <a:pt x="24" y="0"/>
                    <a:pt x="52" y="11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2755" name="Freeform 343">
              <a:extLst>
                <a:ext uri="{FF2B5EF4-FFF2-40B4-BE49-F238E27FC236}">
                  <a16:creationId xmlns:a16="http://schemas.microsoft.com/office/drawing/2014/main" id="{48AA44C4-FEE5-4576-9F27-3300A4679B5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0" y="1252"/>
              <a:ext cx="472" cy="472"/>
            </a:xfrm>
            <a:custGeom>
              <a:avLst/>
              <a:gdLst>
                <a:gd name="T0" fmla="*/ 0 w 442"/>
                <a:gd name="T1" fmla="*/ 0 h 442"/>
                <a:gd name="T2" fmla="*/ 312 w 442"/>
                <a:gd name="T3" fmla="*/ 166 h 442"/>
                <a:gd name="T4" fmla="*/ 379 w 442"/>
                <a:gd name="T5" fmla="*/ 285 h 442"/>
                <a:gd name="T6" fmla="*/ 538 w 442"/>
                <a:gd name="T7" fmla="*/ 538 h 442"/>
                <a:gd name="T8" fmla="*/ 406 w 442"/>
                <a:gd name="T9" fmla="*/ 334 h 442"/>
                <a:gd name="T10" fmla="*/ 302 w 442"/>
                <a:gd name="T11" fmla="*/ 191 h 442"/>
                <a:gd name="T12" fmla="*/ 0 w 442"/>
                <a:gd name="T13" fmla="*/ 0 h 44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42" h="442">
                  <a:moveTo>
                    <a:pt x="0" y="0"/>
                  </a:moveTo>
                  <a:cubicBezTo>
                    <a:pt x="0" y="0"/>
                    <a:pt x="163" y="23"/>
                    <a:pt x="256" y="136"/>
                  </a:cubicBezTo>
                  <a:cubicBezTo>
                    <a:pt x="272" y="156"/>
                    <a:pt x="279" y="205"/>
                    <a:pt x="311" y="234"/>
                  </a:cubicBezTo>
                  <a:cubicBezTo>
                    <a:pt x="343" y="264"/>
                    <a:pt x="420" y="344"/>
                    <a:pt x="442" y="442"/>
                  </a:cubicBezTo>
                  <a:cubicBezTo>
                    <a:pt x="442" y="442"/>
                    <a:pt x="392" y="325"/>
                    <a:pt x="333" y="274"/>
                  </a:cubicBezTo>
                  <a:cubicBezTo>
                    <a:pt x="274" y="223"/>
                    <a:pt x="270" y="202"/>
                    <a:pt x="248" y="157"/>
                  </a:cubicBezTo>
                  <a:cubicBezTo>
                    <a:pt x="225" y="112"/>
                    <a:pt x="128" y="27"/>
                    <a:pt x="0" y="0"/>
                  </a:cubicBezTo>
                  <a:close/>
                </a:path>
              </a:pathLst>
            </a:custGeom>
            <a:solidFill>
              <a:srgbClr val="EFCA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2756" name="Freeform 344">
              <a:extLst>
                <a:ext uri="{FF2B5EF4-FFF2-40B4-BE49-F238E27FC236}">
                  <a16:creationId xmlns:a16="http://schemas.microsoft.com/office/drawing/2014/main" id="{F4D28C14-A46D-4228-9D4A-9A5EB8019B9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2" y="1424"/>
              <a:ext cx="152" cy="434"/>
            </a:xfrm>
            <a:custGeom>
              <a:avLst/>
              <a:gdLst>
                <a:gd name="T0" fmla="*/ 4 w 143"/>
                <a:gd name="T1" fmla="*/ 0 h 407"/>
                <a:gd name="T2" fmla="*/ 21 w 143"/>
                <a:gd name="T3" fmla="*/ 44 h 407"/>
                <a:gd name="T4" fmla="*/ 46 w 143"/>
                <a:gd name="T5" fmla="*/ 112 h 407"/>
                <a:gd name="T6" fmla="*/ 72 w 143"/>
                <a:gd name="T7" fmla="*/ 173 h 407"/>
                <a:gd name="T8" fmla="*/ 129 w 143"/>
                <a:gd name="T9" fmla="*/ 275 h 407"/>
                <a:gd name="T10" fmla="*/ 142 w 143"/>
                <a:gd name="T11" fmla="*/ 494 h 407"/>
                <a:gd name="T12" fmla="*/ 129 w 143"/>
                <a:gd name="T13" fmla="*/ 327 h 407"/>
                <a:gd name="T14" fmla="*/ 32 w 143"/>
                <a:gd name="T15" fmla="*/ 213 h 407"/>
                <a:gd name="T16" fmla="*/ 7 w 143"/>
                <a:gd name="T17" fmla="*/ 200 h 407"/>
                <a:gd name="T18" fmla="*/ 5 w 143"/>
                <a:gd name="T19" fmla="*/ 183 h 407"/>
                <a:gd name="T20" fmla="*/ 15 w 143"/>
                <a:gd name="T21" fmla="*/ 119 h 407"/>
                <a:gd name="T22" fmla="*/ 5 w 143"/>
                <a:gd name="T23" fmla="*/ 1 h 40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43" h="407">
                  <a:moveTo>
                    <a:pt x="4" y="0"/>
                  </a:moveTo>
                  <a:cubicBezTo>
                    <a:pt x="11" y="9"/>
                    <a:pt x="14" y="25"/>
                    <a:pt x="18" y="36"/>
                  </a:cubicBezTo>
                  <a:cubicBezTo>
                    <a:pt x="24" y="55"/>
                    <a:pt x="30" y="74"/>
                    <a:pt x="38" y="92"/>
                  </a:cubicBezTo>
                  <a:cubicBezTo>
                    <a:pt x="46" y="109"/>
                    <a:pt x="53" y="126"/>
                    <a:pt x="60" y="143"/>
                  </a:cubicBezTo>
                  <a:cubicBezTo>
                    <a:pt x="73" y="174"/>
                    <a:pt x="89" y="200"/>
                    <a:pt x="107" y="227"/>
                  </a:cubicBezTo>
                  <a:cubicBezTo>
                    <a:pt x="143" y="282"/>
                    <a:pt x="143" y="347"/>
                    <a:pt x="119" y="407"/>
                  </a:cubicBezTo>
                  <a:cubicBezTo>
                    <a:pt x="135" y="360"/>
                    <a:pt x="132" y="313"/>
                    <a:pt x="107" y="270"/>
                  </a:cubicBezTo>
                  <a:cubicBezTo>
                    <a:pt x="88" y="235"/>
                    <a:pt x="61" y="197"/>
                    <a:pt x="26" y="176"/>
                  </a:cubicBezTo>
                  <a:cubicBezTo>
                    <a:pt x="20" y="172"/>
                    <a:pt x="12" y="170"/>
                    <a:pt x="7" y="165"/>
                  </a:cubicBezTo>
                  <a:cubicBezTo>
                    <a:pt x="0" y="157"/>
                    <a:pt x="4" y="159"/>
                    <a:pt x="5" y="151"/>
                  </a:cubicBezTo>
                  <a:cubicBezTo>
                    <a:pt x="7" y="133"/>
                    <a:pt x="10" y="116"/>
                    <a:pt x="12" y="98"/>
                  </a:cubicBezTo>
                  <a:cubicBezTo>
                    <a:pt x="15" y="65"/>
                    <a:pt x="8" y="33"/>
                    <a:pt x="5" y="1"/>
                  </a:cubicBezTo>
                </a:path>
              </a:pathLst>
            </a:custGeom>
            <a:solidFill>
              <a:srgbClr val="EFCA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2757" name="Freeform 345">
              <a:extLst>
                <a:ext uri="{FF2B5EF4-FFF2-40B4-BE49-F238E27FC236}">
                  <a16:creationId xmlns:a16="http://schemas.microsoft.com/office/drawing/2014/main" id="{8ED7F8C8-A10A-4320-B426-D3461B31D91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3" y="2180"/>
              <a:ext cx="33" cy="37"/>
            </a:xfrm>
            <a:custGeom>
              <a:avLst/>
              <a:gdLst>
                <a:gd name="T0" fmla="*/ 0 w 31"/>
                <a:gd name="T1" fmla="*/ 24 h 35"/>
                <a:gd name="T2" fmla="*/ 13 w 31"/>
                <a:gd name="T3" fmla="*/ 41 h 35"/>
                <a:gd name="T4" fmla="*/ 1 w 31"/>
                <a:gd name="T5" fmla="*/ 20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35">
                  <a:moveTo>
                    <a:pt x="0" y="21"/>
                  </a:moveTo>
                  <a:cubicBezTo>
                    <a:pt x="10" y="6"/>
                    <a:pt x="15" y="26"/>
                    <a:pt x="10" y="35"/>
                  </a:cubicBezTo>
                  <a:cubicBezTo>
                    <a:pt x="31" y="24"/>
                    <a:pt x="14" y="0"/>
                    <a:pt x="1" y="17"/>
                  </a:cubicBezTo>
                </a:path>
              </a:pathLst>
            </a:custGeom>
            <a:solidFill>
              <a:srgbClr val="EFCA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2758" name="Freeform 346">
              <a:extLst>
                <a:ext uri="{FF2B5EF4-FFF2-40B4-BE49-F238E27FC236}">
                  <a16:creationId xmlns:a16="http://schemas.microsoft.com/office/drawing/2014/main" id="{A9AEE0FF-3113-4BA9-AB42-C6476E81C2D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0" y="2116"/>
              <a:ext cx="34" cy="29"/>
            </a:xfrm>
            <a:custGeom>
              <a:avLst/>
              <a:gdLst>
                <a:gd name="T0" fmla="*/ 4 w 32"/>
                <a:gd name="T1" fmla="*/ 33 h 27"/>
                <a:gd name="T2" fmla="*/ 0 w 32"/>
                <a:gd name="T3" fmla="*/ 15 h 27"/>
                <a:gd name="T4" fmla="*/ 26 w 32"/>
                <a:gd name="T5" fmla="*/ 5 h 27"/>
                <a:gd name="T6" fmla="*/ 13 w 32"/>
                <a:gd name="T7" fmla="*/ 31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27">
                  <a:moveTo>
                    <a:pt x="4" y="27"/>
                  </a:moveTo>
                  <a:cubicBezTo>
                    <a:pt x="23" y="23"/>
                    <a:pt x="18" y="6"/>
                    <a:pt x="0" y="12"/>
                  </a:cubicBezTo>
                  <a:cubicBezTo>
                    <a:pt x="5" y="9"/>
                    <a:pt x="15" y="0"/>
                    <a:pt x="22" y="5"/>
                  </a:cubicBezTo>
                  <a:cubicBezTo>
                    <a:pt x="32" y="12"/>
                    <a:pt x="17" y="23"/>
                    <a:pt x="10" y="25"/>
                  </a:cubicBezTo>
                </a:path>
              </a:pathLst>
            </a:custGeom>
            <a:solidFill>
              <a:srgbClr val="EFCA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2759" name="Freeform 347">
              <a:extLst>
                <a:ext uri="{FF2B5EF4-FFF2-40B4-BE49-F238E27FC236}">
                  <a16:creationId xmlns:a16="http://schemas.microsoft.com/office/drawing/2014/main" id="{9206B0CF-3896-4D3A-8C68-F21462254BE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6" y="1937"/>
              <a:ext cx="145" cy="131"/>
            </a:xfrm>
            <a:custGeom>
              <a:avLst/>
              <a:gdLst>
                <a:gd name="T0" fmla="*/ 165 w 136"/>
                <a:gd name="T1" fmla="*/ 0 h 123"/>
                <a:gd name="T2" fmla="*/ 117 w 136"/>
                <a:gd name="T3" fmla="*/ 93 h 123"/>
                <a:gd name="T4" fmla="*/ 0 w 136"/>
                <a:gd name="T5" fmla="*/ 149 h 123"/>
                <a:gd name="T6" fmla="*/ 160 w 136"/>
                <a:gd name="T7" fmla="*/ 6 h 1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6" h="123">
                  <a:moveTo>
                    <a:pt x="136" y="0"/>
                  </a:moveTo>
                  <a:cubicBezTo>
                    <a:pt x="127" y="29"/>
                    <a:pt x="120" y="56"/>
                    <a:pt x="97" y="77"/>
                  </a:cubicBezTo>
                  <a:cubicBezTo>
                    <a:pt x="69" y="101"/>
                    <a:pt x="32" y="105"/>
                    <a:pt x="0" y="123"/>
                  </a:cubicBezTo>
                  <a:cubicBezTo>
                    <a:pt x="56" y="93"/>
                    <a:pt x="110" y="67"/>
                    <a:pt x="132" y="6"/>
                  </a:cubicBezTo>
                </a:path>
              </a:pathLst>
            </a:custGeom>
            <a:solidFill>
              <a:srgbClr val="EFCA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2760" name="Freeform 348">
              <a:extLst>
                <a:ext uri="{FF2B5EF4-FFF2-40B4-BE49-F238E27FC236}">
                  <a16:creationId xmlns:a16="http://schemas.microsoft.com/office/drawing/2014/main" id="{F3E6B934-C02E-4083-92EC-6188F3CD433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3" y="2197"/>
              <a:ext cx="103" cy="20"/>
            </a:xfrm>
            <a:custGeom>
              <a:avLst/>
              <a:gdLst>
                <a:gd name="T0" fmla="*/ 119 w 96"/>
                <a:gd name="T1" fmla="*/ 2 h 19"/>
                <a:gd name="T2" fmla="*/ 88 w 96"/>
                <a:gd name="T3" fmla="*/ 20 h 19"/>
                <a:gd name="T4" fmla="*/ 62 w 96"/>
                <a:gd name="T5" fmla="*/ 19 h 19"/>
                <a:gd name="T6" fmla="*/ 31 w 96"/>
                <a:gd name="T7" fmla="*/ 14 h 19"/>
                <a:gd name="T8" fmla="*/ 0 w 96"/>
                <a:gd name="T9" fmla="*/ 15 h 19"/>
                <a:gd name="T10" fmla="*/ 30 w 96"/>
                <a:gd name="T11" fmla="*/ 6 h 19"/>
                <a:gd name="T12" fmla="*/ 67 w 96"/>
                <a:gd name="T13" fmla="*/ 9 h 19"/>
                <a:gd name="T14" fmla="*/ 115 w 96"/>
                <a:gd name="T15" fmla="*/ 0 h 1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6" h="19">
                  <a:moveTo>
                    <a:pt x="96" y="2"/>
                  </a:moveTo>
                  <a:cubicBezTo>
                    <a:pt x="87" y="6"/>
                    <a:pt x="80" y="15"/>
                    <a:pt x="71" y="17"/>
                  </a:cubicBezTo>
                  <a:cubicBezTo>
                    <a:pt x="65" y="19"/>
                    <a:pt x="56" y="17"/>
                    <a:pt x="50" y="16"/>
                  </a:cubicBezTo>
                  <a:cubicBezTo>
                    <a:pt x="42" y="15"/>
                    <a:pt x="34" y="12"/>
                    <a:pt x="25" y="11"/>
                  </a:cubicBezTo>
                  <a:cubicBezTo>
                    <a:pt x="17" y="10"/>
                    <a:pt x="9" y="12"/>
                    <a:pt x="0" y="12"/>
                  </a:cubicBezTo>
                  <a:cubicBezTo>
                    <a:pt x="8" y="11"/>
                    <a:pt x="15" y="6"/>
                    <a:pt x="24" y="6"/>
                  </a:cubicBezTo>
                  <a:cubicBezTo>
                    <a:pt x="35" y="5"/>
                    <a:pt x="44" y="8"/>
                    <a:pt x="54" y="9"/>
                  </a:cubicBezTo>
                  <a:cubicBezTo>
                    <a:pt x="69" y="10"/>
                    <a:pt x="80" y="5"/>
                    <a:pt x="93" y="0"/>
                  </a:cubicBezTo>
                </a:path>
              </a:pathLst>
            </a:custGeom>
            <a:solidFill>
              <a:srgbClr val="EFCA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2761" name="Freeform 349">
              <a:extLst>
                <a:ext uri="{FF2B5EF4-FFF2-40B4-BE49-F238E27FC236}">
                  <a16:creationId xmlns:a16="http://schemas.microsoft.com/office/drawing/2014/main" id="{8BE82DD5-5F4C-4E77-A30B-6B44F2CC72B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1" y="2411"/>
              <a:ext cx="196" cy="44"/>
            </a:xfrm>
            <a:custGeom>
              <a:avLst/>
              <a:gdLst>
                <a:gd name="T0" fmla="*/ 0 w 184"/>
                <a:gd name="T1" fmla="*/ 12 h 41"/>
                <a:gd name="T2" fmla="*/ 100 w 184"/>
                <a:gd name="T3" fmla="*/ 35 h 41"/>
                <a:gd name="T4" fmla="*/ 223 w 184"/>
                <a:gd name="T5" fmla="*/ 50 h 41"/>
                <a:gd name="T6" fmla="*/ 170 w 184"/>
                <a:gd name="T7" fmla="*/ 38 h 41"/>
                <a:gd name="T8" fmla="*/ 101 w 184"/>
                <a:gd name="T9" fmla="*/ 27 h 41"/>
                <a:gd name="T10" fmla="*/ 0 w 184"/>
                <a:gd name="T11" fmla="*/ 10 h 4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4" h="41">
                  <a:moveTo>
                    <a:pt x="0" y="9"/>
                  </a:moveTo>
                  <a:cubicBezTo>
                    <a:pt x="29" y="9"/>
                    <a:pt x="55" y="22"/>
                    <a:pt x="83" y="29"/>
                  </a:cubicBezTo>
                  <a:cubicBezTo>
                    <a:pt x="116" y="37"/>
                    <a:pt x="152" y="31"/>
                    <a:pt x="184" y="41"/>
                  </a:cubicBezTo>
                  <a:cubicBezTo>
                    <a:pt x="171" y="37"/>
                    <a:pt x="155" y="33"/>
                    <a:pt x="141" y="31"/>
                  </a:cubicBezTo>
                  <a:cubicBezTo>
                    <a:pt x="122" y="27"/>
                    <a:pt x="102" y="28"/>
                    <a:pt x="84" y="21"/>
                  </a:cubicBezTo>
                  <a:cubicBezTo>
                    <a:pt x="59" y="12"/>
                    <a:pt x="27" y="0"/>
                    <a:pt x="0" y="7"/>
                  </a:cubicBezTo>
                </a:path>
              </a:pathLst>
            </a:custGeom>
            <a:solidFill>
              <a:srgbClr val="EFCA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2762" name="Freeform 350">
              <a:extLst>
                <a:ext uri="{FF2B5EF4-FFF2-40B4-BE49-F238E27FC236}">
                  <a16:creationId xmlns:a16="http://schemas.microsoft.com/office/drawing/2014/main" id="{9027B2DB-19B4-4406-A83C-DCF123910F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1" y="1801"/>
              <a:ext cx="54" cy="86"/>
            </a:xfrm>
            <a:custGeom>
              <a:avLst/>
              <a:gdLst>
                <a:gd name="T0" fmla="*/ 46 w 51"/>
                <a:gd name="T1" fmla="*/ 1 h 80"/>
                <a:gd name="T2" fmla="*/ 21 w 51"/>
                <a:gd name="T3" fmla="*/ 45 h 80"/>
                <a:gd name="T4" fmla="*/ 1 w 51"/>
                <a:gd name="T5" fmla="*/ 99 h 80"/>
                <a:gd name="T6" fmla="*/ 12 w 51"/>
                <a:gd name="T7" fmla="*/ 43 h 80"/>
                <a:gd name="T8" fmla="*/ 46 w 51"/>
                <a:gd name="T9" fmla="*/ 0 h 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80">
                  <a:moveTo>
                    <a:pt x="39" y="1"/>
                  </a:moveTo>
                  <a:cubicBezTo>
                    <a:pt x="51" y="13"/>
                    <a:pt x="24" y="29"/>
                    <a:pt x="18" y="36"/>
                  </a:cubicBezTo>
                  <a:cubicBezTo>
                    <a:pt x="5" y="49"/>
                    <a:pt x="1" y="62"/>
                    <a:pt x="1" y="80"/>
                  </a:cubicBezTo>
                  <a:cubicBezTo>
                    <a:pt x="1" y="64"/>
                    <a:pt x="0" y="47"/>
                    <a:pt x="9" y="34"/>
                  </a:cubicBezTo>
                  <a:cubicBezTo>
                    <a:pt x="17" y="21"/>
                    <a:pt x="32" y="14"/>
                    <a:pt x="39" y="0"/>
                  </a:cubicBezTo>
                </a:path>
              </a:pathLst>
            </a:custGeom>
            <a:solidFill>
              <a:srgbClr val="EFCA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2763" name="Freeform 351">
              <a:extLst>
                <a:ext uri="{FF2B5EF4-FFF2-40B4-BE49-F238E27FC236}">
                  <a16:creationId xmlns:a16="http://schemas.microsoft.com/office/drawing/2014/main" id="{96E50135-89A6-4A99-A897-9361568046E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0" y="1513"/>
              <a:ext cx="73" cy="94"/>
            </a:xfrm>
            <a:custGeom>
              <a:avLst/>
              <a:gdLst>
                <a:gd name="T0" fmla="*/ 67 w 68"/>
                <a:gd name="T1" fmla="*/ 36 h 88"/>
                <a:gd name="T2" fmla="*/ 65 w 68"/>
                <a:gd name="T3" fmla="*/ 14 h 88"/>
                <a:gd name="T4" fmla="*/ 2 w 68"/>
                <a:gd name="T5" fmla="*/ 107 h 88"/>
                <a:gd name="T6" fmla="*/ 33 w 68"/>
                <a:gd name="T7" fmla="*/ 18 h 88"/>
                <a:gd name="T8" fmla="*/ 72 w 68"/>
                <a:gd name="T9" fmla="*/ 32 h 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8" h="88">
                  <a:moveTo>
                    <a:pt x="54" y="30"/>
                  </a:moveTo>
                  <a:cubicBezTo>
                    <a:pt x="58" y="24"/>
                    <a:pt x="57" y="16"/>
                    <a:pt x="53" y="11"/>
                  </a:cubicBezTo>
                  <a:cubicBezTo>
                    <a:pt x="24" y="9"/>
                    <a:pt x="10" y="67"/>
                    <a:pt x="2" y="88"/>
                  </a:cubicBezTo>
                  <a:cubicBezTo>
                    <a:pt x="0" y="64"/>
                    <a:pt x="11" y="33"/>
                    <a:pt x="27" y="15"/>
                  </a:cubicBezTo>
                  <a:cubicBezTo>
                    <a:pt x="41" y="0"/>
                    <a:pt x="68" y="0"/>
                    <a:pt x="58" y="26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2764" name="Freeform 352">
              <a:extLst>
                <a:ext uri="{FF2B5EF4-FFF2-40B4-BE49-F238E27FC236}">
                  <a16:creationId xmlns:a16="http://schemas.microsoft.com/office/drawing/2014/main" id="{F51D9DF9-2DA6-4E43-80A3-DF8792E9B31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9" y="1547"/>
              <a:ext cx="35" cy="36"/>
            </a:xfrm>
            <a:custGeom>
              <a:avLst/>
              <a:gdLst>
                <a:gd name="T0" fmla="*/ 0 w 33"/>
                <a:gd name="T1" fmla="*/ 21 h 34"/>
                <a:gd name="T2" fmla="*/ 23 w 33"/>
                <a:gd name="T3" fmla="*/ 40 h 34"/>
                <a:gd name="T4" fmla="*/ 7 w 33"/>
                <a:gd name="T5" fmla="*/ 17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34">
                  <a:moveTo>
                    <a:pt x="0" y="18"/>
                  </a:moveTo>
                  <a:cubicBezTo>
                    <a:pt x="15" y="11"/>
                    <a:pt x="27" y="14"/>
                    <a:pt x="20" y="34"/>
                  </a:cubicBezTo>
                  <a:cubicBezTo>
                    <a:pt x="23" y="18"/>
                    <a:pt x="33" y="0"/>
                    <a:pt x="7" y="14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2765" name="Freeform 353">
              <a:extLst>
                <a:ext uri="{FF2B5EF4-FFF2-40B4-BE49-F238E27FC236}">
                  <a16:creationId xmlns:a16="http://schemas.microsoft.com/office/drawing/2014/main" id="{0C287A26-91A7-44E3-AB71-C46FD6B26C6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5" y="1784"/>
              <a:ext cx="90" cy="82"/>
            </a:xfrm>
            <a:custGeom>
              <a:avLst/>
              <a:gdLst>
                <a:gd name="T0" fmla="*/ 0 w 84"/>
                <a:gd name="T1" fmla="*/ 13 h 77"/>
                <a:gd name="T2" fmla="*/ 69 w 84"/>
                <a:gd name="T3" fmla="*/ 32 h 77"/>
                <a:gd name="T4" fmla="*/ 90 w 84"/>
                <a:gd name="T5" fmla="*/ 93 h 77"/>
                <a:gd name="T6" fmla="*/ 64 w 84"/>
                <a:gd name="T7" fmla="*/ 12 h 77"/>
                <a:gd name="T8" fmla="*/ 0 w 84"/>
                <a:gd name="T9" fmla="*/ 1 h 7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4" h="77">
                  <a:moveTo>
                    <a:pt x="0" y="10"/>
                  </a:moveTo>
                  <a:cubicBezTo>
                    <a:pt x="19" y="3"/>
                    <a:pt x="41" y="16"/>
                    <a:pt x="56" y="26"/>
                  </a:cubicBezTo>
                  <a:cubicBezTo>
                    <a:pt x="71" y="37"/>
                    <a:pt x="73" y="60"/>
                    <a:pt x="73" y="77"/>
                  </a:cubicBezTo>
                  <a:cubicBezTo>
                    <a:pt x="84" y="53"/>
                    <a:pt x="81" y="19"/>
                    <a:pt x="52" y="9"/>
                  </a:cubicBezTo>
                  <a:cubicBezTo>
                    <a:pt x="38" y="4"/>
                    <a:pt x="15" y="0"/>
                    <a:pt x="0" y="1"/>
                  </a:cubicBezTo>
                </a:path>
              </a:pathLst>
            </a:custGeom>
            <a:solidFill>
              <a:srgbClr val="EFCA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2766" name="Freeform 354">
              <a:extLst>
                <a:ext uri="{FF2B5EF4-FFF2-40B4-BE49-F238E27FC236}">
                  <a16:creationId xmlns:a16="http://schemas.microsoft.com/office/drawing/2014/main" id="{726B9566-26D1-4E37-B0A6-B7EC26B69F2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9" y="1371"/>
              <a:ext cx="37" cy="54"/>
            </a:xfrm>
            <a:custGeom>
              <a:avLst/>
              <a:gdLst>
                <a:gd name="T0" fmla="*/ 14 w 35"/>
                <a:gd name="T1" fmla="*/ 53 h 51"/>
                <a:gd name="T2" fmla="*/ 22 w 35"/>
                <a:gd name="T3" fmla="*/ 26 h 51"/>
                <a:gd name="T4" fmla="*/ 41 w 35"/>
                <a:gd name="T5" fmla="*/ 60 h 51"/>
                <a:gd name="T6" fmla="*/ 22 w 35"/>
                <a:gd name="T7" fmla="*/ 16 h 51"/>
                <a:gd name="T8" fmla="*/ 14 w 35"/>
                <a:gd name="T9" fmla="*/ 54 h 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51">
                  <a:moveTo>
                    <a:pt x="11" y="44"/>
                  </a:moveTo>
                  <a:cubicBezTo>
                    <a:pt x="11" y="38"/>
                    <a:pt x="6" y="14"/>
                    <a:pt x="19" y="23"/>
                  </a:cubicBezTo>
                  <a:cubicBezTo>
                    <a:pt x="28" y="29"/>
                    <a:pt x="30" y="42"/>
                    <a:pt x="35" y="51"/>
                  </a:cubicBezTo>
                  <a:cubicBezTo>
                    <a:pt x="35" y="37"/>
                    <a:pt x="32" y="21"/>
                    <a:pt x="19" y="13"/>
                  </a:cubicBezTo>
                  <a:cubicBezTo>
                    <a:pt x="0" y="0"/>
                    <a:pt x="9" y="36"/>
                    <a:pt x="11" y="45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2767" name="Freeform 355">
              <a:extLst>
                <a:ext uri="{FF2B5EF4-FFF2-40B4-BE49-F238E27FC236}">
                  <a16:creationId xmlns:a16="http://schemas.microsoft.com/office/drawing/2014/main" id="{4F0A82B6-F0FC-45D2-BB31-A3F1BB7B8A2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7" y="2650"/>
              <a:ext cx="264" cy="49"/>
            </a:xfrm>
            <a:custGeom>
              <a:avLst/>
              <a:gdLst>
                <a:gd name="T0" fmla="*/ 301 w 247"/>
                <a:gd name="T1" fmla="*/ 0 h 46"/>
                <a:gd name="T2" fmla="*/ 233 w 247"/>
                <a:gd name="T3" fmla="*/ 14 h 46"/>
                <a:gd name="T4" fmla="*/ 156 w 247"/>
                <a:gd name="T5" fmla="*/ 36 h 46"/>
                <a:gd name="T6" fmla="*/ 0 w 247"/>
                <a:gd name="T7" fmla="*/ 55 h 46"/>
                <a:gd name="T8" fmla="*/ 144 w 247"/>
                <a:gd name="T9" fmla="*/ 20 h 46"/>
                <a:gd name="T10" fmla="*/ 213 w 247"/>
                <a:gd name="T11" fmla="*/ 18 h 46"/>
                <a:gd name="T12" fmla="*/ 283 w 247"/>
                <a:gd name="T13" fmla="*/ 3 h 4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7" h="46">
                  <a:moveTo>
                    <a:pt x="247" y="0"/>
                  </a:moveTo>
                  <a:cubicBezTo>
                    <a:pt x="229" y="8"/>
                    <a:pt x="209" y="6"/>
                    <a:pt x="191" y="11"/>
                  </a:cubicBezTo>
                  <a:cubicBezTo>
                    <a:pt x="170" y="16"/>
                    <a:pt x="150" y="26"/>
                    <a:pt x="128" y="30"/>
                  </a:cubicBezTo>
                  <a:cubicBezTo>
                    <a:pt x="86" y="38"/>
                    <a:pt x="41" y="23"/>
                    <a:pt x="0" y="46"/>
                  </a:cubicBezTo>
                  <a:cubicBezTo>
                    <a:pt x="39" y="30"/>
                    <a:pt x="75" y="15"/>
                    <a:pt x="118" y="17"/>
                  </a:cubicBezTo>
                  <a:cubicBezTo>
                    <a:pt x="138" y="18"/>
                    <a:pt x="154" y="20"/>
                    <a:pt x="174" y="15"/>
                  </a:cubicBezTo>
                  <a:cubicBezTo>
                    <a:pt x="194" y="11"/>
                    <a:pt x="210" y="1"/>
                    <a:pt x="232" y="3"/>
                  </a:cubicBezTo>
                </a:path>
              </a:pathLst>
            </a:custGeom>
            <a:solidFill>
              <a:srgbClr val="EFCA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2768" name="Freeform 356">
              <a:extLst>
                <a:ext uri="{FF2B5EF4-FFF2-40B4-BE49-F238E27FC236}">
                  <a16:creationId xmlns:a16="http://schemas.microsoft.com/office/drawing/2014/main" id="{7CF4B34E-0EE0-4267-A581-722EE92E1B8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1" y="3013"/>
              <a:ext cx="97" cy="56"/>
            </a:xfrm>
            <a:custGeom>
              <a:avLst/>
              <a:gdLst>
                <a:gd name="T0" fmla="*/ 0 w 91"/>
                <a:gd name="T1" fmla="*/ 59 h 53"/>
                <a:gd name="T2" fmla="*/ 110 w 91"/>
                <a:gd name="T3" fmla="*/ 0 h 53"/>
                <a:gd name="T4" fmla="*/ 59 w 91"/>
                <a:gd name="T5" fmla="*/ 35 h 53"/>
                <a:gd name="T6" fmla="*/ 7 w 91"/>
                <a:gd name="T7" fmla="*/ 62 h 5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1" h="53">
                  <a:moveTo>
                    <a:pt x="0" y="50"/>
                  </a:moveTo>
                  <a:cubicBezTo>
                    <a:pt x="33" y="50"/>
                    <a:pt x="84" y="38"/>
                    <a:pt x="91" y="0"/>
                  </a:cubicBezTo>
                  <a:cubicBezTo>
                    <a:pt x="75" y="0"/>
                    <a:pt x="62" y="19"/>
                    <a:pt x="49" y="29"/>
                  </a:cubicBezTo>
                  <a:cubicBezTo>
                    <a:pt x="37" y="38"/>
                    <a:pt x="13" y="46"/>
                    <a:pt x="7" y="53"/>
                  </a:cubicBezTo>
                </a:path>
              </a:pathLst>
            </a:custGeom>
            <a:solidFill>
              <a:srgbClr val="EFCA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2769" name="Freeform 357">
              <a:extLst>
                <a:ext uri="{FF2B5EF4-FFF2-40B4-BE49-F238E27FC236}">
                  <a16:creationId xmlns:a16="http://schemas.microsoft.com/office/drawing/2014/main" id="{ECA2E32F-95B6-450A-B70E-1B0EDA18359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5" y="3614"/>
              <a:ext cx="94" cy="28"/>
            </a:xfrm>
            <a:custGeom>
              <a:avLst/>
              <a:gdLst>
                <a:gd name="T0" fmla="*/ 107 w 88"/>
                <a:gd name="T1" fmla="*/ 24 h 26"/>
                <a:gd name="T2" fmla="*/ 4 w 88"/>
                <a:gd name="T3" fmla="*/ 32 h 26"/>
                <a:gd name="T4" fmla="*/ 101 w 88"/>
                <a:gd name="T5" fmla="*/ 17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8" h="26">
                  <a:moveTo>
                    <a:pt x="88" y="19"/>
                  </a:moveTo>
                  <a:cubicBezTo>
                    <a:pt x="59" y="11"/>
                    <a:pt x="31" y="23"/>
                    <a:pt x="4" y="26"/>
                  </a:cubicBezTo>
                  <a:cubicBezTo>
                    <a:pt x="0" y="0"/>
                    <a:pt x="71" y="6"/>
                    <a:pt x="83" y="14"/>
                  </a:cubicBezTo>
                </a:path>
              </a:pathLst>
            </a:custGeom>
            <a:solidFill>
              <a:srgbClr val="EFCA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2770" name="Freeform 358">
              <a:extLst>
                <a:ext uri="{FF2B5EF4-FFF2-40B4-BE49-F238E27FC236}">
                  <a16:creationId xmlns:a16="http://schemas.microsoft.com/office/drawing/2014/main" id="{E0F54FBF-3D93-4B25-A516-56953418262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9" y="3706"/>
              <a:ext cx="89" cy="36"/>
            </a:xfrm>
            <a:custGeom>
              <a:avLst/>
              <a:gdLst>
                <a:gd name="T0" fmla="*/ 100 w 84"/>
                <a:gd name="T1" fmla="*/ 23 h 34"/>
                <a:gd name="T2" fmla="*/ 45 w 84"/>
                <a:gd name="T3" fmla="*/ 34 h 34"/>
                <a:gd name="T4" fmla="*/ 0 w 84"/>
                <a:gd name="T5" fmla="*/ 30 h 34"/>
                <a:gd name="T6" fmla="*/ 88 w 84"/>
                <a:gd name="T7" fmla="*/ 23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4" h="34">
                  <a:moveTo>
                    <a:pt x="84" y="20"/>
                  </a:moveTo>
                  <a:cubicBezTo>
                    <a:pt x="66" y="27"/>
                    <a:pt x="56" y="30"/>
                    <a:pt x="38" y="28"/>
                  </a:cubicBezTo>
                  <a:cubicBezTo>
                    <a:pt x="24" y="26"/>
                    <a:pt x="14" y="19"/>
                    <a:pt x="0" y="25"/>
                  </a:cubicBezTo>
                  <a:cubicBezTo>
                    <a:pt x="26" y="0"/>
                    <a:pt x="56" y="34"/>
                    <a:pt x="74" y="20"/>
                  </a:cubicBezTo>
                </a:path>
              </a:pathLst>
            </a:custGeom>
            <a:solidFill>
              <a:srgbClr val="EFCA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2771" name="Freeform 359">
              <a:extLst>
                <a:ext uri="{FF2B5EF4-FFF2-40B4-BE49-F238E27FC236}">
                  <a16:creationId xmlns:a16="http://schemas.microsoft.com/office/drawing/2014/main" id="{8B62C927-9A60-495F-AA27-836B7B3CA79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7" y="2137"/>
              <a:ext cx="205" cy="81"/>
            </a:xfrm>
            <a:custGeom>
              <a:avLst/>
              <a:gdLst>
                <a:gd name="T0" fmla="*/ 234 w 192"/>
                <a:gd name="T1" fmla="*/ 0 h 76"/>
                <a:gd name="T2" fmla="*/ 187 w 192"/>
                <a:gd name="T3" fmla="*/ 32 h 76"/>
                <a:gd name="T4" fmla="*/ 139 w 192"/>
                <a:gd name="T5" fmla="*/ 59 h 76"/>
                <a:gd name="T6" fmla="*/ 86 w 192"/>
                <a:gd name="T7" fmla="*/ 76 h 76"/>
                <a:gd name="T8" fmla="*/ 0 w 192"/>
                <a:gd name="T9" fmla="*/ 92 h 76"/>
                <a:gd name="T10" fmla="*/ 78 w 192"/>
                <a:gd name="T11" fmla="*/ 69 h 76"/>
                <a:gd name="T12" fmla="*/ 138 w 192"/>
                <a:gd name="T13" fmla="*/ 45 h 76"/>
                <a:gd name="T14" fmla="*/ 183 w 192"/>
                <a:gd name="T15" fmla="*/ 20 h 76"/>
                <a:gd name="T16" fmla="*/ 225 w 192"/>
                <a:gd name="T17" fmla="*/ 6 h 7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92" h="76">
                  <a:moveTo>
                    <a:pt x="192" y="0"/>
                  </a:moveTo>
                  <a:cubicBezTo>
                    <a:pt x="179" y="4"/>
                    <a:pt x="165" y="18"/>
                    <a:pt x="154" y="26"/>
                  </a:cubicBezTo>
                  <a:cubicBezTo>
                    <a:pt x="141" y="35"/>
                    <a:pt x="127" y="41"/>
                    <a:pt x="114" y="49"/>
                  </a:cubicBezTo>
                  <a:cubicBezTo>
                    <a:pt x="100" y="57"/>
                    <a:pt x="86" y="61"/>
                    <a:pt x="71" y="63"/>
                  </a:cubicBezTo>
                  <a:cubicBezTo>
                    <a:pt x="47" y="67"/>
                    <a:pt x="25" y="75"/>
                    <a:pt x="0" y="76"/>
                  </a:cubicBezTo>
                  <a:cubicBezTo>
                    <a:pt x="22" y="72"/>
                    <a:pt x="43" y="63"/>
                    <a:pt x="64" y="57"/>
                  </a:cubicBezTo>
                  <a:cubicBezTo>
                    <a:pt x="81" y="52"/>
                    <a:pt x="98" y="45"/>
                    <a:pt x="113" y="37"/>
                  </a:cubicBezTo>
                  <a:cubicBezTo>
                    <a:pt x="125" y="30"/>
                    <a:pt x="137" y="22"/>
                    <a:pt x="150" y="17"/>
                  </a:cubicBezTo>
                  <a:cubicBezTo>
                    <a:pt x="162" y="12"/>
                    <a:pt x="174" y="11"/>
                    <a:pt x="185" y="6"/>
                  </a:cubicBezTo>
                </a:path>
              </a:pathLst>
            </a:custGeom>
            <a:solidFill>
              <a:srgbClr val="EFCA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2772" name="Freeform 360">
              <a:extLst>
                <a:ext uri="{FF2B5EF4-FFF2-40B4-BE49-F238E27FC236}">
                  <a16:creationId xmlns:a16="http://schemas.microsoft.com/office/drawing/2014/main" id="{5F0ECF88-FFA3-47D2-B8FC-49BBF0C74F6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4" y="2123"/>
              <a:ext cx="154" cy="189"/>
            </a:xfrm>
            <a:custGeom>
              <a:avLst/>
              <a:gdLst>
                <a:gd name="T0" fmla="*/ 149 w 144"/>
                <a:gd name="T1" fmla="*/ 11 h 177"/>
                <a:gd name="T2" fmla="*/ 170 w 144"/>
                <a:gd name="T3" fmla="*/ 3 h 177"/>
                <a:gd name="T4" fmla="*/ 169 w 144"/>
                <a:gd name="T5" fmla="*/ 29 h 177"/>
                <a:gd name="T6" fmla="*/ 126 w 144"/>
                <a:gd name="T7" fmla="*/ 103 h 177"/>
                <a:gd name="T8" fmla="*/ 67 w 144"/>
                <a:gd name="T9" fmla="*/ 167 h 177"/>
                <a:gd name="T10" fmla="*/ 0 w 144"/>
                <a:gd name="T11" fmla="*/ 216 h 177"/>
                <a:gd name="T12" fmla="*/ 65 w 144"/>
                <a:gd name="T13" fmla="*/ 161 h 177"/>
                <a:gd name="T14" fmla="*/ 108 w 144"/>
                <a:gd name="T15" fmla="*/ 98 h 177"/>
                <a:gd name="T16" fmla="*/ 127 w 144"/>
                <a:gd name="T17" fmla="*/ 50 h 177"/>
                <a:gd name="T18" fmla="*/ 109 w 144"/>
                <a:gd name="T19" fmla="*/ 37 h 177"/>
                <a:gd name="T20" fmla="*/ 151 w 144"/>
                <a:gd name="T21" fmla="*/ 11 h 17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44" h="177">
                  <a:moveTo>
                    <a:pt x="122" y="8"/>
                  </a:moveTo>
                  <a:cubicBezTo>
                    <a:pt x="126" y="7"/>
                    <a:pt x="135" y="0"/>
                    <a:pt x="139" y="3"/>
                  </a:cubicBezTo>
                  <a:cubicBezTo>
                    <a:pt x="144" y="6"/>
                    <a:pt x="139" y="19"/>
                    <a:pt x="138" y="23"/>
                  </a:cubicBezTo>
                  <a:cubicBezTo>
                    <a:pt x="130" y="45"/>
                    <a:pt x="116" y="66"/>
                    <a:pt x="103" y="84"/>
                  </a:cubicBezTo>
                  <a:cubicBezTo>
                    <a:pt x="90" y="105"/>
                    <a:pt x="72" y="120"/>
                    <a:pt x="55" y="137"/>
                  </a:cubicBezTo>
                  <a:cubicBezTo>
                    <a:pt x="38" y="152"/>
                    <a:pt x="18" y="163"/>
                    <a:pt x="0" y="177"/>
                  </a:cubicBezTo>
                  <a:cubicBezTo>
                    <a:pt x="19" y="171"/>
                    <a:pt x="40" y="147"/>
                    <a:pt x="53" y="132"/>
                  </a:cubicBezTo>
                  <a:cubicBezTo>
                    <a:pt x="66" y="116"/>
                    <a:pt x="77" y="99"/>
                    <a:pt x="88" y="81"/>
                  </a:cubicBezTo>
                  <a:cubicBezTo>
                    <a:pt x="95" y="69"/>
                    <a:pt x="102" y="56"/>
                    <a:pt x="104" y="41"/>
                  </a:cubicBezTo>
                  <a:cubicBezTo>
                    <a:pt x="105" y="27"/>
                    <a:pt x="102" y="27"/>
                    <a:pt x="89" y="31"/>
                  </a:cubicBezTo>
                  <a:cubicBezTo>
                    <a:pt x="97" y="27"/>
                    <a:pt x="118" y="16"/>
                    <a:pt x="123" y="8"/>
                  </a:cubicBezTo>
                </a:path>
              </a:pathLst>
            </a:custGeom>
            <a:solidFill>
              <a:srgbClr val="EFCA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2773" name="Freeform 361">
              <a:extLst>
                <a:ext uri="{FF2B5EF4-FFF2-40B4-BE49-F238E27FC236}">
                  <a16:creationId xmlns:a16="http://schemas.microsoft.com/office/drawing/2014/main" id="{336E9216-30B1-4E31-89B2-993F5EAA56B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7" y="1979"/>
              <a:ext cx="177" cy="25"/>
            </a:xfrm>
            <a:custGeom>
              <a:avLst/>
              <a:gdLst>
                <a:gd name="T0" fmla="*/ 202 w 166"/>
                <a:gd name="T1" fmla="*/ 14 h 23"/>
                <a:gd name="T2" fmla="*/ 158 w 166"/>
                <a:gd name="T3" fmla="*/ 24 h 23"/>
                <a:gd name="T4" fmla="*/ 106 w 166"/>
                <a:gd name="T5" fmla="*/ 25 h 23"/>
                <a:gd name="T6" fmla="*/ 49 w 166"/>
                <a:gd name="T7" fmla="*/ 10 h 23"/>
                <a:gd name="T8" fmla="*/ 0 w 166"/>
                <a:gd name="T9" fmla="*/ 0 h 23"/>
                <a:gd name="T10" fmla="*/ 66 w 166"/>
                <a:gd name="T11" fmla="*/ 3 h 23"/>
                <a:gd name="T12" fmla="*/ 116 w 166"/>
                <a:gd name="T13" fmla="*/ 10 h 23"/>
                <a:gd name="T14" fmla="*/ 191 w 166"/>
                <a:gd name="T15" fmla="*/ 9 h 2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6" h="23">
                  <a:moveTo>
                    <a:pt x="166" y="11"/>
                  </a:moveTo>
                  <a:cubicBezTo>
                    <a:pt x="155" y="10"/>
                    <a:pt x="141" y="16"/>
                    <a:pt x="130" y="18"/>
                  </a:cubicBezTo>
                  <a:cubicBezTo>
                    <a:pt x="115" y="23"/>
                    <a:pt x="102" y="20"/>
                    <a:pt x="87" y="19"/>
                  </a:cubicBezTo>
                  <a:cubicBezTo>
                    <a:pt x="70" y="17"/>
                    <a:pt x="56" y="13"/>
                    <a:pt x="40" y="7"/>
                  </a:cubicBezTo>
                  <a:cubicBezTo>
                    <a:pt x="28" y="3"/>
                    <a:pt x="13" y="0"/>
                    <a:pt x="0" y="0"/>
                  </a:cubicBezTo>
                  <a:cubicBezTo>
                    <a:pt x="18" y="0"/>
                    <a:pt x="36" y="1"/>
                    <a:pt x="54" y="3"/>
                  </a:cubicBezTo>
                  <a:cubicBezTo>
                    <a:pt x="68" y="5"/>
                    <a:pt x="81" y="8"/>
                    <a:pt x="96" y="7"/>
                  </a:cubicBezTo>
                  <a:cubicBezTo>
                    <a:pt x="116" y="6"/>
                    <a:pt x="137" y="6"/>
                    <a:pt x="158" y="6"/>
                  </a:cubicBezTo>
                </a:path>
              </a:pathLst>
            </a:custGeom>
            <a:solidFill>
              <a:srgbClr val="EFCA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2774" name="Freeform 362">
              <a:extLst>
                <a:ext uri="{FF2B5EF4-FFF2-40B4-BE49-F238E27FC236}">
                  <a16:creationId xmlns:a16="http://schemas.microsoft.com/office/drawing/2014/main" id="{83EF5D95-9E92-4DBF-9D25-EDFFF9AA48B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7" y="2095"/>
              <a:ext cx="185" cy="195"/>
            </a:xfrm>
            <a:custGeom>
              <a:avLst/>
              <a:gdLst>
                <a:gd name="T0" fmla="*/ 187 w 173"/>
                <a:gd name="T1" fmla="*/ 25 h 183"/>
                <a:gd name="T2" fmla="*/ 0 w 173"/>
                <a:gd name="T3" fmla="*/ 222 h 183"/>
                <a:gd name="T4" fmla="*/ 142 w 173"/>
                <a:gd name="T5" fmla="*/ 35 h 183"/>
                <a:gd name="T6" fmla="*/ 192 w 173"/>
                <a:gd name="T7" fmla="*/ 1 h 183"/>
                <a:gd name="T8" fmla="*/ 211 w 173"/>
                <a:gd name="T9" fmla="*/ 15 h 183"/>
                <a:gd name="T10" fmla="*/ 184 w 173"/>
                <a:gd name="T11" fmla="*/ 34 h 18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3" h="183">
                  <a:moveTo>
                    <a:pt x="153" y="21"/>
                  </a:moveTo>
                  <a:cubicBezTo>
                    <a:pt x="75" y="49"/>
                    <a:pt x="48" y="126"/>
                    <a:pt x="0" y="183"/>
                  </a:cubicBezTo>
                  <a:cubicBezTo>
                    <a:pt x="31" y="128"/>
                    <a:pt x="69" y="72"/>
                    <a:pt x="116" y="29"/>
                  </a:cubicBezTo>
                  <a:cubicBezTo>
                    <a:pt x="127" y="19"/>
                    <a:pt x="141" y="1"/>
                    <a:pt x="157" y="1"/>
                  </a:cubicBezTo>
                  <a:cubicBezTo>
                    <a:pt x="164" y="0"/>
                    <a:pt x="173" y="0"/>
                    <a:pt x="172" y="12"/>
                  </a:cubicBezTo>
                  <a:cubicBezTo>
                    <a:pt x="171" y="20"/>
                    <a:pt x="156" y="25"/>
                    <a:pt x="151" y="28"/>
                  </a:cubicBezTo>
                </a:path>
              </a:pathLst>
            </a:custGeom>
            <a:solidFill>
              <a:srgbClr val="EFCA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2775" name="Freeform 363">
              <a:extLst>
                <a:ext uri="{FF2B5EF4-FFF2-40B4-BE49-F238E27FC236}">
                  <a16:creationId xmlns:a16="http://schemas.microsoft.com/office/drawing/2014/main" id="{8FA751D3-4533-4781-BD44-6AB6F1D183E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3" y="2375"/>
              <a:ext cx="233" cy="110"/>
            </a:xfrm>
            <a:custGeom>
              <a:avLst/>
              <a:gdLst>
                <a:gd name="T0" fmla="*/ 266 w 218"/>
                <a:gd name="T1" fmla="*/ 0 h 103"/>
                <a:gd name="T2" fmla="*/ 0 w 218"/>
                <a:gd name="T3" fmla="*/ 124 h 103"/>
                <a:gd name="T4" fmla="*/ 266 w 218"/>
                <a:gd name="T5" fmla="*/ 0 h 10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8" h="103">
                  <a:moveTo>
                    <a:pt x="218" y="0"/>
                  </a:moveTo>
                  <a:cubicBezTo>
                    <a:pt x="218" y="0"/>
                    <a:pt x="142" y="103"/>
                    <a:pt x="0" y="102"/>
                  </a:cubicBezTo>
                  <a:cubicBezTo>
                    <a:pt x="0" y="102"/>
                    <a:pt x="140" y="75"/>
                    <a:pt x="218" y="0"/>
                  </a:cubicBezTo>
                  <a:close/>
                </a:path>
              </a:pathLst>
            </a:custGeom>
            <a:solidFill>
              <a:srgbClr val="EFCA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2776" name="Freeform 364">
              <a:extLst>
                <a:ext uri="{FF2B5EF4-FFF2-40B4-BE49-F238E27FC236}">
                  <a16:creationId xmlns:a16="http://schemas.microsoft.com/office/drawing/2014/main" id="{9418E27E-CCE6-45D3-AF67-969FAA55C2A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4" y="1912"/>
              <a:ext cx="126" cy="246"/>
            </a:xfrm>
            <a:custGeom>
              <a:avLst/>
              <a:gdLst>
                <a:gd name="T0" fmla="*/ 0 w 118"/>
                <a:gd name="T1" fmla="*/ 3 h 230"/>
                <a:gd name="T2" fmla="*/ 67 w 118"/>
                <a:gd name="T3" fmla="*/ 136 h 230"/>
                <a:gd name="T4" fmla="*/ 144 w 118"/>
                <a:gd name="T5" fmla="*/ 281 h 230"/>
                <a:gd name="T6" fmla="*/ 64 w 118"/>
                <a:gd name="T7" fmla="*/ 178 h 230"/>
                <a:gd name="T8" fmla="*/ 50 w 118"/>
                <a:gd name="T9" fmla="*/ 128 h 230"/>
                <a:gd name="T10" fmla="*/ 17 w 118"/>
                <a:gd name="T11" fmla="*/ 151 h 230"/>
                <a:gd name="T12" fmla="*/ 1 w 118"/>
                <a:gd name="T13" fmla="*/ 0 h 23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8" h="230">
                  <a:moveTo>
                    <a:pt x="0" y="3"/>
                  </a:moveTo>
                  <a:cubicBezTo>
                    <a:pt x="43" y="10"/>
                    <a:pt x="48" y="79"/>
                    <a:pt x="55" y="111"/>
                  </a:cubicBezTo>
                  <a:cubicBezTo>
                    <a:pt x="66" y="155"/>
                    <a:pt x="103" y="187"/>
                    <a:pt x="118" y="230"/>
                  </a:cubicBezTo>
                  <a:cubicBezTo>
                    <a:pt x="108" y="196"/>
                    <a:pt x="69" y="174"/>
                    <a:pt x="52" y="145"/>
                  </a:cubicBezTo>
                  <a:cubicBezTo>
                    <a:pt x="49" y="138"/>
                    <a:pt x="45" y="107"/>
                    <a:pt x="41" y="105"/>
                  </a:cubicBezTo>
                  <a:cubicBezTo>
                    <a:pt x="34" y="102"/>
                    <a:pt x="19" y="119"/>
                    <a:pt x="14" y="123"/>
                  </a:cubicBezTo>
                  <a:cubicBezTo>
                    <a:pt x="55" y="88"/>
                    <a:pt x="19" y="36"/>
                    <a:pt x="1" y="0"/>
                  </a:cubicBezTo>
                </a:path>
              </a:pathLst>
            </a:custGeom>
            <a:solidFill>
              <a:srgbClr val="EFCA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2777" name="Freeform 365">
              <a:extLst>
                <a:ext uri="{FF2B5EF4-FFF2-40B4-BE49-F238E27FC236}">
                  <a16:creationId xmlns:a16="http://schemas.microsoft.com/office/drawing/2014/main" id="{773794DA-CF87-442F-8C30-37684DB9D43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7" y="1815"/>
              <a:ext cx="29" cy="121"/>
            </a:xfrm>
            <a:custGeom>
              <a:avLst/>
              <a:gdLst>
                <a:gd name="T0" fmla="*/ 10 w 27"/>
                <a:gd name="T1" fmla="*/ 0 h 113"/>
                <a:gd name="T2" fmla="*/ 29 w 27"/>
                <a:gd name="T3" fmla="*/ 62 h 113"/>
                <a:gd name="T4" fmla="*/ 0 w 27"/>
                <a:gd name="T5" fmla="*/ 139 h 113"/>
                <a:gd name="T6" fmla="*/ 20 w 27"/>
                <a:gd name="T7" fmla="*/ 84 h 113"/>
                <a:gd name="T8" fmla="*/ 11 w 27"/>
                <a:gd name="T9" fmla="*/ 13 h 1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113">
                  <a:moveTo>
                    <a:pt x="7" y="0"/>
                  </a:moveTo>
                  <a:cubicBezTo>
                    <a:pt x="17" y="15"/>
                    <a:pt x="25" y="30"/>
                    <a:pt x="23" y="50"/>
                  </a:cubicBezTo>
                  <a:cubicBezTo>
                    <a:pt x="21" y="73"/>
                    <a:pt x="1" y="87"/>
                    <a:pt x="0" y="113"/>
                  </a:cubicBezTo>
                  <a:cubicBezTo>
                    <a:pt x="3" y="94"/>
                    <a:pt x="7" y="83"/>
                    <a:pt x="17" y="68"/>
                  </a:cubicBezTo>
                  <a:cubicBezTo>
                    <a:pt x="27" y="52"/>
                    <a:pt x="16" y="24"/>
                    <a:pt x="8" y="10"/>
                  </a:cubicBezTo>
                </a:path>
              </a:pathLst>
            </a:custGeom>
            <a:solidFill>
              <a:srgbClr val="EFCA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2778" name="Freeform 366">
              <a:extLst>
                <a:ext uri="{FF2B5EF4-FFF2-40B4-BE49-F238E27FC236}">
                  <a16:creationId xmlns:a16="http://schemas.microsoft.com/office/drawing/2014/main" id="{F010CE82-C5F1-41FF-94C8-47783567A2B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2" y="1786"/>
              <a:ext cx="20" cy="26"/>
            </a:xfrm>
            <a:custGeom>
              <a:avLst/>
              <a:gdLst>
                <a:gd name="T0" fmla="*/ 4 w 19"/>
                <a:gd name="T1" fmla="*/ 0 h 24"/>
                <a:gd name="T2" fmla="*/ 0 w 19"/>
                <a:gd name="T3" fmla="*/ 29 h 24"/>
                <a:gd name="T4" fmla="*/ 21 w 19"/>
                <a:gd name="T5" fmla="*/ 17 h 24"/>
                <a:gd name="T6" fmla="*/ 2 w 19"/>
                <a:gd name="T7" fmla="*/ 2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24">
                  <a:moveTo>
                    <a:pt x="4" y="0"/>
                  </a:moveTo>
                  <a:cubicBezTo>
                    <a:pt x="16" y="12"/>
                    <a:pt x="17" y="17"/>
                    <a:pt x="0" y="23"/>
                  </a:cubicBezTo>
                  <a:cubicBezTo>
                    <a:pt x="8" y="23"/>
                    <a:pt x="18" y="24"/>
                    <a:pt x="18" y="14"/>
                  </a:cubicBezTo>
                  <a:cubicBezTo>
                    <a:pt x="19" y="5"/>
                    <a:pt x="10" y="2"/>
                    <a:pt x="2" y="2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2779" name="Freeform 367">
              <a:extLst>
                <a:ext uri="{FF2B5EF4-FFF2-40B4-BE49-F238E27FC236}">
                  <a16:creationId xmlns:a16="http://schemas.microsoft.com/office/drawing/2014/main" id="{5E58ED09-0E6E-45DB-854B-93FA433C918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5" y="2969"/>
              <a:ext cx="119" cy="64"/>
            </a:xfrm>
            <a:custGeom>
              <a:avLst/>
              <a:gdLst>
                <a:gd name="T0" fmla="*/ 134 w 112"/>
                <a:gd name="T1" fmla="*/ 41 h 60"/>
                <a:gd name="T2" fmla="*/ 56 w 112"/>
                <a:gd name="T3" fmla="*/ 63 h 60"/>
                <a:gd name="T4" fmla="*/ 0 w 112"/>
                <a:gd name="T5" fmla="*/ 0 h 60"/>
                <a:gd name="T6" fmla="*/ 64 w 112"/>
                <a:gd name="T7" fmla="*/ 49 h 60"/>
                <a:gd name="T8" fmla="*/ 123 w 112"/>
                <a:gd name="T9" fmla="*/ 48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2" h="60">
                  <a:moveTo>
                    <a:pt x="112" y="34"/>
                  </a:moveTo>
                  <a:cubicBezTo>
                    <a:pt x="96" y="43"/>
                    <a:pt x="64" y="60"/>
                    <a:pt x="47" y="52"/>
                  </a:cubicBezTo>
                  <a:cubicBezTo>
                    <a:pt x="26" y="42"/>
                    <a:pt x="15" y="17"/>
                    <a:pt x="0" y="0"/>
                  </a:cubicBezTo>
                  <a:cubicBezTo>
                    <a:pt x="20" y="9"/>
                    <a:pt x="34" y="28"/>
                    <a:pt x="53" y="40"/>
                  </a:cubicBezTo>
                  <a:cubicBezTo>
                    <a:pt x="70" y="50"/>
                    <a:pt x="84" y="43"/>
                    <a:pt x="103" y="39"/>
                  </a:cubicBezTo>
                </a:path>
              </a:pathLst>
            </a:custGeom>
            <a:solidFill>
              <a:srgbClr val="EFCA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2780" name="Freeform 368">
              <a:extLst>
                <a:ext uri="{FF2B5EF4-FFF2-40B4-BE49-F238E27FC236}">
                  <a16:creationId xmlns:a16="http://schemas.microsoft.com/office/drawing/2014/main" id="{1EE26CA0-667F-407D-B88F-44AC2E9E3B0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0" y="1855"/>
              <a:ext cx="45" cy="35"/>
            </a:xfrm>
            <a:custGeom>
              <a:avLst/>
              <a:gdLst>
                <a:gd name="T0" fmla="*/ 11 w 42"/>
                <a:gd name="T1" fmla="*/ 0 h 33"/>
                <a:gd name="T2" fmla="*/ 0 w 42"/>
                <a:gd name="T3" fmla="*/ 17 h 33"/>
                <a:gd name="T4" fmla="*/ 27 w 42"/>
                <a:gd name="T5" fmla="*/ 39 h 33"/>
                <a:gd name="T6" fmla="*/ 51 w 42"/>
                <a:gd name="T7" fmla="*/ 17 h 33"/>
                <a:gd name="T8" fmla="*/ 47 w 42"/>
                <a:gd name="T9" fmla="*/ 4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33">
                  <a:moveTo>
                    <a:pt x="8" y="0"/>
                  </a:moveTo>
                  <a:cubicBezTo>
                    <a:pt x="3" y="3"/>
                    <a:pt x="0" y="8"/>
                    <a:pt x="0" y="14"/>
                  </a:cubicBezTo>
                  <a:cubicBezTo>
                    <a:pt x="0" y="24"/>
                    <a:pt x="10" y="33"/>
                    <a:pt x="21" y="33"/>
                  </a:cubicBezTo>
                  <a:cubicBezTo>
                    <a:pt x="32" y="33"/>
                    <a:pt x="42" y="24"/>
                    <a:pt x="42" y="14"/>
                  </a:cubicBezTo>
                  <a:cubicBezTo>
                    <a:pt x="42" y="11"/>
                    <a:pt x="40" y="7"/>
                    <a:pt x="38" y="4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2781" name="Freeform 369">
              <a:extLst>
                <a:ext uri="{FF2B5EF4-FFF2-40B4-BE49-F238E27FC236}">
                  <a16:creationId xmlns:a16="http://schemas.microsoft.com/office/drawing/2014/main" id="{B41E7F63-4B38-473F-8076-8C0CCD1201C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6" y="1850"/>
              <a:ext cx="12" cy="2"/>
            </a:xfrm>
            <a:custGeom>
              <a:avLst/>
              <a:gdLst>
                <a:gd name="T0" fmla="*/ 14 w 11"/>
                <a:gd name="T1" fmla="*/ 8 h 1"/>
                <a:gd name="T2" fmla="*/ 9 w 11"/>
                <a:gd name="T3" fmla="*/ 0 h 1"/>
                <a:gd name="T4" fmla="*/ 0 w 11"/>
                <a:gd name="T5" fmla="*/ 8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">
                  <a:moveTo>
                    <a:pt x="11" y="1"/>
                  </a:moveTo>
                  <a:cubicBezTo>
                    <a:pt x="10" y="0"/>
                    <a:pt x="8" y="0"/>
                    <a:pt x="6" y="0"/>
                  </a:cubicBezTo>
                  <a:cubicBezTo>
                    <a:pt x="4" y="0"/>
                    <a:pt x="2" y="0"/>
                    <a:pt x="0" y="1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2782" name="Freeform 370">
              <a:extLst>
                <a:ext uri="{FF2B5EF4-FFF2-40B4-BE49-F238E27FC236}">
                  <a16:creationId xmlns:a16="http://schemas.microsoft.com/office/drawing/2014/main" id="{89802883-3F87-4EC9-B68A-CD26CF1787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0" y="1988"/>
              <a:ext cx="319" cy="51"/>
            </a:xfrm>
            <a:custGeom>
              <a:avLst/>
              <a:gdLst>
                <a:gd name="T0" fmla="*/ 0 w 299"/>
                <a:gd name="T1" fmla="*/ 39 h 48"/>
                <a:gd name="T2" fmla="*/ 197 w 299"/>
                <a:gd name="T3" fmla="*/ 5 h 48"/>
                <a:gd name="T4" fmla="*/ 363 w 299"/>
                <a:gd name="T5" fmla="*/ 26 h 48"/>
                <a:gd name="T6" fmla="*/ 192 w 299"/>
                <a:gd name="T7" fmla="*/ 24 h 48"/>
                <a:gd name="T8" fmla="*/ 105 w 299"/>
                <a:gd name="T9" fmla="*/ 39 h 48"/>
                <a:gd name="T10" fmla="*/ 2 w 299"/>
                <a:gd name="T11" fmla="*/ 50 h 4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99" h="48">
                  <a:moveTo>
                    <a:pt x="0" y="33"/>
                  </a:moveTo>
                  <a:cubicBezTo>
                    <a:pt x="56" y="33"/>
                    <a:pt x="107" y="10"/>
                    <a:pt x="162" y="5"/>
                  </a:cubicBezTo>
                  <a:cubicBezTo>
                    <a:pt x="211" y="0"/>
                    <a:pt x="252" y="25"/>
                    <a:pt x="299" y="22"/>
                  </a:cubicBezTo>
                  <a:cubicBezTo>
                    <a:pt x="260" y="48"/>
                    <a:pt x="200" y="23"/>
                    <a:pt x="158" y="21"/>
                  </a:cubicBezTo>
                  <a:cubicBezTo>
                    <a:pt x="132" y="19"/>
                    <a:pt x="110" y="26"/>
                    <a:pt x="86" y="33"/>
                  </a:cubicBezTo>
                  <a:cubicBezTo>
                    <a:pt x="56" y="42"/>
                    <a:pt x="32" y="38"/>
                    <a:pt x="2" y="41"/>
                  </a:cubicBezTo>
                </a:path>
              </a:pathLst>
            </a:custGeom>
            <a:solidFill>
              <a:srgbClr val="EFCA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2783" name="Freeform 371">
              <a:extLst>
                <a:ext uri="{FF2B5EF4-FFF2-40B4-BE49-F238E27FC236}">
                  <a16:creationId xmlns:a16="http://schemas.microsoft.com/office/drawing/2014/main" id="{DD3A6831-B554-41AF-AFEC-1DCBEBBD76A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4" y="938"/>
              <a:ext cx="20" cy="68"/>
            </a:xfrm>
            <a:custGeom>
              <a:avLst/>
              <a:gdLst>
                <a:gd name="T0" fmla="*/ 0 w 19"/>
                <a:gd name="T1" fmla="*/ 0 h 64"/>
                <a:gd name="T2" fmla="*/ 8 w 19"/>
                <a:gd name="T3" fmla="*/ 77 h 64"/>
                <a:gd name="T4" fmla="*/ 0 w 19"/>
                <a:gd name="T5" fmla="*/ 0 h 6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64">
                  <a:moveTo>
                    <a:pt x="0" y="0"/>
                  </a:moveTo>
                  <a:cubicBezTo>
                    <a:pt x="0" y="0"/>
                    <a:pt x="14" y="33"/>
                    <a:pt x="8" y="64"/>
                  </a:cubicBezTo>
                  <a:cubicBezTo>
                    <a:pt x="8" y="64"/>
                    <a:pt x="19" y="35"/>
                    <a:pt x="0" y="0"/>
                  </a:cubicBezTo>
                  <a:close/>
                </a:path>
              </a:pathLst>
            </a:custGeom>
            <a:solidFill>
              <a:srgbClr val="C9A1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2784" name="Freeform 372">
              <a:extLst>
                <a:ext uri="{FF2B5EF4-FFF2-40B4-BE49-F238E27FC236}">
                  <a16:creationId xmlns:a16="http://schemas.microsoft.com/office/drawing/2014/main" id="{E3196901-5E93-4F28-93FA-952B3F2178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6" y="938"/>
              <a:ext cx="25" cy="65"/>
            </a:xfrm>
            <a:custGeom>
              <a:avLst/>
              <a:gdLst>
                <a:gd name="T0" fmla="*/ 27 w 24"/>
                <a:gd name="T1" fmla="*/ 0 h 61"/>
                <a:gd name="T2" fmla="*/ 9 w 24"/>
                <a:gd name="T3" fmla="*/ 74 h 61"/>
                <a:gd name="T4" fmla="*/ 27 w 24"/>
                <a:gd name="T5" fmla="*/ 0 h 6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61">
                  <a:moveTo>
                    <a:pt x="24" y="0"/>
                  </a:moveTo>
                  <a:cubicBezTo>
                    <a:pt x="24" y="0"/>
                    <a:pt x="5" y="28"/>
                    <a:pt x="9" y="61"/>
                  </a:cubicBezTo>
                  <a:cubicBezTo>
                    <a:pt x="9" y="61"/>
                    <a:pt x="0" y="31"/>
                    <a:pt x="24" y="0"/>
                  </a:cubicBezTo>
                  <a:close/>
                </a:path>
              </a:pathLst>
            </a:custGeom>
            <a:solidFill>
              <a:srgbClr val="C9A1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2785" name="Freeform 373">
              <a:extLst>
                <a:ext uri="{FF2B5EF4-FFF2-40B4-BE49-F238E27FC236}">
                  <a16:creationId xmlns:a16="http://schemas.microsoft.com/office/drawing/2014/main" id="{442758A8-453B-4C06-BA74-D45FB40185A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5" y="1099"/>
              <a:ext cx="100" cy="65"/>
            </a:xfrm>
            <a:custGeom>
              <a:avLst/>
              <a:gdLst>
                <a:gd name="T0" fmla="*/ 0 w 94"/>
                <a:gd name="T1" fmla="*/ 23 h 61"/>
                <a:gd name="T2" fmla="*/ 23 w 94"/>
                <a:gd name="T3" fmla="*/ 14 h 61"/>
                <a:gd name="T4" fmla="*/ 52 w 94"/>
                <a:gd name="T5" fmla="*/ 5 h 61"/>
                <a:gd name="T6" fmla="*/ 57 w 94"/>
                <a:gd name="T7" fmla="*/ 12 h 61"/>
                <a:gd name="T8" fmla="*/ 68 w 94"/>
                <a:gd name="T9" fmla="*/ 4 h 61"/>
                <a:gd name="T10" fmla="*/ 83 w 94"/>
                <a:gd name="T11" fmla="*/ 6 h 61"/>
                <a:gd name="T12" fmla="*/ 113 w 94"/>
                <a:gd name="T13" fmla="*/ 22 h 61"/>
                <a:gd name="T14" fmla="*/ 99 w 94"/>
                <a:gd name="T15" fmla="*/ 51 h 61"/>
                <a:gd name="T16" fmla="*/ 60 w 94"/>
                <a:gd name="T17" fmla="*/ 71 h 61"/>
                <a:gd name="T18" fmla="*/ 30 w 94"/>
                <a:gd name="T19" fmla="*/ 62 h 61"/>
                <a:gd name="T20" fmla="*/ 0 w 94"/>
                <a:gd name="T21" fmla="*/ 23 h 6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4" h="61">
                  <a:moveTo>
                    <a:pt x="0" y="20"/>
                  </a:moveTo>
                  <a:cubicBezTo>
                    <a:pt x="0" y="20"/>
                    <a:pt x="6" y="27"/>
                    <a:pt x="20" y="11"/>
                  </a:cubicBezTo>
                  <a:cubicBezTo>
                    <a:pt x="26" y="4"/>
                    <a:pt x="36" y="0"/>
                    <a:pt x="43" y="5"/>
                  </a:cubicBezTo>
                  <a:cubicBezTo>
                    <a:pt x="50" y="10"/>
                    <a:pt x="48" y="9"/>
                    <a:pt x="48" y="9"/>
                  </a:cubicBezTo>
                  <a:cubicBezTo>
                    <a:pt x="48" y="9"/>
                    <a:pt x="51" y="6"/>
                    <a:pt x="56" y="4"/>
                  </a:cubicBezTo>
                  <a:cubicBezTo>
                    <a:pt x="60" y="2"/>
                    <a:pt x="65" y="3"/>
                    <a:pt x="69" y="6"/>
                  </a:cubicBezTo>
                  <a:cubicBezTo>
                    <a:pt x="72" y="9"/>
                    <a:pt x="83" y="24"/>
                    <a:pt x="94" y="19"/>
                  </a:cubicBezTo>
                  <a:cubicBezTo>
                    <a:pt x="94" y="19"/>
                    <a:pt x="90" y="29"/>
                    <a:pt x="82" y="42"/>
                  </a:cubicBezTo>
                  <a:cubicBezTo>
                    <a:pt x="74" y="54"/>
                    <a:pt x="59" y="58"/>
                    <a:pt x="50" y="59"/>
                  </a:cubicBezTo>
                  <a:cubicBezTo>
                    <a:pt x="42" y="61"/>
                    <a:pt x="29" y="55"/>
                    <a:pt x="24" y="51"/>
                  </a:cubicBezTo>
                  <a:cubicBezTo>
                    <a:pt x="11" y="41"/>
                    <a:pt x="9" y="28"/>
                    <a:pt x="0" y="20"/>
                  </a:cubicBezTo>
                  <a:close/>
                </a:path>
              </a:pathLst>
            </a:custGeom>
            <a:solidFill>
              <a:srgbClr val="F9CA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2786" name="Freeform 374">
              <a:extLst>
                <a:ext uri="{FF2B5EF4-FFF2-40B4-BE49-F238E27FC236}">
                  <a16:creationId xmlns:a16="http://schemas.microsoft.com/office/drawing/2014/main" id="{290423C4-404B-40EB-9328-133648ACEDD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3" y="1088"/>
              <a:ext cx="105" cy="46"/>
            </a:xfrm>
            <a:custGeom>
              <a:avLst/>
              <a:gdLst>
                <a:gd name="T0" fmla="*/ 59 w 99"/>
                <a:gd name="T1" fmla="*/ 22 h 43"/>
                <a:gd name="T2" fmla="*/ 118 w 99"/>
                <a:gd name="T3" fmla="*/ 34 h 43"/>
                <a:gd name="T4" fmla="*/ 104 w 99"/>
                <a:gd name="T5" fmla="*/ 34 h 43"/>
                <a:gd name="T6" fmla="*/ 90 w 99"/>
                <a:gd name="T7" fmla="*/ 21 h 43"/>
                <a:gd name="T8" fmla="*/ 60 w 99"/>
                <a:gd name="T9" fmla="*/ 19 h 43"/>
                <a:gd name="T10" fmla="*/ 60 w 99"/>
                <a:gd name="T11" fmla="*/ 19 h 43"/>
                <a:gd name="T12" fmla="*/ 33 w 99"/>
                <a:gd name="T13" fmla="*/ 20 h 43"/>
                <a:gd name="T14" fmla="*/ 17 w 99"/>
                <a:gd name="T15" fmla="*/ 33 h 43"/>
                <a:gd name="T16" fmla="*/ 0 w 99"/>
                <a:gd name="T17" fmla="*/ 34 h 43"/>
                <a:gd name="T18" fmla="*/ 59 w 99"/>
                <a:gd name="T19" fmla="*/ 22 h 4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99" h="43">
                  <a:moveTo>
                    <a:pt x="50" y="19"/>
                  </a:moveTo>
                  <a:cubicBezTo>
                    <a:pt x="67" y="0"/>
                    <a:pt x="81" y="41"/>
                    <a:pt x="99" y="28"/>
                  </a:cubicBezTo>
                  <a:cubicBezTo>
                    <a:pt x="95" y="29"/>
                    <a:pt x="91" y="32"/>
                    <a:pt x="87" y="28"/>
                  </a:cubicBezTo>
                  <a:cubicBezTo>
                    <a:pt x="84" y="24"/>
                    <a:pt x="79" y="21"/>
                    <a:pt x="75" y="18"/>
                  </a:cubicBezTo>
                  <a:cubicBezTo>
                    <a:pt x="65" y="12"/>
                    <a:pt x="60" y="11"/>
                    <a:pt x="51" y="16"/>
                  </a:cubicBezTo>
                  <a:cubicBezTo>
                    <a:pt x="51" y="16"/>
                    <a:pt x="51" y="16"/>
                    <a:pt x="51" y="16"/>
                  </a:cubicBezTo>
                  <a:cubicBezTo>
                    <a:pt x="41" y="11"/>
                    <a:pt x="37" y="11"/>
                    <a:pt x="27" y="17"/>
                  </a:cubicBezTo>
                  <a:cubicBezTo>
                    <a:pt x="23" y="20"/>
                    <a:pt x="17" y="23"/>
                    <a:pt x="14" y="27"/>
                  </a:cubicBezTo>
                  <a:cubicBezTo>
                    <a:pt x="10" y="31"/>
                    <a:pt x="4" y="32"/>
                    <a:pt x="0" y="28"/>
                  </a:cubicBezTo>
                  <a:cubicBezTo>
                    <a:pt x="15" y="43"/>
                    <a:pt x="33" y="0"/>
                    <a:pt x="50" y="19"/>
                  </a:cubicBezTo>
                  <a:close/>
                </a:path>
              </a:pathLst>
            </a:custGeom>
            <a:solidFill>
              <a:srgbClr val="9569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2787" name="Freeform 375">
              <a:extLst>
                <a:ext uri="{FF2B5EF4-FFF2-40B4-BE49-F238E27FC236}">
                  <a16:creationId xmlns:a16="http://schemas.microsoft.com/office/drawing/2014/main" id="{BEA6EFDE-D137-43D4-9940-F314533C73B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3" y="1133"/>
              <a:ext cx="85" cy="70"/>
            </a:xfrm>
            <a:custGeom>
              <a:avLst/>
              <a:gdLst>
                <a:gd name="T0" fmla="*/ 0 w 79"/>
                <a:gd name="T1" fmla="*/ 0 h 66"/>
                <a:gd name="T2" fmla="*/ 98 w 79"/>
                <a:gd name="T3" fmla="*/ 2 h 66"/>
                <a:gd name="T4" fmla="*/ 0 w 79"/>
                <a:gd name="T5" fmla="*/ 0 h 6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9" h="66">
                  <a:moveTo>
                    <a:pt x="0" y="0"/>
                  </a:moveTo>
                  <a:cubicBezTo>
                    <a:pt x="0" y="0"/>
                    <a:pt x="40" y="57"/>
                    <a:pt x="79" y="2"/>
                  </a:cubicBezTo>
                  <a:cubicBezTo>
                    <a:pt x="79" y="2"/>
                    <a:pt x="45" y="66"/>
                    <a:pt x="0" y="0"/>
                  </a:cubicBezTo>
                  <a:close/>
                </a:path>
              </a:pathLst>
            </a:custGeom>
            <a:solidFill>
              <a:srgbClr val="9569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2788" name="Freeform 376">
              <a:extLst>
                <a:ext uri="{FF2B5EF4-FFF2-40B4-BE49-F238E27FC236}">
                  <a16:creationId xmlns:a16="http://schemas.microsoft.com/office/drawing/2014/main" id="{5E38F5FA-4C1C-4FC9-B1F1-488770801B6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2" y="1124"/>
              <a:ext cx="87" cy="17"/>
            </a:xfrm>
            <a:custGeom>
              <a:avLst/>
              <a:gdLst>
                <a:gd name="T0" fmla="*/ 0 w 81"/>
                <a:gd name="T1" fmla="*/ 0 h 16"/>
                <a:gd name="T2" fmla="*/ 100 w 81"/>
                <a:gd name="T3" fmla="*/ 0 h 16"/>
                <a:gd name="T4" fmla="*/ 0 w 81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1" h="16">
                  <a:moveTo>
                    <a:pt x="0" y="0"/>
                  </a:moveTo>
                  <a:cubicBezTo>
                    <a:pt x="0" y="0"/>
                    <a:pt x="46" y="12"/>
                    <a:pt x="81" y="0"/>
                  </a:cubicBezTo>
                  <a:cubicBezTo>
                    <a:pt x="81" y="0"/>
                    <a:pt x="53" y="16"/>
                    <a:pt x="0" y="0"/>
                  </a:cubicBezTo>
                  <a:close/>
                </a:path>
              </a:pathLst>
            </a:custGeom>
            <a:solidFill>
              <a:srgbClr val="9569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2789" name="Freeform 377">
              <a:extLst>
                <a:ext uri="{FF2B5EF4-FFF2-40B4-BE49-F238E27FC236}">
                  <a16:creationId xmlns:a16="http://schemas.microsoft.com/office/drawing/2014/main" id="{59399CE1-B109-4A21-B196-9593A2023A2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5" y="1027"/>
              <a:ext cx="120" cy="55"/>
            </a:xfrm>
            <a:custGeom>
              <a:avLst/>
              <a:gdLst>
                <a:gd name="T0" fmla="*/ 113 w 112"/>
                <a:gd name="T1" fmla="*/ 1 h 51"/>
                <a:gd name="T2" fmla="*/ 126 w 112"/>
                <a:gd name="T3" fmla="*/ 44 h 51"/>
                <a:gd name="T4" fmla="*/ 105 w 112"/>
                <a:gd name="T5" fmla="*/ 46 h 51"/>
                <a:gd name="T6" fmla="*/ 74 w 112"/>
                <a:gd name="T7" fmla="*/ 61 h 51"/>
                <a:gd name="T8" fmla="*/ 64 w 112"/>
                <a:gd name="T9" fmla="*/ 61 h 51"/>
                <a:gd name="T10" fmla="*/ 35 w 112"/>
                <a:gd name="T11" fmla="*/ 45 h 51"/>
                <a:gd name="T12" fmla="*/ 12 w 112"/>
                <a:gd name="T13" fmla="*/ 43 h 51"/>
                <a:gd name="T14" fmla="*/ 30 w 112"/>
                <a:gd name="T15" fmla="*/ 0 h 51"/>
                <a:gd name="T16" fmla="*/ 15 w 112"/>
                <a:gd name="T17" fmla="*/ 24 h 51"/>
                <a:gd name="T18" fmla="*/ 28 w 112"/>
                <a:gd name="T19" fmla="*/ 44 h 51"/>
                <a:gd name="T20" fmla="*/ 47 w 112"/>
                <a:gd name="T21" fmla="*/ 50 h 51"/>
                <a:gd name="T22" fmla="*/ 101 w 112"/>
                <a:gd name="T23" fmla="*/ 46 h 51"/>
                <a:gd name="T24" fmla="*/ 114 w 112"/>
                <a:gd name="T25" fmla="*/ 45 h 51"/>
                <a:gd name="T26" fmla="*/ 128 w 112"/>
                <a:gd name="T27" fmla="*/ 32 h 51"/>
                <a:gd name="T28" fmla="*/ 113 w 112"/>
                <a:gd name="T29" fmla="*/ 1 h 51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12" h="51">
                  <a:moveTo>
                    <a:pt x="91" y="1"/>
                  </a:moveTo>
                  <a:cubicBezTo>
                    <a:pt x="96" y="9"/>
                    <a:pt x="112" y="21"/>
                    <a:pt x="103" y="35"/>
                  </a:cubicBezTo>
                  <a:cubicBezTo>
                    <a:pt x="95" y="44"/>
                    <a:pt x="92" y="35"/>
                    <a:pt x="85" y="37"/>
                  </a:cubicBezTo>
                  <a:cubicBezTo>
                    <a:pt x="80" y="38"/>
                    <a:pt x="73" y="46"/>
                    <a:pt x="60" y="49"/>
                  </a:cubicBezTo>
                  <a:cubicBezTo>
                    <a:pt x="56" y="49"/>
                    <a:pt x="55" y="49"/>
                    <a:pt x="52" y="49"/>
                  </a:cubicBezTo>
                  <a:cubicBezTo>
                    <a:pt x="38" y="45"/>
                    <a:pt x="34" y="37"/>
                    <a:pt x="29" y="36"/>
                  </a:cubicBezTo>
                  <a:cubicBezTo>
                    <a:pt x="22" y="34"/>
                    <a:pt x="17" y="42"/>
                    <a:pt x="9" y="34"/>
                  </a:cubicBezTo>
                  <a:cubicBezTo>
                    <a:pt x="0" y="20"/>
                    <a:pt x="21" y="9"/>
                    <a:pt x="24" y="0"/>
                  </a:cubicBezTo>
                  <a:cubicBezTo>
                    <a:pt x="24" y="0"/>
                    <a:pt x="21" y="7"/>
                    <a:pt x="12" y="19"/>
                  </a:cubicBezTo>
                  <a:cubicBezTo>
                    <a:pt x="3" y="33"/>
                    <a:pt x="15" y="37"/>
                    <a:pt x="22" y="35"/>
                  </a:cubicBezTo>
                  <a:cubicBezTo>
                    <a:pt x="28" y="33"/>
                    <a:pt x="30" y="32"/>
                    <a:pt x="38" y="40"/>
                  </a:cubicBezTo>
                  <a:cubicBezTo>
                    <a:pt x="47" y="49"/>
                    <a:pt x="62" y="51"/>
                    <a:pt x="82" y="37"/>
                  </a:cubicBezTo>
                  <a:cubicBezTo>
                    <a:pt x="87" y="33"/>
                    <a:pt x="89" y="35"/>
                    <a:pt x="92" y="36"/>
                  </a:cubicBezTo>
                  <a:cubicBezTo>
                    <a:pt x="95" y="36"/>
                    <a:pt x="102" y="39"/>
                    <a:pt x="104" y="26"/>
                  </a:cubicBezTo>
                  <a:cubicBezTo>
                    <a:pt x="106" y="14"/>
                    <a:pt x="93" y="13"/>
                    <a:pt x="91" y="1"/>
                  </a:cubicBezTo>
                  <a:close/>
                </a:path>
              </a:pathLst>
            </a:custGeom>
            <a:solidFill>
              <a:srgbClr val="C9A1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2790" name="Freeform 378">
              <a:extLst>
                <a:ext uri="{FF2B5EF4-FFF2-40B4-BE49-F238E27FC236}">
                  <a16:creationId xmlns:a16="http://schemas.microsoft.com/office/drawing/2014/main" id="{12755C22-A1D8-48ED-9B54-A01AFDF360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1" y="965"/>
              <a:ext cx="69" cy="25"/>
            </a:xfrm>
            <a:custGeom>
              <a:avLst/>
              <a:gdLst>
                <a:gd name="T0" fmla="*/ 77 w 65"/>
                <a:gd name="T1" fmla="*/ 20 h 23"/>
                <a:gd name="T2" fmla="*/ 65 w 65"/>
                <a:gd name="T3" fmla="*/ 17 h 23"/>
                <a:gd name="T4" fmla="*/ 0 w 65"/>
                <a:gd name="T5" fmla="*/ 17 h 23"/>
                <a:gd name="T6" fmla="*/ 66 w 65"/>
                <a:gd name="T7" fmla="*/ 26 h 23"/>
                <a:gd name="T8" fmla="*/ 77 w 65"/>
                <a:gd name="T9" fmla="*/ 20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5" h="23">
                  <a:moveTo>
                    <a:pt x="65" y="16"/>
                  </a:moveTo>
                  <a:cubicBezTo>
                    <a:pt x="65" y="14"/>
                    <a:pt x="59" y="16"/>
                    <a:pt x="54" y="14"/>
                  </a:cubicBezTo>
                  <a:cubicBezTo>
                    <a:pt x="50" y="11"/>
                    <a:pt x="19" y="0"/>
                    <a:pt x="0" y="14"/>
                  </a:cubicBezTo>
                  <a:cubicBezTo>
                    <a:pt x="0" y="14"/>
                    <a:pt x="33" y="23"/>
                    <a:pt x="55" y="20"/>
                  </a:cubicBezTo>
                  <a:cubicBezTo>
                    <a:pt x="64" y="18"/>
                    <a:pt x="65" y="18"/>
                    <a:pt x="65" y="1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2791" name="Freeform 379">
              <a:extLst>
                <a:ext uri="{FF2B5EF4-FFF2-40B4-BE49-F238E27FC236}">
                  <a16:creationId xmlns:a16="http://schemas.microsoft.com/office/drawing/2014/main" id="{E92E237D-4324-42EC-B8D3-47C3E6877B4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9" y="972"/>
              <a:ext cx="30" cy="15"/>
            </a:xfrm>
            <a:custGeom>
              <a:avLst/>
              <a:gdLst>
                <a:gd name="T0" fmla="*/ 33 w 28"/>
                <a:gd name="T1" fmla="*/ 4 h 14"/>
                <a:gd name="T2" fmla="*/ 2 w 28"/>
                <a:gd name="T3" fmla="*/ 1 h 14"/>
                <a:gd name="T4" fmla="*/ 0 w 28"/>
                <a:gd name="T5" fmla="*/ 11 h 14"/>
                <a:gd name="T6" fmla="*/ 1 w 28"/>
                <a:gd name="T7" fmla="*/ 15 h 14"/>
                <a:gd name="T8" fmla="*/ 32 w 28"/>
                <a:gd name="T9" fmla="*/ 17 h 14"/>
                <a:gd name="T10" fmla="*/ 34 w 28"/>
                <a:gd name="T11" fmla="*/ 11 h 14"/>
                <a:gd name="T12" fmla="*/ 33 w 28"/>
                <a:gd name="T13" fmla="*/ 4 h 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" h="14">
                  <a:moveTo>
                    <a:pt x="27" y="4"/>
                  </a:moveTo>
                  <a:cubicBezTo>
                    <a:pt x="20" y="2"/>
                    <a:pt x="11" y="0"/>
                    <a:pt x="2" y="1"/>
                  </a:cubicBezTo>
                  <a:cubicBezTo>
                    <a:pt x="1" y="3"/>
                    <a:pt x="0" y="6"/>
                    <a:pt x="0" y="8"/>
                  </a:cubicBezTo>
                  <a:cubicBezTo>
                    <a:pt x="0" y="9"/>
                    <a:pt x="0" y="11"/>
                    <a:pt x="1" y="12"/>
                  </a:cubicBezTo>
                  <a:cubicBezTo>
                    <a:pt x="9" y="13"/>
                    <a:pt x="18" y="14"/>
                    <a:pt x="26" y="14"/>
                  </a:cubicBezTo>
                  <a:cubicBezTo>
                    <a:pt x="27" y="12"/>
                    <a:pt x="28" y="10"/>
                    <a:pt x="28" y="8"/>
                  </a:cubicBezTo>
                  <a:cubicBezTo>
                    <a:pt x="28" y="7"/>
                    <a:pt x="27" y="5"/>
                    <a:pt x="27" y="4"/>
                  </a:cubicBezTo>
                  <a:close/>
                </a:path>
              </a:pathLst>
            </a:custGeom>
            <a:solidFill>
              <a:srgbClr val="3311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2792" name="Freeform 380">
              <a:extLst>
                <a:ext uri="{FF2B5EF4-FFF2-40B4-BE49-F238E27FC236}">
                  <a16:creationId xmlns:a16="http://schemas.microsoft.com/office/drawing/2014/main" id="{5214D022-F435-4F87-9EDB-3C5BF1127E8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9" y="972"/>
              <a:ext cx="30" cy="15"/>
            </a:xfrm>
            <a:custGeom>
              <a:avLst/>
              <a:gdLst>
                <a:gd name="T0" fmla="*/ 33 w 28"/>
                <a:gd name="T1" fmla="*/ 4 h 14"/>
                <a:gd name="T2" fmla="*/ 2 w 28"/>
                <a:gd name="T3" fmla="*/ 1 h 14"/>
                <a:gd name="T4" fmla="*/ 0 w 28"/>
                <a:gd name="T5" fmla="*/ 11 h 14"/>
                <a:gd name="T6" fmla="*/ 1 w 28"/>
                <a:gd name="T7" fmla="*/ 15 h 14"/>
                <a:gd name="T8" fmla="*/ 32 w 28"/>
                <a:gd name="T9" fmla="*/ 17 h 14"/>
                <a:gd name="T10" fmla="*/ 34 w 28"/>
                <a:gd name="T11" fmla="*/ 11 h 14"/>
                <a:gd name="T12" fmla="*/ 33 w 28"/>
                <a:gd name="T13" fmla="*/ 4 h 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" h="14">
                  <a:moveTo>
                    <a:pt x="27" y="4"/>
                  </a:moveTo>
                  <a:cubicBezTo>
                    <a:pt x="20" y="2"/>
                    <a:pt x="11" y="0"/>
                    <a:pt x="2" y="1"/>
                  </a:cubicBezTo>
                  <a:cubicBezTo>
                    <a:pt x="1" y="3"/>
                    <a:pt x="0" y="6"/>
                    <a:pt x="0" y="8"/>
                  </a:cubicBezTo>
                  <a:cubicBezTo>
                    <a:pt x="0" y="9"/>
                    <a:pt x="0" y="11"/>
                    <a:pt x="1" y="12"/>
                  </a:cubicBezTo>
                  <a:cubicBezTo>
                    <a:pt x="9" y="13"/>
                    <a:pt x="18" y="14"/>
                    <a:pt x="26" y="14"/>
                  </a:cubicBezTo>
                  <a:cubicBezTo>
                    <a:pt x="27" y="12"/>
                    <a:pt x="28" y="10"/>
                    <a:pt x="28" y="8"/>
                  </a:cubicBezTo>
                  <a:cubicBezTo>
                    <a:pt x="28" y="7"/>
                    <a:pt x="27" y="5"/>
                    <a:pt x="27" y="4"/>
                  </a:cubicBezTo>
                  <a:close/>
                </a:path>
              </a:pathLst>
            </a:custGeom>
            <a:noFill/>
            <a:ln w="1588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2793" name="Freeform 381">
              <a:extLst>
                <a:ext uri="{FF2B5EF4-FFF2-40B4-BE49-F238E27FC236}">
                  <a16:creationId xmlns:a16="http://schemas.microsoft.com/office/drawing/2014/main" id="{36FF0613-DCB5-4485-9F68-891A35738D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1" y="964"/>
              <a:ext cx="71" cy="26"/>
            </a:xfrm>
            <a:custGeom>
              <a:avLst/>
              <a:gdLst>
                <a:gd name="T0" fmla="*/ 81 w 66"/>
                <a:gd name="T1" fmla="*/ 20 h 24"/>
                <a:gd name="T2" fmla="*/ 68 w 66"/>
                <a:gd name="T3" fmla="*/ 17 h 24"/>
                <a:gd name="T4" fmla="*/ 0 w 66"/>
                <a:gd name="T5" fmla="*/ 18 h 24"/>
                <a:gd name="T6" fmla="*/ 68 w 66"/>
                <a:gd name="T7" fmla="*/ 26 h 24"/>
                <a:gd name="T8" fmla="*/ 81 w 66"/>
                <a:gd name="T9" fmla="*/ 20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6" h="24">
                  <a:moveTo>
                    <a:pt x="65" y="16"/>
                  </a:moveTo>
                  <a:cubicBezTo>
                    <a:pt x="66" y="15"/>
                    <a:pt x="59" y="16"/>
                    <a:pt x="55" y="14"/>
                  </a:cubicBezTo>
                  <a:cubicBezTo>
                    <a:pt x="51" y="12"/>
                    <a:pt x="20" y="0"/>
                    <a:pt x="0" y="15"/>
                  </a:cubicBezTo>
                  <a:cubicBezTo>
                    <a:pt x="0" y="15"/>
                    <a:pt x="33" y="24"/>
                    <a:pt x="55" y="20"/>
                  </a:cubicBezTo>
                  <a:cubicBezTo>
                    <a:pt x="64" y="19"/>
                    <a:pt x="65" y="19"/>
                    <a:pt x="65" y="16"/>
                  </a:cubicBezTo>
                  <a:close/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2794" name="Oval 382">
              <a:extLst>
                <a:ext uri="{FF2B5EF4-FFF2-40B4-BE49-F238E27FC236}">
                  <a16:creationId xmlns:a16="http://schemas.microsoft.com/office/drawing/2014/main" id="{DDC76005-142C-4E4B-8ACC-92992DCB3E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20" y="975"/>
              <a:ext cx="8" cy="8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795" name="Oval 383">
              <a:extLst>
                <a:ext uri="{FF2B5EF4-FFF2-40B4-BE49-F238E27FC236}">
                  <a16:creationId xmlns:a16="http://schemas.microsoft.com/office/drawing/2014/main" id="{C499C4C5-FE59-4DA5-A386-D0700EE0FC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25" y="976"/>
              <a:ext cx="6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796" name="Freeform 384">
              <a:extLst>
                <a:ext uri="{FF2B5EF4-FFF2-40B4-BE49-F238E27FC236}">
                  <a16:creationId xmlns:a16="http://schemas.microsoft.com/office/drawing/2014/main" id="{2383FDA3-DE6D-4246-8048-B3FA549A12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7" y="977"/>
              <a:ext cx="8" cy="1"/>
            </a:xfrm>
            <a:custGeom>
              <a:avLst/>
              <a:gdLst>
                <a:gd name="T0" fmla="*/ 8 w 8"/>
                <a:gd name="T1" fmla="*/ 0 h 1"/>
                <a:gd name="T2" fmla="*/ 0 w 8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">
                  <a:moveTo>
                    <a:pt x="8" y="0"/>
                  </a:moveTo>
                  <a:cubicBezTo>
                    <a:pt x="5" y="0"/>
                    <a:pt x="2" y="0"/>
                    <a:pt x="0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2797" name="Freeform 385">
              <a:extLst>
                <a:ext uri="{FF2B5EF4-FFF2-40B4-BE49-F238E27FC236}">
                  <a16:creationId xmlns:a16="http://schemas.microsoft.com/office/drawing/2014/main" id="{3173290B-D0D9-4CA0-8319-D9DA4A7BBA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2" y="974"/>
              <a:ext cx="10" cy="1"/>
            </a:xfrm>
            <a:custGeom>
              <a:avLst/>
              <a:gdLst>
                <a:gd name="T0" fmla="*/ 12 w 9"/>
                <a:gd name="T1" fmla="*/ 0 h 1"/>
                <a:gd name="T2" fmla="*/ 0 w 9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">
                  <a:moveTo>
                    <a:pt x="9" y="0"/>
                  </a:moveTo>
                  <a:cubicBezTo>
                    <a:pt x="6" y="0"/>
                    <a:pt x="3" y="1"/>
                    <a:pt x="0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2798" name="Freeform 386">
              <a:extLst>
                <a:ext uri="{FF2B5EF4-FFF2-40B4-BE49-F238E27FC236}">
                  <a16:creationId xmlns:a16="http://schemas.microsoft.com/office/drawing/2014/main" id="{66A49999-28F6-40AD-B531-3E4069A20B6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8" y="901"/>
              <a:ext cx="98" cy="38"/>
            </a:xfrm>
            <a:custGeom>
              <a:avLst/>
              <a:gdLst>
                <a:gd name="T0" fmla="*/ 111 w 92"/>
                <a:gd name="T1" fmla="*/ 42 h 35"/>
                <a:gd name="T2" fmla="*/ 0 w 92"/>
                <a:gd name="T3" fmla="*/ 45 h 3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2" h="35">
                  <a:moveTo>
                    <a:pt x="92" y="33"/>
                  </a:moveTo>
                  <a:cubicBezTo>
                    <a:pt x="92" y="33"/>
                    <a:pt x="25" y="0"/>
                    <a:pt x="0" y="35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2799" name="Freeform 387">
              <a:extLst>
                <a:ext uri="{FF2B5EF4-FFF2-40B4-BE49-F238E27FC236}">
                  <a16:creationId xmlns:a16="http://schemas.microsoft.com/office/drawing/2014/main" id="{82A7BDE6-F986-4773-9DBE-2D9153205BE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3" y="964"/>
              <a:ext cx="69" cy="25"/>
            </a:xfrm>
            <a:custGeom>
              <a:avLst/>
              <a:gdLst>
                <a:gd name="T0" fmla="*/ 0 w 65"/>
                <a:gd name="T1" fmla="*/ 20 h 23"/>
                <a:gd name="T2" fmla="*/ 14 w 65"/>
                <a:gd name="T3" fmla="*/ 17 h 23"/>
                <a:gd name="T4" fmla="*/ 77 w 65"/>
                <a:gd name="T5" fmla="*/ 17 h 23"/>
                <a:gd name="T6" fmla="*/ 13 w 65"/>
                <a:gd name="T7" fmla="*/ 26 h 23"/>
                <a:gd name="T8" fmla="*/ 0 w 65"/>
                <a:gd name="T9" fmla="*/ 20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5" h="23">
                  <a:moveTo>
                    <a:pt x="0" y="16"/>
                  </a:moveTo>
                  <a:cubicBezTo>
                    <a:pt x="0" y="14"/>
                    <a:pt x="6" y="16"/>
                    <a:pt x="11" y="14"/>
                  </a:cubicBezTo>
                  <a:cubicBezTo>
                    <a:pt x="15" y="11"/>
                    <a:pt x="46" y="0"/>
                    <a:pt x="65" y="14"/>
                  </a:cubicBezTo>
                  <a:cubicBezTo>
                    <a:pt x="65" y="14"/>
                    <a:pt x="32" y="23"/>
                    <a:pt x="10" y="20"/>
                  </a:cubicBezTo>
                  <a:cubicBezTo>
                    <a:pt x="1" y="18"/>
                    <a:pt x="1" y="18"/>
                    <a:pt x="0" y="1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2800" name="Freeform 388">
              <a:extLst>
                <a:ext uri="{FF2B5EF4-FFF2-40B4-BE49-F238E27FC236}">
                  <a16:creationId xmlns:a16="http://schemas.microsoft.com/office/drawing/2014/main" id="{BEC67F41-33EC-45BA-A505-5C822A10F1B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4" y="971"/>
              <a:ext cx="30" cy="15"/>
            </a:xfrm>
            <a:custGeom>
              <a:avLst/>
              <a:gdLst>
                <a:gd name="T0" fmla="*/ 1 w 28"/>
                <a:gd name="T1" fmla="*/ 4 h 14"/>
                <a:gd name="T2" fmla="*/ 32 w 28"/>
                <a:gd name="T3" fmla="*/ 1 h 14"/>
                <a:gd name="T4" fmla="*/ 34 w 28"/>
                <a:gd name="T5" fmla="*/ 11 h 14"/>
                <a:gd name="T6" fmla="*/ 33 w 28"/>
                <a:gd name="T7" fmla="*/ 15 h 14"/>
                <a:gd name="T8" fmla="*/ 2 w 28"/>
                <a:gd name="T9" fmla="*/ 17 h 14"/>
                <a:gd name="T10" fmla="*/ 0 w 28"/>
                <a:gd name="T11" fmla="*/ 11 h 14"/>
                <a:gd name="T12" fmla="*/ 1 w 28"/>
                <a:gd name="T13" fmla="*/ 4 h 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" h="14">
                  <a:moveTo>
                    <a:pt x="1" y="4"/>
                  </a:moveTo>
                  <a:cubicBezTo>
                    <a:pt x="8" y="2"/>
                    <a:pt x="17" y="0"/>
                    <a:pt x="26" y="1"/>
                  </a:cubicBezTo>
                  <a:cubicBezTo>
                    <a:pt x="27" y="3"/>
                    <a:pt x="28" y="6"/>
                    <a:pt x="28" y="8"/>
                  </a:cubicBezTo>
                  <a:cubicBezTo>
                    <a:pt x="28" y="10"/>
                    <a:pt x="28" y="11"/>
                    <a:pt x="27" y="12"/>
                  </a:cubicBezTo>
                  <a:cubicBezTo>
                    <a:pt x="20" y="13"/>
                    <a:pt x="10" y="14"/>
                    <a:pt x="2" y="14"/>
                  </a:cubicBezTo>
                  <a:cubicBezTo>
                    <a:pt x="1" y="12"/>
                    <a:pt x="0" y="10"/>
                    <a:pt x="0" y="8"/>
                  </a:cubicBezTo>
                  <a:cubicBezTo>
                    <a:pt x="0" y="7"/>
                    <a:pt x="1" y="5"/>
                    <a:pt x="1" y="4"/>
                  </a:cubicBezTo>
                  <a:close/>
                </a:path>
              </a:pathLst>
            </a:custGeom>
            <a:solidFill>
              <a:srgbClr val="3311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2801" name="Freeform 389">
              <a:extLst>
                <a:ext uri="{FF2B5EF4-FFF2-40B4-BE49-F238E27FC236}">
                  <a16:creationId xmlns:a16="http://schemas.microsoft.com/office/drawing/2014/main" id="{D641E437-62BC-400C-808C-DFD8D3E7890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4" y="971"/>
              <a:ext cx="30" cy="15"/>
            </a:xfrm>
            <a:custGeom>
              <a:avLst/>
              <a:gdLst>
                <a:gd name="T0" fmla="*/ 1 w 28"/>
                <a:gd name="T1" fmla="*/ 4 h 14"/>
                <a:gd name="T2" fmla="*/ 32 w 28"/>
                <a:gd name="T3" fmla="*/ 1 h 14"/>
                <a:gd name="T4" fmla="*/ 34 w 28"/>
                <a:gd name="T5" fmla="*/ 11 h 14"/>
                <a:gd name="T6" fmla="*/ 33 w 28"/>
                <a:gd name="T7" fmla="*/ 15 h 14"/>
                <a:gd name="T8" fmla="*/ 2 w 28"/>
                <a:gd name="T9" fmla="*/ 17 h 14"/>
                <a:gd name="T10" fmla="*/ 0 w 28"/>
                <a:gd name="T11" fmla="*/ 11 h 14"/>
                <a:gd name="T12" fmla="*/ 1 w 28"/>
                <a:gd name="T13" fmla="*/ 4 h 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" h="14">
                  <a:moveTo>
                    <a:pt x="1" y="4"/>
                  </a:moveTo>
                  <a:cubicBezTo>
                    <a:pt x="8" y="2"/>
                    <a:pt x="17" y="0"/>
                    <a:pt x="26" y="1"/>
                  </a:cubicBezTo>
                  <a:cubicBezTo>
                    <a:pt x="27" y="3"/>
                    <a:pt x="28" y="6"/>
                    <a:pt x="28" y="8"/>
                  </a:cubicBezTo>
                  <a:cubicBezTo>
                    <a:pt x="28" y="10"/>
                    <a:pt x="28" y="11"/>
                    <a:pt x="27" y="12"/>
                  </a:cubicBezTo>
                  <a:cubicBezTo>
                    <a:pt x="20" y="13"/>
                    <a:pt x="10" y="14"/>
                    <a:pt x="2" y="14"/>
                  </a:cubicBezTo>
                  <a:cubicBezTo>
                    <a:pt x="1" y="12"/>
                    <a:pt x="0" y="10"/>
                    <a:pt x="0" y="8"/>
                  </a:cubicBezTo>
                  <a:cubicBezTo>
                    <a:pt x="0" y="7"/>
                    <a:pt x="1" y="5"/>
                    <a:pt x="1" y="4"/>
                  </a:cubicBezTo>
                  <a:close/>
                </a:path>
              </a:pathLst>
            </a:custGeom>
            <a:noFill/>
            <a:ln w="1588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2802" name="Freeform 390">
              <a:extLst>
                <a:ext uri="{FF2B5EF4-FFF2-40B4-BE49-F238E27FC236}">
                  <a16:creationId xmlns:a16="http://schemas.microsoft.com/office/drawing/2014/main" id="{C53AC736-FD48-4AD3-8324-9046347AD31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3" y="963"/>
              <a:ext cx="69" cy="26"/>
            </a:xfrm>
            <a:custGeom>
              <a:avLst/>
              <a:gdLst>
                <a:gd name="T0" fmla="*/ 0 w 65"/>
                <a:gd name="T1" fmla="*/ 20 h 24"/>
                <a:gd name="T2" fmla="*/ 13 w 65"/>
                <a:gd name="T3" fmla="*/ 17 h 24"/>
                <a:gd name="T4" fmla="*/ 77 w 65"/>
                <a:gd name="T5" fmla="*/ 18 h 24"/>
                <a:gd name="T6" fmla="*/ 13 w 65"/>
                <a:gd name="T7" fmla="*/ 26 h 24"/>
                <a:gd name="T8" fmla="*/ 0 w 65"/>
                <a:gd name="T9" fmla="*/ 20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5" h="24">
                  <a:moveTo>
                    <a:pt x="0" y="16"/>
                  </a:moveTo>
                  <a:cubicBezTo>
                    <a:pt x="0" y="15"/>
                    <a:pt x="6" y="16"/>
                    <a:pt x="10" y="14"/>
                  </a:cubicBezTo>
                  <a:cubicBezTo>
                    <a:pt x="14" y="12"/>
                    <a:pt x="45" y="0"/>
                    <a:pt x="65" y="15"/>
                  </a:cubicBezTo>
                  <a:cubicBezTo>
                    <a:pt x="65" y="15"/>
                    <a:pt x="32" y="24"/>
                    <a:pt x="10" y="20"/>
                  </a:cubicBezTo>
                  <a:cubicBezTo>
                    <a:pt x="1" y="19"/>
                    <a:pt x="0" y="19"/>
                    <a:pt x="0" y="16"/>
                  </a:cubicBezTo>
                  <a:close/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2803" name="Oval 391">
              <a:extLst>
                <a:ext uri="{FF2B5EF4-FFF2-40B4-BE49-F238E27FC236}">
                  <a16:creationId xmlns:a16="http://schemas.microsoft.com/office/drawing/2014/main" id="{2393F4DF-4921-4182-91FA-462909E9F5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5" y="974"/>
              <a:ext cx="9" cy="8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804" name="Oval 392">
              <a:extLst>
                <a:ext uri="{FF2B5EF4-FFF2-40B4-BE49-F238E27FC236}">
                  <a16:creationId xmlns:a16="http://schemas.microsoft.com/office/drawing/2014/main" id="{C3F62499-8F76-4E4C-B46D-7355F861D8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2" y="976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805" name="Freeform 393">
              <a:extLst>
                <a:ext uri="{FF2B5EF4-FFF2-40B4-BE49-F238E27FC236}">
                  <a16:creationId xmlns:a16="http://schemas.microsoft.com/office/drawing/2014/main" id="{3CFD8F17-363D-4E69-ADB7-96C42DC5F62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8" y="976"/>
              <a:ext cx="8" cy="1"/>
            </a:xfrm>
            <a:custGeom>
              <a:avLst/>
              <a:gdLst>
                <a:gd name="T0" fmla="*/ 0 w 8"/>
                <a:gd name="T1" fmla="*/ 1 h 1"/>
                <a:gd name="T2" fmla="*/ 8 w 8"/>
                <a:gd name="T3" fmla="*/ 1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">
                  <a:moveTo>
                    <a:pt x="0" y="1"/>
                  </a:moveTo>
                  <a:cubicBezTo>
                    <a:pt x="3" y="0"/>
                    <a:pt x="6" y="0"/>
                    <a:pt x="8" y="1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2806" name="Freeform 394">
              <a:extLst>
                <a:ext uri="{FF2B5EF4-FFF2-40B4-BE49-F238E27FC236}">
                  <a16:creationId xmlns:a16="http://schemas.microsoft.com/office/drawing/2014/main" id="{CBB72304-357D-405F-B74C-F23B89E953A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1" y="973"/>
              <a:ext cx="11" cy="1"/>
            </a:xfrm>
            <a:custGeom>
              <a:avLst/>
              <a:gdLst>
                <a:gd name="T0" fmla="*/ 0 w 10"/>
                <a:gd name="T1" fmla="*/ 0 h 1"/>
                <a:gd name="T2" fmla="*/ 13 w 10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">
                  <a:moveTo>
                    <a:pt x="0" y="0"/>
                  </a:moveTo>
                  <a:cubicBezTo>
                    <a:pt x="3" y="1"/>
                    <a:pt x="7" y="1"/>
                    <a:pt x="10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2807" name="Freeform 395">
              <a:extLst>
                <a:ext uri="{FF2B5EF4-FFF2-40B4-BE49-F238E27FC236}">
                  <a16:creationId xmlns:a16="http://schemas.microsoft.com/office/drawing/2014/main" id="{8AD117AF-6FD1-4C4D-840A-5F41CEEAE8E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8" y="899"/>
              <a:ext cx="99" cy="38"/>
            </a:xfrm>
            <a:custGeom>
              <a:avLst/>
              <a:gdLst>
                <a:gd name="T0" fmla="*/ 0 w 92"/>
                <a:gd name="T1" fmla="*/ 43 h 35"/>
                <a:gd name="T2" fmla="*/ 115 w 92"/>
                <a:gd name="T3" fmla="*/ 45 h 3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2" h="35">
                  <a:moveTo>
                    <a:pt x="0" y="34"/>
                  </a:moveTo>
                  <a:cubicBezTo>
                    <a:pt x="0" y="34"/>
                    <a:pt x="67" y="0"/>
                    <a:pt x="92" y="35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2808" name="Freeform 396">
              <a:extLst>
                <a:ext uri="{FF2B5EF4-FFF2-40B4-BE49-F238E27FC236}">
                  <a16:creationId xmlns:a16="http://schemas.microsoft.com/office/drawing/2014/main" id="{61122E1E-98CC-4613-93A4-4498852A02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4" y="779"/>
              <a:ext cx="339" cy="162"/>
            </a:xfrm>
            <a:custGeom>
              <a:avLst/>
              <a:gdLst>
                <a:gd name="T0" fmla="*/ 187 w 317"/>
                <a:gd name="T1" fmla="*/ 2 h 152"/>
                <a:gd name="T2" fmla="*/ 60 w 317"/>
                <a:gd name="T3" fmla="*/ 60 h 152"/>
                <a:gd name="T4" fmla="*/ 0 w 317"/>
                <a:gd name="T5" fmla="*/ 184 h 152"/>
                <a:gd name="T6" fmla="*/ 195 w 317"/>
                <a:gd name="T7" fmla="*/ 144 h 152"/>
                <a:gd name="T8" fmla="*/ 388 w 317"/>
                <a:gd name="T9" fmla="*/ 173 h 152"/>
                <a:gd name="T10" fmla="*/ 187 w 317"/>
                <a:gd name="T11" fmla="*/ 2 h 15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17" h="152">
                  <a:moveTo>
                    <a:pt x="153" y="2"/>
                  </a:moveTo>
                  <a:cubicBezTo>
                    <a:pt x="153" y="2"/>
                    <a:pt x="91" y="0"/>
                    <a:pt x="49" y="50"/>
                  </a:cubicBezTo>
                  <a:cubicBezTo>
                    <a:pt x="8" y="100"/>
                    <a:pt x="0" y="152"/>
                    <a:pt x="0" y="152"/>
                  </a:cubicBezTo>
                  <a:cubicBezTo>
                    <a:pt x="0" y="152"/>
                    <a:pt x="16" y="119"/>
                    <a:pt x="159" y="119"/>
                  </a:cubicBezTo>
                  <a:cubicBezTo>
                    <a:pt x="303" y="119"/>
                    <a:pt x="317" y="143"/>
                    <a:pt x="317" y="143"/>
                  </a:cubicBezTo>
                  <a:cubicBezTo>
                    <a:pt x="317" y="143"/>
                    <a:pt x="300" y="2"/>
                    <a:pt x="153" y="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</p:grpSp>
      <p:grpSp>
        <p:nvGrpSpPr>
          <p:cNvPr id="52227" name="male-obesity-full-body-illustration">
            <a:extLst>
              <a:ext uri="{FF2B5EF4-FFF2-40B4-BE49-F238E27FC236}">
                <a16:creationId xmlns:a16="http://schemas.microsoft.com/office/drawing/2014/main" id="{538F8E2A-99FB-4853-9376-8BE83DBC1564}"/>
              </a:ext>
            </a:extLst>
          </p:cNvPr>
          <p:cNvGrpSpPr>
            <a:grpSpLocks/>
          </p:cNvGrpSpPr>
          <p:nvPr/>
        </p:nvGrpSpPr>
        <p:grpSpPr bwMode="auto">
          <a:xfrm>
            <a:off x="2579688" y="1208088"/>
            <a:ext cx="2957512" cy="5316537"/>
            <a:chOff x="665" y="718"/>
            <a:chExt cx="1863" cy="3349"/>
          </a:xfrm>
        </p:grpSpPr>
        <p:grpSp>
          <p:nvGrpSpPr>
            <p:cNvPr id="52228" name="Group 398">
              <a:extLst>
                <a:ext uri="{FF2B5EF4-FFF2-40B4-BE49-F238E27FC236}">
                  <a16:creationId xmlns:a16="http://schemas.microsoft.com/office/drawing/2014/main" id="{5F148B0C-3FDA-4333-86B7-2788DCA60E7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65" y="718"/>
              <a:ext cx="1863" cy="3349"/>
              <a:chOff x="665" y="718"/>
              <a:chExt cx="1863" cy="3349"/>
            </a:xfrm>
          </p:grpSpPr>
          <p:sp>
            <p:nvSpPr>
              <p:cNvPr id="52416" name="Freeform 399">
                <a:extLst>
                  <a:ext uri="{FF2B5EF4-FFF2-40B4-BE49-F238E27FC236}">
                    <a16:creationId xmlns:a16="http://schemas.microsoft.com/office/drawing/2014/main" id="{6B1FDA3A-9C83-4E70-9536-99ABEA43D2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7" y="718"/>
                <a:ext cx="333" cy="220"/>
              </a:xfrm>
              <a:custGeom>
                <a:avLst/>
                <a:gdLst>
                  <a:gd name="T0" fmla="*/ 206 w 312"/>
                  <a:gd name="T1" fmla="*/ 7 h 206"/>
                  <a:gd name="T2" fmla="*/ 123 w 312"/>
                  <a:gd name="T3" fmla="*/ 12 h 206"/>
                  <a:gd name="T4" fmla="*/ 58 w 312"/>
                  <a:gd name="T5" fmla="*/ 48 h 206"/>
                  <a:gd name="T6" fmla="*/ 69 w 312"/>
                  <a:gd name="T7" fmla="*/ 43 h 206"/>
                  <a:gd name="T8" fmla="*/ 5 w 312"/>
                  <a:gd name="T9" fmla="*/ 141 h 206"/>
                  <a:gd name="T10" fmla="*/ 15 w 312"/>
                  <a:gd name="T11" fmla="*/ 137 h 206"/>
                  <a:gd name="T12" fmla="*/ 5 w 312"/>
                  <a:gd name="T13" fmla="*/ 158 h 206"/>
                  <a:gd name="T14" fmla="*/ 1 w 312"/>
                  <a:gd name="T15" fmla="*/ 189 h 206"/>
                  <a:gd name="T16" fmla="*/ 12 w 312"/>
                  <a:gd name="T17" fmla="*/ 242 h 206"/>
                  <a:gd name="T18" fmla="*/ 36 w 312"/>
                  <a:gd name="T19" fmla="*/ 207 h 206"/>
                  <a:gd name="T20" fmla="*/ 95 w 312"/>
                  <a:gd name="T21" fmla="*/ 162 h 206"/>
                  <a:gd name="T22" fmla="*/ 257 w 312"/>
                  <a:gd name="T23" fmla="*/ 160 h 206"/>
                  <a:gd name="T24" fmla="*/ 301 w 312"/>
                  <a:gd name="T25" fmla="*/ 168 h 206"/>
                  <a:gd name="T26" fmla="*/ 321 w 312"/>
                  <a:gd name="T27" fmla="*/ 182 h 206"/>
                  <a:gd name="T28" fmla="*/ 335 w 312"/>
                  <a:gd name="T29" fmla="*/ 191 h 206"/>
                  <a:gd name="T30" fmla="*/ 338 w 312"/>
                  <a:gd name="T31" fmla="*/ 203 h 206"/>
                  <a:gd name="T32" fmla="*/ 354 w 312"/>
                  <a:gd name="T33" fmla="*/ 233 h 206"/>
                  <a:gd name="T34" fmla="*/ 368 w 312"/>
                  <a:gd name="T35" fmla="*/ 251 h 206"/>
                  <a:gd name="T36" fmla="*/ 377 w 312"/>
                  <a:gd name="T37" fmla="*/ 219 h 206"/>
                  <a:gd name="T38" fmla="*/ 379 w 312"/>
                  <a:gd name="T39" fmla="*/ 175 h 206"/>
                  <a:gd name="T40" fmla="*/ 366 w 312"/>
                  <a:gd name="T41" fmla="*/ 121 h 206"/>
                  <a:gd name="T42" fmla="*/ 345 w 312"/>
                  <a:gd name="T43" fmla="*/ 90 h 206"/>
                  <a:gd name="T44" fmla="*/ 353 w 312"/>
                  <a:gd name="T45" fmla="*/ 93 h 206"/>
                  <a:gd name="T46" fmla="*/ 333 w 312"/>
                  <a:gd name="T47" fmla="*/ 62 h 206"/>
                  <a:gd name="T48" fmla="*/ 289 w 312"/>
                  <a:gd name="T49" fmla="*/ 27 h 206"/>
                  <a:gd name="T50" fmla="*/ 238 w 312"/>
                  <a:gd name="T51" fmla="*/ 17 h 206"/>
                  <a:gd name="T52" fmla="*/ 209 w 312"/>
                  <a:gd name="T53" fmla="*/ 7 h 20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312" h="206">
                    <a:moveTo>
                      <a:pt x="170" y="7"/>
                    </a:moveTo>
                    <a:cubicBezTo>
                      <a:pt x="148" y="0"/>
                      <a:pt x="123" y="2"/>
                      <a:pt x="101" y="9"/>
                    </a:cubicBezTo>
                    <a:cubicBezTo>
                      <a:pt x="80" y="15"/>
                      <a:pt x="64" y="26"/>
                      <a:pt x="48" y="39"/>
                    </a:cubicBezTo>
                    <a:cubicBezTo>
                      <a:pt x="51" y="38"/>
                      <a:pt x="54" y="36"/>
                      <a:pt x="57" y="35"/>
                    </a:cubicBezTo>
                    <a:cubicBezTo>
                      <a:pt x="28" y="53"/>
                      <a:pt x="22" y="89"/>
                      <a:pt x="5" y="116"/>
                    </a:cubicBezTo>
                    <a:cubicBezTo>
                      <a:pt x="7" y="115"/>
                      <a:pt x="9" y="113"/>
                      <a:pt x="12" y="112"/>
                    </a:cubicBezTo>
                    <a:cubicBezTo>
                      <a:pt x="11" y="118"/>
                      <a:pt x="7" y="124"/>
                      <a:pt x="5" y="130"/>
                    </a:cubicBezTo>
                    <a:cubicBezTo>
                      <a:pt x="3" y="139"/>
                      <a:pt x="2" y="147"/>
                      <a:pt x="1" y="155"/>
                    </a:cubicBezTo>
                    <a:cubicBezTo>
                      <a:pt x="0" y="170"/>
                      <a:pt x="1" y="186"/>
                      <a:pt x="9" y="199"/>
                    </a:cubicBezTo>
                    <a:cubicBezTo>
                      <a:pt x="14" y="188"/>
                      <a:pt x="22" y="179"/>
                      <a:pt x="30" y="170"/>
                    </a:cubicBezTo>
                    <a:cubicBezTo>
                      <a:pt x="44" y="156"/>
                      <a:pt x="59" y="138"/>
                      <a:pt x="78" y="133"/>
                    </a:cubicBezTo>
                    <a:cubicBezTo>
                      <a:pt x="122" y="123"/>
                      <a:pt x="168" y="124"/>
                      <a:pt x="212" y="131"/>
                    </a:cubicBezTo>
                    <a:cubicBezTo>
                      <a:pt x="224" y="132"/>
                      <a:pt x="236" y="133"/>
                      <a:pt x="247" y="138"/>
                    </a:cubicBezTo>
                    <a:cubicBezTo>
                      <a:pt x="253" y="141"/>
                      <a:pt x="258" y="145"/>
                      <a:pt x="264" y="149"/>
                    </a:cubicBezTo>
                    <a:cubicBezTo>
                      <a:pt x="269" y="151"/>
                      <a:pt x="272" y="152"/>
                      <a:pt x="275" y="157"/>
                    </a:cubicBezTo>
                    <a:cubicBezTo>
                      <a:pt x="277" y="160"/>
                      <a:pt x="277" y="163"/>
                      <a:pt x="278" y="167"/>
                    </a:cubicBezTo>
                    <a:cubicBezTo>
                      <a:pt x="282" y="175"/>
                      <a:pt x="287" y="182"/>
                      <a:pt x="291" y="191"/>
                    </a:cubicBezTo>
                    <a:cubicBezTo>
                      <a:pt x="293" y="199"/>
                      <a:pt x="298" y="200"/>
                      <a:pt x="303" y="206"/>
                    </a:cubicBezTo>
                    <a:cubicBezTo>
                      <a:pt x="308" y="203"/>
                      <a:pt x="309" y="186"/>
                      <a:pt x="310" y="180"/>
                    </a:cubicBezTo>
                    <a:cubicBezTo>
                      <a:pt x="311" y="168"/>
                      <a:pt x="312" y="156"/>
                      <a:pt x="312" y="144"/>
                    </a:cubicBezTo>
                    <a:cubicBezTo>
                      <a:pt x="311" y="128"/>
                      <a:pt x="307" y="113"/>
                      <a:pt x="301" y="99"/>
                    </a:cubicBezTo>
                    <a:cubicBezTo>
                      <a:pt x="297" y="91"/>
                      <a:pt x="292" y="78"/>
                      <a:pt x="284" y="74"/>
                    </a:cubicBezTo>
                    <a:cubicBezTo>
                      <a:pt x="286" y="75"/>
                      <a:pt x="288" y="75"/>
                      <a:pt x="290" y="76"/>
                    </a:cubicBezTo>
                    <a:cubicBezTo>
                      <a:pt x="286" y="67"/>
                      <a:pt x="281" y="57"/>
                      <a:pt x="274" y="51"/>
                    </a:cubicBezTo>
                    <a:cubicBezTo>
                      <a:pt x="264" y="40"/>
                      <a:pt x="252" y="31"/>
                      <a:pt x="238" y="22"/>
                    </a:cubicBezTo>
                    <a:cubicBezTo>
                      <a:pt x="227" y="15"/>
                      <a:pt x="212" y="13"/>
                      <a:pt x="196" y="14"/>
                    </a:cubicBezTo>
                    <a:cubicBezTo>
                      <a:pt x="190" y="14"/>
                      <a:pt x="180" y="9"/>
                      <a:pt x="172" y="7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417" name="Freeform 400">
                <a:extLst>
                  <a:ext uri="{FF2B5EF4-FFF2-40B4-BE49-F238E27FC236}">
                    <a16:creationId xmlns:a16="http://schemas.microsoft.com/office/drawing/2014/main" id="{0BC8214F-D702-4032-B471-DC0984807C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5" y="753"/>
                <a:ext cx="1863" cy="3314"/>
              </a:xfrm>
              <a:custGeom>
                <a:avLst/>
                <a:gdLst>
                  <a:gd name="T0" fmla="*/ 1256 w 1747"/>
                  <a:gd name="T1" fmla="*/ 208 h 3108"/>
                  <a:gd name="T2" fmla="*/ 1259 w 1747"/>
                  <a:gd name="T3" fmla="*/ 424 h 3108"/>
                  <a:gd name="T4" fmla="*/ 1821 w 1747"/>
                  <a:gd name="T5" fmla="*/ 737 h 3108"/>
                  <a:gd name="T6" fmla="*/ 1980 w 1747"/>
                  <a:gd name="T7" fmla="*/ 1221 h 3108"/>
                  <a:gd name="T8" fmla="*/ 2066 w 1747"/>
                  <a:gd name="T9" fmla="*/ 1505 h 3108"/>
                  <a:gd name="T10" fmla="*/ 2079 w 1747"/>
                  <a:gd name="T11" fmla="*/ 1663 h 3108"/>
                  <a:gd name="T12" fmla="*/ 2102 w 1747"/>
                  <a:gd name="T13" fmla="*/ 1881 h 3108"/>
                  <a:gd name="T14" fmla="*/ 1965 w 1747"/>
                  <a:gd name="T15" fmla="*/ 2060 h 3108"/>
                  <a:gd name="T16" fmla="*/ 1900 w 1747"/>
                  <a:gd name="T17" fmla="*/ 1994 h 3108"/>
                  <a:gd name="T18" fmla="*/ 1867 w 1747"/>
                  <a:gd name="T19" fmla="*/ 1768 h 3108"/>
                  <a:gd name="T20" fmla="*/ 1779 w 1747"/>
                  <a:gd name="T21" fmla="*/ 1565 h 3108"/>
                  <a:gd name="T22" fmla="*/ 1769 w 1747"/>
                  <a:gd name="T23" fmla="*/ 2499 h 3108"/>
                  <a:gd name="T24" fmla="*/ 1714 w 1747"/>
                  <a:gd name="T25" fmla="*/ 2783 h 3108"/>
                  <a:gd name="T26" fmla="*/ 1699 w 1747"/>
                  <a:gd name="T27" fmla="*/ 3436 h 3108"/>
                  <a:gd name="T28" fmla="*/ 1741 w 1747"/>
                  <a:gd name="T29" fmla="*/ 3530 h 3108"/>
                  <a:gd name="T30" fmla="*/ 1864 w 1747"/>
                  <a:gd name="T31" fmla="*/ 3615 h 3108"/>
                  <a:gd name="T32" fmla="*/ 1905 w 1747"/>
                  <a:gd name="T33" fmla="*/ 3677 h 3108"/>
                  <a:gd name="T34" fmla="*/ 1873 w 1747"/>
                  <a:gd name="T35" fmla="*/ 3725 h 3108"/>
                  <a:gd name="T36" fmla="*/ 1786 w 1747"/>
                  <a:gd name="T37" fmla="*/ 3761 h 3108"/>
                  <a:gd name="T38" fmla="*/ 1701 w 1747"/>
                  <a:gd name="T39" fmla="*/ 3698 h 3108"/>
                  <a:gd name="T40" fmla="*/ 1457 w 1747"/>
                  <a:gd name="T41" fmla="*/ 3582 h 3108"/>
                  <a:gd name="T42" fmla="*/ 1392 w 1747"/>
                  <a:gd name="T43" fmla="*/ 3335 h 3108"/>
                  <a:gd name="T44" fmla="*/ 1226 w 1747"/>
                  <a:gd name="T45" fmla="*/ 2704 h 3108"/>
                  <a:gd name="T46" fmla="*/ 1082 w 1747"/>
                  <a:gd name="T47" fmla="*/ 2337 h 3108"/>
                  <a:gd name="T48" fmla="*/ 1060 w 1747"/>
                  <a:gd name="T49" fmla="*/ 2137 h 3108"/>
                  <a:gd name="T50" fmla="*/ 962 w 1747"/>
                  <a:gd name="T51" fmla="*/ 2600 h 3108"/>
                  <a:gd name="T52" fmla="*/ 884 w 1747"/>
                  <a:gd name="T53" fmla="*/ 2745 h 3108"/>
                  <a:gd name="T54" fmla="*/ 696 w 1747"/>
                  <a:gd name="T55" fmla="*/ 3424 h 3108"/>
                  <a:gd name="T56" fmla="*/ 533 w 1747"/>
                  <a:gd name="T57" fmla="*/ 3645 h 3108"/>
                  <a:gd name="T58" fmla="*/ 394 w 1747"/>
                  <a:gd name="T59" fmla="*/ 3716 h 3108"/>
                  <a:gd name="T60" fmla="*/ 286 w 1747"/>
                  <a:gd name="T61" fmla="*/ 3742 h 3108"/>
                  <a:gd name="T62" fmla="*/ 232 w 1747"/>
                  <a:gd name="T63" fmla="*/ 3719 h 3108"/>
                  <a:gd name="T64" fmla="*/ 225 w 1747"/>
                  <a:gd name="T65" fmla="*/ 3652 h 3108"/>
                  <a:gd name="T66" fmla="*/ 295 w 1747"/>
                  <a:gd name="T67" fmla="*/ 3601 h 3108"/>
                  <a:gd name="T68" fmla="*/ 418 w 1747"/>
                  <a:gd name="T69" fmla="*/ 3480 h 3108"/>
                  <a:gd name="T70" fmla="*/ 412 w 1747"/>
                  <a:gd name="T71" fmla="*/ 3406 h 3108"/>
                  <a:gd name="T72" fmla="*/ 376 w 1747"/>
                  <a:gd name="T73" fmla="*/ 2688 h 3108"/>
                  <a:gd name="T74" fmla="*/ 323 w 1747"/>
                  <a:gd name="T75" fmla="*/ 1816 h 3108"/>
                  <a:gd name="T76" fmla="*/ 269 w 1747"/>
                  <a:gd name="T77" fmla="*/ 1668 h 3108"/>
                  <a:gd name="T78" fmla="*/ 236 w 1747"/>
                  <a:gd name="T79" fmla="*/ 1859 h 3108"/>
                  <a:gd name="T80" fmla="*/ 184 w 1747"/>
                  <a:gd name="T81" fmla="*/ 1990 h 3108"/>
                  <a:gd name="T82" fmla="*/ 73 w 1747"/>
                  <a:gd name="T83" fmla="*/ 2007 h 3108"/>
                  <a:gd name="T84" fmla="*/ 30 w 1747"/>
                  <a:gd name="T85" fmla="*/ 1748 h 3108"/>
                  <a:gd name="T86" fmla="*/ 33 w 1747"/>
                  <a:gd name="T87" fmla="*/ 1639 h 3108"/>
                  <a:gd name="T88" fmla="*/ 97 w 1747"/>
                  <a:gd name="T89" fmla="*/ 1353 h 3108"/>
                  <a:gd name="T90" fmla="*/ 151 w 1747"/>
                  <a:gd name="T91" fmla="*/ 1129 h 3108"/>
                  <a:gd name="T92" fmla="*/ 761 w 1747"/>
                  <a:gd name="T93" fmla="*/ 498 h 3108"/>
                  <a:gd name="T94" fmla="*/ 876 w 1747"/>
                  <a:gd name="T95" fmla="*/ 300 h 3108"/>
                  <a:gd name="T96" fmla="*/ 883 w 1747"/>
                  <a:gd name="T97" fmla="*/ 221 h 3108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1747" h="3108">
                    <a:moveTo>
                      <a:pt x="875" y="0"/>
                    </a:moveTo>
                    <a:cubicBezTo>
                      <a:pt x="875" y="0"/>
                      <a:pt x="1009" y="17"/>
                      <a:pt x="1019" y="182"/>
                    </a:cubicBezTo>
                    <a:cubicBezTo>
                      <a:pt x="1019" y="182"/>
                      <a:pt x="1024" y="165"/>
                      <a:pt x="1036" y="172"/>
                    </a:cubicBezTo>
                    <a:cubicBezTo>
                      <a:pt x="1048" y="178"/>
                      <a:pt x="1051" y="193"/>
                      <a:pt x="1048" y="210"/>
                    </a:cubicBezTo>
                    <a:cubicBezTo>
                      <a:pt x="1042" y="241"/>
                      <a:pt x="1038" y="264"/>
                      <a:pt x="1025" y="248"/>
                    </a:cubicBezTo>
                    <a:cubicBezTo>
                      <a:pt x="1025" y="248"/>
                      <a:pt x="1048" y="293"/>
                      <a:pt x="1038" y="350"/>
                    </a:cubicBezTo>
                    <a:cubicBezTo>
                      <a:pt x="1038" y="350"/>
                      <a:pt x="1049" y="349"/>
                      <a:pt x="1054" y="365"/>
                    </a:cubicBezTo>
                    <a:cubicBezTo>
                      <a:pt x="1059" y="381"/>
                      <a:pt x="1094" y="404"/>
                      <a:pt x="1119" y="411"/>
                    </a:cubicBezTo>
                    <a:cubicBezTo>
                      <a:pt x="1144" y="418"/>
                      <a:pt x="1441" y="437"/>
                      <a:pt x="1502" y="608"/>
                    </a:cubicBezTo>
                    <a:cubicBezTo>
                      <a:pt x="1517" y="652"/>
                      <a:pt x="1530" y="667"/>
                      <a:pt x="1553" y="692"/>
                    </a:cubicBezTo>
                    <a:cubicBezTo>
                      <a:pt x="1576" y="717"/>
                      <a:pt x="1609" y="800"/>
                      <a:pt x="1622" y="931"/>
                    </a:cubicBezTo>
                    <a:cubicBezTo>
                      <a:pt x="1626" y="980"/>
                      <a:pt x="1621" y="990"/>
                      <a:pt x="1633" y="1007"/>
                    </a:cubicBezTo>
                    <a:cubicBezTo>
                      <a:pt x="1645" y="1024"/>
                      <a:pt x="1659" y="1038"/>
                      <a:pt x="1655" y="1062"/>
                    </a:cubicBezTo>
                    <a:cubicBezTo>
                      <a:pt x="1651" y="1086"/>
                      <a:pt x="1659" y="1100"/>
                      <a:pt x="1667" y="1116"/>
                    </a:cubicBezTo>
                    <a:cubicBezTo>
                      <a:pt x="1675" y="1132"/>
                      <a:pt x="1707" y="1204"/>
                      <a:pt x="1703" y="1241"/>
                    </a:cubicBezTo>
                    <a:cubicBezTo>
                      <a:pt x="1699" y="1278"/>
                      <a:pt x="1703" y="1291"/>
                      <a:pt x="1711" y="1298"/>
                    </a:cubicBezTo>
                    <a:cubicBezTo>
                      <a:pt x="1719" y="1305"/>
                      <a:pt x="1730" y="1340"/>
                      <a:pt x="1720" y="1351"/>
                    </a:cubicBezTo>
                    <a:cubicBezTo>
                      <a:pt x="1710" y="1362"/>
                      <a:pt x="1711" y="1361"/>
                      <a:pt x="1715" y="1372"/>
                    </a:cubicBezTo>
                    <a:cubicBezTo>
                      <a:pt x="1719" y="1383"/>
                      <a:pt x="1721" y="1386"/>
                      <a:pt x="1720" y="1398"/>
                    </a:cubicBezTo>
                    <a:cubicBezTo>
                      <a:pt x="1719" y="1410"/>
                      <a:pt x="1718" y="1420"/>
                      <a:pt x="1723" y="1441"/>
                    </a:cubicBezTo>
                    <a:cubicBezTo>
                      <a:pt x="1728" y="1462"/>
                      <a:pt x="1747" y="1521"/>
                      <a:pt x="1733" y="1551"/>
                    </a:cubicBezTo>
                    <a:cubicBezTo>
                      <a:pt x="1719" y="1581"/>
                      <a:pt x="1715" y="1591"/>
                      <a:pt x="1710" y="1605"/>
                    </a:cubicBezTo>
                    <a:cubicBezTo>
                      <a:pt x="1705" y="1619"/>
                      <a:pt x="1695" y="1647"/>
                      <a:pt x="1687" y="1655"/>
                    </a:cubicBezTo>
                    <a:cubicBezTo>
                      <a:pt x="1679" y="1663"/>
                      <a:pt x="1634" y="1704"/>
                      <a:pt x="1620" y="1699"/>
                    </a:cubicBezTo>
                    <a:cubicBezTo>
                      <a:pt x="1609" y="1695"/>
                      <a:pt x="1611" y="1680"/>
                      <a:pt x="1611" y="1680"/>
                    </a:cubicBezTo>
                    <a:cubicBezTo>
                      <a:pt x="1611" y="1680"/>
                      <a:pt x="1585" y="1668"/>
                      <a:pt x="1595" y="1641"/>
                    </a:cubicBezTo>
                    <a:cubicBezTo>
                      <a:pt x="1595" y="1641"/>
                      <a:pt x="1579" y="1654"/>
                      <a:pt x="1567" y="1645"/>
                    </a:cubicBezTo>
                    <a:cubicBezTo>
                      <a:pt x="1555" y="1635"/>
                      <a:pt x="1560" y="1603"/>
                      <a:pt x="1558" y="1592"/>
                    </a:cubicBezTo>
                    <a:cubicBezTo>
                      <a:pt x="1556" y="1582"/>
                      <a:pt x="1556" y="1552"/>
                      <a:pt x="1552" y="1533"/>
                    </a:cubicBezTo>
                    <a:cubicBezTo>
                      <a:pt x="1549" y="1514"/>
                      <a:pt x="1536" y="1477"/>
                      <a:pt x="1540" y="1458"/>
                    </a:cubicBezTo>
                    <a:cubicBezTo>
                      <a:pt x="1545" y="1440"/>
                      <a:pt x="1553" y="1420"/>
                      <a:pt x="1542" y="1407"/>
                    </a:cubicBezTo>
                    <a:cubicBezTo>
                      <a:pt x="1531" y="1394"/>
                      <a:pt x="1526" y="1384"/>
                      <a:pt x="1526" y="1376"/>
                    </a:cubicBezTo>
                    <a:cubicBezTo>
                      <a:pt x="1526" y="1368"/>
                      <a:pt x="1478" y="1328"/>
                      <a:pt x="1467" y="1291"/>
                    </a:cubicBezTo>
                    <a:cubicBezTo>
                      <a:pt x="1467" y="1291"/>
                      <a:pt x="1474" y="1378"/>
                      <a:pt x="1471" y="1404"/>
                    </a:cubicBezTo>
                    <a:cubicBezTo>
                      <a:pt x="1469" y="1429"/>
                      <a:pt x="1470" y="1470"/>
                      <a:pt x="1481" y="1498"/>
                    </a:cubicBezTo>
                    <a:cubicBezTo>
                      <a:pt x="1491" y="1526"/>
                      <a:pt x="1571" y="1846"/>
                      <a:pt x="1459" y="2061"/>
                    </a:cubicBezTo>
                    <a:cubicBezTo>
                      <a:pt x="1442" y="2093"/>
                      <a:pt x="1447" y="2108"/>
                      <a:pt x="1450" y="2126"/>
                    </a:cubicBezTo>
                    <a:cubicBezTo>
                      <a:pt x="1453" y="2145"/>
                      <a:pt x="1455" y="2196"/>
                      <a:pt x="1437" y="2217"/>
                    </a:cubicBezTo>
                    <a:cubicBezTo>
                      <a:pt x="1418" y="2238"/>
                      <a:pt x="1405" y="2258"/>
                      <a:pt x="1413" y="2296"/>
                    </a:cubicBezTo>
                    <a:cubicBezTo>
                      <a:pt x="1421" y="2333"/>
                      <a:pt x="1482" y="2552"/>
                      <a:pt x="1413" y="2745"/>
                    </a:cubicBezTo>
                    <a:cubicBezTo>
                      <a:pt x="1397" y="2790"/>
                      <a:pt x="1417" y="2790"/>
                      <a:pt x="1408" y="2809"/>
                    </a:cubicBezTo>
                    <a:cubicBezTo>
                      <a:pt x="1399" y="2828"/>
                      <a:pt x="1399" y="2829"/>
                      <a:pt x="1401" y="2834"/>
                    </a:cubicBezTo>
                    <a:cubicBezTo>
                      <a:pt x="1403" y="2839"/>
                      <a:pt x="1399" y="2851"/>
                      <a:pt x="1396" y="2855"/>
                    </a:cubicBezTo>
                    <a:cubicBezTo>
                      <a:pt x="1393" y="2860"/>
                      <a:pt x="1396" y="2864"/>
                      <a:pt x="1402" y="2871"/>
                    </a:cubicBezTo>
                    <a:cubicBezTo>
                      <a:pt x="1408" y="2877"/>
                      <a:pt x="1430" y="2899"/>
                      <a:pt x="1436" y="2912"/>
                    </a:cubicBezTo>
                    <a:cubicBezTo>
                      <a:pt x="1441" y="2925"/>
                      <a:pt x="1473" y="2946"/>
                      <a:pt x="1481" y="2954"/>
                    </a:cubicBezTo>
                    <a:cubicBezTo>
                      <a:pt x="1490" y="2962"/>
                      <a:pt x="1496" y="2966"/>
                      <a:pt x="1503" y="2970"/>
                    </a:cubicBezTo>
                    <a:cubicBezTo>
                      <a:pt x="1510" y="2975"/>
                      <a:pt x="1531" y="2979"/>
                      <a:pt x="1537" y="2981"/>
                    </a:cubicBezTo>
                    <a:cubicBezTo>
                      <a:pt x="1543" y="2983"/>
                      <a:pt x="1552" y="2987"/>
                      <a:pt x="1556" y="2994"/>
                    </a:cubicBezTo>
                    <a:cubicBezTo>
                      <a:pt x="1559" y="3001"/>
                      <a:pt x="1562" y="3002"/>
                      <a:pt x="1560" y="3012"/>
                    </a:cubicBezTo>
                    <a:cubicBezTo>
                      <a:pt x="1560" y="3012"/>
                      <a:pt x="1575" y="3021"/>
                      <a:pt x="1571" y="3033"/>
                    </a:cubicBezTo>
                    <a:cubicBezTo>
                      <a:pt x="1568" y="3045"/>
                      <a:pt x="1563" y="3045"/>
                      <a:pt x="1563" y="3045"/>
                    </a:cubicBezTo>
                    <a:cubicBezTo>
                      <a:pt x="1563" y="3045"/>
                      <a:pt x="1565" y="3063"/>
                      <a:pt x="1556" y="3068"/>
                    </a:cubicBezTo>
                    <a:cubicBezTo>
                      <a:pt x="1546" y="3073"/>
                      <a:pt x="1544" y="3072"/>
                      <a:pt x="1544" y="3072"/>
                    </a:cubicBezTo>
                    <a:cubicBezTo>
                      <a:pt x="1544" y="3072"/>
                      <a:pt x="1541" y="3082"/>
                      <a:pt x="1529" y="3085"/>
                    </a:cubicBezTo>
                    <a:cubicBezTo>
                      <a:pt x="1517" y="3087"/>
                      <a:pt x="1512" y="3086"/>
                      <a:pt x="1512" y="3086"/>
                    </a:cubicBezTo>
                    <a:cubicBezTo>
                      <a:pt x="1512" y="3086"/>
                      <a:pt x="1498" y="3108"/>
                      <a:pt x="1473" y="3102"/>
                    </a:cubicBezTo>
                    <a:cubicBezTo>
                      <a:pt x="1448" y="3097"/>
                      <a:pt x="1439" y="3084"/>
                      <a:pt x="1435" y="3077"/>
                    </a:cubicBezTo>
                    <a:cubicBezTo>
                      <a:pt x="1430" y="3069"/>
                      <a:pt x="1426" y="3065"/>
                      <a:pt x="1423" y="3065"/>
                    </a:cubicBezTo>
                    <a:cubicBezTo>
                      <a:pt x="1420" y="3064"/>
                      <a:pt x="1409" y="3061"/>
                      <a:pt x="1403" y="3050"/>
                    </a:cubicBezTo>
                    <a:cubicBezTo>
                      <a:pt x="1397" y="3040"/>
                      <a:pt x="1387" y="3027"/>
                      <a:pt x="1379" y="3025"/>
                    </a:cubicBezTo>
                    <a:cubicBezTo>
                      <a:pt x="1371" y="3022"/>
                      <a:pt x="1336" y="3010"/>
                      <a:pt x="1306" y="3007"/>
                    </a:cubicBezTo>
                    <a:cubicBezTo>
                      <a:pt x="1276" y="3005"/>
                      <a:pt x="1197" y="2989"/>
                      <a:pt x="1201" y="2954"/>
                    </a:cubicBezTo>
                    <a:cubicBezTo>
                      <a:pt x="1205" y="2919"/>
                      <a:pt x="1217" y="2899"/>
                      <a:pt x="1205" y="2890"/>
                    </a:cubicBezTo>
                    <a:cubicBezTo>
                      <a:pt x="1193" y="2881"/>
                      <a:pt x="1171" y="2852"/>
                      <a:pt x="1172" y="2824"/>
                    </a:cubicBezTo>
                    <a:cubicBezTo>
                      <a:pt x="1173" y="2797"/>
                      <a:pt x="1180" y="2783"/>
                      <a:pt x="1148" y="2752"/>
                    </a:cubicBezTo>
                    <a:cubicBezTo>
                      <a:pt x="1115" y="2722"/>
                      <a:pt x="982" y="2604"/>
                      <a:pt x="1007" y="2397"/>
                    </a:cubicBezTo>
                    <a:cubicBezTo>
                      <a:pt x="1017" y="2315"/>
                      <a:pt x="1011" y="2277"/>
                      <a:pt x="1018" y="2264"/>
                    </a:cubicBezTo>
                    <a:cubicBezTo>
                      <a:pt x="1025" y="2250"/>
                      <a:pt x="1002" y="2237"/>
                      <a:pt x="1011" y="2230"/>
                    </a:cubicBezTo>
                    <a:cubicBezTo>
                      <a:pt x="1021" y="2224"/>
                      <a:pt x="1021" y="2214"/>
                      <a:pt x="1006" y="2212"/>
                    </a:cubicBezTo>
                    <a:cubicBezTo>
                      <a:pt x="991" y="2209"/>
                      <a:pt x="965" y="2182"/>
                      <a:pt x="954" y="2144"/>
                    </a:cubicBezTo>
                    <a:cubicBezTo>
                      <a:pt x="943" y="2105"/>
                      <a:pt x="897" y="1956"/>
                      <a:pt x="893" y="1928"/>
                    </a:cubicBezTo>
                    <a:cubicBezTo>
                      <a:pt x="889" y="1900"/>
                      <a:pt x="877" y="1890"/>
                      <a:pt x="875" y="1869"/>
                    </a:cubicBezTo>
                    <a:cubicBezTo>
                      <a:pt x="874" y="1848"/>
                      <a:pt x="873" y="1762"/>
                      <a:pt x="873" y="1762"/>
                    </a:cubicBezTo>
                    <a:cubicBezTo>
                      <a:pt x="874" y="1762"/>
                      <a:pt x="874" y="1762"/>
                      <a:pt x="874" y="1762"/>
                    </a:cubicBezTo>
                    <a:cubicBezTo>
                      <a:pt x="874" y="1762"/>
                      <a:pt x="873" y="1848"/>
                      <a:pt x="871" y="1869"/>
                    </a:cubicBezTo>
                    <a:cubicBezTo>
                      <a:pt x="870" y="1890"/>
                      <a:pt x="858" y="1900"/>
                      <a:pt x="854" y="1928"/>
                    </a:cubicBezTo>
                    <a:cubicBezTo>
                      <a:pt x="850" y="1956"/>
                      <a:pt x="803" y="2105"/>
                      <a:pt x="793" y="2144"/>
                    </a:cubicBezTo>
                    <a:cubicBezTo>
                      <a:pt x="782" y="2182"/>
                      <a:pt x="755" y="2209"/>
                      <a:pt x="741" y="2212"/>
                    </a:cubicBezTo>
                    <a:cubicBezTo>
                      <a:pt x="726" y="2214"/>
                      <a:pt x="726" y="2224"/>
                      <a:pt x="735" y="2230"/>
                    </a:cubicBezTo>
                    <a:cubicBezTo>
                      <a:pt x="745" y="2237"/>
                      <a:pt x="722" y="2250"/>
                      <a:pt x="729" y="2264"/>
                    </a:cubicBezTo>
                    <a:cubicBezTo>
                      <a:pt x="735" y="2277"/>
                      <a:pt x="729" y="2315"/>
                      <a:pt x="739" y="2397"/>
                    </a:cubicBezTo>
                    <a:cubicBezTo>
                      <a:pt x="765" y="2604"/>
                      <a:pt x="631" y="2722"/>
                      <a:pt x="599" y="2752"/>
                    </a:cubicBezTo>
                    <a:cubicBezTo>
                      <a:pt x="566" y="2783"/>
                      <a:pt x="574" y="2797"/>
                      <a:pt x="574" y="2824"/>
                    </a:cubicBezTo>
                    <a:cubicBezTo>
                      <a:pt x="575" y="2852"/>
                      <a:pt x="553" y="2881"/>
                      <a:pt x="541" y="2890"/>
                    </a:cubicBezTo>
                    <a:cubicBezTo>
                      <a:pt x="530" y="2899"/>
                      <a:pt x="542" y="2919"/>
                      <a:pt x="545" y="2954"/>
                    </a:cubicBezTo>
                    <a:cubicBezTo>
                      <a:pt x="549" y="2989"/>
                      <a:pt x="471" y="3005"/>
                      <a:pt x="440" y="3007"/>
                    </a:cubicBezTo>
                    <a:cubicBezTo>
                      <a:pt x="410" y="3010"/>
                      <a:pt x="376" y="3022"/>
                      <a:pt x="368" y="3025"/>
                    </a:cubicBezTo>
                    <a:cubicBezTo>
                      <a:pt x="359" y="3027"/>
                      <a:pt x="349" y="3040"/>
                      <a:pt x="344" y="3050"/>
                    </a:cubicBezTo>
                    <a:cubicBezTo>
                      <a:pt x="338" y="3061"/>
                      <a:pt x="326" y="3064"/>
                      <a:pt x="324" y="3065"/>
                    </a:cubicBezTo>
                    <a:cubicBezTo>
                      <a:pt x="321" y="3065"/>
                      <a:pt x="316" y="3069"/>
                      <a:pt x="312" y="3077"/>
                    </a:cubicBezTo>
                    <a:cubicBezTo>
                      <a:pt x="307" y="3084"/>
                      <a:pt x="298" y="3097"/>
                      <a:pt x="273" y="3102"/>
                    </a:cubicBezTo>
                    <a:cubicBezTo>
                      <a:pt x="249" y="3108"/>
                      <a:pt x="235" y="3086"/>
                      <a:pt x="235" y="3086"/>
                    </a:cubicBezTo>
                    <a:cubicBezTo>
                      <a:pt x="235" y="3086"/>
                      <a:pt x="230" y="3087"/>
                      <a:pt x="218" y="3085"/>
                    </a:cubicBezTo>
                    <a:cubicBezTo>
                      <a:pt x="206" y="3082"/>
                      <a:pt x="202" y="3072"/>
                      <a:pt x="202" y="3072"/>
                    </a:cubicBezTo>
                    <a:cubicBezTo>
                      <a:pt x="202" y="3072"/>
                      <a:pt x="200" y="3073"/>
                      <a:pt x="191" y="3068"/>
                    </a:cubicBezTo>
                    <a:cubicBezTo>
                      <a:pt x="181" y="3063"/>
                      <a:pt x="184" y="3045"/>
                      <a:pt x="184" y="3045"/>
                    </a:cubicBezTo>
                    <a:cubicBezTo>
                      <a:pt x="184" y="3045"/>
                      <a:pt x="179" y="3045"/>
                      <a:pt x="175" y="3033"/>
                    </a:cubicBezTo>
                    <a:cubicBezTo>
                      <a:pt x="172" y="3021"/>
                      <a:pt x="186" y="3012"/>
                      <a:pt x="186" y="3012"/>
                    </a:cubicBezTo>
                    <a:cubicBezTo>
                      <a:pt x="185" y="3002"/>
                      <a:pt x="187" y="3001"/>
                      <a:pt x="191" y="2994"/>
                    </a:cubicBezTo>
                    <a:cubicBezTo>
                      <a:pt x="195" y="2987"/>
                      <a:pt x="203" y="2983"/>
                      <a:pt x="210" y="2981"/>
                    </a:cubicBezTo>
                    <a:cubicBezTo>
                      <a:pt x="216" y="2979"/>
                      <a:pt x="236" y="2975"/>
                      <a:pt x="244" y="2970"/>
                    </a:cubicBezTo>
                    <a:cubicBezTo>
                      <a:pt x="251" y="2966"/>
                      <a:pt x="257" y="2962"/>
                      <a:pt x="265" y="2954"/>
                    </a:cubicBezTo>
                    <a:cubicBezTo>
                      <a:pt x="274" y="2946"/>
                      <a:pt x="305" y="2925"/>
                      <a:pt x="311" y="2912"/>
                    </a:cubicBezTo>
                    <a:cubicBezTo>
                      <a:pt x="317" y="2899"/>
                      <a:pt x="338" y="2877"/>
                      <a:pt x="345" y="2871"/>
                    </a:cubicBezTo>
                    <a:cubicBezTo>
                      <a:pt x="351" y="2864"/>
                      <a:pt x="354" y="2860"/>
                      <a:pt x="350" y="2855"/>
                    </a:cubicBezTo>
                    <a:cubicBezTo>
                      <a:pt x="347" y="2851"/>
                      <a:pt x="344" y="2839"/>
                      <a:pt x="346" y="2834"/>
                    </a:cubicBezTo>
                    <a:cubicBezTo>
                      <a:pt x="348" y="2829"/>
                      <a:pt x="348" y="2828"/>
                      <a:pt x="339" y="2809"/>
                    </a:cubicBezTo>
                    <a:cubicBezTo>
                      <a:pt x="330" y="2790"/>
                      <a:pt x="350" y="2790"/>
                      <a:pt x="334" y="2745"/>
                    </a:cubicBezTo>
                    <a:cubicBezTo>
                      <a:pt x="265" y="2552"/>
                      <a:pt x="326" y="2333"/>
                      <a:pt x="334" y="2296"/>
                    </a:cubicBezTo>
                    <a:cubicBezTo>
                      <a:pt x="342" y="2258"/>
                      <a:pt x="329" y="2238"/>
                      <a:pt x="310" y="2217"/>
                    </a:cubicBezTo>
                    <a:cubicBezTo>
                      <a:pt x="291" y="2196"/>
                      <a:pt x="294" y="2145"/>
                      <a:pt x="297" y="2126"/>
                    </a:cubicBezTo>
                    <a:cubicBezTo>
                      <a:pt x="299" y="2108"/>
                      <a:pt x="304" y="2093"/>
                      <a:pt x="287" y="2061"/>
                    </a:cubicBezTo>
                    <a:cubicBezTo>
                      <a:pt x="175" y="1846"/>
                      <a:pt x="255" y="1526"/>
                      <a:pt x="266" y="1498"/>
                    </a:cubicBezTo>
                    <a:cubicBezTo>
                      <a:pt x="277" y="1470"/>
                      <a:pt x="278" y="1429"/>
                      <a:pt x="275" y="1404"/>
                    </a:cubicBezTo>
                    <a:cubicBezTo>
                      <a:pt x="273" y="1378"/>
                      <a:pt x="279" y="1291"/>
                      <a:pt x="279" y="1291"/>
                    </a:cubicBezTo>
                    <a:cubicBezTo>
                      <a:pt x="269" y="1328"/>
                      <a:pt x="221" y="1368"/>
                      <a:pt x="221" y="1376"/>
                    </a:cubicBezTo>
                    <a:cubicBezTo>
                      <a:pt x="221" y="1384"/>
                      <a:pt x="215" y="1394"/>
                      <a:pt x="205" y="1407"/>
                    </a:cubicBezTo>
                    <a:cubicBezTo>
                      <a:pt x="194" y="1420"/>
                      <a:pt x="202" y="1440"/>
                      <a:pt x="207" y="1458"/>
                    </a:cubicBezTo>
                    <a:cubicBezTo>
                      <a:pt x="211" y="1477"/>
                      <a:pt x="198" y="1514"/>
                      <a:pt x="194" y="1533"/>
                    </a:cubicBezTo>
                    <a:cubicBezTo>
                      <a:pt x="190" y="1552"/>
                      <a:pt x="191" y="1582"/>
                      <a:pt x="188" y="1592"/>
                    </a:cubicBezTo>
                    <a:cubicBezTo>
                      <a:pt x="186" y="1603"/>
                      <a:pt x="192" y="1635"/>
                      <a:pt x="180" y="1645"/>
                    </a:cubicBezTo>
                    <a:cubicBezTo>
                      <a:pt x="168" y="1654"/>
                      <a:pt x="152" y="1641"/>
                      <a:pt x="152" y="1641"/>
                    </a:cubicBezTo>
                    <a:cubicBezTo>
                      <a:pt x="162" y="1668"/>
                      <a:pt x="135" y="1680"/>
                      <a:pt x="135" y="1680"/>
                    </a:cubicBezTo>
                    <a:cubicBezTo>
                      <a:pt x="135" y="1680"/>
                      <a:pt x="137" y="1695"/>
                      <a:pt x="127" y="1699"/>
                    </a:cubicBezTo>
                    <a:cubicBezTo>
                      <a:pt x="112" y="1704"/>
                      <a:pt x="68" y="1663"/>
                      <a:pt x="60" y="1655"/>
                    </a:cubicBezTo>
                    <a:cubicBezTo>
                      <a:pt x="52" y="1647"/>
                      <a:pt x="42" y="1619"/>
                      <a:pt x="37" y="1605"/>
                    </a:cubicBezTo>
                    <a:cubicBezTo>
                      <a:pt x="32" y="1591"/>
                      <a:pt x="28" y="1581"/>
                      <a:pt x="14" y="1551"/>
                    </a:cubicBezTo>
                    <a:cubicBezTo>
                      <a:pt x="0" y="1521"/>
                      <a:pt x="19" y="1462"/>
                      <a:pt x="24" y="1441"/>
                    </a:cubicBezTo>
                    <a:cubicBezTo>
                      <a:pt x="29" y="1420"/>
                      <a:pt x="28" y="1410"/>
                      <a:pt x="27" y="1398"/>
                    </a:cubicBezTo>
                    <a:cubicBezTo>
                      <a:pt x="26" y="1386"/>
                      <a:pt x="28" y="1383"/>
                      <a:pt x="32" y="1372"/>
                    </a:cubicBezTo>
                    <a:cubicBezTo>
                      <a:pt x="36" y="1361"/>
                      <a:pt x="37" y="1362"/>
                      <a:pt x="27" y="1351"/>
                    </a:cubicBezTo>
                    <a:cubicBezTo>
                      <a:pt x="17" y="1340"/>
                      <a:pt x="28" y="1305"/>
                      <a:pt x="36" y="1298"/>
                    </a:cubicBezTo>
                    <a:cubicBezTo>
                      <a:pt x="44" y="1291"/>
                      <a:pt x="48" y="1278"/>
                      <a:pt x="44" y="1241"/>
                    </a:cubicBezTo>
                    <a:cubicBezTo>
                      <a:pt x="40" y="1204"/>
                      <a:pt x="72" y="1132"/>
                      <a:pt x="80" y="1116"/>
                    </a:cubicBezTo>
                    <a:cubicBezTo>
                      <a:pt x="88" y="1100"/>
                      <a:pt x="96" y="1086"/>
                      <a:pt x="92" y="1062"/>
                    </a:cubicBezTo>
                    <a:cubicBezTo>
                      <a:pt x="88" y="1038"/>
                      <a:pt x="102" y="1024"/>
                      <a:pt x="114" y="1007"/>
                    </a:cubicBezTo>
                    <a:cubicBezTo>
                      <a:pt x="126" y="990"/>
                      <a:pt x="120" y="980"/>
                      <a:pt x="125" y="931"/>
                    </a:cubicBezTo>
                    <a:cubicBezTo>
                      <a:pt x="138" y="800"/>
                      <a:pt x="171" y="717"/>
                      <a:pt x="194" y="692"/>
                    </a:cubicBezTo>
                    <a:cubicBezTo>
                      <a:pt x="217" y="667"/>
                      <a:pt x="229" y="652"/>
                      <a:pt x="245" y="608"/>
                    </a:cubicBezTo>
                    <a:cubicBezTo>
                      <a:pt x="306" y="437"/>
                      <a:pt x="603" y="418"/>
                      <a:pt x="628" y="411"/>
                    </a:cubicBezTo>
                    <a:cubicBezTo>
                      <a:pt x="653" y="404"/>
                      <a:pt x="688" y="381"/>
                      <a:pt x="693" y="365"/>
                    </a:cubicBezTo>
                    <a:cubicBezTo>
                      <a:pt x="698" y="349"/>
                      <a:pt x="708" y="350"/>
                      <a:pt x="708" y="350"/>
                    </a:cubicBezTo>
                    <a:cubicBezTo>
                      <a:pt x="699" y="293"/>
                      <a:pt x="722" y="248"/>
                      <a:pt x="722" y="248"/>
                    </a:cubicBezTo>
                    <a:cubicBezTo>
                      <a:pt x="705" y="268"/>
                      <a:pt x="707" y="221"/>
                      <a:pt x="702" y="212"/>
                    </a:cubicBezTo>
                    <a:cubicBezTo>
                      <a:pt x="694" y="200"/>
                      <a:pt x="699" y="177"/>
                      <a:pt x="711" y="170"/>
                    </a:cubicBezTo>
                    <a:cubicBezTo>
                      <a:pt x="723" y="163"/>
                      <a:pt x="728" y="182"/>
                      <a:pt x="728" y="182"/>
                    </a:cubicBezTo>
                    <a:cubicBezTo>
                      <a:pt x="737" y="17"/>
                      <a:pt x="872" y="0"/>
                      <a:pt x="872" y="0"/>
                    </a:cubicBezTo>
                    <a:lnTo>
                      <a:pt x="875" y="0"/>
                    </a:lnTo>
                    <a:close/>
                  </a:path>
                </a:pathLst>
              </a:custGeom>
              <a:solidFill>
                <a:srgbClr val="F7E8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418" name="Freeform 401">
                <a:extLst>
                  <a:ext uri="{FF2B5EF4-FFF2-40B4-BE49-F238E27FC236}">
                    <a16:creationId xmlns:a16="http://schemas.microsoft.com/office/drawing/2014/main" id="{460443E3-31AC-45FC-9927-5D5AC0E49D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2" y="2377"/>
                <a:ext cx="39" cy="175"/>
              </a:xfrm>
              <a:custGeom>
                <a:avLst/>
                <a:gdLst>
                  <a:gd name="T0" fmla="*/ 29 w 36"/>
                  <a:gd name="T1" fmla="*/ 0 h 164"/>
                  <a:gd name="T2" fmla="*/ 20 w 36"/>
                  <a:gd name="T3" fmla="*/ 12 h 164"/>
                  <a:gd name="T4" fmla="*/ 20 w 36"/>
                  <a:gd name="T5" fmla="*/ 30 h 164"/>
                  <a:gd name="T6" fmla="*/ 5 w 36"/>
                  <a:gd name="T7" fmla="*/ 57 h 164"/>
                  <a:gd name="T8" fmla="*/ 3 w 36"/>
                  <a:gd name="T9" fmla="*/ 81 h 164"/>
                  <a:gd name="T10" fmla="*/ 3 w 36"/>
                  <a:gd name="T11" fmla="*/ 97 h 164"/>
                  <a:gd name="T12" fmla="*/ 10 w 36"/>
                  <a:gd name="T13" fmla="*/ 107 h 164"/>
                  <a:gd name="T14" fmla="*/ 16 w 36"/>
                  <a:gd name="T15" fmla="*/ 126 h 164"/>
                  <a:gd name="T16" fmla="*/ 31 w 36"/>
                  <a:gd name="T17" fmla="*/ 141 h 164"/>
                  <a:gd name="T18" fmla="*/ 44 w 36"/>
                  <a:gd name="T19" fmla="*/ 173 h 164"/>
                  <a:gd name="T20" fmla="*/ 44 w 36"/>
                  <a:gd name="T21" fmla="*/ 200 h 16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6" h="164">
                    <a:moveTo>
                      <a:pt x="23" y="0"/>
                    </a:moveTo>
                    <a:cubicBezTo>
                      <a:pt x="20" y="4"/>
                      <a:pt x="18" y="5"/>
                      <a:pt x="16" y="9"/>
                    </a:cubicBezTo>
                    <a:cubicBezTo>
                      <a:pt x="15" y="14"/>
                      <a:pt x="17" y="19"/>
                      <a:pt x="16" y="24"/>
                    </a:cubicBezTo>
                    <a:cubicBezTo>
                      <a:pt x="14" y="34"/>
                      <a:pt x="10" y="39"/>
                      <a:pt x="5" y="47"/>
                    </a:cubicBezTo>
                    <a:cubicBezTo>
                      <a:pt x="0" y="54"/>
                      <a:pt x="2" y="58"/>
                      <a:pt x="3" y="67"/>
                    </a:cubicBezTo>
                    <a:cubicBezTo>
                      <a:pt x="3" y="71"/>
                      <a:pt x="3" y="76"/>
                      <a:pt x="3" y="80"/>
                    </a:cubicBezTo>
                    <a:cubicBezTo>
                      <a:pt x="4" y="83"/>
                      <a:pt x="5" y="85"/>
                      <a:pt x="7" y="88"/>
                    </a:cubicBezTo>
                    <a:cubicBezTo>
                      <a:pt x="10" y="95"/>
                      <a:pt x="8" y="100"/>
                      <a:pt x="13" y="104"/>
                    </a:cubicBezTo>
                    <a:cubicBezTo>
                      <a:pt x="18" y="108"/>
                      <a:pt x="21" y="111"/>
                      <a:pt x="25" y="116"/>
                    </a:cubicBezTo>
                    <a:cubicBezTo>
                      <a:pt x="30" y="124"/>
                      <a:pt x="33" y="133"/>
                      <a:pt x="35" y="142"/>
                    </a:cubicBezTo>
                    <a:cubicBezTo>
                      <a:pt x="36" y="149"/>
                      <a:pt x="34" y="157"/>
                      <a:pt x="35" y="164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419" name="Freeform 402">
                <a:extLst>
                  <a:ext uri="{FF2B5EF4-FFF2-40B4-BE49-F238E27FC236}">
                    <a16:creationId xmlns:a16="http://schemas.microsoft.com/office/drawing/2014/main" id="{083DB0F0-D473-485B-8EC9-D2357A8A21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7" y="2462"/>
                <a:ext cx="49" cy="44"/>
              </a:xfrm>
              <a:custGeom>
                <a:avLst/>
                <a:gdLst>
                  <a:gd name="T0" fmla="*/ 55 w 46"/>
                  <a:gd name="T1" fmla="*/ 50 h 41"/>
                  <a:gd name="T2" fmla="*/ 40 w 46"/>
                  <a:gd name="T3" fmla="*/ 35 h 41"/>
                  <a:gd name="T4" fmla="*/ 25 w 46"/>
                  <a:gd name="T5" fmla="*/ 28 h 41"/>
                  <a:gd name="T6" fmla="*/ 0 w 46"/>
                  <a:gd name="T7" fmla="*/ 0 h 4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6" h="41">
                    <a:moveTo>
                      <a:pt x="46" y="41"/>
                    </a:moveTo>
                    <a:cubicBezTo>
                      <a:pt x="45" y="37"/>
                      <a:pt x="38" y="31"/>
                      <a:pt x="34" y="29"/>
                    </a:cubicBezTo>
                    <a:cubicBezTo>
                      <a:pt x="29" y="26"/>
                      <a:pt x="25" y="26"/>
                      <a:pt x="21" y="22"/>
                    </a:cubicBezTo>
                    <a:cubicBezTo>
                      <a:pt x="14" y="15"/>
                      <a:pt x="12" y="1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420" name="Freeform 403">
                <a:extLst>
                  <a:ext uri="{FF2B5EF4-FFF2-40B4-BE49-F238E27FC236}">
                    <a16:creationId xmlns:a16="http://schemas.microsoft.com/office/drawing/2014/main" id="{52585910-6D56-4891-AD1D-6E075E3492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4" y="2441"/>
                <a:ext cx="23" cy="18"/>
              </a:xfrm>
              <a:custGeom>
                <a:avLst/>
                <a:gdLst>
                  <a:gd name="T0" fmla="*/ 27 w 21"/>
                  <a:gd name="T1" fmla="*/ 20 h 17"/>
                  <a:gd name="T2" fmla="*/ 0 w 21"/>
                  <a:gd name="T3" fmla="*/ 0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17">
                    <a:moveTo>
                      <a:pt x="21" y="17"/>
                    </a:moveTo>
                    <a:cubicBezTo>
                      <a:pt x="16" y="9"/>
                      <a:pt x="9" y="4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421" name="Freeform 404">
                <a:extLst>
                  <a:ext uri="{FF2B5EF4-FFF2-40B4-BE49-F238E27FC236}">
                    <a16:creationId xmlns:a16="http://schemas.microsoft.com/office/drawing/2014/main" id="{5EF78ED1-2D56-4762-B199-CCFD47B70C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4" y="2377"/>
                <a:ext cx="38" cy="129"/>
              </a:xfrm>
              <a:custGeom>
                <a:avLst/>
                <a:gdLst>
                  <a:gd name="T0" fmla="*/ 2 w 36"/>
                  <a:gd name="T1" fmla="*/ 0 h 121"/>
                  <a:gd name="T2" fmla="*/ 1 w 36"/>
                  <a:gd name="T3" fmla="*/ 57 h 121"/>
                  <a:gd name="T4" fmla="*/ 6 w 36"/>
                  <a:gd name="T5" fmla="*/ 100 h 121"/>
                  <a:gd name="T6" fmla="*/ 22 w 36"/>
                  <a:gd name="T7" fmla="*/ 127 h 121"/>
                  <a:gd name="T8" fmla="*/ 42 w 36"/>
                  <a:gd name="T9" fmla="*/ 147 h 1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" h="121">
                    <a:moveTo>
                      <a:pt x="2" y="0"/>
                    </a:moveTo>
                    <a:cubicBezTo>
                      <a:pt x="8" y="15"/>
                      <a:pt x="2" y="31"/>
                      <a:pt x="1" y="47"/>
                    </a:cubicBezTo>
                    <a:cubicBezTo>
                      <a:pt x="0" y="59"/>
                      <a:pt x="1" y="71"/>
                      <a:pt x="6" y="83"/>
                    </a:cubicBezTo>
                    <a:cubicBezTo>
                      <a:pt x="9" y="90"/>
                      <a:pt x="13" y="99"/>
                      <a:pt x="19" y="105"/>
                    </a:cubicBezTo>
                    <a:cubicBezTo>
                      <a:pt x="23" y="110"/>
                      <a:pt x="30" y="119"/>
                      <a:pt x="36" y="121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422" name="Freeform 405">
                <a:extLst>
                  <a:ext uri="{FF2B5EF4-FFF2-40B4-BE49-F238E27FC236}">
                    <a16:creationId xmlns:a16="http://schemas.microsoft.com/office/drawing/2014/main" id="{51F57862-E2D8-45A8-8AE5-1E9FAC3F84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0" y="2369"/>
                <a:ext cx="38" cy="27"/>
              </a:xfrm>
              <a:custGeom>
                <a:avLst/>
                <a:gdLst>
                  <a:gd name="T0" fmla="*/ 0 w 36"/>
                  <a:gd name="T1" fmla="*/ 3 h 26"/>
                  <a:gd name="T2" fmla="*/ 42 w 36"/>
                  <a:gd name="T3" fmla="*/ 29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6" h="26">
                    <a:moveTo>
                      <a:pt x="0" y="3"/>
                    </a:moveTo>
                    <a:cubicBezTo>
                      <a:pt x="13" y="0"/>
                      <a:pt x="30" y="16"/>
                      <a:pt x="36" y="26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423" name="Freeform 406">
                <a:extLst>
                  <a:ext uri="{FF2B5EF4-FFF2-40B4-BE49-F238E27FC236}">
                    <a16:creationId xmlns:a16="http://schemas.microsoft.com/office/drawing/2014/main" id="{07685436-E1FD-4B55-AA7D-A3B07F864A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7" y="2456"/>
                <a:ext cx="28" cy="30"/>
              </a:xfrm>
              <a:custGeom>
                <a:avLst/>
                <a:gdLst>
                  <a:gd name="T0" fmla="*/ 31 w 26"/>
                  <a:gd name="T1" fmla="*/ 1 h 28"/>
                  <a:gd name="T2" fmla="*/ 6 w 26"/>
                  <a:gd name="T3" fmla="*/ 6 h 28"/>
                  <a:gd name="T4" fmla="*/ 1 w 26"/>
                  <a:gd name="T5" fmla="*/ 34 h 28"/>
                  <a:gd name="T6" fmla="*/ 32 w 26"/>
                  <a:gd name="T7" fmla="*/ 33 h 2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28">
                    <a:moveTo>
                      <a:pt x="25" y="1"/>
                    </a:moveTo>
                    <a:cubicBezTo>
                      <a:pt x="18" y="0"/>
                      <a:pt x="11" y="1"/>
                      <a:pt x="6" y="6"/>
                    </a:cubicBezTo>
                    <a:cubicBezTo>
                      <a:pt x="0" y="11"/>
                      <a:pt x="0" y="21"/>
                      <a:pt x="1" y="28"/>
                    </a:cubicBezTo>
                    <a:cubicBezTo>
                      <a:pt x="5" y="22"/>
                      <a:pt x="20" y="20"/>
                      <a:pt x="26" y="27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424" name="Freeform 407">
                <a:extLst>
                  <a:ext uri="{FF2B5EF4-FFF2-40B4-BE49-F238E27FC236}">
                    <a16:creationId xmlns:a16="http://schemas.microsoft.com/office/drawing/2014/main" id="{50F41618-69FB-48E4-A2EB-6CEEF8616C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0" y="2536"/>
                <a:ext cx="37" cy="25"/>
              </a:xfrm>
              <a:custGeom>
                <a:avLst/>
                <a:gdLst>
                  <a:gd name="T0" fmla="*/ 0 w 35"/>
                  <a:gd name="T1" fmla="*/ 10 h 23"/>
                  <a:gd name="T2" fmla="*/ 29 w 35"/>
                  <a:gd name="T3" fmla="*/ 5 h 23"/>
                  <a:gd name="T4" fmla="*/ 40 w 35"/>
                  <a:gd name="T5" fmla="*/ 14 h 23"/>
                  <a:gd name="T6" fmla="*/ 34 w 35"/>
                  <a:gd name="T7" fmla="*/ 29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5" h="23">
                    <a:moveTo>
                      <a:pt x="0" y="7"/>
                    </a:moveTo>
                    <a:cubicBezTo>
                      <a:pt x="8" y="1"/>
                      <a:pt x="16" y="0"/>
                      <a:pt x="25" y="5"/>
                    </a:cubicBezTo>
                    <a:cubicBezTo>
                      <a:pt x="27" y="6"/>
                      <a:pt x="33" y="8"/>
                      <a:pt x="34" y="11"/>
                    </a:cubicBezTo>
                    <a:cubicBezTo>
                      <a:pt x="35" y="14"/>
                      <a:pt x="30" y="21"/>
                      <a:pt x="28" y="23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425" name="Freeform 408">
                <a:extLst>
                  <a:ext uri="{FF2B5EF4-FFF2-40B4-BE49-F238E27FC236}">
                    <a16:creationId xmlns:a16="http://schemas.microsoft.com/office/drawing/2014/main" id="{8B3B64F3-D5C3-48D3-AB12-B5C7E6A029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9" y="2969"/>
                <a:ext cx="62" cy="87"/>
              </a:xfrm>
              <a:custGeom>
                <a:avLst/>
                <a:gdLst>
                  <a:gd name="T0" fmla="*/ 0 w 58"/>
                  <a:gd name="T1" fmla="*/ 0 h 82"/>
                  <a:gd name="T2" fmla="*/ 71 w 58"/>
                  <a:gd name="T3" fmla="*/ 98 h 8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8" h="82">
                    <a:moveTo>
                      <a:pt x="0" y="0"/>
                    </a:moveTo>
                    <a:cubicBezTo>
                      <a:pt x="13" y="31"/>
                      <a:pt x="53" y="46"/>
                      <a:pt x="58" y="82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426" name="Freeform 409">
                <a:extLst>
                  <a:ext uri="{FF2B5EF4-FFF2-40B4-BE49-F238E27FC236}">
                    <a16:creationId xmlns:a16="http://schemas.microsoft.com/office/drawing/2014/main" id="{0F3D852D-EFAF-44BF-BB65-C722121FFC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3" y="3095"/>
                <a:ext cx="212" cy="38"/>
              </a:xfrm>
              <a:custGeom>
                <a:avLst/>
                <a:gdLst>
                  <a:gd name="T0" fmla="*/ 0 w 199"/>
                  <a:gd name="T1" fmla="*/ 0 h 36"/>
                  <a:gd name="T2" fmla="*/ 114 w 199"/>
                  <a:gd name="T3" fmla="*/ 40 h 36"/>
                  <a:gd name="T4" fmla="*/ 241 w 199"/>
                  <a:gd name="T5" fmla="*/ 20 h 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9" h="36">
                    <a:moveTo>
                      <a:pt x="0" y="0"/>
                    </a:moveTo>
                    <a:cubicBezTo>
                      <a:pt x="32" y="17"/>
                      <a:pt x="56" y="33"/>
                      <a:pt x="94" y="34"/>
                    </a:cubicBezTo>
                    <a:cubicBezTo>
                      <a:pt x="129" y="36"/>
                      <a:pt x="166" y="27"/>
                      <a:pt x="199" y="17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427" name="Freeform 410">
                <a:extLst>
                  <a:ext uri="{FF2B5EF4-FFF2-40B4-BE49-F238E27FC236}">
                    <a16:creationId xmlns:a16="http://schemas.microsoft.com/office/drawing/2014/main" id="{6592F671-12C5-4A86-BD47-8597A3801B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1" y="3099"/>
                <a:ext cx="41" cy="18"/>
              </a:xfrm>
              <a:custGeom>
                <a:avLst/>
                <a:gdLst>
                  <a:gd name="T0" fmla="*/ 0 w 38"/>
                  <a:gd name="T1" fmla="*/ 0 h 17"/>
                  <a:gd name="T2" fmla="*/ 47 w 38"/>
                  <a:gd name="T3" fmla="*/ 20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8" h="17">
                    <a:moveTo>
                      <a:pt x="0" y="0"/>
                    </a:moveTo>
                    <a:cubicBezTo>
                      <a:pt x="13" y="1"/>
                      <a:pt x="29" y="8"/>
                      <a:pt x="38" y="17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428" name="Freeform 411">
                <a:extLst>
                  <a:ext uri="{FF2B5EF4-FFF2-40B4-BE49-F238E27FC236}">
                    <a16:creationId xmlns:a16="http://schemas.microsoft.com/office/drawing/2014/main" id="{A345D03C-A2DF-4C32-A320-728E97474F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4" y="3156"/>
                <a:ext cx="43" cy="4"/>
              </a:xfrm>
              <a:custGeom>
                <a:avLst/>
                <a:gdLst>
                  <a:gd name="T0" fmla="*/ 0 w 41"/>
                  <a:gd name="T1" fmla="*/ 0 h 4"/>
                  <a:gd name="T2" fmla="*/ 47 w 41"/>
                  <a:gd name="T3" fmla="*/ 4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1" h="4">
                    <a:moveTo>
                      <a:pt x="0" y="0"/>
                    </a:moveTo>
                    <a:cubicBezTo>
                      <a:pt x="14" y="3"/>
                      <a:pt x="28" y="1"/>
                      <a:pt x="41" y="4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429" name="Freeform 412">
                <a:extLst>
                  <a:ext uri="{FF2B5EF4-FFF2-40B4-BE49-F238E27FC236}">
                    <a16:creationId xmlns:a16="http://schemas.microsoft.com/office/drawing/2014/main" id="{CF95244D-187D-484D-A61B-B9E8C239DB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3" y="3692"/>
                <a:ext cx="39" cy="11"/>
              </a:xfrm>
              <a:custGeom>
                <a:avLst/>
                <a:gdLst>
                  <a:gd name="T0" fmla="*/ 0 w 37"/>
                  <a:gd name="T1" fmla="*/ 0 h 10"/>
                  <a:gd name="T2" fmla="*/ 43 w 37"/>
                  <a:gd name="T3" fmla="*/ 13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7" h="10">
                    <a:moveTo>
                      <a:pt x="0" y="0"/>
                    </a:moveTo>
                    <a:cubicBezTo>
                      <a:pt x="12" y="5"/>
                      <a:pt x="25" y="9"/>
                      <a:pt x="37" y="1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430" name="Freeform 413">
                <a:extLst>
                  <a:ext uri="{FF2B5EF4-FFF2-40B4-BE49-F238E27FC236}">
                    <a16:creationId xmlns:a16="http://schemas.microsoft.com/office/drawing/2014/main" id="{BEF6F55E-F1CD-41BE-8EAF-1F2C56F323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3" y="3802"/>
                <a:ext cx="91" cy="15"/>
              </a:xfrm>
              <a:custGeom>
                <a:avLst/>
                <a:gdLst>
                  <a:gd name="T0" fmla="*/ 0 w 86"/>
                  <a:gd name="T1" fmla="*/ 6 h 14"/>
                  <a:gd name="T2" fmla="*/ 34 w 86"/>
                  <a:gd name="T3" fmla="*/ 1 h 14"/>
                  <a:gd name="T4" fmla="*/ 65 w 86"/>
                  <a:gd name="T5" fmla="*/ 12 h 14"/>
                  <a:gd name="T6" fmla="*/ 102 w 86"/>
                  <a:gd name="T7" fmla="*/ 17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6" h="14">
                    <a:moveTo>
                      <a:pt x="0" y="6"/>
                    </a:moveTo>
                    <a:cubicBezTo>
                      <a:pt x="9" y="3"/>
                      <a:pt x="19" y="0"/>
                      <a:pt x="28" y="1"/>
                    </a:cubicBezTo>
                    <a:cubicBezTo>
                      <a:pt x="38" y="2"/>
                      <a:pt x="45" y="8"/>
                      <a:pt x="55" y="9"/>
                    </a:cubicBezTo>
                    <a:cubicBezTo>
                      <a:pt x="65" y="10"/>
                      <a:pt x="80" y="2"/>
                      <a:pt x="86" y="14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431" name="Freeform 414">
                <a:extLst>
                  <a:ext uri="{FF2B5EF4-FFF2-40B4-BE49-F238E27FC236}">
                    <a16:creationId xmlns:a16="http://schemas.microsoft.com/office/drawing/2014/main" id="{488C7DD7-B8F2-4D71-83CF-70058FF64C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0" y="3964"/>
                <a:ext cx="51" cy="82"/>
              </a:xfrm>
              <a:custGeom>
                <a:avLst/>
                <a:gdLst>
                  <a:gd name="T0" fmla="*/ 7 w 48"/>
                  <a:gd name="T1" fmla="*/ 93 h 77"/>
                  <a:gd name="T2" fmla="*/ 4 w 48"/>
                  <a:gd name="T3" fmla="*/ 49 h 77"/>
                  <a:gd name="T4" fmla="*/ 21 w 48"/>
                  <a:gd name="T5" fmla="*/ 43 h 77"/>
                  <a:gd name="T6" fmla="*/ 38 w 48"/>
                  <a:gd name="T7" fmla="*/ 33 h 77"/>
                  <a:gd name="T8" fmla="*/ 41 w 48"/>
                  <a:gd name="T9" fmla="*/ 23 h 77"/>
                  <a:gd name="T10" fmla="*/ 49 w 48"/>
                  <a:gd name="T11" fmla="*/ 18 h 77"/>
                  <a:gd name="T12" fmla="*/ 55 w 48"/>
                  <a:gd name="T13" fmla="*/ 0 h 7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8" h="77">
                    <a:moveTo>
                      <a:pt x="7" y="77"/>
                    </a:moveTo>
                    <a:cubicBezTo>
                      <a:pt x="0" y="66"/>
                      <a:pt x="0" y="52"/>
                      <a:pt x="4" y="40"/>
                    </a:cubicBezTo>
                    <a:cubicBezTo>
                      <a:pt x="9" y="41"/>
                      <a:pt x="14" y="38"/>
                      <a:pt x="18" y="36"/>
                    </a:cubicBezTo>
                    <a:cubicBezTo>
                      <a:pt x="22" y="34"/>
                      <a:pt x="30" y="30"/>
                      <a:pt x="32" y="27"/>
                    </a:cubicBezTo>
                    <a:cubicBezTo>
                      <a:pt x="34" y="24"/>
                      <a:pt x="33" y="22"/>
                      <a:pt x="35" y="20"/>
                    </a:cubicBezTo>
                    <a:cubicBezTo>
                      <a:pt x="37" y="18"/>
                      <a:pt x="39" y="17"/>
                      <a:pt x="40" y="15"/>
                    </a:cubicBezTo>
                    <a:cubicBezTo>
                      <a:pt x="44" y="11"/>
                      <a:pt x="48" y="6"/>
                      <a:pt x="46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432" name="Freeform 415">
                <a:extLst>
                  <a:ext uri="{FF2B5EF4-FFF2-40B4-BE49-F238E27FC236}">
                    <a16:creationId xmlns:a16="http://schemas.microsoft.com/office/drawing/2014/main" id="{AFCFCA0E-75C4-4BBA-88E9-EFF3A6084E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5" y="3970"/>
                <a:ext cx="3" cy="16"/>
              </a:xfrm>
              <a:custGeom>
                <a:avLst/>
                <a:gdLst>
                  <a:gd name="T0" fmla="*/ 3 w 3"/>
                  <a:gd name="T1" fmla="*/ 18 h 15"/>
                  <a:gd name="T2" fmla="*/ 1 w 3"/>
                  <a:gd name="T3" fmla="*/ 0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5">
                    <a:moveTo>
                      <a:pt x="3" y="15"/>
                    </a:moveTo>
                    <a:cubicBezTo>
                      <a:pt x="0" y="11"/>
                      <a:pt x="1" y="5"/>
                      <a:pt x="1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433" name="Freeform 416">
                <a:extLst>
                  <a:ext uri="{FF2B5EF4-FFF2-40B4-BE49-F238E27FC236}">
                    <a16:creationId xmlns:a16="http://schemas.microsoft.com/office/drawing/2014/main" id="{F29CB54E-88E4-4B09-80E8-3364D624B1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2" y="3999"/>
                <a:ext cx="41" cy="27"/>
              </a:xfrm>
              <a:custGeom>
                <a:avLst/>
                <a:gdLst>
                  <a:gd name="T0" fmla="*/ 0 w 39"/>
                  <a:gd name="T1" fmla="*/ 10 h 25"/>
                  <a:gd name="T2" fmla="*/ 20 w 39"/>
                  <a:gd name="T3" fmla="*/ 15 h 25"/>
                  <a:gd name="T4" fmla="*/ 27 w 39"/>
                  <a:gd name="T5" fmla="*/ 31 h 25"/>
                  <a:gd name="T6" fmla="*/ 43 w 39"/>
                  <a:gd name="T7" fmla="*/ 15 h 25"/>
                  <a:gd name="T8" fmla="*/ 28 w 39"/>
                  <a:gd name="T9" fmla="*/ 0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9" h="25">
                    <a:moveTo>
                      <a:pt x="0" y="7"/>
                    </a:moveTo>
                    <a:cubicBezTo>
                      <a:pt x="6" y="4"/>
                      <a:pt x="12" y="8"/>
                      <a:pt x="17" y="12"/>
                    </a:cubicBezTo>
                    <a:cubicBezTo>
                      <a:pt x="21" y="15"/>
                      <a:pt x="22" y="20"/>
                      <a:pt x="24" y="25"/>
                    </a:cubicBezTo>
                    <a:cubicBezTo>
                      <a:pt x="27" y="21"/>
                      <a:pt x="35" y="17"/>
                      <a:pt x="37" y="12"/>
                    </a:cubicBezTo>
                    <a:cubicBezTo>
                      <a:pt x="39" y="6"/>
                      <a:pt x="29" y="2"/>
                      <a:pt x="25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434" name="Freeform 417">
                <a:extLst>
                  <a:ext uri="{FF2B5EF4-FFF2-40B4-BE49-F238E27FC236}">
                    <a16:creationId xmlns:a16="http://schemas.microsoft.com/office/drawing/2014/main" id="{93C48CF7-8487-4C09-B669-A57E7D3D03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7" y="3973"/>
                <a:ext cx="39" cy="57"/>
              </a:xfrm>
              <a:custGeom>
                <a:avLst/>
                <a:gdLst>
                  <a:gd name="T0" fmla="*/ 4 w 37"/>
                  <a:gd name="T1" fmla="*/ 66 h 53"/>
                  <a:gd name="T2" fmla="*/ 20 w 37"/>
                  <a:gd name="T3" fmla="*/ 29 h 53"/>
                  <a:gd name="T4" fmla="*/ 37 w 37"/>
                  <a:gd name="T5" fmla="*/ 17 h 53"/>
                  <a:gd name="T6" fmla="*/ 43 w 37"/>
                  <a:gd name="T7" fmla="*/ 0 h 5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7" h="53">
                    <a:moveTo>
                      <a:pt x="4" y="53"/>
                    </a:moveTo>
                    <a:cubicBezTo>
                      <a:pt x="0" y="40"/>
                      <a:pt x="7" y="29"/>
                      <a:pt x="17" y="23"/>
                    </a:cubicBezTo>
                    <a:cubicBezTo>
                      <a:pt x="22" y="20"/>
                      <a:pt x="27" y="18"/>
                      <a:pt x="31" y="14"/>
                    </a:cubicBezTo>
                    <a:cubicBezTo>
                      <a:pt x="35" y="10"/>
                      <a:pt x="34" y="4"/>
                      <a:pt x="37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435" name="Freeform 418">
                <a:extLst>
                  <a:ext uri="{FF2B5EF4-FFF2-40B4-BE49-F238E27FC236}">
                    <a16:creationId xmlns:a16="http://schemas.microsoft.com/office/drawing/2014/main" id="{13E5A223-53D8-4B0C-BE8E-81934EED72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2" y="3959"/>
                <a:ext cx="45" cy="42"/>
              </a:xfrm>
              <a:custGeom>
                <a:avLst/>
                <a:gdLst>
                  <a:gd name="T0" fmla="*/ 0 w 42"/>
                  <a:gd name="T1" fmla="*/ 46 h 40"/>
                  <a:gd name="T2" fmla="*/ 11 w 42"/>
                  <a:gd name="T3" fmla="*/ 30 h 40"/>
                  <a:gd name="T4" fmla="*/ 21 w 42"/>
                  <a:gd name="T5" fmla="*/ 19 h 40"/>
                  <a:gd name="T6" fmla="*/ 34 w 42"/>
                  <a:gd name="T7" fmla="*/ 16 h 40"/>
                  <a:gd name="T8" fmla="*/ 51 w 42"/>
                  <a:gd name="T9" fmla="*/ 0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2" h="40">
                    <a:moveTo>
                      <a:pt x="0" y="40"/>
                    </a:moveTo>
                    <a:cubicBezTo>
                      <a:pt x="0" y="35"/>
                      <a:pt x="5" y="30"/>
                      <a:pt x="8" y="27"/>
                    </a:cubicBezTo>
                    <a:cubicBezTo>
                      <a:pt x="11" y="23"/>
                      <a:pt x="14" y="19"/>
                      <a:pt x="18" y="16"/>
                    </a:cubicBezTo>
                    <a:cubicBezTo>
                      <a:pt x="21" y="14"/>
                      <a:pt x="25" y="15"/>
                      <a:pt x="28" y="13"/>
                    </a:cubicBezTo>
                    <a:cubicBezTo>
                      <a:pt x="34" y="10"/>
                      <a:pt x="36" y="3"/>
                      <a:pt x="42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436" name="Freeform 419">
                <a:extLst>
                  <a:ext uri="{FF2B5EF4-FFF2-40B4-BE49-F238E27FC236}">
                    <a16:creationId xmlns:a16="http://schemas.microsoft.com/office/drawing/2014/main" id="{C035333F-8467-458F-9A3C-CB73A94194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2" y="3953"/>
                <a:ext cx="20" cy="15"/>
              </a:xfrm>
              <a:custGeom>
                <a:avLst/>
                <a:gdLst>
                  <a:gd name="T0" fmla="*/ 0 w 19"/>
                  <a:gd name="T1" fmla="*/ 13 h 14"/>
                  <a:gd name="T2" fmla="*/ 9 w 19"/>
                  <a:gd name="T3" fmla="*/ 10 h 14"/>
                  <a:gd name="T4" fmla="*/ 22 w 19"/>
                  <a:gd name="T5" fmla="*/ 0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14">
                    <a:moveTo>
                      <a:pt x="0" y="10"/>
                    </a:moveTo>
                    <a:cubicBezTo>
                      <a:pt x="1" y="14"/>
                      <a:pt x="7" y="8"/>
                      <a:pt x="9" y="7"/>
                    </a:cubicBezTo>
                    <a:cubicBezTo>
                      <a:pt x="12" y="5"/>
                      <a:pt x="16" y="3"/>
                      <a:pt x="19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437" name="Freeform 420">
                <a:extLst>
                  <a:ext uri="{FF2B5EF4-FFF2-40B4-BE49-F238E27FC236}">
                    <a16:creationId xmlns:a16="http://schemas.microsoft.com/office/drawing/2014/main" id="{FEC7691B-A2AC-4902-A502-1A71FDFAF8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9" y="3970"/>
                <a:ext cx="11" cy="13"/>
              </a:xfrm>
              <a:custGeom>
                <a:avLst/>
                <a:gdLst>
                  <a:gd name="T0" fmla="*/ 0 w 11"/>
                  <a:gd name="T1" fmla="*/ 4 h 12"/>
                  <a:gd name="T2" fmla="*/ 6 w 11"/>
                  <a:gd name="T3" fmla="*/ 15 h 12"/>
                  <a:gd name="T4" fmla="*/ 2 w 11"/>
                  <a:gd name="T5" fmla="*/ 4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2">
                    <a:moveTo>
                      <a:pt x="0" y="4"/>
                    </a:moveTo>
                    <a:cubicBezTo>
                      <a:pt x="3" y="6"/>
                      <a:pt x="4" y="9"/>
                      <a:pt x="6" y="12"/>
                    </a:cubicBezTo>
                    <a:cubicBezTo>
                      <a:pt x="11" y="8"/>
                      <a:pt x="8" y="0"/>
                      <a:pt x="2" y="4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438" name="Freeform 421">
                <a:extLst>
                  <a:ext uri="{FF2B5EF4-FFF2-40B4-BE49-F238E27FC236}">
                    <a16:creationId xmlns:a16="http://schemas.microsoft.com/office/drawing/2014/main" id="{057DBF03-2609-4DB3-AF37-46445B8DC2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9" y="3989"/>
                <a:ext cx="16" cy="18"/>
              </a:xfrm>
              <a:custGeom>
                <a:avLst/>
                <a:gdLst>
                  <a:gd name="T0" fmla="*/ 0 w 15"/>
                  <a:gd name="T1" fmla="*/ 7 h 16"/>
                  <a:gd name="T2" fmla="*/ 11 w 15"/>
                  <a:gd name="T3" fmla="*/ 23 h 16"/>
                  <a:gd name="T4" fmla="*/ 16 w 15"/>
                  <a:gd name="T5" fmla="*/ 7 h 16"/>
                  <a:gd name="T6" fmla="*/ 2 w 15"/>
                  <a:gd name="T7" fmla="*/ 8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16">
                    <a:moveTo>
                      <a:pt x="0" y="4"/>
                    </a:moveTo>
                    <a:cubicBezTo>
                      <a:pt x="7" y="6"/>
                      <a:pt x="8" y="10"/>
                      <a:pt x="8" y="16"/>
                    </a:cubicBezTo>
                    <a:cubicBezTo>
                      <a:pt x="10" y="13"/>
                      <a:pt x="15" y="8"/>
                      <a:pt x="13" y="4"/>
                    </a:cubicBezTo>
                    <a:cubicBezTo>
                      <a:pt x="11" y="0"/>
                      <a:pt x="3" y="1"/>
                      <a:pt x="2" y="5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439" name="Freeform 422">
                <a:extLst>
                  <a:ext uri="{FF2B5EF4-FFF2-40B4-BE49-F238E27FC236}">
                    <a16:creationId xmlns:a16="http://schemas.microsoft.com/office/drawing/2014/main" id="{2E219C5E-25E8-44BA-8524-4007DD5465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0" y="4004"/>
                <a:ext cx="21" cy="17"/>
              </a:xfrm>
              <a:custGeom>
                <a:avLst/>
                <a:gdLst>
                  <a:gd name="T0" fmla="*/ 1 w 20"/>
                  <a:gd name="T1" fmla="*/ 11 h 16"/>
                  <a:gd name="T2" fmla="*/ 17 w 20"/>
                  <a:gd name="T3" fmla="*/ 19 h 16"/>
                  <a:gd name="T4" fmla="*/ 22 w 20"/>
                  <a:gd name="T5" fmla="*/ 5 h 16"/>
                  <a:gd name="T6" fmla="*/ 9 w 20"/>
                  <a:gd name="T7" fmla="*/ 0 h 16"/>
                  <a:gd name="T8" fmla="*/ 0 w 20"/>
                  <a:gd name="T9" fmla="*/ 7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16">
                    <a:moveTo>
                      <a:pt x="1" y="8"/>
                    </a:moveTo>
                    <a:cubicBezTo>
                      <a:pt x="7" y="10"/>
                      <a:pt x="10" y="9"/>
                      <a:pt x="14" y="16"/>
                    </a:cubicBezTo>
                    <a:cubicBezTo>
                      <a:pt x="15" y="13"/>
                      <a:pt x="20" y="9"/>
                      <a:pt x="19" y="5"/>
                    </a:cubicBezTo>
                    <a:cubicBezTo>
                      <a:pt x="18" y="0"/>
                      <a:pt x="12" y="0"/>
                      <a:pt x="9" y="0"/>
                    </a:cubicBezTo>
                    <a:cubicBezTo>
                      <a:pt x="4" y="1"/>
                      <a:pt x="2" y="3"/>
                      <a:pt x="0" y="7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440" name="Freeform 423">
                <a:extLst>
                  <a:ext uri="{FF2B5EF4-FFF2-40B4-BE49-F238E27FC236}">
                    <a16:creationId xmlns:a16="http://schemas.microsoft.com/office/drawing/2014/main" id="{C4D57CFE-8065-4943-A8B4-AD1A0ED678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0" y="1480"/>
                <a:ext cx="139" cy="656"/>
              </a:xfrm>
              <a:custGeom>
                <a:avLst/>
                <a:gdLst>
                  <a:gd name="T0" fmla="*/ 0 w 130"/>
                  <a:gd name="T1" fmla="*/ 747 h 615"/>
                  <a:gd name="T2" fmla="*/ 24 w 130"/>
                  <a:gd name="T3" fmla="*/ 511 h 615"/>
                  <a:gd name="T4" fmla="*/ 109 w 130"/>
                  <a:gd name="T5" fmla="*/ 357 h 615"/>
                  <a:gd name="T6" fmla="*/ 115 w 130"/>
                  <a:gd name="T7" fmla="*/ 254 h 615"/>
                  <a:gd name="T8" fmla="*/ 149 w 130"/>
                  <a:gd name="T9" fmla="*/ 166 h 615"/>
                  <a:gd name="T10" fmla="*/ 143 w 130"/>
                  <a:gd name="T11" fmla="*/ 0 h 61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0" h="615">
                    <a:moveTo>
                      <a:pt x="0" y="615"/>
                    </a:moveTo>
                    <a:cubicBezTo>
                      <a:pt x="0" y="615"/>
                      <a:pt x="0" y="472"/>
                      <a:pt x="20" y="421"/>
                    </a:cubicBezTo>
                    <a:cubicBezTo>
                      <a:pt x="41" y="370"/>
                      <a:pt x="95" y="311"/>
                      <a:pt x="89" y="294"/>
                    </a:cubicBezTo>
                    <a:cubicBezTo>
                      <a:pt x="83" y="276"/>
                      <a:pt x="69" y="263"/>
                      <a:pt x="94" y="209"/>
                    </a:cubicBezTo>
                    <a:cubicBezTo>
                      <a:pt x="119" y="154"/>
                      <a:pt x="130" y="156"/>
                      <a:pt x="122" y="137"/>
                    </a:cubicBezTo>
                    <a:cubicBezTo>
                      <a:pt x="113" y="118"/>
                      <a:pt x="92" y="50"/>
                      <a:pt x="117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441" name="Freeform 424">
                <a:extLst>
                  <a:ext uri="{FF2B5EF4-FFF2-40B4-BE49-F238E27FC236}">
                    <a16:creationId xmlns:a16="http://schemas.microsoft.com/office/drawing/2014/main" id="{2672EE51-F230-4967-A8F3-5E61FB0A86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8" y="1554"/>
                <a:ext cx="99" cy="30"/>
              </a:xfrm>
              <a:custGeom>
                <a:avLst/>
                <a:gdLst>
                  <a:gd name="T0" fmla="*/ 112 w 93"/>
                  <a:gd name="T1" fmla="*/ 33 h 28"/>
                  <a:gd name="T2" fmla="*/ 94 w 93"/>
                  <a:gd name="T3" fmla="*/ 27 h 28"/>
                  <a:gd name="T4" fmla="*/ 0 w 93"/>
                  <a:gd name="T5" fmla="*/ 0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3" h="28">
                    <a:moveTo>
                      <a:pt x="93" y="27"/>
                    </a:moveTo>
                    <a:cubicBezTo>
                      <a:pt x="93" y="27"/>
                      <a:pt x="87" y="28"/>
                      <a:pt x="78" y="21"/>
                    </a:cubicBezTo>
                    <a:cubicBezTo>
                      <a:pt x="69" y="14"/>
                      <a:pt x="30" y="22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442" name="Freeform 425">
                <a:extLst>
                  <a:ext uri="{FF2B5EF4-FFF2-40B4-BE49-F238E27FC236}">
                    <a16:creationId xmlns:a16="http://schemas.microsoft.com/office/drawing/2014/main" id="{BACE141A-5D54-409B-9C3A-DC14484A11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8" y="1620"/>
                <a:ext cx="20" cy="44"/>
              </a:xfrm>
              <a:custGeom>
                <a:avLst/>
                <a:gdLst>
                  <a:gd name="T0" fmla="*/ 0 w 19"/>
                  <a:gd name="T1" fmla="*/ 0 h 41"/>
                  <a:gd name="T2" fmla="*/ 22 w 19"/>
                  <a:gd name="T3" fmla="*/ 50 h 4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41">
                    <a:moveTo>
                      <a:pt x="0" y="0"/>
                    </a:moveTo>
                    <a:cubicBezTo>
                      <a:pt x="0" y="0"/>
                      <a:pt x="9" y="17"/>
                      <a:pt x="19" y="41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443" name="Freeform 426">
                <a:extLst>
                  <a:ext uri="{FF2B5EF4-FFF2-40B4-BE49-F238E27FC236}">
                    <a16:creationId xmlns:a16="http://schemas.microsoft.com/office/drawing/2014/main" id="{D4E6E8C8-1549-49B9-AA46-CCD50F5342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2" y="1709"/>
                <a:ext cx="493" cy="270"/>
              </a:xfrm>
              <a:custGeom>
                <a:avLst/>
                <a:gdLst>
                  <a:gd name="T0" fmla="*/ 33 w 462"/>
                  <a:gd name="T1" fmla="*/ 0 h 254"/>
                  <a:gd name="T2" fmla="*/ 27 w 462"/>
                  <a:gd name="T3" fmla="*/ 100 h 254"/>
                  <a:gd name="T4" fmla="*/ 120 w 462"/>
                  <a:gd name="T5" fmla="*/ 185 h 254"/>
                  <a:gd name="T6" fmla="*/ 217 w 462"/>
                  <a:gd name="T7" fmla="*/ 221 h 254"/>
                  <a:gd name="T8" fmla="*/ 561 w 462"/>
                  <a:gd name="T9" fmla="*/ 161 h 25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62" h="254">
                    <a:moveTo>
                      <a:pt x="27" y="0"/>
                    </a:moveTo>
                    <a:cubicBezTo>
                      <a:pt x="27" y="0"/>
                      <a:pt x="0" y="62"/>
                      <a:pt x="22" y="83"/>
                    </a:cubicBezTo>
                    <a:cubicBezTo>
                      <a:pt x="44" y="103"/>
                      <a:pt x="85" y="146"/>
                      <a:pt x="98" y="154"/>
                    </a:cubicBezTo>
                    <a:cubicBezTo>
                      <a:pt x="112" y="163"/>
                      <a:pt x="138" y="178"/>
                      <a:pt x="178" y="184"/>
                    </a:cubicBezTo>
                    <a:cubicBezTo>
                      <a:pt x="217" y="190"/>
                      <a:pt x="455" y="254"/>
                      <a:pt x="462" y="134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444" name="Freeform 427">
                <a:extLst>
                  <a:ext uri="{FF2B5EF4-FFF2-40B4-BE49-F238E27FC236}">
                    <a16:creationId xmlns:a16="http://schemas.microsoft.com/office/drawing/2014/main" id="{533BB657-14BB-47EA-A7D7-036C3B2763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9" y="1834"/>
                <a:ext cx="112" cy="53"/>
              </a:xfrm>
              <a:custGeom>
                <a:avLst/>
                <a:gdLst>
                  <a:gd name="T0" fmla="*/ 55 w 105"/>
                  <a:gd name="T1" fmla="*/ 0 h 49"/>
                  <a:gd name="T2" fmla="*/ 68 w 105"/>
                  <a:gd name="T3" fmla="*/ 1 h 49"/>
                  <a:gd name="T4" fmla="*/ 126 w 105"/>
                  <a:gd name="T5" fmla="*/ 38 h 49"/>
                  <a:gd name="T6" fmla="*/ 61 w 105"/>
                  <a:gd name="T7" fmla="*/ 57 h 49"/>
                  <a:gd name="T8" fmla="*/ 2 w 105"/>
                  <a:gd name="T9" fmla="*/ 19 h 49"/>
                  <a:gd name="T10" fmla="*/ 36 w 105"/>
                  <a:gd name="T11" fmla="*/ 1 h 4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5" h="49">
                    <a:moveTo>
                      <a:pt x="46" y="0"/>
                    </a:moveTo>
                    <a:cubicBezTo>
                      <a:pt x="49" y="1"/>
                      <a:pt x="52" y="1"/>
                      <a:pt x="56" y="1"/>
                    </a:cubicBezTo>
                    <a:cubicBezTo>
                      <a:pt x="84" y="5"/>
                      <a:pt x="105" y="18"/>
                      <a:pt x="104" y="30"/>
                    </a:cubicBezTo>
                    <a:cubicBezTo>
                      <a:pt x="102" y="42"/>
                      <a:pt x="78" y="49"/>
                      <a:pt x="50" y="45"/>
                    </a:cubicBezTo>
                    <a:cubicBezTo>
                      <a:pt x="22" y="41"/>
                      <a:pt x="0" y="28"/>
                      <a:pt x="2" y="16"/>
                    </a:cubicBezTo>
                    <a:cubicBezTo>
                      <a:pt x="3" y="8"/>
                      <a:pt x="14" y="3"/>
                      <a:pt x="30" y="1"/>
                    </a:cubicBezTo>
                  </a:path>
                </a:pathLst>
              </a:custGeom>
              <a:solidFill>
                <a:srgbClr val="EFCA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445" name="Freeform 428">
                <a:extLst>
                  <a:ext uri="{FF2B5EF4-FFF2-40B4-BE49-F238E27FC236}">
                    <a16:creationId xmlns:a16="http://schemas.microsoft.com/office/drawing/2014/main" id="{E9A591A5-172E-47D9-A3CD-65A8CB16F2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5" y="1834"/>
                <a:ext cx="112" cy="53"/>
              </a:xfrm>
              <a:custGeom>
                <a:avLst/>
                <a:gdLst>
                  <a:gd name="T0" fmla="*/ 73 w 105"/>
                  <a:gd name="T1" fmla="*/ 0 h 49"/>
                  <a:gd name="T2" fmla="*/ 61 w 105"/>
                  <a:gd name="T3" fmla="*/ 1 h 49"/>
                  <a:gd name="T4" fmla="*/ 2 w 105"/>
                  <a:gd name="T5" fmla="*/ 38 h 49"/>
                  <a:gd name="T6" fmla="*/ 68 w 105"/>
                  <a:gd name="T7" fmla="*/ 57 h 49"/>
                  <a:gd name="T8" fmla="*/ 126 w 105"/>
                  <a:gd name="T9" fmla="*/ 19 h 49"/>
                  <a:gd name="T10" fmla="*/ 92 w 105"/>
                  <a:gd name="T11" fmla="*/ 1 h 4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5" h="49">
                    <a:moveTo>
                      <a:pt x="60" y="0"/>
                    </a:moveTo>
                    <a:cubicBezTo>
                      <a:pt x="56" y="1"/>
                      <a:pt x="53" y="1"/>
                      <a:pt x="50" y="1"/>
                    </a:cubicBezTo>
                    <a:cubicBezTo>
                      <a:pt x="22" y="5"/>
                      <a:pt x="0" y="18"/>
                      <a:pt x="2" y="30"/>
                    </a:cubicBezTo>
                    <a:cubicBezTo>
                      <a:pt x="4" y="42"/>
                      <a:pt x="28" y="49"/>
                      <a:pt x="56" y="45"/>
                    </a:cubicBezTo>
                    <a:cubicBezTo>
                      <a:pt x="84" y="41"/>
                      <a:pt x="105" y="28"/>
                      <a:pt x="104" y="16"/>
                    </a:cubicBezTo>
                    <a:cubicBezTo>
                      <a:pt x="103" y="8"/>
                      <a:pt x="92" y="3"/>
                      <a:pt x="76" y="1"/>
                    </a:cubicBezTo>
                  </a:path>
                </a:pathLst>
              </a:custGeom>
              <a:solidFill>
                <a:srgbClr val="EFCA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446" name="Freeform 429">
                <a:extLst>
                  <a:ext uri="{FF2B5EF4-FFF2-40B4-BE49-F238E27FC236}">
                    <a16:creationId xmlns:a16="http://schemas.microsoft.com/office/drawing/2014/main" id="{1595B3FD-E38D-44E8-A3D2-268A274CA5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6" y="1834"/>
                <a:ext cx="12" cy="1"/>
              </a:xfrm>
              <a:custGeom>
                <a:avLst/>
                <a:gdLst>
                  <a:gd name="T0" fmla="*/ 0 w 12"/>
                  <a:gd name="T1" fmla="*/ 1 h 1"/>
                  <a:gd name="T2" fmla="*/ 12 w 1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1">
                    <a:moveTo>
                      <a:pt x="0" y="1"/>
                    </a:moveTo>
                    <a:cubicBezTo>
                      <a:pt x="4" y="0"/>
                      <a:pt x="8" y="0"/>
                      <a:pt x="12" y="0"/>
                    </a:cubicBezTo>
                  </a:path>
                </a:pathLst>
              </a:custGeom>
              <a:solidFill>
                <a:srgbClr val="EFCA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447" name="Freeform 430">
                <a:extLst>
                  <a:ext uri="{FF2B5EF4-FFF2-40B4-BE49-F238E27FC236}">
                    <a16:creationId xmlns:a16="http://schemas.microsoft.com/office/drawing/2014/main" id="{645976EE-132A-44FE-AEAA-92D73BF4B2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7" y="1840"/>
                <a:ext cx="7" cy="3"/>
              </a:xfrm>
              <a:custGeom>
                <a:avLst/>
                <a:gdLst>
                  <a:gd name="T0" fmla="*/ 0 w 7"/>
                  <a:gd name="T1" fmla="*/ 3 h 3"/>
                  <a:gd name="T2" fmla="*/ 7 w 7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3">
                    <a:moveTo>
                      <a:pt x="0" y="3"/>
                    </a:moveTo>
                    <a:cubicBezTo>
                      <a:pt x="2" y="2"/>
                      <a:pt x="4" y="1"/>
                      <a:pt x="7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448" name="Freeform 431">
                <a:extLst>
                  <a:ext uri="{FF2B5EF4-FFF2-40B4-BE49-F238E27FC236}">
                    <a16:creationId xmlns:a16="http://schemas.microsoft.com/office/drawing/2014/main" id="{14BEF5E5-8F3D-4E10-BD87-AED4033F58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2" y="1834"/>
                <a:ext cx="109" cy="53"/>
              </a:xfrm>
              <a:custGeom>
                <a:avLst/>
                <a:gdLst>
                  <a:gd name="T0" fmla="*/ 47 w 102"/>
                  <a:gd name="T1" fmla="*/ 0 h 49"/>
                  <a:gd name="T2" fmla="*/ 65 w 102"/>
                  <a:gd name="T3" fmla="*/ 1 h 49"/>
                  <a:gd name="T4" fmla="*/ 123 w 102"/>
                  <a:gd name="T5" fmla="*/ 38 h 49"/>
                  <a:gd name="T6" fmla="*/ 57 w 102"/>
                  <a:gd name="T7" fmla="*/ 57 h 49"/>
                  <a:gd name="T8" fmla="*/ 0 w 102"/>
                  <a:gd name="T9" fmla="*/ 29 h 4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2" h="49">
                    <a:moveTo>
                      <a:pt x="38" y="0"/>
                    </a:moveTo>
                    <a:cubicBezTo>
                      <a:pt x="43" y="0"/>
                      <a:pt x="48" y="1"/>
                      <a:pt x="53" y="1"/>
                    </a:cubicBezTo>
                    <a:cubicBezTo>
                      <a:pt x="81" y="5"/>
                      <a:pt x="102" y="18"/>
                      <a:pt x="101" y="30"/>
                    </a:cubicBezTo>
                    <a:cubicBezTo>
                      <a:pt x="99" y="42"/>
                      <a:pt x="75" y="49"/>
                      <a:pt x="47" y="45"/>
                    </a:cubicBezTo>
                    <a:cubicBezTo>
                      <a:pt x="24" y="42"/>
                      <a:pt x="6" y="33"/>
                      <a:pt x="0" y="23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449" name="Freeform 432">
                <a:extLst>
                  <a:ext uri="{FF2B5EF4-FFF2-40B4-BE49-F238E27FC236}">
                    <a16:creationId xmlns:a16="http://schemas.microsoft.com/office/drawing/2014/main" id="{F1C0756E-58B0-4D65-9FCB-8C7BC0A32B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0" y="1835"/>
                <a:ext cx="11" cy="3"/>
              </a:xfrm>
              <a:custGeom>
                <a:avLst/>
                <a:gdLst>
                  <a:gd name="T0" fmla="*/ 0 w 11"/>
                  <a:gd name="T1" fmla="*/ 8 h 2"/>
                  <a:gd name="T2" fmla="*/ 1 w 11"/>
                  <a:gd name="T3" fmla="*/ 8 h 2"/>
                  <a:gd name="T4" fmla="*/ 11 w 11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2">
                    <a:moveTo>
                      <a:pt x="0" y="2"/>
                    </a:moveTo>
                    <a:cubicBezTo>
                      <a:pt x="0" y="2"/>
                      <a:pt x="0" y="2"/>
                      <a:pt x="1" y="2"/>
                    </a:cubicBezTo>
                    <a:cubicBezTo>
                      <a:pt x="4" y="1"/>
                      <a:pt x="7" y="0"/>
                      <a:pt x="11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450" name="Freeform 433">
                <a:extLst>
                  <a:ext uri="{FF2B5EF4-FFF2-40B4-BE49-F238E27FC236}">
                    <a16:creationId xmlns:a16="http://schemas.microsoft.com/office/drawing/2014/main" id="{6D602298-91CA-4F5F-B722-AAAD53435F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3" y="1609"/>
                <a:ext cx="62" cy="24"/>
              </a:xfrm>
              <a:custGeom>
                <a:avLst/>
                <a:gdLst>
                  <a:gd name="T0" fmla="*/ 71 w 58"/>
                  <a:gd name="T1" fmla="*/ 0 h 22"/>
                  <a:gd name="T2" fmla="*/ 0 w 58"/>
                  <a:gd name="T3" fmla="*/ 28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8" h="22">
                    <a:moveTo>
                      <a:pt x="58" y="0"/>
                    </a:moveTo>
                    <a:cubicBezTo>
                      <a:pt x="39" y="5"/>
                      <a:pt x="21" y="18"/>
                      <a:pt x="0" y="22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451" name="Freeform 434">
                <a:extLst>
                  <a:ext uri="{FF2B5EF4-FFF2-40B4-BE49-F238E27FC236}">
                    <a16:creationId xmlns:a16="http://schemas.microsoft.com/office/drawing/2014/main" id="{0C426C29-3DB3-464F-B0E4-3F35852EA8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4" y="1882"/>
                <a:ext cx="68" cy="13"/>
              </a:xfrm>
              <a:custGeom>
                <a:avLst/>
                <a:gdLst>
                  <a:gd name="T0" fmla="*/ 79 w 63"/>
                  <a:gd name="T1" fmla="*/ 2 h 12"/>
                  <a:gd name="T2" fmla="*/ 0 w 63"/>
                  <a:gd name="T3" fmla="*/ 0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3" h="12">
                    <a:moveTo>
                      <a:pt x="63" y="2"/>
                    </a:moveTo>
                    <a:cubicBezTo>
                      <a:pt x="47" y="12"/>
                      <a:pt x="17" y="5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452" name="Freeform 435">
                <a:extLst>
                  <a:ext uri="{FF2B5EF4-FFF2-40B4-BE49-F238E27FC236}">
                    <a16:creationId xmlns:a16="http://schemas.microsoft.com/office/drawing/2014/main" id="{8D4A75F2-5334-431A-BB46-47FD99B124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0" y="1838"/>
                <a:ext cx="39" cy="23"/>
              </a:xfrm>
              <a:custGeom>
                <a:avLst/>
                <a:gdLst>
                  <a:gd name="T0" fmla="*/ 0 w 37"/>
                  <a:gd name="T1" fmla="*/ 0 h 22"/>
                  <a:gd name="T2" fmla="*/ 43 w 37"/>
                  <a:gd name="T3" fmla="*/ 25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7" h="22">
                    <a:moveTo>
                      <a:pt x="0" y="0"/>
                    </a:moveTo>
                    <a:cubicBezTo>
                      <a:pt x="15" y="2"/>
                      <a:pt x="25" y="13"/>
                      <a:pt x="37" y="22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453" name="Freeform 436">
                <a:extLst>
                  <a:ext uri="{FF2B5EF4-FFF2-40B4-BE49-F238E27FC236}">
                    <a16:creationId xmlns:a16="http://schemas.microsoft.com/office/drawing/2014/main" id="{B8261750-C570-414C-8AEA-ABF9639F35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9" y="1920"/>
                <a:ext cx="70" cy="40"/>
              </a:xfrm>
              <a:custGeom>
                <a:avLst/>
                <a:gdLst>
                  <a:gd name="T0" fmla="*/ 0 w 65"/>
                  <a:gd name="T1" fmla="*/ 0 h 38"/>
                  <a:gd name="T2" fmla="*/ 81 w 65"/>
                  <a:gd name="T3" fmla="*/ 44 h 3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5" h="38">
                    <a:moveTo>
                      <a:pt x="0" y="0"/>
                    </a:moveTo>
                    <a:cubicBezTo>
                      <a:pt x="5" y="36"/>
                      <a:pt x="45" y="22"/>
                      <a:pt x="65" y="38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454" name="Freeform 437">
                <a:extLst>
                  <a:ext uri="{FF2B5EF4-FFF2-40B4-BE49-F238E27FC236}">
                    <a16:creationId xmlns:a16="http://schemas.microsoft.com/office/drawing/2014/main" id="{CBFDF958-514C-46EF-9EE5-AD049AD282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3" y="2197"/>
                <a:ext cx="67" cy="17"/>
              </a:xfrm>
              <a:custGeom>
                <a:avLst/>
                <a:gdLst>
                  <a:gd name="T0" fmla="*/ 0 w 63"/>
                  <a:gd name="T1" fmla="*/ 15 h 16"/>
                  <a:gd name="T2" fmla="*/ 76 w 63"/>
                  <a:gd name="T3" fmla="*/ 0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3" h="16">
                    <a:moveTo>
                      <a:pt x="0" y="12"/>
                    </a:moveTo>
                    <a:cubicBezTo>
                      <a:pt x="24" y="16"/>
                      <a:pt x="40" y="8"/>
                      <a:pt x="63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455" name="Freeform 438">
                <a:extLst>
                  <a:ext uri="{FF2B5EF4-FFF2-40B4-BE49-F238E27FC236}">
                    <a16:creationId xmlns:a16="http://schemas.microsoft.com/office/drawing/2014/main" id="{147D970C-76E9-4A01-8091-3DD0CD2C8A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5" y="943"/>
                <a:ext cx="9" cy="75"/>
              </a:xfrm>
              <a:custGeom>
                <a:avLst/>
                <a:gdLst>
                  <a:gd name="T0" fmla="*/ 0 w 9"/>
                  <a:gd name="T1" fmla="*/ 86 h 70"/>
                  <a:gd name="T2" fmla="*/ 7 w 9"/>
                  <a:gd name="T3" fmla="*/ 41 h 70"/>
                  <a:gd name="T4" fmla="*/ 6 w 9"/>
                  <a:gd name="T5" fmla="*/ 0 h 7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70">
                    <a:moveTo>
                      <a:pt x="0" y="70"/>
                    </a:moveTo>
                    <a:cubicBezTo>
                      <a:pt x="0" y="70"/>
                      <a:pt x="9" y="45"/>
                      <a:pt x="7" y="33"/>
                    </a:cubicBezTo>
                    <a:cubicBezTo>
                      <a:pt x="6" y="21"/>
                      <a:pt x="6" y="0"/>
                      <a:pt x="6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456" name="Freeform 439">
                <a:extLst>
                  <a:ext uri="{FF2B5EF4-FFF2-40B4-BE49-F238E27FC236}">
                    <a16:creationId xmlns:a16="http://schemas.microsoft.com/office/drawing/2014/main" id="{29DEB87F-EA06-41E2-AB05-7DF343DCF2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0" y="933"/>
                <a:ext cx="20" cy="29"/>
              </a:xfrm>
              <a:custGeom>
                <a:avLst/>
                <a:gdLst>
                  <a:gd name="T0" fmla="*/ 22 w 19"/>
                  <a:gd name="T1" fmla="*/ 33 h 27"/>
                  <a:gd name="T2" fmla="*/ 3 w 19"/>
                  <a:gd name="T3" fmla="*/ 32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27">
                    <a:moveTo>
                      <a:pt x="19" y="27"/>
                    </a:moveTo>
                    <a:cubicBezTo>
                      <a:pt x="19" y="27"/>
                      <a:pt x="0" y="0"/>
                      <a:pt x="3" y="26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457" name="Freeform 440">
                <a:extLst>
                  <a:ext uri="{FF2B5EF4-FFF2-40B4-BE49-F238E27FC236}">
                    <a16:creationId xmlns:a16="http://schemas.microsoft.com/office/drawing/2014/main" id="{BA57660D-9FAF-4BA0-813B-EBFEEECBDB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7" y="972"/>
                <a:ext cx="13" cy="21"/>
              </a:xfrm>
              <a:custGeom>
                <a:avLst/>
                <a:gdLst>
                  <a:gd name="T0" fmla="*/ 15 w 12"/>
                  <a:gd name="T1" fmla="*/ 0 h 20"/>
                  <a:gd name="T2" fmla="*/ 14 w 12"/>
                  <a:gd name="T3" fmla="*/ 23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20">
                    <a:moveTo>
                      <a:pt x="12" y="0"/>
                    </a:moveTo>
                    <a:cubicBezTo>
                      <a:pt x="12" y="0"/>
                      <a:pt x="0" y="10"/>
                      <a:pt x="11" y="2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458" name="Freeform 441">
                <a:extLst>
                  <a:ext uri="{FF2B5EF4-FFF2-40B4-BE49-F238E27FC236}">
                    <a16:creationId xmlns:a16="http://schemas.microsoft.com/office/drawing/2014/main" id="{79253D92-8846-40C1-9858-6B36A50DF3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8" y="868"/>
                <a:ext cx="21" cy="58"/>
              </a:xfrm>
              <a:custGeom>
                <a:avLst/>
                <a:gdLst>
                  <a:gd name="T0" fmla="*/ 8 w 19"/>
                  <a:gd name="T1" fmla="*/ 0 h 54"/>
                  <a:gd name="T2" fmla="*/ 0 w 19"/>
                  <a:gd name="T3" fmla="*/ 67 h 54"/>
                  <a:gd name="T4" fmla="*/ 8 w 19"/>
                  <a:gd name="T5" fmla="*/ 0 h 5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54">
                    <a:moveTo>
                      <a:pt x="5" y="0"/>
                    </a:moveTo>
                    <a:cubicBezTo>
                      <a:pt x="5" y="0"/>
                      <a:pt x="15" y="21"/>
                      <a:pt x="0" y="54"/>
                    </a:cubicBezTo>
                    <a:cubicBezTo>
                      <a:pt x="0" y="54"/>
                      <a:pt x="19" y="26"/>
                      <a:pt x="5" y="0"/>
                    </a:cubicBezTo>
                    <a:close/>
                  </a:path>
                </a:pathLst>
              </a:custGeom>
              <a:solidFill>
                <a:srgbClr val="A57A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459" name="Freeform 442">
                <a:extLst>
                  <a:ext uri="{FF2B5EF4-FFF2-40B4-BE49-F238E27FC236}">
                    <a16:creationId xmlns:a16="http://schemas.microsoft.com/office/drawing/2014/main" id="{6FEE1814-6EAE-440A-9EC6-01BBAF7097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2" y="942"/>
                <a:ext cx="20" cy="110"/>
              </a:xfrm>
              <a:custGeom>
                <a:avLst/>
                <a:gdLst>
                  <a:gd name="T0" fmla="*/ 22 w 19"/>
                  <a:gd name="T1" fmla="*/ 0 h 103"/>
                  <a:gd name="T2" fmla="*/ 7 w 19"/>
                  <a:gd name="T3" fmla="*/ 21 h 103"/>
                  <a:gd name="T4" fmla="*/ 4 w 19"/>
                  <a:gd name="T5" fmla="*/ 54 h 103"/>
                  <a:gd name="T6" fmla="*/ 3 w 19"/>
                  <a:gd name="T7" fmla="*/ 125 h 103"/>
                  <a:gd name="T8" fmla="*/ 5 w 19"/>
                  <a:gd name="T9" fmla="*/ 88 h 103"/>
                  <a:gd name="T10" fmla="*/ 6 w 19"/>
                  <a:gd name="T11" fmla="*/ 57 h 103"/>
                  <a:gd name="T12" fmla="*/ 9 w 19"/>
                  <a:gd name="T13" fmla="*/ 29 h 103"/>
                  <a:gd name="T14" fmla="*/ 22 w 19"/>
                  <a:gd name="T15" fmla="*/ 18 h 103"/>
                  <a:gd name="T16" fmla="*/ 20 w 19"/>
                  <a:gd name="T17" fmla="*/ 5 h 10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9" h="103">
                    <a:moveTo>
                      <a:pt x="19" y="0"/>
                    </a:moveTo>
                    <a:cubicBezTo>
                      <a:pt x="15" y="6"/>
                      <a:pt x="10" y="12"/>
                      <a:pt x="7" y="18"/>
                    </a:cubicBezTo>
                    <a:cubicBezTo>
                      <a:pt x="3" y="26"/>
                      <a:pt x="3" y="36"/>
                      <a:pt x="4" y="45"/>
                    </a:cubicBezTo>
                    <a:cubicBezTo>
                      <a:pt x="6" y="65"/>
                      <a:pt x="0" y="83"/>
                      <a:pt x="3" y="103"/>
                    </a:cubicBezTo>
                    <a:cubicBezTo>
                      <a:pt x="0" y="92"/>
                      <a:pt x="5" y="84"/>
                      <a:pt x="5" y="72"/>
                    </a:cubicBezTo>
                    <a:cubicBezTo>
                      <a:pt x="6" y="63"/>
                      <a:pt x="6" y="54"/>
                      <a:pt x="6" y="47"/>
                    </a:cubicBezTo>
                    <a:cubicBezTo>
                      <a:pt x="6" y="39"/>
                      <a:pt x="6" y="31"/>
                      <a:pt x="9" y="23"/>
                    </a:cubicBezTo>
                    <a:cubicBezTo>
                      <a:pt x="10" y="20"/>
                      <a:pt x="15" y="9"/>
                      <a:pt x="19" y="15"/>
                    </a:cubicBezTo>
                    <a:cubicBezTo>
                      <a:pt x="17" y="12"/>
                      <a:pt x="17" y="9"/>
                      <a:pt x="17" y="5"/>
                    </a:cubicBezTo>
                  </a:path>
                </a:pathLst>
              </a:custGeom>
              <a:solidFill>
                <a:srgbClr val="A57A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460" name="Freeform 443">
                <a:extLst>
                  <a:ext uri="{FF2B5EF4-FFF2-40B4-BE49-F238E27FC236}">
                    <a16:creationId xmlns:a16="http://schemas.microsoft.com/office/drawing/2014/main" id="{E860C9FA-148E-4FA4-A3C4-95F530977C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5" y="1051"/>
                <a:ext cx="14" cy="71"/>
              </a:xfrm>
              <a:custGeom>
                <a:avLst/>
                <a:gdLst>
                  <a:gd name="T0" fmla="*/ 11 w 13"/>
                  <a:gd name="T1" fmla="*/ 0 h 67"/>
                  <a:gd name="T2" fmla="*/ 6 w 13"/>
                  <a:gd name="T3" fmla="*/ 32 h 67"/>
                  <a:gd name="T4" fmla="*/ 0 w 13"/>
                  <a:gd name="T5" fmla="*/ 57 h 67"/>
                  <a:gd name="T6" fmla="*/ 3 w 13"/>
                  <a:gd name="T7" fmla="*/ 79 h 67"/>
                  <a:gd name="T8" fmla="*/ 3 w 13"/>
                  <a:gd name="T9" fmla="*/ 57 h 67"/>
                  <a:gd name="T10" fmla="*/ 12 w 13"/>
                  <a:gd name="T11" fmla="*/ 28 h 67"/>
                  <a:gd name="T12" fmla="*/ 15 w 13"/>
                  <a:gd name="T13" fmla="*/ 14 h 67"/>
                  <a:gd name="T14" fmla="*/ 10 w 13"/>
                  <a:gd name="T15" fmla="*/ 0 h 6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3" h="67">
                    <a:moveTo>
                      <a:pt x="8" y="0"/>
                    </a:moveTo>
                    <a:cubicBezTo>
                      <a:pt x="11" y="8"/>
                      <a:pt x="9" y="18"/>
                      <a:pt x="6" y="26"/>
                    </a:cubicBezTo>
                    <a:cubicBezTo>
                      <a:pt x="3" y="34"/>
                      <a:pt x="1" y="41"/>
                      <a:pt x="0" y="48"/>
                    </a:cubicBezTo>
                    <a:cubicBezTo>
                      <a:pt x="0" y="55"/>
                      <a:pt x="2" y="61"/>
                      <a:pt x="3" y="67"/>
                    </a:cubicBezTo>
                    <a:cubicBezTo>
                      <a:pt x="1" y="62"/>
                      <a:pt x="2" y="54"/>
                      <a:pt x="3" y="48"/>
                    </a:cubicBezTo>
                    <a:cubicBezTo>
                      <a:pt x="3" y="40"/>
                      <a:pt x="6" y="32"/>
                      <a:pt x="9" y="24"/>
                    </a:cubicBezTo>
                    <a:cubicBezTo>
                      <a:pt x="10" y="20"/>
                      <a:pt x="12" y="15"/>
                      <a:pt x="12" y="11"/>
                    </a:cubicBezTo>
                    <a:cubicBezTo>
                      <a:pt x="13" y="6"/>
                      <a:pt x="10" y="3"/>
                      <a:pt x="7" y="0"/>
                    </a:cubicBezTo>
                  </a:path>
                </a:pathLst>
              </a:custGeom>
              <a:solidFill>
                <a:srgbClr val="A57A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461" name="Freeform 444">
                <a:extLst>
                  <a:ext uri="{FF2B5EF4-FFF2-40B4-BE49-F238E27FC236}">
                    <a16:creationId xmlns:a16="http://schemas.microsoft.com/office/drawing/2014/main" id="{93FCABAB-1D9E-4250-BD7F-6BB92FF21B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6" y="2201"/>
                <a:ext cx="1041" cy="335"/>
              </a:xfrm>
              <a:custGeom>
                <a:avLst/>
                <a:gdLst>
                  <a:gd name="T0" fmla="*/ 0 w 975"/>
                  <a:gd name="T1" fmla="*/ 0 h 314"/>
                  <a:gd name="T2" fmla="*/ 161 w 975"/>
                  <a:gd name="T3" fmla="*/ 236 h 314"/>
                  <a:gd name="T4" fmla="*/ 442 w 975"/>
                  <a:gd name="T5" fmla="*/ 334 h 314"/>
                  <a:gd name="T6" fmla="*/ 743 w 975"/>
                  <a:gd name="T7" fmla="*/ 334 h 314"/>
                  <a:gd name="T8" fmla="*/ 1026 w 975"/>
                  <a:gd name="T9" fmla="*/ 236 h 314"/>
                  <a:gd name="T10" fmla="*/ 1186 w 975"/>
                  <a:gd name="T11" fmla="*/ 0 h 31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75" h="314">
                    <a:moveTo>
                      <a:pt x="0" y="0"/>
                    </a:moveTo>
                    <a:cubicBezTo>
                      <a:pt x="26" y="30"/>
                      <a:pt x="16" y="119"/>
                      <a:pt x="132" y="194"/>
                    </a:cubicBezTo>
                    <a:cubicBezTo>
                      <a:pt x="213" y="247"/>
                      <a:pt x="363" y="275"/>
                      <a:pt x="363" y="275"/>
                    </a:cubicBezTo>
                    <a:cubicBezTo>
                      <a:pt x="363" y="275"/>
                      <a:pt x="465" y="314"/>
                      <a:pt x="611" y="275"/>
                    </a:cubicBezTo>
                    <a:cubicBezTo>
                      <a:pt x="611" y="275"/>
                      <a:pt x="761" y="247"/>
                      <a:pt x="843" y="194"/>
                    </a:cubicBezTo>
                    <a:cubicBezTo>
                      <a:pt x="958" y="119"/>
                      <a:pt x="948" y="30"/>
                      <a:pt x="975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462" name="Freeform 445">
                <a:extLst>
                  <a:ext uri="{FF2B5EF4-FFF2-40B4-BE49-F238E27FC236}">
                    <a16:creationId xmlns:a16="http://schemas.microsoft.com/office/drawing/2014/main" id="{BDED9A63-52D0-4413-A5E5-E4AD4CE628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6" y="2478"/>
                <a:ext cx="200" cy="39"/>
              </a:xfrm>
              <a:custGeom>
                <a:avLst/>
                <a:gdLst>
                  <a:gd name="T0" fmla="*/ 227 w 188"/>
                  <a:gd name="T1" fmla="*/ 12 h 36"/>
                  <a:gd name="T2" fmla="*/ 135 w 188"/>
                  <a:gd name="T3" fmla="*/ 2 h 36"/>
                  <a:gd name="T4" fmla="*/ 0 w 188"/>
                  <a:gd name="T5" fmla="*/ 46 h 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8" h="36">
                    <a:moveTo>
                      <a:pt x="188" y="9"/>
                    </a:moveTo>
                    <a:cubicBezTo>
                      <a:pt x="188" y="9"/>
                      <a:pt x="134" y="5"/>
                      <a:pt x="112" y="2"/>
                    </a:cubicBezTo>
                    <a:cubicBezTo>
                      <a:pt x="90" y="0"/>
                      <a:pt x="25" y="2"/>
                      <a:pt x="0" y="36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463" name="Freeform 446">
                <a:extLst>
                  <a:ext uri="{FF2B5EF4-FFF2-40B4-BE49-F238E27FC236}">
                    <a16:creationId xmlns:a16="http://schemas.microsoft.com/office/drawing/2014/main" id="{957E401D-BCD0-4722-9F47-EAA886744A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0" y="2776"/>
                <a:ext cx="69" cy="48"/>
              </a:xfrm>
              <a:custGeom>
                <a:avLst/>
                <a:gdLst>
                  <a:gd name="T0" fmla="*/ 0 w 64"/>
                  <a:gd name="T1" fmla="*/ 0 h 45"/>
                  <a:gd name="T2" fmla="*/ 80 w 64"/>
                  <a:gd name="T3" fmla="*/ 54 h 4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4" h="45">
                    <a:moveTo>
                      <a:pt x="0" y="0"/>
                    </a:moveTo>
                    <a:cubicBezTo>
                      <a:pt x="0" y="0"/>
                      <a:pt x="56" y="32"/>
                      <a:pt x="64" y="45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464" name="Freeform 447">
                <a:extLst>
                  <a:ext uri="{FF2B5EF4-FFF2-40B4-BE49-F238E27FC236}">
                    <a16:creationId xmlns:a16="http://schemas.microsoft.com/office/drawing/2014/main" id="{F2706381-941E-4D7A-B12A-F97542EA71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5" y="753"/>
                <a:ext cx="1863" cy="3314"/>
              </a:xfrm>
              <a:custGeom>
                <a:avLst/>
                <a:gdLst>
                  <a:gd name="T0" fmla="*/ 1256 w 1747"/>
                  <a:gd name="T1" fmla="*/ 206 h 3108"/>
                  <a:gd name="T2" fmla="*/ 1259 w 1747"/>
                  <a:gd name="T3" fmla="*/ 424 h 3108"/>
                  <a:gd name="T4" fmla="*/ 1821 w 1747"/>
                  <a:gd name="T5" fmla="*/ 737 h 3108"/>
                  <a:gd name="T6" fmla="*/ 1980 w 1747"/>
                  <a:gd name="T7" fmla="*/ 1221 h 3108"/>
                  <a:gd name="T8" fmla="*/ 2066 w 1747"/>
                  <a:gd name="T9" fmla="*/ 1505 h 3108"/>
                  <a:gd name="T10" fmla="*/ 2079 w 1747"/>
                  <a:gd name="T11" fmla="*/ 1663 h 3108"/>
                  <a:gd name="T12" fmla="*/ 2102 w 1747"/>
                  <a:gd name="T13" fmla="*/ 1881 h 3108"/>
                  <a:gd name="T14" fmla="*/ 1965 w 1747"/>
                  <a:gd name="T15" fmla="*/ 2060 h 3108"/>
                  <a:gd name="T16" fmla="*/ 1900 w 1747"/>
                  <a:gd name="T17" fmla="*/ 1994 h 3108"/>
                  <a:gd name="T18" fmla="*/ 1867 w 1747"/>
                  <a:gd name="T19" fmla="*/ 1768 h 3108"/>
                  <a:gd name="T20" fmla="*/ 1779 w 1747"/>
                  <a:gd name="T21" fmla="*/ 1565 h 3108"/>
                  <a:gd name="T22" fmla="*/ 1769 w 1747"/>
                  <a:gd name="T23" fmla="*/ 2499 h 3108"/>
                  <a:gd name="T24" fmla="*/ 1714 w 1747"/>
                  <a:gd name="T25" fmla="*/ 2783 h 3108"/>
                  <a:gd name="T26" fmla="*/ 1699 w 1747"/>
                  <a:gd name="T27" fmla="*/ 3436 h 3108"/>
                  <a:gd name="T28" fmla="*/ 1741 w 1747"/>
                  <a:gd name="T29" fmla="*/ 3530 h 3108"/>
                  <a:gd name="T30" fmla="*/ 1864 w 1747"/>
                  <a:gd name="T31" fmla="*/ 3615 h 3108"/>
                  <a:gd name="T32" fmla="*/ 1905 w 1747"/>
                  <a:gd name="T33" fmla="*/ 3677 h 3108"/>
                  <a:gd name="T34" fmla="*/ 1873 w 1747"/>
                  <a:gd name="T35" fmla="*/ 3725 h 3108"/>
                  <a:gd name="T36" fmla="*/ 1786 w 1747"/>
                  <a:gd name="T37" fmla="*/ 3761 h 3108"/>
                  <a:gd name="T38" fmla="*/ 1701 w 1747"/>
                  <a:gd name="T39" fmla="*/ 3698 h 3108"/>
                  <a:gd name="T40" fmla="*/ 1457 w 1747"/>
                  <a:gd name="T41" fmla="*/ 3582 h 3108"/>
                  <a:gd name="T42" fmla="*/ 1392 w 1747"/>
                  <a:gd name="T43" fmla="*/ 3335 h 3108"/>
                  <a:gd name="T44" fmla="*/ 1226 w 1747"/>
                  <a:gd name="T45" fmla="*/ 2704 h 3108"/>
                  <a:gd name="T46" fmla="*/ 1082 w 1747"/>
                  <a:gd name="T47" fmla="*/ 2337 h 3108"/>
                  <a:gd name="T48" fmla="*/ 1060 w 1747"/>
                  <a:gd name="T49" fmla="*/ 2137 h 3108"/>
                  <a:gd name="T50" fmla="*/ 962 w 1747"/>
                  <a:gd name="T51" fmla="*/ 2600 h 3108"/>
                  <a:gd name="T52" fmla="*/ 884 w 1747"/>
                  <a:gd name="T53" fmla="*/ 2745 h 3108"/>
                  <a:gd name="T54" fmla="*/ 696 w 1747"/>
                  <a:gd name="T55" fmla="*/ 3424 h 3108"/>
                  <a:gd name="T56" fmla="*/ 533 w 1747"/>
                  <a:gd name="T57" fmla="*/ 3645 h 3108"/>
                  <a:gd name="T58" fmla="*/ 394 w 1747"/>
                  <a:gd name="T59" fmla="*/ 3716 h 3108"/>
                  <a:gd name="T60" fmla="*/ 286 w 1747"/>
                  <a:gd name="T61" fmla="*/ 3742 h 3108"/>
                  <a:gd name="T62" fmla="*/ 232 w 1747"/>
                  <a:gd name="T63" fmla="*/ 3719 h 3108"/>
                  <a:gd name="T64" fmla="*/ 225 w 1747"/>
                  <a:gd name="T65" fmla="*/ 3652 h 3108"/>
                  <a:gd name="T66" fmla="*/ 295 w 1747"/>
                  <a:gd name="T67" fmla="*/ 3601 h 3108"/>
                  <a:gd name="T68" fmla="*/ 418 w 1747"/>
                  <a:gd name="T69" fmla="*/ 3480 h 3108"/>
                  <a:gd name="T70" fmla="*/ 412 w 1747"/>
                  <a:gd name="T71" fmla="*/ 3406 h 3108"/>
                  <a:gd name="T72" fmla="*/ 376 w 1747"/>
                  <a:gd name="T73" fmla="*/ 2688 h 3108"/>
                  <a:gd name="T74" fmla="*/ 323 w 1747"/>
                  <a:gd name="T75" fmla="*/ 1816 h 3108"/>
                  <a:gd name="T76" fmla="*/ 269 w 1747"/>
                  <a:gd name="T77" fmla="*/ 1668 h 3108"/>
                  <a:gd name="T78" fmla="*/ 236 w 1747"/>
                  <a:gd name="T79" fmla="*/ 1859 h 3108"/>
                  <a:gd name="T80" fmla="*/ 184 w 1747"/>
                  <a:gd name="T81" fmla="*/ 1990 h 3108"/>
                  <a:gd name="T82" fmla="*/ 73 w 1747"/>
                  <a:gd name="T83" fmla="*/ 2007 h 3108"/>
                  <a:gd name="T84" fmla="*/ 30 w 1747"/>
                  <a:gd name="T85" fmla="*/ 1748 h 3108"/>
                  <a:gd name="T86" fmla="*/ 33 w 1747"/>
                  <a:gd name="T87" fmla="*/ 1639 h 3108"/>
                  <a:gd name="T88" fmla="*/ 97 w 1747"/>
                  <a:gd name="T89" fmla="*/ 1353 h 3108"/>
                  <a:gd name="T90" fmla="*/ 151 w 1747"/>
                  <a:gd name="T91" fmla="*/ 1129 h 3108"/>
                  <a:gd name="T92" fmla="*/ 761 w 1747"/>
                  <a:gd name="T93" fmla="*/ 498 h 3108"/>
                  <a:gd name="T94" fmla="*/ 876 w 1747"/>
                  <a:gd name="T95" fmla="*/ 300 h 3108"/>
                  <a:gd name="T96" fmla="*/ 883 w 1747"/>
                  <a:gd name="T97" fmla="*/ 221 h 3108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1747" h="3108">
                    <a:moveTo>
                      <a:pt x="875" y="0"/>
                    </a:moveTo>
                    <a:cubicBezTo>
                      <a:pt x="875" y="0"/>
                      <a:pt x="1009" y="17"/>
                      <a:pt x="1019" y="182"/>
                    </a:cubicBezTo>
                    <a:cubicBezTo>
                      <a:pt x="1019" y="182"/>
                      <a:pt x="1024" y="163"/>
                      <a:pt x="1036" y="170"/>
                    </a:cubicBezTo>
                    <a:cubicBezTo>
                      <a:pt x="1048" y="177"/>
                      <a:pt x="1053" y="190"/>
                      <a:pt x="1048" y="209"/>
                    </a:cubicBezTo>
                    <a:cubicBezTo>
                      <a:pt x="1045" y="219"/>
                      <a:pt x="1039" y="267"/>
                      <a:pt x="1025" y="248"/>
                    </a:cubicBezTo>
                    <a:cubicBezTo>
                      <a:pt x="1025" y="248"/>
                      <a:pt x="1048" y="293"/>
                      <a:pt x="1038" y="350"/>
                    </a:cubicBezTo>
                    <a:cubicBezTo>
                      <a:pt x="1038" y="350"/>
                      <a:pt x="1049" y="349"/>
                      <a:pt x="1054" y="365"/>
                    </a:cubicBezTo>
                    <a:cubicBezTo>
                      <a:pt x="1059" y="381"/>
                      <a:pt x="1094" y="404"/>
                      <a:pt x="1119" y="411"/>
                    </a:cubicBezTo>
                    <a:cubicBezTo>
                      <a:pt x="1144" y="418"/>
                      <a:pt x="1441" y="437"/>
                      <a:pt x="1502" y="608"/>
                    </a:cubicBezTo>
                    <a:cubicBezTo>
                      <a:pt x="1517" y="652"/>
                      <a:pt x="1530" y="667"/>
                      <a:pt x="1553" y="692"/>
                    </a:cubicBezTo>
                    <a:cubicBezTo>
                      <a:pt x="1576" y="717"/>
                      <a:pt x="1609" y="800"/>
                      <a:pt x="1622" y="931"/>
                    </a:cubicBezTo>
                    <a:cubicBezTo>
                      <a:pt x="1626" y="980"/>
                      <a:pt x="1621" y="990"/>
                      <a:pt x="1633" y="1007"/>
                    </a:cubicBezTo>
                    <a:cubicBezTo>
                      <a:pt x="1645" y="1024"/>
                      <a:pt x="1659" y="1038"/>
                      <a:pt x="1655" y="1062"/>
                    </a:cubicBezTo>
                    <a:cubicBezTo>
                      <a:pt x="1651" y="1086"/>
                      <a:pt x="1659" y="1100"/>
                      <a:pt x="1667" y="1116"/>
                    </a:cubicBezTo>
                    <a:cubicBezTo>
                      <a:pt x="1675" y="1132"/>
                      <a:pt x="1707" y="1204"/>
                      <a:pt x="1703" y="1241"/>
                    </a:cubicBezTo>
                    <a:cubicBezTo>
                      <a:pt x="1699" y="1278"/>
                      <a:pt x="1703" y="1291"/>
                      <a:pt x="1711" y="1298"/>
                    </a:cubicBezTo>
                    <a:cubicBezTo>
                      <a:pt x="1719" y="1305"/>
                      <a:pt x="1730" y="1340"/>
                      <a:pt x="1720" y="1351"/>
                    </a:cubicBezTo>
                    <a:cubicBezTo>
                      <a:pt x="1710" y="1362"/>
                      <a:pt x="1711" y="1361"/>
                      <a:pt x="1715" y="1372"/>
                    </a:cubicBezTo>
                    <a:cubicBezTo>
                      <a:pt x="1719" y="1383"/>
                      <a:pt x="1721" y="1386"/>
                      <a:pt x="1720" y="1398"/>
                    </a:cubicBezTo>
                    <a:cubicBezTo>
                      <a:pt x="1719" y="1410"/>
                      <a:pt x="1718" y="1420"/>
                      <a:pt x="1723" y="1441"/>
                    </a:cubicBezTo>
                    <a:cubicBezTo>
                      <a:pt x="1728" y="1462"/>
                      <a:pt x="1747" y="1521"/>
                      <a:pt x="1733" y="1551"/>
                    </a:cubicBezTo>
                    <a:cubicBezTo>
                      <a:pt x="1719" y="1581"/>
                      <a:pt x="1715" y="1591"/>
                      <a:pt x="1710" y="1605"/>
                    </a:cubicBezTo>
                    <a:cubicBezTo>
                      <a:pt x="1705" y="1619"/>
                      <a:pt x="1695" y="1647"/>
                      <a:pt x="1687" y="1655"/>
                    </a:cubicBezTo>
                    <a:cubicBezTo>
                      <a:pt x="1679" y="1663"/>
                      <a:pt x="1635" y="1704"/>
                      <a:pt x="1620" y="1699"/>
                    </a:cubicBezTo>
                    <a:cubicBezTo>
                      <a:pt x="1609" y="1695"/>
                      <a:pt x="1611" y="1680"/>
                      <a:pt x="1611" y="1680"/>
                    </a:cubicBezTo>
                    <a:cubicBezTo>
                      <a:pt x="1611" y="1680"/>
                      <a:pt x="1585" y="1668"/>
                      <a:pt x="1595" y="1641"/>
                    </a:cubicBezTo>
                    <a:cubicBezTo>
                      <a:pt x="1595" y="1641"/>
                      <a:pt x="1579" y="1654"/>
                      <a:pt x="1567" y="1645"/>
                    </a:cubicBezTo>
                    <a:cubicBezTo>
                      <a:pt x="1555" y="1635"/>
                      <a:pt x="1560" y="1603"/>
                      <a:pt x="1558" y="1592"/>
                    </a:cubicBezTo>
                    <a:cubicBezTo>
                      <a:pt x="1556" y="1582"/>
                      <a:pt x="1556" y="1552"/>
                      <a:pt x="1552" y="1533"/>
                    </a:cubicBezTo>
                    <a:cubicBezTo>
                      <a:pt x="1549" y="1514"/>
                      <a:pt x="1536" y="1477"/>
                      <a:pt x="1540" y="1458"/>
                    </a:cubicBezTo>
                    <a:cubicBezTo>
                      <a:pt x="1545" y="1440"/>
                      <a:pt x="1553" y="1420"/>
                      <a:pt x="1542" y="1407"/>
                    </a:cubicBezTo>
                    <a:cubicBezTo>
                      <a:pt x="1531" y="1394"/>
                      <a:pt x="1526" y="1384"/>
                      <a:pt x="1526" y="1376"/>
                    </a:cubicBezTo>
                    <a:cubicBezTo>
                      <a:pt x="1526" y="1368"/>
                      <a:pt x="1478" y="1328"/>
                      <a:pt x="1467" y="1291"/>
                    </a:cubicBezTo>
                    <a:cubicBezTo>
                      <a:pt x="1467" y="1291"/>
                      <a:pt x="1474" y="1378"/>
                      <a:pt x="1471" y="1404"/>
                    </a:cubicBezTo>
                    <a:cubicBezTo>
                      <a:pt x="1469" y="1429"/>
                      <a:pt x="1470" y="1470"/>
                      <a:pt x="1481" y="1498"/>
                    </a:cubicBezTo>
                    <a:cubicBezTo>
                      <a:pt x="1491" y="1526"/>
                      <a:pt x="1571" y="1846"/>
                      <a:pt x="1459" y="2061"/>
                    </a:cubicBezTo>
                    <a:cubicBezTo>
                      <a:pt x="1442" y="2093"/>
                      <a:pt x="1447" y="2108"/>
                      <a:pt x="1450" y="2126"/>
                    </a:cubicBezTo>
                    <a:cubicBezTo>
                      <a:pt x="1453" y="2145"/>
                      <a:pt x="1455" y="2196"/>
                      <a:pt x="1437" y="2217"/>
                    </a:cubicBezTo>
                    <a:cubicBezTo>
                      <a:pt x="1418" y="2238"/>
                      <a:pt x="1405" y="2258"/>
                      <a:pt x="1413" y="2296"/>
                    </a:cubicBezTo>
                    <a:cubicBezTo>
                      <a:pt x="1421" y="2333"/>
                      <a:pt x="1482" y="2552"/>
                      <a:pt x="1413" y="2745"/>
                    </a:cubicBezTo>
                    <a:cubicBezTo>
                      <a:pt x="1397" y="2790"/>
                      <a:pt x="1417" y="2790"/>
                      <a:pt x="1408" y="2809"/>
                    </a:cubicBezTo>
                    <a:cubicBezTo>
                      <a:pt x="1399" y="2828"/>
                      <a:pt x="1399" y="2829"/>
                      <a:pt x="1401" y="2834"/>
                    </a:cubicBezTo>
                    <a:cubicBezTo>
                      <a:pt x="1403" y="2839"/>
                      <a:pt x="1399" y="2851"/>
                      <a:pt x="1396" y="2855"/>
                    </a:cubicBezTo>
                    <a:cubicBezTo>
                      <a:pt x="1393" y="2860"/>
                      <a:pt x="1396" y="2864"/>
                      <a:pt x="1402" y="2871"/>
                    </a:cubicBezTo>
                    <a:cubicBezTo>
                      <a:pt x="1408" y="2877"/>
                      <a:pt x="1430" y="2899"/>
                      <a:pt x="1436" y="2912"/>
                    </a:cubicBezTo>
                    <a:cubicBezTo>
                      <a:pt x="1441" y="2925"/>
                      <a:pt x="1473" y="2946"/>
                      <a:pt x="1481" y="2954"/>
                    </a:cubicBezTo>
                    <a:cubicBezTo>
                      <a:pt x="1490" y="2962"/>
                      <a:pt x="1496" y="2966"/>
                      <a:pt x="1503" y="2970"/>
                    </a:cubicBezTo>
                    <a:cubicBezTo>
                      <a:pt x="1510" y="2975"/>
                      <a:pt x="1531" y="2979"/>
                      <a:pt x="1537" y="2981"/>
                    </a:cubicBezTo>
                    <a:cubicBezTo>
                      <a:pt x="1543" y="2983"/>
                      <a:pt x="1552" y="2987"/>
                      <a:pt x="1556" y="2994"/>
                    </a:cubicBezTo>
                    <a:cubicBezTo>
                      <a:pt x="1559" y="3001"/>
                      <a:pt x="1562" y="3002"/>
                      <a:pt x="1561" y="3012"/>
                    </a:cubicBezTo>
                    <a:cubicBezTo>
                      <a:pt x="1561" y="3012"/>
                      <a:pt x="1575" y="3021"/>
                      <a:pt x="1571" y="3033"/>
                    </a:cubicBezTo>
                    <a:cubicBezTo>
                      <a:pt x="1568" y="3045"/>
                      <a:pt x="1563" y="3045"/>
                      <a:pt x="1563" y="3045"/>
                    </a:cubicBezTo>
                    <a:cubicBezTo>
                      <a:pt x="1563" y="3045"/>
                      <a:pt x="1565" y="3063"/>
                      <a:pt x="1556" y="3068"/>
                    </a:cubicBezTo>
                    <a:cubicBezTo>
                      <a:pt x="1546" y="3073"/>
                      <a:pt x="1544" y="3072"/>
                      <a:pt x="1544" y="3072"/>
                    </a:cubicBezTo>
                    <a:cubicBezTo>
                      <a:pt x="1544" y="3072"/>
                      <a:pt x="1541" y="3082"/>
                      <a:pt x="1529" y="3085"/>
                    </a:cubicBezTo>
                    <a:cubicBezTo>
                      <a:pt x="1517" y="3087"/>
                      <a:pt x="1512" y="3086"/>
                      <a:pt x="1512" y="3086"/>
                    </a:cubicBezTo>
                    <a:cubicBezTo>
                      <a:pt x="1512" y="3086"/>
                      <a:pt x="1498" y="3108"/>
                      <a:pt x="1473" y="3102"/>
                    </a:cubicBezTo>
                    <a:cubicBezTo>
                      <a:pt x="1448" y="3097"/>
                      <a:pt x="1439" y="3084"/>
                      <a:pt x="1435" y="3077"/>
                    </a:cubicBezTo>
                    <a:cubicBezTo>
                      <a:pt x="1430" y="3069"/>
                      <a:pt x="1426" y="3065"/>
                      <a:pt x="1423" y="3065"/>
                    </a:cubicBezTo>
                    <a:cubicBezTo>
                      <a:pt x="1420" y="3064"/>
                      <a:pt x="1409" y="3061"/>
                      <a:pt x="1403" y="3050"/>
                    </a:cubicBezTo>
                    <a:cubicBezTo>
                      <a:pt x="1397" y="3040"/>
                      <a:pt x="1387" y="3027"/>
                      <a:pt x="1379" y="3025"/>
                    </a:cubicBezTo>
                    <a:cubicBezTo>
                      <a:pt x="1371" y="3022"/>
                      <a:pt x="1336" y="3010"/>
                      <a:pt x="1306" y="3007"/>
                    </a:cubicBezTo>
                    <a:cubicBezTo>
                      <a:pt x="1276" y="3005"/>
                      <a:pt x="1197" y="2989"/>
                      <a:pt x="1201" y="2954"/>
                    </a:cubicBezTo>
                    <a:cubicBezTo>
                      <a:pt x="1205" y="2919"/>
                      <a:pt x="1217" y="2899"/>
                      <a:pt x="1205" y="2890"/>
                    </a:cubicBezTo>
                    <a:cubicBezTo>
                      <a:pt x="1193" y="2881"/>
                      <a:pt x="1171" y="2852"/>
                      <a:pt x="1172" y="2824"/>
                    </a:cubicBezTo>
                    <a:cubicBezTo>
                      <a:pt x="1173" y="2797"/>
                      <a:pt x="1180" y="2783"/>
                      <a:pt x="1148" y="2752"/>
                    </a:cubicBezTo>
                    <a:cubicBezTo>
                      <a:pt x="1115" y="2722"/>
                      <a:pt x="982" y="2604"/>
                      <a:pt x="1007" y="2397"/>
                    </a:cubicBezTo>
                    <a:cubicBezTo>
                      <a:pt x="1017" y="2315"/>
                      <a:pt x="1011" y="2277"/>
                      <a:pt x="1018" y="2264"/>
                    </a:cubicBezTo>
                    <a:cubicBezTo>
                      <a:pt x="1025" y="2250"/>
                      <a:pt x="1002" y="2237"/>
                      <a:pt x="1011" y="2230"/>
                    </a:cubicBezTo>
                    <a:cubicBezTo>
                      <a:pt x="1021" y="2224"/>
                      <a:pt x="1021" y="2214"/>
                      <a:pt x="1006" y="2212"/>
                    </a:cubicBezTo>
                    <a:cubicBezTo>
                      <a:pt x="991" y="2209"/>
                      <a:pt x="965" y="2182"/>
                      <a:pt x="954" y="2144"/>
                    </a:cubicBezTo>
                    <a:cubicBezTo>
                      <a:pt x="943" y="2105"/>
                      <a:pt x="897" y="1956"/>
                      <a:pt x="893" y="1928"/>
                    </a:cubicBezTo>
                    <a:cubicBezTo>
                      <a:pt x="889" y="1900"/>
                      <a:pt x="877" y="1890"/>
                      <a:pt x="875" y="1869"/>
                    </a:cubicBezTo>
                    <a:cubicBezTo>
                      <a:pt x="874" y="1848"/>
                      <a:pt x="873" y="1762"/>
                      <a:pt x="873" y="1762"/>
                    </a:cubicBezTo>
                    <a:cubicBezTo>
                      <a:pt x="874" y="1762"/>
                      <a:pt x="874" y="1762"/>
                      <a:pt x="874" y="1762"/>
                    </a:cubicBezTo>
                    <a:cubicBezTo>
                      <a:pt x="874" y="1762"/>
                      <a:pt x="873" y="1848"/>
                      <a:pt x="871" y="1869"/>
                    </a:cubicBezTo>
                    <a:cubicBezTo>
                      <a:pt x="870" y="1890"/>
                      <a:pt x="858" y="1900"/>
                      <a:pt x="854" y="1928"/>
                    </a:cubicBezTo>
                    <a:cubicBezTo>
                      <a:pt x="850" y="1956"/>
                      <a:pt x="803" y="2105"/>
                      <a:pt x="793" y="2144"/>
                    </a:cubicBezTo>
                    <a:cubicBezTo>
                      <a:pt x="782" y="2182"/>
                      <a:pt x="755" y="2209"/>
                      <a:pt x="741" y="2212"/>
                    </a:cubicBezTo>
                    <a:cubicBezTo>
                      <a:pt x="726" y="2214"/>
                      <a:pt x="726" y="2224"/>
                      <a:pt x="735" y="2230"/>
                    </a:cubicBezTo>
                    <a:cubicBezTo>
                      <a:pt x="745" y="2237"/>
                      <a:pt x="722" y="2250"/>
                      <a:pt x="729" y="2264"/>
                    </a:cubicBezTo>
                    <a:cubicBezTo>
                      <a:pt x="735" y="2277"/>
                      <a:pt x="729" y="2315"/>
                      <a:pt x="739" y="2397"/>
                    </a:cubicBezTo>
                    <a:cubicBezTo>
                      <a:pt x="765" y="2604"/>
                      <a:pt x="631" y="2722"/>
                      <a:pt x="599" y="2752"/>
                    </a:cubicBezTo>
                    <a:cubicBezTo>
                      <a:pt x="566" y="2783"/>
                      <a:pt x="574" y="2797"/>
                      <a:pt x="574" y="2824"/>
                    </a:cubicBezTo>
                    <a:cubicBezTo>
                      <a:pt x="575" y="2852"/>
                      <a:pt x="553" y="2881"/>
                      <a:pt x="541" y="2890"/>
                    </a:cubicBezTo>
                    <a:cubicBezTo>
                      <a:pt x="530" y="2899"/>
                      <a:pt x="542" y="2919"/>
                      <a:pt x="545" y="2954"/>
                    </a:cubicBezTo>
                    <a:cubicBezTo>
                      <a:pt x="549" y="2989"/>
                      <a:pt x="471" y="3005"/>
                      <a:pt x="440" y="3007"/>
                    </a:cubicBezTo>
                    <a:cubicBezTo>
                      <a:pt x="410" y="3010"/>
                      <a:pt x="376" y="3022"/>
                      <a:pt x="368" y="3025"/>
                    </a:cubicBezTo>
                    <a:cubicBezTo>
                      <a:pt x="359" y="3027"/>
                      <a:pt x="349" y="3040"/>
                      <a:pt x="344" y="3050"/>
                    </a:cubicBezTo>
                    <a:cubicBezTo>
                      <a:pt x="338" y="3061"/>
                      <a:pt x="326" y="3064"/>
                      <a:pt x="324" y="3065"/>
                    </a:cubicBezTo>
                    <a:cubicBezTo>
                      <a:pt x="321" y="3065"/>
                      <a:pt x="316" y="3069"/>
                      <a:pt x="312" y="3077"/>
                    </a:cubicBezTo>
                    <a:cubicBezTo>
                      <a:pt x="307" y="3084"/>
                      <a:pt x="298" y="3097"/>
                      <a:pt x="273" y="3102"/>
                    </a:cubicBezTo>
                    <a:cubicBezTo>
                      <a:pt x="249" y="3108"/>
                      <a:pt x="235" y="3086"/>
                      <a:pt x="235" y="3086"/>
                    </a:cubicBezTo>
                    <a:cubicBezTo>
                      <a:pt x="235" y="3086"/>
                      <a:pt x="230" y="3087"/>
                      <a:pt x="218" y="3085"/>
                    </a:cubicBezTo>
                    <a:cubicBezTo>
                      <a:pt x="206" y="3082"/>
                      <a:pt x="202" y="3072"/>
                      <a:pt x="202" y="3072"/>
                    </a:cubicBezTo>
                    <a:cubicBezTo>
                      <a:pt x="202" y="3072"/>
                      <a:pt x="200" y="3073"/>
                      <a:pt x="191" y="3068"/>
                    </a:cubicBezTo>
                    <a:cubicBezTo>
                      <a:pt x="181" y="3063"/>
                      <a:pt x="184" y="3045"/>
                      <a:pt x="184" y="3045"/>
                    </a:cubicBezTo>
                    <a:cubicBezTo>
                      <a:pt x="184" y="3045"/>
                      <a:pt x="179" y="3045"/>
                      <a:pt x="175" y="3033"/>
                    </a:cubicBezTo>
                    <a:cubicBezTo>
                      <a:pt x="172" y="3021"/>
                      <a:pt x="186" y="3012"/>
                      <a:pt x="186" y="3012"/>
                    </a:cubicBezTo>
                    <a:cubicBezTo>
                      <a:pt x="185" y="3002"/>
                      <a:pt x="187" y="3001"/>
                      <a:pt x="191" y="2994"/>
                    </a:cubicBezTo>
                    <a:cubicBezTo>
                      <a:pt x="195" y="2987"/>
                      <a:pt x="203" y="2983"/>
                      <a:pt x="210" y="2981"/>
                    </a:cubicBezTo>
                    <a:cubicBezTo>
                      <a:pt x="216" y="2979"/>
                      <a:pt x="236" y="2975"/>
                      <a:pt x="244" y="2970"/>
                    </a:cubicBezTo>
                    <a:cubicBezTo>
                      <a:pt x="251" y="2966"/>
                      <a:pt x="257" y="2962"/>
                      <a:pt x="265" y="2954"/>
                    </a:cubicBezTo>
                    <a:cubicBezTo>
                      <a:pt x="274" y="2946"/>
                      <a:pt x="305" y="2925"/>
                      <a:pt x="311" y="2912"/>
                    </a:cubicBezTo>
                    <a:cubicBezTo>
                      <a:pt x="317" y="2899"/>
                      <a:pt x="338" y="2877"/>
                      <a:pt x="345" y="2871"/>
                    </a:cubicBezTo>
                    <a:cubicBezTo>
                      <a:pt x="351" y="2864"/>
                      <a:pt x="354" y="2860"/>
                      <a:pt x="350" y="2855"/>
                    </a:cubicBezTo>
                    <a:cubicBezTo>
                      <a:pt x="347" y="2851"/>
                      <a:pt x="344" y="2839"/>
                      <a:pt x="346" y="2834"/>
                    </a:cubicBezTo>
                    <a:cubicBezTo>
                      <a:pt x="348" y="2829"/>
                      <a:pt x="348" y="2828"/>
                      <a:pt x="339" y="2809"/>
                    </a:cubicBezTo>
                    <a:cubicBezTo>
                      <a:pt x="330" y="2790"/>
                      <a:pt x="350" y="2790"/>
                      <a:pt x="334" y="2745"/>
                    </a:cubicBezTo>
                    <a:cubicBezTo>
                      <a:pt x="265" y="2552"/>
                      <a:pt x="326" y="2333"/>
                      <a:pt x="334" y="2296"/>
                    </a:cubicBezTo>
                    <a:cubicBezTo>
                      <a:pt x="342" y="2258"/>
                      <a:pt x="329" y="2238"/>
                      <a:pt x="310" y="2217"/>
                    </a:cubicBezTo>
                    <a:cubicBezTo>
                      <a:pt x="291" y="2196"/>
                      <a:pt x="294" y="2145"/>
                      <a:pt x="297" y="2126"/>
                    </a:cubicBezTo>
                    <a:cubicBezTo>
                      <a:pt x="299" y="2108"/>
                      <a:pt x="304" y="2093"/>
                      <a:pt x="287" y="2061"/>
                    </a:cubicBezTo>
                    <a:cubicBezTo>
                      <a:pt x="175" y="1846"/>
                      <a:pt x="255" y="1526"/>
                      <a:pt x="266" y="1498"/>
                    </a:cubicBezTo>
                    <a:cubicBezTo>
                      <a:pt x="277" y="1470"/>
                      <a:pt x="278" y="1429"/>
                      <a:pt x="275" y="1404"/>
                    </a:cubicBezTo>
                    <a:cubicBezTo>
                      <a:pt x="273" y="1378"/>
                      <a:pt x="279" y="1291"/>
                      <a:pt x="279" y="1291"/>
                    </a:cubicBezTo>
                    <a:cubicBezTo>
                      <a:pt x="269" y="1328"/>
                      <a:pt x="221" y="1368"/>
                      <a:pt x="221" y="1376"/>
                    </a:cubicBezTo>
                    <a:cubicBezTo>
                      <a:pt x="221" y="1384"/>
                      <a:pt x="215" y="1394"/>
                      <a:pt x="205" y="1407"/>
                    </a:cubicBezTo>
                    <a:cubicBezTo>
                      <a:pt x="194" y="1420"/>
                      <a:pt x="202" y="1440"/>
                      <a:pt x="207" y="1458"/>
                    </a:cubicBezTo>
                    <a:cubicBezTo>
                      <a:pt x="211" y="1477"/>
                      <a:pt x="198" y="1514"/>
                      <a:pt x="194" y="1533"/>
                    </a:cubicBezTo>
                    <a:cubicBezTo>
                      <a:pt x="190" y="1552"/>
                      <a:pt x="191" y="1582"/>
                      <a:pt x="188" y="1592"/>
                    </a:cubicBezTo>
                    <a:cubicBezTo>
                      <a:pt x="186" y="1603"/>
                      <a:pt x="192" y="1635"/>
                      <a:pt x="180" y="1645"/>
                    </a:cubicBezTo>
                    <a:cubicBezTo>
                      <a:pt x="168" y="1654"/>
                      <a:pt x="152" y="1641"/>
                      <a:pt x="152" y="1641"/>
                    </a:cubicBezTo>
                    <a:cubicBezTo>
                      <a:pt x="162" y="1668"/>
                      <a:pt x="135" y="1680"/>
                      <a:pt x="135" y="1680"/>
                    </a:cubicBezTo>
                    <a:cubicBezTo>
                      <a:pt x="135" y="1680"/>
                      <a:pt x="137" y="1695"/>
                      <a:pt x="127" y="1699"/>
                    </a:cubicBezTo>
                    <a:cubicBezTo>
                      <a:pt x="112" y="1704"/>
                      <a:pt x="68" y="1663"/>
                      <a:pt x="60" y="1655"/>
                    </a:cubicBezTo>
                    <a:cubicBezTo>
                      <a:pt x="52" y="1647"/>
                      <a:pt x="42" y="1619"/>
                      <a:pt x="37" y="1605"/>
                    </a:cubicBezTo>
                    <a:cubicBezTo>
                      <a:pt x="32" y="1591"/>
                      <a:pt x="28" y="1581"/>
                      <a:pt x="14" y="1551"/>
                    </a:cubicBezTo>
                    <a:cubicBezTo>
                      <a:pt x="0" y="1521"/>
                      <a:pt x="19" y="1462"/>
                      <a:pt x="24" y="1441"/>
                    </a:cubicBezTo>
                    <a:cubicBezTo>
                      <a:pt x="29" y="1420"/>
                      <a:pt x="28" y="1410"/>
                      <a:pt x="27" y="1398"/>
                    </a:cubicBezTo>
                    <a:cubicBezTo>
                      <a:pt x="26" y="1386"/>
                      <a:pt x="28" y="1383"/>
                      <a:pt x="32" y="1372"/>
                    </a:cubicBezTo>
                    <a:cubicBezTo>
                      <a:pt x="36" y="1361"/>
                      <a:pt x="37" y="1362"/>
                      <a:pt x="27" y="1351"/>
                    </a:cubicBezTo>
                    <a:cubicBezTo>
                      <a:pt x="17" y="1340"/>
                      <a:pt x="28" y="1305"/>
                      <a:pt x="36" y="1298"/>
                    </a:cubicBezTo>
                    <a:cubicBezTo>
                      <a:pt x="44" y="1291"/>
                      <a:pt x="48" y="1278"/>
                      <a:pt x="44" y="1241"/>
                    </a:cubicBezTo>
                    <a:cubicBezTo>
                      <a:pt x="40" y="1204"/>
                      <a:pt x="72" y="1132"/>
                      <a:pt x="80" y="1116"/>
                    </a:cubicBezTo>
                    <a:cubicBezTo>
                      <a:pt x="88" y="1100"/>
                      <a:pt x="96" y="1086"/>
                      <a:pt x="92" y="1062"/>
                    </a:cubicBezTo>
                    <a:cubicBezTo>
                      <a:pt x="88" y="1038"/>
                      <a:pt x="102" y="1024"/>
                      <a:pt x="114" y="1007"/>
                    </a:cubicBezTo>
                    <a:cubicBezTo>
                      <a:pt x="126" y="990"/>
                      <a:pt x="120" y="980"/>
                      <a:pt x="125" y="931"/>
                    </a:cubicBezTo>
                    <a:cubicBezTo>
                      <a:pt x="138" y="800"/>
                      <a:pt x="171" y="717"/>
                      <a:pt x="194" y="692"/>
                    </a:cubicBezTo>
                    <a:cubicBezTo>
                      <a:pt x="217" y="667"/>
                      <a:pt x="229" y="652"/>
                      <a:pt x="245" y="608"/>
                    </a:cubicBezTo>
                    <a:cubicBezTo>
                      <a:pt x="306" y="437"/>
                      <a:pt x="603" y="418"/>
                      <a:pt x="628" y="411"/>
                    </a:cubicBezTo>
                    <a:cubicBezTo>
                      <a:pt x="653" y="404"/>
                      <a:pt x="688" y="381"/>
                      <a:pt x="693" y="365"/>
                    </a:cubicBezTo>
                    <a:cubicBezTo>
                      <a:pt x="698" y="349"/>
                      <a:pt x="709" y="350"/>
                      <a:pt x="709" y="350"/>
                    </a:cubicBezTo>
                    <a:cubicBezTo>
                      <a:pt x="699" y="293"/>
                      <a:pt x="722" y="248"/>
                      <a:pt x="722" y="248"/>
                    </a:cubicBezTo>
                    <a:cubicBezTo>
                      <a:pt x="706" y="264"/>
                      <a:pt x="704" y="218"/>
                      <a:pt x="700" y="207"/>
                    </a:cubicBezTo>
                    <a:cubicBezTo>
                      <a:pt x="696" y="198"/>
                      <a:pt x="697" y="176"/>
                      <a:pt x="711" y="170"/>
                    </a:cubicBezTo>
                    <a:cubicBezTo>
                      <a:pt x="723" y="165"/>
                      <a:pt x="728" y="182"/>
                      <a:pt x="728" y="182"/>
                    </a:cubicBezTo>
                    <a:cubicBezTo>
                      <a:pt x="737" y="17"/>
                      <a:pt x="872" y="0"/>
                      <a:pt x="872" y="0"/>
                    </a:cubicBezTo>
                    <a:lnTo>
                      <a:pt x="875" y="0"/>
                    </a:lnTo>
                    <a:close/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465" name="Freeform 448">
                <a:extLst>
                  <a:ext uri="{FF2B5EF4-FFF2-40B4-BE49-F238E27FC236}">
                    <a16:creationId xmlns:a16="http://schemas.microsoft.com/office/drawing/2014/main" id="{95520928-48E9-48DA-B162-4C687E259A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1" y="2377"/>
                <a:ext cx="40" cy="175"/>
              </a:xfrm>
              <a:custGeom>
                <a:avLst/>
                <a:gdLst>
                  <a:gd name="T0" fmla="*/ 17 w 37"/>
                  <a:gd name="T1" fmla="*/ 0 h 164"/>
                  <a:gd name="T2" fmla="*/ 26 w 37"/>
                  <a:gd name="T3" fmla="*/ 12 h 164"/>
                  <a:gd name="T4" fmla="*/ 27 w 37"/>
                  <a:gd name="T5" fmla="*/ 30 h 164"/>
                  <a:gd name="T6" fmla="*/ 41 w 37"/>
                  <a:gd name="T7" fmla="*/ 57 h 164"/>
                  <a:gd name="T8" fmla="*/ 43 w 37"/>
                  <a:gd name="T9" fmla="*/ 81 h 164"/>
                  <a:gd name="T10" fmla="*/ 42 w 37"/>
                  <a:gd name="T11" fmla="*/ 97 h 164"/>
                  <a:gd name="T12" fmla="*/ 38 w 37"/>
                  <a:gd name="T13" fmla="*/ 107 h 164"/>
                  <a:gd name="T14" fmla="*/ 29 w 37"/>
                  <a:gd name="T15" fmla="*/ 126 h 164"/>
                  <a:gd name="T16" fmla="*/ 15 w 37"/>
                  <a:gd name="T17" fmla="*/ 141 h 164"/>
                  <a:gd name="T18" fmla="*/ 2 w 37"/>
                  <a:gd name="T19" fmla="*/ 173 h 164"/>
                  <a:gd name="T20" fmla="*/ 2 w 37"/>
                  <a:gd name="T21" fmla="*/ 200 h 16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7" h="164">
                    <a:moveTo>
                      <a:pt x="14" y="0"/>
                    </a:moveTo>
                    <a:cubicBezTo>
                      <a:pt x="16" y="4"/>
                      <a:pt x="19" y="5"/>
                      <a:pt x="20" y="9"/>
                    </a:cubicBezTo>
                    <a:cubicBezTo>
                      <a:pt x="22" y="14"/>
                      <a:pt x="20" y="19"/>
                      <a:pt x="21" y="24"/>
                    </a:cubicBezTo>
                    <a:cubicBezTo>
                      <a:pt x="23" y="34"/>
                      <a:pt x="27" y="39"/>
                      <a:pt x="32" y="47"/>
                    </a:cubicBezTo>
                    <a:cubicBezTo>
                      <a:pt x="37" y="54"/>
                      <a:pt x="35" y="58"/>
                      <a:pt x="34" y="67"/>
                    </a:cubicBezTo>
                    <a:cubicBezTo>
                      <a:pt x="33" y="71"/>
                      <a:pt x="34" y="76"/>
                      <a:pt x="33" y="80"/>
                    </a:cubicBezTo>
                    <a:cubicBezTo>
                      <a:pt x="33" y="83"/>
                      <a:pt x="31" y="85"/>
                      <a:pt x="30" y="88"/>
                    </a:cubicBezTo>
                    <a:cubicBezTo>
                      <a:pt x="27" y="95"/>
                      <a:pt x="29" y="100"/>
                      <a:pt x="23" y="104"/>
                    </a:cubicBezTo>
                    <a:cubicBezTo>
                      <a:pt x="19" y="108"/>
                      <a:pt x="15" y="111"/>
                      <a:pt x="12" y="116"/>
                    </a:cubicBezTo>
                    <a:cubicBezTo>
                      <a:pt x="7" y="124"/>
                      <a:pt x="4" y="133"/>
                      <a:pt x="2" y="142"/>
                    </a:cubicBezTo>
                    <a:cubicBezTo>
                      <a:pt x="0" y="149"/>
                      <a:pt x="3" y="157"/>
                      <a:pt x="2" y="164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466" name="Freeform 449">
                <a:extLst>
                  <a:ext uri="{FF2B5EF4-FFF2-40B4-BE49-F238E27FC236}">
                    <a16:creationId xmlns:a16="http://schemas.microsoft.com/office/drawing/2014/main" id="{986612B0-8F49-409B-AF0A-DD9C8166A8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6" y="2462"/>
                <a:ext cx="50" cy="44"/>
              </a:xfrm>
              <a:custGeom>
                <a:avLst/>
                <a:gdLst>
                  <a:gd name="T0" fmla="*/ 0 w 47"/>
                  <a:gd name="T1" fmla="*/ 50 h 41"/>
                  <a:gd name="T2" fmla="*/ 16 w 47"/>
                  <a:gd name="T3" fmla="*/ 35 h 41"/>
                  <a:gd name="T4" fmla="*/ 31 w 47"/>
                  <a:gd name="T5" fmla="*/ 28 h 41"/>
                  <a:gd name="T6" fmla="*/ 56 w 47"/>
                  <a:gd name="T7" fmla="*/ 0 h 4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7" h="41">
                    <a:moveTo>
                      <a:pt x="0" y="41"/>
                    </a:moveTo>
                    <a:cubicBezTo>
                      <a:pt x="1" y="37"/>
                      <a:pt x="9" y="31"/>
                      <a:pt x="13" y="29"/>
                    </a:cubicBezTo>
                    <a:cubicBezTo>
                      <a:pt x="17" y="26"/>
                      <a:pt x="22" y="26"/>
                      <a:pt x="25" y="22"/>
                    </a:cubicBezTo>
                    <a:cubicBezTo>
                      <a:pt x="32" y="15"/>
                      <a:pt x="35" y="1"/>
                      <a:pt x="47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467" name="Freeform 450">
                <a:extLst>
                  <a:ext uri="{FF2B5EF4-FFF2-40B4-BE49-F238E27FC236}">
                    <a16:creationId xmlns:a16="http://schemas.microsoft.com/office/drawing/2014/main" id="{00ECFED6-262D-46D9-8080-AA9C5C607B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6" y="2441"/>
                <a:ext cx="22" cy="18"/>
              </a:xfrm>
              <a:custGeom>
                <a:avLst/>
                <a:gdLst>
                  <a:gd name="T0" fmla="*/ 0 w 20"/>
                  <a:gd name="T1" fmla="*/ 20 h 17"/>
                  <a:gd name="T2" fmla="*/ 26 w 20"/>
                  <a:gd name="T3" fmla="*/ 0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17">
                    <a:moveTo>
                      <a:pt x="0" y="17"/>
                    </a:moveTo>
                    <a:cubicBezTo>
                      <a:pt x="5" y="9"/>
                      <a:pt x="11" y="4"/>
                      <a:pt x="20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468" name="Freeform 451">
                <a:extLst>
                  <a:ext uri="{FF2B5EF4-FFF2-40B4-BE49-F238E27FC236}">
                    <a16:creationId xmlns:a16="http://schemas.microsoft.com/office/drawing/2014/main" id="{39F246E9-C154-454E-A171-5D988AA3CA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1" y="2377"/>
                <a:ext cx="37" cy="129"/>
              </a:xfrm>
              <a:custGeom>
                <a:avLst/>
                <a:gdLst>
                  <a:gd name="T0" fmla="*/ 40 w 35"/>
                  <a:gd name="T1" fmla="*/ 0 h 121"/>
                  <a:gd name="T2" fmla="*/ 41 w 35"/>
                  <a:gd name="T3" fmla="*/ 57 h 121"/>
                  <a:gd name="T4" fmla="*/ 36 w 35"/>
                  <a:gd name="T5" fmla="*/ 100 h 121"/>
                  <a:gd name="T6" fmla="*/ 20 w 35"/>
                  <a:gd name="T7" fmla="*/ 127 h 121"/>
                  <a:gd name="T8" fmla="*/ 0 w 35"/>
                  <a:gd name="T9" fmla="*/ 147 h 1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" h="121">
                    <a:moveTo>
                      <a:pt x="34" y="0"/>
                    </a:moveTo>
                    <a:cubicBezTo>
                      <a:pt x="28" y="15"/>
                      <a:pt x="34" y="31"/>
                      <a:pt x="35" y="47"/>
                    </a:cubicBezTo>
                    <a:cubicBezTo>
                      <a:pt x="35" y="59"/>
                      <a:pt x="35" y="71"/>
                      <a:pt x="30" y="83"/>
                    </a:cubicBezTo>
                    <a:cubicBezTo>
                      <a:pt x="27" y="90"/>
                      <a:pt x="23" y="99"/>
                      <a:pt x="17" y="105"/>
                    </a:cubicBezTo>
                    <a:cubicBezTo>
                      <a:pt x="13" y="110"/>
                      <a:pt x="6" y="119"/>
                      <a:pt x="0" y="121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469" name="Freeform 452">
                <a:extLst>
                  <a:ext uri="{FF2B5EF4-FFF2-40B4-BE49-F238E27FC236}">
                    <a16:creationId xmlns:a16="http://schemas.microsoft.com/office/drawing/2014/main" id="{EC495E68-9CC8-4F8D-98B0-5248086884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4" y="2369"/>
                <a:ext cx="39" cy="27"/>
              </a:xfrm>
              <a:custGeom>
                <a:avLst/>
                <a:gdLst>
                  <a:gd name="T0" fmla="*/ 43 w 37"/>
                  <a:gd name="T1" fmla="*/ 3 h 26"/>
                  <a:gd name="T2" fmla="*/ 0 w 37"/>
                  <a:gd name="T3" fmla="*/ 29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7" h="26">
                    <a:moveTo>
                      <a:pt x="37" y="3"/>
                    </a:moveTo>
                    <a:cubicBezTo>
                      <a:pt x="23" y="0"/>
                      <a:pt x="7" y="16"/>
                      <a:pt x="0" y="26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470" name="Freeform 453">
                <a:extLst>
                  <a:ext uri="{FF2B5EF4-FFF2-40B4-BE49-F238E27FC236}">
                    <a16:creationId xmlns:a16="http://schemas.microsoft.com/office/drawing/2014/main" id="{E26DBD7D-EFF2-4B17-8ADC-00F8A2C383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8" y="2456"/>
                <a:ext cx="28" cy="30"/>
              </a:xfrm>
              <a:custGeom>
                <a:avLst/>
                <a:gdLst>
                  <a:gd name="T0" fmla="*/ 0 w 26"/>
                  <a:gd name="T1" fmla="*/ 1 h 28"/>
                  <a:gd name="T2" fmla="*/ 26 w 26"/>
                  <a:gd name="T3" fmla="*/ 6 h 28"/>
                  <a:gd name="T4" fmla="*/ 30 w 26"/>
                  <a:gd name="T5" fmla="*/ 34 h 28"/>
                  <a:gd name="T6" fmla="*/ 0 w 26"/>
                  <a:gd name="T7" fmla="*/ 33 h 2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28">
                    <a:moveTo>
                      <a:pt x="0" y="1"/>
                    </a:moveTo>
                    <a:cubicBezTo>
                      <a:pt x="8" y="0"/>
                      <a:pt x="14" y="1"/>
                      <a:pt x="20" y="6"/>
                    </a:cubicBezTo>
                    <a:cubicBezTo>
                      <a:pt x="26" y="11"/>
                      <a:pt x="26" y="21"/>
                      <a:pt x="24" y="28"/>
                    </a:cubicBezTo>
                    <a:cubicBezTo>
                      <a:pt x="20" y="22"/>
                      <a:pt x="6" y="20"/>
                      <a:pt x="0" y="27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471" name="Freeform 454">
                <a:extLst>
                  <a:ext uri="{FF2B5EF4-FFF2-40B4-BE49-F238E27FC236}">
                    <a16:creationId xmlns:a16="http://schemas.microsoft.com/office/drawing/2014/main" id="{E0AFC908-8E64-4F52-8A8E-CE14EE1D91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6" y="2536"/>
                <a:ext cx="36" cy="25"/>
              </a:xfrm>
              <a:custGeom>
                <a:avLst/>
                <a:gdLst>
                  <a:gd name="T0" fmla="*/ 40 w 34"/>
                  <a:gd name="T1" fmla="*/ 10 h 23"/>
                  <a:gd name="T2" fmla="*/ 13 w 34"/>
                  <a:gd name="T3" fmla="*/ 5 h 23"/>
                  <a:gd name="T4" fmla="*/ 0 w 34"/>
                  <a:gd name="T5" fmla="*/ 14 h 23"/>
                  <a:gd name="T6" fmla="*/ 6 w 34"/>
                  <a:gd name="T7" fmla="*/ 29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4" h="23">
                    <a:moveTo>
                      <a:pt x="34" y="7"/>
                    </a:moveTo>
                    <a:cubicBezTo>
                      <a:pt x="27" y="1"/>
                      <a:pt x="18" y="0"/>
                      <a:pt x="10" y="5"/>
                    </a:cubicBezTo>
                    <a:cubicBezTo>
                      <a:pt x="7" y="6"/>
                      <a:pt x="1" y="8"/>
                      <a:pt x="0" y="11"/>
                    </a:cubicBezTo>
                    <a:cubicBezTo>
                      <a:pt x="0" y="14"/>
                      <a:pt x="5" y="21"/>
                      <a:pt x="6" y="23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472" name="Freeform 455">
                <a:extLst>
                  <a:ext uri="{FF2B5EF4-FFF2-40B4-BE49-F238E27FC236}">
                    <a16:creationId xmlns:a16="http://schemas.microsoft.com/office/drawing/2014/main" id="{5E6A9145-7CF2-42EF-AAF0-5918F1197F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2" y="2969"/>
                <a:ext cx="61" cy="87"/>
              </a:xfrm>
              <a:custGeom>
                <a:avLst/>
                <a:gdLst>
                  <a:gd name="T0" fmla="*/ 70 w 57"/>
                  <a:gd name="T1" fmla="*/ 0 h 82"/>
                  <a:gd name="T2" fmla="*/ 0 w 57"/>
                  <a:gd name="T3" fmla="*/ 98 h 8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7" h="82">
                    <a:moveTo>
                      <a:pt x="57" y="0"/>
                    </a:moveTo>
                    <a:cubicBezTo>
                      <a:pt x="45" y="31"/>
                      <a:pt x="5" y="46"/>
                      <a:pt x="0" y="82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473" name="Freeform 456">
                <a:extLst>
                  <a:ext uri="{FF2B5EF4-FFF2-40B4-BE49-F238E27FC236}">
                    <a16:creationId xmlns:a16="http://schemas.microsoft.com/office/drawing/2014/main" id="{4A3DD42D-2D70-4C75-B764-865B86F921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8" y="3095"/>
                <a:ext cx="211" cy="38"/>
              </a:xfrm>
              <a:custGeom>
                <a:avLst/>
                <a:gdLst>
                  <a:gd name="T0" fmla="*/ 240 w 198"/>
                  <a:gd name="T1" fmla="*/ 0 h 36"/>
                  <a:gd name="T2" fmla="*/ 127 w 198"/>
                  <a:gd name="T3" fmla="*/ 40 h 36"/>
                  <a:gd name="T4" fmla="*/ 0 w 198"/>
                  <a:gd name="T5" fmla="*/ 20 h 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8" h="36">
                    <a:moveTo>
                      <a:pt x="198" y="0"/>
                    </a:moveTo>
                    <a:cubicBezTo>
                      <a:pt x="166" y="17"/>
                      <a:pt x="143" y="33"/>
                      <a:pt x="105" y="34"/>
                    </a:cubicBezTo>
                    <a:cubicBezTo>
                      <a:pt x="69" y="36"/>
                      <a:pt x="33" y="27"/>
                      <a:pt x="0" y="17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474" name="Freeform 457">
                <a:extLst>
                  <a:ext uri="{FF2B5EF4-FFF2-40B4-BE49-F238E27FC236}">
                    <a16:creationId xmlns:a16="http://schemas.microsoft.com/office/drawing/2014/main" id="{0699500B-0155-49D6-9B54-CF4D74455E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0" y="3099"/>
                <a:ext cx="42" cy="18"/>
              </a:xfrm>
              <a:custGeom>
                <a:avLst/>
                <a:gdLst>
                  <a:gd name="T0" fmla="*/ 48 w 39"/>
                  <a:gd name="T1" fmla="*/ 0 h 17"/>
                  <a:gd name="T2" fmla="*/ 0 w 39"/>
                  <a:gd name="T3" fmla="*/ 20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9" h="17">
                    <a:moveTo>
                      <a:pt x="39" y="0"/>
                    </a:moveTo>
                    <a:cubicBezTo>
                      <a:pt x="26" y="1"/>
                      <a:pt x="9" y="8"/>
                      <a:pt x="0" y="17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475" name="Freeform 458">
                <a:extLst>
                  <a:ext uri="{FF2B5EF4-FFF2-40B4-BE49-F238E27FC236}">
                    <a16:creationId xmlns:a16="http://schemas.microsoft.com/office/drawing/2014/main" id="{C22F30CA-F518-423A-A8EE-7E11B9E855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5" y="3156"/>
                <a:ext cx="44" cy="4"/>
              </a:xfrm>
              <a:custGeom>
                <a:avLst/>
                <a:gdLst>
                  <a:gd name="T0" fmla="*/ 48 w 42"/>
                  <a:gd name="T1" fmla="*/ 0 h 4"/>
                  <a:gd name="T2" fmla="*/ 0 w 42"/>
                  <a:gd name="T3" fmla="*/ 4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2" h="4">
                    <a:moveTo>
                      <a:pt x="42" y="0"/>
                    </a:moveTo>
                    <a:cubicBezTo>
                      <a:pt x="28" y="3"/>
                      <a:pt x="14" y="1"/>
                      <a:pt x="0" y="4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476" name="Freeform 459">
                <a:extLst>
                  <a:ext uri="{FF2B5EF4-FFF2-40B4-BE49-F238E27FC236}">
                    <a16:creationId xmlns:a16="http://schemas.microsoft.com/office/drawing/2014/main" id="{DAEDDFF9-8F5C-4BCE-900C-74E9DE6CFB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0" y="3692"/>
                <a:ext cx="40" cy="11"/>
              </a:xfrm>
              <a:custGeom>
                <a:avLst/>
                <a:gdLst>
                  <a:gd name="T0" fmla="*/ 44 w 38"/>
                  <a:gd name="T1" fmla="*/ 0 h 10"/>
                  <a:gd name="T2" fmla="*/ 0 w 38"/>
                  <a:gd name="T3" fmla="*/ 13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8" h="10">
                    <a:moveTo>
                      <a:pt x="38" y="0"/>
                    </a:moveTo>
                    <a:cubicBezTo>
                      <a:pt x="26" y="5"/>
                      <a:pt x="13" y="9"/>
                      <a:pt x="0" y="1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477" name="Freeform 460">
                <a:extLst>
                  <a:ext uri="{FF2B5EF4-FFF2-40B4-BE49-F238E27FC236}">
                    <a16:creationId xmlns:a16="http://schemas.microsoft.com/office/drawing/2014/main" id="{7DA460CC-5330-4A45-A95A-83BC80A99A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8" y="3802"/>
                <a:ext cx="93" cy="15"/>
              </a:xfrm>
              <a:custGeom>
                <a:avLst/>
                <a:gdLst>
                  <a:gd name="T0" fmla="*/ 106 w 87"/>
                  <a:gd name="T1" fmla="*/ 6 h 14"/>
                  <a:gd name="T2" fmla="*/ 71 w 87"/>
                  <a:gd name="T3" fmla="*/ 1 h 14"/>
                  <a:gd name="T4" fmla="*/ 38 w 87"/>
                  <a:gd name="T5" fmla="*/ 12 h 14"/>
                  <a:gd name="T6" fmla="*/ 0 w 87"/>
                  <a:gd name="T7" fmla="*/ 17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7" h="14">
                    <a:moveTo>
                      <a:pt x="87" y="6"/>
                    </a:moveTo>
                    <a:cubicBezTo>
                      <a:pt x="78" y="3"/>
                      <a:pt x="68" y="0"/>
                      <a:pt x="58" y="1"/>
                    </a:cubicBezTo>
                    <a:cubicBezTo>
                      <a:pt x="49" y="2"/>
                      <a:pt x="41" y="8"/>
                      <a:pt x="32" y="9"/>
                    </a:cubicBezTo>
                    <a:cubicBezTo>
                      <a:pt x="21" y="10"/>
                      <a:pt x="7" y="2"/>
                      <a:pt x="0" y="14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478" name="Freeform 461">
                <a:extLst>
                  <a:ext uri="{FF2B5EF4-FFF2-40B4-BE49-F238E27FC236}">
                    <a16:creationId xmlns:a16="http://schemas.microsoft.com/office/drawing/2014/main" id="{8398C886-41E1-4C4B-8384-DC7B37ED5A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2" y="3964"/>
                <a:ext cx="51" cy="82"/>
              </a:xfrm>
              <a:custGeom>
                <a:avLst/>
                <a:gdLst>
                  <a:gd name="T0" fmla="*/ 50 w 48"/>
                  <a:gd name="T1" fmla="*/ 93 h 77"/>
                  <a:gd name="T2" fmla="*/ 53 w 48"/>
                  <a:gd name="T3" fmla="*/ 49 h 77"/>
                  <a:gd name="T4" fmla="*/ 35 w 48"/>
                  <a:gd name="T5" fmla="*/ 43 h 77"/>
                  <a:gd name="T6" fmla="*/ 19 w 48"/>
                  <a:gd name="T7" fmla="*/ 33 h 77"/>
                  <a:gd name="T8" fmla="*/ 15 w 48"/>
                  <a:gd name="T9" fmla="*/ 23 h 77"/>
                  <a:gd name="T10" fmla="*/ 11 w 48"/>
                  <a:gd name="T11" fmla="*/ 18 h 77"/>
                  <a:gd name="T12" fmla="*/ 1 w 48"/>
                  <a:gd name="T13" fmla="*/ 0 h 7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8" h="77">
                    <a:moveTo>
                      <a:pt x="41" y="77"/>
                    </a:moveTo>
                    <a:cubicBezTo>
                      <a:pt x="48" y="66"/>
                      <a:pt x="48" y="52"/>
                      <a:pt x="44" y="40"/>
                    </a:cubicBezTo>
                    <a:cubicBezTo>
                      <a:pt x="39" y="41"/>
                      <a:pt x="33" y="38"/>
                      <a:pt x="29" y="36"/>
                    </a:cubicBezTo>
                    <a:cubicBezTo>
                      <a:pt x="26" y="34"/>
                      <a:pt x="18" y="30"/>
                      <a:pt x="16" y="27"/>
                    </a:cubicBezTo>
                    <a:cubicBezTo>
                      <a:pt x="14" y="24"/>
                      <a:pt x="14" y="22"/>
                      <a:pt x="12" y="20"/>
                    </a:cubicBezTo>
                    <a:cubicBezTo>
                      <a:pt x="11" y="18"/>
                      <a:pt x="9" y="17"/>
                      <a:pt x="8" y="15"/>
                    </a:cubicBezTo>
                    <a:cubicBezTo>
                      <a:pt x="4" y="11"/>
                      <a:pt x="0" y="6"/>
                      <a:pt x="1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479" name="Freeform 462">
                <a:extLst>
                  <a:ext uri="{FF2B5EF4-FFF2-40B4-BE49-F238E27FC236}">
                    <a16:creationId xmlns:a16="http://schemas.microsoft.com/office/drawing/2014/main" id="{4C64FD55-39AF-4949-969A-D0BE6CC7FD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5" y="3970"/>
                <a:ext cx="3" cy="16"/>
              </a:xfrm>
              <a:custGeom>
                <a:avLst/>
                <a:gdLst>
                  <a:gd name="T0" fmla="*/ 0 w 3"/>
                  <a:gd name="T1" fmla="*/ 18 h 15"/>
                  <a:gd name="T2" fmla="*/ 1 w 3"/>
                  <a:gd name="T3" fmla="*/ 0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5">
                    <a:moveTo>
                      <a:pt x="0" y="15"/>
                    </a:moveTo>
                    <a:cubicBezTo>
                      <a:pt x="3" y="11"/>
                      <a:pt x="1" y="5"/>
                      <a:pt x="1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480" name="Freeform 463">
                <a:extLst>
                  <a:ext uri="{FF2B5EF4-FFF2-40B4-BE49-F238E27FC236}">
                    <a16:creationId xmlns:a16="http://schemas.microsoft.com/office/drawing/2014/main" id="{907E8ECD-6FAC-46B5-9C20-7E5FA1DDB9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9" y="3999"/>
                <a:ext cx="42" cy="27"/>
              </a:xfrm>
              <a:custGeom>
                <a:avLst/>
                <a:gdLst>
                  <a:gd name="T0" fmla="*/ 46 w 40"/>
                  <a:gd name="T1" fmla="*/ 10 h 25"/>
                  <a:gd name="T2" fmla="*/ 26 w 40"/>
                  <a:gd name="T3" fmla="*/ 15 h 25"/>
                  <a:gd name="T4" fmla="*/ 19 w 40"/>
                  <a:gd name="T5" fmla="*/ 31 h 25"/>
                  <a:gd name="T6" fmla="*/ 3 w 40"/>
                  <a:gd name="T7" fmla="*/ 15 h 25"/>
                  <a:gd name="T8" fmla="*/ 18 w 40"/>
                  <a:gd name="T9" fmla="*/ 0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0" h="25">
                    <a:moveTo>
                      <a:pt x="40" y="7"/>
                    </a:moveTo>
                    <a:cubicBezTo>
                      <a:pt x="34" y="4"/>
                      <a:pt x="28" y="8"/>
                      <a:pt x="23" y="12"/>
                    </a:cubicBezTo>
                    <a:cubicBezTo>
                      <a:pt x="19" y="15"/>
                      <a:pt x="18" y="20"/>
                      <a:pt x="16" y="25"/>
                    </a:cubicBezTo>
                    <a:cubicBezTo>
                      <a:pt x="13" y="21"/>
                      <a:pt x="5" y="17"/>
                      <a:pt x="3" y="12"/>
                    </a:cubicBezTo>
                    <a:cubicBezTo>
                      <a:pt x="0" y="6"/>
                      <a:pt x="10" y="2"/>
                      <a:pt x="15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481" name="Freeform 464">
                <a:extLst>
                  <a:ext uri="{FF2B5EF4-FFF2-40B4-BE49-F238E27FC236}">
                    <a16:creationId xmlns:a16="http://schemas.microsoft.com/office/drawing/2014/main" id="{D45FD6CB-127A-457C-AA4A-67D0B7DC0D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6" y="3973"/>
                <a:ext cx="39" cy="57"/>
              </a:xfrm>
              <a:custGeom>
                <a:avLst/>
                <a:gdLst>
                  <a:gd name="T0" fmla="*/ 39 w 37"/>
                  <a:gd name="T1" fmla="*/ 66 h 53"/>
                  <a:gd name="T2" fmla="*/ 24 w 37"/>
                  <a:gd name="T3" fmla="*/ 29 h 53"/>
                  <a:gd name="T4" fmla="*/ 7 w 37"/>
                  <a:gd name="T5" fmla="*/ 17 h 53"/>
                  <a:gd name="T6" fmla="*/ 0 w 37"/>
                  <a:gd name="T7" fmla="*/ 0 h 5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7" h="53">
                    <a:moveTo>
                      <a:pt x="33" y="53"/>
                    </a:moveTo>
                    <a:cubicBezTo>
                      <a:pt x="37" y="40"/>
                      <a:pt x="31" y="29"/>
                      <a:pt x="21" y="23"/>
                    </a:cubicBezTo>
                    <a:cubicBezTo>
                      <a:pt x="15" y="20"/>
                      <a:pt x="11" y="18"/>
                      <a:pt x="7" y="14"/>
                    </a:cubicBezTo>
                    <a:cubicBezTo>
                      <a:pt x="3" y="10"/>
                      <a:pt x="3" y="4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482" name="Freeform 465">
                <a:extLst>
                  <a:ext uri="{FF2B5EF4-FFF2-40B4-BE49-F238E27FC236}">
                    <a16:creationId xmlns:a16="http://schemas.microsoft.com/office/drawing/2014/main" id="{CF17436B-F809-44A4-9E73-F631329DFE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6" y="3959"/>
                <a:ext cx="45" cy="42"/>
              </a:xfrm>
              <a:custGeom>
                <a:avLst/>
                <a:gdLst>
                  <a:gd name="T0" fmla="*/ 50 w 42"/>
                  <a:gd name="T1" fmla="*/ 46 h 40"/>
                  <a:gd name="T2" fmla="*/ 41 w 42"/>
                  <a:gd name="T3" fmla="*/ 30 h 40"/>
                  <a:gd name="T4" fmla="*/ 30 w 42"/>
                  <a:gd name="T5" fmla="*/ 19 h 40"/>
                  <a:gd name="T6" fmla="*/ 16 w 42"/>
                  <a:gd name="T7" fmla="*/ 16 h 40"/>
                  <a:gd name="T8" fmla="*/ 0 w 42"/>
                  <a:gd name="T9" fmla="*/ 0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2" h="40">
                    <a:moveTo>
                      <a:pt x="41" y="40"/>
                    </a:moveTo>
                    <a:cubicBezTo>
                      <a:pt x="42" y="35"/>
                      <a:pt x="36" y="30"/>
                      <a:pt x="33" y="27"/>
                    </a:cubicBezTo>
                    <a:cubicBezTo>
                      <a:pt x="31" y="23"/>
                      <a:pt x="28" y="19"/>
                      <a:pt x="24" y="16"/>
                    </a:cubicBezTo>
                    <a:cubicBezTo>
                      <a:pt x="21" y="14"/>
                      <a:pt x="16" y="15"/>
                      <a:pt x="13" y="13"/>
                    </a:cubicBezTo>
                    <a:cubicBezTo>
                      <a:pt x="8" y="10"/>
                      <a:pt x="6" y="3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483" name="Freeform 466">
                <a:extLst>
                  <a:ext uri="{FF2B5EF4-FFF2-40B4-BE49-F238E27FC236}">
                    <a16:creationId xmlns:a16="http://schemas.microsoft.com/office/drawing/2014/main" id="{A77944A5-4AE3-449A-BC04-ACC3C181DC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0" y="3953"/>
                <a:ext cx="20" cy="15"/>
              </a:xfrm>
              <a:custGeom>
                <a:avLst/>
                <a:gdLst>
                  <a:gd name="T0" fmla="*/ 22 w 19"/>
                  <a:gd name="T1" fmla="*/ 13 h 14"/>
                  <a:gd name="T2" fmla="*/ 14 w 19"/>
                  <a:gd name="T3" fmla="*/ 10 h 14"/>
                  <a:gd name="T4" fmla="*/ 0 w 19"/>
                  <a:gd name="T5" fmla="*/ 0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14">
                    <a:moveTo>
                      <a:pt x="19" y="10"/>
                    </a:moveTo>
                    <a:cubicBezTo>
                      <a:pt x="19" y="14"/>
                      <a:pt x="13" y="8"/>
                      <a:pt x="11" y="7"/>
                    </a:cubicBezTo>
                    <a:cubicBezTo>
                      <a:pt x="7" y="5"/>
                      <a:pt x="4" y="3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484" name="Freeform 467">
                <a:extLst>
                  <a:ext uri="{FF2B5EF4-FFF2-40B4-BE49-F238E27FC236}">
                    <a16:creationId xmlns:a16="http://schemas.microsoft.com/office/drawing/2014/main" id="{A94C83A7-5885-4BB4-A97F-227E3435E7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2" y="3970"/>
                <a:ext cx="12" cy="13"/>
              </a:xfrm>
              <a:custGeom>
                <a:avLst/>
                <a:gdLst>
                  <a:gd name="T0" fmla="*/ 12 w 12"/>
                  <a:gd name="T1" fmla="*/ 4 h 12"/>
                  <a:gd name="T2" fmla="*/ 6 w 12"/>
                  <a:gd name="T3" fmla="*/ 15 h 12"/>
                  <a:gd name="T4" fmla="*/ 10 w 12"/>
                  <a:gd name="T5" fmla="*/ 4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2">
                    <a:moveTo>
                      <a:pt x="12" y="4"/>
                    </a:moveTo>
                    <a:cubicBezTo>
                      <a:pt x="9" y="6"/>
                      <a:pt x="7" y="9"/>
                      <a:pt x="6" y="12"/>
                    </a:cubicBezTo>
                    <a:cubicBezTo>
                      <a:pt x="0" y="8"/>
                      <a:pt x="3" y="0"/>
                      <a:pt x="10" y="4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485" name="Freeform 468">
                <a:extLst>
                  <a:ext uri="{FF2B5EF4-FFF2-40B4-BE49-F238E27FC236}">
                    <a16:creationId xmlns:a16="http://schemas.microsoft.com/office/drawing/2014/main" id="{4C455E05-7AD4-420F-A255-4CE87089B1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7" y="3989"/>
                <a:ext cx="16" cy="18"/>
              </a:xfrm>
              <a:custGeom>
                <a:avLst/>
                <a:gdLst>
                  <a:gd name="T0" fmla="*/ 18 w 15"/>
                  <a:gd name="T1" fmla="*/ 7 h 16"/>
                  <a:gd name="T2" fmla="*/ 11 w 15"/>
                  <a:gd name="T3" fmla="*/ 23 h 16"/>
                  <a:gd name="T4" fmla="*/ 3 w 15"/>
                  <a:gd name="T5" fmla="*/ 7 h 16"/>
                  <a:gd name="T6" fmla="*/ 16 w 15"/>
                  <a:gd name="T7" fmla="*/ 8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16">
                    <a:moveTo>
                      <a:pt x="15" y="4"/>
                    </a:moveTo>
                    <a:cubicBezTo>
                      <a:pt x="9" y="6"/>
                      <a:pt x="8" y="10"/>
                      <a:pt x="8" y="16"/>
                    </a:cubicBezTo>
                    <a:cubicBezTo>
                      <a:pt x="6" y="13"/>
                      <a:pt x="0" y="8"/>
                      <a:pt x="3" y="4"/>
                    </a:cubicBezTo>
                    <a:cubicBezTo>
                      <a:pt x="5" y="0"/>
                      <a:pt x="13" y="1"/>
                      <a:pt x="13" y="5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486" name="Freeform 469">
                <a:extLst>
                  <a:ext uri="{FF2B5EF4-FFF2-40B4-BE49-F238E27FC236}">
                    <a16:creationId xmlns:a16="http://schemas.microsoft.com/office/drawing/2014/main" id="{A42CE972-B7AE-4321-930E-2A763CED13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2" y="4004"/>
                <a:ext cx="21" cy="17"/>
              </a:xfrm>
              <a:custGeom>
                <a:avLst/>
                <a:gdLst>
                  <a:gd name="T0" fmla="*/ 22 w 20"/>
                  <a:gd name="T1" fmla="*/ 11 h 16"/>
                  <a:gd name="T2" fmla="*/ 6 w 20"/>
                  <a:gd name="T3" fmla="*/ 19 h 16"/>
                  <a:gd name="T4" fmla="*/ 1 w 20"/>
                  <a:gd name="T5" fmla="*/ 5 h 16"/>
                  <a:gd name="T6" fmla="*/ 14 w 20"/>
                  <a:gd name="T7" fmla="*/ 0 h 16"/>
                  <a:gd name="T8" fmla="*/ 23 w 20"/>
                  <a:gd name="T9" fmla="*/ 7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16">
                    <a:moveTo>
                      <a:pt x="19" y="8"/>
                    </a:moveTo>
                    <a:cubicBezTo>
                      <a:pt x="12" y="10"/>
                      <a:pt x="9" y="9"/>
                      <a:pt x="6" y="16"/>
                    </a:cubicBezTo>
                    <a:cubicBezTo>
                      <a:pt x="4" y="13"/>
                      <a:pt x="0" y="9"/>
                      <a:pt x="1" y="5"/>
                    </a:cubicBezTo>
                    <a:cubicBezTo>
                      <a:pt x="2" y="0"/>
                      <a:pt x="7" y="0"/>
                      <a:pt x="11" y="0"/>
                    </a:cubicBezTo>
                    <a:cubicBezTo>
                      <a:pt x="16" y="1"/>
                      <a:pt x="17" y="3"/>
                      <a:pt x="20" y="7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487" name="Freeform 470">
                <a:extLst>
                  <a:ext uri="{FF2B5EF4-FFF2-40B4-BE49-F238E27FC236}">
                    <a16:creationId xmlns:a16="http://schemas.microsoft.com/office/drawing/2014/main" id="{12A90D1F-CE97-4867-B52A-D9CB7A309E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3" y="1480"/>
                <a:ext cx="140" cy="656"/>
              </a:xfrm>
              <a:custGeom>
                <a:avLst/>
                <a:gdLst>
                  <a:gd name="T0" fmla="*/ 160 w 131"/>
                  <a:gd name="T1" fmla="*/ 747 h 615"/>
                  <a:gd name="T2" fmla="*/ 135 w 131"/>
                  <a:gd name="T3" fmla="*/ 511 h 615"/>
                  <a:gd name="T4" fmla="*/ 50 w 131"/>
                  <a:gd name="T5" fmla="*/ 357 h 615"/>
                  <a:gd name="T6" fmla="*/ 46 w 131"/>
                  <a:gd name="T7" fmla="*/ 254 h 615"/>
                  <a:gd name="T8" fmla="*/ 12 w 131"/>
                  <a:gd name="T9" fmla="*/ 166 h 615"/>
                  <a:gd name="T10" fmla="*/ 16 w 131"/>
                  <a:gd name="T11" fmla="*/ 0 h 61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1" h="615">
                    <a:moveTo>
                      <a:pt x="131" y="615"/>
                    </a:moveTo>
                    <a:cubicBezTo>
                      <a:pt x="131" y="615"/>
                      <a:pt x="131" y="472"/>
                      <a:pt x="110" y="421"/>
                    </a:cubicBezTo>
                    <a:cubicBezTo>
                      <a:pt x="90" y="370"/>
                      <a:pt x="35" y="311"/>
                      <a:pt x="41" y="294"/>
                    </a:cubicBezTo>
                    <a:cubicBezTo>
                      <a:pt x="47" y="276"/>
                      <a:pt x="62" y="263"/>
                      <a:pt x="37" y="209"/>
                    </a:cubicBezTo>
                    <a:cubicBezTo>
                      <a:pt x="12" y="154"/>
                      <a:pt x="0" y="156"/>
                      <a:pt x="9" y="137"/>
                    </a:cubicBezTo>
                    <a:cubicBezTo>
                      <a:pt x="18" y="118"/>
                      <a:pt x="38" y="50"/>
                      <a:pt x="13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488" name="Freeform 471">
                <a:extLst>
                  <a:ext uri="{FF2B5EF4-FFF2-40B4-BE49-F238E27FC236}">
                    <a16:creationId xmlns:a16="http://schemas.microsoft.com/office/drawing/2014/main" id="{BD6FD721-FA67-46F3-82D8-2C7C1B0636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6" y="1554"/>
                <a:ext cx="98" cy="30"/>
              </a:xfrm>
              <a:custGeom>
                <a:avLst/>
                <a:gdLst>
                  <a:gd name="T0" fmla="*/ 0 w 92"/>
                  <a:gd name="T1" fmla="*/ 33 h 28"/>
                  <a:gd name="T2" fmla="*/ 17 w 92"/>
                  <a:gd name="T3" fmla="*/ 27 h 28"/>
                  <a:gd name="T4" fmla="*/ 111 w 92"/>
                  <a:gd name="T5" fmla="*/ 0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2" h="28">
                    <a:moveTo>
                      <a:pt x="0" y="27"/>
                    </a:moveTo>
                    <a:cubicBezTo>
                      <a:pt x="0" y="27"/>
                      <a:pt x="6" y="28"/>
                      <a:pt x="14" y="21"/>
                    </a:cubicBezTo>
                    <a:cubicBezTo>
                      <a:pt x="23" y="14"/>
                      <a:pt x="63" y="22"/>
                      <a:pt x="92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489" name="Freeform 472">
                <a:extLst>
                  <a:ext uri="{FF2B5EF4-FFF2-40B4-BE49-F238E27FC236}">
                    <a16:creationId xmlns:a16="http://schemas.microsoft.com/office/drawing/2014/main" id="{AC064731-35A9-4ECA-9423-E8C65DA88F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4" y="1620"/>
                <a:ext cx="20" cy="44"/>
              </a:xfrm>
              <a:custGeom>
                <a:avLst/>
                <a:gdLst>
                  <a:gd name="T0" fmla="*/ 22 w 19"/>
                  <a:gd name="T1" fmla="*/ 0 h 41"/>
                  <a:gd name="T2" fmla="*/ 0 w 19"/>
                  <a:gd name="T3" fmla="*/ 50 h 4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41">
                    <a:moveTo>
                      <a:pt x="19" y="0"/>
                    </a:moveTo>
                    <a:cubicBezTo>
                      <a:pt x="19" y="0"/>
                      <a:pt x="11" y="17"/>
                      <a:pt x="0" y="41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490" name="Freeform 473">
                <a:extLst>
                  <a:ext uri="{FF2B5EF4-FFF2-40B4-BE49-F238E27FC236}">
                    <a16:creationId xmlns:a16="http://schemas.microsoft.com/office/drawing/2014/main" id="{1C74CA30-40B5-4FE5-8FB4-0977154CD1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8" y="1709"/>
                <a:ext cx="492" cy="270"/>
              </a:xfrm>
              <a:custGeom>
                <a:avLst/>
                <a:gdLst>
                  <a:gd name="T0" fmla="*/ 528 w 461"/>
                  <a:gd name="T1" fmla="*/ 0 h 254"/>
                  <a:gd name="T2" fmla="*/ 535 w 461"/>
                  <a:gd name="T3" fmla="*/ 100 h 254"/>
                  <a:gd name="T4" fmla="*/ 441 w 461"/>
                  <a:gd name="T5" fmla="*/ 185 h 254"/>
                  <a:gd name="T6" fmla="*/ 345 w 461"/>
                  <a:gd name="T7" fmla="*/ 221 h 254"/>
                  <a:gd name="T8" fmla="*/ 0 w 461"/>
                  <a:gd name="T9" fmla="*/ 161 h 25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61" h="254">
                    <a:moveTo>
                      <a:pt x="435" y="0"/>
                    </a:moveTo>
                    <a:cubicBezTo>
                      <a:pt x="435" y="0"/>
                      <a:pt x="461" y="62"/>
                      <a:pt x="439" y="83"/>
                    </a:cubicBezTo>
                    <a:cubicBezTo>
                      <a:pt x="417" y="103"/>
                      <a:pt x="376" y="146"/>
                      <a:pt x="363" y="154"/>
                    </a:cubicBezTo>
                    <a:cubicBezTo>
                      <a:pt x="350" y="163"/>
                      <a:pt x="324" y="178"/>
                      <a:pt x="284" y="184"/>
                    </a:cubicBezTo>
                    <a:cubicBezTo>
                      <a:pt x="244" y="190"/>
                      <a:pt x="7" y="254"/>
                      <a:pt x="0" y="134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491" name="Freeform 474">
                <a:extLst>
                  <a:ext uri="{FF2B5EF4-FFF2-40B4-BE49-F238E27FC236}">
                    <a16:creationId xmlns:a16="http://schemas.microsoft.com/office/drawing/2014/main" id="{DC041184-40AE-451C-9B92-B49BEDE2CA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7" y="1609"/>
                <a:ext cx="63" cy="24"/>
              </a:xfrm>
              <a:custGeom>
                <a:avLst/>
                <a:gdLst>
                  <a:gd name="T0" fmla="*/ 0 w 59"/>
                  <a:gd name="T1" fmla="*/ 0 h 22"/>
                  <a:gd name="T2" fmla="*/ 72 w 59"/>
                  <a:gd name="T3" fmla="*/ 28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9" h="22">
                    <a:moveTo>
                      <a:pt x="0" y="0"/>
                    </a:moveTo>
                    <a:cubicBezTo>
                      <a:pt x="19" y="5"/>
                      <a:pt x="38" y="18"/>
                      <a:pt x="59" y="22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492" name="Freeform 475">
                <a:extLst>
                  <a:ext uri="{FF2B5EF4-FFF2-40B4-BE49-F238E27FC236}">
                    <a16:creationId xmlns:a16="http://schemas.microsoft.com/office/drawing/2014/main" id="{AC8213E7-9450-4D22-A6A5-6E737C2EB3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0" y="1882"/>
                <a:ext cx="67" cy="13"/>
              </a:xfrm>
              <a:custGeom>
                <a:avLst/>
                <a:gdLst>
                  <a:gd name="T0" fmla="*/ 0 w 63"/>
                  <a:gd name="T1" fmla="*/ 2 h 12"/>
                  <a:gd name="T2" fmla="*/ 76 w 63"/>
                  <a:gd name="T3" fmla="*/ 0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3" h="12">
                    <a:moveTo>
                      <a:pt x="0" y="2"/>
                    </a:moveTo>
                    <a:cubicBezTo>
                      <a:pt x="17" y="12"/>
                      <a:pt x="46" y="5"/>
                      <a:pt x="63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493" name="Freeform 476">
                <a:extLst>
                  <a:ext uri="{FF2B5EF4-FFF2-40B4-BE49-F238E27FC236}">
                    <a16:creationId xmlns:a16="http://schemas.microsoft.com/office/drawing/2014/main" id="{BA161B1D-C8E4-48BE-BF7A-0A0F3AB435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4" y="1838"/>
                <a:ext cx="38" cy="23"/>
              </a:xfrm>
              <a:custGeom>
                <a:avLst/>
                <a:gdLst>
                  <a:gd name="T0" fmla="*/ 42 w 36"/>
                  <a:gd name="T1" fmla="*/ 0 h 22"/>
                  <a:gd name="T2" fmla="*/ 0 w 36"/>
                  <a:gd name="T3" fmla="*/ 25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6" h="22">
                    <a:moveTo>
                      <a:pt x="36" y="0"/>
                    </a:moveTo>
                    <a:cubicBezTo>
                      <a:pt x="22" y="2"/>
                      <a:pt x="11" y="13"/>
                      <a:pt x="0" y="22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494" name="Freeform 477">
                <a:extLst>
                  <a:ext uri="{FF2B5EF4-FFF2-40B4-BE49-F238E27FC236}">
                    <a16:creationId xmlns:a16="http://schemas.microsoft.com/office/drawing/2014/main" id="{BF4151A4-B453-4798-9A98-B9DB1D3E24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4" y="1920"/>
                <a:ext cx="69" cy="40"/>
              </a:xfrm>
              <a:custGeom>
                <a:avLst/>
                <a:gdLst>
                  <a:gd name="T0" fmla="*/ 80 w 64"/>
                  <a:gd name="T1" fmla="*/ 0 h 38"/>
                  <a:gd name="T2" fmla="*/ 0 w 64"/>
                  <a:gd name="T3" fmla="*/ 44 h 3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4" h="38">
                    <a:moveTo>
                      <a:pt x="64" y="0"/>
                    </a:moveTo>
                    <a:cubicBezTo>
                      <a:pt x="59" y="36"/>
                      <a:pt x="20" y="22"/>
                      <a:pt x="0" y="38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495" name="Freeform 478">
                <a:extLst>
                  <a:ext uri="{FF2B5EF4-FFF2-40B4-BE49-F238E27FC236}">
                    <a16:creationId xmlns:a16="http://schemas.microsoft.com/office/drawing/2014/main" id="{2AC82DEB-1C4C-483B-BCB7-6C3E9D7A79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2" y="2197"/>
                <a:ext cx="67" cy="17"/>
              </a:xfrm>
              <a:custGeom>
                <a:avLst/>
                <a:gdLst>
                  <a:gd name="T0" fmla="*/ 76 w 63"/>
                  <a:gd name="T1" fmla="*/ 15 h 16"/>
                  <a:gd name="T2" fmla="*/ 0 w 63"/>
                  <a:gd name="T3" fmla="*/ 0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3" h="16">
                    <a:moveTo>
                      <a:pt x="63" y="12"/>
                    </a:moveTo>
                    <a:cubicBezTo>
                      <a:pt x="39" y="16"/>
                      <a:pt x="23" y="8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496" name="Freeform 479">
                <a:extLst>
                  <a:ext uri="{FF2B5EF4-FFF2-40B4-BE49-F238E27FC236}">
                    <a16:creationId xmlns:a16="http://schemas.microsoft.com/office/drawing/2014/main" id="{E8FA0C5B-4B3F-4218-A81F-6B0B8D271E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9" y="943"/>
                <a:ext cx="9" cy="75"/>
              </a:xfrm>
              <a:custGeom>
                <a:avLst/>
                <a:gdLst>
                  <a:gd name="T0" fmla="*/ 9 w 9"/>
                  <a:gd name="T1" fmla="*/ 86 h 70"/>
                  <a:gd name="T2" fmla="*/ 1 w 9"/>
                  <a:gd name="T3" fmla="*/ 41 h 70"/>
                  <a:gd name="T4" fmla="*/ 3 w 9"/>
                  <a:gd name="T5" fmla="*/ 0 h 7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70">
                    <a:moveTo>
                      <a:pt x="9" y="70"/>
                    </a:moveTo>
                    <a:cubicBezTo>
                      <a:pt x="9" y="70"/>
                      <a:pt x="0" y="45"/>
                      <a:pt x="1" y="33"/>
                    </a:cubicBezTo>
                    <a:cubicBezTo>
                      <a:pt x="3" y="21"/>
                      <a:pt x="3" y="0"/>
                      <a:pt x="3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497" name="Freeform 480">
                <a:extLst>
                  <a:ext uri="{FF2B5EF4-FFF2-40B4-BE49-F238E27FC236}">
                    <a16:creationId xmlns:a16="http://schemas.microsoft.com/office/drawing/2014/main" id="{1AD7C66B-B8E1-41B8-9C7F-C768837B22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2" y="933"/>
                <a:ext cx="20" cy="29"/>
              </a:xfrm>
              <a:custGeom>
                <a:avLst/>
                <a:gdLst>
                  <a:gd name="T0" fmla="*/ 0 w 19"/>
                  <a:gd name="T1" fmla="*/ 33 h 27"/>
                  <a:gd name="T2" fmla="*/ 20 w 19"/>
                  <a:gd name="T3" fmla="*/ 32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27">
                    <a:moveTo>
                      <a:pt x="0" y="27"/>
                    </a:moveTo>
                    <a:cubicBezTo>
                      <a:pt x="0" y="27"/>
                      <a:pt x="19" y="0"/>
                      <a:pt x="17" y="26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498" name="Freeform 481">
                <a:extLst>
                  <a:ext uri="{FF2B5EF4-FFF2-40B4-BE49-F238E27FC236}">
                    <a16:creationId xmlns:a16="http://schemas.microsoft.com/office/drawing/2014/main" id="{D6AE532A-1F48-427B-8D1F-E761228C46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2" y="972"/>
                <a:ext cx="13" cy="21"/>
              </a:xfrm>
              <a:custGeom>
                <a:avLst/>
                <a:gdLst>
                  <a:gd name="T0" fmla="*/ 0 w 12"/>
                  <a:gd name="T1" fmla="*/ 0 h 20"/>
                  <a:gd name="T2" fmla="*/ 1 w 12"/>
                  <a:gd name="T3" fmla="*/ 23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20">
                    <a:moveTo>
                      <a:pt x="0" y="0"/>
                    </a:moveTo>
                    <a:cubicBezTo>
                      <a:pt x="0" y="0"/>
                      <a:pt x="12" y="10"/>
                      <a:pt x="1" y="2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499" name="Freeform 482">
                <a:extLst>
                  <a:ext uri="{FF2B5EF4-FFF2-40B4-BE49-F238E27FC236}">
                    <a16:creationId xmlns:a16="http://schemas.microsoft.com/office/drawing/2014/main" id="{16BE4824-D54F-4560-8F8C-30DDB4ACF1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0" y="942"/>
                <a:ext cx="24" cy="109"/>
              </a:xfrm>
              <a:custGeom>
                <a:avLst/>
                <a:gdLst>
                  <a:gd name="T0" fmla="*/ 1 w 23"/>
                  <a:gd name="T1" fmla="*/ 0 h 102"/>
                  <a:gd name="T2" fmla="*/ 16 w 23"/>
                  <a:gd name="T3" fmla="*/ 21 h 102"/>
                  <a:gd name="T4" fmla="*/ 19 w 23"/>
                  <a:gd name="T5" fmla="*/ 55 h 102"/>
                  <a:gd name="T6" fmla="*/ 23 w 23"/>
                  <a:gd name="T7" fmla="*/ 124 h 102"/>
                  <a:gd name="T8" fmla="*/ 18 w 23"/>
                  <a:gd name="T9" fmla="*/ 79 h 102"/>
                  <a:gd name="T10" fmla="*/ 16 w 23"/>
                  <a:gd name="T11" fmla="*/ 57 h 102"/>
                  <a:gd name="T12" fmla="*/ 10 w 23"/>
                  <a:gd name="T13" fmla="*/ 29 h 102"/>
                  <a:gd name="T14" fmla="*/ 0 w 23"/>
                  <a:gd name="T15" fmla="*/ 18 h 102"/>
                  <a:gd name="T16" fmla="*/ 3 w 23"/>
                  <a:gd name="T17" fmla="*/ 5 h 10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3" h="102">
                    <a:moveTo>
                      <a:pt x="1" y="0"/>
                    </a:moveTo>
                    <a:cubicBezTo>
                      <a:pt x="4" y="6"/>
                      <a:pt x="9" y="12"/>
                      <a:pt x="13" y="18"/>
                    </a:cubicBezTo>
                    <a:cubicBezTo>
                      <a:pt x="16" y="26"/>
                      <a:pt x="16" y="36"/>
                      <a:pt x="16" y="45"/>
                    </a:cubicBezTo>
                    <a:cubicBezTo>
                      <a:pt x="14" y="65"/>
                      <a:pt x="23" y="81"/>
                      <a:pt x="20" y="102"/>
                    </a:cubicBezTo>
                    <a:cubicBezTo>
                      <a:pt x="23" y="90"/>
                      <a:pt x="15" y="77"/>
                      <a:pt x="15" y="65"/>
                    </a:cubicBezTo>
                    <a:cubicBezTo>
                      <a:pt x="14" y="56"/>
                      <a:pt x="13" y="54"/>
                      <a:pt x="13" y="47"/>
                    </a:cubicBezTo>
                    <a:cubicBezTo>
                      <a:pt x="14" y="39"/>
                      <a:pt x="13" y="31"/>
                      <a:pt x="10" y="23"/>
                    </a:cubicBezTo>
                    <a:cubicBezTo>
                      <a:pt x="10" y="20"/>
                      <a:pt x="4" y="9"/>
                      <a:pt x="0" y="15"/>
                    </a:cubicBezTo>
                    <a:cubicBezTo>
                      <a:pt x="3" y="12"/>
                      <a:pt x="3" y="9"/>
                      <a:pt x="3" y="5"/>
                    </a:cubicBezTo>
                  </a:path>
                </a:pathLst>
              </a:custGeom>
              <a:solidFill>
                <a:srgbClr val="A57A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500" name="Freeform 483">
                <a:extLst>
                  <a:ext uri="{FF2B5EF4-FFF2-40B4-BE49-F238E27FC236}">
                    <a16:creationId xmlns:a16="http://schemas.microsoft.com/office/drawing/2014/main" id="{06B64DD1-5233-4935-A618-B3697E5256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8" y="1055"/>
                <a:ext cx="14" cy="72"/>
              </a:xfrm>
              <a:custGeom>
                <a:avLst/>
                <a:gdLst>
                  <a:gd name="T0" fmla="*/ 6 w 13"/>
                  <a:gd name="T1" fmla="*/ 0 h 68"/>
                  <a:gd name="T2" fmla="*/ 10 w 13"/>
                  <a:gd name="T3" fmla="*/ 33 h 68"/>
                  <a:gd name="T4" fmla="*/ 16 w 13"/>
                  <a:gd name="T5" fmla="*/ 58 h 68"/>
                  <a:gd name="T6" fmla="*/ 13 w 13"/>
                  <a:gd name="T7" fmla="*/ 80 h 68"/>
                  <a:gd name="T8" fmla="*/ 14 w 13"/>
                  <a:gd name="T9" fmla="*/ 58 h 68"/>
                  <a:gd name="T10" fmla="*/ 5 w 13"/>
                  <a:gd name="T11" fmla="*/ 28 h 68"/>
                  <a:gd name="T12" fmla="*/ 1 w 13"/>
                  <a:gd name="T13" fmla="*/ 15 h 68"/>
                  <a:gd name="T14" fmla="*/ 6 w 13"/>
                  <a:gd name="T15" fmla="*/ 0 h 6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3" h="68">
                    <a:moveTo>
                      <a:pt x="6" y="0"/>
                    </a:moveTo>
                    <a:cubicBezTo>
                      <a:pt x="2" y="9"/>
                      <a:pt x="4" y="19"/>
                      <a:pt x="7" y="27"/>
                    </a:cubicBezTo>
                    <a:cubicBezTo>
                      <a:pt x="10" y="34"/>
                      <a:pt x="13" y="41"/>
                      <a:pt x="13" y="49"/>
                    </a:cubicBezTo>
                    <a:cubicBezTo>
                      <a:pt x="13" y="56"/>
                      <a:pt x="11" y="61"/>
                      <a:pt x="10" y="68"/>
                    </a:cubicBezTo>
                    <a:cubicBezTo>
                      <a:pt x="12" y="62"/>
                      <a:pt x="11" y="54"/>
                      <a:pt x="11" y="49"/>
                    </a:cubicBezTo>
                    <a:cubicBezTo>
                      <a:pt x="10" y="40"/>
                      <a:pt x="8" y="32"/>
                      <a:pt x="5" y="24"/>
                    </a:cubicBezTo>
                    <a:cubicBezTo>
                      <a:pt x="3" y="20"/>
                      <a:pt x="1" y="16"/>
                      <a:pt x="1" y="12"/>
                    </a:cubicBezTo>
                    <a:cubicBezTo>
                      <a:pt x="0" y="6"/>
                      <a:pt x="3" y="4"/>
                      <a:pt x="6" y="0"/>
                    </a:cubicBezTo>
                  </a:path>
                </a:pathLst>
              </a:custGeom>
              <a:solidFill>
                <a:srgbClr val="A57A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501" name="Freeform 484">
                <a:extLst>
                  <a:ext uri="{FF2B5EF4-FFF2-40B4-BE49-F238E27FC236}">
                    <a16:creationId xmlns:a16="http://schemas.microsoft.com/office/drawing/2014/main" id="{5C6AC440-619C-4C19-9552-F77080DF3F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7" y="2478"/>
                <a:ext cx="200" cy="39"/>
              </a:xfrm>
              <a:custGeom>
                <a:avLst/>
                <a:gdLst>
                  <a:gd name="T0" fmla="*/ 0 w 188"/>
                  <a:gd name="T1" fmla="*/ 12 h 36"/>
                  <a:gd name="T2" fmla="*/ 91 w 188"/>
                  <a:gd name="T3" fmla="*/ 2 h 36"/>
                  <a:gd name="T4" fmla="*/ 227 w 188"/>
                  <a:gd name="T5" fmla="*/ 46 h 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8" h="36">
                    <a:moveTo>
                      <a:pt x="0" y="9"/>
                    </a:moveTo>
                    <a:cubicBezTo>
                      <a:pt x="0" y="9"/>
                      <a:pt x="54" y="5"/>
                      <a:pt x="76" y="2"/>
                    </a:cubicBezTo>
                    <a:cubicBezTo>
                      <a:pt x="98" y="0"/>
                      <a:pt x="163" y="2"/>
                      <a:pt x="188" y="36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502" name="Freeform 485">
                <a:extLst>
                  <a:ext uri="{FF2B5EF4-FFF2-40B4-BE49-F238E27FC236}">
                    <a16:creationId xmlns:a16="http://schemas.microsoft.com/office/drawing/2014/main" id="{71422E5D-7E56-4C38-AA70-2C4F03C040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9" y="2251"/>
                <a:ext cx="434" cy="126"/>
              </a:xfrm>
              <a:custGeom>
                <a:avLst/>
                <a:gdLst>
                  <a:gd name="T0" fmla="*/ 496 w 406"/>
                  <a:gd name="T1" fmla="*/ 127 h 118"/>
                  <a:gd name="T2" fmla="*/ 357 w 406"/>
                  <a:gd name="T3" fmla="*/ 83 h 118"/>
                  <a:gd name="T4" fmla="*/ 261 w 406"/>
                  <a:gd name="T5" fmla="*/ 0 h 118"/>
                  <a:gd name="T6" fmla="*/ 236 w 406"/>
                  <a:gd name="T7" fmla="*/ 0 h 118"/>
                  <a:gd name="T8" fmla="*/ 140 w 406"/>
                  <a:gd name="T9" fmla="*/ 83 h 118"/>
                  <a:gd name="T10" fmla="*/ 0 w 406"/>
                  <a:gd name="T11" fmla="*/ 127 h 11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06" h="118">
                    <a:moveTo>
                      <a:pt x="406" y="104"/>
                    </a:moveTo>
                    <a:cubicBezTo>
                      <a:pt x="406" y="104"/>
                      <a:pt x="326" y="118"/>
                      <a:pt x="292" y="68"/>
                    </a:cubicBezTo>
                    <a:cubicBezTo>
                      <a:pt x="257" y="18"/>
                      <a:pt x="234" y="1"/>
                      <a:pt x="213" y="0"/>
                    </a:cubicBezTo>
                    <a:cubicBezTo>
                      <a:pt x="194" y="0"/>
                      <a:pt x="194" y="0"/>
                      <a:pt x="194" y="0"/>
                    </a:cubicBezTo>
                    <a:cubicBezTo>
                      <a:pt x="173" y="1"/>
                      <a:pt x="149" y="18"/>
                      <a:pt x="115" y="68"/>
                    </a:cubicBezTo>
                    <a:cubicBezTo>
                      <a:pt x="80" y="118"/>
                      <a:pt x="0" y="104"/>
                      <a:pt x="0" y="104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503" name="Freeform 486">
                <a:extLst>
                  <a:ext uri="{FF2B5EF4-FFF2-40B4-BE49-F238E27FC236}">
                    <a16:creationId xmlns:a16="http://schemas.microsoft.com/office/drawing/2014/main" id="{102CAB18-DB12-47DB-9523-E76C75728A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3" y="2776"/>
                <a:ext cx="69" cy="48"/>
              </a:xfrm>
              <a:custGeom>
                <a:avLst/>
                <a:gdLst>
                  <a:gd name="T0" fmla="*/ 80 w 64"/>
                  <a:gd name="T1" fmla="*/ 0 h 45"/>
                  <a:gd name="T2" fmla="*/ 0 w 64"/>
                  <a:gd name="T3" fmla="*/ 54 h 4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4" h="45">
                    <a:moveTo>
                      <a:pt x="64" y="0"/>
                    </a:moveTo>
                    <a:cubicBezTo>
                      <a:pt x="64" y="0"/>
                      <a:pt x="8" y="32"/>
                      <a:pt x="0" y="45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504" name="Freeform 487">
                <a:extLst>
                  <a:ext uri="{FF2B5EF4-FFF2-40B4-BE49-F238E27FC236}">
                    <a16:creationId xmlns:a16="http://schemas.microsoft.com/office/drawing/2014/main" id="{81F96F58-CF6C-40D2-A383-09A425E50E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2" y="1784"/>
                <a:ext cx="32" cy="17"/>
              </a:xfrm>
              <a:custGeom>
                <a:avLst/>
                <a:gdLst>
                  <a:gd name="T0" fmla="*/ 0 w 30"/>
                  <a:gd name="T1" fmla="*/ 0 h 16"/>
                  <a:gd name="T2" fmla="*/ 36 w 30"/>
                  <a:gd name="T3" fmla="*/ 5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0" h="16">
                    <a:moveTo>
                      <a:pt x="0" y="0"/>
                    </a:moveTo>
                    <a:cubicBezTo>
                      <a:pt x="9" y="7"/>
                      <a:pt x="20" y="16"/>
                      <a:pt x="30" y="5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505" name="Freeform 488">
                <a:extLst>
                  <a:ext uri="{FF2B5EF4-FFF2-40B4-BE49-F238E27FC236}">
                    <a16:creationId xmlns:a16="http://schemas.microsoft.com/office/drawing/2014/main" id="{BD13C79F-3E73-4F67-9D5C-14D44DE91B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7" y="1785"/>
                <a:ext cx="22" cy="16"/>
              </a:xfrm>
              <a:custGeom>
                <a:avLst/>
                <a:gdLst>
                  <a:gd name="T0" fmla="*/ 24 w 21"/>
                  <a:gd name="T1" fmla="*/ 0 h 15"/>
                  <a:gd name="T2" fmla="*/ 0 w 21"/>
                  <a:gd name="T3" fmla="*/ 11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15">
                    <a:moveTo>
                      <a:pt x="21" y="0"/>
                    </a:moveTo>
                    <a:cubicBezTo>
                      <a:pt x="18" y="6"/>
                      <a:pt x="4" y="15"/>
                      <a:pt x="0" y="8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506" name="Freeform 489">
                <a:extLst>
                  <a:ext uri="{FF2B5EF4-FFF2-40B4-BE49-F238E27FC236}">
                    <a16:creationId xmlns:a16="http://schemas.microsoft.com/office/drawing/2014/main" id="{E0857541-0A9C-4F49-89A2-64B9B138B4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7" y="1995"/>
                <a:ext cx="654" cy="64"/>
              </a:xfrm>
              <a:custGeom>
                <a:avLst/>
                <a:gdLst>
                  <a:gd name="T0" fmla="*/ 0 w 613"/>
                  <a:gd name="T1" fmla="*/ 0 h 60"/>
                  <a:gd name="T2" fmla="*/ 197 w 613"/>
                  <a:gd name="T3" fmla="*/ 54 h 60"/>
                  <a:gd name="T4" fmla="*/ 371 w 613"/>
                  <a:gd name="T5" fmla="*/ 38 h 60"/>
                  <a:gd name="T6" fmla="*/ 607 w 613"/>
                  <a:gd name="T7" fmla="*/ 58 h 60"/>
                  <a:gd name="T8" fmla="*/ 745 w 613"/>
                  <a:gd name="T9" fmla="*/ 0 h 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13" h="60">
                    <a:moveTo>
                      <a:pt x="0" y="0"/>
                    </a:moveTo>
                    <a:cubicBezTo>
                      <a:pt x="0" y="0"/>
                      <a:pt x="92" y="53"/>
                      <a:pt x="162" y="45"/>
                    </a:cubicBezTo>
                    <a:cubicBezTo>
                      <a:pt x="233" y="37"/>
                      <a:pt x="262" y="35"/>
                      <a:pt x="306" y="32"/>
                    </a:cubicBezTo>
                    <a:cubicBezTo>
                      <a:pt x="350" y="29"/>
                      <a:pt x="449" y="60"/>
                      <a:pt x="500" y="48"/>
                    </a:cubicBezTo>
                    <a:cubicBezTo>
                      <a:pt x="550" y="36"/>
                      <a:pt x="613" y="0"/>
                      <a:pt x="613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507" name="Freeform 490">
                <a:extLst>
                  <a:ext uri="{FF2B5EF4-FFF2-40B4-BE49-F238E27FC236}">
                    <a16:creationId xmlns:a16="http://schemas.microsoft.com/office/drawing/2014/main" id="{4E5B04CC-1A7E-4E84-A85B-0CAEC4E60B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9" y="2275"/>
                <a:ext cx="12" cy="47"/>
              </a:xfrm>
              <a:custGeom>
                <a:avLst/>
                <a:gdLst>
                  <a:gd name="T0" fmla="*/ 14 w 11"/>
                  <a:gd name="T1" fmla="*/ 0 h 44"/>
                  <a:gd name="T2" fmla="*/ 0 w 11"/>
                  <a:gd name="T3" fmla="*/ 53 h 4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44">
                    <a:moveTo>
                      <a:pt x="11" y="0"/>
                    </a:moveTo>
                    <a:cubicBezTo>
                      <a:pt x="11" y="0"/>
                      <a:pt x="0" y="13"/>
                      <a:pt x="0" y="44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508" name="Freeform 491">
                <a:extLst>
                  <a:ext uri="{FF2B5EF4-FFF2-40B4-BE49-F238E27FC236}">
                    <a16:creationId xmlns:a16="http://schemas.microsoft.com/office/drawing/2014/main" id="{DB058157-9577-4DA3-8260-A65F90F0BD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5" y="2279"/>
                <a:ext cx="12" cy="144"/>
              </a:xfrm>
              <a:custGeom>
                <a:avLst/>
                <a:gdLst>
                  <a:gd name="T0" fmla="*/ 2 w 12"/>
                  <a:gd name="T1" fmla="*/ 0 h 135"/>
                  <a:gd name="T2" fmla="*/ 5 w 12"/>
                  <a:gd name="T3" fmla="*/ 101 h 135"/>
                  <a:gd name="T4" fmla="*/ 12 w 12"/>
                  <a:gd name="T5" fmla="*/ 164 h 1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35">
                    <a:moveTo>
                      <a:pt x="2" y="0"/>
                    </a:moveTo>
                    <a:cubicBezTo>
                      <a:pt x="2" y="0"/>
                      <a:pt x="9" y="62"/>
                      <a:pt x="5" y="83"/>
                    </a:cubicBezTo>
                    <a:cubicBezTo>
                      <a:pt x="0" y="104"/>
                      <a:pt x="7" y="128"/>
                      <a:pt x="12" y="135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509" name="Freeform 492">
                <a:extLst>
                  <a:ext uri="{FF2B5EF4-FFF2-40B4-BE49-F238E27FC236}">
                    <a16:creationId xmlns:a16="http://schemas.microsoft.com/office/drawing/2014/main" id="{8FFBE43F-B996-4C7C-B94F-32BFBEE7FB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8" y="2250"/>
                <a:ext cx="25" cy="30"/>
              </a:xfrm>
              <a:custGeom>
                <a:avLst/>
                <a:gdLst>
                  <a:gd name="T0" fmla="*/ 7 w 24"/>
                  <a:gd name="T1" fmla="*/ 0 h 28"/>
                  <a:gd name="T2" fmla="*/ 4 w 24"/>
                  <a:gd name="T3" fmla="*/ 23 h 28"/>
                  <a:gd name="T4" fmla="*/ 20 w 24"/>
                  <a:gd name="T5" fmla="*/ 32 h 28"/>
                  <a:gd name="T6" fmla="*/ 27 w 24"/>
                  <a:gd name="T7" fmla="*/ 27 h 2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" h="28">
                    <a:moveTo>
                      <a:pt x="7" y="0"/>
                    </a:moveTo>
                    <a:cubicBezTo>
                      <a:pt x="0" y="4"/>
                      <a:pt x="0" y="13"/>
                      <a:pt x="4" y="19"/>
                    </a:cubicBezTo>
                    <a:cubicBezTo>
                      <a:pt x="6" y="24"/>
                      <a:pt x="11" y="28"/>
                      <a:pt x="17" y="26"/>
                    </a:cubicBezTo>
                    <a:cubicBezTo>
                      <a:pt x="19" y="26"/>
                      <a:pt x="23" y="23"/>
                      <a:pt x="24" y="21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510" name="Freeform 493">
                <a:extLst>
                  <a:ext uri="{FF2B5EF4-FFF2-40B4-BE49-F238E27FC236}">
                    <a16:creationId xmlns:a16="http://schemas.microsoft.com/office/drawing/2014/main" id="{83265589-D16F-405A-8A72-714311D735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5" y="2507"/>
                <a:ext cx="222" cy="187"/>
              </a:xfrm>
              <a:custGeom>
                <a:avLst/>
                <a:gdLst>
                  <a:gd name="T0" fmla="*/ 244 w 208"/>
                  <a:gd name="T1" fmla="*/ 0 h 175"/>
                  <a:gd name="T2" fmla="*/ 224 w 208"/>
                  <a:gd name="T3" fmla="*/ 68 h 175"/>
                  <a:gd name="T4" fmla="*/ 126 w 208"/>
                  <a:gd name="T5" fmla="*/ 200 h 175"/>
                  <a:gd name="T6" fmla="*/ 31 w 208"/>
                  <a:gd name="T7" fmla="*/ 69 h 175"/>
                  <a:gd name="T8" fmla="*/ 21 w 208"/>
                  <a:gd name="T9" fmla="*/ 3 h 175"/>
                  <a:gd name="T10" fmla="*/ 244 w 208"/>
                  <a:gd name="T11" fmla="*/ 0 h 17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08" h="175">
                    <a:moveTo>
                      <a:pt x="201" y="0"/>
                    </a:moveTo>
                    <a:cubicBezTo>
                      <a:pt x="201" y="0"/>
                      <a:pt x="181" y="4"/>
                      <a:pt x="185" y="56"/>
                    </a:cubicBezTo>
                    <a:cubicBezTo>
                      <a:pt x="189" y="107"/>
                      <a:pt x="208" y="152"/>
                      <a:pt x="104" y="164"/>
                    </a:cubicBezTo>
                    <a:cubicBezTo>
                      <a:pt x="0" y="175"/>
                      <a:pt x="18" y="94"/>
                      <a:pt x="25" y="57"/>
                    </a:cubicBezTo>
                    <a:cubicBezTo>
                      <a:pt x="32" y="20"/>
                      <a:pt x="18" y="3"/>
                      <a:pt x="18" y="3"/>
                    </a:cubicBezTo>
                    <a:cubicBezTo>
                      <a:pt x="18" y="3"/>
                      <a:pt x="119" y="39"/>
                      <a:pt x="201" y="0"/>
                    </a:cubicBezTo>
                    <a:close/>
                  </a:path>
                </a:pathLst>
              </a:custGeom>
              <a:solidFill>
                <a:srgbClr val="F7E8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511" name="Freeform 494">
                <a:extLst>
                  <a:ext uri="{FF2B5EF4-FFF2-40B4-BE49-F238E27FC236}">
                    <a16:creationId xmlns:a16="http://schemas.microsoft.com/office/drawing/2014/main" id="{E0D85B3E-154A-419C-90EB-8144DC5E8D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3" y="2508"/>
                <a:ext cx="223" cy="188"/>
              </a:xfrm>
              <a:custGeom>
                <a:avLst/>
                <a:gdLst>
                  <a:gd name="T0" fmla="*/ 21 w 209"/>
                  <a:gd name="T1" fmla="*/ 3 h 176"/>
                  <a:gd name="T2" fmla="*/ 31 w 209"/>
                  <a:gd name="T3" fmla="*/ 69 h 176"/>
                  <a:gd name="T4" fmla="*/ 128 w 209"/>
                  <a:gd name="T5" fmla="*/ 200 h 176"/>
                  <a:gd name="T6" fmla="*/ 225 w 209"/>
                  <a:gd name="T7" fmla="*/ 68 h 176"/>
                  <a:gd name="T8" fmla="*/ 245 w 209"/>
                  <a:gd name="T9" fmla="*/ 0 h 17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9" h="176">
                    <a:moveTo>
                      <a:pt x="18" y="3"/>
                    </a:moveTo>
                    <a:cubicBezTo>
                      <a:pt x="18" y="3"/>
                      <a:pt x="32" y="20"/>
                      <a:pt x="25" y="57"/>
                    </a:cubicBezTo>
                    <a:cubicBezTo>
                      <a:pt x="18" y="94"/>
                      <a:pt x="0" y="176"/>
                      <a:pt x="105" y="164"/>
                    </a:cubicBezTo>
                    <a:cubicBezTo>
                      <a:pt x="209" y="153"/>
                      <a:pt x="190" y="108"/>
                      <a:pt x="186" y="56"/>
                    </a:cubicBezTo>
                    <a:cubicBezTo>
                      <a:pt x="182" y="4"/>
                      <a:pt x="202" y="0"/>
                      <a:pt x="202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512" name="Freeform 495">
                <a:extLst>
                  <a:ext uri="{FF2B5EF4-FFF2-40B4-BE49-F238E27FC236}">
                    <a16:creationId xmlns:a16="http://schemas.microsoft.com/office/drawing/2014/main" id="{FE10E15C-FB8D-4F60-A606-1422CAAEE5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9" y="2548"/>
                <a:ext cx="61" cy="27"/>
              </a:xfrm>
              <a:custGeom>
                <a:avLst/>
                <a:gdLst>
                  <a:gd name="T0" fmla="*/ 0 w 57"/>
                  <a:gd name="T1" fmla="*/ 0 h 26"/>
                  <a:gd name="T2" fmla="*/ 70 w 57"/>
                  <a:gd name="T3" fmla="*/ 25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7" h="26">
                    <a:moveTo>
                      <a:pt x="0" y="0"/>
                    </a:moveTo>
                    <a:cubicBezTo>
                      <a:pt x="0" y="0"/>
                      <a:pt x="27" y="26"/>
                      <a:pt x="57" y="22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513" name="Freeform 496">
                <a:extLst>
                  <a:ext uri="{FF2B5EF4-FFF2-40B4-BE49-F238E27FC236}">
                    <a16:creationId xmlns:a16="http://schemas.microsoft.com/office/drawing/2014/main" id="{D145EAE0-94B7-4391-988A-F239D88998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5" y="2559"/>
                <a:ext cx="129" cy="144"/>
              </a:xfrm>
              <a:custGeom>
                <a:avLst/>
                <a:gdLst>
                  <a:gd name="T0" fmla="*/ 116 w 121"/>
                  <a:gd name="T1" fmla="*/ 0 h 135"/>
                  <a:gd name="T2" fmla="*/ 72 w 121"/>
                  <a:gd name="T3" fmla="*/ 154 h 135"/>
                  <a:gd name="T4" fmla="*/ 22 w 121"/>
                  <a:gd name="T5" fmla="*/ 13 h 135"/>
                  <a:gd name="T6" fmla="*/ 116 w 121"/>
                  <a:gd name="T7" fmla="*/ 0 h 13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1" h="135">
                    <a:moveTo>
                      <a:pt x="96" y="0"/>
                    </a:moveTo>
                    <a:cubicBezTo>
                      <a:pt x="96" y="0"/>
                      <a:pt x="121" y="119"/>
                      <a:pt x="60" y="127"/>
                    </a:cubicBezTo>
                    <a:cubicBezTo>
                      <a:pt x="0" y="135"/>
                      <a:pt x="19" y="10"/>
                      <a:pt x="19" y="10"/>
                    </a:cubicBezTo>
                    <a:cubicBezTo>
                      <a:pt x="19" y="10"/>
                      <a:pt x="63" y="26"/>
                      <a:pt x="96" y="0"/>
                    </a:cubicBezTo>
                    <a:close/>
                  </a:path>
                </a:pathLst>
              </a:custGeom>
              <a:solidFill>
                <a:srgbClr val="F7E8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514" name="Freeform 497">
                <a:extLst>
                  <a:ext uri="{FF2B5EF4-FFF2-40B4-BE49-F238E27FC236}">
                    <a16:creationId xmlns:a16="http://schemas.microsoft.com/office/drawing/2014/main" id="{71E52D55-3943-405C-A3F1-08C42065D0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3" y="2559"/>
                <a:ext cx="129" cy="144"/>
              </a:xfrm>
              <a:custGeom>
                <a:avLst/>
                <a:gdLst>
                  <a:gd name="T0" fmla="*/ 23 w 121"/>
                  <a:gd name="T1" fmla="*/ 6 h 135"/>
                  <a:gd name="T2" fmla="*/ 72 w 121"/>
                  <a:gd name="T3" fmla="*/ 154 h 135"/>
                  <a:gd name="T4" fmla="*/ 116 w 121"/>
                  <a:gd name="T5" fmla="*/ 0 h 1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1" h="135">
                    <a:moveTo>
                      <a:pt x="20" y="6"/>
                    </a:moveTo>
                    <a:cubicBezTo>
                      <a:pt x="20" y="6"/>
                      <a:pt x="0" y="135"/>
                      <a:pt x="60" y="127"/>
                    </a:cubicBezTo>
                    <a:cubicBezTo>
                      <a:pt x="121" y="119"/>
                      <a:pt x="96" y="0"/>
                      <a:pt x="96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515" name="Freeform 498">
                <a:extLst>
                  <a:ext uri="{FF2B5EF4-FFF2-40B4-BE49-F238E27FC236}">
                    <a16:creationId xmlns:a16="http://schemas.microsoft.com/office/drawing/2014/main" id="{C5BFBFF2-0D6A-4547-B266-513F575365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8" y="2553"/>
                <a:ext cx="22" cy="11"/>
              </a:xfrm>
              <a:custGeom>
                <a:avLst/>
                <a:gdLst>
                  <a:gd name="T0" fmla="*/ 0 w 21"/>
                  <a:gd name="T1" fmla="*/ 13 h 10"/>
                  <a:gd name="T2" fmla="*/ 24 w 21"/>
                  <a:gd name="T3" fmla="*/ 0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10">
                    <a:moveTo>
                      <a:pt x="0" y="10"/>
                    </a:moveTo>
                    <a:cubicBezTo>
                      <a:pt x="0" y="10"/>
                      <a:pt x="14" y="7"/>
                      <a:pt x="21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516" name="Freeform 499">
                <a:extLst>
                  <a:ext uri="{FF2B5EF4-FFF2-40B4-BE49-F238E27FC236}">
                    <a16:creationId xmlns:a16="http://schemas.microsoft.com/office/drawing/2014/main" id="{39D1C4FB-27C6-4AF6-9F9C-D0795828B4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3" y="2511"/>
                <a:ext cx="29" cy="29"/>
              </a:xfrm>
              <a:custGeom>
                <a:avLst/>
                <a:gdLst>
                  <a:gd name="T0" fmla="*/ 33 w 27"/>
                  <a:gd name="T1" fmla="*/ 0 h 27"/>
                  <a:gd name="T2" fmla="*/ 0 w 27"/>
                  <a:gd name="T3" fmla="*/ 33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7" h="27">
                    <a:moveTo>
                      <a:pt x="27" y="0"/>
                    </a:moveTo>
                    <a:cubicBezTo>
                      <a:pt x="27" y="0"/>
                      <a:pt x="7" y="19"/>
                      <a:pt x="0" y="27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517" name="Freeform 500">
                <a:extLst>
                  <a:ext uri="{FF2B5EF4-FFF2-40B4-BE49-F238E27FC236}">
                    <a16:creationId xmlns:a16="http://schemas.microsoft.com/office/drawing/2014/main" id="{DAE2C402-2C4D-454D-8133-0A44B42CD2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1" y="1126"/>
                <a:ext cx="91" cy="95"/>
              </a:xfrm>
              <a:custGeom>
                <a:avLst/>
                <a:gdLst>
                  <a:gd name="T0" fmla="*/ 0 w 85"/>
                  <a:gd name="T1" fmla="*/ 0 h 89"/>
                  <a:gd name="T2" fmla="*/ 104 w 85"/>
                  <a:gd name="T3" fmla="*/ 108 h 8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5" h="89">
                    <a:moveTo>
                      <a:pt x="0" y="0"/>
                    </a:moveTo>
                    <a:cubicBezTo>
                      <a:pt x="0" y="0"/>
                      <a:pt x="5" y="71"/>
                      <a:pt x="85" y="89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518" name="Freeform 501">
                <a:extLst>
                  <a:ext uri="{FF2B5EF4-FFF2-40B4-BE49-F238E27FC236}">
                    <a16:creationId xmlns:a16="http://schemas.microsoft.com/office/drawing/2014/main" id="{D948E746-3D90-4B1F-9AA4-697F9C50AE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3" y="1126"/>
                <a:ext cx="99" cy="103"/>
              </a:xfrm>
              <a:custGeom>
                <a:avLst/>
                <a:gdLst>
                  <a:gd name="T0" fmla="*/ 112 w 93"/>
                  <a:gd name="T1" fmla="*/ 0 h 96"/>
                  <a:gd name="T2" fmla="*/ 0 w 93"/>
                  <a:gd name="T3" fmla="*/ 119 h 9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3" h="96">
                    <a:moveTo>
                      <a:pt x="93" y="0"/>
                    </a:moveTo>
                    <a:cubicBezTo>
                      <a:pt x="93" y="0"/>
                      <a:pt x="75" y="78"/>
                      <a:pt x="0" y="96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519" name="Freeform 502">
                <a:extLst>
                  <a:ext uri="{FF2B5EF4-FFF2-40B4-BE49-F238E27FC236}">
                    <a16:creationId xmlns:a16="http://schemas.microsoft.com/office/drawing/2014/main" id="{F5D1D92A-ED1C-4BCE-A3F5-D5E949ED49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7" y="1175"/>
                <a:ext cx="124" cy="59"/>
              </a:xfrm>
              <a:custGeom>
                <a:avLst/>
                <a:gdLst>
                  <a:gd name="T0" fmla="*/ 142 w 116"/>
                  <a:gd name="T1" fmla="*/ 0 h 55"/>
                  <a:gd name="T2" fmla="*/ 104 w 116"/>
                  <a:gd name="T3" fmla="*/ 18 h 55"/>
                  <a:gd name="T4" fmla="*/ 68 w 116"/>
                  <a:gd name="T5" fmla="*/ 50 h 55"/>
                  <a:gd name="T6" fmla="*/ 0 w 116"/>
                  <a:gd name="T7" fmla="*/ 68 h 5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6" h="55">
                    <a:moveTo>
                      <a:pt x="116" y="0"/>
                    </a:moveTo>
                    <a:cubicBezTo>
                      <a:pt x="107" y="0"/>
                      <a:pt x="93" y="9"/>
                      <a:pt x="85" y="15"/>
                    </a:cubicBezTo>
                    <a:cubicBezTo>
                      <a:pt x="75" y="22"/>
                      <a:pt x="67" y="33"/>
                      <a:pt x="56" y="41"/>
                    </a:cubicBezTo>
                    <a:cubicBezTo>
                      <a:pt x="39" y="54"/>
                      <a:pt x="22" y="55"/>
                      <a:pt x="0" y="55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520" name="Freeform 503">
                <a:extLst>
                  <a:ext uri="{FF2B5EF4-FFF2-40B4-BE49-F238E27FC236}">
                    <a16:creationId xmlns:a16="http://schemas.microsoft.com/office/drawing/2014/main" id="{1ADFE1B3-BC2C-4ACB-9C41-C9F53CE161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5" y="1240"/>
                <a:ext cx="66" cy="11"/>
              </a:xfrm>
              <a:custGeom>
                <a:avLst/>
                <a:gdLst>
                  <a:gd name="T0" fmla="*/ 0 w 61"/>
                  <a:gd name="T1" fmla="*/ 0 h 10"/>
                  <a:gd name="T2" fmla="*/ 35 w 61"/>
                  <a:gd name="T3" fmla="*/ 9 h 10"/>
                  <a:gd name="T4" fmla="*/ 77 w 61"/>
                  <a:gd name="T5" fmla="*/ 11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1" h="10">
                    <a:moveTo>
                      <a:pt x="0" y="0"/>
                    </a:moveTo>
                    <a:cubicBezTo>
                      <a:pt x="5" y="10"/>
                      <a:pt x="19" y="6"/>
                      <a:pt x="28" y="6"/>
                    </a:cubicBezTo>
                    <a:cubicBezTo>
                      <a:pt x="39" y="6"/>
                      <a:pt x="51" y="8"/>
                      <a:pt x="61" y="8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521" name="Freeform 504">
                <a:extLst>
                  <a:ext uri="{FF2B5EF4-FFF2-40B4-BE49-F238E27FC236}">
                    <a16:creationId xmlns:a16="http://schemas.microsoft.com/office/drawing/2014/main" id="{5CCF264E-CB13-4CA9-B878-BE62160CA7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6" y="1223"/>
                <a:ext cx="153" cy="62"/>
              </a:xfrm>
              <a:custGeom>
                <a:avLst/>
                <a:gdLst>
                  <a:gd name="T0" fmla="*/ 0 w 144"/>
                  <a:gd name="T1" fmla="*/ 0 h 58"/>
                  <a:gd name="T2" fmla="*/ 46 w 144"/>
                  <a:gd name="T3" fmla="*/ 34 h 58"/>
                  <a:gd name="T4" fmla="*/ 92 w 144"/>
                  <a:gd name="T5" fmla="*/ 57 h 58"/>
                  <a:gd name="T6" fmla="*/ 136 w 144"/>
                  <a:gd name="T7" fmla="*/ 61 h 58"/>
                  <a:gd name="T8" fmla="*/ 159 w 144"/>
                  <a:gd name="T9" fmla="*/ 65 h 58"/>
                  <a:gd name="T10" fmla="*/ 173 w 144"/>
                  <a:gd name="T11" fmla="*/ 71 h 5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4" h="58">
                    <a:moveTo>
                      <a:pt x="0" y="0"/>
                    </a:moveTo>
                    <a:cubicBezTo>
                      <a:pt x="9" y="12"/>
                      <a:pt x="25" y="20"/>
                      <a:pt x="38" y="28"/>
                    </a:cubicBezTo>
                    <a:cubicBezTo>
                      <a:pt x="50" y="34"/>
                      <a:pt x="63" y="44"/>
                      <a:pt x="77" y="47"/>
                    </a:cubicBezTo>
                    <a:cubicBezTo>
                      <a:pt x="88" y="50"/>
                      <a:pt x="101" y="49"/>
                      <a:pt x="113" y="50"/>
                    </a:cubicBezTo>
                    <a:cubicBezTo>
                      <a:pt x="120" y="50"/>
                      <a:pt x="127" y="51"/>
                      <a:pt x="133" y="53"/>
                    </a:cubicBezTo>
                    <a:cubicBezTo>
                      <a:pt x="136" y="54"/>
                      <a:pt x="141" y="57"/>
                      <a:pt x="144" y="58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522" name="Freeform 505">
                <a:extLst>
                  <a:ext uri="{FF2B5EF4-FFF2-40B4-BE49-F238E27FC236}">
                    <a16:creationId xmlns:a16="http://schemas.microsoft.com/office/drawing/2014/main" id="{1FEEEDD4-A766-481E-86E1-A79C3297A5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3" y="1182"/>
                <a:ext cx="12" cy="31"/>
              </a:xfrm>
              <a:custGeom>
                <a:avLst/>
                <a:gdLst>
                  <a:gd name="T0" fmla="*/ 2 w 11"/>
                  <a:gd name="T1" fmla="*/ 0 h 29"/>
                  <a:gd name="T2" fmla="*/ 14 w 11"/>
                  <a:gd name="T3" fmla="*/ 35 h 2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29">
                    <a:moveTo>
                      <a:pt x="2" y="0"/>
                    </a:moveTo>
                    <a:cubicBezTo>
                      <a:pt x="0" y="11"/>
                      <a:pt x="5" y="20"/>
                      <a:pt x="11" y="29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523" name="Freeform 506">
                <a:extLst>
                  <a:ext uri="{FF2B5EF4-FFF2-40B4-BE49-F238E27FC236}">
                    <a16:creationId xmlns:a16="http://schemas.microsoft.com/office/drawing/2014/main" id="{90513B3A-1C20-4913-8E2F-E2635B6FCE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6" y="1852"/>
                <a:ext cx="35" cy="27"/>
              </a:xfrm>
              <a:custGeom>
                <a:avLst/>
                <a:gdLst>
                  <a:gd name="T0" fmla="*/ 16 w 33"/>
                  <a:gd name="T1" fmla="*/ 0 h 25"/>
                  <a:gd name="T2" fmla="*/ 39 w 33"/>
                  <a:gd name="T3" fmla="*/ 11 h 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3" h="25">
                    <a:moveTo>
                      <a:pt x="13" y="0"/>
                    </a:moveTo>
                    <a:cubicBezTo>
                      <a:pt x="0" y="9"/>
                      <a:pt x="31" y="25"/>
                      <a:pt x="33" y="8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524" name="Freeform 507">
                <a:extLst>
                  <a:ext uri="{FF2B5EF4-FFF2-40B4-BE49-F238E27FC236}">
                    <a16:creationId xmlns:a16="http://schemas.microsoft.com/office/drawing/2014/main" id="{4C1ED618-2C5D-4AFA-B277-D57E89F7E9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5" y="1042"/>
                <a:ext cx="95" cy="149"/>
              </a:xfrm>
              <a:custGeom>
                <a:avLst/>
                <a:gdLst>
                  <a:gd name="T0" fmla="*/ 0 w 89"/>
                  <a:gd name="T1" fmla="*/ 169 h 140"/>
                  <a:gd name="T2" fmla="*/ 51 w 89"/>
                  <a:gd name="T3" fmla="*/ 146 h 140"/>
                  <a:gd name="T4" fmla="*/ 75 w 89"/>
                  <a:gd name="T5" fmla="*/ 137 h 140"/>
                  <a:gd name="T6" fmla="*/ 90 w 89"/>
                  <a:gd name="T7" fmla="*/ 116 h 140"/>
                  <a:gd name="T8" fmla="*/ 98 w 89"/>
                  <a:gd name="T9" fmla="*/ 12 h 140"/>
                  <a:gd name="T10" fmla="*/ 97 w 89"/>
                  <a:gd name="T11" fmla="*/ 0 h 140"/>
                  <a:gd name="T12" fmla="*/ 72 w 89"/>
                  <a:gd name="T13" fmla="*/ 117 h 140"/>
                  <a:gd name="T14" fmla="*/ 39 w 89"/>
                  <a:gd name="T15" fmla="*/ 137 h 140"/>
                  <a:gd name="T16" fmla="*/ 5 w 89"/>
                  <a:gd name="T17" fmla="*/ 163 h 14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9" h="140">
                    <a:moveTo>
                      <a:pt x="0" y="140"/>
                    </a:moveTo>
                    <a:cubicBezTo>
                      <a:pt x="10" y="128"/>
                      <a:pt x="28" y="122"/>
                      <a:pt x="42" y="121"/>
                    </a:cubicBezTo>
                    <a:cubicBezTo>
                      <a:pt x="50" y="120"/>
                      <a:pt x="55" y="121"/>
                      <a:pt x="62" y="114"/>
                    </a:cubicBezTo>
                    <a:cubicBezTo>
                      <a:pt x="67" y="109"/>
                      <a:pt x="72" y="102"/>
                      <a:pt x="74" y="96"/>
                    </a:cubicBezTo>
                    <a:cubicBezTo>
                      <a:pt x="88" y="67"/>
                      <a:pt x="89" y="40"/>
                      <a:pt x="81" y="9"/>
                    </a:cubicBezTo>
                    <a:cubicBezTo>
                      <a:pt x="81" y="6"/>
                      <a:pt x="80" y="3"/>
                      <a:pt x="80" y="0"/>
                    </a:cubicBezTo>
                    <a:cubicBezTo>
                      <a:pt x="80" y="33"/>
                      <a:pt x="81" y="70"/>
                      <a:pt x="59" y="97"/>
                    </a:cubicBezTo>
                    <a:cubicBezTo>
                      <a:pt x="53" y="105"/>
                      <a:pt x="43" y="112"/>
                      <a:pt x="33" y="114"/>
                    </a:cubicBezTo>
                    <a:cubicBezTo>
                      <a:pt x="22" y="117"/>
                      <a:pt x="9" y="123"/>
                      <a:pt x="5" y="135"/>
                    </a:cubicBezTo>
                  </a:path>
                </a:pathLst>
              </a:custGeom>
              <a:solidFill>
                <a:srgbClr val="EFCA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525" name="Freeform 508">
                <a:extLst>
                  <a:ext uri="{FF2B5EF4-FFF2-40B4-BE49-F238E27FC236}">
                    <a16:creationId xmlns:a16="http://schemas.microsoft.com/office/drawing/2014/main" id="{F6583402-AA5A-4AC6-BADB-A5EF0A0B24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9" y="1180"/>
                <a:ext cx="122" cy="65"/>
              </a:xfrm>
              <a:custGeom>
                <a:avLst/>
                <a:gdLst>
                  <a:gd name="T0" fmla="*/ 0 w 114"/>
                  <a:gd name="T1" fmla="*/ 69 h 61"/>
                  <a:gd name="T2" fmla="*/ 14 w 114"/>
                  <a:gd name="T3" fmla="*/ 68 h 61"/>
                  <a:gd name="T4" fmla="*/ 29 w 114"/>
                  <a:gd name="T5" fmla="*/ 66 h 61"/>
                  <a:gd name="T6" fmla="*/ 47 w 114"/>
                  <a:gd name="T7" fmla="*/ 60 h 61"/>
                  <a:gd name="T8" fmla="*/ 73 w 114"/>
                  <a:gd name="T9" fmla="*/ 48 h 61"/>
                  <a:gd name="T10" fmla="*/ 92 w 114"/>
                  <a:gd name="T11" fmla="*/ 30 h 61"/>
                  <a:gd name="T12" fmla="*/ 124 w 114"/>
                  <a:gd name="T13" fmla="*/ 4 h 61"/>
                  <a:gd name="T14" fmla="*/ 140 w 114"/>
                  <a:gd name="T15" fmla="*/ 0 h 61"/>
                  <a:gd name="T16" fmla="*/ 107 w 114"/>
                  <a:gd name="T17" fmla="*/ 25 h 61"/>
                  <a:gd name="T18" fmla="*/ 86 w 114"/>
                  <a:gd name="T19" fmla="*/ 48 h 61"/>
                  <a:gd name="T20" fmla="*/ 77 w 114"/>
                  <a:gd name="T21" fmla="*/ 59 h 61"/>
                  <a:gd name="T22" fmla="*/ 88 w 114"/>
                  <a:gd name="T23" fmla="*/ 63 h 61"/>
                  <a:gd name="T24" fmla="*/ 108 w 114"/>
                  <a:gd name="T25" fmla="*/ 62 h 61"/>
                  <a:gd name="T26" fmla="*/ 80 w 114"/>
                  <a:gd name="T27" fmla="*/ 71 h 61"/>
                  <a:gd name="T28" fmla="*/ 62 w 114"/>
                  <a:gd name="T29" fmla="*/ 69 h 61"/>
                  <a:gd name="T30" fmla="*/ 45 w 114"/>
                  <a:gd name="T31" fmla="*/ 71 h 61"/>
                  <a:gd name="T32" fmla="*/ 34 w 114"/>
                  <a:gd name="T33" fmla="*/ 72 h 61"/>
                  <a:gd name="T34" fmla="*/ 26 w 114"/>
                  <a:gd name="T35" fmla="*/ 69 h 61"/>
                  <a:gd name="T36" fmla="*/ 2 w 114"/>
                  <a:gd name="T37" fmla="*/ 71 h 61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114" h="61">
                    <a:moveTo>
                      <a:pt x="0" y="57"/>
                    </a:moveTo>
                    <a:cubicBezTo>
                      <a:pt x="2" y="56"/>
                      <a:pt x="8" y="56"/>
                      <a:pt x="11" y="56"/>
                    </a:cubicBezTo>
                    <a:cubicBezTo>
                      <a:pt x="15" y="55"/>
                      <a:pt x="19" y="55"/>
                      <a:pt x="23" y="54"/>
                    </a:cubicBezTo>
                    <a:cubicBezTo>
                      <a:pt x="28" y="53"/>
                      <a:pt x="33" y="52"/>
                      <a:pt x="38" y="50"/>
                    </a:cubicBezTo>
                    <a:cubicBezTo>
                      <a:pt x="47" y="48"/>
                      <a:pt x="53" y="46"/>
                      <a:pt x="60" y="39"/>
                    </a:cubicBezTo>
                    <a:cubicBezTo>
                      <a:pt x="65" y="34"/>
                      <a:pt x="69" y="28"/>
                      <a:pt x="75" y="24"/>
                    </a:cubicBezTo>
                    <a:cubicBezTo>
                      <a:pt x="83" y="18"/>
                      <a:pt x="92" y="9"/>
                      <a:pt x="101" y="4"/>
                    </a:cubicBezTo>
                    <a:cubicBezTo>
                      <a:pt x="105" y="3"/>
                      <a:pt x="111" y="2"/>
                      <a:pt x="114" y="0"/>
                    </a:cubicBezTo>
                    <a:cubicBezTo>
                      <a:pt x="105" y="6"/>
                      <a:pt x="96" y="14"/>
                      <a:pt x="87" y="21"/>
                    </a:cubicBezTo>
                    <a:cubicBezTo>
                      <a:pt x="80" y="26"/>
                      <a:pt x="76" y="33"/>
                      <a:pt x="70" y="39"/>
                    </a:cubicBezTo>
                    <a:cubicBezTo>
                      <a:pt x="68" y="41"/>
                      <a:pt x="61" y="45"/>
                      <a:pt x="63" y="49"/>
                    </a:cubicBezTo>
                    <a:cubicBezTo>
                      <a:pt x="64" y="53"/>
                      <a:pt x="69" y="52"/>
                      <a:pt x="72" y="52"/>
                    </a:cubicBezTo>
                    <a:cubicBezTo>
                      <a:pt x="77" y="52"/>
                      <a:pt x="83" y="52"/>
                      <a:pt x="88" y="51"/>
                    </a:cubicBezTo>
                    <a:cubicBezTo>
                      <a:pt x="83" y="56"/>
                      <a:pt x="72" y="58"/>
                      <a:pt x="65" y="59"/>
                    </a:cubicBezTo>
                    <a:cubicBezTo>
                      <a:pt x="60" y="59"/>
                      <a:pt x="55" y="57"/>
                      <a:pt x="50" y="57"/>
                    </a:cubicBezTo>
                    <a:cubicBezTo>
                      <a:pt x="45" y="57"/>
                      <a:pt x="40" y="58"/>
                      <a:pt x="36" y="59"/>
                    </a:cubicBezTo>
                    <a:cubicBezTo>
                      <a:pt x="32" y="60"/>
                      <a:pt x="31" y="61"/>
                      <a:pt x="28" y="60"/>
                    </a:cubicBezTo>
                    <a:cubicBezTo>
                      <a:pt x="26" y="59"/>
                      <a:pt x="24" y="57"/>
                      <a:pt x="21" y="57"/>
                    </a:cubicBezTo>
                    <a:cubicBezTo>
                      <a:pt x="15" y="58"/>
                      <a:pt x="8" y="61"/>
                      <a:pt x="2" y="59"/>
                    </a:cubicBezTo>
                  </a:path>
                </a:pathLst>
              </a:custGeom>
              <a:solidFill>
                <a:srgbClr val="EFCA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526" name="Freeform 509">
                <a:extLst>
                  <a:ext uri="{FF2B5EF4-FFF2-40B4-BE49-F238E27FC236}">
                    <a16:creationId xmlns:a16="http://schemas.microsoft.com/office/drawing/2014/main" id="{773F97F2-216D-48B8-8EA0-AE8C0C5986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5" y="1134"/>
                <a:ext cx="177" cy="119"/>
              </a:xfrm>
              <a:custGeom>
                <a:avLst/>
                <a:gdLst>
                  <a:gd name="T0" fmla="*/ 44 w 166"/>
                  <a:gd name="T1" fmla="*/ 0 h 112"/>
                  <a:gd name="T2" fmla="*/ 68 w 166"/>
                  <a:gd name="T3" fmla="*/ 56 h 112"/>
                  <a:gd name="T4" fmla="*/ 110 w 166"/>
                  <a:gd name="T5" fmla="*/ 89 h 112"/>
                  <a:gd name="T6" fmla="*/ 161 w 166"/>
                  <a:gd name="T7" fmla="*/ 112 h 112"/>
                  <a:gd name="T8" fmla="*/ 202 w 166"/>
                  <a:gd name="T9" fmla="*/ 134 h 112"/>
                  <a:gd name="T10" fmla="*/ 125 w 166"/>
                  <a:gd name="T11" fmla="*/ 106 h 112"/>
                  <a:gd name="T12" fmla="*/ 80 w 166"/>
                  <a:gd name="T13" fmla="*/ 82 h 112"/>
                  <a:gd name="T14" fmla="*/ 58 w 166"/>
                  <a:gd name="T15" fmla="*/ 69 h 112"/>
                  <a:gd name="T16" fmla="*/ 42 w 166"/>
                  <a:gd name="T17" fmla="*/ 44 h 112"/>
                  <a:gd name="T18" fmla="*/ 23 w 166"/>
                  <a:gd name="T19" fmla="*/ 40 h 112"/>
                  <a:gd name="T20" fmla="*/ 0 w 166"/>
                  <a:gd name="T21" fmla="*/ 49 h 112"/>
                  <a:gd name="T22" fmla="*/ 29 w 166"/>
                  <a:gd name="T23" fmla="*/ 30 h 112"/>
                  <a:gd name="T24" fmla="*/ 44 w 166"/>
                  <a:gd name="T25" fmla="*/ 1 h 11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66" h="112">
                    <a:moveTo>
                      <a:pt x="36" y="0"/>
                    </a:moveTo>
                    <a:cubicBezTo>
                      <a:pt x="42" y="16"/>
                      <a:pt x="44" y="34"/>
                      <a:pt x="56" y="47"/>
                    </a:cubicBezTo>
                    <a:cubicBezTo>
                      <a:pt x="67" y="59"/>
                      <a:pt x="78" y="66"/>
                      <a:pt x="91" y="74"/>
                    </a:cubicBezTo>
                    <a:cubicBezTo>
                      <a:pt x="105" y="82"/>
                      <a:pt x="120" y="85"/>
                      <a:pt x="133" y="93"/>
                    </a:cubicBezTo>
                    <a:cubicBezTo>
                      <a:pt x="143" y="99"/>
                      <a:pt x="159" y="101"/>
                      <a:pt x="166" y="112"/>
                    </a:cubicBezTo>
                    <a:cubicBezTo>
                      <a:pt x="146" y="101"/>
                      <a:pt x="124" y="96"/>
                      <a:pt x="103" y="88"/>
                    </a:cubicBezTo>
                    <a:cubicBezTo>
                      <a:pt x="90" y="82"/>
                      <a:pt x="78" y="74"/>
                      <a:pt x="66" y="68"/>
                    </a:cubicBezTo>
                    <a:cubicBezTo>
                      <a:pt x="60" y="65"/>
                      <a:pt x="53" y="62"/>
                      <a:pt x="48" y="57"/>
                    </a:cubicBezTo>
                    <a:cubicBezTo>
                      <a:pt x="42" y="51"/>
                      <a:pt x="39" y="44"/>
                      <a:pt x="35" y="37"/>
                    </a:cubicBezTo>
                    <a:cubicBezTo>
                      <a:pt x="31" y="32"/>
                      <a:pt x="27" y="32"/>
                      <a:pt x="20" y="34"/>
                    </a:cubicBezTo>
                    <a:cubicBezTo>
                      <a:pt x="13" y="35"/>
                      <a:pt x="7" y="39"/>
                      <a:pt x="0" y="40"/>
                    </a:cubicBezTo>
                    <a:cubicBezTo>
                      <a:pt x="7" y="33"/>
                      <a:pt x="16" y="30"/>
                      <a:pt x="23" y="24"/>
                    </a:cubicBezTo>
                    <a:cubicBezTo>
                      <a:pt x="32" y="18"/>
                      <a:pt x="34" y="10"/>
                      <a:pt x="36" y="1"/>
                    </a:cubicBezTo>
                  </a:path>
                </a:pathLst>
              </a:custGeom>
              <a:solidFill>
                <a:srgbClr val="FDF3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527" name="Freeform 510">
                <a:extLst>
                  <a:ext uri="{FF2B5EF4-FFF2-40B4-BE49-F238E27FC236}">
                    <a16:creationId xmlns:a16="http://schemas.microsoft.com/office/drawing/2014/main" id="{2563B1EE-701F-46EE-9B26-A6B2A54D5A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6" y="865"/>
                <a:ext cx="41" cy="102"/>
              </a:xfrm>
              <a:custGeom>
                <a:avLst/>
                <a:gdLst>
                  <a:gd name="T0" fmla="*/ 41 w 38"/>
                  <a:gd name="T1" fmla="*/ 0 h 96"/>
                  <a:gd name="T2" fmla="*/ 30 w 38"/>
                  <a:gd name="T3" fmla="*/ 2 h 96"/>
                  <a:gd name="T4" fmla="*/ 18 w 38"/>
                  <a:gd name="T5" fmla="*/ 2 h 96"/>
                  <a:gd name="T6" fmla="*/ 3 w 38"/>
                  <a:gd name="T7" fmla="*/ 14 h 96"/>
                  <a:gd name="T8" fmla="*/ 1 w 38"/>
                  <a:gd name="T9" fmla="*/ 38 h 96"/>
                  <a:gd name="T10" fmla="*/ 10 w 38"/>
                  <a:gd name="T11" fmla="*/ 62 h 96"/>
                  <a:gd name="T12" fmla="*/ 28 w 38"/>
                  <a:gd name="T13" fmla="*/ 80 h 96"/>
                  <a:gd name="T14" fmla="*/ 47 w 38"/>
                  <a:gd name="T15" fmla="*/ 115 h 96"/>
                  <a:gd name="T16" fmla="*/ 44 w 38"/>
                  <a:gd name="T17" fmla="*/ 94 h 96"/>
                  <a:gd name="T18" fmla="*/ 31 w 38"/>
                  <a:gd name="T19" fmla="*/ 73 h 96"/>
                  <a:gd name="T20" fmla="*/ 27 w 38"/>
                  <a:gd name="T21" fmla="*/ 51 h 96"/>
                  <a:gd name="T22" fmla="*/ 16 w 38"/>
                  <a:gd name="T23" fmla="*/ 26 h 96"/>
                  <a:gd name="T24" fmla="*/ 33 w 38"/>
                  <a:gd name="T25" fmla="*/ 20 h 96"/>
                  <a:gd name="T26" fmla="*/ 32 w 38"/>
                  <a:gd name="T27" fmla="*/ 12 h 96"/>
                  <a:gd name="T28" fmla="*/ 38 w 38"/>
                  <a:gd name="T29" fmla="*/ 1 h 9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38" h="96">
                    <a:moveTo>
                      <a:pt x="32" y="0"/>
                    </a:moveTo>
                    <a:cubicBezTo>
                      <a:pt x="30" y="2"/>
                      <a:pt x="25" y="2"/>
                      <a:pt x="24" y="2"/>
                    </a:cubicBezTo>
                    <a:cubicBezTo>
                      <a:pt x="21" y="2"/>
                      <a:pt x="18" y="2"/>
                      <a:pt x="15" y="2"/>
                    </a:cubicBezTo>
                    <a:cubicBezTo>
                      <a:pt x="10" y="3"/>
                      <a:pt x="5" y="6"/>
                      <a:pt x="3" y="11"/>
                    </a:cubicBezTo>
                    <a:cubicBezTo>
                      <a:pt x="0" y="17"/>
                      <a:pt x="1" y="25"/>
                      <a:pt x="1" y="32"/>
                    </a:cubicBezTo>
                    <a:cubicBezTo>
                      <a:pt x="1" y="39"/>
                      <a:pt x="4" y="45"/>
                      <a:pt x="7" y="52"/>
                    </a:cubicBezTo>
                    <a:cubicBezTo>
                      <a:pt x="12" y="63"/>
                      <a:pt x="18" y="63"/>
                      <a:pt x="22" y="67"/>
                    </a:cubicBezTo>
                    <a:cubicBezTo>
                      <a:pt x="26" y="73"/>
                      <a:pt x="37" y="88"/>
                      <a:pt x="38" y="96"/>
                    </a:cubicBezTo>
                    <a:cubicBezTo>
                      <a:pt x="37" y="91"/>
                      <a:pt x="36" y="83"/>
                      <a:pt x="35" y="78"/>
                    </a:cubicBezTo>
                    <a:cubicBezTo>
                      <a:pt x="33" y="72"/>
                      <a:pt x="28" y="66"/>
                      <a:pt x="25" y="61"/>
                    </a:cubicBezTo>
                    <a:cubicBezTo>
                      <a:pt x="20" y="53"/>
                      <a:pt x="6" y="39"/>
                      <a:pt x="21" y="42"/>
                    </a:cubicBezTo>
                    <a:cubicBezTo>
                      <a:pt x="12" y="41"/>
                      <a:pt x="4" y="29"/>
                      <a:pt x="13" y="22"/>
                    </a:cubicBezTo>
                    <a:cubicBezTo>
                      <a:pt x="16" y="19"/>
                      <a:pt x="24" y="20"/>
                      <a:pt x="27" y="17"/>
                    </a:cubicBezTo>
                    <a:cubicBezTo>
                      <a:pt x="28" y="15"/>
                      <a:pt x="26" y="12"/>
                      <a:pt x="26" y="9"/>
                    </a:cubicBezTo>
                    <a:cubicBezTo>
                      <a:pt x="26" y="6"/>
                      <a:pt x="28" y="3"/>
                      <a:pt x="30" y="1"/>
                    </a:cubicBezTo>
                  </a:path>
                </a:pathLst>
              </a:custGeom>
              <a:solidFill>
                <a:srgbClr val="EFCA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528" name="Freeform 511">
                <a:extLst>
                  <a:ext uri="{FF2B5EF4-FFF2-40B4-BE49-F238E27FC236}">
                    <a16:creationId xmlns:a16="http://schemas.microsoft.com/office/drawing/2014/main" id="{B4B4FA7A-25BF-4DA3-A05D-09083B3D84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6" y="958"/>
                <a:ext cx="28" cy="85"/>
              </a:xfrm>
              <a:custGeom>
                <a:avLst/>
                <a:gdLst>
                  <a:gd name="T0" fmla="*/ 32 w 26"/>
                  <a:gd name="T1" fmla="*/ 15 h 80"/>
                  <a:gd name="T2" fmla="*/ 19 w 26"/>
                  <a:gd name="T3" fmla="*/ 7 h 80"/>
                  <a:gd name="T4" fmla="*/ 13 w 26"/>
                  <a:gd name="T5" fmla="*/ 1 h 80"/>
                  <a:gd name="T6" fmla="*/ 4 w 26"/>
                  <a:gd name="T7" fmla="*/ 44 h 80"/>
                  <a:gd name="T8" fmla="*/ 3 w 26"/>
                  <a:gd name="T9" fmla="*/ 70 h 80"/>
                  <a:gd name="T10" fmla="*/ 1 w 26"/>
                  <a:gd name="T11" fmla="*/ 96 h 80"/>
                  <a:gd name="T12" fmla="*/ 17 w 26"/>
                  <a:gd name="T13" fmla="*/ 88 h 80"/>
                  <a:gd name="T14" fmla="*/ 13 w 26"/>
                  <a:gd name="T15" fmla="*/ 38 h 80"/>
                  <a:gd name="T16" fmla="*/ 17 w 26"/>
                  <a:gd name="T17" fmla="*/ 19 h 80"/>
                  <a:gd name="T18" fmla="*/ 30 w 26"/>
                  <a:gd name="T19" fmla="*/ 16 h 8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6" h="80">
                    <a:moveTo>
                      <a:pt x="26" y="12"/>
                    </a:moveTo>
                    <a:cubicBezTo>
                      <a:pt x="23" y="10"/>
                      <a:pt x="19" y="9"/>
                      <a:pt x="16" y="7"/>
                    </a:cubicBezTo>
                    <a:cubicBezTo>
                      <a:pt x="14" y="5"/>
                      <a:pt x="13" y="0"/>
                      <a:pt x="10" y="1"/>
                    </a:cubicBezTo>
                    <a:cubicBezTo>
                      <a:pt x="6" y="12"/>
                      <a:pt x="2" y="25"/>
                      <a:pt x="4" y="37"/>
                    </a:cubicBezTo>
                    <a:cubicBezTo>
                      <a:pt x="6" y="45"/>
                      <a:pt x="4" y="49"/>
                      <a:pt x="3" y="58"/>
                    </a:cubicBezTo>
                    <a:cubicBezTo>
                      <a:pt x="3" y="64"/>
                      <a:pt x="0" y="74"/>
                      <a:pt x="1" y="80"/>
                    </a:cubicBezTo>
                    <a:cubicBezTo>
                      <a:pt x="5" y="78"/>
                      <a:pt x="7" y="77"/>
                      <a:pt x="14" y="73"/>
                    </a:cubicBezTo>
                    <a:cubicBezTo>
                      <a:pt x="2" y="69"/>
                      <a:pt x="11" y="41"/>
                      <a:pt x="10" y="32"/>
                    </a:cubicBezTo>
                    <a:cubicBezTo>
                      <a:pt x="10" y="26"/>
                      <a:pt x="10" y="20"/>
                      <a:pt x="14" y="16"/>
                    </a:cubicBezTo>
                    <a:cubicBezTo>
                      <a:pt x="18" y="12"/>
                      <a:pt x="21" y="14"/>
                      <a:pt x="24" y="13"/>
                    </a:cubicBezTo>
                  </a:path>
                </a:pathLst>
              </a:custGeom>
              <a:solidFill>
                <a:srgbClr val="EFCA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529" name="Freeform 512">
                <a:extLst>
                  <a:ext uri="{FF2B5EF4-FFF2-40B4-BE49-F238E27FC236}">
                    <a16:creationId xmlns:a16="http://schemas.microsoft.com/office/drawing/2014/main" id="{29ED1941-43D5-42FF-88CF-578B110DBA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7" y="977"/>
                <a:ext cx="9" cy="51"/>
              </a:xfrm>
              <a:custGeom>
                <a:avLst/>
                <a:gdLst>
                  <a:gd name="T0" fmla="*/ 1 w 8"/>
                  <a:gd name="T1" fmla="*/ 50 h 48"/>
                  <a:gd name="T2" fmla="*/ 2 w 8"/>
                  <a:gd name="T3" fmla="*/ 19 h 48"/>
                  <a:gd name="T4" fmla="*/ 1 w 8"/>
                  <a:gd name="T5" fmla="*/ 0 h 48"/>
                  <a:gd name="T6" fmla="*/ 8 w 8"/>
                  <a:gd name="T7" fmla="*/ 36 h 48"/>
                  <a:gd name="T8" fmla="*/ 11 w 8"/>
                  <a:gd name="T9" fmla="*/ 57 h 48"/>
                  <a:gd name="T10" fmla="*/ 2 w 8"/>
                  <a:gd name="T11" fmla="*/ 51 h 4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" h="48">
                    <a:moveTo>
                      <a:pt x="1" y="41"/>
                    </a:moveTo>
                    <a:cubicBezTo>
                      <a:pt x="0" y="33"/>
                      <a:pt x="2" y="24"/>
                      <a:pt x="2" y="16"/>
                    </a:cubicBezTo>
                    <a:cubicBezTo>
                      <a:pt x="1" y="11"/>
                      <a:pt x="1" y="5"/>
                      <a:pt x="1" y="0"/>
                    </a:cubicBezTo>
                    <a:cubicBezTo>
                      <a:pt x="2" y="10"/>
                      <a:pt x="4" y="20"/>
                      <a:pt x="5" y="30"/>
                    </a:cubicBezTo>
                    <a:cubicBezTo>
                      <a:pt x="5" y="37"/>
                      <a:pt x="6" y="43"/>
                      <a:pt x="8" y="48"/>
                    </a:cubicBezTo>
                    <a:cubicBezTo>
                      <a:pt x="5" y="47"/>
                      <a:pt x="3" y="44"/>
                      <a:pt x="2" y="42"/>
                    </a:cubicBezTo>
                  </a:path>
                </a:pathLst>
              </a:custGeom>
              <a:solidFill>
                <a:srgbClr val="EFCA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530" name="Freeform 513">
                <a:extLst>
                  <a:ext uri="{FF2B5EF4-FFF2-40B4-BE49-F238E27FC236}">
                    <a16:creationId xmlns:a16="http://schemas.microsoft.com/office/drawing/2014/main" id="{ADBEB667-E8E1-4BEE-9636-3A89D35DC5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4" y="978"/>
                <a:ext cx="13" cy="49"/>
              </a:xfrm>
              <a:custGeom>
                <a:avLst/>
                <a:gdLst>
                  <a:gd name="T0" fmla="*/ 4 w 12"/>
                  <a:gd name="T1" fmla="*/ 55 h 46"/>
                  <a:gd name="T2" fmla="*/ 12 w 12"/>
                  <a:gd name="T3" fmla="*/ 32 h 46"/>
                  <a:gd name="T4" fmla="*/ 11 w 12"/>
                  <a:gd name="T5" fmla="*/ 0 h 46"/>
                  <a:gd name="T6" fmla="*/ 4 w 12"/>
                  <a:gd name="T7" fmla="*/ 55 h 4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46">
                    <a:moveTo>
                      <a:pt x="4" y="46"/>
                    </a:moveTo>
                    <a:cubicBezTo>
                      <a:pt x="12" y="42"/>
                      <a:pt x="10" y="33"/>
                      <a:pt x="9" y="26"/>
                    </a:cubicBezTo>
                    <a:cubicBezTo>
                      <a:pt x="8" y="18"/>
                      <a:pt x="8" y="9"/>
                      <a:pt x="8" y="0"/>
                    </a:cubicBezTo>
                    <a:cubicBezTo>
                      <a:pt x="0" y="13"/>
                      <a:pt x="10" y="32"/>
                      <a:pt x="4" y="46"/>
                    </a:cubicBezTo>
                  </a:path>
                </a:pathLst>
              </a:custGeom>
              <a:solidFill>
                <a:srgbClr val="FDF3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531" name="Freeform 514">
                <a:extLst>
                  <a:ext uri="{FF2B5EF4-FFF2-40B4-BE49-F238E27FC236}">
                    <a16:creationId xmlns:a16="http://schemas.microsoft.com/office/drawing/2014/main" id="{B3C54A35-452B-4A2E-BA16-A058765237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5" y="1479"/>
                <a:ext cx="25" cy="26"/>
              </a:xfrm>
              <a:custGeom>
                <a:avLst/>
                <a:gdLst>
                  <a:gd name="T0" fmla="*/ 19 w 24"/>
                  <a:gd name="T1" fmla="*/ 30 h 24"/>
                  <a:gd name="T2" fmla="*/ 2 w 24"/>
                  <a:gd name="T3" fmla="*/ 16 h 24"/>
                  <a:gd name="T4" fmla="*/ 27 w 24"/>
                  <a:gd name="T5" fmla="*/ 15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24">
                    <a:moveTo>
                      <a:pt x="16" y="24"/>
                    </a:moveTo>
                    <a:cubicBezTo>
                      <a:pt x="12" y="21"/>
                      <a:pt x="2" y="19"/>
                      <a:pt x="2" y="13"/>
                    </a:cubicBezTo>
                    <a:cubicBezTo>
                      <a:pt x="0" y="0"/>
                      <a:pt x="18" y="10"/>
                      <a:pt x="24" y="12"/>
                    </a:cubicBezTo>
                  </a:path>
                </a:pathLst>
              </a:custGeom>
              <a:noFill/>
              <a:ln w="6350" cap="flat">
                <a:solidFill>
                  <a:srgbClr val="F7E8B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532" name="Freeform 515">
                <a:extLst>
                  <a:ext uri="{FF2B5EF4-FFF2-40B4-BE49-F238E27FC236}">
                    <a16:creationId xmlns:a16="http://schemas.microsoft.com/office/drawing/2014/main" id="{27EFC39F-5C74-407E-A061-985C43BBD5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0" y="1546"/>
                <a:ext cx="16" cy="30"/>
              </a:xfrm>
              <a:custGeom>
                <a:avLst/>
                <a:gdLst>
                  <a:gd name="T0" fmla="*/ 5 w 15"/>
                  <a:gd name="T1" fmla="*/ 0 h 28"/>
                  <a:gd name="T2" fmla="*/ 4 w 15"/>
                  <a:gd name="T3" fmla="*/ 28 h 28"/>
                  <a:gd name="T4" fmla="*/ 18 w 15"/>
                  <a:gd name="T5" fmla="*/ 4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28">
                    <a:moveTo>
                      <a:pt x="5" y="0"/>
                    </a:moveTo>
                    <a:cubicBezTo>
                      <a:pt x="4" y="5"/>
                      <a:pt x="0" y="18"/>
                      <a:pt x="4" y="22"/>
                    </a:cubicBezTo>
                    <a:cubicBezTo>
                      <a:pt x="11" y="28"/>
                      <a:pt x="14" y="8"/>
                      <a:pt x="15" y="4"/>
                    </a:cubicBezTo>
                  </a:path>
                </a:pathLst>
              </a:custGeom>
              <a:noFill/>
              <a:ln w="6350" cap="flat">
                <a:solidFill>
                  <a:srgbClr val="F7E8B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533" name="Freeform 516">
                <a:extLst>
                  <a:ext uri="{FF2B5EF4-FFF2-40B4-BE49-F238E27FC236}">
                    <a16:creationId xmlns:a16="http://schemas.microsoft.com/office/drawing/2014/main" id="{4B03371B-A48A-46A2-9B00-906CF90417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4" y="1623"/>
                <a:ext cx="13" cy="17"/>
              </a:xfrm>
              <a:custGeom>
                <a:avLst/>
                <a:gdLst>
                  <a:gd name="T0" fmla="*/ 0 w 12"/>
                  <a:gd name="T1" fmla="*/ 0 h 16"/>
                  <a:gd name="T2" fmla="*/ 15 w 12"/>
                  <a:gd name="T3" fmla="*/ 19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16">
                    <a:moveTo>
                      <a:pt x="0" y="0"/>
                    </a:moveTo>
                    <a:cubicBezTo>
                      <a:pt x="2" y="6"/>
                      <a:pt x="8" y="11"/>
                      <a:pt x="12" y="16"/>
                    </a:cubicBezTo>
                  </a:path>
                </a:pathLst>
              </a:custGeom>
              <a:noFill/>
              <a:ln w="6350" cap="flat">
                <a:solidFill>
                  <a:srgbClr val="F7E8B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534" name="Freeform 517">
                <a:extLst>
                  <a:ext uri="{FF2B5EF4-FFF2-40B4-BE49-F238E27FC236}">
                    <a16:creationId xmlns:a16="http://schemas.microsoft.com/office/drawing/2014/main" id="{F6D21C40-0BE9-4A45-AB02-060BC3BAC3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8" y="1603"/>
                <a:ext cx="8" cy="18"/>
              </a:xfrm>
              <a:custGeom>
                <a:avLst/>
                <a:gdLst>
                  <a:gd name="T0" fmla="*/ 0 w 8"/>
                  <a:gd name="T1" fmla="*/ 0 h 17"/>
                  <a:gd name="T2" fmla="*/ 8 w 8"/>
                  <a:gd name="T3" fmla="*/ 20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17">
                    <a:moveTo>
                      <a:pt x="0" y="0"/>
                    </a:moveTo>
                    <a:cubicBezTo>
                      <a:pt x="4" y="5"/>
                      <a:pt x="6" y="11"/>
                      <a:pt x="8" y="17"/>
                    </a:cubicBezTo>
                  </a:path>
                </a:pathLst>
              </a:custGeom>
              <a:noFill/>
              <a:ln w="6350" cap="flat">
                <a:solidFill>
                  <a:srgbClr val="F7E8B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535" name="Freeform 518">
                <a:extLst>
                  <a:ext uri="{FF2B5EF4-FFF2-40B4-BE49-F238E27FC236}">
                    <a16:creationId xmlns:a16="http://schemas.microsoft.com/office/drawing/2014/main" id="{36943D03-EBBF-4287-9730-2AB418AF43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2" y="1829"/>
                <a:ext cx="7" cy="16"/>
              </a:xfrm>
              <a:custGeom>
                <a:avLst/>
                <a:gdLst>
                  <a:gd name="T0" fmla="*/ 2 w 7"/>
                  <a:gd name="T1" fmla="*/ 18 h 15"/>
                  <a:gd name="T2" fmla="*/ 7 w 7"/>
                  <a:gd name="T3" fmla="*/ 0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5">
                    <a:moveTo>
                      <a:pt x="2" y="15"/>
                    </a:moveTo>
                    <a:cubicBezTo>
                      <a:pt x="0" y="11"/>
                      <a:pt x="5" y="4"/>
                      <a:pt x="7" y="0"/>
                    </a:cubicBezTo>
                  </a:path>
                </a:pathLst>
              </a:custGeom>
              <a:noFill/>
              <a:ln w="6350" cap="flat">
                <a:solidFill>
                  <a:srgbClr val="F7E8B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536" name="Freeform 519">
                <a:extLst>
                  <a:ext uri="{FF2B5EF4-FFF2-40B4-BE49-F238E27FC236}">
                    <a16:creationId xmlns:a16="http://schemas.microsoft.com/office/drawing/2014/main" id="{F0EADC9E-DEAE-463A-9C23-1111554607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0" y="1868"/>
                <a:ext cx="16" cy="34"/>
              </a:xfrm>
              <a:custGeom>
                <a:avLst/>
                <a:gdLst>
                  <a:gd name="T0" fmla="*/ 1 w 15"/>
                  <a:gd name="T1" fmla="*/ 29 h 31"/>
                  <a:gd name="T2" fmla="*/ 13 w 15"/>
                  <a:gd name="T3" fmla="*/ 2 h 31"/>
                  <a:gd name="T4" fmla="*/ 16 w 15"/>
                  <a:gd name="T5" fmla="*/ 41 h 3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31">
                    <a:moveTo>
                      <a:pt x="1" y="22"/>
                    </a:moveTo>
                    <a:cubicBezTo>
                      <a:pt x="0" y="18"/>
                      <a:pt x="2" y="0"/>
                      <a:pt x="10" y="2"/>
                    </a:cubicBezTo>
                    <a:cubicBezTo>
                      <a:pt x="15" y="3"/>
                      <a:pt x="13" y="26"/>
                      <a:pt x="13" y="31"/>
                    </a:cubicBezTo>
                  </a:path>
                </a:pathLst>
              </a:custGeom>
              <a:noFill/>
              <a:ln w="6350" cap="flat">
                <a:solidFill>
                  <a:srgbClr val="F7E8B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537" name="Freeform 520">
                <a:extLst>
                  <a:ext uri="{FF2B5EF4-FFF2-40B4-BE49-F238E27FC236}">
                    <a16:creationId xmlns:a16="http://schemas.microsoft.com/office/drawing/2014/main" id="{2A0C4814-E856-4BD3-90B4-E3BF0D9E3A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1" y="1919"/>
                <a:ext cx="16" cy="22"/>
              </a:xfrm>
              <a:custGeom>
                <a:avLst/>
                <a:gdLst>
                  <a:gd name="T0" fmla="*/ 18 w 15"/>
                  <a:gd name="T1" fmla="*/ 0 h 21"/>
                  <a:gd name="T2" fmla="*/ 0 w 15"/>
                  <a:gd name="T3" fmla="*/ 24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21">
                    <a:moveTo>
                      <a:pt x="15" y="0"/>
                    </a:moveTo>
                    <a:cubicBezTo>
                      <a:pt x="9" y="4"/>
                      <a:pt x="5" y="15"/>
                      <a:pt x="0" y="21"/>
                    </a:cubicBezTo>
                  </a:path>
                </a:pathLst>
              </a:custGeom>
              <a:noFill/>
              <a:ln w="6350" cap="flat">
                <a:solidFill>
                  <a:srgbClr val="F7E8B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538" name="Freeform 521">
                <a:extLst>
                  <a:ext uri="{FF2B5EF4-FFF2-40B4-BE49-F238E27FC236}">
                    <a16:creationId xmlns:a16="http://schemas.microsoft.com/office/drawing/2014/main" id="{9CC0882D-82F8-4B1A-A31B-A3BC6F1957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7" y="1785"/>
                <a:ext cx="9" cy="25"/>
              </a:xfrm>
              <a:custGeom>
                <a:avLst/>
                <a:gdLst>
                  <a:gd name="T0" fmla="*/ 0 w 8"/>
                  <a:gd name="T1" fmla="*/ 0 h 23"/>
                  <a:gd name="T2" fmla="*/ 11 w 8"/>
                  <a:gd name="T3" fmla="*/ 29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23">
                    <a:moveTo>
                      <a:pt x="0" y="0"/>
                    </a:moveTo>
                    <a:cubicBezTo>
                      <a:pt x="3" y="7"/>
                      <a:pt x="5" y="15"/>
                      <a:pt x="8" y="23"/>
                    </a:cubicBezTo>
                  </a:path>
                </a:pathLst>
              </a:custGeom>
              <a:noFill/>
              <a:ln w="6350" cap="flat">
                <a:solidFill>
                  <a:srgbClr val="F7E8B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539" name="Freeform 522">
                <a:extLst>
                  <a:ext uri="{FF2B5EF4-FFF2-40B4-BE49-F238E27FC236}">
                    <a16:creationId xmlns:a16="http://schemas.microsoft.com/office/drawing/2014/main" id="{E9F95657-666F-4EF2-A363-D101550CF6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3" y="1642"/>
                <a:ext cx="18" cy="22"/>
              </a:xfrm>
              <a:custGeom>
                <a:avLst/>
                <a:gdLst>
                  <a:gd name="T0" fmla="*/ 3 w 16"/>
                  <a:gd name="T1" fmla="*/ 15 h 20"/>
                  <a:gd name="T2" fmla="*/ 21 w 16"/>
                  <a:gd name="T3" fmla="*/ 0 h 20"/>
                  <a:gd name="T4" fmla="*/ 7 w 16"/>
                  <a:gd name="T5" fmla="*/ 26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20">
                    <a:moveTo>
                      <a:pt x="3" y="12"/>
                    </a:moveTo>
                    <a:cubicBezTo>
                      <a:pt x="0" y="8"/>
                      <a:pt x="10" y="0"/>
                      <a:pt x="15" y="0"/>
                    </a:cubicBezTo>
                    <a:cubicBezTo>
                      <a:pt x="16" y="7"/>
                      <a:pt x="10" y="16"/>
                      <a:pt x="4" y="20"/>
                    </a:cubicBezTo>
                  </a:path>
                </a:pathLst>
              </a:custGeom>
              <a:noFill/>
              <a:ln w="6350" cap="flat">
                <a:solidFill>
                  <a:srgbClr val="F7E8B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540" name="Freeform 523">
                <a:extLst>
                  <a:ext uri="{FF2B5EF4-FFF2-40B4-BE49-F238E27FC236}">
                    <a16:creationId xmlns:a16="http://schemas.microsoft.com/office/drawing/2014/main" id="{866EB06A-894F-4549-B5BB-3177D4739F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0" y="1709"/>
                <a:ext cx="27" cy="27"/>
              </a:xfrm>
              <a:custGeom>
                <a:avLst/>
                <a:gdLst>
                  <a:gd name="T0" fmla="*/ 12 w 25"/>
                  <a:gd name="T1" fmla="*/ 0 h 26"/>
                  <a:gd name="T2" fmla="*/ 31 w 25"/>
                  <a:gd name="T3" fmla="*/ 19 h 26"/>
                  <a:gd name="T4" fmla="*/ 0 w 25"/>
                  <a:gd name="T5" fmla="*/ 17 h 26"/>
                  <a:gd name="T6" fmla="*/ 21 w 25"/>
                  <a:gd name="T7" fmla="*/ 29 h 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" h="26">
                    <a:moveTo>
                      <a:pt x="9" y="0"/>
                    </a:moveTo>
                    <a:cubicBezTo>
                      <a:pt x="14" y="5"/>
                      <a:pt x="24" y="8"/>
                      <a:pt x="25" y="16"/>
                    </a:cubicBezTo>
                    <a:cubicBezTo>
                      <a:pt x="18" y="18"/>
                      <a:pt x="3" y="8"/>
                      <a:pt x="0" y="14"/>
                    </a:cubicBezTo>
                    <a:cubicBezTo>
                      <a:pt x="5" y="19"/>
                      <a:pt x="13" y="21"/>
                      <a:pt x="17" y="26"/>
                    </a:cubicBezTo>
                  </a:path>
                </a:pathLst>
              </a:custGeom>
              <a:noFill/>
              <a:ln w="6350" cap="flat">
                <a:solidFill>
                  <a:srgbClr val="F7E8B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541" name="Freeform 524">
                <a:extLst>
                  <a:ext uri="{FF2B5EF4-FFF2-40B4-BE49-F238E27FC236}">
                    <a16:creationId xmlns:a16="http://schemas.microsoft.com/office/drawing/2014/main" id="{35A82725-35DA-481A-9789-8400E9697A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6" y="1271"/>
                <a:ext cx="14" cy="17"/>
              </a:xfrm>
              <a:custGeom>
                <a:avLst/>
                <a:gdLst>
                  <a:gd name="T0" fmla="*/ 5 w 13"/>
                  <a:gd name="T1" fmla="*/ 19 h 16"/>
                  <a:gd name="T2" fmla="*/ 11 w 13"/>
                  <a:gd name="T3" fmla="*/ 1 h 16"/>
                  <a:gd name="T4" fmla="*/ 0 w 13"/>
                  <a:gd name="T5" fmla="*/ 18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6">
                    <a:moveTo>
                      <a:pt x="5" y="16"/>
                    </a:moveTo>
                    <a:cubicBezTo>
                      <a:pt x="7" y="14"/>
                      <a:pt x="13" y="2"/>
                      <a:pt x="8" y="1"/>
                    </a:cubicBezTo>
                    <a:cubicBezTo>
                      <a:pt x="3" y="0"/>
                      <a:pt x="1" y="13"/>
                      <a:pt x="0" y="15"/>
                    </a:cubicBezTo>
                  </a:path>
                </a:pathLst>
              </a:custGeom>
              <a:noFill/>
              <a:ln w="6350" cap="flat">
                <a:solidFill>
                  <a:srgbClr val="F7E8B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542" name="Freeform 525">
                <a:extLst>
                  <a:ext uri="{FF2B5EF4-FFF2-40B4-BE49-F238E27FC236}">
                    <a16:creationId xmlns:a16="http://schemas.microsoft.com/office/drawing/2014/main" id="{D89E8A68-A219-47AD-A60A-71916F5E61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3" y="1221"/>
                <a:ext cx="8" cy="11"/>
              </a:xfrm>
              <a:custGeom>
                <a:avLst/>
                <a:gdLst>
                  <a:gd name="T0" fmla="*/ 0 w 7"/>
                  <a:gd name="T1" fmla="*/ 13 h 10"/>
                  <a:gd name="T2" fmla="*/ 10 w 7"/>
                  <a:gd name="T3" fmla="*/ 0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0">
                    <a:moveTo>
                      <a:pt x="0" y="10"/>
                    </a:moveTo>
                    <a:cubicBezTo>
                      <a:pt x="2" y="7"/>
                      <a:pt x="6" y="4"/>
                      <a:pt x="7" y="0"/>
                    </a:cubicBezTo>
                  </a:path>
                </a:pathLst>
              </a:custGeom>
              <a:noFill/>
              <a:ln w="6350" cap="flat">
                <a:solidFill>
                  <a:srgbClr val="F7E8B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543" name="Freeform 526">
                <a:extLst>
                  <a:ext uri="{FF2B5EF4-FFF2-40B4-BE49-F238E27FC236}">
                    <a16:creationId xmlns:a16="http://schemas.microsoft.com/office/drawing/2014/main" id="{95D19002-F174-484C-A39B-BD04E590B7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4" y="1220"/>
                <a:ext cx="167" cy="82"/>
              </a:xfrm>
              <a:custGeom>
                <a:avLst/>
                <a:gdLst>
                  <a:gd name="T0" fmla="*/ 0 w 157"/>
                  <a:gd name="T1" fmla="*/ 0 h 77"/>
                  <a:gd name="T2" fmla="*/ 46 w 157"/>
                  <a:gd name="T3" fmla="*/ 36 h 77"/>
                  <a:gd name="T4" fmla="*/ 89 w 157"/>
                  <a:gd name="T5" fmla="*/ 60 h 77"/>
                  <a:gd name="T6" fmla="*/ 139 w 157"/>
                  <a:gd name="T7" fmla="*/ 71 h 77"/>
                  <a:gd name="T8" fmla="*/ 189 w 157"/>
                  <a:gd name="T9" fmla="*/ 93 h 77"/>
                  <a:gd name="T10" fmla="*/ 164 w 157"/>
                  <a:gd name="T11" fmla="*/ 83 h 77"/>
                  <a:gd name="T12" fmla="*/ 130 w 157"/>
                  <a:gd name="T13" fmla="*/ 77 h 77"/>
                  <a:gd name="T14" fmla="*/ 63 w 157"/>
                  <a:gd name="T15" fmla="*/ 75 h 77"/>
                  <a:gd name="T16" fmla="*/ 16 w 157"/>
                  <a:gd name="T17" fmla="*/ 36 h 77"/>
                  <a:gd name="T18" fmla="*/ 2 w 157"/>
                  <a:gd name="T19" fmla="*/ 4 h 77"/>
                  <a:gd name="T20" fmla="*/ 0 w 157"/>
                  <a:gd name="T21" fmla="*/ 3 h 7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57" h="77">
                    <a:moveTo>
                      <a:pt x="0" y="0"/>
                    </a:moveTo>
                    <a:cubicBezTo>
                      <a:pt x="9" y="14"/>
                      <a:pt x="23" y="23"/>
                      <a:pt x="38" y="30"/>
                    </a:cubicBezTo>
                    <a:cubicBezTo>
                      <a:pt x="50" y="36"/>
                      <a:pt x="62" y="44"/>
                      <a:pt x="74" y="50"/>
                    </a:cubicBezTo>
                    <a:cubicBezTo>
                      <a:pt x="88" y="57"/>
                      <a:pt x="101" y="58"/>
                      <a:pt x="116" y="59"/>
                    </a:cubicBezTo>
                    <a:cubicBezTo>
                      <a:pt x="134" y="60"/>
                      <a:pt x="143" y="66"/>
                      <a:pt x="157" y="77"/>
                    </a:cubicBezTo>
                    <a:cubicBezTo>
                      <a:pt x="150" y="74"/>
                      <a:pt x="144" y="70"/>
                      <a:pt x="136" y="69"/>
                    </a:cubicBezTo>
                    <a:cubicBezTo>
                      <a:pt x="127" y="68"/>
                      <a:pt x="117" y="65"/>
                      <a:pt x="108" y="64"/>
                    </a:cubicBezTo>
                    <a:cubicBezTo>
                      <a:pt x="89" y="62"/>
                      <a:pt x="72" y="71"/>
                      <a:pt x="52" y="62"/>
                    </a:cubicBezTo>
                    <a:cubicBezTo>
                      <a:pt x="37" y="55"/>
                      <a:pt x="25" y="42"/>
                      <a:pt x="13" y="30"/>
                    </a:cubicBezTo>
                    <a:cubicBezTo>
                      <a:pt x="7" y="23"/>
                      <a:pt x="2" y="13"/>
                      <a:pt x="2" y="4"/>
                    </a:cubicBezTo>
                    <a:cubicBezTo>
                      <a:pt x="1" y="4"/>
                      <a:pt x="1" y="3"/>
                      <a:pt x="0" y="3"/>
                    </a:cubicBezTo>
                  </a:path>
                </a:pathLst>
              </a:custGeom>
              <a:solidFill>
                <a:srgbClr val="EFCA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544" name="Freeform 527">
                <a:extLst>
                  <a:ext uri="{FF2B5EF4-FFF2-40B4-BE49-F238E27FC236}">
                    <a16:creationId xmlns:a16="http://schemas.microsoft.com/office/drawing/2014/main" id="{78A10A4E-D294-44D3-8C2A-E4F1D4E009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5" y="2194"/>
                <a:ext cx="15" cy="30"/>
              </a:xfrm>
              <a:custGeom>
                <a:avLst/>
                <a:gdLst>
                  <a:gd name="T0" fmla="*/ 4 w 14"/>
                  <a:gd name="T1" fmla="*/ 29 h 28"/>
                  <a:gd name="T2" fmla="*/ 3 w 14"/>
                  <a:gd name="T3" fmla="*/ 5 h 28"/>
                  <a:gd name="T4" fmla="*/ 17 w 14"/>
                  <a:gd name="T5" fmla="*/ 34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28">
                    <a:moveTo>
                      <a:pt x="4" y="23"/>
                    </a:moveTo>
                    <a:cubicBezTo>
                      <a:pt x="3" y="19"/>
                      <a:pt x="0" y="7"/>
                      <a:pt x="3" y="5"/>
                    </a:cubicBezTo>
                    <a:cubicBezTo>
                      <a:pt x="10" y="0"/>
                      <a:pt x="13" y="23"/>
                      <a:pt x="14" y="28"/>
                    </a:cubicBezTo>
                  </a:path>
                </a:pathLst>
              </a:custGeom>
              <a:noFill/>
              <a:ln w="6350" cap="flat">
                <a:solidFill>
                  <a:srgbClr val="F7E8B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545" name="Freeform 528">
                <a:extLst>
                  <a:ext uri="{FF2B5EF4-FFF2-40B4-BE49-F238E27FC236}">
                    <a16:creationId xmlns:a16="http://schemas.microsoft.com/office/drawing/2014/main" id="{27EE6A3B-B92A-499C-AE71-82661B2A9E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0" y="2192"/>
                <a:ext cx="8" cy="17"/>
              </a:xfrm>
              <a:custGeom>
                <a:avLst/>
                <a:gdLst>
                  <a:gd name="T0" fmla="*/ 0 w 7"/>
                  <a:gd name="T1" fmla="*/ 0 h 16"/>
                  <a:gd name="T2" fmla="*/ 10 w 7"/>
                  <a:gd name="T3" fmla="*/ 19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6">
                    <a:moveTo>
                      <a:pt x="0" y="0"/>
                    </a:moveTo>
                    <a:cubicBezTo>
                      <a:pt x="1" y="6"/>
                      <a:pt x="4" y="11"/>
                      <a:pt x="7" y="16"/>
                    </a:cubicBezTo>
                  </a:path>
                </a:pathLst>
              </a:custGeom>
              <a:noFill/>
              <a:ln w="6350" cap="flat">
                <a:solidFill>
                  <a:srgbClr val="F7E8B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546" name="Freeform 529">
                <a:extLst>
                  <a:ext uri="{FF2B5EF4-FFF2-40B4-BE49-F238E27FC236}">
                    <a16:creationId xmlns:a16="http://schemas.microsoft.com/office/drawing/2014/main" id="{BA1154A7-1E55-46C1-9BF0-2393ECC3A1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3" y="2361"/>
                <a:ext cx="7" cy="17"/>
              </a:xfrm>
              <a:custGeom>
                <a:avLst/>
                <a:gdLst>
                  <a:gd name="T0" fmla="*/ 0 w 7"/>
                  <a:gd name="T1" fmla="*/ 19 h 16"/>
                  <a:gd name="T2" fmla="*/ 7 w 7"/>
                  <a:gd name="T3" fmla="*/ 0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6">
                    <a:moveTo>
                      <a:pt x="0" y="16"/>
                    </a:moveTo>
                    <a:cubicBezTo>
                      <a:pt x="1" y="11"/>
                      <a:pt x="4" y="4"/>
                      <a:pt x="7" y="0"/>
                    </a:cubicBezTo>
                  </a:path>
                </a:pathLst>
              </a:custGeom>
              <a:noFill/>
              <a:ln w="6350" cap="flat">
                <a:solidFill>
                  <a:srgbClr val="F7E8B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547" name="Freeform 530">
                <a:extLst>
                  <a:ext uri="{FF2B5EF4-FFF2-40B4-BE49-F238E27FC236}">
                    <a16:creationId xmlns:a16="http://schemas.microsoft.com/office/drawing/2014/main" id="{A7177369-7408-4739-A356-8BE327765D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9" y="2380"/>
                <a:ext cx="12" cy="22"/>
              </a:xfrm>
              <a:custGeom>
                <a:avLst/>
                <a:gdLst>
                  <a:gd name="T0" fmla="*/ 0 w 12"/>
                  <a:gd name="T1" fmla="*/ 26 h 20"/>
                  <a:gd name="T2" fmla="*/ 12 w 12"/>
                  <a:gd name="T3" fmla="*/ 0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20">
                    <a:moveTo>
                      <a:pt x="0" y="20"/>
                    </a:moveTo>
                    <a:cubicBezTo>
                      <a:pt x="0" y="13"/>
                      <a:pt x="7" y="4"/>
                      <a:pt x="12" y="0"/>
                    </a:cubicBezTo>
                  </a:path>
                </a:pathLst>
              </a:custGeom>
              <a:noFill/>
              <a:ln w="6350" cap="flat">
                <a:solidFill>
                  <a:srgbClr val="F7E8B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548" name="Freeform 531">
                <a:extLst>
                  <a:ext uri="{FF2B5EF4-FFF2-40B4-BE49-F238E27FC236}">
                    <a16:creationId xmlns:a16="http://schemas.microsoft.com/office/drawing/2014/main" id="{92CACB11-9F41-4199-BD9B-253A7E1BE9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3" y="2197"/>
                <a:ext cx="26" cy="34"/>
              </a:xfrm>
              <a:custGeom>
                <a:avLst/>
                <a:gdLst>
                  <a:gd name="T0" fmla="*/ 0 w 24"/>
                  <a:gd name="T1" fmla="*/ 17 h 32"/>
                  <a:gd name="T2" fmla="*/ 10 w 24"/>
                  <a:gd name="T3" fmla="*/ 3 h 32"/>
                  <a:gd name="T4" fmla="*/ 17 w 24"/>
                  <a:gd name="T5" fmla="*/ 14 h 32"/>
                  <a:gd name="T6" fmla="*/ 9 w 24"/>
                  <a:gd name="T7" fmla="*/ 32 h 32"/>
                  <a:gd name="T8" fmla="*/ 30 w 24"/>
                  <a:gd name="T9" fmla="*/ 30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32">
                    <a:moveTo>
                      <a:pt x="0" y="14"/>
                    </a:moveTo>
                    <a:cubicBezTo>
                      <a:pt x="1" y="12"/>
                      <a:pt x="5" y="4"/>
                      <a:pt x="7" y="3"/>
                    </a:cubicBezTo>
                    <a:cubicBezTo>
                      <a:pt x="14" y="0"/>
                      <a:pt x="16" y="6"/>
                      <a:pt x="14" y="11"/>
                    </a:cubicBezTo>
                    <a:cubicBezTo>
                      <a:pt x="13" y="16"/>
                      <a:pt x="3" y="20"/>
                      <a:pt x="6" y="26"/>
                    </a:cubicBezTo>
                    <a:cubicBezTo>
                      <a:pt x="9" y="32"/>
                      <a:pt x="19" y="24"/>
                      <a:pt x="24" y="24"/>
                    </a:cubicBezTo>
                  </a:path>
                </a:pathLst>
              </a:custGeom>
              <a:noFill/>
              <a:ln w="6350" cap="flat">
                <a:solidFill>
                  <a:srgbClr val="F7E8B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549" name="Freeform 532">
                <a:extLst>
                  <a:ext uri="{FF2B5EF4-FFF2-40B4-BE49-F238E27FC236}">
                    <a16:creationId xmlns:a16="http://schemas.microsoft.com/office/drawing/2014/main" id="{5251F892-D6D1-45C0-BC74-AE141EABDA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5" y="2494"/>
                <a:ext cx="26" cy="28"/>
              </a:xfrm>
              <a:custGeom>
                <a:avLst/>
                <a:gdLst>
                  <a:gd name="T0" fmla="*/ 0 w 25"/>
                  <a:gd name="T1" fmla="*/ 14 h 26"/>
                  <a:gd name="T2" fmla="*/ 21 w 25"/>
                  <a:gd name="T3" fmla="*/ 26 h 26"/>
                  <a:gd name="T4" fmla="*/ 7 w 25"/>
                  <a:gd name="T5" fmla="*/ 0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26">
                    <a:moveTo>
                      <a:pt x="0" y="11"/>
                    </a:moveTo>
                    <a:cubicBezTo>
                      <a:pt x="3" y="15"/>
                      <a:pt x="12" y="26"/>
                      <a:pt x="18" y="20"/>
                    </a:cubicBezTo>
                    <a:cubicBezTo>
                      <a:pt x="25" y="14"/>
                      <a:pt x="13" y="1"/>
                      <a:pt x="7" y="0"/>
                    </a:cubicBezTo>
                  </a:path>
                </a:pathLst>
              </a:custGeom>
              <a:noFill/>
              <a:ln w="6350" cap="flat">
                <a:solidFill>
                  <a:srgbClr val="F7E8B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550" name="Freeform 533">
                <a:extLst>
                  <a:ext uri="{FF2B5EF4-FFF2-40B4-BE49-F238E27FC236}">
                    <a16:creationId xmlns:a16="http://schemas.microsoft.com/office/drawing/2014/main" id="{A0DFBBCA-B27D-4D05-AE9B-C74534E929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2" y="1991"/>
                <a:ext cx="17" cy="20"/>
              </a:xfrm>
              <a:custGeom>
                <a:avLst/>
                <a:gdLst>
                  <a:gd name="T0" fmla="*/ 5 w 16"/>
                  <a:gd name="T1" fmla="*/ 0 h 19"/>
                  <a:gd name="T2" fmla="*/ 4 w 16"/>
                  <a:gd name="T3" fmla="*/ 18 h 19"/>
                  <a:gd name="T4" fmla="*/ 19 w 16"/>
                  <a:gd name="T5" fmla="*/ 2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19">
                    <a:moveTo>
                      <a:pt x="5" y="0"/>
                    </a:moveTo>
                    <a:cubicBezTo>
                      <a:pt x="3" y="3"/>
                      <a:pt x="0" y="12"/>
                      <a:pt x="4" y="15"/>
                    </a:cubicBezTo>
                    <a:cubicBezTo>
                      <a:pt x="10" y="19"/>
                      <a:pt x="14" y="6"/>
                      <a:pt x="16" y="2"/>
                    </a:cubicBezTo>
                  </a:path>
                </a:pathLst>
              </a:custGeom>
              <a:noFill/>
              <a:ln w="6350" cap="flat">
                <a:solidFill>
                  <a:srgbClr val="F7E8B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551" name="Freeform 534">
                <a:extLst>
                  <a:ext uri="{FF2B5EF4-FFF2-40B4-BE49-F238E27FC236}">
                    <a16:creationId xmlns:a16="http://schemas.microsoft.com/office/drawing/2014/main" id="{145C3C88-CD8C-482C-B18C-B93A9CC37D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2" y="2014"/>
                <a:ext cx="8" cy="26"/>
              </a:xfrm>
              <a:custGeom>
                <a:avLst/>
                <a:gdLst>
                  <a:gd name="T0" fmla="*/ 10 w 7"/>
                  <a:gd name="T1" fmla="*/ 0 h 25"/>
                  <a:gd name="T2" fmla="*/ 0 w 7"/>
                  <a:gd name="T3" fmla="*/ 28 h 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25">
                    <a:moveTo>
                      <a:pt x="7" y="0"/>
                    </a:moveTo>
                    <a:cubicBezTo>
                      <a:pt x="7" y="8"/>
                      <a:pt x="4" y="17"/>
                      <a:pt x="0" y="25"/>
                    </a:cubicBezTo>
                  </a:path>
                </a:pathLst>
              </a:custGeom>
              <a:noFill/>
              <a:ln w="6350" cap="flat">
                <a:solidFill>
                  <a:srgbClr val="F7E8B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552" name="Freeform 535">
                <a:extLst>
                  <a:ext uri="{FF2B5EF4-FFF2-40B4-BE49-F238E27FC236}">
                    <a16:creationId xmlns:a16="http://schemas.microsoft.com/office/drawing/2014/main" id="{48A8C827-FFB4-4625-BCE9-0BCE107A0B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5" y="1989"/>
                <a:ext cx="30" cy="32"/>
              </a:xfrm>
              <a:custGeom>
                <a:avLst/>
                <a:gdLst>
                  <a:gd name="T0" fmla="*/ 16 w 28"/>
                  <a:gd name="T1" fmla="*/ 0 h 30"/>
                  <a:gd name="T2" fmla="*/ 21 w 28"/>
                  <a:gd name="T3" fmla="*/ 25 h 30"/>
                  <a:gd name="T4" fmla="*/ 3 w 28"/>
                  <a:gd name="T5" fmla="*/ 7 h 30"/>
                  <a:gd name="T6" fmla="*/ 11 w 28"/>
                  <a:gd name="T7" fmla="*/ 36 h 3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" h="30">
                    <a:moveTo>
                      <a:pt x="13" y="0"/>
                    </a:moveTo>
                    <a:cubicBezTo>
                      <a:pt x="16" y="3"/>
                      <a:pt x="28" y="20"/>
                      <a:pt x="18" y="21"/>
                    </a:cubicBezTo>
                    <a:cubicBezTo>
                      <a:pt x="11" y="21"/>
                      <a:pt x="11" y="8"/>
                      <a:pt x="3" y="7"/>
                    </a:cubicBezTo>
                    <a:cubicBezTo>
                      <a:pt x="0" y="14"/>
                      <a:pt x="5" y="23"/>
                      <a:pt x="8" y="30"/>
                    </a:cubicBezTo>
                  </a:path>
                </a:pathLst>
              </a:custGeom>
              <a:noFill/>
              <a:ln w="6350" cap="flat">
                <a:solidFill>
                  <a:srgbClr val="F7E8B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553" name="Freeform 536">
                <a:extLst>
                  <a:ext uri="{FF2B5EF4-FFF2-40B4-BE49-F238E27FC236}">
                    <a16:creationId xmlns:a16="http://schemas.microsoft.com/office/drawing/2014/main" id="{85201CB3-2185-4881-8705-1A76DBDFDD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0" y="2311"/>
                <a:ext cx="18" cy="6"/>
              </a:xfrm>
              <a:custGeom>
                <a:avLst/>
                <a:gdLst>
                  <a:gd name="T0" fmla="*/ 0 w 17"/>
                  <a:gd name="T1" fmla="*/ 6 h 6"/>
                  <a:gd name="T2" fmla="*/ 20 w 17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6">
                    <a:moveTo>
                      <a:pt x="0" y="6"/>
                    </a:moveTo>
                    <a:cubicBezTo>
                      <a:pt x="6" y="3"/>
                      <a:pt x="10" y="1"/>
                      <a:pt x="17" y="0"/>
                    </a:cubicBezTo>
                  </a:path>
                </a:pathLst>
              </a:custGeom>
              <a:noFill/>
              <a:ln w="6350" cap="flat">
                <a:solidFill>
                  <a:srgbClr val="F7E8B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554" name="Freeform 537">
                <a:extLst>
                  <a:ext uri="{FF2B5EF4-FFF2-40B4-BE49-F238E27FC236}">
                    <a16:creationId xmlns:a16="http://schemas.microsoft.com/office/drawing/2014/main" id="{D3366FC7-2466-42D4-B40C-681991469E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5" y="2350"/>
                <a:ext cx="19" cy="31"/>
              </a:xfrm>
              <a:custGeom>
                <a:avLst/>
                <a:gdLst>
                  <a:gd name="T0" fmla="*/ 3 w 18"/>
                  <a:gd name="T1" fmla="*/ 24 h 29"/>
                  <a:gd name="T2" fmla="*/ 6 w 18"/>
                  <a:gd name="T3" fmla="*/ 3 h 29"/>
                  <a:gd name="T4" fmla="*/ 21 w 18"/>
                  <a:gd name="T5" fmla="*/ 35 h 2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29">
                    <a:moveTo>
                      <a:pt x="3" y="20"/>
                    </a:moveTo>
                    <a:cubicBezTo>
                      <a:pt x="1" y="16"/>
                      <a:pt x="0" y="5"/>
                      <a:pt x="6" y="3"/>
                    </a:cubicBezTo>
                    <a:cubicBezTo>
                      <a:pt x="17" y="0"/>
                      <a:pt x="16" y="25"/>
                      <a:pt x="18" y="29"/>
                    </a:cubicBezTo>
                  </a:path>
                </a:pathLst>
              </a:custGeom>
              <a:noFill/>
              <a:ln w="6350" cap="flat">
                <a:solidFill>
                  <a:srgbClr val="F7E8B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555" name="Freeform 538">
                <a:extLst>
                  <a:ext uri="{FF2B5EF4-FFF2-40B4-BE49-F238E27FC236}">
                    <a16:creationId xmlns:a16="http://schemas.microsoft.com/office/drawing/2014/main" id="{493F6747-91F0-445D-A657-31492FBE7C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2" y="2353"/>
                <a:ext cx="4" cy="21"/>
              </a:xfrm>
              <a:custGeom>
                <a:avLst/>
                <a:gdLst>
                  <a:gd name="T0" fmla="*/ 0 w 4"/>
                  <a:gd name="T1" fmla="*/ 0 h 20"/>
                  <a:gd name="T2" fmla="*/ 4 w 4"/>
                  <a:gd name="T3" fmla="*/ 23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0">
                    <a:moveTo>
                      <a:pt x="0" y="0"/>
                    </a:moveTo>
                    <a:cubicBezTo>
                      <a:pt x="3" y="6"/>
                      <a:pt x="2" y="14"/>
                      <a:pt x="4" y="20"/>
                    </a:cubicBezTo>
                  </a:path>
                </a:pathLst>
              </a:custGeom>
              <a:noFill/>
              <a:ln w="6350" cap="flat">
                <a:solidFill>
                  <a:srgbClr val="F7E8B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556" name="Freeform 539">
                <a:extLst>
                  <a:ext uri="{FF2B5EF4-FFF2-40B4-BE49-F238E27FC236}">
                    <a16:creationId xmlns:a16="http://schemas.microsoft.com/office/drawing/2014/main" id="{D5B44D61-9E22-4D06-A5D5-2DA4DFBBFA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9" y="2381"/>
                <a:ext cx="34" cy="36"/>
              </a:xfrm>
              <a:custGeom>
                <a:avLst/>
                <a:gdLst>
                  <a:gd name="T0" fmla="*/ 31 w 32"/>
                  <a:gd name="T1" fmla="*/ 2 h 33"/>
                  <a:gd name="T2" fmla="*/ 20 w 32"/>
                  <a:gd name="T3" fmla="*/ 24 h 33"/>
                  <a:gd name="T4" fmla="*/ 37 w 32"/>
                  <a:gd name="T5" fmla="*/ 25 h 33"/>
                  <a:gd name="T6" fmla="*/ 19 w 32"/>
                  <a:gd name="T7" fmla="*/ 43 h 3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2" h="33">
                    <a:moveTo>
                      <a:pt x="25" y="2"/>
                    </a:moveTo>
                    <a:cubicBezTo>
                      <a:pt x="11" y="0"/>
                      <a:pt x="0" y="19"/>
                      <a:pt x="17" y="18"/>
                    </a:cubicBezTo>
                    <a:cubicBezTo>
                      <a:pt x="22" y="18"/>
                      <a:pt x="29" y="10"/>
                      <a:pt x="31" y="19"/>
                    </a:cubicBezTo>
                    <a:cubicBezTo>
                      <a:pt x="32" y="25"/>
                      <a:pt x="20" y="31"/>
                      <a:pt x="16" y="33"/>
                    </a:cubicBezTo>
                  </a:path>
                </a:pathLst>
              </a:custGeom>
              <a:noFill/>
              <a:ln w="6350" cap="flat">
                <a:solidFill>
                  <a:srgbClr val="F7E8B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557" name="Freeform 540">
                <a:extLst>
                  <a:ext uri="{FF2B5EF4-FFF2-40B4-BE49-F238E27FC236}">
                    <a16:creationId xmlns:a16="http://schemas.microsoft.com/office/drawing/2014/main" id="{3EC33E91-11C9-4588-BC9B-7CE2B10B6C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2" y="2486"/>
                <a:ext cx="17" cy="37"/>
              </a:xfrm>
              <a:custGeom>
                <a:avLst/>
                <a:gdLst>
                  <a:gd name="T0" fmla="*/ 19 w 16"/>
                  <a:gd name="T1" fmla="*/ 0 h 35"/>
                  <a:gd name="T2" fmla="*/ 0 w 16"/>
                  <a:gd name="T3" fmla="*/ 41 h 3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35">
                    <a:moveTo>
                      <a:pt x="16" y="0"/>
                    </a:moveTo>
                    <a:cubicBezTo>
                      <a:pt x="11" y="11"/>
                      <a:pt x="7" y="25"/>
                      <a:pt x="0" y="35"/>
                    </a:cubicBezTo>
                  </a:path>
                </a:pathLst>
              </a:custGeom>
              <a:noFill/>
              <a:ln w="6350" cap="flat">
                <a:solidFill>
                  <a:srgbClr val="F7E8B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558" name="Freeform 541">
                <a:extLst>
                  <a:ext uri="{FF2B5EF4-FFF2-40B4-BE49-F238E27FC236}">
                    <a16:creationId xmlns:a16="http://schemas.microsoft.com/office/drawing/2014/main" id="{8F2C393D-6828-4AEE-9A60-3C5D84326B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1" y="2540"/>
                <a:ext cx="11" cy="19"/>
              </a:xfrm>
              <a:custGeom>
                <a:avLst/>
                <a:gdLst>
                  <a:gd name="T0" fmla="*/ 13 w 10"/>
                  <a:gd name="T1" fmla="*/ 0 h 18"/>
                  <a:gd name="T2" fmla="*/ 0 w 10"/>
                  <a:gd name="T3" fmla="*/ 21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18">
                    <a:moveTo>
                      <a:pt x="10" y="0"/>
                    </a:moveTo>
                    <a:cubicBezTo>
                      <a:pt x="1" y="1"/>
                      <a:pt x="0" y="10"/>
                      <a:pt x="0" y="18"/>
                    </a:cubicBezTo>
                  </a:path>
                </a:pathLst>
              </a:custGeom>
              <a:noFill/>
              <a:ln w="6350" cap="flat">
                <a:solidFill>
                  <a:srgbClr val="F7E8B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559" name="Freeform 542">
                <a:extLst>
                  <a:ext uri="{FF2B5EF4-FFF2-40B4-BE49-F238E27FC236}">
                    <a16:creationId xmlns:a16="http://schemas.microsoft.com/office/drawing/2014/main" id="{4D0E3CF9-A1EA-496B-856C-1207E72983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6" y="2526"/>
                <a:ext cx="6" cy="13"/>
              </a:xfrm>
              <a:custGeom>
                <a:avLst/>
                <a:gdLst>
                  <a:gd name="T0" fmla="*/ 0 w 5"/>
                  <a:gd name="T1" fmla="*/ 0 h 12"/>
                  <a:gd name="T2" fmla="*/ 8 w 5"/>
                  <a:gd name="T3" fmla="*/ 15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2">
                    <a:moveTo>
                      <a:pt x="0" y="0"/>
                    </a:moveTo>
                    <a:cubicBezTo>
                      <a:pt x="1" y="4"/>
                      <a:pt x="3" y="8"/>
                      <a:pt x="5" y="12"/>
                    </a:cubicBezTo>
                  </a:path>
                </a:pathLst>
              </a:custGeom>
              <a:noFill/>
              <a:ln w="6350" cap="flat">
                <a:solidFill>
                  <a:srgbClr val="F7E8B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560" name="Freeform 543">
                <a:extLst>
                  <a:ext uri="{FF2B5EF4-FFF2-40B4-BE49-F238E27FC236}">
                    <a16:creationId xmlns:a16="http://schemas.microsoft.com/office/drawing/2014/main" id="{DD618162-40C5-4225-A88E-2AF5BB537A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6" y="2772"/>
                <a:ext cx="23" cy="27"/>
              </a:xfrm>
              <a:custGeom>
                <a:avLst/>
                <a:gdLst>
                  <a:gd name="T0" fmla="*/ 18 w 22"/>
                  <a:gd name="T1" fmla="*/ 0 h 26"/>
                  <a:gd name="T2" fmla="*/ 25 w 22"/>
                  <a:gd name="T3" fmla="*/ 5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26">
                    <a:moveTo>
                      <a:pt x="15" y="0"/>
                    </a:moveTo>
                    <a:cubicBezTo>
                      <a:pt x="0" y="7"/>
                      <a:pt x="17" y="26"/>
                      <a:pt x="22" y="5"/>
                    </a:cubicBezTo>
                  </a:path>
                </a:pathLst>
              </a:custGeom>
              <a:noFill/>
              <a:ln w="6350" cap="flat">
                <a:solidFill>
                  <a:srgbClr val="F7E8B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561" name="Freeform 544">
                <a:extLst>
                  <a:ext uri="{FF2B5EF4-FFF2-40B4-BE49-F238E27FC236}">
                    <a16:creationId xmlns:a16="http://schemas.microsoft.com/office/drawing/2014/main" id="{5F4E5CBB-284C-4B6E-B92F-E900EF8B57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7" y="2768"/>
                <a:ext cx="25" cy="24"/>
              </a:xfrm>
              <a:custGeom>
                <a:avLst/>
                <a:gdLst>
                  <a:gd name="T0" fmla="*/ 13 w 23"/>
                  <a:gd name="T1" fmla="*/ 28 h 22"/>
                  <a:gd name="T2" fmla="*/ 4 w 23"/>
                  <a:gd name="T3" fmla="*/ 5 h 22"/>
                  <a:gd name="T4" fmla="*/ 28 w 23"/>
                  <a:gd name="T5" fmla="*/ 28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22">
                    <a:moveTo>
                      <a:pt x="10" y="22"/>
                    </a:moveTo>
                    <a:cubicBezTo>
                      <a:pt x="6" y="20"/>
                      <a:pt x="0" y="9"/>
                      <a:pt x="4" y="5"/>
                    </a:cubicBezTo>
                    <a:cubicBezTo>
                      <a:pt x="10" y="0"/>
                      <a:pt x="23" y="18"/>
                      <a:pt x="22" y="22"/>
                    </a:cubicBezTo>
                  </a:path>
                </a:pathLst>
              </a:custGeom>
              <a:noFill/>
              <a:ln w="6350" cap="flat">
                <a:solidFill>
                  <a:srgbClr val="F7E8B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562" name="Freeform 545">
                <a:extLst>
                  <a:ext uri="{FF2B5EF4-FFF2-40B4-BE49-F238E27FC236}">
                    <a16:creationId xmlns:a16="http://schemas.microsoft.com/office/drawing/2014/main" id="{40898255-E933-4A7F-BAF8-8BAE0FC372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1" y="3086"/>
                <a:ext cx="25" cy="42"/>
              </a:xfrm>
              <a:custGeom>
                <a:avLst/>
                <a:gdLst>
                  <a:gd name="T0" fmla="*/ 7 w 24"/>
                  <a:gd name="T1" fmla="*/ 4 h 39"/>
                  <a:gd name="T2" fmla="*/ 0 w 24"/>
                  <a:gd name="T3" fmla="*/ 22 h 39"/>
                  <a:gd name="T4" fmla="*/ 11 w 24"/>
                  <a:gd name="T5" fmla="*/ 20 h 39"/>
                  <a:gd name="T6" fmla="*/ 24 w 24"/>
                  <a:gd name="T7" fmla="*/ 48 h 3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" h="39">
                    <a:moveTo>
                      <a:pt x="7" y="4"/>
                    </a:moveTo>
                    <a:cubicBezTo>
                      <a:pt x="3" y="7"/>
                      <a:pt x="0" y="13"/>
                      <a:pt x="0" y="18"/>
                    </a:cubicBezTo>
                    <a:cubicBezTo>
                      <a:pt x="2" y="32"/>
                      <a:pt x="7" y="22"/>
                      <a:pt x="11" y="17"/>
                    </a:cubicBezTo>
                    <a:cubicBezTo>
                      <a:pt x="24" y="0"/>
                      <a:pt x="24" y="30"/>
                      <a:pt x="21" y="39"/>
                    </a:cubicBezTo>
                  </a:path>
                </a:pathLst>
              </a:custGeom>
              <a:noFill/>
              <a:ln w="6350" cap="flat">
                <a:solidFill>
                  <a:srgbClr val="F7E8B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563" name="Freeform 546">
                <a:extLst>
                  <a:ext uri="{FF2B5EF4-FFF2-40B4-BE49-F238E27FC236}">
                    <a16:creationId xmlns:a16="http://schemas.microsoft.com/office/drawing/2014/main" id="{D704980C-E0F3-4A78-815E-0DD4123B1F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3" y="3103"/>
                <a:ext cx="7" cy="28"/>
              </a:xfrm>
              <a:custGeom>
                <a:avLst/>
                <a:gdLst>
                  <a:gd name="T0" fmla="*/ 0 w 7"/>
                  <a:gd name="T1" fmla="*/ 0 h 26"/>
                  <a:gd name="T2" fmla="*/ 7 w 7"/>
                  <a:gd name="T3" fmla="*/ 32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26">
                    <a:moveTo>
                      <a:pt x="0" y="0"/>
                    </a:moveTo>
                    <a:cubicBezTo>
                      <a:pt x="4" y="8"/>
                      <a:pt x="7" y="17"/>
                      <a:pt x="7" y="26"/>
                    </a:cubicBezTo>
                  </a:path>
                </a:pathLst>
              </a:custGeom>
              <a:noFill/>
              <a:ln w="6350" cap="flat">
                <a:solidFill>
                  <a:srgbClr val="F7E8B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564" name="Freeform 547">
                <a:extLst>
                  <a:ext uri="{FF2B5EF4-FFF2-40B4-BE49-F238E27FC236}">
                    <a16:creationId xmlns:a16="http://schemas.microsoft.com/office/drawing/2014/main" id="{6593BCE1-4B3F-4D63-9E9A-53EC7319D8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5" y="3085"/>
                <a:ext cx="14" cy="22"/>
              </a:xfrm>
              <a:custGeom>
                <a:avLst/>
                <a:gdLst>
                  <a:gd name="T0" fmla="*/ 0 w 13"/>
                  <a:gd name="T1" fmla="*/ 26 h 20"/>
                  <a:gd name="T2" fmla="*/ 16 w 13"/>
                  <a:gd name="T3" fmla="*/ 0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20">
                    <a:moveTo>
                      <a:pt x="0" y="20"/>
                    </a:moveTo>
                    <a:cubicBezTo>
                      <a:pt x="1" y="13"/>
                      <a:pt x="11" y="8"/>
                      <a:pt x="13" y="0"/>
                    </a:cubicBezTo>
                  </a:path>
                </a:pathLst>
              </a:custGeom>
              <a:noFill/>
              <a:ln w="6350" cap="flat">
                <a:solidFill>
                  <a:srgbClr val="F7E8B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565" name="Freeform 548">
                <a:extLst>
                  <a:ext uri="{FF2B5EF4-FFF2-40B4-BE49-F238E27FC236}">
                    <a16:creationId xmlns:a16="http://schemas.microsoft.com/office/drawing/2014/main" id="{7F45A381-7479-4366-AD49-A582329824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2" y="3140"/>
                <a:ext cx="4" cy="35"/>
              </a:xfrm>
              <a:custGeom>
                <a:avLst/>
                <a:gdLst>
                  <a:gd name="T0" fmla="*/ 2 w 4"/>
                  <a:gd name="T1" fmla="*/ 0 h 33"/>
                  <a:gd name="T2" fmla="*/ 0 w 4"/>
                  <a:gd name="T3" fmla="*/ 39 h 3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33">
                    <a:moveTo>
                      <a:pt x="2" y="0"/>
                    </a:moveTo>
                    <a:cubicBezTo>
                      <a:pt x="4" y="9"/>
                      <a:pt x="0" y="22"/>
                      <a:pt x="0" y="33"/>
                    </a:cubicBezTo>
                  </a:path>
                </a:pathLst>
              </a:custGeom>
              <a:noFill/>
              <a:ln w="6350" cap="flat">
                <a:solidFill>
                  <a:srgbClr val="F7E8B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566" name="Freeform 549">
                <a:extLst>
                  <a:ext uri="{FF2B5EF4-FFF2-40B4-BE49-F238E27FC236}">
                    <a16:creationId xmlns:a16="http://schemas.microsoft.com/office/drawing/2014/main" id="{E6BCA480-3EBA-4F41-8D11-0CC93EED91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1" y="3016"/>
                <a:ext cx="29" cy="30"/>
              </a:xfrm>
              <a:custGeom>
                <a:avLst/>
                <a:gdLst>
                  <a:gd name="T0" fmla="*/ 4 w 27"/>
                  <a:gd name="T1" fmla="*/ 32 h 28"/>
                  <a:gd name="T2" fmla="*/ 32 w 27"/>
                  <a:gd name="T3" fmla="*/ 16 h 28"/>
                  <a:gd name="T4" fmla="*/ 0 w 27"/>
                  <a:gd name="T5" fmla="*/ 17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7" h="28">
                    <a:moveTo>
                      <a:pt x="4" y="26"/>
                    </a:moveTo>
                    <a:cubicBezTo>
                      <a:pt x="10" y="28"/>
                      <a:pt x="27" y="22"/>
                      <a:pt x="26" y="13"/>
                    </a:cubicBezTo>
                    <a:cubicBezTo>
                      <a:pt x="23" y="0"/>
                      <a:pt x="6" y="13"/>
                      <a:pt x="0" y="14"/>
                    </a:cubicBezTo>
                  </a:path>
                </a:pathLst>
              </a:custGeom>
              <a:noFill/>
              <a:ln w="6350" cap="flat">
                <a:solidFill>
                  <a:srgbClr val="F7E8B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567" name="Freeform 550">
                <a:extLst>
                  <a:ext uri="{FF2B5EF4-FFF2-40B4-BE49-F238E27FC236}">
                    <a16:creationId xmlns:a16="http://schemas.microsoft.com/office/drawing/2014/main" id="{264FF92D-E37C-4353-8218-DA279E46C1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0" y="3103"/>
                <a:ext cx="25" cy="26"/>
              </a:xfrm>
              <a:custGeom>
                <a:avLst/>
                <a:gdLst>
                  <a:gd name="T0" fmla="*/ 0 w 24"/>
                  <a:gd name="T1" fmla="*/ 22 h 24"/>
                  <a:gd name="T2" fmla="*/ 16 w 24"/>
                  <a:gd name="T3" fmla="*/ 17 h 24"/>
                  <a:gd name="T4" fmla="*/ 19 w 24"/>
                  <a:gd name="T5" fmla="*/ 30 h 24"/>
                  <a:gd name="T6" fmla="*/ 27 w 24"/>
                  <a:gd name="T7" fmla="*/ 13 h 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" h="24">
                    <a:moveTo>
                      <a:pt x="0" y="17"/>
                    </a:moveTo>
                    <a:cubicBezTo>
                      <a:pt x="3" y="8"/>
                      <a:pt x="12" y="0"/>
                      <a:pt x="13" y="14"/>
                    </a:cubicBezTo>
                    <a:cubicBezTo>
                      <a:pt x="14" y="18"/>
                      <a:pt x="11" y="24"/>
                      <a:pt x="16" y="24"/>
                    </a:cubicBezTo>
                    <a:cubicBezTo>
                      <a:pt x="22" y="23"/>
                      <a:pt x="23" y="13"/>
                      <a:pt x="24" y="10"/>
                    </a:cubicBezTo>
                  </a:path>
                </a:pathLst>
              </a:custGeom>
              <a:noFill/>
              <a:ln w="6350" cap="flat">
                <a:solidFill>
                  <a:srgbClr val="F7E8B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568" name="Freeform 551">
                <a:extLst>
                  <a:ext uri="{FF2B5EF4-FFF2-40B4-BE49-F238E27FC236}">
                    <a16:creationId xmlns:a16="http://schemas.microsoft.com/office/drawing/2014/main" id="{72025EC8-3336-4534-AF0E-4C4829CC22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8" y="3104"/>
                <a:ext cx="22" cy="74"/>
              </a:xfrm>
              <a:custGeom>
                <a:avLst/>
                <a:gdLst>
                  <a:gd name="T0" fmla="*/ 0 w 20"/>
                  <a:gd name="T1" fmla="*/ 0 h 69"/>
                  <a:gd name="T2" fmla="*/ 25 w 20"/>
                  <a:gd name="T3" fmla="*/ 85 h 6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69">
                    <a:moveTo>
                      <a:pt x="0" y="0"/>
                    </a:moveTo>
                    <a:cubicBezTo>
                      <a:pt x="20" y="16"/>
                      <a:pt x="19" y="47"/>
                      <a:pt x="19" y="69"/>
                    </a:cubicBezTo>
                  </a:path>
                </a:pathLst>
              </a:custGeom>
              <a:noFill/>
              <a:ln w="6350" cap="flat">
                <a:solidFill>
                  <a:srgbClr val="F7E8B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569" name="Freeform 552">
                <a:extLst>
                  <a:ext uri="{FF2B5EF4-FFF2-40B4-BE49-F238E27FC236}">
                    <a16:creationId xmlns:a16="http://schemas.microsoft.com/office/drawing/2014/main" id="{11137257-F5BA-4DF6-AD34-40FC7ADDE0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2" y="3089"/>
                <a:ext cx="8" cy="23"/>
              </a:xfrm>
              <a:custGeom>
                <a:avLst/>
                <a:gdLst>
                  <a:gd name="T0" fmla="*/ 0 w 7"/>
                  <a:gd name="T1" fmla="*/ 0 h 21"/>
                  <a:gd name="T2" fmla="*/ 10 w 7"/>
                  <a:gd name="T3" fmla="*/ 27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21">
                    <a:moveTo>
                      <a:pt x="0" y="0"/>
                    </a:moveTo>
                    <a:cubicBezTo>
                      <a:pt x="1" y="7"/>
                      <a:pt x="4" y="15"/>
                      <a:pt x="7" y="21"/>
                    </a:cubicBezTo>
                  </a:path>
                </a:pathLst>
              </a:custGeom>
              <a:noFill/>
              <a:ln w="6350" cap="flat">
                <a:solidFill>
                  <a:srgbClr val="F7E8B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570" name="Freeform 553">
                <a:extLst>
                  <a:ext uri="{FF2B5EF4-FFF2-40B4-BE49-F238E27FC236}">
                    <a16:creationId xmlns:a16="http://schemas.microsoft.com/office/drawing/2014/main" id="{28CB2C52-7EE4-4AFB-9809-43965EC66C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8" y="3025"/>
                <a:ext cx="28" cy="23"/>
              </a:xfrm>
              <a:custGeom>
                <a:avLst/>
                <a:gdLst>
                  <a:gd name="T0" fmla="*/ 0 w 27"/>
                  <a:gd name="T1" fmla="*/ 14 h 21"/>
                  <a:gd name="T2" fmla="*/ 18 w 27"/>
                  <a:gd name="T3" fmla="*/ 26 h 21"/>
                  <a:gd name="T4" fmla="*/ 0 w 27"/>
                  <a:gd name="T5" fmla="*/ 0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7" h="21">
                    <a:moveTo>
                      <a:pt x="0" y="11"/>
                    </a:moveTo>
                    <a:cubicBezTo>
                      <a:pt x="0" y="15"/>
                      <a:pt x="11" y="21"/>
                      <a:pt x="15" y="20"/>
                    </a:cubicBezTo>
                    <a:cubicBezTo>
                      <a:pt x="27" y="15"/>
                      <a:pt x="4" y="2"/>
                      <a:pt x="0" y="0"/>
                    </a:cubicBezTo>
                  </a:path>
                </a:pathLst>
              </a:custGeom>
              <a:noFill/>
              <a:ln w="6350" cap="flat">
                <a:solidFill>
                  <a:srgbClr val="F7E8B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571" name="Freeform 554">
                <a:extLst>
                  <a:ext uri="{FF2B5EF4-FFF2-40B4-BE49-F238E27FC236}">
                    <a16:creationId xmlns:a16="http://schemas.microsoft.com/office/drawing/2014/main" id="{0C74E9E1-E79B-42A8-B1A6-51E35C8643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7" y="3680"/>
                <a:ext cx="17" cy="38"/>
              </a:xfrm>
              <a:custGeom>
                <a:avLst/>
                <a:gdLst>
                  <a:gd name="T0" fmla="*/ 0 w 16"/>
                  <a:gd name="T1" fmla="*/ 0 h 35"/>
                  <a:gd name="T2" fmla="*/ 19 w 16"/>
                  <a:gd name="T3" fmla="*/ 45 h 3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35">
                    <a:moveTo>
                      <a:pt x="0" y="0"/>
                    </a:moveTo>
                    <a:cubicBezTo>
                      <a:pt x="8" y="10"/>
                      <a:pt x="16" y="21"/>
                      <a:pt x="16" y="35"/>
                    </a:cubicBezTo>
                  </a:path>
                </a:pathLst>
              </a:custGeom>
              <a:noFill/>
              <a:ln w="6350" cap="flat">
                <a:solidFill>
                  <a:srgbClr val="F7E8B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572" name="Freeform 555">
                <a:extLst>
                  <a:ext uri="{FF2B5EF4-FFF2-40B4-BE49-F238E27FC236}">
                    <a16:creationId xmlns:a16="http://schemas.microsoft.com/office/drawing/2014/main" id="{7EE5A9EE-06E5-419E-8973-8C85E31BFD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0" y="3689"/>
                <a:ext cx="12" cy="29"/>
              </a:xfrm>
              <a:custGeom>
                <a:avLst/>
                <a:gdLst>
                  <a:gd name="T0" fmla="*/ 14 w 11"/>
                  <a:gd name="T1" fmla="*/ 0 h 27"/>
                  <a:gd name="T2" fmla="*/ 0 w 11"/>
                  <a:gd name="T3" fmla="*/ 33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27">
                    <a:moveTo>
                      <a:pt x="11" y="0"/>
                    </a:moveTo>
                    <a:cubicBezTo>
                      <a:pt x="8" y="9"/>
                      <a:pt x="4" y="18"/>
                      <a:pt x="0" y="27"/>
                    </a:cubicBezTo>
                  </a:path>
                </a:pathLst>
              </a:custGeom>
              <a:noFill/>
              <a:ln w="6350" cap="flat">
                <a:solidFill>
                  <a:srgbClr val="F7E8B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573" name="Freeform 556">
                <a:extLst>
                  <a:ext uri="{FF2B5EF4-FFF2-40B4-BE49-F238E27FC236}">
                    <a16:creationId xmlns:a16="http://schemas.microsoft.com/office/drawing/2014/main" id="{E90AEBA4-E1C2-4B10-A61A-9797B3D5FB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1" y="3783"/>
                <a:ext cx="26" cy="39"/>
              </a:xfrm>
              <a:custGeom>
                <a:avLst/>
                <a:gdLst>
                  <a:gd name="T0" fmla="*/ 0 w 24"/>
                  <a:gd name="T1" fmla="*/ 14 h 37"/>
                  <a:gd name="T2" fmla="*/ 5 w 24"/>
                  <a:gd name="T3" fmla="*/ 40 h 37"/>
                  <a:gd name="T4" fmla="*/ 24 w 24"/>
                  <a:gd name="T5" fmla="*/ 0 h 3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37">
                    <a:moveTo>
                      <a:pt x="0" y="11"/>
                    </a:moveTo>
                    <a:cubicBezTo>
                      <a:pt x="1" y="19"/>
                      <a:pt x="4" y="26"/>
                      <a:pt x="5" y="34"/>
                    </a:cubicBezTo>
                    <a:cubicBezTo>
                      <a:pt x="24" y="37"/>
                      <a:pt x="19" y="14"/>
                      <a:pt x="18" y="0"/>
                    </a:cubicBezTo>
                  </a:path>
                </a:pathLst>
              </a:custGeom>
              <a:noFill/>
              <a:ln w="6350" cap="flat">
                <a:solidFill>
                  <a:srgbClr val="F7E8B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574" name="Freeform 557">
                <a:extLst>
                  <a:ext uri="{FF2B5EF4-FFF2-40B4-BE49-F238E27FC236}">
                    <a16:creationId xmlns:a16="http://schemas.microsoft.com/office/drawing/2014/main" id="{BE36699A-093C-42B8-A328-7828A1BED0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2" y="3788"/>
                <a:ext cx="33" cy="44"/>
              </a:xfrm>
              <a:custGeom>
                <a:avLst/>
                <a:gdLst>
                  <a:gd name="T0" fmla="*/ 3 w 31"/>
                  <a:gd name="T1" fmla="*/ 0 h 41"/>
                  <a:gd name="T2" fmla="*/ 16 w 31"/>
                  <a:gd name="T3" fmla="*/ 46 h 41"/>
                  <a:gd name="T4" fmla="*/ 30 w 31"/>
                  <a:gd name="T5" fmla="*/ 0 h 4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1" h="41">
                    <a:moveTo>
                      <a:pt x="3" y="0"/>
                    </a:moveTo>
                    <a:cubicBezTo>
                      <a:pt x="2" y="11"/>
                      <a:pt x="0" y="34"/>
                      <a:pt x="13" y="37"/>
                    </a:cubicBezTo>
                    <a:cubicBezTo>
                      <a:pt x="31" y="41"/>
                      <a:pt x="24" y="11"/>
                      <a:pt x="24" y="0"/>
                    </a:cubicBezTo>
                  </a:path>
                </a:pathLst>
              </a:custGeom>
              <a:noFill/>
              <a:ln w="6350" cap="flat">
                <a:solidFill>
                  <a:srgbClr val="F7E8B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575" name="Freeform 558">
                <a:extLst>
                  <a:ext uri="{FF2B5EF4-FFF2-40B4-BE49-F238E27FC236}">
                    <a16:creationId xmlns:a16="http://schemas.microsoft.com/office/drawing/2014/main" id="{67F5D438-FDB7-43D5-B977-A88D1C7FBA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1" y="3970"/>
                <a:ext cx="21" cy="8"/>
              </a:xfrm>
              <a:custGeom>
                <a:avLst/>
                <a:gdLst>
                  <a:gd name="T0" fmla="*/ 0 w 20"/>
                  <a:gd name="T1" fmla="*/ 10 h 7"/>
                  <a:gd name="T2" fmla="*/ 15 w 20"/>
                  <a:gd name="T3" fmla="*/ 1 h 7"/>
                  <a:gd name="T4" fmla="*/ 23 w 20"/>
                  <a:gd name="T5" fmla="*/ 2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7">
                    <a:moveTo>
                      <a:pt x="0" y="7"/>
                    </a:moveTo>
                    <a:cubicBezTo>
                      <a:pt x="4" y="7"/>
                      <a:pt x="7" y="2"/>
                      <a:pt x="12" y="1"/>
                    </a:cubicBezTo>
                    <a:cubicBezTo>
                      <a:pt x="14" y="1"/>
                      <a:pt x="19" y="0"/>
                      <a:pt x="20" y="2"/>
                    </a:cubicBezTo>
                  </a:path>
                </a:pathLst>
              </a:custGeom>
              <a:noFill/>
              <a:ln w="6350" cap="flat">
                <a:solidFill>
                  <a:srgbClr val="F7E8B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576" name="Freeform 559">
                <a:extLst>
                  <a:ext uri="{FF2B5EF4-FFF2-40B4-BE49-F238E27FC236}">
                    <a16:creationId xmlns:a16="http://schemas.microsoft.com/office/drawing/2014/main" id="{AE9AA3C2-E816-4379-BE16-3DBC04AEB6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0" y="3973"/>
                <a:ext cx="11" cy="7"/>
              </a:xfrm>
              <a:custGeom>
                <a:avLst/>
                <a:gdLst>
                  <a:gd name="T0" fmla="*/ 0 w 10"/>
                  <a:gd name="T1" fmla="*/ 0 h 6"/>
                  <a:gd name="T2" fmla="*/ 13 w 10"/>
                  <a:gd name="T3" fmla="*/ 9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6">
                    <a:moveTo>
                      <a:pt x="0" y="0"/>
                    </a:moveTo>
                    <a:cubicBezTo>
                      <a:pt x="4" y="1"/>
                      <a:pt x="7" y="4"/>
                      <a:pt x="10" y="6"/>
                    </a:cubicBezTo>
                  </a:path>
                </a:pathLst>
              </a:custGeom>
              <a:noFill/>
              <a:ln w="6350" cap="flat">
                <a:solidFill>
                  <a:srgbClr val="F7E8B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577" name="Freeform 560">
                <a:extLst>
                  <a:ext uri="{FF2B5EF4-FFF2-40B4-BE49-F238E27FC236}">
                    <a16:creationId xmlns:a16="http://schemas.microsoft.com/office/drawing/2014/main" id="{DB761F44-31EA-4FB2-818F-03257E7C70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5" y="3957"/>
                <a:ext cx="14" cy="12"/>
              </a:xfrm>
              <a:custGeom>
                <a:avLst/>
                <a:gdLst>
                  <a:gd name="T0" fmla="*/ 6 w 13"/>
                  <a:gd name="T1" fmla="*/ 14 h 11"/>
                  <a:gd name="T2" fmla="*/ 2 w 13"/>
                  <a:gd name="T3" fmla="*/ 3 h 11"/>
                  <a:gd name="T4" fmla="*/ 16 w 13"/>
                  <a:gd name="T5" fmla="*/ 10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1">
                    <a:moveTo>
                      <a:pt x="6" y="11"/>
                    </a:moveTo>
                    <a:cubicBezTo>
                      <a:pt x="4" y="10"/>
                      <a:pt x="0" y="5"/>
                      <a:pt x="2" y="3"/>
                    </a:cubicBezTo>
                    <a:cubicBezTo>
                      <a:pt x="4" y="0"/>
                      <a:pt x="11" y="6"/>
                      <a:pt x="13" y="7"/>
                    </a:cubicBezTo>
                  </a:path>
                </a:pathLst>
              </a:custGeom>
              <a:noFill/>
              <a:ln w="6350" cap="flat">
                <a:solidFill>
                  <a:srgbClr val="F7E8B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578" name="Freeform 561">
                <a:extLst>
                  <a:ext uri="{FF2B5EF4-FFF2-40B4-BE49-F238E27FC236}">
                    <a16:creationId xmlns:a16="http://schemas.microsoft.com/office/drawing/2014/main" id="{69F33793-9BE9-4C4D-A66C-82FECB9E53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9" y="3968"/>
                <a:ext cx="25" cy="12"/>
              </a:xfrm>
              <a:custGeom>
                <a:avLst/>
                <a:gdLst>
                  <a:gd name="T0" fmla="*/ 0 w 24"/>
                  <a:gd name="T1" fmla="*/ 2 h 11"/>
                  <a:gd name="T2" fmla="*/ 27 w 24"/>
                  <a:gd name="T3" fmla="*/ 14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11">
                    <a:moveTo>
                      <a:pt x="0" y="2"/>
                    </a:moveTo>
                    <a:cubicBezTo>
                      <a:pt x="8" y="0"/>
                      <a:pt x="18" y="6"/>
                      <a:pt x="24" y="11"/>
                    </a:cubicBezTo>
                  </a:path>
                </a:pathLst>
              </a:custGeom>
              <a:noFill/>
              <a:ln w="6350" cap="flat">
                <a:solidFill>
                  <a:srgbClr val="F7E8B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579" name="Freeform 562">
                <a:extLst>
                  <a:ext uri="{FF2B5EF4-FFF2-40B4-BE49-F238E27FC236}">
                    <a16:creationId xmlns:a16="http://schemas.microsoft.com/office/drawing/2014/main" id="{E79A910A-0BA9-446B-92AD-6171EA012C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6" y="3973"/>
                <a:ext cx="7" cy="5"/>
              </a:xfrm>
              <a:custGeom>
                <a:avLst/>
                <a:gdLst>
                  <a:gd name="T0" fmla="*/ 0 w 7"/>
                  <a:gd name="T1" fmla="*/ 8 h 4"/>
                  <a:gd name="T2" fmla="*/ 7 w 7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4">
                    <a:moveTo>
                      <a:pt x="0" y="4"/>
                    </a:moveTo>
                    <a:cubicBezTo>
                      <a:pt x="3" y="3"/>
                      <a:pt x="6" y="2"/>
                      <a:pt x="7" y="0"/>
                    </a:cubicBezTo>
                  </a:path>
                </a:pathLst>
              </a:custGeom>
              <a:noFill/>
              <a:ln w="6350" cap="flat">
                <a:solidFill>
                  <a:srgbClr val="F7E8B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580" name="Freeform 563">
                <a:extLst>
                  <a:ext uri="{FF2B5EF4-FFF2-40B4-BE49-F238E27FC236}">
                    <a16:creationId xmlns:a16="http://schemas.microsoft.com/office/drawing/2014/main" id="{0196E66F-AD05-443D-AD85-9E323E64D6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6" y="3954"/>
                <a:ext cx="14" cy="21"/>
              </a:xfrm>
              <a:custGeom>
                <a:avLst/>
                <a:gdLst>
                  <a:gd name="T0" fmla="*/ 0 w 13"/>
                  <a:gd name="T1" fmla="*/ 12 h 19"/>
                  <a:gd name="T2" fmla="*/ 13 w 13"/>
                  <a:gd name="T3" fmla="*/ 4 h 19"/>
                  <a:gd name="T4" fmla="*/ 10 w 13"/>
                  <a:gd name="T5" fmla="*/ 25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9">
                    <a:moveTo>
                      <a:pt x="0" y="9"/>
                    </a:moveTo>
                    <a:cubicBezTo>
                      <a:pt x="2" y="9"/>
                      <a:pt x="5" y="0"/>
                      <a:pt x="10" y="4"/>
                    </a:cubicBezTo>
                    <a:cubicBezTo>
                      <a:pt x="13" y="7"/>
                      <a:pt x="8" y="15"/>
                      <a:pt x="7" y="19"/>
                    </a:cubicBezTo>
                  </a:path>
                </a:pathLst>
              </a:custGeom>
              <a:noFill/>
              <a:ln w="6350" cap="flat">
                <a:solidFill>
                  <a:srgbClr val="F7E8B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581" name="Freeform 564">
                <a:extLst>
                  <a:ext uri="{FF2B5EF4-FFF2-40B4-BE49-F238E27FC236}">
                    <a16:creationId xmlns:a16="http://schemas.microsoft.com/office/drawing/2014/main" id="{981595C4-71BE-4D88-9FF3-B80344EC85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6" y="2377"/>
                <a:ext cx="6" cy="23"/>
              </a:xfrm>
              <a:custGeom>
                <a:avLst/>
                <a:gdLst>
                  <a:gd name="T0" fmla="*/ 0 w 6"/>
                  <a:gd name="T1" fmla="*/ 0 h 21"/>
                  <a:gd name="T2" fmla="*/ 6 w 6"/>
                  <a:gd name="T3" fmla="*/ 27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21">
                    <a:moveTo>
                      <a:pt x="0" y="0"/>
                    </a:moveTo>
                    <a:cubicBezTo>
                      <a:pt x="1" y="7"/>
                      <a:pt x="4" y="14"/>
                      <a:pt x="6" y="21"/>
                    </a:cubicBezTo>
                  </a:path>
                </a:pathLst>
              </a:custGeom>
              <a:noFill/>
              <a:ln w="6350" cap="flat">
                <a:solidFill>
                  <a:srgbClr val="F7E8B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582" name="Freeform 565">
                <a:extLst>
                  <a:ext uri="{FF2B5EF4-FFF2-40B4-BE49-F238E27FC236}">
                    <a16:creationId xmlns:a16="http://schemas.microsoft.com/office/drawing/2014/main" id="{EB605225-8096-42E2-92DD-F4D9F69E3B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4" y="2359"/>
                <a:ext cx="9" cy="23"/>
              </a:xfrm>
              <a:custGeom>
                <a:avLst/>
                <a:gdLst>
                  <a:gd name="T0" fmla="*/ 0 w 9"/>
                  <a:gd name="T1" fmla="*/ 0 h 22"/>
                  <a:gd name="T2" fmla="*/ 9 w 9"/>
                  <a:gd name="T3" fmla="*/ 25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22">
                    <a:moveTo>
                      <a:pt x="0" y="0"/>
                    </a:moveTo>
                    <a:cubicBezTo>
                      <a:pt x="4" y="8"/>
                      <a:pt x="7" y="15"/>
                      <a:pt x="9" y="22"/>
                    </a:cubicBezTo>
                  </a:path>
                </a:pathLst>
              </a:custGeom>
              <a:noFill/>
              <a:ln w="6350" cap="flat">
                <a:solidFill>
                  <a:srgbClr val="F7E8B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583" name="Freeform 566">
                <a:extLst>
                  <a:ext uri="{FF2B5EF4-FFF2-40B4-BE49-F238E27FC236}">
                    <a16:creationId xmlns:a16="http://schemas.microsoft.com/office/drawing/2014/main" id="{45C364AD-7292-4AE2-B41A-D7D9A1013F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6" y="2191"/>
                <a:ext cx="15" cy="20"/>
              </a:xfrm>
              <a:custGeom>
                <a:avLst/>
                <a:gdLst>
                  <a:gd name="T0" fmla="*/ 4 w 14"/>
                  <a:gd name="T1" fmla="*/ 0 h 19"/>
                  <a:gd name="T2" fmla="*/ 6 w 14"/>
                  <a:gd name="T3" fmla="*/ 20 h 19"/>
                  <a:gd name="T4" fmla="*/ 17 w 14"/>
                  <a:gd name="T5" fmla="*/ 2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9">
                    <a:moveTo>
                      <a:pt x="4" y="0"/>
                    </a:moveTo>
                    <a:cubicBezTo>
                      <a:pt x="2" y="4"/>
                      <a:pt x="0" y="15"/>
                      <a:pt x="6" y="17"/>
                    </a:cubicBezTo>
                    <a:cubicBezTo>
                      <a:pt x="13" y="19"/>
                      <a:pt x="12" y="6"/>
                      <a:pt x="14" y="2"/>
                    </a:cubicBezTo>
                  </a:path>
                </a:pathLst>
              </a:custGeom>
              <a:noFill/>
              <a:ln w="6350" cap="flat">
                <a:solidFill>
                  <a:srgbClr val="F7E8B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584" name="Freeform 567">
                <a:extLst>
                  <a:ext uri="{FF2B5EF4-FFF2-40B4-BE49-F238E27FC236}">
                    <a16:creationId xmlns:a16="http://schemas.microsoft.com/office/drawing/2014/main" id="{1A51DF8D-2950-4C37-953B-745090637D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3" y="1934"/>
                <a:ext cx="39" cy="34"/>
              </a:xfrm>
              <a:custGeom>
                <a:avLst/>
                <a:gdLst>
                  <a:gd name="T0" fmla="*/ 12 w 36"/>
                  <a:gd name="T1" fmla="*/ 36 h 32"/>
                  <a:gd name="T2" fmla="*/ 22 w 36"/>
                  <a:gd name="T3" fmla="*/ 19 h 32"/>
                  <a:gd name="T4" fmla="*/ 40 w 36"/>
                  <a:gd name="T5" fmla="*/ 31 h 32"/>
                  <a:gd name="T6" fmla="*/ 37 w 36"/>
                  <a:gd name="T7" fmla="*/ 4 h 3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6" h="32">
                    <a:moveTo>
                      <a:pt x="9" y="30"/>
                    </a:moveTo>
                    <a:cubicBezTo>
                      <a:pt x="0" y="17"/>
                      <a:pt x="1" y="0"/>
                      <a:pt x="17" y="16"/>
                    </a:cubicBezTo>
                    <a:cubicBezTo>
                      <a:pt x="22" y="21"/>
                      <a:pt x="24" y="32"/>
                      <a:pt x="31" y="25"/>
                    </a:cubicBezTo>
                    <a:cubicBezTo>
                      <a:pt x="36" y="21"/>
                      <a:pt x="32" y="8"/>
                      <a:pt x="29" y="4"/>
                    </a:cubicBezTo>
                  </a:path>
                </a:pathLst>
              </a:custGeom>
              <a:noFill/>
              <a:ln w="6350" cap="flat">
                <a:solidFill>
                  <a:srgbClr val="F7E8B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585" name="Freeform 568">
                <a:extLst>
                  <a:ext uri="{FF2B5EF4-FFF2-40B4-BE49-F238E27FC236}">
                    <a16:creationId xmlns:a16="http://schemas.microsoft.com/office/drawing/2014/main" id="{A7EC00FE-0D62-484A-8C89-2560573443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4" y="1872"/>
                <a:ext cx="4" cy="28"/>
              </a:xfrm>
              <a:custGeom>
                <a:avLst/>
                <a:gdLst>
                  <a:gd name="T0" fmla="*/ 0 w 4"/>
                  <a:gd name="T1" fmla="*/ 0 h 27"/>
                  <a:gd name="T2" fmla="*/ 4 w 4"/>
                  <a:gd name="T3" fmla="*/ 30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7">
                    <a:moveTo>
                      <a:pt x="0" y="0"/>
                    </a:moveTo>
                    <a:cubicBezTo>
                      <a:pt x="1" y="9"/>
                      <a:pt x="4" y="18"/>
                      <a:pt x="4" y="27"/>
                    </a:cubicBezTo>
                  </a:path>
                </a:pathLst>
              </a:custGeom>
              <a:noFill/>
              <a:ln w="6350" cap="flat">
                <a:solidFill>
                  <a:srgbClr val="F7E8B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586" name="Freeform 569">
                <a:extLst>
                  <a:ext uri="{FF2B5EF4-FFF2-40B4-BE49-F238E27FC236}">
                    <a16:creationId xmlns:a16="http://schemas.microsoft.com/office/drawing/2014/main" id="{D9CFFC28-AE63-4E20-BDBE-BAB0754C53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3" y="1839"/>
                <a:ext cx="22" cy="22"/>
              </a:xfrm>
              <a:custGeom>
                <a:avLst/>
                <a:gdLst>
                  <a:gd name="T0" fmla="*/ 16 w 21"/>
                  <a:gd name="T1" fmla="*/ 24 h 21"/>
                  <a:gd name="T2" fmla="*/ 6 w 21"/>
                  <a:gd name="T3" fmla="*/ 0 h 21"/>
                  <a:gd name="T4" fmla="*/ 24 w 21"/>
                  <a:gd name="T5" fmla="*/ 21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21">
                    <a:moveTo>
                      <a:pt x="13" y="21"/>
                    </a:moveTo>
                    <a:cubicBezTo>
                      <a:pt x="5" y="20"/>
                      <a:pt x="0" y="7"/>
                      <a:pt x="6" y="0"/>
                    </a:cubicBezTo>
                    <a:cubicBezTo>
                      <a:pt x="13" y="3"/>
                      <a:pt x="18" y="11"/>
                      <a:pt x="21" y="18"/>
                    </a:cubicBezTo>
                  </a:path>
                </a:pathLst>
              </a:custGeom>
              <a:noFill/>
              <a:ln w="6350" cap="flat">
                <a:solidFill>
                  <a:srgbClr val="F7E8B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587" name="Freeform 570">
                <a:extLst>
                  <a:ext uri="{FF2B5EF4-FFF2-40B4-BE49-F238E27FC236}">
                    <a16:creationId xmlns:a16="http://schemas.microsoft.com/office/drawing/2014/main" id="{6C47D861-6656-4116-9BB3-6D5568F91E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1" y="1605"/>
                <a:ext cx="13" cy="21"/>
              </a:xfrm>
              <a:custGeom>
                <a:avLst/>
                <a:gdLst>
                  <a:gd name="T0" fmla="*/ 1 w 12"/>
                  <a:gd name="T1" fmla="*/ 15 h 20"/>
                  <a:gd name="T2" fmla="*/ 4 w 12"/>
                  <a:gd name="T3" fmla="*/ 0 h 20"/>
                  <a:gd name="T4" fmla="*/ 12 w 12"/>
                  <a:gd name="T5" fmla="*/ 23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20">
                    <a:moveTo>
                      <a:pt x="1" y="12"/>
                    </a:moveTo>
                    <a:cubicBezTo>
                      <a:pt x="0" y="8"/>
                      <a:pt x="2" y="4"/>
                      <a:pt x="4" y="0"/>
                    </a:cubicBezTo>
                    <a:cubicBezTo>
                      <a:pt x="12" y="1"/>
                      <a:pt x="9" y="16"/>
                      <a:pt x="9" y="20"/>
                    </a:cubicBezTo>
                  </a:path>
                </a:pathLst>
              </a:custGeom>
              <a:noFill/>
              <a:ln w="6350" cap="flat">
                <a:solidFill>
                  <a:srgbClr val="F7E8B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588" name="Freeform 571">
                <a:extLst>
                  <a:ext uri="{FF2B5EF4-FFF2-40B4-BE49-F238E27FC236}">
                    <a16:creationId xmlns:a16="http://schemas.microsoft.com/office/drawing/2014/main" id="{53C7CA37-7691-439A-9C54-941369CC45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6" y="1551"/>
                <a:ext cx="36" cy="30"/>
              </a:xfrm>
              <a:custGeom>
                <a:avLst/>
                <a:gdLst>
                  <a:gd name="T0" fmla="*/ 43 w 33"/>
                  <a:gd name="T1" fmla="*/ 19 h 28"/>
                  <a:gd name="T2" fmla="*/ 24 w 33"/>
                  <a:gd name="T3" fmla="*/ 0 h 28"/>
                  <a:gd name="T4" fmla="*/ 24 w 33"/>
                  <a:gd name="T5" fmla="*/ 34 h 28"/>
                  <a:gd name="T6" fmla="*/ 0 w 33"/>
                  <a:gd name="T7" fmla="*/ 10 h 2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" h="28">
                    <a:moveTo>
                      <a:pt x="33" y="16"/>
                    </a:moveTo>
                    <a:cubicBezTo>
                      <a:pt x="26" y="14"/>
                      <a:pt x="22" y="6"/>
                      <a:pt x="18" y="0"/>
                    </a:cubicBezTo>
                    <a:cubicBezTo>
                      <a:pt x="11" y="6"/>
                      <a:pt x="19" y="19"/>
                      <a:pt x="18" y="28"/>
                    </a:cubicBezTo>
                    <a:cubicBezTo>
                      <a:pt x="11" y="25"/>
                      <a:pt x="5" y="14"/>
                      <a:pt x="0" y="7"/>
                    </a:cubicBezTo>
                  </a:path>
                </a:pathLst>
              </a:custGeom>
              <a:noFill/>
              <a:ln w="6350" cap="flat">
                <a:solidFill>
                  <a:srgbClr val="F7E8B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589" name="Freeform 572">
                <a:extLst>
                  <a:ext uri="{FF2B5EF4-FFF2-40B4-BE49-F238E27FC236}">
                    <a16:creationId xmlns:a16="http://schemas.microsoft.com/office/drawing/2014/main" id="{49AA9DBE-D8FF-4E6B-B893-4AAF413249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6" y="1489"/>
                <a:ext cx="16" cy="4"/>
              </a:xfrm>
              <a:custGeom>
                <a:avLst/>
                <a:gdLst>
                  <a:gd name="T0" fmla="*/ 0 w 15"/>
                  <a:gd name="T1" fmla="*/ 4 h 4"/>
                  <a:gd name="T2" fmla="*/ 18 w 15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4">
                    <a:moveTo>
                      <a:pt x="0" y="4"/>
                    </a:moveTo>
                    <a:cubicBezTo>
                      <a:pt x="5" y="3"/>
                      <a:pt x="10" y="1"/>
                      <a:pt x="15" y="0"/>
                    </a:cubicBezTo>
                  </a:path>
                </a:pathLst>
              </a:custGeom>
              <a:noFill/>
              <a:ln w="6350" cap="flat">
                <a:solidFill>
                  <a:srgbClr val="F7E8B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590" name="Freeform 573">
                <a:extLst>
                  <a:ext uri="{FF2B5EF4-FFF2-40B4-BE49-F238E27FC236}">
                    <a16:creationId xmlns:a16="http://schemas.microsoft.com/office/drawing/2014/main" id="{D17BF363-1E5C-412E-BDB9-8F132494D5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4" y="1646"/>
                <a:ext cx="16" cy="17"/>
              </a:xfrm>
              <a:custGeom>
                <a:avLst/>
                <a:gdLst>
                  <a:gd name="T0" fmla="*/ 0 w 15"/>
                  <a:gd name="T1" fmla="*/ 0 h 16"/>
                  <a:gd name="T2" fmla="*/ 18 w 15"/>
                  <a:gd name="T3" fmla="*/ 19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16">
                    <a:moveTo>
                      <a:pt x="0" y="0"/>
                    </a:moveTo>
                    <a:cubicBezTo>
                      <a:pt x="4" y="6"/>
                      <a:pt x="10" y="12"/>
                      <a:pt x="15" y="16"/>
                    </a:cubicBezTo>
                  </a:path>
                </a:pathLst>
              </a:custGeom>
              <a:noFill/>
              <a:ln w="6350" cap="flat">
                <a:solidFill>
                  <a:srgbClr val="F7E8B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591" name="Freeform 574">
                <a:extLst>
                  <a:ext uri="{FF2B5EF4-FFF2-40B4-BE49-F238E27FC236}">
                    <a16:creationId xmlns:a16="http://schemas.microsoft.com/office/drawing/2014/main" id="{7D0244CF-5D31-4D0D-9DDF-4F6D0C6EF0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8" y="1719"/>
                <a:ext cx="24" cy="22"/>
              </a:xfrm>
              <a:custGeom>
                <a:avLst/>
                <a:gdLst>
                  <a:gd name="T0" fmla="*/ 1 w 22"/>
                  <a:gd name="T1" fmla="*/ 10 h 20"/>
                  <a:gd name="T2" fmla="*/ 1 w 22"/>
                  <a:gd name="T3" fmla="*/ 3 h 20"/>
                  <a:gd name="T4" fmla="*/ 21 w 22"/>
                  <a:gd name="T5" fmla="*/ 1 h 20"/>
                  <a:gd name="T6" fmla="*/ 4 w 22"/>
                  <a:gd name="T7" fmla="*/ 17 h 20"/>
                  <a:gd name="T8" fmla="*/ 28 w 22"/>
                  <a:gd name="T9" fmla="*/ 21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20">
                    <a:moveTo>
                      <a:pt x="1" y="7"/>
                    </a:moveTo>
                    <a:cubicBezTo>
                      <a:pt x="0" y="6"/>
                      <a:pt x="1" y="4"/>
                      <a:pt x="1" y="3"/>
                    </a:cubicBezTo>
                    <a:cubicBezTo>
                      <a:pt x="6" y="2"/>
                      <a:pt x="11" y="0"/>
                      <a:pt x="16" y="1"/>
                    </a:cubicBezTo>
                    <a:cubicBezTo>
                      <a:pt x="16" y="8"/>
                      <a:pt x="8" y="8"/>
                      <a:pt x="4" y="13"/>
                    </a:cubicBezTo>
                    <a:cubicBezTo>
                      <a:pt x="7" y="20"/>
                      <a:pt x="15" y="16"/>
                      <a:pt x="22" y="15"/>
                    </a:cubicBezTo>
                  </a:path>
                </a:pathLst>
              </a:custGeom>
              <a:noFill/>
              <a:ln w="6350" cap="flat">
                <a:solidFill>
                  <a:srgbClr val="F7E8B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592" name="Freeform 575">
                <a:extLst>
                  <a:ext uri="{FF2B5EF4-FFF2-40B4-BE49-F238E27FC236}">
                    <a16:creationId xmlns:a16="http://schemas.microsoft.com/office/drawing/2014/main" id="{F7592648-77FD-44F4-BCDC-59AB61B3C3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4" y="1850"/>
                <a:ext cx="39" cy="60"/>
              </a:xfrm>
              <a:custGeom>
                <a:avLst/>
                <a:gdLst>
                  <a:gd name="T0" fmla="*/ 1 w 36"/>
                  <a:gd name="T1" fmla="*/ 14 h 56"/>
                  <a:gd name="T2" fmla="*/ 18 w 36"/>
                  <a:gd name="T3" fmla="*/ 14 h 56"/>
                  <a:gd name="T4" fmla="*/ 1 w 36"/>
                  <a:gd name="T5" fmla="*/ 44 h 56"/>
                  <a:gd name="T6" fmla="*/ 31 w 36"/>
                  <a:gd name="T7" fmla="*/ 31 h 56"/>
                  <a:gd name="T8" fmla="*/ 30 w 36"/>
                  <a:gd name="T9" fmla="*/ 69 h 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" h="56">
                    <a:moveTo>
                      <a:pt x="1" y="11"/>
                    </a:moveTo>
                    <a:cubicBezTo>
                      <a:pt x="5" y="7"/>
                      <a:pt x="16" y="0"/>
                      <a:pt x="15" y="11"/>
                    </a:cubicBezTo>
                    <a:cubicBezTo>
                      <a:pt x="15" y="20"/>
                      <a:pt x="0" y="24"/>
                      <a:pt x="1" y="35"/>
                    </a:cubicBezTo>
                    <a:cubicBezTo>
                      <a:pt x="12" y="38"/>
                      <a:pt x="17" y="22"/>
                      <a:pt x="25" y="25"/>
                    </a:cubicBezTo>
                    <a:cubicBezTo>
                      <a:pt x="36" y="29"/>
                      <a:pt x="25" y="50"/>
                      <a:pt x="24" y="56"/>
                    </a:cubicBezTo>
                  </a:path>
                </a:pathLst>
              </a:custGeom>
              <a:noFill/>
              <a:ln w="6350" cap="flat">
                <a:solidFill>
                  <a:srgbClr val="F7E8B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593" name="Freeform 576">
                <a:extLst>
                  <a:ext uri="{FF2B5EF4-FFF2-40B4-BE49-F238E27FC236}">
                    <a16:creationId xmlns:a16="http://schemas.microsoft.com/office/drawing/2014/main" id="{7C34E283-3F3A-40E9-8112-6DF509707F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5" y="1857"/>
                <a:ext cx="24" cy="18"/>
              </a:xfrm>
              <a:custGeom>
                <a:avLst/>
                <a:gdLst>
                  <a:gd name="T0" fmla="*/ 28 w 22"/>
                  <a:gd name="T1" fmla="*/ 12 h 17"/>
                  <a:gd name="T2" fmla="*/ 10 w 22"/>
                  <a:gd name="T3" fmla="*/ 0 h 17"/>
                  <a:gd name="T4" fmla="*/ 28 w 22"/>
                  <a:gd name="T5" fmla="*/ 20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17">
                    <a:moveTo>
                      <a:pt x="22" y="9"/>
                    </a:moveTo>
                    <a:cubicBezTo>
                      <a:pt x="18" y="4"/>
                      <a:pt x="13" y="0"/>
                      <a:pt x="7" y="0"/>
                    </a:cubicBezTo>
                    <a:cubicBezTo>
                      <a:pt x="0" y="12"/>
                      <a:pt x="15" y="14"/>
                      <a:pt x="22" y="17"/>
                    </a:cubicBezTo>
                  </a:path>
                </a:pathLst>
              </a:custGeom>
              <a:noFill/>
              <a:ln w="6350" cap="flat">
                <a:solidFill>
                  <a:srgbClr val="F7E8B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594" name="Freeform 577">
                <a:extLst>
                  <a:ext uri="{FF2B5EF4-FFF2-40B4-BE49-F238E27FC236}">
                    <a16:creationId xmlns:a16="http://schemas.microsoft.com/office/drawing/2014/main" id="{D7172C50-F088-41D5-8A40-5EFA41D7B8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5" y="1200"/>
                <a:ext cx="12" cy="14"/>
              </a:xfrm>
              <a:custGeom>
                <a:avLst/>
                <a:gdLst>
                  <a:gd name="T0" fmla="*/ 0 w 11"/>
                  <a:gd name="T1" fmla="*/ 16 h 13"/>
                  <a:gd name="T2" fmla="*/ 14 w 11"/>
                  <a:gd name="T3" fmla="*/ 0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13">
                    <a:moveTo>
                      <a:pt x="0" y="13"/>
                    </a:moveTo>
                    <a:cubicBezTo>
                      <a:pt x="0" y="10"/>
                      <a:pt x="9" y="3"/>
                      <a:pt x="11" y="0"/>
                    </a:cubicBezTo>
                  </a:path>
                </a:pathLst>
              </a:custGeom>
              <a:noFill/>
              <a:ln w="6350" cap="flat">
                <a:solidFill>
                  <a:srgbClr val="F7E8B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595" name="Freeform 578">
                <a:extLst>
                  <a:ext uri="{FF2B5EF4-FFF2-40B4-BE49-F238E27FC236}">
                    <a16:creationId xmlns:a16="http://schemas.microsoft.com/office/drawing/2014/main" id="{449A1962-02BE-40EF-A1CB-3794B93465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5" y="1238"/>
                <a:ext cx="2" cy="16"/>
              </a:xfrm>
              <a:custGeom>
                <a:avLst/>
                <a:gdLst>
                  <a:gd name="T0" fmla="*/ 1 w 2"/>
                  <a:gd name="T1" fmla="*/ 0 h 15"/>
                  <a:gd name="T2" fmla="*/ 2 w 2"/>
                  <a:gd name="T3" fmla="*/ 18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5">
                    <a:moveTo>
                      <a:pt x="1" y="0"/>
                    </a:moveTo>
                    <a:cubicBezTo>
                      <a:pt x="1" y="5"/>
                      <a:pt x="0" y="11"/>
                      <a:pt x="2" y="15"/>
                    </a:cubicBezTo>
                  </a:path>
                </a:pathLst>
              </a:custGeom>
              <a:noFill/>
              <a:ln w="6350" cap="flat">
                <a:solidFill>
                  <a:srgbClr val="F7E8B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596" name="Freeform 579">
                <a:extLst>
                  <a:ext uri="{FF2B5EF4-FFF2-40B4-BE49-F238E27FC236}">
                    <a16:creationId xmlns:a16="http://schemas.microsoft.com/office/drawing/2014/main" id="{5536DB60-603A-4234-B3BC-B571B19E0D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0" y="2200"/>
                <a:ext cx="28" cy="40"/>
              </a:xfrm>
              <a:custGeom>
                <a:avLst/>
                <a:gdLst>
                  <a:gd name="T0" fmla="*/ 32 w 26"/>
                  <a:gd name="T1" fmla="*/ 15 h 37"/>
                  <a:gd name="T2" fmla="*/ 13 w 26"/>
                  <a:gd name="T3" fmla="*/ 4 h 37"/>
                  <a:gd name="T4" fmla="*/ 29 w 26"/>
                  <a:gd name="T5" fmla="*/ 31 h 37"/>
                  <a:gd name="T6" fmla="*/ 0 w 26"/>
                  <a:gd name="T7" fmla="*/ 46 h 3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37">
                    <a:moveTo>
                      <a:pt x="26" y="12"/>
                    </a:moveTo>
                    <a:cubicBezTo>
                      <a:pt x="21" y="8"/>
                      <a:pt x="17" y="0"/>
                      <a:pt x="10" y="4"/>
                    </a:cubicBezTo>
                    <a:cubicBezTo>
                      <a:pt x="7" y="17"/>
                      <a:pt x="21" y="17"/>
                      <a:pt x="23" y="25"/>
                    </a:cubicBezTo>
                    <a:cubicBezTo>
                      <a:pt x="25" y="36"/>
                      <a:pt x="8" y="37"/>
                      <a:pt x="0" y="37"/>
                    </a:cubicBezTo>
                  </a:path>
                </a:pathLst>
              </a:custGeom>
              <a:noFill/>
              <a:ln w="6350" cap="flat">
                <a:solidFill>
                  <a:srgbClr val="F7E8B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597" name="Freeform 580">
                <a:extLst>
                  <a:ext uri="{FF2B5EF4-FFF2-40B4-BE49-F238E27FC236}">
                    <a16:creationId xmlns:a16="http://schemas.microsoft.com/office/drawing/2014/main" id="{1976E557-6323-43A2-BA65-7D146CE560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6" y="2274"/>
                <a:ext cx="20" cy="11"/>
              </a:xfrm>
              <a:custGeom>
                <a:avLst/>
                <a:gdLst>
                  <a:gd name="T0" fmla="*/ 0 w 19"/>
                  <a:gd name="T1" fmla="*/ 0 h 11"/>
                  <a:gd name="T2" fmla="*/ 22 w 19"/>
                  <a:gd name="T3" fmla="*/ 11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11">
                    <a:moveTo>
                      <a:pt x="0" y="0"/>
                    </a:moveTo>
                    <a:cubicBezTo>
                      <a:pt x="7" y="3"/>
                      <a:pt x="14" y="7"/>
                      <a:pt x="19" y="11"/>
                    </a:cubicBezTo>
                  </a:path>
                </a:pathLst>
              </a:custGeom>
              <a:noFill/>
              <a:ln w="6350" cap="flat">
                <a:solidFill>
                  <a:srgbClr val="F7E8B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598" name="Freeform 581">
                <a:extLst>
                  <a:ext uri="{FF2B5EF4-FFF2-40B4-BE49-F238E27FC236}">
                    <a16:creationId xmlns:a16="http://schemas.microsoft.com/office/drawing/2014/main" id="{EAFB8C90-F5A6-4BD5-AA01-CF28AE688D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0" y="2520"/>
                <a:ext cx="14" cy="4"/>
              </a:xfrm>
              <a:custGeom>
                <a:avLst/>
                <a:gdLst>
                  <a:gd name="T0" fmla="*/ 0 w 13"/>
                  <a:gd name="T1" fmla="*/ 0 h 4"/>
                  <a:gd name="T2" fmla="*/ 16 w 13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4">
                    <a:moveTo>
                      <a:pt x="0" y="0"/>
                    </a:moveTo>
                    <a:cubicBezTo>
                      <a:pt x="3" y="4"/>
                      <a:pt x="9" y="0"/>
                      <a:pt x="13" y="0"/>
                    </a:cubicBezTo>
                  </a:path>
                </a:pathLst>
              </a:custGeom>
              <a:noFill/>
              <a:ln w="6350" cap="flat">
                <a:solidFill>
                  <a:srgbClr val="F7E8B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599" name="Freeform 582">
                <a:extLst>
                  <a:ext uri="{FF2B5EF4-FFF2-40B4-BE49-F238E27FC236}">
                    <a16:creationId xmlns:a16="http://schemas.microsoft.com/office/drawing/2014/main" id="{194C4E23-5F21-43AF-9AD7-D6CDF399FA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0" y="1801"/>
                <a:ext cx="367" cy="139"/>
              </a:xfrm>
              <a:custGeom>
                <a:avLst/>
                <a:gdLst>
                  <a:gd name="T0" fmla="*/ 57 w 344"/>
                  <a:gd name="T1" fmla="*/ 4 h 130"/>
                  <a:gd name="T2" fmla="*/ 85 w 344"/>
                  <a:gd name="T3" fmla="*/ 0 h 130"/>
                  <a:gd name="T4" fmla="*/ 112 w 344"/>
                  <a:gd name="T5" fmla="*/ 24 h 130"/>
                  <a:gd name="T6" fmla="*/ 147 w 344"/>
                  <a:gd name="T7" fmla="*/ 57 h 130"/>
                  <a:gd name="T8" fmla="*/ 225 w 344"/>
                  <a:gd name="T9" fmla="*/ 106 h 130"/>
                  <a:gd name="T10" fmla="*/ 317 w 344"/>
                  <a:gd name="T11" fmla="*/ 134 h 130"/>
                  <a:gd name="T12" fmla="*/ 367 w 344"/>
                  <a:gd name="T13" fmla="*/ 143 h 130"/>
                  <a:gd name="T14" fmla="*/ 418 w 344"/>
                  <a:gd name="T15" fmla="*/ 152 h 130"/>
                  <a:gd name="T16" fmla="*/ 338 w 344"/>
                  <a:gd name="T17" fmla="*/ 151 h 130"/>
                  <a:gd name="T18" fmla="*/ 223 w 344"/>
                  <a:gd name="T19" fmla="*/ 129 h 130"/>
                  <a:gd name="T20" fmla="*/ 112 w 344"/>
                  <a:gd name="T21" fmla="*/ 72 h 130"/>
                  <a:gd name="T22" fmla="*/ 74 w 344"/>
                  <a:gd name="T23" fmla="*/ 38 h 130"/>
                  <a:gd name="T24" fmla="*/ 34 w 344"/>
                  <a:gd name="T25" fmla="*/ 68 h 130"/>
                  <a:gd name="T26" fmla="*/ 0 w 344"/>
                  <a:gd name="T27" fmla="*/ 95 h 130"/>
                  <a:gd name="T28" fmla="*/ 34 w 344"/>
                  <a:gd name="T29" fmla="*/ 44 h 130"/>
                  <a:gd name="T30" fmla="*/ 61 w 344"/>
                  <a:gd name="T31" fmla="*/ 11 h 130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344" h="130">
                    <a:moveTo>
                      <a:pt x="47" y="4"/>
                    </a:moveTo>
                    <a:cubicBezTo>
                      <a:pt x="54" y="4"/>
                      <a:pt x="67" y="7"/>
                      <a:pt x="70" y="0"/>
                    </a:cubicBezTo>
                    <a:cubicBezTo>
                      <a:pt x="79" y="1"/>
                      <a:pt x="86" y="14"/>
                      <a:pt x="92" y="20"/>
                    </a:cubicBezTo>
                    <a:cubicBezTo>
                      <a:pt x="101" y="31"/>
                      <a:pt x="110" y="38"/>
                      <a:pt x="121" y="47"/>
                    </a:cubicBezTo>
                    <a:cubicBezTo>
                      <a:pt x="142" y="65"/>
                      <a:pt x="161" y="75"/>
                      <a:pt x="186" y="87"/>
                    </a:cubicBezTo>
                    <a:cubicBezTo>
                      <a:pt x="211" y="99"/>
                      <a:pt x="233" y="106"/>
                      <a:pt x="261" y="109"/>
                    </a:cubicBezTo>
                    <a:cubicBezTo>
                      <a:pt x="274" y="110"/>
                      <a:pt x="289" y="115"/>
                      <a:pt x="302" y="117"/>
                    </a:cubicBezTo>
                    <a:cubicBezTo>
                      <a:pt x="315" y="120"/>
                      <a:pt x="332" y="119"/>
                      <a:pt x="344" y="124"/>
                    </a:cubicBezTo>
                    <a:cubicBezTo>
                      <a:pt x="329" y="130"/>
                      <a:pt x="296" y="125"/>
                      <a:pt x="278" y="123"/>
                    </a:cubicBezTo>
                    <a:cubicBezTo>
                      <a:pt x="247" y="120"/>
                      <a:pt x="215" y="113"/>
                      <a:pt x="184" y="106"/>
                    </a:cubicBezTo>
                    <a:cubicBezTo>
                      <a:pt x="151" y="98"/>
                      <a:pt x="117" y="83"/>
                      <a:pt x="92" y="59"/>
                    </a:cubicBezTo>
                    <a:cubicBezTo>
                      <a:pt x="85" y="51"/>
                      <a:pt x="74" y="30"/>
                      <a:pt x="61" y="32"/>
                    </a:cubicBezTo>
                    <a:cubicBezTo>
                      <a:pt x="53" y="33"/>
                      <a:pt x="36" y="50"/>
                      <a:pt x="28" y="56"/>
                    </a:cubicBezTo>
                    <a:cubicBezTo>
                      <a:pt x="18" y="63"/>
                      <a:pt x="10" y="71"/>
                      <a:pt x="0" y="78"/>
                    </a:cubicBezTo>
                    <a:cubicBezTo>
                      <a:pt x="12" y="66"/>
                      <a:pt x="19" y="50"/>
                      <a:pt x="28" y="36"/>
                    </a:cubicBezTo>
                    <a:cubicBezTo>
                      <a:pt x="35" y="26"/>
                      <a:pt x="45" y="18"/>
                      <a:pt x="50" y="8"/>
                    </a:cubicBezTo>
                  </a:path>
                </a:pathLst>
              </a:custGeom>
              <a:solidFill>
                <a:srgbClr val="EFCA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600" name="Freeform 583">
                <a:extLst>
                  <a:ext uri="{FF2B5EF4-FFF2-40B4-BE49-F238E27FC236}">
                    <a16:creationId xmlns:a16="http://schemas.microsoft.com/office/drawing/2014/main" id="{C363CB79-7167-4446-B510-E6B55D3626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9" y="1850"/>
                <a:ext cx="111" cy="73"/>
              </a:xfrm>
              <a:custGeom>
                <a:avLst/>
                <a:gdLst>
                  <a:gd name="T0" fmla="*/ 0 w 104"/>
                  <a:gd name="T1" fmla="*/ 84 h 68"/>
                  <a:gd name="T2" fmla="*/ 19 w 104"/>
                  <a:gd name="T3" fmla="*/ 68 h 68"/>
                  <a:gd name="T4" fmla="*/ 37 w 104"/>
                  <a:gd name="T5" fmla="*/ 41 h 68"/>
                  <a:gd name="T6" fmla="*/ 62 w 104"/>
                  <a:gd name="T7" fmla="*/ 1 h 68"/>
                  <a:gd name="T8" fmla="*/ 92 w 104"/>
                  <a:gd name="T9" fmla="*/ 40 h 68"/>
                  <a:gd name="T10" fmla="*/ 126 w 104"/>
                  <a:gd name="T11" fmla="*/ 79 h 68"/>
                  <a:gd name="T12" fmla="*/ 89 w 104"/>
                  <a:gd name="T13" fmla="*/ 54 h 68"/>
                  <a:gd name="T14" fmla="*/ 57 w 104"/>
                  <a:gd name="T15" fmla="*/ 37 h 68"/>
                  <a:gd name="T16" fmla="*/ 32 w 104"/>
                  <a:gd name="T17" fmla="*/ 67 h 68"/>
                  <a:gd name="T18" fmla="*/ 6 w 104"/>
                  <a:gd name="T19" fmla="*/ 82 h 6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04" h="68">
                    <a:moveTo>
                      <a:pt x="0" y="68"/>
                    </a:moveTo>
                    <a:cubicBezTo>
                      <a:pt x="2" y="64"/>
                      <a:pt x="12" y="60"/>
                      <a:pt x="16" y="55"/>
                    </a:cubicBezTo>
                    <a:cubicBezTo>
                      <a:pt x="23" y="48"/>
                      <a:pt x="26" y="41"/>
                      <a:pt x="31" y="33"/>
                    </a:cubicBezTo>
                    <a:cubicBezTo>
                      <a:pt x="35" y="25"/>
                      <a:pt x="41" y="3"/>
                      <a:pt x="51" y="1"/>
                    </a:cubicBezTo>
                    <a:cubicBezTo>
                      <a:pt x="60" y="0"/>
                      <a:pt x="71" y="25"/>
                      <a:pt x="76" y="32"/>
                    </a:cubicBezTo>
                    <a:cubicBezTo>
                      <a:pt x="84" y="43"/>
                      <a:pt x="94" y="59"/>
                      <a:pt x="104" y="64"/>
                    </a:cubicBezTo>
                    <a:cubicBezTo>
                      <a:pt x="94" y="62"/>
                      <a:pt x="81" y="51"/>
                      <a:pt x="73" y="44"/>
                    </a:cubicBezTo>
                    <a:cubicBezTo>
                      <a:pt x="65" y="37"/>
                      <a:pt x="58" y="24"/>
                      <a:pt x="47" y="30"/>
                    </a:cubicBezTo>
                    <a:cubicBezTo>
                      <a:pt x="38" y="35"/>
                      <a:pt x="34" y="47"/>
                      <a:pt x="26" y="54"/>
                    </a:cubicBezTo>
                    <a:cubicBezTo>
                      <a:pt x="20" y="58"/>
                      <a:pt x="12" y="64"/>
                      <a:pt x="6" y="66"/>
                    </a:cubicBezTo>
                  </a:path>
                </a:pathLst>
              </a:custGeom>
              <a:solidFill>
                <a:srgbClr val="EFCA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601" name="Freeform 584">
                <a:extLst>
                  <a:ext uri="{FF2B5EF4-FFF2-40B4-BE49-F238E27FC236}">
                    <a16:creationId xmlns:a16="http://schemas.microsoft.com/office/drawing/2014/main" id="{599C2E09-A7FC-4F31-9ACD-DA32880952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7" y="2007"/>
                <a:ext cx="614" cy="88"/>
              </a:xfrm>
              <a:custGeom>
                <a:avLst/>
                <a:gdLst>
                  <a:gd name="T0" fmla="*/ 0 w 576"/>
                  <a:gd name="T1" fmla="*/ 0 h 82"/>
                  <a:gd name="T2" fmla="*/ 169 w 576"/>
                  <a:gd name="T3" fmla="*/ 58 h 82"/>
                  <a:gd name="T4" fmla="*/ 488 w 576"/>
                  <a:gd name="T5" fmla="*/ 50 h 82"/>
                  <a:gd name="T6" fmla="*/ 698 w 576"/>
                  <a:gd name="T7" fmla="*/ 31 h 82"/>
                  <a:gd name="T8" fmla="*/ 513 w 576"/>
                  <a:gd name="T9" fmla="*/ 79 h 82"/>
                  <a:gd name="T10" fmla="*/ 233 w 576"/>
                  <a:gd name="T11" fmla="*/ 82 h 82"/>
                  <a:gd name="T12" fmla="*/ 0 w 576"/>
                  <a:gd name="T13" fmla="*/ 0 h 8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76" h="82">
                    <a:moveTo>
                      <a:pt x="0" y="0"/>
                    </a:moveTo>
                    <a:cubicBezTo>
                      <a:pt x="0" y="0"/>
                      <a:pt x="90" y="50"/>
                      <a:pt x="140" y="47"/>
                    </a:cubicBezTo>
                    <a:cubicBezTo>
                      <a:pt x="189" y="44"/>
                      <a:pt x="334" y="19"/>
                      <a:pt x="403" y="41"/>
                    </a:cubicBezTo>
                    <a:cubicBezTo>
                      <a:pt x="472" y="64"/>
                      <a:pt x="535" y="46"/>
                      <a:pt x="576" y="25"/>
                    </a:cubicBezTo>
                    <a:cubicBezTo>
                      <a:pt x="576" y="25"/>
                      <a:pt x="486" y="82"/>
                      <a:pt x="423" y="64"/>
                    </a:cubicBezTo>
                    <a:cubicBezTo>
                      <a:pt x="359" y="47"/>
                      <a:pt x="239" y="52"/>
                      <a:pt x="192" y="66"/>
                    </a:cubicBezTo>
                    <a:cubicBezTo>
                      <a:pt x="146" y="81"/>
                      <a:pt x="82" y="54"/>
                      <a:pt x="0" y="0"/>
                    </a:cubicBezTo>
                    <a:close/>
                  </a:path>
                </a:pathLst>
              </a:custGeom>
              <a:solidFill>
                <a:srgbClr val="EFCA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602" name="Freeform 585">
                <a:extLst>
                  <a:ext uri="{FF2B5EF4-FFF2-40B4-BE49-F238E27FC236}">
                    <a16:creationId xmlns:a16="http://schemas.microsoft.com/office/drawing/2014/main" id="{9C8C740C-3592-4886-8042-FFD31DA0CB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6" y="2259"/>
                <a:ext cx="70" cy="144"/>
              </a:xfrm>
              <a:custGeom>
                <a:avLst/>
                <a:gdLst>
                  <a:gd name="T0" fmla="*/ 40 w 65"/>
                  <a:gd name="T1" fmla="*/ 0 h 135"/>
                  <a:gd name="T2" fmla="*/ 3 w 65"/>
                  <a:gd name="T3" fmla="*/ 50 h 135"/>
                  <a:gd name="T4" fmla="*/ 3 w 65"/>
                  <a:gd name="T5" fmla="*/ 107 h 135"/>
                  <a:gd name="T6" fmla="*/ 5 w 65"/>
                  <a:gd name="T7" fmla="*/ 164 h 135"/>
                  <a:gd name="T8" fmla="*/ 12 w 65"/>
                  <a:gd name="T9" fmla="*/ 112 h 135"/>
                  <a:gd name="T10" fmla="*/ 19 w 65"/>
                  <a:gd name="T11" fmla="*/ 61 h 135"/>
                  <a:gd name="T12" fmla="*/ 51 w 65"/>
                  <a:gd name="T13" fmla="*/ 42 h 135"/>
                  <a:gd name="T14" fmla="*/ 81 w 65"/>
                  <a:gd name="T15" fmla="*/ 36 h 135"/>
                  <a:gd name="T16" fmla="*/ 46 w 65"/>
                  <a:gd name="T17" fmla="*/ 2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5" h="135">
                    <a:moveTo>
                      <a:pt x="32" y="0"/>
                    </a:moveTo>
                    <a:cubicBezTo>
                      <a:pt x="13" y="6"/>
                      <a:pt x="6" y="23"/>
                      <a:pt x="3" y="41"/>
                    </a:cubicBezTo>
                    <a:cubicBezTo>
                      <a:pt x="0" y="56"/>
                      <a:pt x="1" y="72"/>
                      <a:pt x="3" y="88"/>
                    </a:cubicBezTo>
                    <a:cubicBezTo>
                      <a:pt x="4" y="102"/>
                      <a:pt x="0" y="122"/>
                      <a:pt x="5" y="135"/>
                    </a:cubicBezTo>
                    <a:cubicBezTo>
                      <a:pt x="5" y="121"/>
                      <a:pt x="6" y="106"/>
                      <a:pt x="9" y="92"/>
                    </a:cubicBezTo>
                    <a:cubicBezTo>
                      <a:pt x="11" y="79"/>
                      <a:pt x="9" y="61"/>
                      <a:pt x="16" y="50"/>
                    </a:cubicBezTo>
                    <a:cubicBezTo>
                      <a:pt x="21" y="41"/>
                      <a:pt x="30" y="35"/>
                      <a:pt x="41" y="35"/>
                    </a:cubicBezTo>
                    <a:cubicBezTo>
                      <a:pt x="51" y="35"/>
                      <a:pt x="56" y="38"/>
                      <a:pt x="65" y="30"/>
                    </a:cubicBezTo>
                    <a:cubicBezTo>
                      <a:pt x="45" y="28"/>
                      <a:pt x="37" y="24"/>
                      <a:pt x="37" y="2"/>
                    </a:cubicBezTo>
                  </a:path>
                </a:pathLst>
              </a:custGeom>
              <a:solidFill>
                <a:srgbClr val="EFCA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603" name="Freeform 586">
                <a:extLst>
                  <a:ext uri="{FF2B5EF4-FFF2-40B4-BE49-F238E27FC236}">
                    <a16:creationId xmlns:a16="http://schemas.microsoft.com/office/drawing/2014/main" id="{DE001781-B928-49DA-BC0F-89CBC870FB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9" y="2309"/>
                <a:ext cx="123" cy="94"/>
              </a:xfrm>
              <a:custGeom>
                <a:avLst/>
                <a:gdLst>
                  <a:gd name="T0" fmla="*/ 1 w 116"/>
                  <a:gd name="T1" fmla="*/ 87 h 88"/>
                  <a:gd name="T2" fmla="*/ 0 w 116"/>
                  <a:gd name="T3" fmla="*/ 0 h 88"/>
                  <a:gd name="T4" fmla="*/ 21 w 116"/>
                  <a:gd name="T5" fmla="*/ 33 h 88"/>
                  <a:gd name="T6" fmla="*/ 53 w 116"/>
                  <a:gd name="T7" fmla="*/ 56 h 88"/>
                  <a:gd name="T8" fmla="*/ 138 w 116"/>
                  <a:gd name="T9" fmla="*/ 66 h 88"/>
                  <a:gd name="T10" fmla="*/ 62 w 116"/>
                  <a:gd name="T11" fmla="*/ 72 h 88"/>
                  <a:gd name="T12" fmla="*/ 25 w 116"/>
                  <a:gd name="T13" fmla="*/ 74 h 88"/>
                  <a:gd name="T14" fmla="*/ 4 w 116"/>
                  <a:gd name="T15" fmla="*/ 107 h 8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16" h="88">
                    <a:moveTo>
                      <a:pt x="1" y="71"/>
                    </a:moveTo>
                    <a:cubicBezTo>
                      <a:pt x="3" y="46"/>
                      <a:pt x="3" y="24"/>
                      <a:pt x="0" y="0"/>
                    </a:cubicBezTo>
                    <a:cubicBezTo>
                      <a:pt x="7" y="6"/>
                      <a:pt x="12" y="19"/>
                      <a:pt x="18" y="27"/>
                    </a:cubicBezTo>
                    <a:cubicBezTo>
                      <a:pt x="25" y="36"/>
                      <a:pt x="34" y="41"/>
                      <a:pt x="44" y="46"/>
                    </a:cubicBezTo>
                    <a:cubicBezTo>
                      <a:pt x="67" y="56"/>
                      <a:pt x="91" y="55"/>
                      <a:pt x="116" y="54"/>
                    </a:cubicBezTo>
                    <a:cubicBezTo>
                      <a:pt x="100" y="65"/>
                      <a:pt x="70" y="63"/>
                      <a:pt x="52" y="59"/>
                    </a:cubicBezTo>
                    <a:cubicBezTo>
                      <a:pt x="40" y="56"/>
                      <a:pt x="33" y="54"/>
                      <a:pt x="22" y="61"/>
                    </a:cubicBezTo>
                    <a:cubicBezTo>
                      <a:pt x="13" y="67"/>
                      <a:pt x="2" y="76"/>
                      <a:pt x="4" y="88"/>
                    </a:cubicBezTo>
                  </a:path>
                </a:pathLst>
              </a:custGeom>
              <a:solidFill>
                <a:srgbClr val="EFCA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604" name="Freeform 587">
                <a:extLst>
                  <a:ext uri="{FF2B5EF4-FFF2-40B4-BE49-F238E27FC236}">
                    <a16:creationId xmlns:a16="http://schemas.microsoft.com/office/drawing/2014/main" id="{3DFD27A6-1397-4A2A-9CC5-61B2D6BBDA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1" y="2318"/>
                <a:ext cx="101" cy="61"/>
              </a:xfrm>
              <a:custGeom>
                <a:avLst/>
                <a:gdLst>
                  <a:gd name="T0" fmla="*/ 108 w 95"/>
                  <a:gd name="T1" fmla="*/ 0 h 57"/>
                  <a:gd name="T2" fmla="*/ 53 w 95"/>
                  <a:gd name="T3" fmla="*/ 50 h 57"/>
                  <a:gd name="T4" fmla="*/ 26 w 95"/>
                  <a:gd name="T5" fmla="*/ 58 h 57"/>
                  <a:gd name="T6" fmla="*/ 0 w 95"/>
                  <a:gd name="T7" fmla="*/ 64 h 57"/>
                  <a:gd name="T8" fmla="*/ 65 w 95"/>
                  <a:gd name="T9" fmla="*/ 60 h 57"/>
                  <a:gd name="T10" fmla="*/ 111 w 95"/>
                  <a:gd name="T11" fmla="*/ 60 h 57"/>
                  <a:gd name="T12" fmla="*/ 108 w 95"/>
                  <a:gd name="T13" fmla="*/ 2 h 5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5" h="57">
                    <a:moveTo>
                      <a:pt x="90" y="0"/>
                    </a:moveTo>
                    <a:cubicBezTo>
                      <a:pt x="74" y="14"/>
                      <a:pt x="65" y="31"/>
                      <a:pt x="44" y="41"/>
                    </a:cubicBezTo>
                    <a:cubicBezTo>
                      <a:pt x="37" y="44"/>
                      <a:pt x="29" y="46"/>
                      <a:pt x="22" y="47"/>
                    </a:cubicBezTo>
                    <a:cubicBezTo>
                      <a:pt x="16" y="48"/>
                      <a:pt x="4" y="49"/>
                      <a:pt x="0" y="52"/>
                    </a:cubicBezTo>
                    <a:cubicBezTo>
                      <a:pt x="12" y="57"/>
                      <a:pt x="43" y="53"/>
                      <a:pt x="54" y="49"/>
                    </a:cubicBezTo>
                    <a:cubicBezTo>
                      <a:pt x="70" y="44"/>
                      <a:pt x="77" y="37"/>
                      <a:pt x="92" y="49"/>
                    </a:cubicBezTo>
                    <a:cubicBezTo>
                      <a:pt x="95" y="35"/>
                      <a:pt x="90" y="17"/>
                      <a:pt x="90" y="2"/>
                    </a:cubicBezTo>
                  </a:path>
                </a:pathLst>
              </a:custGeom>
              <a:solidFill>
                <a:srgbClr val="EFCA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605" name="Freeform 588">
                <a:extLst>
                  <a:ext uri="{FF2B5EF4-FFF2-40B4-BE49-F238E27FC236}">
                    <a16:creationId xmlns:a16="http://schemas.microsoft.com/office/drawing/2014/main" id="{3BB933AC-95FC-4115-A106-189E20EEA1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5" y="2395"/>
                <a:ext cx="170" cy="94"/>
              </a:xfrm>
              <a:custGeom>
                <a:avLst/>
                <a:gdLst>
                  <a:gd name="T0" fmla="*/ 72 w 160"/>
                  <a:gd name="T1" fmla="*/ 107 h 88"/>
                  <a:gd name="T2" fmla="*/ 132 w 160"/>
                  <a:gd name="T3" fmla="*/ 87 h 88"/>
                  <a:gd name="T4" fmla="*/ 192 w 160"/>
                  <a:gd name="T5" fmla="*/ 88 h 88"/>
                  <a:gd name="T6" fmla="*/ 98 w 160"/>
                  <a:gd name="T7" fmla="*/ 58 h 88"/>
                  <a:gd name="T8" fmla="*/ 0 w 160"/>
                  <a:gd name="T9" fmla="*/ 0 h 88"/>
                  <a:gd name="T10" fmla="*/ 40 w 160"/>
                  <a:gd name="T11" fmla="*/ 35 h 88"/>
                  <a:gd name="T12" fmla="*/ 69 w 160"/>
                  <a:gd name="T13" fmla="*/ 60 h 88"/>
                  <a:gd name="T14" fmla="*/ 78 w 160"/>
                  <a:gd name="T15" fmla="*/ 101 h 8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60" h="88">
                    <a:moveTo>
                      <a:pt x="60" y="88"/>
                    </a:moveTo>
                    <a:cubicBezTo>
                      <a:pt x="74" y="77"/>
                      <a:pt x="92" y="72"/>
                      <a:pt x="110" y="71"/>
                    </a:cubicBezTo>
                    <a:cubicBezTo>
                      <a:pt x="126" y="70"/>
                      <a:pt x="146" y="66"/>
                      <a:pt x="160" y="72"/>
                    </a:cubicBezTo>
                    <a:cubicBezTo>
                      <a:pt x="134" y="66"/>
                      <a:pt x="108" y="56"/>
                      <a:pt x="82" y="48"/>
                    </a:cubicBezTo>
                    <a:cubicBezTo>
                      <a:pt x="51" y="38"/>
                      <a:pt x="23" y="22"/>
                      <a:pt x="0" y="0"/>
                    </a:cubicBezTo>
                    <a:cubicBezTo>
                      <a:pt x="13" y="8"/>
                      <a:pt x="22" y="20"/>
                      <a:pt x="34" y="29"/>
                    </a:cubicBezTo>
                    <a:cubicBezTo>
                      <a:pt x="42" y="36"/>
                      <a:pt x="51" y="41"/>
                      <a:pt x="57" y="49"/>
                    </a:cubicBezTo>
                    <a:cubicBezTo>
                      <a:pt x="64" y="60"/>
                      <a:pt x="65" y="71"/>
                      <a:pt x="65" y="83"/>
                    </a:cubicBezTo>
                  </a:path>
                </a:pathLst>
              </a:custGeom>
              <a:solidFill>
                <a:srgbClr val="EFCA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606" name="Freeform 589">
                <a:extLst>
                  <a:ext uri="{FF2B5EF4-FFF2-40B4-BE49-F238E27FC236}">
                    <a16:creationId xmlns:a16="http://schemas.microsoft.com/office/drawing/2014/main" id="{E27D14C1-BDC3-4FC1-BB9A-52C317A9FF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0" y="2490"/>
                <a:ext cx="162" cy="158"/>
              </a:xfrm>
              <a:custGeom>
                <a:avLst/>
                <a:gdLst>
                  <a:gd name="T0" fmla="*/ 0 w 152"/>
                  <a:gd name="T1" fmla="*/ 6 h 148"/>
                  <a:gd name="T2" fmla="*/ 84 w 152"/>
                  <a:gd name="T3" fmla="*/ 11 h 148"/>
                  <a:gd name="T4" fmla="*/ 146 w 152"/>
                  <a:gd name="T5" fmla="*/ 31 h 148"/>
                  <a:gd name="T6" fmla="*/ 160 w 152"/>
                  <a:gd name="T7" fmla="*/ 180 h 148"/>
                  <a:gd name="T8" fmla="*/ 113 w 152"/>
                  <a:gd name="T9" fmla="*/ 36 h 148"/>
                  <a:gd name="T10" fmla="*/ 3 w 152"/>
                  <a:gd name="T11" fmla="*/ 14 h 14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2" h="148">
                    <a:moveTo>
                      <a:pt x="0" y="6"/>
                    </a:moveTo>
                    <a:cubicBezTo>
                      <a:pt x="19" y="0"/>
                      <a:pt x="49" y="6"/>
                      <a:pt x="69" y="8"/>
                    </a:cubicBezTo>
                    <a:cubicBezTo>
                      <a:pt x="84" y="10"/>
                      <a:pt x="110" y="13"/>
                      <a:pt x="121" y="25"/>
                    </a:cubicBezTo>
                    <a:cubicBezTo>
                      <a:pt x="152" y="58"/>
                      <a:pt x="110" y="113"/>
                      <a:pt x="132" y="148"/>
                    </a:cubicBezTo>
                    <a:cubicBezTo>
                      <a:pt x="112" y="111"/>
                      <a:pt x="139" y="50"/>
                      <a:pt x="93" y="30"/>
                    </a:cubicBezTo>
                    <a:cubicBezTo>
                      <a:pt x="65" y="17"/>
                      <a:pt x="28" y="27"/>
                      <a:pt x="3" y="11"/>
                    </a:cubicBezTo>
                  </a:path>
                </a:pathLst>
              </a:custGeom>
              <a:solidFill>
                <a:srgbClr val="EFCA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607" name="Freeform 590">
                <a:extLst>
                  <a:ext uri="{FF2B5EF4-FFF2-40B4-BE49-F238E27FC236}">
                    <a16:creationId xmlns:a16="http://schemas.microsoft.com/office/drawing/2014/main" id="{54D23C0C-94CF-4180-B67D-0F1AA1B1F3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6" y="2671"/>
                <a:ext cx="127" cy="166"/>
              </a:xfrm>
              <a:custGeom>
                <a:avLst/>
                <a:gdLst>
                  <a:gd name="T0" fmla="*/ 0 w 119"/>
                  <a:gd name="T1" fmla="*/ 122 h 155"/>
                  <a:gd name="T2" fmla="*/ 54 w 119"/>
                  <a:gd name="T3" fmla="*/ 163 h 155"/>
                  <a:gd name="T4" fmla="*/ 82 w 119"/>
                  <a:gd name="T5" fmla="*/ 180 h 155"/>
                  <a:gd name="T6" fmla="*/ 104 w 119"/>
                  <a:gd name="T7" fmla="*/ 178 h 155"/>
                  <a:gd name="T8" fmla="*/ 130 w 119"/>
                  <a:gd name="T9" fmla="*/ 106 h 155"/>
                  <a:gd name="T10" fmla="*/ 131 w 119"/>
                  <a:gd name="T11" fmla="*/ 37 h 155"/>
                  <a:gd name="T12" fmla="*/ 113 w 119"/>
                  <a:gd name="T13" fmla="*/ 33 h 155"/>
                  <a:gd name="T14" fmla="*/ 107 w 119"/>
                  <a:gd name="T15" fmla="*/ 28 h 155"/>
                  <a:gd name="T16" fmla="*/ 95 w 119"/>
                  <a:gd name="T17" fmla="*/ 28 h 155"/>
                  <a:gd name="T18" fmla="*/ 54 w 119"/>
                  <a:gd name="T19" fmla="*/ 0 h 155"/>
                  <a:gd name="T20" fmla="*/ 89 w 119"/>
                  <a:gd name="T21" fmla="*/ 45 h 155"/>
                  <a:gd name="T22" fmla="*/ 106 w 119"/>
                  <a:gd name="T23" fmla="*/ 67 h 155"/>
                  <a:gd name="T24" fmla="*/ 98 w 119"/>
                  <a:gd name="T25" fmla="*/ 104 h 155"/>
                  <a:gd name="T26" fmla="*/ 66 w 119"/>
                  <a:gd name="T27" fmla="*/ 149 h 155"/>
                  <a:gd name="T28" fmla="*/ 4 w 119"/>
                  <a:gd name="T29" fmla="*/ 123 h 15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19" h="155">
                    <a:moveTo>
                      <a:pt x="0" y="99"/>
                    </a:moveTo>
                    <a:cubicBezTo>
                      <a:pt x="15" y="110"/>
                      <a:pt x="30" y="122"/>
                      <a:pt x="45" y="133"/>
                    </a:cubicBezTo>
                    <a:cubicBezTo>
                      <a:pt x="51" y="138"/>
                      <a:pt x="60" y="143"/>
                      <a:pt x="67" y="147"/>
                    </a:cubicBezTo>
                    <a:cubicBezTo>
                      <a:pt x="77" y="152"/>
                      <a:pt x="78" y="155"/>
                      <a:pt x="85" y="145"/>
                    </a:cubicBezTo>
                    <a:cubicBezTo>
                      <a:pt x="97" y="130"/>
                      <a:pt x="101" y="105"/>
                      <a:pt x="107" y="86"/>
                    </a:cubicBezTo>
                    <a:cubicBezTo>
                      <a:pt x="111" y="70"/>
                      <a:pt x="119" y="46"/>
                      <a:pt x="108" y="31"/>
                    </a:cubicBezTo>
                    <a:cubicBezTo>
                      <a:pt x="101" y="35"/>
                      <a:pt x="99" y="30"/>
                      <a:pt x="93" y="27"/>
                    </a:cubicBezTo>
                    <a:cubicBezTo>
                      <a:pt x="90" y="25"/>
                      <a:pt x="92" y="23"/>
                      <a:pt x="88" y="22"/>
                    </a:cubicBezTo>
                    <a:cubicBezTo>
                      <a:pt x="86" y="21"/>
                      <a:pt x="80" y="22"/>
                      <a:pt x="78" y="22"/>
                    </a:cubicBezTo>
                    <a:cubicBezTo>
                      <a:pt x="63" y="20"/>
                      <a:pt x="53" y="10"/>
                      <a:pt x="45" y="0"/>
                    </a:cubicBezTo>
                    <a:cubicBezTo>
                      <a:pt x="52" y="15"/>
                      <a:pt x="61" y="26"/>
                      <a:pt x="73" y="36"/>
                    </a:cubicBezTo>
                    <a:cubicBezTo>
                      <a:pt x="80" y="42"/>
                      <a:pt x="85" y="45"/>
                      <a:pt x="87" y="55"/>
                    </a:cubicBezTo>
                    <a:cubicBezTo>
                      <a:pt x="89" y="65"/>
                      <a:pt x="83" y="75"/>
                      <a:pt x="81" y="85"/>
                    </a:cubicBezTo>
                    <a:cubicBezTo>
                      <a:pt x="78" y="103"/>
                      <a:pt x="76" y="124"/>
                      <a:pt x="54" y="121"/>
                    </a:cubicBezTo>
                    <a:cubicBezTo>
                      <a:pt x="35" y="119"/>
                      <a:pt x="21" y="104"/>
                      <a:pt x="4" y="100"/>
                    </a:cubicBezTo>
                  </a:path>
                </a:pathLst>
              </a:custGeom>
              <a:solidFill>
                <a:srgbClr val="EFCA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608" name="Freeform 591">
                <a:extLst>
                  <a:ext uri="{FF2B5EF4-FFF2-40B4-BE49-F238E27FC236}">
                    <a16:creationId xmlns:a16="http://schemas.microsoft.com/office/drawing/2014/main" id="{AC80C189-38E7-4541-9792-0BB3F8CBBC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7" y="2776"/>
                <a:ext cx="182" cy="327"/>
              </a:xfrm>
              <a:custGeom>
                <a:avLst/>
                <a:gdLst>
                  <a:gd name="T0" fmla="*/ 145 w 171"/>
                  <a:gd name="T1" fmla="*/ 38 h 307"/>
                  <a:gd name="T2" fmla="*/ 136 w 171"/>
                  <a:gd name="T3" fmla="*/ 72 h 307"/>
                  <a:gd name="T4" fmla="*/ 87 w 171"/>
                  <a:gd name="T5" fmla="*/ 50 h 307"/>
                  <a:gd name="T6" fmla="*/ 129 w 171"/>
                  <a:gd name="T7" fmla="*/ 85 h 307"/>
                  <a:gd name="T8" fmla="*/ 139 w 171"/>
                  <a:gd name="T9" fmla="*/ 136 h 307"/>
                  <a:gd name="T10" fmla="*/ 128 w 171"/>
                  <a:gd name="T11" fmla="*/ 251 h 307"/>
                  <a:gd name="T12" fmla="*/ 89 w 171"/>
                  <a:gd name="T13" fmla="*/ 346 h 307"/>
                  <a:gd name="T14" fmla="*/ 53 w 171"/>
                  <a:gd name="T15" fmla="*/ 350 h 307"/>
                  <a:gd name="T16" fmla="*/ 0 w 171"/>
                  <a:gd name="T17" fmla="*/ 329 h 307"/>
                  <a:gd name="T18" fmla="*/ 75 w 171"/>
                  <a:gd name="T19" fmla="*/ 363 h 307"/>
                  <a:gd name="T20" fmla="*/ 126 w 171"/>
                  <a:gd name="T21" fmla="*/ 312 h 307"/>
                  <a:gd name="T22" fmla="*/ 155 w 171"/>
                  <a:gd name="T23" fmla="*/ 197 h 307"/>
                  <a:gd name="T24" fmla="*/ 182 w 171"/>
                  <a:gd name="T25" fmla="*/ 92 h 307"/>
                  <a:gd name="T26" fmla="*/ 196 w 171"/>
                  <a:gd name="T27" fmla="*/ 50 h 307"/>
                  <a:gd name="T28" fmla="*/ 206 w 171"/>
                  <a:gd name="T29" fmla="*/ 0 h 307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71" h="307">
                    <a:moveTo>
                      <a:pt x="120" y="32"/>
                    </a:moveTo>
                    <a:cubicBezTo>
                      <a:pt x="122" y="39"/>
                      <a:pt x="135" y="58"/>
                      <a:pt x="113" y="60"/>
                    </a:cubicBezTo>
                    <a:cubicBezTo>
                      <a:pt x="100" y="61"/>
                      <a:pt x="84" y="47"/>
                      <a:pt x="72" y="41"/>
                    </a:cubicBezTo>
                    <a:cubicBezTo>
                      <a:pt x="85" y="49"/>
                      <a:pt x="99" y="58"/>
                      <a:pt x="107" y="70"/>
                    </a:cubicBezTo>
                    <a:cubicBezTo>
                      <a:pt x="115" y="83"/>
                      <a:pt x="116" y="98"/>
                      <a:pt x="116" y="113"/>
                    </a:cubicBezTo>
                    <a:cubicBezTo>
                      <a:pt x="118" y="145"/>
                      <a:pt x="114" y="177"/>
                      <a:pt x="106" y="208"/>
                    </a:cubicBezTo>
                    <a:cubicBezTo>
                      <a:pt x="100" y="233"/>
                      <a:pt x="96" y="269"/>
                      <a:pt x="74" y="286"/>
                    </a:cubicBezTo>
                    <a:cubicBezTo>
                      <a:pt x="65" y="294"/>
                      <a:pt x="55" y="294"/>
                      <a:pt x="44" y="290"/>
                    </a:cubicBezTo>
                    <a:cubicBezTo>
                      <a:pt x="30" y="286"/>
                      <a:pt x="12" y="280"/>
                      <a:pt x="0" y="272"/>
                    </a:cubicBezTo>
                    <a:cubicBezTo>
                      <a:pt x="15" y="287"/>
                      <a:pt x="38" y="307"/>
                      <a:pt x="62" y="300"/>
                    </a:cubicBezTo>
                    <a:cubicBezTo>
                      <a:pt x="81" y="294"/>
                      <a:pt x="96" y="276"/>
                      <a:pt x="104" y="258"/>
                    </a:cubicBezTo>
                    <a:cubicBezTo>
                      <a:pt x="116" y="227"/>
                      <a:pt x="121" y="194"/>
                      <a:pt x="129" y="163"/>
                    </a:cubicBezTo>
                    <a:cubicBezTo>
                      <a:pt x="137" y="134"/>
                      <a:pt x="143" y="104"/>
                      <a:pt x="151" y="76"/>
                    </a:cubicBezTo>
                    <a:cubicBezTo>
                      <a:pt x="154" y="64"/>
                      <a:pt x="159" y="53"/>
                      <a:pt x="163" y="41"/>
                    </a:cubicBezTo>
                    <a:cubicBezTo>
                      <a:pt x="166" y="28"/>
                      <a:pt x="167" y="11"/>
                      <a:pt x="171" y="0"/>
                    </a:cubicBezTo>
                  </a:path>
                </a:pathLst>
              </a:custGeom>
              <a:solidFill>
                <a:srgbClr val="EFCA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609" name="Freeform 592">
                <a:extLst>
                  <a:ext uri="{FF2B5EF4-FFF2-40B4-BE49-F238E27FC236}">
                    <a16:creationId xmlns:a16="http://schemas.microsoft.com/office/drawing/2014/main" id="{39EBF8BD-15B3-4908-BFB6-F9250FC8A6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2" y="2975"/>
                <a:ext cx="188" cy="137"/>
              </a:xfrm>
              <a:custGeom>
                <a:avLst/>
                <a:gdLst>
                  <a:gd name="T0" fmla="*/ 212 w 176"/>
                  <a:gd name="T1" fmla="*/ 5 h 128"/>
                  <a:gd name="T2" fmla="*/ 168 w 176"/>
                  <a:gd name="T3" fmla="*/ 92 h 128"/>
                  <a:gd name="T4" fmla="*/ 88 w 176"/>
                  <a:gd name="T5" fmla="*/ 88 h 128"/>
                  <a:gd name="T6" fmla="*/ 0 w 176"/>
                  <a:gd name="T7" fmla="*/ 93 h 128"/>
                  <a:gd name="T8" fmla="*/ 73 w 176"/>
                  <a:gd name="T9" fmla="*/ 115 h 128"/>
                  <a:gd name="T10" fmla="*/ 131 w 176"/>
                  <a:gd name="T11" fmla="*/ 142 h 128"/>
                  <a:gd name="T12" fmla="*/ 215 w 176"/>
                  <a:gd name="T13" fmla="*/ 0 h 1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6" h="128">
                    <a:moveTo>
                      <a:pt x="173" y="5"/>
                    </a:moveTo>
                    <a:cubicBezTo>
                      <a:pt x="165" y="26"/>
                      <a:pt x="157" y="60"/>
                      <a:pt x="138" y="75"/>
                    </a:cubicBezTo>
                    <a:cubicBezTo>
                      <a:pt x="120" y="89"/>
                      <a:pt x="91" y="79"/>
                      <a:pt x="72" y="72"/>
                    </a:cubicBezTo>
                    <a:cubicBezTo>
                      <a:pt x="46" y="61"/>
                      <a:pt x="23" y="60"/>
                      <a:pt x="0" y="76"/>
                    </a:cubicBezTo>
                    <a:cubicBezTo>
                      <a:pt x="19" y="72"/>
                      <a:pt x="44" y="84"/>
                      <a:pt x="60" y="93"/>
                    </a:cubicBezTo>
                    <a:cubicBezTo>
                      <a:pt x="76" y="101"/>
                      <a:pt x="90" y="113"/>
                      <a:pt x="108" y="116"/>
                    </a:cubicBezTo>
                    <a:cubicBezTo>
                      <a:pt x="168" y="128"/>
                      <a:pt x="160" y="32"/>
                      <a:pt x="176" y="0"/>
                    </a:cubicBezTo>
                  </a:path>
                </a:pathLst>
              </a:custGeom>
              <a:solidFill>
                <a:srgbClr val="EFCA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610" name="Freeform 593">
                <a:extLst>
                  <a:ext uri="{FF2B5EF4-FFF2-40B4-BE49-F238E27FC236}">
                    <a16:creationId xmlns:a16="http://schemas.microsoft.com/office/drawing/2014/main" id="{A3272C25-A9E8-4C8B-8B5C-8F961C3960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2" y="3110"/>
                <a:ext cx="91" cy="42"/>
              </a:xfrm>
              <a:custGeom>
                <a:avLst/>
                <a:gdLst>
                  <a:gd name="T0" fmla="*/ 55 w 85"/>
                  <a:gd name="T1" fmla="*/ 0 h 40"/>
                  <a:gd name="T2" fmla="*/ 85 w 85"/>
                  <a:gd name="T3" fmla="*/ 40 h 40"/>
                  <a:gd name="T4" fmla="*/ 42 w 85"/>
                  <a:gd name="T5" fmla="*/ 43 h 40"/>
                  <a:gd name="T6" fmla="*/ 18 w 85"/>
                  <a:gd name="T7" fmla="*/ 41 h 40"/>
                  <a:gd name="T8" fmla="*/ 0 w 85"/>
                  <a:gd name="T9" fmla="*/ 40 h 40"/>
                  <a:gd name="T10" fmla="*/ 26 w 85"/>
                  <a:gd name="T11" fmla="*/ 36 h 40"/>
                  <a:gd name="T12" fmla="*/ 52 w 85"/>
                  <a:gd name="T13" fmla="*/ 30 h 40"/>
                  <a:gd name="T14" fmla="*/ 55 w 85"/>
                  <a:gd name="T15" fmla="*/ 1 h 4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5" h="40">
                    <a:moveTo>
                      <a:pt x="45" y="0"/>
                    </a:moveTo>
                    <a:cubicBezTo>
                      <a:pt x="49" y="6"/>
                      <a:pt x="85" y="23"/>
                      <a:pt x="69" y="34"/>
                    </a:cubicBezTo>
                    <a:cubicBezTo>
                      <a:pt x="62" y="40"/>
                      <a:pt x="43" y="37"/>
                      <a:pt x="34" y="37"/>
                    </a:cubicBezTo>
                    <a:cubicBezTo>
                      <a:pt x="28" y="36"/>
                      <a:pt x="21" y="34"/>
                      <a:pt x="15" y="35"/>
                    </a:cubicBezTo>
                    <a:cubicBezTo>
                      <a:pt x="10" y="35"/>
                      <a:pt x="3" y="37"/>
                      <a:pt x="0" y="34"/>
                    </a:cubicBezTo>
                    <a:cubicBezTo>
                      <a:pt x="6" y="34"/>
                      <a:pt x="14" y="31"/>
                      <a:pt x="21" y="30"/>
                    </a:cubicBezTo>
                    <a:cubicBezTo>
                      <a:pt x="28" y="29"/>
                      <a:pt x="36" y="29"/>
                      <a:pt x="43" y="27"/>
                    </a:cubicBezTo>
                    <a:cubicBezTo>
                      <a:pt x="59" y="22"/>
                      <a:pt x="52" y="11"/>
                      <a:pt x="45" y="1"/>
                    </a:cubicBezTo>
                  </a:path>
                </a:pathLst>
              </a:custGeom>
              <a:solidFill>
                <a:srgbClr val="EFCA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611" name="Freeform 594">
                <a:extLst>
                  <a:ext uri="{FF2B5EF4-FFF2-40B4-BE49-F238E27FC236}">
                    <a16:creationId xmlns:a16="http://schemas.microsoft.com/office/drawing/2014/main" id="{83430189-1699-42D2-9FC3-233398FAF2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5" y="3164"/>
                <a:ext cx="181" cy="228"/>
              </a:xfrm>
              <a:custGeom>
                <a:avLst/>
                <a:gdLst>
                  <a:gd name="T0" fmla="*/ 0 w 169"/>
                  <a:gd name="T1" fmla="*/ 13 h 214"/>
                  <a:gd name="T2" fmla="*/ 29 w 169"/>
                  <a:gd name="T3" fmla="*/ 5 h 214"/>
                  <a:gd name="T4" fmla="*/ 58 w 169"/>
                  <a:gd name="T5" fmla="*/ 1 h 214"/>
                  <a:gd name="T6" fmla="*/ 117 w 169"/>
                  <a:gd name="T7" fmla="*/ 5 h 214"/>
                  <a:gd name="T8" fmla="*/ 188 w 169"/>
                  <a:gd name="T9" fmla="*/ 23 h 214"/>
                  <a:gd name="T10" fmla="*/ 203 w 169"/>
                  <a:gd name="T11" fmla="*/ 145 h 214"/>
                  <a:gd name="T12" fmla="*/ 197 w 169"/>
                  <a:gd name="T13" fmla="*/ 259 h 214"/>
                  <a:gd name="T14" fmla="*/ 192 w 169"/>
                  <a:gd name="T15" fmla="*/ 198 h 214"/>
                  <a:gd name="T16" fmla="*/ 184 w 169"/>
                  <a:gd name="T17" fmla="*/ 115 h 214"/>
                  <a:gd name="T18" fmla="*/ 180 w 169"/>
                  <a:gd name="T19" fmla="*/ 67 h 214"/>
                  <a:gd name="T20" fmla="*/ 155 w 169"/>
                  <a:gd name="T21" fmla="*/ 46 h 214"/>
                  <a:gd name="T22" fmla="*/ 70 w 169"/>
                  <a:gd name="T23" fmla="*/ 29 h 214"/>
                  <a:gd name="T24" fmla="*/ 12 w 169"/>
                  <a:gd name="T25" fmla="*/ 18 h 21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69" h="214">
                    <a:moveTo>
                      <a:pt x="0" y="10"/>
                    </a:moveTo>
                    <a:cubicBezTo>
                      <a:pt x="6" y="12"/>
                      <a:pt x="16" y="6"/>
                      <a:pt x="23" y="5"/>
                    </a:cubicBezTo>
                    <a:cubicBezTo>
                      <a:pt x="31" y="4"/>
                      <a:pt x="39" y="2"/>
                      <a:pt x="47" y="1"/>
                    </a:cubicBezTo>
                    <a:cubicBezTo>
                      <a:pt x="62" y="0"/>
                      <a:pt x="79" y="3"/>
                      <a:pt x="95" y="5"/>
                    </a:cubicBezTo>
                    <a:cubicBezTo>
                      <a:pt x="115" y="8"/>
                      <a:pt x="142" y="1"/>
                      <a:pt x="153" y="20"/>
                    </a:cubicBezTo>
                    <a:cubicBezTo>
                      <a:pt x="169" y="48"/>
                      <a:pt x="163" y="89"/>
                      <a:pt x="165" y="120"/>
                    </a:cubicBezTo>
                    <a:cubicBezTo>
                      <a:pt x="166" y="150"/>
                      <a:pt x="168" y="184"/>
                      <a:pt x="161" y="214"/>
                    </a:cubicBezTo>
                    <a:cubicBezTo>
                      <a:pt x="155" y="198"/>
                      <a:pt x="158" y="180"/>
                      <a:pt x="156" y="164"/>
                    </a:cubicBezTo>
                    <a:cubicBezTo>
                      <a:pt x="153" y="141"/>
                      <a:pt x="151" y="118"/>
                      <a:pt x="150" y="95"/>
                    </a:cubicBezTo>
                    <a:cubicBezTo>
                      <a:pt x="149" y="82"/>
                      <a:pt x="151" y="67"/>
                      <a:pt x="147" y="55"/>
                    </a:cubicBezTo>
                    <a:cubicBezTo>
                      <a:pt x="143" y="44"/>
                      <a:pt x="136" y="42"/>
                      <a:pt x="126" y="38"/>
                    </a:cubicBezTo>
                    <a:cubicBezTo>
                      <a:pt x="105" y="30"/>
                      <a:pt x="79" y="25"/>
                      <a:pt x="57" y="23"/>
                    </a:cubicBezTo>
                    <a:cubicBezTo>
                      <a:pt x="47" y="22"/>
                      <a:pt x="14" y="24"/>
                      <a:pt x="9" y="15"/>
                    </a:cubicBezTo>
                  </a:path>
                </a:pathLst>
              </a:custGeom>
              <a:solidFill>
                <a:srgbClr val="EFCA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612" name="Freeform 595">
                <a:extLst>
                  <a:ext uri="{FF2B5EF4-FFF2-40B4-BE49-F238E27FC236}">
                    <a16:creationId xmlns:a16="http://schemas.microsoft.com/office/drawing/2014/main" id="{D651773D-E7A4-4030-949A-4603E8E7C5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1" y="3236"/>
                <a:ext cx="218" cy="462"/>
              </a:xfrm>
              <a:custGeom>
                <a:avLst/>
                <a:gdLst>
                  <a:gd name="T0" fmla="*/ 236 w 204"/>
                  <a:gd name="T1" fmla="*/ 56 h 434"/>
                  <a:gd name="T2" fmla="*/ 246 w 204"/>
                  <a:gd name="T3" fmla="*/ 152 h 434"/>
                  <a:gd name="T4" fmla="*/ 223 w 204"/>
                  <a:gd name="T5" fmla="*/ 271 h 434"/>
                  <a:gd name="T6" fmla="*/ 202 w 204"/>
                  <a:gd name="T7" fmla="*/ 331 h 434"/>
                  <a:gd name="T8" fmla="*/ 170 w 204"/>
                  <a:gd name="T9" fmla="*/ 380 h 434"/>
                  <a:gd name="T10" fmla="*/ 99 w 204"/>
                  <a:gd name="T11" fmla="*/ 471 h 434"/>
                  <a:gd name="T12" fmla="*/ 72 w 204"/>
                  <a:gd name="T13" fmla="*/ 497 h 434"/>
                  <a:gd name="T14" fmla="*/ 50 w 204"/>
                  <a:gd name="T15" fmla="*/ 515 h 434"/>
                  <a:gd name="T16" fmla="*/ 0 w 204"/>
                  <a:gd name="T17" fmla="*/ 508 h 434"/>
                  <a:gd name="T18" fmla="*/ 47 w 204"/>
                  <a:gd name="T19" fmla="*/ 498 h 434"/>
                  <a:gd name="T20" fmla="*/ 103 w 204"/>
                  <a:gd name="T21" fmla="*/ 428 h 434"/>
                  <a:gd name="T22" fmla="*/ 153 w 204"/>
                  <a:gd name="T23" fmla="*/ 351 h 434"/>
                  <a:gd name="T24" fmla="*/ 197 w 204"/>
                  <a:gd name="T25" fmla="*/ 275 h 434"/>
                  <a:gd name="T26" fmla="*/ 228 w 204"/>
                  <a:gd name="T27" fmla="*/ 138 h 434"/>
                  <a:gd name="T28" fmla="*/ 225 w 204"/>
                  <a:gd name="T29" fmla="*/ 68 h 434"/>
                  <a:gd name="T30" fmla="*/ 225 w 204"/>
                  <a:gd name="T31" fmla="*/ 33 h 434"/>
                  <a:gd name="T32" fmla="*/ 225 w 204"/>
                  <a:gd name="T33" fmla="*/ 2 h 434"/>
                  <a:gd name="T34" fmla="*/ 227 w 204"/>
                  <a:gd name="T35" fmla="*/ 0 h 434"/>
                  <a:gd name="T36" fmla="*/ 231 w 204"/>
                  <a:gd name="T37" fmla="*/ 22 h 434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204" h="434">
                    <a:moveTo>
                      <a:pt x="194" y="47"/>
                    </a:moveTo>
                    <a:cubicBezTo>
                      <a:pt x="195" y="73"/>
                      <a:pt x="199" y="100"/>
                      <a:pt x="201" y="126"/>
                    </a:cubicBezTo>
                    <a:cubicBezTo>
                      <a:pt x="204" y="158"/>
                      <a:pt x="192" y="194"/>
                      <a:pt x="183" y="225"/>
                    </a:cubicBezTo>
                    <a:cubicBezTo>
                      <a:pt x="178" y="241"/>
                      <a:pt x="173" y="259"/>
                      <a:pt x="166" y="274"/>
                    </a:cubicBezTo>
                    <a:cubicBezTo>
                      <a:pt x="159" y="288"/>
                      <a:pt x="148" y="302"/>
                      <a:pt x="139" y="315"/>
                    </a:cubicBezTo>
                    <a:cubicBezTo>
                      <a:pt x="121" y="340"/>
                      <a:pt x="101" y="367"/>
                      <a:pt x="81" y="390"/>
                    </a:cubicBezTo>
                    <a:cubicBezTo>
                      <a:pt x="74" y="398"/>
                      <a:pt x="66" y="406"/>
                      <a:pt x="59" y="412"/>
                    </a:cubicBezTo>
                    <a:cubicBezTo>
                      <a:pt x="53" y="416"/>
                      <a:pt x="47" y="424"/>
                      <a:pt x="41" y="427"/>
                    </a:cubicBezTo>
                    <a:cubicBezTo>
                      <a:pt x="30" y="434"/>
                      <a:pt x="12" y="423"/>
                      <a:pt x="0" y="421"/>
                    </a:cubicBezTo>
                    <a:cubicBezTo>
                      <a:pt x="13" y="419"/>
                      <a:pt x="27" y="420"/>
                      <a:pt x="38" y="413"/>
                    </a:cubicBezTo>
                    <a:cubicBezTo>
                      <a:pt x="58" y="400"/>
                      <a:pt x="73" y="375"/>
                      <a:pt x="84" y="355"/>
                    </a:cubicBezTo>
                    <a:cubicBezTo>
                      <a:pt x="97" y="333"/>
                      <a:pt x="113" y="313"/>
                      <a:pt x="125" y="291"/>
                    </a:cubicBezTo>
                    <a:cubicBezTo>
                      <a:pt x="136" y="269"/>
                      <a:pt x="150" y="248"/>
                      <a:pt x="161" y="227"/>
                    </a:cubicBezTo>
                    <a:cubicBezTo>
                      <a:pt x="178" y="194"/>
                      <a:pt x="190" y="152"/>
                      <a:pt x="186" y="115"/>
                    </a:cubicBezTo>
                    <a:cubicBezTo>
                      <a:pt x="184" y="95"/>
                      <a:pt x="183" y="76"/>
                      <a:pt x="184" y="56"/>
                    </a:cubicBezTo>
                    <a:cubicBezTo>
                      <a:pt x="185" y="46"/>
                      <a:pt x="185" y="36"/>
                      <a:pt x="184" y="27"/>
                    </a:cubicBezTo>
                    <a:cubicBezTo>
                      <a:pt x="184" y="22"/>
                      <a:pt x="181" y="5"/>
                      <a:pt x="184" y="2"/>
                    </a:cubicBezTo>
                    <a:cubicBezTo>
                      <a:pt x="185" y="1"/>
                      <a:pt x="185" y="1"/>
                      <a:pt x="185" y="0"/>
                    </a:cubicBezTo>
                    <a:cubicBezTo>
                      <a:pt x="188" y="5"/>
                      <a:pt x="188" y="18"/>
                      <a:pt x="189" y="19"/>
                    </a:cubicBezTo>
                  </a:path>
                </a:pathLst>
              </a:custGeom>
              <a:solidFill>
                <a:srgbClr val="EFCA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613" name="Freeform 596">
                <a:extLst>
                  <a:ext uri="{FF2B5EF4-FFF2-40B4-BE49-F238E27FC236}">
                    <a16:creationId xmlns:a16="http://schemas.microsoft.com/office/drawing/2014/main" id="{7A454FBB-BB53-4296-A76B-00693C027E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8" y="3100"/>
                <a:ext cx="182" cy="50"/>
              </a:xfrm>
              <a:custGeom>
                <a:avLst/>
                <a:gdLst>
                  <a:gd name="T0" fmla="*/ 0 w 170"/>
                  <a:gd name="T1" fmla="*/ 0 h 47"/>
                  <a:gd name="T2" fmla="*/ 51 w 170"/>
                  <a:gd name="T3" fmla="*/ 21 h 47"/>
                  <a:gd name="T4" fmla="*/ 107 w 170"/>
                  <a:gd name="T5" fmla="*/ 38 h 47"/>
                  <a:gd name="T6" fmla="*/ 209 w 170"/>
                  <a:gd name="T7" fmla="*/ 37 h 47"/>
                  <a:gd name="T8" fmla="*/ 101 w 170"/>
                  <a:gd name="T9" fmla="*/ 47 h 47"/>
                  <a:gd name="T10" fmla="*/ 45 w 170"/>
                  <a:gd name="T11" fmla="*/ 37 h 47"/>
                  <a:gd name="T12" fmla="*/ 2 w 170"/>
                  <a:gd name="T13" fmla="*/ 6 h 4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0" h="47">
                    <a:moveTo>
                      <a:pt x="0" y="0"/>
                    </a:moveTo>
                    <a:cubicBezTo>
                      <a:pt x="13" y="6"/>
                      <a:pt x="29" y="11"/>
                      <a:pt x="42" y="18"/>
                    </a:cubicBezTo>
                    <a:cubicBezTo>
                      <a:pt x="56" y="25"/>
                      <a:pt x="72" y="28"/>
                      <a:pt x="87" y="32"/>
                    </a:cubicBezTo>
                    <a:cubicBezTo>
                      <a:pt x="116" y="41"/>
                      <a:pt x="141" y="36"/>
                      <a:pt x="170" y="31"/>
                    </a:cubicBezTo>
                    <a:cubicBezTo>
                      <a:pt x="143" y="47"/>
                      <a:pt x="112" y="39"/>
                      <a:pt x="82" y="39"/>
                    </a:cubicBezTo>
                    <a:cubicBezTo>
                      <a:pt x="67" y="39"/>
                      <a:pt x="50" y="40"/>
                      <a:pt x="36" y="31"/>
                    </a:cubicBezTo>
                    <a:cubicBezTo>
                      <a:pt x="25" y="24"/>
                      <a:pt x="13" y="14"/>
                      <a:pt x="2" y="6"/>
                    </a:cubicBezTo>
                  </a:path>
                </a:pathLst>
              </a:custGeom>
              <a:solidFill>
                <a:srgbClr val="EFCA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614" name="Freeform 597">
                <a:extLst>
                  <a:ext uri="{FF2B5EF4-FFF2-40B4-BE49-F238E27FC236}">
                    <a16:creationId xmlns:a16="http://schemas.microsoft.com/office/drawing/2014/main" id="{483CEDF1-6319-45EE-BAAE-4D9F07FD11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4" y="3807"/>
                <a:ext cx="107" cy="21"/>
              </a:xfrm>
              <a:custGeom>
                <a:avLst/>
                <a:gdLst>
                  <a:gd name="T0" fmla="*/ 0 w 100"/>
                  <a:gd name="T1" fmla="*/ 8 h 20"/>
                  <a:gd name="T2" fmla="*/ 63 w 100"/>
                  <a:gd name="T3" fmla="*/ 4 h 20"/>
                  <a:gd name="T4" fmla="*/ 91 w 100"/>
                  <a:gd name="T5" fmla="*/ 14 h 20"/>
                  <a:gd name="T6" fmla="*/ 122 w 100"/>
                  <a:gd name="T7" fmla="*/ 23 h 20"/>
                  <a:gd name="T8" fmla="*/ 94 w 100"/>
                  <a:gd name="T9" fmla="*/ 16 h 20"/>
                  <a:gd name="T10" fmla="*/ 65 w 100"/>
                  <a:gd name="T11" fmla="*/ 18 h 20"/>
                  <a:gd name="T12" fmla="*/ 36 w 100"/>
                  <a:gd name="T13" fmla="*/ 15 h 20"/>
                  <a:gd name="T14" fmla="*/ 2 w 100"/>
                  <a:gd name="T15" fmla="*/ 8 h 2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0" h="20">
                    <a:moveTo>
                      <a:pt x="0" y="8"/>
                    </a:moveTo>
                    <a:cubicBezTo>
                      <a:pt x="18" y="8"/>
                      <a:pt x="34" y="0"/>
                      <a:pt x="51" y="4"/>
                    </a:cubicBezTo>
                    <a:cubicBezTo>
                      <a:pt x="59" y="5"/>
                      <a:pt x="66" y="10"/>
                      <a:pt x="74" y="11"/>
                    </a:cubicBezTo>
                    <a:cubicBezTo>
                      <a:pt x="86" y="12"/>
                      <a:pt x="91" y="10"/>
                      <a:pt x="100" y="20"/>
                    </a:cubicBezTo>
                    <a:cubicBezTo>
                      <a:pt x="93" y="17"/>
                      <a:pt x="85" y="13"/>
                      <a:pt x="77" y="13"/>
                    </a:cubicBezTo>
                    <a:cubicBezTo>
                      <a:pt x="69" y="13"/>
                      <a:pt x="63" y="17"/>
                      <a:pt x="53" y="15"/>
                    </a:cubicBezTo>
                    <a:cubicBezTo>
                      <a:pt x="45" y="14"/>
                      <a:pt x="39" y="11"/>
                      <a:pt x="30" y="12"/>
                    </a:cubicBezTo>
                    <a:cubicBezTo>
                      <a:pt x="20" y="13"/>
                      <a:pt x="10" y="17"/>
                      <a:pt x="2" y="8"/>
                    </a:cubicBezTo>
                  </a:path>
                </a:pathLst>
              </a:custGeom>
              <a:solidFill>
                <a:srgbClr val="EFCA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2615" name="Freeform 598">
                <a:extLst>
                  <a:ext uri="{FF2B5EF4-FFF2-40B4-BE49-F238E27FC236}">
                    <a16:creationId xmlns:a16="http://schemas.microsoft.com/office/drawing/2014/main" id="{11083B80-0337-4021-BE42-300C3DFC63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1" y="2983"/>
                <a:ext cx="178" cy="45"/>
              </a:xfrm>
              <a:custGeom>
                <a:avLst/>
                <a:gdLst>
                  <a:gd name="T0" fmla="*/ 203 w 167"/>
                  <a:gd name="T1" fmla="*/ 49 h 42"/>
                  <a:gd name="T2" fmla="*/ 81 w 167"/>
                  <a:gd name="T3" fmla="*/ 21 h 42"/>
                  <a:gd name="T4" fmla="*/ 0 w 167"/>
                  <a:gd name="T5" fmla="*/ 49 h 42"/>
                  <a:gd name="T6" fmla="*/ 100 w 167"/>
                  <a:gd name="T7" fmla="*/ 11 h 42"/>
                  <a:gd name="T8" fmla="*/ 197 w 167"/>
                  <a:gd name="T9" fmla="*/ 51 h 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7" h="42">
                    <a:moveTo>
                      <a:pt x="167" y="40"/>
                    </a:moveTo>
                    <a:cubicBezTo>
                      <a:pt x="135" y="38"/>
                      <a:pt x="102" y="18"/>
                      <a:pt x="67" y="18"/>
                    </a:cubicBezTo>
                    <a:cubicBezTo>
                      <a:pt x="42" y="18"/>
                      <a:pt x="22" y="30"/>
                      <a:pt x="0" y="40"/>
                    </a:cubicBezTo>
                    <a:cubicBezTo>
                      <a:pt x="20" y="13"/>
                      <a:pt x="53" y="0"/>
                      <a:pt x="83" y="8"/>
                    </a:cubicBezTo>
                    <a:cubicBezTo>
                      <a:pt x="109" y="15"/>
                      <a:pt x="143" y="22"/>
                      <a:pt x="163" y="42"/>
                    </a:cubicBezTo>
                  </a:path>
                </a:pathLst>
              </a:custGeom>
              <a:solidFill>
                <a:srgbClr val="EFCA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</p:grpSp>
        <p:sp>
          <p:nvSpPr>
            <p:cNvPr id="52229" name="Freeform 599">
              <a:extLst>
                <a:ext uri="{FF2B5EF4-FFF2-40B4-BE49-F238E27FC236}">
                  <a16:creationId xmlns:a16="http://schemas.microsoft.com/office/drawing/2014/main" id="{13453ACE-7CE1-49F7-AF94-C25E67DF7E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0" y="1651"/>
              <a:ext cx="34" cy="96"/>
            </a:xfrm>
            <a:custGeom>
              <a:avLst/>
              <a:gdLst>
                <a:gd name="T0" fmla="*/ 28 w 32"/>
                <a:gd name="T1" fmla="*/ 0 h 90"/>
                <a:gd name="T2" fmla="*/ 36 w 32"/>
                <a:gd name="T3" fmla="*/ 54 h 90"/>
                <a:gd name="T4" fmla="*/ 23 w 32"/>
                <a:gd name="T5" fmla="*/ 109 h 90"/>
                <a:gd name="T6" fmla="*/ 0 w 32"/>
                <a:gd name="T7" fmla="*/ 54 h 90"/>
                <a:gd name="T8" fmla="*/ 0 w 32"/>
                <a:gd name="T9" fmla="*/ 54 h 90"/>
                <a:gd name="T10" fmla="*/ 28 w 32"/>
                <a:gd name="T11" fmla="*/ 3 h 9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2" h="90">
                  <a:moveTo>
                    <a:pt x="23" y="0"/>
                  </a:moveTo>
                  <a:cubicBezTo>
                    <a:pt x="29" y="13"/>
                    <a:pt x="32" y="31"/>
                    <a:pt x="30" y="45"/>
                  </a:cubicBezTo>
                  <a:cubicBezTo>
                    <a:pt x="29" y="56"/>
                    <a:pt x="25" y="83"/>
                    <a:pt x="20" y="90"/>
                  </a:cubicBezTo>
                  <a:cubicBezTo>
                    <a:pt x="16" y="80"/>
                    <a:pt x="23" y="36"/>
                    <a:pt x="0" y="45"/>
                  </a:cubicBezTo>
                  <a:cubicBezTo>
                    <a:pt x="0" y="46"/>
                    <a:pt x="0" y="46"/>
                    <a:pt x="0" y="45"/>
                  </a:cubicBezTo>
                  <a:cubicBezTo>
                    <a:pt x="3" y="33"/>
                    <a:pt x="14" y="11"/>
                    <a:pt x="23" y="3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2230" name="Freeform 600">
              <a:extLst>
                <a:ext uri="{FF2B5EF4-FFF2-40B4-BE49-F238E27FC236}">
                  <a16:creationId xmlns:a16="http://schemas.microsoft.com/office/drawing/2014/main" id="{CC96AABB-BD1C-4E08-8AB9-204CEF0D0151}"/>
                </a:ext>
              </a:extLst>
            </p:cNvPr>
            <p:cNvSpPr>
              <a:spLocks/>
            </p:cNvSpPr>
            <p:nvPr/>
          </p:nvSpPr>
          <p:spPr bwMode="auto">
            <a:xfrm>
              <a:off x="978" y="1565"/>
              <a:ext cx="109" cy="153"/>
            </a:xfrm>
            <a:custGeom>
              <a:avLst/>
              <a:gdLst>
                <a:gd name="T0" fmla="*/ 0 w 102"/>
                <a:gd name="T1" fmla="*/ 0 h 144"/>
                <a:gd name="T2" fmla="*/ 59 w 102"/>
                <a:gd name="T3" fmla="*/ 17 h 144"/>
                <a:gd name="T4" fmla="*/ 88 w 102"/>
                <a:gd name="T5" fmla="*/ 17 h 144"/>
                <a:gd name="T6" fmla="*/ 106 w 102"/>
                <a:gd name="T7" fmla="*/ 39 h 144"/>
                <a:gd name="T8" fmla="*/ 120 w 102"/>
                <a:gd name="T9" fmla="*/ 69 h 144"/>
                <a:gd name="T10" fmla="*/ 113 w 102"/>
                <a:gd name="T11" fmla="*/ 101 h 144"/>
                <a:gd name="T12" fmla="*/ 77 w 102"/>
                <a:gd name="T13" fmla="*/ 168 h 144"/>
                <a:gd name="T14" fmla="*/ 73 w 102"/>
                <a:gd name="T15" fmla="*/ 173 h 144"/>
                <a:gd name="T16" fmla="*/ 93 w 102"/>
                <a:gd name="T17" fmla="*/ 107 h 144"/>
                <a:gd name="T18" fmla="*/ 99 w 102"/>
                <a:gd name="T19" fmla="*/ 68 h 144"/>
                <a:gd name="T20" fmla="*/ 33 w 102"/>
                <a:gd name="T21" fmla="*/ 77 h 144"/>
                <a:gd name="T22" fmla="*/ 67 w 102"/>
                <a:gd name="T23" fmla="*/ 39 h 144"/>
                <a:gd name="T24" fmla="*/ 32 w 102"/>
                <a:gd name="T25" fmla="*/ 28 h 144"/>
                <a:gd name="T26" fmla="*/ 3 w 102"/>
                <a:gd name="T27" fmla="*/ 4 h 144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02" h="144">
                  <a:moveTo>
                    <a:pt x="0" y="0"/>
                  </a:moveTo>
                  <a:cubicBezTo>
                    <a:pt x="14" y="9"/>
                    <a:pt x="32" y="12"/>
                    <a:pt x="48" y="14"/>
                  </a:cubicBezTo>
                  <a:cubicBezTo>
                    <a:pt x="55" y="15"/>
                    <a:pt x="67" y="12"/>
                    <a:pt x="72" y="14"/>
                  </a:cubicBezTo>
                  <a:cubicBezTo>
                    <a:pt x="83" y="16"/>
                    <a:pt x="83" y="25"/>
                    <a:pt x="87" y="33"/>
                  </a:cubicBezTo>
                  <a:cubicBezTo>
                    <a:pt x="90" y="41"/>
                    <a:pt x="95" y="49"/>
                    <a:pt x="98" y="57"/>
                  </a:cubicBezTo>
                  <a:cubicBezTo>
                    <a:pt x="102" y="67"/>
                    <a:pt x="98" y="75"/>
                    <a:pt x="93" y="84"/>
                  </a:cubicBezTo>
                  <a:cubicBezTo>
                    <a:pt x="83" y="102"/>
                    <a:pt x="74" y="122"/>
                    <a:pt x="63" y="140"/>
                  </a:cubicBezTo>
                  <a:cubicBezTo>
                    <a:pt x="62" y="141"/>
                    <a:pt x="61" y="143"/>
                    <a:pt x="60" y="144"/>
                  </a:cubicBezTo>
                  <a:cubicBezTo>
                    <a:pt x="65" y="125"/>
                    <a:pt x="71" y="107"/>
                    <a:pt x="76" y="89"/>
                  </a:cubicBezTo>
                  <a:cubicBezTo>
                    <a:pt x="79" y="81"/>
                    <a:pt x="84" y="64"/>
                    <a:pt x="81" y="56"/>
                  </a:cubicBezTo>
                  <a:cubicBezTo>
                    <a:pt x="74" y="35"/>
                    <a:pt x="38" y="56"/>
                    <a:pt x="27" y="64"/>
                  </a:cubicBezTo>
                  <a:cubicBezTo>
                    <a:pt x="35" y="57"/>
                    <a:pt x="65" y="47"/>
                    <a:pt x="55" y="33"/>
                  </a:cubicBezTo>
                  <a:cubicBezTo>
                    <a:pt x="49" y="25"/>
                    <a:pt x="34" y="26"/>
                    <a:pt x="26" y="23"/>
                  </a:cubicBezTo>
                  <a:cubicBezTo>
                    <a:pt x="17" y="19"/>
                    <a:pt x="10" y="11"/>
                    <a:pt x="3" y="4"/>
                  </a:cubicBezTo>
                </a:path>
              </a:pathLst>
            </a:custGeom>
            <a:solidFill>
              <a:srgbClr val="EFCA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2231" name="Freeform 601">
              <a:extLst>
                <a:ext uri="{FF2B5EF4-FFF2-40B4-BE49-F238E27FC236}">
                  <a16:creationId xmlns:a16="http://schemas.microsoft.com/office/drawing/2014/main" id="{4B852A8C-EFF6-4AF9-A543-A9AF1809F7E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4" y="1490"/>
              <a:ext cx="70" cy="79"/>
            </a:xfrm>
            <a:custGeom>
              <a:avLst/>
              <a:gdLst>
                <a:gd name="T0" fmla="*/ 78 w 66"/>
                <a:gd name="T1" fmla="*/ 0 h 74"/>
                <a:gd name="T2" fmla="*/ 68 w 66"/>
                <a:gd name="T3" fmla="*/ 46 h 74"/>
                <a:gd name="T4" fmla="*/ 71 w 66"/>
                <a:gd name="T5" fmla="*/ 90 h 74"/>
                <a:gd name="T6" fmla="*/ 36 w 66"/>
                <a:gd name="T7" fmla="*/ 78 h 74"/>
                <a:gd name="T8" fmla="*/ 0 w 66"/>
                <a:gd name="T9" fmla="*/ 68 h 74"/>
                <a:gd name="T10" fmla="*/ 51 w 66"/>
                <a:gd name="T11" fmla="*/ 65 h 74"/>
                <a:gd name="T12" fmla="*/ 74 w 66"/>
                <a:gd name="T13" fmla="*/ 6 h 7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6" h="74">
                  <a:moveTo>
                    <a:pt x="66" y="0"/>
                  </a:moveTo>
                  <a:cubicBezTo>
                    <a:pt x="62" y="12"/>
                    <a:pt x="57" y="24"/>
                    <a:pt x="57" y="37"/>
                  </a:cubicBezTo>
                  <a:cubicBezTo>
                    <a:pt x="56" y="49"/>
                    <a:pt x="62" y="63"/>
                    <a:pt x="59" y="74"/>
                  </a:cubicBezTo>
                  <a:cubicBezTo>
                    <a:pt x="48" y="70"/>
                    <a:pt x="43" y="63"/>
                    <a:pt x="30" y="64"/>
                  </a:cubicBezTo>
                  <a:cubicBezTo>
                    <a:pt x="18" y="64"/>
                    <a:pt x="9" y="65"/>
                    <a:pt x="0" y="56"/>
                  </a:cubicBezTo>
                  <a:cubicBezTo>
                    <a:pt x="11" y="59"/>
                    <a:pt x="33" y="60"/>
                    <a:pt x="42" y="53"/>
                  </a:cubicBezTo>
                  <a:cubicBezTo>
                    <a:pt x="53" y="44"/>
                    <a:pt x="54" y="19"/>
                    <a:pt x="62" y="6"/>
                  </a:cubicBezTo>
                </a:path>
              </a:pathLst>
            </a:custGeom>
            <a:solidFill>
              <a:srgbClr val="EFCA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2232" name="Freeform 602">
              <a:extLst>
                <a:ext uri="{FF2B5EF4-FFF2-40B4-BE49-F238E27FC236}">
                  <a16:creationId xmlns:a16="http://schemas.microsoft.com/office/drawing/2014/main" id="{E7F059F2-A525-416B-BFA3-9B28F102A5F7}"/>
                </a:ext>
              </a:extLst>
            </p:cNvPr>
            <p:cNvSpPr>
              <a:spLocks/>
            </p:cNvSpPr>
            <p:nvPr/>
          </p:nvSpPr>
          <p:spPr bwMode="auto">
            <a:xfrm>
              <a:off x="915" y="1884"/>
              <a:ext cx="79" cy="167"/>
            </a:xfrm>
            <a:custGeom>
              <a:avLst/>
              <a:gdLst>
                <a:gd name="T0" fmla="*/ 0 w 74"/>
                <a:gd name="T1" fmla="*/ 0 h 156"/>
                <a:gd name="T2" fmla="*/ 90 w 74"/>
                <a:gd name="T3" fmla="*/ 6 h 156"/>
                <a:gd name="T4" fmla="*/ 56 w 74"/>
                <a:gd name="T5" fmla="*/ 74 h 156"/>
                <a:gd name="T6" fmla="*/ 53 w 74"/>
                <a:gd name="T7" fmla="*/ 127 h 156"/>
                <a:gd name="T8" fmla="*/ 48 w 74"/>
                <a:gd name="T9" fmla="*/ 192 h 156"/>
                <a:gd name="T10" fmla="*/ 46 w 74"/>
                <a:gd name="T11" fmla="*/ 59 h 156"/>
                <a:gd name="T12" fmla="*/ 37 w 74"/>
                <a:gd name="T13" fmla="*/ 30 h 156"/>
                <a:gd name="T14" fmla="*/ 12 w 74"/>
                <a:gd name="T15" fmla="*/ 13 h 15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4" h="156">
                  <a:moveTo>
                    <a:pt x="0" y="0"/>
                  </a:moveTo>
                  <a:cubicBezTo>
                    <a:pt x="13" y="13"/>
                    <a:pt x="58" y="15"/>
                    <a:pt x="74" y="6"/>
                  </a:cubicBezTo>
                  <a:cubicBezTo>
                    <a:pt x="57" y="20"/>
                    <a:pt x="47" y="38"/>
                    <a:pt x="46" y="60"/>
                  </a:cubicBezTo>
                  <a:cubicBezTo>
                    <a:pt x="45" y="74"/>
                    <a:pt x="45" y="89"/>
                    <a:pt x="44" y="104"/>
                  </a:cubicBezTo>
                  <a:cubicBezTo>
                    <a:pt x="43" y="121"/>
                    <a:pt x="38" y="138"/>
                    <a:pt x="39" y="156"/>
                  </a:cubicBezTo>
                  <a:cubicBezTo>
                    <a:pt x="31" y="120"/>
                    <a:pt x="34" y="84"/>
                    <a:pt x="37" y="48"/>
                  </a:cubicBezTo>
                  <a:cubicBezTo>
                    <a:pt x="38" y="39"/>
                    <a:pt x="38" y="31"/>
                    <a:pt x="31" y="24"/>
                  </a:cubicBezTo>
                  <a:cubicBezTo>
                    <a:pt x="25" y="18"/>
                    <a:pt x="10" y="17"/>
                    <a:pt x="9" y="10"/>
                  </a:cubicBezTo>
                </a:path>
              </a:pathLst>
            </a:custGeom>
            <a:solidFill>
              <a:srgbClr val="EFCA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2233" name="Freeform 603">
              <a:extLst>
                <a:ext uri="{FF2B5EF4-FFF2-40B4-BE49-F238E27FC236}">
                  <a16:creationId xmlns:a16="http://schemas.microsoft.com/office/drawing/2014/main" id="{D5AC90D8-70A9-4506-B24C-BCFD5DB7EE8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0" y="1627"/>
              <a:ext cx="156" cy="259"/>
            </a:xfrm>
            <a:custGeom>
              <a:avLst/>
              <a:gdLst>
                <a:gd name="T0" fmla="*/ 6 w 146"/>
                <a:gd name="T1" fmla="*/ 0 h 242"/>
                <a:gd name="T2" fmla="*/ 28 w 146"/>
                <a:gd name="T3" fmla="*/ 52 h 242"/>
                <a:gd name="T4" fmla="*/ 28 w 146"/>
                <a:gd name="T5" fmla="*/ 101 h 242"/>
                <a:gd name="T6" fmla="*/ 16 w 146"/>
                <a:gd name="T7" fmla="*/ 185 h 242"/>
                <a:gd name="T8" fmla="*/ 50 w 146"/>
                <a:gd name="T9" fmla="*/ 215 h 242"/>
                <a:gd name="T10" fmla="*/ 79 w 146"/>
                <a:gd name="T11" fmla="*/ 250 h 242"/>
                <a:gd name="T12" fmla="*/ 168 w 146"/>
                <a:gd name="T13" fmla="*/ 295 h 242"/>
                <a:gd name="T14" fmla="*/ 178 w 146"/>
                <a:gd name="T15" fmla="*/ 296 h 242"/>
                <a:gd name="T16" fmla="*/ 128 w 146"/>
                <a:gd name="T17" fmla="*/ 274 h 242"/>
                <a:gd name="T18" fmla="*/ 90 w 146"/>
                <a:gd name="T19" fmla="*/ 238 h 242"/>
                <a:gd name="T20" fmla="*/ 66 w 146"/>
                <a:gd name="T21" fmla="*/ 204 h 242"/>
                <a:gd name="T22" fmla="*/ 38 w 146"/>
                <a:gd name="T23" fmla="*/ 177 h 242"/>
                <a:gd name="T24" fmla="*/ 47 w 146"/>
                <a:gd name="T25" fmla="*/ 81 h 242"/>
                <a:gd name="T26" fmla="*/ 6 w 146"/>
                <a:gd name="T27" fmla="*/ 4 h 24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46" h="242">
                  <a:moveTo>
                    <a:pt x="6" y="0"/>
                  </a:moveTo>
                  <a:cubicBezTo>
                    <a:pt x="5" y="9"/>
                    <a:pt x="18" y="31"/>
                    <a:pt x="22" y="43"/>
                  </a:cubicBezTo>
                  <a:cubicBezTo>
                    <a:pt x="25" y="56"/>
                    <a:pt x="25" y="69"/>
                    <a:pt x="22" y="82"/>
                  </a:cubicBezTo>
                  <a:cubicBezTo>
                    <a:pt x="16" y="103"/>
                    <a:pt x="0" y="128"/>
                    <a:pt x="13" y="151"/>
                  </a:cubicBezTo>
                  <a:cubicBezTo>
                    <a:pt x="20" y="162"/>
                    <a:pt x="33" y="168"/>
                    <a:pt x="41" y="176"/>
                  </a:cubicBezTo>
                  <a:cubicBezTo>
                    <a:pt x="50" y="185"/>
                    <a:pt x="56" y="196"/>
                    <a:pt x="65" y="205"/>
                  </a:cubicBezTo>
                  <a:cubicBezTo>
                    <a:pt x="84" y="225"/>
                    <a:pt x="109" y="242"/>
                    <a:pt x="138" y="241"/>
                  </a:cubicBezTo>
                  <a:cubicBezTo>
                    <a:pt x="140" y="241"/>
                    <a:pt x="143" y="242"/>
                    <a:pt x="146" y="242"/>
                  </a:cubicBezTo>
                  <a:cubicBezTo>
                    <a:pt x="133" y="234"/>
                    <a:pt x="118" y="232"/>
                    <a:pt x="105" y="223"/>
                  </a:cubicBezTo>
                  <a:cubicBezTo>
                    <a:pt x="93" y="214"/>
                    <a:pt x="82" y="204"/>
                    <a:pt x="74" y="193"/>
                  </a:cubicBezTo>
                  <a:cubicBezTo>
                    <a:pt x="67" y="184"/>
                    <a:pt x="61" y="174"/>
                    <a:pt x="54" y="166"/>
                  </a:cubicBezTo>
                  <a:cubicBezTo>
                    <a:pt x="47" y="159"/>
                    <a:pt x="36" y="153"/>
                    <a:pt x="32" y="144"/>
                  </a:cubicBezTo>
                  <a:cubicBezTo>
                    <a:pt x="22" y="118"/>
                    <a:pt x="40" y="92"/>
                    <a:pt x="38" y="66"/>
                  </a:cubicBezTo>
                  <a:cubicBezTo>
                    <a:pt x="36" y="41"/>
                    <a:pt x="18" y="24"/>
                    <a:pt x="6" y="4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2234" name="Freeform 604">
              <a:extLst>
                <a:ext uri="{FF2B5EF4-FFF2-40B4-BE49-F238E27FC236}">
                  <a16:creationId xmlns:a16="http://schemas.microsoft.com/office/drawing/2014/main" id="{D25E9171-5C25-4C96-BF77-3070330728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3" y="1448"/>
              <a:ext cx="26" cy="45"/>
            </a:xfrm>
            <a:custGeom>
              <a:avLst/>
              <a:gdLst>
                <a:gd name="T0" fmla="*/ 0 w 24"/>
                <a:gd name="T1" fmla="*/ 33 h 42"/>
                <a:gd name="T2" fmla="*/ 18 w 24"/>
                <a:gd name="T3" fmla="*/ 27 h 42"/>
                <a:gd name="T4" fmla="*/ 15 w 24"/>
                <a:gd name="T5" fmla="*/ 51 h 42"/>
                <a:gd name="T6" fmla="*/ 26 w 24"/>
                <a:gd name="T7" fmla="*/ 15 h 42"/>
                <a:gd name="T8" fmla="*/ 4 w 24"/>
                <a:gd name="T9" fmla="*/ 27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42">
                  <a:moveTo>
                    <a:pt x="0" y="27"/>
                  </a:moveTo>
                  <a:cubicBezTo>
                    <a:pt x="3" y="27"/>
                    <a:pt x="10" y="11"/>
                    <a:pt x="15" y="21"/>
                  </a:cubicBezTo>
                  <a:cubicBezTo>
                    <a:pt x="18" y="26"/>
                    <a:pt x="13" y="36"/>
                    <a:pt x="12" y="42"/>
                  </a:cubicBezTo>
                  <a:cubicBezTo>
                    <a:pt x="19" y="37"/>
                    <a:pt x="24" y="20"/>
                    <a:pt x="20" y="12"/>
                  </a:cubicBezTo>
                  <a:cubicBezTo>
                    <a:pt x="14" y="0"/>
                    <a:pt x="7" y="16"/>
                    <a:pt x="4" y="21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2235" name="Freeform 605">
              <a:extLst>
                <a:ext uri="{FF2B5EF4-FFF2-40B4-BE49-F238E27FC236}">
                  <a16:creationId xmlns:a16="http://schemas.microsoft.com/office/drawing/2014/main" id="{62EEF01C-634D-456D-9597-92F993F64E0F}"/>
                </a:ext>
              </a:extLst>
            </p:cNvPr>
            <p:cNvSpPr>
              <a:spLocks/>
            </p:cNvSpPr>
            <p:nvPr/>
          </p:nvSpPr>
          <p:spPr bwMode="auto">
            <a:xfrm>
              <a:off x="949" y="1532"/>
              <a:ext cx="34" cy="29"/>
            </a:xfrm>
            <a:custGeom>
              <a:avLst/>
              <a:gdLst>
                <a:gd name="T0" fmla="*/ 33 w 31"/>
                <a:gd name="T1" fmla="*/ 31 h 28"/>
                <a:gd name="T2" fmla="*/ 23 w 31"/>
                <a:gd name="T3" fmla="*/ 8 h 28"/>
                <a:gd name="T4" fmla="*/ 41 w 31"/>
                <a:gd name="T5" fmla="*/ 7 h 28"/>
                <a:gd name="T6" fmla="*/ 14 w 31"/>
                <a:gd name="T7" fmla="*/ 2 h 28"/>
                <a:gd name="T8" fmla="*/ 30 w 31"/>
                <a:gd name="T9" fmla="*/ 30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28">
                  <a:moveTo>
                    <a:pt x="25" y="28"/>
                  </a:moveTo>
                  <a:cubicBezTo>
                    <a:pt x="21" y="23"/>
                    <a:pt x="12" y="15"/>
                    <a:pt x="17" y="8"/>
                  </a:cubicBezTo>
                  <a:cubicBezTo>
                    <a:pt x="20" y="5"/>
                    <a:pt x="27" y="5"/>
                    <a:pt x="31" y="7"/>
                  </a:cubicBezTo>
                  <a:cubicBezTo>
                    <a:pt x="27" y="5"/>
                    <a:pt x="15" y="0"/>
                    <a:pt x="11" y="2"/>
                  </a:cubicBezTo>
                  <a:cubicBezTo>
                    <a:pt x="0" y="8"/>
                    <a:pt x="18" y="23"/>
                    <a:pt x="23" y="27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2236" name="Freeform 606">
              <a:extLst>
                <a:ext uri="{FF2B5EF4-FFF2-40B4-BE49-F238E27FC236}">
                  <a16:creationId xmlns:a16="http://schemas.microsoft.com/office/drawing/2014/main" id="{D43DA7D9-25B5-400E-94D5-B59E8FB0A42C}"/>
                </a:ext>
              </a:extLst>
            </p:cNvPr>
            <p:cNvSpPr>
              <a:spLocks/>
            </p:cNvSpPr>
            <p:nvPr/>
          </p:nvSpPr>
          <p:spPr bwMode="auto">
            <a:xfrm>
              <a:off x="934" y="1621"/>
              <a:ext cx="36" cy="29"/>
            </a:xfrm>
            <a:custGeom>
              <a:avLst/>
              <a:gdLst>
                <a:gd name="T0" fmla="*/ 39 w 33"/>
                <a:gd name="T1" fmla="*/ 0 h 27"/>
                <a:gd name="T2" fmla="*/ 24 w 33"/>
                <a:gd name="T3" fmla="*/ 14 h 27"/>
                <a:gd name="T4" fmla="*/ 43 w 33"/>
                <a:gd name="T5" fmla="*/ 27 h 27"/>
                <a:gd name="T6" fmla="*/ 28 w 33"/>
                <a:gd name="T7" fmla="*/ 0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27">
                  <a:moveTo>
                    <a:pt x="30" y="0"/>
                  </a:moveTo>
                  <a:cubicBezTo>
                    <a:pt x="24" y="4"/>
                    <a:pt x="17" y="3"/>
                    <a:pt x="18" y="11"/>
                  </a:cubicBezTo>
                  <a:cubicBezTo>
                    <a:pt x="19" y="19"/>
                    <a:pt x="26" y="21"/>
                    <a:pt x="33" y="21"/>
                  </a:cubicBezTo>
                  <a:cubicBezTo>
                    <a:pt x="13" y="27"/>
                    <a:pt x="0" y="0"/>
                    <a:pt x="22" y="0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2237" name="Freeform 607">
              <a:extLst>
                <a:ext uri="{FF2B5EF4-FFF2-40B4-BE49-F238E27FC236}">
                  <a16:creationId xmlns:a16="http://schemas.microsoft.com/office/drawing/2014/main" id="{C059B043-BA78-4CDA-BF55-4AC5129B6866}"/>
                </a:ext>
              </a:extLst>
            </p:cNvPr>
            <p:cNvSpPr>
              <a:spLocks/>
            </p:cNvSpPr>
            <p:nvPr/>
          </p:nvSpPr>
          <p:spPr bwMode="auto">
            <a:xfrm>
              <a:off x="802" y="1202"/>
              <a:ext cx="526" cy="582"/>
            </a:xfrm>
            <a:custGeom>
              <a:avLst/>
              <a:gdLst>
                <a:gd name="T0" fmla="*/ 599 w 493"/>
                <a:gd name="T1" fmla="*/ 0 h 546"/>
                <a:gd name="T2" fmla="*/ 152 w 493"/>
                <a:gd name="T3" fmla="*/ 224 h 546"/>
                <a:gd name="T4" fmla="*/ 97 w 493"/>
                <a:gd name="T5" fmla="*/ 326 h 546"/>
                <a:gd name="T6" fmla="*/ 0 w 493"/>
                <a:gd name="T7" fmla="*/ 661 h 546"/>
                <a:gd name="T8" fmla="*/ 90 w 493"/>
                <a:gd name="T9" fmla="*/ 351 h 546"/>
                <a:gd name="T10" fmla="*/ 163 w 493"/>
                <a:gd name="T11" fmla="*/ 231 h 546"/>
                <a:gd name="T12" fmla="*/ 599 w 493"/>
                <a:gd name="T13" fmla="*/ 0 h 54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93" h="546">
                  <a:moveTo>
                    <a:pt x="493" y="0"/>
                  </a:moveTo>
                  <a:cubicBezTo>
                    <a:pt x="493" y="0"/>
                    <a:pt x="198" y="14"/>
                    <a:pt x="125" y="185"/>
                  </a:cubicBezTo>
                  <a:cubicBezTo>
                    <a:pt x="104" y="233"/>
                    <a:pt x="96" y="252"/>
                    <a:pt x="80" y="269"/>
                  </a:cubicBezTo>
                  <a:cubicBezTo>
                    <a:pt x="64" y="286"/>
                    <a:pt x="15" y="350"/>
                    <a:pt x="0" y="546"/>
                  </a:cubicBezTo>
                  <a:cubicBezTo>
                    <a:pt x="0" y="546"/>
                    <a:pt x="18" y="371"/>
                    <a:pt x="74" y="290"/>
                  </a:cubicBezTo>
                  <a:cubicBezTo>
                    <a:pt x="129" y="209"/>
                    <a:pt x="124" y="211"/>
                    <a:pt x="134" y="191"/>
                  </a:cubicBezTo>
                  <a:cubicBezTo>
                    <a:pt x="144" y="170"/>
                    <a:pt x="200" y="33"/>
                    <a:pt x="493" y="0"/>
                  </a:cubicBezTo>
                  <a:close/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2238" name="Freeform 608">
              <a:extLst>
                <a:ext uri="{FF2B5EF4-FFF2-40B4-BE49-F238E27FC236}">
                  <a16:creationId xmlns:a16="http://schemas.microsoft.com/office/drawing/2014/main" id="{8E127292-2B28-48DB-8305-9DCC20D4E8A4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" y="1835"/>
              <a:ext cx="83" cy="102"/>
            </a:xfrm>
            <a:custGeom>
              <a:avLst/>
              <a:gdLst>
                <a:gd name="T0" fmla="*/ 34 w 78"/>
                <a:gd name="T1" fmla="*/ 0 h 95"/>
                <a:gd name="T2" fmla="*/ 19 w 78"/>
                <a:gd name="T3" fmla="*/ 67 h 95"/>
                <a:gd name="T4" fmla="*/ 45 w 78"/>
                <a:gd name="T5" fmla="*/ 101 h 95"/>
                <a:gd name="T6" fmla="*/ 94 w 78"/>
                <a:gd name="T7" fmla="*/ 114 h 95"/>
                <a:gd name="T8" fmla="*/ 59 w 78"/>
                <a:gd name="T9" fmla="*/ 94 h 95"/>
                <a:gd name="T10" fmla="*/ 42 w 78"/>
                <a:gd name="T11" fmla="*/ 65 h 95"/>
                <a:gd name="T12" fmla="*/ 23 w 78"/>
                <a:gd name="T13" fmla="*/ 46 h 95"/>
                <a:gd name="T14" fmla="*/ 37 w 78"/>
                <a:gd name="T15" fmla="*/ 5 h 9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8" h="95">
                  <a:moveTo>
                    <a:pt x="28" y="0"/>
                  </a:moveTo>
                  <a:cubicBezTo>
                    <a:pt x="14" y="14"/>
                    <a:pt x="0" y="36"/>
                    <a:pt x="16" y="54"/>
                  </a:cubicBezTo>
                  <a:cubicBezTo>
                    <a:pt x="25" y="64"/>
                    <a:pt x="30" y="71"/>
                    <a:pt x="37" y="82"/>
                  </a:cubicBezTo>
                  <a:cubicBezTo>
                    <a:pt x="46" y="95"/>
                    <a:pt x="62" y="92"/>
                    <a:pt x="78" y="92"/>
                  </a:cubicBezTo>
                  <a:cubicBezTo>
                    <a:pt x="69" y="88"/>
                    <a:pt x="56" y="83"/>
                    <a:pt x="49" y="76"/>
                  </a:cubicBezTo>
                  <a:cubicBezTo>
                    <a:pt x="43" y="69"/>
                    <a:pt x="42" y="59"/>
                    <a:pt x="35" y="53"/>
                  </a:cubicBezTo>
                  <a:cubicBezTo>
                    <a:pt x="30" y="47"/>
                    <a:pt x="22" y="45"/>
                    <a:pt x="20" y="37"/>
                  </a:cubicBezTo>
                  <a:cubicBezTo>
                    <a:pt x="18" y="29"/>
                    <a:pt x="24" y="10"/>
                    <a:pt x="31" y="5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2239" name="Freeform 609">
              <a:extLst>
                <a:ext uri="{FF2B5EF4-FFF2-40B4-BE49-F238E27FC236}">
                  <a16:creationId xmlns:a16="http://schemas.microsoft.com/office/drawing/2014/main" id="{4A6FB424-0DCC-4235-BCAC-F5397245B433}"/>
                </a:ext>
              </a:extLst>
            </p:cNvPr>
            <p:cNvSpPr>
              <a:spLocks/>
            </p:cNvSpPr>
            <p:nvPr/>
          </p:nvSpPr>
          <p:spPr bwMode="auto">
            <a:xfrm>
              <a:off x="678" y="1932"/>
              <a:ext cx="87" cy="268"/>
            </a:xfrm>
            <a:custGeom>
              <a:avLst/>
              <a:gdLst>
                <a:gd name="T0" fmla="*/ 100 w 81"/>
                <a:gd name="T1" fmla="*/ 0 h 251"/>
                <a:gd name="T2" fmla="*/ 45 w 81"/>
                <a:gd name="T3" fmla="*/ 154 h 251"/>
                <a:gd name="T4" fmla="*/ 40 w 81"/>
                <a:gd name="T5" fmla="*/ 233 h 251"/>
                <a:gd name="T6" fmla="*/ 46 w 81"/>
                <a:gd name="T7" fmla="*/ 304 h 251"/>
                <a:gd name="T8" fmla="*/ 83 w 81"/>
                <a:gd name="T9" fmla="*/ 291 h 251"/>
                <a:gd name="T10" fmla="*/ 34 w 81"/>
                <a:gd name="T11" fmla="*/ 284 h 251"/>
                <a:gd name="T12" fmla="*/ 64 w 81"/>
                <a:gd name="T13" fmla="*/ 247 h 251"/>
                <a:gd name="T14" fmla="*/ 54 w 81"/>
                <a:gd name="T15" fmla="*/ 220 h 251"/>
                <a:gd name="T16" fmla="*/ 57 w 81"/>
                <a:gd name="T17" fmla="*/ 147 h 251"/>
                <a:gd name="T18" fmla="*/ 100 w 81"/>
                <a:gd name="T19" fmla="*/ 0 h 25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1" h="251">
                  <a:moveTo>
                    <a:pt x="81" y="0"/>
                  </a:moveTo>
                  <a:cubicBezTo>
                    <a:pt x="81" y="0"/>
                    <a:pt x="32" y="91"/>
                    <a:pt x="36" y="126"/>
                  </a:cubicBezTo>
                  <a:cubicBezTo>
                    <a:pt x="41" y="161"/>
                    <a:pt x="42" y="178"/>
                    <a:pt x="32" y="191"/>
                  </a:cubicBezTo>
                  <a:cubicBezTo>
                    <a:pt x="21" y="203"/>
                    <a:pt x="0" y="247"/>
                    <a:pt x="37" y="250"/>
                  </a:cubicBezTo>
                  <a:cubicBezTo>
                    <a:pt x="46" y="251"/>
                    <a:pt x="58" y="247"/>
                    <a:pt x="67" y="240"/>
                  </a:cubicBezTo>
                  <a:cubicBezTo>
                    <a:pt x="67" y="240"/>
                    <a:pt x="33" y="250"/>
                    <a:pt x="28" y="233"/>
                  </a:cubicBezTo>
                  <a:cubicBezTo>
                    <a:pt x="24" y="217"/>
                    <a:pt x="34" y="195"/>
                    <a:pt x="52" y="202"/>
                  </a:cubicBezTo>
                  <a:cubicBezTo>
                    <a:pt x="52" y="202"/>
                    <a:pt x="41" y="196"/>
                    <a:pt x="44" y="181"/>
                  </a:cubicBezTo>
                  <a:cubicBezTo>
                    <a:pt x="48" y="166"/>
                    <a:pt x="48" y="132"/>
                    <a:pt x="46" y="121"/>
                  </a:cubicBezTo>
                  <a:cubicBezTo>
                    <a:pt x="43" y="111"/>
                    <a:pt x="42" y="80"/>
                    <a:pt x="81" y="0"/>
                  </a:cubicBezTo>
                  <a:close/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2240" name="Freeform 610">
              <a:extLst>
                <a:ext uri="{FF2B5EF4-FFF2-40B4-BE49-F238E27FC236}">
                  <a16:creationId xmlns:a16="http://schemas.microsoft.com/office/drawing/2014/main" id="{C89A08FD-ACA5-414C-B951-72C295ED80B1}"/>
                </a:ext>
              </a:extLst>
            </p:cNvPr>
            <p:cNvSpPr>
              <a:spLocks/>
            </p:cNvSpPr>
            <p:nvPr/>
          </p:nvSpPr>
          <p:spPr bwMode="auto">
            <a:xfrm>
              <a:off x="684" y="2221"/>
              <a:ext cx="81" cy="312"/>
            </a:xfrm>
            <a:custGeom>
              <a:avLst/>
              <a:gdLst>
                <a:gd name="T0" fmla="*/ 45 w 76"/>
                <a:gd name="T1" fmla="*/ 0 h 292"/>
                <a:gd name="T2" fmla="*/ 22 w 76"/>
                <a:gd name="T3" fmla="*/ 3 h 292"/>
                <a:gd name="T4" fmla="*/ 16 w 76"/>
                <a:gd name="T5" fmla="*/ 78 h 292"/>
                <a:gd name="T6" fmla="*/ 2 w 76"/>
                <a:gd name="T7" fmla="*/ 156 h 292"/>
                <a:gd name="T8" fmla="*/ 16 w 76"/>
                <a:gd name="T9" fmla="*/ 233 h 292"/>
                <a:gd name="T10" fmla="*/ 34 w 76"/>
                <a:gd name="T11" fmla="*/ 271 h 292"/>
                <a:gd name="T12" fmla="*/ 42 w 76"/>
                <a:gd name="T13" fmla="*/ 306 h 292"/>
                <a:gd name="T14" fmla="*/ 92 w 76"/>
                <a:gd name="T15" fmla="*/ 356 h 292"/>
                <a:gd name="T16" fmla="*/ 69 w 76"/>
                <a:gd name="T17" fmla="*/ 328 h 292"/>
                <a:gd name="T18" fmla="*/ 48 w 76"/>
                <a:gd name="T19" fmla="*/ 283 h 292"/>
                <a:gd name="T20" fmla="*/ 36 w 76"/>
                <a:gd name="T21" fmla="*/ 232 h 292"/>
                <a:gd name="T22" fmla="*/ 17 w 76"/>
                <a:gd name="T23" fmla="*/ 190 h 292"/>
                <a:gd name="T24" fmla="*/ 29 w 76"/>
                <a:gd name="T25" fmla="*/ 84 h 292"/>
                <a:gd name="T26" fmla="*/ 42 w 76"/>
                <a:gd name="T27" fmla="*/ 0 h 29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76" h="292">
                  <a:moveTo>
                    <a:pt x="37" y="0"/>
                  </a:moveTo>
                  <a:cubicBezTo>
                    <a:pt x="30" y="1"/>
                    <a:pt x="25" y="0"/>
                    <a:pt x="19" y="3"/>
                  </a:cubicBezTo>
                  <a:cubicBezTo>
                    <a:pt x="17" y="22"/>
                    <a:pt x="15" y="44"/>
                    <a:pt x="13" y="64"/>
                  </a:cubicBezTo>
                  <a:cubicBezTo>
                    <a:pt x="11" y="86"/>
                    <a:pt x="4" y="106"/>
                    <a:pt x="2" y="128"/>
                  </a:cubicBezTo>
                  <a:cubicBezTo>
                    <a:pt x="0" y="151"/>
                    <a:pt x="3" y="170"/>
                    <a:pt x="13" y="191"/>
                  </a:cubicBezTo>
                  <a:cubicBezTo>
                    <a:pt x="18" y="202"/>
                    <a:pt x="24" y="212"/>
                    <a:pt x="28" y="223"/>
                  </a:cubicBezTo>
                  <a:cubicBezTo>
                    <a:pt x="30" y="233"/>
                    <a:pt x="31" y="242"/>
                    <a:pt x="35" y="251"/>
                  </a:cubicBezTo>
                  <a:cubicBezTo>
                    <a:pt x="42" y="268"/>
                    <a:pt x="61" y="283"/>
                    <a:pt x="76" y="292"/>
                  </a:cubicBezTo>
                  <a:cubicBezTo>
                    <a:pt x="75" y="280"/>
                    <a:pt x="65" y="278"/>
                    <a:pt x="57" y="269"/>
                  </a:cubicBezTo>
                  <a:cubicBezTo>
                    <a:pt x="48" y="260"/>
                    <a:pt x="42" y="244"/>
                    <a:pt x="39" y="232"/>
                  </a:cubicBezTo>
                  <a:cubicBezTo>
                    <a:pt x="35" y="219"/>
                    <a:pt x="35" y="204"/>
                    <a:pt x="30" y="190"/>
                  </a:cubicBezTo>
                  <a:cubicBezTo>
                    <a:pt x="26" y="178"/>
                    <a:pt x="18" y="168"/>
                    <a:pt x="14" y="156"/>
                  </a:cubicBezTo>
                  <a:cubicBezTo>
                    <a:pt x="3" y="123"/>
                    <a:pt x="20" y="102"/>
                    <a:pt x="23" y="69"/>
                  </a:cubicBezTo>
                  <a:cubicBezTo>
                    <a:pt x="25" y="52"/>
                    <a:pt x="18" y="11"/>
                    <a:pt x="35" y="0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2241" name="Freeform 611">
              <a:extLst>
                <a:ext uri="{FF2B5EF4-FFF2-40B4-BE49-F238E27FC236}">
                  <a16:creationId xmlns:a16="http://schemas.microsoft.com/office/drawing/2014/main" id="{11F92F18-14B8-43B4-843E-5EB3A628FEF0}"/>
                </a:ext>
              </a:extLst>
            </p:cNvPr>
            <p:cNvSpPr>
              <a:spLocks/>
            </p:cNvSpPr>
            <p:nvPr/>
          </p:nvSpPr>
          <p:spPr bwMode="auto">
            <a:xfrm>
              <a:off x="797" y="2395"/>
              <a:ext cx="53" cy="116"/>
            </a:xfrm>
            <a:custGeom>
              <a:avLst/>
              <a:gdLst>
                <a:gd name="T0" fmla="*/ 13 w 50"/>
                <a:gd name="T1" fmla="*/ 0 h 109"/>
                <a:gd name="T2" fmla="*/ 6 w 50"/>
                <a:gd name="T3" fmla="*/ 77 h 109"/>
                <a:gd name="T4" fmla="*/ 59 w 50"/>
                <a:gd name="T5" fmla="*/ 119 h 109"/>
                <a:gd name="T6" fmla="*/ 16 w 50"/>
                <a:gd name="T7" fmla="*/ 70 h 109"/>
                <a:gd name="T8" fmla="*/ 8 w 50"/>
                <a:gd name="T9" fmla="*/ 11 h 10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109">
                  <a:moveTo>
                    <a:pt x="10" y="0"/>
                  </a:moveTo>
                  <a:cubicBezTo>
                    <a:pt x="6" y="19"/>
                    <a:pt x="0" y="45"/>
                    <a:pt x="6" y="64"/>
                  </a:cubicBezTo>
                  <a:cubicBezTo>
                    <a:pt x="10" y="76"/>
                    <a:pt x="34" y="109"/>
                    <a:pt x="50" y="99"/>
                  </a:cubicBezTo>
                  <a:cubicBezTo>
                    <a:pt x="30" y="91"/>
                    <a:pt x="18" y="80"/>
                    <a:pt x="13" y="58"/>
                  </a:cubicBezTo>
                  <a:cubicBezTo>
                    <a:pt x="9" y="43"/>
                    <a:pt x="4" y="24"/>
                    <a:pt x="8" y="8"/>
                  </a:cubicBezTo>
                </a:path>
              </a:pathLst>
            </a:custGeom>
            <a:solidFill>
              <a:srgbClr val="EFCA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2242" name="Freeform 612">
              <a:extLst>
                <a:ext uri="{FF2B5EF4-FFF2-40B4-BE49-F238E27FC236}">
                  <a16:creationId xmlns:a16="http://schemas.microsoft.com/office/drawing/2014/main" id="{B967EBCD-B97E-4716-8DAE-CE86DBD5270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3" y="941"/>
              <a:ext cx="122" cy="272"/>
            </a:xfrm>
            <a:custGeom>
              <a:avLst/>
              <a:gdLst>
                <a:gd name="T0" fmla="*/ 75 w 115"/>
                <a:gd name="T1" fmla="*/ 0 h 255"/>
                <a:gd name="T2" fmla="*/ 75 w 115"/>
                <a:gd name="T3" fmla="*/ 44 h 255"/>
                <a:gd name="T4" fmla="*/ 63 w 115"/>
                <a:gd name="T5" fmla="*/ 95 h 255"/>
                <a:gd name="T6" fmla="*/ 137 w 115"/>
                <a:gd name="T7" fmla="*/ 309 h 255"/>
                <a:gd name="T8" fmla="*/ 62 w 115"/>
                <a:gd name="T9" fmla="*/ 138 h 255"/>
                <a:gd name="T10" fmla="*/ 82 w 115"/>
                <a:gd name="T11" fmla="*/ 48 h 255"/>
                <a:gd name="T12" fmla="*/ 75 w 115"/>
                <a:gd name="T13" fmla="*/ 0 h 25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5" h="255">
                  <a:moveTo>
                    <a:pt x="63" y="0"/>
                  </a:moveTo>
                  <a:cubicBezTo>
                    <a:pt x="63" y="0"/>
                    <a:pt x="60" y="20"/>
                    <a:pt x="63" y="36"/>
                  </a:cubicBezTo>
                  <a:cubicBezTo>
                    <a:pt x="65" y="52"/>
                    <a:pt x="60" y="63"/>
                    <a:pt x="53" y="78"/>
                  </a:cubicBezTo>
                  <a:cubicBezTo>
                    <a:pt x="47" y="93"/>
                    <a:pt x="0" y="211"/>
                    <a:pt x="115" y="255"/>
                  </a:cubicBezTo>
                  <a:cubicBezTo>
                    <a:pt x="115" y="255"/>
                    <a:pt x="21" y="206"/>
                    <a:pt x="52" y="113"/>
                  </a:cubicBezTo>
                  <a:cubicBezTo>
                    <a:pt x="65" y="75"/>
                    <a:pt x="72" y="53"/>
                    <a:pt x="69" y="39"/>
                  </a:cubicBezTo>
                  <a:cubicBezTo>
                    <a:pt x="67" y="24"/>
                    <a:pt x="63" y="0"/>
                    <a:pt x="63" y="0"/>
                  </a:cubicBezTo>
                  <a:close/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2243" name="Freeform 613">
              <a:extLst>
                <a:ext uri="{FF2B5EF4-FFF2-40B4-BE49-F238E27FC236}">
                  <a16:creationId xmlns:a16="http://schemas.microsoft.com/office/drawing/2014/main" id="{341CC361-1178-430D-A5EE-4279164FD4A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2" y="1020"/>
              <a:ext cx="16" cy="82"/>
            </a:xfrm>
            <a:custGeom>
              <a:avLst/>
              <a:gdLst>
                <a:gd name="T0" fmla="*/ 0 w 15"/>
                <a:gd name="T1" fmla="*/ 0 h 77"/>
                <a:gd name="T2" fmla="*/ 14 w 15"/>
                <a:gd name="T3" fmla="*/ 43 h 77"/>
                <a:gd name="T4" fmla="*/ 4 w 15"/>
                <a:gd name="T5" fmla="*/ 93 h 77"/>
                <a:gd name="T6" fmla="*/ 6 w 15"/>
                <a:gd name="T7" fmla="*/ 42 h 77"/>
                <a:gd name="T8" fmla="*/ 2 w 15"/>
                <a:gd name="T9" fmla="*/ 4 h 7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77">
                  <a:moveTo>
                    <a:pt x="0" y="0"/>
                  </a:moveTo>
                  <a:cubicBezTo>
                    <a:pt x="4" y="12"/>
                    <a:pt x="7" y="24"/>
                    <a:pt x="11" y="36"/>
                  </a:cubicBezTo>
                  <a:cubicBezTo>
                    <a:pt x="15" y="51"/>
                    <a:pt x="4" y="62"/>
                    <a:pt x="4" y="77"/>
                  </a:cubicBezTo>
                  <a:cubicBezTo>
                    <a:pt x="0" y="64"/>
                    <a:pt x="8" y="49"/>
                    <a:pt x="6" y="35"/>
                  </a:cubicBezTo>
                  <a:cubicBezTo>
                    <a:pt x="5" y="25"/>
                    <a:pt x="2" y="15"/>
                    <a:pt x="2" y="4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2244" name="Freeform 614">
              <a:extLst>
                <a:ext uri="{FF2B5EF4-FFF2-40B4-BE49-F238E27FC236}">
                  <a16:creationId xmlns:a16="http://schemas.microsoft.com/office/drawing/2014/main" id="{5A537E76-973D-47D4-AA75-99E6FE65775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3" y="903"/>
              <a:ext cx="44" cy="32"/>
            </a:xfrm>
            <a:custGeom>
              <a:avLst/>
              <a:gdLst>
                <a:gd name="T0" fmla="*/ 50 w 41"/>
                <a:gd name="T1" fmla="*/ 0 h 30"/>
                <a:gd name="T2" fmla="*/ 47 w 41"/>
                <a:gd name="T3" fmla="*/ 7 h 30"/>
                <a:gd name="T4" fmla="*/ 30 w 41"/>
                <a:gd name="T5" fmla="*/ 20 h 30"/>
                <a:gd name="T6" fmla="*/ 13 w 41"/>
                <a:gd name="T7" fmla="*/ 27 h 30"/>
                <a:gd name="T8" fmla="*/ 0 w 41"/>
                <a:gd name="T9" fmla="*/ 36 h 30"/>
                <a:gd name="T10" fmla="*/ 17 w 41"/>
                <a:gd name="T11" fmla="*/ 29 h 30"/>
                <a:gd name="T12" fmla="*/ 34 w 41"/>
                <a:gd name="T13" fmla="*/ 20 h 30"/>
                <a:gd name="T14" fmla="*/ 49 w 41"/>
                <a:gd name="T15" fmla="*/ 0 h 3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1" h="30">
                  <a:moveTo>
                    <a:pt x="41" y="0"/>
                  </a:moveTo>
                  <a:cubicBezTo>
                    <a:pt x="40" y="1"/>
                    <a:pt x="39" y="5"/>
                    <a:pt x="38" y="7"/>
                  </a:cubicBezTo>
                  <a:cubicBezTo>
                    <a:pt x="34" y="11"/>
                    <a:pt x="29" y="15"/>
                    <a:pt x="24" y="17"/>
                  </a:cubicBezTo>
                  <a:cubicBezTo>
                    <a:pt x="19" y="19"/>
                    <a:pt x="14" y="19"/>
                    <a:pt x="10" y="22"/>
                  </a:cubicBezTo>
                  <a:cubicBezTo>
                    <a:pt x="7" y="24"/>
                    <a:pt x="3" y="28"/>
                    <a:pt x="0" y="30"/>
                  </a:cubicBezTo>
                  <a:cubicBezTo>
                    <a:pt x="3" y="26"/>
                    <a:pt x="10" y="24"/>
                    <a:pt x="14" y="23"/>
                  </a:cubicBezTo>
                  <a:cubicBezTo>
                    <a:pt x="19" y="21"/>
                    <a:pt x="24" y="19"/>
                    <a:pt x="28" y="17"/>
                  </a:cubicBezTo>
                  <a:cubicBezTo>
                    <a:pt x="34" y="14"/>
                    <a:pt x="41" y="7"/>
                    <a:pt x="40" y="0"/>
                  </a:cubicBezTo>
                </a:path>
              </a:pathLst>
            </a:custGeom>
            <a:solidFill>
              <a:srgbClr val="A57A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2245" name="Freeform 615">
              <a:extLst>
                <a:ext uri="{FF2B5EF4-FFF2-40B4-BE49-F238E27FC236}">
                  <a16:creationId xmlns:a16="http://schemas.microsoft.com/office/drawing/2014/main" id="{CCBA7CA5-D0C8-4D08-8316-D7DD5ACAE66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8" y="904"/>
              <a:ext cx="29" cy="20"/>
            </a:xfrm>
            <a:custGeom>
              <a:avLst/>
              <a:gdLst>
                <a:gd name="T0" fmla="*/ 0 w 28"/>
                <a:gd name="T1" fmla="*/ 0 h 18"/>
                <a:gd name="T2" fmla="*/ 6 w 28"/>
                <a:gd name="T3" fmla="*/ 8 h 18"/>
                <a:gd name="T4" fmla="*/ 12 w 28"/>
                <a:gd name="T5" fmla="*/ 14 h 18"/>
                <a:gd name="T6" fmla="*/ 24 w 28"/>
                <a:gd name="T7" fmla="*/ 22 h 18"/>
                <a:gd name="T8" fmla="*/ 31 w 28"/>
                <a:gd name="T9" fmla="*/ 24 h 18"/>
                <a:gd name="T10" fmla="*/ 13 w 28"/>
                <a:gd name="T11" fmla="*/ 12 h 18"/>
                <a:gd name="T12" fmla="*/ 0 w 28"/>
                <a:gd name="T13" fmla="*/ 1 h 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" h="18">
                  <a:moveTo>
                    <a:pt x="0" y="0"/>
                  </a:moveTo>
                  <a:cubicBezTo>
                    <a:pt x="1" y="2"/>
                    <a:pt x="4" y="4"/>
                    <a:pt x="6" y="5"/>
                  </a:cubicBezTo>
                  <a:cubicBezTo>
                    <a:pt x="8" y="7"/>
                    <a:pt x="10" y="9"/>
                    <a:pt x="12" y="11"/>
                  </a:cubicBezTo>
                  <a:cubicBezTo>
                    <a:pt x="15" y="13"/>
                    <a:pt x="18" y="15"/>
                    <a:pt x="21" y="16"/>
                  </a:cubicBezTo>
                  <a:cubicBezTo>
                    <a:pt x="23" y="17"/>
                    <a:pt x="26" y="18"/>
                    <a:pt x="28" y="18"/>
                  </a:cubicBezTo>
                  <a:cubicBezTo>
                    <a:pt x="23" y="15"/>
                    <a:pt x="17" y="13"/>
                    <a:pt x="13" y="9"/>
                  </a:cubicBezTo>
                  <a:cubicBezTo>
                    <a:pt x="9" y="6"/>
                    <a:pt x="5" y="2"/>
                    <a:pt x="0" y="1"/>
                  </a:cubicBezTo>
                </a:path>
              </a:pathLst>
            </a:custGeom>
            <a:solidFill>
              <a:srgbClr val="A57A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2246" name="Freeform 616">
              <a:extLst>
                <a:ext uri="{FF2B5EF4-FFF2-40B4-BE49-F238E27FC236}">
                  <a16:creationId xmlns:a16="http://schemas.microsoft.com/office/drawing/2014/main" id="{E61E6F52-7B7D-4C61-A2DB-69D7E29D3A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9" y="1096"/>
              <a:ext cx="43" cy="108"/>
            </a:xfrm>
            <a:custGeom>
              <a:avLst/>
              <a:gdLst>
                <a:gd name="T0" fmla="*/ 43 w 40"/>
                <a:gd name="T1" fmla="*/ 3 h 101"/>
                <a:gd name="T2" fmla="*/ 20 w 40"/>
                <a:gd name="T3" fmla="*/ 40 h 101"/>
                <a:gd name="T4" fmla="*/ 49 w 40"/>
                <a:gd name="T5" fmla="*/ 53 h 101"/>
                <a:gd name="T6" fmla="*/ 27 w 40"/>
                <a:gd name="T7" fmla="*/ 75 h 101"/>
                <a:gd name="T8" fmla="*/ 13 w 40"/>
                <a:gd name="T9" fmla="*/ 123 h 101"/>
                <a:gd name="T10" fmla="*/ 17 w 40"/>
                <a:gd name="T11" fmla="*/ 68 h 101"/>
                <a:gd name="T12" fmla="*/ 5 w 40"/>
                <a:gd name="T13" fmla="*/ 55 h 101"/>
                <a:gd name="T14" fmla="*/ 0 w 40"/>
                <a:gd name="T15" fmla="*/ 37 h 101"/>
                <a:gd name="T16" fmla="*/ 10 w 40"/>
                <a:gd name="T17" fmla="*/ 46 h 101"/>
                <a:gd name="T18" fmla="*/ 13 w 40"/>
                <a:gd name="T19" fmla="*/ 30 h 101"/>
                <a:gd name="T20" fmla="*/ 40 w 40"/>
                <a:gd name="T21" fmla="*/ 1 h 10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0" h="101">
                  <a:moveTo>
                    <a:pt x="34" y="3"/>
                  </a:moveTo>
                  <a:cubicBezTo>
                    <a:pt x="21" y="3"/>
                    <a:pt x="10" y="21"/>
                    <a:pt x="17" y="33"/>
                  </a:cubicBezTo>
                  <a:cubicBezTo>
                    <a:pt x="21" y="41"/>
                    <a:pt x="32" y="43"/>
                    <a:pt x="40" y="44"/>
                  </a:cubicBezTo>
                  <a:cubicBezTo>
                    <a:pt x="27" y="42"/>
                    <a:pt x="21" y="48"/>
                    <a:pt x="21" y="61"/>
                  </a:cubicBezTo>
                  <a:cubicBezTo>
                    <a:pt x="22" y="76"/>
                    <a:pt x="20" y="89"/>
                    <a:pt x="10" y="101"/>
                  </a:cubicBezTo>
                  <a:cubicBezTo>
                    <a:pt x="14" y="87"/>
                    <a:pt x="25" y="70"/>
                    <a:pt x="14" y="56"/>
                  </a:cubicBezTo>
                  <a:cubicBezTo>
                    <a:pt x="11" y="53"/>
                    <a:pt x="7" y="49"/>
                    <a:pt x="5" y="45"/>
                  </a:cubicBezTo>
                  <a:cubicBezTo>
                    <a:pt x="3" y="40"/>
                    <a:pt x="2" y="35"/>
                    <a:pt x="0" y="31"/>
                  </a:cubicBezTo>
                  <a:cubicBezTo>
                    <a:pt x="1" y="34"/>
                    <a:pt x="4" y="39"/>
                    <a:pt x="7" y="37"/>
                  </a:cubicBezTo>
                  <a:cubicBezTo>
                    <a:pt x="9" y="36"/>
                    <a:pt x="10" y="26"/>
                    <a:pt x="10" y="24"/>
                  </a:cubicBezTo>
                  <a:cubicBezTo>
                    <a:pt x="13" y="14"/>
                    <a:pt x="20" y="0"/>
                    <a:pt x="32" y="1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2247" name="Freeform 617">
              <a:extLst>
                <a:ext uri="{FF2B5EF4-FFF2-40B4-BE49-F238E27FC236}">
                  <a16:creationId xmlns:a16="http://schemas.microsoft.com/office/drawing/2014/main" id="{17AB1382-555F-4C87-9DC3-3B41C0387AC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7" y="1095"/>
              <a:ext cx="23" cy="24"/>
            </a:xfrm>
            <a:custGeom>
              <a:avLst/>
              <a:gdLst>
                <a:gd name="T0" fmla="*/ 0 w 22"/>
                <a:gd name="T1" fmla="*/ 2 h 22"/>
                <a:gd name="T2" fmla="*/ 14 w 22"/>
                <a:gd name="T3" fmla="*/ 11 h 22"/>
                <a:gd name="T4" fmla="*/ 20 w 22"/>
                <a:gd name="T5" fmla="*/ 28 h 22"/>
                <a:gd name="T6" fmla="*/ 17 w 22"/>
                <a:gd name="T7" fmla="*/ 9 h 22"/>
                <a:gd name="T8" fmla="*/ 1 w 22"/>
                <a:gd name="T9" fmla="*/ 2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2">
                  <a:moveTo>
                    <a:pt x="0" y="2"/>
                  </a:moveTo>
                  <a:cubicBezTo>
                    <a:pt x="4" y="4"/>
                    <a:pt x="7" y="5"/>
                    <a:pt x="11" y="8"/>
                  </a:cubicBezTo>
                  <a:cubicBezTo>
                    <a:pt x="16" y="12"/>
                    <a:pt x="16" y="17"/>
                    <a:pt x="17" y="22"/>
                  </a:cubicBezTo>
                  <a:cubicBezTo>
                    <a:pt x="22" y="18"/>
                    <a:pt x="19" y="8"/>
                    <a:pt x="14" y="6"/>
                  </a:cubicBezTo>
                  <a:cubicBezTo>
                    <a:pt x="11" y="4"/>
                    <a:pt x="4" y="0"/>
                    <a:pt x="1" y="2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2248" name="Freeform 618">
              <a:extLst>
                <a:ext uri="{FF2B5EF4-FFF2-40B4-BE49-F238E27FC236}">
                  <a16:creationId xmlns:a16="http://schemas.microsoft.com/office/drawing/2014/main" id="{4EA0D1A8-4851-4411-88DD-0C9FB8CC5BAB}"/>
                </a:ext>
              </a:extLst>
            </p:cNvPr>
            <p:cNvSpPr>
              <a:spLocks/>
            </p:cNvSpPr>
            <p:nvPr/>
          </p:nvSpPr>
          <p:spPr bwMode="auto">
            <a:xfrm>
              <a:off x="814" y="2119"/>
              <a:ext cx="139" cy="151"/>
            </a:xfrm>
            <a:custGeom>
              <a:avLst/>
              <a:gdLst>
                <a:gd name="T0" fmla="*/ 159 w 130"/>
                <a:gd name="T1" fmla="*/ 1 h 142"/>
                <a:gd name="T2" fmla="*/ 151 w 130"/>
                <a:gd name="T3" fmla="*/ 34 h 142"/>
                <a:gd name="T4" fmla="*/ 132 w 130"/>
                <a:gd name="T5" fmla="*/ 55 h 142"/>
                <a:gd name="T6" fmla="*/ 93 w 130"/>
                <a:gd name="T7" fmla="*/ 97 h 142"/>
                <a:gd name="T8" fmla="*/ 81 w 130"/>
                <a:gd name="T9" fmla="*/ 135 h 142"/>
                <a:gd name="T10" fmla="*/ 64 w 130"/>
                <a:gd name="T11" fmla="*/ 171 h 142"/>
                <a:gd name="T12" fmla="*/ 0 w 130"/>
                <a:gd name="T13" fmla="*/ 112 h 142"/>
                <a:gd name="T14" fmla="*/ 80 w 130"/>
                <a:gd name="T15" fmla="*/ 122 h 142"/>
                <a:gd name="T16" fmla="*/ 66 w 130"/>
                <a:gd name="T17" fmla="*/ 77 h 142"/>
                <a:gd name="T18" fmla="*/ 34 w 130"/>
                <a:gd name="T19" fmla="*/ 53 h 142"/>
                <a:gd name="T20" fmla="*/ 117 w 130"/>
                <a:gd name="T21" fmla="*/ 66 h 142"/>
                <a:gd name="T22" fmla="*/ 139 w 130"/>
                <a:gd name="T23" fmla="*/ 31 h 142"/>
                <a:gd name="T24" fmla="*/ 155 w 130"/>
                <a:gd name="T25" fmla="*/ 0 h 14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30" h="142">
                  <a:moveTo>
                    <a:pt x="130" y="1"/>
                  </a:moveTo>
                  <a:cubicBezTo>
                    <a:pt x="128" y="10"/>
                    <a:pt x="128" y="19"/>
                    <a:pt x="123" y="28"/>
                  </a:cubicBezTo>
                  <a:cubicBezTo>
                    <a:pt x="120" y="35"/>
                    <a:pt x="114" y="40"/>
                    <a:pt x="108" y="46"/>
                  </a:cubicBezTo>
                  <a:cubicBezTo>
                    <a:pt x="98" y="57"/>
                    <a:pt x="82" y="69"/>
                    <a:pt x="76" y="81"/>
                  </a:cubicBezTo>
                  <a:cubicBezTo>
                    <a:pt x="72" y="93"/>
                    <a:pt x="74" y="102"/>
                    <a:pt x="66" y="112"/>
                  </a:cubicBezTo>
                  <a:cubicBezTo>
                    <a:pt x="58" y="122"/>
                    <a:pt x="52" y="128"/>
                    <a:pt x="52" y="142"/>
                  </a:cubicBezTo>
                  <a:cubicBezTo>
                    <a:pt x="49" y="113"/>
                    <a:pt x="18" y="108"/>
                    <a:pt x="0" y="93"/>
                  </a:cubicBezTo>
                  <a:cubicBezTo>
                    <a:pt x="14" y="97"/>
                    <a:pt x="51" y="123"/>
                    <a:pt x="65" y="102"/>
                  </a:cubicBezTo>
                  <a:cubicBezTo>
                    <a:pt x="71" y="92"/>
                    <a:pt x="61" y="72"/>
                    <a:pt x="54" y="64"/>
                  </a:cubicBezTo>
                  <a:cubicBezTo>
                    <a:pt x="47" y="57"/>
                    <a:pt x="34" y="53"/>
                    <a:pt x="28" y="44"/>
                  </a:cubicBezTo>
                  <a:cubicBezTo>
                    <a:pt x="49" y="55"/>
                    <a:pt x="73" y="84"/>
                    <a:pt x="95" y="55"/>
                  </a:cubicBezTo>
                  <a:cubicBezTo>
                    <a:pt x="102" y="46"/>
                    <a:pt x="108" y="35"/>
                    <a:pt x="114" y="25"/>
                  </a:cubicBezTo>
                  <a:cubicBezTo>
                    <a:pt x="118" y="18"/>
                    <a:pt x="128" y="8"/>
                    <a:pt x="127" y="0"/>
                  </a:cubicBezTo>
                </a:path>
              </a:pathLst>
            </a:custGeom>
            <a:solidFill>
              <a:srgbClr val="EFCA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2249" name="Freeform 619">
              <a:extLst>
                <a:ext uri="{FF2B5EF4-FFF2-40B4-BE49-F238E27FC236}">
                  <a16:creationId xmlns:a16="http://schemas.microsoft.com/office/drawing/2014/main" id="{58D94696-8921-4DB1-88E6-1987E41D618D}"/>
                </a:ext>
              </a:extLst>
            </p:cNvPr>
            <p:cNvSpPr>
              <a:spLocks/>
            </p:cNvSpPr>
            <p:nvPr/>
          </p:nvSpPr>
          <p:spPr bwMode="auto">
            <a:xfrm>
              <a:off x="926" y="1924"/>
              <a:ext cx="36" cy="239"/>
            </a:xfrm>
            <a:custGeom>
              <a:avLst/>
              <a:gdLst>
                <a:gd name="T0" fmla="*/ 35 w 34"/>
                <a:gd name="T1" fmla="*/ 107 h 224"/>
                <a:gd name="T2" fmla="*/ 33 w 34"/>
                <a:gd name="T3" fmla="*/ 209 h 224"/>
                <a:gd name="T4" fmla="*/ 26 w 34"/>
                <a:gd name="T5" fmla="*/ 242 h 224"/>
                <a:gd name="T6" fmla="*/ 0 w 34"/>
                <a:gd name="T7" fmla="*/ 272 h 224"/>
                <a:gd name="T8" fmla="*/ 19 w 34"/>
                <a:gd name="T9" fmla="*/ 210 h 224"/>
                <a:gd name="T10" fmla="*/ 21 w 34"/>
                <a:gd name="T11" fmla="*/ 129 h 224"/>
                <a:gd name="T12" fmla="*/ 40 w 34"/>
                <a:gd name="T13" fmla="*/ 0 h 2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4" h="224">
                  <a:moveTo>
                    <a:pt x="29" y="88"/>
                  </a:moveTo>
                  <a:cubicBezTo>
                    <a:pt x="25" y="116"/>
                    <a:pt x="28" y="144"/>
                    <a:pt x="27" y="172"/>
                  </a:cubicBezTo>
                  <a:cubicBezTo>
                    <a:pt x="27" y="181"/>
                    <a:pt x="27" y="191"/>
                    <a:pt x="23" y="200"/>
                  </a:cubicBezTo>
                  <a:cubicBezTo>
                    <a:pt x="19" y="211"/>
                    <a:pt x="9" y="216"/>
                    <a:pt x="0" y="224"/>
                  </a:cubicBezTo>
                  <a:cubicBezTo>
                    <a:pt x="11" y="211"/>
                    <a:pt x="14" y="189"/>
                    <a:pt x="16" y="173"/>
                  </a:cubicBezTo>
                  <a:cubicBezTo>
                    <a:pt x="18" y="151"/>
                    <a:pt x="17" y="128"/>
                    <a:pt x="18" y="106"/>
                  </a:cubicBezTo>
                  <a:cubicBezTo>
                    <a:pt x="21" y="70"/>
                    <a:pt x="20" y="34"/>
                    <a:pt x="34" y="0"/>
                  </a:cubicBezTo>
                </a:path>
              </a:pathLst>
            </a:custGeom>
            <a:solidFill>
              <a:srgbClr val="EFCA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2250" name="Freeform 620">
              <a:extLst>
                <a:ext uri="{FF2B5EF4-FFF2-40B4-BE49-F238E27FC236}">
                  <a16:creationId xmlns:a16="http://schemas.microsoft.com/office/drawing/2014/main" id="{AF756E6C-F3D2-4CF1-84D1-2D4D8020A514}"/>
                </a:ext>
              </a:extLst>
            </p:cNvPr>
            <p:cNvSpPr>
              <a:spLocks/>
            </p:cNvSpPr>
            <p:nvPr/>
          </p:nvSpPr>
          <p:spPr bwMode="auto">
            <a:xfrm>
              <a:off x="843" y="2291"/>
              <a:ext cx="50" cy="160"/>
            </a:xfrm>
            <a:custGeom>
              <a:avLst/>
              <a:gdLst>
                <a:gd name="T0" fmla="*/ 33 w 47"/>
                <a:gd name="T1" fmla="*/ 0 h 150"/>
                <a:gd name="T2" fmla="*/ 33 w 47"/>
                <a:gd name="T3" fmla="*/ 86 h 150"/>
                <a:gd name="T4" fmla="*/ 21 w 47"/>
                <a:gd name="T5" fmla="*/ 178 h 150"/>
                <a:gd name="T6" fmla="*/ 0 w 47"/>
                <a:gd name="T7" fmla="*/ 182 h 150"/>
                <a:gd name="T8" fmla="*/ 16 w 47"/>
                <a:gd name="T9" fmla="*/ 134 h 150"/>
                <a:gd name="T10" fmla="*/ 21 w 47"/>
                <a:gd name="T11" fmla="*/ 84 h 150"/>
                <a:gd name="T12" fmla="*/ 33 w 47"/>
                <a:gd name="T13" fmla="*/ 36 h 150"/>
                <a:gd name="T14" fmla="*/ 34 w 47"/>
                <a:gd name="T15" fmla="*/ 0 h 15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7" h="150">
                  <a:moveTo>
                    <a:pt x="27" y="0"/>
                  </a:moveTo>
                  <a:cubicBezTo>
                    <a:pt x="47" y="15"/>
                    <a:pt x="31" y="52"/>
                    <a:pt x="27" y="71"/>
                  </a:cubicBezTo>
                  <a:cubicBezTo>
                    <a:pt x="22" y="96"/>
                    <a:pt x="19" y="121"/>
                    <a:pt x="18" y="147"/>
                  </a:cubicBezTo>
                  <a:cubicBezTo>
                    <a:pt x="12" y="144"/>
                    <a:pt x="6" y="149"/>
                    <a:pt x="0" y="150"/>
                  </a:cubicBezTo>
                  <a:cubicBezTo>
                    <a:pt x="7" y="143"/>
                    <a:pt x="11" y="122"/>
                    <a:pt x="13" y="111"/>
                  </a:cubicBezTo>
                  <a:cubicBezTo>
                    <a:pt x="15" y="97"/>
                    <a:pt x="15" y="83"/>
                    <a:pt x="18" y="69"/>
                  </a:cubicBezTo>
                  <a:cubicBezTo>
                    <a:pt x="20" y="55"/>
                    <a:pt x="25" y="43"/>
                    <a:pt x="27" y="30"/>
                  </a:cubicBezTo>
                  <a:cubicBezTo>
                    <a:pt x="29" y="20"/>
                    <a:pt x="28" y="10"/>
                    <a:pt x="28" y="0"/>
                  </a:cubicBezTo>
                </a:path>
              </a:pathLst>
            </a:custGeom>
            <a:solidFill>
              <a:srgbClr val="EFCA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2251" name="Freeform 621">
              <a:extLst>
                <a:ext uri="{FF2B5EF4-FFF2-40B4-BE49-F238E27FC236}">
                  <a16:creationId xmlns:a16="http://schemas.microsoft.com/office/drawing/2014/main" id="{BF6238D4-F820-4770-AD47-EA62B96A8EAB}"/>
                </a:ext>
              </a:extLst>
            </p:cNvPr>
            <p:cNvSpPr>
              <a:spLocks/>
            </p:cNvSpPr>
            <p:nvPr/>
          </p:nvSpPr>
          <p:spPr bwMode="auto">
            <a:xfrm>
              <a:off x="768" y="2356"/>
              <a:ext cx="57" cy="35"/>
            </a:xfrm>
            <a:custGeom>
              <a:avLst/>
              <a:gdLst>
                <a:gd name="T0" fmla="*/ 0 w 53"/>
                <a:gd name="T1" fmla="*/ 12 h 33"/>
                <a:gd name="T2" fmla="*/ 40 w 53"/>
                <a:gd name="T3" fmla="*/ 14 h 33"/>
                <a:gd name="T4" fmla="*/ 66 w 53"/>
                <a:gd name="T5" fmla="*/ 39 h 33"/>
                <a:gd name="T6" fmla="*/ 41 w 53"/>
                <a:gd name="T7" fmla="*/ 4 h 33"/>
                <a:gd name="T8" fmla="*/ 22 w 53"/>
                <a:gd name="T9" fmla="*/ 1 h 33"/>
                <a:gd name="T10" fmla="*/ 4 w 53"/>
                <a:gd name="T11" fmla="*/ 8 h 3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3" h="33">
                  <a:moveTo>
                    <a:pt x="0" y="9"/>
                  </a:moveTo>
                  <a:cubicBezTo>
                    <a:pt x="4" y="2"/>
                    <a:pt x="25" y="9"/>
                    <a:pt x="32" y="11"/>
                  </a:cubicBezTo>
                  <a:cubicBezTo>
                    <a:pt x="44" y="15"/>
                    <a:pt x="47" y="22"/>
                    <a:pt x="53" y="33"/>
                  </a:cubicBezTo>
                  <a:cubicBezTo>
                    <a:pt x="53" y="19"/>
                    <a:pt x="46" y="9"/>
                    <a:pt x="33" y="4"/>
                  </a:cubicBezTo>
                  <a:cubicBezTo>
                    <a:pt x="29" y="1"/>
                    <a:pt x="24" y="0"/>
                    <a:pt x="18" y="1"/>
                  </a:cubicBezTo>
                  <a:cubicBezTo>
                    <a:pt x="13" y="2"/>
                    <a:pt x="9" y="7"/>
                    <a:pt x="4" y="8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2252" name="Freeform 622">
              <a:extLst>
                <a:ext uri="{FF2B5EF4-FFF2-40B4-BE49-F238E27FC236}">
                  <a16:creationId xmlns:a16="http://schemas.microsoft.com/office/drawing/2014/main" id="{47C68A41-70C2-483E-97F6-7F1CF5F12A0B}"/>
                </a:ext>
              </a:extLst>
            </p:cNvPr>
            <p:cNvSpPr>
              <a:spLocks/>
            </p:cNvSpPr>
            <p:nvPr/>
          </p:nvSpPr>
          <p:spPr bwMode="auto">
            <a:xfrm>
              <a:off x="751" y="2390"/>
              <a:ext cx="50" cy="139"/>
            </a:xfrm>
            <a:custGeom>
              <a:avLst/>
              <a:gdLst>
                <a:gd name="T0" fmla="*/ 36 w 47"/>
                <a:gd name="T1" fmla="*/ 0 h 130"/>
                <a:gd name="T2" fmla="*/ 33 w 47"/>
                <a:gd name="T3" fmla="*/ 21 h 130"/>
                <a:gd name="T4" fmla="*/ 22 w 47"/>
                <a:gd name="T5" fmla="*/ 40 h 130"/>
                <a:gd name="T6" fmla="*/ 21 w 47"/>
                <a:gd name="T7" fmla="*/ 76 h 130"/>
                <a:gd name="T8" fmla="*/ 36 w 47"/>
                <a:gd name="T9" fmla="*/ 117 h 130"/>
                <a:gd name="T10" fmla="*/ 56 w 47"/>
                <a:gd name="T11" fmla="*/ 159 h 130"/>
                <a:gd name="T12" fmla="*/ 47 w 47"/>
                <a:gd name="T13" fmla="*/ 139 h 130"/>
                <a:gd name="T14" fmla="*/ 30 w 47"/>
                <a:gd name="T15" fmla="*/ 122 h 130"/>
                <a:gd name="T16" fmla="*/ 7 w 47"/>
                <a:gd name="T17" fmla="*/ 70 h 130"/>
                <a:gd name="T18" fmla="*/ 2 w 47"/>
                <a:gd name="T19" fmla="*/ 49 h 130"/>
                <a:gd name="T20" fmla="*/ 7 w 47"/>
                <a:gd name="T21" fmla="*/ 40 h 130"/>
                <a:gd name="T22" fmla="*/ 34 w 47"/>
                <a:gd name="T23" fmla="*/ 1 h 13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7" h="130">
                  <a:moveTo>
                    <a:pt x="30" y="0"/>
                  </a:moveTo>
                  <a:cubicBezTo>
                    <a:pt x="28" y="6"/>
                    <a:pt x="29" y="12"/>
                    <a:pt x="27" y="18"/>
                  </a:cubicBezTo>
                  <a:cubicBezTo>
                    <a:pt x="25" y="24"/>
                    <a:pt x="22" y="28"/>
                    <a:pt x="19" y="33"/>
                  </a:cubicBezTo>
                  <a:cubicBezTo>
                    <a:pt x="13" y="43"/>
                    <a:pt x="17" y="51"/>
                    <a:pt x="18" y="62"/>
                  </a:cubicBezTo>
                  <a:cubicBezTo>
                    <a:pt x="19" y="77"/>
                    <a:pt x="20" y="85"/>
                    <a:pt x="30" y="95"/>
                  </a:cubicBezTo>
                  <a:cubicBezTo>
                    <a:pt x="39" y="104"/>
                    <a:pt x="46" y="117"/>
                    <a:pt x="47" y="130"/>
                  </a:cubicBezTo>
                  <a:cubicBezTo>
                    <a:pt x="44" y="126"/>
                    <a:pt x="42" y="118"/>
                    <a:pt x="39" y="114"/>
                  </a:cubicBezTo>
                  <a:cubicBezTo>
                    <a:pt x="35" y="109"/>
                    <a:pt x="29" y="104"/>
                    <a:pt x="24" y="100"/>
                  </a:cubicBezTo>
                  <a:cubicBezTo>
                    <a:pt x="8" y="88"/>
                    <a:pt x="8" y="77"/>
                    <a:pt x="7" y="57"/>
                  </a:cubicBezTo>
                  <a:cubicBezTo>
                    <a:pt x="6" y="50"/>
                    <a:pt x="3" y="46"/>
                    <a:pt x="2" y="40"/>
                  </a:cubicBezTo>
                  <a:cubicBezTo>
                    <a:pt x="0" y="32"/>
                    <a:pt x="1" y="36"/>
                    <a:pt x="7" y="33"/>
                  </a:cubicBezTo>
                  <a:cubicBezTo>
                    <a:pt x="17" y="28"/>
                    <a:pt x="24" y="12"/>
                    <a:pt x="28" y="1"/>
                  </a:cubicBezTo>
                </a:path>
              </a:pathLst>
            </a:custGeom>
            <a:solidFill>
              <a:srgbClr val="EFCA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2253" name="Freeform 623">
              <a:extLst>
                <a:ext uri="{FF2B5EF4-FFF2-40B4-BE49-F238E27FC236}">
                  <a16:creationId xmlns:a16="http://schemas.microsoft.com/office/drawing/2014/main" id="{7C3E9C15-9AC5-48FA-A23B-D33AE25F204B}"/>
                </a:ext>
              </a:extLst>
            </p:cNvPr>
            <p:cNvSpPr>
              <a:spLocks/>
            </p:cNvSpPr>
            <p:nvPr/>
          </p:nvSpPr>
          <p:spPr bwMode="auto">
            <a:xfrm>
              <a:off x="795" y="1944"/>
              <a:ext cx="85" cy="33"/>
            </a:xfrm>
            <a:custGeom>
              <a:avLst/>
              <a:gdLst>
                <a:gd name="T0" fmla="*/ 0 w 80"/>
                <a:gd name="T1" fmla="*/ 0 h 31"/>
                <a:gd name="T2" fmla="*/ 22 w 80"/>
                <a:gd name="T3" fmla="*/ 7 h 31"/>
                <a:gd name="T4" fmla="*/ 49 w 80"/>
                <a:gd name="T5" fmla="*/ 14 h 31"/>
                <a:gd name="T6" fmla="*/ 96 w 80"/>
                <a:gd name="T7" fmla="*/ 33 h 31"/>
                <a:gd name="T8" fmla="*/ 49 w 80"/>
                <a:gd name="T9" fmla="*/ 19 h 31"/>
                <a:gd name="T10" fmla="*/ 24 w 80"/>
                <a:gd name="T11" fmla="*/ 17 h 31"/>
                <a:gd name="T12" fmla="*/ 2 w 80"/>
                <a:gd name="T13" fmla="*/ 4 h 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0" h="31">
                  <a:moveTo>
                    <a:pt x="0" y="0"/>
                  </a:moveTo>
                  <a:cubicBezTo>
                    <a:pt x="6" y="0"/>
                    <a:pt x="12" y="6"/>
                    <a:pt x="19" y="7"/>
                  </a:cubicBezTo>
                  <a:cubicBezTo>
                    <a:pt x="26" y="9"/>
                    <a:pt x="33" y="8"/>
                    <a:pt x="40" y="11"/>
                  </a:cubicBezTo>
                  <a:cubicBezTo>
                    <a:pt x="54" y="15"/>
                    <a:pt x="68" y="20"/>
                    <a:pt x="80" y="27"/>
                  </a:cubicBezTo>
                  <a:cubicBezTo>
                    <a:pt x="67" y="31"/>
                    <a:pt x="52" y="21"/>
                    <a:pt x="40" y="16"/>
                  </a:cubicBezTo>
                  <a:cubicBezTo>
                    <a:pt x="34" y="14"/>
                    <a:pt x="27" y="15"/>
                    <a:pt x="21" y="14"/>
                  </a:cubicBezTo>
                  <a:cubicBezTo>
                    <a:pt x="11" y="13"/>
                    <a:pt x="8" y="9"/>
                    <a:pt x="2" y="4"/>
                  </a:cubicBezTo>
                </a:path>
              </a:pathLst>
            </a:custGeom>
            <a:solidFill>
              <a:srgbClr val="EFCA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2254" name="Freeform 624">
              <a:extLst>
                <a:ext uri="{FF2B5EF4-FFF2-40B4-BE49-F238E27FC236}">
                  <a16:creationId xmlns:a16="http://schemas.microsoft.com/office/drawing/2014/main" id="{6CCE97A7-627A-4734-8B89-24C3077A7B2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2" y="2195"/>
              <a:ext cx="167" cy="213"/>
            </a:xfrm>
            <a:custGeom>
              <a:avLst/>
              <a:gdLst>
                <a:gd name="T0" fmla="*/ 0 w 157"/>
                <a:gd name="T1" fmla="*/ 31 h 200"/>
                <a:gd name="T2" fmla="*/ 55 w 157"/>
                <a:gd name="T3" fmla="*/ 33 h 200"/>
                <a:gd name="T4" fmla="*/ 83 w 157"/>
                <a:gd name="T5" fmla="*/ 110 h 200"/>
                <a:gd name="T6" fmla="*/ 189 w 157"/>
                <a:gd name="T7" fmla="*/ 242 h 200"/>
                <a:gd name="T8" fmla="*/ 67 w 157"/>
                <a:gd name="T9" fmla="*/ 118 h 200"/>
                <a:gd name="T10" fmla="*/ 46 w 157"/>
                <a:gd name="T11" fmla="*/ 53 h 200"/>
                <a:gd name="T12" fmla="*/ 12 w 157"/>
                <a:gd name="T13" fmla="*/ 38 h 20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7" h="200">
                  <a:moveTo>
                    <a:pt x="0" y="25"/>
                  </a:moveTo>
                  <a:cubicBezTo>
                    <a:pt x="17" y="12"/>
                    <a:pt x="35" y="0"/>
                    <a:pt x="46" y="27"/>
                  </a:cubicBezTo>
                  <a:cubicBezTo>
                    <a:pt x="54" y="48"/>
                    <a:pt x="58" y="69"/>
                    <a:pt x="69" y="91"/>
                  </a:cubicBezTo>
                  <a:cubicBezTo>
                    <a:pt x="93" y="137"/>
                    <a:pt x="112" y="173"/>
                    <a:pt x="157" y="200"/>
                  </a:cubicBezTo>
                  <a:cubicBezTo>
                    <a:pt x="119" y="197"/>
                    <a:pt x="75" y="128"/>
                    <a:pt x="55" y="98"/>
                  </a:cubicBezTo>
                  <a:cubicBezTo>
                    <a:pt x="43" y="80"/>
                    <a:pt x="45" y="64"/>
                    <a:pt x="38" y="44"/>
                  </a:cubicBezTo>
                  <a:cubicBezTo>
                    <a:pt x="33" y="28"/>
                    <a:pt x="25" y="31"/>
                    <a:pt x="9" y="32"/>
                  </a:cubicBezTo>
                </a:path>
              </a:pathLst>
            </a:custGeom>
            <a:solidFill>
              <a:srgbClr val="EFCA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2255" name="Freeform 625">
              <a:extLst>
                <a:ext uri="{FF2B5EF4-FFF2-40B4-BE49-F238E27FC236}">
                  <a16:creationId xmlns:a16="http://schemas.microsoft.com/office/drawing/2014/main" id="{CF4F950A-2093-45DF-BB1C-25367D9603D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" y="2291"/>
              <a:ext cx="141" cy="84"/>
            </a:xfrm>
            <a:custGeom>
              <a:avLst/>
              <a:gdLst>
                <a:gd name="T0" fmla="*/ 108 w 132"/>
                <a:gd name="T1" fmla="*/ 28 h 79"/>
                <a:gd name="T2" fmla="*/ 0 w 132"/>
                <a:gd name="T3" fmla="*/ 3 h 79"/>
                <a:gd name="T4" fmla="*/ 89 w 132"/>
                <a:gd name="T5" fmla="*/ 40 h 79"/>
                <a:gd name="T6" fmla="*/ 161 w 132"/>
                <a:gd name="T7" fmla="*/ 95 h 7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2" h="79">
                  <a:moveTo>
                    <a:pt x="89" y="23"/>
                  </a:moveTo>
                  <a:cubicBezTo>
                    <a:pt x="81" y="0"/>
                    <a:pt x="21" y="2"/>
                    <a:pt x="0" y="3"/>
                  </a:cubicBezTo>
                  <a:cubicBezTo>
                    <a:pt x="29" y="8"/>
                    <a:pt x="50" y="16"/>
                    <a:pt x="73" y="34"/>
                  </a:cubicBezTo>
                  <a:cubicBezTo>
                    <a:pt x="88" y="45"/>
                    <a:pt x="129" y="69"/>
                    <a:pt x="132" y="79"/>
                  </a:cubicBezTo>
                </a:path>
              </a:pathLst>
            </a:custGeom>
            <a:solidFill>
              <a:srgbClr val="EFCA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2256" name="Freeform 626">
              <a:extLst>
                <a:ext uri="{FF2B5EF4-FFF2-40B4-BE49-F238E27FC236}">
                  <a16:creationId xmlns:a16="http://schemas.microsoft.com/office/drawing/2014/main" id="{49A43BE7-8E58-48CD-8EC7-EDEB99F0E0A5}"/>
                </a:ext>
              </a:extLst>
            </p:cNvPr>
            <p:cNvSpPr>
              <a:spLocks/>
            </p:cNvSpPr>
            <p:nvPr/>
          </p:nvSpPr>
          <p:spPr bwMode="auto">
            <a:xfrm>
              <a:off x="907" y="2329"/>
              <a:ext cx="109" cy="673"/>
            </a:xfrm>
            <a:custGeom>
              <a:avLst/>
              <a:gdLst>
                <a:gd name="T0" fmla="*/ 67 w 102"/>
                <a:gd name="T1" fmla="*/ 0 h 631"/>
                <a:gd name="T2" fmla="*/ 16 w 102"/>
                <a:gd name="T3" fmla="*/ 446 h 631"/>
                <a:gd name="T4" fmla="*/ 124 w 102"/>
                <a:gd name="T5" fmla="*/ 766 h 631"/>
                <a:gd name="T6" fmla="*/ 38 w 102"/>
                <a:gd name="T7" fmla="*/ 440 h 631"/>
                <a:gd name="T8" fmla="*/ 67 w 102"/>
                <a:gd name="T9" fmla="*/ 0 h 6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2" h="631">
                  <a:moveTo>
                    <a:pt x="55" y="0"/>
                  </a:moveTo>
                  <a:cubicBezTo>
                    <a:pt x="55" y="0"/>
                    <a:pt x="0" y="173"/>
                    <a:pt x="13" y="368"/>
                  </a:cubicBezTo>
                  <a:cubicBezTo>
                    <a:pt x="27" y="564"/>
                    <a:pt x="81" y="600"/>
                    <a:pt x="102" y="631"/>
                  </a:cubicBezTo>
                  <a:cubicBezTo>
                    <a:pt x="102" y="631"/>
                    <a:pt x="34" y="520"/>
                    <a:pt x="32" y="363"/>
                  </a:cubicBezTo>
                  <a:cubicBezTo>
                    <a:pt x="31" y="205"/>
                    <a:pt x="55" y="0"/>
                    <a:pt x="55" y="0"/>
                  </a:cubicBezTo>
                  <a:close/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2257" name="Freeform 627">
              <a:extLst>
                <a:ext uri="{FF2B5EF4-FFF2-40B4-BE49-F238E27FC236}">
                  <a16:creationId xmlns:a16="http://schemas.microsoft.com/office/drawing/2014/main" id="{6023F834-9315-437E-9F4A-3C683DDC7383}"/>
                </a:ext>
              </a:extLst>
            </p:cNvPr>
            <p:cNvSpPr>
              <a:spLocks/>
            </p:cNvSpPr>
            <p:nvPr/>
          </p:nvSpPr>
          <p:spPr bwMode="auto">
            <a:xfrm>
              <a:off x="962" y="1980"/>
              <a:ext cx="71" cy="319"/>
            </a:xfrm>
            <a:custGeom>
              <a:avLst/>
              <a:gdLst>
                <a:gd name="T0" fmla="*/ 15 w 66"/>
                <a:gd name="T1" fmla="*/ 363 h 299"/>
                <a:gd name="T2" fmla="*/ 82 w 66"/>
                <a:gd name="T3" fmla="*/ 338 h 299"/>
                <a:gd name="T4" fmla="*/ 32 w 66"/>
                <a:gd name="T5" fmla="*/ 310 h 299"/>
                <a:gd name="T6" fmla="*/ 55 w 66"/>
                <a:gd name="T7" fmla="*/ 273 h 299"/>
                <a:gd name="T8" fmla="*/ 22 w 66"/>
                <a:gd name="T9" fmla="*/ 166 h 299"/>
                <a:gd name="T10" fmla="*/ 24 w 66"/>
                <a:gd name="T11" fmla="*/ 80 h 299"/>
                <a:gd name="T12" fmla="*/ 30 w 66"/>
                <a:gd name="T13" fmla="*/ 0 h 299"/>
                <a:gd name="T14" fmla="*/ 3 w 66"/>
                <a:gd name="T15" fmla="*/ 187 h 299"/>
                <a:gd name="T16" fmla="*/ 5 w 66"/>
                <a:gd name="T17" fmla="*/ 265 h 299"/>
                <a:gd name="T18" fmla="*/ 13 w 66"/>
                <a:gd name="T19" fmla="*/ 304 h 299"/>
                <a:gd name="T20" fmla="*/ 15 w 66"/>
                <a:gd name="T21" fmla="*/ 344 h 29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6" h="299">
                  <a:moveTo>
                    <a:pt x="12" y="299"/>
                  </a:moveTo>
                  <a:cubicBezTo>
                    <a:pt x="6" y="263"/>
                    <a:pt x="47" y="270"/>
                    <a:pt x="66" y="278"/>
                  </a:cubicBezTo>
                  <a:cubicBezTo>
                    <a:pt x="52" y="271"/>
                    <a:pt x="31" y="272"/>
                    <a:pt x="26" y="256"/>
                  </a:cubicBezTo>
                  <a:cubicBezTo>
                    <a:pt x="21" y="242"/>
                    <a:pt x="28" y="224"/>
                    <a:pt x="44" y="225"/>
                  </a:cubicBezTo>
                  <a:cubicBezTo>
                    <a:pt x="6" y="228"/>
                    <a:pt x="17" y="162"/>
                    <a:pt x="18" y="137"/>
                  </a:cubicBezTo>
                  <a:cubicBezTo>
                    <a:pt x="20" y="113"/>
                    <a:pt x="18" y="89"/>
                    <a:pt x="19" y="66"/>
                  </a:cubicBezTo>
                  <a:cubicBezTo>
                    <a:pt x="19" y="44"/>
                    <a:pt x="25" y="22"/>
                    <a:pt x="24" y="0"/>
                  </a:cubicBezTo>
                  <a:cubicBezTo>
                    <a:pt x="9" y="51"/>
                    <a:pt x="0" y="101"/>
                    <a:pt x="3" y="154"/>
                  </a:cubicBezTo>
                  <a:cubicBezTo>
                    <a:pt x="4" y="175"/>
                    <a:pt x="4" y="196"/>
                    <a:pt x="5" y="217"/>
                  </a:cubicBezTo>
                  <a:cubicBezTo>
                    <a:pt x="5" y="229"/>
                    <a:pt x="7" y="239"/>
                    <a:pt x="10" y="250"/>
                  </a:cubicBezTo>
                  <a:cubicBezTo>
                    <a:pt x="11" y="257"/>
                    <a:pt x="16" y="286"/>
                    <a:pt x="12" y="283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2258" name="Freeform 628">
              <a:extLst>
                <a:ext uri="{FF2B5EF4-FFF2-40B4-BE49-F238E27FC236}">
                  <a16:creationId xmlns:a16="http://schemas.microsoft.com/office/drawing/2014/main" id="{94BD5BE6-CD4E-4413-8496-50F4D8F70966}"/>
                </a:ext>
              </a:extLst>
            </p:cNvPr>
            <p:cNvSpPr>
              <a:spLocks/>
            </p:cNvSpPr>
            <p:nvPr/>
          </p:nvSpPr>
          <p:spPr bwMode="auto">
            <a:xfrm>
              <a:off x="965" y="3004"/>
              <a:ext cx="68" cy="142"/>
            </a:xfrm>
            <a:custGeom>
              <a:avLst/>
              <a:gdLst>
                <a:gd name="T0" fmla="*/ 65 w 63"/>
                <a:gd name="T1" fmla="*/ 33 h 133"/>
                <a:gd name="T2" fmla="*/ 38 w 63"/>
                <a:gd name="T3" fmla="*/ 0 h 133"/>
                <a:gd name="T4" fmla="*/ 79 w 63"/>
                <a:gd name="T5" fmla="*/ 162 h 133"/>
                <a:gd name="T6" fmla="*/ 60 w 63"/>
                <a:gd name="T7" fmla="*/ 32 h 1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3" h="133">
                  <a:moveTo>
                    <a:pt x="52" y="27"/>
                  </a:moveTo>
                  <a:cubicBezTo>
                    <a:pt x="46" y="18"/>
                    <a:pt x="40" y="5"/>
                    <a:pt x="30" y="0"/>
                  </a:cubicBezTo>
                  <a:cubicBezTo>
                    <a:pt x="0" y="38"/>
                    <a:pt x="37" y="105"/>
                    <a:pt x="63" y="133"/>
                  </a:cubicBezTo>
                  <a:cubicBezTo>
                    <a:pt x="46" y="115"/>
                    <a:pt x="22" y="43"/>
                    <a:pt x="48" y="26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2259" name="Freeform 629">
              <a:extLst>
                <a:ext uri="{FF2B5EF4-FFF2-40B4-BE49-F238E27FC236}">
                  <a16:creationId xmlns:a16="http://schemas.microsoft.com/office/drawing/2014/main" id="{1E261318-C9E1-464C-A49C-8C54DD621AD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1" y="3179"/>
              <a:ext cx="128" cy="617"/>
            </a:xfrm>
            <a:custGeom>
              <a:avLst/>
              <a:gdLst>
                <a:gd name="T0" fmla="*/ 37 w 120"/>
                <a:gd name="T1" fmla="*/ 0 h 579"/>
                <a:gd name="T2" fmla="*/ 5 w 120"/>
                <a:gd name="T3" fmla="*/ 167 h 579"/>
                <a:gd name="T4" fmla="*/ 0 w 120"/>
                <a:gd name="T5" fmla="*/ 374 h 579"/>
                <a:gd name="T6" fmla="*/ 37 w 120"/>
                <a:gd name="T7" fmla="*/ 616 h 579"/>
                <a:gd name="T8" fmla="*/ 58 w 120"/>
                <a:gd name="T9" fmla="*/ 695 h 579"/>
                <a:gd name="T10" fmla="*/ 73 w 120"/>
                <a:gd name="T11" fmla="*/ 574 h 579"/>
                <a:gd name="T12" fmla="*/ 58 w 120"/>
                <a:gd name="T13" fmla="*/ 561 h 579"/>
                <a:gd name="T14" fmla="*/ 96 w 120"/>
                <a:gd name="T15" fmla="*/ 572 h 579"/>
                <a:gd name="T16" fmla="*/ 146 w 120"/>
                <a:gd name="T17" fmla="*/ 566 h 579"/>
                <a:gd name="T18" fmla="*/ 61 w 120"/>
                <a:gd name="T19" fmla="*/ 541 h 579"/>
                <a:gd name="T20" fmla="*/ 35 w 120"/>
                <a:gd name="T21" fmla="*/ 410 h 579"/>
                <a:gd name="T22" fmla="*/ 22 w 120"/>
                <a:gd name="T23" fmla="*/ 226 h 579"/>
                <a:gd name="T24" fmla="*/ 37 w 120"/>
                <a:gd name="T25" fmla="*/ 30 h 57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20" h="579">
                  <a:moveTo>
                    <a:pt x="31" y="0"/>
                  </a:moveTo>
                  <a:cubicBezTo>
                    <a:pt x="31" y="47"/>
                    <a:pt x="9" y="92"/>
                    <a:pt x="5" y="138"/>
                  </a:cubicBezTo>
                  <a:cubicBezTo>
                    <a:pt x="1" y="195"/>
                    <a:pt x="0" y="252"/>
                    <a:pt x="0" y="309"/>
                  </a:cubicBezTo>
                  <a:cubicBezTo>
                    <a:pt x="0" y="378"/>
                    <a:pt x="38" y="440"/>
                    <a:pt x="31" y="509"/>
                  </a:cubicBezTo>
                  <a:cubicBezTo>
                    <a:pt x="30" y="521"/>
                    <a:pt x="32" y="579"/>
                    <a:pt x="48" y="574"/>
                  </a:cubicBezTo>
                  <a:cubicBezTo>
                    <a:pt x="29" y="537"/>
                    <a:pt x="55" y="509"/>
                    <a:pt x="60" y="475"/>
                  </a:cubicBezTo>
                  <a:cubicBezTo>
                    <a:pt x="56" y="471"/>
                    <a:pt x="52" y="467"/>
                    <a:pt x="48" y="464"/>
                  </a:cubicBezTo>
                  <a:cubicBezTo>
                    <a:pt x="59" y="465"/>
                    <a:pt x="69" y="471"/>
                    <a:pt x="79" y="473"/>
                  </a:cubicBezTo>
                  <a:cubicBezTo>
                    <a:pt x="96" y="476"/>
                    <a:pt x="105" y="468"/>
                    <a:pt x="120" y="467"/>
                  </a:cubicBezTo>
                  <a:cubicBezTo>
                    <a:pt x="97" y="468"/>
                    <a:pt x="66" y="465"/>
                    <a:pt x="50" y="448"/>
                  </a:cubicBezTo>
                  <a:cubicBezTo>
                    <a:pt x="27" y="423"/>
                    <a:pt x="30" y="372"/>
                    <a:pt x="29" y="339"/>
                  </a:cubicBezTo>
                  <a:cubicBezTo>
                    <a:pt x="28" y="288"/>
                    <a:pt x="17" y="239"/>
                    <a:pt x="19" y="187"/>
                  </a:cubicBezTo>
                  <a:cubicBezTo>
                    <a:pt x="22" y="134"/>
                    <a:pt x="18" y="76"/>
                    <a:pt x="31" y="24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2260" name="Freeform 630">
              <a:extLst>
                <a:ext uri="{FF2B5EF4-FFF2-40B4-BE49-F238E27FC236}">
                  <a16:creationId xmlns:a16="http://schemas.microsoft.com/office/drawing/2014/main" id="{0D46ACFC-B8A8-43A4-9989-63F33E793D74}"/>
                </a:ext>
              </a:extLst>
            </p:cNvPr>
            <p:cNvSpPr>
              <a:spLocks/>
            </p:cNvSpPr>
            <p:nvPr/>
          </p:nvSpPr>
          <p:spPr bwMode="auto">
            <a:xfrm>
              <a:off x="877" y="3817"/>
              <a:ext cx="165" cy="137"/>
            </a:xfrm>
            <a:custGeom>
              <a:avLst/>
              <a:gdLst>
                <a:gd name="T0" fmla="*/ 187 w 155"/>
                <a:gd name="T1" fmla="*/ 6 h 129"/>
                <a:gd name="T2" fmla="*/ 145 w 155"/>
                <a:gd name="T3" fmla="*/ 47 h 129"/>
                <a:gd name="T4" fmla="*/ 96 w 155"/>
                <a:gd name="T5" fmla="*/ 92 h 129"/>
                <a:gd name="T6" fmla="*/ 54 w 155"/>
                <a:gd name="T7" fmla="*/ 124 h 129"/>
                <a:gd name="T8" fmla="*/ 0 w 155"/>
                <a:gd name="T9" fmla="*/ 147 h 129"/>
                <a:gd name="T10" fmla="*/ 45 w 155"/>
                <a:gd name="T11" fmla="*/ 154 h 129"/>
                <a:gd name="T12" fmla="*/ 55 w 155"/>
                <a:gd name="T13" fmla="*/ 140 h 129"/>
                <a:gd name="T14" fmla="*/ 82 w 155"/>
                <a:gd name="T15" fmla="*/ 123 h 129"/>
                <a:gd name="T16" fmla="*/ 109 w 155"/>
                <a:gd name="T17" fmla="*/ 101 h 129"/>
                <a:gd name="T18" fmla="*/ 122 w 155"/>
                <a:gd name="T19" fmla="*/ 78 h 129"/>
                <a:gd name="T20" fmla="*/ 146 w 155"/>
                <a:gd name="T21" fmla="*/ 58 h 129"/>
                <a:gd name="T22" fmla="*/ 163 w 155"/>
                <a:gd name="T23" fmla="*/ 38 h 129"/>
                <a:gd name="T24" fmla="*/ 186 w 155"/>
                <a:gd name="T25" fmla="*/ 4 h 12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55" h="129">
                  <a:moveTo>
                    <a:pt x="155" y="6"/>
                  </a:moveTo>
                  <a:cubicBezTo>
                    <a:pt x="139" y="0"/>
                    <a:pt x="127" y="29"/>
                    <a:pt x="120" y="39"/>
                  </a:cubicBezTo>
                  <a:cubicBezTo>
                    <a:pt x="109" y="54"/>
                    <a:pt x="94" y="64"/>
                    <a:pt x="80" y="77"/>
                  </a:cubicBezTo>
                  <a:cubicBezTo>
                    <a:pt x="69" y="88"/>
                    <a:pt x="59" y="96"/>
                    <a:pt x="45" y="104"/>
                  </a:cubicBezTo>
                  <a:cubicBezTo>
                    <a:pt x="30" y="112"/>
                    <a:pt x="12" y="109"/>
                    <a:pt x="0" y="122"/>
                  </a:cubicBezTo>
                  <a:cubicBezTo>
                    <a:pt x="14" y="119"/>
                    <a:pt x="26" y="119"/>
                    <a:pt x="37" y="129"/>
                  </a:cubicBezTo>
                  <a:cubicBezTo>
                    <a:pt x="37" y="121"/>
                    <a:pt x="39" y="121"/>
                    <a:pt x="46" y="117"/>
                  </a:cubicBezTo>
                  <a:cubicBezTo>
                    <a:pt x="54" y="113"/>
                    <a:pt x="61" y="109"/>
                    <a:pt x="68" y="103"/>
                  </a:cubicBezTo>
                  <a:cubicBezTo>
                    <a:pt x="75" y="96"/>
                    <a:pt x="84" y="92"/>
                    <a:pt x="90" y="84"/>
                  </a:cubicBezTo>
                  <a:cubicBezTo>
                    <a:pt x="94" y="78"/>
                    <a:pt x="97" y="71"/>
                    <a:pt x="101" y="65"/>
                  </a:cubicBezTo>
                  <a:cubicBezTo>
                    <a:pt x="107" y="58"/>
                    <a:pt x="114" y="54"/>
                    <a:pt x="121" y="49"/>
                  </a:cubicBezTo>
                  <a:cubicBezTo>
                    <a:pt x="127" y="44"/>
                    <a:pt x="131" y="38"/>
                    <a:pt x="135" y="32"/>
                  </a:cubicBezTo>
                  <a:cubicBezTo>
                    <a:pt x="141" y="22"/>
                    <a:pt x="146" y="11"/>
                    <a:pt x="154" y="4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2261" name="Freeform 631">
              <a:extLst>
                <a:ext uri="{FF2B5EF4-FFF2-40B4-BE49-F238E27FC236}">
                  <a16:creationId xmlns:a16="http://schemas.microsoft.com/office/drawing/2014/main" id="{FFDBE8AA-CA8A-487E-9569-2C98E3C65AEF}"/>
                </a:ext>
              </a:extLst>
            </p:cNvPr>
            <p:cNvSpPr>
              <a:spLocks/>
            </p:cNvSpPr>
            <p:nvPr/>
          </p:nvSpPr>
          <p:spPr bwMode="auto">
            <a:xfrm>
              <a:off x="918" y="3972"/>
              <a:ext cx="126" cy="87"/>
            </a:xfrm>
            <a:custGeom>
              <a:avLst/>
              <a:gdLst>
                <a:gd name="T0" fmla="*/ 0 w 118"/>
                <a:gd name="T1" fmla="*/ 69 h 81"/>
                <a:gd name="T2" fmla="*/ 31 w 118"/>
                <a:gd name="T3" fmla="*/ 98 h 81"/>
                <a:gd name="T4" fmla="*/ 66 w 118"/>
                <a:gd name="T5" fmla="*/ 85 h 81"/>
                <a:gd name="T6" fmla="*/ 86 w 118"/>
                <a:gd name="T7" fmla="*/ 61 h 81"/>
                <a:gd name="T8" fmla="*/ 108 w 118"/>
                <a:gd name="T9" fmla="*/ 45 h 81"/>
                <a:gd name="T10" fmla="*/ 125 w 118"/>
                <a:gd name="T11" fmla="*/ 18 h 81"/>
                <a:gd name="T12" fmla="*/ 144 w 118"/>
                <a:gd name="T13" fmla="*/ 0 h 81"/>
                <a:gd name="T14" fmla="*/ 107 w 118"/>
                <a:gd name="T15" fmla="*/ 33 h 81"/>
                <a:gd name="T16" fmla="*/ 89 w 118"/>
                <a:gd name="T17" fmla="*/ 46 h 81"/>
                <a:gd name="T18" fmla="*/ 78 w 118"/>
                <a:gd name="T19" fmla="*/ 60 h 81"/>
                <a:gd name="T20" fmla="*/ 40 w 118"/>
                <a:gd name="T21" fmla="*/ 89 h 81"/>
                <a:gd name="T22" fmla="*/ 2 w 118"/>
                <a:gd name="T23" fmla="*/ 71 h 81"/>
                <a:gd name="T24" fmla="*/ 1 w 118"/>
                <a:gd name="T25" fmla="*/ 69 h 8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18" h="81">
                  <a:moveTo>
                    <a:pt x="0" y="56"/>
                  </a:moveTo>
                  <a:cubicBezTo>
                    <a:pt x="0" y="68"/>
                    <a:pt x="14" y="77"/>
                    <a:pt x="25" y="79"/>
                  </a:cubicBezTo>
                  <a:cubicBezTo>
                    <a:pt x="35" y="81"/>
                    <a:pt x="47" y="77"/>
                    <a:pt x="54" y="69"/>
                  </a:cubicBezTo>
                  <a:cubicBezTo>
                    <a:pt x="60" y="63"/>
                    <a:pt x="66" y="56"/>
                    <a:pt x="71" y="49"/>
                  </a:cubicBezTo>
                  <a:cubicBezTo>
                    <a:pt x="77" y="42"/>
                    <a:pt x="82" y="41"/>
                    <a:pt x="89" y="36"/>
                  </a:cubicBezTo>
                  <a:cubicBezTo>
                    <a:pt x="96" y="31"/>
                    <a:pt x="98" y="22"/>
                    <a:pt x="103" y="15"/>
                  </a:cubicBezTo>
                  <a:cubicBezTo>
                    <a:pt x="107" y="10"/>
                    <a:pt x="113" y="4"/>
                    <a:pt x="118" y="0"/>
                  </a:cubicBezTo>
                  <a:cubicBezTo>
                    <a:pt x="106" y="4"/>
                    <a:pt x="97" y="18"/>
                    <a:pt x="88" y="27"/>
                  </a:cubicBezTo>
                  <a:cubicBezTo>
                    <a:pt x="83" y="31"/>
                    <a:pt x="78" y="33"/>
                    <a:pt x="73" y="37"/>
                  </a:cubicBezTo>
                  <a:cubicBezTo>
                    <a:pt x="69" y="40"/>
                    <a:pt x="66" y="44"/>
                    <a:pt x="64" y="48"/>
                  </a:cubicBezTo>
                  <a:cubicBezTo>
                    <a:pt x="56" y="59"/>
                    <a:pt x="47" y="70"/>
                    <a:pt x="33" y="72"/>
                  </a:cubicBezTo>
                  <a:cubicBezTo>
                    <a:pt x="21" y="73"/>
                    <a:pt x="7" y="69"/>
                    <a:pt x="2" y="57"/>
                  </a:cubicBezTo>
                  <a:cubicBezTo>
                    <a:pt x="1" y="57"/>
                    <a:pt x="1" y="56"/>
                    <a:pt x="1" y="56"/>
                  </a:cubicBezTo>
                </a:path>
              </a:pathLst>
            </a:custGeom>
            <a:solidFill>
              <a:srgbClr val="EFCA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2262" name="Freeform 632">
              <a:extLst>
                <a:ext uri="{FF2B5EF4-FFF2-40B4-BE49-F238E27FC236}">
                  <a16:creationId xmlns:a16="http://schemas.microsoft.com/office/drawing/2014/main" id="{E51F5F69-6F3E-41F3-B282-E16DAA6DADF7}"/>
                </a:ext>
              </a:extLst>
            </p:cNvPr>
            <p:cNvSpPr>
              <a:spLocks/>
            </p:cNvSpPr>
            <p:nvPr/>
          </p:nvSpPr>
          <p:spPr bwMode="auto">
            <a:xfrm>
              <a:off x="989" y="3997"/>
              <a:ext cx="23" cy="29"/>
            </a:xfrm>
            <a:custGeom>
              <a:avLst/>
              <a:gdLst>
                <a:gd name="T0" fmla="*/ 0 w 22"/>
                <a:gd name="T1" fmla="*/ 31 h 27"/>
                <a:gd name="T2" fmla="*/ 2 w 22"/>
                <a:gd name="T3" fmla="*/ 0 h 27"/>
                <a:gd name="T4" fmla="*/ 25 w 22"/>
                <a:gd name="T5" fmla="*/ 12 h 27"/>
                <a:gd name="T6" fmla="*/ 9 w 22"/>
                <a:gd name="T7" fmla="*/ 20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27">
                  <a:moveTo>
                    <a:pt x="0" y="25"/>
                  </a:moveTo>
                  <a:cubicBezTo>
                    <a:pt x="4" y="27"/>
                    <a:pt x="3" y="4"/>
                    <a:pt x="2" y="0"/>
                  </a:cubicBezTo>
                  <a:cubicBezTo>
                    <a:pt x="4" y="8"/>
                    <a:pt x="14" y="14"/>
                    <a:pt x="22" y="9"/>
                  </a:cubicBezTo>
                  <a:cubicBezTo>
                    <a:pt x="18" y="12"/>
                    <a:pt x="14" y="15"/>
                    <a:pt x="9" y="17"/>
                  </a:cubicBezTo>
                </a:path>
              </a:pathLst>
            </a:custGeom>
            <a:solidFill>
              <a:srgbClr val="EFCA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2263" name="Freeform 633">
              <a:extLst>
                <a:ext uri="{FF2B5EF4-FFF2-40B4-BE49-F238E27FC236}">
                  <a16:creationId xmlns:a16="http://schemas.microsoft.com/office/drawing/2014/main" id="{AFB53FDA-F347-4625-8AC1-594A9E96B097}"/>
                </a:ext>
              </a:extLst>
            </p:cNvPr>
            <p:cNvSpPr>
              <a:spLocks/>
            </p:cNvSpPr>
            <p:nvPr/>
          </p:nvSpPr>
          <p:spPr bwMode="auto">
            <a:xfrm>
              <a:off x="884" y="4019"/>
              <a:ext cx="25" cy="22"/>
            </a:xfrm>
            <a:custGeom>
              <a:avLst/>
              <a:gdLst>
                <a:gd name="T0" fmla="*/ 27 w 23"/>
                <a:gd name="T1" fmla="*/ 12 h 20"/>
                <a:gd name="T2" fmla="*/ 29 w 23"/>
                <a:gd name="T3" fmla="*/ 26 h 20"/>
                <a:gd name="T4" fmla="*/ 10 w 23"/>
                <a:gd name="T5" fmla="*/ 22 h 20"/>
                <a:gd name="T6" fmla="*/ 0 w 23"/>
                <a:gd name="T7" fmla="*/ 0 h 20"/>
                <a:gd name="T8" fmla="*/ 11 w 23"/>
                <a:gd name="T9" fmla="*/ 12 h 20"/>
                <a:gd name="T10" fmla="*/ 28 w 23"/>
                <a:gd name="T11" fmla="*/ 15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" h="20">
                  <a:moveTo>
                    <a:pt x="21" y="9"/>
                  </a:moveTo>
                  <a:cubicBezTo>
                    <a:pt x="21" y="13"/>
                    <a:pt x="23" y="16"/>
                    <a:pt x="23" y="20"/>
                  </a:cubicBezTo>
                  <a:cubicBezTo>
                    <a:pt x="18" y="20"/>
                    <a:pt x="12" y="18"/>
                    <a:pt x="7" y="16"/>
                  </a:cubicBezTo>
                  <a:cubicBezTo>
                    <a:pt x="2" y="12"/>
                    <a:pt x="0" y="7"/>
                    <a:pt x="0" y="0"/>
                  </a:cubicBezTo>
                  <a:cubicBezTo>
                    <a:pt x="2" y="4"/>
                    <a:pt x="4" y="7"/>
                    <a:pt x="8" y="9"/>
                  </a:cubicBezTo>
                  <a:cubicBezTo>
                    <a:pt x="13" y="13"/>
                    <a:pt x="16" y="11"/>
                    <a:pt x="22" y="12"/>
                  </a:cubicBezTo>
                </a:path>
              </a:pathLst>
            </a:custGeom>
            <a:solidFill>
              <a:srgbClr val="EFCA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2264" name="Freeform 634">
              <a:extLst>
                <a:ext uri="{FF2B5EF4-FFF2-40B4-BE49-F238E27FC236}">
                  <a16:creationId xmlns:a16="http://schemas.microsoft.com/office/drawing/2014/main" id="{A7DBD469-491E-4162-A985-A19995B6D014}"/>
                </a:ext>
              </a:extLst>
            </p:cNvPr>
            <p:cNvSpPr>
              <a:spLocks/>
            </p:cNvSpPr>
            <p:nvPr/>
          </p:nvSpPr>
          <p:spPr bwMode="auto">
            <a:xfrm>
              <a:off x="864" y="4002"/>
              <a:ext cx="14" cy="22"/>
            </a:xfrm>
            <a:custGeom>
              <a:avLst/>
              <a:gdLst>
                <a:gd name="T0" fmla="*/ 16 w 13"/>
                <a:gd name="T1" fmla="*/ 13 h 20"/>
                <a:gd name="T2" fmla="*/ 13 w 13"/>
                <a:gd name="T3" fmla="*/ 26 h 20"/>
                <a:gd name="T4" fmla="*/ 2 w 13"/>
                <a:gd name="T5" fmla="*/ 17 h 20"/>
                <a:gd name="T6" fmla="*/ 0 w 13"/>
                <a:gd name="T7" fmla="*/ 9 h 20"/>
                <a:gd name="T8" fmla="*/ 2 w 13"/>
                <a:gd name="T9" fmla="*/ 0 h 20"/>
                <a:gd name="T10" fmla="*/ 5 w 13"/>
                <a:gd name="T11" fmla="*/ 11 h 20"/>
                <a:gd name="T12" fmla="*/ 14 w 13"/>
                <a:gd name="T13" fmla="*/ 17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20">
                  <a:moveTo>
                    <a:pt x="13" y="10"/>
                  </a:moveTo>
                  <a:cubicBezTo>
                    <a:pt x="11" y="11"/>
                    <a:pt x="10" y="17"/>
                    <a:pt x="10" y="20"/>
                  </a:cubicBezTo>
                  <a:cubicBezTo>
                    <a:pt x="7" y="19"/>
                    <a:pt x="4" y="15"/>
                    <a:pt x="2" y="13"/>
                  </a:cubicBezTo>
                  <a:cubicBezTo>
                    <a:pt x="1" y="11"/>
                    <a:pt x="0" y="8"/>
                    <a:pt x="0" y="6"/>
                  </a:cubicBezTo>
                  <a:cubicBezTo>
                    <a:pt x="0" y="4"/>
                    <a:pt x="1" y="2"/>
                    <a:pt x="2" y="0"/>
                  </a:cubicBezTo>
                  <a:cubicBezTo>
                    <a:pt x="3" y="1"/>
                    <a:pt x="4" y="6"/>
                    <a:pt x="5" y="8"/>
                  </a:cubicBezTo>
                  <a:cubicBezTo>
                    <a:pt x="6" y="10"/>
                    <a:pt x="9" y="13"/>
                    <a:pt x="11" y="13"/>
                  </a:cubicBezTo>
                </a:path>
              </a:pathLst>
            </a:custGeom>
            <a:solidFill>
              <a:srgbClr val="EFCA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2265" name="Freeform 635">
              <a:extLst>
                <a:ext uri="{FF2B5EF4-FFF2-40B4-BE49-F238E27FC236}">
                  <a16:creationId xmlns:a16="http://schemas.microsoft.com/office/drawing/2014/main" id="{B9F68151-325D-4A59-BAF2-BC308CEA99B4}"/>
                </a:ext>
              </a:extLst>
            </p:cNvPr>
            <p:cNvSpPr>
              <a:spLocks/>
            </p:cNvSpPr>
            <p:nvPr/>
          </p:nvSpPr>
          <p:spPr bwMode="auto">
            <a:xfrm>
              <a:off x="854" y="3981"/>
              <a:ext cx="7" cy="14"/>
            </a:xfrm>
            <a:custGeom>
              <a:avLst/>
              <a:gdLst>
                <a:gd name="T0" fmla="*/ 8 w 6"/>
                <a:gd name="T1" fmla="*/ 16 h 13"/>
                <a:gd name="T2" fmla="*/ 0 w 6"/>
                <a:gd name="T3" fmla="*/ 0 h 13"/>
                <a:gd name="T4" fmla="*/ 9 w 6"/>
                <a:gd name="T5" fmla="*/ 12 h 13"/>
                <a:gd name="T6" fmla="*/ 8 w 6"/>
                <a:gd name="T7" fmla="*/ 15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13">
                  <a:moveTo>
                    <a:pt x="5" y="13"/>
                  </a:moveTo>
                  <a:cubicBezTo>
                    <a:pt x="0" y="13"/>
                    <a:pt x="0" y="3"/>
                    <a:pt x="0" y="0"/>
                  </a:cubicBezTo>
                  <a:cubicBezTo>
                    <a:pt x="2" y="3"/>
                    <a:pt x="2" y="8"/>
                    <a:pt x="6" y="9"/>
                  </a:cubicBezTo>
                  <a:cubicBezTo>
                    <a:pt x="6" y="11"/>
                    <a:pt x="5" y="12"/>
                    <a:pt x="5" y="12"/>
                  </a:cubicBezTo>
                </a:path>
              </a:pathLst>
            </a:custGeom>
            <a:solidFill>
              <a:srgbClr val="EFCA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2266" name="Freeform 636">
              <a:extLst>
                <a:ext uri="{FF2B5EF4-FFF2-40B4-BE49-F238E27FC236}">
                  <a16:creationId xmlns:a16="http://schemas.microsoft.com/office/drawing/2014/main" id="{59940273-E749-4B03-8E04-CDF7350B9073}"/>
                </a:ext>
              </a:extLst>
            </p:cNvPr>
            <p:cNvSpPr>
              <a:spLocks/>
            </p:cNvSpPr>
            <p:nvPr/>
          </p:nvSpPr>
          <p:spPr bwMode="auto">
            <a:xfrm>
              <a:off x="893" y="3969"/>
              <a:ext cx="21" cy="24"/>
            </a:xfrm>
            <a:custGeom>
              <a:avLst/>
              <a:gdLst>
                <a:gd name="T0" fmla="*/ 22 w 20"/>
                <a:gd name="T1" fmla="*/ 0 h 22"/>
                <a:gd name="T2" fmla="*/ 15 w 20"/>
                <a:gd name="T3" fmla="*/ 17 h 22"/>
                <a:gd name="T4" fmla="*/ 0 w 20"/>
                <a:gd name="T5" fmla="*/ 28 h 22"/>
                <a:gd name="T6" fmla="*/ 14 w 20"/>
                <a:gd name="T7" fmla="*/ 13 h 22"/>
                <a:gd name="T8" fmla="*/ 18 w 20"/>
                <a:gd name="T9" fmla="*/ 4 h 22"/>
                <a:gd name="T10" fmla="*/ 22 w 20"/>
                <a:gd name="T11" fmla="*/ 0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" h="22">
                  <a:moveTo>
                    <a:pt x="19" y="0"/>
                  </a:moveTo>
                  <a:cubicBezTo>
                    <a:pt x="20" y="4"/>
                    <a:pt x="15" y="10"/>
                    <a:pt x="12" y="14"/>
                  </a:cubicBezTo>
                  <a:cubicBezTo>
                    <a:pt x="10" y="18"/>
                    <a:pt x="5" y="22"/>
                    <a:pt x="0" y="22"/>
                  </a:cubicBezTo>
                  <a:cubicBezTo>
                    <a:pt x="5" y="21"/>
                    <a:pt x="8" y="14"/>
                    <a:pt x="11" y="10"/>
                  </a:cubicBezTo>
                  <a:cubicBezTo>
                    <a:pt x="12" y="8"/>
                    <a:pt x="13" y="6"/>
                    <a:pt x="15" y="4"/>
                  </a:cubicBezTo>
                  <a:cubicBezTo>
                    <a:pt x="16" y="2"/>
                    <a:pt x="18" y="1"/>
                    <a:pt x="19" y="0"/>
                  </a:cubicBezTo>
                </a:path>
              </a:pathLst>
            </a:custGeom>
            <a:solidFill>
              <a:srgbClr val="EFCA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2267" name="Freeform 637">
              <a:extLst>
                <a:ext uri="{FF2B5EF4-FFF2-40B4-BE49-F238E27FC236}">
                  <a16:creationId xmlns:a16="http://schemas.microsoft.com/office/drawing/2014/main" id="{EB2FD6DA-6BE0-40DC-8DD6-E82817BD7CF5}"/>
                </a:ext>
              </a:extLst>
            </p:cNvPr>
            <p:cNvSpPr>
              <a:spLocks/>
            </p:cNvSpPr>
            <p:nvPr/>
          </p:nvSpPr>
          <p:spPr bwMode="auto">
            <a:xfrm>
              <a:off x="875" y="3955"/>
              <a:ext cx="26" cy="20"/>
            </a:xfrm>
            <a:custGeom>
              <a:avLst/>
              <a:gdLst>
                <a:gd name="T0" fmla="*/ 28 w 25"/>
                <a:gd name="T1" fmla="*/ 0 h 18"/>
                <a:gd name="T2" fmla="*/ 16 w 25"/>
                <a:gd name="T3" fmla="*/ 16 h 18"/>
                <a:gd name="T4" fmla="*/ 6 w 25"/>
                <a:gd name="T5" fmla="*/ 21 h 18"/>
                <a:gd name="T6" fmla="*/ 0 w 25"/>
                <a:gd name="T7" fmla="*/ 24 h 18"/>
                <a:gd name="T8" fmla="*/ 26 w 25"/>
                <a:gd name="T9" fmla="*/ 0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18">
                  <a:moveTo>
                    <a:pt x="25" y="0"/>
                  </a:moveTo>
                  <a:cubicBezTo>
                    <a:pt x="23" y="6"/>
                    <a:pt x="17" y="9"/>
                    <a:pt x="13" y="12"/>
                  </a:cubicBezTo>
                  <a:cubicBezTo>
                    <a:pt x="10" y="13"/>
                    <a:pt x="8" y="14"/>
                    <a:pt x="6" y="15"/>
                  </a:cubicBezTo>
                  <a:cubicBezTo>
                    <a:pt x="4" y="16"/>
                    <a:pt x="2" y="17"/>
                    <a:pt x="0" y="18"/>
                  </a:cubicBezTo>
                  <a:cubicBezTo>
                    <a:pt x="8" y="11"/>
                    <a:pt x="17" y="8"/>
                    <a:pt x="23" y="0"/>
                  </a:cubicBezTo>
                </a:path>
              </a:pathLst>
            </a:custGeom>
            <a:solidFill>
              <a:srgbClr val="EFCA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2268" name="Freeform 638">
              <a:extLst>
                <a:ext uri="{FF2B5EF4-FFF2-40B4-BE49-F238E27FC236}">
                  <a16:creationId xmlns:a16="http://schemas.microsoft.com/office/drawing/2014/main" id="{2EBC17DA-8976-4417-8EF3-A35225E18EF2}"/>
                </a:ext>
              </a:extLst>
            </p:cNvPr>
            <p:cNvSpPr>
              <a:spLocks/>
            </p:cNvSpPr>
            <p:nvPr/>
          </p:nvSpPr>
          <p:spPr bwMode="auto">
            <a:xfrm>
              <a:off x="925" y="3981"/>
              <a:ext cx="19" cy="15"/>
            </a:xfrm>
            <a:custGeom>
              <a:avLst/>
              <a:gdLst>
                <a:gd name="T0" fmla="*/ 20 w 18"/>
                <a:gd name="T1" fmla="*/ 1 h 14"/>
                <a:gd name="T2" fmla="*/ 0 w 18"/>
                <a:gd name="T3" fmla="*/ 17 h 14"/>
                <a:gd name="T4" fmla="*/ 8 w 18"/>
                <a:gd name="T5" fmla="*/ 10 h 14"/>
                <a:gd name="T6" fmla="*/ 21 w 18"/>
                <a:gd name="T7" fmla="*/ 0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14">
                  <a:moveTo>
                    <a:pt x="17" y="1"/>
                  </a:moveTo>
                  <a:cubicBezTo>
                    <a:pt x="14" y="8"/>
                    <a:pt x="8" y="14"/>
                    <a:pt x="0" y="14"/>
                  </a:cubicBezTo>
                  <a:cubicBezTo>
                    <a:pt x="3" y="13"/>
                    <a:pt x="5" y="9"/>
                    <a:pt x="8" y="7"/>
                  </a:cubicBezTo>
                  <a:cubicBezTo>
                    <a:pt x="11" y="5"/>
                    <a:pt x="15" y="3"/>
                    <a:pt x="18" y="0"/>
                  </a:cubicBezTo>
                </a:path>
              </a:pathLst>
            </a:custGeom>
            <a:solidFill>
              <a:srgbClr val="EFCA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2269" name="Freeform 639">
              <a:extLst>
                <a:ext uri="{FF2B5EF4-FFF2-40B4-BE49-F238E27FC236}">
                  <a16:creationId xmlns:a16="http://schemas.microsoft.com/office/drawing/2014/main" id="{F7BEBFBD-B023-423D-B5B0-6CAAFFB2E2E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0" y="3783"/>
              <a:ext cx="99" cy="29"/>
            </a:xfrm>
            <a:custGeom>
              <a:avLst/>
              <a:gdLst>
                <a:gd name="T0" fmla="*/ 0 w 93"/>
                <a:gd name="T1" fmla="*/ 8 h 28"/>
                <a:gd name="T2" fmla="*/ 33 w 93"/>
                <a:gd name="T3" fmla="*/ 7 h 28"/>
                <a:gd name="T4" fmla="*/ 56 w 93"/>
                <a:gd name="T5" fmla="*/ 19 h 28"/>
                <a:gd name="T6" fmla="*/ 88 w 93"/>
                <a:gd name="T7" fmla="*/ 18 h 28"/>
                <a:gd name="T8" fmla="*/ 112 w 93"/>
                <a:gd name="T9" fmla="*/ 31 h 28"/>
                <a:gd name="T10" fmla="*/ 65 w 93"/>
                <a:gd name="T11" fmla="*/ 8 h 28"/>
                <a:gd name="T12" fmla="*/ 34 w 93"/>
                <a:gd name="T13" fmla="*/ 1 h 28"/>
                <a:gd name="T14" fmla="*/ 4 w 93"/>
                <a:gd name="T15" fmla="*/ 11 h 2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3" h="28">
                  <a:moveTo>
                    <a:pt x="0" y="8"/>
                  </a:moveTo>
                  <a:cubicBezTo>
                    <a:pt x="9" y="10"/>
                    <a:pt x="19" y="5"/>
                    <a:pt x="27" y="7"/>
                  </a:cubicBezTo>
                  <a:cubicBezTo>
                    <a:pt x="35" y="8"/>
                    <a:pt x="40" y="14"/>
                    <a:pt x="47" y="16"/>
                  </a:cubicBezTo>
                  <a:cubicBezTo>
                    <a:pt x="56" y="18"/>
                    <a:pt x="64" y="12"/>
                    <a:pt x="73" y="15"/>
                  </a:cubicBezTo>
                  <a:cubicBezTo>
                    <a:pt x="80" y="17"/>
                    <a:pt x="87" y="23"/>
                    <a:pt x="93" y="28"/>
                  </a:cubicBezTo>
                  <a:cubicBezTo>
                    <a:pt x="85" y="12"/>
                    <a:pt x="69" y="9"/>
                    <a:pt x="54" y="8"/>
                  </a:cubicBezTo>
                  <a:cubicBezTo>
                    <a:pt x="45" y="7"/>
                    <a:pt x="37" y="3"/>
                    <a:pt x="28" y="1"/>
                  </a:cubicBezTo>
                  <a:cubicBezTo>
                    <a:pt x="18" y="0"/>
                    <a:pt x="12" y="5"/>
                    <a:pt x="4" y="11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2270" name="Freeform 640">
              <a:extLst>
                <a:ext uri="{FF2B5EF4-FFF2-40B4-BE49-F238E27FC236}">
                  <a16:creationId xmlns:a16="http://schemas.microsoft.com/office/drawing/2014/main" id="{04F09B95-49A3-4E10-9456-99EBFD384E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4" y="3704"/>
              <a:ext cx="106" cy="239"/>
            </a:xfrm>
            <a:custGeom>
              <a:avLst/>
              <a:gdLst>
                <a:gd name="T0" fmla="*/ 63 w 99"/>
                <a:gd name="T1" fmla="*/ 0 h 224"/>
                <a:gd name="T2" fmla="*/ 84 w 99"/>
                <a:gd name="T3" fmla="*/ 13 h 224"/>
                <a:gd name="T4" fmla="*/ 109 w 99"/>
                <a:gd name="T5" fmla="*/ 23 h 224"/>
                <a:gd name="T6" fmla="*/ 119 w 99"/>
                <a:gd name="T7" fmla="*/ 62 h 224"/>
                <a:gd name="T8" fmla="*/ 88 w 99"/>
                <a:gd name="T9" fmla="*/ 128 h 224"/>
                <a:gd name="T10" fmla="*/ 72 w 99"/>
                <a:gd name="T11" fmla="*/ 163 h 224"/>
                <a:gd name="T12" fmla="*/ 84 w 99"/>
                <a:gd name="T13" fmla="*/ 202 h 224"/>
                <a:gd name="T14" fmla="*/ 45 w 99"/>
                <a:gd name="T15" fmla="*/ 265 h 224"/>
                <a:gd name="T16" fmla="*/ 19 w 99"/>
                <a:gd name="T17" fmla="*/ 271 h 224"/>
                <a:gd name="T18" fmla="*/ 6 w 99"/>
                <a:gd name="T19" fmla="*/ 272 h 224"/>
                <a:gd name="T20" fmla="*/ 0 w 99"/>
                <a:gd name="T21" fmla="*/ 270 h 224"/>
                <a:gd name="T22" fmla="*/ 29 w 99"/>
                <a:gd name="T23" fmla="*/ 260 h 224"/>
                <a:gd name="T24" fmla="*/ 51 w 99"/>
                <a:gd name="T25" fmla="*/ 240 h 224"/>
                <a:gd name="T26" fmla="*/ 64 w 99"/>
                <a:gd name="T27" fmla="*/ 213 h 224"/>
                <a:gd name="T28" fmla="*/ 63 w 99"/>
                <a:gd name="T29" fmla="*/ 179 h 224"/>
                <a:gd name="T30" fmla="*/ 62 w 99"/>
                <a:gd name="T31" fmla="*/ 155 h 224"/>
                <a:gd name="T32" fmla="*/ 62 w 99"/>
                <a:gd name="T33" fmla="*/ 139 h 224"/>
                <a:gd name="T34" fmla="*/ 55 w 99"/>
                <a:gd name="T35" fmla="*/ 134 h 224"/>
                <a:gd name="T36" fmla="*/ 43 w 99"/>
                <a:gd name="T37" fmla="*/ 128 h 224"/>
                <a:gd name="T38" fmla="*/ 12 w 99"/>
                <a:gd name="T39" fmla="*/ 113 h 224"/>
                <a:gd name="T40" fmla="*/ 60 w 99"/>
                <a:gd name="T41" fmla="*/ 131 h 224"/>
                <a:gd name="T42" fmla="*/ 76 w 99"/>
                <a:gd name="T43" fmla="*/ 124 h 224"/>
                <a:gd name="T44" fmla="*/ 99 w 99"/>
                <a:gd name="T45" fmla="*/ 101 h 224"/>
                <a:gd name="T46" fmla="*/ 107 w 99"/>
                <a:gd name="T47" fmla="*/ 74 h 224"/>
                <a:gd name="T48" fmla="*/ 110 w 99"/>
                <a:gd name="T49" fmla="*/ 42 h 224"/>
                <a:gd name="T50" fmla="*/ 85 w 99"/>
                <a:gd name="T51" fmla="*/ 18 h 224"/>
                <a:gd name="T52" fmla="*/ 62 w 99"/>
                <a:gd name="T53" fmla="*/ 5 h 224"/>
                <a:gd name="T54" fmla="*/ 62 w 99"/>
                <a:gd name="T55" fmla="*/ 3 h 224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99" h="224">
                  <a:moveTo>
                    <a:pt x="51" y="0"/>
                  </a:moveTo>
                  <a:cubicBezTo>
                    <a:pt x="56" y="4"/>
                    <a:pt x="62" y="7"/>
                    <a:pt x="68" y="10"/>
                  </a:cubicBezTo>
                  <a:cubicBezTo>
                    <a:pt x="75" y="13"/>
                    <a:pt x="84" y="16"/>
                    <a:pt x="89" y="20"/>
                  </a:cubicBezTo>
                  <a:cubicBezTo>
                    <a:pt x="97" y="26"/>
                    <a:pt x="96" y="42"/>
                    <a:pt x="97" y="51"/>
                  </a:cubicBezTo>
                  <a:cubicBezTo>
                    <a:pt x="99" y="73"/>
                    <a:pt x="91" y="92"/>
                    <a:pt x="72" y="105"/>
                  </a:cubicBezTo>
                  <a:cubicBezTo>
                    <a:pt x="61" y="113"/>
                    <a:pt x="58" y="120"/>
                    <a:pt x="59" y="134"/>
                  </a:cubicBezTo>
                  <a:cubicBezTo>
                    <a:pt x="60" y="145"/>
                    <a:pt x="65" y="156"/>
                    <a:pt x="68" y="166"/>
                  </a:cubicBezTo>
                  <a:cubicBezTo>
                    <a:pt x="73" y="188"/>
                    <a:pt x="57" y="211"/>
                    <a:pt x="36" y="217"/>
                  </a:cubicBezTo>
                  <a:cubicBezTo>
                    <a:pt x="29" y="220"/>
                    <a:pt x="23" y="223"/>
                    <a:pt x="16" y="223"/>
                  </a:cubicBezTo>
                  <a:cubicBezTo>
                    <a:pt x="13" y="224"/>
                    <a:pt x="9" y="224"/>
                    <a:pt x="6" y="224"/>
                  </a:cubicBezTo>
                  <a:cubicBezTo>
                    <a:pt x="4" y="224"/>
                    <a:pt x="3" y="222"/>
                    <a:pt x="0" y="222"/>
                  </a:cubicBezTo>
                  <a:cubicBezTo>
                    <a:pt x="7" y="222"/>
                    <a:pt x="16" y="217"/>
                    <a:pt x="23" y="215"/>
                  </a:cubicBezTo>
                  <a:cubicBezTo>
                    <a:pt x="31" y="211"/>
                    <a:pt x="37" y="206"/>
                    <a:pt x="42" y="198"/>
                  </a:cubicBezTo>
                  <a:cubicBezTo>
                    <a:pt x="47" y="191"/>
                    <a:pt x="52" y="184"/>
                    <a:pt x="52" y="175"/>
                  </a:cubicBezTo>
                  <a:cubicBezTo>
                    <a:pt x="53" y="166"/>
                    <a:pt x="52" y="156"/>
                    <a:pt x="51" y="147"/>
                  </a:cubicBezTo>
                  <a:cubicBezTo>
                    <a:pt x="50" y="140"/>
                    <a:pt x="49" y="134"/>
                    <a:pt x="50" y="127"/>
                  </a:cubicBezTo>
                  <a:cubicBezTo>
                    <a:pt x="50" y="123"/>
                    <a:pt x="52" y="117"/>
                    <a:pt x="50" y="114"/>
                  </a:cubicBezTo>
                  <a:cubicBezTo>
                    <a:pt x="49" y="112"/>
                    <a:pt x="47" y="112"/>
                    <a:pt x="45" y="111"/>
                  </a:cubicBezTo>
                  <a:cubicBezTo>
                    <a:pt x="41" y="109"/>
                    <a:pt x="38" y="107"/>
                    <a:pt x="35" y="105"/>
                  </a:cubicBezTo>
                  <a:cubicBezTo>
                    <a:pt x="27" y="100"/>
                    <a:pt x="18" y="96"/>
                    <a:pt x="9" y="93"/>
                  </a:cubicBezTo>
                  <a:cubicBezTo>
                    <a:pt x="24" y="93"/>
                    <a:pt x="35" y="104"/>
                    <a:pt x="49" y="108"/>
                  </a:cubicBezTo>
                  <a:cubicBezTo>
                    <a:pt x="55" y="110"/>
                    <a:pt x="58" y="107"/>
                    <a:pt x="62" y="102"/>
                  </a:cubicBezTo>
                  <a:cubicBezTo>
                    <a:pt x="68" y="96"/>
                    <a:pt x="76" y="90"/>
                    <a:pt x="80" y="83"/>
                  </a:cubicBezTo>
                  <a:cubicBezTo>
                    <a:pt x="84" y="76"/>
                    <a:pt x="85" y="68"/>
                    <a:pt x="87" y="61"/>
                  </a:cubicBezTo>
                  <a:cubicBezTo>
                    <a:pt x="89" y="53"/>
                    <a:pt x="94" y="44"/>
                    <a:pt x="90" y="35"/>
                  </a:cubicBezTo>
                  <a:cubicBezTo>
                    <a:pt x="86" y="27"/>
                    <a:pt x="76" y="20"/>
                    <a:pt x="69" y="15"/>
                  </a:cubicBezTo>
                  <a:cubicBezTo>
                    <a:pt x="63" y="10"/>
                    <a:pt x="57" y="6"/>
                    <a:pt x="50" y="5"/>
                  </a:cubicBezTo>
                  <a:cubicBezTo>
                    <a:pt x="50" y="4"/>
                    <a:pt x="50" y="4"/>
                    <a:pt x="50" y="3"/>
                  </a:cubicBezTo>
                </a:path>
              </a:pathLst>
            </a:custGeom>
            <a:solidFill>
              <a:srgbClr val="EFCA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2271" name="Freeform 641">
              <a:extLst>
                <a:ext uri="{FF2B5EF4-FFF2-40B4-BE49-F238E27FC236}">
                  <a16:creationId xmlns:a16="http://schemas.microsoft.com/office/drawing/2014/main" id="{B4E6FE5D-1F67-4E43-8706-7718FF3DF7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4" y="2680"/>
              <a:ext cx="416" cy="229"/>
            </a:xfrm>
            <a:custGeom>
              <a:avLst/>
              <a:gdLst>
                <a:gd name="T0" fmla="*/ 466 w 390"/>
                <a:gd name="T1" fmla="*/ 175 h 215"/>
                <a:gd name="T2" fmla="*/ 395 w 390"/>
                <a:gd name="T3" fmla="*/ 150 h 215"/>
                <a:gd name="T4" fmla="*/ 347 w 390"/>
                <a:gd name="T5" fmla="*/ 105 h 215"/>
                <a:gd name="T6" fmla="*/ 277 w 390"/>
                <a:gd name="T7" fmla="*/ 70 h 215"/>
                <a:gd name="T8" fmla="*/ 131 w 390"/>
                <a:gd name="T9" fmla="*/ 26 h 215"/>
                <a:gd name="T10" fmla="*/ 0 w 390"/>
                <a:gd name="T11" fmla="*/ 2 h 215"/>
                <a:gd name="T12" fmla="*/ 84 w 390"/>
                <a:gd name="T13" fmla="*/ 26 h 215"/>
                <a:gd name="T14" fmla="*/ 153 w 390"/>
                <a:gd name="T15" fmla="*/ 52 h 215"/>
                <a:gd name="T16" fmla="*/ 305 w 390"/>
                <a:gd name="T17" fmla="*/ 100 h 215"/>
                <a:gd name="T18" fmla="*/ 388 w 390"/>
                <a:gd name="T19" fmla="*/ 173 h 215"/>
                <a:gd name="T20" fmla="*/ 439 w 390"/>
                <a:gd name="T21" fmla="*/ 212 h 215"/>
                <a:gd name="T22" fmla="*/ 466 w 390"/>
                <a:gd name="T23" fmla="*/ 260 h 215"/>
                <a:gd name="T24" fmla="*/ 474 w 390"/>
                <a:gd name="T25" fmla="*/ 220 h 21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90" h="215">
                  <a:moveTo>
                    <a:pt x="384" y="145"/>
                  </a:moveTo>
                  <a:cubicBezTo>
                    <a:pt x="380" y="167"/>
                    <a:pt x="333" y="131"/>
                    <a:pt x="325" y="124"/>
                  </a:cubicBezTo>
                  <a:cubicBezTo>
                    <a:pt x="312" y="112"/>
                    <a:pt x="301" y="98"/>
                    <a:pt x="286" y="87"/>
                  </a:cubicBezTo>
                  <a:cubicBezTo>
                    <a:pt x="269" y="75"/>
                    <a:pt x="249" y="67"/>
                    <a:pt x="229" y="58"/>
                  </a:cubicBezTo>
                  <a:cubicBezTo>
                    <a:pt x="191" y="41"/>
                    <a:pt x="149" y="30"/>
                    <a:pt x="108" y="22"/>
                  </a:cubicBezTo>
                  <a:cubicBezTo>
                    <a:pt x="72" y="15"/>
                    <a:pt x="37" y="0"/>
                    <a:pt x="0" y="2"/>
                  </a:cubicBezTo>
                  <a:cubicBezTo>
                    <a:pt x="22" y="12"/>
                    <a:pt x="47" y="12"/>
                    <a:pt x="69" y="22"/>
                  </a:cubicBezTo>
                  <a:cubicBezTo>
                    <a:pt x="88" y="30"/>
                    <a:pt x="107" y="36"/>
                    <a:pt x="126" y="43"/>
                  </a:cubicBezTo>
                  <a:cubicBezTo>
                    <a:pt x="167" y="58"/>
                    <a:pt x="211" y="67"/>
                    <a:pt x="251" y="83"/>
                  </a:cubicBezTo>
                  <a:cubicBezTo>
                    <a:pt x="283" y="96"/>
                    <a:pt x="294" y="124"/>
                    <a:pt x="320" y="143"/>
                  </a:cubicBezTo>
                  <a:cubicBezTo>
                    <a:pt x="334" y="154"/>
                    <a:pt x="352" y="161"/>
                    <a:pt x="362" y="176"/>
                  </a:cubicBezTo>
                  <a:cubicBezTo>
                    <a:pt x="371" y="188"/>
                    <a:pt x="374" y="204"/>
                    <a:pt x="384" y="215"/>
                  </a:cubicBezTo>
                  <a:cubicBezTo>
                    <a:pt x="384" y="204"/>
                    <a:pt x="390" y="194"/>
                    <a:pt x="390" y="182"/>
                  </a:cubicBezTo>
                </a:path>
              </a:pathLst>
            </a:custGeom>
            <a:solidFill>
              <a:srgbClr val="EFCA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2272" name="Freeform 642">
              <a:extLst>
                <a:ext uri="{FF2B5EF4-FFF2-40B4-BE49-F238E27FC236}">
                  <a16:creationId xmlns:a16="http://schemas.microsoft.com/office/drawing/2014/main" id="{CA7F37C9-D18A-4934-A7EF-CB5391D43959}"/>
                </a:ext>
              </a:extLst>
            </p:cNvPr>
            <p:cNvSpPr>
              <a:spLocks/>
            </p:cNvSpPr>
            <p:nvPr/>
          </p:nvSpPr>
          <p:spPr bwMode="auto">
            <a:xfrm>
              <a:off x="940" y="1605"/>
              <a:ext cx="132" cy="269"/>
            </a:xfrm>
            <a:custGeom>
              <a:avLst/>
              <a:gdLst>
                <a:gd name="T0" fmla="*/ 142 w 124"/>
                <a:gd name="T1" fmla="*/ 77 h 252"/>
                <a:gd name="T2" fmla="*/ 111 w 124"/>
                <a:gd name="T3" fmla="*/ 157 h 252"/>
                <a:gd name="T4" fmla="*/ 109 w 124"/>
                <a:gd name="T5" fmla="*/ 195 h 252"/>
                <a:gd name="T6" fmla="*/ 113 w 124"/>
                <a:gd name="T7" fmla="*/ 222 h 252"/>
                <a:gd name="T8" fmla="*/ 83 w 124"/>
                <a:gd name="T9" fmla="*/ 287 h 252"/>
                <a:gd name="T10" fmla="*/ 53 w 124"/>
                <a:gd name="T11" fmla="*/ 306 h 252"/>
                <a:gd name="T12" fmla="*/ 0 w 124"/>
                <a:gd name="T13" fmla="*/ 294 h 252"/>
                <a:gd name="T14" fmla="*/ 38 w 124"/>
                <a:gd name="T15" fmla="*/ 278 h 252"/>
                <a:gd name="T16" fmla="*/ 54 w 124"/>
                <a:gd name="T17" fmla="*/ 231 h 252"/>
                <a:gd name="T18" fmla="*/ 68 w 124"/>
                <a:gd name="T19" fmla="*/ 174 h 252"/>
                <a:gd name="T20" fmla="*/ 96 w 124"/>
                <a:gd name="T21" fmla="*/ 106 h 252"/>
                <a:gd name="T22" fmla="*/ 131 w 124"/>
                <a:gd name="T23" fmla="*/ 18 h 252"/>
                <a:gd name="T24" fmla="*/ 138 w 124"/>
                <a:gd name="T25" fmla="*/ 13 h 252"/>
                <a:gd name="T26" fmla="*/ 150 w 124"/>
                <a:gd name="T27" fmla="*/ 45 h 25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24" h="252">
                  <a:moveTo>
                    <a:pt x="117" y="63"/>
                  </a:moveTo>
                  <a:cubicBezTo>
                    <a:pt x="103" y="80"/>
                    <a:pt x="95" y="107"/>
                    <a:pt x="92" y="129"/>
                  </a:cubicBezTo>
                  <a:cubicBezTo>
                    <a:pt x="91" y="139"/>
                    <a:pt x="90" y="149"/>
                    <a:pt x="90" y="160"/>
                  </a:cubicBezTo>
                  <a:cubicBezTo>
                    <a:pt x="91" y="168"/>
                    <a:pt x="94" y="175"/>
                    <a:pt x="94" y="183"/>
                  </a:cubicBezTo>
                  <a:cubicBezTo>
                    <a:pt x="95" y="199"/>
                    <a:pt x="77" y="224"/>
                    <a:pt x="69" y="236"/>
                  </a:cubicBezTo>
                  <a:cubicBezTo>
                    <a:pt x="62" y="245"/>
                    <a:pt x="55" y="252"/>
                    <a:pt x="44" y="252"/>
                  </a:cubicBezTo>
                  <a:cubicBezTo>
                    <a:pt x="29" y="252"/>
                    <a:pt x="14" y="241"/>
                    <a:pt x="0" y="242"/>
                  </a:cubicBezTo>
                  <a:cubicBezTo>
                    <a:pt x="9" y="239"/>
                    <a:pt x="25" y="236"/>
                    <a:pt x="32" y="229"/>
                  </a:cubicBezTo>
                  <a:cubicBezTo>
                    <a:pt x="42" y="219"/>
                    <a:pt x="44" y="201"/>
                    <a:pt x="45" y="189"/>
                  </a:cubicBezTo>
                  <a:cubicBezTo>
                    <a:pt x="45" y="172"/>
                    <a:pt x="49" y="158"/>
                    <a:pt x="56" y="143"/>
                  </a:cubicBezTo>
                  <a:cubicBezTo>
                    <a:pt x="65" y="125"/>
                    <a:pt x="70" y="105"/>
                    <a:pt x="80" y="87"/>
                  </a:cubicBezTo>
                  <a:cubicBezTo>
                    <a:pt x="93" y="65"/>
                    <a:pt x="111" y="41"/>
                    <a:pt x="109" y="15"/>
                  </a:cubicBezTo>
                  <a:cubicBezTo>
                    <a:pt x="108" y="6"/>
                    <a:pt x="107" y="0"/>
                    <a:pt x="115" y="10"/>
                  </a:cubicBezTo>
                  <a:cubicBezTo>
                    <a:pt x="121" y="17"/>
                    <a:pt x="124" y="28"/>
                    <a:pt x="124" y="37"/>
                  </a:cubicBezTo>
                </a:path>
              </a:pathLst>
            </a:custGeom>
            <a:solidFill>
              <a:srgbClr val="EFCA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2273" name="Freeform 643">
              <a:extLst>
                <a:ext uri="{FF2B5EF4-FFF2-40B4-BE49-F238E27FC236}">
                  <a16:creationId xmlns:a16="http://schemas.microsoft.com/office/drawing/2014/main" id="{BA935097-1B1E-4DEC-95AF-373A966E0064}"/>
                </a:ext>
              </a:extLst>
            </p:cNvPr>
            <p:cNvSpPr>
              <a:spLocks/>
            </p:cNvSpPr>
            <p:nvPr/>
          </p:nvSpPr>
          <p:spPr bwMode="auto">
            <a:xfrm>
              <a:off x="849" y="1982"/>
              <a:ext cx="109" cy="246"/>
            </a:xfrm>
            <a:custGeom>
              <a:avLst/>
              <a:gdLst>
                <a:gd name="T0" fmla="*/ 119 w 102"/>
                <a:gd name="T1" fmla="*/ 0 h 231"/>
                <a:gd name="T2" fmla="*/ 0 w 102"/>
                <a:gd name="T3" fmla="*/ 210 h 231"/>
                <a:gd name="T4" fmla="*/ 33 w 102"/>
                <a:gd name="T5" fmla="*/ 236 h 231"/>
                <a:gd name="T6" fmla="*/ 51 w 102"/>
                <a:gd name="T7" fmla="*/ 243 h 231"/>
                <a:gd name="T8" fmla="*/ 96 w 102"/>
                <a:gd name="T9" fmla="*/ 200 h 231"/>
                <a:gd name="T10" fmla="*/ 114 w 102"/>
                <a:gd name="T11" fmla="*/ 142 h 231"/>
                <a:gd name="T12" fmla="*/ 116 w 102"/>
                <a:gd name="T13" fmla="*/ 69 h 2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2" h="231">
                  <a:moveTo>
                    <a:pt x="97" y="0"/>
                  </a:moveTo>
                  <a:cubicBezTo>
                    <a:pt x="89" y="34"/>
                    <a:pt x="84" y="231"/>
                    <a:pt x="0" y="174"/>
                  </a:cubicBezTo>
                  <a:cubicBezTo>
                    <a:pt x="9" y="181"/>
                    <a:pt x="18" y="188"/>
                    <a:pt x="27" y="195"/>
                  </a:cubicBezTo>
                  <a:cubicBezTo>
                    <a:pt x="32" y="199"/>
                    <a:pt x="35" y="202"/>
                    <a:pt x="42" y="201"/>
                  </a:cubicBezTo>
                  <a:cubicBezTo>
                    <a:pt x="57" y="198"/>
                    <a:pt x="70" y="177"/>
                    <a:pt x="79" y="166"/>
                  </a:cubicBezTo>
                  <a:cubicBezTo>
                    <a:pt x="91" y="150"/>
                    <a:pt x="94" y="138"/>
                    <a:pt x="94" y="117"/>
                  </a:cubicBezTo>
                  <a:cubicBezTo>
                    <a:pt x="95" y="99"/>
                    <a:pt x="102" y="75"/>
                    <a:pt x="95" y="57"/>
                  </a:cubicBezTo>
                </a:path>
              </a:pathLst>
            </a:custGeom>
            <a:solidFill>
              <a:srgbClr val="EFCA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2274" name="Freeform 644">
              <a:extLst>
                <a:ext uri="{FF2B5EF4-FFF2-40B4-BE49-F238E27FC236}">
                  <a16:creationId xmlns:a16="http://schemas.microsoft.com/office/drawing/2014/main" id="{2DD6B106-821C-4194-AF3E-C1CE5FCA3F0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8" y="2502"/>
              <a:ext cx="31" cy="30"/>
            </a:xfrm>
            <a:custGeom>
              <a:avLst/>
              <a:gdLst>
                <a:gd name="T0" fmla="*/ 24 w 29"/>
                <a:gd name="T1" fmla="*/ 0 h 28"/>
                <a:gd name="T2" fmla="*/ 35 w 29"/>
                <a:gd name="T3" fmla="*/ 30 h 28"/>
                <a:gd name="T4" fmla="*/ 16 w 29"/>
                <a:gd name="T5" fmla="*/ 11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28">
                  <a:moveTo>
                    <a:pt x="20" y="0"/>
                  </a:moveTo>
                  <a:cubicBezTo>
                    <a:pt x="18" y="8"/>
                    <a:pt x="16" y="25"/>
                    <a:pt x="29" y="24"/>
                  </a:cubicBezTo>
                  <a:cubicBezTo>
                    <a:pt x="17" y="28"/>
                    <a:pt x="0" y="20"/>
                    <a:pt x="13" y="8"/>
                  </a:cubicBezTo>
                </a:path>
              </a:pathLst>
            </a:custGeom>
            <a:solidFill>
              <a:srgbClr val="EFCA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2275" name="Freeform 645">
              <a:extLst>
                <a:ext uri="{FF2B5EF4-FFF2-40B4-BE49-F238E27FC236}">
                  <a16:creationId xmlns:a16="http://schemas.microsoft.com/office/drawing/2014/main" id="{1FF5F0B6-3E61-4111-81A9-B3CAE3D994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0" y="2662"/>
              <a:ext cx="330" cy="109"/>
            </a:xfrm>
            <a:custGeom>
              <a:avLst/>
              <a:gdLst>
                <a:gd name="T0" fmla="*/ 7 w 310"/>
                <a:gd name="T1" fmla="*/ 2 h 102"/>
                <a:gd name="T2" fmla="*/ 2 w 310"/>
                <a:gd name="T3" fmla="*/ 2 h 102"/>
                <a:gd name="T4" fmla="*/ 32 w 310"/>
                <a:gd name="T5" fmla="*/ 12 h 102"/>
                <a:gd name="T6" fmla="*/ 72 w 310"/>
                <a:gd name="T7" fmla="*/ 24 h 102"/>
                <a:gd name="T8" fmla="*/ 136 w 310"/>
                <a:gd name="T9" fmla="*/ 38 h 102"/>
                <a:gd name="T10" fmla="*/ 226 w 310"/>
                <a:gd name="T11" fmla="*/ 69 h 102"/>
                <a:gd name="T12" fmla="*/ 374 w 310"/>
                <a:gd name="T13" fmla="*/ 124 h 102"/>
                <a:gd name="T14" fmla="*/ 332 w 310"/>
                <a:gd name="T15" fmla="*/ 91 h 102"/>
                <a:gd name="T16" fmla="*/ 274 w 310"/>
                <a:gd name="T17" fmla="*/ 72 h 102"/>
                <a:gd name="T18" fmla="*/ 172 w 310"/>
                <a:gd name="T19" fmla="*/ 36 h 102"/>
                <a:gd name="T20" fmla="*/ 81 w 310"/>
                <a:gd name="T21" fmla="*/ 14 h 102"/>
                <a:gd name="T22" fmla="*/ 34 w 310"/>
                <a:gd name="T23" fmla="*/ 6 h 102"/>
                <a:gd name="T24" fmla="*/ 0 w 310"/>
                <a:gd name="T25" fmla="*/ 0 h 10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10" h="102">
                  <a:moveTo>
                    <a:pt x="7" y="2"/>
                  </a:moveTo>
                  <a:cubicBezTo>
                    <a:pt x="5" y="1"/>
                    <a:pt x="4" y="1"/>
                    <a:pt x="2" y="2"/>
                  </a:cubicBezTo>
                  <a:cubicBezTo>
                    <a:pt x="9" y="6"/>
                    <a:pt x="18" y="6"/>
                    <a:pt x="26" y="9"/>
                  </a:cubicBezTo>
                  <a:cubicBezTo>
                    <a:pt x="38" y="13"/>
                    <a:pt x="48" y="18"/>
                    <a:pt x="60" y="20"/>
                  </a:cubicBezTo>
                  <a:cubicBezTo>
                    <a:pt x="78" y="23"/>
                    <a:pt x="95" y="28"/>
                    <a:pt x="113" y="32"/>
                  </a:cubicBezTo>
                  <a:cubicBezTo>
                    <a:pt x="138" y="37"/>
                    <a:pt x="163" y="45"/>
                    <a:pt x="187" y="57"/>
                  </a:cubicBezTo>
                  <a:cubicBezTo>
                    <a:pt x="226" y="76"/>
                    <a:pt x="276" y="76"/>
                    <a:pt x="310" y="102"/>
                  </a:cubicBezTo>
                  <a:cubicBezTo>
                    <a:pt x="298" y="91"/>
                    <a:pt x="289" y="82"/>
                    <a:pt x="275" y="75"/>
                  </a:cubicBezTo>
                  <a:cubicBezTo>
                    <a:pt x="259" y="67"/>
                    <a:pt x="243" y="63"/>
                    <a:pt x="226" y="59"/>
                  </a:cubicBezTo>
                  <a:cubicBezTo>
                    <a:pt x="198" y="52"/>
                    <a:pt x="170" y="40"/>
                    <a:pt x="143" y="30"/>
                  </a:cubicBezTo>
                  <a:cubicBezTo>
                    <a:pt x="118" y="22"/>
                    <a:pt x="92" y="16"/>
                    <a:pt x="67" y="11"/>
                  </a:cubicBezTo>
                  <a:cubicBezTo>
                    <a:pt x="54" y="8"/>
                    <a:pt x="41" y="8"/>
                    <a:pt x="28" y="6"/>
                  </a:cubicBezTo>
                  <a:cubicBezTo>
                    <a:pt x="19" y="4"/>
                    <a:pt x="10" y="1"/>
                    <a:pt x="0" y="0"/>
                  </a:cubicBezTo>
                </a:path>
              </a:pathLst>
            </a:custGeom>
            <a:solidFill>
              <a:srgbClr val="EFCA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2276" name="Freeform 646">
              <a:extLst>
                <a:ext uri="{FF2B5EF4-FFF2-40B4-BE49-F238E27FC236}">
                  <a16:creationId xmlns:a16="http://schemas.microsoft.com/office/drawing/2014/main" id="{524C192A-CAC9-470C-95EB-7A8794A6D6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" y="3004"/>
              <a:ext cx="116" cy="90"/>
            </a:xfrm>
            <a:custGeom>
              <a:avLst/>
              <a:gdLst>
                <a:gd name="T0" fmla="*/ 0 w 108"/>
                <a:gd name="T1" fmla="*/ 76 h 84"/>
                <a:gd name="T2" fmla="*/ 30 w 108"/>
                <a:gd name="T3" fmla="*/ 29 h 84"/>
                <a:gd name="T4" fmla="*/ 63 w 108"/>
                <a:gd name="T5" fmla="*/ 6 h 84"/>
                <a:gd name="T6" fmla="*/ 98 w 108"/>
                <a:gd name="T7" fmla="*/ 1 h 84"/>
                <a:gd name="T8" fmla="*/ 134 w 108"/>
                <a:gd name="T9" fmla="*/ 12 h 84"/>
                <a:gd name="T10" fmla="*/ 87 w 108"/>
                <a:gd name="T11" fmla="*/ 12 h 84"/>
                <a:gd name="T12" fmla="*/ 54 w 108"/>
                <a:gd name="T13" fmla="*/ 23 h 84"/>
                <a:gd name="T14" fmla="*/ 32 w 108"/>
                <a:gd name="T15" fmla="*/ 68 h 84"/>
                <a:gd name="T16" fmla="*/ 38 w 108"/>
                <a:gd name="T17" fmla="*/ 102 h 84"/>
                <a:gd name="T18" fmla="*/ 0 w 108"/>
                <a:gd name="T19" fmla="*/ 79 h 8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08" h="84">
                  <a:moveTo>
                    <a:pt x="0" y="62"/>
                  </a:moveTo>
                  <a:cubicBezTo>
                    <a:pt x="6" y="44"/>
                    <a:pt x="9" y="35"/>
                    <a:pt x="24" y="23"/>
                  </a:cubicBezTo>
                  <a:cubicBezTo>
                    <a:pt x="32" y="17"/>
                    <a:pt x="42" y="10"/>
                    <a:pt x="51" y="6"/>
                  </a:cubicBezTo>
                  <a:cubicBezTo>
                    <a:pt x="59" y="3"/>
                    <a:pt x="71" y="0"/>
                    <a:pt x="79" y="1"/>
                  </a:cubicBezTo>
                  <a:cubicBezTo>
                    <a:pt x="89" y="2"/>
                    <a:pt x="101" y="9"/>
                    <a:pt x="108" y="9"/>
                  </a:cubicBezTo>
                  <a:cubicBezTo>
                    <a:pt x="95" y="9"/>
                    <a:pt x="82" y="5"/>
                    <a:pt x="70" y="9"/>
                  </a:cubicBezTo>
                  <a:cubicBezTo>
                    <a:pt x="61" y="11"/>
                    <a:pt x="52" y="15"/>
                    <a:pt x="44" y="19"/>
                  </a:cubicBezTo>
                  <a:cubicBezTo>
                    <a:pt x="30" y="27"/>
                    <a:pt x="19" y="37"/>
                    <a:pt x="26" y="55"/>
                  </a:cubicBezTo>
                  <a:cubicBezTo>
                    <a:pt x="29" y="63"/>
                    <a:pt x="47" y="83"/>
                    <a:pt x="31" y="83"/>
                  </a:cubicBezTo>
                  <a:cubicBezTo>
                    <a:pt x="21" y="84"/>
                    <a:pt x="6" y="70"/>
                    <a:pt x="0" y="64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2277" name="Freeform 647">
              <a:extLst>
                <a:ext uri="{FF2B5EF4-FFF2-40B4-BE49-F238E27FC236}">
                  <a16:creationId xmlns:a16="http://schemas.microsoft.com/office/drawing/2014/main" id="{1BE0F882-0B0A-4B2B-AD91-FA355ABB4D2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2" y="2520"/>
              <a:ext cx="39" cy="148"/>
            </a:xfrm>
            <a:custGeom>
              <a:avLst/>
              <a:gdLst>
                <a:gd name="T0" fmla="*/ 3 w 37"/>
                <a:gd name="T1" fmla="*/ 0 h 139"/>
                <a:gd name="T2" fmla="*/ 2 w 37"/>
                <a:gd name="T3" fmla="*/ 100 h 139"/>
                <a:gd name="T4" fmla="*/ 6 w 37"/>
                <a:gd name="T5" fmla="*/ 146 h 139"/>
                <a:gd name="T6" fmla="*/ 43 w 37"/>
                <a:gd name="T7" fmla="*/ 168 h 139"/>
                <a:gd name="T8" fmla="*/ 13 w 37"/>
                <a:gd name="T9" fmla="*/ 133 h 139"/>
                <a:gd name="T10" fmla="*/ 15 w 37"/>
                <a:gd name="T11" fmla="*/ 86 h 139"/>
                <a:gd name="T12" fmla="*/ 6 w 37"/>
                <a:gd name="T13" fmla="*/ 5 h 13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7" h="139">
                  <a:moveTo>
                    <a:pt x="3" y="0"/>
                  </a:moveTo>
                  <a:cubicBezTo>
                    <a:pt x="14" y="28"/>
                    <a:pt x="5" y="55"/>
                    <a:pt x="2" y="83"/>
                  </a:cubicBezTo>
                  <a:cubicBezTo>
                    <a:pt x="1" y="94"/>
                    <a:pt x="0" y="111"/>
                    <a:pt x="6" y="121"/>
                  </a:cubicBezTo>
                  <a:cubicBezTo>
                    <a:pt x="13" y="132"/>
                    <a:pt x="27" y="133"/>
                    <a:pt x="37" y="139"/>
                  </a:cubicBezTo>
                  <a:cubicBezTo>
                    <a:pt x="25" y="132"/>
                    <a:pt x="15" y="124"/>
                    <a:pt x="10" y="110"/>
                  </a:cubicBezTo>
                  <a:cubicBezTo>
                    <a:pt x="5" y="97"/>
                    <a:pt x="10" y="84"/>
                    <a:pt x="12" y="71"/>
                  </a:cubicBezTo>
                  <a:cubicBezTo>
                    <a:pt x="14" y="50"/>
                    <a:pt x="21" y="21"/>
                    <a:pt x="6" y="5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2278" name="Freeform 648">
              <a:extLst>
                <a:ext uri="{FF2B5EF4-FFF2-40B4-BE49-F238E27FC236}">
                  <a16:creationId xmlns:a16="http://schemas.microsoft.com/office/drawing/2014/main" id="{76BBB7FB-0D5B-44DD-901A-9C3F1C7AEE1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4" y="2581"/>
              <a:ext cx="52" cy="131"/>
            </a:xfrm>
            <a:custGeom>
              <a:avLst/>
              <a:gdLst>
                <a:gd name="T0" fmla="*/ 10 w 48"/>
                <a:gd name="T1" fmla="*/ 0 h 123"/>
                <a:gd name="T2" fmla="*/ 61 w 48"/>
                <a:gd name="T3" fmla="*/ 111 h 123"/>
                <a:gd name="T4" fmla="*/ 27 w 48"/>
                <a:gd name="T5" fmla="*/ 68 h 123"/>
                <a:gd name="T6" fmla="*/ 13 w 48"/>
                <a:gd name="T7" fmla="*/ 1 h 1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8" h="123">
                  <a:moveTo>
                    <a:pt x="7" y="0"/>
                  </a:moveTo>
                  <a:cubicBezTo>
                    <a:pt x="12" y="19"/>
                    <a:pt x="0" y="123"/>
                    <a:pt x="48" y="92"/>
                  </a:cubicBezTo>
                  <a:cubicBezTo>
                    <a:pt x="28" y="94"/>
                    <a:pt x="26" y="70"/>
                    <a:pt x="21" y="56"/>
                  </a:cubicBezTo>
                  <a:cubicBezTo>
                    <a:pt x="16" y="38"/>
                    <a:pt x="10" y="20"/>
                    <a:pt x="10" y="1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2279" name="Freeform 649">
              <a:extLst>
                <a:ext uri="{FF2B5EF4-FFF2-40B4-BE49-F238E27FC236}">
                  <a16:creationId xmlns:a16="http://schemas.microsoft.com/office/drawing/2014/main" id="{18E2EA94-5F39-4727-AE2E-36D2EA2045B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9" y="2539"/>
              <a:ext cx="36" cy="122"/>
            </a:xfrm>
            <a:custGeom>
              <a:avLst/>
              <a:gdLst>
                <a:gd name="T0" fmla="*/ 39 w 34"/>
                <a:gd name="T1" fmla="*/ 0 h 114"/>
                <a:gd name="T2" fmla="*/ 13 w 34"/>
                <a:gd name="T3" fmla="*/ 30 h 114"/>
                <a:gd name="T4" fmla="*/ 7 w 34"/>
                <a:gd name="T5" fmla="*/ 64 h 114"/>
                <a:gd name="T6" fmla="*/ 0 w 34"/>
                <a:gd name="T7" fmla="*/ 140 h 114"/>
                <a:gd name="T8" fmla="*/ 16 w 34"/>
                <a:gd name="T9" fmla="*/ 70 h 114"/>
                <a:gd name="T10" fmla="*/ 22 w 34"/>
                <a:gd name="T11" fmla="*/ 37 h 114"/>
                <a:gd name="T12" fmla="*/ 40 w 34"/>
                <a:gd name="T13" fmla="*/ 5 h 1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4" h="114">
                  <a:moveTo>
                    <a:pt x="33" y="0"/>
                  </a:moveTo>
                  <a:cubicBezTo>
                    <a:pt x="32" y="11"/>
                    <a:pt x="17" y="17"/>
                    <a:pt x="10" y="24"/>
                  </a:cubicBezTo>
                  <a:cubicBezTo>
                    <a:pt x="2" y="32"/>
                    <a:pt x="6" y="40"/>
                    <a:pt x="7" y="52"/>
                  </a:cubicBezTo>
                  <a:cubicBezTo>
                    <a:pt x="8" y="73"/>
                    <a:pt x="5" y="95"/>
                    <a:pt x="0" y="114"/>
                  </a:cubicBezTo>
                  <a:cubicBezTo>
                    <a:pt x="13" y="103"/>
                    <a:pt x="12" y="73"/>
                    <a:pt x="13" y="57"/>
                  </a:cubicBezTo>
                  <a:cubicBezTo>
                    <a:pt x="14" y="47"/>
                    <a:pt x="15" y="40"/>
                    <a:pt x="19" y="31"/>
                  </a:cubicBezTo>
                  <a:cubicBezTo>
                    <a:pt x="23" y="21"/>
                    <a:pt x="30" y="14"/>
                    <a:pt x="34" y="5"/>
                  </a:cubicBezTo>
                </a:path>
              </a:pathLst>
            </a:custGeom>
            <a:solidFill>
              <a:srgbClr val="EFCA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2280" name="Freeform 650">
              <a:extLst>
                <a:ext uri="{FF2B5EF4-FFF2-40B4-BE49-F238E27FC236}">
                  <a16:creationId xmlns:a16="http://schemas.microsoft.com/office/drawing/2014/main" id="{EF6F6653-70F6-47DD-BCFC-D3E671CFA0D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2" y="2511"/>
              <a:ext cx="150" cy="30"/>
            </a:xfrm>
            <a:custGeom>
              <a:avLst/>
              <a:gdLst>
                <a:gd name="T0" fmla="*/ 0 w 140"/>
                <a:gd name="T1" fmla="*/ 1 h 28"/>
                <a:gd name="T2" fmla="*/ 100 w 140"/>
                <a:gd name="T3" fmla="*/ 14 h 28"/>
                <a:gd name="T4" fmla="*/ 173 w 140"/>
                <a:gd name="T5" fmla="*/ 0 h 28"/>
                <a:gd name="T6" fmla="*/ 123 w 140"/>
                <a:gd name="T7" fmla="*/ 23 h 28"/>
                <a:gd name="T8" fmla="*/ 69 w 140"/>
                <a:gd name="T9" fmla="*/ 34 h 28"/>
                <a:gd name="T10" fmla="*/ 5 w 140"/>
                <a:gd name="T11" fmla="*/ 4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0" h="28">
                  <a:moveTo>
                    <a:pt x="0" y="1"/>
                  </a:moveTo>
                  <a:cubicBezTo>
                    <a:pt x="6" y="17"/>
                    <a:pt x="66" y="13"/>
                    <a:pt x="81" y="11"/>
                  </a:cubicBezTo>
                  <a:cubicBezTo>
                    <a:pt x="101" y="8"/>
                    <a:pt x="121" y="3"/>
                    <a:pt x="140" y="0"/>
                  </a:cubicBezTo>
                  <a:cubicBezTo>
                    <a:pt x="127" y="5"/>
                    <a:pt x="114" y="14"/>
                    <a:pt x="100" y="19"/>
                  </a:cubicBezTo>
                  <a:cubicBezTo>
                    <a:pt x="85" y="24"/>
                    <a:pt x="70" y="28"/>
                    <a:pt x="56" y="28"/>
                  </a:cubicBezTo>
                  <a:cubicBezTo>
                    <a:pt x="37" y="27"/>
                    <a:pt x="14" y="21"/>
                    <a:pt x="5" y="4"/>
                  </a:cubicBezTo>
                </a:path>
              </a:pathLst>
            </a:custGeom>
            <a:solidFill>
              <a:srgbClr val="EFCA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2281" name="Freeform 651">
              <a:extLst>
                <a:ext uri="{FF2B5EF4-FFF2-40B4-BE49-F238E27FC236}">
                  <a16:creationId xmlns:a16="http://schemas.microsoft.com/office/drawing/2014/main" id="{B35C23C2-B320-43D8-87F8-8E66FECE97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8" y="2167"/>
              <a:ext cx="415" cy="314"/>
            </a:xfrm>
            <a:custGeom>
              <a:avLst/>
              <a:gdLst>
                <a:gd name="T0" fmla="*/ 0 w 389"/>
                <a:gd name="T1" fmla="*/ 19 h 294"/>
                <a:gd name="T2" fmla="*/ 29 w 389"/>
                <a:gd name="T3" fmla="*/ 22 h 294"/>
                <a:gd name="T4" fmla="*/ 50 w 389"/>
                <a:gd name="T5" fmla="*/ 41 h 294"/>
                <a:gd name="T6" fmla="*/ 70 w 389"/>
                <a:gd name="T7" fmla="*/ 107 h 294"/>
                <a:gd name="T8" fmla="*/ 154 w 389"/>
                <a:gd name="T9" fmla="*/ 236 h 294"/>
                <a:gd name="T10" fmla="*/ 422 w 389"/>
                <a:gd name="T11" fmla="*/ 354 h 294"/>
                <a:gd name="T12" fmla="*/ 473 w 389"/>
                <a:gd name="T13" fmla="*/ 358 h 294"/>
                <a:gd name="T14" fmla="*/ 287 w 389"/>
                <a:gd name="T15" fmla="*/ 291 h 294"/>
                <a:gd name="T16" fmla="*/ 207 w 389"/>
                <a:gd name="T17" fmla="*/ 242 h 294"/>
                <a:gd name="T18" fmla="*/ 133 w 389"/>
                <a:gd name="T19" fmla="*/ 183 h 294"/>
                <a:gd name="T20" fmla="*/ 65 w 389"/>
                <a:gd name="T21" fmla="*/ 46 h 294"/>
                <a:gd name="T22" fmla="*/ 44 w 389"/>
                <a:gd name="T23" fmla="*/ 4 h 294"/>
                <a:gd name="T24" fmla="*/ 3 w 389"/>
                <a:gd name="T25" fmla="*/ 4 h 29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89" h="294">
                  <a:moveTo>
                    <a:pt x="0" y="16"/>
                  </a:moveTo>
                  <a:cubicBezTo>
                    <a:pt x="6" y="19"/>
                    <a:pt x="15" y="16"/>
                    <a:pt x="23" y="19"/>
                  </a:cubicBezTo>
                  <a:cubicBezTo>
                    <a:pt x="29" y="22"/>
                    <a:pt x="36" y="28"/>
                    <a:pt x="41" y="34"/>
                  </a:cubicBezTo>
                  <a:cubicBezTo>
                    <a:pt x="52" y="49"/>
                    <a:pt x="54" y="69"/>
                    <a:pt x="58" y="88"/>
                  </a:cubicBezTo>
                  <a:cubicBezTo>
                    <a:pt x="67" y="133"/>
                    <a:pt x="94" y="165"/>
                    <a:pt x="127" y="194"/>
                  </a:cubicBezTo>
                  <a:cubicBezTo>
                    <a:pt x="191" y="249"/>
                    <a:pt x="268" y="271"/>
                    <a:pt x="348" y="290"/>
                  </a:cubicBezTo>
                  <a:cubicBezTo>
                    <a:pt x="361" y="294"/>
                    <a:pt x="378" y="294"/>
                    <a:pt x="389" y="294"/>
                  </a:cubicBezTo>
                  <a:cubicBezTo>
                    <a:pt x="336" y="278"/>
                    <a:pt x="285" y="263"/>
                    <a:pt x="236" y="239"/>
                  </a:cubicBezTo>
                  <a:cubicBezTo>
                    <a:pt x="213" y="228"/>
                    <a:pt x="193" y="211"/>
                    <a:pt x="171" y="199"/>
                  </a:cubicBezTo>
                  <a:cubicBezTo>
                    <a:pt x="147" y="185"/>
                    <a:pt x="129" y="172"/>
                    <a:pt x="110" y="150"/>
                  </a:cubicBezTo>
                  <a:cubicBezTo>
                    <a:pt x="84" y="119"/>
                    <a:pt x="66" y="76"/>
                    <a:pt x="53" y="37"/>
                  </a:cubicBezTo>
                  <a:cubicBezTo>
                    <a:pt x="49" y="25"/>
                    <a:pt x="50" y="10"/>
                    <a:pt x="36" y="4"/>
                  </a:cubicBezTo>
                  <a:cubicBezTo>
                    <a:pt x="29" y="0"/>
                    <a:pt x="11" y="1"/>
                    <a:pt x="3" y="4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2282" name="Freeform 652">
              <a:extLst>
                <a:ext uri="{FF2B5EF4-FFF2-40B4-BE49-F238E27FC236}">
                  <a16:creationId xmlns:a16="http://schemas.microsoft.com/office/drawing/2014/main" id="{9C8202BA-D032-4239-82ED-93FD504051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0" y="1973"/>
              <a:ext cx="351" cy="67"/>
            </a:xfrm>
            <a:custGeom>
              <a:avLst/>
              <a:gdLst>
                <a:gd name="T0" fmla="*/ 0 w 329"/>
                <a:gd name="T1" fmla="*/ 0 h 63"/>
                <a:gd name="T2" fmla="*/ 140 w 329"/>
                <a:gd name="T3" fmla="*/ 61 h 63"/>
                <a:gd name="T4" fmla="*/ 273 w 329"/>
                <a:gd name="T5" fmla="*/ 64 h 63"/>
                <a:gd name="T6" fmla="*/ 395 w 329"/>
                <a:gd name="T7" fmla="*/ 53 h 63"/>
                <a:gd name="T8" fmla="*/ 259 w 329"/>
                <a:gd name="T9" fmla="*/ 53 h 63"/>
                <a:gd name="T10" fmla="*/ 0 w 329"/>
                <a:gd name="T11" fmla="*/ 0 h 6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29" h="63">
                  <a:moveTo>
                    <a:pt x="0" y="0"/>
                  </a:moveTo>
                  <a:cubicBezTo>
                    <a:pt x="0" y="0"/>
                    <a:pt x="72" y="47"/>
                    <a:pt x="115" y="51"/>
                  </a:cubicBezTo>
                  <a:cubicBezTo>
                    <a:pt x="157" y="56"/>
                    <a:pt x="178" y="62"/>
                    <a:pt x="225" y="53"/>
                  </a:cubicBezTo>
                  <a:cubicBezTo>
                    <a:pt x="272" y="44"/>
                    <a:pt x="320" y="42"/>
                    <a:pt x="325" y="44"/>
                  </a:cubicBezTo>
                  <a:cubicBezTo>
                    <a:pt x="329" y="45"/>
                    <a:pt x="252" y="44"/>
                    <a:pt x="214" y="44"/>
                  </a:cubicBezTo>
                  <a:cubicBezTo>
                    <a:pt x="177" y="44"/>
                    <a:pt x="145" y="63"/>
                    <a:pt x="0" y="0"/>
                  </a:cubicBezTo>
                  <a:close/>
                </a:path>
              </a:pathLst>
            </a:custGeom>
            <a:solidFill>
              <a:srgbClr val="EFCA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2283" name="Freeform 653">
              <a:extLst>
                <a:ext uri="{FF2B5EF4-FFF2-40B4-BE49-F238E27FC236}">
                  <a16:creationId xmlns:a16="http://schemas.microsoft.com/office/drawing/2014/main" id="{98869A73-5C0E-4D17-B22B-60256D81933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0" y="1809"/>
              <a:ext cx="133" cy="116"/>
            </a:xfrm>
            <a:custGeom>
              <a:avLst/>
              <a:gdLst>
                <a:gd name="T0" fmla="*/ 0 w 124"/>
                <a:gd name="T1" fmla="*/ 118 h 109"/>
                <a:gd name="T2" fmla="*/ 99 w 124"/>
                <a:gd name="T3" fmla="*/ 105 h 109"/>
                <a:gd name="T4" fmla="*/ 142 w 124"/>
                <a:gd name="T5" fmla="*/ 65 h 109"/>
                <a:gd name="T6" fmla="*/ 152 w 124"/>
                <a:gd name="T7" fmla="*/ 0 h 109"/>
                <a:gd name="T8" fmla="*/ 94 w 124"/>
                <a:gd name="T9" fmla="*/ 96 h 109"/>
                <a:gd name="T10" fmla="*/ 5 w 124"/>
                <a:gd name="T11" fmla="*/ 118 h 10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4" h="109">
                  <a:moveTo>
                    <a:pt x="0" y="98"/>
                  </a:moveTo>
                  <a:cubicBezTo>
                    <a:pt x="25" y="109"/>
                    <a:pt x="58" y="99"/>
                    <a:pt x="80" y="87"/>
                  </a:cubicBezTo>
                  <a:cubicBezTo>
                    <a:pt x="93" y="80"/>
                    <a:pt x="108" y="68"/>
                    <a:pt x="115" y="54"/>
                  </a:cubicBezTo>
                  <a:cubicBezTo>
                    <a:pt x="124" y="38"/>
                    <a:pt x="117" y="17"/>
                    <a:pt x="123" y="0"/>
                  </a:cubicBezTo>
                  <a:cubicBezTo>
                    <a:pt x="108" y="28"/>
                    <a:pt x="106" y="62"/>
                    <a:pt x="76" y="80"/>
                  </a:cubicBezTo>
                  <a:cubicBezTo>
                    <a:pt x="57" y="92"/>
                    <a:pt x="26" y="92"/>
                    <a:pt x="5" y="98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2284" name="Freeform 654">
              <a:extLst>
                <a:ext uri="{FF2B5EF4-FFF2-40B4-BE49-F238E27FC236}">
                  <a16:creationId xmlns:a16="http://schemas.microsoft.com/office/drawing/2014/main" id="{949DB985-13F3-4A4B-B40C-6B3C87C809B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9" y="3913"/>
              <a:ext cx="146" cy="62"/>
            </a:xfrm>
            <a:custGeom>
              <a:avLst/>
              <a:gdLst>
                <a:gd name="T0" fmla="*/ 0 w 137"/>
                <a:gd name="T1" fmla="*/ 66 h 58"/>
                <a:gd name="T2" fmla="*/ 52 w 137"/>
                <a:gd name="T3" fmla="*/ 21 h 58"/>
                <a:gd name="T4" fmla="*/ 92 w 137"/>
                <a:gd name="T5" fmla="*/ 1 h 58"/>
                <a:gd name="T6" fmla="*/ 166 w 137"/>
                <a:gd name="T7" fmla="*/ 24 h 58"/>
                <a:gd name="T8" fmla="*/ 131 w 137"/>
                <a:gd name="T9" fmla="*/ 41 h 58"/>
                <a:gd name="T10" fmla="*/ 86 w 137"/>
                <a:gd name="T11" fmla="*/ 46 h 58"/>
                <a:gd name="T12" fmla="*/ 1 w 137"/>
                <a:gd name="T13" fmla="*/ 67 h 5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7" h="58">
                  <a:moveTo>
                    <a:pt x="0" y="54"/>
                  </a:moveTo>
                  <a:cubicBezTo>
                    <a:pt x="12" y="58"/>
                    <a:pt x="37" y="25"/>
                    <a:pt x="43" y="18"/>
                  </a:cubicBezTo>
                  <a:cubicBezTo>
                    <a:pt x="53" y="7"/>
                    <a:pt x="61" y="0"/>
                    <a:pt x="76" y="1"/>
                  </a:cubicBezTo>
                  <a:cubicBezTo>
                    <a:pt x="97" y="3"/>
                    <a:pt x="115" y="19"/>
                    <a:pt x="137" y="20"/>
                  </a:cubicBezTo>
                  <a:cubicBezTo>
                    <a:pt x="129" y="25"/>
                    <a:pt x="118" y="32"/>
                    <a:pt x="108" y="34"/>
                  </a:cubicBezTo>
                  <a:cubicBezTo>
                    <a:pt x="96" y="37"/>
                    <a:pt x="83" y="37"/>
                    <a:pt x="71" y="37"/>
                  </a:cubicBezTo>
                  <a:cubicBezTo>
                    <a:pt x="47" y="37"/>
                    <a:pt x="22" y="45"/>
                    <a:pt x="1" y="55"/>
                  </a:cubicBezTo>
                </a:path>
              </a:pathLst>
            </a:custGeom>
            <a:solidFill>
              <a:srgbClr val="EFCA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2285" name="Freeform 655">
              <a:extLst>
                <a:ext uri="{FF2B5EF4-FFF2-40B4-BE49-F238E27FC236}">
                  <a16:creationId xmlns:a16="http://schemas.microsoft.com/office/drawing/2014/main" id="{C32A5BFF-0A9B-4CF9-8136-9CCDE568201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3" y="3763"/>
              <a:ext cx="80" cy="62"/>
            </a:xfrm>
            <a:custGeom>
              <a:avLst/>
              <a:gdLst>
                <a:gd name="T0" fmla="*/ 0 w 75"/>
                <a:gd name="T1" fmla="*/ 48 h 58"/>
                <a:gd name="T2" fmla="*/ 27 w 75"/>
                <a:gd name="T3" fmla="*/ 56 h 58"/>
                <a:gd name="T4" fmla="*/ 55 w 75"/>
                <a:gd name="T5" fmla="*/ 47 h 58"/>
                <a:gd name="T6" fmla="*/ 78 w 75"/>
                <a:gd name="T7" fmla="*/ 22 h 58"/>
                <a:gd name="T8" fmla="*/ 89 w 75"/>
                <a:gd name="T9" fmla="*/ 0 h 58"/>
                <a:gd name="T10" fmla="*/ 54 w 75"/>
                <a:gd name="T11" fmla="*/ 60 h 58"/>
                <a:gd name="T12" fmla="*/ 36 w 75"/>
                <a:gd name="T13" fmla="*/ 66 h 58"/>
                <a:gd name="T14" fmla="*/ 16 w 75"/>
                <a:gd name="T15" fmla="*/ 56 h 5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5" h="58">
                  <a:moveTo>
                    <a:pt x="0" y="39"/>
                  </a:moveTo>
                  <a:cubicBezTo>
                    <a:pt x="8" y="41"/>
                    <a:pt x="13" y="45"/>
                    <a:pt x="22" y="46"/>
                  </a:cubicBezTo>
                  <a:cubicBezTo>
                    <a:pt x="30" y="46"/>
                    <a:pt x="39" y="43"/>
                    <a:pt x="46" y="38"/>
                  </a:cubicBezTo>
                  <a:cubicBezTo>
                    <a:pt x="52" y="33"/>
                    <a:pt x="59" y="25"/>
                    <a:pt x="64" y="19"/>
                  </a:cubicBezTo>
                  <a:cubicBezTo>
                    <a:pt x="68" y="13"/>
                    <a:pt x="69" y="6"/>
                    <a:pt x="73" y="0"/>
                  </a:cubicBezTo>
                  <a:cubicBezTo>
                    <a:pt x="75" y="19"/>
                    <a:pt x="58" y="37"/>
                    <a:pt x="45" y="49"/>
                  </a:cubicBezTo>
                  <a:cubicBezTo>
                    <a:pt x="40" y="54"/>
                    <a:pt x="36" y="58"/>
                    <a:pt x="30" y="54"/>
                  </a:cubicBezTo>
                  <a:cubicBezTo>
                    <a:pt x="25" y="52"/>
                    <a:pt x="19" y="46"/>
                    <a:pt x="13" y="46"/>
                  </a:cubicBezTo>
                </a:path>
              </a:pathLst>
            </a:custGeom>
            <a:solidFill>
              <a:srgbClr val="EFCA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2286" name="Freeform 656">
              <a:extLst>
                <a:ext uri="{FF2B5EF4-FFF2-40B4-BE49-F238E27FC236}">
                  <a16:creationId xmlns:a16="http://schemas.microsoft.com/office/drawing/2014/main" id="{C5E37565-9D07-4357-A724-775B0FE3FA3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7" y="1804"/>
              <a:ext cx="367" cy="139"/>
            </a:xfrm>
            <a:custGeom>
              <a:avLst/>
              <a:gdLst>
                <a:gd name="T0" fmla="*/ 361 w 344"/>
                <a:gd name="T1" fmla="*/ 4 h 130"/>
                <a:gd name="T2" fmla="*/ 331 w 344"/>
                <a:gd name="T3" fmla="*/ 0 h 130"/>
                <a:gd name="T4" fmla="*/ 306 w 344"/>
                <a:gd name="T5" fmla="*/ 24 h 130"/>
                <a:gd name="T6" fmla="*/ 271 w 344"/>
                <a:gd name="T7" fmla="*/ 57 h 130"/>
                <a:gd name="T8" fmla="*/ 192 w 344"/>
                <a:gd name="T9" fmla="*/ 105 h 130"/>
                <a:gd name="T10" fmla="*/ 101 w 344"/>
                <a:gd name="T11" fmla="*/ 132 h 130"/>
                <a:gd name="T12" fmla="*/ 51 w 344"/>
                <a:gd name="T13" fmla="*/ 143 h 130"/>
                <a:gd name="T14" fmla="*/ 0 w 344"/>
                <a:gd name="T15" fmla="*/ 152 h 130"/>
                <a:gd name="T16" fmla="*/ 79 w 344"/>
                <a:gd name="T17" fmla="*/ 149 h 130"/>
                <a:gd name="T18" fmla="*/ 193 w 344"/>
                <a:gd name="T19" fmla="*/ 128 h 130"/>
                <a:gd name="T20" fmla="*/ 305 w 344"/>
                <a:gd name="T21" fmla="*/ 71 h 130"/>
                <a:gd name="T22" fmla="*/ 342 w 344"/>
                <a:gd name="T23" fmla="*/ 37 h 130"/>
                <a:gd name="T24" fmla="*/ 382 w 344"/>
                <a:gd name="T25" fmla="*/ 67 h 130"/>
                <a:gd name="T26" fmla="*/ 418 w 344"/>
                <a:gd name="T27" fmla="*/ 95 h 130"/>
                <a:gd name="T28" fmla="*/ 382 w 344"/>
                <a:gd name="T29" fmla="*/ 44 h 130"/>
                <a:gd name="T30" fmla="*/ 356 w 344"/>
                <a:gd name="T31" fmla="*/ 11 h 130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344" h="130">
                  <a:moveTo>
                    <a:pt x="297" y="4"/>
                  </a:moveTo>
                  <a:cubicBezTo>
                    <a:pt x="290" y="4"/>
                    <a:pt x="277" y="7"/>
                    <a:pt x="273" y="0"/>
                  </a:cubicBezTo>
                  <a:cubicBezTo>
                    <a:pt x="265" y="0"/>
                    <a:pt x="257" y="13"/>
                    <a:pt x="252" y="20"/>
                  </a:cubicBezTo>
                  <a:cubicBezTo>
                    <a:pt x="243" y="30"/>
                    <a:pt x="233" y="38"/>
                    <a:pt x="223" y="47"/>
                  </a:cubicBezTo>
                  <a:cubicBezTo>
                    <a:pt x="202" y="65"/>
                    <a:pt x="182" y="75"/>
                    <a:pt x="158" y="86"/>
                  </a:cubicBezTo>
                  <a:cubicBezTo>
                    <a:pt x="133" y="99"/>
                    <a:pt x="111" y="105"/>
                    <a:pt x="83" y="108"/>
                  </a:cubicBezTo>
                  <a:cubicBezTo>
                    <a:pt x="70" y="110"/>
                    <a:pt x="55" y="114"/>
                    <a:pt x="42" y="117"/>
                  </a:cubicBezTo>
                  <a:cubicBezTo>
                    <a:pt x="29" y="120"/>
                    <a:pt x="12" y="119"/>
                    <a:pt x="0" y="124"/>
                  </a:cubicBezTo>
                  <a:cubicBezTo>
                    <a:pt x="14" y="130"/>
                    <a:pt x="47" y="124"/>
                    <a:pt x="65" y="122"/>
                  </a:cubicBezTo>
                  <a:cubicBezTo>
                    <a:pt x="96" y="119"/>
                    <a:pt x="129" y="113"/>
                    <a:pt x="159" y="105"/>
                  </a:cubicBezTo>
                  <a:cubicBezTo>
                    <a:pt x="193" y="97"/>
                    <a:pt x="227" y="83"/>
                    <a:pt x="251" y="58"/>
                  </a:cubicBezTo>
                  <a:cubicBezTo>
                    <a:pt x="259" y="51"/>
                    <a:pt x="269" y="30"/>
                    <a:pt x="282" y="31"/>
                  </a:cubicBezTo>
                  <a:cubicBezTo>
                    <a:pt x="291" y="32"/>
                    <a:pt x="307" y="50"/>
                    <a:pt x="315" y="55"/>
                  </a:cubicBezTo>
                  <a:cubicBezTo>
                    <a:pt x="325" y="62"/>
                    <a:pt x="334" y="71"/>
                    <a:pt x="344" y="78"/>
                  </a:cubicBezTo>
                  <a:cubicBezTo>
                    <a:pt x="332" y="66"/>
                    <a:pt x="325" y="50"/>
                    <a:pt x="315" y="36"/>
                  </a:cubicBezTo>
                  <a:cubicBezTo>
                    <a:pt x="309" y="26"/>
                    <a:pt x="298" y="17"/>
                    <a:pt x="293" y="8"/>
                  </a:cubicBezTo>
                </a:path>
              </a:pathLst>
            </a:custGeom>
            <a:solidFill>
              <a:srgbClr val="EFCA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2287" name="Freeform 657">
              <a:extLst>
                <a:ext uri="{FF2B5EF4-FFF2-40B4-BE49-F238E27FC236}">
                  <a16:creationId xmlns:a16="http://schemas.microsoft.com/office/drawing/2014/main" id="{AB3A82DC-544B-44A8-BAC3-E7DB1359FF7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9" y="2261"/>
              <a:ext cx="69" cy="145"/>
            </a:xfrm>
            <a:custGeom>
              <a:avLst/>
              <a:gdLst>
                <a:gd name="T0" fmla="*/ 39 w 65"/>
                <a:gd name="T1" fmla="*/ 0 h 136"/>
                <a:gd name="T2" fmla="*/ 74 w 65"/>
                <a:gd name="T3" fmla="*/ 50 h 136"/>
                <a:gd name="T4" fmla="*/ 74 w 65"/>
                <a:gd name="T5" fmla="*/ 108 h 136"/>
                <a:gd name="T6" fmla="*/ 72 w 65"/>
                <a:gd name="T7" fmla="*/ 165 h 136"/>
                <a:gd name="T8" fmla="*/ 67 w 65"/>
                <a:gd name="T9" fmla="*/ 111 h 136"/>
                <a:gd name="T10" fmla="*/ 57 w 65"/>
                <a:gd name="T11" fmla="*/ 62 h 136"/>
                <a:gd name="T12" fmla="*/ 29 w 65"/>
                <a:gd name="T13" fmla="*/ 42 h 136"/>
                <a:gd name="T14" fmla="*/ 0 w 65"/>
                <a:gd name="T15" fmla="*/ 36 h 136"/>
                <a:gd name="T16" fmla="*/ 34 w 65"/>
                <a:gd name="T17" fmla="*/ 2 h 1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5" h="136">
                  <a:moveTo>
                    <a:pt x="33" y="0"/>
                  </a:moveTo>
                  <a:cubicBezTo>
                    <a:pt x="51" y="6"/>
                    <a:pt x="58" y="24"/>
                    <a:pt x="62" y="41"/>
                  </a:cubicBezTo>
                  <a:cubicBezTo>
                    <a:pt x="65" y="57"/>
                    <a:pt x="63" y="73"/>
                    <a:pt x="62" y="89"/>
                  </a:cubicBezTo>
                  <a:cubicBezTo>
                    <a:pt x="61" y="103"/>
                    <a:pt x="65" y="122"/>
                    <a:pt x="60" y="136"/>
                  </a:cubicBezTo>
                  <a:cubicBezTo>
                    <a:pt x="60" y="122"/>
                    <a:pt x="58" y="106"/>
                    <a:pt x="56" y="92"/>
                  </a:cubicBezTo>
                  <a:cubicBezTo>
                    <a:pt x="54" y="79"/>
                    <a:pt x="55" y="62"/>
                    <a:pt x="48" y="51"/>
                  </a:cubicBezTo>
                  <a:cubicBezTo>
                    <a:pt x="43" y="42"/>
                    <a:pt x="34" y="35"/>
                    <a:pt x="24" y="35"/>
                  </a:cubicBezTo>
                  <a:cubicBezTo>
                    <a:pt x="14" y="35"/>
                    <a:pt x="9" y="38"/>
                    <a:pt x="0" y="30"/>
                  </a:cubicBezTo>
                  <a:cubicBezTo>
                    <a:pt x="19" y="29"/>
                    <a:pt x="28" y="24"/>
                    <a:pt x="28" y="2"/>
                  </a:cubicBezTo>
                </a:path>
              </a:pathLst>
            </a:custGeom>
            <a:solidFill>
              <a:srgbClr val="EFCA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2288" name="Freeform 658">
              <a:extLst>
                <a:ext uri="{FF2B5EF4-FFF2-40B4-BE49-F238E27FC236}">
                  <a16:creationId xmlns:a16="http://schemas.microsoft.com/office/drawing/2014/main" id="{AE6345E5-7F0D-4CD1-898B-DED44B739B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8" y="2397"/>
              <a:ext cx="172" cy="95"/>
            </a:xfrm>
            <a:custGeom>
              <a:avLst/>
              <a:gdLst>
                <a:gd name="T0" fmla="*/ 123 w 161"/>
                <a:gd name="T1" fmla="*/ 108 h 89"/>
                <a:gd name="T2" fmla="*/ 62 w 161"/>
                <a:gd name="T3" fmla="*/ 86 h 89"/>
                <a:gd name="T4" fmla="*/ 0 w 161"/>
                <a:gd name="T5" fmla="*/ 88 h 89"/>
                <a:gd name="T6" fmla="*/ 96 w 161"/>
                <a:gd name="T7" fmla="*/ 58 h 89"/>
                <a:gd name="T8" fmla="*/ 197 w 161"/>
                <a:gd name="T9" fmla="*/ 0 h 89"/>
                <a:gd name="T10" fmla="*/ 155 w 161"/>
                <a:gd name="T11" fmla="*/ 36 h 89"/>
                <a:gd name="T12" fmla="*/ 127 w 161"/>
                <a:gd name="T13" fmla="*/ 61 h 89"/>
                <a:gd name="T14" fmla="*/ 115 w 161"/>
                <a:gd name="T15" fmla="*/ 102 h 8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1" h="89">
                  <a:moveTo>
                    <a:pt x="101" y="89"/>
                  </a:moveTo>
                  <a:cubicBezTo>
                    <a:pt x="86" y="78"/>
                    <a:pt x="69" y="72"/>
                    <a:pt x="51" y="71"/>
                  </a:cubicBezTo>
                  <a:cubicBezTo>
                    <a:pt x="35" y="70"/>
                    <a:pt x="15" y="67"/>
                    <a:pt x="0" y="72"/>
                  </a:cubicBezTo>
                  <a:cubicBezTo>
                    <a:pt x="27" y="67"/>
                    <a:pt x="53" y="56"/>
                    <a:pt x="79" y="48"/>
                  </a:cubicBezTo>
                  <a:cubicBezTo>
                    <a:pt x="110" y="39"/>
                    <a:pt x="138" y="23"/>
                    <a:pt x="161" y="0"/>
                  </a:cubicBezTo>
                  <a:cubicBezTo>
                    <a:pt x="148" y="8"/>
                    <a:pt x="138" y="20"/>
                    <a:pt x="127" y="30"/>
                  </a:cubicBezTo>
                  <a:cubicBezTo>
                    <a:pt x="119" y="36"/>
                    <a:pt x="109" y="41"/>
                    <a:pt x="104" y="50"/>
                  </a:cubicBezTo>
                  <a:cubicBezTo>
                    <a:pt x="96" y="60"/>
                    <a:pt x="95" y="71"/>
                    <a:pt x="95" y="84"/>
                  </a:cubicBezTo>
                </a:path>
              </a:pathLst>
            </a:custGeom>
            <a:solidFill>
              <a:srgbClr val="EFCA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2289" name="Freeform 659">
              <a:extLst>
                <a:ext uri="{FF2B5EF4-FFF2-40B4-BE49-F238E27FC236}">
                  <a16:creationId xmlns:a16="http://schemas.microsoft.com/office/drawing/2014/main" id="{5575713B-B56B-416E-9B23-4BE3E84961E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2" y="2492"/>
              <a:ext cx="162" cy="158"/>
            </a:xfrm>
            <a:custGeom>
              <a:avLst/>
              <a:gdLst>
                <a:gd name="T0" fmla="*/ 184 w 152"/>
                <a:gd name="T1" fmla="*/ 7 h 148"/>
                <a:gd name="T2" fmla="*/ 100 w 152"/>
                <a:gd name="T3" fmla="*/ 12 h 148"/>
                <a:gd name="T4" fmla="*/ 37 w 152"/>
                <a:gd name="T5" fmla="*/ 31 h 148"/>
                <a:gd name="T6" fmla="*/ 23 w 152"/>
                <a:gd name="T7" fmla="*/ 180 h 148"/>
                <a:gd name="T8" fmla="*/ 71 w 152"/>
                <a:gd name="T9" fmla="*/ 36 h 148"/>
                <a:gd name="T10" fmla="*/ 179 w 152"/>
                <a:gd name="T11" fmla="*/ 14 h 14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2" h="148">
                  <a:moveTo>
                    <a:pt x="152" y="7"/>
                  </a:moveTo>
                  <a:cubicBezTo>
                    <a:pt x="132" y="0"/>
                    <a:pt x="103" y="7"/>
                    <a:pt x="83" y="9"/>
                  </a:cubicBezTo>
                  <a:cubicBezTo>
                    <a:pt x="68" y="11"/>
                    <a:pt x="41" y="14"/>
                    <a:pt x="31" y="25"/>
                  </a:cubicBezTo>
                  <a:cubicBezTo>
                    <a:pt x="0" y="59"/>
                    <a:pt x="42" y="113"/>
                    <a:pt x="20" y="148"/>
                  </a:cubicBezTo>
                  <a:cubicBezTo>
                    <a:pt x="40" y="112"/>
                    <a:pt x="13" y="50"/>
                    <a:pt x="59" y="30"/>
                  </a:cubicBezTo>
                  <a:cubicBezTo>
                    <a:pt x="86" y="18"/>
                    <a:pt x="124" y="28"/>
                    <a:pt x="148" y="11"/>
                  </a:cubicBezTo>
                </a:path>
              </a:pathLst>
            </a:custGeom>
            <a:solidFill>
              <a:srgbClr val="EFCA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2290" name="Freeform 660">
              <a:extLst>
                <a:ext uri="{FF2B5EF4-FFF2-40B4-BE49-F238E27FC236}">
                  <a16:creationId xmlns:a16="http://schemas.microsoft.com/office/drawing/2014/main" id="{A3284AAF-011F-4476-BEC1-2C2B4BEA217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1" y="2674"/>
              <a:ext cx="126" cy="165"/>
            </a:xfrm>
            <a:custGeom>
              <a:avLst/>
              <a:gdLst>
                <a:gd name="T0" fmla="*/ 144 w 118"/>
                <a:gd name="T1" fmla="*/ 120 h 155"/>
                <a:gd name="T2" fmla="*/ 90 w 118"/>
                <a:gd name="T3" fmla="*/ 162 h 155"/>
                <a:gd name="T4" fmla="*/ 64 w 118"/>
                <a:gd name="T5" fmla="*/ 177 h 155"/>
                <a:gd name="T6" fmla="*/ 41 w 118"/>
                <a:gd name="T7" fmla="*/ 176 h 155"/>
                <a:gd name="T8" fmla="*/ 15 w 118"/>
                <a:gd name="T9" fmla="*/ 105 h 155"/>
                <a:gd name="T10" fmla="*/ 14 w 118"/>
                <a:gd name="T11" fmla="*/ 37 h 155"/>
                <a:gd name="T12" fmla="*/ 31 w 118"/>
                <a:gd name="T13" fmla="*/ 33 h 155"/>
                <a:gd name="T14" fmla="*/ 37 w 118"/>
                <a:gd name="T15" fmla="*/ 26 h 155"/>
                <a:gd name="T16" fmla="*/ 50 w 118"/>
                <a:gd name="T17" fmla="*/ 26 h 155"/>
                <a:gd name="T18" fmla="*/ 89 w 118"/>
                <a:gd name="T19" fmla="*/ 0 h 155"/>
                <a:gd name="T20" fmla="*/ 56 w 118"/>
                <a:gd name="T21" fmla="*/ 45 h 155"/>
                <a:gd name="T22" fmla="*/ 38 w 118"/>
                <a:gd name="T23" fmla="*/ 67 h 155"/>
                <a:gd name="T24" fmla="*/ 46 w 118"/>
                <a:gd name="T25" fmla="*/ 104 h 155"/>
                <a:gd name="T26" fmla="*/ 79 w 118"/>
                <a:gd name="T27" fmla="*/ 147 h 155"/>
                <a:gd name="T28" fmla="*/ 139 w 118"/>
                <a:gd name="T29" fmla="*/ 122 h 155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18" h="155">
                  <a:moveTo>
                    <a:pt x="118" y="100"/>
                  </a:moveTo>
                  <a:cubicBezTo>
                    <a:pt x="104" y="111"/>
                    <a:pt x="89" y="123"/>
                    <a:pt x="74" y="134"/>
                  </a:cubicBezTo>
                  <a:cubicBezTo>
                    <a:pt x="67" y="139"/>
                    <a:pt x="59" y="143"/>
                    <a:pt x="52" y="147"/>
                  </a:cubicBezTo>
                  <a:cubicBezTo>
                    <a:pt x="42" y="153"/>
                    <a:pt x="41" y="155"/>
                    <a:pt x="34" y="146"/>
                  </a:cubicBezTo>
                  <a:cubicBezTo>
                    <a:pt x="22" y="131"/>
                    <a:pt x="17" y="106"/>
                    <a:pt x="12" y="87"/>
                  </a:cubicBezTo>
                  <a:cubicBezTo>
                    <a:pt x="7" y="70"/>
                    <a:pt x="0" y="47"/>
                    <a:pt x="11" y="31"/>
                  </a:cubicBezTo>
                  <a:cubicBezTo>
                    <a:pt x="17" y="35"/>
                    <a:pt x="20" y="31"/>
                    <a:pt x="25" y="27"/>
                  </a:cubicBezTo>
                  <a:cubicBezTo>
                    <a:pt x="28" y="25"/>
                    <a:pt x="27" y="24"/>
                    <a:pt x="31" y="22"/>
                  </a:cubicBezTo>
                  <a:cubicBezTo>
                    <a:pt x="33" y="22"/>
                    <a:pt x="38" y="23"/>
                    <a:pt x="41" y="22"/>
                  </a:cubicBezTo>
                  <a:cubicBezTo>
                    <a:pt x="56" y="21"/>
                    <a:pt x="65" y="10"/>
                    <a:pt x="73" y="0"/>
                  </a:cubicBezTo>
                  <a:cubicBezTo>
                    <a:pt x="67" y="16"/>
                    <a:pt x="58" y="26"/>
                    <a:pt x="46" y="37"/>
                  </a:cubicBezTo>
                  <a:cubicBezTo>
                    <a:pt x="38" y="43"/>
                    <a:pt x="33" y="46"/>
                    <a:pt x="32" y="55"/>
                  </a:cubicBezTo>
                  <a:cubicBezTo>
                    <a:pt x="30" y="66"/>
                    <a:pt x="36" y="76"/>
                    <a:pt x="37" y="86"/>
                  </a:cubicBezTo>
                  <a:cubicBezTo>
                    <a:pt x="41" y="103"/>
                    <a:pt x="42" y="124"/>
                    <a:pt x="65" y="122"/>
                  </a:cubicBezTo>
                  <a:cubicBezTo>
                    <a:pt x="84" y="120"/>
                    <a:pt x="98" y="105"/>
                    <a:pt x="114" y="101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2291" name="Freeform 661">
              <a:extLst>
                <a:ext uri="{FF2B5EF4-FFF2-40B4-BE49-F238E27FC236}">
                  <a16:creationId xmlns:a16="http://schemas.microsoft.com/office/drawing/2014/main" id="{50F2DD39-01E3-4419-8A4C-E7AD154BC5F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4" y="2778"/>
              <a:ext cx="183" cy="329"/>
            </a:xfrm>
            <a:custGeom>
              <a:avLst/>
              <a:gdLst>
                <a:gd name="T0" fmla="*/ 63 w 172"/>
                <a:gd name="T1" fmla="*/ 38 h 308"/>
                <a:gd name="T2" fmla="*/ 70 w 172"/>
                <a:gd name="T3" fmla="*/ 73 h 308"/>
                <a:gd name="T4" fmla="*/ 119 w 172"/>
                <a:gd name="T5" fmla="*/ 51 h 308"/>
                <a:gd name="T6" fmla="*/ 78 w 172"/>
                <a:gd name="T7" fmla="*/ 87 h 308"/>
                <a:gd name="T8" fmla="*/ 67 w 172"/>
                <a:gd name="T9" fmla="*/ 139 h 308"/>
                <a:gd name="T10" fmla="*/ 79 w 172"/>
                <a:gd name="T11" fmla="*/ 253 h 308"/>
                <a:gd name="T12" fmla="*/ 117 w 172"/>
                <a:gd name="T13" fmla="*/ 350 h 308"/>
                <a:gd name="T14" fmla="*/ 154 w 172"/>
                <a:gd name="T15" fmla="*/ 355 h 308"/>
                <a:gd name="T16" fmla="*/ 207 w 172"/>
                <a:gd name="T17" fmla="*/ 333 h 308"/>
                <a:gd name="T18" fmla="*/ 132 w 172"/>
                <a:gd name="T19" fmla="*/ 367 h 308"/>
                <a:gd name="T20" fmla="*/ 82 w 172"/>
                <a:gd name="T21" fmla="*/ 315 h 308"/>
                <a:gd name="T22" fmla="*/ 51 w 172"/>
                <a:gd name="T23" fmla="*/ 199 h 308"/>
                <a:gd name="T24" fmla="*/ 24 w 172"/>
                <a:gd name="T25" fmla="*/ 94 h 308"/>
                <a:gd name="T26" fmla="*/ 12 w 172"/>
                <a:gd name="T27" fmla="*/ 51 h 308"/>
                <a:gd name="T28" fmla="*/ 0 w 172"/>
                <a:gd name="T29" fmla="*/ 0 h 30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72" h="308">
                  <a:moveTo>
                    <a:pt x="52" y="32"/>
                  </a:moveTo>
                  <a:cubicBezTo>
                    <a:pt x="50" y="39"/>
                    <a:pt x="37" y="59"/>
                    <a:pt x="58" y="60"/>
                  </a:cubicBezTo>
                  <a:cubicBezTo>
                    <a:pt x="72" y="61"/>
                    <a:pt x="88" y="48"/>
                    <a:pt x="99" y="42"/>
                  </a:cubicBezTo>
                  <a:cubicBezTo>
                    <a:pt x="87" y="50"/>
                    <a:pt x="73" y="58"/>
                    <a:pt x="65" y="71"/>
                  </a:cubicBezTo>
                  <a:cubicBezTo>
                    <a:pt x="57" y="83"/>
                    <a:pt x="56" y="99"/>
                    <a:pt x="55" y="114"/>
                  </a:cubicBezTo>
                  <a:cubicBezTo>
                    <a:pt x="54" y="146"/>
                    <a:pt x="57" y="177"/>
                    <a:pt x="66" y="208"/>
                  </a:cubicBezTo>
                  <a:cubicBezTo>
                    <a:pt x="72" y="234"/>
                    <a:pt x="76" y="270"/>
                    <a:pt x="97" y="287"/>
                  </a:cubicBezTo>
                  <a:cubicBezTo>
                    <a:pt x="107" y="294"/>
                    <a:pt x="117" y="295"/>
                    <a:pt x="128" y="291"/>
                  </a:cubicBezTo>
                  <a:cubicBezTo>
                    <a:pt x="142" y="286"/>
                    <a:pt x="160" y="281"/>
                    <a:pt x="172" y="273"/>
                  </a:cubicBezTo>
                  <a:cubicBezTo>
                    <a:pt x="156" y="288"/>
                    <a:pt x="134" y="308"/>
                    <a:pt x="110" y="301"/>
                  </a:cubicBezTo>
                  <a:cubicBezTo>
                    <a:pt x="91" y="295"/>
                    <a:pt x="76" y="276"/>
                    <a:pt x="68" y="258"/>
                  </a:cubicBezTo>
                  <a:cubicBezTo>
                    <a:pt x="55" y="228"/>
                    <a:pt x="51" y="195"/>
                    <a:pt x="42" y="163"/>
                  </a:cubicBezTo>
                  <a:cubicBezTo>
                    <a:pt x="35" y="134"/>
                    <a:pt x="28" y="105"/>
                    <a:pt x="21" y="77"/>
                  </a:cubicBezTo>
                  <a:cubicBezTo>
                    <a:pt x="17" y="65"/>
                    <a:pt x="12" y="53"/>
                    <a:pt x="9" y="42"/>
                  </a:cubicBezTo>
                  <a:cubicBezTo>
                    <a:pt x="5" y="29"/>
                    <a:pt x="5" y="12"/>
                    <a:pt x="0" y="0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2292" name="Freeform 662">
              <a:extLst>
                <a:ext uri="{FF2B5EF4-FFF2-40B4-BE49-F238E27FC236}">
                  <a16:creationId xmlns:a16="http://schemas.microsoft.com/office/drawing/2014/main" id="{6F3B1858-7381-48EC-98F9-CB88F2E3C3E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3" y="2979"/>
              <a:ext cx="189" cy="136"/>
            </a:xfrm>
            <a:custGeom>
              <a:avLst/>
              <a:gdLst>
                <a:gd name="T0" fmla="*/ 3 w 177"/>
                <a:gd name="T1" fmla="*/ 5 h 128"/>
                <a:gd name="T2" fmla="*/ 47 w 177"/>
                <a:gd name="T3" fmla="*/ 89 h 128"/>
                <a:gd name="T4" fmla="*/ 128 w 177"/>
                <a:gd name="T5" fmla="*/ 85 h 128"/>
                <a:gd name="T6" fmla="*/ 216 w 177"/>
                <a:gd name="T7" fmla="*/ 90 h 128"/>
                <a:gd name="T8" fmla="*/ 142 w 177"/>
                <a:gd name="T9" fmla="*/ 111 h 128"/>
                <a:gd name="T10" fmla="*/ 84 w 177"/>
                <a:gd name="T11" fmla="*/ 139 h 128"/>
                <a:gd name="T12" fmla="*/ 0 w 177"/>
                <a:gd name="T13" fmla="*/ 0 h 1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7" h="128">
                  <a:moveTo>
                    <a:pt x="3" y="5"/>
                  </a:moveTo>
                  <a:cubicBezTo>
                    <a:pt x="11" y="26"/>
                    <a:pt x="20" y="60"/>
                    <a:pt x="38" y="74"/>
                  </a:cubicBezTo>
                  <a:cubicBezTo>
                    <a:pt x="57" y="89"/>
                    <a:pt x="86" y="79"/>
                    <a:pt x="105" y="71"/>
                  </a:cubicBezTo>
                  <a:cubicBezTo>
                    <a:pt x="130" y="61"/>
                    <a:pt x="154" y="60"/>
                    <a:pt x="177" y="75"/>
                  </a:cubicBezTo>
                  <a:cubicBezTo>
                    <a:pt x="158" y="71"/>
                    <a:pt x="133" y="83"/>
                    <a:pt x="117" y="92"/>
                  </a:cubicBezTo>
                  <a:cubicBezTo>
                    <a:pt x="101" y="101"/>
                    <a:pt x="86" y="113"/>
                    <a:pt x="69" y="116"/>
                  </a:cubicBezTo>
                  <a:cubicBezTo>
                    <a:pt x="8" y="128"/>
                    <a:pt x="17" y="32"/>
                    <a:pt x="0" y="0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2293" name="Freeform 663">
              <a:extLst>
                <a:ext uri="{FF2B5EF4-FFF2-40B4-BE49-F238E27FC236}">
                  <a16:creationId xmlns:a16="http://schemas.microsoft.com/office/drawing/2014/main" id="{6B26B0A3-B69C-47A9-83AE-EDCED5C26F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1" y="3112"/>
              <a:ext cx="91" cy="43"/>
            </a:xfrm>
            <a:custGeom>
              <a:avLst/>
              <a:gdLst>
                <a:gd name="T0" fmla="*/ 49 w 85"/>
                <a:gd name="T1" fmla="*/ 0 h 40"/>
                <a:gd name="T2" fmla="*/ 18 w 85"/>
                <a:gd name="T3" fmla="*/ 44 h 40"/>
                <a:gd name="T4" fmla="*/ 62 w 85"/>
                <a:gd name="T5" fmla="*/ 46 h 40"/>
                <a:gd name="T6" fmla="*/ 86 w 85"/>
                <a:gd name="T7" fmla="*/ 44 h 40"/>
                <a:gd name="T8" fmla="*/ 104 w 85"/>
                <a:gd name="T9" fmla="*/ 44 h 40"/>
                <a:gd name="T10" fmla="*/ 79 w 85"/>
                <a:gd name="T11" fmla="*/ 38 h 40"/>
                <a:gd name="T12" fmla="*/ 51 w 85"/>
                <a:gd name="T13" fmla="*/ 34 h 40"/>
                <a:gd name="T14" fmla="*/ 49 w 85"/>
                <a:gd name="T15" fmla="*/ 2 h 4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5" h="40">
                  <a:moveTo>
                    <a:pt x="40" y="0"/>
                  </a:moveTo>
                  <a:cubicBezTo>
                    <a:pt x="36" y="7"/>
                    <a:pt x="0" y="23"/>
                    <a:pt x="15" y="35"/>
                  </a:cubicBezTo>
                  <a:cubicBezTo>
                    <a:pt x="22" y="40"/>
                    <a:pt x="42" y="38"/>
                    <a:pt x="50" y="37"/>
                  </a:cubicBezTo>
                  <a:cubicBezTo>
                    <a:pt x="57" y="37"/>
                    <a:pt x="63" y="35"/>
                    <a:pt x="70" y="35"/>
                  </a:cubicBezTo>
                  <a:cubicBezTo>
                    <a:pt x="74" y="36"/>
                    <a:pt x="81" y="38"/>
                    <a:pt x="85" y="35"/>
                  </a:cubicBezTo>
                  <a:cubicBezTo>
                    <a:pt x="78" y="35"/>
                    <a:pt x="71" y="32"/>
                    <a:pt x="64" y="31"/>
                  </a:cubicBezTo>
                  <a:cubicBezTo>
                    <a:pt x="57" y="29"/>
                    <a:pt x="49" y="30"/>
                    <a:pt x="42" y="28"/>
                  </a:cubicBezTo>
                  <a:cubicBezTo>
                    <a:pt x="26" y="22"/>
                    <a:pt x="32" y="12"/>
                    <a:pt x="40" y="2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2294" name="Freeform 664">
              <a:extLst>
                <a:ext uri="{FF2B5EF4-FFF2-40B4-BE49-F238E27FC236}">
                  <a16:creationId xmlns:a16="http://schemas.microsoft.com/office/drawing/2014/main" id="{8C082586-2203-4538-B235-7397D04EFC0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7" y="3167"/>
              <a:ext cx="182" cy="227"/>
            </a:xfrm>
            <a:custGeom>
              <a:avLst/>
              <a:gdLst>
                <a:gd name="T0" fmla="*/ 209 w 170"/>
                <a:gd name="T1" fmla="*/ 13 h 213"/>
                <a:gd name="T2" fmla="*/ 180 w 170"/>
                <a:gd name="T3" fmla="*/ 5 h 213"/>
                <a:gd name="T4" fmla="*/ 151 w 170"/>
                <a:gd name="T5" fmla="*/ 1 h 213"/>
                <a:gd name="T6" fmla="*/ 92 w 170"/>
                <a:gd name="T7" fmla="*/ 5 h 213"/>
                <a:gd name="T8" fmla="*/ 20 w 170"/>
                <a:gd name="T9" fmla="*/ 22 h 213"/>
                <a:gd name="T10" fmla="*/ 5 w 170"/>
                <a:gd name="T11" fmla="*/ 145 h 213"/>
                <a:gd name="T12" fmla="*/ 12 w 170"/>
                <a:gd name="T13" fmla="*/ 258 h 213"/>
                <a:gd name="T14" fmla="*/ 17 w 170"/>
                <a:gd name="T15" fmla="*/ 197 h 213"/>
                <a:gd name="T16" fmla="*/ 24 w 170"/>
                <a:gd name="T17" fmla="*/ 115 h 213"/>
                <a:gd name="T18" fmla="*/ 29 w 170"/>
                <a:gd name="T19" fmla="*/ 66 h 213"/>
                <a:gd name="T20" fmla="*/ 52 w 170"/>
                <a:gd name="T21" fmla="*/ 46 h 213"/>
                <a:gd name="T22" fmla="*/ 137 w 170"/>
                <a:gd name="T23" fmla="*/ 29 h 213"/>
                <a:gd name="T24" fmla="*/ 197 w 170"/>
                <a:gd name="T25" fmla="*/ 18 h 21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70" h="213">
                  <a:moveTo>
                    <a:pt x="170" y="10"/>
                  </a:moveTo>
                  <a:cubicBezTo>
                    <a:pt x="163" y="12"/>
                    <a:pt x="154" y="6"/>
                    <a:pt x="147" y="5"/>
                  </a:cubicBezTo>
                  <a:cubicBezTo>
                    <a:pt x="139" y="4"/>
                    <a:pt x="131" y="1"/>
                    <a:pt x="123" y="1"/>
                  </a:cubicBezTo>
                  <a:cubicBezTo>
                    <a:pt x="107" y="0"/>
                    <a:pt x="90" y="3"/>
                    <a:pt x="75" y="5"/>
                  </a:cubicBezTo>
                  <a:cubicBezTo>
                    <a:pt x="55" y="7"/>
                    <a:pt x="28" y="1"/>
                    <a:pt x="17" y="19"/>
                  </a:cubicBezTo>
                  <a:cubicBezTo>
                    <a:pt x="0" y="47"/>
                    <a:pt x="6" y="89"/>
                    <a:pt x="5" y="120"/>
                  </a:cubicBezTo>
                  <a:cubicBezTo>
                    <a:pt x="3" y="150"/>
                    <a:pt x="2" y="184"/>
                    <a:pt x="9" y="213"/>
                  </a:cubicBezTo>
                  <a:cubicBezTo>
                    <a:pt x="15" y="198"/>
                    <a:pt x="12" y="180"/>
                    <a:pt x="14" y="163"/>
                  </a:cubicBezTo>
                  <a:cubicBezTo>
                    <a:pt x="16" y="141"/>
                    <a:pt x="19" y="117"/>
                    <a:pt x="20" y="95"/>
                  </a:cubicBezTo>
                  <a:cubicBezTo>
                    <a:pt x="20" y="82"/>
                    <a:pt x="19" y="67"/>
                    <a:pt x="23" y="54"/>
                  </a:cubicBezTo>
                  <a:cubicBezTo>
                    <a:pt x="26" y="43"/>
                    <a:pt x="33" y="41"/>
                    <a:pt x="43" y="38"/>
                  </a:cubicBezTo>
                  <a:cubicBezTo>
                    <a:pt x="65" y="29"/>
                    <a:pt x="90" y="25"/>
                    <a:pt x="112" y="23"/>
                  </a:cubicBezTo>
                  <a:cubicBezTo>
                    <a:pt x="123" y="22"/>
                    <a:pt x="155" y="23"/>
                    <a:pt x="161" y="15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2295" name="Freeform 665">
              <a:extLst>
                <a:ext uri="{FF2B5EF4-FFF2-40B4-BE49-F238E27FC236}">
                  <a16:creationId xmlns:a16="http://schemas.microsoft.com/office/drawing/2014/main" id="{9CB4121A-F502-45B0-918C-4DAAA2A5D85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5" y="3239"/>
              <a:ext cx="217" cy="463"/>
            </a:xfrm>
            <a:custGeom>
              <a:avLst/>
              <a:gdLst>
                <a:gd name="T0" fmla="*/ 13 w 203"/>
                <a:gd name="T1" fmla="*/ 57 h 434"/>
                <a:gd name="T2" fmla="*/ 3 w 203"/>
                <a:gd name="T3" fmla="*/ 153 h 434"/>
                <a:gd name="T4" fmla="*/ 26 w 203"/>
                <a:gd name="T5" fmla="*/ 272 h 434"/>
                <a:gd name="T6" fmla="*/ 47 w 203"/>
                <a:gd name="T7" fmla="*/ 333 h 434"/>
                <a:gd name="T8" fmla="*/ 79 w 203"/>
                <a:gd name="T9" fmla="*/ 381 h 434"/>
                <a:gd name="T10" fmla="*/ 150 w 203"/>
                <a:gd name="T11" fmla="*/ 474 h 434"/>
                <a:gd name="T12" fmla="*/ 177 w 203"/>
                <a:gd name="T13" fmla="*/ 500 h 434"/>
                <a:gd name="T14" fmla="*/ 198 w 203"/>
                <a:gd name="T15" fmla="*/ 518 h 434"/>
                <a:gd name="T16" fmla="*/ 248 w 203"/>
                <a:gd name="T17" fmla="*/ 511 h 434"/>
                <a:gd name="T18" fmla="*/ 202 w 203"/>
                <a:gd name="T19" fmla="*/ 500 h 434"/>
                <a:gd name="T20" fmla="*/ 146 w 203"/>
                <a:gd name="T21" fmla="*/ 431 h 434"/>
                <a:gd name="T22" fmla="*/ 96 w 203"/>
                <a:gd name="T23" fmla="*/ 352 h 434"/>
                <a:gd name="T24" fmla="*/ 52 w 203"/>
                <a:gd name="T25" fmla="*/ 274 h 434"/>
                <a:gd name="T26" fmla="*/ 21 w 203"/>
                <a:gd name="T27" fmla="*/ 139 h 434"/>
                <a:gd name="T28" fmla="*/ 24 w 203"/>
                <a:gd name="T29" fmla="*/ 67 h 434"/>
                <a:gd name="T30" fmla="*/ 22 w 203"/>
                <a:gd name="T31" fmla="*/ 32 h 434"/>
                <a:gd name="T32" fmla="*/ 22 w 203"/>
                <a:gd name="T33" fmla="*/ 2 h 434"/>
                <a:gd name="T34" fmla="*/ 22 w 203"/>
                <a:gd name="T35" fmla="*/ 0 h 434"/>
                <a:gd name="T36" fmla="*/ 18 w 203"/>
                <a:gd name="T37" fmla="*/ 22 h 434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203" h="434">
                  <a:moveTo>
                    <a:pt x="10" y="47"/>
                  </a:moveTo>
                  <a:cubicBezTo>
                    <a:pt x="9" y="73"/>
                    <a:pt x="5" y="100"/>
                    <a:pt x="3" y="126"/>
                  </a:cubicBezTo>
                  <a:cubicBezTo>
                    <a:pt x="0" y="157"/>
                    <a:pt x="11" y="194"/>
                    <a:pt x="21" y="224"/>
                  </a:cubicBezTo>
                  <a:cubicBezTo>
                    <a:pt x="26" y="240"/>
                    <a:pt x="30" y="258"/>
                    <a:pt x="38" y="274"/>
                  </a:cubicBezTo>
                  <a:cubicBezTo>
                    <a:pt x="45" y="288"/>
                    <a:pt x="55" y="301"/>
                    <a:pt x="65" y="314"/>
                  </a:cubicBezTo>
                  <a:cubicBezTo>
                    <a:pt x="83" y="339"/>
                    <a:pt x="102" y="366"/>
                    <a:pt x="123" y="390"/>
                  </a:cubicBezTo>
                  <a:cubicBezTo>
                    <a:pt x="130" y="397"/>
                    <a:pt x="137" y="405"/>
                    <a:pt x="145" y="412"/>
                  </a:cubicBezTo>
                  <a:cubicBezTo>
                    <a:pt x="150" y="416"/>
                    <a:pt x="157" y="423"/>
                    <a:pt x="162" y="427"/>
                  </a:cubicBezTo>
                  <a:cubicBezTo>
                    <a:pt x="174" y="434"/>
                    <a:pt x="191" y="423"/>
                    <a:pt x="203" y="421"/>
                  </a:cubicBezTo>
                  <a:cubicBezTo>
                    <a:pt x="191" y="419"/>
                    <a:pt x="176" y="419"/>
                    <a:pt x="166" y="412"/>
                  </a:cubicBezTo>
                  <a:cubicBezTo>
                    <a:pt x="146" y="400"/>
                    <a:pt x="131" y="375"/>
                    <a:pt x="120" y="355"/>
                  </a:cubicBezTo>
                  <a:cubicBezTo>
                    <a:pt x="107" y="333"/>
                    <a:pt x="91" y="313"/>
                    <a:pt x="79" y="290"/>
                  </a:cubicBezTo>
                  <a:cubicBezTo>
                    <a:pt x="67" y="269"/>
                    <a:pt x="54" y="248"/>
                    <a:pt x="43" y="226"/>
                  </a:cubicBezTo>
                  <a:cubicBezTo>
                    <a:pt x="26" y="193"/>
                    <a:pt x="13" y="151"/>
                    <a:pt x="18" y="114"/>
                  </a:cubicBezTo>
                  <a:cubicBezTo>
                    <a:pt x="20" y="94"/>
                    <a:pt x="21" y="75"/>
                    <a:pt x="20" y="55"/>
                  </a:cubicBezTo>
                  <a:cubicBezTo>
                    <a:pt x="19" y="45"/>
                    <a:pt x="19" y="36"/>
                    <a:pt x="19" y="26"/>
                  </a:cubicBezTo>
                  <a:cubicBezTo>
                    <a:pt x="20" y="22"/>
                    <a:pt x="23" y="5"/>
                    <a:pt x="19" y="2"/>
                  </a:cubicBezTo>
                  <a:cubicBezTo>
                    <a:pt x="19" y="1"/>
                    <a:pt x="19" y="0"/>
                    <a:pt x="19" y="0"/>
                  </a:cubicBezTo>
                  <a:cubicBezTo>
                    <a:pt x="16" y="5"/>
                    <a:pt x="16" y="18"/>
                    <a:pt x="15" y="19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2296" name="Freeform 666">
              <a:extLst>
                <a:ext uri="{FF2B5EF4-FFF2-40B4-BE49-F238E27FC236}">
                  <a16:creationId xmlns:a16="http://schemas.microsoft.com/office/drawing/2014/main" id="{10157D70-DB8A-45C2-8C2A-6045DFDCCF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5" y="3103"/>
              <a:ext cx="181" cy="50"/>
            </a:xfrm>
            <a:custGeom>
              <a:avLst/>
              <a:gdLst>
                <a:gd name="T0" fmla="*/ 205 w 170"/>
                <a:gd name="T1" fmla="*/ 0 h 47"/>
                <a:gd name="T2" fmla="*/ 153 w 170"/>
                <a:gd name="T3" fmla="*/ 21 h 47"/>
                <a:gd name="T4" fmla="*/ 100 w 170"/>
                <a:gd name="T5" fmla="*/ 38 h 47"/>
                <a:gd name="T6" fmla="*/ 0 w 170"/>
                <a:gd name="T7" fmla="*/ 36 h 47"/>
                <a:gd name="T8" fmla="*/ 106 w 170"/>
                <a:gd name="T9" fmla="*/ 47 h 47"/>
                <a:gd name="T10" fmla="*/ 161 w 170"/>
                <a:gd name="T11" fmla="*/ 37 h 47"/>
                <a:gd name="T12" fmla="*/ 203 w 170"/>
                <a:gd name="T13" fmla="*/ 6 h 4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0" h="47">
                  <a:moveTo>
                    <a:pt x="170" y="0"/>
                  </a:moveTo>
                  <a:cubicBezTo>
                    <a:pt x="157" y="6"/>
                    <a:pt x="141" y="10"/>
                    <a:pt x="127" y="18"/>
                  </a:cubicBezTo>
                  <a:cubicBezTo>
                    <a:pt x="114" y="25"/>
                    <a:pt x="98" y="28"/>
                    <a:pt x="83" y="32"/>
                  </a:cubicBezTo>
                  <a:cubicBezTo>
                    <a:pt x="53" y="40"/>
                    <a:pt x="29" y="35"/>
                    <a:pt x="0" y="30"/>
                  </a:cubicBezTo>
                  <a:cubicBezTo>
                    <a:pt x="27" y="47"/>
                    <a:pt x="58" y="39"/>
                    <a:pt x="88" y="39"/>
                  </a:cubicBezTo>
                  <a:cubicBezTo>
                    <a:pt x="103" y="39"/>
                    <a:pt x="120" y="39"/>
                    <a:pt x="133" y="31"/>
                  </a:cubicBezTo>
                  <a:cubicBezTo>
                    <a:pt x="145" y="23"/>
                    <a:pt x="157" y="14"/>
                    <a:pt x="168" y="6"/>
                  </a:cubicBezTo>
                </a:path>
              </a:pathLst>
            </a:custGeom>
            <a:solidFill>
              <a:srgbClr val="EFCA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2297" name="Freeform 667">
              <a:extLst>
                <a:ext uri="{FF2B5EF4-FFF2-40B4-BE49-F238E27FC236}">
                  <a16:creationId xmlns:a16="http://schemas.microsoft.com/office/drawing/2014/main" id="{1F0B214B-0EFD-4056-B851-BED9ED6603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3" y="3810"/>
              <a:ext cx="107" cy="21"/>
            </a:xfrm>
            <a:custGeom>
              <a:avLst/>
              <a:gdLst>
                <a:gd name="T0" fmla="*/ 122 w 100"/>
                <a:gd name="T1" fmla="*/ 11 h 19"/>
                <a:gd name="T2" fmla="*/ 59 w 100"/>
                <a:gd name="T3" fmla="*/ 3 h 19"/>
                <a:gd name="T4" fmla="*/ 32 w 100"/>
                <a:gd name="T5" fmla="*/ 13 h 19"/>
                <a:gd name="T6" fmla="*/ 0 w 100"/>
                <a:gd name="T7" fmla="*/ 25 h 19"/>
                <a:gd name="T8" fmla="*/ 28 w 100"/>
                <a:gd name="T9" fmla="*/ 17 h 19"/>
                <a:gd name="T10" fmla="*/ 56 w 100"/>
                <a:gd name="T11" fmla="*/ 21 h 19"/>
                <a:gd name="T12" fmla="*/ 85 w 100"/>
                <a:gd name="T13" fmla="*/ 15 h 19"/>
                <a:gd name="T14" fmla="*/ 120 w 100"/>
                <a:gd name="T15" fmla="*/ 11 h 1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0" h="19">
                  <a:moveTo>
                    <a:pt x="100" y="8"/>
                  </a:moveTo>
                  <a:cubicBezTo>
                    <a:pt x="82" y="8"/>
                    <a:pt x="65" y="0"/>
                    <a:pt x="48" y="3"/>
                  </a:cubicBezTo>
                  <a:cubicBezTo>
                    <a:pt x="41" y="5"/>
                    <a:pt x="34" y="10"/>
                    <a:pt x="26" y="10"/>
                  </a:cubicBezTo>
                  <a:cubicBezTo>
                    <a:pt x="14" y="11"/>
                    <a:pt x="9" y="10"/>
                    <a:pt x="0" y="19"/>
                  </a:cubicBezTo>
                  <a:cubicBezTo>
                    <a:pt x="6" y="16"/>
                    <a:pt x="15" y="12"/>
                    <a:pt x="22" y="13"/>
                  </a:cubicBezTo>
                  <a:cubicBezTo>
                    <a:pt x="31" y="13"/>
                    <a:pt x="37" y="17"/>
                    <a:pt x="46" y="15"/>
                  </a:cubicBezTo>
                  <a:cubicBezTo>
                    <a:pt x="54" y="13"/>
                    <a:pt x="61" y="11"/>
                    <a:pt x="69" y="12"/>
                  </a:cubicBezTo>
                  <a:cubicBezTo>
                    <a:pt x="79" y="12"/>
                    <a:pt x="90" y="17"/>
                    <a:pt x="98" y="8"/>
                  </a:cubicBezTo>
                </a:path>
              </a:pathLst>
            </a:custGeom>
            <a:solidFill>
              <a:srgbClr val="EFCA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2298" name="Freeform 668">
              <a:extLst>
                <a:ext uri="{FF2B5EF4-FFF2-40B4-BE49-F238E27FC236}">
                  <a16:creationId xmlns:a16="http://schemas.microsoft.com/office/drawing/2014/main" id="{B359E56D-C353-4F60-B063-905C9AC959B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5" y="2986"/>
              <a:ext cx="178" cy="45"/>
            </a:xfrm>
            <a:custGeom>
              <a:avLst/>
              <a:gdLst>
                <a:gd name="T0" fmla="*/ 0 w 167"/>
                <a:gd name="T1" fmla="*/ 49 h 42"/>
                <a:gd name="T2" fmla="*/ 120 w 167"/>
                <a:gd name="T3" fmla="*/ 21 h 42"/>
                <a:gd name="T4" fmla="*/ 203 w 167"/>
                <a:gd name="T5" fmla="*/ 48 h 42"/>
                <a:gd name="T6" fmla="*/ 102 w 167"/>
                <a:gd name="T7" fmla="*/ 11 h 42"/>
                <a:gd name="T8" fmla="*/ 4 w 167"/>
                <a:gd name="T9" fmla="*/ 51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7" h="42">
                  <a:moveTo>
                    <a:pt x="0" y="40"/>
                  </a:moveTo>
                  <a:cubicBezTo>
                    <a:pt x="32" y="38"/>
                    <a:pt x="65" y="18"/>
                    <a:pt x="99" y="18"/>
                  </a:cubicBezTo>
                  <a:cubicBezTo>
                    <a:pt x="125" y="17"/>
                    <a:pt x="144" y="29"/>
                    <a:pt x="167" y="39"/>
                  </a:cubicBezTo>
                  <a:cubicBezTo>
                    <a:pt x="147" y="12"/>
                    <a:pt x="114" y="0"/>
                    <a:pt x="84" y="8"/>
                  </a:cubicBezTo>
                  <a:cubicBezTo>
                    <a:pt x="57" y="15"/>
                    <a:pt x="24" y="22"/>
                    <a:pt x="4" y="42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2299" name="Freeform 669">
              <a:extLst>
                <a:ext uri="{FF2B5EF4-FFF2-40B4-BE49-F238E27FC236}">
                  <a16:creationId xmlns:a16="http://schemas.microsoft.com/office/drawing/2014/main" id="{6AF03DAD-BDDB-4A37-AA1C-754DEF6F2C2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0" y="1654"/>
              <a:ext cx="34" cy="96"/>
            </a:xfrm>
            <a:custGeom>
              <a:avLst/>
              <a:gdLst>
                <a:gd name="T0" fmla="*/ 11 w 32"/>
                <a:gd name="T1" fmla="*/ 0 h 90"/>
                <a:gd name="T2" fmla="*/ 2 w 32"/>
                <a:gd name="T3" fmla="*/ 54 h 90"/>
                <a:gd name="T4" fmla="*/ 15 w 32"/>
                <a:gd name="T5" fmla="*/ 109 h 90"/>
                <a:gd name="T6" fmla="*/ 37 w 32"/>
                <a:gd name="T7" fmla="*/ 54 h 90"/>
                <a:gd name="T8" fmla="*/ 37 w 32"/>
                <a:gd name="T9" fmla="*/ 54 h 90"/>
                <a:gd name="T10" fmla="*/ 11 w 32"/>
                <a:gd name="T11" fmla="*/ 2 h 9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2" h="90">
                  <a:moveTo>
                    <a:pt x="8" y="0"/>
                  </a:moveTo>
                  <a:cubicBezTo>
                    <a:pt x="2" y="13"/>
                    <a:pt x="0" y="30"/>
                    <a:pt x="2" y="45"/>
                  </a:cubicBezTo>
                  <a:cubicBezTo>
                    <a:pt x="3" y="55"/>
                    <a:pt x="6" y="82"/>
                    <a:pt x="12" y="90"/>
                  </a:cubicBezTo>
                  <a:cubicBezTo>
                    <a:pt x="16" y="80"/>
                    <a:pt x="8" y="35"/>
                    <a:pt x="31" y="45"/>
                  </a:cubicBezTo>
                  <a:cubicBezTo>
                    <a:pt x="32" y="45"/>
                    <a:pt x="32" y="45"/>
                    <a:pt x="31" y="45"/>
                  </a:cubicBezTo>
                  <a:cubicBezTo>
                    <a:pt x="29" y="33"/>
                    <a:pt x="18" y="10"/>
                    <a:pt x="8" y="2"/>
                  </a:cubicBezTo>
                </a:path>
              </a:pathLst>
            </a:custGeom>
            <a:solidFill>
              <a:srgbClr val="EFCA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2300" name="Freeform 670">
              <a:extLst>
                <a:ext uri="{FF2B5EF4-FFF2-40B4-BE49-F238E27FC236}">
                  <a16:creationId xmlns:a16="http://schemas.microsoft.com/office/drawing/2014/main" id="{5670B22D-1019-4AC9-9E72-3C7FFE9612A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7" y="1567"/>
              <a:ext cx="109" cy="154"/>
            </a:xfrm>
            <a:custGeom>
              <a:avLst/>
              <a:gdLst>
                <a:gd name="T0" fmla="*/ 124 w 102"/>
                <a:gd name="T1" fmla="*/ 0 h 145"/>
                <a:gd name="T2" fmla="*/ 65 w 102"/>
                <a:gd name="T3" fmla="*/ 17 h 145"/>
                <a:gd name="T4" fmla="*/ 35 w 102"/>
                <a:gd name="T5" fmla="*/ 17 h 145"/>
                <a:gd name="T6" fmla="*/ 18 w 102"/>
                <a:gd name="T7" fmla="*/ 40 h 145"/>
                <a:gd name="T8" fmla="*/ 3 w 102"/>
                <a:gd name="T9" fmla="*/ 70 h 145"/>
                <a:gd name="T10" fmla="*/ 12 w 102"/>
                <a:gd name="T11" fmla="*/ 102 h 145"/>
                <a:gd name="T12" fmla="*/ 48 w 102"/>
                <a:gd name="T13" fmla="*/ 168 h 145"/>
                <a:gd name="T14" fmla="*/ 50 w 102"/>
                <a:gd name="T15" fmla="*/ 174 h 145"/>
                <a:gd name="T16" fmla="*/ 31 w 102"/>
                <a:gd name="T17" fmla="*/ 107 h 145"/>
                <a:gd name="T18" fmla="*/ 24 w 102"/>
                <a:gd name="T19" fmla="*/ 69 h 145"/>
                <a:gd name="T20" fmla="*/ 91 w 102"/>
                <a:gd name="T21" fmla="*/ 76 h 145"/>
                <a:gd name="T22" fmla="*/ 57 w 102"/>
                <a:gd name="T23" fmla="*/ 40 h 145"/>
                <a:gd name="T24" fmla="*/ 93 w 102"/>
                <a:gd name="T25" fmla="*/ 27 h 145"/>
                <a:gd name="T26" fmla="*/ 121 w 102"/>
                <a:gd name="T27" fmla="*/ 4 h 145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02" h="145">
                  <a:moveTo>
                    <a:pt x="102" y="0"/>
                  </a:moveTo>
                  <a:cubicBezTo>
                    <a:pt x="87" y="10"/>
                    <a:pt x="70" y="13"/>
                    <a:pt x="53" y="14"/>
                  </a:cubicBezTo>
                  <a:cubicBezTo>
                    <a:pt x="47" y="15"/>
                    <a:pt x="35" y="13"/>
                    <a:pt x="29" y="14"/>
                  </a:cubicBezTo>
                  <a:cubicBezTo>
                    <a:pt x="19" y="17"/>
                    <a:pt x="18" y="25"/>
                    <a:pt x="15" y="34"/>
                  </a:cubicBezTo>
                  <a:cubicBezTo>
                    <a:pt x="11" y="42"/>
                    <a:pt x="6" y="49"/>
                    <a:pt x="3" y="58"/>
                  </a:cubicBezTo>
                  <a:cubicBezTo>
                    <a:pt x="0" y="67"/>
                    <a:pt x="4" y="76"/>
                    <a:pt x="9" y="85"/>
                  </a:cubicBezTo>
                  <a:cubicBezTo>
                    <a:pt x="18" y="103"/>
                    <a:pt x="28" y="123"/>
                    <a:pt x="39" y="140"/>
                  </a:cubicBezTo>
                  <a:cubicBezTo>
                    <a:pt x="40" y="141"/>
                    <a:pt x="41" y="143"/>
                    <a:pt x="41" y="145"/>
                  </a:cubicBezTo>
                  <a:cubicBezTo>
                    <a:pt x="37" y="126"/>
                    <a:pt x="31" y="108"/>
                    <a:pt x="25" y="89"/>
                  </a:cubicBezTo>
                  <a:cubicBezTo>
                    <a:pt x="23" y="81"/>
                    <a:pt x="18" y="65"/>
                    <a:pt x="20" y="57"/>
                  </a:cubicBezTo>
                  <a:cubicBezTo>
                    <a:pt x="27" y="36"/>
                    <a:pt x="64" y="56"/>
                    <a:pt x="75" y="64"/>
                  </a:cubicBezTo>
                  <a:cubicBezTo>
                    <a:pt x="67" y="58"/>
                    <a:pt x="37" y="47"/>
                    <a:pt x="47" y="34"/>
                  </a:cubicBezTo>
                  <a:cubicBezTo>
                    <a:pt x="52" y="26"/>
                    <a:pt x="68" y="27"/>
                    <a:pt x="76" y="23"/>
                  </a:cubicBezTo>
                  <a:cubicBezTo>
                    <a:pt x="85" y="19"/>
                    <a:pt x="91" y="11"/>
                    <a:pt x="99" y="4"/>
                  </a:cubicBezTo>
                </a:path>
              </a:pathLst>
            </a:custGeom>
            <a:solidFill>
              <a:srgbClr val="EFCA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2301" name="Freeform 671">
              <a:extLst>
                <a:ext uri="{FF2B5EF4-FFF2-40B4-BE49-F238E27FC236}">
                  <a16:creationId xmlns:a16="http://schemas.microsoft.com/office/drawing/2014/main" id="{47CF0FBA-EA95-4708-A161-5DFE3641B1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0" y="1493"/>
              <a:ext cx="70" cy="78"/>
            </a:xfrm>
            <a:custGeom>
              <a:avLst/>
              <a:gdLst>
                <a:gd name="T0" fmla="*/ 0 w 66"/>
                <a:gd name="T1" fmla="*/ 0 h 73"/>
                <a:gd name="T2" fmla="*/ 12 w 66"/>
                <a:gd name="T3" fmla="*/ 44 h 73"/>
                <a:gd name="T4" fmla="*/ 7 w 66"/>
                <a:gd name="T5" fmla="*/ 89 h 73"/>
                <a:gd name="T6" fmla="*/ 42 w 66"/>
                <a:gd name="T7" fmla="*/ 78 h 73"/>
                <a:gd name="T8" fmla="*/ 78 w 66"/>
                <a:gd name="T9" fmla="*/ 67 h 73"/>
                <a:gd name="T10" fmla="*/ 27 w 66"/>
                <a:gd name="T11" fmla="*/ 64 h 73"/>
                <a:gd name="T12" fmla="*/ 4 w 66"/>
                <a:gd name="T13" fmla="*/ 6 h 7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6" h="73">
                  <a:moveTo>
                    <a:pt x="0" y="0"/>
                  </a:moveTo>
                  <a:cubicBezTo>
                    <a:pt x="4" y="12"/>
                    <a:pt x="9" y="24"/>
                    <a:pt x="9" y="36"/>
                  </a:cubicBezTo>
                  <a:cubicBezTo>
                    <a:pt x="10" y="48"/>
                    <a:pt x="4" y="62"/>
                    <a:pt x="7" y="73"/>
                  </a:cubicBezTo>
                  <a:cubicBezTo>
                    <a:pt x="18" y="70"/>
                    <a:pt x="23" y="63"/>
                    <a:pt x="36" y="64"/>
                  </a:cubicBezTo>
                  <a:cubicBezTo>
                    <a:pt x="48" y="64"/>
                    <a:pt x="57" y="65"/>
                    <a:pt x="66" y="55"/>
                  </a:cubicBezTo>
                  <a:cubicBezTo>
                    <a:pt x="55" y="58"/>
                    <a:pt x="33" y="60"/>
                    <a:pt x="23" y="52"/>
                  </a:cubicBezTo>
                  <a:cubicBezTo>
                    <a:pt x="13" y="43"/>
                    <a:pt x="11" y="19"/>
                    <a:pt x="4" y="6"/>
                  </a:cubicBezTo>
                </a:path>
              </a:pathLst>
            </a:custGeom>
            <a:solidFill>
              <a:srgbClr val="EFCA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2302" name="Freeform 672">
              <a:extLst>
                <a:ext uri="{FF2B5EF4-FFF2-40B4-BE49-F238E27FC236}">
                  <a16:creationId xmlns:a16="http://schemas.microsoft.com/office/drawing/2014/main" id="{6C1D6430-9A70-43C6-81C1-557830B6C7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0" y="1888"/>
              <a:ext cx="79" cy="165"/>
            </a:xfrm>
            <a:custGeom>
              <a:avLst/>
              <a:gdLst>
                <a:gd name="T0" fmla="*/ 90 w 74"/>
                <a:gd name="T1" fmla="*/ 0 h 155"/>
                <a:gd name="T2" fmla="*/ 0 w 74"/>
                <a:gd name="T3" fmla="*/ 6 h 155"/>
                <a:gd name="T4" fmla="*/ 34 w 74"/>
                <a:gd name="T5" fmla="*/ 71 h 155"/>
                <a:gd name="T6" fmla="*/ 36 w 74"/>
                <a:gd name="T7" fmla="*/ 125 h 155"/>
                <a:gd name="T8" fmla="*/ 43 w 74"/>
                <a:gd name="T9" fmla="*/ 187 h 155"/>
                <a:gd name="T10" fmla="*/ 46 w 74"/>
                <a:gd name="T11" fmla="*/ 57 h 155"/>
                <a:gd name="T12" fmla="*/ 52 w 74"/>
                <a:gd name="T13" fmla="*/ 28 h 155"/>
                <a:gd name="T14" fmla="*/ 79 w 74"/>
                <a:gd name="T15" fmla="*/ 12 h 15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4" h="155">
                  <a:moveTo>
                    <a:pt x="74" y="0"/>
                  </a:moveTo>
                  <a:cubicBezTo>
                    <a:pt x="61" y="12"/>
                    <a:pt x="16" y="15"/>
                    <a:pt x="0" y="6"/>
                  </a:cubicBezTo>
                  <a:cubicBezTo>
                    <a:pt x="16" y="20"/>
                    <a:pt x="26" y="38"/>
                    <a:pt x="28" y="59"/>
                  </a:cubicBezTo>
                  <a:cubicBezTo>
                    <a:pt x="29" y="74"/>
                    <a:pt x="29" y="89"/>
                    <a:pt x="30" y="103"/>
                  </a:cubicBezTo>
                  <a:cubicBezTo>
                    <a:pt x="31" y="121"/>
                    <a:pt x="35" y="138"/>
                    <a:pt x="35" y="155"/>
                  </a:cubicBezTo>
                  <a:cubicBezTo>
                    <a:pt x="42" y="120"/>
                    <a:pt x="40" y="83"/>
                    <a:pt x="37" y="48"/>
                  </a:cubicBezTo>
                  <a:cubicBezTo>
                    <a:pt x="36" y="38"/>
                    <a:pt x="36" y="30"/>
                    <a:pt x="43" y="23"/>
                  </a:cubicBezTo>
                  <a:cubicBezTo>
                    <a:pt x="48" y="18"/>
                    <a:pt x="63" y="17"/>
                    <a:pt x="65" y="9"/>
                  </a:cubicBezTo>
                </a:path>
              </a:pathLst>
            </a:custGeom>
            <a:solidFill>
              <a:srgbClr val="EFCA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2303" name="Freeform 673">
              <a:extLst>
                <a:ext uri="{FF2B5EF4-FFF2-40B4-BE49-F238E27FC236}">
                  <a16:creationId xmlns:a16="http://schemas.microsoft.com/office/drawing/2014/main" id="{5EDF06B9-AD95-4CE3-994A-AB45123692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1" y="2122"/>
              <a:ext cx="139" cy="151"/>
            </a:xfrm>
            <a:custGeom>
              <a:avLst/>
              <a:gdLst>
                <a:gd name="T0" fmla="*/ 0 w 130"/>
                <a:gd name="T1" fmla="*/ 1 h 141"/>
                <a:gd name="T2" fmla="*/ 6 w 130"/>
                <a:gd name="T3" fmla="*/ 33 h 141"/>
                <a:gd name="T4" fmla="*/ 28 w 130"/>
                <a:gd name="T5" fmla="*/ 56 h 141"/>
                <a:gd name="T6" fmla="*/ 65 w 130"/>
                <a:gd name="T7" fmla="*/ 100 h 141"/>
                <a:gd name="T8" fmla="*/ 78 w 130"/>
                <a:gd name="T9" fmla="*/ 138 h 141"/>
                <a:gd name="T10" fmla="*/ 95 w 130"/>
                <a:gd name="T11" fmla="*/ 173 h 141"/>
                <a:gd name="T12" fmla="*/ 159 w 130"/>
                <a:gd name="T13" fmla="*/ 114 h 141"/>
                <a:gd name="T14" fmla="*/ 80 w 130"/>
                <a:gd name="T15" fmla="*/ 124 h 141"/>
                <a:gd name="T16" fmla="*/ 92 w 130"/>
                <a:gd name="T17" fmla="*/ 79 h 141"/>
                <a:gd name="T18" fmla="*/ 125 w 130"/>
                <a:gd name="T19" fmla="*/ 54 h 141"/>
                <a:gd name="T20" fmla="*/ 43 w 130"/>
                <a:gd name="T21" fmla="*/ 67 h 141"/>
                <a:gd name="T22" fmla="*/ 19 w 130"/>
                <a:gd name="T23" fmla="*/ 31 h 141"/>
                <a:gd name="T24" fmla="*/ 2 w 130"/>
                <a:gd name="T25" fmla="*/ 0 h 14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30" h="141">
                  <a:moveTo>
                    <a:pt x="0" y="1"/>
                  </a:moveTo>
                  <a:cubicBezTo>
                    <a:pt x="2" y="10"/>
                    <a:pt x="2" y="19"/>
                    <a:pt x="6" y="27"/>
                  </a:cubicBezTo>
                  <a:cubicBezTo>
                    <a:pt x="10" y="35"/>
                    <a:pt x="16" y="40"/>
                    <a:pt x="22" y="46"/>
                  </a:cubicBezTo>
                  <a:cubicBezTo>
                    <a:pt x="31" y="56"/>
                    <a:pt x="48" y="68"/>
                    <a:pt x="53" y="81"/>
                  </a:cubicBezTo>
                  <a:cubicBezTo>
                    <a:pt x="58" y="92"/>
                    <a:pt x="56" y="101"/>
                    <a:pt x="64" y="112"/>
                  </a:cubicBezTo>
                  <a:cubicBezTo>
                    <a:pt x="72" y="122"/>
                    <a:pt x="78" y="127"/>
                    <a:pt x="78" y="141"/>
                  </a:cubicBezTo>
                  <a:cubicBezTo>
                    <a:pt x="81" y="113"/>
                    <a:pt x="111" y="108"/>
                    <a:pt x="130" y="92"/>
                  </a:cubicBezTo>
                  <a:cubicBezTo>
                    <a:pt x="115" y="96"/>
                    <a:pt x="79" y="122"/>
                    <a:pt x="65" y="101"/>
                  </a:cubicBezTo>
                  <a:cubicBezTo>
                    <a:pt x="59" y="92"/>
                    <a:pt x="68" y="72"/>
                    <a:pt x="75" y="64"/>
                  </a:cubicBezTo>
                  <a:cubicBezTo>
                    <a:pt x="82" y="56"/>
                    <a:pt x="96" y="52"/>
                    <a:pt x="102" y="44"/>
                  </a:cubicBezTo>
                  <a:cubicBezTo>
                    <a:pt x="80" y="55"/>
                    <a:pt x="57" y="84"/>
                    <a:pt x="35" y="55"/>
                  </a:cubicBezTo>
                  <a:cubicBezTo>
                    <a:pt x="28" y="46"/>
                    <a:pt x="22" y="34"/>
                    <a:pt x="16" y="25"/>
                  </a:cubicBezTo>
                  <a:cubicBezTo>
                    <a:pt x="11" y="17"/>
                    <a:pt x="2" y="7"/>
                    <a:pt x="2" y="0"/>
                  </a:cubicBezTo>
                </a:path>
              </a:pathLst>
            </a:custGeom>
            <a:solidFill>
              <a:srgbClr val="EFCA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2304" name="Freeform 674">
              <a:extLst>
                <a:ext uri="{FF2B5EF4-FFF2-40B4-BE49-F238E27FC236}">
                  <a16:creationId xmlns:a16="http://schemas.microsoft.com/office/drawing/2014/main" id="{B7A0DC39-F551-44B1-BF38-42DABE291A0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2" y="1927"/>
              <a:ext cx="36" cy="238"/>
            </a:xfrm>
            <a:custGeom>
              <a:avLst/>
              <a:gdLst>
                <a:gd name="T0" fmla="*/ 5 w 34"/>
                <a:gd name="T1" fmla="*/ 106 h 223"/>
                <a:gd name="T2" fmla="*/ 6 w 34"/>
                <a:gd name="T3" fmla="*/ 209 h 223"/>
                <a:gd name="T4" fmla="*/ 14 w 34"/>
                <a:gd name="T5" fmla="*/ 241 h 223"/>
                <a:gd name="T6" fmla="*/ 40 w 34"/>
                <a:gd name="T7" fmla="*/ 271 h 223"/>
                <a:gd name="T8" fmla="*/ 21 w 34"/>
                <a:gd name="T9" fmla="*/ 210 h 223"/>
                <a:gd name="T10" fmla="*/ 18 w 34"/>
                <a:gd name="T11" fmla="*/ 128 h 223"/>
                <a:gd name="T12" fmla="*/ 0 w 34"/>
                <a:gd name="T13" fmla="*/ 0 h 2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4" h="223">
                  <a:moveTo>
                    <a:pt x="5" y="87"/>
                  </a:moveTo>
                  <a:cubicBezTo>
                    <a:pt x="8" y="116"/>
                    <a:pt x="6" y="143"/>
                    <a:pt x="6" y="172"/>
                  </a:cubicBezTo>
                  <a:cubicBezTo>
                    <a:pt x="7" y="181"/>
                    <a:pt x="7" y="191"/>
                    <a:pt x="11" y="199"/>
                  </a:cubicBezTo>
                  <a:cubicBezTo>
                    <a:pt x="15" y="210"/>
                    <a:pt x="25" y="215"/>
                    <a:pt x="34" y="223"/>
                  </a:cubicBezTo>
                  <a:cubicBezTo>
                    <a:pt x="23" y="211"/>
                    <a:pt x="20" y="189"/>
                    <a:pt x="18" y="173"/>
                  </a:cubicBezTo>
                  <a:cubicBezTo>
                    <a:pt x="16" y="150"/>
                    <a:pt x="17" y="128"/>
                    <a:pt x="15" y="105"/>
                  </a:cubicBezTo>
                  <a:cubicBezTo>
                    <a:pt x="13" y="70"/>
                    <a:pt x="14" y="34"/>
                    <a:pt x="0" y="0"/>
                  </a:cubicBezTo>
                </a:path>
              </a:pathLst>
            </a:custGeom>
            <a:solidFill>
              <a:srgbClr val="EFCA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2305" name="Freeform 675">
              <a:extLst>
                <a:ext uri="{FF2B5EF4-FFF2-40B4-BE49-F238E27FC236}">
                  <a16:creationId xmlns:a16="http://schemas.microsoft.com/office/drawing/2014/main" id="{9E90F8BE-2F81-4DB6-9096-716CF824F4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1" y="2293"/>
              <a:ext cx="50" cy="160"/>
            </a:xfrm>
            <a:custGeom>
              <a:avLst/>
              <a:gdLst>
                <a:gd name="T0" fmla="*/ 23 w 47"/>
                <a:gd name="T1" fmla="*/ 0 h 150"/>
                <a:gd name="T2" fmla="*/ 23 w 47"/>
                <a:gd name="T3" fmla="*/ 87 h 150"/>
                <a:gd name="T4" fmla="*/ 35 w 47"/>
                <a:gd name="T5" fmla="*/ 180 h 150"/>
                <a:gd name="T6" fmla="*/ 56 w 47"/>
                <a:gd name="T7" fmla="*/ 182 h 150"/>
                <a:gd name="T8" fmla="*/ 40 w 47"/>
                <a:gd name="T9" fmla="*/ 135 h 150"/>
                <a:gd name="T10" fmla="*/ 35 w 47"/>
                <a:gd name="T11" fmla="*/ 84 h 150"/>
                <a:gd name="T12" fmla="*/ 22 w 47"/>
                <a:gd name="T13" fmla="*/ 36 h 150"/>
                <a:gd name="T14" fmla="*/ 21 w 47"/>
                <a:gd name="T15" fmla="*/ 0 h 15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7" h="150">
                  <a:moveTo>
                    <a:pt x="20" y="0"/>
                  </a:moveTo>
                  <a:cubicBezTo>
                    <a:pt x="0" y="16"/>
                    <a:pt x="16" y="53"/>
                    <a:pt x="20" y="72"/>
                  </a:cubicBezTo>
                  <a:cubicBezTo>
                    <a:pt x="25" y="97"/>
                    <a:pt x="28" y="122"/>
                    <a:pt x="29" y="148"/>
                  </a:cubicBezTo>
                  <a:cubicBezTo>
                    <a:pt x="35" y="144"/>
                    <a:pt x="41" y="149"/>
                    <a:pt x="47" y="150"/>
                  </a:cubicBezTo>
                  <a:cubicBezTo>
                    <a:pt x="39" y="144"/>
                    <a:pt x="35" y="123"/>
                    <a:pt x="34" y="112"/>
                  </a:cubicBezTo>
                  <a:cubicBezTo>
                    <a:pt x="31" y="98"/>
                    <a:pt x="32" y="83"/>
                    <a:pt x="29" y="69"/>
                  </a:cubicBezTo>
                  <a:cubicBezTo>
                    <a:pt x="27" y="56"/>
                    <a:pt x="22" y="43"/>
                    <a:pt x="19" y="30"/>
                  </a:cubicBezTo>
                  <a:cubicBezTo>
                    <a:pt x="17" y="21"/>
                    <a:pt x="18" y="10"/>
                    <a:pt x="18" y="0"/>
                  </a:cubicBezTo>
                </a:path>
              </a:pathLst>
            </a:custGeom>
            <a:solidFill>
              <a:srgbClr val="EFCA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2306" name="Freeform 676">
              <a:extLst>
                <a:ext uri="{FF2B5EF4-FFF2-40B4-BE49-F238E27FC236}">
                  <a16:creationId xmlns:a16="http://schemas.microsoft.com/office/drawing/2014/main" id="{3AE2BB4D-571B-4FA2-AF99-C9B4DD9D54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3" y="2392"/>
              <a:ext cx="49" cy="139"/>
            </a:xfrm>
            <a:custGeom>
              <a:avLst/>
              <a:gdLst>
                <a:gd name="T0" fmla="*/ 20 w 46"/>
                <a:gd name="T1" fmla="*/ 0 h 130"/>
                <a:gd name="T2" fmla="*/ 23 w 46"/>
                <a:gd name="T3" fmla="*/ 22 h 130"/>
                <a:gd name="T4" fmla="*/ 34 w 46"/>
                <a:gd name="T5" fmla="*/ 41 h 130"/>
                <a:gd name="T6" fmla="*/ 35 w 46"/>
                <a:gd name="T7" fmla="*/ 77 h 130"/>
                <a:gd name="T8" fmla="*/ 20 w 46"/>
                <a:gd name="T9" fmla="*/ 118 h 130"/>
                <a:gd name="T10" fmla="*/ 0 w 46"/>
                <a:gd name="T11" fmla="*/ 159 h 130"/>
                <a:gd name="T12" fmla="*/ 11 w 46"/>
                <a:gd name="T13" fmla="*/ 139 h 130"/>
                <a:gd name="T14" fmla="*/ 29 w 46"/>
                <a:gd name="T15" fmla="*/ 123 h 130"/>
                <a:gd name="T16" fmla="*/ 49 w 46"/>
                <a:gd name="T17" fmla="*/ 71 h 130"/>
                <a:gd name="T18" fmla="*/ 54 w 46"/>
                <a:gd name="T19" fmla="*/ 49 h 130"/>
                <a:gd name="T20" fmla="*/ 49 w 46"/>
                <a:gd name="T21" fmla="*/ 41 h 130"/>
                <a:gd name="T22" fmla="*/ 22 w 46"/>
                <a:gd name="T23" fmla="*/ 2 h 13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6" h="130">
                  <a:moveTo>
                    <a:pt x="17" y="0"/>
                  </a:moveTo>
                  <a:cubicBezTo>
                    <a:pt x="19" y="6"/>
                    <a:pt x="18" y="13"/>
                    <a:pt x="20" y="19"/>
                  </a:cubicBezTo>
                  <a:cubicBezTo>
                    <a:pt x="22" y="25"/>
                    <a:pt x="25" y="29"/>
                    <a:pt x="28" y="34"/>
                  </a:cubicBezTo>
                  <a:cubicBezTo>
                    <a:pt x="34" y="43"/>
                    <a:pt x="30" y="52"/>
                    <a:pt x="29" y="63"/>
                  </a:cubicBezTo>
                  <a:cubicBezTo>
                    <a:pt x="27" y="77"/>
                    <a:pt x="27" y="85"/>
                    <a:pt x="17" y="96"/>
                  </a:cubicBezTo>
                  <a:cubicBezTo>
                    <a:pt x="8" y="105"/>
                    <a:pt x="1" y="117"/>
                    <a:pt x="0" y="130"/>
                  </a:cubicBezTo>
                  <a:cubicBezTo>
                    <a:pt x="3" y="126"/>
                    <a:pt x="4" y="119"/>
                    <a:pt x="8" y="114"/>
                  </a:cubicBezTo>
                  <a:cubicBezTo>
                    <a:pt x="11" y="109"/>
                    <a:pt x="18" y="105"/>
                    <a:pt x="23" y="101"/>
                  </a:cubicBezTo>
                  <a:cubicBezTo>
                    <a:pt x="39" y="89"/>
                    <a:pt x="39" y="78"/>
                    <a:pt x="40" y="58"/>
                  </a:cubicBezTo>
                  <a:cubicBezTo>
                    <a:pt x="40" y="51"/>
                    <a:pt x="44" y="47"/>
                    <a:pt x="45" y="40"/>
                  </a:cubicBezTo>
                  <a:cubicBezTo>
                    <a:pt x="46" y="32"/>
                    <a:pt x="46" y="37"/>
                    <a:pt x="40" y="34"/>
                  </a:cubicBezTo>
                  <a:cubicBezTo>
                    <a:pt x="30" y="28"/>
                    <a:pt x="23" y="13"/>
                    <a:pt x="19" y="2"/>
                  </a:cubicBezTo>
                </a:path>
              </a:pathLst>
            </a:custGeom>
            <a:solidFill>
              <a:srgbClr val="EFCA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2307" name="Freeform 677">
              <a:extLst>
                <a:ext uri="{FF2B5EF4-FFF2-40B4-BE49-F238E27FC236}">
                  <a16:creationId xmlns:a16="http://schemas.microsoft.com/office/drawing/2014/main" id="{2D742289-6113-4D65-819E-6DAE6830B5A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3" y="1947"/>
              <a:ext cx="86" cy="32"/>
            </a:xfrm>
            <a:custGeom>
              <a:avLst/>
              <a:gdLst>
                <a:gd name="T0" fmla="*/ 97 w 81"/>
                <a:gd name="T1" fmla="*/ 0 h 30"/>
                <a:gd name="T2" fmla="*/ 74 w 81"/>
                <a:gd name="T3" fmla="*/ 7 h 30"/>
                <a:gd name="T4" fmla="*/ 50 w 81"/>
                <a:gd name="T5" fmla="*/ 13 h 30"/>
                <a:gd name="T6" fmla="*/ 0 w 81"/>
                <a:gd name="T7" fmla="*/ 33 h 30"/>
                <a:gd name="T8" fmla="*/ 50 w 81"/>
                <a:gd name="T9" fmla="*/ 19 h 30"/>
                <a:gd name="T10" fmla="*/ 72 w 81"/>
                <a:gd name="T11" fmla="*/ 17 h 30"/>
                <a:gd name="T12" fmla="*/ 94 w 81"/>
                <a:gd name="T13" fmla="*/ 4 h 3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1" h="30">
                  <a:moveTo>
                    <a:pt x="81" y="0"/>
                  </a:moveTo>
                  <a:cubicBezTo>
                    <a:pt x="75" y="0"/>
                    <a:pt x="69" y="6"/>
                    <a:pt x="62" y="7"/>
                  </a:cubicBezTo>
                  <a:cubicBezTo>
                    <a:pt x="54" y="8"/>
                    <a:pt x="48" y="8"/>
                    <a:pt x="41" y="10"/>
                  </a:cubicBezTo>
                  <a:cubicBezTo>
                    <a:pt x="27" y="14"/>
                    <a:pt x="13" y="20"/>
                    <a:pt x="0" y="27"/>
                  </a:cubicBezTo>
                  <a:cubicBezTo>
                    <a:pt x="14" y="30"/>
                    <a:pt x="29" y="21"/>
                    <a:pt x="41" y="16"/>
                  </a:cubicBezTo>
                  <a:cubicBezTo>
                    <a:pt x="47" y="14"/>
                    <a:pt x="53" y="15"/>
                    <a:pt x="60" y="14"/>
                  </a:cubicBezTo>
                  <a:cubicBezTo>
                    <a:pt x="69" y="12"/>
                    <a:pt x="73" y="8"/>
                    <a:pt x="79" y="4"/>
                  </a:cubicBezTo>
                </a:path>
              </a:pathLst>
            </a:custGeom>
            <a:solidFill>
              <a:srgbClr val="EFCA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2308" name="Freeform 678">
              <a:extLst>
                <a:ext uri="{FF2B5EF4-FFF2-40B4-BE49-F238E27FC236}">
                  <a16:creationId xmlns:a16="http://schemas.microsoft.com/office/drawing/2014/main" id="{9EC0525B-40F2-441E-A751-E050ED6C875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4" y="2197"/>
              <a:ext cx="167" cy="214"/>
            </a:xfrm>
            <a:custGeom>
              <a:avLst/>
              <a:gdLst>
                <a:gd name="T0" fmla="*/ 189 w 157"/>
                <a:gd name="T1" fmla="*/ 32 h 201"/>
                <a:gd name="T2" fmla="*/ 135 w 157"/>
                <a:gd name="T3" fmla="*/ 33 h 201"/>
                <a:gd name="T4" fmla="*/ 107 w 157"/>
                <a:gd name="T5" fmla="*/ 111 h 201"/>
                <a:gd name="T6" fmla="*/ 0 w 157"/>
                <a:gd name="T7" fmla="*/ 243 h 201"/>
                <a:gd name="T8" fmla="*/ 122 w 157"/>
                <a:gd name="T9" fmla="*/ 119 h 201"/>
                <a:gd name="T10" fmla="*/ 144 w 157"/>
                <a:gd name="T11" fmla="*/ 54 h 201"/>
                <a:gd name="T12" fmla="*/ 179 w 157"/>
                <a:gd name="T13" fmla="*/ 39 h 20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7" h="201">
                  <a:moveTo>
                    <a:pt x="157" y="26"/>
                  </a:moveTo>
                  <a:cubicBezTo>
                    <a:pt x="141" y="13"/>
                    <a:pt x="123" y="0"/>
                    <a:pt x="112" y="27"/>
                  </a:cubicBezTo>
                  <a:cubicBezTo>
                    <a:pt x="104" y="49"/>
                    <a:pt x="100" y="70"/>
                    <a:pt x="89" y="92"/>
                  </a:cubicBezTo>
                  <a:cubicBezTo>
                    <a:pt x="65" y="137"/>
                    <a:pt x="46" y="173"/>
                    <a:pt x="0" y="201"/>
                  </a:cubicBezTo>
                  <a:cubicBezTo>
                    <a:pt x="39" y="198"/>
                    <a:pt x="83" y="128"/>
                    <a:pt x="102" y="99"/>
                  </a:cubicBezTo>
                  <a:cubicBezTo>
                    <a:pt x="115" y="80"/>
                    <a:pt x="113" y="64"/>
                    <a:pt x="119" y="45"/>
                  </a:cubicBezTo>
                  <a:cubicBezTo>
                    <a:pt x="125" y="28"/>
                    <a:pt x="133" y="32"/>
                    <a:pt x="149" y="33"/>
                  </a:cubicBezTo>
                </a:path>
              </a:pathLst>
            </a:custGeom>
            <a:solidFill>
              <a:srgbClr val="EFCA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2309" name="Freeform 679">
              <a:extLst>
                <a:ext uri="{FF2B5EF4-FFF2-40B4-BE49-F238E27FC236}">
                  <a16:creationId xmlns:a16="http://schemas.microsoft.com/office/drawing/2014/main" id="{04486388-DCC5-40D6-A3FE-490EF808502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0" y="2293"/>
              <a:ext cx="142" cy="84"/>
            </a:xfrm>
            <a:custGeom>
              <a:avLst/>
              <a:gdLst>
                <a:gd name="T0" fmla="*/ 53 w 133"/>
                <a:gd name="T1" fmla="*/ 30 h 79"/>
                <a:gd name="T2" fmla="*/ 162 w 133"/>
                <a:gd name="T3" fmla="*/ 3 h 79"/>
                <a:gd name="T4" fmla="*/ 72 w 133"/>
                <a:gd name="T5" fmla="*/ 41 h 79"/>
                <a:gd name="T6" fmla="*/ 0 w 133"/>
                <a:gd name="T7" fmla="*/ 95 h 7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3" h="79">
                  <a:moveTo>
                    <a:pt x="44" y="24"/>
                  </a:moveTo>
                  <a:cubicBezTo>
                    <a:pt x="52" y="0"/>
                    <a:pt x="112" y="2"/>
                    <a:pt x="133" y="3"/>
                  </a:cubicBezTo>
                  <a:cubicBezTo>
                    <a:pt x="104" y="9"/>
                    <a:pt x="83" y="17"/>
                    <a:pt x="59" y="35"/>
                  </a:cubicBezTo>
                  <a:cubicBezTo>
                    <a:pt x="45" y="46"/>
                    <a:pt x="4" y="69"/>
                    <a:pt x="0" y="79"/>
                  </a:cubicBezTo>
                </a:path>
              </a:pathLst>
            </a:custGeom>
            <a:solidFill>
              <a:srgbClr val="EFCA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2310" name="Freeform 680">
              <a:extLst>
                <a:ext uri="{FF2B5EF4-FFF2-40B4-BE49-F238E27FC236}">
                  <a16:creationId xmlns:a16="http://schemas.microsoft.com/office/drawing/2014/main" id="{8E935ABC-D587-4F93-BBC0-22D86657E2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9" y="3976"/>
              <a:ext cx="126" cy="86"/>
            </a:xfrm>
            <a:custGeom>
              <a:avLst/>
              <a:gdLst>
                <a:gd name="T0" fmla="*/ 144 w 118"/>
                <a:gd name="T1" fmla="*/ 66 h 81"/>
                <a:gd name="T2" fmla="*/ 114 w 118"/>
                <a:gd name="T3" fmla="*/ 94 h 81"/>
                <a:gd name="T4" fmla="*/ 78 w 118"/>
                <a:gd name="T5" fmla="*/ 83 h 81"/>
                <a:gd name="T6" fmla="*/ 58 w 118"/>
                <a:gd name="T7" fmla="*/ 58 h 81"/>
                <a:gd name="T8" fmla="*/ 36 w 118"/>
                <a:gd name="T9" fmla="*/ 42 h 81"/>
                <a:gd name="T10" fmla="*/ 18 w 118"/>
                <a:gd name="T11" fmla="*/ 18 h 81"/>
                <a:gd name="T12" fmla="*/ 0 w 118"/>
                <a:gd name="T13" fmla="*/ 0 h 81"/>
                <a:gd name="T14" fmla="*/ 37 w 118"/>
                <a:gd name="T15" fmla="*/ 33 h 81"/>
                <a:gd name="T16" fmla="*/ 56 w 118"/>
                <a:gd name="T17" fmla="*/ 42 h 81"/>
                <a:gd name="T18" fmla="*/ 67 w 118"/>
                <a:gd name="T19" fmla="*/ 57 h 81"/>
                <a:gd name="T20" fmla="*/ 105 w 118"/>
                <a:gd name="T21" fmla="*/ 85 h 81"/>
                <a:gd name="T22" fmla="*/ 142 w 118"/>
                <a:gd name="T23" fmla="*/ 69 h 81"/>
                <a:gd name="T24" fmla="*/ 144 w 118"/>
                <a:gd name="T25" fmla="*/ 66 h 8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18" h="81">
                  <a:moveTo>
                    <a:pt x="118" y="55"/>
                  </a:moveTo>
                  <a:cubicBezTo>
                    <a:pt x="118" y="67"/>
                    <a:pt x="104" y="77"/>
                    <a:pt x="94" y="79"/>
                  </a:cubicBezTo>
                  <a:cubicBezTo>
                    <a:pt x="84" y="81"/>
                    <a:pt x="72" y="76"/>
                    <a:pt x="64" y="69"/>
                  </a:cubicBezTo>
                  <a:cubicBezTo>
                    <a:pt x="58" y="63"/>
                    <a:pt x="53" y="55"/>
                    <a:pt x="48" y="49"/>
                  </a:cubicBezTo>
                  <a:cubicBezTo>
                    <a:pt x="42" y="42"/>
                    <a:pt x="37" y="40"/>
                    <a:pt x="30" y="36"/>
                  </a:cubicBezTo>
                  <a:cubicBezTo>
                    <a:pt x="23" y="31"/>
                    <a:pt x="20" y="22"/>
                    <a:pt x="15" y="15"/>
                  </a:cubicBezTo>
                  <a:cubicBezTo>
                    <a:pt x="11" y="9"/>
                    <a:pt x="6" y="4"/>
                    <a:pt x="0" y="0"/>
                  </a:cubicBezTo>
                  <a:cubicBezTo>
                    <a:pt x="13" y="3"/>
                    <a:pt x="22" y="18"/>
                    <a:pt x="31" y="27"/>
                  </a:cubicBezTo>
                  <a:cubicBezTo>
                    <a:pt x="35" y="31"/>
                    <a:pt x="41" y="33"/>
                    <a:pt x="46" y="36"/>
                  </a:cubicBezTo>
                  <a:cubicBezTo>
                    <a:pt x="50" y="39"/>
                    <a:pt x="52" y="44"/>
                    <a:pt x="55" y="48"/>
                  </a:cubicBezTo>
                  <a:cubicBezTo>
                    <a:pt x="62" y="59"/>
                    <a:pt x="71" y="70"/>
                    <a:pt x="86" y="71"/>
                  </a:cubicBezTo>
                  <a:cubicBezTo>
                    <a:pt x="98" y="73"/>
                    <a:pt x="112" y="68"/>
                    <a:pt x="117" y="57"/>
                  </a:cubicBezTo>
                  <a:cubicBezTo>
                    <a:pt x="117" y="56"/>
                    <a:pt x="118" y="56"/>
                    <a:pt x="118" y="55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2311" name="Freeform 681">
              <a:extLst>
                <a:ext uri="{FF2B5EF4-FFF2-40B4-BE49-F238E27FC236}">
                  <a16:creationId xmlns:a16="http://schemas.microsoft.com/office/drawing/2014/main" id="{7BD258D6-AF8B-4736-8F69-C9E204D100F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2" y="4000"/>
              <a:ext cx="23" cy="29"/>
            </a:xfrm>
            <a:custGeom>
              <a:avLst/>
              <a:gdLst>
                <a:gd name="T0" fmla="*/ 25 w 22"/>
                <a:gd name="T1" fmla="*/ 30 h 27"/>
                <a:gd name="T2" fmla="*/ 23 w 22"/>
                <a:gd name="T3" fmla="*/ 0 h 27"/>
                <a:gd name="T4" fmla="*/ 0 w 22"/>
                <a:gd name="T5" fmla="*/ 11 h 27"/>
                <a:gd name="T6" fmla="*/ 15 w 22"/>
                <a:gd name="T7" fmla="*/ 20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27">
                  <a:moveTo>
                    <a:pt x="22" y="24"/>
                  </a:moveTo>
                  <a:cubicBezTo>
                    <a:pt x="18" y="27"/>
                    <a:pt x="19" y="3"/>
                    <a:pt x="20" y="0"/>
                  </a:cubicBezTo>
                  <a:cubicBezTo>
                    <a:pt x="17" y="8"/>
                    <a:pt x="7" y="14"/>
                    <a:pt x="0" y="8"/>
                  </a:cubicBezTo>
                  <a:cubicBezTo>
                    <a:pt x="4" y="11"/>
                    <a:pt x="8" y="15"/>
                    <a:pt x="12" y="17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2312" name="Freeform 682">
              <a:extLst>
                <a:ext uri="{FF2B5EF4-FFF2-40B4-BE49-F238E27FC236}">
                  <a16:creationId xmlns:a16="http://schemas.microsoft.com/office/drawing/2014/main" id="{1ACCB5A2-45B1-4C0E-8DB4-A23B8A03BA0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4" y="4021"/>
              <a:ext cx="26" cy="22"/>
            </a:xfrm>
            <a:custGeom>
              <a:avLst/>
              <a:gdLst>
                <a:gd name="T0" fmla="*/ 2 w 24"/>
                <a:gd name="T1" fmla="*/ 13 h 20"/>
                <a:gd name="T2" fmla="*/ 1 w 24"/>
                <a:gd name="T3" fmla="*/ 26 h 20"/>
                <a:gd name="T4" fmla="*/ 20 w 24"/>
                <a:gd name="T5" fmla="*/ 22 h 20"/>
                <a:gd name="T6" fmla="*/ 30 w 24"/>
                <a:gd name="T7" fmla="*/ 0 h 20"/>
                <a:gd name="T8" fmla="*/ 20 w 24"/>
                <a:gd name="T9" fmla="*/ 13 h 20"/>
                <a:gd name="T10" fmla="*/ 2 w 24"/>
                <a:gd name="T11" fmla="*/ 15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20">
                  <a:moveTo>
                    <a:pt x="2" y="10"/>
                  </a:moveTo>
                  <a:cubicBezTo>
                    <a:pt x="2" y="13"/>
                    <a:pt x="0" y="17"/>
                    <a:pt x="1" y="20"/>
                  </a:cubicBezTo>
                  <a:cubicBezTo>
                    <a:pt x="6" y="20"/>
                    <a:pt x="12" y="19"/>
                    <a:pt x="16" y="16"/>
                  </a:cubicBezTo>
                  <a:cubicBezTo>
                    <a:pt x="22" y="13"/>
                    <a:pt x="24" y="7"/>
                    <a:pt x="24" y="0"/>
                  </a:cubicBezTo>
                  <a:cubicBezTo>
                    <a:pt x="22" y="4"/>
                    <a:pt x="19" y="8"/>
                    <a:pt x="16" y="10"/>
                  </a:cubicBezTo>
                  <a:cubicBezTo>
                    <a:pt x="11" y="13"/>
                    <a:pt x="7" y="12"/>
                    <a:pt x="2" y="12"/>
                  </a:cubicBezTo>
                </a:path>
              </a:pathLst>
            </a:custGeom>
            <a:solidFill>
              <a:srgbClr val="EFCA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2313" name="Freeform 683">
              <a:extLst>
                <a:ext uri="{FF2B5EF4-FFF2-40B4-BE49-F238E27FC236}">
                  <a16:creationId xmlns:a16="http://schemas.microsoft.com/office/drawing/2014/main" id="{4C00CC33-4CB8-4FEB-8558-C474D6B98BB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6" y="4004"/>
              <a:ext cx="14" cy="23"/>
            </a:xfrm>
            <a:custGeom>
              <a:avLst/>
              <a:gdLst>
                <a:gd name="T0" fmla="*/ 0 w 13"/>
                <a:gd name="T1" fmla="*/ 13 h 21"/>
                <a:gd name="T2" fmla="*/ 2 w 13"/>
                <a:gd name="T3" fmla="*/ 27 h 21"/>
                <a:gd name="T4" fmla="*/ 13 w 13"/>
                <a:gd name="T5" fmla="*/ 16 h 21"/>
                <a:gd name="T6" fmla="*/ 16 w 13"/>
                <a:gd name="T7" fmla="*/ 9 h 21"/>
                <a:gd name="T8" fmla="*/ 14 w 13"/>
                <a:gd name="T9" fmla="*/ 0 h 21"/>
                <a:gd name="T10" fmla="*/ 11 w 13"/>
                <a:gd name="T11" fmla="*/ 11 h 21"/>
                <a:gd name="T12" fmla="*/ 1 w 13"/>
                <a:gd name="T13" fmla="*/ 18 h 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21">
                  <a:moveTo>
                    <a:pt x="0" y="10"/>
                  </a:moveTo>
                  <a:cubicBezTo>
                    <a:pt x="2" y="12"/>
                    <a:pt x="2" y="18"/>
                    <a:pt x="2" y="21"/>
                  </a:cubicBezTo>
                  <a:cubicBezTo>
                    <a:pt x="5" y="20"/>
                    <a:pt x="9" y="16"/>
                    <a:pt x="10" y="13"/>
                  </a:cubicBezTo>
                  <a:cubicBezTo>
                    <a:pt x="11" y="11"/>
                    <a:pt x="13" y="9"/>
                    <a:pt x="13" y="6"/>
                  </a:cubicBezTo>
                  <a:cubicBezTo>
                    <a:pt x="13" y="4"/>
                    <a:pt x="11" y="2"/>
                    <a:pt x="11" y="0"/>
                  </a:cubicBezTo>
                  <a:cubicBezTo>
                    <a:pt x="10" y="1"/>
                    <a:pt x="9" y="6"/>
                    <a:pt x="8" y="8"/>
                  </a:cubicBezTo>
                  <a:cubicBezTo>
                    <a:pt x="6" y="11"/>
                    <a:pt x="4" y="14"/>
                    <a:pt x="1" y="14"/>
                  </a:cubicBezTo>
                </a:path>
              </a:pathLst>
            </a:custGeom>
            <a:solidFill>
              <a:srgbClr val="EFCA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2314" name="Freeform 684">
              <a:extLst>
                <a:ext uri="{FF2B5EF4-FFF2-40B4-BE49-F238E27FC236}">
                  <a16:creationId xmlns:a16="http://schemas.microsoft.com/office/drawing/2014/main" id="{36F9628F-D0B6-4736-9262-E863C76DE30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3" y="3984"/>
              <a:ext cx="7" cy="13"/>
            </a:xfrm>
            <a:custGeom>
              <a:avLst/>
              <a:gdLst>
                <a:gd name="T0" fmla="*/ 1 w 6"/>
                <a:gd name="T1" fmla="*/ 15 h 12"/>
                <a:gd name="T2" fmla="*/ 9 w 6"/>
                <a:gd name="T3" fmla="*/ 0 h 12"/>
                <a:gd name="T4" fmla="*/ 0 w 6"/>
                <a:gd name="T5" fmla="*/ 12 h 12"/>
                <a:gd name="T6" fmla="*/ 1 w 6"/>
                <a:gd name="T7" fmla="*/ 15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12">
                  <a:moveTo>
                    <a:pt x="1" y="12"/>
                  </a:moveTo>
                  <a:cubicBezTo>
                    <a:pt x="5" y="12"/>
                    <a:pt x="6" y="2"/>
                    <a:pt x="6" y="0"/>
                  </a:cubicBezTo>
                  <a:cubicBezTo>
                    <a:pt x="4" y="2"/>
                    <a:pt x="3" y="8"/>
                    <a:pt x="0" y="9"/>
                  </a:cubicBezTo>
                  <a:cubicBezTo>
                    <a:pt x="0" y="10"/>
                    <a:pt x="0" y="11"/>
                    <a:pt x="1" y="12"/>
                  </a:cubicBezTo>
                </a:path>
              </a:pathLst>
            </a:custGeom>
            <a:solidFill>
              <a:srgbClr val="EFCA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2315" name="Freeform 685">
              <a:extLst>
                <a:ext uri="{FF2B5EF4-FFF2-40B4-BE49-F238E27FC236}">
                  <a16:creationId xmlns:a16="http://schemas.microsoft.com/office/drawing/2014/main" id="{DFF94582-27BE-40BC-9C6F-40BC36BE21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0" y="3971"/>
              <a:ext cx="21" cy="24"/>
            </a:xfrm>
            <a:custGeom>
              <a:avLst/>
              <a:gdLst>
                <a:gd name="T0" fmla="*/ 0 w 20"/>
                <a:gd name="T1" fmla="*/ 0 h 22"/>
                <a:gd name="T2" fmla="*/ 7 w 20"/>
                <a:gd name="T3" fmla="*/ 19 h 22"/>
                <a:gd name="T4" fmla="*/ 23 w 20"/>
                <a:gd name="T5" fmla="*/ 28 h 22"/>
                <a:gd name="T6" fmla="*/ 9 w 20"/>
                <a:gd name="T7" fmla="*/ 14 h 22"/>
                <a:gd name="T8" fmla="*/ 5 w 20"/>
                <a:gd name="T9" fmla="*/ 5 h 22"/>
                <a:gd name="T10" fmla="*/ 1 w 20"/>
                <a:gd name="T11" fmla="*/ 0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" h="22">
                  <a:moveTo>
                    <a:pt x="0" y="0"/>
                  </a:moveTo>
                  <a:cubicBezTo>
                    <a:pt x="0" y="5"/>
                    <a:pt x="5" y="11"/>
                    <a:pt x="7" y="15"/>
                  </a:cubicBezTo>
                  <a:cubicBezTo>
                    <a:pt x="10" y="18"/>
                    <a:pt x="15" y="22"/>
                    <a:pt x="20" y="22"/>
                  </a:cubicBezTo>
                  <a:cubicBezTo>
                    <a:pt x="15" y="22"/>
                    <a:pt x="11" y="15"/>
                    <a:pt x="9" y="11"/>
                  </a:cubicBezTo>
                  <a:cubicBezTo>
                    <a:pt x="7" y="9"/>
                    <a:pt x="6" y="7"/>
                    <a:pt x="5" y="5"/>
                  </a:cubicBezTo>
                  <a:cubicBezTo>
                    <a:pt x="4" y="3"/>
                    <a:pt x="2" y="2"/>
                    <a:pt x="1" y="0"/>
                  </a:cubicBezTo>
                </a:path>
              </a:pathLst>
            </a:custGeom>
            <a:solidFill>
              <a:srgbClr val="EFCA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2316" name="Freeform 686">
              <a:extLst>
                <a:ext uri="{FF2B5EF4-FFF2-40B4-BE49-F238E27FC236}">
                  <a16:creationId xmlns:a16="http://schemas.microsoft.com/office/drawing/2014/main" id="{EDC37D24-928C-4D05-A17E-E0E9ECB676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3" y="3959"/>
              <a:ext cx="26" cy="18"/>
            </a:xfrm>
            <a:custGeom>
              <a:avLst/>
              <a:gdLst>
                <a:gd name="T0" fmla="*/ 0 w 25"/>
                <a:gd name="T1" fmla="*/ 0 h 17"/>
                <a:gd name="T2" fmla="*/ 12 w 25"/>
                <a:gd name="T3" fmla="*/ 14 h 17"/>
                <a:gd name="T4" fmla="*/ 22 w 25"/>
                <a:gd name="T5" fmla="*/ 18 h 17"/>
                <a:gd name="T6" fmla="*/ 28 w 25"/>
                <a:gd name="T7" fmla="*/ 20 h 17"/>
                <a:gd name="T8" fmla="*/ 2 w 25"/>
                <a:gd name="T9" fmla="*/ 0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17">
                  <a:moveTo>
                    <a:pt x="0" y="0"/>
                  </a:moveTo>
                  <a:cubicBezTo>
                    <a:pt x="2" y="5"/>
                    <a:pt x="8" y="8"/>
                    <a:pt x="12" y="11"/>
                  </a:cubicBezTo>
                  <a:cubicBezTo>
                    <a:pt x="14" y="13"/>
                    <a:pt x="16" y="14"/>
                    <a:pt x="19" y="15"/>
                  </a:cubicBezTo>
                  <a:cubicBezTo>
                    <a:pt x="21" y="15"/>
                    <a:pt x="23" y="17"/>
                    <a:pt x="25" y="17"/>
                  </a:cubicBezTo>
                  <a:cubicBezTo>
                    <a:pt x="17" y="11"/>
                    <a:pt x="8" y="7"/>
                    <a:pt x="2" y="0"/>
                  </a:cubicBezTo>
                </a:path>
              </a:pathLst>
            </a:custGeom>
            <a:solidFill>
              <a:srgbClr val="EFCA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2317" name="Freeform 687">
              <a:extLst>
                <a:ext uri="{FF2B5EF4-FFF2-40B4-BE49-F238E27FC236}">
                  <a16:creationId xmlns:a16="http://schemas.microsoft.com/office/drawing/2014/main" id="{0245FB73-8FD6-49E8-BA95-677754E17A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0" y="3983"/>
              <a:ext cx="19" cy="16"/>
            </a:xfrm>
            <a:custGeom>
              <a:avLst/>
              <a:gdLst>
                <a:gd name="T0" fmla="*/ 0 w 18"/>
                <a:gd name="T1" fmla="*/ 2 h 15"/>
                <a:gd name="T2" fmla="*/ 21 w 18"/>
                <a:gd name="T3" fmla="*/ 18 h 15"/>
                <a:gd name="T4" fmla="*/ 13 w 18"/>
                <a:gd name="T5" fmla="*/ 11 h 15"/>
                <a:gd name="T6" fmla="*/ 0 w 18"/>
                <a:gd name="T7" fmla="*/ 0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15">
                  <a:moveTo>
                    <a:pt x="0" y="2"/>
                  </a:moveTo>
                  <a:cubicBezTo>
                    <a:pt x="3" y="9"/>
                    <a:pt x="10" y="15"/>
                    <a:pt x="18" y="15"/>
                  </a:cubicBezTo>
                  <a:cubicBezTo>
                    <a:pt x="15" y="13"/>
                    <a:pt x="13" y="10"/>
                    <a:pt x="10" y="8"/>
                  </a:cubicBezTo>
                  <a:cubicBezTo>
                    <a:pt x="7" y="5"/>
                    <a:pt x="3" y="3"/>
                    <a:pt x="0" y="0"/>
                  </a:cubicBezTo>
                </a:path>
              </a:pathLst>
            </a:custGeom>
            <a:solidFill>
              <a:srgbClr val="EFCA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2318" name="Freeform 688">
              <a:extLst>
                <a:ext uri="{FF2B5EF4-FFF2-40B4-BE49-F238E27FC236}">
                  <a16:creationId xmlns:a16="http://schemas.microsoft.com/office/drawing/2014/main" id="{AD40C474-8F01-44D3-BECE-4422B19394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5" y="3707"/>
              <a:ext cx="105" cy="239"/>
            </a:xfrm>
            <a:custGeom>
              <a:avLst/>
              <a:gdLst>
                <a:gd name="T0" fmla="*/ 57 w 99"/>
                <a:gd name="T1" fmla="*/ 0 h 224"/>
                <a:gd name="T2" fmla="*/ 36 w 99"/>
                <a:gd name="T3" fmla="*/ 13 h 224"/>
                <a:gd name="T4" fmla="*/ 12 w 99"/>
                <a:gd name="T5" fmla="*/ 23 h 224"/>
                <a:gd name="T6" fmla="*/ 2 w 99"/>
                <a:gd name="T7" fmla="*/ 61 h 224"/>
                <a:gd name="T8" fmla="*/ 32 w 99"/>
                <a:gd name="T9" fmla="*/ 128 h 224"/>
                <a:gd name="T10" fmla="*/ 48 w 99"/>
                <a:gd name="T11" fmla="*/ 162 h 224"/>
                <a:gd name="T12" fmla="*/ 37 w 99"/>
                <a:gd name="T13" fmla="*/ 202 h 224"/>
                <a:gd name="T14" fmla="*/ 75 w 99"/>
                <a:gd name="T15" fmla="*/ 265 h 224"/>
                <a:gd name="T16" fmla="*/ 98 w 99"/>
                <a:gd name="T17" fmla="*/ 271 h 224"/>
                <a:gd name="T18" fmla="*/ 110 w 99"/>
                <a:gd name="T19" fmla="*/ 272 h 224"/>
                <a:gd name="T20" fmla="*/ 118 w 99"/>
                <a:gd name="T21" fmla="*/ 270 h 224"/>
                <a:gd name="T22" fmla="*/ 91 w 99"/>
                <a:gd name="T23" fmla="*/ 259 h 224"/>
                <a:gd name="T24" fmla="*/ 67 w 99"/>
                <a:gd name="T25" fmla="*/ 240 h 224"/>
                <a:gd name="T26" fmla="*/ 55 w 99"/>
                <a:gd name="T27" fmla="*/ 213 h 224"/>
                <a:gd name="T28" fmla="*/ 57 w 99"/>
                <a:gd name="T29" fmla="*/ 179 h 224"/>
                <a:gd name="T30" fmla="*/ 58 w 99"/>
                <a:gd name="T31" fmla="*/ 155 h 224"/>
                <a:gd name="T32" fmla="*/ 57 w 99"/>
                <a:gd name="T33" fmla="*/ 138 h 224"/>
                <a:gd name="T34" fmla="*/ 64 w 99"/>
                <a:gd name="T35" fmla="*/ 133 h 224"/>
                <a:gd name="T36" fmla="*/ 76 w 99"/>
                <a:gd name="T37" fmla="*/ 128 h 224"/>
                <a:gd name="T38" fmla="*/ 106 w 99"/>
                <a:gd name="T39" fmla="*/ 113 h 224"/>
                <a:gd name="T40" fmla="*/ 59 w 99"/>
                <a:gd name="T41" fmla="*/ 131 h 224"/>
                <a:gd name="T42" fmla="*/ 43 w 99"/>
                <a:gd name="T43" fmla="*/ 124 h 224"/>
                <a:gd name="T44" fmla="*/ 22 w 99"/>
                <a:gd name="T45" fmla="*/ 99 h 224"/>
                <a:gd name="T46" fmla="*/ 15 w 99"/>
                <a:gd name="T47" fmla="*/ 74 h 224"/>
                <a:gd name="T48" fmla="*/ 12 w 99"/>
                <a:gd name="T49" fmla="*/ 42 h 224"/>
                <a:gd name="T50" fmla="*/ 35 w 99"/>
                <a:gd name="T51" fmla="*/ 17 h 224"/>
                <a:gd name="T52" fmla="*/ 58 w 99"/>
                <a:gd name="T53" fmla="*/ 5 h 224"/>
                <a:gd name="T54" fmla="*/ 58 w 99"/>
                <a:gd name="T55" fmla="*/ 3 h 224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99" h="224">
                  <a:moveTo>
                    <a:pt x="48" y="0"/>
                  </a:moveTo>
                  <a:cubicBezTo>
                    <a:pt x="42" y="4"/>
                    <a:pt x="37" y="7"/>
                    <a:pt x="30" y="10"/>
                  </a:cubicBezTo>
                  <a:cubicBezTo>
                    <a:pt x="24" y="13"/>
                    <a:pt x="15" y="16"/>
                    <a:pt x="9" y="20"/>
                  </a:cubicBezTo>
                  <a:cubicBezTo>
                    <a:pt x="1" y="26"/>
                    <a:pt x="3" y="41"/>
                    <a:pt x="2" y="50"/>
                  </a:cubicBezTo>
                  <a:cubicBezTo>
                    <a:pt x="0" y="72"/>
                    <a:pt x="8" y="92"/>
                    <a:pt x="26" y="105"/>
                  </a:cubicBezTo>
                  <a:cubicBezTo>
                    <a:pt x="37" y="112"/>
                    <a:pt x="41" y="120"/>
                    <a:pt x="40" y="133"/>
                  </a:cubicBezTo>
                  <a:cubicBezTo>
                    <a:pt x="39" y="145"/>
                    <a:pt x="33" y="155"/>
                    <a:pt x="31" y="166"/>
                  </a:cubicBezTo>
                  <a:cubicBezTo>
                    <a:pt x="26" y="188"/>
                    <a:pt x="42" y="210"/>
                    <a:pt x="63" y="217"/>
                  </a:cubicBezTo>
                  <a:cubicBezTo>
                    <a:pt x="69" y="219"/>
                    <a:pt x="75" y="222"/>
                    <a:pt x="82" y="223"/>
                  </a:cubicBezTo>
                  <a:cubicBezTo>
                    <a:pt x="85" y="223"/>
                    <a:pt x="89" y="224"/>
                    <a:pt x="92" y="224"/>
                  </a:cubicBezTo>
                  <a:cubicBezTo>
                    <a:pt x="95" y="223"/>
                    <a:pt x="96" y="221"/>
                    <a:pt x="99" y="222"/>
                  </a:cubicBezTo>
                  <a:cubicBezTo>
                    <a:pt x="92" y="221"/>
                    <a:pt x="82" y="217"/>
                    <a:pt x="76" y="214"/>
                  </a:cubicBezTo>
                  <a:cubicBezTo>
                    <a:pt x="67" y="211"/>
                    <a:pt x="61" y="206"/>
                    <a:pt x="56" y="198"/>
                  </a:cubicBezTo>
                  <a:cubicBezTo>
                    <a:pt x="52" y="191"/>
                    <a:pt x="47" y="183"/>
                    <a:pt x="46" y="175"/>
                  </a:cubicBezTo>
                  <a:cubicBezTo>
                    <a:pt x="45" y="166"/>
                    <a:pt x="47" y="156"/>
                    <a:pt x="48" y="147"/>
                  </a:cubicBezTo>
                  <a:cubicBezTo>
                    <a:pt x="49" y="140"/>
                    <a:pt x="49" y="134"/>
                    <a:pt x="49" y="127"/>
                  </a:cubicBezTo>
                  <a:cubicBezTo>
                    <a:pt x="48" y="123"/>
                    <a:pt x="46" y="116"/>
                    <a:pt x="48" y="113"/>
                  </a:cubicBezTo>
                  <a:cubicBezTo>
                    <a:pt x="50" y="111"/>
                    <a:pt x="52" y="111"/>
                    <a:pt x="54" y="110"/>
                  </a:cubicBezTo>
                  <a:cubicBezTo>
                    <a:pt x="58" y="109"/>
                    <a:pt x="61" y="107"/>
                    <a:pt x="64" y="105"/>
                  </a:cubicBezTo>
                  <a:cubicBezTo>
                    <a:pt x="72" y="100"/>
                    <a:pt x="81" y="96"/>
                    <a:pt x="89" y="93"/>
                  </a:cubicBezTo>
                  <a:cubicBezTo>
                    <a:pt x="74" y="92"/>
                    <a:pt x="63" y="103"/>
                    <a:pt x="50" y="108"/>
                  </a:cubicBezTo>
                  <a:cubicBezTo>
                    <a:pt x="43" y="110"/>
                    <a:pt x="41" y="107"/>
                    <a:pt x="37" y="102"/>
                  </a:cubicBezTo>
                  <a:cubicBezTo>
                    <a:pt x="31" y="95"/>
                    <a:pt x="23" y="90"/>
                    <a:pt x="19" y="82"/>
                  </a:cubicBezTo>
                  <a:cubicBezTo>
                    <a:pt x="15" y="76"/>
                    <a:pt x="14" y="68"/>
                    <a:pt x="12" y="61"/>
                  </a:cubicBezTo>
                  <a:cubicBezTo>
                    <a:pt x="10" y="52"/>
                    <a:pt x="4" y="44"/>
                    <a:pt x="9" y="35"/>
                  </a:cubicBezTo>
                  <a:cubicBezTo>
                    <a:pt x="13" y="27"/>
                    <a:pt x="22" y="20"/>
                    <a:pt x="29" y="14"/>
                  </a:cubicBezTo>
                  <a:cubicBezTo>
                    <a:pt x="35" y="9"/>
                    <a:pt x="41" y="6"/>
                    <a:pt x="49" y="5"/>
                  </a:cubicBezTo>
                  <a:cubicBezTo>
                    <a:pt x="49" y="4"/>
                    <a:pt x="49" y="4"/>
                    <a:pt x="49" y="3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2319" name="Freeform 689">
              <a:extLst>
                <a:ext uri="{FF2B5EF4-FFF2-40B4-BE49-F238E27FC236}">
                  <a16:creationId xmlns:a16="http://schemas.microsoft.com/office/drawing/2014/main" id="{12188BBA-8CFE-43AC-9DE9-9D2B7903E0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1" y="1608"/>
              <a:ext cx="132" cy="268"/>
            </a:xfrm>
            <a:custGeom>
              <a:avLst/>
              <a:gdLst>
                <a:gd name="T0" fmla="*/ 11 w 124"/>
                <a:gd name="T1" fmla="*/ 77 h 251"/>
                <a:gd name="T2" fmla="*/ 39 w 124"/>
                <a:gd name="T3" fmla="*/ 156 h 251"/>
                <a:gd name="T4" fmla="*/ 42 w 124"/>
                <a:gd name="T5" fmla="*/ 194 h 251"/>
                <a:gd name="T6" fmla="*/ 36 w 124"/>
                <a:gd name="T7" fmla="*/ 222 h 251"/>
                <a:gd name="T8" fmla="*/ 68 w 124"/>
                <a:gd name="T9" fmla="*/ 287 h 251"/>
                <a:gd name="T10" fmla="*/ 98 w 124"/>
                <a:gd name="T11" fmla="*/ 305 h 251"/>
                <a:gd name="T12" fmla="*/ 150 w 124"/>
                <a:gd name="T13" fmla="*/ 294 h 251"/>
                <a:gd name="T14" fmla="*/ 112 w 124"/>
                <a:gd name="T15" fmla="*/ 280 h 251"/>
                <a:gd name="T16" fmla="*/ 96 w 124"/>
                <a:gd name="T17" fmla="*/ 230 h 251"/>
                <a:gd name="T18" fmla="*/ 83 w 124"/>
                <a:gd name="T19" fmla="*/ 173 h 251"/>
                <a:gd name="T20" fmla="*/ 53 w 124"/>
                <a:gd name="T21" fmla="*/ 106 h 251"/>
                <a:gd name="T22" fmla="*/ 19 w 124"/>
                <a:gd name="T23" fmla="*/ 18 h 251"/>
                <a:gd name="T24" fmla="*/ 12 w 124"/>
                <a:gd name="T25" fmla="*/ 13 h 251"/>
                <a:gd name="T26" fmla="*/ 0 w 124"/>
                <a:gd name="T27" fmla="*/ 46 h 25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24" h="251">
                  <a:moveTo>
                    <a:pt x="8" y="63"/>
                  </a:moveTo>
                  <a:cubicBezTo>
                    <a:pt x="21" y="80"/>
                    <a:pt x="30" y="106"/>
                    <a:pt x="33" y="128"/>
                  </a:cubicBezTo>
                  <a:cubicBezTo>
                    <a:pt x="34" y="138"/>
                    <a:pt x="35" y="149"/>
                    <a:pt x="35" y="159"/>
                  </a:cubicBezTo>
                  <a:cubicBezTo>
                    <a:pt x="34" y="168"/>
                    <a:pt x="31" y="175"/>
                    <a:pt x="30" y="183"/>
                  </a:cubicBezTo>
                  <a:cubicBezTo>
                    <a:pt x="30" y="198"/>
                    <a:pt x="47" y="224"/>
                    <a:pt x="56" y="236"/>
                  </a:cubicBezTo>
                  <a:cubicBezTo>
                    <a:pt x="63" y="245"/>
                    <a:pt x="69" y="251"/>
                    <a:pt x="81" y="251"/>
                  </a:cubicBezTo>
                  <a:cubicBezTo>
                    <a:pt x="96" y="251"/>
                    <a:pt x="110" y="241"/>
                    <a:pt x="124" y="242"/>
                  </a:cubicBezTo>
                  <a:cubicBezTo>
                    <a:pt x="115" y="238"/>
                    <a:pt x="99" y="236"/>
                    <a:pt x="93" y="229"/>
                  </a:cubicBezTo>
                  <a:cubicBezTo>
                    <a:pt x="83" y="219"/>
                    <a:pt x="81" y="201"/>
                    <a:pt x="80" y="188"/>
                  </a:cubicBezTo>
                  <a:cubicBezTo>
                    <a:pt x="80" y="172"/>
                    <a:pt x="76" y="157"/>
                    <a:pt x="69" y="142"/>
                  </a:cubicBezTo>
                  <a:cubicBezTo>
                    <a:pt x="60" y="124"/>
                    <a:pt x="54" y="104"/>
                    <a:pt x="44" y="87"/>
                  </a:cubicBezTo>
                  <a:cubicBezTo>
                    <a:pt x="32" y="65"/>
                    <a:pt x="14" y="41"/>
                    <a:pt x="16" y="15"/>
                  </a:cubicBezTo>
                  <a:cubicBezTo>
                    <a:pt x="17" y="5"/>
                    <a:pt x="18" y="0"/>
                    <a:pt x="9" y="10"/>
                  </a:cubicBezTo>
                  <a:cubicBezTo>
                    <a:pt x="4" y="16"/>
                    <a:pt x="1" y="28"/>
                    <a:pt x="0" y="37"/>
                  </a:cubicBezTo>
                </a:path>
              </a:pathLst>
            </a:custGeom>
            <a:solidFill>
              <a:srgbClr val="EFCA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2320" name="Freeform 690">
              <a:extLst>
                <a:ext uri="{FF2B5EF4-FFF2-40B4-BE49-F238E27FC236}">
                  <a16:creationId xmlns:a16="http://schemas.microsoft.com/office/drawing/2014/main" id="{A9161123-A2F0-4931-8027-8008BA5ACB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5" y="1985"/>
              <a:ext cx="110" cy="245"/>
            </a:xfrm>
            <a:custGeom>
              <a:avLst/>
              <a:gdLst>
                <a:gd name="T0" fmla="*/ 5 w 103"/>
                <a:gd name="T1" fmla="*/ 0 h 230"/>
                <a:gd name="T2" fmla="*/ 125 w 103"/>
                <a:gd name="T3" fmla="*/ 209 h 230"/>
                <a:gd name="T4" fmla="*/ 93 w 103"/>
                <a:gd name="T5" fmla="*/ 236 h 230"/>
                <a:gd name="T6" fmla="*/ 73 w 103"/>
                <a:gd name="T7" fmla="*/ 242 h 230"/>
                <a:gd name="T8" fmla="*/ 30 w 103"/>
                <a:gd name="T9" fmla="*/ 201 h 230"/>
                <a:gd name="T10" fmla="*/ 11 w 103"/>
                <a:gd name="T11" fmla="*/ 142 h 230"/>
                <a:gd name="T12" fmla="*/ 7 w 103"/>
                <a:gd name="T13" fmla="*/ 69 h 23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3" h="230">
                  <a:moveTo>
                    <a:pt x="5" y="0"/>
                  </a:moveTo>
                  <a:cubicBezTo>
                    <a:pt x="14" y="34"/>
                    <a:pt x="19" y="230"/>
                    <a:pt x="103" y="173"/>
                  </a:cubicBezTo>
                  <a:cubicBezTo>
                    <a:pt x="94" y="181"/>
                    <a:pt x="84" y="188"/>
                    <a:pt x="76" y="195"/>
                  </a:cubicBezTo>
                  <a:cubicBezTo>
                    <a:pt x="71" y="199"/>
                    <a:pt x="68" y="202"/>
                    <a:pt x="60" y="200"/>
                  </a:cubicBezTo>
                  <a:cubicBezTo>
                    <a:pt x="45" y="197"/>
                    <a:pt x="33" y="177"/>
                    <a:pt x="24" y="166"/>
                  </a:cubicBezTo>
                  <a:cubicBezTo>
                    <a:pt x="12" y="149"/>
                    <a:pt x="9" y="137"/>
                    <a:pt x="8" y="117"/>
                  </a:cubicBezTo>
                  <a:cubicBezTo>
                    <a:pt x="8" y="98"/>
                    <a:pt x="0" y="75"/>
                    <a:pt x="7" y="57"/>
                  </a:cubicBezTo>
                </a:path>
              </a:pathLst>
            </a:custGeom>
            <a:solidFill>
              <a:srgbClr val="EFCA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2321" name="Freeform 691">
              <a:extLst>
                <a:ext uri="{FF2B5EF4-FFF2-40B4-BE49-F238E27FC236}">
                  <a16:creationId xmlns:a16="http://schemas.microsoft.com/office/drawing/2014/main" id="{7348A36B-983E-4F80-A8C8-E15F11C666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8" y="3916"/>
              <a:ext cx="147" cy="62"/>
            </a:xfrm>
            <a:custGeom>
              <a:avLst/>
              <a:gdLst>
                <a:gd name="T0" fmla="*/ 167 w 138"/>
                <a:gd name="T1" fmla="*/ 65 h 58"/>
                <a:gd name="T2" fmla="*/ 114 w 138"/>
                <a:gd name="T3" fmla="*/ 20 h 58"/>
                <a:gd name="T4" fmla="*/ 75 w 138"/>
                <a:gd name="T5" fmla="*/ 1 h 58"/>
                <a:gd name="T6" fmla="*/ 0 w 138"/>
                <a:gd name="T7" fmla="*/ 24 h 58"/>
                <a:gd name="T8" fmla="*/ 36 w 138"/>
                <a:gd name="T9" fmla="*/ 41 h 58"/>
                <a:gd name="T10" fmla="*/ 81 w 138"/>
                <a:gd name="T11" fmla="*/ 44 h 58"/>
                <a:gd name="T12" fmla="*/ 164 w 138"/>
                <a:gd name="T13" fmla="*/ 66 h 5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8" h="58">
                  <a:moveTo>
                    <a:pt x="138" y="53"/>
                  </a:moveTo>
                  <a:cubicBezTo>
                    <a:pt x="126" y="58"/>
                    <a:pt x="101" y="25"/>
                    <a:pt x="94" y="17"/>
                  </a:cubicBezTo>
                  <a:cubicBezTo>
                    <a:pt x="84" y="6"/>
                    <a:pt x="77" y="0"/>
                    <a:pt x="62" y="1"/>
                  </a:cubicBezTo>
                  <a:cubicBezTo>
                    <a:pt x="41" y="2"/>
                    <a:pt x="22" y="18"/>
                    <a:pt x="0" y="20"/>
                  </a:cubicBezTo>
                  <a:cubicBezTo>
                    <a:pt x="9" y="25"/>
                    <a:pt x="20" y="32"/>
                    <a:pt x="30" y="34"/>
                  </a:cubicBezTo>
                  <a:cubicBezTo>
                    <a:pt x="42" y="36"/>
                    <a:pt x="55" y="36"/>
                    <a:pt x="67" y="36"/>
                  </a:cubicBezTo>
                  <a:cubicBezTo>
                    <a:pt x="91" y="36"/>
                    <a:pt x="115" y="44"/>
                    <a:pt x="136" y="54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2322" name="Freeform 692">
              <a:extLst>
                <a:ext uri="{FF2B5EF4-FFF2-40B4-BE49-F238E27FC236}">
                  <a16:creationId xmlns:a16="http://schemas.microsoft.com/office/drawing/2014/main" id="{9747C010-BD2E-492A-9256-7874F3502C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1" y="3767"/>
              <a:ext cx="79" cy="60"/>
            </a:xfrm>
            <a:custGeom>
              <a:avLst/>
              <a:gdLst>
                <a:gd name="T0" fmla="*/ 90 w 74"/>
                <a:gd name="T1" fmla="*/ 45 h 57"/>
                <a:gd name="T2" fmla="*/ 65 w 74"/>
                <a:gd name="T3" fmla="*/ 52 h 57"/>
                <a:gd name="T4" fmla="*/ 35 w 74"/>
                <a:gd name="T5" fmla="*/ 44 h 57"/>
                <a:gd name="T6" fmla="*/ 14 w 74"/>
                <a:gd name="T7" fmla="*/ 21 h 57"/>
                <a:gd name="T8" fmla="*/ 2 w 74"/>
                <a:gd name="T9" fmla="*/ 0 h 57"/>
                <a:gd name="T10" fmla="*/ 36 w 74"/>
                <a:gd name="T11" fmla="*/ 58 h 57"/>
                <a:gd name="T12" fmla="*/ 54 w 74"/>
                <a:gd name="T13" fmla="*/ 63 h 57"/>
                <a:gd name="T14" fmla="*/ 74 w 74"/>
                <a:gd name="T15" fmla="*/ 52 h 5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4" h="57">
                  <a:moveTo>
                    <a:pt x="74" y="39"/>
                  </a:moveTo>
                  <a:cubicBezTo>
                    <a:pt x="67" y="41"/>
                    <a:pt x="62" y="45"/>
                    <a:pt x="53" y="45"/>
                  </a:cubicBezTo>
                  <a:cubicBezTo>
                    <a:pt x="44" y="46"/>
                    <a:pt x="36" y="43"/>
                    <a:pt x="29" y="38"/>
                  </a:cubicBezTo>
                  <a:cubicBezTo>
                    <a:pt x="22" y="33"/>
                    <a:pt x="16" y="25"/>
                    <a:pt x="11" y="18"/>
                  </a:cubicBezTo>
                  <a:cubicBezTo>
                    <a:pt x="7" y="12"/>
                    <a:pt x="5" y="5"/>
                    <a:pt x="2" y="0"/>
                  </a:cubicBezTo>
                  <a:cubicBezTo>
                    <a:pt x="0" y="19"/>
                    <a:pt x="17" y="37"/>
                    <a:pt x="30" y="49"/>
                  </a:cubicBezTo>
                  <a:cubicBezTo>
                    <a:pt x="35" y="54"/>
                    <a:pt x="38" y="57"/>
                    <a:pt x="45" y="54"/>
                  </a:cubicBezTo>
                  <a:cubicBezTo>
                    <a:pt x="50" y="52"/>
                    <a:pt x="55" y="46"/>
                    <a:pt x="61" y="45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2323" name="Freeform 693">
              <a:extLst>
                <a:ext uri="{FF2B5EF4-FFF2-40B4-BE49-F238E27FC236}">
                  <a16:creationId xmlns:a16="http://schemas.microsoft.com/office/drawing/2014/main" id="{6EDF9774-33BE-4324-AB00-95CDF210192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7" y="1631"/>
              <a:ext cx="155" cy="259"/>
            </a:xfrm>
            <a:custGeom>
              <a:avLst/>
              <a:gdLst>
                <a:gd name="T0" fmla="*/ 170 w 145"/>
                <a:gd name="T1" fmla="*/ 0 h 243"/>
                <a:gd name="T2" fmla="*/ 152 w 145"/>
                <a:gd name="T3" fmla="*/ 52 h 243"/>
                <a:gd name="T4" fmla="*/ 152 w 145"/>
                <a:gd name="T5" fmla="*/ 99 h 243"/>
                <a:gd name="T6" fmla="*/ 161 w 145"/>
                <a:gd name="T7" fmla="*/ 183 h 243"/>
                <a:gd name="T8" fmla="*/ 128 w 145"/>
                <a:gd name="T9" fmla="*/ 214 h 243"/>
                <a:gd name="T10" fmla="*/ 99 w 145"/>
                <a:gd name="T11" fmla="*/ 247 h 243"/>
                <a:gd name="T12" fmla="*/ 11 w 145"/>
                <a:gd name="T13" fmla="*/ 293 h 243"/>
                <a:gd name="T14" fmla="*/ 0 w 145"/>
                <a:gd name="T15" fmla="*/ 294 h 243"/>
                <a:gd name="T16" fmla="*/ 49 w 145"/>
                <a:gd name="T17" fmla="*/ 271 h 243"/>
                <a:gd name="T18" fmla="*/ 88 w 145"/>
                <a:gd name="T19" fmla="*/ 234 h 243"/>
                <a:gd name="T20" fmla="*/ 112 w 145"/>
                <a:gd name="T21" fmla="*/ 203 h 243"/>
                <a:gd name="T22" fmla="*/ 138 w 145"/>
                <a:gd name="T23" fmla="*/ 174 h 243"/>
                <a:gd name="T24" fmla="*/ 130 w 145"/>
                <a:gd name="T25" fmla="*/ 81 h 243"/>
                <a:gd name="T26" fmla="*/ 170 w 145"/>
                <a:gd name="T27" fmla="*/ 4 h 243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45" h="243">
                  <a:moveTo>
                    <a:pt x="139" y="0"/>
                  </a:moveTo>
                  <a:cubicBezTo>
                    <a:pt x="141" y="9"/>
                    <a:pt x="127" y="31"/>
                    <a:pt x="124" y="43"/>
                  </a:cubicBezTo>
                  <a:cubicBezTo>
                    <a:pt x="120" y="56"/>
                    <a:pt x="121" y="69"/>
                    <a:pt x="124" y="82"/>
                  </a:cubicBezTo>
                  <a:cubicBezTo>
                    <a:pt x="129" y="103"/>
                    <a:pt x="145" y="128"/>
                    <a:pt x="132" y="151"/>
                  </a:cubicBezTo>
                  <a:cubicBezTo>
                    <a:pt x="126" y="162"/>
                    <a:pt x="113" y="168"/>
                    <a:pt x="105" y="177"/>
                  </a:cubicBezTo>
                  <a:cubicBezTo>
                    <a:pt x="96" y="185"/>
                    <a:pt x="89" y="196"/>
                    <a:pt x="81" y="205"/>
                  </a:cubicBezTo>
                  <a:cubicBezTo>
                    <a:pt x="62" y="226"/>
                    <a:pt x="37" y="242"/>
                    <a:pt x="8" y="242"/>
                  </a:cubicBezTo>
                  <a:cubicBezTo>
                    <a:pt x="5" y="242"/>
                    <a:pt x="2" y="243"/>
                    <a:pt x="0" y="243"/>
                  </a:cubicBezTo>
                  <a:cubicBezTo>
                    <a:pt x="13" y="235"/>
                    <a:pt x="28" y="232"/>
                    <a:pt x="40" y="223"/>
                  </a:cubicBezTo>
                  <a:cubicBezTo>
                    <a:pt x="52" y="215"/>
                    <a:pt x="63" y="204"/>
                    <a:pt x="72" y="193"/>
                  </a:cubicBezTo>
                  <a:cubicBezTo>
                    <a:pt x="78" y="184"/>
                    <a:pt x="84" y="175"/>
                    <a:pt x="92" y="167"/>
                  </a:cubicBezTo>
                  <a:cubicBezTo>
                    <a:pt x="98" y="159"/>
                    <a:pt x="109" y="153"/>
                    <a:pt x="113" y="144"/>
                  </a:cubicBezTo>
                  <a:cubicBezTo>
                    <a:pt x="124" y="118"/>
                    <a:pt x="105" y="92"/>
                    <a:pt x="107" y="67"/>
                  </a:cubicBezTo>
                  <a:cubicBezTo>
                    <a:pt x="109" y="42"/>
                    <a:pt x="128" y="25"/>
                    <a:pt x="139" y="4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2324" name="Freeform 694">
              <a:extLst>
                <a:ext uri="{FF2B5EF4-FFF2-40B4-BE49-F238E27FC236}">
                  <a16:creationId xmlns:a16="http://schemas.microsoft.com/office/drawing/2014/main" id="{2280E981-B2EF-4EC3-9EA0-AA052C7494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3" y="1452"/>
              <a:ext cx="26" cy="44"/>
            </a:xfrm>
            <a:custGeom>
              <a:avLst/>
              <a:gdLst>
                <a:gd name="T0" fmla="*/ 30 w 24"/>
                <a:gd name="T1" fmla="*/ 30 h 42"/>
                <a:gd name="T2" fmla="*/ 12 w 24"/>
                <a:gd name="T3" fmla="*/ 24 h 42"/>
                <a:gd name="T4" fmla="*/ 15 w 24"/>
                <a:gd name="T5" fmla="*/ 48 h 42"/>
                <a:gd name="T6" fmla="*/ 4 w 24"/>
                <a:gd name="T7" fmla="*/ 16 h 42"/>
                <a:gd name="T8" fmla="*/ 27 w 24"/>
                <a:gd name="T9" fmla="*/ 24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42">
                  <a:moveTo>
                    <a:pt x="24" y="27"/>
                  </a:moveTo>
                  <a:cubicBezTo>
                    <a:pt x="21" y="27"/>
                    <a:pt x="15" y="11"/>
                    <a:pt x="9" y="21"/>
                  </a:cubicBezTo>
                  <a:cubicBezTo>
                    <a:pt x="6" y="26"/>
                    <a:pt x="12" y="37"/>
                    <a:pt x="12" y="42"/>
                  </a:cubicBezTo>
                  <a:cubicBezTo>
                    <a:pt x="6" y="37"/>
                    <a:pt x="0" y="20"/>
                    <a:pt x="4" y="13"/>
                  </a:cubicBezTo>
                  <a:cubicBezTo>
                    <a:pt x="11" y="0"/>
                    <a:pt x="17" y="16"/>
                    <a:pt x="21" y="21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2325" name="Freeform 695">
              <a:extLst>
                <a:ext uri="{FF2B5EF4-FFF2-40B4-BE49-F238E27FC236}">
                  <a16:creationId xmlns:a16="http://schemas.microsoft.com/office/drawing/2014/main" id="{A728E4A1-29BD-4B85-92D9-94B7354D70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1" y="1535"/>
              <a:ext cx="32" cy="30"/>
            </a:xfrm>
            <a:custGeom>
              <a:avLst/>
              <a:gdLst>
                <a:gd name="T0" fmla="*/ 5 w 30"/>
                <a:gd name="T1" fmla="*/ 34 h 28"/>
                <a:gd name="T2" fmla="*/ 17 w 30"/>
                <a:gd name="T3" fmla="*/ 12 h 28"/>
                <a:gd name="T4" fmla="*/ 0 w 30"/>
                <a:gd name="T5" fmla="*/ 11 h 28"/>
                <a:gd name="T6" fmla="*/ 23 w 30"/>
                <a:gd name="T7" fmla="*/ 2 h 28"/>
                <a:gd name="T8" fmla="*/ 11 w 30"/>
                <a:gd name="T9" fmla="*/ 33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28">
                  <a:moveTo>
                    <a:pt x="5" y="28"/>
                  </a:moveTo>
                  <a:cubicBezTo>
                    <a:pt x="10" y="24"/>
                    <a:pt x="19" y="15"/>
                    <a:pt x="14" y="9"/>
                  </a:cubicBezTo>
                  <a:cubicBezTo>
                    <a:pt x="11" y="5"/>
                    <a:pt x="4" y="6"/>
                    <a:pt x="0" y="8"/>
                  </a:cubicBezTo>
                  <a:cubicBezTo>
                    <a:pt x="3" y="5"/>
                    <a:pt x="16" y="0"/>
                    <a:pt x="20" y="2"/>
                  </a:cubicBezTo>
                  <a:cubicBezTo>
                    <a:pt x="30" y="9"/>
                    <a:pt x="12" y="23"/>
                    <a:pt x="8" y="27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2326" name="Freeform 696">
              <a:extLst>
                <a:ext uri="{FF2B5EF4-FFF2-40B4-BE49-F238E27FC236}">
                  <a16:creationId xmlns:a16="http://schemas.microsoft.com/office/drawing/2014/main" id="{55C1EBC6-FA39-49BF-91D8-89F0DDC481A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3" y="1624"/>
              <a:ext cx="34" cy="30"/>
            </a:xfrm>
            <a:custGeom>
              <a:avLst/>
              <a:gdLst>
                <a:gd name="T0" fmla="*/ 3 w 32"/>
                <a:gd name="T1" fmla="*/ 0 h 28"/>
                <a:gd name="T2" fmla="*/ 17 w 32"/>
                <a:gd name="T3" fmla="*/ 15 h 28"/>
                <a:gd name="T4" fmla="*/ 0 w 32"/>
                <a:gd name="T5" fmla="*/ 27 h 28"/>
                <a:gd name="T6" fmla="*/ 14 w 32"/>
                <a:gd name="T7" fmla="*/ 0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28">
                  <a:moveTo>
                    <a:pt x="3" y="0"/>
                  </a:moveTo>
                  <a:cubicBezTo>
                    <a:pt x="8" y="4"/>
                    <a:pt x="15" y="3"/>
                    <a:pt x="14" y="12"/>
                  </a:cubicBezTo>
                  <a:cubicBezTo>
                    <a:pt x="13" y="19"/>
                    <a:pt x="6" y="21"/>
                    <a:pt x="0" y="21"/>
                  </a:cubicBezTo>
                  <a:cubicBezTo>
                    <a:pt x="19" y="28"/>
                    <a:pt x="32" y="0"/>
                    <a:pt x="11" y="0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2327" name="Freeform 697">
              <a:extLst>
                <a:ext uri="{FF2B5EF4-FFF2-40B4-BE49-F238E27FC236}">
                  <a16:creationId xmlns:a16="http://schemas.microsoft.com/office/drawing/2014/main" id="{8D487FD5-C409-4215-AB27-EC6E39942DB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4" y="1205"/>
              <a:ext cx="526" cy="583"/>
            </a:xfrm>
            <a:custGeom>
              <a:avLst/>
              <a:gdLst>
                <a:gd name="T0" fmla="*/ 0 w 493"/>
                <a:gd name="T1" fmla="*/ 0 h 547"/>
                <a:gd name="T2" fmla="*/ 448 w 493"/>
                <a:gd name="T3" fmla="*/ 224 h 547"/>
                <a:gd name="T4" fmla="*/ 504 w 493"/>
                <a:gd name="T5" fmla="*/ 326 h 547"/>
                <a:gd name="T6" fmla="*/ 599 w 493"/>
                <a:gd name="T7" fmla="*/ 662 h 547"/>
                <a:gd name="T8" fmla="*/ 509 w 493"/>
                <a:gd name="T9" fmla="*/ 351 h 547"/>
                <a:gd name="T10" fmla="*/ 436 w 493"/>
                <a:gd name="T11" fmla="*/ 231 h 547"/>
                <a:gd name="T12" fmla="*/ 0 w 493"/>
                <a:gd name="T13" fmla="*/ 0 h 54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93" h="547">
                  <a:moveTo>
                    <a:pt x="0" y="0"/>
                  </a:moveTo>
                  <a:cubicBezTo>
                    <a:pt x="0" y="0"/>
                    <a:pt x="296" y="15"/>
                    <a:pt x="369" y="185"/>
                  </a:cubicBezTo>
                  <a:cubicBezTo>
                    <a:pt x="389" y="234"/>
                    <a:pt x="398" y="252"/>
                    <a:pt x="414" y="269"/>
                  </a:cubicBezTo>
                  <a:cubicBezTo>
                    <a:pt x="430" y="287"/>
                    <a:pt x="478" y="350"/>
                    <a:pt x="493" y="547"/>
                  </a:cubicBezTo>
                  <a:cubicBezTo>
                    <a:pt x="493" y="547"/>
                    <a:pt x="475" y="371"/>
                    <a:pt x="419" y="290"/>
                  </a:cubicBezTo>
                  <a:cubicBezTo>
                    <a:pt x="364" y="209"/>
                    <a:pt x="370" y="212"/>
                    <a:pt x="359" y="191"/>
                  </a:cubicBezTo>
                  <a:cubicBezTo>
                    <a:pt x="349" y="170"/>
                    <a:pt x="294" y="34"/>
                    <a:pt x="0" y="0"/>
                  </a:cubicBezTo>
                  <a:close/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2328" name="Freeform 698">
              <a:extLst>
                <a:ext uri="{FF2B5EF4-FFF2-40B4-BE49-F238E27FC236}">
                  <a16:creationId xmlns:a16="http://schemas.microsoft.com/office/drawing/2014/main" id="{D14494A4-D56B-4588-A140-3443BA1E79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0" y="1839"/>
              <a:ext cx="84" cy="101"/>
            </a:xfrm>
            <a:custGeom>
              <a:avLst/>
              <a:gdLst>
                <a:gd name="T0" fmla="*/ 61 w 78"/>
                <a:gd name="T1" fmla="*/ 0 h 95"/>
                <a:gd name="T2" fmla="*/ 76 w 78"/>
                <a:gd name="T3" fmla="*/ 65 h 95"/>
                <a:gd name="T4" fmla="*/ 51 w 78"/>
                <a:gd name="T5" fmla="*/ 98 h 95"/>
                <a:gd name="T6" fmla="*/ 0 w 78"/>
                <a:gd name="T7" fmla="*/ 112 h 95"/>
                <a:gd name="T8" fmla="*/ 34 w 78"/>
                <a:gd name="T9" fmla="*/ 91 h 95"/>
                <a:gd name="T10" fmla="*/ 52 w 78"/>
                <a:gd name="T11" fmla="*/ 64 h 95"/>
                <a:gd name="T12" fmla="*/ 71 w 78"/>
                <a:gd name="T13" fmla="*/ 44 h 95"/>
                <a:gd name="T14" fmla="*/ 59 w 78"/>
                <a:gd name="T15" fmla="*/ 6 h 9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8" h="95">
                  <a:moveTo>
                    <a:pt x="49" y="0"/>
                  </a:moveTo>
                  <a:cubicBezTo>
                    <a:pt x="63" y="14"/>
                    <a:pt x="78" y="36"/>
                    <a:pt x="61" y="54"/>
                  </a:cubicBezTo>
                  <a:cubicBezTo>
                    <a:pt x="53" y="64"/>
                    <a:pt x="48" y="72"/>
                    <a:pt x="41" y="82"/>
                  </a:cubicBezTo>
                  <a:cubicBezTo>
                    <a:pt x="32" y="95"/>
                    <a:pt x="15" y="92"/>
                    <a:pt x="0" y="93"/>
                  </a:cubicBezTo>
                  <a:cubicBezTo>
                    <a:pt x="9" y="89"/>
                    <a:pt x="22" y="83"/>
                    <a:pt x="28" y="76"/>
                  </a:cubicBezTo>
                  <a:cubicBezTo>
                    <a:pt x="35" y="70"/>
                    <a:pt x="35" y="60"/>
                    <a:pt x="42" y="53"/>
                  </a:cubicBezTo>
                  <a:cubicBezTo>
                    <a:pt x="47" y="48"/>
                    <a:pt x="55" y="45"/>
                    <a:pt x="57" y="37"/>
                  </a:cubicBezTo>
                  <a:cubicBezTo>
                    <a:pt x="59" y="29"/>
                    <a:pt x="54" y="10"/>
                    <a:pt x="47" y="6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2329" name="Freeform 699">
              <a:extLst>
                <a:ext uri="{FF2B5EF4-FFF2-40B4-BE49-F238E27FC236}">
                  <a16:creationId xmlns:a16="http://schemas.microsoft.com/office/drawing/2014/main" id="{49F13D39-A93C-4CE9-9CA6-FBBB660DFF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7" y="1936"/>
              <a:ext cx="87" cy="267"/>
            </a:xfrm>
            <a:custGeom>
              <a:avLst/>
              <a:gdLst>
                <a:gd name="T0" fmla="*/ 0 w 81"/>
                <a:gd name="T1" fmla="*/ 0 h 251"/>
                <a:gd name="T2" fmla="*/ 56 w 81"/>
                <a:gd name="T3" fmla="*/ 152 h 251"/>
                <a:gd name="T4" fmla="*/ 62 w 81"/>
                <a:gd name="T5" fmla="*/ 230 h 251"/>
                <a:gd name="T6" fmla="*/ 54 w 81"/>
                <a:gd name="T7" fmla="*/ 301 h 251"/>
                <a:gd name="T8" fmla="*/ 17 w 81"/>
                <a:gd name="T9" fmla="*/ 289 h 251"/>
                <a:gd name="T10" fmla="*/ 66 w 81"/>
                <a:gd name="T11" fmla="*/ 282 h 251"/>
                <a:gd name="T12" fmla="*/ 35 w 81"/>
                <a:gd name="T13" fmla="*/ 245 h 251"/>
                <a:gd name="T14" fmla="*/ 46 w 81"/>
                <a:gd name="T15" fmla="*/ 219 h 251"/>
                <a:gd name="T16" fmla="*/ 45 w 81"/>
                <a:gd name="T17" fmla="*/ 147 h 251"/>
                <a:gd name="T18" fmla="*/ 0 w 81"/>
                <a:gd name="T19" fmla="*/ 0 h 25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1" h="251">
                  <a:moveTo>
                    <a:pt x="0" y="0"/>
                  </a:moveTo>
                  <a:cubicBezTo>
                    <a:pt x="0" y="0"/>
                    <a:pt x="50" y="92"/>
                    <a:pt x="45" y="126"/>
                  </a:cubicBezTo>
                  <a:cubicBezTo>
                    <a:pt x="41" y="161"/>
                    <a:pt x="39" y="178"/>
                    <a:pt x="50" y="191"/>
                  </a:cubicBezTo>
                  <a:cubicBezTo>
                    <a:pt x="60" y="204"/>
                    <a:pt x="81" y="248"/>
                    <a:pt x="44" y="250"/>
                  </a:cubicBezTo>
                  <a:cubicBezTo>
                    <a:pt x="36" y="251"/>
                    <a:pt x="23" y="248"/>
                    <a:pt x="14" y="241"/>
                  </a:cubicBezTo>
                  <a:cubicBezTo>
                    <a:pt x="14" y="241"/>
                    <a:pt x="49" y="250"/>
                    <a:pt x="53" y="234"/>
                  </a:cubicBezTo>
                  <a:cubicBezTo>
                    <a:pt x="58" y="218"/>
                    <a:pt x="47" y="196"/>
                    <a:pt x="29" y="203"/>
                  </a:cubicBezTo>
                  <a:cubicBezTo>
                    <a:pt x="29" y="203"/>
                    <a:pt x="41" y="197"/>
                    <a:pt x="37" y="182"/>
                  </a:cubicBezTo>
                  <a:cubicBezTo>
                    <a:pt x="34" y="167"/>
                    <a:pt x="34" y="132"/>
                    <a:pt x="36" y="122"/>
                  </a:cubicBezTo>
                  <a:cubicBezTo>
                    <a:pt x="38" y="111"/>
                    <a:pt x="39" y="80"/>
                    <a:pt x="0" y="0"/>
                  </a:cubicBezTo>
                  <a:close/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2330" name="Freeform 700">
              <a:extLst>
                <a:ext uri="{FF2B5EF4-FFF2-40B4-BE49-F238E27FC236}">
                  <a16:creationId xmlns:a16="http://schemas.microsoft.com/office/drawing/2014/main" id="{22CEB020-080E-470A-86DF-2A69B26CBF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7" y="2226"/>
              <a:ext cx="81" cy="311"/>
            </a:xfrm>
            <a:custGeom>
              <a:avLst/>
              <a:gdLst>
                <a:gd name="T0" fmla="*/ 48 w 76"/>
                <a:gd name="T1" fmla="*/ 0 h 292"/>
                <a:gd name="T2" fmla="*/ 70 w 76"/>
                <a:gd name="T3" fmla="*/ 2 h 292"/>
                <a:gd name="T4" fmla="*/ 77 w 76"/>
                <a:gd name="T5" fmla="*/ 76 h 292"/>
                <a:gd name="T6" fmla="*/ 90 w 76"/>
                <a:gd name="T7" fmla="*/ 153 h 292"/>
                <a:gd name="T8" fmla="*/ 76 w 76"/>
                <a:gd name="T9" fmla="*/ 230 h 292"/>
                <a:gd name="T10" fmla="*/ 59 w 76"/>
                <a:gd name="T11" fmla="*/ 269 h 292"/>
                <a:gd name="T12" fmla="*/ 51 w 76"/>
                <a:gd name="T13" fmla="*/ 302 h 292"/>
                <a:gd name="T14" fmla="*/ 0 w 76"/>
                <a:gd name="T15" fmla="*/ 353 h 292"/>
                <a:gd name="T16" fmla="*/ 23 w 76"/>
                <a:gd name="T17" fmla="*/ 326 h 292"/>
                <a:gd name="T18" fmla="*/ 45 w 76"/>
                <a:gd name="T19" fmla="*/ 280 h 292"/>
                <a:gd name="T20" fmla="*/ 55 w 76"/>
                <a:gd name="T21" fmla="*/ 229 h 292"/>
                <a:gd name="T22" fmla="*/ 75 w 76"/>
                <a:gd name="T23" fmla="*/ 189 h 292"/>
                <a:gd name="T24" fmla="*/ 64 w 76"/>
                <a:gd name="T25" fmla="*/ 83 h 292"/>
                <a:gd name="T26" fmla="*/ 51 w 76"/>
                <a:gd name="T27" fmla="*/ 0 h 29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76" h="292">
                  <a:moveTo>
                    <a:pt x="39" y="0"/>
                  </a:moveTo>
                  <a:cubicBezTo>
                    <a:pt x="46" y="0"/>
                    <a:pt x="52" y="0"/>
                    <a:pt x="58" y="2"/>
                  </a:cubicBezTo>
                  <a:cubicBezTo>
                    <a:pt x="59" y="22"/>
                    <a:pt x="62" y="43"/>
                    <a:pt x="64" y="63"/>
                  </a:cubicBezTo>
                  <a:cubicBezTo>
                    <a:pt x="66" y="85"/>
                    <a:pt x="72" y="105"/>
                    <a:pt x="74" y="127"/>
                  </a:cubicBezTo>
                  <a:cubicBezTo>
                    <a:pt x="76" y="151"/>
                    <a:pt x="73" y="169"/>
                    <a:pt x="63" y="191"/>
                  </a:cubicBezTo>
                  <a:cubicBezTo>
                    <a:pt x="58" y="201"/>
                    <a:pt x="52" y="211"/>
                    <a:pt x="49" y="223"/>
                  </a:cubicBezTo>
                  <a:cubicBezTo>
                    <a:pt x="46" y="232"/>
                    <a:pt x="45" y="242"/>
                    <a:pt x="42" y="251"/>
                  </a:cubicBezTo>
                  <a:cubicBezTo>
                    <a:pt x="35" y="267"/>
                    <a:pt x="15" y="283"/>
                    <a:pt x="0" y="292"/>
                  </a:cubicBezTo>
                  <a:cubicBezTo>
                    <a:pt x="1" y="279"/>
                    <a:pt x="12" y="278"/>
                    <a:pt x="20" y="269"/>
                  </a:cubicBezTo>
                  <a:cubicBezTo>
                    <a:pt x="28" y="259"/>
                    <a:pt x="34" y="244"/>
                    <a:pt x="37" y="232"/>
                  </a:cubicBezTo>
                  <a:cubicBezTo>
                    <a:pt x="41" y="218"/>
                    <a:pt x="41" y="203"/>
                    <a:pt x="46" y="190"/>
                  </a:cubicBezTo>
                  <a:cubicBezTo>
                    <a:pt x="50" y="178"/>
                    <a:pt x="58" y="168"/>
                    <a:pt x="62" y="156"/>
                  </a:cubicBezTo>
                  <a:cubicBezTo>
                    <a:pt x="74" y="122"/>
                    <a:pt x="56" y="101"/>
                    <a:pt x="53" y="69"/>
                  </a:cubicBezTo>
                  <a:cubicBezTo>
                    <a:pt x="51" y="51"/>
                    <a:pt x="58" y="10"/>
                    <a:pt x="42" y="0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2331" name="Freeform 701">
              <a:extLst>
                <a:ext uri="{FF2B5EF4-FFF2-40B4-BE49-F238E27FC236}">
                  <a16:creationId xmlns:a16="http://schemas.microsoft.com/office/drawing/2014/main" id="{3968FF18-B9CA-4FA1-912F-48D086386B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2" y="2400"/>
              <a:ext cx="53" cy="115"/>
            </a:xfrm>
            <a:custGeom>
              <a:avLst/>
              <a:gdLst>
                <a:gd name="T0" fmla="*/ 49 w 50"/>
                <a:gd name="T1" fmla="*/ 0 h 108"/>
                <a:gd name="T2" fmla="*/ 53 w 50"/>
                <a:gd name="T3" fmla="*/ 76 h 108"/>
                <a:gd name="T4" fmla="*/ 0 w 50"/>
                <a:gd name="T5" fmla="*/ 119 h 108"/>
                <a:gd name="T6" fmla="*/ 45 w 50"/>
                <a:gd name="T7" fmla="*/ 70 h 108"/>
                <a:gd name="T8" fmla="*/ 51 w 50"/>
                <a:gd name="T9" fmla="*/ 11 h 10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108">
                  <a:moveTo>
                    <a:pt x="41" y="0"/>
                  </a:moveTo>
                  <a:cubicBezTo>
                    <a:pt x="44" y="18"/>
                    <a:pt x="50" y="44"/>
                    <a:pt x="44" y="63"/>
                  </a:cubicBezTo>
                  <a:cubicBezTo>
                    <a:pt x="41" y="75"/>
                    <a:pt x="16" y="108"/>
                    <a:pt x="0" y="99"/>
                  </a:cubicBezTo>
                  <a:cubicBezTo>
                    <a:pt x="21" y="91"/>
                    <a:pt x="33" y="79"/>
                    <a:pt x="38" y="58"/>
                  </a:cubicBezTo>
                  <a:cubicBezTo>
                    <a:pt x="41" y="42"/>
                    <a:pt x="46" y="24"/>
                    <a:pt x="42" y="8"/>
                  </a:cubicBezTo>
                </a:path>
              </a:pathLst>
            </a:custGeom>
            <a:solidFill>
              <a:srgbClr val="EFCA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2332" name="Freeform 702">
              <a:extLst>
                <a:ext uri="{FF2B5EF4-FFF2-40B4-BE49-F238E27FC236}">
                  <a16:creationId xmlns:a16="http://schemas.microsoft.com/office/drawing/2014/main" id="{84EDB824-4CA8-424E-B80F-3CE2AEAB08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8" y="2359"/>
              <a:ext cx="56" cy="35"/>
            </a:xfrm>
            <a:custGeom>
              <a:avLst/>
              <a:gdLst>
                <a:gd name="T0" fmla="*/ 65 w 52"/>
                <a:gd name="T1" fmla="*/ 13 h 33"/>
                <a:gd name="T2" fmla="*/ 27 w 52"/>
                <a:gd name="T3" fmla="*/ 14 h 33"/>
                <a:gd name="T4" fmla="*/ 0 w 52"/>
                <a:gd name="T5" fmla="*/ 39 h 33"/>
                <a:gd name="T6" fmla="*/ 24 w 52"/>
                <a:gd name="T7" fmla="*/ 4 h 33"/>
                <a:gd name="T8" fmla="*/ 43 w 52"/>
                <a:gd name="T9" fmla="*/ 2 h 33"/>
                <a:gd name="T10" fmla="*/ 61 w 52"/>
                <a:gd name="T11" fmla="*/ 8 h 3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2" h="33">
                  <a:moveTo>
                    <a:pt x="52" y="10"/>
                  </a:moveTo>
                  <a:cubicBezTo>
                    <a:pt x="48" y="2"/>
                    <a:pt x="27" y="9"/>
                    <a:pt x="21" y="11"/>
                  </a:cubicBezTo>
                  <a:cubicBezTo>
                    <a:pt x="9" y="15"/>
                    <a:pt x="5" y="23"/>
                    <a:pt x="0" y="33"/>
                  </a:cubicBezTo>
                  <a:cubicBezTo>
                    <a:pt x="0" y="19"/>
                    <a:pt x="7" y="9"/>
                    <a:pt x="19" y="4"/>
                  </a:cubicBezTo>
                  <a:cubicBezTo>
                    <a:pt x="24" y="2"/>
                    <a:pt x="29" y="0"/>
                    <a:pt x="34" y="2"/>
                  </a:cubicBezTo>
                  <a:cubicBezTo>
                    <a:pt x="40" y="3"/>
                    <a:pt x="44" y="8"/>
                    <a:pt x="49" y="8"/>
                  </a:cubicBezTo>
                </a:path>
              </a:pathLst>
            </a:custGeom>
            <a:solidFill>
              <a:srgbClr val="EFCA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2333" name="Freeform 703">
              <a:extLst>
                <a:ext uri="{FF2B5EF4-FFF2-40B4-BE49-F238E27FC236}">
                  <a16:creationId xmlns:a16="http://schemas.microsoft.com/office/drawing/2014/main" id="{C03ABB5D-4C52-4AC9-9150-9330A3DDFB5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7" y="2332"/>
              <a:ext cx="109" cy="673"/>
            </a:xfrm>
            <a:custGeom>
              <a:avLst/>
              <a:gdLst>
                <a:gd name="T0" fmla="*/ 56 w 102"/>
                <a:gd name="T1" fmla="*/ 0 h 631"/>
                <a:gd name="T2" fmla="*/ 107 w 102"/>
                <a:gd name="T3" fmla="*/ 448 h 631"/>
                <a:gd name="T4" fmla="*/ 0 w 102"/>
                <a:gd name="T5" fmla="*/ 766 h 631"/>
                <a:gd name="T6" fmla="*/ 84 w 102"/>
                <a:gd name="T7" fmla="*/ 440 h 631"/>
                <a:gd name="T8" fmla="*/ 56 w 102"/>
                <a:gd name="T9" fmla="*/ 0 h 6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2" h="631">
                  <a:moveTo>
                    <a:pt x="46" y="0"/>
                  </a:moveTo>
                  <a:cubicBezTo>
                    <a:pt x="46" y="0"/>
                    <a:pt x="102" y="173"/>
                    <a:pt x="88" y="369"/>
                  </a:cubicBezTo>
                  <a:cubicBezTo>
                    <a:pt x="74" y="564"/>
                    <a:pt x="21" y="600"/>
                    <a:pt x="0" y="631"/>
                  </a:cubicBezTo>
                  <a:cubicBezTo>
                    <a:pt x="0" y="631"/>
                    <a:pt x="67" y="521"/>
                    <a:pt x="69" y="363"/>
                  </a:cubicBezTo>
                  <a:cubicBezTo>
                    <a:pt x="71" y="206"/>
                    <a:pt x="46" y="0"/>
                    <a:pt x="46" y="0"/>
                  </a:cubicBezTo>
                  <a:close/>
                </a:path>
              </a:pathLst>
            </a:custGeom>
            <a:solidFill>
              <a:srgbClr val="EFCA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2334" name="Freeform 704">
              <a:extLst>
                <a:ext uri="{FF2B5EF4-FFF2-40B4-BE49-F238E27FC236}">
                  <a16:creationId xmlns:a16="http://schemas.microsoft.com/office/drawing/2014/main" id="{69632FAB-F31B-4E4C-BDA5-93641731DA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9" y="1985"/>
              <a:ext cx="71" cy="317"/>
            </a:xfrm>
            <a:custGeom>
              <a:avLst/>
              <a:gdLst>
                <a:gd name="T0" fmla="*/ 68 w 66"/>
                <a:gd name="T1" fmla="*/ 358 h 298"/>
                <a:gd name="T2" fmla="*/ 0 w 66"/>
                <a:gd name="T3" fmla="*/ 335 h 298"/>
                <a:gd name="T4" fmla="*/ 51 w 66"/>
                <a:gd name="T5" fmla="*/ 306 h 298"/>
                <a:gd name="T6" fmla="*/ 28 w 66"/>
                <a:gd name="T7" fmla="*/ 269 h 298"/>
                <a:gd name="T8" fmla="*/ 60 w 66"/>
                <a:gd name="T9" fmla="*/ 164 h 298"/>
                <a:gd name="T10" fmla="*/ 60 w 66"/>
                <a:gd name="T11" fmla="*/ 78 h 298"/>
                <a:gd name="T12" fmla="*/ 53 w 66"/>
                <a:gd name="T13" fmla="*/ 0 h 298"/>
                <a:gd name="T14" fmla="*/ 80 w 66"/>
                <a:gd name="T15" fmla="*/ 184 h 298"/>
                <a:gd name="T16" fmla="*/ 77 w 66"/>
                <a:gd name="T17" fmla="*/ 262 h 298"/>
                <a:gd name="T18" fmla="*/ 71 w 66"/>
                <a:gd name="T19" fmla="*/ 301 h 298"/>
                <a:gd name="T20" fmla="*/ 68 w 66"/>
                <a:gd name="T21" fmla="*/ 340 h 29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6" h="298">
                  <a:moveTo>
                    <a:pt x="55" y="298"/>
                  </a:moveTo>
                  <a:cubicBezTo>
                    <a:pt x="61" y="263"/>
                    <a:pt x="20" y="270"/>
                    <a:pt x="0" y="278"/>
                  </a:cubicBezTo>
                  <a:cubicBezTo>
                    <a:pt x="15" y="271"/>
                    <a:pt x="35" y="271"/>
                    <a:pt x="41" y="255"/>
                  </a:cubicBezTo>
                  <a:cubicBezTo>
                    <a:pt x="45" y="242"/>
                    <a:pt x="38" y="224"/>
                    <a:pt x="22" y="224"/>
                  </a:cubicBezTo>
                  <a:cubicBezTo>
                    <a:pt x="60" y="228"/>
                    <a:pt x="49" y="161"/>
                    <a:pt x="48" y="136"/>
                  </a:cubicBezTo>
                  <a:cubicBezTo>
                    <a:pt x="47" y="112"/>
                    <a:pt x="49" y="89"/>
                    <a:pt x="48" y="65"/>
                  </a:cubicBezTo>
                  <a:cubicBezTo>
                    <a:pt x="47" y="44"/>
                    <a:pt x="42" y="21"/>
                    <a:pt x="43" y="0"/>
                  </a:cubicBezTo>
                  <a:cubicBezTo>
                    <a:pt x="58" y="51"/>
                    <a:pt x="66" y="101"/>
                    <a:pt x="64" y="153"/>
                  </a:cubicBezTo>
                  <a:cubicBezTo>
                    <a:pt x="63" y="174"/>
                    <a:pt x="63" y="195"/>
                    <a:pt x="62" y="217"/>
                  </a:cubicBezTo>
                  <a:cubicBezTo>
                    <a:pt x="61" y="229"/>
                    <a:pt x="59" y="238"/>
                    <a:pt x="57" y="250"/>
                  </a:cubicBezTo>
                  <a:cubicBezTo>
                    <a:pt x="55" y="257"/>
                    <a:pt x="50" y="285"/>
                    <a:pt x="55" y="283"/>
                  </a:cubicBezTo>
                </a:path>
              </a:pathLst>
            </a:custGeom>
            <a:solidFill>
              <a:srgbClr val="EFCA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2335" name="Freeform 705">
              <a:extLst>
                <a:ext uri="{FF2B5EF4-FFF2-40B4-BE49-F238E27FC236}">
                  <a16:creationId xmlns:a16="http://schemas.microsoft.com/office/drawing/2014/main" id="{CEF8FFD8-9E5F-460E-8673-B51A5CA4583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9" y="3007"/>
              <a:ext cx="69" cy="142"/>
            </a:xfrm>
            <a:custGeom>
              <a:avLst/>
              <a:gdLst>
                <a:gd name="T0" fmla="*/ 15 w 64"/>
                <a:gd name="T1" fmla="*/ 34 h 133"/>
                <a:gd name="T2" fmla="*/ 43 w 64"/>
                <a:gd name="T3" fmla="*/ 0 h 133"/>
                <a:gd name="T4" fmla="*/ 0 w 64"/>
                <a:gd name="T5" fmla="*/ 162 h 133"/>
                <a:gd name="T6" fmla="*/ 18 w 64"/>
                <a:gd name="T7" fmla="*/ 32 h 1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4" h="133">
                  <a:moveTo>
                    <a:pt x="12" y="28"/>
                  </a:moveTo>
                  <a:cubicBezTo>
                    <a:pt x="17" y="18"/>
                    <a:pt x="24" y="6"/>
                    <a:pt x="34" y="0"/>
                  </a:cubicBezTo>
                  <a:cubicBezTo>
                    <a:pt x="64" y="39"/>
                    <a:pt x="26" y="105"/>
                    <a:pt x="0" y="133"/>
                  </a:cubicBezTo>
                  <a:cubicBezTo>
                    <a:pt x="17" y="115"/>
                    <a:pt x="42" y="44"/>
                    <a:pt x="15" y="26"/>
                  </a:cubicBezTo>
                </a:path>
              </a:pathLst>
            </a:custGeom>
            <a:solidFill>
              <a:srgbClr val="EFCA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2336" name="Freeform 706">
              <a:extLst>
                <a:ext uri="{FF2B5EF4-FFF2-40B4-BE49-F238E27FC236}">
                  <a16:creationId xmlns:a16="http://schemas.microsoft.com/office/drawing/2014/main" id="{1780EB85-122C-4957-85BA-CEB2B7192E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3" y="3183"/>
              <a:ext cx="129" cy="617"/>
            </a:xfrm>
            <a:custGeom>
              <a:avLst/>
              <a:gdLst>
                <a:gd name="T0" fmla="*/ 108 w 121"/>
                <a:gd name="T1" fmla="*/ 0 h 578"/>
                <a:gd name="T2" fmla="*/ 140 w 121"/>
                <a:gd name="T3" fmla="*/ 168 h 578"/>
                <a:gd name="T4" fmla="*/ 147 w 121"/>
                <a:gd name="T5" fmla="*/ 376 h 578"/>
                <a:gd name="T6" fmla="*/ 108 w 121"/>
                <a:gd name="T7" fmla="*/ 618 h 578"/>
                <a:gd name="T8" fmla="*/ 87 w 121"/>
                <a:gd name="T9" fmla="*/ 698 h 578"/>
                <a:gd name="T10" fmla="*/ 72 w 121"/>
                <a:gd name="T11" fmla="*/ 576 h 578"/>
                <a:gd name="T12" fmla="*/ 87 w 121"/>
                <a:gd name="T13" fmla="*/ 564 h 578"/>
                <a:gd name="T14" fmla="*/ 50 w 121"/>
                <a:gd name="T15" fmla="*/ 574 h 578"/>
                <a:gd name="T16" fmla="*/ 0 w 121"/>
                <a:gd name="T17" fmla="*/ 569 h 578"/>
                <a:gd name="T18" fmla="*/ 85 w 121"/>
                <a:gd name="T19" fmla="*/ 544 h 578"/>
                <a:gd name="T20" fmla="*/ 110 w 121"/>
                <a:gd name="T21" fmla="*/ 412 h 578"/>
                <a:gd name="T22" fmla="*/ 123 w 121"/>
                <a:gd name="T23" fmla="*/ 226 h 578"/>
                <a:gd name="T24" fmla="*/ 108 w 121"/>
                <a:gd name="T25" fmla="*/ 30 h 57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21" h="578">
                  <a:moveTo>
                    <a:pt x="89" y="0"/>
                  </a:moveTo>
                  <a:cubicBezTo>
                    <a:pt x="90" y="46"/>
                    <a:pt x="112" y="91"/>
                    <a:pt x="115" y="138"/>
                  </a:cubicBezTo>
                  <a:cubicBezTo>
                    <a:pt x="120" y="195"/>
                    <a:pt x="121" y="251"/>
                    <a:pt x="121" y="309"/>
                  </a:cubicBezTo>
                  <a:cubicBezTo>
                    <a:pt x="121" y="377"/>
                    <a:pt x="83" y="440"/>
                    <a:pt x="89" y="508"/>
                  </a:cubicBezTo>
                  <a:cubicBezTo>
                    <a:pt x="91" y="520"/>
                    <a:pt x="88" y="578"/>
                    <a:pt x="72" y="574"/>
                  </a:cubicBezTo>
                  <a:cubicBezTo>
                    <a:pt x="91" y="537"/>
                    <a:pt x="65" y="509"/>
                    <a:pt x="60" y="474"/>
                  </a:cubicBezTo>
                  <a:cubicBezTo>
                    <a:pt x="65" y="471"/>
                    <a:pt x="69" y="466"/>
                    <a:pt x="72" y="464"/>
                  </a:cubicBezTo>
                  <a:cubicBezTo>
                    <a:pt x="62" y="464"/>
                    <a:pt x="52" y="470"/>
                    <a:pt x="41" y="472"/>
                  </a:cubicBezTo>
                  <a:cubicBezTo>
                    <a:pt x="25" y="475"/>
                    <a:pt x="15" y="468"/>
                    <a:pt x="0" y="467"/>
                  </a:cubicBezTo>
                  <a:cubicBezTo>
                    <a:pt x="23" y="467"/>
                    <a:pt x="55" y="465"/>
                    <a:pt x="70" y="448"/>
                  </a:cubicBezTo>
                  <a:cubicBezTo>
                    <a:pt x="94" y="423"/>
                    <a:pt x="91" y="371"/>
                    <a:pt x="91" y="339"/>
                  </a:cubicBezTo>
                  <a:cubicBezTo>
                    <a:pt x="92" y="288"/>
                    <a:pt x="103" y="238"/>
                    <a:pt x="101" y="186"/>
                  </a:cubicBezTo>
                  <a:cubicBezTo>
                    <a:pt x="99" y="133"/>
                    <a:pt x="102" y="75"/>
                    <a:pt x="89" y="24"/>
                  </a:cubicBezTo>
                </a:path>
              </a:pathLst>
            </a:custGeom>
            <a:solidFill>
              <a:srgbClr val="EFCA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2337" name="Freeform 707">
              <a:extLst>
                <a:ext uri="{FF2B5EF4-FFF2-40B4-BE49-F238E27FC236}">
                  <a16:creationId xmlns:a16="http://schemas.microsoft.com/office/drawing/2014/main" id="{59A07138-4921-44F3-B08A-144A952E47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1" y="3821"/>
              <a:ext cx="164" cy="136"/>
            </a:xfrm>
            <a:custGeom>
              <a:avLst/>
              <a:gdLst>
                <a:gd name="T0" fmla="*/ 0 w 154"/>
                <a:gd name="T1" fmla="*/ 5 h 128"/>
                <a:gd name="T2" fmla="*/ 42 w 154"/>
                <a:gd name="T3" fmla="*/ 46 h 128"/>
                <a:gd name="T4" fmla="*/ 89 w 154"/>
                <a:gd name="T5" fmla="*/ 91 h 128"/>
                <a:gd name="T6" fmla="*/ 133 w 154"/>
                <a:gd name="T7" fmla="*/ 123 h 128"/>
                <a:gd name="T8" fmla="*/ 186 w 154"/>
                <a:gd name="T9" fmla="*/ 146 h 128"/>
                <a:gd name="T10" fmla="*/ 142 w 154"/>
                <a:gd name="T11" fmla="*/ 154 h 128"/>
                <a:gd name="T12" fmla="*/ 130 w 154"/>
                <a:gd name="T13" fmla="*/ 140 h 128"/>
                <a:gd name="T14" fmla="*/ 104 w 154"/>
                <a:gd name="T15" fmla="*/ 122 h 128"/>
                <a:gd name="T16" fmla="*/ 78 w 154"/>
                <a:gd name="T17" fmla="*/ 101 h 128"/>
                <a:gd name="T18" fmla="*/ 64 w 154"/>
                <a:gd name="T19" fmla="*/ 78 h 128"/>
                <a:gd name="T20" fmla="*/ 40 w 154"/>
                <a:gd name="T21" fmla="*/ 57 h 128"/>
                <a:gd name="T22" fmla="*/ 22 w 154"/>
                <a:gd name="T23" fmla="*/ 37 h 128"/>
                <a:gd name="T24" fmla="*/ 0 w 154"/>
                <a:gd name="T25" fmla="*/ 3 h 12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54" h="128">
                  <a:moveTo>
                    <a:pt x="0" y="5"/>
                  </a:moveTo>
                  <a:cubicBezTo>
                    <a:pt x="15" y="0"/>
                    <a:pt x="28" y="29"/>
                    <a:pt x="35" y="38"/>
                  </a:cubicBezTo>
                  <a:cubicBezTo>
                    <a:pt x="45" y="54"/>
                    <a:pt x="61" y="64"/>
                    <a:pt x="74" y="76"/>
                  </a:cubicBezTo>
                  <a:cubicBezTo>
                    <a:pt x="86" y="87"/>
                    <a:pt x="96" y="96"/>
                    <a:pt x="110" y="103"/>
                  </a:cubicBezTo>
                  <a:cubicBezTo>
                    <a:pt x="124" y="111"/>
                    <a:pt x="142" y="109"/>
                    <a:pt x="154" y="121"/>
                  </a:cubicBezTo>
                  <a:cubicBezTo>
                    <a:pt x="140" y="118"/>
                    <a:pt x="128" y="118"/>
                    <a:pt x="117" y="128"/>
                  </a:cubicBezTo>
                  <a:cubicBezTo>
                    <a:pt x="117" y="120"/>
                    <a:pt x="115" y="120"/>
                    <a:pt x="108" y="117"/>
                  </a:cubicBezTo>
                  <a:cubicBezTo>
                    <a:pt x="100" y="112"/>
                    <a:pt x="94" y="108"/>
                    <a:pt x="86" y="102"/>
                  </a:cubicBezTo>
                  <a:cubicBezTo>
                    <a:pt x="79" y="96"/>
                    <a:pt x="70" y="91"/>
                    <a:pt x="65" y="84"/>
                  </a:cubicBezTo>
                  <a:cubicBezTo>
                    <a:pt x="60" y="77"/>
                    <a:pt x="57" y="71"/>
                    <a:pt x="53" y="65"/>
                  </a:cubicBezTo>
                  <a:cubicBezTo>
                    <a:pt x="48" y="58"/>
                    <a:pt x="40" y="53"/>
                    <a:pt x="34" y="48"/>
                  </a:cubicBezTo>
                  <a:cubicBezTo>
                    <a:pt x="27" y="43"/>
                    <a:pt x="24" y="38"/>
                    <a:pt x="19" y="31"/>
                  </a:cubicBezTo>
                  <a:cubicBezTo>
                    <a:pt x="13" y="22"/>
                    <a:pt x="9" y="11"/>
                    <a:pt x="0" y="3"/>
                  </a:cubicBezTo>
                </a:path>
              </a:pathLst>
            </a:custGeom>
            <a:solidFill>
              <a:srgbClr val="EFCA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2338" name="Freeform 708">
              <a:extLst>
                <a:ext uri="{FF2B5EF4-FFF2-40B4-BE49-F238E27FC236}">
                  <a16:creationId xmlns:a16="http://schemas.microsoft.com/office/drawing/2014/main" id="{97228088-94D2-4E89-87A7-55B958CDC2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4" y="3786"/>
              <a:ext cx="98" cy="30"/>
            </a:xfrm>
            <a:custGeom>
              <a:avLst/>
              <a:gdLst>
                <a:gd name="T0" fmla="*/ 111 w 92"/>
                <a:gd name="T1" fmla="*/ 11 h 28"/>
                <a:gd name="T2" fmla="*/ 79 w 92"/>
                <a:gd name="T3" fmla="*/ 10 h 28"/>
                <a:gd name="T4" fmla="*/ 54 w 92"/>
                <a:gd name="T5" fmla="*/ 19 h 28"/>
                <a:gd name="T6" fmla="*/ 22 w 92"/>
                <a:gd name="T7" fmla="*/ 18 h 28"/>
                <a:gd name="T8" fmla="*/ 0 w 92"/>
                <a:gd name="T9" fmla="*/ 34 h 28"/>
                <a:gd name="T10" fmla="*/ 48 w 92"/>
                <a:gd name="T11" fmla="*/ 11 h 28"/>
                <a:gd name="T12" fmla="*/ 77 w 92"/>
                <a:gd name="T13" fmla="*/ 2 h 28"/>
                <a:gd name="T14" fmla="*/ 107 w 92"/>
                <a:gd name="T15" fmla="*/ 15 h 2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2" h="28">
                  <a:moveTo>
                    <a:pt x="92" y="8"/>
                  </a:moveTo>
                  <a:cubicBezTo>
                    <a:pt x="84" y="10"/>
                    <a:pt x="74" y="5"/>
                    <a:pt x="65" y="7"/>
                  </a:cubicBezTo>
                  <a:cubicBezTo>
                    <a:pt x="58" y="9"/>
                    <a:pt x="53" y="14"/>
                    <a:pt x="45" y="16"/>
                  </a:cubicBezTo>
                  <a:cubicBezTo>
                    <a:pt x="36" y="19"/>
                    <a:pt x="28" y="13"/>
                    <a:pt x="19" y="15"/>
                  </a:cubicBezTo>
                  <a:cubicBezTo>
                    <a:pt x="12" y="18"/>
                    <a:pt x="5" y="24"/>
                    <a:pt x="0" y="28"/>
                  </a:cubicBezTo>
                  <a:cubicBezTo>
                    <a:pt x="7" y="12"/>
                    <a:pt x="23" y="10"/>
                    <a:pt x="39" y="8"/>
                  </a:cubicBezTo>
                  <a:cubicBezTo>
                    <a:pt x="47" y="7"/>
                    <a:pt x="55" y="3"/>
                    <a:pt x="64" y="2"/>
                  </a:cubicBezTo>
                  <a:cubicBezTo>
                    <a:pt x="75" y="0"/>
                    <a:pt x="80" y="6"/>
                    <a:pt x="88" y="12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2339" name="Freeform 709">
              <a:extLst>
                <a:ext uri="{FF2B5EF4-FFF2-40B4-BE49-F238E27FC236}">
                  <a16:creationId xmlns:a16="http://schemas.microsoft.com/office/drawing/2014/main" id="{B0655187-E64B-4269-A414-6984497561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4" y="2506"/>
              <a:ext cx="31" cy="30"/>
            </a:xfrm>
            <a:custGeom>
              <a:avLst/>
              <a:gdLst>
                <a:gd name="T0" fmla="*/ 11 w 29"/>
                <a:gd name="T1" fmla="*/ 0 h 28"/>
                <a:gd name="T2" fmla="*/ 0 w 29"/>
                <a:gd name="T3" fmla="*/ 30 h 28"/>
                <a:gd name="T4" fmla="*/ 18 w 29"/>
                <a:gd name="T5" fmla="*/ 10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28">
                  <a:moveTo>
                    <a:pt x="8" y="0"/>
                  </a:moveTo>
                  <a:cubicBezTo>
                    <a:pt x="11" y="8"/>
                    <a:pt x="13" y="24"/>
                    <a:pt x="0" y="24"/>
                  </a:cubicBezTo>
                  <a:cubicBezTo>
                    <a:pt x="11" y="28"/>
                    <a:pt x="29" y="19"/>
                    <a:pt x="15" y="7"/>
                  </a:cubicBezTo>
                </a:path>
              </a:pathLst>
            </a:custGeom>
            <a:solidFill>
              <a:srgbClr val="EFCA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2340" name="Freeform 710">
              <a:extLst>
                <a:ext uri="{FF2B5EF4-FFF2-40B4-BE49-F238E27FC236}">
                  <a16:creationId xmlns:a16="http://schemas.microsoft.com/office/drawing/2014/main" id="{2C8F80DB-0B1C-4821-8249-8E3CC024B3F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3" y="2666"/>
              <a:ext cx="329" cy="108"/>
            </a:xfrm>
            <a:custGeom>
              <a:avLst/>
              <a:gdLst>
                <a:gd name="T0" fmla="*/ 366 w 309"/>
                <a:gd name="T1" fmla="*/ 1 h 101"/>
                <a:gd name="T2" fmla="*/ 371 w 309"/>
                <a:gd name="T3" fmla="*/ 1 h 101"/>
                <a:gd name="T4" fmla="*/ 341 w 309"/>
                <a:gd name="T5" fmla="*/ 11 h 101"/>
                <a:gd name="T6" fmla="*/ 300 w 309"/>
                <a:gd name="T7" fmla="*/ 22 h 101"/>
                <a:gd name="T8" fmla="*/ 238 w 309"/>
                <a:gd name="T9" fmla="*/ 37 h 101"/>
                <a:gd name="T10" fmla="*/ 147 w 309"/>
                <a:gd name="T11" fmla="*/ 68 h 101"/>
                <a:gd name="T12" fmla="*/ 0 w 309"/>
                <a:gd name="T13" fmla="*/ 123 h 101"/>
                <a:gd name="T14" fmla="*/ 42 w 309"/>
                <a:gd name="T15" fmla="*/ 90 h 101"/>
                <a:gd name="T16" fmla="*/ 100 w 309"/>
                <a:gd name="T17" fmla="*/ 71 h 101"/>
                <a:gd name="T18" fmla="*/ 202 w 309"/>
                <a:gd name="T19" fmla="*/ 36 h 101"/>
                <a:gd name="T20" fmla="*/ 293 w 309"/>
                <a:gd name="T21" fmla="*/ 13 h 101"/>
                <a:gd name="T22" fmla="*/ 339 w 309"/>
                <a:gd name="T23" fmla="*/ 5 h 101"/>
                <a:gd name="T24" fmla="*/ 373 w 309"/>
                <a:gd name="T25" fmla="*/ 0 h 10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09" h="101">
                  <a:moveTo>
                    <a:pt x="303" y="1"/>
                  </a:moveTo>
                  <a:cubicBezTo>
                    <a:pt x="304" y="1"/>
                    <a:pt x="306" y="1"/>
                    <a:pt x="307" y="1"/>
                  </a:cubicBezTo>
                  <a:cubicBezTo>
                    <a:pt x="301" y="6"/>
                    <a:pt x="291" y="6"/>
                    <a:pt x="283" y="8"/>
                  </a:cubicBezTo>
                  <a:cubicBezTo>
                    <a:pt x="271" y="12"/>
                    <a:pt x="262" y="17"/>
                    <a:pt x="249" y="19"/>
                  </a:cubicBezTo>
                  <a:cubicBezTo>
                    <a:pt x="232" y="22"/>
                    <a:pt x="214" y="27"/>
                    <a:pt x="197" y="31"/>
                  </a:cubicBezTo>
                  <a:cubicBezTo>
                    <a:pt x="171" y="37"/>
                    <a:pt x="146" y="44"/>
                    <a:pt x="122" y="56"/>
                  </a:cubicBezTo>
                  <a:cubicBezTo>
                    <a:pt x="83" y="75"/>
                    <a:pt x="33" y="75"/>
                    <a:pt x="0" y="101"/>
                  </a:cubicBezTo>
                  <a:cubicBezTo>
                    <a:pt x="11" y="91"/>
                    <a:pt x="20" y="81"/>
                    <a:pt x="35" y="74"/>
                  </a:cubicBezTo>
                  <a:cubicBezTo>
                    <a:pt x="51" y="67"/>
                    <a:pt x="66" y="62"/>
                    <a:pt x="83" y="58"/>
                  </a:cubicBezTo>
                  <a:cubicBezTo>
                    <a:pt x="112" y="52"/>
                    <a:pt x="139" y="40"/>
                    <a:pt x="167" y="30"/>
                  </a:cubicBezTo>
                  <a:cubicBezTo>
                    <a:pt x="192" y="21"/>
                    <a:pt x="217" y="16"/>
                    <a:pt x="242" y="10"/>
                  </a:cubicBezTo>
                  <a:cubicBezTo>
                    <a:pt x="255" y="8"/>
                    <a:pt x="268" y="8"/>
                    <a:pt x="281" y="5"/>
                  </a:cubicBezTo>
                  <a:cubicBezTo>
                    <a:pt x="290" y="3"/>
                    <a:pt x="300" y="0"/>
                    <a:pt x="309" y="0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2341" name="Freeform 711">
              <a:extLst>
                <a:ext uri="{FF2B5EF4-FFF2-40B4-BE49-F238E27FC236}">
                  <a16:creationId xmlns:a16="http://schemas.microsoft.com/office/drawing/2014/main" id="{7C0D2688-C3B6-4F98-A0E5-32891ECAC70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6" y="3008"/>
              <a:ext cx="116" cy="89"/>
            </a:xfrm>
            <a:custGeom>
              <a:avLst/>
              <a:gdLst>
                <a:gd name="T0" fmla="*/ 134 w 108"/>
                <a:gd name="T1" fmla="*/ 75 h 83"/>
                <a:gd name="T2" fmla="*/ 103 w 108"/>
                <a:gd name="T3" fmla="*/ 28 h 83"/>
                <a:gd name="T4" fmla="*/ 69 w 108"/>
                <a:gd name="T5" fmla="*/ 6 h 83"/>
                <a:gd name="T6" fmla="*/ 34 w 108"/>
                <a:gd name="T7" fmla="*/ 1 h 83"/>
                <a:gd name="T8" fmla="*/ 0 w 108"/>
                <a:gd name="T9" fmla="*/ 11 h 83"/>
                <a:gd name="T10" fmla="*/ 46 w 108"/>
                <a:gd name="T11" fmla="*/ 11 h 83"/>
                <a:gd name="T12" fmla="*/ 79 w 108"/>
                <a:gd name="T13" fmla="*/ 23 h 83"/>
                <a:gd name="T14" fmla="*/ 102 w 108"/>
                <a:gd name="T15" fmla="*/ 66 h 83"/>
                <a:gd name="T16" fmla="*/ 96 w 108"/>
                <a:gd name="T17" fmla="*/ 102 h 83"/>
                <a:gd name="T18" fmla="*/ 134 w 108"/>
                <a:gd name="T19" fmla="*/ 78 h 8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08" h="83">
                  <a:moveTo>
                    <a:pt x="108" y="61"/>
                  </a:moveTo>
                  <a:cubicBezTo>
                    <a:pt x="101" y="43"/>
                    <a:pt x="99" y="35"/>
                    <a:pt x="83" y="22"/>
                  </a:cubicBezTo>
                  <a:cubicBezTo>
                    <a:pt x="75" y="16"/>
                    <a:pt x="65" y="9"/>
                    <a:pt x="56" y="6"/>
                  </a:cubicBezTo>
                  <a:cubicBezTo>
                    <a:pt x="48" y="3"/>
                    <a:pt x="37" y="0"/>
                    <a:pt x="28" y="1"/>
                  </a:cubicBezTo>
                  <a:cubicBezTo>
                    <a:pt x="19" y="1"/>
                    <a:pt x="7" y="9"/>
                    <a:pt x="0" y="8"/>
                  </a:cubicBezTo>
                  <a:cubicBezTo>
                    <a:pt x="12" y="9"/>
                    <a:pt x="25" y="5"/>
                    <a:pt x="37" y="8"/>
                  </a:cubicBezTo>
                  <a:cubicBezTo>
                    <a:pt x="47" y="10"/>
                    <a:pt x="56" y="14"/>
                    <a:pt x="64" y="19"/>
                  </a:cubicBezTo>
                  <a:cubicBezTo>
                    <a:pt x="78" y="26"/>
                    <a:pt x="89" y="37"/>
                    <a:pt x="82" y="54"/>
                  </a:cubicBezTo>
                  <a:cubicBezTo>
                    <a:pt x="79" y="63"/>
                    <a:pt x="60" y="82"/>
                    <a:pt x="77" y="83"/>
                  </a:cubicBezTo>
                  <a:cubicBezTo>
                    <a:pt x="86" y="83"/>
                    <a:pt x="101" y="70"/>
                    <a:pt x="108" y="63"/>
                  </a:cubicBezTo>
                </a:path>
              </a:pathLst>
            </a:custGeom>
            <a:solidFill>
              <a:srgbClr val="EFCA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2342" name="Freeform 712">
              <a:extLst>
                <a:ext uri="{FF2B5EF4-FFF2-40B4-BE49-F238E27FC236}">
                  <a16:creationId xmlns:a16="http://schemas.microsoft.com/office/drawing/2014/main" id="{57D2F3A8-CA4A-45D4-8EF9-8FFE97FBE0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1" y="2523"/>
              <a:ext cx="39" cy="148"/>
            </a:xfrm>
            <a:custGeom>
              <a:avLst/>
              <a:gdLst>
                <a:gd name="T0" fmla="*/ 41 w 37"/>
                <a:gd name="T1" fmla="*/ 0 h 139"/>
                <a:gd name="T2" fmla="*/ 42 w 37"/>
                <a:gd name="T3" fmla="*/ 100 h 139"/>
                <a:gd name="T4" fmla="*/ 37 w 37"/>
                <a:gd name="T5" fmla="*/ 146 h 139"/>
                <a:gd name="T6" fmla="*/ 0 w 37"/>
                <a:gd name="T7" fmla="*/ 168 h 139"/>
                <a:gd name="T8" fmla="*/ 34 w 37"/>
                <a:gd name="T9" fmla="*/ 133 h 139"/>
                <a:gd name="T10" fmla="*/ 30 w 37"/>
                <a:gd name="T11" fmla="*/ 86 h 139"/>
                <a:gd name="T12" fmla="*/ 37 w 37"/>
                <a:gd name="T13" fmla="*/ 5 h 13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7" h="139">
                  <a:moveTo>
                    <a:pt x="35" y="0"/>
                  </a:moveTo>
                  <a:cubicBezTo>
                    <a:pt x="24" y="29"/>
                    <a:pt x="33" y="55"/>
                    <a:pt x="36" y="83"/>
                  </a:cubicBezTo>
                  <a:cubicBezTo>
                    <a:pt x="37" y="94"/>
                    <a:pt x="37" y="111"/>
                    <a:pt x="31" y="121"/>
                  </a:cubicBezTo>
                  <a:cubicBezTo>
                    <a:pt x="24" y="132"/>
                    <a:pt x="10" y="133"/>
                    <a:pt x="0" y="139"/>
                  </a:cubicBezTo>
                  <a:cubicBezTo>
                    <a:pt x="13" y="132"/>
                    <a:pt x="23" y="124"/>
                    <a:pt x="28" y="110"/>
                  </a:cubicBezTo>
                  <a:cubicBezTo>
                    <a:pt x="32" y="97"/>
                    <a:pt x="27" y="84"/>
                    <a:pt x="26" y="71"/>
                  </a:cubicBezTo>
                  <a:cubicBezTo>
                    <a:pt x="23" y="51"/>
                    <a:pt x="16" y="21"/>
                    <a:pt x="31" y="5"/>
                  </a:cubicBezTo>
                </a:path>
              </a:pathLst>
            </a:custGeom>
            <a:solidFill>
              <a:srgbClr val="EFCA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2343" name="Freeform 713">
              <a:extLst>
                <a:ext uri="{FF2B5EF4-FFF2-40B4-BE49-F238E27FC236}">
                  <a16:creationId xmlns:a16="http://schemas.microsoft.com/office/drawing/2014/main" id="{03861C48-90F2-4B9F-B060-27FDB4CAAEE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7" y="2584"/>
              <a:ext cx="51" cy="131"/>
            </a:xfrm>
            <a:custGeom>
              <a:avLst/>
              <a:gdLst>
                <a:gd name="T0" fmla="*/ 51 w 47"/>
                <a:gd name="T1" fmla="*/ 0 h 123"/>
                <a:gd name="T2" fmla="*/ 0 w 47"/>
                <a:gd name="T3" fmla="*/ 111 h 123"/>
                <a:gd name="T4" fmla="*/ 33 w 47"/>
                <a:gd name="T5" fmla="*/ 68 h 123"/>
                <a:gd name="T6" fmla="*/ 47 w 47"/>
                <a:gd name="T7" fmla="*/ 1 h 1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7" h="123">
                  <a:moveTo>
                    <a:pt x="40" y="0"/>
                  </a:moveTo>
                  <a:cubicBezTo>
                    <a:pt x="35" y="20"/>
                    <a:pt x="47" y="123"/>
                    <a:pt x="0" y="92"/>
                  </a:cubicBezTo>
                  <a:cubicBezTo>
                    <a:pt x="20" y="94"/>
                    <a:pt x="22" y="70"/>
                    <a:pt x="26" y="56"/>
                  </a:cubicBezTo>
                  <a:cubicBezTo>
                    <a:pt x="32" y="38"/>
                    <a:pt x="38" y="20"/>
                    <a:pt x="37" y="1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2344" name="Freeform 714">
              <a:extLst>
                <a:ext uri="{FF2B5EF4-FFF2-40B4-BE49-F238E27FC236}">
                  <a16:creationId xmlns:a16="http://schemas.microsoft.com/office/drawing/2014/main" id="{C5BAD01C-90FF-4A75-8166-1041C2524BB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0" y="2171"/>
              <a:ext cx="414" cy="313"/>
            </a:xfrm>
            <a:custGeom>
              <a:avLst/>
              <a:gdLst>
                <a:gd name="T0" fmla="*/ 472 w 388"/>
                <a:gd name="T1" fmla="*/ 18 h 293"/>
                <a:gd name="T2" fmla="*/ 445 w 388"/>
                <a:gd name="T3" fmla="*/ 21 h 293"/>
                <a:gd name="T4" fmla="*/ 423 w 388"/>
                <a:gd name="T5" fmla="*/ 40 h 293"/>
                <a:gd name="T6" fmla="*/ 402 w 388"/>
                <a:gd name="T7" fmla="*/ 106 h 293"/>
                <a:gd name="T8" fmla="*/ 317 w 388"/>
                <a:gd name="T9" fmla="*/ 236 h 293"/>
                <a:gd name="T10" fmla="*/ 49 w 388"/>
                <a:gd name="T11" fmla="*/ 354 h 293"/>
                <a:gd name="T12" fmla="*/ 0 w 388"/>
                <a:gd name="T13" fmla="*/ 357 h 293"/>
                <a:gd name="T14" fmla="*/ 186 w 388"/>
                <a:gd name="T15" fmla="*/ 289 h 293"/>
                <a:gd name="T16" fmla="*/ 266 w 388"/>
                <a:gd name="T17" fmla="*/ 241 h 293"/>
                <a:gd name="T18" fmla="*/ 338 w 388"/>
                <a:gd name="T19" fmla="*/ 183 h 293"/>
                <a:gd name="T20" fmla="*/ 407 w 388"/>
                <a:gd name="T21" fmla="*/ 46 h 293"/>
                <a:gd name="T22" fmla="*/ 428 w 388"/>
                <a:gd name="T23" fmla="*/ 3 h 293"/>
                <a:gd name="T24" fmla="*/ 468 w 388"/>
                <a:gd name="T25" fmla="*/ 3 h 29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88" h="293">
                  <a:moveTo>
                    <a:pt x="388" y="15"/>
                  </a:moveTo>
                  <a:cubicBezTo>
                    <a:pt x="382" y="18"/>
                    <a:pt x="373" y="15"/>
                    <a:pt x="366" y="18"/>
                  </a:cubicBezTo>
                  <a:cubicBezTo>
                    <a:pt x="359" y="21"/>
                    <a:pt x="352" y="28"/>
                    <a:pt x="348" y="33"/>
                  </a:cubicBezTo>
                  <a:cubicBezTo>
                    <a:pt x="336" y="48"/>
                    <a:pt x="334" y="69"/>
                    <a:pt x="331" y="87"/>
                  </a:cubicBezTo>
                  <a:cubicBezTo>
                    <a:pt x="322" y="133"/>
                    <a:pt x="295" y="165"/>
                    <a:pt x="261" y="194"/>
                  </a:cubicBezTo>
                  <a:cubicBezTo>
                    <a:pt x="197" y="249"/>
                    <a:pt x="120" y="270"/>
                    <a:pt x="40" y="290"/>
                  </a:cubicBezTo>
                  <a:cubicBezTo>
                    <a:pt x="27" y="293"/>
                    <a:pt x="10" y="293"/>
                    <a:pt x="0" y="293"/>
                  </a:cubicBezTo>
                  <a:cubicBezTo>
                    <a:pt x="52" y="277"/>
                    <a:pt x="103" y="263"/>
                    <a:pt x="153" y="238"/>
                  </a:cubicBezTo>
                  <a:cubicBezTo>
                    <a:pt x="176" y="227"/>
                    <a:pt x="195" y="210"/>
                    <a:pt x="218" y="198"/>
                  </a:cubicBezTo>
                  <a:cubicBezTo>
                    <a:pt x="242" y="184"/>
                    <a:pt x="260" y="171"/>
                    <a:pt x="278" y="150"/>
                  </a:cubicBezTo>
                  <a:cubicBezTo>
                    <a:pt x="305" y="118"/>
                    <a:pt x="322" y="75"/>
                    <a:pt x="335" y="37"/>
                  </a:cubicBezTo>
                  <a:cubicBezTo>
                    <a:pt x="339" y="24"/>
                    <a:pt x="338" y="10"/>
                    <a:pt x="352" y="3"/>
                  </a:cubicBezTo>
                  <a:cubicBezTo>
                    <a:pt x="360" y="0"/>
                    <a:pt x="377" y="1"/>
                    <a:pt x="385" y="3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2345" name="Freeform 715">
              <a:extLst>
                <a:ext uri="{FF2B5EF4-FFF2-40B4-BE49-F238E27FC236}">
                  <a16:creationId xmlns:a16="http://schemas.microsoft.com/office/drawing/2014/main" id="{C57CCCF6-C47E-4391-8437-59CCA1FB579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1" y="1976"/>
              <a:ext cx="352" cy="68"/>
            </a:xfrm>
            <a:custGeom>
              <a:avLst/>
              <a:gdLst>
                <a:gd name="T0" fmla="*/ 400 w 330"/>
                <a:gd name="T1" fmla="*/ 0 h 64"/>
                <a:gd name="T2" fmla="*/ 260 w 330"/>
                <a:gd name="T3" fmla="*/ 62 h 64"/>
                <a:gd name="T4" fmla="*/ 126 w 330"/>
                <a:gd name="T5" fmla="*/ 64 h 64"/>
                <a:gd name="T6" fmla="*/ 5 w 330"/>
                <a:gd name="T7" fmla="*/ 53 h 64"/>
                <a:gd name="T8" fmla="*/ 140 w 330"/>
                <a:gd name="T9" fmla="*/ 53 h 64"/>
                <a:gd name="T10" fmla="*/ 400 w 330"/>
                <a:gd name="T11" fmla="*/ 0 h 6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30" h="64">
                  <a:moveTo>
                    <a:pt x="330" y="0"/>
                  </a:moveTo>
                  <a:cubicBezTo>
                    <a:pt x="330" y="0"/>
                    <a:pt x="257" y="47"/>
                    <a:pt x="215" y="52"/>
                  </a:cubicBezTo>
                  <a:cubicBezTo>
                    <a:pt x="172" y="56"/>
                    <a:pt x="151" y="62"/>
                    <a:pt x="104" y="53"/>
                  </a:cubicBezTo>
                  <a:cubicBezTo>
                    <a:pt x="57" y="44"/>
                    <a:pt x="9" y="42"/>
                    <a:pt x="5" y="44"/>
                  </a:cubicBezTo>
                  <a:cubicBezTo>
                    <a:pt x="0" y="45"/>
                    <a:pt x="77" y="44"/>
                    <a:pt x="115" y="44"/>
                  </a:cubicBezTo>
                  <a:cubicBezTo>
                    <a:pt x="153" y="44"/>
                    <a:pt x="184" y="64"/>
                    <a:pt x="330" y="0"/>
                  </a:cubicBezTo>
                  <a:close/>
                </a:path>
              </a:pathLst>
            </a:custGeom>
            <a:solidFill>
              <a:srgbClr val="EFCA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2346" name="Freeform 716">
              <a:extLst>
                <a:ext uri="{FF2B5EF4-FFF2-40B4-BE49-F238E27FC236}">
                  <a16:creationId xmlns:a16="http://schemas.microsoft.com/office/drawing/2014/main" id="{D425A129-75CD-4328-B001-3322224A922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1" y="1812"/>
              <a:ext cx="131" cy="117"/>
            </a:xfrm>
            <a:custGeom>
              <a:avLst/>
              <a:gdLst>
                <a:gd name="T0" fmla="*/ 149 w 123"/>
                <a:gd name="T1" fmla="*/ 118 h 110"/>
                <a:gd name="T2" fmla="*/ 52 w 123"/>
                <a:gd name="T3" fmla="*/ 105 h 110"/>
                <a:gd name="T4" fmla="*/ 11 w 123"/>
                <a:gd name="T5" fmla="*/ 65 h 110"/>
                <a:gd name="T6" fmla="*/ 1 w 123"/>
                <a:gd name="T7" fmla="*/ 0 h 110"/>
                <a:gd name="T8" fmla="*/ 58 w 123"/>
                <a:gd name="T9" fmla="*/ 96 h 110"/>
                <a:gd name="T10" fmla="*/ 144 w 123"/>
                <a:gd name="T11" fmla="*/ 118 h 11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3" h="110">
                  <a:moveTo>
                    <a:pt x="123" y="98"/>
                  </a:moveTo>
                  <a:cubicBezTo>
                    <a:pt x="98" y="110"/>
                    <a:pt x="65" y="99"/>
                    <a:pt x="43" y="87"/>
                  </a:cubicBezTo>
                  <a:cubicBezTo>
                    <a:pt x="30" y="81"/>
                    <a:pt x="16" y="69"/>
                    <a:pt x="8" y="54"/>
                  </a:cubicBezTo>
                  <a:cubicBezTo>
                    <a:pt x="0" y="38"/>
                    <a:pt x="6" y="18"/>
                    <a:pt x="1" y="0"/>
                  </a:cubicBezTo>
                  <a:cubicBezTo>
                    <a:pt x="16" y="28"/>
                    <a:pt x="18" y="62"/>
                    <a:pt x="48" y="80"/>
                  </a:cubicBezTo>
                  <a:cubicBezTo>
                    <a:pt x="67" y="92"/>
                    <a:pt x="97" y="92"/>
                    <a:pt x="119" y="98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2347" name="Freeform 717">
              <a:extLst>
                <a:ext uri="{FF2B5EF4-FFF2-40B4-BE49-F238E27FC236}">
                  <a16:creationId xmlns:a16="http://schemas.microsoft.com/office/drawing/2014/main" id="{99BB7EAD-1EBA-4DE5-9E25-CA68487B3AD6}"/>
                </a:ext>
              </a:extLst>
            </p:cNvPr>
            <p:cNvSpPr>
              <a:spLocks/>
            </p:cNvSpPr>
            <p:nvPr/>
          </p:nvSpPr>
          <p:spPr bwMode="auto">
            <a:xfrm>
              <a:off x="830" y="1620"/>
              <a:ext cx="178" cy="221"/>
            </a:xfrm>
            <a:custGeom>
              <a:avLst/>
              <a:gdLst>
                <a:gd name="T0" fmla="*/ 203 w 167"/>
                <a:gd name="T1" fmla="*/ 35 h 207"/>
                <a:gd name="T2" fmla="*/ 131 w 167"/>
                <a:gd name="T3" fmla="*/ 61 h 207"/>
                <a:gd name="T4" fmla="*/ 84 w 167"/>
                <a:gd name="T5" fmla="*/ 0 h 207"/>
                <a:gd name="T6" fmla="*/ 30 w 167"/>
                <a:gd name="T7" fmla="*/ 52 h 207"/>
                <a:gd name="T8" fmla="*/ 2 w 167"/>
                <a:gd name="T9" fmla="*/ 133 h 207"/>
                <a:gd name="T10" fmla="*/ 30 w 167"/>
                <a:gd name="T11" fmla="*/ 203 h 207"/>
                <a:gd name="T12" fmla="*/ 103 w 167"/>
                <a:gd name="T13" fmla="*/ 249 h 207"/>
                <a:gd name="T14" fmla="*/ 151 w 167"/>
                <a:gd name="T15" fmla="*/ 195 h 207"/>
                <a:gd name="T16" fmla="*/ 166 w 167"/>
                <a:gd name="T17" fmla="*/ 141 h 207"/>
                <a:gd name="T18" fmla="*/ 192 w 167"/>
                <a:gd name="T19" fmla="*/ 62 h 20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67" h="207">
                  <a:moveTo>
                    <a:pt x="167" y="29"/>
                  </a:moveTo>
                  <a:cubicBezTo>
                    <a:pt x="149" y="37"/>
                    <a:pt x="131" y="57"/>
                    <a:pt x="108" y="50"/>
                  </a:cubicBezTo>
                  <a:cubicBezTo>
                    <a:pt x="88" y="43"/>
                    <a:pt x="87" y="0"/>
                    <a:pt x="69" y="0"/>
                  </a:cubicBezTo>
                  <a:cubicBezTo>
                    <a:pt x="58" y="1"/>
                    <a:pt x="29" y="34"/>
                    <a:pt x="24" y="43"/>
                  </a:cubicBezTo>
                  <a:cubicBezTo>
                    <a:pt x="14" y="61"/>
                    <a:pt x="4" y="91"/>
                    <a:pt x="2" y="110"/>
                  </a:cubicBezTo>
                  <a:cubicBezTo>
                    <a:pt x="0" y="134"/>
                    <a:pt x="5" y="153"/>
                    <a:pt x="24" y="167"/>
                  </a:cubicBezTo>
                  <a:cubicBezTo>
                    <a:pt x="38" y="178"/>
                    <a:pt x="67" y="202"/>
                    <a:pt x="85" y="204"/>
                  </a:cubicBezTo>
                  <a:cubicBezTo>
                    <a:pt x="109" y="207"/>
                    <a:pt x="119" y="178"/>
                    <a:pt x="125" y="160"/>
                  </a:cubicBezTo>
                  <a:cubicBezTo>
                    <a:pt x="129" y="145"/>
                    <a:pt x="132" y="131"/>
                    <a:pt x="137" y="116"/>
                  </a:cubicBezTo>
                  <a:cubicBezTo>
                    <a:pt x="141" y="101"/>
                    <a:pt x="162" y="61"/>
                    <a:pt x="159" y="51"/>
                  </a:cubicBezTo>
                </a:path>
              </a:pathLst>
            </a:custGeom>
            <a:solidFill>
              <a:srgbClr val="F9EB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2348" name="Freeform 718">
              <a:extLst>
                <a:ext uri="{FF2B5EF4-FFF2-40B4-BE49-F238E27FC236}">
                  <a16:creationId xmlns:a16="http://schemas.microsoft.com/office/drawing/2014/main" id="{CC65DCCC-C551-48AE-A45F-F0F0A92DA179}"/>
                </a:ext>
              </a:extLst>
            </p:cNvPr>
            <p:cNvSpPr>
              <a:spLocks/>
            </p:cNvSpPr>
            <p:nvPr/>
          </p:nvSpPr>
          <p:spPr bwMode="auto">
            <a:xfrm>
              <a:off x="851" y="1523"/>
              <a:ext cx="120" cy="180"/>
            </a:xfrm>
            <a:custGeom>
              <a:avLst/>
              <a:gdLst>
                <a:gd name="T0" fmla="*/ 108 w 112"/>
                <a:gd name="T1" fmla="*/ 164 h 169"/>
                <a:gd name="T2" fmla="*/ 138 w 112"/>
                <a:gd name="T3" fmla="*/ 70 h 169"/>
                <a:gd name="T4" fmla="*/ 92 w 112"/>
                <a:gd name="T5" fmla="*/ 19 h 169"/>
                <a:gd name="T6" fmla="*/ 50 w 112"/>
                <a:gd name="T7" fmla="*/ 23 h 169"/>
                <a:gd name="T8" fmla="*/ 0 w 112"/>
                <a:gd name="T9" fmla="*/ 204 h 16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2" h="169">
                  <a:moveTo>
                    <a:pt x="88" y="136"/>
                  </a:moveTo>
                  <a:cubicBezTo>
                    <a:pt x="67" y="95"/>
                    <a:pt x="76" y="79"/>
                    <a:pt x="112" y="58"/>
                  </a:cubicBezTo>
                  <a:cubicBezTo>
                    <a:pt x="103" y="45"/>
                    <a:pt x="87" y="28"/>
                    <a:pt x="75" y="16"/>
                  </a:cubicBezTo>
                  <a:cubicBezTo>
                    <a:pt x="61" y="0"/>
                    <a:pt x="54" y="3"/>
                    <a:pt x="41" y="20"/>
                  </a:cubicBezTo>
                  <a:cubicBezTo>
                    <a:pt x="9" y="62"/>
                    <a:pt x="1" y="115"/>
                    <a:pt x="0" y="169"/>
                  </a:cubicBezTo>
                </a:path>
              </a:pathLst>
            </a:custGeom>
            <a:solidFill>
              <a:srgbClr val="F9EB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2349" name="Freeform 719">
              <a:extLst>
                <a:ext uri="{FF2B5EF4-FFF2-40B4-BE49-F238E27FC236}">
                  <a16:creationId xmlns:a16="http://schemas.microsoft.com/office/drawing/2014/main" id="{EAB39482-2E51-4921-BFB7-D91D304C8C5C}"/>
                </a:ext>
              </a:extLst>
            </p:cNvPr>
            <p:cNvSpPr>
              <a:spLocks/>
            </p:cNvSpPr>
            <p:nvPr/>
          </p:nvSpPr>
          <p:spPr bwMode="auto">
            <a:xfrm>
              <a:off x="916" y="1280"/>
              <a:ext cx="232" cy="263"/>
            </a:xfrm>
            <a:custGeom>
              <a:avLst/>
              <a:gdLst>
                <a:gd name="T0" fmla="*/ 18 w 217"/>
                <a:gd name="T1" fmla="*/ 298 h 247"/>
                <a:gd name="T2" fmla="*/ 60 w 217"/>
                <a:gd name="T3" fmla="*/ 247 h 247"/>
                <a:gd name="T4" fmla="*/ 121 w 217"/>
                <a:gd name="T5" fmla="*/ 248 h 247"/>
                <a:gd name="T6" fmla="*/ 163 w 217"/>
                <a:gd name="T7" fmla="*/ 170 h 247"/>
                <a:gd name="T8" fmla="*/ 250 w 217"/>
                <a:gd name="T9" fmla="*/ 64 h 247"/>
                <a:gd name="T10" fmla="*/ 217 w 217"/>
                <a:gd name="T11" fmla="*/ 4 h 247"/>
                <a:gd name="T12" fmla="*/ 107 w 217"/>
                <a:gd name="T13" fmla="*/ 76 h 247"/>
                <a:gd name="T14" fmla="*/ 40 w 217"/>
                <a:gd name="T15" fmla="*/ 170 h 247"/>
                <a:gd name="T16" fmla="*/ 0 w 217"/>
                <a:gd name="T17" fmla="*/ 285 h 24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17" h="247">
                  <a:moveTo>
                    <a:pt x="15" y="247"/>
                  </a:moveTo>
                  <a:cubicBezTo>
                    <a:pt x="18" y="226"/>
                    <a:pt x="28" y="210"/>
                    <a:pt x="49" y="205"/>
                  </a:cubicBezTo>
                  <a:cubicBezTo>
                    <a:pt x="69" y="200"/>
                    <a:pt x="85" y="217"/>
                    <a:pt x="99" y="206"/>
                  </a:cubicBezTo>
                  <a:cubicBezTo>
                    <a:pt x="113" y="195"/>
                    <a:pt x="122" y="157"/>
                    <a:pt x="133" y="141"/>
                  </a:cubicBezTo>
                  <a:cubicBezTo>
                    <a:pt x="153" y="114"/>
                    <a:pt x="192" y="84"/>
                    <a:pt x="205" y="53"/>
                  </a:cubicBezTo>
                  <a:cubicBezTo>
                    <a:pt x="217" y="26"/>
                    <a:pt x="209" y="0"/>
                    <a:pt x="178" y="4"/>
                  </a:cubicBezTo>
                  <a:cubicBezTo>
                    <a:pt x="141" y="8"/>
                    <a:pt x="112" y="38"/>
                    <a:pt x="88" y="63"/>
                  </a:cubicBezTo>
                  <a:cubicBezTo>
                    <a:pt x="65" y="88"/>
                    <a:pt x="45" y="110"/>
                    <a:pt x="33" y="141"/>
                  </a:cubicBezTo>
                  <a:cubicBezTo>
                    <a:pt x="22" y="171"/>
                    <a:pt x="17" y="212"/>
                    <a:pt x="0" y="237"/>
                  </a:cubicBezTo>
                </a:path>
              </a:pathLst>
            </a:custGeom>
            <a:solidFill>
              <a:srgbClr val="F9EB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2350" name="Freeform 720">
              <a:extLst>
                <a:ext uri="{FF2B5EF4-FFF2-40B4-BE49-F238E27FC236}">
                  <a16:creationId xmlns:a16="http://schemas.microsoft.com/office/drawing/2014/main" id="{CE60023C-1E3E-4270-98B2-9CBF5D46C7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8" y="1218"/>
              <a:ext cx="385" cy="229"/>
            </a:xfrm>
            <a:custGeom>
              <a:avLst/>
              <a:gdLst>
                <a:gd name="T0" fmla="*/ 42 w 361"/>
                <a:gd name="T1" fmla="*/ 260 h 215"/>
                <a:gd name="T2" fmla="*/ 83 w 361"/>
                <a:gd name="T3" fmla="*/ 219 h 215"/>
                <a:gd name="T4" fmla="*/ 157 w 361"/>
                <a:gd name="T5" fmla="*/ 184 h 215"/>
                <a:gd name="T6" fmla="*/ 343 w 361"/>
                <a:gd name="T7" fmla="*/ 136 h 215"/>
                <a:gd name="T8" fmla="*/ 424 w 361"/>
                <a:gd name="T9" fmla="*/ 35 h 215"/>
                <a:gd name="T10" fmla="*/ 365 w 361"/>
                <a:gd name="T11" fmla="*/ 1 h 215"/>
                <a:gd name="T12" fmla="*/ 87 w 361"/>
                <a:gd name="T13" fmla="*/ 81 h 215"/>
                <a:gd name="T14" fmla="*/ 0 w 361"/>
                <a:gd name="T15" fmla="*/ 179 h 21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61" h="215">
                  <a:moveTo>
                    <a:pt x="35" y="215"/>
                  </a:moveTo>
                  <a:cubicBezTo>
                    <a:pt x="44" y="211"/>
                    <a:pt x="57" y="190"/>
                    <a:pt x="68" y="181"/>
                  </a:cubicBezTo>
                  <a:cubicBezTo>
                    <a:pt x="87" y="164"/>
                    <a:pt x="105" y="159"/>
                    <a:pt x="129" y="152"/>
                  </a:cubicBezTo>
                  <a:cubicBezTo>
                    <a:pt x="181" y="138"/>
                    <a:pt x="233" y="134"/>
                    <a:pt x="283" y="113"/>
                  </a:cubicBezTo>
                  <a:cubicBezTo>
                    <a:pt x="311" y="101"/>
                    <a:pt x="361" y="67"/>
                    <a:pt x="350" y="29"/>
                  </a:cubicBezTo>
                  <a:cubicBezTo>
                    <a:pt x="344" y="10"/>
                    <a:pt x="321" y="1"/>
                    <a:pt x="301" y="1"/>
                  </a:cubicBezTo>
                  <a:cubicBezTo>
                    <a:pt x="220" y="0"/>
                    <a:pt x="141" y="27"/>
                    <a:pt x="72" y="67"/>
                  </a:cubicBezTo>
                  <a:cubicBezTo>
                    <a:pt x="39" y="86"/>
                    <a:pt x="23" y="117"/>
                    <a:pt x="0" y="148"/>
                  </a:cubicBezTo>
                </a:path>
              </a:pathLst>
            </a:custGeom>
            <a:solidFill>
              <a:srgbClr val="F9EB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2351" name="Freeform 721">
              <a:extLst>
                <a:ext uri="{FF2B5EF4-FFF2-40B4-BE49-F238E27FC236}">
                  <a16:creationId xmlns:a16="http://schemas.microsoft.com/office/drawing/2014/main" id="{E355CF29-67DC-458C-A1A2-14861799F24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5" y="1317"/>
              <a:ext cx="417" cy="559"/>
            </a:xfrm>
            <a:custGeom>
              <a:avLst/>
              <a:gdLst>
                <a:gd name="T0" fmla="*/ 283 w 390"/>
                <a:gd name="T1" fmla="*/ 30 h 524"/>
                <a:gd name="T2" fmla="*/ 210 w 390"/>
                <a:gd name="T3" fmla="*/ 81 h 524"/>
                <a:gd name="T4" fmla="*/ 121 w 390"/>
                <a:gd name="T5" fmla="*/ 124 h 524"/>
                <a:gd name="T6" fmla="*/ 22 w 390"/>
                <a:gd name="T7" fmla="*/ 228 h 524"/>
                <a:gd name="T8" fmla="*/ 49 w 390"/>
                <a:gd name="T9" fmla="*/ 376 h 524"/>
                <a:gd name="T10" fmla="*/ 64 w 390"/>
                <a:gd name="T11" fmla="*/ 504 h 524"/>
                <a:gd name="T12" fmla="*/ 128 w 390"/>
                <a:gd name="T13" fmla="*/ 574 h 524"/>
                <a:gd name="T14" fmla="*/ 229 w 390"/>
                <a:gd name="T15" fmla="*/ 569 h 524"/>
                <a:gd name="T16" fmla="*/ 303 w 390"/>
                <a:gd name="T17" fmla="*/ 618 h 524"/>
                <a:gd name="T18" fmla="*/ 411 w 390"/>
                <a:gd name="T19" fmla="*/ 608 h 524"/>
                <a:gd name="T20" fmla="*/ 466 w 390"/>
                <a:gd name="T21" fmla="*/ 572 h 524"/>
                <a:gd name="T22" fmla="*/ 472 w 390"/>
                <a:gd name="T23" fmla="*/ 486 h 524"/>
                <a:gd name="T24" fmla="*/ 446 w 390"/>
                <a:gd name="T25" fmla="*/ 266 h 524"/>
                <a:gd name="T26" fmla="*/ 396 w 390"/>
                <a:gd name="T27" fmla="*/ 67 h 524"/>
                <a:gd name="T28" fmla="*/ 281 w 390"/>
                <a:gd name="T29" fmla="*/ 27 h 52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390" h="524">
                  <a:moveTo>
                    <a:pt x="232" y="24"/>
                  </a:moveTo>
                  <a:cubicBezTo>
                    <a:pt x="211" y="38"/>
                    <a:pt x="191" y="54"/>
                    <a:pt x="171" y="67"/>
                  </a:cubicBezTo>
                  <a:cubicBezTo>
                    <a:pt x="148" y="82"/>
                    <a:pt x="121" y="87"/>
                    <a:pt x="99" y="102"/>
                  </a:cubicBezTo>
                  <a:cubicBezTo>
                    <a:pt x="72" y="121"/>
                    <a:pt x="34" y="158"/>
                    <a:pt x="19" y="188"/>
                  </a:cubicBezTo>
                  <a:cubicBezTo>
                    <a:pt x="0" y="228"/>
                    <a:pt x="30" y="269"/>
                    <a:pt x="40" y="309"/>
                  </a:cubicBezTo>
                  <a:cubicBezTo>
                    <a:pt x="48" y="344"/>
                    <a:pt x="50" y="378"/>
                    <a:pt x="52" y="414"/>
                  </a:cubicBezTo>
                  <a:cubicBezTo>
                    <a:pt x="54" y="453"/>
                    <a:pt x="65" y="471"/>
                    <a:pt x="105" y="472"/>
                  </a:cubicBezTo>
                  <a:cubicBezTo>
                    <a:pt x="133" y="473"/>
                    <a:pt x="160" y="461"/>
                    <a:pt x="187" y="469"/>
                  </a:cubicBezTo>
                  <a:cubicBezTo>
                    <a:pt x="213" y="477"/>
                    <a:pt x="226" y="497"/>
                    <a:pt x="248" y="509"/>
                  </a:cubicBezTo>
                  <a:cubicBezTo>
                    <a:pt x="277" y="524"/>
                    <a:pt x="308" y="514"/>
                    <a:pt x="336" y="501"/>
                  </a:cubicBezTo>
                  <a:cubicBezTo>
                    <a:pt x="351" y="494"/>
                    <a:pt x="374" y="485"/>
                    <a:pt x="382" y="471"/>
                  </a:cubicBezTo>
                  <a:cubicBezTo>
                    <a:pt x="390" y="454"/>
                    <a:pt x="386" y="419"/>
                    <a:pt x="385" y="400"/>
                  </a:cubicBezTo>
                  <a:cubicBezTo>
                    <a:pt x="380" y="339"/>
                    <a:pt x="372" y="279"/>
                    <a:pt x="365" y="218"/>
                  </a:cubicBezTo>
                  <a:cubicBezTo>
                    <a:pt x="358" y="163"/>
                    <a:pt x="351" y="104"/>
                    <a:pt x="324" y="55"/>
                  </a:cubicBezTo>
                  <a:cubicBezTo>
                    <a:pt x="306" y="22"/>
                    <a:pt x="268" y="0"/>
                    <a:pt x="230" y="22"/>
                  </a:cubicBezTo>
                </a:path>
              </a:pathLst>
            </a:custGeom>
            <a:solidFill>
              <a:srgbClr val="F9EB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2352" name="Freeform 722">
              <a:extLst>
                <a:ext uri="{FF2B5EF4-FFF2-40B4-BE49-F238E27FC236}">
                  <a16:creationId xmlns:a16="http://schemas.microsoft.com/office/drawing/2014/main" id="{9F87F50B-639F-4DF2-9749-FFD4B91642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8" y="1912"/>
              <a:ext cx="281" cy="94"/>
            </a:xfrm>
            <a:custGeom>
              <a:avLst/>
              <a:gdLst>
                <a:gd name="T0" fmla="*/ 4 w 264"/>
                <a:gd name="T1" fmla="*/ 40 h 88"/>
                <a:gd name="T2" fmla="*/ 0 w 264"/>
                <a:gd name="T3" fmla="*/ 35 h 88"/>
                <a:gd name="T4" fmla="*/ 90 w 264"/>
                <a:gd name="T5" fmla="*/ 83 h 88"/>
                <a:gd name="T6" fmla="*/ 182 w 264"/>
                <a:gd name="T7" fmla="*/ 105 h 88"/>
                <a:gd name="T8" fmla="*/ 263 w 264"/>
                <a:gd name="T9" fmla="*/ 101 h 88"/>
                <a:gd name="T10" fmla="*/ 315 w 264"/>
                <a:gd name="T11" fmla="*/ 47 h 88"/>
                <a:gd name="T12" fmla="*/ 11 w 264"/>
                <a:gd name="T13" fmla="*/ 37 h 8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4" h="88">
                  <a:moveTo>
                    <a:pt x="4" y="33"/>
                  </a:moveTo>
                  <a:cubicBezTo>
                    <a:pt x="1" y="31"/>
                    <a:pt x="2" y="29"/>
                    <a:pt x="0" y="29"/>
                  </a:cubicBezTo>
                  <a:cubicBezTo>
                    <a:pt x="10" y="46"/>
                    <a:pt x="56" y="61"/>
                    <a:pt x="75" y="68"/>
                  </a:cubicBezTo>
                  <a:cubicBezTo>
                    <a:pt x="99" y="77"/>
                    <a:pt x="125" y="84"/>
                    <a:pt x="151" y="86"/>
                  </a:cubicBezTo>
                  <a:cubicBezTo>
                    <a:pt x="172" y="88"/>
                    <a:pt x="198" y="88"/>
                    <a:pt x="218" y="83"/>
                  </a:cubicBezTo>
                  <a:cubicBezTo>
                    <a:pt x="236" y="79"/>
                    <a:pt x="264" y="60"/>
                    <a:pt x="261" y="38"/>
                  </a:cubicBezTo>
                  <a:cubicBezTo>
                    <a:pt x="257" y="0"/>
                    <a:pt x="51" y="47"/>
                    <a:pt x="8" y="31"/>
                  </a:cubicBezTo>
                </a:path>
              </a:pathLst>
            </a:custGeom>
            <a:solidFill>
              <a:srgbClr val="F9EB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2353" name="Freeform 723">
              <a:extLst>
                <a:ext uri="{FF2B5EF4-FFF2-40B4-BE49-F238E27FC236}">
                  <a16:creationId xmlns:a16="http://schemas.microsoft.com/office/drawing/2014/main" id="{08E82AE3-D1AF-45FD-89B9-15E6022B816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2" y="1875"/>
              <a:ext cx="499" cy="452"/>
            </a:xfrm>
            <a:custGeom>
              <a:avLst/>
              <a:gdLst>
                <a:gd name="T0" fmla="*/ 306 w 468"/>
                <a:gd name="T1" fmla="*/ 90 h 424"/>
                <a:gd name="T2" fmla="*/ 237 w 468"/>
                <a:gd name="T3" fmla="*/ 145 h 424"/>
                <a:gd name="T4" fmla="*/ 419 w 468"/>
                <a:gd name="T5" fmla="*/ 248 h 424"/>
                <a:gd name="T6" fmla="*/ 557 w 468"/>
                <a:gd name="T7" fmla="*/ 417 h 424"/>
                <a:gd name="T8" fmla="*/ 395 w 468"/>
                <a:gd name="T9" fmla="*/ 514 h 424"/>
                <a:gd name="T10" fmla="*/ 269 w 468"/>
                <a:gd name="T11" fmla="*/ 491 h 424"/>
                <a:gd name="T12" fmla="*/ 198 w 468"/>
                <a:gd name="T13" fmla="*/ 426 h 424"/>
                <a:gd name="T14" fmla="*/ 93 w 468"/>
                <a:gd name="T15" fmla="*/ 298 h 424"/>
                <a:gd name="T16" fmla="*/ 17 w 468"/>
                <a:gd name="T17" fmla="*/ 291 h 424"/>
                <a:gd name="T18" fmla="*/ 0 w 468"/>
                <a:gd name="T19" fmla="*/ 187 h 424"/>
                <a:gd name="T20" fmla="*/ 62 w 468"/>
                <a:gd name="T21" fmla="*/ 0 h 424"/>
                <a:gd name="T22" fmla="*/ 116 w 468"/>
                <a:gd name="T23" fmla="*/ 12 h 424"/>
                <a:gd name="T24" fmla="*/ 204 w 468"/>
                <a:gd name="T25" fmla="*/ 50 h 424"/>
                <a:gd name="T26" fmla="*/ 254 w 468"/>
                <a:gd name="T27" fmla="*/ 71 h 424"/>
                <a:gd name="T28" fmla="*/ 290 w 468"/>
                <a:gd name="T29" fmla="*/ 80 h 42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468" h="424">
                  <a:moveTo>
                    <a:pt x="252" y="74"/>
                  </a:moveTo>
                  <a:cubicBezTo>
                    <a:pt x="221" y="49"/>
                    <a:pt x="163" y="84"/>
                    <a:pt x="195" y="120"/>
                  </a:cubicBezTo>
                  <a:cubicBezTo>
                    <a:pt x="235" y="167"/>
                    <a:pt x="288" y="186"/>
                    <a:pt x="346" y="205"/>
                  </a:cubicBezTo>
                  <a:cubicBezTo>
                    <a:pt x="405" y="225"/>
                    <a:pt x="468" y="273"/>
                    <a:pt x="460" y="344"/>
                  </a:cubicBezTo>
                  <a:cubicBezTo>
                    <a:pt x="453" y="407"/>
                    <a:pt x="377" y="423"/>
                    <a:pt x="325" y="424"/>
                  </a:cubicBezTo>
                  <a:cubicBezTo>
                    <a:pt x="291" y="424"/>
                    <a:pt x="253" y="413"/>
                    <a:pt x="221" y="405"/>
                  </a:cubicBezTo>
                  <a:cubicBezTo>
                    <a:pt x="190" y="398"/>
                    <a:pt x="178" y="378"/>
                    <a:pt x="163" y="352"/>
                  </a:cubicBezTo>
                  <a:cubicBezTo>
                    <a:pt x="143" y="315"/>
                    <a:pt x="121" y="260"/>
                    <a:pt x="77" y="247"/>
                  </a:cubicBezTo>
                  <a:cubicBezTo>
                    <a:pt x="60" y="242"/>
                    <a:pt x="25" y="250"/>
                    <a:pt x="14" y="240"/>
                  </a:cubicBezTo>
                  <a:cubicBezTo>
                    <a:pt x="0" y="226"/>
                    <a:pt x="0" y="173"/>
                    <a:pt x="0" y="154"/>
                  </a:cubicBezTo>
                  <a:cubicBezTo>
                    <a:pt x="0" y="100"/>
                    <a:pt x="11" y="39"/>
                    <a:pt x="51" y="0"/>
                  </a:cubicBezTo>
                  <a:cubicBezTo>
                    <a:pt x="63" y="8"/>
                    <a:pt x="82" y="5"/>
                    <a:pt x="96" y="9"/>
                  </a:cubicBezTo>
                  <a:cubicBezTo>
                    <a:pt x="121" y="16"/>
                    <a:pt x="144" y="30"/>
                    <a:pt x="168" y="41"/>
                  </a:cubicBezTo>
                  <a:cubicBezTo>
                    <a:pt x="181" y="48"/>
                    <a:pt x="196" y="56"/>
                    <a:pt x="209" y="59"/>
                  </a:cubicBezTo>
                  <a:cubicBezTo>
                    <a:pt x="220" y="62"/>
                    <a:pt x="234" y="59"/>
                    <a:pt x="239" y="66"/>
                  </a:cubicBezTo>
                </a:path>
              </a:pathLst>
            </a:custGeom>
            <a:solidFill>
              <a:srgbClr val="F9EB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2354" name="Freeform 724">
              <a:extLst>
                <a:ext uri="{FF2B5EF4-FFF2-40B4-BE49-F238E27FC236}">
                  <a16:creationId xmlns:a16="http://schemas.microsoft.com/office/drawing/2014/main" id="{37D35502-6EFA-48B5-B6B3-6BD12F3D84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7" y="2173"/>
              <a:ext cx="225" cy="245"/>
            </a:xfrm>
            <a:custGeom>
              <a:avLst/>
              <a:gdLst>
                <a:gd name="T0" fmla="*/ 255 w 211"/>
                <a:gd name="T1" fmla="*/ 143 h 229"/>
                <a:gd name="T2" fmla="*/ 204 w 211"/>
                <a:gd name="T3" fmla="*/ 202 h 229"/>
                <a:gd name="T4" fmla="*/ 256 w 211"/>
                <a:gd name="T5" fmla="*/ 280 h 229"/>
                <a:gd name="T6" fmla="*/ 182 w 211"/>
                <a:gd name="T7" fmla="*/ 240 h 229"/>
                <a:gd name="T8" fmla="*/ 110 w 211"/>
                <a:gd name="T9" fmla="*/ 196 h 229"/>
                <a:gd name="T10" fmla="*/ 27 w 211"/>
                <a:gd name="T11" fmla="*/ 0 h 2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1" h="229">
                  <a:moveTo>
                    <a:pt x="210" y="117"/>
                  </a:moveTo>
                  <a:cubicBezTo>
                    <a:pt x="187" y="124"/>
                    <a:pt x="167" y="139"/>
                    <a:pt x="168" y="165"/>
                  </a:cubicBezTo>
                  <a:cubicBezTo>
                    <a:pt x="170" y="196"/>
                    <a:pt x="208" y="204"/>
                    <a:pt x="211" y="229"/>
                  </a:cubicBezTo>
                  <a:cubicBezTo>
                    <a:pt x="193" y="228"/>
                    <a:pt x="167" y="204"/>
                    <a:pt x="150" y="195"/>
                  </a:cubicBezTo>
                  <a:cubicBezTo>
                    <a:pt x="131" y="184"/>
                    <a:pt x="108" y="174"/>
                    <a:pt x="91" y="160"/>
                  </a:cubicBezTo>
                  <a:cubicBezTo>
                    <a:pt x="47" y="126"/>
                    <a:pt x="0" y="56"/>
                    <a:pt x="22" y="0"/>
                  </a:cubicBezTo>
                </a:path>
              </a:pathLst>
            </a:custGeom>
            <a:solidFill>
              <a:srgbClr val="F9EB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2355" name="Freeform 725">
              <a:extLst>
                <a:ext uri="{FF2B5EF4-FFF2-40B4-BE49-F238E27FC236}">
                  <a16:creationId xmlns:a16="http://schemas.microsoft.com/office/drawing/2014/main" id="{F1E80639-C861-4B5D-936B-C6BB6EDC3775}"/>
                </a:ext>
              </a:extLst>
            </p:cNvPr>
            <p:cNvSpPr>
              <a:spLocks/>
            </p:cNvSpPr>
            <p:nvPr/>
          </p:nvSpPr>
          <p:spPr bwMode="auto">
            <a:xfrm>
              <a:off x="972" y="2317"/>
              <a:ext cx="239" cy="327"/>
            </a:xfrm>
            <a:custGeom>
              <a:avLst/>
              <a:gdLst>
                <a:gd name="T0" fmla="*/ 257 w 224"/>
                <a:gd name="T1" fmla="*/ 215 h 306"/>
                <a:gd name="T2" fmla="*/ 160 w 224"/>
                <a:gd name="T3" fmla="*/ 73 h 306"/>
                <a:gd name="T4" fmla="*/ 54 w 224"/>
                <a:gd name="T5" fmla="*/ 3 h 306"/>
                <a:gd name="T6" fmla="*/ 21 w 224"/>
                <a:gd name="T7" fmla="*/ 131 h 306"/>
                <a:gd name="T8" fmla="*/ 114 w 224"/>
                <a:gd name="T9" fmla="*/ 354 h 306"/>
                <a:gd name="T10" fmla="*/ 251 w 224"/>
                <a:gd name="T11" fmla="*/ 205 h 30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4" h="306">
                  <a:moveTo>
                    <a:pt x="212" y="176"/>
                  </a:moveTo>
                  <a:cubicBezTo>
                    <a:pt x="224" y="124"/>
                    <a:pt x="167" y="90"/>
                    <a:pt x="132" y="60"/>
                  </a:cubicBezTo>
                  <a:cubicBezTo>
                    <a:pt x="112" y="43"/>
                    <a:pt x="73" y="4"/>
                    <a:pt x="45" y="3"/>
                  </a:cubicBezTo>
                  <a:cubicBezTo>
                    <a:pt x="0" y="0"/>
                    <a:pt x="17" y="83"/>
                    <a:pt x="18" y="108"/>
                  </a:cubicBezTo>
                  <a:cubicBezTo>
                    <a:pt x="20" y="173"/>
                    <a:pt x="13" y="271"/>
                    <a:pt x="94" y="290"/>
                  </a:cubicBezTo>
                  <a:cubicBezTo>
                    <a:pt x="160" y="306"/>
                    <a:pt x="189" y="216"/>
                    <a:pt x="206" y="168"/>
                  </a:cubicBezTo>
                </a:path>
              </a:pathLst>
            </a:custGeom>
            <a:solidFill>
              <a:srgbClr val="F9EB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2356" name="Freeform 726">
              <a:extLst>
                <a:ext uri="{FF2B5EF4-FFF2-40B4-BE49-F238E27FC236}">
                  <a16:creationId xmlns:a16="http://schemas.microsoft.com/office/drawing/2014/main" id="{F0637090-AF0F-467D-9E56-88E37AC0F38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4" y="2467"/>
              <a:ext cx="446" cy="289"/>
            </a:xfrm>
            <a:custGeom>
              <a:avLst/>
              <a:gdLst>
                <a:gd name="T0" fmla="*/ 0 w 418"/>
                <a:gd name="T1" fmla="*/ 158 h 271"/>
                <a:gd name="T2" fmla="*/ 275 w 418"/>
                <a:gd name="T3" fmla="*/ 218 h 271"/>
                <a:gd name="T4" fmla="*/ 369 w 418"/>
                <a:gd name="T5" fmla="*/ 259 h 271"/>
                <a:gd name="T6" fmla="*/ 459 w 418"/>
                <a:gd name="T7" fmla="*/ 316 h 271"/>
                <a:gd name="T8" fmla="*/ 483 w 418"/>
                <a:gd name="T9" fmla="*/ 319 h 271"/>
                <a:gd name="T10" fmla="*/ 455 w 418"/>
                <a:gd name="T11" fmla="*/ 270 h 271"/>
                <a:gd name="T12" fmla="*/ 445 w 418"/>
                <a:gd name="T13" fmla="*/ 219 h 271"/>
                <a:gd name="T14" fmla="*/ 423 w 418"/>
                <a:gd name="T15" fmla="*/ 150 h 271"/>
                <a:gd name="T16" fmla="*/ 307 w 418"/>
                <a:gd name="T17" fmla="*/ 89 h 271"/>
                <a:gd name="T18" fmla="*/ 185 w 418"/>
                <a:gd name="T19" fmla="*/ 113 h 271"/>
                <a:gd name="T20" fmla="*/ 126 w 418"/>
                <a:gd name="T21" fmla="*/ 79 h 271"/>
                <a:gd name="T22" fmla="*/ 126 w 418"/>
                <a:gd name="T23" fmla="*/ 0 h 27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18" h="271">
                  <a:moveTo>
                    <a:pt x="0" y="130"/>
                  </a:moveTo>
                  <a:cubicBezTo>
                    <a:pt x="62" y="181"/>
                    <a:pt x="154" y="162"/>
                    <a:pt x="227" y="179"/>
                  </a:cubicBezTo>
                  <a:cubicBezTo>
                    <a:pt x="255" y="186"/>
                    <a:pt x="277" y="204"/>
                    <a:pt x="304" y="214"/>
                  </a:cubicBezTo>
                  <a:cubicBezTo>
                    <a:pt x="333" y="224"/>
                    <a:pt x="351" y="247"/>
                    <a:pt x="378" y="261"/>
                  </a:cubicBezTo>
                  <a:cubicBezTo>
                    <a:pt x="387" y="266"/>
                    <a:pt x="389" y="271"/>
                    <a:pt x="398" y="263"/>
                  </a:cubicBezTo>
                  <a:cubicBezTo>
                    <a:pt x="418" y="246"/>
                    <a:pt x="385" y="231"/>
                    <a:pt x="374" y="222"/>
                  </a:cubicBezTo>
                  <a:cubicBezTo>
                    <a:pt x="357" y="209"/>
                    <a:pt x="373" y="199"/>
                    <a:pt x="366" y="180"/>
                  </a:cubicBezTo>
                  <a:cubicBezTo>
                    <a:pt x="359" y="163"/>
                    <a:pt x="358" y="139"/>
                    <a:pt x="348" y="124"/>
                  </a:cubicBezTo>
                  <a:cubicBezTo>
                    <a:pt x="333" y="102"/>
                    <a:pt x="281" y="80"/>
                    <a:pt x="253" y="73"/>
                  </a:cubicBezTo>
                  <a:cubicBezTo>
                    <a:pt x="214" y="63"/>
                    <a:pt x="189" y="81"/>
                    <a:pt x="152" y="93"/>
                  </a:cubicBezTo>
                  <a:cubicBezTo>
                    <a:pt x="127" y="102"/>
                    <a:pt x="104" y="97"/>
                    <a:pt x="104" y="65"/>
                  </a:cubicBezTo>
                  <a:cubicBezTo>
                    <a:pt x="104" y="35"/>
                    <a:pt x="132" y="25"/>
                    <a:pt x="104" y="0"/>
                  </a:cubicBezTo>
                </a:path>
              </a:pathLst>
            </a:custGeom>
            <a:solidFill>
              <a:srgbClr val="F9EB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2357" name="Freeform 727">
              <a:extLst>
                <a:ext uri="{FF2B5EF4-FFF2-40B4-BE49-F238E27FC236}">
                  <a16:creationId xmlns:a16="http://schemas.microsoft.com/office/drawing/2014/main" id="{FF0F00CA-DBCC-4E16-B1CC-66D8F31BFB23}"/>
                </a:ext>
              </a:extLst>
            </p:cNvPr>
            <p:cNvSpPr>
              <a:spLocks/>
            </p:cNvSpPr>
            <p:nvPr/>
          </p:nvSpPr>
          <p:spPr bwMode="auto">
            <a:xfrm>
              <a:off x="988" y="2700"/>
              <a:ext cx="500" cy="316"/>
            </a:xfrm>
            <a:custGeom>
              <a:avLst/>
              <a:gdLst>
                <a:gd name="T0" fmla="*/ 214 w 469"/>
                <a:gd name="T1" fmla="*/ 21 h 296"/>
                <a:gd name="T2" fmla="*/ 85 w 469"/>
                <a:gd name="T3" fmla="*/ 1 h 296"/>
                <a:gd name="T4" fmla="*/ 3 w 469"/>
                <a:gd name="T5" fmla="*/ 113 h 296"/>
                <a:gd name="T6" fmla="*/ 57 w 469"/>
                <a:gd name="T7" fmla="*/ 266 h 296"/>
                <a:gd name="T8" fmla="*/ 189 w 469"/>
                <a:gd name="T9" fmla="*/ 288 h 296"/>
                <a:gd name="T10" fmla="*/ 354 w 469"/>
                <a:gd name="T11" fmla="*/ 307 h 296"/>
                <a:gd name="T12" fmla="*/ 489 w 469"/>
                <a:gd name="T13" fmla="*/ 358 h 296"/>
                <a:gd name="T14" fmla="*/ 549 w 469"/>
                <a:gd name="T15" fmla="*/ 341 h 296"/>
                <a:gd name="T16" fmla="*/ 545 w 469"/>
                <a:gd name="T17" fmla="*/ 249 h 296"/>
                <a:gd name="T18" fmla="*/ 428 w 469"/>
                <a:gd name="T19" fmla="*/ 131 h 296"/>
                <a:gd name="T20" fmla="*/ 289 w 469"/>
                <a:gd name="T21" fmla="*/ 56 h 296"/>
                <a:gd name="T22" fmla="*/ 214 w 469"/>
                <a:gd name="T23" fmla="*/ 27 h 29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69" h="296">
                  <a:moveTo>
                    <a:pt x="177" y="18"/>
                  </a:moveTo>
                  <a:cubicBezTo>
                    <a:pt x="146" y="8"/>
                    <a:pt x="103" y="0"/>
                    <a:pt x="70" y="1"/>
                  </a:cubicBezTo>
                  <a:cubicBezTo>
                    <a:pt x="25" y="4"/>
                    <a:pt x="0" y="51"/>
                    <a:pt x="3" y="93"/>
                  </a:cubicBezTo>
                  <a:cubicBezTo>
                    <a:pt x="5" y="131"/>
                    <a:pt x="19" y="191"/>
                    <a:pt x="47" y="218"/>
                  </a:cubicBezTo>
                  <a:cubicBezTo>
                    <a:pt x="80" y="249"/>
                    <a:pt x="116" y="244"/>
                    <a:pt x="156" y="237"/>
                  </a:cubicBezTo>
                  <a:cubicBezTo>
                    <a:pt x="207" y="228"/>
                    <a:pt x="244" y="237"/>
                    <a:pt x="292" y="253"/>
                  </a:cubicBezTo>
                  <a:cubicBezTo>
                    <a:pt x="329" y="266"/>
                    <a:pt x="364" y="290"/>
                    <a:pt x="404" y="294"/>
                  </a:cubicBezTo>
                  <a:cubicBezTo>
                    <a:pt x="423" y="296"/>
                    <a:pt x="442" y="296"/>
                    <a:pt x="453" y="280"/>
                  </a:cubicBezTo>
                  <a:cubicBezTo>
                    <a:pt x="469" y="255"/>
                    <a:pt x="463" y="227"/>
                    <a:pt x="449" y="204"/>
                  </a:cubicBezTo>
                  <a:cubicBezTo>
                    <a:pt x="425" y="164"/>
                    <a:pt x="394" y="131"/>
                    <a:pt x="353" y="108"/>
                  </a:cubicBezTo>
                  <a:cubicBezTo>
                    <a:pt x="314" y="87"/>
                    <a:pt x="279" y="61"/>
                    <a:pt x="238" y="46"/>
                  </a:cubicBezTo>
                  <a:cubicBezTo>
                    <a:pt x="217" y="38"/>
                    <a:pt x="197" y="30"/>
                    <a:pt x="177" y="22"/>
                  </a:cubicBezTo>
                </a:path>
              </a:pathLst>
            </a:custGeom>
            <a:solidFill>
              <a:srgbClr val="F9EB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2358" name="Freeform 728">
              <a:extLst>
                <a:ext uri="{FF2B5EF4-FFF2-40B4-BE49-F238E27FC236}">
                  <a16:creationId xmlns:a16="http://schemas.microsoft.com/office/drawing/2014/main" id="{7A9DDFE5-1DC2-4D07-9EC2-D353BE3734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8" y="3021"/>
              <a:ext cx="177" cy="97"/>
            </a:xfrm>
            <a:custGeom>
              <a:avLst/>
              <a:gdLst>
                <a:gd name="T0" fmla="*/ 117 w 166"/>
                <a:gd name="T1" fmla="*/ 16 h 91"/>
                <a:gd name="T2" fmla="*/ 34 w 166"/>
                <a:gd name="T3" fmla="*/ 18 h 91"/>
                <a:gd name="T4" fmla="*/ 63 w 166"/>
                <a:gd name="T5" fmla="*/ 86 h 91"/>
                <a:gd name="T6" fmla="*/ 175 w 166"/>
                <a:gd name="T7" fmla="*/ 82 h 91"/>
                <a:gd name="T8" fmla="*/ 103 w 166"/>
                <a:gd name="T9" fmla="*/ 22 h 9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6" h="91">
                  <a:moveTo>
                    <a:pt x="97" y="13"/>
                  </a:moveTo>
                  <a:cubicBezTo>
                    <a:pt x="77" y="21"/>
                    <a:pt x="47" y="0"/>
                    <a:pt x="28" y="15"/>
                  </a:cubicBezTo>
                  <a:cubicBezTo>
                    <a:pt x="0" y="37"/>
                    <a:pt x="32" y="62"/>
                    <a:pt x="52" y="71"/>
                  </a:cubicBezTo>
                  <a:cubicBezTo>
                    <a:pt x="74" y="80"/>
                    <a:pt x="125" y="91"/>
                    <a:pt x="144" y="68"/>
                  </a:cubicBezTo>
                  <a:cubicBezTo>
                    <a:pt x="166" y="41"/>
                    <a:pt x="95" y="11"/>
                    <a:pt x="85" y="19"/>
                  </a:cubicBezTo>
                </a:path>
              </a:pathLst>
            </a:custGeom>
            <a:solidFill>
              <a:srgbClr val="F9EB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2359" name="Freeform 729">
              <a:extLst>
                <a:ext uri="{FF2B5EF4-FFF2-40B4-BE49-F238E27FC236}">
                  <a16:creationId xmlns:a16="http://schemas.microsoft.com/office/drawing/2014/main" id="{684B94BA-1305-49D2-8136-60A381923D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9" y="3125"/>
              <a:ext cx="340" cy="501"/>
            </a:xfrm>
            <a:custGeom>
              <a:avLst/>
              <a:gdLst>
                <a:gd name="T0" fmla="*/ 372 w 319"/>
                <a:gd name="T1" fmla="*/ 104 h 470"/>
                <a:gd name="T2" fmla="*/ 252 w 319"/>
                <a:gd name="T3" fmla="*/ 97 h 470"/>
                <a:gd name="T4" fmla="*/ 141 w 319"/>
                <a:gd name="T5" fmla="*/ 80 h 470"/>
                <a:gd name="T6" fmla="*/ 74 w 319"/>
                <a:gd name="T7" fmla="*/ 48 h 470"/>
                <a:gd name="T8" fmla="*/ 32 w 319"/>
                <a:gd name="T9" fmla="*/ 0 h 470"/>
                <a:gd name="T10" fmla="*/ 42 w 319"/>
                <a:gd name="T11" fmla="*/ 131 h 470"/>
                <a:gd name="T12" fmla="*/ 21 w 319"/>
                <a:gd name="T13" fmla="*/ 303 h 470"/>
                <a:gd name="T14" fmla="*/ 59 w 319"/>
                <a:gd name="T15" fmla="*/ 530 h 470"/>
                <a:gd name="T16" fmla="*/ 197 w 319"/>
                <a:gd name="T17" fmla="*/ 568 h 470"/>
                <a:gd name="T18" fmla="*/ 311 w 319"/>
                <a:gd name="T19" fmla="*/ 433 h 470"/>
                <a:gd name="T20" fmla="*/ 375 w 319"/>
                <a:gd name="T21" fmla="*/ 260 h 470"/>
                <a:gd name="T22" fmla="*/ 384 w 319"/>
                <a:gd name="T23" fmla="*/ 187 h 470"/>
                <a:gd name="T24" fmla="*/ 369 w 319"/>
                <a:gd name="T25" fmla="*/ 109 h 47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19" h="470">
                  <a:moveTo>
                    <a:pt x="307" y="86"/>
                  </a:moveTo>
                  <a:cubicBezTo>
                    <a:pt x="276" y="76"/>
                    <a:pt x="239" y="83"/>
                    <a:pt x="207" y="80"/>
                  </a:cubicBezTo>
                  <a:cubicBezTo>
                    <a:pt x="176" y="77"/>
                    <a:pt x="145" y="74"/>
                    <a:pt x="116" y="66"/>
                  </a:cubicBezTo>
                  <a:cubicBezTo>
                    <a:pt x="97" y="60"/>
                    <a:pt x="76" y="53"/>
                    <a:pt x="61" y="39"/>
                  </a:cubicBezTo>
                  <a:cubicBezTo>
                    <a:pt x="49" y="27"/>
                    <a:pt x="41" y="9"/>
                    <a:pt x="26" y="0"/>
                  </a:cubicBezTo>
                  <a:cubicBezTo>
                    <a:pt x="10" y="28"/>
                    <a:pt x="37" y="76"/>
                    <a:pt x="35" y="108"/>
                  </a:cubicBezTo>
                  <a:cubicBezTo>
                    <a:pt x="32" y="156"/>
                    <a:pt x="21" y="203"/>
                    <a:pt x="18" y="250"/>
                  </a:cubicBezTo>
                  <a:cubicBezTo>
                    <a:pt x="15" y="303"/>
                    <a:pt x="0" y="399"/>
                    <a:pt x="49" y="437"/>
                  </a:cubicBezTo>
                  <a:cubicBezTo>
                    <a:pt x="81" y="461"/>
                    <a:pt x="125" y="470"/>
                    <a:pt x="163" y="469"/>
                  </a:cubicBezTo>
                  <a:cubicBezTo>
                    <a:pt x="218" y="466"/>
                    <a:pt x="239" y="401"/>
                    <a:pt x="257" y="357"/>
                  </a:cubicBezTo>
                  <a:cubicBezTo>
                    <a:pt x="276" y="310"/>
                    <a:pt x="297" y="263"/>
                    <a:pt x="310" y="215"/>
                  </a:cubicBezTo>
                  <a:cubicBezTo>
                    <a:pt x="316" y="194"/>
                    <a:pt x="319" y="174"/>
                    <a:pt x="317" y="154"/>
                  </a:cubicBezTo>
                  <a:cubicBezTo>
                    <a:pt x="316" y="131"/>
                    <a:pt x="307" y="111"/>
                    <a:pt x="305" y="90"/>
                  </a:cubicBezTo>
                </a:path>
              </a:pathLst>
            </a:custGeom>
            <a:solidFill>
              <a:srgbClr val="F9EB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2360" name="Freeform 730">
              <a:extLst>
                <a:ext uri="{FF2B5EF4-FFF2-40B4-BE49-F238E27FC236}">
                  <a16:creationId xmlns:a16="http://schemas.microsoft.com/office/drawing/2014/main" id="{A294E4C4-7FCA-476C-8077-105716D5C2C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1" y="3708"/>
              <a:ext cx="153" cy="87"/>
            </a:xfrm>
            <a:custGeom>
              <a:avLst/>
              <a:gdLst>
                <a:gd name="T0" fmla="*/ 86 w 143"/>
                <a:gd name="T1" fmla="*/ 7 h 82"/>
                <a:gd name="T2" fmla="*/ 12 w 143"/>
                <a:gd name="T3" fmla="*/ 32 h 82"/>
                <a:gd name="T4" fmla="*/ 86 w 143"/>
                <a:gd name="T5" fmla="*/ 55 h 82"/>
                <a:gd name="T6" fmla="*/ 175 w 143"/>
                <a:gd name="T7" fmla="*/ 48 h 82"/>
                <a:gd name="T8" fmla="*/ 78 w 143"/>
                <a:gd name="T9" fmla="*/ 15 h 8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3" h="82">
                  <a:moveTo>
                    <a:pt x="70" y="7"/>
                  </a:moveTo>
                  <a:cubicBezTo>
                    <a:pt x="51" y="0"/>
                    <a:pt x="16" y="1"/>
                    <a:pt x="9" y="26"/>
                  </a:cubicBezTo>
                  <a:cubicBezTo>
                    <a:pt x="0" y="58"/>
                    <a:pt x="50" y="41"/>
                    <a:pt x="70" y="46"/>
                  </a:cubicBezTo>
                  <a:cubicBezTo>
                    <a:pt x="88" y="52"/>
                    <a:pt x="143" y="82"/>
                    <a:pt x="143" y="40"/>
                  </a:cubicBezTo>
                  <a:cubicBezTo>
                    <a:pt x="143" y="14"/>
                    <a:pt x="80" y="3"/>
                    <a:pt x="64" y="12"/>
                  </a:cubicBezTo>
                </a:path>
              </a:pathLst>
            </a:custGeom>
            <a:solidFill>
              <a:srgbClr val="F9EB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2361" name="Freeform 731">
              <a:extLst>
                <a:ext uri="{FF2B5EF4-FFF2-40B4-BE49-F238E27FC236}">
                  <a16:creationId xmlns:a16="http://schemas.microsoft.com/office/drawing/2014/main" id="{E1DEF5D4-7508-4C07-8355-EAB54D596002}"/>
                </a:ext>
              </a:extLst>
            </p:cNvPr>
            <p:cNvSpPr>
              <a:spLocks/>
            </p:cNvSpPr>
            <p:nvPr/>
          </p:nvSpPr>
          <p:spPr bwMode="auto">
            <a:xfrm>
              <a:off x="970" y="3828"/>
              <a:ext cx="218" cy="158"/>
            </a:xfrm>
            <a:custGeom>
              <a:avLst/>
              <a:gdLst>
                <a:gd name="T0" fmla="*/ 235 w 205"/>
                <a:gd name="T1" fmla="*/ 22 h 148"/>
                <a:gd name="T2" fmla="*/ 236 w 205"/>
                <a:gd name="T3" fmla="*/ 61 h 148"/>
                <a:gd name="T4" fmla="*/ 196 w 205"/>
                <a:gd name="T5" fmla="*/ 64 h 148"/>
                <a:gd name="T6" fmla="*/ 111 w 205"/>
                <a:gd name="T7" fmla="*/ 85 h 148"/>
                <a:gd name="T8" fmla="*/ 0 w 205"/>
                <a:gd name="T9" fmla="*/ 140 h 148"/>
                <a:gd name="T10" fmla="*/ 40 w 205"/>
                <a:gd name="T11" fmla="*/ 91 h 148"/>
                <a:gd name="T12" fmla="*/ 91 w 205"/>
                <a:gd name="T13" fmla="*/ 22 h 148"/>
                <a:gd name="T14" fmla="*/ 135 w 205"/>
                <a:gd name="T15" fmla="*/ 11 h 148"/>
                <a:gd name="T16" fmla="*/ 231 w 205"/>
                <a:gd name="T17" fmla="*/ 7 h 14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5" h="148">
                  <a:moveTo>
                    <a:pt x="196" y="19"/>
                  </a:moveTo>
                  <a:cubicBezTo>
                    <a:pt x="205" y="24"/>
                    <a:pt x="205" y="42"/>
                    <a:pt x="197" y="50"/>
                  </a:cubicBezTo>
                  <a:cubicBezTo>
                    <a:pt x="187" y="61"/>
                    <a:pt x="175" y="54"/>
                    <a:pt x="163" y="52"/>
                  </a:cubicBezTo>
                  <a:cubicBezTo>
                    <a:pt x="132" y="48"/>
                    <a:pt x="115" y="50"/>
                    <a:pt x="92" y="70"/>
                  </a:cubicBezTo>
                  <a:cubicBezTo>
                    <a:pt x="67" y="91"/>
                    <a:pt x="32" y="148"/>
                    <a:pt x="0" y="115"/>
                  </a:cubicBezTo>
                  <a:cubicBezTo>
                    <a:pt x="10" y="99"/>
                    <a:pt x="21" y="88"/>
                    <a:pt x="34" y="75"/>
                  </a:cubicBezTo>
                  <a:cubicBezTo>
                    <a:pt x="50" y="58"/>
                    <a:pt x="59" y="35"/>
                    <a:pt x="76" y="19"/>
                  </a:cubicBezTo>
                  <a:cubicBezTo>
                    <a:pt x="90" y="5"/>
                    <a:pt x="91" y="7"/>
                    <a:pt x="112" y="8"/>
                  </a:cubicBezTo>
                  <a:cubicBezTo>
                    <a:pt x="136" y="11"/>
                    <a:pt x="170" y="0"/>
                    <a:pt x="192" y="7"/>
                  </a:cubicBezTo>
                </a:path>
              </a:pathLst>
            </a:custGeom>
            <a:solidFill>
              <a:srgbClr val="F9EB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2362" name="Freeform 732">
              <a:extLst>
                <a:ext uri="{FF2B5EF4-FFF2-40B4-BE49-F238E27FC236}">
                  <a16:creationId xmlns:a16="http://schemas.microsoft.com/office/drawing/2014/main" id="{1C1B2A84-369E-428C-9F2F-5536BB3F3451}"/>
                </a:ext>
              </a:extLst>
            </p:cNvPr>
            <p:cNvSpPr>
              <a:spLocks/>
            </p:cNvSpPr>
            <p:nvPr/>
          </p:nvSpPr>
          <p:spPr bwMode="auto">
            <a:xfrm>
              <a:off x="809" y="1783"/>
              <a:ext cx="115" cy="184"/>
            </a:xfrm>
            <a:custGeom>
              <a:avLst/>
              <a:gdLst>
                <a:gd name="T0" fmla="*/ 63 w 108"/>
                <a:gd name="T1" fmla="*/ 0 h 172"/>
                <a:gd name="T2" fmla="*/ 83 w 108"/>
                <a:gd name="T3" fmla="*/ 66 h 172"/>
                <a:gd name="T4" fmla="*/ 66 w 108"/>
                <a:gd name="T5" fmla="*/ 120 h 172"/>
                <a:gd name="T6" fmla="*/ 6 w 108"/>
                <a:gd name="T7" fmla="*/ 93 h 172"/>
                <a:gd name="T8" fmla="*/ 117 w 108"/>
                <a:gd name="T9" fmla="*/ 196 h 172"/>
                <a:gd name="T10" fmla="*/ 125 w 108"/>
                <a:gd name="T11" fmla="*/ 165 h 172"/>
                <a:gd name="T12" fmla="*/ 100 w 108"/>
                <a:gd name="T13" fmla="*/ 129 h 172"/>
                <a:gd name="T14" fmla="*/ 119 w 108"/>
                <a:gd name="T15" fmla="*/ 35 h 17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8" h="172">
                  <a:moveTo>
                    <a:pt x="52" y="0"/>
                  </a:moveTo>
                  <a:cubicBezTo>
                    <a:pt x="53" y="18"/>
                    <a:pt x="68" y="33"/>
                    <a:pt x="69" y="54"/>
                  </a:cubicBezTo>
                  <a:cubicBezTo>
                    <a:pt x="69" y="72"/>
                    <a:pt x="61" y="83"/>
                    <a:pt x="54" y="98"/>
                  </a:cubicBezTo>
                  <a:cubicBezTo>
                    <a:pt x="37" y="94"/>
                    <a:pt x="22" y="81"/>
                    <a:pt x="6" y="76"/>
                  </a:cubicBezTo>
                  <a:cubicBezTo>
                    <a:pt x="0" y="100"/>
                    <a:pt x="72" y="172"/>
                    <a:pt x="97" y="160"/>
                  </a:cubicBezTo>
                  <a:cubicBezTo>
                    <a:pt x="108" y="156"/>
                    <a:pt x="107" y="142"/>
                    <a:pt x="103" y="135"/>
                  </a:cubicBezTo>
                  <a:cubicBezTo>
                    <a:pt x="94" y="120"/>
                    <a:pt x="85" y="129"/>
                    <a:pt x="83" y="106"/>
                  </a:cubicBezTo>
                  <a:cubicBezTo>
                    <a:pt x="80" y="79"/>
                    <a:pt x="91" y="54"/>
                    <a:pt x="99" y="29"/>
                  </a:cubicBezTo>
                </a:path>
              </a:pathLst>
            </a:custGeom>
            <a:solidFill>
              <a:srgbClr val="F9EB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2363" name="Freeform 733">
              <a:extLst>
                <a:ext uri="{FF2B5EF4-FFF2-40B4-BE49-F238E27FC236}">
                  <a16:creationId xmlns:a16="http://schemas.microsoft.com/office/drawing/2014/main" id="{24C9DE6A-07F5-4F64-BF38-AF61AFD24070}"/>
                </a:ext>
              </a:extLst>
            </p:cNvPr>
            <p:cNvSpPr>
              <a:spLocks/>
            </p:cNvSpPr>
            <p:nvPr/>
          </p:nvSpPr>
          <p:spPr bwMode="auto">
            <a:xfrm>
              <a:off x="742" y="1958"/>
              <a:ext cx="191" cy="223"/>
            </a:xfrm>
            <a:custGeom>
              <a:avLst/>
              <a:gdLst>
                <a:gd name="T0" fmla="*/ 48 w 179"/>
                <a:gd name="T1" fmla="*/ 0 h 209"/>
                <a:gd name="T2" fmla="*/ 116 w 179"/>
                <a:gd name="T3" fmla="*/ 41 h 209"/>
                <a:gd name="T4" fmla="*/ 184 w 179"/>
                <a:gd name="T5" fmla="*/ 41 h 209"/>
                <a:gd name="T6" fmla="*/ 171 w 179"/>
                <a:gd name="T7" fmla="*/ 165 h 209"/>
                <a:gd name="T8" fmla="*/ 80 w 179"/>
                <a:gd name="T9" fmla="*/ 194 h 209"/>
                <a:gd name="T10" fmla="*/ 0 w 179"/>
                <a:gd name="T11" fmla="*/ 243 h 209"/>
                <a:gd name="T12" fmla="*/ 32 w 179"/>
                <a:gd name="T13" fmla="*/ 186 h 209"/>
                <a:gd name="T14" fmla="*/ 31 w 179"/>
                <a:gd name="T15" fmla="*/ 126 h 209"/>
                <a:gd name="T16" fmla="*/ 42 w 179"/>
                <a:gd name="T17" fmla="*/ 11 h 20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79" h="209">
                  <a:moveTo>
                    <a:pt x="39" y="0"/>
                  </a:moveTo>
                  <a:cubicBezTo>
                    <a:pt x="51" y="17"/>
                    <a:pt x="76" y="32"/>
                    <a:pt x="96" y="34"/>
                  </a:cubicBezTo>
                  <a:cubicBezTo>
                    <a:pt x="112" y="36"/>
                    <a:pt x="137" y="26"/>
                    <a:pt x="151" y="34"/>
                  </a:cubicBezTo>
                  <a:cubicBezTo>
                    <a:pt x="179" y="50"/>
                    <a:pt x="153" y="116"/>
                    <a:pt x="141" y="136"/>
                  </a:cubicBezTo>
                  <a:cubicBezTo>
                    <a:pt x="121" y="167"/>
                    <a:pt x="94" y="145"/>
                    <a:pt x="66" y="160"/>
                  </a:cubicBezTo>
                  <a:cubicBezTo>
                    <a:pt x="44" y="172"/>
                    <a:pt x="29" y="209"/>
                    <a:pt x="0" y="201"/>
                  </a:cubicBezTo>
                  <a:cubicBezTo>
                    <a:pt x="2" y="185"/>
                    <a:pt x="20" y="169"/>
                    <a:pt x="26" y="153"/>
                  </a:cubicBezTo>
                  <a:cubicBezTo>
                    <a:pt x="35" y="132"/>
                    <a:pt x="30" y="124"/>
                    <a:pt x="25" y="104"/>
                  </a:cubicBezTo>
                  <a:cubicBezTo>
                    <a:pt x="16" y="72"/>
                    <a:pt x="27" y="38"/>
                    <a:pt x="35" y="8"/>
                  </a:cubicBezTo>
                </a:path>
              </a:pathLst>
            </a:custGeom>
            <a:solidFill>
              <a:srgbClr val="F9EB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2364" name="Freeform 734">
              <a:extLst>
                <a:ext uri="{FF2B5EF4-FFF2-40B4-BE49-F238E27FC236}">
                  <a16:creationId xmlns:a16="http://schemas.microsoft.com/office/drawing/2014/main" id="{C88C2AD9-58FA-4E9E-BDFC-5F208E41A1E4}"/>
                </a:ext>
              </a:extLst>
            </p:cNvPr>
            <p:cNvSpPr>
              <a:spLocks/>
            </p:cNvSpPr>
            <p:nvPr/>
          </p:nvSpPr>
          <p:spPr bwMode="auto">
            <a:xfrm>
              <a:off x="710" y="2231"/>
              <a:ext cx="135" cy="163"/>
            </a:xfrm>
            <a:custGeom>
              <a:avLst/>
              <a:gdLst>
                <a:gd name="T0" fmla="*/ 117 w 126"/>
                <a:gd name="T1" fmla="*/ 17 h 153"/>
                <a:gd name="T2" fmla="*/ 57 w 126"/>
                <a:gd name="T3" fmla="*/ 4 h 153"/>
                <a:gd name="T4" fmla="*/ 30 w 126"/>
                <a:gd name="T5" fmla="*/ 62 h 153"/>
                <a:gd name="T6" fmla="*/ 27 w 126"/>
                <a:gd name="T7" fmla="*/ 185 h 153"/>
                <a:gd name="T8" fmla="*/ 117 w 126"/>
                <a:gd name="T9" fmla="*/ 115 h 153"/>
                <a:gd name="T10" fmla="*/ 153 w 126"/>
                <a:gd name="T11" fmla="*/ 99 h 153"/>
                <a:gd name="T12" fmla="*/ 115 w 126"/>
                <a:gd name="T13" fmla="*/ 19 h 15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6" h="153">
                  <a:moveTo>
                    <a:pt x="95" y="14"/>
                  </a:moveTo>
                  <a:cubicBezTo>
                    <a:pt x="83" y="12"/>
                    <a:pt x="59" y="0"/>
                    <a:pt x="46" y="4"/>
                  </a:cubicBezTo>
                  <a:cubicBezTo>
                    <a:pt x="26" y="10"/>
                    <a:pt x="25" y="34"/>
                    <a:pt x="24" y="51"/>
                  </a:cubicBezTo>
                  <a:cubicBezTo>
                    <a:pt x="22" y="81"/>
                    <a:pt x="0" y="130"/>
                    <a:pt x="21" y="153"/>
                  </a:cubicBezTo>
                  <a:cubicBezTo>
                    <a:pt x="47" y="139"/>
                    <a:pt x="53" y="44"/>
                    <a:pt x="95" y="95"/>
                  </a:cubicBezTo>
                  <a:cubicBezTo>
                    <a:pt x="111" y="115"/>
                    <a:pt x="122" y="110"/>
                    <a:pt x="124" y="82"/>
                  </a:cubicBezTo>
                  <a:cubicBezTo>
                    <a:pt x="126" y="49"/>
                    <a:pt x="110" y="39"/>
                    <a:pt x="93" y="16"/>
                  </a:cubicBezTo>
                </a:path>
              </a:pathLst>
            </a:custGeom>
            <a:solidFill>
              <a:srgbClr val="F9EB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2365" name="Freeform 735">
              <a:extLst>
                <a:ext uri="{FF2B5EF4-FFF2-40B4-BE49-F238E27FC236}">
                  <a16:creationId xmlns:a16="http://schemas.microsoft.com/office/drawing/2014/main" id="{8546F789-3110-4E4A-BD1F-869F4AD622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5" y="1620"/>
              <a:ext cx="179" cy="221"/>
            </a:xfrm>
            <a:custGeom>
              <a:avLst/>
              <a:gdLst>
                <a:gd name="T0" fmla="*/ 0 w 167"/>
                <a:gd name="T1" fmla="*/ 35 h 207"/>
                <a:gd name="T2" fmla="*/ 73 w 167"/>
                <a:gd name="T3" fmla="*/ 61 h 207"/>
                <a:gd name="T4" fmla="*/ 121 w 167"/>
                <a:gd name="T5" fmla="*/ 0 h 207"/>
                <a:gd name="T6" fmla="*/ 176 w 167"/>
                <a:gd name="T7" fmla="*/ 52 h 207"/>
                <a:gd name="T8" fmla="*/ 204 w 167"/>
                <a:gd name="T9" fmla="*/ 133 h 207"/>
                <a:gd name="T10" fmla="*/ 177 w 167"/>
                <a:gd name="T11" fmla="*/ 203 h 207"/>
                <a:gd name="T12" fmla="*/ 101 w 167"/>
                <a:gd name="T13" fmla="*/ 249 h 207"/>
                <a:gd name="T14" fmla="*/ 51 w 167"/>
                <a:gd name="T15" fmla="*/ 195 h 207"/>
                <a:gd name="T16" fmla="*/ 38 w 167"/>
                <a:gd name="T17" fmla="*/ 141 h 207"/>
                <a:gd name="T18" fmla="*/ 11 w 167"/>
                <a:gd name="T19" fmla="*/ 62 h 20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67" h="207">
                  <a:moveTo>
                    <a:pt x="0" y="29"/>
                  </a:moveTo>
                  <a:cubicBezTo>
                    <a:pt x="18" y="37"/>
                    <a:pt x="37" y="57"/>
                    <a:pt x="59" y="50"/>
                  </a:cubicBezTo>
                  <a:cubicBezTo>
                    <a:pt x="79" y="43"/>
                    <a:pt x="80" y="0"/>
                    <a:pt x="98" y="0"/>
                  </a:cubicBezTo>
                  <a:cubicBezTo>
                    <a:pt x="110" y="1"/>
                    <a:pt x="138" y="34"/>
                    <a:pt x="143" y="43"/>
                  </a:cubicBezTo>
                  <a:cubicBezTo>
                    <a:pt x="153" y="61"/>
                    <a:pt x="163" y="91"/>
                    <a:pt x="165" y="110"/>
                  </a:cubicBezTo>
                  <a:cubicBezTo>
                    <a:pt x="167" y="134"/>
                    <a:pt x="162" y="153"/>
                    <a:pt x="144" y="167"/>
                  </a:cubicBezTo>
                  <a:cubicBezTo>
                    <a:pt x="130" y="178"/>
                    <a:pt x="100" y="202"/>
                    <a:pt x="82" y="204"/>
                  </a:cubicBezTo>
                  <a:cubicBezTo>
                    <a:pt x="59" y="207"/>
                    <a:pt x="48" y="178"/>
                    <a:pt x="42" y="160"/>
                  </a:cubicBezTo>
                  <a:cubicBezTo>
                    <a:pt x="38" y="145"/>
                    <a:pt x="35" y="131"/>
                    <a:pt x="31" y="116"/>
                  </a:cubicBezTo>
                  <a:cubicBezTo>
                    <a:pt x="26" y="101"/>
                    <a:pt x="5" y="61"/>
                    <a:pt x="8" y="51"/>
                  </a:cubicBezTo>
                </a:path>
              </a:pathLst>
            </a:custGeom>
            <a:solidFill>
              <a:srgbClr val="F9EB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2366" name="Freeform 736">
              <a:extLst>
                <a:ext uri="{FF2B5EF4-FFF2-40B4-BE49-F238E27FC236}">
                  <a16:creationId xmlns:a16="http://schemas.microsoft.com/office/drawing/2014/main" id="{5DAF5057-EB86-42BF-A0ED-6FC3D99F82D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3" y="1523"/>
              <a:ext cx="119" cy="180"/>
            </a:xfrm>
            <a:custGeom>
              <a:avLst/>
              <a:gdLst>
                <a:gd name="T0" fmla="*/ 30 w 112"/>
                <a:gd name="T1" fmla="*/ 164 h 169"/>
                <a:gd name="T2" fmla="*/ 0 w 112"/>
                <a:gd name="T3" fmla="*/ 70 h 169"/>
                <a:gd name="T4" fmla="*/ 44 w 112"/>
                <a:gd name="T5" fmla="*/ 19 h 169"/>
                <a:gd name="T6" fmla="*/ 85 w 112"/>
                <a:gd name="T7" fmla="*/ 23 h 169"/>
                <a:gd name="T8" fmla="*/ 134 w 112"/>
                <a:gd name="T9" fmla="*/ 204 h 16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2" h="169">
                  <a:moveTo>
                    <a:pt x="24" y="136"/>
                  </a:moveTo>
                  <a:cubicBezTo>
                    <a:pt x="45" y="95"/>
                    <a:pt x="36" y="79"/>
                    <a:pt x="0" y="58"/>
                  </a:cubicBezTo>
                  <a:cubicBezTo>
                    <a:pt x="9" y="45"/>
                    <a:pt x="26" y="28"/>
                    <a:pt x="37" y="16"/>
                  </a:cubicBezTo>
                  <a:cubicBezTo>
                    <a:pt x="51" y="0"/>
                    <a:pt x="58" y="3"/>
                    <a:pt x="71" y="20"/>
                  </a:cubicBezTo>
                  <a:cubicBezTo>
                    <a:pt x="104" y="62"/>
                    <a:pt x="112" y="115"/>
                    <a:pt x="112" y="169"/>
                  </a:cubicBezTo>
                </a:path>
              </a:pathLst>
            </a:custGeom>
            <a:solidFill>
              <a:srgbClr val="F9EB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2367" name="Freeform 737">
              <a:extLst>
                <a:ext uri="{FF2B5EF4-FFF2-40B4-BE49-F238E27FC236}">
                  <a16:creationId xmlns:a16="http://schemas.microsoft.com/office/drawing/2014/main" id="{0027DB1B-98AE-4F0F-8FD7-FB0D09E86F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7" y="1280"/>
              <a:ext cx="230" cy="263"/>
            </a:xfrm>
            <a:custGeom>
              <a:avLst/>
              <a:gdLst>
                <a:gd name="T0" fmla="*/ 243 w 216"/>
                <a:gd name="T1" fmla="*/ 298 h 247"/>
                <a:gd name="T2" fmla="*/ 202 w 216"/>
                <a:gd name="T3" fmla="*/ 247 h 247"/>
                <a:gd name="T4" fmla="*/ 143 w 216"/>
                <a:gd name="T5" fmla="*/ 248 h 247"/>
                <a:gd name="T6" fmla="*/ 100 w 216"/>
                <a:gd name="T7" fmla="*/ 170 h 247"/>
                <a:gd name="T8" fmla="*/ 14 w 216"/>
                <a:gd name="T9" fmla="*/ 64 h 247"/>
                <a:gd name="T10" fmla="*/ 46 w 216"/>
                <a:gd name="T11" fmla="*/ 4 h 247"/>
                <a:gd name="T12" fmla="*/ 154 w 216"/>
                <a:gd name="T13" fmla="*/ 76 h 247"/>
                <a:gd name="T14" fmla="*/ 221 w 216"/>
                <a:gd name="T15" fmla="*/ 170 h 247"/>
                <a:gd name="T16" fmla="*/ 261 w 216"/>
                <a:gd name="T17" fmla="*/ 285 h 24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16" h="247">
                  <a:moveTo>
                    <a:pt x="201" y="247"/>
                  </a:moveTo>
                  <a:cubicBezTo>
                    <a:pt x="198" y="226"/>
                    <a:pt x="189" y="210"/>
                    <a:pt x="167" y="205"/>
                  </a:cubicBezTo>
                  <a:cubicBezTo>
                    <a:pt x="147" y="200"/>
                    <a:pt x="131" y="217"/>
                    <a:pt x="118" y="206"/>
                  </a:cubicBezTo>
                  <a:cubicBezTo>
                    <a:pt x="103" y="195"/>
                    <a:pt x="95" y="157"/>
                    <a:pt x="83" y="141"/>
                  </a:cubicBezTo>
                  <a:cubicBezTo>
                    <a:pt x="63" y="114"/>
                    <a:pt x="24" y="84"/>
                    <a:pt x="11" y="53"/>
                  </a:cubicBezTo>
                  <a:cubicBezTo>
                    <a:pt x="0" y="26"/>
                    <a:pt x="7" y="0"/>
                    <a:pt x="38" y="4"/>
                  </a:cubicBezTo>
                  <a:cubicBezTo>
                    <a:pt x="75" y="8"/>
                    <a:pt x="104" y="38"/>
                    <a:pt x="128" y="63"/>
                  </a:cubicBezTo>
                  <a:cubicBezTo>
                    <a:pt x="151" y="88"/>
                    <a:pt x="171" y="110"/>
                    <a:pt x="183" y="141"/>
                  </a:cubicBezTo>
                  <a:cubicBezTo>
                    <a:pt x="194" y="171"/>
                    <a:pt x="199" y="212"/>
                    <a:pt x="216" y="237"/>
                  </a:cubicBezTo>
                </a:path>
              </a:pathLst>
            </a:custGeom>
            <a:solidFill>
              <a:srgbClr val="F9EB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2368" name="Freeform 738">
              <a:extLst>
                <a:ext uri="{FF2B5EF4-FFF2-40B4-BE49-F238E27FC236}">
                  <a16:creationId xmlns:a16="http://schemas.microsoft.com/office/drawing/2014/main" id="{4E15A90A-E1EE-436D-ADB4-0455136AA6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0" y="1218"/>
              <a:ext cx="385" cy="229"/>
            </a:xfrm>
            <a:custGeom>
              <a:avLst/>
              <a:gdLst>
                <a:gd name="T0" fmla="*/ 396 w 361"/>
                <a:gd name="T1" fmla="*/ 260 h 215"/>
                <a:gd name="T2" fmla="*/ 357 w 361"/>
                <a:gd name="T3" fmla="*/ 219 h 215"/>
                <a:gd name="T4" fmla="*/ 282 w 361"/>
                <a:gd name="T5" fmla="*/ 184 h 215"/>
                <a:gd name="T6" fmla="*/ 95 w 361"/>
                <a:gd name="T7" fmla="*/ 136 h 215"/>
                <a:gd name="T8" fmla="*/ 14 w 361"/>
                <a:gd name="T9" fmla="*/ 35 h 215"/>
                <a:gd name="T10" fmla="*/ 73 w 361"/>
                <a:gd name="T11" fmla="*/ 1 h 215"/>
                <a:gd name="T12" fmla="*/ 350 w 361"/>
                <a:gd name="T13" fmla="*/ 81 h 215"/>
                <a:gd name="T14" fmla="*/ 438 w 361"/>
                <a:gd name="T15" fmla="*/ 179 h 21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61" h="215">
                  <a:moveTo>
                    <a:pt x="326" y="215"/>
                  </a:moveTo>
                  <a:cubicBezTo>
                    <a:pt x="317" y="211"/>
                    <a:pt x="304" y="190"/>
                    <a:pt x="294" y="181"/>
                  </a:cubicBezTo>
                  <a:cubicBezTo>
                    <a:pt x="275" y="164"/>
                    <a:pt x="256" y="159"/>
                    <a:pt x="233" y="152"/>
                  </a:cubicBezTo>
                  <a:cubicBezTo>
                    <a:pt x="181" y="138"/>
                    <a:pt x="129" y="134"/>
                    <a:pt x="78" y="113"/>
                  </a:cubicBezTo>
                  <a:cubicBezTo>
                    <a:pt x="50" y="101"/>
                    <a:pt x="0" y="67"/>
                    <a:pt x="11" y="29"/>
                  </a:cubicBezTo>
                  <a:cubicBezTo>
                    <a:pt x="17" y="10"/>
                    <a:pt x="40" y="1"/>
                    <a:pt x="60" y="1"/>
                  </a:cubicBezTo>
                  <a:cubicBezTo>
                    <a:pt x="141" y="0"/>
                    <a:pt x="220" y="27"/>
                    <a:pt x="289" y="67"/>
                  </a:cubicBezTo>
                  <a:cubicBezTo>
                    <a:pt x="322" y="86"/>
                    <a:pt x="338" y="117"/>
                    <a:pt x="361" y="148"/>
                  </a:cubicBezTo>
                </a:path>
              </a:pathLst>
            </a:custGeom>
            <a:solidFill>
              <a:srgbClr val="F9EB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2369" name="Freeform 739">
              <a:extLst>
                <a:ext uri="{FF2B5EF4-FFF2-40B4-BE49-F238E27FC236}">
                  <a16:creationId xmlns:a16="http://schemas.microsoft.com/office/drawing/2014/main" id="{EE33AD65-1B63-43D5-868B-907B8399A8B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2" y="1317"/>
              <a:ext cx="416" cy="559"/>
            </a:xfrm>
            <a:custGeom>
              <a:avLst/>
              <a:gdLst>
                <a:gd name="T0" fmla="*/ 192 w 390"/>
                <a:gd name="T1" fmla="*/ 30 h 524"/>
                <a:gd name="T2" fmla="*/ 268 w 390"/>
                <a:gd name="T3" fmla="*/ 81 h 524"/>
                <a:gd name="T4" fmla="*/ 353 w 390"/>
                <a:gd name="T5" fmla="*/ 124 h 524"/>
                <a:gd name="T6" fmla="*/ 450 w 390"/>
                <a:gd name="T7" fmla="*/ 228 h 524"/>
                <a:gd name="T8" fmla="*/ 426 w 390"/>
                <a:gd name="T9" fmla="*/ 376 h 524"/>
                <a:gd name="T10" fmla="*/ 411 w 390"/>
                <a:gd name="T11" fmla="*/ 504 h 524"/>
                <a:gd name="T12" fmla="*/ 346 w 390"/>
                <a:gd name="T13" fmla="*/ 574 h 524"/>
                <a:gd name="T14" fmla="*/ 246 w 390"/>
                <a:gd name="T15" fmla="*/ 569 h 524"/>
                <a:gd name="T16" fmla="*/ 172 w 390"/>
                <a:gd name="T17" fmla="*/ 618 h 524"/>
                <a:gd name="T18" fmla="*/ 66 w 390"/>
                <a:gd name="T19" fmla="*/ 608 h 524"/>
                <a:gd name="T20" fmla="*/ 12 w 390"/>
                <a:gd name="T21" fmla="*/ 572 h 524"/>
                <a:gd name="T22" fmla="*/ 5 w 390"/>
                <a:gd name="T23" fmla="*/ 486 h 524"/>
                <a:gd name="T24" fmla="*/ 32 w 390"/>
                <a:gd name="T25" fmla="*/ 266 h 524"/>
                <a:gd name="T26" fmla="*/ 80 w 390"/>
                <a:gd name="T27" fmla="*/ 67 h 524"/>
                <a:gd name="T28" fmla="*/ 194 w 390"/>
                <a:gd name="T29" fmla="*/ 27 h 52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390" h="524">
                  <a:moveTo>
                    <a:pt x="158" y="24"/>
                  </a:moveTo>
                  <a:cubicBezTo>
                    <a:pt x="179" y="38"/>
                    <a:pt x="199" y="54"/>
                    <a:pt x="220" y="67"/>
                  </a:cubicBezTo>
                  <a:cubicBezTo>
                    <a:pt x="242" y="82"/>
                    <a:pt x="269" y="87"/>
                    <a:pt x="291" y="102"/>
                  </a:cubicBezTo>
                  <a:cubicBezTo>
                    <a:pt x="319" y="121"/>
                    <a:pt x="357" y="158"/>
                    <a:pt x="371" y="188"/>
                  </a:cubicBezTo>
                  <a:cubicBezTo>
                    <a:pt x="390" y="228"/>
                    <a:pt x="360" y="269"/>
                    <a:pt x="351" y="309"/>
                  </a:cubicBezTo>
                  <a:cubicBezTo>
                    <a:pt x="342" y="344"/>
                    <a:pt x="341" y="378"/>
                    <a:pt x="338" y="414"/>
                  </a:cubicBezTo>
                  <a:cubicBezTo>
                    <a:pt x="336" y="453"/>
                    <a:pt x="325" y="471"/>
                    <a:pt x="285" y="472"/>
                  </a:cubicBezTo>
                  <a:cubicBezTo>
                    <a:pt x="258" y="473"/>
                    <a:pt x="230" y="461"/>
                    <a:pt x="203" y="469"/>
                  </a:cubicBezTo>
                  <a:cubicBezTo>
                    <a:pt x="177" y="477"/>
                    <a:pt x="165" y="497"/>
                    <a:pt x="142" y="509"/>
                  </a:cubicBezTo>
                  <a:cubicBezTo>
                    <a:pt x="113" y="524"/>
                    <a:pt x="82" y="514"/>
                    <a:pt x="54" y="501"/>
                  </a:cubicBezTo>
                  <a:cubicBezTo>
                    <a:pt x="39" y="494"/>
                    <a:pt x="16" y="485"/>
                    <a:pt x="9" y="471"/>
                  </a:cubicBezTo>
                  <a:cubicBezTo>
                    <a:pt x="0" y="454"/>
                    <a:pt x="4" y="419"/>
                    <a:pt x="5" y="400"/>
                  </a:cubicBezTo>
                  <a:cubicBezTo>
                    <a:pt x="10" y="339"/>
                    <a:pt x="18" y="279"/>
                    <a:pt x="26" y="218"/>
                  </a:cubicBezTo>
                  <a:cubicBezTo>
                    <a:pt x="32" y="163"/>
                    <a:pt x="39" y="104"/>
                    <a:pt x="66" y="55"/>
                  </a:cubicBezTo>
                  <a:cubicBezTo>
                    <a:pt x="85" y="22"/>
                    <a:pt x="122" y="0"/>
                    <a:pt x="160" y="22"/>
                  </a:cubicBezTo>
                </a:path>
              </a:pathLst>
            </a:custGeom>
            <a:solidFill>
              <a:srgbClr val="F9EB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2370" name="Freeform 740">
              <a:extLst>
                <a:ext uri="{FF2B5EF4-FFF2-40B4-BE49-F238E27FC236}">
                  <a16:creationId xmlns:a16="http://schemas.microsoft.com/office/drawing/2014/main" id="{63718AD3-02E4-4494-BB5B-42E3248EEB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4" y="1912"/>
              <a:ext cx="282" cy="94"/>
            </a:xfrm>
            <a:custGeom>
              <a:avLst/>
              <a:gdLst>
                <a:gd name="T0" fmla="*/ 318 w 264"/>
                <a:gd name="T1" fmla="*/ 40 h 88"/>
                <a:gd name="T2" fmla="*/ 322 w 264"/>
                <a:gd name="T3" fmla="*/ 35 h 88"/>
                <a:gd name="T4" fmla="*/ 231 w 264"/>
                <a:gd name="T5" fmla="*/ 83 h 88"/>
                <a:gd name="T6" fmla="*/ 138 w 264"/>
                <a:gd name="T7" fmla="*/ 105 h 88"/>
                <a:gd name="T8" fmla="*/ 56 w 264"/>
                <a:gd name="T9" fmla="*/ 101 h 88"/>
                <a:gd name="T10" fmla="*/ 3 w 264"/>
                <a:gd name="T11" fmla="*/ 47 h 88"/>
                <a:gd name="T12" fmla="*/ 314 w 264"/>
                <a:gd name="T13" fmla="*/ 37 h 8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4" h="88">
                  <a:moveTo>
                    <a:pt x="261" y="33"/>
                  </a:moveTo>
                  <a:cubicBezTo>
                    <a:pt x="263" y="31"/>
                    <a:pt x="262" y="29"/>
                    <a:pt x="264" y="29"/>
                  </a:cubicBezTo>
                  <a:cubicBezTo>
                    <a:pt x="254" y="46"/>
                    <a:pt x="209" y="61"/>
                    <a:pt x="189" y="68"/>
                  </a:cubicBezTo>
                  <a:cubicBezTo>
                    <a:pt x="165" y="77"/>
                    <a:pt x="139" y="84"/>
                    <a:pt x="113" y="86"/>
                  </a:cubicBezTo>
                  <a:cubicBezTo>
                    <a:pt x="92" y="88"/>
                    <a:pt x="67" y="88"/>
                    <a:pt x="46" y="83"/>
                  </a:cubicBezTo>
                  <a:cubicBezTo>
                    <a:pt x="29" y="79"/>
                    <a:pt x="0" y="60"/>
                    <a:pt x="3" y="38"/>
                  </a:cubicBezTo>
                  <a:cubicBezTo>
                    <a:pt x="7" y="0"/>
                    <a:pt x="213" y="47"/>
                    <a:pt x="257" y="31"/>
                  </a:cubicBezTo>
                </a:path>
              </a:pathLst>
            </a:custGeom>
            <a:solidFill>
              <a:srgbClr val="F9EB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2371" name="Freeform 741">
              <a:extLst>
                <a:ext uri="{FF2B5EF4-FFF2-40B4-BE49-F238E27FC236}">
                  <a16:creationId xmlns:a16="http://schemas.microsoft.com/office/drawing/2014/main" id="{B78E3D85-E372-43B4-8DD4-C19AD2B8347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2" y="1875"/>
              <a:ext cx="500" cy="452"/>
            </a:xfrm>
            <a:custGeom>
              <a:avLst/>
              <a:gdLst>
                <a:gd name="T0" fmla="*/ 264 w 468"/>
                <a:gd name="T1" fmla="*/ 90 h 424"/>
                <a:gd name="T2" fmla="*/ 333 w 468"/>
                <a:gd name="T3" fmla="*/ 145 h 424"/>
                <a:gd name="T4" fmla="*/ 149 w 468"/>
                <a:gd name="T5" fmla="*/ 248 h 424"/>
                <a:gd name="T6" fmla="*/ 11 w 468"/>
                <a:gd name="T7" fmla="*/ 417 h 424"/>
                <a:gd name="T8" fmla="*/ 174 w 468"/>
                <a:gd name="T9" fmla="*/ 514 h 424"/>
                <a:gd name="T10" fmla="*/ 301 w 468"/>
                <a:gd name="T11" fmla="*/ 491 h 424"/>
                <a:gd name="T12" fmla="*/ 372 w 468"/>
                <a:gd name="T13" fmla="*/ 426 h 424"/>
                <a:gd name="T14" fmla="*/ 478 w 468"/>
                <a:gd name="T15" fmla="*/ 298 h 424"/>
                <a:gd name="T16" fmla="*/ 553 w 468"/>
                <a:gd name="T17" fmla="*/ 291 h 424"/>
                <a:gd name="T18" fmla="*/ 571 w 468"/>
                <a:gd name="T19" fmla="*/ 187 h 424"/>
                <a:gd name="T20" fmla="*/ 509 w 468"/>
                <a:gd name="T21" fmla="*/ 0 h 424"/>
                <a:gd name="T22" fmla="*/ 453 w 468"/>
                <a:gd name="T23" fmla="*/ 12 h 424"/>
                <a:gd name="T24" fmla="*/ 366 w 468"/>
                <a:gd name="T25" fmla="*/ 50 h 424"/>
                <a:gd name="T26" fmla="*/ 316 w 468"/>
                <a:gd name="T27" fmla="*/ 71 h 424"/>
                <a:gd name="T28" fmla="*/ 280 w 468"/>
                <a:gd name="T29" fmla="*/ 80 h 42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468" h="424">
                  <a:moveTo>
                    <a:pt x="216" y="74"/>
                  </a:moveTo>
                  <a:cubicBezTo>
                    <a:pt x="247" y="49"/>
                    <a:pt x="305" y="84"/>
                    <a:pt x="273" y="120"/>
                  </a:cubicBezTo>
                  <a:cubicBezTo>
                    <a:pt x="233" y="167"/>
                    <a:pt x="180" y="186"/>
                    <a:pt x="122" y="205"/>
                  </a:cubicBezTo>
                  <a:cubicBezTo>
                    <a:pt x="63" y="225"/>
                    <a:pt x="0" y="273"/>
                    <a:pt x="8" y="344"/>
                  </a:cubicBezTo>
                  <a:cubicBezTo>
                    <a:pt x="15" y="407"/>
                    <a:pt x="91" y="423"/>
                    <a:pt x="143" y="424"/>
                  </a:cubicBezTo>
                  <a:cubicBezTo>
                    <a:pt x="177" y="424"/>
                    <a:pt x="215" y="413"/>
                    <a:pt x="247" y="405"/>
                  </a:cubicBezTo>
                  <a:cubicBezTo>
                    <a:pt x="278" y="398"/>
                    <a:pt x="290" y="378"/>
                    <a:pt x="305" y="352"/>
                  </a:cubicBezTo>
                  <a:cubicBezTo>
                    <a:pt x="325" y="315"/>
                    <a:pt x="348" y="260"/>
                    <a:pt x="391" y="247"/>
                  </a:cubicBezTo>
                  <a:cubicBezTo>
                    <a:pt x="408" y="242"/>
                    <a:pt x="443" y="250"/>
                    <a:pt x="454" y="240"/>
                  </a:cubicBezTo>
                  <a:cubicBezTo>
                    <a:pt x="468" y="226"/>
                    <a:pt x="468" y="173"/>
                    <a:pt x="468" y="154"/>
                  </a:cubicBezTo>
                  <a:cubicBezTo>
                    <a:pt x="468" y="100"/>
                    <a:pt x="457" y="39"/>
                    <a:pt x="417" y="0"/>
                  </a:cubicBezTo>
                  <a:cubicBezTo>
                    <a:pt x="405" y="8"/>
                    <a:pt x="386" y="5"/>
                    <a:pt x="372" y="9"/>
                  </a:cubicBezTo>
                  <a:cubicBezTo>
                    <a:pt x="347" y="16"/>
                    <a:pt x="324" y="30"/>
                    <a:pt x="300" y="41"/>
                  </a:cubicBezTo>
                  <a:cubicBezTo>
                    <a:pt x="287" y="48"/>
                    <a:pt x="272" y="56"/>
                    <a:pt x="259" y="59"/>
                  </a:cubicBezTo>
                  <a:cubicBezTo>
                    <a:pt x="248" y="62"/>
                    <a:pt x="234" y="59"/>
                    <a:pt x="229" y="66"/>
                  </a:cubicBezTo>
                </a:path>
              </a:pathLst>
            </a:custGeom>
            <a:solidFill>
              <a:srgbClr val="F9EB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2372" name="Freeform 742">
              <a:extLst>
                <a:ext uri="{FF2B5EF4-FFF2-40B4-BE49-F238E27FC236}">
                  <a16:creationId xmlns:a16="http://schemas.microsoft.com/office/drawing/2014/main" id="{D6E38C91-B3AB-433D-8805-2E45AC24F7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2" y="2173"/>
              <a:ext cx="225" cy="245"/>
            </a:xfrm>
            <a:custGeom>
              <a:avLst/>
              <a:gdLst>
                <a:gd name="T0" fmla="*/ 1 w 211"/>
                <a:gd name="T1" fmla="*/ 143 h 229"/>
                <a:gd name="T2" fmla="*/ 52 w 211"/>
                <a:gd name="T3" fmla="*/ 202 h 229"/>
                <a:gd name="T4" fmla="*/ 0 w 211"/>
                <a:gd name="T5" fmla="*/ 280 h 229"/>
                <a:gd name="T6" fmla="*/ 74 w 211"/>
                <a:gd name="T7" fmla="*/ 240 h 229"/>
                <a:gd name="T8" fmla="*/ 145 w 211"/>
                <a:gd name="T9" fmla="*/ 196 h 229"/>
                <a:gd name="T10" fmla="*/ 230 w 211"/>
                <a:gd name="T11" fmla="*/ 0 h 2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1" h="229">
                  <a:moveTo>
                    <a:pt x="1" y="117"/>
                  </a:moveTo>
                  <a:cubicBezTo>
                    <a:pt x="24" y="124"/>
                    <a:pt x="44" y="139"/>
                    <a:pt x="43" y="165"/>
                  </a:cubicBezTo>
                  <a:cubicBezTo>
                    <a:pt x="41" y="196"/>
                    <a:pt x="3" y="204"/>
                    <a:pt x="0" y="229"/>
                  </a:cubicBezTo>
                  <a:cubicBezTo>
                    <a:pt x="18" y="228"/>
                    <a:pt x="44" y="204"/>
                    <a:pt x="61" y="195"/>
                  </a:cubicBezTo>
                  <a:cubicBezTo>
                    <a:pt x="80" y="184"/>
                    <a:pt x="103" y="174"/>
                    <a:pt x="120" y="160"/>
                  </a:cubicBezTo>
                  <a:cubicBezTo>
                    <a:pt x="164" y="126"/>
                    <a:pt x="211" y="56"/>
                    <a:pt x="190" y="0"/>
                  </a:cubicBezTo>
                </a:path>
              </a:pathLst>
            </a:custGeom>
            <a:solidFill>
              <a:srgbClr val="F9EB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2373" name="Freeform 743">
              <a:extLst>
                <a:ext uri="{FF2B5EF4-FFF2-40B4-BE49-F238E27FC236}">
                  <a16:creationId xmlns:a16="http://schemas.microsoft.com/office/drawing/2014/main" id="{08B9D05D-E5A1-479B-830B-E8922AC844A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3" y="2317"/>
              <a:ext cx="239" cy="327"/>
            </a:xfrm>
            <a:custGeom>
              <a:avLst/>
              <a:gdLst>
                <a:gd name="T0" fmla="*/ 15 w 224"/>
                <a:gd name="T1" fmla="*/ 215 h 306"/>
                <a:gd name="T2" fmla="*/ 112 w 224"/>
                <a:gd name="T3" fmla="*/ 73 h 306"/>
                <a:gd name="T4" fmla="*/ 218 w 224"/>
                <a:gd name="T5" fmla="*/ 3 h 306"/>
                <a:gd name="T6" fmla="*/ 251 w 224"/>
                <a:gd name="T7" fmla="*/ 131 h 306"/>
                <a:gd name="T8" fmla="*/ 159 w 224"/>
                <a:gd name="T9" fmla="*/ 354 h 306"/>
                <a:gd name="T10" fmla="*/ 21 w 224"/>
                <a:gd name="T11" fmla="*/ 205 h 30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4" h="306">
                  <a:moveTo>
                    <a:pt x="12" y="176"/>
                  </a:moveTo>
                  <a:cubicBezTo>
                    <a:pt x="0" y="124"/>
                    <a:pt x="57" y="90"/>
                    <a:pt x="92" y="60"/>
                  </a:cubicBezTo>
                  <a:cubicBezTo>
                    <a:pt x="112" y="43"/>
                    <a:pt x="151" y="4"/>
                    <a:pt x="179" y="3"/>
                  </a:cubicBezTo>
                  <a:cubicBezTo>
                    <a:pt x="224" y="0"/>
                    <a:pt x="207" y="83"/>
                    <a:pt x="206" y="108"/>
                  </a:cubicBezTo>
                  <a:cubicBezTo>
                    <a:pt x="204" y="173"/>
                    <a:pt x="211" y="271"/>
                    <a:pt x="131" y="290"/>
                  </a:cubicBezTo>
                  <a:cubicBezTo>
                    <a:pt x="65" y="306"/>
                    <a:pt x="35" y="216"/>
                    <a:pt x="18" y="168"/>
                  </a:cubicBezTo>
                </a:path>
              </a:pathLst>
            </a:custGeom>
            <a:solidFill>
              <a:srgbClr val="F9EB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2374" name="Freeform 744">
              <a:extLst>
                <a:ext uri="{FF2B5EF4-FFF2-40B4-BE49-F238E27FC236}">
                  <a16:creationId xmlns:a16="http://schemas.microsoft.com/office/drawing/2014/main" id="{8D2E30AF-FDD0-4ACF-82D6-4AF5C2584B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3" y="2467"/>
              <a:ext cx="447" cy="289"/>
            </a:xfrm>
            <a:custGeom>
              <a:avLst/>
              <a:gdLst>
                <a:gd name="T0" fmla="*/ 509 w 419"/>
                <a:gd name="T1" fmla="*/ 158 h 271"/>
                <a:gd name="T2" fmla="*/ 234 w 419"/>
                <a:gd name="T3" fmla="*/ 218 h 271"/>
                <a:gd name="T4" fmla="*/ 139 w 419"/>
                <a:gd name="T5" fmla="*/ 259 h 271"/>
                <a:gd name="T6" fmla="*/ 49 w 419"/>
                <a:gd name="T7" fmla="*/ 316 h 271"/>
                <a:gd name="T8" fmla="*/ 23 w 419"/>
                <a:gd name="T9" fmla="*/ 319 h 271"/>
                <a:gd name="T10" fmla="*/ 53 w 419"/>
                <a:gd name="T11" fmla="*/ 270 h 271"/>
                <a:gd name="T12" fmla="*/ 63 w 419"/>
                <a:gd name="T13" fmla="*/ 219 h 271"/>
                <a:gd name="T14" fmla="*/ 85 w 419"/>
                <a:gd name="T15" fmla="*/ 150 h 271"/>
                <a:gd name="T16" fmla="*/ 201 w 419"/>
                <a:gd name="T17" fmla="*/ 89 h 271"/>
                <a:gd name="T18" fmla="*/ 323 w 419"/>
                <a:gd name="T19" fmla="*/ 113 h 271"/>
                <a:gd name="T20" fmla="*/ 381 w 419"/>
                <a:gd name="T21" fmla="*/ 79 h 271"/>
                <a:gd name="T22" fmla="*/ 381 w 419"/>
                <a:gd name="T23" fmla="*/ 0 h 27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19" h="271">
                  <a:moveTo>
                    <a:pt x="419" y="130"/>
                  </a:moveTo>
                  <a:cubicBezTo>
                    <a:pt x="356" y="181"/>
                    <a:pt x="264" y="162"/>
                    <a:pt x="192" y="179"/>
                  </a:cubicBezTo>
                  <a:cubicBezTo>
                    <a:pt x="163" y="186"/>
                    <a:pt x="141" y="204"/>
                    <a:pt x="114" y="214"/>
                  </a:cubicBezTo>
                  <a:cubicBezTo>
                    <a:pt x="85" y="224"/>
                    <a:pt x="67" y="247"/>
                    <a:pt x="40" y="261"/>
                  </a:cubicBezTo>
                  <a:cubicBezTo>
                    <a:pt x="31" y="266"/>
                    <a:pt x="30" y="271"/>
                    <a:pt x="20" y="263"/>
                  </a:cubicBezTo>
                  <a:cubicBezTo>
                    <a:pt x="0" y="246"/>
                    <a:pt x="33" y="231"/>
                    <a:pt x="44" y="222"/>
                  </a:cubicBezTo>
                  <a:cubicBezTo>
                    <a:pt x="61" y="209"/>
                    <a:pt x="45" y="199"/>
                    <a:pt x="52" y="180"/>
                  </a:cubicBezTo>
                  <a:cubicBezTo>
                    <a:pt x="59" y="163"/>
                    <a:pt x="60" y="139"/>
                    <a:pt x="70" y="124"/>
                  </a:cubicBezTo>
                  <a:cubicBezTo>
                    <a:pt x="85" y="102"/>
                    <a:pt x="138" y="80"/>
                    <a:pt x="165" y="73"/>
                  </a:cubicBezTo>
                  <a:cubicBezTo>
                    <a:pt x="205" y="63"/>
                    <a:pt x="230" y="81"/>
                    <a:pt x="266" y="93"/>
                  </a:cubicBezTo>
                  <a:cubicBezTo>
                    <a:pt x="292" y="102"/>
                    <a:pt x="314" y="97"/>
                    <a:pt x="314" y="65"/>
                  </a:cubicBezTo>
                  <a:cubicBezTo>
                    <a:pt x="314" y="35"/>
                    <a:pt x="286" y="25"/>
                    <a:pt x="314" y="0"/>
                  </a:cubicBezTo>
                </a:path>
              </a:pathLst>
            </a:custGeom>
            <a:solidFill>
              <a:srgbClr val="F9EB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2375" name="Freeform 745">
              <a:extLst>
                <a:ext uri="{FF2B5EF4-FFF2-40B4-BE49-F238E27FC236}">
                  <a16:creationId xmlns:a16="http://schemas.microsoft.com/office/drawing/2014/main" id="{FE95FC4A-E51B-49F2-BDD0-B9B628B187D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5" y="2700"/>
              <a:ext cx="501" cy="316"/>
            </a:xfrm>
            <a:custGeom>
              <a:avLst/>
              <a:gdLst>
                <a:gd name="T0" fmla="*/ 356 w 469"/>
                <a:gd name="T1" fmla="*/ 21 h 296"/>
                <a:gd name="T2" fmla="*/ 486 w 469"/>
                <a:gd name="T3" fmla="*/ 1 h 296"/>
                <a:gd name="T4" fmla="*/ 568 w 469"/>
                <a:gd name="T5" fmla="*/ 113 h 296"/>
                <a:gd name="T6" fmla="*/ 515 w 469"/>
                <a:gd name="T7" fmla="*/ 266 h 296"/>
                <a:gd name="T8" fmla="*/ 381 w 469"/>
                <a:gd name="T9" fmla="*/ 288 h 296"/>
                <a:gd name="T10" fmla="*/ 216 w 469"/>
                <a:gd name="T11" fmla="*/ 307 h 296"/>
                <a:gd name="T12" fmla="*/ 79 w 469"/>
                <a:gd name="T13" fmla="*/ 358 h 296"/>
                <a:gd name="T14" fmla="*/ 19 w 469"/>
                <a:gd name="T15" fmla="*/ 341 h 296"/>
                <a:gd name="T16" fmla="*/ 24 w 469"/>
                <a:gd name="T17" fmla="*/ 249 h 296"/>
                <a:gd name="T18" fmla="*/ 141 w 469"/>
                <a:gd name="T19" fmla="*/ 131 h 296"/>
                <a:gd name="T20" fmla="*/ 283 w 469"/>
                <a:gd name="T21" fmla="*/ 56 h 296"/>
                <a:gd name="T22" fmla="*/ 356 w 469"/>
                <a:gd name="T23" fmla="*/ 27 h 29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69" h="296">
                  <a:moveTo>
                    <a:pt x="292" y="18"/>
                  </a:moveTo>
                  <a:cubicBezTo>
                    <a:pt x="323" y="8"/>
                    <a:pt x="366" y="0"/>
                    <a:pt x="399" y="1"/>
                  </a:cubicBezTo>
                  <a:cubicBezTo>
                    <a:pt x="444" y="4"/>
                    <a:pt x="469" y="51"/>
                    <a:pt x="466" y="93"/>
                  </a:cubicBezTo>
                  <a:cubicBezTo>
                    <a:pt x="464" y="131"/>
                    <a:pt x="450" y="191"/>
                    <a:pt x="422" y="218"/>
                  </a:cubicBezTo>
                  <a:cubicBezTo>
                    <a:pt x="389" y="249"/>
                    <a:pt x="353" y="244"/>
                    <a:pt x="313" y="237"/>
                  </a:cubicBezTo>
                  <a:cubicBezTo>
                    <a:pt x="262" y="228"/>
                    <a:pt x="225" y="237"/>
                    <a:pt x="177" y="253"/>
                  </a:cubicBezTo>
                  <a:cubicBezTo>
                    <a:pt x="140" y="266"/>
                    <a:pt x="105" y="290"/>
                    <a:pt x="65" y="294"/>
                  </a:cubicBezTo>
                  <a:cubicBezTo>
                    <a:pt x="47" y="296"/>
                    <a:pt x="27" y="296"/>
                    <a:pt x="16" y="280"/>
                  </a:cubicBezTo>
                  <a:cubicBezTo>
                    <a:pt x="0" y="255"/>
                    <a:pt x="7" y="227"/>
                    <a:pt x="20" y="204"/>
                  </a:cubicBezTo>
                  <a:cubicBezTo>
                    <a:pt x="44" y="164"/>
                    <a:pt x="75" y="131"/>
                    <a:pt x="116" y="108"/>
                  </a:cubicBezTo>
                  <a:cubicBezTo>
                    <a:pt x="155" y="87"/>
                    <a:pt x="191" y="61"/>
                    <a:pt x="232" y="46"/>
                  </a:cubicBezTo>
                  <a:cubicBezTo>
                    <a:pt x="252" y="38"/>
                    <a:pt x="273" y="30"/>
                    <a:pt x="292" y="22"/>
                  </a:cubicBezTo>
                </a:path>
              </a:pathLst>
            </a:custGeom>
            <a:solidFill>
              <a:srgbClr val="F9EB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2376" name="Freeform 746">
              <a:extLst>
                <a:ext uri="{FF2B5EF4-FFF2-40B4-BE49-F238E27FC236}">
                  <a16:creationId xmlns:a16="http://schemas.microsoft.com/office/drawing/2014/main" id="{31B8E1A5-6E09-4124-865C-E77D27A305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9" y="3021"/>
              <a:ext cx="177" cy="97"/>
            </a:xfrm>
            <a:custGeom>
              <a:avLst/>
              <a:gdLst>
                <a:gd name="T0" fmla="*/ 84 w 166"/>
                <a:gd name="T1" fmla="*/ 16 h 91"/>
                <a:gd name="T2" fmla="*/ 167 w 166"/>
                <a:gd name="T3" fmla="*/ 18 h 91"/>
                <a:gd name="T4" fmla="*/ 139 w 166"/>
                <a:gd name="T5" fmla="*/ 86 h 91"/>
                <a:gd name="T6" fmla="*/ 29 w 166"/>
                <a:gd name="T7" fmla="*/ 82 h 91"/>
                <a:gd name="T8" fmla="*/ 99 w 166"/>
                <a:gd name="T9" fmla="*/ 22 h 9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6" h="91">
                  <a:moveTo>
                    <a:pt x="69" y="13"/>
                  </a:moveTo>
                  <a:cubicBezTo>
                    <a:pt x="89" y="21"/>
                    <a:pt x="119" y="0"/>
                    <a:pt x="138" y="15"/>
                  </a:cubicBezTo>
                  <a:cubicBezTo>
                    <a:pt x="166" y="37"/>
                    <a:pt x="135" y="62"/>
                    <a:pt x="114" y="71"/>
                  </a:cubicBezTo>
                  <a:cubicBezTo>
                    <a:pt x="92" y="80"/>
                    <a:pt x="41" y="91"/>
                    <a:pt x="23" y="68"/>
                  </a:cubicBezTo>
                  <a:cubicBezTo>
                    <a:pt x="0" y="41"/>
                    <a:pt x="71" y="11"/>
                    <a:pt x="82" y="19"/>
                  </a:cubicBezTo>
                </a:path>
              </a:pathLst>
            </a:custGeom>
            <a:solidFill>
              <a:srgbClr val="F9EB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2377" name="Freeform 747">
              <a:extLst>
                <a:ext uri="{FF2B5EF4-FFF2-40B4-BE49-F238E27FC236}">
                  <a16:creationId xmlns:a16="http://schemas.microsoft.com/office/drawing/2014/main" id="{2CD0EC97-60CD-4D07-9CD3-CD1BC07BCE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4" y="3125"/>
              <a:ext cx="340" cy="501"/>
            </a:xfrm>
            <a:custGeom>
              <a:avLst/>
              <a:gdLst>
                <a:gd name="T0" fmla="*/ 15 w 319"/>
                <a:gd name="T1" fmla="*/ 104 h 470"/>
                <a:gd name="T2" fmla="*/ 136 w 319"/>
                <a:gd name="T3" fmla="*/ 97 h 470"/>
                <a:gd name="T4" fmla="*/ 245 w 319"/>
                <a:gd name="T5" fmla="*/ 80 h 470"/>
                <a:gd name="T6" fmla="*/ 312 w 319"/>
                <a:gd name="T7" fmla="*/ 48 h 470"/>
                <a:gd name="T8" fmla="*/ 355 w 319"/>
                <a:gd name="T9" fmla="*/ 0 h 470"/>
                <a:gd name="T10" fmla="*/ 344 w 319"/>
                <a:gd name="T11" fmla="*/ 131 h 470"/>
                <a:gd name="T12" fmla="*/ 365 w 319"/>
                <a:gd name="T13" fmla="*/ 303 h 470"/>
                <a:gd name="T14" fmla="*/ 327 w 319"/>
                <a:gd name="T15" fmla="*/ 530 h 470"/>
                <a:gd name="T16" fmla="*/ 189 w 319"/>
                <a:gd name="T17" fmla="*/ 568 h 470"/>
                <a:gd name="T18" fmla="*/ 75 w 319"/>
                <a:gd name="T19" fmla="*/ 433 h 470"/>
                <a:gd name="T20" fmla="*/ 12 w 319"/>
                <a:gd name="T21" fmla="*/ 260 h 470"/>
                <a:gd name="T22" fmla="*/ 2 w 319"/>
                <a:gd name="T23" fmla="*/ 187 h 470"/>
                <a:gd name="T24" fmla="*/ 18 w 319"/>
                <a:gd name="T25" fmla="*/ 109 h 47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19" h="470">
                  <a:moveTo>
                    <a:pt x="12" y="86"/>
                  </a:moveTo>
                  <a:cubicBezTo>
                    <a:pt x="43" y="76"/>
                    <a:pt x="80" y="83"/>
                    <a:pt x="113" y="80"/>
                  </a:cubicBezTo>
                  <a:cubicBezTo>
                    <a:pt x="143" y="77"/>
                    <a:pt x="174" y="74"/>
                    <a:pt x="203" y="66"/>
                  </a:cubicBezTo>
                  <a:cubicBezTo>
                    <a:pt x="222" y="60"/>
                    <a:pt x="244" y="53"/>
                    <a:pt x="258" y="39"/>
                  </a:cubicBezTo>
                  <a:cubicBezTo>
                    <a:pt x="270" y="27"/>
                    <a:pt x="278" y="9"/>
                    <a:pt x="293" y="0"/>
                  </a:cubicBezTo>
                  <a:cubicBezTo>
                    <a:pt x="309" y="28"/>
                    <a:pt x="282" y="76"/>
                    <a:pt x="284" y="108"/>
                  </a:cubicBezTo>
                  <a:cubicBezTo>
                    <a:pt x="288" y="156"/>
                    <a:pt x="299" y="203"/>
                    <a:pt x="301" y="250"/>
                  </a:cubicBezTo>
                  <a:cubicBezTo>
                    <a:pt x="304" y="303"/>
                    <a:pt x="319" y="399"/>
                    <a:pt x="270" y="437"/>
                  </a:cubicBezTo>
                  <a:cubicBezTo>
                    <a:pt x="239" y="461"/>
                    <a:pt x="194" y="470"/>
                    <a:pt x="156" y="469"/>
                  </a:cubicBezTo>
                  <a:cubicBezTo>
                    <a:pt x="101" y="466"/>
                    <a:pt x="81" y="401"/>
                    <a:pt x="62" y="357"/>
                  </a:cubicBezTo>
                  <a:cubicBezTo>
                    <a:pt x="43" y="310"/>
                    <a:pt x="22" y="263"/>
                    <a:pt x="9" y="215"/>
                  </a:cubicBezTo>
                  <a:cubicBezTo>
                    <a:pt x="3" y="194"/>
                    <a:pt x="0" y="174"/>
                    <a:pt x="2" y="154"/>
                  </a:cubicBezTo>
                  <a:cubicBezTo>
                    <a:pt x="3" y="131"/>
                    <a:pt x="12" y="111"/>
                    <a:pt x="15" y="90"/>
                  </a:cubicBezTo>
                </a:path>
              </a:pathLst>
            </a:custGeom>
            <a:solidFill>
              <a:srgbClr val="F9EB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2378" name="Freeform 748">
              <a:extLst>
                <a:ext uri="{FF2B5EF4-FFF2-40B4-BE49-F238E27FC236}">
                  <a16:creationId xmlns:a16="http://schemas.microsoft.com/office/drawing/2014/main" id="{4D0D2C5D-F485-45F8-A3DB-C4E71F99BD8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0" y="3708"/>
              <a:ext cx="152" cy="87"/>
            </a:xfrm>
            <a:custGeom>
              <a:avLst/>
              <a:gdLst>
                <a:gd name="T0" fmla="*/ 88 w 143"/>
                <a:gd name="T1" fmla="*/ 7 h 82"/>
                <a:gd name="T2" fmla="*/ 161 w 143"/>
                <a:gd name="T3" fmla="*/ 32 h 82"/>
                <a:gd name="T4" fmla="*/ 88 w 143"/>
                <a:gd name="T5" fmla="*/ 55 h 82"/>
                <a:gd name="T6" fmla="*/ 0 w 143"/>
                <a:gd name="T7" fmla="*/ 48 h 82"/>
                <a:gd name="T8" fmla="*/ 95 w 143"/>
                <a:gd name="T9" fmla="*/ 15 h 8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3" h="82">
                  <a:moveTo>
                    <a:pt x="73" y="7"/>
                  </a:moveTo>
                  <a:cubicBezTo>
                    <a:pt x="93" y="0"/>
                    <a:pt x="128" y="1"/>
                    <a:pt x="134" y="26"/>
                  </a:cubicBezTo>
                  <a:cubicBezTo>
                    <a:pt x="143" y="58"/>
                    <a:pt x="93" y="41"/>
                    <a:pt x="73" y="46"/>
                  </a:cubicBezTo>
                  <a:cubicBezTo>
                    <a:pt x="55" y="52"/>
                    <a:pt x="0" y="82"/>
                    <a:pt x="0" y="40"/>
                  </a:cubicBezTo>
                  <a:cubicBezTo>
                    <a:pt x="0" y="14"/>
                    <a:pt x="63" y="3"/>
                    <a:pt x="79" y="12"/>
                  </a:cubicBezTo>
                </a:path>
              </a:pathLst>
            </a:custGeom>
            <a:solidFill>
              <a:srgbClr val="F9EB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2379" name="Freeform 749">
              <a:extLst>
                <a:ext uri="{FF2B5EF4-FFF2-40B4-BE49-F238E27FC236}">
                  <a16:creationId xmlns:a16="http://schemas.microsoft.com/office/drawing/2014/main" id="{C637192C-9DF5-4919-BC44-DB3054CBB2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5" y="3828"/>
              <a:ext cx="219" cy="158"/>
            </a:xfrm>
            <a:custGeom>
              <a:avLst/>
              <a:gdLst>
                <a:gd name="T0" fmla="*/ 12 w 205"/>
                <a:gd name="T1" fmla="*/ 22 h 148"/>
                <a:gd name="T2" fmla="*/ 11 w 205"/>
                <a:gd name="T3" fmla="*/ 61 h 148"/>
                <a:gd name="T4" fmla="*/ 52 w 205"/>
                <a:gd name="T5" fmla="*/ 64 h 148"/>
                <a:gd name="T6" fmla="*/ 139 w 205"/>
                <a:gd name="T7" fmla="*/ 85 h 148"/>
                <a:gd name="T8" fmla="*/ 250 w 205"/>
                <a:gd name="T9" fmla="*/ 140 h 148"/>
                <a:gd name="T10" fmla="*/ 208 w 205"/>
                <a:gd name="T11" fmla="*/ 91 h 148"/>
                <a:gd name="T12" fmla="*/ 158 w 205"/>
                <a:gd name="T13" fmla="*/ 22 h 148"/>
                <a:gd name="T14" fmla="*/ 113 w 205"/>
                <a:gd name="T15" fmla="*/ 11 h 148"/>
                <a:gd name="T16" fmla="*/ 16 w 205"/>
                <a:gd name="T17" fmla="*/ 7 h 14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5" h="148">
                  <a:moveTo>
                    <a:pt x="9" y="19"/>
                  </a:moveTo>
                  <a:cubicBezTo>
                    <a:pt x="1" y="24"/>
                    <a:pt x="0" y="42"/>
                    <a:pt x="8" y="50"/>
                  </a:cubicBezTo>
                  <a:cubicBezTo>
                    <a:pt x="18" y="61"/>
                    <a:pt x="30" y="54"/>
                    <a:pt x="43" y="52"/>
                  </a:cubicBezTo>
                  <a:cubicBezTo>
                    <a:pt x="73" y="48"/>
                    <a:pt x="90" y="50"/>
                    <a:pt x="114" y="70"/>
                  </a:cubicBezTo>
                  <a:cubicBezTo>
                    <a:pt x="138" y="91"/>
                    <a:pt x="173" y="148"/>
                    <a:pt x="205" y="115"/>
                  </a:cubicBezTo>
                  <a:cubicBezTo>
                    <a:pt x="196" y="99"/>
                    <a:pt x="184" y="88"/>
                    <a:pt x="171" y="75"/>
                  </a:cubicBezTo>
                  <a:cubicBezTo>
                    <a:pt x="155" y="58"/>
                    <a:pt x="146" y="35"/>
                    <a:pt x="130" y="19"/>
                  </a:cubicBezTo>
                  <a:cubicBezTo>
                    <a:pt x="115" y="5"/>
                    <a:pt x="114" y="7"/>
                    <a:pt x="93" y="8"/>
                  </a:cubicBezTo>
                  <a:cubicBezTo>
                    <a:pt x="69" y="11"/>
                    <a:pt x="35" y="0"/>
                    <a:pt x="13" y="7"/>
                  </a:cubicBezTo>
                </a:path>
              </a:pathLst>
            </a:custGeom>
            <a:solidFill>
              <a:srgbClr val="F9EB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2380" name="Freeform 750">
              <a:extLst>
                <a:ext uri="{FF2B5EF4-FFF2-40B4-BE49-F238E27FC236}">
                  <a16:creationId xmlns:a16="http://schemas.microsoft.com/office/drawing/2014/main" id="{E3BBE529-5E7E-4290-A2A9-CA3D3DC65DC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1" y="1783"/>
              <a:ext cx="114" cy="184"/>
            </a:xfrm>
            <a:custGeom>
              <a:avLst/>
              <a:gdLst>
                <a:gd name="T0" fmla="*/ 67 w 107"/>
                <a:gd name="T1" fmla="*/ 0 h 172"/>
                <a:gd name="T2" fmla="*/ 48 w 107"/>
                <a:gd name="T3" fmla="*/ 66 h 172"/>
                <a:gd name="T4" fmla="*/ 64 w 107"/>
                <a:gd name="T5" fmla="*/ 120 h 172"/>
                <a:gd name="T6" fmla="*/ 124 w 107"/>
                <a:gd name="T7" fmla="*/ 93 h 172"/>
                <a:gd name="T8" fmla="*/ 13 w 107"/>
                <a:gd name="T9" fmla="*/ 196 h 172"/>
                <a:gd name="T10" fmla="*/ 4 w 107"/>
                <a:gd name="T11" fmla="*/ 165 h 172"/>
                <a:gd name="T12" fmla="*/ 30 w 107"/>
                <a:gd name="T13" fmla="*/ 129 h 172"/>
                <a:gd name="T14" fmla="*/ 11 w 107"/>
                <a:gd name="T15" fmla="*/ 35 h 17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7" h="172">
                  <a:moveTo>
                    <a:pt x="55" y="0"/>
                  </a:moveTo>
                  <a:cubicBezTo>
                    <a:pt x="54" y="18"/>
                    <a:pt x="39" y="33"/>
                    <a:pt x="39" y="54"/>
                  </a:cubicBezTo>
                  <a:cubicBezTo>
                    <a:pt x="38" y="72"/>
                    <a:pt x="46" y="83"/>
                    <a:pt x="53" y="98"/>
                  </a:cubicBezTo>
                  <a:cubicBezTo>
                    <a:pt x="70" y="94"/>
                    <a:pt x="85" y="81"/>
                    <a:pt x="102" y="76"/>
                  </a:cubicBezTo>
                  <a:cubicBezTo>
                    <a:pt x="107" y="100"/>
                    <a:pt x="35" y="172"/>
                    <a:pt x="10" y="160"/>
                  </a:cubicBezTo>
                  <a:cubicBezTo>
                    <a:pt x="0" y="156"/>
                    <a:pt x="0" y="142"/>
                    <a:pt x="4" y="135"/>
                  </a:cubicBezTo>
                  <a:cubicBezTo>
                    <a:pt x="13" y="120"/>
                    <a:pt x="22" y="129"/>
                    <a:pt x="24" y="106"/>
                  </a:cubicBezTo>
                  <a:cubicBezTo>
                    <a:pt x="27" y="79"/>
                    <a:pt x="16" y="54"/>
                    <a:pt x="8" y="29"/>
                  </a:cubicBezTo>
                </a:path>
              </a:pathLst>
            </a:custGeom>
            <a:solidFill>
              <a:srgbClr val="F9EB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2381" name="Freeform 751">
              <a:extLst>
                <a:ext uri="{FF2B5EF4-FFF2-40B4-BE49-F238E27FC236}">
                  <a16:creationId xmlns:a16="http://schemas.microsoft.com/office/drawing/2014/main" id="{C8F77F8C-8D44-4A18-B5F8-F49AF6F9F6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0" y="1958"/>
              <a:ext cx="191" cy="223"/>
            </a:xfrm>
            <a:custGeom>
              <a:avLst/>
              <a:gdLst>
                <a:gd name="T0" fmla="*/ 171 w 179"/>
                <a:gd name="T1" fmla="*/ 0 h 209"/>
                <a:gd name="T2" fmla="*/ 101 w 179"/>
                <a:gd name="T3" fmla="*/ 41 h 209"/>
                <a:gd name="T4" fmla="*/ 35 w 179"/>
                <a:gd name="T5" fmla="*/ 41 h 209"/>
                <a:gd name="T6" fmla="*/ 47 w 179"/>
                <a:gd name="T7" fmla="*/ 165 h 209"/>
                <a:gd name="T8" fmla="*/ 139 w 179"/>
                <a:gd name="T9" fmla="*/ 194 h 209"/>
                <a:gd name="T10" fmla="*/ 218 w 179"/>
                <a:gd name="T11" fmla="*/ 243 h 209"/>
                <a:gd name="T12" fmla="*/ 186 w 179"/>
                <a:gd name="T13" fmla="*/ 186 h 209"/>
                <a:gd name="T14" fmla="*/ 187 w 179"/>
                <a:gd name="T15" fmla="*/ 126 h 209"/>
                <a:gd name="T16" fmla="*/ 176 w 179"/>
                <a:gd name="T17" fmla="*/ 11 h 20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79" h="209">
                  <a:moveTo>
                    <a:pt x="141" y="0"/>
                  </a:moveTo>
                  <a:cubicBezTo>
                    <a:pt x="129" y="17"/>
                    <a:pt x="103" y="32"/>
                    <a:pt x="83" y="34"/>
                  </a:cubicBezTo>
                  <a:cubicBezTo>
                    <a:pt x="68" y="36"/>
                    <a:pt x="42" y="26"/>
                    <a:pt x="29" y="34"/>
                  </a:cubicBezTo>
                  <a:cubicBezTo>
                    <a:pt x="0" y="50"/>
                    <a:pt x="26" y="116"/>
                    <a:pt x="38" y="136"/>
                  </a:cubicBezTo>
                  <a:cubicBezTo>
                    <a:pt x="58" y="167"/>
                    <a:pt x="85" y="145"/>
                    <a:pt x="114" y="160"/>
                  </a:cubicBezTo>
                  <a:cubicBezTo>
                    <a:pt x="136" y="172"/>
                    <a:pt x="150" y="209"/>
                    <a:pt x="179" y="201"/>
                  </a:cubicBezTo>
                  <a:cubicBezTo>
                    <a:pt x="177" y="185"/>
                    <a:pt x="159" y="169"/>
                    <a:pt x="153" y="153"/>
                  </a:cubicBezTo>
                  <a:cubicBezTo>
                    <a:pt x="144" y="132"/>
                    <a:pt x="149" y="124"/>
                    <a:pt x="154" y="104"/>
                  </a:cubicBezTo>
                  <a:cubicBezTo>
                    <a:pt x="163" y="72"/>
                    <a:pt x="152" y="38"/>
                    <a:pt x="145" y="8"/>
                  </a:cubicBezTo>
                </a:path>
              </a:pathLst>
            </a:custGeom>
            <a:solidFill>
              <a:srgbClr val="F9EB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2382" name="Freeform 752">
              <a:extLst>
                <a:ext uri="{FF2B5EF4-FFF2-40B4-BE49-F238E27FC236}">
                  <a16:creationId xmlns:a16="http://schemas.microsoft.com/office/drawing/2014/main" id="{493DF633-7A67-462F-A827-1A6A0B2B3F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0" y="2231"/>
              <a:ext cx="134" cy="163"/>
            </a:xfrm>
            <a:custGeom>
              <a:avLst/>
              <a:gdLst>
                <a:gd name="T0" fmla="*/ 36 w 126"/>
                <a:gd name="T1" fmla="*/ 17 h 153"/>
                <a:gd name="T2" fmla="*/ 95 w 126"/>
                <a:gd name="T3" fmla="*/ 4 h 153"/>
                <a:gd name="T4" fmla="*/ 122 w 126"/>
                <a:gd name="T5" fmla="*/ 62 h 153"/>
                <a:gd name="T6" fmla="*/ 125 w 126"/>
                <a:gd name="T7" fmla="*/ 185 h 153"/>
                <a:gd name="T8" fmla="*/ 36 w 126"/>
                <a:gd name="T9" fmla="*/ 115 h 153"/>
                <a:gd name="T10" fmla="*/ 1 w 126"/>
                <a:gd name="T11" fmla="*/ 99 h 153"/>
                <a:gd name="T12" fmla="*/ 38 w 126"/>
                <a:gd name="T13" fmla="*/ 19 h 15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6" h="153">
                  <a:moveTo>
                    <a:pt x="30" y="14"/>
                  </a:moveTo>
                  <a:cubicBezTo>
                    <a:pt x="43" y="12"/>
                    <a:pt x="66" y="0"/>
                    <a:pt x="79" y="4"/>
                  </a:cubicBezTo>
                  <a:cubicBezTo>
                    <a:pt x="100" y="10"/>
                    <a:pt x="101" y="34"/>
                    <a:pt x="102" y="51"/>
                  </a:cubicBezTo>
                  <a:cubicBezTo>
                    <a:pt x="103" y="81"/>
                    <a:pt x="126" y="130"/>
                    <a:pt x="104" y="153"/>
                  </a:cubicBezTo>
                  <a:cubicBezTo>
                    <a:pt x="78" y="139"/>
                    <a:pt x="72" y="44"/>
                    <a:pt x="30" y="95"/>
                  </a:cubicBezTo>
                  <a:cubicBezTo>
                    <a:pt x="14" y="115"/>
                    <a:pt x="3" y="110"/>
                    <a:pt x="1" y="82"/>
                  </a:cubicBezTo>
                  <a:cubicBezTo>
                    <a:pt x="0" y="49"/>
                    <a:pt x="15" y="39"/>
                    <a:pt x="32" y="16"/>
                  </a:cubicBezTo>
                </a:path>
              </a:pathLst>
            </a:custGeom>
            <a:solidFill>
              <a:srgbClr val="F9EB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2383" name="Freeform 753">
              <a:extLst>
                <a:ext uri="{FF2B5EF4-FFF2-40B4-BE49-F238E27FC236}">
                  <a16:creationId xmlns:a16="http://schemas.microsoft.com/office/drawing/2014/main" id="{64DD6702-72E6-4933-AFF2-6D4FFE2089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5" y="1840"/>
              <a:ext cx="7" cy="3"/>
            </a:xfrm>
            <a:custGeom>
              <a:avLst/>
              <a:gdLst>
                <a:gd name="T0" fmla="*/ 9 w 6"/>
                <a:gd name="T1" fmla="*/ 3 h 3"/>
                <a:gd name="T2" fmla="*/ 0 w 6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">
                  <a:moveTo>
                    <a:pt x="6" y="3"/>
                  </a:moveTo>
                  <a:cubicBezTo>
                    <a:pt x="5" y="2"/>
                    <a:pt x="3" y="1"/>
                    <a:pt x="0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2384" name="Freeform 754">
              <a:extLst>
                <a:ext uri="{FF2B5EF4-FFF2-40B4-BE49-F238E27FC236}">
                  <a16:creationId xmlns:a16="http://schemas.microsoft.com/office/drawing/2014/main" id="{6187CF00-CB22-4547-B3A4-DCEC847EBAA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7" y="1834"/>
              <a:ext cx="109" cy="53"/>
            </a:xfrm>
            <a:custGeom>
              <a:avLst/>
              <a:gdLst>
                <a:gd name="T0" fmla="*/ 78 w 102"/>
                <a:gd name="T1" fmla="*/ 0 h 49"/>
                <a:gd name="T2" fmla="*/ 61 w 102"/>
                <a:gd name="T3" fmla="*/ 1 h 49"/>
                <a:gd name="T4" fmla="*/ 2 w 102"/>
                <a:gd name="T5" fmla="*/ 38 h 49"/>
                <a:gd name="T6" fmla="*/ 68 w 102"/>
                <a:gd name="T7" fmla="*/ 57 h 49"/>
                <a:gd name="T8" fmla="*/ 124 w 102"/>
                <a:gd name="T9" fmla="*/ 29 h 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2" h="49">
                  <a:moveTo>
                    <a:pt x="64" y="0"/>
                  </a:moveTo>
                  <a:cubicBezTo>
                    <a:pt x="60" y="0"/>
                    <a:pt x="55" y="1"/>
                    <a:pt x="50" y="1"/>
                  </a:cubicBezTo>
                  <a:cubicBezTo>
                    <a:pt x="22" y="5"/>
                    <a:pt x="0" y="18"/>
                    <a:pt x="2" y="30"/>
                  </a:cubicBezTo>
                  <a:cubicBezTo>
                    <a:pt x="4" y="42"/>
                    <a:pt x="28" y="49"/>
                    <a:pt x="56" y="45"/>
                  </a:cubicBezTo>
                  <a:cubicBezTo>
                    <a:pt x="79" y="42"/>
                    <a:pt x="97" y="33"/>
                    <a:pt x="102" y="23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2385" name="Freeform 755">
              <a:extLst>
                <a:ext uri="{FF2B5EF4-FFF2-40B4-BE49-F238E27FC236}">
                  <a16:creationId xmlns:a16="http://schemas.microsoft.com/office/drawing/2014/main" id="{0096F14B-1F3D-467F-80E2-D16EA9F200D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8" y="1835"/>
              <a:ext cx="12" cy="3"/>
            </a:xfrm>
            <a:custGeom>
              <a:avLst/>
              <a:gdLst>
                <a:gd name="T0" fmla="*/ 14 w 11"/>
                <a:gd name="T1" fmla="*/ 8 h 2"/>
                <a:gd name="T2" fmla="*/ 13 w 11"/>
                <a:gd name="T3" fmla="*/ 8 h 2"/>
                <a:gd name="T4" fmla="*/ 0 w 11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2">
                  <a:moveTo>
                    <a:pt x="11" y="2"/>
                  </a:moveTo>
                  <a:cubicBezTo>
                    <a:pt x="11" y="2"/>
                    <a:pt x="10" y="2"/>
                    <a:pt x="10" y="2"/>
                  </a:cubicBezTo>
                  <a:cubicBezTo>
                    <a:pt x="7" y="1"/>
                    <a:pt x="4" y="0"/>
                    <a:pt x="0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2386" name="Freeform 756">
              <a:extLst>
                <a:ext uri="{FF2B5EF4-FFF2-40B4-BE49-F238E27FC236}">
                  <a16:creationId xmlns:a16="http://schemas.microsoft.com/office/drawing/2014/main" id="{3C67C91C-E818-4830-A0B5-84F6396189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4" y="1854"/>
              <a:ext cx="50" cy="21"/>
            </a:xfrm>
            <a:custGeom>
              <a:avLst/>
              <a:gdLst>
                <a:gd name="T0" fmla="*/ 33 w 46"/>
                <a:gd name="T1" fmla="*/ 0 h 20"/>
                <a:gd name="T2" fmla="*/ 11 w 46"/>
                <a:gd name="T3" fmla="*/ 7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6" h="20">
                  <a:moveTo>
                    <a:pt x="26" y="0"/>
                  </a:moveTo>
                  <a:cubicBezTo>
                    <a:pt x="46" y="15"/>
                    <a:pt x="0" y="20"/>
                    <a:pt x="8" y="7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2387" name="Freeform 757">
              <a:extLst>
                <a:ext uri="{FF2B5EF4-FFF2-40B4-BE49-F238E27FC236}">
                  <a16:creationId xmlns:a16="http://schemas.microsoft.com/office/drawing/2014/main" id="{5BD3BFDC-1764-429C-8F2F-B471254F9C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7" y="2687"/>
              <a:ext cx="301" cy="123"/>
            </a:xfrm>
            <a:custGeom>
              <a:avLst/>
              <a:gdLst>
                <a:gd name="T0" fmla="*/ 0 w 282"/>
                <a:gd name="T1" fmla="*/ 137 h 115"/>
                <a:gd name="T2" fmla="*/ 72 w 282"/>
                <a:gd name="T3" fmla="*/ 90 h 115"/>
                <a:gd name="T4" fmla="*/ 163 w 282"/>
                <a:gd name="T5" fmla="*/ 63 h 115"/>
                <a:gd name="T6" fmla="*/ 343 w 282"/>
                <a:gd name="T7" fmla="*/ 0 h 115"/>
                <a:gd name="T8" fmla="*/ 140 w 282"/>
                <a:gd name="T9" fmla="*/ 80 h 115"/>
                <a:gd name="T10" fmla="*/ 3 w 282"/>
                <a:gd name="T11" fmla="*/ 141 h 11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2" h="115">
                  <a:moveTo>
                    <a:pt x="0" y="112"/>
                  </a:moveTo>
                  <a:cubicBezTo>
                    <a:pt x="25" y="105"/>
                    <a:pt x="38" y="87"/>
                    <a:pt x="59" y="74"/>
                  </a:cubicBezTo>
                  <a:cubicBezTo>
                    <a:pt x="82" y="61"/>
                    <a:pt x="110" y="59"/>
                    <a:pt x="134" y="51"/>
                  </a:cubicBezTo>
                  <a:cubicBezTo>
                    <a:pt x="181" y="35"/>
                    <a:pt x="234" y="7"/>
                    <a:pt x="282" y="0"/>
                  </a:cubicBezTo>
                  <a:cubicBezTo>
                    <a:pt x="231" y="31"/>
                    <a:pt x="172" y="51"/>
                    <a:pt x="115" y="65"/>
                  </a:cubicBezTo>
                  <a:cubicBezTo>
                    <a:pt x="73" y="76"/>
                    <a:pt x="42" y="101"/>
                    <a:pt x="3" y="115"/>
                  </a:cubicBezTo>
                </a:path>
              </a:pathLst>
            </a:custGeom>
            <a:solidFill>
              <a:srgbClr val="EFCA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2388" name="Freeform 758">
              <a:extLst>
                <a:ext uri="{FF2B5EF4-FFF2-40B4-BE49-F238E27FC236}">
                  <a16:creationId xmlns:a16="http://schemas.microsoft.com/office/drawing/2014/main" id="{AC03FBF7-8950-4B57-8999-04F22E2B268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0" y="2081"/>
              <a:ext cx="479" cy="235"/>
            </a:xfrm>
            <a:custGeom>
              <a:avLst/>
              <a:gdLst>
                <a:gd name="T0" fmla="*/ 0 w 449"/>
                <a:gd name="T1" fmla="*/ 11 h 221"/>
                <a:gd name="T2" fmla="*/ 55 w 449"/>
                <a:gd name="T3" fmla="*/ 21 h 221"/>
                <a:gd name="T4" fmla="*/ 108 w 449"/>
                <a:gd name="T5" fmla="*/ 33 h 221"/>
                <a:gd name="T6" fmla="*/ 161 w 449"/>
                <a:gd name="T7" fmla="*/ 26 h 221"/>
                <a:gd name="T8" fmla="*/ 222 w 449"/>
                <a:gd name="T9" fmla="*/ 20 h 221"/>
                <a:gd name="T10" fmla="*/ 322 w 449"/>
                <a:gd name="T11" fmla="*/ 3 h 221"/>
                <a:gd name="T12" fmla="*/ 465 w 449"/>
                <a:gd name="T13" fmla="*/ 24 h 221"/>
                <a:gd name="T14" fmla="*/ 525 w 449"/>
                <a:gd name="T15" fmla="*/ 41 h 221"/>
                <a:gd name="T16" fmla="*/ 513 w 449"/>
                <a:gd name="T17" fmla="*/ 90 h 221"/>
                <a:gd name="T18" fmla="*/ 493 w 449"/>
                <a:gd name="T19" fmla="*/ 172 h 221"/>
                <a:gd name="T20" fmla="*/ 472 w 449"/>
                <a:gd name="T21" fmla="*/ 259 h 221"/>
                <a:gd name="T22" fmla="*/ 373 w 449"/>
                <a:gd name="T23" fmla="*/ 196 h 221"/>
                <a:gd name="T24" fmla="*/ 272 w 449"/>
                <a:gd name="T25" fmla="*/ 145 h 221"/>
                <a:gd name="T26" fmla="*/ 153 w 449"/>
                <a:gd name="T27" fmla="*/ 226 h 221"/>
                <a:gd name="T28" fmla="*/ 81 w 449"/>
                <a:gd name="T29" fmla="*/ 247 h 221"/>
                <a:gd name="T30" fmla="*/ 21 w 449"/>
                <a:gd name="T31" fmla="*/ 153 h 221"/>
                <a:gd name="T32" fmla="*/ 0 w 449"/>
                <a:gd name="T33" fmla="*/ 114 h 221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449" h="221">
                  <a:moveTo>
                    <a:pt x="0" y="8"/>
                  </a:moveTo>
                  <a:cubicBezTo>
                    <a:pt x="18" y="2"/>
                    <a:pt x="30" y="12"/>
                    <a:pt x="46" y="18"/>
                  </a:cubicBezTo>
                  <a:cubicBezTo>
                    <a:pt x="59" y="24"/>
                    <a:pt x="75" y="26"/>
                    <a:pt x="89" y="27"/>
                  </a:cubicBezTo>
                  <a:cubicBezTo>
                    <a:pt x="104" y="27"/>
                    <a:pt x="118" y="23"/>
                    <a:pt x="133" y="22"/>
                  </a:cubicBezTo>
                  <a:cubicBezTo>
                    <a:pt x="150" y="20"/>
                    <a:pt x="166" y="21"/>
                    <a:pt x="183" y="17"/>
                  </a:cubicBezTo>
                  <a:cubicBezTo>
                    <a:pt x="210" y="11"/>
                    <a:pt x="238" y="6"/>
                    <a:pt x="265" y="3"/>
                  </a:cubicBezTo>
                  <a:cubicBezTo>
                    <a:pt x="306" y="0"/>
                    <a:pt x="344" y="16"/>
                    <a:pt x="383" y="21"/>
                  </a:cubicBezTo>
                  <a:cubicBezTo>
                    <a:pt x="397" y="23"/>
                    <a:pt x="421" y="26"/>
                    <a:pt x="432" y="35"/>
                  </a:cubicBezTo>
                  <a:cubicBezTo>
                    <a:pt x="449" y="50"/>
                    <a:pt x="433" y="60"/>
                    <a:pt x="423" y="75"/>
                  </a:cubicBezTo>
                  <a:cubicBezTo>
                    <a:pt x="411" y="93"/>
                    <a:pt x="405" y="121"/>
                    <a:pt x="406" y="143"/>
                  </a:cubicBezTo>
                  <a:cubicBezTo>
                    <a:pt x="408" y="165"/>
                    <a:pt x="432" y="221"/>
                    <a:pt x="388" y="215"/>
                  </a:cubicBezTo>
                  <a:cubicBezTo>
                    <a:pt x="357" y="211"/>
                    <a:pt x="331" y="179"/>
                    <a:pt x="307" y="163"/>
                  </a:cubicBezTo>
                  <a:cubicBezTo>
                    <a:pt x="284" y="146"/>
                    <a:pt x="254" y="121"/>
                    <a:pt x="224" y="120"/>
                  </a:cubicBezTo>
                  <a:cubicBezTo>
                    <a:pt x="181" y="119"/>
                    <a:pt x="158" y="168"/>
                    <a:pt x="126" y="188"/>
                  </a:cubicBezTo>
                  <a:cubicBezTo>
                    <a:pt x="111" y="197"/>
                    <a:pt x="86" y="213"/>
                    <a:pt x="67" y="205"/>
                  </a:cubicBezTo>
                  <a:cubicBezTo>
                    <a:pt x="42" y="194"/>
                    <a:pt x="31" y="149"/>
                    <a:pt x="18" y="127"/>
                  </a:cubicBezTo>
                  <a:cubicBezTo>
                    <a:pt x="12" y="117"/>
                    <a:pt x="4" y="107"/>
                    <a:pt x="0" y="95"/>
                  </a:cubicBezTo>
                </a:path>
              </a:pathLst>
            </a:custGeom>
            <a:solidFill>
              <a:srgbClr val="F9EB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2389" name="Freeform 759">
              <a:extLst>
                <a:ext uri="{FF2B5EF4-FFF2-40B4-BE49-F238E27FC236}">
                  <a16:creationId xmlns:a16="http://schemas.microsoft.com/office/drawing/2014/main" id="{FEB2B721-2551-4F35-AE6B-6355968BF1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8" y="1700"/>
              <a:ext cx="44" cy="143"/>
            </a:xfrm>
            <a:custGeom>
              <a:avLst/>
              <a:gdLst>
                <a:gd name="T0" fmla="*/ 0 w 42"/>
                <a:gd name="T1" fmla="*/ 163 h 134"/>
                <a:gd name="T2" fmla="*/ 25 w 42"/>
                <a:gd name="T3" fmla="*/ 146 h 134"/>
                <a:gd name="T4" fmla="*/ 46 w 42"/>
                <a:gd name="T5" fmla="*/ 118 h 134"/>
                <a:gd name="T6" fmla="*/ 40 w 42"/>
                <a:gd name="T7" fmla="*/ 55 h 134"/>
                <a:gd name="T8" fmla="*/ 27 w 42"/>
                <a:gd name="T9" fmla="*/ 0 h 134"/>
                <a:gd name="T10" fmla="*/ 39 w 42"/>
                <a:gd name="T11" fmla="*/ 58 h 134"/>
                <a:gd name="T12" fmla="*/ 43 w 42"/>
                <a:gd name="T13" fmla="*/ 108 h 134"/>
                <a:gd name="T14" fmla="*/ 32 w 42"/>
                <a:gd name="T15" fmla="*/ 129 h 134"/>
                <a:gd name="T16" fmla="*/ 7 w 42"/>
                <a:gd name="T17" fmla="*/ 158 h 13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2" h="134">
                  <a:moveTo>
                    <a:pt x="0" y="134"/>
                  </a:moveTo>
                  <a:cubicBezTo>
                    <a:pt x="8" y="131"/>
                    <a:pt x="15" y="123"/>
                    <a:pt x="22" y="120"/>
                  </a:cubicBezTo>
                  <a:cubicBezTo>
                    <a:pt x="33" y="115"/>
                    <a:pt x="39" y="109"/>
                    <a:pt x="40" y="97"/>
                  </a:cubicBezTo>
                  <a:cubicBezTo>
                    <a:pt x="42" y="80"/>
                    <a:pt x="37" y="63"/>
                    <a:pt x="34" y="46"/>
                  </a:cubicBezTo>
                  <a:cubicBezTo>
                    <a:pt x="31" y="31"/>
                    <a:pt x="27" y="16"/>
                    <a:pt x="24" y="0"/>
                  </a:cubicBezTo>
                  <a:cubicBezTo>
                    <a:pt x="20" y="13"/>
                    <a:pt x="30" y="35"/>
                    <a:pt x="33" y="48"/>
                  </a:cubicBezTo>
                  <a:cubicBezTo>
                    <a:pt x="36" y="61"/>
                    <a:pt x="38" y="76"/>
                    <a:pt x="37" y="89"/>
                  </a:cubicBezTo>
                  <a:cubicBezTo>
                    <a:pt x="36" y="97"/>
                    <a:pt x="35" y="101"/>
                    <a:pt x="29" y="106"/>
                  </a:cubicBezTo>
                  <a:cubicBezTo>
                    <a:pt x="22" y="113"/>
                    <a:pt x="13" y="121"/>
                    <a:pt x="7" y="130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2390" name="Freeform 760">
              <a:extLst>
                <a:ext uri="{FF2B5EF4-FFF2-40B4-BE49-F238E27FC236}">
                  <a16:creationId xmlns:a16="http://schemas.microsoft.com/office/drawing/2014/main" id="{8ABAF3CB-1D23-4194-872C-0DFF614EC2A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6" y="868"/>
              <a:ext cx="16" cy="58"/>
            </a:xfrm>
            <a:custGeom>
              <a:avLst/>
              <a:gdLst>
                <a:gd name="T0" fmla="*/ 15 w 15"/>
                <a:gd name="T1" fmla="*/ 0 h 54"/>
                <a:gd name="T2" fmla="*/ 18 w 15"/>
                <a:gd name="T3" fmla="*/ 67 h 54"/>
                <a:gd name="T4" fmla="*/ 15 w 15"/>
                <a:gd name="T5" fmla="*/ 0 h 5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54">
                  <a:moveTo>
                    <a:pt x="12" y="0"/>
                  </a:moveTo>
                  <a:cubicBezTo>
                    <a:pt x="12" y="0"/>
                    <a:pt x="3" y="32"/>
                    <a:pt x="15" y="54"/>
                  </a:cubicBezTo>
                  <a:cubicBezTo>
                    <a:pt x="15" y="54"/>
                    <a:pt x="0" y="31"/>
                    <a:pt x="12" y="0"/>
                  </a:cubicBezTo>
                  <a:close/>
                </a:path>
              </a:pathLst>
            </a:custGeom>
            <a:solidFill>
              <a:srgbClr val="A57A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2391" name="Freeform 761">
              <a:extLst>
                <a:ext uri="{FF2B5EF4-FFF2-40B4-BE49-F238E27FC236}">
                  <a16:creationId xmlns:a16="http://schemas.microsoft.com/office/drawing/2014/main" id="{DAB5109B-7C5F-42C0-852C-9D328E8C6C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5" y="871"/>
              <a:ext cx="14" cy="90"/>
            </a:xfrm>
            <a:custGeom>
              <a:avLst/>
              <a:gdLst>
                <a:gd name="T0" fmla="*/ 6 w 13"/>
                <a:gd name="T1" fmla="*/ 0 h 84"/>
                <a:gd name="T2" fmla="*/ 10 w 13"/>
                <a:gd name="T3" fmla="*/ 16 h 84"/>
                <a:gd name="T4" fmla="*/ 6 w 13"/>
                <a:gd name="T5" fmla="*/ 32 h 84"/>
                <a:gd name="T6" fmla="*/ 1 w 13"/>
                <a:gd name="T7" fmla="*/ 58 h 84"/>
                <a:gd name="T8" fmla="*/ 2 w 13"/>
                <a:gd name="T9" fmla="*/ 83 h 84"/>
                <a:gd name="T10" fmla="*/ 16 w 13"/>
                <a:gd name="T11" fmla="*/ 103 h 84"/>
                <a:gd name="T12" fmla="*/ 10 w 13"/>
                <a:gd name="T13" fmla="*/ 74 h 84"/>
                <a:gd name="T14" fmla="*/ 11 w 13"/>
                <a:gd name="T15" fmla="*/ 44 h 84"/>
                <a:gd name="T16" fmla="*/ 13 w 13"/>
                <a:gd name="T17" fmla="*/ 16 h 84"/>
                <a:gd name="T18" fmla="*/ 6 w 13"/>
                <a:gd name="T19" fmla="*/ 0 h 8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" h="84">
                  <a:moveTo>
                    <a:pt x="6" y="0"/>
                  </a:moveTo>
                  <a:cubicBezTo>
                    <a:pt x="6" y="4"/>
                    <a:pt x="7" y="9"/>
                    <a:pt x="7" y="13"/>
                  </a:cubicBezTo>
                  <a:cubicBezTo>
                    <a:pt x="7" y="17"/>
                    <a:pt x="7" y="22"/>
                    <a:pt x="6" y="26"/>
                  </a:cubicBezTo>
                  <a:cubicBezTo>
                    <a:pt x="4" y="33"/>
                    <a:pt x="2" y="40"/>
                    <a:pt x="1" y="47"/>
                  </a:cubicBezTo>
                  <a:cubicBezTo>
                    <a:pt x="0" y="54"/>
                    <a:pt x="0" y="61"/>
                    <a:pt x="2" y="67"/>
                  </a:cubicBezTo>
                  <a:cubicBezTo>
                    <a:pt x="5" y="74"/>
                    <a:pt x="10" y="78"/>
                    <a:pt x="13" y="84"/>
                  </a:cubicBezTo>
                  <a:cubicBezTo>
                    <a:pt x="10" y="75"/>
                    <a:pt x="7" y="69"/>
                    <a:pt x="7" y="60"/>
                  </a:cubicBezTo>
                  <a:cubicBezTo>
                    <a:pt x="6" y="51"/>
                    <a:pt x="6" y="43"/>
                    <a:pt x="8" y="35"/>
                  </a:cubicBezTo>
                  <a:cubicBezTo>
                    <a:pt x="10" y="28"/>
                    <a:pt x="11" y="20"/>
                    <a:pt x="10" y="13"/>
                  </a:cubicBezTo>
                  <a:cubicBezTo>
                    <a:pt x="9" y="9"/>
                    <a:pt x="7" y="4"/>
                    <a:pt x="6" y="0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2392" name="Freeform 762">
              <a:extLst>
                <a:ext uri="{FF2B5EF4-FFF2-40B4-BE49-F238E27FC236}">
                  <a16:creationId xmlns:a16="http://schemas.microsoft.com/office/drawing/2014/main" id="{1048EC62-292F-43FA-B7E9-5D4F93FBF38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8" y="884"/>
              <a:ext cx="66" cy="24"/>
            </a:xfrm>
            <a:custGeom>
              <a:avLst/>
              <a:gdLst>
                <a:gd name="T0" fmla="*/ 73 w 62"/>
                <a:gd name="T1" fmla="*/ 19 h 22"/>
                <a:gd name="T2" fmla="*/ 61 w 62"/>
                <a:gd name="T3" fmla="*/ 16 h 22"/>
                <a:gd name="T4" fmla="*/ 0 w 62"/>
                <a:gd name="T5" fmla="*/ 17 h 22"/>
                <a:gd name="T6" fmla="*/ 63 w 62"/>
                <a:gd name="T7" fmla="*/ 25 h 22"/>
                <a:gd name="T8" fmla="*/ 73 w 62"/>
                <a:gd name="T9" fmla="*/ 19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2" h="22">
                  <a:moveTo>
                    <a:pt x="61" y="15"/>
                  </a:moveTo>
                  <a:cubicBezTo>
                    <a:pt x="62" y="14"/>
                    <a:pt x="55" y="15"/>
                    <a:pt x="51" y="13"/>
                  </a:cubicBezTo>
                  <a:cubicBezTo>
                    <a:pt x="47" y="11"/>
                    <a:pt x="18" y="0"/>
                    <a:pt x="0" y="14"/>
                  </a:cubicBezTo>
                  <a:cubicBezTo>
                    <a:pt x="0" y="14"/>
                    <a:pt x="31" y="22"/>
                    <a:pt x="52" y="19"/>
                  </a:cubicBezTo>
                  <a:cubicBezTo>
                    <a:pt x="60" y="17"/>
                    <a:pt x="61" y="17"/>
                    <a:pt x="61" y="1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2393" name="Freeform 763">
              <a:extLst>
                <a:ext uri="{FF2B5EF4-FFF2-40B4-BE49-F238E27FC236}">
                  <a16:creationId xmlns:a16="http://schemas.microsoft.com/office/drawing/2014/main" id="{36F54BBF-66EF-4749-A41B-1E6DCA2339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5" y="891"/>
              <a:ext cx="28" cy="13"/>
            </a:xfrm>
            <a:custGeom>
              <a:avLst/>
              <a:gdLst>
                <a:gd name="T0" fmla="*/ 32 w 26"/>
                <a:gd name="T1" fmla="*/ 3 h 13"/>
                <a:gd name="T2" fmla="*/ 2 w 26"/>
                <a:gd name="T3" fmla="*/ 1 h 13"/>
                <a:gd name="T4" fmla="*/ 0 w 26"/>
                <a:gd name="T5" fmla="*/ 8 h 13"/>
                <a:gd name="T6" fmla="*/ 1 w 26"/>
                <a:gd name="T7" fmla="*/ 11 h 13"/>
                <a:gd name="T8" fmla="*/ 31 w 26"/>
                <a:gd name="T9" fmla="*/ 13 h 13"/>
                <a:gd name="T10" fmla="*/ 32 w 26"/>
                <a:gd name="T11" fmla="*/ 8 h 13"/>
                <a:gd name="T12" fmla="*/ 32 w 26"/>
                <a:gd name="T13" fmla="*/ 3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" h="13">
                  <a:moveTo>
                    <a:pt x="26" y="3"/>
                  </a:moveTo>
                  <a:cubicBezTo>
                    <a:pt x="19" y="2"/>
                    <a:pt x="11" y="0"/>
                    <a:pt x="2" y="1"/>
                  </a:cubicBezTo>
                  <a:cubicBezTo>
                    <a:pt x="1" y="3"/>
                    <a:pt x="0" y="5"/>
                    <a:pt x="0" y="8"/>
                  </a:cubicBezTo>
                  <a:cubicBezTo>
                    <a:pt x="0" y="9"/>
                    <a:pt x="1" y="10"/>
                    <a:pt x="1" y="11"/>
                  </a:cubicBezTo>
                  <a:cubicBezTo>
                    <a:pt x="8" y="12"/>
                    <a:pt x="17" y="13"/>
                    <a:pt x="25" y="13"/>
                  </a:cubicBezTo>
                  <a:cubicBezTo>
                    <a:pt x="26" y="12"/>
                    <a:pt x="26" y="10"/>
                    <a:pt x="26" y="8"/>
                  </a:cubicBezTo>
                  <a:cubicBezTo>
                    <a:pt x="26" y="6"/>
                    <a:pt x="26" y="5"/>
                    <a:pt x="26" y="3"/>
                  </a:cubicBezTo>
                  <a:close/>
                </a:path>
              </a:pathLst>
            </a:custGeom>
            <a:solidFill>
              <a:srgbClr val="3311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2394" name="Freeform 764">
              <a:extLst>
                <a:ext uri="{FF2B5EF4-FFF2-40B4-BE49-F238E27FC236}">
                  <a16:creationId xmlns:a16="http://schemas.microsoft.com/office/drawing/2014/main" id="{0E2FBF48-67D5-4171-AA0A-BA23DE8DC8F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5" y="891"/>
              <a:ext cx="28" cy="13"/>
            </a:xfrm>
            <a:custGeom>
              <a:avLst/>
              <a:gdLst>
                <a:gd name="T0" fmla="*/ 32 w 26"/>
                <a:gd name="T1" fmla="*/ 3 h 13"/>
                <a:gd name="T2" fmla="*/ 2 w 26"/>
                <a:gd name="T3" fmla="*/ 1 h 13"/>
                <a:gd name="T4" fmla="*/ 0 w 26"/>
                <a:gd name="T5" fmla="*/ 8 h 13"/>
                <a:gd name="T6" fmla="*/ 1 w 26"/>
                <a:gd name="T7" fmla="*/ 11 h 13"/>
                <a:gd name="T8" fmla="*/ 31 w 26"/>
                <a:gd name="T9" fmla="*/ 13 h 13"/>
                <a:gd name="T10" fmla="*/ 32 w 26"/>
                <a:gd name="T11" fmla="*/ 8 h 13"/>
                <a:gd name="T12" fmla="*/ 32 w 26"/>
                <a:gd name="T13" fmla="*/ 3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" h="13">
                  <a:moveTo>
                    <a:pt x="26" y="3"/>
                  </a:moveTo>
                  <a:cubicBezTo>
                    <a:pt x="19" y="2"/>
                    <a:pt x="11" y="0"/>
                    <a:pt x="2" y="1"/>
                  </a:cubicBezTo>
                  <a:cubicBezTo>
                    <a:pt x="1" y="3"/>
                    <a:pt x="0" y="5"/>
                    <a:pt x="0" y="8"/>
                  </a:cubicBezTo>
                  <a:cubicBezTo>
                    <a:pt x="0" y="9"/>
                    <a:pt x="1" y="10"/>
                    <a:pt x="1" y="11"/>
                  </a:cubicBezTo>
                  <a:cubicBezTo>
                    <a:pt x="8" y="12"/>
                    <a:pt x="17" y="13"/>
                    <a:pt x="25" y="13"/>
                  </a:cubicBezTo>
                  <a:cubicBezTo>
                    <a:pt x="26" y="12"/>
                    <a:pt x="26" y="10"/>
                    <a:pt x="26" y="8"/>
                  </a:cubicBezTo>
                  <a:cubicBezTo>
                    <a:pt x="26" y="6"/>
                    <a:pt x="26" y="5"/>
                    <a:pt x="26" y="3"/>
                  </a:cubicBezTo>
                  <a:close/>
                </a:path>
              </a:pathLst>
            </a:custGeom>
            <a:noFill/>
            <a:ln w="1588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2395" name="Freeform 765">
              <a:extLst>
                <a:ext uri="{FF2B5EF4-FFF2-40B4-BE49-F238E27FC236}">
                  <a16:creationId xmlns:a16="http://schemas.microsoft.com/office/drawing/2014/main" id="{1228AF7C-88DB-40F9-88D9-8688635E7F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9" y="884"/>
              <a:ext cx="65" cy="23"/>
            </a:xfrm>
            <a:custGeom>
              <a:avLst/>
              <a:gdLst>
                <a:gd name="T0" fmla="*/ 74 w 61"/>
                <a:gd name="T1" fmla="*/ 20 h 21"/>
                <a:gd name="T2" fmla="*/ 62 w 61"/>
                <a:gd name="T3" fmla="*/ 15 h 21"/>
                <a:gd name="T4" fmla="*/ 0 w 61"/>
                <a:gd name="T5" fmla="*/ 16 h 21"/>
                <a:gd name="T6" fmla="*/ 62 w 61"/>
                <a:gd name="T7" fmla="*/ 24 h 21"/>
                <a:gd name="T8" fmla="*/ 74 w 61"/>
                <a:gd name="T9" fmla="*/ 20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1" h="21">
                  <a:moveTo>
                    <a:pt x="61" y="15"/>
                  </a:moveTo>
                  <a:cubicBezTo>
                    <a:pt x="61" y="13"/>
                    <a:pt x="55" y="15"/>
                    <a:pt x="51" y="12"/>
                  </a:cubicBezTo>
                  <a:cubicBezTo>
                    <a:pt x="47" y="10"/>
                    <a:pt x="18" y="0"/>
                    <a:pt x="0" y="13"/>
                  </a:cubicBezTo>
                  <a:cubicBezTo>
                    <a:pt x="0" y="13"/>
                    <a:pt x="31" y="21"/>
                    <a:pt x="51" y="18"/>
                  </a:cubicBezTo>
                  <a:cubicBezTo>
                    <a:pt x="60" y="17"/>
                    <a:pt x="60" y="17"/>
                    <a:pt x="61" y="15"/>
                  </a:cubicBezTo>
                  <a:close/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2396" name="Oval 766">
              <a:extLst>
                <a:ext uri="{FF2B5EF4-FFF2-40B4-BE49-F238E27FC236}">
                  <a16:creationId xmlns:a16="http://schemas.microsoft.com/office/drawing/2014/main" id="{6A614C56-8C5B-41EA-8218-565AF1EC90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15" y="893"/>
              <a:ext cx="8" cy="8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397" name="Oval 767">
              <a:extLst>
                <a:ext uri="{FF2B5EF4-FFF2-40B4-BE49-F238E27FC236}">
                  <a16:creationId xmlns:a16="http://schemas.microsoft.com/office/drawing/2014/main" id="{F4B97ED1-1F26-44FC-948D-199CC42806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21" y="895"/>
              <a:ext cx="5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398" name="Freeform 768">
              <a:extLst>
                <a:ext uri="{FF2B5EF4-FFF2-40B4-BE49-F238E27FC236}">
                  <a16:creationId xmlns:a16="http://schemas.microsoft.com/office/drawing/2014/main" id="{2E3F813D-3F33-4F5B-9723-17BF4B94C5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5" y="884"/>
              <a:ext cx="66" cy="24"/>
            </a:xfrm>
            <a:custGeom>
              <a:avLst/>
              <a:gdLst>
                <a:gd name="T0" fmla="*/ 0 w 61"/>
                <a:gd name="T1" fmla="*/ 19 h 22"/>
                <a:gd name="T2" fmla="*/ 13 w 61"/>
                <a:gd name="T3" fmla="*/ 16 h 22"/>
                <a:gd name="T4" fmla="*/ 77 w 61"/>
                <a:gd name="T5" fmla="*/ 17 h 22"/>
                <a:gd name="T6" fmla="*/ 12 w 61"/>
                <a:gd name="T7" fmla="*/ 25 h 22"/>
                <a:gd name="T8" fmla="*/ 0 w 61"/>
                <a:gd name="T9" fmla="*/ 19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1" h="22">
                  <a:moveTo>
                    <a:pt x="0" y="15"/>
                  </a:moveTo>
                  <a:cubicBezTo>
                    <a:pt x="0" y="14"/>
                    <a:pt x="6" y="15"/>
                    <a:pt x="10" y="13"/>
                  </a:cubicBezTo>
                  <a:cubicBezTo>
                    <a:pt x="14" y="11"/>
                    <a:pt x="43" y="0"/>
                    <a:pt x="61" y="14"/>
                  </a:cubicBezTo>
                  <a:cubicBezTo>
                    <a:pt x="61" y="14"/>
                    <a:pt x="30" y="22"/>
                    <a:pt x="9" y="19"/>
                  </a:cubicBezTo>
                  <a:cubicBezTo>
                    <a:pt x="1" y="17"/>
                    <a:pt x="0" y="17"/>
                    <a:pt x="0" y="1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2399" name="Freeform 769">
              <a:extLst>
                <a:ext uri="{FF2B5EF4-FFF2-40B4-BE49-F238E27FC236}">
                  <a16:creationId xmlns:a16="http://schemas.microsoft.com/office/drawing/2014/main" id="{E5658629-A962-4411-8FD3-16F1413CAF5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6" y="891"/>
              <a:ext cx="27" cy="13"/>
            </a:xfrm>
            <a:custGeom>
              <a:avLst/>
              <a:gdLst>
                <a:gd name="T0" fmla="*/ 0 w 26"/>
                <a:gd name="T1" fmla="*/ 3 h 13"/>
                <a:gd name="T2" fmla="*/ 27 w 26"/>
                <a:gd name="T3" fmla="*/ 1 h 13"/>
                <a:gd name="T4" fmla="*/ 29 w 26"/>
                <a:gd name="T5" fmla="*/ 8 h 13"/>
                <a:gd name="T6" fmla="*/ 28 w 26"/>
                <a:gd name="T7" fmla="*/ 11 h 13"/>
                <a:gd name="T8" fmla="*/ 1 w 26"/>
                <a:gd name="T9" fmla="*/ 13 h 13"/>
                <a:gd name="T10" fmla="*/ 0 w 26"/>
                <a:gd name="T11" fmla="*/ 8 h 13"/>
                <a:gd name="T12" fmla="*/ 0 w 26"/>
                <a:gd name="T13" fmla="*/ 3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" h="13">
                  <a:moveTo>
                    <a:pt x="0" y="3"/>
                  </a:moveTo>
                  <a:cubicBezTo>
                    <a:pt x="7" y="2"/>
                    <a:pt x="15" y="0"/>
                    <a:pt x="24" y="1"/>
                  </a:cubicBezTo>
                  <a:cubicBezTo>
                    <a:pt x="25" y="3"/>
                    <a:pt x="26" y="5"/>
                    <a:pt x="26" y="8"/>
                  </a:cubicBezTo>
                  <a:cubicBezTo>
                    <a:pt x="26" y="9"/>
                    <a:pt x="25" y="10"/>
                    <a:pt x="25" y="11"/>
                  </a:cubicBezTo>
                  <a:cubicBezTo>
                    <a:pt x="18" y="12"/>
                    <a:pt x="9" y="13"/>
                    <a:pt x="1" y="13"/>
                  </a:cubicBezTo>
                  <a:cubicBezTo>
                    <a:pt x="0" y="12"/>
                    <a:pt x="0" y="10"/>
                    <a:pt x="0" y="8"/>
                  </a:cubicBezTo>
                  <a:cubicBezTo>
                    <a:pt x="0" y="6"/>
                    <a:pt x="0" y="5"/>
                    <a:pt x="0" y="3"/>
                  </a:cubicBezTo>
                  <a:close/>
                </a:path>
              </a:pathLst>
            </a:custGeom>
            <a:solidFill>
              <a:srgbClr val="3311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2400" name="Freeform 770">
              <a:extLst>
                <a:ext uri="{FF2B5EF4-FFF2-40B4-BE49-F238E27FC236}">
                  <a16:creationId xmlns:a16="http://schemas.microsoft.com/office/drawing/2014/main" id="{FE861591-2E92-4F49-9C0D-8FDC5E089A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6" y="891"/>
              <a:ext cx="27" cy="13"/>
            </a:xfrm>
            <a:custGeom>
              <a:avLst/>
              <a:gdLst>
                <a:gd name="T0" fmla="*/ 0 w 26"/>
                <a:gd name="T1" fmla="*/ 3 h 13"/>
                <a:gd name="T2" fmla="*/ 27 w 26"/>
                <a:gd name="T3" fmla="*/ 1 h 13"/>
                <a:gd name="T4" fmla="*/ 29 w 26"/>
                <a:gd name="T5" fmla="*/ 8 h 13"/>
                <a:gd name="T6" fmla="*/ 28 w 26"/>
                <a:gd name="T7" fmla="*/ 11 h 13"/>
                <a:gd name="T8" fmla="*/ 1 w 26"/>
                <a:gd name="T9" fmla="*/ 13 h 13"/>
                <a:gd name="T10" fmla="*/ 0 w 26"/>
                <a:gd name="T11" fmla="*/ 8 h 13"/>
                <a:gd name="T12" fmla="*/ 0 w 26"/>
                <a:gd name="T13" fmla="*/ 3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" h="13">
                  <a:moveTo>
                    <a:pt x="0" y="3"/>
                  </a:moveTo>
                  <a:cubicBezTo>
                    <a:pt x="7" y="2"/>
                    <a:pt x="15" y="0"/>
                    <a:pt x="24" y="1"/>
                  </a:cubicBezTo>
                  <a:cubicBezTo>
                    <a:pt x="25" y="3"/>
                    <a:pt x="26" y="5"/>
                    <a:pt x="26" y="8"/>
                  </a:cubicBezTo>
                  <a:cubicBezTo>
                    <a:pt x="26" y="9"/>
                    <a:pt x="25" y="10"/>
                    <a:pt x="25" y="11"/>
                  </a:cubicBezTo>
                  <a:cubicBezTo>
                    <a:pt x="18" y="12"/>
                    <a:pt x="9" y="13"/>
                    <a:pt x="1" y="13"/>
                  </a:cubicBezTo>
                  <a:cubicBezTo>
                    <a:pt x="0" y="12"/>
                    <a:pt x="0" y="10"/>
                    <a:pt x="0" y="8"/>
                  </a:cubicBezTo>
                  <a:cubicBezTo>
                    <a:pt x="0" y="6"/>
                    <a:pt x="0" y="5"/>
                    <a:pt x="0" y="3"/>
                  </a:cubicBezTo>
                  <a:close/>
                </a:path>
              </a:pathLst>
            </a:custGeom>
            <a:noFill/>
            <a:ln w="1588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2401" name="Freeform 771">
              <a:extLst>
                <a:ext uri="{FF2B5EF4-FFF2-40B4-BE49-F238E27FC236}">
                  <a16:creationId xmlns:a16="http://schemas.microsoft.com/office/drawing/2014/main" id="{E26ABCCD-E7C2-4774-909C-5460625D43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4" y="884"/>
              <a:ext cx="67" cy="23"/>
            </a:xfrm>
            <a:custGeom>
              <a:avLst/>
              <a:gdLst>
                <a:gd name="T0" fmla="*/ 0 w 62"/>
                <a:gd name="T1" fmla="*/ 20 h 21"/>
                <a:gd name="T2" fmla="*/ 13 w 62"/>
                <a:gd name="T3" fmla="*/ 15 h 21"/>
                <a:gd name="T4" fmla="*/ 78 w 62"/>
                <a:gd name="T5" fmla="*/ 16 h 21"/>
                <a:gd name="T6" fmla="*/ 13 w 62"/>
                <a:gd name="T7" fmla="*/ 24 h 21"/>
                <a:gd name="T8" fmla="*/ 0 w 62"/>
                <a:gd name="T9" fmla="*/ 20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2" h="21">
                  <a:moveTo>
                    <a:pt x="0" y="15"/>
                  </a:moveTo>
                  <a:cubicBezTo>
                    <a:pt x="0" y="13"/>
                    <a:pt x="6" y="15"/>
                    <a:pt x="10" y="12"/>
                  </a:cubicBezTo>
                  <a:cubicBezTo>
                    <a:pt x="14" y="10"/>
                    <a:pt x="43" y="0"/>
                    <a:pt x="62" y="13"/>
                  </a:cubicBezTo>
                  <a:cubicBezTo>
                    <a:pt x="62" y="13"/>
                    <a:pt x="30" y="21"/>
                    <a:pt x="10" y="18"/>
                  </a:cubicBezTo>
                  <a:cubicBezTo>
                    <a:pt x="1" y="17"/>
                    <a:pt x="1" y="17"/>
                    <a:pt x="0" y="15"/>
                  </a:cubicBezTo>
                  <a:close/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2402" name="Oval 772">
              <a:extLst>
                <a:ext uri="{FF2B5EF4-FFF2-40B4-BE49-F238E27FC236}">
                  <a16:creationId xmlns:a16="http://schemas.microsoft.com/office/drawing/2014/main" id="{A04DCCE2-DDE0-4755-A704-0A7D2B1FB4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65" y="893"/>
              <a:ext cx="9" cy="8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403" name="Oval 773">
              <a:extLst>
                <a:ext uri="{FF2B5EF4-FFF2-40B4-BE49-F238E27FC236}">
                  <a16:creationId xmlns:a16="http://schemas.microsoft.com/office/drawing/2014/main" id="{5B577AB8-C59C-4C91-8678-DD0D548C0F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63" y="895"/>
              <a:ext cx="4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404" name="Freeform 774">
              <a:extLst>
                <a:ext uri="{FF2B5EF4-FFF2-40B4-BE49-F238E27FC236}">
                  <a16:creationId xmlns:a16="http://schemas.microsoft.com/office/drawing/2014/main" id="{73870549-3F96-40B9-9A66-6B966892784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5" y="846"/>
              <a:ext cx="80" cy="19"/>
            </a:xfrm>
            <a:custGeom>
              <a:avLst/>
              <a:gdLst>
                <a:gd name="T0" fmla="*/ 0 w 75"/>
                <a:gd name="T1" fmla="*/ 16 h 18"/>
                <a:gd name="T2" fmla="*/ 91 w 75"/>
                <a:gd name="T3" fmla="*/ 21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5" h="18">
                  <a:moveTo>
                    <a:pt x="0" y="13"/>
                  </a:moveTo>
                  <a:cubicBezTo>
                    <a:pt x="0" y="13"/>
                    <a:pt x="49" y="0"/>
                    <a:pt x="75" y="18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2405" name="Freeform 775">
              <a:extLst>
                <a:ext uri="{FF2B5EF4-FFF2-40B4-BE49-F238E27FC236}">
                  <a16:creationId xmlns:a16="http://schemas.microsoft.com/office/drawing/2014/main" id="{55FE72FB-036C-49BC-95B6-52EFFDFED7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8" y="837"/>
              <a:ext cx="87" cy="24"/>
            </a:xfrm>
            <a:custGeom>
              <a:avLst/>
              <a:gdLst>
                <a:gd name="T0" fmla="*/ 98 w 82"/>
                <a:gd name="T1" fmla="*/ 28 h 22"/>
                <a:gd name="T2" fmla="*/ 0 w 82"/>
                <a:gd name="T3" fmla="*/ 28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2" h="22">
                  <a:moveTo>
                    <a:pt x="82" y="22"/>
                  </a:moveTo>
                  <a:cubicBezTo>
                    <a:pt x="82" y="22"/>
                    <a:pt x="24" y="0"/>
                    <a:pt x="0" y="22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2406" name="Freeform 776">
              <a:extLst>
                <a:ext uri="{FF2B5EF4-FFF2-40B4-BE49-F238E27FC236}">
                  <a16:creationId xmlns:a16="http://schemas.microsoft.com/office/drawing/2014/main" id="{12572D6F-0F23-477A-86EF-67FB4FE50CE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4" y="929"/>
              <a:ext cx="105" cy="43"/>
            </a:xfrm>
            <a:custGeom>
              <a:avLst/>
              <a:gdLst>
                <a:gd name="T0" fmla="*/ 95 w 99"/>
                <a:gd name="T1" fmla="*/ 1 h 40"/>
                <a:gd name="T2" fmla="*/ 109 w 99"/>
                <a:gd name="T3" fmla="*/ 34 h 40"/>
                <a:gd name="T4" fmla="*/ 90 w 99"/>
                <a:gd name="T5" fmla="*/ 35 h 40"/>
                <a:gd name="T6" fmla="*/ 63 w 99"/>
                <a:gd name="T7" fmla="*/ 47 h 40"/>
                <a:gd name="T8" fmla="*/ 54 w 99"/>
                <a:gd name="T9" fmla="*/ 47 h 40"/>
                <a:gd name="T10" fmla="*/ 29 w 99"/>
                <a:gd name="T11" fmla="*/ 34 h 40"/>
                <a:gd name="T12" fmla="*/ 8 w 99"/>
                <a:gd name="T13" fmla="*/ 32 h 40"/>
                <a:gd name="T14" fmla="*/ 19 w 99"/>
                <a:gd name="T15" fmla="*/ 0 h 40"/>
                <a:gd name="T16" fmla="*/ 8 w 99"/>
                <a:gd name="T17" fmla="*/ 17 h 40"/>
                <a:gd name="T18" fmla="*/ 21 w 99"/>
                <a:gd name="T19" fmla="*/ 34 h 40"/>
                <a:gd name="T20" fmla="*/ 39 w 99"/>
                <a:gd name="T21" fmla="*/ 40 h 40"/>
                <a:gd name="T22" fmla="*/ 86 w 99"/>
                <a:gd name="T23" fmla="*/ 35 h 40"/>
                <a:gd name="T24" fmla="*/ 97 w 99"/>
                <a:gd name="T25" fmla="*/ 34 h 40"/>
                <a:gd name="T26" fmla="*/ 110 w 99"/>
                <a:gd name="T27" fmla="*/ 27 h 40"/>
                <a:gd name="T28" fmla="*/ 95 w 99"/>
                <a:gd name="T29" fmla="*/ 1 h 4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99" h="40">
                  <a:moveTo>
                    <a:pt x="80" y="1"/>
                  </a:moveTo>
                  <a:cubicBezTo>
                    <a:pt x="87" y="10"/>
                    <a:pt x="99" y="17"/>
                    <a:pt x="91" y="28"/>
                  </a:cubicBezTo>
                  <a:cubicBezTo>
                    <a:pt x="84" y="34"/>
                    <a:pt x="81" y="28"/>
                    <a:pt x="75" y="29"/>
                  </a:cubicBezTo>
                  <a:cubicBezTo>
                    <a:pt x="71" y="30"/>
                    <a:pt x="65" y="36"/>
                    <a:pt x="53" y="38"/>
                  </a:cubicBezTo>
                  <a:cubicBezTo>
                    <a:pt x="49" y="39"/>
                    <a:pt x="48" y="39"/>
                    <a:pt x="45" y="38"/>
                  </a:cubicBezTo>
                  <a:cubicBezTo>
                    <a:pt x="33" y="36"/>
                    <a:pt x="29" y="29"/>
                    <a:pt x="24" y="28"/>
                  </a:cubicBezTo>
                  <a:cubicBezTo>
                    <a:pt x="18" y="27"/>
                    <a:pt x="15" y="33"/>
                    <a:pt x="8" y="26"/>
                  </a:cubicBezTo>
                  <a:cubicBezTo>
                    <a:pt x="0" y="15"/>
                    <a:pt x="8" y="14"/>
                    <a:pt x="16" y="0"/>
                  </a:cubicBezTo>
                  <a:cubicBezTo>
                    <a:pt x="16" y="0"/>
                    <a:pt x="14" y="4"/>
                    <a:pt x="8" y="14"/>
                  </a:cubicBezTo>
                  <a:cubicBezTo>
                    <a:pt x="2" y="25"/>
                    <a:pt x="12" y="29"/>
                    <a:pt x="18" y="28"/>
                  </a:cubicBezTo>
                  <a:cubicBezTo>
                    <a:pt x="24" y="26"/>
                    <a:pt x="25" y="25"/>
                    <a:pt x="33" y="32"/>
                  </a:cubicBezTo>
                  <a:cubicBezTo>
                    <a:pt x="41" y="38"/>
                    <a:pt x="54" y="40"/>
                    <a:pt x="72" y="29"/>
                  </a:cubicBezTo>
                  <a:cubicBezTo>
                    <a:pt x="77" y="26"/>
                    <a:pt x="79" y="27"/>
                    <a:pt x="81" y="28"/>
                  </a:cubicBezTo>
                  <a:cubicBezTo>
                    <a:pt x="84" y="29"/>
                    <a:pt x="91" y="30"/>
                    <a:pt x="92" y="21"/>
                  </a:cubicBezTo>
                  <a:cubicBezTo>
                    <a:pt x="94" y="11"/>
                    <a:pt x="81" y="7"/>
                    <a:pt x="80" y="1"/>
                  </a:cubicBezTo>
                  <a:close/>
                </a:path>
              </a:pathLst>
            </a:custGeom>
            <a:solidFill>
              <a:srgbClr val="A57A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2407" name="Freeform 777">
              <a:extLst>
                <a:ext uri="{FF2B5EF4-FFF2-40B4-BE49-F238E27FC236}">
                  <a16:creationId xmlns:a16="http://schemas.microsoft.com/office/drawing/2014/main" id="{F6772652-2685-41DF-B7B5-5C78AC4514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8" y="1025"/>
              <a:ext cx="101" cy="53"/>
            </a:xfrm>
            <a:custGeom>
              <a:avLst/>
              <a:gdLst>
                <a:gd name="T0" fmla="*/ 0 w 95"/>
                <a:gd name="T1" fmla="*/ 20 h 50"/>
                <a:gd name="T2" fmla="*/ 22 w 95"/>
                <a:gd name="T3" fmla="*/ 13 h 50"/>
                <a:gd name="T4" fmla="*/ 52 w 95"/>
                <a:gd name="T5" fmla="*/ 5 h 50"/>
                <a:gd name="T6" fmla="*/ 58 w 95"/>
                <a:gd name="T7" fmla="*/ 8 h 50"/>
                <a:gd name="T8" fmla="*/ 68 w 95"/>
                <a:gd name="T9" fmla="*/ 4 h 50"/>
                <a:gd name="T10" fmla="*/ 83 w 95"/>
                <a:gd name="T11" fmla="*/ 6 h 50"/>
                <a:gd name="T12" fmla="*/ 114 w 95"/>
                <a:gd name="T13" fmla="*/ 19 h 50"/>
                <a:gd name="T14" fmla="*/ 100 w 95"/>
                <a:gd name="T15" fmla="*/ 40 h 50"/>
                <a:gd name="T16" fmla="*/ 61 w 95"/>
                <a:gd name="T17" fmla="*/ 58 h 50"/>
                <a:gd name="T18" fmla="*/ 30 w 95"/>
                <a:gd name="T19" fmla="*/ 51 h 50"/>
                <a:gd name="T20" fmla="*/ 0 w 95"/>
                <a:gd name="T21" fmla="*/ 20 h 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5" h="50">
                  <a:moveTo>
                    <a:pt x="0" y="17"/>
                  </a:moveTo>
                  <a:cubicBezTo>
                    <a:pt x="0" y="17"/>
                    <a:pt x="6" y="23"/>
                    <a:pt x="19" y="10"/>
                  </a:cubicBezTo>
                  <a:cubicBezTo>
                    <a:pt x="26" y="4"/>
                    <a:pt x="36" y="0"/>
                    <a:pt x="43" y="5"/>
                  </a:cubicBezTo>
                  <a:cubicBezTo>
                    <a:pt x="50" y="9"/>
                    <a:pt x="49" y="8"/>
                    <a:pt x="49" y="8"/>
                  </a:cubicBezTo>
                  <a:cubicBezTo>
                    <a:pt x="49" y="8"/>
                    <a:pt x="52" y="6"/>
                    <a:pt x="56" y="4"/>
                  </a:cubicBezTo>
                  <a:cubicBezTo>
                    <a:pt x="60" y="3"/>
                    <a:pt x="65" y="3"/>
                    <a:pt x="69" y="6"/>
                  </a:cubicBezTo>
                  <a:cubicBezTo>
                    <a:pt x="73" y="8"/>
                    <a:pt x="84" y="20"/>
                    <a:pt x="95" y="16"/>
                  </a:cubicBezTo>
                  <a:cubicBezTo>
                    <a:pt x="95" y="16"/>
                    <a:pt x="91" y="24"/>
                    <a:pt x="83" y="34"/>
                  </a:cubicBezTo>
                  <a:cubicBezTo>
                    <a:pt x="74" y="45"/>
                    <a:pt x="59" y="47"/>
                    <a:pt x="51" y="49"/>
                  </a:cubicBezTo>
                  <a:cubicBezTo>
                    <a:pt x="42" y="50"/>
                    <a:pt x="28" y="45"/>
                    <a:pt x="24" y="42"/>
                  </a:cubicBezTo>
                  <a:cubicBezTo>
                    <a:pt x="10" y="34"/>
                    <a:pt x="8" y="23"/>
                    <a:pt x="0" y="17"/>
                  </a:cubicBezTo>
                  <a:close/>
                </a:path>
              </a:pathLst>
            </a:custGeom>
            <a:solidFill>
              <a:srgbClr val="F9CA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2408" name="Freeform 778">
              <a:extLst>
                <a:ext uri="{FF2B5EF4-FFF2-40B4-BE49-F238E27FC236}">
                  <a16:creationId xmlns:a16="http://schemas.microsoft.com/office/drawing/2014/main" id="{C12B545D-50EE-4F2D-9495-003683CEBA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5" y="1018"/>
              <a:ext cx="108" cy="37"/>
            </a:xfrm>
            <a:custGeom>
              <a:avLst/>
              <a:gdLst>
                <a:gd name="T0" fmla="*/ 63 w 101"/>
                <a:gd name="T1" fmla="*/ 19 h 35"/>
                <a:gd name="T2" fmla="*/ 123 w 101"/>
                <a:gd name="T3" fmla="*/ 25 h 35"/>
                <a:gd name="T4" fmla="*/ 109 w 101"/>
                <a:gd name="T5" fmla="*/ 25 h 35"/>
                <a:gd name="T6" fmla="*/ 93 w 101"/>
                <a:gd name="T7" fmla="*/ 17 h 35"/>
                <a:gd name="T8" fmla="*/ 64 w 101"/>
                <a:gd name="T9" fmla="*/ 16 h 35"/>
                <a:gd name="T10" fmla="*/ 64 w 101"/>
                <a:gd name="T11" fmla="*/ 16 h 35"/>
                <a:gd name="T12" fmla="*/ 34 w 101"/>
                <a:gd name="T13" fmla="*/ 16 h 35"/>
                <a:gd name="T14" fmla="*/ 17 w 101"/>
                <a:gd name="T15" fmla="*/ 24 h 35"/>
                <a:gd name="T16" fmla="*/ 0 w 101"/>
                <a:gd name="T17" fmla="*/ 26 h 35"/>
                <a:gd name="T18" fmla="*/ 63 w 101"/>
                <a:gd name="T19" fmla="*/ 19 h 3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01" h="35">
                  <a:moveTo>
                    <a:pt x="51" y="16"/>
                  </a:moveTo>
                  <a:cubicBezTo>
                    <a:pt x="69" y="0"/>
                    <a:pt x="83" y="33"/>
                    <a:pt x="101" y="22"/>
                  </a:cubicBezTo>
                  <a:cubicBezTo>
                    <a:pt x="97" y="24"/>
                    <a:pt x="93" y="25"/>
                    <a:pt x="89" y="22"/>
                  </a:cubicBezTo>
                  <a:cubicBezTo>
                    <a:pt x="85" y="19"/>
                    <a:pt x="81" y="17"/>
                    <a:pt x="76" y="14"/>
                  </a:cubicBezTo>
                  <a:cubicBezTo>
                    <a:pt x="66" y="9"/>
                    <a:pt x="61" y="9"/>
                    <a:pt x="52" y="13"/>
                  </a:cubicBezTo>
                  <a:cubicBezTo>
                    <a:pt x="52" y="13"/>
                    <a:pt x="52" y="13"/>
                    <a:pt x="52" y="13"/>
                  </a:cubicBezTo>
                  <a:cubicBezTo>
                    <a:pt x="42" y="9"/>
                    <a:pt x="38" y="8"/>
                    <a:pt x="28" y="13"/>
                  </a:cubicBezTo>
                  <a:cubicBezTo>
                    <a:pt x="24" y="16"/>
                    <a:pt x="18" y="18"/>
                    <a:pt x="14" y="21"/>
                  </a:cubicBezTo>
                  <a:cubicBezTo>
                    <a:pt x="10" y="25"/>
                    <a:pt x="5" y="26"/>
                    <a:pt x="0" y="23"/>
                  </a:cubicBezTo>
                  <a:cubicBezTo>
                    <a:pt x="15" y="35"/>
                    <a:pt x="34" y="0"/>
                    <a:pt x="51" y="1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2409" name="Freeform 779">
              <a:extLst>
                <a:ext uri="{FF2B5EF4-FFF2-40B4-BE49-F238E27FC236}">
                  <a16:creationId xmlns:a16="http://schemas.microsoft.com/office/drawing/2014/main" id="{081784B3-8FC9-49CE-BCB8-2C06B8DD291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7" y="1054"/>
              <a:ext cx="84" cy="56"/>
            </a:xfrm>
            <a:custGeom>
              <a:avLst/>
              <a:gdLst>
                <a:gd name="T0" fmla="*/ 0 w 79"/>
                <a:gd name="T1" fmla="*/ 0 h 53"/>
                <a:gd name="T2" fmla="*/ 95 w 79"/>
                <a:gd name="T3" fmla="*/ 1 h 53"/>
                <a:gd name="T4" fmla="*/ 0 w 79"/>
                <a:gd name="T5" fmla="*/ 0 h 5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9" h="53">
                  <a:moveTo>
                    <a:pt x="0" y="0"/>
                  </a:moveTo>
                  <a:cubicBezTo>
                    <a:pt x="0" y="0"/>
                    <a:pt x="40" y="46"/>
                    <a:pt x="79" y="1"/>
                  </a:cubicBezTo>
                  <a:cubicBezTo>
                    <a:pt x="79" y="1"/>
                    <a:pt x="45" y="5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2410" name="Freeform 780">
              <a:extLst>
                <a:ext uri="{FF2B5EF4-FFF2-40B4-BE49-F238E27FC236}">
                  <a16:creationId xmlns:a16="http://schemas.microsoft.com/office/drawing/2014/main" id="{C8EF7652-3E21-4E93-884E-1FAA4923ED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5" y="1046"/>
              <a:ext cx="88" cy="14"/>
            </a:xfrm>
            <a:custGeom>
              <a:avLst/>
              <a:gdLst>
                <a:gd name="T0" fmla="*/ 0 w 82"/>
                <a:gd name="T1" fmla="*/ 0 h 13"/>
                <a:gd name="T2" fmla="*/ 101 w 82"/>
                <a:gd name="T3" fmla="*/ 0 h 13"/>
                <a:gd name="T4" fmla="*/ 0 w 82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2" h="13">
                  <a:moveTo>
                    <a:pt x="0" y="0"/>
                  </a:moveTo>
                  <a:cubicBezTo>
                    <a:pt x="0" y="0"/>
                    <a:pt x="47" y="10"/>
                    <a:pt x="82" y="0"/>
                  </a:cubicBezTo>
                  <a:cubicBezTo>
                    <a:pt x="82" y="0"/>
                    <a:pt x="54" y="1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2411" name="Freeform 781">
              <a:extLst>
                <a:ext uri="{FF2B5EF4-FFF2-40B4-BE49-F238E27FC236}">
                  <a16:creationId xmlns:a16="http://schemas.microsoft.com/office/drawing/2014/main" id="{EED784CA-28D1-4E9D-B28B-376F1E5BAAE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4" y="741"/>
              <a:ext cx="192" cy="217"/>
            </a:xfrm>
            <a:custGeom>
              <a:avLst/>
              <a:gdLst>
                <a:gd name="T0" fmla="*/ 219 w 180"/>
                <a:gd name="T1" fmla="*/ 40 h 203"/>
                <a:gd name="T2" fmla="*/ 185 w 180"/>
                <a:gd name="T3" fmla="*/ 68 h 203"/>
                <a:gd name="T4" fmla="*/ 127 w 180"/>
                <a:gd name="T5" fmla="*/ 100 h 203"/>
                <a:gd name="T6" fmla="*/ 157 w 180"/>
                <a:gd name="T7" fmla="*/ 73 h 203"/>
                <a:gd name="T8" fmla="*/ 89 w 180"/>
                <a:gd name="T9" fmla="*/ 109 h 203"/>
                <a:gd name="T10" fmla="*/ 105 w 180"/>
                <a:gd name="T11" fmla="*/ 88 h 203"/>
                <a:gd name="T12" fmla="*/ 67 w 180"/>
                <a:gd name="T13" fmla="*/ 111 h 203"/>
                <a:gd name="T14" fmla="*/ 22 w 180"/>
                <a:gd name="T15" fmla="*/ 198 h 203"/>
                <a:gd name="T16" fmla="*/ 17 w 180"/>
                <a:gd name="T17" fmla="*/ 226 h 203"/>
                <a:gd name="T18" fmla="*/ 15 w 180"/>
                <a:gd name="T19" fmla="*/ 248 h 203"/>
                <a:gd name="T20" fmla="*/ 20 w 180"/>
                <a:gd name="T21" fmla="*/ 123 h 203"/>
                <a:gd name="T22" fmla="*/ 67 w 180"/>
                <a:gd name="T23" fmla="*/ 49 h 203"/>
                <a:gd name="T24" fmla="*/ 103 w 180"/>
                <a:gd name="T25" fmla="*/ 17 h 203"/>
                <a:gd name="T26" fmla="*/ 143 w 180"/>
                <a:gd name="T27" fmla="*/ 0 h 203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80" h="203">
                  <a:moveTo>
                    <a:pt x="180" y="33"/>
                  </a:moveTo>
                  <a:cubicBezTo>
                    <a:pt x="178" y="46"/>
                    <a:pt x="162" y="51"/>
                    <a:pt x="152" y="56"/>
                  </a:cubicBezTo>
                  <a:cubicBezTo>
                    <a:pt x="135" y="63"/>
                    <a:pt x="121" y="75"/>
                    <a:pt x="105" y="82"/>
                  </a:cubicBezTo>
                  <a:cubicBezTo>
                    <a:pt x="111" y="72"/>
                    <a:pt x="121" y="67"/>
                    <a:pt x="129" y="60"/>
                  </a:cubicBezTo>
                  <a:cubicBezTo>
                    <a:pt x="110" y="64"/>
                    <a:pt x="91" y="82"/>
                    <a:pt x="73" y="89"/>
                  </a:cubicBezTo>
                  <a:cubicBezTo>
                    <a:pt x="77" y="84"/>
                    <a:pt x="82" y="77"/>
                    <a:pt x="86" y="72"/>
                  </a:cubicBezTo>
                  <a:cubicBezTo>
                    <a:pt x="77" y="80"/>
                    <a:pt x="66" y="85"/>
                    <a:pt x="55" y="91"/>
                  </a:cubicBezTo>
                  <a:cubicBezTo>
                    <a:pt x="29" y="105"/>
                    <a:pt x="23" y="144"/>
                    <a:pt x="19" y="162"/>
                  </a:cubicBezTo>
                  <a:cubicBezTo>
                    <a:pt x="18" y="169"/>
                    <a:pt x="15" y="176"/>
                    <a:pt x="14" y="184"/>
                  </a:cubicBezTo>
                  <a:cubicBezTo>
                    <a:pt x="13" y="190"/>
                    <a:pt x="15" y="198"/>
                    <a:pt x="12" y="203"/>
                  </a:cubicBezTo>
                  <a:cubicBezTo>
                    <a:pt x="0" y="173"/>
                    <a:pt x="5" y="130"/>
                    <a:pt x="17" y="101"/>
                  </a:cubicBezTo>
                  <a:cubicBezTo>
                    <a:pt x="26" y="79"/>
                    <a:pt x="39" y="57"/>
                    <a:pt x="55" y="40"/>
                  </a:cubicBezTo>
                  <a:cubicBezTo>
                    <a:pt x="64" y="31"/>
                    <a:pt x="74" y="21"/>
                    <a:pt x="85" y="14"/>
                  </a:cubicBezTo>
                  <a:cubicBezTo>
                    <a:pt x="95" y="8"/>
                    <a:pt x="108" y="6"/>
                    <a:pt x="118" y="0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2412" name="Freeform 782">
              <a:extLst>
                <a:ext uri="{FF2B5EF4-FFF2-40B4-BE49-F238E27FC236}">
                  <a16:creationId xmlns:a16="http://schemas.microsoft.com/office/drawing/2014/main" id="{662A2C51-0CD5-4790-A87E-89C63A216F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9" y="778"/>
              <a:ext cx="143" cy="226"/>
            </a:xfrm>
            <a:custGeom>
              <a:avLst/>
              <a:gdLst>
                <a:gd name="T0" fmla="*/ 0 w 134"/>
                <a:gd name="T1" fmla="*/ 0 h 212"/>
                <a:gd name="T2" fmla="*/ 67 w 134"/>
                <a:gd name="T3" fmla="*/ 49 h 212"/>
                <a:gd name="T4" fmla="*/ 68 w 134"/>
                <a:gd name="T5" fmla="*/ 39 h 212"/>
                <a:gd name="T6" fmla="*/ 95 w 134"/>
                <a:gd name="T7" fmla="*/ 65 h 212"/>
                <a:gd name="T8" fmla="*/ 94 w 134"/>
                <a:gd name="T9" fmla="*/ 54 h 212"/>
                <a:gd name="T10" fmla="*/ 134 w 134"/>
                <a:gd name="T11" fmla="*/ 132 h 212"/>
                <a:gd name="T12" fmla="*/ 142 w 134"/>
                <a:gd name="T13" fmla="*/ 257 h 212"/>
                <a:gd name="T14" fmla="*/ 145 w 134"/>
                <a:gd name="T15" fmla="*/ 209 h 212"/>
                <a:gd name="T16" fmla="*/ 157 w 134"/>
                <a:gd name="T17" fmla="*/ 173 h 212"/>
                <a:gd name="T18" fmla="*/ 150 w 134"/>
                <a:gd name="T19" fmla="*/ 120 h 212"/>
                <a:gd name="T20" fmla="*/ 121 w 134"/>
                <a:gd name="T21" fmla="*/ 44 h 21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34" h="212">
                  <a:moveTo>
                    <a:pt x="0" y="0"/>
                  </a:moveTo>
                  <a:cubicBezTo>
                    <a:pt x="17" y="19"/>
                    <a:pt x="40" y="21"/>
                    <a:pt x="55" y="40"/>
                  </a:cubicBezTo>
                  <a:cubicBezTo>
                    <a:pt x="55" y="38"/>
                    <a:pt x="56" y="35"/>
                    <a:pt x="56" y="33"/>
                  </a:cubicBezTo>
                  <a:cubicBezTo>
                    <a:pt x="63" y="39"/>
                    <a:pt x="71" y="47"/>
                    <a:pt x="78" y="53"/>
                  </a:cubicBezTo>
                  <a:cubicBezTo>
                    <a:pt x="77" y="50"/>
                    <a:pt x="77" y="47"/>
                    <a:pt x="77" y="45"/>
                  </a:cubicBezTo>
                  <a:cubicBezTo>
                    <a:pt x="92" y="65"/>
                    <a:pt x="107" y="83"/>
                    <a:pt x="111" y="109"/>
                  </a:cubicBezTo>
                  <a:cubicBezTo>
                    <a:pt x="116" y="143"/>
                    <a:pt x="111" y="178"/>
                    <a:pt x="117" y="212"/>
                  </a:cubicBezTo>
                  <a:cubicBezTo>
                    <a:pt x="117" y="199"/>
                    <a:pt x="117" y="186"/>
                    <a:pt x="119" y="173"/>
                  </a:cubicBezTo>
                  <a:cubicBezTo>
                    <a:pt x="121" y="162"/>
                    <a:pt x="126" y="153"/>
                    <a:pt x="129" y="143"/>
                  </a:cubicBezTo>
                  <a:cubicBezTo>
                    <a:pt x="134" y="128"/>
                    <a:pt x="127" y="113"/>
                    <a:pt x="124" y="99"/>
                  </a:cubicBezTo>
                  <a:cubicBezTo>
                    <a:pt x="120" y="78"/>
                    <a:pt x="114" y="52"/>
                    <a:pt x="99" y="36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2413" name="Freeform 783">
              <a:extLst>
                <a:ext uri="{FF2B5EF4-FFF2-40B4-BE49-F238E27FC236}">
                  <a16:creationId xmlns:a16="http://schemas.microsoft.com/office/drawing/2014/main" id="{36DD9BB8-AC0B-4D0F-AD4C-77B7F0E574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8" y="888"/>
              <a:ext cx="23" cy="143"/>
            </a:xfrm>
            <a:custGeom>
              <a:avLst/>
              <a:gdLst>
                <a:gd name="T0" fmla="*/ 26 w 21"/>
                <a:gd name="T1" fmla="*/ 37 h 134"/>
                <a:gd name="T2" fmla="*/ 26 w 21"/>
                <a:gd name="T3" fmla="*/ 97 h 134"/>
                <a:gd name="T4" fmla="*/ 13 w 21"/>
                <a:gd name="T5" fmla="*/ 163 h 134"/>
                <a:gd name="T6" fmla="*/ 12 w 21"/>
                <a:gd name="T7" fmla="*/ 113 h 134"/>
                <a:gd name="T8" fmla="*/ 5 w 21"/>
                <a:gd name="T9" fmla="*/ 72 h 134"/>
                <a:gd name="T10" fmla="*/ 22 w 21"/>
                <a:gd name="T11" fmla="*/ 0 h 13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134">
                  <a:moveTo>
                    <a:pt x="20" y="31"/>
                  </a:moveTo>
                  <a:cubicBezTo>
                    <a:pt x="20" y="46"/>
                    <a:pt x="19" y="63"/>
                    <a:pt x="20" y="80"/>
                  </a:cubicBezTo>
                  <a:cubicBezTo>
                    <a:pt x="21" y="99"/>
                    <a:pt x="8" y="115"/>
                    <a:pt x="10" y="134"/>
                  </a:cubicBezTo>
                  <a:cubicBezTo>
                    <a:pt x="7" y="120"/>
                    <a:pt x="9" y="107"/>
                    <a:pt x="9" y="93"/>
                  </a:cubicBezTo>
                  <a:cubicBezTo>
                    <a:pt x="9" y="81"/>
                    <a:pt x="6" y="71"/>
                    <a:pt x="5" y="59"/>
                  </a:cubicBezTo>
                  <a:cubicBezTo>
                    <a:pt x="3" y="40"/>
                    <a:pt x="0" y="15"/>
                    <a:pt x="16" y="0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2414" name="Freeform 784">
              <a:extLst>
                <a:ext uri="{FF2B5EF4-FFF2-40B4-BE49-F238E27FC236}">
                  <a16:creationId xmlns:a16="http://schemas.microsoft.com/office/drawing/2014/main" id="{5C3A2DC4-1E4D-464D-96FC-C7597FAF3D1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0" y="904"/>
              <a:ext cx="20" cy="107"/>
            </a:xfrm>
            <a:custGeom>
              <a:avLst/>
              <a:gdLst>
                <a:gd name="T0" fmla="*/ 16 w 19"/>
                <a:gd name="T1" fmla="*/ 0 h 100"/>
                <a:gd name="T2" fmla="*/ 16 w 19"/>
                <a:gd name="T3" fmla="*/ 122 h 100"/>
                <a:gd name="T4" fmla="*/ 2 w 19"/>
                <a:gd name="T5" fmla="*/ 75 h 100"/>
                <a:gd name="T6" fmla="*/ 8 w 19"/>
                <a:gd name="T7" fmla="*/ 29 h 10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100">
                  <a:moveTo>
                    <a:pt x="13" y="0"/>
                  </a:moveTo>
                  <a:cubicBezTo>
                    <a:pt x="19" y="34"/>
                    <a:pt x="9" y="66"/>
                    <a:pt x="13" y="100"/>
                  </a:cubicBezTo>
                  <a:cubicBezTo>
                    <a:pt x="7" y="88"/>
                    <a:pt x="4" y="73"/>
                    <a:pt x="2" y="61"/>
                  </a:cubicBezTo>
                  <a:cubicBezTo>
                    <a:pt x="0" y="46"/>
                    <a:pt x="4" y="36"/>
                    <a:pt x="8" y="23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2415" name="Freeform 785">
              <a:extLst>
                <a:ext uri="{FF2B5EF4-FFF2-40B4-BE49-F238E27FC236}">
                  <a16:creationId xmlns:a16="http://schemas.microsoft.com/office/drawing/2014/main" id="{2C86D8DB-C678-4127-A988-DDBADDDBF7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3" y="737"/>
              <a:ext cx="134" cy="84"/>
            </a:xfrm>
            <a:custGeom>
              <a:avLst/>
              <a:gdLst>
                <a:gd name="T0" fmla="*/ 0 w 126"/>
                <a:gd name="T1" fmla="*/ 16 h 79"/>
                <a:gd name="T2" fmla="*/ 41 w 126"/>
                <a:gd name="T3" fmla="*/ 44 h 79"/>
                <a:gd name="T4" fmla="*/ 60 w 126"/>
                <a:gd name="T5" fmla="*/ 51 h 79"/>
                <a:gd name="T6" fmla="*/ 71 w 126"/>
                <a:gd name="T7" fmla="*/ 56 h 79"/>
                <a:gd name="T8" fmla="*/ 108 w 126"/>
                <a:gd name="T9" fmla="*/ 72 h 79"/>
                <a:gd name="T10" fmla="*/ 150 w 126"/>
                <a:gd name="T11" fmla="*/ 72 h 79"/>
                <a:gd name="T12" fmla="*/ 79 w 126"/>
                <a:gd name="T13" fmla="*/ 14 h 79"/>
                <a:gd name="T14" fmla="*/ 36 w 126"/>
                <a:gd name="T15" fmla="*/ 4 h 79"/>
                <a:gd name="T16" fmla="*/ 4 w 126"/>
                <a:gd name="T17" fmla="*/ 11 h 7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6" h="79">
                  <a:moveTo>
                    <a:pt x="0" y="13"/>
                  </a:moveTo>
                  <a:cubicBezTo>
                    <a:pt x="2" y="25"/>
                    <a:pt x="24" y="34"/>
                    <a:pt x="35" y="37"/>
                  </a:cubicBezTo>
                  <a:cubicBezTo>
                    <a:pt x="40" y="38"/>
                    <a:pt x="45" y="40"/>
                    <a:pt x="50" y="42"/>
                  </a:cubicBezTo>
                  <a:cubicBezTo>
                    <a:pt x="53" y="44"/>
                    <a:pt x="56" y="45"/>
                    <a:pt x="59" y="47"/>
                  </a:cubicBezTo>
                  <a:cubicBezTo>
                    <a:pt x="69" y="52"/>
                    <a:pt x="80" y="56"/>
                    <a:pt x="90" y="60"/>
                  </a:cubicBezTo>
                  <a:cubicBezTo>
                    <a:pt x="99" y="64"/>
                    <a:pt x="126" y="79"/>
                    <a:pt x="125" y="60"/>
                  </a:cubicBezTo>
                  <a:cubicBezTo>
                    <a:pt x="124" y="34"/>
                    <a:pt x="86" y="20"/>
                    <a:pt x="66" y="11"/>
                  </a:cubicBezTo>
                  <a:cubicBezTo>
                    <a:pt x="54" y="6"/>
                    <a:pt x="43" y="6"/>
                    <a:pt x="30" y="4"/>
                  </a:cubicBezTo>
                  <a:cubicBezTo>
                    <a:pt x="23" y="3"/>
                    <a:pt x="8" y="0"/>
                    <a:pt x="4" y="8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</p:grpSp>
    </p:spTree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914" name="Rectangle 2">
            <a:extLst>
              <a:ext uri="{FF2B5EF4-FFF2-40B4-BE49-F238E27FC236}">
                <a16:creationId xmlns:a16="http://schemas.microsoft.com/office/drawing/2014/main" id="{26A0E1B9-A7C5-45A4-BFF6-C298728C9584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Obesity (8)</a:t>
            </a:r>
          </a:p>
        </p:txBody>
      </p:sp>
      <p:grpSp>
        <p:nvGrpSpPr>
          <p:cNvPr id="53250" name="Female-obesity-medical-illustration">
            <a:extLst>
              <a:ext uri="{FF2B5EF4-FFF2-40B4-BE49-F238E27FC236}">
                <a16:creationId xmlns:a16="http://schemas.microsoft.com/office/drawing/2014/main" id="{6A6D1913-5E52-445C-A847-3AF7CA9171CC}"/>
              </a:ext>
            </a:extLst>
          </p:cNvPr>
          <p:cNvGrpSpPr>
            <a:grpSpLocks/>
          </p:cNvGrpSpPr>
          <p:nvPr/>
        </p:nvGrpSpPr>
        <p:grpSpPr bwMode="auto">
          <a:xfrm>
            <a:off x="6611938" y="1233488"/>
            <a:ext cx="2889250" cy="5164137"/>
            <a:chOff x="3205" y="745"/>
            <a:chExt cx="1820" cy="3253"/>
          </a:xfrm>
        </p:grpSpPr>
        <p:grpSp>
          <p:nvGrpSpPr>
            <p:cNvPr id="53785" name="Group 4">
              <a:extLst>
                <a:ext uri="{FF2B5EF4-FFF2-40B4-BE49-F238E27FC236}">
                  <a16:creationId xmlns:a16="http://schemas.microsoft.com/office/drawing/2014/main" id="{F3062A33-A251-46C1-9D32-0F00DC27C9D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205" y="745"/>
              <a:ext cx="1820" cy="3253"/>
              <a:chOff x="3205" y="745"/>
              <a:chExt cx="1820" cy="3253"/>
            </a:xfrm>
          </p:grpSpPr>
          <p:sp>
            <p:nvSpPr>
              <p:cNvPr id="53978" name="Freeform 5">
                <a:extLst>
                  <a:ext uri="{FF2B5EF4-FFF2-40B4-BE49-F238E27FC236}">
                    <a16:creationId xmlns:a16="http://schemas.microsoft.com/office/drawing/2014/main" id="{937C8310-284E-47FF-B5AA-2F542FE74D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5" y="745"/>
                <a:ext cx="303" cy="431"/>
              </a:xfrm>
              <a:custGeom>
                <a:avLst/>
                <a:gdLst>
                  <a:gd name="T0" fmla="*/ 345 w 284"/>
                  <a:gd name="T1" fmla="*/ 37 h 405"/>
                  <a:gd name="T2" fmla="*/ 182 w 284"/>
                  <a:gd name="T3" fmla="*/ 71 h 405"/>
                  <a:gd name="T4" fmla="*/ 76 w 284"/>
                  <a:gd name="T5" fmla="*/ 430 h 405"/>
                  <a:gd name="T6" fmla="*/ 307 w 284"/>
                  <a:gd name="T7" fmla="*/ 488 h 40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4" h="405">
                    <a:moveTo>
                      <a:pt x="284" y="31"/>
                    </a:moveTo>
                    <a:cubicBezTo>
                      <a:pt x="284" y="31"/>
                      <a:pt x="211" y="0"/>
                      <a:pt x="150" y="59"/>
                    </a:cubicBezTo>
                    <a:cubicBezTo>
                      <a:pt x="88" y="119"/>
                      <a:pt x="0" y="330"/>
                      <a:pt x="63" y="357"/>
                    </a:cubicBezTo>
                    <a:cubicBezTo>
                      <a:pt x="126" y="384"/>
                      <a:pt x="169" y="398"/>
                      <a:pt x="253" y="405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3979" name="Freeform 6">
                <a:extLst>
                  <a:ext uri="{FF2B5EF4-FFF2-40B4-BE49-F238E27FC236}">
                    <a16:creationId xmlns:a16="http://schemas.microsoft.com/office/drawing/2014/main" id="{32F86F86-D03F-4EE1-8B62-E51D398F6D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2" y="745"/>
                <a:ext cx="303" cy="431"/>
              </a:xfrm>
              <a:custGeom>
                <a:avLst/>
                <a:gdLst>
                  <a:gd name="T0" fmla="*/ 0 w 284"/>
                  <a:gd name="T1" fmla="*/ 37 h 405"/>
                  <a:gd name="T2" fmla="*/ 164 w 284"/>
                  <a:gd name="T3" fmla="*/ 71 h 405"/>
                  <a:gd name="T4" fmla="*/ 270 w 284"/>
                  <a:gd name="T5" fmla="*/ 430 h 405"/>
                  <a:gd name="T6" fmla="*/ 38 w 284"/>
                  <a:gd name="T7" fmla="*/ 488 h 40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4" h="405">
                    <a:moveTo>
                      <a:pt x="0" y="31"/>
                    </a:moveTo>
                    <a:cubicBezTo>
                      <a:pt x="0" y="31"/>
                      <a:pt x="74" y="0"/>
                      <a:pt x="135" y="59"/>
                    </a:cubicBezTo>
                    <a:cubicBezTo>
                      <a:pt x="196" y="119"/>
                      <a:pt x="284" y="330"/>
                      <a:pt x="222" y="357"/>
                    </a:cubicBezTo>
                    <a:cubicBezTo>
                      <a:pt x="159" y="384"/>
                      <a:pt x="116" y="398"/>
                      <a:pt x="32" y="405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3980" name="Freeform 7">
                <a:extLst>
                  <a:ext uri="{FF2B5EF4-FFF2-40B4-BE49-F238E27FC236}">
                    <a16:creationId xmlns:a16="http://schemas.microsoft.com/office/drawing/2014/main" id="{84FEC162-646B-4D2B-8B72-D475ECCAF68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205" y="802"/>
                <a:ext cx="1820" cy="3196"/>
              </a:xfrm>
              <a:custGeom>
                <a:avLst/>
                <a:gdLst>
                  <a:gd name="T0" fmla="*/ 2007 w 1704"/>
                  <a:gd name="T1" fmla="*/ 1559 h 2997"/>
                  <a:gd name="T2" fmla="*/ 1962 w 1704"/>
                  <a:gd name="T3" fmla="*/ 1235 h 2997"/>
                  <a:gd name="T4" fmla="*/ 1934 w 1704"/>
                  <a:gd name="T5" fmla="*/ 1167 h 2997"/>
                  <a:gd name="T6" fmla="*/ 1679 w 1704"/>
                  <a:gd name="T7" fmla="*/ 714 h 2997"/>
                  <a:gd name="T8" fmla="*/ 1220 w 1704"/>
                  <a:gd name="T9" fmla="*/ 336 h 2997"/>
                  <a:gd name="T10" fmla="*/ 1248 w 1704"/>
                  <a:gd name="T11" fmla="*/ 242 h 2997"/>
                  <a:gd name="T12" fmla="*/ 1056 w 1704"/>
                  <a:gd name="T13" fmla="*/ 6 h 2997"/>
                  <a:gd name="T14" fmla="*/ 847 w 1704"/>
                  <a:gd name="T15" fmla="*/ 237 h 2997"/>
                  <a:gd name="T16" fmla="*/ 840 w 1704"/>
                  <a:gd name="T17" fmla="*/ 303 h 2997"/>
                  <a:gd name="T18" fmla="*/ 858 w 1704"/>
                  <a:gd name="T19" fmla="*/ 486 h 2997"/>
                  <a:gd name="T20" fmla="*/ 171 w 1704"/>
                  <a:gd name="T21" fmla="*/ 1143 h 2997"/>
                  <a:gd name="T22" fmla="*/ 129 w 1704"/>
                  <a:gd name="T23" fmla="*/ 1204 h 2997"/>
                  <a:gd name="T24" fmla="*/ 67 w 1704"/>
                  <a:gd name="T25" fmla="*/ 1476 h 2997"/>
                  <a:gd name="T26" fmla="*/ 38 w 1704"/>
                  <a:gd name="T27" fmla="*/ 1632 h 2997"/>
                  <a:gd name="T28" fmla="*/ 56 w 1704"/>
                  <a:gd name="T29" fmla="*/ 1882 h 2997"/>
                  <a:gd name="T30" fmla="*/ 139 w 1704"/>
                  <a:gd name="T31" fmla="*/ 1928 h 2997"/>
                  <a:gd name="T32" fmla="*/ 162 w 1704"/>
                  <a:gd name="T33" fmla="*/ 1881 h 2997"/>
                  <a:gd name="T34" fmla="*/ 214 w 1704"/>
                  <a:gd name="T35" fmla="*/ 1703 h 2997"/>
                  <a:gd name="T36" fmla="*/ 231 w 1704"/>
                  <a:gd name="T37" fmla="*/ 1577 h 2997"/>
                  <a:gd name="T38" fmla="*/ 359 w 1704"/>
                  <a:gd name="T39" fmla="*/ 1480 h 2997"/>
                  <a:gd name="T40" fmla="*/ 309 w 1704"/>
                  <a:gd name="T41" fmla="*/ 2388 h 2997"/>
                  <a:gd name="T42" fmla="*/ 346 w 1704"/>
                  <a:gd name="T43" fmla="*/ 2556 h 2997"/>
                  <a:gd name="T44" fmla="*/ 388 w 1704"/>
                  <a:gd name="T45" fmla="*/ 3274 h 2997"/>
                  <a:gd name="T46" fmla="*/ 392 w 1704"/>
                  <a:gd name="T47" fmla="*/ 3374 h 2997"/>
                  <a:gd name="T48" fmla="*/ 251 w 1704"/>
                  <a:gd name="T49" fmla="*/ 3501 h 2997"/>
                  <a:gd name="T50" fmla="*/ 208 w 1704"/>
                  <a:gd name="T51" fmla="*/ 3576 h 2997"/>
                  <a:gd name="T52" fmla="*/ 304 w 1704"/>
                  <a:gd name="T53" fmla="*/ 3630 h 2997"/>
                  <a:gd name="T54" fmla="*/ 415 w 1704"/>
                  <a:gd name="T55" fmla="*/ 3559 h 2997"/>
                  <a:gd name="T56" fmla="*/ 629 w 1704"/>
                  <a:gd name="T57" fmla="*/ 3394 h 2997"/>
                  <a:gd name="T58" fmla="*/ 870 w 1704"/>
                  <a:gd name="T59" fmla="*/ 2790 h 2997"/>
                  <a:gd name="T60" fmla="*/ 858 w 1704"/>
                  <a:gd name="T61" fmla="*/ 2584 h 2997"/>
                  <a:gd name="T62" fmla="*/ 1001 w 1704"/>
                  <a:gd name="T63" fmla="*/ 2313 h 2997"/>
                  <a:gd name="T64" fmla="*/ 1035 w 1704"/>
                  <a:gd name="T65" fmla="*/ 2060 h 2997"/>
                  <a:gd name="T66" fmla="*/ 1070 w 1704"/>
                  <a:gd name="T67" fmla="*/ 2228 h 2997"/>
                  <a:gd name="T68" fmla="*/ 1160 w 1704"/>
                  <a:gd name="T69" fmla="*/ 2539 h 2997"/>
                  <a:gd name="T70" fmla="*/ 1218 w 1704"/>
                  <a:gd name="T71" fmla="*/ 2649 h 2997"/>
                  <a:gd name="T72" fmla="*/ 1407 w 1704"/>
                  <a:gd name="T73" fmla="*/ 3309 h 2997"/>
                  <a:gd name="T74" fmla="*/ 1623 w 1704"/>
                  <a:gd name="T75" fmla="*/ 3524 h 2997"/>
                  <a:gd name="T76" fmla="*/ 1720 w 1704"/>
                  <a:gd name="T77" fmla="*/ 3601 h 2997"/>
                  <a:gd name="T78" fmla="*/ 1851 w 1704"/>
                  <a:gd name="T79" fmla="*/ 3600 h 2997"/>
                  <a:gd name="T80" fmla="*/ 1841 w 1704"/>
                  <a:gd name="T81" fmla="*/ 3512 h 2997"/>
                  <a:gd name="T82" fmla="*/ 1722 w 1704"/>
                  <a:gd name="T83" fmla="*/ 3420 h 2997"/>
                  <a:gd name="T84" fmla="*/ 1686 w 1704"/>
                  <a:gd name="T85" fmla="*/ 3310 h 2997"/>
                  <a:gd name="T86" fmla="*/ 1690 w 1704"/>
                  <a:gd name="T87" fmla="*/ 2671 h 2997"/>
                  <a:gd name="T88" fmla="*/ 1739 w 1704"/>
                  <a:gd name="T89" fmla="*/ 2432 h 2997"/>
                  <a:gd name="T90" fmla="*/ 1801 w 1704"/>
                  <a:gd name="T91" fmla="*/ 1686 h 2997"/>
                  <a:gd name="T92" fmla="*/ 1836 w 1704"/>
                  <a:gd name="T93" fmla="*/ 1560 h 2997"/>
                  <a:gd name="T94" fmla="*/ 1866 w 1704"/>
                  <a:gd name="T95" fmla="*/ 1643 h 2997"/>
                  <a:gd name="T96" fmla="*/ 1882 w 1704"/>
                  <a:gd name="T97" fmla="*/ 1858 h 2997"/>
                  <a:gd name="T98" fmla="*/ 1920 w 1704"/>
                  <a:gd name="T99" fmla="*/ 1922 h 2997"/>
                  <a:gd name="T100" fmla="*/ 1988 w 1704"/>
                  <a:gd name="T101" fmla="*/ 1915 h 2997"/>
                  <a:gd name="T102" fmla="*/ 2057 w 1704"/>
                  <a:gd name="T103" fmla="*/ 1782 h 2997"/>
                  <a:gd name="T104" fmla="*/ 476 w 1704"/>
                  <a:gd name="T105" fmla="*/ 1210 h 2997"/>
                  <a:gd name="T106" fmla="*/ 1591 w 1704"/>
                  <a:gd name="T107" fmla="*/ 1244 h 2997"/>
                  <a:gd name="T108" fmla="*/ 1591 w 1704"/>
                  <a:gd name="T109" fmla="*/ 1244 h 2997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</a:gdLst>
                <a:ahLst/>
                <a:cxnLst>
                  <a:cxn ang="T110">
                    <a:pos x="T0" y="T1"/>
                  </a:cxn>
                  <a:cxn ang="T111">
                    <a:pos x="T2" y="T3"/>
                  </a:cxn>
                  <a:cxn ang="T112">
                    <a:pos x="T4" y="T5"/>
                  </a:cxn>
                  <a:cxn ang="T113">
                    <a:pos x="T6" y="T7"/>
                  </a:cxn>
                  <a:cxn ang="T114">
                    <a:pos x="T8" y="T9"/>
                  </a:cxn>
                  <a:cxn ang="T115">
                    <a:pos x="T10" y="T11"/>
                  </a:cxn>
                  <a:cxn ang="T116">
                    <a:pos x="T12" y="T13"/>
                  </a:cxn>
                  <a:cxn ang="T117">
                    <a:pos x="T14" y="T15"/>
                  </a:cxn>
                  <a:cxn ang="T118">
                    <a:pos x="T16" y="T17"/>
                  </a:cxn>
                  <a:cxn ang="T119">
                    <a:pos x="T18" y="T19"/>
                  </a:cxn>
                  <a:cxn ang="T120">
                    <a:pos x="T20" y="T21"/>
                  </a:cxn>
                  <a:cxn ang="T121">
                    <a:pos x="T22" y="T23"/>
                  </a:cxn>
                  <a:cxn ang="T122">
                    <a:pos x="T24" y="T25"/>
                  </a:cxn>
                  <a:cxn ang="T123">
                    <a:pos x="T26" y="T27"/>
                  </a:cxn>
                  <a:cxn ang="T124">
                    <a:pos x="T28" y="T29"/>
                  </a:cxn>
                  <a:cxn ang="T125">
                    <a:pos x="T30" y="T31"/>
                  </a:cxn>
                  <a:cxn ang="T126">
                    <a:pos x="T32" y="T33"/>
                  </a:cxn>
                  <a:cxn ang="T127">
                    <a:pos x="T34" y="T35"/>
                  </a:cxn>
                  <a:cxn ang="T128">
                    <a:pos x="T36" y="T37"/>
                  </a:cxn>
                  <a:cxn ang="T129">
                    <a:pos x="T38" y="T39"/>
                  </a:cxn>
                  <a:cxn ang="T130">
                    <a:pos x="T40" y="T41"/>
                  </a:cxn>
                  <a:cxn ang="T131">
                    <a:pos x="T42" y="T43"/>
                  </a:cxn>
                  <a:cxn ang="T132">
                    <a:pos x="T44" y="T45"/>
                  </a:cxn>
                  <a:cxn ang="T133">
                    <a:pos x="T46" y="T47"/>
                  </a:cxn>
                  <a:cxn ang="T134">
                    <a:pos x="T48" y="T49"/>
                  </a:cxn>
                  <a:cxn ang="T135">
                    <a:pos x="T50" y="T51"/>
                  </a:cxn>
                  <a:cxn ang="T136">
                    <a:pos x="T52" y="T53"/>
                  </a:cxn>
                  <a:cxn ang="T137">
                    <a:pos x="T54" y="T55"/>
                  </a:cxn>
                  <a:cxn ang="T138">
                    <a:pos x="T56" y="T57"/>
                  </a:cxn>
                  <a:cxn ang="T139">
                    <a:pos x="T58" y="T59"/>
                  </a:cxn>
                  <a:cxn ang="T140">
                    <a:pos x="T60" y="T61"/>
                  </a:cxn>
                  <a:cxn ang="T141">
                    <a:pos x="T62" y="T63"/>
                  </a:cxn>
                  <a:cxn ang="T142">
                    <a:pos x="T64" y="T65"/>
                  </a:cxn>
                  <a:cxn ang="T143">
                    <a:pos x="T66" y="T67"/>
                  </a:cxn>
                  <a:cxn ang="T144">
                    <a:pos x="T68" y="T69"/>
                  </a:cxn>
                  <a:cxn ang="T145">
                    <a:pos x="T70" y="T71"/>
                  </a:cxn>
                  <a:cxn ang="T146">
                    <a:pos x="T72" y="T73"/>
                  </a:cxn>
                  <a:cxn ang="T147">
                    <a:pos x="T74" y="T75"/>
                  </a:cxn>
                  <a:cxn ang="T148">
                    <a:pos x="T76" y="T77"/>
                  </a:cxn>
                  <a:cxn ang="T149">
                    <a:pos x="T78" y="T79"/>
                  </a:cxn>
                  <a:cxn ang="T150">
                    <a:pos x="T80" y="T81"/>
                  </a:cxn>
                  <a:cxn ang="T151">
                    <a:pos x="T82" y="T83"/>
                  </a:cxn>
                  <a:cxn ang="T152">
                    <a:pos x="T84" y="T85"/>
                  </a:cxn>
                  <a:cxn ang="T153">
                    <a:pos x="T86" y="T87"/>
                  </a:cxn>
                  <a:cxn ang="T154">
                    <a:pos x="T88" y="T89"/>
                  </a:cxn>
                  <a:cxn ang="T155">
                    <a:pos x="T90" y="T91"/>
                  </a:cxn>
                  <a:cxn ang="T156">
                    <a:pos x="T92" y="T93"/>
                  </a:cxn>
                  <a:cxn ang="T157">
                    <a:pos x="T94" y="T95"/>
                  </a:cxn>
                  <a:cxn ang="T158">
                    <a:pos x="T96" y="T97"/>
                  </a:cxn>
                  <a:cxn ang="T159">
                    <a:pos x="T98" y="T99"/>
                  </a:cxn>
                  <a:cxn ang="T160">
                    <a:pos x="T100" y="T101"/>
                  </a:cxn>
                  <a:cxn ang="T161">
                    <a:pos x="T102" y="T103"/>
                  </a:cxn>
                  <a:cxn ang="T162">
                    <a:pos x="T104" y="T105"/>
                  </a:cxn>
                  <a:cxn ang="T163">
                    <a:pos x="T106" y="T107"/>
                  </a:cxn>
                  <a:cxn ang="T164">
                    <a:pos x="T108" y="T109"/>
                  </a:cxn>
                </a:cxnLst>
                <a:rect l="0" t="0" r="r" b="b"/>
                <a:pathLst>
                  <a:path w="1704" h="2997">
                    <a:moveTo>
                      <a:pt x="1671" y="1346"/>
                    </a:moveTo>
                    <a:cubicBezTo>
                      <a:pt x="1666" y="1330"/>
                      <a:pt x="1667" y="1320"/>
                      <a:pt x="1666" y="1304"/>
                    </a:cubicBezTo>
                    <a:cubicBezTo>
                      <a:pt x="1664" y="1288"/>
                      <a:pt x="1647" y="1286"/>
                      <a:pt x="1647" y="1286"/>
                    </a:cubicBezTo>
                    <a:cubicBezTo>
                      <a:pt x="1668" y="1265"/>
                      <a:pt x="1656" y="1236"/>
                      <a:pt x="1649" y="1217"/>
                    </a:cubicBezTo>
                    <a:cubicBezTo>
                      <a:pt x="1642" y="1199"/>
                      <a:pt x="1640" y="1148"/>
                      <a:pt x="1637" y="1111"/>
                    </a:cubicBezTo>
                    <a:cubicBezTo>
                      <a:pt x="1634" y="1073"/>
                      <a:pt x="1623" y="1037"/>
                      <a:pt x="1610" y="1018"/>
                    </a:cubicBezTo>
                    <a:cubicBezTo>
                      <a:pt x="1598" y="999"/>
                      <a:pt x="1598" y="997"/>
                      <a:pt x="1598" y="993"/>
                    </a:cubicBezTo>
                    <a:cubicBezTo>
                      <a:pt x="1597" y="990"/>
                      <a:pt x="1598" y="984"/>
                      <a:pt x="1595" y="983"/>
                    </a:cubicBezTo>
                    <a:cubicBezTo>
                      <a:pt x="1593" y="983"/>
                      <a:pt x="1594" y="972"/>
                      <a:pt x="1588" y="962"/>
                    </a:cubicBezTo>
                    <a:cubicBezTo>
                      <a:pt x="1583" y="951"/>
                      <a:pt x="1564" y="942"/>
                      <a:pt x="1564" y="942"/>
                    </a:cubicBezTo>
                    <a:cubicBezTo>
                      <a:pt x="1554" y="838"/>
                      <a:pt x="1515" y="761"/>
                      <a:pt x="1460" y="701"/>
                    </a:cubicBezTo>
                    <a:cubicBezTo>
                      <a:pt x="1405" y="641"/>
                      <a:pt x="1384" y="605"/>
                      <a:pt x="1378" y="589"/>
                    </a:cubicBezTo>
                    <a:cubicBezTo>
                      <a:pt x="1318" y="410"/>
                      <a:pt x="1000" y="401"/>
                      <a:pt x="1000" y="401"/>
                    </a:cubicBezTo>
                    <a:cubicBezTo>
                      <a:pt x="995" y="387"/>
                      <a:pt x="984" y="385"/>
                      <a:pt x="984" y="385"/>
                    </a:cubicBezTo>
                    <a:cubicBezTo>
                      <a:pt x="1004" y="347"/>
                      <a:pt x="1001" y="277"/>
                      <a:pt x="1001" y="277"/>
                    </a:cubicBezTo>
                    <a:cubicBezTo>
                      <a:pt x="1014" y="276"/>
                      <a:pt x="1013" y="256"/>
                      <a:pt x="1015" y="249"/>
                    </a:cubicBezTo>
                    <a:cubicBezTo>
                      <a:pt x="1016" y="242"/>
                      <a:pt x="1020" y="229"/>
                      <a:pt x="1022" y="223"/>
                    </a:cubicBezTo>
                    <a:cubicBezTo>
                      <a:pt x="1025" y="217"/>
                      <a:pt x="1028" y="209"/>
                      <a:pt x="1024" y="200"/>
                    </a:cubicBezTo>
                    <a:cubicBezTo>
                      <a:pt x="1021" y="191"/>
                      <a:pt x="1009" y="195"/>
                      <a:pt x="1009" y="195"/>
                    </a:cubicBezTo>
                    <a:cubicBezTo>
                      <a:pt x="1009" y="195"/>
                      <a:pt x="1014" y="186"/>
                      <a:pt x="1012" y="147"/>
                    </a:cubicBezTo>
                    <a:cubicBezTo>
                      <a:pt x="1005" y="0"/>
                      <a:pt x="867" y="6"/>
                      <a:pt x="867" y="6"/>
                    </a:cubicBezTo>
                    <a:cubicBezTo>
                      <a:pt x="837" y="6"/>
                      <a:pt x="837" y="6"/>
                      <a:pt x="837" y="6"/>
                    </a:cubicBezTo>
                    <a:cubicBezTo>
                      <a:pt x="837" y="6"/>
                      <a:pt x="698" y="0"/>
                      <a:pt x="692" y="147"/>
                    </a:cubicBezTo>
                    <a:cubicBezTo>
                      <a:pt x="690" y="186"/>
                      <a:pt x="695" y="195"/>
                      <a:pt x="695" y="195"/>
                    </a:cubicBezTo>
                    <a:cubicBezTo>
                      <a:pt x="695" y="195"/>
                      <a:pt x="683" y="191"/>
                      <a:pt x="679" y="200"/>
                    </a:cubicBezTo>
                    <a:cubicBezTo>
                      <a:pt x="676" y="209"/>
                      <a:pt x="678" y="217"/>
                      <a:pt x="681" y="223"/>
                    </a:cubicBezTo>
                    <a:cubicBezTo>
                      <a:pt x="684" y="229"/>
                      <a:pt x="688" y="242"/>
                      <a:pt x="689" y="249"/>
                    </a:cubicBezTo>
                    <a:cubicBezTo>
                      <a:pt x="690" y="256"/>
                      <a:pt x="690" y="276"/>
                      <a:pt x="702" y="277"/>
                    </a:cubicBezTo>
                    <a:cubicBezTo>
                      <a:pt x="702" y="277"/>
                      <a:pt x="700" y="347"/>
                      <a:pt x="720" y="385"/>
                    </a:cubicBezTo>
                    <a:cubicBezTo>
                      <a:pt x="720" y="385"/>
                      <a:pt x="708" y="387"/>
                      <a:pt x="704" y="401"/>
                    </a:cubicBezTo>
                    <a:cubicBezTo>
                      <a:pt x="704" y="401"/>
                      <a:pt x="385" y="410"/>
                      <a:pt x="325" y="589"/>
                    </a:cubicBezTo>
                    <a:cubicBezTo>
                      <a:pt x="320" y="605"/>
                      <a:pt x="298" y="641"/>
                      <a:pt x="243" y="701"/>
                    </a:cubicBezTo>
                    <a:cubicBezTo>
                      <a:pt x="188" y="761"/>
                      <a:pt x="150" y="838"/>
                      <a:pt x="140" y="942"/>
                    </a:cubicBezTo>
                    <a:cubicBezTo>
                      <a:pt x="140" y="942"/>
                      <a:pt x="121" y="951"/>
                      <a:pt x="115" y="962"/>
                    </a:cubicBezTo>
                    <a:cubicBezTo>
                      <a:pt x="110" y="972"/>
                      <a:pt x="110" y="983"/>
                      <a:pt x="108" y="983"/>
                    </a:cubicBezTo>
                    <a:cubicBezTo>
                      <a:pt x="106" y="984"/>
                      <a:pt x="107" y="990"/>
                      <a:pt x="106" y="993"/>
                    </a:cubicBezTo>
                    <a:cubicBezTo>
                      <a:pt x="105" y="997"/>
                      <a:pt x="106" y="999"/>
                      <a:pt x="94" y="1018"/>
                    </a:cubicBezTo>
                    <a:cubicBezTo>
                      <a:pt x="81" y="1037"/>
                      <a:pt x="69" y="1073"/>
                      <a:pt x="66" y="1111"/>
                    </a:cubicBezTo>
                    <a:cubicBezTo>
                      <a:pt x="64" y="1148"/>
                      <a:pt x="62" y="1199"/>
                      <a:pt x="55" y="1217"/>
                    </a:cubicBezTo>
                    <a:cubicBezTo>
                      <a:pt x="48" y="1236"/>
                      <a:pt x="36" y="1265"/>
                      <a:pt x="57" y="1286"/>
                    </a:cubicBezTo>
                    <a:cubicBezTo>
                      <a:pt x="57" y="1286"/>
                      <a:pt x="39" y="1288"/>
                      <a:pt x="38" y="1304"/>
                    </a:cubicBezTo>
                    <a:cubicBezTo>
                      <a:pt x="36" y="1320"/>
                      <a:pt x="38" y="1330"/>
                      <a:pt x="32" y="1346"/>
                    </a:cubicBezTo>
                    <a:cubicBezTo>
                      <a:pt x="27" y="1362"/>
                      <a:pt x="0" y="1451"/>
                      <a:pt x="16" y="1469"/>
                    </a:cubicBezTo>
                    <a:cubicBezTo>
                      <a:pt x="32" y="1486"/>
                      <a:pt x="28" y="1488"/>
                      <a:pt x="29" y="1495"/>
                    </a:cubicBezTo>
                    <a:cubicBezTo>
                      <a:pt x="29" y="1503"/>
                      <a:pt x="40" y="1547"/>
                      <a:pt x="46" y="1552"/>
                    </a:cubicBezTo>
                    <a:cubicBezTo>
                      <a:pt x="52" y="1558"/>
                      <a:pt x="63" y="1574"/>
                      <a:pt x="73" y="1579"/>
                    </a:cubicBezTo>
                    <a:cubicBezTo>
                      <a:pt x="82" y="1584"/>
                      <a:pt x="102" y="1603"/>
                      <a:pt x="110" y="1597"/>
                    </a:cubicBezTo>
                    <a:cubicBezTo>
                      <a:pt x="110" y="1597"/>
                      <a:pt x="114" y="1594"/>
                      <a:pt x="114" y="1589"/>
                    </a:cubicBezTo>
                    <a:cubicBezTo>
                      <a:pt x="114" y="1589"/>
                      <a:pt x="124" y="1591"/>
                      <a:pt x="128" y="1585"/>
                    </a:cubicBezTo>
                    <a:cubicBezTo>
                      <a:pt x="132" y="1578"/>
                      <a:pt x="131" y="1568"/>
                      <a:pt x="131" y="1568"/>
                    </a:cubicBezTo>
                    <a:cubicBezTo>
                      <a:pt x="131" y="1568"/>
                      <a:pt x="135" y="1560"/>
                      <a:pt x="133" y="1551"/>
                    </a:cubicBezTo>
                    <a:cubicBezTo>
                      <a:pt x="133" y="1551"/>
                      <a:pt x="157" y="1557"/>
                      <a:pt x="158" y="1532"/>
                    </a:cubicBezTo>
                    <a:cubicBezTo>
                      <a:pt x="159" y="1506"/>
                      <a:pt x="159" y="1485"/>
                      <a:pt x="165" y="1466"/>
                    </a:cubicBezTo>
                    <a:cubicBezTo>
                      <a:pt x="171" y="1448"/>
                      <a:pt x="174" y="1423"/>
                      <a:pt x="175" y="1405"/>
                    </a:cubicBezTo>
                    <a:cubicBezTo>
                      <a:pt x="177" y="1387"/>
                      <a:pt x="174" y="1365"/>
                      <a:pt x="171" y="1355"/>
                    </a:cubicBezTo>
                    <a:cubicBezTo>
                      <a:pt x="168" y="1345"/>
                      <a:pt x="166" y="1344"/>
                      <a:pt x="173" y="1333"/>
                    </a:cubicBezTo>
                    <a:cubicBezTo>
                      <a:pt x="179" y="1322"/>
                      <a:pt x="190" y="1308"/>
                      <a:pt x="189" y="1301"/>
                    </a:cubicBezTo>
                    <a:cubicBezTo>
                      <a:pt x="189" y="1293"/>
                      <a:pt x="192" y="1291"/>
                      <a:pt x="197" y="1287"/>
                    </a:cubicBezTo>
                    <a:cubicBezTo>
                      <a:pt x="202" y="1282"/>
                      <a:pt x="298" y="1225"/>
                      <a:pt x="331" y="1129"/>
                    </a:cubicBezTo>
                    <a:cubicBezTo>
                      <a:pt x="331" y="1129"/>
                      <a:pt x="320" y="1190"/>
                      <a:pt x="295" y="1221"/>
                    </a:cubicBezTo>
                    <a:cubicBezTo>
                      <a:pt x="271" y="1252"/>
                      <a:pt x="239" y="1290"/>
                      <a:pt x="226" y="1391"/>
                    </a:cubicBezTo>
                    <a:cubicBezTo>
                      <a:pt x="213" y="1492"/>
                      <a:pt x="197" y="1667"/>
                      <a:pt x="196" y="1719"/>
                    </a:cubicBezTo>
                    <a:cubicBezTo>
                      <a:pt x="195" y="1771"/>
                      <a:pt x="191" y="1893"/>
                      <a:pt x="254" y="1969"/>
                    </a:cubicBezTo>
                    <a:cubicBezTo>
                      <a:pt x="273" y="1992"/>
                      <a:pt x="277" y="2006"/>
                      <a:pt x="277" y="2006"/>
                    </a:cubicBezTo>
                    <a:cubicBezTo>
                      <a:pt x="277" y="2006"/>
                      <a:pt x="280" y="2022"/>
                      <a:pt x="278" y="2040"/>
                    </a:cubicBezTo>
                    <a:cubicBezTo>
                      <a:pt x="276" y="2058"/>
                      <a:pt x="270" y="2082"/>
                      <a:pt x="284" y="2108"/>
                    </a:cubicBezTo>
                    <a:cubicBezTo>
                      <a:pt x="298" y="2134"/>
                      <a:pt x="326" y="2165"/>
                      <a:pt x="317" y="2203"/>
                    </a:cubicBezTo>
                    <a:cubicBezTo>
                      <a:pt x="308" y="2241"/>
                      <a:pt x="246" y="2432"/>
                      <a:pt x="317" y="2661"/>
                    </a:cubicBezTo>
                    <a:cubicBezTo>
                      <a:pt x="328" y="2698"/>
                      <a:pt x="321" y="2691"/>
                      <a:pt x="318" y="2700"/>
                    </a:cubicBezTo>
                    <a:cubicBezTo>
                      <a:pt x="315" y="2709"/>
                      <a:pt x="314" y="2722"/>
                      <a:pt x="320" y="2730"/>
                    </a:cubicBezTo>
                    <a:cubicBezTo>
                      <a:pt x="326" y="2738"/>
                      <a:pt x="322" y="2756"/>
                      <a:pt x="327" y="2764"/>
                    </a:cubicBezTo>
                    <a:cubicBezTo>
                      <a:pt x="332" y="2772"/>
                      <a:pt x="329" y="2778"/>
                      <a:pt x="322" y="2782"/>
                    </a:cubicBezTo>
                    <a:cubicBezTo>
                      <a:pt x="315" y="2786"/>
                      <a:pt x="302" y="2802"/>
                      <a:pt x="291" y="2820"/>
                    </a:cubicBezTo>
                    <a:cubicBezTo>
                      <a:pt x="280" y="2838"/>
                      <a:pt x="250" y="2857"/>
                      <a:pt x="238" y="2868"/>
                    </a:cubicBezTo>
                    <a:cubicBezTo>
                      <a:pt x="226" y="2879"/>
                      <a:pt x="206" y="2887"/>
                      <a:pt x="206" y="2887"/>
                    </a:cubicBezTo>
                    <a:cubicBezTo>
                      <a:pt x="206" y="2887"/>
                      <a:pt x="196" y="2891"/>
                      <a:pt x="193" y="2896"/>
                    </a:cubicBezTo>
                    <a:cubicBezTo>
                      <a:pt x="190" y="2901"/>
                      <a:pt x="173" y="2901"/>
                      <a:pt x="176" y="2920"/>
                    </a:cubicBezTo>
                    <a:cubicBezTo>
                      <a:pt x="176" y="2920"/>
                      <a:pt x="161" y="2929"/>
                      <a:pt x="171" y="2948"/>
                    </a:cubicBezTo>
                    <a:cubicBezTo>
                      <a:pt x="171" y="2948"/>
                      <a:pt x="168" y="2965"/>
                      <a:pt x="183" y="2969"/>
                    </a:cubicBezTo>
                    <a:cubicBezTo>
                      <a:pt x="183" y="2969"/>
                      <a:pt x="192" y="2986"/>
                      <a:pt x="212" y="2978"/>
                    </a:cubicBezTo>
                    <a:cubicBezTo>
                      <a:pt x="212" y="2978"/>
                      <a:pt x="227" y="2997"/>
                      <a:pt x="250" y="2993"/>
                    </a:cubicBezTo>
                    <a:cubicBezTo>
                      <a:pt x="273" y="2989"/>
                      <a:pt x="283" y="2969"/>
                      <a:pt x="293" y="2970"/>
                    </a:cubicBezTo>
                    <a:cubicBezTo>
                      <a:pt x="302" y="2970"/>
                      <a:pt x="314" y="2969"/>
                      <a:pt x="325" y="2951"/>
                    </a:cubicBezTo>
                    <a:cubicBezTo>
                      <a:pt x="336" y="2932"/>
                      <a:pt x="337" y="2937"/>
                      <a:pt x="341" y="2934"/>
                    </a:cubicBezTo>
                    <a:cubicBezTo>
                      <a:pt x="346" y="2931"/>
                      <a:pt x="372" y="2906"/>
                      <a:pt x="372" y="2906"/>
                    </a:cubicBezTo>
                    <a:cubicBezTo>
                      <a:pt x="372" y="2906"/>
                      <a:pt x="476" y="2919"/>
                      <a:pt x="494" y="2872"/>
                    </a:cubicBezTo>
                    <a:cubicBezTo>
                      <a:pt x="512" y="2825"/>
                      <a:pt x="485" y="2812"/>
                      <a:pt x="516" y="2799"/>
                    </a:cubicBezTo>
                    <a:cubicBezTo>
                      <a:pt x="548" y="2785"/>
                      <a:pt x="549" y="2748"/>
                      <a:pt x="550" y="2729"/>
                    </a:cubicBezTo>
                    <a:cubicBezTo>
                      <a:pt x="550" y="2711"/>
                      <a:pt x="544" y="2695"/>
                      <a:pt x="574" y="2667"/>
                    </a:cubicBezTo>
                    <a:cubicBezTo>
                      <a:pt x="604" y="2639"/>
                      <a:pt x="738" y="2530"/>
                      <a:pt x="714" y="2300"/>
                    </a:cubicBezTo>
                    <a:cubicBezTo>
                      <a:pt x="707" y="2230"/>
                      <a:pt x="708" y="2196"/>
                      <a:pt x="705" y="2184"/>
                    </a:cubicBezTo>
                    <a:cubicBezTo>
                      <a:pt x="701" y="2172"/>
                      <a:pt x="713" y="2167"/>
                      <a:pt x="712" y="2154"/>
                    </a:cubicBezTo>
                    <a:cubicBezTo>
                      <a:pt x="711" y="2142"/>
                      <a:pt x="701" y="2138"/>
                      <a:pt x="704" y="2131"/>
                    </a:cubicBezTo>
                    <a:cubicBezTo>
                      <a:pt x="706" y="2124"/>
                      <a:pt x="730" y="2142"/>
                      <a:pt x="751" y="2094"/>
                    </a:cubicBezTo>
                    <a:cubicBezTo>
                      <a:pt x="773" y="2046"/>
                      <a:pt x="762" y="2048"/>
                      <a:pt x="798" y="2002"/>
                    </a:cubicBezTo>
                    <a:cubicBezTo>
                      <a:pt x="834" y="1955"/>
                      <a:pt x="826" y="1937"/>
                      <a:pt x="821" y="1907"/>
                    </a:cubicBezTo>
                    <a:cubicBezTo>
                      <a:pt x="816" y="1877"/>
                      <a:pt x="813" y="1859"/>
                      <a:pt x="826" y="1837"/>
                    </a:cubicBezTo>
                    <a:cubicBezTo>
                      <a:pt x="839" y="1816"/>
                      <a:pt x="857" y="1782"/>
                      <a:pt x="843" y="1694"/>
                    </a:cubicBezTo>
                    <a:cubicBezTo>
                      <a:pt x="843" y="1694"/>
                      <a:pt x="844" y="1699"/>
                      <a:pt x="849" y="1699"/>
                    </a:cubicBezTo>
                    <a:cubicBezTo>
                      <a:pt x="855" y="1699"/>
                      <a:pt x="855" y="1699"/>
                      <a:pt x="855" y="1699"/>
                    </a:cubicBezTo>
                    <a:cubicBezTo>
                      <a:pt x="859" y="1699"/>
                      <a:pt x="861" y="1694"/>
                      <a:pt x="861" y="1694"/>
                    </a:cubicBezTo>
                    <a:cubicBezTo>
                      <a:pt x="847" y="1782"/>
                      <a:pt x="865" y="1816"/>
                      <a:pt x="878" y="1837"/>
                    </a:cubicBezTo>
                    <a:cubicBezTo>
                      <a:pt x="891" y="1859"/>
                      <a:pt x="887" y="1877"/>
                      <a:pt x="883" y="1907"/>
                    </a:cubicBezTo>
                    <a:cubicBezTo>
                      <a:pt x="878" y="1937"/>
                      <a:pt x="870" y="1955"/>
                      <a:pt x="906" y="2002"/>
                    </a:cubicBezTo>
                    <a:cubicBezTo>
                      <a:pt x="942" y="2048"/>
                      <a:pt x="930" y="2046"/>
                      <a:pt x="952" y="2094"/>
                    </a:cubicBezTo>
                    <a:cubicBezTo>
                      <a:pt x="974" y="2142"/>
                      <a:pt x="998" y="2124"/>
                      <a:pt x="1000" y="2131"/>
                    </a:cubicBezTo>
                    <a:cubicBezTo>
                      <a:pt x="1002" y="2138"/>
                      <a:pt x="993" y="2142"/>
                      <a:pt x="992" y="2154"/>
                    </a:cubicBezTo>
                    <a:cubicBezTo>
                      <a:pt x="991" y="2167"/>
                      <a:pt x="1002" y="2172"/>
                      <a:pt x="999" y="2184"/>
                    </a:cubicBezTo>
                    <a:cubicBezTo>
                      <a:pt x="995" y="2196"/>
                      <a:pt x="996" y="2230"/>
                      <a:pt x="989" y="2300"/>
                    </a:cubicBezTo>
                    <a:cubicBezTo>
                      <a:pt x="966" y="2530"/>
                      <a:pt x="1099" y="2639"/>
                      <a:pt x="1129" y="2667"/>
                    </a:cubicBezTo>
                    <a:cubicBezTo>
                      <a:pt x="1159" y="2695"/>
                      <a:pt x="1153" y="2711"/>
                      <a:pt x="1154" y="2729"/>
                    </a:cubicBezTo>
                    <a:cubicBezTo>
                      <a:pt x="1154" y="2748"/>
                      <a:pt x="1156" y="2785"/>
                      <a:pt x="1187" y="2799"/>
                    </a:cubicBezTo>
                    <a:cubicBezTo>
                      <a:pt x="1218" y="2812"/>
                      <a:pt x="1192" y="2825"/>
                      <a:pt x="1210" y="2872"/>
                    </a:cubicBezTo>
                    <a:cubicBezTo>
                      <a:pt x="1228" y="2919"/>
                      <a:pt x="1332" y="2906"/>
                      <a:pt x="1332" y="2906"/>
                    </a:cubicBezTo>
                    <a:cubicBezTo>
                      <a:pt x="1332" y="2906"/>
                      <a:pt x="1358" y="2931"/>
                      <a:pt x="1362" y="2934"/>
                    </a:cubicBezTo>
                    <a:cubicBezTo>
                      <a:pt x="1367" y="2937"/>
                      <a:pt x="1368" y="2932"/>
                      <a:pt x="1379" y="2951"/>
                    </a:cubicBezTo>
                    <a:cubicBezTo>
                      <a:pt x="1389" y="2969"/>
                      <a:pt x="1401" y="2970"/>
                      <a:pt x="1411" y="2970"/>
                    </a:cubicBezTo>
                    <a:cubicBezTo>
                      <a:pt x="1421" y="2969"/>
                      <a:pt x="1430" y="2989"/>
                      <a:pt x="1454" y="2993"/>
                    </a:cubicBezTo>
                    <a:cubicBezTo>
                      <a:pt x="1477" y="2997"/>
                      <a:pt x="1492" y="2978"/>
                      <a:pt x="1492" y="2978"/>
                    </a:cubicBezTo>
                    <a:cubicBezTo>
                      <a:pt x="1511" y="2986"/>
                      <a:pt x="1520" y="2969"/>
                      <a:pt x="1520" y="2969"/>
                    </a:cubicBezTo>
                    <a:cubicBezTo>
                      <a:pt x="1536" y="2965"/>
                      <a:pt x="1533" y="2948"/>
                      <a:pt x="1533" y="2948"/>
                    </a:cubicBezTo>
                    <a:cubicBezTo>
                      <a:pt x="1543" y="2929"/>
                      <a:pt x="1528" y="2920"/>
                      <a:pt x="1528" y="2920"/>
                    </a:cubicBezTo>
                    <a:cubicBezTo>
                      <a:pt x="1531" y="2901"/>
                      <a:pt x="1514" y="2901"/>
                      <a:pt x="1511" y="2896"/>
                    </a:cubicBezTo>
                    <a:cubicBezTo>
                      <a:pt x="1508" y="2891"/>
                      <a:pt x="1498" y="2887"/>
                      <a:pt x="1498" y="2887"/>
                    </a:cubicBezTo>
                    <a:cubicBezTo>
                      <a:pt x="1498" y="2887"/>
                      <a:pt x="1478" y="2879"/>
                      <a:pt x="1466" y="2868"/>
                    </a:cubicBezTo>
                    <a:cubicBezTo>
                      <a:pt x="1454" y="2857"/>
                      <a:pt x="1424" y="2838"/>
                      <a:pt x="1413" y="2820"/>
                    </a:cubicBezTo>
                    <a:cubicBezTo>
                      <a:pt x="1402" y="2802"/>
                      <a:pt x="1389" y="2786"/>
                      <a:pt x="1382" y="2782"/>
                    </a:cubicBezTo>
                    <a:cubicBezTo>
                      <a:pt x="1375" y="2778"/>
                      <a:pt x="1372" y="2772"/>
                      <a:pt x="1377" y="2764"/>
                    </a:cubicBezTo>
                    <a:cubicBezTo>
                      <a:pt x="1382" y="2756"/>
                      <a:pt x="1378" y="2738"/>
                      <a:pt x="1384" y="2730"/>
                    </a:cubicBezTo>
                    <a:cubicBezTo>
                      <a:pt x="1390" y="2722"/>
                      <a:pt x="1389" y="2709"/>
                      <a:pt x="1386" y="2700"/>
                    </a:cubicBezTo>
                    <a:cubicBezTo>
                      <a:pt x="1383" y="2691"/>
                      <a:pt x="1375" y="2698"/>
                      <a:pt x="1387" y="2661"/>
                    </a:cubicBezTo>
                    <a:cubicBezTo>
                      <a:pt x="1458" y="2432"/>
                      <a:pt x="1396" y="2241"/>
                      <a:pt x="1387" y="2203"/>
                    </a:cubicBezTo>
                    <a:cubicBezTo>
                      <a:pt x="1378" y="2165"/>
                      <a:pt x="1406" y="2134"/>
                      <a:pt x="1420" y="2108"/>
                    </a:cubicBezTo>
                    <a:cubicBezTo>
                      <a:pt x="1434" y="2082"/>
                      <a:pt x="1428" y="2058"/>
                      <a:pt x="1426" y="2040"/>
                    </a:cubicBezTo>
                    <a:cubicBezTo>
                      <a:pt x="1424" y="2022"/>
                      <a:pt x="1427" y="2006"/>
                      <a:pt x="1427" y="2006"/>
                    </a:cubicBezTo>
                    <a:cubicBezTo>
                      <a:pt x="1427" y="2006"/>
                      <a:pt x="1431" y="1992"/>
                      <a:pt x="1450" y="1969"/>
                    </a:cubicBezTo>
                    <a:cubicBezTo>
                      <a:pt x="1513" y="1893"/>
                      <a:pt x="1509" y="1771"/>
                      <a:pt x="1508" y="1719"/>
                    </a:cubicBezTo>
                    <a:cubicBezTo>
                      <a:pt x="1507" y="1667"/>
                      <a:pt x="1491" y="1492"/>
                      <a:pt x="1478" y="1391"/>
                    </a:cubicBezTo>
                    <a:cubicBezTo>
                      <a:pt x="1465" y="1290"/>
                      <a:pt x="1432" y="1252"/>
                      <a:pt x="1408" y="1221"/>
                    </a:cubicBezTo>
                    <a:cubicBezTo>
                      <a:pt x="1384" y="1190"/>
                      <a:pt x="1373" y="1129"/>
                      <a:pt x="1373" y="1129"/>
                    </a:cubicBezTo>
                    <a:cubicBezTo>
                      <a:pt x="1405" y="1225"/>
                      <a:pt x="1501" y="1282"/>
                      <a:pt x="1506" y="1287"/>
                    </a:cubicBezTo>
                    <a:cubicBezTo>
                      <a:pt x="1511" y="1291"/>
                      <a:pt x="1515" y="1293"/>
                      <a:pt x="1514" y="1301"/>
                    </a:cubicBezTo>
                    <a:cubicBezTo>
                      <a:pt x="1513" y="1308"/>
                      <a:pt x="1524" y="1322"/>
                      <a:pt x="1531" y="1333"/>
                    </a:cubicBezTo>
                    <a:cubicBezTo>
                      <a:pt x="1537" y="1344"/>
                      <a:pt x="1535" y="1345"/>
                      <a:pt x="1532" y="1355"/>
                    </a:cubicBezTo>
                    <a:cubicBezTo>
                      <a:pt x="1529" y="1365"/>
                      <a:pt x="1527" y="1387"/>
                      <a:pt x="1528" y="1405"/>
                    </a:cubicBezTo>
                    <a:cubicBezTo>
                      <a:pt x="1529" y="1423"/>
                      <a:pt x="1532" y="1448"/>
                      <a:pt x="1538" y="1466"/>
                    </a:cubicBezTo>
                    <a:cubicBezTo>
                      <a:pt x="1545" y="1485"/>
                      <a:pt x="1544" y="1506"/>
                      <a:pt x="1545" y="1532"/>
                    </a:cubicBezTo>
                    <a:cubicBezTo>
                      <a:pt x="1546" y="1557"/>
                      <a:pt x="1571" y="1551"/>
                      <a:pt x="1571" y="1551"/>
                    </a:cubicBezTo>
                    <a:cubicBezTo>
                      <a:pt x="1569" y="1560"/>
                      <a:pt x="1573" y="1568"/>
                      <a:pt x="1573" y="1568"/>
                    </a:cubicBezTo>
                    <a:cubicBezTo>
                      <a:pt x="1573" y="1568"/>
                      <a:pt x="1572" y="1578"/>
                      <a:pt x="1576" y="1585"/>
                    </a:cubicBezTo>
                    <a:cubicBezTo>
                      <a:pt x="1580" y="1591"/>
                      <a:pt x="1589" y="1589"/>
                      <a:pt x="1589" y="1589"/>
                    </a:cubicBezTo>
                    <a:cubicBezTo>
                      <a:pt x="1590" y="1594"/>
                      <a:pt x="1593" y="1597"/>
                      <a:pt x="1593" y="1597"/>
                    </a:cubicBezTo>
                    <a:cubicBezTo>
                      <a:pt x="1602" y="1603"/>
                      <a:pt x="1621" y="1584"/>
                      <a:pt x="1631" y="1579"/>
                    </a:cubicBezTo>
                    <a:cubicBezTo>
                      <a:pt x="1641" y="1574"/>
                      <a:pt x="1651" y="1558"/>
                      <a:pt x="1657" y="1552"/>
                    </a:cubicBezTo>
                    <a:cubicBezTo>
                      <a:pt x="1664" y="1547"/>
                      <a:pt x="1674" y="1503"/>
                      <a:pt x="1675" y="1495"/>
                    </a:cubicBezTo>
                    <a:cubicBezTo>
                      <a:pt x="1676" y="1488"/>
                      <a:pt x="1672" y="1486"/>
                      <a:pt x="1688" y="1469"/>
                    </a:cubicBezTo>
                    <a:cubicBezTo>
                      <a:pt x="1704" y="1451"/>
                      <a:pt x="1677" y="1362"/>
                      <a:pt x="1671" y="1346"/>
                    </a:cubicBezTo>
                    <a:close/>
                    <a:moveTo>
                      <a:pt x="371" y="1050"/>
                    </a:moveTo>
                    <a:cubicBezTo>
                      <a:pt x="374" y="1028"/>
                      <a:pt x="391" y="998"/>
                      <a:pt x="391" y="998"/>
                    </a:cubicBezTo>
                    <a:cubicBezTo>
                      <a:pt x="390" y="1011"/>
                      <a:pt x="398" y="1026"/>
                      <a:pt x="398" y="1026"/>
                    </a:cubicBezTo>
                    <a:lnTo>
                      <a:pt x="371" y="1050"/>
                    </a:lnTo>
                    <a:close/>
                    <a:moveTo>
                      <a:pt x="1306" y="1026"/>
                    </a:moveTo>
                    <a:cubicBezTo>
                      <a:pt x="1306" y="1026"/>
                      <a:pt x="1314" y="1011"/>
                      <a:pt x="1313" y="998"/>
                    </a:cubicBezTo>
                    <a:cubicBezTo>
                      <a:pt x="1313" y="998"/>
                      <a:pt x="1329" y="1028"/>
                      <a:pt x="1333" y="1050"/>
                    </a:cubicBezTo>
                    <a:lnTo>
                      <a:pt x="1306" y="1026"/>
                    </a:lnTo>
                    <a:close/>
                  </a:path>
                </a:pathLst>
              </a:custGeom>
              <a:solidFill>
                <a:srgbClr val="F7E8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3981" name="Freeform 8">
                <a:extLst>
                  <a:ext uri="{FF2B5EF4-FFF2-40B4-BE49-F238E27FC236}">
                    <a16:creationId xmlns:a16="http://schemas.microsoft.com/office/drawing/2014/main" id="{F33DA0F2-369A-4814-99CF-37FEA43E12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5" y="802"/>
                <a:ext cx="1820" cy="3196"/>
              </a:xfrm>
              <a:custGeom>
                <a:avLst/>
                <a:gdLst>
                  <a:gd name="T0" fmla="*/ 1229 w 1704"/>
                  <a:gd name="T1" fmla="*/ 237 h 2997"/>
                  <a:gd name="T2" fmla="*/ 1237 w 1704"/>
                  <a:gd name="T3" fmla="*/ 303 h 2997"/>
                  <a:gd name="T4" fmla="*/ 1219 w 1704"/>
                  <a:gd name="T5" fmla="*/ 486 h 2997"/>
                  <a:gd name="T6" fmla="*/ 1905 w 1704"/>
                  <a:gd name="T7" fmla="*/ 1143 h 2997"/>
                  <a:gd name="T8" fmla="*/ 1947 w 1704"/>
                  <a:gd name="T9" fmla="*/ 1204 h 2997"/>
                  <a:gd name="T10" fmla="*/ 2009 w 1704"/>
                  <a:gd name="T11" fmla="*/ 1476 h 2997"/>
                  <a:gd name="T12" fmla="*/ 2037 w 1704"/>
                  <a:gd name="T13" fmla="*/ 1632 h 2997"/>
                  <a:gd name="T14" fmla="*/ 2019 w 1704"/>
                  <a:gd name="T15" fmla="*/ 1882 h 2997"/>
                  <a:gd name="T16" fmla="*/ 1936 w 1704"/>
                  <a:gd name="T17" fmla="*/ 1928 h 2997"/>
                  <a:gd name="T18" fmla="*/ 1914 w 1704"/>
                  <a:gd name="T19" fmla="*/ 1881 h 2997"/>
                  <a:gd name="T20" fmla="*/ 1862 w 1704"/>
                  <a:gd name="T21" fmla="*/ 1703 h 2997"/>
                  <a:gd name="T22" fmla="*/ 1845 w 1704"/>
                  <a:gd name="T23" fmla="*/ 1577 h 2997"/>
                  <a:gd name="T24" fmla="*/ 1715 w 1704"/>
                  <a:gd name="T25" fmla="*/ 1480 h 2997"/>
                  <a:gd name="T26" fmla="*/ 1767 w 1704"/>
                  <a:gd name="T27" fmla="*/ 2388 h 2997"/>
                  <a:gd name="T28" fmla="*/ 1730 w 1704"/>
                  <a:gd name="T29" fmla="*/ 2556 h 2997"/>
                  <a:gd name="T30" fmla="*/ 1689 w 1704"/>
                  <a:gd name="T31" fmla="*/ 3274 h 2997"/>
                  <a:gd name="T32" fmla="*/ 1683 w 1704"/>
                  <a:gd name="T33" fmla="*/ 3374 h 2997"/>
                  <a:gd name="T34" fmla="*/ 1825 w 1704"/>
                  <a:gd name="T35" fmla="*/ 3501 h 2997"/>
                  <a:gd name="T36" fmla="*/ 1867 w 1704"/>
                  <a:gd name="T37" fmla="*/ 3576 h 2997"/>
                  <a:gd name="T38" fmla="*/ 1772 w 1704"/>
                  <a:gd name="T39" fmla="*/ 3630 h 2997"/>
                  <a:gd name="T40" fmla="*/ 1660 w 1704"/>
                  <a:gd name="T41" fmla="*/ 3559 h 2997"/>
                  <a:gd name="T42" fmla="*/ 1446 w 1704"/>
                  <a:gd name="T43" fmla="*/ 3394 h 2997"/>
                  <a:gd name="T44" fmla="*/ 1205 w 1704"/>
                  <a:gd name="T45" fmla="*/ 2790 h 2997"/>
                  <a:gd name="T46" fmla="*/ 1219 w 1704"/>
                  <a:gd name="T47" fmla="*/ 2584 h 2997"/>
                  <a:gd name="T48" fmla="*/ 1076 w 1704"/>
                  <a:gd name="T49" fmla="*/ 2313 h 2997"/>
                  <a:gd name="T50" fmla="*/ 1041 w 1704"/>
                  <a:gd name="T51" fmla="*/ 2060 h 2997"/>
                  <a:gd name="T52" fmla="*/ 1006 w 1704"/>
                  <a:gd name="T53" fmla="*/ 2228 h 2997"/>
                  <a:gd name="T54" fmla="*/ 915 w 1704"/>
                  <a:gd name="T55" fmla="*/ 2539 h 2997"/>
                  <a:gd name="T56" fmla="*/ 859 w 1704"/>
                  <a:gd name="T57" fmla="*/ 2649 h 2997"/>
                  <a:gd name="T58" fmla="*/ 670 w 1704"/>
                  <a:gd name="T59" fmla="*/ 3309 h 2997"/>
                  <a:gd name="T60" fmla="*/ 453 w 1704"/>
                  <a:gd name="T61" fmla="*/ 3524 h 2997"/>
                  <a:gd name="T62" fmla="*/ 357 w 1704"/>
                  <a:gd name="T63" fmla="*/ 3601 h 2997"/>
                  <a:gd name="T64" fmla="*/ 222 w 1704"/>
                  <a:gd name="T65" fmla="*/ 3600 h 2997"/>
                  <a:gd name="T66" fmla="*/ 235 w 1704"/>
                  <a:gd name="T67" fmla="*/ 3512 h 2997"/>
                  <a:gd name="T68" fmla="*/ 355 w 1704"/>
                  <a:gd name="T69" fmla="*/ 3420 h 2997"/>
                  <a:gd name="T70" fmla="*/ 390 w 1704"/>
                  <a:gd name="T71" fmla="*/ 3310 h 2997"/>
                  <a:gd name="T72" fmla="*/ 387 w 1704"/>
                  <a:gd name="T73" fmla="*/ 2671 h 2997"/>
                  <a:gd name="T74" fmla="*/ 338 w 1704"/>
                  <a:gd name="T75" fmla="*/ 2432 h 2997"/>
                  <a:gd name="T76" fmla="*/ 274 w 1704"/>
                  <a:gd name="T77" fmla="*/ 1686 h 2997"/>
                  <a:gd name="T78" fmla="*/ 239 w 1704"/>
                  <a:gd name="T79" fmla="*/ 1560 h 2997"/>
                  <a:gd name="T80" fmla="*/ 208 w 1704"/>
                  <a:gd name="T81" fmla="*/ 1643 h 2997"/>
                  <a:gd name="T82" fmla="*/ 193 w 1704"/>
                  <a:gd name="T83" fmla="*/ 1858 h 2997"/>
                  <a:gd name="T84" fmla="*/ 156 w 1704"/>
                  <a:gd name="T85" fmla="*/ 1922 h 2997"/>
                  <a:gd name="T86" fmla="*/ 89 w 1704"/>
                  <a:gd name="T87" fmla="*/ 1915 h 2997"/>
                  <a:gd name="T88" fmla="*/ 19 w 1704"/>
                  <a:gd name="T89" fmla="*/ 1782 h 2997"/>
                  <a:gd name="T90" fmla="*/ 69 w 1704"/>
                  <a:gd name="T91" fmla="*/ 1559 h 2997"/>
                  <a:gd name="T92" fmla="*/ 114 w 1704"/>
                  <a:gd name="T93" fmla="*/ 1235 h 2997"/>
                  <a:gd name="T94" fmla="*/ 140 w 1704"/>
                  <a:gd name="T95" fmla="*/ 1167 h 2997"/>
                  <a:gd name="T96" fmla="*/ 396 w 1704"/>
                  <a:gd name="T97" fmla="*/ 714 h 2997"/>
                  <a:gd name="T98" fmla="*/ 856 w 1704"/>
                  <a:gd name="T99" fmla="*/ 336 h 2997"/>
                  <a:gd name="T100" fmla="*/ 827 w 1704"/>
                  <a:gd name="T101" fmla="*/ 242 h 2997"/>
                  <a:gd name="T102" fmla="*/ 1020 w 1704"/>
                  <a:gd name="T103" fmla="*/ 6 h 2997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0" t="0" r="r" b="b"/>
                <a:pathLst>
                  <a:path w="1704" h="2997">
                    <a:moveTo>
                      <a:pt x="867" y="6"/>
                    </a:moveTo>
                    <a:cubicBezTo>
                      <a:pt x="867" y="6"/>
                      <a:pt x="1005" y="0"/>
                      <a:pt x="1012" y="147"/>
                    </a:cubicBezTo>
                    <a:cubicBezTo>
                      <a:pt x="1014" y="186"/>
                      <a:pt x="1009" y="195"/>
                      <a:pt x="1009" y="195"/>
                    </a:cubicBezTo>
                    <a:cubicBezTo>
                      <a:pt x="1009" y="195"/>
                      <a:pt x="1021" y="191"/>
                      <a:pt x="1024" y="200"/>
                    </a:cubicBezTo>
                    <a:cubicBezTo>
                      <a:pt x="1028" y="209"/>
                      <a:pt x="1025" y="217"/>
                      <a:pt x="1022" y="223"/>
                    </a:cubicBezTo>
                    <a:cubicBezTo>
                      <a:pt x="1020" y="229"/>
                      <a:pt x="1016" y="242"/>
                      <a:pt x="1015" y="249"/>
                    </a:cubicBezTo>
                    <a:cubicBezTo>
                      <a:pt x="1013" y="256"/>
                      <a:pt x="1014" y="276"/>
                      <a:pt x="1001" y="277"/>
                    </a:cubicBezTo>
                    <a:cubicBezTo>
                      <a:pt x="1001" y="277"/>
                      <a:pt x="1004" y="347"/>
                      <a:pt x="984" y="385"/>
                    </a:cubicBezTo>
                    <a:cubicBezTo>
                      <a:pt x="984" y="385"/>
                      <a:pt x="995" y="387"/>
                      <a:pt x="1000" y="401"/>
                    </a:cubicBezTo>
                    <a:cubicBezTo>
                      <a:pt x="1000" y="401"/>
                      <a:pt x="1318" y="410"/>
                      <a:pt x="1378" y="589"/>
                    </a:cubicBezTo>
                    <a:cubicBezTo>
                      <a:pt x="1384" y="605"/>
                      <a:pt x="1405" y="641"/>
                      <a:pt x="1460" y="701"/>
                    </a:cubicBezTo>
                    <a:cubicBezTo>
                      <a:pt x="1515" y="761"/>
                      <a:pt x="1554" y="838"/>
                      <a:pt x="1564" y="942"/>
                    </a:cubicBezTo>
                    <a:cubicBezTo>
                      <a:pt x="1564" y="942"/>
                      <a:pt x="1583" y="951"/>
                      <a:pt x="1588" y="962"/>
                    </a:cubicBezTo>
                    <a:cubicBezTo>
                      <a:pt x="1594" y="972"/>
                      <a:pt x="1593" y="983"/>
                      <a:pt x="1595" y="983"/>
                    </a:cubicBezTo>
                    <a:cubicBezTo>
                      <a:pt x="1598" y="984"/>
                      <a:pt x="1597" y="990"/>
                      <a:pt x="1598" y="993"/>
                    </a:cubicBezTo>
                    <a:cubicBezTo>
                      <a:pt x="1598" y="997"/>
                      <a:pt x="1598" y="999"/>
                      <a:pt x="1610" y="1018"/>
                    </a:cubicBezTo>
                    <a:cubicBezTo>
                      <a:pt x="1623" y="1037"/>
                      <a:pt x="1634" y="1073"/>
                      <a:pt x="1637" y="1111"/>
                    </a:cubicBezTo>
                    <a:cubicBezTo>
                      <a:pt x="1640" y="1148"/>
                      <a:pt x="1642" y="1199"/>
                      <a:pt x="1649" y="1217"/>
                    </a:cubicBezTo>
                    <a:cubicBezTo>
                      <a:pt x="1656" y="1236"/>
                      <a:pt x="1668" y="1265"/>
                      <a:pt x="1647" y="1286"/>
                    </a:cubicBezTo>
                    <a:cubicBezTo>
                      <a:pt x="1647" y="1286"/>
                      <a:pt x="1664" y="1288"/>
                      <a:pt x="1666" y="1304"/>
                    </a:cubicBezTo>
                    <a:cubicBezTo>
                      <a:pt x="1667" y="1320"/>
                      <a:pt x="1666" y="1330"/>
                      <a:pt x="1671" y="1346"/>
                    </a:cubicBezTo>
                    <a:cubicBezTo>
                      <a:pt x="1677" y="1362"/>
                      <a:pt x="1704" y="1451"/>
                      <a:pt x="1688" y="1469"/>
                    </a:cubicBezTo>
                    <a:cubicBezTo>
                      <a:pt x="1672" y="1486"/>
                      <a:pt x="1676" y="1488"/>
                      <a:pt x="1675" y="1495"/>
                    </a:cubicBezTo>
                    <a:cubicBezTo>
                      <a:pt x="1674" y="1503"/>
                      <a:pt x="1664" y="1547"/>
                      <a:pt x="1657" y="1552"/>
                    </a:cubicBezTo>
                    <a:cubicBezTo>
                      <a:pt x="1651" y="1558"/>
                      <a:pt x="1641" y="1574"/>
                      <a:pt x="1631" y="1579"/>
                    </a:cubicBezTo>
                    <a:cubicBezTo>
                      <a:pt x="1621" y="1584"/>
                      <a:pt x="1602" y="1603"/>
                      <a:pt x="1593" y="1597"/>
                    </a:cubicBezTo>
                    <a:cubicBezTo>
                      <a:pt x="1593" y="1597"/>
                      <a:pt x="1590" y="1594"/>
                      <a:pt x="1589" y="1589"/>
                    </a:cubicBezTo>
                    <a:cubicBezTo>
                      <a:pt x="1589" y="1589"/>
                      <a:pt x="1580" y="1591"/>
                      <a:pt x="1576" y="1585"/>
                    </a:cubicBezTo>
                    <a:cubicBezTo>
                      <a:pt x="1572" y="1578"/>
                      <a:pt x="1573" y="1568"/>
                      <a:pt x="1573" y="1568"/>
                    </a:cubicBezTo>
                    <a:cubicBezTo>
                      <a:pt x="1573" y="1568"/>
                      <a:pt x="1569" y="1560"/>
                      <a:pt x="1571" y="1551"/>
                    </a:cubicBezTo>
                    <a:cubicBezTo>
                      <a:pt x="1571" y="1551"/>
                      <a:pt x="1546" y="1557"/>
                      <a:pt x="1545" y="1532"/>
                    </a:cubicBezTo>
                    <a:cubicBezTo>
                      <a:pt x="1544" y="1506"/>
                      <a:pt x="1545" y="1485"/>
                      <a:pt x="1538" y="1466"/>
                    </a:cubicBezTo>
                    <a:cubicBezTo>
                      <a:pt x="1532" y="1448"/>
                      <a:pt x="1529" y="1423"/>
                      <a:pt x="1528" y="1405"/>
                    </a:cubicBezTo>
                    <a:cubicBezTo>
                      <a:pt x="1527" y="1387"/>
                      <a:pt x="1529" y="1365"/>
                      <a:pt x="1532" y="1355"/>
                    </a:cubicBezTo>
                    <a:cubicBezTo>
                      <a:pt x="1535" y="1345"/>
                      <a:pt x="1537" y="1344"/>
                      <a:pt x="1531" y="1333"/>
                    </a:cubicBezTo>
                    <a:cubicBezTo>
                      <a:pt x="1524" y="1322"/>
                      <a:pt x="1513" y="1308"/>
                      <a:pt x="1514" y="1301"/>
                    </a:cubicBezTo>
                    <a:cubicBezTo>
                      <a:pt x="1515" y="1293"/>
                      <a:pt x="1511" y="1291"/>
                      <a:pt x="1506" y="1287"/>
                    </a:cubicBezTo>
                    <a:cubicBezTo>
                      <a:pt x="1501" y="1282"/>
                      <a:pt x="1405" y="1225"/>
                      <a:pt x="1373" y="1129"/>
                    </a:cubicBezTo>
                    <a:cubicBezTo>
                      <a:pt x="1373" y="1129"/>
                      <a:pt x="1384" y="1190"/>
                      <a:pt x="1408" y="1221"/>
                    </a:cubicBezTo>
                    <a:cubicBezTo>
                      <a:pt x="1432" y="1252"/>
                      <a:pt x="1465" y="1290"/>
                      <a:pt x="1478" y="1391"/>
                    </a:cubicBezTo>
                    <a:cubicBezTo>
                      <a:pt x="1491" y="1492"/>
                      <a:pt x="1507" y="1667"/>
                      <a:pt x="1508" y="1719"/>
                    </a:cubicBezTo>
                    <a:cubicBezTo>
                      <a:pt x="1509" y="1771"/>
                      <a:pt x="1513" y="1893"/>
                      <a:pt x="1450" y="1969"/>
                    </a:cubicBezTo>
                    <a:cubicBezTo>
                      <a:pt x="1431" y="1992"/>
                      <a:pt x="1427" y="2006"/>
                      <a:pt x="1427" y="2006"/>
                    </a:cubicBezTo>
                    <a:cubicBezTo>
                      <a:pt x="1427" y="2006"/>
                      <a:pt x="1424" y="2022"/>
                      <a:pt x="1426" y="2040"/>
                    </a:cubicBezTo>
                    <a:cubicBezTo>
                      <a:pt x="1428" y="2058"/>
                      <a:pt x="1434" y="2082"/>
                      <a:pt x="1420" y="2108"/>
                    </a:cubicBezTo>
                    <a:cubicBezTo>
                      <a:pt x="1406" y="2134"/>
                      <a:pt x="1378" y="2165"/>
                      <a:pt x="1387" y="2203"/>
                    </a:cubicBezTo>
                    <a:cubicBezTo>
                      <a:pt x="1396" y="2241"/>
                      <a:pt x="1458" y="2432"/>
                      <a:pt x="1387" y="2661"/>
                    </a:cubicBezTo>
                    <a:cubicBezTo>
                      <a:pt x="1375" y="2698"/>
                      <a:pt x="1383" y="2691"/>
                      <a:pt x="1386" y="2700"/>
                    </a:cubicBezTo>
                    <a:cubicBezTo>
                      <a:pt x="1389" y="2709"/>
                      <a:pt x="1390" y="2722"/>
                      <a:pt x="1384" y="2730"/>
                    </a:cubicBezTo>
                    <a:cubicBezTo>
                      <a:pt x="1378" y="2738"/>
                      <a:pt x="1382" y="2756"/>
                      <a:pt x="1377" y="2764"/>
                    </a:cubicBezTo>
                    <a:cubicBezTo>
                      <a:pt x="1372" y="2772"/>
                      <a:pt x="1375" y="2778"/>
                      <a:pt x="1382" y="2782"/>
                    </a:cubicBezTo>
                    <a:cubicBezTo>
                      <a:pt x="1389" y="2786"/>
                      <a:pt x="1402" y="2802"/>
                      <a:pt x="1413" y="2820"/>
                    </a:cubicBezTo>
                    <a:cubicBezTo>
                      <a:pt x="1424" y="2838"/>
                      <a:pt x="1454" y="2857"/>
                      <a:pt x="1466" y="2868"/>
                    </a:cubicBezTo>
                    <a:cubicBezTo>
                      <a:pt x="1478" y="2879"/>
                      <a:pt x="1498" y="2887"/>
                      <a:pt x="1498" y="2887"/>
                    </a:cubicBezTo>
                    <a:cubicBezTo>
                      <a:pt x="1498" y="2887"/>
                      <a:pt x="1508" y="2891"/>
                      <a:pt x="1511" y="2896"/>
                    </a:cubicBezTo>
                    <a:cubicBezTo>
                      <a:pt x="1514" y="2901"/>
                      <a:pt x="1531" y="2901"/>
                      <a:pt x="1528" y="2920"/>
                    </a:cubicBezTo>
                    <a:cubicBezTo>
                      <a:pt x="1528" y="2920"/>
                      <a:pt x="1543" y="2929"/>
                      <a:pt x="1533" y="2948"/>
                    </a:cubicBezTo>
                    <a:cubicBezTo>
                      <a:pt x="1533" y="2948"/>
                      <a:pt x="1536" y="2965"/>
                      <a:pt x="1520" y="2969"/>
                    </a:cubicBezTo>
                    <a:cubicBezTo>
                      <a:pt x="1520" y="2969"/>
                      <a:pt x="1511" y="2986"/>
                      <a:pt x="1492" y="2978"/>
                    </a:cubicBezTo>
                    <a:cubicBezTo>
                      <a:pt x="1492" y="2978"/>
                      <a:pt x="1477" y="2997"/>
                      <a:pt x="1454" y="2993"/>
                    </a:cubicBezTo>
                    <a:cubicBezTo>
                      <a:pt x="1430" y="2989"/>
                      <a:pt x="1421" y="2969"/>
                      <a:pt x="1411" y="2970"/>
                    </a:cubicBezTo>
                    <a:cubicBezTo>
                      <a:pt x="1401" y="2970"/>
                      <a:pt x="1389" y="2969"/>
                      <a:pt x="1379" y="2951"/>
                    </a:cubicBezTo>
                    <a:cubicBezTo>
                      <a:pt x="1368" y="2932"/>
                      <a:pt x="1367" y="2937"/>
                      <a:pt x="1362" y="2934"/>
                    </a:cubicBezTo>
                    <a:cubicBezTo>
                      <a:pt x="1358" y="2931"/>
                      <a:pt x="1332" y="2906"/>
                      <a:pt x="1332" y="2906"/>
                    </a:cubicBezTo>
                    <a:cubicBezTo>
                      <a:pt x="1332" y="2906"/>
                      <a:pt x="1228" y="2919"/>
                      <a:pt x="1210" y="2872"/>
                    </a:cubicBezTo>
                    <a:cubicBezTo>
                      <a:pt x="1192" y="2825"/>
                      <a:pt x="1218" y="2812"/>
                      <a:pt x="1187" y="2799"/>
                    </a:cubicBezTo>
                    <a:cubicBezTo>
                      <a:pt x="1156" y="2785"/>
                      <a:pt x="1154" y="2748"/>
                      <a:pt x="1154" y="2729"/>
                    </a:cubicBezTo>
                    <a:cubicBezTo>
                      <a:pt x="1153" y="2711"/>
                      <a:pt x="1159" y="2695"/>
                      <a:pt x="1129" y="2667"/>
                    </a:cubicBezTo>
                    <a:cubicBezTo>
                      <a:pt x="1099" y="2639"/>
                      <a:pt x="966" y="2530"/>
                      <a:pt x="989" y="2300"/>
                    </a:cubicBezTo>
                    <a:cubicBezTo>
                      <a:pt x="996" y="2230"/>
                      <a:pt x="995" y="2196"/>
                      <a:pt x="999" y="2184"/>
                    </a:cubicBezTo>
                    <a:cubicBezTo>
                      <a:pt x="1002" y="2172"/>
                      <a:pt x="991" y="2167"/>
                      <a:pt x="992" y="2154"/>
                    </a:cubicBezTo>
                    <a:cubicBezTo>
                      <a:pt x="993" y="2142"/>
                      <a:pt x="1002" y="2138"/>
                      <a:pt x="1000" y="2131"/>
                    </a:cubicBezTo>
                    <a:cubicBezTo>
                      <a:pt x="998" y="2124"/>
                      <a:pt x="974" y="2142"/>
                      <a:pt x="952" y="2094"/>
                    </a:cubicBezTo>
                    <a:cubicBezTo>
                      <a:pt x="930" y="2046"/>
                      <a:pt x="942" y="2048"/>
                      <a:pt x="906" y="2002"/>
                    </a:cubicBezTo>
                    <a:cubicBezTo>
                      <a:pt x="870" y="1955"/>
                      <a:pt x="878" y="1937"/>
                      <a:pt x="883" y="1907"/>
                    </a:cubicBezTo>
                    <a:cubicBezTo>
                      <a:pt x="887" y="1877"/>
                      <a:pt x="891" y="1859"/>
                      <a:pt x="878" y="1837"/>
                    </a:cubicBezTo>
                    <a:cubicBezTo>
                      <a:pt x="865" y="1816"/>
                      <a:pt x="847" y="1782"/>
                      <a:pt x="861" y="1694"/>
                    </a:cubicBezTo>
                    <a:cubicBezTo>
                      <a:pt x="861" y="1694"/>
                      <a:pt x="859" y="1699"/>
                      <a:pt x="855" y="1699"/>
                    </a:cubicBezTo>
                    <a:cubicBezTo>
                      <a:pt x="849" y="1699"/>
                      <a:pt x="849" y="1699"/>
                      <a:pt x="849" y="1699"/>
                    </a:cubicBezTo>
                    <a:cubicBezTo>
                      <a:pt x="844" y="1699"/>
                      <a:pt x="843" y="1694"/>
                      <a:pt x="843" y="1694"/>
                    </a:cubicBezTo>
                    <a:cubicBezTo>
                      <a:pt x="857" y="1782"/>
                      <a:pt x="839" y="1816"/>
                      <a:pt x="826" y="1837"/>
                    </a:cubicBezTo>
                    <a:cubicBezTo>
                      <a:pt x="813" y="1859"/>
                      <a:pt x="816" y="1877"/>
                      <a:pt x="821" y="1907"/>
                    </a:cubicBezTo>
                    <a:cubicBezTo>
                      <a:pt x="826" y="1937"/>
                      <a:pt x="834" y="1955"/>
                      <a:pt x="798" y="2002"/>
                    </a:cubicBezTo>
                    <a:cubicBezTo>
                      <a:pt x="762" y="2048"/>
                      <a:pt x="773" y="2046"/>
                      <a:pt x="751" y="2094"/>
                    </a:cubicBezTo>
                    <a:cubicBezTo>
                      <a:pt x="730" y="2142"/>
                      <a:pt x="706" y="2124"/>
                      <a:pt x="704" y="2131"/>
                    </a:cubicBezTo>
                    <a:cubicBezTo>
                      <a:pt x="701" y="2138"/>
                      <a:pt x="711" y="2142"/>
                      <a:pt x="712" y="2154"/>
                    </a:cubicBezTo>
                    <a:cubicBezTo>
                      <a:pt x="713" y="2167"/>
                      <a:pt x="701" y="2172"/>
                      <a:pt x="705" y="2184"/>
                    </a:cubicBezTo>
                    <a:cubicBezTo>
                      <a:pt x="708" y="2196"/>
                      <a:pt x="707" y="2230"/>
                      <a:pt x="714" y="2300"/>
                    </a:cubicBezTo>
                    <a:cubicBezTo>
                      <a:pt x="738" y="2530"/>
                      <a:pt x="604" y="2639"/>
                      <a:pt x="574" y="2667"/>
                    </a:cubicBezTo>
                    <a:cubicBezTo>
                      <a:pt x="544" y="2695"/>
                      <a:pt x="550" y="2711"/>
                      <a:pt x="550" y="2729"/>
                    </a:cubicBezTo>
                    <a:cubicBezTo>
                      <a:pt x="549" y="2748"/>
                      <a:pt x="548" y="2785"/>
                      <a:pt x="516" y="2799"/>
                    </a:cubicBezTo>
                    <a:cubicBezTo>
                      <a:pt x="485" y="2812"/>
                      <a:pt x="512" y="2825"/>
                      <a:pt x="494" y="2872"/>
                    </a:cubicBezTo>
                    <a:cubicBezTo>
                      <a:pt x="476" y="2919"/>
                      <a:pt x="372" y="2906"/>
                      <a:pt x="372" y="2906"/>
                    </a:cubicBezTo>
                    <a:cubicBezTo>
                      <a:pt x="372" y="2906"/>
                      <a:pt x="346" y="2931"/>
                      <a:pt x="341" y="2934"/>
                    </a:cubicBezTo>
                    <a:cubicBezTo>
                      <a:pt x="337" y="2937"/>
                      <a:pt x="336" y="2932"/>
                      <a:pt x="325" y="2951"/>
                    </a:cubicBezTo>
                    <a:cubicBezTo>
                      <a:pt x="314" y="2969"/>
                      <a:pt x="302" y="2970"/>
                      <a:pt x="293" y="2970"/>
                    </a:cubicBezTo>
                    <a:cubicBezTo>
                      <a:pt x="283" y="2969"/>
                      <a:pt x="273" y="2989"/>
                      <a:pt x="250" y="2993"/>
                    </a:cubicBezTo>
                    <a:cubicBezTo>
                      <a:pt x="227" y="2997"/>
                      <a:pt x="212" y="2978"/>
                      <a:pt x="212" y="2978"/>
                    </a:cubicBezTo>
                    <a:cubicBezTo>
                      <a:pt x="192" y="2986"/>
                      <a:pt x="183" y="2969"/>
                      <a:pt x="183" y="2969"/>
                    </a:cubicBezTo>
                    <a:cubicBezTo>
                      <a:pt x="168" y="2965"/>
                      <a:pt x="171" y="2948"/>
                      <a:pt x="171" y="2948"/>
                    </a:cubicBezTo>
                    <a:cubicBezTo>
                      <a:pt x="161" y="2929"/>
                      <a:pt x="176" y="2920"/>
                      <a:pt x="176" y="2920"/>
                    </a:cubicBezTo>
                    <a:cubicBezTo>
                      <a:pt x="173" y="2901"/>
                      <a:pt x="190" y="2901"/>
                      <a:pt x="193" y="2896"/>
                    </a:cubicBezTo>
                    <a:cubicBezTo>
                      <a:pt x="196" y="2891"/>
                      <a:pt x="206" y="2887"/>
                      <a:pt x="206" y="2887"/>
                    </a:cubicBezTo>
                    <a:cubicBezTo>
                      <a:pt x="206" y="2887"/>
                      <a:pt x="226" y="2879"/>
                      <a:pt x="238" y="2868"/>
                    </a:cubicBezTo>
                    <a:cubicBezTo>
                      <a:pt x="250" y="2857"/>
                      <a:pt x="280" y="2838"/>
                      <a:pt x="291" y="2820"/>
                    </a:cubicBezTo>
                    <a:cubicBezTo>
                      <a:pt x="302" y="2802"/>
                      <a:pt x="315" y="2786"/>
                      <a:pt x="322" y="2782"/>
                    </a:cubicBezTo>
                    <a:cubicBezTo>
                      <a:pt x="329" y="2778"/>
                      <a:pt x="332" y="2772"/>
                      <a:pt x="327" y="2764"/>
                    </a:cubicBezTo>
                    <a:cubicBezTo>
                      <a:pt x="322" y="2756"/>
                      <a:pt x="326" y="2738"/>
                      <a:pt x="320" y="2730"/>
                    </a:cubicBezTo>
                    <a:cubicBezTo>
                      <a:pt x="314" y="2722"/>
                      <a:pt x="315" y="2709"/>
                      <a:pt x="318" y="2700"/>
                    </a:cubicBezTo>
                    <a:cubicBezTo>
                      <a:pt x="321" y="2691"/>
                      <a:pt x="328" y="2698"/>
                      <a:pt x="317" y="2661"/>
                    </a:cubicBezTo>
                    <a:cubicBezTo>
                      <a:pt x="246" y="2432"/>
                      <a:pt x="308" y="2241"/>
                      <a:pt x="317" y="2203"/>
                    </a:cubicBezTo>
                    <a:cubicBezTo>
                      <a:pt x="326" y="2165"/>
                      <a:pt x="298" y="2134"/>
                      <a:pt x="284" y="2108"/>
                    </a:cubicBezTo>
                    <a:cubicBezTo>
                      <a:pt x="270" y="2082"/>
                      <a:pt x="276" y="2058"/>
                      <a:pt x="278" y="2040"/>
                    </a:cubicBezTo>
                    <a:cubicBezTo>
                      <a:pt x="280" y="2022"/>
                      <a:pt x="277" y="2006"/>
                      <a:pt x="277" y="2006"/>
                    </a:cubicBezTo>
                    <a:cubicBezTo>
                      <a:pt x="277" y="2006"/>
                      <a:pt x="273" y="1992"/>
                      <a:pt x="254" y="1969"/>
                    </a:cubicBezTo>
                    <a:cubicBezTo>
                      <a:pt x="191" y="1893"/>
                      <a:pt x="195" y="1771"/>
                      <a:pt x="196" y="1719"/>
                    </a:cubicBezTo>
                    <a:cubicBezTo>
                      <a:pt x="197" y="1667"/>
                      <a:pt x="213" y="1492"/>
                      <a:pt x="226" y="1391"/>
                    </a:cubicBezTo>
                    <a:cubicBezTo>
                      <a:pt x="239" y="1290"/>
                      <a:pt x="271" y="1252"/>
                      <a:pt x="295" y="1221"/>
                    </a:cubicBezTo>
                    <a:cubicBezTo>
                      <a:pt x="320" y="1190"/>
                      <a:pt x="331" y="1129"/>
                      <a:pt x="331" y="1129"/>
                    </a:cubicBezTo>
                    <a:cubicBezTo>
                      <a:pt x="298" y="1225"/>
                      <a:pt x="202" y="1282"/>
                      <a:pt x="197" y="1287"/>
                    </a:cubicBezTo>
                    <a:cubicBezTo>
                      <a:pt x="192" y="1291"/>
                      <a:pt x="189" y="1293"/>
                      <a:pt x="189" y="1301"/>
                    </a:cubicBezTo>
                    <a:cubicBezTo>
                      <a:pt x="190" y="1308"/>
                      <a:pt x="179" y="1322"/>
                      <a:pt x="173" y="1333"/>
                    </a:cubicBezTo>
                    <a:cubicBezTo>
                      <a:pt x="166" y="1344"/>
                      <a:pt x="168" y="1345"/>
                      <a:pt x="171" y="1355"/>
                    </a:cubicBezTo>
                    <a:cubicBezTo>
                      <a:pt x="174" y="1365"/>
                      <a:pt x="177" y="1387"/>
                      <a:pt x="175" y="1405"/>
                    </a:cubicBezTo>
                    <a:cubicBezTo>
                      <a:pt x="174" y="1423"/>
                      <a:pt x="171" y="1448"/>
                      <a:pt x="165" y="1466"/>
                    </a:cubicBezTo>
                    <a:cubicBezTo>
                      <a:pt x="159" y="1485"/>
                      <a:pt x="159" y="1506"/>
                      <a:pt x="158" y="1532"/>
                    </a:cubicBezTo>
                    <a:cubicBezTo>
                      <a:pt x="157" y="1557"/>
                      <a:pt x="133" y="1551"/>
                      <a:pt x="133" y="1551"/>
                    </a:cubicBezTo>
                    <a:cubicBezTo>
                      <a:pt x="135" y="1560"/>
                      <a:pt x="131" y="1568"/>
                      <a:pt x="131" y="1568"/>
                    </a:cubicBezTo>
                    <a:cubicBezTo>
                      <a:pt x="131" y="1568"/>
                      <a:pt x="132" y="1578"/>
                      <a:pt x="128" y="1585"/>
                    </a:cubicBezTo>
                    <a:cubicBezTo>
                      <a:pt x="124" y="1591"/>
                      <a:pt x="114" y="1589"/>
                      <a:pt x="114" y="1589"/>
                    </a:cubicBezTo>
                    <a:cubicBezTo>
                      <a:pt x="114" y="1594"/>
                      <a:pt x="110" y="1597"/>
                      <a:pt x="110" y="1597"/>
                    </a:cubicBezTo>
                    <a:cubicBezTo>
                      <a:pt x="102" y="1603"/>
                      <a:pt x="82" y="1584"/>
                      <a:pt x="73" y="1579"/>
                    </a:cubicBezTo>
                    <a:cubicBezTo>
                      <a:pt x="63" y="1574"/>
                      <a:pt x="52" y="1558"/>
                      <a:pt x="46" y="1552"/>
                    </a:cubicBezTo>
                    <a:cubicBezTo>
                      <a:pt x="40" y="1547"/>
                      <a:pt x="29" y="1503"/>
                      <a:pt x="29" y="1495"/>
                    </a:cubicBezTo>
                    <a:cubicBezTo>
                      <a:pt x="28" y="1488"/>
                      <a:pt x="32" y="1486"/>
                      <a:pt x="16" y="1469"/>
                    </a:cubicBezTo>
                    <a:cubicBezTo>
                      <a:pt x="0" y="1451"/>
                      <a:pt x="27" y="1362"/>
                      <a:pt x="32" y="1346"/>
                    </a:cubicBezTo>
                    <a:cubicBezTo>
                      <a:pt x="38" y="1330"/>
                      <a:pt x="36" y="1320"/>
                      <a:pt x="38" y="1304"/>
                    </a:cubicBezTo>
                    <a:cubicBezTo>
                      <a:pt x="39" y="1288"/>
                      <a:pt x="57" y="1286"/>
                      <a:pt x="57" y="1286"/>
                    </a:cubicBezTo>
                    <a:cubicBezTo>
                      <a:pt x="36" y="1265"/>
                      <a:pt x="48" y="1236"/>
                      <a:pt x="55" y="1217"/>
                    </a:cubicBezTo>
                    <a:cubicBezTo>
                      <a:pt x="62" y="1199"/>
                      <a:pt x="64" y="1148"/>
                      <a:pt x="66" y="1111"/>
                    </a:cubicBezTo>
                    <a:cubicBezTo>
                      <a:pt x="69" y="1073"/>
                      <a:pt x="81" y="1037"/>
                      <a:pt x="94" y="1018"/>
                    </a:cubicBezTo>
                    <a:cubicBezTo>
                      <a:pt x="106" y="999"/>
                      <a:pt x="105" y="997"/>
                      <a:pt x="106" y="993"/>
                    </a:cubicBezTo>
                    <a:cubicBezTo>
                      <a:pt x="107" y="990"/>
                      <a:pt x="106" y="984"/>
                      <a:pt x="108" y="983"/>
                    </a:cubicBezTo>
                    <a:cubicBezTo>
                      <a:pt x="110" y="983"/>
                      <a:pt x="110" y="972"/>
                      <a:pt x="115" y="962"/>
                    </a:cubicBezTo>
                    <a:cubicBezTo>
                      <a:pt x="121" y="951"/>
                      <a:pt x="140" y="942"/>
                      <a:pt x="140" y="942"/>
                    </a:cubicBezTo>
                    <a:cubicBezTo>
                      <a:pt x="150" y="838"/>
                      <a:pt x="188" y="761"/>
                      <a:pt x="243" y="701"/>
                    </a:cubicBezTo>
                    <a:cubicBezTo>
                      <a:pt x="298" y="641"/>
                      <a:pt x="320" y="605"/>
                      <a:pt x="325" y="589"/>
                    </a:cubicBezTo>
                    <a:cubicBezTo>
                      <a:pt x="385" y="410"/>
                      <a:pt x="704" y="401"/>
                      <a:pt x="704" y="401"/>
                    </a:cubicBezTo>
                    <a:cubicBezTo>
                      <a:pt x="708" y="387"/>
                      <a:pt x="720" y="385"/>
                      <a:pt x="720" y="385"/>
                    </a:cubicBezTo>
                    <a:cubicBezTo>
                      <a:pt x="700" y="347"/>
                      <a:pt x="702" y="277"/>
                      <a:pt x="702" y="277"/>
                    </a:cubicBezTo>
                    <a:cubicBezTo>
                      <a:pt x="690" y="276"/>
                      <a:pt x="690" y="256"/>
                      <a:pt x="689" y="249"/>
                    </a:cubicBezTo>
                    <a:cubicBezTo>
                      <a:pt x="688" y="242"/>
                      <a:pt x="684" y="229"/>
                      <a:pt x="681" y="223"/>
                    </a:cubicBezTo>
                    <a:cubicBezTo>
                      <a:pt x="678" y="217"/>
                      <a:pt x="676" y="209"/>
                      <a:pt x="679" y="200"/>
                    </a:cubicBezTo>
                    <a:cubicBezTo>
                      <a:pt x="683" y="191"/>
                      <a:pt x="695" y="195"/>
                      <a:pt x="695" y="195"/>
                    </a:cubicBezTo>
                    <a:cubicBezTo>
                      <a:pt x="695" y="195"/>
                      <a:pt x="690" y="186"/>
                      <a:pt x="692" y="147"/>
                    </a:cubicBezTo>
                    <a:cubicBezTo>
                      <a:pt x="698" y="0"/>
                      <a:pt x="837" y="6"/>
                      <a:pt x="837" y="6"/>
                    </a:cubicBezTo>
                    <a:lnTo>
                      <a:pt x="867" y="6"/>
                    </a:lnTo>
                    <a:close/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3982" name="Freeform 9">
                <a:extLst>
                  <a:ext uri="{FF2B5EF4-FFF2-40B4-BE49-F238E27FC236}">
                    <a16:creationId xmlns:a16="http://schemas.microsoft.com/office/drawing/2014/main" id="{6263F81A-4397-4EF1-9E6D-3AC83B58B7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1" y="1866"/>
                <a:ext cx="29" cy="56"/>
              </a:xfrm>
              <a:custGeom>
                <a:avLst/>
                <a:gdLst>
                  <a:gd name="T0" fmla="*/ 25 w 27"/>
                  <a:gd name="T1" fmla="*/ 0 h 52"/>
                  <a:gd name="T2" fmla="*/ 0 w 27"/>
                  <a:gd name="T3" fmla="*/ 65 h 52"/>
                  <a:gd name="T4" fmla="*/ 33 w 27"/>
                  <a:gd name="T5" fmla="*/ 34 h 52"/>
                  <a:gd name="T6" fmla="*/ 25 w 27"/>
                  <a:gd name="T7" fmla="*/ 0 h 5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7" h="52">
                    <a:moveTo>
                      <a:pt x="20" y="0"/>
                    </a:moveTo>
                    <a:cubicBezTo>
                      <a:pt x="20" y="0"/>
                      <a:pt x="3" y="30"/>
                      <a:pt x="0" y="52"/>
                    </a:cubicBezTo>
                    <a:cubicBezTo>
                      <a:pt x="27" y="28"/>
                      <a:pt x="27" y="28"/>
                      <a:pt x="27" y="28"/>
                    </a:cubicBezTo>
                    <a:cubicBezTo>
                      <a:pt x="27" y="28"/>
                      <a:pt x="19" y="13"/>
                      <a:pt x="20" y="0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3983" name="Freeform 10">
                <a:extLst>
                  <a:ext uri="{FF2B5EF4-FFF2-40B4-BE49-F238E27FC236}">
                    <a16:creationId xmlns:a16="http://schemas.microsoft.com/office/drawing/2014/main" id="{6547B968-7284-412A-BF5F-2657EE3CA4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8" y="1773"/>
                <a:ext cx="38" cy="99"/>
              </a:xfrm>
              <a:custGeom>
                <a:avLst/>
                <a:gdLst>
                  <a:gd name="T0" fmla="*/ 45 w 35"/>
                  <a:gd name="T1" fmla="*/ 0 h 93"/>
                  <a:gd name="T2" fmla="*/ 29 w 35"/>
                  <a:gd name="T3" fmla="*/ 39 h 93"/>
                  <a:gd name="T4" fmla="*/ 3 w 35"/>
                  <a:gd name="T5" fmla="*/ 112 h 9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5" h="93">
                    <a:moveTo>
                      <a:pt x="35" y="0"/>
                    </a:moveTo>
                    <a:cubicBezTo>
                      <a:pt x="35" y="0"/>
                      <a:pt x="31" y="22"/>
                      <a:pt x="23" y="33"/>
                    </a:cubicBezTo>
                    <a:cubicBezTo>
                      <a:pt x="15" y="44"/>
                      <a:pt x="0" y="65"/>
                      <a:pt x="3" y="93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3984" name="Freeform 11">
                <a:extLst>
                  <a:ext uri="{FF2B5EF4-FFF2-40B4-BE49-F238E27FC236}">
                    <a16:creationId xmlns:a16="http://schemas.microsoft.com/office/drawing/2014/main" id="{8109045F-4EC7-4869-89E2-38AC2B6C10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7" y="1922"/>
                <a:ext cx="44" cy="87"/>
              </a:xfrm>
              <a:custGeom>
                <a:avLst/>
                <a:gdLst>
                  <a:gd name="T0" fmla="*/ 48 w 42"/>
                  <a:gd name="T1" fmla="*/ 0 h 82"/>
                  <a:gd name="T2" fmla="*/ 0 w 42"/>
                  <a:gd name="T3" fmla="*/ 98 h 8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2" h="82">
                    <a:moveTo>
                      <a:pt x="42" y="0"/>
                    </a:moveTo>
                    <a:cubicBezTo>
                      <a:pt x="42" y="0"/>
                      <a:pt x="10" y="18"/>
                      <a:pt x="0" y="82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3985" name="Freeform 12">
                <a:extLst>
                  <a:ext uri="{FF2B5EF4-FFF2-40B4-BE49-F238E27FC236}">
                    <a16:creationId xmlns:a16="http://schemas.microsoft.com/office/drawing/2014/main" id="{F5FDC271-6B2E-44CE-9711-C76C44E692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7" y="1413"/>
                <a:ext cx="434" cy="576"/>
              </a:xfrm>
              <a:custGeom>
                <a:avLst/>
                <a:gdLst>
                  <a:gd name="T0" fmla="*/ 173 w 406"/>
                  <a:gd name="T1" fmla="*/ 0 h 540"/>
                  <a:gd name="T2" fmla="*/ 117 w 406"/>
                  <a:gd name="T3" fmla="*/ 164 h 540"/>
                  <a:gd name="T4" fmla="*/ 84 w 406"/>
                  <a:gd name="T5" fmla="*/ 220 h 540"/>
                  <a:gd name="T6" fmla="*/ 16 w 406"/>
                  <a:gd name="T7" fmla="*/ 423 h 540"/>
                  <a:gd name="T8" fmla="*/ 211 w 406"/>
                  <a:gd name="T9" fmla="*/ 630 h 540"/>
                  <a:gd name="T10" fmla="*/ 496 w 406"/>
                  <a:gd name="T11" fmla="*/ 511 h 54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06" h="540">
                    <a:moveTo>
                      <a:pt x="142" y="0"/>
                    </a:moveTo>
                    <a:cubicBezTo>
                      <a:pt x="142" y="0"/>
                      <a:pt x="107" y="112"/>
                      <a:pt x="95" y="135"/>
                    </a:cubicBezTo>
                    <a:cubicBezTo>
                      <a:pt x="82" y="157"/>
                      <a:pt x="72" y="171"/>
                      <a:pt x="69" y="181"/>
                    </a:cubicBezTo>
                    <a:cubicBezTo>
                      <a:pt x="66" y="191"/>
                      <a:pt x="0" y="268"/>
                      <a:pt x="13" y="349"/>
                    </a:cubicBezTo>
                    <a:cubicBezTo>
                      <a:pt x="25" y="430"/>
                      <a:pt x="59" y="498"/>
                      <a:pt x="172" y="519"/>
                    </a:cubicBezTo>
                    <a:cubicBezTo>
                      <a:pt x="286" y="540"/>
                      <a:pt x="379" y="474"/>
                      <a:pt x="406" y="421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3986" name="Freeform 13">
                <a:extLst>
                  <a:ext uri="{FF2B5EF4-FFF2-40B4-BE49-F238E27FC236}">
                    <a16:creationId xmlns:a16="http://schemas.microsoft.com/office/drawing/2014/main" id="{FE8B1549-3A1E-4E03-A745-8C730ABF8F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0" y="1890"/>
                <a:ext cx="64" cy="30"/>
              </a:xfrm>
              <a:custGeom>
                <a:avLst/>
                <a:gdLst>
                  <a:gd name="T0" fmla="*/ 0 w 60"/>
                  <a:gd name="T1" fmla="*/ 34 h 28"/>
                  <a:gd name="T2" fmla="*/ 73 w 60"/>
                  <a:gd name="T3" fmla="*/ 17 h 2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0" h="28">
                    <a:moveTo>
                      <a:pt x="0" y="28"/>
                    </a:moveTo>
                    <a:cubicBezTo>
                      <a:pt x="0" y="28"/>
                      <a:pt x="40" y="0"/>
                      <a:pt x="60" y="14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3987" name="Freeform 14">
                <a:extLst>
                  <a:ext uri="{FF2B5EF4-FFF2-40B4-BE49-F238E27FC236}">
                    <a16:creationId xmlns:a16="http://schemas.microsoft.com/office/drawing/2014/main" id="{ED3C5497-B248-4E42-8726-CE0817D3DF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3" y="1815"/>
                <a:ext cx="12" cy="8"/>
              </a:xfrm>
              <a:custGeom>
                <a:avLst/>
                <a:gdLst>
                  <a:gd name="T0" fmla="*/ 0 w 11"/>
                  <a:gd name="T1" fmla="*/ 10 h 7"/>
                  <a:gd name="T2" fmla="*/ 14 w 11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7">
                    <a:moveTo>
                      <a:pt x="0" y="7"/>
                    </a:moveTo>
                    <a:cubicBezTo>
                      <a:pt x="3" y="5"/>
                      <a:pt x="7" y="2"/>
                      <a:pt x="11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3988" name="Freeform 15">
                <a:extLst>
                  <a:ext uri="{FF2B5EF4-FFF2-40B4-BE49-F238E27FC236}">
                    <a16:creationId xmlns:a16="http://schemas.microsoft.com/office/drawing/2014/main" id="{571CC002-0311-4CDB-8D27-965CB97988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4" y="1828"/>
                <a:ext cx="4" cy="5"/>
              </a:xfrm>
              <a:custGeom>
                <a:avLst/>
                <a:gdLst>
                  <a:gd name="T0" fmla="*/ 0 w 4"/>
                  <a:gd name="T1" fmla="*/ 5 h 5"/>
                  <a:gd name="T2" fmla="*/ 4 w 4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5">
                    <a:moveTo>
                      <a:pt x="0" y="5"/>
                    </a:moveTo>
                    <a:cubicBezTo>
                      <a:pt x="1" y="3"/>
                      <a:pt x="2" y="2"/>
                      <a:pt x="4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3989" name="Freeform 16">
                <a:extLst>
                  <a:ext uri="{FF2B5EF4-FFF2-40B4-BE49-F238E27FC236}">
                    <a16:creationId xmlns:a16="http://schemas.microsoft.com/office/drawing/2014/main" id="{1A92069F-62DE-4BDB-A771-954EDE301F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9" y="1837"/>
                <a:ext cx="187" cy="109"/>
              </a:xfrm>
              <a:custGeom>
                <a:avLst/>
                <a:gdLst>
                  <a:gd name="T0" fmla="*/ 201 w 175"/>
                  <a:gd name="T1" fmla="*/ 28 h 103"/>
                  <a:gd name="T2" fmla="*/ 207 w 175"/>
                  <a:gd name="T3" fmla="*/ 75 h 103"/>
                  <a:gd name="T4" fmla="*/ 87 w 175"/>
                  <a:gd name="T5" fmla="*/ 102 h 103"/>
                  <a:gd name="T6" fmla="*/ 13 w 175"/>
                  <a:gd name="T7" fmla="*/ 4 h 103"/>
                  <a:gd name="T8" fmla="*/ 15 w 175"/>
                  <a:gd name="T9" fmla="*/ 0 h 10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5" h="103">
                    <a:moveTo>
                      <a:pt x="165" y="24"/>
                    </a:moveTo>
                    <a:cubicBezTo>
                      <a:pt x="172" y="37"/>
                      <a:pt x="175" y="51"/>
                      <a:pt x="170" y="63"/>
                    </a:cubicBezTo>
                    <a:cubicBezTo>
                      <a:pt x="159" y="92"/>
                      <a:pt x="115" y="103"/>
                      <a:pt x="71" y="86"/>
                    </a:cubicBezTo>
                    <a:cubicBezTo>
                      <a:pt x="27" y="70"/>
                      <a:pt x="0" y="33"/>
                      <a:pt x="10" y="4"/>
                    </a:cubicBezTo>
                    <a:cubicBezTo>
                      <a:pt x="11" y="3"/>
                      <a:pt x="11" y="1"/>
                      <a:pt x="12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3990" name="Freeform 17">
                <a:extLst>
                  <a:ext uri="{FF2B5EF4-FFF2-40B4-BE49-F238E27FC236}">
                    <a16:creationId xmlns:a16="http://schemas.microsoft.com/office/drawing/2014/main" id="{339C96E3-0AEF-4436-95AD-CC3D5FFD0A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3" y="1812"/>
                <a:ext cx="66" cy="42"/>
              </a:xfrm>
              <a:custGeom>
                <a:avLst/>
                <a:gdLst>
                  <a:gd name="T0" fmla="*/ 0 w 61"/>
                  <a:gd name="T1" fmla="*/ 0 h 39"/>
                  <a:gd name="T2" fmla="*/ 15 w 61"/>
                  <a:gd name="T3" fmla="*/ 4 h 39"/>
                  <a:gd name="T4" fmla="*/ 77 w 61"/>
                  <a:gd name="T5" fmla="*/ 48 h 3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1" h="39">
                    <a:moveTo>
                      <a:pt x="0" y="0"/>
                    </a:moveTo>
                    <a:cubicBezTo>
                      <a:pt x="4" y="2"/>
                      <a:pt x="8" y="3"/>
                      <a:pt x="12" y="4"/>
                    </a:cubicBezTo>
                    <a:cubicBezTo>
                      <a:pt x="33" y="12"/>
                      <a:pt x="50" y="24"/>
                      <a:pt x="61" y="39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3991" name="Freeform 18">
                <a:extLst>
                  <a:ext uri="{FF2B5EF4-FFF2-40B4-BE49-F238E27FC236}">
                    <a16:creationId xmlns:a16="http://schemas.microsoft.com/office/drawing/2014/main" id="{7243A847-3928-4A41-9D0C-FF3D61CEC7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8" y="1808"/>
                <a:ext cx="22" cy="2"/>
              </a:xfrm>
              <a:custGeom>
                <a:avLst/>
                <a:gdLst>
                  <a:gd name="T0" fmla="*/ 0 w 20"/>
                  <a:gd name="T1" fmla="*/ 0 h 2"/>
                  <a:gd name="T2" fmla="*/ 26 w 20"/>
                  <a:gd name="T3" fmla="*/ 2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2">
                    <a:moveTo>
                      <a:pt x="0" y="0"/>
                    </a:moveTo>
                    <a:cubicBezTo>
                      <a:pt x="7" y="0"/>
                      <a:pt x="13" y="1"/>
                      <a:pt x="20" y="2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3992" name="Freeform 19">
                <a:extLst>
                  <a:ext uri="{FF2B5EF4-FFF2-40B4-BE49-F238E27FC236}">
                    <a16:creationId xmlns:a16="http://schemas.microsoft.com/office/drawing/2014/main" id="{8CD350BE-F4E6-422D-B702-7DEF03BB39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2" y="1907"/>
                <a:ext cx="211" cy="207"/>
              </a:xfrm>
              <a:custGeom>
                <a:avLst/>
                <a:gdLst>
                  <a:gd name="T0" fmla="*/ 0 w 198"/>
                  <a:gd name="T1" fmla="*/ 0 h 194"/>
                  <a:gd name="T2" fmla="*/ 6 w 198"/>
                  <a:gd name="T3" fmla="*/ 36 h 194"/>
                  <a:gd name="T4" fmla="*/ 100 w 198"/>
                  <a:gd name="T5" fmla="*/ 160 h 194"/>
                  <a:gd name="T6" fmla="*/ 240 w 198"/>
                  <a:gd name="T7" fmla="*/ 236 h 19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8" h="194">
                    <a:moveTo>
                      <a:pt x="0" y="0"/>
                    </a:moveTo>
                    <a:cubicBezTo>
                      <a:pt x="0" y="0"/>
                      <a:pt x="6" y="17"/>
                      <a:pt x="6" y="30"/>
                    </a:cubicBezTo>
                    <a:cubicBezTo>
                      <a:pt x="6" y="42"/>
                      <a:pt x="34" y="110"/>
                      <a:pt x="83" y="132"/>
                    </a:cubicBezTo>
                    <a:cubicBezTo>
                      <a:pt x="132" y="155"/>
                      <a:pt x="176" y="176"/>
                      <a:pt x="198" y="194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3993" name="Freeform 20">
                <a:extLst>
                  <a:ext uri="{FF2B5EF4-FFF2-40B4-BE49-F238E27FC236}">
                    <a16:creationId xmlns:a16="http://schemas.microsoft.com/office/drawing/2014/main" id="{BEE27932-7E86-4A63-9E16-9DB19C62B9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1" y="2048"/>
                <a:ext cx="201" cy="275"/>
              </a:xfrm>
              <a:custGeom>
                <a:avLst/>
                <a:gdLst>
                  <a:gd name="T0" fmla="*/ 0 w 189"/>
                  <a:gd name="T1" fmla="*/ 0 h 258"/>
                  <a:gd name="T2" fmla="*/ 58 w 189"/>
                  <a:gd name="T3" fmla="*/ 71 h 258"/>
                  <a:gd name="T4" fmla="*/ 228 w 189"/>
                  <a:gd name="T5" fmla="*/ 312 h 25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9" h="258">
                    <a:moveTo>
                      <a:pt x="0" y="0"/>
                    </a:moveTo>
                    <a:cubicBezTo>
                      <a:pt x="0" y="0"/>
                      <a:pt x="36" y="32"/>
                      <a:pt x="49" y="59"/>
                    </a:cubicBezTo>
                    <a:cubicBezTo>
                      <a:pt x="62" y="86"/>
                      <a:pt x="95" y="191"/>
                      <a:pt x="189" y="258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3994" name="Freeform 21">
                <a:extLst>
                  <a:ext uri="{FF2B5EF4-FFF2-40B4-BE49-F238E27FC236}">
                    <a16:creationId xmlns:a16="http://schemas.microsoft.com/office/drawing/2014/main" id="{7D07453D-FC0F-450E-9340-991F1A8866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6" y="2137"/>
                <a:ext cx="479" cy="475"/>
              </a:xfrm>
              <a:custGeom>
                <a:avLst/>
                <a:gdLst>
                  <a:gd name="T0" fmla="*/ 545 w 449"/>
                  <a:gd name="T1" fmla="*/ 541 h 445"/>
                  <a:gd name="T2" fmla="*/ 525 w 449"/>
                  <a:gd name="T3" fmla="*/ 490 h 445"/>
                  <a:gd name="T4" fmla="*/ 491 w 449"/>
                  <a:gd name="T5" fmla="*/ 432 h 445"/>
                  <a:gd name="T6" fmla="*/ 414 w 449"/>
                  <a:gd name="T7" fmla="*/ 375 h 445"/>
                  <a:gd name="T8" fmla="*/ 251 w 449"/>
                  <a:gd name="T9" fmla="*/ 236 h 445"/>
                  <a:gd name="T10" fmla="*/ 132 w 449"/>
                  <a:gd name="T11" fmla="*/ 95 h 445"/>
                  <a:gd name="T12" fmla="*/ 0 w 449"/>
                  <a:gd name="T13" fmla="*/ 0 h 44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49" h="445">
                    <a:moveTo>
                      <a:pt x="449" y="445"/>
                    </a:moveTo>
                    <a:cubicBezTo>
                      <a:pt x="449" y="445"/>
                      <a:pt x="436" y="419"/>
                      <a:pt x="432" y="403"/>
                    </a:cubicBezTo>
                    <a:cubicBezTo>
                      <a:pt x="428" y="388"/>
                      <a:pt x="422" y="369"/>
                      <a:pt x="404" y="355"/>
                    </a:cubicBezTo>
                    <a:cubicBezTo>
                      <a:pt x="386" y="341"/>
                      <a:pt x="362" y="318"/>
                      <a:pt x="341" y="308"/>
                    </a:cubicBezTo>
                    <a:cubicBezTo>
                      <a:pt x="320" y="298"/>
                      <a:pt x="233" y="243"/>
                      <a:pt x="206" y="194"/>
                    </a:cubicBezTo>
                    <a:cubicBezTo>
                      <a:pt x="179" y="145"/>
                      <a:pt x="139" y="121"/>
                      <a:pt x="109" y="78"/>
                    </a:cubicBezTo>
                    <a:cubicBezTo>
                      <a:pt x="80" y="34"/>
                      <a:pt x="26" y="5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3995" name="Freeform 22">
                <a:extLst>
                  <a:ext uri="{FF2B5EF4-FFF2-40B4-BE49-F238E27FC236}">
                    <a16:creationId xmlns:a16="http://schemas.microsoft.com/office/drawing/2014/main" id="{03A712B4-1A3C-483A-AB11-ED70D55706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3" y="2207"/>
                <a:ext cx="197" cy="37"/>
              </a:xfrm>
              <a:custGeom>
                <a:avLst/>
                <a:gdLst>
                  <a:gd name="T0" fmla="*/ 224 w 185"/>
                  <a:gd name="T1" fmla="*/ 41 h 35"/>
                  <a:gd name="T2" fmla="*/ 69 w 185"/>
                  <a:gd name="T3" fmla="*/ 13 h 35"/>
                  <a:gd name="T4" fmla="*/ 0 w 185"/>
                  <a:gd name="T5" fmla="*/ 3 h 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5" h="35">
                    <a:moveTo>
                      <a:pt x="185" y="35"/>
                    </a:moveTo>
                    <a:cubicBezTo>
                      <a:pt x="185" y="35"/>
                      <a:pt x="111" y="0"/>
                      <a:pt x="57" y="10"/>
                    </a:cubicBezTo>
                    <a:cubicBezTo>
                      <a:pt x="4" y="20"/>
                      <a:pt x="0" y="3"/>
                      <a:pt x="0" y="3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3996" name="Freeform 23">
                <a:extLst>
                  <a:ext uri="{FF2B5EF4-FFF2-40B4-BE49-F238E27FC236}">
                    <a16:creationId xmlns:a16="http://schemas.microsoft.com/office/drawing/2014/main" id="{40E35B7A-54A8-40CB-A137-28C5438378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0" y="2422"/>
                <a:ext cx="236" cy="51"/>
              </a:xfrm>
              <a:custGeom>
                <a:avLst/>
                <a:gdLst>
                  <a:gd name="T0" fmla="*/ 0 w 221"/>
                  <a:gd name="T1" fmla="*/ 57 h 48"/>
                  <a:gd name="T2" fmla="*/ 207 w 221"/>
                  <a:gd name="T3" fmla="*/ 41 h 48"/>
                  <a:gd name="T4" fmla="*/ 269 w 221"/>
                  <a:gd name="T5" fmla="*/ 46 h 4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1" h="48">
                    <a:moveTo>
                      <a:pt x="0" y="48"/>
                    </a:moveTo>
                    <a:cubicBezTo>
                      <a:pt x="98" y="0"/>
                      <a:pt x="149" y="39"/>
                      <a:pt x="170" y="35"/>
                    </a:cubicBezTo>
                    <a:cubicBezTo>
                      <a:pt x="191" y="31"/>
                      <a:pt x="221" y="38"/>
                      <a:pt x="221" y="38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3997" name="Freeform 24">
                <a:extLst>
                  <a:ext uri="{FF2B5EF4-FFF2-40B4-BE49-F238E27FC236}">
                    <a16:creationId xmlns:a16="http://schemas.microsoft.com/office/drawing/2014/main" id="{CFC3F2BB-2E42-4C35-A27B-1A15CF1DC7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8" y="1540"/>
                <a:ext cx="49" cy="104"/>
              </a:xfrm>
              <a:custGeom>
                <a:avLst/>
                <a:gdLst>
                  <a:gd name="T0" fmla="*/ 54 w 46"/>
                  <a:gd name="T1" fmla="*/ 120 h 97"/>
                  <a:gd name="T2" fmla="*/ 0 w 46"/>
                  <a:gd name="T3" fmla="*/ 0 h 9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6" h="97">
                    <a:moveTo>
                      <a:pt x="45" y="97"/>
                    </a:moveTo>
                    <a:cubicBezTo>
                      <a:pt x="45" y="97"/>
                      <a:pt x="46" y="50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3998" name="Freeform 25">
                <a:extLst>
                  <a:ext uri="{FF2B5EF4-FFF2-40B4-BE49-F238E27FC236}">
                    <a16:creationId xmlns:a16="http://schemas.microsoft.com/office/drawing/2014/main" id="{EAA321CA-40A1-4972-88C9-916628D0A9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4" y="1570"/>
                <a:ext cx="96" cy="36"/>
              </a:xfrm>
              <a:custGeom>
                <a:avLst/>
                <a:gdLst>
                  <a:gd name="T0" fmla="*/ 109 w 90"/>
                  <a:gd name="T1" fmla="*/ 40 h 34"/>
                  <a:gd name="T2" fmla="*/ 68 w 90"/>
                  <a:gd name="T3" fmla="*/ 28 h 34"/>
                  <a:gd name="T4" fmla="*/ 0 w 90"/>
                  <a:gd name="T5" fmla="*/ 0 h 3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0" h="34">
                    <a:moveTo>
                      <a:pt x="90" y="34"/>
                    </a:moveTo>
                    <a:cubicBezTo>
                      <a:pt x="90" y="34"/>
                      <a:pt x="73" y="23"/>
                      <a:pt x="56" y="24"/>
                    </a:cubicBezTo>
                    <a:cubicBezTo>
                      <a:pt x="40" y="26"/>
                      <a:pt x="12" y="16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3999" name="Freeform 26">
                <a:extLst>
                  <a:ext uri="{FF2B5EF4-FFF2-40B4-BE49-F238E27FC236}">
                    <a16:creationId xmlns:a16="http://schemas.microsoft.com/office/drawing/2014/main" id="{96C3F8E0-7275-4BFD-9FAB-077BAE7DD1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4" y="1744"/>
                <a:ext cx="116" cy="57"/>
              </a:xfrm>
              <a:custGeom>
                <a:avLst/>
                <a:gdLst>
                  <a:gd name="T0" fmla="*/ 131 w 109"/>
                  <a:gd name="T1" fmla="*/ 0 h 54"/>
                  <a:gd name="T2" fmla="*/ 0 w 109"/>
                  <a:gd name="T3" fmla="*/ 63 h 5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9" h="54">
                    <a:moveTo>
                      <a:pt x="109" y="0"/>
                    </a:moveTo>
                    <a:cubicBezTo>
                      <a:pt x="109" y="0"/>
                      <a:pt x="32" y="41"/>
                      <a:pt x="0" y="54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000" name="Freeform 27">
                <a:extLst>
                  <a:ext uri="{FF2B5EF4-FFF2-40B4-BE49-F238E27FC236}">
                    <a16:creationId xmlns:a16="http://schemas.microsoft.com/office/drawing/2014/main" id="{7CE59DA7-8AA4-41BC-B74D-615799D47D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6" y="1813"/>
                <a:ext cx="47" cy="78"/>
              </a:xfrm>
              <a:custGeom>
                <a:avLst/>
                <a:gdLst>
                  <a:gd name="T0" fmla="*/ 0 w 44"/>
                  <a:gd name="T1" fmla="*/ 0 h 73"/>
                  <a:gd name="T2" fmla="*/ 20 w 44"/>
                  <a:gd name="T3" fmla="*/ 26 h 73"/>
                  <a:gd name="T4" fmla="*/ 51 w 44"/>
                  <a:gd name="T5" fmla="*/ 89 h 7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4" h="73">
                    <a:moveTo>
                      <a:pt x="0" y="0"/>
                    </a:moveTo>
                    <a:cubicBezTo>
                      <a:pt x="0" y="0"/>
                      <a:pt x="3" y="15"/>
                      <a:pt x="17" y="21"/>
                    </a:cubicBezTo>
                    <a:cubicBezTo>
                      <a:pt x="31" y="27"/>
                      <a:pt x="44" y="53"/>
                      <a:pt x="42" y="73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001" name="Freeform 28">
                <a:extLst>
                  <a:ext uri="{FF2B5EF4-FFF2-40B4-BE49-F238E27FC236}">
                    <a16:creationId xmlns:a16="http://schemas.microsoft.com/office/drawing/2014/main" id="{EDFF1E08-090E-4D8D-88CD-B8EB8A0939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6" y="1850"/>
                <a:ext cx="20" cy="5"/>
              </a:xfrm>
              <a:custGeom>
                <a:avLst/>
                <a:gdLst>
                  <a:gd name="T0" fmla="*/ 0 w 19"/>
                  <a:gd name="T1" fmla="*/ 0 h 4"/>
                  <a:gd name="T2" fmla="*/ 22 w 19"/>
                  <a:gd name="T3" fmla="*/ 6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4">
                    <a:moveTo>
                      <a:pt x="0" y="0"/>
                    </a:moveTo>
                    <a:cubicBezTo>
                      <a:pt x="0" y="0"/>
                      <a:pt x="11" y="4"/>
                      <a:pt x="19" y="3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002" name="Freeform 29">
                <a:extLst>
                  <a:ext uri="{FF2B5EF4-FFF2-40B4-BE49-F238E27FC236}">
                    <a16:creationId xmlns:a16="http://schemas.microsoft.com/office/drawing/2014/main" id="{5E53632B-76C6-4B46-9E8A-1156196FE6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0" y="2342"/>
                <a:ext cx="58" cy="158"/>
              </a:xfrm>
              <a:custGeom>
                <a:avLst/>
                <a:gdLst>
                  <a:gd name="T0" fmla="*/ 41 w 55"/>
                  <a:gd name="T1" fmla="*/ 180 h 148"/>
                  <a:gd name="T2" fmla="*/ 28 w 55"/>
                  <a:gd name="T3" fmla="*/ 138 h 148"/>
                  <a:gd name="T4" fmla="*/ 16 w 55"/>
                  <a:gd name="T5" fmla="*/ 121 h 148"/>
                  <a:gd name="T6" fmla="*/ 4 w 55"/>
                  <a:gd name="T7" fmla="*/ 96 h 148"/>
                  <a:gd name="T8" fmla="*/ 2 w 55"/>
                  <a:gd name="T9" fmla="*/ 82 h 148"/>
                  <a:gd name="T10" fmla="*/ 2 w 55"/>
                  <a:gd name="T11" fmla="*/ 47 h 148"/>
                  <a:gd name="T12" fmla="*/ 13 w 55"/>
                  <a:gd name="T13" fmla="*/ 27 h 148"/>
                  <a:gd name="T14" fmla="*/ 34 w 55"/>
                  <a:gd name="T15" fmla="*/ 0 h 148"/>
                  <a:gd name="T16" fmla="*/ 39 w 55"/>
                  <a:gd name="T17" fmla="*/ 15 h 148"/>
                  <a:gd name="T18" fmla="*/ 64 w 55"/>
                  <a:gd name="T19" fmla="*/ 130 h 14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5" h="148">
                    <a:moveTo>
                      <a:pt x="35" y="148"/>
                    </a:moveTo>
                    <a:cubicBezTo>
                      <a:pt x="35" y="148"/>
                      <a:pt x="37" y="123"/>
                      <a:pt x="25" y="113"/>
                    </a:cubicBezTo>
                    <a:cubicBezTo>
                      <a:pt x="13" y="102"/>
                      <a:pt x="13" y="105"/>
                      <a:pt x="13" y="99"/>
                    </a:cubicBezTo>
                    <a:cubicBezTo>
                      <a:pt x="13" y="94"/>
                      <a:pt x="7" y="83"/>
                      <a:pt x="4" y="79"/>
                    </a:cubicBezTo>
                    <a:cubicBezTo>
                      <a:pt x="1" y="75"/>
                      <a:pt x="1" y="73"/>
                      <a:pt x="2" y="67"/>
                    </a:cubicBezTo>
                    <a:cubicBezTo>
                      <a:pt x="4" y="61"/>
                      <a:pt x="5" y="45"/>
                      <a:pt x="2" y="38"/>
                    </a:cubicBezTo>
                    <a:cubicBezTo>
                      <a:pt x="0" y="32"/>
                      <a:pt x="5" y="27"/>
                      <a:pt x="10" y="22"/>
                    </a:cubicBezTo>
                    <a:cubicBezTo>
                      <a:pt x="14" y="17"/>
                      <a:pt x="28" y="0"/>
                      <a:pt x="28" y="0"/>
                    </a:cubicBezTo>
                    <a:cubicBezTo>
                      <a:pt x="28" y="0"/>
                      <a:pt x="33" y="3"/>
                      <a:pt x="33" y="12"/>
                    </a:cubicBezTo>
                    <a:cubicBezTo>
                      <a:pt x="33" y="22"/>
                      <a:pt x="15" y="95"/>
                      <a:pt x="55" y="107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003" name="Freeform 30">
                <a:extLst>
                  <a:ext uri="{FF2B5EF4-FFF2-40B4-BE49-F238E27FC236}">
                    <a16:creationId xmlns:a16="http://schemas.microsoft.com/office/drawing/2014/main" id="{871184FC-82F2-4612-A266-CBF6D5E9B5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0" y="2332"/>
                <a:ext cx="39" cy="34"/>
              </a:xfrm>
              <a:custGeom>
                <a:avLst/>
                <a:gdLst>
                  <a:gd name="T0" fmla="*/ 0 w 36"/>
                  <a:gd name="T1" fmla="*/ 3 h 31"/>
                  <a:gd name="T2" fmla="*/ 46 w 36"/>
                  <a:gd name="T3" fmla="*/ 41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6" h="31">
                    <a:moveTo>
                      <a:pt x="0" y="3"/>
                    </a:moveTo>
                    <a:cubicBezTo>
                      <a:pt x="0" y="3"/>
                      <a:pt x="26" y="0"/>
                      <a:pt x="36" y="31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004" name="Freeform 31">
                <a:extLst>
                  <a:ext uri="{FF2B5EF4-FFF2-40B4-BE49-F238E27FC236}">
                    <a16:creationId xmlns:a16="http://schemas.microsoft.com/office/drawing/2014/main" id="{F2CCFF0D-5F97-485B-A448-159D28A4E6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1" y="2417"/>
                <a:ext cx="32" cy="33"/>
              </a:xfrm>
              <a:custGeom>
                <a:avLst/>
                <a:gdLst>
                  <a:gd name="T0" fmla="*/ 33 w 30"/>
                  <a:gd name="T1" fmla="*/ 28 h 31"/>
                  <a:gd name="T2" fmla="*/ 7 w 30"/>
                  <a:gd name="T3" fmla="*/ 32 h 31"/>
                  <a:gd name="T4" fmla="*/ 18 w 30"/>
                  <a:gd name="T5" fmla="*/ 1 h 31"/>
                  <a:gd name="T6" fmla="*/ 33 w 30"/>
                  <a:gd name="T7" fmla="*/ 28 h 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0" h="31">
                    <a:moveTo>
                      <a:pt x="27" y="23"/>
                    </a:moveTo>
                    <a:cubicBezTo>
                      <a:pt x="27" y="23"/>
                      <a:pt x="14" y="31"/>
                      <a:pt x="7" y="26"/>
                    </a:cubicBezTo>
                    <a:cubicBezTo>
                      <a:pt x="7" y="26"/>
                      <a:pt x="0" y="1"/>
                      <a:pt x="15" y="1"/>
                    </a:cubicBezTo>
                    <a:cubicBezTo>
                      <a:pt x="30" y="0"/>
                      <a:pt x="27" y="23"/>
                      <a:pt x="27" y="23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005" name="Freeform 32">
                <a:extLst>
                  <a:ext uri="{FF2B5EF4-FFF2-40B4-BE49-F238E27FC236}">
                    <a16:creationId xmlns:a16="http://schemas.microsoft.com/office/drawing/2014/main" id="{73EC4F15-E204-402D-BD1F-C28E33E2A1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6" y="2488"/>
                <a:ext cx="25" cy="18"/>
              </a:xfrm>
              <a:custGeom>
                <a:avLst/>
                <a:gdLst>
                  <a:gd name="T0" fmla="*/ 0 w 23"/>
                  <a:gd name="T1" fmla="*/ 6 h 17"/>
                  <a:gd name="T2" fmla="*/ 17 w 23"/>
                  <a:gd name="T3" fmla="*/ 4 h 17"/>
                  <a:gd name="T4" fmla="*/ 29 w 23"/>
                  <a:gd name="T5" fmla="*/ 20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17">
                    <a:moveTo>
                      <a:pt x="0" y="6"/>
                    </a:moveTo>
                    <a:cubicBezTo>
                      <a:pt x="0" y="6"/>
                      <a:pt x="6" y="0"/>
                      <a:pt x="14" y="4"/>
                    </a:cubicBezTo>
                    <a:cubicBezTo>
                      <a:pt x="23" y="8"/>
                      <a:pt x="23" y="17"/>
                      <a:pt x="23" y="17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006" name="Freeform 33">
                <a:extLst>
                  <a:ext uri="{FF2B5EF4-FFF2-40B4-BE49-F238E27FC236}">
                    <a16:creationId xmlns:a16="http://schemas.microsoft.com/office/drawing/2014/main" id="{804F708B-5382-456C-8233-A36134E92F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7" y="2432"/>
                <a:ext cx="47" cy="46"/>
              </a:xfrm>
              <a:custGeom>
                <a:avLst/>
                <a:gdLst>
                  <a:gd name="T0" fmla="*/ 53 w 44"/>
                  <a:gd name="T1" fmla="*/ 52 h 43"/>
                  <a:gd name="T2" fmla="*/ 26 w 44"/>
                  <a:gd name="T3" fmla="*/ 30 h 43"/>
                  <a:gd name="T4" fmla="*/ 0 w 44"/>
                  <a:gd name="T5" fmla="*/ 0 h 4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4" h="43">
                    <a:moveTo>
                      <a:pt x="44" y="43"/>
                    </a:moveTo>
                    <a:cubicBezTo>
                      <a:pt x="44" y="43"/>
                      <a:pt x="39" y="29"/>
                      <a:pt x="21" y="24"/>
                    </a:cubicBezTo>
                    <a:cubicBezTo>
                      <a:pt x="21" y="24"/>
                      <a:pt x="18" y="9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007" name="Freeform 34">
                <a:extLst>
                  <a:ext uri="{FF2B5EF4-FFF2-40B4-BE49-F238E27FC236}">
                    <a16:creationId xmlns:a16="http://schemas.microsoft.com/office/drawing/2014/main" id="{E011A305-B794-4F00-959D-FFF14DBF47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0" y="2416"/>
                <a:ext cx="28" cy="22"/>
              </a:xfrm>
              <a:custGeom>
                <a:avLst/>
                <a:gdLst>
                  <a:gd name="T0" fmla="*/ 32 w 26"/>
                  <a:gd name="T1" fmla="*/ 24 h 21"/>
                  <a:gd name="T2" fmla="*/ 17 w 26"/>
                  <a:gd name="T3" fmla="*/ 18 h 21"/>
                  <a:gd name="T4" fmla="*/ 0 w 26"/>
                  <a:gd name="T5" fmla="*/ 0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21">
                    <a:moveTo>
                      <a:pt x="26" y="21"/>
                    </a:moveTo>
                    <a:cubicBezTo>
                      <a:pt x="26" y="21"/>
                      <a:pt x="20" y="16"/>
                      <a:pt x="14" y="15"/>
                    </a:cubicBezTo>
                    <a:cubicBezTo>
                      <a:pt x="9" y="14"/>
                      <a:pt x="8" y="3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008" name="Freeform 35">
                <a:extLst>
                  <a:ext uri="{FF2B5EF4-FFF2-40B4-BE49-F238E27FC236}">
                    <a16:creationId xmlns:a16="http://schemas.microsoft.com/office/drawing/2014/main" id="{286175FE-2B9B-481F-AA90-EA0F310D5E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6" y="2363"/>
                <a:ext cx="21" cy="63"/>
              </a:xfrm>
              <a:custGeom>
                <a:avLst/>
                <a:gdLst>
                  <a:gd name="T0" fmla="*/ 0 w 20"/>
                  <a:gd name="T1" fmla="*/ 72 h 59"/>
                  <a:gd name="T2" fmla="*/ 5 w 20"/>
                  <a:gd name="T3" fmla="*/ 49 h 59"/>
                  <a:gd name="T4" fmla="*/ 14 w 20"/>
                  <a:gd name="T5" fmla="*/ 23 h 59"/>
                  <a:gd name="T6" fmla="*/ 23 w 20"/>
                  <a:gd name="T7" fmla="*/ 0 h 5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59">
                    <a:moveTo>
                      <a:pt x="0" y="59"/>
                    </a:moveTo>
                    <a:cubicBezTo>
                      <a:pt x="0" y="59"/>
                      <a:pt x="7" y="49"/>
                      <a:pt x="5" y="40"/>
                    </a:cubicBezTo>
                    <a:cubicBezTo>
                      <a:pt x="4" y="30"/>
                      <a:pt x="7" y="25"/>
                      <a:pt x="11" y="20"/>
                    </a:cubicBezTo>
                    <a:cubicBezTo>
                      <a:pt x="15" y="14"/>
                      <a:pt x="19" y="7"/>
                      <a:pt x="20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009" name="Freeform 36">
                <a:extLst>
                  <a:ext uri="{FF2B5EF4-FFF2-40B4-BE49-F238E27FC236}">
                    <a16:creationId xmlns:a16="http://schemas.microsoft.com/office/drawing/2014/main" id="{20C2D01E-FF84-4A82-8B55-6B1C13DAA8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6" y="2384"/>
                <a:ext cx="12" cy="19"/>
              </a:xfrm>
              <a:custGeom>
                <a:avLst/>
                <a:gdLst>
                  <a:gd name="T0" fmla="*/ 0 w 12"/>
                  <a:gd name="T1" fmla="*/ 0 h 18"/>
                  <a:gd name="T2" fmla="*/ 3 w 12"/>
                  <a:gd name="T3" fmla="*/ 16 h 18"/>
                  <a:gd name="T4" fmla="*/ 12 w 12"/>
                  <a:gd name="T5" fmla="*/ 21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8">
                    <a:moveTo>
                      <a:pt x="0" y="0"/>
                    </a:moveTo>
                    <a:cubicBezTo>
                      <a:pt x="0" y="0"/>
                      <a:pt x="4" y="9"/>
                      <a:pt x="3" y="13"/>
                    </a:cubicBezTo>
                    <a:cubicBezTo>
                      <a:pt x="3" y="18"/>
                      <a:pt x="12" y="18"/>
                      <a:pt x="12" y="18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010" name="Freeform 37">
                <a:extLst>
                  <a:ext uri="{FF2B5EF4-FFF2-40B4-BE49-F238E27FC236}">
                    <a16:creationId xmlns:a16="http://schemas.microsoft.com/office/drawing/2014/main" id="{E317D5B3-3C2A-488B-A291-4A7AB76659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4" y="1213"/>
                <a:ext cx="77" cy="53"/>
              </a:xfrm>
              <a:custGeom>
                <a:avLst/>
                <a:gdLst>
                  <a:gd name="T0" fmla="*/ 0 w 72"/>
                  <a:gd name="T1" fmla="*/ 0 h 50"/>
                  <a:gd name="T2" fmla="*/ 88 w 72"/>
                  <a:gd name="T3" fmla="*/ 59 h 5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2" h="50">
                    <a:moveTo>
                      <a:pt x="0" y="0"/>
                    </a:moveTo>
                    <a:cubicBezTo>
                      <a:pt x="0" y="0"/>
                      <a:pt x="8" y="33"/>
                      <a:pt x="72" y="5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011" name="Freeform 38">
                <a:extLst>
                  <a:ext uri="{FF2B5EF4-FFF2-40B4-BE49-F238E27FC236}">
                    <a16:creationId xmlns:a16="http://schemas.microsoft.com/office/drawing/2014/main" id="{F0E966D5-23E1-463E-8E9F-0D72FDBEB0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7" y="1211"/>
                <a:ext cx="9" cy="44"/>
              </a:xfrm>
              <a:custGeom>
                <a:avLst/>
                <a:gdLst>
                  <a:gd name="T0" fmla="*/ 4 w 9"/>
                  <a:gd name="T1" fmla="*/ 0 h 42"/>
                  <a:gd name="T2" fmla="*/ 0 w 9"/>
                  <a:gd name="T3" fmla="*/ 48 h 4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42">
                    <a:moveTo>
                      <a:pt x="4" y="0"/>
                    </a:moveTo>
                    <a:cubicBezTo>
                      <a:pt x="4" y="0"/>
                      <a:pt x="9" y="22"/>
                      <a:pt x="0" y="42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012" name="Freeform 39">
                <a:extLst>
                  <a:ext uri="{FF2B5EF4-FFF2-40B4-BE49-F238E27FC236}">
                    <a16:creationId xmlns:a16="http://schemas.microsoft.com/office/drawing/2014/main" id="{482E8444-CFB1-4B55-8C61-80AF11182D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4" y="1113"/>
                <a:ext cx="9" cy="17"/>
              </a:xfrm>
              <a:custGeom>
                <a:avLst/>
                <a:gdLst>
                  <a:gd name="T0" fmla="*/ 11 w 8"/>
                  <a:gd name="T1" fmla="*/ 0 h 16"/>
                  <a:gd name="T2" fmla="*/ 11 w 8"/>
                  <a:gd name="T3" fmla="*/ 19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16">
                    <a:moveTo>
                      <a:pt x="8" y="0"/>
                    </a:moveTo>
                    <a:cubicBezTo>
                      <a:pt x="8" y="0"/>
                      <a:pt x="0" y="4"/>
                      <a:pt x="8" y="16"/>
                    </a:cubicBezTo>
                  </a:path>
                </a:pathLst>
              </a:custGeom>
              <a:noFill/>
              <a:ln w="3175" cap="rnd">
                <a:solidFill>
                  <a:srgbClr val="9569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013" name="Freeform 40">
                <a:extLst>
                  <a:ext uri="{FF2B5EF4-FFF2-40B4-BE49-F238E27FC236}">
                    <a16:creationId xmlns:a16="http://schemas.microsoft.com/office/drawing/2014/main" id="{A8A08206-C847-4DC7-A852-3D782D7F92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6" y="1042"/>
                <a:ext cx="21" cy="63"/>
              </a:xfrm>
              <a:custGeom>
                <a:avLst/>
                <a:gdLst>
                  <a:gd name="T0" fmla="*/ 23 w 20"/>
                  <a:gd name="T1" fmla="*/ 0 h 59"/>
                  <a:gd name="T2" fmla="*/ 15 w 20"/>
                  <a:gd name="T3" fmla="*/ 11 h 59"/>
                  <a:gd name="T4" fmla="*/ 6 w 20"/>
                  <a:gd name="T5" fmla="*/ 30 h 59"/>
                  <a:gd name="T6" fmla="*/ 5 w 20"/>
                  <a:gd name="T7" fmla="*/ 50 h 59"/>
                  <a:gd name="T8" fmla="*/ 0 w 20"/>
                  <a:gd name="T9" fmla="*/ 72 h 59"/>
                  <a:gd name="T10" fmla="*/ 3 w 20"/>
                  <a:gd name="T11" fmla="*/ 62 h 59"/>
                  <a:gd name="T12" fmla="*/ 6 w 20"/>
                  <a:gd name="T13" fmla="*/ 49 h 59"/>
                  <a:gd name="T14" fmla="*/ 9 w 20"/>
                  <a:gd name="T15" fmla="*/ 31 h 59"/>
                  <a:gd name="T16" fmla="*/ 14 w 20"/>
                  <a:gd name="T17" fmla="*/ 17 h 59"/>
                  <a:gd name="T18" fmla="*/ 17 w 20"/>
                  <a:gd name="T19" fmla="*/ 12 h 59"/>
                  <a:gd name="T20" fmla="*/ 21 w 20"/>
                  <a:gd name="T21" fmla="*/ 2 h 5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0" h="59">
                    <a:moveTo>
                      <a:pt x="20" y="0"/>
                    </a:moveTo>
                    <a:cubicBezTo>
                      <a:pt x="17" y="2"/>
                      <a:pt x="14" y="6"/>
                      <a:pt x="12" y="8"/>
                    </a:cubicBezTo>
                    <a:cubicBezTo>
                      <a:pt x="8" y="13"/>
                      <a:pt x="7" y="18"/>
                      <a:pt x="6" y="24"/>
                    </a:cubicBezTo>
                    <a:cubicBezTo>
                      <a:pt x="5" y="30"/>
                      <a:pt x="5" y="35"/>
                      <a:pt x="5" y="41"/>
                    </a:cubicBezTo>
                    <a:cubicBezTo>
                      <a:pt x="4" y="47"/>
                      <a:pt x="2" y="53"/>
                      <a:pt x="0" y="59"/>
                    </a:cubicBezTo>
                    <a:cubicBezTo>
                      <a:pt x="0" y="56"/>
                      <a:pt x="2" y="53"/>
                      <a:pt x="3" y="51"/>
                    </a:cubicBezTo>
                    <a:cubicBezTo>
                      <a:pt x="4" y="47"/>
                      <a:pt x="5" y="43"/>
                      <a:pt x="6" y="40"/>
                    </a:cubicBezTo>
                    <a:cubicBezTo>
                      <a:pt x="7" y="35"/>
                      <a:pt x="8" y="30"/>
                      <a:pt x="9" y="25"/>
                    </a:cubicBezTo>
                    <a:cubicBezTo>
                      <a:pt x="9" y="21"/>
                      <a:pt x="9" y="18"/>
                      <a:pt x="11" y="14"/>
                    </a:cubicBezTo>
                    <a:cubicBezTo>
                      <a:pt x="12" y="12"/>
                      <a:pt x="13" y="10"/>
                      <a:pt x="14" y="9"/>
                    </a:cubicBezTo>
                    <a:cubicBezTo>
                      <a:pt x="15" y="7"/>
                      <a:pt x="17" y="4"/>
                      <a:pt x="18" y="2"/>
                    </a:cubicBezTo>
                  </a:path>
                </a:pathLst>
              </a:custGeom>
              <a:solidFill>
                <a:srgbClr val="C9A1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014" name="Freeform 41">
                <a:extLst>
                  <a:ext uri="{FF2B5EF4-FFF2-40B4-BE49-F238E27FC236}">
                    <a16:creationId xmlns:a16="http://schemas.microsoft.com/office/drawing/2014/main" id="{7250867E-23DF-4976-A7AF-047546C054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9" y="1115"/>
                <a:ext cx="10" cy="18"/>
              </a:xfrm>
              <a:custGeom>
                <a:avLst/>
                <a:gdLst>
                  <a:gd name="T0" fmla="*/ 11 w 9"/>
                  <a:gd name="T1" fmla="*/ 0 h 17"/>
                  <a:gd name="T2" fmla="*/ 12 w 9"/>
                  <a:gd name="T3" fmla="*/ 20 h 17"/>
                  <a:gd name="T4" fmla="*/ 11 w 9"/>
                  <a:gd name="T5" fmla="*/ 1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7">
                    <a:moveTo>
                      <a:pt x="8" y="0"/>
                    </a:moveTo>
                    <a:cubicBezTo>
                      <a:pt x="9" y="6"/>
                      <a:pt x="5" y="11"/>
                      <a:pt x="9" y="17"/>
                    </a:cubicBezTo>
                    <a:cubicBezTo>
                      <a:pt x="1" y="13"/>
                      <a:pt x="0" y="6"/>
                      <a:pt x="8" y="1"/>
                    </a:cubicBezTo>
                  </a:path>
                </a:pathLst>
              </a:custGeom>
              <a:solidFill>
                <a:srgbClr val="C9A1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015" name="Freeform 42">
                <a:extLst>
                  <a:ext uri="{FF2B5EF4-FFF2-40B4-BE49-F238E27FC236}">
                    <a16:creationId xmlns:a16="http://schemas.microsoft.com/office/drawing/2014/main" id="{6847F522-1633-495B-BB71-65D26830FE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3" y="1023"/>
                <a:ext cx="10" cy="75"/>
              </a:xfrm>
              <a:custGeom>
                <a:avLst/>
                <a:gdLst>
                  <a:gd name="T0" fmla="*/ 2 w 10"/>
                  <a:gd name="T1" fmla="*/ 86 h 70"/>
                  <a:gd name="T2" fmla="*/ 0 w 10"/>
                  <a:gd name="T3" fmla="*/ 0 h 7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70">
                    <a:moveTo>
                      <a:pt x="2" y="70"/>
                    </a:moveTo>
                    <a:cubicBezTo>
                      <a:pt x="2" y="70"/>
                      <a:pt x="10" y="26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016" name="Freeform 43">
                <a:extLst>
                  <a:ext uri="{FF2B5EF4-FFF2-40B4-BE49-F238E27FC236}">
                    <a16:creationId xmlns:a16="http://schemas.microsoft.com/office/drawing/2014/main" id="{2F94F83F-AFF5-4DC6-AC43-E037EA7483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2" y="1014"/>
                <a:ext cx="25" cy="24"/>
              </a:xfrm>
              <a:custGeom>
                <a:avLst/>
                <a:gdLst>
                  <a:gd name="T0" fmla="*/ 29 w 23"/>
                  <a:gd name="T1" fmla="*/ 28 h 22"/>
                  <a:gd name="T2" fmla="*/ 5 w 23"/>
                  <a:gd name="T3" fmla="*/ 27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22">
                    <a:moveTo>
                      <a:pt x="23" y="22"/>
                    </a:moveTo>
                    <a:cubicBezTo>
                      <a:pt x="23" y="22"/>
                      <a:pt x="0" y="0"/>
                      <a:pt x="5" y="21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017" name="Freeform 44">
                <a:extLst>
                  <a:ext uri="{FF2B5EF4-FFF2-40B4-BE49-F238E27FC236}">
                    <a16:creationId xmlns:a16="http://schemas.microsoft.com/office/drawing/2014/main" id="{3D6BDB49-4138-450D-BFE5-884FFAA96D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9" y="1046"/>
                <a:ext cx="18" cy="22"/>
              </a:xfrm>
              <a:custGeom>
                <a:avLst/>
                <a:gdLst>
                  <a:gd name="T0" fmla="*/ 20 w 17"/>
                  <a:gd name="T1" fmla="*/ 0 h 20"/>
                  <a:gd name="T2" fmla="*/ 20 w 17"/>
                  <a:gd name="T3" fmla="*/ 26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20">
                    <a:moveTo>
                      <a:pt x="17" y="0"/>
                    </a:moveTo>
                    <a:cubicBezTo>
                      <a:pt x="17" y="0"/>
                      <a:pt x="0" y="9"/>
                      <a:pt x="17" y="2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018" name="Freeform 45">
                <a:extLst>
                  <a:ext uri="{FF2B5EF4-FFF2-40B4-BE49-F238E27FC236}">
                    <a16:creationId xmlns:a16="http://schemas.microsoft.com/office/drawing/2014/main" id="{B1BB438D-9074-4303-B6DB-603DD3CDC7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8" y="2932"/>
                <a:ext cx="64" cy="86"/>
              </a:xfrm>
              <a:custGeom>
                <a:avLst/>
                <a:gdLst>
                  <a:gd name="T0" fmla="*/ 0 w 60"/>
                  <a:gd name="T1" fmla="*/ 0 h 81"/>
                  <a:gd name="T2" fmla="*/ 37 w 60"/>
                  <a:gd name="T3" fmla="*/ 37 h 81"/>
                  <a:gd name="T4" fmla="*/ 73 w 60"/>
                  <a:gd name="T5" fmla="*/ 97 h 8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0" h="81">
                    <a:moveTo>
                      <a:pt x="0" y="0"/>
                    </a:moveTo>
                    <a:cubicBezTo>
                      <a:pt x="9" y="3"/>
                      <a:pt x="23" y="23"/>
                      <a:pt x="31" y="31"/>
                    </a:cubicBezTo>
                    <a:cubicBezTo>
                      <a:pt x="46" y="47"/>
                      <a:pt x="52" y="61"/>
                      <a:pt x="60" y="81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019" name="Freeform 46">
                <a:extLst>
                  <a:ext uri="{FF2B5EF4-FFF2-40B4-BE49-F238E27FC236}">
                    <a16:creationId xmlns:a16="http://schemas.microsoft.com/office/drawing/2014/main" id="{2102B60C-AB16-4A4C-98F0-DDD5320D96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2" y="3047"/>
                <a:ext cx="210" cy="52"/>
              </a:xfrm>
              <a:custGeom>
                <a:avLst/>
                <a:gdLst>
                  <a:gd name="T0" fmla="*/ 0 w 197"/>
                  <a:gd name="T1" fmla="*/ 0 h 49"/>
                  <a:gd name="T2" fmla="*/ 35 w 197"/>
                  <a:gd name="T3" fmla="*/ 22 h 49"/>
                  <a:gd name="T4" fmla="*/ 82 w 197"/>
                  <a:gd name="T5" fmla="*/ 48 h 49"/>
                  <a:gd name="T6" fmla="*/ 149 w 197"/>
                  <a:gd name="T7" fmla="*/ 57 h 49"/>
                  <a:gd name="T8" fmla="*/ 239 w 197"/>
                  <a:gd name="T9" fmla="*/ 34 h 4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7" h="49">
                    <a:moveTo>
                      <a:pt x="0" y="0"/>
                    </a:moveTo>
                    <a:cubicBezTo>
                      <a:pt x="6" y="9"/>
                      <a:pt x="20" y="13"/>
                      <a:pt x="29" y="19"/>
                    </a:cubicBezTo>
                    <a:cubicBezTo>
                      <a:pt x="41" y="27"/>
                      <a:pt x="54" y="35"/>
                      <a:pt x="68" y="40"/>
                    </a:cubicBezTo>
                    <a:cubicBezTo>
                      <a:pt x="86" y="46"/>
                      <a:pt x="105" y="49"/>
                      <a:pt x="123" y="48"/>
                    </a:cubicBezTo>
                    <a:cubicBezTo>
                      <a:pt x="150" y="47"/>
                      <a:pt x="172" y="34"/>
                      <a:pt x="197" y="28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020" name="Freeform 47">
                <a:extLst>
                  <a:ext uri="{FF2B5EF4-FFF2-40B4-BE49-F238E27FC236}">
                    <a16:creationId xmlns:a16="http://schemas.microsoft.com/office/drawing/2014/main" id="{E84BEB02-577B-4206-81CE-099B02D9E5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5" y="3056"/>
                <a:ext cx="38" cy="15"/>
              </a:xfrm>
              <a:custGeom>
                <a:avLst/>
                <a:gdLst>
                  <a:gd name="T0" fmla="*/ 0 w 36"/>
                  <a:gd name="T1" fmla="*/ 0 h 15"/>
                  <a:gd name="T2" fmla="*/ 42 w 36"/>
                  <a:gd name="T3" fmla="*/ 15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6" h="15">
                    <a:moveTo>
                      <a:pt x="0" y="0"/>
                    </a:moveTo>
                    <a:cubicBezTo>
                      <a:pt x="11" y="6"/>
                      <a:pt x="25" y="8"/>
                      <a:pt x="36" y="15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021" name="Freeform 48">
                <a:extLst>
                  <a:ext uri="{FF2B5EF4-FFF2-40B4-BE49-F238E27FC236}">
                    <a16:creationId xmlns:a16="http://schemas.microsoft.com/office/drawing/2014/main" id="{56A85209-CC21-4161-AD21-91746856D6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2" y="3113"/>
                <a:ext cx="56" cy="8"/>
              </a:xfrm>
              <a:custGeom>
                <a:avLst/>
                <a:gdLst>
                  <a:gd name="T0" fmla="*/ 0 w 53"/>
                  <a:gd name="T1" fmla="*/ 2 h 7"/>
                  <a:gd name="T2" fmla="*/ 62 w 53"/>
                  <a:gd name="T3" fmla="*/ 1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3" h="7">
                    <a:moveTo>
                      <a:pt x="0" y="2"/>
                    </a:moveTo>
                    <a:cubicBezTo>
                      <a:pt x="17" y="1"/>
                      <a:pt x="38" y="0"/>
                      <a:pt x="53" y="7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022" name="Freeform 49">
                <a:extLst>
                  <a:ext uri="{FF2B5EF4-FFF2-40B4-BE49-F238E27FC236}">
                    <a16:creationId xmlns:a16="http://schemas.microsoft.com/office/drawing/2014/main" id="{92CE81A9-5C8B-4CF8-BA43-73ED85153D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4" y="2739"/>
                <a:ext cx="59" cy="23"/>
              </a:xfrm>
              <a:custGeom>
                <a:avLst/>
                <a:gdLst>
                  <a:gd name="T0" fmla="*/ 0 w 56"/>
                  <a:gd name="T1" fmla="*/ 0 h 22"/>
                  <a:gd name="T2" fmla="*/ 65 w 56"/>
                  <a:gd name="T3" fmla="*/ 25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6" h="22">
                    <a:moveTo>
                      <a:pt x="0" y="0"/>
                    </a:moveTo>
                    <a:cubicBezTo>
                      <a:pt x="21" y="7"/>
                      <a:pt x="38" y="8"/>
                      <a:pt x="56" y="22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023" name="Freeform 50">
                <a:extLst>
                  <a:ext uri="{FF2B5EF4-FFF2-40B4-BE49-F238E27FC236}">
                    <a16:creationId xmlns:a16="http://schemas.microsoft.com/office/drawing/2014/main" id="{835F9CE4-D8FC-4945-9382-3F7A21331E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4" y="3747"/>
                <a:ext cx="103" cy="13"/>
              </a:xfrm>
              <a:custGeom>
                <a:avLst/>
                <a:gdLst>
                  <a:gd name="T0" fmla="*/ 0 w 97"/>
                  <a:gd name="T1" fmla="*/ 5 h 13"/>
                  <a:gd name="T2" fmla="*/ 34 w 97"/>
                  <a:gd name="T3" fmla="*/ 12 h 13"/>
                  <a:gd name="T4" fmla="*/ 66 w 97"/>
                  <a:gd name="T5" fmla="*/ 6 h 13"/>
                  <a:gd name="T6" fmla="*/ 116 w 97"/>
                  <a:gd name="T7" fmla="*/ 13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7" h="13">
                    <a:moveTo>
                      <a:pt x="0" y="5"/>
                    </a:moveTo>
                    <a:cubicBezTo>
                      <a:pt x="9" y="7"/>
                      <a:pt x="18" y="12"/>
                      <a:pt x="28" y="12"/>
                    </a:cubicBezTo>
                    <a:cubicBezTo>
                      <a:pt x="38" y="12"/>
                      <a:pt x="46" y="9"/>
                      <a:pt x="55" y="6"/>
                    </a:cubicBezTo>
                    <a:cubicBezTo>
                      <a:pt x="69" y="0"/>
                      <a:pt x="86" y="1"/>
                      <a:pt x="97" y="13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024" name="Freeform 51">
                <a:extLst>
                  <a:ext uri="{FF2B5EF4-FFF2-40B4-BE49-F238E27FC236}">
                    <a16:creationId xmlns:a16="http://schemas.microsoft.com/office/drawing/2014/main" id="{8391ADB2-D6E5-41A7-A92E-80CA779C51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8" y="3647"/>
                <a:ext cx="44" cy="8"/>
              </a:xfrm>
              <a:custGeom>
                <a:avLst/>
                <a:gdLst>
                  <a:gd name="T0" fmla="*/ 0 w 41"/>
                  <a:gd name="T1" fmla="*/ 0 h 7"/>
                  <a:gd name="T2" fmla="*/ 50 w 41"/>
                  <a:gd name="T3" fmla="*/ 1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1" h="7">
                    <a:moveTo>
                      <a:pt x="0" y="0"/>
                    </a:moveTo>
                    <a:cubicBezTo>
                      <a:pt x="13" y="0"/>
                      <a:pt x="28" y="5"/>
                      <a:pt x="41" y="7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025" name="Freeform 52">
                <a:extLst>
                  <a:ext uri="{FF2B5EF4-FFF2-40B4-BE49-F238E27FC236}">
                    <a16:creationId xmlns:a16="http://schemas.microsoft.com/office/drawing/2014/main" id="{8FB58BCA-1207-4E3C-93E5-3DD19995E3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8" y="3941"/>
                <a:ext cx="39" cy="37"/>
              </a:xfrm>
              <a:custGeom>
                <a:avLst/>
                <a:gdLst>
                  <a:gd name="T0" fmla="*/ 4 w 36"/>
                  <a:gd name="T1" fmla="*/ 41 h 35"/>
                  <a:gd name="T2" fmla="*/ 14 w 36"/>
                  <a:gd name="T3" fmla="*/ 14 h 35"/>
                  <a:gd name="T4" fmla="*/ 31 w 36"/>
                  <a:gd name="T5" fmla="*/ 4 h 35"/>
                  <a:gd name="T6" fmla="*/ 46 w 36"/>
                  <a:gd name="T7" fmla="*/ 0 h 3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6" h="35">
                    <a:moveTo>
                      <a:pt x="4" y="35"/>
                    </a:moveTo>
                    <a:cubicBezTo>
                      <a:pt x="0" y="26"/>
                      <a:pt x="2" y="15"/>
                      <a:pt x="11" y="11"/>
                    </a:cubicBezTo>
                    <a:cubicBezTo>
                      <a:pt x="16" y="9"/>
                      <a:pt x="21" y="6"/>
                      <a:pt x="25" y="4"/>
                    </a:cubicBezTo>
                    <a:cubicBezTo>
                      <a:pt x="29" y="3"/>
                      <a:pt x="33" y="2"/>
                      <a:pt x="36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026" name="Freeform 53">
                <a:extLst>
                  <a:ext uri="{FF2B5EF4-FFF2-40B4-BE49-F238E27FC236}">
                    <a16:creationId xmlns:a16="http://schemas.microsoft.com/office/drawing/2014/main" id="{BD6F996F-B51D-47CA-B98C-E3E753CBEA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0" y="3921"/>
                <a:ext cx="14" cy="22"/>
              </a:xfrm>
              <a:custGeom>
                <a:avLst/>
                <a:gdLst>
                  <a:gd name="T0" fmla="*/ 0 w 13"/>
                  <a:gd name="T1" fmla="*/ 26 h 20"/>
                  <a:gd name="T2" fmla="*/ 16 w 13"/>
                  <a:gd name="T3" fmla="*/ 0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20">
                    <a:moveTo>
                      <a:pt x="0" y="20"/>
                    </a:moveTo>
                    <a:cubicBezTo>
                      <a:pt x="6" y="15"/>
                      <a:pt x="7" y="5"/>
                      <a:pt x="13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027" name="Freeform 54">
                <a:extLst>
                  <a:ext uri="{FF2B5EF4-FFF2-40B4-BE49-F238E27FC236}">
                    <a16:creationId xmlns:a16="http://schemas.microsoft.com/office/drawing/2014/main" id="{DE95639D-EC6C-45B7-8D83-2326315AA8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8" y="3951"/>
                <a:ext cx="35" cy="25"/>
              </a:xfrm>
              <a:custGeom>
                <a:avLst/>
                <a:gdLst>
                  <a:gd name="T0" fmla="*/ 0 w 33"/>
                  <a:gd name="T1" fmla="*/ 9 h 23"/>
                  <a:gd name="T2" fmla="*/ 33 w 33"/>
                  <a:gd name="T3" fmla="*/ 29 h 23"/>
                  <a:gd name="T4" fmla="*/ 38 w 33"/>
                  <a:gd name="T5" fmla="*/ 11 h 23"/>
                  <a:gd name="T6" fmla="*/ 24 w 33"/>
                  <a:gd name="T7" fmla="*/ 0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" h="23">
                    <a:moveTo>
                      <a:pt x="0" y="6"/>
                    </a:moveTo>
                    <a:cubicBezTo>
                      <a:pt x="14" y="4"/>
                      <a:pt x="24" y="9"/>
                      <a:pt x="27" y="23"/>
                    </a:cubicBezTo>
                    <a:cubicBezTo>
                      <a:pt x="32" y="20"/>
                      <a:pt x="33" y="12"/>
                      <a:pt x="32" y="8"/>
                    </a:cubicBezTo>
                    <a:cubicBezTo>
                      <a:pt x="30" y="3"/>
                      <a:pt x="25" y="3"/>
                      <a:pt x="21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028" name="Freeform 55">
                <a:extLst>
                  <a:ext uri="{FF2B5EF4-FFF2-40B4-BE49-F238E27FC236}">
                    <a16:creationId xmlns:a16="http://schemas.microsoft.com/office/drawing/2014/main" id="{2CA6E10E-4286-466A-AEC4-7D7ED491B1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1" y="3926"/>
                <a:ext cx="37" cy="47"/>
              </a:xfrm>
              <a:custGeom>
                <a:avLst/>
                <a:gdLst>
                  <a:gd name="T0" fmla="*/ 4 w 35"/>
                  <a:gd name="T1" fmla="*/ 53 h 44"/>
                  <a:gd name="T2" fmla="*/ 3 w 35"/>
                  <a:gd name="T3" fmla="*/ 36 h 44"/>
                  <a:gd name="T4" fmla="*/ 16 w 35"/>
                  <a:gd name="T5" fmla="*/ 22 h 44"/>
                  <a:gd name="T6" fmla="*/ 29 w 35"/>
                  <a:gd name="T7" fmla="*/ 15 h 44"/>
                  <a:gd name="T8" fmla="*/ 36 w 35"/>
                  <a:gd name="T9" fmla="*/ 11 h 44"/>
                  <a:gd name="T10" fmla="*/ 41 w 35"/>
                  <a:gd name="T11" fmla="*/ 0 h 4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5" h="44">
                    <a:moveTo>
                      <a:pt x="4" y="44"/>
                    </a:moveTo>
                    <a:cubicBezTo>
                      <a:pt x="0" y="43"/>
                      <a:pt x="2" y="33"/>
                      <a:pt x="3" y="30"/>
                    </a:cubicBezTo>
                    <a:cubicBezTo>
                      <a:pt x="5" y="26"/>
                      <a:pt x="9" y="22"/>
                      <a:pt x="13" y="19"/>
                    </a:cubicBezTo>
                    <a:cubicBezTo>
                      <a:pt x="16" y="16"/>
                      <a:pt x="21" y="14"/>
                      <a:pt x="25" y="12"/>
                    </a:cubicBezTo>
                    <a:cubicBezTo>
                      <a:pt x="27" y="11"/>
                      <a:pt x="28" y="11"/>
                      <a:pt x="30" y="8"/>
                    </a:cubicBezTo>
                    <a:cubicBezTo>
                      <a:pt x="31" y="6"/>
                      <a:pt x="34" y="1"/>
                      <a:pt x="35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029" name="Freeform 56">
                <a:extLst>
                  <a:ext uri="{FF2B5EF4-FFF2-40B4-BE49-F238E27FC236}">
                    <a16:creationId xmlns:a16="http://schemas.microsoft.com/office/drawing/2014/main" id="{C51922B2-F274-4212-9462-7A1C2C0259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9" y="3911"/>
                <a:ext cx="40" cy="42"/>
              </a:xfrm>
              <a:custGeom>
                <a:avLst/>
                <a:gdLst>
                  <a:gd name="T0" fmla="*/ 0 w 38"/>
                  <a:gd name="T1" fmla="*/ 46 h 40"/>
                  <a:gd name="T2" fmla="*/ 15 w 38"/>
                  <a:gd name="T3" fmla="*/ 16 h 40"/>
                  <a:gd name="T4" fmla="*/ 26 w 38"/>
                  <a:gd name="T5" fmla="*/ 9 h 40"/>
                  <a:gd name="T6" fmla="*/ 36 w 38"/>
                  <a:gd name="T7" fmla="*/ 4 h 40"/>
                  <a:gd name="T8" fmla="*/ 44 w 38"/>
                  <a:gd name="T9" fmla="*/ 0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" h="40">
                    <a:moveTo>
                      <a:pt x="0" y="40"/>
                    </a:moveTo>
                    <a:cubicBezTo>
                      <a:pt x="0" y="30"/>
                      <a:pt x="5" y="19"/>
                      <a:pt x="12" y="13"/>
                    </a:cubicBezTo>
                    <a:cubicBezTo>
                      <a:pt x="16" y="11"/>
                      <a:pt x="20" y="11"/>
                      <a:pt x="23" y="9"/>
                    </a:cubicBezTo>
                    <a:cubicBezTo>
                      <a:pt x="26" y="7"/>
                      <a:pt x="28" y="5"/>
                      <a:pt x="30" y="4"/>
                    </a:cubicBezTo>
                    <a:cubicBezTo>
                      <a:pt x="32" y="2"/>
                      <a:pt x="35" y="2"/>
                      <a:pt x="38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030" name="Freeform 57">
                <a:extLst>
                  <a:ext uri="{FF2B5EF4-FFF2-40B4-BE49-F238E27FC236}">
                    <a16:creationId xmlns:a16="http://schemas.microsoft.com/office/drawing/2014/main" id="{38C8C469-652E-4B4C-B7A5-8952AF631E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1" y="3912"/>
                <a:ext cx="12" cy="6"/>
              </a:xfrm>
              <a:custGeom>
                <a:avLst/>
                <a:gdLst>
                  <a:gd name="T0" fmla="*/ 0 w 11"/>
                  <a:gd name="T1" fmla="*/ 6 h 6"/>
                  <a:gd name="T2" fmla="*/ 14 w 11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6">
                    <a:moveTo>
                      <a:pt x="0" y="6"/>
                    </a:moveTo>
                    <a:cubicBezTo>
                      <a:pt x="3" y="2"/>
                      <a:pt x="9" y="2"/>
                      <a:pt x="11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031" name="Freeform 58">
                <a:extLst>
                  <a:ext uri="{FF2B5EF4-FFF2-40B4-BE49-F238E27FC236}">
                    <a16:creationId xmlns:a16="http://schemas.microsoft.com/office/drawing/2014/main" id="{199F08A1-7AA1-4A69-8A65-6BAE7B67D3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1" y="3904"/>
                <a:ext cx="7" cy="4"/>
              </a:xfrm>
              <a:custGeom>
                <a:avLst/>
                <a:gdLst>
                  <a:gd name="T0" fmla="*/ 0 w 6"/>
                  <a:gd name="T1" fmla="*/ 7 h 3"/>
                  <a:gd name="T2" fmla="*/ 9 w 6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3">
                    <a:moveTo>
                      <a:pt x="0" y="3"/>
                    </a:moveTo>
                    <a:cubicBezTo>
                      <a:pt x="2" y="2"/>
                      <a:pt x="4" y="1"/>
                      <a:pt x="6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032" name="Freeform 59">
                <a:extLst>
                  <a:ext uri="{FF2B5EF4-FFF2-40B4-BE49-F238E27FC236}">
                    <a16:creationId xmlns:a16="http://schemas.microsoft.com/office/drawing/2014/main" id="{1F5DF7F9-4352-4666-8189-E2D45D311A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9" y="3946"/>
                <a:ext cx="17" cy="13"/>
              </a:xfrm>
              <a:custGeom>
                <a:avLst/>
                <a:gdLst>
                  <a:gd name="T0" fmla="*/ 0 w 16"/>
                  <a:gd name="T1" fmla="*/ 9 h 12"/>
                  <a:gd name="T2" fmla="*/ 16 w 16"/>
                  <a:gd name="T3" fmla="*/ 15 h 12"/>
                  <a:gd name="T4" fmla="*/ 19 w 16"/>
                  <a:gd name="T5" fmla="*/ 9 h 12"/>
                  <a:gd name="T6" fmla="*/ 5 w 16"/>
                  <a:gd name="T7" fmla="*/ 1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12">
                    <a:moveTo>
                      <a:pt x="0" y="6"/>
                    </a:moveTo>
                    <a:cubicBezTo>
                      <a:pt x="7" y="6"/>
                      <a:pt x="9" y="9"/>
                      <a:pt x="13" y="12"/>
                    </a:cubicBezTo>
                    <a:cubicBezTo>
                      <a:pt x="14" y="10"/>
                      <a:pt x="15" y="8"/>
                      <a:pt x="16" y="6"/>
                    </a:cubicBezTo>
                    <a:cubicBezTo>
                      <a:pt x="12" y="5"/>
                      <a:pt x="10" y="0"/>
                      <a:pt x="5" y="1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033" name="Freeform 60">
                <a:extLst>
                  <a:ext uri="{FF2B5EF4-FFF2-40B4-BE49-F238E27FC236}">
                    <a16:creationId xmlns:a16="http://schemas.microsoft.com/office/drawing/2014/main" id="{7A4A3DB9-278A-4B3A-B2C4-9997DBF9C6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1" y="3938"/>
                <a:ext cx="13" cy="13"/>
              </a:xfrm>
              <a:custGeom>
                <a:avLst/>
                <a:gdLst>
                  <a:gd name="T0" fmla="*/ 0 w 12"/>
                  <a:gd name="T1" fmla="*/ 3 h 12"/>
                  <a:gd name="T2" fmla="*/ 12 w 12"/>
                  <a:gd name="T3" fmla="*/ 15 h 12"/>
                  <a:gd name="T4" fmla="*/ 13 w 12"/>
                  <a:gd name="T5" fmla="*/ 15 h 12"/>
                  <a:gd name="T6" fmla="*/ 15 w 12"/>
                  <a:gd name="T7" fmla="*/ 11 h 12"/>
                  <a:gd name="T8" fmla="*/ 3 w 12"/>
                  <a:gd name="T9" fmla="*/ 0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0" y="3"/>
                    </a:moveTo>
                    <a:cubicBezTo>
                      <a:pt x="4" y="4"/>
                      <a:pt x="8" y="9"/>
                      <a:pt x="9" y="12"/>
                    </a:cubicBezTo>
                    <a:cubicBezTo>
                      <a:pt x="9" y="12"/>
                      <a:pt x="9" y="12"/>
                      <a:pt x="10" y="12"/>
                    </a:cubicBezTo>
                    <a:cubicBezTo>
                      <a:pt x="10" y="11"/>
                      <a:pt x="12" y="9"/>
                      <a:pt x="12" y="8"/>
                    </a:cubicBezTo>
                    <a:cubicBezTo>
                      <a:pt x="8" y="7"/>
                      <a:pt x="7" y="1"/>
                      <a:pt x="3" y="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034" name="Freeform 61">
                <a:extLst>
                  <a:ext uri="{FF2B5EF4-FFF2-40B4-BE49-F238E27FC236}">
                    <a16:creationId xmlns:a16="http://schemas.microsoft.com/office/drawing/2014/main" id="{DF20A34B-6C35-49EF-94C3-5A1B1A54B4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8" y="3884"/>
                <a:ext cx="22" cy="18"/>
              </a:xfrm>
              <a:custGeom>
                <a:avLst/>
                <a:gdLst>
                  <a:gd name="T0" fmla="*/ 0 w 20"/>
                  <a:gd name="T1" fmla="*/ 20 h 17"/>
                  <a:gd name="T2" fmla="*/ 26 w 20"/>
                  <a:gd name="T3" fmla="*/ 0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17">
                    <a:moveTo>
                      <a:pt x="0" y="17"/>
                    </a:moveTo>
                    <a:cubicBezTo>
                      <a:pt x="8" y="14"/>
                      <a:pt x="15" y="7"/>
                      <a:pt x="20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035" name="Freeform 62">
                <a:extLst>
                  <a:ext uri="{FF2B5EF4-FFF2-40B4-BE49-F238E27FC236}">
                    <a16:creationId xmlns:a16="http://schemas.microsoft.com/office/drawing/2014/main" id="{C5167607-23CD-41A4-B8C8-11F18FB671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0" y="1866"/>
                <a:ext cx="28" cy="56"/>
              </a:xfrm>
              <a:custGeom>
                <a:avLst/>
                <a:gdLst>
                  <a:gd name="T0" fmla="*/ 7 w 27"/>
                  <a:gd name="T1" fmla="*/ 0 h 52"/>
                  <a:gd name="T2" fmla="*/ 30 w 27"/>
                  <a:gd name="T3" fmla="*/ 65 h 52"/>
                  <a:gd name="T4" fmla="*/ 0 w 27"/>
                  <a:gd name="T5" fmla="*/ 34 h 52"/>
                  <a:gd name="T6" fmla="*/ 7 w 27"/>
                  <a:gd name="T7" fmla="*/ 0 h 5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7" h="52">
                    <a:moveTo>
                      <a:pt x="7" y="0"/>
                    </a:moveTo>
                    <a:cubicBezTo>
                      <a:pt x="7" y="0"/>
                      <a:pt x="23" y="30"/>
                      <a:pt x="27" y="52"/>
                    </a:cubicBezTo>
                    <a:cubicBezTo>
                      <a:pt x="0" y="28"/>
                      <a:pt x="0" y="28"/>
                      <a:pt x="0" y="28"/>
                    </a:cubicBezTo>
                    <a:cubicBezTo>
                      <a:pt x="0" y="28"/>
                      <a:pt x="8" y="13"/>
                      <a:pt x="7" y="0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036" name="Freeform 63">
                <a:extLst>
                  <a:ext uri="{FF2B5EF4-FFF2-40B4-BE49-F238E27FC236}">
                    <a16:creationId xmlns:a16="http://schemas.microsoft.com/office/drawing/2014/main" id="{811CBF98-8205-4D75-A665-1842DEC8B6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4" y="1773"/>
                <a:ext cx="37" cy="99"/>
              </a:xfrm>
              <a:custGeom>
                <a:avLst/>
                <a:gdLst>
                  <a:gd name="T0" fmla="*/ 0 w 35"/>
                  <a:gd name="T1" fmla="*/ 0 h 93"/>
                  <a:gd name="T2" fmla="*/ 15 w 35"/>
                  <a:gd name="T3" fmla="*/ 39 h 93"/>
                  <a:gd name="T4" fmla="*/ 38 w 35"/>
                  <a:gd name="T5" fmla="*/ 112 h 9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5" h="93">
                    <a:moveTo>
                      <a:pt x="0" y="0"/>
                    </a:moveTo>
                    <a:cubicBezTo>
                      <a:pt x="0" y="0"/>
                      <a:pt x="4" y="22"/>
                      <a:pt x="12" y="33"/>
                    </a:cubicBezTo>
                    <a:cubicBezTo>
                      <a:pt x="19" y="44"/>
                      <a:pt x="35" y="65"/>
                      <a:pt x="32" y="93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037" name="Freeform 64">
                <a:extLst>
                  <a:ext uri="{FF2B5EF4-FFF2-40B4-BE49-F238E27FC236}">
                    <a16:creationId xmlns:a16="http://schemas.microsoft.com/office/drawing/2014/main" id="{667C42C5-BD66-4907-8C16-DBC17BF2EE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8" y="1922"/>
                <a:ext cx="45" cy="87"/>
              </a:xfrm>
              <a:custGeom>
                <a:avLst/>
                <a:gdLst>
                  <a:gd name="T0" fmla="*/ 0 w 42"/>
                  <a:gd name="T1" fmla="*/ 0 h 82"/>
                  <a:gd name="T2" fmla="*/ 51 w 42"/>
                  <a:gd name="T3" fmla="*/ 98 h 8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2" h="82">
                    <a:moveTo>
                      <a:pt x="0" y="0"/>
                    </a:moveTo>
                    <a:cubicBezTo>
                      <a:pt x="0" y="0"/>
                      <a:pt x="32" y="18"/>
                      <a:pt x="42" y="82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038" name="Freeform 65">
                <a:extLst>
                  <a:ext uri="{FF2B5EF4-FFF2-40B4-BE49-F238E27FC236}">
                    <a16:creationId xmlns:a16="http://schemas.microsoft.com/office/drawing/2014/main" id="{63765A0E-42F6-48AA-B0F0-9A0B50FDFD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8" y="1413"/>
                <a:ext cx="433" cy="576"/>
              </a:xfrm>
              <a:custGeom>
                <a:avLst/>
                <a:gdLst>
                  <a:gd name="T0" fmla="*/ 321 w 406"/>
                  <a:gd name="T1" fmla="*/ 0 h 540"/>
                  <a:gd name="T2" fmla="*/ 379 w 406"/>
                  <a:gd name="T3" fmla="*/ 164 h 540"/>
                  <a:gd name="T4" fmla="*/ 408 w 406"/>
                  <a:gd name="T5" fmla="*/ 220 h 540"/>
                  <a:gd name="T6" fmla="*/ 478 w 406"/>
                  <a:gd name="T7" fmla="*/ 423 h 540"/>
                  <a:gd name="T8" fmla="*/ 285 w 406"/>
                  <a:gd name="T9" fmla="*/ 630 h 540"/>
                  <a:gd name="T10" fmla="*/ 0 w 406"/>
                  <a:gd name="T11" fmla="*/ 511 h 54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06" h="540">
                    <a:moveTo>
                      <a:pt x="264" y="0"/>
                    </a:moveTo>
                    <a:cubicBezTo>
                      <a:pt x="264" y="0"/>
                      <a:pt x="300" y="112"/>
                      <a:pt x="312" y="135"/>
                    </a:cubicBezTo>
                    <a:cubicBezTo>
                      <a:pt x="324" y="157"/>
                      <a:pt x="334" y="171"/>
                      <a:pt x="337" y="181"/>
                    </a:cubicBezTo>
                    <a:cubicBezTo>
                      <a:pt x="341" y="191"/>
                      <a:pt x="406" y="268"/>
                      <a:pt x="394" y="349"/>
                    </a:cubicBezTo>
                    <a:cubicBezTo>
                      <a:pt x="382" y="430"/>
                      <a:pt x="347" y="498"/>
                      <a:pt x="234" y="519"/>
                    </a:cubicBezTo>
                    <a:cubicBezTo>
                      <a:pt x="121" y="540"/>
                      <a:pt x="28" y="474"/>
                      <a:pt x="0" y="421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039" name="Freeform 66">
                <a:extLst>
                  <a:ext uri="{FF2B5EF4-FFF2-40B4-BE49-F238E27FC236}">
                    <a16:creationId xmlns:a16="http://schemas.microsoft.com/office/drawing/2014/main" id="{0ED1B7A5-A5BC-4EF3-9473-6D68B93C44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6" y="1890"/>
                <a:ext cx="64" cy="30"/>
              </a:xfrm>
              <a:custGeom>
                <a:avLst/>
                <a:gdLst>
                  <a:gd name="T0" fmla="*/ 73 w 60"/>
                  <a:gd name="T1" fmla="*/ 34 h 28"/>
                  <a:gd name="T2" fmla="*/ 0 w 60"/>
                  <a:gd name="T3" fmla="*/ 17 h 2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0" h="28">
                    <a:moveTo>
                      <a:pt x="60" y="28"/>
                    </a:moveTo>
                    <a:cubicBezTo>
                      <a:pt x="60" y="28"/>
                      <a:pt x="20" y="0"/>
                      <a:pt x="0" y="14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040" name="Freeform 67">
                <a:extLst>
                  <a:ext uri="{FF2B5EF4-FFF2-40B4-BE49-F238E27FC236}">
                    <a16:creationId xmlns:a16="http://schemas.microsoft.com/office/drawing/2014/main" id="{F85C4821-194B-408E-8DCE-EDBC16BB83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5" y="1815"/>
                <a:ext cx="11" cy="8"/>
              </a:xfrm>
              <a:custGeom>
                <a:avLst/>
                <a:gdLst>
                  <a:gd name="T0" fmla="*/ 11 w 11"/>
                  <a:gd name="T1" fmla="*/ 10 h 7"/>
                  <a:gd name="T2" fmla="*/ 0 w 11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7">
                    <a:moveTo>
                      <a:pt x="11" y="7"/>
                    </a:moveTo>
                    <a:cubicBezTo>
                      <a:pt x="8" y="5"/>
                      <a:pt x="4" y="2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041" name="Freeform 68">
                <a:extLst>
                  <a:ext uri="{FF2B5EF4-FFF2-40B4-BE49-F238E27FC236}">
                    <a16:creationId xmlns:a16="http://schemas.microsoft.com/office/drawing/2014/main" id="{CAAA866A-F967-41CC-A3F5-49BF5D8009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2" y="1828"/>
                <a:ext cx="4" cy="5"/>
              </a:xfrm>
              <a:custGeom>
                <a:avLst/>
                <a:gdLst>
                  <a:gd name="T0" fmla="*/ 4 w 4"/>
                  <a:gd name="T1" fmla="*/ 5 h 5"/>
                  <a:gd name="T2" fmla="*/ 0 w 4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5">
                    <a:moveTo>
                      <a:pt x="4" y="5"/>
                    </a:moveTo>
                    <a:cubicBezTo>
                      <a:pt x="3" y="3"/>
                      <a:pt x="1" y="2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042" name="Freeform 69">
                <a:extLst>
                  <a:ext uri="{FF2B5EF4-FFF2-40B4-BE49-F238E27FC236}">
                    <a16:creationId xmlns:a16="http://schemas.microsoft.com/office/drawing/2014/main" id="{F505C117-4C42-4EEA-8968-45C861AB1A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4" y="1837"/>
                <a:ext cx="187" cy="109"/>
              </a:xfrm>
              <a:custGeom>
                <a:avLst/>
                <a:gdLst>
                  <a:gd name="T0" fmla="*/ 13 w 175"/>
                  <a:gd name="T1" fmla="*/ 28 h 103"/>
                  <a:gd name="T2" fmla="*/ 5 w 175"/>
                  <a:gd name="T3" fmla="*/ 75 h 103"/>
                  <a:gd name="T4" fmla="*/ 127 w 175"/>
                  <a:gd name="T5" fmla="*/ 102 h 103"/>
                  <a:gd name="T6" fmla="*/ 200 w 175"/>
                  <a:gd name="T7" fmla="*/ 4 h 103"/>
                  <a:gd name="T8" fmla="*/ 198 w 175"/>
                  <a:gd name="T9" fmla="*/ 0 h 10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5" h="103">
                    <a:moveTo>
                      <a:pt x="10" y="24"/>
                    </a:moveTo>
                    <a:cubicBezTo>
                      <a:pt x="2" y="37"/>
                      <a:pt x="0" y="51"/>
                      <a:pt x="5" y="63"/>
                    </a:cubicBezTo>
                    <a:cubicBezTo>
                      <a:pt x="15" y="92"/>
                      <a:pt x="60" y="103"/>
                      <a:pt x="104" y="86"/>
                    </a:cubicBezTo>
                    <a:cubicBezTo>
                      <a:pt x="148" y="70"/>
                      <a:pt x="175" y="33"/>
                      <a:pt x="164" y="4"/>
                    </a:cubicBezTo>
                    <a:cubicBezTo>
                      <a:pt x="164" y="3"/>
                      <a:pt x="163" y="1"/>
                      <a:pt x="162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043" name="Freeform 70">
                <a:extLst>
                  <a:ext uri="{FF2B5EF4-FFF2-40B4-BE49-F238E27FC236}">
                    <a16:creationId xmlns:a16="http://schemas.microsoft.com/office/drawing/2014/main" id="{9BF468C4-FC7D-436C-A567-E9AA6B8F5F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1" y="1812"/>
                <a:ext cx="65" cy="42"/>
              </a:xfrm>
              <a:custGeom>
                <a:avLst/>
                <a:gdLst>
                  <a:gd name="T0" fmla="*/ 74 w 61"/>
                  <a:gd name="T1" fmla="*/ 0 h 39"/>
                  <a:gd name="T2" fmla="*/ 59 w 61"/>
                  <a:gd name="T3" fmla="*/ 4 h 39"/>
                  <a:gd name="T4" fmla="*/ 0 w 61"/>
                  <a:gd name="T5" fmla="*/ 48 h 3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1" h="39">
                    <a:moveTo>
                      <a:pt x="61" y="0"/>
                    </a:moveTo>
                    <a:cubicBezTo>
                      <a:pt x="57" y="2"/>
                      <a:pt x="53" y="3"/>
                      <a:pt x="49" y="4"/>
                    </a:cubicBezTo>
                    <a:cubicBezTo>
                      <a:pt x="28" y="12"/>
                      <a:pt x="11" y="24"/>
                      <a:pt x="0" y="39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044" name="Freeform 71">
                <a:extLst>
                  <a:ext uri="{FF2B5EF4-FFF2-40B4-BE49-F238E27FC236}">
                    <a16:creationId xmlns:a16="http://schemas.microsoft.com/office/drawing/2014/main" id="{AF2FD065-6E59-4423-AD67-837743D7F5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9" y="1808"/>
                <a:ext cx="22" cy="2"/>
              </a:xfrm>
              <a:custGeom>
                <a:avLst/>
                <a:gdLst>
                  <a:gd name="T0" fmla="*/ 26 w 20"/>
                  <a:gd name="T1" fmla="*/ 0 h 2"/>
                  <a:gd name="T2" fmla="*/ 0 w 20"/>
                  <a:gd name="T3" fmla="*/ 2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2">
                    <a:moveTo>
                      <a:pt x="20" y="0"/>
                    </a:moveTo>
                    <a:cubicBezTo>
                      <a:pt x="14" y="0"/>
                      <a:pt x="7" y="1"/>
                      <a:pt x="0" y="2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045" name="Freeform 72">
                <a:extLst>
                  <a:ext uri="{FF2B5EF4-FFF2-40B4-BE49-F238E27FC236}">
                    <a16:creationId xmlns:a16="http://schemas.microsoft.com/office/drawing/2014/main" id="{5D0149A7-244E-4641-B554-8C60A9F711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6" y="1907"/>
                <a:ext cx="211" cy="207"/>
              </a:xfrm>
              <a:custGeom>
                <a:avLst/>
                <a:gdLst>
                  <a:gd name="T0" fmla="*/ 242 w 197"/>
                  <a:gd name="T1" fmla="*/ 0 h 194"/>
                  <a:gd name="T2" fmla="*/ 237 w 197"/>
                  <a:gd name="T3" fmla="*/ 36 h 194"/>
                  <a:gd name="T4" fmla="*/ 141 w 197"/>
                  <a:gd name="T5" fmla="*/ 160 h 194"/>
                  <a:gd name="T6" fmla="*/ 0 w 197"/>
                  <a:gd name="T7" fmla="*/ 236 h 19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7" h="194">
                    <a:moveTo>
                      <a:pt x="197" y="0"/>
                    </a:moveTo>
                    <a:cubicBezTo>
                      <a:pt x="197" y="0"/>
                      <a:pt x="192" y="17"/>
                      <a:pt x="192" y="30"/>
                    </a:cubicBezTo>
                    <a:cubicBezTo>
                      <a:pt x="192" y="42"/>
                      <a:pt x="164" y="110"/>
                      <a:pt x="115" y="132"/>
                    </a:cubicBezTo>
                    <a:cubicBezTo>
                      <a:pt x="65" y="155"/>
                      <a:pt x="22" y="176"/>
                      <a:pt x="0" y="194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046" name="Freeform 73">
                <a:extLst>
                  <a:ext uri="{FF2B5EF4-FFF2-40B4-BE49-F238E27FC236}">
                    <a16:creationId xmlns:a16="http://schemas.microsoft.com/office/drawing/2014/main" id="{383AC9A0-7008-4C9F-A7E3-2F6843E229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6" y="2048"/>
                <a:ext cx="203" cy="275"/>
              </a:xfrm>
              <a:custGeom>
                <a:avLst/>
                <a:gdLst>
                  <a:gd name="T0" fmla="*/ 232 w 190"/>
                  <a:gd name="T1" fmla="*/ 0 h 258"/>
                  <a:gd name="T2" fmla="*/ 171 w 190"/>
                  <a:gd name="T3" fmla="*/ 71 h 258"/>
                  <a:gd name="T4" fmla="*/ 0 w 190"/>
                  <a:gd name="T5" fmla="*/ 312 h 25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0" h="258">
                    <a:moveTo>
                      <a:pt x="190" y="0"/>
                    </a:moveTo>
                    <a:cubicBezTo>
                      <a:pt x="190" y="0"/>
                      <a:pt x="153" y="32"/>
                      <a:pt x="140" y="59"/>
                    </a:cubicBezTo>
                    <a:cubicBezTo>
                      <a:pt x="128" y="86"/>
                      <a:pt x="94" y="191"/>
                      <a:pt x="0" y="258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047" name="Freeform 74">
                <a:extLst>
                  <a:ext uri="{FF2B5EF4-FFF2-40B4-BE49-F238E27FC236}">
                    <a16:creationId xmlns:a16="http://schemas.microsoft.com/office/drawing/2014/main" id="{80DB4672-0DDF-4823-BC1B-1C3530A319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5" y="2137"/>
                <a:ext cx="479" cy="475"/>
              </a:xfrm>
              <a:custGeom>
                <a:avLst/>
                <a:gdLst>
                  <a:gd name="T0" fmla="*/ 0 w 449"/>
                  <a:gd name="T1" fmla="*/ 541 h 445"/>
                  <a:gd name="T2" fmla="*/ 20 w 449"/>
                  <a:gd name="T3" fmla="*/ 490 h 445"/>
                  <a:gd name="T4" fmla="*/ 54 w 449"/>
                  <a:gd name="T5" fmla="*/ 432 h 445"/>
                  <a:gd name="T6" fmla="*/ 131 w 449"/>
                  <a:gd name="T7" fmla="*/ 375 h 445"/>
                  <a:gd name="T8" fmla="*/ 294 w 449"/>
                  <a:gd name="T9" fmla="*/ 236 h 445"/>
                  <a:gd name="T10" fmla="*/ 412 w 449"/>
                  <a:gd name="T11" fmla="*/ 95 h 445"/>
                  <a:gd name="T12" fmla="*/ 545 w 449"/>
                  <a:gd name="T13" fmla="*/ 0 h 44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49" h="445">
                    <a:moveTo>
                      <a:pt x="0" y="445"/>
                    </a:moveTo>
                    <a:cubicBezTo>
                      <a:pt x="0" y="445"/>
                      <a:pt x="12" y="419"/>
                      <a:pt x="17" y="403"/>
                    </a:cubicBezTo>
                    <a:cubicBezTo>
                      <a:pt x="21" y="388"/>
                      <a:pt x="26" y="369"/>
                      <a:pt x="45" y="355"/>
                    </a:cubicBezTo>
                    <a:cubicBezTo>
                      <a:pt x="63" y="341"/>
                      <a:pt x="87" y="318"/>
                      <a:pt x="108" y="308"/>
                    </a:cubicBezTo>
                    <a:cubicBezTo>
                      <a:pt x="129" y="298"/>
                      <a:pt x="216" y="243"/>
                      <a:pt x="243" y="194"/>
                    </a:cubicBezTo>
                    <a:cubicBezTo>
                      <a:pt x="269" y="145"/>
                      <a:pt x="310" y="121"/>
                      <a:pt x="339" y="78"/>
                    </a:cubicBezTo>
                    <a:cubicBezTo>
                      <a:pt x="369" y="34"/>
                      <a:pt x="422" y="5"/>
                      <a:pt x="449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048" name="Freeform 75">
                <a:extLst>
                  <a:ext uri="{FF2B5EF4-FFF2-40B4-BE49-F238E27FC236}">
                    <a16:creationId xmlns:a16="http://schemas.microsoft.com/office/drawing/2014/main" id="{3CDD8836-FA30-4C0A-8384-8ADC991B2A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9" y="2207"/>
                <a:ext cx="198" cy="37"/>
              </a:xfrm>
              <a:custGeom>
                <a:avLst/>
                <a:gdLst>
                  <a:gd name="T0" fmla="*/ 0 w 185"/>
                  <a:gd name="T1" fmla="*/ 41 h 35"/>
                  <a:gd name="T2" fmla="*/ 156 w 185"/>
                  <a:gd name="T3" fmla="*/ 13 h 35"/>
                  <a:gd name="T4" fmla="*/ 227 w 185"/>
                  <a:gd name="T5" fmla="*/ 3 h 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5" h="35">
                    <a:moveTo>
                      <a:pt x="0" y="35"/>
                    </a:moveTo>
                    <a:cubicBezTo>
                      <a:pt x="0" y="35"/>
                      <a:pt x="74" y="0"/>
                      <a:pt x="127" y="10"/>
                    </a:cubicBezTo>
                    <a:cubicBezTo>
                      <a:pt x="181" y="20"/>
                      <a:pt x="185" y="3"/>
                      <a:pt x="185" y="3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049" name="Freeform 76">
                <a:extLst>
                  <a:ext uri="{FF2B5EF4-FFF2-40B4-BE49-F238E27FC236}">
                    <a16:creationId xmlns:a16="http://schemas.microsoft.com/office/drawing/2014/main" id="{6A17BD8B-29A1-428E-96BC-D948B8FE73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4" y="2422"/>
                <a:ext cx="235" cy="51"/>
              </a:xfrm>
              <a:custGeom>
                <a:avLst/>
                <a:gdLst>
                  <a:gd name="T0" fmla="*/ 0 w 220"/>
                  <a:gd name="T1" fmla="*/ 46 h 48"/>
                  <a:gd name="T2" fmla="*/ 62 w 220"/>
                  <a:gd name="T3" fmla="*/ 41 h 48"/>
                  <a:gd name="T4" fmla="*/ 268 w 220"/>
                  <a:gd name="T5" fmla="*/ 57 h 4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0" h="48">
                    <a:moveTo>
                      <a:pt x="0" y="38"/>
                    </a:moveTo>
                    <a:cubicBezTo>
                      <a:pt x="0" y="38"/>
                      <a:pt x="29" y="31"/>
                      <a:pt x="51" y="35"/>
                    </a:cubicBezTo>
                    <a:cubicBezTo>
                      <a:pt x="72" y="39"/>
                      <a:pt x="122" y="0"/>
                      <a:pt x="220" y="48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050" name="Freeform 77">
                <a:extLst>
                  <a:ext uri="{FF2B5EF4-FFF2-40B4-BE49-F238E27FC236}">
                    <a16:creationId xmlns:a16="http://schemas.microsoft.com/office/drawing/2014/main" id="{EA425E54-50CD-4129-8F7E-45DE1027FC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1" y="1540"/>
                <a:ext cx="50" cy="104"/>
              </a:xfrm>
              <a:custGeom>
                <a:avLst/>
                <a:gdLst>
                  <a:gd name="T0" fmla="*/ 2 w 47"/>
                  <a:gd name="T1" fmla="*/ 120 h 97"/>
                  <a:gd name="T2" fmla="*/ 56 w 47"/>
                  <a:gd name="T3" fmla="*/ 0 h 9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7" h="97">
                    <a:moveTo>
                      <a:pt x="2" y="97"/>
                    </a:moveTo>
                    <a:cubicBezTo>
                      <a:pt x="2" y="97"/>
                      <a:pt x="0" y="50"/>
                      <a:pt x="47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051" name="Freeform 78">
                <a:extLst>
                  <a:ext uri="{FF2B5EF4-FFF2-40B4-BE49-F238E27FC236}">
                    <a16:creationId xmlns:a16="http://schemas.microsoft.com/office/drawing/2014/main" id="{66BDFE71-C6C5-4362-8064-EB8E431C2A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9" y="1570"/>
                <a:ext cx="96" cy="36"/>
              </a:xfrm>
              <a:custGeom>
                <a:avLst/>
                <a:gdLst>
                  <a:gd name="T0" fmla="*/ 0 w 90"/>
                  <a:gd name="T1" fmla="*/ 40 h 34"/>
                  <a:gd name="T2" fmla="*/ 41 w 90"/>
                  <a:gd name="T3" fmla="*/ 28 h 34"/>
                  <a:gd name="T4" fmla="*/ 109 w 90"/>
                  <a:gd name="T5" fmla="*/ 0 h 3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0" h="34">
                    <a:moveTo>
                      <a:pt x="0" y="34"/>
                    </a:moveTo>
                    <a:cubicBezTo>
                      <a:pt x="0" y="34"/>
                      <a:pt x="17" y="23"/>
                      <a:pt x="34" y="24"/>
                    </a:cubicBezTo>
                    <a:cubicBezTo>
                      <a:pt x="51" y="26"/>
                      <a:pt x="79" y="16"/>
                      <a:pt x="90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052" name="Freeform 79">
                <a:extLst>
                  <a:ext uri="{FF2B5EF4-FFF2-40B4-BE49-F238E27FC236}">
                    <a16:creationId xmlns:a16="http://schemas.microsoft.com/office/drawing/2014/main" id="{AD1E1E93-DE88-430B-B5BD-FFF896D613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0" y="1744"/>
                <a:ext cx="116" cy="57"/>
              </a:xfrm>
              <a:custGeom>
                <a:avLst/>
                <a:gdLst>
                  <a:gd name="T0" fmla="*/ 0 w 109"/>
                  <a:gd name="T1" fmla="*/ 0 h 54"/>
                  <a:gd name="T2" fmla="*/ 131 w 109"/>
                  <a:gd name="T3" fmla="*/ 63 h 5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9" h="54">
                    <a:moveTo>
                      <a:pt x="0" y="0"/>
                    </a:moveTo>
                    <a:cubicBezTo>
                      <a:pt x="0" y="0"/>
                      <a:pt x="77" y="41"/>
                      <a:pt x="109" y="54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053" name="Freeform 80">
                <a:extLst>
                  <a:ext uri="{FF2B5EF4-FFF2-40B4-BE49-F238E27FC236}">
                    <a16:creationId xmlns:a16="http://schemas.microsoft.com/office/drawing/2014/main" id="{23542C9F-772B-4AAA-8058-3499C243BB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7" y="1813"/>
                <a:ext cx="46" cy="78"/>
              </a:xfrm>
              <a:custGeom>
                <a:avLst/>
                <a:gdLst>
                  <a:gd name="T0" fmla="*/ 52 w 43"/>
                  <a:gd name="T1" fmla="*/ 0 h 73"/>
                  <a:gd name="T2" fmla="*/ 33 w 43"/>
                  <a:gd name="T3" fmla="*/ 26 h 73"/>
                  <a:gd name="T4" fmla="*/ 1 w 43"/>
                  <a:gd name="T5" fmla="*/ 89 h 7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" h="73">
                    <a:moveTo>
                      <a:pt x="43" y="0"/>
                    </a:moveTo>
                    <a:cubicBezTo>
                      <a:pt x="43" y="0"/>
                      <a:pt x="41" y="15"/>
                      <a:pt x="27" y="21"/>
                    </a:cubicBezTo>
                    <a:cubicBezTo>
                      <a:pt x="13" y="27"/>
                      <a:pt x="0" y="53"/>
                      <a:pt x="1" y="73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054" name="Freeform 81">
                <a:extLst>
                  <a:ext uri="{FF2B5EF4-FFF2-40B4-BE49-F238E27FC236}">
                    <a16:creationId xmlns:a16="http://schemas.microsoft.com/office/drawing/2014/main" id="{DC7DD1C2-CA1F-436B-BAB8-C2D24803F7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3" y="1850"/>
                <a:ext cx="21" cy="5"/>
              </a:xfrm>
              <a:custGeom>
                <a:avLst/>
                <a:gdLst>
                  <a:gd name="T0" fmla="*/ 23 w 20"/>
                  <a:gd name="T1" fmla="*/ 0 h 4"/>
                  <a:gd name="T2" fmla="*/ 0 w 20"/>
                  <a:gd name="T3" fmla="*/ 6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4">
                    <a:moveTo>
                      <a:pt x="20" y="0"/>
                    </a:moveTo>
                    <a:cubicBezTo>
                      <a:pt x="20" y="0"/>
                      <a:pt x="9" y="4"/>
                      <a:pt x="0" y="3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055" name="Freeform 82">
                <a:extLst>
                  <a:ext uri="{FF2B5EF4-FFF2-40B4-BE49-F238E27FC236}">
                    <a16:creationId xmlns:a16="http://schemas.microsoft.com/office/drawing/2014/main" id="{389B7796-7999-4756-8B53-2DFF4738F3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1" y="2342"/>
                <a:ext cx="58" cy="158"/>
              </a:xfrm>
              <a:custGeom>
                <a:avLst/>
                <a:gdLst>
                  <a:gd name="T0" fmla="*/ 25 w 54"/>
                  <a:gd name="T1" fmla="*/ 180 h 148"/>
                  <a:gd name="T2" fmla="*/ 37 w 54"/>
                  <a:gd name="T3" fmla="*/ 138 h 148"/>
                  <a:gd name="T4" fmla="*/ 52 w 54"/>
                  <a:gd name="T5" fmla="*/ 121 h 148"/>
                  <a:gd name="T6" fmla="*/ 62 w 54"/>
                  <a:gd name="T7" fmla="*/ 96 h 148"/>
                  <a:gd name="T8" fmla="*/ 64 w 54"/>
                  <a:gd name="T9" fmla="*/ 82 h 148"/>
                  <a:gd name="T10" fmla="*/ 64 w 54"/>
                  <a:gd name="T11" fmla="*/ 47 h 148"/>
                  <a:gd name="T12" fmla="*/ 56 w 54"/>
                  <a:gd name="T13" fmla="*/ 27 h 148"/>
                  <a:gd name="T14" fmla="*/ 33 w 54"/>
                  <a:gd name="T15" fmla="*/ 0 h 148"/>
                  <a:gd name="T16" fmla="*/ 28 w 54"/>
                  <a:gd name="T17" fmla="*/ 15 h 148"/>
                  <a:gd name="T18" fmla="*/ 0 w 54"/>
                  <a:gd name="T19" fmla="*/ 130 h 14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4" h="148">
                    <a:moveTo>
                      <a:pt x="20" y="148"/>
                    </a:moveTo>
                    <a:cubicBezTo>
                      <a:pt x="20" y="148"/>
                      <a:pt x="17" y="123"/>
                      <a:pt x="30" y="113"/>
                    </a:cubicBezTo>
                    <a:cubicBezTo>
                      <a:pt x="42" y="102"/>
                      <a:pt x="42" y="105"/>
                      <a:pt x="42" y="99"/>
                    </a:cubicBezTo>
                    <a:cubicBezTo>
                      <a:pt x="42" y="94"/>
                      <a:pt x="47" y="83"/>
                      <a:pt x="50" y="79"/>
                    </a:cubicBezTo>
                    <a:cubicBezTo>
                      <a:pt x="54" y="75"/>
                      <a:pt x="54" y="73"/>
                      <a:pt x="52" y="67"/>
                    </a:cubicBezTo>
                    <a:cubicBezTo>
                      <a:pt x="50" y="61"/>
                      <a:pt x="50" y="45"/>
                      <a:pt x="52" y="38"/>
                    </a:cubicBezTo>
                    <a:cubicBezTo>
                      <a:pt x="54" y="32"/>
                      <a:pt x="49" y="27"/>
                      <a:pt x="45" y="22"/>
                    </a:cubicBezTo>
                    <a:cubicBezTo>
                      <a:pt x="41" y="17"/>
                      <a:pt x="27" y="0"/>
                      <a:pt x="27" y="0"/>
                    </a:cubicBezTo>
                    <a:cubicBezTo>
                      <a:pt x="27" y="0"/>
                      <a:pt x="22" y="3"/>
                      <a:pt x="22" y="12"/>
                    </a:cubicBezTo>
                    <a:cubicBezTo>
                      <a:pt x="22" y="22"/>
                      <a:pt x="39" y="95"/>
                      <a:pt x="0" y="107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056" name="Freeform 83">
                <a:extLst>
                  <a:ext uri="{FF2B5EF4-FFF2-40B4-BE49-F238E27FC236}">
                    <a16:creationId xmlns:a16="http://schemas.microsoft.com/office/drawing/2014/main" id="{BCA1494F-15B7-497C-A733-67B0B3F166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1" y="2332"/>
                <a:ext cx="37" cy="34"/>
              </a:xfrm>
              <a:custGeom>
                <a:avLst/>
                <a:gdLst>
                  <a:gd name="T0" fmla="*/ 41 w 35"/>
                  <a:gd name="T1" fmla="*/ 3 h 31"/>
                  <a:gd name="T2" fmla="*/ 0 w 35"/>
                  <a:gd name="T3" fmla="*/ 41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5" h="31">
                    <a:moveTo>
                      <a:pt x="35" y="3"/>
                    </a:moveTo>
                    <a:cubicBezTo>
                      <a:pt x="35" y="3"/>
                      <a:pt x="10" y="0"/>
                      <a:pt x="0" y="31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057" name="Freeform 84">
                <a:extLst>
                  <a:ext uri="{FF2B5EF4-FFF2-40B4-BE49-F238E27FC236}">
                    <a16:creationId xmlns:a16="http://schemas.microsoft.com/office/drawing/2014/main" id="{A3942951-6328-4158-96B7-22A28BB000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6" y="2417"/>
                <a:ext cx="33" cy="33"/>
              </a:xfrm>
              <a:custGeom>
                <a:avLst/>
                <a:gdLst>
                  <a:gd name="T0" fmla="*/ 4 w 31"/>
                  <a:gd name="T1" fmla="*/ 28 h 31"/>
                  <a:gd name="T2" fmla="*/ 30 w 31"/>
                  <a:gd name="T3" fmla="*/ 32 h 31"/>
                  <a:gd name="T4" fmla="*/ 18 w 31"/>
                  <a:gd name="T5" fmla="*/ 1 h 31"/>
                  <a:gd name="T6" fmla="*/ 4 w 31"/>
                  <a:gd name="T7" fmla="*/ 28 h 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1" h="31">
                    <a:moveTo>
                      <a:pt x="4" y="23"/>
                    </a:moveTo>
                    <a:cubicBezTo>
                      <a:pt x="4" y="23"/>
                      <a:pt x="16" y="31"/>
                      <a:pt x="24" y="26"/>
                    </a:cubicBezTo>
                    <a:cubicBezTo>
                      <a:pt x="24" y="26"/>
                      <a:pt x="31" y="1"/>
                      <a:pt x="15" y="1"/>
                    </a:cubicBezTo>
                    <a:cubicBezTo>
                      <a:pt x="0" y="0"/>
                      <a:pt x="4" y="23"/>
                      <a:pt x="4" y="23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058" name="Freeform 85">
                <a:extLst>
                  <a:ext uri="{FF2B5EF4-FFF2-40B4-BE49-F238E27FC236}">
                    <a16:creationId xmlns:a16="http://schemas.microsoft.com/office/drawing/2014/main" id="{419F6F26-A2C2-4E18-96F4-6F89A1CD44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8" y="2488"/>
                <a:ext cx="25" cy="18"/>
              </a:xfrm>
              <a:custGeom>
                <a:avLst/>
                <a:gdLst>
                  <a:gd name="T0" fmla="*/ 29 w 23"/>
                  <a:gd name="T1" fmla="*/ 6 h 17"/>
                  <a:gd name="T2" fmla="*/ 12 w 23"/>
                  <a:gd name="T3" fmla="*/ 4 h 17"/>
                  <a:gd name="T4" fmla="*/ 0 w 23"/>
                  <a:gd name="T5" fmla="*/ 20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17">
                    <a:moveTo>
                      <a:pt x="23" y="6"/>
                    </a:moveTo>
                    <a:cubicBezTo>
                      <a:pt x="23" y="6"/>
                      <a:pt x="18" y="0"/>
                      <a:pt x="9" y="4"/>
                    </a:cubicBezTo>
                    <a:cubicBezTo>
                      <a:pt x="1" y="8"/>
                      <a:pt x="0" y="17"/>
                      <a:pt x="0" y="17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059" name="Freeform 86">
                <a:extLst>
                  <a:ext uri="{FF2B5EF4-FFF2-40B4-BE49-F238E27FC236}">
                    <a16:creationId xmlns:a16="http://schemas.microsoft.com/office/drawing/2014/main" id="{CC62E155-4E15-4484-9051-BB6BA42EBA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5" y="2432"/>
                <a:ext cx="47" cy="46"/>
              </a:xfrm>
              <a:custGeom>
                <a:avLst/>
                <a:gdLst>
                  <a:gd name="T0" fmla="*/ 0 w 44"/>
                  <a:gd name="T1" fmla="*/ 52 h 43"/>
                  <a:gd name="T2" fmla="*/ 30 w 44"/>
                  <a:gd name="T3" fmla="*/ 30 h 43"/>
                  <a:gd name="T4" fmla="*/ 53 w 44"/>
                  <a:gd name="T5" fmla="*/ 0 h 4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4" h="43">
                    <a:moveTo>
                      <a:pt x="0" y="43"/>
                    </a:moveTo>
                    <a:cubicBezTo>
                      <a:pt x="0" y="43"/>
                      <a:pt x="6" y="29"/>
                      <a:pt x="24" y="24"/>
                    </a:cubicBezTo>
                    <a:cubicBezTo>
                      <a:pt x="24" y="24"/>
                      <a:pt x="26" y="9"/>
                      <a:pt x="44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060" name="Freeform 87">
                <a:extLst>
                  <a:ext uri="{FF2B5EF4-FFF2-40B4-BE49-F238E27FC236}">
                    <a16:creationId xmlns:a16="http://schemas.microsoft.com/office/drawing/2014/main" id="{4866BD87-06F3-4D5E-84E1-6D3A0B7CF0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2" y="2416"/>
                <a:ext cx="26" cy="22"/>
              </a:xfrm>
              <a:custGeom>
                <a:avLst/>
                <a:gdLst>
                  <a:gd name="T0" fmla="*/ 0 w 25"/>
                  <a:gd name="T1" fmla="*/ 24 h 21"/>
                  <a:gd name="T2" fmla="*/ 11 w 25"/>
                  <a:gd name="T3" fmla="*/ 18 h 21"/>
                  <a:gd name="T4" fmla="*/ 28 w 25"/>
                  <a:gd name="T5" fmla="*/ 0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21">
                    <a:moveTo>
                      <a:pt x="0" y="21"/>
                    </a:moveTo>
                    <a:cubicBezTo>
                      <a:pt x="0" y="21"/>
                      <a:pt x="6" y="16"/>
                      <a:pt x="11" y="15"/>
                    </a:cubicBezTo>
                    <a:cubicBezTo>
                      <a:pt x="17" y="14"/>
                      <a:pt x="18" y="3"/>
                      <a:pt x="25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061" name="Freeform 88">
                <a:extLst>
                  <a:ext uri="{FF2B5EF4-FFF2-40B4-BE49-F238E27FC236}">
                    <a16:creationId xmlns:a16="http://schemas.microsoft.com/office/drawing/2014/main" id="{76393809-ED7C-45FA-9B12-E269FD37F1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2" y="2363"/>
                <a:ext cx="21" cy="63"/>
              </a:xfrm>
              <a:custGeom>
                <a:avLst/>
                <a:gdLst>
                  <a:gd name="T0" fmla="*/ 25 w 19"/>
                  <a:gd name="T1" fmla="*/ 72 h 59"/>
                  <a:gd name="T2" fmla="*/ 19 w 19"/>
                  <a:gd name="T3" fmla="*/ 49 h 59"/>
                  <a:gd name="T4" fmla="*/ 12 w 19"/>
                  <a:gd name="T5" fmla="*/ 23 h 59"/>
                  <a:gd name="T6" fmla="*/ 0 w 19"/>
                  <a:gd name="T7" fmla="*/ 0 h 5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59">
                    <a:moveTo>
                      <a:pt x="19" y="59"/>
                    </a:moveTo>
                    <a:cubicBezTo>
                      <a:pt x="19" y="59"/>
                      <a:pt x="13" y="49"/>
                      <a:pt x="14" y="40"/>
                    </a:cubicBezTo>
                    <a:cubicBezTo>
                      <a:pt x="16" y="30"/>
                      <a:pt x="13" y="25"/>
                      <a:pt x="9" y="20"/>
                    </a:cubicBezTo>
                    <a:cubicBezTo>
                      <a:pt x="5" y="14"/>
                      <a:pt x="1" y="7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062" name="Freeform 89">
                <a:extLst>
                  <a:ext uri="{FF2B5EF4-FFF2-40B4-BE49-F238E27FC236}">
                    <a16:creationId xmlns:a16="http://schemas.microsoft.com/office/drawing/2014/main" id="{2B7283F8-E33E-4AA6-ACBB-CB3AF26372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0" y="2384"/>
                <a:ext cx="13" cy="19"/>
              </a:xfrm>
              <a:custGeom>
                <a:avLst/>
                <a:gdLst>
                  <a:gd name="T0" fmla="*/ 15 w 12"/>
                  <a:gd name="T1" fmla="*/ 0 h 18"/>
                  <a:gd name="T2" fmla="*/ 12 w 12"/>
                  <a:gd name="T3" fmla="*/ 16 h 18"/>
                  <a:gd name="T4" fmla="*/ 0 w 12"/>
                  <a:gd name="T5" fmla="*/ 21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8">
                    <a:moveTo>
                      <a:pt x="12" y="0"/>
                    </a:moveTo>
                    <a:cubicBezTo>
                      <a:pt x="12" y="0"/>
                      <a:pt x="9" y="9"/>
                      <a:pt x="9" y="13"/>
                    </a:cubicBezTo>
                    <a:cubicBezTo>
                      <a:pt x="10" y="18"/>
                      <a:pt x="0" y="18"/>
                      <a:pt x="0" y="18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063" name="Freeform 90">
                <a:extLst>
                  <a:ext uri="{FF2B5EF4-FFF2-40B4-BE49-F238E27FC236}">
                    <a16:creationId xmlns:a16="http://schemas.microsoft.com/office/drawing/2014/main" id="{34D56431-E83D-44FA-B135-E428799E1F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9" y="1213"/>
                <a:ext cx="77" cy="53"/>
              </a:xfrm>
              <a:custGeom>
                <a:avLst/>
                <a:gdLst>
                  <a:gd name="T0" fmla="*/ 88 w 72"/>
                  <a:gd name="T1" fmla="*/ 0 h 50"/>
                  <a:gd name="T2" fmla="*/ 0 w 72"/>
                  <a:gd name="T3" fmla="*/ 59 h 5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2" h="50">
                    <a:moveTo>
                      <a:pt x="72" y="0"/>
                    </a:moveTo>
                    <a:cubicBezTo>
                      <a:pt x="72" y="0"/>
                      <a:pt x="63" y="33"/>
                      <a:pt x="0" y="5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064" name="Freeform 91">
                <a:extLst>
                  <a:ext uri="{FF2B5EF4-FFF2-40B4-BE49-F238E27FC236}">
                    <a16:creationId xmlns:a16="http://schemas.microsoft.com/office/drawing/2014/main" id="{10223C7E-A4E4-48B0-B5F7-0053C43B3C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4" y="1211"/>
                <a:ext cx="8" cy="44"/>
              </a:xfrm>
              <a:custGeom>
                <a:avLst/>
                <a:gdLst>
                  <a:gd name="T0" fmla="*/ 4 w 8"/>
                  <a:gd name="T1" fmla="*/ 0 h 42"/>
                  <a:gd name="T2" fmla="*/ 8 w 8"/>
                  <a:gd name="T3" fmla="*/ 48 h 4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42">
                    <a:moveTo>
                      <a:pt x="4" y="0"/>
                    </a:moveTo>
                    <a:cubicBezTo>
                      <a:pt x="4" y="0"/>
                      <a:pt x="0" y="22"/>
                      <a:pt x="8" y="42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065" name="Freeform 92">
                <a:extLst>
                  <a:ext uri="{FF2B5EF4-FFF2-40B4-BE49-F238E27FC236}">
                    <a16:creationId xmlns:a16="http://schemas.microsoft.com/office/drawing/2014/main" id="{05CC0C7C-9EE8-438F-90CE-16965399A4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9" y="1113"/>
                <a:ext cx="9" cy="17"/>
              </a:xfrm>
              <a:custGeom>
                <a:avLst/>
                <a:gdLst>
                  <a:gd name="T0" fmla="*/ 0 w 8"/>
                  <a:gd name="T1" fmla="*/ 0 h 16"/>
                  <a:gd name="T2" fmla="*/ 0 w 8"/>
                  <a:gd name="T3" fmla="*/ 19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16">
                    <a:moveTo>
                      <a:pt x="0" y="0"/>
                    </a:moveTo>
                    <a:cubicBezTo>
                      <a:pt x="0" y="0"/>
                      <a:pt x="8" y="4"/>
                      <a:pt x="0" y="16"/>
                    </a:cubicBezTo>
                  </a:path>
                </a:pathLst>
              </a:custGeom>
              <a:noFill/>
              <a:ln w="3175" cap="rnd">
                <a:solidFill>
                  <a:srgbClr val="9569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066" name="Freeform 93">
                <a:extLst>
                  <a:ext uri="{FF2B5EF4-FFF2-40B4-BE49-F238E27FC236}">
                    <a16:creationId xmlns:a16="http://schemas.microsoft.com/office/drawing/2014/main" id="{3EC9A8B2-7A3C-4B20-B9F3-8BB4E858E8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3" y="1041"/>
                <a:ext cx="25" cy="61"/>
              </a:xfrm>
              <a:custGeom>
                <a:avLst/>
                <a:gdLst>
                  <a:gd name="T0" fmla="*/ 0 w 23"/>
                  <a:gd name="T1" fmla="*/ 0 h 57"/>
                  <a:gd name="T2" fmla="*/ 12 w 23"/>
                  <a:gd name="T3" fmla="*/ 11 h 57"/>
                  <a:gd name="T4" fmla="*/ 20 w 23"/>
                  <a:gd name="T5" fmla="*/ 29 h 57"/>
                  <a:gd name="T6" fmla="*/ 24 w 23"/>
                  <a:gd name="T7" fmla="*/ 49 h 57"/>
                  <a:gd name="T8" fmla="*/ 29 w 23"/>
                  <a:gd name="T9" fmla="*/ 70 h 57"/>
                  <a:gd name="T10" fmla="*/ 26 w 23"/>
                  <a:gd name="T11" fmla="*/ 60 h 57"/>
                  <a:gd name="T12" fmla="*/ 20 w 23"/>
                  <a:gd name="T13" fmla="*/ 48 h 57"/>
                  <a:gd name="T14" fmla="*/ 16 w 23"/>
                  <a:gd name="T15" fmla="*/ 30 h 57"/>
                  <a:gd name="T16" fmla="*/ 13 w 23"/>
                  <a:gd name="T17" fmla="*/ 16 h 57"/>
                  <a:gd name="T18" fmla="*/ 10 w 23"/>
                  <a:gd name="T19" fmla="*/ 11 h 57"/>
                  <a:gd name="T20" fmla="*/ 3 w 23"/>
                  <a:gd name="T21" fmla="*/ 2 h 5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3" h="57">
                    <a:moveTo>
                      <a:pt x="0" y="0"/>
                    </a:moveTo>
                    <a:cubicBezTo>
                      <a:pt x="4" y="1"/>
                      <a:pt x="6" y="5"/>
                      <a:pt x="9" y="8"/>
                    </a:cubicBezTo>
                    <a:cubicBezTo>
                      <a:pt x="13" y="12"/>
                      <a:pt x="15" y="17"/>
                      <a:pt x="16" y="23"/>
                    </a:cubicBezTo>
                    <a:cubicBezTo>
                      <a:pt x="17" y="29"/>
                      <a:pt x="17" y="34"/>
                      <a:pt x="18" y="40"/>
                    </a:cubicBezTo>
                    <a:cubicBezTo>
                      <a:pt x="19" y="46"/>
                      <a:pt x="21" y="52"/>
                      <a:pt x="23" y="57"/>
                    </a:cubicBezTo>
                    <a:cubicBezTo>
                      <a:pt x="23" y="55"/>
                      <a:pt x="21" y="52"/>
                      <a:pt x="20" y="49"/>
                    </a:cubicBezTo>
                    <a:cubicBezTo>
                      <a:pt x="18" y="46"/>
                      <a:pt x="17" y="42"/>
                      <a:pt x="16" y="39"/>
                    </a:cubicBezTo>
                    <a:cubicBezTo>
                      <a:pt x="15" y="34"/>
                      <a:pt x="14" y="29"/>
                      <a:pt x="13" y="24"/>
                    </a:cubicBezTo>
                    <a:cubicBezTo>
                      <a:pt x="12" y="20"/>
                      <a:pt x="12" y="17"/>
                      <a:pt x="10" y="13"/>
                    </a:cubicBezTo>
                    <a:cubicBezTo>
                      <a:pt x="9" y="11"/>
                      <a:pt x="8" y="10"/>
                      <a:pt x="7" y="8"/>
                    </a:cubicBezTo>
                    <a:cubicBezTo>
                      <a:pt x="6" y="6"/>
                      <a:pt x="3" y="4"/>
                      <a:pt x="3" y="2"/>
                    </a:cubicBezTo>
                  </a:path>
                </a:pathLst>
              </a:custGeom>
              <a:solidFill>
                <a:srgbClr val="C9A1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067" name="Freeform 94">
                <a:extLst>
                  <a:ext uri="{FF2B5EF4-FFF2-40B4-BE49-F238E27FC236}">
                    <a16:creationId xmlns:a16="http://schemas.microsoft.com/office/drawing/2014/main" id="{472E12D2-EA3C-4B63-92EB-297631AB30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2" y="1113"/>
                <a:ext cx="10" cy="19"/>
              </a:xfrm>
              <a:custGeom>
                <a:avLst/>
                <a:gdLst>
                  <a:gd name="T0" fmla="*/ 1 w 9"/>
                  <a:gd name="T1" fmla="*/ 0 h 18"/>
                  <a:gd name="T2" fmla="*/ 0 w 9"/>
                  <a:gd name="T3" fmla="*/ 21 h 18"/>
                  <a:gd name="T4" fmla="*/ 2 w 9"/>
                  <a:gd name="T5" fmla="*/ 2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8">
                    <a:moveTo>
                      <a:pt x="1" y="0"/>
                    </a:moveTo>
                    <a:cubicBezTo>
                      <a:pt x="0" y="6"/>
                      <a:pt x="5" y="11"/>
                      <a:pt x="0" y="18"/>
                    </a:cubicBezTo>
                    <a:cubicBezTo>
                      <a:pt x="8" y="13"/>
                      <a:pt x="9" y="7"/>
                      <a:pt x="2" y="2"/>
                    </a:cubicBezTo>
                  </a:path>
                </a:pathLst>
              </a:custGeom>
              <a:solidFill>
                <a:srgbClr val="C9A1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068" name="Freeform 95">
                <a:extLst>
                  <a:ext uri="{FF2B5EF4-FFF2-40B4-BE49-F238E27FC236}">
                    <a16:creationId xmlns:a16="http://schemas.microsoft.com/office/drawing/2014/main" id="{DAC0E061-F21C-4A4F-B118-9F360113BE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5" y="1023"/>
                <a:ext cx="12" cy="75"/>
              </a:xfrm>
              <a:custGeom>
                <a:avLst/>
                <a:gdLst>
                  <a:gd name="T0" fmla="*/ 11 w 11"/>
                  <a:gd name="T1" fmla="*/ 86 h 70"/>
                  <a:gd name="T2" fmla="*/ 14 w 11"/>
                  <a:gd name="T3" fmla="*/ 0 h 7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70">
                    <a:moveTo>
                      <a:pt x="8" y="70"/>
                    </a:moveTo>
                    <a:cubicBezTo>
                      <a:pt x="8" y="70"/>
                      <a:pt x="0" y="26"/>
                      <a:pt x="11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069" name="Freeform 96">
                <a:extLst>
                  <a:ext uri="{FF2B5EF4-FFF2-40B4-BE49-F238E27FC236}">
                    <a16:creationId xmlns:a16="http://schemas.microsoft.com/office/drawing/2014/main" id="{E077CB3A-DF9A-49F1-841F-F4B837DEB1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3" y="1014"/>
                <a:ext cx="23" cy="24"/>
              </a:xfrm>
              <a:custGeom>
                <a:avLst/>
                <a:gdLst>
                  <a:gd name="T0" fmla="*/ 0 w 22"/>
                  <a:gd name="T1" fmla="*/ 28 h 22"/>
                  <a:gd name="T2" fmla="*/ 20 w 22"/>
                  <a:gd name="T3" fmla="*/ 27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22">
                    <a:moveTo>
                      <a:pt x="0" y="22"/>
                    </a:moveTo>
                    <a:cubicBezTo>
                      <a:pt x="0" y="22"/>
                      <a:pt x="22" y="0"/>
                      <a:pt x="17" y="21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070" name="Freeform 97">
                <a:extLst>
                  <a:ext uri="{FF2B5EF4-FFF2-40B4-BE49-F238E27FC236}">
                    <a16:creationId xmlns:a16="http://schemas.microsoft.com/office/drawing/2014/main" id="{9CE6B1BD-757E-48C2-A7B8-F7C1674F5B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2" y="1046"/>
                <a:ext cx="18" cy="22"/>
              </a:xfrm>
              <a:custGeom>
                <a:avLst/>
                <a:gdLst>
                  <a:gd name="T0" fmla="*/ 0 w 17"/>
                  <a:gd name="T1" fmla="*/ 0 h 20"/>
                  <a:gd name="T2" fmla="*/ 0 w 17"/>
                  <a:gd name="T3" fmla="*/ 26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20">
                    <a:moveTo>
                      <a:pt x="0" y="0"/>
                    </a:moveTo>
                    <a:cubicBezTo>
                      <a:pt x="0" y="0"/>
                      <a:pt x="17" y="9"/>
                      <a:pt x="0" y="2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071" name="Freeform 98">
                <a:extLst>
                  <a:ext uri="{FF2B5EF4-FFF2-40B4-BE49-F238E27FC236}">
                    <a16:creationId xmlns:a16="http://schemas.microsoft.com/office/drawing/2014/main" id="{DDA202B4-0089-4898-A570-8C34F234B5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7" y="2932"/>
                <a:ext cx="65" cy="86"/>
              </a:xfrm>
              <a:custGeom>
                <a:avLst/>
                <a:gdLst>
                  <a:gd name="T0" fmla="*/ 74 w 61"/>
                  <a:gd name="T1" fmla="*/ 0 h 81"/>
                  <a:gd name="T2" fmla="*/ 35 w 61"/>
                  <a:gd name="T3" fmla="*/ 37 h 81"/>
                  <a:gd name="T4" fmla="*/ 0 w 61"/>
                  <a:gd name="T5" fmla="*/ 97 h 8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1" h="81">
                    <a:moveTo>
                      <a:pt x="61" y="0"/>
                    </a:moveTo>
                    <a:cubicBezTo>
                      <a:pt x="51" y="3"/>
                      <a:pt x="37" y="23"/>
                      <a:pt x="29" y="31"/>
                    </a:cubicBezTo>
                    <a:cubicBezTo>
                      <a:pt x="15" y="47"/>
                      <a:pt x="9" y="61"/>
                      <a:pt x="0" y="81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072" name="Freeform 99">
                <a:extLst>
                  <a:ext uri="{FF2B5EF4-FFF2-40B4-BE49-F238E27FC236}">
                    <a16:creationId xmlns:a16="http://schemas.microsoft.com/office/drawing/2014/main" id="{AD65B342-425E-49A1-BE66-1C55C1A139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8" y="3047"/>
                <a:ext cx="210" cy="52"/>
              </a:xfrm>
              <a:custGeom>
                <a:avLst/>
                <a:gdLst>
                  <a:gd name="T0" fmla="*/ 239 w 197"/>
                  <a:gd name="T1" fmla="*/ 0 h 49"/>
                  <a:gd name="T2" fmla="*/ 204 w 197"/>
                  <a:gd name="T3" fmla="*/ 22 h 49"/>
                  <a:gd name="T4" fmla="*/ 157 w 197"/>
                  <a:gd name="T5" fmla="*/ 48 h 49"/>
                  <a:gd name="T6" fmla="*/ 88 w 197"/>
                  <a:gd name="T7" fmla="*/ 57 h 49"/>
                  <a:gd name="T8" fmla="*/ 0 w 197"/>
                  <a:gd name="T9" fmla="*/ 34 h 4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7" h="49">
                    <a:moveTo>
                      <a:pt x="197" y="0"/>
                    </a:moveTo>
                    <a:cubicBezTo>
                      <a:pt x="190" y="9"/>
                      <a:pt x="177" y="13"/>
                      <a:pt x="168" y="19"/>
                    </a:cubicBezTo>
                    <a:cubicBezTo>
                      <a:pt x="156" y="27"/>
                      <a:pt x="143" y="35"/>
                      <a:pt x="129" y="40"/>
                    </a:cubicBezTo>
                    <a:cubicBezTo>
                      <a:pt x="111" y="46"/>
                      <a:pt x="92" y="49"/>
                      <a:pt x="73" y="48"/>
                    </a:cubicBezTo>
                    <a:cubicBezTo>
                      <a:pt x="46" y="47"/>
                      <a:pt x="25" y="34"/>
                      <a:pt x="0" y="28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073" name="Freeform 100">
                <a:extLst>
                  <a:ext uri="{FF2B5EF4-FFF2-40B4-BE49-F238E27FC236}">
                    <a16:creationId xmlns:a16="http://schemas.microsoft.com/office/drawing/2014/main" id="{8A8ACEB9-059E-485C-9E8A-497167ABAB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6" y="3056"/>
                <a:ext cx="39" cy="15"/>
              </a:xfrm>
              <a:custGeom>
                <a:avLst/>
                <a:gdLst>
                  <a:gd name="T0" fmla="*/ 43 w 37"/>
                  <a:gd name="T1" fmla="*/ 0 h 15"/>
                  <a:gd name="T2" fmla="*/ 0 w 37"/>
                  <a:gd name="T3" fmla="*/ 15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7" h="15">
                    <a:moveTo>
                      <a:pt x="37" y="0"/>
                    </a:moveTo>
                    <a:cubicBezTo>
                      <a:pt x="25" y="6"/>
                      <a:pt x="11" y="8"/>
                      <a:pt x="0" y="15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074" name="Freeform 101">
                <a:extLst>
                  <a:ext uri="{FF2B5EF4-FFF2-40B4-BE49-F238E27FC236}">
                    <a16:creationId xmlns:a16="http://schemas.microsoft.com/office/drawing/2014/main" id="{BBF6300E-5C7A-4153-8D4F-D06A780710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0" y="3113"/>
                <a:ext cx="57" cy="8"/>
              </a:xfrm>
              <a:custGeom>
                <a:avLst/>
                <a:gdLst>
                  <a:gd name="T0" fmla="*/ 66 w 53"/>
                  <a:gd name="T1" fmla="*/ 2 h 7"/>
                  <a:gd name="T2" fmla="*/ 0 w 53"/>
                  <a:gd name="T3" fmla="*/ 1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3" h="7">
                    <a:moveTo>
                      <a:pt x="53" y="2"/>
                    </a:moveTo>
                    <a:cubicBezTo>
                      <a:pt x="37" y="1"/>
                      <a:pt x="16" y="0"/>
                      <a:pt x="0" y="7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075" name="Freeform 102">
                <a:extLst>
                  <a:ext uri="{FF2B5EF4-FFF2-40B4-BE49-F238E27FC236}">
                    <a16:creationId xmlns:a16="http://schemas.microsoft.com/office/drawing/2014/main" id="{49B36120-E89B-467A-B520-335C7359ED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6" y="2739"/>
                <a:ext cx="59" cy="23"/>
              </a:xfrm>
              <a:custGeom>
                <a:avLst/>
                <a:gdLst>
                  <a:gd name="T0" fmla="*/ 68 w 55"/>
                  <a:gd name="T1" fmla="*/ 0 h 22"/>
                  <a:gd name="T2" fmla="*/ 0 w 55"/>
                  <a:gd name="T3" fmla="*/ 25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5" h="22">
                    <a:moveTo>
                      <a:pt x="55" y="0"/>
                    </a:moveTo>
                    <a:cubicBezTo>
                      <a:pt x="35" y="7"/>
                      <a:pt x="18" y="8"/>
                      <a:pt x="0" y="22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076" name="Freeform 103">
                <a:extLst>
                  <a:ext uri="{FF2B5EF4-FFF2-40B4-BE49-F238E27FC236}">
                    <a16:creationId xmlns:a16="http://schemas.microsoft.com/office/drawing/2014/main" id="{583F71E2-0A74-4A6D-98AF-FA2C30CBD9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2" y="3747"/>
                <a:ext cx="104" cy="13"/>
              </a:xfrm>
              <a:custGeom>
                <a:avLst/>
                <a:gdLst>
                  <a:gd name="T0" fmla="*/ 117 w 98"/>
                  <a:gd name="T1" fmla="*/ 5 h 13"/>
                  <a:gd name="T2" fmla="*/ 82 w 98"/>
                  <a:gd name="T3" fmla="*/ 12 h 13"/>
                  <a:gd name="T4" fmla="*/ 52 w 98"/>
                  <a:gd name="T5" fmla="*/ 6 h 13"/>
                  <a:gd name="T6" fmla="*/ 0 w 98"/>
                  <a:gd name="T7" fmla="*/ 13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8" h="13">
                    <a:moveTo>
                      <a:pt x="98" y="5"/>
                    </a:moveTo>
                    <a:cubicBezTo>
                      <a:pt x="88" y="7"/>
                      <a:pt x="80" y="12"/>
                      <a:pt x="69" y="12"/>
                    </a:cubicBezTo>
                    <a:cubicBezTo>
                      <a:pt x="60" y="12"/>
                      <a:pt x="52" y="9"/>
                      <a:pt x="43" y="6"/>
                    </a:cubicBezTo>
                    <a:cubicBezTo>
                      <a:pt x="28" y="0"/>
                      <a:pt x="11" y="1"/>
                      <a:pt x="0" y="13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077" name="Freeform 104">
                <a:extLst>
                  <a:ext uri="{FF2B5EF4-FFF2-40B4-BE49-F238E27FC236}">
                    <a16:creationId xmlns:a16="http://schemas.microsoft.com/office/drawing/2014/main" id="{4224713F-7363-426D-A573-2F68914F7B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7" y="3647"/>
                <a:ext cx="44" cy="8"/>
              </a:xfrm>
              <a:custGeom>
                <a:avLst/>
                <a:gdLst>
                  <a:gd name="T0" fmla="*/ 48 w 42"/>
                  <a:gd name="T1" fmla="*/ 0 h 7"/>
                  <a:gd name="T2" fmla="*/ 0 w 42"/>
                  <a:gd name="T3" fmla="*/ 1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2" h="7">
                    <a:moveTo>
                      <a:pt x="42" y="0"/>
                    </a:moveTo>
                    <a:cubicBezTo>
                      <a:pt x="29" y="0"/>
                      <a:pt x="14" y="5"/>
                      <a:pt x="0" y="7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078" name="Freeform 105">
                <a:extLst>
                  <a:ext uri="{FF2B5EF4-FFF2-40B4-BE49-F238E27FC236}">
                    <a16:creationId xmlns:a16="http://schemas.microsoft.com/office/drawing/2014/main" id="{825C7998-8CA4-48AC-AC83-08C5686671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2" y="3941"/>
                <a:ext cx="38" cy="37"/>
              </a:xfrm>
              <a:custGeom>
                <a:avLst/>
                <a:gdLst>
                  <a:gd name="T0" fmla="*/ 39 w 36"/>
                  <a:gd name="T1" fmla="*/ 41 h 35"/>
                  <a:gd name="T2" fmla="*/ 29 w 36"/>
                  <a:gd name="T3" fmla="*/ 14 h 35"/>
                  <a:gd name="T4" fmla="*/ 14 w 36"/>
                  <a:gd name="T5" fmla="*/ 4 h 35"/>
                  <a:gd name="T6" fmla="*/ 0 w 36"/>
                  <a:gd name="T7" fmla="*/ 0 h 3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6" h="35">
                    <a:moveTo>
                      <a:pt x="33" y="35"/>
                    </a:moveTo>
                    <a:cubicBezTo>
                      <a:pt x="36" y="26"/>
                      <a:pt x="34" y="15"/>
                      <a:pt x="25" y="11"/>
                    </a:cubicBezTo>
                    <a:cubicBezTo>
                      <a:pt x="20" y="9"/>
                      <a:pt x="16" y="6"/>
                      <a:pt x="11" y="4"/>
                    </a:cubicBezTo>
                    <a:cubicBezTo>
                      <a:pt x="8" y="3"/>
                      <a:pt x="3" y="2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079" name="Freeform 106">
                <a:extLst>
                  <a:ext uri="{FF2B5EF4-FFF2-40B4-BE49-F238E27FC236}">
                    <a16:creationId xmlns:a16="http://schemas.microsoft.com/office/drawing/2014/main" id="{5FFEE4A4-1FE0-4569-AFAE-0215CAA440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4" y="3921"/>
                <a:ext cx="15" cy="22"/>
              </a:xfrm>
              <a:custGeom>
                <a:avLst/>
                <a:gdLst>
                  <a:gd name="T0" fmla="*/ 17 w 14"/>
                  <a:gd name="T1" fmla="*/ 26 h 20"/>
                  <a:gd name="T2" fmla="*/ 0 w 14"/>
                  <a:gd name="T3" fmla="*/ 0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20">
                    <a:moveTo>
                      <a:pt x="14" y="20"/>
                    </a:moveTo>
                    <a:cubicBezTo>
                      <a:pt x="7" y="15"/>
                      <a:pt x="6" y="5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080" name="Freeform 107">
                <a:extLst>
                  <a:ext uri="{FF2B5EF4-FFF2-40B4-BE49-F238E27FC236}">
                    <a16:creationId xmlns:a16="http://schemas.microsoft.com/office/drawing/2014/main" id="{1CFEFC13-083F-45A2-8770-2F49C887EE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6" y="3951"/>
                <a:ext cx="35" cy="25"/>
              </a:xfrm>
              <a:custGeom>
                <a:avLst/>
                <a:gdLst>
                  <a:gd name="T0" fmla="*/ 39 w 33"/>
                  <a:gd name="T1" fmla="*/ 9 h 23"/>
                  <a:gd name="T2" fmla="*/ 6 w 33"/>
                  <a:gd name="T3" fmla="*/ 29 h 23"/>
                  <a:gd name="T4" fmla="*/ 2 w 33"/>
                  <a:gd name="T5" fmla="*/ 11 h 23"/>
                  <a:gd name="T6" fmla="*/ 16 w 33"/>
                  <a:gd name="T7" fmla="*/ 0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" h="23">
                    <a:moveTo>
                      <a:pt x="33" y="6"/>
                    </a:moveTo>
                    <a:cubicBezTo>
                      <a:pt x="20" y="4"/>
                      <a:pt x="10" y="9"/>
                      <a:pt x="6" y="23"/>
                    </a:cubicBezTo>
                    <a:cubicBezTo>
                      <a:pt x="2" y="20"/>
                      <a:pt x="0" y="12"/>
                      <a:pt x="2" y="8"/>
                    </a:cubicBezTo>
                    <a:cubicBezTo>
                      <a:pt x="4" y="3"/>
                      <a:pt x="8" y="3"/>
                      <a:pt x="13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081" name="Freeform 108">
                <a:extLst>
                  <a:ext uri="{FF2B5EF4-FFF2-40B4-BE49-F238E27FC236}">
                    <a16:creationId xmlns:a16="http://schemas.microsoft.com/office/drawing/2014/main" id="{34628398-0B6A-4832-9B1F-3B752BA886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2" y="3926"/>
                <a:ext cx="37" cy="47"/>
              </a:xfrm>
              <a:custGeom>
                <a:avLst/>
                <a:gdLst>
                  <a:gd name="T0" fmla="*/ 37 w 35"/>
                  <a:gd name="T1" fmla="*/ 53 h 44"/>
                  <a:gd name="T2" fmla="*/ 37 w 35"/>
                  <a:gd name="T3" fmla="*/ 36 h 44"/>
                  <a:gd name="T4" fmla="*/ 25 w 35"/>
                  <a:gd name="T5" fmla="*/ 22 h 44"/>
                  <a:gd name="T6" fmla="*/ 13 w 35"/>
                  <a:gd name="T7" fmla="*/ 15 h 44"/>
                  <a:gd name="T8" fmla="*/ 5 w 35"/>
                  <a:gd name="T9" fmla="*/ 11 h 44"/>
                  <a:gd name="T10" fmla="*/ 0 w 35"/>
                  <a:gd name="T11" fmla="*/ 0 h 4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5" h="44">
                    <a:moveTo>
                      <a:pt x="31" y="44"/>
                    </a:moveTo>
                    <a:cubicBezTo>
                      <a:pt x="35" y="43"/>
                      <a:pt x="32" y="33"/>
                      <a:pt x="31" y="30"/>
                    </a:cubicBezTo>
                    <a:cubicBezTo>
                      <a:pt x="29" y="26"/>
                      <a:pt x="25" y="22"/>
                      <a:pt x="22" y="19"/>
                    </a:cubicBezTo>
                    <a:cubicBezTo>
                      <a:pt x="19" y="16"/>
                      <a:pt x="14" y="14"/>
                      <a:pt x="10" y="12"/>
                    </a:cubicBezTo>
                    <a:cubicBezTo>
                      <a:pt x="7" y="11"/>
                      <a:pt x="6" y="11"/>
                      <a:pt x="5" y="8"/>
                    </a:cubicBezTo>
                    <a:cubicBezTo>
                      <a:pt x="3" y="6"/>
                      <a:pt x="0" y="1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082" name="Freeform 109">
                <a:extLst>
                  <a:ext uri="{FF2B5EF4-FFF2-40B4-BE49-F238E27FC236}">
                    <a16:creationId xmlns:a16="http://schemas.microsoft.com/office/drawing/2014/main" id="{D7ACF6B4-65A7-4722-9EF4-6A3B664811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0" y="3911"/>
                <a:ext cx="41" cy="42"/>
              </a:xfrm>
              <a:custGeom>
                <a:avLst/>
                <a:gdLst>
                  <a:gd name="T0" fmla="*/ 47 w 38"/>
                  <a:gd name="T1" fmla="*/ 46 h 40"/>
                  <a:gd name="T2" fmla="*/ 31 w 38"/>
                  <a:gd name="T3" fmla="*/ 16 h 40"/>
                  <a:gd name="T4" fmla="*/ 17 w 38"/>
                  <a:gd name="T5" fmla="*/ 9 h 40"/>
                  <a:gd name="T6" fmla="*/ 11 w 38"/>
                  <a:gd name="T7" fmla="*/ 4 h 40"/>
                  <a:gd name="T8" fmla="*/ 0 w 38"/>
                  <a:gd name="T9" fmla="*/ 0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" h="40">
                    <a:moveTo>
                      <a:pt x="38" y="40"/>
                    </a:moveTo>
                    <a:cubicBezTo>
                      <a:pt x="38" y="30"/>
                      <a:pt x="33" y="19"/>
                      <a:pt x="25" y="13"/>
                    </a:cubicBezTo>
                    <a:cubicBezTo>
                      <a:pt x="22" y="11"/>
                      <a:pt x="18" y="11"/>
                      <a:pt x="14" y="9"/>
                    </a:cubicBezTo>
                    <a:cubicBezTo>
                      <a:pt x="12" y="7"/>
                      <a:pt x="10" y="5"/>
                      <a:pt x="8" y="4"/>
                    </a:cubicBezTo>
                    <a:cubicBezTo>
                      <a:pt x="5" y="2"/>
                      <a:pt x="2" y="2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083" name="Freeform 110">
                <a:extLst>
                  <a:ext uri="{FF2B5EF4-FFF2-40B4-BE49-F238E27FC236}">
                    <a16:creationId xmlns:a16="http://schemas.microsoft.com/office/drawing/2014/main" id="{EB95D2DB-845C-491D-9476-FF002A3A12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6" y="3912"/>
                <a:ext cx="13" cy="6"/>
              </a:xfrm>
              <a:custGeom>
                <a:avLst/>
                <a:gdLst>
                  <a:gd name="T0" fmla="*/ 15 w 12"/>
                  <a:gd name="T1" fmla="*/ 6 h 6"/>
                  <a:gd name="T2" fmla="*/ 0 w 12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6">
                    <a:moveTo>
                      <a:pt x="12" y="6"/>
                    </a:moveTo>
                    <a:cubicBezTo>
                      <a:pt x="9" y="2"/>
                      <a:pt x="2" y="2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084" name="Freeform 111">
                <a:extLst>
                  <a:ext uri="{FF2B5EF4-FFF2-40B4-BE49-F238E27FC236}">
                    <a16:creationId xmlns:a16="http://schemas.microsoft.com/office/drawing/2014/main" id="{B903E69F-88CF-4D1A-AF79-38452C7A55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2" y="3904"/>
                <a:ext cx="5" cy="4"/>
              </a:xfrm>
              <a:custGeom>
                <a:avLst/>
                <a:gdLst>
                  <a:gd name="T0" fmla="*/ 5 w 5"/>
                  <a:gd name="T1" fmla="*/ 7 h 3"/>
                  <a:gd name="T2" fmla="*/ 0 w 5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3">
                    <a:moveTo>
                      <a:pt x="5" y="3"/>
                    </a:moveTo>
                    <a:cubicBezTo>
                      <a:pt x="4" y="2"/>
                      <a:pt x="1" y="1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085" name="Freeform 112">
                <a:extLst>
                  <a:ext uri="{FF2B5EF4-FFF2-40B4-BE49-F238E27FC236}">
                    <a16:creationId xmlns:a16="http://schemas.microsoft.com/office/drawing/2014/main" id="{37BFE950-F90B-4EDB-9456-DABAC6C4F7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2" y="3946"/>
                <a:ext cx="18" cy="13"/>
              </a:xfrm>
              <a:custGeom>
                <a:avLst/>
                <a:gdLst>
                  <a:gd name="T0" fmla="*/ 23 w 16"/>
                  <a:gd name="T1" fmla="*/ 9 h 12"/>
                  <a:gd name="T2" fmla="*/ 7 w 16"/>
                  <a:gd name="T3" fmla="*/ 15 h 12"/>
                  <a:gd name="T4" fmla="*/ 0 w 16"/>
                  <a:gd name="T5" fmla="*/ 9 h 12"/>
                  <a:gd name="T6" fmla="*/ 18 w 16"/>
                  <a:gd name="T7" fmla="*/ 1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12">
                    <a:moveTo>
                      <a:pt x="16" y="6"/>
                    </a:moveTo>
                    <a:cubicBezTo>
                      <a:pt x="10" y="6"/>
                      <a:pt x="8" y="9"/>
                      <a:pt x="4" y="12"/>
                    </a:cubicBezTo>
                    <a:cubicBezTo>
                      <a:pt x="2" y="10"/>
                      <a:pt x="1" y="8"/>
                      <a:pt x="0" y="6"/>
                    </a:cubicBezTo>
                    <a:cubicBezTo>
                      <a:pt x="5" y="5"/>
                      <a:pt x="7" y="0"/>
                      <a:pt x="12" y="1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086" name="Freeform 113">
                <a:extLst>
                  <a:ext uri="{FF2B5EF4-FFF2-40B4-BE49-F238E27FC236}">
                    <a16:creationId xmlns:a16="http://schemas.microsoft.com/office/drawing/2014/main" id="{90B1FB57-1816-45D6-960C-20FBB6AF40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6" y="3938"/>
                <a:ext cx="12" cy="13"/>
              </a:xfrm>
              <a:custGeom>
                <a:avLst/>
                <a:gdLst>
                  <a:gd name="T0" fmla="*/ 14 w 11"/>
                  <a:gd name="T1" fmla="*/ 3 h 12"/>
                  <a:gd name="T2" fmla="*/ 3 w 11"/>
                  <a:gd name="T3" fmla="*/ 15 h 12"/>
                  <a:gd name="T4" fmla="*/ 2 w 11"/>
                  <a:gd name="T5" fmla="*/ 15 h 12"/>
                  <a:gd name="T6" fmla="*/ 0 w 11"/>
                  <a:gd name="T7" fmla="*/ 11 h 12"/>
                  <a:gd name="T8" fmla="*/ 12 w 11"/>
                  <a:gd name="T9" fmla="*/ 0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2">
                    <a:moveTo>
                      <a:pt x="11" y="3"/>
                    </a:moveTo>
                    <a:cubicBezTo>
                      <a:pt x="8" y="4"/>
                      <a:pt x="4" y="9"/>
                      <a:pt x="3" y="12"/>
                    </a:cubicBezTo>
                    <a:cubicBezTo>
                      <a:pt x="3" y="12"/>
                      <a:pt x="2" y="12"/>
                      <a:pt x="2" y="12"/>
                    </a:cubicBezTo>
                    <a:cubicBezTo>
                      <a:pt x="1" y="11"/>
                      <a:pt x="0" y="9"/>
                      <a:pt x="0" y="8"/>
                    </a:cubicBezTo>
                    <a:cubicBezTo>
                      <a:pt x="3" y="7"/>
                      <a:pt x="4" y="1"/>
                      <a:pt x="9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087" name="Freeform 114">
                <a:extLst>
                  <a:ext uri="{FF2B5EF4-FFF2-40B4-BE49-F238E27FC236}">
                    <a16:creationId xmlns:a16="http://schemas.microsoft.com/office/drawing/2014/main" id="{B1FEB509-7E29-438B-973E-19E37D6DD5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0" y="3884"/>
                <a:ext cx="22" cy="18"/>
              </a:xfrm>
              <a:custGeom>
                <a:avLst/>
                <a:gdLst>
                  <a:gd name="T0" fmla="*/ 26 w 20"/>
                  <a:gd name="T1" fmla="*/ 20 h 17"/>
                  <a:gd name="T2" fmla="*/ 0 w 20"/>
                  <a:gd name="T3" fmla="*/ 0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17">
                    <a:moveTo>
                      <a:pt x="20" y="17"/>
                    </a:moveTo>
                    <a:cubicBezTo>
                      <a:pt x="12" y="14"/>
                      <a:pt x="5" y="7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088" name="Freeform 115">
                <a:extLst>
                  <a:ext uri="{FF2B5EF4-FFF2-40B4-BE49-F238E27FC236}">
                    <a16:creationId xmlns:a16="http://schemas.microsoft.com/office/drawing/2014/main" id="{C8AA7C72-5DFA-43CE-A2C8-41CE1657DB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9" y="1247"/>
                <a:ext cx="115" cy="56"/>
              </a:xfrm>
              <a:custGeom>
                <a:avLst/>
                <a:gdLst>
                  <a:gd name="T0" fmla="*/ 130 w 108"/>
                  <a:gd name="T1" fmla="*/ 0 h 53"/>
                  <a:gd name="T2" fmla="*/ 85 w 108"/>
                  <a:gd name="T3" fmla="*/ 38 h 53"/>
                  <a:gd name="T4" fmla="*/ 0 w 108"/>
                  <a:gd name="T5" fmla="*/ 60 h 5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8" h="53">
                    <a:moveTo>
                      <a:pt x="108" y="0"/>
                    </a:moveTo>
                    <a:cubicBezTo>
                      <a:pt x="108" y="0"/>
                      <a:pt x="82" y="22"/>
                      <a:pt x="70" y="32"/>
                    </a:cubicBezTo>
                    <a:cubicBezTo>
                      <a:pt x="57" y="42"/>
                      <a:pt x="25" y="53"/>
                      <a:pt x="0" y="51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089" name="Freeform 116">
                <a:extLst>
                  <a:ext uri="{FF2B5EF4-FFF2-40B4-BE49-F238E27FC236}">
                    <a16:creationId xmlns:a16="http://schemas.microsoft.com/office/drawing/2014/main" id="{4CBBC9EA-F78C-41B3-9ABA-911D597C25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7" y="1292"/>
                <a:ext cx="154" cy="55"/>
              </a:xfrm>
              <a:custGeom>
                <a:avLst/>
                <a:gdLst>
                  <a:gd name="T0" fmla="*/ 0 w 144"/>
                  <a:gd name="T1" fmla="*/ 1 h 52"/>
                  <a:gd name="T2" fmla="*/ 35 w 144"/>
                  <a:gd name="T3" fmla="*/ 32 h 52"/>
                  <a:gd name="T4" fmla="*/ 87 w 144"/>
                  <a:gd name="T5" fmla="*/ 60 h 52"/>
                  <a:gd name="T6" fmla="*/ 137 w 144"/>
                  <a:gd name="T7" fmla="*/ 32 h 52"/>
                  <a:gd name="T8" fmla="*/ 176 w 144"/>
                  <a:gd name="T9" fmla="*/ 0 h 5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4" h="52">
                    <a:moveTo>
                      <a:pt x="0" y="1"/>
                    </a:moveTo>
                    <a:cubicBezTo>
                      <a:pt x="0" y="1"/>
                      <a:pt x="14" y="10"/>
                      <a:pt x="29" y="26"/>
                    </a:cubicBezTo>
                    <a:cubicBezTo>
                      <a:pt x="45" y="42"/>
                      <a:pt x="55" y="49"/>
                      <a:pt x="71" y="51"/>
                    </a:cubicBezTo>
                    <a:cubicBezTo>
                      <a:pt x="87" y="52"/>
                      <a:pt x="98" y="39"/>
                      <a:pt x="112" y="26"/>
                    </a:cubicBezTo>
                    <a:cubicBezTo>
                      <a:pt x="127" y="14"/>
                      <a:pt x="130" y="6"/>
                      <a:pt x="144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090" name="Freeform 117">
                <a:extLst>
                  <a:ext uri="{FF2B5EF4-FFF2-40B4-BE49-F238E27FC236}">
                    <a16:creationId xmlns:a16="http://schemas.microsoft.com/office/drawing/2014/main" id="{DCD76642-8EEE-4114-A01C-ECA5A977AC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6" y="1972"/>
                <a:ext cx="656" cy="45"/>
              </a:xfrm>
              <a:custGeom>
                <a:avLst/>
                <a:gdLst>
                  <a:gd name="T0" fmla="*/ 0 w 614"/>
                  <a:gd name="T1" fmla="*/ 0 h 42"/>
                  <a:gd name="T2" fmla="*/ 67 w 614"/>
                  <a:gd name="T3" fmla="*/ 30 h 42"/>
                  <a:gd name="T4" fmla="*/ 214 w 614"/>
                  <a:gd name="T5" fmla="*/ 42 h 42"/>
                  <a:gd name="T6" fmla="*/ 374 w 614"/>
                  <a:gd name="T7" fmla="*/ 11 h 42"/>
                  <a:gd name="T8" fmla="*/ 564 w 614"/>
                  <a:gd name="T9" fmla="*/ 41 h 42"/>
                  <a:gd name="T10" fmla="*/ 646 w 614"/>
                  <a:gd name="T11" fmla="*/ 27 h 42"/>
                  <a:gd name="T12" fmla="*/ 749 w 614"/>
                  <a:gd name="T13" fmla="*/ 0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14" h="42">
                    <a:moveTo>
                      <a:pt x="0" y="0"/>
                    </a:moveTo>
                    <a:cubicBezTo>
                      <a:pt x="0" y="0"/>
                      <a:pt x="27" y="23"/>
                      <a:pt x="55" y="24"/>
                    </a:cubicBezTo>
                    <a:cubicBezTo>
                      <a:pt x="83" y="25"/>
                      <a:pt x="133" y="42"/>
                      <a:pt x="175" y="34"/>
                    </a:cubicBezTo>
                    <a:cubicBezTo>
                      <a:pt x="217" y="26"/>
                      <a:pt x="263" y="12"/>
                      <a:pt x="307" y="8"/>
                    </a:cubicBezTo>
                    <a:cubicBezTo>
                      <a:pt x="351" y="4"/>
                      <a:pt x="422" y="41"/>
                      <a:pt x="462" y="33"/>
                    </a:cubicBezTo>
                    <a:cubicBezTo>
                      <a:pt x="502" y="25"/>
                      <a:pt x="515" y="21"/>
                      <a:pt x="530" y="21"/>
                    </a:cubicBezTo>
                    <a:cubicBezTo>
                      <a:pt x="545" y="21"/>
                      <a:pt x="590" y="26"/>
                      <a:pt x="614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091" name="Freeform 118">
                <a:extLst>
                  <a:ext uri="{FF2B5EF4-FFF2-40B4-BE49-F238E27FC236}">
                    <a16:creationId xmlns:a16="http://schemas.microsoft.com/office/drawing/2014/main" id="{8892E5C6-4E81-4AC4-8685-313C502B71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3" y="2174"/>
                <a:ext cx="363" cy="112"/>
              </a:xfrm>
              <a:custGeom>
                <a:avLst/>
                <a:gdLst>
                  <a:gd name="T0" fmla="*/ 0 w 340"/>
                  <a:gd name="T1" fmla="*/ 2 h 105"/>
                  <a:gd name="T2" fmla="*/ 414 w 340"/>
                  <a:gd name="T3" fmla="*/ 0 h 10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40" h="105">
                    <a:moveTo>
                      <a:pt x="0" y="2"/>
                    </a:moveTo>
                    <a:cubicBezTo>
                      <a:pt x="0" y="2"/>
                      <a:pt x="141" y="105"/>
                      <a:pt x="340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092" name="Freeform 119">
                <a:extLst>
                  <a:ext uri="{FF2B5EF4-FFF2-40B4-BE49-F238E27FC236}">
                    <a16:creationId xmlns:a16="http://schemas.microsoft.com/office/drawing/2014/main" id="{9BB090E5-C8A0-4239-8B67-1034D2D1E9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0" y="2226"/>
                <a:ext cx="83" cy="37"/>
              </a:xfrm>
              <a:custGeom>
                <a:avLst/>
                <a:gdLst>
                  <a:gd name="T0" fmla="*/ 96 w 77"/>
                  <a:gd name="T1" fmla="*/ 0 h 35"/>
                  <a:gd name="T2" fmla="*/ 0 w 77"/>
                  <a:gd name="T3" fmla="*/ 41 h 3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7" h="35">
                    <a:moveTo>
                      <a:pt x="77" y="0"/>
                    </a:moveTo>
                    <a:cubicBezTo>
                      <a:pt x="77" y="0"/>
                      <a:pt x="39" y="20"/>
                      <a:pt x="0" y="35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093" name="Freeform 120">
                <a:extLst>
                  <a:ext uri="{FF2B5EF4-FFF2-40B4-BE49-F238E27FC236}">
                    <a16:creationId xmlns:a16="http://schemas.microsoft.com/office/drawing/2014/main" id="{DAA89DCC-8106-4C85-BAFF-5BA02EF070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5" y="2223"/>
                <a:ext cx="59" cy="31"/>
              </a:xfrm>
              <a:custGeom>
                <a:avLst/>
                <a:gdLst>
                  <a:gd name="T0" fmla="*/ 0 w 55"/>
                  <a:gd name="T1" fmla="*/ 0 h 29"/>
                  <a:gd name="T2" fmla="*/ 68 w 55"/>
                  <a:gd name="T3" fmla="*/ 35 h 2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5" h="29">
                    <a:moveTo>
                      <a:pt x="0" y="0"/>
                    </a:moveTo>
                    <a:cubicBezTo>
                      <a:pt x="0" y="0"/>
                      <a:pt x="13" y="21"/>
                      <a:pt x="55" y="29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094" name="Freeform 121">
                <a:extLst>
                  <a:ext uri="{FF2B5EF4-FFF2-40B4-BE49-F238E27FC236}">
                    <a16:creationId xmlns:a16="http://schemas.microsoft.com/office/drawing/2014/main" id="{C0ABCE3A-643D-474D-AC2E-454BAD0E43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1" y="2222"/>
                <a:ext cx="28" cy="27"/>
              </a:xfrm>
              <a:custGeom>
                <a:avLst/>
                <a:gdLst>
                  <a:gd name="T0" fmla="*/ 17 w 26"/>
                  <a:gd name="T1" fmla="*/ 0 h 26"/>
                  <a:gd name="T2" fmla="*/ 32 w 26"/>
                  <a:gd name="T3" fmla="*/ 28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26">
                    <a:moveTo>
                      <a:pt x="14" y="0"/>
                    </a:moveTo>
                    <a:cubicBezTo>
                      <a:pt x="14" y="0"/>
                      <a:pt x="0" y="26"/>
                      <a:pt x="26" y="25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095" name="Freeform 122">
                <a:extLst>
                  <a:ext uri="{FF2B5EF4-FFF2-40B4-BE49-F238E27FC236}">
                    <a16:creationId xmlns:a16="http://schemas.microsoft.com/office/drawing/2014/main" id="{9B8BEA0F-BA10-4FDE-ACCE-60D34F57CA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5" y="2471"/>
                <a:ext cx="226" cy="41"/>
              </a:xfrm>
              <a:custGeom>
                <a:avLst/>
                <a:gdLst>
                  <a:gd name="T0" fmla="*/ 0 w 212"/>
                  <a:gd name="T1" fmla="*/ 3 h 38"/>
                  <a:gd name="T2" fmla="*/ 257 w 212"/>
                  <a:gd name="T3" fmla="*/ 0 h 3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2" h="38">
                    <a:moveTo>
                      <a:pt x="0" y="3"/>
                    </a:moveTo>
                    <a:cubicBezTo>
                      <a:pt x="0" y="3"/>
                      <a:pt x="111" y="38"/>
                      <a:pt x="212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096" name="Freeform 123">
                <a:extLst>
                  <a:ext uri="{FF2B5EF4-FFF2-40B4-BE49-F238E27FC236}">
                    <a16:creationId xmlns:a16="http://schemas.microsoft.com/office/drawing/2014/main" id="{8622CEC8-D3F0-4527-8B81-670258BD8B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7" y="1291"/>
                <a:ext cx="17" cy="20"/>
              </a:xfrm>
              <a:custGeom>
                <a:avLst/>
                <a:gdLst>
                  <a:gd name="T0" fmla="*/ 0 w 16"/>
                  <a:gd name="T1" fmla="*/ 8 h 19"/>
                  <a:gd name="T2" fmla="*/ 14 w 16"/>
                  <a:gd name="T3" fmla="*/ 0 h 19"/>
                  <a:gd name="T4" fmla="*/ 11 w 16"/>
                  <a:gd name="T5" fmla="*/ 22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19">
                    <a:moveTo>
                      <a:pt x="0" y="8"/>
                    </a:moveTo>
                    <a:cubicBezTo>
                      <a:pt x="4" y="5"/>
                      <a:pt x="6" y="1"/>
                      <a:pt x="11" y="0"/>
                    </a:cubicBezTo>
                    <a:cubicBezTo>
                      <a:pt x="16" y="6"/>
                      <a:pt x="9" y="15"/>
                      <a:pt x="8" y="19"/>
                    </a:cubicBezTo>
                  </a:path>
                </a:pathLst>
              </a:custGeom>
              <a:noFill/>
              <a:ln w="6350" cap="flat">
                <a:solidFill>
                  <a:srgbClr val="F7E8B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097" name="Freeform 124">
                <a:extLst>
                  <a:ext uri="{FF2B5EF4-FFF2-40B4-BE49-F238E27FC236}">
                    <a16:creationId xmlns:a16="http://schemas.microsoft.com/office/drawing/2014/main" id="{BB8EC4B0-3D70-47FF-9952-2D4DA37EF2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3" y="1306"/>
                <a:ext cx="14" cy="12"/>
              </a:xfrm>
              <a:custGeom>
                <a:avLst/>
                <a:gdLst>
                  <a:gd name="T0" fmla="*/ 5 w 13"/>
                  <a:gd name="T1" fmla="*/ 12 h 12"/>
                  <a:gd name="T2" fmla="*/ 0 w 13"/>
                  <a:gd name="T3" fmla="*/ 0 h 12"/>
                  <a:gd name="T4" fmla="*/ 16 w 13"/>
                  <a:gd name="T5" fmla="*/ 5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2">
                    <a:moveTo>
                      <a:pt x="5" y="12"/>
                    </a:moveTo>
                    <a:cubicBezTo>
                      <a:pt x="4" y="8"/>
                      <a:pt x="1" y="4"/>
                      <a:pt x="0" y="0"/>
                    </a:cubicBezTo>
                    <a:cubicBezTo>
                      <a:pt x="4" y="2"/>
                      <a:pt x="10" y="5"/>
                      <a:pt x="13" y="5"/>
                    </a:cubicBezTo>
                  </a:path>
                </a:pathLst>
              </a:custGeom>
              <a:noFill/>
              <a:ln w="6350" cap="flat">
                <a:solidFill>
                  <a:srgbClr val="F7E8B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098" name="Freeform 125">
                <a:extLst>
                  <a:ext uri="{FF2B5EF4-FFF2-40B4-BE49-F238E27FC236}">
                    <a16:creationId xmlns:a16="http://schemas.microsoft.com/office/drawing/2014/main" id="{FE6F06E2-36E6-4CB5-A8C3-A79D9852DE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5" y="1292"/>
                <a:ext cx="11" cy="12"/>
              </a:xfrm>
              <a:custGeom>
                <a:avLst/>
                <a:gdLst>
                  <a:gd name="T0" fmla="*/ 0 w 11"/>
                  <a:gd name="T1" fmla="*/ 0 h 12"/>
                  <a:gd name="T2" fmla="*/ 11 w 11"/>
                  <a:gd name="T3" fmla="*/ 12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12">
                    <a:moveTo>
                      <a:pt x="0" y="0"/>
                    </a:moveTo>
                    <a:cubicBezTo>
                      <a:pt x="4" y="4"/>
                      <a:pt x="8" y="8"/>
                      <a:pt x="11" y="12"/>
                    </a:cubicBezTo>
                  </a:path>
                </a:pathLst>
              </a:custGeom>
              <a:noFill/>
              <a:ln w="6350" cap="flat">
                <a:solidFill>
                  <a:srgbClr val="F7E8B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099" name="Freeform 126">
                <a:extLst>
                  <a:ext uri="{FF2B5EF4-FFF2-40B4-BE49-F238E27FC236}">
                    <a16:creationId xmlns:a16="http://schemas.microsoft.com/office/drawing/2014/main" id="{C5AFC0CA-7A48-4A14-A8FA-5F1C96A583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7" y="1291"/>
                <a:ext cx="33" cy="25"/>
              </a:xfrm>
              <a:custGeom>
                <a:avLst/>
                <a:gdLst>
                  <a:gd name="T0" fmla="*/ 19 w 31"/>
                  <a:gd name="T1" fmla="*/ 0 h 24"/>
                  <a:gd name="T2" fmla="*/ 6 w 31"/>
                  <a:gd name="T3" fmla="*/ 6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1" h="24">
                    <a:moveTo>
                      <a:pt x="16" y="0"/>
                    </a:moveTo>
                    <a:cubicBezTo>
                      <a:pt x="31" y="13"/>
                      <a:pt x="0" y="24"/>
                      <a:pt x="6" y="6"/>
                    </a:cubicBezTo>
                  </a:path>
                </a:pathLst>
              </a:custGeom>
              <a:noFill/>
              <a:ln w="6350" cap="flat">
                <a:solidFill>
                  <a:srgbClr val="F7E8B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100" name="Freeform 127">
                <a:extLst>
                  <a:ext uri="{FF2B5EF4-FFF2-40B4-BE49-F238E27FC236}">
                    <a16:creationId xmlns:a16="http://schemas.microsoft.com/office/drawing/2014/main" id="{9398FD48-079E-44AD-A59F-4531F12726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5" y="1255"/>
                <a:ext cx="4" cy="16"/>
              </a:xfrm>
              <a:custGeom>
                <a:avLst/>
                <a:gdLst>
                  <a:gd name="T0" fmla="*/ 7 w 3"/>
                  <a:gd name="T1" fmla="*/ 0 h 15"/>
                  <a:gd name="T2" fmla="*/ 0 w 3"/>
                  <a:gd name="T3" fmla="*/ 18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5">
                    <a:moveTo>
                      <a:pt x="3" y="0"/>
                    </a:moveTo>
                    <a:cubicBezTo>
                      <a:pt x="3" y="5"/>
                      <a:pt x="2" y="10"/>
                      <a:pt x="0" y="15"/>
                    </a:cubicBezTo>
                  </a:path>
                </a:pathLst>
              </a:custGeom>
              <a:noFill/>
              <a:ln w="6350" cap="flat">
                <a:solidFill>
                  <a:srgbClr val="F7E8B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101" name="Freeform 128">
                <a:extLst>
                  <a:ext uri="{FF2B5EF4-FFF2-40B4-BE49-F238E27FC236}">
                    <a16:creationId xmlns:a16="http://schemas.microsoft.com/office/drawing/2014/main" id="{C1DFFD62-9B15-4BB7-BB20-8BB9641A2F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1" y="1245"/>
                <a:ext cx="12" cy="32"/>
              </a:xfrm>
              <a:custGeom>
                <a:avLst/>
                <a:gdLst>
                  <a:gd name="T0" fmla="*/ 12 w 12"/>
                  <a:gd name="T1" fmla="*/ 13 h 30"/>
                  <a:gd name="T2" fmla="*/ 9 w 12"/>
                  <a:gd name="T3" fmla="*/ 36 h 30"/>
                  <a:gd name="T4" fmla="*/ 7 w 12"/>
                  <a:gd name="T5" fmla="*/ 0 h 3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30">
                    <a:moveTo>
                      <a:pt x="12" y="10"/>
                    </a:moveTo>
                    <a:cubicBezTo>
                      <a:pt x="12" y="17"/>
                      <a:pt x="12" y="25"/>
                      <a:pt x="9" y="30"/>
                    </a:cubicBezTo>
                    <a:cubicBezTo>
                      <a:pt x="0" y="26"/>
                      <a:pt x="6" y="7"/>
                      <a:pt x="7" y="0"/>
                    </a:cubicBezTo>
                  </a:path>
                </a:pathLst>
              </a:custGeom>
              <a:noFill/>
              <a:ln w="6350" cap="flat">
                <a:solidFill>
                  <a:srgbClr val="F7E8B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102" name="Freeform 129">
                <a:extLst>
                  <a:ext uri="{FF2B5EF4-FFF2-40B4-BE49-F238E27FC236}">
                    <a16:creationId xmlns:a16="http://schemas.microsoft.com/office/drawing/2014/main" id="{DFE74272-3D98-4DCB-A15F-C8A2E8C5AF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2" y="1242"/>
                <a:ext cx="15" cy="11"/>
              </a:xfrm>
              <a:custGeom>
                <a:avLst/>
                <a:gdLst>
                  <a:gd name="T0" fmla="*/ 0 w 14"/>
                  <a:gd name="T1" fmla="*/ 0 h 11"/>
                  <a:gd name="T2" fmla="*/ 17 w 14"/>
                  <a:gd name="T3" fmla="*/ 11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11">
                    <a:moveTo>
                      <a:pt x="0" y="0"/>
                    </a:moveTo>
                    <a:cubicBezTo>
                      <a:pt x="2" y="5"/>
                      <a:pt x="8" y="10"/>
                      <a:pt x="14" y="11"/>
                    </a:cubicBezTo>
                  </a:path>
                </a:pathLst>
              </a:custGeom>
              <a:noFill/>
              <a:ln w="6350" cap="flat">
                <a:solidFill>
                  <a:srgbClr val="F7E8B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103" name="Freeform 130">
                <a:extLst>
                  <a:ext uri="{FF2B5EF4-FFF2-40B4-BE49-F238E27FC236}">
                    <a16:creationId xmlns:a16="http://schemas.microsoft.com/office/drawing/2014/main" id="{957AC332-6826-415C-94C8-7C7C64696D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3" y="1246"/>
                <a:ext cx="19" cy="6"/>
              </a:xfrm>
              <a:custGeom>
                <a:avLst/>
                <a:gdLst>
                  <a:gd name="T0" fmla="*/ 0 w 18"/>
                  <a:gd name="T1" fmla="*/ 3 h 6"/>
                  <a:gd name="T2" fmla="*/ 21 w 18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6">
                    <a:moveTo>
                      <a:pt x="0" y="3"/>
                    </a:moveTo>
                    <a:cubicBezTo>
                      <a:pt x="5" y="6"/>
                      <a:pt x="12" y="1"/>
                      <a:pt x="18" y="0"/>
                    </a:cubicBezTo>
                  </a:path>
                </a:pathLst>
              </a:custGeom>
              <a:noFill/>
              <a:ln w="6350" cap="flat">
                <a:solidFill>
                  <a:srgbClr val="F7E8B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104" name="Freeform 131">
                <a:extLst>
                  <a:ext uri="{FF2B5EF4-FFF2-40B4-BE49-F238E27FC236}">
                    <a16:creationId xmlns:a16="http://schemas.microsoft.com/office/drawing/2014/main" id="{E9DAAA0C-40AB-4FD7-94B6-08479967D7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1" y="1233"/>
                <a:ext cx="13" cy="1"/>
              </a:xfrm>
              <a:custGeom>
                <a:avLst/>
                <a:gdLst>
                  <a:gd name="T0" fmla="*/ 0 w 13"/>
                  <a:gd name="T1" fmla="*/ 1 h 1"/>
                  <a:gd name="T2" fmla="*/ 13 w 13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1">
                    <a:moveTo>
                      <a:pt x="0" y="1"/>
                    </a:moveTo>
                    <a:cubicBezTo>
                      <a:pt x="4" y="0"/>
                      <a:pt x="9" y="0"/>
                      <a:pt x="13" y="0"/>
                    </a:cubicBezTo>
                  </a:path>
                </a:pathLst>
              </a:custGeom>
              <a:noFill/>
              <a:ln w="6350" cap="flat">
                <a:solidFill>
                  <a:srgbClr val="F7E8B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105" name="Freeform 132">
                <a:extLst>
                  <a:ext uri="{FF2B5EF4-FFF2-40B4-BE49-F238E27FC236}">
                    <a16:creationId xmlns:a16="http://schemas.microsoft.com/office/drawing/2014/main" id="{D724209E-D8E4-461F-A092-BF6B55D578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6" y="1538"/>
                <a:ext cx="19" cy="12"/>
              </a:xfrm>
              <a:custGeom>
                <a:avLst/>
                <a:gdLst>
                  <a:gd name="T0" fmla="*/ 0 w 18"/>
                  <a:gd name="T1" fmla="*/ 14 h 11"/>
                  <a:gd name="T2" fmla="*/ 21 w 18"/>
                  <a:gd name="T3" fmla="*/ 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11">
                    <a:moveTo>
                      <a:pt x="0" y="11"/>
                    </a:moveTo>
                    <a:cubicBezTo>
                      <a:pt x="6" y="11"/>
                      <a:pt x="14" y="4"/>
                      <a:pt x="18" y="0"/>
                    </a:cubicBezTo>
                  </a:path>
                </a:pathLst>
              </a:custGeom>
              <a:noFill/>
              <a:ln w="6350" cap="flat">
                <a:solidFill>
                  <a:srgbClr val="F7E8B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106" name="Freeform 133">
                <a:extLst>
                  <a:ext uri="{FF2B5EF4-FFF2-40B4-BE49-F238E27FC236}">
                    <a16:creationId xmlns:a16="http://schemas.microsoft.com/office/drawing/2014/main" id="{AECF5A6C-6A67-46E6-8805-9910355F9B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7" y="1567"/>
                <a:ext cx="20" cy="24"/>
              </a:xfrm>
              <a:custGeom>
                <a:avLst/>
                <a:gdLst>
                  <a:gd name="T0" fmla="*/ 6 w 19"/>
                  <a:gd name="T1" fmla="*/ 0 h 23"/>
                  <a:gd name="T2" fmla="*/ 1 w 19"/>
                  <a:gd name="T3" fmla="*/ 25 h 23"/>
                  <a:gd name="T4" fmla="*/ 22 w 19"/>
                  <a:gd name="T5" fmla="*/ 6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23">
                    <a:moveTo>
                      <a:pt x="6" y="0"/>
                    </a:moveTo>
                    <a:cubicBezTo>
                      <a:pt x="4" y="7"/>
                      <a:pt x="0" y="15"/>
                      <a:pt x="1" y="22"/>
                    </a:cubicBezTo>
                    <a:cubicBezTo>
                      <a:pt x="9" y="23"/>
                      <a:pt x="17" y="13"/>
                      <a:pt x="19" y="6"/>
                    </a:cubicBezTo>
                  </a:path>
                </a:pathLst>
              </a:custGeom>
              <a:noFill/>
              <a:ln w="6350" cap="flat">
                <a:solidFill>
                  <a:srgbClr val="F7E8B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107" name="Freeform 134">
                <a:extLst>
                  <a:ext uri="{FF2B5EF4-FFF2-40B4-BE49-F238E27FC236}">
                    <a16:creationId xmlns:a16="http://schemas.microsoft.com/office/drawing/2014/main" id="{4D95CB3B-513A-4BAD-A60C-C263775B76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4" y="1781"/>
                <a:ext cx="26" cy="26"/>
              </a:xfrm>
              <a:custGeom>
                <a:avLst/>
                <a:gdLst>
                  <a:gd name="T0" fmla="*/ 6 w 25"/>
                  <a:gd name="T1" fmla="*/ 30 h 24"/>
                  <a:gd name="T2" fmla="*/ 5 w 25"/>
                  <a:gd name="T3" fmla="*/ 4 h 24"/>
                  <a:gd name="T4" fmla="*/ 28 w 25"/>
                  <a:gd name="T5" fmla="*/ 24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24">
                    <a:moveTo>
                      <a:pt x="6" y="24"/>
                    </a:moveTo>
                    <a:cubicBezTo>
                      <a:pt x="5" y="20"/>
                      <a:pt x="0" y="7"/>
                      <a:pt x="5" y="4"/>
                    </a:cubicBezTo>
                    <a:cubicBezTo>
                      <a:pt x="11" y="0"/>
                      <a:pt x="22" y="14"/>
                      <a:pt x="25" y="18"/>
                    </a:cubicBezTo>
                  </a:path>
                </a:pathLst>
              </a:custGeom>
              <a:noFill/>
              <a:ln w="6350" cap="flat">
                <a:solidFill>
                  <a:srgbClr val="F7E8B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108" name="Freeform 135">
                <a:extLst>
                  <a:ext uri="{FF2B5EF4-FFF2-40B4-BE49-F238E27FC236}">
                    <a16:creationId xmlns:a16="http://schemas.microsoft.com/office/drawing/2014/main" id="{28865229-499D-4F95-9FCA-C1E61ED23B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2" y="1861"/>
                <a:ext cx="25" cy="25"/>
              </a:xfrm>
              <a:custGeom>
                <a:avLst/>
                <a:gdLst>
                  <a:gd name="T0" fmla="*/ 0 w 23"/>
                  <a:gd name="T1" fmla="*/ 22 h 23"/>
                  <a:gd name="T2" fmla="*/ 0 w 23"/>
                  <a:gd name="T3" fmla="*/ 18 h 23"/>
                  <a:gd name="T4" fmla="*/ 0 w 23"/>
                  <a:gd name="T5" fmla="*/ 2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23">
                    <a:moveTo>
                      <a:pt x="0" y="17"/>
                    </a:moveTo>
                    <a:cubicBezTo>
                      <a:pt x="0" y="16"/>
                      <a:pt x="0" y="16"/>
                      <a:pt x="0" y="15"/>
                    </a:cubicBezTo>
                    <a:cubicBezTo>
                      <a:pt x="17" y="23"/>
                      <a:pt x="23" y="0"/>
                      <a:pt x="0" y="2"/>
                    </a:cubicBezTo>
                  </a:path>
                </a:pathLst>
              </a:custGeom>
              <a:noFill/>
              <a:ln w="6350" cap="flat">
                <a:solidFill>
                  <a:srgbClr val="F7E8B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109" name="Freeform 136">
                <a:extLst>
                  <a:ext uri="{FF2B5EF4-FFF2-40B4-BE49-F238E27FC236}">
                    <a16:creationId xmlns:a16="http://schemas.microsoft.com/office/drawing/2014/main" id="{D0F0F113-F04C-471E-89EF-BCB908CA24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2" y="1843"/>
                <a:ext cx="2" cy="17"/>
              </a:xfrm>
              <a:custGeom>
                <a:avLst/>
                <a:gdLst>
                  <a:gd name="T0" fmla="*/ 2 w 2"/>
                  <a:gd name="T1" fmla="*/ 0 h 16"/>
                  <a:gd name="T2" fmla="*/ 0 w 2"/>
                  <a:gd name="T3" fmla="*/ 19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6">
                    <a:moveTo>
                      <a:pt x="2" y="0"/>
                    </a:moveTo>
                    <a:cubicBezTo>
                      <a:pt x="2" y="6"/>
                      <a:pt x="2" y="11"/>
                      <a:pt x="0" y="16"/>
                    </a:cubicBezTo>
                  </a:path>
                </a:pathLst>
              </a:custGeom>
              <a:noFill/>
              <a:ln w="6350" cap="flat">
                <a:solidFill>
                  <a:srgbClr val="F7E8B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110" name="Freeform 137">
                <a:extLst>
                  <a:ext uri="{FF2B5EF4-FFF2-40B4-BE49-F238E27FC236}">
                    <a16:creationId xmlns:a16="http://schemas.microsoft.com/office/drawing/2014/main" id="{527EA089-70D9-4C8C-877F-64FD375C3A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8" y="1862"/>
                <a:ext cx="23" cy="13"/>
              </a:xfrm>
              <a:custGeom>
                <a:avLst/>
                <a:gdLst>
                  <a:gd name="T0" fmla="*/ 0 w 22"/>
                  <a:gd name="T1" fmla="*/ 0 h 12"/>
                  <a:gd name="T2" fmla="*/ 25 w 22"/>
                  <a:gd name="T3" fmla="*/ 15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12">
                    <a:moveTo>
                      <a:pt x="0" y="0"/>
                    </a:moveTo>
                    <a:cubicBezTo>
                      <a:pt x="8" y="3"/>
                      <a:pt x="15" y="8"/>
                      <a:pt x="22" y="12"/>
                    </a:cubicBezTo>
                  </a:path>
                </a:pathLst>
              </a:custGeom>
              <a:noFill/>
              <a:ln w="6350" cap="flat">
                <a:solidFill>
                  <a:srgbClr val="F7E8B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111" name="Freeform 138">
                <a:extLst>
                  <a:ext uri="{FF2B5EF4-FFF2-40B4-BE49-F238E27FC236}">
                    <a16:creationId xmlns:a16="http://schemas.microsoft.com/office/drawing/2014/main" id="{D1A3F36F-7EF5-4AE2-9E91-AF0F51844F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4" y="1894"/>
                <a:ext cx="6" cy="23"/>
              </a:xfrm>
              <a:custGeom>
                <a:avLst/>
                <a:gdLst>
                  <a:gd name="T0" fmla="*/ 0 w 6"/>
                  <a:gd name="T1" fmla="*/ 0 h 21"/>
                  <a:gd name="T2" fmla="*/ 6 w 6"/>
                  <a:gd name="T3" fmla="*/ 27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21">
                    <a:moveTo>
                      <a:pt x="0" y="0"/>
                    </a:moveTo>
                    <a:cubicBezTo>
                      <a:pt x="2" y="7"/>
                      <a:pt x="4" y="14"/>
                      <a:pt x="6" y="21"/>
                    </a:cubicBezTo>
                  </a:path>
                </a:pathLst>
              </a:custGeom>
              <a:noFill/>
              <a:ln w="6350" cap="flat">
                <a:solidFill>
                  <a:srgbClr val="F7E8B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112" name="Freeform 139">
                <a:extLst>
                  <a:ext uri="{FF2B5EF4-FFF2-40B4-BE49-F238E27FC236}">
                    <a16:creationId xmlns:a16="http://schemas.microsoft.com/office/drawing/2014/main" id="{0C329587-8799-493A-A114-69C626245D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8" y="1974"/>
                <a:ext cx="25" cy="42"/>
              </a:xfrm>
              <a:custGeom>
                <a:avLst/>
                <a:gdLst>
                  <a:gd name="T0" fmla="*/ 17 w 23"/>
                  <a:gd name="T1" fmla="*/ 0 h 39"/>
                  <a:gd name="T2" fmla="*/ 29 w 23"/>
                  <a:gd name="T3" fmla="*/ 5 h 3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39">
                    <a:moveTo>
                      <a:pt x="14" y="0"/>
                    </a:moveTo>
                    <a:cubicBezTo>
                      <a:pt x="0" y="1"/>
                      <a:pt x="14" y="39"/>
                      <a:pt x="23" y="5"/>
                    </a:cubicBezTo>
                  </a:path>
                </a:pathLst>
              </a:custGeom>
              <a:noFill/>
              <a:ln w="6350" cap="flat">
                <a:solidFill>
                  <a:srgbClr val="F7E8B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113" name="Freeform 140">
                <a:extLst>
                  <a:ext uri="{FF2B5EF4-FFF2-40B4-BE49-F238E27FC236}">
                    <a16:creationId xmlns:a16="http://schemas.microsoft.com/office/drawing/2014/main" id="{C88E8BE3-7599-44CD-8AB9-1388B42DF4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2" y="1992"/>
                <a:ext cx="5" cy="24"/>
              </a:xfrm>
              <a:custGeom>
                <a:avLst/>
                <a:gdLst>
                  <a:gd name="T0" fmla="*/ 5 w 5"/>
                  <a:gd name="T1" fmla="*/ 0 h 22"/>
                  <a:gd name="T2" fmla="*/ 0 w 5"/>
                  <a:gd name="T3" fmla="*/ 28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22">
                    <a:moveTo>
                      <a:pt x="5" y="0"/>
                    </a:moveTo>
                    <a:cubicBezTo>
                      <a:pt x="4" y="7"/>
                      <a:pt x="4" y="15"/>
                      <a:pt x="0" y="22"/>
                    </a:cubicBezTo>
                  </a:path>
                </a:pathLst>
              </a:custGeom>
              <a:noFill/>
              <a:ln w="6350" cap="flat">
                <a:solidFill>
                  <a:srgbClr val="F7E8B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114" name="Freeform 141">
                <a:extLst>
                  <a:ext uri="{FF2B5EF4-FFF2-40B4-BE49-F238E27FC236}">
                    <a16:creationId xmlns:a16="http://schemas.microsoft.com/office/drawing/2014/main" id="{54968AD4-B62B-40DA-9FB8-5E29C4D85B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9" y="1968"/>
                <a:ext cx="28" cy="23"/>
              </a:xfrm>
              <a:custGeom>
                <a:avLst/>
                <a:gdLst>
                  <a:gd name="T0" fmla="*/ 0 w 26"/>
                  <a:gd name="T1" fmla="*/ 6 h 22"/>
                  <a:gd name="T2" fmla="*/ 12 w 26"/>
                  <a:gd name="T3" fmla="*/ 0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22">
                    <a:moveTo>
                      <a:pt x="0" y="6"/>
                    </a:moveTo>
                    <a:cubicBezTo>
                      <a:pt x="10" y="22"/>
                      <a:pt x="26" y="17"/>
                      <a:pt x="9" y="0"/>
                    </a:cubicBezTo>
                  </a:path>
                </a:pathLst>
              </a:custGeom>
              <a:noFill/>
              <a:ln w="6350" cap="flat">
                <a:solidFill>
                  <a:srgbClr val="F7E8B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115" name="Freeform 142">
                <a:extLst>
                  <a:ext uri="{FF2B5EF4-FFF2-40B4-BE49-F238E27FC236}">
                    <a16:creationId xmlns:a16="http://schemas.microsoft.com/office/drawing/2014/main" id="{2B9E4BDF-819A-4C1B-B05B-D2DA9852BC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4" y="2241"/>
                <a:ext cx="14" cy="21"/>
              </a:xfrm>
              <a:custGeom>
                <a:avLst/>
                <a:gdLst>
                  <a:gd name="T0" fmla="*/ 3 w 13"/>
                  <a:gd name="T1" fmla="*/ 0 h 20"/>
                  <a:gd name="T2" fmla="*/ 1 w 13"/>
                  <a:gd name="T3" fmla="*/ 15 h 20"/>
                  <a:gd name="T4" fmla="*/ 16 w 13"/>
                  <a:gd name="T5" fmla="*/ 0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20">
                    <a:moveTo>
                      <a:pt x="3" y="0"/>
                    </a:moveTo>
                    <a:cubicBezTo>
                      <a:pt x="3" y="3"/>
                      <a:pt x="0" y="9"/>
                      <a:pt x="1" y="12"/>
                    </a:cubicBezTo>
                    <a:cubicBezTo>
                      <a:pt x="6" y="20"/>
                      <a:pt x="13" y="5"/>
                      <a:pt x="13" y="0"/>
                    </a:cubicBezTo>
                  </a:path>
                </a:pathLst>
              </a:custGeom>
              <a:noFill/>
              <a:ln w="6350" cap="flat">
                <a:solidFill>
                  <a:srgbClr val="F7E8B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116" name="Freeform 143">
                <a:extLst>
                  <a:ext uri="{FF2B5EF4-FFF2-40B4-BE49-F238E27FC236}">
                    <a16:creationId xmlns:a16="http://schemas.microsoft.com/office/drawing/2014/main" id="{D1078DEA-1EA6-4CEC-83C4-4E58FB03C2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2" y="2246"/>
                <a:ext cx="19" cy="21"/>
              </a:xfrm>
              <a:custGeom>
                <a:avLst/>
                <a:gdLst>
                  <a:gd name="T0" fmla="*/ 1 w 17"/>
                  <a:gd name="T1" fmla="*/ 8 h 20"/>
                  <a:gd name="T2" fmla="*/ 1 w 17"/>
                  <a:gd name="T3" fmla="*/ 6 h 20"/>
                  <a:gd name="T4" fmla="*/ 20 w 17"/>
                  <a:gd name="T5" fmla="*/ 18 h 20"/>
                  <a:gd name="T6" fmla="*/ 12 w 17"/>
                  <a:gd name="T7" fmla="*/ 0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20">
                    <a:moveTo>
                      <a:pt x="1" y="8"/>
                    </a:moveTo>
                    <a:cubicBezTo>
                      <a:pt x="1" y="8"/>
                      <a:pt x="0" y="8"/>
                      <a:pt x="1" y="6"/>
                    </a:cubicBezTo>
                    <a:cubicBezTo>
                      <a:pt x="4" y="10"/>
                      <a:pt x="9" y="20"/>
                      <a:pt x="14" y="15"/>
                    </a:cubicBezTo>
                    <a:cubicBezTo>
                      <a:pt x="17" y="11"/>
                      <a:pt x="11" y="3"/>
                      <a:pt x="9" y="0"/>
                    </a:cubicBezTo>
                  </a:path>
                </a:pathLst>
              </a:custGeom>
              <a:noFill/>
              <a:ln w="6350" cap="flat">
                <a:solidFill>
                  <a:srgbClr val="F7E8B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117" name="Freeform 144">
                <a:extLst>
                  <a:ext uri="{FF2B5EF4-FFF2-40B4-BE49-F238E27FC236}">
                    <a16:creationId xmlns:a16="http://schemas.microsoft.com/office/drawing/2014/main" id="{6E7D13B9-F030-445D-9A55-506B12BA7A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7" y="2169"/>
                <a:ext cx="26" cy="29"/>
              </a:xfrm>
              <a:custGeom>
                <a:avLst/>
                <a:gdLst>
                  <a:gd name="T0" fmla="*/ 1 w 25"/>
                  <a:gd name="T1" fmla="*/ 16 h 27"/>
                  <a:gd name="T2" fmla="*/ 10 w 25"/>
                  <a:gd name="T3" fmla="*/ 6 h 27"/>
                  <a:gd name="T4" fmla="*/ 16 w 25"/>
                  <a:gd name="T5" fmla="*/ 33 h 27"/>
                  <a:gd name="T6" fmla="*/ 28 w 25"/>
                  <a:gd name="T7" fmla="*/ 11 h 2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" h="27">
                    <a:moveTo>
                      <a:pt x="1" y="13"/>
                    </a:moveTo>
                    <a:cubicBezTo>
                      <a:pt x="0" y="8"/>
                      <a:pt x="5" y="0"/>
                      <a:pt x="10" y="6"/>
                    </a:cubicBezTo>
                    <a:cubicBezTo>
                      <a:pt x="14" y="11"/>
                      <a:pt x="9" y="21"/>
                      <a:pt x="13" y="27"/>
                    </a:cubicBezTo>
                    <a:cubicBezTo>
                      <a:pt x="20" y="24"/>
                      <a:pt x="23" y="14"/>
                      <a:pt x="25" y="8"/>
                    </a:cubicBezTo>
                  </a:path>
                </a:pathLst>
              </a:custGeom>
              <a:noFill/>
              <a:ln w="6350" cap="flat">
                <a:solidFill>
                  <a:srgbClr val="F7E8B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118" name="Freeform 145">
                <a:extLst>
                  <a:ext uri="{FF2B5EF4-FFF2-40B4-BE49-F238E27FC236}">
                    <a16:creationId xmlns:a16="http://schemas.microsoft.com/office/drawing/2014/main" id="{078E3708-EED8-4D64-B3B3-7F6BE147F4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3" y="2168"/>
                <a:ext cx="7" cy="18"/>
              </a:xfrm>
              <a:custGeom>
                <a:avLst/>
                <a:gdLst>
                  <a:gd name="T0" fmla="*/ 0 w 7"/>
                  <a:gd name="T1" fmla="*/ 0 h 17"/>
                  <a:gd name="T2" fmla="*/ 7 w 7"/>
                  <a:gd name="T3" fmla="*/ 20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7">
                    <a:moveTo>
                      <a:pt x="0" y="0"/>
                    </a:moveTo>
                    <a:cubicBezTo>
                      <a:pt x="3" y="6"/>
                      <a:pt x="4" y="12"/>
                      <a:pt x="7" y="17"/>
                    </a:cubicBezTo>
                  </a:path>
                </a:pathLst>
              </a:custGeom>
              <a:noFill/>
              <a:ln w="6350" cap="flat">
                <a:solidFill>
                  <a:srgbClr val="F7E8B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119" name="Freeform 146">
                <a:extLst>
                  <a:ext uri="{FF2B5EF4-FFF2-40B4-BE49-F238E27FC236}">
                    <a16:creationId xmlns:a16="http://schemas.microsoft.com/office/drawing/2014/main" id="{6AC6CAD6-7442-4694-8276-FFE528D551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5" y="2084"/>
                <a:ext cx="21" cy="25"/>
              </a:xfrm>
              <a:custGeom>
                <a:avLst/>
                <a:gdLst>
                  <a:gd name="T0" fmla="*/ 8 w 20"/>
                  <a:gd name="T1" fmla="*/ 0 h 23"/>
                  <a:gd name="T2" fmla="*/ 2 w 20"/>
                  <a:gd name="T3" fmla="*/ 26 h 23"/>
                  <a:gd name="T4" fmla="*/ 23 w 20"/>
                  <a:gd name="T5" fmla="*/ 9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23">
                    <a:moveTo>
                      <a:pt x="8" y="0"/>
                    </a:moveTo>
                    <a:cubicBezTo>
                      <a:pt x="2" y="5"/>
                      <a:pt x="0" y="12"/>
                      <a:pt x="2" y="20"/>
                    </a:cubicBezTo>
                    <a:cubicBezTo>
                      <a:pt x="13" y="23"/>
                      <a:pt x="20" y="17"/>
                      <a:pt x="20" y="6"/>
                    </a:cubicBezTo>
                  </a:path>
                </a:pathLst>
              </a:custGeom>
              <a:noFill/>
              <a:ln w="6350" cap="flat">
                <a:solidFill>
                  <a:srgbClr val="F7E8B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120" name="Freeform 147">
                <a:extLst>
                  <a:ext uri="{FF2B5EF4-FFF2-40B4-BE49-F238E27FC236}">
                    <a16:creationId xmlns:a16="http://schemas.microsoft.com/office/drawing/2014/main" id="{F524AE26-6ACA-4DC7-BFDA-65DCC3F950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6" y="2085"/>
                <a:ext cx="26" cy="29"/>
              </a:xfrm>
              <a:custGeom>
                <a:avLst/>
                <a:gdLst>
                  <a:gd name="T0" fmla="*/ 12 w 24"/>
                  <a:gd name="T1" fmla="*/ 33 h 27"/>
                  <a:gd name="T2" fmla="*/ 1 w 24"/>
                  <a:gd name="T3" fmla="*/ 1 h 27"/>
                  <a:gd name="T4" fmla="*/ 29 w 24"/>
                  <a:gd name="T5" fmla="*/ 29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27">
                    <a:moveTo>
                      <a:pt x="9" y="27"/>
                    </a:moveTo>
                    <a:cubicBezTo>
                      <a:pt x="3" y="20"/>
                      <a:pt x="0" y="11"/>
                      <a:pt x="1" y="1"/>
                    </a:cubicBezTo>
                    <a:cubicBezTo>
                      <a:pt x="12" y="0"/>
                      <a:pt x="24" y="16"/>
                      <a:pt x="23" y="23"/>
                    </a:cubicBezTo>
                  </a:path>
                </a:pathLst>
              </a:custGeom>
              <a:noFill/>
              <a:ln w="6350" cap="flat">
                <a:solidFill>
                  <a:srgbClr val="F7E8B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121" name="Freeform 148">
                <a:extLst>
                  <a:ext uri="{FF2B5EF4-FFF2-40B4-BE49-F238E27FC236}">
                    <a16:creationId xmlns:a16="http://schemas.microsoft.com/office/drawing/2014/main" id="{7DAA563C-90F0-4251-BB5E-E09C21FFC2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1" y="2304"/>
                <a:ext cx="13" cy="15"/>
              </a:xfrm>
              <a:custGeom>
                <a:avLst/>
                <a:gdLst>
                  <a:gd name="T0" fmla="*/ 0 w 12"/>
                  <a:gd name="T1" fmla="*/ 0 h 14"/>
                  <a:gd name="T2" fmla="*/ 15 w 12"/>
                  <a:gd name="T3" fmla="*/ 17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14">
                    <a:moveTo>
                      <a:pt x="0" y="0"/>
                    </a:moveTo>
                    <a:cubicBezTo>
                      <a:pt x="4" y="5"/>
                      <a:pt x="8" y="10"/>
                      <a:pt x="12" y="14"/>
                    </a:cubicBezTo>
                  </a:path>
                </a:pathLst>
              </a:custGeom>
              <a:noFill/>
              <a:ln w="6350" cap="flat">
                <a:solidFill>
                  <a:srgbClr val="F7E8B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122" name="Freeform 149">
                <a:extLst>
                  <a:ext uri="{FF2B5EF4-FFF2-40B4-BE49-F238E27FC236}">
                    <a16:creationId xmlns:a16="http://schemas.microsoft.com/office/drawing/2014/main" id="{60CC9654-8631-45B0-BF45-37888B8E15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1" y="2292"/>
                <a:ext cx="25" cy="22"/>
              </a:xfrm>
              <a:custGeom>
                <a:avLst/>
                <a:gdLst>
                  <a:gd name="T0" fmla="*/ 15 w 23"/>
                  <a:gd name="T1" fmla="*/ 24 h 21"/>
                  <a:gd name="T2" fmla="*/ 29 w 23"/>
                  <a:gd name="T3" fmla="*/ 14 h 21"/>
                  <a:gd name="T4" fmla="*/ 0 w 23"/>
                  <a:gd name="T5" fmla="*/ 20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21">
                    <a:moveTo>
                      <a:pt x="12" y="21"/>
                    </a:moveTo>
                    <a:cubicBezTo>
                      <a:pt x="18" y="20"/>
                      <a:pt x="21" y="17"/>
                      <a:pt x="23" y="11"/>
                    </a:cubicBezTo>
                    <a:cubicBezTo>
                      <a:pt x="15" y="0"/>
                      <a:pt x="5" y="7"/>
                      <a:pt x="0" y="17"/>
                    </a:cubicBezTo>
                  </a:path>
                </a:pathLst>
              </a:custGeom>
              <a:noFill/>
              <a:ln w="6350" cap="flat">
                <a:solidFill>
                  <a:srgbClr val="F7E8B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123" name="Freeform 150">
                <a:extLst>
                  <a:ext uri="{FF2B5EF4-FFF2-40B4-BE49-F238E27FC236}">
                    <a16:creationId xmlns:a16="http://schemas.microsoft.com/office/drawing/2014/main" id="{55BCA36A-3468-407A-AA87-267D405652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4" y="2267"/>
                <a:ext cx="11" cy="22"/>
              </a:xfrm>
              <a:custGeom>
                <a:avLst/>
                <a:gdLst>
                  <a:gd name="T0" fmla="*/ 0 w 10"/>
                  <a:gd name="T1" fmla="*/ 26 h 20"/>
                  <a:gd name="T2" fmla="*/ 13 w 10"/>
                  <a:gd name="T3" fmla="*/ 0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20">
                    <a:moveTo>
                      <a:pt x="0" y="20"/>
                    </a:moveTo>
                    <a:cubicBezTo>
                      <a:pt x="2" y="13"/>
                      <a:pt x="7" y="6"/>
                      <a:pt x="10" y="0"/>
                    </a:cubicBezTo>
                  </a:path>
                </a:pathLst>
              </a:custGeom>
              <a:noFill/>
              <a:ln w="6350" cap="flat">
                <a:solidFill>
                  <a:srgbClr val="F7E8B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124" name="Freeform 151">
                <a:extLst>
                  <a:ext uri="{FF2B5EF4-FFF2-40B4-BE49-F238E27FC236}">
                    <a16:creationId xmlns:a16="http://schemas.microsoft.com/office/drawing/2014/main" id="{287B86C5-8323-41EC-9329-AAB8011EFA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6" y="2129"/>
                <a:ext cx="13" cy="24"/>
              </a:xfrm>
              <a:custGeom>
                <a:avLst/>
                <a:gdLst>
                  <a:gd name="T0" fmla="*/ 15 w 12"/>
                  <a:gd name="T1" fmla="*/ 0 h 23"/>
                  <a:gd name="T2" fmla="*/ 0 w 12"/>
                  <a:gd name="T3" fmla="*/ 26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23">
                    <a:moveTo>
                      <a:pt x="12" y="0"/>
                    </a:moveTo>
                    <a:cubicBezTo>
                      <a:pt x="11" y="9"/>
                      <a:pt x="6" y="16"/>
                      <a:pt x="0" y="23"/>
                    </a:cubicBezTo>
                  </a:path>
                </a:pathLst>
              </a:custGeom>
              <a:noFill/>
              <a:ln w="6350" cap="flat">
                <a:solidFill>
                  <a:srgbClr val="F7E8B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125" name="Freeform 152">
                <a:extLst>
                  <a:ext uri="{FF2B5EF4-FFF2-40B4-BE49-F238E27FC236}">
                    <a16:creationId xmlns:a16="http://schemas.microsoft.com/office/drawing/2014/main" id="{F6BF4814-A046-40BC-AA20-3B5D88DC03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6" y="2200"/>
                <a:ext cx="26" cy="39"/>
              </a:xfrm>
              <a:custGeom>
                <a:avLst/>
                <a:gdLst>
                  <a:gd name="T0" fmla="*/ 11 w 24"/>
                  <a:gd name="T1" fmla="*/ 13 h 36"/>
                  <a:gd name="T2" fmla="*/ 15 w 24"/>
                  <a:gd name="T3" fmla="*/ 44 h 36"/>
                  <a:gd name="T4" fmla="*/ 30 w 24"/>
                  <a:gd name="T5" fmla="*/ 0 h 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36">
                    <a:moveTo>
                      <a:pt x="8" y="10"/>
                    </a:moveTo>
                    <a:cubicBezTo>
                      <a:pt x="4" y="16"/>
                      <a:pt x="0" y="33"/>
                      <a:pt x="12" y="35"/>
                    </a:cubicBezTo>
                    <a:cubicBezTo>
                      <a:pt x="24" y="36"/>
                      <a:pt x="24" y="7"/>
                      <a:pt x="24" y="0"/>
                    </a:cubicBezTo>
                  </a:path>
                </a:pathLst>
              </a:custGeom>
              <a:noFill/>
              <a:ln w="6350" cap="flat">
                <a:solidFill>
                  <a:srgbClr val="F7E8B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126" name="Freeform 153">
                <a:extLst>
                  <a:ext uri="{FF2B5EF4-FFF2-40B4-BE49-F238E27FC236}">
                    <a16:creationId xmlns:a16="http://schemas.microsoft.com/office/drawing/2014/main" id="{B1E10D24-9DF1-4C04-BF34-5DFFC34695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9" y="2122"/>
                <a:ext cx="32" cy="46"/>
              </a:xfrm>
              <a:custGeom>
                <a:avLst/>
                <a:gdLst>
                  <a:gd name="T0" fmla="*/ 2 w 30"/>
                  <a:gd name="T1" fmla="*/ 15 h 43"/>
                  <a:gd name="T2" fmla="*/ 27 w 30"/>
                  <a:gd name="T3" fmla="*/ 40 h 43"/>
                  <a:gd name="T4" fmla="*/ 17 w 30"/>
                  <a:gd name="T5" fmla="*/ 0 h 4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0" h="43">
                    <a:moveTo>
                      <a:pt x="2" y="12"/>
                    </a:moveTo>
                    <a:cubicBezTo>
                      <a:pt x="0" y="19"/>
                      <a:pt x="12" y="43"/>
                      <a:pt x="22" y="33"/>
                    </a:cubicBezTo>
                    <a:cubicBezTo>
                      <a:pt x="30" y="26"/>
                      <a:pt x="18" y="6"/>
                      <a:pt x="14" y="0"/>
                    </a:cubicBezTo>
                  </a:path>
                </a:pathLst>
              </a:custGeom>
              <a:noFill/>
              <a:ln w="6350" cap="flat">
                <a:solidFill>
                  <a:srgbClr val="F7E8B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127" name="Freeform 154">
                <a:extLst>
                  <a:ext uri="{FF2B5EF4-FFF2-40B4-BE49-F238E27FC236}">
                    <a16:creationId xmlns:a16="http://schemas.microsoft.com/office/drawing/2014/main" id="{D202420E-8864-4B5C-BB48-1E8393D723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4" y="2207"/>
                <a:ext cx="11" cy="25"/>
              </a:xfrm>
              <a:custGeom>
                <a:avLst/>
                <a:gdLst>
                  <a:gd name="T0" fmla="*/ 0 w 10"/>
                  <a:gd name="T1" fmla="*/ 0 h 24"/>
                  <a:gd name="T2" fmla="*/ 13 w 10"/>
                  <a:gd name="T3" fmla="*/ 27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24">
                    <a:moveTo>
                      <a:pt x="0" y="0"/>
                    </a:moveTo>
                    <a:cubicBezTo>
                      <a:pt x="0" y="8"/>
                      <a:pt x="6" y="18"/>
                      <a:pt x="10" y="24"/>
                    </a:cubicBezTo>
                  </a:path>
                </a:pathLst>
              </a:custGeom>
              <a:noFill/>
              <a:ln w="6350" cap="flat">
                <a:solidFill>
                  <a:srgbClr val="F7E8B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128" name="Freeform 155">
                <a:extLst>
                  <a:ext uri="{FF2B5EF4-FFF2-40B4-BE49-F238E27FC236}">
                    <a16:creationId xmlns:a16="http://schemas.microsoft.com/office/drawing/2014/main" id="{9F755F87-9EEB-4B41-BE3A-C6F4AB0DFA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8" y="2449"/>
                <a:ext cx="25" cy="29"/>
              </a:xfrm>
              <a:custGeom>
                <a:avLst/>
                <a:gdLst>
                  <a:gd name="T0" fmla="*/ 10 w 23"/>
                  <a:gd name="T1" fmla="*/ 31 h 27"/>
                  <a:gd name="T2" fmla="*/ 1 w 23"/>
                  <a:gd name="T3" fmla="*/ 3 h 27"/>
                  <a:gd name="T4" fmla="*/ 29 w 23"/>
                  <a:gd name="T5" fmla="*/ 33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27">
                    <a:moveTo>
                      <a:pt x="7" y="25"/>
                    </a:moveTo>
                    <a:cubicBezTo>
                      <a:pt x="1" y="20"/>
                      <a:pt x="0" y="11"/>
                      <a:pt x="1" y="3"/>
                    </a:cubicBezTo>
                    <a:cubicBezTo>
                      <a:pt x="16" y="0"/>
                      <a:pt x="21" y="17"/>
                      <a:pt x="23" y="27"/>
                    </a:cubicBezTo>
                  </a:path>
                </a:pathLst>
              </a:custGeom>
              <a:noFill/>
              <a:ln w="6350" cap="flat">
                <a:solidFill>
                  <a:srgbClr val="F7E8B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129" name="Freeform 156">
                <a:extLst>
                  <a:ext uri="{FF2B5EF4-FFF2-40B4-BE49-F238E27FC236}">
                    <a16:creationId xmlns:a16="http://schemas.microsoft.com/office/drawing/2014/main" id="{20698911-1CC6-4416-A97E-405303EF6B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0" y="2456"/>
                <a:ext cx="13" cy="34"/>
              </a:xfrm>
              <a:custGeom>
                <a:avLst/>
                <a:gdLst>
                  <a:gd name="T0" fmla="*/ 15 w 12"/>
                  <a:gd name="T1" fmla="*/ 0 h 32"/>
                  <a:gd name="T2" fmla="*/ 0 w 12"/>
                  <a:gd name="T3" fmla="*/ 38 h 3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32">
                    <a:moveTo>
                      <a:pt x="12" y="0"/>
                    </a:moveTo>
                    <a:cubicBezTo>
                      <a:pt x="11" y="11"/>
                      <a:pt x="6" y="23"/>
                      <a:pt x="0" y="32"/>
                    </a:cubicBezTo>
                  </a:path>
                </a:pathLst>
              </a:custGeom>
              <a:noFill/>
              <a:ln w="6350" cap="flat">
                <a:solidFill>
                  <a:srgbClr val="F7E8B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130" name="Freeform 157">
                <a:extLst>
                  <a:ext uri="{FF2B5EF4-FFF2-40B4-BE49-F238E27FC236}">
                    <a16:creationId xmlns:a16="http://schemas.microsoft.com/office/drawing/2014/main" id="{5AFE14AD-83AE-47D8-BD0F-03AE556649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9" y="2731"/>
                <a:ext cx="20" cy="22"/>
              </a:xfrm>
              <a:custGeom>
                <a:avLst/>
                <a:gdLst>
                  <a:gd name="T0" fmla="*/ 4 w 19"/>
                  <a:gd name="T1" fmla="*/ 0 h 20"/>
                  <a:gd name="T2" fmla="*/ 8 w 19"/>
                  <a:gd name="T3" fmla="*/ 26 h 20"/>
                  <a:gd name="T4" fmla="*/ 22 w 19"/>
                  <a:gd name="T5" fmla="*/ 3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20">
                    <a:moveTo>
                      <a:pt x="4" y="0"/>
                    </a:moveTo>
                    <a:cubicBezTo>
                      <a:pt x="2" y="5"/>
                      <a:pt x="0" y="19"/>
                      <a:pt x="8" y="20"/>
                    </a:cubicBezTo>
                    <a:cubicBezTo>
                      <a:pt x="12" y="20"/>
                      <a:pt x="19" y="7"/>
                      <a:pt x="19" y="3"/>
                    </a:cubicBezTo>
                  </a:path>
                </a:pathLst>
              </a:custGeom>
              <a:noFill/>
              <a:ln w="6350" cap="flat">
                <a:solidFill>
                  <a:srgbClr val="F7E8B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131" name="Freeform 158">
                <a:extLst>
                  <a:ext uri="{FF2B5EF4-FFF2-40B4-BE49-F238E27FC236}">
                    <a16:creationId xmlns:a16="http://schemas.microsoft.com/office/drawing/2014/main" id="{5A5802BD-51A9-473C-8645-16B0E3751E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0" y="2731"/>
                <a:ext cx="12" cy="33"/>
              </a:xfrm>
              <a:custGeom>
                <a:avLst/>
                <a:gdLst>
                  <a:gd name="T0" fmla="*/ 2 w 11"/>
                  <a:gd name="T1" fmla="*/ 0 h 31"/>
                  <a:gd name="T2" fmla="*/ 14 w 11"/>
                  <a:gd name="T3" fmla="*/ 37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31">
                    <a:moveTo>
                      <a:pt x="2" y="0"/>
                    </a:moveTo>
                    <a:cubicBezTo>
                      <a:pt x="0" y="6"/>
                      <a:pt x="9" y="24"/>
                      <a:pt x="11" y="31"/>
                    </a:cubicBezTo>
                  </a:path>
                </a:pathLst>
              </a:custGeom>
              <a:noFill/>
              <a:ln w="6350" cap="flat">
                <a:solidFill>
                  <a:srgbClr val="F7E8B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132" name="Freeform 159">
                <a:extLst>
                  <a:ext uri="{FF2B5EF4-FFF2-40B4-BE49-F238E27FC236}">
                    <a16:creationId xmlns:a16="http://schemas.microsoft.com/office/drawing/2014/main" id="{D9AEE3A8-A4AF-412B-8916-AE47F6E6F5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4" y="2957"/>
                <a:ext cx="48" cy="48"/>
              </a:xfrm>
              <a:custGeom>
                <a:avLst/>
                <a:gdLst>
                  <a:gd name="T0" fmla="*/ 0 w 45"/>
                  <a:gd name="T1" fmla="*/ 35 h 45"/>
                  <a:gd name="T2" fmla="*/ 6 w 45"/>
                  <a:gd name="T3" fmla="*/ 54 h 4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5" h="45">
                    <a:moveTo>
                      <a:pt x="0" y="29"/>
                    </a:moveTo>
                    <a:cubicBezTo>
                      <a:pt x="14" y="0"/>
                      <a:pt x="45" y="33"/>
                      <a:pt x="6" y="45"/>
                    </a:cubicBezTo>
                  </a:path>
                </a:pathLst>
              </a:custGeom>
              <a:noFill/>
              <a:ln w="6350" cap="flat">
                <a:solidFill>
                  <a:srgbClr val="F7E8B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133" name="Freeform 160">
                <a:extLst>
                  <a:ext uri="{FF2B5EF4-FFF2-40B4-BE49-F238E27FC236}">
                    <a16:creationId xmlns:a16="http://schemas.microsoft.com/office/drawing/2014/main" id="{21D2CDC2-EB98-4880-8BB4-90A097380A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0" y="3049"/>
                <a:ext cx="22" cy="91"/>
              </a:xfrm>
              <a:custGeom>
                <a:avLst/>
                <a:gdLst>
                  <a:gd name="T0" fmla="*/ 26 w 20"/>
                  <a:gd name="T1" fmla="*/ 0 h 85"/>
                  <a:gd name="T2" fmla="*/ 13 w 20"/>
                  <a:gd name="T3" fmla="*/ 104 h 8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85">
                    <a:moveTo>
                      <a:pt x="20" y="0"/>
                    </a:moveTo>
                    <a:cubicBezTo>
                      <a:pt x="19" y="27"/>
                      <a:pt x="0" y="57"/>
                      <a:pt x="10" y="85"/>
                    </a:cubicBezTo>
                  </a:path>
                </a:pathLst>
              </a:custGeom>
              <a:noFill/>
              <a:ln w="6350" cap="flat">
                <a:solidFill>
                  <a:srgbClr val="F7E8B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134" name="Freeform 161">
                <a:extLst>
                  <a:ext uri="{FF2B5EF4-FFF2-40B4-BE49-F238E27FC236}">
                    <a16:creationId xmlns:a16="http://schemas.microsoft.com/office/drawing/2014/main" id="{6F10EA2D-FAB8-4C9E-97AA-6AE512D665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3" y="2962"/>
                <a:ext cx="37" cy="50"/>
              </a:xfrm>
              <a:custGeom>
                <a:avLst/>
                <a:gdLst>
                  <a:gd name="T0" fmla="*/ 0 w 35"/>
                  <a:gd name="T1" fmla="*/ 24 h 47"/>
                  <a:gd name="T2" fmla="*/ 31 w 35"/>
                  <a:gd name="T3" fmla="*/ 49 h 47"/>
                  <a:gd name="T4" fmla="*/ 19 w 35"/>
                  <a:gd name="T5" fmla="*/ 3 h 47"/>
                  <a:gd name="T6" fmla="*/ 21 w 35"/>
                  <a:gd name="T7" fmla="*/ 1 h 4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5" h="47">
                    <a:moveTo>
                      <a:pt x="0" y="21"/>
                    </a:moveTo>
                    <a:cubicBezTo>
                      <a:pt x="3" y="27"/>
                      <a:pt x="16" y="47"/>
                      <a:pt x="26" y="40"/>
                    </a:cubicBezTo>
                    <a:cubicBezTo>
                      <a:pt x="35" y="34"/>
                      <a:pt x="19" y="10"/>
                      <a:pt x="16" y="3"/>
                    </a:cubicBezTo>
                    <a:cubicBezTo>
                      <a:pt x="19" y="1"/>
                      <a:pt x="18" y="0"/>
                      <a:pt x="18" y="1"/>
                    </a:cubicBezTo>
                  </a:path>
                </a:pathLst>
              </a:custGeom>
              <a:noFill/>
              <a:ln w="6350" cap="flat">
                <a:solidFill>
                  <a:srgbClr val="F7E8B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135" name="Freeform 162">
                <a:extLst>
                  <a:ext uri="{FF2B5EF4-FFF2-40B4-BE49-F238E27FC236}">
                    <a16:creationId xmlns:a16="http://schemas.microsoft.com/office/drawing/2014/main" id="{793975FA-1E49-431C-A871-E0EB8A66C7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5" y="3043"/>
                <a:ext cx="12" cy="30"/>
              </a:xfrm>
              <a:custGeom>
                <a:avLst/>
                <a:gdLst>
                  <a:gd name="T0" fmla="*/ 0 w 12"/>
                  <a:gd name="T1" fmla="*/ 0 h 28"/>
                  <a:gd name="T2" fmla="*/ 12 w 12"/>
                  <a:gd name="T3" fmla="*/ 34 h 2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28">
                    <a:moveTo>
                      <a:pt x="0" y="0"/>
                    </a:moveTo>
                    <a:cubicBezTo>
                      <a:pt x="5" y="8"/>
                      <a:pt x="7" y="19"/>
                      <a:pt x="12" y="28"/>
                    </a:cubicBezTo>
                  </a:path>
                </a:pathLst>
              </a:custGeom>
              <a:noFill/>
              <a:ln w="6350" cap="flat">
                <a:solidFill>
                  <a:srgbClr val="F7E8B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136" name="Freeform 163">
                <a:extLst>
                  <a:ext uri="{FF2B5EF4-FFF2-40B4-BE49-F238E27FC236}">
                    <a16:creationId xmlns:a16="http://schemas.microsoft.com/office/drawing/2014/main" id="{3D022F42-0724-49D7-8D4A-4C9FA65270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0" y="3043"/>
                <a:ext cx="27" cy="31"/>
              </a:xfrm>
              <a:custGeom>
                <a:avLst/>
                <a:gdLst>
                  <a:gd name="T0" fmla="*/ 12 w 25"/>
                  <a:gd name="T1" fmla="*/ 0 h 29"/>
                  <a:gd name="T2" fmla="*/ 0 w 25"/>
                  <a:gd name="T3" fmla="*/ 33 h 29"/>
                  <a:gd name="T4" fmla="*/ 31 w 25"/>
                  <a:gd name="T5" fmla="*/ 11 h 2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29">
                    <a:moveTo>
                      <a:pt x="9" y="0"/>
                    </a:moveTo>
                    <a:cubicBezTo>
                      <a:pt x="3" y="7"/>
                      <a:pt x="1" y="18"/>
                      <a:pt x="0" y="27"/>
                    </a:cubicBezTo>
                    <a:cubicBezTo>
                      <a:pt x="11" y="29"/>
                      <a:pt x="23" y="19"/>
                      <a:pt x="25" y="8"/>
                    </a:cubicBezTo>
                  </a:path>
                </a:pathLst>
              </a:custGeom>
              <a:noFill/>
              <a:ln w="6350" cap="flat">
                <a:solidFill>
                  <a:srgbClr val="F7E8B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137" name="Freeform 164">
                <a:extLst>
                  <a:ext uri="{FF2B5EF4-FFF2-40B4-BE49-F238E27FC236}">
                    <a16:creationId xmlns:a16="http://schemas.microsoft.com/office/drawing/2014/main" id="{AF57C128-9B3D-40C0-A16E-F35B586834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6" y="3633"/>
                <a:ext cx="11" cy="41"/>
              </a:xfrm>
              <a:custGeom>
                <a:avLst/>
                <a:gdLst>
                  <a:gd name="T0" fmla="*/ 13 w 10"/>
                  <a:gd name="T1" fmla="*/ 0 h 38"/>
                  <a:gd name="T2" fmla="*/ 0 w 10"/>
                  <a:gd name="T3" fmla="*/ 47 h 3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38">
                    <a:moveTo>
                      <a:pt x="10" y="0"/>
                    </a:moveTo>
                    <a:cubicBezTo>
                      <a:pt x="7" y="13"/>
                      <a:pt x="6" y="26"/>
                      <a:pt x="0" y="38"/>
                    </a:cubicBezTo>
                  </a:path>
                </a:pathLst>
              </a:custGeom>
              <a:noFill/>
              <a:ln w="6350" cap="flat">
                <a:solidFill>
                  <a:srgbClr val="F7E8B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138" name="Freeform 165">
                <a:extLst>
                  <a:ext uri="{FF2B5EF4-FFF2-40B4-BE49-F238E27FC236}">
                    <a16:creationId xmlns:a16="http://schemas.microsoft.com/office/drawing/2014/main" id="{14A54365-2C4F-477B-B41F-708774F3B8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4" y="3735"/>
                <a:ext cx="23" cy="44"/>
              </a:xfrm>
              <a:custGeom>
                <a:avLst/>
                <a:gdLst>
                  <a:gd name="T0" fmla="*/ 0 w 21"/>
                  <a:gd name="T1" fmla="*/ 6 h 41"/>
                  <a:gd name="T2" fmla="*/ 26 w 21"/>
                  <a:gd name="T3" fmla="*/ 0 h 4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41">
                    <a:moveTo>
                      <a:pt x="0" y="6"/>
                    </a:moveTo>
                    <a:cubicBezTo>
                      <a:pt x="0" y="41"/>
                      <a:pt x="21" y="30"/>
                      <a:pt x="20" y="0"/>
                    </a:cubicBezTo>
                  </a:path>
                </a:pathLst>
              </a:custGeom>
              <a:noFill/>
              <a:ln w="6350" cap="flat">
                <a:solidFill>
                  <a:srgbClr val="F7E8B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139" name="Freeform 166">
                <a:extLst>
                  <a:ext uri="{FF2B5EF4-FFF2-40B4-BE49-F238E27FC236}">
                    <a16:creationId xmlns:a16="http://schemas.microsoft.com/office/drawing/2014/main" id="{99909ADF-6530-42AF-A624-36BC5EAFD9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2" y="3735"/>
                <a:ext cx="13" cy="36"/>
              </a:xfrm>
              <a:custGeom>
                <a:avLst/>
                <a:gdLst>
                  <a:gd name="T0" fmla="*/ 0 w 12"/>
                  <a:gd name="T1" fmla="*/ 0 h 34"/>
                  <a:gd name="T2" fmla="*/ 15 w 12"/>
                  <a:gd name="T3" fmla="*/ 40 h 3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34">
                    <a:moveTo>
                      <a:pt x="0" y="0"/>
                    </a:moveTo>
                    <a:cubicBezTo>
                      <a:pt x="0" y="12"/>
                      <a:pt x="8" y="22"/>
                      <a:pt x="12" y="34"/>
                    </a:cubicBezTo>
                  </a:path>
                </a:pathLst>
              </a:custGeom>
              <a:noFill/>
              <a:ln w="6350" cap="flat">
                <a:solidFill>
                  <a:srgbClr val="F7E8B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140" name="Freeform 167">
                <a:extLst>
                  <a:ext uri="{FF2B5EF4-FFF2-40B4-BE49-F238E27FC236}">
                    <a16:creationId xmlns:a16="http://schemas.microsoft.com/office/drawing/2014/main" id="{8EF8C021-8E24-4B2E-8739-2165D5D131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2" y="1417"/>
                <a:ext cx="27" cy="30"/>
              </a:xfrm>
              <a:custGeom>
                <a:avLst/>
                <a:gdLst>
                  <a:gd name="T0" fmla="*/ 4 w 25"/>
                  <a:gd name="T1" fmla="*/ 0 h 28"/>
                  <a:gd name="T2" fmla="*/ 31 w 25"/>
                  <a:gd name="T3" fmla="*/ 18 h 28"/>
                  <a:gd name="T4" fmla="*/ 0 w 25"/>
                  <a:gd name="T5" fmla="*/ 18 h 28"/>
                  <a:gd name="T6" fmla="*/ 19 w 25"/>
                  <a:gd name="T7" fmla="*/ 34 h 2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" h="28">
                    <a:moveTo>
                      <a:pt x="4" y="0"/>
                    </a:moveTo>
                    <a:cubicBezTo>
                      <a:pt x="11" y="1"/>
                      <a:pt x="24" y="7"/>
                      <a:pt x="25" y="15"/>
                    </a:cubicBezTo>
                    <a:cubicBezTo>
                      <a:pt x="16" y="19"/>
                      <a:pt x="7" y="8"/>
                      <a:pt x="0" y="15"/>
                    </a:cubicBezTo>
                    <a:cubicBezTo>
                      <a:pt x="2" y="21"/>
                      <a:pt x="12" y="28"/>
                      <a:pt x="16" y="28"/>
                    </a:cubicBezTo>
                  </a:path>
                </a:pathLst>
              </a:custGeom>
              <a:noFill/>
              <a:ln w="6350" cap="flat">
                <a:solidFill>
                  <a:srgbClr val="F7E8B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141" name="Freeform 168">
                <a:extLst>
                  <a:ext uri="{FF2B5EF4-FFF2-40B4-BE49-F238E27FC236}">
                    <a16:creationId xmlns:a16="http://schemas.microsoft.com/office/drawing/2014/main" id="{AD4BA06E-3A04-4613-ABB5-3F8C3EC4C9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3" y="1413"/>
                <a:ext cx="29" cy="24"/>
              </a:xfrm>
              <a:custGeom>
                <a:avLst/>
                <a:gdLst>
                  <a:gd name="T0" fmla="*/ 0 w 27"/>
                  <a:gd name="T1" fmla="*/ 14 h 22"/>
                  <a:gd name="T2" fmla="*/ 27 w 27"/>
                  <a:gd name="T3" fmla="*/ 10 h 22"/>
                  <a:gd name="T4" fmla="*/ 4 w 27"/>
                  <a:gd name="T5" fmla="*/ 28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7" h="22">
                    <a:moveTo>
                      <a:pt x="0" y="11"/>
                    </a:moveTo>
                    <a:cubicBezTo>
                      <a:pt x="5" y="8"/>
                      <a:pt x="16" y="0"/>
                      <a:pt x="21" y="7"/>
                    </a:cubicBezTo>
                    <a:cubicBezTo>
                      <a:pt x="27" y="16"/>
                      <a:pt x="5" y="22"/>
                      <a:pt x="4" y="22"/>
                    </a:cubicBezTo>
                  </a:path>
                </a:pathLst>
              </a:custGeom>
              <a:noFill/>
              <a:ln w="6350" cap="flat">
                <a:solidFill>
                  <a:srgbClr val="F7E8B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142" name="Freeform 169">
                <a:extLst>
                  <a:ext uri="{FF2B5EF4-FFF2-40B4-BE49-F238E27FC236}">
                    <a16:creationId xmlns:a16="http://schemas.microsoft.com/office/drawing/2014/main" id="{9698A9B0-0EF6-4F50-8BD8-EEAD7D2790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5" y="1540"/>
                <a:ext cx="19" cy="13"/>
              </a:xfrm>
              <a:custGeom>
                <a:avLst/>
                <a:gdLst>
                  <a:gd name="T0" fmla="*/ 0 w 17"/>
                  <a:gd name="T1" fmla="*/ 0 h 12"/>
                  <a:gd name="T2" fmla="*/ 23 w 17"/>
                  <a:gd name="T3" fmla="*/ 15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12">
                    <a:moveTo>
                      <a:pt x="0" y="0"/>
                    </a:moveTo>
                    <a:cubicBezTo>
                      <a:pt x="6" y="1"/>
                      <a:pt x="11" y="8"/>
                      <a:pt x="17" y="12"/>
                    </a:cubicBezTo>
                  </a:path>
                </a:pathLst>
              </a:custGeom>
              <a:noFill/>
              <a:ln w="6350" cap="flat">
                <a:solidFill>
                  <a:srgbClr val="F7E8B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143" name="Freeform 170">
                <a:extLst>
                  <a:ext uri="{FF2B5EF4-FFF2-40B4-BE49-F238E27FC236}">
                    <a16:creationId xmlns:a16="http://schemas.microsoft.com/office/drawing/2014/main" id="{A29FCEE4-1E36-4C9C-9A15-C0D294381F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4" y="1567"/>
                <a:ext cx="8" cy="23"/>
              </a:xfrm>
              <a:custGeom>
                <a:avLst/>
                <a:gdLst>
                  <a:gd name="T0" fmla="*/ 0 w 7"/>
                  <a:gd name="T1" fmla="*/ 0 h 22"/>
                  <a:gd name="T2" fmla="*/ 10 w 7"/>
                  <a:gd name="T3" fmla="*/ 25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22">
                    <a:moveTo>
                      <a:pt x="0" y="0"/>
                    </a:moveTo>
                    <a:cubicBezTo>
                      <a:pt x="1" y="8"/>
                      <a:pt x="6" y="14"/>
                      <a:pt x="7" y="22"/>
                    </a:cubicBezTo>
                  </a:path>
                </a:pathLst>
              </a:custGeom>
              <a:noFill/>
              <a:ln w="6350" cap="flat">
                <a:solidFill>
                  <a:srgbClr val="F7E8B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144" name="Freeform 171">
                <a:extLst>
                  <a:ext uri="{FF2B5EF4-FFF2-40B4-BE49-F238E27FC236}">
                    <a16:creationId xmlns:a16="http://schemas.microsoft.com/office/drawing/2014/main" id="{FB467436-1EEB-4765-BA1E-6C13B1DFFC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2" y="1783"/>
                <a:ext cx="19" cy="27"/>
              </a:xfrm>
              <a:custGeom>
                <a:avLst/>
                <a:gdLst>
                  <a:gd name="T0" fmla="*/ 21 w 18"/>
                  <a:gd name="T1" fmla="*/ 6 h 25"/>
                  <a:gd name="T2" fmla="*/ 12 w 18"/>
                  <a:gd name="T3" fmla="*/ 28 h 25"/>
                  <a:gd name="T4" fmla="*/ 15 w 18"/>
                  <a:gd name="T5" fmla="*/ 0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25">
                    <a:moveTo>
                      <a:pt x="18" y="6"/>
                    </a:moveTo>
                    <a:cubicBezTo>
                      <a:pt x="17" y="10"/>
                      <a:pt x="17" y="25"/>
                      <a:pt x="9" y="22"/>
                    </a:cubicBezTo>
                    <a:cubicBezTo>
                      <a:pt x="0" y="19"/>
                      <a:pt x="8" y="3"/>
                      <a:pt x="12" y="0"/>
                    </a:cubicBezTo>
                  </a:path>
                </a:pathLst>
              </a:custGeom>
              <a:noFill/>
              <a:ln w="6350" cap="flat">
                <a:solidFill>
                  <a:srgbClr val="F7E8B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145" name="Freeform 172">
                <a:extLst>
                  <a:ext uri="{FF2B5EF4-FFF2-40B4-BE49-F238E27FC236}">
                    <a16:creationId xmlns:a16="http://schemas.microsoft.com/office/drawing/2014/main" id="{52132D9B-47C1-46A2-9183-B274B5C02C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3" y="1862"/>
                <a:ext cx="20" cy="20"/>
              </a:xfrm>
              <a:custGeom>
                <a:avLst/>
                <a:gdLst>
                  <a:gd name="T0" fmla="*/ 0 w 19"/>
                  <a:gd name="T1" fmla="*/ 14 h 19"/>
                  <a:gd name="T2" fmla="*/ 19 w 19"/>
                  <a:gd name="T3" fmla="*/ 22 h 19"/>
                  <a:gd name="T4" fmla="*/ 0 w 19"/>
                  <a:gd name="T5" fmla="*/ 0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19">
                    <a:moveTo>
                      <a:pt x="0" y="11"/>
                    </a:moveTo>
                    <a:cubicBezTo>
                      <a:pt x="2" y="17"/>
                      <a:pt x="10" y="19"/>
                      <a:pt x="16" y="19"/>
                    </a:cubicBezTo>
                    <a:cubicBezTo>
                      <a:pt x="19" y="8"/>
                      <a:pt x="6" y="4"/>
                      <a:pt x="0" y="0"/>
                    </a:cubicBezTo>
                  </a:path>
                </a:pathLst>
              </a:custGeom>
              <a:noFill/>
              <a:ln w="6350" cap="flat">
                <a:solidFill>
                  <a:srgbClr val="F7E8B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146" name="Freeform 173">
                <a:extLst>
                  <a:ext uri="{FF2B5EF4-FFF2-40B4-BE49-F238E27FC236}">
                    <a16:creationId xmlns:a16="http://schemas.microsoft.com/office/drawing/2014/main" id="{E9D30D53-8214-4E4B-9361-F67EEB0FE2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7" y="1845"/>
                <a:ext cx="3" cy="24"/>
              </a:xfrm>
              <a:custGeom>
                <a:avLst/>
                <a:gdLst>
                  <a:gd name="T0" fmla="*/ 2 w 3"/>
                  <a:gd name="T1" fmla="*/ 0 h 22"/>
                  <a:gd name="T2" fmla="*/ 3 w 3"/>
                  <a:gd name="T3" fmla="*/ 28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2">
                    <a:moveTo>
                      <a:pt x="2" y="0"/>
                    </a:moveTo>
                    <a:cubicBezTo>
                      <a:pt x="0" y="6"/>
                      <a:pt x="1" y="15"/>
                      <a:pt x="3" y="22"/>
                    </a:cubicBezTo>
                  </a:path>
                </a:pathLst>
              </a:custGeom>
              <a:noFill/>
              <a:ln w="6350" cap="flat">
                <a:solidFill>
                  <a:srgbClr val="F7E8B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147" name="Freeform 174">
                <a:extLst>
                  <a:ext uri="{FF2B5EF4-FFF2-40B4-BE49-F238E27FC236}">
                    <a16:creationId xmlns:a16="http://schemas.microsoft.com/office/drawing/2014/main" id="{58353B28-2E91-436F-BD37-B0026D73D9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6" y="2326"/>
                <a:ext cx="8" cy="19"/>
              </a:xfrm>
              <a:custGeom>
                <a:avLst/>
                <a:gdLst>
                  <a:gd name="T0" fmla="*/ 1 w 8"/>
                  <a:gd name="T1" fmla="*/ 0 h 18"/>
                  <a:gd name="T2" fmla="*/ 8 w 8"/>
                  <a:gd name="T3" fmla="*/ 21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18">
                    <a:moveTo>
                      <a:pt x="1" y="0"/>
                    </a:moveTo>
                    <a:cubicBezTo>
                      <a:pt x="0" y="7"/>
                      <a:pt x="4" y="14"/>
                      <a:pt x="8" y="18"/>
                    </a:cubicBezTo>
                  </a:path>
                </a:pathLst>
              </a:custGeom>
              <a:noFill/>
              <a:ln w="6350" cap="flat">
                <a:solidFill>
                  <a:srgbClr val="F7E8B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148" name="Freeform 175">
                <a:extLst>
                  <a:ext uri="{FF2B5EF4-FFF2-40B4-BE49-F238E27FC236}">
                    <a16:creationId xmlns:a16="http://schemas.microsoft.com/office/drawing/2014/main" id="{1B44C81E-8B24-43C9-A6FA-84231D4971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6" y="1970"/>
                <a:ext cx="27" cy="29"/>
              </a:xfrm>
              <a:custGeom>
                <a:avLst/>
                <a:gdLst>
                  <a:gd name="T0" fmla="*/ 27 w 25"/>
                  <a:gd name="T1" fmla="*/ 0 h 27"/>
                  <a:gd name="T2" fmla="*/ 30 w 25"/>
                  <a:gd name="T3" fmla="*/ 33 h 27"/>
                  <a:gd name="T4" fmla="*/ 0 w 25"/>
                  <a:gd name="T5" fmla="*/ 0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27">
                    <a:moveTo>
                      <a:pt x="21" y="0"/>
                    </a:moveTo>
                    <a:cubicBezTo>
                      <a:pt x="24" y="9"/>
                      <a:pt x="25" y="18"/>
                      <a:pt x="24" y="27"/>
                    </a:cubicBezTo>
                    <a:cubicBezTo>
                      <a:pt x="13" y="21"/>
                      <a:pt x="4" y="12"/>
                      <a:pt x="0" y="0"/>
                    </a:cubicBezTo>
                  </a:path>
                </a:pathLst>
              </a:custGeom>
              <a:noFill/>
              <a:ln w="6350" cap="flat">
                <a:solidFill>
                  <a:srgbClr val="F7E8B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149" name="Freeform 176">
                <a:extLst>
                  <a:ext uri="{FF2B5EF4-FFF2-40B4-BE49-F238E27FC236}">
                    <a16:creationId xmlns:a16="http://schemas.microsoft.com/office/drawing/2014/main" id="{5A8AD4A0-E767-44AD-8579-DE5C7D0BAC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9" y="1268"/>
                <a:ext cx="131" cy="24"/>
              </a:xfrm>
              <a:custGeom>
                <a:avLst/>
                <a:gdLst>
                  <a:gd name="T0" fmla="*/ 147 w 122"/>
                  <a:gd name="T1" fmla="*/ 0 h 22"/>
                  <a:gd name="T2" fmla="*/ 61 w 122"/>
                  <a:gd name="T3" fmla="*/ 13 h 22"/>
                  <a:gd name="T4" fmla="*/ 30 w 122"/>
                  <a:gd name="T5" fmla="*/ 13 h 22"/>
                  <a:gd name="T6" fmla="*/ 0 w 122"/>
                  <a:gd name="T7" fmla="*/ 5 h 22"/>
                  <a:gd name="T8" fmla="*/ 46 w 122"/>
                  <a:gd name="T9" fmla="*/ 24 h 22"/>
                  <a:gd name="T10" fmla="*/ 82 w 122"/>
                  <a:gd name="T11" fmla="*/ 27 h 22"/>
                  <a:gd name="T12" fmla="*/ 122 w 122"/>
                  <a:gd name="T13" fmla="*/ 16 h 22"/>
                  <a:gd name="T14" fmla="*/ 151 w 122"/>
                  <a:gd name="T15" fmla="*/ 1 h 2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22" h="22">
                    <a:moveTo>
                      <a:pt x="119" y="0"/>
                    </a:moveTo>
                    <a:cubicBezTo>
                      <a:pt x="100" y="12"/>
                      <a:pt x="71" y="9"/>
                      <a:pt x="49" y="10"/>
                    </a:cubicBezTo>
                    <a:cubicBezTo>
                      <a:pt x="41" y="11"/>
                      <a:pt x="32" y="11"/>
                      <a:pt x="24" y="10"/>
                    </a:cubicBezTo>
                    <a:cubicBezTo>
                      <a:pt x="17" y="9"/>
                      <a:pt x="8" y="4"/>
                      <a:pt x="0" y="5"/>
                    </a:cubicBezTo>
                    <a:cubicBezTo>
                      <a:pt x="8" y="14"/>
                      <a:pt x="26" y="16"/>
                      <a:pt x="37" y="18"/>
                    </a:cubicBezTo>
                    <a:cubicBezTo>
                      <a:pt x="47" y="21"/>
                      <a:pt x="56" y="22"/>
                      <a:pt x="66" y="21"/>
                    </a:cubicBezTo>
                    <a:cubicBezTo>
                      <a:pt x="78" y="21"/>
                      <a:pt x="89" y="18"/>
                      <a:pt x="99" y="13"/>
                    </a:cubicBezTo>
                    <a:cubicBezTo>
                      <a:pt x="106" y="9"/>
                      <a:pt x="115" y="6"/>
                      <a:pt x="122" y="1"/>
                    </a:cubicBezTo>
                  </a:path>
                </a:pathLst>
              </a:custGeom>
              <a:solidFill>
                <a:srgbClr val="EFCA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150" name="Freeform 177">
                <a:extLst>
                  <a:ext uri="{FF2B5EF4-FFF2-40B4-BE49-F238E27FC236}">
                    <a16:creationId xmlns:a16="http://schemas.microsoft.com/office/drawing/2014/main" id="{2713A732-C9E7-4C62-98C2-DDE340EF9D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1" y="1288"/>
                <a:ext cx="134" cy="79"/>
              </a:xfrm>
              <a:custGeom>
                <a:avLst/>
                <a:gdLst>
                  <a:gd name="T0" fmla="*/ 1 w 126"/>
                  <a:gd name="T1" fmla="*/ 61 h 74"/>
                  <a:gd name="T2" fmla="*/ 43 w 126"/>
                  <a:gd name="T3" fmla="*/ 77 h 74"/>
                  <a:gd name="T4" fmla="*/ 79 w 126"/>
                  <a:gd name="T5" fmla="*/ 58 h 74"/>
                  <a:gd name="T6" fmla="*/ 110 w 126"/>
                  <a:gd name="T7" fmla="*/ 25 h 74"/>
                  <a:gd name="T8" fmla="*/ 152 w 126"/>
                  <a:gd name="T9" fmla="*/ 0 h 74"/>
                  <a:gd name="T10" fmla="*/ 103 w 126"/>
                  <a:gd name="T11" fmla="*/ 46 h 74"/>
                  <a:gd name="T12" fmla="*/ 57 w 126"/>
                  <a:gd name="T13" fmla="*/ 86 h 74"/>
                  <a:gd name="T14" fmla="*/ 19 w 126"/>
                  <a:gd name="T15" fmla="*/ 85 h 74"/>
                  <a:gd name="T16" fmla="*/ 0 w 126"/>
                  <a:gd name="T17" fmla="*/ 67 h 7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26" h="74">
                    <a:moveTo>
                      <a:pt x="1" y="50"/>
                    </a:moveTo>
                    <a:cubicBezTo>
                      <a:pt x="12" y="56"/>
                      <a:pt x="22" y="66"/>
                      <a:pt x="36" y="63"/>
                    </a:cubicBezTo>
                    <a:cubicBezTo>
                      <a:pt x="48" y="61"/>
                      <a:pt x="57" y="56"/>
                      <a:pt x="66" y="48"/>
                    </a:cubicBezTo>
                    <a:cubicBezTo>
                      <a:pt x="75" y="40"/>
                      <a:pt x="82" y="29"/>
                      <a:pt x="91" y="21"/>
                    </a:cubicBezTo>
                    <a:cubicBezTo>
                      <a:pt x="101" y="11"/>
                      <a:pt x="114" y="6"/>
                      <a:pt x="126" y="0"/>
                    </a:cubicBezTo>
                    <a:cubicBezTo>
                      <a:pt x="111" y="11"/>
                      <a:pt x="97" y="21"/>
                      <a:pt x="86" y="37"/>
                    </a:cubicBezTo>
                    <a:cubicBezTo>
                      <a:pt x="76" y="51"/>
                      <a:pt x="66" y="65"/>
                      <a:pt x="48" y="71"/>
                    </a:cubicBezTo>
                    <a:cubicBezTo>
                      <a:pt x="39" y="74"/>
                      <a:pt x="26" y="74"/>
                      <a:pt x="16" y="70"/>
                    </a:cubicBezTo>
                    <a:cubicBezTo>
                      <a:pt x="11" y="67"/>
                      <a:pt x="2" y="60"/>
                      <a:pt x="0" y="55"/>
                    </a:cubicBezTo>
                  </a:path>
                </a:pathLst>
              </a:custGeom>
              <a:solidFill>
                <a:srgbClr val="EFCA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151" name="Freeform 178">
                <a:extLst>
                  <a:ext uri="{FF2B5EF4-FFF2-40B4-BE49-F238E27FC236}">
                    <a16:creationId xmlns:a16="http://schemas.microsoft.com/office/drawing/2014/main" id="{4B8D259D-DF2D-4B86-890B-8D90E9C330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8" y="1295"/>
                <a:ext cx="96" cy="24"/>
              </a:xfrm>
              <a:custGeom>
                <a:avLst/>
                <a:gdLst>
                  <a:gd name="T0" fmla="*/ 0 w 90"/>
                  <a:gd name="T1" fmla="*/ 0 h 23"/>
                  <a:gd name="T2" fmla="*/ 30 w 90"/>
                  <a:gd name="T3" fmla="*/ 10 h 23"/>
                  <a:gd name="T4" fmla="*/ 55 w 90"/>
                  <a:gd name="T5" fmla="*/ 16 h 23"/>
                  <a:gd name="T6" fmla="*/ 85 w 90"/>
                  <a:gd name="T7" fmla="*/ 11 h 23"/>
                  <a:gd name="T8" fmla="*/ 109 w 90"/>
                  <a:gd name="T9" fmla="*/ 1 h 23"/>
                  <a:gd name="T10" fmla="*/ 45 w 90"/>
                  <a:gd name="T11" fmla="*/ 26 h 23"/>
                  <a:gd name="T12" fmla="*/ 0 w 90"/>
                  <a:gd name="T13" fmla="*/ 1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0" h="23">
                    <a:moveTo>
                      <a:pt x="0" y="0"/>
                    </a:moveTo>
                    <a:cubicBezTo>
                      <a:pt x="8" y="0"/>
                      <a:pt x="16" y="8"/>
                      <a:pt x="24" y="10"/>
                    </a:cubicBezTo>
                    <a:cubicBezTo>
                      <a:pt x="31" y="12"/>
                      <a:pt x="39" y="13"/>
                      <a:pt x="46" y="13"/>
                    </a:cubicBezTo>
                    <a:cubicBezTo>
                      <a:pt x="54" y="13"/>
                      <a:pt x="62" y="13"/>
                      <a:pt x="70" y="11"/>
                    </a:cubicBezTo>
                    <a:cubicBezTo>
                      <a:pt x="77" y="9"/>
                      <a:pt x="83" y="4"/>
                      <a:pt x="90" y="1"/>
                    </a:cubicBezTo>
                    <a:cubicBezTo>
                      <a:pt x="82" y="17"/>
                      <a:pt x="52" y="22"/>
                      <a:pt x="37" y="23"/>
                    </a:cubicBezTo>
                    <a:cubicBezTo>
                      <a:pt x="24" y="23"/>
                      <a:pt x="5" y="14"/>
                      <a:pt x="0" y="1"/>
                    </a:cubicBezTo>
                  </a:path>
                </a:pathLst>
              </a:custGeom>
              <a:solidFill>
                <a:srgbClr val="EFCA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152" name="Freeform 179">
                <a:extLst>
                  <a:ext uri="{FF2B5EF4-FFF2-40B4-BE49-F238E27FC236}">
                    <a16:creationId xmlns:a16="http://schemas.microsoft.com/office/drawing/2014/main" id="{4C3F62BF-3BDB-4425-8B3B-D2CA228B05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8" y="1970"/>
                <a:ext cx="265" cy="367"/>
              </a:xfrm>
              <a:custGeom>
                <a:avLst/>
                <a:gdLst>
                  <a:gd name="T0" fmla="*/ 2 w 248"/>
                  <a:gd name="T1" fmla="*/ 0 h 344"/>
                  <a:gd name="T2" fmla="*/ 65 w 248"/>
                  <a:gd name="T3" fmla="*/ 84 h 344"/>
                  <a:gd name="T4" fmla="*/ 133 w 248"/>
                  <a:gd name="T5" fmla="*/ 140 h 344"/>
                  <a:gd name="T6" fmla="*/ 182 w 248"/>
                  <a:gd name="T7" fmla="*/ 245 h 344"/>
                  <a:gd name="T8" fmla="*/ 247 w 248"/>
                  <a:gd name="T9" fmla="*/ 355 h 344"/>
                  <a:gd name="T10" fmla="*/ 302 w 248"/>
                  <a:gd name="T11" fmla="*/ 418 h 344"/>
                  <a:gd name="T12" fmla="*/ 181 w 248"/>
                  <a:gd name="T13" fmla="*/ 276 h 344"/>
                  <a:gd name="T14" fmla="*/ 111 w 248"/>
                  <a:gd name="T15" fmla="*/ 165 h 344"/>
                  <a:gd name="T16" fmla="*/ 0 w 248"/>
                  <a:gd name="T17" fmla="*/ 7 h 34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48" h="344">
                    <a:moveTo>
                      <a:pt x="2" y="0"/>
                    </a:moveTo>
                    <a:cubicBezTo>
                      <a:pt x="12" y="27"/>
                      <a:pt x="30" y="52"/>
                      <a:pt x="53" y="69"/>
                    </a:cubicBezTo>
                    <a:cubicBezTo>
                      <a:pt x="72" y="83"/>
                      <a:pt x="96" y="93"/>
                      <a:pt x="109" y="115"/>
                    </a:cubicBezTo>
                    <a:cubicBezTo>
                      <a:pt x="125" y="142"/>
                      <a:pt x="134" y="174"/>
                      <a:pt x="149" y="202"/>
                    </a:cubicBezTo>
                    <a:cubicBezTo>
                      <a:pt x="165" y="232"/>
                      <a:pt x="181" y="263"/>
                      <a:pt x="202" y="292"/>
                    </a:cubicBezTo>
                    <a:cubicBezTo>
                      <a:pt x="216" y="310"/>
                      <a:pt x="233" y="327"/>
                      <a:pt x="248" y="344"/>
                    </a:cubicBezTo>
                    <a:cubicBezTo>
                      <a:pt x="202" y="321"/>
                      <a:pt x="175" y="270"/>
                      <a:pt x="148" y="228"/>
                    </a:cubicBezTo>
                    <a:cubicBezTo>
                      <a:pt x="129" y="198"/>
                      <a:pt x="114" y="162"/>
                      <a:pt x="91" y="136"/>
                    </a:cubicBezTo>
                    <a:cubicBezTo>
                      <a:pt x="54" y="97"/>
                      <a:pt x="11" y="61"/>
                      <a:pt x="0" y="7"/>
                    </a:cubicBezTo>
                  </a:path>
                </a:pathLst>
              </a:custGeom>
              <a:solidFill>
                <a:srgbClr val="EFCA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153" name="Freeform 180">
                <a:extLst>
                  <a:ext uri="{FF2B5EF4-FFF2-40B4-BE49-F238E27FC236}">
                    <a16:creationId xmlns:a16="http://schemas.microsoft.com/office/drawing/2014/main" id="{3184174F-5C82-4F3C-B127-673CEDDD86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4" y="2070"/>
                <a:ext cx="200" cy="141"/>
              </a:xfrm>
              <a:custGeom>
                <a:avLst/>
                <a:gdLst>
                  <a:gd name="T0" fmla="*/ 0 w 188"/>
                  <a:gd name="T1" fmla="*/ 0 h 132"/>
                  <a:gd name="T2" fmla="*/ 114 w 188"/>
                  <a:gd name="T3" fmla="*/ 76 h 132"/>
                  <a:gd name="T4" fmla="*/ 227 w 188"/>
                  <a:gd name="T5" fmla="*/ 161 h 132"/>
                  <a:gd name="T6" fmla="*/ 112 w 188"/>
                  <a:gd name="T7" fmla="*/ 85 h 132"/>
                  <a:gd name="T8" fmla="*/ 65 w 188"/>
                  <a:gd name="T9" fmla="*/ 57 h 132"/>
                  <a:gd name="T10" fmla="*/ 39 w 188"/>
                  <a:gd name="T11" fmla="*/ 66 h 132"/>
                  <a:gd name="T12" fmla="*/ 0 w 188"/>
                  <a:gd name="T13" fmla="*/ 4 h 13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8" h="132">
                    <a:moveTo>
                      <a:pt x="0" y="0"/>
                    </a:moveTo>
                    <a:cubicBezTo>
                      <a:pt x="34" y="12"/>
                      <a:pt x="69" y="37"/>
                      <a:pt x="95" y="62"/>
                    </a:cubicBezTo>
                    <a:cubicBezTo>
                      <a:pt x="121" y="88"/>
                      <a:pt x="150" y="125"/>
                      <a:pt x="188" y="132"/>
                    </a:cubicBezTo>
                    <a:cubicBezTo>
                      <a:pt x="144" y="129"/>
                      <a:pt x="122" y="97"/>
                      <a:pt x="93" y="70"/>
                    </a:cubicBezTo>
                    <a:cubicBezTo>
                      <a:pt x="80" y="58"/>
                      <a:pt x="69" y="53"/>
                      <a:pt x="54" y="47"/>
                    </a:cubicBezTo>
                    <a:cubicBezTo>
                      <a:pt x="47" y="44"/>
                      <a:pt x="18" y="35"/>
                      <a:pt x="33" y="54"/>
                    </a:cubicBezTo>
                    <a:cubicBezTo>
                      <a:pt x="29" y="36"/>
                      <a:pt x="19" y="11"/>
                      <a:pt x="0" y="4"/>
                    </a:cubicBezTo>
                  </a:path>
                </a:pathLst>
              </a:custGeom>
              <a:solidFill>
                <a:srgbClr val="EFCA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154" name="Freeform 181">
                <a:extLst>
                  <a:ext uri="{FF2B5EF4-FFF2-40B4-BE49-F238E27FC236}">
                    <a16:creationId xmlns:a16="http://schemas.microsoft.com/office/drawing/2014/main" id="{81A8F362-6A52-423B-8B2C-4181F88086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9" y="2139"/>
                <a:ext cx="148" cy="84"/>
              </a:xfrm>
              <a:custGeom>
                <a:avLst/>
                <a:gdLst>
                  <a:gd name="T0" fmla="*/ 168 w 139"/>
                  <a:gd name="T1" fmla="*/ 97 h 78"/>
                  <a:gd name="T2" fmla="*/ 128 w 139"/>
                  <a:gd name="T3" fmla="*/ 56 h 78"/>
                  <a:gd name="T4" fmla="*/ 91 w 139"/>
                  <a:gd name="T5" fmla="*/ 31 h 78"/>
                  <a:gd name="T6" fmla="*/ 0 w 139"/>
                  <a:gd name="T7" fmla="*/ 0 h 78"/>
                  <a:gd name="T8" fmla="*/ 106 w 139"/>
                  <a:gd name="T9" fmla="*/ 84 h 78"/>
                  <a:gd name="T10" fmla="*/ 162 w 139"/>
                  <a:gd name="T11" fmla="*/ 97 h 7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9" h="78">
                    <a:moveTo>
                      <a:pt x="139" y="78"/>
                    </a:moveTo>
                    <a:cubicBezTo>
                      <a:pt x="126" y="70"/>
                      <a:pt x="118" y="54"/>
                      <a:pt x="106" y="45"/>
                    </a:cubicBezTo>
                    <a:cubicBezTo>
                      <a:pt x="96" y="38"/>
                      <a:pt x="85" y="31"/>
                      <a:pt x="75" y="25"/>
                    </a:cubicBezTo>
                    <a:cubicBezTo>
                      <a:pt x="50" y="11"/>
                      <a:pt x="26" y="8"/>
                      <a:pt x="0" y="0"/>
                    </a:cubicBezTo>
                    <a:cubicBezTo>
                      <a:pt x="11" y="6"/>
                      <a:pt x="122" y="41"/>
                      <a:pt x="88" y="67"/>
                    </a:cubicBezTo>
                    <a:cubicBezTo>
                      <a:pt x="105" y="66"/>
                      <a:pt x="119" y="73"/>
                      <a:pt x="134" y="78"/>
                    </a:cubicBezTo>
                  </a:path>
                </a:pathLst>
              </a:custGeom>
              <a:solidFill>
                <a:srgbClr val="EFCA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155" name="Freeform 182">
                <a:extLst>
                  <a:ext uri="{FF2B5EF4-FFF2-40B4-BE49-F238E27FC236}">
                    <a16:creationId xmlns:a16="http://schemas.microsoft.com/office/drawing/2014/main" id="{C7738D13-819C-4FB5-9F4C-56E8719B91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4" y="2214"/>
                <a:ext cx="211" cy="132"/>
              </a:xfrm>
              <a:custGeom>
                <a:avLst/>
                <a:gdLst>
                  <a:gd name="T0" fmla="*/ 0 w 198"/>
                  <a:gd name="T1" fmla="*/ 15 h 124"/>
                  <a:gd name="T2" fmla="*/ 143 w 198"/>
                  <a:gd name="T3" fmla="*/ 40 h 124"/>
                  <a:gd name="T4" fmla="*/ 240 w 198"/>
                  <a:gd name="T5" fmla="*/ 150 h 124"/>
                  <a:gd name="T6" fmla="*/ 182 w 198"/>
                  <a:gd name="T7" fmla="*/ 83 h 124"/>
                  <a:gd name="T8" fmla="*/ 132 w 198"/>
                  <a:gd name="T9" fmla="*/ 48 h 124"/>
                  <a:gd name="T10" fmla="*/ 66 w 198"/>
                  <a:gd name="T11" fmla="*/ 28 h 124"/>
                  <a:gd name="T12" fmla="*/ 0 w 198"/>
                  <a:gd name="T13" fmla="*/ 16 h 1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8" h="124">
                    <a:moveTo>
                      <a:pt x="0" y="12"/>
                    </a:moveTo>
                    <a:cubicBezTo>
                      <a:pt x="40" y="0"/>
                      <a:pt x="84" y="19"/>
                      <a:pt x="118" y="34"/>
                    </a:cubicBezTo>
                    <a:cubicBezTo>
                      <a:pt x="152" y="49"/>
                      <a:pt x="184" y="90"/>
                      <a:pt x="198" y="124"/>
                    </a:cubicBezTo>
                    <a:cubicBezTo>
                      <a:pt x="179" y="112"/>
                      <a:pt x="166" y="86"/>
                      <a:pt x="150" y="69"/>
                    </a:cubicBezTo>
                    <a:cubicBezTo>
                      <a:pt x="137" y="56"/>
                      <a:pt x="124" y="46"/>
                      <a:pt x="109" y="39"/>
                    </a:cubicBezTo>
                    <a:cubicBezTo>
                      <a:pt x="91" y="31"/>
                      <a:pt x="72" y="28"/>
                      <a:pt x="54" y="23"/>
                    </a:cubicBezTo>
                    <a:cubicBezTo>
                      <a:pt x="37" y="18"/>
                      <a:pt x="17" y="19"/>
                      <a:pt x="0" y="13"/>
                    </a:cubicBezTo>
                  </a:path>
                </a:pathLst>
              </a:custGeom>
              <a:solidFill>
                <a:srgbClr val="EFCA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156" name="Freeform 183">
                <a:extLst>
                  <a:ext uri="{FF2B5EF4-FFF2-40B4-BE49-F238E27FC236}">
                    <a16:creationId xmlns:a16="http://schemas.microsoft.com/office/drawing/2014/main" id="{56A785ED-AF05-4A8E-828C-5E3C3AA36D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8" y="2463"/>
                <a:ext cx="174" cy="302"/>
              </a:xfrm>
              <a:custGeom>
                <a:avLst/>
                <a:gdLst>
                  <a:gd name="T0" fmla="*/ 0 w 163"/>
                  <a:gd name="T1" fmla="*/ 1 h 284"/>
                  <a:gd name="T2" fmla="*/ 37 w 163"/>
                  <a:gd name="T3" fmla="*/ 3 h 284"/>
                  <a:gd name="T4" fmla="*/ 74 w 163"/>
                  <a:gd name="T5" fmla="*/ 23 h 284"/>
                  <a:gd name="T6" fmla="*/ 149 w 163"/>
                  <a:gd name="T7" fmla="*/ 95 h 284"/>
                  <a:gd name="T8" fmla="*/ 180 w 163"/>
                  <a:gd name="T9" fmla="*/ 270 h 284"/>
                  <a:gd name="T10" fmla="*/ 163 w 163"/>
                  <a:gd name="T11" fmla="*/ 309 h 284"/>
                  <a:gd name="T12" fmla="*/ 135 w 163"/>
                  <a:gd name="T13" fmla="*/ 340 h 284"/>
                  <a:gd name="T14" fmla="*/ 50 w 163"/>
                  <a:gd name="T15" fmla="*/ 307 h 284"/>
                  <a:gd name="T16" fmla="*/ 135 w 163"/>
                  <a:gd name="T17" fmla="*/ 300 h 284"/>
                  <a:gd name="T18" fmla="*/ 140 w 163"/>
                  <a:gd name="T19" fmla="*/ 249 h 284"/>
                  <a:gd name="T20" fmla="*/ 144 w 163"/>
                  <a:gd name="T21" fmla="*/ 177 h 284"/>
                  <a:gd name="T22" fmla="*/ 125 w 163"/>
                  <a:gd name="T23" fmla="*/ 113 h 284"/>
                  <a:gd name="T24" fmla="*/ 94 w 163"/>
                  <a:gd name="T25" fmla="*/ 50 h 284"/>
                  <a:gd name="T26" fmla="*/ 60 w 163"/>
                  <a:gd name="T27" fmla="*/ 24 h 284"/>
                  <a:gd name="T28" fmla="*/ 11 w 163"/>
                  <a:gd name="T29" fmla="*/ 3 h 284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63" h="284">
                    <a:moveTo>
                      <a:pt x="0" y="1"/>
                    </a:moveTo>
                    <a:cubicBezTo>
                      <a:pt x="10" y="5"/>
                      <a:pt x="22" y="0"/>
                      <a:pt x="31" y="3"/>
                    </a:cubicBezTo>
                    <a:cubicBezTo>
                      <a:pt x="42" y="5"/>
                      <a:pt x="52" y="14"/>
                      <a:pt x="61" y="20"/>
                    </a:cubicBezTo>
                    <a:cubicBezTo>
                      <a:pt x="86" y="37"/>
                      <a:pt x="108" y="53"/>
                      <a:pt x="123" y="79"/>
                    </a:cubicBezTo>
                    <a:cubicBezTo>
                      <a:pt x="147" y="122"/>
                      <a:pt x="163" y="177"/>
                      <a:pt x="148" y="225"/>
                    </a:cubicBezTo>
                    <a:cubicBezTo>
                      <a:pt x="144" y="236"/>
                      <a:pt x="138" y="247"/>
                      <a:pt x="134" y="258"/>
                    </a:cubicBezTo>
                    <a:cubicBezTo>
                      <a:pt x="128" y="273"/>
                      <a:pt x="130" y="284"/>
                      <a:pt x="111" y="283"/>
                    </a:cubicBezTo>
                    <a:cubicBezTo>
                      <a:pt x="86" y="282"/>
                      <a:pt x="62" y="266"/>
                      <a:pt x="41" y="256"/>
                    </a:cubicBezTo>
                    <a:cubicBezTo>
                      <a:pt x="60" y="255"/>
                      <a:pt x="99" y="273"/>
                      <a:pt x="111" y="249"/>
                    </a:cubicBezTo>
                    <a:cubicBezTo>
                      <a:pt x="116" y="238"/>
                      <a:pt x="114" y="219"/>
                      <a:pt x="115" y="207"/>
                    </a:cubicBezTo>
                    <a:cubicBezTo>
                      <a:pt x="116" y="187"/>
                      <a:pt x="118" y="167"/>
                      <a:pt x="118" y="147"/>
                    </a:cubicBezTo>
                    <a:cubicBezTo>
                      <a:pt x="117" y="126"/>
                      <a:pt x="112" y="113"/>
                      <a:pt x="103" y="94"/>
                    </a:cubicBezTo>
                    <a:cubicBezTo>
                      <a:pt x="95" y="76"/>
                      <a:pt x="90" y="56"/>
                      <a:pt x="77" y="41"/>
                    </a:cubicBezTo>
                    <a:cubicBezTo>
                      <a:pt x="69" y="33"/>
                      <a:pt x="59" y="26"/>
                      <a:pt x="49" y="21"/>
                    </a:cubicBezTo>
                    <a:cubicBezTo>
                      <a:pt x="37" y="15"/>
                      <a:pt x="20" y="4"/>
                      <a:pt x="8" y="3"/>
                    </a:cubicBezTo>
                  </a:path>
                </a:pathLst>
              </a:custGeom>
              <a:solidFill>
                <a:srgbClr val="EFCA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157" name="Freeform 184">
                <a:extLst>
                  <a:ext uri="{FF2B5EF4-FFF2-40B4-BE49-F238E27FC236}">
                    <a16:creationId xmlns:a16="http://schemas.microsoft.com/office/drawing/2014/main" id="{CF603AC0-6587-41EC-9CA3-0307047D8D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6" y="2637"/>
                <a:ext cx="86" cy="284"/>
              </a:xfrm>
              <a:custGeom>
                <a:avLst/>
                <a:gdLst>
                  <a:gd name="T0" fmla="*/ 4 w 81"/>
                  <a:gd name="T1" fmla="*/ 129 h 266"/>
                  <a:gd name="T2" fmla="*/ 0 w 81"/>
                  <a:gd name="T3" fmla="*/ 163 h 266"/>
                  <a:gd name="T4" fmla="*/ 50 w 81"/>
                  <a:gd name="T5" fmla="*/ 239 h 266"/>
                  <a:gd name="T6" fmla="*/ 54 w 81"/>
                  <a:gd name="T7" fmla="*/ 288 h 266"/>
                  <a:gd name="T8" fmla="*/ 41 w 81"/>
                  <a:gd name="T9" fmla="*/ 324 h 266"/>
                  <a:gd name="T10" fmla="*/ 56 w 81"/>
                  <a:gd name="T11" fmla="*/ 170 h 266"/>
                  <a:gd name="T12" fmla="*/ 83 w 81"/>
                  <a:gd name="T13" fmla="*/ 95 h 266"/>
                  <a:gd name="T14" fmla="*/ 83 w 81"/>
                  <a:gd name="T15" fmla="*/ 0 h 266"/>
                  <a:gd name="T16" fmla="*/ 54 w 81"/>
                  <a:gd name="T17" fmla="*/ 109 h 266"/>
                  <a:gd name="T18" fmla="*/ 17 w 81"/>
                  <a:gd name="T19" fmla="*/ 129 h 26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1" h="266">
                    <a:moveTo>
                      <a:pt x="4" y="106"/>
                    </a:moveTo>
                    <a:cubicBezTo>
                      <a:pt x="12" y="114"/>
                      <a:pt x="21" y="138"/>
                      <a:pt x="0" y="134"/>
                    </a:cubicBezTo>
                    <a:cubicBezTo>
                      <a:pt x="28" y="148"/>
                      <a:pt x="38" y="166"/>
                      <a:pt x="41" y="197"/>
                    </a:cubicBezTo>
                    <a:cubicBezTo>
                      <a:pt x="42" y="210"/>
                      <a:pt x="46" y="223"/>
                      <a:pt x="45" y="237"/>
                    </a:cubicBezTo>
                    <a:cubicBezTo>
                      <a:pt x="44" y="248"/>
                      <a:pt x="37" y="256"/>
                      <a:pt x="35" y="266"/>
                    </a:cubicBezTo>
                    <a:cubicBezTo>
                      <a:pt x="76" y="236"/>
                      <a:pt x="49" y="180"/>
                      <a:pt x="47" y="140"/>
                    </a:cubicBezTo>
                    <a:cubicBezTo>
                      <a:pt x="46" y="121"/>
                      <a:pt x="61" y="96"/>
                      <a:pt x="69" y="78"/>
                    </a:cubicBezTo>
                    <a:cubicBezTo>
                      <a:pt x="81" y="52"/>
                      <a:pt x="81" y="27"/>
                      <a:pt x="69" y="0"/>
                    </a:cubicBezTo>
                    <a:cubicBezTo>
                      <a:pt x="63" y="30"/>
                      <a:pt x="60" y="62"/>
                      <a:pt x="45" y="90"/>
                    </a:cubicBezTo>
                    <a:cubicBezTo>
                      <a:pt x="37" y="104"/>
                      <a:pt x="31" y="106"/>
                      <a:pt x="14" y="106"/>
                    </a:cubicBezTo>
                  </a:path>
                </a:pathLst>
              </a:custGeom>
              <a:solidFill>
                <a:srgbClr val="EFCA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158" name="Freeform 185">
                <a:extLst>
                  <a:ext uri="{FF2B5EF4-FFF2-40B4-BE49-F238E27FC236}">
                    <a16:creationId xmlns:a16="http://schemas.microsoft.com/office/drawing/2014/main" id="{09BDF6CF-C6E9-4712-9285-476BAD3816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1" y="2202"/>
                <a:ext cx="103" cy="50"/>
              </a:xfrm>
              <a:custGeom>
                <a:avLst/>
                <a:gdLst>
                  <a:gd name="T0" fmla="*/ 0 w 97"/>
                  <a:gd name="T1" fmla="*/ 0 h 47"/>
                  <a:gd name="T2" fmla="*/ 20 w 97"/>
                  <a:gd name="T3" fmla="*/ 5 h 47"/>
                  <a:gd name="T4" fmla="*/ 39 w 97"/>
                  <a:gd name="T5" fmla="*/ 16 h 47"/>
                  <a:gd name="T6" fmla="*/ 65 w 97"/>
                  <a:gd name="T7" fmla="*/ 21 h 47"/>
                  <a:gd name="T8" fmla="*/ 116 w 97"/>
                  <a:gd name="T9" fmla="*/ 26 h 47"/>
                  <a:gd name="T10" fmla="*/ 45 w 97"/>
                  <a:gd name="T11" fmla="*/ 56 h 47"/>
                  <a:gd name="T12" fmla="*/ 63 w 97"/>
                  <a:gd name="T13" fmla="*/ 37 h 47"/>
                  <a:gd name="T14" fmla="*/ 50 w 97"/>
                  <a:gd name="T15" fmla="*/ 22 h 47"/>
                  <a:gd name="T16" fmla="*/ 6 w 97"/>
                  <a:gd name="T17" fmla="*/ 3 h 4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7" h="47">
                    <a:moveTo>
                      <a:pt x="0" y="0"/>
                    </a:moveTo>
                    <a:cubicBezTo>
                      <a:pt x="5" y="3"/>
                      <a:pt x="12" y="3"/>
                      <a:pt x="17" y="5"/>
                    </a:cubicBezTo>
                    <a:cubicBezTo>
                      <a:pt x="23" y="8"/>
                      <a:pt x="28" y="11"/>
                      <a:pt x="33" y="13"/>
                    </a:cubicBezTo>
                    <a:cubicBezTo>
                      <a:pt x="40" y="16"/>
                      <a:pt x="47" y="17"/>
                      <a:pt x="54" y="18"/>
                    </a:cubicBezTo>
                    <a:cubicBezTo>
                      <a:pt x="68" y="20"/>
                      <a:pt x="83" y="23"/>
                      <a:pt x="97" y="22"/>
                    </a:cubicBezTo>
                    <a:cubicBezTo>
                      <a:pt x="77" y="29"/>
                      <a:pt x="56" y="40"/>
                      <a:pt x="38" y="47"/>
                    </a:cubicBezTo>
                    <a:cubicBezTo>
                      <a:pt x="45" y="46"/>
                      <a:pt x="55" y="39"/>
                      <a:pt x="53" y="31"/>
                    </a:cubicBezTo>
                    <a:cubicBezTo>
                      <a:pt x="52" y="26"/>
                      <a:pt x="46" y="22"/>
                      <a:pt x="41" y="19"/>
                    </a:cubicBezTo>
                    <a:cubicBezTo>
                      <a:pt x="31" y="13"/>
                      <a:pt x="18" y="7"/>
                      <a:pt x="6" y="3"/>
                    </a:cubicBezTo>
                  </a:path>
                </a:pathLst>
              </a:custGeom>
              <a:solidFill>
                <a:srgbClr val="EFCA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159" name="Freeform 186">
                <a:extLst>
                  <a:ext uri="{FF2B5EF4-FFF2-40B4-BE49-F238E27FC236}">
                    <a16:creationId xmlns:a16="http://schemas.microsoft.com/office/drawing/2014/main" id="{D9D627B3-2423-421E-9623-E368ECAFD9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1" y="2227"/>
                <a:ext cx="30" cy="18"/>
              </a:xfrm>
              <a:custGeom>
                <a:avLst/>
                <a:gdLst>
                  <a:gd name="T0" fmla="*/ 11 w 28"/>
                  <a:gd name="T1" fmla="*/ 0 h 17"/>
                  <a:gd name="T2" fmla="*/ 19 w 28"/>
                  <a:gd name="T3" fmla="*/ 19 h 17"/>
                  <a:gd name="T4" fmla="*/ 13 w 28"/>
                  <a:gd name="T5" fmla="*/ 1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17">
                    <a:moveTo>
                      <a:pt x="8" y="0"/>
                    </a:moveTo>
                    <a:cubicBezTo>
                      <a:pt x="0" y="3"/>
                      <a:pt x="8" y="17"/>
                      <a:pt x="16" y="16"/>
                    </a:cubicBezTo>
                    <a:cubicBezTo>
                      <a:pt x="28" y="14"/>
                      <a:pt x="9" y="4"/>
                      <a:pt x="10" y="1"/>
                    </a:cubicBezTo>
                  </a:path>
                </a:pathLst>
              </a:custGeom>
              <a:solidFill>
                <a:srgbClr val="EFCA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160" name="Freeform 187">
                <a:extLst>
                  <a:ext uri="{FF2B5EF4-FFF2-40B4-BE49-F238E27FC236}">
                    <a16:creationId xmlns:a16="http://schemas.microsoft.com/office/drawing/2014/main" id="{51DE1E17-CAFA-4ADD-A921-3BAB7468C5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8" y="2187"/>
                <a:ext cx="128" cy="52"/>
              </a:xfrm>
              <a:custGeom>
                <a:avLst/>
                <a:gdLst>
                  <a:gd name="T0" fmla="*/ 0 w 120"/>
                  <a:gd name="T1" fmla="*/ 46 h 48"/>
                  <a:gd name="T2" fmla="*/ 146 w 120"/>
                  <a:gd name="T3" fmla="*/ 0 h 48"/>
                  <a:gd name="T4" fmla="*/ 73 w 120"/>
                  <a:gd name="T5" fmla="*/ 41 h 48"/>
                  <a:gd name="T6" fmla="*/ 29 w 120"/>
                  <a:gd name="T7" fmla="*/ 61 h 48"/>
                  <a:gd name="T8" fmla="*/ 4 w 120"/>
                  <a:gd name="T9" fmla="*/ 47 h 4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0" h="48">
                    <a:moveTo>
                      <a:pt x="0" y="36"/>
                    </a:moveTo>
                    <a:cubicBezTo>
                      <a:pt x="43" y="38"/>
                      <a:pt x="82" y="17"/>
                      <a:pt x="120" y="0"/>
                    </a:cubicBezTo>
                    <a:cubicBezTo>
                      <a:pt x="108" y="16"/>
                      <a:pt x="79" y="26"/>
                      <a:pt x="60" y="32"/>
                    </a:cubicBezTo>
                    <a:cubicBezTo>
                      <a:pt x="53" y="34"/>
                      <a:pt x="22" y="37"/>
                      <a:pt x="23" y="48"/>
                    </a:cubicBezTo>
                    <a:cubicBezTo>
                      <a:pt x="16" y="47"/>
                      <a:pt x="10" y="40"/>
                      <a:pt x="4" y="37"/>
                    </a:cubicBezTo>
                  </a:path>
                </a:pathLst>
              </a:custGeom>
              <a:solidFill>
                <a:srgbClr val="EFCA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161" name="Freeform 188">
                <a:extLst>
                  <a:ext uri="{FF2B5EF4-FFF2-40B4-BE49-F238E27FC236}">
                    <a16:creationId xmlns:a16="http://schemas.microsoft.com/office/drawing/2014/main" id="{F574598C-EFF9-4460-871C-56C088D71D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4" y="2974"/>
                <a:ext cx="217" cy="91"/>
              </a:xfrm>
              <a:custGeom>
                <a:avLst/>
                <a:gdLst>
                  <a:gd name="T0" fmla="*/ 248 w 203"/>
                  <a:gd name="T1" fmla="*/ 2 h 85"/>
                  <a:gd name="T2" fmla="*/ 215 w 203"/>
                  <a:gd name="T3" fmla="*/ 80 h 85"/>
                  <a:gd name="T4" fmla="*/ 154 w 203"/>
                  <a:gd name="T5" fmla="*/ 97 h 85"/>
                  <a:gd name="T6" fmla="*/ 67 w 203"/>
                  <a:gd name="T7" fmla="*/ 66 h 85"/>
                  <a:gd name="T8" fmla="*/ 0 w 203"/>
                  <a:gd name="T9" fmla="*/ 56 h 85"/>
                  <a:gd name="T10" fmla="*/ 130 w 203"/>
                  <a:gd name="T11" fmla="*/ 64 h 85"/>
                  <a:gd name="T12" fmla="*/ 202 w 203"/>
                  <a:gd name="T13" fmla="*/ 59 h 85"/>
                  <a:gd name="T14" fmla="*/ 248 w 203"/>
                  <a:gd name="T15" fmla="*/ 0 h 8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03" h="85">
                    <a:moveTo>
                      <a:pt x="203" y="2"/>
                    </a:moveTo>
                    <a:cubicBezTo>
                      <a:pt x="195" y="21"/>
                      <a:pt x="187" y="48"/>
                      <a:pt x="176" y="65"/>
                    </a:cubicBezTo>
                    <a:cubicBezTo>
                      <a:pt x="163" y="84"/>
                      <a:pt x="147" y="85"/>
                      <a:pt x="126" y="79"/>
                    </a:cubicBezTo>
                    <a:cubicBezTo>
                      <a:pt x="102" y="72"/>
                      <a:pt x="79" y="60"/>
                      <a:pt x="55" y="54"/>
                    </a:cubicBezTo>
                    <a:cubicBezTo>
                      <a:pt x="38" y="50"/>
                      <a:pt x="17" y="46"/>
                      <a:pt x="0" y="46"/>
                    </a:cubicBezTo>
                    <a:cubicBezTo>
                      <a:pt x="35" y="40"/>
                      <a:pt x="74" y="36"/>
                      <a:pt x="107" y="52"/>
                    </a:cubicBezTo>
                    <a:cubicBezTo>
                      <a:pt x="129" y="64"/>
                      <a:pt x="146" y="70"/>
                      <a:pt x="166" y="48"/>
                    </a:cubicBezTo>
                    <a:cubicBezTo>
                      <a:pt x="180" y="33"/>
                      <a:pt x="185" y="12"/>
                      <a:pt x="203" y="0"/>
                    </a:cubicBezTo>
                  </a:path>
                </a:pathLst>
              </a:custGeom>
              <a:solidFill>
                <a:srgbClr val="EFCA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162" name="Freeform 189">
                <a:extLst>
                  <a:ext uri="{FF2B5EF4-FFF2-40B4-BE49-F238E27FC236}">
                    <a16:creationId xmlns:a16="http://schemas.microsoft.com/office/drawing/2014/main" id="{42EA6133-D80F-4E7A-BB6E-0EE8E43EEA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7" y="3046"/>
                <a:ext cx="209" cy="85"/>
              </a:xfrm>
              <a:custGeom>
                <a:avLst/>
                <a:gdLst>
                  <a:gd name="T0" fmla="*/ 4 w 196"/>
                  <a:gd name="T1" fmla="*/ 0 h 80"/>
                  <a:gd name="T2" fmla="*/ 63 w 196"/>
                  <a:gd name="T3" fmla="*/ 46 h 80"/>
                  <a:gd name="T4" fmla="*/ 120 w 196"/>
                  <a:gd name="T5" fmla="*/ 61 h 80"/>
                  <a:gd name="T6" fmla="*/ 238 w 196"/>
                  <a:gd name="T7" fmla="*/ 60 h 80"/>
                  <a:gd name="T8" fmla="*/ 76 w 196"/>
                  <a:gd name="T9" fmla="*/ 78 h 80"/>
                  <a:gd name="T10" fmla="*/ 0 w 196"/>
                  <a:gd name="T11" fmla="*/ 4 h 8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96" h="80">
                    <a:moveTo>
                      <a:pt x="4" y="0"/>
                    </a:moveTo>
                    <a:cubicBezTo>
                      <a:pt x="21" y="6"/>
                      <a:pt x="37" y="27"/>
                      <a:pt x="52" y="38"/>
                    </a:cubicBezTo>
                    <a:cubicBezTo>
                      <a:pt x="67" y="48"/>
                      <a:pt x="82" y="47"/>
                      <a:pt x="99" y="51"/>
                    </a:cubicBezTo>
                    <a:cubicBezTo>
                      <a:pt x="126" y="58"/>
                      <a:pt x="170" y="63"/>
                      <a:pt x="196" y="50"/>
                    </a:cubicBezTo>
                    <a:cubicBezTo>
                      <a:pt x="163" y="80"/>
                      <a:pt x="103" y="76"/>
                      <a:pt x="63" y="65"/>
                    </a:cubicBezTo>
                    <a:cubicBezTo>
                      <a:pt x="27" y="56"/>
                      <a:pt x="20" y="28"/>
                      <a:pt x="0" y="4"/>
                    </a:cubicBezTo>
                  </a:path>
                </a:pathLst>
              </a:custGeom>
              <a:solidFill>
                <a:srgbClr val="EFCA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163" name="Freeform 190">
                <a:extLst>
                  <a:ext uri="{FF2B5EF4-FFF2-40B4-BE49-F238E27FC236}">
                    <a16:creationId xmlns:a16="http://schemas.microsoft.com/office/drawing/2014/main" id="{F8DD3897-A6F9-46A7-B4AD-B05703C757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8" y="3069"/>
                <a:ext cx="94" cy="34"/>
              </a:xfrm>
              <a:custGeom>
                <a:avLst/>
                <a:gdLst>
                  <a:gd name="T0" fmla="*/ 57 w 88"/>
                  <a:gd name="T1" fmla="*/ 0 h 32"/>
                  <a:gd name="T2" fmla="*/ 99 w 88"/>
                  <a:gd name="T3" fmla="*/ 38 h 32"/>
                  <a:gd name="T4" fmla="*/ 0 w 88"/>
                  <a:gd name="T5" fmla="*/ 36 h 32"/>
                  <a:gd name="T6" fmla="*/ 37 w 88"/>
                  <a:gd name="T7" fmla="*/ 24 h 32"/>
                  <a:gd name="T8" fmla="*/ 73 w 88"/>
                  <a:gd name="T9" fmla="*/ 19 h 32"/>
                  <a:gd name="T10" fmla="*/ 58 w 88"/>
                  <a:gd name="T11" fmla="*/ 4 h 3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8" h="32">
                    <a:moveTo>
                      <a:pt x="47" y="0"/>
                    </a:moveTo>
                    <a:cubicBezTo>
                      <a:pt x="61" y="3"/>
                      <a:pt x="88" y="14"/>
                      <a:pt x="81" y="32"/>
                    </a:cubicBezTo>
                    <a:cubicBezTo>
                      <a:pt x="55" y="28"/>
                      <a:pt x="28" y="32"/>
                      <a:pt x="0" y="30"/>
                    </a:cubicBezTo>
                    <a:cubicBezTo>
                      <a:pt x="11" y="29"/>
                      <a:pt x="20" y="23"/>
                      <a:pt x="31" y="21"/>
                    </a:cubicBezTo>
                    <a:cubicBezTo>
                      <a:pt x="41" y="19"/>
                      <a:pt x="51" y="19"/>
                      <a:pt x="60" y="16"/>
                    </a:cubicBezTo>
                    <a:cubicBezTo>
                      <a:pt x="56" y="11"/>
                      <a:pt x="51" y="8"/>
                      <a:pt x="48" y="4"/>
                    </a:cubicBezTo>
                  </a:path>
                </a:pathLst>
              </a:custGeom>
              <a:solidFill>
                <a:srgbClr val="EFCA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164" name="Freeform 191">
                <a:extLst>
                  <a:ext uri="{FF2B5EF4-FFF2-40B4-BE49-F238E27FC236}">
                    <a16:creationId xmlns:a16="http://schemas.microsoft.com/office/drawing/2014/main" id="{F50A8C00-09D2-4E1A-AC2A-E601B35BF2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2" y="2689"/>
                <a:ext cx="228" cy="47"/>
              </a:xfrm>
              <a:custGeom>
                <a:avLst/>
                <a:gdLst>
                  <a:gd name="T0" fmla="*/ 260 w 213"/>
                  <a:gd name="T1" fmla="*/ 51 h 44"/>
                  <a:gd name="T2" fmla="*/ 117 w 213"/>
                  <a:gd name="T3" fmla="*/ 28 h 44"/>
                  <a:gd name="T4" fmla="*/ 51 w 213"/>
                  <a:gd name="T5" fmla="*/ 26 h 44"/>
                  <a:gd name="T6" fmla="*/ 0 w 213"/>
                  <a:gd name="T7" fmla="*/ 0 h 44"/>
                  <a:gd name="T8" fmla="*/ 140 w 213"/>
                  <a:gd name="T9" fmla="*/ 13 h 44"/>
                  <a:gd name="T10" fmla="*/ 204 w 213"/>
                  <a:gd name="T11" fmla="*/ 26 h 44"/>
                  <a:gd name="T12" fmla="*/ 261 w 213"/>
                  <a:gd name="T13" fmla="*/ 53 h 4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13" h="44">
                    <a:moveTo>
                      <a:pt x="212" y="42"/>
                    </a:moveTo>
                    <a:cubicBezTo>
                      <a:pt x="174" y="31"/>
                      <a:pt x="136" y="22"/>
                      <a:pt x="95" y="22"/>
                    </a:cubicBezTo>
                    <a:cubicBezTo>
                      <a:pt x="78" y="22"/>
                      <a:pt x="59" y="24"/>
                      <a:pt x="42" y="21"/>
                    </a:cubicBezTo>
                    <a:cubicBezTo>
                      <a:pt x="24" y="18"/>
                      <a:pt x="14" y="10"/>
                      <a:pt x="0" y="0"/>
                    </a:cubicBezTo>
                    <a:cubicBezTo>
                      <a:pt x="30" y="17"/>
                      <a:pt x="78" y="7"/>
                      <a:pt x="114" y="10"/>
                    </a:cubicBezTo>
                    <a:cubicBezTo>
                      <a:pt x="131" y="12"/>
                      <a:pt x="150" y="16"/>
                      <a:pt x="166" y="21"/>
                    </a:cubicBezTo>
                    <a:cubicBezTo>
                      <a:pt x="184" y="26"/>
                      <a:pt x="197" y="39"/>
                      <a:pt x="213" y="44"/>
                    </a:cubicBezTo>
                  </a:path>
                </a:pathLst>
              </a:custGeom>
              <a:solidFill>
                <a:srgbClr val="EFCA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165" name="Freeform 192">
                <a:extLst>
                  <a:ext uri="{FF2B5EF4-FFF2-40B4-BE49-F238E27FC236}">
                    <a16:creationId xmlns:a16="http://schemas.microsoft.com/office/drawing/2014/main" id="{B12FC7FE-4562-477F-B7AE-53E9EEF537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6" y="2369"/>
                <a:ext cx="166" cy="81"/>
              </a:xfrm>
              <a:custGeom>
                <a:avLst/>
                <a:gdLst>
                  <a:gd name="T0" fmla="*/ 191 w 155"/>
                  <a:gd name="T1" fmla="*/ 91 h 76"/>
                  <a:gd name="T2" fmla="*/ 77 w 155"/>
                  <a:gd name="T3" fmla="*/ 0 h 76"/>
                  <a:gd name="T4" fmla="*/ 85 w 155"/>
                  <a:gd name="T5" fmla="*/ 49 h 76"/>
                  <a:gd name="T6" fmla="*/ 51 w 155"/>
                  <a:gd name="T7" fmla="*/ 68 h 76"/>
                  <a:gd name="T8" fmla="*/ 0 w 155"/>
                  <a:gd name="T9" fmla="*/ 92 h 76"/>
                  <a:gd name="T10" fmla="*/ 49 w 155"/>
                  <a:gd name="T11" fmla="*/ 77 h 76"/>
                  <a:gd name="T12" fmla="*/ 93 w 155"/>
                  <a:gd name="T13" fmla="*/ 82 h 76"/>
                  <a:gd name="T14" fmla="*/ 180 w 155"/>
                  <a:gd name="T15" fmla="*/ 92 h 7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55" h="76">
                    <a:moveTo>
                      <a:pt x="155" y="75"/>
                    </a:moveTo>
                    <a:cubicBezTo>
                      <a:pt x="115" y="63"/>
                      <a:pt x="85" y="34"/>
                      <a:pt x="63" y="0"/>
                    </a:cubicBezTo>
                    <a:cubicBezTo>
                      <a:pt x="61" y="14"/>
                      <a:pt x="74" y="27"/>
                      <a:pt x="69" y="40"/>
                    </a:cubicBezTo>
                    <a:cubicBezTo>
                      <a:pt x="65" y="52"/>
                      <a:pt x="52" y="53"/>
                      <a:pt x="42" y="56"/>
                    </a:cubicBezTo>
                    <a:cubicBezTo>
                      <a:pt x="30" y="60"/>
                      <a:pt x="5" y="64"/>
                      <a:pt x="0" y="76"/>
                    </a:cubicBezTo>
                    <a:cubicBezTo>
                      <a:pt x="13" y="74"/>
                      <a:pt x="25" y="65"/>
                      <a:pt x="40" y="64"/>
                    </a:cubicBezTo>
                    <a:cubicBezTo>
                      <a:pt x="52" y="63"/>
                      <a:pt x="63" y="67"/>
                      <a:pt x="76" y="68"/>
                    </a:cubicBezTo>
                    <a:cubicBezTo>
                      <a:pt x="99" y="72"/>
                      <a:pt x="123" y="71"/>
                      <a:pt x="147" y="76"/>
                    </a:cubicBezTo>
                  </a:path>
                </a:pathLst>
              </a:custGeom>
              <a:solidFill>
                <a:srgbClr val="EFCA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166" name="Freeform 193">
                <a:extLst>
                  <a:ext uri="{FF2B5EF4-FFF2-40B4-BE49-F238E27FC236}">
                    <a16:creationId xmlns:a16="http://schemas.microsoft.com/office/drawing/2014/main" id="{FD0B6EAF-331D-4A78-B7AF-96BDCF984C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2" y="2485"/>
                <a:ext cx="89" cy="128"/>
              </a:xfrm>
              <a:custGeom>
                <a:avLst/>
                <a:gdLst>
                  <a:gd name="T0" fmla="*/ 0 w 84"/>
                  <a:gd name="T1" fmla="*/ 0 h 120"/>
                  <a:gd name="T2" fmla="*/ 39 w 84"/>
                  <a:gd name="T3" fmla="*/ 32 h 120"/>
                  <a:gd name="T4" fmla="*/ 61 w 84"/>
                  <a:gd name="T5" fmla="*/ 70 h 120"/>
                  <a:gd name="T6" fmla="*/ 100 w 84"/>
                  <a:gd name="T7" fmla="*/ 138 h 120"/>
                  <a:gd name="T8" fmla="*/ 86 w 84"/>
                  <a:gd name="T9" fmla="*/ 87 h 120"/>
                  <a:gd name="T10" fmla="*/ 74 w 84"/>
                  <a:gd name="T11" fmla="*/ 39 h 120"/>
                  <a:gd name="T12" fmla="*/ 72 w 84"/>
                  <a:gd name="T13" fmla="*/ 16 h 120"/>
                  <a:gd name="T14" fmla="*/ 65 w 84"/>
                  <a:gd name="T15" fmla="*/ 7 h 120"/>
                  <a:gd name="T16" fmla="*/ 53 w 84"/>
                  <a:gd name="T17" fmla="*/ 7 h 120"/>
                  <a:gd name="T18" fmla="*/ 6 w 84"/>
                  <a:gd name="T19" fmla="*/ 1 h 12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4" h="120">
                    <a:moveTo>
                      <a:pt x="0" y="0"/>
                    </a:moveTo>
                    <a:cubicBezTo>
                      <a:pt x="11" y="9"/>
                      <a:pt x="24" y="15"/>
                      <a:pt x="33" y="26"/>
                    </a:cubicBezTo>
                    <a:cubicBezTo>
                      <a:pt x="42" y="36"/>
                      <a:pt x="47" y="46"/>
                      <a:pt x="52" y="58"/>
                    </a:cubicBezTo>
                    <a:cubicBezTo>
                      <a:pt x="57" y="68"/>
                      <a:pt x="70" y="120"/>
                      <a:pt x="84" y="113"/>
                    </a:cubicBezTo>
                    <a:cubicBezTo>
                      <a:pt x="73" y="105"/>
                      <a:pt x="73" y="84"/>
                      <a:pt x="72" y="72"/>
                    </a:cubicBezTo>
                    <a:cubicBezTo>
                      <a:pt x="70" y="57"/>
                      <a:pt x="69" y="46"/>
                      <a:pt x="62" y="33"/>
                    </a:cubicBezTo>
                    <a:cubicBezTo>
                      <a:pt x="57" y="24"/>
                      <a:pt x="61" y="22"/>
                      <a:pt x="60" y="13"/>
                    </a:cubicBezTo>
                    <a:cubicBezTo>
                      <a:pt x="60" y="6"/>
                      <a:pt x="63" y="9"/>
                      <a:pt x="55" y="7"/>
                    </a:cubicBezTo>
                    <a:cubicBezTo>
                      <a:pt x="52" y="6"/>
                      <a:pt x="48" y="7"/>
                      <a:pt x="44" y="7"/>
                    </a:cubicBezTo>
                    <a:cubicBezTo>
                      <a:pt x="31" y="7"/>
                      <a:pt x="17" y="7"/>
                      <a:pt x="6" y="1"/>
                    </a:cubicBezTo>
                  </a:path>
                </a:pathLst>
              </a:custGeom>
              <a:solidFill>
                <a:srgbClr val="EFCA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167" name="Freeform 194">
                <a:extLst>
                  <a:ext uri="{FF2B5EF4-FFF2-40B4-BE49-F238E27FC236}">
                    <a16:creationId xmlns:a16="http://schemas.microsoft.com/office/drawing/2014/main" id="{5C9777C1-EDEF-4009-B7A3-A2BDD0D1C2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2" y="2483"/>
                <a:ext cx="120" cy="64"/>
              </a:xfrm>
              <a:custGeom>
                <a:avLst/>
                <a:gdLst>
                  <a:gd name="T0" fmla="*/ 24 w 113"/>
                  <a:gd name="T1" fmla="*/ 73 h 60"/>
                  <a:gd name="T2" fmla="*/ 25 w 113"/>
                  <a:gd name="T3" fmla="*/ 58 h 60"/>
                  <a:gd name="T4" fmla="*/ 47 w 113"/>
                  <a:gd name="T5" fmla="*/ 42 h 60"/>
                  <a:gd name="T6" fmla="*/ 88 w 113"/>
                  <a:gd name="T7" fmla="*/ 31 h 60"/>
                  <a:gd name="T8" fmla="*/ 135 w 113"/>
                  <a:gd name="T9" fmla="*/ 0 h 60"/>
                  <a:gd name="T10" fmla="*/ 50 w 113"/>
                  <a:gd name="T11" fmla="*/ 14 h 60"/>
                  <a:gd name="T12" fmla="*/ 22 w 113"/>
                  <a:gd name="T13" fmla="*/ 13 h 60"/>
                  <a:gd name="T14" fmla="*/ 6 w 113"/>
                  <a:gd name="T15" fmla="*/ 15 h 60"/>
                  <a:gd name="T16" fmla="*/ 1 w 113"/>
                  <a:gd name="T17" fmla="*/ 20 h 60"/>
                  <a:gd name="T18" fmla="*/ 5 w 113"/>
                  <a:gd name="T19" fmla="*/ 39 h 6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13" h="60">
                    <a:moveTo>
                      <a:pt x="21" y="60"/>
                    </a:moveTo>
                    <a:cubicBezTo>
                      <a:pt x="21" y="56"/>
                      <a:pt x="21" y="52"/>
                      <a:pt x="22" y="48"/>
                    </a:cubicBezTo>
                    <a:cubicBezTo>
                      <a:pt x="25" y="41"/>
                      <a:pt x="33" y="37"/>
                      <a:pt x="39" y="35"/>
                    </a:cubicBezTo>
                    <a:cubicBezTo>
                      <a:pt x="50" y="31"/>
                      <a:pt x="62" y="28"/>
                      <a:pt x="73" y="25"/>
                    </a:cubicBezTo>
                    <a:cubicBezTo>
                      <a:pt x="88" y="22"/>
                      <a:pt x="101" y="10"/>
                      <a:pt x="113" y="0"/>
                    </a:cubicBezTo>
                    <a:cubicBezTo>
                      <a:pt x="90" y="9"/>
                      <a:pt x="65" y="11"/>
                      <a:pt x="41" y="11"/>
                    </a:cubicBezTo>
                    <a:cubicBezTo>
                      <a:pt x="34" y="12"/>
                      <a:pt x="26" y="10"/>
                      <a:pt x="19" y="10"/>
                    </a:cubicBezTo>
                    <a:cubicBezTo>
                      <a:pt x="15" y="11"/>
                      <a:pt x="10" y="11"/>
                      <a:pt x="6" y="12"/>
                    </a:cubicBezTo>
                    <a:cubicBezTo>
                      <a:pt x="2" y="13"/>
                      <a:pt x="1" y="12"/>
                      <a:pt x="1" y="17"/>
                    </a:cubicBezTo>
                    <a:cubicBezTo>
                      <a:pt x="0" y="23"/>
                      <a:pt x="4" y="28"/>
                      <a:pt x="5" y="33"/>
                    </a:cubicBezTo>
                  </a:path>
                </a:pathLst>
              </a:custGeom>
              <a:solidFill>
                <a:srgbClr val="EFCA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168" name="Freeform 195">
                <a:extLst>
                  <a:ext uri="{FF2B5EF4-FFF2-40B4-BE49-F238E27FC236}">
                    <a16:creationId xmlns:a16="http://schemas.microsoft.com/office/drawing/2014/main" id="{05883202-CC5D-4B29-BD42-17FAADE4A5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6" y="1797"/>
                <a:ext cx="402" cy="218"/>
              </a:xfrm>
              <a:custGeom>
                <a:avLst/>
                <a:gdLst>
                  <a:gd name="T0" fmla="*/ 57 w 377"/>
                  <a:gd name="T1" fmla="*/ 0 h 204"/>
                  <a:gd name="T2" fmla="*/ 181 w 377"/>
                  <a:gd name="T3" fmla="*/ 177 h 204"/>
                  <a:gd name="T4" fmla="*/ 457 w 377"/>
                  <a:gd name="T5" fmla="*/ 165 h 204"/>
                  <a:gd name="T6" fmla="*/ 176 w 377"/>
                  <a:gd name="T7" fmla="*/ 188 h 204"/>
                  <a:gd name="T8" fmla="*/ 57 w 377"/>
                  <a:gd name="T9" fmla="*/ 0 h 20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77" h="204">
                    <a:moveTo>
                      <a:pt x="47" y="0"/>
                    </a:moveTo>
                    <a:cubicBezTo>
                      <a:pt x="47" y="0"/>
                      <a:pt x="58" y="108"/>
                      <a:pt x="149" y="145"/>
                    </a:cubicBezTo>
                    <a:cubicBezTo>
                      <a:pt x="240" y="182"/>
                      <a:pt x="320" y="169"/>
                      <a:pt x="377" y="135"/>
                    </a:cubicBezTo>
                    <a:cubicBezTo>
                      <a:pt x="377" y="135"/>
                      <a:pt x="290" y="204"/>
                      <a:pt x="145" y="154"/>
                    </a:cubicBezTo>
                    <a:cubicBezTo>
                      <a:pt x="0" y="104"/>
                      <a:pt x="46" y="3"/>
                      <a:pt x="47" y="0"/>
                    </a:cubicBezTo>
                    <a:close/>
                  </a:path>
                </a:pathLst>
              </a:custGeom>
              <a:solidFill>
                <a:srgbClr val="EFCA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169" name="Freeform 196">
                <a:extLst>
                  <a:ext uri="{FF2B5EF4-FFF2-40B4-BE49-F238E27FC236}">
                    <a16:creationId xmlns:a16="http://schemas.microsoft.com/office/drawing/2014/main" id="{95471781-CC99-4884-BF1A-3AE96B731B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1" y="1144"/>
                <a:ext cx="68" cy="75"/>
              </a:xfrm>
              <a:custGeom>
                <a:avLst/>
                <a:gdLst>
                  <a:gd name="T0" fmla="*/ 11 w 64"/>
                  <a:gd name="T1" fmla="*/ 0 h 70"/>
                  <a:gd name="T2" fmla="*/ 17 w 64"/>
                  <a:gd name="T3" fmla="*/ 45 h 70"/>
                  <a:gd name="T4" fmla="*/ 6 w 64"/>
                  <a:gd name="T5" fmla="*/ 65 h 70"/>
                  <a:gd name="T6" fmla="*/ 0 w 64"/>
                  <a:gd name="T7" fmla="*/ 86 h 70"/>
                  <a:gd name="T8" fmla="*/ 14 w 64"/>
                  <a:gd name="T9" fmla="*/ 66 h 70"/>
                  <a:gd name="T10" fmla="*/ 30 w 64"/>
                  <a:gd name="T11" fmla="*/ 50 h 70"/>
                  <a:gd name="T12" fmla="*/ 77 w 64"/>
                  <a:gd name="T13" fmla="*/ 50 h 70"/>
                  <a:gd name="T14" fmla="*/ 53 w 64"/>
                  <a:gd name="T15" fmla="*/ 44 h 70"/>
                  <a:gd name="T16" fmla="*/ 34 w 64"/>
                  <a:gd name="T17" fmla="*/ 38 h 70"/>
                  <a:gd name="T18" fmla="*/ 7 w 64"/>
                  <a:gd name="T19" fmla="*/ 0 h 7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64" h="70">
                    <a:moveTo>
                      <a:pt x="8" y="0"/>
                    </a:moveTo>
                    <a:cubicBezTo>
                      <a:pt x="8" y="12"/>
                      <a:pt x="15" y="24"/>
                      <a:pt x="14" y="36"/>
                    </a:cubicBezTo>
                    <a:cubicBezTo>
                      <a:pt x="13" y="42"/>
                      <a:pt x="9" y="47"/>
                      <a:pt x="6" y="53"/>
                    </a:cubicBezTo>
                    <a:cubicBezTo>
                      <a:pt x="4" y="58"/>
                      <a:pt x="1" y="65"/>
                      <a:pt x="0" y="70"/>
                    </a:cubicBezTo>
                    <a:cubicBezTo>
                      <a:pt x="2" y="65"/>
                      <a:pt x="8" y="58"/>
                      <a:pt x="11" y="54"/>
                    </a:cubicBezTo>
                    <a:cubicBezTo>
                      <a:pt x="15" y="49"/>
                      <a:pt x="19" y="44"/>
                      <a:pt x="24" y="41"/>
                    </a:cubicBezTo>
                    <a:cubicBezTo>
                      <a:pt x="37" y="34"/>
                      <a:pt x="50" y="41"/>
                      <a:pt x="64" y="41"/>
                    </a:cubicBezTo>
                    <a:cubicBezTo>
                      <a:pt x="57" y="42"/>
                      <a:pt x="50" y="37"/>
                      <a:pt x="44" y="35"/>
                    </a:cubicBezTo>
                    <a:cubicBezTo>
                      <a:pt x="38" y="33"/>
                      <a:pt x="33" y="34"/>
                      <a:pt x="28" y="31"/>
                    </a:cubicBezTo>
                    <a:cubicBezTo>
                      <a:pt x="16" y="24"/>
                      <a:pt x="16" y="9"/>
                      <a:pt x="7" y="0"/>
                    </a:cubicBezTo>
                  </a:path>
                </a:pathLst>
              </a:custGeom>
              <a:solidFill>
                <a:srgbClr val="FDF3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170" name="Freeform 197">
                <a:extLst>
                  <a:ext uri="{FF2B5EF4-FFF2-40B4-BE49-F238E27FC236}">
                    <a16:creationId xmlns:a16="http://schemas.microsoft.com/office/drawing/2014/main" id="{5A680672-7E72-4D45-A319-DCB9648243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6" y="1108"/>
                <a:ext cx="158" cy="163"/>
              </a:xfrm>
              <a:custGeom>
                <a:avLst/>
                <a:gdLst>
                  <a:gd name="T0" fmla="*/ 5 w 148"/>
                  <a:gd name="T1" fmla="*/ 0 h 153"/>
                  <a:gd name="T2" fmla="*/ 27 w 148"/>
                  <a:gd name="T3" fmla="*/ 116 h 153"/>
                  <a:gd name="T4" fmla="*/ 180 w 148"/>
                  <a:gd name="T5" fmla="*/ 177 h 153"/>
                  <a:gd name="T6" fmla="*/ 35 w 148"/>
                  <a:gd name="T7" fmla="*/ 109 h 153"/>
                  <a:gd name="T8" fmla="*/ 5 w 148"/>
                  <a:gd name="T9" fmla="*/ 0 h 15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8" h="153">
                    <a:moveTo>
                      <a:pt x="5" y="0"/>
                    </a:moveTo>
                    <a:cubicBezTo>
                      <a:pt x="5" y="0"/>
                      <a:pt x="0" y="65"/>
                      <a:pt x="22" y="96"/>
                    </a:cubicBezTo>
                    <a:cubicBezTo>
                      <a:pt x="45" y="126"/>
                      <a:pt x="67" y="150"/>
                      <a:pt x="148" y="146"/>
                    </a:cubicBezTo>
                    <a:cubicBezTo>
                      <a:pt x="148" y="146"/>
                      <a:pt x="58" y="153"/>
                      <a:pt x="29" y="90"/>
                    </a:cubicBezTo>
                    <a:cubicBezTo>
                      <a:pt x="0" y="27"/>
                      <a:pt x="5" y="0"/>
                      <a:pt x="5" y="0"/>
                    </a:cubicBezTo>
                    <a:close/>
                  </a:path>
                </a:pathLst>
              </a:custGeom>
              <a:solidFill>
                <a:srgbClr val="EFCA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171" name="Freeform 198">
                <a:extLst>
                  <a:ext uri="{FF2B5EF4-FFF2-40B4-BE49-F238E27FC236}">
                    <a16:creationId xmlns:a16="http://schemas.microsoft.com/office/drawing/2014/main" id="{E54D1BF8-B842-4E92-BBAE-416D601DDE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3" y="1183"/>
                <a:ext cx="53" cy="33"/>
              </a:xfrm>
              <a:custGeom>
                <a:avLst/>
                <a:gdLst>
                  <a:gd name="T0" fmla="*/ 0 w 50"/>
                  <a:gd name="T1" fmla="*/ 3 h 31"/>
                  <a:gd name="T2" fmla="*/ 59 w 50"/>
                  <a:gd name="T3" fmla="*/ 37 h 31"/>
                  <a:gd name="T4" fmla="*/ 0 w 50"/>
                  <a:gd name="T5" fmla="*/ 3 h 3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0" h="31">
                    <a:moveTo>
                      <a:pt x="0" y="3"/>
                    </a:moveTo>
                    <a:cubicBezTo>
                      <a:pt x="0" y="3"/>
                      <a:pt x="41" y="0"/>
                      <a:pt x="50" y="31"/>
                    </a:cubicBezTo>
                    <a:cubicBezTo>
                      <a:pt x="50" y="31"/>
                      <a:pt x="27" y="1"/>
                      <a:pt x="0" y="3"/>
                    </a:cubicBezTo>
                    <a:close/>
                  </a:path>
                </a:pathLst>
              </a:custGeom>
              <a:solidFill>
                <a:srgbClr val="EFCA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172" name="Freeform 199">
                <a:extLst>
                  <a:ext uri="{FF2B5EF4-FFF2-40B4-BE49-F238E27FC236}">
                    <a16:creationId xmlns:a16="http://schemas.microsoft.com/office/drawing/2014/main" id="{3109D349-EC3D-49E8-AD59-814DB2994D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4" y="1244"/>
                <a:ext cx="58" cy="21"/>
              </a:xfrm>
              <a:custGeom>
                <a:avLst/>
                <a:gdLst>
                  <a:gd name="T0" fmla="*/ 0 w 54"/>
                  <a:gd name="T1" fmla="*/ 0 h 20"/>
                  <a:gd name="T2" fmla="*/ 30 w 54"/>
                  <a:gd name="T3" fmla="*/ 16 h 20"/>
                  <a:gd name="T4" fmla="*/ 67 w 54"/>
                  <a:gd name="T5" fmla="*/ 18 h 20"/>
                  <a:gd name="T6" fmla="*/ 30 w 54"/>
                  <a:gd name="T7" fmla="*/ 21 h 20"/>
                  <a:gd name="T8" fmla="*/ 4 w 54"/>
                  <a:gd name="T9" fmla="*/ 6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4" h="20">
                    <a:moveTo>
                      <a:pt x="0" y="0"/>
                    </a:moveTo>
                    <a:cubicBezTo>
                      <a:pt x="8" y="7"/>
                      <a:pt x="14" y="12"/>
                      <a:pt x="24" y="13"/>
                    </a:cubicBezTo>
                    <a:cubicBezTo>
                      <a:pt x="33" y="15"/>
                      <a:pt x="46" y="11"/>
                      <a:pt x="54" y="15"/>
                    </a:cubicBezTo>
                    <a:cubicBezTo>
                      <a:pt x="44" y="16"/>
                      <a:pt x="34" y="20"/>
                      <a:pt x="24" y="18"/>
                    </a:cubicBezTo>
                    <a:cubicBezTo>
                      <a:pt x="16" y="17"/>
                      <a:pt x="11" y="10"/>
                      <a:pt x="4" y="6"/>
                    </a:cubicBezTo>
                  </a:path>
                </a:pathLst>
              </a:custGeom>
              <a:solidFill>
                <a:srgbClr val="EFCA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173" name="Freeform 200">
                <a:extLst>
                  <a:ext uri="{FF2B5EF4-FFF2-40B4-BE49-F238E27FC236}">
                    <a16:creationId xmlns:a16="http://schemas.microsoft.com/office/drawing/2014/main" id="{29FB84BE-DC97-40BE-ADBE-CA050AF007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1" y="1110"/>
                <a:ext cx="24" cy="36"/>
              </a:xfrm>
              <a:custGeom>
                <a:avLst/>
                <a:gdLst>
                  <a:gd name="T0" fmla="*/ 17 w 23"/>
                  <a:gd name="T1" fmla="*/ 1 h 33"/>
                  <a:gd name="T2" fmla="*/ 7 w 23"/>
                  <a:gd name="T3" fmla="*/ 21 h 33"/>
                  <a:gd name="T4" fmla="*/ 26 w 23"/>
                  <a:gd name="T5" fmla="*/ 43 h 33"/>
                  <a:gd name="T6" fmla="*/ 2 w 23"/>
                  <a:gd name="T7" fmla="*/ 23 h 33"/>
                  <a:gd name="T8" fmla="*/ 15 w 23"/>
                  <a:gd name="T9" fmla="*/ 0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33">
                    <a:moveTo>
                      <a:pt x="14" y="1"/>
                    </a:moveTo>
                    <a:cubicBezTo>
                      <a:pt x="9" y="6"/>
                      <a:pt x="5" y="10"/>
                      <a:pt x="7" y="16"/>
                    </a:cubicBezTo>
                    <a:cubicBezTo>
                      <a:pt x="9" y="22"/>
                      <a:pt x="18" y="28"/>
                      <a:pt x="23" y="33"/>
                    </a:cubicBezTo>
                    <a:cubicBezTo>
                      <a:pt x="15" y="29"/>
                      <a:pt x="6" y="24"/>
                      <a:pt x="2" y="17"/>
                    </a:cubicBezTo>
                    <a:cubicBezTo>
                      <a:pt x="0" y="12"/>
                      <a:pt x="4" y="3"/>
                      <a:pt x="12" y="0"/>
                    </a:cubicBezTo>
                  </a:path>
                </a:pathLst>
              </a:custGeom>
              <a:solidFill>
                <a:srgbClr val="FDF3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174" name="Freeform 201">
                <a:extLst>
                  <a:ext uri="{FF2B5EF4-FFF2-40B4-BE49-F238E27FC236}">
                    <a16:creationId xmlns:a16="http://schemas.microsoft.com/office/drawing/2014/main" id="{4D7B31B9-9FE5-4371-843B-B17F305553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6" y="1109"/>
                <a:ext cx="15" cy="26"/>
              </a:xfrm>
              <a:custGeom>
                <a:avLst/>
                <a:gdLst>
                  <a:gd name="T0" fmla="*/ 2 w 14"/>
                  <a:gd name="T1" fmla="*/ 0 h 24"/>
                  <a:gd name="T2" fmla="*/ 0 w 14"/>
                  <a:gd name="T3" fmla="*/ 30 h 24"/>
                  <a:gd name="T4" fmla="*/ 16 w 14"/>
                  <a:gd name="T5" fmla="*/ 15 h 24"/>
                  <a:gd name="T6" fmla="*/ 3 w 14"/>
                  <a:gd name="T7" fmla="*/ 1 h 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24">
                    <a:moveTo>
                      <a:pt x="2" y="0"/>
                    </a:moveTo>
                    <a:cubicBezTo>
                      <a:pt x="13" y="8"/>
                      <a:pt x="7" y="16"/>
                      <a:pt x="0" y="24"/>
                    </a:cubicBezTo>
                    <a:cubicBezTo>
                      <a:pt x="6" y="21"/>
                      <a:pt x="14" y="17"/>
                      <a:pt x="13" y="12"/>
                    </a:cubicBezTo>
                    <a:cubicBezTo>
                      <a:pt x="12" y="7"/>
                      <a:pt x="5" y="5"/>
                      <a:pt x="3" y="1"/>
                    </a:cubicBezTo>
                  </a:path>
                </a:pathLst>
              </a:custGeom>
              <a:solidFill>
                <a:srgbClr val="FDF3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175" name="Freeform 202">
                <a:extLst>
                  <a:ext uri="{FF2B5EF4-FFF2-40B4-BE49-F238E27FC236}">
                    <a16:creationId xmlns:a16="http://schemas.microsoft.com/office/drawing/2014/main" id="{890F6066-FC8C-439F-A005-28F44D3353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3" y="1117"/>
                <a:ext cx="18" cy="19"/>
              </a:xfrm>
              <a:custGeom>
                <a:avLst/>
                <a:gdLst>
                  <a:gd name="T0" fmla="*/ 20 w 16"/>
                  <a:gd name="T1" fmla="*/ 0 h 18"/>
                  <a:gd name="T2" fmla="*/ 23 w 16"/>
                  <a:gd name="T3" fmla="*/ 21 h 18"/>
                  <a:gd name="T4" fmla="*/ 19 w 16"/>
                  <a:gd name="T5" fmla="*/ 1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18">
                    <a:moveTo>
                      <a:pt x="14" y="0"/>
                    </a:moveTo>
                    <a:cubicBezTo>
                      <a:pt x="9" y="4"/>
                      <a:pt x="8" y="16"/>
                      <a:pt x="16" y="18"/>
                    </a:cubicBezTo>
                    <a:cubicBezTo>
                      <a:pt x="10" y="15"/>
                      <a:pt x="0" y="5"/>
                      <a:pt x="13" y="1"/>
                    </a:cubicBezTo>
                  </a:path>
                </a:pathLst>
              </a:custGeom>
              <a:solidFill>
                <a:srgbClr val="FDF3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176" name="Freeform 203">
                <a:extLst>
                  <a:ext uri="{FF2B5EF4-FFF2-40B4-BE49-F238E27FC236}">
                    <a16:creationId xmlns:a16="http://schemas.microsoft.com/office/drawing/2014/main" id="{E3E32832-D2C0-4A7F-97B8-3000010369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0" y="1115"/>
                <a:ext cx="17" cy="17"/>
              </a:xfrm>
              <a:custGeom>
                <a:avLst/>
                <a:gdLst>
                  <a:gd name="T0" fmla="*/ 1 w 16"/>
                  <a:gd name="T1" fmla="*/ 0 h 16"/>
                  <a:gd name="T2" fmla="*/ 0 w 16"/>
                  <a:gd name="T3" fmla="*/ 19 h 16"/>
                  <a:gd name="T4" fmla="*/ 4 w 16"/>
                  <a:gd name="T5" fmla="*/ 0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16">
                    <a:moveTo>
                      <a:pt x="1" y="0"/>
                    </a:moveTo>
                    <a:cubicBezTo>
                      <a:pt x="7" y="5"/>
                      <a:pt x="8" y="13"/>
                      <a:pt x="0" y="16"/>
                    </a:cubicBezTo>
                    <a:cubicBezTo>
                      <a:pt x="12" y="14"/>
                      <a:pt x="16" y="5"/>
                      <a:pt x="4" y="0"/>
                    </a:cubicBezTo>
                  </a:path>
                </a:pathLst>
              </a:custGeom>
              <a:solidFill>
                <a:srgbClr val="FDF3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177" name="Freeform 204">
                <a:extLst>
                  <a:ext uri="{FF2B5EF4-FFF2-40B4-BE49-F238E27FC236}">
                    <a16:creationId xmlns:a16="http://schemas.microsoft.com/office/drawing/2014/main" id="{28402A84-063D-4FBE-89A1-89715E6AE7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1" y="2170"/>
                <a:ext cx="85" cy="750"/>
              </a:xfrm>
              <a:custGeom>
                <a:avLst/>
                <a:gdLst>
                  <a:gd name="T0" fmla="*/ 77 w 80"/>
                  <a:gd name="T1" fmla="*/ 0 h 703"/>
                  <a:gd name="T2" fmla="*/ 46 w 80"/>
                  <a:gd name="T3" fmla="*/ 112 h 703"/>
                  <a:gd name="T4" fmla="*/ 5 w 80"/>
                  <a:gd name="T5" fmla="*/ 515 h 703"/>
                  <a:gd name="T6" fmla="*/ 96 w 80"/>
                  <a:gd name="T7" fmla="*/ 853 h 703"/>
                  <a:gd name="T8" fmla="*/ 32 w 80"/>
                  <a:gd name="T9" fmla="*/ 523 h 703"/>
                  <a:gd name="T10" fmla="*/ 58 w 80"/>
                  <a:gd name="T11" fmla="*/ 217 h 703"/>
                  <a:gd name="T12" fmla="*/ 77 w 80"/>
                  <a:gd name="T13" fmla="*/ 0 h 70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0" h="703">
                    <a:moveTo>
                      <a:pt x="64" y="0"/>
                    </a:moveTo>
                    <a:cubicBezTo>
                      <a:pt x="64" y="0"/>
                      <a:pt x="41" y="46"/>
                      <a:pt x="38" y="92"/>
                    </a:cubicBezTo>
                    <a:cubicBezTo>
                      <a:pt x="36" y="139"/>
                      <a:pt x="10" y="379"/>
                      <a:pt x="5" y="425"/>
                    </a:cubicBezTo>
                    <a:cubicBezTo>
                      <a:pt x="0" y="471"/>
                      <a:pt x="7" y="642"/>
                      <a:pt x="80" y="703"/>
                    </a:cubicBezTo>
                    <a:cubicBezTo>
                      <a:pt x="80" y="703"/>
                      <a:pt x="13" y="541"/>
                      <a:pt x="26" y="430"/>
                    </a:cubicBezTo>
                    <a:cubicBezTo>
                      <a:pt x="38" y="319"/>
                      <a:pt x="38" y="245"/>
                      <a:pt x="49" y="178"/>
                    </a:cubicBezTo>
                    <a:cubicBezTo>
                      <a:pt x="59" y="111"/>
                      <a:pt x="44" y="36"/>
                      <a:pt x="64" y="0"/>
                    </a:cubicBezTo>
                    <a:close/>
                  </a:path>
                </a:pathLst>
              </a:custGeom>
              <a:solidFill>
                <a:srgbClr val="FDF3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</p:grpSp>
        <p:sp>
          <p:nvSpPr>
            <p:cNvPr id="53786" name="Freeform 205">
              <a:extLst>
                <a:ext uri="{FF2B5EF4-FFF2-40B4-BE49-F238E27FC236}">
                  <a16:creationId xmlns:a16="http://schemas.microsoft.com/office/drawing/2014/main" id="{2B2319D4-6169-41F0-BA37-58B03690A2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9" y="2973"/>
              <a:ext cx="55" cy="111"/>
            </a:xfrm>
            <a:custGeom>
              <a:avLst/>
              <a:gdLst>
                <a:gd name="T0" fmla="*/ 28 w 51"/>
                <a:gd name="T1" fmla="*/ 0 h 104"/>
                <a:gd name="T2" fmla="*/ 64 w 51"/>
                <a:gd name="T3" fmla="*/ 126 h 104"/>
                <a:gd name="T4" fmla="*/ 28 w 51"/>
                <a:gd name="T5" fmla="*/ 0 h 10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1" h="104">
                  <a:moveTo>
                    <a:pt x="22" y="0"/>
                  </a:moveTo>
                  <a:cubicBezTo>
                    <a:pt x="22" y="0"/>
                    <a:pt x="0" y="42"/>
                    <a:pt x="51" y="104"/>
                  </a:cubicBezTo>
                  <a:cubicBezTo>
                    <a:pt x="51" y="104"/>
                    <a:pt x="15" y="28"/>
                    <a:pt x="22" y="0"/>
                  </a:cubicBezTo>
                  <a:close/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787" name="Freeform 206">
              <a:extLst>
                <a:ext uri="{FF2B5EF4-FFF2-40B4-BE49-F238E27FC236}">
                  <a16:creationId xmlns:a16="http://schemas.microsoft.com/office/drawing/2014/main" id="{F050BC12-9295-40DE-8272-5853DF5B5F0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6" y="3158"/>
              <a:ext cx="78" cy="584"/>
            </a:xfrm>
            <a:custGeom>
              <a:avLst/>
              <a:gdLst>
                <a:gd name="T0" fmla="*/ 65 w 73"/>
                <a:gd name="T1" fmla="*/ 0 h 548"/>
                <a:gd name="T2" fmla="*/ 26 w 73"/>
                <a:gd name="T3" fmla="*/ 327 h 548"/>
                <a:gd name="T4" fmla="*/ 73 w 73"/>
                <a:gd name="T5" fmla="*/ 570 h 548"/>
                <a:gd name="T6" fmla="*/ 71 w 73"/>
                <a:gd name="T7" fmla="*/ 590 h 548"/>
                <a:gd name="T8" fmla="*/ 67 w 73"/>
                <a:gd name="T9" fmla="*/ 626 h 548"/>
                <a:gd name="T10" fmla="*/ 73 w 73"/>
                <a:gd name="T11" fmla="*/ 663 h 548"/>
                <a:gd name="T12" fmla="*/ 87 w 73"/>
                <a:gd name="T13" fmla="*/ 638 h 548"/>
                <a:gd name="T14" fmla="*/ 77 w 73"/>
                <a:gd name="T15" fmla="*/ 604 h 548"/>
                <a:gd name="T16" fmla="*/ 79 w 73"/>
                <a:gd name="T17" fmla="*/ 534 h 548"/>
                <a:gd name="T18" fmla="*/ 65 w 73"/>
                <a:gd name="T19" fmla="*/ 0 h 54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3" h="548">
                  <a:moveTo>
                    <a:pt x="53" y="0"/>
                  </a:moveTo>
                  <a:cubicBezTo>
                    <a:pt x="53" y="0"/>
                    <a:pt x="11" y="131"/>
                    <a:pt x="21" y="270"/>
                  </a:cubicBezTo>
                  <a:cubicBezTo>
                    <a:pt x="30" y="408"/>
                    <a:pt x="60" y="471"/>
                    <a:pt x="60" y="471"/>
                  </a:cubicBezTo>
                  <a:cubicBezTo>
                    <a:pt x="60" y="471"/>
                    <a:pt x="61" y="483"/>
                    <a:pt x="58" y="488"/>
                  </a:cubicBezTo>
                  <a:cubicBezTo>
                    <a:pt x="54" y="493"/>
                    <a:pt x="46" y="505"/>
                    <a:pt x="55" y="517"/>
                  </a:cubicBezTo>
                  <a:cubicBezTo>
                    <a:pt x="65" y="529"/>
                    <a:pt x="56" y="543"/>
                    <a:pt x="60" y="548"/>
                  </a:cubicBezTo>
                  <a:cubicBezTo>
                    <a:pt x="60" y="548"/>
                    <a:pt x="68" y="534"/>
                    <a:pt x="71" y="527"/>
                  </a:cubicBezTo>
                  <a:cubicBezTo>
                    <a:pt x="73" y="519"/>
                    <a:pt x="55" y="517"/>
                    <a:pt x="63" y="499"/>
                  </a:cubicBezTo>
                  <a:cubicBezTo>
                    <a:pt x="70" y="481"/>
                    <a:pt x="73" y="462"/>
                    <a:pt x="65" y="441"/>
                  </a:cubicBezTo>
                  <a:cubicBezTo>
                    <a:pt x="57" y="421"/>
                    <a:pt x="0" y="278"/>
                    <a:pt x="53" y="0"/>
                  </a:cubicBezTo>
                  <a:close/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788" name="Freeform 207">
              <a:extLst>
                <a:ext uri="{FF2B5EF4-FFF2-40B4-BE49-F238E27FC236}">
                  <a16:creationId xmlns:a16="http://schemas.microsoft.com/office/drawing/2014/main" id="{6324D680-B750-4316-A203-384A7BFD624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0" y="3770"/>
              <a:ext cx="161" cy="139"/>
            </a:xfrm>
            <a:custGeom>
              <a:avLst/>
              <a:gdLst>
                <a:gd name="T0" fmla="*/ 182 w 151"/>
                <a:gd name="T1" fmla="*/ 1 h 130"/>
                <a:gd name="T2" fmla="*/ 165 w 151"/>
                <a:gd name="T3" fmla="*/ 14 h 130"/>
                <a:gd name="T4" fmla="*/ 150 w 151"/>
                <a:gd name="T5" fmla="*/ 30 h 130"/>
                <a:gd name="T6" fmla="*/ 131 w 151"/>
                <a:gd name="T7" fmla="*/ 60 h 130"/>
                <a:gd name="T8" fmla="*/ 98 w 151"/>
                <a:gd name="T9" fmla="*/ 87 h 130"/>
                <a:gd name="T10" fmla="*/ 71 w 151"/>
                <a:gd name="T11" fmla="*/ 108 h 130"/>
                <a:gd name="T12" fmla="*/ 49 w 151"/>
                <a:gd name="T13" fmla="*/ 126 h 130"/>
                <a:gd name="T14" fmla="*/ 37 w 151"/>
                <a:gd name="T15" fmla="*/ 134 h 130"/>
                <a:gd name="T16" fmla="*/ 30 w 151"/>
                <a:gd name="T17" fmla="*/ 137 h 130"/>
                <a:gd name="T18" fmla="*/ 1 w 151"/>
                <a:gd name="T19" fmla="*/ 155 h 130"/>
                <a:gd name="T20" fmla="*/ 0 w 151"/>
                <a:gd name="T21" fmla="*/ 159 h 130"/>
                <a:gd name="T22" fmla="*/ 42 w 151"/>
                <a:gd name="T23" fmla="*/ 143 h 130"/>
                <a:gd name="T24" fmla="*/ 78 w 151"/>
                <a:gd name="T25" fmla="*/ 121 h 130"/>
                <a:gd name="T26" fmla="*/ 120 w 151"/>
                <a:gd name="T27" fmla="*/ 83 h 130"/>
                <a:gd name="T28" fmla="*/ 143 w 151"/>
                <a:gd name="T29" fmla="*/ 57 h 130"/>
                <a:gd name="T30" fmla="*/ 161 w 151"/>
                <a:gd name="T31" fmla="*/ 34 h 130"/>
                <a:gd name="T32" fmla="*/ 176 w 151"/>
                <a:gd name="T33" fmla="*/ 13 h 130"/>
                <a:gd name="T34" fmla="*/ 183 w 151"/>
                <a:gd name="T35" fmla="*/ 0 h 130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51" h="130">
                  <a:moveTo>
                    <a:pt x="150" y="1"/>
                  </a:moveTo>
                  <a:cubicBezTo>
                    <a:pt x="145" y="2"/>
                    <a:pt x="140" y="7"/>
                    <a:pt x="136" y="11"/>
                  </a:cubicBezTo>
                  <a:cubicBezTo>
                    <a:pt x="132" y="15"/>
                    <a:pt x="127" y="19"/>
                    <a:pt x="124" y="24"/>
                  </a:cubicBezTo>
                  <a:cubicBezTo>
                    <a:pt x="119" y="33"/>
                    <a:pt x="115" y="41"/>
                    <a:pt x="108" y="49"/>
                  </a:cubicBezTo>
                  <a:cubicBezTo>
                    <a:pt x="101" y="58"/>
                    <a:pt x="91" y="64"/>
                    <a:pt x="81" y="71"/>
                  </a:cubicBezTo>
                  <a:cubicBezTo>
                    <a:pt x="73" y="76"/>
                    <a:pt x="66" y="82"/>
                    <a:pt x="59" y="88"/>
                  </a:cubicBezTo>
                  <a:cubicBezTo>
                    <a:pt x="53" y="93"/>
                    <a:pt x="47" y="98"/>
                    <a:pt x="40" y="103"/>
                  </a:cubicBezTo>
                  <a:cubicBezTo>
                    <a:pt x="37" y="105"/>
                    <a:pt x="34" y="107"/>
                    <a:pt x="31" y="109"/>
                  </a:cubicBezTo>
                  <a:cubicBezTo>
                    <a:pt x="29" y="110"/>
                    <a:pt x="26" y="111"/>
                    <a:pt x="24" y="112"/>
                  </a:cubicBezTo>
                  <a:cubicBezTo>
                    <a:pt x="16" y="116"/>
                    <a:pt x="5" y="119"/>
                    <a:pt x="1" y="127"/>
                  </a:cubicBezTo>
                  <a:cubicBezTo>
                    <a:pt x="0" y="128"/>
                    <a:pt x="0" y="129"/>
                    <a:pt x="0" y="130"/>
                  </a:cubicBezTo>
                  <a:cubicBezTo>
                    <a:pt x="6" y="120"/>
                    <a:pt x="25" y="121"/>
                    <a:pt x="35" y="117"/>
                  </a:cubicBezTo>
                  <a:cubicBezTo>
                    <a:pt x="47" y="114"/>
                    <a:pt x="55" y="106"/>
                    <a:pt x="64" y="99"/>
                  </a:cubicBezTo>
                  <a:cubicBezTo>
                    <a:pt x="76" y="88"/>
                    <a:pt x="88" y="79"/>
                    <a:pt x="99" y="68"/>
                  </a:cubicBezTo>
                  <a:cubicBezTo>
                    <a:pt x="106" y="61"/>
                    <a:pt x="111" y="53"/>
                    <a:pt x="118" y="47"/>
                  </a:cubicBezTo>
                  <a:cubicBezTo>
                    <a:pt x="124" y="41"/>
                    <a:pt x="129" y="35"/>
                    <a:pt x="133" y="28"/>
                  </a:cubicBezTo>
                  <a:cubicBezTo>
                    <a:pt x="137" y="21"/>
                    <a:pt x="141" y="16"/>
                    <a:pt x="145" y="10"/>
                  </a:cubicBezTo>
                  <a:cubicBezTo>
                    <a:pt x="147" y="7"/>
                    <a:pt x="149" y="3"/>
                    <a:pt x="151" y="0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789" name="Freeform 208">
              <a:extLst>
                <a:ext uri="{FF2B5EF4-FFF2-40B4-BE49-F238E27FC236}">
                  <a16:creationId xmlns:a16="http://schemas.microsoft.com/office/drawing/2014/main" id="{46C1F73F-C7F9-4988-A360-5790BFC852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7" y="3919"/>
              <a:ext cx="8" cy="16"/>
            </a:xfrm>
            <a:custGeom>
              <a:avLst/>
              <a:gdLst>
                <a:gd name="T0" fmla="*/ 8 w 8"/>
                <a:gd name="T1" fmla="*/ 0 h 15"/>
                <a:gd name="T2" fmla="*/ 2 w 8"/>
                <a:gd name="T3" fmla="*/ 18 h 15"/>
                <a:gd name="T4" fmla="*/ 8 w 8"/>
                <a:gd name="T5" fmla="*/ 2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5">
                  <a:moveTo>
                    <a:pt x="8" y="0"/>
                  </a:moveTo>
                  <a:cubicBezTo>
                    <a:pt x="2" y="3"/>
                    <a:pt x="0" y="9"/>
                    <a:pt x="2" y="15"/>
                  </a:cubicBezTo>
                  <a:cubicBezTo>
                    <a:pt x="1" y="10"/>
                    <a:pt x="5" y="5"/>
                    <a:pt x="8" y="2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790" name="Freeform 209">
              <a:extLst>
                <a:ext uri="{FF2B5EF4-FFF2-40B4-BE49-F238E27FC236}">
                  <a16:creationId xmlns:a16="http://schemas.microsoft.com/office/drawing/2014/main" id="{2A8AA54A-71C7-4BA4-82C9-EC692779553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0" y="3915"/>
              <a:ext cx="25" cy="27"/>
            </a:xfrm>
            <a:custGeom>
              <a:avLst/>
              <a:gdLst>
                <a:gd name="T0" fmla="*/ 26 w 24"/>
                <a:gd name="T1" fmla="*/ 2 h 25"/>
                <a:gd name="T2" fmla="*/ 20 w 24"/>
                <a:gd name="T3" fmla="*/ 6 h 25"/>
                <a:gd name="T4" fmla="*/ 9 w 24"/>
                <a:gd name="T5" fmla="*/ 12 h 25"/>
                <a:gd name="T6" fmla="*/ 0 w 24"/>
                <a:gd name="T7" fmla="*/ 27 h 25"/>
                <a:gd name="T8" fmla="*/ 0 w 24"/>
                <a:gd name="T9" fmla="*/ 27 h 25"/>
                <a:gd name="T10" fmla="*/ 4 w 24"/>
                <a:gd name="T11" fmla="*/ 31 h 25"/>
                <a:gd name="T12" fmla="*/ 15 w 24"/>
                <a:gd name="T13" fmla="*/ 15 h 25"/>
                <a:gd name="T14" fmla="*/ 27 w 24"/>
                <a:gd name="T15" fmla="*/ 0 h 2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4" h="25">
                  <a:moveTo>
                    <a:pt x="23" y="2"/>
                  </a:moveTo>
                  <a:cubicBezTo>
                    <a:pt x="22" y="1"/>
                    <a:pt x="19" y="5"/>
                    <a:pt x="17" y="6"/>
                  </a:cubicBezTo>
                  <a:cubicBezTo>
                    <a:pt x="14" y="7"/>
                    <a:pt x="11" y="8"/>
                    <a:pt x="9" y="9"/>
                  </a:cubicBezTo>
                  <a:cubicBezTo>
                    <a:pt x="5" y="12"/>
                    <a:pt x="1" y="17"/>
                    <a:pt x="0" y="21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2" y="22"/>
                    <a:pt x="3" y="23"/>
                    <a:pt x="4" y="25"/>
                  </a:cubicBezTo>
                  <a:cubicBezTo>
                    <a:pt x="5" y="19"/>
                    <a:pt x="7" y="16"/>
                    <a:pt x="12" y="12"/>
                  </a:cubicBezTo>
                  <a:cubicBezTo>
                    <a:pt x="16" y="9"/>
                    <a:pt x="20" y="2"/>
                    <a:pt x="24" y="0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791" name="Freeform 210">
              <a:extLst>
                <a:ext uri="{FF2B5EF4-FFF2-40B4-BE49-F238E27FC236}">
                  <a16:creationId xmlns:a16="http://schemas.microsoft.com/office/drawing/2014/main" id="{8B509AE0-F2EA-4138-9FF8-F4C2A5C626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3" y="3926"/>
              <a:ext cx="19" cy="28"/>
            </a:xfrm>
            <a:custGeom>
              <a:avLst/>
              <a:gdLst>
                <a:gd name="T0" fmla="*/ 21 w 18"/>
                <a:gd name="T1" fmla="*/ 1 h 27"/>
                <a:gd name="T2" fmla="*/ 13 w 18"/>
                <a:gd name="T3" fmla="*/ 13 h 27"/>
                <a:gd name="T4" fmla="*/ 0 w 18"/>
                <a:gd name="T5" fmla="*/ 20 h 27"/>
                <a:gd name="T6" fmla="*/ 20 w 18"/>
                <a:gd name="T7" fmla="*/ 0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27">
                  <a:moveTo>
                    <a:pt x="18" y="1"/>
                  </a:moveTo>
                  <a:cubicBezTo>
                    <a:pt x="15" y="5"/>
                    <a:pt x="14" y="10"/>
                    <a:pt x="10" y="13"/>
                  </a:cubicBezTo>
                  <a:cubicBezTo>
                    <a:pt x="7" y="15"/>
                    <a:pt x="4" y="16"/>
                    <a:pt x="0" y="17"/>
                  </a:cubicBezTo>
                  <a:cubicBezTo>
                    <a:pt x="10" y="27"/>
                    <a:pt x="15" y="6"/>
                    <a:pt x="17" y="0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792" name="Freeform 211">
              <a:extLst>
                <a:ext uri="{FF2B5EF4-FFF2-40B4-BE49-F238E27FC236}">
                  <a16:creationId xmlns:a16="http://schemas.microsoft.com/office/drawing/2014/main" id="{B68C2A41-A67F-45CA-8FD6-055BCDF64CD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5" y="3960"/>
              <a:ext cx="27" cy="31"/>
            </a:xfrm>
            <a:custGeom>
              <a:avLst/>
              <a:gdLst>
                <a:gd name="T0" fmla="*/ 5 w 25"/>
                <a:gd name="T1" fmla="*/ 0 h 29"/>
                <a:gd name="T2" fmla="*/ 5 w 25"/>
                <a:gd name="T3" fmla="*/ 19 h 29"/>
                <a:gd name="T4" fmla="*/ 31 w 25"/>
                <a:gd name="T5" fmla="*/ 31 h 29"/>
                <a:gd name="T6" fmla="*/ 17 w 25"/>
                <a:gd name="T7" fmla="*/ 18 h 29"/>
                <a:gd name="T8" fmla="*/ 10 w 25"/>
                <a:gd name="T9" fmla="*/ 1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9">
                  <a:moveTo>
                    <a:pt x="5" y="0"/>
                  </a:moveTo>
                  <a:cubicBezTo>
                    <a:pt x="0" y="5"/>
                    <a:pt x="3" y="12"/>
                    <a:pt x="5" y="16"/>
                  </a:cubicBezTo>
                  <a:cubicBezTo>
                    <a:pt x="8" y="22"/>
                    <a:pt x="18" y="29"/>
                    <a:pt x="25" y="25"/>
                  </a:cubicBezTo>
                  <a:cubicBezTo>
                    <a:pt x="20" y="23"/>
                    <a:pt x="17" y="19"/>
                    <a:pt x="14" y="15"/>
                  </a:cubicBezTo>
                  <a:cubicBezTo>
                    <a:pt x="10" y="11"/>
                    <a:pt x="4" y="7"/>
                    <a:pt x="7" y="1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793" name="Freeform 212">
              <a:extLst>
                <a:ext uri="{FF2B5EF4-FFF2-40B4-BE49-F238E27FC236}">
                  <a16:creationId xmlns:a16="http://schemas.microsoft.com/office/drawing/2014/main" id="{73EAB621-59EC-4B97-BC4B-2BBB057E90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6" y="3954"/>
              <a:ext cx="12" cy="22"/>
            </a:xfrm>
            <a:custGeom>
              <a:avLst/>
              <a:gdLst>
                <a:gd name="T0" fmla="*/ 4 w 11"/>
                <a:gd name="T1" fmla="*/ 1 h 20"/>
                <a:gd name="T2" fmla="*/ 14 w 11"/>
                <a:gd name="T3" fmla="*/ 24 h 20"/>
                <a:gd name="T4" fmla="*/ 9 w 11"/>
                <a:gd name="T5" fmla="*/ 0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20">
                  <a:moveTo>
                    <a:pt x="4" y="1"/>
                  </a:moveTo>
                  <a:cubicBezTo>
                    <a:pt x="0" y="0"/>
                    <a:pt x="0" y="20"/>
                    <a:pt x="11" y="18"/>
                  </a:cubicBezTo>
                  <a:cubicBezTo>
                    <a:pt x="6" y="14"/>
                    <a:pt x="2" y="7"/>
                    <a:pt x="6" y="0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794" name="Freeform 213">
              <a:extLst>
                <a:ext uri="{FF2B5EF4-FFF2-40B4-BE49-F238E27FC236}">
                  <a16:creationId xmlns:a16="http://schemas.microsoft.com/office/drawing/2014/main" id="{CE515AC5-5A97-4318-85A7-D7A8535996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2" y="3949"/>
              <a:ext cx="7" cy="13"/>
            </a:xfrm>
            <a:custGeom>
              <a:avLst/>
              <a:gdLst>
                <a:gd name="T0" fmla="*/ 2 w 6"/>
                <a:gd name="T1" fmla="*/ 0 h 12"/>
                <a:gd name="T2" fmla="*/ 9 w 6"/>
                <a:gd name="T3" fmla="*/ 15 h 12"/>
                <a:gd name="T4" fmla="*/ 7 w 6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12">
                  <a:moveTo>
                    <a:pt x="2" y="0"/>
                  </a:moveTo>
                  <a:cubicBezTo>
                    <a:pt x="0" y="4"/>
                    <a:pt x="0" y="12"/>
                    <a:pt x="6" y="12"/>
                  </a:cubicBezTo>
                  <a:cubicBezTo>
                    <a:pt x="5" y="8"/>
                    <a:pt x="2" y="5"/>
                    <a:pt x="4" y="0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795" name="Freeform 214">
              <a:extLst>
                <a:ext uri="{FF2B5EF4-FFF2-40B4-BE49-F238E27FC236}">
                  <a16:creationId xmlns:a16="http://schemas.microsoft.com/office/drawing/2014/main" id="{9CAB9169-611C-4396-8CFE-E02C32DC3A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9" y="3902"/>
              <a:ext cx="70" cy="62"/>
            </a:xfrm>
            <a:custGeom>
              <a:avLst/>
              <a:gdLst>
                <a:gd name="T0" fmla="*/ 0 w 65"/>
                <a:gd name="T1" fmla="*/ 65 h 58"/>
                <a:gd name="T2" fmla="*/ 30 w 65"/>
                <a:gd name="T3" fmla="*/ 50 h 58"/>
                <a:gd name="T4" fmla="*/ 44 w 65"/>
                <a:gd name="T5" fmla="*/ 30 h 58"/>
                <a:gd name="T6" fmla="*/ 81 w 65"/>
                <a:gd name="T7" fmla="*/ 0 h 58"/>
                <a:gd name="T8" fmla="*/ 55 w 65"/>
                <a:gd name="T9" fmla="*/ 15 h 58"/>
                <a:gd name="T10" fmla="*/ 29 w 65"/>
                <a:gd name="T11" fmla="*/ 33 h 58"/>
                <a:gd name="T12" fmla="*/ 19 w 65"/>
                <a:gd name="T13" fmla="*/ 52 h 58"/>
                <a:gd name="T14" fmla="*/ 4 w 65"/>
                <a:gd name="T15" fmla="*/ 61 h 5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5" h="58">
                  <a:moveTo>
                    <a:pt x="0" y="53"/>
                  </a:moveTo>
                  <a:cubicBezTo>
                    <a:pt x="9" y="58"/>
                    <a:pt x="21" y="48"/>
                    <a:pt x="24" y="41"/>
                  </a:cubicBezTo>
                  <a:cubicBezTo>
                    <a:pt x="27" y="35"/>
                    <a:pt x="28" y="28"/>
                    <a:pt x="35" y="24"/>
                  </a:cubicBezTo>
                  <a:cubicBezTo>
                    <a:pt x="46" y="19"/>
                    <a:pt x="53" y="4"/>
                    <a:pt x="65" y="0"/>
                  </a:cubicBezTo>
                  <a:cubicBezTo>
                    <a:pt x="58" y="2"/>
                    <a:pt x="51" y="8"/>
                    <a:pt x="44" y="12"/>
                  </a:cubicBezTo>
                  <a:cubicBezTo>
                    <a:pt x="36" y="16"/>
                    <a:pt x="29" y="19"/>
                    <a:pt x="23" y="27"/>
                  </a:cubicBezTo>
                  <a:cubicBezTo>
                    <a:pt x="20" y="32"/>
                    <a:pt x="20" y="39"/>
                    <a:pt x="16" y="43"/>
                  </a:cubicBezTo>
                  <a:cubicBezTo>
                    <a:pt x="13" y="46"/>
                    <a:pt x="8" y="48"/>
                    <a:pt x="4" y="50"/>
                  </a:cubicBezTo>
                </a:path>
              </a:pathLst>
            </a:custGeom>
            <a:solidFill>
              <a:srgbClr val="EFCA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796" name="Freeform 215">
              <a:extLst>
                <a:ext uri="{FF2B5EF4-FFF2-40B4-BE49-F238E27FC236}">
                  <a16:creationId xmlns:a16="http://schemas.microsoft.com/office/drawing/2014/main" id="{01C59F30-7DE3-4308-8F66-D80E635C8A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2" y="3652"/>
              <a:ext cx="94" cy="132"/>
            </a:xfrm>
            <a:custGeom>
              <a:avLst/>
              <a:gdLst>
                <a:gd name="T0" fmla="*/ 58 w 88"/>
                <a:gd name="T1" fmla="*/ 150 h 124"/>
                <a:gd name="T2" fmla="*/ 103 w 88"/>
                <a:gd name="T3" fmla="*/ 99 h 124"/>
                <a:gd name="T4" fmla="*/ 103 w 88"/>
                <a:gd name="T5" fmla="*/ 32 h 124"/>
                <a:gd name="T6" fmla="*/ 99 w 88"/>
                <a:gd name="T7" fmla="*/ 16 h 124"/>
                <a:gd name="T8" fmla="*/ 72 w 88"/>
                <a:gd name="T9" fmla="*/ 5 h 124"/>
                <a:gd name="T10" fmla="*/ 0 w 88"/>
                <a:gd name="T11" fmla="*/ 3 h 124"/>
                <a:gd name="T12" fmla="*/ 69 w 88"/>
                <a:gd name="T13" fmla="*/ 16 h 124"/>
                <a:gd name="T14" fmla="*/ 90 w 88"/>
                <a:gd name="T15" fmla="*/ 20 h 124"/>
                <a:gd name="T16" fmla="*/ 93 w 88"/>
                <a:gd name="T17" fmla="*/ 42 h 124"/>
                <a:gd name="T18" fmla="*/ 94 w 88"/>
                <a:gd name="T19" fmla="*/ 105 h 124"/>
                <a:gd name="T20" fmla="*/ 64 w 88"/>
                <a:gd name="T21" fmla="*/ 148 h 12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8" h="124">
                  <a:moveTo>
                    <a:pt x="48" y="124"/>
                  </a:moveTo>
                  <a:cubicBezTo>
                    <a:pt x="69" y="116"/>
                    <a:pt x="79" y="105"/>
                    <a:pt x="84" y="82"/>
                  </a:cubicBezTo>
                  <a:cubicBezTo>
                    <a:pt x="88" y="63"/>
                    <a:pt x="81" y="45"/>
                    <a:pt x="84" y="26"/>
                  </a:cubicBezTo>
                  <a:cubicBezTo>
                    <a:pt x="86" y="18"/>
                    <a:pt x="88" y="18"/>
                    <a:pt x="81" y="13"/>
                  </a:cubicBezTo>
                  <a:cubicBezTo>
                    <a:pt x="74" y="8"/>
                    <a:pt x="68" y="7"/>
                    <a:pt x="59" y="5"/>
                  </a:cubicBezTo>
                  <a:cubicBezTo>
                    <a:pt x="39" y="0"/>
                    <a:pt x="20" y="2"/>
                    <a:pt x="0" y="3"/>
                  </a:cubicBezTo>
                  <a:cubicBezTo>
                    <a:pt x="19" y="4"/>
                    <a:pt x="37" y="12"/>
                    <a:pt x="57" y="13"/>
                  </a:cubicBezTo>
                  <a:cubicBezTo>
                    <a:pt x="63" y="13"/>
                    <a:pt x="70" y="11"/>
                    <a:pt x="74" y="17"/>
                  </a:cubicBezTo>
                  <a:cubicBezTo>
                    <a:pt x="78" y="22"/>
                    <a:pt x="76" y="29"/>
                    <a:pt x="76" y="35"/>
                  </a:cubicBezTo>
                  <a:cubicBezTo>
                    <a:pt x="76" y="53"/>
                    <a:pt x="83" y="69"/>
                    <a:pt x="77" y="87"/>
                  </a:cubicBezTo>
                  <a:cubicBezTo>
                    <a:pt x="71" y="102"/>
                    <a:pt x="62" y="112"/>
                    <a:pt x="52" y="123"/>
                  </a:cubicBezTo>
                </a:path>
              </a:pathLst>
            </a:custGeom>
            <a:solidFill>
              <a:srgbClr val="EFCA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797" name="Freeform 216">
              <a:extLst>
                <a:ext uri="{FF2B5EF4-FFF2-40B4-BE49-F238E27FC236}">
                  <a16:creationId xmlns:a16="http://schemas.microsoft.com/office/drawing/2014/main" id="{5B624043-95BE-4443-BC35-D79580C1EC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4" y="3803"/>
              <a:ext cx="120" cy="100"/>
            </a:xfrm>
            <a:custGeom>
              <a:avLst/>
              <a:gdLst>
                <a:gd name="T0" fmla="*/ 137 w 112"/>
                <a:gd name="T1" fmla="*/ 0 h 94"/>
                <a:gd name="T2" fmla="*/ 132 w 112"/>
                <a:gd name="T3" fmla="*/ 50 h 94"/>
                <a:gd name="T4" fmla="*/ 123 w 112"/>
                <a:gd name="T5" fmla="*/ 77 h 94"/>
                <a:gd name="T6" fmla="*/ 84 w 112"/>
                <a:gd name="T7" fmla="*/ 99 h 94"/>
                <a:gd name="T8" fmla="*/ 42 w 112"/>
                <a:gd name="T9" fmla="*/ 103 h 94"/>
                <a:gd name="T10" fmla="*/ 0 w 112"/>
                <a:gd name="T11" fmla="*/ 109 h 94"/>
                <a:gd name="T12" fmla="*/ 42 w 112"/>
                <a:gd name="T13" fmla="*/ 41 h 94"/>
                <a:gd name="T14" fmla="*/ 33 w 112"/>
                <a:gd name="T15" fmla="*/ 84 h 94"/>
                <a:gd name="T16" fmla="*/ 38 w 112"/>
                <a:gd name="T17" fmla="*/ 95 h 94"/>
                <a:gd name="T18" fmla="*/ 61 w 112"/>
                <a:gd name="T19" fmla="*/ 91 h 94"/>
                <a:gd name="T20" fmla="*/ 109 w 112"/>
                <a:gd name="T21" fmla="*/ 70 h 94"/>
                <a:gd name="T22" fmla="*/ 128 w 112"/>
                <a:gd name="T23" fmla="*/ 38 h 94"/>
                <a:gd name="T24" fmla="*/ 133 w 112"/>
                <a:gd name="T25" fmla="*/ 5 h 9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12" h="94">
                  <a:moveTo>
                    <a:pt x="111" y="0"/>
                  </a:moveTo>
                  <a:cubicBezTo>
                    <a:pt x="112" y="13"/>
                    <a:pt x="109" y="28"/>
                    <a:pt x="107" y="41"/>
                  </a:cubicBezTo>
                  <a:cubicBezTo>
                    <a:pt x="106" y="50"/>
                    <a:pt x="105" y="57"/>
                    <a:pt x="100" y="64"/>
                  </a:cubicBezTo>
                  <a:cubicBezTo>
                    <a:pt x="92" y="74"/>
                    <a:pt x="80" y="80"/>
                    <a:pt x="68" y="82"/>
                  </a:cubicBezTo>
                  <a:cubicBezTo>
                    <a:pt x="57" y="84"/>
                    <a:pt x="45" y="83"/>
                    <a:pt x="34" y="86"/>
                  </a:cubicBezTo>
                  <a:cubicBezTo>
                    <a:pt x="24" y="88"/>
                    <a:pt x="9" y="94"/>
                    <a:pt x="0" y="90"/>
                  </a:cubicBezTo>
                  <a:cubicBezTo>
                    <a:pt x="17" y="75"/>
                    <a:pt x="31" y="59"/>
                    <a:pt x="34" y="35"/>
                  </a:cubicBezTo>
                  <a:cubicBezTo>
                    <a:pt x="34" y="47"/>
                    <a:pt x="29" y="58"/>
                    <a:pt x="27" y="70"/>
                  </a:cubicBezTo>
                  <a:cubicBezTo>
                    <a:pt x="26" y="76"/>
                    <a:pt x="24" y="79"/>
                    <a:pt x="31" y="79"/>
                  </a:cubicBezTo>
                  <a:cubicBezTo>
                    <a:pt x="37" y="80"/>
                    <a:pt x="43" y="76"/>
                    <a:pt x="49" y="76"/>
                  </a:cubicBezTo>
                  <a:cubicBezTo>
                    <a:pt x="65" y="74"/>
                    <a:pt x="76" y="69"/>
                    <a:pt x="89" y="58"/>
                  </a:cubicBezTo>
                  <a:cubicBezTo>
                    <a:pt x="97" y="51"/>
                    <a:pt x="100" y="43"/>
                    <a:pt x="104" y="32"/>
                  </a:cubicBezTo>
                  <a:cubicBezTo>
                    <a:pt x="107" y="23"/>
                    <a:pt x="111" y="14"/>
                    <a:pt x="108" y="5"/>
                  </a:cubicBezTo>
                </a:path>
              </a:pathLst>
            </a:custGeom>
            <a:solidFill>
              <a:srgbClr val="EFCA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798" name="Freeform 217">
              <a:extLst>
                <a:ext uri="{FF2B5EF4-FFF2-40B4-BE49-F238E27FC236}">
                  <a16:creationId xmlns:a16="http://schemas.microsoft.com/office/drawing/2014/main" id="{87E1E089-5F75-407D-89EF-770E77114BC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5" y="3754"/>
              <a:ext cx="110" cy="68"/>
            </a:xfrm>
            <a:custGeom>
              <a:avLst/>
              <a:gdLst>
                <a:gd name="T0" fmla="*/ 0 w 103"/>
                <a:gd name="T1" fmla="*/ 14 h 64"/>
                <a:gd name="T2" fmla="*/ 72 w 103"/>
                <a:gd name="T3" fmla="*/ 3 h 64"/>
                <a:gd name="T4" fmla="*/ 125 w 103"/>
                <a:gd name="T5" fmla="*/ 43 h 64"/>
                <a:gd name="T6" fmla="*/ 83 w 103"/>
                <a:gd name="T7" fmla="*/ 30 h 64"/>
                <a:gd name="T8" fmla="*/ 72 w 103"/>
                <a:gd name="T9" fmla="*/ 77 h 64"/>
                <a:gd name="T10" fmla="*/ 67 w 103"/>
                <a:gd name="T11" fmla="*/ 49 h 64"/>
                <a:gd name="T12" fmla="*/ 44 w 103"/>
                <a:gd name="T13" fmla="*/ 33 h 64"/>
                <a:gd name="T14" fmla="*/ 23 w 103"/>
                <a:gd name="T15" fmla="*/ 22 h 64"/>
                <a:gd name="T16" fmla="*/ 2 w 103"/>
                <a:gd name="T17" fmla="*/ 15 h 6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3" h="64">
                  <a:moveTo>
                    <a:pt x="0" y="11"/>
                  </a:moveTo>
                  <a:cubicBezTo>
                    <a:pt x="20" y="21"/>
                    <a:pt x="39" y="6"/>
                    <a:pt x="59" y="3"/>
                  </a:cubicBezTo>
                  <a:cubicBezTo>
                    <a:pt x="82" y="0"/>
                    <a:pt x="94" y="18"/>
                    <a:pt x="103" y="36"/>
                  </a:cubicBezTo>
                  <a:cubicBezTo>
                    <a:pt x="97" y="27"/>
                    <a:pt x="78" y="17"/>
                    <a:pt x="68" y="24"/>
                  </a:cubicBezTo>
                  <a:cubicBezTo>
                    <a:pt x="56" y="32"/>
                    <a:pt x="62" y="53"/>
                    <a:pt x="59" y="64"/>
                  </a:cubicBezTo>
                  <a:cubicBezTo>
                    <a:pt x="60" y="56"/>
                    <a:pt x="57" y="48"/>
                    <a:pt x="55" y="40"/>
                  </a:cubicBezTo>
                  <a:cubicBezTo>
                    <a:pt x="51" y="31"/>
                    <a:pt x="44" y="30"/>
                    <a:pt x="36" y="27"/>
                  </a:cubicBezTo>
                  <a:cubicBezTo>
                    <a:pt x="30" y="25"/>
                    <a:pt x="25" y="22"/>
                    <a:pt x="20" y="19"/>
                  </a:cubicBezTo>
                  <a:cubicBezTo>
                    <a:pt x="14" y="17"/>
                    <a:pt x="7" y="16"/>
                    <a:pt x="2" y="12"/>
                  </a:cubicBezTo>
                </a:path>
              </a:pathLst>
            </a:custGeom>
            <a:solidFill>
              <a:srgbClr val="EFCA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799" name="Freeform 218">
              <a:extLst>
                <a:ext uri="{FF2B5EF4-FFF2-40B4-BE49-F238E27FC236}">
                  <a16:creationId xmlns:a16="http://schemas.microsoft.com/office/drawing/2014/main" id="{FD332CC6-BE52-4022-BF95-F71E662A04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5" y="3135"/>
              <a:ext cx="192" cy="313"/>
            </a:xfrm>
            <a:custGeom>
              <a:avLst/>
              <a:gdLst>
                <a:gd name="T0" fmla="*/ 0 w 179"/>
                <a:gd name="T1" fmla="*/ 12 h 293"/>
                <a:gd name="T2" fmla="*/ 84 w 179"/>
                <a:gd name="T3" fmla="*/ 1 h 293"/>
                <a:gd name="T4" fmla="*/ 147 w 179"/>
                <a:gd name="T5" fmla="*/ 1 h 293"/>
                <a:gd name="T6" fmla="*/ 189 w 179"/>
                <a:gd name="T7" fmla="*/ 5 h 293"/>
                <a:gd name="T8" fmla="*/ 201 w 179"/>
                <a:gd name="T9" fmla="*/ 53 h 293"/>
                <a:gd name="T10" fmla="*/ 215 w 179"/>
                <a:gd name="T11" fmla="*/ 198 h 293"/>
                <a:gd name="T12" fmla="*/ 183 w 179"/>
                <a:gd name="T13" fmla="*/ 357 h 293"/>
                <a:gd name="T14" fmla="*/ 196 w 179"/>
                <a:gd name="T15" fmla="*/ 246 h 293"/>
                <a:gd name="T16" fmla="*/ 192 w 179"/>
                <a:gd name="T17" fmla="*/ 160 h 293"/>
                <a:gd name="T18" fmla="*/ 184 w 179"/>
                <a:gd name="T19" fmla="*/ 112 h 293"/>
                <a:gd name="T20" fmla="*/ 179 w 179"/>
                <a:gd name="T21" fmla="*/ 53 h 293"/>
                <a:gd name="T22" fmla="*/ 152 w 179"/>
                <a:gd name="T23" fmla="*/ 46 h 293"/>
                <a:gd name="T24" fmla="*/ 100 w 179"/>
                <a:gd name="T25" fmla="*/ 34 h 293"/>
                <a:gd name="T26" fmla="*/ 57 w 179"/>
                <a:gd name="T27" fmla="*/ 26 h 293"/>
                <a:gd name="T28" fmla="*/ 23 w 179"/>
                <a:gd name="T29" fmla="*/ 20 h 29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79" h="293">
                  <a:moveTo>
                    <a:pt x="0" y="9"/>
                  </a:moveTo>
                  <a:cubicBezTo>
                    <a:pt x="24" y="9"/>
                    <a:pt x="45" y="2"/>
                    <a:pt x="68" y="1"/>
                  </a:cubicBezTo>
                  <a:cubicBezTo>
                    <a:pt x="84" y="0"/>
                    <a:pt x="103" y="1"/>
                    <a:pt x="119" y="1"/>
                  </a:cubicBezTo>
                  <a:cubicBezTo>
                    <a:pt x="127" y="1"/>
                    <a:pt x="147" y="0"/>
                    <a:pt x="153" y="5"/>
                  </a:cubicBezTo>
                  <a:cubicBezTo>
                    <a:pt x="162" y="13"/>
                    <a:pt x="161" y="35"/>
                    <a:pt x="162" y="44"/>
                  </a:cubicBezTo>
                  <a:cubicBezTo>
                    <a:pt x="165" y="83"/>
                    <a:pt x="168" y="123"/>
                    <a:pt x="173" y="162"/>
                  </a:cubicBezTo>
                  <a:cubicBezTo>
                    <a:pt x="179" y="210"/>
                    <a:pt x="154" y="248"/>
                    <a:pt x="148" y="293"/>
                  </a:cubicBezTo>
                  <a:cubicBezTo>
                    <a:pt x="149" y="263"/>
                    <a:pt x="158" y="232"/>
                    <a:pt x="159" y="201"/>
                  </a:cubicBezTo>
                  <a:cubicBezTo>
                    <a:pt x="161" y="178"/>
                    <a:pt x="160" y="153"/>
                    <a:pt x="156" y="131"/>
                  </a:cubicBezTo>
                  <a:cubicBezTo>
                    <a:pt x="154" y="118"/>
                    <a:pt x="151" y="105"/>
                    <a:pt x="149" y="92"/>
                  </a:cubicBezTo>
                  <a:cubicBezTo>
                    <a:pt x="147" y="78"/>
                    <a:pt x="149" y="57"/>
                    <a:pt x="145" y="44"/>
                  </a:cubicBezTo>
                  <a:cubicBezTo>
                    <a:pt x="139" y="31"/>
                    <a:pt x="135" y="36"/>
                    <a:pt x="123" y="37"/>
                  </a:cubicBezTo>
                  <a:cubicBezTo>
                    <a:pt x="107" y="38"/>
                    <a:pt x="95" y="32"/>
                    <a:pt x="81" y="28"/>
                  </a:cubicBezTo>
                  <a:cubicBezTo>
                    <a:pt x="69" y="24"/>
                    <a:pt x="58" y="23"/>
                    <a:pt x="46" y="21"/>
                  </a:cubicBezTo>
                  <a:cubicBezTo>
                    <a:pt x="38" y="20"/>
                    <a:pt x="24" y="22"/>
                    <a:pt x="19" y="17"/>
                  </a:cubicBezTo>
                </a:path>
              </a:pathLst>
            </a:custGeom>
            <a:solidFill>
              <a:srgbClr val="EFCA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800" name="Freeform 219">
              <a:extLst>
                <a:ext uri="{FF2B5EF4-FFF2-40B4-BE49-F238E27FC236}">
                  <a16:creationId xmlns:a16="http://schemas.microsoft.com/office/drawing/2014/main" id="{4C51678A-9CF7-4424-B502-62BC31A626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8" y="3289"/>
              <a:ext cx="151" cy="341"/>
            </a:xfrm>
            <a:custGeom>
              <a:avLst/>
              <a:gdLst>
                <a:gd name="T0" fmla="*/ 161 w 142"/>
                <a:gd name="T1" fmla="*/ 140 h 320"/>
                <a:gd name="T2" fmla="*/ 96 w 142"/>
                <a:gd name="T3" fmla="*/ 285 h 320"/>
                <a:gd name="T4" fmla="*/ 0 w 142"/>
                <a:gd name="T5" fmla="*/ 387 h 320"/>
                <a:gd name="T6" fmla="*/ 87 w 142"/>
                <a:gd name="T7" fmla="*/ 276 h 320"/>
                <a:gd name="T8" fmla="*/ 138 w 142"/>
                <a:gd name="T9" fmla="*/ 167 h 320"/>
                <a:gd name="T10" fmla="*/ 163 w 142"/>
                <a:gd name="T11" fmla="*/ 0 h 3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2" h="320">
                  <a:moveTo>
                    <a:pt x="134" y="115"/>
                  </a:moveTo>
                  <a:cubicBezTo>
                    <a:pt x="129" y="158"/>
                    <a:pt x="104" y="202"/>
                    <a:pt x="80" y="236"/>
                  </a:cubicBezTo>
                  <a:cubicBezTo>
                    <a:pt x="60" y="265"/>
                    <a:pt x="30" y="301"/>
                    <a:pt x="0" y="320"/>
                  </a:cubicBezTo>
                  <a:cubicBezTo>
                    <a:pt x="25" y="292"/>
                    <a:pt x="54" y="261"/>
                    <a:pt x="72" y="228"/>
                  </a:cubicBezTo>
                  <a:cubicBezTo>
                    <a:pt x="88" y="199"/>
                    <a:pt x="100" y="168"/>
                    <a:pt x="115" y="138"/>
                  </a:cubicBezTo>
                  <a:cubicBezTo>
                    <a:pt x="135" y="100"/>
                    <a:pt x="142" y="43"/>
                    <a:pt x="135" y="0"/>
                  </a:cubicBezTo>
                </a:path>
              </a:pathLst>
            </a:custGeom>
            <a:solidFill>
              <a:srgbClr val="EFCA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801" name="Freeform 220">
              <a:extLst>
                <a:ext uri="{FF2B5EF4-FFF2-40B4-BE49-F238E27FC236}">
                  <a16:creationId xmlns:a16="http://schemas.microsoft.com/office/drawing/2014/main" id="{F2735D45-AB47-4728-9C90-CC77D97E30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3" y="2453"/>
              <a:ext cx="125" cy="22"/>
            </a:xfrm>
            <a:custGeom>
              <a:avLst/>
              <a:gdLst>
                <a:gd name="T0" fmla="*/ 143 w 117"/>
                <a:gd name="T1" fmla="*/ 8 h 21"/>
                <a:gd name="T2" fmla="*/ 84 w 117"/>
                <a:gd name="T3" fmla="*/ 21 h 21"/>
                <a:gd name="T4" fmla="*/ 0 w 117"/>
                <a:gd name="T5" fmla="*/ 0 h 21"/>
                <a:gd name="T6" fmla="*/ 139 w 117"/>
                <a:gd name="T7" fmla="*/ 8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7" h="21">
                  <a:moveTo>
                    <a:pt x="117" y="8"/>
                  </a:moveTo>
                  <a:cubicBezTo>
                    <a:pt x="108" y="19"/>
                    <a:pt x="83" y="17"/>
                    <a:pt x="69" y="18"/>
                  </a:cubicBezTo>
                  <a:cubicBezTo>
                    <a:pt x="46" y="19"/>
                    <a:pt x="20" y="8"/>
                    <a:pt x="0" y="0"/>
                  </a:cubicBezTo>
                  <a:cubicBezTo>
                    <a:pt x="38" y="21"/>
                    <a:pt x="75" y="7"/>
                    <a:pt x="114" y="8"/>
                  </a:cubicBezTo>
                </a:path>
              </a:pathLst>
            </a:custGeom>
            <a:solidFill>
              <a:srgbClr val="EFCA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802" name="Freeform 221">
              <a:extLst>
                <a:ext uri="{FF2B5EF4-FFF2-40B4-BE49-F238E27FC236}">
                  <a16:creationId xmlns:a16="http://schemas.microsoft.com/office/drawing/2014/main" id="{5E1ADF4C-4C35-4838-A895-F662582318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0" y="1545"/>
              <a:ext cx="37" cy="48"/>
            </a:xfrm>
            <a:custGeom>
              <a:avLst/>
              <a:gdLst>
                <a:gd name="T0" fmla="*/ 41 w 35"/>
                <a:gd name="T1" fmla="*/ 54 h 45"/>
                <a:gd name="T2" fmla="*/ 0 w 35"/>
                <a:gd name="T3" fmla="*/ 0 h 45"/>
                <a:gd name="T4" fmla="*/ 3 w 35"/>
                <a:gd name="T5" fmla="*/ 50 h 45"/>
                <a:gd name="T6" fmla="*/ 40 w 35"/>
                <a:gd name="T7" fmla="*/ 53 h 4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" h="45">
                  <a:moveTo>
                    <a:pt x="35" y="45"/>
                  </a:moveTo>
                  <a:cubicBezTo>
                    <a:pt x="26" y="30"/>
                    <a:pt x="15" y="11"/>
                    <a:pt x="0" y="0"/>
                  </a:cubicBezTo>
                  <a:cubicBezTo>
                    <a:pt x="7" y="12"/>
                    <a:pt x="18" y="32"/>
                    <a:pt x="3" y="41"/>
                  </a:cubicBezTo>
                  <a:cubicBezTo>
                    <a:pt x="14" y="42"/>
                    <a:pt x="24" y="42"/>
                    <a:pt x="34" y="44"/>
                  </a:cubicBezTo>
                </a:path>
              </a:pathLst>
            </a:custGeom>
            <a:solidFill>
              <a:srgbClr val="EFCA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803" name="Freeform 222">
              <a:extLst>
                <a:ext uri="{FF2B5EF4-FFF2-40B4-BE49-F238E27FC236}">
                  <a16:creationId xmlns:a16="http://schemas.microsoft.com/office/drawing/2014/main" id="{98E387C0-0F09-4B00-8D89-4F63F59439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7" y="1599"/>
              <a:ext cx="64" cy="87"/>
            </a:xfrm>
            <a:custGeom>
              <a:avLst/>
              <a:gdLst>
                <a:gd name="T0" fmla="*/ 0 w 60"/>
                <a:gd name="T1" fmla="*/ 0 h 82"/>
                <a:gd name="T2" fmla="*/ 39 w 60"/>
                <a:gd name="T3" fmla="*/ 6 h 82"/>
                <a:gd name="T4" fmla="*/ 63 w 60"/>
                <a:gd name="T5" fmla="*/ 24 h 82"/>
                <a:gd name="T6" fmla="*/ 67 w 60"/>
                <a:gd name="T7" fmla="*/ 59 h 82"/>
                <a:gd name="T8" fmla="*/ 48 w 60"/>
                <a:gd name="T9" fmla="*/ 98 h 82"/>
                <a:gd name="T10" fmla="*/ 52 w 60"/>
                <a:gd name="T11" fmla="*/ 58 h 82"/>
                <a:gd name="T12" fmla="*/ 47 w 60"/>
                <a:gd name="T13" fmla="*/ 29 h 82"/>
                <a:gd name="T14" fmla="*/ 25 w 60"/>
                <a:gd name="T15" fmla="*/ 15 h 82"/>
                <a:gd name="T16" fmla="*/ 6 w 60"/>
                <a:gd name="T17" fmla="*/ 4 h 8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0" h="82">
                  <a:moveTo>
                    <a:pt x="0" y="0"/>
                  </a:moveTo>
                  <a:cubicBezTo>
                    <a:pt x="11" y="7"/>
                    <a:pt x="20" y="7"/>
                    <a:pt x="33" y="6"/>
                  </a:cubicBezTo>
                  <a:cubicBezTo>
                    <a:pt x="47" y="6"/>
                    <a:pt x="48" y="9"/>
                    <a:pt x="52" y="21"/>
                  </a:cubicBezTo>
                  <a:cubicBezTo>
                    <a:pt x="55" y="32"/>
                    <a:pt x="60" y="39"/>
                    <a:pt x="55" y="50"/>
                  </a:cubicBezTo>
                  <a:cubicBezTo>
                    <a:pt x="50" y="59"/>
                    <a:pt x="40" y="72"/>
                    <a:pt x="39" y="82"/>
                  </a:cubicBezTo>
                  <a:cubicBezTo>
                    <a:pt x="36" y="74"/>
                    <a:pt x="42" y="58"/>
                    <a:pt x="43" y="49"/>
                  </a:cubicBezTo>
                  <a:cubicBezTo>
                    <a:pt x="44" y="40"/>
                    <a:pt x="44" y="31"/>
                    <a:pt x="38" y="24"/>
                  </a:cubicBezTo>
                  <a:cubicBezTo>
                    <a:pt x="33" y="19"/>
                    <a:pt x="27" y="16"/>
                    <a:pt x="21" y="12"/>
                  </a:cubicBezTo>
                  <a:cubicBezTo>
                    <a:pt x="17" y="10"/>
                    <a:pt x="11" y="6"/>
                    <a:pt x="6" y="4"/>
                  </a:cubicBezTo>
                </a:path>
              </a:pathLst>
            </a:custGeom>
            <a:solidFill>
              <a:srgbClr val="EFCA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804" name="Freeform 223">
              <a:extLst>
                <a:ext uri="{FF2B5EF4-FFF2-40B4-BE49-F238E27FC236}">
                  <a16:creationId xmlns:a16="http://schemas.microsoft.com/office/drawing/2014/main" id="{81041AB9-5D7B-4971-9E25-5E33722EF2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6" y="1752"/>
              <a:ext cx="79" cy="84"/>
            </a:xfrm>
            <a:custGeom>
              <a:avLst/>
              <a:gdLst>
                <a:gd name="T0" fmla="*/ 0 w 74"/>
                <a:gd name="T1" fmla="*/ 47 h 78"/>
                <a:gd name="T2" fmla="*/ 30 w 74"/>
                <a:gd name="T3" fmla="*/ 33 h 78"/>
                <a:gd name="T4" fmla="*/ 50 w 74"/>
                <a:gd name="T5" fmla="*/ 24 h 78"/>
                <a:gd name="T6" fmla="*/ 90 w 74"/>
                <a:gd name="T7" fmla="*/ 0 h 78"/>
                <a:gd name="T8" fmla="*/ 48 w 74"/>
                <a:gd name="T9" fmla="*/ 97 h 78"/>
                <a:gd name="T10" fmla="*/ 50 w 74"/>
                <a:gd name="T11" fmla="*/ 39 h 78"/>
                <a:gd name="T12" fmla="*/ 22 w 74"/>
                <a:gd name="T13" fmla="*/ 46 h 78"/>
                <a:gd name="T14" fmla="*/ 0 w 74"/>
                <a:gd name="T15" fmla="*/ 54 h 7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4" h="78">
                  <a:moveTo>
                    <a:pt x="0" y="38"/>
                  </a:moveTo>
                  <a:cubicBezTo>
                    <a:pt x="6" y="39"/>
                    <a:pt x="18" y="30"/>
                    <a:pt x="24" y="27"/>
                  </a:cubicBezTo>
                  <a:cubicBezTo>
                    <a:pt x="30" y="24"/>
                    <a:pt x="36" y="22"/>
                    <a:pt x="41" y="19"/>
                  </a:cubicBezTo>
                  <a:cubicBezTo>
                    <a:pt x="51" y="13"/>
                    <a:pt x="65" y="8"/>
                    <a:pt x="74" y="0"/>
                  </a:cubicBezTo>
                  <a:cubicBezTo>
                    <a:pt x="68" y="28"/>
                    <a:pt x="50" y="52"/>
                    <a:pt x="39" y="78"/>
                  </a:cubicBezTo>
                  <a:cubicBezTo>
                    <a:pt x="38" y="67"/>
                    <a:pt x="61" y="33"/>
                    <a:pt x="41" y="31"/>
                  </a:cubicBezTo>
                  <a:cubicBezTo>
                    <a:pt x="35" y="31"/>
                    <a:pt x="25" y="35"/>
                    <a:pt x="19" y="37"/>
                  </a:cubicBezTo>
                  <a:cubicBezTo>
                    <a:pt x="13" y="39"/>
                    <a:pt x="8" y="43"/>
                    <a:pt x="0" y="43"/>
                  </a:cubicBezTo>
                </a:path>
              </a:pathLst>
            </a:custGeom>
            <a:solidFill>
              <a:srgbClr val="EFCA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805" name="Freeform 224">
              <a:extLst>
                <a:ext uri="{FF2B5EF4-FFF2-40B4-BE49-F238E27FC236}">
                  <a16:creationId xmlns:a16="http://schemas.microsoft.com/office/drawing/2014/main" id="{09D255F9-A67C-48D2-AD35-1BA1C9B4E7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2" y="1856"/>
              <a:ext cx="92" cy="53"/>
            </a:xfrm>
            <a:custGeom>
              <a:avLst/>
              <a:gdLst>
                <a:gd name="T0" fmla="*/ 28 w 86"/>
                <a:gd name="T1" fmla="*/ 0 h 50"/>
                <a:gd name="T2" fmla="*/ 67 w 86"/>
                <a:gd name="T3" fmla="*/ 5 h 50"/>
                <a:gd name="T4" fmla="*/ 105 w 86"/>
                <a:gd name="T5" fmla="*/ 38 h 50"/>
                <a:gd name="T6" fmla="*/ 77 w 86"/>
                <a:gd name="T7" fmla="*/ 17 h 50"/>
                <a:gd name="T8" fmla="*/ 49 w 86"/>
                <a:gd name="T9" fmla="*/ 20 h 50"/>
                <a:gd name="T10" fmla="*/ 24 w 86"/>
                <a:gd name="T11" fmla="*/ 24 h 50"/>
                <a:gd name="T12" fmla="*/ 0 w 86"/>
                <a:gd name="T13" fmla="*/ 59 h 50"/>
                <a:gd name="T14" fmla="*/ 28 w 86"/>
                <a:gd name="T15" fmla="*/ 4 h 5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6" h="50">
                  <a:moveTo>
                    <a:pt x="22" y="0"/>
                  </a:moveTo>
                  <a:cubicBezTo>
                    <a:pt x="30" y="13"/>
                    <a:pt x="44" y="5"/>
                    <a:pt x="55" y="5"/>
                  </a:cubicBezTo>
                  <a:cubicBezTo>
                    <a:pt x="68" y="7"/>
                    <a:pt x="78" y="22"/>
                    <a:pt x="86" y="32"/>
                  </a:cubicBezTo>
                  <a:cubicBezTo>
                    <a:pt x="78" y="29"/>
                    <a:pt x="71" y="17"/>
                    <a:pt x="63" y="14"/>
                  </a:cubicBezTo>
                  <a:cubicBezTo>
                    <a:pt x="56" y="12"/>
                    <a:pt x="48" y="18"/>
                    <a:pt x="40" y="17"/>
                  </a:cubicBezTo>
                  <a:cubicBezTo>
                    <a:pt x="31" y="17"/>
                    <a:pt x="28" y="16"/>
                    <a:pt x="20" y="21"/>
                  </a:cubicBezTo>
                  <a:cubicBezTo>
                    <a:pt x="9" y="28"/>
                    <a:pt x="3" y="37"/>
                    <a:pt x="0" y="50"/>
                  </a:cubicBezTo>
                  <a:cubicBezTo>
                    <a:pt x="7" y="34"/>
                    <a:pt x="17" y="20"/>
                    <a:pt x="22" y="4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806" name="Freeform 225">
              <a:extLst>
                <a:ext uri="{FF2B5EF4-FFF2-40B4-BE49-F238E27FC236}">
                  <a16:creationId xmlns:a16="http://schemas.microsoft.com/office/drawing/2014/main" id="{58530E6B-C9B4-44A4-AA23-27796F87C5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3" y="2134"/>
              <a:ext cx="123" cy="177"/>
            </a:xfrm>
            <a:custGeom>
              <a:avLst/>
              <a:gdLst>
                <a:gd name="T0" fmla="*/ 31 w 115"/>
                <a:gd name="T1" fmla="*/ 21 h 166"/>
                <a:gd name="T2" fmla="*/ 82 w 115"/>
                <a:gd name="T3" fmla="*/ 55 h 166"/>
                <a:gd name="T4" fmla="*/ 68 w 115"/>
                <a:gd name="T5" fmla="*/ 95 h 166"/>
                <a:gd name="T6" fmla="*/ 31 w 115"/>
                <a:gd name="T7" fmla="*/ 85 h 166"/>
                <a:gd name="T8" fmla="*/ 0 w 115"/>
                <a:gd name="T9" fmla="*/ 74 h 166"/>
                <a:gd name="T10" fmla="*/ 61 w 115"/>
                <a:gd name="T11" fmla="*/ 117 h 166"/>
                <a:gd name="T12" fmla="*/ 68 w 115"/>
                <a:gd name="T13" fmla="*/ 202 h 166"/>
                <a:gd name="T14" fmla="*/ 67 w 115"/>
                <a:gd name="T15" fmla="*/ 135 h 166"/>
                <a:gd name="T16" fmla="*/ 75 w 115"/>
                <a:gd name="T17" fmla="*/ 89 h 166"/>
                <a:gd name="T18" fmla="*/ 93 w 115"/>
                <a:gd name="T19" fmla="*/ 45 h 166"/>
                <a:gd name="T20" fmla="*/ 110 w 115"/>
                <a:gd name="T21" fmla="*/ 29 h 166"/>
                <a:gd name="T22" fmla="*/ 141 w 115"/>
                <a:gd name="T23" fmla="*/ 1 h 166"/>
                <a:gd name="T24" fmla="*/ 111 w 115"/>
                <a:gd name="T25" fmla="*/ 17 h 166"/>
                <a:gd name="T26" fmla="*/ 83 w 115"/>
                <a:gd name="T27" fmla="*/ 30 h 166"/>
                <a:gd name="T28" fmla="*/ 57 w 115"/>
                <a:gd name="T29" fmla="*/ 27 h 166"/>
                <a:gd name="T30" fmla="*/ 34 w 115"/>
                <a:gd name="T31" fmla="*/ 21 h 16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15" h="166">
                  <a:moveTo>
                    <a:pt x="25" y="18"/>
                  </a:moveTo>
                  <a:cubicBezTo>
                    <a:pt x="41" y="24"/>
                    <a:pt x="55" y="35"/>
                    <a:pt x="67" y="46"/>
                  </a:cubicBezTo>
                  <a:cubicBezTo>
                    <a:pt x="70" y="56"/>
                    <a:pt x="68" y="74"/>
                    <a:pt x="56" y="78"/>
                  </a:cubicBezTo>
                  <a:cubicBezTo>
                    <a:pt x="47" y="80"/>
                    <a:pt x="34" y="73"/>
                    <a:pt x="25" y="70"/>
                  </a:cubicBezTo>
                  <a:cubicBezTo>
                    <a:pt x="17" y="67"/>
                    <a:pt x="8" y="65"/>
                    <a:pt x="0" y="61"/>
                  </a:cubicBezTo>
                  <a:cubicBezTo>
                    <a:pt x="13" y="79"/>
                    <a:pt x="48" y="70"/>
                    <a:pt x="50" y="97"/>
                  </a:cubicBezTo>
                  <a:cubicBezTo>
                    <a:pt x="51" y="121"/>
                    <a:pt x="59" y="142"/>
                    <a:pt x="56" y="166"/>
                  </a:cubicBezTo>
                  <a:cubicBezTo>
                    <a:pt x="58" y="146"/>
                    <a:pt x="60" y="131"/>
                    <a:pt x="55" y="112"/>
                  </a:cubicBezTo>
                  <a:cubicBezTo>
                    <a:pt x="51" y="97"/>
                    <a:pt x="53" y="87"/>
                    <a:pt x="61" y="73"/>
                  </a:cubicBezTo>
                  <a:cubicBezTo>
                    <a:pt x="68" y="61"/>
                    <a:pt x="71" y="48"/>
                    <a:pt x="76" y="37"/>
                  </a:cubicBezTo>
                  <a:cubicBezTo>
                    <a:pt x="80" y="30"/>
                    <a:pt x="85" y="27"/>
                    <a:pt x="90" y="23"/>
                  </a:cubicBezTo>
                  <a:cubicBezTo>
                    <a:pt x="98" y="16"/>
                    <a:pt x="105" y="5"/>
                    <a:pt x="115" y="1"/>
                  </a:cubicBezTo>
                  <a:cubicBezTo>
                    <a:pt x="109" y="0"/>
                    <a:pt x="98" y="10"/>
                    <a:pt x="91" y="14"/>
                  </a:cubicBezTo>
                  <a:cubicBezTo>
                    <a:pt x="83" y="19"/>
                    <a:pt x="77" y="22"/>
                    <a:pt x="68" y="24"/>
                  </a:cubicBezTo>
                  <a:cubicBezTo>
                    <a:pt x="59" y="27"/>
                    <a:pt x="57" y="25"/>
                    <a:pt x="47" y="22"/>
                  </a:cubicBezTo>
                  <a:cubicBezTo>
                    <a:pt x="41" y="20"/>
                    <a:pt x="32" y="21"/>
                    <a:pt x="28" y="18"/>
                  </a:cubicBezTo>
                </a:path>
              </a:pathLst>
            </a:custGeom>
            <a:solidFill>
              <a:srgbClr val="EFCA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807" name="Freeform 226">
              <a:extLst>
                <a:ext uri="{FF2B5EF4-FFF2-40B4-BE49-F238E27FC236}">
                  <a16:creationId xmlns:a16="http://schemas.microsoft.com/office/drawing/2014/main" id="{E2218E64-7F22-4D09-84F1-C468DC7A78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4" y="2358"/>
              <a:ext cx="32" cy="59"/>
            </a:xfrm>
            <a:custGeom>
              <a:avLst/>
              <a:gdLst>
                <a:gd name="T0" fmla="*/ 36 w 30"/>
                <a:gd name="T1" fmla="*/ 1 h 55"/>
                <a:gd name="T2" fmla="*/ 25 w 30"/>
                <a:gd name="T3" fmla="*/ 68 h 55"/>
                <a:gd name="T4" fmla="*/ 0 w 30"/>
                <a:gd name="T5" fmla="*/ 62 h 55"/>
                <a:gd name="T6" fmla="*/ 20 w 30"/>
                <a:gd name="T7" fmla="*/ 41 h 55"/>
                <a:gd name="T8" fmla="*/ 35 w 30"/>
                <a:gd name="T9" fmla="*/ 0 h 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55">
                  <a:moveTo>
                    <a:pt x="30" y="1"/>
                  </a:moveTo>
                  <a:cubicBezTo>
                    <a:pt x="21" y="17"/>
                    <a:pt x="21" y="37"/>
                    <a:pt x="21" y="55"/>
                  </a:cubicBezTo>
                  <a:cubicBezTo>
                    <a:pt x="20" y="45"/>
                    <a:pt x="6" y="46"/>
                    <a:pt x="0" y="50"/>
                  </a:cubicBezTo>
                  <a:cubicBezTo>
                    <a:pt x="4" y="45"/>
                    <a:pt x="13" y="39"/>
                    <a:pt x="17" y="33"/>
                  </a:cubicBezTo>
                  <a:cubicBezTo>
                    <a:pt x="22" y="25"/>
                    <a:pt x="28" y="10"/>
                    <a:pt x="29" y="0"/>
                  </a:cubicBezTo>
                </a:path>
              </a:pathLst>
            </a:custGeom>
            <a:solidFill>
              <a:srgbClr val="EFCA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808" name="Freeform 227">
              <a:extLst>
                <a:ext uri="{FF2B5EF4-FFF2-40B4-BE49-F238E27FC236}">
                  <a16:creationId xmlns:a16="http://schemas.microsoft.com/office/drawing/2014/main" id="{40456EF5-3154-4F81-88E0-CD1A226FDF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8" y="1882"/>
              <a:ext cx="117" cy="211"/>
            </a:xfrm>
            <a:custGeom>
              <a:avLst/>
              <a:gdLst>
                <a:gd name="T0" fmla="*/ 126 w 109"/>
                <a:gd name="T1" fmla="*/ 0 h 197"/>
                <a:gd name="T2" fmla="*/ 97 w 109"/>
                <a:gd name="T3" fmla="*/ 39 h 197"/>
                <a:gd name="T4" fmla="*/ 64 w 109"/>
                <a:gd name="T5" fmla="*/ 97 h 197"/>
                <a:gd name="T6" fmla="*/ 0 w 109"/>
                <a:gd name="T7" fmla="*/ 242 h 197"/>
                <a:gd name="T8" fmla="*/ 56 w 109"/>
                <a:gd name="T9" fmla="*/ 166 h 197"/>
                <a:gd name="T10" fmla="*/ 77 w 109"/>
                <a:gd name="T11" fmla="*/ 103 h 197"/>
                <a:gd name="T12" fmla="*/ 107 w 109"/>
                <a:gd name="T13" fmla="*/ 50 h 197"/>
                <a:gd name="T14" fmla="*/ 126 w 109"/>
                <a:gd name="T15" fmla="*/ 29 h 197"/>
                <a:gd name="T16" fmla="*/ 135 w 109"/>
                <a:gd name="T17" fmla="*/ 0 h 19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9" h="197">
                  <a:moveTo>
                    <a:pt x="102" y="0"/>
                  </a:moveTo>
                  <a:cubicBezTo>
                    <a:pt x="93" y="9"/>
                    <a:pt x="86" y="21"/>
                    <a:pt x="78" y="32"/>
                  </a:cubicBezTo>
                  <a:cubicBezTo>
                    <a:pt x="66" y="46"/>
                    <a:pt x="58" y="61"/>
                    <a:pt x="52" y="79"/>
                  </a:cubicBezTo>
                  <a:cubicBezTo>
                    <a:pt x="38" y="120"/>
                    <a:pt x="30" y="163"/>
                    <a:pt x="0" y="197"/>
                  </a:cubicBezTo>
                  <a:cubicBezTo>
                    <a:pt x="16" y="177"/>
                    <a:pt x="33" y="158"/>
                    <a:pt x="45" y="135"/>
                  </a:cubicBezTo>
                  <a:cubicBezTo>
                    <a:pt x="54" y="118"/>
                    <a:pt x="56" y="102"/>
                    <a:pt x="62" y="84"/>
                  </a:cubicBezTo>
                  <a:cubicBezTo>
                    <a:pt x="68" y="68"/>
                    <a:pt x="76" y="53"/>
                    <a:pt x="87" y="41"/>
                  </a:cubicBezTo>
                  <a:cubicBezTo>
                    <a:pt x="92" y="34"/>
                    <a:pt x="98" y="30"/>
                    <a:pt x="102" y="23"/>
                  </a:cubicBezTo>
                  <a:cubicBezTo>
                    <a:pt x="105" y="16"/>
                    <a:pt x="106" y="8"/>
                    <a:pt x="109" y="0"/>
                  </a:cubicBezTo>
                </a:path>
              </a:pathLst>
            </a:custGeom>
            <a:solidFill>
              <a:srgbClr val="EFCA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809" name="Freeform 228">
              <a:extLst>
                <a:ext uri="{FF2B5EF4-FFF2-40B4-BE49-F238E27FC236}">
                  <a16:creationId xmlns:a16="http://schemas.microsoft.com/office/drawing/2014/main" id="{BCA5146D-AA4B-4008-8971-F3FDC7C7B01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2" y="2082"/>
              <a:ext cx="87" cy="111"/>
            </a:xfrm>
            <a:custGeom>
              <a:avLst/>
              <a:gdLst>
                <a:gd name="T0" fmla="*/ 28 w 81"/>
                <a:gd name="T1" fmla="*/ 0 h 104"/>
                <a:gd name="T2" fmla="*/ 15 w 81"/>
                <a:gd name="T3" fmla="*/ 83 h 104"/>
                <a:gd name="T4" fmla="*/ 45 w 81"/>
                <a:gd name="T5" fmla="*/ 107 h 104"/>
                <a:gd name="T6" fmla="*/ 100 w 81"/>
                <a:gd name="T7" fmla="*/ 126 h 104"/>
                <a:gd name="T8" fmla="*/ 56 w 81"/>
                <a:gd name="T9" fmla="*/ 98 h 104"/>
                <a:gd name="T10" fmla="*/ 25 w 81"/>
                <a:gd name="T11" fmla="*/ 80 h 104"/>
                <a:gd name="T12" fmla="*/ 23 w 81"/>
                <a:gd name="T13" fmla="*/ 5 h 10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1" h="104">
                  <a:moveTo>
                    <a:pt x="22" y="0"/>
                  </a:moveTo>
                  <a:cubicBezTo>
                    <a:pt x="18" y="23"/>
                    <a:pt x="0" y="46"/>
                    <a:pt x="12" y="68"/>
                  </a:cubicBezTo>
                  <a:cubicBezTo>
                    <a:pt x="18" y="80"/>
                    <a:pt x="23" y="83"/>
                    <a:pt x="36" y="88"/>
                  </a:cubicBezTo>
                  <a:cubicBezTo>
                    <a:pt x="51" y="94"/>
                    <a:pt x="66" y="99"/>
                    <a:pt x="81" y="104"/>
                  </a:cubicBezTo>
                  <a:cubicBezTo>
                    <a:pt x="71" y="95"/>
                    <a:pt x="57" y="88"/>
                    <a:pt x="45" y="81"/>
                  </a:cubicBezTo>
                  <a:cubicBezTo>
                    <a:pt x="38" y="77"/>
                    <a:pt x="25" y="73"/>
                    <a:pt x="20" y="66"/>
                  </a:cubicBezTo>
                  <a:cubicBezTo>
                    <a:pt x="9" y="49"/>
                    <a:pt x="26" y="22"/>
                    <a:pt x="19" y="5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810" name="Freeform 229">
              <a:extLst>
                <a:ext uri="{FF2B5EF4-FFF2-40B4-BE49-F238E27FC236}">
                  <a16:creationId xmlns:a16="http://schemas.microsoft.com/office/drawing/2014/main" id="{4D15715B-ECA4-40F9-A433-CE60C89476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1" y="2175"/>
              <a:ext cx="54" cy="85"/>
            </a:xfrm>
            <a:custGeom>
              <a:avLst/>
              <a:gdLst>
                <a:gd name="T0" fmla="*/ 60 w 51"/>
                <a:gd name="T1" fmla="*/ 14 h 80"/>
                <a:gd name="T2" fmla="*/ 14 w 51"/>
                <a:gd name="T3" fmla="*/ 23 h 80"/>
                <a:gd name="T4" fmla="*/ 14 w 51"/>
                <a:gd name="T5" fmla="*/ 55 h 80"/>
                <a:gd name="T6" fmla="*/ 0 w 51"/>
                <a:gd name="T7" fmla="*/ 96 h 80"/>
                <a:gd name="T8" fmla="*/ 20 w 51"/>
                <a:gd name="T9" fmla="*/ 35 h 80"/>
                <a:gd name="T10" fmla="*/ 55 w 51"/>
                <a:gd name="T11" fmla="*/ 14 h 8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1" h="80">
                  <a:moveTo>
                    <a:pt x="51" y="11"/>
                  </a:moveTo>
                  <a:cubicBezTo>
                    <a:pt x="35" y="8"/>
                    <a:pt x="17" y="0"/>
                    <a:pt x="11" y="20"/>
                  </a:cubicBezTo>
                  <a:cubicBezTo>
                    <a:pt x="9" y="28"/>
                    <a:pt x="11" y="36"/>
                    <a:pt x="11" y="46"/>
                  </a:cubicBezTo>
                  <a:cubicBezTo>
                    <a:pt x="10" y="58"/>
                    <a:pt x="3" y="69"/>
                    <a:pt x="0" y="80"/>
                  </a:cubicBezTo>
                  <a:cubicBezTo>
                    <a:pt x="11" y="64"/>
                    <a:pt x="16" y="48"/>
                    <a:pt x="17" y="29"/>
                  </a:cubicBezTo>
                  <a:cubicBezTo>
                    <a:pt x="18" y="10"/>
                    <a:pt x="30" y="11"/>
                    <a:pt x="46" y="11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811" name="Freeform 230">
              <a:extLst>
                <a:ext uri="{FF2B5EF4-FFF2-40B4-BE49-F238E27FC236}">
                  <a16:creationId xmlns:a16="http://schemas.microsoft.com/office/drawing/2014/main" id="{BEA3CB36-6569-4138-BD88-83DA132E02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5" y="2330"/>
              <a:ext cx="36" cy="109"/>
            </a:xfrm>
            <a:custGeom>
              <a:avLst/>
              <a:gdLst>
                <a:gd name="T0" fmla="*/ 1 w 34"/>
                <a:gd name="T1" fmla="*/ 0 h 102"/>
                <a:gd name="T2" fmla="*/ 3 w 34"/>
                <a:gd name="T3" fmla="*/ 30 h 102"/>
                <a:gd name="T4" fmla="*/ 18 w 34"/>
                <a:gd name="T5" fmla="*/ 49 h 102"/>
                <a:gd name="T6" fmla="*/ 22 w 34"/>
                <a:gd name="T7" fmla="*/ 76 h 102"/>
                <a:gd name="T8" fmla="*/ 40 w 34"/>
                <a:gd name="T9" fmla="*/ 124 h 102"/>
                <a:gd name="T10" fmla="*/ 26 w 34"/>
                <a:gd name="T11" fmla="*/ 55 h 102"/>
                <a:gd name="T12" fmla="*/ 16 w 34"/>
                <a:gd name="T13" fmla="*/ 34 h 102"/>
                <a:gd name="T14" fmla="*/ 3 w 34"/>
                <a:gd name="T15" fmla="*/ 4 h 10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4" h="102">
                  <a:moveTo>
                    <a:pt x="1" y="0"/>
                  </a:moveTo>
                  <a:cubicBezTo>
                    <a:pt x="1" y="7"/>
                    <a:pt x="0" y="17"/>
                    <a:pt x="3" y="24"/>
                  </a:cubicBezTo>
                  <a:cubicBezTo>
                    <a:pt x="5" y="31"/>
                    <a:pt x="11" y="34"/>
                    <a:pt x="15" y="40"/>
                  </a:cubicBezTo>
                  <a:cubicBezTo>
                    <a:pt x="18" y="47"/>
                    <a:pt x="18" y="55"/>
                    <a:pt x="19" y="62"/>
                  </a:cubicBezTo>
                  <a:cubicBezTo>
                    <a:pt x="21" y="77"/>
                    <a:pt x="27" y="89"/>
                    <a:pt x="34" y="102"/>
                  </a:cubicBezTo>
                  <a:cubicBezTo>
                    <a:pt x="21" y="86"/>
                    <a:pt x="27" y="63"/>
                    <a:pt x="23" y="45"/>
                  </a:cubicBezTo>
                  <a:cubicBezTo>
                    <a:pt x="22" y="39"/>
                    <a:pt x="17" y="33"/>
                    <a:pt x="13" y="28"/>
                  </a:cubicBezTo>
                  <a:cubicBezTo>
                    <a:pt x="6" y="21"/>
                    <a:pt x="2" y="15"/>
                    <a:pt x="3" y="4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812" name="Freeform 231">
              <a:extLst>
                <a:ext uri="{FF2B5EF4-FFF2-40B4-BE49-F238E27FC236}">
                  <a16:creationId xmlns:a16="http://schemas.microsoft.com/office/drawing/2014/main" id="{2DCD87B3-8E12-4131-ABFC-1A8C33CCBA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4" y="2318"/>
              <a:ext cx="55" cy="51"/>
            </a:xfrm>
            <a:custGeom>
              <a:avLst/>
              <a:gdLst>
                <a:gd name="T0" fmla="*/ 1 w 52"/>
                <a:gd name="T1" fmla="*/ 13 h 48"/>
                <a:gd name="T2" fmla="*/ 61 w 52"/>
                <a:gd name="T3" fmla="*/ 57 h 48"/>
                <a:gd name="T4" fmla="*/ 0 w 52"/>
                <a:gd name="T5" fmla="*/ 14 h 4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2" h="48">
                  <a:moveTo>
                    <a:pt x="1" y="10"/>
                  </a:moveTo>
                  <a:cubicBezTo>
                    <a:pt x="23" y="9"/>
                    <a:pt x="45" y="28"/>
                    <a:pt x="52" y="48"/>
                  </a:cubicBezTo>
                  <a:cubicBezTo>
                    <a:pt x="51" y="19"/>
                    <a:pt x="28" y="0"/>
                    <a:pt x="0" y="11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813" name="Freeform 232">
              <a:extLst>
                <a:ext uri="{FF2B5EF4-FFF2-40B4-BE49-F238E27FC236}">
                  <a16:creationId xmlns:a16="http://schemas.microsoft.com/office/drawing/2014/main" id="{4B288D7A-4E9B-4B82-9955-61DFF3E668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8" y="1252"/>
              <a:ext cx="472" cy="472"/>
            </a:xfrm>
            <a:custGeom>
              <a:avLst/>
              <a:gdLst>
                <a:gd name="T0" fmla="*/ 538 w 442"/>
                <a:gd name="T1" fmla="*/ 0 h 442"/>
                <a:gd name="T2" fmla="*/ 227 w 442"/>
                <a:gd name="T3" fmla="*/ 166 h 442"/>
                <a:gd name="T4" fmla="*/ 160 w 442"/>
                <a:gd name="T5" fmla="*/ 285 h 442"/>
                <a:gd name="T6" fmla="*/ 0 w 442"/>
                <a:gd name="T7" fmla="*/ 538 h 442"/>
                <a:gd name="T8" fmla="*/ 133 w 442"/>
                <a:gd name="T9" fmla="*/ 334 h 442"/>
                <a:gd name="T10" fmla="*/ 237 w 442"/>
                <a:gd name="T11" fmla="*/ 191 h 442"/>
                <a:gd name="T12" fmla="*/ 538 w 442"/>
                <a:gd name="T13" fmla="*/ 0 h 44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42" h="442">
                  <a:moveTo>
                    <a:pt x="442" y="0"/>
                  </a:moveTo>
                  <a:cubicBezTo>
                    <a:pt x="442" y="0"/>
                    <a:pt x="279" y="23"/>
                    <a:pt x="186" y="136"/>
                  </a:cubicBezTo>
                  <a:cubicBezTo>
                    <a:pt x="170" y="156"/>
                    <a:pt x="163" y="205"/>
                    <a:pt x="131" y="234"/>
                  </a:cubicBezTo>
                  <a:cubicBezTo>
                    <a:pt x="99" y="264"/>
                    <a:pt x="22" y="344"/>
                    <a:pt x="0" y="442"/>
                  </a:cubicBezTo>
                  <a:cubicBezTo>
                    <a:pt x="0" y="442"/>
                    <a:pt x="51" y="325"/>
                    <a:pt x="110" y="274"/>
                  </a:cubicBezTo>
                  <a:cubicBezTo>
                    <a:pt x="169" y="223"/>
                    <a:pt x="172" y="202"/>
                    <a:pt x="195" y="157"/>
                  </a:cubicBezTo>
                  <a:cubicBezTo>
                    <a:pt x="217" y="112"/>
                    <a:pt x="314" y="27"/>
                    <a:pt x="442" y="0"/>
                  </a:cubicBezTo>
                  <a:close/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814" name="Freeform 233">
              <a:extLst>
                <a:ext uri="{FF2B5EF4-FFF2-40B4-BE49-F238E27FC236}">
                  <a16:creationId xmlns:a16="http://schemas.microsoft.com/office/drawing/2014/main" id="{96A5DFB5-9890-486C-BB9B-C1CB957967F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5" y="1424"/>
              <a:ext cx="154" cy="434"/>
            </a:xfrm>
            <a:custGeom>
              <a:avLst/>
              <a:gdLst>
                <a:gd name="T0" fmla="*/ 170 w 144"/>
                <a:gd name="T1" fmla="*/ 0 h 407"/>
                <a:gd name="T2" fmla="*/ 153 w 144"/>
                <a:gd name="T3" fmla="*/ 44 h 407"/>
                <a:gd name="T4" fmla="*/ 128 w 144"/>
                <a:gd name="T5" fmla="*/ 112 h 407"/>
                <a:gd name="T6" fmla="*/ 102 w 144"/>
                <a:gd name="T7" fmla="*/ 173 h 407"/>
                <a:gd name="T8" fmla="*/ 45 w 144"/>
                <a:gd name="T9" fmla="*/ 275 h 407"/>
                <a:gd name="T10" fmla="*/ 30 w 144"/>
                <a:gd name="T11" fmla="*/ 494 h 407"/>
                <a:gd name="T12" fmla="*/ 45 w 144"/>
                <a:gd name="T13" fmla="*/ 327 h 407"/>
                <a:gd name="T14" fmla="*/ 143 w 144"/>
                <a:gd name="T15" fmla="*/ 213 h 407"/>
                <a:gd name="T16" fmla="*/ 166 w 144"/>
                <a:gd name="T17" fmla="*/ 200 h 407"/>
                <a:gd name="T18" fmla="*/ 169 w 144"/>
                <a:gd name="T19" fmla="*/ 183 h 407"/>
                <a:gd name="T20" fmla="*/ 160 w 144"/>
                <a:gd name="T21" fmla="*/ 119 h 407"/>
                <a:gd name="T22" fmla="*/ 169 w 144"/>
                <a:gd name="T23" fmla="*/ 1 h 40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44" h="407">
                  <a:moveTo>
                    <a:pt x="139" y="0"/>
                  </a:moveTo>
                  <a:cubicBezTo>
                    <a:pt x="132" y="9"/>
                    <a:pt x="129" y="25"/>
                    <a:pt x="125" y="36"/>
                  </a:cubicBezTo>
                  <a:cubicBezTo>
                    <a:pt x="119" y="55"/>
                    <a:pt x="113" y="74"/>
                    <a:pt x="105" y="92"/>
                  </a:cubicBezTo>
                  <a:cubicBezTo>
                    <a:pt x="97" y="109"/>
                    <a:pt x="90" y="126"/>
                    <a:pt x="83" y="143"/>
                  </a:cubicBezTo>
                  <a:cubicBezTo>
                    <a:pt x="71" y="174"/>
                    <a:pt x="54" y="200"/>
                    <a:pt x="36" y="227"/>
                  </a:cubicBezTo>
                  <a:cubicBezTo>
                    <a:pt x="0" y="282"/>
                    <a:pt x="0" y="347"/>
                    <a:pt x="24" y="407"/>
                  </a:cubicBezTo>
                  <a:cubicBezTo>
                    <a:pt x="8" y="360"/>
                    <a:pt x="11" y="313"/>
                    <a:pt x="36" y="270"/>
                  </a:cubicBezTo>
                  <a:cubicBezTo>
                    <a:pt x="55" y="235"/>
                    <a:pt x="82" y="197"/>
                    <a:pt x="117" y="176"/>
                  </a:cubicBezTo>
                  <a:cubicBezTo>
                    <a:pt x="123" y="172"/>
                    <a:pt x="131" y="170"/>
                    <a:pt x="136" y="165"/>
                  </a:cubicBezTo>
                  <a:cubicBezTo>
                    <a:pt x="144" y="157"/>
                    <a:pt x="139" y="159"/>
                    <a:pt x="138" y="151"/>
                  </a:cubicBezTo>
                  <a:cubicBezTo>
                    <a:pt x="136" y="133"/>
                    <a:pt x="133" y="116"/>
                    <a:pt x="131" y="98"/>
                  </a:cubicBezTo>
                  <a:cubicBezTo>
                    <a:pt x="128" y="65"/>
                    <a:pt x="135" y="33"/>
                    <a:pt x="138" y="1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815" name="Freeform 234">
              <a:extLst>
                <a:ext uri="{FF2B5EF4-FFF2-40B4-BE49-F238E27FC236}">
                  <a16:creationId xmlns:a16="http://schemas.microsoft.com/office/drawing/2014/main" id="{BDBCC315-2AFC-40E1-BF91-94FC227DC1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7" y="1809"/>
              <a:ext cx="156" cy="128"/>
            </a:xfrm>
            <a:custGeom>
              <a:avLst/>
              <a:gdLst>
                <a:gd name="T0" fmla="*/ 67 w 146"/>
                <a:gd name="T1" fmla="*/ 7 h 120"/>
                <a:gd name="T2" fmla="*/ 1 w 146"/>
                <a:gd name="T3" fmla="*/ 57 h 120"/>
                <a:gd name="T4" fmla="*/ 72 w 146"/>
                <a:gd name="T5" fmla="*/ 127 h 120"/>
                <a:gd name="T6" fmla="*/ 147 w 146"/>
                <a:gd name="T7" fmla="*/ 133 h 120"/>
                <a:gd name="T8" fmla="*/ 159 w 146"/>
                <a:gd name="T9" fmla="*/ 57 h 120"/>
                <a:gd name="T10" fmla="*/ 104 w 146"/>
                <a:gd name="T11" fmla="*/ 19 h 120"/>
                <a:gd name="T12" fmla="*/ 83 w 146"/>
                <a:gd name="T13" fmla="*/ 14 h 120"/>
                <a:gd name="T14" fmla="*/ 64 w 146"/>
                <a:gd name="T15" fmla="*/ 6 h 12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46" h="120">
                  <a:moveTo>
                    <a:pt x="55" y="7"/>
                  </a:moveTo>
                  <a:cubicBezTo>
                    <a:pt x="31" y="0"/>
                    <a:pt x="0" y="22"/>
                    <a:pt x="1" y="47"/>
                  </a:cubicBezTo>
                  <a:cubicBezTo>
                    <a:pt x="1" y="74"/>
                    <a:pt x="39" y="96"/>
                    <a:pt x="59" y="105"/>
                  </a:cubicBezTo>
                  <a:cubicBezTo>
                    <a:pt x="79" y="115"/>
                    <a:pt x="101" y="120"/>
                    <a:pt x="121" y="110"/>
                  </a:cubicBezTo>
                  <a:cubicBezTo>
                    <a:pt x="144" y="98"/>
                    <a:pt x="146" y="66"/>
                    <a:pt x="130" y="47"/>
                  </a:cubicBezTo>
                  <a:cubicBezTo>
                    <a:pt x="117" y="34"/>
                    <a:pt x="101" y="24"/>
                    <a:pt x="85" y="16"/>
                  </a:cubicBezTo>
                  <a:cubicBezTo>
                    <a:pt x="79" y="14"/>
                    <a:pt x="73" y="13"/>
                    <a:pt x="68" y="11"/>
                  </a:cubicBezTo>
                  <a:cubicBezTo>
                    <a:pt x="63" y="9"/>
                    <a:pt x="58" y="6"/>
                    <a:pt x="52" y="6"/>
                  </a:cubicBezTo>
                </a:path>
              </a:pathLst>
            </a:custGeom>
            <a:solidFill>
              <a:srgbClr val="F9CA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816" name="Freeform 235">
              <a:extLst>
                <a:ext uri="{FF2B5EF4-FFF2-40B4-BE49-F238E27FC236}">
                  <a16:creationId xmlns:a16="http://schemas.microsoft.com/office/drawing/2014/main" id="{AFC5BA7D-A265-4409-B1BA-84670B235F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5" y="1855"/>
              <a:ext cx="44" cy="35"/>
            </a:xfrm>
            <a:custGeom>
              <a:avLst/>
              <a:gdLst>
                <a:gd name="T0" fmla="*/ 42 w 41"/>
                <a:gd name="T1" fmla="*/ 0 h 33"/>
                <a:gd name="T2" fmla="*/ 50 w 41"/>
                <a:gd name="T3" fmla="*/ 17 h 33"/>
                <a:gd name="T4" fmla="*/ 27 w 41"/>
                <a:gd name="T5" fmla="*/ 39 h 33"/>
                <a:gd name="T6" fmla="*/ 0 w 41"/>
                <a:gd name="T7" fmla="*/ 17 h 33"/>
                <a:gd name="T8" fmla="*/ 3 w 41"/>
                <a:gd name="T9" fmla="*/ 4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" h="33">
                  <a:moveTo>
                    <a:pt x="34" y="0"/>
                  </a:moveTo>
                  <a:cubicBezTo>
                    <a:pt x="38" y="3"/>
                    <a:pt x="41" y="8"/>
                    <a:pt x="41" y="14"/>
                  </a:cubicBezTo>
                  <a:cubicBezTo>
                    <a:pt x="41" y="24"/>
                    <a:pt x="32" y="33"/>
                    <a:pt x="21" y="33"/>
                  </a:cubicBezTo>
                  <a:cubicBezTo>
                    <a:pt x="9" y="33"/>
                    <a:pt x="0" y="24"/>
                    <a:pt x="0" y="14"/>
                  </a:cubicBezTo>
                  <a:cubicBezTo>
                    <a:pt x="0" y="11"/>
                    <a:pt x="1" y="7"/>
                    <a:pt x="3" y="4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817" name="Freeform 236">
              <a:extLst>
                <a:ext uri="{FF2B5EF4-FFF2-40B4-BE49-F238E27FC236}">
                  <a16:creationId xmlns:a16="http://schemas.microsoft.com/office/drawing/2014/main" id="{F6155C50-7F8C-47BB-9679-1F0A5942D48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1" y="1850"/>
              <a:ext cx="12" cy="2"/>
            </a:xfrm>
            <a:custGeom>
              <a:avLst/>
              <a:gdLst>
                <a:gd name="T0" fmla="*/ 0 w 11"/>
                <a:gd name="T1" fmla="*/ 8 h 1"/>
                <a:gd name="T2" fmla="*/ 9 w 11"/>
                <a:gd name="T3" fmla="*/ 0 h 1"/>
                <a:gd name="T4" fmla="*/ 14 w 11"/>
                <a:gd name="T5" fmla="*/ 8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">
                  <a:moveTo>
                    <a:pt x="0" y="1"/>
                  </a:moveTo>
                  <a:cubicBezTo>
                    <a:pt x="2" y="0"/>
                    <a:pt x="4" y="0"/>
                    <a:pt x="6" y="0"/>
                  </a:cubicBezTo>
                  <a:cubicBezTo>
                    <a:pt x="8" y="0"/>
                    <a:pt x="10" y="0"/>
                    <a:pt x="11" y="1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818" name="Freeform 237">
              <a:extLst>
                <a:ext uri="{FF2B5EF4-FFF2-40B4-BE49-F238E27FC236}">
                  <a16:creationId xmlns:a16="http://schemas.microsoft.com/office/drawing/2014/main" id="{2C6AA00D-4156-4292-9D36-3566522AF35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7" y="1672"/>
              <a:ext cx="34" cy="228"/>
            </a:xfrm>
            <a:custGeom>
              <a:avLst/>
              <a:gdLst>
                <a:gd name="T0" fmla="*/ 0 w 32"/>
                <a:gd name="T1" fmla="*/ 255 h 213"/>
                <a:gd name="T2" fmla="*/ 22 w 32"/>
                <a:gd name="T3" fmla="*/ 146 h 213"/>
                <a:gd name="T4" fmla="*/ 26 w 32"/>
                <a:gd name="T5" fmla="*/ 66 h 213"/>
                <a:gd name="T6" fmla="*/ 22 w 32"/>
                <a:gd name="T7" fmla="*/ 0 h 213"/>
                <a:gd name="T8" fmla="*/ 36 w 32"/>
                <a:gd name="T9" fmla="*/ 130 h 213"/>
                <a:gd name="T10" fmla="*/ 37 w 32"/>
                <a:gd name="T11" fmla="*/ 201 h 213"/>
                <a:gd name="T12" fmla="*/ 36 w 32"/>
                <a:gd name="T13" fmla="*/ 261 h 213"/>
                <a:gd name="T14" fmla="*/ 5 w 32"/>
                <a:gd name="T15" fmla="*/ 255 h 21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2" h="213">
                  <a:moveTo>
                    <a:pt x="0" y="207"/>
                  </a:moveTo>
                  <a:cubicBezTo>
                    <a:pt x="31" y="184"/>
                    <a:pt x="20" y="150"/>
                    <a:pt x="19" y="119"/>
                  </a:cubicBezTo>
                  <a:cubicBezTo>
                    <a:pt x="18" y="98"/>
                    <a:pt x="21" y="76"/>
                    <a:pt x="22" y="54"/>
                  </a:cubicBezTo>
                  <a:cubicBezTo>
                    <a:pt x="23" y="36"/>
                    <a:pt x="19" y="14"/>
                    <a:pt x="19" y="0"/>
                  </a:cubicBezTo>
                  <a:cubicBezTo>
                    <a:pt x="16" y="34"/>
                    <a:pt x="27" y="72"/>
                    <a:pt x="30" y="106"/>
                  </a:cubicBezTo>
                  <a:cubicBezTo>
                    <a:pt x="31" y="125"/>
                    <a:pt x="30" y="145"/>
                    <a:pt x="31" y="164"/>
                  </a:cubicBezTo>
                  <a:cubicBezTo>
                    <a:pt x="32" y="178"/>
                    <a:pt x="27" y="202"/>
                    <a:pt x="30" y="213"/>
                  </a:cubicBezTo>
                  <a:cubicBezTo>
                    <a:pt x="24" y="206"/>
                    <a:pt x="13" y="200"/>
                    <a:pt x="5" y="207"/>
                  </a:cubicBezTo>
                </a:path>
              </a:pathLst>
            </a:custGeom>
            <a:solidFill>
              <a:srgbClr val="EFCA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819" name="Freeform 238">
              <a:extLst>
                <a:ext uri="{FF2B5EF4-FFF2-40B4-BE49-F238E27FC236}">
                  <a16:creationId xmlns:a16="http://schemas.microsoft.com/office/drawing/2014/main" id="{CFBA9265-332C-4D75-B0DE-2FB769E314D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4" y="1970"/>
              <a:ext cx="265" cy="367"/>
            </a:xfrm>
            <a:custGeom>
              <a:avLst/>
              <a:gdLst>
                <a:gd name="T0" fmla="*/ 297 w 249"/>
                <a:gd name="T1" fmla="*/ 0 h 344"/>
                <a:gd name="T2" fmla="*/ 235 w 249"/>
                <a:gd name="T3" fmla="*/ 84 h 344"/>
                <a:gd name="T4" fmla="*/ 168 w 249"/>
                <a:gd name="T5" fmla="*/ 140 h 344"/>
                <a:gd name="T6" fmla="*/ 119 w 249"/>
                <a:gd name="T7" fmla="*/ 245 h 344"/>
                <a:gd name="T8" fmla="*/ 55 w 249"/>
                <a:gd name="T9" fmla="*/ 355 h 344"/>
                <a:gd name="T10" fmla="*/ 0 w 249"/>
                <a:gd name="T11" fmla="*/ 418 h 344"/>
                <a:gd name="T12" fmla="*/ 120 w 249"/>
                <a:gd name="T13" fmla="*/ 276 h 344"/>
                <a:gd name="T14" fmla="*/ 191 w 249"/>
                <a:gd name="T15" fmla="*/ 165 h 344"/>
                <a:gd name="T16" fmla="*/ 300 w 249"/>
                <a:gd name="T17" fmla="*/ 7 h 34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49" h="344">
                  <a:moveTo>
                    <a:pt x="246" y="0"/>
                  </a:moveTo>
                  <a:cubicBezTo>
                    <a:pt x="236" y="27"/>
                    <a:pt x="218" y="52"/>
                    <a:pt x="195" y="69"/>
                  </a:cubicBezTo>
                  <a:cubicBezTo>
                    <a:pt x="176" y="83"/>
                    <a:pt x="152" y="93"/>
                    <a:pt x="139" y="115"/>
                  </a:cubicBezTo>
                  <a:cubicBezTo>
                    <a:pt x="123" y="142"/>
                    <a:pt x="114" y="174"/>
                    <a:pt x="99" y="202"/>
                  </a:cubicBezTo>
                  <a:cubicBezTo>
                    <a:pt x="84" y="232"/>
                    <a:pt x="67" y="263"/>
                    <a:pt x="46" y="292"/>
                  </a:cubicBezTo>
                  <a:cubicBezTo>
                    <a:pt x="32" y="310"/>
                    <a:pt x="15" y="327"/>
                    <a:pt x="0" y="344"/>
                  </a:cubicBezTo>
                  <a:cubicBezTo>
                    <a:pt x="46" y="321"/>
                    <a:pt x="73" y="270"/>
                    <a:pt x="100" y="228"/>
                  </a:cubicBezTo>
                  <a:cubicBezTo>
                    <a:pt x="119" y="198"/>
                    <a:pt x="134" y="162"/>
                    <a:pt x="158" y="136"/>
                  </a:cubicBezTo>
                  <a:cubicBezTo>
                    <a:pt x="194" y="97"/>
                    <a:pt x="237" y="61"/>
                    <a:pt x="249" y="7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820" name="Freeform 239">
              <a:extLst>
                <a:ext uri="{FF2B5EF4-FFF2-40B4-BE49-F238E27FC236}">
                  <a16:creationId xmlns:a16="http://schemas.microsoft.com/office/drawing/2014/main" id="{B8DF059E-ABE3-4CF8-9681-DA7B127F34B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3" y="2070"/>
              <a:ext cx="200" cy="141"/>
            </a:xfrm>
            <a:custGeom>
              <a:avLst/>
              <a:gdLst>
                <a:gd name="T0" fmla="*/ 229 w 187"/>
                <a:gd name="T1" fmla="*/ 0 h 132"/>
                <a:gd name="T2" fmla="*/ 113 w 187"/>
                <a:gd name="T3" fmla="*/ 76 h 132"/>
                <a:gd name="T4" fmla="*/ 0 w 187"/>
                <a:gd name="T5" fmla="*/ 161 h 132"/>
                <a:gd name="T6" fmla="*/ 116 w 187"/>
                <a:gd name="T7" fmla="*/ 85 h 132"/>
                <a:gd name="T8" fmla="*/ 163 w 187"/>
                <a:gd name="T9" fmla="*/ 57 h 132"/>
                <a:gd name="T10" fmla="*/ 188 w 187"/>
                <a:gd name="T11" fmla="*/ 66 h 132"/>
                <a:gd name="T12" fmla="*/ 229 w 187"/>
                <a:gd name="T13" fmla="*/ 4 h 1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7" h="132">
                  <a:moveTo>
                    <a:pt x="187" y="0"/>
                  </a:moveTo>
                  <a:cubicBezTo>
                    <a:pt x="153" y="12"/>
                    <a:pt x="119" y="37"/>
                    <a:pt x="93" y="62"/>
                  </a:cubicBezTo>
                  <a:cubicBezTo>
                    <a:pt x="66" y="88"/>
                    <a:pt x="38" y="125"/>
                    <a:pt x="0" y="132"/>
                  </a:cubicBezTo>
                  <a:cubicBezTo>
                    <a:pt x="44" y="129"/>
                    <a:pt x="65" y="97"/>
                    <a:pt x="94" y="70"/>
                  </a:cubicBezTo>
                  <a:cubicBezTo>
                    <a:pt x="107" y="58"/>
                    <a:pt x="118" y="53"/>
                    <a:pt x="133" y="47"/>
                  </a:cubicBezTo>
                  <a:cubicBezTo>
                    <a:pt x="140" y="44"/>
                    <a:pt x="169" y="35"/>
                    <a:pt x="154" y="54"/>
                  </a:cubicBezTo>
                  <a:cubicBezTo>
                    <a:pt x="159" y="36"/>
                    <a:pt x="168" y="11"/>
                    <a:pt x="187" y="4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821" name="Freeform 240">
              <a:extLst>
                <a:ext uri="{FF2B5EF4-FFF2-40B4-BE49-F238E27FC236}">
                  <a16:creationId xmlns:a16="http://schemas.microsoft.com/office/drawing/2014/main" id="{22804597-EA28-46F4-B433-C304218B0BF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0" y="2139"/>
              <a:ext cx="148" cy="84"/>
            </a:xfrm>
            <a:custGeom>
              <a:avLst/>
              <a:gdLst>
                <a:gd name="T0" fmla="*/ 0 w 139"/>
                <a:gd name="T1" fmla="*/ 97 h 78"/>
                <a:gd name="T2" fmla="*/ 39 w 139"/>
                <a:gd name="T3" fmla="*/ 56 h 78"/>
                <a:gd name="T4" fmla="*/ 77 w 139"/>
                <a:gd name="T5" fmla="*/ 31 h 78"/>
                <a:gd name="T6" fmla="*/ 168 w 139"/>
                <a:gd name="T7" fmla="*/ 0 h 78"/>
                <a:gd name="T8" fmla="*/ 61 w 139"/>
                <a:gd name="T9" fmla="*/ 84 h 78"/>
                <a:gd name="T10" fmla="*/ 6 w 139"/>
                <a:gd name="T11" fmla="*/ 97 h 7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9" h="78">
                  <a:moveTo>
                    <a:pt x="0" y="78"/>
                  </a:moveTo>
                  <a:cubicBezTo>
                    <a:pt x="13" y="70"/>
                    <a:pt x="21" y="54"/>
                    <a:pt x="33" y="45"/>
                  </a:cubicBezTo>
                  <a:cubicBezTo>
                    <a:pt x="43" y="38"/>
                    <a:pt x="54" y="31"/>
                    <a:pt x="64" y="25"/>
                  </a:cubicBezTo>
                  <a:cubicBezTo>
                    <a:pt x="89" y="11"/>
                    <a:pt x="114" y="8"/>
                    <a:pt x="139" y="0"/>
                  </a:cubicBezTo>
                  <a:cubicBezTo>
                    <a:pt x="128" y="6"/>
                    <a:pt x="17" y="41"/>
                    <a:pt x="51" y="67"/>
                  </a:cubicBezTo>
                  <a:cubicBezTo>
                    <a:pt x="34" y="66"/>
                    <a:pt x="20" y="73"/>
                    <a:pt x="6" y="78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822" name="Freeform 241">
              <a:extLst>
                <a:ext uri="{FF2B5EF4-FFF2-40B4-BE49-F238E27FC236}">
                  <a16:creationId xmlns:a16="http://schemas.microsoft.com/office/drawing/2014/main" id="{0076F7B6-10EB-4D70-98CD-AE40BB2D217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1" y="2214"/>
              <a:ext cx="212" cy="132"/>
            </a:xfrm>
            <a:custGeom>
              <a:avLst/>
              <a:gdLst>
                <a:gd name="T0" fmla="*/ 243 w 198"/>
                <a:gd name="T1" fmla="*/ 15 h 124"/>
                <a:gd name="T2" fmla="*/ 99 w 198"/>
                <a:gd name="T3" fmla="*/ 40 h 124"/>
                <a:gd name="T4" fmla="*/ 0 w 198"/>
                <a:gd name="T5" fmla="*/ 150 h 124"/>
                <a:gd name="T6" fmla="*/ 60 w 198"/>
                <a:gd name="T7" fmla="*/ 83 h 124"/>
                <a:gd name="T8" fmla="*/ 110 w 198"/>
                <a:gd name="T9" fmla="*/ 48 h 124"/>
                <a:gd name="T10" fmla="*/ 177 w 198"/>
                <a:gd name="T11" fmla="*/ 28 h 124"/>
                <a:gd name="T12" fmla="*/ 243 w 198"/>
                <a:gd name="T13" fmla="*/ 16 h 1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8" h="124">
                  <a:moveTo>
                    <a:pt x="198" y="12"/>
                  </a:moveTo>
                  <a:cubicBezTo>
                    <a:pt x="158" y="0"/>
                    <a:pt x="115" y="19"/>
                    <a:pt x="80" y="34"/>
                  </a:cubicBezTo>
                  <a:cubicBezTo>
                    <a:pt x="47" y="49"/>
                    <a:pt x="14" y="90"/>
                    <a:pt x="0" y="124"/>
                  </a:cubicBezTo>
                  <a:cubicBezTo>
                    <a:pt x="20" y="112"/>
                    <a:pt x="32" y="86"/>
                    <a:pt x="49" y="69"/>
                  </a:cubicBezTo>
                  <a:cubicBezTo>
                    <a:pt x="61" y="56"/>
                    <a:pt x="74" y="46"/>
                    <a:pt x="90" y="39"/>
                  </a:cubicBezTo>
                  <a:cubicBezTo>
                    <a:pt x="107" y="31"/>
                    <a:pt x="126" y="28"/>
                    <a:pt x="144" y="23"/>
                  </a:cubicBezTo>
                  <a:cubicBezTo>
                    <a:pt x="162" y="18"/>
                    <a:pt x="181" y="19"/>
                    <a:pt x="198" y="13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823" name="Freeform 242">
              <a:extLst>
                <a:ext uri="{FF2B5EF4-FFF2-40B4-BE49-F238E27FC236}">
                  <a16:creationId xmlns:a16="http://schemas.microsoft.com/office/drawing/2014/main" id="{80EE4356-4C24-41E3-9C23-60BCB44006B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6" y="2463"/>
              <a:ext cx="173" cy="302"/>
            </a:xfrm>
            <a:custGeom>
              <a:avLst/>
              <a:gdLst>
                <a:gd name="T0" fmla="*/ 198 w 162"/>
                <a:gd name="T1" fmla="*/ 1 h 284"/>
                <a:gd name="T2" fmla="*/ 160 w 162"/>
                <a:gd name="T3" fmla="*/ 3 h 284"/>
                <a:gd name="T4" fmla="*/ 123 w 162"/>
                <a:gd name="T5" fmla="*/ 23 h 284"/>
                <a:gd name="T6" fmla="*/ 48 w 162"/>
                <a:gd name="T7" fmla="*/ 95 h 284"/>
                <a:gd name="T8" fmla="*/ 17 w 162"/>
                <a:gd name="T9" fmla="*/ 270 h 284"/>
                <a:gd name="T10" fmla="*/ 34 w 162"/>
                <a:gd name="T11" fmla="*/ 309 h 284"/>
                <a:gd name="T12" fmla="*/ 64 w 162"/>
                <a:gd name="T13" fmla="*/ 340 h 284"/>
                <a:gd name="T14" fmla="*/ 147 w 162"/>
                <a:gd name="T15" fmla="*/ 307 h 284"/>
                <a:gd name="T16" fmla="*/ 64 w 162"/>
                <a:gd name="T17" fmla="*/ 300 h 284"/>
                <a:gd name="T18" fmla="*/ 58 w 162"/>
                <a:gd name="T19" fmla="*/ 249 h 284"/>
                <a:gd name="T20" fmla="*/ 54 w 162"/>
                <a:gd name="T21" fmla="*/ 177 h 284"/>
                <a:gd name="T22" fmla="*/ 72 w 162"/>
                <a:gd name="T23" fmla="*/ 113 h 284"/>
                <a:gd name="T24" fmla="*/ 105 w 162"/>
                <a:gd name="T25" fmla="*/ 50 h 284"/>
                <a:gd name="T26" fmla="*/ 138 w 162"/>
                <a:gd name="T27" fmla="*/ 24 h 284"/>
                <a:gd name="T28" fmla="*/ 187 w 162"/>
                <a:gd name="T29" fmla="*/ 3 h 28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62" h="284">
                  <a:moveTo>
                    <a:pt x="162" y="1"/>
                  </a:moveTo>
                  <a:cubicBezTo>
                    <a:pt x="152" y="5"/>
                    <a:pt x="141" y="0"/>
                    <a:pt x="131" y="3"/>
                  </a:cubicBezTo>
                  <a:cubicBezTo>
                    <a:pt x="121" y="5"/>
                    <a:pt x="111" y="14"/>
                    <a:pt x="101" y="20"/>
                  </a:cubicBezTo>
                  <a:cubicBezTo>
                    <a:pt x="76" y="37"/>
                    <a:pt x="54" y="53"/>
                    <a:pt x="39" y="79"/>
                  </a:cubicBezTo>
                  <a:cubicBezTo>
                    <a:pt x="15" y="122"/>
                    <a:pt x="0" y="177"/>
                    <a:pt x="14" y="225"/>
                  </a:cubicBezTo>
                  <a:cubicBezTo>
                    <a:pt x="18" y="236"/>
                    <a:pt x="24" y="247"/>
                    <a:pt x="28" y="258"/>
                  </a:cubicBezTo>
                  <a:cubicBezTo>
                    <a:pt x="34" y="273"/>
                    <a:pt x="33" y="284"/>
                    <a:pt x="52" y="283"/>
                  </a:cubicBezTo>
                  <a:cubicBezTo>
                    <a:pt x="76" y="282"/>
                    <a:pt x="100" y="266"/>
                    <a:pt x="121" y="256"/>
                  </a:cubicBezTo>
                  <a:cubicBezTo>
                    <a:pt x="102" y="255"/>
                    <a:pt x="63" y="273"/>
                    <a:pt x="52" y="249"/>
                  </a:cubicBezTo>
                  <a:cubicBezTo>
                    <a:pt x="47" y="238"/>
                    <a:pt x="49" y="219"/>
                    <a:pt x="48" y="207"/>
                  </a:cubicBezTo>
                  <a:cubicBezTo>
                    <a:pt x="46" y="187"/>
                    <a:pt x="44" y="167"/>
                    <a:pt x="45" y="147"/>
                  </a:cubicBezTo>
                  <a:cubicBezTo>
                    <a:pt x="45" y="126"/>
                    <a:pt x="51" y="113"/>
                    <a:pt x="59" y="94"/>
                  </a:cubicBezTo>
                  <a:cubicBezTo>
                    <a:pt x="67" y="76"/>
                    <a:pt x="72" y="56"/>
                    <a:pt x="86" y="41"/>
                  </a:cubicBezTo>
                  <a:cubicBezTo>
                    <a:pt x="93" y="33"/>
                    <a:pt x="103" y="26"/>
                    <a:pt x="113" y="21"/>
                  </a:cubicBezTo>
                  <a:cubicBezTo>
                    <a:pt x="125" y="15"/>
                    <a:pt x="142" y="4"/>
                    <a:pt x="154" y="3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824" name="Freeform 243">
              <a:extLst>
                <a:ext uri="{FF2B5EF4-FFF2-40B4-BE49-F238E27FC236}">
                  <a16:creationId xmlns:a16="http://schemas.microsoft.com/office/drawing/2014/main" id="{DB6BFA47-4CF0-4A5C-B2EA-15C05A87337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5" y="2637"/>
              <a:ext cx="86" cy="284"/>
            </a:xfrm>
            <a:custGeom>
              <a:avLst/>
              <a:gdLst>
                <a:gd name="T0" fmla="*/ 93 w 81"/>
                <a:gd name="T1" fmla="*/ 129 h 266"/>
                <a:gd name="T2" fmla="*/ 97 w 81"/>
                <a:gd name="T3" fmla="*/ 163 h 266"/>
                <a:gd name="T4" fmla="*/ 48 w 81"/>
                <a:gd name="T5" fmla="*/ 239 h 266"/>
                <a:gd name="T6" fmla="*/ 44 w 81"/>
                <a:gd name="T7" fmla="*/ 288 h 266"/>
                <a:gd name="T8" fmla="*/ 55 w 81"/>
                <a:gd name="T9" fmla="*/ 324 h 266"/>
                <a:gd name="T10" fmla="*/ 40 w 81"/>
                <a:gd name="T11" fmla="*/ 170 h 266"/>
                <a:gd name="T12" fmla="*/ 15 w 81"/>
                <a:gd name="T13" fmla="*/ 95 h 266"/>
                <a:gd name="T14" fmla="*/ 15 w 81"/>
                <a:gd name="T15" fmla="*/ 0 h 266"/>
                <a:gd name="T16" fmla="*/ 42 w 81"/>
                <a:gd name="T17" fmla="*/ 109 h 266"/>
                <a:gd name="T18" fmla="*/ 80 w 81"/>
                <a:gd name="T19" fmla="*/ 129 h 26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1" h="266">
                  <a:moveTo>
                    <a:pt x="78" y="106"/>
                  </a:moveTo>
                  <a:cubicBezTo>
                    <a:pt x="69" y="114"/>
                    <a:pt x="60" y="138"/>
                    <a:pt x="81" y="134"/>
                  </a:cubicBezTo>
                  <a:cubicBezTo>
                    <a:pt x="53" y="148"/>
                    <a:pt x="43" y="166"/>
                    <a:pt x="40" y="197"/>
                  </a:cubicBezTo>
                  <a:cubicBezTo>
                    <a:pt x="39" y="210"/>
                    <a:pt x="35" y="223"/>
                    <a:pt x="37" y="237"/>
                  </a:cubicBezTo>
                  <a:cubicBezTo>
                    <a:pt x="38" y="248"/>
                    <a:pt x="44" y="256"/>
                    <a:pt x="46" y="266"/>
                  </a:cubicBezTo>
                  <a:cubicBezTo>
                    <a:pt x="5" y="236"/>
                    <a:pt x="32" y="180"/>
                    <a:pt x="34" y="140"/>
                  </a:cubicBezTo>
                  <a:cubicBezTo>
                    <a:pt x="35" y="121"/>
                    <a:pt x="20" y="96"/>
                    <a:pt x="12" y="78"/>
                  </a:cubicBezTo>
                  <a:cubicBezTo>
                    <a:pt x="0" y="52"/>
                    <a:pt x="0" y="27"/>
                    <a:pt x="12" y="0"/>
                  </a:cubicBezTo>
                  <a:cubicBezTo>
                    <a:pt x="18" y="30"/>
                    <a:pt x="22" y="62"/>
                    <a:pt x="36" y="90"/>
                  </a:cubicBezTo>
                  <a:cubicBezTo>
                    <a:pt x="44" y="104"/>
                    <a:pt x="50" y="106"/>
                    <a:pt x="67" y="106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825" name="Freeform 244">
              <a:extLst>
                <a:ext uri="{FF2B5EF4-FFF2-40B4-BE49-F238E27FC236}">
                  <a16:creationId xmlns:a16="http://schemas.microsoft.com/office/drawing/2014/main" id="{0125F7FC-821F-48D0-94DA-B76784CC2D0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2" y="2202"/>
              <a:ext cx="104" cy="50"/>
            </a:xfrm>
            <a:custGeom>
              <a:avLst/>
              <a:gdLst>
                <a:gd name="T0" fmla="*/ 120 w 97"/>
                <a:gd name="T1" fmla="*/ 0 h 47"/>
                <a:gd name="T2" fmla="*/ 99 w 97"/>
                <a:gd name="T3" fmla="*/ 5 h 47"/>
                <a:gd name="T4" fmla="*/ 79 w 97"/>
                <a:gd name="T5" fmla="*/ 16 h 47"/>
                <a:gd name="T6" fmla="*/ 53 w 97"/>
                <a:gd name="T7" fmla="*/ 21 h 47"/>
                <a:gd name="T8" fmla="*/ 0 w 97"/>
                <a:gd name="T9" fmla="*/ 26 h 47"/>
                <a:gd name="T10" fmla="*/ 73 w 97"/>
                <a:gd name="T11" fmla="*/ 56 h 47"/>
                <a:gd name="T12" fmla="*/ 54 w 97"/>
                <a:gd name="T13" fmla="*/ 37 h 47"/>
                <a:gd name="T14" fmla="*/ 69 w 97"/>
                <a:gd name="T15" fmla="*/ 22 h 47"/>
                <a:gd name="T16" fmla="*/ 113 w 97"/>
                <a:gd name="T17" fmla="*/ 3 h 4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7" h="47">
                  <a:moveTo>
                    <a:pt x="97" y="0"/>
                  </a:moveTo>
                  <a:cubicBezTo>
                    <a:pt x="92" y="3"/>
                    <a:pt x="86" y="3"/>
                    <a:pt x="80" y="5"/>
                  </a:cubicBezTo>
                  <a:cubicBezTo>
                    <a:pt x="74" y="8"/>
                    <a:pt x="69" y="11"/>
                    <a:pt x="64" y="13"/>
                  </a:cubicBezTo>
                  <a:cubicBezTo>
                    <a:pt x="57" y="16"/>
                    <a:pt x="50" y="17"/>
                    <a:pt x="43" y="18"/>
                  </a:cubicBezTo>
                  <a:cubicBezTo>
                    <a:pt x="29" y="20"/>
                    <a:pt x="14" y="23"/>
                    <a:pt x="0" y="22"/>
                  </a:cubicBezTo>
                  <a:cubicBezTo>
                    <a:pt x="21" y="29"/>
                    <a:pt x="41" y="40"/>
                    <a:pt x="59" y="47"/>
                  </a:cubicBezTo>
                  <a:cubicBezTo>
                    <a:pt x="52" y="46"/>
                    <a:pt x="42" y="39"/>
                    <a:pt x="44" y="31"/>
                  </a:cubicBezTo>
                  <a:cubicBezTo>
                    <a:pt x="45" y="26"/>
                    <a:pt x="51" y="22"/>
                    <a:pt x="56" y="19"/>
                  </a:cubicBezTo>
                  <a:cubicBezTo>
                    <a:pt x="66" y="13"/>
                    <a:pt x="79" y="7"/>
                    <a:pt x="91" y="3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826" name="Freeform 245">
              <a:extLst>
                <a:ext uri="{FF2B5EF4-FFF2-40B4-BE49-F238E27FC236}">
                  <a16:creationId xmlns:a16="http://schemas.microsoft.com/office/drawing/2014/main" id="{A2495C2C-1CC7-48BA-9152-6B8BB409E2D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5" y="2227"/>
              <a:ext cx="31" cy="18"/>
            </a:xfrm>
            <a:custGeom>
              <a:avLst/>
              <a:gdLst>
                <a:gd name="T0" fmla="*/ 24 w 29"/>
                <a:gd name="T1" fmla="*/ 0 h 17"/>
                <a:gd name="T2" fmla="*/ 15 w 29"/>
                <a:gd name="T3" fmla="*/ 19 h 17"/>
                <a:gd name="T4" fmla="*/ 22 w 29"/>
                <a:gd name="T5" fmla="*/ 1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17">
                  <a:moveTo>
                    <a:pt x="20" y="0"/>
                  </a:moveTo>
                  <a:cubicBezTo>
                    <a:pt x="29" y="3"/>
                    <a:pt x="20" y="17"/>
                    <a:pt x="12" y="16"/>
                  </a:cubicBezTo>
                  <a:cubicBezTo>
                    <a:pt x="0" y="14"/>
                    <a:pt x="19" y="4"/>
                    <a:pt x="19" y="1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827" name="Freeform 246">
              <a:extLst>
                <a:ext uri="{FF2B5EF4-FFF2-40B4-BE49-F238E27FC236}">
                  <a16:creationId xmlns:a16="http://schemas.microsoft.com/office/drawing/2014/main" id="{30B89DD1-61F5-46EB-B95E-63EFC76A95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1" y="2187"/>
              <a:ext cx="128" cy="52"/>
            </a:xfrm>
            <a:custGeom>
              <a:avLst/>
              <a:gdLst>
                <a:gd name="T0" fmla="*/ 146 w 120"/>
                <a:gd name="T1" fmla="*/ 46 h 48"/>
                <a:gd name="T2" fmla="*/ 0 w 120"/>
                <a:gd name="T3" fmla="*/ 0 h 48"/>
                <a:gd name="T4" fmla="*/ 73 w 120"/>
                <a:gd name="T5" fmla="*/ 41 h 48"/>
                <a:gd name="T6" fmla="*/ 117 w 120"/>
                <a:gd name="T7" fmla="*/ 61 h 48"/>
                <a:gd name="T8" fmla="*/ 141 w 120"/>
                <a:gd name="T9" fmla="*/ 47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0" h="48">
                  <a:moveTo>
                    <a:pt x="120" y="36"/>
                  </a:moveTo>
                  <a:cubicBezTo>
                    <a:pt x="77" y="38"/>
                    <a:pt x="39" y="17"/>
                    <a:pt x="0" y="0"/>
                  </a:cubicBezTo>
                  <a:cubicBezTo>
                    <a:pt x="12" y="16"/>
                    <a:pt x="41" y="26"/>
                    <a:pt x="60" y="32"/>
                  </a:cubicBezTo>
                  <a:cubicBezTo>
                    <a:pt x="67" y="34"/>
                    <a:pt x="98" y="37"/>
                    <a:pt x="97" y="48"/>
                  </a:cubicBezTo>
                  <a:cubicBezTo>
                    <a:pt x="104" y="47"/>
                    <a:pt x="110" y="40"/>
                    <a:pt x="116" y="37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828" name="Freeform 247">
              <a:extLst>
                <a:ext uri="{FF2B5EF4-FFF2-40B4-BE49-F238E27FC236}">
                  <a16:creationId xmlns:a16="http://schemas.microsoft.com/office/drawing/2014/main" id="{F11B495B-8CFC-43B5-8365-F32303F0C86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6" y="2974"/>
              <a:ext cx="216" cy="91"/>
            </a:xfrm>
            <a:custGeom>
              <a:avLst/>
              <a:gdLst>
                <a:gd name="T0" fmla="*/ 0 w 203"/>
                <a:gd name="T1" fmla="*/ 2 h 85"/>
                <a:gd name="T2" fmla="*/ 33 w 203"/>
                <a:gd name="T3" fmla="*/ 80 h 85"/>
                <a:gd name="T4" fmla="*/ 93 w 203"/>
                <a:gd name="T5" fmla="*/ 97 h 85"/>
                <a:gd name="T6" fmla="*/ 180 w 203"/>
                <a:gd name="T7" fmla="*/ 66 h 85"/>
                <a:gd name="T8" fmla="*/ 245 w 203"/>
                <a:gd name="T9" fmla="*/ 56 h 85"/>
                <a:gd name="T10" fmla="*/ 116 w 203"/>
                <a:gd name="T11" fmla="*/ 64 h 85"/>
                <a:gd name="T12" fmla="*/ 44 w 203"/>
                <a:gd name="T13" fmla="*/ 59 h 85"/>
                <a:gd name="T14" fmla="*/ 0 w 203"/>
                <a:gd name="T15" fmla="*/ 0 h 8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03" h="85">
                  <a:moveTo>
                    <a:pt x="0" y="2"/>
                  </a:moveTo>
                  <a:cubicBezTo>
                    <a:pt x="8" y="21"/>
                    <a:pt x="16" y="48"/>
                    <a:pt x="27" y="65"/>
                  </a:cubicBezTo>
                  <a:cubicBezTo>
                    <a:pt x="40" y="84"/>
                    <a:pt x="56" y="85"/>
                    <a:pt x="77" y="79"/>
                  </a:cubicBezTo>
                  <a:cubicBezTo>
                    <a:pt x="101" y="72"/>
                    <a:pt x="124" y="60"/>
                    <a:pt x="149" y="54"/>
                  </a:cubicBezTo>
                  <a:cubicBezTo>
                    <a:pt x="165" y="50"/>
                    <a:pt x="186" y="46"/>
                    <a:pt x="203" y="46"/>
                  </a:cubicBezTo>
                  <a:cubicBezTo>
                    <a:pt x="168" y="40"/>
                    <a:pt x="129" y="36"/>
                    <a:pt x="96" y="52"/>
                  </a:cubicBezTo>
                  <a:cubicBezTo>
                    <a:pt x="74" y="64"/>
                    <a:pt x="57" y="70"/>
                    <a:pt x="37" y="48"/>
                  </a:cubicBezTo>
                  <a:cubicBezTo>
                    <a:pt x="24" y="33"/>
                    <a:pt x="19" y="12"/>
                    <a:pt x="0" y="0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829" name="Freeform 248">
              <a:extLst>
                <a:ext uri="{FF2B5EF4-FFF2-40B4-BE49-F238E27FC236}">
                  <a16:creationId xmlns:a16="http://schemas.microsoft.com/office/drawing/2014/main" id="{2683BA47-39A1-4D3B-A0C5-4DE85B938A0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0" y="3046"/>
              <a:ext cx="210" cy="85"/>
            </a:xfrm>
            <a:custGeom>
              <a:avLst/>
              <a:gdLst>
                <a:gd name="T0" fmla="*/ 237 w 196"/>
                <a:gd name="T1" fmla="*/ 0 h 80"/>
                <a:gd name="T2" fmla="*/ 177 w 196"/>
                <a:gd name="T3" fmla="*/ 46 h 80"/>
                <a:gd name="T4" fmla="*/ 121 w 196"/>
                <a:gd name="T5" fmla="*/ 61 h 80"/>
                <a:gd name="T6" fmla="*/ 0 w 196"/>
                <a:gd name="T7" fmla="*/ 60 h 80"/>
                <a:gd name="T8" fmla="*/ 164 w 196"/>
                <a:gd name="T9" fmla="*/ 78 h 80"/>
                <a:gd name="T10" fmla="*/ 241 w 196"/>
                <a:gd name="T11" fmla="*/ 4 h 8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6" h="80">
                  <a:moveTo>
                    <a:pt x="192" y="0"/>
                  </a:moveTo>
                  <a:cubicBezTo>
                    <a:pt x="175" y="6"/>
                    <a:pt x="159" y="27"/>
                    <a:pt x="144" y="38"/>
                  </a:cubicBezTo>
                  <a:cubicBezTo>
                    <a:pt x="129" y="48"/>
                    <a:pt x="114" y="47"/>
                    <a:pt x="98" y="51"/>
                  </a:cubicBezTo>
                  <a:cubicBezTo>
                    <a:pt x="71" y="58"/>
                    <a:pt x="26" y="63"/>
                    <a:pt x="0" y="50"/>
                  </a:cubicBezTo>
                  <a:cubicBezTo>
                    <a:pt x="33" y="80"/>
                    <a:pt x="93" y="76"/>
                    <a:pt x="133" y="65"/>
                  </a:cubicBezTo>
                  <a:cubicBezTo>
                    <a:pt x="169" y="56"/>
                    <a:pt x="177" y="28"/>
                    <a:pt x="196" y="4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830" name="Freeform 249">
              <a:extLst>
                <a:ext uri="{FF2B5EF4-FFF2-40B4-BE49-F238E27FC236}">
                  <a16:creationId xmlns:a16="http://schemas.microsoft.com/office/drawing/2014/main" id="{0A54715B-538D-4C80-93AD-9BD9A437A72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4" y="3069"/>
              <a:ext cx="94" cy="34"/>
            </a:xfrm>
            <a:custGeom>
              <a:avLst/>
              <a:gdLst>
                <a:gd name="T0" fmla="*/ 50 w 88"/>
                <a:gd name="T1" fmla="*/ 0 h 32"/>
                <a:gd name="T2" fmla="*/ 7 w 88"/>
                <a:gd name="T3" fmla="*/ 38 h 32"/>
                <a:gd name="T4" fmla="*/ 107 w 88"/>
                <a:gd name="T5" fmla="*/ 36 h 32"/>
                <a:gd name="T6" fmla="*/ 69 w 88"/>
                <a:gd name="T7" fmla="*/ 24 h 32"/>
                <a:gd name="T8" fmla="*/ 34 w 88"/>
                <a:gd name="T9" fmla="*/ 19 h 32"/>
                <a:gd name="T10" fmla="*/ 49 w 88"/>
                <a:gd name="T11" fmla="*/ 4 h 3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8" h="32">
                  <a:moveTo>
                    <a:pt x="41" y="0"/>
                  </a:moveTo>
                  <a:cubicBezTo>
                    <a:pt x="27" y="3"/>
                    <a:pt x="0" y="14"/>
                    <a:pt x="7" y="32"/>
                  </a:cubicBezTo>
                  <a:cubicBezTo>
                    <a:pt x="33" y="28"/>
                    <a:pt x="61" y="32"/>
                    <a:pt x="88" y="30"/>
                  </a:cubicBezTo>
                  <a:cubicBezTo>
                    <a:pt x="77" y="29"/>
                    <a:pt x="68" y="23"/>
                    <a:pt x="57" y="21"/>
                  </a:cubicBezTo>
                  <a:cubicBezTo>
                    <a:pt x="48" y="19"/>
                    <a:pt x="37" y="19"/>
                    <a:pt x="28" y="16"/>
                  </a:cubicBezTo>
                  <a:cubicBezTo>
                    <a:pt x="32" y="11"/>
                    <a:pt x="37" y="8"/>
                    <a:pt x="40" y="4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831" name="Freeform 250">
              <a:extLst>
                <a:ext uri="{FF2B5EF4-FFF2-40B4-BE49-F238E27FC236}">
                  <a16:creationId xmlns:a16="http://schemas.microsoft.com/office/drawing/2014/main" id="{FB708E3D-C78B-4114-9E0D-DC6F7D714B8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7" y="2689"/>
              <a:ext cx="227" cy="47"/>
            </a:xfrm>
            <a:custGeom>
              <a:avLst/>
              <a:gdLst>
                <a:gd name="T0" fmla="*/ 2 w 213"/>
                <a:gd name="T1" fmla="*/ 51 h 44"/>
                <a:gd name="T2" fmla="*/ 143 w 213"/>
                <a:gd name="T3" fmla="*/ 28 h 44"/>
                <a:gd name="T4" fmla="*/ 207 w 213"/>
                <a:gd name="T5" fmla="*/ 26 h 44"/>
                <a:gd name="T6" fmla="*/ 258 w 213"/>
                <a:gd name="T7" fmla="*/ 0 h 44"/>
                <a:gd name="T8" fmla="*/ 120 w 213"/>
                <a:gd name="T9" fmla="*/ 13 h 44"/>
                <a:gd name="T10" fmla="*/ 56 w 213"/>
                <a:gd name="T11" fmla="*/ 26 h 44"/>
                <a:gd name="T12" fmla="*/ 0 w 213"/>
                <a:gd name="T13" fmla="*/ 53 h 4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3" h="44">
                  <a:moveTo>
                    <a:pt x="2" y="42"/>
                  </a:moveTo>
                  <a:cubicBezTo>
                    <a:pt x="40" y="31"/>
                    <a:pt x="77" y="22"/>
                    <a:pt x="118" y="22"/>
                  </a:cubicBezTo>
                  <a:cubicBezTo>
                    <a:pt x="135" y="22"/>
                    <a:pt x="154" y="24"/>
                    <a:pt x="171" y="21"/>
                  </a:cubicBezTo>
                  <a:cubicBezTo>
                    <a:pt x="189" y="18"/>
                    <a:pt x="199" y="10"/>
                    <a:pt x="213" y="0"/>
                  </a:cubicBezTo>
                  <a:cubicBezTo>
                    <a:pt x="183" y="17"/>
                    <a:pt x="135" y="7"/>
                    <a:pt x="99" y="10"/>
                  </a:cubicBezTo>
                  <a:cubicBezTo>
                    <a:pt x="82" y="12"/>
                    <a:pt x="63" y="16"/>
                    <a:pt x="47" y="21"/>
                  </a:cubicBezTo>
                  <a:cubicBezTo>
                    <a:pt x="30" y="26"/>
                    <a:pt x="17" y="39"/>
                    <a:pt x="0" y="44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832" name="Freeform 251">
              <a:extLst>
                <a:ext uri="{FF2B5EF4-FFF2-40B4-BE49-F238E27FC236}">
                  <a16:creationId xmlns:a16="http://schemas.microsoft.com/office/drawing/2014/main" id="{CCCEEA09-1876-4A34-9254-A3394E14F9D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6" y="2369"/>
              <a:ext cx="166" cy="81"/>
            </a:xfrm>
            <a:custGeom>
              <a:avLst/>
              <a:gdLst>
                <a:gd name="T0" fmla="*/ 0 w 155"/>
                <a:gd name="T1" fmla="*/ 91 h 76"/>
                <a:gd name="T2" fmla="*/ 114 w 155"/>
                <a:gd name="T3" fmla="*/ 0 h 76"/>
                <a:gd name="T4" fmla="*/ 104 w 155"/>
                <a:gd name="T5" fmla="*/ 49 h 76"/>
                <a:gd name="T6" fmla="*/ 138 w 155"/>
                <a:gd name="T7" fmla="*/ 68 h 76"/>
                <a:gd name="T8" fmla="*/ 191 w 155"/>
                <a:gd name="T9" fmla="*/ 92 h 76"/>
                <a:gd name="T10" fmla="*/ 141 w 155"/>
                <a:gd name="T11" fmla="*/ 77 h 76"/>
                <a:gd name="T12" fmla="*/ 97 w 155"/>
                <a:gd name="T13" fmla="*/ 82 h 76"/>
                <a:gd name="T14" fmla="*/ 11 w 155"/>
                <a:gd name="T15" fmla="*/ 92 h 7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55" h="76">
                  <a:moveTo>
                    <a:pt x="0" y="75"/>
                  </a:moveTo>
                  <a:cubicBezTo>
                    <a:pt x="39" y="63"/>
                    <a:pt x="69" y="34"/>
                    <a:pt x="92" y="0"/>
                  </a:cubicBezTo>
                  <a:cubicBezTo>
                    <a:pt x="93" y="14"/>
                    <a:pt x="80" y="27"/>
                    <a:pt x="85" y="40"/>
                  </a:cubicBezTo>
                  <a:cubicBezTo>
                    <a:pt x="89" y="52"/>
                    <a:pt x="102" y="53"/>
                    <a:pt x="112" y="56"/>
                  </a:cubicBezTo>
                  <a:cubicBezTo>
                    <a:pt x="124" y="60"/>
                    <a:pt x="149" y="64"/>
                    <a:pt x="155" y="76"/>
                  </a:cubicBezTo>
                  <a:cubicBezTo>
                    <a:pt x="141" y="74"/>
                    <a:pt x="129" y="65"/>
                    <a:pt x="115" y="64"/>
                  </a:cubicBezTo>
                  <a:cubicBezTo>
                    <a:pt x="102" y="63"/>
                    <a:pt x="91" y="67"/>
                    <a:pt x="79" y="68"/>
                  </a:cubicBezTo>
                  <a:cubicBezTo>
                    <a:pt x="55" y="72"/>
                    <a:pt x="31" y="71"/>
                    <a:pt x="8" y="76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833" name="Freeform 252">
              <a:extLst>
                <a:ext uri="{FF2B5EF4-FFF2-40B4-BE49-F238E27FC236}">
                  <a16:creationId xmlns:a16="http://schemas.microsoft.com/office/drawing/2014/main" id="{0C8FEF38-7CE8-46B8-B38E-DBBDCAD5BD6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8" y="1797"/>
              <a:ext cx="403" cy="218"/>
            </a:xfrm>
            <a:custGeom>
              <a:avLst/>
              <a:gdLst>
                <a:gd name="T0" fmla="*/ 403 w 377"/>
                <a:gd name="T1" fmla="*/ 0 h 204"/>
                <a:gd name="T2" fmla="*/ 280 w 377"/>
                <a:gd name="T3" fmla="*/ 177 h 204"/>
                <a:gd name="T4" fmla="*/ 0 w 377"/>
                <a:gd name="T5" fmla="*/ 165 h 204"/>
                <a:gd name="T6" fmla="*/ 283 w 377"/>
                <a:gd name="T7" fmla="*/ 188 h 204"/>
                <a:gd name="T8" fmla="*/ 403 w 377"/>
                <a:gd name="T9" fmla="*/ 0 h 20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7" h="204">
                  <a:moveTo>
                    <a:pt x="330" y="0"/>
                  </a:moveTo>
                  <a:cubicBezTo>
                    <a:pt x="330" y="0"/>
                    <a:pt x="320" y="108"/>
                    <a:pt x="229" y="145"/>
                  </a:cubicBezTo>
                  <a:cubicBezTo>
                    <a:pt x="137" y="182"/>
                    <a:pt x="57" y="169"/>
                    <a:pt x="0" y="135"/>
                  </a:cubicBezTo>
                  <a:cubicBezTo>
                    <a:pt x="0" y="135"/>
                    <a:pt x="87" y="204"/>
                    <a:pt x="232" y="154"/>
                  </a:cubicBezTo>
                  <a:cubicBezTo>
                    <a:pt x="377" y="104"/>
                    <a:pt x="331" y="3"/>
                    <a:pt x="330" y="0"/>
                  </a:cubicBezTo>
                  <a:close/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834" name="Freeform 253">
              <a:extLst>
                <a:ext uri="{FF2B5EF4-FFF2-40B4-BE49-F238E27FC236}">
                  <a16:creationId xmlns:a16="http://schemas.microsoft.com/office/drawing/2014/main" id="{A95A41D7-95C3-4055-92EC-35089D381D2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8" y="3902"/>
              <a:ext cx="69" cy="62"/>
            </a:xfrm>
            <a:custGeom>
              <a:avLst/>
              <a:gdLst>
                <a:gd name="T0" fmla="*/ 77 w 65"/>
                <a:gd name="T1" fmla="*/ 65 h 58"/>
                <a:gd name="T2" fmla="*/ 50 w 65"/>
                <a:gd name="T3" fmla="*/ 50 h 58"/>
                <a:gd name="T4" fmla="*/ 36 w 65"/>
                <a:gd name="T5" fmla="*/ 30 h 58"/>
                <a:gd name="T6" fmla="*/ 0 w 65"/>
                <a:gd name="T7" fmla="*/ 0 h 58"/>
                <a:gd name="T8" fmla="*/ 24 w 65"/>
                <a:gd name="T9" fmla="*/ 15 h 58"/>
                <a:gd name="T10" fmla="*/ 51 w 65"/>
                <a:gd name="T11" fmla="*/ 33 h 58"/>
                <a:gd name="T12" fmla="*/ 59 w 65"/>
                <a:gd name="T13" fmla="*/ 52 h 58"/>
                <a:gd name="T14" fmla="*/ 73 w 65"/>
                <a:gd name="T15" fmla="*/ 61 h 5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5" h="58">
                  <a:moveTo>
                    <a:pt x="65" y="53"/>
                  </a:moveTo>
                  <a:cubicBezTo>
                    <a:pt x="57" y="58"/>
                    <a:pt x="44" y="48"/>
                    <a:pt x="41" y="41"/>
                  </a:cubicBezTo>
                  <a:cubicBezTo>
                    <a:pt x="38" y="35"/>
                    <a:pt x="37" y="28"/>
                    <a:pt x="30" y="24"/>
                  </a:cubicBezTo>
                  <a:cubicBezTo>
                    <a:pt x="19" y="19"/>
                    <a:pt x="12" y="4"/>
                    <a:pt x="0" y="0"/>
                  </a:cubicBezTo>
                  <a:cubicBezTo>
                    <a:pt x="7" y="2"/>
                    <a:pt x="14" y="8"/>
                    <a:pt x="21" y="12"/>
                  </a:cubicBezTo>
                  <a:cubicBezTo>
                    <a:pt x="29" y="16"/>
                    <a:pt x="37" y="19"/>
                    <a:pt x="42" y="27"/>
                  </a:cubicBezTo>
                  <a:cubicBezTo>
                    <a:pt x="45" y="32"/>
                    <a:pt x="45" y="39"/>
                    <a:pt x="50" y="43"/>
                  </a:cubicBezTo>
                  <a:cubicBezTo>
                    <a:pt x="52" y="46"/>
                    <a:pt x="58" y="48"/>
                    <a:pt x="61" y="50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835" name="Freeform 254">
              <a:extLst>
                <a:ext uri="{FF2B5EF4-FFF2-40B4-BE49-F238E27FC236}">
                  <a16:creationId xmlns:a16="http://schemas.microsoft.com/office/drawing/2014/main" id="{BB298142-91EF-4881-AD49-6E45A505030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1" y="3652"/>
              <a:ext cx="94" cy="132"/>
            </a:xfrm>
            <a:custGeom>
              <a:avLst/>
              <a:gdLst>
                <a:gd name="T0" fmla="*/ 49 w 88"/>
                <a:gd name="T1" fmla="*/ 150 h 124"/>
                <a:gd name="T2" fmla="*/ 4 w 88"/>
                <a:gd name="T3" fmla="*/ 99 h 124"/>
                <a:gd name="T4" fmla="*/ 4 w 88"/>
                <a:gd name="T5" fmla="*/ 32 h 124"/>
                <a:gd name="T6" fmla="*/ 7 w 88"/>
                <a:gd name="T7" fmla="*/ 16 h 124"/>
                <a:gd name="T8" fmla="*/ 35 w 88"/>
                <a:gd name="T9" fmla="*/ 5 h 124"/>
                <a:gd name="T10" fmla="*/ 107 w 88"/>
                <a:gd name="T11" fmla="*/ 3 h 124"/>
                <a:gd name="T12" fmla="*/ 37 w 88"/>
                <a:gd name="T13" fmla="*/ 16 h 124"/>
                <a:gd name="T14" fmla="*/ 17 w 88"/>
                <a:gd name="T15" fmla="*/ 20 h 124"/>
                <a:gd name="T16" fmla="*/ 15 w 88"/>
                <a:gd name="T17" fmla="*/ 42 h 124"/>
                <a:gd name="T18" fmla="*/ 15 w 88"/>
                <a:gd name="T19" fmla="*/ 105 h 124"/>
                <a:gd name="T20" fmla="*/ 44 w 88"/>
                <a:gd name="T21" fmla="*/ 148 h 12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8" h="124">
                  <a:moveTo>
                    <a:pt x="40" y="124"/>
                  </a:moveTo>
                  <a:cubicBezTo>
                    <a:pt x="19" y="116"/>
                    <a:pt x="9" y="105"/>
                    <a:pt x="4" y="82"/>
                  </a:cubicBezTo>
                  <a:cubicBezTo>
                    <a:pt x="0" y="63"/>
                    <a:pt x="7" y="45"/>
                    <a:pt x="4" y="26"/>
                  </a:cubicBezTo>
                  <a:cubicBezTo>
                    <a:pt x="2" y="18"/>
                    <a:pt x="0" y="18"/>
                    <a:pt x="7" y="13"/>
                  </a:cubicBezTo>
                  <a:cubicBezTo>
                    <a:pt x="14" y="8"/>
                    <a:pt x="21" y="7"/>
                    <a:pt x="29" y="5"/>
                  </a:cubicBezTo>
                  <a:cubicBezTo>
                    <a:pt x="49" y="0"/>
                    <a:pt x="68" y="2"/>
                    <a:pt x="88" y="3"/>
                  </a:cubicBezTo>
                  <a:cubicBezTo>
                    <a:pt x="69" y="4"/>
                    <a:pt x="51" y="12"/>
                    <a:pt x="31" y="13"/>
                  </a:cubicBezTo>
                  <a:cubicBezTo>
                    <a:pt x="25" y="13"/>
                    <a:pt x="19" y="11"/>
                    <a:pt x="14" y="17"/>
                  </a:cubicBezTo>
                  <a:cubicBezTo>
                    <a:pt x="10" y="22"/>
                    <a:pt x="12" y="29"/>
                    <a:pt x="12" y="35"/>
                  </a:cubicBezTo>
                  <a:cubicBezTo>
                    <a:pt x="12" y="53"/>
                    <a:pt x="5" y="69"/>
                    <a:pt x="12" y="87"/>
                  </a:cubicBezTo>
                  <a:cubicBezTo>
                    <a:pt x="17" y="102"/>
                    <a:pt x="27" y="112"/>
                    <a:pt x="36" y="123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836" name="Freeform 255">
              <a:extLst>
                <a:ext uri="{FF2B5EF4-FFF2-40B4-BE49-F238E27FC236}">
                  <a16:creationId xmlns:a16="http://schemas.microsoft.com/office/drawing/2014/main" id="{69E804FC-87C4-4184-A0B4-B9828CB5786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3" y="3803"/>
              <a:ext cx="119" cy="100"/>
            </a:xfrm>
            <a:custGeom>
              <a:avLst/>
              <a:gdLst>
                <a:gd name="T0" fmla="*/ 1 w 112"/>
                <a:gd name="T1" fmla="*/ 0 h 94"/>
                <a:gd name="T2" fmla="*/ 5 w 112"/>
                <a:gd name="T3" fmla="*/ 50 h 94"/>
                <a:gd name="T4" fmla="*/ 16 w 112"/>
                <a:gd name="T5" fmla="*/ 77 h 94"/>
                <a:gd name="T6" fmla="*/ 53 w 112"/>
                <a:gd name="T7" fmla="*/ 99 h 94"/>
                <a:gd name="T8" fmla="*/ 95 w 112"/>
                <a:gd name="T9" fmla="*/ 103 h 94"/>
                <a:gd name="T10" fmla="*/ 134 w 112"/>
                <a:gd name="T11" fmla="*/ 109 h 94"/>
                <a:gd name="T12" fmla="*/ 94 w 112"/>
                <a:gd name="T13" fmla="*/ 41 h 94"/>
                <a:gd name="T14" fmla="*/ 102 w 112"/>
                <a:gd name="T15" fmla="*/ 84 h 94"/>
                <a:gd name="T16" fmla="*/ 97 w 112"/>
                <a:gd name="T17" fmla="*/ 95 h 94"/>
                <a:gd name="T18" fmla="*/ 75 w 112"/>
                <a:gd name="T19" fmla="*/ 91 h 94"/>
                <a:gd name="T20" fmla="*/ 30 w 112"/>
                <a:gd name="T21" fmla="*/ 70 h 94"/>
                <a:gd name="T22" fmla="*/ 12 w 112"/>
                <a:gd name="T23" fmla="*/ 38 h 94"/>
                <a:gd name="T24" fmla="*/ 4 w 112"/>
                <a:gd name="T25" fmla="*/ 5 h 9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12" h="94">
                  <a:moveTo>
                    <a:pt x="1" y="0"/>
                  </a:moveTo>
                  <a:cubicBezTo>
                    <a:pt x="0" y="13"/>
                    <a:pt x="3" y="28"/>
                    <a:pt x="5" y="41"/>
                  </a:cubicBezTo>
                  <a:cubicBezTo>
                    <a:pt x="6" y="50"/>
                    <a:pt x="7" y="57"/>
                    <a:pt x="13" y="64"/>
                  </a:cubicBezTo>
                  <a:cubicBezTo>
                    <a:pt x="20" y="74"/>
                    <a:pt x="32" y="80"/>
                    <a:pt x="44" y="82"/>
                  </a:cubicBezTo>
                  <a:cubicBezTo>
                    <a:pt x="56" y="84"/>
                    <a:pt x="67" y="83"/>
                    <a:pt x="79" y="86"/>
                  </a:cubicBezTo>
                  <a:cubicBezTo>
                    <a:pt x="88" y="88"/>
                    <a:pt x="103" y="94"/>
                    <a:pt x="112" y="90"/>
                  </a:cubicBezTo>
                  <a:cubicBezTo>
                    <a:pt x="95" y="75"/>
                    <a:pt x="81" y="59"/>
                    <a:pt x="78" y="35"/>
                  </a:cubicBezTo>
                  <a:cubicBezTo>
                    <a:pt x="78" y="47"/>
                    <a:pt x="83" y="58"/>
                    <a:pt x="85" y="70"/>
                  </a:cubicBezTo>
                  <a:cubicBezTo>
                    <a:pt x="86" y="76"/>
                    <a:pt x="88" y="79"/>
                    <a:pt x="81" y="79"/>
                  </a:cubicBezTo>
                  <a:cubicBezTo>
                    <a:pt x="75" y="80"/>
                    <a:pt x="69" y="76"/>
                    <a:pt x="63" y="76"/>
                  </a:cubicBezTo>
                  <a:cubicBezTo>
                    <a:pt x="48" y="74"/>
                    <a:pt x="36" y="69"/>
                    <a:pt x="24" y="58"/>
                  </a:cubicBezTo>
                  <a:cubicBezTo>
                    <a:pt x="15" y="51"/>
                    <a:pt x="12" y="43"/>
                    <a:pt x="9" y="32"/>
                  </a:cubicBezTo>
                  <a:cubicBezTo>
                    <a:pt x="6" y="23"/>
                    <a:pt x="1" y="14"/>
                    <a:pt x="4" y="5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837" name="Freeform 256">
              <a:extLst>
                <a:ext uri="{FF2B5EF4-FFF2-40B4-BE49-F238E27FC236}">
                  <a16:creationId xmlns:a16="http://schemas.microsoft.com/office/drawing/2014/main" id="{AE03FAF5-75CE-45C0-9246-B2EBB2A367E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1" y="3754"/>
              <a:ext cx="111" cy="68"/>
            </a:xfrm>
            <a:custGeom>
              <a:avLst/>
              <a:gdLst>
                <a:gd name="T0" fmla="*/ 126 w 104"/>
                <a:gd name="T1" fmla="*/ 14 h 64"/>
                <a:gd name="T2" fmla="*/ 53 w 104"/>
                <a:gd name="T3" fmla="*/ 3 h 64"/>
                <a:gd name="T4" fmla="*/ 0 w 104"/>
                <a:gd name="T5" fmla="*/ 43 h 64"/>
                <a:gd name="T6" fmla="*/ 42 w 104"/>
                <a:gd name="T7" fmla="*/ 30 h 64"/>
                <a:gd name="T8" fmla="*/ 53 w 104"/>
                <a:gd name="T9" fmla="*/ 77 h 64"/>
                <a:gd name="T10" fmla="*/ 58 w 104"/>
                <a:gd name="T11" fmla="*/ 49 h 64"/>
                <a:gd name="T12" fmla="*/ 83 w 104"/>
                <a:gd name="T13" fmla="*/ 33 h 64"/>
                <a:gd name="T14" fmla="*/ 101 w 104"/>
                <a:gd name="T15" fmla="*/ 22 h 64"/>
                <a:gd name="T16" fmla="*/ 123 w 104"/>
                <a:gd name="T17" fmla="*/ 15 h 6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4" h="64">
                  <a:moveTo>
                    <a:pt x="104" y="11"/>
                  </a:moveTo>
                  <a:cubicBezTo>
                    <a:pt x="83" y="21"/>
                    <a:pt x="64" y="6"/>
                    <a:pt x="44" y="3"/>
                  </a:cubicBezTo>
                  <a:cubicBezTo>
                    <a:pt x="22" y="0"/>
                    <a:pt x="10" y="18"/>
                    <a:pt x="0" y="36"/>
                  </a:cubicBezTo>
                  <a:cubicBezTo>
                    <a:pt x="6" y="27"/>
                    <a:pt x="25" y="17"/>
                    <a:pt x="35" y="24"/>
                  </a:cubicBezTo>
                  <a:cubicBezTo>
                    <a:pt x="47" y="32"/>
                    <a:pt x="41" y="53"/>
                    <a:pt x="44" y="64"/>
                  </a:cubicBezTo>
                  <a:cubicBezTo>
                    <a:pt x="44" y="56"/>
                    <a:pt x="46" y="48"/>
                    <a:pt x="48" y="40"/>
                  </a:cubicBezTo>
                  <a:cubicBezTo>
                    <a:pt x="52" y="31"/>
                    <a:pt x="59" y="30"/>
                    <a:pt x="68" y="27"/>
                  </a:cubicBezTo>
                  <a:cubicBezTo>
                    <a:pt x="73" y="25"/>
                    <a:pt x="78" y="22"/>
                    <a:pt x="83" y="19"/>
                  </a:cubicBezTo>
                  <a:cubicBezTo>
                    <a:pt x="89" y="17"/>
                    <a:pt x="97" y="16"/>
                    <a:pt x="101" y="12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838" name="Freeform 257">
              <a:extLst>
                <a:ext uri="{FF2B5EF4-FFF2-40B4-BE49-F238E27FC236}">
                  <a16:creationId xmlns:a16="http://schemas.microsoft.com/office/drawing/2014/main" id="{A428C229-43B0-4B1B-A523-FA9D9B2EC16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1" y="3135"/>
              <a:ext cx="190" cy="313"/>
            </a:xfrm>
            <a:custGeom>
              <a:avLst/>
              <a:gdLst>
                <a:gd name="T0" fmla="*/ 217 w 178"/>
                <a:gd name="T1" fmla="*/ 12 h 293"/>
                <a:gd name="T2" fmla="*/ 133 w 178"/>
                <a:gd name="T3" fmla="*/ 1 h 293"/>
                <a:gd name="T4" fmla="*/ 72 w 178"/>
                <a:gd name="T5" fmla="*/ 1 h 293"/>
                <a:gd name="T6" fmla="*/ 31 w 178"/>
                <a:gd name="T7" fmla="*/ 5 h 293"/>
                <a:gd name="T8" fmla="*/ 19 w 178"/>
                <a:gd name="T9" fmla="*/ 53 h 293"/>
                <a:gd name="T10" fmla="*/ 5 w 178"/>
                <a:gd name="T11" fmla="*/ 198 h 293"/>
                <a:gd name="T12" fmla="*/ 36 w 178"/>
                <a:gd name="T13" fmla="*/ 357 h 293"/>
                <a:gd name="T14" fmla="*/ 22 w 178"/>
                <a:gd name="T15" fmla="*/ 246 h 293"/>
                <a:gd name="T16" fmla="*/ 27 w 178"/>
                <a:gd name="T17" fmla="*/ 160 h 293"/>
                <a:gd name="T18" fmla="*/ 35 w 178"/>
                <a:gd name="T19" fmla="*/ 112 h 293"/>
                <a:gd name="T20" fmla="*/ 41 w 178"/>
                <a:gd name="T21" fmla="*/ 53 h 293"/>
                <a:gd name="T22" fmla="*/ 67 w 178"/>
                <a:gd name="T23" fmla="*/ 46 h 293"/>
                <a:gd name="T24" fmla="*/ 118 w 178"/>
                <a:gd name="T25" fmla="*/ 34 h 293"/>
                <a:gd name="T26" fmla="*/ 161 w 178"/>
                <a:gd name="T27" fmla="*/ 26 h 293"/>
                <a:gd name="T28" fmla="*/ 195 w 178"/>
                <a:gd name="T29" fmla="*/ 20 h 29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78" h="293">
                  <a:moveTo>
                    <a:pt x="178" y="9"/>
                  </a:moveTo>
                  <a:cubicBezTo>
                    <a:pt x="154" y="9"/>
                    <a:pt x="133" y="2"/>
                    <a:pt x="110" y="1"/>
                  </a:cubicBezTo>
                  <a:cubicBezTo>
                    <a:pt x="94" y="0"/>
                    <a:pt x="76" y="1"/>
                    <a:pt x="59" y="1"/>
                  </a:cubicBezTo>
                  <a:cubicBezTo>
                    <a:pt x="52" y="1"/>
                    <a:pt x="31" y="0"/>
                    <a:pt x="25" y="5"/>
                  </a:cubicBezTo>
                  <a:cubicBezTo>
                    <a:pt x="16" y="13"/>
                    <a:pt x="17" y="35"/>
                    <a:pt x="16" y="44"/>
                  </a:cubicBezTo>
                  <a:cubicBezTo>
                    <a:pt x="13" y="83"/>
                    <a:pt x="10" y="123"/>
                    <a:pt x="5" y="162"/>
                  </a:cubicBezTo>
                  <a:cubicBezTo>
                    <a:pt x="0" y="210"/>
                    <a:pt x="24" y="248"/>
                    <a:pt x="30" y="293"/>
                  </a:cubicBezTo>
                  <a:cubicBezTo>
                    <a:pt x="29" y="263"/>
                    <a:pt x="20" y="232"/>
                    <a:pt x="19" y="201"/>
                  </a:cubicBezTo>
                  <a:cubicBezTo>
                    <a:pt x="17" y="178"/>
                    <a:pt x="18" y="153"/>
                    <a:pt x="22" y="131"/>
                  </a:cubicBezTo>
                  <a:cubicBezTo>
                    <a:pt x="24" y="118"/>
                    <a:pt x="27" y="105"/>
                    <a:pt x="29" y="92"/>
                  </a:cubicBezTo>
                  <a:cubicBezTo>
                    <a:pt x="31" y="78"/>
                    <a:pt x="29" y="57"/>
                    <a:pt x="34" y="44"/>
                  </a:cubicBezTo>
                  <a:cubicBezTo>
                    <a:pt x="39" y="31"/>
                    <a:pt x="43" y="36"/>
                    <a:pt x="55" y="37"/>
                  </a:cubicBezTo>
                  <a:cubicBezTo>
                    <a:pt x="71" y="38"/>
                    <a:pt x="83" y="32"/>
                    <a:pt x="97" y="28"/>
                  </a:cubicBezTo>
                  <a:cubicBezTo>
                    <a:pt x="109" y="24"/>
                    <a:pt x="120" y="23"/>
                    <a:pt x="132" y="21"/>
                  </a:cubicBezTo>
                  <a:cubicBezTo>
                    <a:pt x="140" y="20"/>
                    <a:pt x="154" y="22"/>
                    <a:pt x="160" y="17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839" name="Freeform 258">
              <a:extLst>
                <a:ext uri="{FF2B5EF4-FFF2-40B4-BE49-F238E27FC236}">
                  <a16:creationId xmlns:a16="http://schemas.microsoft.com/office/drawing/2014/main" id="{0F4DBFD7-7CA7-4B5C-8C11-574C6D0DB3E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7" y="3289"/>
              <a:ext cx="152" cy="341"/>
            </a:xfrm>
            <a:custGeom>
              <a:avLst/>
              <a:gdLst>
                <a:gd name="T0" fmla="*/ 11 w 142"/>
                <a:gd name="T1" fmla="*/ 140 h 320"/>
                <a:gd name="T2" fmla="*/ 76 w 142"/>
                <a:gd name="T3" fmla="*/ 285 h 320"/>
                <a:gd name="T4" fmla="*/ 174 w 142"/>
                <a:gd name="T5" fmla="*/ 387 h 320"/>
                <a:gd name="T6" fmla="*/ 86 w 142"/>
                <a:gd name="T7" fmla="*/ 276 h 320"/>
                <a:gd name="T8" fmla="*/ 33 w 142"/>
                <a:gd name="T9" fmla="*/ 167 h 320"/>
                <a:gd name="T10" fmla="*/ 7 w 142"/>
                <a:gd name="T11" fmla="*/ 0 h 3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2" h="320">
                  <a:moveTo>
                    <a:pt x="8" y="115"/>
                  </a:moveTo>
                  <a:cubicBezTo>
                    <a:pt x="13" y="158"/>
                    <a:pt x="38" y="202"/>
                    <a:pt x="62" y="236"/>
                  </a:cubicBezTo>
                  <a:cubicBezTo>
                    <a:pt x="82" y="265"/>
                    <a:pt x="112" y="301"/>
                    <a:pt x="142" y="320"/>
                  </a:cubicBezTo>
                  <a:cubicBezTo>
                    <a:pt x="117" y="292"/>
                    <a:pt x="88" y="261"/>
                    <a:pt x="70" y="228"/>
                  </a:cubicBezTo>
                  <a:cubicBezTo>
                    <a:pt x="54" y="199"/>
                    <a:pt x="42" y="168"/>
                    <a:pt x="27" y="138"/>
                  </a:cubicBezTo>
                  <a:cubicBezTo>
                    <a:pt x="7" y="100"/>
                    <a:pt x="0" y="43"/>
                    <a:pt x="7" y="0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840" name="Freeform 259">
              <a:extLst>
                <a:ext uri="{FF2B5EF4-FFF2-40B4-BE49-F238E27FC236}">
                  <a16:creationId xmlns:a16="http://schemas.microsoft.com/office/drawing/2014/main" id="{EECB9EC6-17D6-41F3-8515-4FC9808FFB7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9" y="2453"/>
              <a:ext cx="125" cy="22"/>
            </a:xfrm>
            <a:custGeom>
              <a:avLst/>
              <a:gdLst>
                <a:gd name="T0" fmla="*/ 0 w 117"/>
                <a:gd name="T1" fmla="*/ 8 h 21"/>
                <a:gd name="T2" fmla="*/ 60 w 117"/>
                <a:gd name="T3" fmla="*/ 21 h 21"/>
                <a:gd name="T4" fmla="*/ 143 w 117"/>
                <a:gd name="T5" fmla="*/ 0 h 21"/>
                <a:gd name="T6" fmla="*/ 3 w 117"/>
                <a:gd name="T7" fmla="*/ 8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7" h="21">
                  <a:moveTo>
                    <a:pt x="0" y="8"/>
                  </a:moveTo>
                  <a:cubicBezTo>
                    <a:pt x="9" y="19"/>
                    <a:pt x="34" y="17"/>
                    <a:pt x="49" y="18"/>
                  </a:cubicBezTo>
                  <a:cubicBezTo>
                    <a:pt x="71" y="19"/>
                    <a:pt x="97" y="8"/>
                    <a:pt x="117" y="0"/>
                  </a:cubicBezTo>
                  <a:cubicBezTo>
                    <a:pt x="79" y="21"/>
                    <a:pt x="42" y="7"/>
                    <a:pt x="3" y="8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841" name="Freeform 260">
              <a:extLst>
                <a:ext uri="{FF2B5EF4-FFF2-40B4-BE49-F238E27FC236}">
                  <a16:creationId xmlns:a16="http://schemas.microsoft.com/office/drawing/2014/main" id="{D79BA824-DFB8-48D6-862C-CD3C42D57F3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9" y="1545"/>
              <a:ext cx="38" cy="48"/>
            </a:xfrm>
            <a:custGeom>
              <a:avLst/>
              <a:gdLst>
                <a:gd name="T0" fmla="*/ 0 w 35"/>
                <a:gd name="T1" fmla="*/ 54 h 45"/>
                <a:gd name="T2" fmla="*/ 45 w 35"/>
                <a:gd name="T3" fmla="*/ 0 h 45"/>
                <a:gd name="T4" fmla="*/ 41 w 35"/>
                <a:gd name="T5" fmla="*/ 50 h 45"/>
                <a:gd name="T6" fmla="*/ 1 w 35"/>
                <a:gd name="T7" fmla="*/ 53 h 4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" h="45">
                  <a:moveTo>
                    <a:pt x="0" y="45"/>
                  </a:moveTo>
                  <a:cubicBezTo>
                    <a:pt x="10" y="30"/>
                    <a:pt x="21" y="11"/>
                    <a:pt x="35" y="0"/>
                  </a:cubicBezTo>
                  <a:cubicBezTo>
                    <a:pt x="29" y="12"/>
                    <a:pt x="17" y="32"/>
                    <a:pt x="32" y="41"/>
                  </a:cubicBezTo>
                  <a:cubicBezTo>
                    <a:pt x="21" y="42"/>
                    <a:pt x="11" y="42"/>
                    <a:pt x="1" y="44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842" name="Freeform 261">
              <a:extLst>
                <a:ext uri="{FF2B5EF4-FFF2-40B4-BE49-F238E27FC236}">
                  <a16:creationId xmlns:a16="http://schemas.microsoft.com/office/drawing/2014/main" id="{67E6A462-8D32-4CFC-AF08-070AF01AD94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6" y="1599"/>
              <a:ext cx="64" cy="87"/>
            </a:xfrm>
            <a:custGeom>
              <a:avLst/>
              <a:gdLst>
                <a:gd name="T0" fmla="*/ 73 w 60"/>
                <a:gd name="T1" fmla="*/ 0 h 82"/>
                <a:gd name="T2" fmla="*/ 33 w 60"/>
                <a:gd name="T3" fmla="*/ 6 h 82"/>
                <a:gd name="T4" fmla="*/ 12 w 60"/>
                <a:gd name="T5" fmla="*/ 24 h 82"/>
                <a:gd name="T6" fmla="*/ 5 w 60"/>
                <a:gd name="T7" fmla="*/ 59 h 82"/>
                <a:gd name="T8" fmla="*/ 25 w 60"/>
                <a:gd name="T9" fmla="*/ 98 h 82"/>
                <a:gd name="T10" fmla="*/ 20 w 60"/>
                <a:gd name="T11" fmla="*/ 58 h 82"/>
                <a:gd name="T12" fmla="*/ 27 w 60"/>
                <a:gd name="T13" fmla="*/ 29 h 82"/>
                <a:gd name="T14" fmla="*/ 48 w 60"/>
                <a:gd name="T15" fmla="*/ 15 h 82"/>
                <a:gd name="T16" fmla="*/ 66 w 60"/>
                <a:gd name="T17" fmla="*/ 4 h 8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0" h="82">
                  <a:moveTo>
                    <a:pt x="60" y="0"/>
                  </a:moveTo>
                  <a:cubicBezTo>
                    <a:pt x="49" y="7"/>
                    <a:pt x="40" y="7"/>
                    <a:pt x="27" y="6"/>
                  </a:cubicBezTo>
                  <a:cubicBezTo>
                    <a:pt x="13" y="6"/>
                    <a:pt x="12" y="9"/>
                    <a:pt x="9" y="21"/>
                  </a:cubicBezTo>
                  <a:cubicBezTo>
                    <a:pt x="5" y="32"/>
                    <a:pt x="0" y="39"/>
                    <a:pt x="5" y="50"/>
                  </a:cubicBezTo>
                  <a:cubicBezTo>
                    <a:pt x="10" y="59"/>
                    <a:pt x="20" y="72"/>
                    <a:pt x="21" y="82"/>
                  </a:cubicBezTo>
                  <a:cubicBezTo>
                    <a:pt x="24" y="74"/>
                    <a:pt x="18" y="58"/>
                    <a:pt x="17" y="49"/>
                  </a:cubicBezTo>
                  <a:cubicBezTo>
                    <a:pt x="16" y="40"/>
                    <a:pt x="17" y="31"/>
                    <a:pt x="22" y="24"/>
                  </a:cubicBezTo>
                  <a:cubicBezTo>
                    <a:pt x="27" y="19"/>
                    <a:pt x="33" y="16"/>
                    <a:pt x="39" y="12"/>
                  </a:cubicBezTo>
                  <a:cubicBezTo>
                    <a:pt x="43" y="10"/>
                    <a:pt x="49" y="6"/>
                    <a:pt x="54" y="4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843" name="Freeform 262">
              <a:extLst>
                <a:ext uri="{FF2B5EF4-FFF2-40B4-BE49-F238E27FC236}">
                  <a16:creationId xmlns:a16="http://schemas.microsoft.com/office/drawing/2014/main" id="{1191E24E-18E5-44F3-8B74-686D5474924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3" y="1752"/>
              <a:ext cx="78" cy="84"/>
            </a:xfrm>
            <a:custGeom>
              <a:avLst/>
              <a:gdLst>
                <a:gd name="T0" fmla="*/ 89 w 73"/>
                <a:gd name="T1" fmla="*/ 47 h 78"/>
                <a:gd name="T2" fmla="*/ 60 w 73"/>
                <a:gd name="T3" fmla="*/ 33 h 78"/>
                <a:gd name="T4" fmla="*/ 38 w 73"/>
                <a:gd name="T5" fmla="*/ 24 h 78"/>
                <a:gd name="T6" fmla="*/ 0 w 73"/>
                <a:gd name="T7" fmla="*/ 0 h 78"/>
                <a:gd name="T8" fmla="*/ 41 w 73"/>
                <a:gd name="T9" fmla="*/ 97 h 78"/>
                <a:gd name="T10" fmla="*/ 38 w 73"/>
                <a:gd name="T11" fmla="*/ 39 h 78"/>
                <a:gd name="T12" fmla="*/ 66 w 73"/>
                <a:gd name="T13" fmla="*/ 46 h 78"/>
                <a:gd name="T14" fmla="*/ 89 w 73"/>
                <a:gd name="T15" fmla="*/ 54 h 7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3" h="78">
                  <a:moveTo>
                    <a:pt x="73" y="38"/>
                  </a:moveTo>
                  <a:cubicBezTo>
                    <a:pt x="68" y="39"/>
                    <a:pt x="55" y="30"/>
                    <a:pt x="49" y="27"/>
                  </a:cubicBezTo>
                  <a:cubicBezTo>
                    <a:pt x="43" y="24"/>
                    <a:pt x="37" y="22"/>
                    <a:pt x="32" y="19"/>
                  </a:cubicBezTo>
                  <a:cubicBezTo>
                    <a:pt x="22" y="13"/>
                    <a:pt x="8" y="8"/>
                    <a:pt x="0" y="0"/>
                  </a:cubicBezTo>
                  <a:cubicBezTo>
                    <a:pt x="5" y="28"/>
                    <a:pt x="23" y="52"/>
                    <a:pt x="34" y="78"/>
                  </a:cubicBezTo>
                  <a:cubicBezTo>
                    <a:pt x="35" y="67"/>
                    <a:pt x="12" y="33"/>
                    <a:pt x="32" y="31"/>
                  </a:cubicBezTo>
                  <a:cubicBezTo>
                    <a:pt x="38" y="31"/>
                    <a:pt x="48" y="35"/>
                    <a:pt x="54" y="37"/>
                  </a:cubicBezTo>
                  <a:cubicBezTo>
                    <a:pt x="60" y="39"/>
                    <a:pt x="65" y="43"/>
                    <a:pt x="73" y="43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844" name="Freeform 263">
              <a:extLst>
                <a:ext uri="{FF2B5EF4-FFF2-40B4-BE49-F238E27FC236}">
                  <a16:creationId xmlns:a16="http://schemas.microsoft.com/office/drawing/2014/main" id="{C31EFC7D-E348-42E2-9D4B-5677BB84BD0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1" y="2134"/>
              <a:ext cx="123" cy="177"/>
            </a:xfrm>
            <a:custGeom>
              <a:avLst/>
              <a:gdLst>
                <a:gd name="T0" fmla="*/ 110 w 115"/>
                <a:gd name="T1" fmla="*/ 21 h 166"/>
                <a:gd name="T2" fmla="*/ 59 w 115"/>
                <a:gd name="T3" fmla="*/ 55 h 166"/>
                <a:gd name="T4" fmla="*/ 73 w 115"/>
                <a:gd name="T5" fmla="*/ 95 h 166"/>
                <a:gd name="T6" fmla="*/ 110 w 115"/>
                <a:gd name="T7" fmla="*/ 85 h 166"/>
                <a:gd name="T8" fmla="*/ 141 w 115"/>
                <a:gd name="T9" fmla="*/ 74 h 166"/>
                <a:gd name="T10" fmla="*/ 81 w 115"/>
                <a:gd name="T11" fmla="*/ 117 h 166"/>
                <a:gd name="T12" fmla="*/ 73 w 115"/>
                <a:gd name="T13" fmla="*/ 202 h 166"/>
                <a:gd name="T14" fmla="*/ 73 w 115"/>
                <a:gd name="T15" fmla="*/ 135 h 166"/>
                <a:gd name="T16" fmla="*/ 66 w 115"/>
                <a:gd name="T17" fmla="*/ 89 h 166"/>
                <a:gd name="T18" fmla="*/ 48 w 115"/>
                <a:gd name="T19" fmla="*/ 45 h 166"/>
                <a:gd name="T20" fmla="*/ 31 w 115"/>
                <a:gd name="T21" fmla="*/ 29 h 166"/>
                <a:gd name="T22" fmla="*/ 0 w 115"/>
                <a:gd name="T23" fmla="*/ 1 h 166"/>
                <a:gd name="T24" fmla="*/ 30 w 115"/>
                <a:gd name="T25" fmla="*/ 17 h 166"/>
                <a:gd name="T26" fmla="*/ 57 w 115"/>
                <a:gd name="T27" fmla="*/ 30 h 166"/>
                <a:gd name="T28" fmla="*/ 83 w 115"/>
                <a:gd name="T29" fmla="*/ 27 h 166"/>
                <a:gd name="T30" fmla="*/ 106 w 115"/>
                <a:gd name="T31" fmla="*/ 21 h 16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15" h="166">
                  <a:moveTo>
                    <a:pt x="90" y="18"/>
                  </a:moveTo>
                  <a:cubicBezTo>
                    <a:pt x="75" y="24"/>
                    <a:pt x="60" y="35"/>
                    <a:pt x="48" y="46"/>
                  </a:cubicBezTo>
                  <a:cubicBezTo>
                    <a:pt x="45" y="56"/>
                    <a:pt x="47" y="74"/>
                    <a:pt x="60" y="78"/>
                  </a:cubicBezTo>
                  <a:cubicBezTo>
                    <a:pt x="68" y="80"/>
                    <a:pt x="81" y="73"/>
                    <a:pt x="90" y="70"/>
                  </a:cubicBezTo>
                  <a:cubicBezTo>
                    <a:pt x="98" y="67"/>
                    <a:pt x="108" y="65"/>
                    <a:pt x="115" y="61"/>
                  </a:cubicBezTo>
                  <a:cubicBezTo>
                    <a:pt x="102" y="79"/>
                    <a:pt x="67" y="70"/>
                    <a:pt x="66" y="97"/>
                  </a:cubicBezTo>
                  <a:cubicBezTo>
                    <a:pt x="64" y="121"/>
                    <a:pt x="56" y="142"/>
                    <a:pt x="60" y="166"/>
                  </a:cubicBezTo>
                  <a:cubicBezTo>
                    <a:pt x="57" y="146"/>
                    <a:pt x="56" y="131"/>
                    <a:pt x="60" y="112"/>
                  </a:cubicBezTo>
                  <a:cubicBezTo>
                    <a:pt x="64" y="97"/>
                    <a:pt x="62" y="87"/>
                    <a:pt x="54" y="73"/>
                  </a:cubicBezTo>
                  <a:cubicBezTo>
                    <a:pt x="47" y="61"/>
                    <a:pt x="44" y="48"/>
                    <a:pt x="39" y="37"/>
                  </a:cubicBezTo>
                  <a:cubicBezTo>
                    <a:pt x="36" y="30"/>
                    <a:pt x="30" y="27"/>
                    <a:pt x="25" y="23"/>
                  </a:cubicBezTo>
                  <a:cubicBezTo>
                    <a:pt x="17" y="16"/>
                    <a:pt x="10" y="5"/>
                    <a:pt x="0" y="1"/>
                  </a:cubicBezTo>
                  <a:cubicBezTo>
                    <a:pt x="7" y="0"/>
                    <a:pt x="17" y="10"/>
                    <a:pt x="24" y="14"/>
                  </a:cubicBezTo>
                  <a:cubicBezTo>
                    <a:pt x="32" y="19"/>
                    <a:pt x="38" y="22"/>
                    <a:pt x="47" y="24"/>
                  </a:cubicBezTo>
                  <a:cubicBezTo>
                    <a:pt x="56" y="27"/>
                    <a:pt x="59" y="25"/>
                    <a:pt x="68" y="22"/>
                  </a:cubicBezTo>
                  <a:cubicBezTo>
                    <a:pt x="74" y="20"/>
                    <a:pt x="83" y="21"/>
                    <a:pt x="87" y="18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845" name="Freeform 264">
              <a:extLst>
                <a:ext uri="{FF2B5EF4-FFF2-40B4-BE49-F238E27FC236}">
                  <a16:creationId xmlns:a16="http://schemas.microsoft.com/office/drawing/2014/main" id="{35DACB86-2905-444E-A96E-66A8810A6CB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1" y="2358"/>
              <a:ext cx="32" cy="59"/>
            </a:xfrm>
            <a:custGeom>
              <a:avLst/>
              <a:gdLst>
                <a:gd name="T0" fmla="*/ 0 w 30"/>
                <a:gd name="T1" fmla="*/ 1 h 55"/>
                <a:gd name="T2" fmla="*/ 12 w 30"/>
                <a:gd name="T3" fmla="*/ 68 h 55"/>
                <a:gd name="T4" fmla="*/ 36 w 30"/>
                <a:gd name="T5" fmla="*/ 62 h 55"/>
                <a:gd name="T6" fmla="*/ 16 w 30"/>
                <a:gd name="T7" fmla="*/ 41 h 55"/>
                <a:gd name="T8" fmla="*/ 2 w 30"/>
                <a:gd name="T9" fmla="*/ 0 h 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55">
                  <a:moveTo>
                    <a:pt x="0" y="1"/>
                  </a:moveTo>
                  <a:cubicBezTo>
                    <a:pt x="9" y="17"/>
                    <a:pt x="9" y="37"/>
                    <a:pt x="9" y="55"/>
                  </a:cubicBezTo>
                  <a:cubicBezTo>
                    <a:pt x="10" y="45"/>
                    <a:pt x="24" y="46"/>
                    <a:pt x="30" y="50"/>
                  </a:cubicBezTo>
                  <a:cubicBezTo>
                    <a:pt x="26" y="45"/>
                    <a:pt x="18" y="39"/>
                    <a:pt x="13" y="33"/>
                  </a:cubicBezTo>
                  <a:cubicBezTo>
                    <a:pt x="8" y="25"/>
                    <a:pt x="2" y="10"/>
                    <a:pt x="2" y="0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846" name="Freeform 265">
              <a:extLst>
                <a:ext uri="{FF2B5EF4-FFF2-40B4-BE49-F238E27FC236}">
                  <a16:creationId xmlns:a16="http://schemas.microsoft.com/office/drawing/2014/main" id="{18A0C744-CFBD-413F-81BA-A980D796A9D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3" y="1882"/>
              <a:ext cx="115" cy="211"/>
            </a:xfrm>
            <a:custGeom>
              <a:avLst/>
              <a:gdLst>
                <a:gd name="T0" fmla="*/ 0 w 108"/>
                <a:gd name="T1" fmla="*/ 0 h 197"/>
                <a:gd name="T2" fmla="*/ 7 w 108"/>
                <a:gd name="T3" fmla="*/ 29 h 197"/>
                <a:gd name="T4" fmla="*/ 24 w 108"/>
                <a:gd name="T5" fmla="*/ 50 h 197"/>
                <a:gd name="T6" fmla="*/ 55 w 108"/>
                <a:gd name="T7" fmla="*/ 103 h 197"/>
                <a:gd name="T8" fmla="*/ 76 w 108"/>
                <a:gd name="T9" fmla="*/ 166 h 197"/>
                <a:gd name="T10" fmla="*/ 130 w 108"/>
                <a:gd name="T11" fmla="*/ 242 h 197"/>
                <a:gd name="T12" fmla="*/ 68 w 108"/>
                <a:gd name="T13" fmla="*/ 97 h 197"/>
                <a:gd name="T14" fmla="*/ 36 w 108"/>
                <a:gd name="T15" fmla="*/ 39 h 197"/>
                <a:gd name="T16" fmla="*/ 7 w 108"/>
                <a:gd name="T17" fmla="*/ 0 h 19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8" h="197">
                  <a:moveTo>
                    <a:pt x="0" y="0"/>
                  </a:moveTo>
                  <a:cubicBezTo>
                    <a:pt x="2" y="8"/>
                    <a:pt x="3" y="16"/>
                    <a:pt x="7" y="23"/>
                  </a:cubicBezTo>
                  <a:cubicBezTo>
                    <a:pt x="10" y="30"/>
                    <a:pt x="16" y="34"/>
                    <a:pt x="21" y="41"/>
                  </a:cubicBezTo>
                  <a:cubicBezTo>
                    <a:pt x="32" y="53"/>
                    <a:pt x="40" y="68"/>
                    <a:pt x="46" y="84"/>
                  </a:cubicBezTo>
                  <a:cubicBezTo>
                    <a:pt x="52" y="102"/>
                    <a:pt x="54" y="118"/>
                    <a:pt x="63" y="135"/>
                  </a:cubicBezTo>
                  <a:cubicBezTo>
                    <a:pt x="75" y="158"/>
                    <a:pt x="92" y="177"/>
                    <a:pt x="108" y="197"/>
                  </a:cubicBezTo>
                  <a:cubicBezTo>
                    <a:pt x="78" y="163"/>
                    <a:pt x="70" y="120"/>
                    <a:pt x="56" y="79"/>
                  </a:cubicBezTo>
                  <a:cubicBezTo>
                    <a:pt x="50" y="61"/>
                    <a:pt x="42" y="46"/>
                    <a:pt x="30" y="32"/>
                  </a:cubicBezTo>
                  <a:cubicBezTo>
                    <a:pt x="22" y="21"/>
                    <a:pt x="15" y="9"/>
                    <a:pt x="7" y="0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847" name="Freeform 266">
              <a:extLst>
                <a:ext uri="{FF2B5EF4-FFF2-40B4-BE49-F238E27FC236}">
                  <a16:creationId xmlns:a16="http://schemas.microsoft.com/office/drawing/2014/main" id="{6E2923C9-1A1F-4C91-816B-D149F93ED1F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6" y="1808"/>
              <a:ext cx="156" cy="127"/>
            </a:xfrm>
            <a:custGeom>
              <a:avLst/>
              <a:gdLst>
                <a:gd name="T0" fmla="*/ 111 w 146"/>
                <a:gd name="T1" fmla="*/ 7 h 119"/>
                <a:gd name="T2" fmla="*/ 177 w 146"/>
                <a:gd name="T3" fmla="*/ 55 h 119"/>
                <a:gd name="T4" fmla="*/ 106 w 146"/>
                <a:gd name="T5" fmla="*/ 128 h 119"/>
                <a:gd name="T6" fmla="*/ 30 w 146"/>
                <a:gd name="T7" fmla="*/ 132 h 119"/>
                <a:gd name="T8" fmla="*/ 19 w 146"/>
                <a:gd name="T9" fmla="*/ 55 h 119"/>
                <a:gd name="T10" fmla="*/ 74 w 146"/>
                <a:gd name="T11" fmla="*/ 19 h 119"/>
                <a:gd name="T12" fmla="*/ 95 w 146"/>
                <a:gd name="T13" fmla="*/ 13 h 119"/>
                <a:gd name="T14" fmla="*/ 114 w 146"/>
                <a:gd name="T15" fmla="*/ 5 h 11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46" h="119">
                  <a:moveTo>
                    <a:pt x="91" y="7"/>
                  </a:moveTo>
                  <a:cubicBezTo>
                    <a:pt x="115" y="0"/>
                    <a:pt x="146" y="21"/>
                    <a:pt x="145" y="46"/>
                  </a:cubicBezTo>
                  <a:cubicBezTo>
                    <a:pt x="144" y="73"/>
                    <a:pt x="107" y="95"/>
                    <a:pt x="87" y="105"/>
                  </a:cubicBezTo>
                  <a:cubicBezTo>
                    <a:pt x="67" y="114"/>
                    <a:pt x="45" y="119"/>
                    <a:pt x="24" y="109"/>
                  </a:cubicBezTo>
                  <a:cubicBezTo>
                    <a:pt x="1" y="98"/>
                    <a:pt x="0" y="65"/>
                    <a:pt x="16" y="46"/>
                  </a:cubicBezTo>
                  <a:cubicBezTo>
                    <a:pt x="28" y="33"/>
                    <a:pt x="45" y="23"/>
                    <a:pt x="61" y="16"/>
                  </a:cubicBezTo>
                  <a:cubicBezTo>
                    <a:pt x="66" y="14"/>
                    <a:pt x="73" y="12"/>
                    <a:pt x="78" y="10"/>
                  </a:cubicBezTo>
                  <a:cubicBezTo>
                    <a:pt x="83" y="8"/>
                    <a:pt x="88" y="5"/>
                    <a:pt x="94" y="5"/>
                  </a:cubicBezTo>
                </a:path>
              </a:pathLst>
            </a:custGeom>
            <a:solidFill>
              <a:srgbClr val="F9CA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848" name="Freeform 267">
              <a:extLst>
                <a:ext uri="{FF2B5EF4-FFF2-40B4-BE49-F238E27FC236}">
                  <a16:creationId xmlns:a16="http://schemas.microsoft.com/office/drawing/2014/main" id="{BAD8A6A9-2512-4D5C-95D8-45589200675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6" y="1672"/>
              <a:ext cx="34" cy="228"/>
            </a:xfrm>
            <a:custGeom>
              <a:avLst/>
              <a:gdLst>
                <a:gd name="T0" fmla="*/ 38 w 32"/>
                <a:gd name="T1" fmla="*/ 255 h 213"/>
                <a:gd name="T2" fmla="*/ 16 w 32"/>
                <a:gd name="T3" fmla="*/ 146 h 213"/>
                <a:gd name="T4" fmla="*/ 13 w 32"/>
                <a:gd name="T5" fmla="*/ 66 h 213"/>
                <a:gd name="T6" fmla="*/ 16 w 32"/>
                <a:gd name="T7" fmla="*/ 0 h 213"/>
                <a:gd name="T8" fmla="*/ 2 w 32"/>
                <a:gd name="T9" fmla="*/ 130 h 213"/>
                <a:gd name="T10" fmla="*/ 1 w 32"/>
                <a:gd name="T11" fmla="*/ 201 h 213"/>
                <a:gd name="T12" fmla="*/ 2 w 32"/>
                <a:gd name="T13" fmla="*/ 261 h 213"/>
                <a:gd name="T14" fmla="*/ 33 w 32"/>
                <a:gd name="T15" fmla="*/ 255 h 21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2" h="213">
                  <a:moveTo>
                    <a:pt x="32" y="207"/>
                  </a:moveTo>
                  <a:cubicBezTo>
                    <a:pt x="2" y="184"/>
                    <a:pt x="12" y="150"/>
                    <a:pt x="13" y="119"/>
                  </a:cubicBezTo>
                  <a:cubicBezTo>
                    <a:pt x="14" y="98"/>
                    <a:pt x="11" y="76"/>
                    <a:pt x="10" y="54"/>
                  </a:cubicBezTo>
                  <a:cubicBezTo>
                    <a:pt x="10" y="36"/>
                    <a:pt x="13" y="14"/>
                    <a:pt x="13" y="0"/>
                  </a:cubicBezTo>
                  <a:cubicBezTo>
                    <a:pt x="17" y="34"/>
                    <a:pt x="5" y="72"/>
                    <a:pt x="2" y="106"/>
                  </a:cubicBezTo>
                  <a:cubicBezTo>
                    <a:pt x="1" y="125"/>
                    <a:pt x="2" y="145"/>
                    <a:pt x="1" y="164"/>
                  </a:cubicBezTo>
                  <a:cubicBezTo>
                    <a:pt x="0" y="178"/>
                    <a:pt x="5" y="202"/>
                    <a:pt x="2" y="213"/>
                  </a:cubicBezTo>
                  <a:cubicBezTo>
                    <a:pt x="8" y="206"/>
                    <a:pt x="19" y="200"/>
                    <a:pt x="27" y="207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849" name="Freeform 268">
              <a:extLst>
                <a:ext uri="{FF2B5EF4-FFF2-40B4-BE49-F238E27FC236}">
                  <a16:creationId xmlns:a16="http://schemas.microsoft.com/office/drawing/2014/main" id="{C8C789AA-D4A6-450C-91A4-9A7E4DBFEC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8" y="2457"/>
              <a:ext cx="537" cy="294"/>
            </a:xfrm>
            <a:custGeom>
              <a:avLst/>
              <a:gdLst>
                <a:gd name="T0" fmla="*/ 436 w 503"/>
                <a:gd name="T1" fmla="*/ 250 h 275"/>
                <a:gd name="T2" fmla="*/ 604 w 503"/>
                <a:gd name="T3" fmla="*/ 221 h 275"/>
                <a:gd name="T4" fmla="*/ 566 w 503"/>
                <a:gd name="T5" fmla="*/ 83 h 275"/>
                <a:gd name="T6" fmla="*/ 460 w 503"/>
                <a:gd name="T7" fmla="*/ 26 h 275"/>
                <a:gd name="T8" fmla="*/ 217 w 503"/>
                <a:gd name="T9" fmla="*/ 41 h 275"/>
                <a:gd name="T10" fmla="*/ 132 w 503"/>
                <a:gd name="T11" fmla="*/ 41 h 275"/>
                <a:gd name="T12" fmla="*/ 52 w 503"/>
                <a:gd name="T13" fmla="*/ 26 h 275"/>
                <a:gd name="T14" fmla="*/ 2 w 503"/>
                <a:gd name="T15" fmla="*/ 149 h 275"/>
                <a:gd name="T16" fmla="*/ 116 w 503"/>
                <a:gd name="T17" fmla="*/ 230 h 275"/>
                <a:gd name="T18" fmla="*/ 269 w 503"/>
                <a:gd name="T19" fmla="*/ 234 h 275"/>
                <a:gd name="T20" fmla="*/ 376 w 503"/>
                <a:gd name="T21" fmla="*/ 246 h 275"/>
                <a:gd name="T22" fmla="*/ 455 w 503"/>
                <a:gd name="T23" fmla="*/ 253 h 27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03" h="275">
                  <a:moveTo>
                    <a:pt x="358" y="205"/>
                  </a:moveTo>
                  <a:cubicBezTo>
                    <a:pt x="408" y="197"/>
                    <a:pt x="503" y="275"/>
                    <a:pt x="496" y="181"/>
                  </a:cubicBezTo>
                  <a:cubicBezTo>
                    <a:pt x="493" y="145"/>
                    <a:pt x="485" y="97"/>
                    <a:pt x="465" y="68"/>
                  </a:cubicBezTo>
                  <a:cubicBezTo>
                    <a:pt x="446" y="39"/>
                    <a:pt x="411" y="32"/>
                    <a:pt x="378" y="21"/>
                  </a:cubicBezTo>
                  <a:cubicBezTo>
                    <a:pt x="309" y="0"/>
                    <a:pt x="247" y="34"/>
                    <a:pt x="178" y="34"/>
                  </a:cubicBezTo>
                  <a:cubicBezTo>
                    <a:pt x="156" y="34"/>
                    <a:pt x="132" y="36"/>
                    <a:pt x="109" y="34"/>
                  </a:cubicBezTo>
                  <a:cubicBezTo>
                    <a:pt x="92" y="32"/>
                    <a:pt x="60" y="18"/>
                    <a:pt x="43" y="21"/>
                  </a:cubicBezTo>
                  <a:cubicBezTo>
                    <a:pt x="10" y="29"/>
                    <a:pt x="4" y="89"/>
                    <a:pt x="2" y="122"/>
                  </a:cubicBezTo>
                  <a:cubicBezTo>
                    <a:pt x="0" y="181"/>
                    <a:pt x="44" y="182"/>
                    <a:pt x="96" y="188"/>
                  </a:cubicBezTo>
                  <a:cubicBezTo>
                    <a:pt x="137" y="193"/>
                    <a:pt x="180" y="190"/>
                    <a:pt x="221" y="192"/>
                  </a:cubicBezTo>
                  <a:cubicBezTo>
                    <a:pt x="251" y="194"/>
                    <a:pt x="281" y="199"/>
                    <a:pt x="309" y="201"/>
                  </a:cubicBezTo>
                  <a:cubicBezTo>
                    <a:pt x="324" y="203"/>
                    <a:pt x="381" y="200"/>
                    <a:pt x="374" y="208"/>
                  </a:cubicBezTo>
                </a:path>
              </a:pathLst>
            </a:custGeom>
            <a:solidFill>
              <a:srgbClr val="F9E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850" name="Freeform 269">
              <a:extLst>
                <a:ext uri="{FF2B5EF4-FFF2-40B4-BE49-F238E27FC236}">
                  <a16:creationId xmlns:a16="http://schemas.microsoft.com/office/drawing/2014/main" id="{011B45A4-AEB6-47FF-89F0-323E834BE0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1" y="2717"/>
              <a:ext cx="516" cy="305"/>
            </a:xfrm>
            <a:custGeom>
              <a:avLst/>
              <a:gdLst>
                <a:gd name="T0" fmla="*/ 389 w 484"/>
                <a:gd name="T1" fmla="*/ 298 h 286"/>
                <a:gd name="T2" fmla="*/ 518 w 484"/>
                <a:gd name="T3" fmla="*/ 314 h 286"/>
                <a:gd name="T4" fmla="*/ 561 w 484"/>
                <a:gd name="T5" fmla="*/ 191 h 286"/>
                <a:gd name="T6" fmla="*/ 326 w 484"/>
                <a:gd name="T7" fmla="*/ 14 h 286"/>
                <a:gd name="T8" fmla="*/ 182 w 484"/>
                <a:gd name="T9" fmla="*/ 7 h 286"/>
                <a:gd name="T10" fmla="*/ 123 w 484"/>
                <a:gd name="T11" fmla="*/ 7 h 286"/>
                <a:gd name="T12" fmla="*/ 52 w 484"/>
                <a:gd name="T13" fmla="*/ 3 h 286"/>
                <a:gd name="T14" fmla="*/ 42 w 484"/>
                <a:gd name="T15" fmla="*/ 151 h 286"/>
                <a:gd name="T16" fmla="*/ 182 w 484"/>
                <a:gd name="T17" fmla="*/ 278 h 286"/>
                <a:gd name="T18" fmla="*/ 412 w 484"/>
                <a:gd name="T19" fmla="*/ 314 h 28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84" h="286">
                  <a:moveTo>
                    <a:pt x="321" y="246"/>
                  </a:moveTo>
                  <a:cubicBezTo>
                    <a:pt x="353" y="252"/>
                    <a:pt x="405" y="286"/>
                    <a:pt x="428" y="259"/>
                  </a:cubicBezTo>
                  <a:cubicBezTo>
                    <a:pt x="443" y="240"/>
                    <a:pt x="457" y="180"/>
                    <a:pt x="462" y="158"/>
                  </a:cubicBezTo>
                  <a:cubicBezTo>
                    <a:pt x="484" y="47"/>
                    <a:pt x="354" y="22"/>
                    <a:pt x="269" y="11"/>
                  </a:cubicBezTo>
                  <a:cubicBezTo>
                    <a:pt x="230" y="5"/>
                    <a:pt x="190" y="7"/>
                    <a:pt x="150" y="7"/>
                  </a:cubicBezTo>
                  <a:cubicBezTo>
                    <a:pt x="134" y="7"/>
                    <a:pt x="117" y="6"/>
                    <a:pt x="101" y="7"/>
                  </a:cubicBezTo>
                  <a:cubicBezTo>
                    <a:pt x="85" y="7"/>
                    <a:pt x="57" y="0"/>
                    <a:pt x="43" y="3"/>
                  </a:cubicBezTo>
                  <a:cubicBezTo>
                    <a:pt x="0" y="14"/>
                    <a:pt x="21" y="93"/>
                    <a:pt x="35" y="125"/>
                  </a:cubicBezTo>
                  <a:cubicBezTo>
                    <a:pt x="61" y="182"/>
                    <a:pt x="89" y="212"/>
                    <a:pt x="150" y="230"/>
                  </a:cubicBezTo>
                  <a:cubicBezTo>
                    <a:pt x="213" y="249"/>
                    <a:pt x="279" y="244"/>
                    <a:pt x="340" y="259"/>
                  </a:cubicBezTo>
                </a:path>
              </a:pathLst>
            </a:custGeom>
            <a:solidFill>
              <a:srgbClr val="F9E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851" name="Freeform 270">
              <a:extLst>
                <a:ext uri="{FF2B5EF4-FFF2-40B4-BE49-F238E27FC236}">
                  <a16:creationId xmlns:a16="http://schemas.microsoft.com/office/drawing/2014/main" id="{27A8E97F-8FB5-4046-B799-FFC89E709FD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8" y="2535"/>
              <a:ext cx="207" cy="275"/>
            </a:xfrm>
            <a:custGeom>
              <a:avLst/>
              <a:gdLst>
                <a:gd name="T0" fmla="*/ 236 w 194"/>
                <a:gd name="T1" fmla="*/ 111 h 258"/>
                <a:gd name="T2" fmla="*/ 175 w 194"/>
                <a:gd name="T3" fmla="*/ 148 h 258"/>
                <a:gd name="T4" fmla="*/ 193 w 194"/>
                <a:gd name="T5" fmla="*/ 196 h 258"/>
                <a:gd name="T6" fmla="*/ 234 w 194"/>
                <a:gd name="T7" fmla="*/ 240 h 258"/>
                <a:gd name="T8" fmla="*/ 179 w 194"/>
                <a:gd name="T9" fmla="*/ 261 h 258"/>
                <a:gd name="T10" fmla="*/ 129 w 194"/>
                <a:gd name="T11" fmla="*/ 280 h 258"/>
                <a:gd name="T12" fmla="*/ 105 w 194"/>
                <a:gd name="T13" fmla="*/ 292 h 258"/>
                <a:gd name="T14" fmla="*/ 84 w 194"/>
                <a:gd name="T15" fmla="*/ 308 h 258"/>
                <a:gd name="T16" fmla="*/ 50 w 194"/>
                <a:gd name="T17" fmla="*/ 276 h 258"/>
                <a:gd name="T18" fmla="*/ 15 w 194"/>
                <a:gd name="T19" fmla="*/ 187 h 258"/>
                <a:gd name="T20" fmla="*/ 5 w 194"/>
                <a:gd name="T21" fmla="*/ 74 h 258"/>
                <a:gd name="T22" fmla="*/ 55 w 194"/>
                <a:gd name="T23" fmla="*/ 6 h 258"/>
                <a:gd name="T24" fmla="*/ 142 w 194"/>
                <a:gd name="T25" fmla="*/ 7 h 25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94" h="258">
                  <a:moveTo>
                    <a:pt x="194" y="92"/>
                  </a:moveTo>
                  <a:cubicBezTo>
                    <a:pt x="176" y="91"/>
                    <a:pt x="149" y="103"/>
                    <a:pt x="144" y="122"/>
                  </a:cubicBezTo>
                  <a:cubicBezTo>
                    <a:pt x="140" y="139"/>
                    <a:pt x="147" y="150"/>
                    <a:pt x="159" y="162"/>
                  </a:cubicBezTo>
                  <a:cubicBezTo>
                    <a:pt x="166" y="170"/>
                    <a:pt x="191" y="186"/>
                    <a:pt x="192" y="198"/>
                  </a:cubicBezTo>
                  <a:cubicBezTo>
                    <a:pt x="193" y="215"/>
                    <a:pt x="159" y="215"/>
                    <a:pt x="147" y="216"/>
                  </a:cubicBezTo>
                  <a:cubicBezTo>
                    <a:pt x="131" y="218"/>
                    <a:pt x="120" y="225"/>
                    <a:pt x="106" y="232"/>
                  </a:cubicBezTo>
                  <a:cubicBezTo>
                    <a:pt x="99" y="235"/>
                    <a:pt x="92" y="238"/>
                    <a:pt x="86" y="241"/>
                  </a:cubicBezTo>
                  <a:cubicBezTo>
                    <a:pt x="81" y="245"/>
                    <a:pt x="75" y="252"/>
                    <a:pt x="69" y="254"/>
                  </a:cubicBezTo>
                  <a:cubicBezTo>
                    <a:pt x="50" y="258"/>
                    <a:pt x="47" y="240"/>
                    <a:pt x="41" y="228"/>
                  </a:cubicBezTo>
                  <a:cubicBezTo>
                    <a:pt x="29" y="203"/>
                    <a:pt x="17" y="181"/>
                    <a:pt x="12" y="154"/>
                  </a:cubicBezTo>
                  <a:cubicBezTo>
                    <a:pt x="6" y="126"/>
                    <a:pt x="0" y="90"/>
                    <a:pt x="5" y="61"/>
                  </a:cubicBezTo>
                  <a:cubicBezTo>
                    <a:pt x="8" y="38"/>
                    <a:pt x="23" y="13"/>
                    <a:pt x="46" y="6"/>
                  </a:cubicBezTo>
                  <a:cubicBezTo>
                    <a:pt x="64" y="0"/>
                    <a:pt x="99" y="1"/>
                    <a:pt x="117" y="7"/>
                  </a:cubicBezTo>
                </a:path>
              </a:pathLst>
            </a:custGeom>
            <a:solidFill>
              <a:srgbClr val="F9E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852" name="Freeform 271">
              <a:extLst>
                <a:ext uri="{FF2B5EF4-FFF2-40B4-BE49-F238E27FC236}">
                  <a16:creationId xmlns:a16="http://schemas.microsoft.com/office/drawing/2014/main" id="{90E8F58B-3052-419E-AA1E-BB191A047C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2" y="2223"/>
              <a:ext cx="325" cy="219"/>
            </a:xfrm>
            <a:custGeom>
              <a:avLst/>
              <a:gdLst>
                <a:gd name="T0" fmla="*/ 57 w 304"/>
                <a:gd name="T1" fmla="*/ 11 h 206"/>
                <a:gd name="T2" fmla="*/ 18 w 304"/>
                <a:gd name="T3" fmla="*/ 21 h 206"/>
                <a:gd name="T4" fmla="*/ 11 w 304"/>
                <a:gd name="T5" fmla="*/ 89 h 206"/>
                <a:gd name="T6" fmla="*/ 2 w 304"/>
                <a:gd name="T7" fmla="*/ 163 h 206"/>
                <a:gd name="T8" fmla="*/ 28 w 304"/>
                <a:gd name="T9" fmla="*/ 215 h 206"/>
                <a:gd name="T10" fmla="*/ 104 w 304"/>
                <a:gd name="T11" fmla="*/ 225 h 206"/>
                <a:gd name="T12" fmla="*/ 169 w 304"/>
                <a:gd name="T13" fmla="*/ 232 h 206"/>
                <a:gd name="T14" fmla="*/ 229 w 304"/>
                <a:gd name="T15" fmla="*/ 245 h 206"/>
                <a:gd name="T16" fmla="*/ 284 w 304"/>
                <a:gd name="T17" fmla="*/ 218 h 206"/>
                <a:gd name="T18" fmla="*/ 358 w 304"/>
                <a:gd name="T19" fmla="*/ 197 h 206"/>
                <a:gd name="T20" fmla="*/ 282 w 304"/>
                <a:gd name="T21" fmla="*/ 74 h 206"/>
                <a:gd name="T22" fmla="*/ 217 w 304"/>
                <a:gd name="T23" fmla="*/ 55 h 206"/>
                <a:gd name="T24" fmla="*/ 165 w 304"/>
                <a:gd name="T25" fmla="*/ 36 h 206"/>
                <a:gd name="T26" fmla="*/ 76 w 304"/>
                <a:gd name="T27" fmla="*/ 21 h 206"/>
                <a:gd name="T28" fmla="*/ 51 w 304"/>
                <a:gd name="T29" fmla="*/ 6 h 20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304" h="206">
                  <a:moveTo>
                    <a:pt x="47" y="8"/>
                  </a:moveTo>
                  <a:cubicBezTo>
                    <a:pt x="33" y="6"/>
                    <a:pt x="21" y="0"/>
                    <a:pt x="15" y="18"/>
                  </a:cubicBezTo>
                  <a:cubicBezTo>
                    <a:pt x="9" y="34"/>
                    <a:pt x="10" y="57"/>
                    <a:pt x="8" y="74"/>
                  </a:cubicBezTo>
                  <a:cubicBezTo>
                    <a:pt x="5" y="94"/>
                    <a:pt x="4" y="115"/>
                    <a:pt x="2" y="135"/>
                  </a:cubicBezTo>
                  <a:cubicBezTo>
                    <a:pt x="0" y="155"/>
                    <a:pt x="3" y="170"/>
                    <a:pt x="22" y="179"/>
                  </a:cubicBezTo>
                  <a:cubicBezTo>
                    <a:pt x="42" y="187"/>
                    <a:pt x="64" y="186"/>
                    <a:pt x="85" y="187"/>
                  </a:cubicBezTo>
                  <a:cubicBezTo>
                    <a:pt x="103" y="188"/>
                    <a:pt x="121" y="190"/>
                    <a:pt x="138" y="193"/>
                  </a:cubicBezTo>
                  <a:cubicBezTo>
                    <a:pt x="155" y="196"/>
                    <a:pt x="169" y="206"/>
                    <a:pt x="187" y="203"/>
                  </a:cubicBezTo>
                  <a:cubicBezTo>
                    <a:pt x="203" y="199"/>
                    <a:pt x="216" y="185"/>
                    <a:pt x="233" y="182"/>
                  </a:cubicBezTo>
                  <a:cubicBezTo>
                    <a:pt x="250" y="179"/>
                    <a:pt x="286" y="184"/>
                    <a:pt x="293" y="164"/>
                  </a:cubicBezTo>
                  <a:cubicBezTo>
                    <a:pt x="304" y="131"/>
                    <a:pt x="256" y="79"/>
                    <a:pt x="231" y="62"/>
                  </a:cubicBezTo>
                  <a:cubicBezTo>
                    <a:pt x="215" y="52"/>
                    <a:pt x="197" y="50"/>
                    <a:pt x="178" y="46"/>
                  </a:cubicBezTo>
                  <a:cubicBezTo>
                    <a:pt x="163" y="42"/>
                    <a:pt x="150" y="35"/>
                    <a:pt x="135" y="30"/>
                  </a:cubicBezTo>
                  <a:cubicBezTo>
                    <a:pt x="111" y="22"/>
                    <a:pt x="86" y="29"/>
                    <a:pt x="62" y="18"/>
                  </a:cubicBezTo>
                  <a:cubicBezTo>
                    <a:pt x="55" y="14"/>
                    <a:pt x="49" y="9"/>
                    <a:pt x="42" y="6"/>
                  </a:cubicBezTo>
                </a:path>
              </a:pathLst>
            </a:custGeom>
            <a:solidFill>
              <a:srgbClr val="F9E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853" name="Freeform 272">
              <a:extLst>
                <a:ext uri="{FF2B5EF4-FFF2-40B4-BE49-F238E27FC236}">
                  <a16:creationId xmlns:a16="http://schemas.microsoft.com/office/drawing/2014/main" id="{8788A859-9ADF-42D6-8CFE-7BD7BC87D6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1" y="2123"/>
              <a:ext cx="149" cy="74"/>
            </a:xfrm>
            <a:custGeom>
              <a:avLst/>
              <a:gdLst>
                <a:gd name="T0" fmla="*/ 30 w 140"/>
                <a:gd name="T1" fmla="*/ 0 h 69"/>
                <a:gd name="T2" fmla="*/ 2 w 140"/>
                <a:gd name="T3" fmla="*/ 49 h 69"/>
                <a:gd name="T4" fmla="*/ 61 w 140"/>
                <a:gd name="T5" fmla="*/ 82 h 69"/>
                <a:gd name="T6" fmla="*/ 164 w 140"/>
                <a:gd name="T7" fmla="*/ 85 h 69"/>
                <a:gd name="T8" fmla="*/ 109 w 140"/>
                <a:gd name="T9" fmla="*/ 50 h 69"/>
                <a:gd name="T10" fmla="*/ 40 w 140"/>
                <a:gd name="T11" fmla="*/ 10 h 6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0" h="69">
                  <a:moveTo>
                    <a:pt x="24" y="0"/>
                  </a:moveTo>
                  <a:cubicBezTo>
                    <a:pt x="20" y="16"/>
                    <a:pt x="0" y="19"/>
                    <a:pt x="2" y="40"/>
                  </a:cubicBezTo>
                  <a:cubicBezTo>
                    <a:pt x="4" y="62"/>
                    <a:pt x="32" y="65"/>
                    <a:pt x="51" y="66"/>
                  </a:cubicBezTo>
                  <a:cubicBezTo>
                    <a:pt x="80" y="66"/>
                    <a:pt x="107" y="67"/>
                    <a:pt x="136" y="69"/>
                  </a:cubicBezTo>
                  <a:cubicBezTo>
                    <a:pt x="140" y="51"/>
                    <a:pt x="101" y="47"/>
                    <a:pt x="90" y="41"/>
                  </a:cubicBezTo>
                  <a:cubicBezTo>
                    <a:pt x="71" y="30"/>
                    <a:pt x="56" y="14"/>
                    <a:pt x="34" y="7"/>
                  </a:cubicBezTo>
                </a:path>
              </a:pathLst>
            </a:custGeom>
            <a:solidFill>
              <a:srgbClr val="F9E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854" name="Freeform 273">
              <a:extLst>
                <a:ext uri="{FF2B5EF4-FFF2-40B4-BE49-F238E27FC236}">
                  <a16:creationId xmlns:a16="http://schemas.microsoft.com/office/drawing/2014/main" id="{7CC0EE38-6B26-488D-8719-2E1B13E0D7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8" y="1924"/>
              <a:ext cx="177" cy="242"/>
            </a:xfrm>
            <a:custGeom>
              <a:avLst/>
              <a:gdLst>
                <a:gd name="T0" fmla="*/ 79 w 166"/>
                <a:gd name="T1" fmla="*/ 7 h 227"/>
                <a:gd name="T2" fmla="*/ 23 w 166"/>
                <a:gd name="T3" fmla="*/ 80 h 227"/>
                <a:gd name="T4" fmla="*/ 18 w 166"/>
                <a:gd name="T5" fmla="*/ 127 h 227"/>
                <a:gd name="T6" fmla="*/ 4 w 166"/>
                <a:gd name="T7" fmla="*/ 185 h 227"/>
                <a:gd name="T8" fmla="*/ 79 w 166"/>
                <a:gd name="T9" fmla="*/ 209 h 227"/>
                <a:gd name="T10" fmla="*/ 147 w 166"/>
                <a:gd name="T11" fmla="*/ 244 h 227"/>
                <a:gd name="T12" fmla="*/ 194 w 166"/>
                <a:gd name="T13" fmla="*/ 275 h 227"/>
                <a:gd name="T14" fmla="*/ 168 w 166"/>
                <a:gd name="T15" fmla="*/ 222 h 227"/>
                <a:gd name="T16" fmla="*/ 114 w 166"/>
                <a:gd name="T17" fmla="*/ 154 h 227"/>
                <a:gd name="T18" fmla="*/ 87 w 166"/>
                <a:gd name="T19" fmla="*/ 31 h 22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66" h="227">
                  <a:moveTo>
                    <a:pt x="65" y="7"/>
                  </a:moveTo>
                  <a:cubicBezTo>
                    <a:pt x="37" y="0"/>
                    <a:pt x="23" y="46"/>
                    <a:pt x="20" y="66"/>
                  </a:cubicBezTo>
                  <a:cubicBezTo>
                    <a:pt x="17" y="79"/>
                    <a:pt x="19" y="93"/>
                    <a:pt x="15" y="105"/>
                  </a:cubicBezTo>
                  <a:cubicBezTo>
                    <a:pt x="11" y="121"/>
                    <a:pt x="0" y="136"/>
                    <a:pt x="4" y="153"/>
                  </a:cubicBezTo>
                  <a:cubicBezTo>
                    <a:pt x="10" y="178"/>
                    <a:pt x="46" y="169"/>
                    <a:pt x="65" y="173"/>
                  </a:cubicBezTo>
                  <a:cubicBezTo>
                    <a:pt x="86" y="176"/>
                    <a:pt x="103" y="191"/>
                    <a:pt x="121" y="202"/>
                  </a:cubicBezTo>
                  <a:cubicBezTo>
                    <a:pt x="132" y="208"/>
                    <a:pt x="147" y="226"/>
                    <a:pt x="160" y="227"/>
                  </a:cubicBezTo>
                  <a:cubicBezTo>
                    <a:pt x="166" y="211"/>
                    <a:pt x="148" y="193"/>
                    <a:pt x="139" y="183"/>
                  </a:cubicBezTo>
                  <a:cubicBezTo>
                    <a:pt x="123" y="165"/>
                    <a:pt x="108" y="148"/>
                    <a:pt x="94" y="127"/>
                  </a:cubicBezTo>
                  <a:cubicBezTo>
                    <a:pt x="74" y="96"/>
                    <a:pt x="71" y="62"/>
                    <a:pt x="72" y="25"/>
                  </a:cubicBezTo>
                </a:path>
              </a:pathLst>
            </a:custGeom>
            <a:solidFill>
              <a:srgbClr val="F9E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855" name="Freeform 274">
              <a:extLst>
                <a:ext uri="{FF2B5EF4-FFF2-40B4-BE49-F238E27FC236}">
                  <a16:creationId xmlns:a16="http://schemas.microsoft.com/office/drawing/2014/main" id="{B748EF43-9CB8-40BC-A644-15B11B464E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6" y="2262"/>
              <a:ext cx="5" cy="4"/>
            </a:xfrm>
            <a:custGeom>
              <a:avLst/>
              <a:gdLst>
                <a:gd name="T0" fmla="*/ 0 w 5"/>
                <a:gd name="T1" fmla="*/ 4 h 4"/>
                <a:gd name="T2" fmla="*/ 5 w 5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4">
                  <a:moveTo>
                    <a:pt x="0" y="4"/>
                  </a:moveTo>
                  <a:cubicBezTo>
                    <a:pt x="2" y="3"/>
                    <a:pt x="4" y="2"/>
                    <a:pt x="5" y="0"/>
                  </a:cubicBezTo>
                </a:path>
              </a:pathLst>
            </a:custGeom>
            <a:solidFill>
              <a:srgbClr val="F9E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856" name="Freeform 275">
              <a:extLst>
                <a:ext uri="{FF2B5EF4-FFF2-40B4-BE49-F238E27FC236}">
                  <a16:creationId xmlns:a16="http://schemas.microsoft.com/office/drawing/2014/main" id="{A07CE260-2689-414F-B60E-C3B47B96CF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6" y="2866"/>
              <a:ext cx="219" cy="235"/>
            </a:xfrm>
            <a:custGeom>
              <a:avLst/>
              <a:gdLst>
                <a:gd name="T0" fmla="*/ 0 w 205"/>
                <a:gd name="T1" fmla="*/ 0 h 221"/>
                <a:gd name="T2" fmla="*/ 107 w 205"/>
                <a:gd name="T3" fmla="*/ 186 h 221"/>
                <a:gd name="T4" fmla="*/ 250 w 205"/>
                <a:gd name="T5" fmla="*/ 225 h 221"/>
                <a:gd name="T6" fmla="*/ 140 w 205"/>
                <a:gd name="T7" fmla="*/ 65 h 2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5" h="221">
                  <a:moveTo>
                    <a:pt x="0" y="0"/>
                  </a:moveTo>
                  <a:cubicBezTo>
                    <a:pt x="44" y="43"/>
                    <a:pt x="41" y="115"/>
                    <a:pt x="88" y="155"/>
                  </a:cubicBezTo>
                  <a:cubicBezTo>
                    <a:pt x="110" y="174"/>
                    <a:pt x="179" y="221"/>
                    <a:pt x="205" y="187"/>
                  </a:cubicBezTo>
                  <a:cubicBezTo>
                    <a:pt x="152" y="165"/>
                    <a:pt x="99" y="119"/>
                    <a:pt x="115" y="54"/>
                  </a:cubicBezTo>
                </a:path>
              </a:pathLst>
            </a:custGeom>
            <a:solidFill>
              <a:srgbClr val="F9E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857" name="Freeform 276">
              <a:extLst>
                <a:ext uri="{FF2B5EF4-FFF2-40B4-BE49-F238E27FC236}">
                  <a16:creationId xmlns:a16="http://schemas.microsoft.com/office/drawing/2014/main" id="{E4A92957-81A9-4EBA-90D9-E7D957D268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7" y="3146"/>
              <a:ext cx="196" cy="531"/>
            </a:xfrm>
            <a:custGeom>
              <a:avLst/>
              <a:gdLst>
                <a:gd name="T0" fmla="*/ 189 w 184"/>
                <a:gd name="T1" fmla="*/ 29 h 498"/>
                <a:gd name="T2" fmla="*/ 76 w 184"/>
                <a:gd name="T3" fmla="*/ 1 h 498"/>
                <a:gd name="T4" fmla="*/ 14 w 184"/>
                <a:gd name="T5" fmla="*/ 143 h 498"/>
                <a:gd name="T6" fmla="*/ 29 w 184"/>
                <a:gd name="T7" fmla="*/ 441 h 498"/>
                <a:gd name="T8" fmla="*/ 54 w 184"/>
                <a:gd name="T9" fmla="*/ 553 h 498"/>
                <a:gd name="T10" fmla="*/ 145 w 184"/>
                <a:gd name="T11" fmla="*/ 486 h 498"/>
                <a:gd name="T12" fmla="*/ 163 w 184"/>
                <a:gd name="T13" fmla="*/ 368 h 498"/>
                <a:gd name="T14" fmla="*/ 202 w 184"/>
                <a:gd name="T15" fmla="*/ 211 h 498"/>
                <a:gd name="T16" fmla="*/ 208 w 184"/>
                <a:gd name="T17" fmla="*/ 23 h 49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4" h="498">
                  <a:moveTo>
                    <a:pt x="156" y="23"/>
                  </a:moveTo>
                  <a:cubicBezTo>
                    <a:pt x="147" y="13"/>
                    <a:pt x="79" y="0"/>
                    <a:pt x="63" y="1"/>
                  </a:cubicBezTo>
                  <a:cubicBezTo>
                    <a:pt x="16" y="4"/>
                    <a:pt x="15" y="83"/>
                    <a:pt x="11" y="118"/>
                  </a:cubicBezTo>
                  <a:cubicBezTo>
                    <a:pt x="0" y="202"/>
                    <a:pt x="7" y="281"/>
                    <a:pt x="23" y="364"/>
                  </a:cubicBezTo>
                  <a:cubicBezTo>
                    <a:pt x="27" y="388"/>
                    <a:pt x="32" y="437"/>
                    <a:pt x="45" y="457"/>
                  </a:cubicBezTo>
                  <a:cubicBezTo>
                    <a:pt x="71" y="498"/>
                    <a:pt x="111" y="428"/>
                    <a:pt x="120" y="401"/>
                  </a:cubicBezTo>
                  <a:cubicBezTo>
                    <a:pt x="130" y="370"/>
                    <a:pt x="129" y="336"/>
                    <a:pt x="135" y="304"/>
                  </a:cubicBezTo>
                  <a:cubicBezTo>
                    <a:pt x="144" y="260"/>
                    <a:pt x="158" y="218"/>
                    <a:pt x="167" y="174"/>
                  </a:cubicBezTo>
                  <a:cubicBezTo>
                    <a:pt x="178" y="122"/>
                    <a:pt x="184" y="71"/>
                    <a:pt x="172" y="20"/>
                  </a:cubicBezTo>
                </a:path>
              </a:pathLst>
            </a:custGeom>
            <a:solidFill>
              <a:srgbClr val="F9E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858" name="Freeform 277">
              <a:extLst>
                <a:ext uri="{FF2B5EF4-FFF2-40B4-BE49-F238E27FC236}">
                  <a16:creationId xmlns:a16="http://schemas.microsoft.com/office/drawing/2014/main" id="{97DF1CEF-C080-43E0-AFDC-D318064633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5" y="3557"/>
              <a:ext cx="185" cy="212"/>
            </a:xfrm>
            <a:custGeom>
              <a:avLst/>
              <a:gdLst>
                <a:gd name="T0" fmla="*/ 30 w 174"/>
                <a:gd name="T1" fmla="*/ 27 h 199"/>
                <a:gd name="T2" fmla="*/ 31 w 174"/>
                <a:gd name="T3" fmla="*/ 126 h 199"/>
                <a:gd name="T4" fmla="*/ 13 w 174"/>
                <a:gd name="T5" fmla="*/ 172 h 199"/>
                <a:gd name="T6" fmla="*/ 84 w 174"/>
                <a:gd name="T7" fmla="*/ 180 h 199"/>
                <a:gd name="T8" fmla="*/ 156 w 174"/>
                <a:gd name="T9" fmla="*/ 197 h 199"/>
                <a:gd name="T10" fmla="*/ 209 w 174"/>
                <a:gd name="T11" fmla="*/ 197 h 199"/>
                <a:gd name="T12" fmla="*/ 157 w 174"/>
                <a:gd name="T13" fmla="*/ 161 h 199"/>
                <a:gd name="T14" fmla="*/ 82 w 174"/>
                <a:gd name="T15" fmla="*/ 123 h 199"/>
                <a:gd name="T16" fmla="*/ 74 w 174"/>
                <a:gd name="T17" fmla="*/ 0 h 19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74" h="199">
                  <a:moveTo>
                    <a:pt x="24" y="22"/>
                  </a:moveTo>
                  <a:cubicBezTo>
                    <a:pt x="30" y="46"/>
                    <a:pt x="35" y="81"/>
                    <a:pt x="25" y="104"/>
                  </a:cubicBezTo>
                  <a:cubicBezTo>
                    <a:pt x="19" y="117"/>
                    <a:pt x="0" y="125"/>
                    <a:pt x="10" y="142"/>
                  </a:cubicBezTo>
                  <a:cubicBezTo>
                    <a:pt x="22" y="161"/>
                    <a:pt x="53" y="150"/>
                    <a:pt x="70" y="149"/>
                  </a:cubicBezTo>
                  <a:cubicBezTo>
                    <a:pt x="98" y="147"/>
                    <a:pt x="107" y="147"/>
                    <a:pt x="130" y="163"/>
                  </a:cubicBezTo>
                  <a:cubicBezTo>
                    <a:pt x="145" y="174"/>
                    <a:pt x="174" y="199"/>
                    <a:pt x="174" y="163"/>
                  </a:cubicBezTo>
                  <a:cubicBezTo>
                    <a:pt x="174" y="138"/>
                    <a:pt x="149" y="137"/>
                    <a:pt x="131" y="133"/>
                  </a:cubicBezTo>
                  <a:cubicBezTo>
                    <a:pt x="106" y="127"/>
                    <a:pt x="80" y="127"/>
                    <a:pt x="68" y="101"/>
                  </a:cubicBezTo>
                  <a:cubicBezTo>
                    <a:pt x="54" y="71"/>
                    <a:pt x="73" y="31"/>
                    <a:pt x="62" y="0"/>
                  </a:cubicBezTo>
                </a:path>
              </a:pathLst>
            </a:custGeom>
            <a:solidFill>
              <a:srgbClr val="F9E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859" name="Freeform 278">
              <a:extLst>
                <a:ext uri="{FF2B5EF4-FFF2-40B4-BE49-F238E27FC236}">
                  <a16:creationId xmlns:a16="http://schemas.microsoft.com/office/drawing/2014/main" id="{8E49648C-35BE-4F05-AFF4-5A908CDFA7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2" y="3747"/>
              <a:ext cx="122" cy="168"/>
            </a:xfrm>
            <a:custGeom>
              <a:avLst/>
              <a:gdLst>
                <a:gd name="T0" fmla="*/ 136 w 114"/>
                <a:gd name="T1" fmla="*/ 65 h 158"/>
                <a:gd name="T2" fmla="*/ 67 w 114"/>
                <a:gd name="T3" fmla="*/ 101 h 158"/>
                <a:gd name="T4" fmla="*/ 0 w 114"/>
                <a:gd name="T5" fmla="*/ 180 h 158"/>
                <a:gd name="T6" fmla="*/ 46 w 114"/>
                <a:gd name="T7" fmla="*/ 188 h 158"/>
                <a:gd name="T8" fmla="*/ 78 w 114"/>
                <a:gd name="T9" fmla="*/ 146 h 158"/>
                <a:gd name="T10" fmla="*/ 140 w 114"/>
                <a:gd name="T11" fmla="*/ 55 h 15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4" h="158">
                  <a:moveTo>
                    <a:pt x="111" y="54"/>
                  </a:moveTo>
                  <a:cubicBezTo>
                    <a:pt x="95" y="0"/>
                    <a:pt x="65" y="70"/>
                    <a:pt x="55" y="84"/>
                  </a:cubicBezTo>
                  <a:cubicBezTo>
                    <a:pt x="40" y="107"/>
                    <a:pt x="4" y="120"/>
                    <a:pt x="0" y="150"/>
                  </a:cubicBezTo>
                  <a:cubicBezTo>
                    <a:pt x="8" y="150"/>
                    <a:pt x="31" y="158"/>
                    <a:pt x="37" y="156"/>
                  </a:cubicBezTo>
                  <a:cubicBezTo>
                    <a:pt x="49" y="152"/>
                    <a:pt x="57" y="131"/>
                    <a:pt x="64" y="121"/>
                  </a:cubicBezTo>
                  <a:cubicBezTo>
                    <a:pt x="80" y="99"/>
                    <a:pt x="94" y="63"/>
                    <a:pt x="114" y="46"/>
                  </a:cubicBezTo>
                </a:path>
              </a:pathLst>
            </a:custGeom>
            <a:solidFill>
              <a:srgbClr val="F9E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860" name="Freeform 279">
              <a:extLst>
                <a:ext uri="{FF2B5EF4-FFF2-40B4-BE49-F238E27FC236}">
                  <a16:creationId xmlns:a16="http://schemas.microsoft.com/office/drawing/2014/main" id="{B5E6A398-B0D1-484B-A843-48D804642A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7" y="2201"/>
              <a:ext cx="143" cy="159"/>
            </a:xfrm>
            <a:custGeom>
              <a:avLst/>
              <a:gdLst>
                <a:gd name="T0" fmla="*/ 129 w 134"/>
                <a:gd name="T1" fmla="*/ 25 h 149"/>
                <a:gd name="T2" fmla="*/ 75 w 134"/>
                <a:gd name="T3" fmla="*/ 4 h 149"/>
                <a:gd name="T4" fmla="*/ 42 w 134"/>
                <a:gd name="T5" fmla="*/ 67 h 149"/>
                <a:gd name="T6" fmla="*/ 42 w 134"/>
                <a:gd name="T7" fmla="*/ 181 h 149"/>
                <a:gd name="T8" fmla="*/ 82 w 134"/>
                <a:gd name="T9" fmla="*/ 106 h 149"/>
                <a:gd name="T10" fmla="*/ 156 w 134"/>
                <a:gd name="T11" fmla="*/ 140 h 149"/>
                <a:gd name="T12" fmla="*/ 141 w 134"/>
                <a:gd name="T13" fmla="*/ 33 h 14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4" h="149">
                  <a:moveTo>
                    <a:pt x="106" y="21"/>
                  </a:moveTo>
                  <a:cubicBezTo>
                    <a:pt x="92" y="16"/>
                    <a:pt x="76" y="0"/>
                    <a:pt x="62" y="4"/>
                  </a:cubicBezTo>
                  <a:cubicBezTo>
                    <a:pt x="43" y="9"/>
                    <a:pt x="42" y="39"/>
                    <a:pt x="35" y="55"/>
                  </a:cubicBezTo>
                  <a:cubicBezTo>
                    <a:pt x="27" y="76"/>
                    <a:pt x="0" y="136"/>
                    <a:pt x="35" y="149"/>
                  </a:cubicBezTo>
                  <a:cubicBezTo>
                    <a:pt x="45" y="132"/>
                    <a:pt x="45" y="96"/>
                    <a:pt x="67" y="87"/>
                  </a:cubicBezTo>
                  <a:cubicBezTo>
                    <a:pt x="88" y="79"/>
                    <a:pt x="111" y="108"/>
                    <a:pt x="128" y="115"/>
                  </a:cubicBezTo>
                  <a:cubicBezTo>
                    <a:pt x="134" y="88"/>
                    <a:pt x="134" y="49"/>
                    <a:pt x="116" y="27"/>
                  </a:cubicBezTo>
                </a:path>
              </a:pathLst>
            </a:custGeom>
            <a:solidFill>
              <a:srgbClr val="F9E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861" name="Freeform 280">
              <a:extLst>
                <a:ext uri="{FF2B5EF4-FFF2-40B4-BE49-F238E27FC236}">
                  <a16:creationId xmlns:a16="http://schemas.microsoft.com/office/drawing/2014/main" id="{7F43FF23-3E38-4662-9FE9-732C538D6D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4" y="1879"/>
              <a:ext cx="206" cy="275"/>
            </a:xfrm>
            <a:custGeom>
              <a:avLst/>
              <a:gdLst>
                <a:gd name="T0" fmla="*/ 125 w 193"/>
                <a:gd name="T1" fmla="*/ 39 h 258"/>
                <a:gd name="T2" fmla="*/ 78 w 193"/>
                <a:gd name="T3" fmla="*/ 6 h 258"/>
                <a:gd name="T4" fmla="*/ 23 w 193"/>
                <a:gd name="T5" fmla="*/ 91 h 258"/>
                <a:gd name="T6" fmla="*/ 11 w 193"/>
                <a:gd name="T7" fmla="*/ 196 h 258"/>
                <a:gd name="T8" fmla="*/ 29 w 193"/>
                <a:gd name="T9" fmla="*/ 263 h 258"/>
                <a:gd name="T10" fmla="*/ 184 w 193"/>
                <a:gd name="T11" fmla="*/ 225 h 258"/>
                <a:gd name="T12" fmla="*/ 222 w 193"/>
                <a:gd name="T13" fmla="*/ 102 h 258"/>
                <a:gd name="T14" fmla="*/ 134 w 193"/>
                <a:gd name="T15" fmla="*/ 35 h 25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93" h="258">
                  <a:moveTo>
                    <a:pt x="103" y="33"/>
                  </a:moveTo>
                  <a:cubicBezTo>
                    <a:pt x="88" y="25"/>
                    <a:pt x="81" y="9"/>
                    <a:pt x="64" y="6"/>
                  </a:cubicBezTo>
                  <a:cubicBezTo>
                    <a:pt x="27" y="0"/>
                    <a:pt x="24" y="49"/>
                    <a:pt x="20" y="75"/>
                  </a:cubicBezTo>
                  <a:cubicBezTo>
                    <a:pt x="16" y="105"/>
                    <a:pt x="16" y="133"/>
                    <a:pt x="8" y="162"/>
                  </a:cubicBezTo>
                  <a:cubicBezTo>
                    <a:pt x="0" y="189"/>
                    <a:pt x="0" y="201"/>
                    <a:pt x="23" y="218"/>
                  </a:cubicBezTo>
                  <a:cubicBezTo>
                    <a:pt x="74" y="258"/>
                    <a:pt x="111" y="227"/>
                    <a:pt x="151" y="186"/>
                  </a:cubicBezTo>
                  <a:cubicBezTo>
                    <a:pt x="175" y="162"/>
                    <a:pt x="193" y="118"/>
                    <a:pt x="183" y="84"/>
                  </a:cubicBezTo>
                  <a:cubicBezTo>
                    <a:pt x="175" y="54"/>
                    <a:pt x="135" y="42"/>
                    <a:pt x="111" y="29"/>
                  </a:cubicBezTo>
                </a:path>
              </a:pathLst>
            </a:custGeom>
            <a:solidFill>
              <a:srgbClr val="F9E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862" name="Freeform 281">
              <a:extLst>
                <a:ext uri="{FF2B5EF4-FFF2-40B4-BE49-F238E27FC236}">
                  <a16:creationId xmlns:a16="http://schemas.microsoft.com/office/drawing/2014/main" id="{CDEC3D5E-A03C-4EB2-AF50-75DB8F60B4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7" y="1564"/>
              <a:ext cx="269" cy="331"/>
            </a:xfrm>
            <a:custGeom>
              <a:avLst/>
              <a:gdLst>
                <a:gd name="T0" fmla="*/ 306 w 252"/>
                <a:gd name="T1" fmla="*/ 77 h 311"/>
                <a:gd name="T2" fmla="*/ 135 w 252"/>
                <a:gd name="T3" fmla="*/ 45 h 311"/>
                <a:gd name="T4" fmla="*/ 18 w 252"/>
                <a:gd name="T5" fmla="*/ 241 h 311"/>
                <a:gd name="T6" fmla="*/ 53 w 252"/>
                <a:gd name="T7" fmla="*/ 295 h 311"/>
                <a:gd name="T8" fmla="*/ 83 w 252"/>
                <a:gd name="T9" fmla="*/ 345 h 311"/>
                <a:gd name="T10" fmla="*/ 142 w 252"/>
                <a:gd name="T11" fmla="*/ 345 h 311"/>
                <a:gd name="T12" fmla="*/ 238 w 252"/>
                <a:gd name="T13" fmla="*/ 277 h 311"/>
                <a:gd name="T14" fmla="*/ 152 w 252"/>
                <a:gd name="T15" fmla="*/ 303 h 311"/>
                <a:gd name="T16" fmla="*/ 145 w 252"/>
                <a:gd name="T17" fmla="*/ 238 h 311"/>
                <a:gd name="T18" fmla="*/ 251 w 252"/>
                <a:gd name="T19" fmla="*/ 172 h 311"/>
                <a:gd name="T20" fmla="*/ 289 w 252"/>
                <a:gd name="T21" fmla="*/ 89 h 31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52" h="311">
                  <a:moveTo>
                    <a:pt x="252" y="64"/>
                  </a:moveTo>
                  <a:cubicBezTo>
                    <a:pt x="203" y="62"/>
                    <a:pt x="154" y="0"/>
                    <a:pt x="111" y="37"/>
                  </a:cubicBezTo>
                  <a:cubicBezTo>
                    <a:pt x="70" y="74"/>
                    <a:pt x="0" y="136"/>
                    <a:pt x="15" y="199"/>
                  </a:cubicBezTo>
                  <a:cubicBezTo>
                    <a:pt x="19" y="219"/>
                    <a:pt x="32" y="229"/>
                    <a:pt x="44" y="244"/>
                  </a:cubicBezTo>
                  <a:cubicBezTo>
                    <a:pt x="56" y="258"/>
                    <a:pt x="59" y="272"/>
                    <a:pt x="68" y="286"/>
                  </a:cubicBezTo>
                  <a:cubicBezTo>
                    <a:pt x="84" y="311"/>
                    <a:pt x="98" y="301"/>
                    <a:pt x="117" y="286"/>
                  </a:cubicBezTo>
                  <a:cubicBezTo>
                    <a:pt x="139" y="268"/>
                    <a:pt x="186" y="257"/>
                    <a:pt x="196" y="229"/>
                  </a:cubicBezTo>
                  <a:cubicBezTo>
                    <a:pt x="177" y="220"/>
                    <a:pt x="147" y="251"/>
                    <a:pt x="125" y="252"/>
                  </a:cubicBezTo>
                  <a:cubicBezTo>
                    <a:pt x="85" y="255"/>
                    <a:pt x="102" y="218"/>
                    <a:pt x="119" y="197"/>
                  </a:cubicBezTo>
                  <a:cubicBezTo>
                    <a:pt x="142" y="169"/>
                    <a:pt x="183" y="172"/>
                    <a:pt x="206" y="143"/>
                  </a:cubicBezTo>
                  <a:cubicBezTo>
                    <a:pt x="218" y="130"/>
                    <a:pt x="244" y="91"/>
                    <a:pt x="238" y="74"/>
                  </a:cubicBezTo>
                </a:path>
              </a:pathLst>
            </a:custGeom>
            <a:solidFill>
              <a:srgbClr val="F9E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863" name="Freeform 282">
              <a:extLst>
                <a:ext uri="{FF2B5EF4-FFF2-40B4-BE49-F238E27FC236}">
                  <a16:creationId xmlns:a16="http://schemas.microsoft.com/office/drawing/2014/main" id="{0F9E41FC-2055-4D75-B9B2-054C4071340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7" y="1253"/>
              <a:ext cx="356" cy="328"/>
            </a:xfrm>
            <a:custGeom>
              <a:avLst/>
              <a:gdLst>
                <a:gd name="T0" fmla="*/ 407 w 333"/>
                <a:gd name="T1" fmla="*/ 0 h 307"/>
                <a:gd name="T2" fmla="*/ 331 w 333"/>
                <a:gd name="T3" fmla="*/ 17 h 307"/>
                <a:gd name="T4" fmla="*/ 247 w 333"/>
                <a:gd name="T5" fmla="*/ 58 h 307"/>
                <a:gd name="T6" fmla="*/ 74 w 333"/>
                <a:gd name="T7" fmla="*/ 186 h 307"/>
                <a:gd name="T8" fmla="*/ 6 w 333"/>
                <a:gd name="T9" fmla="*/ 287 h 307"/>
                <a:gd name="T10" fmla="*/ 26 w 333"/>
                <a:gd name="T11" fmla="*/ 316 h 307"/>
                <a:gd name="T12" fmla="*/ 60 w 333"/>
                <a:gd name="T13" fmla="*/ 352 h 307"/>
                <a:gd name="T14" fmla="*/ 109 w 333"/>
                <a:gd name="T15" fmla="*/ 283 h 307"/>
                <a:gd name="T16" fmla="*/ 184 w 333"/>
                <a:gd name="T17" fmla="*/ 302 h 307"/>
                <a:gd name="T18" fmla="*/ 214 w 333"/>
                <a:gd name="T19" fmla="*/ 214 h 307"/>
                <a:gd name="T20" fmla="*/ 270 w 333"/>
                <a:gd name="T21" fmla="*/ 115 h 307"/>
                <a:gd name="T22" fmla="*/ 390 w 333"/>
                <a:gd name="T23" fmla="*/ 6 h 30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33" h="307">
                  <a:moveTo>
                    <a:pt x="333" y="0"/>
                  </a:moveTo>
                  <a:cubicBezTo>
                    <a:pt x="325" y="12"/>
                    <a:pt x="287" y="8"/>
                    <a:pt x="271" y="14"/>
                  </a:cubicBezTo>
                  <a:cubicBezTo>
                    <a:pt x="247" y="23"/>
                    <a:pt x="224" y="34"/>
                    <a:pt x="202" y="48"/>
                  </a:cubicBezTo>
                  <a:cubicBezTo>
                    <a:pt x="151" y="80"/>
                    <a:pt x="99" y="103"/>
                    <a:pt x="61" y="153"/>
                  </a:cubicBezTo>
                  <a:cubicBezTo>
                    <a:pt x="43" y="176"/>
                    <a:pt x="13" y="208"/>
                    <a:pt x="6" y="236"/>
                  </a:cubicBezTo>
                  <a:cubicBezTo>
                    <a:pt x="0" y="261"/>
                    <a:pt x="10" y="250"/>
                    <a:pt x="21" y="259"/>
                  </a:cubicBezTo>
                  <a:cubicBezTo>
                    <a:pt x="31" y="267"/>
                    <a:pt x="34" y="289"/>
                    <a:pt x="49" y="288"/>
                  </a:cubicBezTo>
                  <a:cubicBezTo>
                    <a:pt x="50" y="263"/>
                    <a:pt x="53" y="227"/>
                    <a:pt x="89" y="232"/>
                  </a:cubicBezTo>
                  <a:cubicBezTo>
                    <a:pt x="124" y="237"/>
                    <a:pt x="122" y="307"/>
                    <a:pt x="151" y="248"/>
                  </a:cubicBezTo>
                  <a:cubicBezTo>
                    <a:pt x="162" y="226"/>
                    <a:pt x="169" y="199"/>
                    <a:pt x="175" y="175"/>
                  </a:cubicBezTo>
                  <a:cubicBezTo>
                    <a:pt x="182" y="141"/>
                    <a:pt x="199" y="120"/>
                    <a:pt x="222" y="95"/>
                  </a:cubicBezTo>
                  <a:cubicBezTo>
                    <a:pt x="254" y="62"/>
                    <a:pt x="283" y="31"/>
                    <a:pt x="319" y="6"/>
                  </a:cubicBezTo>
                </a:path>
              </a:pathLst>
            </a:custGeom>
            <a:solidFill>
              <a:srgbClr val="F9E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864" name="Freeform 283">
              <a:extLst>
                <a:ext uri="{FF2B5EF4-FFF2-40B4-BE49-F238E27FC236}">
                  <a16:creationId xmlns:a16="http://schemas.microsoft.com/office/drawing/2014/main" id="{942970C9-FBAC-4F0A-83E0-E8E77D8EC9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7" y="1314"/>
              <a:ext cx="345" cy="602"/>
            </a:xfrm>
            <a:custGeom>
              <a:avLst/>
              <a:gdLst>
                <a:gd name="T0" fmla="*/ 157 w 323"/>
                <a:gd name="T1" fmla="*/ 80 h 564"/>
                <a:gd name="T2" fmla="*/ 145 w 323"/>
                <a:gd name="T3" fmla="*/ 237 h 564"/>
                <a:gd name="T4" fmla="*/ 115 w 323"/>
                <a:gd name="T5" fmla="*/ 360 h 564"/>
                <a:gd name="T6" fmla="*/ 58 w 323"/>
                <a:gd name="T7" fmla="*/ 409 h 564"/>
                <a:gd name="T8" fmla="*/ 20 w 323"/>
                <a:gd name="T9" fmla="*/ 466 h 564"/>
                <a:gd name="T10" fmla="*/ 14 w 323"/>
                <a:gd name="T11" fmla="*/ 521 h 564"/>
                <a:gd name="T12" fmla="*/ 43 w 323"/>
                <a:gd name="T13" fmla="*/ 517 h 564"/>
                <a:gd name="T14" fmla="*/ 91 w 323"/>
                <a:gd name="T15" fmla="*/ 512 h 564"/>
                <a:gd name="T16" fmla="*/ 228 w 323"/>
                <a:gd name="T17" fmla="*/ 608 h 564"/>
                <a:gd name="T18" fmla="*/ 244 w 323"/>
                <a:gd name="T19" fmla="*/ 664 h 564"/>
                <a:gd name="T20" fmla="*/ 308 w 323"/>
                <a:gd name="T21" fmla="*/ 670 h 564"/>
                <a:gd name="T22" fmla="*/ 390 w 323"/>
                <a:gd name="T23" fmla="*/ 566 h 564"/>
                <a:gd name="T24" fmla="*/ 382 w 323"/>
                <a:gd name="T25" fmla="*/ 488 h 564"/>
                <a:gd name="T26" fmla="*/ 376 w 323"/>
                <a:gd name="T27" fmla="*/ 398 h 564"/>
                <a:gd name="T28" fmla="*/ 380 w 323"/>
                <a:gd name="T29" fmla="*/ 217 h 564"/>
                <a:gd name="T30" fmla="*/ 335 w 323"/>
                <a:gd name="T31" fmla="*/ 50 h 564"/>
                <a:gd name="T32" fmla="*/ 232 w 323"/>
                <a:gd name="T33" fmla="*/ 19 h 564"/>
                <a:gd name="T34" fmla="*/ 161 w 323"/>
                <a:gd name="T35" fmla="*/ 92 h 564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323" h="564">
                  <a:moveTo>
                    <a:pt x="129" y="66"/>
                  </a:moveTo>
                  <a:cubicBezTo>
                    <a:pt x="122" y="109"/>
                    <a:pt x="115" y="151"/>
                    <a:pt x="119" y="195"/>
                  </a:cubicBezTo>
                  <a:cubicBezTo>
                    <a:pt x="123" y="238"/>
                    <a:pt x="125" y="263"/>
                    <a:pt x="95" y="296"/>
                  </a:cubicBezTo>
                  <a:cubicBezTo>
                    <a:pt x="81" y="311"/>
                    <a:pt x="62" y="320"/>
                    <a:pt x="48" y="336"/>
                  </a:cubicBezTo>
                  <a:cubicBezTo>
                    <a:pt x="36" y="350"/>
                    <a:pt x="25" y="367"/>
                    <a:pt x="17" y="383"/>
                  </a:cubicBezTo>
                  <a:cubicBezTo>
                    <a:pt x="13" y="392"/>
                    <a:pt x="0" y="420"/>
                    <a:pt x="11" y="428"/>
                  </a:cubicBezTo>
                  <a:cubicBezTo>
                    <a:pt x="17" y="433"/>
                    <a:pt x="29" y="425"/>
                    <a:pt x="35" y="424"/>
                  </a:cubicBezTo>
                  <a:cubicBezTo>
                    <a:pt x="48" y="422"/>
                    <a:pt x="62" y="422"/>
                    <a:pt x="75" y="422"/>
                  </a:cubicBezTo>
                  <a:cubicBezTo>
                    <a:pt x="124" y="422"/>
                    <a:pt x="166" y="456"/>
                    <a:pt x="186" y="500"/>
                  </a:cubicBezTo>
                  <a:cubicBezTo>
                    <a:pt x="192" y="514"/>
                    <a:pt x="190" y="533"/>
                    <a:pt x="199" y="546"/>
                  </a:cubicBezTo>
                  <a:cubicBezTo>
                    <a:pt x="212" y="564"/>
                    <a:pt x="235" y="562"/>
                    <a:pt x="253" y="551"/>
                  </a:cubicBezTo>
                  <a:cubicBezTo>
                    <a:pt x="279" y="535"/>
                    <a:pt x="317" y="498"/>
                    <a:pt x="320" y="466"/>
                  </a:cubicBezTo>
                  <a:cubicBezTo>
                    <a:pt x="323" y="446"/>
                    <a:pt x="315" y="422"/>
                    <a:pt x="314" y="401"/>
                  </a:cubicBezTo>
                  <a:cubicBezTo>
                    <a:pt x="312" y="377"/>
                    <a:pt x="309" y="352"/>
                    <a:pt x="309" y="327"/>
                  </a:cubicBezTo>
                  <a:cubicBezTo>
                    <a:pt x="308" y="277"/>
                    <a:pt x="310" y="228"/>
                    <a:pt x="312" y="178"/>
                  </a:cubicBezTo>
                  <a:cubicBezTo>
                    <a:pt x="313" y="135"/>
                    <a:pt x="302" y="76"/>
                    <a:pt x="275" y="41"/>
                  </a:cubicBezTo>
                  <a:cubicBezTo>
                    <a:pt x="253" y="14"/>
                    <a:pt x="223" y="0"/>
                    <a:pt x="190" y="16"/>
                  </a:cubicBezTo>
                  <a:cubicBezTo>
                    <a:pt x="161" y="29"/>
                    <a:pt x="151" y="55"/>
                    <a:pt x="132" y="76"/>
                  </a:cubicBezTo>
                </a:path>
              </a:pathLst>
            </a:custGeom>
            <a:solidFill>
              <a:srgbClr val="F9E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865" name="Freeform 284">
              <a:extLst>
                <a:ext uri="{FF2B5EF4-FFF2-40B4-BE49-F238E27FC236}">
                  <a16:creationId xmlns:a16="http://schemas.microsoft.com/office/drawing/2014/main" id="{AAC1B558-32D8-4D13-857D-78F62E44DB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4" y="1941"/>
              <a:ext cx="360" cy="241"/>
            </a:xfrm>
            <a:custGeom>
              <a:avLst/>
              <a:gdLst>
                <a:gd name="T0" fmla="*/ 4 w 337"/>
                <a:gd name="T1" fmla="*/ 0 h 226"/>
                <a:gd name="T2" fmla="*/ 26 w 337"/>
                <a:gd name="T3" fmla="*/ 59 h 226"/>
                <a:gd name="T4" fmla="*/ 73 w 337"/>
                <a:gd name="T5" fmla="*/ 107 h 226"/>
                <a:gd name="T6" fmla="*/ 178 w 337"/>
                <a:gd name="T7" fmla="*/ 149 h 226"/>
                <a:gd name="T8" fmla="*/ 357 w 337"/>
                <a:gd name="T9" fmla="*/ 258 h 226"/>
                <a:gd name="T10" fmla="*/ 404 w 337"/>
                <a:gd name="T11" fmla="*/ 259 h 226"/>
                <a:gd name="T12" fmla="*/ 401 w 337"/>
                <a:gd name="T13" fmla="*/ 203 h 226"/>
                <a:gd name="T14" fmla="*/ 395 w 337"/>
                <a:gd name="T15" fmla="*/ 132 h 226"/>
                <a:gd name="T16" fmla="*/ 359 w 337"/>
                <a:gd name="T17" fmla="*/ 109 h 226"/>
                <a:gd name="T18" fmla="*/ 73 w 337"/>
                <a:gd name="T19" fmla="*/ 33 h 226"/>
                <a:gd name="T20" fmla="*/ 12 w 337"/>
                <a:gd name="T21" fmla="*/ 2 h 22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37" h="226">
                  <a:moveTo>
                    <a:pt x="4" y="0"/>
                  </a:moveTo>
                  <a:cubicBezTo>
                    <a:pt x="0" y="13"/>
                    <a:pt x="15" y="38"/>
                    <a:pt x="21" y="49"/>
                  </a:cubicBezTo>
                  <a:cubicBezTo>
                    <a:pt x="30" y="67"/>
                    <a:pt x="44" y="77"/>
                    <a:pt x="60" y="88"/>
                  </a:cubicBezTo>
                  <a:cubicBezTo>
                    <a:pt x="85" y="105"/>
                    <a:pt x="118" y="110"/>
                    <a:pt x="146" y="123"/>
                  </a:cubicBezTo>
                  <a:cubicBezTo>
                    <a:pt x="197" y="148"/>
                    <a:pt x="239" y="194"/>
                    <a:pt x="293" y="213"/>
                  </a:cubicBezTo>
                  <a:cubicBezTo>
                    <a:pt x="304" y="216"/>
                    <a:pt x="322" y="226"/>
                    <a:pt x="331" y="214"/>
                  </a:cubicBezTo>
                  <a:cubicBezTo>
                    <a:pt x="337" y="205"/>
                    <a:pt x="330" y="176"/>
                    <a:pt x="329" y="167"/>
                  </a:cubicBezTo>
                  <a:cubicBezTo>
                    <a:pt x="327" y="148"/>
                    <a:pt x="326" y="128"/>
                    <a:pt x="324" y="109"/>
                  </a:cubicBezTo>
                  <a:cubicBezTo>
                    <a:pt x="321" y="87"/>
                    <a:pt x="315" y="89"/>
                    <a:pt x="295" y="90"/>
                  </a:cubicBezTo>
                  <a:cubicBezTo>
                    <a:pt x="207" y="92"/>
                    <a:pt x="138" y="61"/>
                    <a:pt x="60" y="27"/>
                  </a:cubicBezTo>
                  <a:cubicBezTo>
                    <a:pt x="43" y="19"/>
                    <a:pt x="24" y="13"/>
                    <a:pt x="9" y="2"/>
                  </a:cubicBezTo>
                </a:path>
              </a:pathLst>
            </a:custGeom>
            <a:solidFill>
              <a:srgbClr val="F9E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866" name="Freeform 285">
              <a:extLst>
                <a:ext uri="{FF2B5EF4-FFF2-40B4-BE49-F238E27FC236}">
                  <a16:creationId xmlns:a16="http://schemas.microsoft.com/office/drawing/2014/main" id="{E782B2A4-80C3-4BE3-A9BE-9A493B43C9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6" y="2154"/>
              <a:ext cx="151" cy="140"/>
            </a:xfrm>
            <a:custGeom>
              <a:avLst/>
              <a:gdLst>
                <a:gd name="T0" fmla="*/ 0 w 142"/>
                <a:gd name="T1" fmla="*/ 0 h 131"/>
                <a:gd name="T2" fmla="*/ 57 w 142"/>
                <a:gd name="T3" fmla="*/ 68 h 131"/>
                <a:gd name="T4" fmla="*/ 107 w 142"/>
                <a:gd name="T5" fmla="*/ 130 h 131"/>
                <a:gd name="T6" fmla="*/ 167 w 142"/>
                <a:gd name="T7" fmla="*/ 120 h 131"/>
                <a:gd name="T8" fmla="*/ 95 w 142"/>
                <a:gd name="T9" fmla="*/ 71 h 131"/>
                <a:gd name="T10" fmla="*/ 44 w 142"/>
                <a:gd name="T11" fmla="*/ 34 h 131"/>
                <a:gd name="T12" fmla="*/ 17 w 142"/>
                <a:gd name="T13" fmla="*/ 2 h 1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2" h="131">
                  <a:moveTo>
                    <a:pt x="0" y="0"/>
                  </a:moveTo>
                  <a:cubicBezTo>
                    <a:pt x="20" y="7"/>
                    <a:pt x="35" y="40"/>
                    <a:pt x="48" y="56"/>
                  </a:cubicBezTo>
                  <a:cubicBezTo>
                    <a:pt x="63" y="73"/>
                    <a:pt x="76" y="89"/>
                    <a:pt x="89" y="107"/>
                  </a:cubicBezTo>
                  <a:cubicBezTo>
                    <a:pt x="104" y="125"/>
                    <a:pt x="133" y="131"/>
                    <a:pt x="139" y="98"/>
                  </a:cubicBezTo>
                  <a:cubicBezTo>
                    <a:pt x="142" y="77"/>
                    <a:pt x="96" y="68"/>
                    <a:pt x="79" y="58"/>
                  </a:cubicBezTo>
                  <a:cubicBezTo>
                    <a:pt x="66" y="50"/>
                    <a:pt x="49" y="38"/>
                    <a:pt x="37" y="28"/>
                  </a:cubicBezTo>
                  <a:cubicBezTo>
                    <a:pt x="29" y="20"/>
                    <a:pt x="24" y="6"/>
                    <a:pt x="14" y="2"/>
                  </a:cubicBezTo>
                </a:path>
              </a:pathLst>
            </a:custGeom>
            <a:solidFill>
              <a:srgbClr val="F9E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867" name="Freeform 286">
              <a:extLst>
                <a:ext uri="{FF2B5EF4-FFF2-40B4-BE49-F238E27FC236}">
                  <a16:creationId xmlns:a16="http://schemas.microsoft.com/office/drawing/2014/main" id="{39B12B40-1F24-4A56-BC4A-77FE1535879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6" y="2457"/>
              <a:ext cx="538" cy="294"/>
            </a:xfrm>
            <a:custGeom>
              <a:avLst/>
              <a:gdLst>
                <a:gd name="T0" fmla="*/ 176 w 504"/>
                <a:gd name="T1" fmla="*/ 250 h 275"/>
                <a:gd name="T2" fmla="*/ 11 w 504"/>
                <a:gd name="T3" fmla="*/ 221 h 275"/>
                <a:gd name="T4" fmla="*/ 47 w 504"/>
                <a:gd name="T5" fmla="*/ 83 h 275"/>
                <a:gd name="T6" fmla="*/ 154 w 504"/>
                <a:gd name="T7" fmla="*/ 26 h 275"/>
                <a:gd name="T8" fmla="*/ 395 w 504"/>
                <a:gd name="T9" fmla="*/ 41 h 275"/>
                <a:gd name="T10" fmla="*/ 479 w 504"/>
                <a:gd name="T11" fmla="*/ 41 h 275"/>
                <a:gd name="T12" fmla="*/ 559 w 504"/>
                <a:gd name="T13" fmla="*/ 26 h 275"/>
                <a:gd name="T14" fmla="*/ 610 w 504"/>
                <a:gd name="T15" fmla="*/ 149 h 275"/>
                <a:gd name="T16" fmla="*/ 494 w 504"/>
                <a:gd name="T17" fmla="*/ 230 h 275"/>
                <a:gd name="T18" fmla="*/ 344 w 504"/>
                <a:gd name="T19" fmla="*/ 234 h 275"/>
                <a:gd name="T20" fmla="*/ 237 w 504"/>
                <a:gd name="T21" fmla="*/ 246 h 275"/>
                <a:gd name="T22" fmla="*/ 157 w 504"/>
                <a:gd name="T23" fmla="*/ 253 h 27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04" h="275">
                  <a:moveTo>
                    <a:pt x="145" y="205"/>
                  </a:moveTo>
                  <a:cubicBezTo>
                    <a:pt x="95" y="197"/>
                    <a:pt x="0" y="275"/>
                    <a:pt x="8" y="181"/>
                  </a:cubicBezTo>
                  <a:cubicBezTo>
                    <a:pt x="10" y="145"/>
                    <a:pt x="18" y="97"/>
                    <a:pt x="38" y="68"/>
                  </a:cubicBezTo>
                  <a:cubicBezTo>
                    <a:pt x="58" y="39"/>
                    <a:pt x="92" y="32"/>
                    <a:pt x="126" y="21"/>
                  </a:cubicBezTo>
                  <a:cubicBezTo>
                    <a:pt x="194" y="0"/>
                    <a:pt x="256" y="34"/>
                    <a:pt x="325" y="34"/>
                  </a:cubicBezTo>
                  <a:cubicBezTo>
                    <a:pt x="348" y="34"/>
                    <a:pt x="372" y="36"/>
                    <a:pt x="394" y="34"/>
                  </a:cubicBezTo>
                  <a:cubicBezTo>
                    <a:pt x="412" y="32"/>
                    <a:pt x="444" y="18"/>
                    <a:pt x="460" y="21"/>
                  </a:cubicBezTo>
                  <a:cubicBezTo>
                    <a:pt x="493" y="29"/>
                    <a:pt x="499" y="89"/>
                    <a:pt x="501" y="122"/>
                  </a:cubicBezTo>
                  <a:cubicBezTo>
                    <a:pt x="504" y="181"/>
                    <a:pt x="460" y="182"/>
                    <a:pt x="407" y="188"/>
                  </a:cubicBezTo>
                  <a:cubicBezTo>
                    <a:pt x="366" y="193"/>
                    <a:pt x="324" y="190"/>
                    <a:pt x="283" y="192"/>
                  </a:cubicBezTo>
                  <a:cubicBezTo>
                    <a:pt x="253" y="194"/>
                    <a:pt x="223" y="199"/>
                    <a:pt x="195" y="201"/>
                  </a:cubicBezTo>
                  <a:cubicBezTo>
                    <a:pt x="180" y="203"/>
                    <a:pt x="122" y="200"/>
                    <a:pt x="129" y="208"/>
                  </a:cubicBezTo>
                </a:path>
              </a:pathLst>
            </a:custGeom>
            <a:solidFill>
              <a:srgbClr val="F9E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868" name="Freeform 287">
              <a:extLst>
                <a:ext uri="{FF2B5EF4-FFF2-40B4-BE49-F238E27FC236}">
                  <a16:creationId xmlns:a16="http://schemas.microsoft.com/office/drawing/2014/main" id="{CCBF6C02-F708-46C9-9E6C-862AAD91BE8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5" y="2717"/>
              <a:ext cx="516" cy="305"/>
            </a:xfrm>
            <a:custGeom>
              <a:avLst/>
              <a:gdLst>
                <a:gd name="T0" fmla="*/ 199 w 483"/>
                <a:gd name="T1" fmla="*/ 298 h 286"/>
                <a:gd name="T2" fmla="*/ 67 w 483"/>
                <a:gd name="T3" fmla="*/ 314 h 286"/>
                <a:gd name="T4" fmla="*/ 28 w 483"/>
                <a:gd name="T5" fmla="*/ 191 h 286"/>
                <a:gd name="T6" fmla="*/ 263 w 483"/>
                <a:gd name="T7" fmla="*/ 14 h 286"/>
                <a:gd name="T8" fmla="*/ 407 w 483"/>
                <a:gd name="T9" fmla="*/ 7 h 286"/>
                <a:gd name="T10" fmla="*/ 466 w 483"/>
                <a:gd name="T11" fmla="*/ 7 h 286"/>
                <a:gd name="T12" fmla="*/ 537 w 483"/>
                <a:gd name="T13" fmla="*/ 3 h 286"/>
                <a:gd name="T14" fmla="*/ 547 w 483"/>
                <a:gd name="T15" fmla="*/ 151 h 286"/>
                <a:gd name="T16" fmla="*/ 407 w 483"/>
                <a:gd name="T17" fmla="*/ 278 h 286"/>
                <a:gd name="T18" fmla="*/ 174 w 483"/>
                <a:gd name="T19" fmla="*/ 314 h 28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83" h="286">
                  <a:moveTo>
                    <a:pt x="163" y="246"/>
                  </a:moveTo>
                  <a:cubicBezTo>
                    <a:pt x="130" y="252"/>
                    <a:pt x="78" y="286"/>
                    <a:pt x="55" y="259"/>
                  </a:cubicBezTo>
                  <a:cubicBezTo>
                    <a:pt x="40" y="240"/>
                    <a:pt x="26" y="180"/>
                    <a:pt x="22" y="158"/>
                  </a:cubicBezTo>
                  <a:cubicBezTo>
                    <a:pt x="0" y="47"/>
                    <a:pt x="130" y="22"/>
                    <a:pt x="215" y="11"/>
                  </a:cubicBezTo>
                  <a:cubicBezTo>
                    <a:pt x="254" y="5"/>
                    <a:pt x="294" y="7"/>
                    <a:pt x="334" y="7"/>
                  </a:cubicBezTo>
                  <a:cubicBezTo>
                    <a:pt x="350" y="7"/>
                    <a:pt x="366" y="6"/>
                    <a:pt x="382" y="7"/>
                  </a:cubicBezTo>
                  <a:cubicBezTo>
                    <a:pt x="398" y="7"/>
                    <a:pt x="426" y="0"/>
                    <a:pt x="441" y="3"/>
                  </a:cubicBezTo>
                  <a:cubicBezTo>
                    <a:pt x="483" y="14"/>
                    <a:pt x="462" y="93"/>
                    <a:pt x="448" y="125"/>
                  </a:cubicBezTo>
                  <a:cubicBezTo>
                    <a:pt x="422" y="182"/>
                    <a:pt x="394" y="212"/>
                    <a:pt x="334" y="230"/>
                  </a:cubicBezTo>
                  <a:cubicBezTo>
                    <a:pt x="271" y="249"/>
                    <a:pt x="205" y="244"/>
                    <a:pt x="143" y="259"/>
                  </a:cubicBezTo>
                </a:path>
              </a:pathLst>
            </a:custGeom>
            <a:solidFill>
              <a:srgbClr val="F9E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869" name="Freeform 288">
              <a:extLst>
                <a:ext uri="{FF2B5EF4-FFF2-40B4-BE49-F238E27FC236}">
                  <a16:creationId xmlns:a16="http://schemas.microsoft.com/office/drawing/2014/main" id="{5A529886-A815-4CDB-B671-D8D3F434FEA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6" y="2535"/>
              <a:ext cx="207" cy="275"/>
            </a:xfrm>
            <a:custGeom>
              <a:avLst/>
              <a:gdLst>
                <a:gd name="T0" fmla="*/ 0 w 194"/>
                <a:gd name="T1" fmla="*/ 111 h 258"/>
                <a:gd name="T2" fmla="*/ 61 w 194"/>
                <a:gd name="T3" fmla="*/ 148 h 258"/>
                <a:gd name="T4" fmla="*/ 44 w 194"/>
                <a:gd name="T5" fmla="*/ 196 h 258"/>
                <a:gd name="T6" fmla="*/ 3 w 194"/>
                <a:gd name="T7" fmla="*/ 240 h 258"/>
                <a:gd name="T8" fmla="*/ 57 w 194"/>
                <a:gd name="T9" fmla="*/ 261 h 258"/>
                <a:gd name="T10" fmla="*/ 107 w 194"/>
                <a:gd name="T11" fmla="*/ 280 h 258"/>
                <a:gd name="T12" fmla="*/ 131 w 194"/>
                <a:gd name="T13" fmla="*/ 292 h 258"/>
                <a:gd name="T14" fmla="*/ 153 w 194"/>
                <a:gd name="T15" fmla="*/ 308 h 258"/>
                <a:gd name="T16" fmla="*/ 186 w 194"/>
                <a:gd name="T17" fmla="*/ 276 h 258"/>
                <a:gd name="T18" fmla="*/ 222 w 194"/>
                <a:gd name="T19" fmla="*/ 187 h 258"/>
                <a:gd name="T20" fmla="*/ 232 w 194"/>
                <a:gd name="T21" fmla="*/ 74 h 258"/>
                <a:gd name="T22" fmla="*/ 180 w 194"/>
                <a:gd name="T23" fmla="*/ 6 h 258"/>
                <a:gd name="T24" fmla="*/ 93 w 194"/>
                <a:gd name="T25" fmla="*/ 7 h 25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94" h="258">
                  <a:moveTo>
                    <a:pt x="0" y="92"/>
                  </a:moveTo>
                  <a:cubicBezTo>
                    <a:pt x="19" y="91"/>
                    <a:pt x="46" y="103"/>
                    <a:pt x="50" y="122"/>
                  </a:cubicBezTo>
                  <a:cubicBezTo>
                    <a:pt x="54" y="139"/>
                    <a:pt x="47" y="150"/>
                    <a:pt x="36" y="162"/>
                  </a:cubicBezTo>
                  <a:cubicBezTo>
                    <a:pt x="28" y="170"/>
                    <a:pt x="3" y="186"/>
                    <a:pt x="3" y="198"/>
                  </a:cubicBezTo>
                  <a:cubicBezTo>
                    <a:pt x="2" y="215"/>
                    <a:pt x="36" y="215"/>
                    <a:pt x="47" y="216"/>
                  </a:cubicBezTo>
                  <a:cubicBezTo>
                    <a:pt x="63" y="218"/>
                    <a:pt x="74" y="225"/>
                    <a:pt x="88" y="232"/>
                  </a:cubicBezTo>
                  <a:cubicBezTo>
                    <a:pt x="95" y="235"/>
                    <a:pt x="102" y="238"/>
                    <a:pt x="108" y="241"/>
                  </a:cubicBezTo>
                  <a:cubicBezTo>
                    <a:pt x="113" y="245"/>
                    <a:pt x="119" y="252"/>
                    <a:pt x="126" y="254"/>
                  </a:cubicBezTo>
                  <a:cubicBezTo>
                    <a:pt x="144" y="258"/>
                    <a:pt x="147" y="240"/>
                    <a:pt x="153" y="228"/>
                  </a:cubicBezTo>
                  <a:cubicBezTo>
                    <a:pt x="165" y="203"/>
                    <a:pt x="177" y="181"/>
                    <a:pt x="183" y="154"/>
                  </a:cubicBezTo>
                  <a:cubicBezTo>
                    <a:pt x="188" y="126"/>
                    <a:pt x="194" y="90"/>
                    <a:pt x="190" y="61"/>
                  </a:cubicBezTo>
                  <a:cubicBezTo>
                    <a:pt x="186" y="38"/>
                    <a:pt x="172" y="13"/>
                    <a:pt x="148" y="6"/>
                  </a:cubicBezTo>
                  <a:cubicBezTo>
                    <a:pt x="130" y="0"/>
                    <a:pt x="95" y="1"/>
                    <a:pt x="77" y="7"/>
                  </a:cubicBezTo>
                </a:path>
              </a:pathLst>
            </a:custGeom>
            <a:solidFill>
              <a:srgbClr val="F9E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870" name="Freeform 289">
              <a:extLst>
                <a:ext uri="{FF2B5EF4-FFF2-40B4-BE49-F238E27FC236}">
                  <a16:creationId xmlns:a16="http://schemas.microsoft.com/office/drawing/2014/main" id="{7573F029-0531-483C-9B1E-E7BC950439C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4" y="2223"/>
              <a:ext cx="325" cy="219"/>
            </a:xfrm>
            <a:custGeom>
              <a:avLst/>
              <a:gdLst>
                <a:gd name="T0" fmla="*/ 314 w 304"/>
                <a:gd name="T1" fmla="*/ 11 h 206"/>
                <a:gd name="T2" fmla="*/ 354 w 304"/>
                <a:gd name="T3" fmla="*/ 21 h 206"/>
                <a:gd name="T4" fmla="*/ 363 w 304"/>
                <a:gd name="T5" fmla="*/ 89 h 206"/>
                <a:gd name="T6" fmla="*/ 369 w 304"/>
                <a:gd name="T7" fmla="*/ 163 h 206"/>
                <a:gd name="T8" fmla="*/ 344 w 304"/>
                <a:gd name="T9" fmla="*/ 215 h 206"/>
                <a:gd name="T10" fmla="*/ 267 w 304"/>
                <a:gd name="T11" fmla="*/ 225 h 206"/>
                <a:gd name="T12" fmla="*/ 202 w 304"/>
                <a:gd name="T13" fmla="*/ 232 h 206"/>
                <a:gd name="T14" fmla="*/ 143 w 304"/>
                <a:gd name="T15" fmla="*/ 245 h 206"/>
                <a:gd name="T16" fmla="*/ 88 w 304"/>
                <a:gd name="T17" fmla="*/ 218 h 206"/>
                <a:gd name="T18" fmla="*/ 15 w 304"/>
                <a:gd name="T19" fmla="*/ 197 h 206"/>
                <a:gd name="T20" fmla="*/ 89 w 304"/>
                <a:gd name="T21" fmla="*/ 74 h 206"/>
                <a:gd name="T22" fmla="*/ 154 w 304"/>
                <a:gd name="T23" fmla="*/ 55 h 206"/>
                <a:gd name="T24" fmla="*/ 208 w 304"/>
                <a:gd name="T25" fmla="*/ 36 h 206"/>
                <a:gd name="T26" fmla="*/ 296 w 304"/>
                <a:gd name="T27" fmla="*/ 21 h 206"/>
                <a:gd name="T28" fmla="*/ 320 w 304"/>
                <a:gd name="T29" fmla="*/ 6 h 20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304" h="206">
                  <a:moveTo>
                    <a:pt x="257" y="8"/>
                  </a:moveTo>
                  <a:cubicBezTo>
                    <a:pt x="272" y="6"/>
                    <a:pt x="284" y="0"/>
                    <a:pt x="290" y="18"/>
                  </a:cubicBezTo>
                  <a:cubicBezTo>
                    <a:pt x="295" y="34"/>
                    <a:pt x="294" y="57"/>
                    <a:pt x="297" y="74"/>
                  </a:cubicBezTo>
                  <a:cubicBezTo>
                    <a:pt x="300" y="94"/>
                    <a:pt x="300" y="115"/>
                    <a:pt x="302" y="135"/>
                  </a:cubicBezTo>
                  <a:cubicBezTo>
                    <a:pt x="304" y="155"/>
                    <a:pt x="302" y="170"/>
                    <a:pt x="282" y="179"/>
                  </a:cubicBezTo>
                  <a:cubicBezTo>
                    <a:pt x="263" y="187"/>
                    <a:pt x="240" y="186"/>
                    <a:pt x="219" y="187"/>
                  </a:cubicBezTo>
                  <a:cubicBezTo>
                    <a:pt x="201" y="188"/>
                    <a:pt x="184" y="190"/>
                    <a:pt x="166" y="193"/>
                  </a:cubicBezTo>
                  <a:cubicBezTo>
                    <a:pt x="149" y="196"/>
                    <a:pt x="135" y="206"/>
                    <a:pt x="117" y="203"/>
                  </a:cubicBezTo>
                  <a:cubicBezTo>
                    <a:pt x="101" y="199"/>
                    <a:pt x="89" y="185"/>
                    <a:pt x="72" y="182"/>
                  </a:cubicBezTo>
                  <a:cubicBezTo>
                    <a:pt x="54" y="179"/>
                    <a:pt x="19" y="184"/>
                    <a:pt x="12" y="164"/>
                  </a:cubicBezTo>
                  <a:cubicBezTo>
                    <a:pt x="0" y="131"/>
                    <a:pt x="49" y="79"/>
                    <a:pt x="73" y="62"/>
                  </a:cubicBezTo>
                  <a:cubicBezTo>
                    <a:pt x="89" y="52"/>
                    <a:pt x="108" y="50"/>
                    <a:pt x="126" y="46"/>
                  </a:cubicBezTo>
                  <a:cubicBezTo>
                    <a:pt x="142" y="42"/>
                    <a:pt x="155" y="35"/>
                    <a:pt x="170" y="30"/>
                  </a:cubicBezTo>
                  <a:cubicBezTo>
                    <a:pt x="194" y="22"/>
                    <a:pt x="219" y="29"/>
                    <a:pt x="242" y="18"/>
                  </a:cubicBezTo>
                  <a:cubicBezTo>
                    <a:pt x="249" y="14"/>
                    <a:pt x="255" y="9"/>
                    <a:pt x="262" y="6"/>
                  </a:cubicBezTo>
                </a:path>
              </a:pathLst>
            </a:custGeom>
            <a:solidFill>
              <a:srgbClr val="F9E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871" name="Freeform 290">
              <a:extLst>
                <a:ext uri="{FF2B5EF4-FFF2-40B4-BE49-F238E27FC236}">
                  <a16:creationId xmlns:a16="http://schemas.microsoft.com/office/drawing/2014/main" id="{5242495B-1DA3-4A88-82D4-FF72814C006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1" y="2123"/>
              <a:ext cx="150" cy="74"/>
            </a:xfrm>
            <a:custGeom>
              <a:avLst/>
              <a:gdLst>
                <a:gd name="T0" fmla="*/ 143 w 140"/>
                <a:gd name="T1" fmla="*/ 0 h 69"/>
                <a:gd name="T2" fmla="*/ 171 w 140"/>
                <a:gd name="T3" fmla="*/ 49 h 69"/>
                <a:gd name="T4" fmla="*/ 110 w 140"/>
                <a:gd name="T5" fmla="*/ 82 h 69"/>
                <a:gd name="T6" fmla="*/ 4 w 140"/>
                <a:gd name="T7" fmla="*/ 85 h 69"/>
                <a:gd name="T8" fmla="*/ 62 w 140"/>
                <a:gd name="T9" fmla="*/ 50 h 69"/>
                <a:gd name="T10" fmla="*/ 131 w 140"/>
                <a:gd name="T11" fmla="*/ 10 h 6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0" h="69">
                  <a:moveTo>
                    <a:pt x="116" y="0"/>
                  </a:moveTo>
                  <a:cubicBezTo>
                    <a:pt x="121" y="16"/>
                    <a:pt x="140" y="19"/>
                    <a:pt x="139" y="40"/>
                  </a:cubicBezTo>
                  <a:cubicBezTo>
                    <a:pt x="137" y="62"/>
                    <a:pt x="109" y="65"/>
                    <a:pt x="90" y="66"/>
                  </a:cubicBezTo>
                  <a:cubicBezTo>
                    <a:pt x="61" y="66"/>
                    <a:pt x="33" y="67"/>
                    <a:pt x="4" y="69"/>
                  </a:cubicBezTo>
                  <a:cubicBezTo>
                    <a:pt x="0" y="51"/>
                    <a:pt x="39" y="47"/>
                    <a:pt x="50" y="41"/>
                  </a:cubicBezTo>
                  <a:cubicBezTo>
                    <a:pt x="69" y="30"/>
                    <a:pt x="85" y="14"/>
                    <a:pt x="106" y="7"/>
                  </a:cubicBezTo>
                </a:path>
              </a:pathLst>
            </a:custGeom>
            <a:solidFill>
              <a:srgbClr val="F9E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872" name="Freeform 291">
              <a:extLst>
                <a:ext uri="{FF2B5EF4-FFF2-40B4-BE49-F238E27FC236}">
                  <a16:creationId xmlns:a16="http://schemas.microsoft.com/office/drawing/2014/main" id="{0FB691C3-E487-4EE0-8E45-7A118EA0588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6" y="1924"/>
              <a:ext cx="179" cy="242"/>
            </a:xfrm>
            <a:custGeom>
              <a:avLst/>
              <a:gdLst>
                <a:gd name="T0" fmla="*/ 125 w 167"/>
                <a:gd name="T1" fmla="*/ 7 h 227"/>
                <a:gd name="T2" fmla="*/ 181 w 167"/>
                <a:gd name="T3" fmla="*/ 80 h 227"/>
                <a:gd name="T4" fmla="*/ 187 w 167"/>
                <a:gd name="T5" fmla="*/ 127 h 227"/>
                <a:gd name="T6" fmla="*/ 200 w 167"/>
                <a:gd name="T7" fmla="*/ 185 h 227"/>
                <a:gd name="T8" fmla="*/ 124 w 167"/>
                <a:gd name="T9" fmla="*/ 209 h 227"/>
                <a:gd name="T10" fmla="*/ 55 w 167"/>
                <a:gd name="T11" fmla="*/ 244 h 227"/>
                <a:gd name="T12" fmla="*/ 10 w 167"/>
                <a:gd name="T13" fmla="*/ 275 h 227"/>
                <a:gd name="T14" fmla="*/ 34 w 167"/>
                <a:gd name="T15" fmla="*/ 222 h 227"/>
                <a:gd name="T16" fmla="*/ 89 w 167"/>
                <a:gd name="T17" fmla="*/ 154 h 227"/>
                <a:gd name="T18" fmla="*/ 116 w 167"/>
                <a:gd name="T19" fmla="*/ 31 h 22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67" h="227">
                  <a:moveTo>
                    <a:pt x="102" y="7"/>
                  </a:moveTo>
                  <a:cubicBezTo>
                    <a:pt x="129" y="0"/>
                    <a:pt x="143" y="46"/>
                    <a:pt x="147" y="66"/>
                  </a:cubicBezTo>
                  <a:cubicBezTo>
                    <a:pt x="149" y="79"/>
                    <a:pt x="148" y="93"/>
                    <a:pt x="151" y="105"/>
                  </a:cubicBezTo>
                  <a:cubicBezTo>
                    <a:pt x="156" y="121"/>
                    <a:pt x="167" y="136"/>
                    <a:pt x="162" y="153"/>
                  </a:cubicBezTo>
                  <a:cubicBezTo>
                    <a:pt x="156" y="178"/>
                    <a:pt x="121" y="169"/>
                    <a:pt x="101" y="173"/>
                  </a:cubicBezTo>
                  <a:cubicBezTo>
                    <a:pt x="81" y="176"/>
                    <a:pt x="63" y="191"/>
                    <a:pt x="45" y="202"/>
                  </a:cubicBezTo>
                  <a:cubicBezTo>
                    <a:pt x="35" y="208"/>
                    <a:pt x="19" y="226"/>
                    <a:pt x="7" y="227"/>
                  </a:cubicBezTo>
                  <a:cubicBezTo>
                    <a:pt x="0" y="211"/>
                    <a:pt x="18" y="193"/>
                    <a:pt x="28" y="183"/>
                  </a:cubicBezTo>
                  <a:cubicBezTo>
                    <a:pt x="44" y="165"/>
                    <a:pt x="59" y="148"/>
                    <a:pt x="72" y="127"/>
                  </a:cubicBezTo>
                  <a:cubicBezTo>
                    <a:pt x="92" y="96"/>
                    <a:pt x="95" y="62"/>
                    <a:pt x="94" y="25"/>
                  </a:cubicBezTo>
                </a:path>
              </a:pathLst>
            </a:custGeom>
            <a:solidFill>
              <a:srgbClr val="F9E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873" name="Freeform 292">
              <a:extLst>
                <a:ext uri="{FF2B5EF4-FFF2-40B4-BE49-F238E27FC236}">
                  <a16:creationId xmlns:a16="http://schemas.microsoft.com/office/drawing/2014/main" id="{DD781E20-1B0F-4BDE-9B18-DFD1CDDE4CB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0" y="2262"/>
              <a:ext cx="5" cy="4"/>
            </a:xfrm>
            <a:custGeom>
              <a:avLst/>
              <a:gdLst>
                <a:gd name="T0" fmla="*/ 5 w 5"/>
                <a:gd name="T1" fmla="*/ 4 h 4"/>
                <a:gd name="T2" fmla="*/ 0 w 5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4">
                  <a:moveTo>
                    <a:pt x="5" y="4"/>
                  </a:moveTo>
                  <a:cubicBezTo>
                    <a:pt x="3" y="3"/>
                    <a:pt x="2" y="2"/>
                    <a:pt x="0" y="0"/>
                  </a:cubicBezTo>
                </a:path>
              </a:pathLst>
            </a:custGeom>
            <a:solidFill>
              <a:srgbClr val="F9E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874" name="Freeform 293">
              <a:extLst>
                <a:ext uri="{FF2B5EF4-FFF2-40B4-BE49-F238E27FC236}">
                  <a16:creationId xmlns:a16="http://schemas.microsoft.com/office/drawing/2014/main" id="{BE824E63-4E0F-4317-A7A4-9A167948367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6" y="2866"/>
              <a:ext cx="219" cy="235"/>
            </a:xfrm>
            <a:custGeom>
              <a:avLst/>
              <a:gdLst>
                <a:gd name="T0" fmla="*/ 250 w 205"/>
                <a:gd name="T1" fmla="*/ 0 h 221"/>
                <a:gd name="T2" fmla="*/ 143 w 205"/>
                <a:gd name="T3" fmla="*/ 186 h 221"/>
                <a:gd name="T4" fmla="*/ 0 w 205"/>
                <a:gd name="T5" fmla="*/ 225 h 221"/>
                <a:gd name="T6" fmla="*/ 110 w 205"/>
                <a:gd name="T7" fmla="*/ 65 h 2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5" h="221">
                  <a:moveTo>
                    <a:pt x="205" y="0"/>
                  </a:moveTo>
                  <a:cubicBezTo>
                    <a:pt x="161" y="43"/>
                    <a:pt x="164" y="115"/>
                    <a:pt x="117" y="155"/>
                  </a:cubicBezTo>
                  <a:cubicBezTo>
                    <a:pt x="95" y="174"/>
                    <a:pt x="27" y="221"/>
                    <a:pt x="0" y="187"/>
                  </a:cubicBezTo>
                  <a:cubicBezTo>
                    <a:pt x="54" y="165"/>
                    <a:pt x="107" y="119"/>
                    <a:pt x="90" y="54"/>
                  </a:cubicBezTo>
                </a:path>
              </a:pathLst>
            </a:custGeom>
            <a:solidFill>
              <a:srgbClr val="F9E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875" name="Freeform 294">
              <a:extLst>
                <a:ext uri="{FF2B5EF4-FFF2-40B4-BE49-F238E27FC236}">
                  <a16:creationId xmlns:a16="http://schemas.microsoft.com/office/drawing/2014/main" id="{8971BA29-4532-4AD5-87F7-F29A7A86CF7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8" y="3146"/>
              <a:ext cx="197" cy="531"/>
            </a:xfrm>
            <a:custGeom>
              <a:avLst/>
              <a:gdLst>
                <a:gd name="T0" fmla="*/ 34 w 184"/>
                <a:gd name="T1" fmla="*/ 29 h 498"/>
                <a:gd name="T2" fmla="*/ 150 w 184"/>
                <a:gd name="T3" fmla="*/ 1 h 498"/>
                <a:gd name="T4" fmla="*/ 213 w 184"/>
                <a:gd name="T5" fmla="*/ 143 h 498"/>
                <a:gd name="T6" fmla="*/ 198 w 184"/>
                <a:gd name="T7" fmla="*/ 441 h 498"/>
                <a:gd name="T8" fmla="*/ 172 w 184"/>
                <a:gd name="T9" fmla="*/ 553 h 498"/>
                <a:gd name="T10" fmla="*/ 80 w 184"/>
                <a:gd name="T11" fmla="*/ 486 h 498"/>
                <a:gd name="T12" fmla="*/ 60 w 184"/>
                <a:gd name="T13" fmla="*/ 368 h 498"/>
                <a:gd name="T14" fmla="*/ 20 w 184"/>
                <a:gd name="T15" fmla="*/ 211 h 498"/>
                <a:gd name="T16" fmla="*/ 15 w 184"/>
                <a:gd name="T17" fmla="*/ 23 h 49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4" h="498">
                  <a:moveTo>
                    <a:pt x="28" y="23"/>
                  </a:moveTo>
                  <a:cubicBezTo>
                    <a:pt x="37" y="13"/>
                    <a:pt x="105" y="0"/>
                    <a:pt x="122" y="1"/>
                  </a:cubicBezTo>
                  <a:cubicBezTo>
                    <a:pt x="169" y="4"/>
                    <a:pt x="169" y="83"/>
                    <a:pt x="174" y="118"/>
                  </a:cubicBezTo>
                  <a:cubicBezTo>
                    <a:pt x="184" y="202"/>
                    <a:pt x="178" y="281"/>
                    <a:pt x="162" y="364"/>
                  </a:cubicBezTo>
                  <a:cubicBezTo>
                    <a:pt x="157" y="388"/>
                    <a:pt x="152" y="437"/>
                    <a:pt x="140" y="457"/>
                  </a:cubicBezTo>
                  <a:cubicBezTo>
                    <a:pt x="114" y="498"/>
                    <a:pt x="74" y="428"/>
                    <a:pt x="65" y="401"/>
                  </a:cubicBezTo>
                  <a:cubicBezTo>
                    <a:pt x="54" y="370"/>
                    <a:pt x="56" y="336"/>
                    <a:pt x="49" y="304"/>
                  </a:cubicBezTo>
                  <a:cubicBezTo>
                    <a:pt x="40" y="260"/>
                    <a:pt x="26" y="218"/>
                    <a:pt x="17" y="174"/>
                  </a:cubicBezTo>
                  <a:cubicBezTo>
                    <a:pt x="7" y="122"/>
                    <a:pt x="0" y="71"/>
                    <a:pt x="12" y="20"/>
                  </a:cubicBezTo>
                </a:path>
              </a:pathLst>
            </a:custGeom>
            <a:solidFill>
              <a:srgbClr val="F9E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876" name="Freeform 295">
              <a:extLst>
                <a:ext uri="{FF2B5EF4-FFF2-40B4-BE49-F238E27FC236}">
                  <a16:creationId xmlns:a16="http://schemas.microsoft.com/office/drawing/2014/main" id="{FC90AC8A-5B69-4377-AD10-2F5BFA310DE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1" y="3557"/>
              <a:ext cx="187" cy="212"/>
            </a:xfrm>
            <a:custGeom>
              <a:avLst/>
              <a:gdLst>
                <a:gd name="T0" fmla="*/ 183 w 175"/>
                <a:gd name="T1" fmla="*/ 27 h 199"/>
                <a:gd name="T2" fmla="*/ 183 w 175"/>
                <a:gd name="T3" fmla="*/ 126 h 199"/>
                <a:gd name="T4" fmla="*/ 200 w 175"/>
                <a:gd name="T5" fmla="*/ 172 h 199"/>
                <a:gd name="T6" fmla="*/ 128 w 175"/>
                <a:gd name="T7" fmla="*/ 180 h 199"/>
                <a:gd name="T8" fmla="*/ 53 w 175"/>
                <a:gd name="T9" fmla="*/ 197 h 199"/>
                <a:gd name="T10" fmla="*/ 0 w 175"/>
                <a:gd name="T11" fmla="*/ 197 h 199"/>
                <a:gd name="T12" fmla="*/ 52 w 175"/>
                <a:gd name="T13" fmla="*/ 161 h 199"/>
                <a:gd name="T14" fmla="*/ 130 w 175"/>
                <a:gd name="T15" fmla="*/ 123 h 199"/>
                <a:gd name="T16" fmla="*/ 138 w 175"/>
                <a:gd name="T17" fmla="*/ 0 h 19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75" h="199">
                  <a:moveTo>
                    <a:pt x="150" y="22"/>
                  </a:moveTo>
                  <a:cubicBezTo>
                    <a:pt x="144" y="46"/>
                    <a:pt x="139" y="81"/>
                    <a:pt x="150" y="104"/>
                  </a:cubicBezTo>
                  <a:cubicBezTo>
                    <a:pt x="156" y="117"/>
                    <a:pt x="175" y="125"/>
                    <a:pt x="164" y="142"/>
                  </a:cubicBezTo>
                  <a:cubicBezTo>
                    <a:pt x="153" y="161"/>
                    <a:pt x="121" y="150"/>
                    <a:pt x="105" y="149"/>
                  </a:cubicBezTo>
                  <a:cubicBezTo>
                    <a:pt x="77" y="147"/>
                    <a:pt x="67" y="147"/>
                    <a:pt x="44" y="163"/>
                  </a:cubicBezTo>
                  <a:cubicBezTo>
                    <a:pt x="30" y="174"/>
                    <a:pt x="0" y="199"/>
                    <a:pt x="0" y="163"/>
                  </a:cubicBezTo>
                  <a:cubicBezTo>
                    <a:pt x="1" y="138"/>
                    <a:pt x="25" y="137"/>
                    <a:pt x="43" y="133"/>
                  </a:cubicBezTo>
                  <a:cubicBezTo>
                    <a:pt x="68" y="127"/>
                    <a:pt x="95" y="127"/>
                    <a:pt x="107" y="101"/>
                  </a:cubicBezTo>
                  <a:cubicBezTo>
                    <a:pt x="120" y="71"/>
                    <a:pt x="102" y="31"/>
                    <a:pt x="113" y="0"/>
                  </a:cubicBezTo>
                </a:path>
              </a:pathLst>
            </a:custGeom>
            <a:solidFill>
              <a:srgbClr val="F9E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877" name="Freeform 296">
              <a:extLst>
                <a:ext uri="{FF2B5EF4-FFF2-40B4-BE49-F238E27FC236}">
                  <a16:creationId xmlns:a16="http://schemas.microsoft.com/office/drawing/2014/main" id="{4EABD326-C96E-4553-990E-254CE89D88D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8" y="3747"/>
              <a:ext cx="123" cy="168"/>
            </a:xfrm>
            <a:custGeom>
              <a:avLst/>
              <a:gdLst>
                <a:gd name="T0" fmla="*/ 3 w 115"/>
                <a:gd name="T1" fmla="*/ 65 h 158"/>
                <a:gd name="T2" fmla="*/ 72 w 115"/>
                <a:gd name="T3" fmla="*/ 101 h 158"/>
                <a:gd name="T4" fmla="*/ 141 w 115"/>
                <a:gd name="T5" fmla="*/ 180 h 158"/>
                <a:gd name="T6" fmla="*/ 95 w 115"/>
                <a:gd name="T7" fmla="*/ 188 h 158"/>
                <a:gd name="T8" fmla="*/ 61 w 115"/>
                <a:gd name="T9" fmla="*/ 146 h 158"/>
                <a:gd name="T10" fmla="*/ 0 w 115"/>
                <a:gd name="T11" fmla="*/ 55 h 15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5" h="158">
                  <a:moveTo>
                    <a:pt x="3" y="54"/>
                  </a:moveTo>
                  <a:cubicBezTo>
                    <a:pt x="19" y="0"/>
                    <a:pt x="50" y="70"/>
                    <a:pt x="59" y="84"/>
                  </a:cubicBezTo>
                  <a:cubicBezTo>
                    <a:pt x="75" y="107"/>
                    <a:pt x="111" y="120"/>
                    <a:pt x="115" y="150"/>
                  </a:cubicBezTo>
                  <a:cubicBezTo>
                    <a:pt x="107" y="150"/>
                    <a:pt x="83" y="158"/>
                    <a:pt x="78" y="156"/>
                  </a:cubicBezTo>
                  <a:cubicBezTo>
                    <a:pt x="65" y="152"/>
                    <a:pt x="57" y="131"/>
                    <a:pt x="50" y="121"/>
                  </a:cubicBezTo>
                  <a:cubicBezTo>
                    <a:pt x="35" y="99"/>
                    <a:pt x="21" y="63"/>
                    <a:pt x="0" y="46"/>
                  </a:cubicBezTo>
                </a:path>
              </a:pathLst>
            </a:custGeom>
            <a:solidFill>
              <a:srgbClr val="F9E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878" name="Freeform 297">
              <a:extLst>
                <a:ext uri="{FF2B5EF4-FFF2-40B4-BE49-F238E27FC236}">
                  <a16:creationId xmlns:a16="http://schemas.microsoft.com/office/drawing/2014/main" id="{B714370E-2E0F-42DC-B227-C865DBE30D3C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2" y="2201"/>
              <a:ext cx="143" cy="159"/>
            </a:xfrm>
            <a:custGeom>
              <a:avLst/>
              <a:gdLst>
                <a:gd name="T0" fmla="*/ 35 w 134"/>
                <a:gd name="T1" fmla="*/ 25 h 149"/>
                <a:gd name="T2" fmla="*/ 89 w 134"/>
                <a:gd name="T3" fmla="*/ 4 h 149"/>
                <a:gd name="T4" fmla="*/ 121 w 134"/>
                <a:gd name="T5" fmla="*/ 67 h 149"/>
                <a:gd name="T6" fmla="*/ 121 w 134"/>
                <a:gd name="T7" fmla="*/ 181 h 149"/>
                <a:gd name="T8" fmla="*/ 82 w 134"/>
                <a:gd name="T9" fmla="*/ 106 h 149"/>
                <a:gd name="T10" fmla="*/ 6 w 134"/>
                <a:gd name="T11" fmla="*/ 140 h 149"/>
                <a:gd name="T12" fmla="*/ 22 w 134"/>
                <a:gd name="T13" fmla="*/ 33 h 14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4" h="149">
                  <a:moveTo>
                    <a:pt x="29" y="21"/>
                  </a:moveTo>
                  <a:cubicBezTo>
                    <a:pt x="43" y="16"/>
                    <a:pt x="58" y="0"/>
                    <a:pt x="73" y="4"/>
                  </a:cubicBezTo>
                  <a:cubicBezTo>
                    <a:pt x="92" y="9"/>
                    <a:pt x="92" y="39"/>
                    <a:pt x="99" y="55"/>
                  </a:cubicBezTo>
                  <a:cubicBezTo>
                    <a:pt x="108" y="76"/>
                    <a:pt x="134" y="136"/>
                    <a:pt x="99" y="149"/>
                  </a:cubicBezTo>
                  <a:cubicBezTo>
                    <a:pt x="89" y="132"/>
                    <a:pt x="89" y="96"/>
                    <a:pt x="67" y="87"/>
                  </a:cubicBezTo>
                  <a:cubicBezTo>
                    <a:pt x="46" y="79"/>
                    <a:pt x="24" y="108"/>
                    <a:pt x="6" y="115"/>
                  </a:cubicBezTo>
                  <a:cubicBezTo>
                    <a:pt x="0" y="88"/>
                    <a:pt x="0" y="49"/>
                    <a:pt x="19" y="27"/>
                  </a:cubicBezTo>
                </a:path>
              </a:pathLst>
            </a:custGeom>
            <a:solidFill>
              <a:srgbClr val="F9E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879" name="Freeform 298">
              <a:extLst>
                <a:ext uri="{FF2B5EF4-FFF2-40B4-BE49-F238E27FC236}">
                  <a16:creationId xmlns:a16="http://schemas.microsoft.com/office/drawing/2014/main" id="{61B99D6A-DD0B-405E-B82F-F804DEE1A41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1" y="1879"/>
              <a:ext cx="206" cy="275"/>
            </a:xfrm>
            <a:custGeom>
              <a:avLst/>
              <a:gdLst>
                <a:gd name="T0" fmla="*/ 109 w 193"/>
                <a:gd name="T1" fmla="*/ 39 h 258"/>
                <a:gd name="T2" fmla="*/ 157 w 193"/>
                <a:gd name="T3" fmla="*/ 6 h 258"/>
                <a:gd name="T4" fmla="*/ 210 w 193"/>
                <a:gd name="T5" fmla="*/ 91 h 258"/>
                <a:gd name="T6" fmla="*/ 226 w 193"/>
                <a:gd name="T7" fmla="*/ 196 h 258"/>
                <a:gd name="T8" fmla="*/ 208 w 193"/>
                <a:gd name="T9" fmla="*/ 263 h 258"/>
                <a:gd name="T10" fmla="*/ 51 w 193"/>
                <a:gd name="T11" fmla="*/ 225 h 258"/>
                <a:gd name="T12" fmla="*/ 13 w 193"/>
                <a:gd name="T13" fmla="*/ 102 h 258"/>
                <a:gd name="T14" fmla="*/ 100 w 193"/>
                <a:gd name="T15" fmla="*/ 35 h 25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93" h="258">
                  <a:moveTo>
                    <a:pt x="90" y="33"/>
                  </a:moveTo>
                  <a:cubicBezTo>
                    <a:pt x="105" y="25"/>
                    <a:pt x="112" y="9"/>
                    <a:pt x="129" y="6"/>
                  </a:cubicBezTo>
                  <a:cubicBezTo>
                    <a:pt x="167" y="0"/>
                    <a:pt x="169" y="49"/>
                    <a:pt x="173" y="75"/>
                  </a:cubicBezTo>
                  <a:cubicBezTo>
                    <a:pt x="177" y="105"/>
                    <a:pt x="178" y="133"/>
                    <a:pt x="186" y="162"/>
                  </a:cubicBezTo>
                  <a:cubicBezTo>
                    <a:pt x="193" y="189"/>
                    <a:pt x="193" y="201"/>
                    <a:pt x="171" y="218"/>
                  </a:cubicBezTo>
                  <a:cubicBezTo>
                    <a:pt x="120" y="258"/>
                    <a:pt x="82" y="227"/>
                    <a:pt x="42" y="186"/>
                  </a:cubicBezTo>
                  <a:cubicBezTo>
                    <a:pt x="19" y="162"/>
                    <a:pt x="0" y="118"/>
                    <a:pt x="10" y="84"/>
                  </a:cubicBezTo>
                  <a:cubicBezTo>
                    <a:pt x="19" y="54"/>
                    <a:pt x="58" y="42"/>
                    <a:pt x="82" y="29"/>
                  </a:cubicBezTo>
                </a:path>
              </a:pathLst>
            </a:custGeom>
            <a:solidFill>
              <a:srgbClr val="F9E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880" name="Freeform 299">
              <a:extLst>
                <a:ext uri="{FF2B5EF4-FFF2-40B4-BE49-F238E27FC236}">
                  <a16:creationId xmlns:a16="http://schemas.microsoft.com/office/drawing/2014/main" id="{A01064CF-D6D8-44A8-ACFA-1E07F5A9C3C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5" y="1564"/>
              <a:ext cx="270" cy="331"/>
            </a:xfrm>
            <a:custGeom>
              <a:avLst/>
              <a:gdLst>
                <a:gd name="T0" fmla="*/ 0 w 252"/>
                <a:gd name="T1" fmla="*/ 77 h 311"/>
                <a:gd name="T2" fmla="*/ 174 w 252"/>
                <a:gd name="T3" fmla="*/ 45 h 311"/>
                <a:gd name="T4" fmla="*/ 293 w 252"/>
                <a:gd name="T5" fmla="*/ 241 h 311"/>
                <a:gd name="T6" fmla="*/ 256 w 252"/>
                <a:gd name="T7" fmla="*/ 295 h 311"/>
                <a:gd name="T8" fmla="*/ 226 w 252"/>
                <a:gd name="T9" fmla="*/ 345 h 311"/>
                <a:gd name="T10" fmla="*/ 166 w 252"/>
                <a:gd name="T11" fmla="*/ 345 h 311"/>
                <a:gd name="T12" fmla="*/ 69 w 252"/>
                <a:gd name="T13" fmla="*/ 277 h 311"/>
                <a:gd name="T14" fmla="*/ 156 w 252"/>
                <a:gd name="T15" fmla="*/ 303 h 311"/>
                <a:gd name="T16" fmla="*/ 164 w 252"/>
                <a:gd name="T17" fmla="*/ 238 h 311"/>
                <a:gd name="T18" fmla="*/ 57 w 252"/>
                <a:gd name="T19" fmla="*/ 172 h 311"/>
                <a:gd name="T20" fmla="*/ 17 w 252"/>
                <a:gd name="T21" fmla="*/ 89 h 31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52" h="311">
                  <a:moveTo>
                    <a:pt x="0" y="64"/>
                  </a:moveTo>
                  <a:cubicBezTo>
                    <a:pt x="49" y="62"/>
                    <a:pt x="99" y="0"/>
                    <a:pt x="141" y="37"/>
                  </a:cubicBezTo>
                  <a:cubicBezTo>
                    <a:pt x="182" y="74"/>
                    <a:pt x="252" y="136"/>
                    <a:pt x="238" y="199"/>
                  </a:cubicBezTo>
                  <a:cubicBezTo>
                    <a:pt x="233" y="219"/>
                    <a:pt x="221" y="229"/>
                    <a:pt x="208" y="244"/>
                  </a:cubicBezTo>
                  <a:cubicBezTo>
                    <a:pt x="197" y="258"/>
                    <a:pt x="194" y="272"/>
                    <a:pt x="184" y="286"/>
                  </a:cubicBezTo>
                  <a:cubicBezTo>
                    <a:pt x="168" y="311"/>
                    <a:pt x="154" y="301"/>
                    <a:pt x="135" y="286"/>
                  </a:cubicBezTo>
                  <a:cubicBezTo>
                    <a:pt x="114" y="268"/>
                    <a:pt x="66" y="257"/>
                    <a:pt x="56" y="229"/>
                  </a:cubicBezTo>
                  <a:cubicBezTo>
                    <a:pt x="75" y="220"/>
                    <a:pt x="106" y="251"/>
                    <a:pt x="127" y="252"/>
                  </a:cubicBezTo>
                  <a:cubicBezTo>
                    <a:pt x="167" y="255"/>
                    <a:pt x="150" y="218"/>
                    <a:pt x="133" y="197"/>
                  </a:cubicBezTo>
                  <a:cubicBezTo>
                    <a:pt x="110" y="169"/>
                    <a:pt x="70" y="172"/>
                    <a:pt x="46" y="143"/>
                  </a:cubicBezTo>
                  <a:cubicBezTo>
                    <a:pt x="35" y="130"/>
                    <a:pt x="8" y="91"/>
                    <a:pt x="14" y="74"/>
                  </a:cubicBezTo>
                </a:path>
              </a:pathLst>
            </a:custGeom>
            <a:solidFill>
              <a:srgbClr val="F9E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881" name="Freeform 300">
              <a:extLst>
                <a:ext uri="{FF2B5EF4-FFF2-40B4-BE49-F238E27FC236}">
                  <a16:creationId xmlns:a16="http://schemas.microsoft.com/office/drawing/2014/main" id="{EFA4C54A-B884-4267-AB03-CDF85250FEA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9" y="1253"/>
              <a:ext cx="356" cy="328"/>
            </a:xfrm>
            <a:custGeom>
              <a:avLst/>
              <a:gdLst>
                <a:gd name="T0" fmla="*/ 0 w 334"/>
                <a:gd name="T1" fmla="*/ 0 h 307"/>
                <a:gd name="T2" fmla="*/ 75 w 334"/>
                <a:gd name="T3" fmla="*/ 17 h 307"/>
                <a:gd name="T4" fmla="*/ 159 w 334"/>
                <a:gd name="T5" fmla="*/ 58 h 307"/>
                <a:gd name="T6" fmla="*/ 330 w 334"/>
                <a:gd name="T7" fmla="*/ 186 h 307"/>
                <a:gd name="T8" fmla="*/ 397 w 334"/>
                <a:gd name="T9" fmla="*/ 287 h 307"/>
                <a:gd name="T10" fmla="*/ 379 w 334"/>
                <a:gd name="T11" fmla="*/ 316 h 307"/>
                <a:gd name="T12" fmla="*/ 345 w 334"/>
                <a:gd name="T13" fmla="*/ 352 h 307"/>
                <a:gd name="T14" fmla="*/ 296 w 334"/>
                <a:gd name="T15" fmla="*/ 283 h 307"/>
                <a:gd name="T16" fmla="*/ 221 w 334"/>
                <a:gd name="T17" fmla="*/ 302 h 307"/>
                <a:gd name="T18" fmla="*/ 192 w 334"/>
                <a:gd name="T19" fmla="*/ 214 h 307"/>
                <a:gd name="T20" fmla="*/ 134 w 334"/>
                <a:gd name="T21" fmla="*/ 115 h 307"/>
                <a:gd name="T22" fmla="*/ 17 w 334"/>
                <a:gd name="T23" fmla="*/ 6 h 30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34" h="307">
                  <a:moveTo>
                    <a:pt x="0" y="0"/>
                  </a:moveTo>
                  <a:cubicBezTo>
                    <a:pt x="9" y="12"/>
                    <a:pt x="47" y="8"/>
                    <a:pt x="62" y="14"/>
                  </a:cubicBezTo>
                  <a:cubicBezTo>
                    <a:pt x="86" y="23"/>
                    <a:pt x="110" y="34"/>
                    <a:pt x="131" y="48"/>
                  </a:cubicBezTo>
                  <a:cubicBezTo>
                    <a:pt x="183" y="80"/>
                    <a:pt x="234" y="103"/>
                    <a:pt x="273" y="153"/>
                  </a:cubicBezTo>
                  <a:cubicBezTo>
                    <a:pt x="290" y="176"/>
                    <a:pt x="320" y="208"/>
                    <a:pt x="327" y="236"/>
                  </a:cubicBezTo>
                  <a:cubicBezTo>
                    <a:pt x="334" y="261"/>
                    <a:pt x="324" y="250"/>
                    <a:pt x="313" y="259"/>
                  </a:cubicBezTo>
                  <a:cubicBezTo>
                    <a:pt x="303" y="267"/>
                    <a:pt x="299" y="289"/>
                    <a:pt x="285" y="288"/>
                  </a:cubicBezTo>
                  <a:cubicBezTo>
                    <a:pt x="283" y="263"/>
                    <a:pt x="280" y="227"/>
                    <a:pt x="245" y="232"/>
                  </a:cubicBezTo>
                  <a:cubicBezTo>
                    <a:pt x="209" y="237"/>
                    <a:pt x="211" y="307"/>
                    <a:pt x="182" y="248"/>
                  </a:cubicBezTo>
                  <a:cubicBezTo>
                    <a:pt x="171" y="226"/>
                    <a:pt x="164" y="199"/>
                    <a:pt x="159" y="175"/>
                  </a:cubicBezTo>
                  <a:cubicBezTo>
                    <a:pt x="151" y="141"/>
                    <a:pt x="135" y="120"/>
                    <a:pt x="111" y="95"/>
                  </a:cubicBezTo>
                  <a:cubicBezTo>
                    <a:pt x="80" y="62"/>
                    <a:pt x="51" y="31"/>
                    <a:pt x="14" y="6"/>
                  </a:cubicBezTo>
                </a:path>
              </a:pathLst>
            </a:custGeom>
            <a:solidFill>
              <a:srgbClr val="F9E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882" name="Freeform 301">
              <a:extLst>
                <a:ext uri="{FF2B5EF4-FFF2-40B4-BE49-F238E27FC236}">
                  <a16:creationId xmlns:a16="http://schemas.microsoft.com/office/drawing/2014/main" id="{4CC7EEB1-EE2E-4B13-B48C-BCDB2764B18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1" y="1314"/>
              <a:ext cx="345" cy="602"/>
            </a:xfrm>
            <a:custGeom>
              <a:avLst/>
              <a:gdLst>
                <a:gd name="T0" fmla="*/ 235 w 323"/>
                <a:gd name="T1" fmla="*/ 80 h 564"/>
                <a:gd name="T2" fmla="*/ 248 w 323"/>
                <a:gd name="T3" fmla="*/ 237 h 564"/>
                <a:gd name="T4" fmla="*/ 276 w 323"/>
                <a:gd name="T5" fmla="*/ 360 h 564"/>
                <a:gd name="T6" fmla="*/ 334 w 323"/>
                <a:gd name="T7" fmla="*/ 409 h 564"/>
                <a:gd name="T8" fmla="*/ 372 w 323"/>
                <a:gd name="T9" fmla="*/ 466 h 564"/>
                <a:gd name="T10" fmla="*/ 380 w 323"/>
                <a:gd name="T11" fmla="*/ 521 h 564"/>
                <a:gd name="T12" fmla="*/ 350 w 323"/>
                <a:gd name="T13" fmla="*/ 517 h 564"/>
                <a:gd name="T14" fmla="*/ 301 w 323"/>
                <a:gd name="T15" fmla="*/ 512 h 564"/>
                <a:gd name="T16" fmla="*/ 167 w 323"/>
                <a:gd name="T17" fmla="*/ 608 h 564"/>
                <a:gd name="T18" fmla="*/ 151 w 323"/>
                <a:gd name="T19" fmla="*/ 664 h 564"/>
                <a:gd name="T20" fmla="*/ 85 w 323"/>
                <a:gd name="T21" fmla="*/ 670 h 564"/>
                <a:gd name="T22" fmla="*/ 2 w 323"/>
                <a:gd name="T23" fmla="*/ 566 h 564"/>
                <a:gd name="T24" fmla="*/ 12 w 323"/>
                <a:gd name="T25" fmla="*/ 488 h 564"/>
                <a:gd name="T26" fmla="*/ 17 w 323"/>
                <a:gd name="T27" fmla="*/ 398 h 564"/>
                <a:gd name="T28" fmla="*/ 14 w 323"/>
                <a:gd name="T29" fmla="*/ 217 h 564"/>
                <a:gd name="T30" fmla="*/ 58 w 323"/>
                <a:gd name="T31" fmla="*/ 50 h 564"/>
                <a:gd name="T32" fmla="*/ 162 w 323"/>
                <a:gd name="T33" fmla="*/ 19 h 564"/>
                <a:gd name="T34" fmla="*/ 232 w 323"/>
                <a:gd name="T35" fmla="*/ 92 h 564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323" h="564">
                  <a:moveTo>
                    <a:pt x="193" y="66"/>
                  </a:moveTo>
                  <a:cubicBezTo>
                    <a:pt x="201" y="109"/>
                    <a:pt x="207" y="151"/>
                    <a:pt x="203" y="195"/>
                  </a:cubicBezTo>
                  <a:cubicBezTo>
                    <a:pt x="200" y="238"/>
                    <a:pt x="197" y="263"/>
                    <a:pt x="227" y="296"/>
                  </a:cubicBezTo>
                  <a:cubicBezTo>
                    <a:pt x="241" y="311"/>
                    <a:pt x="260" y="320"/>
                    <a:pt x="274" y="336"/>
                  </a:cubicBezTo>
                  <a:cubicBezTo>
                    <a:pt x="286" y="350"/>
                    <a:pt x="298" y="367"/>
                    <a:pt x="305" y="383"/>
                  </a:cubicBezTo>
                  <a:cubicBezTo>
                    <a:pt x="309" y="392"/>
                    <a:pt x="323" y="420"/>
                    <a:pt x="312" y="428"/>
                  </a:cubicBezTo>
                  <a:cubicBezTo>
                    <a:pt x="305" y="433"/>
                    <a:pt x="294" y="425"/>
                    <a:pt x="287" y="424"/>
                  </a:cubicBezTo>
                  <a:cubicBezTo>
                    <a:pt x="275" y="422"/>
                    <a:pt x="260" y="422"/>
                    <a:pt x="247" y="422"/>
                  </a:cubicBezTo>
                  <a:cubicBezTo>
                    <a:pt x="199" y="422"/>
                    <a:pt x="156" y="456"/>
                    <a:pt x="137" y="500"/>
                  </a:cubicBezTo>
                  <a:cubicBezTo>
                    <a:pt x="130" y="514"/>
                    <a:pt x="133" y="533"/>
                    <a:pt x="124" y="546"/>
                  </a:cubicBezTo>
                  <a:cubicBezTo>
                    <a:pt x="110" y="564"/>
                    <a:pt x="87" y="562"/>
                    <a:pt x="70" y="551"/>
                  </a:cubicBezTo>
                  <a:cubicBezTo>
                    <a:pt x="44" y="535"/>
                    <a:pt x="6" y="498"/>
                    <a:pt x="2" y="466"/>
                  </a:cubicBezTo>
                  <a:cubicBezTo>
                    <a:pt x="0" y="446"/>
                    <a:pt x="8" y="422"/>
                    <a:pt x="9" y="401"/>
                  </a:cubicBezTo>
                  <a:cubicBezTo>
                    <a:pt x="10" y="377"/>
                    <a:pt x="13" y="352"/>
                    <a:pt x="14" y="327"/>
                  </a:cubicBezTo>
                  <a:cubicBezTo>
                    <a:pt x="15" y="277"/>
                    <a:pt x="12" y="228"/>
                    <a:pt x="11" y="178"/>
                  </a:cubicBezTo>
                  <a:cubicBezTo>
                    <a:pt x="9" y="135"/>
                    <a:pt x="21" y="76"/>
                    <a:pt x="48" y="41"/>
                  </a:cubicBezTo>
                  <a:cubicBezTo>
                    <a:pt x="70" y="14"/>
                    <a:pt x="99" y="0"/>
                    <a:pt x="133" y="16"/>
                  </a:cubicBezTo>
                  <a:cubicBezTo>
                    <a:pt x="161" y="29"/>
                    <a:pt x="171" y="55"/>
                    <a:pt x="190" y="76"/>
                  </a:cubicBezTo>
                </a:path>
              </a:pathLst>
            </a:custGeom>
            <a:solidFill>
              <a:srgbClr val="F9E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883" name="Freeform 302">
              <a:extLst>
                <a:ext uri="{FF2B5EF4-FFF2-40B4-BE49-F238E27FC236}">
                  <a16:creationId xmlns:a16="http://schemas.microsoft.com/office/drawing/2014/main" id="{4771EA02-3BEB-42A2-8E19-53C9AA2BAD7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8" y="1941"/>
              <a:ext cx="359" cy="241"/>
            </a:xfrm>
            <a:custGeom>
              <a:avLst/>
              <a:gdLst>
                <a:gd name="T0" fmla="*/ 404 w 337"/>
                <a:gd name="T1" fmla="*/ 0 h 226"/>
                <a:gd name="T2" fmla="*/ 384 w 337"/>
                <a:gd name="T3" fmla="*/ 59 h 226"/>
                <a:gd name="T4" fmla="*/ 336 w 337"/>
                <a:gd name="T5" fmla="*/ 107 h 226"/>
                <a:gd name="T6" fmla="*/ 232 w 337"/>
                <a:gd name="T7" fmla="*/ 149 h 226"/>
                <a:gd name="T8" fmla="*/ 53 w 337"/>
                <a:gd name="T9" fmla="*/ 258 h 226"/>
                <a:gd name="T10" fmla="*/ 6 w 337"/>
                <a:gd name="T11" fmla="*/ 259 h 226"/>
                <a:gd name="T12" fmla="*/ 11 w 337"/>
                <a:gd name="T13" fmla="*/ 203 h 226"/>
                <a:gd name="T14" fmla="*/ 17 w 337"/>
                <a:gd name="T15" fmla="*/ 132 h 226"/>
                <a:gd name="T16" fmla="*/ 52 w 337"/>
                <a:gd name="T17" fmla="*/ 109 h 226"/>
                <a:gd name="T18" fmla="*/ 334 w 337"/>
                <a:gd name="T19" fmla="*/ 33 h 226"/>
                <a:gd name="T20" fmla="*/ 397 w 337"/>
                <a:gd name="T21" fmla="*/ 2 h 22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37" h="226">
                  <a:moveTo>
                    <a:pt x="334" y="0"/>
                  </a:moveTo>
                  <a:cubicBezTo>
                    <a:pt x="337" y="13"/>
                    <a:pt x="323" y="38"/>
                    <a:pt x="317" y="49"/>
                  </a:cubicBezTo>
                  <a:cubicBezTo>
                    <a:pt x="308" y="67"/>
                    <a:pt x="294" y="77"/>
                    <a:pt x="278" y="88"/>
                  </a:cubicBezTo>
                  <a:cubicBezTo>
                    <a:pt x="252" y="105"/>
                    <a:pt x="220" y="110"/>
                    <a:pt x="192" y="123"/>
                  </a:cubicBezTo>
                  <a:cubicBezTo>
                    <a:pt x="141" y="148"/>
                    <a:pt x="98" y="194"/>
                    <a:pt x="44" y="213"/>
                  </a:cubicBezTo>
                  <a:cubicBezTo>
                    <a:pt x="34" y="216"/>
                    <a:pt x="15" y="226"/>
                    <a:pt x="6" y="214"/>
                  </a:cubicBezTo>
                  <a:cubicBezTo>
                    <a:pt x="0" y="205"/>
                    <a:pt x="7" y="176"/>
                    <a:pt x="8" y="167"/>
                  </a:cubicBezTo>
                  <a:cubicBezTo>
                    <a:pt x="11" y="148"/>
                    <a:pt x="11" y="128"/>
                    <a:pt x="14" y="109"/>
                  </a:cubicBezTo>
                  <a:cubicBezTo>
                    <a:pt x="16" y="87"/>
                    <a:pt x="22" y="89"/>
                    <a:pt x="43" y="90"/>
                  </a:cubicBezTo>
                  <a:cubicBezTo>
                    <a:pt x="130" y="92"/>
                    <a:pt x="200" y="61"/>
                    <a:pt x="277" y="27"/>
                  </a:cubicBezTo>
                  <a:cubicBezTo>
                    <a:pt x="295" y="19"/>
                    <a:pt x="313" y="13"/>
                    <a:pt x="329" y="2"/>
                  </a:cubicBezTo>
                </a:path>
              </a:pathLst>
            </a:custGeom>
            <a:solidFill>
              <a:srgbClr val="F9E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884" name="Freeform 303">
              <a:extLst>
                <a:ext uri="{FF2B5EF4-FFF2-40B4-BE49-F238E27FC236}">
                  <a16:creationId xmlns:a16="http://schemas.microsoft.com/office/drawing/2014/main" id="{83A75EFB-F7C9-4F4D-AB07-3B0DAF9E649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4" y="2154"/>
              <a:ext cx="152" cy="140"/>
            </a:xfrm>
            <a:custGeom>
              <a:avLst/>
              <a:gdLst>
                <a:gd name="T0" fmla="*/ 174 w 142"/>
                <a:gd name="T1" fmla="*/ 0 h 131"/>
                <a:gd name="T2" fmla="*/ 116 w 142"/>
                <a:gd name="T3" fmla="*/ 68 h 131"/>
                <a:gd name="T4" fmla="*/ 65 w 142"/>
                <a:gd name="T5" fmla="*/ 130 h 131"/>
                <a:gd name="T6" fmla="*/ 4 w 142"/>
                <a:gd name="T7" fmla="*/ 120 h 131"/>
                <a:gd name="T8" fmla="*/ 79 w 142"/>
                <a:gd name="T9" fmla="*/ 71 h 131"/>
                <a:gd name="T10" fmla="*/ 128 w 142"/>
                <a:gd name="T11" fmla="*/ 34 h 131"/>
                <a:gd name="T12" fmla="*/ 157 w 142"/>
                <a:gd name="T13" fmla="*/ 2 h 1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2" h="131">
                  <a:moveTo>
                    <a:pt x="142" y="0"/>
                  </a:moveTo>
                  <a:cubicBezTo>
                    <a:pt x="123" y="7"/>
                    <a:pt x="108" y="40"/>
                    <a:pt x="94" y="56"/>
                  </a:cubicBezTo>
                  <a:cubicBezTo>
                    <a:pt x="79" y="73"/>
                    <a:pt x="67" y="89"/>
                    <a:pt x="53" y="107"/>
                  </a:cubicBezTo>
                  <a:cubicBezTo>
                    <a:pt x="39" y="125"/>
                    <a:pt x="10" y="131"/>
                    <a:pt x="4" y="98"/>
                  </a:cubicBezTo>
                  <a:cubicBezTo>
                    <a:pt x="0" y="77"/>
                    <a:pt x="47" y="68"/>
                    <a:pt x="64" y="58"/>
                  </a:cubicBezTo>
                  <a:cubicBezTo>
                    <a:pt x="77" y="50"/>
                    <a:pt x="94" y="38"/>
                    <a:pt x="105" y="28"/>
                  </a:cubicBezTo>
                  <a:cubicBezTo>
                    <a:pt x="114" y="20"/>
                    <a:pt x="119" y="6"/>
                    <a:pt x="128" y="2"/>
                  </a:cubicBezTo>
                </a:path>
              </a:pathLst>
            </a:custGeom>
            <a:solidFill>
              <a:srgbClr val="F9E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885" name="Freeform 304">
              <a:extLst>
                <a:ext uri="{FF2B5EF4-FFF2-40B4-BE49-F238E27FC236}">
                  <a16:creationId xmlns:a16="http://schemas.microsoft.com/office/drawing/2014/main" id="{EE4A0944-F7FB-412C-BFC5-F72108273D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4" y="2180"/>
              <a:ext cx="33" cy="37"/>
            </a:xfrm>
            <a:custGeom>
              <a:avLst/>
              <a:gdLst>
                <a:gd name="T0" fmla="*/ 37 w 31"/>
                <a:gd name="T1" fmla="*/ 24 h 35"/>
                <a:gd name="T2" fmla="*/ 24 w 31"/>
                <a:gd name="T3" fmla="*/ 41 h 35"/>
                <a:gd name="T4" fmla="*/ 36 w 31"/>
                <a:gd name="T5" fmla="*/ 20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35">
                  <a:moveTo>
                    <a:pt x="31" y="21"/>
                  </a:moveTo>
                  <a:cubicBezTo>
                    <a:pt x="21" y="6"/>
                    <a:pt x="16" y="26"/>
                    <a:pt x="21" y="35"/>
                  </a:cubicBezTo>
                  <a:cubicBezTo>
                    <a:pt x="0" y="24"/>
                    <a:pt x="17" y="0"/>
                    <a:pt x="30" y="17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886" name="Freeform 305">
              <a:extLst>
                <a:ext uri="{FF2B5EF4-FFF2-40B4-BE49-F238E27FC236}">
                  <a16:creationId xmlns:a16="http://schemas.microsoft.com/office/drawing/2014/main" id="{05FC379E-8A02-4D99-A36C-3F04BE37A6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6" y="2116"/>
              <a:ext cx="34" cy="29"/>
            </a:xfrm>
            <a:custGeom>
              <a:avLst/>
              <a:gdLst>
                <a:gd name="T0" fmla="*/ 34 w 32"/>
                <a:gd name="T1" fmla="*/ 33 h 27"/>
                <a:gd name="T2" fmla="*/ 38 w 32"/>
                <a:gd name="T3" fmla="*/ 15 h 27"/>
                <a:gd name="T4" fmla="*/ 13 w 32"/>
                <a:gd name="T5" fmla="*/ 5 h 27"/>
                <a:gd name="T6" fmla="*/ 26 w 32"/>
                <a:gd name="T7" fmla="*/ 31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27">
                  <a:moveTo>
                    <a:pt x="28" y="27"/>
                  </a:moveTo>
                  <a:cubicBezTo>
                    <a:pt x="10" y="23"/>
                    <a:pt x="14" y="6"/>
                    <a:pt x="32" y="12"/>
                  </a:cubicBezTo>
                  <a:cubicBezTo>
                    <a:pt x="27" y="9"/>
                    <a:pt x="17" y="0"/>
                    <a:pt x="10" y="5"/>
                  </a:cubicBezTo>
                  <a:cubicBezTo>
                    <a:pt x="0" y="12"/>
                    <a:pt x="15" y="23"/>
                    <a:pt x="22" y="25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887" name="Freeform 306">
              <a:extLst>
                <a:ext uri="{FF2B5EF4-FFF2-40B4-BE49-F238E27FC236}">
                  <a16:creationId xmlns:a16="http://schemas.microsoft.com/office/drawing/2014/main" id="{7D9EC273-0CEB-4EBA-8C9A-521EDE5186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9" y="1937"/>
              <a:ext cx="145" cy="131"/>
            </a:xfrm>
            <a:custGeom>
              <a:avLst/>
              <a:gdLst>
                <a:gd name="T0" fmla="*/ 0 w 136"/>
                <a:gd name="T1" fmla="*/ 0 h 123"/>
                <a:gd name="T2" fmla="*/ 48 w 136"/>
                <a:gd name="T3" fmla="*/ 93 h 123"/>
                <a:gd name="T4" fmla="*/ 165 w 136"/>
                <a:gd name="T5" fmla="*/ 149 h 123"/>
                <a:gd name="T6" fmla="*/ 4 w 136"/>
                <a:gd name="T7" fmla="*/ 6 h 1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6" h="123">
                  <a:moveTo>
                    <a:pt x="0" y="0"/>
                  </a:moveTo>
                  <a:cubicBezTo>
                    <a:pt x="9" y="29"/>
                    <a:pt x="16" y="56"/>
                    <a:pt x="39" y="77"/>
                  </a:cubicBezTo>
                  <a:cubicBezTo>
                    <a:pt x="67" y="101"/>
                    <a:pt x="104" y="105"/>
                    <a:pt x="136" y="123"/>
                  </a:cubicBezTo>
                  <a:cubicBezTo>
                    <a:pt x="80" y="93"/>
                    <a:pt x="26" y="67"/>
                    <a:pt x="4" y="6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888" name="Freeform 307">
              <a:extLst>
                <a:ext uri="{FF2B5EF4-FFF2-40B4-BE49-F238E27FC236}">
                  <a16:creationId xmlns:a16="http://schemas.microsoft.com/office/drawing/2014/main" id="{F7DD1228-10DB-427C-95CC-8300235CC5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5" y="2197"/>
              <a:ext cx="102" cy="20"/>
            </a:xfrm>
            <a:custGeom>
              <a:avLst/>
              <a:gdLst>
                <a:gd name="T0" fmla="*/ 0 w 95"/>
                <a:gd name="T1" fmla="*/ 2 h 19"/>
                <a:gd name="T2" fmla="*/ 30 w 95"/>
                <a:gd name="T3" fmla="*/ 20 h 19"/>
                <a:gd name="T4" fmla="*/ 56 w 95"/>
                <a:gd name="T5" fmla="*/ 19 h 19"/>
                <a:gd name="T6" fmla="*/ 87 w 95"/>
                <a:gd name="T7" fmla="*/ 14 h 19"/>
                <a:gd name="T8" fmla="*/ 118 w 95"/>
                <a:gd name="T9" fmla="*/ 15 h 19"/>
                <a:gd name="T10" fmla="*/ 88 w 95"/>
                <a:gd name="T11" fmla="*/ 6 h 19"/>
                <a:gd name="T12" fmla="*/ 50 w 95"/>
                <a:gd name="T13" fmla="*/ 9 h 19"/>
                <a:gd name="T14" fmla="*/ 2 w 95"/>
                <a:gd name="T15" fmla="*/ 0 h 1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5" h="19">
                  <a:moveTo>
                    <a:pt x="0" y="2"/>
                  </a:moveTo>
                  <a:cubicBezTo>
                    <a:pt x="8" y="6"/>
                    <a:pt x="15" y="15"/>
                    <a:pt x="24" y="17"/>
                  </a:cubicBezTo>
                  <a:cubicBezTo>
                    <a:pt x="30" y="19"/>
                    <a:pt x="39" y="17"/>
                    <a:pt x="45" y="16"/>
                  </a:cubicBezTo>
                  <a:cubicBezTo>
                    <a:pt x="54" y="15"/>
                    <a:pt x="61" y="12"/>
                    <a:pt x="70" y="11"/>
                  </a:cubicBezTo>
                  <a:cubicBezTo>
                    <a:pt x="79" y="10"/>
                    <a:pt x="87" y="12"/>
                    <a:pt x="95" y="12"/>
                  </a:cubicBezTo>
                  <a:cubicBezTo>
                    <a:pt x="87" y="11"/>
                    <a:pt x="80" y="6"/>
                    <a:pt x="71" y="6"/>
                  </a:cubicBezTo>
                  <a:cubicBezTo>
                    <a:pt x="61" y="5"/>
                    <a:pt x="51" y="8"/>
                    <a:pt x="41" y="9"/>
                  </a:cubicBezTo>
                  <a:cubicBezTo>
                    <a:pt x="26" y="10"/>
                    <a:pt x="15" y="5"/>
                    <a:pt x="2" y="0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889" name="Freeform 308">
              <a:extLst>
                <a:ext uri="{FF2B5EF4-FFF2-40B4-BE49-F238E27FC236}">
                  <a16:creationId xmlns:a16="http://schemas.microsoft.com/office/drawing/2014/main" id="{3DAA4502-4DA2-42B1-A588-E1698EC1F20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2" y="2411"/>
              <a:ext cx="197" cy="44"/>
            </a:xfrm>
            <a:custGeom>
              <a:avLst/>
              <a:gdLst>
                <a:gd name="T0" fmla="*/ 226 w 184"/>
                <a:gd name="T1" fmla="*/ 12 h 41"/>
                <a:gd name="T2" fmla="*/ 124 w 184"/>
                <a:gd name="T3" fmla="*/ 35 h 41"/>
                <a:gd name="T4" fmla="*/ 0 w 184"/>
                <a:gd name="T5" fmla="*/ 50 h 41"/>
                <a:gd name="T6" fmla="*/ 52 w 184"/>
                <a:gd name="T7" fmla="*/ 38 h 41"/>
                <a:gd name="T8" fmla="*/ 123 w 184"/>
                <a:gd name="T9" fmla="*/ 27 h 41"/>
                <a:gd name="T10" fmla="*/ 226 w 184"/>
                <a:gd name="T11" fmla="*/ 10 h 4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4" h="41">
                  <a:moveTo>
                    <a:pt x="184" y="9"/>
                  </a:moveTo>
                  <a:cubicBezTo>
                    <a:pt x="155" y="9"/>
                    <a:pt x="129" y="22"/>
                    <a:pt x="101" y="29"/>
                  </a:cubicBezTo>
                  <a:cubicBezTo>
                    <a:pt x="68" y="37"/>
                    <a:pt x="32" y="31"/>
                    <a:pt x="0" y="41"/>
                  </a:cubicBezTo>
                  <a:cubicBezTo>
                    <a:pt x="13" y="37"/>
                    <a:pt x="29" y="33"/>
                    <a:pt x="43" y="31"/>
                  </a:cubicBezTo>
                  <a:cubicBezTo>
                    <a:pt x="62" y="27"/>
                    <a:pt x="82" y="28"/>
                    <a:pt x="100" y="21"/>
                  </a:cubicBezTo>
                  <a:cubicBezTo>
                    <a:pt x="125" y="12"/>
                    <a:pt x="157" y="0"/>
                    <a:pt x="184" y="7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890" name="Freeform 309">
              <a:extLst>
                <a:ext uri="{FF2B5EF4-FFF2-40B4-BE49-F238E27FC236}">
                  <a16:creationId xmlns:a16="http://schemas.microsoft.com/office/drawing/2014/main" id="{E0A10993-D29E-4111-B11F-6934EDA1A79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5" y="1801"/>
              <a:ext cx="55" cy="86"/>
            </a:xfrm>
            <a:custGeom>
              <a:avLst/>
              <a:gdLst>
                <a:gd name="T0" fmla="*/ 16 w 52"/>
                <a:gd name="T1" fmla="*/ 1 h 80"/>
                <a:gd name="T2" fmla="*/ 40 w 52"/>
                <a:gd name="T3" fmla="*/ 45 h 80"/>
                <a:gd name="T4" fmla="*/ 59 w 52"/>
                <a:gd name="T5" fmla="*/ 99 h 80"/>
                <a:gd name="T6" fmla="*/ 51 w 52"/>
                <a:gd name="T7" fmla="*/ 43 h 80"/>
                <a:gd name="T8" fmla="*/ 16 w 52"/>
                <a:gd name="T9" fmla="*/ 0 h 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" h="80">
                  <a:moveTo>
                    <a:pt x="13" y="1"/>
                  </a:moveTo>
                  <a:cubicBezTo>
                    <a:pt x="0" y="13"/>
                    <a:pt x="27" y="29"/>
                    <a:pt x="34" y="36"/>
                  </a:cubicBezTo>
                  <a:cubicBezTo>
                    <a:pt x="46" y="49"/>
                    <a:pt x="50" y="62"/>
                    <a:pt x="50" y="80"/>
                  </a:cubicBezTo>
                  <a:cubicBezTo>
                    <a:pt x="50" y="64"/>
                    <a:pt x="52" y="47"/>
                    <a:pt x="43" y="34"/>
                  </a:cubicBezTo>
                  <a:cubicBezTo>
                    <a:pt x="34" y="21"/>
                    <a:pt x="19" y="14"/>
                    <a:pt x="13" y="0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891" name="Freeform 310">
              <a:extLst>
                <a:ext uri="{FF2B5EF4-FFF2-40B4-BE49-F238E27FC236}">
                  <a16:creationId xmlns:a16="http://schemas.microsoft.com/office/drawing/2014/main" id="{7FDF74F6-E986-4F01-AA56-B1F0579F9E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7" y="1513"/>
              <a:ext cx="73" cy="94"/>
            </a:xfrm>
            <a:custGeom>
              <a:avLst/>
              <a:gdLst>
                <a:gd name="T0" fmla="*/ 17 w 68"/>
                <a:gd name="T1" fmla="*/ 36 h 88"/>
                <a:gd name="T2" fmla="*/ 18 w 68"/>
                <a:gd name="T3" fmla="*/ 14 h 88"/>
                <a:gd name="T4" fmla="*/ 83 w 68"/>
                <a:gd name="T5" fmla="*/ 107 h 88"/>
                <a:gd name="T6" fmla="*/ 50 w 68"/>
                <a:gd name="T7" fmla="*/ 18 h 88"/>
                <a:gd name="T8" fmla="*/ 14 w 68"/>
                <a:gd name="T9" fmla="*/ 32 h 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8" h="88">
                  <a:moveTo>
                    <a:pt x="14" y="30"/>
                  </a:moveTo>
                  <a:cubicBezTo>
                    <a:pt x="10" y="24"/>
                    <a:pt x="11" y="16"/>
                    <a:pt x="15" y="11"/>
                  </a:cubicBezTo>
                  <a:cubicBezTo>
                    <a:pt x="44" y="9"/>
                    <a:pt x="58" y="67"/>
                    <a:pt x="67" y="88"/>
                  </a:cubicBezTo>
                  <a:cubicBezTo>
                    <a:pt x="68" y="64"/>
                    <a:pt x="57" y="33"/>
                    <a:pt x="41" y="15"/>
                  </a:cubicBezTo>
                  <a:cubicBezTo>
                    <a:pt x="27" y="0"/>
                    <a:pt x="0" y="0"/>
                    <a:pt x="11" y="26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892" name="Freeform 311">
              <a:extLst>
                <a:ext uri="{FF2B5EF4-FFF2-40B4-BE49-F238E27FC236}">
                  <a16:creationId xmlns:a16="http://schemas.microsoft.com/office/drawing/2014/main" id="{46C661E6-E7FC-4FB1-B902-D92275A95F0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6" y="1547"/>
              <a:ext cx="35" cy="36"/>
            </a:xfrm>
            <a:custGeom>
              <a:avLst/>
              <a:gdLst>
                <a:gd name="T0" fmla="*/ 39 w 33"/>
                <a:gd name="T1" fmla="*/ 21 h 34"/>
                <a:gd name="T2" fmla="*/ 16 w 33"/>
                <a:gd name="T3" fmla="*/ 40 h 34"/>
                <a:gd name="T4" fmla="*/ 32 w 33"/>
                <a:gd name="T5" fmla="*/ 17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34">
                  <a:moveTo>
                    <a:pt x="33" y="18"/>
                  </a:moveTo>
                  <a:cubicBezTo>
                    <a:pt x="18" y="11"/>
                    <a:pt x="6" y="14"/>
                    <a:pt x="13" y="34"/>
                  </a:cubicBezTo>
                  <a:cubicBezTo>
                    <a:pt x="10" y="18"/>
                    <a:pt x="0" y="0"/>
                    <a:pt x="26" y="14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893" name="Freeform 312">
              <a:extLst>
                <a:ext uri="{FF2B5EF4-FFF2-40B4-BE49-F238E27FC236}">
                  <a16:creationId xmlns:a16="http://schemas.microsoft.com/office/drawing/2014/main" id="{6A3E2072-1CEC-44AF-9866-5B1475B8CE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5" y="1784"/>
              <a:ext cx="91" cy="82"/>
            </a:xfrm>
            <a:custGeom>
              <a:avLst/>
              <a:gdLst>
                <a:gd name="T0" fmla="*/ 104 w 85"/>
                <a:gd name="T1" fmla="*/ 13 h 77"/>
                <a:gd name="T2" fmla="*/ 35 w 85"/>
                <a:gd name="T3" fmla="*/ 32 h 77"/>
                <a:gd name="T4" fmla="*/ 14 w 85"/>
                <a:gd name="T5" fmla="*/ 93 h 77"/>
                <a:gd name="T6" fmla="*/ 39 w 85"/>
                <a:gd name="T7" fmla="*/ 12 h 77"/>
                <a:gd name="T8" fmla="*/ 104 w 85"/>
                <a:gd name="T9" fmla="*/ 1 h 7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5" h="77">
                  <a:moveTo>
                    <a:pt x="85" y="10"/>
                  </a:moveTo>
                  <a:cubicBezTo>
                    <a:pt x="65" y="3"/>
                    <a:pt x="44" y="16"/>
                    <a:pt x="29" y="26"/>
                  </a:cubicBezTo>
                  <a:cubicBezTo>
                    <a:pt x="13" y="37"/>
                    <a:pt x="11" y="60"/>
                    <a:pt x="11" y="77"/>
                  </a:cubicBezTo>
                  <a:cubicBezTo>
                    <a:pt x="0" y="53"/>
                    <a:pt x="3" y="19"/>
                    <a:pt x="32" y="9"/>
                  </a:cubicBezTo>
                  <a:cubicBezTo>
                    <a:pt x="46" y="4"/>
                    <a:pt x="69" y="0"/>
                    <a:pt x="85" y="1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894" name="Freeform 313">
              <a:extLst>
                <a:ext uri="{FF2B5EF4-FFF2-40B4-BE49-F238E27FC236}">
                  <a16:creationId xmlns:a16="http://schemas.microsoft.com/office/drawing/2014/main" id="{EB77D55E-78F8-4C9F-A638-321DD34167B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1" y="1011"/>
              <a:ext cx="20" cy="22"/>
            </a:xfrm>
            <a:custGeom>
              <a:avLst/>
              <a:gdLst>
                <a:gd name="T0" fmla="*/ 24 w 18"/>
                <a:gd name="T1" fmla="*/ 10 h 20"/>
                <a:gd name="T2" fmla="*/ 3 w 18"/>
                <a:gd name="T3" fmla="*/ 4 h 20"/>
                <a:gd name="T4" fmla="*/ 3 w 18"/>
                <a:gd name="T5" fmla="*/ 26 h 20"/>
                <a:gd name="T6" fmla="*/ 9 w 18"/>
                <a:gd name="T7" fmla="*/ 9 h 20"/>
                <a:gd name="T8" fmla="*/ 24 w 18"/>
                <a:gd name="T9" fmla="*/ 10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20">
                  <a:moveTo>
                    <a:pt x="18" y="7"/>
                  </a:moveTo>
                  <a:cubicBezTo>
                    <a:pt x="14" y="2"/>
                    <a:pt x="7" y="0"/>
                    <a:pt x="3" y="4"/>
                  </a:cubicBezTo>
                  <a:cubicBezTo>
                    <a:pt x="0" y="8"/>
                    <a:pt x="0" y="17"/>
                    <a:pt x="3" y="20"/>
                  </a:cubicBezTo>
                  <a:cubicBezTo>
                    <a:pt x="1" y="16"/>
                    <a:pt x="3" y="9"/>
                    <a:pt x="6" y="6"/>
                  </a:cubicBezTo>
                  <a:cubicBezTo>
                    <a:pt x="10" y="4"/>
                    <a:pt x="14" y="5"/>
                    <a:pt x="18" y="7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895" name="Freeform 314">
              <a:extLst>
                <a:ext uri="{FF2B5EF4-FFF2-40B4-BE49-F238E27FC236}">
                  <a16:creationId xmlns:a16="http://schemas.microsoft.com/office/drawing/2014/main" id="{5C9586CC-23D8-4CF4-8287-3CED94668A9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4" y="1371"/>
              <a:ext cx="37" cy="54"/>
            </a:xfrm>
            <a:custGeom>
              <a:avLst/>
              <a:gdLst>
                <a:gd name="T0" fmla="*/ 29 w 35"/>
                <a:gd name="T1" fmla="*/ 53 h 51"/>
                <a:gd name="T2" fmla="*/ 19 w 35"/>
                <a:gd name="T3" fmla="*/ 26 h 51"/>
                <a:gd name="T4" fmla="*/ 0 w 35"/>
                <a:gd name="T5" fmla="*/ 60 h 51"/>
                <a:gd name="T6" fmla="*/ 19 w 35"/>
                <a:gd name="T7" fmla="*/ 16 h 51"/>
                <a:gd name="T8" fmla="*/ 27 w 35"/>
                <a:gd name="T9" fmla="*/ 54 h 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51">
                  <a:moveTo>
                    <a:pt x="25" y="44"/>
                  </a:moveTo>
                  <a:cubicBezTo>
                    <a:pt x="24" y="38"/>
                    <a:pt x="29" y="14"/>
                    <a:pt x="16" y="23"/>
                  </a:cubicBezTo>
                  <a:cubicBezTo>
                    <a:pt x="8" y="29"/>
                    <a:pt x="5" y="42"/>
                    <a:pt x="0" y="51"/>
                  </a:cubicBezTo>
                  <a:cubicBezTo>
                    <a:pt x="0" y="37"/>
                    <a:pt x="3" y="21"/>
                    <a:pt x="16" y="13"/>
                  </a:cubicBezTo>
                  <a:cubicBezTo>
                    <a:pt x="35" y="0"/>
                    <a:pt x="27" y="36"/>
                    <a:pt x="24" y="45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896" name="Freeform 315">
              <a:extLst>
                <a:ext uri="{FF2B5EF4-FFF2-40B4-BE49-F238E27FC236}">
                  <a16:creationId xmlns:a16="http://schemas.microsoft.com/office/drawing/2014/main" id="{8088CC7D-C608-4ECB-AF03-4FCAF91B1F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0" y="2650"/>
              <a:ext cx="262" cy="49"/>
            </a:xfrm>
            <a:custGeom>
              <a:avLst/>
              <a:gdLst>
                <a:gd name="T0" fmla="*/ 0 w 246"/>
                <a:gd name="T1" fmla="*/ 0 h 46"/>
                <a:gd name="T2" fmla="*/ 67 w 246"/>
                <a:gd name="T3" fmla="*/ 14 h 46"/>
                <a:gd name="T4" fmla="*/ 143 w 246"/>
                <a:gd name="T5" fmla="*/ 36 h 46"/>
                <a:gd name="T6" fmla="*/ 297 w 246"/>
                <a:gd name="T7" fmla="*/ 55 h 46"/>
                <a:gd name="T8" fmla="*/ 154 w 246"/>
                <a:gd name="T9" fmla="*/ 20 h 46"/>
                <a:gd name="T10" fmla="*/ 87 w 246"/>
                <a:gd name="T11" fmla="*/ 18 h 46"/>
                <a:gd name="T12" fmla="*/ 17 w 246"/>
                <a:gd name="T13" fmla="*/ 3 h 4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6" h="46">
                  <a:moveTo>
                    <a:pt x="0" y="0"/>
                  </a:moveTo>
                  <a:cubicBezTo>
                    <a:pt x="17" y="8"/>
                    <a:pt x="37" y="6"/>
                    <a:pt x="55" y="11"/>
                  </a:cubicBezTo>
                  <a:cubicBezTo>
                    <a:pt x="76" y="16"/>
                    <a:pt x="96" y="26"/>
                    <a:pt x="118" y="30"/>
                  </a:cubicBezTo>
                  <a:cubicBezTo>
                    <a:pt x="160" y="38"/>
                    <a:pt x="206" y="23"/>
                    <a:pt x="246" y="46"/>
                  </a:cubicBezTo>
                  <a:cubicBezTo>
                    <a:pt x="207" y="30"/>
                    <a:pt x="171" y="15"/>
                    <a:pt x="128" y="17"/>
                  </a:cubicBezTo>
                  <a:cubicBezTo>
                    <a:pt x="108" y="18"/>
                    <a:pt x="92" y="20"/>
                    <a:pt x="72" y="15"/>
                  </a:cubicBezTo>
                  <a:cubicBezTo>
                    <a:pt x="52" y="11"/>
                    <a:pt x="36" y="1"/>
                    <a:pt x="14" y="3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897" name="Freeform 316">
              <a:extLst>
                <a:ext uri="{FF2B5EF4-FFF2-40B4-BE49-F238E27FC236}">
                  <a16:creationId xmlns:a16="http://schemas.microsoft.com/office/drawing/2014/main" id="{DCAD2A45-C9F0-4DD6-B8B4-5B77900440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2" y="3013"/>
              <a:ext cx="98" cy="56"/>
            </a:xfrm>
            <a:custGeom>
              <a:avLst/>
              <a:gdLst>
                <a:gd name="T0" fmla="*/ 111 w 92"/>
                <a:gd name="T1" fmla="*/ 59 h 53"/>
                <a:gd name="T2" fmla="*/ 0 w 92"/>
                <a:gd name="T3" fmla="*/ 0 h 53"/>
                <a:gd name="T4" fmla="*/ 51 w 92"/>
                <a:gd name="T5" fmla="*/ 35 h 53"/>
                <a:gd name="T6" fmla="*/ 101 w 92"/>
                <a:gd name="T7" fmla="*/ 62 h 5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2" h="53">
                  <a:moveTo>
                    <a:pt x="92" y="50"/>
                  </a:moveTo>
                  <a:cubicBezTo>
                    <a:pt x="58" y="50"/>
                    <a:pt x="7" y="38"/>
                    <a:pt x="0" y="0"/>
                  </a:cubicBezTo>
                  <a:cubicBezTo>
                    <a:pt x="16" y="0"/>
                    <a:pt x="29" y="19"/>
                    <a:pt x="42" y="29"/>
                  </a:cubicBezTo>
                  <a:cubicBezTo>
                    <a:pt x="54" y="38"/>
                    <a:pt x="78" y="46"/>
                    <a:pt x="84" y="53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898" name="Freeform 317">
              <a:extLst>
                <a:ext uri="{FF2B5EF4-FFF2-40B4-BE49-F238E27FC236}">
                  <a16:creationId xmlns:a16="http://schemas.microsoft.com/office/drawing/2014/main" id="{992055AF-7F79-430B-B95A-2F1FCA5F95D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1" y="3614"/>
              <a:ext cx="94" cy="28"/>
            </a:xfrm>
            <a:custGeom>
              <a:avLst/>
              <a:gdLst>
                <a:gd name="T0" fmla="*/ 0 w 88"/>
                <a:gd name="T1" fmla="*/ 24 h 26"/>
                <a:gd name="T2" fmla="*/ 103 w 88"/>
                <a:gd name="T3" fmla="*/ 32 h 26"/>
                <a:gd name="T4" fmla="*/ 5 w 88"/>
                <a:gd name="T5" fmla="*/ 17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8" h="26">
                  <a:moveTo>
                    <a:pt x="0" y="19"/>
                  </a:moveTo>
                  <a:cubicBezTo>
                    <a:pt x="30" y="11"/>
                    <a:pt x="57" y="23"/>
                    <a:pt x="84" y="26"/>
                  </a:cubicBezTo>
                  <a:cubicBezTo>
                    <a:pt x="88" y="0"/>
                    <a:pt x="17" y="6"/>
                    <a:pt x="5" y="14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899" name="Freeform 318">
              <a:extLst>
                <a:ext uri="{FF2B5EF4-FFF2-40B4-BE49-F238E27FC236}">
                  <a16:creationId xmlns:a16="http://schemas.microsoft.com/office/drawing/2014/main" id="{BD3A77DE-1CA9-40D5-8BD4-C98A08E3B4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3" y="3706"/>
              <a:ext cx="88" cy="36"/>
            </a:xfrm>
            <a:custGeom>
              <a:avLst/>
              <a:gdLst>
                <a:gd name="T0" fmla="*/ 0 w 83"/>
                <a:gd name="T1" fmla="*/ 23 h 34"/>
                <a:gd name="T2" fmla="*/ 55 w 83"/>
                <a:gd name="T3" fmla="*/ 34 h 34"/>
                <a:gd name="T4" fmla="*/ 99 w 83"/>
                <a:gd name="T5" fmla="*/ 30 h 34"/>
                <a:gd name="T6" fmla="*/ 12 w 83"/>
                <a:gd name="T7" fmla="*/ 23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3" h="34">
                  <a:moveTo>
                    <a:pt x="0" y="20"/>
                  </a:moveTo>
                  <a:cubicBezTo>
                    <a:pt x="17" y="27"/>
                    <a:pt x="27" y="30"/>
                    <a:pt x="46" y="28"/>
                  </a:cubicBezTo>
                  <a:cubicBezTo>
                    <a:pt x="59" y="26"/>
                    <a:pt x="70" y="19"/>
                    <a:pt x="83" y="25"/>
                  </a:cubicBezTo>
                  <a:cubicBezTo>
                    <a:pt x="57" y="0"/>
                    <a:pt x="28" y="34"/>
                    <a:pt x="9" y="20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900" name="Freeform 319">
              <a:extLst>
                <a:ext uri="{FF2B5EF4-FFF2-40B4-BE49-F238E27FC236}">
                  <a16:creationId xmlns:a16="http://schemas.microsoft.com/office/drawing/2014/main" id="{4AC93207-20B7-466C-8B4F-FEBCA761E3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8" y="2137"/>
              <a:ext cx="205" cy="81"/>
            </a:xfrm>
            <a:custGeom>
              <a:avLst/>
              <a:gdLst>
                <a:gd name="T0" fmla="*/ 0 w 192"/>
                <a:gd name="T1" fmla="*/ 0 h 76"/>
                <a:gd name="T2" fmla="*/ 47 w 192"/>
                <a:gd name="T3" fmla="*/ 32 h 76"/>
                <a:gd name="T4" fmla="*/ 95 w 192"/>
                <a:gd name="T5" fmla="*/ 59 h 76"/>
                <a:gd name="T6" fmla="*/ 147 w 192"/>
                <a:gd name="T7" fmla="*/ 76 h 76"/>
                <a:gd name="T8" fmla="*/ 234 w 192"/>
                <a:gd name="T9" fmla="*/ 92 h 76"/>
                <a:gd name="T10" fmla="*/ 156 w 192"/>
                <a:gd name="T11" fmla="*/ 69 h 76"/>
                <a:gd name="T12" fmla="*/ 96 w 192"/>
                <a:gd name="T13" fmla="*/ 45 h 76"/>
                <a:gd name="T14" fmla="*/ 51 w 192"/>
                <a:gd name="T15" fmla="*/ 20 h 76"/>
                <a:gd name="T16" fmla="*/ 7 w 192"/>
                <a:gd name="T17" fmla="*/ 6 h 7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92" h="76">
                  <a:moveTo>
                    <a:pt x="0" y="0"/>
                  </a:moveTo>
                  <a:cubicBezTo>
                    <a:pt x="13" y="4"/>
                    <a:pt x="27" y="18"/>
                    <a:pt x="38" y="26"/>
                  </a:cubicBezTo>
                  <a:cubicBezTo>
                    <a:pt x="51" y="35"/>
                    <a:pt x="65" y="41"/>
                    <a:pt x="78" y="49"/>
                  </a:cubicBezTo>
                  <a:cubicBezTo>
                    <a:pt x="92" y="57"/>
                    <a:pt x="106" y="61"/>
                    <a:pt x="121" y="63"/>
                  </a:cubicBezTo>
                  <a:cubicBezTo>
                    <a:pt x="145" y="67"/>
                    <a:pt x="167" y="75"/>
                    <a:pt x="192" y="76"/>
                  </a:cubicBezTo>
                  <a:cubicBezTo>
                    <a:pt x="170" y="72"/>
                    <a:pt x="149" y="63"/>
                    <a:pt x="128" y="57"/>
                  </a:cubicBezTo>
                  <a:cubicBezTo>
                    <a:pt x="111" y="52"/>
                    <a:pt x="94" y="45"/>
                    <a:pt x="79" y="37"/>
                  </a:cubicBezTo>
                  <a:cubicBezTo>
                    <a:pt x="67" y="30"/>
                    <a:pt x="55" y="22"/>
                    <a:pt x="42" y="17"/>
                  </a:cubicBezTo>
                  <a:cubicBezTo>
                    <a:pt x="31" y="12"/>
                    <a:pt x="18" y="11"/>
                    <a:pt x="7" y="6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901" name="Freeform 320">
              <a:extLst>
                <a:ext uri="{FF2B5EF4-FFF2-40B4-BE49-F238E27FC236}">
                  <a16:creationId xmlns:a16="http://schemas.microsoft.com/office/drawing/2014/main" id="{7DB95AAE-AF9F-4915-8E2E-AC6AFAB02D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2" y="2123"/>
              <a:ext cx="154" cy="189"/>
            </a:xfrm>
            <a:custGeom>
              <a:avLst/>
              <a:gdLst>
                <a:gd name="T0" fmla="*/ 28 w 144"/>
                <a:gd name="T1" fmla="*/ 11 h 177"/>
                <a:gd name="T2" fmla="*/ 5 w 144"/>
                <a:gd name="T3" fmla="*/ 3 h 177"/>
                <a:gd name="T4" fmla="*/ 6 w 144"/>
                <a:gd name="T5" fmla="*/ 29 h 177"/>
                <a:gd name="T6" fmla="*/ 50 w 144"/>
                <a:gd name="T7" fmla="*/ 103 h 177"/>
                <a:gd name="T8" fmla="*/ 109 w 144"/>
                <a:gd name="T9" fmla="*/ 167 h 177"/>
                <a:gd name="T10" fmla="*/ 176 w 144"/>
                <a:gd name="T11" fmla="*/ 216 h 177"/>
                <a:gd name="T12" fmla="*/ 111 w 144"/>
                <a:gd name="T13" fmla="*/ 161 h 177"/>
                <a:gd name="T14" fmla="*/ 68 w 144"/>
                <a:gd name="T15" fmla="*/ 98 h 177"/>
                <a:gd name="T16" fmla="*/ 49 w 144"/>
                <a:gd name="T17" fmla="*/ 50 h 177"/>
                <a:gd name="T18" fmla="*/ 67 w 144"/>
                <a:gd name="T19" fmla="*/ 37 h 177"/>
                <a:gd name="T20" fmla="*/ 26 w 144"/>
                <a:gd name="T21" fmla="*/ 11 h 17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44" h="177">
                  <a:moveTo>
                    <a:pt x="22" y="8"/>
                  </a:moveTo>
                  <a:cubicBezTo>
                    <a:pt x="18" y="7"/>
                    <a:pt x="9" y="0"/>
                    <a:pt x="5" y="3"/>
                  </a:cubicBezTo>
                  <a:cubicBezTo>
                    <a:pt x="0" y="6"/>
                    <a:pt x="5" y="19"/>
                    <a:pt x="6" y="23"/>
                  </a:cubicBezTo>
                  <a:cubicBezTo>
                    <a:pt x="14" y="45"/>
                    <a:pt x="28" y="66"/>
                    <a:pt x="41" y="84"/>
                  </a:cubicBezTo>
                  <a:cubicBezTo>
                    <a:pt x="54" y="105"/>
                    <a:pt x="72" y="120"/>
                    <a:pt x="89" y="137"/>
                  </a:cubicBezTo>
                  <a:cubicBezTo>
                    <a:pt x="106" y="152"/>
                    <a:pt x="126" y="163"/>
                    <a:pt x="144" y="177"/>
                  </a:cubicBezTo>
                  <a:cubicBezTo>
                    <a:pt x="125" y="171"/>
                    <a:pt x="104" y="147"/>
                    <a:pt x="91" y="132"/>
                  </a:cubicBezTo>
                  <a:cubicBezTo>
                    <a:pt x="78" y="116"/>
                    <a:pt x="67" y="99"/>
                    <a:pt x="56" y="81"/>
                  </a:cubicBezTo>
                  <a:cubicBezTo>
                    <a:pt x="49" y="69"/>
                    <a:pt x="42" y="56"/>
                    <a:pt x="40" y="41"/>
                  </a:cubicBezTo>
                  <a:cubicBezTo>
                    <a:pt x="39" y="27"/>
                    <a:pt x="42" y="27"/>
                    <a:pt x="55" y="31"/>
                  </a:cubicBezTo>
                  <a:cubicBezTo>
                    <a:pt x="47" y="27"/>
                    <a:pt x="27" y="16"/>
                    <a:pt x="21" y="8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902" name="Freeform 321">
              <a:extLst>
                <a:ext uri="{FF2B5EF4-FFF2-40B4-BE49-F238E27FC236}">
                  <a16:creationId xmlns:a16="http://schemas.microsoft.com/office/drawing/2014/main" id="{B71D77C5-63E3-41EA-9354-8D91BD21A1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6" y="1979"/>
              <a:ext cx="177" cy="25"/>
            </a:xfrm>
            <a:custGeom>
              <a:avLst/>
              <a:gdLst>
                <a:gd name="T0" fmla="*/ 0 w 166"/>
                <a:gd name="T1" fmla="*/ 14 h 23"/>
                <a:gd name="T2" fmla="*/ 44 w 166"/>
                <a:gd name="T3" fmla="*/ 24 h 23"/>
                <a:gd name="T4" fmla="*/ 96 w 166"/>
                <a:gd name="T5" fmla="*/ 25 h 23"/>
                <a:gd name="T6" fmla="*/ 152 w 166"/>
                <a:gd name="T7" fmla="*/ 10 h 23"/>
                <a:gd name="T8" fmla="*/ 202 w 166"/>
                <a:gd name="T9" fmla="*/ 0 h 23"/>
                <a:gd name="T10" fmla="*/ 135 w 166"/>
                <a:gd name="T11" fmla="*/ 3 h 23"/>
                <a:gd name="T12" fmla="*/ 86 w 166"/>
                <a:gd name="T13" fmla="*/ 10 h 23"/>
                <a:gd name="T14" fmla="*/ 11 w 166"/>
                <a:gd name="T15" fmla="*/ 9 h 2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6" h="23">
                  <a:moveTo>
                    <a:pt x="0" y="11"/>
                  </a:moveTo>
                  <a:cubicBezTo>
                    <a:pt x="11" y="10"/>
                    <a:pt x="25" y="16"/>
                    <a:pt x="36" y="18"/>
                  </a:cubicBezTo>
                  <a:cubicBezTo>
                    <a:pt x="51" y="23"/>
                    <a:pt x="64" y="20"/>
                    <a:pt x="79" y="19"/>
                  </a:cubicBezTo>
                  <a:cubicBezTo>
                    <a:pt x="96" y="17"/>
                    <a:pt x="110" y="13"/>
                    <a:pt x="126" y="7"/>
                  </a:cubicBezTo>
                  <a:cubicBezTo>
                    <a:pt x="138" y="3"/>
                    <a:pt x="153" y="0"/>
                    <a:pt x="166" y="0"/>
                  </a:cubicBezTo>
                  <a:cubicBezTo>
                    <a:pt x="148" y="0"/>
                    <a:pt x="130" y="1"/>
                    <a:pt x="112" y="3"/>
                  </a:cubicBezTo>
                  <a:cubicBezTo>
                    <a:pt x="98" y="5"/>
                    <a:pt x="85" y="8"/>
                    <a:pt x="71" y="7"/>
                  </a:cubicBezTo>
                  <a:cubicBezTo>
                    <a:pt x="50" y="6"/>
                    <a:pt x="29" y="6"/>
                    <a:pt x="8" y="6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903" name="Freeform 322">
              <a:extLst>
                <a:ext uri="{FF2B5EF4-FFF2-40B4-BE49-F238E27FC236}">
                  <a16:creationId xmlns:a16="http://schemas.microsoft.com/office/drawing/2014/main" id="{DBDC1576-2C0B-4A8F-8E6D-E35EC7E7F1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8" y="2095"/>
              <a:ext cx="185" cy="195"/>
            </a:xfrm>
            <a:custGeom>
              <a:avLst/>
              <a:gdLst>
                <a:gd name="T0" fmla="*/ 26 w 173"/>
                <a:gd name="T1" fmla="*/ 25 h 183"/>
                <a:gd name="T2" fmla="*/ 212 w 173"/>
                <a:gd name="T3" fmla="*/ 222 h 183"/>
                <a:gd name="T4" fmla="*/ 70 w 173"/>
                <a:gd name="T5" fmla="*/ 35 h 183"/>
                <a:gd name="T6" fmla="*/ 19 w 173"/>
                <a:gd name="T7" fmla="*/ 1 h 183"/>
                <a:gd name="T8" fmla="*/ 1 w 173"/>
                <a:gd name="T9" fmla="*/ 15 h 183"/>
                <a:gd name="T10" fmla="*/ 28 w 173"/>
                <a:gd name="T11" fmla="*/ 34 h 18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3" h="183">
                  <a:moveTo>
                    <a:pt x="21" y="21"/>
                  </a:moveTo>
                  <a:cubicBezTo>
                    <a:pt x="98" y="49"/>
                    <a:pt x="125" y="126"/>
                    <a:pt x="173" y="183"/>
                  </a:cubicBezTo>
                  <a:cubicBezTo>
                    <a:pt x="142" y="128"/>
                    <a:pt x="105" y="72"/>
                    <a:pt x="57" y="29"/>
                  </a:cubicBezTo>
                  <a:cubicBezTo>
                    <a:pt x="46" y="19"/>
                    <a:pt x="32" y="1"/>
                    <a:pt x="16" y="1"/>
                  </a:cubicBezTo>
                  <a:cubicBezTo>
                    <a:pt x="9" y="0"/>
                    <a:pt x="0" y="0"/>
                    <a:pt x="1" y="12"/>
                  </a:cubicBezTo>
                  <a:cubicBezTo>
                    <a:pt x="2" y="20"/>
                    <a:pt x="17" y="25"/>
                    <a:pt x="22" y="28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904" name="Freeform 323">
              <a:extLst>
                <a:ext uri="{FF2B5EF4-FFF2-40B4-BE49-F238E27FC236}">
                  <a16:creationId xmlns:a16="http://schemas.microsoft.com/office/drawing/2014/main" id="{E87022F4-862C-4D33-A05C-9BE03FDD94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4" y="2375"/>
              <a:ext cx="233" cy="110"/>
            </a:xfrm>
            <a:custGeom>
              <a:avLst/>
              <a:gdLst>
                <a:gd name="T0" fmla="*/ 0 w 218"/>
                <a:gd name="T1" fmla="*/ 0 h 103"/>
                <a:gd name="T2" fmla="*/ 266 w 218"/>
                <a:gd name="T3" fmla="*/ 124 h 103"/>
                <a:gd name="T4" fmla="*/ 0 w 218"/>
                <a:gd name="T5" fmla="*/ 0 h 10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8" h="103">
                  <a:moveTo>
                    <a:pt x="0" y="0"/>
                  </a:moveTo>
                  <a:cubicBezTo>
                    <a:pt x="0" y="0"/>
                    <a:pt x="76" y="103"/>
                    <a:pt x="218" y="102"/>
                  </a:cubicBezTo>
                  <a:cubicBezTo>
                    <a:pt x="218" y="102"/>
                    <a:pt x="78" y="75"/>
                    <a:pt x="0" y="0"/>
                  </a:cubicBezTo>
                  <a:close/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905" name="Freeform 324">
              <a:extLst>
                <a:ext uri="{FF2B5EF4-FFF2-40B4-BE49-F238E27FC236}">
                  <a16:creationId xmlns:a16="http://schemas.microsoft.com/office/drawing/2014/main" id="{1228F9D6-53DD-4DB7-949E-22450CD7AF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1" y="1912"/>
              <a:ext cx="125" cy="246"/>
            </a:xfrm>
            <a:custGeom>
              <a:avLst/>
              <a:gdLst>
                <a:gd name="T0" fmla="*/ 143 w 117"/>
                <a:gd name="T1" fmla="*/ 3 h 230"/>
                <a:gd name="T2" fmla="*/ 76 w 117"/>
                <a:gd name="T3" fmla="*/ 136 h 230"/>
                <a:gd name="T4" fmla="*/ 0 w 117"/>
                <a:gd name="T5" fmla="*/ 281 h 230"/>
                <a:gd name="T6" fmla="*/ 79 w 117"/>
                <a:gd name="T7" fmla="*/ 178 h 230"/>
                <a:gd name="T8" fmla="*/ 93 w 117"/>
                <a:gd name="T9" fmla="*/ 128 h 230"/>
                <a:gd name="T10" fmla="*/ 126 w 117"/>
                <a:gd name="T11" fmla="*/ 151 h 230"/>
                <a:gd name="T12" fmla="*/ 141 w 117"/>
                <a:gd name="T13" fmla="*/ 0 h 23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7" h="230">
                  <a:moveTo>
                    <a:pt x="117" y="3"/>
                  </a:moveTo>
                  <a:cubicBezTo>
                    <a:pt x="74" y="10"/>
                    <a:pt x="70" y="79"/>
                    <a:pt x="62" y="111"/>
                  </a:cubicBezTo>
                  <a:cubicBezTo>
                    <a:pt x="51" y="155"/>
                    <a:pt x="15" y="187"/>
                    <a:pt x="0" y="230"/>
                  </a:cubicBezTo>
                  <a:cubicBezTo>
                    <a:pt x="9" y="196"/>
                    <a:pt x="48" y="174"/>
                    <a:pt x="65" y="145"/>
                  </a:cubicBezTo>
                  <a:cubicBezTo>
                    <a:pt x="68" y="138"/>
                    <a:pt x="72" y="107"/>
                    <a:pt x="76" y="105"/>
                  </a:cubicBezTo>
                  <a:cubicBezTo>
                    <a:pt x="83" y="102"/>
                    <a:pt x="98" y="119"/>
                    <a:pt x="103" y="123"/>
                  </a:cubicBezTo>
                  <a:cubicBezTo>
                    <a:pt x="62" y="88"/>
                    <a:pt x="98" y="36"/>
                    <a:pt x="116" y="0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906" name="Freeform 325">
              <a:extLst>
                <a:ext uri="{FF2B5EF4-FFF2-40B4-BE49-F238E27FC236}">
                  <a16:creationId xmlns:a16="http://schemas.microsoft.com/office/drawing/2014/main" id="{26CD1821-5E25-4FA8-A60C-3A3C2A7423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4" y="1815"/>
              <a:ext cx="29" cy="121"/>
            </a:xfrm>
            <a:custGeom>
              <a:avLst/>
              <a:gdLst>
                <a:gd name="T0" fmla="*/ 25 w 27"/>
                <a:gd name="T1" fmla="*/ 0 h 113"/>
                <a:gd name="T2" fmla="*/ 4 w 27"/>
                <a:gd name="T3" fmla="*/ 62 h 113"/>
                <a:gd name="T4" fmla="*/ 33 w 27"/>
                <a:gd name="T5" fmla="*/ 139 h 113"/>
                <a:gd name="T6" fmla="*/ 13 w 27"/>
                <a:gd name="T7" fmla="*/ 84 h 113"/>
                <a:gd name="T8" fmla="*/ 23 w 27"/>
                <a:gd name="T9" fmla="*/ 13 h 1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113">
                  <a:moveTo>
                    <a:pt x="20" y="0"/>
                  </a:moveTo>
                  <a:cubicBezTo>
                    <a:pt x="10" y="15"/>
                    <a:pt x="2" y="30"/>
                    <a:pt x="4" y="50"/>
                  </a:cubicBezTo>
                  <a:cubicBezTo>
                    <a:pt x="6" y="73"/>
                    <a:pt x="26" y="87"/>
                    <a:pt x="27" y="113"/>
                  </a:cubicBezTo>
                  <a:cubicBezTo>
                    <a:pt x="24" y="94"/>
                    <a:pt x="21" y="83"/>
                    <a:pt x="10" y="68"/>
                  </a:cubicBezTo>
                  <a:cubicBezTo>
                    <a:pt x="0" y="52"/>
                    <a:pt x="11" y="24"/>
                    <a:pt x="19" y="10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907" name="Freeform 326">
              <a:extLst>
                <a:ext uri="{FF2B5EF4-FFF2-40B4-BE49-F238E27FC236}">
                  <a16:creationId xmlns:a16="http://schemas.microsoft.com/office/drawing/2014/main" id="{E0F7D72B-8B14-4B3F-819F-B6DED5BB56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8" y="1786"/>
              <a:ext cx="20" cy="26"/>
            </a:xfrm>
            <a:custGeom>
              <a:avLst/>
              <a:gdLst>
                <a:gd name="T0" fmla="*/ 18 w 19"/>
                <a:gd name="T1" fmla="*/ 0 h 24"/>
                <a:gd name="T2" fmla="*/ 22 w 19"/>
                <a:gd name="T3" fmla="*/ 29 h 24"/>
                <a:gd name="T4" fmla="*/ 1 w 19"/>
                <a:gd name="T5" fmla="*/ 17 h 24"/>
                <a:gd name="T6" fmla="*/ 20 w 19"/>
                <a:gd name="T7" fmla="*/ 2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24">
                  <a:moveTo>
                    <a:pt x="15" y="0"/>
                  </a:moveTo>
                  <a:cubicBezTo>
                    <a:pt x="3" y="12"/>
                    <a:pt x="2" y="17"/>
                    <a:pt x="19" y="23"/>
                  </a:cubicBezTo>
                  <a:cubicBezTo>
                    <a:pt x="11" y="23"/>
                    <a:pt x="2" y="24"/>
                    <a:pt x="1" y="14"/>
                  </a:cubicBezTo>
                  <a:cubicBezTo>
                    <a:pt x="0" y="5"/>
                    <a:pt x="9" y="2"/>
                    <a:pt x="17" y="2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908" name="Freeform 327">
              <a:extLst>
                <a:ext uri="{FF2B5EF4-FFF2-40B4-BE49-F238E27FC236}">
                  <a16:creationId xmlns:a16="http://schemas.microsoft.com/office/drawing/2014/main" id="{C216DD53-5619-4F00-9A52-2623BC1DCEF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5" y="2969"/>
              <a:ext cx="120" cy="64"/>
            </a:xfrm>
            <a:custGeom>
              <a:avLst/>
              <a:gdLst>
                <a:gd name="T0" fmla="*/ 0 w 112"/>
                <a:gd name="T1" fmla="*/ 41 h 60"/>
                <a:gd name="T2" fmla="*/ 80 w 112"/>
                <a:gd name="T3" fmla="*/ 63 h 60"/>
                <a:gd name="T4" fmla="*/ 138 w 112"/>
                <a:gd name="T5" fmla="*/ 0 h 60"/>
                <a:gd name="T6" fmla="*/ 74 w 112"/>
                <a:gd name="T7" fmla="*/ 49 h 60"/>
                <a:gd name="T8" fmla="*/ 12 w 112"/>
                <a:gd name="T9" fmla="*/ 48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2" h="60">
                  <a:moveTo>
                    <a:pt x="0" y="34"/>
                  </a:moveTo>
                  <a:cubicBezTo>
                    <a:pt x="16" y="43"/>
                    <a:pt x="48" y="60"/>
                    <a:pt x="65" y="52"/>
                  </a:cubicBezTo>
                  <a:cubicBezTo>
                    <a:pt x="86" y="42"/>
                    <a:pt x="97" y="17"/>
                    <a:pt x="112" y="0"/>
                  </a:cubicBezTo>
                  <a:cubicBezTo>
                    <a:pt x="92" y="9"/>
                    <a:pt x="78" y="28"/>
                    <a:pt x="60" y="40"/>
                  </a:cubicBezTo>
                  <a:cubicBezTo>
                    <a:pt x="42" y="50"/>
                    <a:pt x="28" y="43"/>
                    <a:pt x="9" y="39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909" name="Freeform 328">
              <a:extLst>
                <a:ext uri="{FF2B5EF4-FFF2-40B4-BE49-F238E27FC236}">
                  <a16:creationId xmlns:a16="http://schemas.microsoft.com/office/drawing/2014/main" id="{48CD3B96-8DE2-4775-93A5-64FB8CE423F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3" y="2170"/>
              <a:ext cx="86" cy="750"/>
            </a:xfrm>
            <a:custGeom>
              <a:avLst/>
              <a:gdLst>
                <a:gd name="T0" fmla="*/ 19 w 80"/>
                <a:gd name="T1" fmla="*/ 0 h 703"/>
                <a:gd name="T2" fmla="*/ 52 w 80"/>
                <a:gd name="T3" fmla="*/ 112 h 703"/>
                <a:gd name="T4" fmla="*/ 94 w 80"/>
                <a:gd name="T5" fmla="*/ 515 h 703"/>
                <a:gd name="T6" fmla="*/ 0 w 80"/>
                <a:gd name="T7" fmla="*/ 853 h 703"/>
                <a:gd name="T8" fmla="*/ 68 w 80"/>
                <a:gd name="T9" fmla="*/ 523 h 703"/>
                <a:gd name="T10" fmla="*/ 38 w 80"/>
                <a:gd name="T11" fmla="*/ 217 h 703"/>
                <a:gd name="T12" fmla="*/ 19 w 80"/>
                <a:gd name="T13" fmla="*/ 0 h 70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0" h="703">
                  <a:moveTo>
                    <a:pt x="16" y="0"/>
                  </a:moveTo>
                  <a:cubicBezTo>
                    <a:pt x="16" y="0"/>
                    <a:pt x="39" y="46"/>
                    <a:pt x="42" y="92"/>
                  </a:cubicBezTo>
                  <a:cubicBezTo>
                    <a:pt x="44" y="139"/>
                    <a:pt x="70" y="379"/>
                    <a:pt x="75" y="425"/>
                  </a:cubicBezTo>
                  <a:cubicBezTo>
                    <a:pt x="80" y="471"/>
                    <a:pt x="73" y="642"/>
                    <a:pt x="0" y="703"/>
                  </a:cubicBezTo>
                  <a:cubicBezTo>
                    <a:pt x="0" y="703"/>
                    <a:pt x="67" y="541"/>
                    <a:pt x="55" y="430"/>
                  </a:cubicBezTo>
                  <a:cubicBezTo>
                    <a:pt x="42" y="319"/>
                    <a:pt x="42" y="245"/>
                    <a:pt x="31" y="178"/>
                  </a:cubicBezTo>
                  <a:cubicBezTo>
                    <a:pt x="21" y="111"/>
                    <a:pt x="37" y="36"/>
                    <a:pt x="16" y="0"/>
                  </a:cubicBezTo>
                  <a:close/>
                </a:path>
              </a:pathLst>
            </a:custGeom>
            <a:solidFill>
              <a:srgbClr val="EFCA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910" name="Freeform 329">
              <a:extLst>
                <a:ext uri="{FF2B5EF4-FFF2-40B4-BE49-F238E27FC236}">
                  <a16:creationId xmlns:a16="http://schemas.microsoft.com/office/drawing/2014/main" id="{710D273A-6BA6-4784-9562-6055B5DD03A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7" y="2973"/>
              <a:ext cx="54" cy="111"/>
            </a:xfrm>
            <a:custGeom>
              <a:avLst/>
              <a:gdLst>
                <a:gd name="T0" fmla="*/ 35 w 50"/>
                <a:gd name="T1" fmla="*/ 0 h 104"/>
                <a:gd name="T2" fmla="*/ 0 w 50"/>
                <a:gd name="T3" fmla="*/ 126 h 104"/>
                <a:gd name="T4" fmla="*/ 35 w 50"/>
                <a:gd name="T5" fmla="*/ 0 h 10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0" h="104">
                  <a:moveTo>
                    <a:pt x="28" y="0"/>
                  </a:moveTo>
                  <a:cubicBezTo>
                    <a:pt x="28" y="0"/>
                    <a:pt x="50" y="42"/>
                    <a:pt x="0" y="104"/>
                  </a:cubicBezTo>
                  <a:cubicBezTo>
                    <a:pt x="0" y="104"/>
                    <a:pt x="35" y="28"/>
                    <a:pt x="28" y="0"/>
                  </a:cubicBezTo>
                  <a:close/>
                </a:path>
              </a:pathLst>
            </a:custGeom>
            <a:solidFill>
              <a:srgbClr val="EFCA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911" name="Freeform 330">
              <a:extLst>
                <a:ext uri="{FF2B5EF4-FFF2-40B4-BE49-F238E27FC236}">
                  <a16:creationId xmlns:a16="http://schemas.microsoft.com/office/drawing/2014/main" id="{8D7BBECB-E26C-4F03-9718-79BE54C7D36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6" y="3158"/>
              <a:ext cx="78" cy="584"/>
            </a:xfrm>
            <a:custGeom>
              <a:avLst/>
              <a:gdLst>
                <a:gd name="T0" fmla="*/ 24 w 73"/>
                <a:gd name="T1" fmla="*/ 0 h 548"/>
                <a:gd name="T2" fmla="*/ 65 w 73"/>
                <a:gd name="T3" fmla="*/ 327 h 548"/>
                <a:gd name="T4" fmla="*/ 16 w 73"/>
                <a:gd name="T5" fmla="*/ 570 h 548"/>
                <a:gd name="T6" fmla="*/ 18 w 73"/>
                <a:gd name="T7" fmla="*/ 590 h 548"/>
                <a:gd name="T8" fmla="*/ 21 w 73"/>
                <a:gd name="T9" fmla="*/ 626 h 548"/>
                <a:gd name="T10" fmla="*/ 16 w 73"/>
                <a:gd name="T11" fmla="*/ 663 h 548"/>
                <a:gd name="T12" fmla="*/ 3 w 73"/>
                <a:gd name="T13" fmla="*/ 638 h 548"/>
                <a:gd name="T14" fmla="*/ 13 w 73"/>
                <a:gd name="T15" fmla="*/ 604 h 548"/>
                <a:gd name="T16" fmla="*/ 11 w 73"/>
                <a:gd name="T17" fmla="*/ 534 h 548"/>
                <a:gd name="T18" fmla="*/ 24 w 73"/>
                <a:gd name="T19" fmla="*/ 0 h 54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3" h="548">
                  <a:moveTo>
                    <a:pt x="20" y="0"/>
                  </a:moveTo>
                  <a:cubicBezTo>
                    <a:pt x="20" y="0"/>
                    <a:pt x="62" y="131"/>
                    <a:pt x="53" y="270"/>
                  </a:cubicBezTo>
                  <a:cubicBezTo>
                    <a:pt x="43" y="408"/>
                    <a:pt x="13" y="471"/>
                    <a:pt x="13" y="471"/>
                  </a:cubicBezTo>
                  <a:cubicBezTo>
                    <a:pt x="13" y="471"/>
                    <a:pt x="12" y="483"/>
                    <a:pt x="15" y="488"/>
                  </a:cubicBezTo>
                  <a:cubicBezTo>
                    <a:pt x="19" y="493"/>
                    <a:pt x="27" y="505"/>
                    <a:pt x="18" y="517"/>
                  </a:cubicBezTo>
                  <a:cubicBezTo>
                    <a:pt x="8" y="529"/>
                    <a:pt x="17" y="543"/>
                    <a:pt x="13" y="548"/>
                  </a:cubicBezTo>
                  <a:cubicBezTo>
                    <a:pt x="13" y="548"/>
                    <a:pt x="5" y="534"/>
                    <a:pt x="3" y="527"/>
                  </a:cubicBezTo>
                  <a:cubicBezTo>
                    <a:pt x="0" y="519"/>
                    <a:pt x="18" y="517"/>
                    <a:pt x="10" y="499"/>
                  </a:cubicBezTo>
                  <a:cubicBezTo>
                    <a:pt x="3" y="481"/>
                    <a:pt x="0" y="462"/>
                    <a:pt x="8" y="441"/>
                  </a:cubicBezTo>
                  <a:cubicBezTo>
                    <a:pt x="16" y="421"/>
                    <a:pt x="73" y="278"/>
                    <a:pt x="20" y="0"/>
                  </a:cubicBezTo>
                  <a:close/>
                </a:path>
              </a:pathLst>
            </a:custGeom>
            <a:solidFill>
              <a:srgbClr val="EFCA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912" name="Freeform 331">
              <a:extLst>
                <a:ext uri="{FF2B5EF4-FFF2-40B4-BE49-F238E27FC236}">
                  <a16:creationId xmlns:a16="http://schemas.microsoft.com/office/drawing/2014/main" id="{1CA250EF-8377-4087-8D19-5EEBFEF4498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9" y="3770"/>
              <a:ext cx="162" cy="139"/>
            </a:xfrm>
            <a:custGeom>
              <a:avLst/>
              <a:gdLst>
                <a:gd name="T0" fmla="*/ 1 w 152"/>
                <a:gd name="T1" fmla="*/ 1 h 130"/>
                <a:gd name="T2" fmla="*/ 18 w 152"/>
                <a:gd name="T3" fmla="*/ 14 h 130"/>
                <a:gd name="T4" fmla="*/ 33 w 152"/>
                <a:gd name="T5" fmla="*/ 30 h 130"/>
                <a:gd name="T6" fmla="*/ 52 w 152"/>
                <a:gd name="T7" fmla="*/ 60 h 130"/>
                <a:gd name="T8" fmla="*/ 85 w 152"/>
                <a:gd name="T9" fmla="*/ 87 h 130"/>
                <a:gd name="T10" fmla="*/ 111 w 152"/>
                <a:gd name="T11" fmla="*/ 108 h 130"/>
                <a:gd name="T12" fmla="*/ 134 w 152"/>
                <a:gd name="T13" fmla="*/ 126 h 130"/>
                <a:gd name="T14" fmla="*/ 145 w 152"/>
                <a:gd name="T15" fmla="*/ 134 h 130"/>
                <a:gd name="T16" fmla="*/ 153 w 152"/>
                <a:gd name="T17" fmla="*/ 137 h 130"/>
                <a:gd name="T18" fmla="*/ 182 w 152"/>
                <a:gd name="T19" fmla="*/ 155 h 130"/>
                <a:gd name="T20" fmla="*/ 184 w 152"/>
                <a:gd name="T21" fmla="*/ 159 h 130"/>
                <a:gd name="T22" fmla="*/ 141 w 152"/>
                <a:gd name="T23" fmla="*/ 143 h 130"/>
                <a:gd name="T24" fmla="*/ 106 w 152"/>
                <a:gd name="T25" fmla="*/ 121 h 130"/>
                <a:gd name="T26" fmla="*/ 63 w 152"/>
                <a:gd name="T27" fmla="*/ 83 h 130"/>
                <a:gd name="T28" fmla="*/ 39 w 152"/>
                <a:gd name="T29" fmla="*/ 57 h 130"/>
                <a:gd name="T30" fmla="*/ 21 w 152"/>
                <a:gd name="T31" fmla="*/ 34 h 130"/>
                <a:gd name="T32" fmla="*/ 6 w 152"/>
                <a:gd name="T33" fmla="*/ 13 h 130"/>
                <a:gd name="T34" fmla="*/ 0 w 152"/>
                <a:gd name="T35" fmla="*/ 0 h 130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52" h="130">
                  <a:moveTo>
                    <a:pt x="1" y="1"/>
                  </a:moveTo>
                  <a:cubicBezTo>
                    <a:pt x="6" y="2"/>
                    <a:pt x="11" y="7"/>
                    <a:pt x="15" y="11"/>
                  </a:cubicBezTo>
                  <a:cubicBezTo>
                    <a:pt x="19" y="15"/>
                    <a:pt x="24" y="19"/>
                    <a:pt x="27" y="24"/>
                  </a:cubicBezTo>
                  <a:cubicBezTo>
                    <a:pt x="32" y="33"/>
                    <a:pt x="36" y="41"/>
                    <a:pt x="43" y="49"/>
                  </a:cubicBezTo>
                  <a:cubicBezTo>
                    <a:pt x="50" y="58"/>
                    <a:pt x="61" y="64"/>
                    <a:pt x="70" y="71"/>
                  </a:cubicBezTo>
                  <a:cubicBezTo>
                    <a:pt x="78" y="76"/>
                    <a:pt x="85" y="82"/>
                    <a:pt x="92" y="88"/>
                  </a:cubicBezTo>
                  <a:cubicBezTo>
                    <a:pt x="98" y="93"/>
                    <a:pt x="104" y="98"/>
                    <a:pt x="111" y="103"/>
                  </a:cubicBezTo>
                  <a:cubicBezTo>
                    <a:pt x="114" y="105"/>
                    <a:pt x="117" y="107"/>
                    <a:pt x="120" y="109"/>
                  </a:cubicBezTo>
                  <a:cubicBezTo>
                    <a:pt x="122" y="110"/>
                    <a:pt x="125" y="111"/>
                    <a:pt x="127" y="112"/>
                  </a:cubicBezTo>
                  <a:cubicBezTo>
                    <a:pt x="135" y="116"/>
                    <a:pt x="147" y="119"/>
                    <a:pt x="150" y="127"/>
                  </a:cubicBezTo>
                  <a:cubicBezTo>
                    <a:pt x="151" y="128"/>
                    <a:pt x="151" y="129"/>
                    <a:pt x="152" y="130"/>
                  </a:cubicBezTo>
                  <a:cubicBezTo>
                    <a:pt x="145" y="120"/>
                    <a:pt x="126" y="121"/>
                    <a:pt x="116" y="117"/>
                  </a:cubicBezTo>
                  <a:cubicBezTo>
                    <a:pt x="104" y="114"/>
                    <a:pt x="96" y="106"/>
                    <a:pt x="87" y="99"/>
                  </a:cubicBezTo>
                  <a:cubicBezTo>
                    <a:pt x="75" y="88"/>
                    <a:pt x="63" y="79"/>
                    <a:pt x="52" y="68"/>
                  </a:cubicBezTo>
                  <a:cubicBezTo>
                    <a:pt x="45" y="61"/>
                    <a:pt x="40" y="53"/>
                    <a:pt x="33" y="47"/>
                  </a:cubicBezTo>
                  <a:cubicBezTo>
                    <a:pt x="27" y="41"/>
                    <a:pt x="22" y="35"/>
                    <a:pt x="18" y="28"/>
                  </a:cubicBezTo>
                  <a:cubicBezTo>
                    <a:pt x="14" y="21"/>
                    <a:pt x="10" y="16"/>
                    <a:pt x="6" y="10"/>
                  </a:cubicBezTo>
                  <a:cubicBezTo>
                    <a:pt x="4" y="7"/>
                    <a:pt x="2" y="3"/>
                    <a:pt x="0" y="0"/>
                  </a:cubicBezTo>
                </a:path>
              </a:pathLst>
            </a:custGeom>
            <a:solidFill>
              <a:srgbClr val="EFCA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913" name="Freeform 332">
              <a:extLst>
                <a:ext uri="{FF2B5EF4-FFF2-40B4-BE49-F238E27FC236}">
                  <a16:creationId xmlns:a16="http://schemas.microsoft.com/office/drawing/2014/main" id="{92D5F66B-12C3-4BFF-988D-EFFA1404C2DC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5" y="3919"/>
              <a:ext cx="8" cy="16"/>
            </a:xfrm>
            <a:custGeom>
              <a:avLst/>
              <a:gdLst>
                <a:gd name="T0" fmla="*/ 0 w 8"/>
                <a:gd name="T1" fmla="*/ 0 h 15"/>
                <a:gd name="T2" fmla="*/ 7 w 8"/>
                <a:gd name="T3" fmla="*/ 18 h 15"/>
                <a:gd name="T4" fmla="*/ 0 w 8"/>
                <a:gd name="T5" fmla="*/ 2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5">
                  <a:moveTo>
                    <a:pt x="0" y="0"/>
                  </a:moveTo>
                  <a:cubicBezTo>
                    <a:pt x="6" y="3"/>
                    <a:pt x="8" y="9"/>
                    <a:pt x="7" y="15"/>
                  </a:cubicBezTo>
                  <a:cubicBezTo>
                    <a:pt x="7" y="10"/>
                    <a:pt x="3" y="5"/>
                    <a:pt x="0" y="2"/>
                  </a:cubicBezTo>
                </a:path>
              </a:pathLst>
            </a:custGeom>
            <a:solidFill>
              <a:srgbClr val="EFCA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914" name="Freeform 333">
              <a:extLst>
                <a:ext uri="{FF2B5EF4-FFF2-40B4-BE49-F238E27FC236}">
                  <a16:creationId xmlns:a16="http://schemas.microsoft.com/office/drawing/2014/main" id="{860EEFBD-B938-4157-A20A-50BF299D59BB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5" y="3915"/>
              <a:ext cx="25" cy="27"/>
            </a:xfrm>
            <a:custGeom>
              <a:avLst/>
              <a:gdLst>
                <a:gd name="T0" fmla="*/ 1 w 24"/>
                <a:gd name="T1" fmla="*/ 2 h 25"/>
                <a:gd name="T2" fmla="*/ 7 w 24"/>
                <a:gd name="T3" fmla="*/ 6 h 25"/>
                <a:gd name="T4" fmla="*/ 18 w 24"/>
                <a:gd name="T5" fmla="*/ 12 h 25"/>
                <a:gd name="T6" fmla="*/ 27 w 24"/>
                <a:gd name="T7" fmla="*/ 27 h 25"/>
                <a:gd name="T8" fmla="*/ 27 w 24"/>
                <a:gd name="T9" fmla="*/ 27 h 25"/>
                <a:gd name="T10" fmla="*/ 23 w 24"/>
                <a:gd name="T11" fmla="*/ 31 h 25"/>
                <a:gd name="T12" fmla="*/ 16 w 24"/>
                <a:gd name="T13" fmla="*/ 15 h 25"/>
                <a:gd name="T14" fmla="*/ 0 w 24"/>
                <a:gd name="T15" fmla="*/ 0 h 2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4" h="25">
                  <a:moveTo>
                    <a:pt x="1" y="2"/>
                  </a:moveTo>
                  <a:cubicBezTo>
                    <a:pt x="2" y="1"/>
                    <a:pt x="5" y="5"/>
                    <a:pt x="7" y="6"/>
                  </a:cubicBezTo>
                  <a:cubicBezTo>
                    <a:pt x="10" y="7"/>
                    <a:pt x="13" y="8"/>
                    <a:pt x="15" y="9"/>
                  </a:cubicBezTo>
                  <a:cubicBezTo>
                    <a:pt x="19" y="12"/>
                    <a:pt x="23" y="17"/>
                    <a:pt x="24" y="21"/>
                  </a:cubicBezTo>
                  <a:cubicBezTo>
                    <a:pt x="24" y="21"/>
                    <a:pt x="24" y="21"/>
                    <a:pt x="24" y="21"/>
                  </a:cubicBezTo>
                  <a:cubicBezTo>
                    <a:pt x="22" y="22"/>
                    <a:pt x="21" y="23"/>
                    <a:pt x="20" y="25"/>
                  </a:cubicBezTo>
                  <a:cubicBezTo>
                    <a:pt x="19" y="19"/>
                    <a:pt x="17" y="16"/>
                    <a:pt x="13" y="12"/>
                  </a:cubicBezTo>
                  <a:cubicBezTo>
                    <a:pt x="8" y="9"/>
                    <a:pt x="5" y="2"/>
                    <a:pt x="0" y="0"/>
                  </a:cubicBezTo>
                </a:path>
              </a:pathLst>
            </a:custGeom>
            <a:solidFill>
              <a:srgbClr val="EFCA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915" name="Freeform 334">
              <a:extLst>
                <a:ext uri="{FF2B5EF4-FFF2-40B4-BE49-F238E27FC236}">
                  <a16:creationId xmlns:a16="http://schemas.microsoft.com/office/drawing/2014/main" id="{11AA6E39-238A-4EE1-A11F-0B41D411591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8" y="3926"/>
              <a:ext cx="19" cy="28"/>
            </a:xfrm>
            <a:custGeom>
              <a:avLst/>
              <a:gdLst>
                <a:gd name="T0" fmla="*/ 0 w 18"/>
                <a:gd name="T1" fmla="*/ 1 h 27"/>
                <a:gd name="T2" fmla="*/ 8 w 18"/>
                <a:gd name="T3" fmla="*/ 13 h 27"/>
                <a:gd name="T4" fmla="*/ 21 w 18"/>
                <a:gd name="T5" fmla="*/ 20 h 27"/>
                <a:gd name="T6" fmla="*/ 1 w 18"/>
                <a:gd name="T7" fmla="*/ 0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27">
                  <a:moveTo>
                    <a:pt x="0" y="1"/>
                  </a:moveTo>
                  <a:cubicBezTo>
                    <a:pt x="3" y="5"/>
                    <a:pt x="4" y="10"/>
                    <a:pt x="8" y="13"/>
                  </a:cubicBezTo>
                  <a:cubicBezTo>
                    <a:pt x="11" y="15"/>
                    <a:pt x="15" y="16"/>
                    <a:pt x="18" y="17"/>
                  </a:cubicBezTo>
                  <a:cubicBezTo>
                    <a:pt x="8" y="27"/>
                    <a:pt x="3" y="6"/>
                    <a:pt x="1" y="0"/>
                  </a:cubicBezTo>
                </a:path>
              </a:pathLst>
            </a:custGeom>
            <a:solidFill>
              <a:srgbClr val="EFCA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916" name="Freeform 335">
              <a:extLst>
                <a:ext uri="{FF2B5EF4-FFF2-40B4-BE49-F238E27FC236}">
                  <a16:creationId xmlns:a16="http://schemas.microsoft.com/office/drawing/2014/main" id="{10B728C6-591F-4F78-B9D3-165ACA7BCE3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8" y="3960"/>
              <a:ext cx="27" cy="31"/>
            </a:xfrm>
            <a:custGeom>
              <a:avLst/>
              <a:gdLst>
                <a:gd name="T0" fmla="*/ 26 w 25"/>
                <a:gd name="T1" fmla="*/ 0 h 29"/>
                <a:gd name="T2" fmla="*/ 26 w 25"/>
                <a:gd name="T3" fmla="*/ 19 h 29"/>
                <a:gd name="T4" fmla="*/ 0 w 25"/>
                <a:gd name="T5" fmla="*/ 31 h 29"/>
                <a:gd name="T6" fmla="*/ 14 w 25"/>
                <a:gd name="T7" fmla="*/ 18 h 29"/>
                <a:gd name="T8" fmla="*/ 23 w 25"/>
                <a:gd name="T9" fmla="*/ 1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9">
                  <a:moveTo>
                    <a:pt x="20" y="0"/>
                  </a:moveTo>
                  <a:cubicBezTo>
                    <a:pt x="25" y="5"/>
                    <a:pt x="22" y="12"/>
                    <a:pt x="20" y="16"/>
                  </a:cubicBezTo>
                  <a:cubicBezTo>
                    <a:pt x="17" y="22"/>
                    <a:pt x="7" y="29"/>
                    <a:pt x="0" y="25"/>
                  </a:cubicBezTo>
                  <a:cubicBezTo>
                    <a:pt x="5" y="23"/>
                    <a:pt x="8" y="19"/>
                    <a:pt x="11" y="15"/>
                  </a:cubicBezTo>
                  <a:cubicBezTo>
                    <a:pt x="15" y="11"/>
                    <a:pt x="21" y="7"/>
                    <a:pt x="18" y="1"/>
                  </a:cubicBezTo>
                </a:path>
              </a:pathLst>
            </a:custGeom>
            <a:solidFill>
              <a:srgbClr val="EFCA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917" name="Freeform 336">
              <a:extLst>
                <a:ext uri="{FF2B5EF4-FFF2-40B4-BE49-F238E27FC236}">
                  <a16:creationId xmlns:a16="http://schemas.microsoft.com/office/drawing/2014/main" id="{35AFF439-0996-40FC-8F43-3E458D66165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2" y="3954"/>
              <a:ext cx="12" cy="22"/>
            </a:xfrm>
            <a:custGeom>
              <a:avLst/>
              <a:gdLst>
                <a:gd name="T0" fmla="*/ 10 w 11"/>
                <a:gd name="T1" fmla="*/ 1 h 20"/>
                <a:gd name="T2" fmla="*/ 0 w 11"/>
                <a:gd name="T3" fmla="*/ 24 h 20"/>
                <a:gd name="T4" fmla="*/ 9 w 11"/>
                <a:gd name="T5" fmla="*/ 0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20">
                  <a:moveTo>
                    <a:pt x="7" y="1"/>
                  </a:moveTo>
                  <a:cubicBezTo>
                    <a:pt x="11" y="0"/>
                    <a:pt x="11" y="20"/>
                    <a:pt x="0" y="18"/>
                  </a:cubicBezTo>
                  <a:cubicBezTo>
                    <a:pt x="5" y="14"/>
                    <a:pt x="10" y="7"/>
                    <a:pt x="6" y="0"/>
                  </a:cubicBezTo>
                </a:path>
              </a:pathLst>
            </a:custGeom>
            <a:solidFill>
              <a:srgbClr val="EFCA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918" name="Freeform 337">
              <a:extLst>
                <a:ext uri="{FF2B5EF4-FFF2-40B4-BE49-F238E27FC236}">
                  <a16:creationId xmlns:a16="http://schemas.microsoft.com/office/drawing/2014/main" id="{78F41492-33A2-45FF-AB30-06059773F760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1" y="3949"/>
              <a:ext cx="7" cy="13"/>
            </a:xfrm>
            <a:custGeom>
              <a:avLst/>
              <a:gdLst>
                <a:gd name="T0" fmla="*/ 7 w 6"/>
                <a:gd name="T1" fmla="*/ 0 h 12"/>
                <a:gd name="T2" fmla="*/ 0 w 6"/>
                <a:gd name="T3" fmla="*/ 15 h 12"/>
                <a:gd name="T4" fmla="*/ 2 w 6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12">
                  <a:moveTo>
                    <a:pt x="4" y="0"/>
                  </a:moveTo>
                  <a:cubicBezTo>
                    <a:pt x="6" y="4"/>
                    <a:pt x="6" y="12"/>
                    <a:pt x="0" y="12"/>
                  </a:cubicBezTo>
                  <a:cubicBezTo>
                    <a:pt x="1" y="8"/>
                    <a:pt x="4" y="5"/>
                    <a:pt x="2" y="0"/>
                  </a:cubicBezTo>
                </a:path>
              </a:pathLst>
            </a:custGeom>
            <a:solidFill>
              <a:srgbClr val="EFCA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919" name="Freeform 338">
              <a:extLst>
                <a:ext uri="{FF2B5EF4-FFF2-40B4-BE49-F238E27FC236}">
                  <a16:creationId xmlns:a16="http://schemas.microsoft.com/office/drawing/2014/main" id="{E7C76715-B375-457C-822A-3723C2021487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6" y="1856"/>
              <a:ext cx="91" cy="53"/>
            </a:xfrm>
            <a:custGeom>
              <a:avLst/>
              <a:gdLst>
                <a:gd name="T0" fmla="*/ 76 w 86"/>
                <a:gd name="T1" fmla="*/ 0 h 50"/>
                <a:gd name="T2" fmla="*/ 38 w 86"/>
                <a:gd name="T3" fmla="*/ 5 h 50"/>
                <a:gd name="T4" fmla="*/ 0 w 86"/>
                <a:gd name="T5" fmla="*/ 38 h 50"/>
                <a:gd name="T6" fmla="*/ 26 w 86"/>
                <a:gd name="T7" fmla="*/ 17 h 50"/>
                <a:gd name="T8" fmla="*/ 55 w 86"/>
                <a:gd name="T9" fmla="*/ 20 h 50"/>
                <a:gd name="T10" fmla="*/ 78 w 86"/>
                <a:gd name="T11" fmla="*/ 24 h 50"/>
                <a:gd name="T12" fmla="*/ 102 w 86"/>
                <a:gd name="T13" fmla="*/ 59 h 50"/>
                <a:gd name="T14" fmla="*/ 77 w 86"/>
                <a:gd name="T15" fmla="*/ 4 h 5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6" h="50">
                  <a:moveTo>
                    <a:pt x="64" y="0"/>
                  </a:moveTo>
                  <a:cubicBezTo>
                    <a:pt x="57" y="13"/>
                    <a:pt x="42" y="5"/>
                    <a:pt x="32" y="5"/>
                  </a:cubicBezTo>
                  <a:cubicBezTo>
                    <a:pt x="18" y="7"/>
                    <a:pt x="8" y="22"/>
                    <a:pt x="0" y="32"/>
                  </a:cubicBezTo>
                  <a:cubicBezTo>
                    <a:pt x="8" y="29"/>
                    <a:pt x="15" y="17"/>
                    <a:pt x="23" y="14"/>
                  </a:cubicBezTo>
                  <a:cubicBezTo>
                    <a:pt x="30" y="12"/>
                    <a:pt x="38" y="18"/>
                    <a:pt x="46" y="17"/>
                  </a:cubicBezTo>
                  <a:cubicBezTo>
                    <a:pt x="55" y="17"/>
                    <a:pt x="58" y="16"/>
                    <a:pt x="66" y="21"/>
                  </a:cubicBezTo>
                  <a:cubicBezTo>
                    <a:pt x="77" y="28"/>
                    <a:pt x="83" y="37"/>
                    <a:pt x="86" y="50"/>
                  </a:cubicBezTo>
                  <a:cubicBezTo>
                    <a:pt x="79" y="34"/>
                    <a:pt x="69" y="20"/>
                    <a:pt x="65" y="4"/>
                  </a:cubicBezTo>
                </a:path>
              </a:pathLst>
            </a:custGeom>
            <a:solidFill>
              <a:srgbClr val="EFCA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920" name="Freeform 339">
              <a:extLst>
                <a:ext uri="{FF2B5EF4-FFF2-40B4-BE49-F238E27FC236}">
                  <a16:creationId xmlns:a16="http://schemas.microsoft.com/office/drawing/2014/main" id="{3FA70106-713A-40C0-B5FD-91453694FD47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1" y="2082"/>
              <a:ext cx="87" cy="111"/>
            </a:xfrm>
            <a:custGeom>
              <a:avLst/>
              <a:gdLst>
                <a:gd name="T0" fmla="*/ 74 w 81"/>
                <a:gd name="T1" fmla="*/ 0 h 104"/>
                <a:gd name="T2" fmla="*/ 85 w 81"/>
                <a:gd name="T3" fmla="*/ 83 h 104"/>
                <a:gd name="T4" fmla="*/ 56 w 81"/>
                <a:gd name="T5" fmla="*/ 107 h 104"/>
                <a:gd name="T6" fmla="*/ 0 w 81"/>
                <a:gd name="T7" fmla="*/ 126 h 104"/>
                <a:gd name="T8" fmla="*/ 45 w 81"/>
                <a:gd name="T9" fmla="*/ 98 h 104"/>
                <a:gd name="T10" fmla="*/ 76 w 81"/>
                <a:gd name="T11" fmla="*/ 80 h 104"/>
                <a:gd name="T12" fmla="*/ 77 w 81"/>
                <a:gd name="T13" fmla="*/ 5 h 10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1" h="104">
                  <a:moveTo>
                    <a:pt x="60" y="0"/>
                  </a:moveTo>
                  <a:cubicBezTo>
                    <a:pt x="63" y="23"/>
                    <a:pt x="81" y="46"/>
                    <a:pt x="69" y="68"/>
                  </a:cubicBezTo>
                  <a:cubicBezTo>
                    <a:pt x="63" y="80"/>
                    <a:pt x="58" y="83"/>
                    <a:pt x="45" y="88"/>
                  </a:cubicBezTo>
                  <a:cubicBezTo>
                    <a:pt x="30" y="94"/>
                    <a:pt x="15" y="99"/>
                    <a:pt x="0" y="104"/>
                  </a:cubicBezTo>
                  <a:cubicBezTo>
                    <a:pt x="11" y="95"/>
                    <a:pt x="24" y="88"/>
                    <a:pt x="36" y="81"/>
                  </a:cubicBezTo>
                  <a:cubicBezTo>
                    <a:pt x="43" y="77"/>
                    <a:pt x="56" y="73"/>
                    <a:pt x="61" y="66"/>
                  </a:cubicBezTo>
                  <a:cubicBezTo>
                    <a:pt x="72" y="49"/>
                    <a:pt x="55" y="22"/>
                    <a:pt x="62" y="5"/>
                  </a:cubicBezTo>
                </a:path>
              </a:pathLst>
            </a:custGeom>
            <a:solidFill>
              <a:srgbClr val="EFCA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921" name="Freeform 340">
              <a:extLst>
                <a:ext uri="{FF2B5EF4-FFF2-40B4-BE49-F238E27FC236}">
                  <a16:creationId xmlns:a16="http://schemas.microsoft.com/office/drawing/2014/main" id="{233D5D4A-BF38-4348-91A7-9264F150B5EB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5" y="2175"/>
              <a:ext cx="54" cy="85"/>
            </a:xfrm>
            <a:custGeom>
              <a:avLst/>
              <a:gdLst>
                <a:gd name="T0" fmla="*/ 0 w 51"/>
                <a:gd name="T1" fmla="*/ 14 h 80"/>
                <a:gd name="T2" fmla="*/ 47 w 51"/>
                <a:gd name="T3" fmla="*/ 23 h 80"/>
                <a:gd name="T4" fmla="*/ 47 w 51"/>
                <a:gd name="T5" fmla="*/ 55 h 80"/>
                <a:gd name="T6" fmla="*/ 60 w 51"/>
                <a:gd name="T7" fmla="*/ 96 h 80"/>
                <a:gd name="T8" fmla="*/ 40 w 51"/>
                <a:gd name="T9" fmla="*/ 35 h 80"/>
                <a:gd name="T10" fmla="*/ 5 w 51"/>
                <a:gd name="T11" fmla="*/ 14 h 8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1" h="80">
                  <a:moveTo>
                    <a:pt x="0" y="11"/>
                  </a:moveTo>
                  <a:cubicBezTo>
                    <a:pt x="16" y="8"/>
                    <a:pt x="34" y="0"/>
                    <a:pt x="40" y="20"/>
                  </a:cubicBezTo>
                  <a:cubicBezTo>
                    <a:pt x="42" y="28"/>
                    <a:pt x="40" y="36"/>
                    <a:pt x="40" y="46"/>
                  </a:cubicBezTo>
                  <a:cubicBezTo>
                    <a:pt x="41" y="58"/>
                    <a:pt x="48" y="69"/>
                    <a:pt x="51" y="80"/>
                  </a:cubicBezTo>
                  <a:cubicBezTo>
                    <a:pt x="40" y="64"/>
                    <a:pt x="35" y="48"/>
                    <a:pt x="34" y="29"/>
                  </a:cubicBezTo>
                  <a:cubicBezTo>
                    <a:pt x="34" y="10"/>
                    <a:pt x="21" y="11"/>
                    <a:pt x="5" y="11"/>
                  </a:cubicBezTo>
                </a:path>
              </a:pathLst>
            </a:custGeom>
            <a:solidFill>
              <a:srgbClr val="EFCA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922" name="Freeform 341">
              <a:extLst>
                <a:ext uri="{FF2B5EF4-FFF2-40B4-BE49-F238E27FC236}">
                  <a16:creationId xmlns:a16="http://schemas.microsoft.com/office/drawing/2014/main" id="{4068E9D2-4F01-40B9-A94E-E9A97928BC23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0" y="2330"/>
              <a:ext cx="35" cy="109"/>
            </a:xfrm>
            <a:custGeom>
              <a:avLst/>
              <a:gdLst>
                <a:gd name="T0" fmla="*/ 38 w 33"/>
                <a:gd name="T1" fmla="*/ 0 h 102"/>
                <a:gd name="T2" fmla="*/ 37 w 33"/>
                <a:gd name="T3" fmla="*/ 30 h 102"/>
                <a:gd name="T4" fmla="*/ 22 w 33"/>
                <a:gd name="T5" fmla="*/ 49 h 102"/>
                <a:gd name="T6" fmla="*/ 17 w 33"/>
                <a:gd name="T7" fmla="*/ 76 h 102"/>
                <a:gd name="T8" fmla="*/ 0 w 33"/>
                <a:gd name="T9" fmla="*/ 124 h 102"/>
                <a:gd name="T10" fmla="*/ 13 w 33"/>
                <a:gd name="T11" fmla="*/ 55 h 102"/>
                <a:gd name="T12" fmla="*/ 23 w 33"/>
                <a:gd name="T13" fmla="*/ 34 h 102"/>
                <a:gd name="T14" fmla="*/ 36 w 33"/>
                <a:gd name="T15" fmla="*/ 4 h 10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3" h="102">
                  <a:moveTo>
                    <a:pt x="32" y="0"/>
                  </a:moveTo>
                  <a:cubicBezTo>
                    <a:pt x="32" y="7"/>
                    <a:pt x="33" y="17"/>
                    <a:pt x="31" y="24"/>
                  </a:cubicBezTo>
                  <a:cubicBezTo>
                    <a:pt x="28" y="31"/>
                    <a:pt x="22" y="34"/>
                    <a:pt x="19" y="40"/>
                  </a:cubicBezTo>
                  <a:cubicBezTo>
                    <a:pt x="15" y="47"/>
                    <a:pt x="15" y="55"/>
                    <a:pt x="14" y="62"/>
                  </a:cubicBezTo>
                  <a:cubicBezTo>
                    <a:pt x="12" y="77"/>
                    <a:pt x="6" y="89"/>
                    <a:pt x="0" y="102"/>
                  </a:cubicBezTo>
                  <a:cubicBezTo>
                    <a:pt x="12" y="86"/>
                    <a:pt x="6" y="63"/>
                    <a:pt x="10" y="45"/>
                  </a:cubicBezTo>
                  <a:cubicBezTo>
                    <a:pt x="11" y="39"/>
                    <a:pt x="16" y="33"/>
                    <a:pt x="20" y="28"/>
                  </a:cubicBezTo>
                  <a:cubicBezTo>
                    <a:pt x="27" y="21"/>
                    <a:pt x="31" y="15"/>
                    <a:pt x="30" y="4"/>
                  </a:cubicBezTo>
                </a:path>
              </a:pathLst>
            </a:custGeom>
            <a:solidFill>
              <a:srgbClr val="EFCA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923" name="Freeform 342">
              <a:extLst>
                <a:ext uri="{FF2B5EF4-FFF2-40B4-BE49-F238E27FC236}">
                  <a16:creationId xmlns:a16="http://schemas.microsoft.com/office/drawing/2014/main" id="{A1A74DC3-6944-49FE-A1D1-3369E1B76F21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0" y="2318"/>
              <a:ext cx="56" cy="51"/>
            </a:xfrm>
            <a:custGeom>
              <a:avLst/>
              <a:gdLst>
                <a:gd name="T0" fmla="*/ 64 w 52"/>
                <a:gd name="T1" fmla="*/ 13 h 48"/>
                <a:gd name="T2" fmla="*/ 0 w 52"/>
                <a:gd name="T3" fmla="*/ 57 h 48"/>
                <a:gd name="T4" fmla="*/ 65 w 52"/>
                <a:gd name="T5" fmla="*/ 14 h 4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2" h="48">
                  <a:moveTo>
                    <a:pt x="51" y="10"/>
                  </a:moveTo>
                  <a:cubicBezTo>
                    <a:pt x="29" y="9"/>
                    <a:pt x="7" y="28"/>
                    <a:pt x="0" y="48"/>
                  </a:cubicBezTo>
                  <a:cubicBezTo>
                    <a:pt x="1" y="19"/>
                    <a:pt x="24" y="0"/>
                    <a:pt x="52" y="11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924" name="Freeform 343">
              <a:extLst>
                <a:ext uri="{FF2B5EF4-FFF2-40B4-BE49-F238E27FC236}">
                  <a16:creationId xmlns:a16="http://schemas.microsoft.com/office/drawing/2014/main" id="{67ABF73D-4085-4ABA-A5F4-CCD206B7ED1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0" y="1252"/>
              <a:ext cx="472" cy="472"/>
            </a:xfrm>
            <a:custGeom>
              <a:avLst/>
              <a:gdLst>
                <a:gd name="T0" fmla="*/ 0 w 442"/>
                <a:gd name="T1" fmla="*/ 0 h 442"/>
                <a:gd name="T2" fmla="*/ 312 w 442"/>
                <a:gd name="T3" fmla="*/ 166 h 442"/>
                <a:gd name="T4" fmla="*/ 379 w 442"/>
                <a:gd name="T5" fmla="*/ 285 h 442"/>
                <a:gd name="T6" fmla="*/ 538 w 442"/>
                <a:gd name="T7" fmla="*/ 538 h 442"/>
                <a:gd name="T8" fmla="*/ 406 w 442"/>
                <a:gd name="T9" fmla="*/ 334 h 442"/>
                <a:gd name="T10" fmla="*/ 302 w 442"/>
                <a:gd name="T11" fmla="*/ 191 h 442"/>
                <a:gd name="T12" fmla="*/ 0 w 442"/>
                <a:gd name="T13" fmla="*/ 0 h 44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42" h="442">
                  <a:moveTo>
                    <a:pt x="0" y="0"/>
                  </a:moveTo>
                  <a:cubicBezTo>
                    <a:pt x="0" y="0"/>
                    <a:pt x="163" y="23"/>
                    <a:pt x="256" y="136"/>
                  </a:cubicBezTo>
                  <a:cubicBezTo>
                    <a:pt x="272" y="156"/>
                    <a:pt x="279" y="205"/>
                    <a:pt x="311" y="234"/>
                  </a:cubicBezTo>
                  <a:cubicBezTo>
                    <a:pt x="343" y="264"/>
                    <a:pt x="420" y="344"/>
                    <a:pt x="442" y="442"/>
                  </a:cubicBezTo>
                  <a:cubicBezTo>
                    <a:pt x="442" y="442"/>
                    <a:pt x="392" y="325"/>
                    <a:pt x="333" y="274"/>
                  </a:cubicBezTo>
                  <a:cubicBezTo>
                    <a:pt x="274" y="223"/>
                    <a:pt x="270" y="202"/>
                    <a:pt x="248" y="157"/>
                  </a:cubicBezTo>
                  <a:cubicBezTo>
                    <a:pt x="225" y="112"/>
                    <a:pt x="128" y="27"/>
                    <a:pt x="0" y="0"/>
                  </a:cubicBezTo>
                  <a:close/>
                </a:path>
              </a:pathLst>
            </a:custGeom>
            <a:solidFill>
              <a:srgbClr val="EFCA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925" name="Freeform 344">
              <a:extLst>
                <a:ext uri="{FF2B5EF4-FFF2-40B4-BE49-F238E27FC236}">
                  <a16:creationId xmlns:a16="http://schemas.microsoft.com/office/drawing/2014/main" id="{4D9337B4-C74C-49D2-8753-91FEE05958D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2" y="1424"/>
              <a:ext cx="152" cy="434"/>
            </a:xfrm>
            <a:custGeom>
              <a:avLst/>
              <a:gdLst>
                <a:gd name="T0" fmla="*/ 4 w 143"/>
                <a:gd name="T1" fmla="*/ 0 h 407"/>
                <a:gd name="T2" fmla="*/ 21 w 143"/>
                <a:gd name="T3" fmla="*/ 44 h 407"/>
                <a:gd name="T4" fmla="*/ 46 w 143"/>
                <a:gd name="T5" fmla="*/ 112 h 407"/>
                <a:gd name="T6" fmla="*/ 72 w 143"/>
                <a:gd name="T7" fmla="*/ 173 h 407"/>
                <a:gd name="T8" fmla="*/ 129 w 143"/>
                <a:gd name="T9" fmla="*/ 275 h 407"/>
                <a:gd name="T10" fmla="*/ 142 w 143"/>
                <a:gd name="T11" fmla="*/ 494 h 407"/>
                <a:gd name="T12" fmla="*/ 129 w 143"/>
                <a:gd name="T13" fmla="*/ 327 h 407"/>
                <a:gd name="T14" fmla="*/ 32 w 143"/>
                <a:gd name="T15" fmla="*/ 213 h 407"/>
                <a:gd name="T16" fmla="*/ 7 w 143"/>
                <a:gd name="T17" fmla="*/ 200 h 407"/>
                <a:gd name="T18" fmla="*/ 5 w 143"/>
                <a:gd name="T19" fmla="*/ 183 h 407"/>
                <a:gd name="T20" fmla="*/ 15 w 143"/>
                <a:gd name="T21" fmla="*/ 119 h 407"/>
                <a:gd name="T22" fmla="*/ 5 w 143"/>
                <a:gd name="T23" fmla="*/ 1 h 40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43" h="407">
                  <a:moveTo>
                    <a:pt x="4" y="0"/>
                  </a:moveTo>
                  <a:cubicBezTo>
                    <a:pt x="11" y="9"/>
                    <a:pt x="14" y="25"/>
                    <a:pt x="18" y="36"/>
                  </a:cubicBezTo>
                  <a:cubicBezTo>
                    <a:pt x="24" y="55"/>
                    <a:pt x="30" y="74"/>
                    <a:pt x="38" y="92"/>
                  </a:cubicBezTo>
                  <a:cubicBezTo>
                    <a:pt x="46" y="109"/>
                    <a:pt x="53" y="126"/>
                    <a:pt x="60" y="143"/>
                  </a:cubicBezTo>
                  <a:cubicBezTo>
                    <a:pt x="73" y="174"/>
                    <a:pt x="89" y="200"/>
                    <a:pt x="107" y="227"/>
                  </a:cubicBezTo>
                  <a:cubicBezTo>
                    <a:pt x="143" y="282"/>
                    <a:pt x="143" y="347"/>
                    <a:pt x="119" y="407"/>
                  </a:cubicBezTo>
                  <a:cubicBezTo>
                    <a:pt x="135" y="360"/>
                    <a:pt x="132" y="313"/>
                    <a:pt x="107" y="270"/>
                  </a:cubicBezTo>
                  <a:cubicBezTo>
                    <a:pt x="88" y="235"/>
                    <a:pt x="61" y="197"/>
                    <a:pt x="26" y="176"/>
                  </a:cubicBezTo>
                  <a:cubicBezTo>
                    <a:pt x="20" y="172"/>
                    <a:pt x="12" y="170"/>
                    <a:pt x="7" y="165"/>
                  </a:cubicBezTo>
                  <a:cubicBezTo>
                    <a:pt x="0" y="157"/>
                    <a:pt x="4" y="159"/>
                    <a:pt x="5" y="151"/>
                  </a:cubicBezTo>
                  <a:cubicBezTo>
                    <a:pt x="7" y="133"/>
                    <a:pt x="10" y="116"/>
                    <a:pt x="12" y="98"/>
                  </a:cubicBezTo>
                  <a:cubicBezTo>
                    <a:pt x="15" y="65"/>
                    <a:pt x="8" y="33"/>
                    <a:pt x="5" y="1"/>
                  </a:cubicBezTo>
                </a:path>
              </a:pathLst>
            </a:custGeom>
            <a:solidFill>
              <a:srgbClr val="EFCA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926" name="Freeform 345">
              <a:extLst>
                <a:ext uri="{FF2B5EF4-FFF2-40B4-BE49-F238E27FC236}">
                  <a16:creationId xmlns:a16="http://schemas.microsoft.com/office/drawing/2014/main" id="{5E2F050B-ECA5-4C8B-96A0-7736A16F890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3" y="2180"/>
              <a:ext cx="33" cy="37"/>
            </a:xfrm>
            <a:custGeom>
              <a:avLst/>
              <a:gdLst>
                <a:gd name="T0" fmla="*/ 0 w 31"/>
                <a:gd name="T1" fmla="*/ 24 h 35"/>
                <a:gd name="T2" fmla="*/ 13 w 31"/>
                <a:gd name="T3" fmla="*/ 41 h 35"/>
                <a:gd name="T4" fmla="*/ 1 w 31"/>
                <a:gd name="T5" fmla="*/ 20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35">
                  <a:moveTo>
                    <a:pt x="0" y="21"/>
                  </a:moveTo>
                  <a:cubicBezTo>
                    <a:pt x="10" y="6"/>
                    <a:pt x="15" y="26"/>
                    <a:pt x="10" y="35"/>
                  </a:cubicBezTo>
                  <a:cubicBezTo>
                    <a:pt x="31" y="24"/>
                    <a:pt x="14" y="0"/>
                    <a:pt x="1" y="17"/>
                  </a:cubicBezTo>
                </a:path>
              </a:pathLst>
            </a:custGeom>
            <a:solidFill>
              <a:srgbClr val="EFCA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927" name="Freeform 346">
              <a:extLst>
                <a:ext uri="{FF2B5EF4-FFF2-40B4-BE49-F238E27FC236}">
                  <a16:creationId xmlns:a16="http://schemas.microsoft.com/office/drawing/2014/main" id="{BD640A82-BA0C-4CCA-BCF6-7AA16E7CCD3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0" y="2116"/>
              <a:ext cx="34" cy="29"/>
            </a:xfrm>
            <a:custGeom>
              <a:avLst/>
              <a:gdLst>
                <a:gd name="T0" fmla="*/ 4 w 32"/>
                <a:gd name="T1" fmla="*/ 33 h 27"/>
                <a:gd name="T2" fmla="*/ 0 w 32"/>
                <a:gd name="T3" fmla="*/ 15 h 27"/>
                <a:gd name="T4" fmla="*/ 26 w 32"/>
                <a:gd name="T5" fmla="*/ 5 h 27"/>
                <a:gd name="T6" fmla="*/ 13 w 32"/>
                <a:gd name="T7" fmla="*/ 31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27">
                  <a:moveTo>
                    <a:pt x="4" y="27"/>
                  </a:moveTo>
                  <a:cubicBezTo>
                    <a:pt x="23" y="23"/>
                    <a:pt x="18" y="6"/>
                    <a:pt x="0" y="12"/>
                  </a:cubicBezTo>
                  <a:cubicBezTo>
                    <a:pt x="5" y="9"/>
                    <a:pt x="15" y="0"/>
                    <a:pt x="22" y="5"/>
                  </a:cubicBezTo>
                  <a:cubicBezTo>
                    <a:pt x="32" y="12"/>
                    <a:pt x="17" y="23"/>
                    <a:pt x="10" y="25"/>
                  </a:cubicBezTo>
                </a:path>
              </a:pathLst>
            </a:custGeom>
            <a:solidFill>
              <a:srgbClr val="EFCA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928" name="Freeform 347">
              <a:extLst>
                <a:ext uri="{FF2B5EF4-FFF2-40B4-BE49-F238E27FC236}">
                  <a16:creationId xmlns:a16="http://schemas.microsoft.com/office/drawing/2014/main" id="{D032E86B-3FE2-4209-A72D-582984453FE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6" y="1937"/>
              <a:ext cx="145" cy="131"/>
            </a:xfrm>
            <a:custGeom>
              <a:avLst/>
              <a:gdLst>
                <a:gd name="T0" fmla="*/ 165 w 136"/>
                <a:gd name="T1" fmla="*/ 0 h 123"/>
                <a:gd name="T2" fmla="*/ 117 w 136"/>
                <a:gd name="T3" fmla="*/ 93 h 123"/>
                <a:gd name="T4" fmla="*/ 0 w 136"/>
                <a:gd name="T5" fmla="*/ 149 h 123"/>
                <a:gd name="T6" fmla="*/ 160 w 136"/>
                <a:gd name="T7" fmla="*/ 6 h 1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6" h="123">
                  <a:moveTo>
                    <a:pt x="136" y="0"/>
                  </a:moveTo>
                  <a:cubicBezTo>
                    <a:pt x="127" y="29"/>
                    <a:pt x="120" y="56"/>
                    <a:pt x="97" y="77"/>
                  </a:cubicBezTo>
                  <a:cubicBezTo>
                    <a:pt x="69" y="101"/>
                    <a:pt x="32" y="105"/>
                    <a:pt x="0" y="123"/>
                  </a:cubicBezTo>
                  <a:cubicBezTo>
                    <a:pt x="56" y="93"/>
                    <a:pt x="110" y="67"/>
                    <a:pt x="132" y="6"/>
                  </a:cubicBezTo>
                </a:path>
              </a:pathLst>
            </a:custGeom>
            <a:solidFill>
              <a:srgbClr val="EFCA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929" name="Freeform 348">
              <a:extLst>
                <a:ext uri="{FF2B5EF4-FFF2-40B4-BE49-F238E27FC236}">
                  <a16:creationId xmlns:a16="http://schemas.microsoft.com/office/drawing/2014/main" id="{5442785A-CAAF-4B99-B69D-E933A45E316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3" y="2197"/>
              <a:ext cx="103" cy="20"/>
            </a:xfrm>
            <a:custGeom>
              <a:avLst/>
              <a:gdLst>
                <a:gd name="T0" fmla="*/ 119 w 96"/>
                <a:gd name="T1" fmla="*/ 2 h 19"/>
                <a:gd name="T2" fmla="*/ 88 w 96"/>
                <a:gd name="T3" fmla="*/ 20 h 19"/>
                <a:gd name="T4" fmla="*/ 62 w 96"/>
                <a:gd name="T5" fmla="*/ 19 h 19"/>
                <a:gd name="T6" fmla="*/ 31 w 96"/>
                <a:gd name="T7" fmla="*/ 14 h 19"/>
                <a:gd name="T8" fmla="*/ 0 w 96"/>
                <a:gd name="T9" fmla="*/ 15 h 19"/>
                <a:gd name="T10" fmla="*/ 30 w 96"/>
                <a:gd name="T11" fmla="*/ 6 h 19"/>
                <a:gd name="T12" fmla="*/ 67 w 96"/>
                <a:gd name="T13" fmla="*/ 9 h 19"/>
                <a:gd name="T14" fmla="*/ 115 w 96"/>
                <a:gd name="T15" fmla="*/ 0 h 1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6" h="19">
                  <a:moveTo>
                    <a:pt x="96" y="2"/>
                  </a:moveTo>
                  <a:cubicBezTo>
                    <a:pt x="87" y="6"/>
                    <a:pt x="80" y="15"/>
                    <a:pt x="71" y="17"/>
                  </a:cubicBezTo>
                  <a:cubicBezTo>
                    <a:pt x="65" y="19"/>
                    <a:pt x="56" y="17"/>
                    <a:pt x="50" y="16"/>
                  </a:cubicBezTo>
                  <a:cubicBezTo>
                    <a:pt x="42" y="15"/>
                    <a:pt x="34" y="12"/>
                    <a:pt x="25" y="11"/>
                  </a:cubicBezTo>
                  <a:cubicBezTo>
                    <a:pt x="17" y="10"/>
                    <a:pt x="9" y="12"/>
                    <a:pt x="0" y="12"/>
                  </a:cubicBezTo>
                  <a:cubicBezTo>
                    <a:pt x="8" y="11"/>
                    <a:pt x="15" y="6"/>
                    <a:pt x="24" y="6"/>
                  </a:cubicBezTo>
                  <a:cubicBezTo>
                    <a:pt x="35" y="5"/>
                    <a:pt x="44" y="8"/>
                    <a:pt x="54" y="9"/>
                  </a:cubicBezTo>
                  <a:cubicBezTo>
                    <a:pt x="69" y="10"/>
                    <a:pt x="80" y="5"/>
                    <a:pt x="93" y="0"/>
                  </a:cubicBezTo>
                </a:path>
              </a:pathLst>
            </a:custGeom>
            <a:solidFill>
              <a:srgbClr val="EFCA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930" name="Freeform 349">
              <a:extLst>
                <a:ext uri="{FF2B5EF4-FFF2-40B4-BE49-F238E27FC236}">
                  <a16:creationId xmlns:a16="http://schemas.microsoft.com/office/drawing/2014/main" id="{22BAA08C-D465-49AF-89E8-73E4A211B93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1" y="2411"/>
              <a:ext cx="196" cy="44"/>
            </a:xfrm>
            <a:custGeom>
              <a:avLst/>
              <a:gdLst>
                <a:gd name="T0" fmla="*/ 0 w 184"/>
                <a:gd name="T1" fmla="*/ 12 h 41"/>
                <a:gd name="T2" fmla="*/ 100 w 184"/>
                <a:gd name="T3" fmla="*/ 35 h 41"/>
                <a:gd name="T4" fmla="*/ 223 w 184"/>
                <a:gd name="T5" fmla="*/ 50 h 41"/>
                <a:gd name="T6" fmla="*/ 170 w 184"/>
                <a:gd name="T7" fmla="*/ 38 h 41"/>
                <a:gd name="T8" fmla="*/ 101 w 184"/>
                <a:gd name="T9" fmla="*/ 27 h 41"/>
                <a:gd name="T10" fmla="*/ 0 w 184"/>
                <a:gd name="T11" fmla="*/ 10 h 4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4" h="41">
                  <a:moveTo>
                    <a:pt x="0" y="9"/>
                  </a:moveTo>
                  <a:cubicBezTo>
                    <a:pt x="29" y="9"/>
                    <a:pt x="55" y="22"/>
                    <a:pt x="83" y="29"/>
                  </a:cubicBezTo>
                  <a:cubicBezTo>
                    <a:pt x="116" y="37"/>
                    <a:pt x="152" y="31"/>
                    <a:pt x="184" y="41"/>
                  </a:cubicBezTo>
                  <a:cubicBezTo>
                    <a:pt x="171" y="37"/>
                    <a:pt x="155" y="33"/>
                    <a:pt x="141" y="31"/>
                  </a:cubicBezTo>
                  <a:cubicBezTo>
                    <a:pt x="122" y="27"/>
                    <a:pt x="102" y="28"/>
                    <a:pt x="84" y="21"/>
                  </a:cubicBezTo>
                  <a:cubicBezTo>
                    <a:pt x="59" y="12"/>
                    <a:pt x="27" y="0"/>
                    <a:pt x="0" y="7"/>
                  </a:cubicBezTo>
                </a:path>
              </a:pathLst>
            </a:custGeom>
            <a:solidFill>
              <a:srgbClr val="EFCA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931" name="Freeform 350">
              <a:extLst>
                <a:ext uri="{FF2B5EF4-FFF2-40B4-BE49-F238E27FC236}">
                  <a16:creationId xmlns:a16="http://schemas.microsoft.com/office/drawing/2014/main" id="{BFAE228A-BF55-4525-A011-997D2A074410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1" y="1801"/>
              <a:ext cx="54" cy="86"/>
            </a:xfrm>
            <a:custGeom>
              <a:avLst/>
              <a:gdLst>
                <a:gd name="T0" fmla="*/ 46 w 51"/>
                <a:gd name="T1" fmla="*/ 1 h 80"/>
                <a:gd name="T2" fmla="*/ 21 w 51"/>
                <a:gd name="T3" fmla="*/ 45 h 80"/>
                <a:gd name="T4" fmla="*/ 1 w 51"/>
                <a:gd name="T5" fmla="*/ 99 h 80"/>
                <a:gd name="T6" fmla="*/ 12 w 51"/>
                <a:gd name="T7" fmla="*/ 43 h 80"/>
                <a:gd name="T8" fmla="*/ 46 w 51"/>
                <a:gd name="T9" fmla="*/ 0 h 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80">
                  <a:moveTo>
                    <a:pt x="39" y="1"/>
                  </a:moveTo>
                  <a:cubicBezTo>
                    <a:pt x="51" y="13"/>
                    <a:pt x="24" y="29"/>
                    <a:pt x="18" y="36"/>
                  </a:cubicBezTo>
                  <a:cubicBezTo>
                    <a:pt x="5" y="49"/>
                    <a:pt x="1" y="62"/>
                    <a:pt x="1" y="80"/>
                  </a:cubicBezTo>
                  <a:cubicBezTo>
                    <a:pt x="1" y="64"/>
                    <a:pt x="0" y="47"/>
                    <a:pt x="9" y="34"/>
                  </a:cubicBezTo>
                  <a:cubicBezTo>
                    <a:pt x="17" y="21"/>
                    <a:pt x="32" y="14"/>
                    <a:pt x="39" y="0"/>
                  </a:cubicBezTo>
                </a:path>
              </a:pathLst>
            </a:custGeom>
            <a:solidFill>
              <a:srgbClr val="EFCA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932" name="Freeform 351">
              <a:extLst>
                <a:ext uri="{FF2B5EF4-FFF2-40B4-BE49-F238E27FC236}">
                  <a16:creationId xmlns:a16="http://schemas.microsoft.com/office/drawing/2014/main" id="{9E98AC50-7D0B-48AA-BDB4-7643E666E13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0" y="1513"/>
              <a:ext cx="73" cy="94"/>
            </a:xfrm>
            <a:custGeom>
              <a:avLst/>
              <a:gdLst>
                <a:gd name="T0" fmla="*/ 67 w 68"/>
                <a:gd name="T1" fmla="*/ 36 h 88"/>
                <a:gd name="T2" fmla="*/ 65 w 68"/>
                <a:gd name="T3" fmla="*/ 14 h 88"/>
                <a:gd name="T4" fmla="*/ 2 w 68"/>
                <a:gd name="T5" fmla="*/ 107 h 88"/>
                <a:gd name="T6" fmla="*/ 33 w 68"/>
                <a:gd name="T7" fmla="*/ 18 h 88"/>
                <a:gd name="T8" fmla="*/ 72 w 68"/>
                <a:gd name="T9" fmla="*/ 32 h 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8" h="88">
                  <a:moveTo>
                    <a:pt x="54" y="30"/>
                  </a:moveTo>
                  <a:cubicBezTo>
                    <a:pt x="58" y="24"/>
                    <a:pt x="57" y="16"/>
                    <a:pt x="53" y="11"/>
                  </a:cubicBezTo>
                  <a:cubicBezTo>
                    <a:pt x="24" y="9"/>
                    <a:pt x="10" y="67"/>
                    <a:pt x="2" y="88"/>
                  </a:cubicBezTo>
                  <a:cubicBezTo>
                    <a:pt x="0" y="64"/>
                    <a:pt x="11" y="33"/>
                    <a:pt x="27" y="15"/>
                  </a:cubicBezTo>
                  <a:cubicBezTo>
                    <a:pt x="41" y="0"/>
                    <a:pt x="68" y="0"/>
                    <a:pt x="58" y="26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933" name="Freeform 352">
              <a:extLst>
                <a:ext uri="{FF2B5EF4-FFF2-40B4-BE49-F238E27FC236}">
                  <a16:creationId xmlns:a16="http://schemas.microsoft.com/office/drawing/2014/main" id="{43C4CD54-8CC7-4976-8115-61B9C385A2E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9" y="1547"/>
              <a:ext cx="35" cy="36"/>
            </a:xfrm>
            <a:custGeom>
              <a:avLst/>
              <a:gdLst>
                <a:gd name="T0" fmla="*/ 0 w 33"/>
                <a:gd name="T1" fmla="*/ 21 h 34"/>
                <a:gd name="T2" fmla="*/ 23 w 33"/>
                <a:gd name="T3" fmla="*/ 40 h 34"/>
                <a:gd name="T4" fmla="*/ 7 w 33"/>
                <a:gd name="T5" fmla="*/ 17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34">
                  <a:moveTo>
                    <a:pt x="0" y="18"/>
                  </a:moveTo>
                  <a:cubicBezTo>
                    <a:pt x="15" y="11"/>
                    <a:pt x="27" y="14"/>
                    <a:pt x="20" y="34"/>
                  </a:cubicBezTo>
                  <a:cubicBezTo>
                    <a:pt x="23" y="18"/>
                    <a:pt x="33" y="0"/>
                    <a:pt x="7" y="14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934" name="Freeform 353">
              <a:extLst>
                <a:ext uri="{FF2B5EF4-FFF2-40B4-BE49-F238E27FC236}">
                  <a16:creationId xmlns:a16="http://schemas.microsoft.com/office/drawing/2014/main" id="{04C7B846-C88C-4BBB-80E8-291D35C82EB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5" y="1784"/>
              <a:ext cx="90" cy="82"/>
            </a:xfrm>
            <a:custGeom>
              <a:avLst/>
              <a:gdLst>
                <a:gd name="T0" fmla="*/ 0 w 84"/>
                <a:gd name="T1" fmla="*/ 13 h 77"/>
                <a:gd name="T2" fmla="*/ 69 w 84"/>
                <a:gd name="T3" fmla="*/ 32 h 77"/>
                <a:gd name="T4" fmla="*/ 90 w 84"/>
                <a:gd name="T5" fmla="*/ 93 h 77"/>
                <a:gd name="T6" fmla="*/ 64 w 84"/>
                <a:gd name="T7" fmla="*/ 12 h 77"/>
                <a:gd name="T8" fmla="*/ 0 w 84"/>
                <a:gd name="T9" fmla="*/ 1 h 7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4" h="77">
                  <a:moveTo>
                    <a:pt x="0" y="10"/>
                  </a:moveTo>
                  <a:cubicBezTo>
                    <a:pt x="19" y="3"/>
                    <a:pt x="41" y="16"/>
                    <a:pt x="56" y="26"/>
                  </a:cubicBezTo>
                  <a:cubicBezTo>
                    <a:pt x="71" y="37"/>
                    <a:pt x="73" y="60"/>
                    <a:pt x="73" y="77"/>
                  </a:cubicBezTo>
                  <a:cubicBezTo>
                    <a:pt x="84" y="53"/>
                    <a:pt x="81" y="19"/>
                    <a:pt x="52" y="9"/>
                  </a:cubicBezTo>
                  <a:cubicBezTo>
                    <a:pt x="38" y="4"/>
                    <a:pt x="15" y="0"/>
                    <a:pt x="0" y="1"/>
                  </a:cubicBezTo>
                </a:path>
              </a:pathLst>
            </a:custGeom>
            <a:solidFill>
              <a:srgbClr val="EFCA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935" name="Freeform 354">
              <a:extLst>
                <a:ext uri="{FF2B5EF4-FFF2-40B4-BE49-F238E27FC236}">
                  <a16:creationId xmlns:a16="http://schemas.microsoft.com/office/drawing/2014/main" id="{AA89E55E-FC1A-4E67-B4C5-8E3F9F4C9D8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9" y="1371"/>
              <a:ext cx="37" cy="54"/>
            </a:xfrm>
            <a:custGeom>
              <a:avLst/>
              <a:gdLst>
                <a:gd name="T0" fmla="*/ 14 w 35"/>
                <a:gd name="T1" fmla="*/ 53 h 51"/>
                <a:gd name="T2" fmla="*/ 22 w 35"/>
                <a:gd name="T3" fmla="*/ 26 h 51"/>
                <a:gd name="T4" fmla="*/ 41 w 35"/>
                <a:gd name="T5" fmla="*/ 60 h 51"/>
                <a:gd name="T6" fmla="*/ 22 w 35"/>
                <a:gd name="T7" fmla="*/ 16 h 51"/>
                <a:gd name="T8" fmla="*/ 14 w 35"/>
                <a:gd name="T9" fmla="*/ 54 h 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51">
                  <a:moveTo>
                    <a:pt x="11" y="44"/>
                  </a:moveTo>
                  <a:cubicBezTo>
                    <a:pt x="11" y="38"/>
                    <a:pt x="6" y="14"/>
                    <a:pt x="19" y="23"/>
                  </a:cubicBezTo>
                  <a:cubicBezTo>
                    <a:pt x="28" y="29"/>
                    <a:pt x="30" y="42"/>
                    <a:pt x="35" y="51"/>
                  </a:cubicBezTo>
                  <a:cubicBezTo>
                    <a:pt x="35" y="37"/>
                    <a:pt x="32" y="21"/>
                    <a:pt x="19" y="13"/>
                  </a:cubicBezTo>
                  <a:cubicBezTo>
                    <a:pt x="0" y="0"/>
                    <a:pt x="9" y="36"/>
                    <a:pt x="11" y="45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936" name="Freeform 355">
              <a:extLst>
                <a:ext uri="{FF2B5EF4-FFF2-40B4-BE49-F238E27FC236}">
                  <a16:creationId xmlns:a16="http://schemas.microsoft.com/office/drawing/2014/main" id="{B209D621-F380-4269-A1C2-7BB809845DF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7" y="2650"/>
              <a:ext cx="264" cy="49"/>
            </a:xfrm>
            <a:custGeom>
              <a:avLst/>
              <a:gdLst>
                <a:gd name="T0" fmla="*/ 301 w 247"/>
                <a:gd name="T1" fmla="*/ 0 h 46"/>
                <a:gd name="T2" fmla="*/ 233 w 247"/>
                <a:gd name="T3" fmla="*/ 14 h 46"/>
                <a:gd name="T4" fmla="*/ 156 w 247"/>
                <a:gd name="T5" fmla="*/ 36 h 46"/>
                <a:gd name="T6" fmla="*/ 0 w 247"/>
                <a:gd name="T7" fmla="*/ 55 h 46"/>
                <a:gd name="T8" fmla="*/ 144 w 247"/>
                <a:gd name="T9" fmla="*/ 20 h 46"/>
                <a:gd name="T10" fmla="*/ 213 w 247"/>
                <a:gd name="T11" fmla="*/ 18 h 46"/>
                <a:gd name="T12" fmla="*/ 283 w 247"/>
                <a:gd name="T13" fmla="*/ 3 h 4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7" h="46">
                  <a:moveTo>
                    <a:pt x="247" y="0"/>
                  </a:moveTo>
                  <a:cubicBezTo>
                    <a:pt x="229" y="8"/>
                    <a:pt x="209" y="6"/>
                    <a:pt x="191" y="11"/>
                  </a:cubicBezTo>
                  <a:cubicBezTo>
                    <a:pt x="170" y="16"/>
                    <a:pt x="150" y="26"/>
                    <a:pt x="128" y="30"/>
                  </a:cubicBezTo>
                  <a:cubicBezTo>
                    <a:pt x="86" y="38"/>
                    <a:pt x="41" y="23"/>
                    <a:pt x="0" y="46"/>
                  </a:cubicBezTo>
                  <a:cubicBezTo>
                    <a:pt x="39" y="30"/>
                    <a:pt x="75" y="15"/>
                    <a:pt x="118" y="17"/>
                  </a:cubicBezTo>
                  <a:cubicBezTo>
                    <a:pt x="138" y="18"/>
                    <a:pt x="154" y="20"/>
                    <a:pt x="174" y="15"/>
                  </a:cubicBezTo>
                  <a:cubicBezTo>
                    <a:pt x="194" y="11"/>
                    <a:pt x="210" y="1"/>
                    <a:pt x="232" y="3"/>
                  </a:cubicBezTo>
                </a:path>
              </a:pathLst>
            </a:custGeom>
            <a:solidFill>
              <a:srgbClr val="EFCA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937" name="Freeform 356">
              <a:extLst>
                <a:ext uri="{FF2B5EF4-FFF2-40B4-BE49-F238E27FC236}">
                  <a16:creationId xmlns:a16="http://schemas.microsoft.com/office/drawing/2014/main" id="{7FBCC749-3904-4166-B993-74566D6D141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1" y="3013"/>
              <a:ext cx="97" cy="56"/>
            </a:xfrm>
            <a:custGeom>
              <a:avLst/>
              <a:gdLst>
                <a:gd name="T0" fmla="*/ 0 w 91"/>
                <a:gd name="T1" fmla="*/ 59 h 53"/>
                <a:gd name="T2" fmla="*/ 110 w 91"/>
                <a:gd name="T3" fmla="*/ 0 h 53"/>
                <a:gd name="T4" fmla="*/ 59 w 91"/>
                <a:gd name="T5" fmla="*/ 35 h 53"/>
                <a:gd name="T6" fmla="*/ 7 w 91"/>
                <a:gd name="T7" fmla="*/ 62 h 5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1" h="53">
                  <a:moveTo>
                    <a:pt x="0" y="50"/>
                  </a:moveTo>
                  <a:cubicBezTo>
                    <a:pt x="33" y="50"/>
                    <a:pt x="84" y="38"/>
                    <a:pt x="91" y="0"/>
                  </a:cubicBezTo>
                  <a:cubicBezTo>
                    <a:pt x="75" y="0"/>
                    <a:pt x="62" y="19"/>
                    <a:pt x="49" y="29"/>
                  </a:cubicBezTo>
                  <a:cubicBezTo>
                    <a:pt x="37" y="38"/>
                    <a:pt x="13" y="46"/>
                    <a:pt x="7" y="53"/>
                  </a:cubicBezTo>
                </a:path>
              </a:pathLst>
            </a:custGeom>
            <a:solidFill>
              <a:srgbClr val="EFCA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938" name="Freeform 357">
              <a:extLst>
                <a:ext uri="{FF2B5EF4-FFF2-40B4-BE49-F238E27FC236}">
                  <a16:creationId xmlns:a16="http://schemas.microsoft.com/office/drawing/2014/main" id="{0A75F07C-CF29-4028-8A84-B1837D0B1EB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5" y="3614"/>
              <a:ext cx="94" cy="28"/>
            </a:xfrm>
            <a:custGeom>
              <a:avLst/>
              <a:gdLst>
                <a:gd name="T0" fmla="*/ 107 w 88"/>
                <a:gd name="T1" fmla="*/ 24 h 26"/>
                <a:gd name="T2" fmla="*/ 4 w 88"/>
                <a:gd name="T3" fmla="*/ 32 h 26"/>
                <a:gd name="T4" fmla="*/ 101 w 88"/>
                <a:gd name="T5" fmla="*/ 17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8" h="26">
                  <a:moveTo>
                    <a:pt x="88" y="19"/>
                  </a:moveTo>
                  <a:cubicBezTo>
                    <a:pt x="59" y="11"/>
                    <a:pt x="31" y="23"/>
                    <a:pt x="4" y="26"/>
                  </a:cubicBezTo>
                  <a:cubicBezTo>
                    <a:pt x="0" y="0"/>
                    <a:pt x="71" y="6"/>
                    <a:pt x="83" y="14"/>
                  </a:cubicBezTo>
                </a:path>
              </a:pathLst>
            </a:custGeom>
            <a:solidFill>
              <a:srgbClr val="EFCA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939" name="Freeform 358">
              <a:extLst>
                <a:ext uri="{FF2B5EF4-FFF2-40B4-BE49-F238E27FC236}">
                  <a16:creationId xmlns:a16="http://schemas.microsoft.com/office/drawing/2014/main" id="{F2E5119F-4AB0-4B48-8439-ABB230B3FBD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9" y="3706"/>
              <a:ext cx="89" cy="36"/>
            </a:xfrm>
            <a:custGeom>
              <a:avLst/>
              <a:gdLst>
                <a:gd name="T0" fmla="*/ 100 w 84"/>
                <a:gd name="T1" fmla="*/ 23 h 34"/>
                <a:gd name="T2" fmla="*/ 45 w 84"/>
                <a:gd name="T3" fmla="*/ 34 h 34"/>
                <a:gd name="T4" fmla="*/ 0 w 84"/>
                <a:gd name="T5" fmla="*/ 30 h 34"/>
                <a:gd name="T6" fmla="*/ 88 w 84"/>
                <a:gd name="T7" fmla="*/ 23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4" h="34">
                  <a:moveTo>
                    <a:pt x="84" y="20"/>
                  </a:moveTo>
                  <a:cubicBezTo>
                    <a:pt x="66" y="27"/>
                    <a:pt x="56" y="30"/>
                    <a:pt x="38" y="28"/>
                  </a:cubicBezTo>
                  <a:cubicBezTo>
                    <a:pt x="24" y="26"/>
                    <a:pt x="14" y="19"/>
                    <a:pt x="0" y="25"/>
                  </a:cubicBezTo>
                  <a:cubicBezTo>
                    <a:pt x="26" y="0"/>
                    <a:pt x="56" y="34"/>
                    <a:pt x="74" y="20"/>
                  </a:cubicBezTo>
                </a:path>
              </a:pathLst>
            </a:custGeom>
            <a:solidFill>
              <a:srgbClr val="EFCA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940" name="Freeform 359">
              <a:extLst>
                <a:ext uri="{FF2B5EF4-FFF2-40B4-BE49-F238E27FC236}">
                  <a16:creationId xmlns:a16="http://schemas.microsoft.com/office/drawing/2014/main" id="{EEF7AE02-8650-483F-A848-7E2F857FD66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7" y="2137"/>
              <a:ext cx="205" cy="81"/>
            </a:xfrm>
            <a:custGeom>
              <a:avLst/>
              <a:gdLst>
                <a:gd name="T0" fmla="*/ 234 w 192"/>
                <a:gd name="T1" fmla="*/ 0 h 76"/>
                <a:gd name="T2" fmla="*/ 187 w 192"/>
                <a:gd name="T3" fmla="*/ 32 h 76"/>
                <a:gd name="T4" fmla="*/ 139 w 192"/>
                <a:gd name="T5" fmla="*/ 59 h 76"/>
                <a:gd name="T6" fmla="*/ 86 w 192"/>
                <a:gd name="T7" fmla="*/ 76 h 76"/>
                <a:gd name="T8" fmla="*/ 0 w 192"/>
                <a:gd name="T9" fmla="*/ 92 h 76"/>
                <a:gd name="T10" fmla="*/ 78 w 192"/>
                <a:gd name="T11" fmla="*/ 69 h 76"/>
                <a:gd name="T12" fmla="*/ 138 w 192"/>
                <a:gd name="T13" fmla="*/ 45 h 76"/>
                <a:gd name="T14" fmla="*/ 183 w 192"/>
                <a:gd name="T15" fmla="*/ 20 h 76"/>
                <a:gd name="T16" fmla="*/ 225 w 192"/>
                <a:gd name="T17" fmla="*/ 6 h 7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92" h="76">
                  <a:moveTo>
                    <a:pt x="192" y="0"/>
                  </a:moveTo>
                  <a:cubicBezTo>
                    <a:pt x="179" y="4"/>
                    <a:pt x="165" y="18"/>
                    <a:pt x="154" y="26"/>
                  </a:cubicBezTo>
                  <a:cubicBezTo>
                    <a:pt x="141" y="35"/>
                    <a:pt x="127" y="41"/>
                    <a:pt x="114" y="49"/>
                  </a:cubicBezTo>
                  <a:cubicBezTo>
                    <a:pt x="100" y="57"/>
                    <a:pt x="86" y="61"/>
                    <a:pt x="71" y="63"/>
                  </a:cubicBezTo>
                  <a:cubicBezTo>
                    <a:pt x="47" y="67"/>
                    <a:pt x="25" y="75"/>
                    <a:pt x="0" y="76"/>
                  </a:cubicBezTo>
                  <a:cubicBezTo>
                    <a:pt x="22" y="72"/>
                    <a:pt x="43" y="63"/>
                    <a:pt x="64" y="57"/>
                  </a:cubicBezTo>
                  <a:cubicBezTo>
                    <a:pt x="81" y="52"/>
                    <a:pt x="98" y="45"/>
                    <a:pt x="113" y="37"/>
                  </a:cubicBezTo>
                  <a:cubicBezTo>
                    <a:pt x="125" y="30"/>
                    <a:pt x="137" y="22"/>
                    <a:pt x="150" y="17"/>
                  </a:cubicBezTo>
                  <a:cubicBezTo>
                    <a:pt x="162" y="12"/>
                    <a:pt x="174" y="11"/>
                    <a:pt x="185" y="6"/>
                  </a:cubicBezTo>
                </a:path>
              </a:pathLst>
            </a:custGeom>
            <a:solidFill>
              <a:srgbClr val="EFCA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941" name="Freeform 360">
              <a:extLst>
                <a:ext uri="{FF2B5EF4-FFF2-40B4-BE49-F238E27FC236}">
                  <a16:creationId xmlns:a16="http://schemas.microsoft.com/office/drawing/2014/main" id="{257342B0-B709-4A70-93F3-2FF96C8D192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4" y="2123"/>
              <a:ext cx="154" cy="189"/>
            </a:xfrm>
            <a:custGeom>
              <a:avLst/>
              <a:gdLst>
                <a:gd name="T0" fmla="*/ 149 w 144"/>
                <a:gd name="T1" fmla="*/ 11 h 177"/>
                <a:gd name="T2" fmla="*/ 170 w 144"/>
                <a:gd name="T3" fmla="*/ 3 h 177"/>
                <a:gd name="T4" fmla="*/ 169 w 144"/>
                <a:gd name="T5" fmla="*/ 29 h 177"/>
                <a:gd name="T6" fmla="*/ 126 w 144"/>
                <a:gd name="T7" fmla="*/ 103 h 177"/>
                <a:gd name="T8" fmla="*/ 67 w 144"/>
                <a:gd name="T9" fmla="*/ 167 h 177"/>
                <a:gd name="T10" fmla="*/ 0 w 144"/>
                <a:gd name="T11" fmla="*/ 216 h 177"/>
                <a:gd name="T12" fmla="*/ 65 w 144"/>
                <a:gd name="T13" fmla="*/ 161 h 177"/>
                <a:gd name="T14" fmla="*/ 108 w 144"/>
                <a:gd name="T15" fmla="*/ 98 h 177"/>
                <a:gd name="T16" fmla="*/ 127 w 144"/>
                <a:gd name="T17" fmla="*/ 50 h 177"/>
                <a:gd name="T18" fmla="*/ 109 w 144"/>
                <a:gd name="T19" fmla="*/ 37 h 177"/>
                <a:gd name="T20" fmla="*/ 151 w 144"/>
                <a:gd name="T21" fmla="*/ 11 h 17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44" h="177">
                  <a:moveTo>
                    <a:pt x="122" y="8"/>
                  </a:moveTo>
                  <a:cubicBezTo>
                    <a:pt x="126" y="7"/>
                    <a:pt x="135" y="0"/>
                    <a:pt x="139" y="3"/>
                  </a:cubicBezTo>
                  <a:cubicBezTo>
                    <a:pt x="144" y="6"/>
                    <a:pt x="139" y="19"/>
                    <a:pt x="138" y="23"/>
                  </a:cubicBezTo>
                  <a:cubicBezTo>
                    <a:pt x="130" y="45"/>
                    <a:pt x="116" y="66"/>
                    <a:pt x="103" y="84"/>
                  </a:cubicBezTo>
                  <a:cubicBezTo>
                    <a:pt x="90" y="105"/>
                    <a:pt x="72" y="120"/>
                    <a:pt x="55" y="137"/>
                  </a:cubicBezTo>
                  <a:cubicBezTo>
                    <a:pt x="38" y="152"/>
                    <a:pt x="18" y="163"/>
                    <a:pt x="0" y="177"/>
                  </a:cubicBezTo>
                  <a:cubicBezTo>
                    <a:pt x="19" y="171"/>
                    <a:pt x="40" y="147"/>
                    <a:pt x="53" y="132"/>
                  </a:cubicBezTo>
                  <a:cubicBezTo>
                    <a:pt x="66" y="116"/>
                    <a:pt x="77" y="99"/>
                    <a:pt x="88" y="81"/>
                  </a:cubicBezTo>
                  <a:cubicBezTo>
                    <a:pt x="95" y="69"/>
                    <a:pt x="102" y="56"/>
                    <a:pt x="104" y="41"/>
                  </a:cubicBezTo>
                  <a:cubicBezTo>
                    <a:pt x="105" y="27"/>
                    <a:pt x="102" y="27"/>
                    <a:pt x="89" y="31"/>
                  </a:cubicBezTo>
                  <a:cubicBezTo>
                    <a:pt x="97" y="27"/>
                    <a:pt x="118" y="16"/>
                    <a:pt x="123" y="8"/>
                  </a:cubicBezTo>
                </a:path>
              </a:pathLst>
            </a:custGeom>
            <a:solidFill>
              <a:srgbClr val="EFCA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942" name="Freeform 361">
              <a:extLst>
                <a:ext uri="{FF2B5EF4-FFF2-40B4-BE49-F238E27FC236}">
                  <a16:creationId xmlns:a16="http://schemas.microsoft.com/office/drawing/2014/main" id="{08B1113D-D4D9-49E9-96C3-1DF4997ACD1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7" y="1979"/>
              <a:ext cx="177" cy="25"/>
            </a:xfrm>
            <a:custGeom>
              <a:avLst/>
              <a:gdLst>
                <a:gd name="T0" fmla="*/ 202 w 166"/>
                <a:gd name="T1" fmla="*/ 14 h 23"/>
                <a:gd name="T2" fmla="*/ 158 w 166"/>
                <a:gd name="T3" fmla="*/ 24 h 23"/>
                <a:gd name="T4" fmla="*/ 106 w 166"/>
                <a:gd name="T5" fmla="*/ 25 h 23"/>
                <a:gd name="T6" fmla="*/ 49 w 166"/>
                <a:gd name="T7" fmla="*/ 10 h 23"/>
                <a:gd name="T8" fmla="*/ 0 w 166"/>
                <a:gd name="T9" fmla="*/ 0 h 23"/>
                <a:gd name="T10" fmla="*/ 66 w 166"/>
                <a:gd name="T11" fmla="*/ 3 h 23"/>
                <a:gd name="T12" fmla="*/ 116 w 166"/>
                <a:gd name="T13" fmla="*/ 10 h 23"/>
                <a:gd name="T14" fmla="*/ 191 w 166"/>
                <a:gd name="T15" fmla="*/ 9 h 2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6" h="23">
                  <a:moveTo>
                    <a:pt x="166" y="11"/>
                  </a:moveTo>
                  <a:cubicBezTo>
                    <a:pt x="155" y="10"/>
                    <a:pt x="141" y="16"/>
                    <a:pt x="130" y="18"/>
                  </a:cubicBezTo>
                  <a:cubicBezTo>
                    <a:pt x="115" y="23"/>
                    <a:pt x="102" y="20"/>
                    <a:pt x="87" y="19"/>
                  </a:cubicBezTo>
                  <a:cubicBezTo>
                    <a:pt x="70" y="17"/>
                    <a:pt x="56" y="13"/>
                    <a:pt x="40" y="7"/>
                  </a:cubicBezTo>
                  <a:cubicBezTo>
                    <a:pt x="28" y="3"/>
                    <a:pt x="13" y="0"/>
                    <a:pt x="0" y="0"/>
                  </a:cubicBezTo>
                  <a:cubicBezTo>
                    <a:pt x="18" y="0"/>
                    <a:pt x="36" y="1"/>
                    <a:pt x="54" y="3"/>
                  </a:cubicBezTo>
                  <a:cubicBezTo>
                    <a:pt x="68" y="5"/>
                    <a:pt x="81" y="8"/>
                    <a:pt x="96" y="7"/>
                  </a:cubicBezTo>
                  <a:cubicBezTo>
                    <a:pt x="116" y="6"/>
                    <a:pt x="137" y="6"/>
                    <a:pt x="158" y="6"/>
                  </a:cubicBezTo>
                </a:path>
              </a:pathLst>
            </a:custGeom>
            <a:solidFill>
              <a:srgbClr val="EFCA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943" name="Freeform 362">
              <a:extLst>
                <a:ext uri="{FF2B5EF4-FFF2-40B4-BE49-F238E27FC236}">
                  <a16:creationId xmlns:a16="http://schemas.microsoft.com/office/drawing/2014/main" id="{9E3C333E-FB5E-46F3-85D7-89B7CFF126E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7" y="2095"/>
              <a:ext cx="185" cy="195"/>
            </a:xfrm>
            <a:custGeom>
              <a:avLst/>
              <a:gdLst>
                <a:gd name="T0" fmla="*/ 187 w 173"/>
                <a:gd name="T1" fmla="*/ 25 h 183"/>
                <a:gd name="T2" fmla="*/ 0 w 173"/>
                <a:gd name="T3" fmla="*/ 222 h 183"/>
                <a:gd name="T4" fmla="*/ 142 w 173"/>
                <a:gd name="T5" fmla="*/ 35 h 183"/>
                <a:gd name="T6" fmla="*/ 192 w 173"/>
                <a:gd name="T7" fmla="*/ 1 h 183"/>
                <a:gd name="T8" fmla="*/ 211 w 173"/>
                <a:gd name="T9" fmla="*/ 15 h 183"/>
                <a:gd name="T10" fmla="*/ 184 w 173"/>
                <a:gd name="T11" fmla="*/ 34 h 18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3" h="183">
                  <a:moveTo>
                    <a:pt x="153" y="21"/>
                  </a:moveTo>
                  <a:cubicBezTo>
                    <a:pt x="75" y="49"/>
                    <a:pt x="48" y="126"/>
                    <a:pt x="0" y="183"/>
                  </a:cubicBezTo>
                  <a:cubicBezTo>
                    <a:pt x="31" y="128"/>
                    <a:pt x="69" y="72"/>
                    <a:pt x="116" y="29"/>
                  </a:cubicBezTo>
                  <a:cubicBezTo>
                    <a:pt x="127" y="19"/>
                    <a:pt x="141" y="1"/>
                    <a:pt x="157" y="1"/>
                  </a:cubicBezTo>
                  <a:cubicBezTo>
                    <a:pt x="164" y="0"/>
                    <a:pt x="173" y="0"/>
                    <a:pt x="172" y="12"/>
                  </a:cubicBezTo>
                  <a:cubicBezTo>
                    <a:pt x="171" y="20"/>
                    <a:pt x="156" y="25"/>
                    <a:pt x="151" y="28"/>
                  </a:cubicBezTo>
                </a:path>
              </a:pathLst>
            </a:custGeom>
            <a:solidFill>
              <a:srgbClr val="EFCA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944" name="Freeform 363">
              <a:extLst>
                <a:ext uri="{FF2B5EF4-FFF2-40B4-BE49-F238E27FC236}">
                  <a16:creationId xmlns:a16="http://schemas.microsoft.com/office/drawing/2014/main" id="{6D1C6409-2570-435E-A31A-2255F2A6240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3" y="2375"/>
              <a:ext cx="233" cy="110"/>
            </a:xfrm>
            <a:custGeom>
              <a:avLst/>
              <a:gdLst>
                <a:gd name="T0" fmla="*/ 266 w 218"/>
                <a:gd name="T1" fmla="*/ 0 h 103"/>
                <a:gd name="T2" fmla="*/ 0 w 218"/>
                <a:gd name="T3" fmla="*/ 124 h 103"/>
                <a:gd name="T4" fmla="*/ 266 w 218"/>
                <a:gd name="T5" fmla="*/ 0 h 10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8" h="103">
                  <a:moveTo>
                    <a:pt x="218" y="0"/>
                  </a:moveTo>
                  <a:cubicBezTo>
                    <a:pt x="218" y="0"/>
                    <a:pt x="142" y="103"/>
                    <a:pt x="0" y="102"/>
                  </a:cubicBezTo>
                  <a:cubicBezTo>
                    <a:pt x="0" y="102"/>
                    <a:pt x="140" y="75"/>
                    <a:pt x="218" y="0"/>
                  </a:cubicBezTo>
                  <a:close/>
                </a:path>
              </a:pathLst>
            </a:custGeom>
            <a:solidFill>
              <a:srgbClr val="EFCA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945" name="Freeform 364">
              <a:extLst>
                <a:ext uri="{FF2B5EF4-FFF2-40B4-BE49-F238E27FC236}">
                  <a16:creationId xmlns:a16="http://schemas.microsoft.com/office/drawing/2014/main" id="{FAB77C6F-D0AD-4CE9-870B-2EBBEC71477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4" y="1912"/>
              <a:ext cx="126" cy="246"/>
            </a:xfrm>
            <a:custGeom>
              <a:avLst/>
              <a:gdLst>
                <a:gd name="T0" fmla="*/ 0 w 118"/>
                <a:gd name="T1" fmla="*/ 3 h 230"/>
                <a:gd name="T2" fmla="*/ 67 w 118"/>
                <a:gd name="T3" fmla="*/ 136 h 230"/>
                <a:gd name="T4" fmla="*/ 144 w 118"/>
                <a:gd name="T5" fmla="*/ 281 h 230"/>
                <a:gd name="T6" fmla="*/ 64 w 118"/>
                <a:gd name="T7" fmla="*/ 178 h 230"/>
                <a:gd name="T8" fmla="*/ 50 w 118"/>
                <a:gd name="T9" fmla="*/ 128 h 230"/>
                <a:gd name="T10" fmla="*/ 17 w 118"/>
                <a:gd name="T11" fmla="*/ 151 h 230"/>
                <a:gd name="T12" fmla="*/ 1 w 118"/>
                <a:gd name="T13" fmla="*/ 0 h 23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8" h="230">
                  <a:moveTo>
                    <a:pt x="0" y="3"/>
                  </a:moveTo>
                  <a:cubicBezTo>
                    <a:pt x="43" y="10"/>
                    <a:pt x="48" y="79"/>
                    <a:pt x="55" y="111"/>
                  </a:cubicBezTo>
                  <a:cubicBezTo>
                    <a:pt x="66" y="155"/>
                    <a:pt x="103" y="187"/>
                    <a:pt x="118" y="230"/>
                  </a:cubicBezTo>
                  <a:cubicBezTo>
                    <a:pt x="108" y="196"/>
                    <a:pt x="69" y="174"/>
                    <a:pt x="52" y="145"/>
                  </a:cubicBezTo>
                  <a:cubicBezTo>
                    <a:pt x="49" y="138"/>
                    <a:pt x="45" y="107"/>
                    <a:pt x="41" y="105"/>
                  </a:cubicBezTo>
                  <a:cubicBezTo>
                    <a:pt x="34" y="102"/>
                    <a:pt x="19" y="119"/>
                    <a:pt x="14" y="123"/>
                  </a:cubicBezTo>
                  <a:cubicBezTo>
                    <a:pt x="55" y="88"/>
                    <a:pt x="19" y="36"/>
                    <a:pt x="1" y="0"/>
                  </a:cubicBezTo>
                </a:path>
              </a:pathLst>
            </a:custGeom>
            <a:solidFill>
              <a:srgbClr val="EFCA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946" name="Freeform 365">
              <a:extLst>
                <a:ext uri="{FF2B5EF4-FFF2-40B4-BE49-F238E27FC236}">
                  <a16:creationId xmlns:a16="http://schemas.microsoft.com/office/drawing/2014/main" id="{18E6F8F2-76AB-4E6B-A8B6-2F9E02D1B1B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7" y="1815"/>
              <a:ext cx="29" cy="121"/>
            </a:xfrm>
            <a:custGeom>
              <a:avLst/>
              <a:gdLst>
                <a:gd name="T0" fmla="*/ 10 w 27"/>
                <a:gd name="T1" fmla="*/ 0 h 113"/>
                <a:gd name="T2" fmla="*/ 29 w 27"/>
                <a:gd name="T3" fmla="*/ 62 h 113"/>
                <a:gd name="T4" fmla="*/ 0 w 27"/>
                <a:gd name="T5" fmla="*/ 139 h 113"/>
                <a:gd name="T6" fmla="*/ 20 w 27"/>
                <a:gd name="T7" fmla="*/ 84 h 113"/>
                <a:gd name="T8" fmla="*/ 11 w 27"/>
                <a:gd name="T9" fmla="*/ 13 h 1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113">
                  <a:moveTo>
                    <a:pt x="7" y="0"/>
                  </a:moveTo>
                  <a:cubicBezTo>
                    <a:pt x="17" y="15"/>
                    <a:pt x="25" y="30"/>
                    <a:pt x="23" y="50"/>
                  </a:cubicBezTo>
                  <a:cubicBezTo>
                    <a:pt x="21" y="73"/>
                    <a:pt x="1" y="87"/>
                    <a:pt x="0" y="113"/>
                  </a:cubicBezTo>
                  <a:cubicBezTo>
                    <a:pt x="3" y="94"/>
                    <a:pt x="7" y="83"/>
                    <a:pt x="17" y="68"/>
                  </a:cubicBezTo>
                  <a:cubicBezTo>
                    <a:pt x="27" y="52"/>
                    <a:pt x="16" y="24"/>
                    <a:pt x="8" y="10"/>
                  </a:cubicBezTo>
                </a:path>
              </a:pathLst>
            </a:custGeom>
            <a:solidFill>
              <a:srgbClr val="EFCA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947" name="Freeform 366">
              <a:extLst>
                <a:ext uri="{FF2B5EF4-FFF2-40B4-BE49-F238E27FC236}">
                  <a16:creationId xmlns:a16="http://schemas.microsoft.com/office/drawing/2014/main" id="{482CD242-29B7-42B6-871E-20D26C474EB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2" y="1786"/>
              <a:ext cx="20" cy="26"/>
            </a:xfrm>
            <a:custGeom>
              <a:avLst/>
              <a:gdLst>
                <a:gd name="T0" fmla="*/ 4 w 19"/>
                <a:gd name="T1" fmla="*/ 0 h 24"/>
                <a:gd name="T2" fmla="*/ 0 w 19"/>
                <a:gd name="T3" fmla="*/ 29 h 24"/>
                <a:gd name="T4" fmla="*/ 21 w 19"/>
                <a:gd name="T5" fmla="*/ 17 h 24"/>
                <a:gd name="T6" fmla="*/ 2 w 19"/>
                <a:gd name="T7" fmla="*/ 2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24">
                  <a:moveTo>
                    <a:pt x="4" y="0"/>
                  </a:moveTo>
                  <a:cubicBezTo>
                    <a:pt x="16" y="12"/>
                    <a:pt x="17" y="17"/>
                    <a:pt x="0" y="23"/>
                  </a:cubicBezTo>
                  <a:cubicBezTo>
                    <a:pt x="8" y="23"/>
                    <a:pt x="18" y="24"/>
                    <a:pt x="18" y="14"/>
                  </a:cubicBezTo>
                  <a:cubicBezTo>
                    <a:pt x="19" y="5"/>
                    <a:pt x="10" y="2"/>
                    <a:pt x="2" y="2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948" name="Freeform 367">
              <a:extLst>
                <a:ext uri="{FF2B5EF4-FFF2-40B4-BE49-F238E27FC236}">
                  <a16:creationId xmlns:a16="http://schemas.microsoft.com/office/drawing/2014/main" id="{554B6422-B599-441D-95FD-4153A468AEC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5" y="2969"/>
              <a:ext cx="119" cy="64"/>
            </a:xfrm>
            <a:custGeom>
              <a:avLst/>
              <a:gdLst>
                <a:gd name="T0" fmla="*/ 134 w 112"/>
                <a:gd name="T1" fmla="*/ 41 h 60"/>
                <a:gd name="T2" fmla="*/ 56 w 112"/>
                <a:gd name="T3" fmla="*/ 63 h 60"/>
                <a:gd name="T4" fmla="*/ 0 w 112"/>
                <a:gd name="T5" fmla="*/ 0 h 60"/>
                <a:gd name="T6" fmla="*/ 64 w 112"/>
                <a:gd name="T7" fmla="*/ 49 h 60"/>
                <a:gd name="T8" fmla="*/ 123 w 112"/>
                <a:gd name="T9" fmla="*/ 48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2" h="60">
                  <a:moveTo>
                    <a:pt x="112" y="34"/>
                  </a:moveTo>
                  <a:cubicBezTo>
                    <a:pt x="96" y="43"/>
                    <a:pt x="64" y="60"/>
                    <a:pt x="47" y="52"/>
                  </a:cubicBezTo>
                  <a:cubicBezTo>
                    <a:pt x="26" y="42"/>
                    <a:pt x="15" y="17"/>
                    <a:pt x="0" y="0"/>
                  </a:cubicBezTo>
                  <a:cubicBezTo>
                    <a:pt x="20" y="9"/>
                    <a:pt x="34" y="28"/>
                    <a:pt x="53" y="40"/>
                  </a:cubicBezTo>
                  <a:cubicBezTo>
                    <a:pt x="70" y="50"/>
                    <a:pt x="84" y="43"/>
                    <a:pt x="103" y="39"/>
                  </a:cubicBezTo>
                </a:path>
              </a:pathLst>
            </a:custGeom>
            <a:solidFill>
              <a:srgbClr val="EFCA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949" name="Freeform 368">
              <a:extLst>
                <a:ext uri="{FF2B5EF4-FFF2-40B4-BE49-F238E27FC236}">
                  <a16:creationId xmlns:a16="http://schemas.microsoft.com/office/drawing/2014/main" id="{DE195AD3-8E18-4211-BE42-D87A9B12826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0" y="1855"/>
              <a:ext cx="45" cy="35"/>
            </a:xfrm>
            <a:custGeom>
              <a:avLst/>
              <a:gdLst>
                <a:gd name="T0" fmla="*/ 11 w 42"/>
                <a:gd name="T1" fmla="*/ 0 h 33"/>
                <a:gd name="T2" fmla="*/ 0 w 42"/>
                <a:gd name="T3" fmla="*/ 17 h 33"/>
                <a:gd name="T4" fmla="*/ 27 w 42"/>
                <a:gd name="T5" fmla="*/ 39 h 33"/>
                <a:gd name="T6" fmla="*/ 51 w 42"/>
                <a:gd name="T7" fmla="*/ 17 h 33"/>
                <a:gd name="T8" fmla="*/ 47 w 42"/>
                <a:gd name="T9" fmla="*/ 4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33">
                  <a:moveTo>
                    <a:pt x="8" y="0"/>
                  </a:moveTo>
                  <a:cubicBezTo>
                    <a:pt x="3" y="3"/>
                    <a:pt x="0" y="8"/>
                    <a:pt x="0" y="14"/>
                  </a:cubicBezTo>
                  <a:cubicBezTo>
                    <a:pt x="0" y="24"/>
                    <a:pt x="10" y="33"/>
                    <a:pt x="21" y="33"/>
                  </a:cubicBezTo>
                  <a:cubicBezTo>
                    <a:pt x="32" y="33"/>
                    <a:pt x="42" y="24"/>
                    <a:pt x="42" y="14"/>
                  </a:cubicBezTo>
                  <a:cubicBezTo>
                    <a:pt x="42" y="11"/>
                    <a:pt x="40" y="7"/>
                    <a:pt x="38" y="4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950" name="Freeform 369">
              <a:extLst>
                <a:ext uri="{FF2B5EF4-FFF2-40B4-BE49-F238E27FC236}">
                  <a16:creationId xmlns:a16="http://schemas.microsoft.com/office/drawing/2014/main" id="{A4DF67EC-8CC1-4034-9674-1328E25A7F9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6" y="1850"/>
              <a:ext cx="12" cy="2"/>
            </a:xfrm>
            <a:custGeom>
              <a:avLst/>
              <a:gdLst>
                <a:gd name="T0" fmla="*/ 14 w 11"/>
                <a:gd name="T1" fmla="*/ 8 h 1"/>
                <a:gd name="T2" fmla="*/ 9 w 11"/>
                <a:gd name="T3" fmla="*/ 0 h 1"/>
                <a:gd name="T4" fmla="*/ 0 w 11"/>
                <a:gd name="T5" fmla="*/ 8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">
                  <a:moveTo>
                    <a:pt x="11" y="1"/>
                  </a:moveTo>
                  <a:cubicBezTo>
                    <a:pt x="10" y="0"/>
                    <a:pt x="8" y="0"/>
                    <a:pt x="6" y="0"/>
                  </a:cubicBezTo>
                  <a:cubicBezTo>
                    <a:pt x="4" y="0"/>
                    <a:pt x="2" y="0"/>
                    <a:pt x="0" y="1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951" name="Freeform 370">
              <a:extLst>
                <a:ext uri="{FF2B5EF4-FFF2-40B4-BE49-F238E27FC236}">
                  <a16:creationId xmlns:a16="http://schemas.microsoft.com/office/drawing/2014/main" id="{EA7AD931-B641-4E48-935E-AEF0C13868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0" y="1988"/>
              <a:ext cx="319" cy="51"/>
            </a:xfrm>
            <a:custGeom>
              <a:avLst/>
              <a:gdLst>
                <a:gd name="T0" fmla="*/ 0 w 299"/>
                <a:gd name="T1" fmla="*/ 39 h 48"/>
                <a:gd name="T2" fmla="*/ 197 w 299"/>
                <a:gd name="T3" fmla="*/ 5 h 48"/>
                <a:gd name="T4" fmla="*/ 363 w 299"/>
                <a:gd name="T5" fmla="*/ 26 h 48"/>
                <a:gd name="T6" fmla="*/ 192 w 299"/>
                <a:gd name="T7" fmla="*/ 24 h 48"/>
                <a:gd name="T8" fmla="*/ 105 w 299"/>
                <a:gd name="T9" fmla="*/ 39 h 48"/>
                <a:gd name="T10" fmla="*/ 2 w 299"/>
                <a:gd name="T11" fmla="*/ 50 h 4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99" h="48">
                  <a:moveTo>
                    <a:pt x="0" y="33"/>
                  </a:moveTo>
                  <a:cubicBezTo>
                    <a:pt x="56" y="33"/>
                    <a:pt x="107" y="10"/>
                    <a:pt x="162" y="5"/>
                  </a:cubicBezTo>
                  <a:cubicBezTo>
                    <a:pt x="211" y="0"/>
                    <a:pt x="252" y="25"/>
                    <a:pt x="299" y="22"/>
                  </a:cubicBezTo>
                  <a:cubicBezTo>
                    <a:pt x="260" y="48"/>
                    <a:pt x="200" y="23"/>
                    <a:pt x="158" y="21"/>
                  </a:cubicBezTo>
                  <a:cubicBezTo>
                    <a:pt x="132" y="19"/>
                    <a:pt x="110" y="26"/>
                    <a:pt x="86" y="33"/>
                  </a:cubicBezTo>
                  <a:cubicBezTo>
                    <a:pt x="56" y="42"/>
                    <a:pt x="32" y="38"/>
                    <a:pt x="2" y="41"/>
                  </a:cubicBezTo>
                </a:path>
              </a:pathLst>
            </a:custGeom>
            <a:solidFill>
              <a:srgbClr val="EFCA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952" name="Freeform 371">
              <a:extLst>
                <a:ext uri="{FF2B5EF4-FFF2-40B4-BE49-F238E27FC236}">
                  <a16:creationId xmlns:a16="http://schemas.microsoft.com/office/drawing/2014/main" id="{54B236D9-01A1-4889-B5AE-EA1BC7A0F00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4" y="938"/>
              <a:ext cx="20" cy="68"/>
            </a:xfrm>
            <a:custGeom>
              <a:avLst/>
              <a:gdLst>
                <a:gd name="T0" fmla="*/ 0 w 19"/>
                <a:gd name="T1" fmla="*/ 0 h 64"/>
                <a:gd name="T2" fmla="*/ 8 w 19"/>
                <a:gd name="T3" fmla="*/ 77 h 64"/>
                <a:gd name="T4" fmla="*/ 0 w 19"/>
                <a:gd name="T5" fmla="*/ 0 h 6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64">
                  <a:moveTo>
                    <a:pt x="0" y="0"/>
                  </a:moveTo>
                  <a:cubicBezTo>
                    <a:pt x="0" y="0"/>
                    <a:pt x="14" y="33"/>
                    <a:pt x="8" y="64"/>
                  </a:cubicBezTo>
                  <a:cubicBezTo>
                    <a:pt x="8" y="64"/>
                    <a:pt x="19" y="35"/>
                    <a:pt x="0" y="0"/>
                  </a:cubicBezTo>
                  <a:close/>
                </a:path>
              </a:pathLst>
            </a:custGeom>
            <a:solidFill>
              <a:srgbClr val="C9A1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953" name="Freeform 372">
              <a:extLst>
                <a:ext uri="{FF2B5EF4-FFF2-40B4-BE49-F238E27FC236}">
                  <a16:creationId xmlns:a16="http://schemas.microsoft.com/office/drawing/2014/main" id="{1B48D8FB-91E6-47F4-8E66-A6BA3F8A995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6" y="938"/>
              <a:ext cx="25" cy="65"/>
            </a:xfrm>
            <a:custGeom>
              <a:avLst/>
              <a:gdLst>
                <a:gd name="T0" fmla="*/ 27 w 24"/>
                <a:gd name="T1" fmla="*/ 0 h 61"/>
                <a:gd name="T2" fmla="*/ 9 w 24"/>
                <a:gd name="T3" fmla="*/ 74 h 61"/>
                <a:gd name="T4" fmla="*/ 27 w 24"/>
                <a:gd name="T5" fmla="*/ 0 h 6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61">
                  <a:moveTo>
                    <a:pt x="24" y="0"/>
                  </a:moveTo>
                  <a:cubicBezTo>
                    <a:pt x="24" y="0"/>
                    <a:pt x="5" y="28"/>
                    <a:pt x="9" y="61"/>
                  </a:cubicBezTo>
                  <a:cubicBezTo>
                    <a:pt x="9" y="61"/>
                    <a:pt x="0" y="31"/>
                    <a:pt x="24" y="0"/>
                  </a:cubicBezTo>
                  <a:close/>
                </a:path>
              </a:pathLst>
            </a:custGeom>
            <a:solidFill>
              <a:srgbClr val="C9A1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954" name="Freeform 373">
              <a:extLst>
                <a:ext uri="{FF2B5EF4-FFF2-40B4-BE49-F238E27FC236}">
                  <a16:creationId xmlns:a16="http://schemas.microsoft.com/office/drawing/2014/main" id="{56EFEA2D-E5FE-484C-959E-E06059D99EE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5" y="1099"/>
              <a:ext cx="100" cy="65"/>
            </a:xfrm>
            <a:custGeom>
              <a:avLst/>
              <a:gdLst>
                <a:gd name="T0" fmla="*/ 0 w 94"/>
                <a:gd name="T1" fmla="*/ 23 h 61"/>
                <a:gd name="T2" fmla="*/ 23 w 94"/>
                <a:gd name="T3" fmla="*/ 14 h 61"/>
                <a:gd name="T4" fmla="*/ 52 w 94"/>
                <a:gd name="T5" fmla="*/ 5 h 61"/>
                <a:gd name="T6" fmla="*/ 57 w 94"/>
                <a:gd name="T7" fmla="*/ 12 h 61"/>
                <a:gd name="T8" fmla="*/ 68 w 94"/>
                <a:gd name="T9" fmla="*/ 4 h 61"/>
                <a:gd name="T10" fmla="*/ 83 w 94"/>
                <a:gd name="T11" fmla="*/ 6 h 61"/>
                <a:gd name="T12" fmla="*/ 113 w 94"/>
                <a:gd name="T13" fmla="*/ 22 h 61"/>
                <a:gd name="T14" fmla="*/ 99 w 94"/>
                <a:gd name="T15" fmla="*/ 51 h 61"/>
                <a:gd name="T16" fmla="*/ 60 w 94"/>
                <a:gd name="T17" fmla="*/ 71 h 61"/>
                <a:gd name="T18" fmla="*/ 30 w 94"/>
                <a:gd name="T19" fmla="*/ 62 h 61"/>
                <a:gd name="T20" fmla="*/ 0 w 94"/>
                <a:gd name="T21" fmla="*/ 23 h 6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4" h="61">
                  <a:moveTo>
                    <a:pt x="0" y="20"/>
                  </a:moveTo>
                  <a:cubicBezTo>
                    <a:pt x="0" y="20"/>
                    <a:pt x="6" y="27"/>
                    <a:pt x="20" y="11"/>
                  </a:cubicBezTo>
                  <a:cubicBezTo>
                    <a:pt x="26" y="4"/>
                    <a:pt x="36" y="0"/>
                    <a:pt x="43" y="5"/>
                  </a:cubicBezTo>
                  <a:cubicBezTo>
                    <a:pt x="50" y="10"/>
                    <a:pt x="48" y="9"/>
                    <a:pt x="48" y="9"/>
                  </a:cubicBezTo>
                  <a:cubicBezTo>
                    <a:pt x="48" y="9"/>
                    <a:pt x="51" y="6"/>
                    <a:pt x="56" y="4"/>
                  </a:cubicBezTo>
                  <a:cubicBezTo>
                    <a:pt x="60" y="2"/>
                    <a:pt x="65" y="3"/>
                    <a:pt x="69" y="6"/>
                  </a:cubicBezTo>
                  <a:cubicBezTo>
                    <a:pt x="72" y="9"/>
                    <a:pt x="83" y="24"/>
                    <a:pt x="94" y="19"/>
                  </a:cubicBezTo>
                  <a:cubicBezTo>
                    <a:pt x="94" y="19"/>
                    <a:pt x="90" y="29"/>
                    <a:pt x="82" y="42"/>
                  </a:cubicBezTo>
                  <a:cubicBezTo>
                    <a:pt x="74" y="54"/>
                    <a:pt x="59" y="58"/>
                    <a:pt x="50" y="59"/>
                  </a:cubicBezTo>
                  <a:cubicBezTo>
                    <a:pt x="42" y="61"/>
                    <a:pt x="29" y="55"/>
                    <a:pt x="24" y="51"/>
                  </a:cubicBezTo>
                  <a:cubicBezTo>
                    <a:pt x="11" y="41"/>
                    <a:pt x="9" y="28"/>
                    <a:pt x="0" y="20"/>
                  </a:cubicBezTo>
                  <a:close/>
                </a:path>
              </a:pathLst>
            </a:custGeom>
            <a:solidFill>
              <a:srgbClr val="F9CA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955" name="Freeform 374">
              <a:extLst>
                <a:ext uri="{FF2B5EF4-FFF2-40B4-BE49-F238E27FC236}">
                  <a16:creationId xmlns:a16="http://schemas.microsoft.com/office/drawing/2014/main" id="{35C5E222-820A-4647-8363-DE17CAF4FF0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3" y="1088"/>
              <a:ext cx="105" cy="46"/>
            </a:xfrm>
            <a:custGeom>
              <a:avLst/>
              <a:gdLst>
                <a:gd name="T0" fmla="*/ 59 w 99"/>
                <a:gd name="T1" fmla="*/ 22 h 43"/>
                <a:gd name="T2" fmla="*/ 118 w 99"/>
                <a:gd name="T3" fmla="*/ 34 h 43"/>
                <a:gd name="T4" fmla="*/ 104 w 99"/>
                <a:gd name="T5" fmla="*/ 34 h 43"/>
                <a:gd name="T6" fmla="*/ 90 w 99"/>
                <a:gd name="T7" fmla="*/ 21 h 43"/>
                <a:gd name="T8" fmla="*/ 60 w 99"/>
                <a:gd name="T9" fmla="*/ 19 h 43"/>
                <a:gd name="T10" fmla="*/ 60 w 99"/>
                <a:gd name="T11" fmla="*/ 19 h 43"/>
                <a:gd name="T12" fmla="*/ 33 w 99"/>
                <a:gd name="T13" fmla="*/ 20 h 43"/>
                <a:gd name="T14" fmla="*/ 17 w 99"/>
                <a:gd name="T15" fmla="*/ 33 h 43"/>
                <a:gd name="T16" fmla="*/ 0 w 99"/>
                <a:gd name="T17" fmla="*/ 34 h 43"/>
                <a:gd name="T18" fmla="*/ 59 w 99"/>
                <a:gd name="T19" fmla="*/ 22 h 4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99" h="43">
                  <a:moveTo>
                    <a:pt x="50" y="19"/>
                  </a:moveTo>
                  <a:cubicBezTo>
                    <a:pt x="67" y="0"/>
                    <a:pt x="81" y="41"/>
                    <a:pt x="99" y="28"/>
                  </a:cubicBezTo>
                  <a:cubicBezTo>
                    <a:pt x="95" y="29"/>
                    <a:pt x="91" y="32"/>
                    <a:pt x="87" y="28"/>
                  </a:cubicBezTo>
                  <a:cubicBezTo>
                    <a:pt x="84" y="24"/>
                    <a:pt x="79" y="21"/>
                    <a:pt x="75" y="18"/>
                  </a:cubicBezTo>
                  <a:cubicBezTo>
                    <a:pt x="65" y="12"/>
                    <a:pt x="60" y="11"/>
                    <a:pt x="51" y="16"/>
                  </a:cubicBezTo>
                  <a:cubicBezTo>
                    <a:pt x="51" y="16"/>
                    <a:pt x="51" y="16"/>
                    <a:pt x="51" y="16"/>
                  </a:cubicBezTo>
                  <a:cubicBezTo>
                    <a:pt x="41" y="11"/>
                    <a:pt x="37" y="11"/>
                    <a:pt x="27" y="17"/>
                  </a:cubicBezTo>
                  <a:cubicBezTo>
                    <a:pt x="23" y="20"/>
                    <a:pt x="17" y="23"/>
                    <a:pt x="14" y="27"/>
                  </a:cubicBezTo>
                  <a:cubicBezTo>
                    <a:pt x="10" y="31"/>
                    <a:pt x="4" y="32"/>
                    <a:pt x="0" y="28"/>
                  </a:cubicBezTo>
                  <a:cubicBezTo>
                    <a:pt x="15" y="43"/>
                    <a:pt x="33" y="0"/>
                    <a:pt x="50" y="19"/>
                  </a:cubicBezTo>
                  <a:close/>
                </a:path>
              </a:pathLst>
            </a:custGeom>
            <a:solidFill>
              <a:srgbClr val="9569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956" name="Freeform 375">
              <a:extLst>
                <a:ext uri="{FF2B5EF4-FFF2-40B4-BE49-F238E27FC236}">
                  <a16:creationId xmlns:a16="http://schemas.microsoft.com/office/drawing/2014/main" id="{1B66F3F4-0923-4368-A7EB-FBF42D6091F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3" y="1133"/>
              <a:ext cx="85" cy="70"/>
            </a:xfrm>
            <a:custGeom>
              <a:avLst/>
              <a:gdLst>
                <a:gd name="T0" fmla="*/ 0 w 79"/>
                <a:gd name="T1" fmla="*/ 0 h 66"/>
                <a:gd name="T2" fmla="*/ 98 w 79"/>
                <a:gd name="T3" fmla="*/ 2 h 66"/>
                <a:gd name="T4" fmla="*/ 0 w 79"/>
                <a:gd name="T5" fmla="*/ 0 h 6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9" h="66">
                  <a:moveTo>
                    <a:pt x="0" y="0"/>
                  </a:moveTo>
                  <a:cubicBezTo>
                    <a:pt x="0" y="0"/>
                    <a:pt x="40" y="57"/>
                    <a:pt x="79" y="2"/>
                  </a:cubicBezTo>
                  <a:cubicBezTo>
                    <a:pt x="79" y="2"/>
                    <a:pt x="45" y="66"/>
                    <a:pt x="0" y="0"/>
                  </a:cubicBezTo>
                  <a:close/>
                </a:path>
              </a:pathLst>
            </a:custGeom>
            <a:solidFill>
              <a:srgbClr val="9569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957" name="Freeform 376">
              <a:extLst>
                <a:ext uri="{FF2B5EF4-FFF2-40B4-BE49-F238E27FC236}">
                  <a16:creationId xmlns:a16="http://schemas.microsoft.com/office/drawing/2014/main" id="{FA5AFDD9-65C9-476D-A6F4-9867D2EF750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2" y="1124"/>
              <a:ext cx="87" cy="17"/>
            </a:xfrm>
            <a:custGeom>
              <a:avLst/>
              <a:gdLst>
                <a:gd name="T0" fmla="*/ 0 w 81"/>
                <a:gd name="T1" fmla="*/ 0 h 16"/>
                <a:gd name="T2" fmla="*/ 100 w 81"/>
                <a:gd name="T3" fmla="*/ 0 h 16"/>
                <a:gd name="T4" fmla="*/ 0 w 81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1" h="16">
                  <a:moveTo>
                    <a:pt x="0" y="0"/>
                  </a:moveTo>
                  <a:cubicBezTo>
                    <a:pt x="0" y="0"/>
                    <a:pt x="46" y="12"/>
                    <a:pt x="81" y="0"/>
                  </a:cubicBezTo>
                  <a:cubicBezTo>
                    <a:pt x="81" y="0"/>
                    <a:pt x="53" y="16"/>
                    <a:pt x="0" y="0"/>
                  </a:cubicBezTo>
                  <a:close/>
                </a:path>
              </a:pathLst>
            </a:custGeom>
            <a:solidFill>
              <a:srgbClr val="9569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958" name="Freeform 377">
              <a:extLst>
                <a:ext uri="{FF2B5EF4-FFF2-40B4-BE49-F238E27FC236}">
                  <a16:creationId xmlns:a16="http://schemas.microsoft.com/office/drawing/2014/main" id="{12D2A430-9A35-41B0-9A0C-76F1C4BA708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5" y="1027"/>
              <a:ext cx="120" cy="55"/>
            </a:xfrm>
            <a:custGeom>
              <a:avLst/>
              <a:gdLst>
                <a:gd name="T0" fmla="*/ 113 w 112"/>
                <a:gd name="T1" fmla="*/ 1 h 51"/>
                <a:gd name="T2" fmla="*/ 126 w 112"/>
                <a:gd name="T3" fmla="*/ 44 h 51"/>
                <a:gd name="T4" fmla="*/ 105 w 112"/>
                <a:gd name="T5" fmla="*/ 46 h 51"/>
                <a:gd name="T6" fmla="*/ 74 w 112"/>
                <a:gd name="T7" fmla="*/ 61 h 51"/>
                <a:gd name="T8" fmla="*/ 64 w 112"/>
                <a:gd name="T9" fmla="*/ 61 h 51"/>
                <a:gd name="T10" fmla="*/ 35 w 112"/>
                <a:gd name="T11" fmla="*/ 45 h 51"/>
                <a:gd name="T12" fmla="*/ 12 w 112"/>
                <a:gd name="T13" fmla="*/ 43 h 51"/>
                <a:gd name="T14" fmla="*/ 30 w 112"/>
                <a:gd name="T15" fmla="*/ 0 h 51"/>
                <a:gd name="T16" fmla="*/ 15 w 112"/>
                <a:gd name="T17" fmla="*/ 24 h 51"/>
                <a:gd name="T18" fmla="*/ 28 w 112"/>
                <a:gd name="T19" fmla="*/ 44 h 51"/>
                <a:gd name="T20" fmla="*/ 47 w 112"/>
                <a:gd name="T21" fmla="*/ 50 h 51"/>
                <a:gd name="T22" fmla="*/ 101 w 112"/>
                <a:gd name="T23" fmla="*/ 46 h 51"/>
                <a:gd name="T24" fmla="*/ 114 w 112"/>
                <a:gd name="T25" fmla="*/ 45 h 51"/>
                <a:gd name="T26" fmla="*/ 128 w 112"/>
                <a:gd name="T27" fmla="*/ 32 h 51"/>
                <a:gd name="T28" fmla="*/ 113 w 112"/>
                <a:gd name="T29" fmla="*/ 1 h 51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12" h="51">
                  <a:moveTo>
                    <a:pt x="91" y="1"/>
                  </a:moveTo>
                  <a:cubicBezTo>
                    <a:pt x="96" y="9"/>
                    <a:pt x="112" y="21"/>
                    <a:pt x="103" y="35"/>
                  </a:cubicBezTo>
                  <a:cubicBezTo>
                    <a:pt x="95" y="44"/>
                    <a:pt x="92" y="35"/>
                    <a:pt x="85" y="37"/>
                  </a:cubicBezTo>
                  <a:cubicBezTo>
                    <a:pt x="80" y="38"/>
                    <a:pt x="73" y="46"/>
                    <a:pt x="60" y="49"/>
                  </a:cubicBezTo>
                  <a:cubicBezTo>
                    <a:pt x="56" y="49"/>
                    <a:pt x="55" y="49"/>
                    <a:pt x="52" y="49"/>
                  </a:cubicBezTo>
                  <a:cubicBezTo>
                    <a:pt x="38" y="45"/>
                    <a:pt x="34" y="37"/>
                    <a:pt x="29" y="36"/>
                  </a:cubicBezTo>
                  <a:cubicBezTo>
                    <a:pt x="22" y="34"/>
                    <a:pt x="17" y="42"/>
                    <a:pt x="9" y="34"/>
                  </a:cubicBezTo>
                  <a:cubicBezTo>
                    <a:pt x="0" y="20"/>
                    <a:pt x="21" y="9"/>
                    <a:pt x="24" y="0"/>
                  </a:cubicBezTo>
                  <a:cubicBezTo>
                    <a:pt x="24" y="0"/>
                    <a:pt x="21" y="7"/>
                    <a:pt x="12" y="19"/>
                  </a:cubicBezTo>
                  <a:cubicBezTo>
                    <a:pt x="3" y="33"/>
                    <a:pt x="15" y="37"/>
                    <a:pt x="22" y="35"/>
                  </a:cubicBezTo>
                  <a:cubicBezTo>
                    <a:pt x="28" y="33"/>
                    <a:pt x="30" y="32"/>
                    <a:pt x="38" y="40"/>
                  </a:cubicBezTo>
                  <a:cubicBezTo>
                    <a:pt x="47" y="49"/>
                    <a:pt x="62" y="51"/>
                    <a:pt x="82" y="37"/>
                  </a:cubicBezTo>
                  <a:cubicBezTo>
                    <a:pt x="87" y="33"/>
                    <a:pt x="89" y="35"/>
                    <a:pt x="92" y="36"/>
                  </a:cubicBezTo>
                  <a:cubicBezTo>
                    <a:pt x="95" y="36"/>
                    <a:pt x="102" y="39"/>
                    <a:pt x="104" y="26"/>
                  </a:cubicBezTo>
                  <a:cubicBezTo>
                    <a:pt x="106" y="14"/>
                    <a:pt x="93" y="13"/>
                    <a:pt x="91" y="1"/>
                  </a:cubicBezTo>
                  <a:close/>
                </a:path>
              </a:pathLst>
            </a:custGeom>
            <a:solidFill>
              <a:srgbClr val="C9A1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959" name="Freeform 378">
              <a:extLst>
                <a:ext uri="{FF2B5EF4-FFF2-40B4-BE49-F238E27FC236}">
                  <a16:creationId xmlns:a16="http://schemas.microsoft.com/office/drawing/2014/main" id="{7BF36348-6239-4EA6-8708-543766A22A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1" y="965"/>
              <a:ext cx="69" cy="25"/>
            </a:xfrm>
            <a:custGeom>
              <a:avLst/>
              <a:gdLst>
                <a:gd name="T0" fmla="*/ 77 w 65"/>
                <a:gd name="T1" fmla="*/ 20 h 23"/>
                <a:gd name="T2" fmla="*/ 65 w 65"/>
                <a:gd name="T3" fmla="*/ 17 h 23"/>
                <a:gd name="T4" fmla="*/ 0 w 65"/>
                <a:gd name="T5" fmla="*/ 17 h 23"/>
                <a:gd name="T6" fmla="*/ 66 w 65"/>
                <a:gd name="T7" fmla="*/ 26 h 23"/>
                <a:gd name="T8" fmla="*/ 77 w 65"/>
                <a:gd name="T9" fmla="*/ 20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5" h="23">
                  <a:moveTo>
                    <a:pt x="65" y="16"/>
                  </a:moveTo>
                  <a:cubicBezTo>
                    <a:pt x="65" y="14"/>
                    <a:pt x="59" y="16"/>
                    <a:pt x="54" y="14"/>
                  </a:cubicBezTo>
                  <a:cubicBezTo>
                    <a:pt x="50" y="11"/>
                    <a:pt x="19" y="0"/>
                    <a:pt x="0" y="14"/>
                  </a:cubicBezTo>
                  <a:cubicBezTo>
                    <a:pt x="0" y="14"/>
                    <a:pt x="33" y="23"/>
                    <a:pt x="55" y="20"/>
                  </a:cubicBezTo>
                  <a:cubicBezTo>
                    <a:pt x="64" y="18"/>
                    <a:pt x="65" y="18"/>
                    <a:pt x="65" y="1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960" name="Freeform 379">
              <a:extLst>
                <a:ext uri="{FF2B5EF4-FFF2-40B4-BE49-F238E27FC236}">
                  <a16:creationId xmlns:a16="http://schemas.microsoft.com/office/drawing/2014/main" id="{4025A38A-A581-473E-9F7C-883F4E83AB1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9" y="972"/>
              <a:ext cx="30" cy="15"/>
            </a:xfrm>
            <a:custGeom>
              <a:avLst/>
              <a:gdLst>
                <a:gd name="T0" fmla="*/ 33 w 28"/>
                <a:gd name="T1" fmla="*/ 4 h 14"/>
                <a:gd name="T2" fmla="*/ 2 w 28"/>
                <a:gd name="T3" fmla="*/ 1 h 14"/>
                <a:gd name="T4" fmla="*/ 0 w 28"/>
                <a:gd name="T5" fmla="*/ 11 h 14"/>
                <a:gd name="T6" fmla="*/ 1 w 28"/>
                <a:gd name="T7" fmla="*/ 15 h 14"/>
                <a:gd name="T8" fmla="*/ 32 w 28"/>
                <a:gd name="T9" fmla="*/ 17 h 14"/>
                <a:gd name="T10" fmla="*/ 34 w 28"/>
                <a:gd name="T11" fmla="*/ 11 h 14"/>
                <a:gd name="T12" fmla="*/ 33 w 28"/>
                <a:gd name="T13" fmla="*/ 4 h 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" h="14">
                  <a:moveTo>
                    <a:pt x="27" y="4"/>
                  </a:moveTo>
                  <a:cubicBezTo>
                    <a:pt x="20" y="2"/>
                    <a:pt x="11" y="0"/>
                    <a:pt x="2" y="1"/>
                  </a:cubicBezTo>
                  <a:cubicBezTo>
                    <a:pt x="1" y="3"/>
                    <a:pt x="0" y="6"/>
                    <a:pt x="0" y="8"/>
                  </a:cubicBezTo>
                  <a:cubicBezTo>
                    <a:pt x="0" y="9"/>
                    <a:pt x="0" y="11"/>
                    <a:pt x="1" y="12"/>
                  </a:cubicBezTo>
                  <a:cubicBezTo>
                    <a:pt x="9" y="13"/>
                    <a:pt x="18" y="14"/>
                    <a:pt x="26" y="14"/>
                  </a:cubicBezTo>
                  <a:cubicBezTo>
                    <a:pt x="27" y="12"/>
                    <a:pt x="28" y="10"/>
                    <a:pt x="28" y="8"/>
                  </a:cubicBezTo>
                  <a:cubicBezTo>
                    <a:pt x="28" y="7"/>
                    <a:pt x="27" y="5"/>
                    <a:pt x="27" y="4"/>
                  </a:cubicBezTo>
                  <a:close/>
                </a:path>
              </a:pathLst>
            </a:custGeom>
            <a:solidFill>
              <a:srgbClr val="3311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961" name="Freeform 380">
              <a:extLst>
                <a:ext uri="{FF2B5EF4-FFF2-40B4-BE49-F238E27FC236}">
                  <a16:creationId xmlns:a16="http://schemas.microsoft.com/office/drawing/2014/main" id="{7FE66BCB-443C-48E4-9ED4-3CA419CC6A7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9" y="972"/>
              <a:ext cx="30" cy="15"/>
            </a:xfrm>
            <a:custGeom>
              <a:avLst/>
              <a:gdLst>
                <a:gd name="T0" fmla="*/ 33 w 28"/>
                <a:gd name="T1" fmla="*/ 4 h 14"/>
                <a:gd name="T2" fmla="*/ 2 w 28"/>
                <a:gd name="T3" fmla="*/ 1 h 14"/>
                <a:gd name="T4" fmla="*/ 0 w 28"/>
                <a:gd name="T5" fmla="*/ 11 h 14"/>
                <a:gd name="T6" fmla="*/ 1 w 28"/>
                <a:gd name="T7" fmla="*/ 15 h 14"/>
                <a:gd name="T8" fmla="*/ 32 w 28"/>
                <a:gd name="T9" fmla="*/ 17 h 14"/>
                <a:gd name="T10" fmla="*/ 34 w 28"/>
                <a:gd name="T11" fmla="*/ 11 h 14"/>
                <a:gd name="T12" fmla="*/ 33 w 28"/>
                <a:gd name="T13" fmla="*/ 4 h 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" h="14">
                  <a:moveTo>
                    <a:pt x="27" y="4"/>
                  </a:moveTo>
                  <a:cubicBezTo>
                    <a:pt x="20" y="2"/>
                    <a:pt x="11" y="0"/>
                    <a:pt x="2" y="1"/>
                  </a:cubicBezTo>
                  <a:cubicBezTo>
                    <a:pt x="1" y="3"/>
                    <a:pt x="0" y="6"/>
                    <a:pt x="0" y="8"/>
                  </a:cubicBezTo>
                  <a:cubicBezTo>
                    <a:pt x="0" y="9"/>
                    <a:pt x="0" y="11"/>
                    <a:pt x="1" y="12"/>
                  </a:cubicBezTo>
                  <a:cubicBezTo>
                    <a:pt x="9" y="13"/>
                    <a:pt x="18" y="14"/>
                    <a:pt x="26" y="14"/>
                  </a:cubicBezTo>
                  <a:cubicBezTo>
                    <a:pt x="27" y="12"/>
                    <a:pt x="28" y="10"/>
                    <a:pt x="28" y="8"/>
                  </a:cubicBezTo>
                  <a:cubicBezTo>
                    <a:pt x="28" y="7"/>
                    <a:pt x="27" y="5"/>
                    <a:pt x="27" y="4"/>
                  </a:cubicBezTo>
                  <a:close/>
                </a:path>
              </a:pathLst>
            </a:custGeom>
            <a:noFill/>
            <a:ln w="1588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962" name="Freeform 381">
              <a:extLst>
                <a:ext uri="{FF2B5EF4-FFF2-40B4-BE49-F238E27FC236}">
                  <a16:creationId xmlns:a16="http://schemas.microsoft.com/office/drawing/2014/main" id="{FFB429DA-8C00-4427-801F-AC45C2418EF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1" y="964"/>
              <a:ext cx="71" cy="26"/>
            </a:xfrm>
            <a:custGeom>
              <a:avLst/>
              <a:gdLst>
                <a:gd name="T0" fmla="*/ 81 w 66"/>
                <a:gd name="T1" fmla="*/ 20 h 24"/>
                <a:gd name="T2" fmla="*/ 68 w 66"/>
                <a:gd name="T3" fmla="*/ 17 h 24"/>
                <a:gd name="T4" fmla="*/ 0 w 66"/>
                <a:gd name="T5" fmla="*/ 18 h 24"/>
                <a:gd name="T6" fmla="*/ 68 w 66"/>
                <a:gd name="T7" fmla="*/ 26 h 24"/>
                <a:gd name="T8" fmla="*/ 81 w 66"/>
                <a:gd name="T9" fmla="*/ 20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6" h="24">
                  <a:moveTo>
                    <a:pt x="65" y="16"/>
                  </a:moveTo>
                  <a:cubicBezTo>
                    <a:pt x="66" y="15"/>
                    <a:pt x="59" y="16"/>
                    <a:pt x="55" y="14"/>
                  </a:cubicBezTo>
                  <a:cubicBezTo>
                    <a:pt x="51" y="12"/>
                    <a:pt x="20" y="0"/>
                    <a:pt x="0" y="15"/>
                  </a:cubicBezTo>
                  <a:cubicBezTo>
                    <a:pt x="0" y="15"/>
                    <a:pt x="33" y="24"/>
                    <a:pt x="55" y="20"/>
                  </a:cubicBezTo>
                  <a:cubicBezTo>
                    <a:pt x="64" y="19"/>
                    <a:pt x="65" y="19"/>
                    <a:pt x="65" y="16"/>
                  </a:cubicBezTo>
                  <a:close/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963" name="Oval 382">
              <a:extLst>
                <a:ext uri="{FF2B5EF4-FFF2-40B4-BE49-F238E27FC236}">
                  <a16:creationId xmlns:a16="http://schemas.microsoft.com/office/drawing/2014/main" id="{4A83E9BB-B4C0-4B5C-A151-07D6065323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20" y="975"/>
              <a:ext cx="8" cy="8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964" name="Oval 383">
              <a:extLst>
                <a:ext uri="{FF2B5EF4-FFF2-40B4-BE49-F238E27FC236}">
                  <a16:creationId xmlns:a16="http://schemas.microsoft.com/office/drawing/2014/main" id="{82E9AAA8-EFF2-41FE-B3A1-C7A10C794D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25" y="976"/>
              <a:ext cx="6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965" name="Freeform 384">
              <a:extLst>
                <a:ext uri="{FF2B5EF4-FFF2-40B4-BE49-F238E27FC236}">
                  <a16:creationId xmlns:a16="http://schemas.microsoft.com/office/drawing/2014/main" id="{4EB88096-03D2-4C53-8504-8B118722219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7" y="977"/>
              <a:ext cx="8" cy="1"/>
            </a:xfrm>
            <a:custGeom>
              <a:avLst/>
              <a:gdLst>
                <a:gd name="T0" fmla="*/ 8 w 8"/>
                <a:gd name="T1" fmla="*/ 0 h 1"/>
                <a:gd name="T2" fmla="*/ 0 w 8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">
                  <a:moveTo>
                    <a:pt x="8" y="0"/>
                  </a:moveTo>
                  <a:cubicBezTo>
                    <a:pt x="5" y="0"/>
                    <a:pt x="2" y="0"/>
                    <a:pt x="0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966" name="Freeform 385">
              <a:extLst>
                <a:ext uri="{FF2B5EF4-FFF2-40B4-BE49-F238E27FC236}">
                  <a16:creationId xmlns:a16="http://schemas.microsoft.com/office/drawing/2014/main" id="{E102860B-5A07-4A81-9A5B-9B127D8223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2" y="974"/>
              <a:ext cx="10" cy="1"/>
            </a:xfrm>
            <a:custGeom>
              <a:avLst/>
              <a:gdLst>
                <a:gd name="T0" fmla="*/ 12 w 9"/>
                <a:gd name="T1" fmla="*/ 0 h 1"/>
                <a:gd name="T2" fmla="*/ 0 w 9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">
                  <a:moveTo>
                    <a:pt x="9" y="0"/>
                  </a:moveTo>
                  <a:cubicBezTo>
                    <a:pt x="6" y="0"/>
                    <a:pt x="3" y="1"/>
                    <a:pt x="0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967" name="Freeform 386">
              <a:extLst>
                <a:ext uri="{FF2B5EF4-FFF2-40B4-BE49-F238E27FC236}">
                  <a16:creationId xmlns:a16="http://schemas.microsoft.com/office/drawing/2014/main" id="{8BED96B9-4680-4864-8B39-20C2000B95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8" y="901"/>
              <a:ext cx="98" cy="38"/>
            </a:xfrm>
            <a:custGeom>
              <a:avLst/>
              <a:gdLst>
                <a:gd name="T0" fmla="*/ 111 w 92"/>
                <a:gd name="T1" fmla="*/ 42 h 35"/>
                <a:gd name="T2" fmla="*/ 0 w 92"/>
                <a:gd name="T3" fmla="*/ 45 h 3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2" h="35">
                  <a:moveTo>
                    <a:pt x="92" y="33"/>
                  </a:moveTo>
                  <a:cubicBezTo>
                    <a:pt x="92" y="33"/>
                    <a:pt x="25" y="0"/>
                    <a:pt x="0" y="35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968" name="Freeform 387">
              <a:extLst>
                <a:ext uri="{FF2B5EF4-FFF2-40B4-BE49-F238E27FC236}">
                  <a16:creationId xmlns:a16="http://schemas.microsoft.com/office/drawing/2014/main" id="{D4327F01-E78E-4F8E-AEFA-3591BA77573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3" y="964"/>
              <a:ext cx="69" cy="25"/>
            </a:xfrm>
            <a:custGeom>
              <a:avLst/>
              <a:gdLst>
                <a:gd name="T0" fmla="*/ 0 w 65"/>
                <a:gd name="T1" fmla="*/ 20 h 23"/>
                <a:gd name="T2" fmla="*/ 14 w 65"/>
                <a:gd name="T3" fmla="*/ 17 h 23"/>
                <a:gd name="T4" fmla="*/ 77 w 65"/>
                <a:gd name="T5" fmla="*/ 17 h 23"/>
                <a:gd name="T6" fmla="*/ 13 w 65"/>
                <a:gd name="T7" fmla="*/ 26 h 23"/>
                <a:gd name="T8" fmla="*/ 0 w 65"/>
                <a:gd name="T9" fmla="*/ 20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5" h="23">
                  <a:moveTo>
                    <a:pt x="0" y="16"/>
                  </a:moveTo>
                  <a:cubicBezTo>
                    <a:pt x="0" y="14"/>
                    <a:pt x="6" y="16"/>
                    <a:pt x="11" y="14"/>
                  </a:cubicBezTo>
                  <a:cubicBezTo>
                    <a:pt x="15" y="11"/>
                    <a:pt x="46" y="0"/>
                    <a:pt x="65" y="14"/>
                  </a:cubicBezTo>
                  <a:cubicBezTo>
                    <a:pt x="65" y="14"/>
                    <a:pt x="32" y="23"/>
                    <a:pt x="10" y="20"/>
                  </a:cubicBezTo>
                  <a:cubicBezTo>
                    <a:pt x="1" y="18"/>
                    <a:pt x="1" y="18"/>
                    <a:pt x="0" y="1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969" name="Freeform 388">
              <a:extLst>
                <a:ext uri="{FF2B5EF4-FFF2-40B4-BE49-F238E27FC236}">
                  <a16:creationId xmlns:a16="http://schemas.microsoft.com/office/drawing/2014/main" id="{91C5669C-1A41-4C17-8195-A1FF38E4B3D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4" y="971"/>
              <a:ext cx="30" cy="15"/>
            </a:xfrm>
            <a:custGeom>
              <a:avLst/>
              <a:gdLst>
                <a:gd name="T0" fmla="*/ 1 w 28"/>
                <a:gd name="T1" fmla="*/ 4 h 14"/>
                <a:gd name="T2" fmla="*/ 32 w 28"/>
                <a:gd name="T3" fmla="*/ 1 h 14"/>
                <a:gd name="T4" fmla="*/ 34 w 28"/>
                <a:gd name="T5" fmla="*/ 11 h 14"/>
                <a:gd name="T6" fmla="*/ 33 w 28"/>
                <a:gd name="T7" fmla="*/ 15 h 14"/>
                <a:gd name="T8" fmla="*/ 2 w 28"/>
                <a:gd name="T9" fmla="*/ 17 h 14"/>
                <a:gd name="T10" fmla="*/ 0 w 28"/>
                <a:gd name="T11" fmla="*/ 11 h 14"/>
                <a:gd name="T12" fmla="*/ 1 w 28"/>
                <a:gd name="T13" fmla="*/ 4 h 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" h="14">
                  <a:moveTo>
                    <a:pt x="1" y="4"/>
                  </a:moveTo>
                  <a:cubicBezTo>
                    <a:pt x="8" y="2"/>
                    <a:pt x="17" y="0"/>
                    <a:pt x="26" y="1"/>
                  </a:cubicBezTo>
                  <a:cubicBezTo>
                    <a:pt x="27" y="3"/>
                    <a:pt x="28" y="6"/>
                    <a:pt x="28" y="8"/>
                  </a:cubicBezTo>
                  <a:cubicBezTo>
                    <a:pt x="28" y="10"/>
                    <a:pt x="28" y="11"/>
                    <a:pt x="27" y="12"/>
                  </a:cubicBezTo>
                  <a:cubicBezTo>
                    <a:pt x="20" y="13"/>
                    <a:pt x="10" y="14"/>
                    <a:pt x="2" y="14"/>
                  </a:cubicBezTo>
                  <a:cubicBezTo>
                    <a:pt x="1" y="12"/>
                    <a:pt x="0" y="10"/>
                    <a:pt x="0" y="8"/>
                  </a:cubicBezTo>
                  <a:cubicBezTo>
                    <a:pt x="0" y="7"/>
                    <a:pt x="1" y="5"/>
                    <a:pt x="1" y="4"/>
                  </a:cubicBezTo>
                  <a:close/>
                </a:path>
              </a:pathLst>
            </a:custGeom>
            <a:solidFill>
              <a:srgbClr val="3311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970" name="Freeform 389">
              <a:extLst>
                <a:ext uri="{FF2B5EF4-FFF2-40B4-BE49-F238E27FC236}">
                  <a16:creationId xmlns:a16="http://schemas.microsoft.com/office/drawing/2014/main" id="{FFB592C5-5B20-44FE-A898-4C0A01A24BF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4" y="971"/>
              <a:ext cx="30" cy="15"/>
            </a:xfrm>
            <a:custGeom>
              <a:avLst/>
              <a:gdLst>
                <a:gd name="T0" fmla="*/ 1 w 28"/>
                <a:gd name="T1" fmla="*/ 4 h 14"/>
                <a:gd name="T2" fmla="*/ 32 w 28"/>
                <a:gd name="T3" fmla="*/ 1 h 14"/>
                <a:gd name="T4" fmla="*/ 34 w 28"/>
                <a:gd name="T5" fmla="*/ 11 h 14"/>
                <a:gd name="T6" fmla="*/ 33 w 28"/>
                <a:gd name="T7" fmla="*/ 15 h 14"/>
                <a:gd name="T8" fmla="*/ 2 w 28"/>
                <a:gd name="T9" fmla="*/ 17 h 14"/>
                <a:gd name="T10" fmla="*/ 0 w 28"/>
                <a:gd name="T11" fmla="*/ 11 h 14"/>
                <a:gd name="T12" fmla="*/ 1 w 28"/>
                <a:gd name="T13" fmla="*/ 4 h 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" h="14">
                  <a:moveTo>
                    <a:pt x="1" y="4"/>
                  </a:moveTo>
                  <a:cubicBezTo>
                    <a:pt x="8" y="2"/>
                    <a:pt x="17" y="0"/>
                    <a:pt x="26" y="1"/>
                  </a:cubicBezTo>
                  <a:cubicBezTo>
                    <a:pt x="27" y="3"/>
                    <a:pt x="28" y="6"/>
                    <a:pt x="28" y="8"/>
                  </a:cubicBezTo>
                  <a:cubicBezTo>
                    <a:pt x="28" y="10"/>
                    <a:pt x="28" y="11"/>
                    <a:pt x="27" y="12"/>
                  </a:cubicBezTo>
                  <a:cubicBezTo>
                    <a:pt x="20" y="13"/>
                    <a:pt x="10" y="14"/>
                    <a:pt x="2" y="14"/>
                  </a:cubicBezTo>
                  <a:cubicBezTo>
                    <a:pt x="1" y="12"/>
                    <a:pt x="0" y="10"/>
                    <a:pt x="0" y="8"/>
                  </a:cubicBezTo>
                  <a:cubicBezTo>
                    <a:pt x="0" y="7"/>
                    <a:pt x="1" y="5"/>
                    <a:pt x="1" y="4"/>
                  </a:cubicBezTo>
                  <a:close/>
                </a:path>
              </a:pathLst>
            </a:custGeom>
            <a:noFill/>
            <a:ln w="1588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971" name="Freeform 390">
              <a:extLst>
                <a:ext uri="{FF2B5EF4-FFF2-40B4-BE49-F238E27FC236}">
                  <a16:creationId xmlns:a16="http://schemas.microsoft.com/office/drawing/2014/main" id="{D3A200AE-8EE0-4525-A9B9-FCF9CD89650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3" y="963"/>
              <a:ext cx="69" cy="26"/>
            </a:xfrm>
            <a:custGeom>
              <a:avLst/>
              <a:gdLst>
                <a:gd name="T0" fmla="*/ 0 w 65"/>
                <a:gd name="T1" fmla="*/ 20 h 24"/>
                <a:gd name="T2" fmla="*/ 13 w 65"/>
                <a:gd name="T3" fmla="*/ 17 h 24"/>
                <a:gd name="T4" fmla="*/ 77 w 65"/>
                <a:gd name="T5" fmla="*/ 18 h 24"/>
                <a:gd name="T6" fmla="*/ 13 w 65"/>
                <a:gd name="T7" fmla="*/ 26 h 24"/>
                <a:gd name="T8" fmla="*/ 0 w 65"/>
                <a:gd name="T9" fmla="*/ 20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5" h="24">
                  <a:moveTo>
                    <a:pt x="0" y="16"/>
                  </a:moveTo>
                  <a:cubicBezTo>
                    <a:pt x="0" y="15"/>
                    <a:pt x="6" y="16"/>
                    <a:pt x="10" y="14"/>
                  </a:cubicBezTo>
                  <a:cubicBezTo>
                    <a:pt x="14" y="12"/>
                    <a:pt x="45" y="0"/>
                    <a:pt x="65" y="15"/>
                  </a:cubicBezTo>
                  <a:cubicBezTo>
                    <a:pt x="65" y="15"/>
                    <a:pt x="32" y="24"/>
                    <a:pt x="10" y="20"/>
                  </a:cubicBezTo>
                  <a:cubicBezTo>
                    <a:pt x="1" y="19"/>
                    <a:pt x="0" y="19"/>
                    <a:pt x="0" y="16"/>
                  </a:cubicBezTo>
                  <a:close/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972" name="Oval 391">
              <a:extLst>
                <a:ext uri="{FF2B5EF4-FFF2-40B4-BE49-F238E27FC236}">
                  <a16:creationId xmlns:a16="http://schemas.microsoft.com/office/drawing/2014/main" id="{0E4CF42A-EC42-4E1F-A4C4-DF83A15551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5" y="974"/>
              <a:ext cx="9" cy="8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973" name="Oval 392">
              <a:extLst>
                <a:ext uri="{FF2B5EF4-FFF2-40B4-BE49-F238E27FC236}">
                  <a16:creationId xmlns:a16="http://schemas.microsoft.com/office/drawing/2014/main" id="{606C26B5-EF0E-435C-9AAC-2DE77A5D57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2" y="976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974" name="Freeform 393">
              <a:extLst>
                <a:ext uri="{FF2B5EF4-FFF2-40B4-BE49-F238E27FC236}">
                  <a16:creationId xmlns:a16="http://schemas.microsoft.com/office/drawing/2014/main" id="{D79C35CD-0356-402C-9145-08901D1C637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8" y="976"/>
              <a:ext cx="8" cy="1"/>
            </a:xfrm>
            <a:custGeom>
              <a:avLst/>
              <a:gdLst>
                <a:gd name="T0" fmla="*/ 0 w 8"/>
                <a:gd name="T1" fmla="*/ 1 h 1"/>
                <a:gd name="T2" fmla="*/ 8 w 8"/>
                <a:gd name="T3" fmla="*/ 1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">
                  <a:moveTo>
                    <a:pt x="0" y="1"/>
                  </a:moveTo>
                  <a:cubicBezTo>
                    <a:pt x="3" y="0"/>
                    <a:pt x="6" y="0"/>
                    <a:pt x="8" y="1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975" name="Freeform 394">
              <a:extLst>
                <a:ext uri="{FF2B5EF4-FFF2-40B4-BE49-F238E27FC236}">
                  <a16:creationId xmlns:a16="http://schemas.microsoft.com/office/drawing/2014/main" id="{0B1AF873-F858-4B37-BFEA-D3370C747EF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1" y="973"/>
              <a:ext cx="11" cy="1"/>
            </a:xfrm>
            <a:custGeom>
              <a:avLst/>
              <a:gdLst>
                <a:gd name="T0" fmla="*/ 0 w 10"/>
                <a:gd name="T1" fmla="*/ 0 h 1"/>
                <a:gd name="T2" fmla="*/ 13 w 10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">
                  <a:moveTo>
                    <a:pt x="0" y="0"/>
                  </a:moveTo>
                  <a:cubicBezTo>
                    <a:pt x="3" y="1"/>
                    <a:pt x="7" y="1"/>
                    <a:pt x="10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976" name="Freeform 395">
              <a:extLst>
                <a:ext uri="{FF2B5EF4-FFF2-40B4-BE49-F238E27FC236}">
                  <a16:creationId xmlns:a16="http://schemas.microsoft.com/office/drawing/2014/main" id="{9C7A44E5-4EF8-4CF1-9BD6-A893E54BA4C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8" y="899"/>
              <a:ext cx="99" cy="38"/>
            </a:xfrm>
            <a:custGeom>
              <a:avLst/>
              <a:gdLst>
                <a:gd name="T0" fmla="*/ 0 w 92"/>
                <a:gd name="T1" fmla="*/ 43 h 35"/>
                <a:gd name="T2" fmla="*/ 115 w 92"/>
                <a:gd name="T3" fmla="*/ 45 h 3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2" h="35">
                  <a:moveTo>
                    <a:pt x="0" y="34"/>
                  </a:moveTo>
                  <a:cubicBezTo>
                    <a:pt x="0" y="34"/>
                    <a:pt x="67" y="0"/>
                    <a:pt x="92" y="35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977" name="Freeform 396">
              <a:extLst>
                <a:ext uri="{FF2B5EF4-FFF2-40B4-BE49-F238E27FC236}">
                  <a16:creationId xmlns:a16="http://schemas.microsoft.com/office/drawing/2014/main" id="{0519D5F7-1E0E-465D-81AF-21F99735AE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4" y="779"/>
              <a:ext cx="339" cy="162"/>
            </a:xfrm>
            <a:custGeom>
              <a:avLst/>
              <a:gdLst>
                <a:gd name="T0" fmla="*/ 187 w 317"/>
                <a:gd name="T1" fmla="*/ 2 h 152"/>
                <a:gd name="T2" fmla="*/ 60 w 317"/>
                <a:gd name="T3" fmla="*/ 60 h 152"/>
                <a:gd name="T4" fmla="*/ 0 w 317"/>
                <a:gd name="T5" fmla="*/ 184 h 152"/>
                <a:gd name="T6" fmla="*/ 195 w 317"/>
                <a:gd name="T7" fmla="*/ 144 h 152"/>
                <a:gd name="T8" fmla="*/ 388 w 317"/>
                <a:gd name="T9" fmla="*/ 173 h 152"/>
                <a:gd name="T10" fmla="*/ 187 w 317"/>
                <a:gd name="T11" fmla="*/ 2 h 15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17" h="152">
                  <a:moveTo>
                    <a:pt x="153" y="2"/>
                  </a:moveTo>
                  <a:cubicBezTo>
                    <a:pt x="153" y="2"/>
                    <a:pt x="91" y="0"/>
                    <a:pt x="49" y="50"/>
                  </a:cubicBezTo>
                  <a:cubicBezTo>
                    <a:pt x="8" y="100"/>
                    <a:pt x="0" y="152"/>
                    <a:pt x="0" y="152"/>
                  </a:cubicBezTo>
                  <a:cubicBezTo>
                    <a:pt x="0" y="152"/>
                    <a:pt x="16" y="119"/>
                    <a:pt x="159" y="119"/>
                  </a:cubicBezTo>
                  <a:cubicBezTo>
                    <a:pt x="303" y="119"/>
                    <a:pt x="317" y="143"/>
                    <a:pt x="317" y="143"/>
                  </a:cubicBezTo>
                  <a:cubicBezTo>
                    <a:pt x="317" y="143"/>
                    <a:pt x="300" y="2"/>
                    <a:pt x="153" y="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</p:grpSp>
      <p:grpSp>
        <p:nvGrpSpPr>
          <p:cNvPr id="53251" name="full-body-obese-male-illustration">
            <a:extLst>
              <a:ext uri="{FF2B5EF4-FFF2-40B4-BE49-F238E27FC236}">
                <a16:creationId xmlns:a16="http://schemas.microsoft.com/office/drawing/2014/main" id="{77EF3A98-4304-453A-96A9-E1B15CC0D6CA}"/>
              </a:ext>
            </a:extLst>
          </p:cNvPr>
          <p:cNvGrpSpPr>
            <a:grpSpLocks/>
          </p:cNvGrpSpPr>
          <p:nvPr/>
        </p:nvGrpSpPr>
        <p:grpSpPr bwMode="auto">
          <a:xfrm>
            <a:off x="2579688" y="1190625"/>
            <a:ext cx="2957512" cy="5316538"/>
            <a:chOff x="665" y="718"/>
            <a:chExt cx="1863" cy="3349"/>
          </a:xfrm>
        </p:grpSpPr>
        <p:grpSp>
          <p:nvGrpSpPr>
            <p:cNvPr id="53397" name="Group 398">
              <a:extLst>
                <a:ext uri="{FF2B5EF4-FFF2-40B4-BE49-F238E27FC236}">
                  <a16:creationId xmlns:a16="http://schemas.microsoft.com/office/drawing/2014/main" id="{8619A741-1D9A-4BF9-9F55-81DF866CFD5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65" y="718"/>
              <a:ext cx="1863" cy="3349"/>
              <a:chOff x="665" y="718"/>
              <a:chExt cx="1863" cy="3349"/>
            </a:xfrm>
          </p:grpSpPr>
          <p:sp>
            <p:nvSpPr>
              <p:cNvPr id="53585" name="Freeform 399">
                <a:extLst>
                  <a:ext uri="{FF2B5EF4-FFF2-40B4-BE49-F238E27FC236}">
                    <a16:creationId xmlns:a16="http://schemas.microsoft.com/office/drawing/2014/main" id="{E8A66731-439B-4267-8B16-B23FDB0236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7" y="718"/>
                <a:ext cx="333" cy="220"/>
              </a:xfrm>
              <a:custGeom>
                <a:avLst/>
                <a:gdLst>
                  <a:gd name="T0" fmla="*/ 206 w 312"/>
                  <a:gd name="T1" fmla="*/ 7 h 206"/>
                  <a:gd name="T2" fmla="*/ 123 w 312"/>
                  <a:gd name="T3" fmla="*/ 12 h 206"/>
                  <a:gd name="T4" fmla="*/ 58 w 312"/>
                  <a:gd name="T5" fmla="*/ 48 h 206"/>
                  <a:gd name="T6" fmla="*/ 69 w 312"/>
                  <a:gd name="T7" fmla="*/ 43 h 206"/>
                  <a:gd name="T8" fmla="*/ 5 w 312"/>
                  <a:gd name="T9" fmla="*/ 141 h 206"/>
                  <a:gd name="T10" fmla="*/ 15 w 312"/>
                  <a:gd name="T11" fmla="*/ 137 h 206"/>
                  <a:gd name="T12" fmla="*/ 5 w 312"/>
                  <a:gd name="T13" fmla="*/ 158 h 206"/>
                  <a:gd name="T14" fmla="*/ 1 w 312"/>
                  <a:gd name="T15" fmla="*/ 189 h 206"/>
                  <a:gd name="T16" fmla="*/ 12 w 312"/>
                  <a:gd name="T17" fmla="*/ 242 h 206"/>
                  <a:gd name="T18" fmla="*/ 36 w 312"/>
                  <a:gd name="T19" fmla="*/ 207 h 206"/>
                  <a:gd name="T20" fmla="*/ 95 w 312"/>
                  <a:gd name="T21" fmla="*/ 162 h 206"/>
                  <a:gd name="T22" fmla="*/ 257 w 312"/>
                  <a:gd name="T23" fmla="*/ 160 h 206"/>
                  <a:gd name="T24" fmla="*/ 301 w 312"/>
                  <a:gd name="T25" fmla="*/ 168 h 206"/>
                  <a:gd name="T26" fmla="*/ 321 w 312"/>
                  <a:gd name="T27" fmla="*/ 182 h 206"/>
                  <a:gd name="T28" fmla="*/ 335 w 312"/>
                  <a:gd name="T29" fmla="*/ 191 h 206"/>
                  <a:gd name="T30" fmla="*/ 338 w 312"/>
                  <a:gd name="T31" fmla="*/ 203 h 206"/>
                  <a:gd name="T32" fmla="*/ 354 w 312"/>
                  <a:gd name="T33" fmla="*/ 233 h 206"/>
                  <a:gd name="T34" fmla="*/ 368 w 312"/>
                  <a:gd name="T35" fmla="*/ 251 h 206"/>
                  <a:gd name="T36" fmla="*/ 377 w 312"/>
                  <a:gd name="T37" fmla="*/ 219 h 206"/>
                  <a:gd name="T38" fmla="*/ 379 w 312"/>
                  <a:gd name="T39" fmla="*/ 175 h 206"/>
                  <a:gd name="T40" fmla="*/ 366 w 312"/>
                  <a:gd name="T41" fmla="*/ 121 h 206"/>
                  <a:gd name="T42" fmla="*/ 345 w 312"/>
                  <a:gd name="T43" fmla="*/ 90 h 206"/>
                  <a:gd name="T44" fmla="*/ 353 w 312"/>
                  <a:gd name="T45" fmla="*/ 93 h 206"/>
                  <a:gd name="T46" fmla="*/ 333 w 312"/>
                  <a:gd name="T47" fmla="*/ 62 h 206"/>
                  <a:gd name="T48" fmla="*/ 289 w 312"/>
                  <a:gd name="T49" fmla="*/ 27 h 206"/>
                  <a:gd name="T50" fmla="*/ 238 w 312"/>
                  <a:gd name="T51" fmla="*/ 17 h 206"/>
                  <a:gd name="T52" fmla="*/ 209 w 312"/>
                  <a:gd name="T53" fmla="*/ 7 h 20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312" h="206">
                    <a:moveTo>
                      <a:pt x="170" y="7"/>
                    </a:moveTo>
                    <a:cubicBezTo>
                      <a:pt x="148" y="0"/>
                      <a:pt x="123" y="2"/>
                      <a:pt x="101" y="9"/>
                    </a:cubicBezTo>
                    <a:cubicBezTo>
                      <a:pt x="80" y="15"/>
                      <a:pt x="64" y="26"/>
                      <a:pt x="48" y="39"/>
                    </a:cubicBezTo>
                    <a:cubicBezTo>
                      <a:pt x="51" y="38"/>
                      <a:pt x="54" y="36"/>
                      <a:pt x="57" y="35"/>
                    </a:cubicBezTo>
                    <a:cubicBezTo>
                      <a:pt x="28" y="53"/>
                      <a:pt x="22" y="89"/>
                      <a:pt x="5" y="116"/>
                    </a:cubicBezTo>
                    <a:cubicBezTo>
                      <a:pt x="7" y="115"/>
                      <a:pt x="9" y="113"/>
                      <a:pt x="12" y="112"/>
                    </a:cubicBezTo>
                    <a:cubicBezTo>
                      <a:pt x="11" y="118"/>
                      <a:pt x="7" y="124"/>
                      <a:pt x="5" y="130"/>
                    </a:cubicBezTo>
                    <a:cubicBezTo>
                      <a:pt x="3" y="139"/>
                      <a:pt x="2" y="147"/>
                      <a:pt x="1" y="155"/>
                    </a:cubicBezTo>
                    <a:cubicBezTo>
                      <a:pt x="0" y="170"/>
                      <a:pt x="1" y="186"/>
                      <a:pt x="9" y="199"/>
                    </a:cubicBezTo>
                    <a:cubicBezTo>
                      <a:pt x="14" y="188"/>
                      <a:pt x="22" y="179"/>
                      <a:pt x="30" y="170"/>
                    </a:cubicBezTo>
                    <a:cubicBezTo>
                      <a:pt x="44" y="156"/>
                      <a:pt x="59" y="138"/>
                      <a:pt x="78" y="133"/>
                    </a:cubicBezTo>
                    <a:cubicBezTo>
                      <a:pt x="122" y="123"/>
                      <a:pt x="168" y="124"/>
                      <a:pt x="212" y="131"/>
                    </a:cubicBezTo>
                    <a:cubicBezTo>
                      <a:pt x="224" y="132"/>
                      <a:pt x="236" y="133"/>
                      <a:pt x="247" y="138"/>
                    </a:cubicBezTo>
                    <a:cubicBezTo>
                      <a:pt x="253" y="141"/>
                      <a:pt x="258" y="145"/>
                      <a:pt x="264" y="149"/>
                    </a:cubicBezTo>
                    <a:cubicBezTo>
                      <a:pt x="269" y="151"/>
                      <a:pt x="272" y="152"/>
                      <a:pt x="275" y="157"/>
                    </a:cubicBezTo>
                    <a:cubicBezTo>
                      <a:pt x="277" y="160"/>
                      <a:pt x="277" y="163"/>
                      <a:pt x="278" y="167"/>
                    </a:cubicBezTo>
                    <a:cubicBezTo>
                      <a:pt x="282" y="175"/>
                      <a:pt x="287" y="182"/>
                      <a:pt x="291" y="191"/>
                    </a:cubicBezTo>
                    <a:cubicBezTo>
                      <a:pt x="293" y="199"/>
                      <a:pt x="298" y="200"/>
                      <a:pt x="303" y="206"/>
                    </a:cubicBezTo>
                    <a:cubicBezTo>
                      <a:pt x="308" y="203"/>
                      <a:pt x="309" y="186"/>
                      <a:pt x="310" y="180"/>
                    </a:cubicBezTo>
                    <a:cubicBezTo>
                      <a:pt x="311" y="168"/>
                      <a:pt x="312" y="156"/>
                      <a:pt x="312" y="144"/>
                    </a:cubicBezTo>
                    <a:cubicBezTo>
                      <a:pt x="311" y="128"/>
                      <a:pt x="307" y="113"/>
                      <a:pt x="301" y="99"/>
                    </a:cubicBezTo>
                    <a:cubicBezTo>
                      <a:pt x="297" y="91"/>
                      <a:pt x="292" y="78"/>
                      <a:pt x="284" y="74"/>
                    </a:cubicBezTo>
                    <a:cubicBezTo>
                      <a:pt x="286" y="75"/>
                      <a:pt x="288" y="75"/>
                      <a:pt x="290" y="76"/>
                    </a:cubicBezTo>
                    <a:cubicBezTo>
                      <a:pt x="286" y="67"/>
                      <a:pt x="281" y="57"/>
                      <a:pt x="274" y="51"/>
                    </a:cubicBezTo>
                    <a:cubicBezTo>
                      <a:pt x="264" y="40"/>
                      <a:pt x="252" y="31"/>
                      <a:pt x="238" y="22"/>
                    </a:cubicBezTo>
                    <a:cubicBezTo>
                      <a:pt x="227" y="15"/>
                      <a:pt x="212" y="13"/>
                      <a:pt x="196" y="14"/>
                    </a:cubicBezTo>
                    <a:cubicBezTo>
                      <a:pt x="190" y="14"/>
                      <a:pt x="180" y="9"/>
                      <a:pt x="172" y="7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3586" name="Freeform 400">
                <a:extLst>
                  <a:ext uri="{FF2B5EF4-FFF2-40B4-BE49-F238E27FC236}">
                    <a16:creationId xmlns:a16="http://schemas.microsoft.com/office/drawing/2014/main" id="{E6618109-79B2-4B7E-BC60-C1C8BF6D11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5" y="753"/>
                <a:ext cx="1863" cy="3314"/>
              </a:xfrm>
              <a:custGeom>
                <a:avLst/>
                <a:gdLst>
                  <a:gd name="T0" fmla="*/ 1256 w 1747"/>
                  <a:gd name="T1" fmla="*/ 208 h 3108"/>
                  <a:gd name="T2" fmla="*/ 1259 w 1747"/>
                  <a:gd name="T3" fmla="*/ 424 h 3108"/>
                  <a:gd name="T4" fmla="*/ 1821 w 1747"/>
                  <a:gd name="T5" fmla="*/ 737 h 3108"/>
                  <a:gd name="T6" fmla="*/ 1980 w 1747"/>
                  <a:gd name="T7" fmla="*/ 1221 h 3108"/>
                  <a:gd name="T8" fmla="*/ 2066 w 1747"/>
                  <a:gd name="T9" fmla="*/ 1505 h 3108"/>
                  <a:gd name="T10" fmla="*/ 2079 w 1747"/>
                  <a:gd name="T11" fmla="*/ 1663 h 3108"/>
                  <a:gd name="T12" fmla="*/ 2102 w 1747"/>
                  <a:gd name="T13" fmla="*/ 1881 h 3108"/>
                  <a:gd name="T14" fmla="*/ 1965 w 1747"/>
                  <a:gd name="T15" fmla="*/ 2060 h 3108"/>
                  <a:gd name="T16" fmla="*/ 1900 w 1747"/>
                  <a:gd name="T17" fmla="*/ 1994 h 3108"/>
                  <a:gd name="T18" fmla="*/ 1867 w 1747"/>
                  <a:gd name="T19" fmla="*/ 1768 h 3108"/>
                  <a:gd name="T20" fmla="*/ 1779 w 1747"/>
                  <a:gd name="T21" fmla="*/ 1565 h 3108"/>
                  <a:gd name="T22" fmla="*/ 1769 w 1747"/>
                  <a:gd name="T23" fmla="*/ 2499 h 3108"/>
                  <a:gd name="T24" fmla="*/ 1714 w 1747"/>
                  <a:gd name="T25" fmla="*/ 2783 h 3108"/>
                  <a:gd name="T26" fmla="*/ 1699 w 1747"/>
                  <a:gd name="T27" fmla="*/ 3436 h 3108"/>
                  <a:gd name="T28" fmla="*/ 1741 w 1747"/>
                  <a:gd name="T29" fmla="*/ 3530 h 3108"/>
                  <a:gd name="T30" fmla="*/ 1864 w 1747"/>
                  <a:gd name="T31" fmla="*/ 3615 h 3108"/>
                  <a:gd name="T32" fmla="*/ 1905 w 1747"/>
                  <a:gd name="T33" fmla="*/ 3677 h 3108"/>
                  <a:gd name="T34" fmla="*/ 1873 w 1747"/>
                  <a:gd name="T35" fmla="*/ 3725 h 3108"/>
                  <a:gd name="T36" fmla="*/ 1786 w 1747"/>
                  <a:gd name="T37" fmla="*/ 3761 h 3108"/>
                  <a:gd name="T38" fmla="*/ 1701 w 1747"/>
                  <a:gd name="T39" fmla="*/ 3698 h 3108"/>
                  <a:gd name="T40" fmla="*/ 1457 w 1747"/>
                  <a:gd name="T41" fmla="*/ 3582 h 3108"/>
                  <a:gd name="T42" fmla="*/ 1392 w 1747"/>
                  <a:gd name="T43" fmla="*/ 3335 h 3108"/>
                  <a:gd name="T44" fmla="*/ 1226 w 1747"/>
                  <a:gd name="T45" fmla="*/ 2704 h 3108"/>
                  <a:gd name="T46" fmla="*/ 1082 w 1747"/>
                  <a:gd name="T47" fmla="*/ 2337 h 3108"/>
                  <a:gd name="T48" fmla="*/ 1060 w 1747"/>
                  <a:gd name="T49" fmla="*/ 2137 h 3108"/>
                  <a:gd name="T50" fmla="*/ 962 w 1747"/>
                  <a:gd name="T51" fmla="*/ 2600 h 3108"/>
                  <a:gd name="T52" fmla="*/ 884 w 1747"/>
                  <a:gd name="T53" fmla="*/ 2745 h 3108"/>
                  <a:gd name="T54" fmla="*/ 696 w 1747"/>
                  <a:gd name="T55" fmla="*/ 3424 h 3108"/>
                  <a:gd name="T56" fmla="*/ 533 w 1747"/>
                  <a:gd name="T57" fmla="*/ 3645 h 3108"/>
                  <a:gd name="T58" fmla="*/ 394 w 1747"/>
                  <a:gd name="T59" fmla="*/ 3716 h 3108"/>
                  <a:gd name="T60" fmla="*/ 286 w 1747"/>
                  <a:gd name="T61" fmla="*/ 3742 h 3108"/>
                  <a:gd name="T62" fmla="*/ 232 w 1747"/>
                  <a:gd name="T63" fmla="*/ 3719 h 3108"/>
                  <a:gd name="T64" fmla="*/ 225 w 1747"/>
                  <a:gd name="T65" fmla="*/ 3652 h 3108"/>
                  <a:gd name="T66" fmla="*/ 295 w 1747"/>
                  <a:gd name="T67" fmla="*/ 3601 h 3108"/>
                  <a:gd name="T68" fmla="*/ 418 w 1747"/>
                  <a:gd name="T69" fmla="*/ 3480 h 3108"/>
                  <a:gd name="T70" fmla="*/ 412 w 1747"/>
                  <a:gd name="T71" fmla="*/ 3406 h 3108"/>
                  <a:gd name="T72" fmla="*/ 376 w 1747"/>
                  <a:gd name="T73" fmla="*/ 2688 h 3108"/>
                  <a:gd name="T74" fmla="*/ 323 w 1747"/>
                  <a:gd name="T75" fmla="*/ 1816 h 3108"/>
                  <a:gd name="T76" fmla="*/ 269 w 1747"/>
                  <a:gd name="T77" fmla="*/ 1668 h 3108"/>
                  <a:gd name="T78" fmla="*/ 236 w 1747"/>
                  <a:gd name="T79" fmla="*/ 1859 h 3108"/>
                  <a:gd name="T80" fmla="*/ 184 w 1747"/>
                  <a:gd name="T81" fmla="*/ 1990 h 3108"/>
                  <a:gd name="T82" fmla="*/ 73 w 1747"/>
                  <a:gd name="T83" fmla="*/ 2007 h 3108"/>
                  <a:gd name="T84" fmla="*/ 30 w 1747"/>
                  <a:gd name="T85" fmla="*/ 1748 h 3108"/>
                  <a:gd name="T86" fmla="*/ 33 w 1747"/>
                  <a:gd name="T87" fmla="*/ 1639 h 3108"/>
                  <a:gd name="T88" fmla="*/ 97 w 1747"/>
                  <a:gd name="T89" fmla="*/ 1353 h 3108"/>
                  <a:gd name="T90" fmla="*/ 151 w 1747"/>
                  <a:gd name="T91" fmla="*/ 1129 h 3108"/>
                  <a:gd name="T92" fmla="*/ 761 w 1747"/>
                  <a:gd name="T93" fmla="*/ 498 h 3108"/>
                  <a:gd name="T94" fmla="*/ 876 w 1747"/>
                  <a:gd name="T95" fmla="*/ 300 h 3108"/>
                  <a:gd name="T96" fmla="*/ 883 w 1747"/>
                  <a:gd name="T97" fmla="*/ 221 h 3108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1747" h="3108">
                    <a:moveTo>
                      <a:pt x="875" y="0"/>
                    </a:moveTo>
                    <a:cubicBezTo>
                      <a:pt x="875" y="0"/>
                      <a:pt x="1009" y="17"/>
                      <a:pt x="1019" y="182"/>
                    </a:cubicBezTo>
                    <a:cubicBezTo>
                      <a:pt x="1019" y="182"/>
                      <a:pt x="1024" y="165"/>
                      <a:pt x="1036" y="172"/>
                    </a:cubicBezTo>
                    <a:cubicBezTo>
                      <a:pt x="1048" y="178"/>
                      <a:pt x="1051" y="193"/>
                      <a:pt x="1048" y="210"/>
                    </a:cubicBezTo>
                    <a:cubicBezTo>
                      <a:pt x="1042" y="241"/>
                      <a:pt x="1038" y="264"/>
                      <a:pt x="1025" y="248"/>
                    </a:cubicBezTo>
                    <a:cubicBezTo>
                      <a:pt x="1025" y="248"/>
                      <a:pt x="1048" y="293"/>
                      <a:pt x="1038" y="350"/>
                    </a:cubicBezTo>
                    <a:cubicBezTo>
                      <a:pt x="1038" y="350"/>
                      <a:pt x="1049" y="349"/>
                      <a:pt x="1054" y="365"/>
                    </a:cubicBezTo>
                    <a:cubicBezTo>
                      <a:pt x="1059" y="381"/>
                      <a:pt x="1094" y="404"/>
                      <a:pt x="1119" y="411"/>
                    </a:cubicBezTo>
                    <a:cubicBezTo>
                      <a:pt x="1144" y="418"/>
                      <a:pt x="1441" y="437"/>
                      <a:pt x="1502" y="608"/>
                    </a:cubicBezTo>
                    <a:cubicBezTo>
                      <a:pt x="1517" y="652"/>
                      <a:pt x="1530" y="667"/>
                      <a:pt x="1553" y="692"/>
                    </a:cubicBezTo>
                    <a:cubicBezTo>
                      <a:pt x="1576" y="717"/>
                      <a:pt x="1609" y="800"/>
                      <a:pt x="1622" y="931"/>
                    </a:cubicBezTo>
                    <a:cubicBezTo>
                      <a:pt x="1626" y="980"/>
                      <a:pt x="1621" y="990"/>
                      <a:pt x="1633" y="1007"/>
                    </a:cubicBezTo>
                    <a:cubicBezTo>
                      <a:pt x="1645" y="1024"/>
                      <a:pt x="1659" y="1038"/>
                      <a:pt x="1655" y="1062"/>
                    </a:cubicBezTo>
                    <a:cubicBezTo>
                      <a:pt x="1651" y="1086"/>
                      <a:pt x="1659" y="1100"/>
                      <a:pt x="1667" y="1116"/>
                    </a:cubicBezTo>
                    <a:cubicBezTo>
                      <a:pt x="1675" y="1132"/>
                      <a:pt x="1707" y="1204"/>
                      <a:pt x="1703" y="1241"/>
                    </a:cubicBezTo>
                    <a:cubicBezTo>
                      <a:pt x="1699" y="1278"/>
                      <a:pt x="1703" y="1291"/>
                      <a:pt x="1711" y="1298"/>
                    </a:cubicBezTo>
                    <a:cubicBezTo>
                      <a:pt x="1719" y="1305"/>
                      <a:pt x="1730" y="1340"/>
                      <a:pt x="1720" y="1351"/>
                    </a:cubicBezTo>
                    <a:cubicBezTo>
                      <a:pt x="1710" y="1362"/>
                      <a:pt x="1711" y="1361"/>
                      <a:pt x="1715" y="1372"/>
                    </a:cubicBezTo>
                    <a:cubicBezTo>
                      <a:pt x="1719" y="1383"/>
                      <a:pt x="1721" y="1386"/>
                      <a:pt x="1720" y="1398"/>
                    </a:cubicBezTo>
                    <a:cubicBezTo>
                      <a:pt x="1719" y="1410"/>
                      <a:pt x="1718" y="1420"/>
                      <a:pt x="1723" y="1441"/>
                    </a:cubicBezTo>
                    <a:cubicBezTo>
                      <a:pt x="1728" y="1462"/>
                      <a:pt x="1747" y="1521"/>
                      <a:pt x="1733" y="1551"/>
                    </a:cubicBezTo>
                    <a:cubicBezTo>
                      <a:pt x="1719" y="1581"/>
                      <a:pt x="1715" y="1591"/>
                      <a:pt x="1710" y="1605"/>
                    </a:cubicBezTo>
                    <a:cubicBezTo>
                      <a:pt x="1705" y="1619"/>
                      <a:pt x="1695" y="1647"/>
                      <a:pt x="1687" y="1655"/>
                    </a:cubicBezTo>
                    <a:cubicBezTo>
                      <a:pt x="1679" y="1663"/>
                      <a:pt x="1634" y="1704"/>
                      <a:pt x="1620" y="1699"/>
                    </a:cubicBezTo>
                    <a:cubicBezTo>
                      <a:pt x="1609" y="1695"/>
                      <a:pt x="1611" y="1680"/>
                      <a:pt x="1611" y="1680"/>
                    </a:cubicBezTo>
                    <a:cubicBezTo>
                      <a:pt x="1611" y="1680"/>
                      <a:pt x="1585" y="1668"/>
                      <a:pt x="1595" y="1641"/>
                    </a:cubicBezTo>
                    <a:cubicBezTo>
                      <a:pt x="1595" y="1641"/>
                      <a:pt x="1579" y="1654"/>
                      <a:pt x="1567" y="1645"/>
                    </a:cubicBezTo>
                    <a:cubicBezTo>
                      <a:pt x="1555" y="1635"/>
                      <a:pt x="1560" y="1603"/>
                      <a:pt x="1558" y="1592"/>
                    </a:cubicBezTo>
                    <a:cubicBezTo>
                      <a:pt x="1556" y="1582"/>
                      <a:pt x="1556" y="1552"/>
                      <a:pt x="1552" y="1533"/>
                    </a:cubicBezTo>
                    <a:cubicBezTo>
                      <a:pt x="1549" y="1514"/>
                      <a:pt x="1536" y="1477"/>
                      <a:pt x="1540" y="1458"/>
                    </a:cubicBezTo>
                    <a:cubicBezTo>
                      <a:pt x="1545" y="1440"/>
                      <a:pt x="1553" y="1420"/>
                      <a:pt x="1542" y="1407"/>
                    </a:cubicBezTo>
                    <a:cubicBezTo>
                      <a:pt x="1531" y="1394"/>
                      <a:pt x="1526" y="1384"/>
                      <a:pt x="1526" y="1376"/>
                    </a:cubicBezTo>
                    <a:cubicBezTo>
                      <a:pt x="1526" y="1368"/>
                      <a:pt x="1478" y="1328"/>
                      <a:pt x="1467" y="1291"/>
                    </a:cubicBezTo>
                    <a:cubicBezTo>
                      <a:pt x="1467" y="1291"/>
                      <a:pt x="1474" y="1378"/>
                      <a:pt x="1471" y="1404"/>
                    </a:cubicBezTo>
                    <a:cubicBezTo>
                      <a:pt x="1469" y="1429"/>
                      <a:pt x="1470" y="1470"/>
                      <a:pt x="1481" y="1498"/>
                    </a:cubicBezTo>
                    <a:cubicBezTo>
                      <a:pt x="1491" y="1526"/>
                      <a:pt x="1571" y="1846"/>
                      <a:pt x="1459" y="2061"/>
                    </a:cubicBezTo>
                    <a:cubicBezTo>
                      <a:pt x="1442" y="2093"/>
                      <a:pt x="1447" y="2108"/>
                      <a:pt x="1450" y="2126"/>
                    </a:cubicBezTo>
                    <a:cubicBezTo>
                      <a:pt x="1453" y="2145"/>
                      <a:pt x="1455" y="2196"/>
                      <a:pt x="1437" y="2217"/>
                    </a:cubicBezTo>
                    <a:cubicBezTo>
                      <a:pt x="1418" y="2238"/>
                      <a:pt x="1405" y="2258"/>
                      <a:pt x="1413" y="2296"/>
                    </a:cubicBezTo>
                    <a:cubicBezTo>
                      <a:pt x="1421" y="2333"/>
                      <a:pt x="1482" y="2552"/>
                      <a:pt x="1413" y="2745"/>
                    </a:cubicBezTo>
                    <a:cubicBezTo>
                      <a:pt x="1397" y="2790"/>
                      <a:pt x="1417" y="2790"/>
                      <a:pt x="1408" y="2809"/>
                    </a:cubicBezTo>
                    <a:cubicBezTo>
                      <a:pt x="1399" y="2828"/>
                      <a:pt x="1399" y="2829"/>
                      <a:pt x="1401" y="2834"/>
                    </a:cubicBezTo>
                    <a:cubicBezTo>
                      <a:pt x="1403" y="2839"/>
                      <a:pt x="1399" y="2851"/>
                      <a:pt x="1396" y="2855"/>
                    </a:cubicBezTo>
                    <a:cubicBezTo>
                      <a:pt x="1393" y="2860"/>
                      <a:pt x="1396" y="2864"/>
                      <a:pt x="1402" y="2871"/>
                    </a:cubicBezTo>
                    <a:cubicBezTo>
                      <a:pt x="1408" y="2877"/>
                      <a:pt x="1430" y="2899"/>
                      <a:pt x="1436" y="2912"/>
                    </a:cubicBezTo>
                    <a:cubicBezTo>
                      <a:pt x="1441" y="2925"/>
                      <a:pt x="1473" y="2946"/>
                      <a:pt x="1481" y="2954"/>
                    </a:cubicBezTo>
                    <a:cubicBezTo>
                      <a:pt x="1490" y="2962"/>
                      <a:pt x="1496" y="2966"/>
                      <a:pt x="1503" y="2970"/>
                    </a:cubicBezTo>
                    <a:cubicBezTo>
                      <a:pt x="1510" y="2975"/>
                      <a:pt x="1531" y="2979"/>
                      <a:pt x="1537" y="2981"/>
                    </a:cubicBezTo>
                    <a:cubicBezTo>
                      <a:pt x="1543" y="2983"/>
                      <a:pt x="1552" y="2987"/>
                      <a:pt x="1556" y="2994"/>
                    </a:cubicBezTo>
                    <a:cubicBezTo>
                      <a:pt x="1559" y="3001"/>
                      <a:pt x="1562" y="3002"/>
                      <a:pt x="1560" y="3012"/>
                    </a:cubicBezTo>
                    <a:cubicBezTo>
                      <a:pt x="1560" y="3012"/>
                      <a:pt x="1575" y="3021"/>
                      <a:pt x="1571" y="3033"/>
                    </a:cubicBezTo>
                    <a:cubicBezTo>
                      <a:pt x="1568" y="3045"/>
                      <a:pt x="1563" y="3045"/>
                      <a:pt x="1563" y="3045"/>
                    </a:cubicBezTo>
                    <a:cubicBezTo>
                      <a:pt x="1563" y="3045"/>
                      <a:pt x="1565" y="3063"/>
                      <a:pt x="1556" y="3068"/>
                    </a:cubicBezTo>
                    <a:cubicBezTo>
                      <a:pt x="1546" y="3073"/>
                      <a:pt x="1544" y="3072"/>
                      <a:pt x="1544" y="3072"/>
                    </a:cubicBezTo>
                    <a:cubicBezTo>
                      <a:pt x="1544" y="3072"/>
                      <a:pt x="1541" y="3082"/>
                      <a:pt x="1529" y="3085"/>
                    </a:cubicBezTo>
                    <a:cubicBezTo>
                      <a:pt x="1517" y="3087"/>
                      <a:pt x="1512" y="3086"/>
                      <a:pt x="1512" y="3086"/>
                    </a:cubicBezTo>
                    <a:cubicBezTo>
                      <a:pt x="1512" y="3086"/>
                      <a:pt x="1498" y="3108"/>
                      <a:pt x="1473" y="3102"/>
                    </a:cubicBezTo>
                    <a:cubicBezTo>
                      <a:pt x="1448" y="3097"/>
                      <a:pt x="1439" y="3084"/>
                      <a:pt x="1435" y="3077"/>
                    </a:cubicBezTo>
                    <a:cubicBezTo>
                      <a:pt x="1430" y="3069"/>
                      <a:pt x="1426" y="3065"/>
                      <a:pt x="1423" y="3065"/>
                    </a:cubicBezTo>
                    <a:cubicBezTo>
                      <a:pt x="1420" y="3064"/>
                      <a:pt x="1409" y="3061"/>
                      <a:pt x="1403" y="3050"/>
                    </a:cubicBezTo>
                    <a:cubicBezTo>
                      <a:pt x="1397" y="3040"/>
                      <a:pt x="1387" y="3027"/>
                      <a:pt x="1379" y="3025"/>
                    </a:cubicBezTo>
                    <a:cubicBezTo>
                      <a:pt x="1371" y="3022"/>
                      <a:pt x="1336" y="3010"/>
                      <a:pt x="1306" y="3007"/>
                    </a:cubicBezTo>
                    <a:cubicBezTo>
                      <a:pt x="1276" y="3005"/>
                      <a:pt x="1197" y="2989"/>
                      <a:pt x="1201" y="2954"/>
                    </a:cubicBezTo>
                    <a:cubicBezTo>
                      <a:pt x="1205" y="2919"/>
                      <a:pt x="1217" y="2899"/>
                      <a:pt x="1205" y="2890"/>
                    </a:cubicBezTo>
                    <a:cubicBezTo>
                      <a:pt x="1193" y="2881"/>
                      <a:pt x="1171" y="2852"/>
                      <a:pt x="1172" y="2824"/>
                    </a:cubicBezTo>
                    <a:cubicBezTo>
                      <a:pt x="1173" y="2797"/>
                      <a:pt x="1180" y="2783"/>
                      <a:pt x="1148" y="2752"/>
                    </a:cubicBezTo>
                    <a:cubicBezTo>
                      <a:pt x="1115" y="2722"/>
                      <a:pt x="982" y="2604"/>
                      <a:pt x="1007" y="2397"/>
                    </a:cubicBezTo>
                    <a:cubicBezTo>
                      <a:pt x="1017" y="2315"/>
                      <a:pt x="1011" y="2277"/>
                      <a:pt x="1018" y="2264"/>
                    </a:cubicBezTo>
                    <a:cubicBezTo>
                      <a:pt x="1025" y="2250"/>
                      <a:pt x="1002" y="2237"/>
                      <a:pt x="1011" y="2230"/>
                    </a:cubicBezTo>
                    <a:cubicBezTo>
                      <a:pt x="1021" y="2224"/>
                      <a:pt x="1021" y="2214"/>
                      <a:pt x="1006" y="2212"/>
                    </a:cubicBezTo>
                    <a:cubicBezTo>
                      <a:pt x="991" y="2209"/>
                      <a:pt x="965" y="2182"/>
                      <a:pt x="954" y="2144"/>
                    </a:cubicBezTo>
                    <a:cubicBezTo>
                      <a:pt x="943" y="2105"/>
                      <a:pt x="897" y="1956"/>
                      <a:pt x="893" y="1928"/>
                    </a:cubicBezTo>
                    <a:cubicBezTo>
                      <a:pt x="889" y="1900"/>
                      <a:pt x="877" y="1890"/>
                      <a:pt x="875" y="1869"/>
                    </a:cubicBezTo>
                    <a:cubicBezTo>
                      <a:pt x="874" y="1848"/>
                      <a:pt x="873" y="1762"/>
                      <a:pt x="873" y="1762"/>
                    </a:cubicBezTo>
                    <a:cubicBezTo>
                      <a:pt x="874" y="1762"/>
                      <a:pt x="874" y="1762"/>
                      <a:pt x="874" y="1762"/>
                    </a:cubicBezTo>
                    <a:cubicBezTo>
                      <a:pt x="874" y="1762"/>
                      <a:pt x="873" y="1848"/>
                      <a:pt x="871" y="1869"/>
                    </a:cubicBezTo>
                    <a:cubicBezTo>
                      <a:pt x="870" y="1890"/>
                      <a:pt x="858" y="1900"/>
                      <a:pt x="854" y="1928"/>
                    </a:cubicBezTo>
                    <a:cubicBezTo>
                      <a:pt x="850" y="1956"/>
                      <a:pt x="803" y="2105"/>
                      <a:pt x="793" y="2144"/>
                    </a:cubicBezTo>
                    <a:cubicBezTo>
                      <a:pt x="782" y="2182"/>
                      <a:pt x="755" y="2209"/>
                      <a:pt x="741" y="2212"/>
                    </a:cubicBezTo>
                    <a:cubicBezTo>
                      <a:pt x="726" y="2214"/>
                      <a:pt x="726" y="2224"/>
                      <a:pt x="735" y="2230"/>
                    </a:cubicBezTo>
                    <a:cubicBezTo>
                      <a:pt x="745" y="2237"/>
                      <a:pt x="722" y="2250"/>
                      <a:pt x="729" y="2264"/>
                    </a:cubicBezTo>
                    <a:cubicBezTo>
                      <a:pt x="735" y="2277"/>
                      <a:pt x="729" y="2315"/>
                      <a:pt x="739" y="2397"/>
                    </a:cubicBezTo>
                    <a:cubicBezTo>
                      <a:pt x="765" y="2604"/>
                      <a:pt x="631" y="2722"/>
                      <a:pt x="599" y="2752"/>
                    </a:cubicBezTo>
                    <a:cubicBezTo>
                      <a:pt x="566" y="2783"/>
                      <a:pt x="574" y="2797"/>
                      <a:pt x="574" y="2824"/>
                    </a:cubicBezTo>
                    <a:cubicBezTo>
                      <a:pt x="575" y="2852"/>
                      <a:pt x="553" y="2881"/>
                      <a:pt x="541" y="2890"/>
                    </a:cubicBezTo>
                    <a:cubicBezTo>
                      <a:pt x="530" y="2899"/>
                      <a:pt x="542" y="2919"/>
                      <a:pt x="545" y="2954"/>
                    </a:cubicBezTo>
                    <a:cubicBezTo>
                      <a:pt x="549" y="2989"/>
                      <a:pt x="471" y="3005"/>
                      <a:pt x="440" y="3007"/>
                    </a:cubicBezTo>
                    <a:cubicBezTo>
                      <a:pt x="410" y="3010"/>
                      <a:pt x="376" y="3022"/>
                      <a:pt x="368" y="3025"/>
                    </a:cubicBezTo>
                    <a:cubicBezTo>
                      <a:pt x="359" y="3027"/>
                      <a:pt x="349" y="3040"/>
                      <a:pt x="344" y="3050"/>
                    </a:cubicBezTo>
                    <a:cubicBezTo>
                      <a:pt x="338" y="3061"/>
                      <a:pt x="326" y="3064"/>
                      <a:pt x="324" y="3065"/>
                    </a:cubicBezTo>
                    <a:cubicBezTo>
                      <a:pt x="321" y="3065"/>
                      <a:pt x="316" y="3069"/>
                      <a:pt x="312" y="3077"/>
                    </a:cubicBezTo>
                    <a:cubicBezTo>
                      <a:pt x="307" y="3084"/>
                      <a:pt x="298" y="3097"/>
                      <a:pt x="273" y="3102"/>
                    </a:cubicBezTo>
                    <a:cubicBezTo>
                      <a:pt x="249" y="3108"/>
                      <a:pt x="235" y="3086"/>
                      <a:pt x="235" y="3086"/>
                    </a:cubicBezTo>
                    <a:cubicBezTo>
                      <a:pt x="235" y="3086"/>
                      <a:pt x="230" y="3087"/>
                      <a:pt x="218" y="3085"/>
                    </a:cubicBezTo>
                    <a:cubicBezTo>
                      <a:pt x="206" y="3082"/>
                      <a:pt x="202" y="3072"/>
                      <a:pt x="202" y="3072"/>
                    </a:cubicBezTo>
                    <a:cubicBezTo>
                      <a:pt x="202" y="3072"/>
                      <a:pt x="200" y="3073"/>
                      <a:pt x="191" y="3068"/>
                    </a:cubicBezTo>
                    <a:cubicBezTo>
                      <a:pt x="181" y="3063"/>
                      <a:pt x="184" y="3045"/>
                      <a:pt x="184" y="3045"/>
                    </a:cubicBezTo>
                    <a:cubicBezTo>
                      <a:pt x="184" y="3045"/>
                      <a:pt x="179" y="3045"/>
                      <a:pt x="175" y="3033"/>
                    </a:cubicBezTo>
                    <a:cubicBezTo>
                      <a:pt x="172" y="3021"/>
                      <a:pt x="186" y="3012"/>
                      <a:pt x="186" y="3012"/>
                    </a:cubicBezTo>
                    <a:cubicBezTo>
                      <a:pt x="185" y="3002"/>
                      <a:pt x="187" y="3001"/>
                      <a:pt x="191" y="2994"/>
                    </a:cubicBezTo>
                    <a:cubicBezTo>
                      <a:pt x="195" y="2987"/>
                      <a:pt x="203" y="2983"/>
                      <a:pt x="210" y="2981"/>
                    </a:cubicBezTo>
                    <a:cubicBezTo>
                      <a:pt x="216" y="2979"/>
                      <a:pt x="236" y="2975"/>
                      <a:pt x="244" y="2970"/>
                    </a:cubicBezTo>
                    <a:cubicBezTo>
                      <a:pt x="251" y="2966"/>
                      <a:pt x="257" y="2962"/>
                      <a:pt x="265" y="2954"/>
                    </a:cubicBezTo>
                    <a:cubicBezTo>
                      <a:pt x="274" y="2946"/>
                      <a:pt x="305" y="2925"/>
                      <a:pt x="311" y="2912"/>
                    </a:cubicBezTo>
                    <a:cubicBezTo>
                      <a:pt x="317" y="2899"/>
                      <a:pt x="338" y="2877"/>
                      <a:pt x="345" y="2871"/>
                    </a:cubicBezTo>
                    <a:cubicBezTo>
                      <a:pt x="351" y="2864"/>
                      <a:pt x="354" y="2860"/>
                      <a:pt x="350" y="2855"/>
                    </a:cubicBezTo>
                    <a:cubicBezTo>
                      <a:pt x="347" y="2851"/>
                      <a:pt x="344" y="2839"/>
                      <a:pt x="346" y="2834"/>
                    </a:cubicBezTo>
                    <a:cubicBezTo>
                      <a:pt x="348" y="2829"/>
                      <a:pt x="348" y="2828"/>
                      <a:pt x="339" y="2809"/>
                    </a:cubicBezTo>
                    <a:cubicBezTo>
                      <a:pt x="330" y="2790"/>
                      <a:pt x="350" y="2790"/>
                      <a:pt x="334" y="2745"/>
                    </a:cubicBezTo>
                    <a:cubicBezTo>
                      <a:pt x="265" y="2552"/>
                      <a:pt x="326" y="2333"/>
                      <a:pt x="334" y="2296"/>
                    </a:cubicBezTo>
                    <a:cubicBezTo>
                      <a:pt x="342" y="2258"/>
                      <a:pt x="329" y="2238"/>
                      <a:pt x="310" y="2217"/>
                    </a:cubicBezTo>
                    <a:cubicBezTo>
                      <a:pt x="291" y="2196"/>
                      <a:pt x="294" y="2145"/>
                      <a:pt x="297" y="2126"/>
                    </a:cubicBezTo>
                    <a:cubicBezTo>
                      <a:pt x="299" y="2108"/>
                      <a:pt x="304" y="2093"/>
                      <a:pt x="287" y="2061"/>
                    </a:cubicBezTo>
                    <a:cubicBezTo>
                      <a:pt x="175" y="1846"/>
                      <a:pt x="255" y="1526"/>
                      <a:pt x="266" y="1498"/>
                    </a:cubicBezTo>
                    <a:cubicBezTo>
                      <a:pt x="277" y="1470"/>
                      <a:pt x="278" y="1429"/>
                      <a:pt x="275" y="1404"/>
                    </a:cubicBezTo>
                    <a:cubicBezTo>
                      <a:pt x="273" y="1378"/>
                      <a:pt x="279" y="1291"/>
                      <a:pt x="279" y="1291"/>
                    </a:cubicBezTo>
                    <a:cubicBezTo>
                      <a:pt x="269" y="1328"/>
                      <a:pt x="221" y="1368"/>
                      <a:pt x="221" y="1376"/>
                    </a:cubicBezTo>
                    <a:cubicBezTo>
                      <a:pt x="221" y="1384"/>
                      <a:pt x="215" y="1394"/>
                      <a:pt x="205" y="1407"/>
                    </a:cubicBezTo>
                    <a:cubicBezTo>
                      <a:pt x="194" y="1420"/>
                      <a:pt x="202" y="1440"/>
                      <a:pt x="207" y="1458"/>
                    </a:cubicBezTo>
                    <a:cubicBezTo>
                      <a:pt x="211" y="1477"/>
                      <a:pt x="198" y="1514"/>
                      <a:pt x="194" y="1533"/>
                    </a:cubicBezTo>
                    <a:cubicBezTo>
                      <a:pt x="190" y="1552"/>
                      <a:pt x="191" y="1582"/>
                      <a:pt x="188" y="1592"/>
                    </a:cubicBezTo>
                    <a:cubicBezTo>
                      <a:pt x="186" y="1603"/>
                      <a:pt x="192" y="1635"/>
                      <a:pt x="180" y="1645"/>
                    </a:cubicBezTo>
                    <a:cubicBezTo>
                      <a:pt x="168" y="1654"/>
                      <a:pt x="152" y="1641"/>
                      <a:pt x="152" y="1641"/>
                    </a:cubicBezTo>
                    <a:cubicBezTo>
                      <a:pt x="162" y="1668"/>
                      <a:pt x="135" y="1680"/>
                      <a:pt x="135" y="1680"/>
                    </a:cubicBezTo>
                    <a:cubicBezTo>
                      <a:pt x="135" y="1680"/>
                      <a:pt x="137" y="1695"/>
                      <a:pt x="127" y="1699"/>
                    </a:cubicBezTo>
                    <a:cubicBezTo>
                      <a:pt x="112" y="1704"/>
                      <a:pt x="68" y="1663"/>
                      <a:pt x="60" y="1655"/>
                    </a:cubicBezTo>
                    <a:cubicBezTo>
                      <a:pt x="52" y="1647"/>
                      <a:pt x="42" y="1619"/>
                      <a:pt x="37" y="1605"/>
                    </a:cubicBezTo>
                    <a:cubicBezTo>
                      <a:pt x="32" y="1591"/>
                      <a:pt x="28" y="1581"/>
                      <a:pt x="14" y="1551"/>
                    </a:cubicBezTo>
                    <a:cubicBezTo>
                      <a:pt x="0" y="1521"/>
                      <a:pt x="19" y="1462"/>
                      <a:pt x="24" y="1441"/>
                    </a:cubicBezTo>
                    <a:cubicBezTo>
                      <a:pt x="29" y="1420"/>
                      <a:pt x="28" y="1410"/>
                      <a:pt x="27" y="1398"/>
                    </a:cubicBezTo>
                    <a:cubicBezTo>
                      <a:pt x="26" y="1386"/>
                      <a:pt x="28" y="1383"/>
                      <a:pt x="32" y="1372"/>
                    </a:cubicBezTo>
                    <a:cubicBezTo>
                      <a:pt x="36" y="1361"/>
                      <a:pt x="37" y="1362"/>
                      <a:pt x="27" y="1351"/>
                    </a:cubicBezTo>
                    <a:cubicBezTo>
                      <a:pt x="17" y="1340"/>
                      <a:pt x="28" y="1305"/>
                      <a:pt x="36" y="1298"/>
                    </a:cubicBezTo>
                    <a:cubicBezTo>
                      <a:pt x="44" y="1291"/>
                      <a:pt x="48" y="1278"/>
                      <a:pt x="44" y="1241"/>
                    </a:cubicBezTo>
                    <a:cubicBezTo>
                      <a:pt x="40" y="1204"/>
                      <a:pt x="72" y="1132"/>
                      <a:pt x="80" y="1116"/>
                    </a:cubicBezTo>
                    <a:cubicBezTo>
                      <a:pt x="88" y="1100"/>
                      <a:pt x="96" y="1086"/>
                      <a:pt x="92" y="1062"/>
                    </a:cubicBezTo>
                    <a:cubicBezTo>
                      <a:pt x="88" y="1038"/>
                      <a:pt x="102" y="1024"/>
                      <a:pt x="114" y="1007"/>
                    </a:cubicBezTo>
                    <a:cubicBezTo>
                      <a:pt x="126" y="990"/>
                      <a:pt x="120" y="980"/>
                      <a:pt x="125" y="931"/>
                    </a:cubicBezTo>
                    <a:cubicBezTo>
                      <a:pt x="138" y="800"/>
                      <a:pt x="171" y="717"/>
                      <a:pt x="194" y="692"/>
                    </a:cubicBezTo>
                    <a:cubicBezTo>
                      <a:pt x="217" y="667"/>
                      <a:pt x="229" y="652"/>
                      <a:pt x="245" y="608"/>
                    </a:cubicBezTo>
                    <a:cubicBezTo>
                      <a:pt x="306" y="437"/>
                      <a:pt x="603" y="418"/>
                      <a:pt x="628" y="411"/>
                    </a:cubicBezTo>
                    <a:cubicBezTo>
                      <a:pt x="653" y="404"/>
                      <a:pt x="688" y="381"/>
                      <a:pt x="693" y="365"/>
                    </a:cubicBezTo>
                    <a:cubicBezTo>
                      <a:pt x="698" y="349"/>
                      <a:pt x="708" y="350"/>
                      <a:pt x="708" y="350"/>
                    </a:cubicBezTo>
                    <a:cubicBezTo>
                      <a:pt x="699" y="293"/>
                      <a:pt x="722" y="248"/>
                      <a:pt x="722" y="248"/>
                    </a:cubicBezTo>
                    <a:cubicBezTo>
                      <a:pt x="705" y="268"/>
                      <a:pt x="707" y="221"/>
                      <a:pt x="702" y="212"/>
                    </a:cubicBezTo>
                    <a:cubicBezTo>
                      <a:pt x="694" y="200"/>
                      <a:pt x="699" y="177"/>
                      <a:pt x="711" y="170"/>
                    </a:cubicBezTo>
                    <a:cubicBezTo>
                      <a:pt x="723" y="163"/>
                      <a:pt x="728" y="182"/>
                      <a:pt x="728" y="182"/>
                    </a:cubicBezTo>
                    <a:cubicBezTo>
                      <a:pt x="737" y="17"/>
                      <a:pt x="872" y="0"/>
                      <a:pt x="872" y="0"/>
                    </a:cubicBezTo>
                    <a:lnTo>
                      <a:pt x="875" y="0"/>
                    </a:lnTo>
                    <a:close/>
                  </a:path>
                </a:pathLst>
              </a:custGeom>
              <a:solidFill>
                <a:srgbClr val="F7E8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3587" name="Freeform 401">
                <a:extLst>
                  <a:ext uri="{FF2B5EF4-FFF2-40B4-BE49-F238E27FC236}">
                    <a16:creationId xmlns:a16="http://schemas.microsoft.com/office/drawing/2014/main" id="{FE4EC9AF-AC54-4479-A39F-DB200F1D5F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2" y="2377"/>
                <a:ext cx="39" cy="175"/>
              </a:xfrm>
              <a:custGeom>
                <a:avLst/>
                <a:gdLst>
                  <a:gd name="T0" fmla="*/ 29 w 36"/>
                  <a:gd name="T1" fmla="*/ 0 h 164"/>
                  <a:gd name="T2" fmla="*/ 20 w 36"/>
                  <a:gd name="T3" fmla="*/ 12 h 164"/>
                  <a:gd name="T4" fmla="*/ 20 w 36"/>
                  <a:gd name="T5" fmla="*/ 30 h 164"/>
                  <a:gd name="T6" fmla="*/ 5 w 36"/>
                  <a:gd name="T7" fmla="*/ 57 h 164"/>
                  <a:gd name="T8" fmla="*/ 3 w 36"/>
                  <a:gd name="T9" fmla="*/ 81 h 164"/>
                  <a:gd name="T10" fmla="*/ 3 w 36"/>
                  <a:gd name="T11" fmla="*/ 97 h 164"/>
                  <a:gd name="T12" fmla="*/ 10 w 36"/>
                  <a:gd name="T13" fmla="*/ 107 h 164"/>
                  <a:gd name="T14" fmla="*/ 16 w 36"/>
                  <a:gd name="T15" fmla="*/ 126 h 164"/>
                  <a:gd name="T16" fmla="*/ 31 w 36"/>
                  <a:gd name="T17" fmla="*/ 141 h 164"/>
                  <a:gd name="T18" fmla="*/ 44 w 36"/>
                  <a:gd name="T19" fmla="*/ 173 h 164"/>
                  <a:gd name="T20" fmla="*/ 44 w 36"/>
                  <a:gd name="T21" fmla="*/ 200 h 16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6" h="164">
                    <a:moveTo>
                      <a:pt x="23" y="0"/>
                    </a:moveTo>
                    <a:cubicBezTo>
                      <a:pt x="20" y="4"/>
                      <a:pt x="18" y="5"/>
                      <a:pt x="16" y="9"/>
                    </a:cubicBezTo>
                    <a:cubicBezTo>
                      <a:pt x="15" y="14"/>
                      <a:pt x="17" y="19"/>
                      <a:pt x="16" y="24"/>
                    </a:cubicBezTo>
                    <a:cubicBezTo>
                      <a:pt x="14" y="34"/>
                      <a:pt x="10" y="39"/>
                      <a:pt x="5" y="47"/>
                    </a:cubicBezTo>
                    <a:cubicBezTo>
                      <a:pt x="0" y="54"/>
                      <a:pt x="2" y="58"/>
                      <a:pt x="3" y="67"/>
                    </a:cubicBezTo>
                    <a:cubicBezTo>
                      <a:pt x="3" y="71"/>
                      <a:pt x="3" y="76"/>
                      <a:pt x="3" y="80"/>
                    </a:cubicBezTo>
                    <a:cubicBezTo>
                      <a:pt x="4" y="83"/>
                      <a:pt x="5" y="85"/>
                      <a:pt x="7" y="88"/>
                    </a:cubicBezTo>
                    <a:cubicBezTo>
                      <a:pt x="10" y="95"/>
                      <a:pt x="8" y="100"/>
                      <a:pt x="13" y="104"/>
                    </a:cubicBezTo>
                    <a:cubicBezTo>
                      <a:pt x="18" y="108"/>
                      <a:pt x="21" y="111"/>
                      <a:pt x="25" y="116"/>
                    </a:cubicBezTo>
                    <a:cubicBezTo>
                      <a:pt x="30" y="124"/>
                      <a:pt x="33" y="133"/>
                      <a:pt x="35" y="142"/>
                    </a:cubicBezTo>
                    <a:cubicBezTo>
                      <a:pt x="36" y="149"/>
                      <a:pt x="34" y="157"/>
                      <a:pt x="35" y="164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3588" name="Freeform 402">
                <a:extLst>
                  <a:ext uri="{FF2B5EF4-FFF2-40B4-BE49-F238E27FC236}">
                    <a16:creationId xmlns:a16="http://schemas.microsoft.com/office/drawing/2014/main" id="{1AE6E1E0-ACBA-4533-8F97-6693F7C161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7" y="2462"/>
                <a:ext cx="49" cy="44"/>
              </a:xfrm>
              <a:custGeom>
                <a:avLst/>
                <a:gdLst>
                  <a:gd name="T0" fmla="*/ 55 w 46"/>
                  <a:gd name="T1" fmla="*/ 50 h 41"/>
                  <a:gd name="T2" fmla="*/ 40 w 46"/>
                  <a:gd name="T3" fmla="*/ 35 h 41"/>
                  <a:gd name="T4" fmla="*/ 25 w 46"/>
                  <a:gd name="T5" fmla="*/ 28 h 41"/>
                  <a:gd name="T6" fmla="*/ 0 w 46"/>
                  <a:gd name="T7" fmla="*/ 0 h 4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6" h="41">
                    <a:moveTo>
                      <a:pt x="46" y="41"/>
                    </a:moveTo>
                    <a:cubicBezTo>
                      <a:pt x="45" y="37"/>
                      <a:pt x="38" y="31"/>
                      <a:pt x="34" y="29"/>
                    </a:cubicBezTo>
                    <a:cubicBezTo>
                      <a:pt x="29" y="26"/>
                      <a:pt x="25" y="26"/>
                      <a:pt x="21" y="22"/>
                    </a:cubicBezTo>
                    <a:cubicBezTo>
                      <a:pt x="14" y="15"/>
                      <a:pt x="12" y="1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3589" name="Freeform 403">
                <a:extLst>
                  <a:ext uri="{FF2B5EF4-FFF2-40B4-BE49-F238E27FC236}">
                    <a16:creationId xmlns:a16="http://schemas.microsoft.com/office/drawing/2014/main" id="{04ED7A30-5DBB-4DA2-9708-BCE20B2790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4" y="2441"/>
                <a:ext cx="23" cy="18"/>
              </a:xfrm>
              <a:custGeom>
                <a:avLst/>
                <a:gdLst>
                  <a:gd name="T0" fmla="*/ 27 w 21"/>
                  <a:gd name="T1" fmla="*/ 20 h 17"/>
                  <a:gd name="T2" fmla="*/ 0 w 21"/>
                  <a:gd name="T3" fmla="*/ 0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17">
                    <a:moveTo>
                      <a:pt x="21" y="17"/>
                    </a:moveTo>
                    <a:cubicBezTo>
                      <a:pt x="16" y="9"/>
                      <a:pt x="9" y="4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3590" name="Freeform 404">
                <a:extLst>
                  <a:ext uri="{FF2B5EF4-FFF2-40B4-BE49-F238E27FC236}">
                    <a16:creationId xmlns:a16="http://schemas.microsoft.com/office/drawing/2014/main" id="{3ABEB6C8-69C3-4C5B-8E1A-CB6696AD57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4" y="2377"/>
                <a:ext cx="38" cy="129"/>
              </a:xfrm>
              <a:custGeom>
                <a:avLst/>
                <a:gdLst>
                  <a:gd name="T0" fmla="*/ 2 w 36"/>
                  <a:gd name="T1" fmla="*/ 0 h 121"/>
                  <a:gd name="T2" fmla="*/ 1 w 36"/>
                  <a:gd name="T3" fmla="*/ 57 h 121"/>
                  <a:gd name="T4" fmla="*/ 6 w 36"/>
                  <a:gd name="T5" fmla="*/ 100 h 121"/>
                  <a:gd name="T6" fmla="*/ 22 w 36"/>
                  <a:gd name="T7" fmla="*/ 127 h 121"/>
                  <a:gd name="T8" fmla="*/ 42 w 36"/>
                  <a:gd name="T9" fmla="*/ 147 h 1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" h="121">
                    <a:moveTo>
                      <a:pt x="2" y="0"/>
                    </a:moveTo>
                    <a:cubicBezTo>
                      <a:pt x="8" y="15"/>
                      <a:pt x="2" y="31"/>
                      <a:pt x="1" y="47"/>
                    </a:cubicBezTo>
                    <a:cubicBezTo>
                      <a:pt x="0" y="59"/>
                      <a:pt x="1" y="71"/>
                      <a:pt x="6" y="83"/>
                    </a:cubicBezTo>
                    <a:cubicBezTo>
                      <a:pt x="9" y="90"/>
                      <a:pt x="13" y="99"/>
                      <a:pt x="19" y="105"/>
                    </a:cubicBezTo>
                    <a:cubicBezTo>
                      <a:pt x="23" y="110"/>
                      <a:pt x="30" y="119"/>
                      <a:pt x="36" y="121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3591" name="Freeform 405">
                <a:extLst>
                  <a:ext uri="{FF2B5EF4-FFF2-40B4-BE49-F238E27FC236}">
                    <a16:creationId xmlns:a16="http://schemas.microsoft.com/office/drawing/2014/main" id="{2791CA15-97FD-4A62-A372-C34FE24D28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0" y="2369"/>
                <a:ext cx="38" cy="27"/>
              </a:xfrm>
              <a:custGeom>
                <a:avLst/>
                <a:gdLst>
                  <a:gd name="T0" fmla="*/ 0 w 36"/>
                  <a:gd name="T1" fmla="*/ 3 h 26"/>
                  <a:gd name="T2" fmla="*/ 42 w 36"/>
                  <a:gd name="T3" fmla="*/ 29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6" h="26">
                    <a:moveTo>
                      <a:pt x="0" y="3"/>
                    </a:moveTo>
                    <a:cubicBezTo>
                      <a:pt x="13" y="0"/>
                      <a:pt x="30" y="16"/>
                      <a:pt x="36" y="26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3592" name="Freeform 406">
                <a:extLst>
                  <a:ext uri="{FF2B5EF4-FFF2-40B4-BE49-F238E27FC236}">
                    <a16:creationId xmlns:a16="http://schemas.microsoft.com/office/drawing/2014/main" id="{51CE6E5C-1CE2-41A1-9D0E-127A261CC5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7" y="2456"/>
                <a:ext cx="28" cy="30"/>
              </a:xfrm>
              <a:custGeom>
                <a:avLst/>
                <a:gdLst>
                  <a:gd name="T0" fmla="*/ 31 w 26"/>
                  <a:gd name="T1" fmla="*/ 1 h 28"/>
                  <a:gd name="T2" fmla="*/ 6 w 26"/>
                  <a:gd name="T3" fmla="*/ 6 h 28"/>
                  <a:gd name="T4" fmla="*/ 1 w 26"/>
                  <a:gd name="T5" fmla="*/ 34 h 28"/>
                  <a:gd name="T6" fmla="*/ 32 w 26"/>
                  <a:gd name="T7" fmla="*/ 33 h 2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28">
                    <a:moveTo>
                      <a:pt x="25" y="1"/>
                    </a:moveTo>
                    <a:cubicBezTo>
                      <a:pt x="18" y="0"/>
                      <a:pt x="11" y="1"/>
                      <a:pt x="6" y="6"/>
                    </a:cubicBezTo>
                    <a:cubicBezTo>
                      <a:pt x="0" y="11"/>
                      <a:pt x="0" y="21"/>
                      <a:pt x="1" y="28"/>
                    </a:cubicBezTo>
                    <a:cubicBezTo>
                      <a:pt x="5" y="22"/>
                      <a:pt x="20" y="20"/>
                      <a:pt x="26" y="27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3593" name="Freeform 407">
                <a:extLst>
                  <a:ext uri="{FF2B5EF4-FFF2-40B4-BE49-F238E27FC236}">
                    <a16:creationId xmlns:a16="http://schemas.microsoft.com/office/drawing/2014/main" id="{E025CDAC-4F98-4523-B9B6-833E663A85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0" y="2536"/>
                <a:ext cx="37" cy="25"/>
              </a:xfrm>
              <a:custGeom>
                <a:avLst/>
                <a:gdLst>
                  <a:gd name="T0" fmla="*/ 0 w 35"/>
                  <a:gd name="T1" fmla="*/ 10 h 23"/>
                  <a:gd name="T2" fmla="*/ 29 w 35"/>
                  <a:gd name="T3" fmla="*/ 5 h 23"/>
                  <a:gd name="T4" fmla="*/ 40 w 35"/>
                  <a:gd name="T5" fmla="*/ 14 h 23"/>
                  <a:gd name="T6" fmla="*/ 34 w 35"/>
                  <a:gd name="T7" fmla="*/ 29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5" h="23">
                    <a:moveTo>
                      <a:pt x="0" y="7"/>
                    </a:moveTo>
                    <a:cubicBezTo>
                      <a:pt x="8" y="1"/>
                      <a:pt x="16" y="0"/>
                      <a:pt x="25" y="5"/>
                    </a:cubicBezTo>
                    <a:cubicBezTo>
                      <a:pt x="27" y="6"/>
                      <a:pt x="33" y="8"/>
                      <a:pt x="34" y="11"/>
                    </a:cubicBezTo>
                    <a:cubicBezTo>
                      <a:pt x="35" y="14"/>
                      <a:pt x="30" y="21"/>
                      <a:pt x="28" y="23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3594" name="Freeform 408">
                <a:extLst>
                  <a:ext uri="{FF2B5EF4-FFF2-40B4-BE49-F238E27FC236}">
                    <a16:creationId xmlns:a16="http://schemas.microsoft.com/office/drawing/2014/main" id="{C08CE178-5F68-4DD4-B016-44B547C063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9" y="2969"/>
                <a:ext cx="62" cy="87"/>
              </a:xfrm>
              <a:custGeom>
                <a:avLst/>
                <a:gdLst>
                  <a:gd name="T0" fmla="*/ 0 w 58"/>
                  <a:gd name="T1" fmla="*/ 0 h 82"/>
                  <a:gd name="T2" fmla="*/ 71 w 58"/>
                  <a:gd name="T3" fmla="*/ 98 h 8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8" h="82">
                    <a:moveTo>
                      <a:pt x="0" y="0"/>
                    </a:moveTo>
                    <a:cubicBezTo>
                      <a:pt x="13" y="31"/>
                      <a:pt x="53" y="46"/>
                      <a:pt x="58" y="82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3595" name="Freeform 409">
                <a:extLst>
                  <a:ext uri="{FF2B5EF4-FFF2-40B4-BE49-F238E27FC236}">
                    <a16:creationId xmlns:a16="http://schemas.microsoft.com/office/drawing/2014/main" id="{ED8F2CC1-0D78-4068-BA18-89EE114BAF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3" y="3095"/>
                <a:ext cx="212" cy="38"/>
              </a:xfrm>
              <a:custGeom>
                <a:avLst/>
                <a:gdLst>
                  <a:gd name="T0" fmla="*/ 0 w 199"/>
                  <a:gd name="T1" fmla="*/ 0 h 36"/>
                  <a:gd name="T2" fmla="*/ 114 w 199"/>
                  <a:gd name="T3" fmla="*/ 40 h 36"/>
                  <a:gd name="T4" fmla="*/ 241 w 199"/>
                  <a:gd name="T5" fmla="*/ 20 h 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9" h="36">
                    <a:moveTo>
                      <a:pt x="0" y="0"/>
                    </a:moveTo>
                    <a:cubicBezTo>
                      <a:pt x="32" y="17"/>
                      <a:pt x="56" y="33"/>
                      <a:pt x="94" y="34"/>
                    </a:cubicBezTo>
                    <a:cubicBezTo>
                      <a:pt x="129" y="36"/>
                      <a:pt x="166" y="27"/>
                      <a:pt x="199" y="17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3596" name="Freeform 410">
                <a:extLst>
                  <a:ext uri="{FF2B5EF4-FFF2-40B4-BE49-F238E27FC236}">
                    <a16:creationId xmlns:a16="http://schemas.microsoft.com/office/drawing/2014/main" id="{36F12029-42CC-4316-A647-D6CEA22EF9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1" y="3099"/>
                <a:ext cx="41" cy="18"/>
              </a:xfrm>
              <a:custGeom>
                <a:avLst/>
                <a:gdLst>
                  <a:gd name="T0" fmla="*/ 0 w 38"/>
                  <a:gd name="T1" fmla="*/ 0 h 17"/>
                  <a:gd name="T2" fmla="*/ 47 w 38"/>
                  <a:gd name="T3" fmla="*/ 20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8" h="17">
                    <a:moveTo>
                      <a:pt x="0" y="0"/>
                    </a:moveTo>
                    <a:cubicBezTo>
                      <a:pt x="13" y="1"/>
                      <a:pt x="29" y="8"/>
                      <a:pt x="38" y="17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3597" name="Freeform 411">
                <a:extLst>
                  <a:ext uri="{FF2B5EF4-FFF2-40B4-BE49-F238E27FC236}">
                    <a16:creationId xmlns:a16="http://schemas.microsoft.com/office/drawing/2014/main" id="{48050222-E322-4877-AC3F-3544CAAF86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4" y="3156"/>
                <a:ext cx="43" cy="4"/>
              </a:xfrm>
              <a:custGeom>
                <a:avLst/>
                <a:gdLst>
                  <a:gd name="T0" fmla="*/ 0 w 41"/>
                  <a:gd name="T1" fmla="*/ 0 h 4"/>
                  <a:gd name="T2" fmla="*/ 47 w 41"/>
                  <a:gd name="T3" fmla="*/ 4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1" h="4">
                    <a:moveTo>
                      <a:pt x="0" y="0"/>
                    </a:moveTo>
                    <a:cubicBezTo>
                      <a:pt x="14" y="3"/>
                      <a:pt x="28" y="1"/>
                      <a:pt x="41" y="4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3598" name="Freeform 412">
                <a:extLst>
                  <a:ext uri="{FF2B5EF4-FFF2-40B4-BE49-F238E27FC236}">
                    <a16:creationId xmlns:a16="http://schemas.microsoft.com/office/drawing/2014/main" id="{340EE9FE-E9BA-486D-95A3-5767BDA49B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3" y="3692"/>
                <a:ext cx="39" cy="11"/>
              </a:xfrm>
              <a:custGeom>
                <a:avLst/>
                <a:gdLst>
                  <a:gd name="T0" fmla="*/ 0 w 37"/>
                  <a:gd name="T1" fmla="*/ 0 h 10"/>
                  <a:gd name="T2" fmla="*/ 43 w 37"/>
                  <a:gd name="T3" fmla="*/ 13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7" h="10">
                    <a:moveTo>
                      <a:pt x="0" y="0"/>
                    </a:moveTo>
                    <a:cubicBezTo>
                      <a:pt x="12" y="5"/>
                      <a:pt x="25" y="9"/>
                      <a:pt x="37" y="1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3599" name="Freeform 413">
                <a:extLst>
                  <a:ext uri="{FF2B5EF4-FFF2-40B4-BE49-F238E27FC236}">
                    <a16:creationId xmlns:a16="http://schemas.microsoft.com/office/drawing/2014/main" id="{5C65C8EC-1470-4692-9B81-90AC624971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3" y="3802"/>
                <a:ext cx="91" cy="15"/>
              </a:xfrm>
              <a:custGeom>
                <a:avLst/>
                <a:gdLst>
                  <a:gd name="T0" fmla="*/ 0 w 86"/>
                  <a:gd name="T1" fmla="*/ 6 h 14"/>
                  <a:gd name="T2" fmla="*/ 34 w 86"/>
                  <a:gd name="T3" fmla="*/ 1 h 14"/>
                  <a:gd name="T4" fmla="*/ 65 w 86"/>
                  <a:gd name="T5" fmla="*/ 12 h 14"/>
                  <a:gd name="T6" fmla="*/ 102 w 86"/>
                  <a:gd name="T7" fmla="*/ 17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6" h="14">
                    <a:moveTo>
                      <a:pt x="0" y="6"/>
                    </a:moveTo>
                    <a:cubicBezTo>
                      <a:pt x="9" y="3"/>
                      <a:pt x="19" y="0"/>
                      <a:pt x="28" y="1"/>
                    </a:cubicBezTo>
                    <a:cubicBezTo>
                      <a:pt x="38" y="2"/>
                      <a:pt x="45" y="8"/>
                      <a:pt x="55" y="9"/>
                    </a:cubicBezTo>
                    <a:cubicBezTo>
                      <a:pt x="65" y="10"/>
                      <a:pt x="80" y="2"/>
                      <a:pt x="86" y="14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3600" name="Freeform 414">
                <a:extLst>
                  <a:ext uri="{FF2B5EF4-FFF2-40B4-BE49-F238E27FC236}">
                    <a16:creationId xmlns:a16="http://schemas.microsoft.com/office/drawing/2014/main" id="{54834142-F2B4-4CF6-8774-BB35204AE7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0" y="3964"/>
                <a:ext cx="51" cy="82"/>
              </a:xfrm>
              <a:custGeom>
                <a:avLst/>
                <a:gdLst>
                  <a:gd name="T0" fmla="*/ 7 w 48"/>
                  <a:gd name="T1" fmla="*/ 93 h 77"/>
                  <a:gd name="T2" fmla="*/ 4 w 48"/>
                  <a:gd name="T3" fmla="*/ 49 h 77"/>
                  <a:gd name="T4" fmla="*/ 21 w 48"/>
                  <a:gd name="T5" fmla="*/ 43 h 77"/>
                  <a:gd name="T6" fmla="*/ 38 w 48"/>
                  <a:gd name="T7" fmla="*/ 33 h 77"/>
                  <a:gd name="T8" fmla="*/ 41 w 48"/>
                  <a:gd name="T9" fmla="*/ 23 h 77"/>
                  <a:gd name="T10" fmla="*/ 49 w 48"/>
                  <a:gd name="T11" fmla="*/ 18 h 77"/>
                  <a:gd name="T12" fmla="*/ 55 w 48"/>
                  <a:gd name="T13" fmla="*/ 0 h 7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8" h="77">
                    <a:moveTo>
                      <a:pt x="7" y="77"/>
                    </a:moveTo>
                    <a:cubicBezTo>
                      <a:pt x="0" y="66"/>
                      <a:pt x="0" y="52"/>
                      <a:pt x="4" y="40"/>
                    </a:cubicBezTo>
                    <a:cubicBezTo>
                      <a:pt x="9" y="41"/>
                      <a:pt x="14" y="38"/>
                      <a:pt x="18" y="36"/>
                    </a:cubicBezTo>
                    <a:cubicBezTo>
                      <a:pt x="22" y="34"/>
                      <a:pt x="30" y="30"/>
                      <a:pt x="32" y="27"/>
                    </a:cubicBezTo>
                    <a:cubicBezTo>
                      <a:pt x="34" y="24"/>
                      <a:pt x="33" y="22"/>
                      <a:pt x="35" y="20"/>
                    </a:cubicBezTo>
                    <a:cubicBezTo>
                      <a:pt x="37" y="18"/>
                      <a:pt x="39" y="17"/>
                      <a:pt x="40" y="15"/>
                    </a:cubicBezTo>
                    <a:cubicBezTo>
                      <a:pt x="44" y="11"/>
                      <a:pt x="48" y="6"/>
                      <a:pt x="46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3601" name="Freeform 415">
                <a:extLst>
                  <a:ext uri="{FF2B5EF4-FFF2-40B4-BE49-F238E27FC236}">
                    <a16:creationId xmlns:a16="http://schemas.microsoft.com/office/drawing/2014/main" id="{EB050370-3A2A-4741-A76F-3DB42977E4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5" y="3970"/>
                <a:ext cx="3" cy="16"/>
              </a:xfrm>
              <a:custGeom>
                <a:avLst/>
                <a:gdLst>
                  <a:gd name="T0" fmla="*/ 3 w 3"/>
                  <a:gd name="T1" fmla="*/ 18 h 15"/>
                  <a:gd name="T2" fmla="*/ 1 w 3"/>
                  <a:gd name="T3" fmla="*/ 0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5">
                    <a:moveTo>
                      <a:pt x="3" y="15"/>
                    </a:moveTo>
                    <a:cubicBezTo>
                      <a:pt x="0" y="11"/>
                      <a:pt x="1" y="5"/>
                      <a:pt x="1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3602" name="Freeform 416">
                <a:extLst>
                  <a:ext uri="{FF2B5EF4-FFF2-40B4-BE49-F238E27FC236}">
                    <a16:creationId xmlns:a16="http://schemas.microsoft.com/office/drawing/2014/main" id="{5234AD58-6B51-4E3A-AA58-D1F34F40A9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2" y="3999"/>
                <a:ext cx="41" cy="27"/>
              </a:xfrm>
              <a:custGeom>
                <a:avLst/>
                <a:gdLst>
                  <a:gd name="T0" fmla="*/ 0 w 39"/>
                  <a:gd name="T1" fmla="*/ 10 h 25"/>
                  <a:gd name="T2" fmla="*/ 20 w 39"/>
                  <a:gd name="T3" fmla="*/ 15 h 25"/>
                  <a:gd name="T4" fmla="*/ 27 w 39"/>
                  <a:gd name="T5" fmla="*/ 31 h 25"/>
                  <a:gd name="T6" fmla="*/ 43 w 39"/>
                  <a:gd name="T7" fmla="*/ 15 h 25"/>
                  <a:gd name="T8" fmla="*/ 28 w 39"/>
                  <a:gd name="T9" fmla="*/ 0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9" h="25">
                    <a:moveTo>
                      <a:pt x="0" y="7"/>
                    </a:moveTo>
                    <a:cubicBezTo>
                      <a:pt x="6" y="4"/>
                      <a:pt x="12" y="8"/>
                      <a:pt x="17" y="12"/>
                    </a:cubicBezTo>
                    <a:cubicBezTo>
                      <a:pt x="21" y="15"/>
                      <a:pt x="22" y="20"/>
                      <a:pt x="24" y="25"/>
                    </a:cubicBezTo>
                    <a:cubicBezTo>
                      <a:pt x="27" y="21"/>
                      <a:pt x="35" y="17"/>
                      <a:pt x="37" y="12"/>
                    </a:cubicBezTo>
                    <a:cubicBezTo>
                      <a:pt x="39" y="6"/>
                      <a:pt x="29" y="2"/>
                      <a:pt x="25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3603" name="Freeform 417">
                <a:extLst>
                  <a:ext uri="{FF2B5EF4-FFF2-40B4-BE49-F238E27FC236}">
                    <a16:creationId xmlns:a16="http://schemas.microsoft.com/office/drawing/2014/main" id="{CA3B5915-F991-4955-AE22-0E175BDFDF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7" y="3973"/>
                <a:ext cx="39" cy="57"/>
              </a:xfrm>
              <a:custGeom>
                <a:avLst/>
                <a:gdLst>
                  <a:gd name="T0" fmla="*/ 4 w 37"/>
                  <a:gd name="T1" fmla="*/ 66 h 53"/>
                  <a:gd name="T2" fmla="*/ 20 w 37"/>
                  <a:gd name="T3" fmla="*/ 29 h 53"/>
                  <a:gd name="T4" fmla="*/ 37 w 37"/>
                  <a:gd name="T5" fmla="*/ 17 h 53"/>
                  <a:gd name="T6" fmla="*/ 43 w 37"/>
                  <a:gd name="T7" fmla="*/ 0 h 5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7" h="53">
                    <a:moveTo>
                      <a:pt x="4" y="53"/>
                    </a:moveTo>
                    <a:cubicBezTo>
                      <a:pt x="0" y="40"/>
                      <a:pt x="7" y="29"/>
                      <a:pt x="17" y="23"/>
                    </a:cubicBezTo>
                    <a:cubicBezTo>
                      <a:pt x="22" y="20"/>
                      <a:pt x="27" y="18"/>
                      <a:pt x="31" y="14"/>
                    </a:cubicBezTo>
                    <a:cubicBezTo>
                      <a:pt x="35" y="10"/>
                      <a:pt x="34" y="4"/>
                      <a:pt x="37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3604" name="Freeform 418">
                <a:extLst>
                  <a:ext uri="{FF2B5EF4-FFF2-40B4-BE49-F238E27FC236}">
                    <a16:creationId xmlns:a16="http://schemas.microsoft.com/office/drawing/2014/main" id="{40AF4088-7F8E-4D1A-8F0D-0C037CF2E4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2" y="3959"/>
                <a:ext cx="45" cy="42"/>
              </a:xfrm>
              <a:custGeom>
                <a:avLst/>
                <a:gdLst>
                  <a:gd name="T0" fmla="*/ 0 w 42"/>
                  <a:gd name="T1" fmla="*/ 46 h 40"/>
                  <a:gd name="T2" fmla="*/ 11 w 42"/>
                  <a:gd name="T3" fmla="*/ 30 h 40"/>
                  <a:gd name="T4" fmla="*/ 21 w 42"/>
                  <a:gd name="T5" fmla="*/ 19 h 40"/>
                  <a:gd name="T6" fmla="*/ 34 w 42"/>
                  <a:gd name="T7" fmla="*/ 16 h 40"/>
                  <a:gd name="T8" fmla="*/ 51 w 42"/>
                  <a:gd name="T9" fmla="*/ 0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2" h="40">
                    <a:moveTo>
                      <a:pt x="0" y="40"/>
                    </a:moveTo>
                    <a:cubicBezTo>
                      <a:pt x="0" y="35"/>
                      <a:pt x="5" y="30"/>
                      <a:pt x="8" y="27"/>
                    </a:cubicBezTo>
                    <a:cubicBezTo>
                      <a:pt x="11" y="23"/>
                      <a:pt x="14" y="19"/>
                      <a:pt x="18" y="16"/>
                    </a:cubicBezTo>
                    <a:cubicBezTo>
                      <a:pt x="21" y="14"/>
                      <a:pt x="25" y="15"/>
                      <a:pt x="28" y="13"/>
                    </a:cubicBezTo>
                    <a:cubicBezTo>
                      <a:pt x="34" y="10"/>
                      <a:pt x="36" y="3"/>
                      <a:pt x="42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3605" name="Freeform 419">
                <a:extLst>
                  <a:ext uri="{FF2B5EF4-FFF2-40B4-BE49-F238E27FC236}">
                    <a16:creationId xmlns:a16="http://schemas.microsoft.com/office/drawing/2014/main" id="{821DC3CC-17C7-4789-A6E7-427882731E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2" y="3953"/>
                <a:ext cx="20" cy="15"/>
              </a:xfrm>
              <a:custGeom>
                <a:avLst/>
                <a:gdLst>
                  <a:gd name="T0" fmla="*/ 0 w 19"/>
                  <a:gd name="T1" fmla="*/ 13 h 14"/>
                  <a:gd name="T2" fmla="*/ 9 w 19"/>
                  <a:gd name="T3" fmla="*/ 10 h 14"/>
                  <a:gd name="T4" fmla="*/ 22 w 19"/>
                  <a:gd name="T5" fmla="*/ 0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14">
                    <a:moveTo>
                      <a:pt x="0" y="10"/>
                    </a:moveTo>
                    <a:cubicBezTo>
                      <a:pt x="1" y="14"/>
                      <a:pt x="7" y="8"/>
                      <a:pt x="9" y="7"/>
                    </a:cubicBezTo>
                    <a:cubicBezTo>
                      <a:pt x="12" y="5"/>
                      <a:pt x="16" y="3"/>
                      <a:pt x="19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3606" name="Freeform 420">
                <a:extLst>
                  <a:ext uri="{FF2B5EF4-FFF2-40B4-BE49-F238E27FC236}">
                    <a16:creationId xmlns:a16="http://schemas.microsoft.com/office/drawing/2014/main" id="{A82A3FB6-CD48-4837-8F6F-0615E99CDC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9" y="3970"/>
                <a:ext cx="11" cy="13"/>
              </a:xfrm>
              <a:custGeom>
                <a:avLst/>
                <a:gdLst>
                  <a:gd name="T0" fmla="*/ 0 w 11"/>
                  <a:gd name="T1" fmla="*/ 4 h 12"/>
                  <a:gd name="T2" fmla="*/ 6 w 11"/>
                  <a:gd name="T3" fmla="*/ 15 h 12"/>
                  <a:gd name="T4" fmla="*/ 2 w 11"/>
                  <a:gd name="T5" fmla="*/ 4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2">
                    <a:moveTo>
                      <a:pt x="0" y="4"/>
                    </a:moveTo>
                    <a:cubicBezTo>
                      <a:pt x="3" y="6"/>
                      <a:pt x="4" y="9"/>
                      <a:pt x="6" y="12"/>
                    </a:cubicBezTo>
                    <a:cubicBezTo>
                      <a:pt x="11" y="8"/>
                      <a:pt x="8" y="0"/>
                      <a:pt x="2" y="4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3607" name="Freeform 421">
                <a:extLst>
                  <a:ext uri="{FF2B5EF4-FFF2-40B4-BE49-F238E27FC236}">
                    <a16:creationId xmlns:a16="http://schemas.microsoft.com/office/drawing/2014/main" id="{15997997-70F7-4A3F-9CCD-1208CEA880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9" y="3989"/>
                <a:ext cx="16" cy="18"/>
              </a:xfrm>
              <a:custGeom>
                <a:avLst/>
                <a:gdLst>
                  <a:gd name="T0" fmla="*/ 0 w 15"/>
                  <a:gd name="T1" fmla="*/ 7 h 16"/>
                  <a:gd name="T2" fmla="*/ 11 w 15"/>
                  <a:gd name="T3" fmla="*/ 23 h 16"/>
                  <a:gd name="T4" fmla="*/ 16 w 15"/>
                  <a:gd name="T5" fmla="*/ 7 h 16"/>
                  <a:gd name="T6" fmla="*/ 2 w 15"/>
                  <a:gd name="T7" fmla="*/ 8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16">
                    <a:moveTo>
                      <a:pt x="0" y="4"/>
                    </a:moveTo>
                    <a:cubicBezTo>
                      <a:pt x="7" y="6"/>
                      <a:pt x="8" y="10"/>
                      <a:pt x="8" y="16"/>
                    </a:cubicBezTo>
                    <a:cubicBezTo>
                      <a:pt x="10" y="13"/>
                      <a:pt x="15" y="8"/>
                      <a:pt x="13" y="4"/>
                    </a:cubicBezTo>
                    <a:cubicBezTo>
                      <a:pt x="11" y="0"/>
                      <a:pt x="3" y="1"/>
                      <a:pt x="2" y="5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3608" name="Freeform 422">
                <a:extLst>
                  <a:ext uri="{FF2B5EF4-FFF2-40B4-BE49-F238E27FC236}">
                    <a16:creationId xmlns:a16="http://schemas.microsoft.com/office/drawing/2014/main" id="{B965ECE4-7F19-46A6-8D25-DF54CCDC2A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0" y="4004"/>
                <a:ext cx="21" cy="17"/>
              </a:xfrm>
              <a:custGeom>
                <a:avLst/>
                <a:gdLst>
                  <a:gd name="T0" fmla="*/ 1 w 20"/>
                  <a:gd name="T1" fmla="*/ 11 h 16"/>
                  <a:gd name="T2" fmla="*/ 17 w 20"/>
                  <a:gd name="T3" fmla="*/ 19 h 16"/>
                  <a:gd name="T4" fmla="*/ 22 w 20"/>
                  <a:gd name="T5" fmla="*/ 5 h 16"/>
                  <a:gd name="T6" fmla="*/ 9 w 20"/>
                  <a:gd name="T7" fmla="*/ 0 h 16"/>
                  <a:gd name="T8" fmla="*/ 0 w 20"/>
                  <a:gd name="T9" fmla="*/ 7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16">
                    <a:moveTo>
                      <a:pt x="1" y="8"/>
                    </a:moveTo>
                    <a:cubicBezTo>
                      <a:pt x="7" y="10"/>
                      <a:pt x="10" y="9"/>
                      <a:pt x="14" y="16"/>
                    </a:cubicBezTo>
                    <a:cubicBezTo>
                      <a:pt x="15" y="13"/>
                      <a:pt x="20" y="9"/>
                      <a:pt x="19" y="5"/>
                    </a:cubicBezTo>
                    <a:cubicBezTo>
                      <a:pt x="18" y="0"/>
                      <a:pt x="12" y="0"/>
                      <a:pt x="9" y="0"/>
                    </a:cubicBezTo>
                    <a:cubicBezTo>
                      <a:pt x="4" y="1"/>
                      <a:pt x="2" y="3"/>
                      <a:pt x="0" y="7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3609" name="Freeform 423">
                <a:extLst>
                  <a:ext uri="{FF2B5EF4-FFF2-40B4-BE49-F238E27FC236}">
                    <a16:creationId xmlns:a16="http://schemas.microsoft.com/office/drawing/2014/main" id="{D0AA7C36-F61C-47E3-8D0F-5ED7C8C4CF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0" y="1480"/>
                <a:ext cx="139" cy="656"/>
              </a:xfrm>
              <a:custGeom>
                <a:avLst/>
                <a:gdLst>
                  <a:gd name="T0" fmla="*/ 0 w 130"/>
                  <a:gd name="T1" fmla="*/ 747 h 615"/>
                  <a:gd name="T2" fmla="*/ 24 w 130"/>
                  <a:gd name="T3" fmla="*/ 511 h 615"/>
                  <a:gd name="T4" fmla="*/ 109 w 130"/>
                  <a:gd name="T5" fmla="*/ 357 h 615"/>
                  <a:gd name="T6" fmla="*/ 115 w 130"/>
                  <a:gd name="T7" fmla="*/ 254 h 615"/>
                  <a:gd name="T8" fmla="*/ 149 w 130"/>
                  <a:gd name="T9" fmla="*/ 166 h 615"/>
                  <a:gd name="T10" fmla="*/ 143 w 130"/>
                  <a:gd name="T11" fmla="*/ 0 h 61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0" h="615">
                    <a:moveTo>
                      <a:pt x="0" y="615"/>
                    </a:moveTo>
                    <a:cubicBezTo>
                      <a:pt x="0" y="615"/>
                      <a:pt x="0" y="472"/>
                      <a:pt x="20" y="421"/>
                    </a:cubicBezTo>
                    <a:cubicBezTo>
                      <a:pt x="41" y="370"/>
                      <a:pt x="95" y="311"/>
                      <a:pt x="89" y="294"/>
                    </a:cubicBezTo>
                    <a:cubicBezTo>
                      <a:pt x="83" y="276"/>
                      <a:pt x="69" y="263"/>
                      <a:pt x="94" y="209"/>
                    </a:cubicBezTo>
                    <a:cubicBezTo>
                      <a:pt x="119" y="154"/>
                      <a:pt x="130" y="156"/>
                      <a:pt x="122" y="137"/>
                    </a:cubicBezTo>
                    <a:cubicBezTo>
                      <a:pt x="113" y="118"/>
                      <a:pt x="92" y="50"/>
                      <a:pt x="117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3610" name="Freeform 424">
                <a:extLst>
                  <a:ext uri="{FF2B5EF4-FFF2-40B4-BE49-F238E27FC236}">
                    <a16:creationId xmlns:a16="http://schemas.microsoft.com/office/drawing/2014/main" id="{D1C7A678-2B60-45A2-86B6-EE64942C0A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8" y="1554"/>
                <a:ext cx="99" cy="30"/>
              </a:xfrm>
              <a:custGeom>
                <a:avLst/>
                <a:gdLst>
                  <a:gd name="T0" fmla="*/ 112 w 93"/>
                  <a:gd name="T1" fmla="*/ 33 h 28"/>
                  <a:gd name="T2" fmla="*/ 94 w 93"/>
                  <a:gd name="T3" fmla="*/ 27 h 28"/>
                  <a:gd name="T4" fmla="*/ 0 w 93"/>
                  <a:gd name="T5" fmla="*/ 0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3" h="28">
                    <a:moveTo>
                      <a:pt x="93" y="27"/>
                    </a:moveTo>
                    <a:cubicBezTo>
                      <a:pt x="93" y="27"/>
                      <a:pt x="87" y="28"/>
                      <a:pt x="78" y="21"/>
                    </a:cubicBezTo>
                    <a:cubicBezTo>
                      <a:pt x="69" y="14"/>
                      <a:pt x="30" y="22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3611" name="Freeform 425">
                <a:extLst>
                  <a:ext uri="{FF2B5EF4-FFF2-40B4-BE49-F238E27FC236}">
                    <a16:creationId xmlns:a16="http://schemas.microsoft.com/office/drawing/2014/main" id="{AC0AD96D-C6A1-4BE3-BD7A-47D340AA68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8" y="1620"/>
                <a:ext cx="20" cy="44"/>
              </a:xfrm>
              <a:custGeom>
                <a:avLst/>
                <a:gdLst>
                  <a:gd name="T0" fmla="*/ 0 w 19"/>
                  <a:gd name="T1" fmla="*/ 0 h 41"/>
                  <a:gd name="T2" fmla="*/ 22 w 19"/>
                  <a:gd name="T3" fmla="*/ 50 h 4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41">
                    <a:moveTo>
                      <a:pt x="0" y="0"/>
                    </a:moveTo>
                    <a:cubicBezTo>
                      <a:pt x="0" y="0"/>
                      <a:pt x="9" y="17"/>
                      <a:pt x="19" y="41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3612" name="Freeform 426">
                <a:extLst>
                  <a:ext uri="{FF2B5EF4-FFF2-40B4-BE49-F238E27FC236}">
                    <a16:creationId xmlns:a16="http://schemas.microsoft.com/office/drawing/2014/main" id="{C02A8B9B-DBFE-4BB2-8980-FD1A176ECB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2" y="1709"/>
                <a:ext cx="493" cy="270"/>
              </a:xfrm>
              <a:custGeom>
                <a:avLst/>
                <a:gdLst>
                  <a:gd name="T0" fmla="*/ 33 w 462"/>
                  <a:gd name="T1" fmla="*/ 0 h 254"/>
                  <a:gd name="T2" fmla="*/ 27 w 462"/>
                  <a:gd name="T3" fmla="*/ 100 h 254"/>
                  <a:gd name="T4" fmla="*/ 120 w 462"/>
                  <a:gd name="T5" fmla="*/ 185 h 254"/>
                  <a:gd name="T6" fmla="*/ 217 w 462"/>
                  <a:gd name="T7" fmla="*/ 221 h 254"/>
                  <a:gd name="T8" fmla="*/ 561 w 462"/>
                  <a:gd name="T9" fmla="*/ 161 h 25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62" h="254">
                    <a:moveTo>
                      <a:pt x="27" y="0"/>
                    </a:moveTo>
                    <a:cubicBezTo>
                      <a:pt x="27" y="0"/>
                      <a:pt x="0" y="62"/>
                      <a:pt x="22" y="83"/>
                    </a:cubicBezTo>
                    <a:cubicBezTo>
                      <a:pt x="44" y="103"/>
                      <a:pt x="85" y="146"/>
                      <a:pt x="98" y="154"/>
                    </a:cubicBezTo>
                    <a:cubicBezTo>
                      <a:pt x="112" y="163"/>
                      <a:pt x="138" y="178"/>
                      <a:pt x="178" y="184"/>
                    </a:cubicBezTo>
                    <a:cubicBezTo>
                      <a:pt x="217" y="190"/>
                      <a:pt x="455" y="254"/>
                      <a:pt x="462" y="134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3613" name="Freeform 427">
                <a:extLst>
                  <a:ext uri="{FF2B5EF4-FFF2-40B4-BE49-F238E27FC236}">
                    <a16:creationId xmlns:a16="http://schemas.microsoft.com/office/drawing/2014/main" id="{A5ECFE30-EB9E-4580-BF84-5FAB6065B4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9" y="1834"/>
                <a:ext cx="112" cy="53"/>
              </a:xfrm>
              <a:custGeom>
                <a:avLst/>
                <a:gdLst>
                  <a:gd name="T0" fmla="*/ 55 w 105"/>
                  <a:gd name="T1" fmla="*/ 0 h 49"/>
                  <a:gd name="T2" fmla="*/ 68 w 105"/>
                  <a:gd name="T3" fmla="*/ 1 h 49"/>
                  <a:gd name="T4" fmla="*/ 126 w 105"/>
                  <a:gd name="T5" fmla="*/ 38 h 49"/>
                  <a:gd name="T6" fmla="*/ 61 w 105"/>
                  <a:gd name="T7" fmla="*/ 57 h 49"/>
                  <a:gd name="T8" fmla="*/ 2 w 105"/>
                  <a:gd name="T9" fmla="*/ 19 h 49"/>
                  <a:gd name="T10" fmla="*/ 36 w 105"/>
                  <a:gd name="T11" fmla="*/ 1 h 4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5" h="49">
                    <a:moveTo>
                      <a:pt x="46" y="0"/>
                    </a:moveTo>
                    <a:cubicBezTo>
                      <a:pt x="49" y="1"/>
                      <a:pt x="52" y="1"/>
                      <a:pt x="56" y="1"/>
                    </a:cubicBezTo>
                    <a:cubicBezTo>
                      <a:pt x="84" y="5"/>
                      <a:pt x="105" y="18"/>
                      <a:pt x="104" y="30"/>
                    </a:cubicBezTo>
                    <a:cubicBezTo>
                      <a:pt x="102" y="42"/>
                      <a:pt x="78" y="49"/>
                      <a:pt x="50" y="45"/>
                    </a:cubicBezTo>
                    <a:cubicBezTo>
                      <a:pt x="22" y="41"/>
                      <a:pt x="0" y="28"/>
                      <a:pt x="2" y="16"/>
                    </a:cubicBezTo>
                    <a:cubicBezTo>
                      <a:pt x="3" y="8"/>
                      <a:pt x="14" y="3"/>
                      <a:pt x="30" y="1"/>
                    </a:cubicBezTo>
                  </a:path>
                </a:pathLst>
              </a:custGeom>
              <a:solidFill>
                <a:srgbClr val="EFCA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3614" name="Freeform 428">
                <a:extLst>
                  <a:ext uri="{FF2B5EF4-FFF2-40B4-BE49-F238E27FC236}">
                    <a16:creationId xmlns:a16="http://schemas.microsoft.com/office/drawing/2014/main" id="{F693A99A-ADBD-43B3-83BD-08CB17D839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5" y="1834"/>
                <a:ext cx="112" cy="53"/>
              </a:xfrm>
              <a:custGeom>
                <a:avLst/>
                <a:gdLst>
                  <a:gd name="T0" fmla="*/ 73 w 105"/>
                  <a:gd name="T1" fmla="*/ 0 h 49"/>
                  <a:gd name="T2" fmla="*/ 61 w 105"/>
                  <a:gd name="T3" fmla="*/ 1 h 49"/>
                  <a:gd name="T4" fmla="*/ 2 w 105"/>
                  <a:gd name="T5" fmla="*/ 38 h 49"/>
                  <a:gd name="T6" fmla="*/ 68 w 105"/>
                  <a:gd name="T7" fmla="*/ 57 h 49"/>
                  <a:gd name="T8" fmla="*/ 126 w 105"/>
                  <a:gd name="T9" fmla="*/ 19 h 49"/>
                  <a:gd name="T10" fmla="*/ 92 w 105"/>
                  <a:gd name="T11" fmla="*/ 1 h 4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5" h="49">
                    <a:moveTo>
                      <a:pt x="60" y="0"/>
                    </a:moveTo>
                    <a:cubicBezTo>
                      <a:pt x="56" y="1"/>
                      <a:pt x="53" y="1"/>
                      <a:pt x="50" y="1"/>
                    </a:cubicBezTo>
                    <a:cubicBezTo>
                      <a:pt x="22" y="5"/>
                      <a:pt x="0" y="18"/>
                      <a:pt x="2" y="30"/>
                    </a:cubicBezTo>
                    <a:cubicBezTo>
                      <a:pt x="4" y="42"/>
                      <a:pt x="28" y="49"/>
                      <a:pt x="56" y="45"/>
                    </a:cubicBezTo>
                    <a:cubicBezTo>
                      <a:pt x="84" y="41"/>
                      <a:pt x="105" y="28"/>
                      <a:pt x="104" y="16"/>
                    </a:cubicBezTo>
                    <a:cubicBezTo>
                      <a:pt x="103" y="8"/>
                      <a:pt x="92" y="3"/>
                      <a:pt x="76" y="1"/>
                    </a:cubicBezTo>
                  </a:path>
                </a:pathLst>
              </a:custGeom>
              <a:solidFill>
                <a:srgbClr val="EFCA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3615" name="Freeform 429">
                <a:extLst>
                  <a:ext uri="{FF2B5EF4-FFF2-40B4-BE49-F238E27FC236}">
                    <a16:creationId xmlns:a16="http://schemas.microsoft.com/office/drawing/2014/main" id="{8AF3E37F-0ABD-46DD-82D9-CCDA5233CE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6" y="1834"/>
                <a:ext cx="12" cy="1"/>
              </a:xfrm>
              <a:custGeom>
                <a:avLst/>
                <a:gdLst>
                  <a:gd name="T0" fmla="*/ 0 w 12"/>
                  <a:gd name="T1" fmla="*/ 1 h 1"/>
                  <a:gd name="T2" fmla="*/ 12 w 1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1">
                    <a:moveTo>
                      <a:pt x="0" y="1"/>
                    </a:moveTo>
                    <a:cubicBezTo>
                      <a:pt x="4" y="0"/>
                      <a:pt x="8" y="0"/>
                      <a:pt x="12" y="0"/>
                    </a:cubicBezTo>
                  </a:path>
                </a:pathLst>
              </a:custGeom>
              <a:solidFill>
                <a:srgbClr val="EFCA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3616" name="Freeform 430">
                <a:extLst>
                  <a:ext uri="{FF2B5EF4-FFF2-40B4-BE49-F238E27FC236}">
                    <a16:creationId xmlns:a16="http://schemas.microsoft.com/office/drawing/2014/main" id="{CF771148-EAB6-4795-8C4A-5678A28420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7" y="1840"/>
                <a:ext cx="7" cy="3"/>
              </a:xfrm>
              <a:custGeom>
                <a:avLst/>
                <a:gdLst>
                  <a:gd name="T0" fmla="*/ 0 w 7"/>
                  <a:gd name="T1" fmla="*/ 3 h 3"/>
                  <a:gd name="T2" fmla="*/ 7 w 7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3">
                    <a:moveTo>
                      <a:pt x="0" y="3"/>
                    </a:moveTo>
                    <a:cubicBezTo>
                      <a:pt x="2" y="2"/>
                      <a:pt x="4" y="1"/>
                      <a:pt x="7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3617" name="Freeform 431">
                <a:extLst>
                  <a:ext uri="{FF2B5EF4-FFF2-40B4-BE49-F238E27FC236}">
                    <a16:creationId xmlns:a16="http://schemas.microsoft.com/office/drawing/2014/main" id="{BF721A14-54C8-4566-AE62-DFF772A5B3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2" y="1834"/>
                <a:ext cx="109" cy="53"/>
              </a:xfrm>
              <a:custGeom>
                <a:avLst/>
                <a:gdLst>
                  <a:gd name="T0" fmla="*/ 47 w 102"/>
                  <a:gd name="T1" fmla="*/ 0 h 49"/>
                  <a:gd name="T2" fmla="*/ 65 w 102"/>
                  <a:gd name="T3" fmla="*/ 1 h 49"/>
                  <a:gd name="T4" fmla="*/ 123 w 102"/>
                  <a:gd name="T5" fmla="*/ 38 h 49"/>
                  <a:gd name="T6" fmla="*/ 57 w 102"/>
                  <a:gd name="T7" fmla="*/ 57 h 49"/>
                  <a:gd name="T8" fmla="*/ 0 w 102"/>
                  <a:gd name="T9" fmla="*/ 29 h 4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2" h="49">
                    <a:moveTo>
                      <a:pt x="38" y="0"/>
                    </a:moveTo>
                    <a:cubicBezTo>
                      <a:pt x="43" y="0"/>
                      <a:pt x="48" y="1"/>
                      <a:pt x="53" y="1"/>
                    </a:cubicBezTo>
                    <a:cubicBezTo>
                      <a:pt x="81" y="5"/>
                      <a:pt x="102" y="18"/>
                      <a:pt x="101" y="30"/>
                    </a:cubicBezTo>
                    <a:cubicBezTo>
                      <a:pt x="99" y="42"/>
                      <a:pt x="75" y="49"/>
                      <a:pt x="47" y="45"/>
                    </a:cubicBezTo>
                    <a:cubicBezTo>
                      <a:pt x="24" y="42"/>
                      <a:pt x="6" y="33"/>
                      <a:pt x="0" y="23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3618" name="Freeform 432">
                <a:extLst>
                  <a:ext uri="{FF2B5EF4-FFF2-40B4-BE49-F238E27FC236}">
                    <a16:creationId xmlns:a16="http://schemas.microsoft.com/office/drawing/2014/main" id="{4774A986-2EFA-4F61-9002-2F5CDBC1E5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0" y="1835"/>
                <a:ext cx="11" cy="3"/>
              </a:xfrm>
              <a:custGeom>
                <a:avLst/>
                <a:gdLst>
                  <a:gd name="T0" fmla="*/ 0 w 11"/>
                  <a:gd name="T1" fmla="*/ 8 h 2"/>
                  <a:gd name="T2" fmla="*/ 1 w 11"/>
                  <a:gd name="T3" fmla="*/ 8 h 2"/>
                  <a:gd name="T4" fmla="*/ 11 w 11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2">
                    <a:moveTo>
                      <a:pt x="0" y="2"/>
                    </a:moveTo>
                    <a:cubicBezTo>
                      <a:pt x="0" y="2"/>
                      <a:pt x="0" y="2"/>
                      <a:pt x="1" y="2"/>
                    </a:cubicBezTo>
                    <a:cubicBezTo>
                      <a:pt x="4" y="1"/>
                      <a:pt x="7" y="0"/>
                      <a:pt x="11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3619" name="Freeform 433">
                <a:extLst>
                  <a:ext uri="{FF2B5EF4-FFF2-40B4-BE49-F238E27FC236}">
                    <a16:creationId xmlns:a16="http://schemas.microsoft.com/office/drawing/2014/main" id="{A554AF37-C639-4AA2-99E6-6BAB5AA638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3" y="1609"/>
                <a:ext cx="62" cy="24"/>
              </a:xfrm>
              <a:custGeom>
                <a:avLst/>
                <a:gdLst>
                  <a:gd name="T0" fmla="*/ 71 w 58"/>
                  <a:gd name="T1" fmla="*/ 0 h 22"/>
                  <a:gd name="T2" fmla="*/ 0 w 58"/>
                  <a:gd name="T3" fmla="*/ 28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8" h="22">
                    <a:moveTo>
                      <a:pt x="58" y="0"/>
                    </a:moveTo>
                    <a:cubicBezTo>
                      <a:pt x="39" y="5"/>
                      <a:pt x="21" y="18"/>
                      <a:pt x="0" y="22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3620" name="Freeform 434">
                <a:extLst>
                  <a:ext uri="{FF2B5EF4-FFF2-40B4-BE49-F238E27FC236}">
                    <a16:creationId xmlns:a16="http://schemas.microsoft.com/office/drawing/2014/main" id="{182A9FCD-CC6E-4A8B-82DE-C8477C8942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4" y="1882"/>
                <a:ext cx="68" cy="13"/>
              </a:xfrm>
              <a:custGeom>
                <a:avLst/>
                <a:gdLst>
                  <a:gd name="T0" fmla="*/ 79 w 63"/>
                  <a:gd name="T1" fmla="*/ 2 h 12"/>
                  <a:gd name="T2" fmla="*/ 0 w 63"/>
                  <a:gd name="T3" fmla="*/ 0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3" h="12">
                    <a:moveTo>
                      <a:pt x="63" y="2"/>
                    </a:moveTo>
                    <a:cubicBezTo>
                      <a:pt x="47" y="12"/>
                      <a:pt x="17" y="5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3621" name="Freeform 435">
                <a:extLst>
                  <a:ext uri="{FF2B5EF4-FFF2-40B4-BE49-F238E27FC236}">
                    <a16:creationId xmlns:a16="http://schemas.microsoft.com/office/drawing/2014/main" id="{9FAD7839-769F-465F-A7FD-E14EF37D8C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0" y="1838"/>
                <a:ext cx="39" cy="23"/>
              </a:xfrm>
              <a:custGeom>
                <a:avLst/>
                <a:gdLst>
                  <a:gd name="T0" fmla="*/ 0 w 37"/>
                  <a:gd name="T1" fmla="*/ 0 h 22"/>
                  <a:gd name="T2" fmla="*/ 43 w 37"/>
                  <a:gd name="T3" fmla="*/ 25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7" h="22">
                    <a:moveTo>
                      <a:pt x="0" y="0"/>
                    </a:moveTo>
                    <a:cubicBezTo>
                      <a:pt x="15" y="2"/>
                      <a:pt x="25" y="13"/>
                      <a:pt x="37" y="22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3622" name="Freeform 436">
                <a:extLst>
                  <a:ext uri="{FF2B5EF4-FFF2-40B4-BE49-F238E27FC236}">
                    <a16:creationId xmlns:a16="http://schemas.microsoft.com/office/drawing/2014/main" id="{9596C5C1-D12F-45FF-967E-5A76FD9A1D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9" y="1920"/>
                <a:ext cx="70" cy="40"/>
              </a:xfrm>
              <a:custGeom>
                <a:avLst/>
                <a:gdLst>
                  <a:gd name="T0" fmla="*/ 0 w 65"/>
                  <a:gd name="T1" fmla="*/ 0 h 38"/>
                  <a:gd name="T2" fmla="*/ 81 w 65"/>
                  <a:gd name="T3" fmla="*/ 44 h 3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5" h="38">
                    <a:moveTo>
                      <a:pt x="0" y="0"/>
                    </a:moveTo>
                    <a:cubicBezTo>
                      <a:pt x="5" y="36"/>
                      <a:pt x="45" y="22"/>
                      <a:pt x="65" y="38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3623" name="Freeform 437">
                <a:extLst>
                  <a:ext uri="{FF2B5EF4-FFF2-40B4-BE49-F238E27FC236}">
                    <a16:creationId xmlns:a16="http://schemas.microsoft.com/office/drawing/2014/main" id="{BB7CC767-A803-439D-AD10-41050D1C5A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3" y="2197"/>
                <a:ext cx="67" cy="17"/>
              </a:xfrm>
              <a:custGeom>
                <a:avLst/>
                <a:gdLst>
                  <a:gd name="T0" fmla="*/ 0 w 63"/>
                  <a:gd name="T1" fmla="*/ 15 h 16"/>
                  <a:gd name="T2" fmla="*/ 76 w 63"/>
                  <a:gd name="T3" fmla="*/ 0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3" h="16">
                    <a:moveTo>
                      <a:pt x="0" y="12"/>
                    </a:moveTo>
                    <a:cubicBezTo>
                      <a:pt x="24" y="16"/>
                      <a:pt x="40" y="8"/>
                      <a:pt x="63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3624" name="Freeform 438">
                <a:extLst>
                  <a:ext uri="{FF2B5EF4-FFF2-40B4-BE49-F238E27FC236}">
                    <a16:creationId xmlns:a16="http://schemas.microsoft.com/office/drawing/2014/main" id="{410D9603-54F5-4326-86BC-C564AEF346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5" y="943"/>
                <a:ext cx="9" cy="75"/>
              </a:xfrm>
              <a:custGeom>
                <a:avLst/>
                <a:gdLst>
                  <a:gd name="T0" fmla="*/ 0 w 9"/>
                  <a:gd name="T1" fmla="*/ 86 h 70"/>
                  <a:gd name="T2" fmla="*/ 7 w 9"/>
                  <a:gd name="T3" fmla="*/ 41 h 70"/>
                  <a:gd name="T4" fmla="*/ 6 w 9"/>
                  <a:gd name="T5" fmla="*/ 0 h 7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70">
                    <a:moveTo>
                      <a:pt x="0" y="70"/>
                    </a:moveTo>
                    <a:cubicBezTo>
                      <a:pt x="0" y="70"/>
                      <a:pt x="9" y="45"/>
                      <a:pt x="7" y="33"/>
                    </a:cubicBezTo>
                    <a:cubicBezTo>
                      <a:pt x="6" y="21"/>
                      <a:pt x="6" y="0"/>
                      <a:pt x="6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3625" name="Freeform 439">
                <a:extLst>
                  <a:ext uri="{FF2B5EF4-FFF2-40B4-BE49-F238E27FC236}">
                    <a16:creationId xmlns:a16="http://schemas.microsoft.com/office/drawing/2014/main" id="{41DE85D5-E8B4-4603-98DA-21085B78A8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0" y="933"/>
                <a:ext cx="20" cy="29"/>
              </a:xfrm>
              <a:custGeom>
                <a:avLst/>
                <a:gdLst>
                  <a:gd name="T0" fmla="*/ 22 w 19"/>
                  <a:gd name="T1" fmla="*/ 33 h 27"/>
                  <a:gd name="T2" fmla="*/ 3 w 19"/>
                  <a:gd name="T3" fmla="*/ 32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27">
                    <a:moveTo>
                      <a:pt x="19" y="27"/>
                    </a:moveTo>
                    <a:cubicBezTo>
                      <a:pt x="19" y="27"/>
                      <a:pt x="0" y="0"/>
                      <a:pt x="3" y="26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3626" name="Freeform 440">
                <a:extLst>
                  <a:ext uri="{FF2B5EF4-FFF2-40B4-BE49-F238E27FC236}">
                    <a16:creationId xmlns:a16="http://schemas.microsoft.com/office/drawing/2014/main" id="{C7E6EA5E-BE24-40D1-BB95-797707A786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7" y="972"/>
                <a:ext cx="13" cy="21"/>
              </a:xfrm>
              <a:custGeom>
                <a:avLst/>
                <a:gdLst>
                  <a:gd name="T0" fmla="*/ 15 w 12"/>
                  <a:gd name="T1" fmla="*/ 0 h 20"/>
                  <a:gd name="T2" fmla="*/ 14 w 12"/>
                  <a:gd name="T3" fmla="*/ 23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20">
                    <a:moveTo>
                      <a:pt x="12" y="0"/>
                    </a:moveTo>
                    <a:cubicBezTo>
                      <a:pt x="12" y="0"/>
                      <a:pt x="0" y="10"/>
                      <a:pt x="11" y="2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3627" name="Freeform 441">
                <a:extLst>
                  <a:ext uri="{FF2B5EF4-FFF2-40B4-BE49-F238E27FC236}">
                    <a16:creationId xmlns:a16="http://schemas.microsoft.com/office/drawing/2014/main" id="{E879477D-F6CA-4416-827E-7BAA4EF4AC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8" y="868"/>
                <a:ext cx="21" cy="58"/>
              </a:xfrm>
              <a:custGeom>
                <a:avLst/>
                <a:gdLst>
                  <a:gd name="T0" fmla="*/ 8 w 19"/>
                  <a:gd name="T1" fmla="*/ 0 h 54"/>
                  <a:gd name="T2" fmla="*/ 0 w 19"/>
                  <a:gd name="T3" fmla="*/ 67 h 54"/>
                  <a:gd name="T4" fmla="*/ 8 w 19"/>
                  <a:gd name="T5" fmla="*/ 0 h 5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54">
                    <a:moveTo>
                      <a:pt x="5" y="0"/>
                    </a:moveTo>
                    <a:cubicBezTo>
                      <a:pt x="5" y="0"/>
                      <a:pt x="15" y="21"/>
                      <a:pt x="0" y="54"/>
                    </a:cubicBezTo>
                    <a:cubicBezTo>
                      <a:pt x="0" y="54"/>
                      <a:pt x="19" y="26"/>
                      <a:pt x="5" y="0"/>
                    </a:cubicBezTo>
                    <a:close/>
                  </a:path>
                </a:pathLst>
              </a:custGeom>
              <a:solidFill>
                <a:srgbClr val="A57A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3628" name="Freeform 442">
                <a:extLst>
                  <a:ext uri="{FF2B5EF4-FFF2-40B4-BE49-F238E27FC236}">
                    <a16:creationId xmlns:a16="http://schemas.microsoft.com/office/drawing/2014/main" id="{73A58056-62CC-49E5-89AF-7EB5920DBE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2" y="942"/>
                <a:ext cx="20" cy="110"/>
              </a:xfrm>
              <a:custGeom>
                <a:avLst/>
                <a:gdLst>
                  <a:gd name="T0" fmla="*/ 22 w 19"/>
                  <a:gd name="T1" fmla="*/ 0 h 103"/>
                  <a:gd name="T2" fmla="*/ 7 w 19"/>
                  <a:gd name="T3" fmla="*/ 21 h 103"/>
                  <a:gd name="T4" fmla="*/ 4 w 19"/>
                  <a:gd name="T5" fmla="*/ 54 h 103"/>
                  <a:gd name="T6" fmla="*/ 3 w 19"/>
                  <a:gd name="T7" fmla="*/ 125 h 103"/>
                  <a:gd name="T8" fmla="*/ 5 w 19"/>
                  <a:gd name="T9" fmla="*/ 88 h 103"/>
                  <a:gd name="T10" fmla="*/ 6 w 19"/>
                  <a:gd name="T11" fmla="*/ 57 h 103"/>
                  <a:gd name="T12" fmla="*/ 9 w 19"/>
                  <a:gd name="T13" fmla="*/ 29 h 103"/>
                  <a:gd name="T14" fmla="*/ 22 w 19"/>
                  <a:gd name="T15" fmla="*/ 18 h 103"/>
                  <a:gd name="T16" fmla="*/ 20 w 19"/>
                  <a:gd name="T17" fmla="*/ 5 h 10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9" h="103">
                    <a:moveTo>
                      <a:pt x="19" y="0"/>
                    </a:moveTo>
                    <a:cubicBezTo>
                      <a:pt x="15" y="6"/>
                      <a:pt x="10" y="12"/>
                      <a:pt x="7" y="18"/>
                    </a:cubicBezTo>
                    <a:cubicBezTo>
                      <a:pt x="3" y="26"/>
                      <a:pt x="3" y="36"/>
                      <a:pt x="4" y="45"/>
                    </a:cubicBezTo>
                    <a:cubicBezTo>
                      <a:pt x="6" y="65"/>
                      <a:pt x="0" y="83"/>
                      <a:pt x="3" y="103"/>
                    </a:cubicBezTo>
                    <a:cubicBezTo>
                      <a:pt x="0" y="92"/>
                      <a:pt x="5" y="84"/>
                      <a:pt x="5" y="72"/>
                    </a:cubicBezTo>
                    <a:cubicBezTo>
                      <a:pt x="6" y="63"/>
                      <a:pt x="6" y="54"/>
                      <a:pt x="6" y="47"/>
                    </a:cubicBezTo>
                    <a:cubicBezTo>
                      <a:pt x="6" y="39"/>
                      <a:pt x="6" y="31"/>
                      <a:pt x="9" y="23"/>
                    </a:cubicBezTo>
                    <a:cubicBezTo>
                      <a:pt x="10" y="20"/>
                      <a:pt x="15" y="9"/>
                      <a:pt x="19" y="15"/>
                    </a:cubicBezTo>
                    <a:cubicBezTo>
                      <a:pt x="17" y="12"/>
                      <a:pt x="17" y="9"/>
                      <a:pt x="17" y="5"/>
                    </a:cubicBezTo>
                  </a:path>
                </a:pathLst>
              </a:custGeom>
              <a:solidFill>
                <a:srgbClr val="A57A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3629" name="Freeform 443">
                <a:extLst>
                  <a:ext uri="{FF2B5EF4-FFF2-40B4-BE49-F238E27FC236}">
                    <a16:creationId xmlns:a16="http://schemas.microsoft.com/office/drawing/2014/main" id="{531D1440-7A95-45BB-9E42-47AD191146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5" y="1051"/>
                <a:ext cx="14" cy="71"/>
              </a:xfrm>
              <a:custGeom>
                <a:avLst/>
                <a:gdLst>
                  <a:gd name="T0" fmla="*/ 11 w 13"/>
                  <a:gd name="T1" fmla="*/ 0 h 67"/>
                  <a:gd name="T2" fmla="*/ 6 w 13"/>
                  <a:gd name="T3" fmla="*/ 32 h 67"/>
                  <a:gd name="T4" fmla="*/ 0 w 13"/>
                  <a:gd name="T5" fmla="*/ 57 h 67"/>
                  <a:gd name="T6" fmla="*/ 3 w 13"/>
                  <a:gd name="T7" fmla="*/ 79 h 67"/>
                  <a:gd name="T8" fmla="*/ 3 w 13"/>
                  <a:gd name="T9" fmla="*/ 57 h 67"/>
                  <a:gd name="T10" fmla="*/ 12 w 13"/>
                  <a:gd name="T11" fmla="*/ 28 h 67"/>
                  <a:gd name="T12" fmla="*/ 15 w 13"/>
                  <a:gd name="T13" fmla="*/ 14 h 67"/>
                  <a:gd name="T14" fmla="*/ 10 w 13"/>
                  <a:gd name="T15" fmla="*/ 0 h 6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3" h="67">
                    <a:moveTo>
                      <a:pt x="8" y="0"/>
                    </a:moveTo>
                    <a:cubicBezTo>
                      <a:pt x="11" y="8"/>
                      <a:pt x="9" y="18"/>
                      <a:pt x="6" y="26"/>
                    </a:cubicBezTo>
                    <a:cubicBezTo>
                      <a:pt x="3" y="34"/>
                      <a:pt x="1" y="41"/>
                      <a:pt x="0" y="48"/>
                    </a:cubicBezTo>
                    <a:cubicBezTo>
                      <a:pt x="0" y="55"/>
                      <a:pt x="2" y="61"/>
                      <a:pt x="3" y="67"/>
                    </a:cubicBezTo>
                    <a:cubicBezTo>
                      <a:pt x="1" y="62"/>
                      <a:pt x="2" y="54"/>
                      <a:pt x="3" y="48"/>
                    </a:cubicBezTo>
                    <a:cubicBezTo>
                      <a:pt x="3" y="40"/>
                      <a:pt x="6" y="32"/>
                      <a:pt x="9" y="24"/>
                    </a:cubicBezTo>
                    <a:cubicBezTo>
                      <a:pt x="10" y="20"/>
                      <a:pt x="12" y="15"/>
                      <a:pt x="12" y="11"/>
                    </a:cubicBezTo>
                    <a:cubicBezTo>
                      <a:pt x="13" y="6"/>
                      <a:pt x="10" y="3"/>
                      <a:pt x="7" y="0"/>
                    </a:cubicBezTo>
                  </a:path>
                </a:pathLst>
              </a:custGeom>
              <a:solidFill>
                <a:srgbClr val="A57A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3630" name="Freeform 444">
                <a:extLst>
                  <a:ext uri="{FF2B5EF4-FFF2-40B4-BE49-F238E27FC236}">
                    <a16:creationId xmlns:a16="http://schemas.microsoft.com/office/drawing/2014/main" id="{EC2FAB44-CB54-4A7F-8002-7FDE0B57D9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6" y="2201"/>
                <a:ext cx="1041" cy="335"/>
              </a:xfrm>
              <a:custGeom>
                <a:avLst/>
                <a:gdLst>
                  <a:gd name="T0" fmla="*/ 0 w 975"/>
                  <a:gd name="T1" fmla="*/ 0 h 314"/>
                  <a:gd name="T2" fmla="*/ 161 w 975"/>
                  <a:gd name="T3" fmla="*/ 236 h 314"/>
                  <a:gd name="T4" fmla="*/ 442 w 975"/>
                  <a:gd name="T5" fmla="*/ 334 h 314"/>
                  <a:gd name="T6" fmla="*/ 743 w 975"/>
                  <a:gd name="T7" fmla="*/ 334 h 314"/>
                  <a:gd name="T8" fmla="*/ 1026 w 975"/>
                  <a:gd name="T9" fmla="*/ 236 h 314"/>
                  <a:gd name="T10" fmla="*/ 1186 w 975"/>
                  <a:gd name="T11" fmla="*/ 0 h 31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75" h="314">
                    <a:moveTo>
                      <a:pt x="0" y="0"/>
                    </a:moveTo>
                    <a:cubicBezTo>
                      <a:pt x="26" y="30"/>
                      <a:pt x="16" y="119"/>
                      <a:pt x="132" y="194"/>
                    </a:cubicBezTo>
                    <a:cubicBezTo>
                      <a:pt x="213" y="247"/>
                      <a:pt x="363" y="275"/>
                      <a:pt x="363" y="275"/>
                    </a:cubicBezTo>
                    <a:cubicBezTo>
                      <a:pt x="363" y="275"/>
                      <a:pt x="465" y="314"/>
                      <a:pt x="611" y="275"/>
                    </a:cubicBezTo>
                    <a:cubicBezTo>
                      <a:pt x="611" y="275"/>
                      <a:pt x="761" y="247"/>
                      <a:pt x="843" y="194"/>
                    </a:cubicBezTo>
                    <a:cubicBezTo>
                      <a:pt x="958" y="119"/>
                      <a:pt x="948" y="30"/>
                      <a:pt x="975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3631" name="Freeform 445">
                <a:extLst>
                  <a:ext uri="{FF2B5EF4-FFF2-40B4-BE49-F238E27FC236}">
                    <a16:creationId xmlns:a16="http://schemas.microsoft.com/office/drawing/2014/main" id="{2BA439F5-4017-48D5-97F7-190410BD8A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6" y="2478"/>
                <a:ext cx="200" cy="39"/>
              </a:xfrm>
              <a:custGeom>
                <a:avLst/>
                <a:gdLst>
                  <a:gd name="T0" fmla="*/ 227 w 188"/>
                  <a:gd name="T1" fmla="*/ 12 h 36"/>
                  <a:gd name="T2" fmla="*/ 135 w 188"/>
                  <a:gd name="T3" fmla="*/ 2 h 36"/>
                  <a:gd name="T4" fmla="*/ 0 w 188"/>
                  <a:gd name="T5" fmla="*/ 46 h 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8" h="36">
                    <a:moveTo>
                      <a:pt x="188" y="9"/>
                    </a:moveTo>
                    <a:cubicBezTo>
                      <a:pt x="188" y="9"/>
                      <a:pt x="134" y="5"/>
                      <a:pt x="112" y="2"/>
                    </a:cubicBezTo>
                    <a:cubicBezTo>
                      <a:pt x="90" y="0"/>
                      <a:pt x="25" y="2"/>
                      <a:pt x="0" y="36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3632" name="Freeform 446">
                <a:extLst>
                  <a:ext uri="{FF2B5EF4-FFF2-40B4-BE49-F238E27FC236}">
                    <a16:creationId xmlns:a16="http://schemas.microsoft.com/office/drawing/2014/main" id="{7A5AF486-C0E2-4C5D-9378-8E767187AF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0" y="2776"/>
                <a:ext cx="69" cy="48"/>
              </a:xfrm>
              <a:custGeom>
                <a:avLst/>
                <a:gdLst>
                  <a:gd name="T0" fmla="*/ 0 w 64"/>
                  <a:gd name="T1" fmla="*/ 0 h 45"/>
                  <a:gd name="T2" fmla="*/ 80 w 64"/>
                  <a:gd name="T3" fmla="*/ 54 h 4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4" h="45">
                    <a:moveTo>
                      <a:pt x="0" y="0"/>
                    </a:moveTo>
                    <a:cubicBezTo>
                      <a:pt x="0" y="0"/>
                      <a:pt x="56" y="32"/>
                      <a:pt x="64" y="45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3633" name="Freeform 447">
                <a:extLst>
                  <a:ext uri="{FF2B5EF4-FFF2-40B4-BE49-F238E27FC236}">
                    <a16:creationId xmlns:a16="http://schemas.microsoft.com/office/drawing/2014/main" id="{C0EDE543-0ACC-4A50-8C40-549A205030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5" y="753"/>
                <a:ext cx="1863" cy="3314"/>
              </a:xfrm>
              <a:custGeom>
                <a:avLst/>
                <a:gdLst>
                  <a:gd name="T0" fmla="*/ 1256 w 1747"/>
                  <a:gd name="T1" fmla="*/ 206 h 3108"/>
                  <a:gd name="T2" fmla="*/ 1259 w 1747"/>
                  <a:gd name="T3" fmla="*/ 424 h 3108"/>
                  <a:gd name="T4" fmla="*/ 1821 w 1747"/>
                  <a:gd name="T5" fmla="*/ 737 h 3108"/>
                  <a:gd name="T6" fmla="*/ 1980 w 1747"/>
                  <a:gd name="T7" fmla="*/ 1221 h 3108"/>
                  <a:gd name="T8" fmla="*/ 2066 w 1747"/>
                  <a:gd name="T9" fmla="*/ 1505 h 3108"/>
                  <a:gd name="T10" fmla="*/ 2079 w 1747"/>
                  <a:gd name="T11" fmla="*/ 1663 h 3108"/>
                  <a:gd name="T12" fmla="*/ 2102 w 1747"/>
                  <a:gd name="T13" fmla="*/ 1881 h 3108"/>
                  <a:gd name="T14" fmla="*/ 1965 w 1747"/>
                  <a:gd name="T15" fmla="*/ 2060 h 3108"/>
                  <a:gd name="T16" fmla="*/ 1900 w 1747"/>
                  <a:gd name="T17" fmla="*/ 1994 h 3108"/>
                  <a:gd name="T18" fmla="*/ 1867 w 1747"/>
                  <a:gd name="T19" fmla="*/ 1768 h 3108"/>
                  <a:gd name="T20" fmla="*/ 1779 w 1747"/>
                  <a:gd name="T21" fmla="*/ 1565 h 3108"/>
                  <a:gd name="T22" fmla="*/ 1769 w 1747"/>
                  <a:gd name="T23" fmla="*/ 2499 h 3108"/>
                  <a:gd name="T24" fmla="*/ 1714 w 1747"/>
                  <a:gd name="T25" fmla="*/ 2783 h 3108"/>
                  <a:gd name="T26" fmla="*/ 1699 w 1747"/>
                  <a:gd name="T27" fmla="*/ 3436 h 3108"/>
                  <a:gd name="T28" fmla="*/ 1741 w 1747"/>
                  <a:gd name="T29" fmla="*/ 3530 h 3108"/>
                  <a:gd name="T30" fmla="*/ 1864 w 1747"/>
                  <a:gd name="T31" fmla="*/ 3615 h 3108"/>
                  <a:gd name="T32" fmla="*/ 1905 w 1747"/>
                  <a:gd name="T33" fmla="*/ 3677 h 3108"/>
                  <a:gd name="T34" fmla="*/ 1873 w 1747"/>
                  <a:gd name="T35" fmla="*/ 3725 h 3108"/>
                  <a:gd name="T36" fmla="*/ 1786 w 1747"/>
                  <a:gd name="T37" fmla="*/ 3761 h 3108"/>
                  <a:gd name="T38" fmla="*/ 1701 w 1747"/>
                  <a:gd name="T39" fmla="*/ 3698 h 3108"/>
                  <a:gd name="T40" fmla="*/ 1457 w 1747"/>
                  <a:gd name="T41" fmla="*/ 3582 h 3108"/>
                  <a:gd name="T42" fmla="*/ 1392 w 1747"/>
                  <a:gd name="T43" fmla="*/ 3335 h 3108"/>
                  <a:gd name="T44" fmla="*/ 1226 w 1747"/>
                  <a:gd name="T45" fmla="*/ 2704 h 3108"/>
                  <a:gd name="T46" fmla="*/ 1082 w 1747"/>
                  <a:gd name="T47" fmla="*/ 2337 h 3108"/>
                  <a:gd name="T48" fmla="*/ 1060 w 1747"/>
                  <a:gd name="T49" fmla="*/ 2137 h 3108"/>
                  <a:gd name="T50" fmla="*/ 962 w 1747"/>
                  <a:gd name="T51" fmla="*/ 2600 h 3108"/>
                  <a:gd name="T52" fmla="*/ 884 w 1747"/>
                  <a:gd name="T53" fmla="*/ 2745 h 3108"/>
                  <a:gd name="T54" fmla="*/ 696 w 1747"/>
                  <a:gd name="T55" fmla="*/ 3424 h 3108"/>
                  <a:gd name="T56" fmla="*/ 533 w 1747"/>
                  <a:gd name="T57" fmla="*/ 3645 h 3108"/>
                  <a:gd name="T58" fmla="*/ 394 w 1747"/>
                  <a:gd name="T59" fmla="*/ 3716 h 3108"/>
                  <a:gd name="T60" fmla="*/ 286 w 1747"/>
                  <a:gd name="T61" fmla="*/ 3742 h 3108"/>
                  <a:gd name="T62" fmla="*/ 232 w 1747"/>
                  <a:gd name="T63" fmla="*/ 3719 h 3108"/>
                  <a:gd name="T64" fmla="*/ 225 w 1747"/>
                  <a:gd name="T65" fmla="*/ 3652 h 3108"/>
                  <a:gd name="T66" fmla="*/ 295 w 1747"/>
                  <a:gd name="T67" fmla="*/ 3601 h 3108"/>
                  <a:gd name="T68" fmla="*/ 418 w 1747"/>
                  <a:gd name="T69" fmla="*/ 3480 h 3108"/>
                  <a:gd name="T70" fmla="*/ 412 w 1747"/>
                  <a:gd name="T71" fmla="*/ 3406 h 3108"/>
                  <a:gd name="T72" fmla="*/ 376 w 1747"/>
                  <a:gd name="T73" fmla="*/ 2688 h 3108"/>
                  <a:gd name="T74" fmla="*/ 323 w 1747"/>
                  <a:gd name="T75" fmla="*/ 1816 h 3108"/>
                  <a:gd name="T76" fmla="*/ 269 w 1747"/>
                  <a:gd name="T77" fmla="*/ 1668 h 3108"/>
                  <a:gd name="T78" fmla="*/ 236 w 1747"/>
                  <a:gd name="T79" fmla="*/ 1859 h 3108"/>
                  <a:gd name="T80" fmla="*/ 184 w 1747"/>
                  <a:gd name="T81" fmla="*/ 1990 h 3108"/>
                  <a:gd name="T82" fmla="*/ 73 w 1747"/>
                  <a:gd name="T83" fmla="*/ 2007 h 3108"/>
                  <a:gd name="T84" fmla="*/ 30 w 1747"/>
                  <a:gd name="T85" fmla="*/ 1748 h 3108"/>
                  <a:gd name="T86" fmla="*/ 33 w 1747"/>
                  <a:gd name="T87" fmla="*/ 1639 h 3108"/>
                  <a:gd name="T88" fmla="*/ 97 w 1747"/>
                  <a:gd name="T89" fmla="*/ 1353 h 3108"/>
                  <a:gd name="T90" fmla="*/ 151 w 1747"/>
                  <a:gd name="T91" fmla="*/ 1129 h 3108"/>
                  <a:gd name="T92" fmla="*/ 761 w 1747"/>
                  <a:gd name="T93" fmla="*/ 498 h 3108"/>
                  <a:gd name="T94" fmla="*/ 876 w 1747"/>
                  <a:gd name="T95" fmla="*/ 300 h 3108"/>
                  <a:gd name="T96" fmla="*/ 883 w 1747"/>
                  <a:gd name="T97" fmla="*/ 221 h 3108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1747" h="3108">
                    <a:moveTo>
                      <a:pt x="875" y="0"/>
                    </a:moveTo>
                    <a:cubicBezTo>
                      <a:pt x="875" y="0"/>
                      <a:pt x="1009" y="17"/>
                      <a:pt x="1019" y="182"/>
                    </a:cubicBezTo>
                    <a:cubicBezTo>
                      <a:pt x="1019" y="182"/>
                      <a:pt x="1024" y="163"/>
                      <a:pt x="1036" y="170"/>
                    </a:cubicBezTo>
                    <a:cubicBezTo>
                      <a:pt x="1048" y="177"/>
                      <a:pt x="1053" y="190"/>
                      <a:pt x="1048" y="209"/>
                    </a:cubicBezTo>
                    <a:cubicBezTo>
                      <a:pt x="1045" y="219"/>
                      <a:pt x="1039" y="267"/>
                      <a:pt x="1025" y="248"/>
                    </a:cubicBezTo>
                    <a:cubicBezTo>
                      <a:pt x="1025" y="248"/>
                      <a:pt x="1048" y="293"/>
                      <a:pt x="1038" y="350"/>
                    </a:cubicBezTo>
                    <a:cubicBezTo>
                      <a:pt x="1038" y="350"/>
                      <a:pt x="1049" y="349"/>
                      <a:pt x="1054" y="365"/>
                    </a:cubicBezTo>
                    <a:cubicBezTo>
                      <a:pt x="1059" y="381"/>
                      <a:pt x="1094" y="404"/>
                      <a:pt x="1119" y="411"/>
                    </a:cubicBezTo>
                    <a:cubicBezTo>
                      <a:pt x="1144" y="418"/>
                      <a:pt x="1441" y="437"/>
                      <a:pt x="1502" y="608"/>
                    </a:cubicBezTo>
                    <a:cubicBezTo>
                      <a:pt x="1517" y="652"/>
                      <a:pt x="1530" y="667"/>
                      <a:pt x="1553" y="692"/>
                    </a:cubicBezTo>
                    <a:cubicBezTo>
                      <a:pt x="1576" y="717"/>
                      <a:pt x="1609" y="800"/>
                      <a:pt x="1622" y="931"/>
                    </a:cubicBezTo>
                    <a:cubicBezTo>
                      <a:pt x="1626" y="980"/>
                      <a:pt x="1621" y="990"/>
                      <a:pt x="1633" y="1007"/>
                    </a:cubicBezTo>
                    <a:cubicBezTo>
                      <a:pt x="1645" y="1024"/>
                      <a:pt x="1659" y="1038"/>
                      <a:pt x="1655" y="1062"/>
                    </a:cubicBezTo>
                    <a:cubicBezTo>
                      <a:pt x="1651" y="1086"/>
                      <a:pt x="1659" y="1100"/>
                      <a:pt x="1667" y="1116"/>
                    </a:cubicBezTo>
                    <a:cubicBezTo>
                      <a:pt x="1675" y="1132"/>
                      <a:pt x="1707" y="1204"/>
                      <a:pt x="1703" y="1241"/>
                    </a:cubicBezTo>
                    <a:cubicBezTo>
                      <a:pt x="1699" y="1278"/>
                      <a:pt x="1703" y="1291"/>
                      <a:pt x="1711" y="1298"/>
                    </a:cubicBezTo>
                    <a:cubicBezTo>
                      <a:pt x="1719" y="1305"/>
                      <a:pt x="1730" y="1340"/>
                      <a:pt x="1720" y="1351"/>
                    </a:cubicBezTo>
                    <a:cubicBezTo>
                      <a:pt x="1710" y="1362"/>
                      <a:pt x="1711" y="1361"/>
                      <a:pt x="1715" y="1372"/>
                    </a:cubicBezTo>
                    <a:cubicBezTo>
                      <a:pt x="1719" y="1383"/>
                      <a:pt x="1721" y="1386"/>
                      <a:pt x="1720" y="1398"/>
                    </a:cubicBezTo>
                    <a:cubicBezTo>
                      <a:pt x="1719" y="1410"/>
                      <a:pt x="1718" y="1420"/>
                      <a:pt x="1723" y="1441"/>
                    </a:cubicBezTo>
                    <a:cubicBezTo>
                      <a:pt x="1728" y="1462"/>
                      <a:pt x="1747" y="1521"/>
                      <a:pt x="1733" y="1551"/>
                    </a:cubicBezTo>
                    <a:cubicBezTo>
                      <a:pt x="1719" y="1581"/>
                      <a:pt x="1715" y="1591"/>
                      <a:pt x="1710" y="1605"/>
                    </a:cubicBezTo>
                    <a:cubicBezTo>
                      <a:pt x="1705" y="1619"/>
                      <a:pt x="1695" y="1647"/>
                      <a:pt x="1687" y="1655"/>
                    </a:cubicBezTo>
                    <a:cubicBezTo>
                      <a:pt x="1679" y="1663"/>
                      <a:pt x="1635" y="1704"/>
                      <a:pt x="1620" y="1699"/>
                    </a:cubicBezTo>
                    <a:cubicBezTo>
                      <a:pt x="1609" y="1695"/>
                      <a:pt x="1611" y="1680"/>
                      <a:pt x="1611" y="1680"/>
                    </a:cubicBezTo>
                    <a:cubicBezTo>
                      <a:pt x="1611" y="1680"/>
                      <a:pt x="1585" y="1668"/>
                      <a:pt x="1595" y="1641"/>
                    </a:cubicBezTo>
                    <a:cubicBezTo>
                      <a:pt x="1595" y="1641"/>
                      <a:pt x="1579" y="1654"/>
                      <a:pt x="1567" y="1645"/>
                    </a:cubicBezTo>
                    <a:cubicBezTo>
                      <a:pt x="1555" y="1635"/>
                      <a:pt x="1560" y="1603"/>
                      <a:pt x="1558" y="1592"/>
                    </a:cubicBezTo>
                    <a:cubicBezTo>
                      <a:pt x="1556" y="1582"/>
                      <a:pt x="1556" y="1552"/>
                      <a:pt x="1552" y="1533"/>
                    </a:cubicBezTo>
                    <a:cubicBezTo>
                      <a:pt x="1549" y="1514"/>
                      <a:pt x="1536" y="1477"/>
                      <a:pt x="1540" y="1458"/>
                    </a:cubicBezTo>
                    <a:cubicBezTo>
                      <a:pt x="1545" y="1440"/>
                      <a:pt x="1553" y="1420"/>
                      <a:pt x="1542" y="1407"/>
                    </a:cubicBezTo>
                    <a:cubicBezTo>
                      <a:pt x="1531" y="1394"/>
                      <a:pt x="1526" y="1384"/>
                      <a:pt x="1526" y="1376"/>
                    </a:cubicBezTo>
                    <a:cubicBezTo>
                      <a:pt x="1526" y="1368"/>
                      <a:pt x="1478" y="1328"/>
                      <a:pt x="1467" y="1291"/>
                    </a:cubicBezTo>
                    <a:cubicBezTo>
                      <a:pt x="1467" y="1291"/>
                      <a:pt x="1474" y="1378"/>
                      <a:pt x="1471" y="1404"/>
                    </a:cubicBezTo>
                    <a:cubicBezTo>
                      <a:pt x="1469" y="1429"/>
                      <a:pt x="1470" y="1470"/>
                      <a:pt x="1481" y="1498"/>
                    </a:cubicBezTo>
                    <a:cubicBezTo>
                      <a:pt x="1491" y="1526"/>
                      <a:pt x="1571" y="1846"/>
                      <a:pt x="1459" y="2061"/>
                    </a:cubicBezTo>
                    <a:cubicBezTo>
                      <a:pt x="1442" y="2093"/>
                      <a:pt x="1447" y="2108"/>
                      <a:pt x="1450" y="2126"/>
                    </a:cubicBezTo>
                    <a:cubicBezTo>
                      <a:pt x="1453" y="2145"/>
                      <a:pt x="1455" y="2196"/>
                      <a:pt x="1437" y="2217"/>
                    </a:cubicBezTo>
                    <a:cubicBezTo>
                      <a:pt x="1418" y="2238"/>
                      <a:pt x="1405" y="2258"/>
                      <a:pt x="1413" y="2296"/>
                    </a:cubicBezTo>
                    <a:cubicBezTo>
                      <a:pt x="1421" y="2333"/>
                      <a:pt x="1482" y="2552"/>
                      <a:pt x="1413" y="2745"/>
                    </a:cubicBezTo>
                    <a:cubicBezTo>
                      <a:pt x="1397" y="2790"/>
                      <a:pt x="1417" y="2790"/>
                      <a:pt x="1408" y="2809"/>
                    </a:cubicBezTo>
                    <a:cubicBezTo>
                      <a:pt x="1399" y="2828"/>
                      <a:pt x="1399" y="2829"/>
                      <a:pt x="1401" y="2834"/>
                    </a:cubicBezTo>
                    <a:cubicBezTo>
                      <a:pt x="1403" y="2839"/>
                      <a:pt x="1399" y="2851"/>
                      <a:pt x="1396" y="2855"/>
                    </a:cubicBezTo>
                    <a:cubicBezTo>
                      <a:pt x="1393" y="2860"/>
                      <a:pt x="1396" y="2864"/>
                      <a:pt x="1402" y="2871"/>
                    </a:cubicBezTo>
                    <a:cubicBezTo>
                      <a:pt x="1408" y="2877"/>
                      <a:pt x="1430" y="2899"/>
                      <a:pt x="1436" y="2912"/>
                    </a:cubicBezTo>
                    <a:cubicBezTo>
                      <a:pt x="1441" y="2925"/>
                      <a:pt x="1473" y="2946"/>
                      <a:pt x="1481" y="2954"/>
                    </a:cubicBezTo>
                    <a:cubicBezTo>
                      <a:pt x="1490" y="2962"/>
                      <a:pt x="1496" y="2966"/>
                      <a:pt x="1503" y="2970"/>
                    </a:cubicBezTo>
                    <a:cubicBezTo>
                      <a:pt x="1510" y="2975"/>
                      <a:pt x="1531" y="2979"/>
                      <a:pt x="1537" y="2981"/>
                    </a:cubicBezTo>
                    <a:cubicBezTo>
                      <a:pt x="1543" y="2983"/>
                      <a:pt x="1552" y="2987"/>
                      <a:pt x="1556" y="2994"/>
                    </a:cubicBezTo>
                    <a:cubicBezTo>
                      <a:pt x="1559" y="3001"/>
                      <a:pt x="1562" y="3002"/>
                      <a:pt x="1561" y="3012"/>
                    </a:cubicBezTo>
                    <a:cubicBezTo>
                      <a:pt x="1561" y="3012"/>
                      <a:pt x="1575" y="3021"/>
                      <a:pt x="1571" y="3033"/>
                    </a:cubicBezTo>
                    <a:cubicBezTo>
                      <a:pt x="1568" y="3045"/>
                      <a:pt x="1563" y="3045"/>
                      <a:pt x="1563" y="3045"/>
                    </a:cubicBezTo>
                    <a:cubicBezTo>
                      <a:pt x="1563" y="3045"/>
                      <a:pt x="1565" y="3063"/>
                      <a:pt x="1556" y="3068"/>
                    </a:cubicBezTo>
                    <a:cubicBezTo>
                      <a:pt x="1546" y="3073"/>
                      <a:pt x="1544" y="3072"/>
                      <a:pt x="1544" y="3072"/>
                    </a:cubicBezTo>
                    <a:cubicBezTo>
                      <a:pt x="1544" y="3072"/>
                      <a:pt x="1541" y="3082"/>
                      <a:pt x="1529" y="3085"/>
                    </a:cubicBezTo>
                    <a:cubicBezTo>
                      <a:pt x="1517" y="3087"/>
                      <a:pt x="1512" y="3086"/>
                      <a:pt x="1512" y="3086"/>
                    </a:cubicBezTo>
                    <a:cubicBezTo>
                      <a:pt x="1512" y="3086"/>
                      <a:pt x="1498" y="3108"/>
                      <a:pt x="1473" y="3102"/>
                    </a:cubicBezTo>
                    <a:cubicBezTo>
                      <a:pt x="1448" y="3097"/>
                      <a:pt x="1439" y="3084"/>
                      <a:pt x="1435" y="3077"/>
                    </a:cubicBezTo>
                    <a:cubicBezTo>
                      <a:pt x="1430" y="3069"/>
                      <a:pt x="1426" y="3065"/>
                      <a:pt x="1423" y="3065"/>
                    </a:cubicBezTo>
                    <a:cubicBezTo>
                      <a:pt x="1420" y="3064"/>
                      <a:pt x="1409" y="3061"/>
                      <a:pt x="1403" y="3050"/>
                    </a:cubicBezTo>
                    <a:cubicBezTo>
                      <a:pt x="1397" y="3040"/>
                      <a:pt x="1387" y="3027"/>
                      <a:pt x="1379" y="3025"/>
                    </a:cubicBezTo>
                    <a:cubicBezTo>
                      <a:pt x="1371" y="3022"/>
                      <a:pt x="1336" y="3010"/>
                      <a:pt x="1306" y="3007"/>
                    </a:cubicBezTo>
                    <a:cubicBezTo>
                      <a:pt x="1276" y="3005"/>
                      <a:pt x="1197" y="2989"/>
                      <a:pt x="1201" y="2954"/>
                    </a:cubicBezTo>
                    <a:cubicBezTo>
                      <a:pt x="1205" y="2919"/>
                      <a:pt x="1217" y="2899"/>
                      <a:pt x="1205" y="2890"/>
                    </a:cubicBezTo>
                    <a:cubicBezTo>
                      <a:pt x="1193" y="2881"/>
                      <a:pt x="1171" y="2852"/>
                      <a:pt x="1172" y="2824"/>
                    </a:cubicBezTo>
                    <a:cubicBezTo>
                      <a:pt x="1173" y="2797"/>
                      <a:pt x="1180" y="2783"/>
                      <a:pt x="1148" y="2752"/>
                    </a:cubicBezTo>
                    <a:cubicBezTo>
                      <a:pt x="1115" y="2722"/>
                      <a:pt x="982" y="2604"/>
                      <a:pt x="1007" y="2397"/>
                    </a:cubicBezTo>
                    <a:cubicBezTo>
                      <a:pt x="1017" y="2315"/>
                      <a:pt x="1011" y="2277"/>
                      <a:pt x="1018" y="2264"/>
                    </a:cubicBezTo>
                    <a:cubicBezTo>
                      <a:pt x="1025" y="2250"/>
                      <a:pt x="1002" y="2237"/>
                      <a:pt x="1011" y="2230"/>
                    </a:cubicBezTo>
                    <a:cubicBezTo>
                      <a:pt x="1021" y="2224"/>
                      <a:pt x="1021" y="2214"/>
                      <a:pt x="1006" y="2212"/>
                    </a:cubicBezTo>
                    <a:cubicBezTo>
                      <a:pt x="991" y="2209"/>
                      <a:pt x="965" y="2182"/>
                      <a:pt x="954" y="2144"/>
                    </a:cubicBezTo>
                    <a:cubicBezTo>
                      <a:pt x="943" y="2105"/>
                      <a:pt x="897" y="1956"/>
                      <a:pt x="893" y="1928"/>
                    </a:cubicBezTo>
                    <a:cubicBezTo>
                      <a:pt x="889" y="1900"/>
                      <a:pt x="877" y="1890"/>
                      <a:pt x="875" y="1869"/>
                    </a:cubicBezTo>
                    <a:cubicBezTo>
                      <a:pt x="874" y="1848"/>
                      <a:pt x="873" y="1762"/>
                      <a:pt x="873" y="1762"/>
                    </a:cubicBezTo>
                    <a:cubicBezTo>
                      <a:pt x="874" y="1762"/>
                      <a:pt x="874" y="1762"/>
                      <a:pt x="874" y="1762"/>
                    </a:cubicBezTo>
                    <a:cubicBezTo>
                      <a:pt x="874" y="1762"/>
                      <a:pt x="873" y="1848"/>
                      <a:pt x="871" y="1869"/>
                    </a:cubicBezTo>
                    <a:cubicBezTo>
                      <a:pt x="870" y="1890"/>
                      <a:pt x="858" y="1900"/>
                      <a:pt x="854" y="1928"/>
                    </a:cubicBezTo>
                    <a:cubicBezTo>
                      <a:pt x="850" y="1956"/>
                      <a:pt x="803" y="2105"/>
                      <a:pt x="793" y="2144"/>
                    </a:cubicBezTo>
                    <a:cubicBezTo>
                      <a:pt x="782" y="2182"/>
                      <a:pt x="755" y="2209"/>
                      <a:pt x="741" y="2212"/>
                    </a:cubicBezTo>
                    <a:cubicBezTo>
                      <a:pt x="726" y="2214"/>
                      <a:pt x="726" y="2224"/>
                      <a:pt x="735" y="2230"/>
                    </a:cubicBezTo>
                    <a:cubicBezTo>
                      <a:pt x="745" y="2237"/>
                      <a:pt x="722" y="2250"/>
                      <a:pt x="729" y="2264"/>
                    </a:cubicBezTo>
                    <a:cubicBezTo>
                      <a:pt x="735" y="2277"/>
                      <a:pt x="729" y="2315"/>
                      <a:pt x="739" y="2397"/>
                    </a:cubicBezTo>
                    <a:cubicBezTo>
                      <a:pt x="765" y="2604"/>
                      <a:pt x="631" y="2722"/>
                      <a:pt x="599" y="2752"/>
                    </a:cubicBezTo>
                    <a:cubicBezTo>
                      <a:pt x="566" y="2783"/>
                      <a:pt x="574" y="2797"/>
                      <a:pt x="574" y="2824"/>
                    </a:cubicBezTo>
                    <a:cubicBezTo>
                      <a:pt x="575" y="2852"/>
                      <a:pt x="553" y="2881"/>
                      <a:pt x="541" y="2890"/>
                    </a:cubicBezTo>
                    <a:cubicBezTo>
                      <a:pt x="530" y="2899"/>
                      <a:pt x="542" y="2919"/>
                      <a:pt x="545" y="2954"/>
                    </a:cubicBezTo>
                    <a:cubicBezTo>
                      <a:pt x="549" y="2989"/>
                      <a:pt x="471" y="3005"/>
                      <a:pt x="440" y="3007"/>
                    </a:cubicBezTo>
                    <a:cubicBezTo>
                      <a:pt x="410" y="3010"/>
                      <a:pt x="376" y="3022"/>
                      <a:pt x="368" y="3025"/>
                    </a:cubicBezTo>
                    <a:cubicBezTo>
                      <a:pt x="359" y="3027"/>
                      <a:pt x="349" y="3040"/>
                      <a:pt x="344" y="3050"/>
                    </a:cubicBezTo>
                    <a:cubicBezTo>
                      <a:pt x="338" y="3061"/>
                      <a:pt x="326" y="3064"/>
                      <a:pt x="324" y="3065"/>
                    </a:cubicBezTo>
                    <a:cubicBezTo>
                      <a:pt x="321" y="3065"/>
                      <a:pt x="316" y="3069"/>
                      <a:pt x="312" y="3077"/>
                    </a:cubicBezTo>
                    <a:cubicBezTo>
                      <a:pt x="307" y="3084"/>
                      <a:pt x="298" y="3097"/>
                      <a:pt x="273" y="3102"/>
                    </a:cubicBezTo>
                    <a:cubicBezTo>
                      <a:pt x="249" y="3108"/>
                      <a:pt x="235" y="3086"/>
                      <a:pt x="235" y="3086"/>
                    </a:cubicBezTo>
                    <a:cubicBezTo>
                      <a:pt x="235" y="3086"/>
                      <a:pt x="230" y="3087"/>
                      <a:pt x="218" y="3085"/>
                    </a:cubicBezTo>
                    <a:cubicBezTo>
                      <a:pt x="206" y="3082"/>
                      <a:pt x="202" y="3072"/>
                      <a:pt x="202" y="3072"/>
                    </a:cubicBezTo>
                    <a:cubicBezTo>
                      <a:pt x="202" y="3072"/>
                      <a:pt x="200" y="3073"/>
                      <a:pt x="191" y="3068"/>
                    </a:cubicBezTo>
                    <a:cubicBezTo>
                      <a:pt x="181" y="3063"/>
                      <a:pt x="184" y="3045"/>
                      <a:pt x="184" y="3045"/>
                    </a:cubicBezTo>
                    <a:cubicBezTo>
                      <a:pt x="184" y="3045"/>
                      <a:pt x="179" y="3045"/>
                      <a:pt x="175" y="3033"/>
                    </a:cubicBezTo>
                    <a:cubicBezTo>
                      <a:pt x="172" y="3021"/>
                      <a:pt x="186" y="3012"/>
                      <a:pt x="186" y="3012"/>
                    </a:cubicBezTo>
                    <a:cubicBezTo>
                      <a:pt x="185" y="3002"/>
                      <a:pt x="187" y="3001"/>
                      <a:pt x="191" y="2994"/>
                    </a:cubicBezTo>
                    <a:cubicBezTo>
                      <a:pt x="195" y="2987"/>
                      <a:pt x="203" y="2983"/>
                      <a:pt x="210" y="2981"/>
                    </a:cubicBezTo>
                    <a:cubicBezTo>
                      <a:pt x="216" y="2979"/>
                      <a:pt x="236" y="2975"/>
                      <a:pt x="244" y="2970"/>
                    </a:cubicBezTo>
                    <a:cubicBezTo>
                      <a:pt x="251" y="2966"/>
                      <a:pt x="257" y="2962"/>
                      <a:pt x="265" y="2954"/>
                    </a:cubicBezTo>
                    <a:cubicBezTo>
                      <a:pt x="274" y="2946"/>
                      <a:pt x="305" y="2925"/>
                      <a:pt x="311" y="2912"/>
                    </a:cubicBezTo>
                    <a:cubicBezTo>
                      <a:pt x="317" y="2899"/>
                      <a:pt x="338" y="2877"/>
                      <a:pt x="345" y="2871"/>
                    </a:cubicBezTo>
                    <a:cubicBezTo>
                      <a:pt x="351" y="2864"/>
                      <a:pt x="354" y="2860"/>
                      <a:pt x="350" y="2855"/>
                    </a:cubicBezTo>
                    <a:cubicBezTo>
                      <a:pt x="347" y="2851"/>
                      <a:pt x="344" y="2839"/>
                      <a:pt x="346" y="2834"/>
                    </a:cubicBezTo>
                    <a:cubicBezTo>
                      <a:pt x="348" y="2829"/>
                      <a:pt x="348" y="2828"/>
                      <a:pt x="339" y="2809"/>
                    </a:cubicBezTo>
                    <a:cubicBezTo>
                      <a:pt x="330" y="2790"/>
                      <a:pt x="350" y="2790"/>
                      <a:pt x="334" y="2745"/>
                    </a:cubicBezTo>
                    <a:cubicBezTo>
                      <a:pt x="265" y="2552"/>
                      <a:pt x="326" y="2333"/>
                      <a:pt x="334" y="2296"/>
                    </a:cubicBezTo>
                    <a:cubicBezTo>
                      <a:pt x="342" y="2258"/>
                      <a:pt x="329" y="2238"/>
                      <a:pt x="310" y="2217"/>
                    </a:cubicBezTo>
                    <a:cubicBezTo>
                      <a:pt x="291" y="2196"/>
                      <a:pt x="294" y="2145"/>
                      <a:pt x="297" y="2126"/>
                    </a:cubicBezTo>
                    <a:cubicBezTo>
                      <a:pt x="299" y="2108"/>
                      <a:pt x="304" y="2093"/>
                      <a:pt x="287" y="2061"/>
                    </a:cubicBezTo>
                    <a:cubicBezTo>
                      <a:pt x="175" y="1846"/>
                      <a:pt x="255" y="1526"/>
                      <a:pt x="266" y="1498"/>
                    </a:cubicBezTo>
                    <a:cubicBezTo>
                      <a:pt x="277" y="1470"/>
                      <a:pt x="278" y="1429"/>
                      <a:pt x="275" y="1404"/>
                    </a:cubicBezTo>
                    <a:cubicBezTo>
                      <a:pt x="273" y="1378"/>
                      <a:pt x="279" y="1291"/>
                      <a:pt x="279" y="1291"/>
                    </a:cubicBezTo>
                    <a:cubicBezTo>
                      <a:pt x="269" y="1328"/>
                      <a:pt x="221" y="1368"/>
                      <a:pt x="221" y="1376"/>
                    </a:cubicBezTo>
                    <a:cubicBezTo>
                      <a:pt x="221" y="1384"/>
                      <a:pt x="215" y="1394"/>
                      <a:pt x="205" y="1407"/>
                    </a:cubicBezTo>
                    <a:cubicBezTo>
                      <a:pt x="194" y="1420"/>
                      <a:pt x="202" y="1440"/>
                      <a:pt x="207" y="1458"/>
                    </a:cubicBezTo>
                    <a:cubicBezTo>
                      <a:pt x="211" y="1477"/>
                      <a:pt x="198" y="1514"/>
                      <a:pt x="194" y="1533"/>
                    </a:cubicBezTo>
                    <a:cubicBezTo>
                      <a:pt x="190" y="1552"/>
                      <a:pt x="191" y="1582"/>
                      <a:pt x="188" y="1592"/>
                    </a:cubicBezTo>
                    <a:cubicBezTo>
                      <a:pt x="186" y="1603"/>
                      <a:pt x="192" y="1635"/>
                      <a:pt x="180" y="1645"/>
                    </a:cubicBezTo>
                    <a:cubicBezTo>
                      <a:pt x="168" y="1654"/>
                      <a:pt x="152" y="1641"/>
                      <a:pt x="152" y="1641"/>
                    </a:cubicBezTo>
                    <a:cubicBezTo>
                      <a:pt x="162" y="1668"/>
                      <a:pt x="135" y="1680"/>
                      <a:pt x="135" y="1680"/>
                    </a:cubicBezTo>
                    <a:cubicBezTo>
                      <a:pt x="135" y="1680"/>
                      <a:pt x="137" y="1695"/>
                      <a:pt x="127" y="1699"/>
                    </a:cubicBezTo>
                    <a:cubicBezTo>
                      <a:pt x="112" y="1704"/>
                      <a:pt x="68" y="1663"/>
                      <a:pt x="60" y="1655"/>
                    </a:cubicBezTo>
                    <a:cubicBezTo>
                      <a:pt x="52" y="1647"/>
                      <a:pt x="42" y="1619"/>
                      <a:pt x="37" y="1605"/>
                    </a:cubicBezTo>
                    <a:cubicBezTo>
                      <a:pt x="32" y="1591"/>
                      <a:pt x="28" y="1581"/>
                      <a:pt x="14" y="1551"/>
                    </a:cubicBezTo>
                    <a:cubicBezTo>
                      <a:pt x="0" y="1521"/>
                      <a:pt x="19" y="1462"/>
                      <a:pt x="24" y="1441"/>
                    </a:cubicBezTo>
                    <a:cubicBezTo>
                      <a:pt x="29" y="1420"/>
                      <a:pt x="28" y="1410"/>
                      <a:pt x="27" y="1398"/>
                    </a:cubicBezTo>
                    <a:cubicBezTo>
                      <a:pt x="26" y="1386"/>
                      <a:pt x="28" y="1383"/>
                      <a:pt x="32" y="1372"/>
                    </a:cubicBezTo>
                    <a:cubicBezTo>
                      <a:pt x="36" y="1361"/>
                      <a:pt x="37" y="1362"/>
                      <a:pt x="27" y="1351"/>
                    </a:cubicBezTo>
                    <a:cubicBezTo>
                      <a:pt x="17" y="1340"/>
                      <a:pt x="28" y="1305"/>
                      <a:pt x="36" y="1298"/>
                    </a:cubicBezTo>
                    <a:cubicBezTo>
                      <a:pt x="44" y="1291"/>
                      <a:pt x="48" y="1278"/>
                      <a:pt x="44" y="1241"/>
                    </a:cubicBezTo>
                    <a:cubicBezTo>
                      <a:pt x="40" y="1204"/>
                      <a:pt x="72" y="1132"/>
                      <a:pt x="80" y="1116"/>
                    </a:cubicBezTo>
                    <a:cubicBezTo>
                      <a:pt x="88" y="1100"/>
                      <a:pt x="96" y="1086"/>
                      <a:pt x="92" y="1062"/>
                    </a:cubicBezTo>
                    <a:cubicBezTo>
                      <a:pt x="88" y="1038"/>
                      <a:pt x="102" y="1024"/>
                      <a:pt x="114" y="1007"/>
                    </a:cubicBezTo>
                    <a:cubicBezTo>
                      <a:pt x="126" y="990"/>
                      <a:pt x="120" y="980"/>
                      <a:pt x="125" y="931"/>
                    </a:cubicBezTo>
                    <a:cubicBezTo>
                      <a:pt x="138" y="800"/>
                      <a:pt x="171" y="717"/>
                      <a:pt x="194" y="692"/>
                    </a:cubicBezTo>
                    <a:cubicBezTo>
                      <a:pt x="217" y="667"/>
                      <a:pt x="229" y="652"/>
                      <a:pt x="245" y="608"/>
                    </a:cubicBezTo>
                    <a:cubicBezTo>
                      <a:pt x="306" y="437"/>
                      <a:pt x="603" y="418"/>
                      <a:pt x="628" y="411"/>
                    </a:cubicBezTo>
                    <a:cubicBezTo>
                      <a:pt x="653" y="404"/>
                      <a:pt x="688" y="381"/>
                      <a:pt x="693" y="365"/>
                    </a:cubicBezTo>
                    <a:cubicBezTo>
                      <a:pt x="698" y="349"/>
                      <a:pt x="709" y="350"/>
                      <a:pt x="709" y="350"/>
                    </a:cubicBezTo>
                    <a:cubicBezTo>
                      <a:pt x="699" y="293"/>
                      <a:pt x="722" y="248"/>
                      <a:pt x="722" y="248"/>
                    </a:cubicBezTo>
                    <a:cubicBezTo>
                      <a:pt x="706" y="264"/>
                      <a:pt x="704" y="218"/>
                      <a:pt x="700" y="207"/>
                    </a:cubicBezTo>
                    <a:cubicBezTo>
                      <a:pt x="696" y="198"/>
                      <a:pt x="697" y="176"/>
                      <a:pt x="711" y="170"/>
                    </a:cubicBezTo>
                    <a:cubicBezTo>
                      <a:pt x="723" y="165"/>
                      <a:pt x="728" y="182"/>
                      <a:pt x="728" y="182"/>
                    </a:cubicBezTo>
                    <a:cubicBezTo>
                      <a:pt x="737" y="17"/>
                      <a:pt x="872" y="0"/>
                      <a:pt x="872" y="0"/>
                    </a:cubicBezTo>
                    <a:lnTo>
                      <a:pt x="875" y="0"/>
                    </a:lnTo>
                    <a:close/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3634" name="Freeform 448">
                <a:extLst>
                  <a:ext uri="{FF2B5EF4-FFF2-40B4-BE49-F238E27FC236}">
                    <a16:creationId xmlns:a16="http://schemas.microsoft.com/office/drawing/2014/main" id="{E66AFC1E-4652-4171-8899-DF9C1F07A2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1" y="2377"/>
                <a:ext cx="40" cy="175"/>
              </a:xfrm>
              <a:custGeom>
                <a:avLst/>
                <a:gdLst>
                  <a:gd name="T0" fmla="*/ 17 w 37"/>
                  <a:gd name="T1" fmla="*/ 0 h 164"/>
                  <a:gd name="T2" fmla="*/ 26 w 37"/>
                  <a:gd name="T3" fmla="*/ 12 h 164"/>
                  <a:gd name="T4" fmla="*/ 27 w 37"/>
                  <a:gd name="T5" fmla="*/ 30 h 164"/>
                  <a:gd name="T6" fmla="*/ 41 w 37"/>
                  <a:gd name="T7" fmla="*/ 57 h 164"/>
                  <a:gd name="T8" fmla="*/ 43 w 37"/>
                  <a:gd name="T9" fmla="*/ 81 h 164"/>
                  <a:gd name="T10" fmla="*/ 42 w 37"/>
                  <a:gd name="T11" fmla="*/ 97 h 164"/>
                  <a:gd name="T12" fmla="*/ 38 w 37"/>
                  <a:gd name="T13" fmla="*/ 107 h 164"/>
                  <a:gd name="T14" fmla="*/ 29 w 37"/>
                  <a:gd name="T15" fmla="*/ 126 h 164"/>
                  <a:gd name="T16" fmla="*/ 15 w 37"/>
                  <a:gd name="T17" fmla="*/ 141 h 164"/>
                  <a:gd name="T18" fmla="*/ 2 w 37"/>
                  <a:gd name="T19" fmla="*/ 173 h 164"/>
                  <a:gd name="T20" fmla="*/ 2 w 37"/>
                  <a:gd name="T21" fmla="*/ 200 h 16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7" h="164">
                    <a:moveTo>
                      <a:pt x="14" y="0"/>
                    </a:moveTo>
                    <a:cubicBezTo>
                      <a:pt x="16" y="4"/>
                      <a:pt x="19" y="5"/>
                      <a:pt x="20" y="9"/>
                    </a:cubicBezTo>
                    <a:cubicBezTo>
                      <a:pt x="22" y="14"/>
                      <a:pt x="20" y="19"/>
                      <a:pt x="21" y="24"/>
                    </a:cubicBezTo>
                    <a:cubicBezTo>
                      <a:pt x="23" y="34"/>
                      <a:pt x="27" y="39"/>
                      <a:pt x="32" y="47"/>
                    </a:cubicBezTo>
                    <a:cubicBezTo>
                      <a:pt x="37" y="54"/>
                      <a:pt x="35" y="58"/>
                      <a:pt x="34" y="67"/>
                    </a:cubicBezTo>
                    <a:cubicBezTo>
                      <a:pt x="33" y="71"/>
                      <a:pt x="34" y="76"/>
                      <a:pt x="33" y="80"/>
                    </a:cubicBezTo>
                    <a:cubicBezTo>
                      <a:pt x="33" y="83"/>
                      <a:pt x="31" y="85"/>
                      <a:pt x="30" y="88"/>
                    </a:cubicBezTo>
                    <a:cubicBezTo>
                      <a:pt x="27" y="95"/>
                      <a:pt x="29" y="100"/>
                      <a:pt x="23" y="104"/>
                    </a:cubicBezTo>
                    <a:cubicBezTo>
                      <a:pt x="19" y="108"/>
                      <a:pt x="15" y="111"/>
                      <a:pt x="12" y="116"/>
                    </a:cubicBezTo>
                    <a:cubicBezTo>
                      <a:pt x="7" y="124"/>
                      <a:pt x="4" y="133"/>
                      <a:pt x="2" y="142"/>
                    </a:cubicBezTo>
                    <a:cubicBezTo>
                      <a:pt x="0" y="149"/>
                      <a:pt x="3" y="157"/>
                      <a:pt x="2" y="164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3635" name="Freeform 449">
                <a:extLst>
                  <a:ext uri="{FF2B5EF4-FFF2-40B4-BE49-F238E27FC236}">
                    <a16:creationId xmlns:a16="http://schemas.microsoft.com/office/drawing/2014/main" id="{FCABF975-EC19-4E20-89E2-BB168E4A61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6" y="2462"/>
                <a:ext cx="50" cy="44"/>
              </a:xfrm>
              <a:custGeom>
                <a:avLst/>
                <a:gdLst>
                  <a:gd name="T0" fmla="*/ 0 w 47"/>
                  <a:gd name="T1" fmla="*/ 50 h 41"/>
                  <a:gd name="T2" fmla="*/ 16 w 47"/>
                  <a:gd name="T3" fmla="*/ 35 h 41"/>
                  <a:gd name="T4" fmla="*/ 31 w 47"/>
                  <a:gd name="T5" fmla="*/ 28 h 41"/>
                  <a:gd name="T6" fmla="*/ 56 w 47"/>
                  <a:gd name="T7" fmla="*/ 0 h 4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7" h="41">
                    <a:moveTo>
                      <a:pt x="0" y="41"/>
                    </a:moveTo>
                    <a:cubicBezTo>
                      <a:pt x="1" y="37"/>
                      <a:pt x="9" y="31"/>
                      <a:pt x="13" y="29"/>
                    </a:cubicBezTo>
                    <a:cubicBezTo>
                      <a:pt x="17" y="26"/>
                      <a:pt x="22" y="26"/>
                      <a:pt x="25" y="22"/>
                    </a:cubicBezTo>
                    <a:cubicBezTo>
                      <a:pt x="32" y="15"/>
                      <a:pt x="35" y="1"/>
                      <a:pt x="47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3636" name="Freeform 450">
                <a:extLst>
                  <a:ext uri="{FF2B5EF4-FFF2-40B4-BE49-F238E27FC236}">
                    <a16:creationId xmlns:a16="http://schemas.microsoft.com/office/drawing/2014/main" id="{45818F59-CD9A-46E1-99AF-2167D75A53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6" y="2441"/>
                <a:ext cx="22" cy="18"/>
              </a:xfrm>
              <a:custGeom>
                <a:avLst/>
                <a:gdLst>
                  <a:gd name="T0" fmla="*/ 0 w 20"/>
                  <a:gd name="T1" fmla="*/ 20 h 17"/>
                  <a:gd name="T2" fmla="*/ 26 w 20"/>
                  <a:gd name="T3" fmla="*/ 0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17">
                    <a:moveTo>
                      <a:pt x="0" y="17"/>
                    </a:moveTo>
                    <a:cubicBezTo>
                      <a:pt x="5" y="9"/>
                      <a:pt x="11" y="4"/>
                      <a:pt x="20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3637" name="Freeform 451">
                <a:extLst>
                  <a:ext uri="{FF2B5EF4-FFF2-40B4-BE49-F238E27FC236}">
                    <a16:creationId xmlns:a16="http://schemas.microsoft.com/office/drawing/2014/main" id="{49081D5E-6CD4-4833-A127-A23CD4351B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1" y="2377"/>
                <a:ext cx="37" cy="129"/>
              </a:xfrm>
              <a:custGeom>
                <a:avLst/>
                <a:gdLst>
                  <a:gd name="T0" fmla="*/ 40 w 35"/>
                  <a:gd name="T1" fmla="*/ 0 h 121"/>
                  <a:gd name="T2" fmla="*/ 41 w 35"/>
                  <a:gd name="T3" fmla="*/ 57 h 121"/>
                  <a:gd name="T4" fmla="*/ 36 w 35"/>
                  <a:gd name="T5" fmla="*/ 100 h 121"/>
                  <a:gd name="T6" fmla="*/ 20 w 35"/>
                  <a:gd name="T7" fmla="*/ 127 h 121"/>
                  <a:gd name="T8" fmla="*/ 0 w 35"/>
                  <a:gd name="T9" fmla="*/ 147 h 1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" h="121">
                    <a:moveTo>
                      <a:pt x="34" y="0"/>
                    </a:moveTo>
                    <a:cubicBezTo>
                      <a:pt x="28" y="15"/>
                      <a:pt x="34" y="31"/>
                      <a:pt x="35" y="47"/>
                    </a:cubicBezTo>
                    <a:cubicBezTo>
                      <a:pt x="35" y="59"/>
                      <a:pt x="35" y="71"/>
                      <a:pt x="30" y="83"/>
                    </a:cubicBezTo>
                    <a:cubicBezTo>
                      <a:pt x="27" y="90"/>
                      <a:pt x="23" y="99"/>
                      <a:pt x="17" y="105"/>
                    </a:cubicBezTo>
                    <a:cubicBezTo>
                      <a:pt x="13" y="110"/>
                      <a:pt x="6" y="119"/>
                      <a:pt x="0" y="121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3638" name="Freeform 452">
                <a:extLst>
                  <a:ext uri="{FF2B5EF4-FFF2-40B4-BE49-F238E27FC236}">
                    <a16:creationId xmlns:a16="http://schemas.microsoft.com/office/drawing/2014/main" id="{D126C9DF-AD0B-4294-916F-499B0E091D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4" y="2369"/>
                <a:ext cx="39" cy="27"/>
              </a:xfrm>
              <a:custGeom>
                <a:avLst/>
                <a:gdLst>
                  <a:gd name="T0" fmla="*/ 43 w 37"/>
                  <a:gd name="T1" fmla="*/ 3 h 26"/>
                  <a:gd name="T2" fmla="*/ 0 w 37"/>
                  <a:gd name="T3" fmla="*/ 29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7" h="26">
                    <a:moveTo>
                      <a:pt x="37" y="3"/>
                    </a:moveTo>
                    <a:cubicBezTo>
                      <a:pt x="23" y="0"/>
                      <a:pt x="7" y="16"/>
                      <a:pt x="0" y="26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3639" name="Freeform 453">
                <a:extLst>
                  <a:ext uri="{FF2B5EF4-FFF2-40B4-BE49-F238E27FC236}">
                    <a16:creationId xmlns:a16="http://schemas.microsoft.com/office/drawing/2014/main" id="{8582355A-73F6-4431-9E7A-4BBC084465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8" y="2456"/>
                <a:ext cx="28" cy="30"/>
              </a:xfrm>
              <a:custGeom>
                <a:avLst/>
                <a:gdLst>
                  <a:gd name="T0" fmla="*/ 0 w 26"/>
                  <a:gd name="T1" fmla="*/ 1 h 28"/>
                  <a:gd name="T2" fmla="*/ 26 w 26"/>
                  <a:gd name="T3" fmla="*/ 6 h 28"/>
                  <a:gd name="T4" fmla="*/ 30 w 26"/>
                  <a:gd name="T5" fmla="*/ 34 h 28"/>
                  <a:gd name="T6" fmla="*/ 0 w 26"/>
                  <a:gd name="T7" fmla="*/ 33 h 2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28">
                    <a:moveTo>
                      <a:pt x="0" y="1"/>
                    </a:moveTo>
                    <a:cubicBezTo>
                      <a:pt x="8" y="0"/>
                      <a:pt x="14" y="1"/>
                      <a:pt x="20" y="6"/>
                    </a:cubicBezTo>
                    <a:cubicBezTo>
                      <a:pt x="26" y="11"/>
                      <a:pt x="26" y="21"/>
                      <a:pt x="24" y="28"/>
                    </a:cubicBezTo>
                    <a:cubicBezTo>
                      <a:pt x="20" y="22"/>
                      <a:pt x="6" y="20"/>
                      <a:pt x="0" y="27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3640" name="Freeform 454">
                <a:extLst>
                  <a:ext uri="{FF2B5EF4-FFF2-40B4-BE49-F238E27FC236}">
                    <a16:creationId xmlns:a16="http://schemas.microsoft.com/office/drawing/2014/main" id="{9CB974F6-0246-48BA-8B69-A88085B7CE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6" y="2536"/>
                <a:ext cx="36" cy="25"/>
              </a:xfrm>
              <a:custGeom>
                <a:avLst/>
                <a:gdLst>
                  <a:gd name="T0" fmla="*/ 40 w 34"/>
                  <a:gd name="T1" fmla="*/ 10 h 23"/>
                  <a:gd name="T2" fmla="*/ 13 w 34"/>
                  <a:gd name="T3" fmla="*/ 5 h 23"/>
                  <a:gd name="T4" fmla="*/ 0 w 34"/>
                  <a:gd name="T5" fmla="*/ 14 h 23"/>
                  <a:gd name="T6" fmla="*/ 6 w 34"/>
                  <a:gd name="T7" fmla="*/ 29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4" h="23">
                    <a:moveTo>
                      <a:pt x="34" y="7"/>
                    </a:moveTo>
                    <a:cubicBezTo>
                      <a:pt x="27" y="1"/>
                      <a:pt x="18" y="0"/>
                      <a:pt x="10" y="5"/>
                    </a:cubicBezTo>
                    <a:cubicBezTo>
                      <a:pt x="7" y="6"/>
                      <a:pt x="1" y="8"/>
                      <a:pt x="0" y="11"/>
                    </a:cubicBezTo>
                    <a:cubicBezTo>
                      <a:pt x="0" y="14"/>
                      <a:pt x="5" y="21"/>
                      <a:pt x="6" y="23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3641" name="Freeform 455">
                <a:extLst>
                  <a:ext uri="{FF2B5EF4-FFF2-40B4-BE49-F238E27FC236}">
                    <a16:creationId xmlns:a16="http://schemas.microsoft.com/office/drawing/2014/main" id="{AE0C90F3-5805-4B8B-9B4B-64AC38D8D4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2" y="2969"/>
                <a:ext cx="61" cy="87"/>
              </a:xfrm>
              <a:custGeom>
                <a:avLst/>
                <a:gdLst>
                  <a:gd name="T0" fmla="*/ 70 w 57"/>
                  <a:gd name="T1" fmla="*/ 0 h 82"/>
                  <a:gd name="T2" fmla="*/ 0 w 57"/>
                  <a:gd name="T3" fmla="*/ 98 h 8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7" h="82">
                    <a:moveTo>
                      <a:pt x="57" y="0"/>
                    </a:moveTo>
                    <a:cubicBezTo>
                      <a:pt x="45" y="31"/>
                      <a:pt x="5" y="46"/>
                      <a:pt x="0" y="82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3642" name="Freeform 456">
                <a:extLst>
                  <a:ext uri="{FF2B5EF4-FFF2-40B4-BE49-F238E27FC236}">
                    <a16:creationId xmlns:a16="http://schemas.microsoft.com/office/drawing/2014/main" id="{D9668249-EEED-4C85-8D78-8B668EAE60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8" y="3095"/>
                <a:ext cx="211" cy="38"/>
              </a:xfrm>
              <a:custGeom>
                <a:avLst/>
                <a:gdLst>
                  <a:gd name="T0" fmla="*/ 240 w 198"/>
                  <a:gd name="T1" fmla="*/ 0 h 36"/>
                  <a:gd name="T2" fmla="*/ 127 w 198"/>
                  <a:gd name="T3" fmla="*/ 40 h 36"/>
                  <a:gd name="T4" fmla="*/ 0 w 198"/>
                  <a:gd name="T5" fmla="*/ 20 h 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8" h="36">
                    <a:moveTo>
                      <a:pt x="198" y="0"/>
                    </a:moveTo>
                    <a:cubicBezTo>
                      <a:pt x="166" y="17"/>
                      <a:pt x="143" y="33"/>
                      <a:pt x="105" y="34"/>
                    </a:cubicBezTo>
                    <a:cubicBezTo>
                      <a:pt x="69" y="36"/>
                      <a:pt x="33" y="27"/>
                      <a:pt x="0" y="17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3643" name="Freeform 457">
                <a:extLst>
                  <a:ext uri="{FF2B5EF4-FFF2-40B4-BE49-F238E27FC236}">
                    <a16:creationId xmlns:a16="http://schemas.microsoft.com/office/drawing/2014/main" id="{3EB2E1A6-8BD1-4B57-B950-E79ECB0F91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0" y="3099"/>
                <a:ext cx="42" cy="18"/>
              </a:xfrm>
              <a:custGeom>
                <a:avLst/>
                <a:gdLst>
                  <a:gd name="T0" fmla="*/ 48 w 39"/>
                  <a:gd name="T1" fmla="*/ 0 h 17"/>
                  <a:gd name="T2" fmla="*/ 0 w 39"/>
                  <a:gd name="T3" fmla="*/ 20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9" h="17">
                    <a:moveTo>
                      <a:pt x="39" y="0"/>
                    </a:moveTo>
                    <a:cubicBezTo>
                      <a:pt x="26" y="1"/>
                      <a:pt x="9" y="8"/>
                      <a:pt x="0" y="17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3644" name="Freeform 458">
                <a:extLst>
                  <a:ext uri="{FF2B5EF4-FFF2-40B4-BE49-F238E27FC236}">
                    <a16:creationId xmlns:a16="http://schemas.microsoft.com/office/drawing/2014/main" id="{E82D4722-CA2C-43D0-AAD4-7D1379F37D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5" y="3156"/>
                <a:ext cx="44" cy="4"/>
              </a:xfrm>
              <a:custGeom>
                <a:avLst/>
                <a:gdLst>
                  <a:gd name="T0" fmla="*/ 48 w 42"/>
                  <a:gd name="T1" fmla="*/ 0 h 4"/>
                  <a:gd name="T2" fmla="*/ 0 w 42"/>
                  <a:gd name="T3" fmla="*/ 4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2" h="4">
                    <a:moveTo>
                      <a:pt x="42" y="0"/>
                    </a:moveTo>
                    <a:cubicBezTo>
                      <a:pt x="28" y="3"/>
                      <a:pt x="14" y="1"/>
                      <a:pt x="0" y="4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3645" name="Freeform 459">
                <a:extLst>
                  <a:ext uri="{FF2B5EF4-FFF2-40B4-BE49-F238E27FC236}">
                    <a16:creationId xmlns:a16="http://schemas.microsoft.com/office/drawing/2014/main" id="{51B399BA-4BFD-4BAC-9308-05359B9B5F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0" y="3692"/>
                <a:ext cx="40" cy="11"/>
              </a:xfrm>
              <a:custGeom>
                <a:avLst/>
                <a:gdLst>
                  <a:gd name="T0" fmla="*/ 44 w 38"/>
                  <a:gd name="T1" fmla="*/ 0 h 10"/>
                  <a:gd name="T2" fmla="*/ 0 w 38"/>
                  <a:gd name="T3" fmla="*/ 13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8" h="10">
                    <a:moveTo>
                      <a:pt x="38" y="0"/>
                    </a:moveTo>
                    <a:cubicBezTo>
                      <a:pt x="26" y="5"/>
                      <a:pt x="13" y="9"/>
                      <a:pt x="0" y="1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3646" name="Freeform 460">
                <a:extLst>
                  <a:ext uri="{FF2B5EF4-FFF2-40B4-BE49-F238E27FC236}">
                    <a16:creationId xmlns:a16="http://schemas.microsoft.com/office/drawing/2014/main" id="{9706A09C-5697-40E7-BB4A-8D3640BC4B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8" y="3802"/>
                <a:ext cx="93" cy="15"/>
              </a:xfrm>
              <a:custGeom>
                <a:avLst/>
                <a:gdLst>
                  <a:gd name="T0" fmla="*/ 106 w 87"/>
                  <a:gd name="T1" fmla="*/ 6 h 14"/>
                  <a:gd name="T2" fmla="*/ 71 w 87"/>
                  <a:gd name="T3" fmla="*/ 1 h 14"/>
                  <a:gd name="T4" fmla="*/ 38 w 87"/>
                  <a:gd name="T5" fmla="*/ 12 h 14"/>
                  <a:gd name="T6" fmla="*/ 0 w 87"/>
                  <a:gd name="T7" fmla="*/ 17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7" h="14">
                    <a:moveTo>
                      <a:pt x="87" y="6"/>
                    </a:moveTo>
                    <a:cubicBezTo>
                      <a:pt x="78" y="3"/>
                      <a:pt x="68" y="0"/>
                      <a:pt x="58" y="1"/>
                    </a:cubicBezTo>
                    <a:cubicBezTo>
                      <a:pt x="49" y="2"/>
                      <a:pt x="41" y="8"/>
                      <a:pt x="32" y="9"/>
                    </a:cubicBezTo>
                    <a:cubicBezTo>
                      <a:pt x="21" y="10"/>
                      <a:pt x="7" y="2"/>
                      <a:pt x="0" y="14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3647" name="Freeform 461">
                <a:extLst>
                  <a:ext uri="{FF2B5EF4-FFF2-40B4-BE49-F238E27FC236}">
                    <a16:creationId xmlns:a16="http://schemas.microsoft.com/office/drawing/2014/main" id="{9B902C83-8AEB-4904-87E9-7CEE907C5A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2" y="3964"/>
                <a:ext cx="51" cy="82"/>
              </a:xfrm>
              <a:custGeom>
                <a:avLst/>
                <a:gdLst>
                  <a:gd name="T0" fmla="*/ 50 w 48"/>
                  <a:gd name="T1" fmla="*/ 93 h 77"/>
                  <a:gd name="T2" fmla="*/ 53 w 48"/>
                  <a:gd name="T3" fmla="*/ 49 h 77"/>
                  <a:gd name="T4" fmla="*/ 35 w 48"/>
                  <a:gd name="T5" fmla="*/ 43 h 77"/>
                  <a:gd name="T6" fmla="*/ 19 w 48"/>
                  <a:gd name="T7" fmla="*/ 33 h 77"/>
                  <a:gd name="T8" fmla="*/ 15 w 48"/>
                  <a:gd name="T9" fmla="*/ 23 h 77"/>
                  <a:gd name="T10" fmla="*/ 11 w 48"/>
                  <a:gd name="T11" fmla="*/ 18 h 77"/>
                  <a:gd name="T12" fmla="*/ 1 w 48"/>
                  <a:gd name="T13" fmla="*/ 0 h 7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8" h="77">
                    <a:moveTo>
                      <a:pt x="41" y="77"/>
                    </a:moveTo>
                    <a:cubicBezTo>
                      <a:pt x="48" y="66"/>
                      <a:pt x="48" y="52"/>
                      <a:pt x="44" y="40"/>
                    </a:cubicBezTo>
                    <a:cubicBezTo>
                      <a:pt x="39" y="41"/>
                      <a:pt x="33" y="38"/>
                      <a:pt x="29" y="36"/>
                    </a:cubicBezTo>
                    <a:cubicBezTo>
                      <a:pt x="26" y="34"/>
                      <a:pt x="18" y="30"/>
                      <a:pt x="16" y="27"/>
                    </a:cubicBezTo>
                    <a:cubicBezTo>
                      <a:pt x="14" y="24"/>
                      <a:pt x="14" y="22"/>
                      <a:pt x="12" y="20"/>
                    </a:cubicBezTo>
                    <a:cubicBezTo>
                      <a:pt x="11" y="18"/>
                      <a:pt x="9" y="17"/>
                      <a:pt x="8" y="15"/>
                    </a:cubicBezTo>
                    <a:cubicBezTo>
                      <a:pt x="4" y="11"/>
                      <a:pt x="0" y="6"/>
                      <a:pt x="1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3648" name="Freeform 462">
                <a:extLst>
                  <a:ext uri="{FF2B5EF4-FFF2-40B4-BE49-F238E27FC236}">
                    <a16:creationId xmlns:a16="http://schemas.microsoft.com/office/drawing/2014/main" id="{CC56FEDC-1F79-4D2C-AFBC-F19C6C3F3C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5" y="3970"/>
                <a:ext cx="3" cy="16"/>
              </a:xfrm>
              <a:custGeom>
                <a:avLst/>
                <a:gdLst>
                  <a:gd name="T0" fmla="*/ 0 w 3"/>
                  <a:gd name="T1" fmla="*/ 18 h 15"/>
                  <a:gd name="T2" fmla="*/ 1 w 3"/>
                  <a:gd name="T3" fmla="*/ 0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5">
                    <a:moveTo>
                      <a:pt x="0" y="15"/>
                    </a:moveTo>
                    <a:cubicBezTo>
                      <a:pt x="3" y="11"/>
                      <a:pt x="1" y="5"/>
                      <a:pt x="1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3649" name="Freeform 463">
                <a:extLst>
                  <a:ext uri="{FF2B5EF4-FFF2-40B4-BE49-F238E27FC236}">
                    <a16:creationId xmlns:a16="http://schemas.microsoft.com/office/drawing/2014/main" id="{5B78600F-9FD4-42E8-B8A2-A39CEC2119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9" y="3999"/>
                <a:ext cx="42" cy="27"/>
              </a:xfrm>
              <a:custGeom>
                <a:avLst/>
                <a:gdLst>
                  <a:gd name="T0" fmla="*/ 46 w 40"/>
                  <a:gd name="T1" fmla="*/ 10 h 25"/>
                  <a:gd name="T2" fmla="*/ 26 w 40"/>
                  <a:gd name="T3" fmla="*/ 15 h 25"/>
                  <a:gd name="T4" fmla="*/ 19 w 40"/>
                  <a:gd name="T5" fmla="*/ 31 h 25"/>
                  <a:gd name="T6" fmla="*/ 3 w 40"/>
                  <a:gd name="T7" fmla="*/ 15 h 25"/>
                  <a:gd name="T8" fmla="*/ 18 w 40"/>
                  <a:gd name="T9" fmla="*/ 0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0" h="25">
                    <a:moveTo>
                      <a:pt x="40" y="7"/>
                    </a:moveTo>
                    <a:cubicBezTo>
                      <a:pt x="34" y="4"/>
                      <a:pt x="28" y="8"/>
                      <a:pt x="23" y="12"/>
                    </a:cubicBezTo>
                    <a:cubicBezTo>
                      <a:pt x="19" y="15"/>
                      <a:pt x="18" y="20"/>
                      <a:pt x="16" y="25"/>
                    </a:cubicBezTo>
                    <a:cubicBezTo>
                      <a:pt x="13" y="21"/>
                      <a:pt x="5" y="17"/>
                      <a:pt x="3" y="12"/>
                    </a:cubicBezTo>
                    <a:cubicBezTo>
                      <a:pt x="0" y="6"/>
                      <a:pt x="10" y="2"/>
                      <a:pt x="15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3650" name="Freeform 464">
                <a:extLst>
                  <a:ext uri="{FF2B5EF4-FFF2-40B4-BE49-F238E27FC236}">
                    <a16:creationId xmlns:a16="http://schemas.microsoft.com/office/drawing/2014/main" id="{E66A81A3-00AE-4E21-8724-76B64C550C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6" y="3973"/>
                <a:ext cx="39" cy="57"/>
              </a:xfrm>
              <a:custGeom>
                <a:avLst/>
                <a:gdLst>
                  <a:gd name="T0" fmla="*/ 39 w 37"/>
                  <a:gd name="T1" fmla="*/ 66 h 53"/>
                  <a:gd name="T2" fmla="*/ 24 w 37"/>
                  <a:gd name="T3" fmla="*/ 29 h 53"/>
                  <a:gd name="T4" fmla="*/ 7 w 37"/>
                  <a:gd name="T5" fmla="*/ 17 h 53"/>
                  <a:gd name="T6" fmla="*/ 0 w 37"/>
                  <a:gd name="T7" fmla="*/ 0 h 5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7" h="53">
                    <a:moveTo>
                      <a:pt x="33" y="53"/>
                    </a:moveTo>
                    <a:cubicBezTo>
                      <a:pt x="37" y="40"/>
                      <a:pt x="31" y="29"/>
                      <a:pt x="21" y="23"/>
                    </a:cubicBezTo>
                    <a:cubicBezTo>
                      <a:pt x="15" y="20"/>
                      <a:pt x="11" y="18"/>
                      <a:pt x="7" y="14"/>
                    </a:cubicBezTo>
                    <a:cubicBezTo>
                      <a:pt x="3" y="10"/>
                      <a:pt x="3" y="4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3651" name="Freeform 465">
                <a:extLst>
                  <a:ext uri="{FF2B5EF4-FFF2-40B4-BE49-F238E27FC236}">
                    <a16:creationId xmlns:a16="http://schemas.microsoft.com/office/drawing/2014/main" id="{EEDF0134-4D1F-4B4C-844F-DB64463338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6" y="3959"/>
                <a:ext cx="45" cy="42"/>
              </a:xfrm>
              <a:custGeom>
                <a:avLst/>
                <a:gdLst>
                  <a:gd name="T0" fmla="*/ 50 w 42"/>
                  <a:gd name="T1" fmla="*/ 46 h 40"/>
                  <a:gd name="T2" fmla="*/ 41 w 42"/>
                  <a:gd name="T3" fmla="*/ 30 h 40"/>
                  <a:gd name="T4" fmla="*/ 30 w 42"/>
                  <a:gd name="T5" fmla="*/ 19 h 40"/>
                  <a:gd name="T6" fmla="*/ 16 w 42"/>
                  <a:gd name="T7" fmla="*/ 16 h 40"/>
                  <a:gd name="T8" fmla="*/ 0 w 42"/>
                  <a:gd name="T9" fmla="*/ 0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2" h="40">
                    <a:moveTo>
                      <a:pt x="41" y="40"/>
                    </a:moveTo>
                    <a:cubicBezTo>
                      <a:pt x="42" y="35"/>
                      <a:pt x="36" y="30"/>
                      <a:pt x="33" y="27"/>
                    </a:cubicBezTo>
                    <a:cubicBezTo>
                      <a:pt x="31" y="23"/>
                      <a:pt x="28" y="19"/>
                      <a:pt x="24" y="16"/>
                    </a:cubicBezTo>
                    <a:cubicBezTo>
                      <a:pt x="21" y="14"/>
                      <a:pt x="16" y="15"/>
                      <a:pt x="13" y="13"/>
                    </a:cubicBezTo>
                    <a:cubicBezTo>
                      <a:pt x="8" y="10"/>
                      <a:pt x="6" y="3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3652" name="Freeform 466">
                <a:extLst>
                  <a:ext uri="{FF2B5EF4-FFF2-40B4-BE49-F238E27FC236}">
                    <a16:creationId xmlns:a16="http://schemas.microsoft.com/office/drawing/2014/main" id="{4E605532-867B-4A9B-870E-D23AD61C40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0" y="3953"/>
                <a:ext cx="20" cy="15"/>
              </a:xfrm>
              <a:custGeom>
                <a:avLst/>
                <a:gdLst>
                  <a:gd name="T0" fmla="*/ 22 w 19"/>
                  <a:gd name="T1" fmla="*/ 13 h 14"/>
                  <a:gd name="T2" fmla="*/ 14 w 19"/>
                  <a:gd name="T3" fmla="*/ 10 h 14"/>
                  <a:gd name="T4" fmla="*/ 0 w 19"/>
                  <a:gd name="T5" fmla="*/ 0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14">
                    <a:moveTo>
                      <a:pt x="19" y="10"/>
                    </a:moveTo>
                    <a:cubicBezTo>
                      <a:pt x="19" y="14"/>
                      <a:pt x="13" y="8"/>
                      <a:pt x="11" y="7"/>
                    </a:cubicBezTo>
                    <a:cubicBezTo>
                      <a:pt x="7" y="5"/>
                      <a:pt x="4" y="3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3653" name="Freeform 467">
                <a:extLst>
                  <a:ext uri="{FF2B5EF4-FFF2-40B4-BE49-F238E27FC236}">
                    <a16:creationId xmlns:a16="http://schemas.microsoft.com/office/drawing/2014/main" id="{2E817233-834D-407F-85EF-BD641CA5EF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2" y="3970"/>
                <a:ext cx="12" cy="13"/>
              </a:xfrm>
              <a:custGeom>
                <a:avLst/>
                <a:gdLst>
                  <a:gd name="T0" fmla="*/ 12 w 12"/>
                  <a:gd name="T1" fmla="*/ 4 h 12"/>
                  <a:gd name="T2" fmla="*/ 6 w 12"/>
                  <a:gd name="T3" fmla="*/ 15 h 12"/>
                  <a:gd name="T4" fmla="*/ 10 w 12"/>
                  <a:gd name="T5" fmla="*/ 4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2">
                    <a:moveTo>
                      <a:pt x="12" y="4"/>
                    </a:moveTo>
                    <a:cubicBezTo>
                      <a:pt x="9" y="6"/>
                      <a:pt x="7" y="9"/>
                      <a:pt x="6" y="12"/>
                    </a:cubicBezTo>
                    <a:cubicBezTo>
                      <a:pt x="0" y="8"/>
                      <a:pt x="3" y="0"/>
                      <a:pt x="10" y="4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3654" name="Freeform 468">
                <a:extLst>
                  <a:ext uri="{FF2B5EF4-FFF2-40B4-BE49-F238E27FC236}">
                    <a16:creationId xmlns:a16="http://schemas.microsoft.com/office/drawing/2014/main" id="{DDAEC5F7-535F-449D-8D93-2E76D7D804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7" y="3989"/>
                <a:ext cx="16" cy="18"/>
              </a:xfrm>
              <a:custGeom>
                <a:avLst/>
                <a:gdLst>
                  <a:gd name="T0" fmla="*/ 18 w 15"/>
                  <a:gd name="T1" fmla="*/ 7 h 16"/>
                  <a:gd name="T2" fmla="*/ 11 w 15"/>
                  <a:gd name="T3" fmla="*/ 23 h 16"/>
                  <a:gd name="T4" fmla="*/ 3 w 15"/>
                  <a:gd name="T5" fmla="*/ 7 h 16"/>
                  <a:gd name="T6" fmla="*/ 16 w 15"/>
                  <a:gd name="T7" fmla="*/ 8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16">
                    <a:moveTo>
                      <a:pt x="15" y="4"/>
                    </a:moveTo>
                    <a:cubicBezTo>
                      <a:pt x="9" y="6"/>
                      <a:pt x="8" y="10"/>
                      <a:pt x="8" y="16"/>
                    </a:cubicBezTo>
                    <a:cubicBezTo>
                      <a:pt x="6" y="13"/>
                      <a:pt x="0" y="8"/>
                      <a:pt x="3" y="4"/>
                    </a:cubicBezTo>
                    <a:cubicBezTo>
                      <a:pt x="5" y="0"/>
                      <a:pt x="13" y="1"/>
                      <a:pt x="13" y="5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3655" name="Freeform 469">
                <a:extLst>
                  <a:ext uri="{FF2B5EF4-FFF2-40B4-BE49-F238E27FC236}">
                    <a16:creationId xmlns:a16="http://schemas.microsoft.com/office/drawing/2014/main" id="{FDCEAA52-A497-4818-99E3-E83FB8B38F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2" y="4004"/>
                <a:ext cx="21" cy="17"/>
              </a:xfrm>
              <a:custGeom>
                <a:avLst/>
                <a:gdLst>
                  <a:gd name="T0" fmla="*/ 22 w 20"/>
                  <a:gd name="T1" fmla="*/ 11 h 16"/>
                  <a:gd name="T2" fmla="*/ 6 w 20"/>
                  <a:gd name="T3" fmla="*/ 19 h 16"/>
                  <a:gd name="T4" fmla="*/ 1 w 20"/>
                  <a:gd name="T5" fmla="*/ 5 h 16"/>
                  <a:gd name="T6" fmla="*/ 14 w 20"/>
                  <a:gd name="T7" fmla="*/ 0 h 16"/>
                  <a:gd name="T8" fmla="*/ 23 w 20"/>
                  <a:gd name="T9" fmla="*/ 7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16">
                    <a:moveTo>
                      <a:pt x="19" y="8"/>
                    </a:moveTo>
                    <a:cubicBezTo>
                      <a:pt x="12" y="10"/>
                      <a:pt x="9" y="9"/>
                      <a:pt x="6" y="16"/>
                    </a:cubicBezTo>
                    <a:cubicBezTo>
                      <a:pt x="4" y="13"/>
                      <a:pt x="0" y="9"/>
                      <a:pt x="1" y="5"/>
                    </a:cubicBezTo>
                    <a:cubicBezTo>
                      <a:pt x="2" y="0"/>
                      <a:pt x="7" y="0"/>
                      <a:pt x="11" y="0"/>
                    </a:cubicBezTo>
                    <a:cubicBezTo>
                      <a:pt x="16" y="1"/>
                      <a:pt x="17" y="3"/>
                      <a:pt x="20" y="7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3656" name="Freeform 470">
                <a:extLst>
                  <a:ext uri="{FF2B5EF4-FFF2-40B4-BE49-F238E27FC236}">
                    <a16:creationId xmlns:a16="http://schemas.microsoft.com/office/drawing/2014/main" id="{FC8BEFC5-7342-44F5-81CC-07E6D90FE8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3" y="1480"/>
                <a:ext cx="140" cy="656"/>
              </a:xfrm>
              <a:custGeom>
                <a:avLst/>
                <a:gdLst>
                  <a:gd name="T0" fmla="*/ 160 w 131"/>
                  <a:gd name="T1" fmla="*/ 747 h 615"/>
                  <a:gd name="T2" fmla="*/ 135 w 131"/>
                  <a:gd name="T3" fmla="*/ 511 h 615"/>
                  <a:gd name="T4" fmla="*/ 50 w 131"/>
                  <a:gd name="T5" fmla="*/ 357 h 615"/>
                  <a:gd name="T6" fmla="*/ 46 w 131"/>
                  <a:gd name="T7" fmla="*/ 254 h 615"/>
                  <a:gd name="T8" fmla="*/ 12 w 131"/>
                  <a:gd name="T9" fmla="*/ 166 h 615"/>
                  <a:gd name="T10" fmla="*/ 16 w 131"/>
                  <a:gd name="T11" fmla="*/ 0 h 61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1" h="615">
                    <a:moveTo>
                      <a:pt x="131" y="615"/>
                    </a:moveTo>
                    <a:cubicBezTo>
                      <a:pt x="131" y="615"/>
                      <a:pt x="131" y="472"/>
                      <a:pt x="110" y="421"/>
                    </a:cubicBezTo>
                    <a:cubicBezTo>
                      <a:pt x="90" y="370"/>
                      <a:pt x="35" y="311"/>
                      <a:pt x="41" y="294"/>
                    </a:cubicBezTo>
                    <a:cubicBezTo>
                      <a:pt x="47" y="276"/>
                      <a:pt x="62" y="263"/>
                      <a:pt x="37" y="209"/>
                    </a:cubicBezTo>
                    <a:cubicBezTo>
                      <a:pt x="12" y="154"/>
                      <a:pt x="0" y="156"/>
                      <a:pt x="9" y="137"/>
                    </a:cubicBezTo>
                    <a:cubicBezTo>
                      <a:pt x="18" y="118"/>
                      <a:pt x="38" y="50"/>
                      <a:pt x="13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3657" name="Freeform 471">
                <a:extLst>
                  <a:ext uri="{FF2B5EF4-FFF2-40B4-BE49-F238E27FC236}">
                    <a16:creationId xmlns:a16="http://schemas.microsoft.com/office/drawing/2014/main" id="{8144E3FC-ED68-462A-8FD0-4114283F3F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6" y="1554"/>
                <a:ext cx="98" cy="30"/>
              </a:xfrm>
              <a:custGeom>
                <a:avLst/>
                <a:gdLst>
                  <a:gd name="T0" fmla="*/ 0 w 92"/>
                  <a:gd name="T1" fmla="*/ 33 h 28"/>
                  <a:gd name="T2" fmla="*/ 17 w 92"/>
                  <a:gd name="T3" fmla="*/ 27 h 28"/>
                  <a:gd name="T4" fmla="*/ 111 w 92"/>
                  <a:gd name="T5" fmla="*/ 0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2" h="28">
                    <a:moveTo>
                      <a:pt x="0" y="27"/>
                    </a:moveTo>
                    <a:cubicBezTo>
                      <a:pt x="0" y="27"/>
                      <a:pt x="6" y="28"/>
                      <a:pt x="14" y="21"/>
                    </a:cubicBezTo>
                    <a:cubicBezTo>
                      <a:pt x="23" y="14"/>
                      <a:pt x="63" y="22"/>
                      <a:pt x="92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3658" name="Freeform 472">
                <a:extLst>
                  <a:ext uri="{FF2B5EF4-FFF2-40B4-BE49-F238E27FC236}">
                    <a16:creationId xmlns:a16="http://schemas.microsoft.com/office/drawing/2014/main" id="{D4302FFA-1EAC-408D-8908-7C06920408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4" y="1620"/>
                <a:ext cx="20" cy="44"/>
              </a:xfrm>
              <a:custGeom>
                <a:avLst/>
                <a:gdLst>
                  <a:gd name="T0" fmla="*/ 22 w 19"/>
                  <a:gd name="T1" fmla="*/ 0 h 41"/>
                  <a:gd name="T2" fmla="*/ 0 w 19"/>
                  <a:gd name="T3" fmla="*/ 50 h 4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41">
                    <a:moveTo>
                      <a:pt x="19" y="0"/>
                    </a:moveTo>
                    <a:cubicBezTo>
                      <a:pt x="19" y="0"/>
                      <a:pt x="11" y="17"/>
                      <a:pt x="0" y="41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3659" name="Freeform 473">
                <a:extLst>
                  <a:ext uri="{FF2B5EF4-FFF2-40B4-BE49-F238E27FC236}">
                    <a16:creationId xmlns:a16="http://schemas.microsoft.com/office/drawing/2014/main" id="{DEB479EB-96AB-4149-8513-A0B9A33210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8" y="1709"/>
                <a:ext cx="492" cy="270"/>
              </a:xfrm>
              <a:custGeom>
                <a:avLst/>
                <a:gdLst>
                  <a:gd name="T0" fmla="*/ 528 w 461"/>
                  <a:gd name="T1" fmla="*/ 0 h 254"/>
                  <a:gd name="T2" fmla="*/ 535 w 461"/>
                  <a:gd name="T3" fmla="*/ 100 h 254"/>
                  <a:gd name="T4" fmla="*/ 441 w 461"/>
                  <a:gd name="T5" fmla="*/ 185 h 254"/>
                  <a:gd name="T6" fmla="*/ 345 w 461"/>
                  <a:gd name="T7" fmla="*/ 221 h 254"/>
                  <a:gd name="T8" fmla="*/ 0 w 461"/>
                  <a:gd name="T9" fmla="*/ 161 h 25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61" h="254">
                    <a:moveTo>
                      <a:pt x="435" y="0"/>
                    </a:moveTo>
                    <a:cubicBezTo>
                      <a:pt x="435" y="0"/>
                      <a:pt x="461" y="62"/>
                      <a:pt x="439" y="83"/>
                    </a:cubicBezTo>
                    <a:cubicBezTo>
                      <a:pt x="417" y="103"/>
                      <a:pt x="376" y="146"/>
                      <a:pt x="363" y="154"/>
                    </a:cubicBezTo>
                    <a:cubicBezTo>
                      <a:pt x="350" y="163"/>
                      <a:pt x="324" y="178"/>
                      <a:pt x="284" y="184"/>
                    </a:cubicBezTo>
                    <a:cubicBezTo>
                      <a:pt x="244" y="190"/>
                      <a:pt x="7" y="254"/>
                      <a:pt x="0" y="134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3660" name="Freeform 474">
                <a:extLst>
                  <a:ext uri="{FF2B5EF4-FFF2-40B4-BE49-F238E27FC236}">
                    <a16:creationId xmlns:a16="http://schemas.microsoft.com/office/drawing/2014/main" id="{4A9F1072-5483-494F-AC5D-B4BFD23B3D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7" y="1609"/>
                <a:ext cx="63" cy="24"/>
              </a:xfrm>
              <a:custGeom>
                <a:avLst/>
                <a:gdLst>
                  <a:gd name="T0" fmla="*/ 0 w 59"/>
                  <a:gd name="T1" fmla="*/ 0 h 22"/>
                  <a:gd name="T2" fmla="*/ 72 w 59"/>
                  <a:gd name="T3" fmla="*/ 28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9" h="22">
                    <a:moveTo>
                      <a:pt x="0" y="0"/>
                    </a:moveTo>
                    <a:cubicBezTo>
                      <a:pt x="19" y="5"/>
                      <a:pt x="38" y="18"/>
                      <a:pt x="59" y="22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3661" name="Freeform 475">
                <a:extLst>
                  <a:ext uri="{FF2B5EF4-FFF2-40B4-BE49-F238E27FC236}">
                    <a16:creationId xmlns:a16="http://schemas.microsoft.com/office/drawing/2014/main" id="{E234686E-C161-4EE6-9BEA-EF64F3B0B0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0" y="1882"/>
                <a:ext cx="67" cy="13"/>
              </a:xfrm>
              <a:custGeom>
                <a:avLst/>
                <a:gdLst>
                  <a:gd name="T0" fmla="*/ 0 w 63"/>
                  <a:gd name="T1" fmla="*/ 2 h 12"/>
                  <a:gd name="T2" fmla="*/ 76 w 63"/>
                  <a:gd name="T3" fmla="*/ 0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3" h="12">
                    <a:moveTo>
                      <a:pt x="0" y="2"/>
                    </a:moveTo>
                    <a:cubicBezTo>
                      <a:pt x="17" y="12"/>
                      <a:pt x="46" y="5"/>
                      <a:pt x="63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3662" name="Freeform 476">
                <a:extLst>
                  <a:ext uri="{FF2B5EF4-FFF2-40B4-BE49-F238E27FC236}">
                    <a16:creationId xmlns:a16="http://schemas.microsoft.com/office/drawing/2014/main" id="{D3A863A3-FB41-4A9A-90BC-3BF0E2FC92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4" y="1838"/>
                <a:ext cx="38" cy="23"/>
              </a:xfrm>
              <a:custGeom>
                <a:avLst/>
                <a:gdLst>
                  <a:gd name="T0" fmla="*/ 42 w 36"/>
                  <a:gd name="T1" fmla="*/ 0 h 22"/>
                  <a:gd name="T2" fmla="*/ 0 w 36"/>
                  <a:gd name="T3" fmla="*/ 25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6" h="22">
                    <a:moveTo>
                      <a:pt x="36" y="0"/>
                    </a:moveTo>
                    <a:cubicBezTo>
                      <a:pt x="22" y="2"/>
                      <a:pt x="11" y="13"/>
                      <a:pt x="0" y="22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3663" name="Freeform 477">
                <a:extLst>
                  <a:ext uri="{FF2B5EF4-FFF2-40B4-BE49-F238E27FC236}">
                    <a16:creationId xmlns:a16="http://schemas.microsoft.com/office/drawing/2014/main" id="{49A89648-3341-47E4-A440-9DEF3C4BD3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4" y="1920"/>
                <a:ext cx="69" cy="40"/>
              </a:xfrm>
              <a:custGeom>
                <a:avLst/>
                <a:gdLst>
                  <a:gd name="T0" fmla="*/ 80 w 64"/>
                  <a:gd name="T1" fmla="*/ 0 h 38"/>
                  <a:gd name="T2" fmla="*/ 0 w 64"/>
                  <a:gd name="T3" fmla="*/ 44 h 3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4" h="38">
                    <a:moveTo>
                      <a:pt x="64" y="0"/>
                    </a:moveTo>
                    <a:cubicBezTo>
                      <a:pt x="59" y="36"/>
                      <a:pt x="20" y="22"/>
                      <a:pt x="0" y="38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3664" name="Freeform 478">
                <a:extLst>
                  <a:ext uri="{FF2B5EF4-FFF2-40B4-BE49-F238E27FC236}">
                    <a16:creationId xmlns:a16="http://schemas.microsoft.com/office/drawing/2014/main" id="{8F9549AB-B782-41BF-A7EB-1E69333056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2" y="2197"/>
                <a:ext cx="67" cy="17"/>
              </a:xfrm>
              <a:custGeom>
                <a:avLst/>
                <a:gdLst>
                  <a:gd name="T0" fmla="*/ 76 w 63"/>
                  <a:gd name="T1" fmla="*/ 15 h 16"/>
                  <a:gd name="T2" fmla="*/ 0 w 63"/>
                  <a:gd name="T3" fmla="*/ 0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3" h="16">
                    <a:moveTo>
                      <a:pt x="63" y="12"/>
                    </a:moveTo>
                    <a:cubicBezTo>
                      <a:pt x="39" y="16"/>
                      <a:pt x="23" y="8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3665" name="Freeform 479">
                <a:extLst>
                  <a:ext uri="{FF2B5EF4-FFF2-40B4-BE49-F238E27FC236}">
                    <a16:creationId xmlns:a16="http://schemas.microsoft.com/office/drawing/2014/main" id="{8E1301C4-45C5-45E6-86CC-1F9FE6519A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9" y="943"/>
                <a:ext cx="9" cy="75"/>
              </a:xfrm>
              <a:custGeom>
                <a:avLst/>
                <a:gdLst>
                  <a:gd name="T0" fmla="*/ 9 w 9"/>
                  <a:gd name="T1" fmla="*/ 86 h 70"/>
                  <a:gd name="T2" fmla="*/ 1 w 9"/>
                  <a:gd name="T3" fmla="*/ 41 h 70"/>
                  <a:gd name="T4" fmla="*/ 3 w 9"/>
                  <a:gd name="T5" fmla="*/ 0 h 7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70">
                    <a:moveTo>
                      <a:pt x="9" y="70"/>
                    </a:moveTo>
                    <a:cubicBezTo>
                      <a:pt x="9" y="70"/>
                      <a:pt x="0" y="45"/>
                      <a:pt x="1" y="33"/>
                    </a:cubicBezTo>
                    <a:cubicBezTo>
                      <a:pt x="3" y="21"/>
                      <a:pt x="3" y="0"/>
                      <a:pt x="3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3666" name="Freeform 480">
                <a:extLst>
                  <a:ext uri="{FF2B5EF4-FFF2-40B4-BE49-F238E27FC236}">
                    <a16:creationId xmlns:a16="http://schemas.microsoft.com/office/drawing/2014/main" id="{9E74C1E3-4F42-4709-8C05-02B6AF6041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2" y="933"/>
                <a:ext cx="20" cy="29"/>
              </a:xfrm>
              <a:custGeom>
                <a:avLst/>
                <a:gdLst>
                  <a:gd name="T0" fmla="*/ 0 w 19"/>
                  <a:gd name="T1" fmla="*/ 33 h 27"/>
                  <a:gd name="T2" fmla="*/ 20 w 19"/>
                  <a:gd name="T3" fmla="*/ 32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27">
                    <a:moveTo>
                      <a:pt x="0" y="27"/>
                    </a:moveTo>
                    <a:cubicBezTo>
                      <a:pt x="0" y="27"/>
                      <a:pt x="19" y="0"/>
                      <a:pt x="17" y="26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3667" name="Freeform 481">
                <a:extLst>
                  <a:ext uri="{FF2B5EF4-FFF2-40B4-BE49-F238E27FC236}">
                    <a16:creationId xmlns:a16="http://schemas.microsoft.com/office/drawing/2014/main" id="{E9990076-8A14-4619-BFBF-4A71810B42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2" y="972"/>
                <a:ext cx="13" cy="21"/>
              </a:xfrm>
              <a:custGeom>
                <a:avLst/>
                <a:gdLst>
                  <a:gd name="T0" fmla="*/ 0 w 12"/>
                  <a:gd name="T1" fmla="*/ 0 h 20"/>
                  <a:gd name="T2" fmla="*/ 1 w 12"/>
                  <a:gd name="T3" fmla="*/ 23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20">
                    <a:moveTo>
                      <a:pt x="0" y="0"/>
                    </a:moveTo>
                    <a:cubicBezTo>
                      <a:pt x="0" y="0"/>
                      <a:pt x="12" y="10"/>
                      <a:pt x="1" y="20"/>
                    </a:cubicBezTo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3668" name="Freeform 482">
                <a:extLst>
                  <a:ext uri="{FF2B5EF4-FFF2-40B4-BE49-F238E27FC236}">
                    <a16:creationId xmlns:a16="http://schemas.microsoft.com/office/drawing/2014/main" id="{7F2BD983-DA53-4DA6-AD6E-7B7EA57254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0" y="942"/>
                <a:ext cx="24" cy="109"/>
              </a:xfrm>
              <a:custGeom>
                <a:avLst/>
                <a:gdLst>
                  <a:gd name="T0" fmla="*/ 1 w 23"/>
                  <a:gd name="T1" fmla="*/ 0 h 102"/>
                  <a:gd name="T2" fmla="*/ 16 w 23"/>
                  <a:gd name="T3" fmla="*/ 21 h 102"/>
                  <a:gd name="T4" fmla="*/ 19 w 23"/>
                  <a:gd name="T5" fmla="*/ 55 h 102"/>
                  <a:gd name="T6" fmla="*/ 23 w 23"/>
                  <a:gd name="T7" fmla="*/ 124 h 102"/>
                  <a:gd name="T8" fmla="*/ 18 w 23"/>
                  <a:gd name="T9" fmla="*/ 79 h 102"/>
                  <a:gd name="T10" fmla="*/ 16 w 23"/>
                  <a:gd name="T11" fmla="*/ 57 h 102"/>
                  <a:gd name="T12" fmla="*/ 10 w 23"/>
                  <a:gd name="T13" fmla="*/ 29 h 102"/>
                  <a:gd name="T14" fmla="*/ 0 w 23"/>
                  <a:gd name="T15" fmla="*/ 18 h 102"/>
                  <a:gd name="T16" fmla="*/ 3 w 23"/>
                  <a:gd name="T17" fmla="*/ 5 h 10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3" h="102">
                    <a:moveTo>
                      <a:pt x="1" y="0"/>
                    </a:moveTo>
                    <a:cubicBezTo>
                      <a:pt x="4" y="6"/>
                      <a:pt x="9" y="12"/>
                      <a:pt x="13" y="18"/>
                    </a:cubicBezTo>
                    <a:cubicBezTo>
                      <a:pt x="16" y="26"/>
                      <a:pt x="16" y="36"/>
                      <a:pt x="16" y="45"/>
                    </a:cubicBezTo>
                    <a:cubicBezTo>
                      <a:pt x="14" y="65"/>
                      <a:pt x="23" y="81"/>
                      <a:pt x="20" y="102"/>
                    </a:cubicBezTo>
                    <a:cubicBezTo>
                      <a:pt x="23" y="90"/>
                      <a:pt x="15" y="77"/>
                      <a:pt x="15" y="65"/>
                    </a:cubicBezTo>
                    <a:cubicBezTo>
                      <a:pt x="14" y="56"/>
                      <a:pt x="13" y="54"/>
                      <a:pt x="13" y="47"/>
                    </a:cubicBezTo>
                    <a:cubicBezTo>
                      <a:pt x="14" y="39"/>
                      <a:pt x="13" y="31"/>
                      <a:pt x="10" y="23"/>
                    </a:cubicBezTo>
                    <a:cubicBezTo>
                      <a:pt x="10" y="20"/>
                      <a:pt x="4" y="9"/>
                      <a:pt x="0" y="15"/>
                    </a:cubicBezTo>
                    <a:cubicBezTo>
                      <a:pt x="3" y="12"/>
                      <a:pt x="3" y="9"/>
                      <a:pt x="3" y="5"/>
                    </a:cubicBezTo>
                  </a:path>
                </a:pathLst>
              </a:custGeom>
              <a:solidFill>
                <a:srgbClr val="A57A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3669" name="Freeform 483">
                <a:extLst>
                  <a:ext uri="{FF2B5EF4-FFF2-40B4-BE49-F238E27FC236}">
                    <a16:creationId xmlns:a16="http://schemas.microsoft.com/office/drawing/2014/main" id="{ED2CCCE9-524D-4CB9-ACB5-67AEC30293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8" y="1055"/>
                <a:ext cx="14" cy="72"/>
              </a:xfrm>
              <a:custGeom>
                <a:avLst/>
                <a:gdLst>
                  <a:gd name="T0" fmla="*/ 6 w 13"/>
                  <a:gd name="T1" fmla="*/ 0 h 68"/>
                  <a:gd name="T2" fmla="*/ 10 w 13"/>
                  <a:gd name="T3" fmla="*/ 33 h 68"/>
                  <a:gd name="T4" fmla="*/ 16 w 13"/>
                  <a:gd name="T5" fmla="*/ 58 h 68"/>
                  <a:gd name="T6" fmla="*/ 13 w 13"/>
                  <a:gd name="T7" fmla="*/ 80 h 68"/>
                  <a:gd name="T8" fmla="*/ 14 w 13"/>
                  <a:gd name="T9" fmla="*/ 58 h 68"/>
                  <a:gd name="T10" fmla="*/ 5 w 13"/>
                  <a:gd name="T11" fmla="*/ 28 h 68"/>
                  <a:gd name="T12" fmla="*/ 1 w 13"/>
                  <a:gd name="T13" fmla="*/ 15 h 68"/>
                  <a:gd name="T14" fmla="*/ 6 w 13"/>
                  <a:gd name="T15" fmla="*/ 0 h 6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3" h="68">
                    <a:moveTo>
                      <a:pt x="6" y="0"/>
                    </a:moveTo>
                    <a:cubicBezTo>
                      <a:pt x="2" y="9"/>
                      <a:pt x="4" y="19"/>
                      <a:pt x="7" y="27"/>
                    </a:cubicBezTo>
                    <a:cubicBezTo>
                      <a:pt x="10" y="34"/>
                      <a:pt x="13" y="41"/>
                      <a:pt x="13" y="49"/>
                    </a:cubicBezTo>
                    <a:cubicBezTo>
                      <a:pt x="13" y="56"/>
                      <a:pt x="11" y="61"/>
                      <a:pt x="10" y="68"/>
                    </a:cubicBezTo>
                    <a:cubicBezTo>
                      <a:pt x="12" y="62"/>
                      <a:pt x="11" y="54"/>
                      <a:pt x="11" y="49"/>
                    </a:cubicBezTo>
                    <a:cubicBezTo>
                      <a:pt x="10" y="40"/>
                      <a:pt x="8" y="32"/>
                      <a:pt x="5" y="24"/>
                    </a:cubicBezTo>
                    <a:cubicBezTo>
                      <a:pt x="3" y="20"/>
                      <a:pt x="1" y="16"/>
                      <a:pt x="1" y="12"/>
                    </a:cubicBezTo>
                    <a:cubicBezTo>
                      <a:pt x="0" y="6"/>
                      <a:pt x="3" y="4"/>
                      <a:pt x="6" y="0"/>
                    </a:cubicBezTo>
                  </a:path>
                </a:pathLst>
              </a:custGeom>
              <a:solidFill>
                <a:srgbClr val="A57A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3670" name="Freeform 484">
                <a:extLst>
                  <a:ext uri="{FF2B5EF4-FFF2-40B4-BE49-F238E27FC236}">
                    <a16:creationId xmlns:a16="http://schemas.microsoft.com/office/drawing/2014/main" id="{07851319-5CCC-4A18-918B-54CA661C7F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7" y="2478"/>
                <a:ext cx="200" cy="39"/>
              </a:xfrm>
              <a:custGeom>
                <a:avLst/>
                <a:gdLst>
                  <a:gd name="T0" fmla="*/ 0 w 188"/>
                  <a:gd name="T1" fmla="*/ 12 h 36"/>
                  <a:gd name="T2" fmla="*/ 91 w 188"/>
                  <a:gd name="T3" fmla="*/ 2 h 36"/>
                  <a:gd name="T4" fmla="*/ 227 w 188"/>
                  <a:gd name="T5" fmla="*/ 46 h 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8" h="36">
                    <a:moveTo>
                      <a:pt x="0" y="9"/>
                    </a:moveTo>
                    <a:cubicBezTo>
                      <a:pt x="0" y="9"/>
                      <a:pt x="54" y="5"/>
                      <a:pt x="76" y="2"/>
                    </a:cubicBezTo>
                    <a:cubicBezTo>
                      <a:pt x="98" y="0"/>
                      <a:pt x="163" y="2"/>
                      <a:pt x="188" y="36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3671" name="Freeform 485">
                <a:extLst>
                  <a:ext uri="{FF2B5EF4-FFF2-40B4-BE49-F238E27FC236}">
                    <a16:creationId xmlns:a16="http://schemas.microsoft.com/office/drawing/2014/main" id="{ABB89E1C-6CD0-44F8-9186-E3FDB04279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9" y="2251"/>
                <a:ext cx="434" cy="126"/>
              </a:xfrm>
              <a:custGeom>
                <a:avLst/>
                <a:gdLst>
                  <a:gd name="T0" fmla="*/ 496 w 406"/>
                  <a:gd name="T1" fmla="*/ 127 h 118"/>
                  <a:gd name="T2" fmla="*/ 357 w 406"/>
                  <a:gd name="T3" fmla="*/ 83 h 118"/>
                  <a:gd name="T4" fmla="*/ 261 w 406"/>
                  <a:gd name="T5" fmla="*/ 0 h 118"/>
                  <a:gd name="T6" fmla="*/ 236 w 406"/>
                  <a:gd name="T7" fmla="*/ 0 h 118"/>
                  <a:gd name="T8" fmla="*/ 140 w 406"/>
                  <a:gd name="T9" fmla="*/ 83 h 118"/>
                  <a:gd name="T10" fmla="*/ 0 w 406"/>
                  <a:gd name="T11" fmla="*/ 127 h 11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06" h="118">
                    <a:moveTo>
                      <a:pt x="406" y="104"/>
                    </a:moveTo>
                    <a:cubicBezTo>
                      <a:pt x="406" y="104"/>
                      <a:pt x="326" y="118"/>
                      <a:pt x="292" y="68"/>
                    </a:cubicBezTo>
                    <a:cubicBezTo>
                      <a:pt x="257" y="18"/>
                      <a:pt x="234" y="1"/>
                      <a:pt x="213" y="0"/>
                    </a:cubicBezTo>
                    <a:cubicBezTo>
                      <a:pt x="194" y="0"/>
                      <a:pt x="194" y="0"/>
                      <a:pt x="194" y="0"/>
                    </a:cubicBezTo>
                    <a:cubicBezTo>
                      <a:pt x="173" y="1"/>
                      <a:pt x="149" y="18"/>
                      <a:pt x="115" y="68"/>
                    </a:cubicBezTo>
                    <a:cubicBezTo>
                      <a:pt x="80" y="118"/>
                      <a:pt x="0" y="104"/>
                      <a:pt x="0" y="104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3672" name="Freeform 486">
                <a:extLst>
                  <a:ext uri="{FF2B5EF4-FFF2-40B4-BE49-F238E27FC236}">
                    <a16:creationId xmlns:a16="http://schemas.microsoft.com/office/drawing/2014/main" id="{28C599CF-2165-4FDA-AE67-9087131598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3" y="2776"/>
                <a:ext cx="69" cy="48"/>
              </a:xfrm>
              <a:custGeom>
                <a:avLst/>
                <a:gdLst>
                  <a:gd name="T0" fmla="*/ 80 w 64"/>
                  <a:gd name="T1" fmla="*/ 0 h 45"/>
                  <a:gd name="T2" fmla="*/ 0 w 64"/>
                  <a:gd name="T3" fmla="*/ 54 h 4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4" h="45">
                    <a:moveTo>
                      <a:pt x="64" y="0"/>
                    </a:moveTo>
                    <a:cubicBezTo>
                      <a:pt x="64" y="0"/>
                      <a:pt x="8" y="32"/>
                      <a:pt x="0" y="45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3673" name="Freeform 487">
                <a:extLst>
                  <a:ext uri="{FF2B5EF4-FFF2-40B4-BE49-F238E27FC236}">
                    <a16:creationId xmlns:a16="http://schemas.microsoft.com/office/drawing/2014/main" id="{97E42884-1827-4953-942E-216C65F5F5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2" y="1784"/>
                <a:ext cx="32" cy="17"/>
              </a:xfrm>
              <a:custGeom>
                <a:avLst/>
                <a:gdLst>
                  <a:gd name="T0" fmla="*/ 0 w 30"/>
                  <a:gd name="T1" fmla="*/ 0 h 16"/>
                  <a:gd name="T2" fmla="*/ 36 w 30"/>
                  <a:gd name="T3" fmla="*/ 5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0" h="16">
                    <a:moveTo>
                      <a:pt x="0" y="0"/>
                    </a:moveTo>
                    <a:cubicBezTo>
                      <a:pt x="9" y="7"/>
                      <a:pt x="20" y="16"/>
                      <a:pt x="30" y="5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3674" name="Freeform 488">
                <a:extLst>
                  <a:ext uri="{FF2B5EF4-FFF2-40B4-BE49-F238E27FC236}">
                    <a16:creationId xmlns:a16="http://schemas.microsoft.com/office/drawing/2014/main" id="{308D2F74-CD03-4D83-867F-CAA4FD38A7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7" y="1785"/>
                <a:ext cx="22" cy="16"/>
              </a:xfrm>
              <a:custGeom>
                <a:avLst/>
                <a:gdLst>
                  <a:gd name="T0" fmla="*/ 24 w 21"/>
                  <a:gd name="T1" fmla="*/ 0 h 15"/>
                  <a:gd name="T2" fmla="*/ 0 w 21"/>
                  <a:gd name="T3" fmla="*/ 11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15">
                    <a:moveTo>
                      <a:pt x="21" y="0"/>
                    </a:moveTo>
                    <a:cubicBezTo>
                      <a:pt x="18" y="6"/>
                      <a:pt x="4" y="15"/>
                      <a:pt x="0" y="8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3675" name="Freeform 489">
                <a:extLst>
                  <a:ext uri="{FF2B5EF4-FFF2-40B4-BE49-F238E27FC236}">
                    <a16:creationId xmlns:a16="http://schemas.microsoft.com/office/drawing/2014/main" id="{8FAE25B7-A874-4C2A-9330-F3006EBB63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7" y="1995"/>
                <a:ext cx="654" cy="64"/>
              </a:xfrm>
              <a:custGeom>
                <a:avLst/>
                <a:gdLst>
                  <a:gd name="T0" fmla="*/ 0 w 613"/>
                  <a:gd name="T1" fmla="*/ 0 h 60"/>
                  <a:gd name="T2" fmla="*/ 197 w 613"/>
                  <a:gd name="T3" fmla="*/ 54 h 60"/>
                  <a:gd name="T4" fmla="*/ 371 w 613"/>
                  <a:gd name="T5" fmla="*/ 38 h 60"/>
                  <a:gd name="T6" fmla="*/ 607 w 613"/>
                  <a:gd name="T7" fmla="*/ 58 h 60"/>
                  <a:gd name="T8" fmla="*/ 745 w 613"/>
                  <a:gd name="T9" fmla="*/ 0 h 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13" h="60">
                    <a:moveTo>
                      <a:pt x="0" y="0"/>
                    </a:moveTo>
                    <a:cubicBezTo>
                      <a:pt x="0" y="0"/>
                      <a:pt x="92" y="53"/>
                      <a:pt x="162" y="45"/>
                    </a:cubicBezTo>
                    <a:cubicBezTo>
                      <a:pt x="233" y="37"/>
                      <a:pt x="262" y="35"/>
                      <a:pt x="306" y="32"/>
                    </a:cubicBezTo>
                    <a:cubicBezTo>
                      <a:pt x="350" y="29"/>
                      <a:pt x="449" y="60"/>
                      <a:pt x="500" y="48"/>
                    </a:cubicBezTo>
                    <a:cubicBezTo>
                      <a:pt x="550" y="36"/>
                      <a:pt x="613" y="0"/>
                      <a:pt x="613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3676" name="Freeform 490">
                <a:extLst>
                  <a:ext uri="{FF2B5EF4-FFF2-40B4-BE49-F238E27FC236}">
                    <a16:creationId xmlns:a16="http://schemas.microsoft.com/office/drawing/2014/main" id="{3E08FB7B-0934-4341-A84D-6E2B443350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9" y="2275"/>
                <a:ext cx="12" cy="47"/>
              </a:xfrm>
              <a:custGeom>
                <a:avLst/>
                <a:gdLst>
                  <a:gd name="T0" fmla="*/ 14 w 11"/>
                  <a:gd name="T1" fmla="*/ 0 h 44"/>
                  <a:gd name="T2" fmla="*/ 0 w 11"/>
                  <a:gd name="T3" fmla="*/ 53 h 4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44">
                    <a:moveTo>
                      <a:pt x="11" y="0"/>
                    </a:moveTo>
                    <a:cubicBezTo>
                      <a:pt x="11" y="0"/>
                      <a:pt x="0" y="13"/>
                      <a:pt x="0" y="44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3677" name="Freeform 491">
                <a:extLst>
                  <a:ext uri="{FF2B5EF4-FFF2-40B4-BE49-F238E27FC236}">
                    <a16:creationId xmlns:a16="http://schemas.microsoft.com/office/drawing/2014/main" id="{DE565C0C-F1CD-4540-BD01-FDFD2BE9C2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5" y="2279"/>
                <a:ext cx="12" cy="144"/>
              </a:xfrm>
              <a:custGeom>
                <a:avLst/>
                <a:gdLst>
                  <a:gd name="T0" fmla="*/ 2 w 12"/>
                  <a:gd name="T1" fmla="*/ 0 h 135"/>
                  <a:gd name="T2" fmla="*/ 5 w 12"/>
                  <a:gd name="T3" fmla="*/ 101 h 135"/>
                  <a:gd name="T4" fmla="*/ 12 w 12"/>
                  <a:gd name="T5" fmla="*/ 164 h 1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35">
                    <a:moveTo>
                      <a:pt x="2" y="0"/>
                    </a:moveTo>
                    <a:cubicBezTo>
                      <a:pt x="2" y="0"/>
                      <a:pt x="9" y="62"/>
                      <a:pt x="5" y="83"/>
                    </a:cubicBezTo>
                    <a:cubicBezTo>
                      <a:pt x="0" y="104"/>
                      <a:pt x="7" y="128"/>
                      <a:pt x="12" y="135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3678" name="Freeform 492">
                <a:extLst>
                  <a:ext uri="{FF2B5EF4-FFF2-40B4-BE49-F238E27FC236}">
                    <a16:creationId xmlns:a16="http://schemas.microsoft.com/office/drawing/2014/main" id="{46EEFEFA-8404-4A82-93E8-7D4249274D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8" y="2250"/>
                <a:ext cx="25" cy="30"/>
              </a:xfrm>
              <a:custGeom>
                <a:avLst/>
                <a:gdLst>
                  <a:gd name="T0" fmla="*/ 7 w 24"/>
                  <a:gd name="T1" fmla="*/ 0 h 28"/>
                  <a:gd name="T2" fmla="*/ 4 w 24"/>
                  <a:gd name="T3" fmla="*/ 23 h 28"/>
                  <a:gd name="T4" fmla="*/ 20 w 24"/>
                  <a:gd name="T5" fmla="*/ 32 h 28"/>
                  <a:gd name="T6" fmla="*/ 27 w 24"/>
                  <a:gd name="T7" fmla="*/ 27 h 2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" h="28">
                    <a:moveTo>
                      <a:pt x="7" y="0"/>
                    </a:moveTo>
                    <a:cubicBezTo>
                      <a:pt x="0" y="4"/>
                      <a:pt x="0" y="13"/>
                      <a:pt x="4" y="19"/>
                    </a:cubicBezTo>
                    <a:cubicBezTo>
                      <a:pt x="6" y="24"/>
                      <a:pt x="11" y="28"/>
                      <a:pt x="17" y="26"/>
                    </a:cubicBezTo>
                    <a:cubicBezTo>
                      <a:pt x="19" y="26"/>
                      <a:pt x="23" y="23"/>
                      <a:pt x="24" y="21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3679" name="Freeform 493">
                <a:extLst>
                  <a:ext uri="{FF2B5EF4-FFF2-40B4-BE49-F238E27FC236}">
                    <a16:creationId xmlns:a16="http://schemas.microsoft.com/office/drawing/2014/main" id="{E54B9278-507A-402A-908F-38CD0ED669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5" y="2507"/>
                <a:ext cx="222" cy="187"/>
              </a:xfrm>
              <a:custGeom>
                <a:avLst/>
                <a:gdLst>
                  <a:gd name="T0" fmla="*/ 244 w 208"/>
                  <a:gd name="T1" fmla="*/ 0 h 175"/>
                  <a:gd name="T2" fmla="*/ 224 w 208"/>
                  <a:gd name="T3" fmla="*/ 68 h 175"/>
                  <a:gd name="T4" fmla="*/ 126 w 208"/>
                  <a:gd name="T5" fmla="*/ 200 h 175"/>
                  <a:gd name="T6" fmla="*/ 31 w 208"/>
                  <a:gd name="T7" fmla="*/ 69 h 175"/>
                  <a:gd name="T8" fmla="*/ 21 w 208"/>
                  <a:gd name="T9" fmla="*/ 3 h 175"/>
                  <a:gd name="T10" fmla="*/ 244 w 208"/>
                  <a:gd name="T11" fmla="*/ 0 h 17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08" h="175">
                    <a:moveTo>
                      <a:pt x="201" y="0"/>
                    </a:moveTo>
                    <a:cubicBezTo>
                      <a:pt x="201" y="0"/>
                      <a:pt x="181" y="4"/>
                      <a:pt x="185" y="56"/>
                    </a:cubicBezTo>
                    <a:cubicBezTo>
                      <a:pt x="189" y="107"/>
                      <a:pt x="208" y="152"/>
                      <a:pt x="104" y="164"/>
                    </a:cubicBezTo>
                    <a:cubicBezTo>
                      <a:pt x="0" y="175"/>
                      <a:pt x="18" y="94"/>
                      <a:pt x="25" y="57"/>
                    </a:cubicBezTo>
                    <a:cubicBezTo>
                      <a:pt x="32" y="20"/>
                      <a:pt x="18" y="3"/>
                      <a:pt x="18" y="3"/>
                    </a:cubicBezTo>
                    <a:cubicBezTo>
                      <a:pt x="18" y="3"/>
                      <a:pt x="119" y="39"/>
                      <a:pt x="201" y="0"/>
                    </a:cubicBezTo>
                    <a:close/>
                  </a:path>
                </a:pathLst>
              </a:custGeom>
              <a:solidFill>
                <a:srgbClr val="F7E8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3680" name="Freeform 494">
                <a:extLst>
                  <a:ext uri="{FF2B5EF4-FFF2-40B4-BE49-F238E27FC236}">
                    <a16:creationId xmlns:a16="http://schemas.microsoft.com/office/drawing/2014/main" id="{504CC941-F063-4590-BE58-4A0F62FDAE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3" y="2508"/>
                <a:ext cx="223" cy="188"/>
              </a:xfrm>
              <a:custGeom>
                <a:avLst/>
                <a:gdLst>
                  <a:gd name="T0" fmla="*/ 21 w 209"/>
                  <a:gd name="T1" fmla="*/ 3 h 176"/>
                  <a:gd name="T2" fmla="*/ 31 w 209"/>
                  <a:gd name="T3" fmla="*/ 69 h 176"/>
                  <a:gd name="T4" fmla="*/ 128 w 209"/>
                  <a:gd name="T5" fmla="*/ 200 h 176"/>
                  <a:gd name="T6" fmla="*/ 225 w 209"/>
                  <a:gd name="T7" fmla="*/ 68 h 176"/>
                  <a:gd name="T8" fmla="*/ 245 w 209"/>
                  <a:gd name="T9" fmla="*/ 0 h 17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9" h="176">
                    <a:moveTo>
                      <a:pt x="18" y="3"/>
                    </a:moveTo>
                    <a:cubicBezTo>
                      <a:pt x="18" y="3"/>
                      <a:pt x="32" y="20"/>
                      <a:pt x="25" y="57"/>
                    </a:cubicBezTo>
                    <a:cubicBezTo>
                      <a:pt x="18" y="94"/>
                      <a:pt x="0" y="176"/>
                      <a:pt x="105" y="164"/>
                    </a:cubicBezTo>
                    <a:cubicBezTo>
                      <a:pt x="209" y="153"/>
                      <a:pt x="190" y="108"/>
                      <a:pt x="186" y="56"/>
                    </a:cubicBezTo>
                    <a:cubicBezTo>
                      <a:pt x="182" y="4"/>
                      <a:pt x="202" y="0"/>
                      <a:pt x="202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3681" name="Freeform 495">
                <a:extLst>
                  <a:ext uri="{FF2B5EF4-FFF2-40B4-BE49-F238E27FC236}">
                    <a16:creationId xmlns:a16="http://schemas.microsoft.com/office/drawing/2014/main" id="{A301631A-175B-4A72-9A91-0375857D80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9" y="2548"/>
                <a:ext cx="61" cy="27"/>
              </a:xfrm>
              <a:custGeom>
                <a:avLst/>
                <a:gdLst>
                  <a:gd name="T0" fmla="*/ 0 w 57"/>
                  <a:gd name="T1" fmla="*/ 0 h 26"/>
                  <a:gd name="T2" fmla="*/ 70 w 57"/>
                  <a:gd name="T3" fmla="*/ 25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7" h="26">
                    <a:moveTo>
                      <a:pt x="0" y="0"/>
                    </a:moveTo>
                    <a:cubicBezTo>
                      <a:pt x="0" y="0"/>
                      <a:pt x="27" y="26"/>
                      <a:pt x="57" y="22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3682" name="Freeform 496">
                <a:extLst>
                  <a:ext uri="{FF2B5EF4-FFF2-40B4-BE49-F238E27FC236}">
                    <a16:creationId xmlns:a16="http://schemas.microsoft.com/office/drawing/2014/main" id="{7846017D-E2C3-47AB-9B01-3251E6EFB2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5" y="2559"/>
                <a:ext cx="129" cy="144"/>
              </a:xfrm>
              <a:custGeom>
                <a:avLst/>
                <a:gdLst>
                  <a:gd name="T0" fmla="*/ 116 w 121"/>
                  <a:gd name="T1" fmla="*/ 0 h 135"/>
                  <a:gd name="T2" fmla="*/ 72 w 121"/>
                  <a:gd name="T3" fmla="*/ 154 h 135"/>
                  <a:gd name="T4" fmla="*/ 22 w 121"/>
                  <a:gd name="T5" fmla="*/ 13 h 135"/>
                  <a:gd name="T6" fmla="*/ 116 w 121"/>
                  <a:gd name="T7" fmla="*/ 0 h 13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1" h="135">
                    <a:moveTo>
                      <a:pt x="96" y="0"/>
                    </a:moveTo>
                    <a:cubicBezTo>
                      <a:pt x="96" y="0"/>
                      <a:pt x="121" y="119"/>
                      <a:pt x="60" y="127"/>
                    </a:cubicBezTo>
                    <a:cubicBezTo>
                      <a:pt x="0" y="135"/>
                      <a:pt x="19" y="10"/>
                      <a:pt x="19" y="10"/>
                    </a:cubicBezTo>
                    <a:cubicBezTo>
                      <a:pt x="19" y="10"/>
                      <a:pt x="63" y="26"/>
                      <a:pt x="96" y="0"/>
                    </a:cubicBezTo>
                    <a:close/>
                  </a:path>
                </a:pathLst>
              </a:custGeom>
              <a:solidFill>
                <a:srgbClr val="F7E8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3683" name="Freeform 497">
                <a:extLst>
                  <a:ext uri="{FF2B5EF4-FFF2-40B4-BE49-F238E27FC236}">
                    <a16:creationId xmlns:a16="http://schemas.microsoft.com/office/drawing/2014/main" id="{6C67B7F0-F75F-453E-9083-B308A1A7F3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3" y="2559"/>
                <a:ext cx="129" cy="144"/>
              </a:xfrm>
              <a:custGeom>
                <a:avLst/>
                <a:gdLst>
                  <a:gd name="T0" fmla="*/ 23 w 121"/>
                  <a:gd name="T1" fmla="*/ 6 h 135"/>
                  <a:gd name="T2" fmla="*/ 72 w 121"/>
                  <a:gd name="T3" fmla="*/ 154 h 135"/>
                  <a:gd name="T4" fmla="*/ 116 w 121"/>
                  <a:gd name="T5" fmla="*/ 0 h 1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1" h="135">
                    <a:moveTo>
                      <a:pt x="20" y="6"/>
                    </a:moveTo>
                    <a:cubicBezTo>
                      <a:pt x="20" y="6"/>
                      <a:pt x="0" y="135"/>
                      <a:pt x="60" y="127"/>
                    </a:cubicBezTo>
                    <a:cubicBezTo>
                      <a:pt x="121" y="119"/>
                      <a:pt x="96" y="0"/>
                      <a:pt x="96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3684" name="Freeform 498">
                <a:extLst>
                  <a:ext uri="{FF2B5EF4-FFF2-40B4-BE49-F238E27FC236}">
                    <a16:creationId xmlns:a16="http://schemas.microsoft.com/office/drawing/2014/main" id="{D69A2711-03A9-4E2E-9F1E-6D402FEE3C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8" y="2553"/>
                <a:ext cx="22" cy="11"/>
              </a:xfrm>
              <a:custGeom>
                <a:avLst/>
                <a:gdLst>
                  <a:gd name="T0" fmla="*/ 0 w 21"/>
                  <a:gd name="T1" fmla="*/ 13 h 10"/>
                  <a:gd name="T2" fmla="*/ 24 w 21"/>
                  <a:gd name="T3" fmla="*/ 0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10">
                    <a:moveTo>
                      <a:pt x="0" y="10"/>
                    </a:moveTo>
                    <a:cubicBezTo>
                      <a:pt x="0" y="10"/>
                      <a:pt x="14" y="7"/>
                      <a:pt x="21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3685" name="Freeform 499">
                <a:extLst>
                  <a:ext uri="{FF2B5EF4-FFF2-40B4-BE49-F238E27FC236}">
                    <a16:creationId xmlns:a16="http://schemas.microsoft.com/office/drawing/2014/main" id="{98238C77-C6CD-42C7-B524-AEF2F11FCB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3" y="2511"/>
                <a:ext cx="29" cy="29"/>
              </a:xfrm>
              <a:custGeom>
                <a:avLst/>
                <a:gdLst>
                  <a:gd name="T0" fmla="*/ 33 w 27"/>
                  <a:gd name="T1" fmla="*/ 0 h 27"/>
                  <a:gd name="T2" fmla="*/ 0 w 27"/>
                  <a:gd name="T3" fmla="*/ 33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7" h="27">
                    <a:moveTo>
                      <a:pt x="27" y="0"/>
                    </a:moveTo>
                    <a:cubicBezTo>
                      <a:pt x="27" y="0"/>
                      <a:pt x="7" y="19"/>
                      <a:pt x="0" y="27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3686" name="Freeform 500">
                <a:extLst>
                  <a:ext uri="{FF2B5EF4-FFF2-40B4-BE49-F238E27FC236}">
                    <a16:creationId xmlns:a16="http://schemas.microsoft.com/office/drawing/2014/main" id="{F93D4642-C96C-4F13-A8BB-B3C4DF9DCE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1" y="1126"/>
                <a:ext cx="91" cy="95"/>
              </a:xfrm>
              <a:custGeom>
                <a:avLst/>
                <a:gdLst>
                  <a:gd name="T0" fmla="*/ 0 w 85"/>
                  <a:gd name="T1" fmla="*/ 0 h 89"/>
                  <a:gd name="T2" fmla="*/ 104 w 85"/>
                  <a:gd name="T3" fmla="*/ 108 h 8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5" h="89">
                    <a:moveTo>
                      <a:pt x="0" y="0"/>
                    </a:moveTo>
                    <a:cubicBezTo>
                      <a:pt x="0" y="0"/>
                      <a:pt x="5" y="71"/>
                      <a:pt x="85" y="89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3687" name="Freeform 501">
                <a:extLst>
                  <a:ext uri="{FF2B5EF4-FFF2-40B4-BE49-F238E27FC236}">
                    <a16:creationId xmlns:a16="http://schemas.microsoft.com/office/drawing/2014/main" id="{087CC291-4CB6-4412-AE18-5A13E96970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3" y="1126"/>
                <a:ext cx="99" cy="103"/>
              </a:xfrm>
              <a:custGeom>
                <a:avLst/>
                <a:gdLst>
                  <a:gd name="T0" fmla="*/ 112 w 93"/>
                  <a:gd name="T1" fmla="*/ 0 h 96"/>
                  <a:gd name="T2" fmla="*/ 0 w 93"/>
                  <a:gd name="T3" fmla="*/ 119 h 9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3" h="96">
                    <a:moveTo>
                      <a:pt x="93" y="0"/>
                    </a:moveTo>
                    <a:cubicBezTo>
                      <a:pt x="93" y="0"/>
                      <a:pt x="75" y="78"/>
                      <a:pt x="0" y="96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3688" name="Freeform 502">
                <a:extLst>
                  <a:ext uri="{FF2B5EF4-FFF2-40B4-BE49-F238E27FC236}">
                    <a16:creationId xmlns:a16="http://schemas.microsoft.com/office/drawing/2014/main" id="{2C56600D-F3B3-44D1-BA34-EA78ED1774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7" y="1175"/>
                <a:ext cx="124" cy="59"/>
              </a:xfrm>
              <a:custGeom>
                <a:avLst/>
                <a:gdLst>
                  <a:gd name="T0" fmla="*/ 142 w 116"/>
                  <a:gd name="T1" fmla="*/ 0 h 55"/>
                  <a:gd name="T2" fmla="*/ 104 w 116"/>
                  <a:gd name="T3" fmla="*/ 18 h 55"/>
                  <a:gd name="T4" fmla="*/ 68 w 116"/>
                  <a:gd name="T5" fmla="*/ 50 h 55"/>
                  <a:gd name="T6" fmla="*/ 0 w 116"/>
                  <a:gd name="T7" fmla="*/ 68 h 5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6" h="55">
                    <a:moveTo>
                      <a:pt x="116" y="0"/>
                    </a:moveTo>
                    <a:cubicBezTo>
                      <a:pt x="107" y="0"/>
                      <a:pt x="93" y="9"/>
                      <a:pt x="85" y="15"/>
                    </a:cubicBezTo>
                    <a:cubicBezTo>
                      <a:pt x="75" y="22"/>
                      <a:pt x="67" y="33"/>
                      <a:pt x="56" y="41"/>
                    </a:cubicBezTo>
                    <a:cubicBezTo>
                      <a:pt x="39" y="54"/>
                      <a:pt x="22" y="55"/>
                      <a:pt x="0" y="55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3689" name="Freeform 503">
                <a:extLst>
                  <a:ext uri="{FF2B5EF4-FFF2-40B4-BE49-F238E27FC236}">
                    <a16:creationId xmlns:a16="http://schemas.microsoft.com/office/drawing/2014/main" id="{74A007AE-8666-42A9-AD1C-F4434023AB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5" y="1240"/>
                <a:ext cx="66" cy="11"/>
              </a:xfrm>
              <a:custGeom>
                <a:avLst/>
                <a:gdLst>
                  <a:gd name="T0" fmla="*/ 0 w 61"/>
                  <a:gd name="T1" fmla="*/ 0 h 10"/>
                  <a:gd name="T2" fmla="*/ 35 w 61"/>
                  <a:gd name="T3" fmla="*/ 9 h 10"/>
                  <a:gd name="T4" fmla="*/ 77 w 61"/>
                  <a:gd name="T5" fmla="*/ 11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1" h="10">
                    <a:moveTo>
                      <a:pt x="0" y="0"/>
                    </a:moveTo>
                    <a:cubicBezTo>
                      <a:pt x="5" y="10"/>
                      <a:pt x="19" y="6"/>
                      <a:pt x="28" y="6"/>
                    </a:cubicBezTo>
                    <a:cubicBezTo>
                      <a:pt x="39" y="6"/>
                      <a:pt x="51" y="8"/>
                      <a:pt x="61" y="8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3690" name="Freeform 504">
                <a:extLst>
                  <a:ext uri="{FF2B5EF4-FFF2-40B4-BE49-F238E27FC236}">
                    <a16:creationId xmlns:a16="http://schemas.microsoft.com/office/drawing/2014/main" id="{01115C67-BFC0-41E3-8BB9-E6B84433C2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6" y="1223"/>
                <a:ext cx="153" cy="62"/>
              </a:xfrm>
              <a:custGeom>
                <a:avLst/>
                <a:gdLst>
                  <a:gd name="T0" fmla="*/ 0 w 144"/>
                  <a:gd name="T1" fmla="*/ 0 h 58"/>
                  <a:gd name="T2" fmla="*/ 46 w 144"/>
                  <a:gd name="T3" fmla="*/ 34 h 58"/>
                  <a:gd name="T4" fmla="*/ 92 w 144"/>
                  <a:gd name="T5" fmla="*/ 57 h 58"/>
                  <a:gd name="T6" fmla="*/ 136 w 144"/>
                  <a:gd name="T7" fmla="*/ 61 h 58"/>
                  <a:gd name="T8" fmla="*/ 159 w 144"/>
                  <a:gd name="T9" fmla="*/ 65 h 58"/>
                  <a:gd name="T10" fmla="*/ 173 w 144"/>
                  <a:gd name="T11" fmla="*/ 71 h 5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4" h="58">
                    <a:moveTo>
                      <a:pt x="0" y="0"/>
                    </a:moveTo>
                    <a:cubicBezTo>
                      <a:pt x="9" y="12"/>
                      <a:pt x="25" y="20"/>
                      <a:pt x="38" y="28"/>
                    </a:cubicBezTo>
                    <a:cubicBezTo>
                      <a:pt x="50" y="34"/>
                      <a:pt x="63" y="44"/>
                      <a:pt x="77" y="47"/>
                    </a:cubicBezTo>
                    <a:cubicBezTo>
                      <a:pt x="88" y="50"/>
                      <a:pt x="101" y="49"/>
                      <a:pt x="113" y="50"/>
                    </a:cubicBezTo>
                    <a:cubicBezTo>
                      <a:pt x="120" y="50"/>
                      <a:pt x="127" y="51"/>
                      <a:pt x="133" y="53"/>
                    </a:cubicBezTo>
                    <a:cubicBezTo>
                      <a:pt x="136" y="54"/>
                      <a:pt x="141" y="57"/>
                      <a:pt x="144" y="58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3691" name="Freeform 505">
                <a:extLst>
                  <a:ext uri="{FF2B5EF4-FFF2-40B4-BE49-F238E27FC236}">
                    <a16:creationId xmlns:a16="http://schemas.microsoft.com/office/drawing/2014/main" id="{A2170DBE-3F10-46EB-B8F5-7D099AA94D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3" y="1182"/>
                <a:ext cx="12" cy="31"/>
              </a:xfrm>
              <a:custGeom>
                <a:avLst/>
                <a:gdLst>
                  <a:gd name="T0" fmla="*/ 2 w 11"/>
                  <a:gd name="T1" fmla="*/ 0 h 29"/>
                  <a:gd name="T2" fmla="*/ 14 w 11"/>
                  <a:gd name="T3" fmla="*/ 35 h 2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29">
                    <a:moveTo>
                      <a:pt x="2" y="0"/>
                    </a:moveTo>
                    <a:cubicBezTo>
                      <a:pt x="0" y="11"/>
                      <a:pt x="5" y="20"/>
                      <a:pt x="11" y="29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3692" name="Freeform 506">
                <a:extLst>
                  <a:ext uri="{FF2B5EF4-FFF2-40B4-BE49-F238E27FC236}">
                    <a16:creationId xmlns:a16="http://schemas.microsoft.com/office/drawing/2014/main" id="{E540894D-CB4A-4E61-A980-F11F22AF27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6" y="1852"/>
                <a:ext cx="35" cy="27"/>
              </a:xfrm>
              <a:custGeom>
                <a:avLst/>
                <a:gdLst>
                  <a:gd name="T0" fmla="*/ 16 w 33"/>
                  <a:gd name="T1" fmla="*/ 0 h 25"/>
                  <a:gd name="T2" fmla="*/ 39 w 33"/>
                  <a:gd name="T3" fmla="*/ 11 h 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3" h="25">
                    <a:moveTo>
                      <a:pt x="13" y="0"/>
                    </a:moveTo>
                    <a:cubicBezTo>
                      <a:pt x="0" y="9"/>
                      <a:pt x="31" y="25"/>
                      <a:pt x="33" y="8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3693" name="Freeform 507">
                <a:extLst>
                  <a:ext uri="{FF2B5EF4-FFF2-40B4-BE49-F238E27FC236}">
                    <a16:creationId xmlns:a16="http://schemas.microsoft.com/office/drawing/2014/main" id="{53B447D0-FA4E-46F3-8255-03C545F344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5" y="1042"/>
                <a:ext cx="95" cy="149"/>
              </a:xfrm>
              <a:custGeom>
                <a:avLst/>
                <a:gdLst>
                  <a:gd name="T0" fmla="*/ 0 w 89"/>
                  <a:gd name="T1" fmla="*/ 169 h 140"/>
                  <a:gd name="T2" fmla="*/ 51 w 89"/>
                  <a:gd name="T3" fmla="*/ 146 h 140"/>
                  <a:gd name="T4" fmla="*/ 75 w 89"/>
                  <a:gd name="T5" fmla="*/ 137 h 140"/>
                  <a:gd name="T6" fmla="*/ 90 w 89"/>
                  <a:gd name="T7" fmla="*/ 116 h 140"/>
                  <a:gd name="T8" fmla="*/ 98 w 89"/>
                  <a:gd name="T9" fmla="*/ 12 h 140"/>
                  <a:gd name="T10" fmla="*/ 97 w 89"/>
                  <a:gd name="T11" fmla="*/ 0 h 140"/>
                  <a:gd name="T12" fmla="*/ 72 w 89"/>
                  <a:gd name="T13" fmla="*/ 117 h 140"/>
                  <a:gd name="T14" fmla="*/ 39 w 89"/>
                  <a:gd name="T15" fmla="*/ 137 h 140"/>
                  <a:gd name="T16" fmla="*/ 5 w 89"/>
                  <a:gd name="T17" fmla="*/ 163 h 14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9" h="140">
                    <a:moveTo>
                      <a:pt x="0" y="140"/>
                    </a:moveTo>
                    <a:cubicBezTo>
                      <a:pt x="10" y="128"/>
                      <a:pt x="28" y="122"/>
                      <a:pt x="42" y="121"/>
                    </a:cubicBezTo>
                    <a:cubicBezTo>
                      <a:pt x="50" y="120"/>
                      <a:pt x="55" y="121"/>
                      <a:pt x="62" y="114"/>
                    </a:cubicBezTo>
                    <a:cubicBezTo>
                      <a:pt x="67" y="109"/>
                      <a:pt x="72" y="102"/>
                      <a:pt x="74" y="96"/>
                    </a:cubicBezTo>
                    <a:cubicBezTo>
                      <a:pt x="88" y="67"/>
                      <a:pt x="89" y="40"/>
                      <a:pt x="81" y="9"/>
                    </a:cubicBezTo>
                    <a:cubicBezTo>
                      <a:pt x="81" y="6"/>
                      <a:pt x="80" y="3"/>
                      <a:pt x="80" y="0"/>
                    </a:cubicBezTo>
                    <a:cubicBezTo>
                      <a:pt x="80" y="33"/>
                      <a:pt x="81" y="70"/>
                      <a:pt x="59" y="97"/>
                    </a:cubicBezTo>
                    <a:cubicBezTo>
                      <a:pt x="53" y="105"/>
                      <a:pt x="43" y="112"/>
                      <a:pt x="33" y="114"/>
                    </a:cubicBezTo>
                    <a:cubicBezTo>
                      <a:pt x="22" y="117"/>
                      <a:pt x="9" y="123"/>
                      <a:pt x="5" y="135"/>
                    </a:cubicBezTo>
                  </a:path>
                </a:pathLst>
              </a:custGeom>
              <a:solidFill>
                <a:srgbClr val="EFCA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3694" name="Freeform 508">
                <a:extLst>
                  <a:ext uri="{FF2B5EF4-FFF2-40B4-BE49-F238E27FC236}">
                    <a16:creationId xmlns:a16="http://schemas.microsoft.com/office/drawing/2014/main" id="{71436E2A-87CD-457A-86F8-E7BE477717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9" y="1180"/>
                <a:ext cx="122" cy="65"/>
              </a:xfrm>
              <a:custGeom>
                <a:avLst/>
                <a:gdLst>
                  <a:gd name="T0" fmla="*/ 0 w 114"/>
                  <a:gd name="T1" fmla="*/ 69 h 61"/>
                  <a:gd name="T2" fmla="*/ 14 w 114"/>
                  <a:gd name="T3" fmla="*/ 68 h 61"/>
                  <a:gd name="T4" fmla="*/ 29 w 114"/>
                  <a:gd name="T5" fmla="*/ 66 h 61"/>
                  <a:gd name="T6" fmla="*/ 47 w 114"/>
                  <a:gd name="T7" fmla="*/ 60 h 61"/>
                  <a:gd name="T8" fmla="*/ 73 w 114"/>
                  <a:gd name="T9" fmla="*/ 48 h 61"/>
                  <a:gd name="T10" fmla="*/ 92 w 114"/>
                  <a:gd name="T11" fmla="*/ 30 h 61"/>
                  <a:gd name="T12" fmla="*/ 124 w 114"/>
                  <a:gd name="T13" fmla="*/ 4 h 61"/>
                  <a:gd name="T14" fmla="*/ 140 w 114"/>
                  <a:gd name="T15" fmla="*/ 0 h 61"/>
                  <a:gd name="T16" fmla="*/ 107 w 114"/>
                  <a:gd name="T17" fmla="*/ 25 h 61"/>
                  <a:gd name="T18" fmla="*/ 86 w 114"/>
                  <a:gd name="T19" fmla="*/ 48 h 61"/>
                  <a:gd name="T20" fmla="*/ 77 w 114"/>
                  <a:gd name="T21" fmla="*/ 59 h 61"/>
                  <a:gd name="T22" fmla="*/ 88 w 114"/>
                  <a:gd name="T23" fmla="*/ 63 h 61"/>
                  <a:gd name="T24" fmla="*/ 108 w 114"/>
                  <a:gd name="T25" fmla="*/ 62 h 61"/>
                  <a:gd name="T26" fmla="*/ 80 w 114"/>
                  <a:gd name="T27" fmla="*/ 71 h 61"/>
                  <a:gd name="T28" fmla="*/ 62 w 114"/>
                  <a:gd name="T29" fmla="*/ 69 h 61"/>
                  <a:gd name="T30" fmla="*/ 45 w 114"/>
                  <a:gd name="T31" fmla="*/ 71 h 61"/>
                  <a:gd name="T32" fmla="*/ 34 w 114"/>
                  <a:gd name="T33" fmla="*/ 72 h 61"/>
                  <a:gd name="T34" fmla="*/ 26 w 114"/>
                  <a:gd name="T35" fmla="*/ 69 h 61"/>
                  <a:gd name="T36" fmla="*/ 2 w 114"/>
                  <a:gd name="T37" fmla="*/ 71 h 61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114" h="61">
                    <a:moveTo>
                      <a:pt x="0" y="57"/>
                    </a:moveTo>
                    <a:cubicBezTo>
                      <a:pt x="2" y="56"/>
                      <a:pt x="8" y="56"/>
                      <a:pt x="11" y="56"/>
                    </a:cubicBezTo>
                    <a:cubicBezTo>
                      <a:pt x="15" y="55"/>
                      <a:pt x="19" y="55"/>
                      <a:pt x="23" y="54"/>
                    </a:cubicBezTo>
                    <a:cubicBezTo>
                      <a:pt x="28" y="53"/>
                      <a:pt x="33" y="52"/>
                      <a:pt x="38" y="50"/>
                    </a:cubicBezTo>
                    <a:cubicBezTo>
                      <a:pt x="47" y="48"/>
                      <a:pt x="53" y="46"/>
                      <a:pt x="60" y="39"/>
                    </a:cubicBezTo>
                    <a:cubicBezTo>
                      <a:pt x="65" y="34"/>
                      <a:pt x="69" y="28"/>
                      <a:pt x="75" y="24"/>
                    </a:cubicBezTo>
                    <a:cubicBezTo>
                      <a:pt x="83" y="18"/>
                      <a:pt x="92" y="9"/>
                      <a:pt x="101" y="4"/>
                    </a:cubicBezTo>
                    <a:cubicBezTo>
                      <a:pt x="105" y="3"/>
                      <a:pt x="111" y="2"/>
                      <a:pt x="114" y="0"/>
                    </a:cubicBezTo>
                    <a:cubicBezTo>
                      <a:pt x="105" y="6"/>
                      <a:pt x="96" y="14"/>
                      <a:pt x="87" y="21"/>
                    </a:cubicBezTo>
                    <a:cubicBezTo>
                      <a:pt x="80" y="26"/>
                      <a:pt x="76" y="33"/>
                      <a:pt x="70" y="39"/>
                    </a:cubicBezTo>
                    <a:cubicBezTo>
                      <a:pt x="68" y="41"/>
                      <a:pt x="61" y="45"/>
                      <a:pt x="63" y="49"/>
                    </a:cubicBezTo>
                    <a:cubicBezTo>
                      <a:pt x="64" y="53"/>
                      <a:pt x="69" y="52"/>
                      <a:pt x="72" y="52"/>
                    </a:cubicBezTo>
                    <a:cubicBezTo>
                      <a:pt x="77" y="52"/>
                      <a:pt x="83" y="52"/>
                      <a:pt x="88" y="51"/>
                    </a:cubicBezTo>
                    <a:cubicBezTo>
                      <a:pt x="83" y="56"/>
                      <a:pt x="72" y="58"/>
                      <a:pt x="65" y="59"/>
                    </a:cubicBezTo>
                    <a:cubicBezTo>
                      <a:pt x="60" y="59"/>
                      <a:pt x="55" y="57"/>
                      <a:pt x="50" y="57"/>
                    </a:cubicBezTo>
                    <a:cubicBezTo>
                      <a:pt x="45" y="57"/>
                      <a:pt x="40" y="58"/>
                      <a:pt x="36" y="59"/>
                    </a:cubicBezTo>
                    <a:cubicBezTo>
                      <a:pt x="32" y="60"/>
                      <a:pt x="31" y="61"/>
                      <a:pt x="28" y="60"/>
                    </a:cubicBezTo>
                    <a:cubicBezTo>
                      <a:pt x="26" y="59"/>
                      <a:pt x="24" y="57"/>
                      <a:pt x="21" y="57"/>
                    </a:cubicBezTo>
                    <a:cubicBezTo>
                      <a:pt x="15" y="58"/>
                      <a:pt x="8" y="61"/>
                      <a:pt x="2" y="59"/>
                    </a:cubicBezTo>
                  </a:path>
                </a:pathLst>
              </a:custGeom>
              <a:solidFill>
                <a:srgbClr val="EFCA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3695" name="Freeform 509">
                <a:extLst>
                  <a:ext uri="{FF2B5EF4-FFF2-40B4-BE49-F238E27FC236}">
                    <a16:creationId xmlns:a16="http://schemas.microsoft.com/office/drawing/2014/main" id="{CFC86FE0-E78F-4755-80A8-C891F209CE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5" y="1134"/>
                <a:ext cx="177" cy="119"/>
              </a:xfrm>
              <a:custGeom>
                <a:avLst/>
                <a:gdLst>
                  <a:gd name="T0" fmla="*/ 44 w 166"/>
                  <a:gd name="T1" fmla="*/ 0 h 112"/>
                  <a:gd name="T2" fmla="*/ 68 w 166"/>
                  <a:gd name="T3" fmla="*/ 56 h 112"/>
                  <a:gd name="T4" fmla="*/ 110 w 166"/>
                  <a:gd name="T5" fmla="*/ 89 h 112"/>
                  <a:gd name="T6" fmla="*/ 161 w 166"/>
                  <a:gd name="T7" fmla="*/ 112 h 112"/>
                  <a:gd name="T8" fmla="*/ 202 w 166"/>
                  <a:gd name="T9" fmla="*/ 134 h 112"/>
                  <a:gd name="T10" fmla="*/ 125 w 166"/>
                  <a:gd name="T11" fmla="*/ 106 h 112"/>
                  <a:gd name="T12" fmla="*/ 80 w 166"/>
                  <a:gd name="T13" fmla="*/ 82 h 112"/>
                  <a:gd name="T14" fmla="*/ 58 w 166"/>
                  <a:gd name="T15" fmla="*/ 69 h 112"/>
                  <a:gd name="T16" fmla="*/ 42 w 166"/>
                  <a:gd name="T17" fmla="*/ 44 h 112"/>
                  <a:gd name="T18" fmla="*/ 23 w 166"/>
                  <a:gd name="T19" fmla="*/ 40 h 112"/>
                  <a:gd name="T20" fmla="*/ 0 w 166"/>
                  <a:gd name="T21" fmla="*/ 49 h 112"/>
                  <a:gd name="T22" fmla="*/ 29 w 166"/>
                  <a:gd name="T23" fmla="*/ 30 h 112"/>
                  <a:gd name="T24" fmla="*/ 44 w 166"/>
                  <a:gd name="T25" fmla="*/ 1 h 11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66" h="112">
                    <a:moveTo>
                      <a:pt x="36" y="0"/>
                    </a:moveTo>
                    <a:cubicBezTo>
                      <a:pt x="42" y="16"/>
                      <a:pt x="44" y="34"/>
                      <a:pt x="56" y="47"/>
                    </a:cubicBezTo>
                    <a:cubicBezTo>
                      <a:pt x="67" y="59"/>
                      <a:pt x="78" y="66"/>
                      <a:pt x="91" y="74"/>
                    </a:cubicBezTo>
                    <a:cubicBezTo>
                      <a:pt x="105" y="82"/>
                      <a:pt x="120" y="85"/>
                      <a:pt x="133" y="93"/>
                    </a:cubicBezTo>
                    <a:cubicBezTo>
                      <a:pt x="143" y="99"/>
                      <a:pt x="159" y="101"/>
                      <a:pt x="166" y="112"/>
                    </a:cubicBezTo>
                    <a:cubicBezTo>
                      <a:pt x="146" y="101"/>
                      <a:pt x="124" y="96"/>
                      <a:pt x="103" y="88"/>
                    </a:cubicBezTo>
                    <a:cubicBezTo>
                      <a:pt x="90" y="82"/>
                      <a:pt x="78" y="74"/>
                      <a:pt x="66" y="68"/>
                    </a:cubicBezTo>
                    <a:cubicBezTo>
                      <a:pt x="60" y="65"/>
                      <a:pt x="53" y="62"/>
                      <a:pt x="48" y="57"/>
                    </a:cubicBezTo>
                    <a:cubicBezTo>
                      <a:pt x="42" y="51"/>
                      <a:pt x="39" y="44"/>
                      <a:pt x="35" y="37"/>
                    </a:cubicBezTo>
                    <a:cubicBezTo>
                      <a:pt x="31" y="32"/>
                      <a:pt x="27" y="32"/>
                      <a:pt x="20" y="34"/>
                    </a:cubicBezTo>
                    <a:cubicBezTo>
                      <a:pt x="13" y="35"/>
                      <a:pt x="7" y="39"/>
                      <a:pt x="0" y="40"/>
                    </a:cubicBezTo>
                    <a:cubicBezTo>
                      <a:pt x="7" y="33"/>
                      <a:pt x="16" y="30"/>
                      <a:pt x="23" y="24"/>
                    </a:cubicBezTo>
                    <a:cubicBezTo>
                      <a:pt x="32" y="18"/>
                      <a:pt x="34" y="10"/>
                      <a:pt x="36" y="1"/>
                    </a:cubicBezTo>
                  </a:path>
                </a:pathLst>
              </a:custGeom>
              <a:solidFill>
                <a:srgbClr val="FDF3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3696" name="Freeform 510">
                <a:extLst>
                  <a:ext uri="{FF2B5EF4-FFF2-40B4-BE49-F238E27FC236}">
                    <a16:creationId xmlns:a16="http://schemas.microsoft.com/office/drawing/2014/main" id="{D1D699E5-A953-4F84-9440-22FD8E1ABB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6" y="865"/>
                <a:ext cx="41" cy="102"/>
              </a:xfrm>
              <a:custGeom>
                <a:avLst/>
                <a:gdLst>
                  <a:gd name="T0" fmla="*/ 41 w 38"/>
                  <a:gd name="T1" fmla="*/ 0 h 96"/>
                  <a:gd name="T2" fmla="*/ 30 w 38"/>
                  <a:gd name="T3" fmla="*/ 2 h 96"/>
                  <a:gd name="T4" fmla="*/ 18 w 38"/>
                  <a:gd name="T5" fmla="*/ 2 h 96"/>
                  <a:gd name="T6" fmla="*/ 3 w 38"/>
                  <a:gd name="T7" fmla="*/ 14 h 96"/>
                  <a:gd name="T8" fmla="*/ 1 w 38"/>
                  <a:gd name="T9" fmla="*/ 38 h 96"/>
                  <a:gd name="T10" fmla="*/ 10 w 38"/>
                  <a:gd name="T11" fmla="*/ 62 h 96"/>
                  <a:gd name="T12" fmla="*/ 28 w 38"/>
                  <a:gd name="T13" fmla="*/ 80 h 96"/>
                  <a:gd name="T14" fmla="*/ 47 w 38"/>
                  <a:gd name="T15" fmla="*/ 115 h 96"/>
                  <a:gd name="T16" fmla="*/ 44 w 38"/>
                  <a:gd name="T17" fmla="*/ 94 h 96"/>
                  <a:gd name="T18" fmla="*/ 31 w 38"/>
                  <a:gd name="T19" fmla="*/ 73 h 96"/>
                  <a:gd name="T20" fmla="*/ 27 w 38"/>
                  <a:gd name="T21" fmla="*/ 51 h 96"/>
                  <a:gd name="T22" fmla="*/ 16 w 38"/>
                  <a:gd name="T23" fmla="*/ 26 h 96"/>
                  <a:gd name="T24" fmla="*/ 33 w 38"/>
                  <a:gd name="T25" fmla="*/ 20 h 96"/>
                  <a:gd name="T26" fmla="*/ 32 w 38"/>
                  <a:gd name="T27" fmla="*/ 12 h 96"/>
                  <a:gd name="T28" fmla="*/ 38 w 38"/>
                  <a:gd name="T29" fmla="*/ 1 h 9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38" h="96">
                    <a:moveTo>
                      <a:pt x="32" y="0"/>
                    </a:moveTo>
                    <a:cubicBezTo>
                      <a:pt x="30" y="2"/>
                      <a:pt x="25" y="2"/>
                      <a:pt x="24" y="2"/>
                    </a:cubicBezTo>
                    <a:cubicBezTo>
                      <a:pt x="21" y="2"/>
                      <a:pt x="18" y="2"/>
                      <a:pt x="15" y="2"/>
                    </a:cubicBezTo>
                    <a:cubicBezTo>
                      <a:pt x="10" y="3"/>
                      <a:pt x="5" y="6"/>
                      <a:pt x="3" y="11"/>
                    </a:cubicBezTo>
                    <a:cubicBezTo>
                      <a:pt x="0" y="17"/>
                      <a:pt x="1" y="25"/>
                      <a:pt x="1" y="32"/>
                    </a:cubicBezTo>
                    <a:cubicBezTo>
                      <a:pt x="1" y="39"/>
                      <a:pt x="4" y="45"/>
                      <a:pt x="7" y="52"/>
                    </a:cubicBezTo>
                    <a:cubicBezTo>
                      <a:pt x="12" y="63"/>
                      <a:pt x="18" y="63"/>
                      <a:pt x="22" y="67"/>
                    </a:cubicBezTo>
                    <a:cubicBezTo>
                      <a:pt x="26" y="73"/>
                      <a:pt x="37" y="88"/>
                      <a:pt x="38" y="96"/>
                    </a:cubicBezTo>
                    <a:cubicBezTo>
                      <a:pt x="37" y="91"/>
                      <a:pt x="36" y="83"/>
                      <a:pt x="35" y="78"/>
                    </a:cubicBezTo>
                    <a:cubicBezTo>
                      <a:pt x="33" y="72"/>
                      <a:pt x="28" y="66"/>
                      <a:pt x="25" y="61"/>
                    </a:cubicBezTo>
                    <a:cubicBezTo>
                      <a:pt x="20" y="53"/>
                      <a:pt x="6" y="39"/>
                      <a:pt x="21" y="42"/>
                    </a:cubicBezTo>
                    <a:cubicBezTo>
                      <a:pt x="12" y="41"/>
                      <a:pt x="4" y="29"/>
                      <a:pt x="13" y="22"/>
                    </a:cubicBezTo>
                    <a:cubicBezTo>
                      <a:pt x="16" y="19"/>
                      <a:pt x="24" y="20"/>
                      <a:pt x="27" y="17"/>
                    </a:cubicBezTo>
                    <a:cubicBezTo>
                      <a:pt x="28" y="15"/>
                      <a:pt x="26" y="12"/>
                      <a:pt x="26" y="9"/>
                    </a:cubicBezTo>
                    <a:cubicBezTo>
                      <a:pt x="26" y="6"/>
                      <a:pt x="28" y="3"/>
                      <a:pt x="30" y="1"/>
                    </a:cubicBezTo>
                  </a:path>
                </a:pathLst>
              </a:custGeom>
              <a:solidFill>
                <a:srgbClr val="EFCA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3697" name="Freeform 511">
                <a:extLst>
                  <a:ext uri="{FF2B5EF4-FFF2-40B4-BE49-F238E27FC236}">
                    <a16:creationId xmlns:a16="http://schemas.microsoft.com/office/drawing/2014/main" id="{359C6CDD-2A1F-4B29-B9DB-91F4E8C5D1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6" y="958"/>
                <a:ext cx="28" cy="85"/>
              </a:xfrm>
              <a:custGeom>
                <a:avLst/>
                <a:gdLst>
                  <a:gd name="T0" fmla="*/ 32 w 26"/>
                  <a:gd name="T1" fmla="*/ 15 h 80"/>
                  <a:gd name="T2" fmla="*/ 19 w 26"/>
                  <a:gd name="T3" fmla="*/ 7 h 80"/>
                  <a:gd name="T4" fmla="*/ 13 w 26"/>
                  <a:gd name="T5" fmla="*/ 1 h 80"/>
                  <a:gd name="T6" fmla="*/ 4 w 26"/>
                  <a:gd name="T7" fmla="*/ 44 h 80"/>
                  <a:gd name="T8" fmla="*/ 3 w 26"/>
                  <a:gd name="T9" fmla="*/ 70 h 80"/>
                  <a:gd name="T10" fmla="*/ 1 w 26"/>
                  <a:gd name="T11" fmla="*/ 96 h 80"/>
                  <a:gd name="T12" fmla="*/ 17 w 26"/>
                  <a:gd name="T13" fmla="*/ 88 h 80"/>
                  <a:gd name="T14" fmla="*/ 13 w 26"/>
                  <a:gd name="T15" fmla="*/ 38 h 80"/>
                  <a:gd name="T16" fmla="*/ 17 w 26"/>
                  <a:gd name="T17" fmla="*/ 19 h 80"/>
                  <a:gd name="T18" fmla="*/ 30 w 26"/>
                  <a:gd name="T19" fmla="*/ 16 h 8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6" h="80">
                    <a:moveTo>
                      <a:pt x="26" y="12"/>
                    </a:moveTo>
                    <a:cubicBezTo>
                      <a:pt x="23" y="10"/>
                      <a:pt x="19" y="9"/>
                      <a:pt x="16" y="7"/>
                    </a:cubicBezTo>
                    <a:cubicBezTo>
                      <a:pt x="14" y="5"/>
                      <a:pt x="13" y="0"/>
                      <a:pt x="10" y="1"/>
                    </a:cubicBezTo>
                    <a:cubicBezTo>
                      <a:pt x="6" y="12"/>
                      <a:pt x="2" y="25"/>
                      <a:pt x="4" y="37"/>
                    </a:cubicBezTo>
                    <a:cubicBezTo>
                      <a:pt x="6" y="45"/>
                      <a:pt x="4" y="49"/>
                      <a:pt x="3" y="58"/>
                    </a:cubicBezTo>
                    <a:cubicBezTo>
                      <a:pt x="3" y="64"/>
                      <a:pt x="0" y="74"/>
                      <a:pt x="1" y="80"/>
                    </a:cubicBezTo>
                    <a:cubicBezTo>
                      <a:pt x="5" y="78"/>
                      <a:pt x="7" y="77"/>
                      <a:pt x="14" y="73"/>
                    </a:cubicBezTo>
                    <a:cubicBezTo>
                      <a:pt x="2" y="69"/>
                      <a:pt x="11" y="41"/>
                      <a:pt x="10" y="32"/>
                    </a:cubicBezTo>
                    <a:cubicBezTo>
                      <a:pt x="10" y="26"/>
                      <a:pt x="10" y="20"/>
                      <a:pt x="14" y="16"/>
                    </a:cubicBezTo>
                    <a:cubicBezTo>
                      <a:pt x="18" y="12"/>
                      <a:pt x="21" y="14"/>
                      <a:pt x="24" y="13"/>
                    </a:cubicBezTo>
                  </a:path>
                </a:pathLst>
              </a:custGeom>
              <a:solidFill>
                <a:srgbClr val="EFCA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3698" name="Freeform 512">
                <a:extLst>
                  <a:ext uri="{FF2B5EF4-FFF2-40B4-BE49-F238E27FC236}">
                    <a16:creationId xmlns:a16="http://schemas.microsoft.com/office/drawing/2014/main" id="{05C370ED-7B14-4F63-9773-E00416CF8E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7" y="977"/>
                <a:ext cx="9" cy="51"/>
              </a:xfrm>
              <a:custGeom>
                <a:avLst/>
                <a:gdLst>
                  <a:gd name="T0" fmla="*/ 1 w 8"/>
                  <a:gd name="T1" fmla="*/ 50 h 48"/>
                  <a:gd name="T2" fmla="*/ 2 w 8"/>
                  <a:gd name="T3" fmla="*/ 19 h 48"/>
                  <a:gd name="T4" fmla="*/ 1 w 8"/>
                  <a:gd name="T5" fmla="*/ 0 h 48"/>
                  <a:gd name="T6" fmla="*/ 8 w 8"/>
                  <a:gd name="T7" fmla="*/ 36 h 48"/>
                  <a:gd name="T8" fmla="*/ 11 w 8"/>
                  <a:gd name="T9" fmla="*/ 57 h 48"/>
                  <a:gd name="T10" fmla="*/ 2 w 8"/>
                  <a:gd name="T11" fmla="*/ 51 h 4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" h="48">
                    <a:moveTo>
                      <a:pt x="1" y="41"/>
                    </a:moveTo>
                    <a:cubicBezTo>
                      <a:pt x="0" y="33"/>
                      <a:pt x="2" y="24"/>
                      <a:pt x="2" y="16"/>
                    </a:cubicBezTo>
                    <a:cubicBezTo>
                      <a:pt x="1" y="11"/>
                      <a:pt x="1" y="5"/>
                      <a:pt x="1" y="0"/>
                    </a:cubicBezTo>
                    <a:cubicBezTo>
                      <a:pt x="2" y="10"/>
                      <a:pt x="4" y="20"/>
                      <a:pt x="5" y="30"/>
                    </a:cubicBezTo>
                    <a:cubicBezTo>
                      <a:pt x="5" y="37"/>
                      <a:pt x="6" y="43"/>
                      <a:pt x="8" y="48"/>
                    </a:cubicBezTo>
                    <a:cubicBezTo>
                      <a:pt x="5" y="47"/>
                      <a:pt x="3" y="44"/>
                      <a:pt x="2" y="42"/>
                    </a:cubicBezTo>
                  </a:path>
                </a:pathLst>
              </a:custGeom>
              <a:solidFill>
                <a:srgbClr val="EFCA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3699" name="Freeform 513">
                <a:extLst>
                  <a:ext uri="{FF2B5EF4-FFF2-40B4-BE49-F238E27FC236}">
                    <a16:creationId xmlns:a16="http://schemas.microsoft.com/office/drawing/2014/main" id="{32F82B65-DDE5-46AF-9BB0-B53BB317D2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4" y="978"/>
                <a:ext cx="13" cy="49"/>
              </a:xfrm>
              <a:custGeom>
                <a:avLst/>
                <a:gdLst>
                  <a:gd name="T0" fmla="*/ 4 w 12"/>
                  <a:gd name="T1" fmla="*/ 55 h 46"/>
                  <a:gd name="T2" fmla="*/ 12 w 12"/>
                  <a:gd name="T3" fmla="*/ 32 h 46"/>
                  <a:gd name="T4" fmla="*/ 11 w 12"/>
                  <a:gd name="T5" fmla="*/ 0 h 46"/>
                  <a:gd name="T6" fmla="*/ 4 w 12"/>
                  <a:gd name="T7" fmla="*/ 55 h 4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46">
                    <a:moveTo>
                      <a:pt x="4" y="46"/>
                    </a:moveTo>
                    <a:cubicBezTo>
                      <a:pt x="12" y="42"/>
                      <a:pt x="10" y="33"/>
                      <a:pt x="9" y="26"/>
                    </a:cubicBezTo>
                    <a:cubicBezTo>
                      <a:pt x="8" y="18"/>
                      <a:pt x="8" y="9"/>
                      <a:pt x="8" y="0"/>
                    </a:cubicBezTo>
                    <a:cubicBezTo>
                      <a:pt x="0" y="13"/>
                      <a:pt x="10" y="32"/>
                      <a:pt x="4" y="46"/>
                    </a:cubicBezTo>
                  </a:path>
                </a:pathLst>
              </a:custGeom>
              <a:solidFill>
                <a:srgbClr val="FDF3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3700" name="Freeform 514">
                <a:extLst>
                  <a:ext uri="{FF2B5EF4-FFF2-40B4-BE49-F238E27FC236}">
                    <a16:creationId xmlns:a16="http://schemas.microsoft.com/office/drawing/2014/main" id="{9BC1AE08-14D9-47E6-A3A1-9EFE863DDE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5" y="1479"/>
                <a:ext cx="25" cy="26"/>
              </a:xfrm>
              <a:custGeom>
                <a:avLst/>
                <a:gdLst>
                  <a:gd name="T0" fmla="*/ 19 w 24"/>
                  <a:gd name="T1" fmla="*/ 30 h 24"/>
                  <a:gd name="T2" fmla="*/ 2 w 24"/>
                  <a:gd name="T3" fmla="*/ 16 h 24"/>
                  <a:gd name="T4" fmla="*/ 27 w 24"/>
                  <a:gd name="T5" fmla="*/ 15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24">
                    <a:moveTo>
                      <a:pt x="16" y="24"/>
                    </a:moveTo>
                    <a:cubicBezTo>
                      <a:pt x="12" y="21"/>
                      <a:pt x="2" y="19"/>
                      <a:pt x="2" y="13"/>
                    </a:cubicBezTo>
                    <a:cubicBezTo>
                      <a:pt x="0" y="0"/>
                      <a:pt x="18" y="10"/>
                      <a:pt x="24" y="12"/>
                    </a:cubicBezTo>
                  </a:path>
                </a:pathLst>
              </a:custGeom>
              <a:noFill/>
              <a:ln w="6350" cap="flat">
                <a:solidFill>
                  <a:srgbClr val="F7E8B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3701" name="Freeform 515">
                <a:extLst>
                  <a:ext uri="{FF2B5EF4-FFF2-40B4-BE49-F238E27FC236}">
                    <a16:creationId xmlns:a16="http://schemas.microsoft.com/office/drawing/2014/main" id="{F29350D1-3E34-4A79-A4E7-24D626C471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0" y="1546"/>
                <a:ext cx="16" cy="30"/>
              </a:xfrm>
              <a:custGeom>
                <a:avLst/>
                <a:gdLst>
                  <a:gd name="T0" fmla="*/ 5 w 15"/>
                  <a:gd name="T1" fmla="*/ 0 h 28"/>
                  <a:gd name="T2" fmla="*/ 4 w 15"/>
                  <a:gd name="T3" fmla="*/ 28 h 28"/>
                  <a:gd name="T4" fmla="*/ 18 w 15"/>
                  <a:gd name="T5" fmla="*/ 4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28">
                    <a:moveTo>
                      <a:pt x="5" y="0"/>
                    </a:moveTo>
                    <a:cubicBezTo>
                      <a:pt x="4" y="5"/>
                      <a:pt x="0" y="18"/>
                      <a:pt x="4" y="22"/>
                    </a:cubicBezTo>
                    <a:cubicBezTo>
                      <a:pt x="11" y="28"/>
                      <a:pt x="14" y="8"/>
                      <a:pt x="15" y="4"/>
                    </a:cubicBezTo>
                  </a:path>
                </a:pathLst>
              </a:custGeom>
              <a:noFill/>
              <a:ln w="6350" cap="flat">
                <a:solidFill>
                  <a:srgbClr val="F7E8B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3702" name="Freeform 516">
                <a:extLst>
                  <a:ext uri="{FF2B5EF4-FFF2-40B4-BE49-F238E27FC236}">
                    <a16:creationId xmlns:a16="http://schemas.microsoft.com/office/drawing/2014/main" id="{BB8FB5E2-6C84-4C57-A732-511F359287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4" y="1623"/>
                <a:ext cx="13" cy="17"/>
              </a:xfrm>
              <a:custGeom>
                <a:avLst/>
                <a:gdLst>
                  <a:gd name="T0" fmla="*/ 0 w 12"/>
                  <a:gd name="T1" fmla="*/ 0 h 16"/>
                  <a:gd name="T2" fmla="*/ 15 w 12"/>
                  <a:gd name="T3" fmla="*/ 19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16">
                    <a:moveTo>
                      <a:pt x="0" y="0"/>
                    </a:moveTo>
                    <a:cubicBezTo>
                      <a:pt x="2" y="6"/>
                      <a:pt x="8" y="11"/>
                      <a:pt x="12" y="16"/>
                    </a:cubicBezTo>
                  </a:path>
                </a:pathLst>
              </a:custGeom>
              <a:noFill/>
              <a:ln w="6350" cap="flat">
                <a:solidFill>
                  <a:srgbClr val="F7E8B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3703" name="Freeform 517">
                <a:extLst>
                  <a:ext uri="{FF2B5EF4-FFF2-40B4-BE49-F238E27FC236}">
                    <a16:creationId xmlns:a16="http://schemas.microsoft.com/office/drawing/2014/main" id="{EAE233C1-6C06-4C46-901B-0EBBD2FD99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8" y="1603"/>
                <a:ext cx="8" cy="18"/>
              </a:xfrm>
              <a:custGeom>
                <a:avLst/>
                <a:gdLst>
                  <a:gd name="T0" fmla="*/ 0 w 8"/>
                  <a:gd name="T1" fmla="*/ 0 h 17"/>
                  <a:gd name="T2" fmla="*/ 8 w 8"/>
                  <a:gd name="T3" fmla="*/ 20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17">
                    <a:moveTo>
                      <a:pt x="0" y="0"/>
                    </a:moveTo>
                    <a:cubicBezTo>
                      <a:pt x="4" y="5"/>
                      <a:pt x="6" y="11"/>
                      <a:pt x="8" y="17"/>
                    </a:cubicBezTo>
                  </a:path>
                </a:pathLst>
              </a:custGeom>
              <a:noFill/>
              <a:ln w="6350" cap="flat">
                <a:solidFill>
                  <a:srgbClr val="F7E8B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3704" name="Freeform 518">
                <a:extLst>
                  <a:ext uri="{FF2B5EF4-FFF2-40B4-BE49-F238E27FC236}">
                    <a16:creationId xmlns:a16="http://schemas.microsoft.com/office/drawing/2014/main" id="{12803BF7-CC99-4D95-823B-FC5D54959C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2" y="1829"/>
                <a:ext cx="7" cy="16"/>
              </a:xfrm>
              <a:custGeom>
                <a:avLst/>
                <a:gdLst>
                  <a:gd name="T0" fmla="*/ 2 w 7"/>
                  <a:gd name="T1" fmla="*/ 18 h 15"/>
                  <a:gd name="T2" fmla="*/ 7 w 7"/>
                  <a:gd name="T3" fmla="*/ 0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5">
                    <a:moveTo>
                      <a:pt x="2" y="15"/>
                    </a:moveTo>
                    <a:cubicBezTo>
                      <a:pt x="0" y="11"/>
                      <a:pt x="5" y="4"/>
                      <a:pt x="7" y="0"/>
                    </a:cubicBezTo>
                  </a:path>
                </a:pathLst>
              </a:custGeom>
              <a:noFill/>
              <a:ln w="6350" cap="flat">
                <a:solidFill>
                  <a:srgbClr val="F7E8B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3705" name="Freeform 519">
                <a:extLst>
                  <a:ext uri="{FF2B5EF4-FFF2-40B4-BE49-F238E27FC236}">
                    <a16:creationId xmlns:a16="http://schemas.microsoft.com/office/drawing/2014/main" id="{AA02E527-02CE-4556-A284-8D4DFDB6B0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0" y="1868"/>
                <a:ext cx="16" cy="34"/>
              </a:xfrm>
              <a:custGeom>
                <a:avLst/>
                <a:gdLst>
                  <a:gd name="T0" fmla="*/ 1 w 15"/>
                  <a:gd name="T1" fmla="*/ 29 h 31"/>
                  <a:gd name="T2" fmla="*/ 13 w 15"/>
                  <a:gd name="T3" fmla="*/ 2 h 31"/>
                  <a:gd name="T4" fmla="*/ 16 w 15"/>
                  <a:gd name="T5" fmla="*/ 41 h 3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31">
                    <a:moveTo>
                      <a:pt x="1" y="22"/>
                    </a:moveTo>
                    <a:cubicBezTo>
                      <a:pt x="0" y="18"/>
                      <a:pt x="2" y="0"/>
                      <a:pt x="10" y="2"/>
                    </a:cubicBezTo>
                    <a:cubicBezTo>
                      <a:pt x="15" y="3"/>
                      <a:pt x="13" y="26"/>
                      <a:pt x="13" y="31"/>
                    </a:cubicBezTo>
                  </a:path>
                </a:pathLst>
              </a:custGeom>
              <a:noFill/>
              <a:ln w="6350" cap="flat">
                <a:solidFill>
                  <a:srgbClr val="F7E8B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3706" name="Freeform 520">
                <a:extLst>
                  <a:ext uri="{FF2B5EF4-FFF2-40B4-BE49-F238E27FC236}">
                    <a16:creationId xmlns:a16="http://schemas.microsoft.com/office/drawing/2014/main" id="{C81D61FA-02BB-4C8E-9976-E1B4F0E2E2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1" y="1919"/>
                <a:ext cx="16" cy="22"/>
              </a:xfrm>
              <a:custGeom>
                <a:avLst/>
                <a:gdLst>
                  <a:gd name="T0" fmla="*/ 18 w 15"/>
                  <a:gd name="T1" fmla="*/ 0 h 21"/>
                  <a:gd name="T2" fmla="*/ 0 w 15"/>
                  <a:gd name="T3" fmla="*/ 24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21">
                    <a:moveTo>
                      <a:pt x="15" y="0"/>
                    </a:moveTo>
                    <a:cubicBezTo>
                      <a:pt x="9" y="4"/>
                      <a:pt x="5" y="15"/>
                      <a:pt x="0" y="21"/>
                    </a:cubicBezTo>
                  </a:path>
                </a:pathLst>
              </a:custGeom>
              <a:noFill/>
              <a:ln w="6350" cap="flat">
                <a:solidFill>
                  <a:srgbClr val="F7E8B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3707" name="Freeform 521">
                <a:extLst>
                  <a:ext uri="{FF2B5EF4-FFF2-40B4-BE49-F238E27FC236}">
                    <a16:creationId xmlns:a16="http://schemas.microsoft.com/office/drawing/2014/main" id="{29907DC6-47F9-49A1-9215-FF05368727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7" y="1785"/>
                <a:ext cx="9" cy="25"/>
              </a:xfrm>
              <a:custGeom>
                <a:avLst/>
                <a:gdLst>
                  <a:gd name="T0" fmla="*/ 0 w 8"/>
                  <a:gd name="T1" fmla="*/ 0 h 23"/>
                  <a:gd name="T2" fmla="*/ 11 w 8"/>
                  <a:gd name="T3" fmla="*/ 29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23">
                    <a:moveTo>
                      <a:pt x="0" y="0"/>
                    </a:moveTo>
                    <a:cubicBezTo>
                      <a:pt x="3" y="7"/>
                      <a:pt x="5" y="15"/>
                      <a:pt x="8" y="23"/>
                    </a:cubicBezTo>
                  </a:path>
                </a:pathLst>
              </a:custGeom>
              <a:noFill/>
              <a:ln w="6350" cap="flat">
                <a:solidFill>
                  <a:srgbClr val="F7E8B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3708" name="Freeform 522">
                <a:extLst>
                  <a:ext uri="{FF2B5EF4-FFF2-40B4-BE49-F238E27FC236}">
                    <a16:creationId xmlns:a16="http://schemas.microsoft.com/office/drawing/2014/main" id="{B9945A81-603F-411D-B1DA-50D66B4DB2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3" y="1642"/>
                <a:ext cx="18" cy="22"/>
              </a:xfrm>
              <a:custGeom>
                <a:avLst/>
                <a:gdLst>
                  <a:gd name="T0" fmla="*/ 3 w 16"/>
                  <a:gd name="T1" fmla="*/ 15 h 20"/>
                  <a:gd name="T2" fmla="*/ 21 w 16"/>
                  <a:gd name="T3" fmla="*/ 0 h 20"/>
                  <a:gd name="T4" fmla="*/ 7 w 16"/>
                  <a:gd name="T5" fmla="*/ 26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20">
                    <a:moveTo>
                      <a:pt x="3" y="12"/>
                    </a:moveTo>
                    <a:cubicBezTo>
                      <a:pt x="0" y="8"/>
                      <a:pt x="10" y="0"/>
                      <a:pt x="15" y="0"/>
                    </a:cubicBezTo>
                    <a:cubicBezTo>
                      <a:pt x="16" y="7"/>
                      <a:pt x="10" y="16"/>
                      <a:pt x="4" y="20"/>
                    </a:cubicBezTo>
                  </a:path>
                </a:pathLst>
              </a:custGeom>
              <a:noFill/>
              <a:ln w="6350" cap="flat">
                <a:solidFill>
                  <a:srgbClr val="F7E8B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3709" name="Freeform 523">
                <a:extLst>
                  <a:ext uri="{FF2B5EF4-FFF2-40B4-BE49-F238E27FC236}">
                    <a16:creationId xmlns:a16="http://schemas.microsoft.com/office/drawing/2014/main" id="{03415B78-5468-47F6-9419-1DC9C9476F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0" y="1709"/>
                <a:ext cx="27" cy="27"/>
              </a:xfrm>
              <a:custGeom>
                <a:avLst/>
                <a:gdLst>
                  <a:gd name="T0" fmla="*/ 12 w 25"/>
                  <a:gd name="T1" fmla="*/ 0 h 26"/>
                  <a:gd name="T2" fmla="*/ 31 w 25"/>
                  <a:gd name="T3" fmla="*/ 19 h 26"/>
                  <a:gd name="T4" fmla="*/ 0 w 25"/>
                  <a:gd name="T5" fmla="*/ 17 h 26"/>
                  <a:gd name="T6" fmla="*/ 21 w 25"/>
                  <a:gd name="T7" fmla="*/ 29 h 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" h="26">
                    <a:moveTo>
                      <a:pt x="9" y="0"/>
                    </a:moveTo>
                    <a:cubicBezTo>
                      <a:pt x="14" y="5"/>
                      <a:pt x="24" y="8"/>
                      <a:pt x="25" y="16"/>
                    </a:cubicBezTo>
                    <a:cubicBezTo>
                      <a:pt x="18" y="18"/>
                      <a:pt x="3" y="8"/>
                      <a:pt x="0" y="14"/>
                    </a:cubicBezTo>
                    <a:cubicBezTo>
                      <a:pt x="5" y="19"/>
                      <a:pt x="13" y="21"/>
                      <a:pt x="17" y="26"/>
                    </a:cubicBezTo>
                  </a:path>
                </a:pathLst>
              </a:custGeom>
              <a:noFill/>
              <a:ln w="6350" cap="flat">
                <a:solidFill>
                  <a:srgbClr val="F7E8B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3710" name="Freeform 524">
                <a:extLst>
                  <a:ext uri="{FF2B5EF4-FFF2-40B4-BE49-F238E27FC236}">
                    <a16:creationId xmlns:a16="http://schemas.microsoft.com/office/drawing/2014/main" id="{C76FBCF7-3884-4DD9-B14D-AEB9388F8B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6" y="1271"/>
                <a:ext cx="14" cy="17"/>
              </a:xfrm>
              <a:custGeom>
                <a:avLst/>
                <a:gdLst>
                  <a:gd name="T0" fmla="*/ 5 w 13"/>
                  <a:gd name="T1" fmla="*/ 19 h 16"/>
                  <a:gd name="T2" fmla="*/ 11 w 13"/>
                  <a:gd name="T3" fmla="*/ 1 h 16"/>
                  <a:gd name="T4" fmla="*/ 0 w 13"/>
                  <a:gd name="T5" fmla="*/ 18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6">
                    <a:moveTo>
                      <a:pt x="5" y="16"/>
                    </a:moveTo>
                    <a:cubicBezTo>
                      <a:pt x="7" y="14"/>
                      <a:pt x="13" y="2"/>
                      <a:pt x="8" y="1"/>
                    </a:cubicBezTo>
                    <a:cubicBezTo>
                      <a:pt x="3" y="0"/>
                      <a:pt x="1" y="13"/>
                      <a:pt x="0" y="15"/>
                    </a:cubicBezTo>
                  </a:path>
                </a:pathLst>
              </a:custGeom>
              <a:noFill/>
              <a:ln w="6350" cap="flat">
                <a:solidFill>
                  <a:srgbClr val="F7E8B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3711" name="Freeform 525">
                <a:extLst>
                  <a:ext uri="{FF2B5EF4-FFF2-40B4-BE49-F238E27FC236}">
                    <a16:creationId xmlns:a16="http://schemas.microsoft.com/office/drawing/2014/main" id="{CD117C58-4E0C-4375-A2A1-773847F12E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3" y="1221"/>
                <a:ext cx="8" cy="11"/>
              </a:xfrm>
              <a:custGeom>
                <a:avLst/>
                <a:gdLst>
                  <a:gd name="T0" fmla="*/ 0 w 7"/>
                  <a:gd name="T1" fmla="*/ 13 h 10"/>
                  <a:gd name="T2" fmla="*/ 10 w 7"/>
                  <a:gd name="T3" fmla="*/ 0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0">
                    <a:moveTo>
                      <a:pt x="0" y="10"/>
                    </a:moveTo>
                    <a:cubicBezTo>
                      <a:pt x="2" y="7"/>
                      <a:pt x="6" y="4"/>
                      <a:pt x="7" y="0"/>
                    </a:cubicBezTo>
                  </a:path>
                </a:pathLst>
              </a:custGeom>
              <a:noFill/>
              <a:ln w="6350" cap="flat">
                <a:solidFill>
                  <a:srgbClr val="F7E8B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3712" name="Freeform 526">
                <a:extLst>
                  <a:ext uri="{FF2B5EF4-FFF2-40B4-BE49-F238E27FC236}">
                    <a16:creationId xmlns:a16="http://schemas.microsoft.com/office/drawing/2014/main" id="{240F9A91-7FE5-43AB-8553-7EA8B041A7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4" y="1220"/>
                <a:ext cx="167" cy="82"/>
              </a:xfrm>
              <a:custGeom>
                <a:avLst/>
                <a:gdLst>
                  <a:gd name="T0" fmla="*/ 0 w 157"/>
                  <a:gd name="T1" fmla="*/ 0 h 77"/>
                  <a:gd name="T2" fmla="*/ 46 w 157"/>
                  <a:gd name="T3" fmla="*/ 36 h 77"/>
                  <a:gd name="T4" fmla="*/ 89 w 157"/>
                  <a:gd name="T5" fmla="*/ 60 h 77"/>
                  <a:gd name="T6" fmla="*/ 139 w 157"/>
                  <a:gd name="T7" fmla="*/ 71 h 77"/>
                  <a:gd name="T8" fmla="*/ 189 w 157"/>
                  <a:gd name="T9" fmla="*/ 93 h 77"/>
                  <a:gd name="T10" fmla="*/ 164 w 157"/>
                  <a:gd name="T11" fmla="*/ 83 h 77"/>
                  <a:gd name="T12" fmla="*/ 130 w 157"/>
                  <a:gd name="T13" fmla="*/ 77 h 77"/>
                  <a:gd name="T14" fmla="*/ 63 w 157"/>
                  <a:gd name="T15" fmla="*/ 75 h 77"/>
                  <a:gd name="T16" fmla="*/ 16 w 157"/>
                  <a:gd name="T17" fmla="*/ 36 h 77"/>
                  <a:gd name="T18" fmla="*/ 2 w 157"/>
                  <a:gd name="T19" fmla="*/ 4 h 77"/>
                  <a:gd name="T20" fmla="*/ 0 w 157"/>
                  <a:gd name="T21" fmla="*/ 3 h 7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57" h="77">
                    <a:moveTo>
                      <a:pt x="0" y="0"/>
                    </a:moveTo>
                    <a:cubicBezTo>
                      <a:pt x="9" y="14"/>
                      <a:pt x="23" y="23"/>
                      <a:pt x="38" y="30"/>
                    </a:cubicBezTo>
                    <a:cubicBezTo>
                      <a:pt x="50" y="36"/>
                      <a:pt x="62" y="44"/>
                      <a:pt x="74" y="50"/>
                    </a:cubicBezTo>
                    <a:cubicBezTo>
                      <a:pt x="88" y="57"/>
                      <a:pt x="101" y="58"/>
                      <a:pt x="116" y="59"/>
                    </a:cubicBezTo>
                    <a:cubicBezTo>
                      <a:pt x="134" y="60"/>
                      <a:pt x="143" y="66"/>
                      <a:pt x="157" y="77"/>
                    </a:cubicBezTo>
                    <a:cubicBezTo>
                      <a:pt x="150" y="74"/>
                      <a:pt x="144" y="70"/>
                      <a:pt x="136" y="69"/>
                    </a:cubicBezTo>
                    <a:cubicBezTo>
                      <a:pt x="127" y="68"/>
                      <a:pt x="117" y="65"/>
                      <a:pt x="108" y="64"/>
                    </a:cubicBezTo>
                    <a:cubicBezTo>
                      <a:pt x="89" y="62"/>
                      <a:pt x="72" y="71"/>
                      <a:pt x="52" y="62"/>
                    </a:cubicBezTo>
                    <a:cubicBezTo>
                      <a:pt x="37" y="55"/>
                      <a:pt x="25" y="42"/>
                      <a:pt x="13" y="30"/>
                    </a:cubicBezTo>
                    <a:cubicBezTo>
                      <a:pt x="7" y="23"/>
                      <a:pt x="2" y="13"/>
                      <a:pt x="2" y="4"/>
                    </a:cubicBezTo>
                    <a:cubicBezTo>
                      <a:pt x="1" y="4"/>
                      <a:pt x="1" y="3"/>
                      <a:pt x="0" y="3"/>
                    </a:cubicBezTo>
                  </a:path>
                </a:pathLst>
              </a:custGeom>
              <a:solidFill>
                <a:srgbClr val="EFCA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3713" name="Freeform 527">
                <a:extLst>
                  <a:ext uri="{FF2B5EF4-FFF2-40B4-BE49-F238E27FC236}">
                    <a16:creationId xmlns:a16="http://schemas.microsoft.com/office/drawing/2014/main" id="{9742EE04-6128-4A01-8F98-BFBFACBBAE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5" y="2194"/>
                <a:ext cx="15" cy="30"/>
              </a:xfrm>
              <a:custGeom>
                <a:avLst/>
                <a:gdLst>
                  <a:gd name="T0" fmla="*/ 4 w 14"/>
                  <a:gd name="T1" fmla="*/ 29 h 28"/>
                  <a:gd name="T2" fmla="*/ 3 w 14"/>
                  <a:gd name="T3" fmla="*/ 5 h 28"/>
                  <a:gd name="T4" fmla="*/ 17 w 14"/>
                  <a:gd name="T5" fmla="*/ 34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28">
                    <a:moveTo>
                      <a:pt x="4" y="23"/>
                    </a:moveTo>
                    <a:cubicBezTo>
                      <a:pt x="3" y="19"/>
                      <a:pt x="0" y="7"/>
                      <a:pt x="3" y="5"/>
                    </a:cubicBezTo>
                    <a:cubicBezTo>
                      <a:pt x="10" y="0"/>
                      <a:pt x="13" y="23"/>
                      <a:pt x="14" y="28"/>
                    </a:cubicBezTo>
                  </a:path>
                </a:pathLst>
              </a:custGeom>
              <a:noFill/>
              <a:ln w="6350" cap="flat">
                <a:solidFill>
                  <a:srgbClr val="F7E8B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3714" name="Freeform 528">
                <a:extLst>
                  <a:ext uri="{FF2B5EF4-FFF2-40B4-BE49-F238E27FC236}">
                    <a16:creationId xmlns:a16="http://schemas.microsoft.com/office/drawing/2014/main" id="{2C87FDDE-D099-4BA0-B3E9-A803F6CD0B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0" y="2192"/>
                <a:ext cx="8" cy="17"/>
              </a:xfrm>
              <a:custGeom>
                <a:avLst/>
                <a:gdLst>
                  <a:gd name="T0" fmla="*/ 0 w 7"/>
                  <a:gd name="T1" fmla="*/ 0 h 16"/>
                  <a:gd name="T2" fmla="*/ 10 w 7"/>
                  <a:gd name="T3" fmla="*/ 19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6">
                    <a:moveTo>
                      <a:pt x="0" y="0"/>
                    </a:moveTo>
                    <a:cubicBezTo>
                      <a:pt x="1" y="6"/>
                      <a:pt x="4" y="11"/>
                      <a:pt x="7" y="16"/>
                    </a:cubicBezTo>
                  </a:path>
                </a:pathLst>
              </a:custGeom>
              <a:noFill/>
              <a:ln w="6350" cap="flat">
                <a:solidFill>
                  <a:srgbClr val="F7E8B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3715" name="Freeform 529">
                <a:extLst>
                  <a:ext uri="{FF2B5EF4-FFF2-40B4-BE49-F238E27FC236}">
                    <a16:creationId xmlns:a16="http://schemas.microsoft.com/office/drawing/2014/main" id="{F3D0FCDA-4243-495D-80DB-153D8271C5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3" y="2361"/>
                <a:ext cx="7" cy="17"/>
              </a:xfrm>
              <a:custGeom>
                <a:avLst/>
                <a:gdLst>
                  <a:gd name="T0" fmla="*/ 0 w 7"/>
                  <a:gd name="T1" fmla="*/ 19 h 16"/>
                  <a:gd name="T2" fmla="*/ 7 w 7"/>
                  <a:gd name="T3" fmla="*/ 0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6">
                    <a:moveTo>
                      <a:pt x="0" y="16"/>
                    </a:moveTo>
                    <a:cubicBezTo>
                      <a:pt x="1" y="11"/>
                      <a:pt x="4" y="4"/>
                      <a:pt x="7" y="0"/>
                    </a:cubicBezTo>
                  </a:path>
                </a:pathLst>
              </a:custGeom>
              <a:noFill/>
              <a:ln w="6350" cap="flat">
                <a:solidFill>
                  <a:srgbClr val="F7E8B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3716" name="Freeform 530">
                <a:extLst>
                  <a:ext uri="{FF2B5EF4-FFF2-40B4-BE49-F238E27FC236}">
                    <a16:creationId xmlns:a16="http://schemas.microsoft.com/office/drawing/2014/main" id="{C090219B-24C8-4BC5-86E5-77393EA82D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9" y="2380"/>
                <a:ext cx="12" cy="22"/>
              </a:xfrm>
              <a:custGeom>
                <a:avLst/>
                <a:gdLst>
                  <a:gd name="T0" fmla="*/ 0 w 12"/>
                  <a:gd name="T1" fmla="*/ 26 h 20"/>
                  <a:gd name="T2" fmla="*/ 12 w 12"/>
                  <a:gd name="T3" fmla="*/ 0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20">
                    <a:moveTo>
                      <a:pt x="0" y="20"/>
                    </a:moveTo>
                    <a:cubicBezTo>
                      <a:pt x="0" y="13"/>
                      <a:pt x="7" y="4"/>
                      <a:pt x="12" y="0"/>
                    </a:cubicBezTo>
                  </a:path>
                </a:pathLst>
              </a:custGeom>
              <a:noFill/>
              <a:ln w="6350" cap="flat">
                <a:solidFill>
                  <a:srgbClr val="F7E8B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3717" name="Freeform 531">
                <a:extLst>
                  <a:ext uri="{FF2B5EF4-FFF2-40B4-BE49-F238E27FC236}">
                    <a16:creationId xmlns:a16="http://schemas.microsoft.com/office/drawing/2014/main" id="{D257397F-F321-4584-AA70-D42A95DD16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3" y="2197"/>
                <a:ext cx="26" cy="34"/>
              </a:xfrm>
              <a:custGeom>
                <a:avLst/>
                <a:gdLst>
                  <a:gd name="T0" fmla="*/ 0 w 24"/>
                  <a:gd name="T1" fmla="*/ 17 h 32"/>
                  <a:gd name="T2" fmla="*/ 10 w 24"/>
                  <a:gd name="T3" fmla="*/ 3 h 32"/>
                  <a:gd name="T4" fmla="*/ 17 w 24"/>
                  <a:gd name="T5" fmla="*/ 14 h 32"/>
                  <a:gd name="T6" fmla="*/ 9 w 24"/>
                  <a:gd name="T7" fmla="*/ 32 h 32"/>
                  <a:gd name="T8" fmla="*/ 30 w 24"/>
                  <a:gd name="T9" fmla="*/ 30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32">
                    <a:moveTo>
                      <a:pt x="0" y="14"/>
                    </a:moveTo>
                    <a:cubicBezTo>
                      <a:pt x="1" y="12"/>
                      <a:pt x="5" y="4"/>
                      <a:pt x="7" y="3"/>
                    </a:cubicBezTo>
                    <a:cubicBezTo>
                      <a:pt x="14" y="0"/>
                      <a:pt x="16" y="6"/>
                      <a:pt x="14" y="11"/>
                    </a:cubicBezTo>
                    <a:cubicBezTo>
                      <a:pt x="13" y="16"/>
                      <a:pt x="3" y="20"/>
                      <a:pt x="6" y="26"/>
                    </a:cubicBezTo>
                    <a:cubicBezTo>
                      <a:pt x="9" y="32"/>
                      <a:pt x="19" y="24"/>
                      <a:pt x="24" y="24"/>
                    </a:cubicBezTo>
                  </a:path>
                </a:pathLst>
              </a:custGeom>
              <a:noFill/>
              <a:ln w="6350" cap="flat">
                <a:solidFill>
                  <a:srgbClr val="F7E8B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3718" name="Freeform 532">
                <a:extLst>
                  <a:ext uri="{FF2B5EF4-FFF2-40B4-BE49-F238E27FC236}">
                    <a16:creationId xmlns:a16="http://schemas.microsoft.com/office/drawing/2014/main" id="{811C9721-BC00-4639-837E-C0417E8443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5" y="2494"/>
                <a:ext cx="26" cy="28"/>
              </a:xfrm>
              <a:custGeom>
                <a:avLst/>
                <a:gdLst>
                  <a:gd name="T0" fmla="*/ 0 w 25"/>
                  <a:gd name="T1" fmla="*/ 14 h 26"/>
                  <a:gd name="T2" fmla="*/ 21 w 25"/>
                  <a:gd name="T3" fmla="*/ 26 h 26"/>
                  <a:gd name="T4" fmla="*/ 7 w 25"/>
                  <a:gd name="T5" fmla="*/ 0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26">
                    <a:moveTo>
                      <a:pt x="0" y="11"/>
                    </a:moveTo>
                    <a:cubicBezTo>
                      <a:pt x="3" y="15"/>
                      <a:pt x="12" y="26"/>
                      <a:pt x="18" y="20"/>
                    </a:cubicBezTo>
                    <a:cubicBezTo>
                      <a:pt x="25" y="14"/>
                      <a:pt x="13" y="1"/>
                      <a:pt x="7" y="0"/>
                    </a:cubicBezTo>
                  </a:path>
                </a:pathLst>
              </a:custGeom>
              <a:noFill/>
              <a:ln w="6350" cap="flat">
                <a:solidFill>
                  <a:srgbClr val="F7E8B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3719" name="Freeform 533">
                <a:extLst>
                  <a:ext uri="{FF2B5EF4-FFF2-40B4-BE49-F238E27FC236}">
                    <a16:creationId xmlns:a16="http://schemas.microsoft.com/office/drawing/2014/main" id="{B145AB1F-6998-439C-B5E2-E62F2824AD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2" y="1991"/>
                <a:ext cx="17" cy="20"/>
              </a:xfrm>
              <a:custGeom>
                <a:avLst/>
                <a:gdLst>
                  <a:gd name="T0" fmla="*/ 5 w 16"/>
                  <a:gd name="T1" fmla="*/ 0 h 19"/>
                  <a:gd name="T2" fmla="*/ 4 w 16"/>
                  <a:gd name="T3" fmla="*/ 18 h 19"/>
                  <a:gd name="T4" fmla="*/ 19 w 16"/>
                  <a:gd name="T5" fmla="*/ 2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19">
                    <a:moveTo>
                      <a:pt x="5" y="0"/>
                    </a:moveTo>
                    <a:cubicBezTo>
                      <a:pt x="3" y="3"/>
                      <a:pt x="0" y="12"/>
                      <a:pt x="4" y="15"/>
                    </a:cubicBezTo>
                    <a:cubicBezTo>
                      <a:pt x="10" y="19"/>
                      <a:pt x="14" y="6"/>
                      <a:pt x="16" y="2"/>
                    </a:cubicBezTo>
                  </a:path>
                </a:pathLst>
              </a:custGeom>
              <a:noFill/>
              <a:ln w="6350" cap="flat">
                <a:solidFill>
                  <a:srgbClr val="F7E8B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3720" name="Freeform 534">
                <a:extLst>
                  <a:ext uri="{FF2B5EF4-FFF2-40B4-BE49-F238E27FC236}">
                    <a16:creationId xmlns:a16="http://schemas.microsoft.com/office/drawing/2014/main" id="{70D91022-2569-4CF0-A7A1-6705D376B8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2" y="2014"/>
                <a:ext cx="8" cy="26"/>
              </a:xfrm>
              <a:custGeom>
                <a:avLst/>
                <a:gdLst>
                  <a:gd name="T0" fmla="*/ 10 w 7"/>
                  <a:gd name="T1" fmla="*/ 0 h 25"/>
                  <a:gd name="T2" fmla="*/ 0 w 7"/>
                  <a:gd name="T3" fmla="*/ 28 h 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25">
                    <a:moveTo>
                      <a:pt x="7" y="0"/>
                    </a:moveTo>
                    <a:cubicBezTo>
                      <a:pt x="7" y="8"/>
                      <a:pt x="4" y="17"/>
                      <a:pt x="0" y="25"/>
                    </a:cubicBezTo>
                  </a:path>
                </a:pathLst>
              </a:custGeom>
              <a:noFill/>
              <a:ln w="6350" cap="flat">
                <a:solidFill>
                  <a:srgbClr val="F7E8B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3721" name="Freeform 535">
                <a:extLst>
                  <a:ext uri="{FF2B5EF4-FFF2-40B4-BE49-F238E27FC236}">
                    <a16:creationId xmlns:a16="http://schemas.microsoft.com/office/drawing/2014/main" id="{AB1DB35D-09DD-4D62-8B6F-2E4C7A3AE3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5" y="1989"/>
                <a:ext cx="30" cy="32"/>
              </a:xfrm>
              <a:custGeom>
                <a:avLst/>
                <a:gdLst>
                  <a:gd name="T0" fmla="*/ 16 w 28"/>
                  <a:gd name="T1" fmla="*/ 0 h 30"/>
                  <a:gd name="T2" fmla="*/ 21 w 28"/>
                  <a:gd name="T3" fmla="*/ 25 h 30"/>
                  <a:gd name="T4" fmla="*/ 3 w 28"/>
                  <a:gd name="T5" fmla="*/ 7 h 30"/>
                  <a:gd name="T6" fmla="*/ 11 w 28"/>
                  <a:gd name="T7" fmla="*/ 36 h 3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" h="30">
                    <a:moveTo>
                      <a:pt x="13" y="0"/>
                    </a:moveTo>
                    <a:cubicBezTo>
                      <a:pt x="16" y="3"/>
                      <a:pt x="28" y="20"/>
                      <a:pt x="18" y="21"/>
                    </a:cubicBezTo>
                    <a:cubicBezTo>
                      <a:pt x="11" y="21"/>
                      <a:pt x="11" y="8"/>
                      <a:pt x="3" y="7"/>
                    </a:cubicBezTo>
                    <a:cubicBezTo>
                      <a:pt x="0" y="14"/>
                      <a:pt x="5" y="23"/>
                      <a:pt x="8" y="30"/>
                    </a:cubicBezTo>
                  </a:path>
                </a:pathLst>
              </a:custGeom>
              <a:noFill/>
              <a:ln w="6350" cap="flat">
                <a:solidFill>
                  <a:srgbClr val="F7E8B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3722" name="Freeform 536">
                <a:extLst>
                  <a:ext uri="{FF2B5EF4-FFF2-40B4-BE49-F238E27FC236}">
                    <a16:creationId xmlns:a16="http://schemas.microsoft.com/office/drawing/2014/main" id="{55D816FA-95C5-430A-A12A-FBAAE7EE8A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0" y="2311"/>
                <a:ext cx="18" cy="6"/>
              </a:xfrm>
              <a:custGeom>
                <a:avLst/>
                <a:gdLst>
                  <a:gd name="T0" fmla="*/ 0 w 17"/>
                  <a:gd name="T1" fmla="*/ 6 h 6"/>
                  <a:gd name="T2" fmla="*/ 20 w 17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6">
                    <a:moveTo>
                      <a:pt x="0" y="6"/>
                    </a:moveTo>
                    <a:cubicBezTo>
                      <a:pt x="6" y="3"/>
                      <a:pt x="10" y="1"/>
                      <a:pt x="17" y="0"/>
                    </a:cubicBezTo>
                  </a:path>
                </a:pathLst>
              </a:custGeom>
              <a:noFill/>
              <a:ln w="6350" cap="flat">
                <a:solidFill>
                  <a:srgbClr val="F7E8B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3723" name="Freeform 537">
                <a:extLst>
                  <a:ext uri="{FF2B5EF4-FFF2-40B4-BE49-F238E27FC236}">
                    <a16:creationId xmlns:a16="http://schemas.microsoft.com/office/drawing/2014/main" id="{FFC65CE1-24AE-4BD0-80CD-3A6524A6AF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5" y="2350"/>
                <a:ext cx="19" cy="31"/>
              </a:xfrm>
              <a:custGeom>
                <a:avLst/>
                <a:gdLst>
                  <a:gd name="T0" fmla="*/ 3 w 18"/>
                  <a:gd name="T1" fmla="*/ 24 h 29"/>
                  <a:gd name="T2" fmla="*/ 6 w 18"/>
                  <a:gd name="T3" fmla="*/ 3 h 29"/>
                  <a:gd name="T4" fmla="*/ 21 w 18"/>
                  <a:gd name="T5" fmla="*/ 35 h 2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29">
                    <a:moveTo>
                      <a:pt x="3" y="20"/>
                    </a:moveTo>
                    <a:cubicBezTo>
                      <a:pt x="1" y="16"/>
                      <a:pt x="0" y="5"/>
                      <a:pt x="6" y="3"/>
                    </a:cubicBezTo>
                    <a:cubicBezTo>
                      <a:pt x="17" y="0"/>
                      <a:pt x="16" y="25"/>
                      <a:pt x="18" y="29"/>
                    </a:cubicBezTo>
                  </a:path>
                </a:pathLst>
              </a:custGeom>
              <a:noFill/>
              <a:ln w="6350" cap="flat">
                <a:solidFill>
                  <a:srgbClr val="F7E8B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3724" name="Freeform 538">
                <a:extLst>
                  <a:ext uri="{FF2B5EF4-FFF2-40B4-BE49-F238E27FC236}">
                    <a16:creationId xmlns:a16="http://schemas.microsoft.com/office/drawing/2014/main" id="{EAE146CC-E573-49D2-BFBB-BC2017C6E9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2" y="2353"/>
                <a:ext cx="4" cy="21"/>
              </a:xfrm>
              <a:custGeom>
                <a:avLst/>
                <a:gdLst>
                  <a:gd name="T0" fmla="*/ 0 w 4"/>
                  <a:gd name="T1" fmla="*/ 0 h 20"/>
                  <a:gd name="T2" fmla="*/ 4 w 4"/>
                  <a:gd name="T3" fmla="*/ 23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0">
                    <a:moveTo>
                      <a:pt x="0" y="0"/>
                    </a:moveTo>
                    <a:cubicBezTo>
                      <a:pt x="3" y="6"/>
                      <a:pt x="2" y="14"/>
                      <a:pt x="4" y="20"/>
                    </a:cubicBezTo>
                  </a:path>
                </a:pathLst>
              </a:custGeom>
              <a:noFill/>
              <a:ln w="6350" cap="flat">
                <a:solidFill>
                  <a:srgbClr val="F7E8B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3725" name="Freeform 539">
                <a:extLst>
                  <a:ext uri="{FF2B5EF4-FFF2-40B4-BE49-F238E27FC236}">
                    <a16:creationId xmlns:a16="http://schemas.microsoft.com/office/drawing/2014/main" id="{5ED92A5B-3516-4C1B-BCF1-812B8B3E98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9" y="2381"/>
                <a:ext cx="34" cy="36"/>
              </a:xfrm>
              <a:custGeom>
                <a:avLst/>
                <a:gdLst>
                  <a:gd name="T0" fmla="*/ 31 w 32"/>
                  <a:gd name="T1" fmla="*/ 2 h 33"/>
                  <a:gd name="T2" fmla="*/ 20 w 32"/>
                  <a:gd name="T3" fmla="*/ 24 h 33"/>
                  <a:gd name="T4" fmla="*/ 37 w 32"/>
                  <a:gd name="T5" fmla="*/ 25 h 33"/>
                  <a:gd name="T6" fmla="*/ 19 w 32"/>
                  <a:gd name="T7" fmla="*/ 43 h 3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2" h="33">
                    <a:moveTo>
                      <a:pt x="25" y="2"/>
                    </a:moveTo>
                    <a:cubicBezTo>
                      <a:pt x="11" y="0"/>
                      <a:pt x="0" y="19"/>
                      <a:pt x="17" y="18"/>
                    </a:cubicBezTo>
                    <a:cubicBezTo>
                      <a:pt x="22" y="18"/>
                      <a:pt x="29" y="10"/>
                      <a:pt x="31" y="19"/>
                    </a:cubicBezTo>
                    <a:cubicBezTo>
                      <a:pt x="32" y="25"/>
                      <a:pt x="20" y="31"/>
                      <a:pt x="16" y="33"/>
                    </a:cubicBezTo>
                  </a:path>
                </a:pathLst>
              </a:custGeom>
              <a:noFill/>
              <a:ln w="6350" cap="flat">
                <a:solidFill>
                  <a:srgbClr val="F7E8B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3726" name="Freeform 540">
                <a:extLst>
                  <a:ext uri="{FF2B5EF4-FFF2-40B4-BE49-F238E27FC236}">
                    <a16:creationId xmlns:a16="http://schemas.microsoft.com/office/drawing/2014/main" id="{6962162C-1986-490B-ACF9-B07F021C17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2" y="2486"/>
                <a:ext cx="17" cy="37"/>
              </a:xfrm>
              <a:custGeom>
                <a:avLst/>
                <a:gdLst>
                  <a:gd name="T0" fmla="*/ 19 w 16"/>
                  <a:gd name="T1" fmla="*/ 0 h 35"/>
                  <a:gd name="T2" fmla="*/ 0 w 16"/>
                  <a:gd name="T3" fmla="*/ 41 h 3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35">
                    <a:moveTo>
                      <a:pt x="16" y="0"/>
                    </a:moveTo>
                    <a:cubicBezTo>
                      <a:pt x="11" y="11"/>
                      <a:pt x="7" y="25"/>
                      <a:pt x="0" y="35"/>
                    </a:cubicBezTo>
                  </a:path>
                </a:pathLst>
              </a:custGeom>
              <a:noFill/>
              <a:ln w="6350" cap="flat">
                <a:solidFill>
                  <a:srgbClr val="F7E8B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3727" name="Freeform 541">
                <a:extLst>
                  <a:ext uri="{FF2B5EF4-FFF2-40B4-BE49-F238E27FC236}">
                    <a16:creationId xmlns:a16="http://schemas.microsoft.com/office/drawing/2014/main" id="{0FC849C6-1567-4484-99DC-74BD81DE93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1" y="2540"/>
                <a:ext cx="11" cy="19"/>
              </a:xfrm>
              <a:custGeom>
                <a:avLst/>
                <a:gdLst>
                  <a:gd name="T0" fmla="*/ 13 w 10"/>
                  <a:gd name="T1" fmla="*/ 0 h 18"/>
                  <a:gd name="T2" fmla="*/ 0 w 10"/>
                  <a:gd name="T3" fmla="*/ 21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18">
                    <a:moveTo>
                      <a:pt x="10" y="0"/>
                    </a:moveTo>
                    <a:cubicBezTo>
                      <a:pt x="1" y="1"/>
                      <a:pt x="0" y="10"/>
                      <a:pt x="0" y="18"/>
                    </a:cubicBezTo>
                  </a:path>
                </a:pathLst>
              </a:custGeom>
              <a:noFill/>
              <a:ln w="6350" cap="flat">
                <a:solidFill>
                  <a:srgbClr val="F7E8B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3728" name="Freeform 542">
                <a:extLst>
                  <a:ext uri="{FF2B5EF4-FFF2-40B4-BE49-F238E27FC236}">
                    <a16:creationId xmlns:a16="http://schemas.microsoft.com/office/drawing/2014/main" id="{7AAA52FD-267A-4BD6-89D5-B540A3741D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6" y="2526"/>
                <a:ext cx="6" cy="13"/>
              </a:xfrm>
              <a:custGeom>
                <a:avLst/>
                <a:gdLst>
                  <a:gd name="T0" fmla="*/ 0 w 5"/>
                  <a:gd name="T1" fmla="*/ 0 h 12"/>
                  <a:gd name="T2" fmla="*/ 8 w 5"/>
                  <a:gd name="T3" fmla="*/ 15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2">
                    <a:moveTo>
                      <a:pt x="0" y="0"/>
                    </a:moveTo>
                    <a:cubicBezTo>
                      <a:pt x="1" y="4"/>
                      <a:pt x="3" y="8"/>
                      <a:pt x="5" y="12"/>
                    </a:cubicBezTo>
                  </a:path>
                </a:pathLst>
              </a:custGeom>
              <a:noFill/>
              <a:ln w="6350" cap="flat">
                <a:solidFill>
                  <a:srgbClr val="F7E8B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3729" name="Freeform 543">
                <a:extLst>
                  <a:ext uri="{FF2B5EF4-FFF2-40B4-BE49-F238E27FC236}">
                    <a16:creationId xmlns:a16="http://schemas.microsoft.com/office/drawing/2014/main" id="{D5836BC6-1F72-48CD-B34B-B1FB8CCCED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6" y="2772"/>
                <a:ext cx="23" cy="27"/>
              </a:xfrm>
              <a:custGeom>
                <a:avLst/>
                <a:gdLst>
                  <a:gd name="T0" fmla="*/ 18 w 22"/>
                  <a:gd name="T1" fmla="*/ 0 h 26"/>
                  <a:gd name="T2" fmla="*/ 25 w 22"/>
                  <a:gd name="T3" fmla="*/ 5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26">
                    <a:moveTo>
                      <a:pt x="15" y="0"/>
                    </a:moveTo>
                    <a:cubicBezTo>
                      <a:pt x="0" y="7"/>
                      <a:pt x="17" y="26"/>
                      <a:pt x="22" y="5"/>
                    </a:cubicBezTo>
                  </a:path>
                </a:pathLst>
              </a:custGeom>
              <a:noFill/>
              <a:ln w="6350" cap="flat">
                <a:solidFill>
                  <a:srgbClr val="F7E8B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3730" name="Freeform 544">
                <a:extLst>
                  <a:ext uri="{FF2B5EF4-FFF2-40B4-BE49-F238E27FC236}">
                    <a16:creationId xmlns:a16="http://schemas.microsoft.com/office/drawing/2014/main" id="{4C707007-5B85-423C-83F7-F8BD627834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7" y="2768"/>
                <a:ext cx="25" cy="24"/>
              </a:xfrm>
              <a:custGeom>
                <a:avLst/>
                <a:gdLst>
                  <a:gd name="T0" fmla="*/ 13 w 23"/>
                  <a:gd name="T1" fmla="*/ 28 h 22"/>
                  <a:gd name="T2" fmla="*/ 4 w 23"/>
                  <a:gd name="T3" fmla="*/ 5 h 22"/>
                  <a:gd name="T4" fmla="*/ 28 w 23"/>
                  <a:gd name="T5" fmla="*/ 28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22">
                    <a:moveTo>
                      <a:pt x="10" y="22"/>
                    </a:moveTo>
                    <a:cubicBezTo>
                      <a:pt x="6" y="20"/>
                      <a:pt x="0" y="9"/>
                      <a:pt x="4" y="5"/>
                    </a:cubicBezTo>
                    <a:cubicBezTo>
                      <a:pt x="10" y="0"/>
                      <a:pt x="23" y="18"/>
                      <a:pt x="22" y="22"/>
                    </a:cubicBezTo>
                  </a:path>
                </a:pathLst>
              </a:custGeom>
              <a:noFill/>
              <a:ln w="6350" cap="flat">
                <a:solidFill>
                  <a:srgbClr val="F7E8B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3731" name="Freeform 545">
                <a:extLst>
                  <a:ext uri="{FF2B5EF4-FFF2-40B4-BE49-F238E27FC236}">
                    <a16:creationId xmlns:a16="http://schemas.microsoft.com/office/drawing/2014/main" id="{C1CB4C15-7504-4449-BFF5-636C4718C1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1" y="3086"/>
                <a:ext cx="25" cy="42"/>
              </a:xfrm>
              <a:custGeom>
                <a:avLst/>
                <a:gdLst>
                  <a:gd name="T0" fmla="*/ 7 w 24"/>
                  <a:gd name="T1" fmla="*/ 4 h 39"/>
                  <a:gd name="T2" fmla="*/ 0 w 24"/>
                  <a:gd name="T3" fmla="*/ 22 h 39"/>
                  <a:gd name="T4" fmla="*/ 11 w 24"/>
                  <a:gd name="T5" fmla="*/ 20 h 39"/>
                  <a:gd name="T6" fmla="*/ 24 w 24"/>
                  <a:gd name="T7" fmla="*/ 48 h 3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" h="39">
                    <a:moveTo>
                      <a:pt x="7" y="4"/>
                    </a:moveTo>
                    <a:cubicBezTo>
                      <a:pt x="3" y="7"/>
                      <a:pt x="0" y="13"/>
                      <a:pt x="0" y="18"/>
                    </a:cubicBezTo>
                    <a:cubicBezTo>
                      <a:pt x="2" y="32"/>
                      <a:pt x="7" y="22"/>
                      <a:pt x="11" y="17"/>
                    </a:cubicBezTo>
                    <a:cubicBezTo>
                      <a:pt x="24" y="0"/>
                      <a:pt x="24" y="30"/>
                      <a:pt x="21" y="39"/>
                    </a:cubicBezTo>
                  </a:path>
                </a:pathLst>
              </a:custGeom>
              <a:noFill/>
              <a:ln w="6350" cap="flat">
                <a:solidFill>
                  <a:srgbClr val="F7E8B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3732" name="Freeform 546">
                <a:extLst>
                  <a:ext uri="{FF2B5EF4-FFF2-40B4-BE49-F238E27FC236}">
                    <a16:creationId xmlns:a16="http://schemas.microsoft.com/office/drawing/2014/main" id="{B089D25B-2D47-4A70-B16B-DC8596AE8C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3" y="3103"/>
                <a:ext cx="7" cy="28"/>
              </a:xfrm>
              <a:custGeom>
                <a:avLst/>
                <a:gdLst>
                  <a:gd name="T0" fmla="*/ 0 w 7"/>
                  <a:gd name="T1" fmla="*/ 0 h 26"/>
                  <a:gd name="T2" fmla="*/ 7 w 7"/>
                  <a:gd name="T3" fmla="*/ 32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26">
                    <a:moveTo>
                      <a:pt x="0" y="0"/>
                    </a:moveTo>
                    <a:cubicBezTo>
                      <a:pt x="4" y="8"/>
                      <a:pt x="7" y="17"/>
                      <a:pt x="7" y="26"/>
                    </a:cubicBezTo>
                  </a:path>
                </a:pathLst>
              </a:custGeom>
              <a:noFill/>
              <a:ln w="6350" cap="flat">
                <a:solidFill>
                  <a:srgbClr val="F7E8B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3733" name="Freeform 547">
                <a:extLst>
                  <a:ext uri="{FF2B5EF4-FFF2-40B4-BE49-F238E27FC236}">
                    <a16:creationId xmlns:a16="http://schemas.microsoft.com/office/drawing/2014/main" id="{65C5365E-8808-4EE6-BD82-5790007431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5" y="3085"/>
                <a:ext cx="14" cy="22"/>
              </a:xfrm>
              <a:custGeom>
                <a:avLst/>
                <a:gdLst>
                  <a:gd name="T0" fmla="*/ 0 w 13"/>
                  <a:gd name="T1" fmla="*/ 26 h 20"/>
                  <a:gd name="T2" fmla="*/ 16 w 13"/>
                  <a:gd name="T3" fmla="*/ 0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20">
                    <a:moveTo>
                      <a:pt x="0" y="20"/>
                    </a:moveTo>
                    <a:cubicBezTo>
                      <a:pt x="1" y="13"/>
                      <a:pt x="11" y="8"/>
                      <a:pt x="13" y="0"/>
                    </a:cubicBezTo>
                  </a:path>
                </a:pathLst>
              </a:custGeom>
              <a:noFill/>
              <a:ln w="6350" cap="flat">
                <a:solidFill>
                  <a:srgbClr val="F7E8B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3734" name="Freeform 548">
                <a:extLst>
                  <a:ext uri="{FF2B5EF4-FFF2-40B4-BE49-F238E27FC236}">
                    <a16:creationId xmlns:a16="http://schemas.microsoft.com/office/drawing/2014/main" id="{C39B0ADC-3844-42A5-9D8F-173A2FC7E5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2" y="3140"/>
                <a:ext cx="4" cy="35"/>
              </a:xfrm>
              <a:custGeom>
                <a:avLst/>
                <a:gdLst>
                  <a:gd name="T0" fmla="*/ 2 w 4"/>
                  <a:gd name="T1" fmla="*/ 0 h 33"/>
                  <a:gd name="T2" fmla="*/ 0 w 4"/>
                  <a:gd name="T3" fmla="*/ 39 h 3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33">
                    <a:moveTo>
                      <a:pt x="2" y="0"/>
                    </a:moveTo>
                    <a:cubicBezTo>
                      <a:pt x="4" y="9"/>
                      <a:pt x="0" y="22"/>
                      <a:pt x="0" y="33"/>
                    </a:cubicBezTo>
                  </a:path>
                </a:pathLst>
              </a:custGeom>
              <a:noFill/>
              <a:ln w="6350" cap="flat">
                <a:solidFill>
                  <a:srgbClr val="F7E8B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3735" name="Freeform 549">
                <a:extLst>
                  <a:ext uri="{FF2B5EF4-FFF2-40B4-BE49-F238E27FC236}">
                    <a16:creationId xmlns:a16="http://schemas.microsoft.com/office/drawing/2014/main" id="{E5DFCF11-2869-4473-B19A-0B443010E5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1" y="3016"/>
                <a:ext cx="29" cy="30"/>
              </a:xfrm>
              <a:custGeom>
                <a:avLst/>
                <a:gdLst>
                  <a:gd name="T0" fmla="*/ 4 w 27"/>
                  <a:gd name="T1" fmla="*/ 32 h 28"/>
                  <a:gd name="T2" fmla="*/ 32 w 27"/>
                  <a:gd name="T3" fmla="*/ 16 h 28"/>
                  <a:gd name="T4" fmla="*/ 0 w 27"/>
                  <a:gd name="T5" fmla="*/ 17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7" h="28">
                    <a:moveTo>
                      <a:pt x="4" y="26"/>
                    </a:moveTo>
                    <a:cubicBezTo>
                      <a:pt x="10" y="28"/>
                      <a:pt x="27" y="22"/>
                      <a:pt x="26" y="13"/>
                    </a:cubicBezTo>
                    <a:cubicBezTo>
                      <a:pt x="23" y="0"/>
                      <a:pt x="6" y="13"/>
                      <a:pt x="0" y="14"/>
                    </a:cubicBezTo>
                  </a:path>
                </a:pathLst>
              </a:custGeom>
              <a:noFill/>
              <a:ln w="6350" cap="flat">
                <a:solidFill>
                  <a:srgbClr val="F7E8B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3736" name="Freeform 550">
                <a:extLst>
                  <a:ext uri="{FF2B5EF4-FFF2-40B4-BE49-F238E27FC236}">
                    <a16:creationId xmlns:a16="http://schemas.microsoft.com/office/drawing/2014/main" id="{EDDF984E-952B-498D-8FF9-E5F6A8AE05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0" y="3103"/>
                <a:ext cx="25" cy="26"/>
              </a:xfrm>
              <a:custGeom>
                <a:avLst/>
                <a:gdLst>
                  <a:gd name="T0" fmla="*/ 0 w 24"/>
                  <a:gd name="T1" fmla="*/ 22 h 24"/>
                  <a:gd name="T2" fmla="*/ 16 w 24"/>
                  <a:gd name="T3" fmla="*/ 17 h 24"/>
                  <a:gd name="T4" fmla="*/ 19 w 24"/>
                  <a:gd name="T5" fmla="*/ 30 h 24"/>
                  <a:gd name="T6" fmla="*/ 27 w 24"/>
                  <a:gd name="T7" fmla="*/ 13 h 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" h="24">
                    <a:moveTo>
                      <a:pt x="0" y="17"/>
                    </a:moveTo>
                    <a:cubicBezTo>
                      <a:pt x="3" y="8"/>
                      <a:pt x="12" y="0"/>
                      <a:pt x="13" y="14"/>
                    </a:cubicBezTo>
                    <a:cubicBezTo>
                      <a:pt x="14" y="18"/>
                      <a:pt x="11" y="24"/>
                      <a:pt x="16" y="24"/>
                    </a:cubicBezTo>
                    <a:cubicBezTo>
                      <a:pt x="22" y="23"/>
                      <a:pt x="23" y="13"/>
                      <a:pt x="24" y="10"/>
                    </a:cubicBezTo>
                  </a:path>
                </a:pathLst>
              </a:custGeom>
              <a:noFill/>
              <a:ln w="6350" cap="flat">
                <a:solidFill>
                  <a:srgbClr val="F7E8B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3737" name="Freeform 551">
                <a:extLst>
                  <a:ext uri="{FF2B5EF4-FFF2-40B4-BE49-F238E27FC236}">
                    <a16:creationId xmlns:a16="http://schemas.microsoft.com/office/drawing/2014/main" id="{CE86EDCE-7281-431F-8BD3-24602D5083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8" y="3104"/>
                <a:ext cx="22" cy="74"/>
              </a:xfrm>
              <a:custGeom>
                <a:avLst/>
                <a:gdLst>
                  <a:gd name="T0" fmla="*/ 0 w 20"/>
                  <a:gd name="T1" fmla="*/ 0 h 69"/>
                  <a:gd name="T2" fmla="*/ 25 w 20"/>
                  <a:gd name="T3" fmla="*/ 85 h 6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69">
                    <a:moveTo>
                      <a:pt x="0" y="0"/>
                    </a:moveTo>
                    <a:cubicBezTo>
                      <a:pt x="20" y="16"/>
                      <a:pt x="19" y="47"/>
                      <a:pt x="19" y="69"/>
                    </a:cubicBezTo>
                  </a:path>
                </a:pathLst>
              </a:custGeom>
              <a:noFill/>
              <a:ln w="6350" cap="flat">
                <a:solidFill>
                  <a:srgbClr val="F7E8B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3738" name="Freeform 552">
                <a:extLst>
                  <a:ext uri="{FF2B5EF4-FFF2-40B4-BE49-F238E27FC236}">
                    <a16:creationId xmlns:a16="http://schemas.microsoft.com/office/drawing/2014/main" id="{EE7777C5-92B6-4913-93F8-47B2E38A46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2" y="3089"/>
                <a:ext cx="8" cy="23"/>
              </a:xfrm>
              <a:custGeom>
                <a:avLst/>
                <a:gdLst>
                  <a:gd name="T0" fmla="*/ 0 w 7"/>
                  <a:gd name="T1" fmla="*/ 0 h 21"/>
                  <a:gd name="T2" fmla="*/ 10 w 7"/>
                  <a:gd name="T3" fmla="*/ 27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21">
                    <a:moveTo>
                      <a:pt x="0" y="0"/>
                    </a:moveTo>
                    <a:cubicBezTo>
                      <a:pt x="1" y="7"/>
                      <a:pt x="4" y="15"/>
                      <a:pt x="7" y="21"/>
                    </a:cubicBezTo>
                  </a:path>
                </a:pathLst>
              </a:custGeom>
              <a:noFill/>
              <a:ln w="6350" cap="flat">
                <a:solidFill>
                  <a:srgbClr val="F7E8B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3739" name="Freeform 553">
                <a:extLst>
                  <a:ext uri="{FF2B5EF4-FFF2-40B4-BE49-F238E27FC236}">
                    <a16:creationId xmlns:a16="http://schemas.microsoft.com/office/drawing/2014/main" id="{D629FE4E-920C-4E7D-BD73-6B7CA37D51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8" y="3025"/>
                <a:ext cx="28" cy="23"/>
              </a:xfrm>
              <a:custGeom>
                <a:avLst/>
                <a:gdLst>
                  <a:gd name="T0" fmla="*/ 0 w 27"/>
                  <a:gd name="T1" fmla="*/ 14 h 21"/>
                  <a:gd name="T2" fmla="*/ 18 w 27"/>
                  <a:gd name="T3" fmla="*/ 26 h 21"/>
                  <a:gd name="T4" fmla="*/ 0 w 27"/>
                  <a:gd name="T5" fmla="*/ 0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7" h="21">
                    <a:moveTo>
                      <a:pt x="0" y="11"/>
                    </a:moveTo>
                    <a:cubicBezTo>
                      <a:pt x="0" y="15"/>
                      <a:pt x="11" y="21"/>
                      <a:pt x="15" y="20"/>
                    </a:cubicBezTo>
                    <a:cubicBezTo>
                      <a:pt x="27" y="15"/>
                      <a:pt x="4" y="2"/>
                      <a:pt x="0" y="0"/>
                    </a:cubicBezTo>
                  </a:path>
                </a:pathLst>
              </a:custGeom>
              <a:noFill/>
              <a:ln w="6350" cap="flat">
                <a:solidFill>
                  <a:srgbClr val="F7E8B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3740" name="Freeform 554">
                <a:extLst>
                  <a:ext uri="{FF2B5EF4-FFF2-40B4-BE49-F238E27FC236}">
                    <a16:creationId xmlns:a16="http://schemas.microsoft.com/office/drawing/2014/main" id="{E74564BB-DCD2-41EA-AFFF-9ECB068E44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7" y="3680"/>
                <a:ext cx="17" cy="38"/>
              </a:xfrm>
              <a:custGeom>
                <a:avLst/>
                <a:gdLst>
                  <a:gd name="T0" fmla="*/ 0 w 16"/>
                  <a:gd name="T1" fmla="*/ 0 h 35"/>
                  <a:gd name="T2" fmla="*/ 19 w 16"/>
                  <a:gd name="T3" fmla="*/ 45 h 3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35">
                    <a:moveTo>
                      <a:pt x="0" y="0"/>
                    </a:moveTo>
                    <a:cubicBezTo>
                      <a:pt x="8" y="10"/>
                      <a:pt x="16" y="21"/>
                      <a:pt x="16" y="35"/>
                    </a:cubicBezTo>
                  </a:path>
                </a:pathLst>
              </a:custGeom>
              <a:noFill/>
              <a:ln w="6350" cap="flat">
                <a:solidFill>
                  <a:srgbClr val="F7E8B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3741" name="Freeform 555">
                <a:extLst>
                  <a:ext uri="{FF2B5EF4-FFF2-40B4-BE49-F238E27FC236}">
                    <a16:creationId xmlns:a16="http://schemas.microsoft.com/office/drawing/2014/main" id="{B10F4AA1-08D2-4DDA-97A9-6E2A116960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0" y="3689"/>
                <a:ext cx="12" cy="29"/>
              </a:xfrm>
              <a:custGeom>
                <a:avLst/>
                <a:gdLst>
                  <a:gd name="T0" fmla="*/ 14 w 11"/>
                  <a:gd name="T1" fmla="*/ 0 h 27"/>
                  <a:gd name="T2" fmla="*/ 0 w 11"/>
                  <a:gd name="T3" fmla="*/ 33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27">
                    <a:moveTo>
                      <a:pt x="11" y="0"/>
                    </a:moveTo>
                    <a:cubicBezTo>
                      <a:pt x="8" y="9"/>
                      <a:pt x="4" y="18"/>
                      <a:pt x="0" y="27"/>
                    </a:cubicBezTo>
                  </a:path>
                </a:pathLst>
              </a:custGeom>
              <a:noFill/>
              <a:ln w="6350" cap="flat">
                <a:solidFill>
                  <a:srgbClr val="F7E8B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3742" name="Freeform 556">
                <a:extLst>
                  <a:ext uri="{FF2B5EF4-FFF2-40B4-BE49-F238E27FC236}">
                    <a16:creationId xmlns:a16="http://schemas.microsoft.com/office/drawing/2014/main" id="{DCBADBBB-814B-4BAE-9F40-C62EA9A0D3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1" y="3783"/>
                <a:ext cx="26" cy="39"/>
              </a:xfrm>
              <a:custGeom>
                <a:avLst/>
                <a:gdLst>
                  <a:gd name="T0" fmla="*/ 0 w 24"/>
                  <a:gd name="T1" fmla="*/ 14 h 37"/>
                  <a:gd name="T2" fmla="*/ 5 w 24"/>
                  <a:gd name="T3" fmla="*/ 40 h 37"/>
                  <a:gd name="T4" fmla="*/ 24 w 24"/>
                  <a:gd name="T5" fmla="*/ 0 h 3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37">
                    <a:moveTo>
                      <a:pt x="0" y="11"/>
                    </a:moveTo>
                    <a:cubicBezTo>
                      <a:pt x="1" y="19"/>
                      <a:pt x="4" y="26"/>
                      <a:pt x="5" y="34"/>
                    </a:cubicBezTo>
                    <a:cubicBezTo>
                      <a:pt x="24" y="37"/>
                      <a:pt x="19" y="14"/>
                      <a:pt x="18" y="0"/>
                    </a:cubicBezTo>
                  </a:path>
                </a:pathLst>
              </a:custGeom>
              <a:noFill/>
              <a:ln w="6350" cap="flat">
                <a:solidFill>
                  <a:srgbClr val="F7E8B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3743" name="Freeform 557">
                <a:extLst>
                  <a:ext uri="{FF2B5EF4-FFF2-40B4-BE49-F238E27FC236}">
                    <a16:creationId xmlns:a16="http://schemas.microsoft.com/office/drawing/2014/main" id="{91AA374B-A473-45EE-89AB-86F38792EF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2" y="3788"/>
                <a:ext cx="33" cy="44"/>
              </a:xfrm>
              <a:custGeom>
                <a:avLst/>
                <a:gdLst>
                  <a:gd name="T0" fmla="*/ 3 w 31"/>
                  <a:gd name="T1" fmla="*/ 0 h 41"/>
                  <a:gd name="T2" fmla="*/ 16 w 31"/>
                  <a:gd name="T3" fmla="*/ 46 h 41"/>
                  <a:gd name="T4" fmla="*/ 30 w 31"/>
                  <a:gd name="T5" fmla="*/ 0 h 4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1" h="41">
                    <a:moveTo>
                      <a:pt x="3" y="0"/>
                    </a:moveTo>
                    <a:cubicBezTo>
                      <a:pt x="2" y="11"/>
                      <a:pt x="0" y="34"/>
                      <a:pt x="13" y="37"/>
                    </a:cubicBezTo>
                    <a:cubicBezTo>
                      <a:pt x="31" y="41"/>
                      <a:pt x="24" y="11"/>
                      <a:pt x="24" y="0"/>
                    </a:cubicBezTo>
                  </a:path>
                </a:pathLst>
              </a:custGeom>
              <a:noFill/>
              <a:ln w="6350" cap="flat">
                <a:solidFill>
                  <a:srgbClr val="F7E8B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3744" name="Freeform 558">
                <a:extLst>
                  <a:ext uri="{FF2B5EF4-FFF2-40B4-BE49-F238E27FC236}">
                    <a16:creationId xmlns:a16="http://schemas.microsoft.com/office/drawing/2014/main" id="{1AE8A8A3-34C5-4463-93DA-DC237B9712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1" y="3970"/>
                <a:ext cx="21" cy="8"/>
              </a:xfrm>
              <a:custGeom>
                <a:avLst/>
                <a:gdLst>
                  <a:gd name="T0" fmla="*/ 0 w 20"/>
                  <a:gd name="T1" fmla="*/ 10 h 7"/>
                  <a:gd name="T2" fmla="*/ 15 w 20"/>
                  <a:gd name="T3" fmla="*/ 1 h 7"/>
                  <a:gd name="T4" fmla="*/ 23 w 20"/>
                  <a:gd name="T5" fmla="*/ 2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7">
                    <a:moveTo>
                      <a:pt x="0" y="7"/>
                    </a:moveTo>
                    <a:cubicBezTo>
                      <a:pt x="4" y="7"/>
                      <a:pt x="7" y="2"/>
                      <a:pt x="12" y="1"/>
                    </a:cubicBezTo>
                    <a:cubicBezTo>
                      <a:pt x="14" y="1"/>
                      <a:pt x="19" y="0"/>
                      <a:pt x="20" y="2"/>
                    </a:cubicBezTo>
                  </a:path>
                </a:pathLst>
              </a:custGeom>
              <a:noFill/>
              <a:ln w="6350" cap="flat">
                <a:solidFill>
                  <a:srgbClr val="F7E8B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3745" name="Freeform 559">
                <a:extLst>
                  <a:ext uri="{FF2B5EF4-FFF2-40B4-BE49-F238E27FC236}">
                    <a16:creationId xmlns:a16="http://schemas.microsoft.com/office/drawing/2014/main" id="{3866425F-3E7C-4729-8FEF-500D5978A8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0" y="3973"/>
                <a:ext cx="11" cy="7"/>
              </a:xfrm>
              <a:custGeom>
                <a:avLst/>
                <a:gdLst>
                  <a:gd name="T0" fmla="*/ 0 w 10"/>
                  <a:gd name="T1" fmla="*/ 0 h 6"/>
                  <a:gd name="T2" fmla="*/ 13 w 10"/>
                  <a:gd name="T3" fmla="*/ 9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6">
                    <a:moveTo>
                      <a:pt x="0" y="0"/>
                    </a:moveTo>
                    <a:cubicBezTo>
                      <a:pt x="4" y="1"/>
                      <a:pt x="7" y="4"/>
                      <a:pt x="10" y="6"/>
                    </a:cubicBezTo>
                  </a:path>
                </a:pathLst>
              </a:custGeom>
              <a:noFill/>
              <a:ln w="6350" cap="flat">
                <a:solidFill>
                  <a:srgbClr val="F7E8B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3746" name="Freeform 560">
                <a:extLst>
                  <a:ext uri="{FF2B5EF4-FFF2-40B4-BE49-F238E27FC236}">
                    <a16:creationId xmlns:a16="http://schemas.microsoft.com/office/drawing/2014/main" id="{141ED30A-5A97-4C21-B5A0-E13BB23407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5" y="3957"/>
                <a:ext cx="14" cy="12"/>
              </a:xfrm>
              <a:custGeom>
                <a:avLst/>
                <a:gdLst>
                  <a:gd name="T0" fmla="*/ 6 w 13"/>
                  <a:gd name="T1" fmla="*/ 14 h 11"/>
                  <a:gd name="T2" fmla="*/ 2 w 13"/>
                  <a:gd name="T3" fmla="*/ 3 h 11"/>
                  <a:gd name="T4" fmla="*/ 16 w 13"/>
                  <a:gd name="T5" fmla="*/ 10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1">
                    <a:moveTo>
                      <a:pt x="6" y="11"/>
                    </a:moveTo>
                    <a:cubicBezTo>
                      <a:pt x="4" y="10"/>
                      <a:pt x="0" y="5"/>
                      <a:pt x="2" y="3"/>
                    </a:cubicBezTo>
                    <a:cubicBezTo>
                      <a:pt x="4" y="0"/>
                      <a:pt x="11" y="6"/>
                      <a:pt x="13" y="7"/>
                    </a:cubicBezTo>
                  </a:path>
                </a:pathLst>
              </a:custGeom>
              <a:noFill/>
              <a:ln w="6350" cap="flat">
                <a:solidFill>
                  <a:srgbClr val="F7E8B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3747" name="Freeform 561">
                <a:extLst>
                  <a:ext uri="{FF2B5EF4-FFF2-40B4-BE49-F238E27FC236}">
                    <a16:creationId xmlns:a16="http://schemas.microsoft.com/office/drawing/2014/main" id="{D341D590-2CA9-4145-9F4A-443D4F2347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9" y="3968"/>
                <a:ext cx="25" cy="12"/>
              </a:xfrm>
              <a:custGeom>
                <a:avLst/>
                <a:gdLst>
                  <a:gd name="T0" fmla="*/ 0 w 24"/>
                  <a:gd name="T1" fmla="*/ 2 h 11"/>
                  <a:gd name="T2" fmla="*/ 27 w 24"/>
                  <a:gd name="T3" fmla="*/ 14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11">
                    <a:moveTo>
                      <a:pt x="0" y="2"/>
                    </a:moveTo>
                    <a:cubicBezTo>
                      <a:pt x="8" y="0"/>
                      <a:pt x="18" y="6"/>
                      <a:pt x="24" y="11"/>
                    </a:cubicBezTo>
                  </a:path>
                </a:pathLst>
              </a:custGeom>
              <a:noFill/>
              <a:ln w="6350" cap="flat">
                <a:solidFill>
                  <a:srgbClr val="F7E8B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3748" name="Freeform 562">
                <a:extLst>
                  <a:ext uri="{FF2B5EF4-FFF2-40B4-BE49-F238E27FC236}">
                    <a16:creationId xmlns:a16="http://schemas.microsoft.com/office/drawing/2014/main" id="{6667DBF1-660B-42A0-BD85-95F0BCADEF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6" y="3973"/>
                <a:ext cx="7" cy="5"/>
              </a:xfrm>
              <a:custGeom>
                <a:avLst/>
                <a:gdLst>
                  <a:gd name="T0" fmla="*/ 0 w 7"/>
                  <a:gd name="T1" fmla="*/ 8 h 4"/>
                  <a:gd name="T2" fmla="*/ 7 w 7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4">
                    <a:moveTo>
                      <a:pt x="0" y="4"/>
                    </a:moveTo>
                    <a:cubicBezTo>
                      <a:pt x="3" y="3"/>
                      <a:pt x="6" y="2"/>
                      <a:pt x="7" y="0"/>
                    </a:cubicBezTo>
                  </a:path>
                </a:pathLst>
              </a:custGeom>
              <a:noFill/>
              <a:ln w="6350" cap="flat">
                <a:solidFill>
                  <a:srgbClr val="F7E8B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3749" name="Freeform 563">
                <a:extLst>
                  <a:ext uri="{FF2B5EF4-FFF2-40B4-BE49-F238E27FC236}">
                    <a16:creationId xmlns:a16="http://schemas.microsoft.com/office/drawing/2014/main" id="{5BFC6C34-D3B3-4A20-9547-B9BF67E331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6" y="3954"/>
                <a:ext cx="14" cy="21"/>
              </a:xfrm>
              <a:custGeom>
                <a:avLst/>
                <a:gdLst>
                  <a:gd name="T0" fmla="*/ 0 w 13"/>
                  <a:gd name="T1" fmla="*/ 12 h 19"/>
                  <a:gd name="T2" fmla="*/ 13 w 13"/>
                  <a:gd name="T3" fmla="*/ 4 h 19"/>
                  <a:gd name="T4" fmla="*/ 10 w 13"/>
                  <a:gd name="T5" fmla="*/ 25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9">
                    <a:moveTo>
                      <a:pt x="0" y="9"/>
                    </a:moveTo>
                    <a:cubicBezTo>
                      <a:pt x="2" y="9"/>
                      <a:pt x="5" y="0"/>
                      <a:pt x="10" y="4"/>
                    </a:cubicBezTo>
                    <a:cubicBezTo>
                      <a:pt x="13" y="7"/>
                      <a:pt x="8" y="15"/>
                      <a:pt x="7" y="19"/>
                    </a:cubicBezTo>
                  </a:path>
                </a:pathLst>
              </a:custGeom>
              <a:noFill/>
              <a:ln w="6350" cap="flat">
                <a:solidFill>
                  <a:srgbClr val="F7E8B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3750" name="Freeform 564">
                <a:extLst>
                  <a:ext uri="{FF2B5EF4-FFF2-40B4-BE49-F238E27FC236}">
                    <a16:creationId xmlns:a16="http://schemas.microsoft.com/office/drawing/2014/main" id="{D0EAD1FD-1A80-4348-94B0-4DC2C8BD86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6" y="2377"/>
                <a:ext cx="6" cy="23"/>
              </a:xfrm>
              <a:custGeom>
                <a:avLst/>
                <a:gdLst>
                  <a:gd name="T0" fmla="*/ 0 w 6"/>
                  <a:gd name="T1" fmla="*/ 0 h 21"/>
                  <a:gd name="T2" fmla="*/ 6 w 6"/>
                  <a:gd name="T3" fmla="*/ 27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21">
                    <a:moveTo>
                      <a:pt x="0" y="0"/>
                    </a:moveTo>
                    <a:cubicBezTo>
                      <a:pt x="1" y="7"/>
                      <a:pt x="4" y="14"/>
                      <a:pt x="6" y="21"/>
                    </a:cubicBezTo>
                  </a:path>
                </a:pathLst>
              </a:custGeom>
              <a:noFill/>
              <a:ln w="6350" cap="flat">
                <a:solidFill>
                  <a:srgbClr val="F7E8B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3751" name="Freeform 565">
                <a:extLst>
                  <a:ext uri="{FF2B5EF4-FFF2-40B4-BE49-F238E27FC236}">
                    <a16:creationId xmlns:a16="http://schemas.microsoft.com/office/drawing/2014/main" id="{E15B81B5-E80A-4B4D-84FD-CEE2C6631F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4" y="2359"/>
                <a:ext cx="9" cy="23"/>
              </a:xfrm>
              <a:custGeom>
                <a:avLst/>
                <a:gdLst>
                  <a:gd name="T0" fmla="*/ 0 w 9"/>
                  <a:gd name="T1" fmla="*/ 0 h 22"/>
                  <a:gd name="T2" fmla="*/ 9 w 9"/>
                  <a:gd name="T3" fmla="*/ 25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22">
                    <a:moveTo>
                      <a:pt x="0" y="0"/>
                    </a:moveTo>
                    <a:cubicBezTo>
                      <a:pt x="4" y="8"/>
                      <a:pt x="7" y="15"/>
                      <a:pt x="9" y="22"/>
                    </a:cubicBezTo>
                  </a:path>
                </a:pathLst>
              </a:custGeom>
              <a:noFill/>
              <a:ln w="6350" cap="flat">
                <a:solidFill>
                  <a:srgbClr val="F7E8B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3752" name="Freeform 566">
                <a:extLst>
                  <a:ext uri="{FF2B5EF4-FFF2-40B4-BE49-F238E27FC236}">
                    <a16:creationId xmlns:a16="http://schemas.microsoft.com/office/drawing/2014/main" id="{5CDAC37B-87A6-467D-8865-B6BFEBCE89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6" y="2191"/>
                <a:ext cx="15" cy="20"/>
              </a:xfrm>
              <a:custGeom>
                <a:avLst/>
                <a:gdLst>
                  <a:gd name="T0" fmla="*/ 4 w 14"/>
                  <a:gd name="T1" fmla="*/ 0 h 19"/>
                  <a:gd name="T2" fmla="*/ 6 w 14"/>
                  <a:gd name="T3" fmla="*/ 20 h 19"/>
                  <a:gd name="T4" fmla="*/ 17 w 14"/>
                  <a:gd name="T5" fmla="*/ 2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9">
                    <a:moveTo>
                      <a:pt x="4" y="0"/>
                    </a:moveTo>
                    <a:cubicBezTo>
                      <a:pt x="2" y="4"/>
                      <a:pt x="0" y="15"/>
                      <a:pt x="6" y="17"/>
                    </a:cubicBezTo>
                    <a:cubicBezTo>
                      <a:pt x="13" y="19"/>
                      <a:pt x="12" y="6"/>
                      <a:pt x="14" y="2"/>
                    </a:cubicBezTo>
                  </a:path>
                </a:pathLst>
              </a:custGeom>
              <a:noFill/>
              <a:ln w="6350" cap="flat">
                <a:solidFill>
                  <a:srgbClr val="F7E8B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3753" name="Freeform 567">
                <a:extLst>
                  <a:ext uri="{FF2B5EF4-FFF2-40B4-BE49-F238E27FC236}">
                    <a16:creationId xmlns:a16="http://schemas.microsoft.com/office/drawing/2014/main" id="{813E4703-0019-44D9-9A1C-EF9104D1C0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3" y="1934"/>
                <a:ext cx="39" cy="34"/>
              </a:xfrm>
              <a:custGeom>
                <a:avLst/>
                <a:gdLst>
                  <a:gd name="T0" fmla="*/ 12 w 36"/>
                  <a:gd name="T1" fmla="*/ 36 h 32"/>
                  <a:gd name="T2" fmla="*/ 22 w 36"/>
                  <a:gd name="T3" fmla="*/ 19 h 32"/>
                  <a:gd name="T4" fmla="*/ 40 w 36"/>
                  <a:gd name="T5" fmla="*/ 31 h 32"/>
                  <a:gd name="T6" fmla="*/ 37 w 36"/>
                  <a:gd name="T7" fmla="*/ 4 h 3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6" h="32">
                    <a:moveTo>
                      <a:pt x="9" y="30"/>
                    </a:moveTo>
                    <a:cubicBezTo>
                      <a:pt x="0" y="17"/>
                      <a:pt x="1" y="0"/>
                      <a:pt x="17" y="16"/>
                    </a:cubicBezTo>
                    <a:cubicBezTo>
                      <a:pt x="22" y="21"/>
                      <a:pt x="24" y="32"/>
                      <a:pt x="31" y="25"/>
                    </a:cubicBezTo>
                    <a:cubicBezTo>
                      <a:pt x="36" y="21"/>
                      <a:pt x="32" y="8"/>
                      <a:pt x="29" y="4"/>
                    </a:cubicBezTo>
                  </a:path>
                </a:pathLst>
              </a:custGeom>
              <a:noFill/>
              <a:ln w="6350" cap="flat">
                <a:solidFill>
                  <a:srgbClr val="F7E8B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3754" name="Freeform 568">
                <a:extLst>
                  <a:ext uri="{FF2B5EF4-FFF2-40B4-BE49-F238E27FC236}">
                    <a16:creationId xmlns:a16="http://schemas.microsoft.com/office/drawing/2014/main" id="{078668B8-EFAE-4C9F-B9D8-C712A2C782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4" y="1872"/>
                <a:ext cx="4" cy="28"/>
              </a:xfrm>
              <a:custGeom>
                <a:avLst/>
                <a:gdLst>
                  <a:gd name="T0" fmla="*/ 0 w 4"/>
                  <a:gd name="T1" fmla="*/ 0 h 27"/>
                  <a:gd name="T2" fmla="*/ 4 w 4"/>
                  <a:gd name="T3" fmla="*/ 30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7">
                    <a:moveTo>
                      <a:pt x="0" y="0"/>
                    </a:moveTo>
                    <a:cubicBezTo>
                      <a:pt x="1" y="9"/>
                      <a:pt x="4" y="18"/>
                      <a:pt x="4" y="27"/>
                    </a:cubicBezTo>
                  </a:path>
                </a:pathLst>
              </a:custGeom>
              <a:noFill/>
              <a:ln w="6350" cap="flat">
                <a:solidFill>
                  <a:srgbClr val="F7E8B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3755" name="Freeform 569">
                <a:extLst>
                  <a:ext uri="{FF2B5EF4-FFF2-40B4-BE49-F238E27FC236}">
                    <a16:creationId xmlns:a16="http://schemas.microsoft.com/office/drawing/2014/main" id="{41704CA3-6E8C-4693-825D-C900137F25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3" y="1839"/>
                <a:ext cx="22" cy="22"/>
              </a:xfrm>
              <a:custGeom>
                <a:avLst/>
                <a:gdLst>
                  <a:gd name="T0" fmla="*/ 16 w 21"/>
                  <a:gd name="T1" fmla="*/ 24 h 21"/>
                  <a:gd name="T2" fmla="*/ 6 w 21"/>
                  <a:gd name="T3" fmla="*/ 0 h 21"/>
                  <a:gd name="T4" fmla="*/ 24 w 21"/>
                  <a:gd name="T5" fmla="*/ 21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21">
                    <a:moveTo>
                      <a:pt x="13" y="21"/>
                    </a:moveTo>
                    <a:cubicBezTo>
                      <a:pt x="5" y="20"/>
                      <a:pt x="0" y="7"/>
                      <a:pt x="6" y="0"/>
                    </a:cubicBezTo>
                    <a:cubicBezTo>
                      <a:pt x="13" y="3"/>
                      <a:pt x="18" y="11"/>
                      <a:pt x="21" y="18"/>
                    </a:cubicBezTo>
                  </a:path>
                </a:pathLst>
              </a:custGeom>
              <a:noFill/>
              <a:ln w="6350" cap="flat">
                <a:solidFill>
                  <a:srgbClr val="F7E8B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3756" name="Freeform 570">
                <a:extLst>
                  <a:ext uri="{FF2B5EF4-FFF2-40B4-BE49-F238E27FC236}">
                    <a16:creationId xmlns:a16="http://schemas.microsoft.com/office/drawing/2014/main" id="{9C21F8CF-5BAD-4196-917B-6697A12979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1" y="1605"/>
                <a:ext cx="13" cy="21"/>
              </a:xfrm>
              <a:custGeom>
                <a:avLst/>
                <a:gdLst>
                  <a:gd name="T0" fmla="*/ 1 w 12"/>
                  <a:gd name="T1" fmla="*/ 15 h 20"/>
                  <a:gd name="T2" fmla="*/ 4 w 12"/>
                  <a:gd name="T3" fmla="*/ 0 h 20"/>
                  <a:gd name="T4" fmla="*/ 12 w 12"/>
                  <a:gd name="T5" fmla="*/ 23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20">
                    <a:moveTo>
                      <a:pt x="1" y="12"/>
                    </a:moveTo>
                    <a:cubicBezTo>
                      <a:pt x="0" y="8"/>
                      <a:pt x="2" y="4"/>
                      <a:pt x="4" y="0"/>
                    </a:cubicBezTo>
                    <a:cubicBezTo>
                      <a:pt x="12" y="1"/>
                      <a:pt x="9" y="16"/>
                      <a:pt x="9" y="20"/>
                    </a:cubicBezTo>
                  </a:path>
                </a:pathLst>
              </a:custGeom>
              <a:noFill/>
              <a:ln w="6350" cap="flat">
                <a:solidFill>
                  <a:srgbClr val="F7E8B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3757" name="Freeform 571">
                <a:extLst>
                  <a:ext uri="{FF2B5EF4-FFF2-40B4-BE49-F238E27FC236}">
                    <a16:creationId xmlns:a16="http://schemas.microsoft.com/office/drawing/2014/main" id="{99488009-1F9C-4D96-9F86-A95D313787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6" y="1551"/>
                <a:ext cx="36" cy="30"/>
              </a:xfrm>
              <a:custGeom>
                <a:avLst/>
                <a:gdLst>
                  <a:gd name="T0" fmla="*/ 43 w 33"/>
                  <a:gd name="T1" fmla="*/ 19 h 28"/>
                  <a:gd name="T2" fmla="*/ 24 w 33"/>
                  <a:gd name="T3" fmla="*/ 0 h 28"/>
                  <a:gd name="T4" fmla="*/ 24 w 33"/>
                  <a:gd name="T5" fmla="*/ 34 h 28"/>
                  <a:gd name="T6" fmla="*/ 0 w 33"/>
                  <a:gd name="T7" fmla="*/ 10 h 2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" h="28">
                    <a:moveTo>
                      <a:pt x="33" y="16"/>
                    </a:moveTo>
                    <a:cubicBezTo>
                      <a:pt x="26" y="14"/>
                      <a:pt x="22" y="6"/>
                      <a:pt x="18" y="0"/>
                    </a:cubicBezTo>
                    <a:cubicBezTo>
                      <a:pt x="11" y="6"/>
                      <a:pt x="19" y="19"/>
                      <a:pt x="18" y="28"/>
                    </a:cubicBezTo>
                    <a:cubicBezTo>
                      <a:pt x="11" y="25"/>
                      <a:pt x="5" y="14"/>
                      <a:pt x="0" y="7"/>
                    </a:cubicBezTo>
                  </a:path>
                </a:pathLst>
              </a:custGeom>
              <a:noFill/>
              <a:ln w="6350" cap="flat">
                <a:solidFill>
                  <a:srgbClr val="F7E8B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3758" name="Freeform 572">
                <a:extLst>
                  <a:ext uri="{FF2B5EF4-FFF2-40B4-BE49-F238E27FC236}">
                    <a16:creationId xmlns:a16="http://schemas.microsoft.com/office/drawing/2014/main" id="{EFA10E26-AF35-46A3-897C-17EC5C4DBF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6" y="1489"/>
                <a:ext cx="16" cy="4"/>
              </a:xfrm>
              <a:custGeom>
                <a:avLst/>
                <a:gdLst>
                  <a:gd name="T0" fmla="*/ 0 w 15"/>
                  <a:gd name="T1" fmla="*/ 4 h 4"/>
                  <a:gd name="T2" fmla="*/ 18 w 15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4">
                    <a:moveTo>
                      <a:pt x="0" y="4"/>
                    </a:moveTo>
                    <a:cubicBezTo>
                      <a:pt x="5" y="3"/>
                      <a:pt x="10" y="1"/>
                      <a:pt x="15" y="0"/>
                    </a:cubicBezTo>
                  </a:path>
                </a:pathLst>
              </a:custGeom>
              <a:noFill/>
              <a:ln w="6350" cap="flat">
                <a:solidFill>
                  <a:srgbClr val="F7E8B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3759" name="Freeform 573">
                <a:extLst>
                  <a:ext uri="{FF2B5EF4-FFF2-40B4-BE49-F238E27FC236}">
                    <a16:creationId xmlns:a16="http://schemas.microsoft.com/office/drawing/2014/main" id="{A853869C-E029-4A3F-86CE-6126001C46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4" y="1646"/>
                <a:ext cx="16" cy="17"/>
              </a:xfrm>
              <a:custGeom>
                <a:avLst/>
                <a:gdLst>
                  <a:gd name="T0" fmla="*/ 0 w 15"/>
                  <a:gd name="T1" fmla="*/ 0 h 16"/>
                  <a:gd name="T2" fmla="*/ 18 w 15"/>
                  <a:gd name="T3" fmla="*/ 19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16">
                    <a:moveTo>
                      <a:pt x="0" y="0"/>
                    </a:moveTo>
                    <a:cubicBezTo>
                      <a:pt x="4" y="6"/>
                      <a:pt x="10" y="12"/>
                      <a:pt x="15" y="16"/>
                    </a:cubicBezTo>
                  </a:path>
                </a:pathLst>
              </a:custGeom>
              <a:noFill/>
              <a:ln w="6350" cap="flat">
                <a:solidFill>
                  <a:srgbClr val="F7E8B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3760" name="Freeform 574">
                <a:extLst>
                  <a:ext uri="{FF2B5EF4-FFF2-40B4-BE49-F238E27FC236}">
                    <a16:creationId xmlns:a16="http://schemas.microsoft.com/office/drawing/2014/main" id="{B787BA70-B2A5-424E-B8D9-DCAD29AF04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8" y="1719"/>
                <a:ext cx="24" cy="22"/>
              </a:xfrm>
              <a:custGeom>
                <a:avLst/>
                <a:gdLst>
                  <a:gd name="T0" fmla="*/ 1 w 22"/>
                  <a:gd name="T1" fmla="*/ 10 h 20"/>
                  <a:gd name="T2" fmla="*/ 1 w 22"/>
                  <a:gd name="T3" fmla="*/ 3 h 20"/>
                  <a:gd name="T4" fmla="*/ 21 w 22"/>
                  <a:gd name="T5" fmla="*/ 1 h 20"/>
                  <a:gd name="T6" fmla="*/ 4 w 22"/>
                  <a:gd name="T7" fmla="*/ 17 h 20"/>
                  <a:gd name="T8" fmla="*/ 28 w 22"/>
                  <a:gd name="T9" fmla="*/ 21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20">
                    <a:moveTo>
                      <a:pt x="1" y="7"/>
                    </a:moveTo>
                    <a:cubicBezTo>
                      <a:pt x="0" y="6"/>
                      <a:pt x="1" y="4"/>
                      <a:pt x="1" y="3"/>
                    </a:cubicBezTo>
                    <a:cubicBezTo>
                      <a:pt x="6" y="2"/>
                      <a:pt x="11" y="0"/>
                      <a:pt x="16" y="1"/>
                    </a:cubicBezTo>
                    <a:cubicBezTo>
                      <a:pt x="16" y="8"/>
                      <a:pt x="8" y="8"/>
                      <a:pt x="4" y="13"/>
                    </a:cubicBezTo>
                    <a:cubicBezTo>
                      <a:pt x="7" y="20"/>
                      <a:pt x="15" y="16"/>
                      <a:pt x="22" y="15"/>
                    </a:cubicBezTo>
                  </a:path>
                </a:pathLst>
              </a:custGeom>
              <a:noFill/>
              <a:ln w="6350" cap="flat">
                <a:solidFill>
                  <a:srgbClr val="F7E8B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3761" name="Freeform 575">
                <a:extLst>
                  <a:ext uri="{FF2B5EF4-FFF2-40B4-BE49-F238E27FC236}">
                    <a16:creationId xmlns:a16="http://schemas.microsoft.com/office/drawing/2014/main" id="{E2305002-D598-474C-B38E-D18B045FBE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4" y="1850"/>
                <a:ext cx="39" cy="60"/>
              </a:xfrm>
              <a:custGeom>
                <a:avLst/>
                <a:gdLst>
                  <a:gd name="T0" fmla="*/ 1 w 36"/>
                  <a:gd name="T1" fmla="*/ 14 h 56"/>
                  <a:gd name="T2" fmla="*/ 18 w 36"/>
                  <a:gd name="T3" fmla="*/ 14 h 56"/>
                  <a:gd name="T4" fmla="*/ 1 w 36"/>
                  <a:gd name="T5" fmla="*/ 44 h 56"/>
                  <a:gd name="T6" fmla="*/ 31 w 36"/>
                  <a:gd name="T7" fmla="*/ 31 h 56"/>
                  <a:gd name="T8" fmla="*/ 30 w 36"/>
                  <a:gd name="T9" fmla="*/ 69 h 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" h="56">
                    <a:moveTo>
                      <a:pt x="1" y="11"/>
                    </a:moveTo>
                    <a:cubicBezTo>
                      <a:pt x="5" y="7"/>
                      <a:pt x="16" y="0"/>
                      <a:pt x="15" y="11"/>
                    </a:cubicBezTo>
                    <a:cubicBezTo>
                      <a:pt x="15" y="20"/>
                      <a:pt x="0" y="24"/>
                      <a:pt x="1" y="35"/>
                    </a:cubicBezTo>
                    <a:cubicBezTo>
                      <a:pt x="12" y="38"/>
                      <a:pt x="17" y="22"/>
                      <a:pt x="25" y="25"/>
                    </a:cubicBezTo>
                    <a:cubicBezTo>
                      <a:pt x="36" y="29"/>
                      <a:pt x="25" y="50"/>
                      <a:pt x="24" y="56"/>
                    </a:cubicBezTo>
                  </a:path>
                </a:pathLst>
              </a:custGeom>
              <a:noFill/>
              <a:ln w="6350" cap="flat">
                <a:solidFill>
                  <a:srgbClr val="F7E8B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3762" name="Freeform 576">
                <a:extLst>
                  <a:ext uri="{FF2B5EF4-FFF2-40B4-BE49-F238E27FC236}">
                    <a16:creationId xmlns:a16="http://schemas.microsoft.com/office/drawing/2014/main" id="{62D59631-49E3-488E-8F47-E03B66E9D8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5" y="1857"/>
                <a:ext cx="24" cy="18"/>
              </a:xfrm>
              <a:custGeom>
                <a:avLst/>
                <a:gdLst>
                  <a:gd name="T0" fmla="*/ 28 w 22"/>
                  <a:gd name="T1" fmla="*/ 12 h 17"/>
                  <a:gd name="T2" fmla="*/ 10 w 22"/>
                  <a:gd name="T3" fmla="*/ 0 h 17"/>
                  <a:gd name="T4" fmla="*/ 28 w 22"/>
                  <a:gd name="T5" fmla="*/ 20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17">
                    <a:moveTo>
                      <a:pt x="22" y="9"/>
                    </a:moveTo>
                    <a:cubicBezTo>
                      <a:pt x="18" y="4"/>
                      <a:pt x="13" y="0"/>
                      <a:pt x="7" y="0"/>
                    </a:cubicBezTo>
                    <a:cubicBezTo>
                      <a:pt x="0" y="12"/>
                      <a:pt x="15" y="14"/>
                      <a:pt x="22" y="17"/>
                    </a:cubicBezTo>
                  </a:path>
                </a:pathLst>
              </a:custGeom>
              <a:noFill/>
              <a:ln w="6350" cap="flat">
                <a:solidFill>
                  <a:srgbClr val="F7E8B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3763" name="Freeform 577">
                <a:extLst>
                  <a:ext uri="{FF2B5EF4-FFF2-40B4-BE49-F238E27FC236}">
                    <a16:creationId xmlns:a16="http://schemas.microsoft.com/office/drawing/2014/main" id="{DCAA01A1-2762-4FC7-B1C7-B53A74C3F7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5" y="1200"/>
                <a:ext cx="12" cy="14"/>
              </a:xfrm>
              <a:custGeom>
                <a:avLst/>
                <a:gdLst>
                  <a:gd name="T0" fmla="*/ 0 w 11"/>
                  <a:gd name="T1" fmla="*/ 16 h 13"/>
                  <a:gd name="T2" fmla="*/ 14 w 11"/>
                  <a:gd name="T3" fmla="*/ 0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13">
                    <a:moveTo>
                      <a:pt x="0" y="13"/>
                    </a:moveTo>
                    <a:cubicBezTo>
                      <a:pt x="0" y="10"/>
                      <a:pt x="9" y="3"/>
                      <a:pt x="11" y="0"/>
                    </a:cubicBezTo>
                  </a:path>
                </a:pathLst>
              </a:custGeom>
              <a:noFill/>
              <a:ln w="6350" cap="flat">
                <a:solidFill>
                  <a:srgbClr val="F7E8B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3764" name="Freeform 578">
                <a:extLst>
                  <a:ext uri="{FF2B5EF4-FFF2-40B4-BE49-F238E27FC236}">
                    <a16:creationId xmlns:a16="http://schemas.microsoft.com/office/drawing/2014/main" id="{C847B9E6-510A-48C1-8005-67430230FF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5" y="1238"/>
                <a:ext cx="2" cy="16"/>
              </a:xfrm>
              <a:custGeom>
                <a:avLst/>
                <a:gdLst>
                  <a:gd name="T0" fmla="*/ 1 w 2"/>
                  <a:gd name="T1" fmla="*/ 0 h 15"/>
                  <a:gd name="T2" fmla="*/ 2 w 2"/>
                  <a:gd name="T3" fmla="*/ 18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5">
                    <a:moveTo>
                      <a:pt x="1" y="0"/>
                    </a:moveTo>
                    <a:cubicBezTo>
                      <a:pt x="1" y="5"/>
                      <a:pt x="0" y="11"/>
                      <a:pt x="2" y="15"/>
                    </a:cubicBezTo>
                  </a:path>
                </a:pathLst>
              </a:custGeom>
              <a:noFill/>
              <a:ln w="6350" cap="flat">
                <a:solidFill>
                  <a:srgbClr val="F7E8B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3765" name="Freeform 579">
                <a:extLst>
                  <a:ext uri="{FF2B5EF4-FFF2-40B4-BE49-F238E27FC236}">
                    <a16:creationId xmlns:a16="http://schemas.microsoft.com/office/drawing/2014/main" id="{EC54E4C9-F3CE-4FE0-BC31-56BDFCB5D7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0" y="2200"/>
                <a:ext cx="28" cy="40"/>
              </a:xfrm>
              <a:custGeom>
                <a:avLst/>
                <a:gdLst>
                  <a:gd name="T0" fmla="*/ 32 w 26"/>
                  <a:gd name="T1" fmla="*/ 15 h 37"/>
                  <a:gd name="T2" fmla="*/ 13 w 26"/>
                  <a:gd name="T3" fmla="*/ 4 h 37"/>
                  <a:gd name="T4" fmla="*/ 29 w 26"/>
                  <a:gd name="T5" fmla="*/ 31 h 37"/>
                  <a:gd name="T6" fmla="*/ 0 w 26"/>
                  <a:gd name="T7" fmla="*/ 46 h 3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37">
                    <a:moveTo>
                      <a:pt x="26" y="12"/>
                    </a:moveTo>
                    <a:cubicBezTo>
                      <a:pt x="21" y="8"/>
                      <a:pt x="17" y="0"/>
                      <a:pt x="10" y="4"/>
                    </a:cubicBezTo>
                    <a:cubicBezTo>
                      <a:pt x="7" y="17"/>
                      <a:pt x="21" y="17"/>
                      <a:pt x="23" y="25"/>
                    </a:cubicBezTo>
                    <a:cubicBezTo>
                      <a:pt x="25" y="36"/>
                      <a:pt x="8" y="37"/>
                      <a:pt x="0" y="37"/>
                    </a:cubicBezTo>
                  </a:path>
                </a:pathLst>
              </a:custGeom>
              <a:noFill/>
              <a:ln w="6350" cap="flat">
                <a:solidFill>
                  <a:srgbClr val="F7E8B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3766" name="Freeform 580">
                <a:extLst>
                  <a:ext uri="{FF2B5EF4-FFF2-40B4-BE49-F238E27FC236}">
                    <a16:creationId xmlns:a16="http://schemas.microsoft.com/office/drawing/2014/main" id="{9A01B1EA-493A-4372-A812-808F6AFF74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6" y="2274"/>
                <a:ext cx="20" cy="11"/>
              </a:xfrm>
              <a:custGeom>
                <a:avLst/>
                <a:gdLst>
                  <a:gd name="T0" fmla="*/ 0 w 19"/>
                  <a:gd name="T1" fmla="*/ 0 h 11"/>
                  <a:gd name="T2" fmla="*/ 22 w 19"/>
                  <a:gd name="T3" fmla="*/ 11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11">
                    <a:moveTo>
                      <a:pt x="0" y="0"/>
                    </a:moveTo>
                    <a:cubicBezTo>
                      <a:pt x="7" y="3"/>
                      <a:pt x="14" y="7"/>
                      <a:pt x="19" y="11"/>
                    </a:cubicBezTo>
                  </a:path>
                </a:pathLst>
              </a:custGeom>
              <a:noFill/>
              <a:ln w="6350" cap="flat">
                <a:solidFill>
                  <a:srgbClr val="F7E8B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3767" name="Freeform 581">
                <a:extLst>
                  <a:ext uri="{FF2B5EF4-FFF2-40B4-BE49-F238E27FC236}">
                    <a16:creationId xmlns:a16="http://schemas.microsoft.com/office/drawing/2014/main" id="{4121ED8C-71C8-4BDF-B517-564DC63AD4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0" y="2520"/>
                <a:ext cx="14" cy="4"/>
              </a:xfrm>
              <a:custGeom>
                <a:avLst/>
                <a:gdLst>
                  <a:gd name="T0" fmla="*/ 0 w 13"/>
                  <a:gd name="T1" fmla="*/ 0 h 4"/>
                  <a:gd name="T2" fmla="*/ 16 w 13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4">
                    <a:moveTo>
                      <a:pt x="0" y="0"/>
                    </a:moveTo>
                    <a:cubicBezTo>
                      <a:pt x="3" y="4"/>
                      <a:pt x="9" y="0"/>
                      <a:pt x="13" y="0"/>
                    </a:cubicBezTo>
                  </a:path>
                </a:pathLst>
              </a:custGeom>
              <a:noFill/>
              <a:ln w="6350" cap="flat">
                <a:solidFill>
                  <a:srgbClr val="F7E8B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3768" name="Freeform 582">
                <a:extLst>
                  <a:ext uri="{FF2B5EF4-FFF2-40B4-BE49-F238E27FC236}">
                    <a16:creationId xmlns:a16="http://schemas.microsoft.com/office/drawing/2014/main" id="{36DF4951-2AE0-4254-A0BF-7E4396F3D7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0" y="1801"/>
                <a:ext cx="367" cy="139"/>
              </a:xfrm>
              <a:custGeom>
                <a:avLst/>
                <a:gdLst>
                  <a:gd name="T0" fmla="*/ 57 w 344"/>
                  <a:gd name="T1" fmla="*/ 4 h 130"/>
                  <a:gd name="T2" fmla="*/ 85 w 344"/>
                  <a:gd name="T3" fmla="*/ 0 h 130"/>
                  <a:gd name="T4" fmla="*/ 112 w 344"/>
                  <a:gd name="T5" fmla="*/ 24 h 130"/>
                  <a:gd name="T6" fmla="*/ 147 w 344"/>
                  <a:gd name="T7" fmla="*/ 57 h 130"/>
                  <a:gd name="T8" fmla="*/ 225 w 344"/>
                  <a:gd name="T9" fmla="*/ 106 h 130"/>
                  <a:gd name="T10" fmla="*/ 317 w 344"/>
                  <a:gd name="T11" fmla="*/ 134 h 130"/>
                  <a:gd name="T12" fmla="*/ 367 w 344"/>
                  <a:gd name="T13" fmla="*/ 143 h 130"/>
                  <a:gd name="T14" fmla="*/ 418 w 344"/>
                  <a:gd name="T15" fmla="*/ 152 h 130"/>
                  <a:gd name="T16" fmla="*/ 338 w 344"/>
                  <a:gd name="T17" fmla="*/ 151 h 130"/>
                  <a:gd name="T18" fmla="*/ 223 w 344"/>
                  <a:gd name="T19" fmla="*/ 129 h 130"/>
                  <a:gd name="T20" fmla="*/ 112 w 344"/>
                  <a:gd name="T21" fmla="*/ 72 h 130"/>
                  <a:gd name="T22" fmla="*/ 74 w 344"/>
                  <a:gd name="T23" fmla="*/ 38 h 130"/>
                  <a:gd name="T24" fmla="*/ 34 w 344"/>
                  <a:gd name="T25" fmla="*/ 68 h 130"/>
                  <a:gd name="T26" fmla="*/ 0 w 344"/>
                  <a:gd name="T27" fmla="*/ 95 h 130"/>
                  <a:gd name="T28" fmla="*/ 34 w 344"/>
                  <a:gd name="T29" fmla="*/ 44 h 130"/>
                  <a:gd name="T30" fmla="*/ 61 w 344"/>
                  <a:gd name="T31" fmla="*/ 11 h 130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344" h="130">
                    <a:moveTo>
                      <a:pt x="47" y="4"/>
                    </a:moveTo>
                    <a:cubicBezTo>
                      <a:pt x="54" y="4"/>
                      <a:pt x="67" y="7"/>
                      <a:pt x="70" y="0"/>
                    </a:cubicBezTo>
                    <a:cubicBezTo>
                      <a:pt x="79" y="1"/>
                      <a:pt x="86" y="14"/>
                      <a:pt x="92" y="20"/>
                    </a:cubicBezTo>
                    <a:cubicBezTo>
                      <a:pt x="101" y="31"/>
                      <a:pt x="110" y="38"/>
                      <a:pt x="121" y="47"/>
                    </a:cubicBezTo>
                    <a:cubicBezTo>
                      <a:pt x="142" y="65"/>
                      <a:pt x="161" y="75"/>
                      <a:pt x="186" y="87"/>
                    </a:cubicBezTo>
                    <a:cubicBezTo>
                      <a:pt x="211" y="99"/>
                      <a:pt x="233" y="106"/>
                      <a:pt x="261" y="109"/>
                    </a:cubicBezTo>
                    <a:cubicBezTo>
                      <a:pt x="274" y="110"/>
                      <a:pt x="289" y="115"/>
                      <a:pt x="302" y="117"/>
                    </a:cubicBezTo>
                    <a:cubicBezTo>
                      <a:pt x="315" y="120"/>
                      <a:pt x="332" y="119"/>
                      <a:pt x="344" y="124"/>
                    </a:cubicBezTo>
                    <a:cubicBezTo>
                      <a:pt x="329" y="130"/>
                      <a:pt x="296" y="125"/>
                      <a:pt x="278" y="123"/>
                    </a:cubicBezTo>
                    <a:cubicBezTo>
                      <a:pt x="247" y="120"/>
                      <a:pt x="215" y="113"/>
                      <a:pt x="184" y="106"/>
                    </a:cubicBezTo>
                    <a:cubicBezTo>
                      <a:pt x="151" y="98"/>
                      <a:pt x="117" y="83"/>
                      <a:pt x="92" y="59"/>
                    </a:cubicBezTo>
                    <a:cubicBezTo>
                      <a:pt x="85" y="51"/>
                      <a:pt x="74" y="30"/>
                      <a:pt x="61" y="32"/>
                    </a:cubicBezTo>
                    <a:cubicBezTo>
                      <a:pt x="53" y="33"/>
                      <a:pt x="36" y="50"/>
                      <a:pt x="28" y="56"/>
                    </a:cubicBezTo>
                    <a:cubicBezTo>
                      <a:pt x="18" y="63"/>
                      <a:pt x="10" y="71"/>
                      <a:pt x="0" y="78"/>
                    </a:cubicBezTo>
                    <a:cubicBezTo>
                      <a:pt x="12" y="66"/>
                      <a:pt x="19" y="50"/>
                      <a:pt x="28" y="36"/>
                    </a:cubicBezTo>
                    <a:cubicBezTo>
                      <a:pt x="35" y="26"/>
                      <a:pt x="45" y="18"/>
                      <a:pt x="50" y="8"/>
                    </a:cubicBezTo>
                  </a:path>
                </a:pathLst>
              </a:custGeom>
              <a:solidFill>
                <a:srgbClr val="EFCA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3769" name="Freeform 583">
                <a:extLst>
                  <a:ext uri="{FF2B5EF4-FFF2-40B4-BE49-F238E27FC236}">
                    <a16:creationId xmlns:a16="http://schemas.microsoft.com/office/drawing/2014/main" id="{68A4A7E4-CFA2-4C34-9A6C-6849BF663D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9" y="1850"/>
                <a:ext cx="111" cy="73"/>
              </a:xfrm>
              <a:custGeom>
                <a:avLst/>
                <a:gdLst>
                  <a:gd name="T0" fmla="*/ 0 w 104"/>
                  <a:gd name="T1" fmla="*/ 84 h 68"/>
                  <a:gd name="T2" fmla="*/ 19 w 104"/>
                  <a:gd name="T3" fmla="*/ 68 h 68"/>
                  <a:gd name="T4" fmla="*/ 37 w 104"/>
                  <a:gd name="T5" fmla="*/ 41 h 68"/>
                  <a:gd name="T6" fmla="*/ 62 w 104"/>
                  <a:gd name="T7" fmla="*/ 1 h 68"/>
                  <a:gd name="T8" fmla="*/ 92 w 104"/>
                  <a:gd name="T9" fmla="*/ 40 h 68"/>
                  <a:gd name="T10" fmla="*/ 126 w 104"/>
                  <a:gd name="T11" fmla="*/ 79 h 68"/>
                  <a:gd name="T12" fmla="*/ 89 w 104"/>
                  <a:gd name="T13" fmla="*/ 54 h 68"/>
                  <a:gd name="T14" fmla="*/ 57 w 104"/>
                  <a:gd name="T15" fmla="*/ 37 h 68"/>
                  <a:gd name="T16" fmla="*/ 32 w 104"/>
                  <a:gd name="T17" fmla="*/ 67 h 68"/>
                  <a:gd name="T18" fmla="*/ 6 w 104"/>
                  <a:gd name="T19" fmla="*/ 82 h 6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04" h="68">
                    <a:moveTo>
                      <a:pt x="0" y="68"/>
                    </a:moveTo>
                    <a:cubicBezTo>
                      <a:pt x="2" y="64"/>
                      <a:pt x="12" y="60"/>
                      <a:pt x="16" y="55"/>
                    </a:cubicBezTo>
                    <a:cubicBezTo>
                      <a:pt x="23" y="48"/>
                      <a:pt x="26" y="41"/>
                      <a:pt x="31" y="33"/>
                    </a:cubicBezTo>
                    <a:cubicBezTo>
                      <a:pt x="35" y="25"/>
                      <a:pt x="41" y="3"/>
                      <a:pt x="51" y="1"/>
                    </a:cubicBezTo>
                    <a:cubicBezTo>
                      <a:pt x="60" y="0"/>
                      <a:pt x="71" y="25"/>
                      <a:pt x="76" y="32"/>
                    </a:cubicBezTo>
                    <a:cubicBezTo>
                      <a:pt x="84" y="43"/>
                      <a:pt x="94" y="59"/>
                      <a:pt x="104" y="64"/>
                    </a:cubicBezTo>
                    <a:cubicBezTo>
                      <a:pt x="94" y="62"/>
                      <a:pt x="81" y="51"/>
                      <a:pt x="73" y="44"/>
                    </a:cubicBezTo>
                    <a:cubicBezTo>
                      <a:pt x="65" y="37"/>
                      <a:pt x="58" y="24"/>
                      <a:pt x="47" y="30"/>
                    </a:cubicBezTo>
                    <a:cubicBezTo>
                      <a:pt x="38" y="35"/>
                      <a:pt x="34" y="47"/>
                      <a:pt x="26" y="54"/>
                    </a:cubicBezTo>
                    <a:cubicBezTo>
                      <a:pt x="20" y="58"/>
                      <a:pt x="12" y="64"/>
                      <a:pt x="6" y="66"/>
                    </a:cubicBezTo>
                  </a:path>
                </a:pathLst>
              </a:custGeom>
              <a:solidFill>
                <a:srgbClr val="EFCA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3770" name="Freeform 584">
                <a:extLst>
                  <a:ext uri="{FF2B5EF4-FFF2-40B4-BE49-F238E27FC236}">
                    <a16:creationId xmlns:a16="http://schemas.microsoft.com/office/drawing/2014/main" id="{15B5156A-99D0-42D5-B52D-ADD2AFC0C3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7" y="2007"/>
                <a:ext cx="614" cy="88"/>
              </a:xfrm>
              <a:custGeom>
                <a:avLst/>
                <a:gdLst>
                  <a:gd name="T0" fmla="*/ 0 w 576"/>
                  <a:gd name="T1" fmla="*/ 0 h 82"/>
                  <a:gd name="T2" fmla="*/ 169 w 576"/>
                  <a:gd name="T3" fmla="*/ 58 h 82"/>
                  <a:gd name="T4" fmla="*/ 488 w 576"/>
                  <a:gd name="T5" fmla="*/ 50 h 82"/>
                  <a:gd name="T6" fmla="*/ 698 w 576"/>
                  <a:gd name="T7" fmla="*/ 31 h 82"/>
                  <a:gd name="T8" fmla="*/ 513 w 576"/>
                  <a:gd name="T9" fmla="*/ 79 h 82"/>
                  <a:gd name="T10" fmla="*/ 233 w 576"/>
                  <a:gd name="T11" fmla="*/ 82 h 82"/>
                  <a:gd name="T12" fmla="*/ 0 w 576"/>
                  <a:gd name="T13" fmla="*/ 0 h 8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76" h="82">
                    <a:moveTo>
                      <a:pt x="0" y="0"/>
                    </a:moveTo>
                    <a:cubicBezTo>
                      <a:pt x="0" y="0"/>
                      <a:pt x="90" y="50"/>
                      <a:pt x="140" y="47"/>
                    </a:cubicBezTo>
                    <a:cubicBezTo>
                      <a:pt x="189" y="44"/>
                      <a:pt x="334" y="19"/>
                      <a:pt x="403" y="41"/>
                    </a:cubicBezTo>
                    <a:cubicBezTo>
                      <a:pt x="472" y="64"/>
                      <a:pt x="535" y="46"/>
                      <a:pt x="576" y="25"/>
                    </a:cubicBezTo>
                    <a:cubicBezTo>
                      <a:pt x="576" y="25"/>
                      <a:pt x="486" y="82"/>
                      <a:pt x="423" y="64"/>
                    </a:cubicBezTo>
                    <a:cubicBezTo>
                      <a:pt x="359" y="47"/>
                      <a:pt x="239" y="52"/>
                      <a:pt x="192" y="66"/>
                    </a:cubicBezTo>
                    <a:cubicBezTo>
                      <a:pt x="146" y="81"/>
                      <a:pt x="82" y="54"/>
                      <a:pt x="0" y="0"/>
                    </a:cubicBezTo>
                    <a:close/>
                  </a:path>
                </a:pathLst>
              </a:custGeom>
              <a:solidFill>
                <a:srgbClr val="EFCA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3771" name="Freeform 585">
                <a:extLst>
                  <a:ext uri="{FF2B5EF4-FFF2-40B4-BE49-F238E27FC236}">
                    <a16:creationId xmlns:a16="http://schemas.microsoft.com/office/drawing/2014/main" id="{FA49D402-D7E4-4F1A-8654-60F651527F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6" y="2259"/>
                <a:ext cx="70" cy="144"/>
              </a:xfrm>
              <a:custGeom>
                <a:avLst/>
                <a:gdLst>
                  <a:gd name="T0" fmla="*/ 40 w 65"/>
                  <a:gd name="T1" fmla="*/ 0 h 135"/>
                  <a:gd name="T2" fmla="*/ 3 w 65"/>
                  <a:gd name="T3" fmla="*/ 50 h 135"/>
                  <a:gd name="T4" fmla="*/ 3 w 65"/>
                  <a:gd name="T5" fmla="*/ 107 h 135"/>
                  <a:gd name="T6" fmla="*/ 5 w 65"/>
                  <a:gd name="T7" fmla="*/ 164 h 135"/>
                  <a:gd name="T8" fmla="*/ 12 w 65"/>
                  <a:gd name="T9" fmla="*/ 112 h 135"/>
                  <a:gd name="T10" fmla="*/ 19 w 65"/>
                  <a:gd name="T11" fmla="*/ 61 h 135"/>
                  <a:gd name="T12" fmla="*/ 51 w 65"/>
                  <a:gd name="T13" fmla="*/ 42 h 135"/>
                  <a:gd name="T14" fmla="*/ 81 w 65"/>
                  <a:gd name="T15" fmla="*/ 36 h 135"/>
                  <a:gd name="T16" fmla="*/ 46 w 65"/>
                  <a:gd name="T17" fmla="*/ 2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5" h="135">
                    <a:moveTo>
                      <a:pt x="32" y="0"/>
                    </a:moveTo>
                    <a:cubicBezTo>
                      <a:pt x="13" y="6"/>
                      <a:pt x="6" y="23"/>
                      <a:pt x="3" y="41"/>
                    </a:cubicBezTo>
                    <a:cubicBezTo>
                      <a:pt x="0" y="56"/>
                      <a:pt x="1" y="72"/>
                      <a:pt x="3" y="88"/>
                    </a:cubicBezTo>
                    <a:cubicBezTo>
                      <a:pt x="4" y="102"/>
                      <a:pt x="0" y="122"/>
                      <a:pt x="5" y="135"/>
                    </a:cubicBezTo>
                    <a:cubicBezTo>
                      <a:pt x="5" y="121"/>
                      <a:pt x="6" y="106"/>
                      <a:pt x="9" y="92"/>
                    </a:cubicBezTo>
                    <a:cubicBezTo>
                      <a:pt x="11" y="79"/>
                      <a:pt x="9" y="61"/>
                      <a:pt x="16" y="50"/>
                    </a:cubicBezTo>
                    <a:cubicBezTo>
                      <a:pt x="21" y="41"/>
                      <a:pt x="30" y="35"/>
                      <a:pt x="41" y="35"/>
                    </a:cubicBezTo>
                    <a:cubicBezTo>
                      <a:pt x="51" y="35"/>
                      <a:pt x="56" y="38"/>
                      <a:pt x="65" y="30"/>
                    </a:cubicBezTo>
                    <a:cubicBezTo>
                      <a:pt x="45" y="28"/>
                      <a:pt x="37" y="24"/>
                      <a:pt x="37" y="2"/>
                    </a:cubicBezTo>
                  </a:path>
                </a:pathLst>
              </a:custGeom>
              <a:solidFill>
                <a:srgbClr val="EFCA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3772" name="Freeform 586">
                <a:extLst>
                  <a:ext uri="{FF2B5EF4-FFF2-40B4-BE49-F238E27FC236}">
                    <a16:creationId xmlns:a16="http://schemas.microsoft.com/office/drawing/2014/main" id="{E4D7C85B-AFE3-40E0-BE7C-5797E6816C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9" y="2309"/>
                <a:ext cx="123" cy="94"/>
              </a:xfrm>
              <a:custGeom>
                <a:avLst/>
                <a:gdLst>
                  <a:gd name="T0" fmla="*/ 1 w 116"/>
                  <a:gd name="T1" fmla="*/ 87 h 88"/>
                  <a:gd name="T2" fmla="*/ 0 w 116"/>
                  <a:gd name="T3" fmla="*/ 0 h 88"/>
                  <a:gd name="T4" fmla="*/ 21 w 116"/>
                  <a:gd name="T5" fmla="*/ 33 h 88"/>
                  <a:gd name="T6" fmla="*/ 53 w 116"/>
                  <a:gd name="T7" fmla="*/ 56 h 88"/>
                  <a:gd name="T8" fmla="*/ 138 w 116"/>
                  <a:gd name="T9" fmla="*/ 66 h 88"/>
                  <a:gd name="T10" fmla="*/ 62 w 116"/>
                  <a:gd name="T11" fmla="*/ 72 h 88"/>
                  <a:gd name="T12" fmla="*/ 25 w 116"/>
                  <a:gd name="T13" fmla="*/ 74 h 88"/>
                  <a:gd name="T14" fmla="*/ 4 w 116"/>
                  <a:gd name="T15" fmla="*/ 107 h 8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16" h="88">
                    <a:moveTo>
                      <a:pt x="1" y="71"/>
                    </a:moveTo>
                    <a:cubicBezTo>
                      <a:pt x="3" y="46"/>
                      <a:pt x="3" y="24"/>
                      <a:pt x="0" y="0"/>
                    </a:cubicBezTo>
                    <a:cubicBezTo>
                      <a:pt x="7" y="6"/>
                      <a:pt x="12" y="19"/>
                      <a:pt x="18" y="27"/>
                    </a:cubicBezTo>
                    <a:cubicBezTo>
                      <a:pt x="25" y="36"/>
                      <a:pt x="34" y="41"/>
                      <a:pt x="44" y="46"/>
                    </a:cubicBezTo>
                    <a:cubicBezTo>
                      <a:pt x="67" y="56"/>
                      <a:pt x="91" y="55"/>
                      <a:pt x="116" y="54"/>
                    </a:cubicBezTo>
                    <a:cubicBezTo>
                      <a:pt x="100" y="65"/>
                      <a:pt x="70" y="63"/>
                      <a:pt x="52" y="59"/>
                    </a:cubicBezTo>
                    <a:cubicBezTo>
                      <a:pt x="40" y="56"/>
                      <a:pt x="33" y="54"/>
                      <a:pt x="22" y="61"/>
                    </a:cubicBezTo>
                    <a:cubicBezTo>
                      <a:pt x="13" y="67"/>
                      <a:pt x="2" y="76"/>
                      <a:pt x="4" y="88"/>
                    </a:cubicBezTo>
                  </a:path>
                </a:pathLst>
              </a:custGeom>
              <a:solidFill>
                <a:srgbClr val="EFCA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3773" name="Freeform 587">
                <a:extLst>
                  <a:ext uri="{FF2B5EF4-FFF2-40B4-BE49-F238E27FC236}">
                    <a16:creationId xmlns:a16="http://schemas.microsoft.com/office/drawing/2014/main" id="{BA8973DF-584E-480F-9FF1-2EE1CCD884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1" y="2318"/>
                <a:ext cx="101" cy="61"/>
              </a:xfrm>
              <a:custGeom>
                <a:avLst/>
                <a:gdLst>
                  <a:gd name="T0" fmla="*/ 108 w 95"/>
                  <a:gd name="T1" fmla="*/ 0 h 57"/>
                  <a:gd name="T2" fmla="*/ 53 w 95"/>
                  <a:gd name="T3" fmla="*/ 50 h 57"/>
                  <a:gd name="T4" fmla="*/ 26 w 95"/>
                  <a:gd name="T5" fmla="*/ 58 h 57"/>
                  <a:gd name="T6" fmla="*/ 0 w 95"/>
                  <a:gd name="T7" fmla="*/ 64 h 57"/>
                  <a:gd name="T8" fmla="*/ 65 w 95"/>
                  <a:gd name="T9" fmla="*/ 60 h 57"/>
                  <a:gd name="T10" fmla="*/ 111 w 95"/>
                  <a:gd name="T11" fmla="*/ 60 h 57"/>
                  <a:gd name="T12" fmla="*/ 108 w 95"/>
                  <a:gd name="T13" fmla="*/ 2 h 5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5" h="57">
                    <a:moveTo>
                      <a:pt x="90" y="0"/>
                    </a:moveTo>
                    <a:cubicBezTo>
                      <a:pt x="74" y="14"/>
                      <a:pt x="65" y="31"/>
                      <a:pt x="44" y="41"/>
                    </a:cubicBezTo>
                    <a:cubicBezTo>
                      <a:pt x="37" y="44"/>
                      <a:pt x="29" y="46"/>
                      <a:pt x="22" y="47"/>
                    </a:cubicBezTo>
                    <a:cubicBezTo>
                      <a:pt x="16" y="48"/>
                      <a:pt x="4" y="49"/>
                      <a:pt x="0" y="52"/>
                    </a:cubicBezTo>
                    <a:cubicBezTo>
                      <a:pt x="12" y="57"/>
                      <a:pt x="43" y="53"/>
                      <a:pt x="54" y="49"/>
                    </a:cubicBezTo>
                    <a:cubicBezTo>
                      <a:pt x="70" y="44"/>
                      <a:pt x="77" y="37"/>
                      <a:pt x="92" y="49"/>
                    </a:cubicBezTo>
                    <a:cubicBezTo>
                      <a:pt x="95" y="35"/>
                      <a:pt x="90" y="17"/>
                      <a:pt x="90" y="2"/>
                    </a:cubicBezTo>
                  </a:path>
                </a:pathLst>
              </a:custGeom>
              <a:solidFill>
                <a:srgbClr val="EFCA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3774" name="Freeform 588">
                <a:extLst>
                  <a:ext uri="{FF2B5EF4-FFF2-40B4-BE49-F238E27FC236}">
                    <a16:creationId xmlns:a16="http://schemas.microsoft.com/office/drawing/2014/main" id="{4C8CC35D-6CBB-4C61-BE7A-0D37905F8A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5" y="2395"/>
                <a:ext cx="170" cy="94"/>
              </a:xfrm>
              <a:custGeom>
                <a:avLst/>
                <a:gdLst>
                  <a:gd name="T0" fmla="*/ 72 w 160"/>
                  <a:gd name="T1" fmla="*/ 107 h 88"/>
                  <a:gd name="T2" fmla="*/ 132 w 160"/>
                  <a:gd name="T3" fmla="*/ 87 h 88"/>
                  <a:gd name="T4" fmla="*/ 192 w 160"/>
                  <a:gd name="T5" fmla="*/ 88 h 88"/>
                  <a:gd name="T6" fmla="*/ 98 w 160"/>
                  <a:gd name="T7" fmla="*/ 58 h 88"/>
                  <a:gd name="T8" fmla="*/ 0 w 160"/>
                  <a:gd name="T9" fmla="*/ 0 h 88"/>
                  <a:gd name="T10" fmla="*/ 40 w 160"/>
                  <a:gd name="T11" fmla="*/ 35 h 88"/>
                  <a:gd name="T12" fmla="*/ 69 w 160"/>
                  <a:gd name="T13" fmla="*/ 60 h 88"/>
                  <a:gd name="T14" fmla="*/ 78 w 160"/>
                  <a:gd name="T15" fmla="*/ 101 h 8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60" h="88">
                    <a:moveTo>
                      <a:pt x="60" y="88"/>
                    </a:moveTo>
                    <a:cubicBezTo>
                      <a:pt x="74" y="77"/>
                      <a:pt x="92" y="72"/>
                      <a:pt x="110" y="71"/>
                    </a:cubicBezTo>
                    <a:cubicBezTo>
                      <a:pt x="126" y="70"/>
                      <a:pt x="146" y="66"/>
                      <a:pt x="160" y="72"/>
                    </a:cubicBezTo>
                    <a:cubicBezTo>
                      <a:pt x="134" y="66"/>
                      <a:pt x="108" y="56"/>
                      <a:pt x="82" y="48"/>
                    </a:cubicBezTo>
                    <a:cubicBezTo>
                      <a:pt x="51" y="38"/>
                      <a:pt x="23" y="22"/>
                      <a:pt x="0" y="0"/>
                    </a:cubicBezTo>
                    <a:cubicBezTo>
                      <a:pt x="13" y="8"/>
                      <a:pt x="22" y="20"/>
                      <a:pt x="34" y="29"/>
                    </a:cubicBezTo>
                    <a:cubicBezTo>
                      <a:pt x="42" y="36"/>
                      <a:pt x="51" y="41"/>
                      <a:pt x="57" y="49"/>
                    </a:cubicBezTo>
                    <a:cubicBezTo>
                      <a:pt x="64" y="60"/>
                      <a:pt x="65" y="71"/>
                      <a:pt x="65" y="83"/>
                    </a:cubicBezTo>
                  </a:path>
                </a:pathLst>
              </a:custGeom>
              <a:solidFill>
                <a:srgbClr val="EFCA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3775" name="Freeform 589">
                <a:extLst>
                  <a:ext uri="{FF2B5EF4-FFF2-40B4-BE49-F238E27FC236}">
                    <a16:creationId xmlns:a16="http://schemas.microsoft.com/office/drawing/2014/main" id="{52F2E15F-7C78-4FC5-8328-AC4C70A20F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0" y="2490"/>
                <a:ext cx="162" cy="158"/>
              </a:xfrm>
              <a:custGeom>
                <a:avLst/>
                <a:gdLst>
                  <a:gd name="T0" fmla="*/ 0 w 152"/>
                  <a:gd name="T1" fmla="*/ 6 h 148"/>
                  <a:gd name="T2" fmla="*/ 84 w 152"/>
                  <a:gd name="T3" fmla="*/ 11 h 148"/>
                  <a:gd name="T4" fmla="*/ 146 w 152"/>
                  <a:gd name="T5" fmla="*/ 31 h 148"/>
                  <a:gd name="T6" fmla="*/ 160 w 152"/>
                  <a:gd name="T7" fmla="*/ 180 h 148"/>
                  <a:gd name="T8" fmla="*/ 113 w 152"/>
                  <a:gd name="T9" fmla="*/ 36 h 148"/>
                  <a:gd name="T10" fmla="*/ 3 w 152"/>
                  <a:gd name="T11" fmla="*/ 14 h 14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2" h="148">
                    <a:moveTo>
                      <a:pt x="0" y="6"/>
                    </a:moveTo>
                    <a:cubicBezTo>
                      <a:pt x="19" y="0"/>
                      <a:pt x="49" y="6"/>
                      <a:pt x="69" y="8"/>
                    </a:cubicBezTo>
                    <a:cubicBezTo>
                      <a:pt x="84" y="10"/>
                      <a:pt x="110" y="13"/>
                      <a:pt x="121" y="25"/>
                    </a:cubicBezTo>
                    <a:cubicBezTo>
                      <a:pt x="152" y="58"/>
                      <a:pt x="110" y="113"/>
                      <a:pt x="132" y="148"/>
                    </a:cubicBezTo>
                    <a:cubicBezTo>
                      <a:pt x="112" y="111"/>
                      <a:pt x="139" y="50"/>
                      <a:pt x="93" y="30"/>
                    </a:cubicBezTo>
                    <a:cubicBezTo>
                      <a:pt x="65" y="17"/>
                      <a:pt x="28" y="27"/>
                      <a:pt x="3" y="11"/>
                    </a:cubicBezTo>
                  </a:path>
                </a:pathLst>
              </a:custGeom>
              <a:solidFill>
                <a:srgbClr val="EFCA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3776" name="Freeform 590">
                <a:extLst>
                  <a:ext uri="{FF2B5EF4-FFF2-40B4-BE49-F238E27FC236}">
                    <a16:creationId xmlns:a16="http://schemas.microsoft.com/office/drawing/2014/main" id="{A799CBA5-884B-4C10-ADD7-46DFA9A32F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6" y="2671"/>
                <a:ext cx="127" cy="166"/>
              </a:xfrm>
              <a:custGeom>
                <a:avLst/>
                <a:gdLst>
                  <a:gd name="T0" fmla="*/ 0 w 119"/>
                  <a:gd name="T1" fmla="*/ 122 h 155"/>
                  <a:gd name="T2" fmla="*/ 54 w 119"/>
                  <a:gd name="T3" fmla="*/ 163 h 155"/>
                  <a:gd name="T4" fmla="*/ 82 w 119"/>
                  <a:gd name="T5" fmla="*/ 180 h 155"/>
                  <a:gd name="T6" fmla="*/ 104 w 119"/>
                  <a:gd name="T7" fmla="*/ 178 h 155"/>
                  <a:gd name="T8" fmla="*/ 130 w 119"/>
                  <a:gd name="T9" fmla="*/ 106 h 155"/>
                  <a:gd name="T10" fmla="*/ 131 w 119"/>
                  <a:gd name="T11" fmla="*/ 37 h 155"/>
                  <a:gd name="T12" fmla="*/ 113 w 119"/>
                  <a:gd name="T13" fmla="*/ 33 h 155"/>
                  <a:gd name="T14" fmla="*/ 107 w 119"/>
                  <a:gd name="T15" fmla="*/ 28 h 155"/>
                  <a:gd name="T16" fmla="*/ 95 w 119"/>
                  <a:gd name="T17" fmla="*/ 28 h 155"/>
                  <a:gd name="T18" fmla="*/ 54 w 119"/>
                  <a:gd name="T19" fmla="*/ 0 h 155"/>
                  <a:gd name="T20" fmla="*/ 89 w 119"/>
                  <a:gd name="T21" fmla="*/ 45 h 155"/>
                  <a:gd name="T22" fmla="*/ 106 w 119"/>
                  <a:gd name="T23" fmla="*/ 67 h 155"/>
                  <a:gd name="T24" fmla="*/ 98 w 119"/>
                  <a:gd name="T25" fmla="*/ 104 h 155"/>
                  <a:gd name="T26" fmla="*/ 66 w 119"/>
                  <a:gd name="T27" fmla="*/ 149 h 155"/>
                  <a:gd name="T28" fmla="*/ 4 w 119"/>
                  <a:gd name="T29" fmla="*/ 123 h 15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19" h="155">
                    <a:moveTo>
                      <a:pt x="0" y="99"/>
                    </a:moveTo>
                    <a:cubicBezTo>
                      <a:pt x="15" y="110"/>
                      <a:pt x="30" y="122"/>
                      <a:pt x="45" y="133"/>
                    </a:cubicBezTo>
                    <a:cubicBezTo>
                      <a:pt x="51" y="138"/>
                      <a:pt x="60" y="143"/>
                      <a:pt x="67" y="147"/>
                    </a:cubicBezTo>
                    <a:cubicBezTo>
                      <a:pt x="77" y="152"/>
                      <a:pt x="78" y="155"/>
                      <a:pt x="85" y="145"/>
                    </a:cubicBezTo>
                    <a:cubicBezTo>
                      <a:pt x="97" y="130"/>
                      <a:pt x="101" y="105"/>
                      <a:pt x="107" y="86"/>
                    </a:cubicBezTo>
                    <a:cubicBezTo>
                      <a:pt x="111" y="70"/>
                      <a:pt x="119" y="46"/>
                      <a:pt x="108" y="31"/>
                    </a:cubicBezTo>
                    <a:cubicBezTo>
                      <a:pt x="101" y="35"/>
                      <a:pt x="99" y="30"/>
                      <a:pt x="93" y="27"/>
                    </a:cubicBezTo>
                    <a:cubicBezTo>
                      <a:pt x="90" y="25"/>
                      <a:pt x="92" y="23"/>
                      <a:pt x="88" y="22"/>
                    </a:cubicBezTo>
                    <a:cubicBezTo>
                      <a:pt x="86" y="21"/>
                      <a:pt x="80" y="22"/>
                      <a:pt x="78" y="22"/>
                    </a:cubicBezTo>
                    <a:cubicBezTo>
                      <a:pt x="63" y="20"/>
                      <a:pt x="53" y="10"/>
                      <a:pt x="45" y="0"/>
                    </a:cubicBezTo>
                    <a:cubicBezTo>
                      <a:pt x="52" y="15"/>
                      <a:pt x="61" y="26"/>
                      <a:pt x="73" y="36"/>
                    </a:cubicBezTo>
                    <a:cubicBezTo>
                      <a:pt x="80" y="42"/>
                      <a:pt x="85" y="45"/>
                      <a:pt x="87" y="55"/>
                    </a:cubicBezTo>
                    <a:cubicBezTo>
                      <a:pt x="89" y="65"/>
                      <a:pt x="83" y="75"/>
                      <a:pt x="81" y="85"/>
                    </a:cubicBezTo>
                    <a:cubicBezTo>
                      <a:pt x="78" y="103"/>
                      <a:pt x="76" y="124"/>
                      <a:pt x="54" y="121"/>
                    </a:cubicBezTo>
                    <a:cubicBezTo>
                      <a:pt x="35" y="119"/>
                      <a:pt x="21" y="104"/>
                      <a:pt x="4" y="100"/>
                    </a:cubicBezTo>
                  </a:path>
                </a:pathLst>
              </a:custGeom>
              <a:solidFill>
                <a:srgbClr val="EFCA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3777" name="Freeform 591">
                <a:extLst>
                  <a:ext uri="{FF2B5EF4-FFF2-40B4-BE49-F238E27FC236}">
                    <a16:creationId xmlns:a16="http://schemas.microsoft.com/office/drawing/2014/main" id="{C393F1BA-23FB-45FF-824C-EC31C0ABEB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7" y="2776"/>
                <a:ext cx="182" cy="327"/>
              </a:xfrm>
              <a:custGeom>
                <a:avLst/>
                <a:gdLst>
                  <a:gd name="T0" fmla="*/ 145 w 171"/>
                  <a:gd name="T1" fmla="*/ 38 h 307"/>
                  <a:gd name="T2" fmla="*/ 136 w 171"/>
                  <a:gd name="T3" fmla="*/ 72 h 307"/>
                  <a:gd name="T4" fmla="*/ 87 w 171"/>
                  <a:gd name="T5" fmla="*/ 50 h 307"/>
                  <a:gd name="T6" fmla="*/ 129 w 171"/>
                  <a:gd name="T7" fmla="*/ 85 h 307"/>
                  <a:gd name="T8" fmla="*/ 139 w 171"/>
                  <a:gd name="T9" fmla="*/ 136 h 307"/>
                  <a:gd name="T10" fmla="*/ 128 w 171"/>
                  <a:gd name="T11" fmla="*/ 251 h 307"/>
                  <a:gd name="T12" fmla="*/ 89 w 171"/>
                  <a:gd name="T13" fmla="*/ 346 h 307"/>
                  <a:gd name="T14" fmla="*/ 53 w 171"/>
                  <a:gd name="T15" fmla="*/ 350 h 307"/>
                  <a:gd name="T16" fmla="*/ 0 w 171"/>
                  <a:gd name="T17" fmla="*/ 329 h 307"/>
                  <a:gd name="T18" fmla="*/ 75 w 171"/>
                  <a:gd name="T19" fmla="*/ 363 h 307"/>
                  <a:gd name="T20" fmla="*/ 126 w 171"/>
                  <a:gd name="T21" fmla="*/ 312 h 307"/>
                  <a:gd name="T22" fmla="*/ 155 w 171"/>
                  <a:gd name="T23" fmla="*/ 197 h 307"/>
                  <a:gd name="T24" fmla="*/ 182 w 171"/>
                  <a:gd name="T25" fmla="*/ 92 h 307"/>
                  <a:gd name="T26" fmla="*/ 196 w 171"/>
                  <a:gd name="T27" fmla="*/ 50 h 307"/>
                  <a:gd name="T28" fmla="*/ 206 w 171"/>
                  <a:gd name="T29" fmla="*/ 0 h 307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71" h="307">
                    <a:moveTo>
                      <a:pt x="120" y="32"/>
                    </a:moveTo>
                    <a:cubicBezTo>
                      <a:pt x="122" y="39"/>
                      <a:pt x="135" y="58"/>
                      <a:pt x="113" y="60"/>
                    </a:cubicBezTo>
                    <a:cubicBezTo>
                      <a:pt x="100" y="61"/>
                      <a:pt x="84" y="47"/>
                      <a:pt x="72" y="41"/>
                    </a:cubicBezTo>
                    <a:cubicBezTo>
                      <a:pt x="85" y="49"/>
                      <a:pt x="99" y="58"/>
                      <a:pt x="107" y="70"/>
                    </a:cubicBezTo>
                    <a:cubicBezTo>
                      <a:pt x="115" y="83"/>
                      <a:pt x="116" y="98"/>
                      <a:pt x="116" y="113"/>
                    </a:cubicBezTo>
                    <a:cubicBezTo>
                      <a:pt x="118" y="145"/>
                      <a:pt x="114" y="177"/>
                      <a:pt x="106" y="208"/>
                    </a:cubicBezTo>
                    <a:cubicBezTo>
                      <a:pt x="100" y="233"/>
                      <a:pt x="96" y="269"/>
                      <a:pt x="74" y="286"/>
                    </a:cubicBezTo>
                    <a:cubicBezTo>
                      <a:pt x="65" y="294"/>
                      <a:pt x="55" y="294"/>
                      <a:pt x="44" y="290"/>
                    </a:cubicBezTo>
                    <a:cubicBezTo>
                      <a:pt x="30" y="286"/>
                      <a:pt x="12" y="280"/>
                      <a:pt x="0" y="272"/>
                    </a:cubicBezTo>
                    <a:cubicBezTo>
                      <a:pt x="15" y="287"/>
                      <a:pt x="38" y="307"/>
                      <a:pt x="62" y="300"/>
                    </a:cubicBezTo>
                    <a:cubicBezTo>
                      <a:pt x="81" y="294"/>
                      <a:pt x="96" y="276"/>
                      <a:pt x="104" y="258"/>
                    </a:cubicBezTo>
                    <a:cubicBezTo>
                      <a:pt x="116" y="227"/>
                      <a:pt x="121" y="194"/>
                      <a:pt x="129" y="163"/>
                    </a:cubicBezTo>
                    <a:cubicBezTo>
                      <a:pt x="137" y="134"/>
                      <a:pt x="143" y="104"/>
                      <a:pt x="151" y="76"/>
                    </a:cubicBezTo>
                    <a:cubicBezTo>
                      <a:pt x="154" y="64"/>
                      <a:pt x="159" y="53"/>
                      <a:pt x="163" y="41"/>
                    </a:cubicBezTo>
                    <a:cubicBezTo>
                      <a:pt x="166" y="28"/>
                      <a:pt x="167" y="11"/>
                      <a:pt x="171" y="0"/>
                    </a:cubicBezTo>
                  </a:path>
                </a:pathLst>
              </a:custGeom>
              <a:solidFill>
                <a:srgbClr val="EFCA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3778" name="Freeform 592">
                <a:extLst>
                  <a:ext uri="{FF2B5EF4-FFF2-40B4-BE49-F238E27FC236}">
                    <a16:creationId xmlns:a16="http://schemas.microsoft.com/office/drawing/2014/main" id="{BD422CFF-5EEE-494F-B041-EE3226F757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2" y="2975"/>
                <a:ext cx="188" cy="137"/>
              </a:xfrm>
              <a:custGeom>
                <a:avLst/>
                <a:gdLst>
                  <a:gd name="T0" fmla="*/ 212 w 176"/>
                  <a:gd name="T1" fmla="*/ 5 h 128"/>
                  <a:gd name="T2" fmla="*/ 168 w 176"/>
                  <a:gd name="T3" fmla="*/ 92 h 128"/>
                  <a:gd name="T4" fmla="*/ 88 w 176"/>
                  <a:gd name="T5" fmla="*/ 88 h 128"/>
                  <a:gd name="T6" fmla="*/ 0 w 176"/>
                  <a:gd name="T7" fmla="*/ 93 h 128"/>
                  <a:gd name="T8" fmla="*/ 73 w 176"/>
                  <a:gd name="T9" fmla="*/ 115 h 128"/>
                  <a:gd name="T10" fmla="*/ 131 w 176"/>
                  <a:gd name="T11" fmla="*/ 142 h 128"/>
                  <a:gd name="T12" fmla="*/ 215 w 176"/>
                  <a:gd name="T13" fmla="*/ 0 h 1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6" h="128">
                    <a:moveTo>
                      <a:pt x="173" y="5"/>
                    </a:moveTo>
                    <a:cubicBezTo>
                      <a:pt x="165" y="26"/>
                      <a:pt x="157" y="60"/>
                      <a:pt x="138" y="75"/>
                    </a:cubicBezTo>
                    <a:cubicBezTo>
                      <a:pt x="120" y="89"/>
                      <a:pt x="91" y="79"/>
                      <a:pt x="72" y="72"/>
                    </a:cubicBezTo>
                    <a:cubicBezTo>
                      <a:pt x="46" y="61"/>
                      <a:pt x="23" y="60"/>
                      <a:pt x="0" y="76"/>
                    </a:cubicBezTo>
                    <a:cubicBezTo>
                      <a:pt x="19" y="72"/>
                      <a:pt x="44" y="84"/>
                      <a:pt x="60" y="93"/>
                    </a:cubicBezTo>
                    <a:cubicBezTo>
                      <a:pt x="76" y="101"/>
                      <a:pt x="90" y="113"/>
                      <a:pt x="108" y="116"/>
                    </a:cubicBezTo>
                    <a:cubicBezTo>
                      <a:pt x="168" y="128"/>
                      <a:pt x="160" y="32"/>
                      <a:pt x="176" y="0"/>
                    </a:cubicBezTo>
                  </a:path>
                </a:pathLst>
              </a:custGeom>
              <a:solidFill>
                <a:srgbClr val="EFCA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3779" name="Freeform 593">
                <a:extLst>
                  <a:ext uri="{FF2B5EF4-FFF2-40B4-BE49-F238E27FC236}">
                    <a16:creationId xmlns:a16="http://schemas.microsoft.com/office/drawing/2014/main" id="{CCDCD463-A7DF-4250-8DE3-E84003B8FB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2" y="3110"/>
                <a:ext cx="91" cy="42"/>
              </a:xfrm>
              <a:custGeom>
                <a:avLst/>
                <a:gdLst>
                  <a:gd name="T0" fmla="*/ 55 w 85"/>
                  <a:gd name="T1" fmla="*/ 0 h 40"/>
                  <a:gd name="T2" fmla="*/ 85 w 85"/>
                  <a:gd name="T3" fmla="*/ 40 h 40"/>
                  <a:gd name="T4" fmla="*/ 42 w 85"/>
                  <a:gd name="T5" fmla="*/ 43 h 40"/>
                  <a:gd name="T6" fmla="*/ 18 w 85"/>
                  <a:gd name="T7" fmla="*/ 41 h 40"/>
                  <a:gd name="T8" fmla="*/ 0 w 85"/>
                  <a:gd name="T9" fmla="*/ 40 h 40"/>
                  <a:gd name="T10" fmla="*/ 26 w 85"/>
                  <a:gd name="T11" fmla="*/ 36 h 40"/>
                  <a:gd name="T12" fmla="*/ 52 w 85"/>
                  <a:gd name="T13" fmla="*/ 30 h 40"/>
                  <a:gd name="T14" fmla="*/ 55 w 85"/>
                  <a:gd name="T15" fmla="*/ 1 h 4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5" h="40">
                    <a:moveTo>
                      <a:pt x="45" y="0"/>
                    </a:moveTo>
                    <a:cubicBezTo>
                      <a:pt x="49" y="6"/>
                      <a:pt x="85" y="23"/>
                      <a:pt x="69" y="34"/>
                    </a:cubicBezTo>
                    <a:cubicBezTo>
                      <a:pt x="62" y="40"/>
                      <a:pt x="43" y="37"/>
                      <a:pt x="34" y="37"/>
                    </a:cubicBezTo>
                    <a:cubicBezTo>
                      <a:pt x="28" y="36"/>
                      <a:pt x="21" y="34"/>
                      <a:pt x="15" y="35"/>
                    </a:cubicBezTo>
                    <a:cubicBezTo>
                      <a:pt x="10" y="35"/>
                      <a:pt x="3" y="37"/>
                      <a:pt x="0" y="34"/>
                    </a:cubicBezTo>
                    <a:cubicBezTo>
                      <a:pt x="6" y="34"/>
                      <a:pt x="14" y="31"/>
                      <a:pt x="21" y="30"/>
                    </a:cubicBezTo>
                    <a:cubicBezTo>
                      <a:pt x="28" y="29"/>
                      <a:pt x="36" y="29"/>
                      <a:pt x="43" y="27"/>
                    </a:cubicBezTo>
                    <a:cubicBezTo>
                      <a:pt x="59" y="22"/>
                      <a:pt x="52" y="11"/>
                      <a:pt x="45" y="1"/>
                    </a:cubicBezTo>
                  </a:path>
                </a:pathLst>
              </a:custGeom>
              <a:solidFill>
                <a:srgbClr val="EFCA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3780" name="Freeform 594">
                <a:extLst>
                  <a:ext uri="{FF2B5EF4-FFF2-40B4-BE49-F238E27FC236}">
                    <a16:creationId xmlns:a16="http://schemas.microsoft.com/office/drawing/2014/main" id="{62E4019B-8F92-4ADD-B15A-4CDC007F11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5" y="3164"/>
                <a:ext cx="181" cy="228"/>
              </a:xfrm>
              <a:custGeom>
                <a:avLst/>
                <a:gdLst>
                  <a:gd name="T0" fmla="*/ 0 w 169"/>
                  <a:gd name="T1" fmla="*/ 13 h 214"/>
                  <a:gd name="T2" fmla="*/ 29 w 169"/>
                  <a:gd name="T3" fmla="*/ 5 h 214"/>
                  <a:gd name="T4" fmla="*/ 58 w 169"/>
                  <a:gd name="T5" fmla="*/ 1 h 214"/>
                  <a:gd name="T6" fmla="*/ 117 w 169"/>
                  <a:gd name="T7" fmla="*/ 5 h 214"/>
                  <a:gd name="T8" fmla="*/ 188 w 169"/>
                  <a:gd name="T9" fmla="*/ 23 h 214"/>
                  <a:gd name="T10" fmla="*/ 203 w 169"/>
                  <a:gd name="T11" fmla="*/ 145 h 214"/>
                  <a:gd name="T12" fmla="*/ 197 w 169"/>
                  <a:gd name="T13" fmla="*/ 259 h 214"/>
                  <a:gd name="T14" fmla="*/ 192 w 169"/>
                  <a:gd name="T15" fmla="*/ 198 h 214"/>
                  <a:gd name="T16" fmla="*/ 184 w 169"/>
                  <a:gd name="T17" fmla="*/ 115 h 214"/>
                  <a:gd name="T18" fmla="*/ 180 w 169"/>
                  <a:gd name="T19" fmla="*/ 67 h 214"/>
                  <a:gd name="T20" fmla="*/ 155 w 169"/>
                  <a:gd name="T21" fmla="*/ 46 h 214"/>
                  <a:gd name="T22" fmla="*/ 70 w 169"/>
                  <a:gd name="T23" fmla="*/ 29 h 214"/>
                  <a:gd name="T24" fmla="*/ 12 w 169"/>
                  <a:gd name="T25" fmla="*/ 18 h 21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69" h="214">
                    <a:moveTo>
                      <a:pt x="0" y="10"/>
                    </a:moveTo>
                    <a:cubicBezTo>
                      <a:pt x="6" y="12"/>
                      <a:pt x="16" y="6"/>
                      <a:pt x="23" y="5"/>
                    </a:cubicBezTo>
                    <a:cubicBezTo>
                      <a:pt x="31" y="4"/>
                      <a:pt x="39" y="2"/>
                      <a:pt x="47" y="1"/>
                    </a:cubicBezTo>
                    <a:cubicBezTo>
                      <a:pt x="62" y="0"/>
                      <a:pt x="79" y="3"/>
                      <a:pt x="95" y="5"/>
                    </a:cubicBezTo>
                    <a:cubicBezTo>
                      <a:pt x="115" y="8"/>
                      <a:pt x="142" y="1"/>
                      <a:pt x="153" y="20"/>
                    </a:cubicBezTo>
                    <a:cubicBezTo>
                      <a:pt x="169" y="48"/>
                      <a:pt x="163" y="89"/>
                      <a:pt x="165" y="120"/>
                    </a:cubicBezTo>
                    <a:cubicBezTo>
                      <a:pt x="166" y="150"/>
                      <a:pt x="168" y="184"/>
                      <a:pt x="161" y="214"/>
                    </a:cubicBezTo>
                    <a:cubicBezTo>
                      <a:pt x="155" y="198"/>
                      <a:pt x="158" y="180"/>
                      <a:pt x="156" y="164"/>
                    </a:cubicBezTo>
                    <a:cubicBezTo>
                      <a:pt x="153" y="141"/>
                      <a:pt x="151" y="118"/>
                      <a:pt x="150" y="95"/>
                    </a:cubicBezTo>
                    <a:cubicBezTo>
                      <a:pt x="149" y="82"/>
                      <a:pt x="151" y="67"/>
                      <a:pt x="147" y="55"/>
                    </a:cubicBezTo>
                    <a:cubicBezTo>
                      <a:pt x="143" y="44"/>
                      <a:pt x="136" y="42"/>
                      <a:pt x="126" y="38"/>
                    </a:cubicBezTo>
                    <a:cubicBezTo>
                      <a:pt x="105" y="30"/>
                      <a:pt x="79" y="25"/>
                      <a:pt x="57" y="23"/>
                    </a:cubicBezTo>
                    <a:cubicBezTo>
                      <a:pt x="47" y="22"/>
                      <a:pt x="14" y="24"/>
                      <a:pt x="9" y="15"/>
                    </a:cubicBezTo>
                  </a:path>
                </a:pathLst>
              </a:custGeom>
              <a:solidFill>
                <a:srgbClr val="EFCA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3781" name="Freeform 595">
                <a:extLst>
                  <a:ext uri="{FF2B5EF4-FFF2-40B4-BE49-F238E27FC236}">
                    <a16:creationId xmlns:a16="http://schemas.microsoft.com/office/drawing/2014/main" id="{004EB112-30AC-455C-AB03-76F780A58B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1" y="3236"/>
                <a:ext cx="218" cy="462"/>
              </a:xfrm>
              <a:custGeom>
                <a:avLst/>
                <a:gdLst>
                  <a:gd name="T0" fmla="*/ 236 w 204"/>
                  <a:gd name="T1" fmla="*/ 56 h 434"/>
                  <a:gd name="T2" fmla="*/ 246 w 204"/>
                  <a:gd name="T3" fmla="*/ 152 h 434"/>
                  <a:gd name="T4" fmla="*/ 223 w 204"/>
                  <a:gd name="T5" fmla="*/ 271 h 434"/>
                  <a:gd name="T6" fmla="*/ 202 w 204"/>
                  <a:gd name="T7" fmla="*/ 331 h 434"/>
                  <a:gd name="T8" fmla="*/ 170 w 204"/>
                  <a:gd name="T9" fmla="*/ 380 h 434"/>
                  <a:gd name="T10" fmla="*/ 99 w 204"/>
                  <a:gd name="T11" fmla="*/ 471 h 434"/>
                  <a:gd name="T12" fmla="*/ 72 w 204"/>
                  <a:gd name="T13" fmla="*/ 497 h 434"/>
                  <a:gd name="T14" fmla="*/ 50 w 204"/>
                  <a:gd name="T15" fmla="*/ 515 h 434"/>
                  <a:gd name="T16" fmla="*/ 0 w 204"/>
                  <a:gd name="T17" fmla="*/ 508 h 434"/>
                  <a:gd name="T18" fmla="*/ 47 w 204"/>
                  <a:gd name="T19" fmla="*/ 498 h 434"/>
                  <a:gd name="T20" fmla="*/ 103 w 204"/>
                  <a:gd name="T21" fmla="*/ 428 h 434"/>
                  <a:gd name="T22" fmla="*/ 153 w 204"/>
                  <a:gd name="T23" fmla="*/ 351 h 434"/>
                  <a:gd name="T24" fmla="*/ 197 w 204"/>
                  <a:gd name="T25" fmla="*/ 275 h 434"/>
                  <a:gd name="T26" fmla="*/ 228 w 204"/>
                  <a:gd name="T27" fmla="*/ 138 h 434"/>
                  <a:gd name="T28" fmla="*/ 225 w 204"/>
                  <a:gd name="T29" fmla="*/ 68 h 434"/>
                  <a:gd name="T30" fmla="*/ 225 w 204"/>
                  <a:gd name="T31" fmla="*/ 33 h 434"/>
                  <a:gd name="T32" fmla="*/ 225 w 204"/>
                  <a:gd name="T33" fmla="*/ 2 h 434"/>
                  <a:gd name="T34" fmla="*/ 227 w 204"/>
                  <a:gd name="T35" fmla="*/ 0 h 434"/>
                  <a:gd name="T36" fmla="*/ 231 w 204"/>
                  <a:gd name="T37" fmla="*/ 22 h 434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204" h="434">
                    <a:moveTo>
                      <a:pt x="194" y="47"/>
                    </a:moveTo>
                    <a:cubicBezTo>
                      <a:pt x="195" y="73"/>
                      <a:pt x="199" y="100"/>
                      <a:pt x="201" y="126"/>
                    </a:cubicBezTo>
                    <a:cubicBezTo>
                      <a:pt x="204" y="158"/>
                      <a:pt x="192" y="194"/>
                      <a:pt x="183" y="225"/>
                    </a:cubicBezTo>
                    <a:cubicBezTo>
                      <a:pt x="178" y="241"/>
                      <a:pt x="173" y="259"/>
                      <a:pt x="166" y="274"/>
                    </a:cubicBezTo>
                    <a:cubicBezTo>
                      <a:pt x="159" y="288"/>
                      <a:pt x="148" y="302"/>
                      <a:pt x="139" y="315"/>
                    </a:cubicBezTo>
                    <a:cubicBezTo>
                      <a:pt x="121" y="340"/>
                      <a:pt x="101" y="367"/>
                      <a:pt x="81" y="390"/>
                    </a:cubicBezTo>
                    <a:cubicBezTo>
                      <a:pt x="74" y="398"/>
                      <a:pt x="66" y="406"/>
                      <a:pt x="59" y="412"/>
                    </a:cubicBezTo>
                    <a:cubicBezTo>
                      <a:pt x="53" y="416"/>
                      <a:pt x="47" y="424"/>
                      <a:pt x="41" y="427"/>
                    </a:cubicBezTo>
                    <a:cubicBezTo>
                      <a:pt x="30" y="434"/>
                      <a:pt x="12" y="423"/>
                      <a:pt x="0" y="421"/>
                    </a:cubicBezTo>
                    <a:cubicBezTo>
                      <a:pt x="13" y="419"/>
                      <a:pt x="27" y="420"/>
                      <a:pt x="38" y="413"/>
                    </a:cubicBezTo>
                    <a:cubicBezTo>
                      <a:pt x="58" y="400"/>
                      <a:pt x="73" y="375"/>
                      <a:pt x="84" y="355"/>
                    </a:cubicBezTo>
                    <a:cubicBezTo>
                      <a:pt x="97" y="333"/>
                      <a:pt x="113" y="313"/>
                      <a:pt x="125" y="291"/>
                    </a:cubicBezTo>
                    <a:cubicBezTo>
                      <a:pt x="136" y="269"/>
                      <a:pt x="150" y="248"/>
                      <a:pt x="161" y="227"/>
                    </a:cubicBezTo>
                    <a:cubicBezTo>
                      <a:pt x="178" y="194"/>
                      <a:pt x="190" y="152"/>
                      <a:pt x="186" y="115"/>
                    </a:cubicBezTo>
                    <a:cubicBezTo>
                      <a:pt x="184" y="95"/>
                      <a:pt x="183" y="76"/>
                      <a:pt x="184" y="56"/>
                    </a:cubicBezTo>
                    <a:cubicBezTo>
                      <a:pt x="185" y="46"/>
                      <a:pt x="185" y="36"/>
                      <a:pt x="184" y="27"/>
                    </a:cubicBezTo>
                    <a:cubicBezTo>
                      <a:pt x="184" y="22"/>
                      <a:pt x="181" y="5"/>
                      <a:pt x="184" y="2"/>
                    </a:cubicBezTo>
                    <a:cubicBezTo>
                      <a:pt x="185" y="1"/>
                      <a:pt x="185" y="1"/>
                      <a:pt x="185" y="0"/>
                    </a:cubicBezTo>
                    <a:cubicBezTo>
                      <a:pt x="188" y="5"/>
                      <a:pt x="188" y="18"/>
                      <a:pt x="189" y="19"/>
                    </a:cubicBezTo>
                  </a:path>
                </a:pathLst>
              </a:custGeom>
              <a:solidFill>
                <a:srgbClr val="EFCA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3782" name="Freeform 596">
                <a:extLst>
                  <a:ext uri="{FF2B5EF4-FFF2-40B4-BE49-F238E27FC236}">
                    <a16:creationId xmlns:a16="http://schemas.microsoft.com/office/drawing/2014/main" id="{F7173821-17EC-4E64-8C97-CB8C256662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8" y="3100"/>
                <a:ext cx="182" cy="50"/>
              </a:xfrm>
              <a:custGeom>
                <a:avLst/>
                <a:gdLst>
                  <a:gd name="T0" fmla="*/ 0 w 170"/>
                  <a:gd name="T1" fmla="*/ 0 h 47"/>
                  <a:gd name="T2" fmla="*/ 51 w 170"/>
                  <a:gd name="T3" fmla="*/ 21 h 47"/>
                  <a:gd name="T4" fmla="*/ 107 w 170"/>
                  <a:gd name="T5" fmla="*/ 38 h 47"/>
                  <a:gd name="T6" fmla="*/ 209 w 170"/>
                  <a:gd name="T7" fmla="*/ 37 h 47"/>
                  <a:gd name="T8" fmla="*/ 101 w 170"/>
                  <a:gd name="T9" fmla="*/ 47 h 47"/>
                  <a:gd name="T10" fmla="*/ 45 w 170"/>
                  <a:gd name="T11" fmla="*/ 37 h 47"/>
                  <a:gd name="T12" fmla="*/ 2 w 170"/>
                  <a:gd name="T13" fmla="*/ 6 h 4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0" h="47">
                    <a:moveTo>
                      <a:pt x="0" y="0"/>
                    </a:moveTo>
                    <a:cubicBezTo>
                      <a:pt x="13" y="6"/>
                      <a:pt x="29" y="11"/>
                      <a:pt x="42" y="18"/>
                    </a:cubicBezTo>
                    <a:cubicBezTo>
                      <a:pt x="56" y="25"/>
                      <a:pt x="72" y="28"/>
                      <a:pt x="87" y="32"/>
                    </a:cubicBezTo>
                    <a:cubicBezTo>
                      <a:pt x="116" y="41"/>
                      <a:pt x="141" y="36"/>
                      <a:pt x="170" y="31"/>
                    </a:cubicBezTo>
                    <a:cubicBezTo>
                      <a:pt x="143" y="47"/>
                      <a:pt x="112" y="39"/>
                      <a:pt x="82" y="39"/>
                    </a:cubicBezTo>
                    <a:cubicBezTo>
                      <a:pt x="67" y="39"/>
                      <a:pt x="50" y="40"/>
                      <a:pt x="36" y="31"/>
                    </a:cubicBezTo>
                    <a:cubicBezTo>
                      <a:pt x="25" y="24"/>
                      <a:pt x="13" y="14"/>
                      <a:pt x="2" y="6"/>
                    </a:cubicBezTo>
                  </a:path>
                </a:pathLst>
              </a:custGeom>
              <a:solidFill>
                <a:srgbClr val="EFCA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3783" name="Freeform 597">
                <a:extLst>
                  <a:ext uri="{FF2B5EF4-FFF2-40B4-BE49-F238E27FC236}">
                    <a16:creationId xmlns:a16="http://schemas.microsoft.com/office/drawing/2014/main" id="{6A85D729-C12A-4F52-B9F2-4A748F0E63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4" y="3807"/>
                <a:ext cx="107" cy="21"/>
              </a:xfrm>
              <a:custGeom>
                <a:avLst/>
                <a:gdLst>
                  <a:gd name="T0" fmla="*/ 0 w 100"/>
                  <a:gd name="T1" fmla="*/ 8 h 20"/>
                  <a:gd name="T2" fmla="*/ 63 w 100"/>
                  <a:gd name="T3" fmla="*/ 4 h 20"/>
                  <a:gd name="T4" fmla="*/ 91 w 100"/>
                  <a:gd name="T5" fmla="*/ 14 h 20"/>
                  <a:gd name="T6" fmla="*/ 122 w 100"/>
                  <a:gd name="T7" fmla="*/ 23 h 20"/>
                  <a:gd name="T8" fmla="*/ 94 w 100"/>
                  <a:gd name="T9" fmla="*/ 16 h 20"/>
                  <a:gd name="T10" fmla="*/ 65 w 100"/>
                  <a:gd name="T11" fmla="*/ 18 h 20"/>
                  <a:gd name="T12" fmla="*/ 36 w 100"/>
                  <a:gd name="T13" fmla="*/ 15 h 20"/>
                  <a:gd name="T14" fmla="*/ 2 w 100"/>
                  <a:gd name="T15" fmla="*/ 8 h 2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0" h="20">
                    <a:moveTo>
                      <a:pt x="0" y="8"/>
                    </a:moveTo>
                    <a:cubicBezTo>
                      <a:pt x="18" y="8"/>
                      <a:pt x="34" y="0"/>
                      <a:pt x="51" y="4"/>
                    </a:cubicBezTo>
                    <a:cubicBezTo>
                      <a:pt x="59" y="5"/>
                      <a:pt x="66" y="10"/>
                      <a:pt x="74" y="11"/>
                    </a:cubicBezTo>
                    <a:cubicBezTo>
                      <a:pt x="86" y="12"/>
                      <a:pt x="91" y="10"/>
                      <a:pt x="100" y="20"/>
                    </a:cubicBezTo>
                    <a:cubicBezTo>
                      <a:pt x="93" y="17"/>
                      <a:pt x="85" y="13"/>
                      <a:pt x="77" y="13"/>
                    </a:cubicBezTo>
                    <a:cubicBezTo>
                      <a:pt x="69" y="13"/>
                      <a:pt x="63" y="17"/>
                      <a:pt x="53" y="15"/>
                    </a:cubicBezTo>
                    <a:cubicBezTo>
                      <a:pt x="45" y="14"/>
                      <a:pt x="39" y="11"/>
                      <a:pt x="30" y="12"/>
                    </a:cubicBezTo>
                    <a:cubicBezTo>
                      <a:pt x="20" y="13"/>
                      <a:pt x="10" y="17"/>
                      <a:pt x="2" y="8"/>
                    </a:cubicBezTo>
                  </a:path>
                </a:pathLst>
              </a:custGeom>
              <a:solidFill>
                <a:srgbClr val="EFCA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3784" name="Freeform 598">
                <a:extLst>
                  <a:ext uri="{FF2B5EF4-FFF2-40B4-BE49-F238E27FC236}">
                    <a16:creationId xmlns:a16="http://schemas.microsoft.com/office/drawing/2014/main" id="{D67B6269-8A40-4430-82C3-AEEB900B69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1" y="2983"/>
                <a:ext cx="178" cy="45"/>
              </a:xfrm>
              <a:custGeom>
                <a:avLst/>
                <a:gdLst>
                  <a:gd name="T0" fmla="*/ 203 w 167"/>
                  <a:gd name="T1" fmla="*/ 49 h 42"/>
                  <a:gd name="T2" fmla="*/ 81 w 167"/>
                  <a:gd name="T3" fmla="*/ 21 h 42"/>
                  <a:gd name="T4" fmla="*/ 0 w 167"/>
                  <a:gd name="T5" fmla="*/ 49 h 42"/>
                  <a:gd name="T6" fmla="*/ 100 w 167"/>
                  <a:gd name="T7" fmla="*/ 11 h 42"/>
                  <a:gd name="T8" fmla="*/ 197 w 167"/>
                  <a:gd name="T9" fmla="*/ 51 h 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7" h="42">
                    <a:moveTo>
                      <a:pt x="167" y="40"/>
                    </a:moveTo>
                    <a:cubicBezTo>
                      <a:pt x="135" y="38"/>
                      <a:pt x="102" y="18"/>
                      <a:pt x="67" y="18"/>
                    </a:cubicBezTo>
                    <a:cubicBezTo>
                      <a:pt x="42" y="18"/>
                      <a:pt x="22" y="30"/>
                      <a:pt x="0" y="40"/>
                    </a:cubicBezTo>
                    <a:cubicBezTo>
                      <a:pt x="20" y="13"/>
                      <a:pt x="53" y="0"/>
                      <a:pt x="83" y="8"/>
                    </a:cubicBezTo>
                    <a:cubicBezTo>
                      <a:pt x="109" y="15"/>
                      <a:pt x="143" y="22"/>
                      <a:pt x="163" y="42"/>
                    </a:cubicBezTo>
                  </a:path>
                </a:pathLst>
              </a:custGeom>
              <a:solidFill>
                <a:srgbClr val="EFCA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</p:grpSp>
        <p:sp>
          <p:nvSpPr>
            <p:cNvPr id="53398" name="Freeform 599">
              <a:extLst>
                <a:ext uri="{FF2B5EF4-FFF2-40B4-BE49-F238E27FC236}">
                  <a16:creationId xmlns:a16="http://schemas.microsoft.com/office/drawing/2014/main" id="{892FF8C3-76DE-4827-A205-DAD196E5A8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0" y="1651"/>
              <a:ext cx="34" cy="96"/>
            </a:xfrm>
            <a:custGeom>
              <a:avLst/>
              <a:gdLst>
                <a:gd name="T0" fmla="*/ 28 w 32"/>
                <a:gd name="T1" fmla="*/ 0 h 90"/>
                <a:gd name="T2" fmla="*/ 36 w 32"/>
                <a:gd name="T3" fmla="*/ 54 h 90"/>
                <a:gd name="T4" fmla="*/ 23 w 32"/>
                <a:gd name="T5" fmla="*/ 109 h 90"/>
                <a:gd name="T6" fmla="*/ 0 w 32"/>
                <a:gd name="T7" fmla="*/ 54 h 90"/>
                <a:gd name="T8" fmla="*/ 0 w 32"/>
                <a:gd name="T9" fmla="*/ 54 h 90"/>
                <a:gd name="T10" fmla="*/ 28 w 32"/>
                <a:gd name="T11" fmla="*/ 3 h 9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2" h="90">
                  <a:moveTo>
                    <a:pt x="23" y="0"/>
                  </a:moveTo>
                  <a:cubicBezTo>
                    <a:pt x="29" y="13"/>
                    <a:pt x="32" y="31"/>
                    <a:pt x="30" y="45"/>
                  </a:cubicBezTo>
                  <a:cubicBezTo>
                    <a:pt x="29" y="56"/>
                    <a:pt x="25" y="83"/>
                    <a:pt x="20" y="90"/>
                  </a:cubicBezTo>
                  <a:cubicBezTo>
                    <a:pt x="16" y="80"/>
                    <a:pt x="23" y="36"/>
                    <a:pt x="0" y="45"/>
                  </a:cubicBezTo>
                  <a:cubicBezTo>
                    <a:pt x="0" y="46"/>
                    <a:pt x="0" y="46"/>
                    <a:pt x="0" y="45"/>
                  </a:cubicBezTo>
                  <a:cubicBezTo>
                    <a:pt x="3" y="33"/>
                    <a:pt x="14" y="11"/>
                    <a:pt x="23" y="3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399" name="Freeform 600">
              <a:extLst>
                <a:ext uri="{FF2B5EF4-FFF2-40B4-BE49-F238E27FC236}">
                  <a16:creationId xmlns:a16="http://schemas.microsoft.com/office/drawing/2014/main" id="{D3A99C4D-17CC-47A5-9766-2BB8511657B9}"/>
                </a:ext>
              </a:extLst>
            </p:cNvPr>
            <p:cNvSpPr>
              <a:spLocks/>
            </p:cNvSpPr>
            <p:nvPr/>
          </p:nvSpPr>
          <p:spPr bwMode="auto">
            <a:xfrm>
              <a:off x="978" y="1565"/>
              <a:ext cx="109" cy="153"/>
            </a:xfrm>
            <a:custGeom>
              <a:avLst/>
              <a:gdLst>
                <a:gd name="T0" fmla="*/ 0 w 102"/>
                <a:gd name="T1" fmla="*/ 0 h 144"/>
                <a:gd name="T2" fmla="*/ 59 w 102"/>
                <a:gd name="T3" fmla="*/ 17 h 144"/>
                <a:gd name="T4" fmla="*/ 88 w 102"/>
                <a:gd name="T5" fmla="*/ 17 h 144"/>
                <a:gd name="T6" fmla="*/ 106 w 102"/>
                <a:gd name="T7" fmla="*/ 39 h 144"/>
                <a:gd name="T8" fmla="*/ 120 w 102"/>
                <a:gd name="T9" fmla="*/ 69 h 144"/>
                <a:gd name="T10" fmla="*/ 113 w 102"/>
                <a:gd name="T11" fmla="*/ 101 h 144"/>
                <a:gd name="T12" fmla="*/ 77 w 102"/>
                <a:gd name="T13" fmla="*/ 168 h 144"/>
                <a:gd name="T14" fmla="*/ 73 w 102"/>
                <a:gd name="T15" fmla="*/ 173 h 144"/>
                <a:gd name="T16" fmla="*/ 93 w 102"/>
                <a:gd name="T17" fmla="*/ 107 h 144"/>
                <a:gd name="T18" fmla="*/ 99 w 102"/>
                <a:gd name="T19" fmla="*/ 68 h 144"/>
                <a:gd name="T20" fmla="*/ 33 w 102"/>
                <a:gd name="T21" fmla="*/ 77 h 144"/>
                <a:gd name="T22" fmla="*/ 67 w 102"/>
                <a:gd name="T23" fmla="*/ 39 h 144"/>
                <a:gd name="T24" fmla="*/ 32 w 102"/>
                <a:gd name="T25" fmla="*/ 28 h 144"/>
                <a:gd name="T26" fmla="*/ 3 w 102"/>
                <a:gd name="T27" fmla="*/ 4 h 144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02" h="144">
                  <a:moveTo>
                    <a:pt x="0" y="0"/>
                  </a:moveTo>
                  <a:cubicBezTo>
                    <a:pt x="14" y="9"/>
                    <a:pt x="32" y="12"/>
                    <a:pt x="48" y="14"/>
                  </a:cubicBezTo>
                  <a:cubicBezTo>
                    <a:pt x="55" y="15"/>
                    <a:pt x="67" y="12"/>
                    <a:pt x="72" y="14"/>
                  </a:cubicBezTo>
                  <a:cubicBezTo>
                    <a:pt x="83" y="16"/>
                    <a:pt x="83" y="25"/>
                    <a:pt x="87" y="33"/>
                  </a:cubicBezTo>
                  <a:cubicBezTo>
                    <a:pt x="90" y="41"/>
                    <a:pt x="95" y="49"/>
                    <a:pt x="98" y="57"/>
                  </a:cubicBezTo>
                  <a:cubicBezTo>
                    <a:pt x="102" y="67"/>
                    <a:pt x="98" y="75"/>
                    <a:pt x="93" y="84"/>
                  </a:cubicBezTo>
                  <a:cubicBezTo>
                    <a:pt x="83" y="102"/>
                    <a:pt x="74" y="122"/>
                    <a:pt x="63" y="140"/>
                  </a:cubicBezTo>
                  <a:cubicBezTo>
                    <a:pt x="62" y="141"/>
                    <a:pt x="61" y="143"/>
                    <a:pt x="60" y="144"/>
                  </a:cubicBezTo>
                  <a:cubicBezTo>
                    <a:pt x="65" y="125"/>
                    <a:pt x="71" y="107"/>
                    <a:pt x="76" y="89"/>
                  </a:cubicBezTo>
                  <a:cubicBezTo>
                    <a:pt x="79" y="81"/>
                    <a:pt x="84" y="64"/>
                    <a:pt x="81" y="56"/>
                  </a:cubicBezTo>
                  <a:cubicBezTo>
                    <a:pt x="74" y="35"/>
                    <a:pt x="38" y="56"/>
                    <a:pt x="27" y="64"/>
                  </a:cubicBezTo>
                  <a:cubicBezTo>
                    <a:pt x="35" y="57"/>
                    <a:pt x="65" y="47"/>
                    <a:pt x="55" y="33"/>
                  </a:cubicBezTo>
                  <a:cubicBezTo>
                    <a:pt x="49" y="25"/>
                    <a:pt x="34" y="26"/>
                    <a:pt x="26" y="23"/>
                  </a:cubicBezTo>
                  <a:cubicBezTo>
                    <a:pt x="17" y="19"/>
                    <a:pt x="10" y="11"/>
                    <a:pt x="3" y="4"/>
                  </a:cubicBezTo>
                </a:path>
              </a:pathLst>
            </a:custGeom>
            <a:solidFill>
              <a:srgbClr val="EFCA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400" name="Freeform 601">
              <a:extLst>
                <a:ext uri="{FF2B5EF4-FFF2-40B4-BE49-F238E27FC236}">
                  <a16:creationId xmlns:a16="http://schemas.microsoft.com/office/drawing/2014/main" id="{F59C8DEC-D59A-48CD-9376-A8DFAB3974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4" y="1490"/>
              <a:ext cx="70" cy="79"/>
            </a:xfrm>
            <a:custGeom>
              <a:avLst/>
              <a:gdLst>
                <a:gd name="T0" fmla="*/ 78 w 66"/>
                <a:gd name="T1" fmla="*/ 0 h 74"/>
                <a:gd name="T2" fmla="*/ 68 w 66"/>
                <a:gd name="T3" fmla="*/ 46 h 74"/>
                <a:gd name="T4" fmla="*/ 71 w 66"/>
                <a:gd name="T5" fmla="*/ 90 h 74"/>
                <a:gd name="T6" fmla="*/ 36 w 66"/>
                <a:gd name="T7" fmla="*/ 78 h 74"/>
                <a:gd name="T8" fmla="*/ 0 w 66"/>
                <a:gd name="T9" fmla="*/ 68 h 74"/>
                <a:gd name="T10" fmla="*/ 51 w 66"/>
                <a:gd name="T11" fmla="*/ 65 h 74"/>
                <a:gd name="T12" fmla="*/ 74 w 66"/>
                <a:gd name="T13" fmla="*/ 6 h 7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6" h="74">
                  <a:moveTo>
                    <a:pt x="66" y="0"/>
                  </a:moveTo>
                  <a:cubicBezTo>
                    <a:pt x="62" y="12"/>
                    <a:pt x="57" y="24"/>
                    <a:pt x="57" y="37"/>
                  </a:cubicBezTo>
                  <a:cubicBezTo>
                    <a:pt x="56" y="49"/>
                    <a:pt x="62" y="63"/>
                    <a:pt x="59" y="74"/>
                  </a:cubicBezTo>
                  <a:cubicBezTo>
                    <a:pt x="48" y="70"/>
                    <a:pt x="43" y="63"/>
                    <a:pt x="30" y="64"/>
                  </a:cubicBezTo>
                  <a:cubicBezTo>
                    <a:pt x="18" y="64"/>
                    <a:pt x="9" y="65"/>
                    <a:pt x="0" y="56"/>
                  </a:cubicBezTo>
                  <a:cubicBezTo>
                    <a:pt x="11" y="59"/>
                    <a:pt x="33" y="60"/>
                    <a:pt x="42" y="53"/>
                  </a:cubicBezTo>
                  <a:cubicBezTo>
                    <a:pt x="53" y="44"/>
                    <a:pt x="54" y="19"/>
                    <a:pt x="62" y="6"/>
                  </a:cubicBezTo>
                </a:path>
              </a:pathLst>
            </a:custGeom>
            <a:solidFill>
              <a:srgbClr val="EFCA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401" name="Freeform 602">
              <a:extLst>
                <a:ext uri="{FF2B5EF4-FFF2-40B4-BE49-F238E27FC236}">
                  <a16:creationId xmlns:a16="http://schemas.microsoft.com/office/drawing/2014/main" id="{7A6F29FD-1D91-4AA4-BE7D-F230826CD440}"/>
                </a:ext>
              </a:extLst>
            </p:cNvPr>
            <p:cNvSpPr>
              <a:spLocks/>
            </p:cNvSpPr>
            <p:nvPr/>
          </p:nvSpPr>
          <p:spPr bwMode="auto">
            <a:xfrm>
              <a:off x="915" y="1884"/>
              <a:ext cx="79" cy="167"/>
            </a:xfrm>
            <a:custGeom>
              <a:avLst/>
              <a:gdLst>
                <a:gd name="T0" fmla="*/ 0 w 74"/>
                <a:gd name="T1" fmla="*/ 0 h 156"/>
                <a:gd name="T2" fmla="*/ 90 w 74"/>
                <a:gd name="T3" fmla="*/ 6 h 156"/>
                <a:gd name="T4" fmla="*/ 56 w 74"/>
                <a:gd name="T5" fmla="*/ 74 h 156"/>
                <a:gd name="T6" fmla="*/ 53 w 74"/>
                <a:gd name="T7" fmla="*/ 127 h 156"/>
                <a:gd name="T8" fmla="*/ 48 w 74"/>
                <a:gd name="T9" fmla="*/ 192 h 156"/>
                <a:gd name="T10" fmla="*/ 46 w 74"/>
                <a:gd name="T11" fmla="*/ 59 h 156"/>
                <a:gd name="T12" fmla="*/ 37 w 74"/>
                <a:gd name="T13" fmla="*/ 30 h 156"/>
                <a:gd name="T14" fmla="*/ 12 w 74"/>
                <a:gd name="T15" fmla="*/ 13 h 15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4" h="156">
                  <a:moveTo>
                    <a:pt x="0" y="0"/>
                  </a:moveTo>
                  <a:cubicBezTo>
                    <a:pt x="13" y="13"/>
                    <a:pt x="58" y="15"/>
                    <a:pt x="74" y="6"/>
                  </a:cubicBezTo>
                  <a:cubicBezTo>
                    <a:pt x="57" y="20"/>
                    <a:pt x="47" y="38"/>
                    <a:pt x="46" y="60"/>
                  </a:cubicBezTo>
                  <a:cubicBezTo>
                    <a:pt x="45" y="74"/>
                    <a:pt x="45" y="89"/>
                    <a:pt x="44" y="104"/>
                  </a:cubicBezTo>
                  <a:cubicBezTo>
                    <a:pt x="43" y="121"/>
                    <a:pt x="38" y="138"/>
                    <a:pt x="39" y="156"/>
                  </a:cubicBezTo>
                  <a:cubicBezTo>
                    <a:pt x="31" y="120"/>
                    <a:pt x="34" y="84"/>
                    <a:pt x="37" y="48"/>
                  </a:cubicBezTo>
                  <a:cubicBezTo>
                    <a:pt x="38" y="39"/>
                    <a:pt x="38" y="31"/>
                    <a:pt x="31" y="24"/>
                  </a:cubicBezTo>
                  <a:cubicBezTo>
                    <a:pt x="25" y="18"/>
                    <a:pt x="10" y="17"/>
                    <a:pt x="9" y="10"/>
                  </a:cubicBezTo>
                </a:path>
              </a:pathLst>
            </a:custGeom>
            <a:solidFill>
              <a:srgbClr val="EFCA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402" name="Freeform 603">
              <a:extLst>
                <a:ext uri="{FF2B5EF4-FFF2-40B4-BE49-F238E27FC236}">
                  <a16:creationId xmlns:a16="http://schemas.microsoft.com/office/drawing/2014/main" id="{C7A0AD4A-B844-46A8-9DE1-DA399A6BF02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0" y="1627"/>
              <a:ext cx="156" cy="259"/>
            </a:xfrm>
            <a:custGeom>
              <a:avLst/>
              <a:gdLst>
                <a:gd name="T0" fmla="*/ 6 w 146"/>
                <a:gd name="T1" fmla="*/ 0 h 242"/>
                <a:gd name="T2" fmla="*/ 28 w 146"/>
                <a:gd name="T3" fmla="*/ 52 h 242"/>
                <a:gd name="T4" fmla="*/ 28 w 146"/>
                <a:gd name="T5" fmla="*/ 101 h 242"/>
                <a:gd name="T6" fmla="*/ 16 w 146"/>
                <a:gd name="T7" fmla="*/ 185 h 242"/>
                <a:gd name="T8" fmla="*/ 50 w 146"/>
                <a:gd name="T9" fmla="*/ 215 h 242"/>
                <a:gd name="T10" fmla="*/ 79 w 146"/>
                <a:gd name="T11" fmla="*/ 250 h 242"/>
                <a:gd name="T12" fmla="*/ 168 w 146"/>
                <a:gd name="T13" fmla="*/ 295 h 242"/>
                <a:gd name="T14" fmla="*/ 178 w 146"/>
                <a:gd name="T15" fmla="*/ 296 h 242"/>
                <a:gd name="T16" fmla="*/ 128 w 146"/>
                <a:gd name="T17" fmla="*/ 274 h 242"/>
                <a:gd name="T18" fmla="*/ 90 w 146"/>
                <a:gd name="T19" fmla="*/ 238 h 242"/>
                <a:gd name="T20" fmla="*/ 66 w 146"/>
                <a:gd name="T21" fmla="*/ 204 h 242"/>
                <a:gd name="T22" fmla="*/ 38 w 146"/>
                <a:gd name="T23" fmla="*/ 177 h 242"/>
                <a:gd name="T24" fmla="*/ 47 w 146"/>
                <a:gd name="T25" fmla="*/ 81 h 242"/>
                <a:gd name="T26" fmla="*/ 6 w 146"/>
                <a:gd name="T27" fmla="*/ 4 h 24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46" h="242">
                  <a:moveTo>
                    <a:pt x="6" y="0"/>
                  </a:moveTo>
                  <a:cubicBezTo>
                    <a:pt x="5" y="9"/>
                    <a:pt x="18" y="31"/>
                    <a:pt x="22" y="43"/>
                  </a:cubicBezTo>
                  <a:cubicBezTo>
                    <a:pt x="25" y="56"/>
                    <a:pt x="25" y="69"/>
                    <a:pt x="22" y="82"/>
                  </a:cubicBezTo>
                  <a:cubicBezTo>
                    <a:pt x="16" y="103"/>
                    <a:pt x="0" y="128"/>
                    <a:pt x="13" y="151"/>
                  </a:cubicBezTo>
                  <a:cubicBezTo>
                    <a:pt x="20" y="162"/>
                    <a:pt x="33" y="168"/>
                    <a:pt x="41" y="176"/>
                  </a:cubicBezTo>
                  <a:cubicBezTo>
                    <a:pt x="50" y="185"/>
                    <a:pt x="56" y="196"/>
                    <a:pt x="65" y="205"/>
                  </a:cubicBezTo>
                  <a:cubicBezTo>
                    <a:pt x="84" y="225"/>
                    <a:pt x="109" y="242"/>
                    <a:pt x="138" y="241"/>
                  </a:cubicBezTo>
                  <a:cubicBezTo>
                    <a:pt x="140" y="241"/>
                    <a:pt x="143" y="242"/>
                    <a:pt x="146" y="242"/>
                  </a:cubicBezTo>
                  <a:cubicBezTo>
                    <a:pt x="133" y="234"/>
                    <a:pt x="118" y="232"/>
                    <a:pt x="105" y="223"/>
                  </a:cubicBezTo>
                  <a:cubicBezTo>
                    <a:pt x="93" y="214"/>
                    <a:pt x="82" y="204"/>
                    <a:pt x="74" y="193"/>
                  </a:cubicBezTo>
                  <a:cubicBezTo>
                    <a:pt x="67" y="184"/>
                    <a:pt x="61" y="174"/>
                    <a:pt x="54" y="166"/>
                  </a:cubicBezTo>
                  <a:cubicBezTo>
                    <a:pt x="47" y="159"/>
                    <a:pt x="36" y="153"/>
                    <a:pt x="32" y="144"/>
                  </a:cubicBezTo>
                  <a:cubicBezTo>
                    <a:pt x="22" y="118"/>
                    <a:pt x="40" y="92"/>
                    <a:pt x="38" y="66"/>
                  </a:cubicBezTo>
                  <a:cubicBezTo>
                    <a:pt x="36" y="41"/>
                    <a:pt x="18" y="24"/>
                    <a:pt x="6" y="4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403" name="Freeform 604">
              <a:extLst>
                <a:ext uri="{FF2B5EF4-FFF2-40B4-BE49-F238E27FC236}">
                  <a16:creationId xmlns:a16="http://schemas.microsoft.com/office/drawing/2014/main" id="{844A6F24-85A6-4EB9-A231-1510B9E6927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3" y="1448"/>
              <a:ext cx="26" cy="45"/>
            </a:xfrm>
            <a:custGeom>
              <a:avLst/>
              <a:gdLst>
                <a:gd name="T0" fmla="*/ 0 w 24"/>
                <a:gd name="T1" fmla="*/ 33 h 42"/>
                <a:gd name="T2" fmla="*/ 18 w 24"/>
                <a:gd name="T3" fmla="*/ 27 h 42"/>
                <a:gd name="T4" fmla="*/ 15 w 24"/>
                <a:gd name="T5" fmla="*/ 51 h 42"/>
                <a:gd name="T6" fmla="*/ 26 w 24"/>
                <a:gd name="T7" fmla="*/ 15 h 42"/>
                <a:gd name="T8" fmla="*/ 4 w 24"/>
                <a:gd name="T9" fmla="*/ 27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42">
                  <a:moveTo>
                    <a:pt x="0" y="27"/>
                  </a:moveTo>
                  <a:cubicBezTo>
                    <a:pt x="3" y="27"/>
                    <a:pt x="10" y="11"/>
                    <a:pt x="15" y="21"/>
                  </a:cubicBezTo>
                  <a:cubicBezTo>
                    <a:pt x="18" y="26"/>
                    <a:pt x="13" y="36"/>
                    <a:pt x="12" y="42"/>
                  </a:cubicBezTo>
                  <a:cubicBezTo>
                    <a:pt x="19" y="37"/>
                    <a:pt x="24" y="20"/>
                    <a:pt x="20" y="12"/>
                  </a:cubicBezTo>
                  <a:cubicBezTo>
                    <a:pt x="14" y="0"/>
                    <a:pt x="7" y="16"/>
                    <a:pt x="4" y="21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404" name="Freeform 605">
              <a:extLst>
                <a:ext uri="{FF2B5EF4-FFF2-40B4-BE49-F238E27FC236}">
                  <a16:creationId xmlns:a16="http://schemas.microsoft.com/office/drawing/2014/main" id="{BF4157FE-1D75-4B41-931A-A26280AC420F}"/>
                </a:ext>
              </a:extLst>
            </p:cNvPr>
            <p:cNvSpPr>
              <a:spLocks/>
            </p:cNvSpPr>
            <p:nvPr/>
          </p:nvSpPr>
          <p:spPr bwMode="auto">
            <a:xfrm>
              <a:off x="949" y="1532"/>
              <a:ext cx="34" cy="29"/>
            </a:xfrm>
            <a:custGeom>
              <a:avLst/>
              <a:gdLst>
                <a:gd name="T0" fmla="*/ 33 w 31"/>
                <a:gd name="T1" fmla="*/ 31 h 28"/>
                <a:gd name="T2" fmla="*/ 23 w 31"/>
                <a:gd name="T3" fmla="*/ 8 h 28"/>
                <a:gd name="T4" fmla="*/ 41 w 31"/>
                <a:gd name="T5" fmla="*/ 7 h 28"/>
                <a:gd name="T6" fmla="*/ 14 w 31"/>
                <a:gd name="T7" fmla="*/ 2 h 28"/>
                <a:gd name="T8" fmla="*/ 30 w 31"/>
                <a:gd name="T9" fmla="*/ 30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28">
                  <a:moveTo>
                    <a:pt x="25" y="28"/>
                  </a:moveTo>
                  <a:cubicBezTo>
                    <a:pt x="21" y="23"/>
                    <a:pt x="12" y="15"/>
                    <a:pt x="17" y="8"/>
                  </a:cubicBezTo>
                  <a:cubicBezTo>
                    <a:pt x="20" y="5"/>
                    <a:pt x="27" y="5"/>
                    <a:pt x="31" y="7"/>
                  </a:cubicBezTo>
                  <a:cubicBezTo>
                    <a:pt x="27" y="5"/>
                    <a:pt x="15" y="0"/>
                    <a:pt x="11" y="2"/>
                  </a:cubicBezTo>
                  <a:cubicBezTo>
                    <a:pt x="0" y="8"/>
                    <a:pt x="18" y="23"/>
                    <a:pt x="23" y="27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405" name="Freeform 606">
              <a:extLst>
                <a:ext uri="{FF2B5EF4-FFF2-40B4-BE49-F238E27FC236}">
                  <a16:creationId xmlns:a16="http://schemas.microsoft.com/office/drawing/2014/main" id="{37BB6F01-FAE9-4232-AA7D-9A5FD7694F81}"/>
                </a:ext>
              </a:extLst>
            </p:cNvPr>
            <p:cNvSpPr>
              <a:spLocks/>
            </p:cNvSpPr>
            <p:nvPr/>
          </p:nvSpPr>
          <p:spPr bwMode="auto">
            <a:xfrm>
              <a:off x="934" y="1621"/>
              <a:ext cx="36" cy="29"/>
            </a:xfrm>
            <a:custGeom>
              <a:avLst/>
              <a:gdLst>
                <a:gd name="T0" fmla="*/ 39 w 33"/>
                <a:gd name="T1" fmla="*/ 0 h 27"/>
                <a:gd name="T2" fmla="*/ 24 w 33"/>
                <a:gd name="T3" fmla="*/ 14 h 27"/>
                <a:gd name="T4" fmla="*/ 43 w 33"/>
                <a:gd name="T5" fmla="*/ 27 h 27"/>
                <a:gd name="T6" fmla="*/ 28 w 33"/>
                <a:gd name="T7" fmla="*/ 0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27">
                  <a:moveTo>
                    <a:pt x="30" y="0"/>
                  </a:moveTo>
                  <a:cubicBezTo>
                    <a:pt x="24" y="4"/>
                    <a:pt x="17" y="3"/>
                    <a:pt x="18" y="11"/>
                  </a:cubicBezTo>
                  <a:cubicBezTo>
                    <a:pt x="19" y="19"/>
                    <a:pt x="26" y="21"/>
                    <a:pt x="33" y="21"/>
                  </a:cubicBezTo>
                  <a:cubicBezTo>
                    <a:pt x="13" y="27"/>
                    <a:pt x="0" y="0"/>
                    <a:pt x="22" y="0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406" name="Freeform 607">
              <a:extLst>
                <a:ext uri="{FF2B5EF4-FFF2-40B4-BE49-F238E27FC236}">
                  <a16:creationId xmlns:a16="http://schemas.microsoft.com/office/drawing/2014/main" id="{74110B97-8EC7-4CE6-B792-9EA32E5BDE39}"/>
                </a:ext>
              </a:extLst>
            </p:cNvPr>
            <p:cNvSpPr>
              <a:spLocks/>
            </p:cNvSpPr>
            <p:nvPr/>
          </p:nvSpPr>
          <p:spPr bwMode="auto">
            <a:xfrm>
              <a:off x="802" y="1202"/>
              <a:ext cx="526" cy="582"/>
            </a:xfrm>
            <a:custGeom>
              <a:avLst/>
              <a:gdLst>
                <a:gd name="T0" fmla="*/ 599 w 493"/>
                <a:gd name="T1" fmla="*/ 0 h 546"/>
                <a:gd name="T2" fmla="*/ 152 w 493"/>
                <a:gd name="T3" fmla="*/ 224 h 546"/>
                <a:gd name="T4" fmla="*/ 97 w 493"/>
                <a:gd name="T5" fmla="*/ 326 h 546"/>
                <a:gd name="T6" fmla="*/ 0 w 493"/>
                <a:gd name="T7" fmla="*/ 661 h 546"/>
                <a:gd name="T8" fmla="*/ 90 w 493"/>
                <a:gd name="T9" fmla="*/ 351 h 546"/>
                <a:gd name="T10" fmla="*/ 163 w 493"/>
                <a:gd name="T11" fmla="*/ 231 h 546"/>
                <a:gd name="T12" fmla="*/ 599 w 493"/>
                <a:gd name="T13" fmla="*/ 0 h 54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93" h="546">
                  <a:moveTo>
                    <a:pt x="493" y="0"/>
                  </a:moveTo>
                  <a:cubicBezTo>
                    <a:pt x="493" y="0"/>
                    <a:pt x="198" y="14"/>
                    <a:pt x="125" y="185"/>
                  </a:cubicBezTo>
                  <a:cubicBezTo>
                    <a:pt x="104" y="233"/>
                    <a:pt x="96" y="252"/>
                    <a:pt x="80" y="269"/>
                  </a:cubicBezTo>
                  <a:cubicBezTo>
                    <a:pt x="64" y="286"/>
                    <a:pt x="15" y="350"/>
                    <a:pt x="0" y="546"/>
                  </a:cubicBezTo>
                  <a:cubicBezTo>
                    <a:pt x="0" y="546"/>
                    <a:pt x="18" y="371"/>
                    <a:pt x="74" y="290"/>
                  </a:cubicBezTo>
                  <a:cubicBezTo>
                    <a:pt x="129" y="209"/>
                    <a:pt x="124" y="211"/>
                    <a:pt x="134" y="191"/>
                  </a:cubicBezTo>
                  <a:cubicBezTo>
                    <a:pt x="144" y="170"/>
                    <a:pt x="200" y="33"/>
                    <a:pt x="493" y="0"/>
                  </a:cubicBezTo>
                  <a:close/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407" name="Freeform 608">
              <a:extLst>
                <a:ext uri="{FF2B5EF4-FFF2-40B4-BE49-F238E27FC236}">
                  <a16:creationId xmlns:a16="http://schemas.microsoft.com/office/drawing/2014/main" id="{10D0B9C8-F28F-45DD-A7EC-CD7888E7E7CE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" y="1835"/>
              <a:ext cx="83" cy="102"/>
            </a:xfrm>
            <a:custGeom>
              <a:avLst/>
              <a:gdLst>
                <a:gd name="T0" fmla="*/ 34 w 78"/>
                <a:gd name="T1" fmla="*/ 0 h 95"/>
                <a:gd name="T2" fmla="*/ 19 w 78"/>
                <a:gd name="T3" fmla="*/ 67 h 95"/>
                <a:gd name="T4" fmla="*/ 45 w 78"/>
                <a:gd name="T5" fmla="*/ 101 h 95"/>
                <a:gd name="T6" fmla="*/ 94 w 78"/>
                <a:gd name="T7" fmla="*/ 114 h 95"/>
                <a:gd name="T8" fmla="*/ 59 w 78"/>
                <a:gd name="T9" fmla="*/ 94 h 95"/>
                <a:gd name="T10" fmla="*/ 42 w 78"/>
                <a:gd name="T11" fmla="*/ 65 h 95"/>
                <a:gd name="T12" fmla="*/ 23 w 78"/>
                <a:gd name="T13" fmla="*/ 46 h 95"/>
                <a:gd name="T14" fmla="*/ 37 w 78"/>
                <a:gd name="T15" fmla="*/ 5 h 9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8" h="95">
                  <a:moveTo>
                    <a:pt x="28" y="0"/>
                  </a:moveTo>
                  <a:cubicBezTo>
                    <a:pt x="14" y="14"/>
                    <a:pt x="0" y="36"/>
                    <a:pt x="16" y="54"/>
                  </a:cubicBezTo>
                  <a:cubicBezTo>
                    <a:pt x="25" y="64"/>
                    <a:pt x="30" y="71"/>
                    <a:pt x="37" y="82"/>
                  </a:cubicBezTo>
                  <a:cubicBezTo>
                    <a:pt x="46" y="95"/>
                    <a:pt x="62" y="92"/>
                    <a:pt x="78" y="92"/>
                  </a:cubicBezTo>
                  <a:cubicBezTo>
                    <a:pt x="69" y="88"/>
                    <a:pt x="56" y="83"/>
                    <a:pt x="49" y="76"/>
                  </a:cubicBezTo>
                  <a:cubicBezTo>
                    <a:pt x="43" y="69"/>
                    <a:pt x="42" y="59"/>
                    <a:pt x="35" y="53"/>
                  </a:cubicBezTo>
                  <a:cubicBezTo>
                    <a:pt x="30" y="47"/>
                    <a:pt x="22" y="45"/>
                    <a:pt x="20" y="37"/>
                  </a:cubicBezTo>
                  <a:cubicBezTo>
                    <a:pt x="18" y="29"/>
                    <a:pt x="24" y="10"/>
                    <a:pt x="31" y="5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408" name="Freeform 609">
              <a:extLst>
                <a:ext uri="{FF2B5EF4-FFF2-40B4-BE49-F238E27FC236}">
                  <a16:creationId xmlns:a16="http://schemas.microsoft.com/office/drawing/2014/main" id="{D6C07959-B326-4FA1-982C-522D7D1275C8}"/>
                </a:ext>
              </a:extLst>
            </p:cNvPr>
            <p:cNvSpPr>
              <a:spLocks/>
            </p:cNvSpPr>
            <p:nvPr/>
          </p:nvSpPr>
          <p:spPr bwMode="auto">
            <a:xfrm>
              <a:off x="678" y="1932"/>
              <a:ext cx="87" cy="268"/>
            </a:xfrm>
            <a:custGeom>
              <a:avLst/>
              <a:gdLst>
                <a:gd name="T0" fmla="*/ 100 w 81"/>
                <a:gd name="T1" fmla="*/ 0 h 251"/>
                <a:gd name="T2" fmla="*/ 45 w 81"/>
                <a:gd name="T3" fmla="*/ 154 h 251"/>
                <a:gd name="T4" fmla="*/ 40 w 81"/>
                <a:gd name="T5" fmla="*/ 233 h 251"/>
                <a:gd name="T6" fmla="*/ 46 w 81"/>
                <a:gd name="T7" fmla="*/ 304 h 251"/>
                <a:gd name="T8" fmla="*/ 83 w 81"/>
                <a:gd name="T9" fmla="*/ 291 h 251"/>
                <a:gd name="T10" fmla="*/ 34 w 81"/>
                <a:gd name="T11" fmla="*/ 284 h 251"/>
                <a:gd name="T12" fmla="*/ 64 w 81"/>
                <a:gd name="T13" fmla="*/ 247 h 251"/>
                <a:gd name="T14" fmla="*/ 54 w 81"/>
                <a:gd name="T15" fmla="*/ 220 h 251"/>
                <a:gd name="T16" fmla="*/ 57 w 81"/>
                <a:gd name="T17" fmla="*/ 147 h 251"/>
                <a:gd name="T18" fmla="*/ 100 w 81"/>
                <a:gd name="T19" fmla="*/ 0 h 25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1" h="251">
                  <a:moveTo>
                    <a:pt x="81" y="0"/>
                  </a:moveTo>
                  <a:cubicBezTo>
                    <a:pt x="81" y="0"/>
                    <a:pt x="32" y="91"/>
                    <a:pt x="36" y="126"/>
                  </a:cubicBezTo>
                  <a:cubicBezTo>
                    <a:pt x="41" y="161"/>
                    <a:pt x="42" y="178"/>
                    <a:pt x="32" y="191"/>
                  </a:cubicBezTo>
                  <a:cubicBezTo>
                    <a:pt x="21" y="203"/>
                    <a:pt x="0" y="247"/>
                    <a:pt x="37" y="250"/>
                  </a:cubicBezTo>
                  <a:cubicBezTo>
                    <a:pt x="46" y="251"/>
                    <a:pt x="58" y="247"/>
                    <a:pt x="67" y="240"/>
                  </a:cubicBezTo>
                  <a:cubicBezTo>
                    <a:pt x="67" y="240"/>
                    <a:pt x="33" y="250"/>
                    <a:pt x="28" y="233"/>
                  </a:cubicBezTo>
                  <a:cubicBezTo>
                    <a:pt x="24" y="217"/>
                    <a:pt x="34" y="195"/>
                    <a:pt x="52" y="202"/>
                  </a:cubicBezTo>
                  <a:cubicBezTo>
                    <a:pt x="52" y="202"/>
                    <a:pt x="41" y="196"/>
                    <a:pt x="44" y="181"/>
                  </a:cubicBezTo>
                  <a:cubicBezTo>
                    <a:pt x="48" y="166"/>
                    <a:pt x="48" y="132"/>
                    <a:pt x="46" y="121"/>
                  </a:cubicBezTo>
                  <a:cubicBezTo>
                    <a:pt x="43" y="111"/>
                    <a:pt x="42" y="80"/>
                    <a:pt x="81" y="0"/>
                  </a:cubicBezTo>
                  <a:close/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409" name="Freeform 610">
              <a:extLst>
                <a:ext uri="{FF2B5EF4-FFF2-40B4-BE49-F238E27FC236}">
                  <a16:creationId xmlns:a16="http://schemas.microsoft.com/office/drawing/2014/main" id="{DD58554E-7620-43D7-86BA-5699B22D8175}"/>
                </a:ext>
              </a:extLst>
            </p:cNvPr>
            <p:cNvSpPr>
              <a:spLocks/>
            </p:cNvSpPr>
            <p:nvPr/>
          </p:nvSpPr>
          <p:spPr bwMode="auto">
            <a:xfrm>
              <a:off x="684" y="2221"/>
              <a:ext cx="81" cy="312"/>
            </a:xfrm>
            <a:custGeom>
              <a:avLst/>
              <a:gdLst>
                <a:gd name="T0" fmla="*/ 45 w 76"/>
                <a:gd name="T1" fmla="*/ 0 h 292"/>
                <a:gd name="T2" fmla="*/ 22 w 76"/>
                <a:gd name="T3" fmla="*/ 3 h 292"/>
                <a:gd name="T4" fmla="*/ 16 w 76"/>
                <a:gd name="T5" fmla="*/ 78 h 292"/>
                <a:gd name="T6" fmla="*/ 2 w 76"/>
                <a:gd name="T7" fmla="*/ 156 h 292"/>
                <a:gd name="T8" fmla="*/ 16 w 76"/>
                <a:gd name="T9" fmla="*/ 233 h 292"/>
                <a:gd name="T10" fmla="*/ 34 w 76"/>
                <a:gd name="T11" fmla="*/ 271 h 292"/>
                <a:gd name="T12" fmla="*/ 42 w 76"/>
                <a:gd name="T13" fmla="*/ 306 h 292"/>
                <a:gd name="T14" fmla="*/ 92 w 76"/>
                <a:gd name="T15" fmla="*/ 356 h 292"/>
                <a:gd name="T16" fmla="*/ 69 w 76"/>
                <a:gd name="T17" fmla="*/ 328 h 292"/>
                <a:gd name="T18" fmla="*/ 48 w 76"/>
                <a:gd name="T19" fmla="*/ 283 h 292"/>
                <a:gd name="T20" fmla="*/ 36 w 76"/>
                <a:gd name="T21" fmla="*/ 232 h 292"/>
                <a:gd name="T22" fmla="*/ 17 w 76"/>
                <a:gd name="T23" fmla="*/ 190 h 292"/>
                <a:gd name="T24" fmla="*/ 29 w 76"/>
                <a:gd name="T25" fmla="*/ 84 h 292"/>
                <a:gd name="T26" fmla="*/ 42 w 76"/>
                <a:gd name="T27" fmla="*/ 0 h 29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76" h="292">
                  <a:moveTo>
                    <a:pt x="37" y="0"/>
                  </a:moveTo>
                  <a:cubicBezTo>
                    <a:pt x="30" y="1"/>
                    <a:pt x="25" y="0"/>
                    <a:pt x="19" y="3"/>
                  </a:cubicBezTo>
                  <a:cubicBezTo>
                    <a:pt x="17" y="22"/>
                    <a:pt x="15" y="44"/>
                    <a:pt x="13" y="64"/>
                  </a:cubicBezTo>
                  <a:cubicBezTo>
                    <a:pt x="11" y="86"/>
                    <a:pt x="4" y="106"/>
                    <a:pt x="2" y="128"/>
                  </a:cubicBezTo>
                  <a:cubicBezTo>
                    <a:pt x="0" y="151"/>
                    <a:pt x="3" y="170"/>
                    <a:pt x="13" y="191"/>
                  </a:cubicBezTo>
                  <a:cubicBezTo>
                    <a:pt x="18" y="202"/>
                    <a:pt x="24" y="212"/>
                    <a:pt x="28" y="223"/>
                  </a:cubicBezTo>
                  <a:cubicBezTo>
                    <a:pt x="30" y="233"/>
                    <a:pt x="31" y="242"/>
                    <a:pt x="35" y="251"/>
                  </a:cubicBezTo>
                  <a:cubicBezTo>
                    <a:pt x="42" y="268"/>
                    <a:pt x="61" y="283"/>
                    <a:pt x="76" y="292"/>
                  </a:cubicBezTo>
                  <a:cubicBezTo>
                    <a:pt x="75" y="280"/>
                    <a:pt x="65" y="278"/>
                    <a:pt x="57" y="269"/>
                  </a:cubicBezTo>
                  <a:cubicBezTo>
                    <a:pt x="48" y="260"/>
                    <a:pt x="42" y="244"/>
                    <a:pt x="39" y="232"/>
                  </a:cubicBezTo>
                  <a:cubicBezTo>
                    <a:pt x="35" y="219"/>
                    <a:pt x="35" y="204"/>
                    <a:pt x="30" y="190"/>
                  </a:cubicBezTo>
                  <a:cubicBezTo>
                    <a:pt x="26" y="178"/>
                    <a:pt x="18" y="168"/>
                    <a:pt x="14" y="156"/>
                  </a:cubicBezTo>
                  <a:cubicBezTo>
                    <a:pt x="3" y="123"/>
                    <a:pt x="20" y="102"/>
                    <a:pt x="23" y="69"/>
                  </a:cubicBezTo>
                  <a:cubicBezTo>
                    <a:pt x="25" y="52"/>
                    <a:pt x="18" y="11"/>
                    <a:pt x="35" y="0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410" name="Freeform 611">
              <a:extLst>
                <a:ext uri="{FF2B5EF4-FFF2-40B4-BE49-F238E27FC236}">
                  <a16:creationId xmlns:a16="http://schemas.microsoft.com/office/drawing/2014/main" id="{656EEE91-7677-434A-9C20-49491358F84D}"/>
                </a:ext>
              </a:extLst>
            </p:cNvPr>
            <p:cNvSpPr>
              <a:spLocks/>
            </p:cNvSpPr>
            <p:nvPr/>
          </p:nvSpPr>
          <p:spPr bwMode="auto">
            <a:xfrm>
              <a:off x="797" y="2395"/>
              <a:ext cx="53" cy="116"/>
            </a:xfrm>
            <a:custGeom>
              <a:avLst/>
              <a:gdLst>
                <a:gd name="T0" fmla="*/ 13 w 50"/>
                <a:gd name="T1" fmla="*/ 0 h 109"/>
                <a:gd name="T2" fmla="*/ 6 w 50"/>
                <a:gd name="T3" fmla="*/ 77 h 109"/>
                <a:gd name="T4" fmla="*/ 59 w 50"/>
                <a:gd name="T5" fmla="*/ 119 h 109"/>
                <a:gd name="T6" fmla="*/ 16 w 50"/>
                <a:gd name="T7" fmla="*/ 70 h 109"/>
                <a:gd name="T8" fmla="*/ 8 w 50"/>
                <a:gd name="T9" fmla="*/ 11 h 10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109">
                  <a:moveTo>
                    <a:pt x="10" y="0"/>
                  </a:moveTo>
                  <a:cubicBezTo>
                    <a:pt x="6" y="19"/>
                    <a:pt x="0" y="45"/>
                    <a:pt x="6" y="64"/>
                  </a:cubicBezTo>
                  <a:cubicBezTo>
                    <a:pt x="10" y="76"/>
                    <a:pt x="34" y="109"/>
                    <a:pt x="50" y="99"/>
                  </a:cubicBezTo>
                  <a:cubicBezTo>
                    <a:pt x="30" y="91"/>
                    <a:pt x="18" y="80"/>
                    <a:pt x="13" y="58"/>
                  </a:cubicBezTo>
                  <a:cubicBezTo>
                    <a:pt x="9" y="43"/>
                    <a:pt x="4" y="24"/>
                    <a:pt x="8" y="8"/>
                  </a:cubicBezTo>
                </a:path>
              </a:pathLst>
            </a:custGeom>
            <a:solidFill>
              <a:srgbClr val="EFCA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411" name="Freeform 612">
              <a:extLst>
                <a:ext uri="{FF2B5EF4-FFF2-40B4-BE49-F238E27FC236}">
                  <a16:creationId xmlns:a16="http://schemas.microsoft.com/office/drawing/2014/main" id="{CDF655A4-81A2-4D14-B097-7F5B571183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3" y="941"/>
              <a:ext cx="122" cy="272"/>
            </a:xfrm>
            <a:custGeom>
              <a:avLst/>
              <a:gdLst>
                <a:gd name="T0" fmla="*/ 75 w 115"/>
                <a:gd name="T1" fmla="*/ 0 h 255"/>
                <a:gd name="T2" fmla="*/ 75 w 115"/>
                <a:gd name="T3" fmla="*/ 44 h 255"/>
                <a:gd name="T4" fmla="*/ 63 w 115"/>
                <a:gd name="T5" fmla="*/ 95 h 255"/>
                <a:gd name="T6" fmla="*/ 137 w 115"/>
                <a:gd name="T7" fmla="*/ 309 h 255"/>
                <a:gd name="T8" fmla="*/ 62 w 115"/>
                <a:gd name="T9" fmla="*/ 138 h 255"/>
                <a:gd name="T10" fmla="*/ 82 w 115"/>
                <a:gd name="T11" fmla="*/ 48 h 255"/>
                <a:gd name="T12" fmla="*/ 75 w 115"/>
                <a:gd name="T13" fmla="*/ 0 h 25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5" h="255">
                  <a:moveTo>
                    <a:pt x="63" y="0"/>
                  </a:moveTo>
                  <a:cubicBezTo>
                    <a:pt x="63" y="0"/>
                    <a:pt x="60" y="20"/>
                    <a:pt x="63" y="36"/>
                  </a:cubicBezTo>
                  <a:cubicBezTo>
                    <a:pt x="65" y="52"/>
                    <a:pt x="60" y="63"/>
                    <a:pt x="53" y="78"/>
                  </a:cubicBezTo>
                  <a:cubicBezTo>
                    <a:pt x="47" y="93"/>
                    <a:pt x="0" y="211"/>
                    <a:pt x="115" y="255"/>
                  </a:cubicBezTo>
                  <a:cubicBezTo>
                    <a:pt x="115" y="255"/>
                    <a:pt x="21" y="206"/>
                    <a:pt x="52" y="113"/>
                  </a:cubicBezTo>
                  <a:cubicBezTo>
                    <a:pt x="65" y="75"/>
                    <a:pt x="72" y="53"/>
                    <a:pt x="69" y="39"/>
                  </a:cubicBezTo>
                  <a:cubicBezTo>
                    <a:pt x="67" y="24"/>
                    <a:pt x="63" y="0"/>
                    <a:pt x="63" y="0"/>
                  </a:cubicBezTo>
                  <a:close/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412" name="Freeform 613">
              <a:extLst>
                <a:ext uri="{FF2B5EF4-FFF2-40B4-BE49-F238E27FC236}">
                  <a16:creationId xmlns:a16="http://schemas.microsoft.com/office/drawing/2014/main" id="{E5B6CAD3-C143-41DA-97A8-5FCC1EDA0A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2" y="1020"/>
              <a:ext cx="16" cy="82"/>
            </a:xfrm>
            <a:custGeom>
              <a:avLst/>
              <a:gdLst>
                <a:gd name="T0" fmla="*/ 0 w 15"/>
                <a:gd name="T1" fmla="*/ 0 h 77"/>
                <a:gd name="T2" fmla="*/ 14 w 15"/>
                <a:gd name="T3" fmla="*/ 43 h 77"/>
                <a:gd name="T4" fmla="*/ 4 w 15"/>
                <a:gd name="T5" fmla="*/ 93 h 77"/>
                <a:gd name="T6" fmla="*/ 6 w 15"/>
                <a:gd name="T7" fmla="*/ 42 h 77"/>
                <a:gd name="T8" fmla="*/ 2 w 15"/>
                <a:gd name="T9" fmla="*/ 4 h 7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77">
                  <a:moveTo>
                    <a:pt x="0" y="0"/>
                  </a:moveTo>
                  <a:cubicBezTo>
                    <a:pt x="4" y="12"/>
                    <a:pt x="7" y="24"/>
                    <a:pt x="11" y="36"/>
                  </a:cubicBezTo>
                  <a:cubicBezTo>
                    <a:pt x="15" y="51"/>
                    <a:pt x="4" y="62"/>
                    <a:pt x="4" y="77"/>
                  </a:cubicBezTo>
                  <a:cubicBezTo>
                    <a:pt x="0" y="64"/>
                    <a:pt x="8" y="49"/>
                    <a:pt x="6" y="35"/>
                  </a:cubicBezTo>
                  <a:cubicBezTo>
                    <a:pt x="5" y="25"/>
                    <a:pt x="2" y="15"/>
                    <a:pt x="2" y="4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413" name="Freeform 614">
              <a:extLst>
                <a:ext uri="{FF2B5EF4-FFF2-40B4-BE49-F238E27FC236}">
                  <a16:creationId xmlns:a16="http://schemas.microsoft.com/office/drawing/2014/main" id="{D134BA76-E8BB-4564-BFB3-E0F8342052E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3" y="903"/>
              <a:ext cx="44" cy="32"/>
            </a:xfrm>
            <a:custGeom>
              <a:avLst/>
              <a:gdLst>
                <a:gd name="T0" fmla="*/ 50 w 41"/>
                <a:gd name="T1" fmla="*/ 0 h 30"/>
                <a:gd name="T2" fmla="*/ 47 w 41"/>
                <a:gd name="T3" fmla="*/ 7 h 30"/>
                <a:gd name="T4" fmla="*/ 30 w 41"/>
                <a:gd name="T5" fmla="*/ 20 h 30"/>
                <a:gd name="T6" fmla="*/ 13 w 41"/>
                <a:gd name="T7" fmla="*/ 27 h 30"/>
                <a:gd name="T8" fmla="*/ 0 w 41"/>
                <a:gd name="T9" fmla="*/ 36 h 30"/>
                <a:gd name="T10" fmla="*/ 17 w 41"/>
                <a:gd name="T11" fmla="*/ 29 h 30"/>
                <a:gd name="T12" fmla="*/ 34 w 41"/>
                <a:gd name="T13" fmla="*/ 20 h 30"/>
                <a:gd name="T14" fmla="*/ 49 w 41"/>
                <a:gd name="T15" fmla="*/ 0 h 3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1" h="30">
                  <a:moveTo>
                    <a:pt x="41" y="0"/>
                  </a:moveTo>
                  <a:cubicBezTo>
                    <a:pt x="40" y="1"/>
                    <a:pt x="39" y="5"/>
                    <a:pt x="38" y="7"/>
                  </a:cubicBezTo>
                  <a:cubicBezTo>
                    <a:pt x="34" y="11"/>
                    <a:pt x="29" y="15"/>
                    <a:pt x="24" y="17"/>
                  </a:cubicBezTo>
                  <a:cubicBezTo>
                    <a:pt x="19" y="19"/>
                    <a:pt x="14" y="19"/>
                    <a:pt x="10" y="22"/>
                  </a:cubicBezTo>
                  <a:cubicBezTo>
                    <a:pt x="7" y="24"/>
                    <a:pt x="3" y="28"/>
                    <a:pt x="0" y="30"/>
                  </a:cubicBezTo>
                  <a:cubicBezTo>
                    <a:pt x="3" y="26"/>
                    <a:pt x="10" y="24"/>
                    <a:pt x="14" y="23"/>
                  </a:cubicBezTo>
                  <a:cubicBezTo>
                    <a:pt x="19" y="21"/>
                    <a:pt x="24" y="19"/>
                    <a:pt x="28" y="17"/>
                  </a:cubicBezTo>
                  <a:cubicBezTo>
                    <a:pt x="34" y="14"/>
                    <a:pt x="41" y="7"/>
                    <a:pt x="40" y="0"/>
                  </a:cubicBezTo>
                </a:path>
              </a:pathLst>
            </a:custGeom>
            <a:solidFill>
              <a:srgbClr val="A57A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414" name="Freeform 615">
              <a:extLst>
                <a:ext uri="{FF2B5EF4-FFF2-40B4-BE49-F238E27FC236}">
                  <a16:creationId xmlns:a16="http://schemas.microsoft.com/office/drawing/2014/main" id="{DF6A9B7B-01FF-4E34-A2A8-9D5373E5D8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8" y="904"/>
              <a:ext cx="29" cy="20"/>
            </a:xfrm>
            <a:custGeom>
              <a:avLst/>
              <a:gdLst>
                <a:gd name="T0" fmla="*/ 0 w 28"/>
                <a:gd name="T1" fmla="*/ 0 h 18"/>
                <a:gd name="T2" fmla="*/ 6 w 28"/>
                <a:gd name="T3" fmla="*/ 8 h 18"/>
                <a:gd name="T4" fmla="*/ 12 w 28"/>
                <a:gd name="T5" fmla="*/ 14 h 18"/>
                <a:gd name="T6" fmla="*/ 24 w 28"/>
                <a:gd name="T7" fmla="*/ 22 h 18"/>
                <a:gd name="T8" fmla="*/ 31 w 28"/>
                <a:gd name="T9" fmla="*/ 24 h 18"/>
                <a:gd name="T10" fmla="*/ 13 w 28"/>
                <a:gd name="T11" fmla="*/ 12 h 18"/>
                <a:gd name="T12" fmla="*/ 0 w 28"/>
                <a:gd name="T13" fmla="*/ 1 h 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" h="18">
                  <a:moveTo>
                    <a:pt x="0" y="0"/>
                  </a:moveTo>
                  <a:cubicBezTo>
                    <a:pt x="1" y="2"/>
                    <a:pt x="4" y="4"/>
                    <a:pt x="6" y="5"/>
                  </a:cubicBezTo>
                  <a:cubicBezTo>
                    <a:pt x="8" y="7"/>
                    <a:pt x="10" y="9"/>
                    <a:pt x="12" y="11"/>
                  </a:cubicBezTo>
                  <a:cubicBezTo>
                    <a:pt x="15" y="13"/>
                    <a:pt x="18" y="15"/>
                    <a:pt x="21" y="16"/>
                  </a:cubicBezTo>
                  <a:cubicBezTo>
                    <a:pt x="23" y="17"/>
                    <a:pt x="26" y="18"/>
                    <a:pt x="28" y="18"/>
                  </a:cubicBezTo>
                  <a:cubicBezTo>
                    <a:pt x="23" y="15"/>
                    <a:pt x="17" y="13"/>
                    <a:pt x="13" y="9"/>
                  </a:cubicBezTo>
                  <a:cubicBezTo>
                    <a:pt x="9" y="6"/>
                    <a:pt x="5" y="2"/>
                    <a:pt x="0" y="1"/>
                  </a:cubicBezTo>
                </a:path>
              </a:pathLst>
            </a:custGeom>
            <a:solidFill>
              <a:srgbClr val="A57A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415" name="Freeform 616">
              <a:extLst>
                <a:ext uri="{FF2B5EF4-FFF2-40B4-BE49-F238E27FC236}">
                  <a16:creationId xmlns:a16="http://schemas.microsoft.com/office/drawing/2014/main" id="{FAF2BDE0-E27C-4140-ABD6-60EA7B45A3D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9" y="1096"/>
              <a:ext cx="43" cy="108"/>
            </a:xfrm>
            <a:custGeom>
              <a:avLst/>
              <a:gdLst>
                <a:gd name="T0" fmla="*/ 43 w 40"/>
                <a:gd name="T1" fmla="*/ 3 h 101"/>
                <a:gd name="T2" fmla="*/ 20 w 40"/>
                <a:gd name="T3" fmla="*/ 40 h 101"/>
                <a:gd name="T4" fmla="*/ 49 w 40"/>
                <a:gd name="T5" fmla="*/ 53 h 101"/>
                <a:gd name="T6" fmla="*/ 27 w 40"/>
                <a:gd name="T7" fmla="*/ 75 h 101"/>
                <a:gd name="T8" fmla="*/ 13 w 40"/>
                <a:gd name="T9" fmla="*/ 123 h 101"/>
                <a:gd name="T10" fmla="*/ 17 w 40"/>
                <a:gd name="T11" fmla="*/ 68 h 101"/>
                <a:gd name="T12" fmla="*/ 5 w 40"/>
                <a:gd name="T13" fmla="*/ 55 h 101"/>
                <a:gd name="T14" fmla="*/ 0 w 40"/>
                <a:gd name="T15" fmla="*/ 37 h 101"/>
                <a:gd name="T16" fmla="*/ 10 w 40"/>
                <a:gd name="T17" fmla="*/ 46 h 101"/>
                <a:gd name="T18" fmla="*/ 13 w 40"/>
                <a:gd name="T19" fmla="*/ 30 h 101"/>
                <a:gd name="T20" fmla="*/ 40 w 40"/>
                <a:gd name="T21" fmla="*/ 1 h 10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0" h="101">
                  <a:moveTo>
                    <a:pt x="34" y="3"/>
                  </a:moveTo>
                  <a:cubicBezTo>
                    <a:pt x="21" y="3"/>
                    <a:pt x="10" y="21"/>
                    <a:pt x="17" y="33"/>
                  </a:cubicBezTo>
                  <a:cubicBezTo>
                    <a:pt x="21" y="41"/>
                    <a:pt x="32" y="43"/>
                    <a:pt x="40" y="44"/>
                  </a:cubicBezTo>
                  <a:cubicBezTo>
                    <a:pt x="27" y="42"/>
                    <a:pt x="21" y="48"/>
                    <a:pt x="21" y="61"/>
                  </a:cubicBezTo>
                  <a:cubicBezTo>
                    <a:pt x="22" y="76"/>
                    <a:pt x="20" y="89"/>
                    <a:pt x="10" y="101"/>
                  </a:cubicBezTo>
                  <a:cubicBezTo>
                    <a:pt x="14" y="87"/>
                    <a:pt x="25" y="70"/>
                    <a:pt x="14" y="56"/>
                  </a:cubicBezTo>
                  <a:cubicBezTo>
                    <a:pt x="11" y="53"/>
                    <a:pt x="7" y="49"/>
                    <a:pt x="5" y="45"/>
                  </a:cubicBezTo>
                  <a:cubicBezTo>
                    <a:pt x="3" y="40"/>
                    <a:pt x="2" y="35"/>
                    <a:pt x="0" y="31"/>
                  </a:cubicBezTo>
                  <a:cubicBezTo>
                    <a:pt x="1" y="34"/>
                    <a:pt x="4" y="39"/>
                    <a:pt x="7" y="37"/>
                  </a:cubicBezTo>
                  <a:cubicBezTo>
                    <a:pt x="9" y="36"/>
                    <a:pt x="10" y="26"/>
                    <a:pt x="10" y="24"/>
                  </a:cubicBezTo>
                  <a:cubicBezTo>
                    <a:pt x="13" y="14"/>
                    <a:pt x="20" y="0"/>
                    <a:pt x="32" y="1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416" name="Freeform 617">
              <a:extLst>
                <a:ext uri="{FF2B5EF4-FFF2-40B4-BE49-F238E27FC236}">
                  <a16:creationId xmlns:a16="http://schemas.microsoft.com/office/drawing/2014/main" id="{40197331-8A56-416C-9CBD-E6522634FE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7" y="1095"/>
              <a:ext cx="23" cy="24"/>
            </a:xfrm>
            <a:custGeom>
              <a:avLst/>
              <a:gdLst>
                <a:gd name="T0" fmla="*/ 0 w 22"/>
                <a:gd name="T1" fmla="*/ 2 h 22"/>
                <a:gd name="T2" fmla="*/ 14 w 22"/>
                <a:gd name="T3" fmla="*/ 11 h 22"/>
                <a:gd name="T4" fmla="*/ 20 w 22"/>
                <a:gd name="T5" fmla="*/ 28 h 22"/>
                <a:gd name="T6" fmla="*/ 17 w 22"/>
                <a:gd name="T7" fmla="*/ 9 h 22"/>
                <a:gd name="T8" fmla="*/ 1 w 22"/>
                <a:gd name="T9" fmla="*/ 2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2">
                  <a:moveTo>
                    <a:pt x="0" y="2"/>
                  </a:moveTo>
                  <a:cubicBezTo>
                    <a:pt x="4" y="4"/>
                    <a:pt x="7" y="5"/>
                    <a:pt x="11" y="8"/>
                  </a:cubicBezTo>
                  <a:cubicBezTo>
                    <a:pt x="16" y="12"/>
                    <a:pt x="16" y="17"/>
                    <a:pt x="17" y="22"/>
                  </a:cubicBezTo>
                  <a:cubicBezTo>
                    <a:pt x="22" y="18"/>
                    <a:pt x="19" y="8"/>
                    <a:pt x="14" y="6"/>
                  </a:cubicBezTo>
                  <a:cubicBezTo>
                    <a:pt x="11" y="4"/>
                    <a:pt x="4" y="0"/>
                    <a:pt x="1" y="2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417" name="Freeform 618">
              <a:extLst>
                <a:ext uri="{FF2B5EF4-FFF2-40B4-BE49-F238E27FC236}">
                  <a16:creationId xmlns:a16="http://schemas.microsoft.com/office/drawing/2014/main" id="{D6D99382-D582-47BD-A372-A13DF8976AD5}"/>
                </a:ext>
              </a:extLst>
            </p:cNvPr>
            <p:cNvSpPr>
              <a:spLocks/>
            </p:cNvSpPr>
            <p:nvPr/>
          </p:nvSpPr>
          <p:spPr bwMode="auto">
            <a:xfrm>
              <a:off x="814" y="2119"/>
              <a:ext cx="139" cy="151"/>
            </a:xfrm>
            <a:custGeom>
              <a:avLst/>
              <a:gdLst>
                <a:gd name="T0" fmla="*/ 159 w 130"/>
                <a:gd name="T1" fmla="*/ 1 h 142"/>
                <a:gd name="T2" fmla="*/ 151 w 130"/>
                <a:gd name="T3" fmla="*/ 34 h 142"/>
                <a:gd name="T4" fmla="*/ 132 w 130"/>
                <a:gd name="T5" fmla="*/ 55 h 142"/>
                <a:gd name="T6" fmla="*/ 93 w 130"/>
                <a:gd name="T7" fmla="*/ 97 h 142"/>
                <a:gd name="T8" fmla="*/ 81 w 130"/>
                <a:gd name="T9" fmla="*/ 135 h 142"/>
                <a:gd name="T10" fmla="*/ 64 w 130"/>
                <a:gd name="T11" fmla="*/ 171 h 142"/>
                <a:gd name="T12" fmla="*/ 0 w 130"/>
                <a:gd name="T13" fmla="*/ 112 h 142"/>
                <a:gd name="T14" fmla="*/ 80 w 130"/>
                <a:gd name="T15" fmla="*/ 122 h 142"/>
                <a:gd name="T16" fmla="*/ 66 w 130"/>
                <a:gd name="T17" fmla="*/ 77 h 142"/>
                <a:gd name="T18" fmla="*/ 34 w 130"/>
                <a:gd name="T19" fmla="*/ 53 h 142"/>
                <a:gd name="T20" fmla="*/ 117 w 130"/>
                <a:gd name="T21" fmla="*/ 66 h 142"/>
                <a:gd name="T22" fmla="*/ 139 w 130"/>
                <a:gd name="T23" fmla="*/ 31 h 142"/>
                <a:gd name="T24" fmla="*/ 155 w 130"/>
                <a:gd name="T25" fmla="*/ 0 h 14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30" h="142">
                  <a:moveTo>
                    <a:pt x="130" y="1"/>
                  </a:moveTo>
                  <a:cubicBezTo>
                    <a:pt x="128" y="10"/>
                    <a:pt x="128" y="19"/>
                    <a:pt x="123" y="28"/>
                  </a:cubicBezTo>
                  <a:cubicBezTo>
                    <a:pt x="120" y="35"/>
                    <a:pt x="114" y="40"/>
                    <a:pt x="108" y="46"/>
                  </a:cubicBezTo>
                  <a:cubicBezTo>
                    <a:pt x="98" y="57"/>
                    <a:pt x="82" y="69"/>
                    <a:pt x="76" y="81"/>
                  </a:cubicBezTo>
                  <a:cubicBezTo>
                    <a:pt x="72" y="93"/>
                    <a:pt x="74" y="102"/>
                    <a:pt x="66" y="112"/>
                  </a:cubicBezTo>
                  <a:cubicBezTo>
                    <a:pt x="58" y="122"/>
                    <a:pt x="52" y="128"/>
                    <a:pt x="52" y="142"/>
                  </a:cubicBezTo>
                  <a:cubicBezTo>
                    <a:pt x="49" y="113"/>
                    <a:pt x="18" y="108"/>
                    <a:pt x="0" y="93"/>
                  </a:cubicBezTo>
                  <a:cubicBezTo>
                    <a:pt x="14" y="97"/>
                    <a:pt x="51" y="123"/>
                    <a:pt x="65" y="102"/>
                  </a:cubicBezTo>
                  <a:cubicBezTo>
                    <a:pt x="71" y="92"/>
                    <a:pt x="61" y="72"/>
                    <a:pt x="54" y="64"/>
                  </a:cubicBezTo>
                  <a:cubicBezTo>
                    <a:pt x="47" y="57"/>
                    <a:pt x="34" y="53"/>
                    <a:pt x="28" y="44"/>
                  </a:cubicBezTo>
                  <a:cubicBezTo>
                    <a:pt x="49" y="55"/>
                    <a:pt x="73" y="84"/>
                    <a:pt x="95" y="55"/>
                  </a:cubicBezTo>
                  <a:cubicBezTo>
                    <a:pt x="102" y="46"/>
                    <a:pt x="108" y="35"/>
                    <a:pt x="114" y="25"/>
                  </a:cubicBezTo>
                  <a:cubicBezTo>
                    <a:pt x="118" y="18"/>
                    <a:pt x="128" y="8"/>
                    <a:pt x="127" y="0"/>
                  </a:cubicBezTo>
                </a:path>
              </a:pathLst>
            </a:custGeom>
            <a:solidFill>
              <a:srgbClr val="EFCA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418" name="Freeform 619">
              <a:extLst>
                <a:ext uri="{FF2B5EF4-FFF2-40B4-BE49-F238E27FC236}">
                  <a16:creationId xmlns:a16="http://schemas.microsoft.com/office/drawing/2014/main" id="{EAF46863-0A3E-45A3-865A-F017C6056267}"/>
                </a:ext>
              </a:extLst>
            </p:cNvPr>
            <p:cNvSpPr>
              <a:spLocks/>
            </p:cNvSpPr>
            <p:nvPr/>
          </p:nvSpPr>
          <p:spPr bwMode="auto">
            <a:xfrm>
              <a:off x="926" y="1924"/>
              <a:ext cx="36" cy="239"/>
            </a:xfrm>
            <a:custGeom>
              <a:avLst/>
              <a:gdLst>
                <a:gd name="T0" fmla="*/ 35 w 34"/>
                <a:gd name="T1" fmla="*/ 107 h 224"/>
                <a:gd name="T2" fmla="*/ 33 w 34"/>
                <a:gd name="T3" fmla="*/ 209 h 224"/>
                <a:gd name="T4" fmla="*/ 26 w 34"/>
                <a:gd name="T5" fmla="*/ 242 h 224"/>
                <a:gd name="T6" fmla="*/ 0 w 34"/>
                <a:gd name="T7" fmla="*/ 272 h 224"/>
                <a:gd name="T8" fmla="*/ 19 w 34"/>
                <a:gd name="T9" fmla="*/ 210 h 224"/>
                <a:gd name="T10" fmla="*/ 21 w 34"/>
                <a:gd name="T11" fmla="*/ 129 h 224"/>
                <a:gd name="T12" fmla="*/ 40 w 34"/>
                <a:gd name="T13" fmla="*/ 0 h 2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4" h="224">
                  <a:moveTo>
                    <a:pt x="29" y="88"/>
                  </a:moveTo>
                  <a:cubicBezTo>
                    <a:pt x="25" y="116"/>
                    <a:pt x="28" y="144"/>
                    <a:pt x="27" y="172"/>
                  </a:cubicBezTo>
                  <a:cubicBezTo>
                    <a:pt x="27" y="181"/>
                    <a:pt x="27" y="191"/>
                    <a:pt x="23" y="200"/>
                  </a:cubicBezTo>
                  <a:cubicBezTo>
                    <a:pt x="19" y="211"/>
                    <a:pt x="9" y="216"/>
                    <a:pt x="0" y="224"/>
                  </a:cubicBezTo>
                  <a:cubicBezTo>
                    <a:pt x="11" y="211"/>
                    <a:pt x="14" y="189"/>
                    <a:pt x="16" y="173"/>
                  </a:cubicBezTo>
                  <a:cubicBezTo>
                    <a:pt x="18" y="151"/>
                    <a:pt x="17" y="128"/>
                    <a:pt x="18" y="106"/>
                  </a:cubicBezTo>
                  <a:cubicBezTo>
                    <a:pt x="21" y="70"/>
                    <a:pt x="20" y="34"/>
                    <a:pt x="34" y="0"/>
                  </a:cubicBezTo>
                </a:path>
              </a:pathLst>
            </a:custGeom>
            <a:solidFill>
              <a:srgbClr val="EFCA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419" name="Freeform 620">
              <a:extLst>
                <a:ext uri="{FF2B5EF4-FFF2-40B4-BE49-F238E27FC236}">
                  <a16:creationId xmlns:a16="http://schemas.microsoft.com/office/drawing/2014/main" id="{367C27C8-736B-456D-9E4D-B806AE38541F}"/>
                </a:ext>
              </a:extLst>
            </p:cNvPr>
            <p:cNvSpPr>
              <a:spLocks/>
            </p:cNvSpPr>
            <p:nvPr/>
          </p:nvSpPr>
          <p:spPr bwMode="auto">
            <a:xfrm>
              <a:off x="843" y="2291"/>
              <a:ext cx="50" cy="160"/>
            </a:xfrm>
            <a:custGeom>
              <a:avLst/>
              <a:gdLst>
                <a:gd name="T0" fmla="*/ 33 w 47"/>
                <a:gd name="T1" fmla="*/ 0 h 150"/>
                <a:gd name="T2" fmla="*/ 33 w 47"/>
                <a:gd name="T3" fmla="*/ 86 h 150"/>
                <a:gd name="T4" fmla="*/ 21 w 47"/>
                <a:gd name="T5" fmla="*/ 178 h 150"/>
                <a:gd name="T6" fmla="*/ 0 w 47"/>
                <a:gd name="T7" fmla="*/ 182 h 150"/>
                <a:gd name="T8" fmla="*/ 16 w 47"/>
                <a:gd name="T9" fmla="*/ 134 h 150"/>
                <a:gd name="T10" fmla="*/ 21 w 47"/>
                <a:gd name="T11" fmla="*/ 84 h 150"/>
                <a:gd name="T12" fmla="*/ 33 w 47"/>
                <a:gd name="T13" fmla="*/ 36 h 150"/>
                <a:gd name="T14" fmla="*/ 34 w 47"/>
                <a:gd name="T15" fmla="*/ 0 h 15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7" h="150">
                  <a:moveTo>
                    <a:pt x="27" y="0"/>
                  </a:moveTo>
                  <a:cubicBezTo>
                    <a:pt x="47" y="15"/>
                    <a:pt x="31" y="52"/>
                    <a:pt x="27" y="71"/>
                  </a:cubicBezTo>
                  <a:cubicBezTo>
                    <a:pt x="22" y="96"/>
                    <a:pt x="19" y="121"/>
                    <a:pt x="18" y="147"/>
                  </a:cubicBezTo>
                  <a:cubicBezTo>
                    <a:pt x="12" y="144"/>
                    <a:pt x="6" y="149"/>
                    <a:pt x="0" y="150"/>
                  </a:cubicBezTo>
                  <a:cubicBezTo>
                    <a:pt x="7" y="143"/>
                    <a:pt x="11" y="122"/>
                    <a:pt x="13" y="111"/>
                  </a:cubicBezTo>
                  <a:cubicBezTo>
                    <a:pt x="15" y="97"/>
                    <a:pt x="15" y="83"/>
                    <a:pt x="18" y="69"/>
                  </a:cubicBezTo>
                  <a:cubicBezTo>
                    <a:pt x="20" y="55"/>
                    <a:pt x="25" y="43"/>
                    <a:pt x="27" y="30"/>
                  </a:cubicBezTo>
                  <a:cubicBezTo>
                    <a:pt x="29" y="20"/>
                    <a:pt x="28" y="10"/>
                    <a:pt x="28" y="0"/>
                  </a:cubicBezTo>
                </a:path>
              </a:pathLst>
            </a:custGeom>
            <a:solidFill>
              <a:srgbClr val="EFCA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420" name="Freeform 621">
              <a:extLst>
                <a:ext uri="{FF2B5EF4-FFF2-40B4-BE49-F238E27FC236}">
                  <a16:creationId xmlns:a16="http://schemas.microsoft.com/office/drawing/2014/main" id="{67744690-395B-4263-ABFF-165D682B715D}"/>
                </a:ext>
              </a:extLst>
            </p:cNvPr>
            <p:cNvSpPr>
              <a:spLocks/>
            </p:cNvSpPr>
            <p:nvPr/>
          </p:nvSpPr>
          <p:spPr bwMode="auto">
            <a:xfrm>
              <a:off x="768" y="2356"/>
              <a:ext cx="57" cy="35"/>
            </a:xfrm>
            <a:custGeom>
              <a:avLst/>
              <a:gdLst>
                <a:gd name="T0" fmla="*/ 0 w 53"/>
                <a:gd name="T1" fmla="*/ 12 h 33"/>
                <a:gd name="T2" fmla="*/ 40 w 53"/>
                <a:gd name="T3" fmla="*/ 14 h 33"/>
                <a:gd name="T4" fmla="*/ 66 w 53"/>
                <a:gd name="T5" fmla="*/ 39 h 33"/>
                <a:gd name="T6" fmla="*/ 41 w 53"/>
                <a:gd name="T7" fmla="*/ 4 h 33"/>
                <a:gd name="T8" fmla="*/ 22 w 53"/>
                <a:gd name="T9" fmla="*/ 1 h 33"/>
                <a:gd name="T10" fmla="*/ 4 w 53"/>
                <a:gd name="T11" fmla="*/ 8 h 3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3" h="33">
                  <a:moveTo>
                    <a:pt x="0" y="9"/>
                  </a:moveTo>
                  <a:cubicBezTo>
                    <a:pt x="4" y="2"/>
                    <a:pt x="25" y="9"/>
                    <a:pt x="32" y="11"/>
                  </a:cubicBezTo>
                  <a:cubicBezTo>
                    <a:pt x="44" y="15"/>
                    <a:pt x="47" y="22"/>
                    <a:pt x="53" y="33"/>
                  </a:cubicBezTo>
                  <a:cubicBezTo>
                    <a:pt x="53" y="19"/>
                    <a:pt x="46" y="9"/>
                    <a:pt x="33" y="4"/>
                  </a:cubicBezTo>
                  <a:cubicBezTo>
                    <a:pt x="29" y="1"/>
                    <a:pt x="24" y="0"/>
                    <a:pt x="18" y="1"/>
                  </a:cubicBezTo>
                  <a:cubicBezTo>
                    <a:pt x="13" y="2"/>
                    <a:pt x="9" y="7"/>
                    <a:pt x="4" y="8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421" name="Freeform 622">
              <a:extLst>
                <a:ext uri="{FF2B5EF4-FFF2-40B4-BE49-F238E27FC236}">
                  <a16:creationId xmlns:a16="http://schemas.microsoft.com/office/drawing/2014/main" id="{4E2267A6-7182-45BF-B112-1D9C46630F2E}"/>
                </a:ext>
              </a:extLst>
            </p:cNvPr>
            <p:cNvSpPr>
              <a:spLocks/>
            </p:cNvSpPr>
            <p:nvPr/>
          </p:nvSpPr>
          <p:spPr bwMode="auto">
            <a:xfrm>
              <a:off x="751" y="2390"/>
              <a:ext cx="50" cy="139"/>
            </a:xfrm>
            <a:custGeom>
              <a:avLst/>
              <a:gdLst>
                <a:gd name="T0" fmla="*/ 36 w 47"/>
                <a:gd name="T1" fmla="*/ 0 h 130"/>
                <a:gd name="T2" fmla="*/ 33 w 47"/>
                <a:gd name="T3" fmla="*/ 21 h 130"/>
                <a:gd name="T4" fmla="*/ 22 w 47"/>
                <a:gd name="T5" fmla="*/ 40 h 130"/>
                <a:gd name="T6" fmla="*/ 21 w 47"/>
                <a:gd name="T7" fmla="*/ 76 h 130"/>
                <a:gd name="T8" fmla="*/ 36 w 47"/>
                <a:gd name="T9" fmla="*/ 117 h 130"/>
                <a:gd name="T10" fmla="*/ 56 w 47"/>
                <a:gd name="T11" fmla="*/ 159 h 130"/>
                <a:gd name="T12" fmla="*/ 47 w 47"/>
                <a:gd name="T13" fmla="*/ 139 h 130"/>
                <a:gd name="T14" fmla="*/ 30 w 47"/>
                <a:gd name="T15" fmla="*/ 122 h 130"/>
                <a:gd name="T16" fmla="*/ 7 w 47"/>
                <a:gd name="T17" fmla="*/ 70 h 130"/>
                <a:gd name="T18" fmla="*/ 2 w 47"/>
                <a:gd name="T19" fmla="*/ 49 h 130"/>
                <a:gd name="T20" fmla="*/ 7 w 47"/>
                <a:gd name="T21" fmla="*/ 40 h 130"/>
                <a:gd name="T22" fmla="*/ 34 w 47"/>
                <a:gd name="T23" fmla="*/ 1 h 13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7" h="130">
                  <a:moveTo>
                    <a:pt x="30" y="0"/>
                  </a:moveTo>
                  <a:cubicBezTo>
                    <a:pt x="28" y="6"/>
                    <a:pt x="29" y="12"/>
                    <a:pt x="27" y="18"/>
                  </a:cubicBezTo>
                  <a:cubicBezTo>
                    <a:pt x="25" y="24"/>
                    <a:pt x="22" y="28"/>
                    <a:pt x="19" y="33"/>
                  </a:cubicBezTo>
                  <a:cubicBezTo>
                    <a:pt x="13" y="43"/>
                    <a:pt x="17" y="51"/>
                    <a:pt x="18" y="62"/>
                  </a:cubicBezTo>
                  <a:cubicBezTo>
                    <a:pt x="19" y="77"/>
                    <a:pt x="20" y="85"/>
                    <a:pt x="30" y="95"/>
                  </a:cubicBezTo>
                  <a:cubicBezTo>
                    <a:pt x="39" y="104"/>
                    <a:pt x="46" y="117"/>
                    <a:pt x="47" y="130"/>
                  </a:cubicBezTo>
                  <a:cubicBezTo>
                    <a:pt x="44" y="126"/>
                    <a:pt x="42" y="118"/>
                    <a:pt x="39" y="114"/>
                  </a:cubicBezTo>
                  <a:cubicBezTo>
                    <a:pt x="35" y="109"/>
                    <a:pt x="29" y="104"/>
                    <a:pt x="24" y="100"/>
                  </a:cubicBezTo>
                  <a:cubicBezTo>
                    <a:pt x="8" y="88"/>
                    <a:pt x="8" y="77"/>
                    <a:pt x="7" y="57"/>
                  </a:cubicBezTo>
                  <a:cubicBezTo>
                    <a:pt x="6" y="50"/>
                    <a:pt x="3" y="46"/>
                    <a:pt x="2" y="40"/>
                  </a:cubicBezTo>
                  <a:cubicBezTo>
                    <a:pt x="0" y="32"/>
                    <a:pt x="1" y="36"/>
                    <a:pt x="7" y="33"/>
                  </a:cubicBezTo>
                  <a:cubicBezTo>
                    <a:pt x="17" y="28"/>
                    <a:pt x="24" y="12"/>
                    <a:pt x="28" y="1"/>
                  </a:cubicBezTo>
                </a:path>
              </a:pathLst>
            </a:custGeom>
            <a:solidFill>
              <a:srgbClr val="EFCA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422" name="Freeform 623">
              <a:extLst>
                <a:ext uri="{FF2B5EF4-FFF2-40B4-BE49-F238E27FC236}">
                  <a16:creationId xmlns:a16="http://schemas.microsoft.com/office/drawing/2014/main" id="{61F13080-C1C6-4414-B881-FFD75C5D9454}"/>
                </a:ext>
              </a:extLst>
            </p:cNvPr>
            <p:cNvSpPr>
              <a:spLocks/>
            </p:cNvSpPr>
            <p:nvPr/>
          </p:nvSpPr>
          <p:spPr bwMode="auto">
            <a:xfrm>
              <a:off x="795" y="1944"/>
              <a:ext cx="85" cy="33"/>
            </a:xfrm>
            <a:custGeom>
              <a:avLst/>
              <a:gdLst>
                <a:gd name="T0" fmla="*/ 0 w 80"/>
                <a:gd name="T1" fmla="*/ 0 h 31"/>
                <a:gd name="T2" fmla="*/ 22 w 80"/>
                <a:gd name="T3" fmla="*/ 7 h 31"/>
                <a:gd name="T4" fmla="*/ 49 w 80"/>
                <a:gd name="T5" fmla="*/ 14 h 31"/>
                <a:gd name="T6" fmla="*/ 96 w 80"/>
                <a:gd name="T7" fmla="*/ 33 h 31"/>
                <a:gd name="T8" fmla="*/ 49 w 80"/>
                <a:gd name="T9" fmla="*/ 19 h 31"/>
                <a:gd name="T10" fmla="*/ 24 w 80"/>
                <a:gd name="T11" fmla="*/ 17 h 31"/>
                <a:gd name="T12" fmla="*/ 2 w 80"/>
                <a:gd name="T13" fmla="*/ 4 h 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0" h="31">
                  <a:moveTo>
                    <a:pt x="0" y="0"/>
                  </a:moveTo>
                  <a:cubicBezTo>
                    <a:pt x="6" y="0"/>
                    <a:pt x="12" y="6"/>
                    <a:pt x="19" y="7"/>
                  </a:cubicBezTo>
                  <a:cubicBezTo>
                    <a:pt x="26" y="9"/>
                    <a:pt x="33" y="8"/>
                    <a:pt x="40" y="11"/>
                  </a:cubicBezTo>
                  <a:cubicBezTo>
                    <a:pt x="54" y="15"/>
                    <a:pt x="68" y="20"/>
                    <a:pt x="80" y="27"/>
                  </a:cubicBezTo>
                  <a:cubicBezTo>
                    <a:pt x="67" y="31"/>
                    <a:pt x="52" y="21"/>
                    <a:pt x="40" y="16"/>
                  </a:cubicBezTo>
                  <a:cubicBezTo>
                    <a:pt x="34" y="14"/>
                    <a:pt x="27" y="15"/>
                    <a:pt x="21" y="14"/>
                  </a:cubicBezTo>
                  <a:cubicBezTo>
                    <a:pt x="11" y="13"/>
                    <a:pt x="8" y="9"/>
                    <a:pt x="2" y="4"/>
                  </a:cubicBezTo>
                </a:path>
              </a:pathLst>
            </a:custGeom>
            <a:solidFill>
              <a:srgbClr val="EFCA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423" name="Freeform 624">
              <a:extLst>
                <a:ext uri="{FF2B5EF4-FFF2-40B4-BE49-F238E27FC236}">
                  <a16:creationId xmlns:a16="http://schemas.microsoft.com/office/drawing/2014/main" id="{7CE8843D-0E16-487A-8FD1-4BB07DEB20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2" y="2195"/>
              <a:ext cx="167" cy="213"/>
            </a:xfrm>
            <a:custGeom>
              <a:avLst/>
              <a:gdLst>
                <a:gd name="T0" fmla="*/ 0 w 157"/>
                <a:gd name="T1" fmla="*/ 31 h 200"/>
                <a:gd name="T2" fmla="*/ 55 w 157"/>
                <a:gd name="T3" fmla="*/ 33 h 200"/>
                <a:gd name="T4" fmla="*/ 83 w 157"/>
                <a:gd name="T5" fmla="*/ 110 h 200"/>
                <a:gd name="T6" fmla="*/ 189 w 157"/>
                <a:gd name="T7" fmla="*/ 242 h 200"/>
                <a:gd name="T8" fmla="*/ 67 w 157"/>
                <a:gd name="T9" fmla="*/ 118 h 200"/>
                <a:gd name="T10" fmla="*/ 46 w 157"/>
                <a:gd name="T11" fmla="*/ 53 h 200"/>
                <a:gd name="T12" fmla="*/ 12 w 157"/>
                <a:gd name="T13" fmla="*/ 38 h 20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7" h="200">
                  <a:moveTo>
                    <a:pt x="0" y="25"/>
                  </a:moveTo>
                  <a:cubicBezTo>
                    <a:pt x="17" y="12"/>
                    <a:pt x="35" y="0"/>
                    <a:pt x="46" y="27"/>
                  </a:cubicBezTo>
                  <a:cubicBezTo>
                    <a:pt x="54" y="48"/>
                    <a:pt x="58" y="69"/>
                    <a:pt x="69" y="91"/>
                  </a:cubicBezTo>
                  <a:cubicBezTo>
                    <a:pt x="93" y="137"/>
                    <a:pt x="112" y="173"/>
                    <a:pt x="157" y="200"/>
                  </a:cubicBezTo>
                  <a:cubicBezTo>
                    <a:pt x="119" y="197"/>
                    <a:pt x="75" y="128"/>
                    <a:pt x="55" y="98"/>
                  </a:cubicBezTo>
                  <a:cubicBezTo>
                    <a:pt x="43" y="80"/>
                    <a:pt x="45" y="64"/>
                    <a:pt x="38" y="44"/>
                  </a:cubicBezTo>
                  <a:cubicBezTo>
                    <a:pt x="33" y="28"/>
                    <a:pt x="25" y="31"/>
                    <a:pt x="9" y="32"/>
                  </a:cubicBezTo>
                </a:path>
              </a:pathLst>
            </a:custGeom>
            <a:solidFill>
              <a:srgbClr val="EFCA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424" name="Freeform 625">
              <a:extLst>
                <a:ext uri="{FF2B5EF4-FFF2-40B4-BE49-F238E27FC236}">
                  <a16:creationId xmlns:a16="http://schemas.microsoft.com/office/drawing/2014/main" id="{FA0F7754-09F2-45C9-B373-12A1AEC03F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" y="2291"/>
              <a:ext cx="141" cy="84"/>
            </a:xfrm>
            <a:custGeom>
              <a:avLst/>
              <a:gdLst>
                <a:gd name="T0" fmla="*/ 108 w 132"/>
                <a:gd name="T1" fmla="*/ 28 h 79"/>
                <a:gd name="T2" fmla="*/ 0 w 132"/>
                <a:gd name="T3" fmla="*/ 3 h 79"/>
                <a:gd name="T4" fmla="*/ 89 w 132"/>
                <a:gd name="T5" fmla="*/ 40 h 79"/>
                <a:gd name="T6" fmla="*/ 161 w 132"/>
                <a:gd name="T7" fmla="*/ 95 h 7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2" h="79">
                  <a:moveTo>
                    <a:pt x="89" y="23"/>
                  </a:moveTo>
                  <a:cubicBezTo>
                    <a:pt x="81" y="0"/>
                    <a:pt x="21" y="2"/>
                    <a:pt x="0" y="3"/>
                  </a:cubicBezTo>
                  <a:cubicBezTo>
                    <a:pt x="29" y="8"/>
                    <a:pt x="50" y="16"/>
                    <a:pt x="73" y="34"/>
                  </a:cubicBezTo>
                  <a:cubicBezTo>
                    <a:pt x="88" y="45"/>
                    <a:pt x="129" y="69"/>
                    <a:pt x="132" y="79"/>
                  </a:cubicBezTo>
                </a:path>
              </a:pathLst>
            </a:custGeom>
            <a:solidFill>
              <a:srgbClr val="EFCA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425" name="Freeform 626">
              <a:extLst>
                <a:ext uri="{FF2B5EF4-FFF2-40B4-BE49-F238E27FC236}">
                  <a16:creationId xmlns:a16="http://schemas.microsoft.com/office/drawing/2014/main" id="{9EC451BF-F62D-45EF-BD7E-DBA4DE81CAE8}"/>
                </a:ext>
              </a:extLst>
            </p:cNvPr>
            <p:cNvSpPr>
              <a:spLocks/>
            </p:cNvSpPr>
            <p:nvPr/>
          </p:nvSpPr>
          <p:spPr bwMode="auto">
            <a:xfrm>
              <a:off x="907" y="2329"/>
              <a:ext cx="109" cy="673"/>
            </a:xfrm>
            <a:custGeom>
              <a:avLst/>
              <a:gdLst>
                <a:gd name="T0" fmla="*/ 67 w 102"/>
                <a:gd name="T1" fmla="*/ 0 h 631"/>
                <a:gd name="T2" fmla="*/ 16 w 102"/>
                <a:gd name="T3" fmla="*/ 446 h 631"/>
                <a:gd name="T4" fmla="*/ 124 w 102"/>
                <a:gd name="T5" fmla="*/ 766 h 631"/>
                <a:gd name="T6" fmla="*/ 38 w 102"/>
                <a:gd name="T7" fmla="*/ 440 h 631"/>
                <a:gd name="T8" fmla="*/ 67 w 102"/>
                <a:gd name="T9" fmla="*/ 0 h 6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2" h="631">
                  <a:moveTo>
                    <a:pt x="55" y="0"/>
                  </a:moveTo>
                  <a:cubicBezTo>
                    <a:pt x="55" y="0"/>
                    <a:pt x="0" y="173"/>
                    <a:pt x="13" y="368"/>
                  </a:cubicBezTo>
                  <a:cubicBezTo>
                    <a:pt x="27" y="564"/>
                    <a:pt x="81" y="600"/>
                    <a:pt x="102" y="631"/>
                  </a:cubicBezTo>
                  <a:cubicBezTo>
                    <a:pt x="102" y="631"/>
                    <a:pt x="34" y="520"/>
                    <a:pt x="32" y="363"/>
                  </a:cubicBezTo>
                  <a:cubicBezTo>
                    <a:pt x="31" y="205"/>
                    <a:pt x="55" y="0"/>
                    <a:pt x="55" y="0"/>
                  </a:cubicBezTo>
                  <a:close/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426" name="Freeform 627">
              <a:extLst>
                <a:ext uri="{FF2B5EF4-FFF2-40B4-BE49-F238E27FC236}">
                  <a16:creationId xmlns:a16="http://schemas.microsoft.com/office/drawing/2014/main" id="{E971FD34-EDD5-4E23-BE4B-3156EABC3D82}"/>
                </a:ext>
              </a:extLst>
            </p:cNvPr>
            <p:cNvSpPr>
              <a:spLocks/>
            </p:cNvSpPr>
            <p:nvPr/>
          </p:nvSpPr>
          <p:spPr bwMode="auto">
            <a:xfrm>
              <a:off x="962" y="1980"/>
              <a:ext cx="71" cy="319"/>
            </a:xfrm>
            <a:custGeom>
              <a:avLst/>
              <a:gdLst>
                <a:gd name="T0" fmla="*/ 15 w 66"/>
                <a:gd name="T1" fmla="*/ 363 h 299"/>
                <a:gd name="T2" fmla="*/ 82 w 66"/>
                <a:gd name="T3" fmla="*/ 338 h 299"/>
                <a:gd name="T4" fmla="*/ 32 w 66"/>
                <a:gd name="T5" fmla="*/ 310 h 299"/>
                <a:gd name="T6" fmla="*/ 55 w 66"/>
                <a:gd name="T7" fmla="*/ 273 h 299"/>
                <a:gd name="T8" fmla="*/ 22 w 66"/>
                <a:gd name="T9" fmla="*/ 166 h 299"/>
                <a:gd name="T10" fmla="*/ 24 w 66"/>
                <a:gd name="T11" fmla="*/ 80 h 299"/>
                <a:gd name="T12" fmla="*/ 30 w 66"/>
                <a:gd name="T13" fmla="*/ 0 h 299"/>
                <a:gd name="T14" fmla="*/ 3 w 66"/>
                <a:gd name="T15" fmla="*/ 187 h 299"/>
                <a:gd name="T16" fmla="*/ 5 w 66"/>
                <a:gd name="T17" fmla="*/ 265 h 299"/>
                <a:gd name="T18" fmla="*/ 13 w 66"/>
                <a:gd name="T19" fmla="*/ 304 h 299"/>
                <a:gd name="T20" fmla="*/ 15 w 66"/>
                <a:gd name="T21" fmla="*/ 344 h 29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6" h="299">
                  <a:moveTo>
                    <a:pt x="12" y="299"/>
                  </a:moveTo>
                  <a:cubicBezTo>
                    <a:pt x="6" y="263"/>
                    <a:pt x="47" y="270"/>
                    <a:pt x="66" y="278"/>
                  </a:cubicBezTo>
                  <a:cubicBezTo>
                    <a:pt x="52" y="271"/>
                    <a:pt x="31" y="272"/>
                    <a:pt x="26" y="256"/>
                  </a:cubicBezTo>
                  <a:cubicBezTo>
                    <a:pt x="21" y="242"/>
                    <a:pt x="28" y="224"/>
                    <a:pt x="44" y="225"/>
                  </a:cubicBezTo>
                  <a:cubicBezTo>
                    <a:pt x="6" y="228"/>
                    <a:pt x="17" y="162"/>
                    <a:pt x="18" y="137"/>
                  </a:cubicBezTo>
                  <a:cubicBezTo>
                    <a:pt x="20" y="113"/>
                    <a:pt x="18" y="89"/>
                    <a:pt x="19" y="66"/>
                  </a:cubicBezTo>
                  <a:cubicBezTo>
                    <a:pt x="19" y="44"/>
                    <a:pt x="25" y="22"/>
                    <a:pt x="24" y="0"/>
                  </a:cubicBezTo>
                  <a:cubicBezTo>
                    <a:pt x="9" y="51"/>
                    <a:pt x="0" y="101"/>
                    <a:pt x="3" y="154"/>
                  </a:cubicBezTo>
                  <a:cubicBezTo>
                    <a:pt x="4" y="175"/>
                    <a:pt x="4" y="196"/>
                    <a:pt x="5" y="217"/>
                  </a:cubicBezTo>
                  <a:cubicBezTo>
                    <a:pt x="5" y="229"/>
                    <a:pt x="7" y="239"/>
                    <a:pt x="10" y="250"/>
                  </a:cubicBezTo>
                  <a:cubicBezTo>
                    <a:pt x="11" y="257"/>
                    <a:pt x="16" y="286"/>
                    <a:pt x="12" y="283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427" name="Freeform 628">
              <a:extLst>
                <a:ext uri="{FF2B5EF4-FFF2-40B4-BE49-F238E27FC236}">
                  <a16:creationId xmlns:a16="http://schemas.microsoft.com/office/drawing/2014/main" id="{DADAF968-F009-4289-809D-29C8BEFA5B45}"/>
                </a:ext>
              </a:extLst>
            </p:cNvPr>
            <p:cNvSpPr>
              <a:spLocks/>
            </p:cNvSpPr>
            <p:nvPr/>
          </p:nvSpPr>
          <p:spPr bwMode="auto">
            <a:xfrm>
              <a:off x="965" y="3004"/>
              <a:ext cx="68" cy="142"/>
            </a:xfrm>
            <a:custGeom>
              <a:avLst/>
              <a:gdLst>
                <a:gd name="T0" fmla="*/ 65 w 63"/>
                <a:gd name="T1" fmla="*/ 33 h 133"/>
                <a:gd name="T2" fmla="*/ 38 w 63"/>
                <a:gd name="T3" fmla="*/ 0 h 133"/>
                <a:gd name="T4" fmla="*/ 79 w 63"/>
                <a:gd name="T5" fmla="*/ 162 h 133"/>
                <a:gd name="T6" fmla="*/ 60 w 63"/>
                <a:gd name="T7" fmla="*/ 32 h 1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3" h="133">
                  <a:moveTo>
                    <a:pt x="52" y="27"/>
                  </a:moveTo>
                  <a:cubicBezTo>
                    <a:pt x="46" y="18"/>
                    <a:pt x="40" y="5"/>
                    <a:pt x="30" y="0"/>
                  </a:cubicBezTo>
                  <a:cubicBezTo>
                    <a:pt x="0" y="38"/>
                    <a:pt x="37" y="105"/>
                    <a:pt x="63" y="133"/>
                  </a:cubicBezTo>
                  <a:cubicBezTo>
                    <a:pt x="46" y="115"/>
                    <a:pt x="22" y="43"/>
                    <a:pt x="48" y="26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428" name="Freeform 629">
              <a:extLst>
                <a:ext uri="{FF2B5EF4-FFF2-40B4-BE49-F238E27FC236}">
                  <a16:creationId xmlns:a16="http://schemas.microsoft.com/office/drawing/2014/main" id="{C2121C80-3273-4B1D-9711-59AB7CFF3A0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1" y="3179"/>
              <a:ext cx="128" cy="617"/>
            </a:xfrm>
            <a:custGeom>
              <a:avLst/>
              <a:gdLst>
                <a:gd name="T0" fmla="*/ 37 w 120"/>
                <a:gd name="T1" fmla="*/ 0 h 579"/>
                <a:gd name="T2" fmla="*/ 5 w 120"/>
                <a:gd name="T3" fmla="*/ 167 h 579"/>
                <a:gd name="T4" fmla="*/ 0 w 120"/>
                <a:gd name="T5" fmla="*/ 374 h 579"/>
                <a:gd name="T6" fmla="*/ 37 w 120"/>
                <a:gd name="T7" fmla="*/ 616 h 579"/>
                <a:gd name="T8" fmla="*/ 58 w 120"/>
                <a:gd name="T9" fmla="*/ 695 h 579"/>
                <a:gd name="T10" fmla="*/ 73 w 120"/>
                <a:gd name="T11" fmla="*/ 574 h 579"/>
                <a:gd name="T12" fmla="*/ 58 w 120"/>
                <a:gd name="T13" fmla="*/ 561 h 579"/>
                <a:gd name="T14" fmla="*/ 96 w 120"/>
                <a:gd name="T15" fmla="*/ 572 h 579"/>
                <a:gd name="T16" fmla="*/ 146 w 120"/>
                <a:gd name="T17" fmla="*/ 566 h 579"/>
                <a:gd name="T18" fmla="*/ 61 w 120"/>
                <a:gd name="T19" fmla="*/ 541 h 579"/>
                <a:gd name="T20" fmla="*/ 35 w 120"/>
                <a:gd name="T21" fmla="*/ 410 h 579"/>
                <a:gd name="T22" fmla="*/ 22 w 120"/>
                <a:gd name="T23" fmla="*/ 226 h 579"/>
                <a:gd name="T24" fmla="*/ 37 w 120"/>
                <a:gd name="T25" fmla="*/ 30 h 57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20" h="579">
                  <a:moveTo>
                    <a:pt x="31" y="0"/>
                  </a:moveTo>
                  <a:cubicBezTo>
                    <a:pt x="31" y="47"/>
                    <a:pt x="9" y="92"/>
                    <a:pt x="5" y="138"/>
                  </a:cubicBezTo>
                  <a:cubicBezTo>
                    <a:pt x="1" y="195"/>
                    <a:pt x="0" y="252"/>
                    <a:pt x="0" y="309"/>
                  </a:cubicBezTo>
                  <a:cubicBezTo>
                    <a:pt x="0" y="378"/>
                    <a:pt x="38" y="440"/>
                    <a:pt x="31" y="509"/>
                  </a:cubicBezTo>
                  <a:cubicBezTo>
                    <a:pt x="30" y="521"/>
                    <a:pt x="32" y="579"/>
                    <a:pt x="48" y="574"/>
                  </a:cubicBezTo>
                  <a:cubicBezTo>
                    <a:pt x="29" y="537"/>
                    <a:pt x="55" y="509"/>
                    <a:pt x="60" y="475"/>
                  </a:cubicBezTo>
                  <a:cubicBezTo>
                    <a:pt x="56" y="471"/>
                    <a:pt x="52" y="467"/>
                    <a:pt x="48" y="464"/>
                  </a:cubicBezTo>
                  <a:cubicBezTo>
                    <a:pt x="59" y="465"/>
                    <a:pt x="69" y="471"/>
                    <a:pt x="79" y="473"/>
                  </a:cubicBezTo>
                  <a:cubicBezTo>
                    <a:pt x="96" y="476"/>
                    <a:pt x="105" y="468"/>
                    <a:pt x="120" y="467"/>
                  </a:cubicBezTo>
                  <a:cubicBezTo>
                    <a:pt x="97" y="468"/>
                    <a:pt x="66" y="465"/>
                    <a:pt x="50" y="448"/>
                  </a:cubicBezTo>
                  <a:cubicBezTo>
                    <a:pt x="27" y="423"/>
                    <a:pt x="30" y="372"/>
                    <a:pt x="29" y="339"/>
                  </a:cubicBezTo>
                  <a:cubicBezTo>
                    <a:pt x="28" y="288"/>
                    <a:pt x="17" y="239"/>
                    <a:pt x="19" y="187"/>
                  </a:cubicBezTo>
                  <a:cubicBezTo>
                    <a:pt x="22" y="134"/>
                    <a:pt x="18" y="76"/>
                    <a:pt x="31" y="24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429" name="Freeform 630">
              <a:extLst>
                <a:ext uri="{FF2B5EF4-FFF2-40B4-BE49-F238E27FC236}">
                  <a16:creationId xmlns:a16="http://schemas.microsoft.com/office/drawing/2014/main" id="{1097CF20-ADAC-479D-8859-D6227B2CACA2}"/>
                </a:ext>
              </a:extLst>
            </p:cNvPr>
            <p:cNvSpPr>
              <a:spLocks/>
            </p:cNvSpPr>
            <p:nvPr/>
          </p:nvSpPr>
          <p:spPr bwMode="auto">
            <a:xfrm>
              <a:off x="877" y="3817"/>
              <a:ext cx="165" cy="137"/>
            </a:xfrm>
            <a:custGeom>
              <a:avLst/>
              <a:gdLst>
                <a:gd name="T0" fmla="*/ 187 w 155"/>
                <a:gd name="T1" fmla="*/ 6 h 129"/>
                <a:gd name="T2" fmla="*/ 145 w 155"/>
                <a:gd name="T3" fmla="*/ 47 h 129"/>
                <a:gd name="T4" fmla="*/ 96 w 155"/>
                <a:gd name="T5" fmla="*/ 92 h 129"/>
                <a:gd name="T6" fmla="*/ 54 w 155"/>
                <a:gd name="T7" fmla="*/ 124 h 129"/>
                <a:gd name="T8" fmla="*/ 0 w 155"/>
                <a:gd name="T9" fmla="*/ 147 h 129"/>
                <a:gd name="T10" fmla="*/ 45 w 155"/>
                <a:gd name="T11" fmla="*/ 154 h 129"/>
                <a:gd name="T12" fmla="*/ 55 w 155"/>
                <a:gd name="T13" fmla="*/ 140 h 129"/>
                <a:gd name="T14" fmla="*/ 82 w 155"/>
                <a:gd name="T15" fmla="*/ 123 h 129"/>
                <a:gd name="T16" fmla="*/ 109 w 155"/>
                <a:gd name="T17" fmla="*/ 101 h 129"/>
                <a:gd name="T18" fmla="*/ 122 w 155"/>
                <a:gd name="T19" fmla="*/ 78 h 129"/>
                <a:gd name="T20" fmla="*/ 146 w 155"/>
                <a:gd name="T21" fmla="*/ 58 h 129"/>
                <a:gd name="T22" fmla="*/ 163 w 155"/>
                <a:gd name="T23" fmla="*/ 38 h 129"/>
                <a:gd name="T24" fmla="*/ 186 w 155"/>
                <a:gd name="T25" fmla="*/ 4 h 12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55" h="129">
                  <a:moveTo>
                    <a:pt x="155" y="6"/>
                  </a:moveTo>
                  <a:cubicBezTo>
                    <a:pt x="139" y="0"/>
                    <a:pt x="127" y="29"/>
                    <a:pt x="120" y="39"/>
                  </a:cubicBezTo>
                  <a:cubicBezTo>
                    <a:pt x="109" y="54"/>
                    <a:pt x="94" y="64"/>
                    <a:pt x="80" y="77"/>
                  </a:cubicBezTo>
                  <a:cubicBezTo>
                    <a:pt x="69" y="88"/>
                    <a:pt x="59" y="96"/>
                    <a:pt x="45" y="104"/>
                  </a:cubicBezTo>
                  <a:cubicBezTo>
                    <a:pt x="30" y="112"/>
                    <a:pt x="12" y="109"/>
                    <a:pt x="0" y="122"/>
                  </a:cubicBezTo>
                  <a:cubicBezTo>
                    <a:pt x="14" y="119"/>
                    <a:pt x="26" y="119"/>
                    <a:pt x="37" y="129"/>
                  </a:cubicBezTo>
                  <a:cubicBezTo>
                    <a:pt x="37" y="121"/>
                    <a:pt x="39" y="121"/>
                    <a:pt x="46" y="117"/>
                  </a:cubicBezTo>
                  <a:cubicBezTo>
                    <a:pt x="54" y="113"/>
                    <a:pt x="61" y="109"/>
                    <a:pt x="68" y="103"/>
                  </a:cubicBezTo>
                  <a:cubicBezTo>
                    <a:pt x="75" y="96"/>
                    <a:pt x="84" y="92"/>
                    <a:pt x="90" y="84"/>
                  </a:cubicBezTo>
                  <a:cubicBezTo>
                    <a:pt x="94" y="78"/>
                    <a:pt x="97" y="71"/>
                    <a:pt x="101" y="65"/>
                  </a:cubicBezTo>
                  <a:cubicBezTo>
                    <a:pt x="107" y="58"/>
                    <a:pt x="114" y="54"/>
                    <a:pt x="121" y="49"/>
                  </a:cubicBezTo>
                  <a:cubicBezTo>
                    <a:pt x="127" y="44"/>
                    <a:pt x="131" y="38"/>
                    <a:pt x="135" y="32"/>
                  </a:cubicBezTo>
                  <a:cubicBezTo>
                    <a:pt x="141" y="22"/>
                    <a:pt x="146" y="11"/>
                    <a:pt x="154" y="4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430" name="Freeform 631">
              <a:extLst>
                <a:ext uri="{FF2B5EF4-FFF2-40B4-BE49-F238E27FC236}">
                  <a16:creationId xmlns:a16="http://schemas.microsoft.com/office/drawing/2014/main" id="{0371DE0C-56D4-4BDC-A552-B5AB4CB7D87E}"/>
                </a:ext>
              </a:extLst>
            </p:cNvPr>
            <p:cNvSpPr>
              <a:spLocks/>
            </p:cNvSpPr>
            <p:nvPr/>
          </p:nvSpPr>
          <p:spPr bwMode="auto">
            <a:xfrm>
              <a:off x="918" y="3972"/>
              <a:ext cx="126" cy="87"/>
            </a:xfrm>
            <a:custGeom>
              <a:avLst/>
              <a:gdLst>
                <a:gd name="T0" fmla="*/ 0 w 118"/>
                <a:gd name="T1" fmla="*/ 69 h 81"/>
                <a:gd name="T2" fmla="*/ 31 w 118"/>
                <a:gd name="T3" fmla="*/ 98 h 81"/>
                <a:gd name="T4" fmla="*/ 66 w 118"/>
                <a:gd name="T5" fmla="*/ 85 h 81"/>
                <a:gd name="T6" fmla="*/ 86 w 118"/>
                <a:gd name="T7" fmla="*/ 61 h 81"/>
                <a:gd name="T8" fmla="*/ 108 w 118"/>
                <a:gd name="T9" fmla="*/ 45 h 81"/>
                <a:gd name="T10" fmla="*/ 125 w 118"/>
                <a:gd name="T11" fmla="*/ 18 h 81"/>
                <a:gd name="T12" fmla="*/ 144 w 118"/>
                <a:gd name="T13" fmla="*/ 0 h 81"/>
                <a:gd name="T14" fmla="*/ 107 w 118"/>
                <a:gd name="T15" fmla="*/ 33 h 81"/>
                <a:gd name="T16" fmla="*/ 89 w 118"/>
                <a:gd name="T17" fmla="*/ 46 h 81"/>
                <a:gd name="T18" fmla="*/ 78 w 118"/>
                <a:gd name="T19" fmla="*/ 60 h 81"/>
                <a:gd name="T20" fmla="*/ 40 w 118"/>
                <a:gd name="T21" fmla="*/ 89 h 81"/>
                <a:gd name="T22" fmla="*/ 2 w 118"/>
                <a:gd name="T23" fmla="*/ 71 h 81"/>
                <a:gd name="T24" fmla="*/ 1 w 118"/>
                <a:gd name="T25" fmla="*/ 69 h 8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18" h="81">
                  <a:moveTo>
                    <a:pt x="0" y="56"/>
                  </a:moveTo>
                  <a:cubicBezTo>
                    <a:pt x="0" y="68"/>
                    <a:pt x="14" y="77"/>
                    <a:pt x="25" y="79"/>
                  </a:cubicBezTo>
                  <a:cubicBezTo>
                    <a:pt x="35" y="81"/>
                    <a:pt x="47" y="77"/>
                    <a:pt x="54" y="69"/>
                  </a:cubicBezTo>
                  <a:cubicBezTo>
                    <a:pt x="60" y="63"/>
                    <a:pt x="66" y="56"/>
                    <a:pt x="71" y="49"/>
                  </a:cubicBezTo>
                  <a:cubicBezTo>
                    <a:pt x="77" y="42"/>
                    <a:pt x="82" y="41"/>
                    <a:pt x="89" y="36"/>
                  </a:cubicBezTo>
                  <a:cubicBezTo>
                    <a:pt x="96" y="31"/>
                    <a:pt x="98" y="22"/>
                    <a:pt x="103" y="15"/>
                  </a:cubicBezTo>
                  <a:cubicBezTo>
                    <a:pt x="107" y="10"/>
                    <a:pt x="113" y="4"/>
                    <a:pt x="118" y="0"/>
                  </a:cubicBezTo>
                  <a:cubicBezTo>
                    <a:pt x="106" y="4"/>
                    <a:pt x="97" y="18"/>
                    <a:pt x="88" y="27"/>
                  </a:cubicBezTo>
                  <a:cubicBezTo>
                    <a:pt x="83" y="31"/>
                    <a:pt x="78" y="33"/>
                    <a:pt x="73" y="37"/>
                  </a:cubicBezTo>
                  <a:cubicBezTo>
                    <a:pt x="69" y="40"/>
                    <a:pt x="66" y="44"/>
                    <a:pt x="64" y="48"/>
                  </a:cubicBezTo>
                  <a:cubicBezTo>
                    <a:pt x="56" y="59"/>
                    <a:pt x="47" y="70"/>
                    <a:pt x="33" y="72"/>
                  </a:cubicBezTo>
                  <a:cubicBezTo>
                    <a:pt x="21" y="73"/>
                    <a:pt x="7" y="69"/>
                    <a:pt x="2" y="57"/>
                  </a:cubicBezTo>
                  <a:cubicBezTo>
                    <a:pt x="1" y="57"/>
                    <a:pt x="1" y="56"/>
                    <a:pt x="1" y="56"/>
                  </a:cubicBezTo>
                </a:path>
              </a:pathLst>
            </a:custGeom>
            <a:solidFill>
              <a:srgbClr val="EFCA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431" name="Freeform 632">
              <a:extLst>
                <a:ext uri="{FF2B5EF4-FFF2-40B4-BE49-F238E27FC236}">
                  <a16:creationId xmlns:a16="http://schemas.microsoft.com/office/drawing/2014/main" id="{4BDC2873-BD4A-4065-B477-CED123602C9D}"/>
                </a:ext>
              </a:extLst>
            </p:cNvPr>
            <p:cNvSpPr>
              <a:spLocks/>
            </p:cNvSpPr>
            <p:nvPr/>
          </p:nvSpPr>
          <p:spPr bwMode="auto">
            <a:xfrm>
              <a:off x="989" y="3997"/>
              <a:ext cx="23" cy="29"/>
            </a:xfrm>
            <a:custGeom>
              <a:avLst/>
              <a:gdLst>
                <a:gd name="T0" fmla="*/ 0 w 22"/>
                <a:gd name="T1" fmla="*/ 31 h 27"/>
                <a:gd name="T2" fmla="*/ 2 w 22"/>
                <a:gd name="T3" fmla="*/ 0 h 27"/>
                <a:gd name="T4" fmla="*/ 25 w 22"/>
                <a:gd name="T5" fmla="*/ 12 h 27"/>
                <a:gd name="T6" fmla="*/ 9 w 22"/>
                <a:gd name="T7" fmla="*/ 20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27">
                  <a:moveTo>
                    <a:pt x="0" y="25"/>
                  </a:moveTo>
                  <a:cubicBezTo>
                    <a:pt x="4" y="27"/>
                    <a:pt x="3" y="4"/>
                    <a:pt x="2" y="0"/>
                  </a:cubicBezTo>
                  <a:cubicBezTo>
                    <a:pt x="4" y="8"/>
                    <a:pt x="14" y="14"/>
                    <a:pt x="22" y="9"/>
                  </a:cubicBezTo>
                  <a:cubicBezTo>
                    <a:pt x="18" y="12"/>
                    <a:pt x="14" y="15"/>
                    <a:pt x="9" y="17"/>
                  </a:cubicBezTo>
                </a:path>
              </a:pathLst>
            </a:custGeom>
            <a:solidFill>
              <a:srgbClr val="EFCA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432" name="Freeform 633">
              <a:extLst>
                <a:ext uri="{FF2B5EF4-FFF2-40B4-BE49-F238E27FC236}">
                  <a16:creationId xmlns:a16="http://schemas.microsoft.com/office/drawing/2014/main" id="{797417E2-DB62-4907-8957-350CDA3389BE}"/>
                </a:ext>
              </a:extLst>
            </p:cNvPr>
            <p:cNvSpPr>
              <a:spLocks/>
            </p:cNvSpPr>
            <p:nvPr/>
          </p:nvSpPr>
          <p:spPr bwMode="auto">
            <a:xfrm>
              <a:off x="884" y="4019"/>
              <a:ext cx="25" cy="22"/>
            </a:xfrm>
            <a:custGeom>
              <a:avLst/>
              <a:gdLst>
                <a:gd name="T0" fmla="*/ 27 w 23"/>
                <a:gd name="T1" fmla="*/ 12 h 20"/>
                <a:gd name="T2" fmla="*/ 29 w 23"/>
                <a:gd name="T3" fmla="*/ 26 h 20"/>
                <a:gd name="T4" fmla="*/ 10 w 23"/>
                <a:gd name="T5" fmla="*/ 22 h 20"/>
                <a:gd name="T6" fmla="*/ 0 w 23"/>
                <a:gd name="T7" fmla="*/ 0 h 20"/>
                <a:gd name="T8" fmla="*/ 11 w 23"/>
                <a:gd name="T9" fmla="*/ 12 h 20"/>
                <a:gd name="T10" fmla="*/ 28 w 23"/>
                <a:gd name="T11" fmla="*/ 15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" h="20">
                  <a:moveTo>
                    <a:pt x="21" y="9"/>
                  </a:moveTo>
                  <a:cubicBezTo>
                    <a:pt x="21" y="13"/>
                    <a:pt x="23" y="16"/>
                    <a:pt x="23" y="20"/>
                  </a:cubicBezTo>
                  <a:cubicBezTo>
                    <a:pt x="18" y="20"/>
                    <a:pt x="12" y="18"/>
                    <a:pt x="7" y="16"/>
                  </a:cubicBezTo>
                  <a:cubicBezTo>
                    <a:pt x="2" y="12"/>
                    <a:pt x="0" y="7"/>
                    <a:pt x="0" y="0"/>
                  </a:cubicBezTo>
                  <a:cubicBezTo>
                    <a:pt x="2" y="4"/>
                    <a:pt x="4" y="7"/>
                    <a:pt x="8" y="9"/>
                  </a:cubicBezTo>
                  <a:cubicBezTo>
                    <a:pt x="13" y="13"/>
                    <a:pt x="16" y="11"/>
                    <a:pt x="22" y="12"/>
                  </a:cubicBezTo>
                </a:path>
              </a:pathLst>
            </a:custGeom>
            <a:solidFill>
              <a:srgbClr val="EFCA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433" name="Freeform 634">
              <a:extLst>
                <a:ext uri="{FF2B5EF4-FFF2-40B4-BE49-F238E27FC236}">
                  <a16:creationId xmlns:a16="http://schemas.microsoft.com/office/drawing/2014/main" id="{A64A32A4-9E66-494D-AB42-EEF23AD80C52}"/>
                </a:ext>
              </a:extLst>
            </p:cNvPr>
            <p:cNvSpPr>
              <a:spLocks/>
            </p:cNvSpPr>
            <p:nvPr/>
          </p:nvSpPr>
          <p:spPr bwMode="auto">
            <a:xfrm>
              <a:off x="864" y="4002"/>
              <a:ext cx="14" cy="22"/>
            </a:xfrm>
            <a:custGeom>
              <a:avLst/>
              <a:gdLst>
                <a:gd name="T0" fmla="*/ 16 w 13"/>
                <a:gd name="T1" fmla="*/ 13 h 20"/>
                <a:gd name="T2" fmla="*/ 13 w 13"/>
                <a:gd name="T3" fmla="*/ 26 h 20"/>
                <a:gd name="T4" fmla="*/ 2 w 13"/>
                <a:gd name="T5" fmla="*/ 17 h 20"/>
                <a:gd name="T6" fmla="*/ 0 w 13"/>
                <a:gd name="T7" fmla="*/ 9 h 20"/>
                <a:gd name="T8" fmla="*/ 2 w 13"/>
                <a:gd name="T9" fmla="*/ 0 h 20"/>
                <a:gd name="T10" fmla="*/ 5 w 13"/>
                <a:gd name="T11" fmla="*/ 11 h 20"/>
                <a:gd name="T12" fmla="*/ 14 w 13"/>
                <a:gd name="T13" fmla="*/ 17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20">
                  <a:moveTo>
                    <a:pt x="13" y="10"/>
                  </a:moveTo>
                  <a:cubicBezTo>
                    <a:pt x="11" y="11"/>
                    <a:pt x="10" y="17"/>
                    <a:pt x="10" y="20"/>
                  </a:cubicBezTo>
                  <a:cubicBezTo>
                    <a:pt x="7" y="19"/>
                    <a:pt x="4" y="15"/>
                    <a:pt x="2" y="13"/>
                  </a:cubicBezTo>
                  <a:cubicBezTo>
                    <a:pt x="1" y="11"/>
                    <a:pt x="0" y="8"/>
                    <a:pt x="0" y="6"/>
                  </a:cubicBezTo>
                  <a:cubicBezTo>
                    <a:pt x="0" y="4"/>
                    <a:pt x="1" y="2"/>
                    <a:pt x="2" y="0"/>
                  </a:cubicBezTo>
                  <a:cubicBezTo>
                    <a:pt x="3" y="1"/>
                    <a:pt x="4" y="6"/>
                    <a:pt x="5" y="8"/>
                  </a:cubicBezTo>
                  <a:cubicBezTo>
                    <a:pt x="6" y="10"/>
                    <a:pt x="9" y="13"/>
                    <a:pt x="11" y="13"/>
                  </a:cubicBezTo>
                </a:path>
              </a:pathLst>
            </a:custGeom>
            <a:solidFill>
              <a:srgbClr val="EFCA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434" name="Freeform 635">
              <a:extLst>
                <a:ext uri="{FF2B5EF4-FFF2-40B4-BE49-F238E27FC236}">
                  <a16:creationId xmlns:a16="http://schemas.microsoft.com/office/drawing/2014/main" id="{9E539C01-1F42-49EF-98F4-8C927DFD969F}"/>
                </a:ext>
              </a:extLst>
            </p:cNvPr>
            <p:cNvSpPr>
              <a:spLocks/>
            </p:cNvSpPr>
            <p:nvPr/>
          </p:nvSpPr>
          <p:spPr bwMode="auto">
            <a:xfrm>
              <a:off x="854" y="3981"/>
              <a:ext cx="7" cy="14"/>
            </a:xfrm>
            <a:custGeom>
              <a:avLst/>
              <a:gdLst>
                <a:gd name="T0" fmla="*/ 8 w 6"/>
                <a:gd name="T1" fmla="*/ 16 h 13"/>
                <a:gd name="T2" fmla="*/ 0 w 6"/>
                <a:gd name="T3" fmla="*/ 0 h 13"/>
                <a:gd name="T4" fmla="*/ 9 w 6"/>
                <a:gd name="T5" fmla="*/ 12 h 13"/>
                <a:gd name="T6" fmla="*/ 8 w 6"/>
                <a:gd name="T7" fmla="*/ 15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13">
                  <a:moveTo>
                    <a:pt x="5" y="13"/>
                  </a:moveTo>
                  <a:cubicBezTo>
                    <a:pt x="0" y="13"/>
                    <a:pt x="0" y="3"/>
                    <a:pt x="0" y="0"/>
                  </a:cubicBezTo>
                  <a:cubicBezTo>
                    <a:pt x="2" y="3"/>
                    <a:pt x="2" y="8"/>
                    <a:pt x="6" y="9"/>
                  </a:cubicBezTo>
                  <a:cubicBezTo>
                    <a:pt x="6" y="11"/>
                    <a:pt x="5" y="12"/>
                    <a:pt x="5" y="12"/>
                  </a:cubicBezTo>
                </a:path>
              </a:pathLst>
            </a:custGeom>
            <a:solidFill>
              <a:srgbClr val="EFCA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435" name="Freeform 636">
              <a:extLst>
                <a:ext uri="{FF2B5EF4-FFF2-40B4-BE49-F238E27FC236}">
                  <a16:creationId xmlns:a16="http://schemas.microsoft.com/office/drawing/2014/main" id="{12683E94-F91F-4682-9E38-CDFFD6EC62DB}"/>
                </a:ext>
              </a:extLst>
            </p:cNvPr>
            <p:cNvSpPr>
              <a:spLocks/>
            </p:cNvSpPr>
            <p:nvPr/>
          </p:nvSpPr>
          <p:spPr bwMode="auto">
            <a:xfrm>
              <a:off x="893" y="3969"/>
              <a:ext cx="21" cy="24"/>
            </a:xfrm>
            <a:custGeom>
              <a:avLst/>
              <a:gdLst>
                <a:gd name="T0" fmla="*/ 22 w 20"/>
                <a:gd name="T1" fmla="*/ 0 h 22"/>
                <a:gd name="T2" fmla="*/ 15 w 20"/>
                <a:gd name="T3" fmla="*/ 17 h 22"/>
                <a:gd name="T4" fmla="*/ 0 w 20"/>
                <a:gd name="T5" fmla="*/ 28 h 22"/>
                <a:gd name="T6" fmla="*/ 14 w 20"/>
                <a:gd name="T7" fmla="*/ 13 h 22"/>
                <a:gd name="T8" fmla="*/ 18 w 20"/>
                <a:gd name="T9" fmla="*/ 4 h 22"/>
                <a:gd name="T10" fmla="*/ 22 w 20"/>
                <a:gd name="T11" fmla="*/ 0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" h="22">
                  <a:moveTo>
                    <a:pt x="19" y="0"/>
                  </a:moveTo>
                  <a:cubicBezTo>
                    <a:pt x="20" y="4"/>
                    <a:pt x="15" y="10"/>
                    <a:pt x="12" y="14"/>
                  </a:cubicBezTo>
                  <a:cubicBezTo>
                    <a:pt x="10" y="18"/>
                    <a:pt x="5" y="22"/>
                    <a:pt x="0" y="22"/>
                  </a:cubicBezTo>
                  <a:cubicBezTo>
                    <a:pt x="5" y="21"/>
                    <a:pt x="8" y="14"/>
                    <a:pt x="11" y="10"/>
                  </a:cubicBezTo>
                  <a:cubicBezTo>
                    <a:pt x="12" y="8"/>
                    <a:pt x="13" y="6"/>
                    <a:pt x="15" y="4"/>
                  </a:cubicBezTo>
                  <a:cubicBezTo>
                    <a:pt x="16" y="2"/>
                    <a:pt x="18" y="1"/>
                    <a:pt x="19" y="0"/>
                  </a:cubicBezTo>
                </a:path>
              </a:pathLst>
            </a:custGeom>
            <a:solidFill>
              <a:srgbClr val="EFCA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436" name="Freeform 637">
              <a:extLst>
                <a:ext uri="{FF2B5EF4-FFF2-40B4-BE49-F238E27FC236}">
                  <a16:creationId xmlns:a16="http://schemas.microsoft.com/office/drawing/2014/main" id="{29B45172-E76E-4AB6-B22F-8AE826261ACD}"/>
                </a:ext>
              </a:extLst>
            </p:cNvPr>
            <p:cNvSpPr>
              <a:spLocks/>
            </p:cNvSpPr>
            <p:nvPr/>
          </p:nvSpPr>
          <p:spPr bwMode="auto">
            <a:xfrm>
              <a:off x="875" y="3955"/>
              <a:ext cx="26" cy="20"/>
            </a:xfrm>
            <a:custGeom>
              <a:avLst/>
              <a:gdLst>
                <a:gd name="T0" fmla="*/ 28 w 25"/>
                <a:gd name="T1" fmla="*/ 0 h 18"/>
                <a:gd name="T2" fmla="*/ 16 w 25"/>
                <a:gd name="T3" fmla="*/ 16 h 18"/>
                <a:gd name="T4" fmla="*/ 6 w 25"/>
                <a:gd name="T5" fmla="*/ 21 h 18"/>
                <a:gd name="T6" fmla="*/ 0 w 25"/>
                <a:gd name="T7" fmla="*/ 24 h 18"/>
                <a:gd name="T8" fmla="*/ 26 w 25"/>
                <a:gd name="T9" fmla="*/ 0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18">
                  <a:moveTo>
                    <a:pt x="25" y="0"/>
                  </a:moveTo>
                  <a:cubicBezTo>
                    <a:pt x="23" y="6"/>
                    <a:pt x="17" y="9"/>
                    <a:pt x="13" y="12"/>
                  </a:cubicBezTo>
                  <a:cubicBezTo>
                    <a:pt x="10" y="13"/>
                    <a:pt x="8" y="14"/>
                    <a:pt x="6" y="15"/>
                  </a:cubicBezTo>
                  <a:cubicBezTo>
                    <a:pt x="4" y="16"/>
                    <a:pt x="2" y="17"/>
                    <a:pt x="0" y="18"/>
                  </a:cubicBezTo>
                  <a:cubicBezTo>
                    <a:pt x="8" y="11"/>
                    <a:pt x="17" y="8"/>
                    <a:pt x="23" y="0"/>
                  </a:cubicBezTo>
                </a:path>
              </a:pathLst>
            </a:custGeom>
            <a:solidFill>
              <a:srgbClr val="EFCA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437" name="Freeform 638">
              <a:extLst>
                <a:ext uri="{FF2B5EF4-FFF2-40B4-BE49-F238E27FC236}">
                  <a16:creationId xmlns:a16="http://schemas.microsoft.com/office/drawing/2014/main" id="{7B20456A-ADD5-45B6-899A-96952EBC6AF4}"/>
                </a:ext>
              </a:extLst>
            </p:cNvPr>
            <p:cNvSpPr>
              <a:spLocks/>
            </p:cNvSpPr>
            <p:nvPr/>
          </p:nvSpPr>
          <p:spPr bwMode="auto">
            <a:xfrm>
              <a:off x="925" y="3981"/>
              <a:ext cx="19" cy="15"/>
            </a:xfrm>
            <a:custGeom>
              <a:avLst/>
              <a:gdLst>
                <a:gd name="T0" fmla="*/ 20 w 18"/>
                <a:gd name="T1" fmla="*/ 1 h 14"/>
                <a:gd name="T2" fmla="*/ 0 w 18"/>
                <a:gd name="T3" fmla="*/ 17 h 14"/>
                <a:gd name="T4" fmla="*/ 8 w 18"/>
                <a:gd name="T5" fmla="*/ 10 h 14"/>
                <a:gd name="T6" fmla="*/ 21 w 18"/>
                <a:gd name="T7" fmla="*/ 0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14">
                  <a:moveTo>
                    <a:pt x="17" y="1"/>
                  </a:moveTo>
                  <a:cubicBezTo>
                    <a:pt x="14" y="8"/>
                    <a:pt x="8" y="14"/>
                    <a:pt x="0" y="14"/>
                  </a:cubicBezTo>
                  <a:cubicBezTo>
                    <a:pt x="3" y="13"/>
                    <a:pt x="5" y="9"/>
                    <a:pt x="8" y="7"/>
                  </a:cubicBezTo>
                  <a:cubicBezTo>
                    <a:pt x="11" y="5"/>
                    <a:pt x="15" y="3"/>
                    <a:pt x="18" y="0"/>
                  </a:cubicBezTo>
                </a:path>
              </a:pathLst>
            </a:custGeom>
            <a:solidFill>
              <a:srgbClr val="EFCA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438" name="Freeform 639">
              <a:extLst>
                <a:ext uri="{FF2B5EF4-FFF2-40B4-BE49-F238E27FC236}">
                  <a16:creationId xmlns:a16="http://schemas.microsoft.com/office/drawing/2014/main" id="{39DCFB16-43CF-4702-91F6-EF8CAB1FA2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0" y="3783"/>
              <a:ext cx="99" cy="29"/>
            </a:xfrm>
            <a:custGeom>
              <a:avLst/>
              <a:gdLst>
                <a:gd name="T0" fmla="*/ 0 w 93"/>
                <a:gd name="T1" fmla="*/ 8 h 28"/>
                <a:gd name="T2" fmla="*/ 33 w 93"/>
                <a:gd name="T3" fmla="*/ 7 h 28"/>
                <a:gd name="T4" fmla="*/ 56 w 93"/>
                <a:gd name="T5" fmla="*/ 19 h 28"/>
                <a:gd name="T6" fmla="*/ 88 w 93"/>
                <a:gd name="T7" fmla="*/ 18 h 28"/>
                <a:gd name="T8" fmla="*/ 112 w 93"/>
                <a:gd name="T9" fmla="*/ 31 h 28"/>
                <a:gd name="T10" fmla="*/ 65 w 93"/>
                <a:gd name="T11" fmla="*/ 8 h 28"/>
                <a:gd name="T12" fmla="*/ 34 w 93"/>
                <a:gd name="T13" fmla="*/ 1 h 28"/>
                <a:gd name="T14" fmla="*/ 4 w 93"/>
                <a:gd name="T15" fmla="*/ 11 h 2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3" h="28">
                  <a:moveTo>
                    <a:pt x="0" y="8"/>
                  </a:moveTo>
                  <a:cubicBezTo>
                    <a:pt x="9" y="10"/>
                    <a:pt x="19" y="5"/>
                    <a:pt x="27" y="7"/>
                  </a:cubicBezTo>
                  <a:cubicBezTo>
                    <a:pt x="35" y="8"/>
                    <a:pt x="40" y="14"/>
                    <a:pt x="47" y="16"/>
                  </a:cubicBezTo>
                  <a:cubicBezTo>
                    <a:pt x="56" y="18"/>
                    <a:pt x="64" y="12"/>
                    <a:pt x="73" y="15"/>
                  </a:cubicBezTo>
                  <a:cubicBezTo>
                    <a:pt x="80" y="17"/>
                    <a:pt x="87" y="23"/>
                    <a:pt x="93" y="28"/>
                  </a:cubicBezTo>
                  <a:cubicBezTo>
                    <a:pt x="85" y="12"/>
                    <a:pt x="69" y="9"/>
                    <a:pt x="54" y="8"/>
                  </a:cubicBezTo>
                  <a:cubicBezTo>
                    <a:pt x="45" y="7"/>
                    <a:pt x="37" y="3"/>
                    <a:pt x="28" y="1"/>
                  </a:cubicBezTo>
                  <a:cubicBezTo>
                    <a:pt x="18" y="0"/>
                    <a:pt x="12" y="5"/>
                    <a:pt x="4" y="11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439" name="Freeform 640">
              <a:extLst>
                <a:ext uri="{FF2B5EF4-FFF2-40B4-BE49-F238E27FC236}">
                  <a16:creationId xmlns:a16="http://schemas.microsoft.com/office/drawing/2014/main" id="{BB7162A6-97FF-4DD8-B074-12FA19415D2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4" y="3704"/>
              <a:ext cx="106" cy="239"/>
            </a:xfrm>
            <a:custGeom>
              <a:avLst/>
              <a:gdLst>
                <a:gd name="T0" fmla="*/ 63 w 99"/>
                <a:gd name="T1" fmla="*/ 0 h 224"/>
                <a:gd name="T2" fmla="*/ 84 w 99"/>
                <a:gd name="T3" fmla="*/ 13 h 224"/>
                <a:gd name="T4" fmla="*/ 109 w 99"/>
                <a:gd name="T5" fmla="*/ 23 h 224"/>
                <a:gd name="T6" fmla="*/ 119 w 99"/>
                <a:gd name="T7" fmla="*/ 62 h 224"/>
                <a:gd name="T8" fmla="*/ 88 w 99"/>
                <a:gd name="T9" fmla="*/ 128 h 224"/>
                <a:gd name="T10" fmla="*/ 72 w 99"/>
                <a:gd name="T11" fmla="*/ 163 h 224"/>
                <a:gd name="T12" fmla="*/ 84 w 99"/>
                <a:gd name="T13" fmla="*/ 202 h 224"/>
                <a:gd name="T14" fmla="*/ 45 w 99"/>
                <a:gd name="T15" fmla="*/ 265 h 224"/>
                <a:gd name="T16" fmla="*/ 19 w 99"/>
                <a:gd name="T17" fmla="*/ 271 h 224"/>
                <a:gd name="T18" fmla="*/ 6 w 99"/>
                <a:gd name="T19" fmla="*/ 272 h 224"/>
                <a:gd name="T20" fmla="*/ 0 w 99"/>
                <a:gd name="T21" fmla="*/ 270 h 224"/>
                <a:gd name="T22" fmla="*/ 29 w 99"/>
                <a:gd name="T23" fmla="*/ 260 h 224"/>
                <a:gd name="T24" fmla="*/ 51 w 99"/>
                <a:gd name="T25" fmla="*/ 240 h 224"/>
                <a:gd name="T26" fmla="*/ 64 w 99"/>
                <a:gd name="T27" fmla="*/ 213 h 224"/>
                <a:gd name="T28" fmla="*/ 63 w 99"/>
                <a:gd name="T29" fmla="*/ 179 h 224"/>
                <a:gd name="T30" fmla="*/ 62 w 99"/>
                <a:gd name="T31" fmla="*/ 155 h 224"/>
                <a:gd name="T32" fmla="*/ 62 w 99"/>
                <a:gd name="T33" fmla="*/ 139 h 224"/>
                <a:gd name="T34" fmla="*/ 55 w 99"/>
                <a:gd name="T35" fmla="*/ 134 h 224"/>
                <a:gd name="T36" fmla="*/ 43 w 99"/>
                <a:gd name="T37" fmla="*/ 128 h 224"/>
                <a:gd name="T38" fmla="*/ 12 w 99"/>
                <a:gd name="T39" fmla="*/ 113 h 224"/>
                <a:gd name="T40" fmla="*/ 60 w 99"/>
                <a:gd name="T41" fmla="*/ 131 h 224"/>
                <a:gd name="T42" fmla="*/ 76 w 99"/>
                <a:gd name="T43" fmla="*/ 124 h 224"/>
                <a:gd name="T44" fmla="*/ 99 w 99"/>
                <a:gd name="T45" fmla="*/ 101 h 224"/>
                <a:gd name="T46" fmla="*/ 107 w 99"/>
                <a:gd name="T47" fmla="*/ 74 h 224"/>
                <a:gd name="T48" fmla="*/ 110 w 99"/>
                <a:gd name="T49" fmla="*/ 42 h 224"/>
                <a:gd name="T50" fmla="*/ 85 w 99"/>
                <a:gd name="T51" fmla="*/ 18 h 224"/>
                <a:gd name="T52" fmla="*/ 62 w 99"/>
                <a:gd name="T53" fmla="*/ 5 h 224"/>
                <a:gd name="T54" fmla="*/ 62 w 99"/>
                <a:gd name="T55" fmla="*/ 3 h 224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99" h="224">
                  <a:moveTo>
                    <a:pt x="51" y="0"/>
                  </a:moveTo>
                  <a:cubicBezTo>
                    <a:pt x="56" y="4"/>
                    <a:pt x="62" y="7"/>
                    <a:pt x="68" y="10"/>
                  </a:cubicBezTo>
                  <a:cubicBezTo>
                    <a:pt x="75" y="13"/>
                    <a:pt x="84" y="16"/>
                    <a:pt x="89" y="20"/>
                  </a:cubicBezTo>
                  <a:cubicBezTo>
                    <a:pt x="97" y="26"/>
                    <a:pt x="96" y="42"/>
                    <a:pt x="97" y="51"/>
                  </a:cubicBezTo>
                  <a:cubicBezTo>
                    <a:pt x="99" y="73"/>
                    <a:pt x="91" y="92"/>
                    <a:pt x="72" y="105"/>
                  </a:cubicBezTo>
                  <a:cubicBezTo>
                    <a:pt x="61" y="113"/>
                    <a:pt x="58" y="120"/>
                    <a:pt x="59" y="134"/>
                  </a:cubicBezTo>
                  <a:cubicBezTo>
                    <a:pt x="60" y="145"/>
                    <a:pt x="65" y="156"/>
                    <a:pt x="68" y="166"/>
                  </a:cubicBezTo>
                  <a:cubicBezTo>
                    <a:pt x="73" y="188"/>
                    <a:pt x="57" y="211"/>
                    <a:pt x="36" y="217"/>
                  </a:cubicBezTo>
                  <a:cubicBezTo>
                    <a:pt x="29" y="220"/>
                    <a:pt x="23" y="223"/>
                    <a:pt x="16" y="223"/>
                  </a:cubicBezTo>
                  <a:cubicBezTo>
                    <a:pt x="13" y="224"/>
                    <a:pt x="9" y="224"/>
                    <a:pt x="6" y="224"/>
                  </a:cubicBezTo>
                  <a:cubicBezTo>
                    <a:pt x="4" y="224"/>
                    <a:pt x="3" y="222"/>
                    <a:pt x="0" y="222"/>
                  </a:cubicBezTo>
                  <a:cubicBezTo>
                    <a:pt x="7" y="222"/>
                    <a:pt x="16" y="217"/>
                    <a:pt x="23" y="215"/>
                  </a:cubicBezTo>
                  <a:cubicBezTo>
                    <a:pt x="31" y="211"/>
                    <a:pt x="37" y="206"/>
                    <a:pt x="42" y="198"/>
                  </a:cubicBezTo>
                  <a:cubicBezTo>
                    <a:pt x="47" y="191"/>
                    <a:pt x="52" y="184"/>
                    <a:pt x="52" y="175"/>
                  </a:cubicBezTo>
                  <a:cubicBezTo>
                    <a:pt x="53" y="166"/>
                    <a:pt x="52" y="156"/>
                    <a:pt x="51" y="147"/>
                  </a:cubicBezTo>
                  <a:cubicBezTo>
                    <a:pt x="50" y="140"/>
                    <a:pt x="49" y="134"/>
                    <a:pt x="50" y="127"/>
                  </a:cubicBezTo>
                  <a:cubicBezTo>
                    <a:pt x="50" y="123"/>
                    <a:pt x="52" y="117"/>
                    <a:pt x="50" y="114"/>
                  </a:cubicBezTo>
                  <a:cubicBezTo>
                    <a:pt x="49" y="112"/>
                    <a:pt x="47" y="112"/>
                    <a:pt x="45" y="111"/>
                  </a:cubicBezTo>
                  <a:cubicBezTo>
                    <a:pt x="41" y="109"/>
                    <a:pt x="38" y="107"/>
                    <a:pt x="35" y="105"/>
                  </a:cubicBezTo>
                  <a:cubicBezTo>
                    <a:pt x="27" y="100"/>
                    <a:pt x="18" y="96"/>
                    <a:pt x="9" y="93"/>
                  </a:cubicBezTo>
                  <a:cubicBezTo>
                    <a:pt x="24" y="93"/>
                    <a:pt x="35" y="104"/>
                    <a:pt x="49" y="108"/>
                  </a:cubicBezTo>
                  <a:cubicBezTo>
                    <a:pt x="55" y="110"/>
                    <a:pt x="58" y="107"/>
                    <a:pt x="62" y="102"/>
                  </a:cubicBezTo>
                  <a:cubicBezTo>
                    <a:pt x="68" y="96"/>
                    <a:pt x="76" y="90"/>
                    <a:pt x="80" y="83"/>
                  </a:cubicBezTo>
                  <a:cubicBezTo>
                    <a:pt x="84" y="76"/>
                    <a:pt x="85" y="68"/>
                    <a:pt x="87" y="61"/>
                  </a:cubicBezTo>
                  <a:cubicBezTo>
                    <a:pt x="89" y="53"/>
                    <a:pt x="94" y="44"/>
                    <a:pt x="90" y="35"/>
                  </a:cubicBezTo>
                  <a:cubicBezTo>
                    <a:pt x="86" y="27"/>
                    <a:pt x="76" y="20"/>
                    <a:pt x="69" y="15"/>
                  </a:cubicBezTo>
                  <a:cubicBezTo>
                    <a:pt x="63" y="10"/>
                    <a:pt x="57" y="6"/>
                    <a:pt x="50" y="5"/>
                  </a:cubicBezTo>
                  <a:cubicBezTo>
                    <a:pt x="50" y="4"/>
                    <a:pt x="50" y="4"/>
                    <a:pt x="50" y="3"/>
                  </a:cubicBezTo>
                </a:path>
              </a:pathLst>
            </a:custGeom>
            <a:solidFill>
              <a:srgbClr val="EFCA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440" name="Freeform 641">
              <a:extLst>
                <a:ext uri="{FF2B5EF4-FFF2-40B4-BE49-F238E27FC236}">
                  <a16:creationId xmlns:a16="http://schemas.microsoft.com/office/drawing/2014/main" id="{3EEC1D7D-F051-41FD-A781-1D48F88506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4" y="2680"/>
              <a:ext cx="416" cy="229"/>
            </a:xfrm>
            <a:custGeom>
              <a:avLst/>
              <a:gdLst>
                <a:gd name="T0" fmla="*/ 466 w 390"/>
                <a:gd name="T1" fmla="*/ 175 h 215"/>
                <a:gd name="T2" fmla="*/ 395 w 390"/>
                <a:gd name="T3" fmla="*/ 150 h 215"/>
                <a:gd name="T4" fmla="*/ 347 w 390"/>
                <a:gd name="T5" fmla="*/ 105 h 215"/>
                <a:gd name="T6" fmla="*/ 277 w 390"/>
                <a:gd name="T7" fmla="*/ 70 h 215"/>
                <a:gd name="T8" fmla="*/ 131 w 390"/>
                <a:gd name="T9" fmla="*/ 26 h 215"/>
                <a:gd name="T10" fmla="*/ 0 w 390"/>
                <a:gd name="T11" fmla="*/ 2 h 215"/>
                <a:gd name="T12" fmla="*/ 84 w 390"/>
                <a:gd name="T13" fmla="*/ 26 h 215"/>
                <a:gd name="T14" fmla="*/ 153 w 390"/>
                <a:gd name="T15" fmla="*/ 52 h 215"/>
                <a:gd name="T16" fmla="*/ 305 w 390"/>
                <a:gd name="T17" fmla="*/ 100 h 215"/>
                <a:gd name="T18" fmla="*/ 388 w 390"/>
                <a:gd name="T19" fmla="*/ 173 h 215"/>
                <a:gd name="T20" fmla="*/ 439 w 390"/>
                <a:gd name="T21" fmla="*/ 212 h 215"/>
                <a:gd name="T22" fmla="*/ 466 w 390"/>
                <a:gd name="T23" fmla="*/ 260 h 215"/>
                <a:gd name="T24" fmla="*/ 474 w 390"/>
                <a:gd name="T25" fmla="*/ 220 h 21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90" h="215">
                  <a:moveTo>
                    <a:pt x="384" y="145"/>
                  </a:moveTo>
                  <a:cubicBezTo>
                    <a:pt x="380" y="167"/>
                    <a:pt x="333" y="131"/>
                    <a:pt x="325" y="124"/>
                  </a:cubicBezTo>
                  <a:cubicBezTo>
                    <a:pt x="312" y="112"/>
                    <a:pt x="301" y="98"/>
                    <a:pt x="286" y="87"/>
                  </a:cubicBezTo>
                  <a:cubicBezTo>
                    <a:pt x="269" y="75"/>
                    <a:pt x="249" y="67"/>
                    <a:pt x="229" y="58"/>
                  </a:cubicBezTo>
                  <a:cubicBezTo>
                    <a:pt x="191" y="41"/>
                    <a:pt x="149" y="30"/>
                    <a:pt x="108" y="22"/>
                  </a:cubicBezTo>
                  <a:cubicBezTo>
                    <a:pt x="72" y="15"/>
                    <a:pt x="37" y="0"/>
                    <a:pt x="0" y="2"/>
                  </a:cubicBezTo>
                  <a:cubicBezTo>
                    <a:pt x="22" y="12"/>
                    <a:pt x="47" y="12"/>
                    <a:pt x="69" y="22"/>
                  </a:cubicBezTo>
                  <a:cubicBezTo>
                    <a:pt x="88" y="30"/>
                    <a:pt x="107" y="36"/>
                    <a:pt x="126" y="43"/>
                  </a:cubicBezTo>
                  <a:cubicBezTo>
                    <a:pt x="167" y="58"/>
                    <a:pt x="211" y="67"/>
                    <a:pt x="251" y="83"/>
                  </a:cubicBezTo>
                  <a:cubicBezTo>
                    <a:pt x="283" y="96"/>
                    <a:pt x="294" y="124"/>
                    <a:pt x="320" y="143"/>
                  </a:cubicBezTo>
                  <a:cubicBezTo>
                    <a:pt x="334" y="154"/>
                    <a:pt x="352" y="161"/>
                    <a:pt x="362" y="176"/>
                  </a:cubicBezTo>
                  <a:cubicBezTo>
                    <a:pt x="371" y="188"/>
                    <a:pt x="374" y="204"/>
                    <a:pt x="384" y="215"/>
                  </a:cubicBezTo>
                  <a:cubicBezTo>
                    <a:pt x="384" y="204"/>
                    <a:pt x="390" y="194"/>
                    <a:pt x="390" y="182"/>
                  </a:cubicBezTo>
                </a:path>
              </a:pathLst>
            </a:custGeom>
            <a:solidFill>
              <a:srgbClr val="EFCA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441" name="Freeform 642">
              <a:extLst>
                <a:ext uri="{FF2B5EF4-FFF2-40B4-BE49-F238E27FC236}">
                  <a16:creationId xmlns:a16="http://schemas.microsoft.com/office/drawing/2014/main" id="{C5CE7108-A81F-4454-BDF7-3B0E2850A8EF}"/>
                </a:ext>
              </a:extLst>
            </p:cNvPr>
            <p:cNvSpPr>
              <a:spLocks/>
            </p:cNvSpPr>
            <p:nvPr/>
          </p:nvSpPr>
          <p:spPr bwMode="auto">
            <a:xfrm>
              <a:off x="940" y="1605"/>
              <a:ext cx="132" cy="269"/>
            </a:xfrm>
            <a:custGeom>
              <a:avLst/>
              <a:gdLst>
                <a:gd name="T0" fmla="*/ 142 w 124"/>
                <a:gd name="T1" fmla="*/ 77 h 252"/>
                <a:gd name="T2" fmla="*/ 111 w 124"/>
                <a:gd name="T3" fmla="*/ 157 h 252"/>
                <a:gd name="T4" fmla="*/ 109 w 124"/>
                <a:gd name="T5" fmla="*/ 195 h 252"/>
                <a:gd name="T6" fmla="*/ 113 w 124"/>
                <a:gd name="T7" fmla="*/ 222 h 252"/>
                <a:gd name="T8" fmla="*/ 83 w 124"/>
                <a:gd name="T9" fmla="*/ 287 h 252"/>
                <a:gd name="T10" fmla="*/ 53 w 124"/>
                <a:gd name="T11" fmla="*/ 306 h 252"/>
                <a:gd name="T12" fmla="*/ 0 w 124"/>
                <a:gd name="T13" fmla="*/ 294 h 252"/>
                <a:gd name="T14" fmla="*/ 38 w 124"/>
                <a:gd name="T15" fmla="*/ 278 h 252"/>
                <a:gd name="T16" fmla="*/ 54 w 124"/>
                <a:gd name="T17" fmla="*/ 231 h 252"/>
                <a:gd name="T18" fmla="*/ 68 w 124"/>
                <a:gd name="T19" fmla="*/ 174 h 252"/>
                <a:gd name="T20" fmla="*/ 96 w 124"/>
                <a:gd name="T21" fmla="*/ 106 h 252"/>
                <a:gd name="T22" fmla="*/ 131 w 124"/>
                <a:gd name="T23" fmla="*/ 18 h 252"/>
                <a:gd name="T24" fmla="*/ 138 w 124"/>
                <a:gd name="T25" fmla="*/ 13 h 252"/>
                <a:gd name="T26" fmla="*/ 150 w 124"/>
                <a:gd name="T27" fmla="*/ 45 h 25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24" h="252">
                  <a:moveTo>
                    <a:pt x="117" y="63"/>
                  </a:moveTo>
                  <a:cubicBezTo>
                    <a:pt x="103" y="80"/>
                    <a:pt x="95" y="107"/>
                    <a:pt x="92" y="129"/>
                  </a:cubicBezTo>
                  <a:cubicBezTo>
                    <a:pt x="91" y="139"/>
                    <a:pt x="90" y="149"/>
                    <a:pt x="90" y="160"/>
                  </a:cubicBezTo>
                  <a:cubicBezTo>
                    <a:pt x="91" y="168"/>
                    <a:pt x="94" y="175"/>
                    <a:pt x="94" y="183"/>
                  </a:cubicBezTo>
                  <a:cubicBezTo>
                    <a:pt x="95" y="199"/>
                    <a:pt x="77" y="224"/>
                    <a:pt x="69" y="236"/>
                  </a:cubicBezTo>
                  <a:cubicBezTo>
                    <a:pt x="62" y="245"/>
                    <a:pt x="55" y="252"/>
                    <a:pt x="44" y="252"/>
                  </a:cubicBezTo>
                  <a:cubicBezTo>
                    <a:pt x="29" y="252"/>
                    <a:pt x="14" y="241"/>
                    <a:pt x="0" y="242"/>
                  </a:cubicBezTo>
                  <a:cubicBezTo>
                    <a:pt x="9" y="239"/>
                    <a:pt x="25" y="236"/>
                    <a:pt x="32" y="229"/>
                  </a:cubicBezTo>
                  <a:cubicBezTo>
                    <a:pt x="42" y="219"/>
                    <a:pt x="44" y="201"/>
                    <a:pt x="45" y="189"/>
                  </a:cubicBezTo>
                  <a:cubicBezTo>
                    <a:pt x="45" y="172"/>
                    <a:pt x="49" y="158"/>
                    <a:pt x="56" y="143"/>
                  </a:cubicBezTo>
                  <a:cubicBezTo>
                    <a:pt x="65" y="125"/>
                    <a:pt x="70" y="105"/>
                    <a:pt x="80" y="87"/>
                  </a:cubicBezTo>
                  <a:cubicBezTo>
                    <a:pt x="93" y="65"/>
                    <a:pt x="111" y="41"/>
                    <a:pt x="109" y="15"/>
                  </a:cubicBezTo>
                  <a:cubicBezTo>
                    <a:pt x="108" y="6"/>
                    <a:pt x="107" y="0"/>
                    <a:pt x="115" y="10"/>
                  </a:cubicBezTo>
                  <a:cubicBezTo>
                    <a:pt x="121" y="17"/>
                    <a:pt x="124" y="28"/>
                    <a:pt x="124" y="37"/>
                  </a:cubicBezTo>
                </a:path>
              </a:pathLst>
            </a:custGeom>
            <a:solidFill>
              <a:srgbClr val="EFCA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442" name="Freeform 643">
              <a:extLst>
                <a:ext uri="{FF2B5EF4-FFF2-40B4-BE49-F238E27FC236}">
                  <a16:creationId xmlns:a16="http://schemas.microsoft.com/office/drawing/2014/main" id="{C5F6AE41-BB3F-41FF-8177-5CAA911A4818}"/>
                </a:ext>
              </a:extLst>
            </p:cNvPr>
            <p:cNvSpPr>
              <a:spLocks/>
            </p:cNvSpPr>
            <p:nvPr/>
          </p:nvSpPr>
          <p:spPr bwMode="auto">
            <a:xfrm>
              <a:off x="849" y="1982"/>
              <a:ext cx="109" cy="246"/>
            </a:xfrm>
            <a:custGeom>
              <a:avLst/>
              <a:gdLst>
                <a:gd name="T0" fmla="*/ 119 w 102"/>
                <a:gd name="T1" fmla="*/ 0 h 231"/>
                <a:gd name="T2" fmla="*/ 0 w 102"/>
                <a:gd name="T3" fmla="*/ 210 h 231"/>
                <a:gd name="T4" fmla="*/ 33 w 102"/>
                <a:gd name="T5" fmla="*/ 236 h 231"/>
                <a:gd name="T6" fmla="*/ 51 w 102"/>
                <a:gd name="T7" fmla="*/ 243 h 231"/>
                <a:gd name="T8" fmla="*/ 96 w 102"/>
                <a:gd name="T9" fmla="*/ 200 h 231"/>
                <a:gd name="T10" fmla="*/ 114 w 102"/>
                <a:gd name="T11" fmla="*/ 142 h 231"/>
                <a:gd name="T12" fmla="*/ 116 w 102"/>
                <a:gd name="T13" fmla="*/ 69 h 2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2" h="231">
                  <a:moveTo>
                    <a:pt x="97" y="0"/>
                  </a:moveTo>
                  <a:cubicBezTo>
                    <a:pt x="89" y="34"/>
                    <a:pt x="84" y="231"/>
                    <a:pt x="0" y="174"/>
                  </a:cubicBezTo>
                  <a:cubicBezTo>
                    <a:pt x="9" y="181"/>
                    <a:pt x="18" y="188"/>
                    <a:pt x="27" y="195"/>
                  </a:cubicBezTo>
                  <a:cubicBezTo>
                    <a:pt x="32" y="199"/>
                    <a:pt x="35" y="202"/>
                    <a:pt x="42" y="201"/>
                  </a:cubicBezTo>
                  <a:cubicBezTo>
                    <a:pt x="57" y="198"/>
                    <a:pt x="70" y="177"/>
                    <a:pt x="79" y="166"/>
                  </a:cubicBezTo>
                  <a:cubicBezTo>
                    <a:pt x="91" y="150"/>
                    <a:pt x="94" y="138"/>
                    <a:pt x="94" y="117"/>
                  </a:cubicBezTo>
                  <a:cubicBezTo>
                    <a:pt x="95" y="99"/>
                    <a:pt x="102" y="75"/>
                    <a:pt x="95" y="57"/>
                  </a:cubicBezTo>
                </a:path>
              </a:pathLst>
            </a:custGeom>
            <a:solidFill>
              <a:srgbClr val="EFCA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443" name="Freeform 644">
              <a:extLst>
                <a:ext uri="{FF2B5EF4-FFF2-40B4-BE49-F238E27FC236}">
                  <a16:creationId xmlns:a16="http://schemas.microsoft.com/office/drawing/2014/main" id="{5C4DACBF-DB63-497E-816E-C739679AF0F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8" y="2502"/>
              <a:ext cx="31" cy="30"/>
            </a:xfrm>
            <a:custGeom>
              <a:avLst/>
              <a:gdLst>
                <a:gd name="T0" fmla="*/ 24 w 29"/>
                <a:gd name="T1" fmla="*/ 0 h 28"/>
                <a:gd name="T2" fmla="*/ 35 w 29"/>
                <a:gd name="T3" fmla="*/ 30 h 28"/>
                <a:gd name="T4" fmla="*/ 16 w 29"/>
                <a:gd name="T5" fmla="*/ 11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28">
                  <a:moveTo>
                    <a:pt x="20" y="0"/>
                  </a:moveTo>
                  <a:cubicBezTo>
                    <a:pt x="18" y="8"/>
                    <a:pt x="16" y="25"/>
                    <a:pt x="29" y="24"/>
                  </a:cubicBezTo>
                  <a:cubicBezTo>
                    <a:pt x="17" y="28"/>
                    <a:pt x="0" y="20"/>
                    <a:pt x="13" y="8"/>
                  </a:cubicBezTo>
                </a:path>
              </a:pathLst>
            </a:custGeom>
            <a:solidFill>
              <a:srgbClr val="EFCA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444" name="Freeform 645">
              <a:extLst>
                <a:ext uri="{FF2B5EF4-FFF2-40B4-BE49-F238E27FC236}">
                  <a16:creationId xmlns:a16="http://schemas.microsoft.com/office/drawing/2014/main" id="{E52866E6-A75A-4941-B7D6-EA7125EBE64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0" y="2662"/>
              <a:ext cx="330" cy="109"/>
            </a:xfrm>
            <a:custGeom>
              <a:avLst/>
              <a:gdLst>
                <a:gd name="T0" fmla="*/ 7 w 310"/>
                <a:gd name="T1" fmla="*/ 2 h 102"/>
                <a:gd name="T2" fmla="*/ 2 w 310"/>
                <a:gd name="T3" fmla="*/ 2 h 102"/>
                <a:gd name="T4" fmla="*/ 32 w 310"/>
                <a:gd name="T5" fmla="*/ 12 h 102"/>
                <a:gd name="T6" fmla="*/ 72 w 310"/>
                <a:gd name="T7" fmla="*/ 24 h 102"/>
                <a:gd name="T8" fmla="*/ 136 w 310"/>
                <a:gd name="T9" fmla="*/ 38 h 102"/>
                <a:gd name="T10" fmla="*/ 226 w 310"/>
                <a:gd name="T11" fmla="*/ 69 h 102"/>
                <a:gd name="T12" fmla="*/ 374 w 310"/>
                <a:gd name="T13" fmla="*/ 124 h 102"/>
                <a:gd name="T14" fmla="*/ 332 w 310"/>
                <a:gd name="T15" fmla="*/ 91 h 102"/>
                <a:gd name="T16" fmla="*/ 274 w 310"/>
                <a:gd name="T17" fmla="*/ 72 h 102"/>
                <a:gd name="T18" fmla="*/ 172 w 310"/>
                <a:gd name="T19" fmla="*/ 36 h 102"/>
                <a:gd name="T20" fmla="*/ 81 w 310"/>
                <a:gd name="T21" fmla="*/ 14 h 102"/>
                <a:gd name="T22" fmla="*/ 34 w 310"/>
                <a:gd name="T23" fmla="*/ 6 h 102"/>
                <a:gd name="T24" fmla="*/ 0 w 310"/>
                <a:gd name="T25" fmla="*/ 0 h 10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10" h="102">
                  <a:moveTo>
                    <a:pt x="7" y="2"/>
                  </a:moveTo>
                  <a:cubicBezTo>
                    <a:pt x="5" y="1"/>
                    <a:pt x="4" y="1"/>
                    <a:pt x="2" y="2"/>
                  </a:cubicBezTo>
                  <a:cubicBezTo>
                    <a:pt x="9" y="6"/>
                    <a:pt x="18" y="6"/>
                    <a:pt x="26" y="9"/>
                  </a:cubicBezTo>
                  <a:cubicBezTo>
                    <a:pt x="38" y="13"/>
                    <a:pt x="48" y="18"/>
                    <a:pt x="60" y="20"/>
                  </a:cubicBezTo>
                  <a:cubicBezTo>
                    <a:pt x="78" y="23"/>
                    <a:pt x="95" y="28"/>
                    <a:pt x="113" y="32"/>
                  </a:cubicBezTo>
                  <a:cubicBezTo>
                    <a:pt x="138" y="37"/>
                    <a:pt x="163" y="45"/>
                    <a:pt x="187" y="57"/>
                  </a:cubicBezTo>
                  <a:cubicBezTo>
                    <a:pt x="226" y="76"/>
                    <a:pt x="276" y="76"/>
                    <a:pt x="310" y="102"/>
                  </a:cubicBezTo>
                  <a:cubicBezTo>
                    <a:pt x="298" y="91"/>
                    <a:pt x="289" y="82"/>
                    <a:pt x="275" y="75"/>
                  </a:cubicBezTo>
                  <a:cubicBezTo>
                    <a:pt x="259" y="67"/>
                    <a:pt x="243" y="63"/>
                    <a:pt x="226" y="59"/>
                  </a:cubicBezTo>
                  <a:cubicBezTo>
                    <a:pt x="198" y="52"/>
                    <a:pt x="170" y="40"/>
                    <a:pt x="143" y="30"/>
                  </a:cubicBezTo>
                  <a:cubicBezTo>
                    <a:pt x="118" y="22"/>
                    <a:pt x="92" y="16"/>
                    <a:pt x="67" y="11"/>
                  </a:cubicBezTo>
                  <a:cubicBezTo>
                    <a:pt x="54" y="8"/>
                    <a:pt x="41" y="8"/>
                    <a:pt x="28" y="6"/>
                  </a:cubicBezTo>
                  <a:cubicBezTo>
                    <a:pt x="19" y="4"/>
                    <a:pt x="10" y="1"/>
                    <a:pt x="0" y="0"/>
                  </a:cubicBezTo>
                </a:path>
              </a:pathLst>
            </a:custGeom>
            <a:solidFill>
              <a:srgbClr val="EFCA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445" name="Freeform 646">
              <a:extLst>
                <a:ext uri="{FF2B5EF4-FFF2-40B4-BE49-F238E27FC236}">
                  <a16:creationId xmlns:a16="http://schemas.microsoft.com/office/drawing/2014/main" id="{35BA6D78-4A3A-45B7-B3B1-57D7982BDFD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" y="3004"/>
              <a:ext cx="116" cy="90"/>
            </a:xfrm>
            <a:custGeom>
              <a:avLst/>
              <a:gdLst>
                <a:gd name="T0" fmla="*/ 0 w 108"/>
                <a:gd name="T1" fmla="*/ 76 h 84"/>
                <a:gd name="T2" fmla="*/ 30 w 108"/>
                <a:gd name="T3" fmla="*/ 29 h 84"/>
                <a:gd name="T4" fmla="*/ 63 w 108"/>
                <a:gd name="T5" fmla="*/ 6 h 84"/>
                <a:gd name="T6" fmla="*/ 98 w 108"/>
                <a:gd name="T7" fmla="*/ 1 h 84"/>
                <a:gd name="T8" fmla="*/ 134 w 108"/>
                <a:gd name="T9" fmla="*/ 12 h 84"/>
                <a:gd name="T10" fmla="*/ 87 w 108"/>
                <a:gd name="T11" fmla="*/ 12 h 84"/>
                <a:gd name="T12" fmla="*/ 54 w 108"/>
                <a:gd name="T13" fmla="*/ 23 h 84"/>
                <a:gd name="T14" fmla="*/ 32 w 108"/>
                <a:gd name="T15" fmla="*/ 68 h 84"/>
                <a:gd name="T16" fmla="*/ 38 w 108"/>
                <a:gd name="T17" fmla="*/ 102 h 84"/>
                <a:gd name="T18" fmla="*/ 0 w 108"/>
                <a:gd name="T19" fmla="*/ 79 h 8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08" h="84">
                  <a:moveTo>
                    <a:pt x="0" y="62"/>
                  </a:moveTo>
                  <a:cubicBezTo>
                    <a:pt x="6" y="44"/>
                    <a:pt x="9" y="35"/>
                    <a:pt x="24" y="23"/>
                  </a:cubicBezTo>
                  <a:cubicBezTo>
                    <a:pt x="32" y="17"/>
                    <a:pt x="42" y="10"/>
                    <a:pt x="51" y="6"/>
                  </a:cubicBezTo>
                  <a:cubicBezTo>
                    <a:pt x="59" y="3"/>
                    <a:pt x="71" y="0"/>
                    <a:pt x="79" y="1"/>
                  </a:cubicBezTo>
                  <a:cubicBezTo>
                    <a:pt x="89" y="2"/>
                    <a:pt x="101" y="9"/>
                    <a:pt x="108" y="9"/>
                  </a:cubicBezTo>
                  <a:cubicBezTo>
                    <a:pt x="95" y="9"/>
                    <a:pt x="82" y="5"/>
                    <a:pt x="70" y="9"/>
                  </a:cubicBezTo>
                  <a:cubicBezTo>
                    <a:pt x="61" y="11"/>
                    <a:pt x="52" y="15"/>
                    <a:pt x="44" y="19"/>
                  </a:cubicBezTo>
                  <a:cubicBezTo>
                    <a:pt x="30" y="27"/>
                    <a:pt x="19" y="37"/>
                    <a:pt x="26" y="55"/>
                  </a:cubicBezTo>
                  <a:cubicBezTo>
                    <a:pt x="29" y="63"/>
                    <a:pt x="47" y="83"/>
                    <a:pt x="31" y="83"/>
                  </a:cubicBezTo>
                  <a:cubicBezTo>
                    <a:pt x="21" y="84"/>
                    <a:pt x="6" y="70"/>
                    <a:pt x="0" y="64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446" name="Freeform 647">
              <a:extLst>
                <a:ext uri="{FF2B5EF4-FFF2-40B4-BE49-F238E27FC236}">
                  <a16:creationId xmlns:a16="http://schemas.microsoft.com/office/drawing/2014/main" id="{87328BC1-0DD2-4ED7-9CFD-0E8E5311B3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2" y="2520"/>
              <a:ext cx="39" cy="148"/>
            </a:xfrm>
            <a:custGeom>
              <a:avLst/>
              <a:gdLst>
                <a:gd name="T0" fmla="*/ 3 w 37"/>
                <a:gd name="T1" fmla="*/ 0 h 139"/>
                <a:gd name="T2" fmla="*/ 2 w 37"/>
                <a:gd name="T3" fmla="*/ 100 h 139"/>
                <a:gd name="T4" fmla="*/ 6 w 37"/>
                <a:gd name="T5" fmla="*/ 146 h 139"/>
                <a:gd name="T6" fmla="*/ 43 w 37"/>
                <a:gd name="T7" fmla="*/ 168 h 139"/>
                <a:gd name="T8" fmla="*/ 13 w 37"/>
                <a:gd name="T9" fmla="*/ 133 h 139"/>
                <a:gd name="T10" fmla="*/ 15 w 37"/>
                <a:gd name="T11" fmla="*/ 86 h 139"/>
                <a:gd name="T12" fmla="*/ 6 w 37"/>
                <a:gd name="T13" fmla="*/ 5 h 13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7" h="139">
                  <a:moveTo>
                    <a:pt x="3" y="0"/>
                  </a:moveTo>
                  <a:cubicBezTo>
                    <a:pt x="14" y="28"/>
                    <a:pt x="5" y="55"/>
                    <a:pt x="2" y="83"/>
                  </a:cubicBezTo>
                  <a:cubicBezTo>
                    <a:pt x="1" y="94"/>
                    <a:pt x="0" y="111"/>
                    <a:pt x="6" y="121"/>
                  </a:cubicBezTo>
                  <a:cubicBezTo>
                    <a:pt x="13" y="132"/>
                    <a:pt x="27" y="133"/>
                    <a:pt x="37" y="139"/>
                  </a:cubicBezTo>
                  <a:cubicBezTo>
                    <a:pt x="25" y="132"/>
                    <a:pt x="15" y="124"/>
                    <a:pt x="10" y="110"/>
                  </a:cubicBezTo>
                  <a:cubicBezTo>
                    <a:pt x="5" y="97"/>
                    <a:pt x="10" y="84"/>
                    <a:pt x="12" y="71"/>
                  </a:cubicBezTo>
                  <a:cubicBezTo>
                    <a:pt x="14" y="50"/>
                    <a:pt x="21" y="21"/>
                    <a:pt x="6" y="5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447" name="Freeform 648">
              <a:extLst>
                <a:ext uri="{FF2B5EF4-FFF2-40B4-BE49-F238E27FC236}">
                  <a16:creationId xmlns:a16="http://schemas.microsoft.com/office/drawing/2014/main" id="{63A619D1-A6FA-4680-BF24-A8E955B119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4" y="2581"/>
              <a:ext cx="52" cy="131"/>
            </a:xfrm>
            <a:custGeom>
              <a:avLst/>
              <a:gdLst>
                <a:gd name="T0" fmla="*/ 10 w 48"/>
                <a:gd name="T1" fmla="*/ 0 h 123"/>
                <a:gd name="T2" fmla="*/ 61 w 48"/>
                <a:gd name="T3" fmla="*/ 111 h 123"/>
                <a:gd name="T4" fmla="*/ 27 w 48"/>
                <a:gd name="T5" fmla="*/ 68 h 123"/>
                <a:gd name="T6" fmla="*/ 13 w 48"/>
                <a:gd name="T7" fmla="*/ 1 h 1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8" h="123">
                  <a:moveTo>
                    <a:pt x="7" y="0"/>
                  </a:moveTo>
                  <a:cubicBezTo>
                    <a:pt x="12" y="19"/>
                    <a:pt x="0" y="123"/>
                    <a:pt x="48" y="92"/>
                  </a:cubicBezTo>
                  <a:cubicBezTo>
                    <a:pt x="28" y="94"/>
                    <a:pt x="26" y="70"/>
                    <a:pt x="21" y="56"/>
                  </a:cubicBezTo>
                  <a:cubicBezTo>
                    <a:pt x="16" y="38"/>
                    <a:pt x="10" y="20"/>
                    <a:pt x="10" y="1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448" name="Freeform 649">
              <a:extLst>
                <a:ext uri="{FF2B5EF4-FFF2-40B4-BE49-F238E27FC236}">
                  <a16:creationId xmlns:a16="http://schemas.microsoft.com/office/drawing/2014/main" id="{0273F3BB-65C0-4984-B25D-A8B033BC2C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9" y="2539"/>
              <a:ext cx="36" cy="122"/>
            </a:xfrm>
            <a:custGeom>
              <a:avLst/>
              <a:gdLst>
                <a:gd name="T0" fmla="*/ 39 w 34"/>
                <a:gd name="T1" fmla="*/ 0 h 114"/>
                <a:gd name="T2" fmla="*/ 13 w 34"/>
                <a:gd name="T3" fmla="*/ 30 h 114"/>
                <a:gd name="T4" fmla="*/ 7 w 34"/>
                <a:gd name="T5" fmla="*/ 64 h 114"/>
                <a:gd name="T6" fmla="*/ 0 w 34"/>
                <a:gd name="T7" fmla="*/ 140 h 114"/>
                <a:gd name="T8" fmla="*/ 16 w 34"/>
                <a:gd name="T9" fmla="*/ 70 h 114"/>
                <a:gd name="T10" fmla="*/ 22 w 34"/>
                <a:gd name="T11" fmla="*/ 37 h 114"/>
                <a:gd name="T12" fmla="*/ 40 w 34"/>
                <a:gd name="T13" fmla="*/ 5 h 1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4" h="114">
                  <a:moveTo>
                    <a:pt x="33" y="0"/>
                  </a:moveTo>
                  <a:cubicBezTo>
                    <a:pt x="32" y="11"/>
                    <a:pt x="17" y="17"/>
                    <a:pt x="10" y="24"/>
                  </a:cubicBezTo>
                  <a:cubicBezTo>
                    <a:pt x="2" y="32"/>
                    <a:pt x="6" y="40"/>
                    <a:pt x="7" y="52"/>
                  </a:cubicBezTo>
                  <a:cubicBezTo>
                    <a:pt x="8" y="73"/>
                    <a:pt x="5" y="95"/>
                    <a:pt x="0" y="114"/>
                  </a:cubicBezTo>
                  <a:cubicBezTo>
                    <a:pt x="13" y="103"/>
                    <a:pt x="12" y="73"/>
                    <a:pt x="13" y="57"/>
                  </a:cubicBezTo>
                  <a:cubicBezTo>
                    <a:pt x="14" y="47"/>
                    <a:pt x="15" y="40"/>
                    <a:pt x="19" y="31"/>
                  </a:cubicBezTo>
                  <a:cubicBezTo>
                    <a:pt x="23" y="21"/>
                    <a:pt x="30" y="14"/>
                    <a:pt x="34" y="5"/>
                  </a:cubicBezTo>
                </a:path>
              </a:pathLst>
            </a:custGeom>
            <a:solidFill>
              <a:srgbClr val="EFCA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449" name="Freeform 650">
              <a:extLst>
                <a:ext uri="{FF2B5EF4-FFF2-40B4-BE49-F238E27FC236}">
                  <a16:creationId xmlns:a16="http://schemas.microsoft.com/office/drawing/2014/main" id="{D318AC6A-AE5C-422C-9BD5-9C5A746F3C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2" y="2511"/>
              <a:ext cx="150" cy="30"/>
            </a:xfrm>
            <a:custGeom>
              <a:avLst/>
              <a:gdLst>
                <a:gd name="T0" fmla="*/ 0 w 140"/>
                <a:gd name="T1" fmla="*/ 1 h 28"/>
                <a:gd name="T2" fmla="*/ 100 w 140"/>
                <a:gd name="T3" fmla="*/ 14 h 28"/>
                <a:gd name="T4" fmla="*/ 173 w 140"/>
                <a:gd name="T5" fmla="*/ 0 h 28"/>
                <a:gd name="T6" fmla="*/ 123 w 140"/>
                <a:gd name="T7" fmla="*/ 23 h 28"/>
                <a:gd name="T8" fmla="*/ 69 w 140"/>
                <a:gd name="T9" fmla="*/ 34 h 28"/>
                <a:gd name="T10" fmla="*/ 5 w 140"/>
                <a:gd name="T11" fmla="*/ 4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0" h="28">
                  <a:moveTo>
                    <a:pt x="0" y="1"/>
                  </a:moveTo>
                  <a:cubicBezTo>
                    <a:pt x="6" y="17"/>
                    <a:pt x="66" y="13"/>
                    <a:pt x="81" y="11"/>
                  </a:cubicBezTo>
                  <a:cubicBezTo>
                    <a:pt x="101" y="8"/>
                    <a:pt x="121" y="3"/>
                    <a:pt x="140" y="0"/>
                  </a:cubicBezTo>
                  <a:cubicBezTo>
                    <a:pt x="127" y="5"/>
                    <a:pt x="114" y="14"/>
                    <a:pt x="100" y="19"/>
                  </a:cubicBezTo>
                  <a:cubicBezTo>
                    <a:pt x="85" y="24"/>
                    <a:pt x="70" y="28"/>
                    <a:pt x="56" y="28"/>
                  </a:cubicBezTo>
                  <a:cubicBezTo>
                    <a:pt x="37" y="27"/>
                    <a:pt x="14" y="21"/>
                    <a:pt x="5" y="4"/>
                  </a:cubicBezTo>
                </a:path>
              </a:pathLst>
            </a:custGeom>
            <a:solidFill>
              <a:srgbClr val="EFCA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450" name="Freeform 651">
              <a:extLst>
                <a:ext uri="{FF2B5EF4-FFF2-40B4-BE49-F238E27FC236}">
                  <a16:creationId xmlns:a16="http://schemas.microsoft.com/office/drawing/2014/main" id="{5F2446B2-0028-4CA0-8C1C-CE02891A7B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8" y="2167"/>
              <a:ext cx="415" cy="314"/>
            </a:xfrm>
            <a:custGeom>
              <a:avLst/>
              <a:gdLst>
                <a:gd name="T0" fmla="*/ 0 w 389"/>
                <a:gd name="T1" fmla="*/ 19 h 294"/>
                <a:gd name="T2" fmla="*/ 29 w 389"/>
                <a:gd name="T3" fmla="*/ 22 h 294"/>
                <a:gd name="T4" fmla="*/ 50 w 389"/>
                <a:gd name="T5" fmla="*/ 41 h 294"/>
                <a:gd name="T6" fmla="*/ 70 w 389"/>
                <a:gd name="T7" fmla="*/ 107 h 294"/>
                <a:gd name="T8" fmla="*/ 154 w 389"/>
                <a:gd name="T9" fmla="*/ 236 h 294"/>
                <a:gd name="T10" fmla="*/ 422 w 389"/>
                <a:gd name="T11" fmla="*/ 354 h 294"/>
                <a:gd name="T12" fmla="*/ 473 w 389"/>
                <a:gd name="T13" fmla="*/ 358 h 294"/>
                <a:gd name="T14" fmla="*/ 287 w 389"/>
                <a:gd name="T15" fmla="*/ 291 h 294"/>
                <a:gd name="T16" fmla="*/ 207 w 389"/>
                <a:gd name="T17" fmla="*/ 242 h 294"/>
                <a:gd name="T18" fmla="*/ 133 w 389"/>
                <a:gd name="T19" fmla="*/ 183 h 294"/>
                <a:gd name="T20" fmla="*/ 65 w 389"/>
                <a:gd name="T21" fmla="*/ 46 h 294"/>
                <a:gd name="T22" fmla="*/ 44 w 389"/>
                <a:gd name="T23" fmla="*/ 4 h 294"/>
                <a:gd name="T24" fmla="*/ 3 w 389"/>
                <a:gd name="T25" fmla="*/ 4 h 29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89" h="294">
                  <a:moveTo>
                    <a:pt x="0" y="16"/>
                  </a:moveTo>
                  <a:cubicBezTo>
                    <a:pt x="6" y="19"/>
                    <a:pt x="15" y="16"/>
                    <a:pt x="23" y="19"/>
                  </a:cubicBezTo>
                  <a:cubicBezTo>
                    <a:pt x="29" y="22"/>
                    <a:pt x="36" y="28"/>
                    <a:pt x="41" y="34"/>
                  </a:cubicBezTo>
                  <a:cubicBezTo>
                    <a:pt x="52" y="49"/>
                    <a:pt x="54" y="69"/>
                    <a:pt x="58" y="88"/>
                  </a:cubicBezTo>
                  <a:cubicBezTo>
                    <a:pt x="67" y="133"/>
                    <a:pt x="94" y="165"/>
                    <a:pt x="127" y="194"/>
                  </a:cubicBezTo>
                  <a:cubicBezTo>
                    <a:pt x="191" y="249"/>
                    <a:pt x="268" y="271"/>
                    <a:pt x="348" y="290"/>
                  </a:cubicBezTo>
                  <a:cubicBezTo>
                    <a:pt x="361" y="294"/>
                    <a:pt x="378" y="294"/>
                    <a:pt x="389" y="294"/>
                  </a:cubicBezTo>
                  <a:cubicBezTo>
                    <a:pt x="336" y="278"/>
                    <a:pt x="285" y="263"/>
                    <a:pt x="236" y="239"/>
                  </a:cubicBezTo>
                  <a:cubicBezTo>
                    <a:pt x="213" y="228"/>
                    <a:pt x="193" y="211"/>
                    <a:pt x="171" y="199"/>
                  </a:cubicBezTo>
                  <a:cubicBezTo>
                    <a:pt x="147" y="185"/>
                    <a:pt x="129" y="172"/>
                    <a:pt x="110" y="150"/>
                  </a:cubicBezTo>
                  <a:cubicBezTo>
                    <a:pt x="84" y="119"/>
                    <a:pt x="66" y="76"/>
                    <a:pt x="53" y="37"/>
                  </a:cubicBezTo>
                  <a:cubicBezTo>
                    <a:pt x="49" y="25"/>
                    <a:pt x="50" y="10"/>
                    <a:pt x="36" y="4"/>
                  </a:cubicBezTo>
                  <a:cubicBezTo>
                    <a:pt x="29" y="0"/>
                    <a:pt x="11" y="1"/>
                    <a:pt x="3" y="4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451" name="Freeform 652">
              <a:extLst>
                <a:ext uri="{FF2B5EF4-FFF2-40B4-BE49-F238E27FC236}">
                  <a16:creationId xmlns:a16="http://schemas.microsoft.com/office/drawing/2014/main" id="{1768D9A9-2E8C-43AB-9BF1-37424D8F8F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0" y="1973"/>
              <a:ext cx="351" cy="67"/>
            </a:xfrm>
            <a:custGeom>
              <a:avLst/>
              <a:gdLst>
                <a:gd name="T0" fmla="*/ 0 w 329"/>
                <a:gd name="T1" fmla="*/ 0 h 63"/>
                <a:gd name="T2" fmla="*/ 140 w 329"/>
                <a:gd name="T3" fmla="*/ 61 h 63"/>
                <a:gd name="T4" fmla="*/ 273 w 329"/>
                <a:gd name="T5" fmla="*/ 64 h 63"/>
                <a:gd name="T6" fmla="*/ 395 w 329"/>
                <a:gd name="T7" fmla="*/ 53 h 63"/>
                <a:gd name="T8" fmla="*/ 259 w 329"/>
                <a:gd name="T9" fmla="*/ 53 h 63"/>
                <a:gd name="T10" fmla="*/ 0 w 329"/>
                <a:gd name="T11" fmla="*/ 0 h 6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29" h="63">
                  <a:moveTo>
                    <a:pt x="0" y="0"/>
                  </a:moveTo>
                  <a:cubicBezTo>
                    <a:pt x="0" y="0"/>
                    <a:pt x="72" y="47"/>
                    <a:pt x="115" y="51"/>
                  </a:cubicBezTo>
                  <a:cubicBezTo>
                    <a:pt x="157" y="56"/>
                    <a:pt x="178" y="62"/>
                    <a:pt x="225" y="53"/>
                  </a:cubicBezTo>
                  <a:cubicBezTo>
                    <a:pt x="272" y="44"/>
                    <a:pt x="320" y="42"/>
                    <a:pt x="325" y="44"/>
                  </a:cubicBezTo>
                  <a:cubicBezTo>
                    <a:pt x="329" y="45"/>
                    <a:pt x="252" y="44"/>
                    <a:pt x="214" y="44"/>
                  </a:cubicBezTo>
                  <a:cubicBezTo>
                    <a:pt x="177" y="44"/>
                    <a:pt x="145" y="63"/>
                    <a:pt x="0" y="0"/>
                  </a:cubicBezTo>
                  <a:close/>
                </a:path>
              </a:pathLst>
            </a:custGeom>
            <a:solidFill>
              <a:srgbClr val="EFCA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452" name="Freeform 653">
              <a:extLst>
                <a:ext uri="{FF2B5EF4-FFF2-40B4-BE49-F238E27FC236}">
                  <a16:creationId xmlns:a16="http://schemas.microsoft.com/office/drawing/2014/main" id="{404CEAFB-C146-42C0-AF18-6A33953D85A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0" y="1809"/>
              <a:ext cx="133" cy="116"/>
            </a:xfrm>
            <a:custGeom>
              <a:avLst/>
              <a:gdLst>
                <a:gd name="T0" fmla="*/ 0 w 124"/>
                <a:gd name="T1" fmla="*/ 118 h 109"/>
                <a:gd name="T2" fmla="*/ 99 w 124"/>
                <a:gd name="T3" fmla="*/ 105 h 109"/>
                <a:gd name="T4" fmla="*/ 142 w 124"/>
                <a:gd name="T5" fmla="*/ 65 h 109"/>
                <a:gd name="T6" fmla="*/ 152 w 124"/>
                <a:gd name="T7" fmla="*/ 0 h 109"/>
                <a:gd name="T8" fmla="*/ 94 w 124"/>
                <a:gd name="T9" fmla="*/ 96 h 109"/>
                <a:gd name="T10" fmla="*/ 5 w 124"/>
                <a:gd name="T11" fmla="*/ 118 h 10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4" h="109">
                  <a:moveTo>
                    <a:pt x="0" y="98"/>
                  </a:moveTo>
                  <a:cubicBezTo>
                    <a:pt x="25" y="109"/>
                    <a:pt x="58" y="99"/>
                    <a:pt x="80" y="87"/>
                  </a:cubicBezTo>
                  <a:cubicBezTo>
                    <a:pt x="93" y="80"/>
                    <a:pt x="108" y="68"/>
                    <a:pt x="115" y="54"/>
                  </a:cubicBezTo>
                  <a:cubicBezTo>
                    <a:pt x="124" y="38"/>
                    <a:pt x="117" y="17"/>
                    <a:pt x="123" y="0"/>
                  </a:cubicBezTo>
                  <a:cubicBezTo>
                    <a:pt x="108" y="28"/>
                    <a:pt x="106" y="62"/>
                    <a:pt x="76" y="80"/>
                  </a:cubicBezTo>
                  <a:cubicBezTo>
                    <a:pt x="57" y="92"/>
                    <a:pt x="26" y="92"/>
                    <a:pt x="5" y="98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453" name="Freeform 654">
              <a:extLst>
                <a:ext uri="{FF2B5EF4-FFF2-40B4-BE49-F238E27FC236}">
                  <a16:creationId xmlns:a16="http://schemas.microsoft.com/office/drawing/2014/main" id="{827F1B48-D957-4A1F-9D2B-A27A2BCA1B2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9" y="3913"/>
              <a:ext cx="146" cy="62"/>
            </a:xfrm>
            <a:custGeom>
              <a:avLst/>
              <a:gdLst>
                <a:gd name="T0" fmla="*/ 0 w 137"/>
                <a:gd name="T1" fmla="*/ 66 h 58"/>
                <a:gd name="T2" fmla="*/ 52 w 137"/>
                <a:gd name="T3" fmla="*/ 21 h 58"/>
                <a:gd name="T4" fmla="*/ 92 w 137"/>
                <a:gd name="T5" fmla="*/ 1 h 58"/>
                <a:gd name="T6" fmla="*/ 166 w 137"/>
                <a:gd name="T7" fmla="*/ 24 h 58"/>
                <a:gd name="T8" fmla="*/ 131 w 137"/>
                <a:gd name="T9" fmla="*/ 41 h 58"/>
                <a:gd name="T10" fmla="*/ 86 w 137"/>
                <a:gd name="T11" fmla="*/ 46 h 58"/>
                <a:gd name="T12" fmla="*/ 1 w 137"/>
                <a:gd name="T13" fmla="*/ 67 h 5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7" h="58">
                  <a:moveTo>
                    <a:pt x="0" y="54"/>
                  </a:moveTo>
                  <a:cubicBezTo>
                    <a:pt x="12" y="58"/>
                    <a:pt x="37" y="25"/>
                    <a:pt x="43" y="18"/>
                  </a:cubicBezTo>
                  <a:cubicBezTo>
                    <a:pt x="53" y="7"/>
                    <a:pt x="61" y="0"/>
                    <a:pt x="76" y="1"/>
                  </a:cubicBezTo>
                  <a:cubicBezTo>
                    <a:pt x="97" y="3"/>
                    <a:pt x="115" y="19"/>
                    <a:pt x="137" y="20"/>
                  </a:cubicBezTo>
                  <a:cubicBezTo>
                    <a:pt x="129" y="25"/>
                    <a:pt x="118" y="32"/>
                    <a:pt x="108" y="34"/>
                  </a:cubicBezTo>
                  <a:cubicBezTo>
                    <a:pt x="96" y="37"/>
                    <a:pt x="83" y="37"/>
                    <a:pt x="71" y="37"/>
                  </a:cubicBezTo>
                  <a:cubicBezTo>
                    <a:pt x="47" y="37"/>
                    <a:pt x="22" y="45"/>
                    <a:pt x="1" y="55"/>
                  </a:cubicBezTo>
                </a:path>
              </a:pathLst>
            </a:custGeom>
            <a:solidFill>
              <a:srgbClr val="EFCA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454" name="Freeform 655">
              <a:extLst>
                <a:ext uri="{FF2B5EF4-FFF2-40B4-BE49-F238E27FC236}">
                  <a16:creationId xmlns:a16="http://schemas.microsoft.com/office/drawing/2014/main" id="{D5CEDA18-E400-4951-80C4-8F640B073CF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3" y="3763"/>
              <a:ext cx="80" cy="62"/>
            </a:xfrm>
            <a:custGeom>
              <a:avLst/>
              <a:gdLst>
                <a:gd name="T0" fmla="*/ 0 w 75"/>
                <a:gd name="T1" fmla="*/ 48 h 58"/>
                <a:gd name="T2" fmla="*/ 27 w 75"/>
                <a:gd name="T3" fmla="*/ 56 h 58"/>
                <a:gd name="T4" fmla="*/ 55 w 75"/>
                <a:gd name="T5" fmla="*/ 47 h 58"/>
                <a:gd name="T6" fmla="*/ 78 w 75"/>
                <a:gd name="T7" fmla="*/ 22 h 58"/>
                <a:gd name="T8" fmla="*/ 89 w 75"/>
                <a:gd name="T9" fmla="*/ 0 h 58"/>
                <a:gd name="T10" fmla="*/ 54 w 75"/>
                <a:gd name="T11" fmla="*/ 60 h 58"/>
                <a:gd name="T12" fmla="*/ 36 w 75"/>
                <a:gd name="T13" fmla="*/ 66 h 58"/>
                <a:gd name="T14" fmla="*/ 16 w 75"/>
                <a:gd name="T15" fmla="*/ 56 h 5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5" h="58">
                  <a:moveTo>
                    <a:pt x="0" y="39"/>
                  </a:moveTo>
                  <a:cubicBezTo>
                    <a:pt x="8" y="41"/>
                    <a:pt x="13" y="45"/>
                    <a:pt x="22" y="46"/>
                  </a:cubicBezTo>
                  <a:cubicBezTo>
                    <a:pt x="30" y="46"/>
                    <a:pt x="39" y="43"/>
                    <a:pt x="46" y="38"/>
                  </a:cubicBezTo>
                  <a:cubicBezTo>
                    <a:pt x="52" y="33"/>
                    <a:pt x="59" y="25"/>
                    <a:pt x="64" y="19"/>
                  </a:cubicBezTo>
                  <a:cubicBezTo>
                    <a:pt x="68" y="13"/>
                    <a:pt x="69" y="6"/>
                    <a:pt x="73" y="0"/>
                  </a:cubicBezTo>
                  <a:cubicBezTo>
                    <a:pt x="75" y="19"/>
                    <a:pt x="58" y="37"/>
                    <a:pt x="45" y="49"/>
                  </a:cubicBezTo>
                  <a:cubicBezTo>
                    <a:pt x="40" y="54"/>
                    <a:pt x="36" y="58"/>
                    <a:pt x="30" y="54"/>
                  </a:cubicBezTo>
                  <a:cubicBezTo>
                    <a:pt x="25" y="52"/>
                    <a:pt x="19" y="46"/>
                    <a:pt x="13" y="46"/>
                  </a:cubicBezTo>
                </a:path>
              </a:pathLst>
            </a:custGeom>
            <a:solidFill>
              <a:srgbClr val="EFCA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455" name="Freeform 656">
              <a:extLst>
                <a:ext uri="{FF2B5EF4-FFF2-40B4-BE49-F238E27FC236}">
                  <a16:creationId xmlns:a16="http://schemas.microsoft.com/office/drawing/2014/main" id="{80A857CB-F6C0-4CF4-A89A-2387A607667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7" y="1804"/>
              <a:ext cx="367" cy="139"/>
            </a:xfrm>
            <a:custGeom>
              <a:avLst/>
              <a:gdLst>
                <a:gd name="T0" fmla="*/ 361 w 344"/>
                <a:gd name="T1" fmla="*/ 4 h 130"/>
                <a:gd name="T2" fmla="*/ 331 w 344"/>
                <a:gd name="T3" fmla="*/ 0 h 130"/>
                <a:gd name="T4" fmla="*/ 306 w 344"/>
                <a:gd name="T5" fmla="*/ 24 h 130"/>
                <a:gd name="T6" fmla="*/ 271 w 344"/>
                <a:gd name="T7" fmla="*/ 57 h 130"/>
                <a:gd name="T8" fmla="*/ 192 w 344"/>
                <a:gd name="T9" fmla="*/ 105 h 130"/>
                <a:gd name="T10" fmla="*/ 101 w 344"/>
                <a:gd name="T11" fmla="*/ 132 h 130"/>
                <a:gd name="T12" fmla="*/ 51 w 344"/>
                <a:gd name="T13" fmla="*/ 143 h 130"/>
                <a:gd name="T14" fmla="*/ 0 w 344"/>
                <a:gd name="T15" fmla="*/ 152 h 130"/>
                <a:gd name="T16" fmla="*/ 79 w 344"/>
                <a:gd name="T17" fmla="*/ 149 h 130"/>
                <a:gd name="T18" fmla="*/ 193 w 344"/>
                <a:gd name="T19" fmla="*/ 128 h 130"/>
                <a:gd name="T20" fmla="*/ 305 w 344"/>
                <a:gd name="T21" fmla="*/ 71 h 130"/>
                <a:gd name="T22" fmla="*/ 342 w 344"/>
                <a:gd name="T23" fmla="*/ 37 h 130"/>
                <a:gd name="T24" fmla="*/ 382 w 344"/>
                <a:gd name="T25" fmla="*/ 67 h 130"/>
                <a:gd name="T26" fmla="*/ 418 w 344"/>
                <a:gd name="T27" fmla="*/ 95 h 130"/>
                <a:gd name="T28" fmla="*/ 382 w 344"/>
                <a:gd name="T29" fmla="*/ 44 h 130"/>
                <a:gd name="T30" fmla="*/ 356 w 344"/>
                <a:gd name="T31" fmla="*/ 11 h 130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344" h="130">
                  <a:moveTo>
                    <a:pt x="297" y="4"/>
                  </a:moveTo>
                  <a:cubicBezTo>
                    <a:pt x="290" y="4"/>
                    <a:pt x="277" y="7"/>
                    <a:pt x="273" y="0"/>
                  </a:cubicBezTo>
                  <a:cubicBezTo>
                    <a:pt x="265" y="0"/>
                    <a:pt x="257" y="13"/>
                    <a:pt x="252" y="20"/>
                  </a:cubicBezTo>
                  <a:cubicBezTo>
                    <a:pt x="243" y="30"/>
                    <a:pt x="233" y="38"/>
                    <a:pt x="223" y="47"/>
                  </a:cubicBezTo>
                  <a:cubicBezTo>
                    <a:pt x="202" y="65"/>
                    <a:pt x="182" y="75"/>
                    <a:pt x="158" y="86"/>
                  </a:cubicBezTo>
                  <a:cubicBezTo>
                    <a:pt x="133" y="99"/>
                    <a:pt x="111" y="105"/>
                    <a:pt x="83" y="108"/>
                  </a:cubicBezTo>
                  <a:cubicBezTo>
                    <a:pt x="70" y="110"/>
                    <a:pt x="55" y="114"/>
                    <a:pt x="42" y="117"/>
                  </a:cubicBezTo>
                  <a:cubicBezTo>
                    <a:pt x="29" y="120"/>
                    <a:pt x="12" y="119"/>
                    <a:pt x="0" y="124"/>
                  </a:cubicBezTo>
                  <a:cubicBezTo>
                    <a:pt x="14" y="130"/>
                    <a:pt x="47" y="124"/>
                    <a:pt x="65" y="122"/>
                  </a:cubicBezTo>
                  <a:cubicBezTo>
                    <a:pt x="96" y="119"/>
                    <a:pt x="129" y="113"/>
                    <a:pt x="159" y="105"/>
                  </a:cubicBezTo>
                  <a:cubicBezTo>
                    <a:pt x="193" y="97"/>
                    <a:pt x="227" y="83"/>
                    <a:pt x="251" y="58"/>
                  </a:cubicBezTo>
                  <a:cubicBezTo>
                    <a:pt x="259" y="51"/>
                    <a:pt x="269" y="30"/>
                    <a:pt x="282" y="31"/>
                  </a:cubicBezTo>
                  <a:cubicBezTo>
                    <a:pt x="291" y="32"/>
                    <a:pt x="307" y="50"/>
                    <a:pt x="315" y="55"/>
                  </a:cubicBezTo>
                  <a:cubicBezTo>
                    <a:pt x="325" y="62"/>
                    <a:pt x="334" y="71"/>
                    <a:pt x="344" y="78"/>
                  </a:cubicBezTo>
                  <a:cubicBezTo>
                    <a:pt x="332" y="66"/>
                    <a:pt x="325" y="50"/>
                    <a:pt x="315" y="36"/>
                  </a:cubicBezTo>
                  <a:cubicBezTo>
                    <a:pt x="309" y="26"/>
                    <a:pt x="298" y="17"/>
                    <a:pt x="293" y="8"/>
                  </a:cubicBezTo>
                </a:path>
              </a:pathLst>
            </a:custGeom>
            <a:solidFill>
              <a:srgbClr val="EFCA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456" name="Freeform 657">
              <a:extLst>
                <a:ext uri="{FF2B5EF4-FFF2-40B4-BE49-F238E27FC236}">
                  <a16:creationId xmlns:a16="http://schemas.microsoft.com/office/drawing/2014/main" id="{B3BE12E4-F56E-43B2-83DB-FCBED1D46D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9" y="2261"/>
              <a:ext cx="69" cy="145"/>
            </a:xfrm>
            <a:custGeom>
              <a:avLst/>
              <a:gdLst>
                <a:gd name="T0" fmla="*/ 39 w 65"/>
                <a:gd name="T1" fmla="*/ 0 h 136"/>
                <a:gd name="T2" fmla="*/ 74 w 65"/>
                <a:gd name="T3" fmla="*/ 50 h 136"/>
                <a:gd name="T4" fmla="*/ 74 w 65"/>
                <a:gd name="T5" fmla="*/ 108 h 136"/>
                <a:gd name="T6" fmla="*/ 72 w 65"/>
                <a:gd name="T7" fmla="*/ 165 h 136"/>
                <a:gd name="T8" fmla="*/ 67 w 65"/>
                <a:gd name="T9" fmla="*/ 111 h 136"/>
                <a:gd name="T10" fmla="*/ 57 w 65"/>
                <a:gd name="T11" fmla="*/ 62 h 136"/>
                <a:gd name="T12" fmla="*/ 29 w 65"/>
                <a:gd name="T13" fmla="*/ 42 h 136"/>
                <a:gd name="T14" fmla="*/ 0 w 65"/>
                <a:gd name="T15" fmla="*/ 36 h 136"/>
                <a:gd name="T16" fmla="*/ 34 w 65"/>
                <a:gd name="T17" fmla="*/ 2 h 1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5" h="136">
                  <a:moveTo>
                    <a:pt x="33" y="0"/>
                  </a:moveTo>
                  <a:cubicBezTo>
                    <a:pt x="51" y="6"/>
                    <a:pt x="58" y="24"/>
                    <a:pt x="62" y="41"/>
                  </a:cubicBezTo>
                  <a:cubicBezTo>
                    <a:pt x="65" y="57"/>
                    <a:pt x="63" y="73"/>
                    <a:pt x="62" y="89"/>
                  </a:cubicBezTo>
                  <a:cubicBezTo>
                    <a:pt x="61" y="103"/>
                    <a:pt x="65" y="122"/>
                    <a:pt x="60" y="136"/>
                  </a:cubicBezTo>
                  <a:cubicBezTo>
                    <a:pt x="60" y="122"/>
                    <a:pt x="58" y="106"/>
                    <a:pt x="56" y="92"/>
                  </a:cubicBezTo>
                  <a:cubicBezTo>
                    <a:pt x="54" y="79"/>
                    <a:pt x="55" y="62"/>
                    <a:pt x="48" y="51"/>
                  </a:cubicBezTo>
                  <a:cubicBezTo>
                    <a:pt x="43" y="42"/>
                    <a:pt x="34" y="35"/>
                    <a:pt x="24" y="35"/>
                  </a:cubicBezTo>
                  <a:cubicBezTo>
                    <a:pt x="14" y="35"/>
                    <a:pt x="9" y="38"/>
                    <a:pt x="0" y="30"/>
                  </a:cubicBezTo>
                  <a:cubicBezTo>
                    <a:pt x="19" y="29"/>
                    <a:pt x="28" y="24"/>
                    <a:pt x="28" y="2"/>
                  </a:cubicBezTo>
                </a:path>
              </a:pathLst>
            </a:custGeom>
            <a:solidFill>
              <a:srgbClr val="EFCA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457" name="Freeform 658">
              <a:extLst>
                <a:ext uri="{FF2B5EF4-FFF2-40B4-BE49-F238E27FC236}">
                  <a16:creationId xmlns:a16="http://schemas.microsoft.com/office/drawing/2014/main" id="{84845899-1CCA-42BA-A165-0A1EF1EF814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8" y="2397"/>
              <a:ext cx="172" cy="95"/>
            </a:xfrm>
            <a:custGeom>
              <a:avLst/>
              <a:gdLst>
                <a:gd name="T0" fmla="*/ 123 w 161"/>
                <a:gd name="T1" fmla="*/ 108 h 89"/>
                <a:gd name="T2" fmla="*/ 62 w 161"/>
                <a:gd name="T3" fmla="*/ 86 h 89"/>
                <a:gd name="T4" fmla="*/ 0 w 161"/>
                <a:gd name="T5" fmla="*/ 88 h 89"/>
                <a:gd name="T6" fmla="*/ 96 w 161"/>
                <a:gd name="T7" fmla="*/ 58 h 89"/>
                <a:gd name="T8" fmla="*/ 197 w 161"/>
                <a:gd name="T9" fmla="*/ 0 h 89"/>
                <a:gd name="T10" fmla="*/ 155 w 161"/>
                <a:gd name="T11" fmla="*/ 36 h 89"/>
                <a:gd name="T12" fmla="*/ 127 w 161"/>
                <a:gd name="T13" fmla="*/ 61 h 89"/>
                <a:gd name="T14" fmla="*/ 115 w 161"/>
                <a:gd name="T15" fmla="*/ 102 h 8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1" h="89">
                  <a:moveTo>
                    <a:pt x="101" y="89"/>
                  </a:moveTo>
                  <a:cubicBezTo>
                    <a:pt x="86" y="78"/>
                    <a:pt x="69" y="72"/>
                    <a:pt x="51" y="71"/>
                  </a:cubicBezTo>
                  <a:cubicBezTo>
                    <a:pt x="35" y="70"/>
                    <a:pt x="15" y="67"/>
                    <a:pt x="0" y="72"/>
                  </a:cubicBezTo>
                  <a:cubicBezTo>
                    <a:pt x="27" y="67"/>
                    <a:pt x="53" y="56"/>
                    <a:pt x="79" y="48"/>
                  </a:cubicBezTo>
                  <a:cubicBezTo>
                    <a:pt x="110" y="39"/>
                    <a:pt x="138" y="23"/>
                    <a:pt x="161" y="0"/>
                  </a:cubicBezTo>
                  <a:cubicBezTo>
                    <a:pt x="148" y="8"/>
                    <a:pt x="138" y="20"/>
                    <a:pt x="127" y="30"/>
                  </a:cubicBezTo>
                  <a:cubicBezTo>
                    <a:pt x="119" y="36"/>
                    <a:pt x="109" y="41"/>
                    <a:pt x="104" y="50"/>
                  </a:cubicBezTo>
                  <a:cubicBezTo>
                    <a:pt x="96" y="60"/>
                    <a:pt x="95" y="71"/>
                    <a:pt x="95" y="84"/>
                  </a:cubicBezTo>
                </a:path>
              </a:pathLst>
            </a:custGeom>
            <a:solidFill>
              <a:srgbClr val="EFCA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458" name="Freeform 659">
              <a:extLst>
                <a:ext uri="{FF2B5EF4-FFF2-40B4-BE49-F238E27FC236}">
                  <a16:creationId xmlns:a16="http://schemas.microsoft.com/office/drawing/2014/main" id="{D110B711-CC01-4512-8855-2E04B79C0C4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2" y="2492"/>
              <a:ext cx="162" cy="158"/>
            </a:xfrm>
            <a:custGeom>
              <a:avLst/>
              <a:gdLst>
                <a:gd name="T0" fmla="*/ 184 w 152"/>
                <a:gd name="T1" fmla="*/ 7 h 148"/>
                <a:gd name="T2" fmla="*/ 100 w 152"/>
                <a:gd name="T3" fmla="*/ 12 h 148"/>
                <a:gd name="T4" fmla="*/ 37 w 152"/>
                <a:gd name="T5" fmla="*/ 31 h 148"/>
                <a:gd name="T6" fmla="*/ 23 w 152"/>
                <a:gd name="T7" fmla="*/ 180 h 148"/>
                <a:gd name="T8" fmla="*/ 71 w 152"/>
                <a:gd name="T9" fmla="*/ 36 h 148"/>
                <a:gd name="T10" fmla="*/ 179 w 152"/>
                <a:gd name="T11" fmla="*/ 14 h 14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2" h="148">
                  <a:moveTo>
                    <a:pt x="152" y="7"/>
                  </a:moveTo>
                  <a:cubicBezTo>
                    <a:pt x="132" y="0"/>
                    <a:pt x="103" y="7"/>
                    <a:pt x="83" y="9"/>
                  </a:cubicBezTo>
                  <a:cubicBezTo>
                    <a:pt x="68" y="11"/>
                    <a:pt x="41" y="14"/>
                    <a:pt x="31" y="25"/>
                  </a:cubicBezTo>
                  <a:cubicBezTo>
                    <a:pt x="0" y="59"/>
                    <a:pt x="42" y="113"/>
                    <a:pt x="20" y="148"/>
                  </a:cubicBezTo>
                  <a:cubicBezTo>
                    <a:pt x="40" y="112"/>
                    <a:pt x="13" y="50"/>
                    <a:pt x="59" y="30"/>
                  </a:cubicBezTo>
                  <a:cubicBezTo>
                    <a:pt x="86" y="18"/>
                    <a:pt x="124" y="28"/>
                    <a:pt x="148" y="11"/>
                  </a:cubicBezTo>
                </a:path>
              </a:pathLst>
            </a:custGeom>
            <a:solidFill>
              <a:srgbClr val="EFCA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459" name="Freeform 660">
              <a:extLst>
                <a:ext uri="{FF2B5EF4-FFF2-40B4-BE49-F238E27FC236}">
                  <a16:creationId xmlns:a16="http://schemas.microsoft.com/office/drawing/2014/main" id="{C0F5A8AB-EE70-45B6-A9B6-3DA605E5EA7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1" y="2674"/>
              <a:ext cx="126" cy="165"/>
            </a:xfrm>
            <a:custGeom>
              <a:avLst/>
              <a:gdLst>
                <a:gd name="T0" fmla="*/ 144 w 118"/>
                <a:gd name="T1" fmla="*/ 120 h 155"/>
                <a:gd name="T2" fmla="*/ 90 w 118"/>
                <a:gd name="T3" fmla="*/ 162 h 155"/>
                <a:gd name="T4" fmla="*/ 64 w 118"/>
                <a:gd name="T5" fmla="*/ 177 h 155"/>
                <a:gd name="T6" fmla="*/ 41 w 118"/>
                <a:gd name="T7" fmla="*/ 176 h 155"/>
                <a:gd name="T8" fmla="*/ 15 w 118"/>
                <a:gd name="T9" fmla="*/ 105 h 155"/>
                <a:gd name="T10" fmla="*/ 14 w 118"/>
                <a:gd name="T11" fmla="*/ 37 h 155"/>
                <a:gd name="T12" fmla="*/ 31 w 118"/>
                <a:gd name="T13" fmla="*/ 33 h 155"/>
                <a:gd name="T14" fmla="*/ 37 w 118"/>
                <a:gd name="T15" fmla="*/ 26 h 155"/>
                <a:gd name="T16" fmla="*/ 50 w 118"/>
                <a:gd name="T17" fmla="*/ 26 h 155"/>
                <a:gd name="T18" fmla="*/ 89 w 118"/>
                <a:gd name="T19" fmla="*/ 0 h 155"/>
                <a:gd name="T20" fmla="*/ 56 w 118"/>
                <a:gd name="T21" fmla="*/ 45 h 155"/>
                <a:gd name="T22" fmla="*/ 38 w 118"/>
                <a:gd name="T23" fmla="*/ 67 h 155"/>
                <a:gd name="T24" fmla="*/ 46 w 118"/>
                <a:gd name="T25" fmla="*/ 104 h 155"/>
                <a:gd name="T26" fmla="*/ 79 w 118"/>
                <a:gd name="T27" fmla="*/ 147 h 155"/>
                <a:gd name="T28" fmla="*/ 139 w 118"/>
                <a:gd name="T29" fmla="*/ 122 h 155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18" h="155">
                  <a:moveTo>
                    <a:pt x="118" y="100"/>
                  </a:moveTo>
                  <a:cubicBezTo>
                    <a:pt x="104" y="111"/>
                    <a:pt x="89" y="123"/>
                    <a:pt x="74" y="134"/>
                  </a:cubicBezTo>
                  <a:cubicBezTo>
                    <a:pt x="67" y="139"/>
                    <a:pt x="59" y="143"/>
                    <a:pt x="52" y="147"/>
                  </a:cubicBezTo>
                  <a:cubicBezTo>
                    <a:pt x="42" y="153"/>
                    <a:pt x="41" y="155"/>
                    <a:pt x="34" y="146"/>
                  </a:cubicBezTo>
                  <a:cubicBezTo>
                    <a:pt x="22" y="131"/>
                    <a:pt x="17" y="106"/>
                    <a:pt x="12" y="87"/>
                  </a:cubicBezTo>
                  <a:cubicBezTo>
                    <a:pt x="7" y="70"/>
                    <a:pt x="0" y="47"/>
                    <a:pt x="11" y="31"/>
                  </a:cubicBezTo>
                  <a:cubicBezTo>
                    <a:pt x="17" y="35"/>
                    <a:pt x="20" y="31"/>
                    <a:pt x="25" y="27"/>
                  </a:cubicBezTo>
                  <a:cubicBezTo>
                    <a:pt x="28" y="25"/>
                    <a:pt x="27" y="24"/>
                    <a:pt x="31" y="22"/>
                  </a:cubicBezTo>
                  <a:cubicBezTo>
                    <a:pt x="33" y="22"/>
                    <a:pt x="38" y="23"/>
                    <a:pt x="41" y="22"/>
                  </a:cubicBezTo>
                  <a:cubicBezTo>
                    <a:pt x="56" y="21"/>
                    <a:pt x="65" y="10"/>
                    <a:pt x="73" y="0"/>
                  </a:cubicBezTo>
                  <a:cubicBezTo>
                    <a:pt x="67" y="16"/>
                    <a:pt x="58" y="26"/>
                    <a:pt x="46" y="37"/>
                  </a:cubicBezTo>
                  <a:cubicBezTo>
                    <a:pt x="38" y="43"/>
                    <a:pt x="33" y="46"/>
                    <a:pt x="32" y="55"/>
                  </a:cubicBezTo>
                  <a:cubicBezTo>
                    <a:pt x="30" y="66"/>
                    <a:pt x="36" y="76"/>
                    <a:pt x="37" y="86"/>
                  </a:cubicBezTo>
                  <a:cubicBezTo>
                    <a:pt x="41" y="103"/>
                    <a:pt x="42" y="124"/>
                    <a:pt x="65" y="122"/>
                  </a:cubicBezTo>
                  <a:cubicBezTo>
                    <a:pt x="84" y="120"/>
                    <a:pt x="98" y="105"/>
                    <a:pt x="114" y="101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460" name="Freeform 661">
              <a:extLst>
                <a:ext uri="{FF2B5EF4-FFF2-40B4-BE49-F238E27FC236}">
                  <a16:creationId xmlns:a16="http://schemas.microsoft.com/office/drawing/2014/main" id="{8268C07C-E493-4691-A638-4D30EA767BD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4" y="2778"/>
              <a:ext cx="183" cy="329"/>
            </a:xfrm>
            <a:custGeom>
              <a:avLst/>
              <a:gdLst>
                <a:gd name="T0" fmla="*/ 63 w 172"/>
                <a:gd name="T1" fmla="*/ 38 h 308"/>
                <a:gd name="T2" fmla="*/ 70 w 172"/>
                <a:gd name="T3" fmla="*/ 73 h 308"/>
                <a:gd name="T4" fmla="*/ 119 w 172"/>
                <a:gd name="T5" fmla="*/ 51 h 308"/>
                <a:gd name="T6" fmla="*/ 78 w 172"/>
                <a:gd name="T7" fmla="*/ 87 h 308"/>
                <a:gd name="T8" fmla="*/ 67 w 172"/>
                <a:gd name="T9" fmla="*/ 139 h 308"/>
                <a:gd name="T10" fmla="*/ 79 w 172"/>
                <a:gd name="T11" fmla="*/ 253 h 308"/>
                <a:gd name="T12" fmla="*/ 117 w 172"/>
                <a:gd name="T13" fmla="*/ 350 h 308"/>
                <a:gd name="T14" fmla="*/ 154 w 172"/>
                <a:gd name="T15" fmla="*/ 355 h 308"/>
                <a:gd name="T16" fmla="*/ 207 w 172"/>
                <a:gd name="T17" fmla="*/ 333 h 308"/>
                <a:gd name="T18" fmla="*/ 132 w 172"/>
                <a:gd name="T19" fmla="*/ 367 h 308"/>
                <a:gd name="T20" fmla="*/ 82 w 172"/>
                <a:gd name="T21" fmla="*/ 315 h 308"/>
                <a:gd name="T22" fmla="*/ 51 w 172"/>
                <a:gd name="T23" fmla="*/ 199 h 308"/>
                <a:gd name="T24" fmla="*/ 24 w 172"/>
                <a:gd name="T25" fmla="*/ 94 h 308"/>
                <a:gd name="T26" fmla="*/ 12 w 172"/>
                <a:gd name="T27" fmla="*/ 51 h 308"/>
                <a:gd name="T28" fmla="*/ 0 w 172"/>
                <a:gd name="T29" fmla="*/ 0 h 30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72" h="308">
                  <a:moveTo>
                    <a:pt x="52" y="32"/>
                  </a:moveTo>
                  <a:cubicBezTo>
                    <a:pt x="50" y="39"/>
                    <a:pt x="37" y="59"/>
                    <a:pt x="58" y="60"/>
                  </a:cubicBezTo>
                  <a:cubicBezTo>
                    <a:pt x="72" y="61"/>
                    <a:pt x="88" y="48"/>
                    <a:pt x="99" y="42"/>
                  </a:cubicBezTo>
                  <a:cubicBezTo>
                    <a:pt x="87" y="50"/>
                    <a:pt x="73" y="58"/>
                    <a:pt x="65" y="71"/>
                  </a:cubicBezTo>
                  <a:cubicBezTo>
                    <a:pt x="57" y="83"/>
                    <a:pt x="56" y="99"/>
                    <a:pt x="55" y="114"/>
                  </a:cubicBezTo>
                  <a:cubicBezTo>
                    <a:pt x="54" y="146"/>
                    <a:pt x="57" y="177"/>
                    <a:pt x="66" y="208"/>
                  </a:cubicBezTo>
                  <a:cubicBezTo>
                    <a:pt x="72" y="234"/>
                    <a:pt x="76" y="270"/>
                    <a:pt x="97" y="287"/>
                  </a:cubicBezTo>
                  <a:cubicBezTo>
                    <a:pt x="107" y="294"/>
                    <a:pt x="117" y="295"/>
                    <a:pt x="128" y="291"/>
                  </a:cubicBezTo>
                  <a:cubicBezTo>
                    <a:pt x="142" y="286"/>
                    <a:pt x="160" y="281"/>
                    <a:pt x="172" y="273"/>
                  </a:cubicBezTo>
                  <a:cubicBezTo>
                    <a:pt x="156" y="288"/>
                    <a:pt x="134" y="308"/>
                    <a:pt x="110" y="301"/>
                  </a:cubicBezTo>
                  <a:cubicBezTo>
                    <a:pt x="91" y="295"/>
                    <a:pt x="76" y="276"/>
                    <a:pt x="68" y="258"/>
                  </a:cubicBezTo>
                  <a:cubicBezTo>
                    <a:pt x="55" y="228"/>
                    <a:pt x="51" y="195"/>
                    <a:pt x="42" y="163"/>
                  </a:cubicBezTo>
                  <a:cubicBezTo>
                    <a:pt x="35" y="134"/>
                    <a:pt x="28" y="105"/>
                    <a:pt x="21" y="77"/>
                  </a:cubicBezTo>
                  <a:cubicBezTo>
                    <a:pt x="17" y="65"/>
                    <a:pt x="12" y="53"/>
                    <a:pt x="9" y="42"/>
                  </a:cubicBezTo>
                  <a:cubicBezTo>
                    <a:pt x="5" y="29"/>
                    <a:pt x="5" y="12"/>
                    <a:pt x="0" y="0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461" name="Freeform 662">
              <a:extLst>
                <a:ext uri="{FF2B5EF4-FFF2-40B4-BE49-F238E27FC236}">
                  <a16:creationId xmlns:a16="http://schemas.microsoft.com/office/drawing/2014/main" id="{693B8636-E7A7-489A-8112-E8EA81A171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3" y="2979"/>
              <a:ext cx="189" cy="136"/>
            </a:xfrm>
            <a:custGeom>
              <a:avLst/>
              <a:gdLst>
                <a:gd name="T0" fmla="*/ 3 w 177"/>
                <a:gd name="T1" fmla="*/ 5 h 128"/>
                <a:gd name="T2" fmla="*/ 47 w 177"/>
                <a:gd name="T3" fmla="*/ 89 h 128"/>
                <a:gd name="T4" fmla="*/ 128 w 177"/>
                <a:gd name="T5" fmla="*/ 85 h 128"/>
                <a:gd name="T6" fmla="*/ 216 w 177"/>
                <a:gd name="T7" fmla="*/ 90 h 128"/>
                <a:gd name="T8" fmla="*/ 142 w 177"/>
                <a:gd name="T9" fmla="*/ 111 h 128"/>
                <a:gd name="T10" fmla="*/ 84 w 177"/>
                <a:gd name="T11" fmla="*/ 139 h 128"/>
                <a:gd name="T12" fmla="*/ 0 w 177"/>
                <a:gd name="T13" fmla="*/ 0 h 1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7" h="128">
                  <a:moveTo>
                    <a:pt x="3" y="5"/>
                  </a:moveTo>
                  <a:cubicBezTo>
                    <a:pt x="11" y="26"/>
                    <a:pt x="20" y="60"/>
                    <a:pt x="38" y="74"/>
                  </a:cubicBezTo>
                  <a:cubicBezTo>
                    <a:pt x="57" y="89"/>
                    <a:pt x="86" y="79"/>
                    <a:pt x="105" y="71"/>
                  </a:cubicBezTo>
                  <a:cubicBezTo>
                    <a:pt x="130" y="61"/>
                    <a:pt x="154" y="60"/>
                    <a:pt x="177" y="75"/>
                  </a:cubicBezTo>
                  <a:cubicBezTo>
                    <a:pt x="158" y="71"/>
                    <a:pt x="133" y="83"/>
                    <a:pt x="117" y="92"/>
                  </a:cubicBezTo>
                  <a:cubicBezTo>
                    <a:pt x="101" y="101"/>
                    <a:pt x="86" y="113"/>
                    <a:pt x="69" y="116"/>
                  </a:cubicBezTo>
                  <a:cubicBezTo>
                    <a:pt x="8" y="128"/>
                    <a:pt x="17" y="32"/>
                    <a:pt x="0" y="0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462" name="Freeform 663">
              <a:extLst>
                <a:ext uri="{FF2B5EF4-FFF2-40B4-BE49-F238E27FC236}">
                  <a16:creationId xmlns:a16="http://schemas.microsoft.com/office/drawing/2014/main" id="{52F50CDE-79ED-4CF5-8368-3EF42D05FB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1" y="3112"/>
              <a:ext cx="91" cy="43"/>
            </a:xfrm>
            <a:custGeom>
              <a:avLst/>
              <a:gdLst>
                <a:gd name="T0" fmla="*/ 49 w 85"/>
                <a:gd name="T1" fmla="*/ 0 h 40"/>
                <a:gd name="T2" fmla="*/ 18 w 85"/>
                <a:gd name="T3" fmla="*/ 44 h 40"/>
                <a:gd name="T4" fmla="*/ 62 w 85"/>
                <a:gd name="T5" fmla="*/ 46 h 40"/>
                <a:gd name="T6" fmla="*/ 86 w 85"/>
                <a:gd name="T7" fmla="*/ 44 h 40"/>
                <a:gd name="T8" fmla="*/ 104 w 85"/>
                <a:gd name="T9" fmla="*/ 44 h 40"/>
                <a:gd name="T10" fmla="*/ 79 w 85"/>
                <a:gd name="T11" fmla="*/ 38 h 40"/>
                <a:gd name="T12" fmla="*/ 51 w 85"/>
                <a:gd name="T13" fmla="*/ 34 h 40"/>
                <a:gd name="T14" fmla="*/ 49 w 85"/>
                <a:gd name="T15" fmla="*/ 2 h 4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5" h="40">
                  <a:moveTo>
                    <a:pt x="40" y="0"/>
                  </a:moveTo>
                  <a:cubicBezTo>
                    <a:pt x="36" y="7"/>
                    <a:pt x="0" y="23"/>
                    <a:pt x="15" y="35"/>
                  </a:cubicBezTo>
                  <a:cubicBezTo>
                    <a:pt x="22" y="40"/>
                    <a:pt x="42" y="38"/>
                    <a:pt x="50" y="37"/>
                  </a:cubicBezTo>
                  <a:cubicBezTo>
                    <a:pt x="57" y="37"/>
                    <a:pt x="63" y="35"/>
                    <a:pt x="70" y="35"/>
                  </a:cubicBezTo>
                  <a:cubicBezTo>
                    <a:pt x="74" y="36"/>
                    <a:pt x="81" y="38"/>
                    <a:pt x="85" y="35"/>
                  </a:cubicBezTo>
                  <a:cubicBezTo>
                    <a:pt x="78" y="35"/>
                    <a:pt x="71" y="32"/>
                    <a:pt x="64" y="31"/>
                  </a:cubicBezTo>
                  <a:cubicBezTo>
                    <a:pt x="57" y="29"/>
                    <a:pt x="49" y="30"/>
                    <a:pt x="42" y="28"/>
                  </a:cubicBezTo>
                  <a:cubicBezTo>
                    <a:pt x="26" y="22"/>
                    <a:pt x="32" y="12"/>
                    <a:pt x="40" y="2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463" name="Freeform 664">
              <a:extLst>
                <a:ext uri="{FF2B5EF4-FFF2-40B4-BE49-F238E27FC236}">
                  <a16:creationId xmlns:a16="http://schemas.microsoft.com/office/drawing/2014/main" id="{000FA74C-C487-4604-8223-CA971736EF2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7" y="3167"/>
              <a:ext cx="182" cy="227"/>
            </a:xfrm>
            <a:custGeom>
              <a:avLst/>
              <a:gdLst>
                <a:gd name="T0" fmla="*/ 209 w 170"/>
                <a:gd name="T1" fmla="*/ 13 h 213"/>
                <a:gd name="T2" fmla="*/ 180 w 170"/>
                <a:gd name="T3" fmla="*/ 5 h 213"/>
                <a:gd name="T4" fmla="*/ 151 w 170"/>
                <a:gd name="T5" fmla="*/ 1 h 213"/>
                <a:gd name="T6" fmla="*/ 92 w 170"/>
                <a:gd name="T7" fmla="*/ 5 h 213"/>
                <a:gd name="T8" fmla="*/ 20 w 170"/>
                <a:gd name="T9" fmla="*/ 22 h 213"/>
                <a:gd name="T10" fmla="*/ 5 w 170"/>
                <a:gd name="T11" fmla="*/ 145 h 213"/>
                <a:gd name="T12" fmla="*/ 12 w 170"/>
                <a:gd name="T13" fmla="*/ 258 h 213"/>
                <a:gd name="T14" fmla="*/ 17 w 170"/>
                <a:gd name="T15" fmla="*/ 197 h 213"/>
                <a:gd name="T16" fmla="*/ 24 w 170"/>
                <a:gd name="T17" fmla="*/ 115 h 213"/>
                <a:gd name="T18" fmla="*/ 29 w 170"/>
                <a:gd name="T19" fmla="*/ 66 h 213"/>
                <a:gd name="T20" fmla="*/ 52 w 170"/>
                <a:gd name="T21" fmla="*/ 46 h 213"/>
                <a:gd name="T22" fmla="*/ 137 w 170"/>
                <a:gd name="T23" fmla="*/ 29 h 213"/>
                <a:gd name="T24" fmla="*/ 197 w 170"/>
                <a:gd name="T25" fmla="*/ 18 h 21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70" h="213">
                  <a:moveTo>
                    <a:pt x="170" y="10"/>
                  </a:moveTo>
                  <a:cubicBezTo>
                    <a:pt x="163" y="12"/>
                    <a:pt x="154" y="6"/>
                    <a:pt x="147" y="5"/>
                  </a:cubicBezTo>
                  <a:cubicBezTo>
                    <a:pt x="139" y="4"/>
                    <a:pt x="131" y="1"/>
                    <a:pt x="123" y="1"/>
                  </a:cubicBezTo>
                  <a:cubicBezTo>
                    <a:pt x="107" y="0"/>
                    <a:pt x="90" y="3"/>
                    <a:pt x="75" y="5"/>
                  </a:cubicBezTo>
                  <a:cubicBezTo>
                    <a:pt x="55" y="7"/>
                    <a:pt x="28" y="1"/>
                    <a:pt x="17" y="19"/>
                  </a:cubicBezTo>
                  <a:cubicBezTo>
                    <a:pt x="0" y="47"/>
                    <a:pt x="6" y="89"/>
                    <a:pt x="5" y="120"/>
                  </a:cubicBezTo>
                  <a:cubicBezTo>
                    <a:pt x="3" y="150"/>
                    <a:pt x="2" y="184"/>
                    <a:pt x="9" y="213"/>
                  </a:cubicBezTo>
                  <a:cubicBezTo>
                    <a:pt x="15" y="198"/>
                    <a:pt x="12" y="180"/>
                    <a:pt x="14" y="163"/>
                  </a:cubicBezTo>
                  <a:cubicBezTo>
                    <a:pt x="16" y="141"/>
                    <a:pt x="19" y="117"/>
                    <a:pt x="20" y="95"/>
                  </a:cubicBezTo>
                  <a:cubicBezTo>
                    <a:pt x="20" y="82"/>
                    <a:pt x="19" y="67"/>
                    <a:pt x="23" y="54"/>
                  </a:cubicBezTo>
                  <a:cubicBezTo>
                    <a:pt x="26" y="43"/>
                    <a:pt x="33" y="41"/>
                    <a:pt x="43" y="38"/>
                  </a:cubicBezTo>
                  <a:cubicBezTo>
                    <a:pt x="65" y="29"/>
                    <a:pt x="90" y="25"/>
                    <a:pt x="112" y="23"/>
                  </a:cubicBezTo>
                  <a:cubicBezTo>
                    <a:pt x="123" y="22"/>
                    <a:pt x="155" y="23"/>
                    <a:pt x="161" y="15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464" name="Freeform 665">
              <a:extLst>
                <a:ext uri="{FF2B5EF4-FFF2-40B4-BE49-F238E27FC236}">
                  <a16:creationId xmlns:a16="http://schemas.microsoft.com/office/drawing/2014/main" id="{311867FD-CFDC-47BE-8A9A-4206550BDB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5" y="3239"/>
              <a:ext cx="217" cy="463"/>
            </a:xfrm>
            <a:custGeom>
              <a:avLst/>
              <a:gdLst>
                <a:gd name="T0" fmla="*/ 13 w 203"/>
                <a:gd name="T1" fmla="*/ 57 h 434"/>
                <a:gd name="T2" fmla="*/ 3 w 203"/>
                <a:gd name="T3" fmla="*/ 153 h 434"/>
                <a:gd name="T4" fmla="*/ 26 w 203"/>
                <a:gd name="T5" fmla="*/ 272 h 434"/>
                <a:gd name="T6" fmla="*/ 47 w 203"/>
                <a:gd name="T7" fmla="*/ 333 h 434"/>
                <a:gd name="T8" fmla="*/ 79 w 203"/>
                <a:gd name="T9" fmla="*/ 381 h 434"/>
                <a:gd name="T10" fmla="*/ 150 w 203"/>
                <a:gd name="T11" fmla="*/ 474 h 434"/>
                <a:gd name="T12" fmla="*/ 177 w 203"/>
                <a:gd name="T13" fmla="*/ 500 h 434"/>
                <a:gd name="T14" fmla="*/ 198 w 203"/>
                <a:gd name="T15" fmla="*/ 518 h 434"/>
                <a:gd name="T16" fmla="*/ 248 w 203"/>
                <a:gd name="T17" fmla="*/ 511 h 434"/>
                <a:gd name="T18" fmla="*/ 202 w 203"/>
                <a:gd name="T19" fmla="*/ 500 h 434"/>
                <a:gd name="T20" fmla="*/ 146 w 203"/>
                <a:gd name="T21" fmla="*/ 431 h 434"/>
                <a:gd name="T22" fmla="*/ 96 w 203"/>
                <a:gd name="T23" fmla="*/ 352 h 434"/>
                <a:gd name="T24" fmla="*/ 52 w 203"/>
                <a:gd name="T25" fmla="*/ 274 h 434"/>
                <a:gd name="T26" fmla="*/ 21 w 203"/>
                <a:gd name="T27" fmla="*/ 139 h 434"/>
                <a:gd name="T28" fmla="*/ 24 w 203"/>
                <a:gd name="T29" fmla="*/ 67 h 434"/>
                <a:gd name="T30" fmla="*/ 22 w 203"/>
                <a:gd name="T31" fmla="*/ 32 h 434"/>
                <a:gd name="T32" fmla="*/ 22 w 203"/>
                <a:gd name="T33" fmla="*/ 2 h 434"/>
                <a:gd name="T34" fmla="*/ 22 w 203"/>
                <a:gd name="T35" fmla="*/ 0 h 434"/>
                <a:gd name="T36" fmla="*/ 18 w 203"/>
                <a:gd name="T37" fmla="*/ 22 h 434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203" h="434">
                  <a:moveTo>
                    <a:pt x="10" y="47"/>
                  </a:moveTo>
                  <a:cubicBezTo>
                    <a:pt x="9" y="73"/>
                    <a:pt x="5" y="100"/>
                    <a:pt x="3" y="126"/>
                  </a:cubicBezTo>
                  <a:cubicBezTo>
                    <a:pt x="0" y="157"/>
                    <a:pt x="11" y="194"/>
                    <a:pt x="21" y="224"/>
                  </a:cubicBezTo>
                  <a:cubicBezTo>
                    <a:pt x="26" y="240"/>
                    <a:pt x="30" y="258"/>
                    <a:pt x="38" y="274"/>
                  </a:cubicBezTo>
                  <a:cubicBezTo>
                    <a:pt x="45" y="288"/>
                    <a:pt x="55" y="301"/>
                    <a:pt x="65" y="314"/>
                  </a:cubicBezTo>
                  <a:cubicBezTo>
                    <a:pt x="83" y="339"/>
                    <a:pt x="102" y="366"/>
                    <a:pt x="123" y="390"/>
                  </a:cubicBezTo>
                  <a:cubicBezTo>
                    <a:pt x="130" y="397"/>
                    <a:pt x="137" y="405"/>
                    <a:pt x="145" y="412"/>
                  </a:cubicBezTo>
                  <a:cubicBezTo>
                    <a:pt x="150" y="416"/>
                    <a:pt x="157" y="423"/>
                    <a:pt x="162" y="427"/>
                  </a:cubicBezTo>
                  <a:cubicBezTo>
                    <a:pt x="174" y="434"/>
                    <a:pt x="191" y="423"/>
                    <a:pt x="203" y="421"/>
                  </a:cubicBezTo>
                  <a:cubicBezTo>
                    <a:pt x="191" y="419"/>
                    <a:pt x="176" y="419"/>
                    <a:pt x="166" y="412"/>
                  </a:cubicBezTo>
                  <a:cubicBezTo>
                    <a:pt x="146" y="400"/>
                    <a:pt x="131" y="375"/>
                    <a:pt x="120" y="355"/>
                  </a:cubicBezTo>
                  <a:cubicBezTo>
                    <a:pt x="107" y="333"/>
                    <a:pt x="91" y="313"/>
                    <a:pt x="79" y="290"/>
                  </a:cubicBezTo>
                  <a:cubicBezTo>
                    <a:pt x="67" y="269"/>
                    <a:pt x="54" y="248"/>
                    <a:pt x="43" y="226"/>
                  </a:cubicBezTo>
                  <a:cubicBezTo>
                    <a:pt x="26" y="193"/>
                    <a:pt x="13" y="151"/>
                    <a:pt x="18" y="114"/>
                  </a:cubicBezTo>
                  <a:cubicBezTo>
                    <a:pt x="20" y="94"/>
                    <a:pt x="21" y="75"/>
                    <a:pt x="20" y="55"/>
                  </a:cubicBezTo>
                  <a:cubicBezTo>
                    <a:pt x="19" y="45"/>
                    <a:pt x="19" y="36"/>
                    <a:pt x="19" y="26"/>
                  </a:cubicBezTo>
                  <a:cubicBezTo>
                    <a:pt x="20" y="22"/>
                    <a:pt x="23" y="5"/>
                    <a:pt x="19" y="2"/>
                  </a:cubicBezTo>
                  <a:cubicBezTo>
                    <a:pt x="19" y="1"/>
                    <a:pt x="19" y="0"/>
                    <a:pt x="19" y="0"/>
                  </a:cubicBezTo>
                  <a:cubicBezTo>
                    <a:pt x="16" y="5"/>
                    <a:pt x="16" y="18"/>
                    <a:pt x="15" y="19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465" name="Freeform 666">
              <a:extLst>
                <a:ext uri="{FF2B5EF4-FFF2-40B4-BE49-F238E27FC236}">
                  <a16:creationId xmlns:a16="http://schemas.microsoft.com/office/drawing/2014/main" id="{9DA886C9-25D7-434E-B2A0-9A874FC40D6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5" y="3103"/>
              <a:ext cx="181" cy="50"/>
            </a:xfrm>
            <a:custGeom>
              <a:avLst/>
              <a:gdLst>
                <a:gd name="T0" fmla="*/ 205 w 170"/>
                <a:gd name="T1" fmla="*/ 0 h 47"/>
                <a:gd name="T2" fmla="*/ 153 w 170"/>
                <a:gd name="T3" fmla="*/ 21 h 47"/>
                <a:gd name="T4" fmla="*/ 100 w 170"/>
                <a:gd name="T5" fmla="*/ 38 h 47"/>
                <a:gd name="T6" fmla="*/ 0 w 170"/>
                <a:gd name="T7" fmla="*/ 36 h 47"/>
                <a:gd name="T8" fmla="*/ 106 w 170"/>
                <a:gd name="T9" fmla="*/ 47 h 47"/>
                <a:gd name="T10" fmla="*/ 161 w 170"/>
                <a:gd name="T11" fmla="*/ 37 h 47"/>
                <a:gd name="T12" fmla="*/ 203 w 170"/>
                <a:gd name="T13" fmla="*/ 6 h 4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0" h="47">
                  <a:moveTo>
                    <a:pt x="170" y="0"/>
                  </a:moveTo>
                  <a:cubicBezTo>
                    <a:pt x="157" y="6"/>
                    <a:pt x="141" y="10"/>
                    <a:pt x="127" y="18"/>
                  </a:cubicBezTo>
                  <a:cubicBezTo>
                    <a:pt x="114" y="25"/>
                    <a:pt x="98" y="28"/>
                    <a:pt x="83" y="32"/>
                  </a:cubicBezTo>
                  <a:cubicBezTo>
                    <a:pt x="53" y="40"/>
                    <a:pt x="29" y="35"/>
                    <a:pt x="0" y="30"/>
                  </a:cubicBezTo>
                  <a:cubicBezTo>
                    <a:pt x="27" y="47"/>
                    <a:pt x="58" y="39"/>
                    <a:pt x="88" y="39"/>
                  </a:cubicBezTo>
                  <a:cubicBezTo>
                    <a:pt x="103" y="39"/>
                    <a:pt x="120" y="39"/>
                    <a:pt x="133" y="31"/>
                  </a:cubicBezTo>
                  <a:cubicBezTo>
                    <a:pt x="145" y="23"/>
                    <a:pt x="157" y="14"/>
                    <a:pt x="168" y="6"/>
                  </a:cubicBezTo>
                </a:path>
              </a:pathLst>
            </a:custGeom>
            <a:solidFill>
              <a:srgbClr val="EFCA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466" name="Freeform 667">
              <a:extLst>
                <a:ext uri="{FF2B5EF4-FFF2-40B4-BE49-F238E27FC236}">
                  <a16:creationId xmlns:a16="http://schemas.microsoft.com/office/drawing/2014/main" id="{316D93BC-D40B-4ADE-9D89-6908F56F20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3" y="3810"/>
              <a:ext cx="107" cy="21"/>
            </a:xfrm>
            <a:custGeom>
              <a:avLst/>
              <a:gdLst>
                <a:gd name="T0" fmla="*/ 122 w 100"/>
                <a:gd name="T1" fmla="*/ 11 h 19"/>
                <a:gd name="T2" fmla="*/ 59 w 100"/>
                <a:gd name="T3" fmla="*/ 3 h 19"/>
                <a:gd name="T4" fmla="*/ 32 w 100"/>
                <a:gd name="T5" fmla="*/ 13 h 19"/>
                <a:gd name="T6" fmla="*/ 0 w 100"/>
                <a:gd name="T7" fmla="*/ 25 h 19"/>
                <a:gd name="T8" fmla="*/ 28 w 100"/>
                <a:gd name="T9" fmla="*/ 17 h 19"/>
                <a:gd name="T10" fmla="*/ 56 w 100"/>
                <a:gd name="T11" fmla="*/ 21 h 19"/>
                <a:gd name="T12" fmla="*/ 85 w 100"/>
                <a:gd name="T13" fmla="*/ 15 h 19"/>
                <a:gd name="T14" fmla="*/ 120 w 100"/>
                <a:gd name="T15" fmla="*/ 11 h 1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0" h="19">
                  <a:moveTo>
                    <a:pt x="100" y="8"/>
                  </a:moveTo>
                  <a:cubicBezTo>
                    <a:pt x="82" y="8"/>
                    <a:pt x="65" y="0"/>
                    <a:pt x="48" y="3"/>
                  </a:cubicBezTo>
                  <a:cubicBezTo>
                    <a:pt x="41" y="5"/>
                    <a:pt x="34" y="10"/>
                    <a:pt x="26" y="10"/>
                  </a:cubicBezTo>
                  <a:cubicBezTo>
                    <a:pt x="14" y="11"/>
                    <a:pt x="9" y="10"/>
                    <a:pt x="0" y="19"/>
                  </a:cubicBezTo>
                  <a:cubicBezTo>
                    <a:pt x="6" y="16"/>
                    <a:pt x="15" y="12"/>
                    <a:pt x="22" y="13"/>
                  </a:cubicBezTo>
                  <a:cubicBezTo>
                    <a:pt x="31" y="13"/>
                    <a:pt x="37" y="17"/>
                    <a:pt x="46" y="15"/>
                  </a:cubicBezTo>
                  <a:cubicBezTo>
                    <a:pt x="54" y="13"/>
                    <a:pt x="61" y="11"/>
                    <a:pt x="69" y="12"/>
                  </a:cubicBezTo>
                  <a:cubicBezTo>
                    <a:pt x="79" y="12"/>
                    <a:pt x="90" y="17"/>
                    <a:pt x="98" y="8"/>
                  </a:cubicBezTo>
                </a:path>
              </a:pathLst>
            </a:custGeom>
            <a:solidFill>
              <a:srgbClr val="EFCA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467" name="Freeform 668">
              <a:extLst>
                <a:ext uri="{FF2B5EF4-FFF2-40B4-BE49-F238E27FC236}">
                  <a16:creationId xmlns:a16="http://schemas.microsoft.com/office/drawing/2014/main" id="{E1F40792-6A85-40D6-BC94-8046A3F949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5" y="2986"/>
              <a:ext cx="178" cy="45"/>
            </a:xfrm>
            <a:custGeom>
              <a:avLst/>
              <a:gdLst>
                <a:gd name="T0" fmla="*/ 0 w 167"/>
                <a:gd name="T1" fmla="*/ 49 h 42"/>
                <a:gd name="T2" fmla="*/ 120 w 167"/>
                <a:gd name="T3" fmla="*/ 21 h 42"/>
                <a:gd name="T4" fmla="*/ 203 w 167"/>
                <a:gd name="T5" fmla="*/ 48 h 42"/>
                <a:gd name="T6" fmla="*/ 102 w 167"/>
                <a:gd name="T7" fmla="*/ 11 h 42"/>
                <a:gd name="T8" fmla="*/ 4 w 167"/>
                <a:gd name="T9" fmla="*/ 51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7" h="42">
                  <a:moveTo>
                    <a:pt x="0" y="40"/>
                  </a:moveTo>
                  <a:cubicBezTo>
                    <a:pt x="32" y="38"/>
                    <a:pt x="65" y="18"/>
                    <a:pt x="99" y="18"/>
                  </a:cubicBezTo>
                  <a:cubicBezTo>
                    <a:pt x="125" y="17"/>
                    <a:pt x="144" y="29"/>
                    <a:pt x="167" y="39"/>
                  </a:cubicBezTo>
                  <a:cubicBezTo>
                    <a:pt x="147" y="12"/>
                    <a:pt x="114" y="0"/>
                    <a:pt x="84" y="8"/>
                  </a:cubicBezTo>
                  <a:cubicBezTo>
                    <a:pt x="57" y="15"/>
                    <a:pt x="24" y="22"/>
                    <a:pt x="4" y="42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468" name="Freeform 669">
              <a:extLst>
                <a:ext uri="{FF2B5EF4-FFF2-40B4-BE49-F238E27FC236}">
                  <a16:creationId xmlns:a16="http://schemas.microsoft.com/office/drawing/2014/main" id="{82A42526-D414-4775-B855-F34A75F599A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0" y="1654"/>
              <a:ext cx="34" cy="96"/>
            </a:xfrm>
            <a:custGeom>
              <a:avLst/>
              <a:gdLst>
                <a:gd name="T0" fmla="*/ 11 w 32"/>
                <a:gd name="T1" fmla="*/ 0 h 90"/>
                <a:gd name="T2" fmla="*/ 2 w 32"/>
                <a:gd name="T3" fmla="*/ 54 h 90"/>
                <a:gd name="T4" fmla="*/ 15 w 32"/>
                <a:gd name="T5" fmla="*/ 109 h 90"/>
                <a:gd name="T6" fmla="*/ 37 w 32"/>
                <a:gd name="T7" fmla="*/ 54 h 90"/>
                <a:gd name="T8" fmla="*/ 37 w 32"/>
                <a:gd name="T9" fmla="*/ 54 h 90"/>
                <a:gd name="T10" fmla="*/ 11 w 32"/>
                <a:gd name="T11" fmla="*/ 2 h 9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2" h="90">
                  <a:moveTo>
                    <a:pt x="8" y="0"/>
                  </a:moveTo>
                  <a:cubicBezTo>
                    <a:pt x="2" y="13"/>
                    <a:pt x="0" y="30"/>
                    <a:pt x="2" y="45"/>
                  </a:cubicBezTo>
                  <a:cubicBezTo>
                    <a:pt x="3" y="55"/>
                    <a:pt x="6" y="82"/>
                    <a:pt x="12" y="90"/>
                  </a:cubicBezTo>
                  <a:cubicBezTo>
                    <a:pt x="16" y="80"/>
                    <a:pt x="8" y="35"/>
                    <a:pt x="31" y="45"/>
                  </a:cubicBezTo>
                  <a:cubicBezTo>
                    <a:pt x="32" y="45"/>
                    <a:pt x="32" y="45"/>
                    <a:pt x="31" y="45"/>
                  </a:cubicBezTo>
                  <a:cubicBezTo>
                    <a:pt x="29" y="33"/>
                    <a:pt x="18" y="10"/>
                    <a:pt x="8" y="2"/>
                  </a:cubicBezTo>
                </a:path>
              </a:pathLst>
            </a:custGeom>
            <a:solidFill>
              <a:srgbClr val="EFCA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469" name="Freeform 670">
              <a:extLst>
                <a:ext uri="{FF2B5EF4-FFF2-40B4-BE49-F238E27FC236}">
                  <a16:creationId xmlns:a16="http://schemas.microsoft.com/office/drawing/2014/main" id="{8B1C0F94-A2B9-4DAE-9B20-002EEEA389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7" y="1567"/>
              <a:ext cx="109" cy="154"/>
            </a:xfrm>
            <a:custGeom>
              <a:avLst/>
              <a:gdLst>
                <a:gd name="T0" fmla="*/ 124 w 102"/>
                <a:gd name="T1" fmla="*/ 0 h 145"/>
                <a:gd name="T2" fmla="*/ 65 w 102"/>
                <a:gd name="T3" fmla="*/ 17 h 145"/>
                <a:gd name="T4" fmla="*/ 35 w 102"/>
                <a:gd name="T5" fmla="*/ 17 h 145"/>
                <a:gd name="T6" fmla="*/ 18 w 102"/>
                <a:gd name="T7" fmla="*/ 40 h 145"/>
                <a:gd name="T8" fmla="*/ 3 w 102"/>
                <a:gd name="T9" fmla="*/ 70 h 145"/>
                <a:gd name="T10" fmla="*/ 12 w 102"/>
                <a:gd name="T11" fmla="*/ 102 h 145"/>
                <a:gd name="T12" fmla="*/ 48 w 102"/>
                <a:gd name="T13" fmla="*/ 168 h 145"/>
                <a:gd name="T14" fmla="*/ 50 w 102"/>
                <a:gd name="T15" fmla="*/ 174 h 145"/>
                <a:gd name="T16" fmla="*/ 31 w 102"/>
                <a:gd name="T17" fmla="*/ 107 h 145"/>
                <a:gd name="T18" fmla="*/ 24 w 102"/>
                <a:gd name="T19" fmla="*/ 69 h 145"/>
                <a:gd name="T20" fmla="*/ 91 w 102"/>
                <a:gd name="T21" fmla="*/ 76 h 145"/>
                <a:gd name="T22" fmla="*/ 57 w 102"/>
                <a:gd name="T23" fmla="*/ 40 h 145"/>
                <a:gd name="T24" fmla="*/ 93 w 102"/>
                <a:gd name="T25" fmla="*/ 27 h 145"/>
                <a:gd name="T26" fmla="*/ 121 w 102"/>
                <a:gd name="T27" fmla="*/ 4 h 145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02" h="145">
                  <a:moveTo>
                    <a:pt x="102" y="0"/>
                  </a:moveTo>
                  <a:cubicBezTo>
                    <a:pt x="87" y="10"/>
                    <a:pt x="70" y="13"/>
                    <a:pt x="53" y="14"/>
                  </a:cubicBezTo>
                  <a:cubicBezTo>
                    <a:pt x="47" y="15"/>
                    <a:pt x="35" y="13"/>
                    <a:pt x="29" y="14"/>
                  </a:cubicBezTo>
                  <a:cubicBezTo>
                    <a:pt x="19" y="17"/>
                    <a:pt x="18" y="25"/>
                    <a:pt x="15" y="34"/>
                  </a:cubicBezTo>
                  <a:cubicBezTo>
                    <a:pt x="11" y="42"/>
                    <a:pt x="6" y="49"/>
                    <a:pt x="3" y="58"/>
                  </a:cubicBezTo>
                  <a:cubicBezTo>
                    <a:pt x="0" y="67"/>
                    <a:pt x="4" y="76"/>
                    <a:pt x="9" y="85"/>
                  </a:cubicBezTo>
                  <a:cubicBezTo>
                    <a:pt x="18" y="103"/>
                    <a:pt x="28" y="123"/>
                    <a:pt x="39" y="140"/>
                  </a:cubicBezTo>
                  <a:cubicBezTo>
                    <a:pt x="40" y="141"/>
                    <a:pt x="41" y="143"/>
                    <a:pt x="41" y="145"/>
                  </a:cubicBezTo>
                  <a:cubicBezTo>
                    <a:pt x="37" y="126"/>
                    <a:pt x="31" y="108"/>
                    <a:pt x="25" y="89"/>
                  </a:cubicBezTo>
                  <a:cubicBezTo>
                    <a:pt x="23" y="81"/>
                    <a:pt x="18" y="65"/>
                    <a:pt x="20" y="57"/>
                  </a:cubicBezTo>
                  <a:cubicBezTo>
                    <a:pt x="27" y="36"/>
                    <a:pt x="64" y="56"/>
                    <a:pt x="75" y="64"/>
                  </a:cubicBezTo>
                  <a:cubicBezTo>
                    <a:pt x="67" y="58"/>
                    <a:pt x="37" y="47"/>
                    <a:pt x="47" y="34"/>
                  </a:cubicBezTo>
                  <a:cubicBezTo>
                    <a:pt x="52" y="26"/>
                    <a:pt x="68" y="27"/>
                    <a:pt x="76" y="23"/>
                  </a:cubicBezTo>
                  <a:cubicBezTo>
                    <a:pt x="85" y="19"/>
                    <a:pt x="91" y="11"/>
                    <a:pt x="99" y="4"/>
                  </a:cubicBezTo>
                </a:path>
              </a:pathLst>
            </a:custGeom>
            <a:solidFill>
              <a:srgbClr val="EFCA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470" name="Freeform 671">
              <a:extLst>
                <a:ext uri="{FF2B5EF4-FFF2-40B4-BE49-F238E27FC236}">
                  <a16:creationId xmlns:a16="http://schemas.microsoft.com/office/drawing/2014/main" id="{CF37BD20-9A45-4EA2-B6C6-388A38EC90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0" y="1493"/>
              <a:ext cx="70" cy="78"/>
            </a:xfrm>
            <a:custGeom>
              <a:avLst/>
              <a:gdLst>
                <a:gd name="T0" fmla="*/ 0 w 66"/>
                <a:gd name="T1" fmla="*/ 0 h 73"/>
                <a:gd name="T2" fmla="*/ 12 w 66"/>
                <a:gd name="T3" fmla="*/ 44 h 73"/>
                <a:gd name="T4" fmla="*/ 7 w 66"/>
                <a:gd name="T5" fmla="*/ 89 h 73"/>
                <a:gd name="T6" fmla="*/ 42 w 66"/>
                <a:gd name="T7" fmla="*/ 78 h 73"/>
                <a:gd name="T8" fmla="*/ 78 w 66"/>
                <a:gd name="T9" fmla="*/ 67 h 73"/>
                <a:gd name="T10" fmla="*/ 27 w 66"/>
                <a:gd name="T11" fmla="*/ 64 h 73"/>
                <a:gd name="T12" fmla="*/ 4 w 66"/>
                <a:gd name="T13" fmla="*/ 6 h 7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6" h="73">
                  <a:moveTo>
                    <a:pt x="0" y="0"/>
                  </a:moveTo>
                  <a:cubicBezTo>
                    <a:pt x="4" y="12"/>
                    <a:pt x="9" y="24"/>
                    <a:pt x="9" y="36"/>
                  </a:cubicBezTo>
                  <a:cubicBezTo>
                    <a:pt x="10" y="48"/>
                    <a:pt x="4" y="62"/>
                    <a:pt x="7" y="73"/>
                  </a:cubicBezTo>
                  <a:cubicBezTo>
                    <a:pt x="18" y="70"/>
                    <a:pt x="23" y="63"/>
                    <a:pt x="36" y="64"/>
                  </a:cubicBezTo>
                  <a:cubicBezTo>
                    <a:pt x="48" y="64"/>
                    <a:pt x="57" y="65"/>
                    <a:pt x="66" y="55"/>
                  </a:cubicBezTo>
                  <a:cubicBezTo>
                    <a:pt x="55" y="58"/>
                    <a:pt x="33" y="60"/>
                    <a:pt x="23" y="52"/>
                  </a:cubicBezTo>
                  <a:cubicBezTo>
                    <a:pt x="13" y="43"/>
                    <a:pt x="11" y="19"/>
                    <a:pt x="4" y="6"/>
                  </a:cubicBezTo>
                </a:path>
              </a:pathLst>
            </a:custGeom>
            <a:solidFill>
              <a:srgbClr val="EFCA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471" name="Freeform 672">
              <a:extLst>
                <a:ext uri="{FF2B5EF4-FFF2-40B4-BE49-F238E27FC236}">
                  <a16:creationId xmlns:a16="http://schemas.microsoft.com/office/drawing/2014/main" id="{99EB9BC7-A4B9-49AC-899E-50CAC081618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0" y="1888"/>
              <a:ext cx="79" cy="165"/>
            </a:xfrm>
            <a:custGeom>
              <a:avLst/>
              <a:gdLst>
                <a:gd name="T0" fmla="*/ 90 w 74"/>
                <a:gd name="T1" fmla="*/ 0 h 155"/>
                <a:gd name="T2" fmla="*/ 0 w 74"/>
                <a:gd name="T3" fmla="*/ 6 h 155"/>
                <a:gd name="T4" fmla="*/ 34 w 74"/>
                <a:gd name="T5" fmla="*/ 71 h 155"/>
                <a:gd name="T6" fmla="*/ 36 w 74"/>
                <a:gd name="T7" fmla="*/ 125 h 155"/>
                <a:gd name="T8" fmla="*/ 43 w 74"/>
                <a:gd name="T9" fmla="*/ 187 h 155"/>
                <a:gd name="T10" fmla="*/ 46 w 74"/>
                <a:gd name="T11" fmla="*/ 57 h 155"/>
                <a:gd name="T12" fmla="*/ 52 w 74"/>
                <a:gd name="T13" fmla="*/ 28 h 155"/>
                <a:gd name="T14" fmla="*/ 79 w 74"/>
                <a:gd name="T15" fmla="*/ 12 h 15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4" h="155">
                  <a:moveTo>
                    <a:pt x="74" y="0"/>
                  </a:moveTo>
                  <a:cubicBezTo>
                    <a:pt x="61" y="12"/>
                    <a:pt x="16" y="15"/>
                    <a:pt x="0" y="6"/>
                  </a:cubicBezTo>
                  <a:cubicBezTo>
                    <a:pt x="16" y="20"/>
                    <a:pt x="26" y="38"/>
                    <a:pt x="28" y="59"/>
                  </a:cubicBezTo>
                  <a:cubicBezTo>
                    <a:pt x="29" y="74"/>
                    <a:pt x="29" y="89"/>
                    <a:pt x="30" y="103"/>
                  </a:cubicBezTo>
                  <a:cubicBezTo>
                    <a:pt x="31" y="121"/>
                    <a:pt x="35" y="138"/>
                    <a:pt x="35" y="155"/>
                  </a:cubicBezTo>
                  <a:cubicBezTo>
                    <a:pt x="42" y="120"/>
                    <a:pt x="40" y="83"/>
                    <a:pt x="37" y="48"/>
                  </a:cubicBezTo>
                  <a:cubicBezTo>
                    <a:pt x="36" y="38"/>
                    <a:pt x="36" y="30"/>
                    <a:pt x="43" y="23"/>
                  </a:cubicBezTo>
                  <a:cubicBezTo>
                    <a:pt x="48" y="18"/>
                    <a:pt x="63" y="17"/>
                    <a:pt x="65" y="9"/>
                  </a:cubicBezTo>
                </a:path>
              </a:pathLst>
            </a:custGeom>
            <a:solidFill>
              <a:srgbClr val="EFCA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472" name="Freeform 673">
              <a:extLst>
                <a:ext uri="{FF2B5EF4-FFF2-40B4-BE49-F238E27FC236}">
                  <a16:creationId xmlns:a16="http://schemas.microsoft.com/office/drawing/2014/main" id="{C123FA8C-1B17-421B-9E42-F93F14D2DF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1" y="2122"/>
              <a:ext cx="139" cy="151"/>
            </a:xfrm>
            <a:custGeom>
              <a:avLst/>
              <a:gdLst>
                <a:gd name="T0" fmla="*/ 0 w 130"/>
                <a:gd name="T1" fmla="*/ 1 h 141"/>
                <a:gd name="T2" fmla="*/ 6 w 130"/>
                <a:gd name="T3" fmla="*/ 33 h 141"/>
                <a:gd name="T4" fmla="*/ 28 w 130"/>
                <a:gd name="T5" fmla="*/ 56 h 141"/>
                <a:gd name="T6" fmla="*/ 65 w 130"/>
                <a:gd name="T7" fmla="*/ 100 h 141"/>
                <a:gd name="T8" fmla="*/ 78 w 130"/>
                <a:gd name="T9" fmla="*/ 138 h 141"/>
                <a:gd name="T10" fmla="*/ 95 w 130"/>
                <a:gd name="T11" fmla="*/ 173 h 141"/>
                <a:gd name="T12" fmla="*/ 159 w 130"/>
                <a:gd name="T13" fmla="*/ 114 h 141"/>
                <a:gd name="T14" fmla="*/ 80 w 130"/>
                <a:gd name="T15" fmla="*/ 124 h 141"/>
                <a:gd name="T16" fmla="*/ 92 w 130"/>
                <a:gd name="T17" fmla="*/ 79 h 141"/>
                <a:gd name="T18" fmla="*/ 125 w 130"/>
                <a:gd name="T19" fmla="*/ 54 h 141"/>
                <a:gd name="T20" fmla="*/ 43 w 130"/>
                <a:gd name="T21" fmla="*/ 67 h 141"/>
                <a:gd name="T22" fmla="*/ 19 w 130"/>
                <a:gd name="T23" fmla="*/ 31 h 141"/>
                <a:gd name="T24" fmla="*/ 2 w 130"/>
                <a:gd name="T25" fmla="*/ 0 h 14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30" h="141">
                  <a:moveTo>
                    <a:pt x="0" y="1"/>
                  </a:moveTo>
                  <a:cubicBezTo>
                    <a:pt x="2" y="10"/>
                    <a:pt x="2" y="19"/>
                    <a:pt x="6" y="27"/>
                  </a:cubicBezTo>
                  <a:cubicBezTo>
                    <a:pt x="10" y="35"/>
                    <a:pt x="16" y="40"/>
                    <a:pt x="22" y="46"/>
                  </a:cubicBezTo>
                  <a:cubicBezTo>
                    <a:pt x="31" y="56"/>
                    <a:pt x="48" y="68"/>
                    <a:pt x="53" y="81"/>
                  </a:cubicBezTo>
                  <a:cubicBezTo>
                    <a:pt x="58" y="92"/>
                    <a:pt x="56" y="101"/>
                    <a:pt x="64" y="112"/>
                  </a:cubicBezTo>
                  <a:cubicBezTo>
                    <a:pt x="72" y="122"/>
                    <a:pt x="78" y="127"/>
                    <a:pt x="78" y="141"/>
                  </a:cubicBezTo>
                  <a:cubicBezTo>
                    <a:pt x="81" y="113"/>
                    <a:pt x="111" y="108"/>
                    <a:pt x="130" y="92"/>
                  </a:cubicBezTo>
                  <a:cubicBezTo>
                    <a:pt x="115" y="96"/>
                    <a:pt x="79" y="122"/>
                    <a:pt x="65" y="101"/>
                  </a:cubicBezTo>
                  <a:cubicBezTo>
                    <a:pt x="59" y="92"/>
                    <a:pt x="68" y="72"/>
                    <a:pt x="75" y="64"/>
                  </a:cubicBezTo>
                  <a:cubicBezTo>
                    <a:pt x="82" y="56"/>
                    <a:pt x="96" y="52"/>
                    <a:pt x="102" y="44"/>
                  </a:cubicBezTo>
                  <a:cubicBezTo>
                    <a:pt x="80" y="55"/>
                    <a:pt x="57" y="84"/>
                    <a:pt x="35" y="55"/>
                  </a:cubicBezTo>
                  <a:cubicBezTo>
                    <a:pt x="28" y="46"/>
                    <a:pt x="22" y="34"/>
                    <a:pt x="16" y="25"/>
                  </a:cubicBezTo>
                  <a:cubicBezTo>
                    <a:pt x="11" y="17"/>
                    <a:pt x="2" y="7"/>
                    <a:pt x="2" y="0"/>
                  </a:cubicBezTo>
                </a:path>
              </a:pathLst>
            </a:custGeom>
            <a:solidFill>
              <a:srgbClr val="EFCA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473" name="Freeform 674">
              <a:extLst>
                <a:ext uri="{FF2B5EF4-FFF2-40B4-BE49-F238E27FC236}">
                  <a16:creationId xmlns:a16="http://schemas.microsoft.com/office/drawing/2014/main" id="{EF2434CF-52D8-4F45-B179-6B85EF23F9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2" y="1927"/>
              <a:ext cx="36" cy="238"/>
            </a:xfrm>
            <a:custGeom>
              <a:avLst/>
              <a:gdLst>
                <a:gd name="T0" fmla="*/ 5 w 34"/>
                <a:gd name="T1" fmla="*/ 106 h 223"/>
                <a:gd name="T2" fmla="*/ 6 w 34"/>
                <a:gd name="T3" fmla="*/ 209 h 223"/>
                <a:gd name="T4" fmla="*/ 14 w 34"/>
                <a:gd name="T5" fmla="*/ 241 h 223"/>
                <a:gd name="T6" fmla="*/ 40 w 34"/>
                <a:gd name="T7" fmla="*/ 271 h 223"/>
                <a:gd name="T8" fmla="*/ 21 w 34"/>
                <a:gd name="T9" fmla="*/ 210 h 223"/>
                <a:gd name="T10" fmla="*/ 18 w 34"/>
                <a:gd name="T11" fmla="*/ 128 h 223"/>
                <a:gd name="T12" fmla="*/ 0 w 34"/>
                <a:gd name="T13" fmla="*/ 0 h 2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4" h="223">
                  <a:moveTo>
                    <a:pt x="5" y="87"/>
                  </a:moveTo>
                  <a:cubicBezTo>
                    <a:pt x="8" y="116"/>
                    <a:pt x="6" y="143"/>
                    <a:pt x="6" y="172"/>
                  </a:cubicBezTo>
                  <a:cubicBezTo>
                    <a:pt x="7" y="181"/>
                    <a:pt x="7" y="191"/>
                    <a:pt x="11" y="199"/>
                  </a:cubicBezTo>
                  <a:cubicBezTo>
                    <a:pt x="15" y="210"/>
                    <a:pt x="25" y="215"/>
                    <a:pt x="34" y="223"/>
                  </a:cubicBezTo>
                  <a:cubicBezTo>
                    <a:pt x="23" y="211"/>
                    <a:pt x="20" y="189"/>
                    <a:pt x="18" y="173"/>
                  </a:cubicBezTo>
                  <a:cubicBezTo>
                    <a:pt x="16" y="150"/>
                    <a:pt x="17" y="128"/>
                    <a:pt x="15" y="105"/>
                  </a:cubicBezTo>
                  <a:cubicBezTo>
                    <a:pt x="13" y="70"/>
                    <a:pt x="14" y="34"/>
                    <a:pt x="0" y="0"/>
                  </a:cubicBezTo>
                </a:path>
              </a:pathLst>
            </a:custGeom>
            <a:solidFill>
              <a:srgbClr val="EFCA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474" name="Freeform 675">
              <a:extLst>
                <a:ext uri="{FF2B5EF4-FFF2-40B4-BE49-F238E27FC236}">
                  <a16:creationId xmlns:a16="http://schemas.microsoft.com/office/drawing/2014/main" id="{60FEB6DF-3808-4331-B2C1-90B72390111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1" y="2293"/>
              <a:ext cx="50" cy="160"/>
            </a:xfrm>
            <a:custGeom>
              <a:avLst/>
              <a:gdLst>
                <a:gd name="T0" fmla="*/ 23 w 47"/>
                <a:gd name="T1" fmla="*/ 0 h 150"/>
                <a:gd name="T2" fmla="*/ 23 w 47"/>
                <a:gd name="T3" fmla="*/ 87 h 150"/>
                <a:gd name="T4" fmla="*/ 35 w 47"/>
                <a:gd name="T5" fmla="*/ 180 h 150"/>
                <a:gd name="T6" fmla="*/ 56 w 47"/>
                <a:gd name="T7" fmla="*/ 182 h 150"/>
                <a:gd name="T8" fmla="*/ 40 w 47"/>
                <a:gd name="T9" fmla="*/ 135 h 150"/>
                <a:gd name="T10" fmla="*/ 35 w 47"/>
                <a:gd name="T11" fmla="*/ 84 h 150"/>
                <a:gd name="T12" fmla="*/ 22 w 47"/>
                <a:gd name="T13" fmla="*/ 36 h 150"/>
                <a:gd name="T14" fmla="*/ 21 w 47"/>
                <a:gd name="T15" fmla="*/ 0 h 15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7" h="150">
                  <a:moveTo>
                    <a:pt x="20" y="0"/>
                  </a:moveTo>
                  <a:cubicBezTo>
                    <a:pt x="0" y="16"/>
                    <a:pt x="16" y="53"/>
                    <a:pt x="20" y="72"/>
                  </a:cubicBezTo>
                  <a:cubicBezTo>
                    <a:pt x="25" y="97"/>
                    <a:pt x="28" y="122"/>
                    <a:pt x="29" y="148"/>
                  </a:cubicBezTo>
                  <a:cubicBezTo>
                    <a:pt x="35" y="144"/>
                    <a:pt x="41" y="149"/>
                    <a:pt x="47" y="150"/>
                  </a:cubicBezTo>
                  <a:cubicBezTo>
                    <a:pt x="39" y="144"/>
                    <a:pt x="35" y="123"/>
                    <a:pt x="34" y="112"/>
                  </a:cubicBezTo>
                  <a:cubicBezTo>
                    <a:pt x="31" y="98"/>
                    <a:pt x="32" y="83"/>
                    <a:pt x="29" y="69"/>
                  </a:cubicBezTo>
                  <a:cubicBezTo>
                    <a:pt x="27" y="56"/>
                    <a:pt x="22" y="43"/>
                    <a:pt x="19" y="30"/>
                  </a:cubicBezTo>
                  <a:cubicBezTo>
                    <a:pt x="17" y="21"/>
                    <a:pt x="18" y="10"/>
                    <a:pt x="18" y="0"/>
                  </a:cubicBezTo>
                </a:path>
              </a:pathLst>
            </a:custGeom>
            <a:solidFill>
              <a:srgbClr val="EFCA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475" name="Freeform 676">
              <a:extLst>
                <a:ext uri="{FF2B5EF4-FFF2-40B4-BE49-F238E27FC236}">
                  <a16:creationId xmlns:a16="http://schemas.microsoft.com/office/drawing/2014/main" id="{E462B8B4-E206-4378-83F1-B5A045D3B1F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3" y="2392"/>
              <a:ext cx="49" cy="139"/>
            </a:xfrm>
            <a:custGeom>
              <a:avLst/>
              <a:gdLst>
                <a:gd name="T0" fmla="*/ 20 w 46"/>
                <a:gd name="T1" fmla="*/ 0 h 130"/>
                <a:gd name="T2" fmla="*/ 23 w 46"/>
                <a:gd name="T3" fmla="*/ 22 h 130"/>
                <a:gd name="T4" fmla="*/ 34 w 46"/>
                <a:gd name="T5" fmla="*/ 41 h 130"/>
                <a:gd name="T6" fmla="*/ 35 w 46"/>
                <a:gd name="T7" fmla="*/ 77 h 130"/>
                <a:gd name="T8" fmla="*/ 20 w 46"/>
                <a:gd name="T9" fmla="*/ 118 h 130"/>
                <a:gd name="T10" fmla="*/ 0 w 46"/>
                <a:gd name="T11" fmla="*/ 159 h 130"/>
                <a:gd name="T12" fmla="*/ 11 w 46"/>
                <a:gd name="T13" fmla="*/ 139 h 130"/>
                <a:gd name="T14" fmla="*/ 29 w 46"/>
                <a:gd name="T15" fmla="*/ 123 h 130"/>
                <a:gd name="T16" fmla="*/ 49 w 46"/>
                <a:gd name="T17" fmla="*/ 71 h 130"/>
                <a:gd name="T18" fmla="*/ 54 w 46"/>
                <a:gd name="T19" fmla="*/ 49 h 130"/>
                <a:gd name="T20" fmla="*/ 49 w 46"/>
                <a:gd name="T21" fmla="*/ 41 h 130"/>
                <a:gd name="T22" fmla="*/ 22 w 46"/>
                <a:gd name="T23" fmla="*/ 2 h 13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6" h="130">
                  <a:moveTo>
                    <a:pt x="17" y="0"/>
                  </a:moveTo>
                  <a:cubicBezTo>
                    <a:pt x="19" y="6"/>
                    <a:pt x="18" y="13"/>
                    <a:pt x="20" y="19"/>
                  </a:cubicBezTo>
                  <a:cubicBezTo>
                    <a:pt x="22" y="25"/>
                    <a:pt x="25" y="29"/>
                    <a:pt x="28" y="34"/>
                  </a:cubicBezTo>
                  <a:cubicBezTo>
                    <a:pt x="34" y="43"/>
                    <a:pt x="30" y="52"/>
                    <a:pt x="29" y="63"/>
                  </a:cubicBezTo>
                  <a:cubicBezTo>
                    <a:pt x="27" y="77"/>
                    <a:pt x="27" y="85"/>
                    <a:pt x="17" y="96"/>
                  </a:cubicBezTo>
                  <a:cubicBezTo>
                    <a:pt x="8" y="105"/>
                    <a:pt x="1" y="117"/>
                    <a:pt x="0" y="130"/>
                  </a:cubicBezTo>
                  <a:cubicBezTo>
                    <a:pt x="3" y="126"/>
                    <a:pt x="4" y="119"/>
                    <a:pt x="8" y="114"/>
                  </a:cubicBezTo>
                  <a:cubicBezTo>
                    <a:pt x="11" y="109"/>
                    <a:pt x="18" y="105"/>
                    <a:pt x="23" y="101"/>
                  </a:cubicBezTo>
                  <a:cubicBezTo>
                    <a:pt x="39" y="89"/>
                    <a:pt x="39" y="78"/>
                    <a:pt x="40" y="58"/>
                  </a:cubicBezTo>
                  <a:cubicBezTo>
                    <a:pt x="40" y="51"/>
                    <a:pt x="44" y="47"/>
                    <a:pt x="45" y="40"/>
                  </a:cubicBezTo>
                  <a:cubicBezTo>
                    <a:pt x="46" y="32"/>
                    <a:pt x="46" y="37"/>
                    <a:pt x="40" y="34"/>
                  </a:cubicBezTo>
                  <a:cubicBezTo>
                    <a:pt x="30" y="28"/>
                    <a:pt x="23" y="13"/>
                    <a:pt x="19" y="2"/>
                  </a:cubicBezTo>
                </a:path>
              </a:pathLst>
            </a:custGeom>
            <a:solidFill>
              <a:srgbClr val="EFCA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476" name="Freeform 677">
              <a:extLst>
                <a:ext uri="{FF2B5EF4-FFF2-40B4-BE49-F238E27FC236}">
                  <a16:creationId xmlns:a16="http://schemas.microsoft.com/office/drawing/2014/main" id="{F84D97D0-7BEC-4572-BEDD-E882FBE655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3" y="1947"/>
              <a:ext cx="86" cy="32"/>
            </a:xfrm>
            <a:custGeom>
              <a:avLst/>
              <a:gdLst>
                <a:gd name="T0" fmla="*/ 97 w 81"/>
                <a:gd name="T1" fmla="*/ 0 h 30"/>
                <a:gd name="T2" fmla="*/ 74 w 81"/>
                <a:gd name="T3" fmla="*/ 7 h 30"/>
                <a:gd name="T4" fmla="*/ 50 w 81"/>
                <a:gd name="T5" fmla="*/ 13 h 30"/>
                <a:gd name="T6" fmla="*/ 0 w 81"/>
                <a:gd name="T7" fmla="*/ 33 h 30"/>
                <a:gd name="T8" fmla="*/ 50 w 81"/>
                <a:gd name="T9" fmla="*/ 19 h 30"/>
                <a:gd name="T10" fmla="*/ 72 w 81"/>
                <a:gd name="T11" fmla="*/ 17 h 30"/>
                <a:gd name="T12" fmla="*/ 94 w 81"/>
                <a:gd name="T13" fmla="*/ 4 h 3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1" h="30">
                  <a:moveTo>
                    <a:pt x="81" y="0"/>
                  </a:moveTo>
                  <a:cubicBezTo>
                    <a:pt x="75" y="0"/>
                    <a:pt x="69" y="6"/>
                    <a:pt x="62" y="7"/>
                  </a:cubicBezTo>
                  <a:cubicBezTo>
                    <a:pt x="54" y="8"/>
                    <a:pt x="48" y="8"/>
                    <a:pt x="41" y="10"/>
                  </a:cubicBezTo>
                  <a:cubicBezTo>
                    <a:pt x="27" y="14"/>
                    <a:pt x="13" y="20"/>
                    <a:pt x="0" y="27"/>
                  </a:cubicBezTo>
                  <a:cubicBezTo>
                    <a:pt x="14" y="30"/>
                    <a:pt x="29" y="21"/>
                    <a:pt x="41" y="16"/>
                  </a:cubicBezTo>
                  <a:cubicBezTo>
                    <a:pt x="47" y="14"/>
                    <a:pt x="53" y="15"/>
                    <a:pt x="60" y="14"/>
                  </a:cubicBezTo>
                  <a:cubicBezTo>
                    <a:pt x="69" y="12"/>
                    <a:pt x="73" y="8"/>
                    <a:pt x="79" y="4"/>
                  </a:cubicBezTo>
                </a:path>
              </a:pathLst>
            </a:custGeom>
            <a:solidFill>
              <a:srgbClr val="EFCA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477" name="Freeform 678">
              <a:extLst>
                <a:ext uri="{FF2B5EF4-FFF2-40B4-BE49-F238E27FC236}">
                  <a16:creationId xmlns:a16="http://schemas.microsoft.com/office/drawing/2014/main" id="{CD4BD57D-8AE7-4E8E-917D-E8AE39B6839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4" y="2197"/>
              <a:ext cx="167" cy="214"/>
            </a:xfrm>
            <a:custGeom>
              <a:avLst/>
              <a:gdLst>
                <a:gd name="T0" fmla="*/ 189 w 157"/>
                <a:gd name="T1" fmla="*/ 32 h 201"/>
                <a:gd name="T2" fmla="*/ 135 w 157"/>
                <a:gd name="T3" fmla="*/ 33 h 201"/>
                <a:gd name="T4" fmla="*/ 107 w 157"/>
                <a:gd name="T5" fmla="*/ 111 h 201"/>
                <a:gd name="T6" fmla="*/ 0 w 157"/>
                <a:gd name="T7" fmla="*/ 243 h 201"/>
                <a:gd name="T8" fmla="*/ 122 w 157"/>
                <a:gd name="T9" fmla="*/ 119 h 201"/>
                <a:gd name="T10" fmla="*/ 144 w 157"/>
                <a:gd name="T11" fmla="*/ 54 h 201"/>
                <a:gd name="T12" fmla="*/ 179 w 157"/>
                <a:gd name="T13" fmla="*/ 39 h 20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7" h="201">
                  <a:moveTo>
                    <a:pt x="157" y="26"/>
                  </a:moveTo>
                  <a:cubicBezTo>
                    <a:pt x="141" y="13"/>
                    <a:pt x="123" y="0"/>
                    <a:pt x="112" y="27"/>
                  </a:cubicBezTo>
                  <a:cubicBezTo>
                    <a:pt x="104" y="49"/>
                    <a:pt x="100" y="70"/>
                    <a:pt x="89" y="92"/>
                  </a:cubicBezTo>
                  <a:cubicBezTo>
                    <a:pt x="65" y="137"/>
                    <a:pt x="46" y="173"/>
                    <a:pt x="0" y="201"/>
                  </a:cubicBezTo>
                  <a:cubicBezTo>
                    <a:pt x="39" y="198"/>
                    <a:pt x="83" y="128"/>
                    <a:pt x="102" y="99"/>
                  </a:cubicBezTo>
                  <a:cubicBezTo>
                    <a:pt x="115" y="80"/>
                    <a:pt x="113" y="64"/>
                    <a:pt x="119" y="45"/>
                  </a:cubicBezTo>
                  <a:cubicBezTo>
                    <a:pt x="125" y="28"/>
                    <a:pt x="133" y="32"/>
                    <a:pt x="149" y="33"/>
                  </a:cubicBezTo>
                </a:path>
              </a:pathLst>
            </a:custGeom>
            <a:solidFill>
              <a:srgbClr val="EFCA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478" name="Freeform 679">
              <a:extLst>
                <a:ext uri="{FF2B5EF4-FFF2-40B4-BE49-F238E27FC236}">
                  <a16:creationId xmlns:a16="http://schemas.microsoft.com/office/drawing/2014/main" id="{89BD9334-7E90-46DD-9E75-18269172142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0" y="2293"/>
              <a:ext cx="142" cy="84"/>
            </a:xfrm>
            <a:custGeom>
              <a:avLst/>
              <a:gdLst>
                <a:gd name="T0" fmla="*/ 53 w 133"/>
                <a:gd name="T1" fmla="*/ 30 h 79"/>
                <a:gd name="T2" fmla="*/ 162 w 133"/>
                <a:gd name="T3" fmla="*/ 3 h 79"/>
                <a:gd name="T4" fmla="*/ 72 w 133"/>
                <a:gd name="T5" fmla="*/ 41 h 79"/>
                <a:gd name="T6" fmla="*/ 0 w 133"/>
                <a:gd name="T7" fmla="*/ 95 h 7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3" h="79">
                  <a:moveTo>
                    <a:pt x="44" y="24"/>
                  </a:moveTo>
                  <a:cubicBezTo>
                    <a:pt x="52" y="0"/>
                    <a:pt x="112" y="2"/>
                    <a:pt x="133" y="3"/>
                  </a:cubicBezTo>
                  <a:cubicBezTo>
                    <a:pt x="104" y="9"/>
                    <a:pt x="83" y="17"/>
                    <a:pt x="59" y="35"/>
                  </a:cubicBezTo>
                  <a:cubicBezTo>
                    <a:pt x="45" y="46"/>
                    <a:pt x="4" y="69"/>
                    <a:pt x="0" y="79"/>
                  </a:cubicBezTo>
                </a:path>
              </a:pathLst>
            </a:custGeom>
            <a:solidFill>
              <a:srgbClr val="EFCA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479" name="Freeform 680">
              <a:extLst>
                <a:ext uri="{FF2B5EF4-FFF2-40B4-BE49-F238E27FC236}">
                  <a16:creationId xmlns:a16="http://schemas.microsoft.com/office/drawing/2014/main" id="{1A31F5C8-5D6E-41CC-84A7-DEF4086313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9" y="3976"/>
              <a:ext cx="126" cy="86"/>
            </a:xfrm>
            <a:custGeom>
              <a:avLst/>
              <a:gdLst>
                <a:gd name="T0" fmla="*/ 144 w 118"/>
                <a:gd name="T1" fmla="*/ 66 h 81"/>
                <a:gd name="T2" fmla="*/ 114 w 118"/>
                <a:gd name="T3" fmla="*/ 94 h 81"/>
                <a:gd name="T4" fmla="*/ 78 w 118"/>
                <a:gd name="T5" fmla="*/ 83 h 81"/>
                <a:gd name="T6" fmla="*/ 58 w 118"/>
                <a:gd name="T7" fmla="*/ 58 h 81"/>
                <a:gd name="T8" fmla="*/ 36 w 118"/>
                <a:gd name="T9" fmla="*/ 42 h 81"/>
                <a:gd name="T10" fmla="*/ 18 w 118"/>
                <a:gd name="T11" fmla="*/ 18 h 81"/>
                <a:gd name="T12" fmla="*/ 0 w 118"/>
                <a:gd name="T13" fmla="*/ 0 h 81"/>
                <a:gd name="T14" fmla="*/ 37 w 118"/>
                <a:gd name="T15" fmla="*/ 33 h 81"/>
                <a:gd name="T16" fmla="*/ 56 w 118"/>
                <a:gd name="T17" fmla="*/ 42 h 81"/>
                <a:gd name="T18" fmla="*/ 67 w 118"/>
                <a:gd name="T19" fmla="*/ 57 h 81"/>
                <a:gd name="T20" fmla="*/ 105 w 118"/>
                <a:gd name="T21" fmla="*/ 85 h 81"/>
                <a:gd name="T22" fmla="*/ 142 w 118"/>
                <a:gd name="T23" fmla="*/ 69 h 81"/>
                <a:gd name="T24" fmla="*/ 144 w 118"/>
                <a:gd name="T25" fmla="*/ 66 h 8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18" h="81">
                  <a:moveTo>
                    <a:pt x="118" y="55"/>
                  </a:moveTo>
                  <a:cubicBezTo>
                    <a:pt x="118" y="67"/>
                    <a:pt x="104" y="77"/>
                    <a:pt x="94" y="79"/>
                  </a:cubicBezTo>
                  <a:cubicBezTo>
                    <a:pt x="84" y="81"/>
                    <a:pt x="72" y="76"/>
                    <a:pt x="64" y="69"/>
                  </a:cubicBezTo>
                  <a:cubicBezTo>
                    <a:pt x="58" y="63"/>
                    <a:pt x="53" y="55"/>
                    <a:pt x="48" y="49"/>
                  </a:cubicBezTo>
                  <a:cubicBezTo>
                    <a:pt x="42" y="42"/>
                    <a:pt x="37" y="40"/>
                    <a:pt x="30" y="36"/>
                  </a:cubicBezTo>
                  <a:cubicBezTo>
                    <a:pt x="23" y="31"/>
                    <a:pt x="20" y="22"/>
                    <a:pt x="15" y="15"/>
                  </a:cubicBezTo>
                  <a:cubicBezTo>
                    <a:pt x="11" y="9"/>
                    <a:pt x="6" y="4"/>
                    <a:pt x="0" y="0"/>
                  </a:cubicBezTo>
                  <a:cubicBezTo>
                    <a:pt x="13" y="3"/>
                    <a:pt x="22" y="18"/>
                    <a:pt x="31" y="27"/>
                  </a:cubicBezTo>
                  <a:cubicBezTo>
                    <a:pt x="35" y="31"/>
                    <a:pt x="41" y="33"/>
                    <a:pt x="46" y="36"/>
                  </a:cubicBezTo>
                  <a:cubicBezTo>
                    <a:pt x="50" y="39"/>
                    <a:pt x="52" y="44"/>
                    <a:pt x="55" y="48"/>
                  </a:cubicBezTo>
                  <a:cubicBezTo>
                    <a:pt x="62" y="59"/>
                    <a:pt x="71" y="70"/>
                    <a:pt x="86" y="71"/>
                  </a:cubicBezTo>
                  <a:cubicBezTo>
                    <a:pt x="98" y="73"/>
                    <a:pt x="112" y="68"/>
                    <a:pt x="117" y="57"/>
                  </a:cubicBezTo>
                  <a:cubicBezTo>
                    <a:pt x="117" y="56"/>
                    <a:pt x="118" y="56"/>
                    <a:pt x="118" y="55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480" name="Freeform 681">
              <a:extLst>
                <a:ext uri="{FF2B5EF4-FFF2-40B4-BE49-F238E27FC236}">
                  <a16:creationId xmlns:a16="http://schemas.microsoft.com/office/drawing/2014/main" id="{4E18C579-7C2E-40EB-862A-86715D49FA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2" y="4000"/>
              <a:ext cx="23" cy="29"/>
            </a:xfrm>
            <a:custGeom>
              <a:avLst/>
              <a:gdLst>
                <a:gd name="T0" fmla="*/ 25 w 22"/>
                <a:gd name="T1" fmla="*/ 30 h 27"/>
                <a:gd name="T2" fmla="*/ 23 w 22"/>
                <a:gd name="T3" fmla="*/ 0 h 27"/>
                <a:gd name="T4" fmla="*/ 0 w 22"/>
                <a:gd name="T5" fmla="*/ 11 h 27"/>
                <a:gd name="T6" fmla="*/ 15 w 22"/>
                <a:gd name="T7" fmla="*/ 20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27">
                  <a:moveTo>
                    <a:pt x="22" y="24"/>
                  </a:moveTo>
                  <a:cubicBezTo>
                    <a:pt x="18" y="27"/>
                    <a:pt x="19" y="3"/>
                    <a:pt x="20" y="0"/>
                  </a:cubicBezTo>
                  <a:cubicBezTo>
                    <a:pt x="17" y="8"/>
                    <a:pt x="7" y="14"/>
                    <a:pt x="0" y="8"/>
                  </a:cubicBezTo>
                  <a:cubicBezTo>
                    <a:pt x="4" y="11"/>
                    <a:pt x="8" y="15"/>
                    <a:pt x="12" y="17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481" name="Freeform 682">
              <a:extLst>
                <a:ext uri="{FF2B5EF4-FFF2-40B4-BE49-F238E27FC236}">
                  <a16:creationId xmlns:a16="http://schemas.microsoft.com/office/drawing/2014/main" id="{0000BD7F-8E47-435E-A26A-C20924A50D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4" y="4021"/>
              <a:ext cx="26" cy="22"/>
            </a:xfrm>
            <a:custGeom>
              <a:avLst/>
              <a:gdLst>
                <a:gd name="T0" fmla="*/ 2 w 24"/>
                <a:gd name="T1" fmla="*/ 13 h 20"/>
                <a:gd name="T2" fmla="*/ 1 w 24"/>
                <a:gd name="T3" fmla="*/ 26 h 20"/>
                <a:gd name="T4" fmla="*/ 20 w 24"/>
                <a:gd name="T5" fmla="*/ 22 h 20"/>
                <a:gd name="T6" fmla="*/ 30 w 24"/>
                <a:gd name="T7" fmla="*/ 0 h 20"/>
                <a:gd name="T8" fmla="*/ 20 w 24"/>
                <a:gd name="T9" fmla="*/ 13 h 20"/>
                <a:gd name="T10" fmla="*/ 2 w 24"/>
                <a:gd name="T11" fmla="*/ 15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20">
                  <a:moveTo>
                    <a:pt x="2" y="10"/>
                  </a:moveTo>
                  <a:cubicBezTo>
                    <a:pt x="2" y="13"/>
                    <a:pt x="0" y="17"/>
                    <a:pt x="1" y="20"/>
                  </a:cubicBezTo>
                  <a:cubicBezTo>
                    <a:pt x="6" y="20"/>
                    <a:pt x="12" y="19"/>
                    <a:pt x="16" y="16"/>
                  </a:cubicBezTo>
                  <a:cubicBezTo>
                    <a:pt x="22" y="13"/>
                    <a:pt x="24" y="7"/>
                    <a:pt x="24" y="0"/>
                  </a:cubicBezTo>
                  <a:cubicBezTo>
                    <a:pt x="22" y="4"/>
                    <a:pt x="19" y="8"/>
                    <a:pt x="16" y="10"/>
                  </a:cubicBezTo>
                  <a:cubicBezTo>
                    <a:pt x="11" y="13"/>
                    <a:pt x="7" y="12"/>
                    <a:pt x="2" y="12"/>
                  </a:cubicBezTo>
                </a:path>
              </a:pathLst>
            </a:custGeom>
            <a:solidFill>
              <a:srgbClr val="EFCA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482" name="Freeform 683">
              <a:extLst>
                <a:ext uri="{FF2B5EF4-FFF2-40B4-BE49-F238E27FC236}">
                  <a16:creationId xmlns:a16="http://schemas.microsoft.com/office/drawing/2014/main" id="{D462C1C8-5F78-4355-9FDD-85E1B7492C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6" y="4004"/>
              <a:ext cx="14" cy="23"/>
            </a:xfrm>
            <a:custGeom>
              <a:avLst/>
              <a:gdLst>
                <a:gd name="T0" fmla="*/ 0 w 13"/>
                <a:gd name="T1" fmla="*/ 13 h 21"/>
                <a:gd name="T2" fmla="*/ 2 w 13"/>
                <a:gd name="T3" fmla="*/ 27 h 21"/>
                <a:gd name="T4" fmla="*/ 13 w 13"/>
                <a:gd name="T5" fmla="*/ 16 h 21"/>
                <a:gd name="T6" fmla="*/ 16 w 13"/>
                <a:gd name="T7" fmla="*/ 9 h 21"/>
                <a:gd name="T8" fmla="*/ 14 w 13"/>
                <a:gd name="T9" fmla="*/ 0 h 21"/>
                <a:gd name="T10" fmla="*/ 11 w 13"/>
                <a:gd name="T11" fmla="*/ 11 h 21"/>
                <a:gd name="T12" fmla="*/ 1 w 13"/>
                <a:gd name="T13" fmla="*/ 18 h 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21">
                  <a:moveTo>
                    <a:pt x="0" y="10"/>
                  </a:moveTo>
                  <a:cubicBezTo>
                    <a:pt x="2" y="12"/>
                    <a:pt x="2" y="18"/>
                    <a:pt x="2" y="21"/>
                  </a:cubicBezTo>
                  <a:cubicBezTo>
                    <a:pt x="5" y="20"/>
                    <a:pt x="9" y="16"/>
                    <a:pt x="10" y="13"/>
                  </a:cubicBezTo>
                  <a:cubicBezTo>
                    <a:pt x="11" y="11"/>
                    <a:pt x="13" y="9"/>
                    <a:pt x="13" y="6"/>
                  </a:cubicBezTo>
                  <a:cubicBezTo>
                    <a:pt x="13" y="4"/>
                    <a:pt x="11" y="2"/>
                    <a:pt x="11" y="0"/>
                  </a:cubicBezTo>
                  <a:cubicBezTo>
                    <a:pt x="10" y="1"/>
                    <a:pt x="9" y="6"/>
                    <a:pt x="8" y="8"/>
                  </a:cubicBezTo>
                  <a:cubicBezTo>
                    <a:pt x="6" y="11"/>
                    <a:pt x="4" y="14"/>
                    <a:pt x="1" y="14"/>
                  </a:cubicBezTo>
                </a:path>
              </a:pathLst>
            </a:custGeom>
            <a:solidFill>
              <a:srgbClr val="EFCA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483" name="Freeform 684">
              <a:extLst>
                <a:ext uri="{FF2B5EF4-FFF2-40B4-BE49-F238E27FC236}">
                  <a16:creationId xmlns:a16="http://schemas.microsoft.com/office/drawing/2014/main" id="{25C1074B-9EFE-46C5-902E-E94858A5DB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3" y="3984"/>
              <a:ext cx="7" cy="13"/>
            </a:xfrm>
            <a:custGeom>
              <a:avLst/>
              <a:gdLst>
                <a:gd name="T0" fmla="*/ 1 w 6"/>
                <a:gd name="T1" fmla="*/ 15 h 12"/>
                <a:gd name="T2" fmla="*/ 9 w 6"/>
                <a:gd name="T3" fmla="*/ 0 h 12"/>
                <a:gd name="T4" fmla="*/ 0 w 6"/>
                <a:gd name="T5" fmla="*/ 12 h 12"/>
                <a:gd name="T6" fmla="*/ 1 w 6"/>
                <a:gd name="T7" fmla="*/ 15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12">
                  <a:moveTo>
                    <a:pt x="1" y="12"/>
                  </a:moveTo>
                  <a:cubicBezTo>
                    <a:pt x="5" y="12"/>
                    <a:pt x="6" y="2"/>
                    <a:pt x="6" y="0"/>
                  </a:cubicBezTo>
                  <a:cubicBezTo>
                    <a:pt x="4" y="2"/>
                    <a:pt x="3" y="8"/>
                    <a:pt x="0" y="9"/>
                  </a:cubicBezTo>
                  <a:cubicBezTo>
                    <a:pt x="0" y="10"/>
                    <a:pt x="0" y="11"/>
                    <a:pt x="1" y="12"/>
                  </a:cubicBezTo>
                </a:path>
              </a:pathLst>
            </a:custGeom>
            <a:solidFill>
              <a:srgbClr val="EFCA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484" name="Freeform 685">
              <a:extLst>
                <a:ext uri="{FF2B5EF4-FFF2-40B4-BE49-F238E27FC236}">
                  <a16:creationId xmlns:a16="http://schemas.microsoft.com/office/drawing/2014/main" id="{527A639F-EB3B-4E46-9AD4-12AE2A255D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0" y="3971"/>
              <a:ext cx="21" cy="24"/>
            </a:xfrm>
            <a:custGeom>
              <a:avLst/>
              <a:gdLst>
                <a:gd name="T0" fmla="*/ 0 w 20"/>
                <a:gd name="T1" fmla="*/ 0 h 22"/>
                <a:gd name="T2" fmla="*/ 7 w 20"/>
                <a:gd name="T3" fmla="*/ 19 h 22"/>
                <a:gd name="T4" fmla="*/ 23 w 20"/>
                <a:gd name="T5" fmla="*/ 28 h 22"/>
                <a:gd name="T6" fmla="*/ 9 w 20"/>
                <a:gd name="T7" fmla="*/ 14 h 22"/>
                <a:gd name="T8" fmla="*/ 5 w 20"/>
                <a:gd name="T9" fmla="*/ 5 h 22"/>
                <a:gd name="T10" fmla="*/ 1 w 20"/>
                <a:gd name="T11" fmla="*/ 0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" h="22">
                  <a:moveTo>
                    <a:pt x="0" y="0"/>
                  </a:moveTo>
                  <a:cubicBezTo>
                    <a:pt x="0" y="5"/>
                    <a:pt x="5" y="11"/>
                    <a:pt x="7" y="15"/>
                  </a:cubicBezTo>
                  <a:cubicBezTo>
                    <a:pt x="10" y="18"/>
                    <a:pt x="15" y="22"/>
                    <a:pt x="20" y="22"/>
                  </a:cubicBezTo>
                  <a:cubicBezTo>
                    <a:pt x="15" y="22"/>
                    <a:pt x="11" y="15"/>
                    <a:pt x="9" y="11"/>
                  </a:cubicBezTo>
                  <a:cubicBezTo>
                    <a:pt x="7" y="9"/>
                    <a:pt x="6" y="7"/>
                    <a:pt x="5" y="5"/>
                  </a:cubicBezTo>
                  <a:cubicBezTo>
                    <a:pt x="4" y="3"/>
                    <a:pt x="2" y="2"/>
                    <a:pt x="1" y="0"/>
                  </a:cubicBezTo>
                </a:path>
              </a:pathLst>
            </a:custGeom>
            <a:solidFill>
              <a:srgbClr val="EFCA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485" name="Freeform 686">
              <a:extLst>
                <a:ext uri="{FF2B5EF4-FFF2-40B4-BE49-F238E27FC236}">
                  <a16:creationId xmlns:a16="http://schemas.microsoft.com/office/drawing/2014/main" id="{FE779311-DE64-40D8-BF99-93C47358B5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3" y="3959"/>
              <a:ext cx="26" cy="18"/>
            </a:xfrm>
            <a:custGeom>
              <a:avLst/>
              <a:gdLst>
                <a:gd name="T0" fmla="*/ 0 w 25"/>
                <a:gd name="T1" fmla="*/ 0 h 17"/>
                <a:gd name="T2" fmla="*/ 12 w 25"/>
                <a:gd name="T3" fmla="*/ 14 h 17"/>
                <a:gd name="T4" fmla="*/ 22 w 25"/>
                <a:gd name="T5" fmla="*/ 18 h 17"/>
                <a:gd name="T6" fmla="*/ 28 w 25"/>
                <a:gd name="T7" fmla="*/ 20 h 17"/>
                <a:gd name="T8" fmla="*/ 2 w 25"/>
                <a:gd name="T9" fmla="*/ 0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17">
                  <a:moveTo>
                    <a:pt x="0" y="0"/>
                  </a:moveTo>
                  <a:cubicBezTo>
                    <a:pt x="2" y="5"/>
                    <a:pt x="8" y="8"/>
                    <a:pt x="12" y="11"/>
                  </a:cubicBezTo>
                  <a:cubicBezTo>
                    <a:pt x="14" y="13"/>
                    <a:pt x="16" y="14"/>
                    <a:pt x="19" y="15"/>
                  </a:cubicBezTo>
                  <a:cubicBezTo>
                    <a:pt x="21" y="15"/>
                    <a:pt x="23" y="17"/>
                    <a:pt x="25" y="17"/>
                  </a:cubicBezTo>
                  <a:cubicBezTo>
                    <a:pt x="17" y="11"/>
                    <a:pt x="8" y="7"/>
                    <a:pt x="2" y="0"/>
                  </a:cubicBezTo>
                </a:path>
              </a:pathLst>
            </a:custGeom>
            <a:solidFill>
              <a:srgbClr val="EFCA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486" name="Freeform 687">
              <a:extLst>
                <a:ext uri="{FF2B5EF4-FFF2-40B4-BE49-F238E27FC236}">
                  <a16:creationId xmlns:a16="http://schemas.microsoft.com/office/drawing/2014/main" id="{F3A8C70D-2E12-443D-897D-87AFFBF308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0" y="3983"/>
              <a:ext cx="19" cy="16"/>
            </a:xfrm>
            <a:custGeom>
              <a:avLst/>
              <a:gdLst>
                <a:gd name="T0" fmla="*/ 0 w 18"/>
                <a:gd name="T1" fmla="*/ 2 h 15"/>
                <a:gd name="T2" fmla="*/ 21 w 18"/>
                <a:gd name="T3" fmla="*/ 18 h 15"/>
                <a:gd name="T4" fmla="*/ 13 w 18"/>
                <a:gd name="T5" fmla="*/ 11 h 15"/>
                <a:gd name="T6" fmla="*/ 0 w 18"/>
                <a:gd name="T7" fmla="*/ 0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15">
                  <a:moveTo>
                    <a:pt x="0" y="2"/>
                  </a:moveTo>
                  <a:cubicBezTo>
                    <a:pt x="3" y="9"/>
                    <a:pt x="10" y="15"/>
                    <a:pt x="18" y="15"/>
                  </a:cubicBezTo>
                  <a:cubicBezTo>
                    <a:pt x="15" y="13"/>
                    <a:pt x="13" y="10"/>
                    <a:pt x="10" y="8"/>
                  </a:cubicBezTo>
                  <a:cubicBezTo>
                    <a:pt x="7" y="5"/>
                    <a:pt x="3" y="3"/>
                    <a:pt x="0" y="0"/>
                  </a:cubicBezTo>
                </a:path>
              </a:pathLst>
            </a:custGeom>
            <a:solidFill>
              <a:srgbClr val="EFCA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487" name="Freeform 688">
              <a:extLst>
                <a:ext uri="{FF2B5EF4-FFF2-40B4-BE49-F238E27FC236}">
                  <a16:creationId xmlns:a16="http://schemas.microsoft.com/office/drawing/2014/main" id="{31B72707-D435-4AE1-A018-40D1A6B3B5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5" y="3707"/>
              <a:ext cx="105" cy="239"/>
            </a:xfrm>
            <a:custGeom>
              <a:avLst/>
              <a:gdLst>
                <a:gd name="T0" fmla="*/ 57 w 99"/>
                <a:gd name="T1" fmla="*/ 0 h 224"/>
                <a:gd name="T2" fmla="*/ 36 w 99"/>
                <a:gd name="T3" fmla="*/ 13 h 224"/>
                <a:gd name="T4" fmla="*/ 12 w 99"/>
                <a:gd name="T5" fmla="*/ 23 h 224"/>
                <a:gd name="T6" fmla="*/ 2 w 99"/>
                <a:gd name="T7" fmla="*/ 61 h 224"/>
                <a:gd name="T8" fmla="*/ 32 w 99"/>
                <a:gd name="T9" fmla="*/ 128 h 224"/>
                <a:gd name="T10" fmla="*/ 48 w 99"/>
                <a:gd name="T11" fmla="*/ 162 h 224"/>
                <a:gd name="T12" fmla="*/ 37 w 99"/>
                <a:gd name="T13" fmla="*/ 202 h 224"/>
                <a:gd name="T14" fmla="*/ 75 w 99"/>
                <a:gd name="T15" fmla="*/ 265 h 224"/>
                <a:gd name="T16" fmla="*/ 98 w 99"/>
                <a:gd name="T17" fmla="*/ 271 h 224"/>
                <a:gd name="T18" fmla="*/ 110 w 99"/>
                <a:gd name="T19" fmla="*/ 272 h 224"/>
                <a:gd name="T20" fmla="*/ 118 w 99"/>
                <a:gd name="T21" fmla="*/ 270 h 224"/>
                <a:gd name="T22" fmla="*/ 91 w 99"/>
                <a:gd name="T23" fmla="*/ 259 h 224"/>
                <a:gd name="T24" fmla="*/ 67 w 99"/>
                <a:gd name="T25" fmla="*/ 240 h 224"/>
                <a:gd name="T26" fmla="*/ 55 w 99"/>
                <a:gd name="T27" fmla="*/ 213 h 224"/>
                <a:gd name="T28" fmla="*/ 57 w 99"/>
                <a:gd name="T29" fmla="*/ 179 h 224"/>
                <a:gd name="T30" fmla="*/ 58 w 99"/>
                <a:gd name="T31" fmla="*/ 155 h 224"/>
                <a:gd name="T32" fmla="*/ 57 w 99"/>
                <a:gd name="T33" fmla="*/ 138 h 224"/>
                <a:gd name="T34" fmla="*/ 64 w 99"/>
                <a:gd name="T35" fmla="*/ 133 h 224"/>
                <a:gd name="T36" fmla="*/ 76 w 99"/>
                <a:gd name="T37" fmla="*/ 128 h 224"/>
                <a:gd name="T38" fmla="*/ 106 w 99"/>
                <a:gd name="T39" fmla="*/ 113 h 224"/>
                <a:gd name="T40" fmla="*/ 59 w 99"/>
                <a:gd name="T41" fmla="*/ 131 h 224"/>
                <a:gd name="T42" fmla="*/ 43 w 99"/>
                <a:gd name="T43" fmla="*/ 124 h 224"/>
                <a:gd name="T44" fmla="*/ 22 w 99"/>
                <a:gd name="T45" fmla="*/ 99 h 224"/>
                <a:gd name="T46" fmla="*/ 15 w 99"/>
                <a:gd name="T47" fmla="*/ 74 h 224"/>
                <a:gd name="T48" fmla="*/ 12 w 99"/>
                <a:gd name="T49" fmla="*/ 42 h 224"/>
                <a:gd name="T50" fmla="*/ 35 w 99"/>
                <a:gd name="T51" fmla="*/ 17 h 224"/>
                <a:gd name="T52" fmla="*/ 58 w 99"/>
                <a:gd name="T53" fmla="*/ 5 h 224"/>
                <a:gd name="T54" fmla="*/ 58 w 99"/>
                <a:gd name="T55" fmla="*/ 3 h 224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99" h="224">
                  <a:moveTo>
                    <a:pt x="48" y="0"/>
                  </a:moveTo>
                  <a:cubicBezTo>
                    <a:pt x="42" y="4"/>
                    <a:pt x="37" y="7"/>
                    <a:pt x="30" y="10"/>
                  </a:cubicBezTo>
                  <a:cubicBezTo>
                    <a:pt x="24" y="13"/>
                    <a:pt x="15" y="16"/>
                    <a:pt x="9" y="20"/>
                  </a:cubicBezTo>
                  <a:cubicBezTo>
                    <a:pt x="1" y="26"/>
                    <a:pt x="3" y="41"/>
                    <a:pt x="2" y="50"/>
                  </a:cubicBezTo>
                  <a:cubicBezTo>
                    <a:pt x="0" y="72"/>
                    <a:pt x="8" y="92"/>
                    <a:pt x="26" y="105"/>
                  </a:cubicBezTo>
                  <a:cubicBezTo>
                    <a:pt x="37" y="112"/>
                    <a:pt x="41" y="120"/>
                    <a:pt x="40" y="133"/>
                  </a:cubicBezTo>
                  <a:cubicBezTo>
                    <a:pt x="39" y="145"/>
                    <a:pt x="33" y="155"/>
                    <a:pt x="31" y="166"/>
                  </a:cubicBezTo>
                  <a:cubicBezTo>
                    <a:pt x="26" y="188"/>
                    <a:pt x="42" y="210"/>
                    <a:pt x="63" y="217"/>
                  </a:cubicBezTo>
                  <a:cubicBezTo>
                    <a:pt x="69" y="219"/>
                    <a:pt x="75" y="222"/>
                    <a:pt x="82" y="223"/>
                  </a:cubicBezTo>
                  <a:cubicBezTo>
                    <a:pt x="85" y="223"/>
                    <a:pt x="89" y="224"/>
                    <a:pt x="92" y="224"/>
                  </a:cubicBezTo>
                  <a:cubicBezTo>
                    <a:pt x="95" y="223"/>
                    <a:pt x="96" y="221"/>
                    <a:pt x="99" y="222"/>
                  </a:cubicBezTo>
                  <a:cubicBezTo>
                    <a:pt x="92" y="221"/>
                    <a:pt x="82" y="217"/>
                    <a:pt x="76" y="214"/>
                  </a:cubicBezTo>
                  <a:cubicBezTo>
                    <a:pt x="67" y="211"/>
                    <a:pt x="61" y="206"/>
                    <a:pt x="56" y="198"/>
                  </a:cubicBezTo>
                  <a:cubicBezTo>
                    <a:pt x="52" y="191"/>
                    <a:pt x="47" y="183"/>
                    <a:pt x="46" y="175"/>
                  </a:cubicBezTo>
                  <a:cubicBezTo>
                    <a:pt x="45" y="166"/>
                    <a:pt x="47" y="156"/>
                    <a:pt x="48" y="147"/>
                  </a:cubicBezTo>
                  <a:cubicBezTo>
                    <a:pt x="49" y="140"/>
                    <a:pt x="49" y="134"/>
                    <a:pt x="49" y="127"/>
                  </a:cubicBezTo>
                  <a:cubicBezTo>
                    <a:pt x="48" y="123"/>
                    <a:pt x="46" y="116"/>
                    <a:pt x="48" y="113"/>
                  </a:cubicBezTo>
                  <a:cubicBezTo>
                    <a:pt x="50" y="111"/>
                    <a:pt x="52" y="111"/>
                    <a:pt x="54" y="110"/>
                  </a:cubicBezTo>
                  <a:cubicBezTo>
                    <a:pt x="58" y="109"/>
                    <a:pt x="61" y="107"/>
                    <a:pt x="64" y="105"/>
                  </a:cubicBezTo>
                  <a:cubicBezTo>
                    <a:pt x="72" y="100"/>
                    <a:pt x="81" y="96"/>
                    <a:pt x="89" y="93"/>
                  </a:cubicBezTo>
                  <a:cubicBezTo>
                    <a:pt x="74" y="92"/>
                    <a:pt x="63" y="103"/>
                    <a:pt x="50" y="108"/>
                  </a:cubicBezTo>
                  <a:cubicBezTo>
                    <a:pt x="43" y="110"/>
                    <a:pt x="41" y="107"/>
                    <a:pt x="37" y="102"/>
                  </a:cubicBezTo>
                  <a:cubicBezTo>
                    <a:pt x="31" y="95"/>
                    <a:pt x="23" y="90"/>
                    <a:pt x="19" y="82"/>
                  </a:cubicBezTo>
                  <a:cubicBezTo>
                    <a:pt x="15" y="76"/>
                    <a:pt x="14" y="68"/>
                    <a:pt x="12" y="61"/>
                  </a:cubicBezTo>
                  <a:cubicBezTo>
                    <a:pt x="10" y="52"/>
                    <a:pt x="4" y="44"/>
                    <a:pt x="9" y="35"/>
                  </a:cubicBezTo>
                  <a:cubicBezTo>
                    <a:pt x="13" y="27"/>
                    <a:pt x="22" y="20"/>
                    <a:pt x="29" y="14"/>
                  </a:cubicBezTo>
                  <a:cubicBezTo>
                    <a:pt x="35" y="9"/>
                    <a:pt x="41" y="6"/>
                    <a:pt x="49" y="5"/>
                  </a:cubicBezTo>
                  <a:cubicBezTo>
                    <a:pt x="49" y="4"/>
                    <a:pt x="49" y="4"/>
                    <a:pt x="49" y="3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488" name="Freeform 689">
              <a:extLst>
                <a:ext uri="{FF2B5EF4-FFF2-40B4-BE49-F238E27FC236}">
                  <a16:creationId xmlns:a16="http://schemas.microsoft.com/office/drawing/2014/main" id="{DD1903F0-A0DB-456C-9B68-EAA09774491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1" y="1608"/>
              <a:ext cx="132" cy="268"/>
            </a:xfrm>
            <a:custGeom>
              <a:avLst/>
              <a:gdLst>
                <a:gd name="T0" fmla="*/ 11 w 124"/>
                <a:gd name="T1" fmla="*/ 77 h 251"/>
                <a:gd name="T2" fmla="*/ 39 w 124"/>
                <a:gd name="T3" fmla="*/ 156 h 251"/>
                <a:gd name="T4" fmla="*/ 42 w 124"/>
                <a:gd name="T5" fmla="*/ 194 h 251"/>
                <a:gd name="T6" fmla="*/ 36 w 124"/>
                <a:gd name="T7" fmla="*/ 222 h 251"/>
                <a:gd name="T8" fmla="*/ 68 w 124"/>
                <a:gd name="T9" fmla="*/ 287 h 251"/>
                <a:gd name="T10" fmla="*/ 98 w 124"/>
                <a:gd name="T11" fmla="*/ 305 h 251"/>
                <a:gd name="T12" fmla="*/ 150 w 124"/>
                <a:gd name="T13" fmla="*/ 294 h 251"/>
                <a:gd name="T14" fmla="*/ 112 w 124"/>
                <a:gd name="T15" fmla="*/ 280 h 251"/>
                <a:gd name="T16" fmla="*/ 96 w 124"/>
                <a:gd name="T17" fmla="*/ 230 h 251"/>
                <a:gd name="T18" fmla="*/ 83 w 124"/>
                <a:gd name="T19" fmla="*/ 173 h 251"/>
                <a:gd name="T20" fmla="*/ 53 w 124"/>
                <a:gd name="T21" fmla="*/ 106 h 251"/>
                <a:gd name="T22" fmla="*/ 19 w 124"/>
                <a:gd name="T23" fmla="*/ 18 h 251"/>
                <a:gd name="T24" fmla="*/ 12 w 124"/>
                <a:gd name="T25" fmla="*/ 13 h 251"/>
                <a:gd name="T26" fmla="*/ 0 w 124"/>
                <a:gd name="T27" fmla="*/ 46 h 25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24" h="251">
                  <a:moveTo>
                    <a:pt x="8" y="63"/>
                  </a:moveTo>
                  <a:cubicBezTo>
                    <a:pt x="21" y="80"/>
                    <a:pt x="30" y="106"/>
                    <a:pt x="33" y="128"/>
                  </a:cubicBezTo>
                  <a:cubicBezTo>
                    <a:pt x="34" y="138"/>
                    <a:pt x="35" y="149"/>
                    <a:pt x="35" y="159"/>
                  </a:cubicBezTo>
                  <a:cubicBezTo>
                    <a:pt x="34" y="168"/>
                    <a:pt x="31" y="175"/>
                    <a:pt x="30" y="183"/>
                  </a:cubicBezTo>
                  <a:cubicBezTo>
                    <a:pt x="30" y="198"/>
                    <a:pt x="47" y="224"/>
                    <a:pt x="56" y="236"/>
                  </a:cubicBezTo>
                  <a:cubicBezTo>
                    <a:pt x="63" y="245"/>
                    <a:pt x="69" y="251"/>
                    <a:pt x="81" y="251"/>
                  </a:cubicBezTo>
                  <a:cubicBezTo>
                    <a:pt x="96" y="251"/>
                    <a:pt x="110" y="241"/>
                    <a:pt x="124" y="242"/>
                  </a:cubicBezTo>
                  <a:cubicBezTo>
                    <a:pt x="115" y="238"/>
                    <a:pt x="99" y="236"/>
                    <a:pt x="93" y="229"/>
                  </a:cubicBezTo>
                  <a:cubicBezTo>
                    <a:pt x="83" y="219"/>
                    <a:pt x="81" y="201"/>
                    <a:pt x="80" y="188"/>
                  </a:cubicBezTo>
                  <a:cubicBezTo>
                    <a:pt x="80" y="172"/>
                    <a:pt x="76" y="157"/>
                    <a:pt x="69" y="142"/>
                  </a:cubicBezTo>
                  <a:cubicBezTo>
                    <a:pt x="60" y="124"/>
                    <a:pt x="54" y="104"/>
                    <a:pt x="44" y="87"/>
                  </a:cubicBezTo>
                  <a:cubicBezTo>
                    <a:pt x="32" y="65"/>
                    <a:pt x="14" y="41"/>
                    <a:pt x="16" y="15"/>
                  </a:cubicBezTo>
                  <a:cubicBezTo>
                    <a:pt x="17" y="5"/>
                    <a:pt x="18" y="0"/>
                    <a:pt x="9" y="10"/>
                  </a:cubicBezTo>
                  <a:cubicBezTo>
                    <a:pt x="4" y="16"/>
                    <a:pt x="1" y="28"/>
                    <a:pt x="0" y="37"/>
                  </a:cubicBezTo>
                </a:path>
              </a:pathLst>
            </a:custGeom>
            <a:solidFill>
              <a:srgbClr val="EFCA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489" name="Freeform 690">
              <a:extLst>
                <a:ext uri="{FF2B5EF4-FFF2-40B4-BE49-F238E27FC236}">
                  <a16:creationId xmlns:a16="http://schemas.microsoft.com/office/drawing/2014/main" id="{A7E12638-67A4-47D1-AF84-EDD41DB7D5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5" y="1985"/>
              <a:ext cx="110" cy="245"/>
            </a:xfrm>
            <a:custGeom>
              <a:avLst/>
              <a:gdLst>
                <a:gd name="T0" fmla="*/ 5 w 103"/>
                <a:gd name="T1" fmla="*/ 0 h 230"/>
                <a:gd name="T2" fmla="*/ 125 w 103"/>
                <a:gd name="T3" fmla="*/ 209 h 230"/>
                <a:gd name="T4" fmla="*/ 93 w 103"/>
                <a:gd name="T5" fmla="*/ 236 h 230"/>
                <a:gd name="T6" fmla="*/ 73 w 103"/>
                <a:gd name="T7" fmla="*/ 242 h 230"/>
                <a:gd name="T8" fmla="*/ 30 w 103"/>
                <a:gd name="T9" fmla="*/ 201 h 230"/>
                <a:gd name="T10" fmla="*/ 11 w 103"/>
                <a:gd name="T11" fmla="*/ 142 h 230"/>
                <a:gd name="T12" fmla="*/ 7 w 103"/>
                <a:gd name="T13" fmla="*/ 69 h 23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3" h="230">
                  <a:moveTo>
                    <a:pt x="5" y="0"/>
                  </a:moveTo>
                  <a:cubicBezTo>
                    <a:pt x="14" y="34"/>
                    <a:pt x="19" y="230"/>
                    <a:pt x="103" y="173"/>
                  </a:cubicBezTo>
                  <a:cubicBezTo>
                    <a:pt x="94" y="181"/>
                    <a:pt x="84" y="188"/>
                    <a:pt x="76" y="195"/>
                  </a:cubicBezTo>
                  <a:cubicBezTo>
                    <a:pt x="71" y="199"/>
                    <a:pt x="68" y="202"/>
                    <a:pt x="60" y="200"/>
                  </a:cubicBezTo>
                  <a:cubicBezTo>
                    <a:pt x="45" y="197"/>
                    <a:pt x="33" y="177"/>
                    <a:pt x="24" y="166"/>
                  </a:cubicBezTo>
                  <a:cubicBezTo>
                    <a:pt x="12" y="149"/>
                    <a:pt x="9" y="137"/>
                    <a:pt x="8" y="117"/>
                  </a:cubicBezTo>
                  <a:cubicBezTo>
                    <a:pt x="8" y="98"/>
                    <a:pt x="0" y="75"/>
                    <a:pt x="7" y="57"/>
                  </a:cubicBezTo>
                </a:path>
              </a:pathLst>
            </a:custGeom>
            <a:solidFill>
              <a:srgbClr val="EFCA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490" name="Freeform 691">
              <a:extLst>
                <a:ext uri="{FF2B5EF4-FFF2-40B4-BE49-F238E27FC236}">
                  <a16:creationId xmlns:a16="http://schemas.microsoft.com/office/drawing/2014/main" id="{EB4012E3-4D55-4AF7-B8DC-F225A9BE19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8" y="3916"/>
              <a:ext cx="147" cy="62"/>
            </a:xfrm>
            <a:custGeom>
              <a:avLst/>
              <a:gdLst>
                <a:gd name="T0" fmla="*/ 167 w 138"/>
                <a:gd name="T1" fmla="*/ 65 h 58"/>
                <a:gd name="T2" fmla="*/ 114 w 138"/>
                <a:gd name="T3" fmla="*/ 20 h 58"/>
                <a:gd name="T4" fmla="*/ 75 w 138"/>
                <a:gd name="T5" fmla="*/ 1 h 58"/>
                <a:gd name="T6" fmla="*/ 0 w 138"/>
                <a:gd name="T7" fmla="*/ 24 h 58"/>
                <a:gd name="T8" fmla="*/ 36 w 138"/>
                <a:gd name="T9" fmla="*/ 41 h 58"/>
                <a:gd name="T10" fmla="*/ 81 w 138"/>
                <a:gd name="T11" fmla="*/ 44 h 58"/>
                <a:gd name="T12" fmla="*/ 164 w 138"/>
                <a:gd name="T13" fmla="*/ 66 h 5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8" h="58">
                  <a:moveTo>
                    <a:pt x="138" y="53"/>
                  </a:moveTo>
                  <a:cubicBezTo>
                    <a:pt x="126" y="58"/>
                    <a:pt x="101" y="25"/>
                    <a:pt x="94" y="17"/>
                  </a:cubicBezTo>
                  <a:cubicBezTo>
                    <a:pt x="84" y="6"/>
                    <a:pt x="77" y="0"/>
                    <a:pt x="62" y="1"/>
                  </a:cubicBezTo>
                  <a:cubicBezTo>
                    <a:pt x="41" y="2"/>
                    <a:pt x="22" y="18"/>
                    <a:pt x="0" y="20"/>
                  </a:cubicBezTo>
                  <a:cubicBezTo>
                    <a:pt x="9" y="25"/>
                    <a:pt x="20" y="32"/>
                    <a:pt x="30" y="34"/>
                  </a:cubicBezTo>
                  <a:cubicBezTo>
                    <a:pt x="42" y="36"/>
                    <a:pt x="55" y="36"/>
                    <a:pt x="67" y="36"/>
                  </a:cubicBezTo>
                  <a:cubicBezTo>
                    <a:pt x="91" y="36"/>
                    <a:pt x="115" y="44"/>
                    <a:pt x="136" y="54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491" name="Freeform 692">
              <a:extLst>
                <a:ext uri="{FF2B5EF4-FFF2-40B4-BE49-F238E27FC236}">
                  <a16:creationId xmlns:a16="http://schemas.microsoft.com/office/drawing/2014/main" id="{2995EE8A-BF68-4DA2-8767-FE145752F7F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1" y="3767"/>
              <a:ext cx="79" cy="60"/>
            </a:xfrm>
            <a:custGeom>
              <a:avLst/>
              <a:gdLst>
                <a:gd name="T0" fmla="*/ 90 w 74"/>
                <a:gd name="T1" fmla="*/ 45 h 57"/>
                <a:gd name="T2" fmla="*/ 65 w 74"/>
                <a:gd name="T3" fmla="*/ 52 h 57"/>
                <a:gd name="T4" fmla="*/ 35 w 74"/>
                <a:gd name="T5" fmla="*/ 44 h 57"/>
                <a:gd name="T6" fmla="*/ 14 w 74"/>
                <a:gd name="T7" fmla="*/ 21 h 57"/>
                <a:gd name="T8" fmla="*/ 2 w 74"/>
                <a:gd name="T9" fmla="*/ 0 h 57"/>
                <a:gd name="T10" fmla="*/ 36 w 74"/>
                <a:gd name="T11" fmla="*/ 58 h 57"/>
                <a:gd name="T12" fmla="*/ 54 w 74"/>
                <a:gd name="T13" fmla="*/ 63 h 57"/>
                <a:gd name="T14" fmla="*/ 74 w 74"/>
                <a:gd name="T15" fmla="*/ 52 h 5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4" h="57">
                  <a:moveTo>
                    <a:pt x="74" y="39"/>
                  </a:moveTo>
                  <a:cubicBezTo>
                    <a:pt x="67" y="41"/>
                    <a:pt x="62" y="45"/>
                    <a:pt x="53" y="45"/>
                  </a:cubicBezTo>
                  <a:cubicBezTo>
                    <a:pt x="44" y="46"/>
                    <a:pt x="36" y="43"/>
                    <a:pt x="29" y="38"/>
                  </a:cubicBezTo>
                  <a:cubicBezTo>
                    <a:pt x="22" y="33"/>
                    <a:pt x="16" y="25"/>
                    <a:pt x="11" y="18"/>
                  </a:cubicBezTo>
                  <a:cubicBezTo>
                    <a:pt x="7" y="12"/>
                    <a:pt x="5" y="5"/>
                    <a:pt x="2" y="0"/>
                  </a:cubicBezTo>
                  <a:cubicBezTo>
                    <a:pt x="0" y="19"/>
                    <a:pt x="17" y="37"/>
                    <a:pt x="30" y="49"/>
                  </a:cubicBezTo>
                  <a:cubicBezTo>
                    <a:pt x="35" y="54"/>
                    <a:pt x="38" y="57"/>
                    <a:pt x="45" y="54"/>
                  </a:cubicBezTo>
                  <a:cubicBezTo>
                    <a:pt x="50" y="52"/>
                    <a:pt x="55" y="46"/>
                    <a:pt x="61" y="45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492" name="Freeform 693">
              <a:extLst>
                <a:ext uri="{FF2B5EF4-FFF2-40B4-BE49-F238E27FC236}">
                  <a16:creationId xmlns:a16="http://schemas.microsoft.com/office/drawing/2014/main" id="{F46BA7ED-9C42-45CB-921A-9F9815CF0AF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7" y="1631"/>
              <a:ext cx="155" cy="259"/>
            </a:xfrm>
            <a:custGeom>
              <a:avLst/>
              <a:gdLst>
                <a:gd name="T0" fmla="*/ 170 w 145"/>
                <a:gd name="T1" fmla="*/ 0 h 243"/>
                <a:gd name="T2" fmla="*/ 152 w 145"/>
                <a:gd name="T3" fmla="*/ 52 h 243"/>
                <a:gd name="T4" fmla="*/ 152 w 145"/>
                <a:gd name="T5" fmla="*/ 99 h 243"/>
                <a:gd name="T6" fmla="*/ 161 w 145"/>
                <a:gd name="T7" fmla="*/ 183 h 243"/>
                <a:gd name="T8" fmla="*/ 128 w 145"/>
                <a:gd name="T9" fmla="*/ 214 h 243"/>
                <a:gd name="T10" fmla="*/ 99 w 145"/>
                <a:gd name="T11" fmla="*/ 247 h 243"/>
                <a:gd name="T12" fmla="*/ 11 w 145"/>
                <a:gd name="T13" fmla="*/ 293 h 243"/>
                <a:gd name="T14" fmla="*/ 0 w 145"/>
                <a:gd name="T15" fmla="*/ 294 h 243"/>
                <a:gd name="T16" fmla="*/ 49 w 145"/>
                <a:gd name="T17" fmla="*/ 271 h 243"/>
                <a:gd name="T18" fmla="*/ 88 w 145"/>
                <a:gd name="T19" fmla="*/ 234 h 243"/>
                <a:gd name="T20" fmla="*/ 112 w 145"/>
                <a:gd name="T21" fmla="*/ 203 h 243"/>
                <a:gd name="T22" fmla="*/ 138 w 145"/>
                <a:gd name="T23" fmla="*/ 174 h 243"/>
                <a:gd name="T24" fmla="*/ 130 w 145"/>
                <a:gd name="T25" fmla="*/ 81 h 243"/>
                <a:gd name="T26" fmla="*/ 170 w 145"/>
                <a:gd name="T27" fmla="*/ 4 h 243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45" h="243">
                  <a:moveTo>
                    <a:pt x="139" y="0"/>
                  </a:moveTo>
                  <a:cubicBezTo>
                    <a:pt x="141" y="9"/>
                    <a:pt x="127" y="31"/>
                    <a:pt x="124" y="43"/>
                  </a:cubicBezTo>
                  <a:cubicBezTo>
                    <a:pt x="120" y="56"/>
                    <a:pt x="121" y="69"/>
                    <a:pt x="124" y="82"/>
                  </a:cubicBezTo>
                  <a:cubicBezTo>
                    <a:pt x="129" y="103"/>
                    <a:pt x="145" y="128"/>
                    <a:pt x="132" y="151"/>
                  </a:cubicBezTo>
                  <a:cubicBezTo>
                    <a:pt x="126" y="162"/>
                    <a:pt x="113" y="168"/>
                    <a:pt x="105" y="177"/>
                  </a:cubicBezTo>
                  <a:cubicBezTo>
                    <a:pt x="96" y="185"/>
                    <a:pt x="89" y="196"/>
                    <a:pt x="81" y="205"/>
                  </a:cubicBezTo>
                  <a:cubicBezTo>
                    <a:pt x="62" y="226"/>
                    <a:pt x="37" y="242"/>
                    <a:pt x="8" y="242"/>
                  </a:cubicBezTo>
                  <a:cubicBezTo>
                    <a:pt x="5" y="242"/>
                    <a:pt x="2" y="243"/>
                    <a:pt x="0" y="243"/>
                  </a:cubicBezTo>
                  <a:cubicBezTo>
                    <a:pt x="13" y="235"/>
                    <a:pt x="28" y="232"/>
                    <a:pt x="40" y="223"/>
                  </a:cubicBezTo>
                  <a:cubicBezTo>
                    <a:pt x="52" y="215"/>
                    <a:pt x="63" y="204"/>
                    <a:pt x="72" y="193"/>
                  </a:cubicBezTo>
                  <a:cubicBezTo>
                    <a:pt x="78" y="184"/>
                    <a:pt x="84" y="175"/>
                    <a:pt x="92" y="167"/>
                  </a:cubicBezTo>
                  <a:cubicBezTo>
                    <a:pt x="98" y="159"/>
                    <a:pt x="109" y="153"/>
                    <a:pt x="113" y="144"/>
                  </a:cubicBezTo>
                  <a:cubicBezTo>
                    <a:pt x="124" y="118"/>
                    <a:pt x="105" y="92"/>
                    <a:pt x="107" y="67"/>
                  </a:cubicBezTo>
                  <a:cubicBezTo>
                    <a:pt x="109" y="42"/>
                    <a:pt x="128" y="25"/>
                    <a:pt x="139" y="4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493" name="Freeform 694">
              <a:extLst>
                <a:ext uri="{FF2B5EF4-FFF2-40B4-BE49-F238E27FC236}">
                  <a16:creationId xmlns:a16="http://schemas.microsoft.com/office/drawing/2014/main" id="{1FEC7B65-57F4-4CC7-8E93-1B59D19A64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3" y="1452"/>
              <a:ext cx="26" cy="44"/>
            </a:xfrm>
            <a:custGeom>
              <a:avLst/>
              <a:gdLst>
                <a:gd name="T0" fmla="*/ 30 w 24"/>
                <a:gd name="T1" fmla="*/ 30 h 42"/>
                <a:gd name="T2" fmla="*/ 12 w 24"/>
                <a:gd name="T3" fmla="*/ 24 h 42"/>
                <a:gd name="T4" fmla="*/ 15 w 24"/>
                <a:gd name="T5" fmla="*/ 48 h 42"/>
                <a:gd name="T6" fmla="*/ 4 w 24"/>
                <a:gd name="T7" fmla="*/ 16 h 42"/>
                <a:gd name="T8" fmla="*/ 27 w 24"/>
                <a:gd name="T9" fmla="*/ 24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42">
                  <a:moveTo>
                    <a:pt x="24" y="27"/>
                  </a:moveTo>
                  <a:cubicBezTo>
                    <a:pt x="21" y="27"/>
                    <a:pt x="15" y="11"/>
                    <a:pt x="9" y="21"/>
                  </a:cubicBezTo>
                  <a:cubicBezTo>
                    <a:pt x="6" y="26"/>
                    <a:pt x="12" y="37"/>
                    <a:pt x="12" y="42"/>
                  </a:cubicBezTo>
                  <a:cubicBezTo>
                    <a:pt x="6" y="37"/>
                    <a:pt x="0" y="20"/>
                    <a:pt x="4" y="13"/>
                  </a:cubicBezTo>
                  <a:cubicBezTo>
                    <a:pt x="11" y="0"/>
                    <a:pt x="17" y="16"/>
                    <a:pt x="21" y="21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494" name="Freeform 695">
              <a:extLst>
                <a:ext uri="{FF2B5EF4-FFF2-40B4-BE49-F238E27FC236}">
                  <a16:creationId xmlns:a16="http://schemas.microsoft.com/office/drawing/2014/main" id="{404B8B03-0A67-4D79-B263-CAB7070012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1" y="1535"/>
              <a:ext cx="32" cy="30"/>
            </a:xfrm>
            <a:custGeom>
              <a:avLst/>
              <a:gdLst>
                <a:gd name="T0" fmla="*/ 5 w 30"/>
                <a:gd name="T1" fmla="*/ 34 h 28"/>
                <a:gd name="T2" fmla="*/ 17 w 30"/>
                <a:gd name="T3" fmla="*/ 12 h 28"/>
                <a:gd name="T4" fmla="*/ 0 w 30"/>
                <a:gd name="T5" fmla="*/ 11 h 28"/>
                <a:gd name="T6" fmla="*/ 23 w 30"/>
                <a:gd name="T7" fmla="*/ 2 h 28"/>
                <a:gd name="T8" fmla="*/ 11 w 30"/>
                <a:gd name="T9" fmla="*/ 33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28">
                  <a:moveTo>
                    <a:pt x="5" y="28"/>
                  </a:moveTo>
                  <a:cubicBezTo>
                    <a:pt x="10" y="24"/>
                    <a:pt x="19" y="15"/>
                    <a:pt x="14" y="9"/>
                  </a:cubicBezTo>
                  <a:cubicBezTo>
                    <a:pt x="11" y="5"/>
                    <a:pt x="4" y="6"/>
                    <a:pt x="0" y="8"/>
                  </a:cubicBezTo>
                  <a:cubicBezTo>
                    <a:pt x="3" y="5"/>
                    <a:pt x="16" y="0"/>
                    <a:pt x="20" y="2"/>
                  </a:cubicBezTo>
                  <a:cubicBezTo>
                    <a:pt x="30" y="9"/>
                    <a:pt x="12" y="23"/>
                    <a:pt x="8" y="27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495" name="Freeform 696">
              <a:extLst>
                <a:ext uri="{FF2B5EF4-FFF2-40B4-BE49-F238E27FC236}">
                  <a16:creationId xmlns:a16="http://schemas.microsoft.com/office/drawing/2014/main" id="{D2D0999D-BD83-414C-8FE6-45E53A96E7C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3" y="1624"/>
              <a:ext cx="34" cy="30"/>
            </a:xfrm>
            <a:custGeom>
              <a:avLst/>
              <a:gdLst>
                <a:gd name="T0" fmla="*/ 3 w 32"/>
                <a:gd name="T1" fmla="*/ 0 h 28"/>
                <a:gd name="T2" fmla="*/ 17 w 32"/>
                <a:gd name="T3" fmla="*/ 15 h 28"/>
                <a:gd name="T4" fmla="*/ 0 w 32"/>
                <a:gd name="T5" fmla="*/ 27 h 28"/>
                <a:gd name="T6" fmla="*/ 14 w 32"/>
                <a:gd name="T7" fmla="*/ 0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28">
                  <a:moveTo>
                    <a:pt x="3" y="0"/>
                  </a:moveTo>
                  <a:cubicBezTo>
                    <a:pt x="8" y="4"/>
                    <a:pt x="15" y="3"/>
                    <a:pt x="14" y="12"/>
                  </a:cubicBezTo>
                  <a:cubicBezTo>
                    <a:pt x="13" y="19"/>
                    <a:pt x="6" y="21"/>
                    <a:pt x="0" y="21"/>
                  </a:cubicBezTo>
                  <a:cubicBezTo>
                    <a:pt x="19" y="28"/>
                    <a:pt x="32" y="0"/>
                    <a:pt x="11" y="0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496" name="Freeform 697">
              <a:extLst>
                <a:ext uri="{FF2B5EF4-FFF2-40B4-BE49-F238E27FC236}">
                  <a16:creationId xmlns:a16="http://schemas.microsoft.com/office/drawing/2014/main" id="{F5F19107-736B-4EE0-9A73-9A06CD2B922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4" y="1205"/>
              <a:ext cx="526" cy="583"/>
            </a:xfrm>
            <a:custGeom>
              <a:avLst/>
              <a:gdLst>
                <a:gd name="T0" fmla="*/ 0 w 493"/>
                <a:gd name="T1" fmla="*/ 0 h 547"/>
                <a:gd name="T2" fmla="*/ 448 w 493"/>
                <a:gd name="T3" fmla="*/ 224 h 547"/>
                <a:gd name="T4" fmla="*/ 504 w 493"/>
                <a:gd name="T5" fmla="*/ 326 h 547"/>
                <a:gd name="T6" fmla="*/ 599 w 493"/>
                <a:gd name="T7" fmla="*/ 662 h 547"/>
                <a:gd name="T8" fmla="*/ 509 w 493"/>
                <a:gd name="T9" fmla="*/ 351 h 547"/>
                <a:gd name="T10" fmla="*/ 436 w 493"/>
                <a:gd name="T11" fmla="*/ 231 h 547"/>
                <a:gd name="T12" fmla="*/ 0 w 493"/>
                <a:gd name="T13" fmla="*/ 0 h 54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93" h="547">
                  <a:moveTo>
                    <a:pt x="0" y="0"/>
                  </a:moveTo>
                  <a:cubicBezTo>
                    <a:pt x="0" y="0"/>
                    <a:pt x="296" y="15"/>
                    <a:pt x="369" y="185"/>
                  </a:cubicBezTo>
                  <a:cubicBezTo>
                    <a:pt x="389" y="234"/>
                    <a:pt x="398" y="252"/>
                    <a:pt x="414" y="269"/>
                  </a:cubicBezTo>
                  <a:cubicBezTo>
                    <a:pt x="430" y="287"/>
                    <a:pt x="478" y="350"/>
                    <a:pt x="493" y="547"/>
                  </a:cubicBezTo>
                  <a:cubicBezTo>
                    <a:pt x="493" y="547"/>
                    <a:pt x="475" y="371"/>
                    <a:pt x="419" y="290"/>
                  </a:cubicBezTo>
                  <a:cubicBezTo>
                    <a:pt x="364" y="209"/>
                    <a:pt x="370" y="212"/>
                    <a:pt x="359" y="191"/>
                  </a:cubicBezTo>
                  <a:cubicBezTo>
                    <a:pt x="349" y="170"/>
                    <a:pt x="294" y="34"/>
                    <a:pt x="0" y="0"/>
                  </a:cubicBezTo>
                  <a:close/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497" name="Freeform 698">
              <a:extLst>
                <a:ext uri="{FF2B5EF4-FFF2-40B4-BE49-F238E27FC236}">
                  <a16:creationId xmlns:a16="http://schemas.microsoft.com/office/drawing/2014/main" id="{A2E1F6D9-7556-4A85-9380-11E0426F83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0" y="1839"/>
              <a:ext cx="84" cy="101"/>
            </a:xfrm>
            <a:custGeom>
              <a:avLst/>
              <a:gdLst>
                <a:gd name="T0" fmla="*/ 61 w 78"/>
                <a:gd name="T1" fmla="*/ 0 h 95"/>
                <a:gd name="T2" fmla="*/ 76 w 78"/>
                <a:gd name="T3" fmla="*/ 65 h 95"/>
                <a:gd name="T4" fmla="*/ 51 w 78"/>
                <a:gd name="T5" fmla="*/ 98 h 95"/>
                <a:gd name="T6" fmla="*/ 0 w 78"/>
                <a:gd name="T7" fmla="*/ 112 h 95"/>
                <a:gd name="T8" fmla="*/ 34 w 78"/>
                <a:gd name="T9" fmla="*/ 91 h 95"/>
                <a:gd name="T10" fmla="*/ 52 w 78"/>
                <a:gd name="T11" fmla="*/ 64 h 95"/>
                <a:gd name="T12" fmla="*/ 71 w 78"/>
                <a:gd name="T13" fmla="*/ 44 h 95"/>
                <a:gd name="T14" fmla="*/ 59 w 78"/>
                <a:gd name="T15" fmla="*/ 6 h 9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8" h="95">
                  <a:moveTo>
                    <a:pt x="49" y="0"/>
                  </a:moveTo>
                  <a:cubicBezTo>
                    <a:pt x="63" y="14"/>
                    <a:pt x="78" y="36"/>
                    <a:pt x="61" y="54"/>
                  </a:cubicBezTo>
                  <a:cubicBezTo>
                    <a:pt x="53" y="64"/>
                    <a:pt x="48" y="72"/>
                    <a:pt x="41" y="82"/>
                  </a:cubicBezTo>
                  <a:cubicBezTo>
                    <a:pt x="32" y="95"/>
                    <a:pt x="15" y="92"/>
                    <a:pt x="0" y="93"/>
                  </a:cubicBezTo>
                  <a:cubicBezTo>
                    <a:pt x="9" y="89"/>
                    <a:pt x="22" y="83"/>
                    <a:pt x="28" y="76"/>
                  </a:cubicBezTo>
                  <a:cubicBezTo>
                    <a:pt x="35" y="70"/>
                    <a:pt x="35" y="60"/>
                    <a:pt x="42" y="53"/>
                  </a:cubicBezTo>
                  <a:cubicBezTo>
                    <a:pt x="47" y="48"/>
                    <a:pt x="55" y="45"/>
                    <a:pt x="57" y="37"/>
                  </a:cubicBezTo>
                  <a:cubicBezTo>
                    <a:pt x="59" y="29"/>
                    <a:pt x="54" y="10"/>
                    <a:pt x="47" y="6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498" name="Freeform 699">
              <a:extLst>
                <a:ext uri="{FF2B5EF4-FFF2-40B4-BE49-F238E27FC236}">
                  <a16:creationId xmlns:a16="http://schemas.microsoft.com/office/drawing/2014/main" id="{2E298879-30CA-4BEE-AD26-46F23EF8DA8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7" y="1936"/>
              <a:ext cx="87" cy="267"/>
            </a:xfrm>
            <a:custGeom>
              <a:avLst/>
              <a:gdLst>
                <a:gd name="T0" fmla="*/ 0 w 81"/>
                <a:gd name="T1" fmla="*/ 0 h 251"/>
                <a:gd name="T2" fmla="*/ 56 w 81"/>
                <a:gd name="T3" fmla="*/ 152 h 251"/>
                <a:gd name="T4" fmla="*/ 62 w 81"/>
                <a:gd name="T5" fmla="*/ 230 h 251"/>
                <a:gd name="T6" fmla="*/ 54 w 81"/>
                <a:gd name="T7" fmla="*/ 301 h 251"/>
                <a:gd name="T8" fmla="*/ 17 w 81"/>
                <a:gd name="T9" fmla="*/ 289 h 251"/>
                <a:gd name="T10" fmla="*/ 66 w 81"/>
                <a:gd name="T11" fmla="*/ 282 h 251"/>
                <a:gd name="T12" fmla="*/ 35 w 81"/>
                <a:gd name="T13" fmla="*/ 245 h 251"/>
                <a:gd name="T14" fmla="*/ 46 w 81"/>
                <a:gd name="T15" fmla="*/ 219 h 251"/>
                <a:gd name="T16" fmla="*/ 45 w 81"/>
                <a:gd name="T17" fmla="*/ 147 h 251"/>
                <a:gd name="T18" fmla="*/ 0 w 81"/>
                <a:gd name="T19" fmla="*/ 0 h 25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1" h="251">
                  <a:moveTo>
                    <a:pt x="0" y="0"/>
                  </a:moveTo>
                  <a:cubicBezTo>
                    <a:pt x="0" y="0"/>
                    <a:pt x="50" y="92"/>
                    <a:pt x="45" y="126"/>
                  </a:cubicBezTo>
                  <a:cubicBezTo>
                    <a:pt x="41" y="161"/>
                    <a:pt x="39" y="178"/>
                    <a:pt x="50" y="191"/>
                  </a:cubicBezTo>
                  <a:cubicBezTo>
                    <a:pt x="60" y="204"/>
                    <a:pt x="81" y="248"/>
                    <a:pt x="44" y="250"/>
                  </a:cubicBezTo>
                  <a:cubicBezTo>
                    <a:pt x="36" y="251"/>
                    <a:pt x="23" y="248"/>
                    <a:pt x="14" y="241"/>
                  </a:cubicBezTo>
                  <a:cubicBezTo>
                    <a:pt x="14" y="241"/>
                    <a:pt x="49" y="250"/>
                    <a:pt x="53" y="234"/>
                  </a:cubicBezTo>
                  <a:cubicBezTo>
                    <a:pt x="58" y="218"/>
                    <a:pt x="47" y="196"/>
                    <a:pt x="29" y="203"/>
                  </a:cubicBezTo>
                  <a:cubicBezTo>
                    <a:pt x="29" y="203"/>
                    <a:pt x="41" y="197"/>
                    <a:pt x="37" y="182"/>
                  </a:cubicBezTo>
                  <a:cubicBezTo>
                    <a:pt x="34" y="167"/>
                    <a:pt x="34" y="132"/>
                    <a:pt x="36" y="122"/>
                  </a:cubicBezTo>
                  <a:cubicBezTo>
                    <a:pt x="38" y="111"/>
                    <a:pt x="39" y="80"/>
                    <a:pt x="0" y="0"/>
                  </a:cubicBezTo>
                  <a:close/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499" name="Freeform 700">
              <a:extLst>
                <a:ext uri="{FF2B5EF4-FFF2-40B4-BE49-F238E27FC236}">
                  <a16:creationId xmlns:a16="http://schemas.microsoft.com/office/drawing/2014/main" id="{EE97F695-A538-4927-9024-A575870C1D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7" y="2226"/>
              <a:ext cx="81" cy="311"/>
            </a:xfrm>
            <a:custGeom>
              <a:avLst/>
              <a:gdLst>
                <a:gd name="T0" fmla="*/ 48 w 76"/>
                <a:gd name="T1" fmla="*/ 0 h 292"/>
                <a:gd name="T2" fmla="*/ 70 w 76"/>
                <a:gd name="T3" fmla="*/ 2 h 292"/>
                <a:gd name="T4" fmla="*/ 77 w 76"/>
                <a:gd name="T5" fmla="*/ 76 h 292"/>
                <a:gd name="T6" fmla="*/ 90 w 76"/>
                <a:gd name="T7" fmla="*/ 153 h 292"/>
                <a:gd name="T8" fmla="*/ 76 w 76"/>
                <a:gd name="T9" fmla="*/ 230 h 292"/>
                <a:gd name="T10" fmla="*/ 59 w 76"/>
                <a:gd name="T11" fmla="*/ 269 h 292"/>
                <a:gd name="T12" fmla="*/ 51 w 76"/>
                <a:gd name="T13" fmla="*/ 302 h 292"/>
                <a:gd name="T14" fmla="*/ 0 w 76"/>
                <a:gd name="T15" fmla="*/ 353 h 292"/>
                <a:gd name="T16" fmla="*/ 23 w 76"/>
                <a:gd name="T17" fmla="*/ 326 h 292"/>
                <a:gd name="T18" fmla="*/ 45 w 76"/>
                <a:gd name="T19" fmla="*/ 280 h 292"/>
                <a:gd name="T20" fmla="*/ 55 w 76"/>
                <a:gd name="T21" fmla="*/ 229 h 292"/>
                <a:gd name="T22" fmla="*/ 75 w 76"/>
                <a:gd name="T23" fmla="*/ 189 h 292"/>
                <a:gd name="T24" fmla="*/ 64 w 76"/>
                <a:gd name="T25" fmla="*/ 83 h 292"/>
                <a:gd name="T26" fmla="*/ 51 w 76"/>
                <a:gd name="T27" fmla="*/ 0 h 29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76" h="292">
                  <a:moveTo>
                    <a:pt x="39" y="0"/>
                  </a:moveTo>
                  <a:cubicBezTo>
                    <a:pt x="46" y="0"/>
                    <a:pt x="52" y="0"/>
                    <a:pt x="58" y="2"/>
                  </a:cubicBezTo>
                  <a:cubicBezTo>
                    <a:pt x="59" y="22"/>
                    <a:pt x="62" y="43"/>
                    <a:pt x="64" y="63"/>
                  </a:cubicBezTo>
                  <a:cubicBezTo>
                    <a:pt x="66" y="85"/>
                    <a:pt x="72" y="105"/>
                    <a:pt x="74" y="127"/>
                  </a:cubicBezTo>
                  <a:cubicBezTo>
                    <a:pt x="76" y="151"/>
                    <a:pt x="73" y="169"/>
                    <a:pt x="63" y="191"/>
                  </a:cubicBezTo>
                  <a:cubicBezTo>
                    <a:pt x="58" y="201"/>
                    <a:pt x="52" y="211"/>
                    <a:pt x="49" y="223"/>
                  </a:cubicBezTo>
                  <a:cubicBezTo>
                    <a:pt x="46" y="232"/>
                    <a:pt x="45" y="242"/>
                    <a:pt x="42" y="251"/>
                  </a:cubicBezTo>
                  <a:cubicBezTo>
                    <a:pt x="35" y="267"/>
                    <a:pt x="15" y="283"/>
                    <a:pt x="0" y="292"/>
                  </a:cubicBezTo>
                  <a:cubicBezTo>
                    <a:pt x="1" y="279"/>
                    <a:pt x="12" y="278"/>
                    <a:pt x="20" y="269"/>
                  </a:cubicBezTo>
                  <a:cubicBezTo>
                    <a:pt x="28" y="259"/>
                    <a:pt x="34" y="244"/>
                    <a:pt x="37" y="232"/>
                  </a:cubicBezTo>
                  <a:cubicBezTo>
                    <a:pt x="41" y="218"/>
                    <a:pt x="41" y="203"/>
                    <a:pt x="46" y="190"/>
                  </a:cubicBezTo>
                  <a:cubicBezTo>
                    <a:pt x="50" y="178"/>
                    <a:pt x="58" y="168"/>
                    <a:pt x="62" y="156"/>
                  </a:cubicBezTo>
                  <a:cubicBezTo>
                    <a:pt x="74" y="122"/>
                    <a:pt x="56" y="101"/>
                    <a:pt x="53" y="69"/>
                  </a:cubicBezTo>
                  <a:cubicBezTo>
                    <a:pt x="51" y="51"/>
                    <a:pt x="58" y="10"/>
                    <a:pt x="42" y="0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500" name="Freeform 701">
              <a:extLst>
                <a:ext uri="{FF2B5EF4-FFF2-40B4-BE49-F238E27FC236}">
                  <a16:creationId xmlns:a16="http://schemas.microsoft.com/office/drawing/2014/main" id="{6A98347C-2D81-4B47-BF0D-F1D1CEE234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2" y="2400"/>
              <a:ext cx="53" cy="115"/>
            </a:xfrm>
            <a:custGeom>
              <a:avLst/>
              <a:gdLst>
                <a:gd name="T0" fmla="*/ 49 w 50"/>
                <a:gd name="T1" fmla="*/ 0 h 108"/>
                <a:gd name="T2" fmla="*/ 53 w 50"/>
                <a:gd name="T3" fmla="*/ 76 h 108"/>
                <a:gd name="T4" fmla="*/ 0 w 50"/>
                <a:gd name="T5" fmla="*/ 119 h 108"/>
                <a:gd name="T6" fmla="*/ 45 w 50"/>
                <a:gd name="T7" fmla="*/ 70 h 108"/>
                <a:gd name="T8" fmla="*/ 51 w 50"/>
                <a:gd name="T9" fmla="*/ 11 h 10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108">
                  <a:moveTo>
                    <a:pt x="41" y="0"/>
                  </a:moveTo>
                  <a:cubicBezTo>
                    <a:pt x="44" y="18"/>
                    <a:pt x="50" y="44"/>
                    <a:pt x="44" y="63"/>
                  </a:cubicBezTo>
                  <a:cubicBezTo>
                    <a:pt x="41" y="75"/>
                    <a:pt x="16" y="108"/>
                    <a:pt x="0" y="99"/>
                  </a:cubicBezTo>
                  <a:cubicBezTo>
                    <a:pt x="21" y="91"/>
                    <a:pt x="33" y="79"/>
                    <a:pt x="38" y="58"/>
                  </a:cubicBezTo>
                  <a:cubicBezTo>
                    <a:pt x="41" y="42"/>
                    <a:pt x="46" y="24"/>
                    <a:pt x="42" y="8"/>
                  </a:cubicBezTo>
                </a:path>
              </a:pathLst>
            </a:custGeom>
            <a:solidFill>
              <a:srgbClr val="EFCA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501" name="Freeform 702">
              <a:extLst>
                <a:ext uri="{FF2B5EF4-FFF2-40B4-BE49-F238E27FC236}">
                  <a16:creationId xmlns:a16="http://schemas.microsoft.com/office/drawing/2014/main" id="{52C95CA9-3E1B-4F89-97A5-32132D18CD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8" y="2359"/>
              <a:ext cx="56" cy="35"/>
            </a:xfrm>
            <a:custGeom>
              <a:avLst/>
              <a:gdLst>
                <a:gd name="T0" fmla="*/ 65 w 52"/>
                <a:gd name="T1" fmla="*/ 13 h 33"/>
                <a:gd name="T2" fmla="*/ 27 w 52"/>
                <a:gd name="T3" fmla="*/ 14 h 33"/>
                <a:gd name="T4" fmla="*/ 0 w 52"/>
                <a:gd name="T5" fmla="*/ 39 h 33"/>
                <a:gd name="T6" fmla="*/ 24 w 52"/>
                <a:gd name="T7" fmla="*/ 4 h 33"/>
                <a:gd name="T8" fmla="*/ 43 w 52"/>
                <a:gd name="T9" fmla="*/ 2 h 33"/>
                <a:gd name="T10" fmla="*/ 61 w 52"/>
                <a:gd name="T11" fmla="*/ 8 h 3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2" h="33">
                  <a:moveTo>
                    <a:pt x="52" y="10"/>
                  </a:moveTo>
                  <a:cubicBezTo>
                    <a:pt x="48" y="2"/>
                    <a:pt x="27" y="9"/>
                    <a:pt x="21" y="11"/>
                  </a:cubicBezTo>
                  <a:cubicBezTo>
                    <a:pt x="9" y="15"/>
                    <a:pt x="5" y="23"/>
                    <a:pt x="0" y="33"/>
                  </a:cubicBezTo>
                  <a:cubicBezTo>
                    <a:pt x="0" y="19"/>
                    <a:pt x="7" y="9"/>
                    <a:pt x="19" y="4"/>
                  </a:cubicBezTo>
                  <a:cubicBezTo>
                    <a:pt x="24" y="2"/>
                    <a:pt x="29" y="0"/>
                    <a:pt x="34" y="2"/>
                  </a:cubicBezTo>
                  <a:cubicBezTo>
                    <a:pt x="40" y="3"/>
                    <a:pt x="44" y="8"/>
                    <a:pt x="49" y="8"/>
                  </a:cubicBezTo>
                </a:path>
              </a:pathLst>
            </a:custGeom>
            <a:solidFill>
              <a:srgbClr val="EFCA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502" name="Freeform 703">
              <a:extLst>
                <a:ext uri="{FF2B5EF4-FFF2-40B4-BE49-F238E27FC236}">
                  <a16:creationId xmlns:a16="http://schemas.microsoft.com/office/drawing/2014/main" id="{783F8A62-F922-4CCB-9F86-0C54E0AB5D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7" y="2332"/>
              <a:ext cx="109" cy="673"/>
            </a:xfrm>
            <a:custGeom>
              <a:avLst/>
              <a:gdLst>
                <a:gd name="T0" fmla="*/ 56 w 102"/>
                <a:gd name="T1" fmla="*/ 0 h 631"/>
                <a:gd name="T2" fmla="*/ 107 w 102"/>
                <a:gd name="T3" fmla="*/ 448 h 631"/>
                <a:gd name="T4" fmla="*/ 0 w 102"/>
                <a:gd name="T5" fmla="*/ 766 h 631"/>
                <a:gd name="T6" fmla="*/ 84 w 102"/>
                <a:gd name="T7" fmla="*/ 440 h 631"/>
                <a:gd name="T8" fmla="*/ 56 w 102"/>
                <a:gd name="T9" fmla="*/ 0 h 6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2" h="631">
                  <a:moveTo>
                    <a:pt x="46" y="0"/>
                  </a:moveTo>
                  <a:cubicBezTo>
                    <a:pt x="46" y="0"/>
                    <a:pt x="102" y="173"/>
                    <a:pt x="88" y="369"/>
                  </a:cubicBezTo>
                  <a:cubicBezTo>
                    <a:pt x="74" y="564"/>
                    <a:pt x="21" y="600"/>
                    <a:pt x="0" y="631"/>
                  </a:cubicBezTo>
                  <a:cubicBezTo>
                    <a:pt x="0" y="631"/>
                    <a:pt x="67" y="521"/>
                    <a:pt x="69" y="363"/>
                  </a:cubicBezTo>
                  <a:cubicBezTo>
                    <a:pt x="71" y="206"/>
                    <a:pt x="46" y="0"/>
                    <a:pt x="46" y="0"/>
                  </a:cubicBezTo>
                  <a:close/>
                </a:path>
              </a:pathLst>
            </a:custGeom>
            <a:solidFill>
              <a:srgbClr val="EFCA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503" name="Freeform 704">
              <a:extLst>
                <a:ext uri="{FF2B5EF4-FFF2-40B4-BE49-F238E27FC236}">
                  <a16:creationId xmlns:a16="http://schemas.microsoft.com/office/drawing/2014/main" id="{D35549CD-8E26-4D82-BE71-510502CC47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9" y="1985"/>
              <a:ext cx="71" cy="317"/>
            </a:xfrm>
            <a:custGeom>
              <a:avLst/>
              <a:gdLst>
                <a:gd name="T0" fmla="*/ 68 w 66"/>
                <a:gd name="T1" fmla="*/ 358 h 298"/>
                <a:gd name="T2" fmla="*/ 0 w 66"/>
                <a:gd name="T3" fmla="*/ 335 h 298"/>
                <a:gd name="T4" fmla="*/ 51 w 66"/>
                <a:gd name="T5" fmla="*/ 306 h 298"/>
                <a:gd name="T6" fmla="*/ 28 w 66"/>
                <a:gd name="T7" fmla="*/ 269 h 298"/>
                <a:gd name="T8" fmla="*/ 60 w 66"/>
                <a:gd name="T9" fmla="*/ 164 h 298"/>
                <a:gd name="T10" fmla="*/ 60 w 66"/>
                <a:gd name="T11" fmla="*/ 78 h 298"/>
                <a:gd name="T12" fmla="*/ 53 w 66"/>
                <a:gd name="T13" fmla="*/ 0 h 298"/>
                <a:gd name="T14" fmla="*/ 80 w 66"/>
                <a:gd name="T15" fmla="*/ 184 h 298"/>
                <a:gd name="T16" fmla="*/ 77 w 66"/>
                <a:gd name="T17" fmla="*/ 262 h 298"/>
                <a:gd name="T18" fmla="*/ 71 w 66"/>
                <a:gd name="T19" fmla="*/ 301 h 298"/>
                <a:gd name="T20" fmla="*/ 68 w 66"/>
                <a:gd name="T21" fmla="*/ 340 h 29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6" h="298">
                  <a:moveTo>
                    <a:pt x="55" y="298"/>
                  </a:moveTo>
                  <a:cubicBezTo>
                    <a:pt x="61" y="263"/>
                    <a:pt x="20" y="270"/>
                    <a:pt x="0" y="278"/>
                  </a:cubicBezTo>
                  <a:cubicBezTo>
                    <a:pt x="15" y="271"/>
                    <a:pt x="35" y="271"/>
                    <a:pt x="41" y="255"/>
                  </a:cubicBezTo>
                  <a:cubicBezTo>
                    <a:pt x="45" y="242"/>
                    <a:pt x="38" y="224"/>
                    <a:pt x="22" y="224"/>
                  </a:cubicBezTo>
                  <a:cubicBezTo>
                    <a:pt x="60" y="228"/>
                    <a:pt x="49" y="161"/>
                    <a:pt x="48" y="136"/>
                  </a:cubicBezTo>
                  <a:cubicBezTo>
                    <a:pt x="47" y="112"/>
                    <a:pt x="49" y="89"/>
                    <a:pt x="48" y="65"/>
                  </a:cubicBezTo>
                  <a:cubicBezTo>
                    <a:pt x="47" y="44"/>
                    <a:pt x="42" y="21"/>
                    <a:pt x="43" y="0"/>
                  </a:cubicBezTo>
                  <a:cubicBezTo>
                    <a:pt x="58" y="51"/>
                    <a:pt x="66" y="101"/>
                    <a:pt x="64" y="153"/>
                  </a:cubicBezTo>
                  <a:cubicBezTo>
                    <a:pt x="63" y="174"/>
                    <a:pt x="63" y="195"/>
                    <a:pt x="62" y="217"/>
                  </a:cubicBezTo>
                  <a:cubicBezTo>
                    <a:pt x="61" y="229"/>
                    <a:pt x="59" y="238"/>
                    <a:pt x="57" y="250"/>
                  </a:cubicBezTo>
                  <a:cubicBezTo>
                    <a:pt x="55" y="257"/>
                    <a:pt x="50" y="285"/>
                    <a:pt x="55" y="283"/>
                  </a:cubicBezTo>
                </a:path>
              </a:pathLst>
            </a:custGeom>
            <a:solidFill>
              <a:srgbClr val="EFCA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504" name="Freeform 705">
              <a:extLst>
                <a:ext uri="{FF2B5EF4-FFF2-40B4-BE49-F238E27FC236}">
                  <a16:creationId xmlns:a16="http://schemas.microsoft.com/office/drawing/2014/main" id="{505D83F8-6671-4DDB-AC9E-20DB6B37DF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9" y="3007"/>
              <a:ext cx="69" cy="142"/>
            </a:xfrm>
            <a:custGeom>
              <a:avLst/>
              <a:gdLst>
                <a:gd name="T0" fmla="*/ 15 w 64"/>
                <a:gd name="T1" fmla="*/ 34 h 133"/>
                <a:gd name="T2" fmla="*/ 43 w 64"/>
                <a:gd name="T3" fmla="*/ 0 h 133"/>
                <a:gd name="T4" fmla="*/ 0 w 64"/>
                <a:gd name="T5" fmla="*/ 162 h 133"/>
                <a:gd name="T6" fmla="*/ 18 w 64"/>
                <a:gd name="T7" fmla="*/ 32 h 1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4" h="133">
                  <a:moveTo>
                    <a:pt x="12" y="28"/>
                  </a:moveTo>
                  <a:cubicBezTo>
                    <a:pt x="17" y="18"/>
                    <a:pt x="24" y="6"/>
                    <a:pt x="34" y="0"/>
                  </a:cubicBezTo>
                  <a:cubicBezTo>
                    <a:pt x="64" y="39"/>
                    <a:pt x="26" y="105"/>
                    <a:pt x="0" y="133"/>
                  </a:cubicBezTo>
                  <a:cubicBezTo>
                    <a:pt x="17" y="115"/>
                    <a:pt x="42" y="44"/>
                    <a:pt x="15" y="26"/>
                  </a:cubicBezTo>
                </a:path>
              </a:pathLst>
            </a:custGeom>
            <a:solidFill>
              <a:srgbClr val="EFCA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505" name="Freeform 706">
              <a:extLst>
                <a:ext uri="{FF2B5EF4-FFF2-40B4-BE49-F238E27FC236}">
                  <a16:creationId xmlns:a16="http://schemas.microsoft.com/office/drawing/2014/main" id="{455B6E24-365E-4CB6-8F12-EE0888568E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3" y="3183"/>
              <a:ext cx="129" cy="617"/>
            </a:xfrm>
            <a:custGeom>
              <a:avLst/>
              <a:gdLst>
                <a:gd name="T0" fmla="*/ 108 w 121"/>
                <a:gd name="T1" fmla="*/ 0 h 578"/>
                <a:gd name="T2" fmla="*/ 140 w 121"/>
                <a:gd name="T3" fmla="*/ 168 h 578"/>
                <a:gd name="T4" fmla="*/ 147 w 121"/>
                <a:gd name="T5" fmla="*/ 376 h 578"/>
                <a:gd name="T6" fmla="*/ 108 w 121"/>
                <a:gd name="T7" fmla="*/ 618 h 578"/>
                <a:gd name="T8" fmla="*/ 87 w 121"/>
                <a:gd name="T9" fmla="*/ 698 h 578"/>
                <a:gd name="T10" fmla="*/ 72 w 121"/>
                <a:gd name="T11" fmla="*/ 576 h 578"/>
                <a:gd name="T12" fmla="*/ 87 w 121"/>
                <a:gd name="T13" fmla="*/ 564 h 578"/>
                <a:gd name="T14" fmla="*/ 50 w 121"/>
                <a:gd name="T15" fmla="*/ 574 h 578"/>
                <a:gd name="T16" fmla="*/ 0 w 121"/>
                <a:gd name="T17" fmla="*/ 569 h 578"/>
                <a:gd name="T18" fmla="*/ 85 w 121"/>
                <a:gd name="T19" fmla="*/ 544 h 578"/>
                <a:gd name="T20" fmla="*/ 110 w 121"/>
                <a:gd name="T21" fmla="*/ 412 h 578"/>
                <a:gd name="T22" fmla="*/ 123 w 121"/>
                <a:gd name="T23" fmla="*/ 226 h 578"/>
                <a:gd name="T24" fmla="*/ 108 w 121"/>
                <a:gd name="T25" fmla="*/ 30 h 57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21" h="578">
                  <a:moveTo>
                    <a:pt x="89" y="0"/>
                  </a:moveTo>
                  <a:cubicBezTo>
                    <a:pt x="90" y="46"/>
                    <a:pt x="112" y="91"/>
                    <a:pt x="115" y="138"/>
                  </a:cubicBezTo>
                  <a:cubicBezTo>
                    <a:pt x="120" y="195"/>
                    <a:pt x="121" y="251"/>
                    <a:pt x="121" y="309"/>
                  </a:cubicBezTo>
                  <a:cubicBezTo>
                    <a:pt x="121" y="377"/>
                    <a:pt x="83" y="440"/>
                    <a:pt x="89" y="508"/>
                  </a:cubicBezTo>
                  <a:cubicBezTo>
                    <a:pt x="91" y="520"/>
                    <a:pt x="88" y="578"/>
                    <a:pt x="72" y="574"/>
                  </a:cubicBezTo>
                  <a:cubicBezTo>
                    <a:pt x="91" y="537"/>
                    <a:pt x="65" y="509"/>
                    <a:pt x="60" y="474"/>
                  </a:cubicBezTo>
                  <a:cubicBezTo>
                    <a:pt x="65" y="471"/>
                    <a:pt x="69" y="466"/>
                    <a:pt x="72" y="464"/>
                  </a:cubicBezTo>
                  <a:cubicBezTo>
                    <a:pt x="62" y="464"/>
                    <a:pt x="52" y="470"/>
                    <a:pt x="41" y="472"/>
                  </a:cubicBezTo>
                  <a:cubicBezTo>
                    <a:pt x="25" y="475"/>
                    <a:pt x="15" y="468"/>
                    <a:pt x="0" y="467"/>
                  </a:cubicBezTo>
                  <a:cubicBezTo>
                    <a:pt x="23" y="467"/>
                    <a:pt x="55" y="465"/>
                    <a:pt x="70" y="448"/>
                  </a:cubicBezTo>
                  <a:cubicBezTo>
                    <a:pt x="94" y="423"/>
                    <a:pt x="91" y="371"/>
                    <a:pt x="91" y="339"/>
                  </a:cubicBezTo>
                  <a:cubicBezTo>
                    <a:pt x="92" y="288"/>
                    <a:pt x="103" y="238"/>
                    <a:pt x="101" y="186"/>
                  </a:cubicBezTo>
                  <a:cubicBezTo>
                    <a:pt x="99" y="133"/>
                    <a:pt x="102" y="75"/>
                    <a:pt x="89" y="24"/>
                  </a:cubicBezTo>
                </a:path>
              </a:pathLst>
            </a:custGeom>
            <a:solidFill>
              <a:srgbClr val="EFCA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506" name="Freeform 707">
              <a:extLst>
                <a:ext uri="{FF2B5EF4-FFF2-40B4-BE49-F238E27FC236}">
                  <a16:creationId xmlns:a16="http://schemas.microsoft.com/office/drawing/2014/main" id="{021CBF00-D1A7-4EB0-99F8-02801F9DC94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1" y="3821"/>
              <a:ext cx="164" cy="136"/>
            </a:xfrm>
            <a:custGeom>
              <a:avLst/>
              <a:gdLst>
                <a:gd name="T0" fmla="*/ 0 w 154"/>
                <a:gd name="T1" fmla="*/ 5 h 128"/>
                <a:gd name="T2" fmla="*/ 42 w 154"/>
                <a:gd name="T3" fmla="*/ 46 h 128"/>
                <a:gd name="T4" fmla="*/ 89 w 154"/>
                <a:gd name="T5" fmla="*/ 91 h 128"/>
                <a:gd name="T6" fmla="*/ 133 w 154"/>
                <a:gd name="T7" fmla="*/ 123 h 128"/>
                <a:gd name="T8" fmla="*/ 186 w 154"/>
                <a:gd name="T9" fmla="*/ 146 h 128"/>
                <a:gd name="T10" fmla="*/ 142 w 154"/>
                <a:gd name="T11" fmla="*/ 154 h 128"/>
                <a:gd name="T12" fmla="*/ 130 w 154"/>
                <a:gd name="T13" fmla="*/ 140 h 128"/>
                <a:gd name="T14" fmla="*/ 104 w 154"/>
                <a:gd name="T15" fmla="*/ 122 h 128"/>
                <a:gd name="T16" fmla="*/ 78 w 154"/>
                <a:gd name="T17" fmla="*/ 101 h 128"/>
                <a:gd name="T18" fmla="*/ 64 w 154"/>
                <a:gd name="T19" fmla="*/ 78 h 128"/>
                <a:gd name="T20" fmla="*/ 40 w 154"/>
                <a:gd name="T21" fmla="*/ 57 h 128"/>
                <a:gd name="T22" fmla="*/ 22 w 154"/>
                <a:gd name="T23" fmla="*/ 37 h 128"/>
                <a:gd name="T24" fmla="*/ 0 w 154"/>
                <a:gd name="T25" fmla="*/ 3 h 12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54" h="128">
                  <a:moveTo>
                    <a:pt x="0" y="5"/>
                  </a:moveTo>
                  <a:cubicBezTo>
                    <a:pt x="15" y="0"/>
                    <a:pt x="28" y="29"/>
                    <a:pt x="35" y="38"/>
                  </a:cubicBezTo>
                  <a:cubicBezTo>
                    <a:pt x="45" y="54"/>
                    <a:pt x="61" y="64"/>
                    <a:pt x="74" y="76"/>
                  </a:cubicBezTo>
                  <a:cubicBezTo>
                    <a:pt x="86" y="87"/>
                    <a:pt x="96" y="96"/>
                    <a:pt x="110" y="103"/>
                  </a:cubicBezTo>
                  <a:cubicBezTo>
                    <a:pt x="124" y="111"/>
                    <a:pt x="142" y="109"/>
                    <a:pt x="154" y="121"/>
                  </a:cubicBezTo>
                  <a:cubicBezTo>
                    <a:pt x="140" y="118"/>
                    <a:pt x="128" y="118"/>
                    <a:pt x="117" y="128"/>
                  </a:cubicBezTo>
                  <a:cubicBezTo>
                    <a:pt x="117" y="120"/>
                    <a:pt x="115" y="120"/>
                    <a:pt x="108" y="117"/>
                  </a:cubicBezTo>
                  <a:cubicBezTo>
                    <a:pt x="100" y="112"/>
                    <a:pt x="94" y="108"/>
                    <a:pt x="86" y="102"/>
                  </a:cubicBezTo>
                  <a:cubicBezTo>
                    <a:pt x="79" y="96"/>
                    <a:pt x="70" y="91"/>
                    <a:pt x="65" y="84"/>
                  </a:cubicBezTo>
                  <a:cubicBezTo>
                    <a:pt x="60" y="77"/>
                    <a:pt x="57" y="71"/>
                    <a:pt x="53" y="65"/>
                  </a:cubicBezTo>
                  <a:cubicBezTo>
                    <a:pt x="48" y="58"/>
                    <a:pt x="40" y="53"/>
                    <a:pt x="34" y="48"/>
                  </a:cubicBezTo>
                  <a:cubicBezTo>
                    <a:pt x="27" y="43"/>
                    <a:pt x="24" y="38"/>
                    <a:pt x="19" y="31"/>
                  </a:cubicBezTo>
                  <a:cubicBezTo>
                    <a:pt x="13" y="22"/>
                    <a:pt x="9" y="11"/>
                    <a:pt x="0" y="3"/>
                  </a:cubicBezTo>
                </a:path>
              </a:pathLst>
            </a:custGeom>
            <a:solidFill>
              <a:srgbClr val="EFCA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507" name="Freeform 708">
              <a:extLst>
                <a:ext uri="{FF2B5EF4-FFF2-40B4-BE49-F238E27FC236}">
                  <a16:creationId xmlns:a16="http://schemas.microsoft.com/office/drawing/2014/main" id="{8350F38A-4E92-4B00-B0BD-5E5052055FC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4" y="3786"/>
              <a:ext cx="98" cy="30"/>
            </a:xfrm>
            <a:custGeom>
              <a:avLst/>
              <a:gdLst>
                <a:gd name="T0" fmla="*/ 111 w 92"/>
                <a:gd name="T1" fmla="*/ 11 h 28"/>
                <a:gd name="T2" fmla="*/ 79 w 92"/>
                <a:gd name="T3" fmla="*/ 10 h 28"/>
                <a:gd name="T4" fmla="*/ 54 w 92"/>
                <a:gd name="T5" fmla="*/ 19 h 28"/>
                <a:gd name="T6" fmla="*/ 22 w 92"/>
                <a:gd name="T7" fmla="*/ 18 h 28"/>
                <a:gd name="T8" fmla="*/ 0 w 92"/>
                <a:gd name="T9" fmla="*/ 34 h 28"/>
                <a:gd name="T10" fmla="*/ 48 w 92"/>
                <a:gd name="T11" fmla="*/ 11 h 28"/>
                <a:gd name="T12" fmla="*/ 77 w 92"/>
                <a:gd name="T13" fmla="*/ 2 h 28"/>
                <a:gd name="T14" fmla="*/ 107 w 92"/>
                <a:gd name="T15" fmla="*/ 15 h 2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2" h="28">
                  <a:moveTo>
                    <a:pt x="92" y="8"/>
                  </a:moveTo>
                  <a:cubicBezTo>
                    <a:pt x="84" y="10"/>
                    <a:pt x="74" y="5"/>
                    <a:pt x="65" y="7"/>
                  </a:cubicBezTo>
                  <a:cubicBezTo>
                    <a:pt x="58" y="9"/>
                    <a:pt x="53" y="14"/>
                    <a:pt x="45" y="16"/>
                  </a:cubicBezTo>
                  <a:cubicBezTo>
                    <a:pt x="36" y="19"/>
                    <a:pt x="28" y="13"/>
                    <a:pt x="19" y="15"/>
                  </a:cubicBezTo>
                  <a:cubicBezTo>
                    <a:pt x="12" y="18"/>
                    <a:pt x="5" y="24"/>
                    <a:pt x="0" y="28"/>
                  </a:cubicBezTo>
                  <a:cubicBezTo>
                    <a:pt x="7" y="12"/>
                    <a:pt x="23" y="10"/>
                    <a:pt x="39" y="8"/>
                  </a:cubicBezTo>
                  <a:cubicBezTo>
                    <a:pt x="47" y="7"/>
                    <a:pt x="55" y="3"/>
                    <a:pt x="64" y="2"/>
                  </a:cubicBezTo>
                  <a:cubicBezTo>
                    <a:pt x="75" y="0"/>
                    <a:pt x="80" y="6"/>
                    <a:pt x="88" y="12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508" name="Freeform 709">
              <a:extLst>
                <a:ext uri="{FF2B5EF4-FFF2-40B4-BE49-F238E27FC236}">
                  <a16:creationId xmlns:a16="http://schemas.microsoft.com/office/drawing/2014/main" id="{3A9A29EF-4579-4B96-9A2F-E4859C213D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4" y="2506"/>
              <a:ext cx="31" cy="30"/>
            </a:xfrm>
            <a:custGeom>
              <a:avLst/>
              <a:gdLst>
                <a:gd name="T0" fmla="*/ 11 w 29"/>
                <a:gd name="T1" fmla="*/ 0 h 28"/>
                <a:gd name="T2" fmla="*/ 0 w 29"/>
                <a:gd name="T3" fmla="*/ 30 h 28"/>
                <a:gd name="T4" fmla="*/ 18 w 29"/>
                <a:gd name="T5" fmla="*/ 10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28">
                  <a:moveTo>
                    <a:pt x="8" y="0"/>
                  </a:moveTo>
                  <a:cubicBezTo>
                    <a:pt x="11" y="8"/>
                    <a:pt x="13" y="24"/>
                    <a:pt x="0" y="24"/>
                  </a:cubicBezTo>
                  <a:cubicBezTo>
                    <a:pt x="11" y="28"/>
                    <a:pt x="29" y="19"/>
                    <a:pt x="15" y="7"/>
                  </a:cubicBezTo>
                </a:path>
              </a:pathLst>
            </a:custGeom>
            <a:solidFill>
              <a:srgbClr val="EFCA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509" name="Freeform 710">
              <a:extLst>
                <a:ext uri="{FF2B5EF4-FFF2-40B4-BE49-F238E27FC236}">
                  <a16:creationId xmlns:a16="http://schemas.microsoft.com/office/drawing/2014/main" id="{7F86A903-826D-42AA-BC07-3CCFBFC282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3" y="2666"/>
              <a:ext cx="329" cy="108"/>
            </a:xfrm>
            <a:custGeom>
              <a:avLst/>
              <a:gdLst>
                <a:gd name="T0" fmla="*/ 366 w 309"/>
                <a:gd name="T1" fmla="*/ 1 h 101"/>
                <a:gd name="T2" fmla="*/ 371 w 309"/>
                <a:gd name="T3" fmla="*/ 1 h 101"/>
                <a:gd name="T4" fmla="*/ 341 w 309"/>
                <a:gd name="T5" fmla="*/ 11 h 101"/>
                <a:gd name="T6" fmla="*/ 300 w 309"/>
                <a:gd name="T7" fmla="*/ 22 h 101"/>
                <a:gd name="T8" fmla="*/ 238 w 309"/>
                <a:gd name="T9" fmla="*/ 37 h 101"/>
                <a:gd name="T10" fmla="*/ 147 w 309"/>
                <a:gd name="T11" fmla="*/ 68 h 101"/>
                <a:gd name="T12" fmla="*/ 0 w 309"/>
                <a:gd name="T13" fmla="*/ 123 h 101"/>
                <a:gd name="T14" fmla="*/ 42 w 309"/>
                <a:gd name="T15" fmla="*/ 90 h 101"/>
                <a:gd name="T16" fmla="*/ 100 w 309"/>
                <a:gd name="T17" fmla="*/ 71 h 101"/>
                <a:gd name="T18" fmla="*/ 202 w 309"/>
                <a:gd name="T19" fmla="*/ 36 h 101"/>
                <a:gd name="T20" fmla="*/ 293 w 309"/>
                <a:gd name="T21" fmla="*/ 13 h 101"/>
                <a:gd name="T22" fmla="*/ 339 w 309"/>
                <a:gd name="T23" fmla="*/ 5 h 101"/>
                <a:gd name="T24" fmla="*/ 373 w 309"/>
                <a:gd name="T25" fmla="*/ 0 h 10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09" h="101">
                  <a:moveTo>
                    <a:pt x="303" y="1"/>
                  </a:moveTo>
                  <a:cubicBezTo>
                    <a:pt x="304" y="1"/>
                    <a:pt x="306" y="1"/>
                    <a:pt x="307" y="1"/>
                  </a:cubicBezTo>
                  <a:cubicBezTo>
                    <a:pt x="301" y="6"/>
                    <a:pt x="291" y="6"/>
                    <a:pt x="283" y="8"/>
                  </a:cubicBezTo>
                  <a:cubicBezTo>
                    <a:pt x="271" y="12"/>
                    <a:pt x="262" y="17"/>
                    <a:pt x="249" y="19"/>
                  </a:cubicBezTo>
                  <a:cubicBezTo>
                    <a:pt x="232" y="22"/>
                    <a:pt x="214" y="27"/>
                    <a:pt x="197" y="31"/>
                  </a:cubicBezTo>
                  <a:cubicBezTo>
                    <a:pt x="171" y="37"/>
                    <a:pt x="146" y="44"/>
                    <a:pt x="122" y="56"/>
                  </a:cubicBezTo>
                  <a:cubicBezTo>
                    <a:pt x="83" y="75"/>
                    <a:pt x="33" y="75"/>
                    <a:pt x="0" y="101"/>
                  </a:cubicBezTo>
                  <a:cubicBezTo>
                    <a:pt x="11" y="91"/>
                    <a:pt x="20" y="81"/>
                    <a:pt x="35" y="74"/>
                  </a:cubicBezTo>
                  <a:cubicBezTo>
                    <a:pt x="51" y="67"/>
                    <a:pt x="66" y="62"/>
                    <a:pt x="83" y="58"/>
                  </a:cubicBezTo>
                  <a:cubicBezTo>
                    <a:pt x="112" y="52"/>
                    <a:pt x="139" y="40"/>
                    <a:pt x="167" y="30"/>
                  </a:cubicBezTo>
                  <a:cubicBezTo>
                    <a:pt x="192" y="21"/>
                    <a:pt x="217" y="16"/>
                    <a:pt x="242" y="10"/>
                  </a:cubicBezTo>
                  <a:cubicBezTo>
                    <a:pt x="255" y="8"/>
                    <a:pt x="268" y="8"/>
                    <a:pt x="281" y="5"/>
                  </a:cubicBezTo>
                  <a:cubicBezTo>
                    <a:pt x="290" y="3"/>
                    <a:pt x="300" y="0"/>
                    <a:pt x="309" y="0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510" name="Freeform 711">
              <a:extLst>
                <a:ext uri="{FF2B5EF4-FFF2-40B4-BE49-F238E27FC236}">
                  <a16:creationId xmlns:a16="http://schemas.microsoft.com/office/drawing/2014/main" id="{93C4C8DC-5575-43D6-9C85-EDD2FDD8D75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6" y="3008"/>
              <a:ext cx="116" cy="89"/>
            </a:xfrm>
            <a:custGeom>
              <a:avLst/>
              <a:gdLst>
                <a:gd name="T0" fmla="*/ 134 w 108"/>
                <a:gd name="T1" fmla="*/ 75 h 83"/>
                <a:gd name="T2" fmla="*/ 103 w 108"/>
                <a:gd name="T3" fmla="*/ 28 h 83"/>
                <a:gd name="T4" fmla="*/ 69 w 108"/>
                <a:gd name="T5" fmla="*/ 6 h 83"/>
                <a:gd name="T6" fmla="*/ 34 w 108"/>
                <a:gd name="T7" fmla="*/ 1 h 83"/>
                <a:gd name="T8" fmla="*/ 0 w 108"/>
                <a:gd name="T9" fmla="*/ 11 h 83"/>
                <a:gd name="T10" fmla="*/ 46 w 108"/>
                <a:gd name="T11" fmla="*/ 11 h 83"/>
                <a:gd name="T12" fmla="*/ 79 w 108"/>
                <a:gd name="T13" fmla="*/ 23 h 83"/>
                <a:gd name="T14" fmla="*/ 102 w 108"/>
                <a:gd name="T15" fmla="*/ 66 h 83"/>
                <a:gd name="T16" fmla="*/ 96 w 108"/>
                <a:gd name="T17" fmla="*/ 102 h 83"/>
                <a:gd name="T18" fmla="*/ 134 w 108"/>
                <a:gd name="T19" fmla="*/ 78 h 8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08" h="83">
                  <a:moveTo>
                    <a:pt x="108" y="61"/>
                  </a:moveTo>
                  <a:cubicBezTo>
                    <a:pt x="101" y="43"/>
                    <a:pt x="99" y="35"/>
                    <a:pt x="83" y="22"/>
                  </a:cubicBezTo>
                  <a:cubicBezTo>
                    <a:pt x="75" y="16"/>
                    <a:pt x="65" y="9"/>
                    <a:pt x="56" y="6"/>
                  </a:cubicBezTo>
                  <a:cubicBezTo>
                    <a:pt x="48" y="3"/>
                    <a:pt x="37" y="0"/>
                    <a:pt x="28" y="1"/>
                  </a:cubicBezTo>
                  <a:cubicBezTo>
                    <a:pt x="19" y="1"/>
                    <a:pt x="7" y="9"/>
                    <a:pt x="0" y="8"/>
                  </a:cubicBezTo>
                  <a:cubicBezTo>
                    <a:pt x="12" y="9"/>
                    <a:pt x="25" y="5"/>
                    <a:pt x="37" y="8"/>
                  </a:cubicBezTo>
                  <a:cubicBezTo>
                    <a:pt x="47" y="10"/>
                    <a:pt x="56" y="14"/>
                    <a:pt x="64" y="19"/>
                  </a:cubicBezTo>
                  <a:cubicBezTo>
                    <a:pt x="78" y="26"/>
                    <a:pt x="89" y="37"/>
                    <a:pt x="82" y="54"/>
                  </a:cubicBezTo>
                  <a:cubicBezTo>
                    <a:pt x="79" y="63"/>
                    <a:pt x="60" y="82"/>
                    <a:pt x="77" y="83"/>
                  </a:cubicBezTo>
                  <a:cubicBezTo>
                    <a:pt x="86" y="83"/>
                    <a:pt x="101" y="70"/>
                    <a:pt x="108" y="63"/>
                  </a:cubicBezTo>
                </a:path>
              </a:pathLst>
            </a:custGeom>
            <a:solidFill>
              <a:srgbClr val="EFCA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511" name="Freeform 712">
              <a:extLst>
                <a:ext uri="{FF2B5EF4-FFF2-40B4-BE49-F238E27FC236}">
                  <a16:creationId xmlns:a16="http://schemas.microsoft.com/office/drawing/2014/main" id="{3A0388A4-F4A1-40E9-8361-D6A2D85E7A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1" y="2523"/>
              <a:ext cx="39" cy="148"/>
            </a:xfrm>
            <a:custGeom>
              <a:avLst/>
              <a:gdLst>
                <a:gd name="T0" fmla="*/ 41 w 37"/>
                <a:gd name="T1" fmla="*/ 0 h 139"/>
                <a:gd name="T2" fmla="*/ 42 w 37"/>
                <a:gd name="T3" fmla="*/ 100 h 139"/>
                <a:gd name="T4" fmla="*/ 37 w 37"/>
                <a:gd name="T5" fmla="*/ 146 h 139"/>
                <a:gd name="T6" fmla="*/ 0 w 37"/>
                <a:gd name="T7" fmla="*/ 168 h 139"/>
                <a:gd name="T8" fmla="*/ 34 w 37"/>
                <a:gd name="T9" fmla="*/ 133 h 139"/>
                <a:gd name="T10" fmla="*/ 30 w 37"/>
                <a:gd name="T11" fmla="*/ 86 h 139"/>
                <a:gd name="T12" fmla="*/ 37 w 37"/>
                <a:gd name="T13" fmla="*/ 5 h 13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7" h="139">
                  <a:moveTo>
                    <a:pt x="35" y="0"/>
                  </a:moveTo>
                  <a:cubicBezTo>
                    <a:pt x="24" y="29"/>
                    <a:pt x="33" y="55"/>
                    <a:pt x="36" y="83"/>
                  </a:cubicBezTo>
                  <a:cubicBezTo>
                    <a:pt x="37" y="94"/>
                    <a:pt x="37" y="111"/>
                    <a:pt x="31" y="121"/>
                  </a:cubicBezTo>
                  <a:cubicBezTo>
                    <a:pt x="24" y="132"/>
                    <a:pt x="10" y="133"/>
                    <a:pt x="0" y="139"/>
                  </a:cubicBezTo>
                  <a:cubicBezTo>
                    <a:pt x="13" y="132"/>
                    <a:pt x="23" y="124"/>
                    <a:pt x="28" y="110"/>
                  </a:cubicBezTo>
                  <a:cubicBezTo>
                    <a:pt x="32" y="97"/>
                    <a:pt x="27" y="84"/>
                    <a:pt x="26" y="71"/>
                  </a:cubicBezTo>
                  <a:cubicBezTo>
                    <a:pt x="23" y="51"/>
                    <a:pt x="16" y="21"/>
                    <a:pt x="31" y="5"/>
                  </a:cubicBezTo>
                </a:path>
              </a:pathLst>
            </a:custGeom>
            <a:solidFill>
              <a:srgbClr val="EFCA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512" name="Freeform 713">
              <a:extLst>
                <a:ext uri="{FF2B5EF4-FFF2-40B4-BE49-F238E27FC236}">
                  <a16:creationId xmlns:a16="http://schemas.microsoft.com/office/drawing/2014/main" id="{ED294738-3298-43BE-84A1-40F8CAB2DC1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7" y="2584"/>
              <a:ext cx="51" cy="131"/>
            </a:xfrm>
            <a:custGeom>
              <a:avLst/>
              <a:gdLst>
                <a:gd name="T0" fmla="*/ 51 w 47"/>
                <a:gd name="T1" fmla="*/ 0 h 123"/>
                <a:gd name="T2" fmla="*/ 0 w 47"/>
                <a:gd name="T3" fmla="*/ 111 h 123"/>
                <a:gd name="T4" fmla="*/ 33 w 47"/>
                <a:gd name="T5" fmla="*/ 68 h 123"/>
                <a:gd name="T6" fmla="*/ 47 w 47"/>
                <a:gd name="T7" fmla="*/ 1 h 1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7" h="123">
                  <a:moveTo>
                    <a:pt x="40" y="0"/>
                  </a:moveTo>
                  <a:cubicBezTo>
                    <a:pt x="35" y="20"/>
                    <a:pt x="47" y="123"/>
                    <a:pt x="0" y="92"/>
                  </a:cubicBezTo>
                  <a:cubicBezTo>
                    <a:pt x="20" y="94"/>
                    <a:pt x="22" y="70"/>
                    <a:pt x="26" y="56"/>
                  </a:cubicBezTo>
                  <a:cubicBezTo>
                    <a:pt x="32" y="38"/>
                    <a:pt x="38" y="20"/>
                    <a:pt x="37" y="1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513" name="Freeform 714">
              <a:extLst>
                <a:ext uri="{FF2B5EF4-FFF2-40B4-BE49-F238E27FC236}">
                  <a16:creationId xmlns:a16="http://schemas.microsoft.com/office/drawing/2014/main" id="{898090C8-279D-4C13-9ABA-95D4FC7DEF4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0" y="2171"/>
              <a:ext cx="414" cy="313"/>
            </a:xfrm>
            <a:custGeom>
              <a:avLst/>
              <a:gdLst>
                <a:gd name="T0" fmla="*/ 472 w 388"/>
                <a:gd name="T1" fmla="*/ 18 h 293"/>
                <a:gd name="T2" fmla="*/ 445 w 388"/>
                <a:gd name="T3" fmla="*/ 21 h 293"/>
                <a:gd name="T4" fmla="*/ 423 w 388"/>
                <a:gd name="T5" fmla="*/ 40 h 293"/>
                <a:gd name="T6" fmla="*/ 402 w 388"/>
                <a:gd name="T7" fmla="*/ 106 h 293"/>
                <a:gd name="T8" fmla="*/ 317 w 388"/>
                <a:gd name="T9" fmla="*/ 236 h 293"/>
                <a:gd name="T10" fmla="*/ 49 w 388"/>
                <a:gd name="T11" fmla="*/ 354 h 293"/>
                <a:gd name="T12" fmla="*/ 0 w 388"/>
                <a:gd name="T13" fmla="*/ 357 h 293"/>
                <a:gd name="T14" fmla="*/ 186 w 388"/>
                <a:gd name="T15" fmla="*/ 289 h 293"/>
                <a:gd name="T16" fmla="*/ 266 w 388"/>
                <a:gd name="T17" fmla="*/ 241 h 293"/>
                <a:gd name="T18" fmla="*/ 338 w 388"/>
                <a:gd name="T19" fmla="*/ 183 h 293"/>
                <a:gd name="T20" fmla="*/ 407 w 388"/>
                <a:gd name="T21" fmla="*/ 46 h 293"/>
                <a:gd name="T22" fmla="*/ 428 w 388"/>
                <a:gd name="T23" fmla="*/ 3 h 293"/>
                <a:gd name="T24" fmla="*/ 468 w 388"/>
                <a:gd name="T25" fmla="*/ 3 h 29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88" h="293">
                  <a:moveTo>
                    <a:pt x="388" y="15"/>
                  </a:moveTo>
                  <a:cubicBezTo>
                    <a:pt x="382" y="18"/>
                    <a:pt x="373" y="15"/>
                    <a:pt x="366" y="18"/>
                  </a:cubicBezTo>
                  <a:cubicBezTo>
                    <a:pt x="359" y="21"/>
                    <a:pt x="352" y="28"/>
                    <a:pt x="348" y="33"/>
                  </a:cubicBezTo>
                  <a:cubicBezTo>
                    <a:pt x="336" y="48"/>
                    <a:pt x="334" y="69"/>
                    <a:pt x="331" y="87"/>
                  </a:cubicBezTo>
                  <a:cubicBezTo>
                    <a:pt x="322" y="133"/>
                    <a:pt x="295" y="165"/>
                    <a:pt x="261" y="194"/>
                  </a:cubicBezTo>
                  <a:cubicBezTo>
                    <a:pt x="197" y="249"/>
                    <a:pt x="120" y="270"/>
                    <a:pt x="40" y="290"/>
                  </a:cubicBezTo>
                  <a:cubicBezTo>
                    <a:pt x="27" y="293"/>
                    <a:pt x="10" y="293"/>
                    <a:pt x="0" y="293"/>
                  </a:cubicBezTo>
                  <a:cubicBezTo>
                    <a:pt x="52" y="277"/>
                    <a:pt x="103" y="263"/>
                    <a:pt x="153" y="238"/>
                  </a:cubicBezTo>
                  <a:cubicBezTo>
                    <a:pt x="176" y="227"/>
                    <a:pt x="195" y="210"/>
                    <a:pt x="218" y="198"/>
                  </a:cubicBezTo>
                  <a:cubicBezTo>
                    <a:pt x="242" y="184"/>
                    <a:pt x="260" y="171"/>
                    <a:pt x="278" y="150"/>
                  </a:cubicBezTo>
                  <a:cubicBezTo>
                    <a:pt x="305" y="118"/>
                    <a:pt x="322" y="75"/>
                    <a:pt x="335" y="37"/>
                  </a:cubicBezTo>
                  <a:cubicBezTo>
                    <a:pt x="339" y="24"/>
                    <a:pt x="338" y="10"/>
                    <a:pt x="352" y="3"/>
                  </a:cubicBezTo>
                  <a:cubicBezTo>
                    <a:pt x="360" y="0"/>
                    <a:pt x="377" y="1"/>
                    <a:pt x="385" y="3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514" name="Freeform 715">
              <a:extLst>
                <a:ext uri="{FF2B5EF4-FFF2-40B4-BE49-F238E27FC236}">
                  <a16:creationId xmlns:a16="http://schemas.microsoft.com/office/drawing/2014/main" id="{63620430-B9C4-40EF-BF49-D940D80F39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1" y="1976"/>
              <a:ext cx="352" cy="68"/>
            </a:xfrm>
            <a:custGeom>
              <a:avLst/>
              <a:gdLst>
                <a:gd name="T0" fmla="*/ 400 w 330"/>
                <a:gd name="T1" fmla="*/ 0 h 64"/>
                <a:gd name="T2" fmla="*/ 260 w 330"/>
                <a:gd name="T3" fmla="*/ 62 h 64"/>
                <a:gd name="T4" fmla="*/ 126 w 330"/>
                <a:gd name="T5" fmla="*/ 64 h 64"/>
                <a:gd name="T6" fmla="*/ 5 w 330"/>
                <a:gd name="T7" fmla="*/ 53 h 64"/>
                <a:gd name="T8" fmla="*/ 140 w 330"/>
                <a:gd name="T9" fmla="*/ 53 h 64"/>
                <a:gd name="T10" fmla="*/ 400 w 330"/>
                <a:gd name="T11" fmla="*/ 0 h 6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30" h="64">
                  <a:moveTo>
                    <a:pt x="330" y="0"/>
                  </a:moveTo>
                  <a:cubicBezTo>
                    <a:pt x="330" y="0"/>
                    <a:pt x="257" y="47"/>
                    <a:pt x="215" y="52"/>
                  </a:cubicBezTo>
                  <a:cubicBezTo>
                    <a:pt x="172" y="56"/>
                    <a:pt x="151" y="62"/>
                    <a:pt x="104" y="53"/>
                  </a:cubicBezTo>
                  <a:cubicBezTo>
                    <a:pt x="57" y="44"/>
                    <a:pt x="9" y="42"/>
                    <a:pt x="5" y="44"/>
                  </a:cubicBezTo>
                  <a:cubicBezTo>
                    <a:pt x="0" y="45"/>
                    <a:pt x="77" y="44"/>
                    <a:pt x="115" y="44"/>
                  </a:cubicBezTo>
                  <a:cubicBezTo>
                    <a:pt x="153" y="44"/>
                    <a:pt x="184" y="64"/>
                    <a:pt x="330" y="0"/>
                  </a:cubicBezTo>
                  <a:close/>
                </a:path>
              </a:pathLst>
            </a:custGeom>
            <a:solidFill>
              <a:srgbClr val="EFCA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515" name="Freeform 716">
              <a:extLst>
                <a:ext uri="{FF2B5EF4-FFF2-40B4-BE49-F238E27FC236}">
                  <a16:creationId xmlns:a16="http://schemas.microsoft.com/office/drawing/2014/main" id="{FEB84F73-4903-4FE2-99C2-FEF4B0F474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1" y="1812"/>
              <a:ext cx="131" cy="117"/>
            </a:xfrm>
            <a:custGeom>
              <a:avLst/>
              <a:gdLst>
                <a:gd name="T0" fmla="*/ 149 w 123"/>
                <a:gd name="T1" fmla="*/ 118 h 110"/>
                <a:gd name="T2" fmla="*/ 52 w 123"/>
                <a:gd name="T3" fmla="*/ 105 h 110"/>
                <a:gd name="T4" fmla="*/ 11 w 123"/>
                <a:gd name="T5" fmla="*/ 65 h 110"/>
                <a:gd name="T6" fmla="*/ 1 w 123"/>
                <a:gd name="T7" fmla="*/ 0 h 110"/>
                <a:gd name="T8" fmla="*/ 58 w 123"/>
                <a:gd name="T9" fmla="*/ 96 h 110"/>
                <a:gd name="T10" fmla="*/ 144 w 123"/>
                <a:gd name="T11" fmla="*/ 118 h 11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3" h="110">
                  <a:moveTo>
                    <a:pt x="123" y="98"/>
                  </a:moveTo>
                  <a:cubicBezTo>
                    <a:pt x="98" y="110"/>
                    <a:pt x="65" y="99"/>
                    <a:pt x="43" y="87"/>
                  </a:cubicBezTo>
                  <a:cubicBezTo>
                    <a:pt x="30" y="81"/>
                    <a:pt x="16" y="69"/>
                    <a:pt x="8" y="54"/>
                  </a:cubicBezTo>
                  <a:cubicBezTo>
                    <a:pt x="0" y="38"/>
                    <a:pt x="6" y="18"/>
                    <a:pt x="1" y="0"/>
                  </a:cubicBezTo>
                  <a:cubicBezTo>
                    <a:pt x="16" y="28"/>
                    <a:pt x="18" y="62"/>
                    <a:pt x="48" y="80"/>
                  </a:cubicBezTo>
                  <a:cubicBezTo>
                    <a:pt x="67" y="92"/>
                    <a:pt x="97" y="92"/>
                    <a:pt x="119" y="98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516" name="Freeform 717">
              <a:extLst>
                <a:ext uri="{FF2B5EF4-FFF2-40B4-BE49-F238E27FC236}">
                  <a16:creationId xmlns:a16="http://schemas.microsoft.com/office/drawing/2014/main" id="{2E89DA36-7145-4816-83A3-FD59322D0C09}"/>
                </a:ext>
              </a:extLst>
            </p:cNvPr>
            <p:cNvSpPr>
              <a:spLocks/>
            </p:cNvSpPr>
            <p:nvPr/>
          </p:nvSpPr>
          <p:spPr bwMode="auto">
            <a:xfrm>
              <a:off x="830" y="1620"/>
              <a:ext cx="178" cy="221"/>
            </a:xfrm>
            <a:custGeom>
              <a:avLst/>
              <a:gdLst>
                <a:gd name="T0" fmla="*/ 203 w 167"/>
                <a:gd name="T1" fmla="*/ 35 h 207"/>
                <a:gd name="T2" fmla="*/ 131 w 167"/>
                <a:gd name="T3" fmla="*/ 61 h 207"/>
                <a:gd name="T4" fmla="*/ 84 w 167"/>
                <a:gd name="T5" fmla="*/ 0 h 207"/>
                <a:gd name="T6" fmla="*/ 30 w 167"/>
                <a:gd name="T7" fmla="*/ 52 h 207"/>
                <a:gd name="T8" fmla="*/ 2 w 167"/>
                <a:gd name="T9" fmla="*/ 133 h 207"/>
                <a:gd name="T10" fmla="*/ 30 w 167"/>
                <a:gd name="T11" fmla="*/ 203 h 207"/>
                <a:gd name="T12" fmla="*/ 103 w 167"/>
                <a:gd name="T13" fmla="*/ 249 h 207"/>
                <a:gd name="T14" fmla="*/ 151 w 167"/>
                <a:gd name="T15" fmla="*/ 195 h 207"/>
                <a:gd name="T16" fmla="*/ 166 w 167"/>
                <a:gd name="T17" fmla="*/ 141 h 207"/>
                <a:gd name="T18" fmla="*/ 192 w 167"/>
                <a:gd name="T19" fmla="*/ 62 h 20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67" h="207">
                  <a:moveTo>
                    <a:pt x="167" y="29"/>
                  </a:moveTo>
                  <a:cubicBezTo>
                    <a:pt x="149" y="37"/>
                    <a:pt x="131" y="57"/>
                    <a:pt x="108" y="50"/>
                  </a:cubicBezTo>
                  <a:cubicBezTo>
                    <a:pt x="88" y="43"/>
                    <a:pt x="87" y="0"/>
                    <a:pt x="69" y="0"/>
                  </a:cubicBezTo>
                  <a:cubicBezTo>
                    <a:pt x="58" y="1"/>
                    <a:pt x="29" y="34"/>
                    <a:pt x="24" y="43"/>
                  </a:cubicBezTo>
                  <a:cubicBezTo>
                    <a:pt x="14" y="61"/>
                    <a:pt x="4" y="91"/>
                    <a:pt x="2" y="110"/>
                  </a:cubicBezTo>
                  <a:cubicBezTo>
                    <a:pt x="0" y="134"/>
                    <a:pt x="5" y="153"/>
                    <a:pt x="24" y="167"/>
                  </a:cubicBezTo>
                  <a:cubicBezTo>
                    <a:pt x="38" y="178"/>
                    <a:pt x="67" y="202"/>
                    <a:pt x="85" y="204"/>
                  </a:cubicBezTo>
                  <a:cubicBezTo>
                    <a:pt x="109" y="207"/>
                    <a:pt x="119" y="178"/>
                    <a:pt x="125" y="160"/>
                  </a:cubicBezTo>
                  <a:cubicBezTo>
                    <a:pt x="129" y="145"/>
                    <a:pt x="132" y="131"/>
                    <a:pt x="137" y="116"/>
                  </a:cubicBezTo>
                  <a:cubicBezTo>
                    <a:pt x="141" y="101"/>
                    <a:pt x="162" y="61"/>
                    <a:pt x="159" y="51"/>
                  </a:cubicBezTo>
                </a:path>
              </a:pathLst>
            </a:custGeom>
            <a:solidFill>
              <a:srgbClr val="F9EB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517" name="Freeform 718">
              <a:extLst>
                <a:ext uri="{FF2B5EF4-FFF2-40B4-BE49-F238E27FC236}">
                  <a16:creationId xmlns:a16="http://schemas.microsoft.com/office/drawing/2014/main" id="{1B5ECBBA-817D-4209-BA59-2A796005FAFD}"/>
                </a:ext>
              </a:extLst>
            </p:cNvPr>
            <p:cNvSpPr>
              <a:spLocks/>
            </p:cNvSpPr>
            <p:nvPr/>
          </p:nvSpPr>
          <p:spPr bwMode="auto">
            <a:xfrm>
              <a:off x="851" y="1523"/>
              <a:ext cx="120" cy="180"/>
            </a:xfrm>
            <a:custGeom>
              <a:avLst/>
              <a:gdLst>
                <a:gd name="T0" fmla="*/ 108 w 112"/>
                <a:gd name="T1" fmla="*/ 164 h 169"/>
                <a:gd name="T2" fmla="*/ 138 w 112"/>
                <a:gd name="T3" fmla="*/ 70 h 169"/>
                <a:gd name="T4" fmla="*/ 92 w 112"/>
                <a:gd name="T5" fmla="*/ 19 h 169"/>
                <a:gd name="T6" fmla="*/ 50 w 112"/>
                <a:gd name="T7" fmla="*/ 23 h 169"/>
                <a:gd name="T8" fmla="*/ 0 w 112"/>
                <a:gd name="T9" fmla="*/ 204 h 16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2" h="169">
                  <a:moveTo>
                    <a:pt x="88" y="136"/>
                  </a:moveTo>
                  <a:cubicBezTo>
                    <a:pt x="67" y="95"/>
                    <a:pt x="76" y="79"/>
                    <a:pt x="112" y="58"/>
                  </a:cubicBezTo>
                  <a:cubicBezTo>
                    <a:pt x="103" y="45"/>
                    <a:pt x="87" y="28"/>
                    <a:pt x="75" y="16"/>
                  </a:cubicBezTo>
                  <a:cubicBezTo>
                    <a:pt x="61" y="0"/>
                    <a:pt x="54" y="3"/>
                    <a:pt x="41" y="20"/>
                  </a:cubicBezTo>
                  <a:cubicBezTo>
                    <a:pt x="9" y="62"/>
                    <a:pt x="1" y="115"/>
                    <a:pt x="0" y="169"/>
                  </a:cubicBezTo>
                </a:path>
              </a:pathLst>
            </a:custGeom>
            <a:solidFill>
              <a:srgbClr val="F9EB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518" name="Freeform 719">
              <a:extLst>
                <a:ext uri="{FF2B5EF4-FFF2-40B4-BE49-F238E27FC236}">
                  <a16:creationId xmlns:a16="http://schemas.microsoft.com/office/drawing/2014/main" id="{57C96397-C7E2-45FD-8275-03087E51189C}"/>
                </a:ext>
              </a:extLst>
            </p:cNvPr>
            <p:cNvSpPr>
              <a:spLocks/>
            </p:cNvSpPr>
            <p:nvPr/>
          </p:nvSpPr>
          <p:spPr bwMode="auto">
            <a:xfrm>
              <a:off x="916" y="1280"/>
              <a:ext cx="232" cy="263"/>
            </a:xfrm>
            <a:custGeom>
              <a:avLst/>
              <a:gdLst>
                <a:gd name="T0" fmla="*/ 18 w 217"/>
                <a:gd name="T1" fmla="*/ 298 h 247"/>
                <a:gd name="T2" fmla="*/ 60 w 217"/>
                <a:gd name="T3" fmla="*/ 247 h 247"/>
                <a:gd name="T4" fmla="*/ 121 w 217"/>
                <a:gd name="T5" fmla="*/ 248 h 247"/>
                <a:gd name="T6" fmla="*/ 163 w 217"/>
                <a:gd name="T7" fmla="*/ 170 h 247"/>
                <a:gd name="T8" fmla="*/ 250 w 217"/>
                <a:gd name="T9" fmla="*/ 64 h 247"/>
                <a:gd name="T10" fmla="*/ 217 w 217"/>
                <a:gd name="T11" fmla="*/ 4 h 247"/>
                <a:gd name="T12" fmla="*/ 107 w 217"/>
                <a:gd name="T13" fmla="*/ 76 h 247"/>
                <a:gd name="T14" fmla="*/ 40 w 217"/>
                <a:gd name="T15" fmla="*/ 170 h 247"/>
                <a:gd name="T16" fmla="*/ 0 w 217"/>
                <a:gd name="T17" fmla="*/ 285 h 24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17" h="247">
                  <a:moveTo>
                    <a:pt x="15" y="247"/>
                  </a:moveTo>
                  <a:cubicBezTo>
                    <a:pt x="18" y="226"/>
                    <a:pt x="28" y="210"/>
                    <a:pt x="49" y="205"/>
                  </a:cubicBezTo>
                  <a:cubicBezTo>
                    <a:pt x="69" y="200"/>
                    <a:pt x="85" y="217"/>
                    <a:pt x="99" y="206"/>
                  </a:cubicBezTo>
                  <a:cubicBezTo>
                    <a:pt x="113" y="195"/>
                    <a:pt x="122" y="157"/>
                    <a:pt x="133" y="141"/>
                  </a:cubicBezTo>
                  <a:cubicBezTo>
                    <a:pt x="153" y="114"/>
                    <a:pt x="192" y="84"/>
                    <a:pt x="205" y="53"/>
                  </a:cubicBezTo>
                  <a:cubicBezTo>
                    <a:pt x="217" y="26"/>
                    <a:pt x="209" y="0"/>
                    <a:pt x="178" y="4"/>
                  </a:cubicBezTo>
                  <a:cubicBezTo>
                    <a:pt x="141" y="8"/>
                    <a:pt x="112" y="38"/>
                    <a:pt x="88" y="63"/>
                  </a:cubicBezTo>
                  <a:cubicBezTo>
                    <a:pt x="65" y="88"/>
                    <a:pt x="45" y="110"/>
                    <a:pt x="33" y="141"/>
                  </a:cubicBezTo>
                  <a:cubicBezTo>
                    <a:pt x="22" y="171"/>
                    <a:pt x="17" y="212"/>
                    <a:pt x="0" y="237"/>
                  </a:cubicBezTo>
                </a:path>
              </a:pathLst>
            </a:custGeom>
            <a:solidFill>
              <a:srgbClr val="F9EB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519" name="Freeform 720">
              <a:extLst>
                <a:ext uri="{FF2B5EF4-FFF2-40B4-BE49-F238E27FC236}">
                  <a16:creationId xmlns:a16="http://schemas.microsoft.com/office/drawing/2014/main" id="{FA113822-B3BC-43F8-BC4F-2B44DFF2BA0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8" y="1218"/>
              <a:ext cx="385" cy="229"/>
            </a:xfrm>
            <a:custGeom>
              <a:avLst/>
              <a:gdLst>
                <a:gd name="T0" fmla="*/ 42 w 361"/>
                <a:gd name="T1" fmla="*/ 260 h 215"/>
                <a:gd name="T2" fmla="*/ 83 w 361"/>
                <a:gd name="T3" fmla="*/ 219 h 215"/>
                <a:gd name="T4" fmla="*/ 157 w 361"/>
                <a:gd name="T5" fmla="*/ 184 h 215"/>
                <a:gd name="T6" fmla="*/ 343 w 361"/>
                <a:gd name="T7" fmla="*/ 136 h 215"/>
                <a:gd name="T8" fmla="*/ 424 w 361"/>
                <a:gd name="T9" fmla="*/ 35 h 215"/>
                <a:gd name="T10" fmla="*/ 365 w 361"/>
                <a:gd name="T11" fmla="*/ 1 h 215"/>
                <a:gd name="T12" fmla="*/ 87 w 361"/>
                <a:gd name="T13" fmla="*/ 81 h 215"/>
                <a:gd name="T14" fmla="*/ 0 w 361"/>
                <a:gd name="T15" fmla="*/ 179 h 21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61" h="215">
                  <a:moveTo>
                    <a:pt x="35" y="215"/>
                  </a:moveTo>
                  <a:cubicBezTo>
                    <a:pt x="44" y="211"/>
                    <a:pt x="57" y="190"/>
                    <a:pt x="68" y="181"/>
                  </a:cubicBezTo>
                  <a:cubicBezTo>
                    <a:pt x="87" y="164"/>
                    <a:pt x="105" y="159"/>
                    <a:pt x="129" y="152"/>
                  </a:cubicBezTo>
                  <a:cubicBezTo>
                    <a:pt x="181" y="138"/>
                    <a:pt x="233" y="134"/>
                    <a:pt x="283" y="113"/>
                  </a:cubicBezTo>
                  <a:cubicBezTo>
                    <a:pt x="311" y="101"/>
                    <a:pt x="361" y="67"/>
                    <a:pt x="350" y="29"/>
                  </a:cubicBezTo>
                  <a:cubicBezTo>
                    <a:pt x="344" y="10"/>
                    <a:pt x="321" y="1"/>
                    <a:pt x="301" y="1"/>
                  </a:cubicBezTo>
                  <a:cubicBezTo>
                    <a:pt x="220" y="0"/>
                    <a:pt x="141" y="27"/>
                    <a:pt x="72" y="67"/>
                  </a:cubicBezTo>
                  <a:cubicBezTo>
                    <a:pt x="39" y="86"/>
                    <a:pt x="23" y="117"/>
                    <a:pt x="0" y="148"/>
                  </a:cubicBezTo>
                </a:path>
              </a:pathLst>
            </a:custGeom>
            <a:solidFill>
              <a:srgbClr val="F9EB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520" name="Freeform 721">
              <a:extLst>
                <a:ext uri="{FF2B5EF4-FFF2-40B4-BE49-F238E27FC236}">
                  <a16:creationId xmlns:a16="http://schemas.microsoft.com/office/drawing/2014/main" id="{0E6A0E3B-044E-4FBF-8425-C8ADE96E7B7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5" y="1317"/>
              <a:ext cx="417" cy="559"/>
            </a:xfrm>
            <a:custGeom>
              <a:avLst/>
              <a:gdLst>
                <a:gd name="T0" fmla="*/ 283 w 390"/>
                <a:gd name="T1" fmla="*/ 30 h 524"/>
                <a:gd name="T2" fmla="*/ 210 w 390"/>
                <a:gd name="T3" fmla="*/ 81 h 524"/>
                <a:gd name="T4" fmla="*/ 121 w 390"/>
                <a:gd name="T5" fmla="*/ 124 h 524"/>
                <a:gd name="T6" fmla="*/ 22 w 390"/>
                <a:gd name="T7" fmla="*/ 228 h 524"/>
                <a:gd name="T8" fmla="*/ 49 w 390"/>
                <a:gd name="T9" fmla="*/ 376 h 524"/>
                <a:gd name="T10" fmla="*/ 64 w 390"/>
                <a:gd name="T11" fmla="*/ 504 h 524"/>
                <a:gd name="T12" fmla="*/ 128 w 390"/>
                <a:gd name="T13" fmla="*/ 574 h 524"/>
                <a:gd name="T14" fmla="*/ 229 w 390"/>
                <a:gd name="T15" fmla="*/ 569 h 524"/>
                <a:gd name="T16" fmla="*/ 303 w 390"/>
                <a:gd name="T17" fmla="*/ 618 h 524"/>
                <a:gd name="T18" fmla="*/ 411 w 390"/>
                <a:gd name="T19" fmla="*/ 608 h 524"/>
                <a:gd name="T20" fmla="*/ 466 w 390"/>
                <a:gd name="T21" fmla="*/ 572 h 524"/>
                <a:gd name="T22" fmla="*/ 472 w 390"/>
                <a:gd name="T23" fmla="*/ 486 h 524"/>
                <a:gd name="T24" fmla="*/ 446 w 390"/>
                <a:gd name="T25" fmla="*/ 266 h 524"/>
                <a:gd name="T26" fmla="*/ 396 w 390"/>
                <a:gd name="T27" fmla="*/ 67 h 524"/>
                <a:gd name="T28" fmla="*/ 281 w 390"/>
                <a:gd name="T29" fmla="*/ 27 h 52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390" h="524">
                  <a:moveTo>
                    <a:pt x="232" y="24"/>
                  </a:moveTo>
                  <a:cubicBezTo>
                    <a:pt x="211" y="38"/>
                    <a:pt x="191" y="54"/>
                    <a:pt x="171" y="67"/>
                  </a:cubicBezTo>
                  <a:cubicBezTo>
                    <a:pt x="148" y="82"/>
                    <a:pt x="121" y="87"/>
                    <a:pt x="99" y="102"/>
                  </a:cubicBezTo>
                  <a:cubicBezTo>
                    <a:pt x="72" y="121"/>
                    <a:pt x="34" y="158"/>
                    <a:pt x="19" y="188"/>
                  </a:cubicBezTo>
                  <a:cubicBezTo>
                    <a:pt x="0" y="228"/>
                    <a:pt x="30" y="269"/>
                    <a:pt x="40" y="309"/>
                  </a:cubicBezTo>
                  <a:cubicBezTo>
                    <a:pt x="48" y="344"/>
                    <a:pt x="50" y="378"/>
                    <a:pt x="52" y="414"/>
                  </a:cubicBezTo>
                  <a:cubicBezTo>
                    <a:pt x="54" y="453"/>
                    <a:pt x="65" y="471"/>
                    <a:pt x="105" y="472"/>
                  </a:cubicBezTo>
                  <a:cubicBezTo>
                    <a:pt x="133" y="473"/>
                    <a:pt x="160" y="461"/>
                    <a:pt x="187" y="469"/>
                  </a:cubicBezTo>
                  <a:cubicBezTo>
                    <a:pt x="213" y="477"/>
                    <a:pt x="226" y="497"/>
                    <a:pt x="248" y="509"/>
                  </a:cubicBezTo>
                  <a:cubicBezTo>
                    <a:pt x="277" y="524"/>
                    <a:pt x="308" y="514"/>
                    <a:pt x="336" y="501"/>
                  </a:cubicBezTo>
                  <a:cubicBezTo>
                    <a:pt x="351" y="494"/>
                    <a:pt x="374" y="485"/>
                    <a:pt x="382" y="471"/>
                  </a:cubicBezTo>
                  <a:cubicBezTo>
                    <a:pt x="390" y="454"/>
                    <a:pt x="386" y="419"/>
                    <a:pt x="385" y="400"/>
                  </a:cubicBezTo>
                  <a:cubicBezTo>
                    <a:pt x="380" y="339"/>
                    <a:pt x="372" y="279"/>
                    <a:pt x="365" y="218"/>
                  </a:cubicBezTo>
                  <a:cubicBezTo>
                    <a:pt x="358" y="163"/>
                    <a:pt x="351" y="104"/>
                    <a:pt x="324" y="55"/>
                  </a:cubicBezTo>
                  <a:cubicBezTo>
                    <a:pt x="306" y="22"/>
                    <a:pt x="268" y="0"/>
                    <a:pt x="230" y="22"/>
                  </a:cubicBezTo>
                </a:path>
              </a:pathLst>
            </a:custGeom>
            <a:solidFill>
              <a:srgbClr val="F9EB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521" name="Freeform 722">
              <a:extLst>
                <a:ext uri="{FF2B5EF4-FFF2-40B4-BE49-F238E27FC236}">
                  <a16:creationId xmlns:a16="http://schemas.microsoft.com/office/drawing/2014/main" id="{E8F33F41-368A-441A-9083-8B860A2261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8" y="1912"/>
              <a:ext cx="281" cy="94"/>
            </a:xfrm>
            <a:custGeom>
              <a:avLst/>
              <a:gdLst>
                <a:gd name="T0" fmla="*/ 4 w 264"/>
                <a:gd name="T1" fmla="*/ 40 h 88"/>
                <a:gd name="T2" fmla="*/ 0 w 264"/>
                <a:gd name="T3" fmla="*/ 35 h 88"/>
                <a:gd name="T4" fmla="*/ 90 w 264"/>
                <a:gd name="T5" fmla="*/ 83 h 88"/>
                <a:gd name="T6" fmla="*/ 182 w 264"/>
                <a:gd name="T7" fmla="*/ 105 h 88"/>
                <a:gd name="T8" fmla="*/ 263 w 264"/>
                <a:gd name="T9" fmla="*/ 101 h 88"/>
                <a:gd name="T10" fmla="*/ 315 w 264"/>
                <a:gd name="T11" fmla="*/ 47 h 88"/>
                <a:gd name="T12" fmla="*/ 11 w 264"/>
                <a:gd name="T13" fmla="*/ 37 h 8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4" h="88">
                  <a:moveTo>
                    <a:pt x="4" y="33"/>
                  </a:moveTo>
                  <a:cubicBezTo>
                    <a:pt x="1" y="31"/>
                    <a:pt x="2" y="29"/>
                    <a:pt x="0" y="29"/>
                  </a:cubicBezTo>
                  <a:cubicBezTo>
                    <a:pt x="10" y="46"/>
                    <a:pt x="56" y="61"/>
                    <a:pt x="75" y="68"/>
                  </a:cubicBezTo>
                  <a:cubicBezTo>
                    <a:pt x="99" y="77"/>
                    <a:pt x="125" y="84"/>
                    <a:pt x="151" y="86"/>
                  </a:cubicBezTo>
                  <a:cubicBezTo>
                    <a:pt x="172" y="88"/>
                    <a:pt x="198" y="88"/>
                    <a:pt x="218" y="83"/>
                  </a:cubicBezTo>
                  <a:cubicBezTo>
                    <a:pt x="236" y="79"/>
                    <a:pt x="264" y="60"/>
                    <a:pt x="261" y="38"/>
                  </a:cubicBezTo>
                  <a:cubicBezTo>
                    <a:pt x="257" y="0"/>
                    <a:pt x="51" y="47"/>
                    <a:pt x="8" y="31"/>
                  </a:cubicBezTo>
                </a:path>
              </a:pathLst>
            </a:custGeom>
            <a:solidFill>
              <a:srgbClr val="F9EB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522" name="Freeform 723">
              <a:extLst>
                <a:ext uri="{FF2B5EF4-FFF2-40B4-BE49-F238E27FC236}">
                  <a16:creationId xmlns:a16="http://schemas.microsoft.com/office/drawing/2014/main" id="{85608D62-A593-45B4-9111-37A17B0E48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2" y="1875"/>
              <a:ext cx="499" cy="452"/>
            </a:xfrm>
            <a:custGeom>
              <a:avLst/>
              <a:gdLst>
                <a:gd name="T0" fmla="*/ 306 w 468"/>
                <a:gd name="T1" fmla="*/ 90 h 424"/>
                <a:gd name="T2" fmla="*/ 237 w 468"/>
                <a:gd name="T3" fmla="*/ 145 h 424"/>
                <a:gd name="T4" fmla="*/ 419 w 468"/>
                <a:gd name="T5" fmla="*/ 248 h 424"/>
                <a:gd name="T6" fmla="*/ 557 w 468"/>
                <a:gd name="T7" fmla="*/ 417 h 424"/>
                <a:gd name="T8" fmla="*/ 395 w 468"/>
                <a:gd name="T9" fmla="*/ 514 h 424"/>
                <a:gd name="T10" fmla="*/ 269 w 468"/>
                <a:gd name="T11" fmla="*/ 491 h 424"/>
                <a:gd name="T12" fmla="*/ 198 w 468"/>
                <a:gd name="T13" fmla="*/ 426 h 424"/>
                <a:gd name="T14" fmla="*/ 93 w 468"/>
                <a:gd name="T15" fmla="*/ 298 h 424"/>
                <a:gd name="T16" fmla="*/ 17 w 468"/>
                <a:gd name="T17" fmla="*/ 291 h 424"/>
                <a:gd name="T18" fmla="*/ 0 w 468"/>
                <a:gd name="T19" fmla="*/ 187 h 424"/>
                <a:gd name="T20" fmla="*/ 62 w 468"/>
                <a:gd name="T21" fmla="*/ 0 h 424"/>
                <a:gd name="T22" fmla="*/ 116 w 468"/>
                <a:gd name="T23" fmla="*/ 12 h 424"/>
                <a:gd name="T24" fmla="*/ 204 w 468"/>
                <a:gd name="T25" fmla="*/ 50 h 424"/>
                <a:gd name="T26" fmla="*/ 254 w 468"/>
                <a:gd name="T27" fmla="*/ 71 h 424"/>
                <a:gd name="T28" fmla="*/ 290 w 468"/>
                <a:gd name="T29" fmla="*/ 80 h 42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468" h="424">
                  <a:moveTo>
                    <a:pt x="252" y="74"/>
                  </a:moveTo>
                  <a:cubicBezTo>
                    <a:pt x="221" y="49"/>
                    <a:pt x="163" y="84"/>
                    <a:pt x="195" y="120"/>
                  </a:cubicBezTo>
                  <a:cubicBezTo>
                    <a:pt x="235" y="167"/>
                    <a:pt x="288" y="186"/>
                    <a:pt x="346" y="205"/>
                  </a:cubicBezTo>
                  <a:cubicBezTo>
                    <a:pt x="405" y="225"/>
                    <a:pt x="468" y="273"/>
                    <a:pt x="460" y="344"/>
                  </a:cubicBezTo>
                  <a:cubicBezTo>
                    <a:pt x="453" y="407"/>
                    <a:pt x="377" y="423"/>
                    <a:pt x="325" y="424"/>
                  </a:cubicBezTo>
                  <a:cubicBezTo>
                    <a:pt x="291" y="424"/>
                    <a:pt x="253" y="413"/>
                    <a:pt x="221" y="405"/>
                  </a:cubicBezTo>
                  <a:cubicBezTo>
                    <a:pt x="190" y="398"/>
                    <a:pt x="178" y="378"/>
                    <a:pt x="163" y="352"/>
                  </a:cubicBezTo>
                  <a:cubicBezTo>
                    <a:pt x="143" y="315"/>
                    <a:pt x="121" y="260"/>
                    <a:pt x="77" y="247"/>
                  </a:cubicBezTo>
                  <a:cubicBezTo>
                    <a:pt x="60" y="242"/>
                    <a:pt x="25" y="250"/>
                    <a:pt x="14" y="240"/>
                  </a:cubicBezTo>
                  <a:cubicBezTo>
                    <a:pt x="0" y="226"/>
                    <a:pt x="0" y="173"/>
                    <a:pt x="0" y="154"/>
                  </a:cubicBezTo>
                  <a:cubicBezTo>
                    <a:pt x="0" y="100"/>
                    <a:pt x="11" y="39"/>
                    <a:pt x="51" y="0"/>
                  </a:cubicBezTo>
                  <a:cubicBezTo>
                    <a:pt x="63" y="8"/>
                    <a:pt x="82" y="5"/>
                    <a:pt x="96" y="9"/>
                  </a:cubicBezTo>
                  <a:cubicBezTo>
                    <a:pt x="121" y="16"/>
                    <a:pt x="144" y="30"/>
                    <a:pt x="168" y="41"/>
                  </a:cubicBezTo>
                  <a:cubicBezTo>
                    <a:pt x="181" y="48"/>
                    <a:pt x="196" y="56"/>
                    <a:pt x="209" y="59"/>
                  </a:cubicBezTo>
                  <a:cubicBezTo>
                    <a:pt x="220" y="62"/>
                    <a:pt x="234" y="59"/>
                    <a:pt x="239" y="66"/>
                  </a:cubicBezTo>
                </a:path>
              </a:pathLst>
            </a:custGeom>
            <a:solidFill>
              <a:srgbClr val="F9EB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523" name="Freeform 724">
              <a:extLst>
                <a:ext uri="{FF2B5EF4-FFF2-40B4-BE49-F238E27FC236}">
                  <a16:creationId xmlns:a16="http://schemas.microsoft.com/office/drawing/2014/main" id="{42A20FFE-7885-4B19-A255-12127656F7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7" y="2173"/>
              <a:ext cx="225" cy="245"/>
            </a:xfrm>
            <a:custGeom>
              <a:avLst/>
              <a:gdLst>
                <a:gd name="T0" fmla="*/ 255 w 211"/>
                <a:gd name="T1" fmla="*/ 143 h 229"/>
                <a:gd name="T2" fmla="*/ 204 w 211"/>
                <a:gd name="T3" fmla="*/ 202 h 229"/>
                <a:gd name="T4" fmla="*/ 256 w 211"/>
                <a:gd name="T5" fmla="*/ 280 h 229"/>
                <a:gd name="T6" fmla="*/ 182 w 211"/>
                <a:gd name="T7" fmla="*/ 240 h 229"/>
                <a:gd name="T8" fmla="*/ 110 w 211"/>
                <a:gd name="T9" fmla="*/ 196 h 229"/>
                <a:gd name="T10" fmla="*/ 27 w 211"/>
                <a:gd name="T11" fmla="*/ 0 h 2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1" h="229">
                  <a:moveTo>
                    <a:pt x="210" y="117"/>
                  </a:moveTo>
                  <a:cubicBezTo>
                    <a:pt x="187" y="124"/>
                    <a:pt x="167" y="139"/>
                    <a:pt x="168" y="165"/>
                  </a:cubicBezTo>
                  <a:cubicBezTo>
                    <a:pt x="170" y="196"/>
                    <a:pt x="208" y="204"/>
                    <a:pt x="211" y="229"/>
                  </a:cubicBezTo>
                  <a:cubicBezTo>
                    <a:pt x="193" y="228"/>
                    <a:pt x="167" y="204"/>
                    <a:pt x="150" y="195"/>
                  </a:cubicBezTo>
                  <a:cubicBezTo>
                    <a:pt x="131" y="184"/>
                    <a:pt x="108" y="174"/>
                    <a:pt x="91" y="160"/>
                  </a:cubicBezTo>
                  <a:cubicBezTo>
                    <a:pt x="47" y="126"/>
                    <a:pt x="0" y="56"/>
                    <a:pt x="22" y="0"/>
                  </a:cubicBezTo>
                </a:path>
              </a:pathLst>
            </a:custGeom>
            <a:solidFill>
              <a:srgbClr val="F9EB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524" name="Freeform 725">
              <a:extLst>
                <a:ext uri="{FF2B5EF4-FFF2-40B4-BE49-F238E27FC236}">
                  <a16:creationId xmlns:a16="http://schemas.microsoft.com/office/drawing/2014/main" id="{943C7263-FA64-4F44-AFE6-CF69D0320590}"/>
                </a:ext>
              </a:extLst>
            </p:cNvPr>
            <p:cNvSpPr>
              <a:spLocks/>
            </p:cNvSpPr>
            <p:nvPr/>
          </p:nvSpPr>
          <p:spPr bwMode="auto">
            <a:xfrm>
              <a:off x="972" y="2317"/>
              <a:ext cx="239" cy="327"/>
            </a:xfrm>
            <a:custGeom>
              <a:avLst/>
              <a:gdLst>
                <a:gd name="T0" fmla="*/ 257 w 224"/>
                <a:gd name="T1" fmla="*/ 215 h 306"/>
                <a:gd name="T2" fmla="*/ 160 w 224"/>
                <a:gd name="T3" fmla="*/ 73 h 306"/>
                <a:gd name="T4" fmla="*/ 54 w 224"/>
                <a:gd name="T5" fmla="*/ 3 h 306"/>
                <a:gd name="T6" fmla="*/ 21 w 224"/>
                <a:gd name="T7" fmla="*/ 131 h 306"/>
                <a:gd name="T8" fmla="*/ 114 w 224"/>
                <a:gd name="T9" fmla="*/ 354 h 306"/>
                <a:gd name="T10" fmla="*/ 251 w 224"/>
                <a:gd name="T11" fmla="*/ 205 h 30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4" h="306">
                  <a:moveTo>
                    <a:pt x="212" y="176"/>
                  </a:moveTo>
                  <a:cubicBezTo>
                    <a:pt x="224" y="124"/>
                    <a:pt x="167" y="90"/>
                    <a:pt x="132" y="60"/>
                  </a:cubicBezTo>
                  <a:cubicBezTo>
                    <a:pt x="112" y="43"/>
                    <a:pt x="73" y="4"/>
                    <a:pt x="45" y="3"/>
                  </a:cubicBezTo>
                  <a:cubicBezTo>
                    <a:pt x="0" y="0"/>
                    <a:pt x="17" y="83"/>
                    <a:pt x="18" y="108"/>
                  </a:cubicBezTo>
                  <a:cubicBezTo>
                    <a:pt x="20" y="173"/>
                    <a:pt x="13" y="271"/>
                    <a:pt x="94" y="290"/>
                  </a:cubicBezTo>
                  <a:cubicBezTo>
                    <a:pt x="160" y="306"/>
                    <a:pt x="189" y="216"/>
                    <a:pt x="206" y="168"/>
                  </a:cubicBezTo>
                </a:path>
              </a:pathLst>
            </a:custGeom>
            <a:solidFill>
              <a:srgbClr val="F9EB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525" name="Freeform 726">
              <a:extLst>
                <a:ext uri="{FF2B5EF4-FFF2-40B4-BE49-F238E27FC236}">
                  <a16:creationId xmlns:a16="http://schemas.microsoft.com/office/drawing/2014/main" id="{9EA4338F-D563-4316-AB6A-EF14C4662F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4" y="2467"/>
              <a:ext cx="446" cy="289"/>
            </a:xfrm>
            <a:custGeom>
              <a:avLst/>
              <a:gdLst>
                <a:gd name="T0" fmla="*/ 0 w 418"/>
                <a:gd name="T1" fmla="*/ 158 h 271"/>
                <a:gd name="T2" fmla="*/ 275 w 418"/>
                <a:gd name="T3" fmla="*/ 218 h 271"/>
                <a:gd name="T4" fmla="*/ 369 w 418"/>
                <a:gd name="T5" fmla="*/ 259 h 271"/>
                <a:gd name="T6" fmla="*/ 459 w 418"/>
                <a:gd name="T7" fmla="*/ 316 h 271"/>
                <a:gd name="T8" fmla="*/ 483 w 418"/>
                <a:gd name="T9" fmla="*/ 319 h 271"/>
                <a:gd name="T10" fmla="*/ 455 w 418"/>
                <a:gd name="T11" fmla="*/ 270 h 271"/>
                <a:gd name="T12" fmla="*/ 445 w 418"/>
                <a:gd name="T13" fmla="*/ 219 h 271"/>
                <a:gd name="T14" fmla="*/ 423 w 418"/>
                <a:gd name="T15" fmla="*/ 150 h 271"/>
                <a:gd name="T16" fmla="*/ 307 w 418"/>
                <a:gd name="T17" fmla="*/ 89 h 271"/>
                <a:gd name="T18" fmla="*/ 185 w 418"/>
                <a:gd name="T19" fmla="*/ 113 h 271"/>
                <a:gd name="T20" fmla="*/ 126 w 418"/>
                <a:gd name="T21" fmla="*/ 79 h 271"/>
                <a:gd name="T22" fmla="*/ 126 w 418"/>
                <a:gd name="T23" fmla="*/ 0 h 27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18" h="271">
                  <a:moveTo>
                    <a:pt x="0" y="130"/>
                  </a:moveTo>
                  <a:cubicBezTo>
                    <a:pt x="62" y="181"/>
                    <a:pt x="154" y="162"/>
                    <a:pt x="227" y="179"/>
                  </a:cubicBezTo>
                  <a:cubicBezTo>
                    <a:pt x="255" y="186"/>
                    <a:pt x="277" y="204"/>
                    <a:pt x="304" y="214"/>
                  </a:cubicBezTo>
                  <a:cubicBezTo>
                    <a:pt x="333" y="224"/>
                    <a:pt x="351" y="247"/>
                    <a:pt x="378" y="261"/>
                  </a:cubicBezTo>
                  <a:cubicBezTo>
                    <a:pt x="387" y="266"/>
                    <a:pt x="389" y="271"/>
                    <a:pt x="398" y="263"/>
                  </a:cubicBezTo>
                  <a:cubicBezTo>
                    <a:pt x="418" y="246"/>
                    <a:pt x="385" y="231"/>
                    <a:pt x="374" y="222"/>
                  </a:cubicBezTo>
                  <a:cubicBezTo>
                    <a:pt x="357" y="209"/>
                    <a:pt x="373" y="199"/>
                    <a:pt x="366" y="180"/>
                  </a:cubicBezTo>
                  <a:cubicBezTo>
                    <a:pt x="359" y="163"/>
                    <a:pt x="358" y="139"/>
                    <a:pt x="348" y="124"/>
                  </a:cubicBezTo>
                  <a:cubicBezTo>
                    <a:pt x="333" y="102"/>
                    <a:pt x="281" y="80"/>
                    <a:pt x="253" y="73"/>
                  </a:cubicBezTo>
                  <a:cubicBezTo>
                    <a:pt x="214" y="63"/>
                    <a:pt x="189" y="81"/>
                    <a:pt x="152" y="93"/>
                  </a:cubicBezTo>
                  <a:cubicBezTo>
                    <a:pt x="127" y="102"/>
                    <a:pt x="104" y="97"/>
                    <a:pt x="104" y="65"/>
                  </a:cubicBezTo>
                  <a:cubicBezTo>
                    <a:pt x="104" y="35"/>
                    <a:pt x="132" y="25"/>
                    <a:pt x="104" y="0"/>
                  </a:cubicBezTo>
                </a:path>
              </a:pathLst>
            </a:custGeom>
            <a:solidFill>
              <a:srgbClr val="F9EB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526" name="Freeform 727">
              <a:extLst>
                <a:ext uri="{FF2B5EF4-FFF2-40B4-BE49-F238E27FC236}">
                  <a16:creationId xmlns:a16="http://schemas.microsoft.com/office/drawing/2014/main" id="{9346C4FB-166C-49F4-83CE-CBCA01EE5AB9}"/>
                </a:ext>
              </a:extLst>
            </p:cNvPr>
            <p:cNvSpPr>
              <a:spLocks/>
            </p:cNvSpPr>
            <p:nvPr/>
          </p:nvSpPr>
          <p:spPr bwMode="auto">
            <a:xfrm>
              <a:off x="988" y="2700"/>
              <a:ext cx="500" cy="316"/>
            </a:xfrm>
            <a:custGeom>
              <a:avLst/>
              <a:gdLst>
                <a:gd name="T0" fmla="*/ 214 w 469"/>
                <a:gd name="T1" fmla="*/ 21 h 296"/>
                <a:gd name="T2" fmla="*/ 85 w 469"/>
                <a:gd name="T3" fmla="*/ 1 h 296"/>
                <a:gd name="T4" fmla="*/ 3 w 469"/>
                <a:gd name="T5" fmla="*/ 113 h 296"/>
                <a:gd name="T6" fmla="*/ 57 w 469"/>
                <a:gd name="T7" fmla="*/ 266 h 296"/>
                <a:gd name="T8" fmla="*/ 189 w 469"/>
                <a:gd name="T9" fmla="*/ 288 h 296"/>
                <a:gd name="T10" fmla="*/ 354 w 469"/>
                <a:gd name="T11" fmla="*/ 307 h 296"/>
                <a:gd name="T12" fmla="*/ 489 w 469"/>
                <a:gd name="T13" fmla="*/ 358 h 296"/>
                <a:gd name="T14" fmla="*/ 549 w 469"/>
                <a:gd name="T15" fmla="*/ 341 h 296"/>
                <a:gd name="T16" fmla="*/ 545 w 469"/>
                <a:gd name="T17" fmla="*/ 249 h 296"/>
                <a:gd name="T18" fmla="*/ 428 w 469"/>
                <a:gd name="T19" fmla="*/ 131 h 296"/>
                <a:gd name="T20" fmla="*/ 289 w 469"/>
                <a:gd name="T21" fmla="*/ 56 h 296"/>
                <a:gd name="T22" fmla="*/ 214 w 469"/>
                <a:gd name="T23" fmla="*/ 27 h 29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69" h="296">
                  <a:moveTo>
                    <a:pt x="177" y="18"/>
                  </a:moveTo>
                  <a:cubicBezTo>
                    <a:pt x="146" y="8"/>
                    <a:pt x="103" y="0"/>
                    <a:pt x="70" y="1"/>
                  </a:cubicBezTo>
                  <a:cubicBezTo>
                    <a:pt x="25" y="4"/>
                    <a:pt x="0" y="51"/>
                    <a:pt x="3" y="93"/>
                  </a:cubicBezTo>
                  <a:cubicBezTo>
                    <a:pt x="5" y="131"/>
                    <a:pt x="19" y="191"/>
                    <a:pt x="47" y="218"/>
                  </a:cubicBezTo>
                  <a:cubicBezTo>
                    <a:pt x="80" y="249"/>
                    <a:pt x="116" y="244"/>
                    <a:pt x="156" y="237"/>
                  </a:cubicBezTo>
                  <a:cubicBezTo>
                    <a:pt x="207" y="228"/>
                    <a:pt x="244" y="237"/>
                    <a:pt x="292" y="253"/>
                  </a:cubicBezTo>
                  <a:cubicBezTo>
                    <a:pt x="329" y="266"/>
                    <a:pt x="364" y="290"/>
                    <a:pt x="404" y="294"/>
                  </a:cubicBezTo>
                  <a:cubicBezTo>
                    <a:pt x="423" y="296"/>
                    <a:pt x="442" y="296"/>
                    <a:pt x="453" y="280"/>
                  </a:cubicBezTo>
                  <a:cubicBezTo>
                    <a:pt x="469" y="255"/>
                    <a:pt x="463" y="227"/>
                    <a:pt x="449" y="204"/>
                  </a:cubicBezTo>
                  <a:cubicBezTo>
                    <a:pt x="425" y="164"/>
                    <a:pt x="394" y="131"/>
                    <a:pt x="353" y="108"/>
                  </a:cubicBezTo>
                  <a:cubicBezTo>
                    <a:pt x="314" y="87"/>
                    <a:pt x="279" y="61"/>
                    <a:pt x="238" y="46"/>
                  </a:cubicBezTo>
                  <a:cubicBezTo>
                    <a:pt x="217" y="38"/>
                    <a:pt x="197" y="30"/>
                    <a:pt x="177" y="22"/>
                  </a:cubicBezTo>
                </a:path>
              </a:pathLst>
            </a:custGeom>
            <a:solidFill>
              <a:srgbClr val="F9EB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527" name="Freeform 728">
              <a:extLst>
                <a:ext uri="{FF2B5EF4-FFF2-40B4-BE49-F238E27FC236}">
                  <a16:creationId xmlns:a16="http://schemas.microsoft.com/office/drawing/2014/main" id="{62ACC3BC-59D0-4DFA-A54A-FDBDF1B20FB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8" y="3021"/>
              <a:ext cx="177" cy="97"/>
            </a:xfrm>
            <a:custGeom>
              <a:avLst/>
              <a:gdLst>
                <a:gd name="T0" fmla="*/ 117 w 166"/>
                <a:gd name="T1" fmla="*/ 16 h 91"/>
                <a:gd name="T2" fmla="*/ 34 w 166"/>
                <a:gd name="T3" fmla="*/ 18 h 91"/>
                <a:gd name="T4" fmla="*/ 63 w 166"/>
                <a:gd name="T5" fmla="*/ 86 h 91"/>
                <a:gd name="T6" fmla="*/ 175 w 166"/>
                <a:gd name="T7" fmla="*/ 82 h 91"/>
                <a:gd name="T8" fmla="*/ 103 w 166"/>
                <a:gd name="T9" fmla="*/ 22 h 9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6" h="91">
                  <a:moveTo>
                    <a:pt x="97" y="13"/>
                  </a:moveTo>
                  <a:cubicBezTo>
                    <a:pt x="77" y="21"/>
                    <a:pt x="47" y="0"/>
                    <a:pt x="28" y="15"/>
                  </a:cubicBezTo>
                  <a:cubicBezTo>
                    <a:pt x="0" y="37"/>
                    <a:pt x="32" y="62"/>
                    <a:pt x="52" y="71"/>
                  </a:cubicBezTo>
                  <a:cubicBezTo>
                    <a:pt x="74" y="80"/>
                    <a:pt x="125" y="91"/>
                    <a:pt x="144" y="68"/>
                  </a:cubicBezTo>
                  <a:cubicBezTo>
                    <a:pt x="166" y="41"/>
                    <a:pt x="95" y="11"/>
                    <a:pt x="85" y="19"/>
                  </a:cubicBezTo>
                </a:path>
              </a:pathLst>
            </a:custGeom>
            <a:solidFill>
              <a:srgbClr val="F9EB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528" name="Freeform 729">
              <a:extLst>
                <a:ext uri="{FF2B5EF4-FFF2-40B4-BE49-F238E27FC236}">
                  <a16:creationId xmlns:a16="http://schemas.microsoft.com/office/drawing/2014/main" id="{276B4937-36BA-4117-8998-F619BE3796C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9" y="3125"/>
              <a:ext cx="340" cy="501"/>
            </a:xfrm>
            <a:custGeom>
              <a:avLst/>
              <a:gdLst>
                <a:gd name="T0" fmla="*/ 372 w 319"/>
                <a:gd name="T1" fmla="*/ 104 h 470"/>
                <a:gd name="T2" fmla="*/ 252 w 319"/>
                <a:gd name="T3" fmla="*/ 97 h 470"/>
                <a:gd name="T4" fmla="*/ 141 w 319"/>
                <a:gd name="T5" fmla="*/ 80 h 470"/>
                <a:gd name="T6" fmla="*/ 74 w 319"/>
                <a:gd name="T7" fmla="*/ 48 h 470"/>
                <a:gd name="T8" fmla="*/ 32 w 319"/>
                <a:gd name="T9" fmla="*/ 0 h 470"/>
                <a:gd name="T10" fmla="*/ 42 w 319"/>
                <a:gd name="T11" fmla="*/ 131 h 470"/>
                <a:gd name="T12" fmla="*/ 21 w 319"/>
                <a:gd name="T13" fmla="*/ 303 h 470"/>
                <a:gd name="T14" fmla="*/ 59 w 319"/>
                <a:gd name="T15" fmla="*/ 530 h 470"/>
                <a:gd name="T16" fmla="*/ 197 w 319"/>
                <a:gd name="T17" fmla="*/ 568 h 470"/>
                <a:gd name="T18" fmla="*/ 311 w 319"/>
                <a:gd name="T19" fmla="*/ 433 h 470"/>
                <a:gd name="T20" fmla="*/ 375 w 319"/>
                <a:gd name="T21" fmla="*/ 260 h 470"/>
                <a:gd name="T22" fmla="*/ 384 w 319"/>
                <a:gd name="T23" fmla="*/ 187 h 470"/>
                <a:gd name="T24" fmla="*/ 369 w 319"/>
                <a:gd name="T25" fmla="*/ 109 h 47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19" h="470">
                  <a:moveTo>
                    <a:pt x="307" y="86"/>
                  </a:moveTo>
                  <a:cubicBezTo>
                    <a:pt x="276" y="76"/>
                    <a:pt x="239" y="83"/>
                    <a:pt x="207" y="80"/>
                  </a:cubicBezTo>
                  <a:cubicBezTo>
                    <a:pt x="176" y="77"/>
                    <a:pt x="145" y="74"/>
                    <a:pt x="116" y="66"/>
                  </a:cubicBezTo>
                  <a:cubicBezTo>
                    <a:pt x="97" y="60"/>
                    <a:pt x="76" y="53"/>
                    <a:pt x="61" y="39"/>
                  </a:cubicBezTo>
                  <a:cubicBezTo>
                    <a:pt x="49" y="27"/>
                    <a:pt x="41" y="9"/>
                    <a:pt x="26" y="0"/>
                  </a:cubicBezTo>
                  <a:cubicBezTo>
                    <a:pt x="10" y="28"/>
                    <a:pt x="37" y="76"/>
                    <a:pt x="35" y="108"/>
                  </a:cubicBezTo>
                  <a:cubicBezTo>
                    <a:pt x="32" y="156"/>
                    <a:pt x="21" y="203"/>
                    <a:pt x="18" y="250"/>
                  </a:cubicBezTo>
                  <a:cubicBezTo>
                    <a:pt x="15" y="303"/>
                    <a:pt x="0" y="399"/>
                    <a:pt x="49" y="437"/>
                  </a:cubicBezTo>
                  <a:cubicBezTo>
                    <a:pt x="81" y="461"/>
                    <a:pt x="125" y="470"/>
                    <a:pt x="163" y="469"/>
                  </a:cubicBezTo>
                  <a:cubicBezTo>
                    <a:pt x="218" y="466"/>
                    <a:pt x="239" y="401"/>
                    <a:pt x="257" y="357"/>
                  </a:cubicBezTo>
                  <a:cubicBezTo>
                    <a:pt x="276" y="310"/>
                    <a:pt x="297" y="263"/>
                    <a:pt x="310" y="215"/>
                  </a:cubicBezTo>
                  <a:cubicBezTo>
                    <a:pt x="316" y="194"/>
                    <a:pt x="319" y="174"/>
                    <a:pt x="317" y="154"/>
                  </a:cubicBezTo>
                  <a:cubicBezTo>
                    <a:pt x="316" y="131"/>
                    <a:pt x="307" y="111"/>
                    <a:pt x="305" y="90"/>
                  </a:cubicBezTo>
                </a:path>
              </a:pathLst>
            </a:custGeom>
            <a:solidFill>
              <a:srgbClr val="F9EB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529" name="Freeform 730">
              <a:extLst>
                <a:ext uri="{FF2B5EF4-FFF2-40B4-BE49-F238E27FC236}">
                  <a16:creationId xmlns:a16="http://schemas.microsoft.com/office/drawing/2014/main" id="{EDE1BE20-EB46-40AB-9FA9-6A50EE92486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1" y="3708"/>
              <a:ext cx="153" cy="87"/>
            </a:xfrm>
            <a:custGeom>
              <a:avLst/>
              <a:gdLst>
                <a:gd name="T0" fmla="*/ 86 w 143"/>
                <a:gd name="T1" fmla="*/ 7 h 82"/>
                <a:gd name="T2" fmla="*/ 12 w 143"/>
                <a:gd name="T3" fmla="*/ 32 h 82"/>
                <a:gd name="T4" fmla="*/ 86 w 143"/>
                <a:gd name="T5" fmla="*/ 55 h 82"/>
                <a:gd name="T6" fmla="*/ 175 w 143"/>
                <a:gd name="T7" fmla="*/ 48 h 82"/>
                <a:gd name="T8" fmla="*/ 78 w 143"/>
                <a:gd name="T9" fmla="*/ 15 h 8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3" h="82">
                  <a:moveTo>
                    <a:pt x="70" y="7"/>
                  </a:moveTo>
                  <a:cubicBezTo>
                    <a:pt x="51" y="0"/>
                    <a:pt x="16" y="1"/>
                    <a:pt x="9" y="26"/>
                  </a:cubicBezTo>
                  <a:cubicBezTo>
                    <a:pt x="0" y="58"/>
                    <a:pt x="50" y="41"/>
                    <a:pt x="70" y="46"/>
                  </a:cubicBezTo>
                  <a:cubicBezTo>
                    <a:pt x="88" y="52"/>
                    <a:pt x="143" y="82"/>
                    <a:pt x="143" y="40"/>
                  </a:cubicBezTo>
                  <a:cubicBezTo>
                    <a:pt x="143" y="14"/>
                    <a:pt x="80" y="3"/>
                    <a:pt x="64" y="12"/>
                  </a:cubicBezTo>
                </a:path>
              </a:pathLst>
            </a:custGeom>
            <a:solidFill>
              <a:srgbClr val="F9EB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530" name="Freeform 731">
              <a:extLst>
                <a:ext uri="{FF2B5EF4-FFF2-40B4-BE49-F238E27FC236}">
                  <a16:creationId xmlns:a16="http://schemas.microsoft.com/office/drawing/2014/main" id="{54D9048B-D47B-406B-AEBB-8F9254D44DB4}"/>
                </a:ext>
              </a:extLst>
            </p:cNvPr>
            <p:cNvSpPr>
              <a:spLocks/>
            </p:cNvSpPr>
            <p:nvPr/>
          </p:nvSpPr>
          <p:spPr bwMode="auto">
            <a:xfrm>
              <a:off x="970" y="3828"/>
              <a:ext cx="218" cy="158"/>
            </a:xfrm>
            <a:custGeom>
              <a:avLst/>
              <a:gdLst>
                <a:gd name="T0" fmla="*/ 235 w 205"/>
                <a:gd name="T1" fmla="*/ 22 h 148"/>
                <a:gd name="T2" fmla="*/ 236 w 205"/>
                <a:gd name="T3" fmla="*/ 61 h 148"/>
                <a:gd name="T4" fmla="*/ 196 w 205"/>
                <a:gd name="T5" fmla="*/ 64 h 148"/>
                <a:gd name="T6" fmla="*/ 111 w 205"/>
                <a:gd name="T7" fmla="*/ 85 h 148"/>
                <a:gd name="T8" fmla="*/ 0 w 205"/>
                <a:gd name="T9" fmla="*/ 140 h 148"/>
                <a:gd name="T10" fmla="*/ 40 w 205"/>
                <a:gd name="T11" fmla="*/ 91 h 148"/>
                <a:gd name="T12" fmla="*/ 91 w 205"/>
                <a:gd name="T13" fmla="*/ 22 h 148"/>
                <a:gd name="T14" fmla="*/ 135 w 205"/>
                <a:gd name="T15" fmla="*/ 11 h 148"/>
                <a:gd name="T16" fmla="*/ 231 w 205"/>
                <a:gd name="T17" fmla="*/ 7 h 14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5" h="148">
                  <a:moveTo>
                    <a:pt x="196" y="19"/>
                  </a:moveTo>
                  <a:cubicBezTo>
                    <a:pt x="205" y="24"/>
                    <a:pt x="205" y="42"/>
                    <a:pt x="197" y="50"/>
                  </a:cubicBezTo>
                  <a:cubicBezTo>
                    <a:pt x="187" y="61"/>
                    <a:pt x="175" y="54"/>
                    <a:pt x="163" y="52"/>
                  </a:cubicBezTo>
                  <a:cubicBezTo>
                    <a:pt x="132" y="48"/>
                    <a:pt x="115" y="50"/>
                    <a:pt x="92" y="70"/>
                  </a:cubicBezTo>
                  <a:cubicBezTo>
                    <a:pt x="67" y="91"/>
                    <a:pt x="32" y="148"/>
                    <a:pt x="0" y="115"/>
                  </a:cubicBezTo>
                  <a:cubicBezTo>
                    <a:pt x="10" y="99"/>
                    <a:pt x="21" y="88"/>
                    <a:pt x="34" y="75"/>
                  </a:cubicBezTo>
                  <a:cubicBezTo>
                    <a:pt x="50" y="58"/>
                    <a:pt x="59" y="35"/>
                    <a:pt x="76" y="19"/>
                  </a:cubicBezTo>
                  <a:cubicBezTo>
                    <a:pt x="90" y="5"/>
                    <a:pt x="91" y="7"/>
                    <a:pt x="112" y="8"/>
                  </a:cubicBezTo>
                  <a:cubicBezTo>
                    <a:pt x="136" y="11"/>
                    <a:pt x="170" y="0"/>
                    <a:pt x="192" y="7"/>
                  </a:cubicBezTo>
                </a:path>
              </a:pathLst>
            </a:custGeom>
            <a:solidFill>
              <a:srgbClr val="F9EB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531" name="Freeform 732">
              <a:extLst>
                <a:ext uri="{FF2B5EF4-FFF2-40B4-BE49-F238E27FC236}">
                  <a16:creationId xmlns:a16="http://schemas.microsoft.com/office/drawing/2014/main" id="{87290B3B-B72B-42B5-A7DD-902D0085FC2A}"/>
                </a:ext>
              </a:extLst>
            </p:cNvPr>
            <p:cNvSpPr>
              <a:spLocks/>
            </p:cNvSpPr>
            <p:nvPr/>
          </p:nvSpPr>
          <p:spPr bwMode="auto">
            <a:xfrm>
              <a:off x="809" y="1783"/>
              <a:ext cx="115" cy="184"/>
            </a:xfrm>
            <a:custGeom>
              <a:avLst/>
              <a:gdLst>
                <a:gd name="T0" fmla="*/ 63 w 108"/>
                <a:gd name="T1" fmla="*/ 0 h 172"/>
                <a:gd name="T2" fmla="*/ 83 w 108"/>
                <a:gd name="T3" fmla="*/ 66 h 172"/>
                <a:gd name="T4" fmla="*/ 66 w 108"/>
                <a:gd name="T5" fmla="*/ 120 h 172"/>
                <a:gd name="T6" fmla="*/ 6 w 108"/>
                <a:gd name="T7" fmla="*/ 93 h 172"/>
                <a:gd name="T8" fmla="*/ 117 w 108"/>
                <a:gd name="T9" fmla="*/ 196 h 172"/>
                <a:gd name="T10" fmla="*/ 125 w 108"/>
                <a:gd name="T11" fmla="*/ 165 h 172"/>
                <a:gd name="T12" fmla="*/ 100 w 108"/>
                <a:gd name="T13" fmla="*/ 129 h 172"/>
                <a:gd name="T14" fmla="*/ 119 w 108"/>
                <a:gd name="T15" fmla="*/ 35 h 17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8" h="172">
                  <a:moveTo>
                    <a:pt x="52" y="0"/>
                  </a:moveTo>
                  <a:cubicBezTo>
                    <a:pt x="53" y="18"/>
                    <a:pt x="68" y="33"/>
                    <a:pt x="69" y="54"/>
                  </a:cubicBezTo>
                  <a:cubicBezTo>
                    <a:pt x="69" y="72"/>
                    <a:pt x="61" y="83"/>
                    <a:pt x="54" y="98"/>
                  </a:cubicBezTo>
                  <a:cubicBezTo>
                    <a:pt x="37" y="94"/>
                    <a:pt x="22" y="81"/>
                    <a:pt x="6" y="76"/>
                  </a:cubicBezTo>
                  <a:cubicBezTo>
                    <a:pt x="0" y="100"/>
                    <a:pt x="72" y="172"/>
                    <a:pt x="97" y="160"/>
                  </a:cubicBezTo>
                  <a:cubicBezTo>
                    <a:pt x="108" y="156"/>
                    <a:pt x="107" y="142"/>
                    <a:pt x="103" y="135"/>
                  </a:cubicBezTo>
                  <a:cubicBezTo>
                    <a:pt x="94" y="120"/>
                    <a:pt x="85" y="129"/>
                    <a:pt x="83" y="106"/>
                  </a:cubicBezTo>
                  <a:cubicBezTo>
                    <a:pt x="80" y="79"/>
                    <a:pt x="91" y="54"/>
                    <a:pt x="99" y="29"/>
                  </a:cubicBezTo>
                </a:path>
              </a:pathLst>
            </a:custGeom>
            <a:solidFill>
              <a:srgbClr val="F9EB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532" name="Freeform 733">
              <a:extLst>
                <a:ext uri="{FF2B5EF4-FFF2-40B4-BE49-F238E27FC236}">
                  <a16:creationId xmlns:a16="http://schemas.microsoft.com/office/drawing/2014/main" id="{6EFED678-DF81-4E52-83CA-7FA6CE99D0DA}"/>
                </a:ext>
              </a:extLst>
            </p:cNvPr>
            <p:cNvSpPr>
              <a:spLocks/>
            </p:cNvSpPr>
            <p:nvPr/>
          </p:nvSpPr>
          <p:spPr bwMode="auto">
            <a:xfrm>
              <a:off x="742" y="1958"/>
              <a:ext cx="191" cy="223"/>
            </a:xfrm>
            <a:custGeom>
              <a:avLst/>
              <a:gdLst>
                <a:gd name="T0" fmla="*/ 48 w 179"/>
                <a:gd name="T1" fmla="*/ 0 h 209"/>
                <a:gd name="T2" fmla="*/ 116 w 179"/>
                <a:gd name="T3" fmla="*/ 41 h 209"/>
                <a:gd name="T4" fmla="*/ 184 w 179"/>
                <a:gd name="T5" fmla="*/ 41 h 209"/>
                <a:gd name="T6" fmla="*/ 171 w 179"/>
                <a:gd name="T7" fmla="*/ 165 h 209"/>
                <a:gd name="T8" fmla="*/ 80 w 179"/>
                <a:gd name="T9" fmla="*/ 194 h 209"/>
                <a:gd name="T10" fmla="*/ 0 w 179"/>
                <a:gd name="T11" fmla="*/ 243 h 209"/>
                <a:gd name="T12" fmla="*/ 32 w 179"/>
                <a:gd name="T13" fmla="*/ 186 h 209"/>
                <a:gd name="T14" fmla="*/ 31 w 179"/>
                <a:gd name="T15" fmla="*/ 126 h 209"/>
                <a:gd name="T16" fmla="*/ 42 w 179"/>
                <a:gd name="T17" fmla="*/ 11 h 20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79" h="209">
                  <a:moveTo>
                    <a:pt x="39" y="0"/>
                  </a:moveTo>
                  <a:cubicBezTo>
                    <a:pt x="51" y="17"/>
                    <a:pt x="76" y="32"/>
                    <a:pt x="96" y="34"/>
                  </a:cubicBezTo>
                  <a:cubicBezTo>
                    <a:pt x="112" y="36"/>
                    <a:pt x="137" y="26"/>
                    <a:pt x="151" y="34"/>
                  </a:cubicBezTo>
                  <a:cubicBezTo>
                    <a:pt x="179" y="50"/>
                    <a:pt x="153" y="116"/>
                    <a:pt x="141" y="136"/>
                  </a:cubicBezTo>
                  <a:cubicBezTo>
                    <a:pt x="121" y="167"/>
                    <a:pt x="94" y="145"/>
                    <a:pt x="66" y="160"/>
                  </a:cubicBezTo>
                  <a:cubicBezTo>
                    <a:pt x="44" y="172"/>
                    <a:pt x="29" y="209"/>
                    <a:pt x="0" y="201"/>
                  </a:cubicBezTo>
                  <a:cubicBezTo>
                    <a:pt x="2" y="185"/>
                    <a:pt x="20" y="169"/>
                    <a:pt x="26" y="153"/>
                  </a:cubicBezTo>
                  <a:cubicBezTo>
                    <a:pt x="35" y="132"/>
                    <a:pt x="30" y="124"/>
                    <a:pt x="25" y="104"/>
                  </a:cubicBezTo>
                  <a:cubicBezTo>
                    <a:pt x="16" y="72"/>
                    <a:pt x="27" y="38"/>
                    <a:pt x="35" y="8"/>
                  </a:cubicBezTo>
                </a:path>
              </a:pathLst>
            </a:custGeom>
            <a:solidFill>
              <a:srgbClr val="F9EB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533" name="Freeform 734">
              <a:extLst>
                <a:ext uri="{FF2B5EF4-FFF2-40B4-BE49-F238E27FC236}">
                  <a16:creationId xmlns:a16="http://schemas.microsoft.com/office/drawing/2014/main" id="{369677C5-EDA6-402D-85D1-9D1C7C1CF4B5}"/>
                </a:ext>
              </a:extLst>
            </p:cNvPr>
            <p:cNvSpPr>
              <a:spLocks/>
            </p:cNvSpPr>
            <p:nvPr/>
          </p:nvSpPr>
          <p:spPr bwMode="auto">
            <a:xfrm>
              <a:off x="710" y="2231"/>
              <a:ext cx="135" cy="163"/>
            </a:xfrm>
            <a:custGeom>
              <a:avLst/>
              <a:gdLst>
                <a:gd name="T0" fmla="*/ 117 w 126"/>
                <a:gd name="T1" fmla="*/ 17 h 153"/>
                <a:gd name="T2" fmla="*/ 57 w 126"/>
                <a:gd name="T3" fmla="*/ 4 h 153"/>
                <a:gd name="T4" fmla="*/ 30 w 126"/>
                <a:gd name="T5" fmla="*/ 62 h 153"/>
                <a:gd name="T6" fmla="*/ 27 w 126"/>
                <a:gd name="T7" fmla="*/ 185 h 153"/>
                <a:gd name="T8" fmla="*/ 117 w 126"/>
                <a:gd name="T9" fmla="*/ 115 h 153"/>
                <a:gd name="T10" fmla="*/ 153 w 126"/>
                <a:gd name="T11" fmla="*/ 99 h 153"/>
                <a:gd name="T12" fmla="*/ 115 w 126"/>
                <a:gd name="T13" fmla="*/ 19 h 15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6" h="153">
                  <a:moveTo>
                    <a:pt x="95" y="14"/>
                  </a:moveTo>
                  <a:cubicBezTo>
                    <a:pt x="83" y="12"/>
                    <a:pt x="59" y="0"/>
                    <a:pt x="46" y="4"/>
                  </a:cubicBezTo>
                  <a:cubicBezTo>
                    <a:pt x="26" y="10"/>
                    <a:pt x="25" y="34"/>
                    <a:pt x="24" y="51"/>
                  </a:cubicBezTo>
                  <a:cubicBezTo>
                    <a:pt x="22" y="81"/>
                    <a:pt x="0" y="130"/>
                    <a:pt x="21" y="153"/>
                  </a:cubicBezTo>
                  <a:cubicBezTo>
                    <a:pt x="47" y="139"/>
                    <a:pt x="53" y="44"/>
                    <a:pt x="95" y="95"/>
                  </a:cubicBezTo>
                  <a:cubicBezTo>
                    <a:pt x="111" y="115"/>
                    <a:pt x="122" y="110"/>
                    <a:pt x="124" y="82"/>
                  </a:cubicBezTo>
                  <a:cubicBezTo>
                    <a:pt x="126" y="49"/>
                    <a:pt x="110" y="39"/>
                    <a:pt x="93" y="16"/>
                  </a:cubicBezTo>
                </a:path>
              </a:pathLst>
            </a:custGeom>
            <a:solidFill>
              <a:srgbClr val="F9EB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534" name="Freeform 735">
              <a:extLst>
                <a:ext uri="{FF2B5EF4-FFF2-40B4-BE49-F238E27FC236}">
                  <a16:creationId xmlns:a16="http://schemas.microsoft.com/office/drawing/2014/main" id="{C3229CC3-D22F-4F6B-BE6F-3F408D96121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5" y="1620"/>
              <a:ext cx="179" cy="221"/>
            </a:xfrm>
            <a:custGeom>
              <a:avLst/>
              <a:gdLst>
                <a:gd name="T0" fmla="*/ 0 w 167"/>
                <a:gd name="T1" fmla="*/ 35 h 207"/>
                <a:gd name="T2" fmla="*/ 73 w 167"/>
                <a:gd name="T3" fmla="*/ 61 h 207"/>
                <a:gd name="T4" fmla="*/ 121 w 167"/>
                <a:gd name="T5" fmla="*/ 0 h 207"/>
                <a:gd name="T6" fmla="*/ 176 w 167"/>
                <a:gd name="T7" fmla="*/ 52 h 207"/>
                <a:gd name="T8" fmla="*/ 204 w 167"/>
                <a:gd name="T9" fmla="*/ 133 h 207"/>
                <a:gd name="T10" fmla="*/ 177 w 167"/>
                <a:gd name="T11" fmla="*/ 203 h 207"/>
                <a:gd name="T12" fmla="*/ 101 w 167"/>
                <a:gd name="T13" fmla="*/ 249 h 207"/>
                <a:gd name="T14" fmla="*/ 51 w 167"/>
                <a:gd name="T15" fmla="*/ 195 h 207"/>
                <a:gd name="T16" fmla="*/ 38 w 167"/>
                <a:gd name="T17" fmla="*/ 141 h 207"/>
                <a:gd name="T18" fmla="*/ 11 w 167"/>
                <a:gd name="T19" fmla="*/ 62 h 20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67" h="207">
                  <a:moveTo>
                    <a:pt x="0" y="29"/>
                  </a:moveTo>
                  <a:cubicBezTo>
                    <a:pt x="18" y="37"/>
                    <a:pt x="37" y="57"/>
                    <a:pt x="59" y="50"/>
                  </a:cubicBezTo>
                  <a:cubicBezTo>
                    <a:pt x="79" y="43"/>
                    <a:pt x="80" y="0"/>
                    <a:pt x="98" y="0"/>
                  </a:cubicBezTo>
                  <a:cubicBezTo>
                    <a:pt x="110" y="1"/>
                    <a:pt x="138" y="34"/>
                    <a:pt x="143" y="43"/>
                  </a:cubicBezTo>
                  <a:cubicBezTo>
                    <a:pt x="153" y="61"/>
                    <a:pt x="163" y="91"/>
                    <a:pt x="165" y="110"/>
                  </a:cubicBezTo>
                  <a:cubicBezTo>
                    <a:pt x="167" y="134"/>
                    <a:pt x="162" y="153"/>
                    <a:pt x="144" y="167"/>
                  </a:cubicBezTo>
                  <a:cubicBezTo>
                    <a:pt x="130" y="178"/>
                    <a:pt x="100" y="202"/>
                    <a:pt x="82" y="204"/>
                  </a:cubicBezTo>
                  <a:cubicBezTo>
                    <a:pt x="59" y="207"/>
                    <a:pt x="48" y="178"/>
                    <a:pt x="42" y="160"/>
                  </a:cubicBezTo>
                  <a:cubicBezTo>
                    <a:pt x="38" y="145"/>
                    <a:pt x="35" y="131"/>
                    <a:pt x="31" y="116"/>
                  </a:cubicBezTo>
                  <a:cubicBezTo>
                    <a:pt x="26" y="101"/>
                    <a:pt x="5" y="61"/>
                    <a:pt x="8" y="51"/>
                  </a:cubicBezTo>
                </a:path>
              </a:pathLst>
            </a:custGeom>
            <a:solidFill>
              <a:srgbClr val="F9EB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535" name="Freeform 736">
              <a:extLst>
                <a:ext uri="{FF2B5EF4-FFF2-40B4-BE49-F238E27FC236}">
                  <a16:creationId xmlns:a16="http://schemas.microsoft.com/office/drawing/2014/main" id="{281ADDBE-BD06-4752-910A-3B84B7FB1B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3" y="1523"/>
              <a:ext cx="119" cy="180"/>
            </a:xfrm>
            <a:custGeom>
              <a:avLst/>
              <a:gdLst>
                <a:gd name="T0" fmla="*/ 30 w 112"/>
                <a:gd name="T1" fmla="*/ 164 h 169"/>
                <a:gd name="T2" fmla="*/ 0 w 112"/>
                <a:gd name="T3" fmla="*/ 70 h 169"/>
                <a:gd name="T4" fmla="*/ 44 w 112"/>
                <a:gd name="T5" fmla="*/ 19 h 169"/>
                <a:gd name="T6" fmla="*/ 85 w 112"/>
                <a:gd name="T7" fmla="*/ 23 h 169"/>
                <a:gd name="T8" fmla="*/ 134 w 112"/>
                <a:gd name="T9" fmla="*/ 204 h 16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2" h="169">
                  <a:moveTo>
                    <a:pt x="24" y="136"/>
                  </a:moveTo>
                  <a:cubicBezTo>
                    <a:pt x="45" y="95"/>
                    <a:pt x="36" y="79"/>
                    <a:pt x="0" y="58"/>
                  </a:cubicBezTo>
                  <a:cubicBezTo>
                    <a:pt x="9" y="45"/>
                    <a:pt x="26" y="28"/>
                    <a:pt x="37" y="16"/>
                  </a:cubicBezTo>
                  <a:cubicBezTo>
                    <a:pt x="51" y="0"/>
                    <a:pt x="58" y="3"/>
                    <a:pt x="71" y="20"/>
                  </a:cubicBezTo>
                  <a:cubicBezTo>
                    <a:pt x="104" y="62"/>
                    <a:pt x="112" y="115"/>
                    <a:pt x="112" y="169"/>
                  </a:cubicBezTo>
                </a:path>
              </a:pathLst>
            </a:custGeom>
            <a:solidFill>
              <a:srgbClr val="F9EB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536" name="Freeform 737">
              <a:extLst>
                <a:ext uri="{FF2B5EF4-FFF2-40B4-BE49-F238E27FC236}">
                  <a16:creationId xmlns:a16="http://schemas.microsoft.com/office/drawing/2014/main" id="{EC52999D-E14D-4237-9E0D-F87A8D8A99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7" y="1280"/>
              <a:ext cx="230" cy="263"/>
            </a:xfrm>
            <a:custGeom>
              <a:avLst/>
              <a:gdLst>
                <a:gd name="T0" fmla="*/ 243 w 216"/>
                <a:gd name="T1" fmla="*/ 298 h 247"/>
                <a:gd name="T2" fmla="*/ 202 w 216"/>
                <a:gd name="T3" fmla="*/ 247 h 247"/>
                <a:gd name="T4" fmla="*/ 143 w 216"/>
                <a:gd name="T5" fmla="*/ 248 h 247"/>
                <a:gd name="T6" fmla="*/ 100 w 216"/>
                <a:gd name="T7" fmla="*/ 170 h 247"/>
                <a:gd name="T8" fmla="*/ 14 w 216"/>
                <a:gd name="T9" fmla="*/ 64 h 247"/>
                <a:gd name="T10" fmla="*/ 46 w 216"/>
                <a:gd name="T11" fmla="*/ 4 h 247"/>
                <a:gd name="T12" fmla="*/ 154 w 216"/>
                <a:gd name="T13" fmla="*/ 76 h 247"/>
                <a:gd name="T14" fmla="*/ 221 w 216"/>
                <a:gd name="T15" fmla="*/ 170 h 247"/>
                <a:gd name="T16" fmla="*/ 261 w 216"/>
                <a:gd name="T17" fmla="*/ 285 h 24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16" h="247">
                  <a:moveTo>
                    <a:pt x="201" y="247"/>
                  </a:moveTo>
                  <a:cubicBezTo>
                    <a:pt x="198" y="226"/>
                    <a:pt x="189" y="210"/>
                    <a:pt x="167" y="205"/>
                  </a:cubicBezTo>
                  <a:cubicBezTo>
                    <a:pt x="147" y="200"/>
                    <a:pt x="131" y="217"/>
                    <a:pt x="118" y="206"/>
                  </a:cubicBezTo>
                  <a:cubicBezTo>
                    <a:pt x="103" y="195"/>
                    <a:pt x="95" y="157"/>
                    <a:pt x="83" y="141"/>
                  </a:cubicBezTo>
                  <a:cubicBezTo>
                    <a:pt x="63" y="114"/>
                    <a:pt x="24" y="84"/>
                    <a:pt x="11" y="53"/>
                  </a:cubicBezTo>
                  <a:cubicBezTo>
                    <a:pt x="0" y="26"/>
                    <a:pt x="7" y="0"/>
                    <a:pt x="38" y="4"/>
                  </a:cubicBezTo>
                  <a:cubicBezTo>
                    <a:pt x="75" y="8"/>
                    <a:pt x="104" y="38"/>
                    <a:pt x="128" y="63"/>
                  </a:cubicBezTo>
                  <a:cubicBezTo>
                    <a:pt x="151" y="88"/>
                    <a:pt x="171" y="110"/>
                    <a:pt x="183" y="141"/>
                  </a:cubicBezTo>
                  <a:cubicBezTo>
                    <a:pt x="194" y="171"/>
                    <a:pt x="199" y="212"/>
                    <a:pt x="216" y="237"/>
                  </a:cubicBezTo>
                </a:path>
              </a:pathLst>
            </a:custGeom>
            <a:solidFill>
              <a:srgbClr val="F9EB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537" name="Freeform 738">
              <a:extLst>
                <a:ext uri="{FF2B5EF4-FFF2-40B4-BE49-F238E27FC236}">
                  <a16:creationId xmlns:a16="http://schemas.microsoft.com/office/drawing/2014/main" id="{01F8F080-31A6-49F5-83F3-20D9D437E35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0" y="1218"/>
              <a:ext cx="385" cy="229"/>
            </a:xfrm>
            <a:custGeom>
              <a:avLst/>
              <a:gdLst>
                <a:gd name="T0" fmla="*/ 396 w 361"/>
                <a:gd name="T1" fmla="*/ 260 h 215"/>
                <a:gd name="T2" fmla="*/ 357 w 361"/>
                <a:gd name="T3" fmla="*/ 219 h 215"/>
                <a:gd name="T4" fmla="*/ 282 w 361"/>
                <a:gd name="T5" fmla="*/ 184 h 215"/>
                <a:gd name="T6" fmla="*/ 95 w 361"/>
                <a:gd name="T7" fmla="*/ 136 h 215"/>
                <a:gd name="T8" fmla="*/ 14 w 361"/>
                <a:gd name="T9" fmla="*/ 35 h 215"/>
                <a:gd name="T10" fmla="*/ 73 w 361"/>
                <a:gd name="T11" fmla="*/ 1 h 215"/>
                <a:gd name="T12" fmla="*/ 350 w 361"/>
                <a:gd name="T13" fmla="*/ 81 h 215"/>
                <a:gd name="T14" fmla="*/ 438 w 361"/>
                <a:gd name="T15" fmla="*/ 179 h 21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61" h="215">
                  <a:moveTo>
                    <a:pt x="326" y="215"/>
                  </a:moveTo>
                  <a:cubicBezTo>
                    <a:pt x="317" y="211"/>
                    <a:pt x="304" y="190"/>
                    <a:pt x="294" y="181"/>
                  </a:cubicBezTo>
                  <a:cubicBezTo>
                    <a:pt x="275" y="164"/>
                    <a:pt x="256" y="159"/>
                    <a:pt x="233" y="152"/>
                  </a:cubicBezTo>
                  <a:cubicBezTo>
                    <a:pt x="181" y="138"/>
                    <a:pt x="129" y="134"/>
                    <a:pt x="78" y="113"/>
                  </a:cubicBezTo>
                  <a:cubicBezTo>
                    <a:pt x="50" y="101"/>
                    <a:pt x="0" y="67"/>
                    <a:pt x="11" y="29"/>
                  </a:cubicBezTo>
                  <a:cubicBezTo>
                    <a:pt x="17" y="10"/>
                    <a:pt x="40" y="1"/>
                    <a:pt x="60" y="1"/>
                  </a:cubicBezTo>
                  <a:cubicBezTo>
                    <a:pt x="141" y="0"/>
                    <a:pt x="220" y="27"/>
                    <a:pt x="289" y="67"/>
                  </a:cubicBezTo>
                  <a:cubicBezTo>
                    <a:pt x="322" y="86"/>
                    <a:pt x="338" y="117"/>
                    <a:pt x="361" y="148"/>
                  </a:cubicBezTo>
                </a:path>
              </a:pathLst>
            </a:custGeom>
            <a:solidFill>
              <a:srgbClr val="F9EB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538" name="Freeform 739">
              <a:extLst>
                <a:ext uri="{FF2B5EF4-FFF2-40B4-BE49-F238E27FC236}">
                  <a16:creationId xmlns:a16="http://schemas.microsoft.com/office/drawing/2014/main" id="{BD27C59E-A9D2-40F9-BB36-761B0B77F10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2" y="1317"/>
              <a:ext cx="416" cy="559"/>
            </a:xfrm>
            <a:custGeom>
              <a:avLst/>
              <a:gdLst>
                <a:gd name="T0" fmla="*/ 192 w 390"/>
                <a:gd name="T1" fmla="*/ 30 h 524"/>
                <a:gd name="T2" fmla="*/ 268 w 390"/>
                <a:gd name="T3" fmla="*/ 81 h 524"/>
                <a:gd name="T4" fmla="*/ 353 w 390"/>
                <a:gd name="T5" fmla="*/ 124 h 524"/>
                <a:gd name="T6" fmla="*/ 450 w 390"/>
                <a:gd name="T7" fmla="*/ 228 h 524"/>
                <a:gd name="T8" fmla="*/ 426 w 390"/>
                <a:gd name="T9" fmla="*/ 376 h 524"/>
                <a:gd name="T10" fmla="*/ 411 w 390"/>
                <a:gd name="T11" fmla="*/ 504 h 524"/>
                <a:gd name="T12" fmla="*/ 346 w 390"/>
                <a:gd name="T13" fmla="*/ 574 h 524"/>
                <a:gd name="T14" fmla="*/ 246 w 390"/>
                <a:gd name="T15" fmla="*/ 569 h 524"/>
                <a:gd name="T16" fmla="*/ 172 w 390"/>
                <a:gd name="T17" fmla="*/ 618 h 524"/>
                <a:gd name="T18" fmla="*/ 66 w 390"/>
                <a:gd name="T19" fmla="*/ 608 h 524"/>
                <a:gd name="T20" fmla="*/ 12 w 390"/>
                <a:gd name="T21" fmla="*/ 572 h 524"/>
                <a:gd name="T22" fmla="*/ 5 w 390"/>
                <a:gd name="T23" fmla="*/ 486 h 524"/>
                <a:gd name="T24" fmla="*/ 32 w 390"/>
                <a:gd name="T25" fmla="*/ 266 h 524"/>
                <a:gd name="T26" fmla="*/ 80 w 390"/>
                <a:gd name="T27" fmla="*/ 67 h 524"/>
                <a:gd name="T28" fmla="*/ 194 w 390"/>
                <a:gd name="T29" fmla="*/ 27 h 52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390" h="524">
                  <a:moveTo>
                    <a:pt x="158" y="24"/>
                  </a:moveTo>
                  <a:cubicBezTo>
                    <a:pt x="179" y="38"/>
                    <a:pt x="199" y="54"/>
                    <a:pt x="220" y="67"/>
                  </a:cubicBezTo>
                  <a:cubicBezTo>
                    <a:pt x="242" y="82"/>
                    <a:pt x="269" y="87"/>
                    <a:pt x="291" y="102"/>
                  </a:cubicBezTo>
                  <a:cubicBezTo>
                    <a:pt x="319" y="121"/>
                    <a:pt x="357" y="158"/>
                    <a:pt x="371" y="188"/>
                  </a:cubicBezTo>
                  <a:cubicBezTo>
                    <a:pt x="390" y="228"/>
                    <a:pt x="360" y="269"/>
                    <a:pt x="351" y="309"/>
                  </a:cubicBezTo>
                  <a:cubicBezTo>
                    <a:pt x="342" y="344"/>
                    <a:pt x="341" y="378"/>
                    <a:pt x="338" y="414"/>
                  </a:cubicBezTo>
                  <a:cubicBezTo>
                    <a:pt x="336" y="453"/>
                    <a:pt x="325" y="471"/>
                    <a:pt x="285" y="472"/>
                  </a:cubicBezTo>
                  <a:cubicBezTo>
                    <a:pt x="258" y="473"/>
                    <a:pt x="230" y="461"/>
                    <a:pt x="203" y="469"/>
                  </a:cubicBezTo>
                  <a:cubicBezTo>
                    <a:pt x="177" y="477"/>
                    <a:pt x="165" y="497"/>
                    <a:pt x="142" y="509"/>
                  </a:cubicBezTo>
                  <a:cubicBezTo>
                    <a:pt x="113" y="524"/>
                    <a:pt x="82" y="514"/>
                    <a:pt x="54" y="501"/>
                  </a:cubicBezTo>
                  <a:cubicBezTo>
                    <a:pt x="39" y="494"/>
                    <a:pt x="16" y="485"/>
                    <a:pt x="9" y="471"/>
                  </a:cubicBezTo>
                  <a:cubicBezTo>
                    <a:pt x="0" y="454"/>
                    <a:pt x="4" y="419"/>
                    <a:pt x="5" y="400"/>
                  </a:cubicBezTo>
                  <a:cubicBezTo>
                    <a:pt x="10" y="339"/>
                    <a:pt x="18" y="279"/>
                    <a:pt x="26" y="218"/>
                  </a:cubicBezTo>
                  <a:cubicBezTo>
                    <a:pt x="32" y="163"/>
                    <a:pt x="39" y="104"/>
                    <a:pt x="66" y="55"/>
                  </a:cubicBezTo>
                  <a:cubicBezTo>
                    <a:pt x="85" y="22"/>
                    <a:pt x="122" y="0"/>
                    <a:pt x="160" y="22"/>
                  </a:cubicBezTo>
                </a:path>
              </a:pathLst>
            </a:custGeom>
            <a:solidFill>
              <a:srgbClr val="F9EB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539" name="Freeform 740">
              <a:extLst>
                <a:ext uri="{FF2B5EF4-FFF2-40B4-BE49-F238E27FC236}">
                  <a16:creationId xmlns:a16="http://schemas.microsoft.com/office/drawing/2014/main" id="{7B5534FF-8C81-44EE-A78E-C19AAF414B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4" y="1912"/>
              <a:ext cx="282" cy="94"/>
            </a:xfrm>
            <a:custGeom>
              <a:avLst/>
              <a:gdLst>
                <a:gd name="T0" fmla="*/ 318 w 264"/>
                <a:gd name="T1" fmla="*/ 40 h 88"/>
                <a:gd name="T2" fmla="*/ 322 w 264"/>
                <a:gd name="T3" fmla="*/ 35 h 88"/>
                <a:gd name="T4" fmla="*/ 231 w 264"/>
                <a:gd name="T5" fmla="*/ 83 h 88"/>
                <a:gd name="T6" fmla="*/ 138 w 264"/>
                <a:gd name="T7" fmla="*/ 105 h 88"/>
                <a:gd name="T8" fmla="*/ 56 w 264"/>
                <a:gd name="T9" fmla="*/ 101 h 88"/>
                <a:gd name="T10" fmla="*/ 3 w 264"/>
                <a:gd name="T11" fmla="*/ 47 h 88"/>
                <a:gd name="T12" fmla="*/ 314 w 264"/>
                <a:gd name="T13" fmla="*/ 37 h 8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4" h="88">
                  <a:moveTo>
                    <a:pt x="261" y="33"/>
                  </a:moveTo>
                  <a:cubicBezTo>
                    <a:pt x="263" y="31"/>
                    <a:pt x="262" y="29"/>
                    <a:pt x="264" y="29"/>
                  </a:cubicBezTo>
                  <a:cubicBezTo>
                    <a:pt x="254" y="46"/>
                    <a:pt x="209" y="61"/>
                    <a:pt x="189" y="68"/>
                  </a:cubicBezTo>
                  <a:cubicBezTo>
                    <a:pt x="165" y="77"/>
                    <a:pt x="139" y="84"/>
                    <a:pt x="113" y="86"/>
                  </a:cubicBezTo>
                  <a:cubicBezTo>
                    <a:pt x="92" y="88"/>
                    <a:pt x="67" y="88"/>
                    <a:pt x="46" y="83"/>
                  </a:cubicBezTo>
                  <a:cubicBezTo>
                    <a:pt x="29" y="79"/>
                    <a:pt x="0" y="60"/>
                    <a:pt x="3" y="38"/>
                  </a:cubicBezTo>
                  <a:cubicBezTo>
                    <a:pt x="7" y="0"/>
                    <a:pt x="213" y="47"/>
                    <a:pt x="257" y="31"/>
                  </a:cubicBezTo>
                </a:path>
              </a:pathLst>
            </a:custGeom>
            <a:solidFill>
              <a:srgbClr val="F9EB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540" name="Freeform 741">
              <a:extLst>
                <a:ext uri="{FF2B5EF4-FFF2-40B4-BE49-F238E27FC236}">
                  <a16:creationId xmlns:a16="http://schemas.microsoft.com/office/drawing/2014/main" id="{904737FF-577D-4BA4-A748-2C9294C7ACD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2" y="1875"/>
              <a:ext cx="500" cy="452"/>
            </a:xfrm>
            <a:custGeom>
              <a:avLst/>
              <a:gdLst>
                <a:gd name="T0" fmla="*/ 264 w 468"/>
                <a:gd name="T1" fmla="*/ 90 h 424"/>
                <a:gd name="T2" fmla="*/ 333 w 468"/>
                <a:gd name="T3" fmla="*/ 145 h 424"/>
                <a:gd name="T4" fmla="*/ 149 w 468"/>
                <a:gd name="T5" fmla="*/ 248 h 424"/>
                <a:gd name="T6" fmla="*/ 11 w 468"/>
                <a:gd name="T7" fmla="*/ 417 h 424"/>
                <a:gd name="T8" fmla="*/ 174 w 468"/>
                <a:gd name="T9" fmla="*/ 514 h 424"/>
                <a:gd name="T10" fmla="*/ 301 w 468"/>
                <a:gd name="T11" fmla="*/ 491 h 424"/>
                <a:gd name="T12" fmla="*/ 372 w 468"/>
                <a:gd name="T13" fmla="*/ 426 h 424"/>
                <a:gd name="T14" fmla="*/ 478 w 468"/>
                <a:gd name="T15" fmla="*/ 298 h 424"/>
                <a:gd name="T16" fmla="*/ 553 w 468"/>
                <a:gd name="T17" fmla="*/ 291 h 424"/>
                <a:gd name="T18" fmla="*/ 571 w 468"/>
                <a:gd name="T19" fmla="*/ 187 h 424"/>
                <a:gd name="T20" fmla="*/ 509 w 468"/>
                <a:gd name="T21" fmla="*/ 0 h 424"/>
                <a:gd name="T22" fmla="*/ 453 w 468"/>
                <a:gd name="T23" fmla="*/ 12 h 424"/>
                <a:gd name="T24" fmla="*/ 366 w 468"/>
                <a:gd name="T25" fmla="*/ 50 h 424"/>
                <a:gd name="T26" fmla="*/ 316 w 468"/>
                <a:gd name="T27" fmla="*/ 71 h 424"/>
                <a:gd name="T28" fmla="*/ 280 w 468"/>
                <a:gd name="T29" fmla="*/ 80 h 42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468" h="424">
                  <a:moveTo>
                    <a:pt x="216" y="74"/>
                  </a:moveTo>
                  <a:cubicBezTo>
                    <a:pt x="247" y="49"/>
                    <a:pt x="305" y="84"/>
                    <a:pt x="273" y="120"/>
                  </a:cubicBezTo>
                  <a:cubicBezTo>
                    <a:pt x="233" y="167"/>
                    <a:pt x="180" y="186"/>
                    <a:pt x="122" y="205"/>
                  </a:cubicBezTo>
                  <a:cubicBezTo>
                    <a:pt x="63" y="225"/>
                    <a:pt x="0" y="273"/>
                    <a:pt x="8" y="344"/>
                  </a:cubicBezTo>
                  <a:cubicBezTo>
                    <a:pt x="15" y="407"/>
                    <a:pt x="91" y="423"/>
                    <a:pt x="143" y="424"/>
                  </a:cubicBezTo>
                  <a:cubicBezTo>
                    <a:pt x="177" y="424"/>
                    <a:pt x="215" y="413"/>
                    <a:pt x="247" y="405"/>
                  </a:cubicBezTo>
                  <a:cubicBezTo>
                    <a:pt x="278" y="398"/>
                    <a:pt x="290" y="378"/>
                    <a:pt x="305" y="352"/>
                  </a:cubicBezTo>
                  <a:cubicBezTo>
                    <a:pt x="325" y="315"/>
                    <a:pt x="348" y="260"/>
                    <a:pt x="391" y="247"/>
                  </a:cubicBezTo>
                  <a:cubicBezTo>
                    <a:pt x="408" y="242"/>
                    <a:pt x="443" y="250"/>
                    <a:pt x="454" y="240"/>
                  </a:cubicBezTo>
                  <a:cubicBezTo>
                    <a:pt x="468" y="226"/>
                    <a:pt x="468" y="173"/>
                    <a:pt x="468" y="154"/>
                  </a:cubicBezTo>
                  <a:cubicBezTo>
                    <a:pt x="468" y="100"/>
                    <a:pt x="457" y="39"/>
                    <a:pt x="417" y="0"/>
                  </a:cubicBezTo>
                  <a:cubicBezTo>
                    <a:pt x="405" y="8"/>
                    <a:pt x="386" y="5"/>
                    <a:pt x="372" y="9"/>
                  </a:cubicBezTo>
                  <a:cubicBezTo>
                    <a:pt x="347" y="16"/>
                    <a:pt x="324" y="30"/>
                    <a:pt x="300" y="41"/>
                  </a:cubicBezTo>
                  <a:cubicBezTo>
                    <a:pt x="287" y="48"/>
                    <a:pt x="272" y="56"/>
                    <a:pt x="259" y="59"/>
                  </a:cubicBezTo>
                  <a:cubicBezTo>
                    <a:pt x="248" y="62"/>
                    <a:pt x="234" y="59"/>
                    <a:pt x="229" y="66"/>
                  </a:cubicBezTo>
                </a:path>
              </a:pathLst>
            </a:custGeom>
            <a:solidFill>
              <a:srgbClr val="F9EB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541" name="Freeform 742">
              <a:extLst>
                <a:ext uri="{FF2B5EF4-FFF2-40B4-BE49-F238E27FC236}">
                  <a16:creationId xmlns:a16="http://schemas.microsoft.com/office/drawing/2014/main" id="{62E529F6-1E02-448C-BDDD-26AFBE3466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2" y="2173"/>
              <a:ext cx="225" cy="245"/>
            </a:xfrm>
            <a:custGeom>
              <a:avLst/>
              <a:gdLst>
                <a:gd name="T0" fmla="*/ 1 w 211"/>
                <a:gd name="T1" fmla="*/ 143 h 229"/>
                <a:gd name="T2" fmla="*/ 52 w 211"/>
                <a:gd name="T3" fmla="*/ 202 h 229"/>
                <a:gd name="T4" fmla="*/ 0 w 211"/>
                <a:gd name="T5" fmla="*/ 280 h 229"/>
                <a:gd name="T6" fmla="*/ 74 w 211"/>
                <a:gd name="T7" fmla="*/ 240 h 229"/>
                <a:gd name="T8" fmla="*/ 145 w 211"/>
                <a:gd name="T9" fmla="*/ 196 h 229"/>
                <a:gd name="T10" fmla="*/ 230 w 211"/>
                <a:gd name="T11" fmla="*/ 0 h 2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1" h="229">
                  <a:moveTo>
                    <a:pt x="1" y="117"/>
                  </a:moveTo>
                  <a:cubicBezTo>
                    <a:pt x="24" y="124"/>
                    <a:pt x="44" y="139"/>
                    <a:pt x="43" y="165"/>
                  </a:cubicBezTo>
                  <a:cubicBezTo>
                    <a:pt x="41" y="196"/>
                    <a:pt x="3" y="204"/>
                    <a:pt x="0" y="229"/>
                  </a:cubicBezTo>
                  <a:cubicBezTo>
                    <a:pt x="18" y="228"/>
                    <a:pt x="44" y="204"/>
                    <a:pt x="61" y="195"/>
                  </a:cubicBezTo>
                  <a:cubicBezTo>
                    <a:pt x="80" y="184"/>
                    <a:pt x="103" y="174"/>
                    <a:pt x="120" y="160"/>
                  </a:cubicBezTo>
                  <a:cubicBezTo>
                    <a:pt x="164" y="126"/>
                    <a:pt x="211" y="56"/>
                    <a:pt x="190" y="0"/>
                  </a:cubicBezTo>
                </a:path>
              </a:pathLst>
            </a:custGeom>
            <a:solidFill>
              <a:srgbClr val="F9EB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542" name="Freeform 743">
              <a:extLst>
                <a:ext uri="{FF2B5EF4-FFF2-40B4-BE49-F238E27FC236}">
                  <a16:creationId xmlns:a16="http://schemas.microsoft.com/office/drawing/2014/main" id="{F97D85D8-D902-4B01-9423-BC61CE635B5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3" y="2317"/>
              <a:ext cx="239" cy="327"/>
            </a:xfrm>
            <a:custGeom>
              <a:avLst/>
              <a:gdLst>
                <a:gd name="T0" fmla="*/ 15 w 224"/>
                <a:gd name="T1" fmla="*/ 215 h 306"/>
                <a:gd name="T2" fmla="*/ 112 w 224"/>
                <a:gd name="T3" fmla="*/ 73 h 306"/>
                <a:gd name="T4" fmla="*/ 218 w 224"/>
                <a:gd name="T5" fmla="*/ 3 h 306"/>
                <a:gd name="T6" fmla="*/ 251 w 224"/>
                <a:gd name="T7" fmla="*/ 131 h 306"/>
                <a:gd name="T8" fmla="*/ 159 w 224"/>
                <a:gd name="T9" fmla="*/ 354 h 306"/>
                <a:gd name="T10" fmla="*/ 21 w 224"/>
                <a:gd name="T11" fmla="*/ 205 h 30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4" h="306">
                  <a:moveTo>
                    <a:pt x="12" y="176"/>
                  </a:moveTo>
                  <a:cubicBezTo>
                    <a:pt x="0" y="124"/>
                    <a:pt x="57" y="90"/>
                    <a:pt x="92" y="60"/>
                  </a:cubicBezTo>
                  <a:cubicBezTo>
                    <a:pt x="112" y="43"/>
                    <a:pt x="151" y="4"/>
                    <a:pt x="179" y="3"/>
                  </a:cubicBezTo>
                  <a:cubicBezTo>
                    <a:pt x="224" y="0"/>
                    <a:pt x="207" y="83"/>
                    <a:pt x="206" y="108"/>
                  </a:cubicBezTo>
                  <a:cubicBezTo>
                    <a:pt x="204" y="173"/>
                    <a:pt x="211" y="271"/>
                    <a:pt x="131" y="290"/>
                  </a:cubicBezTo>
                  <a:cubicBezTo>
                    <a:pt x="65" y="306"/>
                    <a:pt x="35" y="216"/>
                    <a:pt x="18" y="168"/>
                  </a:cubicBezTo>
                </a:path>
              </a:pathLst>
            </a:custGeom>
            <a:solidFill>
              <a:srgbClr val="F9EB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543" name="Freeform 744">
              <a:extLst>
                <a:ext uri="{FF2B5EF4-FFF2-40B4-BE49-F238E27FC236}">
                  <a16:creationId xmlns:a16="http://schemas.microsoft.com/office/drawing/2014/main" id="{BD2C0F49-DC71-49E5-A07B-15CF4E24853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3" y="2467"/>
              <a:ext cx="447" cy="289"/>
            </a:xfrm>
            <a:custGeom>
              <a:avLst/>
              <a:gdLst>
                <a:gd name="T0" fmla="*/ 509 w 419"/>
                <a:gd name="T1" fmla="*/ 158 h 271"/>
                <a:gd name="T2" fmla="*/ 234 w 419"/>
                <a:gd name="T3" fmla="*/ 218 h 271"/>
                <a:gd name="T4" fmla="*/ 139 w 419"/>
                <a:gd name="T5" fmla="*/ 259 h 271"/>
                <a:gd name="T6" fmla="*/ 49 w 419"/>
                <a:gd name="T7" fmla="*/ 316 h 271"/>
                <a:gd name="T8" fmla="*/ 23 w 419"/>
                <a:gd name="T9" fmla="*/ 319 h 271"/>
                <a:gd name="T10" fmla="*/ 53 w 419"/>
                <a:gd name="T11" fmla="*/ 270 h 271"/>
                <a:gd name="T12" fmla="*/ 63 w 419"/>
                <a:gd name="T13" fmla="*/ 219 h 271"/>
                <a:gd name="T14" fmla="*/ 85 w 419"/>
                <a:gd name="T15" fmla="*/ 150 h 271"/>
                <a:gd name="T16" fmla="*/ 201 w 419"/>
                <a:gd name="T17" fmla="*/ 89 h 271"/>
                <a:gd name="T18" fmla="*/ 323 w 419"/>
                <a:gd name="T19" fmla="*/ 113 h 271"/>
                <a:gd name="T20" fmla="*/ 381 w 419"/>
                <a:gd name="T21" fmla="*/ 79 h 271"/>
                <a:gd name="T22" fmla="*/ 381 w 419"/>
                <a:gd name="T23" fmla="*/ 0 h 27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19" h="271">
                  <a:moveTo>
                    <a:pt x="419" y="130"/>
                  </a:moveTo>
                  <a:cubicBezTo>
                    <a:pt x="356" y="181"/>
                    <a:pt x="264" y="162"/>
                    <a:pt x="192" y="179"/>
                  </a:cubicBezTo>
                  <a:cubicBezTo>
                    <a:pt x="163" y="186"/>
                    <a:pt x="141" y="204"/>
                    <a:pt x="114" y="214"/>
                  </a:cubicBezTo>
                  <a:cubicBezTo>
                    <a:pt x="85" y="224"/>
                    <a:pt x="67" y="247"/>
                    <a:pt x="40" y="261"/>
                  </a:cubicBezTo>
                  <a:cubicBezTo>
                    <a:pt x="31" y="266"/>
                    <a:pt x="30" y="271"/>
                    <a:pt x="20" y="263"/>
                  </a:cubicBezTo>
                  <a:cubicBezTo>
                    <a:pt x="0" y="246"/>
                    <a:pt x="33" y="231"/>
                    <a:pt x="44" y="222"/>
                  </a:cubicBezTo>
                  <a:cubicBezTo>
                    <a:pt x="61" y="209"/>
                    <a:pt x="45" y="199"/>
                    <a:pt x="52" y="180"/>
                  </a:cubicBezTo>
                  <a:cubicBezTo>
                    <a:pt x="59" y="163"/>
                    <a:pt x="60" y="139"/>
                    <a:pt x="70" y="124"/>
                  </a:cubicBezTo>
                  <a:cubicBezTo>
                    <a:pt x="85" y="102"/>
                    <a:pt x="138" y="80"/>
                    <a:pt x="165" y="73"/>
                  </a:cubicBezTo>
                  <a:cubicBezTo>
                    <a:pt x="205" y="63"/>
                    <a:pt x="230" y="81"/>
                    <a:pt x="266" y="93"/>
                  </a:cubicBezTo>
                  <a:cubicBezTo>
                    <a:pt x="292" y="102"/>
                    <a:pt x="314" y="97"/>
                    <a:pt x="314" y="65"/>
                  </a:cubicBezTo>
                  <a:cubicBezTo>
                    <a:pt x="314" y="35"/>
                    <a:pt x="286" y="25"/>
                    <a:pt x="314" y="0"/>
                  </a:cubicBezTo>
                </a:path>
              </a:pathLst>
            </a:custGeom>
            <a:solidFill>
              <a:srgbClr val="F9EB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544" name="Freeform 745">
              <a:extLst>
                <a:ext uri="{FF2B5EF4-FFF2-40B4-BE49-F238E27FC236}">
                  <a16:creationId xmlns:a16="http://schemas.microsoft.com/office/drawing/2014/main" id="{A8F2F7EE-7F0A-4D60-9B91-D5A45B90938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5" y="2700"/>
              <a:ext cx="501" cy="316"/>
            </a:xfrm>
            <a:custGeom>
              <a:avLst/>
              <a:gdLst>
                <a:gd name="T0" fmla="*/ 356 w 469"/>
                <a:gd name="T1" fmla="*/ 21 h 296"/>
                <a:gd name="T2" fmla="*/ 486 w 469"/>
                <a:gd name="T3" fmla="*/ 1 h 296"/>
                <a:gd name="T4" fmla="*/ 568 w 469"/>
                <a:gd name="T5" fmla="*/ 113 h 296"/>
                <a:gd name="T6" fmla="*/ 515 w 469"/>
                <a:gd name="T7" fmla="*/ 266 h 296"/>
                <a:gd name="T8" fmla="*/ 381 w 469"/>
                <a:gd name="T9" fmla="*/ 288 h 296"/>
                <a:gd name="T10" fmla="*/ 216 w 469"/>
                <a:gd name="T11" fmla="*/ 307 h 296"/>
                <a:gd name="T12" fmla="*/ 79 w 469"/>
                <a:gd name="T13" fmla="*/ 358 h 296"/>
                <a:gd name="T14" fmla="*/ 19 w 469"/>
                <a:gd name="T15" fmla="*/ 341 h 296"/>
                <a:gd name="T16" fmla="*/ 24 w 469"/>
                <a:gd name="T17" fmla="*/ 249 h 296"/>
                <a:gd name="T18" fmla="*/ 141 w 469"/>
                <a:gd name="T19" fmla="*/ 131 h 296"/>
                <a:gd name="T20" fmla="*/ 283 w 469"/>
                <a:gd name="T21" fmla="*/ 56 h 296"/>
                <a:gd name="T22" fmla="*/ 356 w 469"/>
                <a:gd name="T23" fmla="*/ 27 h 29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69" h="296">
                  <a:moveTo>
                    <a:pt x="292" y="18"/>
                  </a:moveTo>
                  <a:cubicBezTo>
                    <a:pt x="323" y="8"/>
                    <a:pt x="366" y="0"/>
                    <a:pt x="399" y="1"/>
                  </a:cubicBezTo>
                  <a:cubicBezTo>
                    <a:pt x="444" y="4"/>
                    <a:pt x="469" y="51"/>
                    <a:pt x="466" y="93"/>
                  </a:cubicBezTo>
                  <a:cubicBezTo>
                    <a:pt x="464" y="131"/>
                    <a:pt x="450" y="191"/>
                    <a:pt x="422" y="218"/>
                  </a:cubicBezTo>
                  <a:cubicBezTo>
                    <a:pt x="389" y="249"/>
                    <a:pt x="353" y="244"/>
                    <a:pt x="313" y="237"/>
                  </a:cubicBezTo>
                  <a:cubicBezTo>
                    <a:pt x="262" y="228"/>
                    <a:pt x="225" y="237"/>
                    <a:pt x="177" y="253"/>
                  </a:cubicBezTo>
                  <a:cubicBezTo>
                    <a:pt x="140" y="266"/>
                    <a:pt x="105" y="290"/>
                    <a:pt x="65" y="294"/>
                  </a:cubicBezTo>
                  <a:cubicBezTo>
                    <a:pt x="47" y="296"/>
                    <a:pt x="27" y="296"/>
                    <a:pt x="16" y="280"/>
                  </a:cubicBezTo>
                  <a:cubicBezTo>
                    <a:pt x="0" y="255"/>
                    <a:pt x="7" y="227"/>
                    <a:pt x="20" y="204"/>
                  </a:cubicBezTo>
                  <a:cubicBezTo>
                    <a:pt x="44" y="164"/>
                    <a:pt x="75" y="131"/>
                    <a:pt x="116" y="108"/>
                  </a:cubicBezTo>
                  <a:cubicBezTo>
                    <a:pt x="155" y="87"/>
                    <a:pt x="191" y="61"/>
                    <a:pt x="232" y="46"/>
                  </a:cubicBezTo>
                  <a:cubicBezTo>
                    <a:pt x="252" y="38"/>
                    <a:pt x="273" y="30"/>
                    <a:pt x="292" y="22"/>
                  </a:cubicBezTo>
                </a:path>
              </a:pathLst>
            </a:custGeom>
            <a:solidFill>
              <a:srgbClr val="F9EB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545" name="Freeform 746">
              <a:extLst>
                <a:ext uri="{FF2B5EF4-FFF2-40B4-BE49-F238E27FC236}">
                  <a16:creationId xmlns:a16="http://schemas.microsoft.com/office/drawing/2014/main" id="{FA57B239-B8CF-4C1D-9324-B5F0F791467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9" y="3021"/>
              <a:ext cx="177" cy="97"/>
            </a:xfrm>
            <a:custGeom>
              <a:avLst/>
              <a:gdLst>
                <a:gd name="T0" fmla="*/ 84 w 166"/>
                <a:gd name="T1" fmla="*/ 16 h 91"/>
                <a:gd name="T2" fmla="*/ 167 w 166"/>
                <a:gd name="T3" fmla="*/ 18 h 91"/>
                <a:gd name="T4" fmla="*/ 139 w 166"/>
                <a:gd name="T5" fmla="*/ 86 h 91"/>
                <a:gd name="T6" fmla="*/ 29 w 166"/>
                <a:gd name="T7" fmla="*/ 82 h 91"/>
                <a:gd name="T8" fmla="*/ 99 w 166"/>
                <a:gd name="T9" fmla="*/ 22 h 9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6" h="91">
                  <a:moveTo>
                    <a:pt x="69" y="13"/>
                  </a:moveTo>
                  <a:cubicBezTo>
                    <a:pt x="89" y="21"/>
                    <a:pt x="119" y="0"/>
                    <a:pt x="138" y="15"/>
                  </a:cubicBezTo>
                  <a:cubicBezTo>
                    <a:pt x="166" y="37"/>
                    <a:pt x="135" y="62"/>
                    <a:pt x="114" y="71"/>
                  </a:cubicBezTo>
                  <a:cubicBezTo>
                    <a:pt x="92" y="80"/>
                    <a:pt x="41" y="91"/>
                    <a:pt x="23" y="68"/>
                  </a:cubicBezTo>
                  <a:cubicBezTo>
                    <a:pt x="0" y="41"/>
                    <a:pt x="71" y="11"/>
                    <a:pt x="82" y="19"/>
                  </a:cubicBezTo>
                </a:path>
              </a:pathLst>
            </a:custGeom>
            <a:solidFill>
              <a:srgbClr val="F9EB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546" name="Freeform 747">
              <a:extLst>
                <a:ext uri="{FF2B5EF4-FFF2-40B4-BE49-F238E27FC236}">
                  <a16:creationId xmlns:a16="http://schemas.microsoft.com/office/drawing/2014/main" id="{607D89E3-53AE-4466-826E-724DCC95B26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4" y="3125"/>
              <a:ext cx="340" cy="501"/>
            </a:xfrm>
            <a:custGeom>
              <a:avLst/>
              <a:gdLst>
                <a:gd name="T0" fmla="*/ 15 w 319"/>
                <a:gd name="T1" fmla="*/ 104 h 470"/>
                <a:gd name="T2" fmla="*/ 136 w 319"/>
                <a:gd name="T3" fmla="*/ 97 h 470"/>
                <a:gd name="T4" fmla="*/ 245 w 319"/>
                <a:gd name="T5" fmla="*/ 80 h 470"/>
                <a:gd name="T6" fmla="*/ 312 w 319"/>
                <a:gd name="T7" fmla="*/ 48 h 470"/>
                <a:gd name="T8" fmla="*/ 355 w 319"/>
                <a:gd name="T9" fmla="*/ 0 h 470"/>
                <a:gd name="T10" fmla="*/ 344 w 319"/>
                <a:gd name="T11" fmla="*/ 131 h 470"/>
                <a:gd name="T12" fmla="*/ 365 w 319"/>
                <a:gd name="T13" fmla="*/ 303 h 470"/>
                <a:gd name="T14" fmla="*/ 327 w 319"/>
                <a:gd name="T15" fmla="*/ 530 h 470"/>
                <a:gd name="T16" fmla="*/ 189 w 319"/>
                <a:gd name="T17" fmla="*/ 568 h 470"/>
                <a:gd name="T18" fmla="*/ 75 w 319"/>
                <a:gd name="T19" fmla="*/ 433 h 470"/>
                <a:gd name="T20" fmla="*/ 12 w 319"/>
                <a:gd name="T21" fmla="*/ 260 h 470"/>
                <a:gd name="T22" fmla="*/ 2 w 319"/>
                <a:gd name="T23" fmla="*/ 187 h 470"/>
                <a:gd name="T24" fmla="*/ 18 w 319"/>
                <a:gd name="T25" fmla="*/ 109 h 47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19" h="470">
                  <a:moveTo>
                    <a:pt x="12" y="86"/>
                  </a:moveTo>
                  <a:cubicBezTo>
                    <a:pt x="43" y="76"/>
                    <a:pt x="80" y="83"/>
                    <a:pt x="113" y="80"/>
                  </a:cubicBezTo>
                  <a:cubicBezTo>
                    <a:pt x="143" y="77"/>
                    <a:pt x="174" y="74"/>
                    <a:pt x="203" y="66"/>
                  </a:cubicBezTo>
                  <a:cubicBezTo>
                    <a:pt x="222" y="60"/>
                    <a:pt x="244" y="53"/>
                    <a:pt x="258" y="39"/>
                  </a:cubicBezTo>
                  <a:cubicBezTo>
                    <a:pt x="270" y="27"/>
                    <a:pt x="278" y="9"/>
                    <a:pt x="293" y="0"/>
                  </a:cubicBezTo>
                  <a:cubicBezTo>
                    <a:pt x="309" y="28"/>
                    <a:pt x="282" y="76"/>
                    <a:pt x="284" y="108"/>
                  </a:cubicBezTo>
                  <a:cubicBezTo>
                    <a:pt x="288" y="156"/>
                    <a:pt x="299" y="203"/>
                    <a:pt x="301" y="250"/>
                  </a:cubicBezTo>
                  <a:cubicBezTo>
                    <a:pt x="304" y="303"/>
                    <a:pt x="319" y="399"/>
                    <a:pt x="270" y="437"/>
                  </a:cubicBezTo>
                  <a:cubicBezTo>
                    <a:pt x="239" y="461"/>
                    <a:pt x="194" y="470"/>
                    <a:pt x="156" y="469"/>
                  </a:cubicBezTo>
                  <a:cubicBezTo>
                    <a:pt x="101" y="466"/>
                    <a:pt x="81" y="401"/>
                    <a:pt x="62" y="357"/>
                  </a:cubicBezTo>
                  <a:cubicBezTo>
                    <a:pt x="43" y="310"/>
                    <a:pt x="22" y="263"/>
                    <a:pt x="9" y="215"/>
                  </a:cubicBezTo>
                  <a:cubicBezTo>
                    <a:pt x="3" y="194"/>
                    <a:pt x="0" y="174"/>
                    <a:pt x="2" y="154"/>
                  </a:cubicBezTo>
                  <a:cubicBezTo>
                    <a:pt x="3" y="131"/>
                    <a:pt x="12" y="111"/>
                    <a:pt x="15" y="90"/>
                  </a:cubicBezTo>
                </a:path>
              </a:pathLst>
            </a:custGeom>
            <a:solidFill>
              <a:srgbClr val="F9EB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547" name="Freeform 748">
              <a:extLst>
                <a:ext uri="{FF2B5EF4-FFF2-40B4-BE49-F238E27FC236}">
                  <a16:creationId xmlns:a16="http://schemas.microsoft.com/office/drawing/2014/main" id="{F9B8425B-F532-4A90-82E9-8041FD1E2D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0" y="3708"/>
              <a:ext cx="152" cy="87"/>
            </a:xfrm>
            <a:custGeom>
              <a:avLst/>
              <a:gdLst>
                <a:gd name="T0" fmla="*/ 88 w 143"/>
                <a:gd name="T1" fmla="*/ 7 h 82"/>
                <a:gd name="T2" fmla="*/ 161 w 143"/>
                <a:gd name="T3" fmla="*/ 32 h 82"/>
                <a:gd name="T4" fmla="*/ 88 w 143"/>
                <a:gd name="T5" fmla="*/ 55 h 82"/>
                <a:gd name="T6" fmla="*/ 0 w 143"/>
                <a:gd name="T7" fmla="*/ 48 h 82"/>
                <a:gd name="T8" fmla="*/ 95 w 143"/>
                <a:gd name="T9" fmla="*/ 15 h 8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3" h="82">
                  <a:moveTo>
                    <a:pt x="73" y="7"/>
                  </a:moveTo>
                  <a:cubicBezTo>
                    <a:pt x="93" y="0"/>
                    <a:pt x="128" y="1"/>
                    <a:pt x="134" y="26"/>
                  </a:cubicBezTo>
                  <a:cubicBezTo>
                    <a:pt x="143" y="58"/>
                    <a:pt x="93" y="41"/>
                    <a:pt x="73" y="46"/>
                  </a:cubicBezTo>
                  <a:cubicBezTo>
                    <a:pt x="55" y="52"/>
                    <a:pt x="0" y="82"/>
                    <a:pt x="0" y="40"/>
                  </a:cubicBezTo>
                  <a:cubicBezTo>
                    <a:pt x="0" y="14"/>
                    <a:pt x="63" y="3"/>
                    <a:pt x="79" y="12"/>
                  </a:cubicBezTo>
                </a:path>
              </a:pathLst>
            </a:custGeom>
            <a:solidFill>
              <a:srgbClr val="F9EB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548" name="Freeform 749">
              <a:extLst>
                <a:ext uri="{FF2B5EF4-FFF2-40B4-BE49-F238E27FC236}">
                  <a16:creationId xmlns:a16="http://schemas.microsoft.com/office/drawing/2014/main" id="{543AE5C8-B5F7-4A41-B4EB-CACA61AF76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5" y="3828"/>
              <a:ext cx="219" cy="158"/>
            </a:xfrm>
            <a:custGeom>
              <a:avLst/>
              <a:gdLst>
                <a:gd name="T0" fmla="*/ 12 w 205"/>
                <a:gd name="T1" fmla="*/ 22 h 148"/>
                <a:gd name="T2" fmla="*/ 11 w 205"/>
                <a:gd name="T3" fmla="*/ 61 h 148"/>
                <a:gd name="T4" fmla="*/ 52 w 205"/>
                <a:gd name="T5" fmla="*/ 64 h 148"/>
                <a:gd name="T6" fmla="*/ 139 w 205"/>
                <a:gd name="T7" fmla="*/ 85 h 148"/>
                <a:gd name="T8" fmla="*/ 250 w 205"/>
                <a:gd name="T9" fmla="*/ 140 h 148"/>
                <a:gd name="T10" fmla="*/ 208 w 205"/>
                <a:gd name="T11" fmla="*/ 91 h 148"/>
                <a:gd name="T12" fmla="*/ 158 w 205"/>
                <a:gd name="T13" fmla="*/ 22 h 148"/>
                <a:gd name="T14" fmla="*/ 113 w 205"/>
                <a:gd name="T15" fmla="*/ 11 h 148"/>
                <a:gd name="T16" fmla="*/ 16 w 205"/>
                <a:gd name="T17" fmla="*/ 7 h 14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5" h="148">
                  <a:moveTo>
                    <a:pt x="9" y="19"/>
                  </a:moveTo>
                  <a:cubicBezTo>
                    <a:pt x="1" y="24"/>
                    <a:pt x="0" y="42"/>
                    <a:pt x="8" y="50"/>
                  </a:cubicBezTo>
                  <a:cubicBezTo>
                    <a:pt x="18" y="61"/>
                    <a:pt x="30" y="54"/>
                    <a:pt x="43" y="52"/>
                  </a:cubicBezTo>
                  <a:cubicBezTo>
                    <a:pt x="73" y="48"/>
                    <a:pt x="90" y="50"/>
                    <a:pt x="114" y="70"/>
                  </a:cubicBezTo>
                  <a:cubicBezTo>
                    <a:pt x="138" y="91"/>
                    <a:pt x="173" y="148"/>
                    <a:pt x="205" y="115"/>
                  </a:cubicBezTo>
                  <a:cubicBezTo>
                    <a:pt x="196" y="99"/>
                    <a:pt x="184" y="88"/>
                    <a:pt x="171" y="75"/>
                  </a:cubicBezTo>
                  <a:cubicBezTo>
                    <a:pt x="155" y="58"/>
                    <a:pt x="146" y="35"/>
                    <a:pt x="130" y="19"/>
                  </a:cubicBezTo>
                  <a:cubicBezTo>
                    <a:pt x="115" y="5"/>
                    <a:pt x="114" y="7"/>
                    <a:pt x="93" y="8"/>
                  </a:cubicBezTo>
                  <a:cubicBezTo>
                    <a:pt x="69" y="11"/>
                    <a:pt x="35" y="0"/>
                    <a:pt x="13" y="7"/>
                  </a:cubicBezTo>
                </a:path>
              </a:pathLst>
            </a:custGeom>
            <a:solidFill>
              <a:srgbClr val="F9EB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549" name="Freeform 750">
              <a:extLst>
                <a:ext uri="{FF2B5EF4-FFF2-40B4-BE49-F238E27FC236}">
                  <a16:creationId xmlns:a16="http://schemas.microsoft.com/office/drawing/2014/main" id="{A5DA5E4D-B157-4A15-8A2B-88C18C9426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1" y="1783"/>
              <a:ext cx="114" cy="184"/>
            </a:xfrm>
            <a:custGeom>
              <a:avLst/>
              <a:gdLst>
                <a:gd name="T0" fmla="*/ 67 w 107"/>
                <a:gd name="T1" fmla="*/ 0 h 172"/>
                <a:gd name="T2" fmla="*/ 48 w 107"/>
                <a:gd name="T3" fmla="*/ 66 h 172"/>
                <a:gd name="T4" fmla="*/ 64 w 107"/>
                <a:gd name="T5" fmla="*/ 120 h 172"/>
                <a:gd name="T6" fmla="*/ 124 w 107"/>
                <a:gd name="T7" fmla="*/ 93 h 172"/>
                <a:gd name="T8" fmla="*/ 13 w 107"/>
                <a:gd name="T9" fmla="*/ 196 h 172"/>
                <a:gd name="T10" fmla="*/ 4 w 107"/>
                <a:gd name="T11" fmla="*/ 165 h 172"/>
                <a:gd name="T12" fmla="*/ 30 w 107"/>
                <a:gd name="T13" fmla="*/ 129 h 172"/>
                <a:gd name="T14" fmla="*/ 11 w 107"/>
                <a:gd name="T15" fmla="*/ 35 h 17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7" h="172">
                  <a:moveTo>
                    <a:pt x="55" y="0"/>
                  </a:moveTo>
                  <a:cubicBezTo>
                    <a:pt x="54" y="18"/>
                    <a:pt x="39" y="33"/>
                    <a:pt x="39" y="54"/>
                  </a:cubicBezTo>
                  <a:cubicBezTo>
                    <a:pt x="38" y="72"/>
                    <a:pt x="46" y="83"/>
                    <a:pt x="53" y="98"/>
                  </a:cubicBezTo>
                  <a:cubicBezTo>
                    <a:pt x="70" y="94"/>
                    <a:pt x="85" y="81"/>
                    <a:pt x="102" y="76"/>
                  </a:cubicBezTo>
                  <a:cubicBezTo>
                    <a:pt x="107" y="100"/>
                    <a:pt x="35" y="172"/>
                    <a:pt x="10" y="160"/>
                  </a:cubicBezTo>
                  <a:cubicBezTo>
                    <a:pt x="0" y="156"/>
                    <a:pt x="0" y="142"/>
                    <a:pt x="4" y="135"/>
                  </a:cubicBezTo>
                  <a:cubicBezTo>
                    <a:pt x="13" y="120"/>
                    <a:pt x="22" y="129"/>
                    <a:pt x="24" y="106"/>
                  </a:cubicBezTo>
                  <a:cubicBezTo>
                    <a:pt x="27" y="79"/>
                    <a:pt x="16" y="54"/>
                    <a:pt x="8" y="29"/>
                  </a:cubicBezTo>
                </a:path>
              </a:pathLst>
            </a:custGeom>
            <a:solidFill>
              <a:srgbClr val="F9EB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550" name="Freeform 751">
              <a:extLst>
                <a:ext uri="{FF2B5EF4-FFF2-40B4-BE49-F238E27FC236}">
                  <a16:creationId xmlns:a16="http://schemas.microsoft.com/office/drawing/2014/main" id="{6E60896E-933C-4FB9-BFAD-5506A20168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0" y="1958"/>
              <a:ext cx="191" cy="223"/>
            </a:xfrm>
            <a:custGeom>
              <a:avLst/>
              <a:gdLst>
                <a:gd name="T0" fmla="*/ 171 w 179"/>
                <a:gd name="T1" fmla="*/ 0 h 209"/>
                <a:gd name="T2" fmla="*/ 101 w 179"/>
                <a:gd name="T3" fmla="*/ 41 h 209"/>
                <a:gd name="T4" fmla="*/ 35 w 179"/>
                <a:gd name="T5" fmla="*/ 41 h 209"/>
                <a:gd name="T6" fmla="*/ 47 w 179"/>
                <a:gd name="T7" fmla="*/ 165 h 209"/>
                <a:gd name="T8" fmla="*/ 139 w 179"/>
                <a:gd name="T9" fmla="*/ 194 h 209"/>
                <a:gd name="T10" fmla="*/ 218 w 179"/>
                <a:gd name="T11" fmla="*/ 243 h 209"/>
                <a:gd name="T12" fmla="*/ 186 w 179"/>
                <a:gd name="T13" fmla="*/ 186 h 209"/>
                <a:gd name="T14" fmla="*/ 187 w 179"/>
                <a:gd name="T15" fmla="*/ 126 h 209"/>
                <a:gd name="T16" fmla="*/ 176 w 179"/>
                <a:gd name="T17" fmla="*/ 11 h 20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79" h="209">
                  <a:moveTo>
                    <a:pt x="141" y="0"/>
                  </a:moveTo>
                  <a:cubicBezTo>
                    <a:pt x="129" y="17"/>
                    <a:pt x="103" y="32"/>
                    <a:pt x="83" y="34"/>
                  </a:cubicBezTo>
                  <a:cubicBezTo>
                    <a:pt x="68" y="36"/>
                    <a:pt x="42" y="26"/>
                    <a:pt x="29" y="34"/>
                  </a:cubicBezTo>
                  <a:cubicBezTo>
                    <a:pt x="0" y="50"/>
                    <a:pt x="26" y="116"/>
                    <a:pt x="38" y="136"/>
                  </a:cubicBezTo>
                  <a:cubicBezTo>
                    <a:pt x="58" y="167"/>
                    <a:pt x="85" y="145"/>
                    <a:pt x="114" y="160"/>
                  </a:cubicBezTo>
                  <a:cubicBezTo>
                    <a:pt x="136" y="172"/>
                    <a:pt x="150" y="209"/>
                    <a:pt x="179" y="201"/>
                  </a:cubicBezTo>
                  <a:cubicBezTo>
                    <a:pt x="177" y="185"/>
                    <a:pt x="159" y="169"/>
                    <a:pt x="153" y="153"/>
                  </a:cubicBezTo>
                  <a:cubicBezTo>
                    <a:pt x="144" y="132"/>
                    <a:pt x="149" y="124"/>
                    <a:pt x="154" y="104"/>
                  </a:cubicBezTo>
                  <a:cubicBezTo>
                    <a:pt x="163" y="72"/>
                    <a:pt x="152" y="38"/>
                    <a:pt x="145" y="8"/>
                  </a:cubicBezTo>
                </a:path>
              </a:pathLst>
            </a:custGeom>
            <a:solidFill>
              <a:srgbClr val="F9EB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551" name="Freeform 752">
              <a:extLst>
                <a:ext uri="{FF2B5EF4-FFF2-40B4-BE49-F238E27FC236}">
                  <a16:creationId xmlns:a16="http://schemas.microsoft.com/office/drawing/2014/main" id="{423D3C09-FAA4-4F56-A8EE-CEEB8320461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0" y="2231"/>
              <a:ext cx="134" cy="163"/>
            </a:xfrm>
            <a:custGeom>
              <a:avLst/>
              <a:gdLst>
                <a:gd name="T0" fmla="*/ 36 w 126"/>
                <a:gd name="T1" fmla="*/ 17 h 153"/>
                <a:gd name="T2" fmla="*/ 95 w 126"/>
                <a:gd name="T3" fmla="*/ 4 h 153"/>
                <a:gd name="T4" fmla="*/ 122 w 126"/>
                <a:gd name="T5" fmla="*/ 62 h 153"/>
                <a:gd name="T6" fmla="*/ 125 w 126"/>
                <a:gd name="T7" fmla="*/ 185 h 153"/>
                <a:gd name="T8" fmla="*/ 36 w 126"/>
                <a:gd name="T9" fmla="*/ 115 h 153"/>
                <a:gd name="T10" fmla="*/ 1 w 126"/>
                <a:gd name="T11" fmla="*/ 99 h 153"/>
                <a:gd name="T12" fmla="*/ 38 w 126"/>
                <a:gd name="T13" fmla="*/ 19 h 15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6" h="153">
                  <a:moveTo>
                    <a:pt x="30" y="14"/>
                  </a:moveTo>
                  <a:cubicBezTo>
                    <a:pt x="43" y="12"/>
                    <a:pt x="66" y="0"/>
                    <a:pt x="79" y="4"/>
                  </a:cubicBezTo>
                  <a:cubicBezTo>
                    <a:pt x="100" y="10"/>
                    <a:pt x="101" y="34"/>
                    <a:pt x="102" y="51"/>
                  </a:cubicBezTo>
                  <a:cubicBezTo>
                    <a:pt x="103" y="81"/>
                    <a:pt x="126" y="130"/>
                    <a:pt x="104" y="153"/>
                  </a:cubicBezTo>
                  <a:cubicBezTo>
                    <a:pt x="78" y="139"/>
                    <a:pt x="72" y="44"/>
                    <a:pt x="30" y="95"/>
                  </a:cubicBezTo>
                  <a:cubicBezTo>
                    <a:pt x="14" y="115"/>
                    <a:pt x="3" y="110"/>
                    <a:pt x="1" y="82"/>
                  </a:cubicBezTo>
                  <a:cubicBezTo>
                    <a:pt x="0" y="49"/>
                    <a:pt x="15" y="39"/>
                    <a:pt x="32" y="16"/>
                  </a:cubicBezTo>
                </a:path>
              </a:pathLst>
            </a:custGeom>
            <a:solidFill>
              <a:srgbClr val="F9EB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552" name="Freeform 753">
              <a:extLst>
                <a:ext uri="{FF2B5EF4-FFF2-40B4-BE49-F238E27FC236}">
                  <a16:creationId xmlns:a16="http://schemas.microsoft.com/office/drawing/2014/main" id="{F9153486-BCCA-44E8-A249-E4ECB63AB6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5" y="1840"/>
              <a:ext cx="7" cy="3"/>
            </a:xfrm>
            <a:custGeom>
              <a:avLst/>
              <a:gdLst>
                <a:gd name="T0" fmla="*/ 9 w 6"/>
                <a:gd name="T1" fmla="*/ 3 h 3"/>
                <a:gd name="T2" fmla="*/ 0 w 6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">
                  <a:moveTo>
                    <a:pt x="6" y="3"/>
                  </a:moveTo>
                  <a:cubicBezTo>
                    <a:pt x="5" y="2"/>
                    <a:pt x="3" y="1"/>
                    <a:pt x="0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553" name="Freeform 754">
              <a:extLst>
                <a:ext uri="{FF2B5EF4-FFF2-40B4-BE49-F238E27FC236}">
                  <a16:creationId xmlns:a16="http://schemas.microsoft.com/office/drawing/2014/main" id="{FC418636-152A-450D-8400-09681A3425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7" y="1834"/>
              <a:ext cx="109" cy="53"/>
            </a:xfrm>
            <a:custGeom>
              <a:avLst/>
              <a:gdLst>
                <a:gd name="T0" fmla="*/ 78 w 102"/>
                <a:gd name="T1" fmla="*/ 0 h 49"/>
                <a:gd name="T2" fmla="*/ 61 w 102"/>
                <a:gd name="T3" fmla="*/ 1 h 49"/>
                <a:gd name="T4" fmla="*/ 2 w 102"/>
                <a:gd name="T5" fmla="*/ 38 h 49"/>
                <a:gd name="T6" fmla="*/ 68 w 102"/>
                <a:gd name="T7" fmla="*/ 57 h 49"/>
                <a:gd name="T8" fmla="*/ 124 w 102"/>
                <a:gd name="T9" fmla="*/ 29 h 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2" h="49">
                  <a:moveTo>
                    <a:pt x="64" y="0"/>
                  </a:moveTo>
                  <a:cubicBezTo>
                    <a:pt x="60" y="0"/>
                    <a:pt x="55" y="1"/>
                    <a:pt x="50" y="1"/>
                  </a:cubicBezTo>
                  <a:cubicBezTo>
                    <a:pt x="22" y="5"/>
                    <a:pt x="0" y="18"/>
                    <a:pt x="2" y="30"/>
                  </a:cubicBezTo>
                  <a:cubicBezTo>
                    <a:pt x="4" y="42"/>
                    <a:pt x="28" y="49"/>
                    <a:pt x="56" y="45"/>
                  </a:cubicBezTo>
                  <a:cubicBezTo>
                    <a:pt x="79" y="42"/>
                    <a:pt x="97" y="33"/>
                    <a:pt x="102" y="23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554" name="Freeform 755">
              <a:extLst>
                <a:ext uri="{FF2B5EF4-FFF2-40B4-BE49-F238E27FC236}">
                  <a16:creationId xmlns:a16="http://schemas.microsoft.com/office/drawing/2014/main" id="{7A7F0350-39B9-40AB-84C7-A475DE5EE5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8" y="1835"/>
              <a:ext cx="12" cy="3"/>
            </a:xfrm>
            <a:custGeom>
              <a:avLst/>
              <a:gdLst>
                <a:gd name="T0" fmla="*/ 14 w 11"/>
                <a:gd name="T1" fmla="*/ 8 h 2"/>
                <a:gd name="T2" fmla="*/ 13 w 11"/>
                <a:gd name="T3" fmla="*/ 8 h 2"/>
                <a:gd name="T4" fmla="*/ 0 w 11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2">
                  <a:moveTo>
                    <a:pt x="11" y="2"/>
                  </a:moveTo>
                  <a:cubicBezTo>
                    <a:pt x="11" y="2"/>
                    <a:pt x="10" y="2"/>
                    <a:pt x="10" y="2"/>
                  </a:cubicBezTo>
                  <a:cubicBezTo>
                    <a:pt x="7" y="1"/>
                    <a:pt x="4" y="0"/>
                    <a:pt x="0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555" name="Freeform 756">
              <a:extLst>
                <a:ext uri="{FF2B5EF4-FFF2-40B4-BE49-F238E27FC236}">
                  <a16:creationId xmlns:a16="http://schemas.microsoft.com/office/drawing/2014/main" id="{92711891-5F5A-436D-B8BA-0409ED2DD0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4" y="1854"/>
              <a:ext cx="50" cy="21"/>
            </a:xfrm>
            <a:custGeom>
              <a:avLst/>
              <a:gdLst>
                <a:gd name="T0" fmla="*/ 33 w 46"/>
                <a:gd name="T1" fmla="*/ 0 h 20"/>
                <a:gd name="T2" fmla="*/ 11 w 46"/>
                <a:gd name="T3" fmla="*/ 7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6" h="20">
                  <a:moveTo>
                    <a:pt x="26" y="0"/>
                  </a:moveTo>
                  <a:cubicBezTo>
                    <a:pt x="46" y="15"/>
                    <a:pt x="0" y="20"/>
                    <a:pt x="8" y="7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556" name="Freeform 757">
              <a:extLst>
                <a:ext uri="{FF2B5EF4-FFF2-40B4-BE49-F238E27FC236}">
                  <a16:creationId xmlns:a16="http://schemas.microsoft.com/office/drawing/2014/main" id="{8AE3D2E5-5A7B-47F0-81D6-DCDD3C47C6F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7" y="2687"/>
              <a:ext cx="301" cy="123"/>
            </a:xfrm>
            <a:custGeom>
              <a:avLst/>
              <a:gdLst>
                <a:gd name="T0" fmla="*/ 0 w 282"/>
                <a:gd name="T1" fmla="*/ 137 h 115"/>
                <a:gd name="T2" fmla="*/ 72 w 282"/>
                <a:gd name="T3" fmla="*/ 90 h 115"/>
                <a:gd name="T4" fmla="*/ 163 w 282"/>
                <a:gd name="T5" fmla="*/ 63 h 115"/>
                <a:gd name="T6" fmla="*/ 343 w 282"/>
                <a:gd name="T7" fmla="*/ 0 h 115"/>
                <a:gd name="T8" fmla="*/ 140 w 282"/>
                <a:gd name="T9" fmla="*/ 80 h 115"/>
                <a:gd name="T10" fmla="*/ 3 w 282"/>
                <a:gd name="T11" fmla="*/ 141 h 11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2" h="115">
                  <a:moveTo>
                    <a:pt x="0" y="112"/>
                  </a:moveTo>
                  <a:cubicBezTo>
                    <a:pt x="25" y="105"/>
                    <a:pt x="38" y="87"/>
                    <a:pt x="59" y="74"/>
                  </a:cubicBezTo>
                  <a:cubicBezTo>
                    <a:pt x="82" y="61"/>
                    <a:pt x="110" y="59"/>
                    <a:pt x="134" y="51"/>
                  </a:cubicBezTo>
                  <a:cubicBezTo>
                    <a:pt x="181" y="35"/>
                    <a:pt x="234" y="7"/>
                    <a:pt x="282" y="0"/>
                  </a:cubicBezTo>
                  <a:cubicBezTo>
                    <a:pt x="231" y="31"/>
                    <a:pt x="172" y="51"/>
                    <a:pt x="115" y="65"/>
                  </a:cubicBezTo>
                  <a:cubicBezTo>
                    <a:pt x="73" y="76"/>
                    <a:pt x="42" y="101"/>
                    <a:pt x="3" y="115"/>
                  </a:cubicBezTo>
                </a:path>
              </a:pathLst>
            </a:custGeom>
            <a:solidFill>
              <a:srgbClr val="EFCA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557" name="Freeform 758">
              <a:extLst>
                <a:ext uri="{FF2B5EF4-FFF2-40B4-BE49-F238E27FC236}">
                  <a16:creationId xmlns:a16="http://schemas.microsoft.com/office/drawing/2014/main" id="{19567BE0-B09F-4D9C-8AF0-A76FEABE95A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0" y="2081"/>
              <a:ext cx="479" cy="235"/>
            </a:xfrm>
            <a:custGeom>
              <a:avLst/>
              <a:gdLst>
                <a:gd name="T0" fmla="*/ 0 w 449"/>
                <a:gd name="T1" fmla="*/ 11 h 221"/>
                <a:gd name="T2" fmla="*/ 55 w 449"/>
                <a:gd name="T3" fmla="*/ 21 h 221"/>
                <a:gd name="T4" fmla="*/ 108 w 449"/>
                <a:gd name="T5" fmla="*/ 33 h 221"/>
                <a:gd name="T6" fmla="*/ 161 w 449"/>
                <a:gd name="T7" fmla="*/ 26 h 221"/>
                <a:gd name="T8" fmla="*/ 222 w 449"/>
                <a:gd name="T9" fmla="*/ 20 h 221"/>
                <a:gd name="T10" fmla="*/ 322 w 449"/>
                <a:gd name="T11" fmla="*/ 3 h 221"/>
                <a:gd name="T12" fmla="*/ 465 w 449"/>
                <a:gd name="T13" fmla="*/ 24 h 221"/>
                <a:gd name="T14" fmla="*/ 525 w 449"/>
                <a:gd name="T15" fmla="*/ 41 h 221"/>
                <a:gd name="T16" fmla="*/ 513 w 449"/>
                <a:gd name="T17" fmla="*/ 90 h 221"/>
                <a:gd name="T18" fmla="*/ 493 w 449"/>
                <a:gd name="T19" fmla="*/ 172 h 221"/>
                <a:gd name="T20" fmla="*/ 472 w 449"/>
                <a:gd name="T21" fmla="*/ 259 h 221"/>
                <a:gd name="T22" fmla="*/ 373 w 449"/>
                <a:gd name="T23" fmla="*/ 196 h 221"/>
                <a:gd name="T24" fmla="*/ 272 w 449"/>
                <a:gd name="T25" fmla="*/ 145 h 221"/>
                <a:gd name="T26" fmla="*/ 153 w 449"/>
                <a:gd name="T27" fmla="*/ 226 h 221"/>
                <a:gd name="T28" fmla="*/ 81 w 449"/>
                <a:gd name="T29" fmla="*/ 247 h 221"/>
                <a:gd name="T30" fmla="*/ 21 w 449"/>
                <a:gd name="T31" fmla="*/ 153 h 221"/>
                <a:gd name="T32" fmla="*/ 0 w 449"/>
                <a:gd name="T33" fmla="*/ 114 h 221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449" h="221">
                  <a:moveTo>
                    <a:pt x="0" y="8"/>
                  </a:moveTo>
                  <a:cubicBezTo>
                    <a:pt x="18" y="2"/>
                    <a:pt x="30" y="12"/>
                    <a:pt x="46" y="18"/>
                  </a:cubicBezTo>
                  <a:cubicBezTo>
                    <a:pt x="59" y="24"/>
                    <a:pt x="75" y="26"/>
                    <a:pt x="89" y="27"/>
                  </a:cubicBezTo>
                  <a:cubicBezTo>
                    <a:pt x="104" y="27"/>
                    <a:pt x="118" y="23"/>
                    <a:pt x="133" y="22"/>
                  </a:cubicBezTo>
                  <a:cubicBezTo>
                    <a:pt x="150" y="20"/>
                    <a:pt x="166" y="21"/>
                    <a:pt x="183" y="17"/>
                  </a:cubicBezTo>
                  <a:cubicBezTo>
                    <a:pt x="210" y="11"/>
                    <a:pt x="238" y="6"/>
                    <a:pt x="265" y="3"/>
                  </a:cubicBezTo>
                  <a:cubicBezTo>
                    <a:pt x="306" y="0"/>
                    <a:pt x="344" y="16"/>
                    <a:pt x="383" y="21"/>
                  </a:cubicBezTo>
                  <a:cubicBezTo>
                    <a:pt x="397" y="23"/>
                    <a:pt x="421" y="26"/>
                    <a:pt x="432" y="35"/>
                  </a:cubicBezTo>
                  <a:cubicBezTo>
                    <a:pt x="449" y="50"/>
                    <a:pt x="433" y="60"/>
                    <a:pt x="423" y="75"/>
                  </a:cubicBezTo>
                  <a:cubicBezTo>
                    <a:pt x="411" y="93"/>
                    <a:pt x="405" y="121"/>
                    <a:pt x="406" y="143"/>
                  </a:cubicBezTo>
                  <a:cubicBezTo>
                    <a:pt x="408" y="165"/>
                    <a:pt x="432" y="221"/>
                    <a:pt x="388" y="215"/>
                  </a:cubicBezTo>
                  <a:cubicBezTo>
                    <a:pt x="357" y="211"/>
                    <a:pt x="331" y="179"/>
                    <a:pt x="307" y="163"/>
                  </a:cubicBezTo>
                  <a:cubicBezTo>
                    <a:pt x="284" y="146"/>
                    <a:pt x="254" y="121"/>
                    <a:pt x="224" y="120"/>
                  </a:cubicBezTo>
                  <a:cubicBezTo>
                    <a:pt x="181" y="119"/>
                    <a:pt x="158" y="168"/>
                    <a:pt x="126" y="188"/>
                  </a:cubicBezTo>
                  <a:cubicBezTo>
                    <a:pt x="111" y="197"/>
                    <a:pt x="86" y="213"/>
                    <a:pt x="67" y="205"/>
                  </a:cubicBezTo>
                  <a:cubicBezTo>
                    <a:pt x="42" y="194"/>
                    <a:pt x="31" y="149"/>
                    <a:pt x="18" y="127"/>
                  </a:cubicBezTo>
                  <a:cubicBezTo>
                    <a:pt x="12" y="117"/>
                    <a:pt x="4" y="107"/>
                    <a:pt x="0" y="95"/>
                  </a:cubicBezTo>
                </a:path>
              </a:pathLst>
            </a:custGeom>
            <a:solidFill>
              <a:srgbClr val="F9EB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558" name="Freeform 759">
              <a:extLst>
                <a:ext uri="{FF2B5EF4-FFF2-40B4-BE49-F238E27FC236}">
                  <a16:creationId xmlns:a16="http://schemas.microsoft.com/office/drawing/2014/main" id="{A1257971-29BB-4DAB-AF9A-3F0041CB42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8" y="1700"/>
              <a:ext cx="44" cy="143"/>
            </a:xfrm>
            <a:custGeom>
              <a:avLst/>
              <a:gdLst>
                <a:gd name="T0" fmla="*/ 0 w 42"/>
                <a:gd name="T1" fmla="*/ 163 h 134"/>
                <a:gd name="T2" fmla="*/ 25 w 42"/>
                <a:gd name="T3" fmla="*/ 146 h 134"/>
                <a:gd name="T4" fmla="*/ 46 w 42"/>
                <a:gd name="T5" fmla="*/ 118 h 134"/>
                <a:gd name="T6" fmla="*/ 40 w 42"/>
                <a:gd name="T7" fmla="*/ 55 h 134"/>
                <a:gd name="T8" fmla="*/ 27 w 42"/>
                <a:gd name="T9" fmla="*/ 0 h 134"/>
                <a:gd name="T10" fmla="*/ 39 w 42"/>
                <a:gd name="T11" fmla="*/ 58 h 134"/>
                <a:gd name="T12" fmla="*/ 43 w 42"/>
                <a:gd name="T13" fmla="*/ 108 h 134"/>
                <a:gd name="T14" fmla="*/ 32 w 42"/>
                <a:gd name="T15" fmla="*/ 129 h 134"/>
                <a:gd name="T16" fmla="*/ 7 w 42"/>
                <a:gd name="T17" fmla="*/ 158 h 13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2" h="134">
                  <a:moveTo>
                    <a:pt x="0" y="134"/>
                  </a:moveTo>
                  <a:cubicBezTo>
                    <a:pt x="8" y="131"/>
                    <a:pt x="15" y="123"/>
                    <a:pt x="22" y="120"/>
                  </a:cubicBezTo>
                  <a:cubicBezTo>
                    <a:pt x="33" y="115"/>
                    <a:pt x="39" y="109"/>
                    <a:pt x="40" y="97"/>
                  </a:cubicBezTo>
                  <a:cubicBezTo>
                    <a:pt x="42" y="80"/>
                    <a:pt x="37" y="63"/>
                    <a:pt x="34" y="46"/>
                  </a:cubicBezTo>
                  <a:cubicBezTo>
                    <a:pt x="31" y="31"/>
                    <a:pt x="27" y="16"/>
                    <a:pt x="24" y="0"/>
                  </a:cubicBezTo>
                  <a:cubicBezTo>
                    <a:pt x="20" y="13"/>
                    <a:pt x="30" y="35"/>
                    <a:pt x="33" y="48"/>
                  </a:cubicBezTo>
                  <a:cubicBezTo>
                    <a:pt x="36" y="61"/>
                    <a:pt x="38" y="76"/>
                    <a:pt x="37" y="89"/>
                  </a:cubicBezTo>
                  <a:cubicBezTo>
                    <a:pt x="36" y="97"/>
                    <a:pt x="35" y="101"/>
                    <a:pt x="29" y="106"/>
                  </a:cubicBezTo>
                  <a:cubicBezTo>
                    <a:pt x="22" y="113"/>
                    <a:pt x="13" y="121"/>
                    <a:pt x="7" y="130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559" name="Freeform 760">
              <a:extLst>
                <a:ext uri="{FF2B5EF4-FFF2-40B4-BE49-F238E27FC236}">
                  <a16:creationId xmlns:a16="http://schemas.microsoft.com/office/drawing/2014/main" id="{36080B9F-5698-4DB0-ABF4-542C3E7DAF5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6" y="868"/>
              <a:ext cx="16" cy="58"/>
            </a:xfrm>
            <a:custGeom>
              <a:avLst/>
              <a:gdLst>
                <a:gd name="T0" fmla="*/ 15 w 15"/>
                <a:gd name="T1" fmla="*/ 0 h 54"/>
                <a:gd name="T2" fmla="*/ 18 w 15"/>
                <a:gd name="T3" fmla="*/ 67 h 54"/>
                <a:gd name="T4" fmla="*/ 15 w 15"/>
                <a:gd name="T5" fmla="*/ 0 h 5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54">
                  <a:moveTo>
                    <a:pt x="12" y="0"/>
                  </a:moveTo>
                  <a:cubicBezTo>
                    <a:pt x="12" y="0"/>
                    <a:pt x="3" y="32"/>
                    <a:pt x="15" y="54"/>
                  </a:cubicBezTo>
                  <a:cubicBezTo>
                    <a:pt x="15" y="54"/>
                    <a:pt x="0" y="31"/>
                    <a:pt x="12" y="0"/>
                  </a:cubicBezTo>
                  <a:close/>
                </a:path>
              </a:pathLst>
            </a:custGeom>
            <a:solidFill>
              <a:srgbClr val="A57A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560" name="Freeform 761">
              <a:extLst>
                <a:ext uri="{FF2B5EF4-FFF2-40B4-BE49-F238E27FC236}">
                  <a16:creationId xmlns:a16="http://schemas.microsoft.com/office/drawing/2014/main" id="{6652B4D9-0383-469B-A498-3726BAFEAAC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5" y="871"/>
              <a:ext cx="14" cy="90"/>
            </a:xfrm>
            <a:custGeom>
              <a:avLst/>
              <a:gdLst>
                <a:gd name="T0" fmla="*/ 6 w 13"/>
                <a:gd name="T1" fmla="*/ 0 h 84"/>
                <a:gd name="T2" fmla="*/ 10 w 13"/>
                <a:gd name="T3" fmla="*/ 16 h 84"/>
                <a:gd name="T4" fmla="*/ 6 w 13"/>
                <a:gd name="T5" fmla="*/ 32 h 84"/>
                <a:gd name="T6" fmla="*/ 1 w 13"/>
                <a:gd name="T7" fmla="*/ 58 h 84"/>
                <a:gd name="T8" fmla="*/ 2 w 13"/>
                <a:gd name="T9" fmla="*/ 83 h 84"/>
                <a:gd name="T10" fmla="*/ 16 w 13"/>
                <a:gd name="T11" fmla="*/ 103 h 84"/>
                <a:gd name="T12" fmla="*/ 10 w 13"/>
                <a:gd name="T13" fmla="*/ 74 h 84"/>
                <a:gd name="T14" fmla="*/ 11 w 13"/>
                <a:gd name="T15" fmla="*/ 44 h 84"/>
                <a:gd name="T16" fmla="*/ 13 w 13"/>
                <a:gd name="T17" fmla="*/ 16 h 84"/>
                <a:gd name="T18" fmla="*/ 6 w 13"/>
                <a:gd name="T19" fmla="*/ 0 h 8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" h="84">
                  <a:moveTo>
                    <a:pt x="6" y="0"/>
                  </a:moveTo>
                  <a:cubicBezTo>
                    <a:pt x="6" y="4"/>
                    <a:pt x="7" y="9"/>
                    <a:pt x="7" y="13"/>
                  </a:cubicBezTo>
                  <a:cubicBezTo>
                    <a:pt x="7" y="17"/>
                    <a:pt x="7" y="22"/>
                    <a:pt x="6" y="26"/>
                  </a:cubicBezTo>
                  <a:cubicBezTo>
                    <a:pt x="4" y="33"/>
                    <a:pt x="2" y="40"/>
                    <a:pt x="1" y="47"/>
                  </a:cubicBezTo>
                  <a:cubicBezTo>
                    <a:pt x="0" y="54"/>
                    <a:pt x="0" y="61"/>
                    <a:pt x="2" y="67"/>
                  </a:cubicBezTo>
                  <a:cubicBezTo>
                    <a:pt x="5" y="74"/>
                    <a:pt x="10" y="78"/>
                    <a:pt x="13" y="84"/>
                  </a:cubicBezTo>
                  <a:cubicBezTo>
                    <a:pt x="10" y="75"/>
                    <a:pt x="7" y="69"/>
                    <a:pt x="7" y="60"/>
                  </a:cubicBezTo>
                  <a:cubicBezTo>
                    <a:pt x="6" y="51"/>
                    <a:pt x="6" y="43"/>
                    <a:pt x="8" y="35"/>
                  </a:cubicBezTo>
                  <a:cubicBezTo>
                    <a:pt x="10" y="28"/>
                    <a:pt x="11" y="20"/>
                    <a:pt x="10" y="13"/>
                  </a:cubicBezTo>
                  <a:cubicBezTo>
                    <a:pt x="9" y="9"/>
                    <a:pt x="7" y="4"/>
                    <a:pt x="6" y="0"/>
                  </a:cubicBezTo>
                </a:path>
              </a:pathLst>
            </a:custGeom>
            <a:solidFill>
              <a:srgbClr val="FDF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561" name="Freeform 762">
              <a:extLst>
                <a:ext uri="{FF2B5EF4-FFF2-40B4-BE49-F238E27FC236}">
                  <a16:creationId xmlns:a16="http://schemas.microsoft.com/office/drawing/2014/main" id="{70496745-0E36-410E-B77C-843BD58F4AE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8" y="884"/>
              <a:ext cx="66" cy="24"/>
            </a:xfrm>
            <a:custGeom>
              <a:avLst/>
              <a:gdLst>
                <a:gd name="T0" fmla="*/ 73 w 62"/>
                <a:gd name="T1" fmla="*/ 19 h 22"/>
                <a:gd name="T2" fmla="*/ 61 w 62"/>
                <a:gd name="T3" fmla="*/ 16 h 22"/>
                <a:gd name="T4" fmla="*/ 0 w 62"/>
                <a:gd name="T5" fmla="*/ 17 h 22"/>
                <a:gd name="T6" fmla="*/ 63 w 62"/>
                <a:gd name="T7" fmla="*/ 25 h 22"/>
                <a:gd name="T8" fmla="*/ 73 w 62"/>
                <a:gd name="T9" fmla="*/ 19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2" h="22">
                  <a:moveTo>
                    <a:pt x="61" y="15"/>
                  </a:moveTo>
                  <a:cubicBezTo>
                    <a:pt x="62" y="14"/>
                    <a:pt x="55" y="15"/>
                    <a:pt x="51" y="13"/>
                  </a:cubicBezTo>
                  <a:cubicBezTo>
                    <a:pt x="47" y="11"/>
                    <a:pt x="18" y="0"/>
                    <a:pt x="0" y="14"/>
                  </a:cubicBezTo>
                  <a:cubicBezTo>
                    <a:pt x="0" y="14"/>
                    <a:pt x="31" y="22"/>
                    <a:pt x="52" y="19"/>
                  </a:cubicBezTo>
                  <a:cubicBezTo>
                    <a:pt x="60" y="17"/>
                    <a:pt x="61" y="17"/>
                    <a:pt x="61" y="1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562" name="Freeform 763">
              <a:extLst>
                <a:ext uri="{FF2B5EF4-FFF2-40B4-BE49-F238E27FC236}">
                  <a16:creationId xmlns:a16="http://schemas.microsoft.com/office/drawing/2014/main" id="{A6FB1536-DD60-41B2-A521-FA3715BB40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5" y="891"/>
              <a:ext cx="28" cy="13"/>
            </a:xfrm>
            <a:custGeom>
              <a:avLst/>
              <a:gdLst>
                <a:gd name="T0" fmla="*/ 32 w 26"/>
                <a:gd name="T1" fmla="*/ 3 h 13"/>
                <a:gd name="T2" fmla="*/ 2 w 26"/>
                <a:gd name="T3" fmla="*/ 1 h 13"/>
                <a:gd name="T4" fmla="*/ 0 w 26"/>
                <a:gd name="T5" fmla="*/ 8 h 13"/>
                <a:gd name="T6" fmla="*/ 1 w 26"/>
                <a:gd name="T7" fmla="*/ 11 h 13"/>
                <a:gd name="T8" fmla="*/ 31 w 26"/>
                <a:gd name="T9" fmla="*/ 13 h 13"/>
                <a:gd name="T10" fmla="*/ 32 w 26"/>
                <a:gd name="T11" fmla="*/ 8 h 13"/>
                <a:gd name="T12" fmla="*/ 32 w 26"/>
                <a:gd name="T13" fmla="*/ 3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" h="13">
                  <a:moveTo>
                    <a:pt x="26" y="3"/>
                  </a:moveTo>
                  <a:cubicBezTo>
                    <a:pt x="19" y="2"/>
                    <a:pt x="11" y="0"/>
                    <a:pt x="2" y="1"/>
                  </a:cubicBezTo>
                  <a:cubicBezTo>
                    <a:pt x="1" y="3"/>
                    <a:pt x="0" y="5"/>
                    <a:pt x="0" y="8"/>
                  </a:cubicBezTo>
                  <a:cubicBezTo>
                    <a:pt x="0" y="9"/>
                    <a:pt x="1" y="10"/>
                    <a:pt x="1" y="11"/>
                  </a:cubicBezTo>
                  <a:cubicBezTo>
                    <a:pt x="8" y="12"/>
                    <a:pt x="17" y="13"/>
                    <a:pt x="25" y="13"/>
                  </a:cubicBezTo>
                  <a:cubicBezTo>
                    <a:pt x="26" y="12"/>
                    <a:pt x="26" y="10"/>
                    <a:pt x="26" y="8"/>
                  </a:cubicBezTo>
                  <a:cubicBezTo>
                    <a:pt x="26" y="6"/>
                    <a:pt x="26" y="5"/>
                    <a:pt x="26" y="3"/>
                  </a:cubicBezTo>
                  <a:close/>
                </a:path>
              </a:pathLst>
            </a:custGeom>
            <a:solidFill>
              <a:srgbClr val="3311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563" name="Freeform 764">
              <a:extLst>
                <a:ext uri="{FF2B5EF4-FFF2-40B4-BE49-F238E27FC236}">
                  <a16:creationId xmlns:a16="http://schemas.microsoft.com/office/drawing/2014/main" id="{E6E41705-DC43-47E1-9CE0-F6326F2AD46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5" y="891"/>
              <a:ext cx="28" cy="13"/>
            </a:xfrm>
            <a:custGeom>
              <a:avLst/>
              <a:gdLst>
                <a:gd name="T0" fmla="*/ 32 w 26"/>
                <a:gd name="T1" fmla="*/ 3 h 13"/>
                <a:gd name="T2" fmla="*/ 2 w 26"/>
                <a:gd name="T3" fmla="*/ 1 h 13"/>
                <a:gd name="T4" fmla="*/ 0 w 26"/>
                <a:gd name="T5" fmla="*/ 8 h 13"/>
                <a:gd name="T6" fmla="*/ 1 w 26"/>
                <a:gd name="T7" fmla="*/ 11 h 13"/>
                <a:gd name="T8" fmla="*/ 31 w 26"/>
                <a:gd name="T9" fmla="*/ 13 h 13"/>
                <a:gd name="T10" fmla="*/ 32 w 26"/>
                <a:gd name="T11" fmla="*/ 8 h 13"/>
                <a:gd name="T12" fmla="*/ 32 w 26"/>
                <a:gd name="T13" fmla="*/ 3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" h="13">
                  <a:moveTo>
                    <a:pt x="26" y="3"/>
                  </a:moveTo>
                  <a:cubicBezTo>
                    <a:pt x="19" y="2"/>
                    <a:pt x="11" y="0"/>
                    <a:pt x="2" y="1"/>
                  </a:cubicBezTo>
                  <a:cubicBezTo>
                    <a:pt x="1" y="3"/>
                    <a:pt x="0" y="5"/>
                    <a:pt x="0" y="8"/>
                  </a:cubicBezTo>
                  <a:cubicBezTo>
                    <a:pt x="0" y="9"/>
                    <a:pt x="1" y="10"/>
                    <a:pt x="1" y="11"/>
                  </a:cubicBezTo>
                  <a:cubicBezTo>
                    <a:pt x="8" y="12"/>
                    <a:pt x="17" y="13"/>
                    <a:pt x="25" y="13"/>
                  </a:cubicBezTo>
                  <a:cubicBezTo>
                    <a:pt x="26" y="12"/>
                    <a:pt x="26" y="10"/>
                    <a:pt x="26" y="8"/>
                  </a:cubicBezTo>
                  <a:cubicBezTo>
                    <a:pt x="26" y="6"/>
                    <a:pt x="26" y="5"/>
                    <a:pt x="26" y="3"/>
                  </a:cubicBezTo>
                  <a:close/>
                </a:path>
              </a:pathLst>
            </a:custGeom>
            <a:noFill/>
            <a:ln w="1588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564" name="Freeform 765">
              <a:extLst>
                <a:ext uri="{FF2B5EF4-FFF2-40B4-BE49-F238E27FC236}">
                  <a16:creationId xmlns:a16="http://schemas.microsoft.com/office/drawing/2014/main" id="{74DCF23E-F732-4703-84EB-1C3844CE7A4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9" y="884"/>
              <a:ext cx="65" cy="23"/>
            </a:xfrm>
            <a:custGeom>
              <a:avLst/>
              <a:gdLst>
                <a:gd name="T0" fmla="*/ 74 w 61"/>
                <a:gd name="T1" fmla="*/ 20 h 21"/>
                <a:gd name="T2" fmla="*/ 62 w 61"/>
                <a:gd name="T3" fmla="*/ 15 h 21"/>
                <a:gd name="T4" fmla="*/ 0 w 61"/>
                <a:gd name="T5" fmla="*/ 16 h 21"/>
                <a:gd name="T6" fmla="*/ 62 w 61"/>
                <a:gd name="T7" fmla="*/ 24 h 21"/>
                <a:gd name="T8" fmla="*/ 74 w 61"/>
                <a:gd name="T9" fmla="*/ 20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1" h="21">
                  <a:moveTo>
                    <a:pt x="61" y="15"/>
                  </a:moveTo>
                  <a:cubicBezTo>
                    <a:pt x="61" y="13"/>
                    <a:pt x="55" y="15"/>
                    <a:pt x="51" y="12"/>
                  </a:cubicBezTo>
                  <a:cubicBezTo>
                    <a:pt x="47" y="10"/>
                    <a:pt x="18" y="0"/>
                    <a:pt x="0" y="13"/>
                  </a:cubicBezTo>
                  <a:cubicBezTo>
                    <a:pt x="0" y="13"/>
                    <a:pt x="31" y="21"/>
                    <a:pt x="51" y="18"/>
                  </a:cubicBezTo>
                  <a:cubicBezTo>
                    <a:pt x="60" y="17"/>
                    <a:pt x="60" y="17"/>
                    <a:pt x="61" y="15"/>
                  </a:cubicBezTo>
                  <a:close/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565" name="Oval 766">
              <a:extLst>
                <a:ext uri="{FF2B5EF4-FFF2-40B4-BE49-F238E27FC236}">
                  <a16:creationId xmlns:a16="http://schemas.microsoft.com/office/drawing/2014/main" id="{EE6BC0A7-656C-4D7D-ADD1-CB035EC8DD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15" y="893"/>
              <a:ext cx="8" cy="8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566" name="Oval 767">
              <a:extLst>
                <a:ext uri="{FF2B5EF4-FFF2-40B4-BE49-F238E27FC236}">
                  <a16:creationId xmlns:a16="http://schemas.microsoft.com/office/drawing/2014/main" id="{2C03807E-106B-4FEE-8BA8-9DF87BA8AA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21" y="895"/>
              <a:ext cx="5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567" name="Freeform 768">
              <a:extLst>
                <a:ext uri="{FF2B5EF4-FFF2-40B4-BE49-F238E27FC236}">
                  <a16:creationId xmlns:a16="http://schemas.microsoft.com/office/drawing/2014/main" id="{238B349C-0E0B-42E3-A743-56269431012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5" y="884"/>
              <a:ext cx="66" cy="24"/>
            </a:xfrm>
            <a:custGeom>
              <a:avLst/>
              <a:gdLst>
                <a:gd name="T0" fmla="*/ 0 w 61"/>
                <a:gd name="T1" fmla="*/ 19 h 22"/>
                <a:gd name="T2" fmla="*/ 13 w 61"/>
                <a:gd name="T3" fmla="*/ 16 h 22"/>
                <a:gd name="T4" fmla="*/ 77 w 61"/>
                <a:gd name="T5" fmla="*/ 17 h 22"/>
                <a:gd name="T6" fmla="*/ 12 w 61"/>
                <a:gd name="T7" fmla="*/ 25 h 22"/>
                <a:gd name="T8" fmla="*/ 0 w 61"/>
                <a:gd name="T9" fmla="*/ 19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1" h="22">
                  <a:moveTo>
                    <a:pt x="0" y="15"/>
                  </a:moveTo>
                  <a:cubicBezTo>
                    <a:pt x="0" y="14"/>
                    <a:pt x="6" y="15"/>
                    <a:pt x="10" y="13"/>
                  </a:cubicBezTo>
                  <a:cubicBezTo>
                    <a:pt x="14" y="11"/>
                    <a:pt x="43" y="0"/>
                    <a:pt x="61" y="14"/>
                  </a:cubicBezTo>
                  <a:cubicBezTo>
                    <a:pt x="61" y="14"/>
                    <a:pt x="30" y="22"/>
                    <a:pt x="9" y="19"/>
                  </a:cubicBezTo>
                  <a:cubicBezTo>
                    <a:pt x="1" y="17"/>
                    <a:pt x="0" y="17"/>
                    <a:pt x="0" y="1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568" name="Freeform 769">
              <a:extLst>
                <a:ext uri="{FF2B5EF4-FFF2-40B4-BE49-F238E27FC236}">
                  <a16:creationId xmlns:a16="http://schemas.microsoft.com/office/drawing/2014/main" id="{E3B3270A-58BD-4EAC-A9BC-D07B037CEC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6" y="891"/>
              <a:ext cx="27" cy="13"/>
            </a:xfrm>
            <a:custGeom>
              <a:avLst/>
              <a:gdLst>
                <a:gd name="T0" fmla="*/ 0 w 26"/>
                <a:gd name="T1" fmla="*/ 3 h 13"/>
                <a:gd name="T2" fmla="*/ 27 w 26"/>
                <a:gd name="T3" fmla="*/ 1 h 13"/>
                <a:gd name="T4" fmla="*/ 29 w 26"/>
                <a:gd name="T5" fmla="*/ 8 h 13"/>
                <a:gd name="T6" fmla="*/ 28 w 26"/>
                <a:gd name="T7" fmla="*/ 11 h 13"/>
                <a:gd name="T8" fmla="*/ 1 w 26"/>
                <a:gd name="T9" fmla="*/ 13 h 13"/>
                <a:gd name="T10" fmla="*/ 0 w 26"/>
                <a:gd name="T11" fmla="*/ 8 h 13"/>
                <a:gd name="T12" fmla="*/ 0 w 26"/>
                <a:gd name="T13" fmla="*/ 3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" h="13">
                  <a:moveTo>
                    <a:pt x="0" y="3"/>
                  </a:moveTo>
                  <a:cubicBezTo>
                    <a:pt x="7" y="2"/>
                    <a:pt x="15" y="0"/>
                    <a:pt x="24" y="1"/>
                  </a:cubicBezTo>
                  <a:cubicBezTo>
                    <a:pt x="25" y="3"/>
                    <a:pt x="26" y="5"/>
                    <a:pt x="26" y="8"/>
                  </a:cubicBezTo>
                  <a:cubicBezTo>
                    <a:pt x="26" y="9"/>
                    <a:pt x="25" y="10"/>
                    <a:pt x="25" y="11"/>
                  </a:cubicBezTo>
                  <a:cubicBezTo>
                    <a:pt x="18" y="12"/>
                    <a:pt x="9" y="13"/>
                    <a:pt x="1" y="13"/>
                  </a:cubicBezTo>
                  <a:cubicBezTo>
                    <a:pt x="0" y="12"/>
                    <a:pt x="0" y="10"/>
                    <a:pt x="0" y="8"/>
                  </a:cubicBezTo>
                  <a:cubicBezTo>
                    <a:pt x="0" y="6"/>
                    <a:pt x="0" y="5"/>
                    <a:pt x="0" y="3"/>
                  </a:cubicBezTo>
                  <a:close/>
                </a:path>
              </a:pathLst>
            </a:custGeom>
            <a:solidFill>
              <a:srgbClr val="3311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569" name="Freeform 770">
              <a:extLst>
                <a:ext uri="{FF2B5EF4-FFF2-40B4-BE49-F238E27FC236}">
                  <a16:creationId xmlns:a16="http://schemas.microsoft.com/office/drawing/2014/main" id="{2D7A26F5-3C09-4B2A-9AB0-6DD5229D47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6" y="891"/>
              <a:ext cx="27" cy="13"/>
            </a:xfrm>
            <a:custGeom>
              <a:avLst/>
              <a:gdLst>
                <a:gd name="T0" fmla="*/ 0 w 26"/>
                <a:gd name="T1" fmla="*/ 3 h 13"/>
                <a:gd name="T2" fmla="*/ 27 w 26"/>
                <a:gd name="T3" fmla="*/ 1 h 13"/>
                <a:gd name="T4" fmla="*/ 29 w 26"/>
                <a:gd name="T5" fmla="*/ 8 h 13"/>
                <a:gd name="T6" fmla="*/ 28 w 26"/>
                <a:gd name="T7" fmla="*/ 11 h 13"/>
                <a:gd name="T8" fmla="*/ 1 w 26"/>
                <a:gd name="T9" fmla="*/ 13 h 13"/>
                <a:gd name="T10" fmla="*/ 0 w 26"/>
                <a:gd name="T11" fmla="*/ 8 h 13"/>
                <a:gd name="T12" fmla="*/ 0 w 26"/>
                <a:gd name="T13" fmla="*/ 3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" h="13">
                  <a:moveTo>
                    <a:pt x="0" y="3"/>
                  </a:moveTo>
                  <a:cubicBezTo>
                    <a:pt x="7" y="2"/>
                    <a:pt x="15" y="0"/>
                    <a:pt x="24" y="1"/>
                  </a:cubicBezTo>
                  <a:cubicBezTo>
                    <a:pt x="25" y="3"/>
                    <a:pt x="26" y="5"/>
                    <a:pt x="26" y="8"/>
                  </a:cubicBezTo>
                  <a:cubicBezTo>
                    <a:pt x="26" y="9"/>
                    <a:pt x="25" y="10"/>
                    <a:pt x="25" y="11"/>
                  </a:cubicBezTo>
                  <a:cubicBezTo>
                    <a:pt x="18" y="12"/>
                    <a:pt x="9" y="13"/>
                    <a:pt x="1" y="13"/>
                  </a:cubicBezTo>
                  <a:cubicBezTo>
                    <a:pt x="0" y="12"/>
                    <a:pt x="0" y="10"/>
                    <a:pt x="0" y="8"/>
                  </a:cubicBezTo>
                  <a:cubicBezTo>
                    <a:pt x="0" y="6"/>
                    <a:pt x="0" y="5"/>
                    <a:pt x="0" y="3"/>
                  </a:cubicBezTo>
                  <a:close/>
                </a:path>
              </a:pathLst>
            </a:custGeom>
            <a:noFill/>
            <a:ln w="1588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570" name="Freeform 771">
              <a:extLst>
                <a:ext uri="{FF2B5EF4-FFF2-40B4-BE49-F238E27FC236}">
                  <a16:creationId xmlns:a16="http://schemas.microsoft.com/office/drawing/2014/main" id="{7B1589AC-1427-4DDA-A7F1-C3695B70DEB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4" y="884"/>
              <a:ext cx="67" cy="23"/>
            </a:xfrm>
            <a:custGeom>
              <a:avLst/>
              <a:gdLst>
                <a:gd name="T0" fmla="*/ 0 w 62"/>
                <a:gd name="T1" fmla="*/ 20 h 21"/>
                <a:gd name="T2" fmla="*/ 13 w 62"/>
                <a:gd name="T3" fmla="*/ 15 h 21"/>
                <a:gd name="T4" fmla="*/ 78 w 62"/>
                <a:gd name="T5" fmla="*/ 16 h 21"/>
                <a:gd name="T6" fmla="*/ 13 w 62"/>
                <a:gd name="T7" fmla="*/ 24 h 21"/>
                <a:gd name="T8" fmla="*/ 0 w 62"/>
                <a:gd name="T9" fmla="*/ 20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2" h="21">
                  <a:moveTo>
                    <a:pt x="0" y="15"/>
                  </a:moveTo>
                  <a:cubicBezTo>
                    <a:pt x="0" y="13"/>
                    <a:pt x="6" y="15"/>
                    <a:pt x="10" y="12"/>
                  </a:cubicBezTo>
                  <a:cubicBezTo>
                    <a:pt x="14" y="10"/>
                    <a:pt x="43" y="0"/>
                    <a:pt x="62" y="13"/>
                  </a:cubicBezTo>
                  <a:cubicBezTo>
                    <a:pt x="62" y="13"/>
                    <a:pt x="30" y="21"/>
                    <a:pt x="10" y="18"/>
                  </a:cubicBezTo>
                  <a:cubicBezTo>
                    <a:pt x="1" y="17"/>
                    <a:pt x="1" y="17"/>
                    <a:pt x="0" y="15"/>
                  </a:cubicBezTo>
                  <a:close/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571" name="Oval 772">
              <a:extLst>
                <a:ext uri="{FF2B5EF4-FFF2-40B4-BE49-F238E27FC236}">
                  <a16:creationId xmlns:a16="http://schemas.microsoft.com/office/drawing/2014/main" id="{50DA956D-A00F-49AC-915B-3393DB9E5C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65" y="893"/>
              <a:ext cx="9" cy="8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572" name="Oval 773">
              <a:extLst>
                <a:ext uri="{FF2B5EF4-FFF2-40B4-BE49-F238E27FC236}">
                  <a16:creationId xmlns:a16="http://schemas.microsoft.com/office/drawing/2014/main" id="{AF1FB84D-1D30-4C25-810E-6575D59461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63" y="895"/>
              <a:ext cx="4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573" name="Freeform 774">
              <a:extLst>
                <a:ext uri="{FF2B5EF4-FFF2-40B4-BE49-F238E27FC236}">
                  <a16:creationId xmlns:a16="http://schemas.microsoft.com/office/drawing/2014/main" id="{5800480D-2732-450C-B8C4-A5842579242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5" y="846"/>
              <a:ext cx="80" cy="19"/>
            </a:xfrm>
            <a:custGeom>
              <a:avLst/>
              <a:gdLst>
                <a:gd name="T0" fmla="*/ 0 w 75"/>
                <a:gd name="T1" fmla="*/ 16 h 18"/>
                <a:gd name="T2" fmla="*/ 91 w 75"/>
                <a:gd name="T3" fmla="*/ 21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5" h="18">
                  <a:moveTo>
                    <a:pt x="0" y="13"/>
                  </a:moveTo>
                  <a:cubicBezTo>
                    <a:pt x="0" y="13"/>
                    <a:pt x="49" y="0"/>
                    <a:pt x="75" y="18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574" name="Freeform 775">
              <a:extLst>
                <a:ext uri="{FF2B5EF4-FFF2-40B4-BE49-F238E27FC236}">
                  <a16:creationId xmlns:a16="http://schemas.microsoft.com/office/drawing/2014/main" id="{F79AFECD-7DBA-44BC-A967-4BF78910C54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8" y="837"/>
              <a:ext cx="87" cy="24"/>
            </a:xfrm>
            <a:custGeom>
              <a:avLst/>
              <a:gdLst>
                <a:gd name="T0" fmla="*/ 98 w 82"/>
                <a:gd name="T1" fmla="*/ 28 h 22"/>
                <a:gd name="T2" fmla="*/ 0 w 82"/>
                <a:gd name="T3" fmla="*/ 28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2" h="22">
                  <a:moveTo>
                    <a:pt x="82" y="22"/>
                  </a:moveTo>
                  <a:cubicBezTo>
                    <a:pt x="82" y="22"/>
                    <a:pt x="24" y="0"/>
                    <a:pt x="0" y="22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575" name="Freeform 776">
              <a:extLst>
                <a:ext uri="{FF2B5EF4-FFF2-40B4-BE49-F238E27FC236}">
                  <a16:creationId xmlns:a16="http://schemas.microsoft.com/office/drawing/2014/main" id="{7AE5A19E-1738-4C7A-A2B5-D086DBD9D0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4" y="929"/>
              <a:ext cx="105" cy="43"/>
            </a:xfrm>
            <a:custGeom>
              <a:avLst/>
              <a:gdLst>
                <a:gd name="T0" fmla="*/ 95 w 99"/>
                <a:gd name="T1" fmla="*/ 1 h 40"/>
                <a:gd name="T2" fmla="*/ 109 w 99"/>
                <a:gd name="T3" fmla="*/ 34 h 40"/>
                <a:gd name="T4" fmla="*/ 90 w 99"/>
                <a:gd name="T5" fmla="*/ 35 h 40"/>
                <a:gd name="T6" fmla="*/ 63 w 99"/>
                <a:gd name="T7" fmla="*/ 47 h 40"/>
                <a:gd name="T8" fmla="*/ 54 w 99"/>
                <a:gd name="T9" fmla="*/ 47 h 40"/>
                <a:gd name="T10" fmla="*/ 29 w 99"/>
                <a:gd name="T11" fmla="*/ 34 h 40"/>
                <a:gd name="T12" fmla="*/ 8 w 99"/>
                <a:gd name="T13" fmla="*/ 32 h 40"/>
                <a:gd name="T14" fmla="*/ 19 w 99"/>
                <a:gd name="T15" fmla="*/ 0 h 40"/>
                <a:gd name="T16" fmla="*/ 8 w 99"/>
                <a:gd name="T17" fmla="*/ 17 h 40"/>
                <a:gd name="T18" fmla="*/ 21 w 99"/>
                <a:gd name="T19" fmla="*/ 34 h 40"/>
                <a:gd name="T20" fmla="*/ 39 w 99"/>
                <a:gd name="T21" fmla="*/ 40 h 40"/>
                <a:gd name="T22" fmla="*/ 86 w 99"/>
                <a:gd name="T23" fmla="*/ 35 h 40"/>
                <a:gd name="T24" fmla="*/ 97 w 99"/>
                <a:gd name="T25" fmla="*/ 34 h 40"/>
                <a:gd name="T26" fmla="*/ 110 w 99"/>
                <a:gd name="T27" fmla="*/ 27 h 40"/>
                <a:gd name="T28" fmla="*/ 95 w 99"/>
                <a:gd name="T29" fmla="*/ 1 h 4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99" h="40">
                  <a:moveTo>
                    <a:pt x="80" y="1"/>
                  </a:moveTo>
                  <a:cubicBezTo>
                    <a:pt x="87" y="10"/>
                    <a:pt x="99" y="17"/>
                    <a:pt x="91" y="28"/>
                  </a:cubicBezTo>
                  <a:cubicBezTo>
                    <a:pt x="84" y="34"/>
                    <a:pt x="81" y="28"/>
                    <a:pt x="75" y="29"/>
                  </a:cubicBezTo>
                  <a:cubicBezTo>
                    <a:pt x="71" y="30"/>
                    <a:pt x="65" y="36"/>
                    <a:pt x="53" y="38"/>
                  </a:cubicBezTo>
                  <a:cubicBezTo>
                    <a:pt x="49" y="39"/>
                    <a:pt x="48" y="39"/>
                    <a:pt x="45" y="38"/>
                  </a:cubicBezTo>
                  <a:cubicBezTo>
                    <a:pt x="33" y="36"/>
                    <a:pt x="29" y="29"/>
                    <a:pt x="24" y="28"/>
                  </a:cubicBezTo>
                  <a:cubicBezTo>
                    <a:pt x="18" y="27"/>
                    <a:pt x="15" y="33"/>
                    <a:pt x="8" y="26"/>
                  </a:cubicBezTo>
                  <a:cubicBezTo>
                    <a:pt x="0" y="15"/>
                    <a:pt x="8" y="14"/>
                    <a:pt x="16" y="0"/>
                  </a:cubicBezTo>
                  <a:cubicBezTo>
                    <a:pt x="16" y="0"/>
                    <a:pt x="14" y="4"/>
                    <a:pt x="8" y="14"/>
                  </a:cubicBezTo>
                  <a:cubicBezTo>
                    <a:pt x="2" y="25"/>
                    <a:pt x="12" y="29"/>
                    <a:pt x="18" y="28"/>
                  </a:cubicBezTo>
                  <a:cubicBezTo>
                    <a:pt x="24" y="26"/>
                    <a:pt x="25" y="25"/>
                    <a:pt x="33" y="32"/>
                  </a:cubicBezTo>
                  <a:cubicBezTo>
                    <a:pt x="41" y="38"/>
                    <a:pt x="54" y="40"/>
                    <a:pt x="72" y="29"/>
                  </a:cubicBezTo>
                  <a:cubicBezTo>
                    <a:pt x="77" y="26"/>
                    <a:pt x="79" y="27"/>
                    <a:pt x="81" y="28"/>
                  </a:cubicBezTo>
                  <a:cubicBezTo>
                    <a:pt x="84" y="29"/>
                    <a:pt x="91" y="30"/>
                    <a:pt x="92" y="21"/>
                  </a:cubicBezTo>
                  <a:cubicBezTo>
                    <a:pt x="94" y="11"/>
                    <a:pt x="81" y="7"/>
                    <a:pt x="80" y="1"/>
                  </a:cubicBezTo>
                  <a:close/>
                </a:path>
              </a:pathLst>
            </a:custGeom>
            <a:solidFill>
              <a:srgbClr val="A57A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576" name="Freeform 777">
              <a:extLst>
                <a:ext uri="{FF2B5EF4-FFF2-40B4-BE49-F238E27FC236}">
                  <a16:creationId xmlns:a16="http://schemas.microsoft.com/office/drawing/2014/main" id="{6A03520D-E12C-44A5-8175-B024C9E7161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8" y="1025"/>
              <a:ext cx="101" cy="53"/>
            </a:xfrm>
            <a:custGeom>
              <a:avLst/>
              <a:gdLst>
                <a:gd name="T0" fmla="*/ 0 w 95"/>
                <a:gd name="T1" fmla="*/ 20 h 50"/>
                <a:gd name="T2" fmla="*/ 22 w 95"/>
                <a:gd name="T3" fmla="*/ 13 h 50"/>
                <a:gd name="T4" fmla="*/ 52 w 95"/>
                <a:gd name="T5" fmla="*/ 5 h 50"/>
                <a:gd name="T6" fmla="*/ 58 w 95"/>
                <a:gd name="T7" fmla="*/ 8 h 50"/>
                <a:gd name="T8" fmla="*/ 68 w 95"/>
                <a:gd name="T9" fmla="*/ 4 h 50"/>
                <a:gd name="T10" fmla="*/ 83 w 95"/>
                <a:gd name="T11" fmla="*/ 6 h 50"/>
                <a:gd name="T12" fmla="*/ 114 w 95"/>
                <a:gd name="T13" fmla="*/ 19 h 50"/>
                <a:gd name="T14" fmla="*/ 100 w 95"/>
                <a:gd name="T15" fmla="*/ 40 h 50"/>
                <a:gd name="T16" fmla="*/ 61 w 95"/>
                <a:gd name="T17" fmla="*/ 58 h 50"/>
                <a:gd name="T18" fmla="*/ 30 w 95"/>
                <a:gd name="T19" fmla="*/ 51 h 50"/>
                <a:gd name="T20" fmla="*/ 0 w 95"/>
                <a:gd name="T21" fmla="*/ 20 h 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5" h="50">
                  <a:moveTo>
                    <a:pt x="0" y="17"/>
                  </a:moveTo>
                  <a:cubicBezTo>
                    <a:pt x="0" y="17"/>
                    <a:pt x="6" y="23"/>
                    <a:pt x="19" y="10"/>
                  </a:cubicBezTo>
                  <a:cubicBezTo>
                    <a:pt x="26" y="4"/>
                    <a:pt x="36" y="0"/>
                    <a:pt x="43" y="5"/>
                  </a:cubicBezTo>
                  <a:cubicBezTo>
                    <a:pt x="50" y="9"/>
                    <a:pt x="49" y="8"/>
                    <a:pt x="49" y="8"/>
                  </a:cubicBezTo>
                  <a:cubicBezTo>
                    <a:pt x="49" y="8"/>
                    <a:pt x="52" y="6"/>
                    <a:pt x="56" y="4"/>
                  </a:cubicBezTo>
                  <a:cubicBezTo>
                    <a:pt x="60" y="3"/>
                    <a:pt x="65" y="3"/>
                    <a:pt x="69" y="6"/>
                  </a:cubicBezTo>
                  <a:cubicBezTo>
                    <a:pt x="73" y="8"/>
                    <a:pt x="84" y="20"/>
                    <a:pt x="95" y="16"/>
                  </a:cubicBezTo>
                  <a:cubicBezTo>
                    <a:pt x="95" y="16"/>
                    <a:pt x="91" y="24"/>
                    <a:pt x="83" y="34"/>
                  </a:cubicBezTo>
                  <a:cubicBezTo>
                    <a:pt x="74" y="45"/>
                    <a:pt x="59" y="47"/>
                    <a:pt x="51" y="49"/>
                  </a:cubicBezTo>
                  <a:cubicBezTo>
                    <a:pt x="42" y="50"/>
                    <a:pt x="28" y="45"/>
                    <a:pt x="24" y="42"/>
                  </a:cubicBezTo>
                  <a:cubicBezTo>
                    <a:pt x="10" y="34"/>
                    <a:pt x="8" y="23"/>
                    <a:pt x="0" y="17"/>
                  </a:cubicBezTo>
                  <a:close/>
                </a:path>
              </a:pathLst>
            </a:custGeom>
            <a:solidFill>
              <a:srgbClr val="F9CA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577" name="Freeform 778">
              <a:extLst>
                <a:ext uri="{FF2B5EF4-FFF2-40B4-BE49-F238E27FC236}">
                  <a16:creationId xmlns:a16="http://schemas.microsoft.com/office/drawing/2014/main" id="{F0A8FCF5-76BB-4CBC-8082-DA6BC1A322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5" y="1018"/>
              <a:ext cx="108" cy="37"/>
            </a:xfrm>
            <a:custGeom>
              <a:avLst/>
              <a:gdLst>
                <a:gd name="T0" fmla="*/ 63 w 101"/>
                <a:gd name="T1" fmla="*/ 19 h 35"/>
                <a:gd name="T2" fmla="*/ 123 w 101"/>
                <a:gd name="T3" fmla="*/ 25 h 35"/>
                <a:gd name="T4" fmla="*/ 109 w 101"/>
                <a:gd name="T5" fmla="*/ 25 h 35"/>
                <a:gd name="T6" fmla="*/ 93 w 101"/>
                <a:gd name="T7" fmla="*/ 17 h 35"/>
                <a:gd name="T8" fmla="*/ 64 w 101"/>
                <a:gd name="T9" fmla="*/ 16 h 35"/>
                <a:gd name="T10" fmla="*/ 64 w 101"/>
                <a:gd name="T11" fmla="*/ 16 h 35"/>
                <a:gd name="T12" fmla="*/ 34 w 101"/>
                <a:gd name="T13" fmla="*/ 16 h 35"/>
                <a:gd name="T14" fmla="*/ 17 w 101"/>
                <a:gd name="T15" fmla="*/ 24 h 35"/>
                <a:gd name="T16" fmla="*/ 0 w 101"/>
                <a:gd name="T17" fmla="*/ 26 h 35"/>
                <a:gd name="T18" fmla="*/ 63 w 101"/>
                <a:gd name="T19" fmla="*/ 19 h 3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01" h="35">
                  <a:moveTo>
                    <a:pt x="51" y="16"/>
                  </a:moveTo>
                  <a:cubicBezTo>
                    <a:pt x="69" y="0"/>
                    <a:pt x="83" y="33"/>
                    <a:pt x="101" y="22"/>
                  </a:cubicBezTo>
                  <a:cubicBezTo>
                    <a:pt x="97" y="24"/>
                    <a:pt x="93" y="25"/>
                    <a:pt x="89" y="22"/>
                  </a:cubicBezTo>
                  <a:cubicBezTo>
                    <a:pt x="85" y="19"/>
                    <a:pt x="81" y="17"/>
                    <a:pt x="76" y="14"/>
                  </a:cubicBezTo>
                  <a:cubicBezTo>
                    <a:pt x="66" y="9"/>
                    <a:pt x="61" y="9"/>
                    <a:pt x="52" y="13"/>
                  </a:cubicBezTo>
                  <a:cubicBezTo>
                    <a:pt x="52" y="13"/>
                    <a:pt x="52" y="13"/>
                    <a:pt x="52" y="13"/>
                  </a:cubicBezTo>
                  <a:cubicBezTo>
                    <a:pt x="42" y="9"/>
                    <a:pt x="38" y="8"/>
                    <a:pt x="28" y="13"/>
                  </a:cubicBezTo>
                  <a:cubicBezTo>
                    <a:pt x="24" y="16"/>
                    <a:pt x="18" y="18"/>
                    <a:pt x="14" y="21"/>
                  </a:cubicBezTo>
                  <a:cubicBezTo>
                    <a:pt x="10" y="25"/>
                    <a:pt x="5" y="26"/>
                    <a:pt x="0" y="23"/>
                  </a:cubicBezTo>
                  <a:cubicBezTo>
                    <a:pt x="15" y="35"/>
                    <a:pt x="34" y="0"/>
                    <a:pt x="51" y="1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578" name="Freeform 779">
              <a:extLst>
                <a:ext uri="{FF2B5EF4-FFF2-40B4-BE49-F238E27FC236}">
                  <a16:creationId xmlns:a16="http://schemas.microsoft.com/office/drawing/2014/main" id="{5A4AACD2-65EE-4C4D-BEC2-17001EBF04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7" y="1054"/>
              <a:ext cx="84" cy="56"/>
            </a:xfrm>
            <a:custGeom>
              <a:avLst/>
              <a:gdLst>
                <a:gd name="T0" fmla="*/ 0 w 79"/>
                <a:gd name="T1" fmla="*/ 0 h 53"/>
                <a:gd name="T2" fmla="*/ 95 w 79"/>
                <a:gd name="T3" fmla="*/ 1 h 53"/>
                <a:gd name="T4" fmla="*/ 0 w 79"/>
                <a:gd name="T5" fmla="*/ 0 h 5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9" h="53">
                  <a:moveTo>
                    <a:pt x="0" y="0"/>
                  </a:moveTo>
                  <a:cubicBezTo>
                    <a:pt x="0" y="0"/>
                    <a:pt x="40" y="46"/>
                    <a:pt x="79" y="1"/>
                  </a:cubicBezTo>
                  <a:cubicBezTo>
                    <a:pt x="79" y="1"/>
                    <a:pt x="45" y="5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579" name="Freeform 780">
              <a:extLst>
                <a:ext uri="{FF2B5EF4-FFF2-40B4-BE49-F238E27FC236}">
                  <a16:creationId xmlns:a16="http://schemas.microsoft.com/office/drawing/2014/main" id="{73D2E0EE-4C47-4642-9FBC-6490FB1FEE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5" y="1046"/>
              <a:ext cx="88" cy="14"/>
            </a:xfrm>
            <a:custGeom>
              <a:avLst/>
              <a:gdLst>
                <a:gd name="T0" fmla="*/ 0 w 82"/>
                <a:gd name="T1" fmla="*/ 0 h 13"/>
                <a:gd name="T2" fmla="*/ 101 w 82"/>
                <a:gd name="T3" fmla="*/ 0 h 13"/>
                <a:gd name="T4" fmla="*/ 0 w 82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2" h="13">
                  <a:moveTo>
                    <a:pt x="0" y="0"/>
                  </a:moveTo>
                  <a:cubicBezTo>
                    <a:pt x="0" y="0"/>
                    <a:pt x="47" y="10"/>
                    <a:pt x="82" y="0"/>
                  </a:cubicBezTo>
                  <a:cubicBezTo>
                    <a:pt x="82" y="0"/>
                    <a:pt x="54" y="1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580" name="Freeform 781">
              <a:extLst>
                <a:ext uri="{FF2B5EF4-FFF2-40B4-BE49-F238E27FC236}">
                  <a16:creationId xmlns:a16="http://schemas.microsoft.com/office/drawing/2014/main" id="{88E70D40-A658-4507-AC35-C2679E4403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4" y="741"/>
              <a:ext cx="192" cy="217"/>
            </a:xfrm>
            <a:custGeom>
              <a:avLst/>
              <a:gdLst>
                <a:gd name="T0" fmla="*/ 219 w 180"/>
                <a:gd name="T1" fmla="*/ 40 h 203"/>
                <a:gd name="T2" fmla="*/ 185 w 180"/>
                <a:gd name="T3" fmla="*/ 68 h 203"/>
                <a:gd name="T4" fmla="*/ 127 w 180"/>
                <a:gd name="T5" fmla="*/ 100 h 203"/>
                <a:gd name="T6" fmla="*/ 157 w 180"/>
                <a:gd name="T7" fmla="*/ 73 h 203"/>
                <a:gd name="T8" fmla="*/ 89 w 180"/>
                <a:gd name="T9" fmla="*/ 109 h 203"/>
                <a:gd name="T10" fmla="*/ 105 w 180"/>
                <a:gd name="T11" fmla="*/ 88 h 203"/>
                <a:gd name="T12" fmla="*/ 67 w 180"/>
                <a:gd name="T13" fmla="*/ 111 h 203"/>
                <a:gd name="T14" fmla="*/ 22 w 180"/>
                <a:gd name="T15" fmla="*/ 198 h 203"/>
                <a:gd name="T16" fmla="*/ 17 w 180"/>
                <a:gd name="T17" fmla="*/ 226 h 203"/>
                <a:gd name="T18" fmla="*/ 15 w 180"/>
                <a:gd name="T19" fmla="*/ 248 h 203"/>
                <a:gd name="T20" fmla="*/ 20 w 180"/>
                <a:gd name="T21" fmla="*/ 123 h 203"/>
                <a:gd name="T22" fmla="*/ 67 w 180"/>
                <a:gd name="T23" fmla="*/ 49 h 203"/>
                <a:gd name="T24" fmla="*/ 103 w 180"/>
                <a:gd name="T25" fmla="*/ 17 h 203"/>
                <a:gd name="T26" fmla="*/ 143 w 180"/>
                <a:gd name="T27" fmla="*/ 0 h 203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80" h="203">
                  <a:moveTo>
                    <a:pt x="180" y="33"/>
                  </a:moveTo>
                  <a:cubicBezTo>
                    <a:pt x="178" y="46"/>
                    <a:pt x="162" y="51"/>
                    <a:pt x="152" y="56"/>
                  </a:cubicBezTo>
                  <a:cubicBezTo>
                    <a:pt x="135" y="63"/>
                    <a:pt x="121" y="75"/>
                    <a:pt x="105" y="82"/>
                  </a:cubicBezTo>
                  <a:cubicBezTo>
                    <a:pt x="111" y="72"/>
                    <a:pt x="121" y="67"/>
                    <a:pt x="129" y="60"/>
                  </a:cubicBezTo>
                  <a:cubicBezTo>
                    <a:pt x="110" y="64"/>
                    <a:pt x="91" y="82"/>
                    <a:pt x="73" y="89"/>
                  </a:cubicBezTo>
                  <a:cubicBezTo>
                    <a:pt x="77" y="84"/>
                    <a:pt x="82" y="77"/>
                    <a:pt x="86" y="72"/>
                  </a:cubicBezTo>
                  <a:cubicBezTo>
                    <a:pt x="77" y="80"/>
                    <a:pt x="66" y="85"/>
                    <a:pt x="55" y="91"/>
                  </a:cubicBezTo>
                  <a:cubicBezTo>
                    <a:pt x="29" y="105"/>
                    <a:pt x="23" y="144"/>
                    <a:pt x="19" y="162"/>
                  </a:cubicBezTo>
                  <a:cubicBezTo>
                    <a:pt x="18" y="169"/>
                    <a:pt x="15" y="176"/>
                    <a:pt x="14" y="184"/>
                  </a:cubicBezTo>
                  <a:cubicBezTo>
                    <a:pt x="13" y="190"/>
                    <a:pt x="15" y="198"/>
                    <a:pt x="12" y="203"/>
                  </a:cubicBezTo>
                  <a:cubicBezTo>
                    <a:pt x="0" y="173"/>
                    <a:pt x="5" y="130"/>
                    <a:pt x="17" y="101"/>
                  </a:cubicBezTo>
                  <a:cubicBezTo>
                    <a:pt x="26" y="79"/>
                    <a:pt x="39" y="57"/>
                    <a:pt x="55" y="40"/>
                  </a:cubicBezTo>
                  <a:cubicBezTo>
                    <a:pt x="64" y="31"/>
                    <a:pt x="74" y="21"/>
                    <a:pt x="85" y="14"/>
                  </a:cubicBezTo>
                  <a:cubicBezTo>
                    <a:pt x="95" y="8"/>
                    <a:pt x="108" y="6"/>
                    <a:pt x="118" y="0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581" name="Freeform 782">
              <a:extLst>
                <a:ext uri="{FF2B5EF4-FFF2-40B4-BE49-F238E27FC236}">
                  <a16:creationId xmlns:a16="http://schemas.microsoft.com/office/drawing/2014/main" id="{D73AAB54-68F5-45DB-8130-5C103AC9A0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9" y="778"/>
              <a:ext cx="143" cy="226"/>
            </a:xfrm>
            <a:custGeom>
              <a:avLst/>
              <a:gdLst>
                <a:gd name="T0" fmla="*/ 0 w 134"/>
                <a:gd name="T1" fmla="*/ 0 h 212"/>
                <a:gd name="T2" fmla="*/ 67 w 134"/>
                <a:gd name="T3" fmla="*/ 49 h 212"/>
                <a:gd name="T4" fmla="*/ 68 w 134"/>
                <a:gd name="T5" fmla="*/ 39 h 212"/>
                <a:gd name="T6" fmla="*/ 95 w 134"/>
                <a:gd name="T7" fmla="*/ 65 h 212"/>
                <a:gd name="T8" fmla="*/ 94 w 134"/>
                <a:gd name="T9" fmla="*/ 54 h 212"/>
                <a:gd name="T10" fmla="*/ 134 w 134"/>
                <a:gd name="T11" fmla="*/ 132 h 212"/>
                <a:gd name="T12" fmla="*/ 142 w 134"/>
                <a:gd name="T13" fmla="*/ 257 h 212"/>
                <a:gd name="T14" fmla="*/ 145 w 134"/>
                <a:gd name="T15" fmla="*/ 209 h 212"/>
                <a:gd name="T16" fmla="*/ 157 w 134"/>
                <a:gd name="T17" fmla="*/ 173 h 212"/>
                <a:gd name="T18" fmla="*/ 150 w 134"/>
                <a:gd name="T19" fmla="*/ 120 h 212"/>
                <a:gd name="T20" fmla="*/ 121 w 134"/>
                <a:gd name="T21" fmla="*/ 44 h 21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34" h="212">
                  <a:moveTo>
                    <a:pt x="0" y="0"/>
                  </a:moveTo>
                  <a:cubicBezTo>
                    <a:pt x="17" y="19"/>
                    <a:pt x="40" y="21"/>
                    <a:pt x="55" y="40"/>
                  </a:cubicBezTo>
                  <a:cubicBezTo>
                    <a:pt x="55" y="38"/>
                    <a:pt x="56" y="35"/>
                    <a:pt x="56" y="33"/>
                  </a:cubicBezTo>
                  <a:cubicBezTo>
                    <a:pt x="63" y="39"/>
                    <a:pt x="71" y="47"/>
                    <a:pt x="78" y="53"/>
                  </a:cubicBezTo>
                  <a:cubicBezTo>
                    <a:pt x="77" y="50"/>
                    <a:pt x="77" y="47"/>
                    <a:pt x="77" y="45"/>
                  </a:cubicBezTo>
                  <a:cubicBezTo>
                    <a:pt x="92" y="65"/>
                    <a:pt x="107" y="83"/>
                    <a:pt x="111" y="109"/>
                  </a:cubicBezTo>
                  <a:cubicBezTo>
                    <a:pt x="116" y="143"/>
                    <a:pt x="111" y="178"/>
                    <a:pt x="117" y="212"/>
                  </a:cubicBezTo>
                  <a:cubicBezTo>
                    <a:pt x="117" y="199"/>
                    <a:pt x="117" y="186"/>
                    <a:pt x="119" y="173"/>
                  </a:cubicBezTo>
                  <a:cubicBezTo>
                    <a:pt x="121" y="162"/>
                    <a:pt x="126" y="153"/>
                    <a:pt x="129" y="143"/>
                  </a:cubicBezTo>
                  <a:cubicBezTo>
                    <a:pt x="134" y="128"/>
                    <a:pt x="127" y="113"/>
                    <a:pt x="124" y="99"/>
                  </a:cubicBezTo>
                  <a:cubicBezTo>
                    <a:pt x="120" y="78"/>
                    <a:pt x="114" y="52"/>
                    <a:pt x="99" y="36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582" name="Freeform 783">
              <a:extLst>
                <a:ext uri="{FF2B5EF4-FFF2-40B4-BE49-F238E27FC236}">
                  <a16:creationId xmlns:a16="http://schemas.microsoft.com/office/drawing/2014/main" id="{73E3A0BC-3AFE-4C42-AB54-55E63D960E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8" y="888"/>
              <a:ext cx="23" cy="143"/>
            </a:xfrm>
            <a:custGeom>
              <a:avLst/>
              <a:gdLst>
                <a:gd name="T0" fmla="*/ 26 w 21"/>
                <a:gd name="T1" fmla="*/ 37 h 134"/>
                <a:gd name="T2" fmla="*/ 26 w 21"/>
                <a:gd name="T3" fmla="*/ 97 h 134"/>
                <a:gd name="T4" fmla="*/ 13 w 21"/>
                <a:gd name="T5" fmla="*/ 163 h 134"/>
                <a:gd name="T6" fmla="*/ 12 w 21"/>
                <a:gd name="T7" fmla="*/ 113 h 134"/>
                <a:gd name="T8" fmla="*/ 5 w 21"/>
                <a:gd name="T9" fmla="*/ 72 h 134"/>
                <a:gd name="T10" fmla="*/ 22 w 21"/>
                <a:gd name="T11" fmla="*/ 0 h 13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134">
                  <a:moveTo>
                    <a:pt x="20" y="31"/>
                  </a:moveTo>
                  <a:cubicBezTo>
                    <a:pt x="20" y="46"/>
                    <a:pt x="19" y="63"/>
                    <a:pt x="20" y="80"/>
                  </a:cubicBezTo>
                  <a:cubicBezTo>
                    <a:pt x="21" y="99"/>
                    <a:pt x="8" y="115"/>
                    <a:pt x="10" y="134"/>
                  </a:cubicBezTo>
                  <a:cubicBezTo>
                    <a:pt x="7" y="120"/>
                    <a:pt x="9" y="107"/>
                    <a:pt x="9" y="93"/>
                  </a:cubicBezTo>
                  <a:cubicBezTo>
                    <a:pt x="9" y="81"/>
                    <a:pt x="6" y="71"/>
                    <a:pt x="5" y="59"/>
                  </a:cubicBezTo>
                  <a:cubicBezTo>
                    <a:pt x="3" y="40"/>
                    <a:pt x="0" y="15"/>
                    <a:pt x="16" y="0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583" name="Freeform 784">
              <a:extLst>
                <a:ext uri="{FF2B5EF4-FFF2-40B4-BE49-F238E27FC236}">
                  <a16:creationId xmlns:a16="http://schemas.microsoft.com/office/drawing/2014/main" id="{86AFBDD8-3CAF-445D-835C-4CE0EA40269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0" y="904"/>
              <a:ext cx="20" cy="107"/>
            </a:xfrm>
            <a:custGeom>
              <a:avLst/>
              <a:gdLst>
                <a:gd name="T0" fmla="*/ 16 w 19"/>
                <a:gd name="T1" fmla="*/ 0 h 100"/>
                <a:gd name="T2" fmla="*/ 16 w 19"/>
                <a:gd name="T3" fmla="*/ 122 h 100"/>
                <a:gd name="T4" fmla="*/ 2 w 19"/>
                <a:gd name="T5" fmla="*/ 75 h 100"/>
                <a:gd name="T6" fmla="*/ 8 w 19"/>
                <a:gd name="T7" fmla="*/ 29 h 10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100">
                  <a:moveTo>
                    <a:pt x="13" y="0"/>
                  </a:moveTo>
                  <a:cubicBezTo>
                    <a:pt x="19" y="34"/>
                    <a:pt x="9" y="66"/>
                    <a:pt x="13" y="100"/>
                  </a:cubicBezTo>
                  <a:cubicBezTo>
                    <a:pt x="7" y="88"/>
                    <a:pt x="4" y="73"/>
                    <a:pt x="2" y="61"/>
                  </a:cubicBezTo>
                  <a:cubicBezTo>
                    <a:pt x="0" y="46"/>
                    <a:pt x="4" y="36"/>
                    <a:pt x="8" y="23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584" name="Freeform 785">
              <a:extLst>
                <a:ext uri="{FF2B5EF4-FFF2-40B4-BE49-F238E27FC236}">
                  <a16:creationId xmlns:a16="http://schemas.microsoft.com/office/drawing/2014/main" id="{9CF47F47-C40A-422E-8F6D-100B4B388E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3" y="737"/>
              <a:ext cx="134" cy="84"/>
            </a:xfrm>
            <a:custGeom>
              <a:avLst/>
              <a:gdLst>
                <a:gd name="T0" fmla="*/ 0 w 126"/>
                <a:gd name="T1" fmla="*/ 16 h 79"/>
                <a:gd name="T2" fmla="*/ 41 w 126"/>
                <a:gd name="T3" fmla="*/ 44 h 79"/>
                <a:gd name="T4" fmla="*/ 60 w 126"/>
                <a:gd name="T5" fmla="*/ 51 h 79"/>
                <a:gd name="T6" fmla="*/ 71 w 126"/>
                <a:gd name="T7" fmla="*/ 56 h 79"/>
                <a:gd name="T8" fmla="*/ 108 w 126"/>
                <a:gd name="T9" fmla="*/ 72 h 79"/>
                <a:gd name="T10" fmla="*/ 150 w 126"/>
                <a:gd name="T11" fmla="*/ 72 h 79"/>
                <a:gd name="T12" fmla="*/ 79 w 126"/>
                <a:gd name="T13" fmla="*/ 14 h 79"/>
                <a:gd name="T14" fmla="*/ 36 w 126"/>
                <a:gd name="T15" fmla="*/ 4 h 79"/>
                <a:gd name="T16" fmla="*/ 4 w 126"/>
                <a:gd name="T17" fmla="*/ 11 h 7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6" h="79">
                  <a:moveTo>
                    <a:pt x="0" y="13"/>
                  </a:moveTo>
                  <a:cubicBezTo>
                    <a:pt x="2" y="25"/>
                    <a:pt x="24" y="34"/>
                    <a:pt x="35" y="37"/>
                  </a:cubicBezTo>
                  <a:cubicBezTo>
                    <a:pt x="40" y="38"/>
                    <a:pt x="45" y="40"/>
                    <a:pt x="50" y="42"/>
                  </a:cubicBezTo>
                  <a:cubicBezTo>
                    <a:pt x="53" y="44"/>
                    <a:pt x="56" y="45"/>
                    <a:pt x="59" y="47"/>
                  </a:cubicBezTo>
                  <a:cubicBezTo>
                    <a:pt x="69" y="52"/>
                    <a:pt x="80" y="56"/>
                    <a:pt x="90" y="60"/>
                  </a:cubicBezTo>
                  <a:cubicBezTo>
                    <a:pt x="99" y="64"/>
                    <a:pt x="126" y="79"/>
                    <a:pt x="125" y="60"/>
                  </a:cubicBezTo>
                  <a:cubicBezTo>
                    <a:pt x="124" y="34"/>
                    <a:pt x="86" y="20"/>
                    <a:pt x="66" y="11"/>
                  </a:cubicBezTo>
                  <a:cubicBezTo>
                    <a:pt x="54" y="6"/>
                    <a:pt x="43" y="6"/>
                    <a:pt x="30" y="4"/>
                  </a:cubicBezTo>
                  <a:cubicBezTo>
                    <a:pt x="23" y="3"/>
                    <a:pt x="8" y="0"/>
                    <a:pt x="4" y="8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</p:grpSp>
      <p:grpSp>
        <p:nvGrpSpPr>
          <p:cNvPr id="53252" name="Obese-female-torso-illustration">
            <a:extLst>
              <a:ext uri="{FF2B5EF4-FFF2-40B4-BE49-F238E27FC236}">
                <a16:creationId xmlns:a16="http://schemas.microsoft.com/office/drawing/2014/main" id="{3A0F22D9-522C-4004-AF49-3168D2AF8C51}"/>
              </a:ext>
            </a:extLst>
          </p:cNvPr>
          <p:cNvGrpSpPr>
            <a:grpSpLocks/>
          </p:cNvGrpSpPr>
          <p:nvPr/>
        </p:nvGrpSpPr>
        <p:grpSpPr bwMode="auto">
          <a:xfrm>
            <a:off x="6845300" y="2008188"/>
            <a:ext cx="2419350" cy="3041650"/>
            <a:chOff x="3352" y="1233"/>
            <a:chExt cx="1524" cy="1916"/>
          </a:xfrm>
        </p:grpSpPr>
        <p:sp>
          <p:nvSpPr>
            <p:cNvPr id="53375" name="Freeform 787">
              <a:extLst>
                <a:ext uri="{FF2B5EF4-FFF2-40B4-BE49-F238E27FC236}">
                  <a16:creationId xmlns:a16="http://schemas.microsoft.com/office/drawing/2014/main" id="{9B33C1E7-A773-4374-9777-2566253074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2" y="1233"/>
              <a:ext cx="1524" cy="1916"/>
            </a:xfrm>
            <a:custGeom>
              <a:avLst/>
              <a:gdLst>
                <a:gd name="T0" fmla="*/ 893 w 1409"/>
                <a:gd name="T1" fmla="*/ 281 h 1772"/>
                <a:gd name="T2" fmla="*/ 1114 w 1409"/>
                <a:gd name="T3" fmla="*/ 0 h 1772"/>
                <a:gd name="T4" fmla="*/ 1470 w 1409"/>
                <a:gd name="T5" fmla="*/ 102 h 1772"/>
                <a:gd name="T6" fmla="*/ 1432 w 1409"/>
                <a:gd name="T7" fmla="*/ 529 h 1772"/>
                <a:gd name="T8" fmla="*/ 1458 w 1409"/>
                <a:gd name="T9" fmla="*/ 675 h 1772"/>
                <a:gd name="T10" fmla="*/ 1516 w 1409"/>
                <a:gd name="T11" fmla="*/ 800 h 1772"/>
                <a:gd name="T12" fmla="*/ 1608 w 1409"/>
                <a:gd name="T13" fmla="*/ 1038 h 1772"/>
                <a:gd name="T14" fmla="*/ 1732 w 1409"/>
                <a:gd name="T15" fmla="*/ 1479 h 1772"/>
                <a:gd name="T16" fmla="*/ 1721 w 1409"/>
                <a:gd name="T17" fmla="*/ 2161 h 1772"/>
                <a:gd name="T18" fmla="*/ 933 w 1409"/>
                <a:gd name="T19" fmla="*/ 2240 h 1772"/>
                <a:gd name="T20" fmla="*/ 835 w 1409"/>
                <a:gd name="T21" fmla="*/ 2240 h 1772"/>
                <a:gd name="T22" fmla="*/ 61 w 1409"/>
                <a:gd name="T23" fmla="*/ 2161 h 1772"/>
                <a:gd name="T24" fmla="*/ 51 w 1409"/>
                <a:gd name="T25" fmla="*/ 1479 h 1772"/>
                <a:gd name="T26" fmla="*/ 172 w 1409"/>
                <a:gd name="T27" fmla="*/ 1038 h 1772"/>
                <a:gd name="T28" fmla="*/ 266 w 1409"/>
                <a:gd name="T29" fmla="*/ 800 h 1772"/>
                <a:gd name="T30" fmla="*/ 324 w 1409"/>
                <a:gd name="T31" fmla="*/ 675 h 1772"/>
                <a:gd name="T32" fmla="*/ 349 w 1409"/>
                <a:gd name="T33" fmla="*/ 529 h 1772"/>
                <a:gd name="T34" fmla="*/ 313 w 1409"/>
                <a:gd name="T35" fmla="*/ 102 h 1772"/>
                <a:gd name="T36" fmla="*/ 668 w 1409"/>
                <a:gd name="T37" fmla="*/ 0 h 1772"/>
                <a:gd name="T38" fmla="*/ 888 w 1409"/>
                <a:gd name="T39" fmla="*/ 281 h 1772"/>
                <a:gd name="T40" fmla="*/ 893 w 1409"/>
                <a:gd name="T41" fmla="*/ 281 h 1772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409" h="1772">
                  <a:moveTo>
                    <a:pt x="706" y="222"/>
                  </a:moveTo>
                  <a:cubicBezTo>
                    <a:pt x="880" y="0"/>
                    <a:pt x="880" y="0"/>
                    <a:pt x="880" y="0"/>
                  </a:cubicBezTo>
                  <a:cubicBezTo>
                    <a:pt x="880" y="0"/>
                    <a:pt x="1078" y="14"/>
                    <a:pt x="1161" y="80"/>
                  </a:cubicBezTo>
                  <a:cubicBezTo>
                    <a:pt x="1132" y="418"/>
                    <a:pt x="1132" y="418"/>
                    <a:pt x="1132" y="418"/>
                  </a:cubicBezTo>
                  <a:cubicBezTo>
                    <a:pt x="1132" y="418"/>
                    <a:pt x="1155" y="480"/>
                    <a:pt x="1152" y="534"/>
                  </a:cubicBezTo>
                  <a:cubicBezTo>
                    <a:pt x="1152" y="534"/>
                    <a:pt x="1195" y="588"/>
                    <a:pt x="1198" y="633"/>
                  </a:cubicBezTo>
                  <a:cubicBezTo>
                    <a:pt x="1200" y="679"/>
                    <a:pt x="1274" y="699"/>
                    <a:pt x="1271" y="821"/>
                  </a:cubicBezTo>
                  <a:cubicBezTo>
                    <a:pt x="1271" y="821"/>
                    <a:pt x="1362" y="909"/>
                    <a:pt x="1368" y="1170"/>
                  </a:cubicBezTo>
                  <a:cubicBezTo>
                    <a:pt x="1374" y="1432"/>
                    <a:pt x="1360" y="1710"/>
                    <a:pt x="1360" y="1710"/>
                  </a:cubicBezTo>
                  <a:cubicBezTo>
                    <a:pt x="1360" y="1710"/>
                    <a:pt x="1409" y="1770"/>
                    <a:pt x="738" y="1772"/>
                  </a:cubicBezTo>
                  <a:cubicBezTo>
                    <a:pt x="660" y="1772"/>
                    <a:pt x="660" y="1772"/>
                    <a:pt x="660" y="1772"/>
                  </a:cubicBezTo>
                  <a:cubicBezTo>
                    <a:pt x="0" y="1769"/>
                    <a:pt x="48" y="1710"/>
                    <a:pt x="48" y="1710"/>
                  </a:cubicBezTo>
                  <a:cubicBezTo>
                    <a:pt x="48" y="1710"/>
                    <a:pt x="34" y="1432"/>
                    <a:pt x="40" y="1170"/>
                  </a:cubicBezTo>
                  <a:cubicBezTo>
                    <a:pt x="46" y="909"/>
                    <a:pt x="136" y="821"/>
                    <a:pt x="136" y="821"/>
                  </a:cubicBezTo>
                  <a:cubicBezTo>
                    <a:pt x="134" y="699"/>
                    <a:pt x="208" y="679"/>
                    <a:pt x="210" y="633"/>
                  </a:cubicBezTo>
                  <a:cubicBezTo>
                    <a:pt x="212" y="588"/>
                    <a:pt x="256" y="534"/>
                    <a:pt x="256" y="534"/>
                  </a:cubicBezTo>
                  <a:cubicBezTo>
                    <a:pt x="253" y="480"/>
                    <a:pt x="276" y="418"/>
                    <a:pt x="276" y="418"/>
                  </a:cubicBezTo>
                  <a:cubicBezTo>
                    <a:pt x="247" y="80"/>
                    <a:pt x="247" y="80"/>
                    <a:pt x="247" y="80"/>
                  </a:cubicBezTo>
                  <a:cubicBezTo>
                    <a:pt x="330" y="14"/>
                    <a:pt x="528" y="0"/>
                    <a:pt x="528" y="0"/>
                  </a:cubicBezTo>
                  <a:cubicBezTo>
                    <a:pt x="702" y="222"/>
                    <a:pt x="702" y="222"/>
                    <a:pt x="702" y="222"/>
                  </a:cubicBezTo>
                  <a:lnTo>
                    <a:pt x="706" y="222"/>
                  </a:lnTo>
                  <a:close/>
                </a:path>
              </a:pathLst>
            </a:custGeom>
            <a:solidFill>
              <a:srgbClr val="6CB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376" name="Freeform 788">
              <a:extLst>
                <a:ext uri="{FF2B5EF4-FFF2-40B4-BE49-F238E27FC236}">
                  <a16:creationId xmlns:a16="http://schemas.microsoft.com/office/drawing/2014/main" id="{9BE87CF3-8BC4-4FB7-AE6A-BE74E42AE67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0" y="1258"/>
              <a:ext cx="776" cy="1891"/>
            </a:xfrm>
            <a:custGeom>
              <a:avLst/>
              <a:gdLst>
                <a:gd name="T0" fmla="*/ 855 w 718"/>
                <a:gd name="T1" fmla="*/ 1450 h 1749"/>
                <a:gd name="T2" fmla="*/ 733 w 718"/>
                <a:gd name="T3" fmla="*/ 1009 h 1749"/>
                <a:gd name="T4" fmla="*/ 640 w 718"/>
                <a:gd name="T5" fmla="*/ 772 h 1749"/>
                <a:gd name="T6" fmla="*/ 581 w 718"/>
                <a:gd name="T7" fmla="*/ 645 h 1749"/>
                <a:gd name="T8" fmla="*/ 558 w 718"/>
                <a:gd name="T9" fmla="*/ 500 h 1749"/>
                <a:gd name="T10" fmla="*/ 593 w 718"/>
                <a:gd name="T11" fmla="*/ 72 h 1749"/>
                <a:gd name="T12" fmla="*/ 422 w 718"/>
                <a:gd name="T13" fmla="*/ 0 h 1749"/>
                <a:gd name="T14" fmla="*/ 422 w 718"/>
                <a:gd name="T15" fmla="*/ 0 h 1749"/>
                <a:gd name="T16" fmla="*/ 529 w 718"/>
                <a:gd name="T17" fmla="*/ 72 h 1749"/>
                <a:gd name="T18" fmla="*/ 548 w 718"/>
                <a:gd name="T19" fmla="*/ 502 h 1749"/>
                <a:gd name="T20" fmla="*/ 575 w 718"/>
                <a:gd name="T21" fmla="*/ 772 h 1749"/>
                <a:gd name="T22" fmla="*/ 667 w 718"/>
                <a:gd name="T23" fmla="*/ 1009 h 1749"/>
                <a:gd name="T24" fmla="*/ 839 w 718"/>
                <a:gd name="T25" fmla="*/ 1448 h 1749"/>
                <a:gd name="T26" fmla="*/ 779 w 718"/>
                <a:gd name="T27" fmla="*/ 2132 h 1749"/>
                <a:gd name="T28" fmla="*/ 0 w 718"/>
                <a:gd name="T29" fmla="*/ 2211 h 1749"/>
                <a:gd name="T30" fmla="*/ 59 w 718"/>
                <a:gd name="T31" fmla="*/ 2211 h 1749"/>
                <a:gd name="T32" fmla="*/ 844 w 718"/>
                <a:gd name="T33" fmla="*/ 2132 h 1749"/>
                <a:gd name="T34" fmla="*/ 855 w 718"/>
                <a:gd name="T35" fmla="*/ 1450 h 1749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718" h="1749">
                  <a:moveTo>
                    <a:pt x="677" y="1147"/>
                  </a:moveTo>
                  <a:cubicBezTo>
                    <a:pt x="671" y="886"/>
                    <a:pt x="580" y="798"/>
                    <a:pt x="580" y="798"/>
                  </a:cubicBezTo>
                  <a:cubicBezTo>
                    <a:pt x="583" y="676"/>
                    <a:pt x="509" y="656"/>
                    <a:pt x="507" y="610"/>
                  </a:cubicBezTo>
                  <a:cubicBezTo>
                    <a:pt x="504" y="565"/>
                    <a:pt x="461" y="511"/>
                    <a:pt x="461" y="511"/>
                  </a:cubicBezTo>
                  <a:cubicBezTo>
                    <a:pt x="464" y="457"/>
                    <a:pt x="441" y="395"/>
                    <a:pt x="441" y="395"/>
                  </a:cubicBezTo>
                  <a:cubicBezTo>
                    <a:pt x="470" y="57"/>
                    <a:pt x="470" y="57"/>
                    <a:pt x="470" y="57"/>
                  </a:cubicBezTo>
                  <a:cubicBezTo>
                    <a:pt x="385" y="5"/>
                    <a:pt x="334" y="0"/>
                    <a:pt x="334" y="0"/>
                  </a:cubicBezTo>
                  <a:cubicBezTo>
                    <a:pt x="334" y="0"/>
                    <a:pt x="334" y="0"/>
                    <a:pt x="334" y="0"/>
                  </a:cubicBezTo>
                  <a:cubicBezTo>
                    <a:pt x="366" y="12"/>
                    <a:pt x="419" y="24"/>
                    <a:pt x="418" y="57"/>
                  </a:cubicBezTo>
                  <a:cubicBezTo>
                    <a:pt x="434" y="397"/>
                    <a:pt x="434" y="397"/>
                    <a:pt x="434" y="397"/>
                  </a:cubicBezTo>
                  <a:cubicBezTo>
                    <a:pt x="434" y="397"/>
                    <a:pt x="476" y="558"/>
                    <a:pt x="455" y="610"/>
                  </a:cubicBezTo>
                  <a:cubicBezTo>
                    <a:pt x="457" y="656"/>
                    <a:pt x="531" y="676"/>
                    <a:pt x="528" y="798"/>
                  </a:cubicBezTo>
                  <a:cubicBezTo>
                    <a:pt x="528" y="798"/>
                    <a:pt x="659" y="884"/>
                    <a:pt x="664" y="1145"/>
                  </a:cubicBezTo>
                  <a:cubicBezTo>
                    <a:pt x="670" y="1406"/>
                    <a:pt x="617" y="1687"/>
                    <a:pt x="617" y="1687"/>
                  </a:cubicBezTo>
                  <a:cubicBezTo>
                    <a:pt x="617" y="1687"/>
                    <a:pt x="665" y="1747"/>
                    <a:pt x="0" y="1749"/>
                  </a:cubicBezTo>
                  <a:cubicBezTo>
                    <a:pt x="47" y="1749"/>
                    <a:pt x="47" y="1749"/>
                    <a:pt x="47" y="1749"/>
                  </a:cubicBezTo>
                  <a:cubicBezTo>
                    <a:pt x="718" y="1747"/>
                    <a:pt x="669" y="1687"/>
                    <a:pt x="669" y="1687"/>
                  </a:cubicBezTo>
                  <a:cubicBezTo>
                    <a:pt x="669" y="1687"/>
                    <a:pt x="683" y="1409"/>
                    <a:pt x="677" y="1147"/>
                  </a:cubicBezTo>
                  <a:close/>
                </a:path>
              </a:pathLst>
            </a:custGeom>
            <a:solidFill>
              <a:srgbClr val="56B3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377" name="Freeform 789">
              <a:extLst>
                <a:ext uri="{FF2B5EF4-FFF2-40B4-BE49-F238E27FC236}">
                  <a16:creationId xmlns:a16="http://schemas.microsoft.com/office/drawing/2014/main" id="{F1C95B4A-F90C-4599-8271-9DA861CC237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352" y="1233"/>
              <a:ext cx="1080" cy="1916"/>
            </a:xfrm>
            <a:custGeom>
              <a:avLst/>
              <a:gdLst>
                <a:gd name="T0" fmla="*/ 228 w 998"/>
                <a:gd name="T1" fmla="*/ 2161 h 1772"/>
                <a:gd name="T2" fmla="*/ 105 w 998"/>
                <a:gd name="T3" fmla="*/ 1543 h 1772"/>
                <a:gd name="T4" fmla="*/ 315 w 998"/>
                <a:gd name="T5" fmla="*/ 1032 h 1772"/>
                <a:gd name="T6" fmla="*/ 315 w 998"/>
                <a:gd name="T7" fmla="*/ 806 h 1772"/>
                <a:gd name="T8" fmla="*/ 358 w 998"/>
                <a:gd name="T9" fmla="*/ 688 h 1772"/>
                <a:gd name="T10" fmla="*/ 395 w 998"/>
                <a:gd name="T11" fmla="*/ 507 h 1772"/>
                <a:gd name="T12" fmla="*/ 480 w 998"/>
                <a:gd name="T13" fmla="*/ 102 h 1772"/>
                <a:gd name="T14" fmla="*/ 687 w 998"/>
                <a:gd name="T15" fmla="*/ 21 h 1772"/>
                <a:gd name="T16" fmla="*/ 669 w 998"/>
                <a:gd name="T17" fmla="*/ 0 h 1772"/>
                <a:gd name="T18" fmla="*/ 313 w 998"/>
                <a:gd name="T19" fmla="*/ 102 h 1772"/>
                <a:gd name="T20" fmla="*/ 351 w 998"/>
                <a:gd name="T21" fmla="*/ 529 h 1772"/>
                <a:gd name="T22" fmla="*/ 325 w 998"/>
                <a:gd name="T23" fmla="*/ 675 h 1772"/>
                <a:gd name="T24" fmla="*/ 266 w 998"/>
                <a:gd name="T25" fmla="*/ 800 h 1772"/>
                <a:gd name="T26" fmla="*/ 172 w 998"/>
                <a:gd name="T27" fmla="*/ 1038 h 1772"/>
                <a:gd name="T28" fmla="*/ 51 w 998"/>
                <a:gd name="T29" fmla="*/ 1479 h 1772"/>
                <a:gd name="T30" fmla="*/ 61 w 998"/>
                <a:gd name="T31" fmla="*/ 2161 h 1772"/>
                <a:gd name="T32" fmla="*/ 837 w 998"/>
                <a:gd name="T33" fmla="*/ 2240 h 1772"/>
                <a:gd name="T34" fmla="*/ 936 w 998"/>
                <a:gd name="T35" fmla="*/ 2240 h 1772"/>
                <a:gd name="T36" fmla="*/ 975 w 998"/>
                <a:gd name="T37" fmla="*/ 2240 h 1772"/>
                <a:gd name="T38" fmla="*/ 228 w 998"/>
                <a:gd name="T39" fmla="*/ 2161 h 1772"/>
                <a:gd name="T40" fmla="*/ 1115 w 998"/>
                <a:gd name="T41" fmla="*/ 0 h 1772"/>
                <a:gd name="T42" fmla="*/ 895 w 998"/>
                <a:gd name="T43" fmla="*/ 281 h 1772"/>
                <a:gd name="T44" fmla="*/ 1265 w 998"/>
                <a:gd name="T45" fmla="*/ 21 h 1772"/>
                <a:gd name="T46" fmla="*/ 1115 w 998"/>
                <a:gd name="T47" fmla="*/ 0 h 1772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998" h="1772">
                  <a:moveTo>
                    <a:pt x="180" y="1710"/>
                  </a:moveTo>
                  <a:cubicBezTo>
                    <a:pt x="180" y="1710"/>
                    <a:pt x="67" y="1626"/>
                    <a:pt x="83" y="1221"/>
                  </a:cubicBezTo>
                  <a:cubicBezTo>
                    <a:pt x="92" y="1008"/>
                    <a:pt x="249" y="816"/>
                    <a:pt x="249" y="816"/>
                  </a:cubicBezTo>
                  <a:cubicBezTo>
                    <a:pt x="198" y="781"/>
                    <a:pt x="247" y="683"/>
                    <a:pt x="249" y="637"/>
                  </a:cubicBezTo>
                  <a:cubicBezTo>
                    <a:pt x="251" y="592"/>
                    <a:pt x="283" y="544"/>
                    <a:pt x="283" y="544"/>
                  </a:cubicBezTo>
                  <a:cubicBezTo>
                    <a:pt x="243" y="470"/>
                    <a:pt x="311" y="401"/>
                    <a:pt x="311" y="401"/>
                  </a:cubicBezTo>
                  <a:cubicBezTo>
                    <a:pt x="379" y="80"/>
                    <a:pt x="379" y="80"/>
                    <a:pt x="379" y="80"/>
                  </a:cubicBezTo>
                  <a:cubicBezTo>
                    <a:pt x="418" y="49"/>
                    <a:pt x="484" y="29"/>
                    <a:pt x="542" y="17"/>
                  </a:cubicBezTo>
                  <a:cubicBezTo>
                    <a:pt x="528" y="0"/>
                    <a:pt x="528" y="0"/>
                    <a:pt x="528" y="0"/>
                  </a:cubicBezTo>
                  <a:cubicBezTo>
                    <a:pt x="528" y="0"/>
                    <a:pt x="330" y="14"/>
                    <a:pt x="247" y="80"/>
                  </a:cubicBezTo>
                  <a:cubicBezTo>
                    <a:pt x="276" y="418"/>
                    <a:pt x="276" y="418"/>
                    <a:pt x="276" y="418"/>
                  </a:cubicBezTo>
                  <a:cubicBezTo>
                    <a:pt x="276" y="418"/>
                    <a:pt x="253" y="480"/>
                    <a:pt x="256" y="534"/>
                  </a:cubicBezTo>
                  <a:cubicBezTo>
                    <a:pt x="256" y="534"/>
                    <a:pt x="212" y="588"/>
                    <a:pt x="210" y="633"/>
                  </a:cubicBezTo>
                  <a:cubicBezTo>
                    <a:pt x="208" y="679"/>
                    <a:pt x="134" y="699"/>
                    <a:pt x="136" y="821"/>
                  </a:cubicBezTo>
                  <a:cubicBezTo>
                    <a:pt x="136" y="821"/>
                    <a:pt x="46" y="909"/>
                    <a:pt x="40" y="1170"/>
                  </a:cubicBezTo>
                  <a:cubicBezTo>
                    <a:pt x="34" y="1432"/>
                    <a:pt x="48" y="1710"/>
                    <a:pt x="48" y="1710"/>
                  </a:cubicBezTo>
                  <a:cubicBezTo>
                    <a:pt x="48" y="1710"/>
                    <a:pt x="0" y="1769"/>
                    <a:pt x="660" y="1772"/>
                  </a:cubicBezTo>
                  <a:cubicBezTo>
                    <a:pt x="738" y="1772"/>
                    <a:pt x="738" y="1772"/>
                    <a:pt x="738" y="1772"/>
                  </a:cubicBezTo>
                  <a:cubicBezTo>
                    <a:pt x="749" y="1772"/>
                    <a:pt x="760" y="1772"/>
                    <a:pt x="770" y="1772"/>
                  </a:cubicBezTo>
                  <a:cubicBezTo>
                    <a:pt x="224" y="1769"/>
                    <a:pt x="180" y="1710"/>
                    <a:pt x="180" y="1710"/>
                  </a:cubicBezTo>
                  <a:close/>
                  <a:moveTo>
                    <a:pt x="880" y="0"/>
                  </a:moveTo>
                  <a:cubicBezTo>
                    <a:pt x="706" y="222"/>
                    <a:pt x="706" y="222"/>
                    <a:pt x="706" y="222"/>
                  </a:cubicBezTo>
                  <a:cubicBezTo>
                    <a:pt x="998" y="17"/>
                    <a:pt x="998" y="17"/>
                    <a:pt x="998" y="17"/>
                  </a:cubicBezTo>
                  <a:cubicBezTo>
                    <a:pt x="934" y="4"/>
                    <a:pt x="880" y="0"/>
                    <a:pt x="880" y="0"/>
                  </a:cubicBezTo>
                  <a:close/>
                </a:path>
              </a:pathLst>
            </a:custGeom>
            <a:solidFill>
              <a:srgbClr val="87C5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378" name="Freeform 790">
              <a:extLst>
                <a:ext uri="{FF2B5EF4-FFF2-40B4-BE49-F238E27FC236}">
                  <a16:creationId xmlns:a16="http://schemas.microsoft.com/office/drawing/2014/main" id="{11D24695-355C-48A1-8CF7-A2BB9F2215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2" y="1233"/>
              <a:ext cx="1524" cy="1916"/>
            </a:xfrm>
            <a:custGeom>
              <a:avLst/>
              <a:gdLst>
                <a:gd name="T0" fmla="*/ 893 w 1409"/>
                <a:gd name="T1" fmla="*/ 281 h 1772"/>
                <a:gd name="T2" fmla="*/ 1114 w 1409"/>
                <a:gd name="T3" fmla="*/ 0 h 1772"/>
                <a:gd name="T4" fmla="*/ 1470 w 1409"/>
                <a:gd name="T5" fmla="*/ 102 h 1772"/>
                <a:gd name="T6" fmla="*/ 1432 w 1409"/>
                <a:gd name="T7" fmla="*/ 529 h 1772"/>
                <a:gd name="T8" fmla="*/ 1458 w 1409"/>
                <a:gd name="T9" fmla="*/ 675 h 1772"/>
                <a:gd name="T10" fmla="*/ 1516 w 1409"/>
                <a:gd name="T11" fmla="*/ 800 h 1772"/>
                <a:gd name="T12" fmla="*/ 1608 w 1409"/>
                <a:gd name="T13" fmla="*/ 1038 h 1772"/>
                <a:gd name="T14" fmla="*/ 1732 w 1409"/>
                <a:gd name="T15" fmla="*/ 1479 h 1772"/>
                <a:gd name="T16" fmla="*/ 1721 w 1409"/>
                <a:gd name="T17" fmla="*/ 2161 h 1772"/>
                <a:gd name="T18" fmla="*/ 933 w 1409"/>
                <a:gd name="T19" fmla="*/ 2240 h 1772"/>
                <a:gd name="T20" fmla="*/ 835 w 1409"/>
                <a:gd name="T21" fmla="*/ 2240 h 1772"/>
                <a:gd name="T22" fmla="*/ 61 w 1409"/>
                <a:gd name="T23" fmla="*/ 2161 h 1772"/>
                <a:gd name="T24" fmla="*/ 51 w 1409"/>
                <a:gd name="T25" fmla="*/ 1479 h 1772"/>
                <a:gd name="T26" fmla="*/ 172 w 1409"/>
                <a:gd name="T27" fmla="*/ 1038 h 1772"/>
                <a:gd name="T28" fmla="*/ 266 w 1409"/>
                <a:gd name="T29" fmla="*/ 800 h 1772"/>
                <a:gd name="T30" fmla="*/ 324 w 1409"/>
                <a:gd name="T31" fmla="*/ 675 h 1772"/>
                <a:gd name="T32" fmla="*/ 349 w 1409"/>
                <a:gd name="T33" fmla="*/ 529 h 1772"/>
                <a:gd name="T34" fmla="*/ 313 w 1409"/>
                <a:gd name="T35" fmla="*/ 102 h 1772"/>
                <a:gd name="T36" fmla="*/ 668 w 1409"/>
                <a:gd name="T37" fmla="*/ 0 h 1772"/>
                <a:gd name="T38" fmla="*/ 888 w 1409"/>
                <a:gd name="T39" fmla="*/ 281 h 1772"/>
                <a:gd name="T40" fmla="*/ 893 w 1409"/>
                <a:gd name="T41" fmla="*/ 281 h 1772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409" h="1772">
                  <a:moveTo>
                    <a:pt x="706" y="222"/>
                  </a:moveTo>
                  <a:cubicBezTo>
                    <a:pt x="880" y="0"/>
                    <a:pt x="880" y="0"/>
                    <a:pt x="880" y="0"/>
                  </a:cubicBezTo>
                  <a:cubicBezTo>
                    <a:pt x="880" y="0"/>
                    <a:pt x="1078" y="14"/>
                    <a:pt x="1161" y="80"/>
                  </a:cubicBezTo>
                  <a:cubicBezTo>
                    <a:pt x="1132" y="418"/>
                    <a:pt x="1132" y="418"/>
                    <a:pt x="1132" y="418"/>
                  </a:cubicBezTo>
                  <a:cubicBezTo>
                    <a:pt x="1132" y="418"/>
                    <a:pt x="1155" y="480"/>
                    <a:pt x="1152" y="534"/>
                  </a:cubicBezTo>
                  <a:cubicBezTo>
                    <a:pt x="1152" y="534"/>
                    <a:pt x="1195" y="588"/>
                    <a:pt x="1198" y="633"/>
                  </a:cubicBezTo>
                  <a:cubicBezTo>
                    <a:pt x="1200" y="679"/>
                    <a:pt x="1274" y="699"/>
                    <a:pt x="1271" y="821"/>
                  </a:cubicBezTo>
                  <a:cubicBezTo>
                    <a:pt x="1271" y="821"/>
                    <a:pt x="1362" y="909"/>
                    <a:pt x="1368" y="1170"/>
                  </a:cubicBezTo>
                  <a:cubicBezTo>
                    <a:pt x="1374" y="1432"/>
                    <a:pt x="1360" y="1710"/>
                    <a:pt x="1360" y="1710"/>
                  </a:cubicBezTo>
                  <a:cubicBezTo>
                    <a:pt x="1360" y="1710"/>
                    <a:pt x="1409" y="1770"/>
                    <a:pt x="738" y="1772"/>
                  </a:cubicBezTo>
                  <a:cubicBezTo>
                    <a:pt x="660" y="1772"/>
                    <a:pt x="660" y="1772"/>
                    <a:pt x="660" y="1772"/>
                  </a:cubicBezTo>
                  <a:cubicBezTo>
                    <a:pt x="0" y="1769"/>
                    <a:pt x="48" y="1710"/>
                    <a:pt x="48" y="1710"/>
                  </a:cubicBezTo>
                  <a:cubicBezTo>
                    <a:pt x="48" y="1710"/>
                    <a:pt x="34" y="1432"/>
                    <a:pt x="40" y="1170"/>
                  </a:cubicBezTo>
                  <a:cubicBezTo>
                    <a:pt x="46" y="909"/>
                    <a:pt x="136" y="821"/>
                    <a:pt x="136" y="821"/>
                  </a:cubicBezTo>
                  <a:cubicBezTo>
                    <a:pt x="134" y="699"/>
                    <a:pt x="208" y="679"/>
                    <a:pt x="210" y="633"/>
                  </a:cubicBezTo>
                  <a:cubicBezTo>
                    <a:pt x="212" y="588"/>
                    <a:pt x="256" y="534"/>
                    <a:pt x="256" y="534"/>
                  </a:cubicBezTo>
                  <a:cubicBezTo>
                    <a:pt x="253" y="480"/>
                    <a:pt x="276" y="418"/>
                    <a:pt x="276" y="418"/>
                  </a:cubicBezTo>
                  <a:cubicBezTo>
                    <a:pt x="247" y="80"/>
                    <a:pt x="247" y="80"/>
                    <a:pt x="247" y="80"/>
                  </a:cubicBezTo>
                  <a:cubicBezTo>
                    <a:pt x="330" y="14"/>
                    <a:pt x="528" y="0"/>
                    <a:pt x="528" y="0"/>
                  </a:cubicBezTo>
                  <a:cubicBezTo>
                    <a:pt x="702" y="222"/>
                    <a:pt x="702" y="222"/>
                    <a:pt x="702" y="222"/>
                  </a:cubicBezTo>
                  <a:lnTo>
                    <a:pt x="706" y="222"/>
                  </a:lnTo>
                  <a:close/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379" name="Freeform 791">
              <a:extLst>
                <a:ext uri="{FF2B5EF4-FFF2-40B4-BE49-F238E27FC236}">
                  <a16:creationId xmlns:a16="http://schemas.microsoft.com/office/drawing/2014/main" id="{2A4525C4-0B5F-4B1A-BE61-C81E64704C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2" y="1320"/>
              <a:ext cx="235" cy="352"/>
            </a:xfrm>
            <a:custGeom>
              <a:avLst/>
              <a:gdLst>
                <a:gd name="T0" fmla="*/ 163 w 218"/>
                <a:gd name="T1" fmla="*/ 0 h 326"/>
                <a:gd name="T2" fmla="*/ 80 w 218"/>
                <a:gd name="T3" fmla="*/ 410 h 326"/>
                <a:gd name="T4" fmla="*/ 166 w 218"/>
                <a:gd name="T5" fmla="*/ 0 h 3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8" h="326">
                  <a:moveTo>
                    <a:pt x="130" y="0"/>
                  </a:moveTo>
                  <a:cubicBezTo>
                    <a:pt x="130" y="0"/>
                    <a:pt x="0" y="52"/>
                    <a:pt x="64" y="326"/>
                  </a:cubicBezTo>
                  <a:cubicBezTo>
                    <a:pt x="64" y="326"/>
                    <a:pt x="218" y="193"/>
                    <a:pt x="133" y="0"/>
                  </a:cubicBezTo>
                </a:path>
              </a:pathLst>
            </a:custGeom>
            <a:solidFill>
              <a:srgbClr val="6CB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380" name="Freeform 792">
              <a:extLst>
                <a:ext uri="{FF2B5EF4-FFF2-40B4-BE49-F238E27FC236}">
                  <a16:creationId xmlns:a16="http://schemas.microsoft.com/office/drawing/2014/main" id="{298289EB-8B2D-4679-8172-1880D1C9B2A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5" y="1894"/>
              <a:ext cx="870" cy="234"/>
            </a:xfrm>
            <a:custGeom>
              <a:avLst/>
              <a:gdLst>
                <a:gd name="T0" fmla="*/ 0 w 804"/>
                <a:gd name="T1" fmla="*/ 11 h 217"/>
                <a:gd name="T2" fmla="*/ 433 w 804"/>
                <a:gd name="T3" fmla="*/ 99 h 217"/>
                <a:gd name="T4" fmla="*/ 1018 w 804"/>
                <a:gd name="T5" fmla="*/ 70 h 217"/>
                <a:gd name="T6" fmla="*/ 709 w 804"/>
                <a:gd name="T7" fmla="*/ 148 h 217"/>
                <a:gd name="T8" fmla="*/ 158 w 804"/>
                <a:gd name="T9" fmla="*/ 151 h 217"/>
                <a:gd name="T10" fmla="*/ 0 w 804"/>
                <a:gd name="T11" fmla="*/ 11 h 21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04" h="217">
                  <a:moveTo>
                    <a:pt x="0" y="8"/>
                  </a:moveTo>
                  <a:cubicBezTo>
                    <a:pt x="0" y="8"/>
                    <a:pt x="124" y="190"/>
                    <a:pt x="342" y="79"/>
                  </a:cubicBezTo>
                  <a:cubicBezTo>
                    <a:pt x="497" y="0"/>
                    <a:pt x="652" y="217"/>
                    <a:pt x="804" y="56"/>
                  </a:cubicBezTo>
                  <a:cubicBezTo>
                    <a:pt x="804" y="56"/>
                    <a:pt x="725" y="174"/>
                    <a:pt x="559" y="118"/>
                  </a:cubicBezTo>
                  <a:cubicBezTo>
                    <a:pt x="392" y="62"/>
                    <a:pt x="336" y="157"/>
                    <a:pt x="125" y="121"/>
                  </a:cubicBezTo>
                  <a:cubicBezTo>
                    <a:pt x="26" y="104"/>
                    <a:pt x="0" y="8"/>
                    <a:pt x="0" y="8"/>
                  </a:cubicBezTo>
                  <a:close/>
                </a:path>
              </a:pathLst>
            </a:custGeom>
            <a:solidFill>
              <a:srgbClr val="56B3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381" name="Freeform 793">
              <a:extLst>
                <a:ext uri="{FF2B5EF4-FFF2-40B4-BE49-F238E27FC236}">
                  <a16:creationId xmlns:a16="http://schemas.microsoft.com/office/drawing/2014/main" id="{FA9EAC5C-66EB-41B9-9183-3194EB3ADB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5" y="1976"/>
              <a:ext cx="585" cy="367"/>
            </a:xfrm>
            <a:custGeom>
              <a:avLst/>
              <a:gdLst>
                <a:gd name="T0" fmla="*/ 15 w 541"/>
                <a:gd name="T1" fmla="*/ 0 h 340"/>
                <a:gd name="T2" fmla="*/ 111 w 541"/>
                <a:gd name="T3" fmla="*/ 138 h 340"/>
                <a:gd name="T4" fmla="*/ 270 w 541"/>
                <a:gd name="T5" fmla="*/ 237 h 340"/>
                <a:gd name="T6" fmla="*/ 446 w 541"/>
                <a:gd name="T7" fmla="*/ 335 h 340"/>
                <a:gd name="T8" fmla="*/ 684 w 541"/>
                <a:gd name="T9" fmla="*/ 354 h 340"/>
                <a:gd name="T10" fmla="*/ 268 w 541"/>
                <a:gd name="T11" fmla="*/ 275 h 340"/>
                <a:gd name="T12" fmla="*/ 192 w 541"/>
                <a:gd name="T13" fmla="*/ 220 h 340"/>
                <a:gd name="T14" fmla="*/ 107 w 541"/>
                <a:gd name="T15" fmla="*/ 185 h 340"/>
                <a:gd name="T16" fmla="*/ 0 w 541"/>
                <a:gd name="T17" fmla="*/ 21 h 34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41" h="340">
                  <a:moveTo>
                    <a:pt x="12" y="0"/>
                  </a:moveTo>
                  <a:cubicBezTo>
                    <a:pt x="39" y="33"/>
                    <a:pt x="51" y="78"/>
                    <a:pt x="88" y="110"/>
                  </a:cubicBezTo>
                  <a:cubicBezTo>
                    <a:pt x="123" y="140"/>
                    <a:pt x="172" y="166"/>
                    <a:pt x="214" y="189"/>
                  </a:cubicBezTo>
                  <a:cubicBezTo>
                    <a:pt x="259" y="214"/>
                    <a:pt x="302" y="252"/>
                    <a:pt x="352" y="266"/>
                  </a:cubicBezTo>
                  <a:cubicBezTo>
                    <a:pt x="407" y="281"/>
                    <a:pt x="486" y="308"/>
                    <a:pt x="541" y="282"/>
                  </a:cubicBezTo>
                  <a:cubicBezTo>
                    <a:pt x="439" y="340"/>
                    <a:pt x="299" y="277"/>
                    <a:pt x="212" y="219"/>
                  </a:cubicBezTo>
                  <a:cubicBezTo>
                    <a:pt x="191" y="206"/>
                    <a:pt x="173" y="188"/>
                    <a:pt x="153" y="175"/>
                  </a:cubicBezTo>
                  <a:cubicBezTo>
                    <a:pt x="131" y="162"/>
                    <a:pt x="107" y="159"/>
                    <a:pt x="85" y="146"/>
                  </a:cubicBezTo>
                  <a:cubicBezTo>
                    <a:pt x="31" y="115"/>
                    <a:pt x="27" y="66"/>
                    <a:pt x="0" y="17"/>
                  </a:cubicBezTo>
                </a:path>
              </a:pathLst>
            </a:custGeom>
            <a:solidFill>
              <a:srgbClr val="56B3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382" name="Freeform 794">
              <a:extLst>
                <a:ext uri="{FF2B5EF4-FFF2-40B4-BE49-F238E27FC236}">
                  <a16:creationId xmlns:a16="http://schemas.microsoft.com/office/drawing/2014/main" id="{F1C2DC88-8CCF-4E60-A22D-A886F6AD1C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7" y="2296"/>
              <a:ext cx="567" cy="275"/>
            </a:xfrm>
            <a:custGeom>
              <a:avLst/>
              <a:gdLst>
                <a:gd name="T0" fmla="*/ 15 w 524"/>
                <a:gd name="T1" fmla="*/ 0 h 254"/>
                <a:gd name="T2" fmla="*/ 169 w 524"/>
                <a:gd name="T3" fmla="*/ 189 h 254"/>
                <a:gd name="T4" fmla="*/ 337 w 524"/>
                <a:gd name="T5" fmla="*/ 280 h 254"/>
                <a:gd name="T6" fmla="*/ 522 w 524"/>
                <a:gd name="T7" fmla="*/ 287 h 254"/>
                <a:gd name="T8" fmla="*/ 664 w 524"/>
                <a:gd name="T9" fmla="*/ 265 h 254"/>
                <a:gd name="T10" fmla="*/ 580 w 524"/>
                <a:gd name="T11" fmla="*/ 291 h 254"/>
                <a:gd name="T12" fmla="*/ 475 w 524"/>
                <a:gd name="T13" fmla="*/ 311 h 254"/>
                <a:gd name="T14" fmla="*/ 267 w 524"/>
                <a:gd name="T15" fmla="*/ 304 h 254"/>
                <a:gd name="T16" fmla="*/ 0 w 524"/>
                <a:gd name="T17" fmla="*/ 3 h 25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24" h="254">
                  <a:moveTo>
                    <a:pt x="12" y="0"/>
                  </a:moveTo>
                  <a:cubicBezTo>
                    <a:pt x="59" y="42"/>
                    <a:pt x="92" y="103"/>
                    <a:pt x="133" y="150"/>
                  </a:cubicBezTo>
                  <a:cubicBezTo>
                    <a:pt x="165" y="188"/>
                    <a:pt x="217" y="210"/>
                    <a:pt x="265" y="221"/>
                  </a:cubicBezTo>
                  <a:cubicBezTo>
                    <a:pt x="313" y="231"/>
                    <a:pt x="362" y="235"/>
                    <a:pt x="411" y="226"/>
                  </a:cubicBezTo>
                  <a:cubicBezTo>
                    <a:pt x="449" y="219"/>
                    <a:pt x="485" y="206"/>
                    <a:pt x="524" y="209"/>
                  </a:cubicBezTo>
                  <a:cubicBezTo>
                    <a:pt x="501" y="210"/>
                    <a:pt x="479" y="221"/>
                    <a:pt x="457" y="229"/>
                  </a:cubicBezTo>
                  <a:cubicBezTo>
                    <a:pt x="429" y="239"/>
                    <a:pt x="404" y="240"/>
                    <a:pt x="375" y="245"/>
                  </a:cubicBezTo>
                  <a:cubicBezTo>
                    <a:pt x="321" y="253"/>
                    <a:pt x="264" y="254"/>
                    <a:pt x="211" y="240"/>
                  </a:cubicBezTo>
                  <a:cubicBezTo>
                    <a:pt x="97" y="210"/>
                    <a:pt x="53" y="93"/>
                    <a:pt x="0" y="3"/>
                  </a:cubicBezTo>
                </a:path>
              </a:pathLst>
            </a:custGeom>
            <a:solidFill>
              <a:srgbClr val="56B3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383" name="Freeform 795">
              <a:extLst>
                <a:ext uri="{FF2B5EF4-FFF2-40B4-BE49-F238E27FC236}">
                  <a16:creationId xmlns:a16="http://schemas.microsoft.com/office/drawing/2014/main" id="{471B61B5-4925-4588-8053-673F345B006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4" y="1750"/>
              <a:ext cx="323" cy="269"/>
            </a:xfrm>
            <a:custGeom>
              <a:avLst/>
              <a:gdLst>
                <a:gd name="T0" fmla="*/ 9 w 298"/>
                <a:gd name="T1" fmla="*/ 0 h 249"/>
                <a:gd name="T2" fmla="*/ 148 w 298"/>
                <a:gd name="T3" fmla="*/ 270 h 249"/>
                <a:gd name="T4" fmla="*/ 379 w 298"/>
                <a:gd name="T5" fmla="*/ 292 h 249"/>
                <a:gd name="T6" fmla="*/ 233 w 298"/>
                <a:gd name="T7" fmla="*/ 270 h 249"/>
                <a:gd name="T8" fmla="*/ 115 w 298"/>
                <a:gd name="T9" fmla="*/ 214 h 249"/>
                <a:gd name="T10" fmla="*/ 12 w 298"/>
                <a:gd name="T11" fmla="*/ 12 h 24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98" h="249">
                  <a:moveTo>
                    <a:pt x="6" y="0"/>
                  </a:moveTo>
                  <a:cubicBezTo>
                    <a:pt x="2" y="74"/>
                    <a:pt x="51" y="176"/>
                    <a:pt x="116" y="214"/>
                  </a:cubicBezTo>
                  <a:cubicBezTo>
                    <a:pt x="175" y="249"/>
                    <a:pt x="236" y="225"/>
                    <a:pt x="298" y="231"/>
                  </a:cubicBezTo>
                  <a:cubicBezTo>
                    <a:pt x="262" y="220"/>
                    <a:pt x="221" y="225"/>
                    <a:pt x="183" y="214"/>
                  </a:cubicBezTo>
                  <a:cubicBezTo>
                    <a:pt x="153" y="205"/>
                    <a:pt x="116" y="190"/>
                    <a:pt x="90" y="169"/>
                  </a:cubicBezTo>
                  <a:cubicBezTo>
                    <a:pt x="55" y="141"/>
                    <a:pt x="0" y="51"/>
                    <a:pt x="9" y="9"/>
                  </a:cubicBezTo>
                </a:path>
              </a:pathLst>
            </a:custGeom>
            <a:solidFill>
              <a:srgbClr val="87C5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384" name="Freeform 796">
              <a:extLst>
                <a:ext uri="{FF2B5EF4-FFF2-40B4-BE49-F238E27FC236}">
                  <a16:creationId xmlns:a16="http://schemas.microsoft.com/office/drawing/2014/main" id="{F29F48C5-6919-47CE-ABE8-5DED6B918BF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3" y="1680"/>
              <a:ext cx="218" cy="322"/>
            </a:xfrm>
            <a:custGeom>
              <a:avLst/>
              <a:gdLst>
                <a:gd name="T0" fmla="*/ 42 w 201"/>
                <a:gd name="T1" fmla="*/ 126 h 298"/>
                <a:gd name="T2" fmla="*/ 256 w 201"/>
                <a:gd name="T3" fmla="*/ 376 h 298"/>
                <a:gd name="T4" fmla="*/ 76 w 201"/>
                <a:gd name="T5" fmla="*/ 0 h 298"/>
                <a:gd name="T6" fmla="*/ 42 w 201"/>
                <a:gd name="T7" fmla="*/ 126 h 29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1" h="298">
                  <a:moveTo>
                    <a:pt x="33" y="100"/>
                  </a:moveTo>
                  <a:cubicBezTo>
                    <a:pt x="33" y="100"/>
                    <a:pt x="31" y="262"/>
                    <a:pt x="201" y="298"/>
                  </a:cubicBezTo>
                  <a:cubicBezTo>
                    <a:pt x="201" y="298"/>
                    <a:pt x="0" y="190"/>
                    <a:pt x="60" y="0"/>
                  </a:cubicBezTo>
                  <a:cubicBezTo>
                    <a:pt x="60" y="0"/>
                    <a:pt x="25" y="52"/>
                    <a:pt x="33" y="100"/>
                  </a:cubicBezTo>
                  <a:close/>
                </a:path>
              </a:pathLst>
            </a:custGeom>
            <a:solidFill>
              <a:srgbClr val="87C5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385" name="Freeform 797">
              <a:extLst>
                <a:ext uri="{FF2B5EF4-FFF2-40B4-BE49-F238E27FC236}">
                  <a16:creationId xmlns:a16="http://schemas.microsoft.com/office/drawing/2014/main" id="{DD1E7A67-3EFA-4CCC-B847-5C5416F0C3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1" y="2524"/>
              <a:ext cx="163" cy="365"/>
            </a:xfrm>
            <a:custGeom>
              <a:avLst/>
              <a:gdLst>
                <a:gd name="T0" fmla="*/ 190 w 151"/>
                <a:gd name="T1" fmla="*/ 36 h 338"/>
                <a:gd name="T2" fmla="*/ 137 w 151"/>
                <a:gd name="T3" fmla="*/ 189 h 338"/>
                <a:gd name="T4" fmla="*/ 93 w 151"/>
                <a:gd name="T5" fmla="*/ 425 h 338"/>
                <a:gd name="T6" fmla="*/ 111 w 151"/>
                <a:gd name="T7" fmla="*/ 144 h 338"/>
                <a:gd name="T8" fmla="*/ 0 w 151"/>
                <a:gd name="T9" fmla="*/ 0 h 338"/>
                <a:gd name="T10" fmla="*/ 161 w 151"/>
                <a:gd name="T11" fmla="*/ 36 h 33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1" h="338">
                  <a:moveTo>
                    <a:pt x="151" y="29"/>
                  </a:moveTo>
                  <a:cubicBezTo>
                    <a:pt x="107" y="62"/>
                    <a:pt x="112" y="97"/>
                    <a:pt x="109" y="150"/>
                  </a:cubicBezTo>
                  <a:cubicBezTo>
                    <a:pt x="106" y="213"/>
                    <a:pt x="101" y="281"/>
                    <a:pt x="74" y="338"/>
                  </a:cubicBezTo>
                  <a:cubicBezTo>
                    <a:pt x="76" y="262"/>
                    <a:pt x="108" y="190"/>
                    <a:pt x="88" y="114"/>
                  </a:cubicBezTo>
                  <a:cubicBezTo>
                    <a:pt x="75" y="67"/>
                    <a:pt x="39" y="26"/>
                    <a:pt x="0" y="0"/>
                  </a:cubicBezTo>
                  <a:cubicBezTo>
                    <a:pt x="38" y="10"/>
                    <a:pt x="96" y="10"/>
                    <a:pt x="128" y="29"/>
                  </a:cubicBezTo>
                </a:path>
              </a:pathLst>
            </a:custGeom>
            <a:solidFill>
              <a:srgbClr val="56B3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386" name="Freeform 798">
              <a:extLst>
                <a:ext uri="{FF2B5EF4-FFF2-40B4-BE49-F238E27FC236}">
                  <a16:creationId xmlns:a16="http://schemas.microsoft.com/office/drawing/2014/main" id="{3E816C01-BF2B-4177-B75E-500DB0B9442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9" y="2576"/>
              <a:ext cx="128" cy="308"/>
            </a:xfrm>
            <a:custGeom>
              <a:avLst/>
              <a:gdLst>
                <a:gd name="T0" fmla="*/ 0 w 118"/>
                <a:gd name="T1" fmla="*/ 2 h 285"/>
                <a:gd name="T2" fmla="*/ 111 w 118"/>
                <a:gd name="T3" fmla="*/ 0 h 285"/>
                <a:gd name="T4" fmla="*/ 111 w 118"/>
                <a:gd name="T5" fmla="*/ 155 h 285"/>
                <a:gd name="T6" fmla="*/ 151 w 118"/>
                <a:gd name="T7" fmla="*/ 360 h 285"/>
                <a:gd name="T8" fmla="*/ 73 w 118"/>
                <a:gd name="T9" fmla="*/ 104 h 285"/>
                <a:gd name="T10" fmla="*/ 2 w 118"/>
                <a:gd name="T11" fmla="*/ 2 h 28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8" h="285">
                  <a:moveTo>
                    <a:pt x="0" y="2"/>
                  </a:moveTo>
                  <a:cubicBezTo>
                    <a:pt x="27" y="6"/>
                    <a:pt x="58" y="7"/>
                    <a:pt x="87" y="0"/>
                  </a:cubicBezTo>
                  <a:cubicBezTo>
                    <a:pt x="104" y="27"/>
                    <a:pt x="84" y="89"/>
                    <a:pt x="87" y="122"/>
                  </a:cubicBezTo>
                  <a:cubicBezTo>
                    <a:pt x="91" y="174"/>
                    <a:pt x="102" y="235"/>
                    <a:pt x="118" y="285"/>
                  </a:cubicBezTo>
                  <a:cubicBezTo>
                    <a:pt x="71" y="227"/>
                    <a:pt x="90" y="144"/>
                    <a:pt x="57" y="82"/>
                  </a:cubicBezTo>
                  <a:cubicBezTo>
                    <a:pt x="42" y="53"/>
                    <a:pt x="19" y="29"/>
                    <a:pt x="2" y="2"/>
                  </a:cubicBezTo>
                </a:path>
              </a:pathLst>
            </a:custGeom>
            <a:solidFill>
              <a:srgbClr val="87C5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387" name="Freeform 799">
              <a:extLst>
                <a:ext uri="{FF2B5EF4-FFF2-40B4-BE49-F238E27FC236}">
                  <a16:creationId xmlns:a16="http://schemas.microsoft.com/office/drawing/2014/main" id="{727CB188-3351-4873-AC39-B51B94BD54B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8" y="1874"/>
              <a:ext cx="266" cy="207"/>
            </a:xfrm>
            <a:custGeom>
              <a:avLst/>
              <a:gdLst>
                <a:gd name="T0" fmla="*/ 264 w 246"/>
                <a:gd name="T1" fmla="*/ 0 h 191"/>
                <a:gd name="T2" fmla="*/ 172 w 246"/>
                <a:gd name="T3" fmla="*/ 185 h 191"/>
                <a:gd name="T4" fmla="*/ 0 w 246"/>
                <a:gd name="T5" fmla="*/ 243 h 191"/>
                <a:gd name="T6" fmla="*/ 170 w 246"/>
                <a:gd name="T7" fmla="*/ 203 h 191"/>
                <a:gd name="T8" fmla="*/ 311 w 246"/>
                <a:gd name="T9" fmla="*/ 95 h 191"/>
                <a:gd name="T10" fmla="*/ 276 w 246"/>
                <a:gd name="T11" fmla="*/ 16 h 19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6" h="191">
                  <a:moveTo>
                    <a:pt x="209" y="0"/>
                  </a:moveTo>
                  <a:cubicBezTo>
                    <a:pt x="196" y="24"/>
                    <a:pt x="186" y="106"/>
                    <a:pt x="136" y="146"/>
                  </a:cubicBezTo>
                  <a:cubicBezTo>
                    <a:pt x="92" y="181"/>
                    <a:pt x="48" y="174"/>
                    <a:pt x="0" y="191"/>
                  </a:cubicBezTo>
                  <a:cubicBezTo>
                    <a:pt x="45" y="186"/>
                    <a:pt x="94" y="182"/>
                    <a:pt x="134" y="160"/>
                  </a:cubicBezTo>
                  <a:cubicBezTo>
                    <a:pt x="171" y="140"/>
                    <a:pt x="192" y="60"/>
                    <a:pt x="246" y="75"/>
                  </a:cubicBezTo>
                  <a:cubicBezTo>
                    <a:pt x="244" y="55"/>
                    <a:pt x="222" y="36"/>
                    <a:pt x="218" y="13"/>
                  </a:cubicBezTo>
                </a:path>
              </a:pathLst>
            </a:custGeom>
            <a:solidFill>
              <a:srgbClr val="56B3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388" name="Freeform 800">
              <a:extLst>
                <a:ext uri="{FF2B5EF4-FFF2-40B4-BE49-F238E27FC236}">
                  <a16:creationId xmlns:a16="http://schemas.microsoft.com/office/drawing/2014/main" id="{0D6DE470-845F-4CF1-9528-64B523458C0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9" y="2036"/>
              <a:ext cx="128" cy="156"/>
            </a:xfrm>
            <a:custGeom>
              <a:avLst/>
              <a:gdLst>
                <a:gd name="T0" fmla="*/ 86 w 118"/>
                <a:gd name="T1" fmla="*/ 0 h 144"/>
                <a:gd name="T2" fmla="*/ 74 w 118"/>
                <a:gd name="T3" fmla="*/ 96 h 144"/>
                <a:gd name="T4" fmla="*/ 0 w 118"/>
                <a:gd name="T5" fmla="*/ 183 h 144"/>
                <a:gd name="T6" fmla="*/ 85 w 118"/>
                <a:gd name="T7" fmla="*/ 129 h 144"/>
                <a:gd name="T8" fmla="*/ 151 w 118"/>
                <a:gd name="T9" fmla="*/ 144 h 144"/>
                <a:gd name="T10" fmla="*/ 127 w 118"/>
                <a:gd name="T11" fmla="*/ 102 h 144"/>
                <a:gd name="T12" fmla="*/ 101 w 118"/>
                <a:gd name="T13" fmla="*/ 33 h 14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8" h="144">
                  <a:moveTo>
                    <a:pt x="67" y="0"/>
                  </a:moveTo>
                  <a:cubicBezTo>
                    <a:pt x="75" y="26"/>
                    <a:pt x="67" y="52"/>
                    <a:pt x="58" y="76"/>
                  </a:cubicBezTo>
                  <a:cubicBezTo>
                    <a:pt x="47" y="107"/>
                    <a:pt x="19" y="119"/>
                    <a:pt x="0" y="144"/>
                  </a:cubicBezTo>
                  <a:cubicBezTo>
                    <a:pt x="16" y="128"/>
                    <a:pt x="46" y="114"/>
                    <a:pt x="66" y="102"/>
                  </a:cubicBezTo>
                  <a:cubicBezTo>
                    <a:pt x="97" y="86"/>
                    <a:pt x="92" y="107"/>
                    <a:pt x="118" y="114"/>
                  </a:cubicBezTo>
                  <a:cubicBezTo>
                    <a:pt x="116" y="103"/>
                    <a:pt x="106" y="90"/>
                    <a:pt x="100" y="80"/>
                  </a:cubicBezTo>
                  <a:cubicBezTo>
                    <a:pt x="92" y="62"/>
                    <a:pt x="87" y="44"/>
                    <a:pt x="79" y="26"/>
                  </a:cubicBezTo>
                </a:path>
              </a:pathLst>
            </a:custGeom>
            <a:solidFill>
              <a:srgbClr val="56B3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389" name="Freeform 801">
              <a:extLst>
                <a:ext uri="{FF2B5EF4-FFF2-40B4-BE49-F238E27FC236}">
                  <a16:creationId xmlns:a16="http://schemas.microsoft.com/office/drawing/2014/main" id="{4FF90876-01C7-4E91-8BC0-622EF61BFE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4" y="2166"/>
              <a:ext cx="479" cy="201"/>
            </a:xfrm>
            <a:custGeom>
              <a:avLst/>
              <a:gdLst>
                <a:gd name="T0" fmla="*/ 0 w 443"/>
                <a:gd name="T1" fmla="*/ 81 h 186"/>
                <a:gd name="T2" fmla="*/ 560 w 443"/>
                <a:gd name="T3" fmla="*/ 0 h 186"/>
                <a:gd name="T4" fmla="*/ 0 w 443"/>
                <a:gd name="T5" fmla="*/ 81 h 18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43" h="186">
                  <a:moveTo>
                    <a:pt x="0" y="64"/>
                  </a:moveTo>
                  <a:cubicBezTo>
                    <a:pt x="0" y="64"/>
                    <a:pt x="177" y="186"/>
                    <a:pt x="443" y="0"/>
                  </a:cubicBezTo>
                  <a:cubicBezTo>
                    <a:pt x="443" y="0"/>
                    <a:pt x="197" y="142"/>
                    <a:pt x="0" y="64"/>
                  </a:cubicBezTo>
                  <a:close/>
                </a:path>
              </a:pathLst>
            </a:custGeom>
            <a:solidFill>
              <a:srgbClr val="87C5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390" name="Freeform 802">
              <a:extLst>
                <a:ext uri="{FF2B5EF4-FFF2-40B4-BE49-F238E27FC236}">
                  <a16:creationId xmlns:a16="http://schemas.microsoft.com/office/drawing/2014/main" id="{2BECFDAA-D398-468B-8750-CB88F0B023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4" y="2426"/>
              <a:ext cx="501" cy="195"/>
            </a:xfrm>
            <a:custGeom>
              <a:avLst/>
              <a:gdLst>
                <a:gd name="T0" fmla="*/ 0 w 463"/>
                <a:gd name="T1" fmla="*/ 59 h 181"/>
                <a:gd name="T2" fmla="*/ 586 w 463"/>
                <a:gd name="T3" fmla="*/ 0 h 181"/>
                <a:gd name="T4" fmla="*/ 0 w 463"/>
                <a:gd name="T5" fmla="*/ 59 h 18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63" h="181">
                  <a:moveTo>
                    <a:pt x="0" y="47"/>
                  </a:moveTo>
                  <a:cubicBezTo>
                    <a:pt x="0" y="47"/>
                    <a:pt x="264" y="181"/>
                    <a:pt x="463" y="0"/>
                  </a:cubicBezTo>
                  <a:cubicBezTo>
                    <a:pt x="463" y="0"/>
                    <a:pt x="262" y="144"/>
                    <a:pt x="0" y="47"/>
                  </a:cubicBezTo>
                  <a:close/>
                </a:path>
              </a:pathLst>
            </a:custGeom>
            <a:solidFill>
              <a:srgbClr val="87C5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391" name="Freeform 803">
              <a:extLst>
                <a:ext uri="{FF2B5EF4-FFF2-40B4-BE49-F238E27FC236}">
                  <a16:creationId xmlns:a16="http://schemas.microsoft.com/office/drawing/2014/main" id="{A1C65B7A-5E42-4064-A03C-D2877E3278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7" y="1793"/>
              <a:ext cx="147" cy="194"/>
            </a:xfrm>
            <a:custGeom>
              <a:avLst/>
              <a:gdLst>
                <a:gd name="T0" fmla="*/ 10 w 136"/>
                <a:gd name="T1" fmla="*/ 0 h 179"/>
                <a:gd name="T2" fmla="*/ 172 w 136"/>
                <a:gd name="T3" fmla="*/ 228 h 179"/>
                <a:gd name="T4" fmla="*/ 10 w 136"/>
                <a:gd name="T5" fmla="*/ 0 h 17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6" h="179">
                  <a:moveTo>
                    <a:pt x="7" y="0"/>
                  </a:moveTo>
                  <a:cubicBezTo>
                    <a:pt x="7" y="0"/>
                    <a:pt x="0" y="105"/>
                    <a:pt x="136" y="179"/>
                  </a:cubicBezTo>
                  <a:cubicBezTo>
                    <a:pt x="136" y="179"/>
                    <a:pt x="26" y="107"/>
                    <a:pt x="7" y="0"/>
                  </a:cubicBezTo>
                  <a:close/>
                </a:path>
              </a:pathLst>
            </a:custGeom>
            <a:solidFill>
              <a:srgbClr val="C8E3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392" name="Freeform 804">
              <a:extLst>
                <a:ext uri="{FF2B5EF4-FFF2-40B4-BE49-F238E27FC236}">
                  <a16:creationId xmlns:a16="http://schemas.microsoft.com/office/drawing/2014/main" id="{23C091EE-2F18-408F-9FD4-A493804341E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9" y="1859"/>
              <a:ext cx="191" cy="141"/>
            </a:xfrm>
            <a:custGeom>
              <a:avLst/>
              <a:gdLst>
                <a:gd name="T0" fmla="*/ 0 w 177"/>
                <a:gd name="T1" fmla="*/ 0 h 130"/>
                <a:gd name="T2" fmla="*/ 222 w 177"/>
                <a:gd name="T3" fmla="*/ 164 h 130"/>
                <a:gd name="T4" fmla="*/ 0 w 177"/>
                <a:gd name="T5" fmla="*/ 0 h 1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7" h="130">
                  <a:moveTo>
                    <a:pt x="0" y="0"/>
                  </a:moveTo>
                  <a:cubicBezTo>
                    <a:pt x="0" y="0"/>
                    <a:pt x="40" y="130"/>
                    <a:pt x="177" y="128"/>
                  </a:cubicBezTo>
                  <a:cubicBezTo>
                    <a:pt x="177" y="128"/>
                    <a:pt x="56" y="117"/>
                    <a:pt x="0" y="0"/>
                  </a:cubicBezTo>
                  <a:close/>
                </a:path>
              </a:pathLst>
            </a:custGeom>
            <a:solidFill>
              <a:srgbClr val="C8E3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393" name="Freeform 805">
              <a:extLst>
                <a:ext uri="{FF2B5EF4-FFF2-40B4-BE49-F238E27FC236}">
                  <a16:creationId xmlns:a16="http://schemas.microsoft.com/office/drawing/2014/main" id="{DC0834EE-09C5-4220-A214-60D6CE991DB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5" y="2217"/>
              <a:ext cx="249" cy="64"/>
            </a:xfrm>
            <a:custGeom>
              <a:avLst/>
              <a:gdLst>
                <a:gd name="T0" fmla="*/ 0 w 230"/>
                <a:gd name="T1" fmla="*/ 67 h 59"/>
                <a:gd name="T2" fmla="*/ 292 w 230"/>
                <a:gd name="T3" fmla="*/ 0 h 59"/>
                <a:gd name="T4" fmla="*/ 0 w 230"/>
                <a:gd name="T5" fmla="*/ 67 h 5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0" h="59">
                  <a:moveTo>
                    <a:pt x="0" y="53"/>
                  </a:moveTo>
                  <a:cubicBezTo>
                    <a:pt x="0" y="53"/>
                    <a:pt x="126" y="59"/>
                    <a:pt x="230" y="0"/>
                  </a:cubicBezTo>
                  <a:cubicBezTo>
                    <a:pt x="230" y="0"/>
                    <a:pt x="126" y="50"/>
                    <a:pt x="0" y="53"/>
                  </a:cubicBezTo>
                  <a:close/>
                </a:path>
              </a:pathLst>
            </a:custGeom>
            <a:solidFill>
              <a:srgbClr val="C8E3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394" name="Freeform 806">
              <a:extLst>
                <a:ext uri="{FF2B5EF4-FFF2-40B4-BE49-F238E27FC236}">
                  <a16:creationId xmlns:a16="http://schemas.microsoft.com/office/drawing/2014/main" id="{9645CF7F-76AA-4187-9D5F-E45DC340BC2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1" y="2457"/>
              <a:ext cx="260" cy="75"/>
            </a:xfrm>
            <a:custGeom>
              <a:avLst/>
              <a:gdLst>
                <a:gd name="T0" fmla="*/ 0 w 240"/>
                <a:gd name="T1" fmla="*/ 76 h 69"/>
                <a:gd name="T2" fmla="*/ 306 w 240"/>
                <a:gd name="T3" fmla="*/ 0 h 69"/>
                <a:gd name="T4" fmla="*/ 0 w 240"/>
                <a:gd name="T5" fmla="*/ 76 h 6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0" h="69">
                  <a:moveTo>
                    <a:pt x="0" y="59"/>
                  </a:moveTo>
                  <a:cubicBezTo>
                    <a:pt x="0" y="59"/>
                    <a:pt x="157" y="69"/>
                    <a:pt x="240" y="0"/>
                  </a:cubicBezTo>
                  <a:cubicBezTo>
                    <a:pt x="240" y="0"/>
                    <a:pt x="155" y="58"/>
                    <a:pt x="0" y="59"/>
                  </a:cubicBezTo>
                  <a:close/>
                </a:path>
              </a:pathLst>
            </a:custGeom>
            <a:solidFill>
              <a:srgbClr val="C8E3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395" name="Freeform 807">
              <a:extLst>
                <a:ext uri="{FF2B5EF4-FFF2-40B4-BE49-F238E27FC236}">
                  <a16:creationId xmlns:a16="http://schemas.microsoft.com/office/drawing/2014/main" id="{63BA24A3-FC6B-47DA-A5F5-8E001F04864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7" y="1242"/>
              <a:ext cx="288" cy="79"/>
            </a:xfrm>
            <a:custGeom>
              <a:avLst/>
              <a:gdLst>
                <a:gd name="T0" fmla="*/ 338 w 266"/>
                <a:gd name="T1" fmla="*/ 0 h 73"/>
                <a:gd name="T2" fmla="*/ 0 w 266"/>
                <a:gd name="T3" fmla="*/ 92 h 73"/>
                <a:gd name="T4" fmla="*/ 338 w 266"/>
                <a:gd name="T5" fmla="*/ 0 h 7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6" h="73">
                  <a:moveTo>
                    <a:pt x="266" y="0"/>
                  </a:moveTo>
                  <a:cubicBezTo>
                    <a:pt x="266" y="0"/>
                    <a:pt x="100" y="7"/>
                    <a:pt x="0" y="73"/>
                  </a:cubicBezTo>
                  <a:cubicBezTo>
                    <a:pt x="0" y="73"/>
                    <a:pt x="74" y="26"/>
                    <a:pt x="266" y="0"/>
                  </a:cubicBezTo>
                  <a:close/>
                </a:path>
              </a:pathLst>
            </a:custGeom>
            <a:solidFill>
              <a:srgbClr val="C8E3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396" name="Freeform 808">
              <a:extLst>
                <a:ext uri="{FF2B5EF4-FFF2-40B4-BE49-F238E27FC236}">
                  <a16:creationId xmlns:a16="http://schemas.microsoft.com/office/drawing/2014/main" id="{1A781733-5820-4C10-8794-721887DE05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7" y="1960"/>
              <a:ext cx="210" cy="748"/>
            </a:xfrm>
            <a:custGeom>
              <a:avLst/>
              <a:gdLst>
                <a:gd name="T0" fmla="*/ 246 w 194"/>
                <a:gd name="T1" fmla="*/ 0 h 692"/>
                <a:gd name="T2" fmla="*/ 172 w 194"/>
                <a:gd name="T3" fmla="*/ 185 h 692"/>
                <a:gd name="T4" fmla="*/ 38 w 194"/>
                <a:gd name="T5" fmla="*/ 874 h 692"/>
                <a:gd name="T6" fmla="*/ 188 w 194"/>
                <a:gd name="T7" fmla="*/ 190 h 692"/>
                <a:gd name="T8" fmla="*/ 246 w 194"/>
                <a:gd name="T9" fmla="*/ 0 h 6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4" h="692">
                  <a:moveTo>
                    <a:pt x="194" y="0"/>
                  </a:moveTo>
                  <a:cubicBezTo>
                    <a:pt x="194" y="0"/>
                    <a:pt x="119" y="84"/>
                    <a:pt x="136" y="146"/>
                  </a:cubicBezTo>
                  <a:cubicBezTo>
                    <a:pt x="136" y="146"/>
                    <a:pt x="0" y="304"/>
                    <a:pt x="30" y="692"/>
                  </a:cubicBezTo>
                  <a:cubicBezTo>
                    <a:pt x="30" y="692"/>
                    <a:pt x="14" y="295"/>
                    <a:pt x="149" y="151"/>
                  </a:cubicBezTo>
                  <a:cubicBezTo>
                    <a:pt x="149" y="151"/>
                    <a:pt x="116" y="116"/>
                    <a:pt x="194" y="0"/>
                  </a:cubicBezTo>
                  <a:close/>
                </a:path>
              </a:pathLst>
            </a:custGeom>
            <a:solidFill>
              <a:srgbClr val="C8E3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</p:grpSp>
      <p:grpSp>
        <p:nvGrpSpPr>
          <p:cNvPr id="53253" name="Group 809">
            <a:extLst>
              <a:ext uri="{FF2B5EF4-FFF2-40B4-BE49-F238E27FC236}">
                <a16:creationId xmlns:a16="http://schemas.microsoft.com/office/drawing/2014/main" id="{47DE6E60-F107-48F9-8013-583A44E43028}"/>
              </a:ext>
            </a:extLst>
          </p:cNvPr>
          <p:cNvGrpSpPr>
            <a:grpSpLocks/>
          </p:cNvGrpSpPr>
          <p:nvPr/>
        </p:nvGrpSpPr>
        <p:grpSpPr bwMode="auto">
          <a:xfrm>
            <a:off x="6846888" y="6056313"/>
            <a:ext cx="2452687" cy="400050"/>
            <a:chOff x="3353" y="3783"/>
            <a:chExt cx="1545" cy="252"/>
          </a:xfrm>
        </p:grpSpPr>
        <p:sp>
          <p:nvSpPr>
            <p:cNvPr id="53353" name="Freeform 810">
              <a:extLst>
                <a:ext uri="{FF2B5EF4-FFF2-40B4-BE49-F238E27FC236}">
                  <a16:creationId xmlns:a16="http://schemas.microsoft.com/office/drawing/2014/main" id="{1885181F-983A-49D2-8FCD-CCAD95370C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3" y="3784"/>
              <a:ext cx="413" cy="251"/>
            </a:xfrm>
            <a:custGeom>
              <a:avLst/>
              <a:gdLst>
                <a:gd name="T0" fmla="*/ 469 w 381"/>
                <a:gd name="T1" fmla="*/ 37 h 232"/>
                <a:gd name="T2" fmla="*/ 337 w 381"/>
                <a:gd name="T3" fmla="*/ 61 h 232"/>
                <a:gd name="T4" fmla="*/ 234 w 381"/>
                <a:gd name="T5" fmla="*/ 115 h 232"/>
                <a:gd name="T6" fmla="*/ 151 w 381"/>
                <a:gd name="T7" fmla="*/ 96 h 232"/>
                <a:gd name="T8" fmla="*/ 171 w 381"/>
                <a:gd name="T9" fmla="*/ 65 h 232"/>
                <a:gd name="T10" fmla="*/ 104 w 381"/>
                <a:gd name="T11" fmla="*/ 96 h 232"/>
                <a:gd name="T12" fmla="*/ 47 w 381"/>
                <a:gd name="T13" fmla="*/ 132 h 232"/>
                <a:gd name="T14" fmla="*/ 11 w 381"/>
                <a:gd name="T15" fmla="*/ 210 h 232"/>
                <a:gd name="T16" fmla="*/ 12 w 381"/>
                <a:gd name="T17" fmla="*/ 227 h 232"/>
                <a:gd name="T18" fmla="*/ 70 w 381"/>
                <a:gd name="T19" fmla="*/ 265 h 232"/>
                <a:gd name="T20" fmla="*/ 212 w 381"/>
                <a:gd name="T21" fmla="*/ 243 h 232"/>
                <a:gd name="T22" fmla="*/ 295 w 381"/>
                <a:gd name="T23" fmla="*/ 172 h 232"/>
                <a:gd name="T24" fmla="*/ 321 w 381"/>
                <a:gd name="T25" fmla="*/ 182 h 232"/>
                <a:gd name="T26" fmla="*/ 460 w 381"/>
                <a:gd name="T27" fmla="*/ 159 h 232"/>
                <a:gd name="T28" fmla="*/ 456 w 381"/>
                <a:gd name="T29" fmla="*/ 129 h 232"/>
                <a:gd name="T30" fmla="*/ 469 w 381"/>
                <a:gd name="T31" fmla="*/ 37 h 23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381" h="232">
                  <a:moveTo>
                    <a:pt x="368" y="29"/>
                  </a:moveTo>
                  <a:cubicBezTo>
                    <a:pt x="361" y="0"/>
                    <a:pt x="344" y="57"/>
                    <a:pt x="265" y="48"/>
                  </a:cubicBezTo>
                  <a:cubicBezTo>
                    <a:pt x="231" y="67"/>
                    <a:pt x="198" y="88"/>
                    <a:pt x="184" y="91"/>
                  </a:cubicBezTo>
                  <a:cubicBezTo>
                    <a:pt x="161" y="97"/>
                    <a:pt x="132" y="84"/>
                    <a:pt x="118" y="76"/>
                  </a:cubicBezTo>
                  <a:cubicBezTo>
                    <a:pt x="110" y="67"/>
                    <a:pt x="135" y="51"/>
                    <a:pt x="135" y="51"/>
                  </a:cubicBezTo>
                  <a:cubicBezTo>
                    <a:pt x="102" y="63"/>
                    <a:pt x="86" y="73"/>
                    <a:pt x="82" y="76"/>
                  </a:cubicBezTo>
                  <a:cubicBezTo>
                    <a:pt x="74" y="81"/>
                    <a:pt x="59" y="89"/>
                    <a:pt x="37" y="104"/>
                  </a:cubicBezTo>
                  <a:cubicBezTo>
                    <a:pt x="0" y="129"/>
                    <a:pt x="8" y="165"/>
                    <a:pt x="8" y="165"/>
                  </a:cubicBezTo>
                  <a:cubicBezTo>
                    <a:pt x="9" y="179"/>
                    <a:pt x="9" y="179"/>
                    <a:pt x="9" y="179"/>
                  </a:cubicBezTo>
                  <a:cubicBezTo>
                    <a:pt x="9" y="179"/>
                    <a:pt x="5" y="185"/>
                    <a:pt x="55" y="209"/>
                  </a:cubicBezTo>
                  <a:cubicBezTo>
                    <a:pt x="105" y="232"/>
                    <a:pt x="134" y="207"/>
                    <a:pt x="167" y="192"/>
                  </a:cubicBezTo>
                  <a:cubicBezTo>
                    <a:pt x="200" y="177"/>
                    <a:pt x="232" y="136"/>
                    <a:pt x="232" y="136"/>
                  </a:cubicBezTo>
                  <a:cubicBezTo>
                    <a:pt x="252" y="143"/>
                    <a:pt x="252" y="143"/>
                    <a:pt x="252" y="143"/>
                  </a:cubicBezTo>
                  <a:cubicBezTo>
                    <a:pt x="304" y="142"/>
                    <a:pt x="361" y="126"/>
                    <a:pt x="361" y="126"/>
                  </a:cubicBezTo>
                  <a:cubicBezTo>
                    <a:pt x="358" y="102"/>
                    <a:pt x="358" y="102"/>
                    <a:pt x="358" y="102"/>
                  </a:cubicBezTo>
                  <a:cubicBezTo>
                    <a:pt x="381" y="86"/>
                    <a:pt x="368" y="29"/>
                    <a:pt x="368" y="29"/>
                  </a:cubicBezTo>
                  <a:close/>
                </a:path>
              </a:pathLst>
            </a:custGeom>
            <a:solidFill>
              <a:srgbClr val="6CB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354" name="Freeform 811">
              <a:extLst>
                <a:ext uri="{FF2B5EF4-FFF2-40B4-BE49-F238E27FC236}">
                  <a16:creationId xmlns:a16="http://schemas.microsoft.com/office/drawing/2014/main" id="{CCF5050C-54F2-42C3-8594-F892C1C26C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4" y="3797"/>
              <a:ext cx="54" cy="130"/>
            </a:xfrm>
            <a:custGeom>
              <a:avLst/>
              <a:gdLst>
                <a:gd name="T0" fmla="*/ 46 w 50"/>
                <a:gd name="T1" fmla="*/ 22 h 120"/>
                <a:gd name="T2" fmla="*/ 5 w 50"/>
                <a:gd name="T3" fmla="*/ 29 h 120"/>
                <a:gd name="T4" fmla="*/ 13 w 50"/>
                <a:gd name="T5" fmla="*/ 40 h 120"/>
                <a:gd name="T6" fmla="*/ 0 w 50"/>
                <a:gd name="T7" fmla="*/ 132 h 120"/>
                <a:gd name="T8" fmla="*/ 2 w 50"/>
                <a:gd name="T9" fmla="*/ 153 h 120"/>
                <a:gd name="T10" fmla="*/ 38 w 50"/>
                <a:gd name="T11" fmla="*/ 143 h 120"/>
                <a:gd name="T12" fmla="*/ 32 w 50"/>
                <a:gd name="T13" fmla="*/ 115 h 120"/>
                <a:gd name="T14" fmla="*/ 46 w 50"/>
                <a:gd name="T15" fmla="*/ 22 h 12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0" h="120">
                  <a:moveTo>
                    <a:pt x="37" y="17"/>
                  </a:moveTo>
                  <a:cubicBezTo>
                    <a:pt x="32" y="0"/>
                    <a:pt x="25" y="11"/>
                    <a:pt x="5" y="23"/>
                  </a:cubicBezTo>
                  <a:cubicBezTo>
                    <a:pt x="7" y="23"/>
                    <a:pt x="9" y="26"/>
                    <a:pt x="10" y="31"/>
                  </a:cubicBezTo>
                  <a:cubicBezTo>
                    <a:pt x="10" y="31"/>
                    <a:pt x="23" y="88"/>
                    <a:pt x="0" y="104"/>
                  </a:cubicBezTo>
                  <a:cubicBezTo>
                    <a:pt x="2" y="120"/>
                    <a:pt x="2" y="120"/>
                    <a:pt x="2" y="120"/>
                  </a:cubicBezTo>
                  <a:cubicBezTo>
                    <a:pt x="19" y="116"/>
                    <a:pt x="30" y="113"/>
                    <a:pt x="30" y="113"/>
                  </a:cubicBezTo>
                  <a:cubicBezTo>
                    <a:pt x="26" y="90"/>
                    <a:pt x="26" y="90"/>
                    <a:pt x="26" y="90"/>
                  </a:cubicBezTo>
                  <a:cubicBezTo>
                    <a:pt x="50" y="74"/>
                    <a:pt x="37" y="17"/>
                    <a:pt x="37" y="17"/>
                  </a:cubicBezTo>
                  <a:close/>
                </a:path>
              </a:pathLst>
            </a:custGeom>
            <a:solidFill>
              <a:srgbClr val="56B3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355" name="Freeform 812">
              <a:extLst>
                <a:ext uri="{FF2B5EF4-FFF2-40B4-BE49-F238E27FC236}">
                  <a16:creationId xmlns:a16="http://schemas.microsoft.com/office/drawing/2014/main" id="{BBB2DAFC-4698-4469-BBAE-6DDFDF51EC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3" y="3784"/>
              <a:ext cx="413" cy="251"/>
            </a:xfrm>
            <a:custGeom>
              <a:avLst/>
              <a:gdLst>
                <a:gd name="T0" fmla="*/ 469 w 381"/>
                <a:gd name="T1" fmla="*/ 37 h 232"/>
                <a:gd name="T2" fmla="*/ 337 w 381"/>
                <a:gd name="T3" fmla="*/ 61 h 232"/>
                <a:gd name="T4" fmla="*/ 234 w 381"/>
                <a:gd name="T5" fmla="*/ 115 h 232"/>
                <a:gd name="T6" fmla="*/ 151 w 381"/>
                <a:gd name="T7" fmla="*/ 96 h 232"/>
                <a:gd name="T8" fmla="*/ 171 w 381"/>
                <a:gd name="T9" fmla="*/ 65 h 232"/>
                <a:gd name="T10" fmla="*/ 104 w 381"/>
                <a:gd name="T11" fmla="*/ 96 h 232"/>
                <a:gd name="T12" fmla="*/ 47 w 381"/>
                <a:gd name="T13" fmla="*/ 132 h 232"/>
                <a:gd name="T14" fmla="*/ 11 w 381"/>
                <a:gd name="T15" fmla="*/ 210 h 232"/>
                <a:gd name="T16" fmla="*/ 12 w 381"/>
                <a:gd name="T17" fmla="*/ 227 h 232"/>
                <a:gd name="T18" fmla="*/ 70 w 381"/>
                <a:gd name="T19" fmla="*/ 265 h 232"/>
                <a:gd name="T20" fmla="*/ 212 w 381"/>
                <a:gd name="T21" fmla="*/ 243 h 232"/>
                <a:gd name="T22" fmla="*/ 295 w 381"/>
                <a:gd name="T23" fmla="*/ 172 h 232"/>
                <a:gd name="T24" fmla="*/ 321 w 381"/>
                <a:gd name="T25" fmla="*/ 182 h 232"/>
                <a:gd name="T26" fmla="*/ 460 w 381"/>
                <a:gd name="T27" fmla="*/ 159 h 232"/>
                <a:gd name="T28" fmla="*/ 456 w 381"/>
                <a:gd name="T29" fmla="*/ 129 h 232"/>
                <a:gd name="T30" fmla="*/ 469 w 381"/>
                <a:gd name="T31" fmla="*/ 37 h 23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381" h="232">
                  <a:moveTo>
                    <a:pt x="368" y="29"/>
                  </a:moveTo>
                  <a:cubicBezTo>
                    <a:pt x="361" y="0"/>
                    <a:pt x="344" y="57"/>
                    <a:pt x="265" y="48"/>
                  </a:cubicBezTo>
                  <a:cubicBezTo>
                    <a:pt x="231" y="67"/>
                    <a:pt x="198" y="88"/>
                    <a:pt x="184" y="91"/>
                  </a:cubicBezTo>
                  <a:cubicBezTo>
                    <a:pt x="161" y="97"/>
                    <a:pt x="132" y="84"/>
                    <a:pt x="118" y="76"/>
                  </a:cubicBezTo>
                  <a:cubicBezTo>
                    <a:pt x="110" y="67"/>
                    <a:pt x="135" y="51"/>
                    <a:pt x="135" y="51"/>
                  </a:cubicBezTo>
                  <a:cubicBezTo>
                    <a:pt x="102" y="63"/>
                    <a:pt x="86" y="73"/>
                    <a:pt x="82" y="76"/>
                  </a:cubicBezTo>
                  <a:cubicBezTo>
                    <a:pt x="74" y="81"/>
                    <a:pt x="59" y="89"/>
                    <a:pt x="37" y="104"/>
                  </a:cubicBezTo>
                  <a:cubicBezTo>
                    <a:pt x="0" y="129"/>
                    <a:pt x="8" y="165"/>
                    <a:pt x="8" y="165"/>
                  </a:cubicBezTo>
                  <a:cubicBezTo>
                    <a:pt x="9" y="179"/>
                    <a:pt x="9" y="179"/>
                    <a:pt x="9" y="179"/>
                  </a:cubicBezTo>
                  <a:cubicBezTo>
                    <a:pt x="9" y="179"/>
                    <a:pt x="5" y="185"/>
                    <a:pt x="55" y="209"/>
                  </a:cubicBezTo>
                  <a:cubicBezTo>
                    <a:pt x="105" y="232"/>
                    <a:pt x="134" y="207"/>
                    <a:pt x="167" y="192"/>
                  </a:cubicBezTo>
                  <a:cubicBezTo>
                    <a:pt x="200" y="177"/>
                    <a:pt x="232" y="136"/>
                    <a:pt x="232" y="136"/>
                  </a:cubicBezTo>
                  <a:cubicBezTo>
                    <a:pt x="252" y="143"/>
                    <a:pt x="252" y="143"/>
                    <a:pt x="252" y="143"/>
                  </a:cubicBezTo>
                  <a:cubicBezTo>
                    <a:pt x="304" y="142"/>
                    <a:pt x="361" y="126"/>
                    <a:pt x="361" y="126"/>
                  </a:cubicBezTo>
                  <a:cubicBezTo>
                    <a:pt x="358" y="102"/>
                    <a:pt x="358" y="102"/>
                    <a:pt x="358" y="102"/>
                  </a:cubicBezTo>
                  <a:cubicBezTo>
                    <a:pt x="381" y="86"/>
                    <a:pt x="368" y="29"/>
                    <a:pt x="368" y="29"/>
                  </a:cubicBezTo>
                  <a:close/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356" name="Freeform 813">
              <a:extLst>
                <a:ext uri="{FF2B5EF4-FFF2-40B4-BE49-F238E27FC236}">
                  <a16:creationId xmlns:a16="http://schemas.microsoft.com/office/drawing/2014/main" id="{8A0F4529-EAAF-4628-BFA3-30BDB3662B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5" y="3894"/>
              <a:ext cx="137" cy="37"/>
            </a:xfrm>
            <a:custGeom>
              <a:avLst/>
              <a:gdLst>
                <a:gd name="T0" fmla="*/ 0 w 127"/>
                <a:gd name="T1" fmla="*/ 44 h 34"/>
                <a:gd name="T2" fmla="*/ 53 w 127"/>
                <a:gd name="T3" fmla="*/ 30 h 34"/>
                <a:gd name="T4" fmla="*/ 160 w 127"/>
                <a:gd name="T5" fmla="*/ 0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7" h="34">
                  <a:moveTo>
                    <a:pt x="0" y="34"/>
                  </a:moveTo>
                  <a:cubicBezTo>
                    <a:pt x="0" y="34"/>
                    <a:pt x="13" y="24"/>
                    <a:pt x="42" y="24"/>
                  </a:cubicBezTo>
                  <a:cubicBezTo>
                    <a:pt x="71" y="24"/>
                    <a:pt x="110" y="14"/>
                    <a:pt x="127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357" name="Line 814">
              <a:extLst>
                <a:ext uri="{FF2B5EF4-FFF2-40B4-BE49-F238E27FC236}">
                  <a16:creationId xmlns:a16="http://schemas.microsoft.com/office/drawing/2014/main" id="{0CBF5C98-324F-401A-AF92-624C0790883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626" y="3925"/>
              <a:ext cx="1" cy="14"/>
            </a:xfrm>
            <a:prstGeom prst="line">
              <a:avLst/>
            </a:prstGeom>
            <a:noFill/>
            <a:ln w="6350" cap="rnd">
              <a:solidFill>
                <a:srgbClr val="343434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358" name="Freeform 815">
              <a:extLst>
                <a:ext uri="{FF2B5EF4-FFF2-40B4-BE49-F238E27FC236}">
                  <a16:creationId xmlns:a16="http://schemas.microsoft.com/office/drawing/2014/main" id="{6A701DB4-20F6-44A7-82C7-9803FF41823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2" y="3931"/>
              <a:ext cx="241" cy="78"/>
            </a:xfrm>
            <a:custGeom>
              <a:avLst/>
              <a:gdLst>
                <a:gd name="T0" fmla="*/ 0 w 222"/>
                <a:gd name="T1" fmla="*/ 37 h 72"/>
                <a:gd name="T2" fmla="*/ 98 w 222"/>
                <a:gd name="T3" fmla="*/ 87 h 72"/>
                <a:gd name="T4" fmla="*/ 284 w 222"/>
                <a:gd name="T5" fmla="*/ 0 h 7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2" h="72">
                  <a:moveTo>
                    <a:pt x="0" y="29"/>
                  </a:moveTo>
                  <a:cubicBezTo>
                    <a:pt x="0" y="29"/>
                    <a:pt x="51" y="66"/>
                    <a:pt x="76" y="68"/>
                  </a:cubicBezTo>
                  <a:cubicBezTo>
                    <a:pt x="100" y="70"/>
                    <a:pt x="146" y="72"/>
                    <a:pt x="222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359" name="Freeform 816">
              <a:extLst>
                <a:ext uri="{FF2B5EF4-FFF2-40B4-BE49-F238E27FC236}">
                  <a16:creationId xmlns:a16="http://schemas.microsoft.com/office/drawing/2014/main" id="{6A731D8B-B99C-4DB9-80C9-1B6E1527B5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8" y="3783"/>
              <a:ext cx="129" cy="79"/>
            </a:xfrm>
            <a:custGeom>
              <a:avLst/>
              <a:gdLst>
                <a:gd name="T0" fmla="*/ 152 w 119"/>
                <a:gd name="T1" fmla="*/ 74 h 73"/>
                <a:gd name="T2" fmla="*/ 15 w 119"/>
                <a:gd name="T3" fmla="*/ 0 h 73"/>
                <a:gd name="T4" fmla="*/ 0 w 119"/>
                <a:gd name="T5" fmla="*/ 15 h 73"/>
                <a:gd name="T6" fmla="*/ 132 w 119"/>
                <a:gd name="T7" fmla="*/ 88 h 73"/>
                <a:gd name="T8" fmla="*/ 152 w 119"/>
                <a:gd name="T9" fmla="*/ 74 h 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9" h="73">
                  <a:moveTo>
                    <a:pt x="119" y="58"/>
                  </a:moveTo>
                  <a:cubicBezTo>
                    <a:pt x="119" y="58"/>
                    <a:pt x="58" y="9"/>
                    <a:pt x="12" y="0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12"/>
                    <a:pt x="32" y="16"/>
                    <a:pt x="104" y="69"/>
                  </a:cubicBezTo>
                  <a:cubicBezTo>
                    <a:pt x="104" y="69"/>
                    <a:pt x="118" y="73"/>
                    <a:pt x="119" y="58"/>
                  </a:cubicBezTo>
                  <a:close/>
                </a:path>
              </a:pathLst>
            </a:custGeom>
            <a:solidFill>
              <a:srgbClr val="6CB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360" name="Freeform 817">
              <a:extLst>
                <a:ext uri="{FF2B5EF4-FFF2-40B4-BE49-F238E27FC236}">
                  <a16:creationId xmlns:a16="http://schemas.microsoft.com/office/drawing/2014/main" id="{95690D4F-9CAF-4B6E-BE48-8167CEC0BE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8" y="3783"/>
              <a:ext cx="129" cy="79"/>
            </a:xfrm>
            <a:custGeom>
              <a:avLst/>
              <a:gdLst>
                <a:gd name="T0" fmla="*/ 152 w 119"/>
                <a:gd name="T1" fmla="*/ 74 h 73"/>
                <a:gd name="T2" fmla="*/ 15 w 119"/>
                <a:gd name="T3" fmla="*/ 0 h 73"/>
                <a:gd name="T4" fmla="*/ 0 w 119"/>
                <a:gd name="T5" fmla="*/ 15 h 73"/>
                <a:gd name="T6" fmla="*/ 132 w 119"/>
                <a:gd name="T7" fmla="*/ 88 h 73"/>
                <a:gd name="T8" fmla="*/ 152 w 119"/>
                <a:gd name="T9" fmla="*/ 74 h 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9" h="73">
                  <a:moveTo>
                    <a:pt x="119" y="58"/>
                  </a:moveTo>
                  <a:cubicBezTo>
                    <a:pt x="119" y="58"/>
                    <a:pt x="58" y="9"/>
                    <a:pt x="12" y="0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12"/>
                    <a:pt x="32" y="16"/>
                    <a:pt x="104" y="69"/>
                  </a:cubicBezTo>
                  <a:cubicBezTo>
                    <a:pt x="104" y="69"/>
                    <a:pt x="118" y="73"/>
                    <a:pt x="119" y="58"/>
                  </a:cubicBezTo>
                  <a:close/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361" name="Freeform 818">
              <a:extLst>
                <a:ext uri="{FF2B5EF4-FFF2-40B4-BE49-F238E27FC236}">
                  <a16:creationId xmlns:a16="http://schemas.microsoft.com/office/drawing/2014/main" id="{4C94A093-FD0E-48AF-9EC9-34EFD682FD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0" y="3926"/>
              <a:ext cx="14" cy="10"/>
            </a:xfrm>
            <a:custGeom>
              <a:avLst/>
              <a:gdLst>
                <a:gd name="T0" fmla="*/ 15 w 13"/>
                <a:gd name="T1" fmla="*/ 0 h 9"/>
                <a:gd name="T2" fmla="*/ 16 w 13"/>
                <a:gd name="T3" fmla="*/ 12 h 9"/>
                <a:gd name="T4" fmla="*/ 0 w 13"/>
                <a:gd name="T5" fmla="*/ 4 h 9"/>
                <a:gd name="T6" fmla="*/ 15 w 13"/>
                <a:gd name="T7" fmla="*/ 0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9">
                  <a:moveTo>
                    <a:pt x="12" y="0"/>
                  </a:moveTo>
                  <a:cubicBezTo>
                    <a:pt x="13" y="9"/>
                    <a:pt x="13" y="9"/>
                    <a:pt x="13" y="9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4"/>
                    <a:pt x="10" y="0"/>
                    <a:pt x="12" y="0"/>
                  </a:cubicBezTo>
                  <a:close/>
                </a:path>
              </a:pathLst>
            </a:custGeom>
            <a:solidFill>
              <a:srgbClr val="56B3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362" name="Freeform 819">
              <a:extLst>
                <a:ext uri="{FF2B5EF4-FFF2-40B4-BE49-F238E27FC236}">
                  <a16:creationId xmlns:a16="http://schemas.microsoft.com/office/drawing/2014/main" id="{A217FD89-D18F-4034-A711-0C7AF2B510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3" y="3880"/>
              <a:ext cx="165" cy="139"/>
            </a:xfrm>
            <a:custGeom>
              <a:avLst/>
              <a:gdLst>
                <a:gd name="T0" fmla="*/ 77 w 152"/>
                <a:gd name="T1" fmla="*/ 0 h 128"/>
                <a:gd name="T2" fmla="*/ 10 w 152"/>
                <a:gd name="T3" fmla="*/ 60 h 128"/>
                <a:gd name="T4" fmla="*/ 31 w 152"/>
                <a:gd name="T5" fmla="*/ 113 h 128"/>
                <a:gd name="T6" fmla="*/ 194 w 152"/>
                <a:gd name="T7" fmla="*/ 119 h 128"/>
                <a:gd name="T8" fmla="*/ 157 w 152"/>
                <a:gd name="T9" fmla="*/ 72 h 128"/>
                <a:gd name="T10" fmla="*/ 77 w 152"/>
                <a:gd name="T11" fmla="*/ 0 h 1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2" h="128">
                  <a:moveTo>
                    <a:pt x="60" y="0"/>
                  </a:moveTo>
                  <a:cubicBezTo>
                    <a:pt x="60" y="0"/>
                    <a:pt x="10" y="30"/>
                    <a:pt x="7" y="47"/>
                  </a:cubicBezTo>
                  <a:cubicBezTo>
                    <a:pt x="4" y="64"/>
                    <a:pt x="0" y="73"/>
                    <a:pt x="25" y="88"/>
                  </a:cubicBezTo>
                  <a:cubicBezTo>
                    <a:pt x="50" y="103"/>
                    <a:pt x="82" y="128"/>
                    <a:pt x="152" y="93"/>
                  </a:cubicBezTo>
                  <a:cubicBezTo>
                    <a:pt x="152" y="93"/>
                    <a:pt x="152" y="67"/>
                    <a:pt x="123" y="56"/>
                  </a:cubicBezTo>
                  <a:cubicBezTo>
                    <a:pt x="93" y="45"/>
                    <a:pt x="1" y="43"/>
                    <a:pt x="60" y="0"/>
                  </a:cubicBezTo>
                  <a:close/>
                </a:path>
              </a:pathLst>
            </a:custGeom>
            <a:solidFill>
              <a:srgbClr val="87C5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363" name="Freeform 820">
              <a:extLst>
                <a:ext uri="{FF2B5EF4-FFF2-40B4-BE49-F238E27FC236}">
                  <a16:creationId xmlns:a16="http://schemas.microsoft.com/office/drawing/2014/main" id="{9FEB6CAA-0C2C-43CA-BD04-83CFE63A87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0" y="3912"/>
              <a:ext cx="31" cy="50"/>
            </a:xfrm>
            <a:custGeom>
              <a:avLst/>
              <a:gdLst>
                <a:gd name="T0" fmla="*/ 35 w 29"/>
                <a:gd name="T1" fmla="*/ 0 h 46"/>
                <a:gd name="T2" fmla="*/ 19 w 29"/>
                <a:gd name="T3" fmla="*/ 59 h 46"/>
                <a:gd name="T4" fmla="*/ 35 w 29"/>
                <a:gd name="T5" fmla="*/ 0 h 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46">
                  <a:moveTo>
                    <a:pt x="29" y="0"/>
                  </a:moveTo>
                  <a:cubicBezTo>
                    <a:pt x="29" y="0"/>
                    <a:pt x="0" y="21"/>
                    <a:pt x="16" y="46"/>
                  </a:cubicBezTo>
                  <a:cubicBezTo>
                    <a:pt x="16" y="46"/>
                    <a:pt x="4" y="23"/>
                    <a:pt x="29" y="0"/>
                  </a:cubicBezTo>
                  <a:close/>
                </a:path>
              </a:pathLst>
            </a:custGeom>
            <a:solidFill>
              <a:srgbClr val="C8E3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364" name="Freeform 821">
              <a:extLst>
                <a:ext uri="{FF2B5EF4-FFF2-40B4-BE49-F238E27FC236}">
                  <a16:creationId xmlns:a16="http://schemas.microsoft.com/office/drawing/2014/main" id="{88AB2981-6031-4F7C-8F42-5AF8AEAC637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4" y="3784"/>
              <a:ext cx="414" cy="251"/>
            </a:xfrm>
            <a:custGeom>
              <a:avLst/>
              <a:gdLst>
                <a:gd name="T0" fmla="*/ 16 w 382"/>
                <a:gd name="T1" fmla="*/ 37 h 232"/>
                <a:gd name="T2" fmla="*/ 148 w 382"/>
                <a:gd name="T3" fmla="*/ 61 h 232"/>
                <a:gd name="T4" fmla="*/ 251 w 382"/>
                <a:gd name="T5" fmla="*/ 115 h 232"/>
                <a:gd name="T6" fmla="*/ 336 w 382"/>
                <a:gd name="T7" fmla="*/ 96 h 232"/>
                <a:gd name="T8" fmla="*/ 314 w 382"/>
                <a:gd name="T9" fmla="*/ 65 h 232"/>
                <a:gd name="T10" fmla="*/ 380 w 382"/>
                <a:gd name="T11" fmla="*/ 96 h 232"/>
                <a:gd name="T12" fmla="*/ 438 w 382"/>
                <a:gd name="T13" fmla="*/ 132 h 232"/>
                <a:gd name="T14" fmla="*/ 475 w 382"/>
                <a:gd name="T15" fmla="*/ 210 h 232"/>
                <a:gd name="T16" fmla="*/ 475 w 382"/>
                <a:gd name="T17" fmla="*/ 227 h 232"/>
                <a:gd name="T18" fmla="*/ 415 w 382"/>
                <a:gd name="T19" fmla="*/ 265 h 232"/>
                <a:gd name="T20" fmla="*/ 274 w 382"/>
                <a:gd name="T21" fmla="*/ 243 h 232"/>
                <a:gd name="T22" fmla="*/ 189 w 382"/>
                <a:gd name="T23" fmla="*/ 172 h 232"/>
                <a:gd name="T24" fmla="*/ 166 w 382"/>
                <a:gd name="T25" fmla="*/ 182 h 232"/>
                <a:gd name="T26" fmla="*/ 26 w 382"/>
                <a:gd name="T27" fmla="*/ 159 h 232"/>
                <a:gd name="T28" fmla="*/ 30 w 382"/>
                <a:gd name="T29" fmla="*/ 129 h 232"/>
                <a:gd name="T30" fmla="*/ 16 w 382"/>
                <a:gd name="T31" fmla="*/ 37 h 23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382" h="232">
                  <a:moveTo>
                    <a:pt x="13" y="29"/>
                  </a:moveTo>
                  <a:cubicBezTo>
                    <a:pt x="20" y="0"/>
                    <a:pt x="38" y="57"/>
                    <a:pt x="116" y="48"/>
                  </a:cubicBezTo>
                  <a:cubicBezTo>
                    <a:pt x="150" y="67"/>
                    <a:pt x="183" y="88"/>
                    <a:pt x="197" y="91"/>
                  </a:cubicBezTo>
                  <a:cubicBezTo>
                    <a:pt x="221" y="97"/>
                    <a:pt x="249" y="84"/>
                    <a:pt x="264" y="76"/>
                  </a:cubicBezTo>
                  <a:cubicBezTo>
                    <a:pt x="271" y="67"/>
                    <a:pt x="247" y="51"/>
                    <a:pt x="247" y="51"/>
                  </a:cubicBezTo>
                  <a:cubicBezTo>
                    <a:pt x="279" y="63"/>
                    <a:pt x="295" y="73"/>
                    <a:pt x="299" y="76"/>
                  </a:cubicBezTo>
                  <a:cubicBezTo>
                    <a:pt x="308" y="81"/>
                    <a:pt x="322" y="89"/>
                    <a:pt x="344" y="104"/>
                  </a:cubicBezTo>
                  <a:cubicBezTo>
                    <a:pt x="382" y="129"/>
                    <a:pt x="373" y="165"/>
                    <a:pt x="373" y="165"/>
                  </a:cubicBezTo>
                  <a:cubicBezTo>
                    <a:pt x="373" y="179"/>
                    <a:pt x="373" y="179"/>
                    <a:pt x="373" y="179"/>
                  </a:cubicBezTo>
                  <a:cubicBezTo>
                    <a:pt x="373" y="179"/>
                    <a:pt x="376" y="185"/>
                    <a:pt x="326" y="209"/>
                  </a:cubicBezTo>
                  <a:cubicBezTo>
                    <a:pt x="276" y="232"/>
                    <a:pt x="248" y="207"/>
                    <a:pt x="215" y="192"/>
                  </a:cubicBezTo>
                  <a:cubicBezTo>
                    <a:pt x="182" y="177"/>
                    <a:pt x="149" y="136"/>
                    <a:pt x="149" y="136"/>
                  </a:cubicBezTo>
                  <a:cubicBezTo>
                    <a:pt x="130" y="143"/>
                    <a:pt x="130" y="143"/>
                    <a:pt x="130" y="143"/>
                  </a:cubicBezTo>
                  <a:cubicBezTo>
                    <a:pt x="78" y="142"/>
                    <a:pt x="20" y="126"/>
                    <a:pt x="20" y="126"/>
                  </a:cubicBezTo>
                  <a:cubicBezTo>
                    <a:pt x="24" y="102"/>
                    <a:pt x="24" y="102"/>
                    <a:pt x="24" y="102"/>
                  </a:cubicBezTo>
                  <a:cubicBezTo>
                    <a:pt x="0" y="86"/>
                    <a:pt x="13" y="29"/>
                    <a:pt x="13" y="29"/>
                  </a:cubicBezTo>
                  <a:close/>
                </a:path>
              </a:pathLst>
            </a:custGeom>
            <a:solidFill>
              <a:srgbClr val="6CB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365" name="Freeform 822">
              <a:extLst>
                <a:ext uri="{FF2B5EF4-FFF2-40B4-BE49-F238E27FC236}">
                  <a16:creationId xmlns:a16="http://schemas.microsoft.com/office/drawing/2014/main" id="{83EA47BA-11A0-48ED-B478-33C6F8A7C20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3" y="3797"/>
              <a:ext cx="54" cy="130"/>
            </a:xfrm>
            <a:custGeom>
              <a:avLst/>
              <a:gdLst>
                <a:gd name="T0" fmla="*/ 29 w 50"/>
                <a:gd name="T1" fmla="*/ 115 h 120"/>
                <a:gd name="T2" fmla="*/ 25 w 50"/>
                <a:gd name="T3" fmla="*/ 143 h 120"/>
                <a:gd name="T4" fmla="*/ 59 w 50"/>
                <a:gd name="T5" fmla="*/ 153 h 120"/>
                <a:gd name="T6" fmla="*/ 63 w 50"/>
                <a:gd name="T7" fmla="*/ 132 h 120"/>
                <a:gd name="T8" fmla="*/ 49 w 50"/>
                <a:gd name="T9" fmla="*/ 40 h 120"/>
                <a:gd name="T10" fmla="*/ 56 w 50"/>
                <a:gd name="T11" fmla="*/ 29 h 120"/>
                <a:gd name="T12" fmla="*/ 16 w 50"/>
                <a:gd name="T13" fmla="*/ 22 h 120"/>
                <a:gd name="T14" fmla="*/ 29 w 50"/>
                <a:gd name="T15" fmla="*/ 115 h 12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0" h="120">
                  <a:moveTo>
                    <a:pt x="23" y="90"/>
                  </a:moveTo>
                  <a:cubicBezTo>
                    <a:pt x="19" y="113"/>
                    <a:pt x="19" y="113"/>
                    <a:pt x="19" y="113"/>
                  </a:cubicBezTo>
                  <a:cubicBezTo>
                    <a:pt x="19" y="113"/>
                    <a:pt x="30" y="116"/>
                    <a:pt x="47" y="120"/>
                  </a:cubicBezTo>
                  <a:cubicBezTo>
                    <a:pt x="50" y="104"/>
                    <a:pt x="50" y="104"/>
                    <a:pt x="50" y="104"/>
                  </a:cubicBezTo>
                  <a:cubicBezTo>
                    <a:pt x="26" y="88"/>
                    <a:pt x="39" y="31"/>
                    <a:pt x="39" y="31"/>
                  </a:cubicBezTo>
                  <a:cubicBezTo>
                    <a:pt x="41" y="26"/>
                    <a:pt x="42" y="23"/>
                    <a:pt x="44" y="23"/>
                  </a:cubicBezTo>
                  <a:cubicBezTo>
                    <a:pt x="24" y="11"/>
                    <a:pt x="17" y="0"/>
                    <a:pt x="13" y="17"/>
                  </a:cubicBezTo>
                  <a:cubicBezTo>
                    <a:pt x="13" y="17"/>
                    <a:pt x="0" y="74"/>
                    <a:pt x="23" y="90"/>
                  </a:cubicBezTo>
                  <a:close/>
                </a:path>
              </a:pathLst>
            </a:custGeom>
            <a:solidFill>
              <a:srgbClr val="56B3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366" name="Freeform 823">
              <a:extLst>
                <a:ext uri="{FF2B5EF4-FFF2-40B4-BE49-F238E27FC236}">
                  <a16:creationId xmlns:a16="http://schemas.microsoft.com/office/drawing/2014/main" id="{B961760A-2B0E-42FF-A791-25D04B4F9F0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4" y="3784"/>
              <a:ext cx="414" cy="251"/>
            </a:xfrm>
            <a:custGeom>
              <a:avLst/>
              <a:gdLst>
                <a:gd name="T0" fmla="*/ 16 w 382"/>
                <a:gd name="T1" fmla="*/ 37 h 232"/>
                <a:gd name="T2" fmla="*/ 148 w 382"/>
                <a:gd name="T3" fmla="*/ 61 h 232"/>
                <a:gd name="T4" fmla="*/ 251 w 382"/>
                <a:gd name="T5" fmla="*/ 115 h 232"/>
                <a:gd name="T6" fmla="*/ 336 w 382"/>
                <a:gd name="T7" fmla="*/ 96 h 232"/>
                <a:gd name="T8" fmla="*/ 314 w 382"/>
                <a:gd name="T9" fmla="*/ 65 h 232"/>
                <a:gd name="T10" fmla="*/ 380 w 382"/>
                <a:gd name="T11" fmla="*/ 96 h 232"/>
                <a:gd name="T12" fmla="*/ 438 w 382"/>
                <a:gd name="T13" fmla="*/ 132 h 232"/>
                <a:gd name="T14" fmla="*/ 475 w 382"/>
                <a:gd name="T15" fmla="*/ 210 h 232"/>
                <a:gd name="T16" fmla="*/ 475 w 382"/>
                <a:gd name="T17" fmla="*/ 227 h 232"/>
                <a:gd name="T18" fmla="*/ 415 w 382"/>
                <a:gd name="T19" fmla="*/ 265 h 232"/>
                <a:gd name="T20" fmla="*/ 274 w 382"/>
                <a:gd name="T21" fmla="*/ 243 h 232"/>
                <a:gd name="T22" fmla="*/ 189 w 382"/>
                <a:gd name="T23" fmla="*/ 172 h 232"/>
                <a:gd name="T24" fmla="*/ 166 w 382"/>
                <a:gd name="T25" fmla="*/ 182 h 232"/>
                <a:gd name="T26" fmla="*/ 26 w 382"/>
                <a:gd name="T27" fmla="*/ 159 h 232"/>
                <a:gd name="T28" fmla="*/ 30 w 382"/>
                <a:gd name="T29" fmla="*/ 129 h 232"/>
                <a:gd name="T30" fmla="*/ 16 w 382"/>
                <a:gd name="T31" fmla="*/ 37 h 23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382" h="232">
                  <a:moveTo>
                    <a:pt x="13" y="29"/>
                  </a:moveTo>
                  <a:cubicBezTo>
                    <a:pt x="20" y="0"/>
                    <a:pt x="38" y="57"/>
                    <a:pt x="116" y="48"/>
                  </a:cubicBezTo>
                  <a:cubicBezTo>
                    <a:pt x="150" y="67"/>
                    <a:pt x="183" y="88"/>
                    <a:pt x="197" y="91"/>
                  </a:cubicBezTo>
                  <a:cubicBezTo>
                    <a:pt x="221" y="97"/>
                    <a:pt x="249" y="84"/>
                    <a:pt x="264" y="76"/>
                  </a:cubicBezTo>
                  <a:cubicBezTo>
                    <a:pt x="271" y="67"/>
                    <a:pt x="247" y="51"/>
                    <a:pt x="247" y="51"/>
                  </a:cubicBezTo>
                  <a:cubicBezTo>
                    <a:pt x="279" y="63"/>
                    <a:pt x="295" y="73"/>
                    <a:pt x="299" y="76"/>
                  </a:cubicBezTo>
                  <a:cubicBezTo>
                    <a:pt x="308" y="81"/>
                    <a:pt x="322" y="89"/>
                    <a:pt x="344" y="104"/>
                  </a:cubicBezTo>
                  <a:cubicBezTo>
                    <a:pt x="382" y="129"/>
                    <a:pt x="373" y="165"/>
                    <a:pt x="373" y="165"/>
                  </a:cubicBezTo>
                  <a:cubicBezTo>
                    <a:pt x="373" y="179"/>
                    <a:pt x="373" y="179"/>
                    <a:pt x="373" y="179"/>
                  </a:cubicBezTo>
                  <a:cubicBezTo>
                    <a:pt x="373" y="179"/>
                    <a:pt x="376" y="185"/>
                    <a:pt x="326" y="209"/>
                  </a:cubicBezTo>
                  <a:cubicBezTo>
                    <a:pt x="276" y="232"/>
                    <a:pt x="248" y="207"/>
                    <a:pt x="215" y="192"/>
                  </a:cubicBezTo>
                  <a:cubicBezTo>
                    <a:pt x="182" y="177"/>
                    <a:pt x="149" y="136"/>
                    <a:pt x="149" y="136"/>
                  </a:cubicBezTo>
                  <a:cubicBezTo>
                    <a:pt x="130" y="143"/>
                    <a:pt x="130" y="143"/>
                    <a:pt x="130" y="143"/>
                  </a:cubicBezTo>
                  <a:cubicBezTo>
                    <a:pt x="78" y="142"/>
                    <a:pt x="20" y="126"/>
                    <a:pt x="20" y="126"/>
                  </a:cubicBezTo>
                  <a:cubicBezTo>
                    <a:pt x="24" y="102"/>
                    <a:pt x="24" y="102"/>
                    <a:pt x="24" y="102"/>
                  </a:cubicBezTo>
                  <a:cubicBezTo>
                    <a:pt x="0" y="86"/>
                    <a:pt x="13" y="29"/>
                    <a:pt x="13" y="29"/>
                  </a:cubicBezTo>
                  <a:close/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367" name="Freeform 824">
              <a:extLst>
                <a:ext uri="{FF2B5EF4-FFF2-40B4-BE49-F238E27FC236}">
                  <a16:creationId xmlns:a16="http://schemas.microsoft.com/office/drawing/2014/main" id="{5FA68FAB-83A2-4BFB-8917-668EEC5FE87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8" y="3894"/>
              <a:ext cx="137" cy="37"/>
            </a:xfrm>
            <a:custGeom>
              <a:avLst/>
              <a:gdLst>
                <a:gd name="T0" fmla="*/ 160 w 127"/>
                <a:gd name="T1" fmla="*/ 44 h 34"/>
                <a:gd name="T2" fmla="*/ 107 w 127"/>
                <a:gd name="T3" fmla="*/ 30 h 34"/>
                <a:gd name="T4" fmla="*/ 0 w 127"/>
                <a:gd name="T5" fmla="*/ 0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7" h="34">
                  <a:moveTo>
                    <a:pt x="127" y="34"/>
                  </a:moveTo>
                  <a:cubicBezTo>
                    <a:pt x="127" y="34"/>
                    <a:pt x="114" y="24"/>
                    <a:pt x="85" y="24"/>
                  </a:cubicBezTo>
                  <a:cubicBezTo>
                    <a:pt x="57" y="24"/>
                    <a:pt x="18" y="14"/>
                    <a:pt x="0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368" name="Line 825">
              <a:extLst>
                <a:ext uri="{FF2B5EF4-FFF2-40B4-BE49-F238E27FC236}">
                  <a16:creationId xmlns:a16="http://schemas.microsoft.com/office/drawing/2014/main" id="{3AEB1CBB-A712-46F3-BAC4-28C40376D28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625" y="3925"/>
              <a:ext cx="1" cy="14"/>
            </a:xfrm>
            <a:prstGeom prst="line">
              <a:avLst/>
            </a:prstGeom>
            <a:noFill/>
            <a:ln w="6350" cap="rnd">
              <a:solidFill>
                <a:srgbClr val="343434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369" name="Freeform 826">
              <a:extLst>
                <a:ext uri="{FF2B5EF4-FFF2-40B4-BE49-F238E27FC236}">
                  <a16:creationId xmlns:a16="http://schemas.microsoft.com/office/drawing/2014/main" id="{00BCA6AE-CC54-4C8E-9C3A-F29652CDF6A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7" y="3931"/>
              <a:ext cx="241" cy="78"/>
            </a:xfrm>
            <a:custGeom>
              <a:avLst/>
              <a:gdLst>
                <a:gd name="T0" fmla="*/ 284 w 222"/>
                <a:gd name="T1" fmla="*/ 37 h 72"/>
                <a:gd name="T2" fmla="*/ 187 w 222"/>
                <a:gd name="T3" fmla="*/ 87 h 72"/>
                <a:gd name="T4" fmla="*/ 0 w 222"/>
                <a:gd name="T5" fmla="*/ 0 h 7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2" h="72">
                  <a:moveTo>
                    <a:pt x="222" y="29"/>
                  </a:moveTo>
                  <a:cubicBezTo>
                    <a:pt x="222" y="29"/>
                    <a:pt x="171" y="66"/>
                    <a:pt x="146" y="68"/>
                  </a:cubicBezTo>
                  <a:cubicBezTo>
                    <a:pt x="122" y="70"/>
                    <a:pt x="76" y="72"/>
                    <a:pt x="0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370" name="Freeform 827">
              <a:extLst>
                <a:ext uri="{FF2B5EF4-FFF2-40B4-BE49-F238E27FC236}">
                  <a16:creationId xmlns:a16="http://schemas.microsoft.com/office/drawing/2014/main" id="{9061F315-4302-4E77-80D3-C1C4B14F932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4" y="3783"/>
              <a:ext cx="128" cy="79"/>
            </a:xfrm>
            <a:custGeom>
              <a:avLst/>
              <a:gdLst>
                <a:gd name="T0" fmla="*/ 0 w 118"/>
                <a:gd name="T1" fmla="*/ 74 h 73"/>
                <a:gd name="T2" fmla="*/ 137 w 118"/>
                <a:gd name="T3" fmla="*/ 0 h 73"/>
                <a:gd name="T4" fmla="*/ 151 w 118"/>
                <a:gd name="T5" fmla="*/ 15 h 73"/>
                <a:gd name="T6" fmla="*/ 18 w 118"/>
                <a:gd name="T7" fmla="*/ 88 h 73"/>
                <a:gd name="T8" fmla="*/ 0 w 118"/>
                <a:gd name="T9" fmla="*/ 74 h 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8" h="73">
                  <a:moveTo>
                    <a:pt x="0" y="58"/>
                  </a:moveTo>
                  <a:cubicBezTo>
                    <a:pt x="0" y="58"/>
                    <a:pt x="61" y="9"/>
                    <a:pt x="107" y="0"/>
                  </a:cubicBezTo>
                  <a:cubicBezTo>
                    <a:pt x="118" y="12"/>
                    <a:pt x="118" y="12"/>
                    <a:pt x="118" y="12"/>
                  </a:cubicBezTo>
                  <a:cubicBezTo>
                    <a:pt x="118" y="12"/>
                    <a:pt x="87" y="16"/>
                    <a:pt x="15" y="69"/>
                  </a:cubicBezTo>
                  <a:cubicBezTo>
                    <a:pt x="15" y="69"/>
                    <a:pt x="0" y="73"/>
                    <a:pt x="0" y="58"/>
                  </a:cubicBezTo>
                  <a:close/>
                </a:path>
              </a:pathLst>
            </a:custGeom>
            <a:solidFill>
              <a:srgbClr val="6CB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371" name="Freeform 828">
              <a:extLst>
                <a:ext uri="{FF2B5EF4-FFF2-40B4-BE49-F238E27FC236}">
                  <a16:creationId xmlns:a16="http://schemas.microsoft.com/office/drawing/2014/main" id="{DF875627-6380-4DFF-A70B-074C74DFB5B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4" y="3783"/>
              <a:ext cx="128" cy="79"/>
            </a:xfrm>
            <a:custGeom>
              <a:avLst/>
              <a:gdLst>
                <a:gd name="T0" fmla="*/ 0 w 118"/>
                <a:gd name="T1" fmla="*/ 74 h 73"/>
                <a:gd name="T2" fmla="*/ 137 w 118"/>
                <a:gd name="T3" fmla="*/ 0 h 73"/>
                <a:gd name="T4" fmla="*/ 151 w 118"/>
                <a:gd name="T5" fmla="*/ 15 h 73"/>
                <a:gd name="T6" fmla="*/ 18 w 118"/>
                <a:gd name="T7" fmla="*/ 88 h 73"/>
                <a:gd name="T8" fmla="*/ 0 w 118"/>
                <a:gd name="T9" fmla="*/ 74 h 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8" h="73">
                  <a:moveTo>
                    <a:pt x="0" y="58"/>
                  </a:moveTo>
                  <a:cubicBezTo>
                    <a:pt x="0" y="58"/>
                    <a:pt x="61" y="9"/>
                    <a:pt x="107" y="0"/>
                  </a:cubicBezTo>
                  <a:cubicBezTo>
                    <a:pt x="118" y="12"/>
                    <a:pt x="118" y="12"/>
                    <a:pt x="118" y="12"/>
                  </a:cubicBezTo>
                  <a:cubicBezTo>
                    <a:pt x="118" y="12"/>
                    <a:pt x="87" y="16"/>
                    <a:pt x="15" y="69"/>
                  </a:cubicBezTo>
                  <a:cubicBezTo>
                    <a:pt x="15" y="69"/>
                    <a:pt x="0" y="73"/>
                    <a:pt x="0" y="58"/>
                  </a:cubicBezTo>
                  <a:close/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372" name="Freeform 829">
              <a:extLst>
                <a:ext uri="{FF2B5EF4-FFF2-40B4-BE49-F238E27FC236}">
                  <a16:creationId xmlns:a16="http://schemas.microsoft.com/office/drawing/2014/main" id="{17615F6B-89E6-4FD1-BD11-62AC9C49E76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7" y="3926"/>
              <a:ext cx="13" cy="10"/>
            </a:xfrm>
            <a:custGeom>
              <a:avLst/>
              <a:gdLst>
                <a:gd name="T0" fmla="*/ 0 w 12"/>
                <a:gd name="T1" fmla="*/ 0 h 9"/>
                <a:gd name="T2" fmla="*/ 0 w 12"/>
                <a:gd name="T3" fmla="*/ 12 h 9"/>
                <a:gd name="T4" fmla="*/ 15 w 12"/>
                <a:gd name="T5" fmla="*/ 4 h 9"/>
                <a:gd name="T6" fmla="*/ 0 w 12"/>
                <a:gd name="T7" fmla="*/ 0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9">
                  <a:moveTo>
                    <a:pt x="0" y="0"/>
                  </a:moveTo>
                  <a:cubicBezTo>
                    <a:pt x="0" y="9"/>
                    <a:pt x="0" y="9"/>
                    <a:pt x="0" y="9"/>
                  </a:cubicBezTo>
                  <a:cubicBezTo>
                    <a:pt x="12" y="4"/>
                    <a:pt x="12" y="4"/>
                    <a:pt x="12" y="4"/>
                  </a:cubicBezTo>
                  <a:cubicBezTo>
                    <a:pt x="12" y="4"/>
                    <a:pt x="3" y="0"/>
                    <a:pt x="0" y="0"/>
                  </a:cubicBezTo>
                  <a:close/>
                </a:path>
              </a:pathLst>
            </a:custGeom>
            <a:solidFill>
              <a:srgbClr val="56B3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373" name="Freeform 830">
              <a:extLst>
                <a:ext uri="{FF2B5EF4-FFF2-40B4-BE49-F238E27FC236}">
                  <a16:creationId xmlns:a16="http://schemas.microsoft.com/office/drawing/2014/main" id="{2EA2CD17-41AE-4CB6-8AA6-843A2668447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2" y="3880"/>
              <a:ext cx="165" cy="139"/>
            </a:xfrm>
            <a:custGeom>
              <a:avLst/>
              <a:gdLst>
                <a:gd name="T0" fmla="*/ 118 w 152"/>
                <a:gd name="T1" fmla="*/ 0 h 128"/>
                <a:gd name="T2" fmla="*/ 187 w 152"/>
                <a:gd name="T3" fmla="*/ 60 h 128"/>
                <a:gd name="T4" fmla="*/ 163 w 152"/>
                <a:gd name="T5" fmla="*/ 113 h 128"/>
                <a:gd name="T6" fmla="*/ 0 w 152"/>
                <a:gd name="T7" fmla="*/ 119 h 128"/>
                <a:gd name="T8" fmla="*/ 39 w 152"/>
                <a:gd name="T9" fmla="*/ 72 h 128"/>
                <a:gd name="T10" fmla="*/ 118 w 152"/>
                <a:gd name="T11" fmla="*/ 0 h 1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2" h="128">
                  <a:moveTo>
                    <a:pt x="92" y="0"/>
                  </a:moveTo>
                  <a:cubicBezTo>
                    <a:pt x="92" y="0"/>
                    <a:pt x="143" y="30"/>
                    <a:pt x="146" y="47"/>
                  </a:cubicBezTo>
                  <a:cubicBezTo>
                    <a:pt x="148" y="64"/>
                    <a:pt x="152" y="73"/>
                    <a:pt x="127" y="88"/>
                  </a:cubicBezTo>
                  <a:cubicBezTo>
                    <a:pt x="102" y="103"/>
                    <a:pt x="70" y="128"/>
                    <a:pt x="0" y="93"/>
                  </a:cubicBezTo>
                  <a:cubicBezTo>
                    <a:pt x="0" y="93"/>
                    <a:pt x="0" y="67"/>
                    <a:pt x="30" y="56"/>
                  </a:cubicBezTo>
                  <a:cubicBezTo>
                    <a:pt x="59" y="45"/>
                    <a:pt x="151" y="43"/>
                    <a:pt x="92" y="0"/>
                  </a:cubicBezTo>
                  <a:close/>
                </a:path>
              </a:pathLst>
            </a:custGeom>
            <a:solidFill>
              <a:srgbClr val="87C5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374" name="Freeform 831">
              <a:extLst>
                <a:ext uri="{FF2B5EF4-FFF2-40B4-BE49-F238E27FC236}">
                  <a16:creationId xmlns:a16="http://schemas.microsoft.com/office/drawing/2014/main" id="{83F5358D-F38D-4F9E-9176-55AAA94903E2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9" y="3912"/>
              <a:ext cx="31" cy="50"/>
            </a:xfrm>
            <a:custGeom>
              <a:avLst/>
              <a:gdLst>
                <a:gd name="T0" fmla="*/ 0 w 29"/>
                <a:gd name="T1" fmla="*/ 0 h 46"/>
                <a:gd name="T2" fmla="*/ 17 w 29"/>
                <a:gd name="T3" fmla="*/ 59 h 46"/>
                <a:gd name="T4" fmla="*/ 0 w 29"/>
                <a:gd name="T5" fmla="*/ 0 h 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46">
                  <a:moveTo>
                    <a:pt x="0" y="0"/>
                  </a:moveTo>
                  <a:cubicBezTo>
                    <a:pt x="0" y="0"/>
                    <a:pt x="29" y="21"/>
                    <a:pt x="14" y="46"/>
                  </a:cubicBezTo>
                  <a:cubicBezTo>
                    <a:pt x="14" y="46"/>
                    <a:pt x="25" y="23"/>
                    <a:pt x="0" y="0"/>
                  </a:cubicBezTo>
                  <a:close/>
                </a:path>
              </a:pathLst>
            </a:custGeom>
            <a:solidFill>
              <a:srgbClr val="C8E3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</p:grpSp>
      <p:grpSp>
        <p:nvGrpSpPr>
          <p:cNvPr id="53254" name="Group 832">
            <a:extLst>
              <a:ext uri="{FF2B5EF4-FFF2-40B4-BE49-F238E27FC236}">
                <a16:creationId xmlns:a16="http://schemas.microsoft.com/office/drawing/2014/main" id="{FF639EE9-851C-46BC-98B0-0A0FAB646668}"/>
              </a:ext>
            </a:extLst>
          </p:cNvPr>
          <p:cNvGrpSpPr>
            <a:grpSpLocks/>
          </p:cNvGrpSpPr>
          <p:nvPr/>
        </p:nvGrpSpPr>
        <p:grpSpPr bwMode="auto">
          <a:xfrm>
            <a:off x="2755900" y="5986463"/>
            <a:ext cx="2641600" cy="611187"/>
            <a:chOff x="776" y="3739"/>
            <a:chExt cx="1664" cy="385"/>
          </a:xfrm>
        </p:grpSpPr>
        <p:sp>
          <p:nvSpPr>
            <p:cNvPr id="53307" name="Freeform 833">
              <a:extLst>
                <a:ext uri="{FF2B5EF4-FFF2-40B4-BE49-F238E27FC236}">
                  <a16:creationId xmlns:a16="http://schemas.microsoft.com/office/drawing/2014/main" id="{3A5E883A-F61F-4730-81A6-8688739AF5E0}"/>
                </a:ext>
              </a:extLst>
            </p:cNvPr>
            <p:cNvSpPr>
              <a:spLocks/>
            </p:cNvSpPr>
            <p:nvPr/>
          </p:nvSpPr>
          <p:spPr bwMode="auto">
            <a:xfrm>
              <a:off x="776" y="3739"/>
              <a:ext cx="506" cy="371"/>
            </a:xfrm>
            <a:custGeom>
              <a:avLst/>
              <a:gdLst>
                <a:gd name="T0" fmla="*/ 597 w 458"/>
                <a:gd name="T1" fmla="*/ 88 h 336"/>
                <a:gd name="T2" fmla="*/ 601 w 458"/>
                <a:gd name="T3" fmla="*/ 176 h 336"/>
                <a:gd name="T4" fmla="*/ 595 w 458"/>
                <a:gd name="T5" fmla="*/ 234 h 336"/>
                <a:gd name="T6" fmla="*/ 597 w 458"/>
                <a:gd name="T7" fmla="*/ 269 h 336"/>
                <a:gd name="T8" fmla="*/ 424 w 458"/>
                <a:gd name="T9" fmla="*/ 307 h 336"/>
                <a:gd name="T10" fmla="*/ 397 w 458"/>
                <a:gd name="T11" fmla="*/ 299 h 336"/>
                <a:gd name="T12" fmla="*/ 309 w 458"/>
                <a:gd name="T13" fmla="*/ 359 h 336"/>
                <a:gd name="T14" fmla="*/ 82 w 458"/>
                <a:gd name="T15" fmla="*/ 375 h 336"/>
                <a:gd name="T16" fmla="*/ 135 w 458"/>
                <a:gd name="T17" fmla="*/ 222 h 336"/>
                <a:gd name="T18" fmla="*/ 266 w 458"/>
                <a:gd name="T19" fmla="*/ 113 h 336"/>
                <a:gd name="T20" fmla="*/ 273 w 458"/>
                <a:gd name="T21" fmla="*/ 10 h 336"/>
                <a:gd name="T22" fmla="*/ 398 w 458"/>
                <a:gd name="T23" fmla="*/ 94 h 336"/>
                <a:gd name="T24" fmla="*/ 384 w 458"/>
                <a:gd name="T25" fmla="*/ 150 h 336"/>
                <a:gd name="T26" fmla="*/ 486 w 458"/>
                <a:gd name="T27" fmla="*/ 110 h 336"/>
                <a:gd name="T28" fmla="*/ 597 w 458"/>
                <a:gd name="T29" fmla="*/ 88 h 3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458" h="336">
                  <a:moveTo>
                    <a:pt x="443" y="65"/>
                  </a:moveTo>
                  <a:cubicBezTo>
                    <a:pt x="443" y="65"/>
                    <a:pt x="434" y="104"/>
                    <a:pt x="445" y="130"/>
                  </a:cubicBezTo>
                  <a:cubicBezTo>
                    <a:pt x="456" y="155"/>
                    <a:pt x="442" y="174"/>
                    <a:pt x="442" y="174"/>
                  </a:cubicBezTo>
                  <a:cubicBezTo>
                    <a:pt x="442" y="174"/>
                    <a:pt x="458" y="186"/>
                    <a:pt x="443" y="200"/>
                  </a:cubicBezTo>
                  <a:cubicBezTo>
                    <a:pt x="427" y="213"/>
                    <a:pt x="315" y="228"/>
                    <a:pt x="315" y="228"/>
                  </a:cubicBezTo>
                  <a:cubicBezTo>
                    <a:pt x="315" y="228"/>
                    <a:pt x="301" y="227"/>
                    <a:pt x="294" y="222"/>
                  </a:cubicBezTo>
                  <a:cubicBezTo>
                    <a:pt x="294" y="222"/>
                    <a:pt x="245" y="252"/>
                    <a:pt x="229" y="266"/>
                  </a:cubicBezTo>
                  <a:cubicBezTo>
                    <a:pt x="214" y="280"/>
                    <a:pt x="123" y="336"/>
                    <a:pt x="61" y="279"/>
                  </a:cubicBezTo>
                  <a:cubicBezTo>
                    <a:pt x="0" y="222"/>
                    <a:pt x="74" y="173"/>
                    <a:pt x="100" y="165"/>
                  </a:cubicBezTo>
                  <a:cubicBezTo>
                    <a:pt x="127" y="157"/>
                    <a:pt x="197" y="83"/>
                    <a:pt x="197" y="83"/>
                  </a:cubicBezTo>
                  <a:cubicBezTo>
                    <a:pt x="197" y="83"/>
                    <a:pt x="168" y="15"/>
                    <a:pt x="203" y="7"/>
                  </a:cubicBezTo>
                  <a:cubicBezTo>
                    <a:pt x="238" y="0"/>
                    <a:pt x="322" y="18"/>
                    <a:pt x="295" y="70"/>
                  </a:cubicBezTo>
                  <a:cubicBezTo>
                    <a:pt x="281" y="95"/>
                    <a:pt x="285" y="111"/>
                    <a:pt x="285" y="111"/>
                  </a:cubicBezTo>
                  <a:cubicBezTo>
                    <a:pt x="285" y="111"/>
                    <a:pt x="343" y="104"/>
                    <a:pt x="360" y="82"/>
                  </a:cubicBezTo>
                  <a:cubicBezTo>
                    <a:pt x="385" y="50"/>
                    <a:pt x="445" y="55"/>
                    <a:pt x="443" y="65"/>
                  </a:cubicBezTo>
                  <a:close/>
                </a:path>
              </a:pathLst>
            </a:custGeom>
            <a:solidFill>
              <a:srgbClr val="4E94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308" name="Freeform 834">
              <a:extLst>
                <a:ext uri="{FF2B5EF4-FFF2-40B4-BE49-F238E27FC236}">
                  <a16:creationId xmlns:a16="http://schemas.microsoft.com/office/drawing/2014/main" id="{4DE67CE9-068B-48B7-998C-86BD13E764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1" y="3798"/>
              <a:ext cx="161" cy="193"/>
            </a:xfrm>
            <a:custGeom>
              <a:avLst/>
              <a:gdLst>
                <a:gd name="T0" fmla="*/ 174 w 146"/>
                <a:gd name="T1" fmla="*/ 164 h 174"/>
                <a:gd name="T2" fmla="*/ 179 w 146"/>
                <a:gd name="T3" fmla="*/ 103 h 174"/>
                <a:gd name="T4" fmla="*/ 175 w 146"/>
                <a:gd name="T5" fmla="*/ 14 h 174"/>
                <a:gd name="T6" fmla="*/ 106 w 146"/>
                <a:gd name="T7" fmla="*/ 11 h 174"/>
                <a:gd name="T8" fmla="*/ 131 w 146"/>
                <a:gd name="T9" fmla="*/ 22 h 174"/>
                <a:gd name="T10" fmla="*/ 133 w 146"/>
                <a:gd name="T11" fmla="*/ 110 h 174"/>
                <a:gd name="T12" fmla="*/ 137 w 146"/>
                <a:gd name="T13" fmla="*/ 176 h 174"/>
                <a:gd name="T14" fmla="*/ 130 w 146"/>
                <a:gd name="T15" fmla="*/ 204 h 174"/>
                <a:gd name="T16" fmla="*/ 0 w 146"/>
                <a:gd name="T17" fmla="*/ 237 h 174"/>
                <a:gd name="T18" fmla="*/ 3 w 146"/>
                <a:gd name="T19" fmla="*/ 237 h 174"/>
                <a:gd name="T20" fmla="*/ 175 w 146"/>
                <a:gd name="T21" fmla="*/ 200 h 174"/>
                <a:gd name="T22" fmla="*/ 174 w 146"/>
                <a:gd name="T23" fmla="*/ 164 h 17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46" h="174">
                  <a:moveTo>
                    <a:pt x="130" y="120"/>
                  </a:moveTo>
                  <a:cubicBezTo>
                    <a:pt x="130" y="120"/>
                    <a:pt x="144" y="101"/>
                    <a:pt x="133" y="76"/>
                  </a:cubicBezTo>
                  <a:cubicBezTo>
                    <a:pt x="122" y="50"/>
                    <a:pt x="131" y="11"/>
                    <a:pt x="131" y="11"/>
                  </a:cubicBezTo>
                  <a:cubicBezTo>
                    <a:pt x="133" y="4"/>
                    <a:pt x="104" y="0"/>
                    <a:pt x="79" y="8"/>
                  </a:cubicBezTo>
                  <a:cubicBezTo>
                    <a:pt x="90" y="9"/>
                    <a:pt x="98" y="12"/>
                    <a:pt x="98" y="16"/>
                  </a:cubicBezTo>
                  <a:cubicBezTo>
                    <a:pt x="98" y="16"/>
                    <a:pt x="89" y="55"/>
                    <a:pt x="100" y="80"/>
                  </a:cubicBezTo>
                  <a:cubicBezTo>
                    <a:pt x="110" y="106"/>
                    <a:pt x="102" y="129"/>
                    <a:pt x="102" y="129"/>
                  </a:cubicBezTo>
                  <a:cubicBezTo>
                    <a:pt x="102" y="129"/>
                    <a:pt x="112" y="136"/>
                    <a:pt x="97" y="150"/>
                  </a:cubicBezTo>
                  <a:cubicBezTo>
                    <a:pt x="87" y="159"/>
                    <a:pt x="35" y="168"/>
                    <a:pt x="0" y="174"/>
                  </a:cubicBezTo>
                  <a:cubicBezTo>
                    <a:pt x="2" y="174"/>
                    <a:pt x="3" y="174"/>
                    <a:pt x="3" y="174"/>
                  </a:cubicBezTo>
                  <a:cubicBezTo>
                    <a:pt x="3" y="174"/>
                    <a:pt x="115" y="159"/>
                    <a:pt x="131" y="146"/>
                  </a:cubicBezTo>
                  <a:cubicBezTo>
                    <a:pt x="146" y="132"/>
                    <a:pt x="130" y="120"/>
                    <a:pt x="130" y="120"/>
                  </a:cubicBezTo>
                  <a:close/>
                </a:path>
              </a:pathLst>
            </a:custGeom>
            <a:solidFill>
              <a:srgbClr val="2A6B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309" name="Freeform 835">
              <a:extLst>
                <a:ext uri="{FF2B5EF4-FFF2-40B4-BE49-F238E27FC236}">
                  <a16:creationId xmlns:a16="http://schemas.microsoft.com/office/drawing/2014/main" id="{0196A61D-3429-4920-91D7-904875EAD8E7}"/>
                </a:ext>
              </a:extLst>
            </p:cNvPr>
            <p:cNvSpPr>
              <a:spLocks/>
            </p:cNvSpPr>
            <p:nvPr/>
          </p:nvSpPr>
          <p:spPr bwMode="auto">
            <a:xfrm>
              <a:off x="776" y="3739"/>
              <a:ext cx="506" cy="371"/>
            </a:xfrm>
            <a:custGeom>
              <a:avLst/>
              <a:gdLst>
                <a:gd name="T0" fmla="*/ 597 w 458"/>
                <a:gd name="T1" fmla="*/ 88 h 336"/>
                <a:gd name="T2" fmla="*/ 601 w 458"/>
                <a:gd name="T3" fmla="*/ 176 h 336"/>
                <a:gd name="T4" fmla="*/ 595 w 458"/>
                <a:gd name="T5" fmla="*/ 234 h 336"/>
                <a:gd name="T6" fmla="*/ 597 w 458"/>
                <a:gd name="T7" fmla="*/ 269 h 336"/>
                <a:gd name="T8" fmla="*/ 424 w 458"/>
                <a:gd name="T9" fmla="*/ 307 h 336"/>
                <a:gd name="T10" fmla="*/ 397 w 458"/>
                <a:gd name="T11" fmla="*/ 299 h 336"/>
                <a:gd name="T12" fmla="*/ 309 w 458"/>
                <a:gd name="T13" fmla="*/ 359 h 336"/>
                <a:gd name="T14" fmla="*/ 82 w 458"/>
                <a:gd name="T15" fmla="*/ 375 h 336"/>
                <a:gd name="T16" fmla="*/ 135 w 458"/>
                <a:gd name="T17" fmla="*/ 222 h 336"/>
                <a:gd name="T18" fmla="*/ 266 w 458"/>
                <a:gd name="T19" fmla="*/ 113 h 336"/>
                <a:gd name="T20" fmla="*/ 273 w 458"/>
                <a:gd name="T21" fmla="*/ 10 h 336"/>
                <a:gd name="T22" fmla="*/ 398 w 458"/>
                <a:gd name="T23" fmla="*/ 94 h 336"/>
                <a:gd name="T24" fmla="*/ 384 w 458"/>
                <a:gd name="T25" fmla="*/ 150 h 336"/>
                <a:gd name="T26" fmla="*/ 486 w 458"/>
                <a:gd name="T27" fmla="*/ 110 h 336"/>
                <a:gd name="T28" fmla="*/ 597 w 458"/>
                <a:gd name="T29" fmla="*/ 88 h 3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458" h="336">
                  <a:moveTo>
                    <a:pt x="443" y="65"/>
                  </a:moveTo>
                  <a:cubicBezTo>
                    <a:pt x="443" y="65"/>
                    <a:pt x="434" y="104"/>
                    <a:pt x="445" y="130"/>
                  </a:cubicBezTo>
                  <a:cubicBezTo>
                    <a:pt x="456" y="155"/>
                    <a:pt x="442" y="174"/>
                    <a:pt x="442" y="174"/>
                  </a:cubicBezTo>
                  <a:cubicBezTo>
                    <a:pt x="442" y="174"/>
                    <a:pt x="458" y="186"/>
                    <a:pt x="443" y="200"/>
                  </a:cubicBezTo>
                  <a:cubicBezTo>
                    <a:pt x="427" y="213"/>
                    <a:pt x="315" y="228"/>
                    <a:pt x="315" y="228"/>
                  </a:cubicBezTo>
                  <a:cubicBezTo>
                    <a:pt x="315" y="228"/>
                    <a:pt x="301" y="227"/>
                    <a:pt x="294" y="222"/>
                  </a:cubicBezTo>
                  <a:cubicBezTo>
                    <a:pt x="294" y="222"/>
                    <a:pt x="245" y="252"/>
                    <a:pt x="229" y="266"/>
                  </a:cubicBezTo>
                  <a:cubicBezTo>
                    <a:pt x="214" y="280"/>
                    <a:pt x="123" y="336"/>
                    <a:pt x="61" y="279"/>
                  </a:cubicBezTo>
                  <a:cubicBezTo>
                    <a:pt x="0" y="222"/>
                    <a:pt x="74" y="173"/>
                    <a:pt x="100" y="165"/>
                  </a:cubicBezTo>
                  <a:cubicBezTo>
                    <a:pt x="127" y="157"/>
                    <a:pt x="197" y="83"/>
                    <a:pt x="197" y="83"/>
                  </a:cubicBezTo>
                  <a:cubicBezTo>
                    <a:pt x="197" y="83"/>
                    <a:pt x="168" y="15"/>
                    <a:pt x="203" y="7"/>
                  </a:cubicBezTo>
                  <a:cubicBezTo>
                    <a:pt x="238" y="0"/>
                    <a:pt x="322" y="18"/>
                    <a:pt x="295" y="70"/>
                  </a:cubicBezTo>
                  <a:cubicBezTo>
                    <a:pt x="281" y="95"/>
                    <a:pt x="285" y="111"/>
                    <a:pt x="285" y="111"/>
                  </a:cubicBezTo>
                  <a:cubicBezTo>
                    <a:pt x="285" y="111"/>
                    <a:pt x="343" y="104"/>
                    <a:pt x="360" y="82"/>
                  </a:cubicBezTo>
                  <a:cubicBezTo>
                    <a:pt x="385" y="50"/>
                    <a:pt x="445" y="55"/>
                    <a:pt x="443" y="65"/>
                  </a:cubicBezTo>
                  <a:close/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310" name="Freeform 836">
              <a:extLst>
                <a:ext uri="{FF2B5EF4-FFF2-40B4-BE49-F238E27FC236}">
                  <a16:creationId xmlns:a16="http://schemas.microsoft.com/office/drawing/2014/main" id="{A30FFC95-2FAB-41D4-8683-4B4C60ED362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1" y="3931"/>
              <a:ext cx="163" cy="53"/>
            </a:xfrm>
            <a:custGeom>
              <a:avLst/>
              <a:gdLst>
                <a:gd name="T0" fmla="*/ 198 w 148"/>
                <a:gd name="T1" fmla="*/ 0 h 48"/>
                <a:gd name="T2" fmla="*/ 97 w 148"/>
                <a:gd name="T3" fmla="*/ 27 h 48"/>
                <a:gd name="T4" fmla="*/ 0 w 148"/>
                <a:gd name="T5" fmla="*/ 65 h 4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8" h="48">
                  <a:moveTo>
                    <a:pt x="148" y="0"/>
                  </a:moveTo>
                  <a:cubicBezTo>
                    <a:pt x="148" y="0"/>
                    <a:pt x="111" y="15"/>
                    <a:pt x="73" y="20"/>
                  </a:cubicBezTo>
                  <a:cubicBezTo>
                    <a:pt x="36" y="25"/>
                    <a:pt x="18" y="33"/>
                    <a:pt x="0" y="48"/>
                  </a:cubicBezTo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311" name="Freeform 837">
              <a:extLst>
                <a:ext uri="{FF2B5EF4-FFF2-40B4-BE49-F238E27FC236}">
                  <a16:creationId xmlns:a16="http://schemas.microsoft.com/office/drawing/2014/main" id="{140B2754-91DA-4422-9C23-DC61DE1126DE}"/>
                </a:ext>
              </a:extLst>
            </p:cNvPr>
            <p:cNvSpPr>
              <a:spLocks/>
            </p:cNvSpPr>
            <p:nvPr/>
          </p:nvSpPr>
          <p:spPr bwMode="auto">
            <a:xfrm>
              <a:off x="827" y="3967"/>
              <a:ext cx="299" cy="157"/>
            </a:xfrm>
            <a:custGeom>
              <a:avLst/>
              <a:gdLst>
                <a:gd name="T0" fmla="*/ 364 w 271"/>
                <a:gd name="T1" fmla="*/ 0 h 142"/>
                <a:gd name="T2" fmla="*/ 287 w 271"/>
                <a:gd name="T3" fmla="*/ 36 h 142"/>
                <a:gd name="T4" fmla="*/ 0 w 271"/>
                <a:gd name="T5" fmla="*/ 73 h 1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1" h="142">
                  <a:moveTo>
                    <a:pt x="271" y="0"/>
                  </a:moveTo>
                  <a:cubicBezTo>
                    <a:pt x="271" y="0"/>
                    <a:pt x="241" y="12"/>
                    <a:pt x="214" y="27"/>
                  </a:cubicBezTo>
                  <a:cubicBezTo>
                    <a:pt x="187" y="42"/>
                    <a:pt x="85" y="142"/>
                    <a:pt x="0" y="54"/>
                  </a:cubicBezTo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312" name="Freeform 838">
              <a:extLst>
                <a:ext uri="{FF2B5EF4-FFF2-40B4-BE49-F238E27FC236}">
                  <a16:creationId xmlns:a16="http://schemas.microsoft.com/office/drawing/2014/main" id="{75F17470-7D86-41AD-AC85-A92524FB316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9" y="3972"/>
              <a:ext cx="15" cy="19"/>
            </a:xfrm>
            <a:custGeom>
              <a:avLst/>
              <a:gdLst>
                <a:gd name="T0" fmla="*/ 17 w 14"/>
                <a:gd name="T1" fmla="*/ 23 h 17"/>
                <a:gd name="T2" fmla="*/ 11 w 14"/>
                <a:gd name="T3" fmla="*/ 0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7">
                  <a:moveTo>
                    <a:pt x="14" y="17"/>
                  </a:moveTo>
                  <a:cubicBezTo>
                    <a:pt x="14" y="17"/>
                    <a:pt x="0" y="4"/>
                    <a:pt x="8" y="0"/>
                  </a:cubicBezTo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313" name="Freeform 839">
              <a:extLst>
                <a:ext uri="{FF2B5EF4-FFF2-40B4-BE49-F238E27FC236}">
                  <a16:creationId xmlns:a16="http://schemas.microsoft.com/office/drawing/2014/main" id="{16D01A0C-EF26-44C6-8EB6-1C2ABD6C529D}"/>
                </a:ext>
              </a:extLst>
            </p:cNvPr>
            <p:cNvSpPr>
              <a:spLocks/>
            </p:cNvSpPr>
            <p:nvPr/>
          </p:nvSpPr>
          <p:spPr bwMode="auto">
            <a:xfrm>
              <a:off x="919" y="3829"/>
              <a:ext cx="174" cy="129"/>
            </a:xfrm>
            <a:custGeom>
              <a:avLst/>
              <a:gdLst>
                <a:gd name="T0" fmla="*/ 211 w 158"/>
                <a:gd name="T1" fmla="*/ 36 h 116"/>
                <a:gd name="T2" fmla="*/ 163 w 158"/>
                <a:gd name="T3" fmla="*/ 13 h 116"/>
                <a:gd name="T4" fmla="*/ 144 w 158"/>
                <a:gd name="T5" fmla="*/ 41 h 116"/>
                <a:gd name="T6" fmla="*/ 115 w 158"/>
                <a:gd name="T7" fmla="*/ 73 h 116"/>
                <a:gd name="T8" fmla="*/ 55 w 158"/>
                <a:gd name="T9" fmla="*/ 130 h 116"/>
                <a:gd name="T10" fmla="*/ 0 w 158"/>
                <a:gd name="T11" fmla="*/ 152 h 1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8" h="116">
                  <a:moveTo>
                    <a:pt x="158" y="26"/>
                  </a:moveTo>
                  <a:cubicBezTo>
                    <a:pt x="151" y="36"/>
                    <a:pt x="137" y="0"/>
                    <a:pt x="122" y="10"/>
                  </a:cubicBezTo>
                  <a:cubicBezTo>
                    <a:pt x="117" y="14"/>
                    <a:pt x="112" y="24"/>
                    <a:pt x="108" y="30"/>
                  </a:cubicBezTo>
                  <a:cubicBezTo>
                    <a:pt x="101" y="38"/>
                    <a:pt x="93" y="45"/>
                    <a:pt x="85" y="53"/>
                  </a:cubicBezTo>
                  <a:cubicBezTo>
                    <a:pt x="70" y="66"/>
                    <a:pt x="57" y="83"/>
                    <a:pt x="41" y="94"/>
                  </a:cubicBezTo>
                  <a:cubicBezTo>
                    <a:pt x="31" y="100"/>
                    <a:pt x="11" y="116"/>
                    <a:pt x="0" y="111"/>
                  </a:cubicBezTo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314" name="Freeform 840">
              <a:extLst>
                <a:ext uri="{FF2B5EF4-FFF2-40B4-BE49-F238E27FC236}">
                  <a16:creationId xmlns:a16="http://schemas.microsoft.com/office/drawing/2014/main" id="{D752FEC6-3941-4FEC-9F35-22F602779524}"/>
                </a:ext>
              </a:extLst>
            </p:cNvPr>
            <p:cNvSpPr>
              <a:spLocks/>
            </p:cNvSpPr>
            <p:nvPr/>
          </p:nvSpPr>
          <p:spPr bwMode="auto">
            <a:xfrm>
              <a:off x="907" y="3813"/>
              <a:ext cx="100" cy="123"/>
            </a:xfrm>
            <a:custGeom>
              <a:avLst/>
              <a:gdLst>
                <a:gd name="T0" fmla="*/ 105 w 91"/>
                <a:gd name="T1" fmla="*/ 23 h 111"/>
                <a:gd name="T2" fmla="*/ 114 w 91"/>
                <a:gd name="T3" fmla="*/ 4 h 111"/>
                <a:gd name="T4" fmla="*/ 112 w 91"/>
                <a:gd name="T5" fmla="*/ 28 h 111"/>
                <a:gd name="T6" fmla="*/ 77 w 91"/>
                <a:gd name="T7" fmla="*/ 64 h 111"/>
                <a:gd name="T8" fmla="*/ 32 w 91"/>
                <a:gd name="T9" fmla="*/ 104 h 111"/>
                <a:gd name="T10" fmla="*/ 0 w 91"/>
                <a:gd name="T11" fmla="*/ 151 h 11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1" h="111">
                  <a:moveTo>
                    <a:pt x="79" y="17"/>
                  </a:moveTo>
                  <a:cubicBezTo>
                    <a:pt x="80" y="13"/>
                    <a:pt x="79" y="0"/>
                    <a:pt x="86" y="4"/>
                  </a:cubicBezTo>
                  <a:cubicBezTo>
                    <a:pt x="91" y="8"/>
                    <a:pt x="87" y="17"/>
                    <a:pt x="85" y="21"/>
                  </a:cubicBezTo>
                  <a:cubicBezTo>
                    <a:pt x="78" y="32"/>
                    <a:pt x="68" y="39"/>
                    <a:pt x="58" y="47"/>
                  </a:cubicBezTo>
                  <a:cubicBezTo>
                    <a:pt x="46" y="56"/>
                    <a:pt x="34" y="66"/>
                    <a:pt x="24" y="77"/>
                  </a:cubicBezTo>
                  <a:cubicBezTo>
                    <a:pt x="14" y="87"/>
                    <a:pt x="9" y="100"/>
                    <a:pt x="0" y="111"/>
                  </a:cubicBezTo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315" name="Freeform 841">
              <a:extLst>
                <a:ext uri="{FF2B5EF4-FFF2-40B4-BE49-F238E27FC236}">
                  <a16:creationId xmlns:a16="http://schemas.microsoft.com/office/drawing/2014/main" id="{A2B1CD6A-20DF-4839-BF83-28B82AC42EFA}"/>
                </a:ext>
              </a:extLst>
            </p:cNvPr>
            <p:cNvSpPr>
              <a:spLocks/>
            </p:cNvSpPr>
            <p:nvPr/>
          </p:nvSpPr>
          <p:spPr bwMode="auto">
            <a:xfrm>
              <a:off x="828" y="3937"/>
              <a:ext cx="294" cy="173"/>
            </a:xfrm>
            <a:custGeom>
              <a:avLst/>
              <a:gdLst>
                <a:gd name="T0" fmla="*/ 359 w 266"/>
                <a:gd name="T1" fmla="*/ 28 h 157"/>
                <a:gd name="T2" fmla="*/ 256 w 266"/>
                <a:gd name="T3" fmla="*/ 87 h 157"/>
                <a:gd name="T4" fmla="*/ 0 w 266"/>
                <a:gd name="T5" fmla="*/ 100 h 157"/>
                <a:gd name="T6" fmla="*/ 239 w 266"/>
                <a:gd name="T7" fmla="*/ 83 h 157"/>
                <a:gd name="T8" fmla="*/ 359 w 266"/>
                <a:gd name="T9" fmla="*/ 28 h 1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6" h="157">
                  <a:moveTo>
                    <a:pt x="266" y="21"/>
                  </a:moveTo>
                  <a:cubicBezTo>
                    <a:pt x="266" y="21"/>
                    <a:pt x="218" y="43"/>
                    <a:pt x="190" y="65"/>
                  </a:cubicBezTo>
                  <a:cubicBezTo>
                    <a:pt x="162" y="86"/>
                    <a:pt x="73" y="157"/>
                    <a:pt x="0" y="75"/>
                  </a:cubicBezTo>
                  <a:cubicBezTo>
                    <a:pt x="0" y="75"/>
                    <a:pt x="83" y="144"/>
                    <a:pt x="176" y="62"/>
                  </a:cubicBezTo>
                  <a:cubicBezTo>
                    <a:pt x="201" y="40"/>
                    <a:pt x="262" y="0"/>
                    <a:pt x="266" y="21"/>
                  </a:cubicBezTo>
                  <a:close/>
                </a:path>
              </a:pathLst>
            </a:custGeom>
            <a:solidFill>
              <a:srgbClr val="2A6B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316" name="Freeform 842">
              <a:extLst>
                <a:ext uri="{FF2B5EF4-FFF2-40B4-BE49-F238E27FC236}">
                  <a16:creationId xmlns:a16="http://schemas.microsoft.com/office/drawing/2014/main" id="{814472E2-A3FA-4562-ABB7-AA6C9FE4FF7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8" y="3980"/>
              <a:ext cx="6" cy="6"/>
            </a:xfrm>
            <a:custGeom>
              <a:avLst/>
              <a:gdLst>
                <a:gd name="T0" fmla="*/ 4 w 6"/>
                <a:gd name="T1" fmla="*/ 0 h 6"/>
                <a:gd name="T2" fmla="*/ 6 w 6"/>
                <a:gd name="T3" fmla="*/ 6 h 6"/>
                <a:gd name="T4" fmla="*/ 0 w 6"/>
                <a:gd name="T5" fmla="*/ 4 h 6"/>
                <a:gd name="T6" fmla="*/ 4 w 6"/>
                <a:gd name="T7" fmla="*/ 1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6">
                  <a:moveTo>
                    <a:pt x="4" y="0"/>
                  </a:moveTo>
                  <a:cubicBezTo>
                    <a:pt x="4" y="2"/>
                    <a:pt x="5" y="5"/>
                    <a:pt x="6" y="6"/>
                  </a:cubicBezTo>
                  <a:cubicBezTo>
                    <a:pt x="4" y="5"/>
                    <a:pt x="2" y="4"/>
                    <a:pt x="0" y="4"/>
                  </a:cubicBezTo>
                  <a:cubicBezTo>
                    <a:pt x="0" y="2"/>
                    <a:pt x="3" y="2"/>
                    <a:pt x="4" y="1"/>
                  </a:cubicBezTo>
                </a:path>
              </a:pathLst>
            </a:custGeom>
            <a:solidFill>
              <a:srgbClr val="2A6B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317" name="Freeform 843">
              <a:extLst>
                <a:ext uri="{FF2B5EF4-FFF2-40B4-BE49-F238E27FC236}">
                  <a16:creationId xmlns:a16="http://schemas.microsoft.com/office/drawing/2014/main" id="{ECE387F4-33F1-4557-8A63-9E6DAFC894D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4" y="3750"/>
              <a:ext cx="74" cy="100"/>
            </a:xfrm>
            <a:custGeom>
              <a:avLst/>
              <a:gdLst>
                <a:gd name="T0" fmla="*/ 0 w 67"/>
                <a:gd name="T1" fmla="*/ 3 h 91"/>
                <a:gd name="T2" fmla="*/ 39 w 67"/>
                <a:gd name="T3" fmla="*/ 12 h 91"/>
                <a:gd name="T4" fmla="*/ 73 w 67"/>
                <a:gd name="T5" fmla="*/ 32 h 91"/>
                <a:gd name="T6" fmla="*/ 63 w 67"/>
                <a:gd name="T7" fmla="*/ 97 h 91"/>
                <a:gd name="T8" fmla="*/ 62 w 67"/>
                <a:gd name="T9" fmla="*/ 121 h 91"/>
                <a:gd name="T10" fmla="*/ 56 w 67"/>
                <a:gd name="T11" fmla="*/ 93 h 91"/>
                <a:gd name="T12" fmla="*/ 60 w 67"/>
                <a:gd name="T13" fmla="*/ 65 h 91"/>
                <a:gd name="T14" fmla="*/ 47 w 67"/>
                <a:gd name="T15" fmla="*/ 24 h 91"/>
                <a:gd name="T16" fmla="*/ 0 w 67"/>
                <a:gd name="T17" fmla="*/ 3 h 9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7" h="91">
                  <a:moveTo>
                    <a:pt x="0" y="3"/>
                  </a:moveTo>
                  <a:cubicBezTo>
                    <a:pt x="3" y="0"/>
                    <a:pt x="24" y="8"/>
                    <a:pt x="29" y="9"/>
                  </a:cubicBezTo>
                  <a:cubicBezTo>
                    <a:pt x="38" y="12"/>
                    <a:pt x="49" y="17"/>
                    <a:pt x="54" y="24"/>
                  </a:cubicBezTo>
                  <a:cubicBezTo>
                    <a:pt x="67" y="41"/>
                    <a:pt x="51" y="56"/>
                    <a:pt x="47" y="73"/>
                  </a:cubicBezTo>
                  <a:cubicBezTo>
                    <a:pt x="46" y="79"/>
                    <a:pt x="46" y="85"/>
                    <a:pt x="46" y="91"/>
                  </a:cubicBezTo>
                  <a:cubicBezTo>
                    <a:pt x="41" y="87"/>
                    <a:pt x="42" y="75"/>
                    <a:pt x="42" y="70"/>
                  </a:cubicBezTo>
                  <a:cubicBezTo>
                    <a:pt x="42" y="63"/>
                    <a:pt x="44" y="56"/>
                    <a:pt x="44" y="49"/>
                  </a:cubicBezTo>
                  <a:cubicBezTo>
                    <a:pt x="46" y="36"/>
                    <a:pt x="44" y="27"/>
                    <a:pt x="35" y="18"/>
                  </a:cubicBezTo>
                  <a:cubicBezTo>
                    <a:pt x="26" y="9"/>
                    <a:pt x="12" y="6"/>
                    <a:pt x="0" y="3"/>
                  </a:cubicBezTo>
                </a:path>
              </a:pathLst>
            </a:custGeom>
            <a:solidFill>
              <a:srgbClr val="68AA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318" name="Freeform 844">
              <a:extLst>
                <a:ext uri="{FF2B5EF4-FFF2-40B4-BE49-F238E27FC236}">
                  <a16:creationId xmlns:a16="http://schemas.microsoft.com/office/drawing/2014/main" id="{22786AA4-450F-4B9A-9BF0-CC7AFDC3094A}"/>
                </a:ext>
              </a:extLst>
            </p:cNvPr>
            <p:cNvSpPr>
              <a:spLocks/>
            </p:cNvSpPr>
            <p:nvPr/>
          </p:nvSpPr>
          <p:spPr bwMode="auto">
            <a:xfrm>
              <a:off x="902" y="3837"/>
              <a:ext cx="273" cy="143"/>
            </a:xfrm>
            <a:custGeom>
              <a:avLst/>
              <a:gdLst>
                <a:gd name="T0" fmla="*/ 334 w 247"/>
                <a:gd name="T1" fmla="*/ 0 h 129"/>
                <a:gd name="T2" fmla="*/ 232 w 247"/>
                <a:gd name="T3" fmla="*/ 38 h 129"/>
                <a:gd name="T4" fmla="*/ 212 w 247"/>
                <a:gd name="T5" fmla="*/ 25 h 129"/>
                <a:gd name="T6" fmla="*/ 185 w 247"/>
                <a:gd name="T7" fmla="*/ 18 h 129"/>
                <a:gd name="T8" fmla="*/ 181 w 247"/>
                <a:gd name="T9" fmla="*/ 42 h 129"/>
                <a:gd name="T10" fmla="*/ 156 w 247"/>
                <a:gd name="T11" fmla="*/ 55 h 129"/>
                <a:gd name="T12" fmla="*/ 147 w 247"/>
                <a:gd name="T13" fmla="*/ 79 h 129"/>
                <a:gd name="T14" fmla="*/ 112 w 247"/>
                <a:gd name="T15" fmla="*/ 101 h 129"/>
                <a:gd name="T16" fmla="*/ 99 w 247"/>
                <a:gd name="T17" fmla="*/ 122 h 129"/>
                <a:gd name="T18" fmla="*/ 78 w 247"/>
                <a:gd name="T19" fmla="*/ 127 h 129"/>
                <a:gd name="T20" fmla="*/ 69 w 247"/>
                <a:gd name="T21" fmla="*/ 141 h 129"/>
                <a:gd name="T22" fmla="*/ 14 w 247"/>
                <a:gd name="T23" fmla="*/ 150 h 129"/>
                <a:gd name="T24" fmla="*/ 48 w 247"/>
                <a:gd name="T25" fmla="*/ 162 h 129"/>
                <a:gd name="T26" fmla="*/ 91 w 247"/>
                <a:gd name="T27" fmla="*/ 135 h 129"/>
                <a:gd name="T28" fmla="*/ 97 w 247"/>
                <a:gd name="T29" fmla="*/ 134 h 129"/>
                <a:gd name="T30" fmla="*/ 118 w 247"/>
                <a:gd name="T31" fmla="*/ 122 h 129"/>
                <a:gd name="T32" fmla="*/ 143 w 247"/>
                <a:gd name="T33" fmla="*/ 88 h 129"/>
                <a:gd name="T34" fmla="*/ 172 w 247"/>
                <a:gd name="T35" fmla="*/ 75 h 129"/>
                <a:gd name="T36" fmla="*/ 178 w 247"/>
                <a:gd name="T37" fmla="*/ 50 h 129"/>
                <a:gd name="T38" fmla="*/ 197 w 247"/>
                <a:gd name="T39" fmla="*/ 39 h 129"/>
                <a:gd name="T40" fmla="*/ 253 w 247"/>
                <a:gd name="T41" fmla="*/ 52 h 129"/>
                <a:gd name="T42" fmla="*/ 334 w 247"/>
                <a:gd name="T43" fmla="*/ 0 h 129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247" h="129">
                  <a:moveTo>
                    <a:pt x="247" y="0"/>
                  </a:moveTo>
                  <a:cubicBezTo>
                    <a:pt x="247" y="0"/>
                    <a:pt x="200" y="29"/>
                    <a:pt x="172" y="28"/>
                  </a:cubicBezTo>
                  <a:cubicBezTo>
                    <a:pt x="172" y="28"/>
                    <a:pt x="166" y="29"/>
                    <a:pt x="157" y="19"/>
                  </a:cubicBezTo>
                  <a:cubicBezTo>
                    <a:pt x="149" y="9"/>
                    <a:pt x="141" y="7"/>
                    <a:pt x="137" y="13"/>
                  </a:cubicBezTo>
                  <a:cubicBezTo>
                    <a:pt x="133" y="19"/>
                    <a:pt x="145" y="32"/>
                    <a:pt x="134" y="31"/>
                  </a:cubicBezTo>
                  <a:cubicBezTo>
                    <a:pt x="123" y="29"/>
                    <a:pt x="116" y="41"/>
                    <a:pt x="116" y="41"/>
                  </a:cubicBezTo>
                  <a:cubicBezTo>
                    <a:pt x="116" y="41"/>
                    <a:pt x="121" y="61"/>
                    <a:pt x="109" y="58"/>
                  </a:cubicBezTo>
                  <a:cubicBezTo>
                    <a:pt x="97" y="55"/>
                    <a:pt x="82" y="74"/>
                    <a:pt x="82" y="74"/>
                  </a:cubicBezTo>
                  <a:cubicBezTo>
                    <a:pt x="82" y="74"/>
                    <a:pt x="83" y="96"/>
                    <a:pt x="73" y="89"/>
                  </a:cubicBezTo>
                  <a:cubicBezTo>
                    <a:pt x="63" y="81"/>
                    <a:pt x="58" y="94"/>
                    <a:pt x="58" y="94"/>
                  </a:cubicBezTo>
                  <a:cubicBezTo>
                    <a:pt x="58" y="94"/>
                    <a:pt x="57" y="107"/>
                    <a:pt x="51" y="104"/>
                  </a:cubicBezTo>
                  <a:cubicBezTo>
                    <a:pt x="44" y="101"/>
                    <a:pt x="22" y="118"/>
                    <a:pt x="11" y="110"/>
                  </a:cubicBezTo>
                  <a:cubicBezTo>
                    <a:pt x="0" y="102"/>
                    <a:pt x="11" y="129"/>
                    <a:pt x="35" y="119"/>
                  </a:cubicBezTo>
                  <a:cubicBezTo>
                    <a:pt x="60" y="108"/>
                    <a:pt x="69" y="108"/>
                    <a:pt x="67" y="99"/>
                  </a:cubicBezTo>
                  <a:cubicBezTo>
                    <a:pt x="65" y="90"/>
                    <a:pt x="70" y="95"/>
                    <a:pt x="72" y="98"/>
                  </a:cubicBezTo>
                  <a:cubicBezTo>
                    <a:pt x="75" y="100"/>
                    <a:pt x="89" y="99"/>
                    <a:pt x="88" y="89"/>
                  </a:cubicBezTo>
                  <a:cubicBezTo>
                    <a:pt x="87" y="80"/>
                    <a:pt x="96" y="62"/>
                    <a:pt x="106" y="64"/>
                  </a:cubicBezTo>
                  <a:cubicBezTo>
                    <a:pt x="115" y="65"/>
                    <a:pt x="133" y="64"/>
                    <a:pt x="128" y="55"/>
                  </a:cubicBezTo>
                  <a:cubicBezTo>
                    <a:pt x="122" y="46"/>
                    <a:pt x="122" y="38"/>
                    <a:pt x="132" y="37"/>
                  </a:cubicBezTo>
                  <a:cubicBezTo>
                    <a:pt x="141" y="35"/>
                    <a:pt x="146" y="32"/>
                    <a:pt x="146" y="29"/>
                  </a:cubicBezTo>
                  <a:cubicBezTo>
                    <a:pt x="146" y="26"/>
                    <a:pt x="164" y="46"/>
                    <a:pt x="187" y="38"/>
                  </a:cubicBezTo>
                  <a:cubicBezTo>
                    <a:pt x="211" y="30"/>
                    <a:pt x="241" y="10"/>
                    <a:pt x="247" y="0"/>
                  </a:cubicBezTo>
                  <a:close/>
                </a:path>
              </a:pathLst>
            </a:custGeom>
            <a:solidFill>
              <a:srgbClr val="68AA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319" name="Freeform 845">
              <a:extLst>
                <a:ext uri="{FF2B5EF4-FFF2-40B4-BE49-F238E27FC236}">
                  <a16:creationId xmlns:a16="http://schemas.microsoft.com/office/drawing/2014/main" id="{BD2DDBAB-FD88-4ECD-B3C3-87AE24480BCD}"/>
                </a:ext>
              </a:extLst>
            </p:cNvPr>
            <p:cNvSpPr>
              <a:spLocks/>
            </p:cNvSpPr>
            <p:nvPr/>
          </p:nvSpPr>
          <p:spPr bwMode="auto">
            <a:xfrm>
              <a:off x="921" y="3828"/>
              <a:ext cx="115" cy="113"/>
            </a:xfrm>
            <a:custGeom>
              <a:avLst/>
              <a:gdLst>
                <a:gd name="T0" fmla="*/ 114 w 104"/>
                <a:gd name="T1" fmla="*/ 0 h 102"/>
                <a:gd name="T2" fmla="*/ 102 w 104"/>
                <a:gd name="T3" fmla="*/ 14 h 102"/>
                <a:gd name="T4" fmla="*/ 82 w 104"/>
                <a:gd name="T5" fmla="*/ 38 h 102"/>
                <a:gd name="T6" fmla="*/ 50 w 104"/>
                <a:gd name="T7" fmla="*/ 68 h 102"/>
                <a:gd name="T8" fmla="*/ 24 w 104"/>
                <a:gd name="T9" fmla="*/ 93 h 102"/>
                <a:gd name="T10" fmla="*/ 4 w 104"/>
                <a:gd name="T11" fmla="*/ 122 h 102"/>
                <a:gd name="T12" fmla="*/ 28 w 104"/>
                <a:gd name="T13" fmla="*/ 119 h 102"/>
                <a:gd name="T14" fmla="*/ 71 w 104"/>
                <a:gd name="T15" fmla="*/ 88 h 102"/>
                <a:gd name="T16" fmla="*/ 112 w 104"/>
                <a:gd name="T17" fmla="*/ 48 h 102"/>
                <a:gd name="T18" fmla="*/ 126 w 104"/>
                <a:gd name="T19" fmla="*/ 28 h 102"/>
                <a:gd name="T20" fmla="*/ 137 w 104"/>
                <a:gd name="T21" fmla="*/ 14 h 102"/>
                <a:gd name="T22" fmla="*/ 119 w 104"/>
                <a:gd name="T23" fmla="*/ 1 h 10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04" h="102">
                  <a:moveTo>
                    <a:pt x="84" y="0"/>
                  </a:moveTo>
                  <a:cubicBezTo>
                    <a:pt x="81" y="1"/>
                    <a:pt x="78" y="8"/>
                    <a:pt x="75" y="11"/>
                  </a:cubicBezTo>
                  <a:cubicBezTo>
                    <a:pt x="71" y="17"/>
                    <a:pt x="66" y="22"/>
                    <a:pt x="61" y="28"/>
                  </a:cubicBezTo>
                  <a:cubicBezTo>
                    <a:pt x="54" y="36"/>
                    <a:pt x="45" y="43"/>
                    <a:pt x="37" y="50"/>
                  </a:cubicBezTo>
                  <a:cubicBezTo>
                    <a:pt x="31" y="57"/>
                    <a:pt x="24" y="62"/>
                    <a:pt x="18" y="69"/>
                  </a:cubicBezTo>
                  <a:cubicBezTo>
                    <a:pt x="13" y="75"/>
                    <a:pt x="6" y="81"/>
                    <a:pt x="4" y="89"/>
                  </a:cubicBezTo>
                  <a:cubicBezTo>
                    <a:pt x="0" y="102"/>
                    <a:pt x="17" y="91"/>
                    <a:pt x="21" y="88"/>
                  </a:cubicBezTo>
                  <a:cubicBezTo>
                    <a:pt x="33" y="81"/>
                    <a:pt x="42" y="73"/>
                    <a:pt x="52" y="64"/>
                  </a:cubicBezTo>
                  <a:cubicBezTo>
                    <a:pt x="62" y="55"/>
                    <a:pt x="72" y="45"/>
                    <a:pt x="82" y="35"/>
                  </a:cubicBezTo>
                  <a:cubicBezTo>
                    <a:pt x="86" y="31"/>
                    <a:pt x="90" y="26"/>
                    <a:pt x="93" y="21"/>
                  </a:cubicBezTo>
                  <a:cubicBezTo>
                    <a:pt x="96" y="18"/>
                    <a:pt x="100" y="15"/>
                    <a:pt x="101" y="11"/>
                  </a:cubicBezTo>
                  <a:cubicBezTo>
                    <a:pt x="104" y="4"/>
                    <a:pt x="96" y="0"/>
                    <a:pt x="89" y="1"/>
                  </a:cubicBezTo>
                </a:path>
              </a:pathLst>
            </a:custGeom>
            <a:solidFill>
              <a:srgbClr val="68AA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320" name="Freeform 846">
              <a:extLst>
                <a:ext uri="{FF2B5EF4-FFF2-40B4-BE49-F238E27FC236}">
                  <a16:creationId xmlns:a16="http://schemas.microsoft.com/office/drawing/2014/main" id="{1CE6C695-7473-4FC9-827A-AA4FA5F9ABBC}"/>
                </a:ext>
              </a:extLst>
            </p:cNvPr>
            <p:cNvSpPr>
              <a:spLocks/>
            </p:cNvSpPr>
            <p:nvPr/>
          </p:nvSpPr>
          <p:spPr bwMode="auto">
            <a:xfrm>
              <a:off x="989" y="3834"/>
              <a:ext cx="62" cy="30"/>
            </a:xfrm>
            <a:custGeom>
              <a:avLst/>
              <a:gdLst>
                <a:gd name="T0" fmla="*/ 0 w 56"/>
                <a:gd name="T1" fmla="*/ 4 h 27"/>
                <a:gd name="T2" fmla="*/ 45 w 56"/>
                <a:gd name="T3" fmla="*/ 9 h 27"/>
                <a:gd name="T4" fmla="*/ 71 w 56"/>
                <a:gd name="T5" fmla="*/ 37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6" h="27">
                  <a:moveTo>
                    <a:pt x="0" y="4"/>
                  </a:moveTo>
                  <a:cubicBezTo>
                    <a:pt x="13" y="2"/>
                    <a:pt x="20" y="0"/>
                    <a:pt x="33" y="6"/>
                  </a:cubicBezTo>
                  <a:cubicBezTo>
                    <a:pt x="39" y="9"/>
                    <a:pt x="56" y="24"/>
                    <a:pt x="52" y="27"/>
                  </a:cubicBezTo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321" name="Freeform 847">
              <a:extLst>
                <a:ext uri="{FF2B5EF4-FFF2-40B4-BE49-F238E27FC236}">
                  <a16:creationId xmlns:a16="http://schemas.microsoft.com/office/drawing/2014/main" id="{EACC4C79-4B6E-43E4-8E10-C4EB40A48C59}"/>
                </a:ext>
              </a:extLst>
            </p:cNvPr>
            <p:cNvSpPr>
              <a:spLocks/>
            </p:cNvSpPr>
            <p:nvPr/>
          </p:nvSpPr>
          <p:spPr bwMode="auto">
            <a:xfrm>
              <a:off x="966" y="3859"/>
              <a:ext cx="59" cy="33"/>
            </a:xfrm>
            <a:custGeom>
              <a:avLst/>
              <a:gdLst>
                <a:gd name="T0" fmla="*/ 0 w 53"/>
                <a:gd name="T1" fmla="*/ 1 h 30"/>
                <a:gd name="T2" fmla="*/ 46 w 53"/>
                <a:gd name="T3" fmla="*/ 9 h 30"/>
                <a:gd name="T4" fmla="*/ 73 w 53"/>
                <a:gd name="T5" fmla="*/ 40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3" h="30">
                  <a:moveTo>
                    <a:pt x="0" y="1"/>
                  </a:moveTo>
                  <a:cubicBezTo>
                    <a:pt x="13" y="1"/>
                    <a:pt x="22" y="0"/>
                    <a:pt x="33" y="6"/>
                  </a:cubicBezTo>
                  <a:cubicBezTo>
                    <a:pt x="46" y="13"/>
                    <a:pt x="47" y="18"/>
                    <a:pt x="53" y="30"/>
                  </a:cubicBezTo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322" name="Freeform 848">
              <a:extLst>
                <a:ext uri="{FF2B5EF4-FFF2-40B4-BE49-F238E27FC236}">
                  <a16:creationId xmlns:a16="http://schemas.microsoft.com/office/drawing/2014/main" id="{B09B108A-A6C0-4E9F-9D46-EBEA68FD693A}"/>
                </a:ext>
              </a:extLst>
            </p:cNvPr>
            <p:cNvSpPr>
              <a:spLocks/>
            </p:cNvSpPr>
            <p:nvPr/>
          </p:nvSpPr>
          <p:spPr bwMode="auto">
            <a:xfrm>
              <a:off x="943" y="3880"/>
              <a:ext cx="44" cy="47"/>
            </a:xfrm>
            <a:custGeom>
              <a:avLst/>
              <a:gdLst>
                <a:gd name="T0" fmla="*/ 0 w 40"/>
                <a:gd name="T1" fmla="*/ 0 h 42"/>
                <a:gd name="T2" fmla="*/ 53 w 40"/>
                <a:gd name="T3" fmla="*/ 59 h 4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0" h="42">
                  <a:moveTo>
                    <a:pt x="0" y="0"/>
                  </a:moveTo>
                  <a:cubicBezTo>
                    <a:pt x="17" y="9"/>
                    <a:pt x="39" y="20"/>
                    <a:pt x="40" y="42"/>
                  </a:cubicBezTo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323" name="Freeform 849">
              <a:extLst>
                <a:ext uri="{FF2B5EF4-FFF2-40B4-BE49-F238E27FC236}">
                  <a16:creationId xmlns:a16="http://schemas.microsoft.com/office/drawing/2014/main" id="{71E2D555-6D05-4AF0-AEA4-F4F06742C5B5}"/>
                </a:ext>
              </a:extLst>
            </p:cNvPr>
            <p:cNvSpPr>
              <a:spLocks/>
            </p:cNvSpPr>
            <p:nvPr/>
          </p:nvSpPr>
          <p:spPr bwMode="auto">
            <a:xfrm>
              <a:off x="914" y="3911"/>
              <a:ext cx="47" cy="31"/>
            </a:xfrm>
            <a:custGeom>
              <a:avLst/>
              <a:gdLst>
                <a:gd name="T0" fmla="*/ 0 w 42"/>
                <a:gd name="T1" fmla="*/ 0 h 28"/>
                <a:gd name="T2" fmla="*/ 36 w 42"/>
                <a:gd name="T3" fmla="*/ 16 h 28"/>
                <a:gd name="T4" fmla="*/ 59 w 42"/>
                <a:gd name="T5" fmla="*/ 38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" h="28">
                  <a:moveTo>
                    <a:pt x="0" y="0"/>
                  </a:moveTo>
                  <a:cubicBezTo>
                    <a:pt x="11" y="4"/>
                    <a:pt x="17" y="4"/>
                    <a:pt x="26" y="12"/>
                  </a:cubicBezTo>
                  <a:cubicBezTo>
                    <a:pt x="31" y="16"/>
                    <a:pt x="41" y="24"/>
                    <a:pt x="42" y="28"/>
                  </a:cubicBezTo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324" name="Freeform 850">
              <a:extLst>
                <a:ext uri="{FF2B5EF4-FFF2-40B4-BE49-F238E27FC236}">
                  <a16:creationId xmlns:a16="http://schemas.microsoft.com/office/drawing/2014/main" id="{634098AC-E5AF-4FF3-8E57-06ABBC729463}"/>
                </a:ext>
              </a:extLst>
            </p:cNvPr>
            <p:cNvSpPr>
              <a:spLocks/>
            </p:cNvSpPr>
            <p:nvPr/>
          </p:nvSpPr>
          <p:spPr bwMode="auto">
            <a:xfrm>
              <a:off x="819" y="3938"/>
              <a:ext cx="74" cy="105"/>
            </a:xfrm>
            <a:custGeom>
              <a:avLst/>
              <a:gdLst>
                <a:gd name="T0" fmla="*/ 62 w 67"/>
                <a:gd name="T1" fmla="*/ 0 h 95"/>
                <a:gd name="T2" fmla="*/ 8 w 67"/>
                <a:gd name="T3" fmla="*/ 73 h 95"/>
                <a:gd name="T4" fmla="*/ 43 w 67"/>
                <a:gd name="T5" fmla="*/ 113 h 95"/>
                <a:gd name="T6" fmla="*/ 91 w 67"/>
                <a:gd name="T7" fmla="*/ 126 h 95"/>
                <a:gd name="T8" fmla="*/ 60 w 67"/>
                <a:gd name="T9" fmla="*/ 103 h 95"/>
                <a:gd name="T10" fmla="*/ 42 w 67"/>
                <a:gd name="T11" fmla="*/ 62 h 95"/>
                <a:gd name="T12" fmla="*/ 62 w 67"/>
                <a:gd name="T13" fmla="*/ 3 h 9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7" h="95">
                  <a:moveTo>
                    <a:pt x="46" y="0"/>
                  </a:moveTo>
                  <a:cubicBezTo>
                    <a:pt x="29" y="12"/>
                    <a:pt x="0" y="29"/>
                    <a:pt x="5" y="54"/>
                  </a:cubicBezTo>
                  <a:cubicBezTo>
                    <a:pt x="7" y="70"/>
                    <a:pt x="20" y="76"/>
                    <a:pt x="32" y="83"/>
                  </a:cubicBezTo>
                  <a:cubicBezTo>
                    <a:pt x="40" y="89"/>
                    <a:pt x="58" y="95"/>
                    <a:pt x="67" y="93"/>
                  </a:cubicBezTo>
                  <a:cubicBezTo>
                    <a:pt x="67" y="85"/>
                    <a:pt x="50" y="81"/>
                    <a:pt x="44" y="76"/>
                  </a:cubicBezTo>
                  <a:cubicBezTo>
                    <a:pt x="35" y="68"/>
                    <a:pt x="31" y="58"/>
                    <a:pt x="31" y="46"/>
                  </a:cubicBezTo>
                  <a:cubicBezTo>
                    <a:pt x="31" y="30"/>
                    <a:pt x="40" y="17"/>
                    <a:pt x="46" y="3"/>
                  </a:cubicBezTo>
                </a:path>
              </a:pathLst>
            </a:custGeom>
            <a:solidFill>
              <a:srgbClr val="68AA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325" name="Freeform 851">
              <a:extLst>
                <a:ext uri="{FF2B5EF4-FFF2-40B4-BE49-F238E27FC236}">
                  <a16:creationId xmlns:a16="http://schemas.microsoft.com/office/drawing/2014/main" id="{D386E3EF-2FF5-442F-A3EC-B892538C65AA}"/>
                </a:ext>
              </a:extLst>
            </p:cNvPr>
            <p:cNvSpPr>
              <a:spLocks/>
            </p:cNvSpPr>
            <p:nvPr/>
          </p:nvSpPr>
          <p:spPr bwMode="auto">
            <a:xfrm>
              <a:off x="827" y="3962"/>
              <a:ext cx="30" cy="62"/>
            </a:xfrm>
            <a:custGeom>
              <a:avLst/>
              <a:gdLst>
                <a:gd name="T0" fmla="*/ 20 w 27"/>
                <a:gd name="T1" fmla="*/ 0 h 56"/>
                <a:gd name="T2" fmla="*/ 2 w 27"/>
                <a:gd name="T3" fmla="*/ 39 h 56"/>
                <a:gd name="T4" fmla="*/ 37 w 27"/>
                <a:gd name="T5" fmla="*/ 76 h 56"/>
                <a:gd name="T6" fmla="*/ 18 w 27"/>
                <a:gd name="T7" fmla="*/ 2 h 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56">
                  <a:moveTo>
                    <a:pt x="14" y="0"/>
                  </a:moveTo>
                  <a:cubicBezTo>
                    <a:pt x="10" y="10"/>
                    <a:pt x="0" y="16"/>
                    <a:pt x="2" y="29"/>
                  </a:cubicBezTo>
                  <a:cubicBezTo>
                    <a:pt x="4" y="41"/>
                    <a:pt x="14" y="55"/>
                    <a:pt x="27" y="56"/>
                  </a:cubicBezTo>
                  <a:cubicBezTo>
                    <a:pt x="11" y="45"/>
                    <a:pt x="4" y="18"/>
                    <a:pt x="13" y="2"/>
                  </a:cubicBezTo>
                </a:path>
              </a:pathLst>
            </a:custGeom>
            <a:solidFill>
              <a:srgbClr val="9DCC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326" name="Freeform 852">
              <a:extLst>
                <a:ext uri="{FF2B5EF4-FFF2-40B4-BE49-F238E27FC236}">
                  <a16:creationId xmlns:a16="http://schemas.microsoft.com/office/drawing/2014/main" id="{6B3064FE-BC16-42A0-A183-F61077FB27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9" y="3770"/>
              <a:ext cx="22" cy="48"/>
            </a:xfrm>
            <a:custGeom>
              <a:avLst/>
              <a:gdLst>
                <a:gd name="T0" fmla="*/ 0 w 20"/>
                <a:gd name="T1" fmla="*/ 0 h 44"/>
                <a:gd name="T2" fmla="*/ 10 w 20"/>
                <a:gd name="T3" fmla="*/ 57 h 44"/>
                <a:gd name="T4" fmla="*/ 3 w 20"/>
                <a:gd name="T5" fmla="*/ 3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44">
                  <a:moveTo>
                    <a:pt x="0" y="0"/>
                  </a:moveTo>
                  <a:cubicBezTo>
                    <a:pt x="20" y="8"/>
                    <a:pt x="12" y="29"/>
                    <a:pt x="7" y="44"/>
                  </a:cubicBezTo>
                  <a:cubicBezTo>
                    <a:pt x="6" y="35"/>
                    <a:pt x="15" y="6"/>
                    <a:pt x="3" y="3"/>
                  </a:cubicBezTo>
                </a:path>
              </a:pathLst>
            </a:custGeom>
            <a:solidFill>
              <a:srgbClr val="9DCC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327" name="Freeform 853">
              <a:extLst>
                <a:ext uri="{FF2B5EF4-FFF2-40B4-BE49-F238E27FC236}">
                  <a16:creationId xmlns:a16="http://schemas.microsoft.com/office/drawing/2014/main" id="{4B1C2C60-A0A9-4651-8464-603926D96EA4}"/>
                </a:ext>
              </a:extLst>
            </p:cNvPr>
            <p:cNvSpPr>
              <a:spLocks/>
            </p:cNvSpPr>
            <p:nvPr/>
          </p:nvSpPr>
          <p:spPr bwMode="auto">
            <a:xfrm>
              <a:off x="986" y="3932"/>
              <a:ext cx="10" cy="10"/>
            </a:xfrm>
            <a:custGeom>
              <a:avLst/>
              <a:gdLst>
                <a:gd name="T0" fmla="*/ 0 w 9"/>
                <a:gd name="T1" fmla="*/ 10 h 9"/>
                <a:gd name="T2" fmla="*/ 11 w 9"/>
                <a:gd name="T3" fmla="*/ 0 h 9"/>
                <a:gd name="T4" fmla="*/ 12 w 9"/>
                <a:gd name="T5" fmla="*/ 12 h 9"/>
                <a:gd name="T6" fmla="*/ 2 w 9"/>
                <a:gd name="T7" fmla="*/ 10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9">
                  <a:moveTo>
                    <a:pt x="0" y="7"/>
                  </a:moveTo>
                  <a:cubicBezTo>
                    <a:pt x="5" y="8"/>
                    <a:pt x="8" y="4"/>
                    <a:pt x="8" y="0"/>
                  </a:cubicBezTo>
                  <a:cubicBezTo>
                    <a:pt x="9" y="3"/>
                    <a:pt x="9" y="6"/>
                    <a:pt x="9" y="9"/>
                  </a:cubicBezTo>
                  <a:cubicBezTo>
                    <a:pt x="6" y="9"/>
                    <a:pt x="4" y="9"/>
                    <a:pt x="2" y="7"/>
                  </a:cubicBezTo>
                </a:path>
              </a:pathLst>
            </a:custGeom>
            <a:solidFill>
              <a:srgbClr val="9DCC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328" name="Freeform 854">
              <a:extLst>
                <a:ext uri="{FF2B5EF4-FFF2-40B4-BE49-F238E27FC236}">
                  <a16:creationId xmlns:a16="http://schemas.microsoft.com/office/drawing/2014/main" id="{1FF1C8B3-1D41-4932-8746-143CD84967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0" y="3891"/>
              <a:ext cx="11" cy="12"/>
            </a:xfrm>
            <a:custGeom>
              <a:avLst/>
              <a:gdLst>
                <a:gd name="T0" fmla="*/ 0 w 10"/>
                <a:gd name="T1" fmla="*/ 14 h 11"/>
                <a:gd name="T2" fmla="*/ 8 w 10"/>
                <a:gd name="T3" fmla="*/ 0 h 11"/>
                <a:gd name="T4" fmla="*/ 3 w 10"/>
                <a:gd name="T5" fmla="*/ 13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1">
                  <a:moveTo>
                    <a:pt x="0" y="11"/>
                  </a:moveTo>
                  <a:cubicBezTo>
                    <a:pt x="5" y="10"/>
                    <a:pt x="7" y="4"/>
                    <a:pt x="5" y="0"/>
                  </a:cubicBezTo>
                  <a:cubicBezTo>
                    <a:pt x="8" y="3"/>
                    <a:pt x="10" y="10"/>
                    <a:pt x="3" y="10"/>
                  </a:cubicBezTo>
                </a:path>
              </a:pathLst>
            </a:custGeom>
            <a:solidFill>
              <a:srgbClr val="9DCC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329" name="Freeform 855">
              <a:extLst>
                <a:ext uri="{FF2B5EF4-FFF2-40B4-BE49-F238E27FC236}">
                  <a16:creationId xmlns:a16="http://schemas.microsoft.com/office/drawing/2014/main" id="{6B957E04-730E-4AF9-BB59-996037BA91A0}"/>
                </a:ext>
              </a:extLst>
            </p:cNvPr>
            <p:cNvSpPr>
              <a:spLocks/>
            </p:cNvSpPr>
            <p:nvPr/>
          </p:nvSpPr>
          <p:spPr bwMode="auto">
            <a:xfrm>
              <a:off x="960" y="3944"/>
              <a:ext cx="13" cy="16"/>
            </a:xfrm>
            <a:custGeom>
              <a:avLst/>
              <a:gdLst>
                <a:gd name="T0" fmla="*/ 0 w 12"/>
                <a:gd name="T1" fmla="*/ 13 h 14"/>
                <a:gd name="T2" fmla="*/ 11 w 12"/>
                <a:gd name="T3" fmla="*/ 0 h 14"/>
                <a:gd name="T4" fmla="*/ 3 w 12"/>
                <a:gd name="T5" fmla="*/ 13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4">
                  <a:moveTo>
                    <a:pt x="0" y="9"/>
                  </a:moveTo>
                  <a:cubicBezTo>
                    <a:pt x="5" y="8"/>
                    <a:pt x="12" y="6"/>
                    <a:pt x="8" y="0"/>
                  </a:cubicBezTo>
                  <a:cubicBezTo>
                    <a:pt x="12" y="5"/>
                    <a:pt x="10" y="14"/>
                    <a:pt x="3" y="9"/>
                  </a:cubicBezTo>
                </a:path>
              </a:pathLst>
            </a:custGeom>
            <a:solidFill>
              <a:srgbClr val="9DCC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330" name="Freeform 856">
              <a:extLst>
                <a:ext uri="{FF2B5EF4-FFF2-40B4-BE49-F238E27FC236}">
                  <a16:creationId xmlns:a16="http://schemas.microsoft.com/office/drawing/2014/main" id="{DF1AE54E-3B2B-4395-A97E-ACEB83A703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3" y="3739"/>
              <a:ext cx="507" cy="371"/>
            </a:xfrm>
            <a:custGeom>
              <a:avLst/>
              <a:gdLst>
                <a:gd name="T0" fmla="*/ 21 w 459"/>
                <a:gd name="T1" fmla="*/ 88 h 336"/>
                <a:gd name="T2" fmla="*/ 17 w 459"/>
                <a:gd name="T3" fmla="*/ 176 h 336"/>
                <a:gd name="T4" fmla="*/ 23 w 459"/>
                <a:gd name="T5" fmla="*/ 234 h 336"/>
                <a:gd name="T6" fmla="*/ 22 w 459"/>
                <a:gd name="T7" fmla="*/ 269 h 336"/>
                <a:gd name="T8" fmla="*/ 194 w 459"/>
                <a:gd name="T9" fmla="*/ 307 h 336"/>
                <a:gd name="T10" fmla="*/ 222 w 459"/>
                <a:gd name="T11" fmla="*/ 299 h 336"/>
                <a:gd name="T12" fmla="*/ 308 w 459"/>
                <a:gd name="T13" fmla="*/ 359 h 336"/>
                <a:gd name="T14" fmla="*/ 536 w 459"/>
                <a:gd name="T15" fmla="*/ 375 h 336"/>
                <a:gd name="T16" fmla="*/ 482 w 459"/>
                <a:gd name="T17" fmla="*/ 222 h 336"/>
                <a:gd name="T18" fmla="*/ 352 w 459"/>
                <a:gd name="T19" fmla="*/ 113 h 336"/>
                <a:gd name="T20" fmla="*/ 344 w 459"/>
                <a:gd name="T21" fmla="*/ 10 h 336"/>
                <a:gd name="T22" fmla="*/ 221 w 459"/>
                <a:gd name="T23" fmla="*/ 94 h 336"/>
                <a:gd name="T24" fmla="*/ 234 w 459"/>
                <a:gd name="T25" fmla="*/ 150 h 336"/>
                <a:gd name="T26" fmla="*/ 131 w 459"/>
                <a:gd name="T27" fmla="*/ 110 h 336"/>
                <a:gd name="T28" fmla="*/ 21 w 459"/>
                <a:gd name="T29" fmla="*/ 88 h 3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459" h="336">
                  <a:moveTo>
                    <a:pt x="15" y="65"/>
                  </a:moveTo>
                  <a:cubicBezTo>
                    <a:pt x="15" y="65"/>
                    <a:pt x="24" y="104"/>
                    <a:pt x="13" y="130"/>
                  </a:cubicBezTo>
                  <a:cubicBezTo>
                    <a:pt x="2" y="155"/>
                    <a:pt x="17" y="174"/>
                    <a:pt x="17" y="174"/>
                  </a:cubicBezTo>
                  <a:cubicBezTo>
                    <a:pt x="17" y="174"/>
                    <a:pt x="0" y="186"/>
                    <a:pt x="16" y="200"/>
                  </a:cubicBezTo>
                  <a:cubicBezTo>
                    <a:pt x="31" y="213"/>
                    <a:pt x="144" y="228"/>
                    <a:pt x="144" y="228"/>
                  </a:cubicBezTo>
                  <a:cubicBezTo>
                    <a:pt x="144" y="228"/>
                    <a:pt x="157" y="227"/>
                    <a:pt x="165" y="222"/>
                  </a:cubicBezTo>
                  <a:cubicBezTo>
                    <a:pt x="165" y="222"/>
                    <a:pt x="214" y="252"/>
                    <a:pt x="229" y="266"/>
                  </a:cubicBezTo>
                  <a:cubicBezTo>
                    <a:pt x="244" y="280"/>
                    <a:pt x="335" y="336"/>
                    <a:pt x="397" y="279"/>
                  </a:cubicBezTo>
                  <a:cubicBezTo>
                    <a:pt x="459" y="222"/>
                    <a:pt x="384" y="173"/>
                    <a:pt x="358" y="165"/>
                  </a:cubicBezTo>
                  <a:cubicBezTo>
                    <a:pt x="331" y="157"/>
                    <a:pt x="262" y="83"/>
                    <a:pt x="262" y="83"/>
                  </a:cubicBezTo>
                  <a:cubicBezTo>
                    <a:pt x="262" y="83"/>
                    <a:pt x="291" y="15"/>
                    <a:pt x="255" y="7"/>
                  </a:cubicBezTo>
                  <a:cubicBezTo>
                    <a:pt x="220" y="0"/>
                    <a:pt x="136" y="18"/>
                    <a:pt x="164" y="70"/>
                  </a:cubicBezTo>
                  <a:cubicBezTo>
                    <a:pt x="177" y="95"/>
                    <a:pt x="174" y="111"/>
                    <a:pt x="174" y="111"/>
                  </a:cubicBezTo>
                  <a:cubicBezTo>
                    <a:pt x="174" y="111"/>
                    <a:pt x="115" y="104"/>
                    <a:pt x="98" y="82"/>
                  </a:cubicBezTo>
                  <a:cubicBezTo>
                    <a:pt x="73" y="50"/>
                    <a:pt x="13" y="55"/>
                    <a:pt x="15" y="65"/>
                  </a:cubicBezTo>
                  <a:close/>
                </a:path>
              </a:pathLst>
            </a:custGeom>
            <a:solidFill>
              <a:srgbClr val="4E94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331" name="Freeform 857">
              <a:extLst>
                <a:ext uri="{FF2B5EF4-FFF2-40B4-BE49-F238E27FC236}">
                  <a16:creationId xmlns:a16="http://schemas.microsoft.com/office/drawing/2014/main" id="{FDE1FA7D-C44E-484D-8BC3-E0A19DFF30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3" y="3798"/>
              <a:ext cx="161" cy="193"/>
            </a:xfrm>
            <a:custGeom>
              <a:avLst/>
              <a:gdLst>
                <a:gd name="T0" fmla="*/ 22 w 146"/>
                <a:gd name="T1" fmla="*/ 200 h 174"/>
                <a:gd name="T2" fmla="*/ 193 w 146"/>
                <a:gd name="T3" fmla="*/ 237 h 174"/>
                <a:gd name="T4" fmla="*/ 196 w 146"/>
                <a:gd name="T5" fmla="*/ 237 h 174"/>
                <a:gd name="T6" fmla="*/ 66 w 146"/>
                <a:gd name="T7" fmla="*/ 204 h 174"/>
                <a:gd name="T8" fmla="*/ 60 w 146"/>
                <a:gd name="T9" fmla="*/ 176 h 174"/>
                <a:gd name="T10" fmla="*/ 63 w 146"/>
                <a:gd name="T11" fmla="*/ 110 h 174"/>
                <a:gd name="T12" fmla="*/ 64 w 146"/>
                <a:gd name="T13" fmla="*/ 22 h 174"/>
                <a:gd name="T14" fmla="*/ 92 w 146"/>
                <a:gd name="T15" fmla="*/ 11 h 174"/>
                <a:gd name="T16" fmla="*/ 21 w 146"/>
                <a:gd name="T17" fmla="*/ 14 h 174"/>
                <a:gd name="T18" fmla="*/ 17 w 146"/>
                <a:gd name="T19" fmla="*/ 103 h 174"/>
                <a:gd name="T20" fmla="*/ 23 w 146"/>
                <a:gd name="T21" fmla="*/ 164 h 174"/>
                <a:gd name="T22" fmla="*/ 22 w 146"/>
                <a:gd name="T23" fmla="*/ 200 h 17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46" h="174">
                  <a:moveTo>
                    <a:pt x="16" y="146"/>
                  </a:moveTo>
                  <a:cubicBezTo>
                    <a:pt x="31" y="159"/>
                    <a:pt x="144" y="174"/>
                    <a:pt x="144" y="174"/>
                  </a:cubicBezTo>
                  <a:cubicBezTo>
                    <a:pt x="144" y="174"/>
                    <a:pt x="144" y="174"/>
                    <a:pt x="146" y="174"/>
                  </a:cubicBezTo>
                  <a:cubicBezTo>
                    <a:pt x="111" y="168"/>
                    <a:pt x="59" y="159"/>
                    <a:pt x="49" y="150"/>
                  </a:cubicBezTo>
                  <a:cubicBezTo>
                    <a:pt x="34" y="136"/>
                    <a:pt x="44" y="129"/>
                    <a:pt x="44" y="129"/>
                  </a:cubicBezTo>
                  <a:cubicBezTo>
                    <a:pt x="44" y="129"/>
                    <a:pt x="36" y="106"/>
                    <a:pt x="47" y="80"/>
                  </a:cubicBezTo>
                  <a:cubicBezTo>
                    <a:pt x="57" y="55"/>
                    <a:pt x="48" y="16"/>
                    <a:pt x="48" y="16"/>
                  </a:cubicBezTo>
                  <a:cubicBezTo>
                    <a:pt x="48" y="12"/>
                    <a:pt x="56" y="9"/>
                    <a:pt x="68" y="8"/>
                  </a:cubicBezTo>
                  <a:cubicBezTo>
                    <a:pt x="42" y="0"/>
                    <a:pt x="14" y="4"/>
                    <a:pt x="15" y="11"/>
                  </a:cubicBezTo>
                  <a:cubicBezTo>
                    <a:pt x="15" y="11"/>
                    <a:pt x="24" y="50"/>
                    <a:pt x="13" y="76"/>
                  </a:cubicBezTo>
                  <a:cubicBezTo>
                    <a:pt x="2" y="101"/>
                    <a:pt x="17" y="120"/>
                    <a:pt x="17" y="120"/>
                  </a:cubicBezTo>
                  <a:cubicBezTo>
                    <a:pt x="17" y="120"/>
                    <a:pt x="0" y="132"/>
                    <a:pt x="16" y="146"/>
                  </a:cubicBezTo>
                  <a:close/>
                </a:path>
              </a:pathLst>
            </a:custGeom>
            <a:solidFill>
              <a:srgbClr val="2A6B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332" name="Freeform 858">
              <a:extLst>
                <a:ext uri="{FF2B5EF4-FFF2-40B4-BE49-F238E27FC236}">
                  <a16:creationId xmlns:a16="http://schemas.microsoft.com/office/drawing/2014/main" id="{971822EC-583C-44E2-B15F-5D8A90904C6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3" y="3739"/>
              <a:ext cx="507" cy="371"/>
            </a:xfrm>
            <a:custGeom>
              <a:avLst/>
              <a:gdLst>
                <a:gd name="T0" fmla="*/ 21 w 459"/>
                <a:gd name="T1" fmla="*/ 88 h 336"/>
                <a:gd name="T2" fmla="*/ 17 w 459"/>
                <a:gd name="T3" fmla="*/ 176 h 336"/>
                <a:gd name="T4" fmla="*/ 23 w 459"/>
                <a:gd name="T5" fmla="*/ 234 h 336"/>
                <a:gd name="T6" fmla="*/ 22 w 459"/>
                <a:gd name="T7" fmla="*/ 269 h 336"/>
                <a:gd name="T8" fmla="*/ 194 w 459"/>
                <a:gd name="T9" fmla="*/ 307 h 336"/>
                <a:gd name="T10" fmla="*/ 222 w 459"/>
                <a:gd name="T11" fmla="*/ 299 h 336"/>
                <a:gd name="T12" fmla="*/ 308 w 459"/>
                <a:gd name="T13" fmla="*/ 359 h 336"/>
                <a:gd name="T14" fmla="*/ 536 w 459"/>
                <a:gd name="T15" fmla="*/ 375 h 336"/>
                <a:gd name="T16" fmla="*/ 482 w 459"/>
                <a:gd name="T17" fmla="*/ 222 h 336"/>
                <a:gd name="T18" fmla="*/ 352 w 459"/>
                <a:gd name="T19" fmla="*/ 113 h 336"/>
                <a:gd name="T20" fmla="*/ 344 w 459"/>
                <a:gd name="T21" fmla="*/ 10 h 336"/>
                <a:gd name="T22" fmla="*/ 221 w 459"/>
                <a:gd name="T23" fmla="*/ 94 h 336"/>
                <a:gd name="T24" fmla="*/ 234 w 459"/>
                <a:gd name="T25" fmla="*/ 150 h 336"/>
                <a:gd name="T26" fmla="*/ 131 w 459"/>
                <a:gd name="T27" fmla="*/ 110 h 336"/>
                <a:gd name="T28" fmla="*/ 21 w 459"/>
                <a:gd name="T29" fmla="*/ 88 h 3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459" h="336">
                  <a:moveTo>
                    <a:pt x="15" y="65"/>
                  </a:moveTo>
                  <a:cubicBezTo>
                    <a:pt x="15" y="65"/>
                    <a:pt x="24" y="104"/>
                    <a:pt x="13" y="130"/>
                  </a:cubicBezTo>
                  <a:cubicBezTo>
                    <a:pt x="2" y="155"/>
                    <a:pt x="17" y="174"/>
                    <a:pt x="17" y="174"/>
                  </a:cubicBezTo>
                  <a:cubicBezTo>
                    <a:pt x="17" y="174"/>
                    <a:pt x="0" y="186"/>
                    <a:pt x="16" y="200"/>
                  </a:cubicBezTo>
                  <a:cubicBezTo>
                    <a:pt x="31" y="213"/>
                    <a:pt x="144" y="228"/>
                    <a:pt x="144" y="228"/>
                  </a:cubicBezTo>
                  <a:cubicBezTo>
                    <a:pt x="144" y="228"/>
                    <a:pt x="157" y="227"/>
                    <a:pt x="165" y="222"/>
                  </a:cubicBezTo>
                  <a:cubicBezTo>
                    <a:pt x="165" y="222"/>
                    <a:pt x="214" y="252"/>
                    <a:pt x="229" y="266"/>
                  </a:cubicBezTo>
                  <a:cubicBezTo>
                    <a:pt x="244" y="280"/>
                    <a:pt x="335" y="336"/>
                    <a:pt x="397" y="279"/>
                  </a:cubicBezTo>
                  <a:cubicBezTo>
                    <a:pt x="459" y="222"/>
                    <a:pt x="384" y="173"/>
                    <a:pt x="358" y="165"/>
                  </a:cubicBezTo>
                  <a:cubicBezTo>
                    <a:pt x="331" y="157"/>
                    <a:pt x="262" y="83"/>
                    <a:pt x="262" y="83"/>
                  </a:cubicBezTo>
                  <a:cubicBezTo>
                    <a:pt x="262" y="83"/>
                    <a:pt x="291" y="15"/>
                    <a:pt x="255" y="7"/>
                  </a:cubicBezTo>
                  <a:cubicBezTo>
                    <a:pt x="220" y="0"/>
                    <a:pt x="136" y="18"/>
                    <a:pt x="164" y="70"/>
                  </a:cubicBezTo>
                  <a:cubicBezTo>
                    <a:pt x="177" y="95"/>
                    <a:pt x="174" y="111"/>
                    <a:pt x="174" y="111"/>
                  </a:cubicBezTo>
                  <a:cubicBezTo>
                    <a:pt x="174" y="111"/>
                    <a:pt x="115" y="104"/>
                    <a:pt x="98" y="82"/>
                  </a:cubicBezTo>
                  <a:cubicBezTo>
                    <a:pt x="73" y="50"/>
                    <a:pt x="13" y="55"/>
                    <a:pt x="15" y="65"/>
                  </a:cubicBezTo>
                  <a:close/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333" name="Freeform 859">
              <a:extLst>
                <a:ext uri="{FF2B5EF4-FFF2-40B4-BE49-F238E27FC236}">
                  <a16:creationId xmlns:a16="http://schemas.microsoft.com/office/drawing/2014/main" id="{58AA0552-45CD-4E4B-84A0-E8423E2E5F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2" y="3931"/>
              <a:ext cx="163" cy="53"/>
            </a:xfrm>
            <a:custGeom>
              <a:avLst/>
              <a:gdLst>
                <a:gd name="T0" fmla="*/ 0 w 148"/>
                <a:gd name="T1" fmla="*/ 0 h 48"/>
                <a:gd name="T2" fmla="*/ 99 w 148"/>
                <a:gd name="T3" fmla="*/ 27 h 48"/>
                <a:gd name="T4" fmla="*/ 198 w 148"/>
                <a:gd name="T5" fmla="*/ 65 h 4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8" h="48">
                  <a:moveTo>
                    <a:pt x="0" y="0"/>
                  </a:moveTo>
                  <a:cubicBezTo>
                    <a:pt x="0" y="0"/>
                    <a:pt x="36" y="15"/>
                    <a:pt x="74" y="20"/>
                  </a:cubicBezTo>
                  <a:cubicBezTo>
                    <a:pt x="112" y="25"/>
                    <a:pt x="129" y="33"/>
                    <a:pt x="148" y="48"/>
                  </a:cubicBezTo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334" name="Freeform 860">
              <a:extLst>
                <a:ext uri="{FF2B5EF4-FFF2-40B4-BE49-F238E27FC236}">
                  <a16:creationId xmlns:a16="http://schemas.microsoft.com/office/drawing/2014/main" id="{D6CD091B-EEB2-40B3-BF33-2D1E65D91E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0" y="3967"/>
              <a:ext cx="298" cy="157"/>
            </a:xfrm>
            <a:custGeom>
              <a:avLst/>
              <a:gdLst>
                <a:gd name="T0" fmla="*/ 0 w 270"/>
                <a:gd name="T1" fmla="*/ 0 h 142"/>
                <a:gd name="T2" fmla="*/ 75 w 270"/>
                <a:gd name="T3" fmla="*/ 36 h 142"/>
                <a:gd name="T4" fmla="*/ 363 w 270"/>
                <a:gd name="T5" fmla="*/ 73 h 1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0" h="142">
                  <a:moveTo>
                    <a:pt x="0" y="0"/>
                  </a:moveTo>
                  <a:cubicBezTo>
                    <a:pt x="0" y="0"/>
                    <a:pt x="29" y="12"/>
                    <a:pt x="56" y="27"/>
                  </a:cubicBezTo>
                  <a:cubicBezTo>
                    <a:pt x="83" y="42"/>
                    <a:pt x="185" y="142"/>
                    <a:pt x="270" y="54"/>
                  </a:cubicBezTo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335" name="Freeform 861">
              <a:extLst>
                <a:ext uri="{FF2B5EF4-FFF2-40B4-BE49-F238E27FC236}">
                  <a16:creationId xmlns:a16="http://schemas.microsoft.com/office/drawing/2014/main" id="{DD837C4E-04E2-4651-B46D-3F84D4E945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2" y="3972"/>
              <a:ext cx="14" cy="19"/>
            </a:xfrm>
            <a:custGeom>
              <a:avLst/>
              <a:gdLst>
                <a:gd name="T0" fmla="*/ 0 w 13"/>
                <a:gd name="T1" fmla="*/ 23 h 17"/>
                <a:gd name="T2" fmla="*/ 5 w 13"/>
                <a:gd name="T3" fmla="*/ 0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7">
                  <a:moveTo>
                    <a:pt x="0" y="17"/>
                  </a:moveTo>
                  <a:cubicBezTo>
                    <a:pt x="0" y="17"/>
                    <a:pt x="13" y="4"/>
                    <a:pt x="5" y="0"/>
                  </a:cubicBezTo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336" name="Freeform 862">
              <a:extLst>
                <a:ext uri="{FF2B5EF4-FFF2-40B4-BE49-F238E27FC236}">
                  <a16:creationId xmlns:a16="http://schemas.microsoft.com/office/drawing/2014/main" id="{05E87E6A-FED0-4889-B8D7-397017F41E8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2" y="3829"/>
              <a:ext cx="174" cy="129"/>
            </a:xfrm>
            <a:custGeom>
              <a:avLst/>
              <a:gdLst>
                <a:gd name="T0" fmla="*/ 0 w 158"/>
                <a:gd name="T1" fmla="*/ 36 h 116"/>
                <a:gd name="T2" fmla="*/ 48 w 158"/>
                <a:gd name="T3" fmla="*/ 13 h 116"/>
                <a:gd name="T4" fmla="*/ 68 w 158"/>
                <a:gd name="T5" fmla="*/ 41 h 116"/>
                <a:gd name="T6" fmla="*/ 98 w 158"/>
                <a:gd name="T7" fmla="*/ 73 h 116"/>
                <a:gd name="T8" fmla="*/ 157 w 158"/>
                <a:gd name="T9" fmla="*/ 130 h 116"/>
                <a:gd name="T10" fmla="*/ 211 w 158"/>
                <a:gd name="T11" fmla="*/ 152 h 1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8" h="116">
                  <a:moveTo>
                    <a:pt x="0" y="26"/>
                  </a:moveTo>
                  <a:cubicBezTo>
                    <a:pt x="7" y="36"/>
                    <a:pt x="21" y="0"/>
                    <a:pt x="36" y="10"/>
                  </a:cubicBezTo>
                  <a:cubicBezTo>
                    <a:pt x="42" y="14"/>
                    <a:pt x="46" y="24"/>
                    <a:pt x="51" y="30"/>
                  </a:cubicBezTo>
                  <a:cubicBezTo>
                    <a:pt x="57" y="38"/>
                    <a:pt x="65" y="45"/>
                    <a:pt x="74" y="53"/>
                  </a:cubicBezTo>
                  <a:cubicBezTo>
                    <a:pt x="88" y="66"/>
                    <a:pt x="101" y="83"/>
                    <a:pt x="118" y="94"/>
                  </a:cubicBezTo>
                  <a:cubicBezTo>
                    <a:pt x="127" y="100"/>
                    <a:pt x="147" y="116"/>
                    <a:pt x="158" y="111"/>
                  </a:cubicBezTo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337" name="Freeform 863">
              <a:extLst>
                <a:ext uri="{FF2B5EF4-FFF2-40B4-BE49-F238E27FC236}">
                  <a16:creationId xmlns:a16="http://schemas.microsoft.com/office/drawing/2014/main" id="{AE49DB4F-596A-4568-B310-97D44092E5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8" y="3813"/>
              <a:ext cx="100" cy="123"/>
            </a:xfrm>
            <a:custGeom>
              <a:avLst/>
              <a:gdLst>
                <a:gd name="T0" fmla="*/ 16 w 91"/>
                <a:gd name="T1" fmla="*/ 23 h 111"/>
                <a:gd name="T2" fmla="*/ 5 w 91"/>
                <a:gd name="T3" fmla="*/ 4 h 111"/>
                <a:gd name="T4" fmla="*/ 10 w 91"/>
                <a:gd name="T5" fmla="*/ 28 h 111"/>
                <a:gd name="T6" fmla="*/ 44 w 91"/>
                <a:gd name="T7" fmla="*/ 64 h 111"/>
                <a:gd name="T8" fmla="*/ 89 w 91"/>
                <a:gd name="T9" fmla="*/ 104 h 111"/>
                <a:gd name="T10" fmla="*/ 121 w 91"/>
                <a:gd name="T11" fmla="*/ 151 h 11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1" h="111">
                  <a:moveTo>
                    <a:pt x="13" y="17"/>
                  </a:moveTo>
                  <a:cubicBezTo>
                    <a:pt x="11" y="13"/>
                    <a:pt x="12" y="0"/>
                    <a:pt x="5" y="4"/>
                  </a:cubicBezTo>
                  <a:cubicBezTo>
                    <a:pt x="0" y="8"/>
                    <a:pt x="4" y="17"/>
                    <a:pt x="7" y="21"/>
                  </a:cubicBezTo>
                  <a:cubicBezTo>
                    <a:pt x="13" y="32"/>
                    <a:pt x="23" y="39"/>
                    <a:pt x="33" y="47"/>
                  </a:cubicBezTo>
                  <a:cubicBezTo>
                    <a:pt x="45" y="56"/>
                    <a:pt x="57" y="66"/>
                    <a:pt x="67" y="77"/>
                  </a:cubicBezTo>
                  <a:cubicBezTo>
                    <a:pt x="77" y="87"/>
                    <a:pt x="83" y="100"/>
                    <a:pt x="91" y="111"/>
                  </a:cubicBezTo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338" name="Freeform 864">
              <a:extLst>
                <a:ext uri="{FF2B5EF4-FFF2-40B4-BE49-F238E27FC236}">
                  <a16:creationId xmlns:a16="http://schemas.microsoft.com/office/drawing/2014/main" id="{FA2DB3C2-3F0E-4E4F-896B-620ABC59DFC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3" y="3937"/>
              <a:ext cx="294" cy="173"/>
            </a:xfrm>
            <a:custGeom>
              <a:avLst/>
              <a:gdLst>
                <a:gd name="T0" fmla="*/ 0 w 266"/>
                <a:gd name="T1" fmla="*/ 28 h 157"/>
                <a:gd name="T2" fmla="*/ 103 w 266"/>
                <a:gd name="T3" fmla="*/ 87 h 157"/>
                <a:gd name="T4" fmla="*/ 359 w 266"/>
                <a:gd name="T5" fmla="*/ 100 h 157"/>
                <a:gd name="T6" fmla="*/ 120 w 266"/>
                <a:gd name="T7" fmla="*/ 83 h 157"/>
                <a:gd name="T8" fmla="*/ 0 w 266"/>
                <a:gd name="T9" fmla="*/ 28 h 1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6" h="157">
                  <a:moveTo>
                    <a:pt x="0" y="21"/>
                  </a:moveTo>
                  <a:cubicBezTo>
                    <a:pt x="0" y="21"/>
                    <a:pt x="48" y="43"/>
                    <a:pt x="76" y="65"/>
                  </a:cubicBezTo>
                  <a:cubicBezTo>
                    <a:pt x="104" y="86"/>
                    <a:pt x="193" y="157"/>
                    <a:pt x="266" y="75"/>
                  </a:cubicBezTo>
                  <a:cubicBezTo>
                    <a:pt x="266" y="75"/>
                    <a:pt x="183" y="144"/>
                    <a:pt x="90" y="62"/>
                  </a:cubicBezTo>
                  <a:cubicBezTo>
                    <a:pt x="65" y="40"/>
                    <a:pt x="4" y="0"/>
                    <a:pt x="0" y="21"/>
                  </a:cubicBezTo>
                  <a:close/>
                </a:path>
              </a:pathLst>
            </a:custGeom>
            <a:solidFill>
              <a:srgbClr val="2A6B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339" name="Freeform 865">
              <a:extLst>
                <a:ext uri="{FF2B5EF4-FFF2-40B4-BE49-F238E27FC236}">
                  <a16:creationId xmlns:a16="http://schemas.microsoft.com/office/drawing/2014/main" id="{AD72C7F2-EFF7-4BCF-A775-8471ABAD4C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1" y="3980"/>
              <a:ext cx="6" cy="6"/>
            </a:xfrm>
            <a:custGeom>
              <a:avLst/>
              <a:gdLst>
                <a:gd name="T0" fmla="*/ 2 w 6"/>
                <a:gd name="T1" fmla="*/ 0 h 6"/>
                <a:gd name="T2" fmla="*/ 0 w 6"/>
                <a:gd name="T3" fmla="*/ 6 h 6"/>
                <a:gd name="T4" fmla="*/ 6 w 6"/>
                <a:gd name="T5" fmla="*/ 4 h 6"/>
                <a:gd name="T6" fmla="*/ 2 w 6"/>
                <a:gd name="T7" fmla="*/ 1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6">
                  <a:moveTo>
                    <a:pt x="2" y="0"/>
                  </a:moveTo>
                  <a:cubicBezTo>
                    <a:pt x="2" y="2"/>
                    <a:pt x="1" y="5"/>
                    <a:pt x="0" y="6"/>
                  </a:cubicBezTo>
                  <a:cubicBezTo>
                    <a:pt x="2" y="5"/>
                    <a:pt x="4" y="4"/>
                    <a:pt x="6" y="4"/>
                  </a:cubicBezTo>
                  <a:cubicBezTo>
                    <a:pt x="6" y="2"/>
                    <a:pt x="3" y="2"/>
                    <a:pt x="2" y="1"/>
                  </a:cubicBezTo>
                </a:path>
              </a:pathLst>
            </a:custGeom>
            <a:solidFill>
              <a:srgbClr val="2A6B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340" name="Freeform 866">
              <a:extLst>
                <a:ext uri="{FF2B5EF4-FFF2-40B4-BE49-F238E27FC236}">
                  <a16:creationId xmlns:a16="http://schemas.microsoft.com/office/drawing/2014/main" id="{A8A420D2-B917-408C-A993-3CF06200FA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7" y="3750"/>
              <a:ext cx="74" cy="100"/>
            </a:xfrm>
            <a:custGeom>
              <a:avLst/>
              <a:gdLst>
                <a:gd name="T0" fmla="*/ 91 w 67"/>
                <a:gd name="T1" fmla="*/ 3 h 91"/>
                <a:gd name="T2" fmla="*/ 51 w 67"/>
                <a:gd name="T3" fmla="*/ 12 h 91"/>
                <a:gd name="T4" fmla="*/ 17 w 67"/>
                <a:gd name="T5" fmla="*/ 32 h 91"/>
                <a:gd name="T6" fmla="*/ 27 w 67"/>
                <a:gd name="T7" fmla="*/ 97 h 91"/>
                <a:gd name="T8" fmla="*/ 28 w 67"/>
                <a:gd name="T9" fmla="*/ 121 h 91"/>
                <a:gd name="T10" fmla="*/ 34 w 67"/>
                <a:gd name="T11" fmla="*/ 93 h 91"/>
                <a:gd name="T12" fmla="*/ 31 w 67"/>
                <a:gd name="T13" fmla="*/ 65 h 91"/>
                <a:gd name="T14" fmla="*/ 43 w 67"/>
                <a:gd name="T15" fmla="*/ 24 h 91"/>
                <a:gd name="T16" fmla="*/ 91 w 67"/>
                <a:gd name="T17" fmla="*/ 3 h 9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7" h="91">
                  <a:moveTo>
                    <a:pt x="67" y="3"/>
                  </a:moveTo>
                  <a:cubicBezTo>
                    <a:pt x="64" y="0"/>
                    <a:pt x="43" y="8"/>
                    <a:pt x="38" y="9"/>
                  </a:cubicBezTo>
                  <a:cubicBezTo>
                    <a:pt x="29" y="12"/>
                    <a:pt x="19" y="17"/>
                    <a:pt x="13" y="24"/>
                  </a:cubicBezTo>
                  <a:cubicBezTo>
                    <a:pt x="0" y="41"/>
                    <a:pt x="16" y="56"/>
                    <a:pt x="20" y="73"/>
                  </a:cubicBezTo>
                  <a:cubicBezTo>
                    <a:pt x="21" y="79"/>
                    <a:pt x="21" y="85"/>
                    <a:pt x="21" y="91"/>
                  </a:cubicBezTo>
                  <a:cubicBezTo>
                    <a:pt x="26" y="87"/>
                    <a:pt x="26" y="75"/>
                    <a:pt x="25" y="70"/>
                  </a:cubicBezTo>
                  <a:cubicBezTo>
                    <a:pt x="25" y="63"/>
                    <a:pt x="24" y="56"/>
                    <a:pt x="23" y="49"/>
                  </a:cubicBezTo>
                  <a:cubicBezTo>
                    <a:pt x="21" y="36"/>
                    <a:pt x="23" y="27"/>
                    <a:pt x="32" y="18"/>
                  </a:cubicBezTo>
                  <a:cubicBezTo>
                    <a:pt x="41" y="9"/>
                    <a:pt x="55" y="6"/>
                    <a:pt x="67" y="3"/>
                  </a:cubicBezTo>
                </a:path>
              </a:pathLst>
            </a:custGeom>
            <a:solidFill>
              <a:srgbClr val="68AA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341" name="Freeform 867">
              <a:extLst>
                <a:ext uri="{FF2B5EF4-FFF2-40B4-BE49-F238E27FC236}">
                  <a16:creationId xmlns:a16="http://schemas.microsoft.com/office/drawing/2014/main" id="{AB8999C1-4A6A-4977-8ED5-4781D98189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0" y="3837"/>
              <a:ext cx="273" cy="143"/>
            </a:xfrm>
            <a:custGeom>
              <a:avLst/>
              <a:gdLst>
                <a:gd name="T0" fmla="*/ 0 w 247"/>
                <a:gd name="T1" fmla="*/ 0 h 129"/>
                <a:gd name="T2" fmla="*/ 102 w 247"/>
                <a:gd name="T3" fmla="*/ 38 h 129"/>
                <a:gd name="T4" fmla="*/ 120 w 247"/>
                <a:gd name="T5" fmla="*/ 25 h 129"/>
                <a:gd name="T6" fmla="*/ 149 w 247"/>
                <a:gd name="T7" fmla="*/ 18 h 129"/>
                <a:gd name="T8" fmla="*/ 153 w 247"/>
                <a:gd name="T9" fmla="*/ 42 h 129"/>
                <a:gd name="T10" fmla="*/ 177 w 247"/>
                <a:gd name="T11" fmla="*/ 55 h 129"/>
                <a:gd name="T12" fmla="*/ 187 w 247"/>
                <a:gd name="T13" fmla="*/ 79 h 129"/>
                <a:gd name="T14" fmla="*/ 222 w 247"/>
                <a:gd name="T15" fmla="*/ 101 h 129"/>
                <a:gd name="T16" fmla="*/ 234 w 247"/>
                <a:gd name="T17" fmla="*/ 122 h 129"/>
                <a:gd name="T18" fmla="*/ 255 w 247"/>
                <a:gd name="T19" fmla="*/ 127 h 129"/>
                <a:gd name="T20" fmla="*/ 266 w 247"/>
                <a:gd name="T21" fmla="*/ 141 h 129"/>
                <a:gd name="T22" fmla="*/ 318 w 247"/>
                <a:gd name="T23" fmla="*/ 150 h 129"/>
                <a:gd name="T24" fmla="*/ 286 w 247"/>
                <a:gd name="T25" fmla="*/ 162 h 129"/>
                <a:gd name="T26" fmla="*/ 244 w 247"/>
                <a:gd name="T27" fmla="*/ 135 h 129"/>
                <a:gd name="T28" fmla="*/ 235 w 247"/>
                <a:gd name="T29" fmla="*/ 134 h 129"/>
                <a:gd name="T30" fmla="*/ 216 w 247"/>
                <a:gd name="T31" fmla="*/ 122 h 129"/>
                <a:gd name="T32" fmla="*/ 190 w 247"/>
                <a:gd name="T33" fmla="*/ 88 h 129"/>
                <a:gd name="T34" fmla="*/ 162 w 247"/>
                <a:gd name="T35" fmla="*/ 75 h 129"/>
                <a:gd name="T36" fmla="*/ 156 w 247"/>
                <a:gd name="T37" fmla="*/ 50 h 129"/>
                <a:gd name="T38" fmla="*/ 137 w 247"/>
                <a:gd name="T39" fmla="*/ 39 h 129"/>
                <a:gd name="T40" fmla="*/ 81 w 247"/>
                <a:gd name="T41" fmla="*/ 52 h 129"/>
                <a:gd name="T42" fmla="*/ 0 w 247"/>
                <a:gd name="T43" fmla="*/ 0 h 129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247" h="129">
                  <a:moveTo>
                    <a:pt x="0" y="0"/>
                  </a:moveTo>
                  <a:cubicBezTo>
                    <a:pt x="0" y="0"/>
                    <a:pt x="47" y="29"/>
                    <a:pt x="75" y="28"/>
                  </a:cubicBezTo>
                  <a:cubicBezTo>
                    <a:pt x="75" y="28"/>
                    <a:pt x="81" y="29"/>
                    <a:pt x="90" y="19"/>
                  </a:cubicBezTo>
                  <a:cubicBezTo>
                    <a:pt x="99" y="9"/>
                    <a:pt x="106" y="7"/>
                    <a:pt x="110" y="13"/>
                  </a:cubicBezTo>
                  <a:cubicBezTo>
                    <a:pt x="114" y="19"/>
                    <a:pt x="102" y="32"/>
                    <a:pt x="113" y="31"/>
                  </a:cubicBezTo>
                  <a:cubicBezTo>
                    <a:pt x="124" y="29"/>
                    <a:pt x="131" y="41"/>
                    <a:pt x="131" y="41"/>
                  </a:cubicBezTo>
                  <a:cubicBezTo>
                    <a:pt x="131" y="41"/>
                    <a:pt x="126" y="61"/>
                    <a:pt x="138" y="58"/>
                  </a:cubicBezTo>
                  <a:cubicBezTo>
                    <a:pt x="150" y="55"/>
                    <a:pt x="165" y="74"/>
                    <a:pt x="165" y="74"/>
                  </a:cubicBezTo>
                  <a:cubicBezTo>
                    <a:pt x="165" y="74"/>
                    <a:pt x="164" y="96"/>
                    <a:pt x="174" y="89"/>
                  </a:cubicBezTo>
                  <a:cubicBezTo>
                    <a:pt x="184" y="81"/>
                    <a:pt x="189" y="94"/>
                    <a:pt x="189" y="94"/>
                  </a:cubicBezTo>
                  <a:cubicBezTo>
                    <a:pt x="189" y="94"/>
                    <a:pt x="190" y="107"/>
                    <a:pt x="197" y="104"/>
                  </a:cubicBezTo>
                  <a:cubicBezTo>
                    <a:pt x="203" y="101"/>
                    <a:pt x="225" y="118"/>
                    <a:pt x="236" y="110"/>
                  </a:cubicBezTo>
                  <a:cubicBezTo>
                    <a:pt x="247" y="102"/>
                    <a:pt x="236" y="129"/>
                    <a:pt x="212" y="119"/>
                  </a:cubicBezTo>
                  <a:cubicBezTo>
                    <a:pt x="187" y="108"/>
                    <a:pt x="179" y="108"/>
                    <a:pt x="181" y="99"/>
                  </a:cubicBezTo>
                  <a:cubicBezTo>
                    <a:pt x="183" y="90"/>
                    <a:pt x="178" y="95"/>
                    <a:pt x="175" y="98"/>
                  </a:cubicBezTo>
                  <a:cubicBezTo>
                    <a:pt x="172" y="100"/>
                    <a:pt x="158" y="99"/>
                    <a:pt x="159" y="89"/>
                  </a:cubicBezTo>
                  <a:cubicBezTo>
                    <a:pt x="160" y="80"/>
                    <a:pt x="151" y="62"/>
                    <a:pt x="141" y="64"/>
                  </a:cubicBezTo>
                  <a:cubicBezTo>
                    <a:pt x="132" y="65"/>
                    <a:pt x="114" y="64"/>
                    <a:pt x="120" y="55"/>
                  </a:cubicBezTo>
                  <a:cubicBezTo>
                    <a:pt x="125" y="46"/>
                    <a:pt x="125" y="38"/>
                    <a:pt x="116" y="37"/>
                  </a:cubicBezTo>
                  <a:cubicBezTo>
                    <a:pt x="106" y="35"/>
                    <a:pt x="101" y="32"/>
                    <a:pt x="101" y="29"/>
                  </a:cubicBezTo>
                  <a:cubicBezTo>
                    <a:pt x="101" y="26"/>
                    <a:pt x="83" y="46"/>
                    <a:pt x="60" y="38"/>
                  </a:cubicBezTo>
                  <a:cubicBezTo>
                    <a:pt x="37" y="30"/>
                    <a:pt x="6" y="10"/>
                    <a:pt x="0" y="0"/>
                  </a:cubicBezTo>
                  <a:close/>
                </a:path>
              </a:pathLst>
            </a:custGeom>
            <a:solidFill>
              <a:srgbClr val="68AA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342" name="Freeform 868">
              <a:extLst>
                <a:ext uri="{FF2B5EF4-FFF2-40B4-BE49-F238E27FC236}">
                  <a16:creationId xmlns:a16="http://schemas.microsoft.com/office/drawing/2014/main" id="{E0D25CCC-A2B8-48AF-855C-6DE2C528D80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9" y="3828"/>
              <a:ext cx="115" cy="113"/>
            </a:xfrm>
            <a:custGeom>
              <a:avLst/>
              <a:gdLst>
                <a:gd name="T0" fmla="*/ 27 w 104"/>
                <a:gd name="T1" fmla="*/ 0 h 102"/>
                <a:gd name="T2" fmla="*/ 39 w 104"/>
                <a:gd name="T3" fmla="*/ 14 h 102"/>
                <a:gd name="T4" fmla="*/ 59 w 104"/>
                <a:gd name="T5" fmla="*/ 38 h 102"/>
                <a:gd name="T6" fmla="*/ 91 w 104"/>
                <a:gd name="T7" fmla="*/ 68 h 102"/>
                <a:gd name="T8" fmla="*/ 116 w 104"/>
                <a:gd name="T9" fmla="*/ 93 h 102"/>
                <a:gd name="T10" fmla="*/ 136 w 104"/>
                <a:gd name="T11" fmla="*/ 122 h 102"/>
                <a:gd name="T12" fmla="*/ 113 w 104"/>
                <a:gd name="T13" fmla="*/ 119 h 102"/>
                <a:gd name="T14" fmla="*/ 71 w 104"/>
                <a:gd name="T15" fmla="*/ 88 h 102"/>
                <a:gd name="T16" fmla="*/ 30 w 104"/>
                <a:gd name="T17" fmla="*/ 48 h 102"/>
                <a:gd name="T18" fmla="*/ 14 w 104"/>
                <a:gd name="T19" fmla="*/ 28 h 102"/>
                <a:gd name="T20" fmla="*/ 3 w 104"/>
                <a:gd name="T21" fmla="*/ 14 h 102"/>
                <a:gd name="T22" fmla="*/ 21 w 104"/>
                <a:gd name="T23" fmla="*/ 1 h 10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04" h="102">
                  <a:moveTo>
                    <a:pt x="20" y="0"/>
                  </a:moveTo>
                  <a:cubicBezTo>
                    <a:pt x="23" y="1"/>
                    <a:pt x="26" y="8"/>
                    <a:pt x="29" y="11"/>
                  </a:cubicBezTo>
                  <a:cubicBezTo>
                    <a:pt x="34" y="17"/>
                    <a:pt x="38" y="22"/>
                    <a:pt x="43" y="28"/>
                  </a:cubicBezTo>
                  <a:cubicBezTo>
                    <a:pt x="50" y="36"/>
                    <a:pt x="59" y="43"/>
                    <a:pt x="67" y="50"/>
                  </a:cubicBezTo>
                  <a:cubicBezTo>
                    <a:pt x="73" y="57"/>
                    <a:pt x="80" y="62"/>
                    <a:pt x="86" y="69"/>
                  </a:cubicBezTo>
                  <a:cubicBezTo>
                    <a:pt x="91" y="75"/>
                    <a:pt x="98" y="81"/>
                    <a:pt x="100" y="89"/>
                  </a:cubicBezTo>
                  <a:cubicBezTo>
                    <a:pt x="104" y="102"/>
                    <a:pt x="88" y="91"/>
                    <a:pt x="83" y="88"/>
                  </a:cubicBezTo>
                  <a:cubicBezTo>
                    <a:pt x="72" y="81"/>
                    <a:pt x="63" y="73"/>
                    <a:pt x="52" y="64"/>
                  </a:cubicBezTo>
                  <a:cubicBezTo>
                    <a:pt x="42" y="55"/>
                    <a:pt x="32" y="45"/>
                    <a:pt x="22" y="35"/>
                  </a:cubicBezTo>
                  <a:cubicBezTo>
                    <a:pt x="18" y="31"/>
                    <a:pt x="15" y="26"/>
                    <a:pt x="11" y="21"/>
                  </a:cubicBezTo>
                  <a:cubicBezTo>
                    <a:pt x="9" y="18"/>
                    <a:pt x="4" y="15"/>
                    <a:pt x="3" y="11"/>
                  </a:cubicBezTo>
                  <a:cubicBezTo>
                    <a:pt x="0" y="4"/>
                    <a:pt x="9" y="0"/>
                    <a:pt x="15" y="1"/>
                  </a:cubicBezTo>
                </a:path>
              </a:pathLst>
            </a:custGeom>
            <a:solidFill>
              <a:srgbClr val="68AA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343" name="Freeform 869">
              <a:extLst>
                <a:ext uri="{FF2B5EF4-FFF2-40B4-BE49-F238E27FC236}">
                  <a16:creationId xmlns:a16="http://schemas.microsoft.com/office/drawing/2014/main" id="{1E36D603-30D1-4373-BD18-A4A4E6EF9E6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5" y="3834"/>
              <a:ext cx="60" cy="30"/>
            </a:xfrm>
            <a:custGeom>
              <a:avLst/>
              <a:gdLst>
                <a:gd name="T0" fmla="*/ 71 w 55"/>
                <a:gd name="T1" fmla="*/ 4 h 27"/>
                <a:gd name="T2" fmla="*/ 29 w 55"/>
                <a:gd name="T3" fmla="*/ 9 h 27"/>
                <a:gd name="T4" fmla="*/ 3 w 55"/>
                <a:gd name="T5" fmla="*/ 37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5" h="27">
                  <a:moveTo>
                    <a:pt x="55" y="4"/>
                  </a:moveTo>
                  <a:cubicBezTo>
                    <a:pt x="42" y="2"/>
                    <a:pt x="35" y="0"/>
                    <a:pt x="23" y="6"/>
                  </a:cubicBezTo>
                  <a:cubicBezTo>
                    <a:pt x="16" y="9"/>
                    <a:pt x="0" y="24"/>
                    <a:pt x="3" y="27"/>
                  </a:cubicBezTo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344" name="Freeform 870">
              <a:extLst>
                <a:ext uri="{FF2B5EF4-FFF2-40B4-BE49-F238E27FC236}">
                  <a16:creationId xmlns:a16="http://schemas.microsoft.com/office/drawing/2014/main" id="{6440FB8F-8F31-4DD2-8F5F-7A69F5BBF29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1" y="3859"/>
              <a:ext cx="58" cy="33"/>
            </a:xfrm>
            <a:custGeom>
              <a:avLst/>
              <a:gdLst>
                <a:gd name="T0" fmla="*/ 73 w 52"/>
                <a:gd name="T1" fmla="*/ 1 h 30"/>
                <a:gd name="T2" fmla="*/ 26 w 52"/>
                <a:gd name="T3" fmla="*/ 9 h 30"/>
                <a:gd name="T4" fmla="*/ 0 w 52"/>
                <a:gd name="T5" fmla="*/ 40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2" h="30">
                  <a:moveTo>
                    <a:pt x="52" y="1"/>
                  </a:moveTo>
                  <a:cubicBezTo>
                    <a:pt x="39" y="1"/>
                    <a:pt x="30" y="0"/>
                    <a:pt x="19" y="6"/>
                  </a:cubicBezTo>
                  <a:cubicBezTo>
                    <a:pt x="7" y="13"/>
                    <a:pt x="6" y="18"/>
                    <a:pt x="0" y="30"/>
                  </a:cubicBezTo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345" name="Freeform 871">
              <a:extLst>
                <a:ext uri="{FF2B5EF4-FFF2-40B4-BE49-F238E27FC236}">
                  <a16:creationId xmlns:a16="http://schemas.microsoft.com/office/drawing/2014/main" id="{A56F207B-A857-424B-A2E7-8D63C1909B9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8" y="3880"/>
              <a:ext cx="44" cy="47"/>
            </a:xfrm>
            <a:custGeom>
              <a:avLst/>
              <a:gdLst>
                <a:gd name="T0" fmla="*/ 53 w 40"/>
                <a:gd name="T1" fmla="*/ 0 h 42"/>
                <a:gd name="T2" fmla="*/ 0 w 40"/>
                <a:gd name="T3" fmla="*/ 59 h 4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0" h="42">
                  <a:moveTo>
                    <a:pt x="40" y="0"/>
                  </a:moveTo>
                  <a:cubicBezTo>
                    <a:pt x="23" y="9"/>
                    <a:pt x="1" y="20"/>
                    <a:pt x="0" y="42"/>
                  </a:cubicBezTo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346" name="Freeform 872">
              <a:extLst>
                <a:ext uri="{FF2B5EF4-FFF2-40B4-BE49-F238E27FC236}">
                  <a16:creationId xmlns:a16="http://schemas.microsoft.com/office/drawing/2014/main" id="{E1FCC0DD-AF41-47DB-8AF1-EB18664104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4" y="3911"/>
              <a:ext cx="47" cy="31"/>
            </a:xfrm>
            <a:custGeom>
              <a:avLst/>
              <a:gdLst>
                <a:gd name="T0" fmla="*/ 59 w 42"/>
                <a:gd name="T1" fmla="*/ 0 h 28"/>
                <a:gd name="T2" fmla="*/ 22 w 42"/>
                <a:gd name="T3" fmla="*/ 16 h 28"/>
                <a:gd name="T4" fmla="*/ 0 w 42"/>
                <a:gd name="T5" fmla="*/ 38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" h="28">
                  <a:moveTo>
                    <a:pt x="42" y="0"/>
                  </a:moveTo>
                  <a:cubicBezTo>
                    <a:pt x="32" y="4"/>
                    <a:pt x="26" y="4"/>
                    <a:pt x="16" y="12"/>
                  </a:cubicBezTo>
                  <a:cubicBezTo>
                    <a:pt x="11" y="16"/>
                    <a:pt x="2" y="24"/>
                    <a:pt x="0" y="28"/>
                  </a:cubicBezTo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347" name="Freeform 873">
              <a:extLst>
                <a:ext uri="{FF2B5EF4-FFF2-40B4-BE49-F238E27FC236}">
                  <a16:creationId xmlns:a16="http://schemas.microsoft.com/office/drawing/2014/main" id="{786A576E-FB31-4F22-A46E-43217B2020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2" y="3938"/>
              <a:ext cx="74" cy="105"/>
            </a:xfrm>
            <a:custGeom>
              <a:avLst/>
              <a:gdLst>
                <a:gd name="T0" fmla="*/ 28 w 67"/>
                <a:gd name="T1" fmla="*/ 0 h 95"/>
                <a:gd name="T2" fmla="*/ 85 w 67"/>
                <a:gd name="T3" fmla="*/ 73 h 95"/>
                <a:gd name="T4" fmla="*/ 47 w 67"/>
                <a:gd name="T5" fmla="*/ 113 h 95"/>
                <a:gd name="T6" fmla="*/ 0 w 67"/>
                <a:gd name="T7" fmla="*/ 126 h 95"/>
                <a:gd name="T8" fmla="*/ 31 w 67"/>
                <a:gd name="T9" fmla="*/ 103 h 95"/>
                <a:gd name="T10" fmla="*/ 50 w 67"/>
                <a:gd name="T11" fmla="*/ 62 h 95"/>
                <a:gd name="T12" fmla="*/ 30 w 67"/>
                <a:gd name="T13" fmla="*/ 3 h 9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7" h="95">
                  <a:moveTo>
                    <a:pt x="21" y="0"/>
                  </a:moveTo>
                  <a:cubicBezTo>
                    <a:pt x="38" y="12"/>
                    <a:pt x="67" y="29"/>
                    <a:pt x="63" y="54"/>
                  </a:cubicBezTo>
                  <a:cubicBezTo>
                    <a:pt x="60" y="70"/>
                    <a:pt x="47" y="76"/>
                    <a:pt x="35" y="83"/>
                  </a:cubicBezTo>
                  <a:cubicBezTo>
                    <a:pt x="27" y="89"/>
                    <a:pt x="10" y="95"/>
                    <a:pt x="0" y="93"/>
                  </a:cubicBezTo>
                  <a:cubicBezTo>
                    <a:pt x="0" y="85"/>
                    <a:pt x="17" y="81"/>
                    <a:pt x="23" y="76"/>
                  </a:cubicBezTo>
                  <a:cubicBezTo>
                    <a:pt x="32" y="68"/>
                    <a:pt x="37" y="58"/>
                    <a:pt x="37" y="46"/>
                  </a:cubicBezTo>
                  <a:cubicBezTo>
                    <a:pt x="36" y="30"/>
                    <a:pt x="27" y="17"/>
                    <a:pt x="22" y="3"/>
                  </a:cubicBezTo>
                </a:path>
              </a:pathLst>
            </a:custGeom>
            <a:solidFill>
              <a:srgbClr val="68AA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348" name="Freeform 874">
              <a:extLst>
                <a:ext uri="{FF2B5EF4-FFF2-40B4-BE49-F238E27FC236}">
                  <a16:creationId xmlns:a16="http://schemas.microsoft.com/office/drawing/2014/main" id="{DBAA4691-514D-47C6-A3F1-3E0AF610B9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8" y="3962"/>
              <a:ext cx="30" cy="62"/>
            </a:xfrm>
            <a:custGeom>
              <a:avLst/>
              <a:gdLst>
                <a:gd name="T0" fmla="*/ 18 w 27"/>
                <a:gd name="T1" fmla="*/ 0 h 56"/>
                <a:gd name="T2" fmla="*/ 34 w 27"/>
                <a:gd name="T3" fmla="*/ 39 h 56"/>
                <a:gd name="T4" fmla="*/ 0 w 27"/>
                <a:gd name="T5" fmla="*/ 76 h 56"/>
                <a:gd name="T6" fmla="*/ 20 w 27"/>
                <a:gd name="T7" fmla="*/ 2 h 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56">
                  <a:moveTo>
                    <a:pt x="13" y="0"/>
                  </a:moveTo>
                  <a:cubicBezTo>
                    <a:pt x="17" y="10"/>
                    <a:pt x="27" y="16"/>
                    <a:pt x="25" y="29"/>
                  </a:cubicBezTo>
                  <a:cubicBezTo>
                    <a:pt x="23" y="41"/>
                    <a:pt x="14" y="55"/>
                    <a:pt x="0" y="56"/>
                  </a:cubicBezTo>
                  <a:cubicBezTo>
                    <a:pt x="17" y="45"/>
                    <a:pt x="24" y="18"/>
                    <a:pt x="14" y="2"/>
                  </a:cubicBezTo>
                </a:path>
              </a:pathLst>
            </a:custGeom>
            <a:solidFill>
              <a:srgbClr val="9DCC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349" name="Freeform 875">
              <a:extLst>
                <a:ext uri="{FF2B5EF4-FFF2-40B4-BE49-F238E27FC236}">
                  <a16:creationId xmlns:a16="http://schemas.microsoft.com/office/drawing/2014/main" id="{9BD8ABCF-4522-415D-828D-4AD4183E84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4" y="3770"/>
              <a:ext cx="22" cy="48"/>
            </a:xfrm>
            <a:custGeom>
              <a:avLst/>
              <a:gdLst>
                <a:gd name="T0" fmla="*/ 26 w 20"/>
                <a:gd name="T1" fmla="*/ 0 h 44"/>
                <a:gd name="T2" fmla="*/ 19 w 20"/>
                <a:gd name="T3" fmla="*/ 57 h 44"/>
                <a:gd name="T4" fmla="*/ 23 w 20"/>
                <a:gd name="T5" fmla="*/ 3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44">
                  <a:moveTo>
                    <a:pt x="20" y="0"/>
                  </a:moveTo>
                  <a:cubicBezTo>
                    <a:pt x="0" y="8"/>
                    <a:pt x="9" y="29"/>
                    <a:pt x="14" y="44"/>
                  </a:cubicBezTo>
                  <a:cubicBezTo>
                    <a:pt x="14" y="35"/>
                    <a:pt x="5" y="6"/>
                    <a:pt x="17" y="3"/>
                  </a:cubicBezTo>
                </a:path>
              </a:pathLst>
            </a:custGeom>
            <a:solidFill>
              <a:srgbClr val="9DCC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350" name="Freeform 876">
              <a:extLst>
                <a:ext uri="{FF2B5EF4-FFF2-40B4-BE49-F238E27FC236}">
                  <a16:creationId xmlns:a16="http://schemas.microsoft.com/office/drawing/2014/main" id="{617D730F-6C35-492D-9F51-E2211F3BE3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9" y="3932"/>
              <a:ext cx="10" cy="10"/>
            </a:xfrm>
            <a:custGeom>
              <a:avLst/>
              <a:gdLst>
                <a:gd name="T0" fmla="*/ 12 w 9"/>
                <a:gd name="T1" fmla="*/ 10 h 9"/>
                <a:gd name="T2" fmla="*/ 1 w 9"/>
                <a:gd name="T3" fmla="*/ 0 h 9"/>
                <a:gd name="T4" fmla="*/ 1 w 9"/>
                <a:gd name="T5" fmla="*/ 12 h 9"/>
                <a:gd name="T6" fmla="*/ 10 w 9"/>
                <a:gd name="T7" fmla="*/ 10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9">
                  <a:moveTo>
                    <a:pt x="9" y="7"/>
                  </a:moveTo>
                  <a:cubicBezTo>
                    <a:pt x="4" y="8"/>
                    <a:pt x="2" y="4"/>
                    <a:pt x="1" y="0"/>
                  </a:cubicBezTo>
                  <a:cubicBezTo>
                    <a:pt x="0" y="3"/>
                    <a:pt x="0" y="6"/>
                    <a:pt x="1" y="9"/>
                  </a:cubicBezTo>
                  <a:cubicBezTo>
                    <a:pt x="3" y="9"/>
                    <a:pt x="6" y="9"/>
                    <a:pt x="7" y="7"/>
                  </a:cubicBezTo>
                </a:path>
              </a:pathLst>
            </a:custGeom>
            <a:solidFill>
              <a:srgbClr val="9DCC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351" name="Freeform 877">
              <a:extLst>
                <a:ext uri="{FF2B5EF4-FFF2-40B4-BE49-F238E27FC236}">
                  <a16:creationId xmlns:a16="http://schemas.microsoft.com/office/drawing/2014/main" id="{02456544-8E36-429C-BB11-4AFAF294EEF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4" y="3891"/>
              <a:ext cx="11" cy="12"/>
            </a:xfrm>
            <a:custGeom>
              <a:avLst/>
              <a:gdLst>
                <a:gd name="T0" fmla="*/ 13 w 10"/>
                <a:gd name="T1" fmla="*/ 14 h 11"/>
                <a:gd name="T2" fmla="*/ 8 w 10"/>
                <a:gd name="T3" fmla="*/ 0 h 11"/>
                <a:gd name="T4" fmla="*/ 10 w 10"/>
                <a:gd name="T5" fmla="*/ 13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1">
                  <a:moveTo>
                    <a:pt x="10" y="11"/>
                  </a:moveTo>
                  <a:cubicBezTo>
                    <a:pt x="5" y="10"/>
                    <a:pt x="4" y="4"/>
                    <a:pt x="5" y="0"/>
                  </a:cubicBezTo>
                  <a:cubicBezTo>
                    <a:pt x="2" y="3"/>
                    <a:pt x="0" y="10"/>
                    <a:pt x="7" y="10"/>
                  </a:cubicBezTo>
                </a:path>
              </a:pathLst>
            </a:custGeom>
            <a:solidFill>
              <a:srgbClr val="9DCC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352" name="Freeform 878">
              <a:extLst>
                <a:ext uri="{FF2B5EF4-FFF2-40B4-BE49-F238E27FC236}">
                  <a16:creationId xmlns:a16="http://schemas.microsoft.com/office/drawing/2014/main" id="{22670121-0CCB-4308-BE9C-7BADD54B4A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2" y="3944"/>
              <a:ext cx="13" cy="16"/>
            </a:xfrm>
            <a:custGeom>
              <a:avLst/>
              <a:gdLst>
                <a:gd name="T0" fmla="*/ 15 w 12"/>
                <a:gd name="T1" fmla="*/ 13 h 14"/>
                <a:gd name="T2" fmla="*/ 4 w 12"/>
                <a:gd name="T3" fmla="*/ 0 h 14"/>
                <a:gd name="T4" fmla="*/ 13 w 12"/>
                <a:gd name="T5" fmla="*/ 13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4">
                  <a:moveTo>
                    <a:pt x="12" y="9"/>
                  </a:moveTo>
                  <a:cubicBezTo>
                    <a:pt x="7" y="8"/>
                    <a:pt x="1" y="6"/>
                    <a:pt x="4" y="0"/>
                  </a:cubicBezTo>
                  <a:cubicBezTo>
                    <a:pt x="0" y="5"/>
                    <a:pt x="2" y="14"/>
                    <a:pt x="10" y="9"/>
                  </a:cubicBezTo>
                </a:path>
              </a:pathLst>
            </a:custGeom>
            <a:solidFill>
              <a:srgbClr val="9DCC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</p:grpSp>
      <p:grpSp>
        <p:nvGrpSpPr>
          <p:cNvPr id="53255" name="obese-lower-body-illustration">
            <a:extLst>
              <a:ext uri="{FF2B5EF4-FFF2-40B4-BE49-F238E27FC236}">
                <a16:creationId xmlns:a16="http://schemas.microsoft.com/office/drawing/2014/main" id="{C40E8DDE-CB7D-40A5-85A9-71F05136FED1}"/>
              </a:ext>
            </a:extLst>
          </p:cNvPr>
          <p:cNvGrpSpPr>
            <a:grpSpLocks/>
          </p:cNvGrpSpPr>
          <p:nvPr/>
        </p:nvGrpSpPr>
        <p:grpSpPr bwMode="auto">
          <a:xfrm>
            <a:off x="2925763" y="3181350"/>
            <a:ext cx="2259012" cy="3109913"/>
            <a:chOff x="883" y="1972"/>
            <a:chExt cx="1423" cy="1959"/>
          </a:xfrm>
        </p:grpSpPr>
        <p:sp>
          <p:nvSpPr>
            <p:cNvPr id="53271" name="Freeform 880">
              <a:extLst>
                <a:ext uri="{FF2B5EF4-FFF2-40B4-BE49-F238E27FC236}">
                  <a16:creationId xmlns:a16="http://schemas.microsoft.com/office/drawing/2014/main" id="{E3B511DC-6445-4E7C-9FB8-16987C2E2B1F}"/>
                </a:ext>
              </a:extLst>
            </p:cNvPr>
            <p:cNvSpPr>
              <a:spLocks/>
            </p:cNvSpPr>
            <p:nvPr/>
          </p:nvSpPr>
          <p:spPr bwMode="auto">
            <a:xfrm>
              <a:off x="888" y="1972"/>
              <a:ext cx="1418" cy="1959"/>
            </a:xfrm>
            <a:custGeom>
              <a:avLst/>
              <a:gdLst>
                <a:gd name="T0" fmla="*/ 1495 w 1341"/>
                <a:gd name="T1" fmla="*/ 0 h 1851"/>
                <a:gd name="T2" fmla="*/ 1518 w 1341"/>
                <a:gd name="T3" fmla="*/ 321 h 1851"/>
                <a:gd name="T4" fmla="*/ 1581 w 1341"/>
                <a:gd name="T5" fmla="*/ 768 h 1851"/>
                <a:gd name="T6" fmla="*/ 1518 w 1341"/>
                <a:gd name="T7" fmla="*/ 1147 h 1851"/>
                <a:gd name="T8" fmla="*/ 1504 w 1341"/>
                <a:gd name="T9" fmla="*/ 1307 h 1851"/>
                <a:gd name="T10" fmla="*/ 1495 w 1341"/>
                <a:gd name="T11" fmla="*/ 1380 h 1851"/>
                <a:gd name="T12" fmla="*/ 1499 w 1341"/>
                <a:gd name="T13" fmla="*/ 1463 h 1851"/>
                <a:gd name="T14" fmla="*/ 1489 w 1341"/>
                <a:gd name="T15" fmla="*/ 1887 h 1851"/>
                <a:gd name="T16" fmla="*/ 1481 w 1341"/>
                <a:gd name="T17" fmla="*/ 1993 h 1851"/>
                <a:gd name="T18" fmla="*/ 1467 w 1341"/>
                <a:gd name="T19" fmla="*/ 2074 h 1851"/>
                <a:gd name="T20" fmla="*/ 980 w 1341"/>
                <a:gd name="T21" fmla="*/ 2074 h 1851"/>
                <a:gd name="T22" fmla="*/ 921 w 1341"/>
                <a:gd name="T23" fmla="*/ 1536 h 1851"/>
                <a:gd name="T24" fmla="*/ 924 w 1341"/>
                <a:gd name="T25" fmla="*/ 1431 h 1851"/>
                <a:gd name="T26" fmla="*/ 911 w 1341"/>
                <a:gd name="T27" fmla="*/ 1372 h 1851"/>
                <a:gd name="T28" fmla="*/ 902 w 1341"/>
                <a:gd name="T29" fmla="*/ 1321 h 1851"/>
                <a:gd name="T30" fmla="*/ 795 w 1341"/>
                <a:gd name="T31" fmla="*/ 977 h 1851"/>
                <a:gd name="T32" fmla="*/ 684 w 1341"/>
                <a:gd name="T33" fmla="*/ 1321 h 1851"/>
                <a:gd name="T34" fmla="*/ 676 w 1341"/>
                <a:gd name="T35" fmla="*/ 1372 h 1851"/>
                <a:gd name="T36" fmla="*/ 661 w 1341"/>
                <a:gd name="T37" fmla="*/ 1431 h 1851"/>
                <a:gd name="T38" fmla="*/ 665 w 1341"/>
                <a:gd name="T39" fmla="*/ 1536 h 1851"/>
                <a:gd name="T40" fmla="*/ 606 w 1341"/>
                <a:gd name="T41" fmla="*/ 2074 h 1851"/>
                <a:gd name="T42" fmla="*/ 119 w 1341"/>
                <a:gd name="T43" fmla="*/ 2074 h 1851"/>
                <a:gd name="T44" fmla="*/ 105 w 1341"/>
                <a:gd name="T45" fmla="*/ 1993 h 1851"/>
                <a:gd name="T46" fmla="*/ 96 w 1341"/>
                <a:gd name="T47" fmla="*/ 1887 h 1851"/>
                <a:gd name="T48" fmla="*/ 87 w 1341"/>
                <a:gd name="T49" fmla="*/ 1463 h 1851"/>
                <a:gd name="T50" fmla="*/ 91 w 1341"/>
                <a:gd name="T51" fmla="*/ 1380 h 1851"/>
                <a:gd name="T52" fmla="*/ 82 w 1341"/>
                <a:gd name="T53" fmla="*/ 1307 h 1851"/>
                <a:gd name="T54" fmla="*/ 69 w 1341"/>
                <a:gd name="T55" fmla="*/ 1147 h 1851"/>
                <a:gd name="T56" fmla="*/ 4 w 1341"/>
                <a:gd name="T57" fmla="*/ 768 h 1851"/>
                <a:gd name="T58" fmla="*/ 69 w 1341"/>
                <a:gd name="T59" fmla="*/ 321 h 1851"/>
                <a:gd name="T60" fmla="*/ 91 w 1341"/>
                <a:gd name="T61" fmla="*/ 0 h 1851"/>
                <a:gd name="T62" fmla="*/ 1495 w 1341"/>
                <a:gd name="T63" fmla="*/ 0 h 1851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1341" h="1851">
                  <a:moveTo>
                    <a:pt x="1264" y="0"/>
                  </a:moveTo>
                  <a:cubicBezTo>
                    <a:pt x="1264" y="0"/>
                    <a:pt x="1287" y="204"/>
                    <a:pt x="1284" y="270"/>
                  </a:cubicBezTo>
                  <a:cubicBezTo>
                    <a:pt x="1280" y="335"/>
                    <a:pt x="1341" y="521"/>
                    <a:pt x="1337" y="648"/>
                  </a:cubicBezTo>
                  <a:cubicBezTo>
                    <a:pt x="1334" y="775"/>
                    <a:pt x="1291" y="894"/>
                    <a:pt x="1284" y="968"/>
                  </a:cubicBezTo>
                  <a:cubicBezTo>
                    <a:pt x="1276" y="1041"/>
                    <a:pt x="1287" y="1076"/>
                    <a:pt x="1272" y="1103"/>
                  </a:cubicBezTo>
                  <a:cubicBezTo>
                    <a:pt x="1257" y="1130"/>
                    <a:pt x="1280" y="1149"/>
                    <a:pt x="1264" y="1164"/>
                  </a:cubicBezTo>
                  <a:cubicBezTo>
                    <a:pt x="1249" y="1180"/>
                    <a:pt x="1276" y="1222"/>
                    <a:pt x="1268" y="1234"/>
                  </a:cubicBezTo>
                  <a:cubicBezTo>
                    <a:pt x="1260" y="1245"/>
                    <a:pt x="1272" y="1554"/>
                    <a:pt x="1260" y="1592"/>
                  </a:cubicBezTo>
                  <a:cubicBezTo>
                    <a:pt x="1249" y="1631"/>
                    <a:pt x="1264" y="1662"/>
                    <a:pt x="1253" y="1681"/>
                  </a:cubicBezTo>
                  <a:cubicBezTo>
                    <a:pt x="1241" y="1700"/>
                    <a:pt x="1241" y="1750"/>
                    <a:pt x="1241" y="1750"/>
                  </a:cubicBezTo>
                  <a:cubicBezTo>
                    <a:pt x="1241" y="1750"/>
                    <a:pt x="1045" y="1851"/>
                    <a:pt x="829" y="1750"/>
                  </a:cubicBezTo>
                  <a:cubicBezTo>
                    <a:pt x="829" y="1750"/>
                    <a:pt x="782" y="1403"/>
                    <a:pt x="779" y="1295"/>
                  </a:cubicBezTo>
                  <a:cubicBezTo>
                    <a:pt x="775" y="1187"/>
                    <a:pt x="771" y="1222"/>
                    <a:pt x="782" y="1207"/>
                  </a:cubicBezTo>
                  <a:cubicBezTo>
                    <a:pt x="794" y="1191"/>
                    <a:pt x="759" y="1160"/>
                    <a:pt x="771" y="1157"/>
                  </a:cubicBezTo>
                  <a:cubicBezTo>
                    <a:pt x="782" y="1153"/>
                    <a:pt x="748" y="1130"/>
                    <a:pt x="763" y="1114"/>
                  </a:cubicBezTo>
                  <a:cubicBezTo>
                    <a:pt x="779" y="1099"/>
                    <a:pt x="680" y="897"/>
                    <a:pt x="672" y="824"/>
                  </a:cubicBezTo>
                  <a:cubicBezTo>
                    <a:pt x="664" y="897"/>
                    <a:pt x="563" y="1099"/>
                    <a:pt x="579" y="1114"/>
                  </a:cubicBezTo>
                  <a:cubicBezTo>
                    <a:pt x="594" y="1130"/>
                    <a:pt x="559" y="1153"/>
                    <a:pt x="571" y="1157"/>
                  </a:cubicBezTo>
                  <a:cubicBezTo>
                    <a:pt x="582" y="1160"/>
                    <a:pt x="548" y="1191"/>
                    <a:pt x="559" y="1207"/>
                  </a:cubicBezTo>
                  <a:cubicBezTo>
                    <a:pt x="571" y="1222"/>
                    <a:pt x="567" y="1187"/>
                    <a:pt x="563" y="1295"/>
                  </a:cubicBezTo>
                  <a:cubicBezTo>
                    <a:pt x="559" y="1403"/>
                    <a:pt x="513" y="1750"/>
                    <a:pt x="513" y="1750"/>
                  </a:cubicBezTo>
                  <a:cubicBezTo>
                    <a:pt x="297" y="1851"/>
                    <a:pt x="101" y="1750"/>
                    <a:pt x="101" y="1750"/>
                  </a:cubicBezTo>
                  <a:cubicBezTo>
                    <a:pt x="101" y="1750"/>
                    <a:pt x="101" y="1700"/>
                    <a:pt x="89" y="1681"/>
                  </a:cubicBezTo>
                  <a:cubicBezTo>
                    <a:pt x="77" y="1662"/>
                    <a:pt x="93" y="1631"/>
                    <a:pt x="81" y="1592"/>
                  </a:cubicBezTo>
                  <a:cubicBezTo>
                    <a:pt x="70" y="1554"/>
                    <a:pt x="81" y="1245"/>
                    <a:pt x="74" y="1234"/>
                  </a:cubicBezTo>
                  <a:cubicBezTo>
                    <a:pt x="66" y="1222"/>
                    <a:pt x="93" y="1180"/>
                    <a:pt x="77" y="1164"/>
                  </a:cubicBezTo>
                  <a:cubicBezTo>
                    <a:pt x="62" y="1149"/>
                    <a:pt x="85" y="1130"/>
                    <a:pt x="70" y="1103"/>
                  </a:cubicBezTo>
                  <a:cubicBezTo>
                    <a:pt x="54" y="1076"/>
                    <a:pt x="66" y="1041"/>
                    <a:pt x="58" y="968"/>
                  </a:cubicBezTo>
                  <a:cubicBezTo>
                    <a:pt x="50" y="894"/>
                    <a:pt x="8" y="775"/>
                    <a:pt x="4" y="648"/>
                  </a:cubicBezTo>
                  <a:cubicBezTo>
                    <a:pt x="0" y="521"/>
                    <a:pt x="62" y="335"/>
                    <a:pt x="58" y="270"/>
                  </a:cubicBezTo>
                  <a:cubicBezTo>
                    <a:pt x="54" y="204"/>
                    <a:pt x="77" y="0"/>
                    <a:pt x="77" y="0"/>
                  </a:cubicBezTo>
                  <a:cubicBezTo>
                    <a:pt x="77" y="0"/>
                    <a:pt x="634" y="255"/>
                    <a:pt x="1264" y="0"/>
                  </a:cubicBezTo>
                  <a:close/>
                </a:path>
              </a:pathLst>
            </a:custGeom>
            <a:solidFill>
              <a:srgbClr val="6B84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272" name="Freeform 881">
              <a:extLst>
                <a:ext uri="{FF2B5EF4-FFF2-40B4-BE49-F238E27FC236}">
                  <a16:creationId xmlns:a16="http://schemas.microsoft.com/office/drawing/2014/main" id="{1E12D038-5E67-4B09-935F-8D29456EED1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88" y="1972"/>
              <a:ext cx="1177" cy="1921"/>
            </a:xfrm>
            <a:custGeom>
              <a:avLst/>
              <a:gdLst>
                <a:gd name="T0" fmla="*/ 296 w 1113"/>
                <a:gd name="T1" fmla="*/ 1993 h 1815"/>
                <a:gd name="T2" fmla="*/ 288 w 1113"/>
                <a:gd name="T3" fmla="*/ 1887 h 1815"/>
                <a:gd name="T4" fmla="*/ 279 w 1113"/>
                <a:gd name="T5" fmla="*/ 1463 h 1815"/>
                <a:gd name="T6" fmla="*/ 283 w 1113"/>
                <a:gd name="T7" fmla="*/ 1380 h 1815"/>
                <a:gd name="T8" fmla="*/ 274 w 1113"/>
                <a:gd name="T9" fmla="*/ 1307 h 1815"/>
                <a:gd name="T10" fmla="*/ 260 w 1113"/>
                <a:gd name="T11" fmla="*/ 1148 h 1815"/>
                <a:gd name="T12" fmla="*/ 197 w 1113"/>
                <a:gd name="T13" fmla="*/ 768 h 1815"/>
                <a:gd name="T14" fmla="*/ 260 w 1113"/>
                <a:gd name="T15" fmla="*/ 321 h 1815"/>
                <a:gd name="T16" fmla="*/ 276 w 1113"/>
                <a:gd name="T17" fmla="*/ 64 h 1815"/>
                <a:gd name="T18" fmla="*/ 91 w 1113"/>
                <a:gd name="T19" fmla="*/ 0 h 1815"/>
                <a:gd name="T20" fmla="*/ 69 w 1113"/>
                <a:gd name="T21" fmla="*/ 321 h 1815"/>
                <a:gd name="T22" fmla="*/ 4 w 1113"/>
                <a:gd name="T23" fmla="*/ 768 h 1815"/>
                <a:gd name="T24" fmla="*/ 69 w 1113"/>
                <a:gd name="T25" fmla="*/ 1148 h 1815"/>
                <a:gd name="T26" fmla="*/ 82 w 1113"/>
                <a:gd name="T27" fmla="*/ 1307 h 1815"/>
                <a:gd name="T28" fmla="*/ 91 w 1113"/>
                <a:gd name="T29" fmla="*/ 1380 h 1815"/>
                <a:gd name="T30" fmla="*/ 87 w 1113"/>
                <a:gd name="T31" fmla="*/ 1463 h 1815"/>
                <a:gd name="T32" fmla="*/ 96 w 1113"/>
                <a:gd name="T33" fmla="*/ 1887 h 1815"/>
                <a:gd name="T34" fmla="*/ 105 w 1113"/>
                <a:gd name="T35" fmla="*/ 1993 h 1815"/>
                <a:gd name="T36" fmla="*/ 119 w 1113"/>
                <a:gd name="T37" fmla="*/ 2074 h 1815"/>
                <a:gd name="T38" fmla="*/ 461 w 1113"/>
                <a:gd name="T39" fmla="*/ 2119 h 1815"/>
                <a:gd name="T40" fmla="*/ 311 w 1113"/>
                <a:gd name="T41" fmla="*/ 2074 h 1815"/>
                <a:gd name="T42" fmla="*/ 296 w 1113"/>
                <a:gd name="T43" fmla="*/ 1993 h 1815"/>
                <a:gd name="T44" fmla="*/ 1044 w 1113"/>
                <a:gd name="T45" fmla="*/ 1577 h 1815"/>
                <a:gd name="T46" fmla="*/ 1087 w 1113"/>
                <a:gd name="T47" fmla="*/ 1457 h 1815"/>
                <a:gd name="T48" fmla="*/ 1068 w 1113"/>
                <a:gd name="T49" fmla="*/ 1403 h 1815"/>
                <a:gd name="T50" fmla="*/ 1108 w 1113"/>
                <a:gd name="T51" fmla="*/ 1290 h 1815"/>
                <a:gd name="T52" fmla="*/ 795 w 1113"/>
                <a:gd name="T53" fmla="*/ 901 h 1815"/>
                <a:gd name="T54" fmla="*/ 889 w 1113"/>
                <a:gd name="T55" fmla="*/ 1257 h 1815"/>
                <a:gd name="T56" fmla="*/ 902 w 1113"/>
                <a:gd name="T57" fmla="*/ 1321 h 1815"/>
                <a:gd name="T58" fmla="*/ 912 w 1113"/>
                <a:gd name="T59" fmla="*/ 1373 h 1815"/>
                <a:gd name="T60" fmla="*/ 925 w 1113"/>
                <a:gd name="T61" fmla="*/ 1431 h 1815"/>
                <a:gd name="T62" fmla="*/ 921 w 1113"/>
                <a:gd name="T63" fmla="*/ 1536 h 1815"/>
                <a:gd name="T64" fmla="*/ 980 w 1113"/>
                <a:gd name="T65" fmla="*/ 2074 h 1815"/>
                <a:gd name="T66" fmla="*/ 1317 w 1113"/>
                <a:gd name="T67" fmla="*/ 2119 h 1815"/>
                <a:gd name="T68" fmla="*/ 1172 w 1113"/>
                <a:gd name="T69" fmla="*/ 2074 h 1815"/>
                <a:gd name="T70" fmla="*/ 1044 w 1113"/>
                <a:gd name="T71" fmla="*/ 1577 h 1815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1113" h="1815">
                  <a:moveTo>
                    <a:pt x="251" y="1681"/>
                  </a:moveTo>
                  <a:cubicBezTo>
                    <a:pt x="239" y="1662"/>
                    <a:pt x="255" y="1631"/>
                    <a:pt x="243" y="1592"/>
                  </a:cubicBezTo>
                  <a:cubicBezTo>
                    <a:pt x="232" y="1554"/>
                    <a:pt x="243" y="1245"/>
                    <a:pt x="236" y="1234"/>
                  </a:cubicBezTo>
                  <a:cubicBezTo>
                    <a:pt x="228" y="1222"/>
                    <a:pt x="255" y="1180"/>
                    <a:pt x="239" y="1164"/>
                  </a:cubicBezTo>
                  <a:cubicBezTo>
                    <a:pt x="224" y="1149"/>
                    <a:pt x="247" y="1130"/>
                    <a:pt x="232" y="1103"/>
                  </a:cubicBezTo>
                  <a:cubicBezTo>
                    <a:pt x="216" y="1076"/>
                    <a:pt x="228" y="1041"/>
                    <a:pt x="220" y="968"/>
                  </a:cubicBezTo>
                  <a:cubicBezTo>
                    <a:pt x="212" y="894"/>
                    <a:pt x="170" y="775"/>
                    <a:pt x="166" y="648"/>
                  </a:cubicBezTo>
                  <a:cubicBezTo>
                    <a:pt x="162" y="521"/>
                    <a:pt x="224" y="335"/>
                    <a:pt x="220" y="270"/>
                  </a:cubicBezTo>
                  <a:cubicBezTo>
                    <a:pt x="218" y="226"/>
                    <a:pt x="227" y="119"/>
                    <a:pt x="234" y="54"/>
                  </a:cubicBezTo>
                  <a:cubicBezTo>
                    <a:pt x="135" y="26"/>
                    <a:pt x="77" y="0"/>
                    <a:pt x="77" y="0"/>
                  </a:cubicBezTo>
                  <a:cubicBezTo>
                    <a:pt x="77" y="0"/>
                    <a:pt x="54" y="204"/>
                    <a:pt x="58" y="270"/>
                  </a:cubicBezTo>
                  <a:cubicBezTo>
                    <a:pt x="62" y="335"/>
                    <a:pt x="0" y="521"/>
                    <a:pt x="4" y="648"/>
                  </a:cubicBezTo>
                  <a:cubicBezTo>
                    <a:pt x="8" y="775"/>
                    <a:pt x="50" y="894"/>
                    <a:pt x="58" y="968"/>
                  </a:cubicBezTo>
                  <a:cubicBezTo>
                    <a:pt x="66" y="1041"/>
                    <a:pt x="54" y="1076"/>
                    <a:pt x="70" y="1103"/>
                  </a:cubicBezTo>
                  <a:cubicBezTo>
                    <a:pt x="85" y="1130"/>
                    <a:pt x="62" y="1149"/>
                    <a:pt x="77" y="1164"/>
                  </a:cubicBezTo>
                  <a:cubicBezTo>
                    <a:pt x="93" y="1180"/>
                    <a:pt x="66" y="1222"/>
                    <a:pt x="74" y="1234"/>
                  </a:cubicBezTo>
                  <a:cubicBezTo>
                    <a:pt x="81" y="1245"/>
                    <a:pt x="70" y="1554"/>
                    <a:pt x="81" y="1592"/>
                  </a:cubicBezTo>
                  <a:cubicBezTo>
                    <a:pt x="93" y="1631"/>
                    <a:pt x="77" y="1662"/>
                    <a:pt x="89" y="1681"/>
                  </a:cubicBezTo>
                  <a:cubicBezTo>
                    <a:pt x="101" y="1700"/>
                    <a:pt x="101" y="1750"/>
                    <a:pt x="101" y="1750"/>
                  </a:cubicBezTo>
                  <a:cubicBezTo>
                    <a:pt x="101" y="1750"/>
                    <a:pt x="228" y="1815"/>
                    <a:pt x="390" y="1788"/>
                  </a:cubicBezTo>
                  <a:cubicBezTo>
                    <a:pt x="313" y="1776"/>
                    <a:pt x="263" y="1750"/>
                    <a:pt x="263" y="1750"/>
                  </a:cubicBezTo>
                  <a:cubicBezTo>
                    <a:pt x="263" y="1750"/>
                    <a:pt x="263" y="1700"/>
                    <a:pt x="251" y="1681"/>
                  </a:cubicBezTo>
                  <a:close/>
                  <a:moveTo>
                    <a:pt x="882" y="1330"/>
                  </a:moveTo>
                  <a:cubicBezTo>
                    <a:pt x="878" y="1222"/>
                    <a:pt x="907" y="1245"/>
                    <a:pt x="919" y="1229"/>
                  </a:cubicBezTo>
                  <a:cubicBezTo>
                    <a:pt x="931" y="1214"/>
                    <a:pt x="892" y="1188"/>
                    <a:pt x="903" y="1184"/>
                  </a:cubicBezTo>
                  <a:cubicBezTo>
                    <a:pt x="915" y="1180"/>
                    <a:pt x="921" y="1103"/>
                    <a:pt x="937" y="1088"/>
                  </a:cubicBezTo>
                  <a:cubicBezTo>
                    <a:pt x="826" y="1114"/>
                    <a:pt x="680" y="833"/>
                    <a:pt x="672" y="760"/>
                  </a:cubicBezTo>
                  <a:cubicBezTo>
                    <a:pt x="667" y="811"/>
                    <a:pt x="672" y="824"/>
                    <a:pt x="752" y="1060"/>
                  </a:cubicBezTo>
                  <a:cubicBezTo>
                    <a:pt x="762" y="1089"/>
                    <a:pt x="768" y="1110"/>
                    <a:pt x="763" y="1114"/>
                  </a:cubicBezTo>
                  <a:cubicBezTo>
                    <a:pt x="748" y="1130"/>
                    <a:pt x="782" y="1153"/>
                    <a:pt x="771" y="1157"/>
                  </a:cubicBezTo>
                  <a:cubicBezTo>
                    <a:pt x="759" y="1160"/>
                    <a:pt x="794" y="1191"/>
                    <a:pt x="782" y="1207"/>
                  </a:cubicBezTo>
                  <a:cubicBezTo>
                    <a:pt x="771" y="1222"/>
                    <a:pt x="775" y="1187"/>
                    <a:pt x="779" y="1295"/>
                  </a:cubicBezTo>
                  <a:cubicBezTo>
                    <a:pt x="782" y="1403"/>
                    <a:pt x="829" y="1750"/>
                    <a:pt x="829" y="1750"/>
                  </a:cubicBezTo>
                  <a:cubicBezTo>
                    <a:pt x="935" y="1800"/>
                    <a:pt x="1037" y="1800"/>
                    <a:pt x="1113" y="1788"/>
                  </a:cubicBezTo>
                  <a:cubicBezTo>
                    <a:pt x="1074" y="1782"/>
                    <a:pt x="1033" y="1770"/>
                    <a:pt x="991" y="1750"/>
                  </a:cubicBezTo>
                  <a:cubicBezTo>
                    <a:pt x="991" y="1750"/>
                    <a:pt x="901" y="1730"/>
                    <a:pt x="882" y="1330"/>
                  </a:cubicBezTo>
                  <a:close/>
                </a:path>
              </a:pathLst>
            </a:custGeom>
            <a:solidFill>
              <a:srgbClr val="7695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273" name="Freeform 882">
              <a:extLst>
                <a:ext uri="{FF2B5EF4-FFF2-40B4-BE49-F238E27FC236}">
                  <a16:creationId xmlns:a16="http://schemas.microsoft.com/office/drawing/2014/main" id="{8C07DDBB-A489-4A44-86AB-5E7BEB0D195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71" y="1972"/>
              <a:ext cx="1135" cy="1911"/>
            </a:xfrm>
            <a:custGeom>
              <a:avLst/>
              <a:gdLst>
                <a:gd name="T0" fmla="*/ 290 w 1073"/>
                <a:gd name="T1" fmla="*/ 1233 h 1805"/>
                <a:gd name="T2" fmla="*/ 282 w 1073"/>
                <a:gd name="T3" fmla="*/ 1258 h 1805"/>
                <a:gd name="T4" fmla="*/ 269 w 1073"/>
                <a:gd name="T5" fmla="*/ 1321 h 1805"/>
                <a:gd name="T6" fmla="*/ 259 w 1073"/>
                <a:gd name="T7" fmla="*/ 1373 h 1805"/>
                <a:gd name="T8" fmla="*/ 245 w 1073"/>
                <a:gd name="T9" fmla="*/ 1432 h 1805"/>
                <a:gd name="T10" fmla="*/ 250 w 1073"/>
                <a:gd name="T11" fmla="*/ 1537 h 1805"/>
                <a:gd name="T12" fmla="*/ 258 w 1073"/>
                <a:gd name="T13" fmla="*/ 2089 h 1805"/>
                <a:gd name="T14" fmla="*/ 0 w 1073"/>
                <a:gd name="T15" fmla="*/ 2127 h 1805"/>
                <a:gd name="T16" fmla="*/ 290 w 1073"/>
                <a:gd name="T17" fmla="*/ 2077 h 1805"/>
                <a:gd name="T18" fmla="*/ 349 w 1073"/>
                <a:gd name="T19" fmla="*/ 1537 h 1805"/>
                <a:gd name="T20" fmla="*/ 345 w 1073"/>
                <a:gd name="T21" fmla="*/ 1432 h 1805"/>
                <a:gd name="T22" fmla="*/ 360 w 1073"/>
                <a:gd name="T23" fmla="*/ 1373 h 1805"/>
                <a:gd name="T24" fmla="*/ 368 w 1073"/>
                <a:gd name="T25" fmla="*/ 1321 h 1805"/>
                <a:gd name="T26" fmla="*/ 382 w 1073"/>
                <a:gd name="T27" fmla="*/ 1258 h 1805"/>
                <a:gd name="T28" fmla="*/ 476 w 1073"/>
                <a:gd name="T29" fmla="*/ 902 h 1805"/>
                <a:gd name="T30" fmla="*/ 290 w 1073"/>
                <a:gd name="T31" fmla="*/ 1233 h 1805"/>
                <a:gd name="T32" fmla="*/ 1203 w 1073"/>
                <a:gd name="T33" fmla="*/ 321 h 1805"/>
                <a:gd name="T34" fmla="*/ 1179 w 1073"/>
                <a:gd name="T35" fmla="*/ 0 h 1805"/>
                <a:gd name="T36" fmla="*/ 1084 w 1073"/>
                <a:gd name="T37" fmla="*/ 37 h 1805"/>
                <a:gd name="T38" fmla="*/ 1103 w 1073"/>
                <a:gd name="T39" fmla="*/ 321 h 1805"/>
                <a:gd name="T40" fmla="*/ 1166 w 1073"/>
                <a:gd name="T41" fmla="*/ 769 h 1805"/>
                <a:gd name="T42" fmla="*/ 1103 w 1073"/>
                <a:gd name="T43" fmla="*/ 1149 h 1805"/>
                <a:gd name="T44" fmla="*/ 1088 w 1073"/>
                <a:gd name="T45" fmla="*/ 1310 h 1805"/>
                <a:gd name="T46" fmla="*/ 1080 w 1073"/>
                <a:gd name="T47" fmla="*/ 1381 h 1805"/>
                <a:gd name="T48" fmla="*/ 1084 w 1073"/>
                <a:gd name="T49" fmla="*/ 1464 h 1805"/>
                <a:gd name="T50" fmla="*/ 1074 w 1073"/>
                <a:gd name="T51" fmla="*/ 1889 h 1805"/>
                <a:gd name="T52" fmla="*/ 1066 w 1073"/>
                <a:gd name="T53" fmla="*/ 1996 h 1805"/>
                <a:gd name="T54" fmla="*/ 1090 w 1073"/>
                <a:gd name="T55" fmla="*/ 2098 h 1805"/>
                <a:gd name="T56" fmla="*/ 855 w 1073"/>
                <a:gd name="T57" fmla="*/ 2127 h 1805"/>
                <a:gd name="T58" fmla="*/ 1151 w 1073"/>
                <a:gd name="T59" fmla="*/ 2077 h 1805"/>
                <a:gd name="T60" fmla="*/ 1166 w 1073"/>
                <a:gd name="T61" fmla="*/ 1996 h 1805"/>
                <a:gd name="T62" fmla="*/ 1174 w 1073"/>
                <a:gd name="T63" fmla="*/ 1889 h 1805"/>
                <a:gd name="T64" fmla="*/ 1184 w 1073"/>
                <a:gd name="T65" fmla="*/ 1464 h 1805"/>
                <a:gd name="T66" fmla="*/ 1179 w 1073"/>
                <a:gd name="T67" fmla="*/ 1381 h 1805"/>
                <a:gd name="T68" fmla="*/ 1188 w 1073"/>
                <a:gd name="T69" fmla="*/ 1310 h 1805"/>
                <a:gd name="T70" fmla="*/ 1203 w 1073"/>
                <a:gd name="T71" fmla="*/ 1149 h 1805"/>
                <a:gd name="T72" fmla="*/ 1265 w 1073"/>
                <a:gd name="T73" fmla="*/ 769 h 1805"/>
                <a:gd name="T74" fmla="*/ 1203 w 1073"/>
                <a:gd name="T75" fmla="*/ 321 h 1805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1073" h="1805">
                  <a:moveTo>
                    <a:pt x="245" y="1039"/>
                  </a:moveTo>
                  <a:cubicBezTo>
                    <a:pt x="242" y="1046"/>
                    <a:pt x="240" y="1053"/>
                    <a:pt x="238" y="1060"/>
                  </a:cubicBezTo>
                  <a:cubicBezTo>
                    <a:pt x="228" y="1089"/>
                    <a:pt x="222" y="1110"/>
                    <a:pt x="227" y="1114"/>
                  </a:cubicBezTo>
                  <a:cubicBezTo>
                    <a:pt x="242" y="1130"/>
                    <a:pt x="207" y="1153"/>
                    <a:pt x="219" y="1157"/>
                  </a:cubicBezTo>
                  <a:cubicBezTo>
                    <a:pt x="230" y="1160"/>
                    <a:pt x="196" y="1191"/>
                    <a:pt x="207" y="1207"/>
                  </a:cubicBezTo>
                  <a:cubicBezTo>
                    <a:pt x="219" y="1222"/>
                    <a:pt x="215" y="1187"/>
                    <a:pt x="211" y="1295"/>
                  </a:cubicBezTo>
                  <a:cubicBezTo>
                    <a:pt x="207" y="1403"/>
                    <a:pt x="218" y="1761"/>
                    <a:pt x="218" y="1761"/>
                  </a:cubicBezTo>
                  <a:cubicBezTo>
                    <a:pt x="162" y="1787"/>
                    <a:pt x="49" y="1799"/>
                    <a:pt x="0" y="1793"/>
                  </a:cubicBezTo>
                  <a:cubicBezTo>
                    <a:pt x="70" y="1799"/>
                    <a:pt x="156" y="1792"/>
                    <a:pt x="245" y="1750"/>
                  </a:cubicBezTo>
                  <a:cubicBezTo>
                    <a:pt x="245" y="1750"/>
                    <a:pt x="291" y="1403"/>
                    <a:pt x="295" y="1295"/>
                  </a:cubicBezTo>
                  <a:cubicBezTo>
                    <a:pt x="299" y="1187"/>
                    <a:pt x="303" y="1222"/>
                    <a:pt x="291" y="1207"/>
                  </a:cubicBezTo>
                  <a:cubicBezTo>
                    <a:pt x="280" y="1191"/>
                    <a:pt x="314" y="1160"/>
                    <a:pt x="303" y="1157"/>
                  </a:cubicBezTo>
                  <a:cubicBezTo>
                    <a:pt x="291" y="1153"/>
                    <a:pt x="326" y="1130"/>
                    <a:pt x="311" y="1114"/>
                  </a:cubicBezTo>
                  <a:cubicBezTo>
                    <a:pt x="306" y="1110"/>
                    <a:pt x="312" y="1089"/>
                    <a:pt x="322" y="1060"/>
                  </a:cubicBezTo>
                  <a:cubicBezTo>
                    <a:pt x="402" y="824"/>
                    <a:pt x="407" y="811"/>
                    <a:pt x="402" y="760"/>
                  </a:cubicBezTo>
                  <a:cubicBezTo>
                    <a:pt x="396" y="811"/>
                    <a:pt x="325" y="960"/>
                    <a:pt x="245" y="1039"/>
                  </a:cubicBezTo>
                  <a:close/>
                  <a:moveTo>
                    <a:pt x="1016" y="270"/>
                  </a:moveTo>
                  <a:cubicBezTo>
                    <a:pt x="1019" y="204"/>
                    <a:pt x="996" y="0"/>
                    <a:pt x="996" y="0"/>
                  </a:cubicBezTo>
                  <a:cubicBezTo>
                    <a:pt x="996" y="0"/>
                    <a:pt x="967" y="13"/>
                    <a:pt x="916" y="31"/>
                  </a:cubicBezTo>
                  <a:cubicBezTo>
                    <a:pt x="922" y="90"/>
                    <a:pt x="934" y="220"/>
                    <a:pt x="932" y="270"/>
                  </a:cubicBezTo>
                  <a:cubicBezTo>
                    <a:pt x="928" y="335"/>
                    <a:pt x="989" y="521"/>
                    <a:pt x="985" y="648"/>
                  </a:cubicBezTo>
                  <a:cubicBezTo>
                    <a:pt x="982" y="775"/>
                    <a:pt x="939" y="894"/>
                    <a:pt x="932" y="968"/>
                  </a:cubicBezTo>
                  <a:cubicBezTo>
                    <a:pt x="924" y="1041"/>
                    <a:pt x="935" y="1076"/>
                    <a:pt x="920" y="1103"/>
                  </a:cubicBezTo>
                  <a:cubicBezTo>
                    <a:pt x="905" y="1130"/>
                    <a:pt x="928" y="1149"/>
                    <a:pt x="912" y="1164"/>
                  </a:cubicBezTo>
                  <a:cubicBezTo>
                    <a:pt x="897" y="1180"/>
                    <a:pt x="924" y="1222"/>
                    <a:pt x="916" y="1234"/>
                  </a:cubicBezTo>
                  <a:cubicBezTo>
                    <a:pt x="908" y="1245"/>
                    <a:pt x="920" y="1554"/>
                    <a:pt x="908" y="1592"/>
                  </a:cubicBezTo>
                  <a:cubicBezTo>
                    <a:pt x="897" y="1631"/>
                    <a:pt x="912" y="1662"/>
                    <a:pt x="901" y="1681"/>
                  </a:cubicBezTo>
                  <a:cubicBezTo>
                    <a:pt x="889" y="1700"/>
                    <a:pt x="921" y="1768"/>
                    <a:pt x="921" y="1768"/>
                  </a:cubicBezTo>
                  <a:cubicBezTo>
                    <a:pt x="921" y="1768"/>
                    <a:pt x="839" y="1801"/>
                    <a:pt x="722" y="1793"/>
                  </a:cubicBezTo>
                  <a:cubicBezTo>
                    <a:pt x="865" y="1805"/>
                    <a:pt x="973" y="1750"/>
                    <a:pt x="973" y="1750"/>
                  </a:cubicBezTo>
                  <a:cubicBezTo>
                    <a:pt x="973" y="1750"/>
                    <a:pt x="973" y="1700"/>
                    <a:pt x="985" y="1681"/>
                  </a:cubicBezTo>
                  <a:cubicBezTo>
                    <a:pt x="996" y="1662"/>
                    <a:pt x="981" y="1631"/>
                    <a:pt x="992" y="1592"/>
                  </a:cubicBezTo>
                  <a:cubicBezTo>
                    <a:pt x="1004" y="1554"/>
                    <a:pt x="992" y="1245"/>
                    <a:pt x="1000" y="1234"/>
                  </a:cubicBezTo>
                  <a:cubicBezTo>
                    <a:pt x="1008" y="1222"/>
                    <a:pt x="981" y="1180"/>
                    <a:pt x="996" y="1164"/>
                  </a:cubicBezTo>
                  <a:cubicBezTo>
                    <a:pt x="1012" y="1149"/>
                    <a:pt x="989" y="1130"/>
                    <a:pt x="1004" y="1103"/>
                  </a:cubicBezTo>
                  <a:cubicBezTo>
                    <a:pt x="1019" y="1076"/>
                    <a:pt x="1008" y="1041"/>
                    <a:pt x="1016" y="968"/>
                  </a:cubicBezTo>
                  <a:cubicBezTo>
                    <a:pt x="1023" y="894"/>
                    <a:pt x="1066" y="775"/>
                    <a:pt x="1069" y="648"/>
                  </a:cubicBezTo>
                  <a:cubicBezTo>
                    <a:pt x="1073" y="521"/>
                    <a:pt x="1012" y="335"/>
                    <a:pt x="1016" y="270"/>
                  </a:cubicBezTo>
                  <a:close/>
                </a:path>
              </a:pathLst>
            </a:custGeom>
            <a:solidFill>
              <a:srgbClr val="4F72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274" name="Freeform 883">
              <a:extLst>
                <a:ext uri="{FF2B5EF4-FFF2-40B4-BE49-F238E27FC236}">
                  <a16:creationId xmlns:a16="http://schemas.microsoft.com/office/drawing/2014/main" id="{609B90C4-38C9-439A-B978-3A02EADFB499}"/>
                </a:ext>
              </a:extLst>
            </p:cNvPr>
            <p:cNvSpPr>
              <a:spLocks/>
            </p:cNvSpPr>
            <p:nvPr/>
          </p:nvSpPr>
          <p:spPr bwMode="auto">
            <a:xfrm>
              <a:off x="888" y="1972"/>
              <a:ext cx="1418" cy="1959"/>
            </a:xfrm>
            <a:custGeom>
              <a:avLst/>
              <a:gdLst>
                <a:gd name="T0" fmla="*/ 1495 w 1341"/>
                <a:gd name="T1" fmla="*/ 0 h 1851"/>
                <a:gd name="T2" fmla="*/ 1518 w 1341"/>
                <a:gd name="T3" fmla="*/ 321 h 1851"/>
                <a:gd name="T4" fmla="*/ 1581 w 1341"/>
                <a:gd name="T5" fmla="*/ 768 h 1851"/>
                <a:gd name="T6" fmla="*/ 1518 w 1341"/>
                <a:gd name="T7" fmla="*/ 1147 h 1851"/>
                <a:gd name="T8" fmla="*/ 1504 w 1341"/>
                <a:gd name="T9" fmla="*/ 1307 h 1851"/>
                <a:gd name="T10" fmla="*/ 1495 w 1341"/>
                <a:gd name="T11" fmla="*/ 1380 h 1851"/>
                <a:gd name="T12" fmla="*/ 1499 w 1341"/>
                <a:gd name="T13" fmla="*/ 1463 h 1851"/>
                <a:gd name="T14" fmla="*/ 1489 w 1341"/>
                <a:gd name="T15" fmla="*/ 1887 h 1851"/>
                <a:gd name="T16" fmla="*/ 1481 w 1341"/>
                <a:gd name="T17" fmla="*/ 1993 h 1851"/>
                <a:gd name="T18" fmla="*/ 1467 w 1341"/>
                <a:gd name="T19" fmla="*/ 2074 h 1851"/>
                <a:gd name="T20" fmla="*/ 980 w 1341"/>
                <a:gd name="T21" fmla="*/ 2074 h 1851"/>
                <a:gd name="T22" fmla="*/ 921 w 1341"/>
                <a:gd name="T23" fmla="*/ 1536 h 1851"/>
                <a:gd name="T24" fmla="*/ 924 w 1341"/>
                <a:gd name="T25" fmla="*/ 1431 h 1851"/>
                <a:gd name="T26" fmla="*/ 911 w 1341"/>
                <a:gd name="T27" fmla="*/ 1372 h 1851"/>
                <a:gd name="T28" fmla="*/ 902 w 1341"/>
                <a:gd name="T29" fmla="*/ 1321 h 1851"/>
                <a:gd name="T30" fmla="*/ 795 w 1341"/>
                <a:gd name="T31" fmla="*/ 977 h 1851"/>
                <a:gd name="T32" fmla="*/ 684 w 1341"/>
                <a:gd name="T33" fmla="*/ 1321 h 1851"/>
                <a:gd name="T34" fmla="*/ 676 w 1341"/>
                <a:gd name="T35" fmla="*/ 1372 h 1851"/>
                <a:gd name="T36" fmla="*/ 661 w 1341"/>
                <a:gd name="T37" fmla="*/ 1431 h 1851"/>
                <a:gd name="T38" fmla="*/ 665 w 1341"/>
                <a:gd name="T39" fmla="*/ 1536 h 1851"/>
                <a:gd name="T40" fmla="*/ 606 w 1341"/>
                <a:gd name="T41" fmla="*/ 2074 h 1851"/>
                <a:gd name="T42" fmla="*/ 119 w 1341"/>
                <a:gd name="T43" fmla="*/ 2074 h 1851"/>
                <a:gd name="T44" fmla="*/ 105 w 1341"/>
                <a:gd name="T45" fmla="*/ 1993 h 1851"/>
                <a:gd name="T46" fmla="*/ 96 w 1341"/>
                <a:gd name="T47" fmla="*/ 1887 h 1851"/>
                <a:gd name="T48" fmla="*/ 87 w 1341"/>
                <a:gd name="T49" fmla="*/ 1463 h 1851"/>
                <a:gd name="T50" fmla="*/ 91 w 1341"/>
                <a:gd name="T51" fmla="*/ 1380 h 1851"/>
                <a:gd name="T52" fmla="*/ 82 w 1341"/>
                <a:gd name="T53" fmla="*/ 1307 h 1851"/>
                <a:gd name="T54" fmla="*/ 69 w 1341"/>
                <a:gd name="T55" fmla="*/ 1147 h 1851"/>
                <a:gd name="T56" fmla="*/ 4 w 1341"/>
                <a:gd name="T57" fmla="*/ 768 h 1851"/>
                <a:gd name="T58" fmla="*/ 69 w 1341"/>
                <a:gd name="T59" fmla="*/ 321 h 1851"/>
                <a:gd name="T60" fmla="*/ 91 w 1341"/>
                <a:gd name="T61" fmla="*/ 0 h 1851"/>
                <a:gd name="T62" fmla="*/ 1495 w 1341"/>
                <a:gd name="T63" fmla="*/ 0 h 1851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1341" h="1851">
                  <a:moveTo>
                    <a:pt x="1264" y="0"/>
                  </a:moveTo>
                  <a:cubicBezTo>
                    <a:pt x="1264" y="0"/>
                    <a:pt x="1287" y="204"/>
                    <a:pt x="1284" y="270"/>
                  </a:cubicBezTo>
                  <a:cubicBezTo>
                    <a:pt x="1280" y="335"/>
                    <a:pt x="1341" y="521"/>
                    <a:pt x="1337" y="648"/>
                  </a:cubicBezTo>
                  <a:cubicBezTo>
                    <a:pt x="1334" y="775"/>
                    <a:pt x="1291" y="894"/>
                    <a:pt x="1284" y="968"/>
                  </a:cubicBezTo>
                  <a:cubicBezTo>
                    <a:pt x="1276" y="1041"/>
                    <a:pt x="1287" y="1076"/>
                    <a:pt x="1272" y="1103"/>
                  </a:cubicBezTo>
                  <a:cubicBezTo>
                    <a:pt x="1257" y="1130"/>
                    <a:pt x="1280" y="1149"/>
                    <a:pt x="1264" y="1164"/>
                  </a:cubicBezTo>
                  <a:cubicBezTo>
                    <a:pt x="1249" y="1180"/>
                    <a:pt x="1276" y="1222"/>
                    <a:pt x="1268" y="1234"/>
                  </a:cubicBezTo>
                  <a:cubicBezTo>
                    <a:pt x="1260" y="1245"/>
                    <a:pt x="1272" y="1554"/>
                    <a:pt x="1260" y="1592"/>
                  </a:cubicBezTo>
                  <a:cubicBezTo>
                    <a:pt x="1249" y="1631"/>
                    <a:pt x="1264" y="1662"/>
                    <a:pt x="1253" y="1681"/>
                  </a:cubicBezTo>
                  <a:cubicBezTo>
                    <a:pt x="1241" y="1700"/>
                    <a:pt x="1241" y="1750"/>
                    <a:pt x="1241" y="1750"/>
                  </a:cubicBezTo>
                  <a:cubicBezTo>
                    <a:pt x="1241" y="1750"/>
                    <a:pt x="1045" y="1851"/>
                    <a:pt x="829" y="1750"/>
                  </a:cubicBezTo>
                  <a:cubicBezTo>
                    <a:pt x="829" y="1750"/>
                    <a:pt x="782" y="1403"/>
                    <a:pt x="779" y="1295"/>
                  </a:cubicBezTo>
                  <a:cubicBezTo>
                    <a:pt x="775" y="1187"/>
                    <a:pt x="771" y="1222"/>
                    <a:pt x="782" y="1207"/>
                  </a:cubicBezTo>
                  <a:cubicBezTo>
                    <a:pt x="794" y="1191"/>
                    <a:pt x="759" y="1160"/>
                    <a:pt x="771" y="1157"/>
                  </a:cubicBezTo>
                  <a:cubicBezTo>
                    <a:pt x="782" y="1153"/>
                    <a:pt x="748" y="1130"/>
                    <a:pt x="763" y="1114"/>
                  </a:cubicBezTo>
                  <a:cubicBezTo>
                    <a:pt x="779" y="1099"/>
                    <a:pt x="680" y="897"/>
                    <a:pt x="672" y="824"/>
                  </a:cubicBezTo>
                  <a:cubicBezTo>
                    <a:pt x="664" y="897"/>
                    <a:pt x="563" y="1099"/>
                    <a:pt x="579" y="1114"/>
                  </a:cubicBezTo>
                  <a:cubicBezTo>
                    <a:pt x="594" y="1130"/>
                    <a:pt x="559" y="1153"/>
                    <a:pt x="571" y="1157"/>
                  </a:cubicBezTo>
                  <a:cubicBezTo>
                    <a:pt x="582" y="1160"/>
                    <a:pt x="548" y="1191"/>
                    <a:pt x="559" y="1207"/>
                  </a:cubicBezTo>
                  <a:cubicBezTo>
                    <a:pt x="571" y="1222"/>
                    <a:pt x="567" y="1187"/>
                    <a:pt x="563" y="1295"/>
                  </a:cubicBezTo>
                  <a:cubicBezTo>
                    <a:pt x="559" y="1403"/>
                    <a:pt x="513" y="1750"/>
                    <a:pt x="513" y="1750"/>
                  </a:cubicBezTo>
                  <a:cubicBezTo>
                    <a:pt x="297" y="1851"/>
                    <a:pt x="101" y="1750"/>
                    <a:pt x="101" y="1750"/>
                  </a:cubicBezTo>
                  <a:cubicBezTo>
                    <a:pt x="101" y="1750"/>
                    <a:pt x="101" y="1700"/>
                    <a:pt x="89" y="1681"/>
                  </a:cubicBezTo>
                  <a:cubicBezTo>
                    <a:pt x="77" y="1662"/>
                    <a:pt x="93" y="1631"/>
                    <a:pt x="81" y="1592"/>
                  </a:cubicBezTo>
                  <a:cubicBezTo>
                    <a:pt x="70" y="1554"/>
                    <a:pt x="81" y="1245"/>
                    <a:pt x="74" y="1234"/>
                  </a:cubicBezTo>
                  <a:cubicBezTo>
                    <a:pt x="66" y="1222"/>
                    <a:pt x="93" y="1180"/>
                    <a:pt x="77" y="1164"/>
                  </a:cubicBezTo>
                  <a:cubicBezTo>
                    <a:pt x="62" y="1149"/>
                    <a:pt x="85" y="1130"/>
                    <a:pt x="70" y="1103"/>
                  </a:cubicBezTo>
                  <a:cubicBezTo>
                    <a:pt x="54" y="1076"/>
                    <a:pt x="66" y="1041"/>
                    <a:pt x="58" y="968"/>
                  </a:cubicBezTo>
                  <a:cubicBezTo>
                    <a:pt x="50" y="894"/>
                    <a:pt x="8" y="775"/>
                    <a:pt x="4" y="648"/>
                  </a:cubicBezTo>
                  <a:cubicBezTo>
                    <a:pt x="0" y="521"/>
                    <a:pt x="62" y="335"/>
                    <a:pt x="58" y="270"/>
                  </a:cubicBezTo>
                  <a:cubicBezTo>
                    <a:pt x="54" y="204"/>
                    <a:pt x="77" y="0"/>
                    <a:pt x="77" y="0"/>
                  </a:cubicBezTo>
                  <a:cubicBezTo>
                    <a:pt x="77" y="0"/>
                    <a:pt x="634" y="255"/>
                    <a:pt x="1264" y="0"/>
                  </a:cubicBezTo>
                  <a:close/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275" name="Line 884">
              <a:extLst>
                <a:ext uri="{FF2B5EF4-FFF2-40B4-BE49-F238E27FC236}">
                  <a16:creationId xmlns:a16="http://schemas.microsoft.com/office/drawing/2014/main" id="{7DCB0588-98E1-4DB7-842C-AB10E40AAC6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599" y="2777"/>
              <a:ext cx="1" cy="67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276" name="Freeform 885">
              <a:extLst>
                <a:ext uri="{FF2B5EF4-FFF2-40B4-BE49-F238E27FC236}">
                  <a16:creationId xmlns:a16="http://schemas.microsoft.com/office/drawing/2014/main" id="{FDF7D79D-4408-4310-AFA0-5388F76AF73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4" y="2700"/>
              <a:ext cx="223" cy="135"/>
            </a:xfrm>
            <a:custGeom>
              <a:avLst/>
              <a:gdLst>
                <a:gd name="T0" fmla="*/ 0 w 211"/>
                <a:gd name="T1" fmla="*/ 0 h 127"/>
                <a:gd name="T2" fmla="*/ 249 w 211"/>
                <a:gd name="T3" fmla="*/ 1 h 1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1" h="127">
                  <a:moveTo>
                    <a:pt x="0" y="0"/>
                  </a:moveTo>
                  <a:cubicBezTo>
                    <a:pt x="33" y="56"/>
                    <a:pt x="105" y="127"/>
                    <a:pt x="211" y="1"/>
                  </a:cubicBezTo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277" name="Freeform 886">
              <a:extLst>
                <a:ext uri="{FF2B5EF4-FFF2-40B4-BE49-F238E27FC236}">
                  <a16:creationId xmlns:a16="http://schemas.microsoft.com/office/drawing/2014/main" id="{A6764935-FFF2-4A52-B22A-8B41EEF4CA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8" y="2562"/>
              <a:ext cx="264" cy="165"/>
            </a:xfrm>
            <a:custGeom>
              <a:avLst/>
              <a:gdLst>
                <a:gd name="T0" fmla="*/ 295 w 250"/>
                <a:gd name="T1" fmla="*/ 185 h 156"/>
                <a:gd name="T2" fmla="*/ 161 w 250"/>
                <a:gd name="T3" fmla="*/ 125 h 156"/>
                <a:gd name="T4" fmla="*/ 0 w 250"/>
                <a:gd name="T5" fmla="*/ 0 h 15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0" h="156">
                  <a:moveTo>
                    <a:pt x="250" y="156"/>
                  </a:moveTo>
                  <a:cubicBezTo>
                    <a:pt x="213" y="139"/>
                    <a:pt x="173" y="127"/>
                    <a:pt x="136" y="106"/>
                  </a:cubicBezTo>
                  <a:cubicBezTo>
                    <a:pt x="95" y="83"/>
                    <a:pt x="21" y="44"/>
                    <a:pt x="0" y="0"/>
                  </a:cubicBezTo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278" name="Freeform 887">
              <a:extLst>
                <a:ext uri="{FF2B5EF4-FFF2-40B4-BE49-F238E27FC236}">
                  <a16:creationId xmlns:a16="http://schemas.microsoft.com/office/drawing/2014/main" id="{AF15D129-B768-4A5B-B843-E862AC7E90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5" y="2560"/>
              <a:ext cx="288" cy="173"/>
            </a:xfrm>
            <a:custGeom>
              <a:avLst/>
              <a:gdLst>
                <a:gd name="T0" fmla="*/ 0 w 272"/>
                <a:gd name="T1" fmla="*/ 192 h 164"/>
                <a:gd name="T2" fmla="*/ 72 w 272"/>
                <a:gd name="T3" fmla="*/ 165 h 164"/>
                <a:gd name="T4" fmla="*/ 168 w 272"/>
                <a:gd name="T5" fmla="*/ 123 h 164"/>
                <a:gd name="T6" fmla="*/ 323 w 272"/>
                <a:gd name="T7" fmla="*/ 0 h 16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2" h="164">
                  <a:moveTo>
                    <a:pt x="0" y="164"/>
                  </a:moveTo>
                  <a:cubicBezTo>
                    <a:pt x="20" y="162"/>
                    <a:pt x="41" y="146"/>
                    <a:pt x="60" y="140"/>
                  </a:cubicBezTo>
                  <a:cubicBezTo>
                    <a:pt x="88" y="129"/>
                    <a:pt x="118" y="121"/>
                    <a:pt x="142" y="105"/>
                  </a:cubicBezTo>
                  <a:cubicBezTo>
                    <a:pt x="186" y="75"/>
                    <a:pt x="244" y="46"/>
                    <a:pt x="272" y="0"/>
                  </a:cubicBezTo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279" name="Freeform 888">
              <a:extLst>
                <a:ext uri="{FF2B5EF4-FFF2-40B4-BE49-F238E27FC236}">
                  <a16:creationId xmlns:a16="http://schemas.microsoft.com/office/drawing/2014/main" id="{3FE5B902-4E97-45E1-8195-D27EC9959E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4" y="2632"/>
              <a:ext cx="134" cy="23"/>
            </a:xfrm>
            <a:custGeom>
              <a:avLst/>
              <a:gdLst>
                <a:gd name="T0" fmla="*/ 152 w 126"/>
                <a:gd name="T1" fmla="*/ 25 h 22"/>
                <a:gd name="T2" fmla="*/ 89 w 126"/>
                <a:gd name="T3" fmla="*/ 17 h 22"/>
                <a:gd name="T4" fmla="*/ 0 w 126"/>
                <a:gd name="T5" fmla="*/ 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6" h="22">
                  <a:moveTo>
                    <a:pt x="126" y="22"/>
                  </a:moveTo>
                  <a:cubicBezTo>
                    <a:pt x="111" y="15"/>
                    <a:pt x="91" y="16"/>
                    <a:pt x="74" y="14"/>
                  </a:cubicBezTo>
                  <a:cubicBezTo>
                    <a:pt x="57" y="12"/>
                    <a:pt x="12" y="12"/>
                    <a:pt x="0" y="0"/>
                  </a:cubicBezTo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280" name="Freeform 889">
              <a:extLst>
                <a:ext uri="{FF2B5EF4-FFF2-40B4-BE49-F238E27FC236}">
                  <a16:creationId xmlns:a16="http://schemas.microsoft.com/office/drawing/2014/main" id="{FB105C4E-279D-44FD-9775-F697749814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4" y="2621"/>
              <a:ext cx="152" cy="42"/>
            </a:xfrm>
            <a:custGeom>
              <a:avLst/>
              <a:gdLst>
                <a:gd name="T0" fmla="*/ 0 w 144"/>
                <a:gd name="T1" fmla="*/ 44 h 40"/>
                <a:gd name="T2" fmla="*/ 82 w 144"/>
                <a:gd name="T3" fmla="*/ 27 h 40"/>
                <a:gd name="T4" fmla="*/ 169 w 144"/>
                <a:gd name="T5" fmla="*/ 0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4" h="40">
                  <a:moveTo>
                    <a:pt x="0" y="38"/>
                  </a:moveTo>
                  <a:cubicBezTo>
                    <a:pt x="22" y="40"/>
                    <a:pt x="49" y="28"/>
                    <a:pt x="70" y="24"/>
                  </a:cubicBezTo>
                  <a:cubicBezTo>
                    <a:pt x="96" y="20"/>
                    <a:pt x="122" y="14"/>
                    <a:pt x="144" y="0"/>
                  </a:cubicBezTo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281" name="Freeform 890">
              <a:extLst>
                <a:ext uri="{FF2B5EF4-FFF2-40B4-BE49-F238E27FC236}">
                  <a16:creationId xmlns:a16="http://schemas.microsoft.com/office/drawing/2014/main" id="{EFEB317B-BCB6-4FF5-A70F-BF1EC3E5F5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7" y="2130"/>
              <a:ext cx="334" cy="398"/>
            </a:xfrm>
            <a:custGeom>
              <a:avLst/>
              <a:gdLst>
                <a:gd name="T0" fmla="*/ 0 w 316"/>
                <a:gd name="T1" fmla="*/ 0 h 376"/>
                <a:gd name="T2" fmla="*/ 227 w 316"/>
                <a:gd name="T3" fmla="*/ 236 h 376"/>
                <a:gd name="T4" fmla="*/ 373 w 316"/>
                <a:gd name="T5" fmla="*/ 446 h 37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6" h="376">
                  <a:moveTo>
                    <a:pt x="0" y="0"/>
                  </a:moveTo>
                  <a:cubicBezTo>
                    <a:pt x="57" y="73"/>
                    <a:pt x="142" y="117"/>
                    <a:pt x="192" y="199"/>
                  </a:cubicBezTo>
                  <a:cubicBezTo>
                    <a:pt x="230" y="260"/>
                    <a:pt x="263" y="328"/>
                    <a:pt x="316" y="376"/>
                  </a:cubicBezTo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282" name="Freeform 891">
              <a:extLst>
                <a:ext uri="{FF2B5EF4-FFF2-40B4-BE49-F238E27FC236}">
                  <a16:creationId xmlns:a16="http://schemas.microsoft.com/office/drawing/2014/main" id="{D1B04D4E-EAD4-4E45-A1F8-FAE6219059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1" y="2130"/>
              <a:ext cx="284" cy="347"/>
            </a:xfrm>
            <a:custGeom>
              <a:avLst/>
              <a:gdLst>
                <a:gd name="T0" fmla="*/ 0 w 268"/>
                <a:gd name="T1" fmla="*/ 388 h 328"/>
                <a:gd name="T2" fmla="*/ 147 w 268"/>
                <a:gd name="T3" fmla="*/ 199 h 328"/>
                <a:gd name="T4" fmla="*/ 319 w 268"/>
                <a:gd name="T5" fmla="*/ 0 h 3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8" h="328">
                  <a:moveTo>
                    <a:pt x="0" y="328"/>
                  </a:moveTo>
                  <a:cubicBezTo>
                    <a:pt x="56" y="286"/>
                    <a:pt x="88" y="227"/>
                    <a:pt x="124" y="168"/>
                  </a:cubicBezTo>
                  <a:cubicBezTo>
                    <a:pt x="160" y="109"/>
                    <a:pt x="218" y="45"/>
                    <a:pt x="268" y="0"/>
                  </a:cubicBezTo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283" name="Freeform 892">
              <a:extLst>
                <a:ext uri="{FF2B5EF4-FFF2-40B4-BE49-F238E27FC236}">
                  <a16:creationId xmlns:a16="http://schemas.microsoft.com/office/drawing/2014/main" id="{76177235-28D0-4263-BC71-B88C5C5AF3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3" y="3189"/>
              <a:ext cx="115" cy="49"/>
            </a:xfrm>
            <a:custGeom>
              <a:avLst/>
              <a:gdLst>
                <a:gd name="T0" fmla="*/ 128 w 109"/>
                <a:gd name="T1" fmla="*/ 2 h 46"/>
                <a:gd name="T2" fmla="*/ 64 w 109"/>
                <a:gd name="T3" fmla="*/ 32 h 46"/>
                <a:gd name="T4" fmla="*/ 30 w 109"/>
                <a:gd name="T5" fmla="*/ 49 h 46"/>
                <a:gd name="T6" fmla="*/ 0 w 109"/>
                <a:gd name="T7" fmla="*/ 55 h 4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9" h="46">
                  <a:moveTo>
                    <a:pt x="109" y="2"/>
                  </a:moveTo>
                  <a:cubicBezTo>
                    <a:pt x="88" y="0"/>
                    <a:pt x="73" y="16"/>
                    <a:pt x="55" y="26"/>
                  </a:cubicBezTo>
                  <a:cubicBezTo>
                    <a:pt x="47" y="31"/>
                    <a:pt x="36" y="37"/>
                    <a:pt x="26" y="40"/>
                  </a:cubicBezTo>
                  <a:cubicBezTo>
                    <a:pt x="17" y="43"/>
                    <a:pt x="8" y="41"/>
                    <a:pt x="0" y="46"/>
                  </a:cubicBezTo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284" name="Freeform 893">
              <a:extLst>
                <a:ext uri="{FF2B5EF4-FFF2-40B4-BE49-F238E27FC236}">
                  <a16:creationId xmlns:a16="http://schemas.microsoft.com/office/drawing/2014/main" id="{85F689FA-9FB3-4AE2-9517-62D785609B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9" y="3191"/>
              <a:ext cx="123" cy="30"/>
            </a:xfrm>
            <a:custGeom>
              <a:avLst/>
              <a:gdLst>
                <a:gd name="T0" fmla="*/ 0 w 116"/>
                <a:gd name="T1" fmla="*/ 0 h 28"/>
                <a:gd name="T2" fmla="*/ 138 w 116"/>
                <a:gd name="T3" fmla="*/ 34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6" h="28">
                  <a:moveTo>
                    <a:pt x="0" y="0"/>
                  </a:moveTo>
                  <a:cubicBezTo>
                    <a:pt x="35" y="15"/>
                    <a:pt x="78" y="21"/>
                    <a:pt x="116" y="28"/>
                  </a:cubicBezTo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285" name="Freeform 894">
              <a:extLst>
                <a:ext uri="{FF2B5EF4-FFF2-40B4-BE49-F238E27FC236}">
                  <a16:creationId xmlns:a16="http://schemas.microsoft.com/office/drawing/2014/main" id="{A7EAC824-09C7-452B-A79E-51D7BF58ED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0" y="3231"/>
              <a:ext cx="72" cy="24"/>
            </a:xfrm>
            <a:custGeom>
              <a:avLst/>
              <a:gdLst>
                <a:gd name="T0" fmla="*/ 80 w 68"/>
                <a:gd name="T1" fmla="*/ 23 h 23"/>
                <a:gd name="T2" fmla="*/ 0 w 68"/>
                <a:gd name="T3" fmla="*/ 26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8" h="23">
                  <a:moveTo>
                    <a:pt x="68" y="20"/>
                  </a:moveTo>
                  <a:cubicBezTo>
                    <a:pt x="53" y="0"/>
                    <a:pt x="19" y="20"/>
                    <a:pt x="0" y="23"/>
                  </a:cubicBezTo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286" name="Freeform 895">
              <a:extLst>
                <a:ext uri="{FF2B5EF4-FFF2-40B4-BE49-F238E27FC236}">
                  <a16:creationId xmlns:a16="http://schemas.microsoft.com/office/drawing/2014/main" id="{5E1E6D05-3E26-44ED-8142-85084E2F451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9" y="3249"/>
              <a:ext cx="65" cy="12"/>
            </a:xfrm>
            <a:custGeom>
              <a:avLst/>
              <a:gdLst>
                <a:gd name="T0" fmla="*/ 0 w 62"/>
                <a:gd name="T1" fmla="*/ 6 h 12"/>
                <a:gd name="T2" fmla="*/ 71 w 62"/>
                <a:gd name="T3" fmla="*/ 12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2" h="12">
                  <a:moveTo>
                    <a:pt x="0" y="6"/>
                  </a:moveTo>
                  <a:cubicBezTo>
                    <a:pt x="21" y="0"/>
                    <a:pt x="42" y="4"/>
                    <a:pt x="62" y="12"/>
                  </a:cubicBezTo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287" name="Freeform 896">
              <a:extLst>
                <a:ext uri="{FF2B5EF4-FFF2-40B4-BE49-F238E27FC236}">
                  <a16:creationId xmlns:a16="http://schemas.microsoft.com/office/drawing/2014/main" id="{9D822151-FED7-4790-A702-C8ECE2D63B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3" y="3262"/>
              <a:ext cx="206" cy="46"/>
            </a:xfrm>
            <a:custGeom>
              <a:avLst/>
              <a:gdLst>
                <a:gd name="T0" fmla="*/ 0 w 194"/>
                <a:gd name="T1" fmla="*/ 0 h 43"/>
                <a:gd name="T2" fmla="*/ 102 w 194"/>
                <a:gd name="T3" fmla="*/ 39 h 43"/>
                <a:gd name="T4" fmla="*/ 233 w 194"/>
                <a:gd name="T5" fmla="*/ 22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4" h="43">
                  <a:moveTo>
                    <a:pt x="0" y="0"/>
                  </a:moveTo>
                  <a:cubicBezTo>
                    <a:pt x="12" y="15"/>
                    <a:pt x="64" y="26"/>
                    <a:pt x="85" y="32"/>
                  </a:cubicBezTo>
                  <a:cubicBezTo>
                    <a:pt x="124" y="43"/>
                    <a:pt x="159" y="39"/>
                    <a:pt x="194" y="19"/>
                  </a:cubicBezTo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288" name="Freeform 897">
              <a:extLst>
                <a:ext uri="{FF2B5EF4-FFF2-40B4-BE49-F238E27FC236}">
                  <a16:creationId xmlns:a16="http://schemas.microsoft.com/office/drawing/2014/main" id="{182BD947-00ED-4606-ABE0-8E05127F712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4" y="3296"/>
              <a:ext cx="164" cy="24"/>
            </a:xfrm>
            <a:custGeom>
              <a:avLst/>
              <a:gdLst>
                <a:gd name="T0" fmla="*/ 0 w 155"/>
                <a:gd name="T1" fmla="*/ 0 h 22"/>
                <a:gd name="T2" fmla="*/ 91 w 155"/>
                <a:gd name="T3" fmla="*/ 25 h 22"/>
                <a:gd name="T4" fmla="*/ 184 w 155"/>
                <a:gd name="T5" fmla="*/ 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5" h="22">
                  <a:moveTo>
                    <a:pt x="0" y="0"/>
                  </a:moveTo>
                  <a:cubicBezTo>
                    <a:pt x="26" y="0"/>
                    <a:pt x="50" y="17"/>
                    <a:pt x="77" y="19"/>
                  </a:cubicBezTo>
                  <a:cubicBezTo>
                    <a:pt x="105" y="22"/>
                    <a:pt x="131" y="13"/>
                    <a:pt x="155" y="0"/>
                  </a:cubicBezTo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289" name="Freeform 898">
              <a:extLst>
                <a:ext uri="{FF2B5EF4-FFF2-40B4-BE49-F238E27FC236}">
                  <a16:creationId xmlns:a16="http://schemas.microsoft.com/office/drawing/2014/main" id="{1F1F6619-D1E9-4786-91EC-19921E530E4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4" y="2035"/>
              <a:ext cx="381" cy="485"/>
            </a:xfrm>
            <a:custGeom>
              <a:avLst/>
              <a:gdLst>
                <a:gd name="T0" fmla="*/ 5 w 361"/>
                <a:gd name="T1" fmla="*/ 74 h 459"/>
                <a:gd name="T2" fmla="*/ 102 w 361"/>
                <a:gd name="T3" fmla="*/ 172 h 459"/>
                <a:gd name="T4" fmla="*/ 236 w 361"/>
                <a:gd name="T5" fmla="*/ 310 h 459"/>
                <a:gd name="T6" fmla="*/ 324 w 361"/>
                <a:gd name="T7" fmla="*/ 445 h 459"/>
                <a:gd name="T8" fmla="*/ 421 w 361"/>
                <a:gd name="T9" fmla="*/ 535 h 459"/>
                <a:gd name="T10" fmla="*/ 353 w 361"/>
                <a:gd name="T11" fmla="*/ 422 h 459"/>
                <a:gd name="T12" fmla="*/ 230 w 361"/>
                <a:gd name="T13" fmla="*/ 243 h 459"/>
                <a:gd name="T14" fmla="*/ 82 w 361"/>
                <a:gd name="T15" fmla="*/ 85 h 459"/>
                <a:gd name="T16" fmla="*/ 50 w 361"/>
                <a:gd name="T17" fmla="*/ 25 h 459"/>
                <a:gd name="T18" fmla="*/ 0 w 361"/>
                <a:gd name="T19" fmla="*/ 0 h 45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61" h="459">
                  <a:moveTo>
                    <a:pt x="5" y="62"/>
                  </a:moveTo>
                  <a:cubicBezTo>
                    <a:pt x="35" y="77"/>
                    <a:pt x="62" y="123"/>
                    <a:pt x="87" y="146"/>
                  </a:cubicBezTo>
                  <a:cubicBezTo>
                    <a:pt x="127" y="184"/>
                    <a:pt x="169" y="218"/>
                    <a:pt x="201" y="262"/>
                  </a:cubicBezTo>
                  <a:cubicBezTo>
                    <a:pt x="229" y="300"/>
                    <a:pt x="254" y="336"/>
                    <a:pt x="276" y="377"/>
                  </a:cubicBezTo>
                  <a:cubicBezTo>
                    <a:pt x="290" y="404"/>
                    <a:pt x="322" y="459"/>
                    <a:pt x="358" y="453"/>
                  </a:cubicBezTo>
                  <a:cubicBezTo>
                    <a:pt x="361" y="431"/>
                    <a:pt x="310" y="383"/>
                    <a:pt x="299" y="358"/>
                  </a:cubicBezTo>
                  <a:cubicBezTo>
                    <a:pt x="274" y="298"/>
                    <a:pt x="243" y="254"/>
                    <a:pt x="196" y="206"/>
                  </a:cubicBezTo>
                  <a:cubicBezTo>
                    <a:pt x="153" y="162"/>
                    <a:pt x="106" y="122"/>
                    <a:pt x="70" y="72"/>
                  </a:cubicBezTo>
                  <a:cubicBezTo>
                    <a:pt x="59" y="56"/>
                    <a:pt x="53" y="37"/>
                    <a:pt x="43" y="22"/>
                  </a:cubicBezTo>
                  <a:cubicBezTo>
                    <a:pt x="32" y="5"/>
                    <a:pt x="19" y="4"/>
                    <a:pt x="0" y="0"/>
                  </a:cubicBezTo>
                </a:path>
              </a:pathLst>
            </a:custGeom>
            <a:solidFill>
              <a:srgbClr val="7695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290" name="Freeform 899">
              <a:extLst>
                <a:ext uri="{FF2B5EF4-FFF2-40B4-BE49-F238E27FC236}">
                  <a16:creationId xmlns:a16="http://schemas.microsoft.com/office/drawing/2014/main" id="{6BC42F7C-6BEF-4136-8057-87A64225086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8" y="2033"/>
              <a:ext cx="188" cy="235"/>
            </a:xfrm>
            <a:custGeom>
              <a:avLst/>
              <a:gdLst>
                <a:gd name="T0" fmla="*/ 0 w 178"/>
                <a:gd name="T1" fmla="*/ 0 h 222"/>
                <a:gd name="T2" fmla="*/ 159 w 178"/>
                <a:gd name="T3" fmla="*/ 60 h 222"/>
                <a:gd name="T4" fmla="*/ 170 w 178"/>
                <a:gd name="T5" fmla="*/ 174 h 222"/>
                <a:gd name="T6" fmla="*/ 210 w 178"/>
                <a:gd name="T7" fmla="*/ 264 h 222"/>
                <a:gd name="T8" fmla="*/ 88 w 178"/>
                <a:gd name="T9" fmla="*/ 158 h 222"/>
                <a:gd name="T10" fmla="*/ 2 w 178"/>
                <a:gd name="T11" fmla="*/ 5 h 2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8" h="222">
                  <a:moveTo>
                    <a:pt x="0" y="0"/>
                  </a:moveTo>
                  <a:cubicBezTo>
                    <a:pt x="35" y="9"/>
                    <a:pt x="125" y="16"/>
                    <a:pt x="135" y="51"/>
                  </a:cubicBezTo>
                  <a:cubicBezTo>
                    <a:pt x="143" y="82"/>
                    <a:pt x="133" y="115"/>
                    <a:pt x="144" y="146"/>
                  </a:cubicBezTo>
                  <a:cubicBezTo>
                    <a:pt x="153" y="173"/>
                    <a:pt x="170" y="195"/>
                    <a:pt x="178" y="222"/>
                  </a:cubicBezTo>
                  <a:cubicBezTo>
                    <a:pt x="140" y="212"/>
                    <a:pt x="102" y="159"/>
                    <a:pt x="75" y="133"/>
                  </a:cubicBezTo>
                  <a:cubicBezTo>
                    <a:pt x="35" y="94"/>
                    <a:pt x="6" y="63"/>
                    <a:pt x="2" y="5"/>
                  </a:cubicBezTo>
                </a:path>
              </a:pathLst>
            </a:custGeom>
            <a:solidFill>
              <a:srgbClr val="7695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291" name="Freeform 900">
              <a:extLst>
                <a:ext uri="{FF2B5EF4-FFF2-40B4-BE49-F238E27FC236}">
                  <a16:creationId xmlns:a16="http://schemas.microsoft.com/office/drawing/2014/main" id="{212926F5-C8CD-4EFB-8B08-EFA8CF4B59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5" y="2106"/>
              <a:ext cx="326" cy="381"/>
            </a:xfrm>
            <a:custGeom>
              <a:avLst/>
              <a:gdLst>
                <a:gd name="T0" fmla="*/ 347 w 309"/>
                <a:gd name="T1" fmla="*/ 0 h 360"/>
                <a:gd name="T2" fmla="*/ 251 w 309"/>
                <a:gd name="T3" fmla="*/ 88 h 360"/>
                <a:gd name="T4" fmla="*/ 169 w 309"/>
                <a:gd name="T5" fmla="*/ 197 h 360"/>
                <a:gd name="T6" fmla="*/ 0 w 309"/>
                <a:gd name="T7" fmla="*/ 427 h 360"/>
                <a:gd name="T8" fmla="*/ 134 w 309"/>
                <a:gd name="T9" fmla="*/ 301 h 360"/>
                <a:gd name="T10" fmla="*/ 230 w 309"/>
                <a:gd name="T11" fmla="*/ 167 h 360"/>
                <a:gd name="T12" fmla="*/ 302 w 309"/>
                <a:gd name="T13" fmla="*/ 85 h 360"/>
                <a:gd name="T14" fmla="*/ 362 w 309"/>
                <a:gd name="T15" fmla="*/ 188 h 360"/>
                <a:gd name="T16" fmla="*/ 362 w 309"/>
                <a:gd name="T17" fmla="*/ 107 h 360"/>
                <a:gd name="T18" fmla="*/ 344 w 309"/>
                <a:gd name="T19" fmla="*/ 2 h 36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09" h="360">
                  <a:moveTo>
                    <a:pt x="296" y="0"/>
                  </a:moveTo>
                  <a:cubicBezTo>
                    <a:pt x="275" y="31"/>
                    <a:pt x="237" y="46"/>
                    <a:pt x="214" y="74"/>
                  </a:cubicBezTo>
                  <a:cubicBezTo>
                    <a:pt x="189" y="103"/>
                    <a:pt x="164" y="134"/>
                    <a:pt x="144" y="166"/>
                  </a:cubicBezTo>
                  <a:cubicBezTo>
                    <a:pt x="104" y="233"/>
                    <a:pt x="56" y="304"/>
                    <a:pt x="0" y="360"/>
                  </a:cubicBezTo>
                  <a:cubicBezTo>
                    <a:pt x="44" y="335"/>
                    <a:pt x="78" y="288"/>
                    <a:pt x="114" y="253"/>
                  </a:cubicBezTo>
                  <a:cubicBezTo>
                    <a:pt x="148" y="220"/>
                    <a:pt x="175" y="182"/>
                    <a:pt x="196" y="141"/>
                  </a:cubicBezTo>
                  <a:cubicBezTo>
                    <a:pt x="206" y="121"/>
                    <a:pt x="229" y="72"/>
                    <a:pt x="257" y="72"/>
                  </a:cubicBezTo>
                  <a:cubicBezTo>
                    <a:pt x="290" y="71"/>
                    <a:pt x="293" y="140"/>
                    <a:pt x="308" y="159"/>
                  </a:cubicBezTo>
                  <a:cubicBezTo>
                    <a:pt x="309" y="136"/>
                    <a:pt x="309" y="113"/>
                    <a:pt x="308" y="90"/>
                  </a:cubicBezTo>
                  <a:cubicBezTo>
                    <a:pt x="308" y="64"/>
                    <a:pt x="290" y="21"/>
                    <a:pt x="293" y="2"/>
                  </a:cubicBezTo>
                </a:path>
              </a:pathLst>
            </a:custGeom>
            <a:solidFill>
              <a:srgbClr val="4F72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292" name="Freeform 901">
              <a:extLst>
                <a:ext uri="{FF2B5EF4-FFF2-40B4-BE49-F238E27FC236}">
                  <a16:creationId xmlns:a16="http://schemas.microsoft.com/office/drawing/2014/main" id="{2B9BE20B-CA2A-408C-832D-68CD9CF2075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6" y="2591"/>
              <a:ext cx="81" cy="50"/>
            </a:xfrm>
            <a:custGeom>
              <a:avLst/>
              <a:gdLst>
                <a:gd name="T0" fmla="*/ 92 w 76"/>
                <a:gd name="T1" fmla="*/ 56 h 47"/>
                <a:gd name="T2" fmla="*/ 15 w 76"/>
                <a:gd name="T3" fmla="*/ 0 h 47"/>
                <a:gd name="T4" fmla="*/ 0 w 76"/>
                <a:gd name="T5" fmla="*/ 41 h 47"/>
                <a:gd name="T6" fmla="*/ 72 w 76"/>
                <a:gd name="T7" fmla="*/ 49 h 4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6" h="47">
                  <a:moveTo>
                    <a:pt x="76" y="47"/>
                  </a:moveTo>
                  <a:cubicBezTo>
                    <a:pt x="53" y="38"/>
                    <a:pt x="26" y="22"/>
                    <a:pt x="12" y="0"/>
                  </a:cubicBezTo>
                  <a:cubicBezTo>
                    <a:pt x="20" y="17"/>
                    <a:pt x="24" y="32"/>
                    <a:pt x="0" y="35"/>
                  </a:cubicBezTo>
                  <a:cubicBezTo>
                    <a:pt x="20" y="36"/>
                    <a:pt x="39" y="41"/>
                    <a:pt x="60" y="40"/>
                  </a:cubicBezTo>
                </a:path>
              </a:pathLst>
            </a:custGeom>
            <a:solidFill>
              <a:srgbClr val="4F72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293" name="Freeform 902">
              <a:extLst>
                <a:ext uri="{FF2B5EF4-FFF2-40B4-BE49-F238E27FC236}">
                  <a16:creationId xmlns:a16="http://schemas.microsoft.com/office/drawing/2014/main" id="{2D5F31AF-F24A-4EA8-87BB-C58286A35E8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3" y="2654"/>
              <a:ext cx="326" cy="242"/>
            </a:xfrm>
            <a:custGeom>
              <a:avLst/>
              <a:gdLst>
                <a:gd name="T0" fmla="*/ 338 w 308"/>
                <a:gd name="T1" fmla="*/ 142 h 229"/>
                <a:gd name="T2" fmla="*/ 265 w 308"/>
                <a:gd name="T3" fmla="*/ 97 h 229"/>
                <a:gd name="T4" fmla="*/ 170 w 308"/>
                <a:gd name="T5" fmla="*/ 57 h 229"/>
                <a:gd name="T6" fmla="*/ 93 w 308"/>
                <a:gd name="T7" fmla="*/ 7 h 229"/>
                <a:gd name="T8" fmla="*/ 0 w 308"/>
                <a:gd name="T9" fmla="*/ 8 h 229"/>
                <a:gd name="T10" fmla="*/ 59 w 308"/>
                <a:gd name="T11" fmla="*/ 25 h 229"/>
                <a:gd name="T12" fmla="*/ 124 w 308"/>
                <a:gd name="T13" fmla="*/ 57 h 229"/>
                <a:gd name="T14" fmla="*/ 247 w 308"/>
                <a:gd name="T15" fmla="*/ 105 h 229"/>
                <a:gd name="T16" fmla="*/ 340 w 308"/>
                <a:gd name="T17" fmla="*/ 271 h 229"/>
                <a:gd name="T18" fmla="*/ 359 w 308"/>
                <a:gd name="T19" fmla="*/ 207 h 229"/>
                <a:gd name="T20" fmla="*/ 364 w 308"/>
                <a:gd name="T21" fmla="*/ 153 h 229"/>
                <a:gd name="T22" fmla="*/ 332 w 308"/>
                <a:gd name="T23" fmla="*/ 136 h 22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08" h="229">
                  <a:moveTo>
                    <a:pt x="284" y="120"/>
                  </a:moveTo>
                  <a:cubicBezTo>
                    <a:pt x="260" y="110"/>
                    <a:pt x="244" y="94"/>
                    <a:pt x="223" y="82"/>
                  </a:cubicBezTo>
                  <a:cubicBezTo>
                    <a:pt x="199" y="68"/>
                    <a:pt x="170" y="61"/>
                    <a:pt x="144" y="48"/>
                  </a:cubicBezTo>
                  <a:cubicBezTo>
                    <a:pt x="122" y="36"/>
                    <a:pt x="103" y="14"/>
                    <a:pt x="78" y="7"/>
                  </a:cubicBezTo>
                  <a:cubicBezTo>
                    <a:pt x="52" y="0"/>
                    <a:pt x="25" y="13"/>
                    <a:pt x="0" y="8"/>
                  </a:cubicBezTo>
                  <a:cubicBezTo>
                    <a:pt x="16" y="15"/>
                    <a:pt x="34" y="17"/>
                    <a:pt x="50" y="22"/>
                  </a:cubicBezTo>
                  <a:cubicBezTo>
                    <a:pt x="71" y="28"/>
                    <a:pt x="87" y="39"/>
                    <a:pt x="105" y="48"/>
                  </a:cubicBezTo>
                  <a:cubicBezTo>
                    <a:pt x="139" y="65"/>
                    <a:pt x="174" y="75"/>
                    <a:pt x="208" y="89"/>
                  </a:cubicBezTo>
                  <a:cubicBezTo>
                    <a:pt x="266" y="114"/>
                    <a:pt x="299" y="165"/>
                    <a:pt x="286" y="229"/>
                  </a:cubicBezTo>
                  <a:cubicBezTo>
                    <a:pt x="298" y="219"/>
                    <a:pt x="300" y="190"/>
                    <a:pt x="302" y="175"/>
                  </a:cubicBezTo>
                  <a:cubicBezTo>
                    <a:pt x="304" y="162"/>
                    <a:pt x="308" y="142"/>
                    <a:pt x="307" y="130"/>
                  </a:cubicBezTo>
                  <a:cubicBezTo>
                    <a:pt x="297" y="126"/>
                    <a:pt x="291" y="119"/>
                    <a:pt x="281" y="115"/>
                  </a:cubicBezTo>
                </a:path>
              </a:pathLst>
            </a:custGeom>
            <a:solidFill>
              <a:srgbClr val="4F72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294" name="Freeform 903">
              <a:extLst>
                <a:ext uri="{FF2B5EF4-FFF2-40B4-BE49-F238E27FC236}">
                  <a16:creationId xmlns:a16="http://schemas.microsoft.com/office/drawing/2014/main" id="{36976062-3881-49B2-AAE9-2566F239351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9" y="2699"/>
              <a:ext cx="145" cy="66"/>
            </a:xfrm>
            <a:custGeom>
              <a:avLst/>
              <a:gdLst>
                <a:gd name="T0" fmla="*/ 0 w 137"/>
                <a:gd name="T1" fmla="*/ 0 h 62"/>
                <a:gd name="T2" fmla="*/ 66 w 137"/>
                <a:gd name="T3" fmla="*/ 59 h 62"/>
                <a:gd name="T4" fmla="*/ 162 w 137"/>
                <a:gd name="T5" fmla="*/ 45 h 62"/>
                <a:gd name="T6" fmla="*/ 0 w 137"/>
                <a:gd name="T7" fmla="*/ 7 h 6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7" h="62">
                  <a:moveTo>
                    <a:pt x="0" y="0"/>
                  </a:moveTo>
                  <a:cubicBezTo>
                    <a:pt x="4" y="20"/>
                    <a:pt x="38" y="41"/>
                    <a:pt x="56" y="49"/>
                  </a:cubicBezTo>
                  <a:cubicBezTo>
                    <a:pt x="85" y="62"/>
                    <a:pt x="112" y="55"/>
                    <a:pt x="137" y="37"/>
                  </a:cubicBezTo>
                  <a:cubicBezTo>
                    <a:pt x="81" y="57"/>
                    <a:pt x="47" y="29"/>
                    <a:pt x="0" y="7"/>
                  </a:cubicBezTo>
                </a:path>
              </a:pathLst>
            </a:custGeom>
            <a:solidFill>
              <a:srgbClr val="7695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295" name="Freeform 904">
              <a:extLst>
                <a:ext uri="{FF2B5EF4-FFF2-40B4-BE49-F238E27FC236}">
                  <a16:creationId xmlns:a16="http://schemas.microsoft.com/office/drawing/2014/main" id="{B8853399-3414-409F-8CE6-2BAA7C4B87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0" y="2650"/>
              <a:ext cx="332" cy="136"/>
            </a:xfrm>
            <a:custGeom>
              <a:avLst/>
              <a:gdLst>
                <a:gd name="T0" fmla="*/ 0 w 314"/>
                <a:gd name="T1" fmla="*/ 143 h 129"/>
                <a:gd name="T2" fmla="*/ 37 w 314"/>
                <a:gd name="T3" fmla="*/ 117 h 129"/>
                <a:gd name="T4" fmla="*/ 67 w 314"/>
                <a:gd name="T5" fmla="*/ 103 h 129"/>
                <a:gd name="T6" fmla="*/ 152 w 314"/>
                <a:gd name="T7" fmla="*/ 74 h 129"/>
                <a:gd name="T8" fmla="*/ 245 w 314"/>
                <a:gd name="T9" fmla="*/ 30 h 129"/>
                <a:gd name="T10" fmla="*/ 371 w 314"/>
                <a:gd name="T11" fmla="*/ 0 h 129"/>
                <a:gd name="T12" fmla="*/ 251 w 314"/>
                <a:gd name="T13" fmla="*/ 48 h 129"/>
                <a:gd name="T14" fmla="*/ 204 w 314"/>
                <a:gd name="T15" fmla="*/ 66 h 129"/>
                <a:gd name="T16" fmla="*/ 161 w 314"/>
                <a:gd name="T17" fmla="*/ 101 h 129"/>
                <a:gd name="T18" fmla="*/ 16 w 314"/>
                <a:gd name="T19" fmla="*/ 151 h 12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14" h="129">
                  <a:moveTo>
                    <a:pt x="0" y="122"/>
                  </a:moveTo>
                  <a:cubicBezTo>
                    <a:pt x="12" y="126"/>
                    <a:pt x="23" y="107"/>
                    <a:pt x="31" y="100"/>
                  </a:cubicBezTo>
                  <a:cubicBezTo>
                    <a:pt x="41" y="91"/>
                    <a:pt x="43" y="89"/>
                    <a:pt x="57" y="88"/>
                  </a:cubicBezTo>
                  <a:cubicBezTo>
                    <a:pt x="82" y="85"/>
                    <a:pt x="106" y="74"/>
                    <a:pt x="129" y="63"/>
                  </a:cubicBezTo>
                  <a:cubicBezTo>
                    <a:pt x="156" y="48"/>
                    <a:pt x="176" y="31"/>
                    <a:pt x="207" y="26"/>
                  </a:cubicBezTo>
                  <a:cubicBezTo>
                    <a:pt x="243" y="19"/>
                    <a:pt x="279" y="12"/>
                    <a:pt x="314" y="0"/>
                  </a:cubicBezTo>
                  <a:cubicBezTo>
                    <a:pt x="281" y="16"/>
                    <a:pt x="246" y="29"/>
                    <a:pt x="212" y="42"/>
                  </a:cubicBezTo>
                  <a:cubicBezTo>
                    <a:pt x="199" y="48"/>
                    <a:pt x="185" y="49"/>
                    <a:pt x="173" y="57"/>
                  </a:cubicBezTo>
                  <a:cubicBezTo>
                    <a:pt x="160" y="65"/>
                    <a:pt x="150" y="78"/>
                    <a:pt x="136" y="86"/>
                  </a:cubicBezTo>
                  <a:cubicBezTo>
                    <a:pt x="97" y="111"/>
                    <a:pt x="51" y="110"/>
                    <a:pt x="13" y="129"/>
                  </a:cubicBezTo>
                </a:path>
              </a:pathLst>
            </a:custGeom>
            <a:solidFill>
              <a:srgbClr val="4F72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296" name="Freeform 905">
              <a:extLst>
                <a:ext uri="{FF2B5EF4-FFF2-40B4-BE49-F238E27FC236}">
                  <a16:creationId xmlns:a16="http://schemas.microsoft.com/office/drawing/2014/main" id="{020D082D-CFAC-424F-8A58-12CED38304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7" y="2574"/>
              <a:ext cx="97" cy="72"/>
            </a:xfrm>
            <a:custGeom>
              <a:avLst/>
              <a:gdLst>
                <a:gd name="T0" fmla="*/ 0 w 91"/>
                <a:gd name="T1" fmla="*/ 80 h 68"/>
                <a:gd name="T2" fmla="*/ 1 w 91"/>
                <a:gd name="T3" fmla="*/ 75 h 68"/>
                <a:gd name="T4" fmla="*/ 110 w 91"/>
                <a:gd name="T5" fmla="*/ 0 h 68"/>
                <a:gd name="T6" fmla="*/ 92 w 91"/>
                <a:gd name="T7" fmla="*/ 50 h 68"/>
                <a:gd name="T8" fmla="*/ 36 w 91"/>
                <a:gd name="T9" fmla="*/ 69 h 68"/>
                <a:gd name="T10" fmla="*/ 4 w 91"/>
                <a:gd name="T11" fmla="*/ 78 h 6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1" h="68">
                  <a:moveTo>
                    <a:pt x="0" y="68"/>
                  </a:moveTo>
                  <a:cubicBezTo>
                    <a:pt x="1" y="66"/>
                    <a:pt x="0" y="65"/>
                    <a:pt x="1" y="63"/>
                  </a:cubicBezTo>
                  <a:cubicBezTo>
                    <a:pt x="36" y="51"/>
                    <a:pt x="67" y="26"/>
                    <a:pt x="91" y="0"/>
                  </a:cubicBezTo>
                  <a:cubicBezTo>
                    <a:pt x="84" y="12"/>
                    <a:pt x="67" y="27"/>
                    <a:pt x="76" y="42"/>
                  </a:cubicBezTo>
                  <a:cubicBezTo>
                    <a:pt x="62" y="50"/>
                    <a:pt x="45" y="53"/>
                    <a:pt x="30" y="58"/>
                  </a:cubicBezTo>
                  <a:cubicBezTo>
                    <a:pt x="22" y="61"/>
                    <a:pt x="12" y="67"/>
                    <a:pt x="4" y="66"/>
                  </a:cubicBezTo>
                </a:path>
              </a:pathLst>
            </a:custGeom>
            <a:solidFill>
              <a:srgbClr val="4F72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297" name="Freeform 906">
              <a:extLst>
                <a:ext uri="{FF2B5EF4-FFF2-40B4-BE49-F238E27FC236}">
                  <a16:creationId xmlns:a16="http://schemas.microsoft.com/office/drawing/2014/main" id="{38AB3F54-5252-4E61-8D3D-12912878BC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6" y="2515"/>
              <a:ext cx="54" cy="55"/>
            </a:xfrm>
            <a:custGeom>
              <a:avLst/>
              <a:gdLst>
                <a:gd name="T0" fmla="*/ 36 w 51"/>
                <a:gd name="T1" fmla="*/ 61 h 52"/>
                <a:gd name="T2" fmla="*/ 60 w 51"/>
                <a:gd name="T3" fmla="*/ 47 h 52"/>
                <a:gd name="T4" fmla="*/ 17 w 51"/>
                <a:gd name="T5" fmla="*/ 8 h 52"/>
                <a:gd name="T6" fmla="*/ 36 w 51"/>
                <a:gd name="T7" fmla="*/ 57 h 5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1" h="52">
                  <a:moveTo>
                    <a:pt x="30" y="52"/>
                  </a:moveTo>
                  <a:cubicBezTo>
                    <a:pt x="20" y="32"/>
                    <a:pt x="38" y="27"/>
                    <a:pt x="51" y="40"/>
                  </a:cubicBezTo>
                  <a:cubicBezTo>
                    <a:pt x="46" y="32"/>
                    <a:pt x="29" y="0"/>
                    <a:pt x="14" y="8"/>
                  </a:cubicBezTo>
                  <a:cubicBezTo>
                    <a:pt x="0" y="16"/>
                    <a:pt x="25" y="41"/>
                    <a:pt x="30" y="48"/>
                  </a:cubicBezTo>
                </a:path>
              </a:pathLst>
            </a:custGeom>
            <a:solidFill>
              <a:srgbClr val="7695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298" name="Freeform 907">
              <a:extLst>
                <a:ext uri="{FF2B5EF4-FFF2-40B4-BE49-F238E27FC236}">
                  <a16:creationId xmlns:a16="http://schemas.microsoft.com/office/drawing/2014/main" id="{D5CAC062-0C88-4B86-A6E0-0A83D23968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4" y="2595"/>
              <a:ext cx="50" cy="51"/>
            </a:xfrm>
            <a:custGeom>
              <a:avLst/>
              <a:gdLst>
                <a:gd name="T0" fmla="*/ 56 w 47"/>
                <a:gd name="T1" fmla="*/ 33 h 49"/>
                <a:gd name="T2" fmla="*/ 44 w 47"/>
                <a:gd name="T3" fmla="*/ 53 h 49"/>
                <a:gd name="T4" fmla="*/ 4 w 47"/>
                <a:gd name="T5" fmla="*/ 23 h 49"/>
                <a:gd name="T6" fmla="*/ 52 w 47"/>
                <a:gd name="T7" fmla="*/ 25 h 4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7" h="49">
                  <a:moveTo>
                    <a:pt x="47" y="30"/>
                  </a:moveTo>
                  <a:cubicBezTo>
                    <a:pt x="21" y="6"/>
                    <a:pt x="5" y="37"/>
                    <a:pt x="37" y="47"/>
                  </a:cubicBezTo>
                  <a:cubicBezTo>
                    <a:pt x="22" y="49"/>
                    <a:pt x="0" y="37"/>
                    <a:pt x="4" y="20"/>
                  </a:cubicBezTo>
                  <a:cubicBezTo>
                    <a:pt x="8" y="0"/>
                    <a:pt x="32" y="14"/>
                    <a:pt x="43" y="22"/>
                  </a:cubicBezTo>
                </a:path>
              </a:pathLst>
            </a:custGeom>
            <a:solidFill>
              <a:srgbClr val="7695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299" name="Freeform 908">
              <a:extLst>
                <a:ext uri="{FF2B5EF4-FFF2-40B4-BE49-F238E27FC236}">
                  <a16:creationId xmlns:a16="http://schemas.microsoft.com/office/drawing/2014/main" id="{F74CA5F8-BB06-4112-8AAA-2F9A6240528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4" y="2512"/>
              <a:ext cx="40" cy="64"/>
            </a:xfrm>
            <a:custGeom>
              <a:avLst/>
              <a:gdLst>
                <a:gd name="T0" fmla="*/ 0 w 38"/>
                <a:gd name="T1" fmla="*/ 52 h 60"/>
                <a:gd name="T2" fmla="*/ 19 w 38"/>
                <a:gd name="T3" fmla="*/ 73 h 60"/>
                <a:gd name="T4" fmla="*/ 35 w 38"/>
                <a:gd name="T5" fmla="*/ 16 h 60"/>
                <a:gd name="T6" fmla="*/ 0 w 38"/>
                <a:gd name="T7" fmla="*/ 39 h 6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" h="60">
                  <a:moveTo>
                    <a:pt x="0" y="43"/>
                  </a:moveTo>
                  <a:cubicBezTo>
                    <a:pt x="0" y="17"/>
                    <a:pt x="24" y="36"/>
                    <a:pt x="16" y="60"/>
                  </a:cubicBezTo>
                  <a:cubicBezTo>
                    <a:pt x="19" y="51"/>
                    <a:pt x="38" y="23"/>
                    <a:pt x="29" y="13"/>
                  </a:cubicBezTo>
                  <a:cubicBezTo>
                    <a:pt x="18" y="0"/>
                    <a:pt x="4" y="26"/>
                    <a:pt x="0" y="33"/>
                  </a:cubicBezTo>
                </a:path>
              </a:pathLst>
            </a:custGeom>
            <a:solidFill>
              <a:srgbClr val="7695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300" name="Freeform 909">
              <a:extLst>
                <a:ext uri="{FF2B5EF4-FFF2-40B4-BE49-F238E27FC236}">
                  <a16:creationId xmlns:a16="http://schemas.microsoft.com/office/drawing/2014/main" id="{49F78456-7100-421B-B577-C6A41E4BC7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4" y="2585"/>
              <a:ext cx="54" cy="56"/>
            </a:xfrm>
            <a:custGeom>
              <a:avLst/>
              <a:gdLst>
                <a:gd name="T0" fmla="*/ 0 w 51"/>
                <a:gd name="T1" fmla="*/ 33 h 53"/>
                <a:gd name="T2" fmla="*/ 16 w 51"/>
                <a:gd name="T3" fmla="*/ 62 h 53"/>
                <a:gd name="T4" fmla="*/ 60 w 51"/>
                <a:gd name="T5" fmla="*/ 15 h 53"/>
                <a:gd name="T6" fmla="*/ 6 w 51"/>
                <a:gd name="T7" fmla="*/ 26 h 5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1" h="53">
                  <a:moveTo>
                    <a:pt x="0" y="27"/>
                  </a:moveTo>
                  <a:cubicBezTo>
                    <a:pt x="27" y="10"/>
                    <a:pt x="33" y="47"/>
                    <a:pt x="13" y="53"/>
                  </a:cubicBezTo>
                  <a:cubicBezTo>
                    <a:pt x="35" y="52"/>
                    <a:pt x="44" y="30"/>
                    <a:pt x="51" y="12"/>
                  </a:cubicBezTo>
                  <a:cubicBezTo>
                    <a:pt x="40" y="0"/>
                    <a:pt x="15" y="14"/>
                    <a:pt x="6" y="23"/>
                  </a:cubicBezTo>
                </a:path>
              </a:pathLst>
            </a:custGeom>
            <a:solidFill>
              <a:srgbClr val="7695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301" name="Freeform 910">
              <a:extLst>
                <a:ext uri="{FF2B5EF4-FFF2-40B4-BE49-F238E27FC236}">
                  <a16:creationId xmlns:a16="http://schemas.microsoft.com/office/drawing/2014/main" id="{9C832E40-B9B1-4AF7-A42B-0F72FB9F69FE}"/>
                </a:ext>
              </a:extLst>
            </p:cNvPr>
            <p:cNvSpPr>
              <a:spLocks/>
            </p:cNvSpPr>
            <p:nvPr/>
          </p:nvSpPr>
          <p:spPr bwMode="auto">
            <a:xfrm>
              <a:off x="883" y="2389"/>
              <a:ext cx="96" cy="740"/>
            </a:xfrm>
            <a:custGeom>
              <a:avLst/>
              <a:gdLst>
                <a:gd name="T0" fmla="*/ 76 w 91"/>
                <a:gd name="T1" fmla="*/ 0 h 699"/>
                <a:gd name="T2" fmla="*/ 47 w 91"/>
                <a:gd name="T3" fmla="*/ 434 h 699"/>
                <a:gd name="T4" fmla="*/ 100 w 91"/>
                <a:gd name="T5" fmla="*/ 829 h 699"/>
                <a:gd name="T6" fmla="*/ 107 w 91"/>
                <a:gd name="T7" fmla="*/ 654 h 699"/>
                <a:gd name="T8" fmla="*/ 59 w 91"/>
                <a:gd name="T9" fmla="*/ 404 h 699"/>
                <a:gd name="T10" fmla="*/ 76 w 91"/>
                <a:gd name="T11" fmla="*/ 0 h 69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1" h="699">
                  <a:moveTo>
                    <a:pt x="64" y="0"/>
                  </a:moveTo>
                  <a:cubicBezTo>
                    <a:pt x="64" y="0"/>
                    <a:pt x="0" y="227"/>
                    <a:pt x="41" y="366"/>
                  </a:cubicBezTo>
                  <a:cubicBezTo>
                    <a:pt x="83" y="504"/>
                    <a:pt x="70" y="659"/>
                    <a:pt x="85" y="699"/>
                  </a:cubicBezTo>
                  <a:cubicBezTo>
                    <a:pt x="85" y="699"/>
                    <a:pt x="91" y="595"/>
                    <a:pt x="91" y="552"/>
                  </a:cubicBezTo>
                  <a:cubicBezTo>
                    <a:pt x="91" y="508"/>
                    <a:pt x="58" y="411"/>
                    <a:pt x="50" y="341"/>
                  </a:cubicBezTo>
                  <a:cubicBezTo>
                    <a:pt x="41" y="271"/>
                    <a:pt x="17" y="283"/>
                    <a:pt x="64" y="0"/>
                  </a:cubicBezTo>
                  <a:close/>
                </a:path>
              </a:pathLst>
            </a:custGeom>
            <a:solidFill>
              <a:srgbClr val="A6C2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302" name="Freeform 911">
              <a:extLst>
                <a:ext uri="{FF2B5EF4-FFF2-40B4-BE49-F238E27FC236}">
                  <a16:creationId xmlns:a16="http://schemas.microsoft.com/office/drawing/2014/main" id="{33A81398-6971-4DB4-A0C9-2DADF6C8F98D}"/>
                </a:ext>
              </a:extLst>
            </p:cNvPr>
            <p:cNvSpPr>
              <a:spLocks/>
            </p:cNvSpPr>
            <p:nvPr/>
          </p:nvSpPr>
          <p:spPr bwMode="auto">
            <a:xfrm>
              <a:off x="977" y="3170"/>
              <a:ext cx="146" cy="159"/>
            </a:xfrm>
            <a:custGeom>
              <a:avLst/>
              <a:gdLst>
                <a:gd name="T0" fmla="*/ 8 w 138"/>
                <a:gd name="T1" fmla="*/ 0 h 150"/>
                <a:gd name="T2" fmla="*/ 24 w 138"/>
                <a:gd name="T3" fmla="*/ 60 h 150"/>
                <a:gd name="T4" fmla="*/ 20 w 138"/>
                <a:gd name="T5" fmla="*/ 91 h 150"/>
                <a:gd name="T6" fmla="*/ 26 w 138"/>
                <a:gd name="T7" fmla="*/ 104 h 150"/>
                <a:gd name="T8" fmla="*/ 22 w 138"/>
                <a:gd name="T9" fmla="*/ 116 h 150"/>
                <a:gd name="T10" fmla="*/ 37 w 138"/>
                <a:gd name="T11" fmla="*/ 142 h 150"/>
                <a:gd name="T12" fmla="*/ 80 w 138"/>
                <a:gd name="T13" fmla="*/ 157 h 150"/>
                <a:gd name="T14" fmla="*/ 163 w 138"/>
                <a:gd name="T15" fmla="*/ 174 h 150"/>
                <a:gd name="T16" fmla="*/ 71 w 138"/>
                <a:gd name="T17" fmla="*/ 145 h 150"/>
                <a:gd name="T18" fmla="*/ 30 w 138"/>
                <a:gd name="T19" fmla="*/ 83 h 150"/>
                <a:gd name="T20" fmla="*/ 71 w 138"/>
                <a:gd name="T21" fmla="*/ 95 h 150"/>
                <a:gd name="T22" fmla="*/ 45 w 138"/>
                <a:gd name="T23" fmla="*/ 78 h 150"/>
                <a:gd name="T24" fmla="*/ 45 w 138"/>
                <a:gd name="T25" fmla="*/ 54 h 150"/>
                <a:gd name="T26" fmla="*/ 8 w 138"/>
                <a:gd name="T27" fmla="*/ 8 h 15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38" h="150">
                  <a:moveTo>
                    <a:pt x="8" y="0"/>
                  </a:moveTo>
                  <a:cubicBezTo>
                    <a:pt x="0" y="24"/>
                    <a:pt x="20" y="33"/>
                    <a:pt x="21" y="51"/>
                  </a:cubicBezTo>
                  <a:cubicBezTo>
                    <a:pt x="22" y="57"/>
                    <a:pt x="16" y="68"/>
                    <a:pt x="17" y="76"/>
                  </a:cubicBezTo>
                  <a:cubicBezTo>
                    <a:pt x="17" y="80"/>
                    <a:pt x="23" y="83"/>
                    <a:pt x="23" y="87"/>
                  </a:cubicBezTo>
                  <a:cubicBezTo>
                    <a:pt x="23" y="90"/>
                    <a:pt x="19" y="96"/>
                    <a:pt x="19" y="97"/>
                  </a:cubicBezTo>
                  <a:cubicBezTo>
                    <a:pt x="19" y="111"/>
                    <a:pt x="14" y="110"/>
                    <a:pt x="31" y="119"/>
                  </a:cubicBezTo>
                  <a:cubicBezTo>
                    <a:pt x="43" y="125"/>
                    <a:pt x="56" y="129"/>
                    <a:pt x="68" y="132"/>
                  </a:cubicBezTo>
                  <a:cubicBezTo>
                    <a:pt x="90" y="138"/>
                    <a:pt x="115" y="150"/>
                    <a:pt x="138" y="146"/>
                  </a:cubicBezTo>
                  <a:cubicBezTo>
                    <a:pt x="115" y="133"/>
                    <a:pt x="84" y="132"/>
                    <a:pt x="60" y="122"/>
                  </a:cubicBezTo>
                  <a:cubicBezTo>
                    <a:pt x="34" y="111"/>
                    <a:pt x="28" y="97"/>
                    <a:pt x="25" y="70"/>
                  </a:cubicBezTo>
                  <a:cubicBezTo>
                    <a:pt x="37" y="71"/>
                    <a:pt x="47" y="81"/>
                    <a:pt x="60" y="80"/>
                  </a:cubicBezTo>
                  <a:cubicBezTo>
                    <a:pt x="56" y="76"/>
                    <a:pt x="42" y="70"/>
                    <a:pt x="39" y="66"/>
                  </a:cubicBezTo>
                  <a:cubicBezTo>
                    <a:pt x="34" y="58"/>
                    <a:pt x="42" y="50"/>
                    <a:pt x="39" y="45"/>
                  </a:cubicBezTo>
                  <a:cubicBezTo>
                    <a:pt x="33" y="32"/>
                    <a:pt x="14" y="27"/>
                    <a:pt x="8" y="8"/>
                  </a:cubicBezTo>
                </a:path>
              </a:pathLst>
            </a:custGeom>
            <a:solidFill>
              <a:srgbClr val="A6C2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303" name="Freeform 912">
              <a:extLst>
                <a:ext uri="{FF2B5EF4-FFF2-40B4-BE49-F238E27FC236}">
                  <a16:creationId xmlns:a16="http://schemas.microsoft.com/office/drawing/2014/main" id="{0C59B67D-00E0-41EB-9073-830EC2B365BF}"/>
                </a:ext>
              </a:extLst>
            </p:cNvPr>
            <p:cNvSpPr>
              <a:spLocks/>
            </p:cNvSpPr>
            <p:nvPr/>
          </p:nvSpPr>
          <p:spPr bwMode="auto">
            <a:xfrm>
              <a:off x="977" y="3334"/>
              <a:ext cx="53" cy="474"/>
            </a:xfrm>
            <a:custGeom>
              <a:avLst/>
              <a:gdLst>
                <a:gd name="T0" fmla="*/ 13 w 50"/>
                <a:gd name="T1" fmla="*/ 0 h 448"/>
                <a:gd name="T2" fmla="*/ 15 w 50"/>
                <a:gd name="T3" fmla="*/ 351 h 448"/>
                <a:gd name="T4" fmla="*/ 27 w 50"/>
                <a:gd name="T5" fmla="*/ 448 h 448"/>
                <a:gd name="T6" fmla="*/ 41 w 50"/>
                <a:gd name="T7" fmla="*/ 531 h 448"/>
                <a:gd name="T8" fmla="*/ 49 w 50"/>
                <a:gd name="T9" fmla="*/ 430 h 448"/>
                <a:gd name="T10" fmla="*/ 37 w 50"/>
                <a:gd name="T11" fmla="*/ 339 h 448"/>
                <a:gd name="T12" fmla="*/ 13 w 50"/>
                <a:gd name="T13" fmla="*/ 0 h 44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0" h="448">
                  <a:moveTo>
                    <a:pt x="10" y="0"/>
                  </a:moveTo>
                  <a:cubicBezTo>
                    <a:pt x="10" y="0"/>
                    <a:pt x="0" y="258"/>
                    <a:pt x="12" y="297"/>
                  </a:cubicBezTo>
                  <a:cubicBezTo>
                    <a:pt x="25" y="337"/>
                    <a:pt x="10" y="361"/>
                    <a:pt x="23" y="378"/>
                  </a:cubicBezTo>
                  <a:cubicBezTo>
                    <a:pt x="35" y="394"/>
                    <a:pt x="35" y="448"/>
                    <a:pt x="35" y="448"/>
                  </a:cubicBezTo>
                  <a:cubicBezTo>
                    <a:pt x="35" y="448"/>
                    <a:pt x="50" y="388"/>
                    <a:pt x="41" y="363"/>
                  </a:cubicBezTo>
                  <a:cubicBezTo>
                    <a:pt x="33" y="339"/>
                    <a:pt x="37" y="310"/>
                    <a:pt x="31" y="285"/>
                  </a:cubicBezTo>
                  <a:cubicBezTo>
                    <a:pt x="25" y="260"/>
                    <a:pt x="4" y="43"/>
                    <a:pt x="10" y="0"/>
                  </a:cubicBezTo>
                  <a:close/>
                </a:path>
              </a:pathLst>
            </a:custGeom>
            <a:solidFill>
              <a:srgbClr val="A6C2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304" name="Freeform 913">
              <a:extLst>
                <a:ext uri="{FF2B5EF4-FFF2-40B4-BE49-F238E27FC236}">
                  <a16:creationId xmlns:a16="http://schemas.microsoft.com/office/drawing/2014/main" id="{E812E0B4-473F-4FBE-915F-5A58B4CF99A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3" y="3004"/>
              <a:ext cx="144" cy="179"/>
            </a:xfrm>
            <a:custGeom>
              <a:avLst/>
              <a:gdLst>
                <a:gd name="T0" fmla="*/ 0 w 136"/>
                <a:gd name="T1" fmla="*/ 0 h 169"/>
                <a:gd name="T2" fmla="*/ 57 w 136"/>
                <a:gd name="T3" fmla="*/ 140 h 169"/>
                <a:gd name="T4" fmla="*/ 161 w 136"/>
                <a:gd name="T5" fmla="*/ 196 h 169"/>
                <a:gd name="T6" fmla="*/ 95 w 136"/>
                <a:gd name="T7" fmla="*/ 184 h 169"/>
                <a:gd name="T8" fmla="*/ 75 w 136"/>
                <a:gd name="T9" fmla="*/ 132 h 169"/>
                <a:gd name="T10" fmla="*/ 43 w 136"/>
                <a:gd name="T11" fmla="*/ 69 h 169"/>
                <a:gd name="T12" fmla="*/ 8 w 136"/>
                <a:gd name="T13" fmla="*/ 8 h 16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6" h="169">
                  <a:moveTo>
                    <a:pt x="0" y="0"/>
                  </a:moveTo>
                  <a:cubicBezTo>
                    <a:pt x="26" y="37"/>
                    <a:pt x="42" y="75"/>
                    <a:pt x="48" y="118"/>
                  </a:cubicBezTo>
                  <a:cubicBezTo>
                    <a:pt x="55" y="169"/>
                    <a:pt x="90" y="165"/>
                    <a:pt x="136" y="165"/>
                  </a:cubicBezTo>
                  <a:cubicBezTo>
                    <a:pt x="121" y="166"/>
                    <a:pt x="92" y="165"/>
                    <a:pt x="80" y="155"/>
                  </a:cubicBezTo>
                  <a:cubicBezTo>
                    <a:pt x="69" y="146"/>
                    <a:pt x="68" y="125"/>
                    <a:pt x="63" y="111"/>
                  </a:cubicBezTo>
                  <a:cubicBezTo>
                    <a:pt x="57" y="92"/>
                    <a:pt x="46" y="75"/>
                    <a:pt x="37" y="58"/>
                  </a:cubicBezTo>
                  <a:cubicBezTo>
                    <a:pt x="29" y="44"/>
                    <a:pt x="20" y="18"/>
                    <a:pt x="8" y="8"/>
                  </a:cubicBezTo>
                </a:path>
              </a:pathLst>
            </a:custGeom>
            <a:solidFill>
              <a:srgbClr val="A6C2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305" name="Freeform 914">
              <a:extLst>
                <a:ext uri="{FF2B5EF4-FFF2-40B4-BE49-F238E27FC236}">
                  <a16:creationId xmlns:a16="http://schemas.microsoft.com/office/drawing/2014/main" id="{62C1575A-FE4E-4EDC-A002-972054E6DA9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9" y="3207"/>
              <a:ext cx="107" cy="37"/>
            </a:xfrm>
            <a:custGeom>
              <a:avLst/>
              <a:gdLst>
                <a:gd name="T0" fmla="*/ 24 w 101"/>
                <a:gd name="T1" fmla="*/ 2 h 35"/>
                <a:gd name="T2" fmla="*/ 5 w 101"/>
                <a:gd name="T3" fmla="*/ 17 h 35"/>
                <a:gd name="T4" fmla="*/ 40 w 101"/>
                <a:gd name="T5" fmla="*/ 33 h 35"/>
                <a:gd name="T6" fmla="*/ 120 w 101"/>
                <a:gd name="T7" fmla="*/ 34 h 35"/>
                <a:gd name="T8" fmla="*/ 22 w 101"/>
                <a:gd name="T9" fmla="*/ 4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1" h="35">
                  <a:moveTo>
                    <a:pt x="21" y="2"/>
                  </a:moveTo>
                  <a:cubicBezTo>
                    <a:pt x="13" y="0"/>
                    <a:pt x="0" y="3"/>
                    <a:pt x="5" y="14"/>
                  </a:cubicBezTo>
                  <a:cubicBezTo>
                    <a:pt x="8" y="22"/>
                    <a:pt x="27" y="26"/>
                    <a:pt x="34" y="27"/>
                  </a:cubicBezTo>
                  <a:cubicBezTo>
                    <a:pt x="53" y="29"/>
                    <a:pt x="82" y="32"/>
                    <a:pt x="101" y="28"/>
                  </a:cubicBezTo>
                  <a:cubicBezTo>
                    <a:pt x="85" y="19"/>
                    <a:pt x="18" y="35"/>
                    <a:pt x="19" y="4"/>
                  </a:cubicBezTo>
                </a:path>
              </a:pathLst>
            </a:custGeom>
            <a:solidFill>
              <a:srgbClr val="A6C2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306" name="Freeform 915">
              <a:extLst>
                <a:ext uri="{FF2B5EF4-FFF2-40B4-BE49-F238E27FC236}">
                  <a16:creationId xmlns:a16="http://schemas.microsoft.com/office/drawing/2014/main" id="{4FF2D5CB-7F52-4EF6-BAC8-629B4D8D651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1" y="3272"/>
              <a:ext cx="63" cy="426"/>
            </a:xfrm>
            <a:custGeom>
              <a:avLst/>
              <a:gdLst>
                <a:gd name="T0" fmla="*/ 53 w 59"/>
                <a:gd name="T1" fmla="*/ 1 h 403"/>
                <a:gd name="T2" fmla="*/ 1 w 59"/>
                <a:gd name="T3" fmla="*/ 37 h 403"/>
                <a:gd name="T4" fmla="*/ 32 w 59"/>
                <a:gd name="T5" fmla="*/ 191 h 403"/>
                <a:gd name="T6" fmla="*/ 53 w 59"/>
                <a:gd name="T7" fmla="*/ 326 h 403"/>
                <a:gd name="T8" fmla="*/ 72 w 59"/>
                <a:gd name="T9" fmla="*/ 476 h 403"/>
                <a:gd name="T10" fmla="*/ 34 w 59"/>
                <a:gd name="T11" fmla="*/ 137 h 403"/>
                <a:gd name="T12" fmla="*/ 56 w 59"/>
                <a:gd name="T13" fmla="*/ 14 h 40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9" h="403">
                  <a:moveTo>
                    <a:pt x="44" y="1"/>
                  </a:moveTo>
                  <a:cubicBezTo>
                    <a:pt x="20" y="0"/>
                    <a:pt x="0" y="3"/>
                    <a:pt x="1" y="31"/>
                  </a:cubicBezTo>
                  <a:cubicBezTo>
                    <a:pt x="1" y="73"/>
                    <a:pt x="18" y="121"/>
                    <a:pt x="26" y="162"/>
                  </a:cubicBezTo>
                  <a:cubicBezTo>
                    <a:pt x="33" y="200"/>
                    <a:pt x="41" y="237"/>
                    <a:pt x="44" y="275"/>
                  </a:cubicBezTo>
                  <a:cubicBezTo>
                    <a:pt x="47" y="317"/>
                    <a:pt x="43" y="364"/>
                    <a:pt x="59" y="403"/>
                  </a:cubicBezTo>
                  <a:cubicBezTo>
                    <a:pt x="57" y="306"/>
                    <a:pt x="43" y="211"/>
                    <a:pt x="28" y="116"/>
                  </a:cubicBezTo>
                  <a:cubicBezTo>
                    <a:pt x="23" y="87"/>
                    <a:pt x="2" y="14"/>
                    <a:pt x="46" y="11"/>
                  </a:cubicBezTo>
                </a:path>
              </a:pathLst>
            </a:custGeom>
            <a:solidFill>
              <a:srgbClr val="A6C2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</p:grpSp>
      <p:grpSp>
        <p:nvGrpSpPr>
          <p:cNvPr id="53256" name="green-obesity-t-shirt-illustration">
            <a:extLst>
              <a:ext uri="{FF2B5EF4-FFF2-40B4-BE49-F238E27FC236}">
                <a16:creationId xmlns:a16="http://schemas.microsoft.com/office/drawing/2014/main" id="{EE0509CF-5D14-4D71-8CB4-D0428A5BF6C4}"/>
              </a:ext>
            </a:extLst>
          </p:cNvPr>
          <p:cNvGrpSpPr>
            <a:grpSpLocks/>
          </p:cNvGrpSpPr>
          <p:nvPr/>
        </p:nvGrpSpPr>
        <p:grpSpPr bwMode="auto">
          <a:xfrm>
            <a:off x="2490788" y="1925638"/>
            <a:ext cx="3121025" cy="2566987"/>
            <a:chOff x="609" y="1181"/>
            <a:chExt cx="1966" cy="1617"/>
          </a:xfrm>
        </p:grpSpPr>
        <p:sp>
          <p:nvSpPr>
            <p:cNvPr id="53257" name="Freeform 917">
              <a:extLst>
                <a:ext uri="{FF2B5EF4-FFF2-40B4-BE49-F238E27FC236}">
                  <a16:creationId xmlns:a16="http://schemas.microsoft.com/office/drawing/2014/main" id="{8A014D2B-F822-49F2-83E4-6E569B2C62B7}"/>
                </a:ext>
              </a:extLst>
            </p:cNvPr>
            <p:cNvSpPr>
              <a:spLocks/>
            </p:cNvSpPr>
            <p:nvPr/>
          </p:nvSpPr>
          <p:spPr bwMode="auto">
            <a:xfrm>
              <a:off x="609" y="1181"/>
              <a:ext cx="1966" cy="1617"/>
            </a:xfrm>
            <a:custGeom>
              <a:avLst/>
              <a:gdLst>
                <a:gd name="T0" fmla="*/ 1830 w 1609"/>
                <a:gd name="T1" fmla="*/ 0 h 1322"/>
                <a:gd name="T2" fmla="*/ 2678 w 1609"/>
                <a:gd name="T3" fmla="*/ 394 h 1322"/>
                <a:gd name="T4" fmla="*/ 2935 w 1609"/>
                <a:gd name="T5" fmla="*/ 993 h 1322"/>
                <a:gd name="T6" fmla="*/ 2516 w 1609"/>
                <a:gd name="T7" fmla="*/ 1175 h 1322"/>
                <a:gd name="T8" fmla="*/ 2664 w 1609"/>
                <a:gd name="T9" fmla="*/ 2172 h 1322"/>
                <a:gd name="T10" fmla="*/ 1514 w 1609"/>
                <a:gd name="T11" fmla="*/ 2419 h 1322"/>
                <a:gd name="T12" fmla="*/ 1421 w 1609"/>
                <a:gd name="T13" fmla="*/ 2419 h 1322"/>
                <a:gd name="T14" fmla="*/ 271 w 1609"/>
                <a:gd name="T15" fmla="*/ 2172 h 1322"/>
                <a:gd name="T16" fmla="*/ 418 w 1609"/>
                <a:gd name="T17" fmla="*/ 1175 h 1322"/>
                <a:gd name="T18" fmla="*/ 0 w 1609"/>
                <a:gd name="T19" fmla="*/ 993 h 1322"/>
                <a:gd name="T20" fmla="*/ 255 w 1609"/>
                <a:gd name="T21" fmla="*/ 394 h 1322"/>
                <a:gd name="T22" fmla="*/ 1103 w 1609"/>
                <a:gd name="T23" fmla="*/ 0 h 1322"/>
                <a:gd name="T24" fmla="*/ 1469 w 1609"/>
                <a:gd name="T25" fmla="*/ 269 h 1322"/>
                <a:gd name="T26" fmla="*/ 1830 w 1609"/>
                <a:gd name="T27" fmla="*/ 0 h 132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609" h="1322">
                  <a:moveTo>
                    <a:pt x="1003" y="0"/>
                  </a:moveTo>
                  <a:cubicBezTo>
                    <a:pt x="1003" y="0"/>
                    <a:pt x="1405" y="58"/>
                    <a:pt x="1468" y="215"/>
                  </a:cubicBezTo>
                  <a:cubicBezTo>
                    <a:pt x="1609" y="543"/>
                    <a:pt x="1609" y="543"/>
                    <a:pt x="1609" y="543"/>
                  </a:cubicBezTo>
                  <a:cubicBezTo>
                    <a:pt x="1609" y="543"/>
                    <a:pt x="1609" y="623"/>
                    <a:pt x="1379" y="643"/>
                  </a:cubicBezTo>
                  <a:cubicBezTo>
                    <a:pt x="1379" y="643"/>
                    <a:pt x="1428" y="790"/>
                    <a:pt x="1460" y="1187"/>
                  </a:cubicBezTo>
                  <a:cubicBezTo>
                    <a:pt x="1460" y="1187"/>
                    <a:pt x="1373" y="1311"/>
                    <a:pt x="830" y="1322"/>
                  </a:cubicBezTo>
                  <a:cubicBezTo>
                    <a:pt x="779" y="1322"/>
                    <a:pt x="779" y="1322"/>
                    <a:pt x="779" y="1322"/>
                  </a:cubicBezTo>
                  <a:cubicBezTo>
                    <a:pt x="236" y="1311"/>
                    <a:pt x="149" y="1187"/>
                    <a:pt x="149" y="1187"/>
                  </a:cubicBezTo>
                  <a:cubicBezTo>
                    <a:pt x="180" y="790"/>
                    <a:pt x="229" y="643"/>
                    <a:pt x="229" y="643"/>
                  </a:cubicBezTo>
                  <a:cubicBezTo>
                    <a:pt x="0" y="623"/>
                    <a:pt x="0" y="543"/>
                    <a:pt x="0" y="543"/>
                  </a:cubicBezTo>
                  <a:cubicBezTo>
                    <a:pt x="140" y="215"/>
                    <a:pt x="140" y="215"/>
                    <a:pt x="140" y="215"/>
                  </a:cubicBezTo>
                  <a:cubicBezTo>
                    <a:pt x="204" y="58"/>
                    <a:pt x="605" y="0"/>
                    <a:pt x="605" y="0"/>
                  </a:cubicBezTo>
                  <a:cubicBezTo>
                    <a:pt x="605" y="0"/>
                    <a:pt x="582" y="155"/>
                    <a:pt x="805" y="147"/>
                  </a:cubicBezTo>
                  <a:cubicBezTo>
                    <a:pt x="1038" y="139"/>
                    <a:pt x="1003" y="0"/>
                    <a:pt x="1003" y="0"/>
                  </a:cubicBezTo>
                  <a:close/>
                </a:path>
              </a:pathLst>
            </a:custGeom>
            <a:solidFill>
              <a:srgbClr val="1745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258" name="Freeform 918">
              <a:extLst>
                <a:ext uri="{FF2B5EF4-FFF2-40B4-BE49-F238E27FC236}">
                  <a16:creationId xmlns:a16="http://schemas.microsoft.com/office/drawing/2014/main" id="{C4F844A8-3E10-400A-BCE9-DD670D74048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835" y="1181"/>
              <a:ext cx="740" cy="1481"/>
            </a:xfrm>
            <a:custGeom>
              <a:avLst/>
              <a:gdLst>
                <a:gd name="T0" fmla="*/ 706 w 606"/>
                <a:gd name="T1" fmla="*/ 1249 h 1211"/>
                <a:gd name="T2" fmla="*/ 777 w 606"/>
                <a:gd name="T3" fmla="*/ 2215 h 1211"/>
                <a:gd name="T4" fmla="*/ 832 w 606"/>
                <a:gd name="T5" fmla="*/ 2172 h 1211"/>
                <a:gd name="T6" fmla="*/ 706 w 606"/>
                <a:gd name="T7" fmla="*/ 1249 h 1211"/>
                <a:gd name="T8" fmla="*/ 706 w 606"/>
                <a:gd name="T9" fmla="*/ 1249 h 1211"/>
                <a:gd name="T10" fmla="*/ 847 w 606"/>
                <a:gd name="T11" fmla="*/ 394 h 1211"/>
                <a:gd name="T12" fmla="*/ 0 w 606"/>
                <a:gd name="T13" fmla="*/ 0 h 1211"/>
                <a:gd name="T14" fmla="*/ 486 w 606"/>
                <a:gd name="T15" fmla="*/ 130 h 1211"/>
                <a:gd name="T16" fmla="*/ 796 w 606"/>
                <a:gd name="T17" fmla="*/ 475 h 1211"/>
                <a:gd name="T18" fmla="*/ 1051 w 606"/>
                <a:gd name="T19" fmla="*/ 1069 h 1211"/>
                <a:gd name="T20" fmla="*/ 1104 w 606"/>
                <a:gd name="T21" fmla="*/ 993 h 1211"/>
                <a:gd name="T22" fmla="*/ 847 w 606"/>
                <a:gd name="T23" fmla="*/ 394 h 121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06" h="1211">
                  <a:moveTo>
                    <a:pt x="387" y="683"/>
                  </a:moveTo>
                  <a:cubicBezTo>
                    <a:pt x="387" y="683"/>
                    <a:pt x="396" y="829"/>
                    <a:pt x="427" y="1211"/>
                  </a:cubicBezTo>
                  <a:cubicBezTo>
                    <a:pt x="450" y="1197"/>
                    <a:pt x="457" y="1187"/>
                    <a:pt x="457" y="1187"/>
                  </a:cubicBezTo>
                  <a:cubicBezTo>
                    <a:pt x="434" y="905"/>
                    <a:pt x="403" y="750"/>
                    <a:pt x="387" y="683"/>
                  </a:cubicBezTo>
                  <a:cubicBezTo>
                    <a:pt x="375" y="684"/>
                    <a:pt x="401" y="682"/>
                    <a:pt x="387" y="683"/>
                  </a:cubicBezTo>
                  <a:close/>
                  <a:moveTo>
                    <a:pt x="465" y="215"/>
                  </a:moveTo>
                  <a:cubicBezTo>
                    <a:pt x="402" y="58"/>
                    <a:pt x="0" y="0"/>
                    <a:pt x="0" y="0"/>
                  </a:cubicBezTo>
                  <a:cubicBezTo>
                    <a:pt x="0" y="0"/>
                    <a:pt x="224" y="47"/>
                    <a:pt x="267" y="71"/>
                  </a:cubicBezTo>
                  <a:cubicBezTo>
                    <a:pt x="342" y="119"/>
                    <a:pt x="384" y="126"/>
                    <a:pt x="437" y="259"/>
                  </a:cubicBezTo>
                  <a:cubicBezTo>
                    <a:pt x="577" y="585"/>
                    <a:pt x="577" y="585"/>
                    <a:pt x="577" y="585"/>
                  </a:cubicBezTo>
                  <a:cubicBezTo>
                    <a:pt x="606" y="563"/>
                    <a:pt x="606" y="543"/>
                    <a:pt x="606" y="543"/>
                  </a:cubicBezTo>
                  <a:lnTo>
                    <a:pt x="465" y="215"/>
                  </a:lnTo>
                  <a:close/>
                </a:path>
              </a:pathLst>
            </a:custGeom>
            <a:solidFill>
              <a:srgbClr val="102B1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259" name="Freeform 919">
              <a:extLst>
                <a:ext uri="{FF2B5EF4-FFF2-40B4-BE49-F238E27FC236}">
                  <a16:creationId xmlns:a16="http://schemas.microsoft.com/office/drawing/2014/main" id="{C61983DB-7D38-4DC1-8BC7-732754127E0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09" y="1181"/>
              <a:ext cx="1323" cy="1617"/>
            </a:xfrm>
            <a:custGeom>
              <a:avLst/>
              <a:gdLst>
                <a:gd name="T0" fmla="*/ 410 w 1083"/>
                <a:gd name="T1" fmla="*/ 2172 h 1322"/>
                <a:gd name="T2" fmla="*/ 419 w 1083"/>
                <a:gd name="T3" fmla="*/ 1173 h 1322"/>
                <a:gd name="T4" fmla="*/ 139 w 1083"/>
                <a:gd name="T5" fmla="*/ 993 h 1322"/>
                <a:gd name="T6" fmla="*/ 395 w 1083"/>
                <a:gd name="T7" fmla="*/ 394 h 1322"/>
                <a:gd name="T8" fmla="*/ 1103 w 1083"/>
                <a:gd name="T9" fmla="*/ 26 h 1322"/>
                <a:gd name="T10" fmla="*/ 1103 w 1083"/>
                <a:gd name="T11" fmla="*/ 0 h 1322"/>
                <a:gd name="T12" fmla="*/ 255 w 1083"/>
                <a:gd name="T13" fmla="*/ 394 h 1322"/>
                <a:gd name="T14" fmla="*/ 0 w 1083"/>
                <a:gd name="T15" fmla="*/ 993 h 1322"/>
                <a:gd name="T16" fmla="*/ 418 w 1083"/>
                <a:gd name="T17" fmla="*/ 1175 h 1322"/>
                <a:gd name="T18" fmla="*/ 271 w 1083"/>
                <a:gd name="T19" fmla="*/ 2172 h 1322"/>
                <a:gd name="T20" fmla="*/ 1421 w 1083"/>
                <a:gd name="T21" fmla="*/ 2419 h 1322"/>
                <a:gd name="T22" fmla="*/ 1514 w 1083"/>
                <a:gd name="T23" fmla="*/ 2419 h 1322"/>
                <a:gd name="T24" fmla="*/ 1536 w 1083"/>
                <a:gd name="T25" fmla="*/ 2419 h 1322"/>
                <a:gd name="T26" fmla="*/ 410 w 1083"/>
                <a:gd name="T27" fmla="*/ 2172 h 1322"/>
                <a:gd name="T28" fmla="*/ 1972 w 1083"/>
                <a:gd name="T29" fmla="*/ 27 h 1322"/>
                <a:gd name="T30" fmla="*/ 1828 w 1083"/>
                <a:gd name="T31" fmla="*/ 0 h 1322"/>
                <a:gd name="T32" fmla="*/ 1511 w 1083"/>
                <a:gd name="T33" fmla="*/ 268 h 1322"/>
                <a:gd name="T34" fmla="*/ 1605 w 1083"/>
                <a:gd name="T35" fmla="*/ 269 h 1322"/>
                <a:gd name="T36" fmla="*/ 1972 w 1083"/>
                <a:gd name="T37" fmla="*/ 27 h 1322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083" h="1322">
                  <a:moveTo>
                    <a:pt x="225" y="1187"/>
                  </a:moveTo>
                  <a:cubicBezTo>
                    <a:pt x="256" y="790"/>
                    <a:pt x="230" y="641"/>
                    <a:pt x="230" y="641"/>
                  </a:cubicBezTo>
                  <a:cubicBezTo>
                    <a:pt x="0" y="621"/>
                    <a:pt x="76" y="543"/>
                    <a:pt x="76" y="543"/>
                  </a:cubicBezTo>
                  <a:cubicBezTo>
                    <a:pt x="216" y="215"/>
                    <a:pt x="216" y="215"/>
                    <a:pt x="216" y="215"/>
                  </a:cubicBezTo>
                  <a:cubicBezTo>
                    <a:pt x="262" y="101"/>
                    <a:pt x="485" y="40"/>
                    <a:pt x="605" y="14"/>
                  </a:cubicBezTo>
                  <a:cubicBezTo>
                    <a:pt x="604" y="6"/>
                    <a:pt x="605" y="0"/>
                    <a:pt x="605" y="0"/>
                  </a:cubicBezTo>
                  <a:cubicBezTo>
                    <a:pt x="605" y="0"/>
                    <a:pt x="204" y="58"/>
                    <a:pt x="140" y="215"/>
                  </a:cubicBezTo>
                  <a:cubicBezTo>
                    <a:pt x="0" y="543"/>
                    <a:pt x="0" y="543"/>
                    <a:pt x="0" y="543"/>
                  </a:cubicBezTo>
                  <a:cubicBezTo>
                    <a:pt x="0" y="543"/>
                    <a:pt x="0" y="623"/>
                    <a:pt x="229" y="643"/>
                  </a:cubicBezTo>
                  <a:cubicBezTo>
                    <a:pt x="229" y="643"/>
                    <a:pt x="180" y="790"/>
                    <a:pt x="149" y="1187"/>
                  </a:cubicBezTo>
                  <a:cubicBezTo>
                    <a:pt x="149" y="1187"/>
                    <a:pt x="236" y="1311"/>
                    <a:pt x="779" y="1322"/>
                  </a:cubicBezTo>
                  <a:cubicBezTo>
                    <a:pt x="830" y="1322"/>
                    <a:pt x="830" y="1322"/>
                    <a:pt x="830" y="1322"/>
                  </a:cubicBezTo>
                  <a:cubicBezTo>
                    <a:pt x="834" y="1322"/>
                    <a:pt x="838" y="1322"/>
                    <a:pt x="842" y="1322"/>
                  </a:cubicBezTo>
                  <a:cubicBezTo>
                    <a:pt x="311" y="1309"/>
                    <a:pt x="225" y="1187"/>
                    <a:pt x="225" y="1187"/>
                  </a:cubicBezTo>
                  <a:close/>
                  <a:moveTo>
                    <a:pt x="1081" y="15"/>
                  </a:moveTo>
                  <a:cubicBezTo>
                    <a:pt x="1035" y="5"/>
                    <a:pt x="1003" y="0"/>
                    <a:pt x="1003" y="0"/>
                  </a:cubicBezTo>
                  <a:cubicBezTo>
                    <a:pt x="1003" y="0"/>
                    <a:pt x="1036" y="129"/>
                    <a:pt x="829" y="146"/>
                  </a:cubicBezTo>
                  <a:cubicBezTo>
                    <a:pt x="844" y="147"/>
                    <a:pt x="862" y="148"/>
                    <a:pt x="881" y="147"/>
                  </a:cubicBezTo>
                  <a:cubicBezTo>
                    <a:pt x="1068" y="141"/>
                    <a:pt x="1083" y="50"/>
                    <a:pt x="1081" y="15"/>
                  </a:cubicBezTo>
                  <a:close/>
                </a:path>
              </a:pathLst>
            </a:custGeom>
            <a:solidFill>
              <a:srgbClr val="2059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260" name="Freeform 920">
              <a:extLst>
                <a:ext uri="{FF2B5EF4-FFF2-40B4-BE49-F238E27FC236}">
                  <a16:creationId xmlns:a16="http://schemas.microsoft.com/office/drawing/2014/main" id="{8C72C9C8-FE14-4027-AE0C-7781E6AC5026}"/>
                </a:ext>
              </a:extLst>
            </p:cNvPr>
            <p:cNvSpPr>
              <a:spLocks/>
            </p:cNvSpPr>
            <p:nvPr/>
          </p:nvSpPr>
          <p:spPr bwMode="auto">
            <a:xfrm>
              <a:off x="609" y="1181"/>
              <a:ext cx="1966" cy="1617"/>
            </a:xfrm>
            <a:custGeom>
              <a:avLst/>
              <a:gdLst>
                <a:gd name="T0" fmla="*/ 1830 w 1609"/>
                <a:gd name="T1" fmla="*/ 0 h 1322"/>
                <a:gd name="T2" fmla="*/ 2678 w 1609"/>
                <a:gd name="T3" fmla="*/ 394 h 1322"/>
                <a:gd name="T4" fmla="*/ 2935 w 1609"/>
                <a:gd name="T5" fmla="*/ 993 h 1322"/>
                <a:gd name="T6" fmla="*/ 2516 w 1609"/>
                <a:gd name="T7" fmla="*/ 1175 h 1322"/>
                <a:gd name="T8" fmla="*/ 2664 w 1609"/>
                <a:gd name="T9" fmla="*/ 2172 h 1322"/>
                <a:gd name="T10" fmla="*/ 1514 w 1609"/>
                <a:gd name="T11" fmla="*/ 2419 h 1322"/>
                <a:gd name="T12" fmla="*/ 1421 w 1609"/>
                <a:gd name="T13" fmla="*/ 2419 h 1322"/>
                <a:gd name="T14" fmla="*/ 271 w 1609"/>
                <a:gd name="T15" fmla="*/ 2172 h 1322"/>
                <a:gd name="T16" fmla="*/ 418 w 1609"/>
                <a:gd name="T17" fmla="*/ 1175 h 1322"/>
                <a:gd name="T18" fmla="*/ 0 w 1609"/>
                <a:gd name="T19" fmla="*/ 993 h 1322"/>
                <a:gd name="T20" fmla="*/ 255 w 1609"/>
                <a:gd name="T21" fmla="*/ 394 h 1322"/>
                <a:gd name="T22" fmla="*/ 1103 w 1609"/>
                <a:gd name="T23" fmla="*/ 0 h 1322"/>
                <a:gd name="T24" fmla="*/ 1469 w 1609"/>
                <a:gd name="T25" fmla="*/ 269 h 1322"/>
                <a:gd name="T26" fmla="*/ 1830 w 1609"/>
                <a:gd name="T27" fmla="*/ 0 h 132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609" h="1322">
                  <a:moveTo>
                    <a:pt x="1003" y="0"/>
                  </a:moveTo>
                  <a:cubicBezTo>
                    <a:pt x="1003" y="0"/>
                    <a:pt x="1405" y="58"/>
                    <a:pt x="1468" y="215"/>
                  </a:cubicBezTo>
                  <a:cubicBezTo>
                    <a:pt x="1609" y="543"/>
                    <a:pt x="1609" y="543"/>
                    <a:pt x="1609" y="543"/>
                  </a:cubicBezTo>
                  <a:cubicBezTo>
                    <a:pt x="1609" y="543"/>
                    <a:pt x="1609" y="623"/>
                    <a:pt x="1379" y="643"/>
                  </a:cubicBezTo>
                  <a:cubicBezTo>
                    <a:pt x="1379" y="643"/>
                    <a:pt x="1428" y="790"/>
                    <a:pt x="1460" y="1187"/>
                  </a:cubicBezTo>
                  <a:cubicBezTo>
                    <a:pt x="1460" y="1187"/>
                    <a:pt x="1373" y="1311"/>
                    <a:pt x="830" y="1322"/>
                  </a:cubicBezTo>
                  <a:cubicBezTo>
                    <a:pt x="779" y="1322"/>
                    <a:pt x="779" y="1322"/>
                    <a:pt x="779" y="1322"/>
                  </a:cubicBezTo>
                  <a:cubicBezTo>
                    <a:pt x="236" y="1311"/>
                    <a:pt x="149" y="1187"/>
                    <a:pt x="149" y="1187"/>
                  </a:cubicBezTo>
                  <a:cubicBezTo>
                    <a:pt x="180" y="790"/>
                    <a:pt x="229" y="643"/>
                    <a:pt x="229" y="643"/>
                  </a:cubicBezTo>
                  <a:cubicBezTo>
                    <a:pt x="0" y="623"/>
                    <a:pt x="0" y="543"/>
                    <a:pt x="0" y="543"/>
                  </a:cubicBezTo>
                  <a:cubicBezTo>
                    <a:pt x="140" y="215"/>
                    <a:pt x="140" y="215"/>
                    <a:pt x="140" y="215"/>
                  </a:cubicBezTo>
                  <a:cubicBezTo>
                    <a:pt x="204" y="58"/>
                    <a:pt x="605" y="0"/>
                    <a:pt x="605" y="0"/>
                  </a:cubicBezTo>
                  <a:cubicBezTo>
                    <a:pt x="605" y="0"/>
                    <a:pt x="582" y="155"/>
                    <a:pt x="805" y="147"/>
                  </a:cubicBezTo>
                  <a:cubicBezTo>
                    <a:pt x="1038" y="139"/>
                    <a:pt x="1003" y="0"/>
                    <a:pt x="1003" y="0"/>
                  </a:cubicBezTo>
                  <a:close/>
                </a:path>
              </a:pathLst>
            </a:custGeom>
            <a:noFill/>
            <a:ln w="7938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261" name="Freeform 921">
              <a:extLst>
                <a:ext uri="{FF2B5EF4-FFF2-40B4-BE49-F238E27FC236}">
                  <a16:creationId xmlns:a16="http://schemas.microsoft.com/office/drawing/2014/main" id="{48BCC0AE-B103-444A-9671-F4E91548F17D}"/>
                </a:ext>
              </a:extLst>
            </p:cNvPr>
            <p:cNvSpPr>
              <a:spLocks/>
            </p:cNvSpPr>
            <p:nvPr/>
          </p:nvSpPr>
          <p:spPr bwMode="auto">
            <a:xfrm>
              <a:off x="865" y="1611"/>
              <a:ext cx="67" cy="354"/>
            </a:xfrm>
            <a:custGeom>
              <a:avLst/>
              <a:gdLst>
                <a:gd name="T0" fmla="*/ 35 w 55"/>
                <a:gd name="T1" fmla="*/ 527 h 290"/>
                <a:gd name="T2" fmla="*/ 7 w 55"/>
                <a:gd name="T3" fmla="*/ 397 h 290"/>
                <a:gd name="T4" fmla="*/ 60 w 55"/>
                <a:gd name="T5" fmla="*/ 270 h 290"/>
                <a:gd name="T6" fmla="*/ 100 w 55"/>
                <a:gd name="T7" fmla="*/ 0 h 29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5" h="290">
                  <a:moveTo>
                    <a:pt x="20" y="290"/>
                  </a:moveTo>
                  <a:cubicBezTo>
                    <a:pt x="23" y="264"/>
                    <a:pt x="5" y="244"/>
                    <a:pt x="4" y="218"/>
                  </a:cubicBezTo>
                  <a:cubicBezTo>
                    <a:pt x="2" y="185"/>
                    <a:pt x="24" y="176"/>
                    <a:pt x="33" y="148"/>
                  </a:cubicBezTo>
                  <a:cubicBezTo>
                    <a:pt x="49" y="100"/>
                    <a:pt x="0" y="39"/>
                    <a:pt x="55" y="0"/>
                  </a:cubicBezTo>
                </a:path>
              </a:pathLst>
            </a:custGeom>
            <a:noFill/>
            <a:ln w="7938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262" name="Freeform 922">
              <a:extLst>
                <a:ext uri="{FF2B5EF4-FFF2-40B4-BE49-F238E27FC236}">
                  <a16:creationId xmlns:a16="http://schemas.microsoft.com/office/drawing/2014/main" id="{E249F52D-10A0-4E4B-B08E-4001B49C80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2" y="1617"/>
              <a:ext cx="102" cy="348"/>
            </a:xfrm>
            <a:custGeom>
              <a:avLst/>
              <a:gdLst>
                <a:gd name="T0" fmla="*/ 114 w 83"/>
                <a:gd name="T1" fmla="*/ 519 h 285"/>
                <a:gd name="T2" fmla="*/ 100 w 83"/>
                <a:gd name="T3" fmla="*/ 281 h 285"/>
                <a:gd name="T4" fmla="*/ 61 w 83"/>
                <a:gd name="T5" fmla="*/ 236 h 285"/>
                <a:gd name="T6" fmla="*/ 65 w 83"/>
                <a:gd name="T7" fmla="*/ 150 h 285"/>
                <a:gd name="T8" fmla="*/ 0 w 83"/>
                <a:gd name="T9" fmla="*/ 0 h 28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3" h="285">
                  <a:moveTo>
                    <a:pt x="62" y="285"/>
                  </a:moveTo>
                  <a:cubicBezTo>
                    <a:pt x="30" y="251"/>
                    <a:pt x="83" y="190"/>
                    <a:pt x="54" y="154"/>
                  </a:cubicBezTo>
                  <a:cubicBezTo>
                    <a:pt x="45" y="142"/>
                    <a:pt x="37" y="143"/>
                    <a:pt x="33" y="129"/>
                  </a:cubicBezTo>
                  <a:cubicBezTo>
                    <a:pt x="28" y="115"/>
                    <a:pt x="35" y="97"/>
                    <a:pt x="35" y="83"/>
                  </a:cubicBezTo>
                  <a:cubicBezTo>
                    <a:pt x="36" y="47"/>
                    <a:pt x="22" y="26"/>
                    <a:pt x="0" y="0"/>
                  </a:cubicBezTo>
                </a:path>
              </a:pathLst>
            </a:custGeom>
            <a:noFill/>
            <a:ln w="7938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263" name="Freeform 923">
              <a:extLst>
                <a:ext uri="{FF2B5EF4-FFF2-40B4-BE49-F238E27FC236}">
                  <a16:creationId xmlns:a16="http://schemas.microsoft.com/office/drawing/2014/main" id="{F694FCD6-AFE9-4CCD-AE40-8BA78C5597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4" y="1979"/>
              <a:ext cx="1106" cy="172"/>
            </a:xfrm>
            <a:custGeom>
              <a:avLst/>
              <a:gdLst>
                <a:gd name="T0" fmla="*/ 6 w 905"/>
                <a:gd name="T1" fmla="*/ 49 h 141"/>
                <a:gd name="T2" fmla="*/ 180 w 905"/>
                <a:gd name="T3" fmla="*/ 146 h 141"/>
                <a:gd name="T4" fmla="*/ 331 w 905"/>
                <a:gd name="T5" fmla="*/ 171 h 141"/>
                <a:gd name="T6" fmla="*/ 457 w 905"/>
                <a:gd name="T7" fmla="*/ 199 h 141"/>
                <a:gd name="T8" fmla="*/ 682 w 905"/>
                <a:gd name="T9" fmla="*/ 167 h 141"/>
                <a:gd name="T10" fmla="*/ 906 w 905"/>
                <a:gd name="T11" fmla="*/ 190 h 141"/>
                <a:gd name="T12" fmla="*/ 1317 w 905"/>
                <a:gd name="T13" fmla="*/ 142 h 141"/>
                <a:gd name="T14" fmla="*/ 1652 w 905"/>
                <a:gd name="T15" fmla="*/ 0 h 141"/>
                <a:gd name="T16" fmla="*/ 1446 w 905"/>
                <a:gd name="T17" fmla="*/ 116 h 141"/>
                <a:gd name="T18" fmla="*/ 1206 w 905"/>
                <a:gd name="T19" fmla="*/ 215 h 141"/>
                <a:gd name="T20" fmla="*/ 833 w 905"/>
                <a:gd name="T21" fmla="*/ 249 h 141"/>
                <a:gd name="T22" fmla="*/ 578 w 905"/>
                <a:gd name="T23" fmla="*/ 239 h 141"/>
                <a:gd name="T24" fmla="*/ 309 w 905"/>
                <a:gd name="T25" fmla="*/ 243 h 141"/>
                <a:gd name="T26" fmla="*/ 108 w 905"/>
                <a:gd name="T27" fmla="*/ 171 h 141"/>
                <a:gd name="T28" fmla="*/ 0 w 905"/>
                <a:gd name="T29" fmla="*/ 63 h 141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905" h="141">
                  <a:moveTo>
                    <a:pt x="3" y="27"/>
                  </a:moveTo>
                  <a:cubicBezTo>
                    <a:pt x="20" y="28"/>
                    <a:pt x="69" y="70"/>
                    <a:pt x="98" y="80"/>
                  </a:cubicBezTo>
                  <a:cubicBezTo>
                    <a:pt x="126" y="89"/>
                    <a:pt x="154" y="89"/>
                    <a:pt x="182" y="94"/>
                  </a:cubicBezTo>
                  <a:cubicBezTo>
                    <a:pt x="205" y="99"/>
                    <a:pt x="226" y="109"/>
                    <a:pt x="250" y="110"/>
                  </a:cubicBezTo>
                  <a:cubicBezTo>
                    <a:pt x="291" y="111"/>
                    <a:pt x="333" y="96"/>
                    <a:pt x="374" y="92"/>
                  </a:cubicBezTo>
                  <a:cubicBezTo>
                    <a:pt x="416" y="87"/>
                    <a:pt x="456" y="97"/>
                    <a:pt x="496" y="105"/>
                  </a:cubicBezTo>
                  <a:cubicBezTo>
                    <a:pt x="574" y="122"/>
                    <a:pt x="648" y="106"/>
                    <a:pt x="722" y="78"/>
                  </a:cubicBezTo>
                  <a:cubicBezTo>
                    <a:pt x="785" y="54"/>
                    <a:pt x="842" y="16"/>
                    <a:pt x="905" y="0"/>
                  </a:cubicBezTo>
                  <a:cubicBezTo>
                    <a:pt x="867" y="9"/>
                    <a:pt x="828" y="47"/>
                    <a:pt x="792" y="64"/>
                  </a:cubicBezTo>
                  <a:cubicBezTo>
                    <a:pt x="748" y="86"/>
                    <a:pt x="707" y="104"/>
                    <a:pt x="661" y="118"/>
                  </a:cubicBezTo>
                  <a:cubicBezTo>
                    <a:pt x="592" y="139"/>
                    <a:pt x="528" y="139"/>
                    <a:pt x="457" y="137"/>
                  </a:cubicBezTo>
                  <a:cubicBezTo>
                    <a:pt x="410" y="135"/>
                    <a:pt x="363" y="132"/>
                    <a:pt x="317" y="132"/>
                  </a:cubicBezTo>
                  <a:cubicBezTo>
                    <a:pt x="268" y="131"/>
                    <a:pt x="218" y="141"/>
                    <a:pt x="169" y="134"/>
                  </a:cubicBezTo>
                  <a:cubicBezTo>
                    <a:pt x="132" y="129"/>
                    <a:pt x="89" y="116"/>
                    <a:pt x="59" y="94"/>
                  </a:cubicBezTo>
                  <a:cubicBezTo>
                    <a:pt x="37" y="77"/>
                    <a:pt x="21" y="53"/>
                    <a:pt x="0" y="35"/>
                  </a:cubicBezTo>
                </a:path>
              </a:pathLst>
            </a:custGeom>
            <a:solidFill>
              <a:srgbClr val="102B1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264" name="Freeform 924">
              <a:extLst>
                <a:ext uri="{FF2B5EF4-FFF2-40B4-BE49-F238E27FC236}">
                  <a16:creationId xmlns:a16="http://schemas.microsoft.com/office/drawing/2014/main" id="{C4F073D4-5B67-4669-A54E-FD978B498B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1" y="2119"/>
              <a:ext cx="473" cy="259"/>
            </a:xfrm>
            <a:custGeom>
              <a:avLst/>
              <a:gdLst>
                <a:gd name="T0" fmla="*/ 706 w 387"/>
                <a:gd name="T1" fmla="*/ 33 h 212"/>
                <a:gd name="T2" fmla="*/ 320 w 387"/>
                <a:gd name="T3" fmla="*/ 100 h 212"/>
                <a:gd name="T4" fmla="*/ 147 w 387"/>
                <a:gd name="T5" fmla="*/ 208 h 212"/>
                <a:gd name="T6" fmla="*/ 0 w 387"/>
                <a:gd name="T7" fmla="*/ 386 h 212"/>
                <a:gd name="T8" fmla="*/ 155 w 387"/>
                <a:gd name="T9" fmla="*/ 159 h 212"/>
                <a:gd name="T10" fmla="*/ 271 w 387"/>
                <a:gd name="T11" fmla="*/ 2 h 212"/>
                <a:gd name="T12" fmla="*/ 452 w 387"/>
                <a:gd name="T13" fmla="*/ 2 h 212"/>
                <a:gd name="T14" fmla="*/ 605 w 387"/>
                <a:gd name="T15" fmla="*/ 9 h 21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87" h="212">
                  <a:moveTo>
                    <a:pt x="387" y="18"/>
                  </a:moveTo>
                  <a:cubicBezTo>
                    <a:pt x="310" y="18"/>
                    <a:pt x="244" y="19"/>
                    <a:pt x="175" y="55"/>
                  </a:cubicBezTo>
                  <a:cubicBezTo>
                    <a:pt x="142" y="72"/>
                    <a:pt x="107" y="89"/>
                    <a:pt x="80" y="114"/>
                  </a:cubicBezTo>
                  <a:cubicBezTo>
                    <a:pt x="47" y="144"/>
                    <a:pt x="29" y="180"/>
                    <a:pt x="0" y="212"/>
                  </a:cubicBezTo>
                  <a:cubicBezTo>
                    <a:pt x="22" y="168"/>
                    <a:pt x="51" y="123"/>
                    <a:pt x="85" y="87"/>
                  </a:cubicBezTo>
                  <a:cubicBezTo>
                    <a:pt x="108" y="62"/>
                    <a:pt x="151" y="42"/>
                    <a:pt x="149" y="2"/>
                  </a:cubicBezTo>
                  <a:cubicBezTo>
                    <a:pt x="182" y="14"/>
                    <a:pt x="214" y="4"/>
                    <a:pt x="248" y="2"/>
                  </a:cubicBezTo>
                  <a:cubicBezTo>
                    <a:pt x="278" y="0"/>
                    <a:pt x="301" y="9"/>
                    <a:pt x="331" y="5"/>
                  </a:cubicBezTo>
                </a:path>
              </a:pathLst>
            </a:custGeom>
            <a:solidFill>
              <a:srgbClr val="102B1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265" name="Freeform 925">
              <a:extLst>
                <a:ext uri="{FF2B5EF4-FFF2-40B4-BE49-F238E27FC236}">
                  <a16:creationId xmlns:a16="http://schemas.microsoft.com/office/drawing/2014/main" id="{4E669A89-D0F1-4CF1-813E-5A77274A1FA7}"/>
                </a:ext>
              </a:extLst>
            </p:cNvPr>
            <p:cNvSpPr>
              <a:spLocks/>
            </p:cNvSpPr>
            <p:nvPr/>
          </p:nvSpPr>
          <p:spPr bwMode="auto">
            <a:xfrm>
              <a:off x="868" y="1663"/>
              <a:ext cx="128" cy="503"/>
            </a:xfrm>
            <a:custGeom>
              <a:avLst/>
              <a:gdLst>
                <a:gd name="T0" fmla="*/ 77 w 105"/>
                <a:gd name="T1" fmla="*/ 0 h 411"/>
                <a:gd name="T2" fmla="*/ 88 w 105"/>
                <a:gd name="T3" fmla="*/ 116 h 411"/>
                <a:gd name="T4" fmla="*/ 76 w 105"/>
                <a:gd name="T5" fmla="*/ 212 h 411"/>
                <a:gd name="T6" fmla="*/ 18 w 105"/>
                <a:gd name="T7" fmla="*/ 301 h 411"/>
                <a:gd name="T8" fmla="*/ 50 w 105"/>
                <a:gd name="T9" fmla="*/ 420 h 411"/>
                <a:gd name="T10" fmla="*/ 22 w 105"/>
                <a:gd name="T11" fmla="*/ 521 h 411"/>
                <a:gd name="T12" fmla="*/ 7 w 105"/>
                <a:gd name="T13" fmla="*/ 655 h 411"/>
                <a:gd name="T14" fmla="*/ 39 w 105"/>
                <a:gd name="T15" fmla="*/ 754 h 411"/>
                <a:gd name="T16" fmla="*/ 35 w 105"/>
                <a:gd name="T17" fmla="*/ 669 h 411"/>
                <a:gd name="T18" fmla="*/ 61 w 105"/>
                <a:gd name="T19" fmla="*/ 548 h 411"/>
                <a:gd name="T20" fmla="*/ 108 w 105"/>
                <a:gd name="T21" fmla="*/ 408 h 411"/>
                <a:gd name="T22" fmla="*/ 89 w 105"/>
                <a:gd name="T23" fmla="*/ 317 h 411"/>
                <a:gd name="T24" fmla="*/ 151 w 105"/>
                <a:gd name="T25" fmla="*/ 140 h 411"/>
                <a:gd name="T26" fmla="*/ 84 w 105"/>
                <a:gd name="T27" fmla="*/ 1 h 41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05" h="411">
                  <a:moveTo>
                    <a:pt x="43" y="0"/>
                  </a:moveTo>
                  <a:cubicBezTo>
                    <a:pt x="29" y="12"/>
                    <a:pt x="44" y="48"/>
                    <a:pt x="48" y="64"/>
                  </a:cubicBezTo>
                  <a:cubicBezTo>
                    <a:pt x="52" y="81"/>
                    <a:pt x="51" y="99"/>
                    <a:pt x="42" y="115"/>
                  </a:cubicBezTo>
                  <a:cubicBezTo>
                    <a:pt x="32" y="132"/>
                    <a:pt x="15" y="143"/>
                    <a:pt x="10" y="164"/>
                  </a:cubicBezTo>
                  <a:cubicBezTo>
                    <a:pt x="5" y="186"/>
                    <a:pt x="24" y="208"/>
                    <a:pt x="28" y="229"/>
                  </a:cubicBezTo>
                  <a:cubicBezTo>
                    <a:pt x="31" y="249"/>
                    <a:pt x="19" y="265"/>
                    <a:pt x="12" y="284"/>
                  </a:cubicBezTo>
                  <a:cubicBezTo>
                    <a:pt x="4" y="306"/>
                    <a:pt x="0" y="334"/>
                    <a:pt x="4" y="357"/>
                  </a:cubicBezTo>
                  <a:cubicBezTo>
                    <a:pt x="7" y="372"/>
                    <a:pt x="8" y="402"/>
                    <a:pt x="21" y="411"/>
                  </a:cubicBezTo>
                  <a:cubicBezTo>
                    <a:pt x="22" y="396"/>
                    <a:pt x="19" y="380"/>
                    <a:pt x="20" y="365"/>
                  </a:cubicBezTo>
                  <a:cubicBezTo>
                    <a:pt x="21" y="342"/>
                    <a:pt x="28" y="321"/>
                    <a:pt x="34" y="299"/>
                  </a:cubicBezTo>
                  <a:cubicBezTo>
                    <a:pt x="42" y="273"/>
                    <a:pt x="56" y="249"/>
                    <a:pt x="60" y="222"/>
                  </a:cubicBezTo>
                  <a:cubicBezTo>
                    <a:pt x="63" y="204"/>
                    <a:pt x="52" y="191"/>
                    <a:pt x="49" y="173"/>
                  </a:cubicBezTo>
                  <a:cubicBezTo>
                    <a:pt x="42" y="136"/>
                    <a:pt x="105" y="117"/>
                    <a:pt x="84" y="76"/>
                  </a:cubicBezTo>
                  <a:cubicBezTo>
                    <a:pt x="71" y="51"/>
                    <a:pt x="43" y="33"/>
                    <a:pt x="47" y="1"/>
                  </a:cubicBezTo>
                </a:path>
              </a:pathLst>
            </a:custGeom>
            <a:solidFill>
              <a:srgbClr val="2059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266" name="Freeform 926">
              <a:extLst>
                <a:ext uri="{FF2B5EF4-FFF2-40B4-BE49-F238E27FC236}">
                  <a16:creationId xmlns:a16="http://schemas.microsoft.com/office/drawing/2014/main" id="{B3D677A3-24B0-4C29-88ED-49E5AB5074A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3" y="1961"/>
              <a:ext cx="863" cy="120"/>
            </a:xfrm>
            <a:custGeom>
              <a:avLst/>
              <a:gdLst>
                <a:gd name="T0" fmla="*/ 0 w 706"/>
                <a:gd name="T1" fmla="*/ 6 h 98"/>
                <a:gd name="T2" fmla="*/ 264 w 706"/>
                <a:gd name="T3" fmla="*/ 126 h 98"/>
                <a:gd name="T4" fmla="*/ 605 w 706"/>
                <a:gd name="T5" fmla="*/ 162 h 98"/>
                <a:gd name="T6" fmla="*/ 754 w 706"/>
                <a:gd name="T7" fmla="*/ 146 h 98"/>
                <a:gd name="T8" fmla="*/ 914 w 706"/>
                <a:gd name="T9" fmla="*/ 163 h 98"/>
                <a:gd name="T10" fmla="*/ 1290 w 706"/>
                <a:gd name="T11" fmla="*/ 87 h 98"/>
                <a:gd name="T12" fmla="*/ 945 w 706"/>
                <a:gd name="T13" fmla="*/ 125 h 98"/>
                <a:gd name="T14" fmla="*/ 625 w 706"/>
                <a:gd name="T15" fmla="*/ 129 h 98"/>
                <a:gd name="T16" fmla="*/ 257 w 706"/>
                <a:gd name="T17" fmla="*/ 113 h 98"/>
                <a:gd name="T18" fmla="*/ 39 w 706"/>
                <a:gd name="T19" fmla="*/ 6 h 9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06" h="98">
                  <a:moveTo>
                    <a:pt x="0" y="3"/>
                  </a:moveTo>
                  <a:cubicBezTo>
                    <a:pt x="46" y="0"/>
                    <a:pt x="101" y="55"/>
                    <a:pt x="145" y="69"/>
                  </a:cubicBezTo>
                  <a:cubicBezTo>
                    <a:pt x="204" y="88"/>
                    <a:pt x="269" y="98"/>
                    <a:pt x="331" y="88"/>
                  </a:cubicBezTo>
                  <a:cubicBezTo>
                    <a:pt x="358" y="84"/>
                    <a:pt x="385" y="81"/>
                    <a:pt x="413" y="79"/>
                  </a:cubicBezTo>
                  <a:cubicBezTo>
                    <a:pt x="445" y="75"/>
                    <a:pt x="469" y="84"/>
                    <a:pt x="501" y="89"/>
                  </a:cubicBezTo>
                  <a:cubicBezTo>
                    <a:pt x="561" y="98"/>
                    <a:pt x="655" y="81"/>
                    <a:pt x="706" y="47"/>
                  </a:cubicBezTo>
                  <a:cubicBezTo>
                    <a:pt x="655" y="89"/>
                    <a:pt x="576" y="82"/>
                    <a:pt x="517" y="68"/>
                  </a:cubicBezTo>
                  <a:cubicBezTo>
                    <a:pt x="460" y="54"/>
                    <a:pt x="401" y="66"/>
                    <a:pt x="342" y="70"/>
                  </a:cubicBezTo>
                  <a:cubicBezTo>
                    <a:pt x="272" y="74"/>
                    <a:pt x="210" y="78"/>
                    <a:pt x="141" y="61"/>
                  </a:cubicBezTo>
                  <a:cubicBezTo>
                    <a:pt x="101" y="51"/>
                    <a:pt x="48" y="36"/>
                    <a:pt x="21" y="3"/>
                  </a:cubicBezTo>
                </a:path>
              </a:pathLst>
            </a:custGeom>
            <a:solidFill>
              <a:srgbClr val="2059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267" name="Freeform 927">
              <a:extLst>
                <a:ext uri="{FF2B5EF4-FFF2-40B4-BE49-F238E27FC236}">
                  <a16:creationId xmlns:a16="http://schemas.microsoft.com/office/drawing/2014/main" id="{905695AF-F06A-4511-8826-69A88FCAD5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5" y="1723"/>
              <a:ext cx="173" cy="447"/>
            </a:xfrm>
            <a:custGeom>
              <a:avLst/>
              <a:gdLst>
                <a:gd name="T0" fmla="*/ 127 w 142"/>
                <a:gd name="T1" fmla="*/ 1 h 366"/>
                <a:gd name="T2" fmla="*/ 132 w 142"/>
                <a:gd name="T3" fmla="*/ 95 h 366"/>
                <a:gd name="T4" fmla="*/ 175 w 142"/>
                <a:gd name="T5" fmla="*/ 164 h 366"/>
                <a:gd name="T6" fmla="*/ 166 w 142"/>
                <a:gd name="T7" fmla="*/ 236 h 366"/>
                <a:gd name="T8" fmla="*/ 168 w 142"/>
                <a:gd name="T9" fmla="*/ 318 h 366"/>
                <a:gd name="T10" fmla="*/ 191 w 142"/>
                <a:gd name="T11" fmla="*/ 369 h 366"/>
                <a:gd name="T12" fmla="*/ 212 w 142"/>
                <a:gd name="T13" fmla="*/ 436 h 366"/>
                <a:gd name="T14" fmla="*/ 239 w 142"/>
                <a:gd name="T15" fmla="*/ 548 h 366"/>
                <a:gd name="T16" fmla="*/ 253 w 142"/>
                <a:gd name="T17" fmla="*/ 667 h 366"/>
                <a:gd name="T18" fmla="*/ 233 w 142"/>
                <a:gd name="T19" fmla="*/ 616 h 366"/>
                <a:gd name="T20" fmla="*/ 210 w 142"/>
                <a:gd name="T21" fmla="*/ 540 h 366"/>
                <a:gd name="T22" fmla="*/ 185 w 142"/>
                <a:gd name="T23" fmla="*/ 463 h 366"/>
                <a:gd name="T24" fmla="*/ 161 w 142"/>
                <a:gd name="T25" fmla="*/ 397 h 366"/>
                <a:gd name="T26" fmla="*/ 83 w 142"/>
                <a:gd name="T27" fmla="*/ 369 h 366"/>
                <a:gd name="T28" fmla="*/ 39 w 142"/>
                <a:gd name="T29" fmla="*/ 380 h 366"/>
                <a:gd name="T30" fmla="*/ 0 w 142"/>
                <a:gd name="T31" fmla="*/ 392 h 366"/>
                <a:gd name="T32" fmla="*/ 82 w 142"/>
                <a:gd name="T33" fmla="*/ 326 h 366"/>
                <a:gd name="T34" fmla="*/ 123 w 142"/>
                <a:gd name="T35" fmla="*/ 230 h 366"/>
                <a:gd name="T36" fmla="*/ 130 w 142"/>
                <a:gd name="T37" fmla="*/ 143 h 366"/>
                <a:gd name="T38" fmla="*/ 115 w 142"/>
                <a:gd name="T39" fmla="*/ 117 h 366"/>
                <a:gd name="T40" fmla="*/ 84 w 142"/>
                <a:gd name="T41" fmla="*/ 123 h 366"/>
                <a:gd name="T42" fmla="*/ 97 w 142"/>
                <a:gd name="T43" fmla="*/ 67 h 366"/>
                <a:gd name="T44" fmla="*/ 118 w 142"/>
                <a:gd name="T45" fmla="*/ 0 h 36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42" h="366">
                  <a:moveTo>
                    <a:pt x="70" y="1"/>
                  </a:moveTo>
                  <a:cubicBezTo>
                    <a:pt x="72" y="19"/>
                    <a:pt x="65" y="34"/>
                    <a:pt x="73" y="52"/>
                  </a:cubicBezTo>
                  <a:cubicBezTo>
                    <a:pt x="79" y="66"/>
                    <a:pt x="93" y="75"/>
                    <a:pt x="97" y="90"/>
                  </a:cubicBezTo>
                  <a:cubicBezTo>
                    <a:pt x="101" y="103"/>
                    <a:pt x="96" y="116"/>
                    <a:pt x="92" y="129"/>
                  </a:cubicBezTo>
                  <a:cubicBezTo>
                    <a:pt x="89" y="144"/>
                    <a:pt x="88" y="159"/>
                    <a:pt x="93" y="174"/>
                  </a:cubicBezTo>
                  <a:cubicBezTo>
                    <a:pt x="97" y="184"/>
                    <a:pt x="102" y="192"/>
                    <a:pt x="106" y="202"/>
                  </a:cubicBezTo>
                  <a:cubicBezTo>
                    <a:pt x="110" y="214"/>
                    <a:pt x="112" y="227"/>
                    <a:pt x="117" y="239"/>
                  </a:cubicBezTo>
                  <a:cubicBezTo>
                    <a:pt x="124" y="258"/>
                    <a:pt x="127" y="280"/>
                    <a:pt x="132" y="301"/>
                  </a:cubicBezTo>
                  <a:cubicBezTo>
                    <a:pt x="136" y="321"/>
                    <a:pt x="142" y="345"/>
                    <a:pt x="140" y="366"/>
                  </a:cubicBezTo>
                  <a:cubicBezTo>
                    <a:pt x="133" y="361"/>
                    <a:pt x="132" y="346"/>
                    <a:pt x="129" y="338"/>
                  </a:cubicBezTo>
                  <a:cubicBezTo>
                    <a:pt x="124" y="324"/>
                    <a:pt x="120" y="310"/>
                    <a:pt x="116" y="296"/>
                  </a:cubicBezTo>
                  <a:cubicBezTo>
                    <a:pt x="111" y="282"/>
                    <a:pt x="107" y="268"/>
                    <a:pt x="103" y="254"/>
                  </a:cubicBezTo>
                  <a:cubicBezTo>
                    <a:pt x="100" y="242"/>
                    <a:pt x="97" y="228"/>
                    <a:pt x="89" y="218"/>
                  </a:cubicBezTo>
                  <a:cubicBezTo>
                    <a:pt x="78" y="203"/>
                    <a:pt x="63" y="200"/>
                    <a:pt x="46" y="202"/>
                  </a:cubicBezTo>
                  <a:cubicBezTo>
                    <a:pt x="37" y="203"/>
                    <a:pt x="29" y="205"/>
                    <a:pt x="21" y="209"/>
                  </a:cubicBezTo>
                  <a:cubicBezTo>
                    <a:pt x="14" y="212"/>
                    <a:pt x="7" y="213"/>
                    <a:pt x="0" y="215"/>
                  </a:cubicBezTo>
                  <a:cubicBezTo>
                    <a:pt x="16" y="212"/>
                    <a:pt x="34" y="191"/>
                    <a:pt x="45" y="179"/>
                  </a:cubicBezTo>
                  <a:cubicBezTo>
                    <a:pt x="59" y="163"/>
                    <a:pt x="66" y="147"/>
                    <a:pt x="68" y="126"/>
                  </a:cubicBezTo>
                  <a:cubicBezTo>
                    <a:pt x="69" y="108"/>
                    <a:pt x="78" y="96"/>
                    <a:pt x="72" y="79"/>
                  </a:cubicBezTo>
                  <a:cubicBezTo>
                    <a:pt x="70" y="74"/>
                    <a:pt x="69" y="66"/>
                    <a:pt x="63" y="65"/>
                  </a:cubicBezTo>
                  <a:cubicBezTo>
                    <a:pt x="58" y="64"/>
                    <a:pt x="53" y="69"/>
                    <a:pt x="47" y="68"/>
                  </a:cubicBezTo>
                  <a:cubicBezTo>
                    <a:pt x="46" y="59"/>
                    <a:pt x="52" y="47"/>
                    <a:pt x="54" y="37"/>
                  </a:cubicBezTo>
                  <a:cubicBezTo>
                    <a:pt x="57" y="25"/>
                    <a:pt x="63" y="13"/>
                    <a:pt x="66" y="0"/>
                  </a:cubicBezTo>
                </a:path>
              </a:pathLst>
            </a:custGeom>
            <a:solidFill>
              <a:srgbClr val="102B1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268" name="Freeform 928">
              <a:extLst>
                <a:ext uri="{FF2B5EF4-FFF2-40B4-BE49-F238E27FC236}">
                  <a16:creationId xmlns:a16="http://schemas.microsoft.com/office/drawing/2014/main" id="{A8F9DF6C-131E-49B5-911F-6B15A44424E1}"/>
                </a:ext>
              </a:extLst>
            </p:cNvPr>
            <p:cNvSpPr>
              <a:spLocks/>
            </p:cNvSpPr>
            <p:nvPr/>
          </p:nvSpPr>
          <p:spPr bwMode="auto">
            <a:xfrm>
              <a:off x="887" y="1826"/>
              <a:ext cx="38" cy="206"/>
            </a:xfrm>
            <a:custGeom>
              <a:avLst/>
              <a:gdLst>
                <a:gd name="T0" fmla="*/ 51 w 31"/>
                <a:gd name="T1" fmla="*/ 0 h 169"/>
                <a:gd name="T2" fmla="*/ 26 w 31"/>
                <a:gd name="T3" fmla="*/ 135 h 169"/>
                <a:gd name="T4" fmla="*/ 11 w 31"/>
                <a:gd name="T5" fmla="*/ 306 h 169"/>
                <a:gd name="T6" fmla="*/ 51 w 31"/>
                <a:gd name="T7" fmla="*/ 155 h 169"/>
                <a:gd name="T8" fmla="*/ 40 w 31"/>
                <a:gd name="T9" fmla="*/ 15 h 16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169">
                  <a:moveTo>
                    <a:pt x="28" y="0"/>
                  </a:moveTo>
                  <a:cubicBezTo>
                    <a:pt x="0" y="27"/>
                    <a:pt x="7" y="42"/>
                    <a:pt x="14" y="75"/>
                  </a:cubicBezTo>
                  <a:cubicBezTo>
                    <a:pt x="20" y="105"/>
                    <a:pt x="6" y="137"/>
                    <a:pt x="6" y="169"/>
                  </a:cubicBezTo>
                  <a:cubicBezTo>
                    <a:pt x="3" y="140"/>
                    <a:pt x="24" y="112"/>
                    <a:pt x="28" y="85"/>
                  </a:cubicBezTo>
                  <a:cubicBezTo>
                    <a:pt x="31" y="59"/>
                    <a:pt x="7" y="33"/>
                    <a:pt x="22" y="8"/>
                  </a:cubicBezTo>
                </a:path>
              </a:pathLst>
            </a:custGeom>
            <a:solidFill>
              <a:srgbClr val="45A1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269" name="Freeform 929">
              <a:extLst>
                <a:ext uri="{FF2B5EF4-FFF2-40B4-BE49-F238E27FC236}">
                  <a16:creationId xmlns:a16="http://schemas.microsoft.com/office/drawing/2014/main" id="{8C6D3BA0-D169-42C0-A2A6-0E9A9A1F4274}"/>
                </a:ext>
              </a:extLst>
            </p:cNvPr>
            <p:cNvSpPr>
              <a:spLocks/>
            </p:cNvSpPr>
            <p:nvPr/>
          </p:nvSpPr>
          <p:spPr bwMode="auto">
            <a:xfrm>
              <a:off x="629" y="1340"/>
              <a:ext cx="270" cy="484"/>
            </a:xfrm>
            <a:custGeom>
              <a:avLst/>
              <a:gdLst>
                <a:gd name="T0" fmla="*/ 0 w 221"/>
                <a:gd name="T1" fmla="*/ 724 h 396"/>
                <a:gd name="T2" fmla="*/ 214 w 221"/>
                <a:gd name="T3" fmla="*/ 240 h 396"/>
                <a:gd name="T4" fmla="*/ 403 w 221"/>
                <a:gd name="T5" fmla="*/ 0 h 396"/>
                <a:gd name="T6" fmla="*/ 231 w 221"/>
                <a:gd name="T7" fmla="*/ 249 h 396"/>
                <a:gd name="T8" fmla="*/ 0 w 221"/>
                <a:gd name="T9" fmla="*/ 724 h 39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1" h="396">
                  <a:moveTo>
                    <a:pt x="0" y="396"/>
                  </a:moveTo>
                  <a:cubicBezTo>
                    <a:pt x="117" y="131"/>
                    <a:pt x="117" y="131"/>
                    <a:pt x="117" y="131"/>
                  </a:cubicBezTo>
                  <a:cubicBezTo>
                    <a:pt x="117" y="131"/>
                    <a:pt x="143" y="41"/>
                    <a:pt x="221" y="0"/>
                  </a:cubicBezTo>
                  <a:cubicBezTo>
                    <a:pt x="221" y="0"/>
                    <a:pt x="159" y="46"/>
                    <a:pt x="127" y="137"/>
                  </a:cubicBezTo>
                  <a:cubicBezTo>
                    <a:pt x="95" y="228"/>
                    <a:pt x="0" y="396"/>
                    <a:pt x="0" y="396"/>
                  </a:cubicBezTo>
                  <a:close/>
                </a:path>
              </a:pathLst>
            </a:custGeom>
            <a:solidFill>
              <a:srgbClr val="45A1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3270" name="Freeform 930">
              <a:extLst>
                <a:ext uri="{FF2B5EF4-FFF2-40B4-BE49-F238E27FC236}">
                  <a16:creationId xmlns:a16="http://schemas.microsoft.com/office/drawing/2014/main" id="{E2019DFF-FEC1-4395-BB38-879386F0E990}"/>
                </a:ext>
              </a:extLst>
            </p:cNvPr>
            <p:cNvSpPr>
              <a:spLocks/>
            </p:cNvSpPr>
            <p:nvPr/>
          </p:nvSpPr>
          <p:spPr bwMode="auto">
            <a:xfrm>
              <a:off x="805" y="2532"/>
              <a:ext cx="74" cy="134"/>
            </a:xfrm>
            <a:custGeom>
              <a:avLst/>
              <a:gdLst>
                <a:gd name="T0" fmla="*/ 19 w 60"/>
                <a:gd name="T1" fmla="*/ 0 h 109"/>
                <a:gd name="T2" fmla="*/ 11 w 60"/>
                <a:gd name="T3" fmla="*/ 132 h 109"/>
                <a:gd name="T4" fmla="*/ 112 w 60"/>
                <a:gd name="T5" fmla="*/ 203 h 109"/>
                <a:gd name="T6" fmla="*/ 25 w 60"/>
                <a:gd name="T7" fmla="*/ 11 h 10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0" h="109">
                  <a:moveTo>
                    <a:pt x="10" y="0"/>
                  </a:moveTo>
                  <a:cubicBezTo>
                    <a:pt x="11" y="22"/>
                    <a:pt x="0" y="49"/>
                    <a:pt x="6" y="71"/>
                  </a:cubicBezTo>
                  <a:cubicBezTo>
                    <a:pt x="13" y="95"/>
                    <a:pt x="42" y="98"/>
                    <a:pt x="60" y="109"/>
                  </a:cubicBezTo>
                  <a:cubicBezTo>
                    <a:pt x="30" y="80"/>
                    <a:pt x="10" y="50"/>
                    <a:pt x="13" y="6"/>
                  </a:cubicBezTo>
                </a:path>
              </a:pathLst>
            </a:custGeom>
            <a:solidFill>
              <a:srgbClr val="45A1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</p:grpSp>
    </p:spTree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938" name="Rectangle 2">
            <a:extLst>
              <a:ext uri="{FF2B5EF4-FFF2-40B4-BE49-F238E27FC236}">
                <a16:creationId xmlns:a16="http://schemas.microsoft.com/office/drawing/2014/main" id="{C313AC09-71CC-4FC6-8FB2-F14B76C974DD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Rickets</a:t>
            </a:r>
          </a:p>
        </p:txBody>
      </p:sp>
      <p:grpSp>
        <p:nvGrpSpPr>
          <p:cNvPr id="54274" name="Female-rickets-medical-illustration">
            <a:extLst>
              <a:ext uri="{FF2B5EF4-FFF2-40B4-BE49-F238E27FC236}">
                <a16:creationId xmlns:a16="http://schemas.microsoft.com/office/drawing/2014/main" id="{F2265C37-6196-4D91-B87B-ADDC7AC76A96}"/>
              </a:ext>
            </a:extLst>
          </p:cNvPr>
          <p:cNvGrpSpPr>
            <a:grpSpLocks/>
          </p:cNvGrpSpPr>
          <p:nvPr/>
        </p:nvGrpSpPr>
        <p:grpSpPr bwMode="auto">
          <a:xfrm>
            <a:off x="2441575" y="1223963"/>
            <a:ext cx="1384300" cy="5216525"/>
            <a:chOff x="578" y="745"/>
            <a:chExt cx="872" cy="3286"/>
          </a:xfrm>
        </p:grpSpPr>
        <p:grpSp>
          <p:nvGrpSpPr>
            <p:cNvPr id="55086" name="Group 4">
              <a:extLst>
                <a:ext uri="{FF2B5EF4-FFF2-40B4-BE49-F238E27FC236}">
                  <a16:creationId xmlns:a16="http://schemas.microsoft.com/office/drawing/2014/main" id="{016BC9E8-5EBE-44FB-A36C-B76F57B7EEE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78" y="745"/>
              <a:ext cx="872" cy="3286"/>
              <a:chOff x="578" y="745"/>
              <a:chExt cx="872" cy="3286"/>
            </a:xfrm>
          </p:grpSpPr>
          <p:sp>
            <p:nvSpPr>
              <p:cNvPr id="55138" name="Freeform 5">
                <a:extLst>
                  <a:ext uri="{FF2B5EF4-FFF2-40B4-BE49-F238E27FC236}">
                    <a16:creationId xmlns:a16="http://schemas.microsoft.com/office/drawing/2014/main" id="{2E9DAB31-3D24-4DDB-AC17-1F5443FB0D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2" y="2726"/>
                <a:ext cx="77" cy="57"/>
              </a:xfrm>
              <a:custGeom>
                <a:avLst/>
                <a:gdLst>
                  <a:gd name="T0" fmla="*/ 277 w 40"/>
                  <a:gd name="T1" fmla="*/ 0 h 30"/>
                  <a:gd name="T2" fmla="*/ 237 w 40"/>
                  <a:gd name="T3" fmla="*/ 21 h 30"/>
                  <a:gd name="T4" fmla="*/ 193 w 40"/>
                  <a:gd name="T5" fmla="*/ 48 h 30"/>
                  <a:gd name="T6" fmla="*/ 156 w 40"/>
                  <a:gd name="T7" fmla="*/ 76 h 30"/>
                  <a:gd name="T8" fmla="*/ 116 w 40"/>
                  <a:gd name="T9" fmla="*/ 91 h 30"/>
                  <a:gd name="T10" fmla="*/ 29 w 40"/>
                  <a:gd name="T11" fmla="*/ 200 h 30"/>
                  <a:gd name="T12" fmla="*/ 92 w 40"/>
                  <a:gd name="T13" fmla="*/ 184 h 30"/>
                  <a:gd name="T14" fmla="*/ 137 w 40"/>
                  <a:gd name="T15" fmla="*/ 165 h 30"/>
                  <a:gd name="T16" fmla="*/ 223 w 40"/>
                  <a:gd name="T17" fmla="*/ 105 h 30"/>
                  <a:gd name="T18" fmla="*/ 271 w 40"/>
                  <a:gd name="T19" fmla="*/ 55 h 30"/>
                  <a:gd name="T20" fmla="*/ 285 w 40"/>
                  <a:gd name="T21" fmla="*/ 21 h 3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0" h="30">
                    <a:moveTo>
                      <a:pt x="39" y="0"/>
                    </a:moveTo>
                    <a:cubicBezTo>
                      <a:pt x="37" y="0"/>
                      <a:pt x="35" y="2"/>
                      <a:pt x="33" y="3"/>
                    </a:cubicBezTo>
                    <a:cubicBezTo>
                      <a:pt x="31" y="4"/>
                      <a:pt x="29" y="5"/>
                      <a:pt x="27" y="7"/>
                    </a:cubicBezTo>
                    <a:cubicBezTo>
                      <a:pt x="26" y="9"/>
                      <a:pt x="24" y="10"/>
                      <a:pt x="22" y="11"/>
                    </a:cubicBezTo>
                    <a:cubicBezTo>
                      <a:pt x="20" y="13"/>
                      <a:pt x="18" y="12"/>
                      <a:pt x="16" y="13"/>
                    </a:cubicBezTo>
                    <a:cubicBezTo>
                      <a:pt x="8" y="14"/>
                      <a:pt x="0" y="22"/>
                      <a:pt x="4" y="29"/>
                    </a:cubicBezTo>
                    <a:cubicBezTo>
                      <a:pt x="6" y="30"/>
                      <a:pt x="10" y="28"/>
                      <a:pt x="13" y="27"/>
                    </a:cubicBezTo>
                    <a:cubicBezTo>
                      <a:pt x="15" y="26"/>
                      <a:pt x="17" y="25"/>
                      <a:pt x="19" y="24"/>
                    </a:cubicBezTo>
                    <a:cubicBezTo>
                      <a:pt x="24" y="22"/>
                      <a:pt x="27" y="19"/>
                      <a:pt x="31" y="15"/>
                    </a:cubicBezTo>
                    <a:cubicBezTo>
                      <a:pt x="34" y="13"/>
                      <a:pt x="36" y="11"/>
                      <a:pt x="38" y="8"/>
                    </a:cubicBezTo>
                    <a:cubicBezTo>
                      <a:pt x="39" y="6"/>
                      <a:pt x="39" y="4"/>
                      <a:pt x="40" y="3"/>
                    </a:cubicBezTo>
                  </a:path>
                </a:pathLst>
              </a:custGeom>
              <a:solidFill>
                <a:srgbClr val="F8F6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5139" name="Freeform 6">
                <a:extLst>
                  <a:ext uri="{FF2B5EF4-FFF2-40B4-BE49-F238E27FC236}">
                    <a16:creationId xmlns:a16="http://schemas.microsoft.com/office/drawing/2014/main" id="{F7E1AFB9-A278-47DF-B84B-DC823A9B5D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7" y="2703"/>
                <a:ext cx="58" cy="53"/>
              </a:xfrm>
              <a:custGeom>
                <a:avLst/>
                <a:gdLst>
                  <a:gd name="T0" fmla="*/ 195 w 30"/>
                  <a:gd name="T1" fmla="*/ 0 h 28"/>
                  <a:gd name="T2" fmla="*/ 160 w 30"/>
                  <a:gd name="T3" fmla="*/ 28 h 28"/>
                  <a:gd name="T4" fmla="*/ 116 w 30"/>
                  <a:gd name="T5" fmla="*/ 61 h 28"/>
                  <a:gd name="T6" fmla="*/ 93 w 30"/>
                  <a:gd name="T7" fmla="*/ 76 h 28"/>
                  <a:gd name="T8" fmla="*/ 56 w 30"/>
                  <a:gd name="T9" fmla="*/ 97 h 28"/>
                  <a:gd name="T10" fmla="*/ 15 w 30"/>
                  <a:gd name="T11" fmla="*/ 136 h 28"/>
                  <a:gd name="T12" fmla="*/ 8 w 30"/>
                  <a:gd name="T13" fmla="*/ 189 h 28"/>
                  <a:gd name="T14" fmla="*/ 37 w 30"/>
                  <a:gd name="T15" fmla="*/ 184 h 28"/>
                  <a:gd name="T16" fmla="*/ 72 w 30"/>
                  <a:gd name="T17" fmla="*/ 168 h 28"/>
                  <a:gd name="T18" fmla="*/ 139 w 30"/>
                  <a:gd name="T19" fmla="*/ 136 h 28"/>
                  <a:gd name="T20" fmla="*/ 201 w 30"/>
                  <a:gd name="T21" fmla="*/ 97 h 28"/>
                  <a:gd name="T22" fmla="*/ 217 w 30"/>
                  <a:gd name="T23" fmla="*/ 61 h 28"/>
                  <a:gd name="T24" fmla="*/ 201 w 30"/>
                  <a:gd name="T25" fmla="*/ 8 h 2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0" h="28">
                    <a:moveTo>
                      <a:pt x="27" y="0"/>
                    </a:moveTo>
                    <a:cubicBezTo>
                      <a:pt x="25" y="1"/>
                      <a:pt x="23" y="3"/>
                      <a:pt x="22" y="4"/>
                    </a:cubicBezTo>
                    <a:cubicBezTo>
                      <a:pt x="20" y="6"/>
                      <a:pt x="18" y="7"/>
                      <a:pt x="16" y="9"/>
                    </a:cubicBezTo>
                    <a:cubicBezTo>
                      <a:pt x="15" y="10"/>
                      <a:pt x="14" y="10"/>
                      <a:pt x="13" y="11"/>
                    </a:cubicBezTo>
                    <a:cubicBezTo>
                      <a:pt x="11" y="12"/>
                      <a:pt x="9" y="13"/>
                      <a:pt x="8" y="14"/>
                    </a:cubicBezTo>
                    <a:cubicBezTo>
                      <a:pt x="6" y="16"/>
                      <a:pt x="3" y="18"/>
                      <a:pt x="2" y="20"/>
                    </a:cubicBezTo>
                    <a:cubicBezTo>
                      <a:pt x="0" y="23"/>
                      <a:pt x="1" y="25"/>
                      <a:pt x="1" y="28"/>
                    </a:cubicBezTo>
                    <a:cubicBezTo>
                      <a:pt x="2" y="28"/>
                      <a:pt x="4" y="27"/>
                      <a:pt x="5" y="27"/>
                    </a:cubicBezTo>
                    <a:cubicBezTo>
                      <a:pt x="7" y="26"/>
                      <a:pt x="8" y="26"/>
                      <a:pt x="10" y="25"/>
                    </a:cubicBezTo>
                    <a:cubicBezTo>
                      <a:pt x="13" y="23"/>
                      <a:pt x="16" y="21"/>
                      <a:pt x="19" y="20"/>
                    </a:cubicBezTo>
                    <a:cubicBezTo>
                      <a:pt x="22" y="18"/>
                      <a:pt x="25" y="16"/>
                      <a:pt x="28" y="14"/>
                    </a:cubicBezTo>
                    <a:cubicBezTo>
                      <a:pt x="30" y="12"/>
                      <a:pt x="30" y="11"/>
                      <a:pt x="30" y="9"/>
                    </a:cubicBezTo>
                    <a:cubicBezTo>
                      <a:pt x="30" y="6"/>
                      <a:pt x="29" y="3"/>
                      <a:pt x="28" y="1"/>
                    </a:cubicBezTo>
                  </a:path>
                </a:pathLst>
              </a:custGeom>
              <a:solidFill>
                <a:srgbClr val="F8F6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5140" name="Freeform 7">
                <a:extLst>
                  <a:ext uri="{FF2B5EF4-FFF2-40B4-BE49-F238E27FC236}">
                    <a16:creationId xmlns:a16="http://schemas.microsoft.com/office/drawing/2014/main" id="{91FC7857-7263-4ABF-A939-B0CCB69518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2" y="2726"/>
                <a:ext cx="79" cy="57"/>
              </a:xfrm>
              <a:custGeom>
                <a:avLst/>
                <a:gdLst>
                  <a:gd name="T0" fmla="*/ 285 w 41"/>
                  <a:gd name="T1" fmla="*/ 0 h 30"/>
                  <a:gd name="T2" fmla="*/ 245 w 41"/>
                  <a:gd name="T3" fmla="*/ 15 h 30"/>
                  <a:gd name="T4" fmla="*/ 200 w 41"/>
                  <a:gd name="T5" fmla="*/ 48 h 30"/>
                  <a:gd name="T6" fmla="*/ 156 w 41"/>
                  <a:gd name="T7" fmla="*/ 76 h 30"/>
                  <a:gd name="T8" fmla="*/ 116 w 41"/>
                  <a:gd name="T9" fmla="*/ 84 h 30"/>
                  <a:gd name="T10" fmla="*/ 29 w 41"/>
                  <a:gd name="T11" fmla="*/ 200 h 30"/>
                  <a:gd name="T12" fmla="*/ 92 w 41"/>
                  <a:gd name="T13" fmla="*/ 177 h 30"/>
                  <a:gd name="T14" fmla="*/ 137 w 41"/>
                  <a:gd name="T15" fmla="*/ 165 h 30"/>
                  <a:gd name="T16" fmla="*/ 229 w 41"/>
                  <a:gd name="T17" fmla="*/ 105 h 30"/>
                  <a:gd name="T18" fmla="*/ 272 w 41"/>
                  <a:gd name="T19" fmla="*/ 55 h 30"/>
                  <a:gd name="T20" fmla="*/ 293 w 41"/>
                  <a:gd name="T21" fmla="*/ 15 h 3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1" h="30">
                    <a:moveTo>
                      <a:pt x="40" y="0"/>
                    </a:moveTo>
                    <a:cubicBezTo>
                      <a:pt x="38" y="0"/>
                      <a:pt x="35" y="1"/>
                      <a:pt x="34" y="2"/>
                    </a:cubicBezTo>
                    <a:cubicBezTo>
                      <a:pt x="31" y="3"/>
                      <a:pt x="30" y="5"/>
                      <a:pt x="28" y="7"/>
                    </a:cubicBezTo>
                    <a:cubicBezTo>
                      <a:pt x="26" y="8"/>
                      <a:pt x="24" y="10"/>
                      <a:pt x="22" y="11"/>
                    </a:cubicBezTo>
                    <a:cubicBezTo>
                      <a:pt x="20" y="12"/>
                      <a:pt x="18" y="12"/>
                      <a:pt x="16" y="12"/>
                    </a:cubicBezTo>
                    <a:cubicBezTo>
                      <a:pt x="9" y="13"/>
                      <a:pt x="0" y="21"/>
                      <a:pt x="4" y="29"/>
                    </a:cubicBezTo>
                    <a:cubicBezTo>
                      <a:pt x="7" y="30"/>
                      <a:pt x="11" y="28"/>
                      <a:pt x="13" y="26"/>
                    </a:cubicBezTo>
                    <a:cubicBezTo>
                      <a:pt x="15" y="26"/>
                      <a:pt x="17" y="25"/>
                      <a:pt x="19" y="24"/>
                    </a:cubicBezTo>
                    <a:cubicBezTo>
                      <a:pt x="24" y="22"/>
                      <a:pt x="28" y="18"/>
                      <a:pt x="32" y="15"/>
                    </a:cubicBezTo>
                    <a:cubicBezTo>
                      <a:pt x="34" y="13"/>
                      <a:pt x="37" y="10"/>
                      <a:pt x="38" y="8"/>
                    </a:cubicBezTo>
                    <a:cubicBezTo>
                      <a:pt x="39" y="6"/>
                      <a:pt x="40" y="4"/>
                      <a:pt x="41" y="2"/>
                    </a:cubicBezTo>
                  </a:path>
                </a:pathLst>
              </a:custGeom>
              <a:noFill/>
              <a:ln w="6350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5141" name="Freeform 8">
                <a:extLst>
                  <a:ext uri="{FF2B5EF4-FFF2-40B4-BE49-F238E27FC236}">
                    <a16:creationId xmlns:a16="http://schemas.microsoft.com/office/drawing/2014/main" id="{0B61B61F-6E98-497A-87E6-9F5C1A9E53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9" y="2701"/>
                <a:ext cx="52" cy="50"/>
              </a:xfrm>
              <a:custGeom>
                <a:avLst/>
                <a:gdLst>
                  <a:gd name="T0" fmla="*/ 193 w 27"/>
                  <a:gd name="T1" fmla="*/ 0 h 26"/>
                  <a:gd name="T2" fmla="*/ 148 w 27"/>
                  <a:gd name="T3" fmla="*/ 37 h 26"/>
                  <a:gd name="T4" fmla="*/ 116 w 27"/>
                  <a:gd name="T5" fmla="*/ 63 h 26"/>
                  <a:gd name="T6" fmla="*/ 85 w 27"/>
                  <a:gd name="T7" fmla="*/ 85 h 26"/>
                  <a:gd name="T8" fmla="*/ 56 w 27"/>
                  <a:gd name="T9" fmla="*/ 108 h 26"/>
                  <a:gd name="T10" fmla="*/ 8 w 27"/>
                  <a:gd name="T11" fmla="*/ 148 h 26"/>
                  <a:gd name="T12" fmla="*/ 0 w 27"/>
                  <a:gd name="T13" fmla="*/ 185 h 2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7" h="26">
                    <a:moveTo>
                      <a:pt x="27" y="0"/>
                    </a:moveTo>
                    <a:cubicBezTo>
                      <a:pt x="24" y="1"/>
                      <a:pt x="23" y="3"/>
                      <a:pt x="21" y="5"/>
                    </a:cubicBezTo>
                    <a:cubicBezTo>
                      <a:pt x="19" y="6"/>
                      <a:pt x="18" y="8"/>
                      <a:pt x="16" y="9"/>
                    </a:cubicBezTo>
                    <a:cubicBezTo>
                      <a:pt x="15" y="11"/>
                      <a:pt x="14" y="11"/>
                      <a:pt x="12" y="12"/>
                    </a:cubicBezTo>
                    <a:cubicBezTo>
                      <a:pt x="10" y="12"/>
                      <a:pt x="9" y="14"/>
                      <a:pt x="8" y="15"/>
                    </a:cubicBezTo>
                    <a:cubicBezTo>
                      <a:pt x="5" y="17"/>
                      <a:pt x="2" y="18"/>
                      <a:pt x="1" y="21"/>
                    </a:cubicBezTo>
                    <a:cubicBezTo>
                      <a:pt x="0" y="22"/>
                      <a:pt x="0" y="24"/>
                      <a:pt x="0" y="26"/>
                    </a:cubicBezTo>
                  </a:path>
                </a:pathLst>
              </a:custGeom>
              <a:noFill/>
              <a:ln w="6350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5142" name="Freeform 9">
                <a:extLst>
                  <a:ext uri="{FF2B5EF4-FFF2-40B4-BE49-F238E27FC236}">
                    <a16:creationId xmlns:a16="http://schemas.microsoft.com/office/drawing/2014/main" id="{9384A9FB-B5F0-487A-B5D5-D6898D990A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7" y="2726"/>
                <a:ext cx="77" cy="57"/>
              </a:xfrm>
              <a:custGeom>
                <a:avLst/>
                <a:gdLst>
                  <a:gd name="T0" fmla="*/ 8 w 40"/>
                  <a:gd name="T1" fmla="*/ 0 h 30"/>
                  <a:gd name="T2" fmla="*/ 48 w 40"/>
                  <a:gd name="T3" fmla="*/ 21 h 30"/>
                  <a:gd name="T4" fmla="*/ 92 w 40"/>
                  <a:gd name="T5" fmla="*/ 48 h 30"/>
                  <a:gd name="T6" fmla="*/ 129 w 40"/>
                  <a:gd name="T7" fmla="*/ 76 h 30"/>
                  <a:gd name="T8" fmla="*/ 171 w 40"/>
                  <a:gd name="T9" fmla="*/ 91 h 30"/>
                  <a:gd name="T10" fmla="*/ 256 w 40"/>
                  <a:gd name="T11" fmla="*/ 200 h 30"/>
                  <a:gd name="T12" fmla="*/ 193 w 40"/>
                  <a:gd name="T13" fmla="*/ 184 h 30"/>
                  <a:gd name="T14" fmla="*/ 148 w 40"/>
                  <a:gd name="T15" fmla="*/ 165 h 30"/>
                  <a:gd name="T16" fmla="*/ 56 w 40"/>
                  <a:gd name="T17" fmla="*/ 105 h 30"/>
                  <a:gd name="T18" fmla="*/ 15 w 40"/>
                  <a:gd name="T19" fmla="*/ 55 h 30"/>
                  <a:gd name="T20" fmla="*/ 0 w 40"/>
                  <a:gd name="T21" fmla="*/ 21 h 3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0" h="30">
                    <a:moveTo>
                      <a:pt x="1" y="0"/>
                    </a:moveTo>
                    <a:cubicBezTo>
                      <a:pt x="3" y="0"/>
                      <a:pt x="5" y="2"/>
                      <a:pt x="7" y="3"/>
                    </a:cubicBezTo>
                    <a:cubicBezTo>
                      <a:pt x="9" y="4"/>
                      <a:pt x="11" y="5"/>
                      <a:pt x="13" y="7"/>
                    </a:cubicBezTo>
                    <a:cubicBezTo>
                      <a:pt x="14" y="9"/>
                      <a:pt x="16" y="10"/>
                      <a:pt x="18" y="11"/>
                    </a:cubicBezTo>
                    <a:cubicBezTo>
                      <a:pt x="20" y="13"/>
                      <a:pt x="22" y="12"/>
                      <a:pt x="24" y="13"/>
                    </a:cubicBezTo>
                    <a:cubicBezTo>
                      <a:pt x="31" y="14"/>
                      <a:pt x="40" y="22"/>
                      <a:pt x="36" y="29"/>
                    </a:cubicBezTo>
                    <a:cubicBezTo>
                      <a:pt x="34" y="30"/>
                      <a:pt x="30" y="28"/>
                      <a:pt x="27" y="27"/>
                    </a:cubicBezTo>
                    <a:cubicBezTo>
                      <a:pt x="25" y="26"/>
                      <a:pt x="23" y="25"/>
                      <a:pt x="21" y="24"/>
                    </a:cubicBezTo>
                    <a:cubicBezTo>
                      <a:pt x="16" y="22"/>
                      <a:pt x="12" y="19"/>
                      <a:pt x="8" y="15"/>
                    </a:cubicBezTo>
                    <a:cubicBezTo>
                      <a:pt x="6" y="13"/>
                      <a:pt x="4" y="11"/>
                      <a:pt x="2" y="8"/>
                    </a:cubicBezTo>
                    <a:cubicBezTo>
                      <a:pt x="1" y="6"/>
                      <a:pt x="1" y="4"/>
                      <a:pt x="0" y="3"/>
                    </a:cubicBezTo>
                  </a:path>
                </a:pathLst>
              </a:custGeom>
              <a:solidFill>
                <a:srgbClr val="F8F6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5143" name="Freeform 10">
                <a:extLst>
                  <a:ext uri="{FF2B5EF4-FFF2-40B4-BE49-F238E27FC236}">
                    <a16:creationId xmlns:a16="http://schemas.microsoft.com/office/drawing/2014/main" id="{D6A716CC-8E15-4EC9-B49A-30ADAA71A1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1" y="2703"/>
                <a:ext cx="58" cy="53"/>
              </a:xfrm>
              <a:custGeom>
                <a:avLst/>
                <a:gdLst>
                  <a:gd name="T0" fmla="*/ 23 w 30"/>
                  <a:gd name="T1" fmla="*/ 0 h 28"/>
                  <a:gd name="T2" fmla="*/ 56 w 30"/>
                  <a:gd name="T3" fmla="*/ 28 h 28"/>
                  <a:gd name="T4" fmla="*/ 93 w 30"/>
                  <a:gd name="T5" fmla="*/ 61 h 28"/>
                  <a:gd name="T6" fmla="*/ 124 w 30"/>
                  <a:gd name="T7" fmla="*/ 76 h 28"/>
                  <a:gd name="T8" fmla="*/ 160 w 30"/>
                  <a:gd name="T9" fmla="*/ 97 h 28"/>
                  <a:gd name="T10" fmla="*/ 201 w 30"/>
                  <a:gd name="T11" fmla="*/ 136 h 28"/>
                  <a:gd name="T12" fmla="*/ 209 w 30"/>
                  <a:gd name="T13" fmla="*/ 189 h 28"/>
                  <a:gd name="T14" fmla="*/ 180 w 30"/>
                  <a:gd name="T15" fmla="*/ 184 h 28"/>
                  <a:gd name="T16" fmla="*/ 145 w 30"/>
                  <a:gd name="T17" fmla="*/ 168 h 28"/>
                  <a:gd name="T18" fmla="*/ 79 w 30"/>
                  <a:gd name="T19" fmla="*/ 136 h 28"/>
                  <a:gd name="T20" fmla="*/ 15 w 30"/>
                  <a:gd name="T21" fmla="*/ 97 h 28"/>
                  <a:gd name="T22" fmla="*/ 0 w 30"/>
                  <a:gd name="T23" fmla="*/ 61 h 28"/>
                  <a:gd name="T24" fmla="*/ 15 w 30"/>
                  <a:gd name="T25" fmla="*/ 8 h 2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0" h="28">
                    <a:moveTo>
                      <a:pt x="3" y="0"/>
                    </a:moveTo>
                    <a:cubicBezTo>
                      <a:pt x="5" y="1"/>
                      <a:pt x="6" y="3"/>
                      <a:pt x="8" y="4"/>
                    </a:cubicBezTo>
                    <a:cubicBezTo>
                      <a:pt x="10" y="6"/>
                      <a:pt x="12" y="7"/>
                      <a:pt x="13" y="9"/>
                    </a:cubicBezTo>
                    <a:cubicBezTo>
                      <a:pt x="15" y="10"/>
                      <a:pt x="16" y="10"/>
                      <a:pt x="17" y="11"/>
                    </a:cubicBezTo>
                    <a:cubicBezTo>
                      <a:pt x="19" y="12"/>
                      <a:pt x="20" y="13"/>
                      <a:pt x="22" y="14"/>
                    </a:cubicBezTo>
                    <a:cubicBezTo>
                      <a:pt x="24" y="16"/>
                      <a:pt x="27" y="18"/>
                      <a:pt x="28" y="20"/>
                    </a:cubicBezTo>
                    <a:cubicBezTo>
                      <a:pt x="30" y="23"/>
                      <a:pt x="29" y="25"/>
                      <a:pt x="29" y="28"/>
                    </a:cubicBezTo>
                    <a:cubicBezTo>
                      <a:pt x="27" y="28"/>
                      <a:pt x="26" y="27"/>
                      <a:pt x="25" y="27"/>
                    </a:cubicBezTo>
                    <a:cubicBezTo>
                      <a:pt x="23" y="26"/>
                      <a:pt x="22" y="26"/>
                      <a:pt x="20" y="25"/>
                    </a:cubicBezTo>
                    <a:cubicBezTo>
                      <a:pt x="17" y="23"/>
                      <a:pt x="14" y="21"/>
                      <a:pt x="11" y="20"/>
                    </a:cubicBezTo>
                    <a:cubicBezTo>
                      <a:pt x="8" y="18"/>
                      <a:pt x="5" y="16"/>
                      <a:pt x="2" y="14"/>
                    </a:cubicBezTo>
                    <a:cubicBezTo>
                      <a:pt x="0" y="12"/>
                      <a:pt x="0" y="11"/>
                      <a:pt x="0" y="9"/>
                    </a:cubicBezTo>
                    <a:cubicBezTo>
                      <a:pt x="0" y="6"/>
                      <a:pt x="1" y="3"/>
                      <a:pt x="2" y="1"/>
                    </a:cubicBezTo>
                  </a:path>
                </a:pathLst>
              </a:custGeom>
              <a:solidFill>
                <a:srgbClr val="F8F6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5144" name="Freeform 11">
                <a:extLst>
                  <a:ext uri="{FF2B5EF4-FFF2-40B4-BE49-F238E27FC236}">
                    <a16:creationId xmlns:a16="http://schemas.microsoft.com/office/drawing/2014/main" id="{8418443D-6886-47FF-AA1C-928A83906B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7" y="2726"/>
                <a:ext cx="77" cy="57"/>
              </a:xfrm>
              <a:custGeom>
                <a:avLst/>
                <a:gdLst>
                  <a:gd name="T0" fmla="*/ 8 w 40"/>
                  <a:gd name="T1" fmla="*/ 0 h 30"/>
                  <a:gd name="T2" fmla="*/ 48 w 40"/>
                  <a:gd name="T3" fmla="*/ 21 h 30"/>
                  <a:gd name="T4" fmla="*/ 92 w 40"/>
                  <a:gd name="T5" fmla="*/ 48 h 30"/>
                  <a:gd name="T6" fmla="*/ 129 w 40"/>
                  <a:gd name="T7" fmla="*/ 76 h 30"/>
                  <a:gd name="T8" fmla="*/ 171 w 40"/>
                  <a:gd name="T9" fmla="*/ 91 h 30"/>
                  <a:gd name="T10" fmla="*/ 256 w 40"/>
                  <a:gd name="T11" fmla="*/ 200 h 30"/>
                  <a:gd name="T12" fmla="*/ 193 w 40"/>
                  <a:gd name="T13" fmla="*/ 184 h 30"/>
                  <a:gd name="T14" fmla="*/ 148 w 40"/>
                  <a:gd name="T15" fmla="*/ 165 h 30"/>
                  <a:gd name="T16" fmla="*/ 56 w 40"/>
                  <a:gd name="T17" fmla="*/ 105 h 30"/>
                  <a:gd name="T18" fmla="*/ 15 w 40"/>
                  <a:gd name="T19" fmla="*/ 55 h 30"/>
                  <a:gd name="T20" fmla="*/ 0 w 40"/>
                  <a:gd name="T21" fmla="*/ 21 h 3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0" h="30">
                    <a:moveTo>
                      <a:pt x="1" y="0"/>
                    </a:moveTo>
                    <a:cubicBezTo>
                      <a:pt x="3" y="0"/>
                      <a:pt x="5" y="2"/>
                      <a:pt x="7" y="3"/>
                    </a:cubicBezTo>
                    <a:cubicBezTo>
                      <a:pt x="9" y="4"/>
                      <a:pt x="11" y="5"/>
                      <a:pt x="13" y="7"/>
                    </a:cubicBezTo>
                    <a:cubicBezTo>
                      <a:pt x="14" y="9"/>
                      <a:pt x="16" y="10"/>
                      <a:pt x="18" y="11"/>
                    </a:cubicBezTo>
                    <a:cubicBezTo>
                      <a:pt x="20" y="13"/>
                      <a:pt x="22" y="12"/>
                      <a:pt x="24" y="13"/>
                    </a:cubicBezTo>
                    <a:cubicBezTo>
                      <a:pt x="31" y="14"/>
                      <a:pt x="40" y="22"/>
                      <a:pt x="36" y="29"/>
                    </a:cubicBezTo>
                    <a:cubicBezTo>
                      <a:pt x="34" y="30"/>
                      <a:pt x="30" y="28"/>
                      <a:pt x="27" y="27"/>
                    </a:cubicBezTo>
                    <a:cubicBezTo>
                      <a:pt x="25" y="26"/>
                      <a:pt x="23" y="25"/>
                      <a:pt x="21" y="24"/>
                    </a:cubicBezTo>
                    <a:cubicBezTo>
                      <a:pt x="16" y="22"/>
                      <a:pt x="12" y="19"/>
                      <a:pt x="8" y="15"/>
                    </a:cubicBezTo>
                    <a:cubicBezTo>
                      <a:pt x="6" y="13"/>
                      <a:pt x="4" y="11"/>
                      <a:pt x="2" y="8"/>
                    </a:cubicBezTo>
                    <a:cubicBezTo>
                      <a:pt x="1" y="6"/>
                      <a:pt x="1" y="4"/>
                      <a:pt x="0" y="3"/>
                    </a:cubicBezTo>
                  </a:path>
                </a:pathLst>
              </a:custGeom>
              <a:noFill/>
              <a:ln w="6350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5145" name="Freeform 12">
                <a:extLst>
                  <a:ext uri="{FF2B5EF4-FFF2-40B4-BE49-F238E27FC236}">
                    <a16:creationId xmlns:a16="http://schemas.microsoft.com/office/drawing/2014/main" id="{3ED6A60C-62A3-4413-A109-1C726451C0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7" y="2703"/>
                <a:ext cx="50" cy="48"/>
              </a:xfrm>
              <a:custGeom>
                <a:avLst/>
                <a:gdLst>
                  <a:gd name="T0" fmla="*/ 0 w 26"/>
                  <a:gd name="T1" fmla="*/ 0 h 25"/>
                  <a:gd name="T2" fmla="*/ 37 w 26"/>
                  <a:gd name="T3" fmla="*/ 29 h 25"/>
                  <a:gd name="T4" fmla="*/ 71 w 26"/>
                  <a:gd name="T5" fmla="*/ 63 h 25"/>
                  <a:gd name="T6" fmla="*/ 100 w 26"/>
                  <a:gd name="T7" fmla="*/ 77 h 25"/>
                  <a:gd name="T8" fmla="*/ 137 w 26"/>
                  <a:gd name="T9" fmla="*/ 100 h 25"/>
                  <a:gd name="T10" fmla="*/ 177 w 26"/>
                  <a:gd name="T11" fmla="*/ 140 h 25"/>
                  <a:gd name="T12" fmla="*/ 185 w 26"/>
                  <a:gd name="T13" fmla="*/ 177 h 2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" h="25">
                    <a:moveTo>
                      <a:pt x="0" y="0"/>
                    </a:moveTo>
                    <a:cubicBezTo>
                      <a:pt x="2" y="1"/>
                      <a:pt x="3" y="3"/>
                      <a:pt x="5" y="4"/>
                    </a:cubicBezTo>
                    <a:cubicBezTo>
                      <a:pt x="7" y="6"/>
                      <a:pt x="9" y="7"/>
                      <a:pt x="10" y="9"/>
                    </a:cubicBezTo>
                    <a:cubicBezTo>
                      <a:pt x="12" y="10"/>
                      <a:pt x="13" y="10"/>
                      <a:pt x="14" y="11"/>
                    </a:cubicBezTo>
                    <a:cubicBezTo>
                      <a:pt x="16" y="12"/>
                      <a:pt x="17" y="13"/>
                      <a:pt x="19" y="14"/>
                    </a:cubicBezTo>
                    <a:cubicBezTo>
                      <a:pt x="21" y="16"/>
                      <a:pt x="24" y="18"/>
                      <a:pt x="25" y="20"/>
                    </a:cubicBezTo>
                    <a:cubicBezTo>
                      <a:pt x="26" y="22"/>
                      <a:pt x="26" y="23"/>
                      <a:pt x="26" y="25"/>
                    </a:cubicBezTo>
                  </a:path>
                </a:pathLst>
              </a:custGeom>
              <a:noFill/>
              <a:ln w="6350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5146" name="Freeform 13">
                <a:extLst>
                  <a:ext uri="{FF2B5EF4-FFF2-40B4-BE49-F238E27FC236}">
                    <a16:creationId xmlns:a16="http://schemas.microsoft.com/office/drawing/2014/main" id="{27697F5F-98CF-4205-BCE8-7563D58CAE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5" y="983"/>
                <a:ext cx="378" cy="235"/>
              </a:xfrm>
              <a:custGeom>
                <a:avLst/>
                <a:gdLst>
                  <a:gd name="T0" fmla="*/ 140 w 195"/>
                  <a:gd name="T1" fmla="*/ 29 h 122"/>
                  <a:gd name="T2" fmla="*/ 0 w 195"/>
                  <a:gd name="T3" fmla="*/ 873 h 122"/>
                  <a:gd name="T4" fmla="*/ 1421 w 195"/>
                  <a:gd name="T5" fmla="*/ 873 h 122"/>
                  <a:gd name="T6" fmla="*/ 1252 w 195"/>
                  <a:gd name="T7" fmla="*/ 0 h 122"/>
                  <a:gd name="T8" fmla="*/ 140 w 195"/>
                  <a:gd name="T9" fmla="*/ 29 h 1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5" h="122">
                    <a:moveTo>
                      <a:pt x="19" y="4"/>
                    </a:moveTo>
                    <a:cubicBezTo>
                      <a:pt x="19" y="4"/>
                      <a:pt x="14" y="93"/>
                      <a:pt x="0" y="122"/>
                    </a:cubicBezTo>
                    <a:cubicBezTo>
                      <a:pt x="195" y="122"/>
                      <a:pt x="195" y="122"/>
                      <a:pt x="195" y="122"/>
                    </a:cubicBezTo>
                    <a:cubicBezTo>
                      <a:pt x="195" y="122"/>
                      <a:pt x="173" y="48"/>
                      <a:pt x="172" y="0"/>
                    </a:cubicBezTo>
                    <a:lnTo>
                      <a:pt x="19" y="4"/>
                    </a:lnTo>
                    <a:close/>
                  </a:path>
                </a:pathLst>
              </a:custGeom>
              <a:solidFill>
                <a:srgbClr val="9A76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5147" name="Freeform 14">
                <a:extLst>
                  <a:ext uri="{FF2B5EF4-FFF2-40B4-BE49-F238E27FC236}">
                    <a16:creationId xmlns:a16="http://schemas.microsoft.com/office/drawing/2014/main" id="{53C7C0F1-B254-4760-9350-28677867A5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5" y="983"/>
                <a:ext cx="378" cy="235"/>
              </a:xfrm>
              <a:custGeom>
                <a:avLst/>
                <a:gdLst>
                  <a:gd name="T0" fmla="*/ 140 w 195"/>
                  <a:gd name="T1" fmla="*/ 29 h 122"/>
                  <a:gd name="T2" fmla="*/ 0 w 195"/>
                  <a:gd name="T3" fmla="*/ 873 h 122"/>
                  <a:gd name="T4" fmla="*/ 1421 w 195"/>
                  <a:gd name="T5" fmla="*/ 873 h 122"/>
                  <a:gd name="T6" fmla="*/ 1252 w 195"/>
                  <a:gd name="T7" fmla="*/ 0 h 122"/>
                  <a:gd name="T8" fmla="*/ 140 w 195"/>
                  <a:gd name="T9" fmla="*/ 29 h 1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5" h="122">
                    <a:moveTo>
                      <a:pt x="19" y="4"/>
                    </a:moveTo>
                    <a:cubicBezTo>
                      <a:pt x="19" y="4"/>
                      <a:pt x="14" y="93"/>
                      <a:pt x="0" y="122"/>
                    </a:cubicBezTo>
                    <a:cubicBezTo>
                      <a:pt x="195" y="122"/>
                      <a:pt x="195" y="122"/>
                      <a:pt x="195" y="122"/>
                    </a:cubicBezTo>
                    <a:cubicBezTo>
                      <a:pt x="195" y="122"/>
                      <a:pt x="173" y="48"/>
                      <a:pt x="172" y="0"/>
                    </a:cubicBezTo>
                    <a:lnTo>
                      <a:pt x="19" y="4"/>
                    </a:lnTo>
                    <a:close/>
                  </a:path>
                </a:pathLst>
              </a:custGeom>
              <a:noFill/>
              <a:ln w="6350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5148" name="Freeform 15">
                <a:extLst>
                  <a:ext uri="{FF2B5EF4-FFF2-40B4-BE49-F238E27FC236}">
                    <a16:creationId xmlns:a16="http://schemas.microsoft.com/office/drawing/2014/main" id="{92FF9048-163E-40D6-B350-A75D176143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5" y="1143"/>
                <a:ext cx="101" cy="69"/>
              </a:xfrm>
              <a:custGeom>
                <a:avLst/>
                <a:gdLst>
                  <a:gd name="T0" fmla="*/ 0 w 52"/>
                  <a:gd name="T1" fmla="*/ 253 h 36"/>
                  <a:gd name="T2" fmla="*/ 64 w 52"/>
                  <a:gd name="T3" fmla="*/ 161 h 36"/>
                  <a:gd name="T4" fmla="*/ 60 w 52"/>
                  <a:gd name="T5" fmla="*/ 213 h 36"/>
                  <a:gd name="T6" fmla="*/ 80 w 52"/>
                  <a:gd name="T7" fmla="*/ 184 h 36"/>
                  <a:gd name="T8" fmla="*/ 87 w 52"/>
                  <a:gd name="T9" fmla="*/ 205 h 36"/>
                  <a:gd name="T10" fmla="*/ 95 w 52"/>
                  <a:gd name="T11" fmla="*/ 213 h 36"/>
                  <a:gd name="T12" fmla="*/ 169 w 52"/>
                  <a:gd name="T13" fmla="*/ 69 h 36"/>
                  <a:gd name="T14" fmla="*/ 169 w 52"/>
                  <a:gd name="T15" fmla="*/ 121 h 36"/>
                  <a:gd name="T16" fmla="*/ 169 w 52"/>
                  <a:gd name="T17" fmla="*/ 199 h 36"/>
                  <a:gd name="T18" fmla="*/ 219 w 52"/>
                  <a:gd name="T19" fmla="*/ 36 h 36"/>
                  <a:gd name="T20" fmla="*/ 233 w 52"/>
                  <a:gd name="T21" fmla="*/ 92 h 36"/>
                  <a:gd name="T22" fmla="*/ 249 w 52"/>
                  <a:gd name="T23" fmla="*/ 184 h 36"/>
                  <a:gd name="T24" fmla="*/ 280 w 52"/>
                  <a:gd name="T25" fmla="*/ 36 h 36"/>
                  <a:gd name="T26" fmla="*/ 295 w 52"/>
                  <a:gd name="T27" fmla="*/ 92 h 36"/>
                  <a:gd name="T28" fmla="*/ 317 w 52"/>
                  <a:gd name="T29" fmla="*/ 155 h 36"/>
                  <a:gd name="T30" fmla="*/ 317 w 52"/>
                  <a:gd name="T31" fmla="*/ 56 h 36"/>
                  <a:gd name="T32" fmla="*/ 309 w 52"/>
                  <a:gd name="T33" fmla="*/ 0 h 36"/>
                  <a:gd name="T34" fmla="*/ 344 w 52"/>
                  <a:gd name="T35" fmla="*/ 121 h 36"/>
                  <a:gd name="T36" fmla="*/ 359 w 52"/>
                  <a:gd name="T37" fmla="*/ 184 h 36"/>
                  <a:gd name="T38" fmla="*/ 381 w 52"/>
                  <a:gd name="T39" fmla="*/ 253 h 36"/>
                  <a:gd name="T40" fmla="*/ 309 w 52"/>
                  <a:gd name="T41" fmla="*/ 232 h 36"/>
                  <a:gd name="T42" fmla="*/ 212 w 52"/>
                  <a:gd name="T43" fmla="*/ 232 h 36"/>
                  <a:gd name="T44" fmla="*/ 117 w 52"/>
                  <a:gd name="T45" fmla="*/ 245 h 36"/>
                  <a:gd name="T46" fmla="*/ 60 w 52"/>
                  <a:gd name="T47" fmla="*/ 240 h 36"/>
                  <a:gd name="T48" fmla="*/ 23 w 52"/>
                  <a:gd name="T49" fmla="*/ 245 h 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52" h="36">
                    <a:moveTo>
                      <a:pt x="0" y="36"/>
                    </a:moveTo>
                    <a:cubicBezTo>
                      <a:pt x="3" y="33"/>
                      <a:pt x="7" y="27"/>
                      <a:pt x="9" y="23"/>
                    </a:cubicBezTo>
                    <a:cubicBezTo>
                      <a:pt x="9" y="25"/>
                      <a:pt x="8" y="28"/>
                      <a:pt x="8" y="30"/>
                    </a:cubicBezTo>
                    <a:cubicBezTo>
                      <a:pt x="9" y="29"/>
                      <a:pt x="10" y="27"/>
                      <a:pt x="11" y="26"/>
                    </a:cubicBezTo>
                    <a:cubicBezTo>
                      <a:pt x="12" y="27"/>
                      <a:pt x="12" y="28"/>
                      <a:pt x="12" y="29"/>
                    </a:cubicBezTo>
                    <a:cubicBezTo>
                      <a:pt x="12" y="29"/>
                      <a:pt x="13" y="30"/>
                      <a:pt x="13" y="30"/>
                    </a:cubicBezTo>
                    <a:cubicBezTo>
                      <a:pt x="18" y="25"/>
                      <a:pt x="20" y="17"/>
                      <a:pt x="23" y="10"/>
                    </a:cubicBezTo>
                    <a:cubicBezTo>
                      <a:pt x="23" y="12"/>
                      <a:pt x="23" y="15"/>
                      <a:pt x="23" y="17"/>
                    </a:cubicBezTo>
                    <a:cubicBezTo>
                      <a:pt x="23" y="21"/>
                      <a:pt x="23" y="24"/>
                      <a:pt x="23" y="28"/>
                    </a:cubicBezTo>
                    <a:cubicBezTo>
                      <a:pt x="29" y="23"/>
                      <a:pt x="29" y="12"/>
                      <a:pt x="30" y="5"/>
                    </a:cubicBezTo>
                    <a:cubicBezTo>
                      <a:pt x="30" y="7"/>
                      <a:pt x="31" y="10"/>
                      <a:pt x="32" y="13"/>
                    </a:cubicBezTo>
                    <a:cubicBezTo>
                      <a:pt x="33" y="17"/>
                      <a:pt x="33" y="22"/>
                      <a:pt x="34" y="26"/>
                    </a:cubicBezTo>
                    <a:cubicBezTo>
                      <a:pt x="36" y="19"/>
                      <a:pt x="35" y="11"/>
                      <a:pt x="38" y="5"/>
                    </a:cubicBezTo>
                    <a:cubicBezTo>
                      <a:pt x="38" y="7"/>
                      <a:pt x="39" y="10"/>
                      <a:pt x="40" y="13"/>
                    </a:cubicBezTo>
                    <a:cubicBezTo>
                      <a:pt x="40" y="15"/>
                      <a:pt x="41" y="20"/>
                      <a:pt x="43" y="22"/>
                    </a:cubicBezTo>
                    <a:cubicBezTo>
                      <a:pt x="44" y="18"/>
                      <a:pt x="43" y="13"/>
                      <a:pt x="43" y="8"/>
                    </a:cubicBezTo>
                    <a:cubicBezTo>
                      <a:pt x="43" y="6"/>
                      <a:pt x="41" y="2"/>
                      <a:pt x="42" y="0"/>
                    </a:cubicBezTo>
                    <a:cubicBezTo>
                      <a:pt x="45" y="3"/>
                      <a:pt x="46" y="12"/>
                      <a:pt x="47" y="17"/>
                    </a:cubicBezTo>
                    <a:cubicBezTo>
                      <a:pt x="48" y="20"/>
                      <a:pt x="49" y="23"/>
                      <a:pt x="49" y="26"/>
                    </a:cubicBezTo>
                    <a:cubicBezTo>
                      <a:pt x="50" y="29"/>
                      <a:pt x="52" y="33"/>
                      <a:pt x="52" y="36"/>
                    </a:cubicBezTo>
                    <a:cubicBezTo>
                      <a:pt x="49" y="36"/>
                      <a:pt x="45" y="33"/>
                      <a:pt x="42" y="33"/>
                    </a:cubicBezTo>
                    <a:cubicBezTo>
                      <a:pt x="38" y="33"/>
                      <a:pt x="33" y="33"/>
                      <a:pt x="29" y="33"/>
                    </a:cubicBezTo>
                    <a:cubicBezTo>
                      <a:pt x="25" y="34"/>
                      <a:pt x="21" y="34"/>
                      <a:pt x="16" y="35"/>
                    </a:cubicBezTo>
                    <a:cubicBezTo>
                      <a:pt x="14" y="35"/>
                      <a:pt x="11" y="35"/>
                      <a:pt x="8" y="34"/>
                    </a:cubicBezTo>
                    <a:cubicBezTo>
                      <a:pt x="6" y="34"/>
                      <a:pt x="5" y="35"/>
                      <a:pt x="3" y="35"/>
                    </a:cubicBezTo>
                  </a:path>
                </a:pathLst>
              </a:custGeom>
              <a:solidFill>
                <a:srgbClr val="B087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5149" name="Freeform 16">
                <a:extLst>
                  <a:ext uri="{FF2B5EF4-FFF2-40B4-BE49-F238E27FC236}">
                    <a16:creationId xmlns:a16="http://schemas.microsoft.com/office/drawing/2014/main" id="{F0F58909-E890-4E67-B709-288F47C0FF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0" y="1137"/>
                <a:ext cx="103" cy="79"/>
              </a:xfrm>
              <a:custGeom>
                <a:avLst/>
                <a:gdLst>
                  <a:gd name="T0" fmla="*/ 0 w 53"/>
                  <a:gd name="T1" fmla="*/ 272 h 41"/>
                  <a:gd name="T2" fmla="*/ 80 w 53"/>
                  <a:gd name="T3" fmla="*/ 108 h 41"/>
                  <a:gd name="T4" fmla="*/ 101 w 53"/>
                  <a:gd name="T5" fmla="*/ 0 h 41"/>
                  <a:gd name="T6" fmla="*/ 95 w 53"/>
                  <a:gd name="T7" fmla="*/ 129 h 41"/>
                  <a:gd name="T8" fmla="*/ 60 w 53"/>
                  <a:gd name="T9" fmla="*/ 245 h 41"/>
                  <a:gd name="T10" fmla="*/ 132 w 53"/>
                  <a:gd name="T11" fmla="*/ 116 h 41"/>
                  <a:gd name="T12" fmla="*/ 124 w 53"/>
                  <a:gd name="T13" fmla="*/ 216 h 41"/>
                  <a:gd name="T14" fmla="*/ 169 w 53"/>
                  <a:gd name="T15" fmla="*/ 148 h 41"/>
                  <a:gd name="T16" fmla="*/ 185 w 53"/>
                  <a:gd name="T17" fmla="*/ 208 h 41"/>
                  <a:gd name="T18" fmla="*/ 204 w 53"/>
                  <a:gd name="T19" fmla="*/ 77 h 41"/>
                  <a:gd name="T20" fmla="*/ 233 w 53"/>
                  <a:gd name="T21" fmla="*/ 229 h 41"/>
                  <a:gd name="T22" fmla="*/ 257 w 53"/>
                  <a:gd name="T23" fmla="*/ 116 h 41"/>
                  <a:gd name="T24" fmla="*/ 295 w 53"/>
                  <a:gd name="T25" fmla="*/ 193 h 41"/>
                  <a:gd name="T26" fmla="*/ 295 w 53"/>
                  <a:gd name="T27" fmla="*/ 148 h 41"/>
                  <a:gd name="T28" fmla="*/ 336 w 53"/>
                  <a:gd name="T29" fmla="*/ 208 h 41"/>
                  <a:gd name="T30" fmla="*/ 328 w 53"/>
                  <a:gd name="T31" fmla="*/ 171 h 41"/>
                  <a:gd name="T32" fmla="*/ 389 w 53"/>
                  <a:gd name="T33" fmla="*/ 279 h 41"/>
                  <a:gd name="T34" fmla="*/ 233 w 53"/>
                  <a:gd name="T35" fmla="*/ 279 h 41"/>
                  <a:gd name="T36" fmla="*/ 117 w 53"/>
                  <a:gd name="T37" fmla="*/ 272 h 41"/>
                  <a:gd name="T38" fmla="*/ 16 w 53"/>
                  <a:gd name="T39" fmla="*/ 272 h 41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53" h="41">
                    <a:moveTo>
                      <a:pt x="0" y="38"/>
                    </a:moveTo>
                    <a:cubicBezTo>
                      <a:pt x="5" y="31"/>
                      <a:pt x="8" y="23"/>
                      <a:pt x="11" y="15"/>
                    </a:cubicBezTo>
                    <a:cubicBezTo>
                      <a:pt x="12" y="10"/>
                      <a:pt x="14" y="5"/>
                      <a:pt x="14" y="0"/>
                    </a:cubicBezTo>
                    <a:cubicBezTo>
                      <a:pt x="14" y="6"/>
                      <a:pt x="14" y="12"/>
                      <a:pt x="13" y="18"/>
                    </a:cubicBezTo>
                    <a:cubicBezTo>
                      <a:pt x="11" y="23"/>
                      <a:pt x="11" y="30"/>
                      <a:pt x="8" y="34"/>
                    </a:cubicBezTo>
                    <a:cubicBezTo>
                      <a:pt x="13" y="29"/>
                      <a:pt x="14" y="21"/>
                      <a:pt x="18" y="16"/>
                    </a:cubicBezTo>
                    <a:cubicBezTo>
                      <a:pt x="19" y="21"/>
                      <a:pt x="17" y="25"/>
                      <a:pt x="17" y="30"/>
                    </a:cubicBezTo>
                    <a:cubicBezTo>
                      <a:pt x="18" y="27"/>
                      <a:pt x="20" y="22"/>
                      <a:pt x="23" y="21"/>
                    </a:cubicBezTo>
                    <a:cubicBezTo>
                      <a:pt x="23" y="23"/>
                      <a:pt x="23" y="27"/>
                      <a:pt x="25" y="29"/>
                    </a:cubicBezTo>
                    <a:cubicBezTo>
                      <a:pt x="27" y="24"/>
                      <a:pt x="25" y="16"/>
                      <a:pt x="28" y="11"/>
                    </a:cubicBezTo>
                    <a:cubicBezTo>
                      <a:pt x="30" y="18"/>
                      <a:pt x="31" y="25"/>
                      <a:pt x="32" y="32"/>
                    </a:cubicBezTo>
                    <a:cubicBezTo>
                      <a:pt x="34" y="27"/>
                      <a:pt x="34" y="21"/>
                      <a:pt x="35" y="16"/>
                    </a:cubicBezTo>
                    <a:cubicBezTo>
                      <a:pt x="38" y="17"/>
                      <a:pt x="38" y="24"/>
                      <a:pt x="40" y="27"/>
                    </a:cubicBezTo>
                    <a:cubicBezTo>
                      <a:pt x="40" y="25"/>
                      <a:pt x="40" y="23"/>
                      <a:pt x="40" y="21"/>
                    </a:cubicBezTo>
                    <a:cubicBezTo>
                      <a:pt x="42" y="23"/>
                      <a:pt x="44" y="27"/>
                      <a:pt x="46" y="29"/>
                    </a:cubicBezTo>
                    <a:cubicBezTo>
                      <a:pt x="46" y="27"/>
                      <a:pt x="45" y="25"/>
                      <a:pt x="45" y="24"/>
                    </a:cubicBezTo>
                    <a:cubicBezTo>
                      <a:pt x="48" y="29"/>
                      <a:pt x="52" y="34"/>
                      <a:pt x="53" y="39"/>
                    </a:cubicBezTo>
                    <a:cubicBezTo>
                      <a:pt x="47" y="41"/>
                      <a:pt x="39" y="39"/>
                      <a:pt x="32" y="39"/>
                    </a:cubicBezTo>
                    <a:cubicBezTo>
                      <a:pt x="27" y="39"/>
                      <a:pt x="21" y="37"/>
                      <a:pt x="16" y="38"/>
                    </a:cubicBezTo>
                    <a:cubicBezTo>
                      <a:pt x="11" y="38"/>
                      <a:pt x="7" y="38"/>
                      <a:pt x="2" y="38"/>
                    </a:cubicBezTo>
                  </a:path>
                </a:pathLst>
              </a:custGeom>
              <a:solidFill>
                <a:srgbClr val="B087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5150" name="Freeform 17">
                <a:extLst>
                  <a:ext uri="{FF2B5EF4-FFF2-40B4-BE49-F238E27FC236}">
                    <a16:creationId xmlns:a16="http://schemas.microsoft.com/office/drawing/2014/main" id="{006EDF97-CB0C-4192-AB1D-0BC2A3F2E6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8" y="1201"/>
                <a:ext cx="872" cy="2830"/>
              </a:xfrm>
              <a:custGeom>
                <a:avLst/>
                <a:gdLst>
                  <a:gd name="T0" fmla="*/ 1942 w 449"/>
                  <a:gd name="T1" fmla="*/ 6771 h 1472"/>
                  <a:gd name="T2" fmla="*/ 1942 w 449"/>
                  <a:gd name="T3" fmla="*/ 8302 h 1472"/>
                  <a:gd name="T4" fmla="*/ 2082 w 449"/>
                  <a:gd name="T5" fmla="*/ 9792 h 1472"/>
                  <a:gd name="T6" fmla="*/ 2162 w 449"/>
                  <a:gd name="T7" fmla="*/ 10332 h 1472"/>
                  <a:gd name="T8" fmla="*/ 2587 w 449"/>
                  <a:gd name="T9" fmla="*/ 10332 h 1472"/>
                  <a:gd name="T10" fmla="*/ 2847 w 449"/>
                  <a:gd name="T11" fmla="*/ 10324 h 1472"/>
                  <a:gd name="T12" fmla="*/ 2719 w 449"/>
                  <a:gd name="T13" fmla="*/ 9999 h 1472"/>
                  <a:gd name="T14" fmla="*/ 2455 w 449"/>
                  <a:gd name="T15" fmla="*/ 9203 h 1472"/>
                  <a:gd name="T16" fmla="*/ 2595 w 449"/>
                  <a:gd name="T17" fmla="*/ 6750 h 1472"/>
                  <a:gd name="T18" fmla="*/ 2746 w 449"/>
                  <a:gd name="T19" fmla="*/ 3943 h 1472"/>
                  <a:gd name="T20" fmla="*/ 2527 w 449"/>
                  <a:gd name="T21" fmla="*/ 2905 h 1472"/>
                  <a:gd name="T22" fmla="*/ 2595 w 449"/>
                  <a:gd name="T23" fmla="*/ 2003 h 1472"/>
                  <a:gd name="T24" fmla="*/ 2698 w 449"/>
                  <a:gd name="T25" fmla="*/ 2928 h 1472"/>
                  <a:gd name="T26" fmla="*/ 2938 w 449"/>
                  <a:gd name="T27" fmla="*/ 4968 h 1472"/>
                  <a:gd name="T28" fmla="*/ 2767 w 449"/>
                  <a:gd name="T29" fmla="*/ 5662 h 1472"/>
                  <a:gd name="T30" fmla="*/ 2938 w 449"/>
                  <a:gd name="T31" fmla="*/ 5537 h 1472"/>
                  <a:gd name="T32" fmla="*/ 3086 w 449"/>
                  <a:gd name="T33" fmla="*/ 5656 h 1472"/>
                  <a:gd name="T34" fmla="*/ 2822 w 449"/>
                  <a:gd name="T35" fmla="*/ 6010 h 1472"/>
                  <a:gd name="T36" fmla="*/ 3251 w 449"/>
                  <a:gd name="T37" fmla="*/ 5593 h 1472"/>
                  <a:gd name="T38" fmla="*/ 3243 w 449"/>
                  <a:gd name="T39" fmla="*/ 4824 h 1472"/>
                  <a:gd name="T40" fmla="*/ 3158 w 449"/>
                  <a:gd name="T41" fmla="*/ 2805 h 1472"/>
                  <a:gd name="T42" fmla="*/ 2698 w 449"/>
                  <a:gd name="T43" fmla="*/ 794 h 1472"/>
                  <a:gd name="T44" fmla="*/ 2138 w 449"/>
                  <a:gd name="T45" fmla="*/ 525 h 1472"/>
                  <a:gd name="T46" fmla="*/ 1927 w 449"/>
                  <a:gd name="T47" fmla="*/ 0 h 1472"/>
                  <a:gd name="T48" fmla="*/ 1354 w 449"/>
                  <a:gd name="T49" fmla="*/ 325 h 1472"/>
                  <a:gd name="T50" fmla="*/ 814 w 449"/>
                  <a:gd name="T51" fmla="*/ 740 h 1472"/>
                  <a:gd name="T52" fmla="*/ 184 w 449"/>
                  <a:gd name="T53" fmla="*/ 1478 h 1472"/>
                  <a:gd name="T54" fmla="*/ 117 w 449"/>
                  <a:gd name="T55" fmla="*/ 3461 h 1472"/>
                  <a:gd name="T56" fmla="*/ 0 w 449"/>
                  <a:gd name="T57" fmla="*/ 5229 h 1472"/>
                  <a:gd name="T58" fmla="*/ 117 w 449"/>
                  <a:gd name="T59" fmla="*/ 5729 h 1472"/>
                  <a:gd name="T60" fmla="*/ 357 w 449"/>
                  <a:gd name="T61" fmla="*/ 5821 h 1472"/>
                  <a:gd name="T62" fmla="*/ 249 w 449"/>
                  <a:gd name="T63" fmla="*/ 5352 h 1472"/>
                  <a:gd name="T64" fmla="*/ 536 w 449"/>
                  <a:gd name="T65" fmla="*/ 5729 h 1472"/>
                  <a:gd name="T66" fmla="*/ 441 w 449"/>
                  <a:gd name="T67" fmla="*/ 5452 h 1472"/>
                  <a:gd name="T68" fmla="*/ 468 w 449"/>
                  <a:gd name="T69" fmla="*/ 3943 h 1472"/>
                  <a:gd name="T70" fmla="*/ 629 w 449"/>
                  <a:gd name="T71" fmla="*/ 1778 h 1472"/>
                  <a:gd name="T72" fmla="*/ 717 w 449"/>
                  <a:gd name="T73" fmla="*/ 2288 h 1472"/>
                  <a:gd name="T74" fmla="*/ 717 w 449"/>
                  <a:gd name="T75" fmla="*/ 3366 h 1472"/>
                  <a:gd name="T76" fmla="*/ 505 w 449"/>
                  <a:gd name="T77" fmla="*/ 4904 h 1472"/>
                  <a:gd name="T78" fmla="*/ 740 w 449"/>
                  <a:gd name="T79" fmla="*/ 7388 h 1472"/>
                  <a:gd name="T80" fmla="*/ 761 w 449"/>
                  <a:gd name="T81" fmla="*/ 9599 h 1472"/>
                  <a:gd name="T82" fmla="*/ 425 w 449"/>
                  <a:gd name="T83" fmla="*/ 10228 h 1472"/>
                  <a:gd name="T84" fmla="*/ 544 w 449"/>
                  <a:gd name="T85" fmla="*/ 10345 h 1472"/>
                  <a:gd name="T86" fmla="*/ 880 w 449"/>
                  <a:gd name="T87" fmla="*/ 10338 h 1472"/>
                  <a:gd name="T88" fmla="*/ 1157 w 449"/>
                  <a:gd name="T89" fmla="*/ 10113 h 1472"/>
                  <a:gd name="T90" fmla="*/ 1237 w 449"/>
                  <a:gd name="T91" fmla="*/ 9451 h 1472"/>
                  <a:gd name="T92" fmla="*/ 1332 w 449"/>
                  <a:gd name="T93" fmla="*/ 7356 h 1472"/>
                  <a:gd name="T94" fmla="*/ 1554 w 449"/>
                  <a:gd name="T95" fmla="*/ 4639 h 1472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0" t="0" r="r" b="b"/>
                <a:pathLst>
                  <a:path w="449" h="1472">
                    <a:moveTo>
                      <a:pt x="237" y="653"/>
                    </a:moveTo>
                    <a:cubicBezTo>
                      <a:pt x="239" y="692"/>
                      <a:pt x="277" y="869"/>
                      <a:pt x="265" y="953"/>
                    </a:cubicBezTo>
                    <a:cubicBezTo>
                      <a:pt x="258" y="1001"/>
                      <a:pt x="270" y="1007"/>
                      <a:pt x="266" y="1035"/>
                    </a:cubicBezTo>
                    <a:cubicBezTo>
                      <a:pt x="262" y="1063"/>
                      <a:pt x="260" y="1139"/>
                      <a:pt x="265" y="1168"/>
                    </a:cubicBezTo>
                    <a:cubicBezTo>
                      <a:pt x="269" y="1196"/>
                      <a:pt x="288" y="1291"/>
                      <a:pt x="280" y="1330"/>
                    </a:cubicBezTo>
                    <a:cubicBezTo>
                      <a:pt x="273" y="1366"/>
                      <a:pt x="277" y="1372"/>
                      <a:pt x="284" y="1378"/>
                    </a:cubicBezTo>
                    <a:cubicBezTo>
                      <a:pt x="291" y="1385"/>
                      <a:pt x="292" y="1411"/>
                      <a:pt x="290" y="1423"/>
                    </a:cubicBezTo>
                    <a:cubicBezTo>
                      <a:pt x="288" y="1435"/>
                      <a:pt x="295" y="1454"/>
                      <a:pt x="295" y="1454"/>
                    </a:cubicBezTo>
                    <a:cubicBezTo>
                      <a:pt x="312" y="1472"/>
                      <a:pt x="328" y="1455"/>
                      <a:pt x="328" y="1455"/>
                    </a:cubicBezTo>
                    <a:cubicBezTo>
                      <a:pt x="340" y="1466"/>
                      <a:pt x="353" y="1454"/>
                      <a:pt x="353" y="1454"/>
                    </a:cubicBezTo>
                    <a:cubicBezTo>
                      <a:pt x="361" y="1464"/>
                      <a:pt x="375" y="1456"/>
                      <a:pt x="375" y="1456"/>
                    </a:cubicBezTo>
                    <a:cubicBezTo>
                      <a:pt x="384" y="1462"/>
                      <a:pt x="389" y="1453"/>
                      <a:pt x="389" y="1453"/>
                    </a:cubicBezTo>
                    <a:cubicBezTo>
                      <a:pt x="395" y="1454"/>
                      <a:pt x="397" y="1444"/>
                      <a:pt x="390" y="1439"/>
                    </a:cubicBezTo>
                    <a:cubicBezTo>
                      <a:pt x="383" y="1435"/>
                      <a:pt x="382" y="1423"/>
                      <a:pt x="371" y="1407"/>
                    </a:cubicBezTo>
                    <a:cubicBezTo>
                      <a:pt x="356" y="1383"/>
                      <a:pt x="344" y="1360"/>
                      <a:pt x="345" y="1351"/>
                    </a:cubicBezTo>
                    <a:cubicBezTo>
                      <a:pt x="345" y="1342"/>
                      <a:pt x="346" y="1335"/>
                      <a:pt x="335" y="1295"/>
                    </a:cubicBezTo>
                    <a:cubicBezTo>
                      <a:pt x="324" y="1255"/>
                      <a:pt x="348" y="1098"/>
                      <a:pt x="347" y="1040"/>
                    </a:cubicBezTo>
                    <a:cubicBezTo>
                      <a:pt x="347" y="1003"/>
                      <a:pt x="363" y="986"/>
                      <a:pt x="354" y="950"/>
                    </a:cubicBezTo>
                    <a:cubicBezTo>
                      <a:pt x="344" y="913"/>
                      <a:pt x="385" y="773"/>
                      <a:pt x="380" y="690"/>
                    </a:cubicBezTo>
                    <a:cubicBezTo>
                      <a:pt x="378" y="664"/>
                      <a:pt x="373" y="599"/>
                      <a:pt x="375" y="555"/>
                    </a:cubicBezTo>
                    <a:cubicBezTo>
                      <a:pt x="377" y="512"/>
                      <a:pt x="360" y="498"/>
                      <a:pt x="350" y="474"/>
                    </a:cubicBezTo>
                    <a:cubicBezTo>
                      <a:pt x="340" y="450"/>
                      <a:pt x="336" y="440"/>
                      <a:pt x="345" y="409"/>
                    </a:cubicBezTo>
                    <a:cubicBezTo>
                      <a:pt x="353" y="379"/>
                      <a:pt x="344" y="342"/>
                      <a:pt x="350" y="322"/>
                    </a:cubicBezTo>
                    <a:cubicBezTo>
                      <a:pt x="356" y="303"/>
                      <a:pt x="354" y="282"/>
                      <a:pt x="354" y="282"/>
                    </a:cubicBezTo>
                    <a:cubicBezTo>
                      <a:pt x="359" y="272"/>
                      <a:pt x="363" y="250"/>
                      <a:pt x="363" y="250"/>
                    </a:cubicBezTo>
                    <a:cubicBezTo>
                      <a:pt x="367" y="275"/>
                      <a:pt x="373" y="372"/>
                      <a:pt x="368" y="412"/>
                    </a:cubicBezTo>
                    <a:cubicBezTo>
                      <a:pt x="363" y="452"/>
                      <a:pt x="381" y="524"/>
                      <a:pt x="385" y="555"/>
                    </a:cubicBezTo>
                    <a:cubicBezTo>
                      <a:pt x="389" y="586"/>
                      <a:pt x="415" y="678"/>
                      <a:pt x="401" y="699"/>
                    </a:cubicBezTo>
                    <a:cubicBezTo>
                      <a:pt x="386" y="720"/>
                      <a:pt x="388" y="759"/>
                      <a:pt x="389" y="767"/>
                    </a:cubicBezTo>
                    <a:cubicBezTo>
                      <a:pt x="389" y="776"/>
                      <a:pt x="383" y="793"/>
                      <a:pt x="378" y="797"/>
                    </a:cubicBezTo>
                    <a:cubicBezTo>
                      <a:pt x="373" y="801"/>
                      <a:pt x="375" y="806"/>
                      <a:pt x="375" y="806"/>
                    </a:cubicBezTo>
                    <a:cubicBezTo>
                      <a:pt x="386" y="812"/>
                      <a:pt x="397" y="799"/>
                      <a:pt x="401" y="779"/>
                    </a:cubicBezTo>
                    <a:cubicBezTo>
                      <a:pt x="405" y="759"/>
                      <a:pt x="411" y="751"/>
                      <a:pt x="414" y="753"/>
                    </a:cubicBezTo>
                    <a:cubicBezTo>
                      <a:pt x="417" y="755"/>
                      <a:pt x="424" y="795"/>
                      <a:pt x="421" y="796"/>
                    </a:cubicBezTo>
                    <a:cubicBezTo>
                      <a:pt x="417" y="797"/>
                      <a:pt x="406" y="814"/>
                      <a:pt x="399" y="819"/>
                    </a:cubicBezTo>
                    <a:cubicBezTo>
                      <a:pt x="393" y="824"/>
                      <a:pt x="381" y="840"/>
                      <a:pt x="385" y="846"/>
                    </a:cubicBezTo>
                    <a:cubicBezTo>
                      <a:pt x="389" y="852"/>
                      <a:pt x="422" y="816"/>
                      <a:pt x="433" y="806"/>
                    </a:cubicBezTo>
                    <a:cubicBezTo>
                      <a:pt x="444" y="797"/>
                      <a:pt x="443" y="794"/>
                      <a:pt x="444" y="787"/>
                    </a:cubicBezTo>
                    <a:cubicBezTo>
                      <a:pt x="444" y="780"/>
                      <a:pt x="447" y="758"/>
                      <a:pt x="448" y="736"/>
                    </a:cubicBezTo>
                    <a:cubicBezTo>
                      <a:pt x="449" y="713"/>
                      <a:pt x="446" y="700"/>
                      <a:pt x="443" y="679"/>
                    </a:cubicBezTo>
                    <a:cubicBezTo>
                      <a:pt x="440" y="657"/>
                      <a:pt x="430" y="520"/>
                      <a:pt x="432" y="487"/>
                    </a:cubicBezTo>
                    <a:cubicBezTo>
                      <a:pt x="435" y="454"/>
                      <a:pt x="444" y="436"/>
                      <a:pt x="431" y="395"/>
                    </a:cubicBezTo>
                    <a:cubicBezTo>
                      <a:pt x="422" y="364"/>
                      <a:pt x="417" y="261"/>
                      <a:pt x="423" y="208"/>
                    </a:cubicBezTo>
                    <a:cubicBezTo>
                      <a:pt x="430" y="154"/>
                      <a:pt x="379" y="124"/>
                      <a:pt x="368" y="112"/>
                    </a:cubicBezTo>
                    <a:cubicBezTo>
                      <a:pt x="356" y="101"/>
                      <a:pt x="348" y="102"/>
                      <a:pt x="337" y="104"/>
                    </a:cubicBezTo>
                    <a:cubicBezTo>
                      <a:pt x="326" y="106"/>
                      <a:pt x="310" y="88"/>
                      <a:pt x="292" y="74"/>
                    </a:cubicBezTo>
                    <a:cubicBezTo>
                      <a:pt x="274" y="61"/>
                      <a:pt x="263" y="46"/>
                      <a:pt x="263" y="46"/>
                    </a:cubicBezTo>
                    <a:cubicBezTo>
                      <a:pt x="263" y="0"/>
                      <a:pt x="263" y="0"/>
                      <a:pt x="263" y="0"/>
                    </a:cubicBezTo>
                    <a:cubicBezTo>
                      <a:pt x="185" y="0"/>
                      <a:pt x="185" y="0"/>
                      <a:pt x="185" y="0"/>
                    </a:cubicBezTo>
                    <a:cubicBezTo>
                      <a:pt x="185" y="46"/>
                      <a:pt x="185" y="46"/>
                      <a:pt x="185" y="46"/>
                    </a:cubicBezTo>
                    <a:cubicBezTo>
                      <a:pt x="185" y="46"/>
                      <a:pt x="174" y="61"/>
                      <a:pt x="156" y="74"/>
                    </a:cubicBezTo>
                    <a:cubicBezTo>
                      <a:pt x="138" y="88"/>
                      <a:pt x="122" y="106"/>
                      <a:pt x="111" y="104"/>
                    </a:cubicBezTo>
                    <a:cubicBezTo>
                      <a:pt x="101" y="102"/>
                      <a:pt x="92" y="101"/>
                      <a:pt x="81" y="112"/>
                    </a:cubicBezTo>
                    <a:cubicBezTo>
                      <a:pt x="69" y="124"/>
                      <a:pt x="19" y="154"/>
                      <a:pt x="25" y="208"/>
                    </a:cubicBezTo>
                    <a:cubicBezTo>
                      <a:pt x="32" y="261"/>
                      <a:pt x="27" y="364"/>
                      <a:pt x="17" y="395"/>
                    </a:cubicBezTo>
                    <a:cubicBezTo>
                      <a:pt x="4" y="436"/>
                      <a:pt x="14" y="454"/>
                      <a:pt x="16" y="487"/>
                    </a:cubicBezTo>
                    <a:cubicBezTo>
                      <a:pt x="18" y="520"/>
                      <a:pt x="8" y="657"/>
                      <a:pt x="5" y="679"/>
                    </a:cubicBezTo>
                    <a:cubicBezTo>
                      <a:pt x="2" y="700"/>
                      <a:pt x="0" y="713"/>
                      <a:pt x="0" y="736"/>
                    </a:cubicBezTo>
                    <a:cubicBezTo>
                      <a:pt x="1" y="758"/>
                      <a:pt x="4" y="780"/>
                      <a:pt x="5" y="787"/>
                    </a:cubicBezTo>
                    <a:cubicBezTo>
                      <a:pt x="5" y="794"/>
                      <a:pt x="4" y="797"/>
                      <a:pt x="16" y="806"/>
                    </a:cubicBezTo>
                    <a:cubicBezTo>
                      <a:pt x="27" y="816"/>
                      <a:pt x="59" y="852"/>
                      <a:pt x="63" y="846"/>
                    </a:cubicBezTo>
                    <a:cubicBezTo>
                      <a:pt x="67" y="840"/>
                      <a:pt x="56" y="824"/>
                      <a:pt x="49" y="819"/>
                    </a:cubicBezTo>
                    <a:cubicBezTo>
                      <a:pt x="43" y="814"/>
                      <a:pt x="32" y="797"/>
                      <a:pt x="28" y="796"/>
                    </a:cubicBezTo>
                    <a:cubicBezTo>
                      <a:pt x="24" y="795"/>
                      <a:pt x="32" y="755"/>
                      <a:pt x="34" y="753"/>
                    </a:cubicBezTo>
                    <a:cubicBezTo>
                      <a:pt x="37" y="751"/>
                      <a:pt x="44" y="759"/>
                      <a:pt x="47" y="779"/>
                    </a:cubicBezTo>
                    <a:cubicBezTo>
                      <a:pt x="51" y="799"/>
                      <a:pt x="62" y="812"/>
                      <a:pt x="73" y="806"/>
                    </a:cubicBezTo>
                    <a:cubicBezTo>
                      <a:pt x="73" y="806"/>
                      <a:pt x="75" y="801"/>
                      <a:pt x="71" y="797"/>
                    </a:cubicBezTo>
                    <a:cubicBezTo>
                      <a:pt x="66" y="793"/>
                      <a:pt x="59" y="776"/>
                      <a:pt x="60" y="767"/>
                    </a:cubicBezTo>
                    <a:cubicBezTo>
                      <a:pt x="60" y="759"/>
                      <a:pt x="62" y="720"/>
                      <a:pt x="48" y="699"/>
                    </a:cubicBezTo>
                    <a:cubicBezTo>
                      <a:pt x="33" y="678"/>
                      <a:pt x="60" y="586"/>
                      <a:pt x="64" y="555"/>
                    </a:cubicBezTo>
                    <a:cubicBezTo>
                      <a:pt x="68" y="524"/>
                      <a:pt x="85" y="452"/>
                      <a:pt x="80" y="412"/>
                    </a:cubicBezTo>
                    <a:cubicBezTo>
                      <a:pt x="75" y="372"/>
                      <a:pt x="82" y="275"/>
                      <a:pt x="86" y="250"/>
                    </a:cubicBezTo>
                    <a:cubicBezTo>
                      <a:pt x="86" y="250"/>
                      <a:pt x="89" y="272"/>
                      <a:pt x="94" y="282"/>
                    </a:cubicBezTo>
                    <a:cubicBezTo>
                      <a:pt x="94" y="282"/>
                      <a:pt x="92" y="303"/>
                      <a:pt x="98" y="322"/>
                    </a:cubicBezTo>
                    <a:cubicBezTo>
                      <a:pt x="105" y="342"/>
                      <a:pt x="96" y="379"/>
                      <a:pt x="104" y="409"/>
                    </a:cubicBezTo>
                    <a:cubicBezTo>
                      <a:pt x="112" y="440"/>
                      <a:pt x="108" y="450"/>
                      <a:pt x="98" y="474"/>
                    </a:cubicBezTo>
                    <a:cubicBezTo>
                      <a:pt x="89" y="498"/>
                      <a:pt x="71" y="512"/>
                      <a:pt x="73" y="555"/>
                    </a:cubicBezTo>
                    <a:cubicBezTo>
                      <a:pt x="75" y="599"/>
                      <a:pt x="70" y="664"/>
                      <a:pt x="69" y="690"/>
                    </a:cubicBezTo>
                    <a:cubicBezTo>
                      <a:pt x="63" y="773"/>
                      <a:pt x="105" y="913"/>
                      <a:pt x="95" y="950"/>
                    </a:cubicBezTo>
                    <a:cubicBezTo>
                      <a:pt x="85" y="986"/>
                      <a:pt x="102" y="1003"/>
                      <a:pt x="101" y="1040"/>
                    </a:cubicBezTo>
                    <a:cubicBezTo>
                      <a:pt x="100" y="1098"/>
                      <a:pt x="124" y="1255"/>
                      <a:pt x="113" y="1295"/>
                    </a:cubicBezTo>
                    <a:cubicBezTo>
                      <a:pt x="102" y="1335"/>
                      <a:pt x="103" y="1342"/>
                      <a:pt x="104" y="1351"/>
                    </a:cubicBezTo>
                    <a:cubicBezTo>
                      <a:pt x="105" y="1360"/>
                      <a:pt x="92" y="1383"/>
                      <a:pt x="77" y="1407"/>
                    </a:cubicBezTo>
                    <a:cubicBezTo>
                      <a:pt x="67" y="1423"/>
                      <a:pt x="65" y="1435"/>
                      <a:pt x="58" y="1439"/>
                    </a:cubicBezTo>
                    <a:cubicBezTo>
                      <a:pt x="51" y="1444"/>
                      <a:pt x="53" y="1454"/>
                      <a:pt x="60" y="1453"/>
                    </a:cubicBezTo>
                    <a:cubicBezTo>
                      <a:pt x="60" y="1453"/>
                      <a:pt x="64" y="1462"/>
                      <a:pt x="74" y="1456"/>
                    </a:cubicBezTo>
                    <a:cubicBezTo>
                      <a:pt x="74" y="1456"/>
                      <a:pt x="87" y="1464"/>
                      <a:pt x="96" y="1454"/>
                    </a:cubicBezTo>
                    <a:cubicBezTo>
                      <a:pt x="96" y="1454"/>
                      <a:pt x="108" y="1466"/>
                      <a:pt x="120" y="1455"/>
                    </a:cubicBezTo>
                    <a:cubicBezTo>
                      <a:pt x="120" y="1455"/>
                      <a:pt x="136" y="1472"/>
                      <a:pt x="154" y="1454"/>
                    </a:cubicBezTo>
                    <a:cubicBezTo>
                      <a:pt x="154" y="1454"/>
                      <a:pt x="161" y="1435"/>
                      <a:pt x="158" y="1423"/>
                    </a:cubicBezTo>
                    <a:cubicBezTo>
                      <a:pt x="156" y="1411"/>
                      <a:pt x="158" y="1385"/>
                      <a:pt x="165" y="1378"/>
                    </a:cubicBezTo>
                    <a:cubicBezTo>
                      <a:pt x="172" y="1372"/>
                      <a:pt x="176" y="1366"/>
                      <a:pt x="169" y="1330"/>
                    </a:cubicBezTo>
                    <a:cubicBezTo>
                      <a:pt x="161" y="1291"/>
                      <a:pt x="179" y="1196"/>
                      <a:pt x="184" y="1168"/>
                    </a:cubicBezTo>
                    <a:cubicBezTo>
                      <a:pt x="188" y="1139"/>
                      <a:pt x="186" y="1063"/>
                      <a:pt x="182" y="1035"/>
                    </a:cubicBezTo>
                    <a:cubicBezTo>
                      <a:pt x="178" y="1007"/>
                      <a:pt x="191" y="1001"/>
                      <a:pt x="184" y="953"/>
                    </a:cubicBezTo>
                    <a:cubicBezTo>
                      <a:pt x="171" y="869"/>
                      <a:pt x="210" y="692"/>
                      <a:pt x="212" y="653"/>
                    </a:cubicBezTo>
                    <a:cubicBezTo>
                      <a:pt x="212" y="653"/>
                      <a:pt x="223" y="660"/>
                      <a:pt x="237" y="653"/>
                    </a:cubicBezTo>
                    <a:close/>
                  </a:path>
                </a:pathLst>
              </a:custGeom>
              <a:solidFill>
                <a:srgbClr val="F8F6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5151" name="Freeform 18">
                <a:extLst>
                  <a:ext uri="{FF2B5EF4-FFF2-40B4-BE49-F238E27FC236}">
                    <a16:creationId xmlns:a16="http://schemas.microsoft.com/office/drawing/2014/main" id="{AF152DD2-78A5-48BB-87BF-5AC6D17F3B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8" y="1201"/>
                <a:ext cx="872" cy="2830"/>
              </a:xfrm>
              <a:custGeom>
                <a:avLst/>
                <a:gdLst>
                  <a:gd name="T0" fmla="*/ 1942 w 449"/>
                  <a:gd name="T1" fmla="*/ 6771 h 1472"/>
                  <a:gd name="T2" fmla="*/ 1942 w 449"/>
                  <a:gd name="T3" fmla="*/ 8294 h 1472"/>
                  <a:gd name="T4" fmla="*/ 2082 w 449"/>
                  <a:gd name="T5" fmla="*/ 9792 h 1472"/>
                  <a:gd name="T6" fmla="*/ 2162 w 449"/>
                  <a:gd name="T7" fmla="*/ 10324 h 1472"/>
                  <a:gd name="T8" fmla="*/ 2587 w 449"/>
                  <a:gd name="T9" fmla="*/ 10324 h 1472"/>
                  <a:gd name="T10" fmla="*/ 2847 w 449"/>
                  <a:gd name="T11" fmla="*/ 10320 h 1472"/>
                  <a:gd name="T12" fmla="*/ 2723 w 449"/>
                  <a:gd name="T13" fmla="*/ 9999 h 1472"/>
                  <a:gd name="T14" fmla="*/ 2463 w 449"/>
                  <a:gd name="T15" fmla="*/ 9196 h 1472"/>
                  <a:gd name="T16" fmla="*/ 2595 w 449"/>
                  <a:gd name="T17" fmla="*/ 6746 h 1472"/>
                  <a:gd name="T18" fmla="*/ 2746 w 449"/>
                  <a:gd name="T19" fmla="*/ 3943 h 1472"/>
                  <a:gd name="T20" fmla="*/ 2527 w 449"/>
                  <a:gd name="T21" fmla="*/ 2905 h 1472"/>
                  <a:gd name="T22" fmla="*/ 2595 w 449"/>
                  <a:gd name="T23" fmla="*/ 2003 h 1472"/>
                  <a:gd name="T24" fmla="*/ 2698 w 449"/>
                  <a:gd name="T25" fmla="*/ 2928 h 1472"/>
                  <a:gd name="T26" fmla="*/ 2938 w 449"/>
                  <a:gd name="T27" fmla="*/ 4968 h 1472"/>
                  <a:gd name="T28" fmla="*/ 2767 w 449"/>
                  <a:gd name="T29" fmla="*/ 5656 h 1472"/>
                  <a:gd name="T30" fmla="*/ 2938 w 449"/>
                  <a:gd name="T31" fmla="*/ 5537 h 1472"/>
                  <a:gd name="T32" fmla="*/ 3086 w 449"/>
                  <a:gd name="T33" fmla="*/ 5656 h 1472"/>
                  <a:gd name="T34" fmla="*/ 2822 w 449"/>
                  <a:gd name="T35" fmla="*/ 6006 h 1472"/>
                  <a:gd name="T36" fmla="*/ 3251 w 449"/>
                  <a:gd name="T37" fmla="*/ 5593 h 1472"/>
                  <a:gd name="T38" fmla="*/ 3243 w 449"/>
                  <a:gd name="T39" fmla="*/ 4816 h 1472"/>
                  <a:gd name="T40" fmla="*/ 3158 w 449"/>
                  <a:gd name="T41" fmla="*/ 2805 h 1472"/>
                  <a:gd name="T42" fmla="*/ 2698 w 449"/>
                  <a:gd name="T43" fmla="*/ 794 h 1472"/>
                  <a:gd name="T44" fmla="*/ 2138 w 449"/>
                  <a:gd name="T45" fmla="*/ 525 h 1472"/>
                  <a:gd name="T46" fmla="*/ 1927 w 449"/>
                  <a:gd name="T47" fmla="*/ 0 h 1472"/>
                  <a:gd name="T48" fmla="*/ 1354 w 449"/>
                  <a:gd name="T49" fmla="*/ 321 h 1472"/>
                  <a:gd name="T50" fmla="*/ 822 w 449"/>
                  <a:gd name="T51" fmla="*/ 740 h 1472"/>
                  <a:gd name="T52" fmla="*/ 184 w 449"/>
                  <a:gd name="T53" fmla="*/ 1471 h 1472"/>
                  <a:gd name="T54" fmla="*/ 117 w 449"/>
                  <a:gd name="T55" fmla="*/ 3453 h 1472"/>
                  <a:gd name="T56" fmla="*/ 0 w 449"/>
                  <a:gd name="T57" fmla="*/ 5224 h 1472"/>
                  <a:gd name="T58" fmla="*/ 117 w 449"/>
                  <a:gd name="T59" fmla="*/ 5729 h 1472"/>
                  <a:gd name="T60" fmla="*/ 357 w 449"/>
                  <a:gd name="T61" fmla="*/ 5814 h 1472"/>
                  <a:gd name="T62" fmla="*/ 256 w 449"/>
                  <a:gd name="T63" fmla="*/ 5345 h 1472"/>
                  <a:gd name="T64" fmla="*/ 544 w 449"/>
                  <a:gd name="T65" fmla="*/ 5729 h 1472"/>
                  <a:gd name="T66" fmla="*/ 441 w 449"/>
                  <a:gd name="T67" fmla="*/ 5452 h 1472"/>
                  <a:gd name="T68" fmla="*/ 468 w 449"/>
                  <a:gd name="T69" fmla="*/ 3943 h 1472"/>
                  <a:gd name="T70" fmla="*/ 629 w 449"/>
                  <a:gd name="T71" fmla="*/ 1778 h 1472"/>
                  <a:gd name="T72" fmla="*/ 724 w 449"/>
                  <a:gd name="T73" fmla="*/ 2288 h 1472"/>
                  <a:gd name="T74" fmla="*/ 724 w 449"/>
                  <a:gd name="T75" fmla="*/ 3361 h 1472"/>
                  <a:gd name="T76" fmla="*/ 505 w 449"/>
                  <a:gd name="T77" fmla="*/ 4904 h 1472"/>
                  <a:gd name="T78" fmla="*/ 740 w 449"/>
                  <a:gd name="T79" fmla="*/ 7388 h 1472"/>
                  <a:gd name="T80" fmla="*/ 761 w 449"/>
                  <a:gd name="T81" fmla="*/ 9592 h 1472"/>
                  <a:gd name="T82" fmla="*/ 425 w 449"/>
                  <a:gd name="T83" fmla="*/ 10228 h 1472"/>
                  <a:gd name="T84" fmla="*/ 544 w 449"/>
                  <a:gd name="T85" fmla="*/ 10338 h 1472"/>
                  <a:gd name="T86" fmla="*/ 880 w 449"/>
                  <a:gd name="T87" fmla="*/ 10338 h 1472"/>
                  <a:gd name="T88" fmla="*/ 1165 w 449"/>
                  <a:gd name="T89" fmla="*/ 10105 h 1472"/>
                  <a:gd name="T90" fmla="*/ 1237 w 449"/>
                  <a:gd name="T91" fmla="*/ 9451 h 1472"/>
                  <a:gd name="T92" fmla="*/ 1332 w 449"/>
                  <a:gd name="T93" fmla="*/ 7356 h 1472"/>
                  <a:gd name="T94" fmla="*/ 1554 w 449"/>
                  <a:gd name="T95" fmla="*/ 4635 h 1472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0" t="0" r="r" b="b"/>
                <a:pathLst>
                  <a:path w="449" h="1472">
                    <a:moveTo>
                      <a:pt x="237" y="652"/>
                    </a:moveTo>
                    <a:cubicBezTo>
                      <a:pt x="239" y="691"/>
                      <a:pt x="278" y="869"/>
                      <a:pt x="265" y="953"/>
                    </a:cubicBezTo>
                    <a:cubicBezTo>
                      <a:pt x="258" y="1000"/>
                      <a:pt x="270" y="1006"/>
                      <a:pt x="267" y="1035"/>
                    </a:cubicBezTo>
                    <a:cubicBezTo>
                      <a:pt x="263" y="1063"/>
                      <a:pt x="260" y="1139"/>
                      <a:pt x="265" y="1167"/>
                    </a:cubicBezTo>
                    <a:cubicBezTo>
                      <a:pt x="270" y="1196"/>
                      <a:pt x="288" y="1291"/>
                      <a:pt x="280" y="1330"/>
                    </a:cubicBezTo>
                    <a:cubicBezTo>
                      <a:pt x="273" y="1366"/>
                      <a:pt x="277" y="1371"/>
                      <a:pt x="284" y="1378"/>
                    </a:cubicBezTo>
                    <a:cubicBezTo>
                      <a:pt x="291" y="1384"/>
                      <a:pt x="292" y="1411"/>
                      <a:pt x="290" y="1422"/>
                    </a:cubicBezTo>
                    <a:cubicBezTo>
                      <a:pt x="288" y="1434"/>
                      <a:pt x="295" y="1453"/>
                      <a:pt x="295" y="1453"/>
                    </a:cubicBezTo>
                    <a:cubicBezTo>
                      <a:pt x="312" y="1472"/>
                      <a:pt x="329" y="1455"/>
                      <a:pt x="329" y="1455"/>
                    </a:cubicBezTo>
                    <a:cubicBezTo>
                      <a:pt x="340" y="1466"/>
                      <a:pt x="353" y="1453"/>
                      <a:pt x="353" y="1453"/>
                    </a:cubicBezTo>
                    <a:cubicBezTo>
                      <a:pt x="362" y="1463"/>
                      <a:pt x="375" y="1455"/>
                      <a:pt x="375" y="1455"/>
                    </a:cubicBezTo>
                    <a:cubicBezTo>
                      <a:pt x="384" y="1462"/>
                      <a:pt x="389" y="1452"/>
                      <a:pt x="389" y="1452"/>
                    </a:cubicBezTo>
                    <a:cubicBezTo>
                      <a:pt x="395" y="1454"/>
                      <a:pt x="398" y="1444"/>
                      <a:pt x="391" y="1439"/>
                    </a:cubicBezTo>
                    <a:cubicBezTo>
                      <a:pt x="384" y="1434"/>
                      <a:pt x="382" y="1423"/>
                      <a:pt x="372" y="1407"/>
                    </a:cubicBezTo>
                    <a:cubicBezTo>
                      <a:pt x="356" y="1382"/>
                      <a:pt x="344" y="1359"/>
                      <a:pt x="345" y="1350"/>
                    </a:cubicBezTo>
                    <a:cubicBezTo>
                      <a:pt x="346" y="1342"/>
                      <a:pt x="347" y="1335"/>
                      <a:pt x="336" y="1294"/>
                    </a:cubicBezTo>
                    <a:cubicBezTo>
                      <a:pt x="325" y="1254"/>
                      <a:pt x="348" y="1098"/>
                      <a:pt x="347" y="1040"/>
                    </a:cubicBezTo>
                    <a:cubicBezTo>
                      <a:pt x="347" y="1003"/>
                      <a:pt x="363" y="986"/>
                      <a:pt x="354" y="949"/>
                    </a:cubicBezTo>
                    <a:cubicBezTo>
                      <a:pt x="344" y="912"/>
                      <a:pt x="386" y="773"/>
                      <a:pt x="380" y="690"/>
                    </a:cubicBezTo>
                    <a:cubicBezTo>
                      <a:pt x="378" y="663"/>
                      <a:pt x="373" y="598"/>
                      <a:pt x="375" y="555"/>
                    </a:cubicBezTo>
                    <a:cubicBezTo>
                      <a:pt x="377" y="511"/>
                      <a:pt x="360" y="498"/>
                      <a:pt x="350" y="473"/>
                    </a:cubicBezTo>
                    <a:cubicBezTo>
                      <a:pt x="341" y="449"/>
                      <a:pt x="336" y="439"/>
                      <a:pt x="345" y="409"/>
                    </a:cubicBezTo>
                    <a:cubicBezTo>
                      <a:pt x="353" y="379"/>
                      <a:pt x="344" y="341"/>
                      <a:pt x="350" y="322"/>
                    </a:cubicBezTo>
                    <a:cubicBezTo>
                      <a:pt x="357" y="303"/>
                      <a:pt x="354" y="282"/>
                      <a:pt x="354" y="282"/>
                    </a:cubicBezTo>
                    <a:cubicBezTo>
                      <a:pt x="360" y="272"/>
                      <a:pt x="363" y="250"/>
                      <a:pt x="363" y="250"/>
                    </a:cubicBezTo>
                    <a:cubicBezTo>
                      <a:pt x="367" y="275"/>
                      <a:pt x="373" y="372"/>
                      <a:pt x="368" y="412"/>
                    </a:cubicBezTo>
                    <a:cubicBezTo>
                      <a:pt x="363" y="452"/>
                      <a:pt x="381" y="524"/>
                      <a:pt x="385" y="555"/>
                    </a:cubicBezTo>
                    <a:cubicBezTo>
                      <a:pt x="389" y="586"/>
                      <a:pt x="416" y="678"/>
                      <a:pt x="401" y="699"/>
                    </a:cubicBezTo>
                    <a:cubicBezTo>
                      <a:pt x="386" y="720"/>
                      <a:pt x="389" y="759"/>
                      <a:pt x="389" y="767"/>
                    </a:cubicBezTo>
                    <a:cubicBezTo>
                      <a:pt x="389" y="775"/>
                      <a:pt x="383" y="792"/>
                      <a:pt x="378" y="796"/>
                    </a:cubicBezTo>
                    <a:cubicBezTo>
                      <a:pt x="373" y="801"/>
                      <a:pt x="375" y="806"/>
                      <a:pt x="375" y="806"/>
                    </a:cubicBezTo>
                    <a:cubicBezTo>
                      <a:pt x="386" y="811"/>
                      <a:pt x="397" y="799"/>
                      <a:pt x="401" y="779"/>
                    </a:cubicBezTo>
                    <a:cubicBezTo>
                      <a:pt x="405" y="759"/>
                      <a:pt x="411" y="750"/>
                      <a:pt x="414" y="752"/>
                    </a:cubicBezTo>
                    <a:cubicBezTo>
                      <a:pt x="417" y="754"/>
                      <a:pt x="425" y="795"/>
                      <a:pt x="421" y="796"/>
                    </a:cubicBezTo>
                    <a:cubicBezTo>
                      <a:pt x="417" y="797"/>
                      <a:pt x="406" y="813"/>
                      <a:pt x="399" y="818"/>
                    </a:cubicBezTo>
                    <a:cubicBezTo>
                      <a:pt x="393" y="823"/>
                      <a:pt x="381" y="839"/>
                      <a:pt x="385" y="845"/>
                    </a:cubicBezTo>
                    <a:cubicBezTo>
                      <a:pt x="390" y="851"/>
                      <a:pt x="422" y="815"/>
                      <a:pt x="433" y="806"/>
                    </a:cubicBezTo>
                    <a:cubicBezTo>
                      <a:pt x="444" y="796"/>
                      <a:pt x="443" y="794"/>
                      <a:pt x="444" y="787"/>
                    </a:cubicBezTo>
                    <a:cubicBezTo>
                      <a:pt x="445" y="780"/>
                      <a:pt x="448" y="758"/>
                      <a:pt x="448" y="735"/>
                    </a:cubicBezTo>
                    <a:cubicBezTo>
                      <a:pt x="449" y="712"/>
                      <a:pt x="446" y="700"/>
                      <a:pt x="443" y="678"/>
                    </a:cubicBezTo>
                    <a:cubicBezTo>
                      <a:pt x="441" y="657"/>
                      <a:pt x="431" y="519"/>
                      <a:pt x="433" y="486"/>
                    </a:cubicBezTo>
                    <a:cubicBezTo>
                      <a:pt x="435" y="454"/>
                      <a:pt x="444" y="436"/>
                      <a:pt x="431" y="395"/>
                    </a:cubicBezTo>
                    <a:cubicBezTo>
                      <a:pt x="422" y="364"/>
                      <a:pt x="417" y="261"/>
                      <a:pt x="423" y="207"/>
                    </a:cubicBezTo>
                    <a:cubicBezTo>
                      <a:pt x="430" y="154"/>
                      <a:pt x="379" y="123"/>
                      <a:pt x="368" y="112"/>
                    </a:cubicBezTo>
                    <a:cubicBezTo>
                      <a:pt x="356" y="100"/>
                      <a:pt x="348" y="102"/>
                      <a:pt x="337" y="104"/>
                    </a:cubicBezTo>
                    <a:cubicBezTo>
                      <a:pt x="327" y="106"/>
                      <a:pt x="310" y="87"/>
                      <a:pt x="292" y="74"/>
                    </a:cubicBezTo>
                    <a:cubicBezTo>
                      <a:pt x="274" y="60"/>
                      <a:pt x="263" y="45"/>
                      <a:pt x="263" y="45"/>
                    </a:cubicBezTo>
                    <a:cubicBezTo>
                      <a:pt x="263" y="0"/>
                      <a:pt x="263" y="0"/>
                      <a:pt x="263" y="0"/>
                    </a:cubicBezTo>
                    <a:cubicBezTo>
                      <a:pt x="185" y="0"/>
                      <a:pt x="185" y="0"/>
                      <a:pt x="185" y="0"/>
                    </a:cubicBezTo>
                    <a:cubicBezTo>
                      <a:pt x="185" y="45"/>
                      <a:pt x="185" y="45"/>
                      <a:pt x="185" y="45"/>
                    </a:cubicBezTo>
                    <a:cubicBezTo>
                      <a:pt x="185" y="45"/>
                      <a:pt x="174" y="60"/>
                      <a:pt x="156" y="74"/>
                    </a:cubicBezTo>
                    <a:cubicBezTo>
                      <a:pt x="139" y="87"/>
                      <a:pt x="122" y="106"/>
                      <a:pt x="112" y="104"/>
                    </a:cubicBezTo>
                    <a:cubicBezTo>
                      <a:pt x="101" y="102"/>
                      <a:pt x="92" y="100"/>
                      <a:pt x="81" y="112"/>
                    </a:cubicBezTo>
                    <a:cubicBezTo>
                      <a:pt x="70" y="123"/>
                      <a:pt x="19" y="154"/>
                      <a:pt x="25" y="207"/>
                    </a:cubicBezTo>
                    <a:cubicBezTo>
                      <a:pt x="32" y="261"/>
                      <a:pt x="27" y="364"/>
                      <a:pt x="18" y="395"/>
                    </a:cubicBezTo>
                    <a:cubicBezTo>
                      <a:pt x="5" y="436"/>
                      <a:pt x="14" y="454"/>
                      <a:pt x="16" y="486"/>
                    </a:cubicBezTo>
                    <a:cubicBezTo>
                      <a:pt x="18" y="519"/>
                      <a:pt x="8" y="657"/>
                      <a:pt x="5" y="678"/>
                    </a:cubicBezTo>
                    <a:cubicBezTo>
                      <a:pt x="3" y="700"/>
                      <a:pt x="0" y="712"/>
                      <a:pt x="0" y="735"/>
                    </a:cubicBezTo>
                    <a:cubicBezTo>
                      <a:pt x="1" y="758"/>
                      <a:pt x="4" y="780"/>
                      <a:pt x="5" y="787"/>
                    </a:cubicBezTo>
                    <a:cubicBezTo>
                      <a:pt x="6" y="794"/>
                      <a:pt x="5" y="796"/>
                      <a:pt x="16" y="806"/>
                    </a:cubicBezTo>
                    <a:cubicBezTo>
                      <a:pt x="27" y="815"/>
                      <a:pt x="59" y="851"/>
                      <a:pt x="63" y="845"/>
                    </a:cubicBezTo>
                    <a:cubicBezTo>
                      <a:pt x="68" y="839"/>
                      <a:pt x="56" y="823"/>
                      <a:pt x="49" y="818"/>
                    </a:cubicBezTo>
                    <a:cubicBezTo>
                      <a:pt x="43" y="813"/>
                      <a:pt x="32" y="797"/>
                      <a:pt x="28" y="796"/>
                    </a:cubicBezTo>
                    <a:cubicBezTo>
                      <a:pt x="24" y="795"/>
                      <a:pt x="32" y="754"/>
                      <a:pt x="35" y="752"/>
                    </a:cubicBezTo>
                    <a:cubicBezTo>
                      <a:pt x="37" y="750"/>
                      <a:pt x="44" y="759"/>
                      <a:pt x="48" y="779"/>
                    </a:cubicBezTo>
                    <a:cubicBezTo>
                      <a:pt x="51" y="799"/>
                      <a:pt x="62" y="811"/>
                      <a:pt x="74" y="806"/>
                    </a:cubicBezTo>
                    <a:cubicBezTo>
                      <a:pt x="74" y="806"/>
                      <a:pt x="76" y="801"/>
                      <a:pt x="71" y="796"/>
                    </a:cubicBezTo>
                    <a:cubicBezTo>
                      <a:pt x="66" y="792"/>
                      <a:pt x="60" y="775"/>
                      <a:pt x="60" y="767"/>
                    </a:cubicBezTo>
                    <a:cubicBezTo>
                      <a:pt x="60" y="759"/>
                      <a:pt x="63" y="720"/>
                      <a:pt x="48" y="699"/>
                    </a:cubicBezTo>
                    <a:cubicBezTo>
                      <a:pt x="33" y="678"/>
                      <a:pt x="60" y="586"/>
                      <a:pt x="64" y="555"/>
                    </a:cubicBezTo>
                    <a:cubicBezTo>
                      <a:pt x="68" y="524"/>
                      <a:pt x="85" y="452"/>
                      <a:pt x="81" y="412"/>
                    </a:cubicBezTo>
                    <a:cubicBezTo>
                      <a:pt x="76" y="372"/>
                      <a:pt x="82" y="275"/>
                      <a:pt x="86" y="250"/>
                    </a:cubicBezTo>
                    <a:cubicBezTo>
                      <a:pt x="86" y="250"/>
                      <a:pt x="89" y="272"/>
                      <a:pt x="94" y="282"/>
                    </a:cubicBezTo>
                    <a:cubicBezTo>
                      <a:pt x="94" y="282"/>
                      <a:pt x="92" y="303"/>
                      <a:pt x="99" y="322"/>
                    </a:cubicBezTo>
                    <a:cubicBezTo>
                      <a:pt x="105" y="341"/>
                      <a:pt x="96" y="379"/>
                      <a:pt x="104" y="409"/>
                    </a:cubicBezTo>
                    <a:cubicBezTo>
                      <a:pt x="112" y="439"/>
                      <a:pt x="108" y="449"/>
                      <a:pt x="99" y="473"/>
                    </a:cubicBezTo>
                    <a:cubicBezTo>
                      <a:pt x="89" y="498"/>
                      <a:pt x="72" y="511"/>
                      <a:pt x="74" y="555"/>
                    </a:cubicBezTo>
                    <a:cubicBezTo>
                      <a:pt x="76" y="598"/>
                      <a:pt x="71" y="663"/>
                      <a:pt x="69" y="690"/>
                    </a:cubicBezTo>
                    <a:cubicBezTo>
                      <a:pt x="63" y="773"/>
                      <a:pt x="105" y="912"/>
                      <a:pt x="95" y="949"/>
                    </a:cubicBezTo>
                    <a:cubicBezTo>
                      <a:pt x="85" y="986"/>
                      <a:pt x="102" y="1003"/>
                      <a:pt x="101" y="1040"/>
                    </a:cubicBezTo>
                    <a:cubicBezTo>
                      <a:pt x="100" y="1098"/>
                      <a:pt x="124" y="1254"/>
                      <a:pt x="113" y="1294"/>
                    </a:cubicBezTo>
                    <a:cubicBezTo>
                      <a:pt x="102" y="1335"/>
                      <a:pt x="103" y="1342"/>
                      <a:pt x="104" y="1350"/>
                    </a:cubicBezTo>
                    <a:cubicBezTo>
                      <a:pt x="105" y="1359"/>
                      <a:pt x="93" y="1382"/>
                      <a:pt x="77" y="1407"/>
                    </a:cubicBezTo>
                    <a:cubicBezTo>
                      <a:pt x="67" y="1423"/>
                      <a:pt x="65" y="1434"/>
                      <a:pt x="58" y="1439"/>
                    </a:cubicBezTo>
                    <a:cubicBezTo>
                      <a:pt x="51" y="1444"/>
                      <a:pt x="53" y="1454"/>
                      <a:pt x="60" y="1452"/>
                    </a:cubicBezTo>
                    <a:cubicBezTo>
                      <a:pt x="60" y="1452"/>
                      <a:pt x="64" y="1462"/>
                      <a:pt x="74" y="1455"/>
                    </a:cubicBezTo>
                    <a:cubicBezTo>
                      <a:pt x="74" y="1455"/>
                      <a:pt x="87" y="1463"/>
                      <a:pt x="96" y="1453"/>
                    </a:cubicBezTo>
                    <a:cubicBezTo>
                      <a:pt x="96" y="1453"/>
                      <a:pt x="108" y="1466"/>
                      <a:pt x="120" y="1455"/>
                    </a:cubicBezTo>
                    <a:cubicBezTo>
                      <a:pt x="120" y="1455"/>
                      <a:pt x="137" y="1472"/>
                      <a:pt x="154" y="1453"/>
                    </a:cubicBezTo>
                    <a:cubicBezTo>
                      <a:pt x="154" y="1453"/>
                      <a:pt x="161" y="1434"/>
                      <a:pt x="159" y="1422"/>
                    </a:cubicBezTo>
                    <a:cubicBezTo>
                      <a:pt x="156" y="1411"/>
                      <a:pt x="158" y="1384"/>
                      <a:pt x="165" y="1378"/>
                    </a:cubicBezTo>
                    <a:cubicBezTo>
                      <a:pt x="172" y="1371"/>
                      <a:pt x="176" y="1366"/>
                      <a:pt x="169" y="1330"/>
                    </a:cubicBezTo>
                    <a:cubicBezTo>
                      <a:pt x="161" y="1291"/>
                      <a:pt x="179" y="1196"/>
                      <a:pt x="184" y="1167"/>
                    </a:cubicBezTo>
                    <a:cubicBezTo>
                      <a:pt x="189" y="1139"/>
                      <a:pt x="186" y="1063"/>
                      <a:pt x="182" y="1035"/>
                    </a:cubicBezTo>
                    <a:cubicBezTo>
                      <a:pt x="178" y="1006"/>
                      <a:pt x="191" y="1000"/>
                      <a:pt x="184" y="953"/>
                    </a:cubicBezTo>
                    <a:cubicBezTo>
                      <a:pt x="171" y="869"/>
                      <a:pt x="210" y="691"/>
                      <a:pt x="212" y="652"/>
                    </a:cubicBezTo>
                    <a:cubicBezTo>
                      <a:pt x="212" y="652"/>
                      <a:pt x="223" y="659"/>
                      <a:pt x="237" y="652"/>
                    </a:cubicBezTo>
                    <a:close/>
                  </a:path>
                </a:pathLst>
              </a:custGeom>
              <a:noFill/>
              <a:ln w="9525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5152" name="Freeform 19">
                <a:extLst>
                  <a:ext uri="{FF2B5EF4-FFF2-40B4-BE49-F238E27FC236}">
                    <a16:creationId xmlns:a16="http://schemas.microsoft.com/office/drawing/2014/main" id="{5D8F8311-3DFE-4E28-8B62-A3C167B5DB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9" y="3933"/>
                <a:ext cx="21" cy="64"/>
              </a:xfrm>
              <a:custGeom>
                <a:avLst/>
                <a:gdLst>
                  <a:gd name="T0" fmla="*/ 0 w 11"/>
                  <a:gd name="T1" fmla="*/ 240 h 33"/>
                  <a:gd name="T2" fmla="*/ 29 w 11"/>
                  <a:gd name="T3" fmla="*/ 101 h 33"/>
                  <a:gd name="T4" fmla="*/ 76 w 11"/>
                  <a:gd name="T5" fmla="*/ 0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33">
                    <a:moveTo>
                      <a:pt x="0" y="33"/>
                    </a:moveTo>
                    <a:cubicBezTo>
                      <a:pt x="0" y="27"/>
                      <a:pt x="1" y="19"/>
                      <a:pt x="4" y="14"/>
                    </a:cubicBezTo>
                    <a:cubicBezTo>
                      <a:pt x="7" y="9"/>
                      <a:pt x="11" y="6"/>
                      <a:pt x="11" y="0"/>
                    </a:cubicBezTo>
                  </a:path>
                </a:pathLst>
              </a:custGeom>
              <a:noFill/>
              <a:ln w="9525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5153" name="Freeform 20">
                <a:extLst>
                  <a:ext uri="{FF2B5EF4-FFF2-40B4-BE49-F238E27FC236}">
                    <a16:creationId xmlns:a16="http://schemas.microsoft.com/office/drawing/2014/main" id="{957E5513-63FF-419C-8BC5-8C1A3AD969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5" y="3949"/>
                <a:ext cx="48" cy="31"/>
              </a:xfrm>
              <a:custGeom>
                <a:avLst/>
                <a:gdLst>
                  <a:gd name="T0" fmla="*/ 0 w 25"/>
                  <a:gd name="T1" fmla="*/ 87 h 16"/>
                  <a:gd name="T2" fmla="*/ 92 w 25"/>
                  <a:gd name="T3" fmla="*/ 79 h 16"/>
                  <a:gd name="T4" fmla="*/ 156 w 25"/>
                  <a:gd name="T5" fmla="*/ 116 h 16"/>
                  <a:gd name="T6" fmla="*/ 177 w 25"/>
                  <a:gd name="T7" fmla="*/ 23 h 16"/>
                  <a:gd name="T8" fmla="*/ 77 w 25"/>
                  <a:gd name="T9" fmla="*/ 0 h 16"/>
                  <a:gd name="T10" fmla="*/ 0 w 25"/>
                  <a:gd name="T11" fmla="*/ 79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5" h="16">
                    <a:moveTo>
                      <a:pt x="0" y="12"/>
                    </a:moveTo>
                    <a:cubicBezTo>
                      <a:pt x="5" y="11"/>
                      <a:pt x="8" y="10"/>
                      <a:pt x="13" y="11"/>
                    </a:cubicBezTo>
                    <a:cubicBezTo>
                      <a:pt x="17" y="12"/>
                      <a:pt x="19" y="14"/>
                      <a:pt x="22" y="16"/>
                    </a:cubicBezTo>
                    <a:cubicBezTo>
                      <a:pt x="23" y="12"/>
                      <a:pt x="24" y="7"/>
                      <a:pt x="25" y="3"/>
                    </a:cubicBezTo>
                    <a:cubicBezTo>
                      <a:pt x="21" y="1"/>
                      <a:pt x="15" y="0"/>
                      <a:pt x="11" y="0"/>
                    </a:cubicBezTo>
                    <a:cubicBezTo>
                      <a:pt x="4" y="1"/>
                      <a:pt x="4" y="7"/>
                      <a:pt x="0" y="11"/>
                    </a:cubicBezTo>
                  </a:path>
                </a:pathLst>
              </a:custGeom>
              <a:noFill/>
              <a:ln w="9525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5154" name="Freeform 21">
                <a:extLst>
                  <a:ext uri="{FF2B5EF4-FFF2-40B4-BE49-F238E27FC236}">
                    <a16:creationId xmlns:a16="http://schemas.microsoft.com/office/drawing/2014/main" id="{AF8CBD3F-E69B-4038-A4ED-94EE02ED22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1" y="3939"/>
                <a:ext cx="25" cy="58"/>
              </a:xfrm>
              <a:custGeom>
                <a:avLst/>
                <a:gdLst>
                  <a:gd name="T0" fmla="*/ 8 w 13"/>
                  <a:gd name="T1" fmla="*/ 217 h 30"/>
                  <a:gd name="T2" fmla="*/ 23 w 13"/>
                  <a:gd name="T3" fmla="*/ 93 h 30"/>
                  <a:gd name="T4" fmla="*/ 63 w 13"/>
                  <a:gd name="T5" fmla="*/ 52 h 30"/>
                  <a:gd name="T6" fmla="*/ 92 w 13"/>
                  <a:gd name="T7" fmla="*/ 0 h 3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30">
                    <a:moveTo>
                      <a:pt x="1" y="30"/>
                    </a:moveTo>
                    <a:cubicBezTo>
                      <a:pt x="1" y="25"/>
                      <a:pt x="0" y="18"/>
                      <a:pt x="3" y="13"/>
                    </a:cubicBezTo>
                    <a:cubicBezTo>
                      <a:pt x="5" y="11"/>
                      <a:pt x="7" y="10"/>
                      <a:pt x="9" y="7"/>
                    </a:cubicBezTo>
                    <a:cubicBezTo>
                      <a:pt x="11" y="5"/>
                      <a:pt x="12" y="2"/>
                      <a:pt x="13" y="0"/>
                    </a:cubicBezTo>
                  </a:path>
                </a:pathLst>
              </a:custGeom>
              <a:noFill/>
              <a:ln w="9525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5155" name="Freeform 22">
                <a:extLst>
                  <a:ext uri="{FF2B5EF4-FFF2-40B4-BE49-F238E27FC236}">
                    <a16:creationId xmlns:a16="http://schemas.microsoft.com/office/drawing/2014/main" id="{2B7FF862-F64C-46B9-8A24-3DD1E4411A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2" y="3945"/>
                <a:ext cx="29" cy="54"/>
              </a:xfrm>
              <a:custGeom>
                <a:avLst/>
                <a:gdLst>
                  <a:gd name="T0" fmla="*/ 0 w 15"/>
                  <a:gd name="T1" fmla="*/ 201 h 28"/>
                  <a:gd name="T2" fmla="*/ 23 w 15"/>
                  <a:gd name="T3" fmla="*/ 85 h 28"/>
                  <a:gd name="T4" fmla="*/ 108 w 15"/>
                  <a:gd name="T5" fmla="*/ 0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28">
                    <a:moveTo>
                      <a:pt x="0" y="28"/>
                    </a:moveTo>
                    <a:cubicBezTo>
                      <a:pt x="1" y="27"/>
                      <a:pt x="0" y="15"/>
                      <a:pt x="3" y="12"/>
                    </a:cubicBezTo>
                    <a:cubicBezTo>
                      <a:pt x="6" y="8"/>
                      <a:pt x="12" y="4"/>
                      <a:pt x="15" y="0"/>
                    </a:cubicBezTo>
                  </a:path>
                </a:pathLst>
              </a:custGeom>
              <a:noFill/>
              <a:ln w="9525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5156" name="Freeform 23">
                <a:extLst>
                  <a:ext uri="{FF2B5EF4-FFF2-40B4-BE49-F238E27FC236}">
                    <a16:creationId xmlns:a16="http://schemas.microsoft.com/office/drawing/2014/main" id="{0E65FBAD-59AA-49E8-819B-15D279D051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3" y="3956"/>
                <a:ext cx="21" cy="39"/>
              </a:xfrm>
              <a:custGeom>
                <a:avLst/>
                <a:gdLst>
                  <a:gd name="T0" fmla="*/ 0 w 11"/>
                  <a:gd name="T1" fmla="*/ 148 h 20"/>
                  <a:gd name="T2" fmla="*/ 29 w 11"/>
                  <a:gd name="T3" fmla="*/ 76 h 20"/>
                  <a:gd name="T4" fmla="*/ 76 w 11"/>
                  <a:gd name="T5" fmla="*/ 0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20">
                    <a:moveTo>
                      <a:pt x="0" y="20"/>
                    </a:moveTo>
                    <a:cubicBezTo>
                      <a:pt x="2" y="17"/>
                      <a:pt x="2" y="12"/>
                      <a:pt x="4" y="10"/>
                    </a:cubicBezTo>
                    <a:cubicBezTo>
                      <a:pt x="6" y="7"/>
                      <a:pt x="9" y="4"/>
                      <a:pt x="11" y="0"/>
                    </a:cubicBezTo>
                  </a:path>
                </a:pathLst>
              </a:custGeom>
              <a:noFill/>
              <a:ln w="9525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5157" name="Freeform 24">
                <a:extLst>
                  <a:ext uri="{FF2B5EF4-FFF2-40B4-BE49-F238E27FC236}">
                    <a16:creationId xmlns:a16="http://schemas.microsoft.com/office/drawing/2014/main" id="{47B804A2-0669-43F7-B26F-3431CBC66F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8" y="3960"/>
                <a:ext cx="35" cy="23"/>
              </a:xfrm>
              <a:custGeom>
                <a:avLst/>
                <a:gdLst>
                  <a:gd name="T0" fmla="*/ 8 w 18"/>
                  <a:gd name="T1" fmla="*/ 69 h 12"/>
                  <a:gd name="T2" fmla="*/ 109 w 18"/>
                  <a:gd name="T3" fmla="*/ 84 h 12"/>
                  <a:gd name="T4" fmla="*/ 132 w 18"/>
                  <a:gd name="T5" fmla="*/ 23 h 12"/>
                  <a:gd name="T6" fmla="*/ 0 w 18"/>
                  <a:gd name="T7" fmla="*/ 69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12">
                    <a:moveTo>
                      <a:pt x="1" y="10"/>
                    </a:moveTo>
                    <a:cubicBezTo>
                      <a:pt x="4" y="7"/>
                      <a:pt x="12" y="9"/>
                      <a:pt x="15" y="12"/>
                    </a:cubicBezTo>
                    <a:cubicBezTo>
                      <a:pt x="16" y="9"/>
                      <a:pt x="18" y="6"/>
                      <a:pt x="18" y="3"/>
                    </a:cubicBezTo>
                    <a:cubicBezTo>
                      <a:pt x="10" y="0"/>
                      <a:pt x="4" y="3"/>
                      <a:pt x="0" y="10"/>
                    </a:cubicBezTo>
                  </a:path>
                </a:pathLst>
              </a:custGeom>
              <a:noFill/>
              <a:ln w="9525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5158" name="Freeform 25">
                <a:extLst>
                  <a:ext uri="{FF2B5EF4-FFF2-40B4-BE49-F238E27FC236}">
                    <a16:creationId xmlns:a16="http://schemas.microsoft.com/office/drawing/2014/main" id="{B7AA3496-0035-4F78-B868-9635AD0CF8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9" y="3962"/>
                <a:ext cx="28" cy="21"/>
              </a:xfrm>
              <a:custGeom>
                <a:avLst/>
                <a:gdLst>
                  <a:gd name="T0" fmla="*/ 0 w 14"/>
                  <a:gd name="T1" fmla="*/ 69 h 11"/>
                  <a:gd name="T2" fmla="*/ 88 w 14"/>
                  <a:gd name="T3" fmla="*/ 76 h 11"/>
                  <a:gd name="T4" fmla="*/ 112 w 14"/>
                  <a:gd name="T5" fmla="*/ 8 h 11"/>
                  <a:gd name="T6" fmla="*/ 0 w 14"/>
                  <a:gd name="T7" fmla="*/ 55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11">
                    <a:moveTo>
                      <a:pt x="0" y="10"/>
                    </a:moveTo>
                    <a:cubicBezTo>
                      <a:pt x="2" y="6"/>
                      <a:pt x="8" y="9"/>
                      <a:pt x="11" y="11"/>
                    </a:cubicBezTo>
                    <a:cubicBezTo>
                      <a:pt x="10" y="7"/>
                      <a:pt x="13" y="4"/>
                      <a:pt x="14" y="1"/>
                    </a:cubicBezTo>
                    <a:cubicBezTo>
                      <a:pt x="8" y="0"/>
                      <a:pt x="4" y="4"/>
                      <a:pt x="0" y="8"/>
                    </a:cubicBezTo>
                  </a:path>
                </a:pathLst>
              </a:custGeom>
              <a:noFill/>
              <a:ln w="9525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5159" name="Freeform 26">
                <a:extLst>
                  <a:ext uri="{FF2B5EF4-FFF2-40B4-BE49-F238E27FC236}">
                    <a16:creationId xmlns:a16="http://schemas.microsoft.com/office/drawing/2014/main" id="{C082D6BA-31E2-43BE-A43B-8C8BD2F046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2" y="3972"/>
                <a:ext cx="18" cy="13"/>
              </a:xfrm>
              <a:custGeom>
                <a:avLst/>
                <a:gdLst>
                  <a:gd name="T0" fmla="*/ 0 w 9"/>
                  <a:gd name="T1" fmla="*/ 37 h 7"/>
                  <a:gd name="T2" fmla="*/ 64 w 9"/>
                  <a:gd name="T3" fmla="*/ 45 h 7"/>
                  <a:gd name="T4" fmla="*/ 72 w 9"/>
                  <a:gd name="T5" fmla="*/ 0 h 7"/>
                  <a:gd name="T6" fmla="*/ 8 w 9"/>
                  <a:gd name="T7" fmla="*/ 20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7">
                    <a:moveTo>
                      <a:pt x="0" y="6"/>
                    </a:moveTo>
                    <a:cubicBezTo>
                      <a:pt x="2" y="4"/>
                      <a:pt x="7" y="3"/>
                      <a:pt x="8" y="7"/>
                    </a:cubicBezTo>
                    <a:cubicBezTo>
                      <a:pt x="8" y="4"/>
                      <a:pt x="8" y="2"/>
                      <a:pt x="9" y="0"/>
                    </a:cubicBezTo>
                    <a:cubicBezTo>
                      <a:pt x="6" y="0"/>
                      <a:pt x="2" y="0"/>
                      <a:pt x="1" y="3"/>
                    </a:cubicBezTo>
                  </a:path>
                </a:pathLst>
              </a:custGeom>
              <a:noFill/>
              <a:ln w="9525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5160" name="Freeform 27">
                <a:extLst>
                  <a:ext uri="{FF2B5EF4-FFF2-40B4-BE49-F238E27FC236}">
                    <a16:creationId xmlns:a16="http://schemas.microsoft.com/office/drawing/2014/main" id="{E24E14DE-29FE-4E93-8465-5BCB1D68B3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7" y="3972"/>
                <a:ext cx="8" cy="9"/>
              </a:xfrm>
              <a:custGeom>
                <a:avLst/>
                <a:gdLst>
                  <a:gd name="T0" fmla="*/ 0 w 4"/>
                  <a:gd name="T1" fmla="*/ 16 h 5"/>
                  <a:gd name="T2" fmla="*/ 24 w 4"/>
                  <a:gd name="T3" fmla="*/ 29 h 5"/>
                  <a:gd name="T4" fmla="*/ 32 w 4"/>
                  <a:gd name="T5" fmla="*/ 0 h 5"/>
                  <a:gd name="T6" fmla="*/ 8 w 4"/>
                  <a:gd name="T7" fmla="*/ 7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5">
                    <a:moveTo>
                      <a:pt x="0" y="3"/>
                    </a:moveTo>
                    <a:cubicBezTo>
                      <a:pt x="1" y="3"/>
                      <a:pt x="2" y="4"/>
                      <a:pt x="3" y="5"/>
                    </a:cubicBezTo>
                    <a:cubicBezTo>
                      <a:pt x="3" y="3"/>
                      <a:pt x="4" y="2"/>
                      <a:pt x="4" y="0"/>
                    </a:cubicBezTo>
                    <a:cubicBezTo>
                      <a:pt x="2" y="0"/>
                      <a:pt x="1" y="1"/>
                      <a:pt x="1" y="1"/>
                    </a:cubicBezTo>
                  </a:path>
                </a:pathLst>
              </a:custGeom>
              <a:noFill/>
              <a:ln w="9525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5161" name="Freeform 28">
                <a:extLst>
                  <a:ext uri="{FF2B5EF4-FFF2-40B4-BE49-F238E27FC236}">
                    <a16:creationId xmlns:a16="http://schemas.microsoft.com/office/drawing/2014/main" id="{7BAB1F7A-C551-4D4B-8500-2B58C3E349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0" y="2633"/>
                <a:ext cx="20" cy="16"/>
              </a:xfrm>
              <a:custGeom>
                <a:avLst/>
                <a:gdLst>
                  <a:gd name="T0" fmla="*/ 80 w 10"/>
                  <a:gd name="T1" fmla="*/ 64 h 8"/>
                  <a:gd name="T2" fmla="*/ 0 w 10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8">
                    <a:moveTo>
                      <a:pt x="10" y="8"/>
                    </a:moveTo>
                    <a:cubicBezTo>
                      <a:pt x="7" y="5"/>
                      <a:pt x="3" y="3"/>
                      <a:pt x="0" y="0"/>
                    </a:cubicBezTo>
                  </a:path>
                </a:pathLst>
              </a:custGeom>
              <a:noFill/>
              <a:ln w="9525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5162" name="Freeform 29">
                <a:extLst>
                  <a:ext uri="{FF2B5EF4-FFF2-40B4-BE49-F238E27FC236}">
                    <a16:creationId xmlns:a16="http://schemas.microsoft.com/office/drawing/2014/main" id="{C3FC0130-0C27-4CF0-8881-9FF53251E7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1" y="1591"/>
                <a:ext cx="14" cy="94"/>
              </a:xfrm>
              <a:custGeom>
                <a:avLst/>
                <a:gdLst>
                  <a:gd name="T0" fmla="*/ 0 w 7"/>
                  <a:gd name="T1" fmla="*/ 0 h 49"/>
                  <a:gd name="T2" fmla="*/ 48 w 7"/>
                  <a:gd name="T3" fmla="*/ 184 h 49"/>
                  <a:gd name="T4" fmla="*/ 56 w 7"/>
                  <a:gd name="T5" fmla="*/ 345 h 4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49">
                    <a:moveTo>
                      <a:pt x="0" y="0"/>
                    </a:moveTo>
                    <a:cubicBezTo>
                      <a:pt x="6" y="6"/>
                      <a:pt x="5" y="18"/>
                      <a:pt x="6" y="26"/>
                    </a:cubicBezTo>
                    <a:cubicBezTo>
                      <a:pt x="6" y="34"/>
                      <a:pt x="6" y="42"/>
                      <a:pt x="7" y="49"/>
                    </a:cubicBezTo>
                  </a:path>
                </a:pathLst>
              </a:custGeom>
              <a:noFill/>
              <a:ln w="9525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5163" name="Freeform 30">
                <a:extLst>
                  <a:ext uri="{FF2B5EF4-FFF2-40B4-BE49-F238E27FC236}">
                    <a16:creationId xmlns:a16="http://schemas.microsoft.com/office/drawing/2014/main" id="{755D3D72-AB20-4D4E-B59B-EDE52DA90C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1" y="1743"/>
                <a:ext cx="184" cy="50"/>
              </a:xfrm>
              <a:custGeom>
                <a:avLst/>
                <a:gdLst>
                  <a:gd name="T0" fmla="*/ 0 w 95"/>
                  <a:gd name="T1" fmla="*/ 0 h 26"/>
                  <a:gd name="T2" fmla="*/ 372 w 95"/>
                  <a:gd name="T3" fmla="*/ 177 h 26"/>
                  <a:gd name="T4" fmla="*/ 690 w 95"/>
                  <a:gd name="T5" fmla="*/ 77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5" h="26">
                    <a:moveTo>
                      <a:pt x="0" y="0"/>
                    </a:moveTo>
                    <a:cubicBezTo>
                      <a:pt x="0" y="0"/>
                      <a:pt x="9" y="26"/>
                      <a:pt x="51" y="25"/>
                    </a:cubicBezTo>
                    <a:cubicBezTo>
                      <a:pt x="93" y="24"/>
                      <a:pt x="95" y="11"/>
                      <a:pt x="95" y="11"/>
                    </a:cubicBezTo>
                  </a:path>
                </a:pathLst>
              </a:custGeom>
              <a:noFill/>
              <a:ln w="9525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5164" name="Oval 31">
                <a:extLst>
                  <a:ext uri="{FF2B5EF4-FFF2-40B4-BE49-F238E27FC236}">
                    <a16:creationId xmlns:a16="http://schemas.microsoft.com/office/drawing/2014/main" id="{7CCD4F38-9FED-4E7D-8ECE-39B21EE15C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15" y="1674"/>
                <a:ext cx="64" cy="63"/>
              </a:xfrm>
              <a:prstGeom prst="ellipse">
                <a:avLst/>
              </a:prstGeom>
              <a:solidFill>
                <a:srgbClr val="F6E9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5165" name="Oval 32">
                <a:extLst>
                  <a:ext uri="{FF2B5EF4-FFF2-40B4-BE49-F238E27FC236}">
                    <a16:creationId xmlns:a16="http://schemas.microsoft.com/office/drawing/2014/main" id="{70478FC8-3B56-4DBD-9E0B-A473C494E1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36" y="1695"/>
                <a:ext cx="24" cy="23"/>
              </a:xfrm>
              <a:prstGeom prst="ellipse">
                <a:avLst/>
              </a:prstGeom>
              <a:solidFill>
                <a:srgbClr val="F3D6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5166" name="Freeform 33">
                <a:extLst>
                  <a:ext uri="{FF2B5EF4-FFF2-40B4-BE49-F238E27FC236}">
                    <a16:creationId xmlns:a16="http://schemas.microsoft.com/office/drawing/2014/main" id="{5C764408-9037-473E-AD49-66583A4B82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5" y="1672"/>
                <a:ext cx="64" cy="63"/>
              </a:xfrm>
              <a:custGeom>
                <a:avLst/>
                <a:gdLst>
                  <a:gd name="T0" fmla="*/ 93 w 33"/>
                  <a:gd name="T1" fmla="*/ 8 h 33"/>
                  <a:gd name="T2" fmla="*/ 116 w 33"/>
                  <a:gd name="T3" fmla="*/ 0 h 33"/>
                  <a:gd name="T4" fmla="*/ 240 w 33"/>
                  <a:gd name="T5" fmla="*/ 116 h 33"/>
                  <a:gd name="T6" fmla="*/ 116 w 33"/>
                  <a:gd name="T7" fmla="*/ 229 h 33"/>
                  <a:gd name="T8" fmla="*/ 0 w 33"/>
                  <a:gd name="T9" fmla="*/ 116 h 33"/>
                  <a:gd name="T10" fmla="*/ 16 w 33"/>
                  <a:gd name="T11" fmla="*/ 61 h 3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3" h="33">
                    <a:moveTo>
                      <a:pt x="13" y="1"/>
                    </a:moveTo>
                    <a:cubicBezTo>
                      <a:pt x="14" y="0"/>
                      <a:pt x="15" y="0"/>
                      <a:pt x="16" y="0"/>
                    </a:cubicBezTo>
                    <a:cubicBezTo>
                      <a:pt x="26" y="0"/>
                      <a:pt x="33" y="8"/>
                      <a:pt x="33" y="17"/>
                    </a:cubicBezTo>
                    <a:cubicBezTo>
                      <a:pt x="33" y="26"/>
                      <a:pt x="26" y="33"/>
                      <a:pt x="16" y="33"/>
                    </a:cubicBezTo>
                    <a:cubicBezTo>
                      <a:pt x="7" y="33"/>
                      <a:pt x="0" y="26"/>
                      <a:pt x="0" y="17"/>
                    </a:cubicBezTo>
                    <a:cubicBezTo>
                      <a:pt x="0" y="14"/>
                      <a:pt x="1" y="11"/>
                      <a:pt x="2" y="9"/>
                    </a:cubicBezTo>
                  </a:path>
                </a:pathLst>
              </a:custGeom>
              <a:noFill/>
              <a:ln w="6350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5167" name="Freeform 34">
                <a:extLst>
                  <a:ext uri="{FF2B5EF4-FFF2-40B4-BE49-F238E27FC236}">
                    <a16:creationId xmlns:a16="http://schemas.microsoft.com/office/drawing/2014/main" id="{5442092A-58EC-424D-AFC0-0CB21FD08A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3" y="1676"/>
                <a:ext cx="9" cy="7"/>
              </a:xfrm>
              <a:custGeom>
                <a:avLst/>
                <a:gdLst>
                  <a:gd name="T0" fmla="*/ 0 w 5"/>
                  <a:gd name="T1" fmla="*/ 21 h 4"/>
                  <a:gd name="T2" fmla="*/ 29 w 5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4">
                    <a:moveTo>
                      <a:pt x="0" y="4"/>
                    </a:moveTo>
                    <a:cubicBezTo>
                      <a:pt x="1" y="2"/>
                      <a:pt x="3" y="1"/>
                      <a:pt x="5" y="0"/>
                    </a:cubicBezTo>
                  </a:path>
                </a:pathLst>
              </a:custGeom>
              <a:noFill/>
              <a:ln w="6350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5168" name="Freeform 35">
                <a:extLst>
                  <a:ext uri="{FF2B5EF4-FFF2-40B4-BE49-F238E27FC236}">
                    <a16:creationId xmlns:a16="http://schemas.microsoft.com/office/drawing/2014/main" id="{B6204C8A-963A-4628-8365-060026E808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6" y="1699"/>
                <a:ext cx="2" cy="9"/>
              </a:xfrm>
              <a:custGeom>
                <a:avLst/>
                <a:gdLst>
                  <a:gd name="T0" fmla="*/ 0 w 1"/>
                  <a:gd name="T1" fmla="*/ 29 h 5"/>
                  <a:gd name="T2" fmla="*/ 0 w 1"/>
                  <a:gd name="T3" fmla="*/ 16 h 5"/>
                  <a:gd name="T4" fmla="*/ 8 w 1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5">
                    <a:moveTo>
                      <a:pt x="0" y="5"/>
                    </a:moveTo>
                    <a:cubicBezTo>
                      <a:pt x="0" y="5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</a:path>
                </a:pathLst>
              </a:custGeom>
              <a:noFill/>
              <a:ln w="6350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5169" name="Freeform 36">
                <a:extLst>
                  <a:ext uri="{FF2B5EF4-FFF2-40B4-BE49-F238E27FC236}">
                    <a16:creationId xmlns:a16="http://schemas.microsoft.com/office/drawing/2014/main" id="{F515E65A-594E-4D76-8033-301C5DC76E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8" y="1695"/>
                <a:ext cx="20" cy="21"/>
              </a:xfrm>
              <a:custGeom>
                <a:avLst/>
                <a:gdLst>
                  <a:gd name="T0" fmla="*/ 16 w 10"/>
                  <a:gd name="T1" fmla="*/ 0 h 11"/>
                  <a:gd name="T2" fmla="*/ 40 w 10"/>
                  <a:gd name="T3" fmla="*/ 0 h 11"/>
                  <a:gd name="T4" fmla="*/ 80 w 10"/>
                  <a:gd name="T5" fmla="*/ 36 h 11"/>
                  <a:gd name="T6" fmla="*/ 40 w 10"/>
                  <a:gd name="T7" fmla="*/ 76 h 11"/>
                  <a:gd name="T8" fmla="*/ 0 w 10"/>
                  <a:gd name="T9" fmla="*/ 61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1">
                    <a:moveTo>
                      <a:pt x="2" y="0"/>
                    </a:moveTo>
                    <a:cubicBezTo>
                      <a:pt x="3" y="0"/>
                      <a:pt x="4" y="0"/>
                      <a:pt x="5" y="0"/>
                    </a:cubicBezTo>
                    <a:cubicBezTo>
                      <a:pt x="8" y="0"/>
                      <a:pt x="10" y="2"/>
                      <a:pt x="10" y="5"/>
                    </a:cubicBezTo>
                    <a:cubicBezTo>
                      <a:pt x="10" y="8"/>
                      <a:pt x="8" y="11"/>
                      <a:pt x="5" y="11"/>
                    </a:cubicBezTo>
                    <a:cubicBezTo>
                      <a:pt x="3" y="11"/>
                      <a:pt x="1" y="10"/>
                      <a:pt x="0" y="9"/>
                    </a:cubicBezTo>
                  </a:path>
                </a:pathLst>
              </a:custGeom>
              <a:noFill/>
              <a:ln w="6350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5170" name="Oval 37">
                <a:extLst>
                  <a:ext uri="{FF2B5EF4-FFF2-40B4-BE49-F238E27FC236}">
                    <a16:creationId xmlns:a16="http://schemas.microsoft.com/office/drawing/2014/main" id="{9591D1B8-C995-4B7C-9666-B61FBCEB64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63" y="1674"/>
                <a:ext cx="66" cy="63"/>
              </a:xfrm>
              <a:prstGeom prst="ellipse">
                <a:avLst/>
              </a:prstGeom>
              <a:solidFill>
                <a:srgbClr val="F6E9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5171" name="Oval 38">
                <a:extLst>
                  <a:ext uri="{FF2B5EF4-FFF2-40B4-BE49-F238E27FC236}">
                    <a16:creationId xmlns:a16="http://schemas.microsoft.com/office/drawing/2014/main" id="{6504DC17-03E6-4C50-8A4A-84FD524F84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86" y="1695"/>
                <a:ext cx="21" cy="23"/>
              </a:xfrm>
              <a:prstGeom prst="ellipse">
                <a:avLst/>
              </a:prstGeom>
              <a:solidFill>
                <a:srgbClr val="F3D6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5172" name="Freeform 39">
                <a:extLst>
                  <a:ext uri="{FF2B5EF4-FFF2-40B4-BE49-F238E27FC236}">
                    <a16:creationId xmlns:a16="http://schemas.microsoft.com/office/drawing/2014/main" id="{2402C9AE-1151-4FF5-848D-3E0A3E2C9A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3" y="1672"/>
                <a:ext cx="64" cy="63"/>
              </a:xfrm>
              <a:custGeom>
                <a:avLst/>
                <a:gdLst>
                  <a:gd name="T0" fmla="*/ 93 w 33"/>
                  <a:gd name="T1" fmla="*/ 8 h 33"/>
                  <a:gd name="T2" fmla="*/ 124 w 33"/>
                  <a:gd name="T3" fmla="*/ 0 h 33"/>
                  <a:gd name="T4" fmla="*/ 240 w 33"/>
                  <a:gd name="T5" fmla="*/ 116 h 33"/>
                  <a:gd name="T6" fmla="*/ 124 w 33"/>
                  <a:gd name="T7" fmla="*/ 229 h 33"/>
                  <a:gd name="T8" fmla="*/ 0 w 33"/>
                  <a:gd name="T9" fmla="*/ 116 h 33"/>
                  <a:gd name="T10" fmla="*/ 16 w 33"/>
                  <a:gd name="T11" fmla="*/ 61 h 3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3" h="33">
                    <a:moveTo>
                      <a:pt x="13" y="1"/>
                    </a:moveTo>
                    <a:cubicBezTo>
                      <a:pt x="14" y="0"/>
                      <a:pt x="16" y="0"/>
                      <a:pt x="17" y="0"/>
                    </a:cubicBezTo>
                    <a:cubicBezTo>
                      <a:pt x="26" y="0"/>
                      <a:pt x="33" y="8"/>
                      <a:pt x="33" y="17"/>
                    </a:cubicBezTo>
                    <a:cubicBezTo>
                      <a:pt x="33" y="26"/>
                      <a:pt x="26" y="33"/>
                      <a:pt x="17" y="33"/>
                    </a:cubicBezTo>
                    <a:cubicBezTo>
                      <a:pt x="8" y="33"/>
                      <a:pt x="0" y="26"/>
                      <a:pt x="0" y="17"/>
                    </a:cubicBezTo>
                    <a:cubicBezTo>
                      <a:pt x="0" y="14"/>
                      <a:pt x="1" y="11"/>
                      <a:pt x="2" y="9"/>
                    </a:cubicBezTo>
                  </a:path>
                </a:pathLst>
              </a:custGeom>
              <a:noFill/>
              <a:ln w="6350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5173" name="Freeform 40">
                <a:extLst>
                  <a:ext uri="{FF2B5EF4-FFF2-40B4-BE49-F238E27FC236}">
                    <a16:creationId xmlns:a16="http://schemas.microsoft.com/office/drawing/2014/main" id="{265D39A3-6A03-4C54-A6C9-2408C06314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0" y="1676"/>
                <a:ext cx="12" cy="7"/>
              </a:xfrm>
              <a:custGeom>
                <a:avLst/>
                <a:gdLst>
                  <a:gd name="T0" fmla="*/ 0 w 6"/>
                  <a:gd name="T1" fmla="*/ 21 h 4"/>
                  <a:gd name="T2" fmla="*/ 48 w 6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4">
                    <a:moveTo>
                      <a:pt x="0" y="4"/>
                    </a:moveTo>
                    <a:cubicBezTo>
                      <a:pt x="2" y="2"/>
                      <a:pt x="4" y="1"/>
                      <a:pt x="6" y="0"/>
                    </a:cubicBezTo>
                  </a:path>
                </a:pathLst>
              </a:custGeom>
              <a:noFill/>
              <a:ln w="6350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5174" name="Freeform 41">
                <a:extLst>
                  <a:ext uri="{FF2B5EF4-FFF2-40B4-BE49-F238E27FC236}">
                    <a16:creationId xmlns:a16="http://schemas.microsoft.com/office/drawing/2014/main" id="{C6BC8202-C455-4406-BDAD-8963D03E9B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4" y="1699"/>
                <a:ext cx="2" cy="9"/>
              </a:xfrm>
              <a:custGeom>
                <a:avLst/>
                <a:gdLst>
                  <a:gd name="T0" fmla="*/ 8 w 1"/>
                  <a:gd name="T1" fmla="*/ 29 h 5"/>
                  <a:gd name="T2" fmla="*/ 0 w 1"/>
                  <a:gd name="T3" fmla="*/ 16 h 5"/>
                  <a:gd name="T4" fmla="*/ 8 w 1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5">
                    <a:moveTo>
                      <a:pt x="1" y="5"/>
                    </a:moveTo>
                    <a:cubicBezTo>
                      <a:pt x="1" y="5"/>
                      <a:pt x="0" y="4"/>
                      <a:pt x="0" y="3"/>
                    </a:cubicBezTo>
                    <a:cubicBezTo>
                      <a:pt x="0" y="2"/>
                      <a:pt x="1" y="1"/>
                      <a:pt x="1" y="0"/>
                    </a:cubicBezTo>
                  </a:path>
                </a:pathLst>
              </a:custGeom>
              <a:noFill/>
              <a:ln w="6350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5175" name="Freeform 42">
                <a:extLst>
                  <a:ext uri="{FF2B5EF4-FFF2-40B4-BE49-F238E27FC236}">
                    <a16:creationId xmlns:a16="http://schemas.microsoft.com/office/drawing/2014/main" id="{B483B6B2-8300-476F-8E65-826AB04838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8" y="1695"/>
                <a:ext cx="19" cy="21"/>
              </a:xfrm>
              <a:custGeom>
                <a:avLst/>
                <a:gdLst>
                  <a:gd name="T0" fmla="*/ 15 w 10"/>
                  <a:gd name="T1" fmla="*/ 0 h 11"/>
                  <a:gd name="T2" fmla="*/ 29 w 10"/>
                  <a:gd name="T3" fmla="*/ 0 h 11"/>
                  <a:gd name="T4" fmla="*/ 68 w 10"/>
                  <a:gd name="T5" fmla="*/ 36 h 11"/>
                  <a:gd name="T6" fmla="*/ 29 w 10"/>
                  <a:gd name="T7" fmla="*/ 76 h 11"/>
                  <a:gd name="T8" fmla="*/ 0 w 10"/>
                  <a:gd name="T9" fmla="*/ 61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1">
                    <a:moveTo>
                      <a:pt x="2" y="0"/>
                    </a:moveTo>
                    <a:cubicBezTo>
                      <a:pt x="2" y="0"/>
                      <a:pt x="3" y="0"/>
                      <a:pt x="4" y="0"/>
                    </a:cubicBezTo>
                    <a:cubicBezTo>
                      <a:pt x="7" y="0"/>
                      <a:pt x="10" y="2"/>
                      <a:pt x="10" y="5"/>
                    </a:cubicBezTo>
                    <a:cubicBezTo>
                      <a:pt x="10" y="8"/>
                      <a:pt x="7" y="11"/>
                      <a:pt x="4" y="11"/>
                    </a:cubicBezTo>
                    <a:cubicBezTo>
                      <a:pt x="2" y="11"/>
                      <a:pt x="1" y="10"/>
                      <a:pt x="0" y="9"/>
                    </a:cubicBezTo>
                  </a:path>
                </a:pathLst>
              </a:custGeom>
              <a:noFill/>
              <a:ln w="6350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5176" name="Freeform 43">
                <a:extLst>
                  <a:ext uri="{FF2B5EF4-FFF2-40B4-BE49-F238E27FC236}">
                    <a16:creationId xmlns:a16="http://schemas.microsoft.com/office/drawing/2014/main" id="{66C163E6-88F2-481F-841F-0E2F17C170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4" y="3933"/>
                <a:ext cx="23" cy="64"/>
              </a:xfrm>
              <a:custGeom>
                <a:avLst/>
                <a:gdLst>
                  <a:gd name="T0" fmla="*/ 84 w 12"/>
                  <a:gd name="T1" fmla="*/ 240 h 33"/>
                  <a:gd name="T2" fmla="*/ 56 w 12"/>
                  <a:gd name="T3" fmla="*/ 101 h 33"/>
                  <a:gd name="T4" fmla="*/ 8 w 12"/>
                  <a:gd name="T5" fmla="*/ 0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33">
                    <a:moveTo>
                      <a:pt x="12" y="33"/>
                    </a:moveTo>
                    <a:cubicBezTo>
                      <a:pt x="12" y="27"/>
                      <a:pt x="11" y="19"/>
                      <a:pt x="8" y="14"/>
                    </a:cubicBezTo>
                    <a:cubicBezTo>
                      <a:pt x="5" y="9"/>
                      <a:pt x="0" y="6"/>
                      <a:pt x="1" y="0"/>
                    </a:cubicBezTo>
                  </a:path>
                </a:pathLst>
              </a:custGeom>
              <a:noFill/>
              <a:ln w="9525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5177" name="Freeform 44">
                <a:extLst>
                  <a:ext uri="{FF2B5EF4-FFF2-40B4-BE49-F238E27FC236}">
                    <a16:creationId xmlns:a16="http://schemas.microsoft.com/office/drawing/2014/main" id="{D465C792-D8EE-4A80-B4CC-20F03B1E26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3" y="3949"/>
                <a:ext cx="48" cy="31"/>
              </a:xfrm>
              <a:custGeom>
                <a:avLst/>
                <a:gdLst>
                  <a:gd name="T0" fmla="*/ 177 w 25"/>
                  <a:gd name="T1" fmla="*/ 87 h 16"/>
                  <a:gd name="T2" fmla="*/ 84 w 25"/>
                  <a:gd name="T3" fmla="*/ 79 h 16"/>
                  <a:gd name="T4" fmla="*/ 23 w 25"/>
                  <a:gd name="T5" fmla="*/ 116 h 16"/>
                  <a:gd name="T6" fmla="*/ 0 w 25"/>
                  <a:gd name="T7" fmla="*/ 23 h 16"/>
                  <a:gd name="T8" fmla="*/ 100 w 25"/>
                  <a:gd name="T9" fmla="*/ 0 h 16"/>
                  <a:gd name="T10" fmla="*/ 177 w 25"/>
                  <a:gd name="T11" fmla="*/ 79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5" h="16">
                    <a:moveTo>
                      <a:pt x="25" y="12"/>
                    </a:moveTo>
                    <a:cubicBezTo>
                      <a:pt x="20" y="11"/>
                      <a:pt x="17" y="10"/>
                      <a:pt x="12" y="11"/>
                    </a:cubicBezTo>
                    <a:cubicBezTo>
                      <a:pt x="8" y="12"/>
                      <a:pt x="6" y="14"/>
                      <a:pt x="3" y="16"/>
                    </a:cubicBezTo>
                    <a:cubicBezTo>
                      <a:pt x="2" y="12"/>
                      <a:pt x="1" y="7"/>
                      <a:pt x="0" y="3"/>
                    </a:cubicBezTo>
                    <a:cubicBezTo>
                      <a:pt x="4" y="1"/>
                      <a:pt x="10" y="0"/>
                      <a:pt x="14" y="0"/>
                    </a:cubicBezTo>
                    <a:cubicBezTo>
                      <a:pt x="21" y="1"/>
                      <a:pt x="21" y="7"/>
                      <a:pt x="25" y="11"/>
                    </a:cubicBezTo>
                  </a:path>
                </a:pathLst>
              </a:custGeom>
              <a:noFill/>
              <a:ln w="9525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5178" name="Freeform 45">
                <a:extLst>
                  <a:ext uri="{FF2B5EF4-FFF2-40B4-BE49-F238E27FC236}">
                    <a16:creationId xmlns:a16="http://schemas.microsoft.com/office/drawing/2014/main" id="{8C9754E4-1C4A-4561-B0E4-C29AFF652E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0" y="3939"/>
                <a:ext cx="25" cy="58"/>
              </a:xfrm>
              <a:custGeom>
                <a:avLst/>
                <a:gdLst>
                  <a:gd name="T0" fmla="*/ 85 w 13"/>
                  <a:gd name="T1" fmla="*/ 217 h 30"/>
                  <a:gd name="T2" fmla="*/ 71 w 13"/>
                  <a:gd name="T3" fmla="*/ 93 h 30"/>
                  <a:gd name="T4" fmla="*/ 29 w 13"/>
                  <a:gd name="T5" fmla="*/ 52 h 30"/>
                  <a:gd name="T6" fmla="*/ 0 w 13"/>
                  <a:gd name="T7" fmla="*/ 0 h 3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30">
                    <a:moveTo>
                      <a:pt x="12" y="30"/>
                    </a:moveTo>
                    <a:cubicBezTo>
                      <a:pt x="12" y="25"/>
                      <a:pt x="13" y="18"/>
                      <a:pt x="10" y="13"/>
                    </a:cubicBezTo>
                    <a:cubicBezTo>
                      <a:pt x="8" y="11"/>
                      <a:pt x="5" y="10"/>
                      <a:pt x="4" y="7"/>
                    </a:cubicBezTo>
                    <a:cubicBezTo>
                      <a:pt x="2" y="5"/>
                      <a:pt x="1" y="2"/>
                      <a:pt x="0" y="0"/>
                    </a:cubicBezTo>
                  </a:path>
                </a:pathLst>
              </a:custGeom>
              <a:noFill/>
              <a:ln w="9525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5179" name="Freeform 46">
                <a:extLst>
                  <a:ext uri="{FF2B5EF4-FFF2-40B4-BE49-F238E27FC236}">
                    <a16:creationId xmlns:a16="http://schemas.microsoft.com/office/drawing/2014/main" id="{8CA75E2E-BEFF-480C-B03D-C336CA5AA0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3" y="3945"/>
                <a:ext cx="31" cy="54"/>
              </a:xfrm>
              <a:custGeom>
                <a:avLst/>
                <a:gdLst>
                  <a:gd name="T0" fmla="*/ 116 w 16"/>
                  <a:gd name="T1" fmla="*/ 201 h 28"/>
                  <a:gd name="T2" fmla="*/ 93 w 16"/>
                  <a:gd name="T3" fmla="*/ 85 h 28"/>
                  <a:gd name="T4" fmla="*/ 0 w 16"/>
                  <a:gd name="T5" fmla="*/ 0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28">
                    <a:moveTo>
                      <a:pt x="16" y="28"/>
                    </a:moveTo>
                    <a:cubicBezTo>
                      <a:pt x="15" y="27"/>
                      <a:pt x="16" y="15"/>
                      <a:pt x="13" y="12"/>
                    </a:cubicBezTo>
                    <a:cubicBezTo>
                      <a:pt x="10" y="8"/>
                      <a:pt x="4" y="4"/>
                      <a:pt x="0" y="0"/>
                    </a:cubicBezTo>
                  </a:path>
                </a:pathLst>
              </a:custGeom>
              <a:noFill/>
              <a:ln w="9525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5180" name="Freeform 47">
                <a:extLst>
                  <a:ext uri="{FF2B5EF4-FFF2-40B4-BE49-F238E27FC236}">
                    <a16:creationId xmlns:a16="http://schemas.microsoft.com/office/drawing/2014/main" id="{A092BE46-1888-42D6-B5CF-F817D986B2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2" y="3956"/>
                <a:ext cx="21" cy="39"/>
              </a:xfrm>
              <a:custGeom>
                <a:avLst/>
                <a:gdLst>
                  <a:gd name="T0" fmla="*/ 76 w 11"/>
                  <a:gd name="T1" fmla="*/ 148 h 20"/>
                  <a:gd name="T2" fmla="*/ 48 w 11"/>
                  <a:gd name="T3" fmla="*/ 76 h 20"/>
                  <a:gd name="T4" fmla="*/ 0 w 11"/>
                  <a:gd name="T5" fmla="*/ 0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20">
                    <a:moveTo>
                      <a:pt x="11" y="20"/>
                    </a:moveTo>
                    <a:cubicBezTo>
                      <a:pt x="9" y="17"/>
                      <a:pt x="9" y="12"/>
                      <a:pt x="7" y="10"/>
                    </a:cubicBezTo>
                    <a:cubicBezTo>
                      <a:pt x="5" y="7"/>
                      <a:pt x="1" y="4"/>
                      <a:pt x="0" y="0"/>
                    </a:cubicBezTo>
                  </a:path>
                </a:pathLst>
              </a:custGeom>
              <a:noFill/>
              <a:ln w="9525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5181" name="Freeform 48">
                <a:extLst>
                  <a:ext uri="{FF2B5EF4-FFF2-40B4-BE49-F238E27FC236}">
                    <a16:creationId xmlns:a16="http://schemas.microsoft.com/office/drawing/2014/main" id="{5AC3F404-B717-4EAE-AAD9-9487DBA1E0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3" y="3960"/>
                <a:ext cx="35" cy="23"/>
              </a:xfrm>
              <a:custGeom>
                <a:avLst/>
                <a:gdLst>
                  <a:gd name="T0" fmla="*/ 124 w 18"/>
                  <a:gd name="T1" fmla="*/ 69 h 12"/>
                  <a:gd name="T2" fmla="*/ 16 w 18"/>
                  <a:gd name="T3" fmla="*/ 84 h 12"/>
                  <a:gd name="T4" fmla="*/ 0 w 18"/>
                  <a:gd name="T5" fmla="*/ 23 h 12"/>
                  <a:gd name="T6" fmla="*/ 132 w 18"/>
                  <a:gd name="T7" fmla="*/ 69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12">
                    <a:moveTo>
                      <a:pt x="17" y="10"/>
                    </a:moveTo>
                    <a:cubicBezTo>
                      <a:pt x="14" y="7"/>
                      <a:pt x="6" y="9"/>
                      <a:pt x="2" y="12"/>
                    </a:cubicBezTo>
                    <a:cubicBezTo>
                      <a:pt x="2" y="9"/>
                      <a:pt x="0" y="6"/>
                      <a:pt x="0" y="3"/>
                    </a:cubicBezTo>
                    <a:cubicBezTo>
                      <a:pt x="8" y="0"/>
                      <a:pt x="13" y="3"/>
                      <a:pt x="18" y="10"/>
                    </a:cubicBezTo>
                  </a:path>
                </a:pathLst>
              </a:custGeom>
              <a:noFill/>
              <a:ln w="9525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5182" name="Freeform 49">
                <a:extLst>
                  <a:ext uri="{FF2B5EF4-FFF2-40B4-BE49-F238E27FC236}">
                    <a16:creationId xmlns:a16="http://schemas.microsoft.com/office/drawing/2014/main" id="{4D9F9E44-939D-4723-A62D-FCC359EC96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9" y="3962"/>
                <a:ext cx="28" cy="21"/>
              </a:xfrm>
              <a:custGeom>
                <a:avLst/>
                <a:gdLst>
                  <a:gd name="T0" fmla="*/ 112 w 14"/>
                  <a:gd name="T1" fmla="*/ 69 h 11"/>
                  <a:gd name="T2" fmla="*/ 24 w 14"/>
                  <a:gd name="T3" fmla="*/ 76 h 11"/>
                  <a:gd name="T4" fmla="*/ 0 w 14"/>
                  <a:gd name="T5" fmla="*/ 8 h 11"/>
                  <a:gd name="T6" fmla="*/ 104 w 14"/>
                  <a:gd name="T7" fmla="*/ 55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11">
                    <a:moveTo>
                      <a:pt x="14" y="10"/>
                    </a:moveTo>
                    <a:cubicBezTo>
                      <a:pt x="12" y="6"/>
                      <a:pt x="6" y="9"/>
                      <a:pt x="3" y="11"/>
                    </a:cubicBezTo>
                    <a:cubicBezTo>
                      <a:pt x="4" y="7"/>
                      <a:pt x="1" y="4"/>
                      <a:pt x="0" y="1"/>
                    </a:cubicBezTo>
                    <a:cubicBezTo>
                      <a:pt x="6" y="0"/>
                      <a:pt x="10" y="4"/>
                      <a:pt x="13" y="8"/>
                    </a:cubicBezTo>
                  </a:path>
                </a:pathLst>
              </a:custGeom>
              <a:noFill/>
              <a:ln w="9525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5183" name="Freeform 50">
                <a:extLst>
                  <a:ext uri="{FF2B5EF4-FFF2-40B4-BE49-F238E27FC236}">
                    <a16:creationId xmlns:a16="http://schemas.microsoft.com/office/drawing/2014/main" id="{CD8CC82A-8DA6-484A-9D8D-B95269C0F9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6" y="3972"/>
                <a:ext cx="18" cy="13"/>
              </a:xfrm>
              <a:custGeom>
                <a:avLst/>
                <a:gdLst>
                  <a:gd name="T0" fmla="*/ 72 w 9"/>
                  <a:gd name="T1" fmla="*/ 37 h 7"/>
                  <a:gd name="T2" fmla="*/ 8 w 9"/>
                  <a:gd name="T3" fmla="*/ 45 h 7"/>
                  <a:gd name="T4" fmla="*/ 0 w 9"/>
                  <a:gd name="T5" fmla="*/ 0 h 7"/>
                  <a:gd name="T6" fmla="*/ 64 w 9"/>
                  <a:gd name="T7" fmla="*/ 20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7">
                    <a:moveTo>
                      <a:pt x="9" y="6"/>
                    </a:moveTo>
                    <a:cubicBezTo>
                      <a:pt x="7" y="4"/>
                      <a:pt x="1" y="3"/>
                      <a:pt x="1" y="7"/>
                    </a:cubicBezTo>
                    <a:cubicBezTo>
                      <a:pt x="1" y="4"/>
                      <a:pt x="1" y="2"/>
                      <a:pt x="0" y="0"/>
                    </a:cubicBezTo>
                    <a:cubicBezTo>
                      <a:pt x="3" y="0"/>
                      <a:pt x="7" y="0"/>
                      <a:pt x="8" y="3"/>
                    </a:cubicBezTo>
                  </a:path>
                </a:pathLst>
              </a:custGeom>
              <a:noFill/>
              <a:ln w="9525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5184" name="Freeform 51">
                <a:extLst>
                  <a:ext uri="{FF2B5EF4-FFF2-40B4-BE49-F238E27FC236}">
                    <a16:creationId xmlns:a16="http://schemas.microsoft.com/office/drawing/2014/main" id="{65C88DF3-6918-41D5-8872-681E929749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2" y="3972"/>
                <a:ext cx="7" cy="9"/>
              </a:xfrm>
              <a:custGeom>
                <a:avLst/>
                <a:gdLst>
                  <a:gd name="T0" fmla="*/ 21 w 4"/>
                  <a:gd name="T1" fmla="*/ 16 h 5"/>
                  <a:gd name="T2" fmla="*/ 7 w 4"/>
                  <a:gd name="T3" fmla="*/ 29 h 5"/>
                  <a:gd name="T4" fmla="*/ 0 w 4"/>
                  <a:gd name="T5" fmla="*/ 0 h 5"/>
                  <a:gd name="T6" fmla="*/ 16 w 4"/>
                  <a:gd name="T7" fmla="*/ 7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5">
                    <a:moveTo>
                      <a:pt x="4" y="3"/>
                    </a:moveTo>
                    <a:cubicBezTo>
                      <a:pt x="3" y="3"/>
                      <a:pt x="2" y="4"/>
                      <a:pt x="1" y="5"/>
                    </a:cubicBezTo>
                    <a:cubicBezTo>
                      <a:pt x="1" y="3"/>
                      <a:pt x="0" y="2"/>
                      <a:pt x="0" y="0"/>
                    </a:cubicBezTo>
                    <a:cubicBezTo>
                      <a:pt x="2" y="0"/>
                      <a:pt x="3" y="1"/>
                      <a:pt x="3" y="1"/>
                    </a:cubicBezTo>
                  </a:path>
                </a:pathLst>
              </a:custGeom>
              <a:noFill/>
              <a:ln w="9525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5185" name="Freeform 52">
                <a:extLst>
                  <a:ext uri="{FF2B5EF4-FFF2-40B4-BE49-F238E27FC236}">
                    <a16:creationId xmlns:a16="http://schemas.microsoft.com/office/drawing/2014/main" id="{EF578A16-5216-4724-9B9D-6930D2455C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6" y="2633"/>
                <a:ext cx="20" cy="16"/>
              </a:xfrm>
              <a:custGeom>
                <a:avLst/>
                <a:gdLst>
                  <a:gd name="T0" fmla="*/ 0 w 10"/>
                  <a:gd name="T1" fmla="*/ 64 h 8"/>
                  <a:gd name="T2" fmla="*/ 80 w 10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8">
                    <a:moveTo>
                      <a:pt x="0" y="8"/>
                    </a:moveTo>
                    <a:cubicBezTo>
                      <a:pt x="3" y="5"/>
                      <a:pt x="7" y="3"/>
                      <a:pt x="10" y="0"/>
                    </a:cubicBezTo>
                  </a:path>
                </a:pathLst>
              </a:custGeom>
              <a:noFill/>
              <a:ln w="9525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5186" name="Freeform 53">
                <a:extLst>
                  <a:ext uri="{FF2B5EF4-FFF2-40B4-BE49-F238E27FC236}">
                    <a16:creationId xmlns:a16="http://schemas.microsoft.com/office/drawing/2014/main" id="{0B5D0597-6DC9-48DF-9759-0F3F12322E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1" y="1591"/>
                <a:ext cx="14" cy="94"/>
              </a:xfrm>
              <a:custGeom>
                <a:avLst/>
                <a:gdLst>
                  <a:gd name="T0" fmla="*/ 56 w 7"/>
                  <a:gd name="T1" fmla="*/ 0 h 49"/>
                  <a:gd name="T2" fmla="*/ 8 w 7"/>
                  <a:gd name="T3" fmla="*/ 184 h 49"/>
                  <a:gd name="T4" fmla="*/ 0 w 7"/>
                  <a:gd name="T5" fmla="*/ 345 h 4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49">
                    <a:moveTo>
                      <a:pt x="7" y="0"/>
                    </a:moveTo>
                    <a:cubicBezTo>
                      <a:pt x="1" y="6"/>
                      <a:pt x="2" y="18"/>
                      <a:pt x="1" y="26"/>
                    </a:cubicBezTo>
                    <a:cubicBezTo>
                      <a:pt x="1" y="34"/>
                      <a:pt x="1" y="42"/>
                      <a:pt x="0" y="49"/>
                    </a:cubicBezTo>
                  </a:path>
                </a:pathLst>
              </a:custGeom>
              <a:noFill/>
              <a:ln w="9525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5187" name="Freeform 54">
                <a:extLst>
                  <a:ext uri="{FF2B5EF4-FFF2-40B4-BE49-F238E27FC236}">
                    <a16:creationId xmlns:a16="http://schemas.microsoft.com/office/drawing/2014/main" id="{1C1FF2BB-1EFC-4DE7-A457-5765CF695E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1" y="1743"/>
                <a:ext cx="184" cy="50"/>
              </a:xfrm>
              <a:custGeom>
                <a:avLst/>
                <a:gdLst>
                  <a:gd name="T0" fmla="*/ 690 w 95"/>
                  <a:gd name="T1" fmla="*/ 0 h 26"/>
                  <a:gd name="T2" fmla="*/ 320 w 95"/>
                  <a:gd name="T3" fmla="*/ 177 h 26"/>
                  <a:gd name="T4" fmla="*/ 0 w 95"/>
                  <a:gd name="T5" fmla="*/ 77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5" h="26">
                    <a:moveTo>
                      <a:pt x="95" y="0"/>
                    </a:moveTo>
                    <a:cubicBezTo>
                      <a:pt x="95" y="0"/>
                      <a:pt x="86" y="26"/>
                      <a:pt x="44" y="25"/>
                    </a:cubicBezTo>
                    <a:cubicBezTo>
                      <a:pt x="2" y="24"/>
                      <a:pt x="0" y="11"/>
                      <a:pt x="0" y="11"/>
                    </a:cubicBezTo>
                  </a:path>
                </a:pathLst>
              </a:custGeom>
              <a:noFill/>
              <a:ln w="9525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5188" name="Freeform 55">
                <a:extLst>
                  <a:ext uri="{FF2B5EF4-FFF2-40B4-BE49-F238E27FC236}">
                    <a16:creationId xmlns:a16="http://schemas.microsoft.com/office/drawing/2014/main" id="{54E09EB0-62ED-4A8C-81CE-06F9339997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0" y="966"/>
                <a:ext cx="49" cy="131"/>
              </a:xfrm>
              <a:custGeom>
                <a:avLst/>
                <a:gdLst>
                  <a:gd name="T0" fmla="*/ 104 w 25"/>
                  <a:gd name="T1" fmla="*/ 92 h 68"/>
                  <a:gd name="T2" fmla="*/ 8 w 25"/>
                  <a:gd name="T3" fmla="*/ 85 h 68"/>
                  <a:gd name="T4" fmla="*/ 53 w 25"/>
                  <a:gd name="T5" fmla="*/ 301 h 68"/>
                  <a:gd name="T6" fmla="*/ 104 w 25"/>
                  <a:gd name="T7" fmla="*/ 472 h 68"/>
                  <a:gd name="T8" fmla="*/ 127 w 25"/>
                  <a:gd name="T9" fmla="*/ 223 h 68"/>
                  <a:gd name="T10" fmla="*/ 120 w 25"/>
                  <a:gd name="T11" fmla="*/ 137 h 6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5" h="68">
                    <a:moveTo>
                      <a:pt x="14" y="13"/>
                    </a:moveTo>
                    <a:cubicBezTo>
                      <a:pt x="12" y="6"/>
                      <a:pt x="0" y="0"/>
                      <a:pt x="1" y="12"/>
                    </a:cubicBezTo>
                    <a:cubicBezTo>
                      <a:pt x="2" y="22"/>
                      <a:pt x="6" y="32"/>
                      <a:pt x="7" y="42"/>
                    </a:cubicBezTo>
                    <a:cubicBezTo>
                      <a:pt x="8" y="48"/>
                      <a:pt x="7" y="65"/>
                      <a:pt x="14" y="66"/>
                    </a:cubicBezTo>
                    <a:cubicBezTo>
                      <a:pt x="25" y="68"/>
                      <a:pt x="18" y="35"/>
                      <a:pt x="17" y="31"/>
                    </a:cubicBezTo>
                    <a:cubicBezTo>
                      <a:pt x="17" y="27"/>
                      <a:pt x="17" y="23"/>
                      <a:pt x="16" y="19"/>
                    </a:cubicBezTo>
                  </a:path>
                </a:pathLst>
              </a:custGeom>
              <a:solidFill>
                <a:srgbClr val="F8F6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5189" name="Freeform 56">
                <a:extLst>
                  <a:ext uri="{FF2B5EF4-FFF2-40B4-BE49-F238E27FC236}">
                    <a16:creationId xmlns:a16="http://schemas.microsoft.com/office/drawing/2014/main" id="{C830FC22-0F24-44C0-92B5-CFB32A0B33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0" y="966"/>
                <a:ext cx="49" cy="131"/>
              </a:xfrm>
              <a:custGeom>
                <a:avLst/>
                <a:gdLst>
                  <a:gd name="T0" fmla="*/ 104 w 25"/>
                  <a:gd name="T1" fmla="*/ 92 h 68"/>
                  <a:gd name="T2" fmla="*/ 8 w 25"/>
                  <a:gd name="T3" fmla="*/ 85 h 68"/>
                  <a:gd name="T4" fmla="*/ 53 w 25"/>
                  <a:gd name="T5" fmla="*/ 301 h 68"/>
                  <a:gd name="T6" fmla="*/ 104 w 25"/>
                  <a:gd name="T7" fmla="*/ 472 h 68"/>
                  <a:gd name="T8" fmla="*/ 127 w 25"/>
                  <a:gd name="T9" fmla="*/ 223 h 68"/>
                  <a:gd name="T10" fmla="*/ 120 w 25"/>
                  <a:gd name="T11" fmla="*/ 137 h 6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5" h="68">
                    <a:moveTo>
                      <a:pt x="14" y="13"/>
                    </a:moveTo>
                    <a:cubicBezTo>
                      <a:pt x="12" y="6"/>
                      <a:pt x="0" y="0"/>
                      <a:pt x="1" y="12"/>
                    </a:cubicBezTo>
                    <a:cubicBezTo>
                      <a:pt x="2" y="22"/>
                      <a:pt x="6" y="32"/>
                      <a:pt x="7" y="42"/>
                    </a:cubicBezTo>
                    <a:cubicBezTo>
                      <a:pt x="8" y="48"/>
                      <a:pt x="7" y="65"/>
                      <a:pt x="14" y="66"/>
                    </a:cubicBezTo>
                    <a:cubicBezTo>
                      <a:pt x="25" y="68"/>
                      <a:pt x="18" y="35"/>
                      <a:pt x="17" y="31"/>
                    </a:cubicBezTo>
                    <a:cubicBezTo>
                      <a:pt x="17" y="27"/>
                      <a:pt x="17" y="23"/>
                      <a:pt x="16" y="19"/>
                    </a:cubicBezTo>
                  </a:path>
                </a:pathLst>
              </a:custGeom>
              <a:noFill/>
              <a:ln w="9525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5190" name="Freeform 57">
                <a:extLst>
                  <a:ext uri="{FF2B5EF4-FFF2-40B4-BE49-F238E27FC236}">
                    <a16:creationId xmlns:a16="http://schemas.microsoft.com/office/drawing/2014/main" id="{4885B8BD-D491-4A46-8475-686251AE65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8" y="1024"/>
                <a:ext cx="11" cy="31"/>
              </a:xfrm>
              <a:custGeom>
                <a:avLst/>
                <a:gdLst>
                  <a:gd name="T0" fmla="*/ 24 w 6"/>
                  <a:gd name="T1" fmla="*/ 0 h 16"/>
                  <a:gd name="T2" fmla="*/ 24 w 6"/>
                  <a:gd name="T3" fmla="*/ 52 h 16"/>
                  <a:gd name="T4" fmla="*/ 37 w 6"/>
                  <a:gd name="T5" fmla="*/ 116 h 16"/>
                  <a:gd name="T6" fmla="*/ 0 w 6"/>
                  <a:gd name="T7" fmla="*/ 64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16">
                    <a:moveTo>
                      <a:pt x="4" y="0"/>
                    </a:moveTo>
                    <a:cubicBezTo>
                      <a:pt x="4" y="2"/>
                      <a:pt x="3" y="5"/>
                      <a:pt x="4" y="7"/>
                    </a:cubicBezTo>
                    <a:cubicBezTo>
                      <a:pt x="4" y="10"/>
                      <a:pt x="6" y="13"/>
                      <a:pt x="6" y="16"/>
                    </a:cubicBezTo>
                    <a:cubicBezTo>
                      <a:pt x="4" y="14"/>
                      <a:pt x="4" y="11"/>
                      <a:pt x="0" y="9"/>
                    </a:cubicBezTo>
                  </a:path>
                </a:pathLst>
              </a:custGeom>
              <a:noFill/>
              <a:ln w="6350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5191" name="Freeform 58">
                <a:extLst>
                  <a:ext uri="{FF2B5EF4-FFF2-40B4-BE49-F238E27FC236}">
                    <a16:creationId xmlns:a16="http://schemas.microsoft.com/office/drawing/2014/main" id="{C9F910DF-CDCA-4B5F-9D67-FCC94D356C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6" y="976"/>
                <a:ext cx="16" cy="42"/>
              </a:xfrm>
              <a:custGeom>
                <a:avLst/>
                <a:gdLst>
                  <a:gd name="T0" fmla="*/ 64 w 8"/>
                  <a:gd name="T1" fmla="*/ 84 h 22"/>
                  <a:gd name="T2" fmla="*/ 8 w 8"/>
                  <a:gd name="T3" fmla="*/ 36 h 22"/>
                  <a:gd name="T4" fmla="*/ 16 w 8"/>
                  <a:gd name="T5" fmla="*/ 92 h 22"/>
                  <a:gd name="T6" fmla="*/ 24 w 8"/>
                  <a:gd name="T7" fmla="*/ 153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22">
                    <a:moveTo>
                      <a:pt x="8" y="12"/>
                    </a:moveTo>
                    <a:cubicBezTo>
                      <a:pt x="7" y="10"/>
                      <a:pt x="2" y="0"/>
                      <a:pt x="1" y="5"/>
                    </a:cubicBezTo>
                    <a:cubicBezTo>
                      <a:pt x="0" y="7"/>
                      <a:pt x="1" y="11"/>
                      <a:pt x="2" y="13"/>
                    </a:cubicBezTo>
                    <a:cubicBezTo>
                      <a:pt x="2" y="16"/>
                      <a:pt x="3" y="19"/>
                      <a:pt x="3" y="22"/>
                    </a:cubicBezTo>
                  </a:path>
                </a:pathLst>
              </a:custGeom>
              <a:noFill/>
              <a:ln w="6350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5192" name="Freeform 59">
                <a:extLst>
                  <a:ext uri="{FF2B5EF4-FFF2-40B4-BE49-F238E27FC236}">
                    <a16:creationId xmlns:a16="http://schemas.microsoft.com/office/drawing/2014/main" id="{AA569355-6D6D-45D5-ABFE-262955DDD2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7" y="966"/>
                <a:ext cx="49" cy="131"/>
              </a:xfrm>
              <a:custGeom>
                <a:avLst/>
                <a:gdLst>
                  <a:gd name="T0" fmla="*/ 92 w 25"/>
                  <a:gd name="T1" fmla="*/ 92 h 68"/>
                  <a:gd name="T2" fmla="*/ 180 w 25"/>
                  <a:gd name="T3" fmla="*/ 85 h 68"/>
                  <a:gd name="T4" fmla="*/ 135 w 25"/>
                  <a:gd name="T5" fmla="*/ 301 h 68"/>
                  <a:gd name="T6" fmla="*/ 84 w 25"/>
                  <a:gd name="T7" fmla="*/ 472 h 68"/>
                  <a:gd name="T8" fmla="*/ 61 w 25"/>
                  <a:gd name="T9" fmla="*/ 223 h 68"/>
                  <a:gd name="T10" fmla="*/ 76 w 25"/>
                  <a:gd name="T11" fmla="*/ 137 h 6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5" h="68">
                    <a:moveTo>
                      <a:pt x="12" y="13"/>
                    </a:moveTo>
                    <a:cubicBezTo>
                      <a:pt x="14" y="6"/>
                      <a:pt x="25" y="0"/>
                      <a:pt x="24" y="12"/>
                    </a:cubicBezTo>
                    <a:cubicBezTo>
                      <a:pt x="23" y="22"/>
                      <a:pt x="19" y="32"/>
                      <a:pt x="18" y="42"/>
                    </a:cubicBezTo>
                    <a:cubicBezTo>
                      <a:pt x="18" y="48"/>
                      <a:pt x="18" y="65"/>
                      <a:pt x="11" y="66"/>
                    </a:cubicBezTo>
                    <a:cubicBezTo>
                      <a:pt x="0" y="68"/>
                      <a:pt x="8" y="35"/>
                      <a:pt x="8" y="31"/>
                    </a:cubicBezTo>
                    <a:cubicBezTo>
                      <a:pt x="9" y="27"/>
                      <a:pt x="9" y="23"/>
                      <a:pt x="10" y="19"/>
                    </a:cubicBezTo>
                  </a:path>
                </a:pathLst>
              </a:custGeom>
              <a:solidFill>
                <a:srgbClr val="F8F6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5193" name="Freeform 60">
                <a:extLst>
                  <a:ext uri="{FF2B5EF4-FFF2-40B4-BE49-F238E27FC236}">
                    <a16:creationId xmlns:a16="http://schemas.microsoft.com/office/drawing/2014/main" id="{19E6BE28-7A23-477E-B7DD-574661B13E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7" y="966"/>
                <a:ext cx="49" cy="131"/>
              </a:xfrm>
              <a:custGeom>
                <a:avLst/>
                <a:gdLst>
                  <a:gd name="T0" fmla="*/ 92 w 25"/>
                  <a:gd name="T1" fmla="*/ 92 h 68"/>
                  <a:gd name="T2" fmla="*/ 180 w 25"/>
                  <a:gd name="T3" fmla="*/ 85 h 68"/>
                  <a:gd name="T4" fmla="*/ 135 w 25"/>
                  <a:gd name="T5" fmla="*/ 301 h 68"/>
                  <a:gd name="T6" fmla="*/ 84 w 25"/>
                  <a:gd name="T7" fmla="*/ 472 h 68"/>
                  <a:gd name="T8" fmla="*/ 61 w 25"/>
                  <a:gd name="T9" fmla="*/ 223 h 68"/>
                  <a:gd name="T10" fmla="*/ 76 w 25"/>
                  <a:gd name="T11" fmla="*/ 137 h 6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5" h="68">
                    <a:moveTo>
                      <a:pt x="12" y="13"/>
                    </a:moveTo>
                    <a:cubicBezTo>
                      <a:pt x="14" y="6"/>
                      <a:pt x="25" y="0"/>
                      <a:pt x="24" y="12"/>
                    </a:cubicBezTo>
                    <a:cubicBezTo>
                      <a:pt x="23" y="22"/>
                      <a:pt x="19" y="32"/>
                      <a:pt x="18" y="42"/>
                    </a:cubicBezTo>
                    <a:cubicBezTo>
                      <a:pt x="18" y="48"/>
                      <a:pt x="18" y="65"/>
                      <a:pt x="11" y="66"/>
                    </a:cubicBezTo>
                    <a:cubicBezTo>
                      <a:pt x="0" y="68"/>
                      <a:pt x="8" y="35"/>
                      <a:pt x="8" y="31"/>
                    </a:cubicBezTo>
                    <a:cubicBezTo>
                      <a:pt x="9" y="27"/>
                      <a:pt x="9" y="23"/>
                      <a:pt x="10" y="19"/>
                    </a:cubicBezTo>
                  </a:path>
                </a:pathLst>
              </a:custGeom>
              <a:noFill/>
              <a:ln w="9525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5194" name="Freeform 61">
                <a:extLst>
                  <a:ext uri="{FF2B5EF4-FFF2-40B4-BE49-F238E27FC236}">
                    <a16:creationId xmlns:a16="http://schemas.microsoft.com/office/drawing/2014/main" id="{D5F8D694-3DFC-4772-9D41-ACD697437A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7" y="1024"/>
                <a:ext cx="11" cy="31"/>
              </a:xfrm>
              <a:custGeom>
                <a:avLst/>
                <a:gdLst>
                  <a:gd name="T0" fmla="*/ 13 w 6"/>
                  <a:gd name="T1" fmla="*/ 0 h 16"/>
                  <a:gd name="T2" fmla="*/ 20 w 6"/>
                  <a:gd name="T3" fmla="*/ 52 h 16"/>
                  <a:gd name="T4" fmla="*/ 0 w 6"/>
                  <a:gd name="T5" fmla="*/ 116 h 16"/>
                  <a:gd name="T6" fmla="*/ 37 w 6"/>
                  <a:gd name="T7" fmla="*/ 64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16">
                    <a:moveTo>
                      <a:pt x="2" y="0"/>
                    </a:moveTo>
                    <a:cubicBezTo>
                      <a:pt x="3" y="2"/>
                      <a:pt x="4" y="5"/>
                      <a:pt x="3" y="7"/>
                    </a:cubicBezTo>
                    <a:cubicBezTo>
                      <a:pt x="3" y="10"/>
                      <a:pt x="0" y="13"/>
                      <a:pt x="0" y="16"/>
                    </a:cubicBezTo>
                    <a:cubicBezTo>
                      <a:pt x="3" y="14"/>
                      <a:pt x="3" y="11"/>
                      <a:pt x="6" y="9"/>
                    </a:cubicBezTo>
                  </a:path>
                </a:pathLst>
              </a:custGeom>
              <a:noFill/>
              <a:ln w="6350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5195" name="Freeform 62">
                <a:extLst>
                  <a:ext uri="{FF2B5EF4-FFF2-40B4-BE49-F238E27FC236}">
                    <a16:creationId xmlns:a16="http://schemas.microsoft.com/office/drawing/2014/main" id="{B581D10D-F5A5-4472-8EC1-5F74CA2154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6" y="976"/>
                <a:ext cx="16" cy="42"/>
              </a:xfrm>
              <a:custGeom>
                <a:avLst/>
                <a:gdLst>
                  <a:gd name="T0" fmla="*/ 0 w 8"/>
                  <a:gd name="T1" fmla="*/ 84 h 22"/>
                  <a:gd name="T2" fmla="*/ 56 w 8"/>
                  <a:gd name="T3" fmla="*/ 36 h 22"/>
                  <a:gd name="T4" fmla="*/ 48 w 8"/>
                  <a:gd name="T5" fmla="*/ 92 h 22"/>
                  <a:gd name="T6" fmla="*/ 40 w 8"/>
                  <a:gd name="T7" fmla="*/ 153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22">
                    <a:moveTo>
                      <a:pt x="0" y="12"/>
                    </a:moveTo>
                    <a:cubicBezTo>
                      <a:pt x="0" y="10"/>
                      <a:pt x="5" y="0"/>
                      <a:pt x="7" y="5"/>
                    </a:cubicBezTo>
                    <a:cubicBezTo>
                      <a:pt x="8" y="7"/>
                      <a:pt x="6" y="11"/>
                      <a:pt x="6" y="13"/>
                    </a:cubicBezTo>
                    <a:cubicBezTo>
                      <a:pt x="6" y="16"/>
                      <a:pt x="5" y="19"/>
                      <a:pt x="5" y="22"/>
                    </a:cubicBezTo>
                  </a:path>
                </a:pathLst>
              </a:custGeom>
              <a:noFill/>
              <a:ln w="6350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5196" name="Freeform 63">
                <a:extLst>
                  <a:ext uri="{FF2B5EF4-FFF2-40B4-BE49-F238E27FC236}">
                    <a16:creationId xmlns:a16="http://schemas.microsoft.com/office/drawing/2014/main" id="{0D1B54CE-5EB0-497A-9FAF-DB99E857CE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7" y="793"/>
                <a:ext cx="294" cy="464"/>
              </a:xfrm>
              <a:custGeom>
                <a:avLst/>
                <a:gdLst>
                  <a:gd name="T0" fmla="*/ 576 w 151"/>
                  <a:gd name="T1" fmla="*/ 0 h 241"/>
                  <a:gd name="T2" fmla="*/ 1114 w 151"/>
                  <a:gd name="T3" fmla="*/ 786 h 241"/>
                  <a:gd name="T4" fmla="*/ 888 w 151"/>
                  <a:gd name="T5" fmla="*/ 1450 h 241"/>
                  <a:gd name="T6" fmla="*/ 561 w 151"/>
                  <a:gd name="T7" fmla="*/ 1719 h 241"/>
                  <a:gd name="T8" fmla="*/ 545 w 151"/>
                  <a:gd name="T9" fmla="*/ 1719 h 241"/>
                  <a:gd name="T10" fmla="*/ 228 w 151"/>
                  <a:gd name="T11" fmla="*/ 1450 h 241"/>
                  <a:gd name="T12" fmla="*/ 0 w 151"/>
                  <a:gd name="T13" fmla="*/ 786 h 241"/>
                  <a:gd name="T14" fmla="*/ 537 w 151"/>
                  <a:gd name="T15" fmla="*/ 0 h 241"/>
                  <a:gd name="T16" fmla="*/ 576 w 151"/>
                  <a:gd name="T17" fmla="*/ 0 h 24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51" h="241">
                    <a:moveTo>
                      <a:pt x="78" y="0"/>
                    </a:moveTo>
                    <a:cubicBezTo>
                      <a:pt x="109" y="0"/>
                      <a:pt x="151" y="23"/>
                      <a:pt x="151" y="110"/>
                    </a:cubicBezTo>
                    <a:cubicBezTo>
                      <a:pt x="151" y="156"/>
                      <a:pt x="135" y="170"/>
                      <a:pt x="120" y="203"/>
                    </a:cubicBezTo>
                    <a:cubicBezTo>
                      <a:pt x="107" y="234"/>
                      <a:pt x="89" y="240"/>
                      <a:pt x="76" y="241"/>
                    </a:cubicBezTo>
                    <a:cubicBezTo>
                      <a:pt x="74" y="241"/>
                      <a:pt x="74" y="241"/>
                      <a:pt x="74" y="241"/>
                    </a:cubicBezTo>
                    <a:cubicBezTo>
                      <a:pt x="62" y="240"/>
                      <a:pt x="44" y="233"/>
                      <a:pt x="31" y="203"/>
                    </a:cubicBezTo>
                    <a:cubicBezTo>
                      <a:pt x="16" y="170"/>
                      <a:pt x="0" y="156"/>
                      <a:pt x="0" y="110"/>
                    </a:cubicBezTo>
                    <a:cubicBezTo>
                      <a:pt x="0" y="23"/>
                      <a:pt x="42" y="0"/>
                      <a:pt x="73" y="0"/>
                    </a:cubicBezTo>
                    <a:lnTo>
                      <a:pt x="78" y="0"/>
                    </a:lnTo>
                    <a:close/>
                  </a:path>
                </a:pathLst>
              </a:custGeom>
              <a:solidFill>
                <a:srgbClr val="F8F6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5197" name="Freeform 64">
                <a:extLst>
                  <a:ext uri="{FF2B5EF4-FFF2-40B4-BE49-F238E27FC236}">
                    <a16:creationId xmlns:a16="http://schemas.microsoft.com/office/drawing/2014/main" id="{8FD14FFE-F381-4B14-A93B-49BCE96A59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7" y="795"/>
                <a:ext cx="294" cy="463"/>
              </a:xfrm>
              <a:custGeom>
                <a:avLst/>
                <a:gdLst>
                  <a:gd name="T0" fmla="*/ 576 w 151"/>
                  <a:gd name="T1" fmla="*/ 0 h 241"/>
                  <a:gd name="T2" fmla="*/ 1114 w 151"/>
                  <a:gd name="T3" fmla="*/ 778 h 241"/>
                  <a:gd name="T4" fmla="*/ 888 w 151"/>
                  <a:gd name="T5" fmla="*/ 1439 h 241"/>
                  <a:gd name="T6" fmla="*/ 561 w 151"/>
                  <a:gd name="T7" fmla="*/ 1708 h 241"/>
                  <a:gd name="T8" fmla="*/ 545 w 151"/>
                  <a:gd name="T9" fmla="*/ 1708 h 241"/>
                  <a:gd name="T10" fmla="*/ 228 w 151"/>
                  <a:gd name="T11" fmla="*/ 1439 h 241"/>
                  <a:gd name="T12" fmla="*/ 0 w 151"/>
                  <a:gd name="T13" fmla="*/ 778 h 241"/>
                  <a:gd name="T14" fmla="*/ 537 w 151"/>
                  <a:gd name="T15" fmla="*/ 0 h 241"/>
                  <a:gd name="T16" fmla="*/ 576 w 151"/>
                  <a:gd name="T17" fmla="*/ 0 h 24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51" h="241">
                    <a:moveTo>
                      <a:pt x="78" y="0"/>
                    </a:moveTo>
                    <a:cubicBezTo>
                      <a:pt x="109" y="0"/>
                      <a:pt x="151" y="22"/>
                      <a:pt x="151" y="110"/>
                    </a:cubicBezTo>
                    <a:cubicBezTo>
                      <a:pt x="151" y="156"/>
                      <a:pt x="135" y="170"/>
                      <a:pt x="120" y="203"/>
                    </a:cubicBezTo>
                    <a:cubicBezTo>
                      <a:pt x="107" y="233"/>
                      <a:pt x="89" y="240"/>
                      <a:pt x="76" y="241"/>
                    </a:cubicBezTo>
                    <a:cubicBezTo>
                      <a:pt x="74" y="241"/>
                      <a:pt x="74" y="241"/>
                      <a:pt x="74" y="241"/>
                    </a:cubicBezTo>
                    <a:cubicBezTo>
                      <a:pt x="62" y="240"/>
                      <a:pt x="44" y="233"/>
                      <a:pt x="31" y="203"/>
                    </a:cubicBezTo>
                    <a:cubicBezTo>
                      <a:pt x="16" y="170"/>
                      <a:pt x="0" y="156"/>
                      <a:pt x="0" y="110"/>
                    </a:cubicBezTo>
                    <a:cubicBezTo>
                      <a:pt x="0" y="22"/>
                      <a:pt x="42" y="0"/>
                      <a:pt x="73" y="0"/>
                    </a:cubicBezTo>
                    <a:lnTo>
                      <a:pt x="78" y="0"/>
                    </a:lnTo>
                    <a:close/>
                  </a:path>
                </a:pathLst>
              </a:custGeom>
              <a:noFill/>
              <a:ln w="9525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5198" name="Freeform 65">
                <a:extLst>
                  <a:ext uri="{FF2B5EF4-FFF2-40B4-BE49-F238E27FC236}">
                    <a16:creationId xmlns:a16="http://schemas.microsoft.com/office/drawing/2014/main" id="{44666E5D-4802-4896-A1C4-60F77C08D0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2" y="978"/>
                <a:ext cx="72" cy="69"/>
              </a:xfrm>
              <a:custGeom>
                <a:avLst/>
                <a:gdLst>
                  <a:gd name="T0" fmla="*/ 0 w 37"/>
                  <a:gd name="T1" fmla="*/ 148 h 36"/>
                  <a:gd name="T2" fmla="*/ 272 w 37"/>
                  <a:gd name="T3" fmla="*/ 155 h 36"/>
                  <a:gd name="T4" fmla="*/ 0 w 37"/>
                  <a:gd name="T5" fmla="*/ 148 h 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7" h="36">
                    <a:moveTo>
                      <a:pt x="0" y="21"/>
                    </a:moveTo>
                    <a:cubicBezTo>
                      <a:pt x="0" y="21"/>
                      <a:pt x="14" y="0"/>
                      <a:pt x="37" y="22"/>
                    </a:cubicBezTo>
                    <a:cubicBezTo>
                      <a:pt x="37" y="22"/>
                      <a:pt x="11" y="36"/>
                      <a:pt x="0" y="2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5199" name="Freeform 66">
                <a:extLst>
                  <a:ext uri="{FF2B5EF4-FFF2-40B4-BE49-F238E27FC236}">
                    <a16:creationId xmlns:a16="http://schemas.microsoft.com/office/drawing/2014/main" id="{E65FE41B-6B5A-4D8C-B509-BC4C2963F6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6" y="999"/>
                <a:ext cx="35" cy="31"/>
              </a:xfrm>
              <a:custGeom>
                <a:avLst/>
                <a:gdLst>
                  <a:gd name="T0" fmla="*/ 124 w 18"/>
                  <a:gd name="T1" fmla="*/ 23 h 16"/>
                  <a:gd name="T2" fmla="*/ 132 w 18"/>
                  <a:gd name="T3" fmla="*/ 52 h 16"/>
                  <a:gd name="T4" fmla="*/ 68 w 18"/>
                  <a:gd name="T5" fmla="*/ 116 h 16"/>
                  <a:gd name="T6" fmla="*/ 0 w 18"/>
                  <a:gd name="T7" fmla="*/ 52 h 16"/>
                  <a:gd name="T8" fmla="*/ 0 w 18"/>
                  <a:gd name="T9" fmla="*/ 31 h 16"/>
                  <a:gd name="T10" fmla="*/ 124 w 18"/>
                  <a:gd name="T11" fmla="*/ 23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8" h="16">
                    <a:moveTo>
                      <a:pt x="17" y="3"/>
                    </a:moveTo>
                    <a:cubicBezTo>
                      <a:pt x="18" y="4"/>
                      <a:pt x="18" y="5"/>
                      <a:pt x="18" y="7"/>
                    </a:cubicBezTo>
                    <a:cubicBezTo>
                      <a:pt x="18" y="12"/>
                      <a:pt x="14" y="16"/>
                      <a:pt x="9" y="16"/>
                    </a:cubicBezTo>
                    <a:cubicBezTo>
                      <a:pt x="4" y="16"/>
                      <a:pt x="0" y="12"/>
                      <a:pt x="0" y="7"/>
                    </a:cubicBezTo>
                    <a:cubicBezTo>
                      <a:pt x="0" y="6"/>
                      <a:pt x="0" y="5"/>
                      <a:pt x="0" y="4"/>
                    </a:cubicBezTo>
                    <a:cubicBezTo>
                      <a:pt x="3" y="0"/>
                      <a:pt x="14" y="0"/>
                      <a:pt x="17" y="3"/>
                    </a:cubicBezTo>
                    <a:close/>
                  </a:path>
                </a:pathLst>
              </a:custGeom>
              <a:solidFill>
                <a:srgbClr val="1C6D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5200" name="Freeform 67">
                <a:extLst>
                  <a:ext uri="{FF2B5EF4-FFF2-40B4-BE49-F238E27FC236}">
                    <a16:creationId xmlns:a16="http://schemas.microsoft.com/office/drawing/2014/main" id="{08A40440-1FB0-4B3A-899A-B451DF8702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0" y="982"/>
                <a:ext cx="66" cy="26"/>
              </a:xfrm>
              <a:custGeom>
                <a:avLst/>
                <a:gdLst>
                  <a:gd name="T0" fmla="*/ 248 w 34"/>
                  <a:gd name="T1" fmla="*/ 89 h 14"/>
                  <a:gd name="T2" fmla="*/ 0 w 34"/>
                  <a:gd name="T3" fmla="*/ 89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4" h="14">
                    <a:moveTo>
                      <a:pt x="34" y="14"/>
                    </a:moveTo>
                    <a:cubicBezTo>
                      <a:pt x="34" y="14"/>
                      <a:pt x="19" y="0"/>
                      <a:pt x="0" y="14"/>
                    </a:cubicBezTo>
                  </a:path>
                </a:pathLst>
              </a:custGeom>
              <a:noFill/>
              <a:ln w="6350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5201" name="Freeform 68">
                <a:extLst>
                  <a:ext uri="{FF2B5EF4-FFF2-40B4-BE49-F238E27FC236}">
                    <a16:creationId xmlns:a16="http://schemas.microsoft.com/office/drawing/2014/main" id="{1D966CD9-E2EC-41F1-BB90-CF3417A7FC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6" y="1010"/>
                <a:ext cx="10" cy="4"/>
              </a:xfrm>
              <a:custGeom>
                <a:avLst/>
                <a:gdLst>
                  <a:gd name="T0" fmla="*/ 0 w 5"/>
                  <a:gd name="T1" fmla="*/ 0 h 2"/>
                  <a:gd name="T2" fmla="*/ 40 w 5"/>
                  <a:gd name="T3" fmla="*/ 16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2">
                    <a:moveTo>
                      <a:pt x="0" y="0"/>
                    </a:moveTo>
                    <a:cubicBezTo>
                      <a:pt x="1" y="1"/>
                      <a:pt x="3" y="2"/>
                      <a:pt x="5" y="2"/>
                    </a:cubicBezTo>
                  </a:path>
                </a:pathLst>
              </a:custGeom>
              <a:noFill/>
              <a:ln w="3175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5202" name="Freeform 69">
                <a:extLst>
                  <a:ext uri="{FF2B5EF4-FFF2-40B4-BE49-F238E27FC236}">
                    <a16:creationId xmlns:a16="http://schemas.microsoft.com/office/drawing/2014/main" id="{4E961806-90B5-45BA-BA5C-048640C559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0" y="1005"/>
                <a:ext cx="10" cy="5"/>
              </a:xfrm>
              <a:custGeom>
                <a:avLst/>
                <a:gdLst>
                  <a:gd name="T0" fmla="*/ 40 w 5"/>
                  <a:gd name="T1" fmla="*/ 13 h 3"/>
                  <a:gd name="T2" fmla="*/ 0 w 5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3">
                    <a:moveTo>
                      <a:pt x="5" y="3"/>
                    </a:moveTo>
                    <a:cubicBezTo>
                      <a:pt x="4" y="3"/>
                      <a:pt x="0" y="1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5203" name="Freeform 70">
                <a:extLst>
                  <a:ext uri="{FF2B5EF4-FFF2-40B4-BE49-F238E27FC236}">
                    <a16:creationId xmlns:a16="http://schemas.microsoft.com/office/drawing/2014/main" id="{520D602A-88CB-4CFA-BE90-CA347ADC98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4" y="1001"/>
                <a:ext cx="10" cy="6"/>
              </a:xfrm>
              <a:custGeom>
                <a:avLst/>
                <a:gdLst>
                  <a:gd name="T0" fmla="*/ 40 w 5"/>
                  <a:gd name="T1" fmla="*/ 24 h 3"/>
                  <a:gd name="T2" fmla="*/ 0 w 5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3">
                    <a:moveTo>
                      <a:pt x="5" y="3"/>
                    </a:moveTo>
                    <a:cubicBezTo>
                      <a:pt x="3" y="3"/>
                      <a:pt x="2" y="1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5204" name="Freeform 71">
                <a:extLst>
                  <a:ext uri="{FF2B5EF4-FFF2-40B4-BE49-F238E27FC236}">
                    <a16:creationId xmlns:a16="http://schemas.microsoft.com/office/drawing/2014/main" id="{09B37976-7088-4D03-BA9A-156F7DB159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2" y="999"/>
                <a:ext cx="6" cy="6"/>
              </a:xfrm>
              <a:custGeom>
                <a:avLst/>
                <a:gdLst>
                  <a:gd name="T0" fmla="*/ 24 w 3"/>
                  <a:gd name="T1" fmla="*/ 24 h 3"/>
                  <a:gd name="T2" fmla="*/ 0 w 3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cubicBezTo>
                      <a:pt x="1" y="2"/>
                      <a:pt x="0" y="1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5205" name="Freeform 72">
                <a:extLst>
                  <a:ext uri="{FF2B5EF4-FFF2-40B4-BE49-F238E27FC236}">
                    <a16:creationId xmlns:a16="http://schemas.microsoft.com/office/drawing/2014/main" id="{680E0AE9-68A1-4BEB-B46B-A455EBDF1D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8" y="995"/>
                <a:ext cx="4" cy="8"/>
              </a:xfrm>
              <a:custGeom>
                <a:avLst/>
                <a:gdLst>
                  <a:gd name="T0" fmla="*/ 16 w 2"/>
                  <a:gd name="T1" fmla="*/ 32 h 4"/>
                  <a:gd name="T2" fmla="*/ 0 w 2"/>
                  <a:gd name="T3" fmla="*/ 8 h 4"/>
                  <a:gd name="T4" fmla="*/ 0 w 2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2" y="4"/>
                    </a:moveTo>
                    <a:cubicBezTo>
                      <a:pt x="1" y="3"/>
                      <a:pt x="1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5206" name="Freeform 73">
                <a:extLst>
                  <a:ext uri="{FF2B5EF4-FFF2-40B4-BE49-F238E27FC236}">
                    <a16:creationId xmlns:a16="http://schemas.microsoft.com/office/drawing/2014/main" id="{BA447CBC-E16E-48FB-ACF2-220D1D7344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2" y="978"/>
                <a:ext cx="72" cy="69"/>
              </a:xfrm>
              <a:custGeom>
                <a:avLst/>
                <a:gdLst>
                  <a:gd name="T0" fmla="*/ 0 w 37"/>
                  <a:gd name="T1" fmla="*/ 148 h 36"/>
                  <a:gd name="T2" fmla="*/ 272 w 37"/>
                  <a:gd name="T3" fmla="*/ 155 h 36"/>
                  <a:gd name="T4" fmla="*/ 0 w 37"/>
                  <a:gd name="T5" fmla="*/ 148 h 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7" h="36">
                    <a:moveTo>
                      <a:pt x="0" y="21"/>
                    </a:moveTo>
                    <a:cubicBezTo>
                      <a:pt x="0" y="21"/>
                      <a:pt x="14" y="0"/>
                      <a:pt x="37" y="22"/>
                    </a:cubicBezTo>
                    <a:cubicBezTo>
                      <a:pt x="37" y="22"/>
                      <a:pt x="11" y="36"/>
                      <a:pt x="0" y="21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5207" name="Freeform 74">
                <a:extLst>
                  <a:ext uri="{FF2B5EF4-FFF2-40B4-BE49-F238E27FC236}">
                    <a16:creationId xmlns:a16="http://schemas.microsoft.com/office/drawing/2014/main" id="{A2B97F18-67D9-4221-BFBC-A6823BFF92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6" y="1003"/>
                <a:ext cx="35" cy="15"/>
              </a:xfrm>
              <a:custGeom>
                <a:avLst/>
                <a:gdLst>
                  <a:gd name="T0" fmla="*/ 8 w 18"/>
                  <a:gd name="T1" fmla="*/ 53 h 8"/>
                  <a:gd name="T2" fmla="*/ 23 w 18"/>
                  <a:gd name="T3" fmla="*/ 45 h 8"/>
                  <a:gd name="T4" fmla="*/ 45 w 18"/>
                  <a:gd name="T5" fmla="*/ 45 h 8"/>
                  <a:gd name="T6" fmla="*/ 60 w 18"/>
                  <a:gd name="T7" fmla="*/ 45 h 8"/>
                  <a:gd name="T8" fmla="*/ 80 w 18"/>
                  <a:gd name="T9" fmla="*/ 39 h 8"/>
                  <a:gd name="T10" fmla="*/ 109 w 18"/>
                  <a:gd name="T11" fmla="*/ 45 h 8"/>
                  <a:gd name="T12" fmla="*/ 124 w 18"/>
                  <a:gd name="T13" fmla="*/ 32 h 8"/>
                  <a:gd name="T14" fmla="*/ 124 w 18"/>
                  <a:gd name="T15" fmla="*/ 15 h 8"/>
                  <a:gd name="T16" fmla="*/ 88 w 18"/>
                  <a:gd name="T17" fmla="*/ 0 h 8"/>
                  <a:gd name="T18" fmla="*/ 72 w 18"/>
                  <a:gd name="T19" fmla="*/ 0 h 8"/>
                  <a:gd name="T20" fmla="*/ 53 w 18"/>
                  <a:gd name="T21" fmla="*/ 0 h 8"/>
                  <a:gd name="T22" fmla="*/ 31 w 18"/>
                  <a:gd name="T23" fmla="*/ 8 h 8"/>
                  <a:gd name="T24" fmla="*/ 8 w 18"/>
                  <a:gd name="T25" fmla="*/ 15 h 8"/>
                  <a:gd name="T26" fmla="*/ 0 w 18"/>
                  <a:gd name="T27" fmla="*/ 15 h 8"/>
                  <a:gd name="T28" fmla="*/ 0 w 18"/>
                  <a:gd name="T29" fmla="*/ 28 h 8"/>
                  <a:gd name="T30" fmla="*/ 8 w 18"/>
                  <a:gd name="T31" fmla="*/ 45 h 8"/>
                  <a:gd name="T32" fmla="*/ 8 w 18"/>
                  <a:gd name="T33" fmla="*/ 53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8" h="8">
                    <a:moveTo>
                      <a:pt x="1" y="8"/>
                    </a:moveTo>
                    <a:cubicBezTo>
                      <a:pt x="1" y="8"/>
                      <a:pt x="3" y="7"/>
                      <a:pt x="3" y="7"/>
                    </a:cubicBezTo>
                    <a:cubicBezTo>
                      <a:pt x="4" y="7"/>
                      <a:pt x="5" y="7"/>
                      <a:pt x="6" y="7"/>
                    </a:cubicBezTo>
                    <a:cubicBezTo>
                      <a:pt x="6" y="7"/>
                      <a:pt x="7" y="7"/>
                      <a:pt x="8" y="7"/>
                    </a:cubicBezTo>
                    <a:cubicBezTo>
                      <a:pt x="9" y="6"/>
                      <a:pt x="10" y="6"/>
                      <a:pt x="11" y="6"/>
                    </a:cubicBezTo>
                    <a:cubicBezTo>
                      <a:pt x="12" y="6"/>
                      <a:pt x="14" y="7"/>
                      <a:pt x="15" y="7"/>
                    </a:cubicBezTo>
                    <a:cubicBezTo>
                      <a:pt x="15" y="6"/>
                      <a:pt x="17" y="6"/>
                      <a:pt x="17" y="5"/>
                    </a:cubicBezTo>
                    <a:cubicBezTo>
                      <a:pt x="18" y="4"/>
                      <a:pt x="17" y="3"/>
                      <a:pt x="17" y="2"/>
                    </a:cubicBezTo>
                    <a:cubicBezTo>
                      <a:pt x="16" y="0"/>
                      <a:pt x="14" y="0"/>
                      <a:pt x="12" y="0"/>
                    </a:cubicBezTo>
                    <a:cubicBezTo>
                      <a:pt x="11" y="0"/>
                      <a:pt x="11" y="0"/>
                      <a:pt x="10" y="0"/>
                    </a:cubicBezTo>
                    <a:cubicBezTo>
                      <a:pt x="9" y="0"/>
                      <a:pt x="8" y="0"/>
                      <a:pt x="7" y="0"/>
                    </a:cubicBezTo>
                    <a:cubicBezTo>
                      <a:pt x="6" y="0"/>
                      <a:pt x="5" y="0"/>
                      <a:pt x="4" y="1"/>
                    </a:cubicBezTo>
                    <a:cubicBezTo>
                      <a:pt x="3" y="1"/>
                      <a:pt x="2" y="1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3"/>
                      <a:pt x="0" y="4"/>
                      <a:pt x="0" y="4"/>
                    </a:cubicBezTo>
                    <a:cubicBezTo>
                      <a:pt x="0" y="5"/>
                      <a:pt x="0" y="6"/>
                      <a:pt x="1" y="7"/>
                    </a:cubicBezTo>
                    <a:cubicBezTo>
                      <a:pt x="1" y="7"/>
                      <a:pt x="1" y="8"/>
                      <a:pt x="1" y="8"/>
                    </a:cubicBezTo>
                  </a:path>
                </a:pathLst>
              </a:custGeom>
              <a:solidFill>
                <a:srgbClr val="005C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5208" name="Oval 75">
                <a:extLst>
                  <a:ext uri="{FF2B5EF4-FFF2-40B4-BE49-F238E27FC236}">
                    <a16:creationId xmlns:a16="http://schemas.microsoft.com/office/drawing/2014/main" id="{214E57F2-6F2B-4C91-86D1-CB741E70EC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28" y="1007"/>
                <a:ext cx="11" cy="11"/>
              </a:xfrm>
              <a:prstGeom prst="ellipse">
                <a:avLst/>
              </a:prstGeom>
              <a:solidFill>
                <a:srgbClr val="4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5209" name="Oval 76">
                <a:extLst>
                  <a:ext uri="{FF2B5EF4-FFF2-40B4-BE49-F238E27FC236}">
                    <a16:creationId xmlns:a16="http://schemas.microsoft.com/office/drawing/2014/main" id="{16110CE3-7746-4EA5-AF11-7AFB0290A4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24" y="1008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5210" name="Oval 77">
                <a:extLst>
                  <a:ext uri="{FF2B5EF4-FFF2-40B4-BE49-F238E27FC236}">
                    <a16:creationId xmlns:a16="http://schemas.microsoft.com/office/drawing/2014/main" id="{74D898A5-4073-43A2-B5A0-98C8B1C3B8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26" y="1020"/>
                <a:ext cx="5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5211" name="Freeform 78">
                <a:extLst>
                  <a:ext uri="{FF2B5EF4-FFF2-40B4-BE49-F238E27FC236}">
                    <a16:creationId xmlns:a16="http://schemas.microsoft.com/office/drawing/2014/main" id="{94E79D22-A50B-49EA-944A-0245831AA3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2" y="978"/>
                <a:ext cx="72" cy="69"/>
              </a:xfrm>
              <a:custGeom>
                <a:avLst/>
                <a:gdLst>
                  <a:gd name="T0" fmla="*/ 272 w 37"/>
                  <a:gd name="T1" fmla="*/ 148 h 36"/>
                  <a:gd name="T2" fmla="*/ 0 w 37"/>
                  <a:gd name="T3" fmla="*/ 155 h 36"/>
                  <a:gd name="T4" fmla="*/ 272 w 37"/>
                  <a:gd name="T5" fmla="*/ 148 h 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7" h="36">
                    <a:moveTo>
                      <a:pt x="37" y="21"/>
                    </a:moveTo>
                    <a:cubicBezTo>
                      <a:pt x="37" y="21"/>
                      <a:pt x="23" y="0"/>
                      <a:pt x="0" y="22"/>
                    </a:cubicBezTo>
                    <a:cubicBezTo>
                      <a:pt x="0" y="22"/>
                      <a:pt x="25" y="36"/>
                      <a:pt x="37" y="2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5212" name="Freeform 79">
                <a:extLst>
                  <a:ext uri="{FF2B5EF4-FFF2-40B4-BE49-F238E27FC236}">
                    <a16:creationId xmlns:a16="http://schemas.microsoft.com/office/drawing/2014/main" id="{F1E479EB-609E-4C93-B120-247060F1F3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3" y="999"/>
                <a:ext cx="37" cy="31"/>
              </a:xfrm>
              <a:custGeom>
                <a:avLst/>
                <a:gdLst>
                  <a:gd name="T0" fmla="*/ 8 w 19"/>
                  <a:gd name="T1" fmla="*/ 23 h 16"/>
                  <a:gd name="T2" fmla="*/ 0 w 19"/>
                  <a:gd name="T3" fmla="*/ 52 h 16"/>
                  <a:gd name="T4" fmla="*/ 72 w 19"/>
                  <a:gd name="T5" fmla="*/ 116 h 16"/>
                  <a:gd name="T6" fmla="*/ 140 w 19"/>
                  <a:gd name="T7" fmla="*/ 52 h 16"/>
                  <a:gd name="T8" fmla="*/ 140 w 19"/>
                  <a:gd name="T9" fmla="*/ 31 h 16"/>
                  <a:gd name="T10" fmla="*/ 8 w 19"/>
                  <a:gd name="T11" fmla="*/ 23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9" h="16">
                    <a:moveTo>
                      <a:pt x="1" y="3"/>
                    </a:moveTo>
                    <a:cubicBezTo>
                      <a:pt x="1" y="4"/>
                      <a:pt x="0" y="5"/>
                      <a:pt x="0" y="7"/>
                    </a:cubicBezTo>
                    <a:cubicBezTo>
                      <a:pt x="0" y="12"/>
                      <a:pt x="4" y="16"/>
                      <a:pt x="10" y="16"/>
                    </a:cubicBezTo>
                    <a:cubicBezTo>
                      <a:pt x="15" y="16"/>
                      <a:pt x="19" y="12"/>
                      <a:pt x="19" y="7"/>
                    </a:cubicBezTo>
                    <a:cubicBezTo>
                      <a:pt x="19" y="6"/>
                      <a:pt x="19" y="5"/>
                      <a:pt x="19" y="4"/>
                    </a:cubicBezTo>
                    <a:cubicBezTo>
                      <a:pt x="16" y="0"/>
                      <a:pt x="5" y="0"/>
                      <a:pt x="1" y="3"/>
                    </a:cubicBezTo>
                    <a:close/>
                  </a:path>
                </a:pathLst>
              </a:custGeom>
              <a:solidFill>
                <a:srgbClr val="1C6D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5213" name="Freeform 80">
                <a:extLst>
                  <a:ext uri="{FF2B5EF4-FFF2-40B4-BE49-F238E27FC236}">
                    <a16:creationId xmlns:a16="http://schemas.microsoft.com/office/drawing/2014/main" id="{70F4C2FB-9FED-40AF-BB32-3530EE2DA9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0" y="982"/>
                <a:ext cx="66" cy="26"/>
              </a:xfrm>
              <a:custGeom>
                <a:avLst/>
                <a:gdLst>
                  <a:gd name="T0" fmla="*/ 0 w 34"/>
                  <a:gd name="T1" fmla="*/ 89 h 14"/>
                  <a:gd name="T2" fmla="*/ 248 w 34"/>
                  <a:gd name="T3" fmla="*/ 89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4" h="14">
                    <a:moveTo>
                      <a:pt x="0" y="14"/>
                    </a:moveTo>
                    <a:cubicBezTo>
                      <a:pt x="0" y="14"/>
                      <a:pt x="15" y="0"/>
                      <a:pt x="34" y="14"/>
                    </a:cubicBezTo>
                  </a:path>
                </a:pathLst>
              </a:custGeom>
              <a:noFill/>
              <a:ln w="6350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5214" name="Freeform 81">
                <a:extLst>
                  <a:ext uri="{FF2B5EF4-FFF2-40B4-BE49-F238E27FC236}">
                    <a16:creationId xmlns:a16="http://schemas.microsoft.com/office/drawing/2014/main" id="{BEB71439-5C2E-41F8-9CF4-9F144CF4EE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0" y="1010"/>
                <a:ext cx="8" cy="4"/>
              </a:xfrm>
              <a:custGeom>
                <a:avLst/>
                <a:gdLst>
                  <a:gd name="T0" fmla="*/ 32 w 4"/>
                  <a:gd name="T1" fmla="*/ 0 h 2"/>
                  <a:gd name="T2" fmla="*/ 0 w 4"/>
                  <a:gd name="T3" fmla="*/ 16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">
                    <a:moveTo>
                      <a:pt x="4" y="0"/>
                    </a:moveTo>
                    <a:cubicBezTo>
                      <a:pt x="3" y="1"/>
                      <a:pt x="1" y="2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5215" name="Freeform 82">
                <a:extLst>
                  <a:ext uri="{FF2B5EF4-FFF2-40B4-BE49-F238E27FC236}">
                    <a16:creationId xmlns:a16="http://schemas.microsoft.com/office/drawing/2014/main" id="{3B67D020-8FDA-4DA1-A77D-96B4766099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6" y="1005"/>
                <a:ext cx="10" cy="5"/>
              </a:xfrm>
              <a:custGeom>
                <a:avLst/>
                <a:gdLst>
                  <a:gd name="T0" fmla="*/ 0 w 5"/>
                  <a:gd name="T1" fmla="*/ 13 h 3"/>
                  <a:gd name="T2" fmla="*/ 40 w 5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3">
                    <a:moveTo>
                      <a:pt x="0" y="3"/>
                    </a:moveTo>
                    <a:cubicBezTo>
                      <a:pt x="1" y="3"/>
                      <a:pt x="4" y="1"/>
                      <a:pt x="5" y="0"/>
                    </a:cubicBezTo>
                  </a:path>
                </a:pathLst>
              </a:custGeom>
              <a:noFill/>
              <a:ln w="3175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5216" name="Freeform 83">
                <a:extLst>
                  <a:ext uri="{FF2B5EF4-FFF2-40B4-BE49-F238E27FC236}">
                    <a16:creationId xmlns:a16="http://schemas.microsoft.com/office/drawing/2014/main" id="{F59A8806-E240-40BA-B26A-6E6E964AD1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2" y="1001"/>
                <a:ext cx="8" cy="6"/>
              </a:xfrm>
              <a:custGeom>
                <a:avLst/>
                <a:gdLst>
                  <a:gd name="T0" fmla="*/ 0 w 4"/>
                  <a:gd name="T1" fmla="*/ 24 h 3"/>
                  <a:gd name="T2" fmla="*/ 32 w 4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3">
                    <a:moveTo>
                      <a:pt x="0" y="3"/>
                    </a:moveTo>
                    <a:cubicBezTo>
                      <a:pt x="1" y="3"/>
                      <a:pt x="3" y="1"/>
                      <a:pt x="4" y="0"/>
                    </a:cubicBezTo>
                  </a:path>
                </a:pathLst>
              </a:custGeom>
              <a:noFill/>
              <a:ln w="3175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5217" name="Freeform 84">
                <a:extLst>
                  <a:ext uri="{FF2B5EF4-FFF2-40B4-BE49-F238E27FC236}">
                    <a16:creationId xmlns:a16="http://schemas.microsoft.com/office/drawing/2014/main" id="{7FA6A059-4057-4E3C-97CA-DF89271E02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8" y="999"/>
                <a:ext cx="6" cy="6"/>
              </a:xfrm>
              <a:custGeom>
                <a:avLst/>
                <a:gdLst>
                  <a:gd name="T0" fmla="*/ 0 w 3"/>
                  <a:gd name="T1" fmla="*/ 24 h 3"/>
                  <a:gd name="T2" fmla="*/ 24 w 3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cubicBezTo>
                      <a:pt x="1" y="2"/>
                      <a:pt x="3" y="1"/>
                      <a:pt x="3" y="0"/>
                    </a:cubicBezTo>
                  </a:path>
                </a:pathLst>
              </a:custGeom>
              <a:noFill/>
              <a:ln w="3175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5218" name="Freeform 85">
                <a:extLst>
                  <a:ext uri="{FF2B5EF4-FFF2-40B4-BE49-F238E27FC236}">
                    <a16:creationId xmlns:a16="http://schemas.microsoft.com/office/drawing/2014/main" id="{800EB83E-7F81-46A5-9D30-E2CB6A795B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2" y="995"/>
                <a:ext cx="6" cy="8"/>
              </a:xfrm>
              <a:custGeom>
                <a:avLst/>
                <a:gdLst>
                  <a:gd name="T0" fmla="*/ 0 w 3"/>
                  <a:gd name="T1" fmla="*/ 32 h 4"/>
                  <a:gd name="T2" fmla="*/ 16 w 3"/>
                  <a:gd name="T3" fmla="*/ 8 h 4"/>
                  <a:gd name="T4" fmla="*/ 24 w 3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0" y="4"/>
                    </a:moveTo>
                    <a:cubicBezTo>
                      <a:pt x="1" y="3"/>
                      <a:pt x="2" y="2"/>
                      <a:pt x="2" y="1"/>
                    </a:cubicBezTo>
                    <a:cubicBezTo>
                      <a:pt x="3" y="1"/>
                      <a:pt x="3" y="0"/>
                      <a:pt x="3" y="0"/>
                    </a:cubicBezTo>
                  </a:path>
                </a:pathLst>
              </a:custGeom>
              <a:noFill/>
              <a:ln w="3175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5219" name="Freeform 86">
                <a:extLst>
                  <a:ext uri="{FF2B5EF4-FFF2-40B4-BE49-F238E27FC236}">
                    <a16:creationId xmlns:a16="http://schemas.microsoft.com/office/drawing/2014/main" id="{E6052403-07A5-4871-8832-9324A09E59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2" y="978"/>
                <a:ext cx="72" cy="69"/>
              </a:xfrm>
              <a:custGeom>
                <a:avLst/>
                <a:gdLst>
                  <a:gd name="T0" fmla="*/ 272 w 37"/>
                  <a:gd name="T1" fmla="*/ 148 h 36"/>
                  <a:gd name="T2" fmla="*/ 0 w 37"/>
                  <a:gd name="T3" fmla="*/ 155 h 36"/>
                  <a:gd name="T4" fmla="*/ 272 w 37"/>
                  <a:gd name="T5" fmla="*/ 148 h 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7" h="36">
                    <a:moveTo>
                      <a:pt x="37" y="21"/>
                    </a:moveTo>
                    <a:cubicBezTo>
                      <a:pt x="37" y="21"/>
                      <a:pt x="23" y="0"/>
                      <a:pt x="0" y="22"/>
                    </a:cubicBezTo>
                    <a:cubicBezTo>
                      <a:pt x="0" y="22"/>
                      <a:pt x="25" y="36"/>
                      <a:pt x="37" y="21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5220" name="Freeform 87">
                <a:extLst>
                  <a:ext uri="{FF2B5EF4-FFF2-40B4-BE49-F238E27FC236}">
                    <a16:creationId xmlns:a16="http://schemas.microsoft.com/office/drawing/2014/main" id="{8522AE39-6E37-49CD-AF57-31570DD152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5" y="1003"/>
                <a:ext cx="33" cy="15"/>
              </a:xfrm>
              <a:custGeom>
                <a:avLst/>
                <a:gdLst>
                  <a:gd name="T0" fmla="*/ 124 w 17"/>
                  <a:gd name="T1" fmla="*/ 53 h 8"/>
                  <a:gd name="T2" fmla="*/ 101 w 17"/>
                  <a:gd name="T3" fmla="*/ 45 h 8"/>
                  <a:gd name="T4" fmla="*/ 87 w 17"/>
                  <a:gd name="T5" fmla="*/ 45 h 8"/>
                  <a:gd name="T6" fmla="*/ 72 w 17"/>
                  <a:gd name="T7" fmla="*/ 45 h 8"/>
                  <a:gd name="T8" fmla="*/ 45 w 17"/>
                  <a:gd name="T9" fmla="*/ 39 h 8"/>
                  <a:gd name="T10" fmla="*/ 23 w 17"/>
                  <a:gd name="T11" fmla="*/ 45 h 8"/>
                  <a:gd name="T12" fmla="*/ 8 w 17"/>
                  <a:gd name="T13" fmla="*/ 32 h 8"/>
                  <a:gd name="T14" fmla="*/ 8 w 17"/>
                  <a:gd name="T15" fmla="*/ 15 h 8"/>
                  <a:gd name="T16" fmla="*/ 45 w 17"/>
                  <a:gd name="T17" fmla="*/ 0 h 8"/>
                  <a:gd name="T18" fmla="*/ 60 w 17"/>
                  <a:gd name="T19" fmla="*/ 0 h 8"/>
                  <a:gd name="T20" fmla="*/ 80 w 17"/>
                  <a:gd name="T21" fmla="*/ 0 h 8"/>
                  <a:gd name="T22" fmla="*/ 101 w 17"/>
                  <a:gd name="T23" fmla="*/ 8 h 8"/>
                  <a:gd name="T24" fmla="*/ 116 w 17"/>
                  <a:gd name="T25" fmla="*/ 15 h 8"/>
                  <a:gd name="T26" fmla="*/ 124 w 17"/>
                  <a:gd name="T27" fmla="*/ 15 h 8"/>
                  <a:gd name="T28" fmla="*/ 124 w 17"/>
                  <a:gd name="T29" fmla="*/ 28 h 8"/>
                  <a:gd name="T30" fmla="*/ 124 w 17"/>
                  <a:gd name="T31" fmla="*/ 45 h 8"/>
                  <a:gd name="T32" fmla="*/ 124 w 17"/>
                  <a:gd name="T33" fmla="*/ 53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7" h="8">
                    <a:moveTo>
                      <a:pt x="17" y="8"/>
                    </a:moveTo>
                    <a:cubicBezTo>
                      <a:pt x="17" y="8"/>
                      <a:pt x="15" y="7"/>
                      <a:pt x="14" y="7"/>
                    </a:cubicBezTo>
                    <a:cubicBezTo>
                      <a:pt x="14" y="7"/>
                      <a:pt x="13" y="7"/>
                      <a:pt x="12" y="7"/>
                    </a:cubicBezTo>
                    <a:cubicBezTo>
                      <a:pt x="11" y="7"/>
                      <a:pt x="11" y="7"/>
                      <a:pt x="10" y="7"/>
                    </a:cubicBezTo>
                    <a:cubicBezTo>
                      <a:pt x="9" y="6"/>
                      <a:pt x="7" y="6"/>
                      <a:pt x="6" y="6"/>
                    </a:cubicBezTo>
                    <a:cubicBezTo>
                      <a:pt x="5" y="6"/>
                      <a:pt x="4" y="7"/>
                      <a:pt x="3" y="7"/>
                    </a:cubicBezTo>
                    <a:cubicBezTo>
                      <a:pt x="2" y="6"/>
                      <a:pt x="1" y="6"/>
                      <a:pt x="1" y="5"/>
                    </a:cubicBezTo>
                    <a:cubicBezTo>
                      <a:pt x="0" y="4"/>
                      <a:pt x="0" y="3"/>
                      <a:pt x="1" y="2"/>
                    </a:cubicBezTo>
                    <a:cubicBezTo>
                      <a:pt x="2" y="0"/>
                      <a:pt x="4" y="0"/>
                      <a:pt x="6" y="0"/>
                    </a:cubicBezTo>
                    <a:cubicBezTo>
                      <a:pt x="6" y="0"/>
                      <a:pt x="7" y="0"/>
                      <a:pt x="8" y="0"/>
                    </a:cubicBezTo>
                    <a:cubicBezTo>
                      <a:pt x="9" y="0"/>
                      <a:pt x="10" y="0"/>
                      <a:pt x="11" y="0"/>
                    </a:cubicBezTo>
                    <a:cubicBezTo>
                      <a:pt x="12" y="0"/>
                      <a:pt x="13" y="0"/>
                      <a:pt x="14" y="1"/>
                    </a:cubicBezTo>
                    <a:cubicBezTo>
                      <a:pt x="15" y="1"/>
                      <a:pt x="16" y="1"/>
                      <a:pt x="16" y="2"/>
                    </a:cubicBezTo>
                    <a:cubicBezTo>
                      <a:pt x="17" y="2"/>
                      <a:pt x="17" y="2"/>
                      <a:pt x="17" y="2"/>
                    </a:cubicBezTo>
                    <a:cubicBezTo>
                      <a:pt x="17" y="3"/>
                      <a:pt x="17" y="4"/>
                      <a:pt x="17" y="4"/>
                    </a:cubicBezTo>
                    <a:cubicBezTo>
                      <a:pt x="17" y="5"/>
                      <a:pt x="17" y="6"/>
                      <a:pt x="17" y="7"/>
                    </a:cubicBezTo>
                    <a:cubicBezTo>
                      <a:pt x="17" y="7"/>
                      <a:pt x="17" y="8"/>
                      <a:pt x="17" y="8"/>
                    </a:cubicBezTo>
                  </a:path>
                </a:pathLst>
              </a:custGeom>
              <a:solidFill>
                <a:srgbClr val="005C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5221" name="Oval 88">
                <a:extLst>
                  <a:ext uri="{FF2B5EF4-FFF2-40B4-BE49-F238E27FC236}">
                    <a16:creationId xmlns:a16="http://schemas.microsoft.com/office/drawing/2014/main" id="{064F8113-2F6A-4670-88A5-B0FC805F4F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85" y="1007"/>
                <a:ext cx="13" cy="11"/>
              </a:xfrm>
              <a:prstGeom prst="ellipse">
                <a:avLst/>
              </a:prstGeom>
              <a:solidFill>
                <a:srgbClr val="4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5222" name="Oval 89">
                <a:extLst>
                  <a:ext uri="{FF2B5EF4-FFF2-40B4-BE49-F238E27FC236}">
                    <a16:creationId xmlns:a16="http://schemas.microsoft.com/office/drawing/2014/main" id="{BEDE3E3C-B1BA-40DB-90EE-10328ED757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95" y="1008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5223" name="Oval 90">
                <a:extLst>
                  <a:ext uri="{FF2B5EF4-FFF2-40B4-BE49-F238E27FC236}">
                    <a16:creationId xmlns:a16="http://schemas.microsoft.com/office/drawing/2014/main" id="{E01FC9AF-7734-4DB3-8411-4496E72D91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95" y="1020"/>
                <a:ext cx="5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5224" name="Freeform 91">
                <a:extLst>
                  <a:ext uri="{FF2B5EF4-FFF2-40B4-BE49-F238E27FC236}">
                    <a16:creationId xmlns:a16="http://schemas.microsoft.com/office/drawing/2014/main" id="{D1343F5D-5786-4F9B-90E7-1322F22EA9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2" y="1087"/>
                <a:ext cx="15" cy="29"/>
              </a:xfrm>
              <a:custGeom>
                <a:avLst/>
                <a:gdLst>
                  <a:gd name="T0" fmla="*/ 15 w 8"/>
                  <a:gd name="T1" fmla="*/ 0 h 15"/>
                  <a:gd name="T2" fmla="*/ 8 w 8"/>
                  <a:gd name="T3" fmla="*/ 64 h 15"/>
                  <a:gd name="T4" fmla="*/ 53 w 8"/>
                  <a:gd name="T5" fmla="*/ 108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5">
                    <a:moveTo>
                      <a:pt x="2" y="0"/>
                    </a:moveTo>
                    <a:cubicBezTo>
                      <a:pt x="1" y="3"/>
                      <a:pt x="0" y="6"/>
                      <a:pt x="1" y="9"/>
                    </a:cubicBezTo>
                    <a:cubicBezTo>
                      <a:pt x="2" y="13"/>
                      <a:pt x="5" y="13"/>
                      <a:pt x="8" y="15"/>
                    </a:cubicBezTo>
                  </a:path>
                </a:pathLst>
              </a:custGeom>
              <a:noFill/>
              <a:ln w="6350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5225" name="Freeform 92">
                <a:extLst>
                  <a:ext uri="{FF2B5EF4-FFF2-40B4-BE49-F238E27FC236}">
                    <a16:creationId xmlns:a16="http://schemas.microsoft.com/office/drawing/2014/main" id="{E62A1F37-38D0-4A31-9B18-185DD9085C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5" y="1089"/>
                <a:ext cx="43" cy="35"/>
              </a:xfrm>
              <a:custGeom>
                <a:avLst/>
                <a:gdLst>
                  <a:gd name="T0" fmla="*/ 0 w 22"/>
                  <a:gd name="T1" fmla="*/ 109 h 18"/>
                  <a:gd name="T2" fmla="*/ 61 w 22"/>
                  <a:gd name="T3" fmla="*/ 124 h 18"/>
                  <a:gd name="T4" fmla="*/ 104 w 22"/>
                  <a:gd name="T5" fmla="*/ 88 h 18"/>
                  <a:gd name="T6" fmla="*/ 156 w 22"/>
                  <a:gd name="T7" fmla="*/ 60 h 18"/>
                  <a:gd name="T8" fmla="*/ 149 w 22"/>
                  <a:gd name="T9" fmla="*/ 0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18">
                    <a:moveTo>
                      <a:pt x="0" y="15"/>
                    </a:moveTo>
                    <a:cubicBezTo>
                      <a:pt x="3" y="16"/>
                      <a:pt x="5" y="18"/>
                      <a:pt x="8" y="17"/>
                    </a:cubicBezTo>
                    <a:cubicBezTo>
                      <a:pt x="10" y="16"/>
                      <a:pt x="12" y="14"/>
                      <a:pt x="14" y="12"/>
                    </a:cubicBezTo>
                    <a:cubicBezTo>
                      <a:pt x="17" y="11"/>
                      <a:pt x="20" y="11"/>
                      <a:pt x="21" y="8"/>
                    </a:cubicBezTo>
                    <a:cubicBezTo>
                      <a:pt x="22" y="5"/>
                      <a:pt x="21" y="2"/>
                      <a:pt x="20" y="0"/>
                    </a:cubicBezTo>
                  </a:path>
                </a:pathLst>
              </a:custGeom>
              <a:noFill/>
              <a:ln w="6350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5226" name="Freeform 93">
                <a:extLst>
                  <a:ext uri="{FF2B5EF4-FFF2-40B4-BE49-F238E27FC236}">
                    <a16:creationId xmlns:a16="http://schemas.microsoft.com/office/drawing/2014/main" id="{6F38F0C8-4B6E-4F97-852C-96B36E46B2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2" y="1108"/>
                <a:ext cx="11" cy="6"/>
              </a:xfrm>
              <a:custGeom>
                <a:avLst/>
                <a:gdLst>
                  <a:gd name="T0" fmla="*/ 0 w 6"/>
                  <a:gd name="T1" fmla="*/ 0 h 3"/>
                  <a:gd name="T2" fmla="*/ 37 w 6"/>
                  <a:gd name="T3" fmla="*/ 24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3">
                    <a:moveTo>
                      <a:pt x="0" y="0"/>
                    </a:moveTo>
                    <a:cubicBezTo>
                      <a:pt x="2" y="0"/>
                      <a:pt x="4" y="1"/>
                      <a:pt x="6" y="3"/>
                    </a:cubicBezTo>
                  </a:path>
                </a:pathLst>
              </a:custGeom>
              <a:noFill/>
              <a:ln w="6350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5227" name="Freeform 94">
                <a:extLst>
                  <a:ext uri="{FF2B5EF4-FFF2-40B4-BE49-F238E27FC236}">
                    <a16:creationId xmlns:a16="http://schemas.microsoft.com/office/drawing/2014/main" id="{44007423-5208-4C3E-99E2-11B5BD75FC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5" y="1107"/>
                <a:ext cx="11" cy="5"/>
              </a:xfrm>
              <a:custGeom>
                <a:avLst/>
                <a:gdLst>
                  <a:gd name="T0" fmla="*/ 0 w 6"/>
                  <a:gd name="T1" fmla="*/ 13 h 3"/>
                  <a:gd name="T2" fmla="*/ 37 w 6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3">
                    <a:moveTo>
                      <a:pt x="0" y="3"/>
                    </a:moveTo>
                    <a:cubicBezTo>
                      <a:pt x="2" y="1"/>
                      <a:pt x="4" y="1"/>
                      <a:pt x="6" y="0"/>
                    </a:cubicBezTo>
                  </a:path>
                </a:pathLst>
              </a:custGeom>
              <a:noFill/>
              <a:ln w="6350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5228" name="Freeform 95">
                <a:extLst>
                  <a:ext uri="{FF2B5EF4-FFF2-40B4-BE49-F238E27FC236}">
                    <a16:creationId xmlns:a16="http://schemas.microsoft.com/office/drawing/2014/main" id="{65C5432F-5316-4DDB-B0D8-E67D979290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5" y="1149"/>
                <a:ext cx="116" cy="17"/>
              </a:xfrm>
              <a:custGeom>
                <a:avLst/>
                <a:gdLst>
                  <a:gd name="T0" fmla="*/ 0 w 60"/>
                  <a:gd name="T1" fmla="*/ 53 h 9"/>
                  <a:gd name="T2" fmla="*/ 172 w 60"/>
                  <a:gd name="T3" fmla="*/ 0 h 9"/>
                  <a:gd name="T4" fmla="*/ 224 w 60"/>
                  <a:gd name="T5" fmla="*/ 15 h 9"/>
                  <a:gd name="T6" fmla="*/ 261 w 60"/>
                  <a:gd name="T7" fmla="*/ 0 h 9"/>
                  <a:gd name="T8" fmla="*/ 433 w 60"/>
                  <a:gd name="T9" fmla="*/ 53 h 9"/>
                  <a:gd name="T10" fmla="*/ 288 w 60"/>
                  <a:gd name="T11" fmla="*/ 40 h 9"/>
                  <a:gd name="T12" fmla="*/ 164 w 60"/>
                  <a:gd name="T13" fmla="*/ 47 h 9"/>
                  <a:gd name="T14" fmla="*/ 0 w 60"/>
                  <a:gd name="T15" fmla="*/ 53 h 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0" h="9">
                    <a:moveTo>
                      <a:pt x="0" y="8"/>
                    </a:moveTo>
                    <a:cubicBezTo>
                      <a:pt x="0" y="8"/>
                      <a:pt x="20" y="0"/>
                      <a:pt x="24" y="0"/>
                    </a:cubicBezTo>
                    <a:cubicBezTo>
                      <a:pt x="28" y="0"/>
                      <a:pt x="31" y="2"/>
                      <a:pt x="31" y="2"/>
                    </a:cubicBezTo>
                    <a:cubicBezTo>
                      <a:pt x="31" y="2"/>
                      <a:pt x="34" y="0"/>
                      <a:pt x="36" y="0"/>
                    </a:cubicBezTo>
                    <a:cubicBezTo>
                      <a:pt x="42" y="0"/>
                      <a:pt x="60" y="8"/>
                      <a:pt x="60" y="8"/>
                    </a:cubicBezTo>
                    <a:cubicBezTo>
                      <a:pt x="60" y="8"/>
                      <a:pt x="46" y="6"/>
                      <a:pt x="40" y="6"/>
                    </a:cubicBezTo>
                    <a:cubicBezTo>
                      <a:pt x="33" y="7"/>
                      <a:pt x="33" y="9"/>
                      <a:pt x="23" y="7"/>
                    </a:cubicBezTo>
                    <a:cubicBezTo>
                      <a:pt x="19" y="6"/>
                      <a:pt x="0" y="8"/>
                      <a:pt x="0" y="8"/>
                    </a:cubicBezTo>
                    <a:close/>
                  </a:path>
                </a:pathLst>
              </a:custGeom>
              <a:solidFill>
                <a:srgbClr val="F0D7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5229" name="Freeform 96">
                <a:extLst>
                  <a:ext uri="{FF2B5EF4-FFF2-40B4-BE49-F238E27FC236}">
                    <a16:creationId xmlns:a16="http://schemas.microsoft.com/office/drawing/2014/main" id="{3E18C0DA-0280-49A7-B2AC-DCAFD3ED6D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4" y="1172"/>
                <a:ext cx="78" cy="27"/>
              </a:xfrm>
              <a:custGeom>
                <a:avLst/>
                <a:gdLst>
                  <a:gd name="T0" fmla="*/ 0 w 40"/>
                  <a:gd name="T1" fmla="*/ 0 h 14"/>
                  <a:gd name="T2" fmla="*/ 296 w 40"/>
                  <a:gd name="T3" fmla="*/ 0 h 14"/>
                  <a:gd name="T4" fmla="*/ 0 w 40"/>
                  <a:gd name="T5" fmla="*/ 0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14">
                    <a:moveTo>
                      <a:pt x="0" y="0"/>
                    </a:moveTo>
                    <a:cubicBezTo>
                      <a:pt x="0" y="0"/>
                      <a:pt x="20" y="9"/>
                      <a:pt x="40" y="0"/>
                    </a:cubicBezTo>
                    <a:cubicBezTo>
                      <a:pt x="40" y="0"/>
                      <a:pt x="22" y="14"/>
                      <a:pt x="0" y="0"/>
                    </a:cubicBezTo>
                    <a:close/>
                  </a:path>
                </a:pathLst>
              </a:custGeom>
              <a:solidFill>
                <a:srgbClr val="F0D7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5230" name="Freeform 97">
                <a:extLst>
                  <a:ext uri="{FF2B5EF4-FFF2-40B4-BE49-F238E27FC236}">
                    <a16:creationId xmlns:a16="http://schemas.microsoft.com/office/drawing/2014/main" id="{6162BA64-7295-45EF-BFE3-B9B02837B7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4" y="745"/>
                <a:ext cx="350" cy="269"/>
              </a:xfrm>
              <a:custGeom>
                <a:avLst/>
                <a:gdLst>
                  <a:gd name="T0" fmla="*/ 589 w 180"/>
                  <a:gd name="T1" fmla="*/ 306 h 140"/>
                  <a:gd name="T2" fmla="*/ 404 w 180"/>
                  <a:gd name="T3" fmla="*/ 553 h 140"/>
                  <a:gd name="T4" fmla="*/ 88 w 180"/>
                  <a:gd name="T5" fmla="*/ 978 h 140"/>
                  <a:gd name="T6" fmla="*/ 200 w 180"/>
                  <a:gd name="T7" fmla="*/ 306 h 140"/>
                  <a:gd name="T8" fmla="*/ 653 w 180"/>
                  <a:gd name="T9" fmla="*/ 108 h 140"/>
                  <a:gd name="T10" fmla="*/ 1112 w 180"/>
                  <a:gd name="T11" fmla="*/ 292 h 140"/>
                  <a:gd name="T12" fmla="*/ 1198 w 180"/>
                  <a:gd name="T13" fmla="*/ 993 h 140"/>
                  <a:gd name="T14" fmla="*/ 1005 w 180"/>
                  <a:gd name="T15" fmla="*/ 584 h 140"/>
                  <a:gd name="T16" fmla="*/ 589 w 180"/>
                  <a:gd name="T17" fmla="*/ 306 h 14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80" h="140">
                    <a:moveTo>
                      <a:pt x="80" y="43"/>
                    </a:moveTo>
                    <a:cubicBezTo>
                      <a:pt x="80" y="43"/>
                      <a:pt x="83" y="60"/>
                      <a:pt x="55" y="78"/>
                    </a:cubicBezTo>
                    <a:cubicBezTo>
                      <a:pt x="27" y="96"/>
                      <a:pt x="15" y="110"/>
                      <a:pt x="12" y="138"/>
                    </a:cubicBezTo>
                    <a:cubicBezTo>
                      <a:pt x="10" y="110"/>
                      <a:pt x="0" y="90"/>
                      <a:pt x="27" y="43"/>
                    </a:cubicBezTo>
                    <a:cubicBezTo>
                      <a:pt x="52" y="7"/>
                      <a:pt x="75" y="11"/>
                      <a:pt x="89" y="15"/>
                    </a:cubicBezTo>
                    <a:cubicBezTo>
                      <a:pt x="94" y="17"/>
                      <a:pt x="121" y="0"/>
                      <a:pt x="151" y="41"/>
                    </a:cubicBezTo>
                    <a:cubicBezTo>
                      <a:pt x="180" y="82"/>
                      <a:pt x="164" y="126"/>
                      <a:pt x="163" y="140"/>
                    </a:cubicBezTo>
                    <a:cubicBezTo>
                      <a:pt x="163" y="140"/>
                      <a:pt x="163" y="95"/>
                      <a:pt x="137" y="82"/>
                    </a:cubicBezTo>
                    <a:cubicBezTo>
                      <a:pt x="112" y="69"/>
                      <a:pt x="83" y="62"/>
                      <a:pt x="80" y="43"/>
                    </a:cubicBezTo>
                    <a:close/>
                  </a:path>
                </a:pathLst>
              </a:custGeom>
              <a:solidFill>
                <a:srgbClr val="9A76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5231" name="Freeform 98">
                <a:extLst>
                  <a:ext uri="{FF2B5EF4-FFF2-40B4-BE49-F238E27FC236}">
                    <a16:creationId xmlns:a16="http://schemas.microsoft.com/office/drawing/2014/main" id="{E12C6A9F-B4B1-4833-8ED6-9C65B12125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4" y="745"/>
                <a:ext cx="350" cy="269"/>
              </a:xfrm>
              <a:custGeom>
                <a:avLst/>
                <a:gdLst>
                  <a:gd name="T0" fmla="*/ 589 w 180"/>
                  <a:gd name="T1" fmla="*/ 306 h 140"/>
                  <a:gd name="T2" fmla="*/ 404 w 180"/>
                  <a:gd name="T3" fmla="*/ 553 h 140"/>
                  <a:gd name="T4" fmla="*/ 88 w 180"/>
                  <a:gd name="T5" fmla="*/ 978 h 140"/>
                  <a:gd name="T6" fmla="*/ 200 w 180"/>
                  <a:gd name="T7" fmla="*/ 306 h 140"/>
                  <a:gd name="T8" fmla="*/ 653 w 180"/>
                  <a:gd name="T9" fmla="*/ 108 h 140"/>
                  <a:gd name="T10" fmla="*/ 1112 w 180"/>
                  <a:gd name="T11" fmla="*/ 292 h 140"/>
                  <a:gd name="T12" fmla="*/ 1198 w 180"/>
                  <a:gd name="T13" fmla="*/ 993 h 140"/>
                  <a:gd name="T14" fmla="*/ 1005 w 180"/>
                  <a:gd name="T15" fmla="*/ 584 h 140"/>
                  <a:gd name="T16" fmla="*/ 589 w 180"/>
                  <a:gd name="T17" fmla="*/ 306 h 14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80" h="140">
                    <a:moveTo>
                      <a:pt x="80" y="43"/>
                    </a:moveTo>
                    <a:cubicBezTo>
                      <a:pt x="80" y="43"/>
                      <a:pt x="83" y="60"/>
                      <a:pt x="55" y="78"/>
                    </a:cubicBezTo>
                    <a:cubicBezTo>
                      <a:pt x="27" y="96"/>
                      <a:pt x="15" y="110"/>
                      <a:pt x="12" y="138"/>
                    </a:cubicBezTo>
                    <a:cubicBezTo>
                      <a:pt x="10" y="110"/>
                      <a:pt x="0" y="90"/>
                      <a:pt x="27" y="43"/>
                    </a:cubicBezTo>
                    <a:cubicBezTo>
                      <a:pt x="52" y="7"/>
                      <a:pt x="75" y="11"/>
                      <a:pt x="89" y="15"/>
                    </a:cubicBezTo>
                    <a:cubicBezTo>
                      <a:pt x="94" y="17"/>
                      <a:pt x="121" y="0"/>
                      <a:pt x="151" y="41"/>
                    </a:cubicBezTo>
                    <a:cubicBezTo>
                      <a:pt x="180" y="82"/>
                      <a:pt x="164" y="126"/>
                      <a:pt x="163" y="140"/>
                    </a:cubicBezTo>
                    <a:cubicBezTo>
                      <a:pt x="163" y="140"/>
                      <a:pt x="163" y="95"/>
                      <a:pt x="137" y="82"/>
                    </a:cubicBezTo>
                    <a:cubicBezTo>
                      <a:pt x="112" y="69"/>
                      <a:pt x="83" y="62"/>
                      <a:pt x="80" y="43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5232" name="Freeform 99">
                <a:extLst>
                  <a:ext uri="{FF2B5EF4-FFF2-40B4-BE49-F238E27FC236}">
                    <a16:creationId xmlns:a16="http://schemas.microsoft.com/office/drawing/2014/main" id="{82DE84CF-B88D-4E86-8048-E59F128E14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5" y="782"/>
                <a:ext cx="109" cy="90"/>
              </a:xfrm>
              <a:custGeom>
                <a:avLst/>
                <a:gdLst>
                  <a:gd name="T0" fmla="*/ 0 w 56"/>
                  <a:gd name="T1" fmla="*/ 113 h 47"/>
                  <a:gd name="T2" fmla="*/ 80 w 56"/>
                  <a:gd name="T3" fmla="*/ 245 h 47"/>
                  <a:gd name="T4" fmla="*/ 164 w 56"/>
                  <a:gd name="T5" fmla="*/ 293 h 47"/>
                  <a:gd name="T6" fmla="*/ 257 w 56"/>
                  <a:gd name="T7" fmla="*/ 316 h 47"/>
                  <a:gd name="T8" fmla="*/ 125 w 56"/>
                  <a:gd name="T9" fmla="*/ 237 h 47"/>
                  <a:gd name="T10" fmla="*/ 345 w 56"/>
                  <a:gd name="T11" fmla="*/ 329 h 47"/>
                  <a:gd name="T12" fmla="*/ 208 w 56"/>
                  <a:gd name="T13" fmla="*/ 224 h 47"/>
                  <a:gd name="T14" fmla="*/ 132 w 56"/>
                  <a:gd name="T15" fmla="*/ 169 h 47"/>
                  <a:gd name="T16" fmla="*/ 360 w 56"/>
                  <a:gd name="T17" fmla="*/ 232 h 47"/>
                  <a:gd name="T18" fmla="*/ 220 w 56"/>
                  <a:gd name="T19" fmla="*/ 113 h 47"/>
                  <a:gd name="T20" fmla="*/ 257 w 56"/>
                  <a:gd name="T21" fmla="*/ 124 h 47"/>
                  <a:gd name="T22" fmla="*/ 236 w 56"/>
                  <a:gd name="T23" fmla="*/ 100 h 47"/>
                  <a:gd name="T24" fmla="*/ 413 w 56"/>
                  <a:gd name="T25" fmla="*/ 205 h 47"/>
                  <a:gd name="T26" fmla="*/ 156 w 56"/>
                  <a:gd name="T27" fmla="*/ 8 h 47"/>
                  <a:gd name="T28" fmla="*/ 8 w 56"/>
                  <a:gd name="T29" fmla="*/ 113 h 47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56" h="47">
                    <a:moveTo>
                      <a:pt x="0" y="16"/>
                    </a:moveTo>
                    <a:cubicBezTo>
                      <a:pt x="5" y="22"/>
                      <a:pt x="5" y="30"/>
                      <a:pt x="11" y="35"/>
                    </a:cubicBezTo>
                    <a:cubicBezTo>
                      <a:pt x="14" y="38"/>
                      <a:pt x="17" y="41"/>
                      <a:pt x="22" y="42"/>
                    </a:cubicBezTo>
                    <a:cubicBezTo>
                      <a:pt x="26" y="43"/>
                      <a:pt x="31" y="42"/>
                      <a:pt x="35" y="45"/>
                    </a:cubicBezTo>
                    <a:cubicBezTo>
                      <a:pt x="29" y="41"/>
                      <a:pt x="22" y="38"/>
                      <a:pt x="17" y="34"/>
                    </a:cubicBezTo>
                    <a:cubicBezTo>
                      <a:pt x="27" y="36"/>
                      <a:pt x="39" y="41"/>
                      <a:pt x="47" y="47"/>
                    </a:cubicBezTo>
                    <a:cubicBezTo>
                      <a:pt x="40" y="43"/>
                      <a:pt x="35" y="37"/>
                      <a:pt x="28" y="32"/>
                    </a:cubicBezTo>
                    <a:cubicBezTo>
                      <a:pt x="25" y="29"/>
                      <a:pt x="21" y="27"/>
                      <a:pt x="18" y="24"/>
                    </a:cubicBezTo>
                    <a:cubicBezTo>
                      <a:pt x="27" y="24"/>
                      <a:pt x="41" y="28"/>
                      <a:pt x="49" y="33"/>
                    </a:cubicBezTo>
                    <a:cubicBezTo>
                      <a:pt x="41" y="30"/>
                      <a:pt x="36" y="22"/>
                      <a:pt x="30" y="16"/>
                    </a:cubicBezTo>
                    <a:cubicBezTo>
                      <a:pt x="32" y="17"/>
                      <a:pt x="33" y="18"/>
                      <a:pt x="35" y="18"/>
                    </a:cubicBezTo>
                    <a:cubicBezTo>
                      <a:pt x="35" y="16"/>
                      <a:pt x="34" y="14"/>
                      <a:pt x="32" y="14"/>
                    </a:cubicBezTo>
                    <a:cubicBezTo>
                      <a:pt x="40" y="14"/>
                      <a:pt x="53" y="21"/>
                      <a:pt x="56" y="29"/>
                    </a:cubicBezTo>
                    <a:cubicBezTo>
                      <a:pt x="50" y="15"/>
                      <a:pt x="36" y="0"/>
                      <a:pt x="21" y="1"/>
                    </a:cubicBezTo>
                    <a:cubicBezTo>
                      <a:pt x="9" y="1"/>
                      <a:pt x="3" y="4"/>
                      <a:pt x="1" y="16"/>
                    </a:cubicBezTo>
                  </a:path>
                </a:pathLst>
              </a:custGeom>
              <a:solidFill>
                <a:srgbClr val="B087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5233" name="Freeform 100">
                <a:extLst>
                  <a:ext uri="{FF2B5EF4-FFF2-40B4-BE49-F238E27FC236}">
                    <a16:creationId xmlns:a16="http://schemas.microsoft.com/office/drawing/2014/main" id="{9C684B75-51C5-423F-83C8-6961A396E1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6" y="768"/>
                <a:ext cx="79" cy="119"/>
              </a:xfrm>
              <a:custGeom>
                <a:avLst/>
                <a:gdLst>
                  <a:gd name="T0" fmla="*/ 293 w 41"/>
                  <a:gd name="T1" fmla="*/ 56 h 62"/>
                  <a:gd name="T2" fmla="*/ 256 w 41"/>
                  <a:gd name="T3" fmla="*/ 155 h 62"/>
                  <a:gd name="T4" fmla="*/ 237 w 41"/>
                  <a:gd name="T5" fmla="*/ 248 h 62"/>
                  <a:gd name="T6" fmla="*/ 44 w 41"/>
                  <a:gd name="T7" fmla="*/ 438 h 62"/>
                  <a:gd name="T8" fmla="*/ 193 w 41"/>
                  <a:gd name="T9" fmla="*/ 240 h 62"/>
                  <a:gd name="T10" fmla="*/ 0 w 41"/>
                  <a:gd name="T11" fmla="*/ 317 h 62"/>
                  <a:gd name="T12" fmla="*/ 156 w 41"/>
                  <a:gd name="T13" fmla="*/ 192 h 62"/>
                  <a:gd name="T14" fmla="*/ 44 w 41"/>
                  <a:gd name="T15" fmla="*/ 225 h 62"/>
                  <a:gd name="T16" fmla="*/ 145 w 41"/>
                  <a:gd name="T17" fmla="*/ 155 h 62"/>
                  <a:gd name="T18" fmla="*/ 8 w 41"/>
                  <a:gd name="T19" fmla="*/ 169 h 62"/>
                  <a:gd name="T20" fmla="*/ 145 w 41"/>
                  <a:gd name="T21" fmla="*/ 69 h 62"/>
                  <a:gd name="T22" fmla="*/ 44 w 41"/>
                  <a:gd name="T23" fmla="*/ 100 h 62"/>
                  <a:gd name="T24" fmla="*/ 279 w 41"/>
                  <a:gd name="T25" fmla="*/ 56 h 6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41" h="62">
                    <a:moveTo>
                      <a:pt x="41" y="8"/>
                    </a:moveTo>
                    <a:cubicBezTo>
                      <a:pt x="40" y="12"/>
                      <a:pt x="37" y="17"/>
                      <a:pt x="36" y="22"/>
                    </a:cubicBezTo>
                    <a:cubicBezTo>
                      <a:pt x="35" y="26"/>
                      <a:pt x="34" y="31"/>
                      <a:pt x="33" y="35"/>
                    </a:cubicBezTo>
                    <a:cubicBezTo>
                      <a:pt x="29" y="47"/>
                      <a:pt x="17" y="57"/>
                      <a:pt x="6" y="62"/>
                    </a:cubicBezTo>
                    <a:cubicBezTo>
                      <a:pt x="14" y="53"/>
                      <a:pt x="21" y="44"/>
                      <a:pt x="27" y="34"/>
                    </a:cubicBezTo>
                    <a:cubicBezTo>
                      <a:pt x="19" y="41"/>
                      <a:pt x="7" y="38"/>
                      <a:pt x="0" y="45"/>
                    </a:cubicBezTo>
                    <a:cubicBezTo>
                      <a:pt x="7" y="38"/>
                      <a:pt x="15" y="33"/>
                      <a:pt x="22" y="27"/>
                    </a:cubicBezTo>
                    <a:cubicBezTo>
                      <a:pt x="17" y="29"/>
                      <a:pt x="11" y="31"/>
                      <a:pt x="6" y="32"/>
                    </a:cubicBezTo>
                    <a:cubicBezTo>
                      <a:pt x="10" y="29"/>
                      <a:pt x="16" y="26"/>
                      <a:pt x="20" y="22"/>
                    </a:cubicBezTo>
                    <a:cubicBezTo>
                      <a:pt x="14" y="21"/>
                      <a:pt x="7" y="22"/>
                      <a:pt x="1" y="24"/>
                    </a:cubicBezTo>
                    <a:cubicBezTo>
                      <a:pt x="7" y="19"/>
                      <a:pt x="14" y="14"/>
                      <a:pt x="20" y="10"/>
                    </a:cubicBezTo>
                    <a:cubicBezTo>
                      <a:pt x="15" y="9"/>
                      <a:pt x="11" y="12"/>
                      <a:pt x="6" y="14"/>
                    </a:cubicBezTo>
                    <a:cubicBezTo>
                      <a:pt x="17" y="6"/>
                      <a:pt x="27" y="0"/>
                      <a:pt x="39" y="8"/>
                    </a:cubicBezTo>
                  </a:path>
                </a:pathLst>
              </a:custGeom>
              <a:solidFill>
                <a:srgbClr val="B087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5234" name="Freeform 101">
                <a:extLst>
                  <a:ext uri="{FF2B5EF4-FFF2-40B4-BE49-F238E27FC236}">
                    <a16:creationId xmlns:a16="http://schemas.microsoft.com/office/drawing/2014/main" id="{E957187F-7654-4E1D-AA6A-DD88718910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2" y="1393"/>
                <a:ext cx="126" cy="33"/>
              </a:xfrm>
              <a:custGeom>
                <a:avLst/>
                <a:gdLst>
                  <a:gd name="T0" fmla="*/ 0 w 65"/>
                  <a:gd name="T1" fmla="*/ 31 h 17"/>
                  <a:gd name="T2" fmla="*/ 473 w 65"/>
                  <a:gd name="T3" fmla="*/ 124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5" h="17">
                    <a:moveTo>
                      <a:pt x="0" y="4"/>
                    </a:moveTo>
                    <a:cubicBezTo>
                      <a:pt x="17" y="16"/>
                      <a:pt x="53" y="0"/>
                      <a:pt x="65" y="17"/>
                    </a:cubicBezTo>
                  </a:path>
                </a:pathLst>
              </a:custGeom>
              <a:noFill/>
              <a:ln w="9525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5235" name="Freeform 102">
                <a:extLst>
                  <a:ext uri="{FF2B5EF4-FFF2-40B4-BE49-F238E27FC236}">
                    <a16:creationId xmlns:a16="http://schemas.microsoft.com/office/drawing/2014/main" id="{E2F1A23E-FDCF-4BD9-9451-E7097421F2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9" y="1399"/>
                <a:ext cx="103" cy="25"/>
              </a:xfrm>
              <a:custGeom>
                <a:avLst/>
                <a:gdLst>
                  <a:gd name="T0" fmla="*/ 389 w 53"/>
                  <a:gd name="T1" fmla="*/ 0 h 13"/>
                  <a:gd name="T2" fmla="*/ 204 w 53"/>
                  <a:gd name="T3" fmla="*/ 48 h 13"/>
                  <a:gd name="T4" fmla="*/ 0 w 53"/>
                  <a:gd name="T5" fmla="*/ 92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3" h="13">
                    <a:moveTo>
                      <a:pt x="53" y="0"/>
                    </a:moveTo>
                    <a:cubicBezTo>
                      <a:pt x="51" y="5"/>
                      <a:pt x="35" y="6"/>
                      <a:pt x="28" y="7"/>
                    </a:cubicBezTo>
                    <a:cubicBezTo>
                      <a:pt x="18" y="9"/>
                      <a:pt x="9" y="10"/>
                      <a:pt x="0" y="13"/>
                    </a:cubicBezTo>
                  </a:path>
                </a:pathLst>
              </a:custGeom>
              <a:noFill/>
              <a:ln w="9525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5236" name="Freeform 103">
                <a:extLst>
                  <a:ext uri="{FF2B5EF4-FFF2-40B4-BE49-F238E27FC236}">
                    <a16:creationId xmlns:a16="http://schemas.microsoft.com/office/drawing/2014/main" id="{543B92ED-D628-4D10-A017-CF1625CE92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5" y="1439"/>
                <a:ext cx="41" cy="16"/>
              </a:xfrm>
              <a:custGeom>
                <a:avLst/>
                <a:gdLst>
                  <a:gd name="T0" fmla="*/ 0 w 21"/>
                  <a:gd name="T1" fmla="*/ 8 h 8"/>
                  <a:gd name="T2" fmla="*/ 156 w 21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8">
                    <a:moveTo>
                      <a:pt x="0" y="1"/>
                    </a:moveTo>
                    <a:cubicBezTo>
                      <a:pt x="7" y="8"/>
                      <a:pt x="13" y="6"/>
                      <a:pt x="21" y="0"/>
                    </a:cubicBezTo>
                  </a:path>
                </a:pathLst>
              </a:custGeom>
              <a:noFill/>
              <a:ln w="9525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5237" name="Freeform 104">
                <a:extLst>
                  <a:ext uri="{FF2B5EF4-FFF2-40B4-BE49-F238E27FC236}">
                    <a16:creationId xmlns:a16="http://schemas.microsoft.com/office/drawing/2014/main" id="{83221C2B-A781-4B78-BF51-DAFF45EB9E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7" y="1697"/>
                <a:ext cx="41" cy="17"/>
              </a:xfrm>
              <a:custGeom>
                <a:avLst/>
                <a:gdLst>
                  <a:gd name="T0" fmla="*/ 0 w 21"/>
                  <a:gd name="T1" fmla="*/ 53 h 9"/>
                  <a:gd name="T2" fmla="*/ 156 w 21"/>
                  <a:gd name="T3" fmla="*/ 6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9">
                    <a:moveTo>
                      <a:pt x="0" y="8"/>
                    </a:moveTo>
                    <a:cubicBezTo>
                      <a:pt x="8" y="7"/>
                      <a:pt x="14" y="0"/>
                      <a:pt x="21" y="9"/>
                    </a:cubicBezTo>
                  </a:path>
                </a:pathLst>
              </a:custGeom>
              <a:noFill/>
              <a:ln w="9525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5238" name="Freeform 105">
                <a:extLst>
                  <a:ext uri="{FF2B5EF4-FFF2-40B4-BE49-F238E27FC236}">
                    <a16:creationId xmlns:a16="http://schemas.microsoft.com/office/drawing/2014/main" id="{E1602DCC-FB1F-4FFF-B92B-3276E1989F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5" y="1530"/>
                <a:ext cx="19" cy="2"/>
              </a:xfrm>
              <a:custGeom>
                <a:avLst/>
                <a:gdLst>
                  <a:gd name="T0" fmla="*/ 0 w 10"/>
                  <a:gd name="T1" fmla="*/ 0 h 1"/>
                  <a:gd name="T2" fmla="*/ 68 w 10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1">
                    <a:moveTo>
                      <a:pt x="0" y="0"/>
                    </a:moveTo>
                    <a:cubicBezTo>
                      <a:pt x="3" y="1"/>
                      <a:pt x="7" y="0"/>
                      <a:pt x="10" y="1"/>
                    </a:cubicBezTo>
                  </a:path>
                </a:pathLst>
              </a:custGeom>
              <a:noFill/>
              <a:ln w="9525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5239" name="Freeform 106">
                <a:extLst>
                  <a:ext uri="{FF2B5EF4-FFF2-40B4-BE49-F238E27FC236}">
                    <a16:creationId xmlns:a16="http://schemas.microsoft.com/office/drawing/2014/main" id="{7802F912-65A0-4513-9FFA-6A63490FFC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7" y="1568"/>
                <a:ext cx="15" cy="1"/>
              </a:xfrm>
              <a:custGeom>
                <a:avLst/>
                <a:gdLst>
                  <a:gd name="T0" fmla="*/ 0 w 8"/>
                  <a:gd name="T1" fmla="*/ 0 h 1"/>
                  <a:gd name="T2" fmla="*/ 53 w 8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1">
                    <a:moveTo>
                      <a:pt x="0" y="0"/>
                    </a:moveTo>
                    <a:cubicBezTo>
                      <a:pt x="0" y="0"/>
                      <a:pt x="5" y="0"/>
                      <a:pt x="8" y="0"/>
                    </a:cubicBezTo>
                  </a:path>
                </a:pathLst>
              </a:custGeom>
              <a:noFill/>
              <a:ln w="9525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5240" name="Freeform 107">
                <a:extLst>
                  <a:ext uri="{FF2B5EF4-FFF2-40B4-BE49-F238E27FC236}">
                    <a16:creationId xmlns:a16="http://schemas.microsoft.com/office/drawing/2014/main" id="{89520436-FBEC-4166-B0CE-0A33408BC3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1" y="1610"/>
                <a:ext cx="21" cy="4"/>
              </a:xfrm>
              <a:custGeom>
                <a:avLst/>
                <a:gdLst>
                  <a:gd name="T0" fmla="*/ 0 w 11"/>
                  <a:gd name="T1" fmla="*/ 0 h 2"/>
                  <a:gd name="T2" fmla="*/ 76 w 11"/>
                  <a:gd name="T3" fmla="*/ 16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2">
                    <a:moveTo>
                      <a:pt x="0" y="0"/>
                    </a:moveTo>
                    <a:cubicBezTo>
                      <a:pt x="4" y="0"/>
                      <a:pt x="7" y="2"/>
                      <a:pt x="11" y="2"/>
                    </a:cubicBezTo>
                  </a:path>
                </a:pathLst>
              </a:custGeom>
              <a:noFill/>
              <a:ln w="9525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5241" name="Freeform 108">
                <a:extLst>
                  <a:ext uri="{FF2B5EF4-FFF2-40B4-BE49-F238E27FC236}">
                    <a16:creationId xmlns:a16="http://schemas.microsoft.com/office/drawing/2014/main" id="{C43EBC21-09F1-405A-8ECC-2BBB4F1E09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7" y="1845"/>
                <a:ext cx="61" cy="21"/>
              </a:xfrm>
              <a:custGeom>
                <a:avLst/>
                <a:gdLst>
                  <a:gd name="T0" fmla="*/ 16 w 31"/>
                  <a:gd name="T1" fmla="*/ 61 h 11"/>
                  <a:gd name="T2" fmla="*/ 0 w 31"/>
                  <a:gd name="T3" fmla="*/ 76 h 11"/>
                  <a:gd name="T4" fmla="*/ 236 w 31"/>
                  <a:gd name="T5" fmla="*/ 61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1" h="11">
                    <a:moveTo>
                      <a:pt x="2" y="9"/>
                    </a:moveTo>
                    <a:cubicBezTo>
                      <a:pt x="1" y="9"/>
                      <a:pt x="1" y="10"/>
                      <a:pt x="0" y="11"/>
                    </a:cubicBezTo>
                    <a:cubicBezTo>
                      <a:pt x="6" y="1"/>
                      <a:pt x="25" y="0"/>
                      <a:pt x="31" y="9"/>
                    </a:cubicBezTo>
                  </a:path>
                </a:pathLst>
              </a:custGeom>
              <a:noFill/>
              <a:ln w="9525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5242" name="Freeform 109">
                <a:extLst>
                  <a:ext uri="{FF2B5EF4-FFF2-40B4-BE49-F238E27FC236}">
                    <a16:creationId xmlns:a16="http://schemas.microsoft.com/office/drawing/2014/main" id="{16C1FE27-A4E0-4243-B7B4-E80DF0A618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6" y="2068"/>
                <a:ext cx="21" cy="4"/>
              </a:xfrm>
              <a:custGeom>
                <a:avLst/>
                <a:gdLst>
                  <a:gd name="T0" fmla="*/ 76 w 11"/>
                  <a:gd name="T1" fmla="*/ 0 h 2"/>
                  <a:gd name="T2" fmla="*/ 0 w 11"/>
                  <a:gd name="T3" fmla="*/ 16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2">
                    <a:moveTo>
                      <a:pt x="11" y="0"/>
                    </a:moveTo>
                    <a:cubicBezTo>
                      <a:pt x="7" y="1"/>
                      <a:pt x="4" y="2"/>
                      <a:pt x="0" y="2"/>
                    </a:cubicBezTo>
                  </a:path>
                </a:pathLst>
              </a:custGeom>
              <a:noFill/>
              <a:ln w="9525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5243" name="Freeform 110">
                <a:extLst>
                  <a:ext uri="{FF2B5EF4-FFF2-40B4-BE49-F238E27FC236}">
                    <a16:creationId xmlns:a16="http://schemas.microsoft.com/office/drawing/2014/main" id="{035EE447-0A7B-44C2-8CEE-2DD0C3DC8C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6" y="2441"/>
                <a:ext cx="14" cy="16"/>
              </a:xfrm>
              <a:custGeom>
                <a:avLst/>
                <a:gdLst>
                  <a:gd name="T0" fmla="*/ 56 w 7"/>
                  <a:gd name="T1" fmla="*/ 64 h 8"/>
                  <a:gd name="T2" fmla="*/ 0 w 7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8">
                    <a:moveTo>
                      <a:pt x="7" y="8"/>
                    </a:moveTo>
                    <a:cubicBezTo>
                      <a:pt x="4" y="6"/>
                      <a:pt x="2" y="4"/>
                      <a:pt x="0" y="0"/>
                    </a:cubicBezTo>
                  </a:path>
                </a:pathLst>
              </a:custGeom>
              <a:noFill/>
              <a:ln w="9525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5244" name="Freeform 111">
                <a:extLst>
                  <a:ext uri="{FF2B5EF4-FFF2-40B4-BE49-F238E27FC236}">
                    <a16:creationId xmlns:a16="http://schemas.microsoft.com/office/drawing/2014/main" id="{3EEE679C-37FB-47B1-86DB-72FD82E11D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2" y="2443"/>
                <a:ext cx="16" cy="14"/>
              </a:xfrm>
              <a:custGeom>
                <a:avLst/>
                <a:gdLst>
                  <a:gd name="T0" fmla="*/ 0 w 8"/>
                  <a:gd name="T1" fmla="*/ 56 h 7"/>
                  <a:gd name="T2" fmla="*/ 64 w 8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7">
                    <a:moveTo>
                      <a:pt x="0" y="7"/>
                    </a:moveTo>
                    <a:cubicBezTo>
                      <a:pt x="4" y="7"/>
                      <a:pt x="6" y="3"/>
                      <a:pt x="8" y="0"/>
                    </a:cubicBezTo>
                  </a:path>
                </a:pathLst>
              </a:custGeom>
              <a:noFill/>
              <a:ln w="9525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5245" name="Freeform 112">
                <a:extLst>
                  <a:ext uri="{FF2B5EF4-FFF2-40B4-BE49-F238E27FC236}">
                    <a16:creationId xmlns:a16="http://schemas.microsoft.com/office/drawing/2014/main" id="{F5F638A2-CF47-4641-BB22-E2E0B966F0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0" y="3068"/>
                <a:ext cx="55" cy="106"/>
              </a:xfrm>
              <a:custGeom>
                <a:avLst/>
                <a:gdLst>
                  <a:gd name="T0" fmla="*/ 0 w 28"/>
                  <a:gd name="T1" fmla="*/ 29 h 55"/>
                  <a:gd name="T2" fmla="*/ 165 w 28"/>
                  <a:gd name="T3" fmla="*/ 15 h 55"/>
                  <a:gd name="T4" fmla="*/ 189 w 28"/>
                  <a:gd name="T5" fmla="*/ 77 h 55"/>
                  <a:gd name="T6" fmla="*/ 204 w 28"/>
                  <a:gd name="T7" fmla="*/ 179 h 55"/>
                  <a:gd name="T8" fmla="*/ 196 w 28"/>
                  <a:gd name="T9" fmla="*/ 316 h 55"/>
                  <a:gd name="T10" fmla="*/ 159 w 28"/>
                  <a:gd name="T11" fmla="*/ 393 h 5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8" h="55">
                    <a:moveTo>
                      <a:pt x="0" y="4"/>
                    </a:moveTo>
                    <a:cubicBezTo>
                      <a:pt x="2" y="0"/>
                      <a:pt x="18" y="2"/>
                      <a:pt x="22" y="2"/>
                    </a:cubicBezTo>
                    <a:cubicBezTo>
                      <a:pt x="23" y="5"/>
                      <a:pt x="25" y="8"/>
                      <a:pt x="25" y="11"/>
                    </a:cubicBezTo>
                    <a:cubicBezTo>
                      <a:pt x="27" y="16"/>
                      <a:pt x="27" y="20"/>
                      <a:pt x="27" y="25"/>
                    </a:cubicBezTo>
                    <a:cubicBezTo>
                      <a:pt x="28" y="31"/>
                      <a:pt x="28" y="38"/>
                      <a:pt x="26" y="44"/>
                    </a:cubicBezTo>
                    <a:cubicBezTo>
                      <a:pt x="25" y="47"/>
                      <a:pt x="24" y="54"/>
                      <a:pt x="21" y="55"/>
                    </a:cubicBezTo>
                  </a:path>
                </a:pathLst>
              </a:custGeom>
              <a:noFill/>
              <a:ln w="6350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5246" name="Freeform 113">
                <a:extLst>
                  <a:ext uri="{FF2B5EF4-FFF2-40B4-BE49-F238E27FC236}">
                    <a16:creationId xmlns:a16="http://schemas.microsoft.com/office/drawing/2014/main" id="{6B4BD482-64E9-457A-B09B-BE575E05AF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1" y="3074"/>
                <a:ext cx="53" cy="102"/>
              </a:xfrm>
              <a:custGeom>
                <a:avLst/>
                <a:gdLst>
                  <a:gd name="T0" fmla="*/ 204 w 27"/>
                  <a:gd name="T1" fmla="*/ 0 h 53"/>
                  <a:gd name="T2" fmla="*/ 100 w 27"/>
                  <a:gd name="T3" fmla="*/ 15 h 53"/>
                  <a:gd name="T4" fmla="*/ 53 w 27"/>
                  <a:gd name="T5" fmla="*/ 77 h 53"/>
                  <a:gd name="T6" fmla="*/ 104 w 27"/>
                  <a:gd name="T7" fmla="*/ 377 h 5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7" h="53">
                    <a:moveTo>
                      <a:pt x="27" y="0"/>
                    </a:moveTo>
                    <a:cubicBezTo>
                      <a:pt x="25" y="3"/>
                      <a:pt x="16" y="0"/>
                      <a:pt x="13" y="2"/>
                    </a:cubicBezTo>
                    <a:cubicBezTo>
                      <a:pt x="8" y="3"/>
                      <a:pt x="8" y="6"/>
                      <a:pt x="7" y="11"/>
                    </a:cubicBezTo>
                    <a:cubicBezTo>
                      <a:pt x="5" y="22"/>
                      <a:pt x="0" y="50"/>
                      <a:pt x="14" y="53"/>
                    </a:cubicBezTo>
                  </a:path>
                </a:pathLst>
              </a:custGeom>
              <a:noFill/>
              <a:ln w="6350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5247" name="Freeform 114">
                <a:extLst>
                  <a:ext uri="{FF2B5EF4-FFF2-40B4-BE49-F238E27FC236}">
                    <a16:creationId xmlns:a16="http://schemas.microsoft.com/office/drawing/2014/main" id="{4D62CBC2-9839-4E68-A694-E9B53A2C77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8" y="3756"/>
                <a:ext cx="14" cy="49"/>
              </a:xfrm>
              <a:custGeom>
                <a:avLst/>
                <a:gdLst>
                  <a:gd name="T0" fmla="*/ 0 w 7"/>
                  <a:gd name="T1" fmla="*/ 188 h 25"/>
                  <a:gd name="T2" fmla="*/ 32 w 7"/>
                  <a:gd name="T3" fmla="*/ 104 h 25"/>
                  <a:gd name="T4" fmla="*/ 56 w 7"/>
                  <a:gd name="T5" fmla="*/ 0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25">
                    <a:moveTo>
                      <a:pt x="0" y="25"/>
                    </a:moveTo>
                    <a:cubicBezTo>
                      <a:pt x="2" y="23"/>
                      <a:pt x="2" y="17"/>
                      <a:pt x="4" y="14"/>
                    </a:cubicBezTo>
                    <a:cubicBezTo>
                      <a:pt x="6" y="10"/>
                      <a:pt x="6" y="5"/>
                      <a:pt x="7" y="0"/>
                    </a:cubicBezTo>
                  </a:path>
                </a:pathLst>
              </a:custGeom>
              <a:noFill/>
              <a:ln w="9525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5248" name="Freeform 115">
                <a:extLst>
                  <a:ext uri="{FF2B5EF4-FFF2-40B4-BE49-F238E27FC236}">
                    <a16:creationId xmlns:a16="http://schemas.microsoft.com/office/drawing/2014/main" id="{A2601581-7CAB-4C7F-B25F-17B74A6DE2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1" y="3728"/>
                <a:ext cx="18" cy="52"/>
              </a:xfrm>
              <a:custGeom>
                <a:avLst/>
                <a:gdLst>
                  <a:gd name="T0" fmla="*/ 8 w 9"/>
                  <a:gd name="T1" fmla="*/ 0 h 27"/>
                  <a:gd name="T2" fmla="*/ 0 w 9"/>
                  <a:gd name="T3" fmla="*/ 116 h 27"/>
                  <a:gd name="T4" fmla="*/ 72 w 9"/>
                  <a:gd name="T5" fmla="*/ 193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27">
                    <a:moveTo>
                      <a:pt x="1" y="0"/>
                    </a:moveTo>
                    <a:cubicBezTo>
                      <a:pt x="1" y="5"/>
                      <a:pt x="1" y="11"/>
                      <a:pt x="0" y="16"/>
                    </a:cubicBezTo>
                    <a:cubicBezTo>
                      <a:pt x="0" y="22"/>
                      <a:pt x="4" y="25"/>
                      <a:pt x="9" y="27"/>
                    </a:cubicBezTo>
                  </a:path>
                </a:pathLst>
              </a:custGeom>
              <a:noFill/>
              <a:ln w="9525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5249" name="Freeform 116">
                <a:extLst>
                  <a:ext uri="{FF2B5EF4-FFF2-40B4-BE49-F238E27FC236}">
                    <a16:creationId xmlns:a16="http://schemas.microsoft.com/office/drawing/2014/main" id="{5CCE33BC-E419-4795-B144-D25AEEE82C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7" y="3733"/>
                <a:ext cx="21" cy="52"/>
              </a:xfrm>
              <a:custGeom>
                <a:avLst/>
                <a:gdLst>
                  <a:gd name="T0" fmla="*/ 55 w 11"/>
                  <a:gd name="T1" fmla="*/ 0 h 27"/>
                  <a:gd name="T2" fmla="*/ 55 w 11"/>
                  <a:gd name="T3" fmla="*/ 116 h 27"/>
                  <a:gd name="T4" fmla="*/ 0 w 11"/>
                  <a:gd name="T5" fmla="*/ 193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27">
                    <a:moveTo>
                      <a:pt x="8" y="0"/>
                    </a:moveTo>
                    <a:cubicBezTo>
                      <a:pt x="6" y="4"/>
                      <a:pt x="11" y="11"/>
                      <a:pt x="8" y="16"/>
                    </a:cubicBezTo>
                    <a:cubicBezTo>
                      <a:pt x="7" y="20"/>
                      <a:pt x="3" y="24"/>
                      <a:pt x="0" y="27"/>
                    </a:cubicBezTo>
                  </a:path>
                </a:pathLst>
              </a:custGeom>
              <a:noFill/>
              <a:ln w="9525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5250" name="Freeform 117">
                <a:extLst>
                  <a:ext uri="{FF2B5EF4-FFF2-40B4-BE49-F238E27FC236}">
                    <a16:creationId xmlns:a16="http://schemas.microsoft.com/office/drawing/2014/main" id="{0DE87864-EA6B-4676-B8F6-52E2787399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1" y="3774"/>
                <a:ext cx="15" cy="34"/>
              </a:xfrm>
              <a:custGeom>
                <a:avLst/>
                <a:gdLst>
                  <a:gd name="T0" fmla="*/ 53 w 8"/>
                  <a:gd name="T1" fmla="*/ 121 h 18"/>
                  <a:gd name="T2" fmla="*/ 0 w 8"/>
                  <a:gd name="T3" fmla="*/ 0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18">
                    <a:moveTo>
                      <a:pt x="8" y="18"/>
                    </a:moveTo>
                    <a:cubicBezTo>
                      <a:pt x="4" y="13"/>
                      <a:pt x="4" y="5"/>
                      <a:pt x="0" y="0"/>
                    </a:cubicBezTo>
                  </a:path>
                </a:pathLst>
              </a:custGeom>
              <a:noFill/>
              <a:ln w="9525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5251" name="Freeform 118">
                <a:extLst>
                  <a:ext uri="{FF2B5EF4-FFF2-40B4-BE49-F238E27FC236}">
                    <a16:creationId xmlns:a16="http://schemas.microsoft.com/office/drawing/2014/main" id="{D57FB4E4-E08D-4CD2-BFEC-99603EF5AB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8" y="2208"/>
                <a:ext cx="82" cy="100"/>
              </a:xfrm>
              <a:custGeom>
                <a:avLst/>
                <a:gdLst>
                  <a:gd name="T0" fmla="*/ 0 w 42"/>
                  <a:gd name="T1" fmla="*/ 0 h 52"/>
                  <a:gd name="T2" fmla="*/ 133 w 42"/>
                  <a:gd name="T3" fmla="*/ 208 h 52"/>
                  <a:gd name="T4" fmla="*/ 312 w 42"/>
                  <a:gd name="T5" fmla="*/ 369 h 5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2" h="52">
                    <a:moveTo>
                      <a:pt x="0" y="0"/>
                    </a:moveTo>
                    <a:cubicBezTo>
                      <a:pt x="7" y="8"/>
                      <a:pt x="11" y="20"/>
                      <a:pt x="18" y="29"/>
                    </a:cubicBezTo>
                    <a:cubicBezTo>
                      <a:pt x="25" y="38"/>
                      <a:pt x="34" y="44"/>
                      <a:pt x="42" y="52"/>
                    </a:cubicBezTo>
                  </a:path>
                </a:pathLst>
              </a:custGeom>
              <a:noFill/>
              <a:ln w="6350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5252" name="Freeform 119">
                <a:extLst>
                  <a:ext uri="{FF2B5EF4-FFF2-40B4-BE49-F238E27FC236}">
                    <a16:creationId xmlns:a16="http://schemas.microsoft.com/office/drawing/2014/main" id="{F465E542-8AF6-4070-9E79-99B0ACD633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3" y="2057"/>
                <a:ext cx="27" cy="36"/>
              </a:xfrm>
              <a:custGeom>
                <a:avLst/>
                <a:gdLst>
                  <a:gd name="T0" fmla="*/ 93 w 14"/>
                  <a:gd name="T1" fmla="*/ 47 h 19"/>
                  <a:gd name="T2" fmla="*/ 8 w 14"/>
                  <a:gd name="T3" fmla="*/ 47 h 19"/>
                  <a:gd name="T4" fmla="*/ 56 w 14"/>
                  <a:gd name="T5" fmla="*/ 129 h 19"/>
                  <a:gd name="T6" fmla="*/ 44 w 14"/>
                  <a:gd name="T7" fmla="*/ 61 h 19"/>
                  <a:gd name="T8" fmla="*/ 79 w 14"/>
                  <a:gd name="T9" fmla="*/ 83 h 19"/>
                  <a:gd name="T10" fmla="*/ 93 w 14"/>
                  <a:gd name="T11" fmla="*/ 47 h 1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" h="19">
                    <a:moveTo>
                      <a:pt x="13" y="7"/>
                    </a:moveTo>
                    <a:cubicBezTo>
                      <a:pt x="14" y="0"/>
                      <a:pt x="3" y="2"/>
                      <a:pt x="1" y="7"/>
                    </a:cubicBezTo>
                    <a:cubicBezTo>
                      <a:pt x="0" y="13"/>
                      <a:pt x="4" y="17"/>
                      <a:pt x="8" y="19"/>
                    </a:cubicBezTo>
                    <a:cubicBezTo>
                      <a:pt x="7" y="18"/>
                      <a:pt x="0" y="8"/>
                      <a:pt x="6" y="9"/>
                    </a:cubicBezTo>
                    <a:cubicBezTo>
                      <a:pt x="7" y="9"/>
                      <a:pt x="8" y="13"/>
                      <a:pt x="11" y="12"/>
                    </a:cubicBezTo>
                    <a:cubicBezTo>
                      <a:pt x="13" y="11"/>
                      <a:pt x="14" y="8"/>
                      <a:pt x="13" y="7"/>
                    </a:cubicBezTo>
                  </a:path>
                </a:pathLst>
              </a:custGeom>
              <a:solidFill>
                <a:srgbClr val="4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5253" name="Freeform 120">
                <a:extLst>
                  <a:ext uri="{FF2B5EF4-FFF2-40B4-BE49-F238E27FC236}">
                    <a16:creationId xmlns:a16="http://schemas.microsoft.com/office/drawing/2014/main" id="{78D13DEB-E70C-4B0B-ADFA-2622A8A0F7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2" y="958"/>
                <a:ext cx="85" cy="27"/>
              </a:xfrm>
              <a:custGeom>
                <a:avLst/>
                <a:gdLst>
                  <a:gd name="T0" fmla="*/ 0 w 44"/>
                  <a:gd name="T1" fmla="*/ 85 h 14"/>
                  <a:gd name="T2" fmla="*/ 317 w 44"/>
                  <a:gd name="T3" fmla="*/ 100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4" h="14">
                    <a:moveTo>
                      <a:pt x="0" y="12"/>
                    </a:moveTo>
                    <a:cubicBezTo>
                      <a:pt x="0" y="12"/>
                      <a:pt x="29" y="0"/>
                      <a:pt x="44" y="14"/>
                    </a:cubicBezTo>
                  </a:path>
                </a:pathLst>
              </a:custGeom>
              <a:noFill/>
              <a:ln w="11113" cap="rnd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5254" name="Freeform 121">
                <a:extLst>
                  <a:ext uri="{FF2B5EF4-FFF2-40B4-BE49-F238E27FC236}">
                    <a16:creationId xmlns:a16="http://schemas.microsoft.com/office/drawing/2014/main" id="{DB88035C-4489-41E8-8097-F30763DCFC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7" y="958"/>
                <a:ext cx="87" cy="27"/>
              </a:xfrm>
              <a:custGeom>
                <a:avLst/>
                <a:gdLst>
                  <a:gd name="T0" fmla="*/ 325 w 45"/>
                  <a:gd name="T1" fmla="*/ 85 h 14"/>
                  <a:gd name="T2" fmla="*/ 0 w 45"/>
                  <a:gd name="T3" fmla="*/ 100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5" h="14">
                    <a:moveTo>
                      <a:pt x="45" y="12"/>
                    </a:moveTo>
                    <a:cubicBezTo>
                      <a:pt x="45" y="12"/>
                      <a:pt x="15" y="0"/>
                      <a:pt x="0" y="14"/>
                    </a:cubicBezTo>
                  </a:path>
                </a:pathLst>
              </a:custGeom>
              <a:noFill/>
              <a:ln w="11113" cap="rnd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5255" name="Freeform 122">
                <a:extLst>
                  <a:ext uri="{FF2B5EF4-FFF2-40B4-BE49-F238E27FC236}">
                    <a16:creationId xmlns:a16="http://schemas.microsoft.com/office/drawing/2014/main" id="{FF8C6FA0-EADC-4887-9594-A20AA19EDC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6" y="1089"/>
                <a:ext cx="41" cy="37"/>
              </a:xfrm>
              <a:custGeom>
                <a:avLst/>
                <a:gdLst>
                  <a:gd name="T0" fmla="*/ 156 w 21"/>
                  <a:gd name="T1" fmla="*/ 0 h 19"/>
                  <a:gd name="T2" fmla="*/ 0 w 21"/>
                  <a:gd name="T3" fmla="*/ 140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19">
                    <a:moveTo>
                      <a:pt x="21" y="0"/>
                    </a:moveTo>
                    <a:cubicBezTo>
                      <a:pt x="16" y="8"/>
                      <a:pt x="6" y="13"/>
                      <a:pt x="0" y="19"/>
                    </a:cubicBezTo>
                  </a:path>
                </a:pathLst>
              </a:custGeom>
              <a:noFill/>
              <a:ln w="3175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5256" name="Freeform 123">
                <a:extLst>
                  <a:ext uri="{FF2B5EF4-FFF2-40B4-BE49-F238E27FC236}">
                    <a16:creationId xmlns:a16="http://schemas.microsoft.com/office/drawing/2014/main" id="{617E4F46-E728-4C0A-93C1-E368E917F4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1" y="1087"/>
                <a:ext cx="27" cy="35"/>
              </a:xfrm>
              <a:custGeom>
                <a:avLst/>
                <a:gdLst>
                  <a:gd name="T0" fmla="*/ 0 w 14"/>
                  <a:gd name="T1" fmla="*/ 0 h 18"/>
                  <a:gd name="T2" fmla="*/ 100 w 14"/>
                  <a:gd name="T3" fmla="*/ 132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18">
                    <a:moveTo>
                      <a:pt x="0" y="0"/>
                    </a:moveTo>
                    <a:cubicBezTo>
                      <a:pt x="2" y="7"/>
                      <a:pt x="11" y="11"/>
                      <a:pt x="14" y="18"/>
                    </a:cubicBezTo>
                  </a:path>
                </a:pathLst>
              </a:custGeom>
              <a:noFill/>
              <a:ln w="3175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5257" name="Freeform 124">
                <a:extLst>
                  <a:ext uri="{FF2B5EF4-FFF2-40B4-BE49-F238E27FC236}">
                    <a16:creationId xmlns:a16="http://schemas.microsoft.com/office/drawing/2014/main" id="{D0ADA905-4A97-4C18-8404-5159306FEF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1" y="843"/>
                <a:ext cx="136" cy="146"/>
              </a:xfrm>
              <a:custGeom>
                <a:avLst/>
                <a:gdLst>
                  <a:gd name="T0" fmla="*/ 484 w 70"/>
                  <a:gd name="T1" fmla="*/ 0 h 76"/>
                  <a:gd name="T2" fmla="*/ 427 w 70"/>
                  <a:gd name="T3" fmla="*/ 136 h 76"/>
                  <a:gd name="T4" fmla="*/ 295 w 70"/>
                  <a:gd name="T5" fmla="*/ 225 h 76"/>
                  <a:gd name="T6" fmla="*/ 117 w 70"/>
                  <a:gd name="T7" fmla="*/ 361 h 76"/>
                  <a:gd name="T8" fmla="*/ 0 w 70"/>
                  <a:gd name="T9" fmla="*/ 538 h 76"/>
                  <a:gd name="T10" fmla="*/ 196 w 70"/>
                  <a:gd name="T11" fmla="*/ 369 h 76"/>
                  <a:gd name="T12" fmla="*/ 433 w 70"/>
                  <a:gd name="T13" fmla="*/ 248 h 76"/>
                  <a:gd name="T14" fmla="*/ 513 w 70"/>
                  <a:gd name="T15" fmla="*/ 108 h 76"/>
                  <a:gd name="T16" fmla="*/ 492 w 70"/>
                  <a:gd name="T17" fmla="*/ 15 h 7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0" h="76">
                    <a:moveTo>
                      <a:pt x="66" y="0"/>
                    </a:moveTo>
                    <a:cubicBezTo>
                      <a:pt x="64" y="7"/>
                      <a:pt x="63" y="13"/>
                      <a:pt x="58" y="19"/>
                    </a:cubicBezTo>
                    <a:cubicBezTo>
                      <a:pt x="53" y="25"/>
                      <a:pt x="46" y="28"/>
                      <a:pt x="40" y="32"/>
                    </a:cubicBezTo>
                    <a:cubicBezTo>
                      <a:pt x="31" y="38"/>
                      <a:pt x="23" y="43"/>
                      <a:pt x="16" y="51"/>
                    </a:cubicBezTo>
                    <a:cubicBezTo>
                      <a:pt x="9" y="59"/>
                      <a:pt x="5" y="67"/>
                      <a:pt x="0" y="76"/>
                    </a:cubicBezTo>
                    <a:cubicBezTo>
                      <a:pt x="7" y="66"/>
                      <a:pt x="17" y="58"/>
                      <a:pt x="27" y="52"/>
                    </a:cubicBezTo>
                    <a:cubicBezTo>
                      <a:pt x="37" y="46"/>
                      <a:pt x="49" y="42"/>
                      <a:pt x="59" y="35"/>
                    </a:cubicBezTo>
                    <a:cubicBezTo>
                      <a:pt x="65" y="30"/>
                      <a:pt x="69" y="23"/>
                      <a:pt x="70" y="15"/>
                    </a:cubicBezTo>
                    <a:cubicBezTo>
                      <a:pt x="70" y="12"/>
                      <a:pt x="70" y="4"/>
                      <a:pt x="67" y="2"/>
                    </a:cubicBezTo>
                  </a:path>
                </a:pathLst>
              </a:custGeom>
              <a:solidFill>
                <a:srgbClr val="F6E9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5258" name="Freeform 125">
                <a:extLst>
                  <a:ext uri="{FF2B5EF4-FFF2-40B4-BE49-F238E27FC236}">
                    <a16:creationId xmlns:a16="http://schemas.microsoft.com/office/drawing/2014/main" id="{F449C777-4FF7-4D53-A8D3-2C8162B454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2" y="847"/>
                <a:ext cx="118" cy="65"/>
              </a:xfrm>
              <a:custGeom>
                <a:avLst/>
                <a:gdLst>
                  <a:gd name="T0" fmla="*/ 37 w 61"/>
                  <a:gd name="T1" fmla="*/ 0 h 34"/>
                  <a:gd name="T2" fmla="*/ 124 w 61"/>
                  <a:gd name="T3" fmla="*/ 84 h 34"/>
                  <a:gd name="T4" fmla="*/ 240 w 61"/>
                  <a:gd name="T5" fmla="*/ 132 h 34"/>
                  <a:gd name="T6" fmla="*/ 340 w 61"/>
                  <a:gd name="T7" fmla="*/ 168 h 34"/>
                  <a:gd name="T8" fmla="*/ 441 w 61"/>
                  <a:gd name="T9" fmla="*/ 237 h 34"/>
                  <a:gd name="T10" fmla="*/ 304 w 61"/>
                  <a:gd name="T11" fmla="*/ 184 h 34"/>
                  <a:gd name="T12" fmla="*/ 172 w 61"/>
                  <a:gd name="T13" fmla="*/ 132 h 34"/>
                  <a:gd name="T14" fmla="*/ 85 w 61"/>
                  <a:gd name="T15" fmla="*/ 120 h 34"/>
                  <a:gd name="T16" fmla="*/ 15 w 61"/>
                  <a:gd name="T17" fmla="*/ 153 h 34"/>
                  <a:gd name="T18" fmla="*/ 23 w 61"/>
                  <a:gd name="T19" fmla="*/ 92 h 34"/>
                  <a:gd name="T20" fmla="*/ 23 w 61"/>
                  <a:gd name="T21" fmla="*/ 36 h 3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1" h="34">
                    <a:moveTo>
                      <a:pt x="5" y="0"/>
                    </a:moveTo>
                    <a:cubicBezTo>
                      <a:pt x="4" y="2"/>
                      <a:pt x="14" y="10"/>
                      <a:pt x="17" y="12"/>
                    </a:cubicBezTo>
                    <a:cubicBezTo>
                      <a:pt x="22" y="16"/>
                      <a:pt x="27" y="17"/>
                      <a:pt x="33" y="19"/>
                    </a:cubicBezTo>
                    <a:cubicBezTo>
                      <a:pt x="38" y="20"/>
                      <a:pt x="42" y="22"/>
                      <a:pt x="47" y="24"/>
                    </a:cubicBezTo>
                    <a:cubicBezTo>
                      <a:pt x="53" y="27"/>
                      <a:pt x="56" y="30"/>
                      <a:pt x="61" y="34"/>
                    </a:cubicBezTo>
                    <a:cubicBezTo>
                      <a:pt x="56" y="34"/>
                      <a:pt x="47" y="28"/>
                      <a:pt x="42" y="26"/>
                    </a:cubicBezTo>
                    <a:cubicBezTo>
                      <a:pt x="36" y="23"/>
                      <a:pt x="31" y="21"/>
                      <a:pt x="24" y="19"/>
                    </a:cubicBezTo>
                    <a:cubicBezTo>
                      <a:pt x="21" y="18"/>
                      <a:pt x="16" y="17"/>
                      <a:pt x="12" y="17"/>
                    </a:cubicBezTo>
                    <a:cubicBezTo>
                      <a:pt x="7" y="17"/>
                      <a:pt x="5" y="20"/>
                      <a:pt x="2" y="22"/>
                    </a:cubicBezTo>
                    <a:cubicBezTo>
                      <a:pt x="0" y="19"/>
                      <a:pt x="2" y="16"/>
                      <a:pt x="3" y="13"/>
                    </a:cubicBezTo>
                    <a:cubicBezTo>
                      <a:pt x="3" y="11"/>
                      <a:pt x="3" y="7"/>
                      <a:pt x="3" y="5"/>
                    </a:cubicBezTo>
                  </a:path>
                </a:pathLst>
              </a:custGeom>
              <a:solidFill>
                <a:srgbClr val="F6E9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5259" name="Freeform 126">
                <a:extLst>
                  <a:ext uri="{FF2B5EF4-FFF2-40B4-BE49-F238E27FC236}">
                    <a16:creationId xmlns:a16="http://schemas.microsoft.com/office/drawing/2014/main" id="{364D802D-6CA8-45A6-B8B3-10CB947054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9" y="982"/>
                <a:ext cx="42" cy="90"/>
              </a:xfrm>
              <a:custGeom>
                <a:avLst/>
                <a:gdLst>
                  <a:gd name="T0" fmla="*/ 29 w 22"/>
                  <a:gd name="T1" fmla="*/ 0 h 47"/>
                  <a:gd name="T2" fmla="*/ 132 w 22"/>
                  <a:gd name="T3" fmla="*/ 140 h 47"/>
                  <a:gd name="T4" fmla="*/ 145 w 22"/>
                  <a:gd name="T5" fmla="*/ 237 h 47"/>
                  <a:gd name="T6" fmla="*/ 153 w 22"/>
                  <a:gd name="T7" fmla="*/ 329 h 47"/>
                  <a:gd name="T8" fmla="*/ 105 w 22"/>
                  <a:gd name="T9" fmla="*/ 260 h 47"/>
                  <a:gd name="T10" fmla="*/ 92 w 22"/>
                  <a:gd name="T11" fmla="*/ 184 h 47"/>
                  <a:gd name="T12" fmla="*/ 55 w 22"/>
                  <a:gd name="T13" fmla="*/ 107 h 47"/>
                  <a:gd name="T14" fmla="*/ 15 w 22"/>
                  <a:gd name="T15" fmla="*/ 56 h 47"/>
                  <a:gd name="T16" fmla="*/ 15 w 22"/>
                  <a:gd name="T17" fmla="*/ 8 h 4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2" h="47">
                    <a:moveTo>
                      <a:pt x="4" y="0"/>
                    </a:moveTo>
                    <a:cubicBezTo>
                      <a:pt x="13" y="2"/>
                      <a:pt x="16" y="9"/>
                      <a:pt x="19" y="20"/>
                    </a:cubicBezTo>
                    <a:cubicBezTo>
                      <a:pt x="20" y="25"/>
                      <a:pt x="21" y="28"/>
                      <a:pt x="21" y="34"/>
                    </a:cubicBezTo>
                    <a:cubicBezTo>
                      <a:pt x="22" y="38"/>
                      <a:pt x="22" y="44"/>
                      <a:pt x="22" y="47"/>
                    </a:cubicBezTo>
                    <a:cubicBezTo>
                      <a:pt x="22" y="44"/>
                      <a:pt x="15" y="40"/>
                      <a:pt x="15" y="37"/>
                    </a:cubicBezTo>
                    <a:cubicBezTo>
                      <a:pt x="15" y="33"/>
                      <a:pt x="14" y="30"/>
                      <a:pt x="13" y="26"/>
                    </a:cubicBezTo>
                    <a:cubicBezTo>
                      <a:pt x="13" y="22"/>
                      <a:pt x="10" y="18"/>
                      <a:pt x="8" y="15"/>
                    </a:cubicBezTo>
                    <a:cubicBezTo>
                      <a:pt x="6" y="12"/>
                      <a:pt x="4" y="11"/>
                      <a:pt x="2" y="8"/>
                    </a:cubicBezTo>
                    <a:cubicBezTo>
                      <a:pt x="0" y="6"/>
                      <a:pt x="1" y="3"/>
                      <a:pt x="2" y="1"/>
                    </a:cubicBezTo>
                  </a:path>
                </a:pathLst>
              </a:custGeom>
              <a:solidFill>
                <a:srgbClr val="F6E9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5260" name="Freeform 127">
                <a:extLst>
                  <a:ext uri="{FF2B5EF4-FFF2-40B4-BE49-F238E27FC236}">
                    <a16:creationId xmlns:a16="http://schemas.microsoft.com/office/drawing/2014/main" id="{7DF90A04-9868-4436-85A6-8750607A46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8" y="1080"/>
                <a:ext cx="27" cy="38"/>
              </a:xfrm>
              <a:custGeom>
                <a:avLst/>
                <a:gdLst>
                  <a:gd name="T0" fmla="*/ 52 w 14"/>
                  <a:gd name="T1" fmla="*/ 8 h 20"/>
                  <a:gd name="T2" fmla="*/ 52 w 14"/>
                  <a:gd name="T3" fmla="*/ 76 h 20"/>
                  <a:gd name="T4" fmla="*/ 100 w 14"/>
                  <a:gd name="T5" fmla="*/ 137 h 20"/>
                  <a:gd name="T6" fmla="*/ 56 w 14"/>
                  <a:gd name="T7" fmla="*/ 97 h 20"/>
                  <a:gd name="T8" fmla="*/ 29 w 14"/>
                  <a:gd name="T9" fmla="*/ 84 h 20"/>
                  <a:gd name="T10" fmla="*/ 8 w 14"/>
                  <a:gd name="T11" fmla="*/ 76 h 20"/>
                  <a:gd name="T12" fmla="*/ 8 w 14"/>
                  <a:gd name="T13" fmla="*/ 21 h 20"/>
                  <a:gd name="T14" fmla="*/ 52 w 14"/>
                  <a:gd name="T15" fmla="*/ 8 h 2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4" h="20">
                    <a:moveTo>
                      <a:pt x="7" y="1"/>
                    </a:moveTo>
                    <a:cubicBezTo>
                      <a:pt x="7" y="4"/>
                      <a:pt x="6" y="8"/>
                      <a:pt x="7" y="11"/>
                    </a:cubicBezTo>
                    <a:cubicBezTo>
                      <a:pt x="9" y="14"/>
                      <a:pt x="13" y="16"/>
                      <a:pt x="14" y="20"/>
                    </a:cubicBezTo>
                    <a:cubicBezTo>
                      <a:pt x="12" y="19"/>
                      <a:pt x="10" y="16"/>
                      <a:pt x="8" y="14"/>
                    </a:cubicBezTo>
                    <a:cubicBezTo>
                      <a:pt x="7" y="13"/>
                      <a:pt x="6" y="13"/>
                      <a:pt x="4" y="12"/>
                    </a:cubicBezTo>
                    <a:cubicBezTo>
                      <a:pt x="4" y="12"/>
                      <a:pt x="2" y="12"/>
                      <a:pt x="1" y="11"/>
                    </a:cubicBezTo>
                    <a:cubicBezTo>
                      <a:pt x="0" y="10"/>
                      <a:pt x="0" y="5"/>
                      <a:pt x="1" y="3"/>
                    </a:cubicBezTo>
                    <a:cubicBezTo>
                      <a:pt x="1" y="2"/>
                      <a:pt x="6" y="0"/>
                      <a:pt x="7" y="1"/>
                    </a:cubicBezTo>
                  </a:path>
                </a:pathLst>
              </a:custGeom>
              <a:solidFill>
                <a:srgbClr val="F6E9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5261" name="Freeform 128">
                <a:extLst>
                  <a:ext uri="{FF2B5EF4-FFF2-40B4-BE49-F238E27FC236}">
                    <a16:creationId xmlns:a16="http://schemas.microsoft.com/office/drawing/2014/main" id="{45D598BB-B7A4-4088-818E-6C1DCB2DC1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7" y="974"/>
                <a:ext cx="37" cy="34"/>
              </a:xfrm>
              <a:custGeom>
                <a:avLst/>
                <a:gdLst>
                  <a:gd name="T0" fmla="*/ 125 w 19"/>
                  <a:gd name="T1" fmla="*/ 32 h 18"/>
                  <a:gd name="T2" fmla="*/ 60 w 19"/>
                  <a:gd name="T3" fmla="*/ 21 h 18"/>
                  <a:gd name="T4" fmla="*/ 0 w 19"/>
                  <a:gd name="T5" fmla="*/ 15 h 18"/>
                  <a:gd name="T6" fmla="*/ 53 w 19"/>
                  <a:gd name="T7" fmla="*/ 40 h 18"/>
                  <a:gd name="T8" fmla="*/ 72 w 19"/>
                  <a:gd name="T9" fmla="*/ 68 h 18"/>
                  <a:gd name="T10" fmla="*/ 140 w 19"/>
                  <a:gd name="T11" fmla="*/ 89 h 1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9" h="18">
                    <a:moveTo>
                      <a:pt x="17" y="5"/>
                    </a:moveTo>
                    <a:cubicBezTo>
                      <a:pt x="14" y="4"/>
                      <a:pt x="12" y="3"/>
                      <a:pt x="8" y="3"/>
                    </a:cubicBezTo>
                    <a:cubicBezTo>
                      <a:pt x="7" y="2"/>
                      <a:pt x="2" y="0"/>
                      <a:pt x="0" y="2"/>
                    </a:cubicBezTo>
                    <a:cubicBezTo>
                      <a:pt x="2" y="3"/>
                      <a:pt x="5" y="4"/>
                      <a:pt x="7" y="6"/>
                    </a:cubicBezTo>
                    <a:cubicBezTo>
                      <a:pt x="9" y="7"/>
                      <a:pt x="9" y="8"/>
                      <a:pt x="10" y="10"/>
                    </a:cubicBezTo>
                    <a:cubicBezTo>
                      <a:pt x="12" y="12"/>
                      <a:pt x="18" y="18"/>
                      <a:pt x="19" y="13"/>
                    </a:cubicBezTo>
                  </a:path>
                </a:pathLst>
              </a:custGeom>
              <a:solidFill>
                <a:srgbClr val="F6E9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5262" name="Freeform 129">
                <a:extLst>
                  <a:ext uri="{FF2B5EF4-FFF2-40B4-BE49-F238E27FC236}">
                    <a16:creationId xmlns:a16="http://schemas.microsoft.com/office/drawing/2014/main" id="{95F05ACD-DA28-4C2A-BE06-883FB24B89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8" y="989"/>
                <a:ext cx="25" cy="85"/>
              </a:xfrm>
              <a:custGeom>
                <a:avLst/>
                <a:gdLst>
                  <a:gd name="T0" fmla="*/ 0 w 13"/>
                  <a:gd name="T1" fmla="*/ 0 h 44"/>
                  <a:gd name="T2" fmla="*/ 44 w 13"/>
                  <a:gd name="T3" fmla="*/ 64 h 44"/>
                  <a:gd name="T4" fmla="*/ 71 w 13"/>
                  <a:gd name="T5" fmla="*/ 160 h 44"/>
                  <a:gd name="T6" fmla="*/ 85 w 13"/>
                  <a:gd name="T7" fmla="*/ 317 h 44"/>
                  <a:gd name="T8" fmla="*/ 77 w 13"/>
                  <a:gd name="T9" fmla="*/ 240 h 44"/>
                  <a:gd name="T10" fmla="*/ 63 w 13"/>
                  <a:gd name="T11" fmla="*/ 164 h 44"/>
                  <a:gd name="T12" fmla="*/ 23 w 13"/>
                  <a:gd name="T13" fmla="*/ 56 h 4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44">
                    <a:moveTo>
                      <a:pt x="0" y="0"/>
                    </a:moveTo>
                    <a:cubicBezTo>
                      <a:pt x="2" y="3"/>
                      <a:pt x="4" y="6"/>
                      <a:pt x="6" y="9"/>
                    </a:cubicBezTo>
                    <a:cubicBezTo>
                      <a:pt x="8" y="13"/>
                      <a:pt x="9" y="17"/>
                      <a:pt x="10" y="22"/>
                    </a:cubicBezTo>
                    <a:cubicBezTo>
                      <a:pt x="12" y="29"/>
                      <a:pt x="13" y="37"/>
                      <a:pt x="12" y="44"/>
                    </a:cubicBezTo>
                    <a:cubicBezTo>
                      <a:pt x="12" y="41"/>
                      <a:pt x="11" y="37"/>
                      <a:pt x="11" y="33"/>
                    </a:cubicBezTo>
                    <a:cubicBezTo>
                      <a:pt x="11" y="30"/>
                      <a:pt x="10" y="26"/>
                      <a:pt x="9" y="23"/>
                    </a:cubicBezTo>
                    <a:cubicBezTo>
                      <a:pt x="7" y="18"/>
                      <a:pt x="5" y="13"/>
                      <a:pt x="3" y="8"/>
                    </a:cubicBezTo>
                  </a:path>
                </a:pathLst>
              </a:custGeom>
              <a:solidFill>
                <a:srgbClr val="F6E9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5263" name="Freeform 130">
                <a:extLst>
                  <a:ext uri="{FF2B5EF4-FFF2-40B4-BE49-F238E27FC236}">
                    <a16:creationId xmlns:a16="http://schemas.microsoft.com/office/drawing/2014/main" id="{30BD1AAF-F0AB-4F8E-B4B8-BD1F8870A2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9" y="1028"/>
                <a:ext cx="35" cy="19"/>
              </a:xfrm>
              <a:custGeom>
                <a:avLst/>
                <a:gdLst>
                  <a:gd name="T0" fmla="*/ 132 w 18"/>
                  <a:gd name="T1" fmla="*/ 0 h 10"/>
                  <a:gd name="T2" fmla="*/ 117 w 18"/>
                  <a:gd name="T3" fmla="*/ 15 h 10"/>
                  <a:gd name="T4" fmla="*/ 88 w 18"/>
                  <a:gd name="T5" fmla="*/ 36 h 10"/>
                  <a:gd name="T6" fmla="*/ 53 w 18"/>
                  <a:gd name="T7" fmla="*/ 48 h 10"/>
                  <a:gd name="T8" fmla="*/ 0 w 18"/>
                  <a:gd name="T9" fmla="*/ 68 h 10"/>
                  <a:gd name="T10" fmla="*/ 132 w 18"/>
                  <a:gd name="T11" fmla="*/ 0 h 1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8" h="10">
                    <a:moveTo>
                      <a:pt x="18" y="0"/>
                    </a:moveTo>
                    <a:cubicBezTo>
                      <a:pt x="17" y="0"/>
                      <a:pt x="16" y="1"/>
                      <a:pt x="16" y="2"/>
                    </a:cubicBezTo>
                    <a:cubicBezTo>
                      <a:pt x="14" y="3"/>
                      <a:pt x="13" y="4"/>
                      <a:pt x="12" y="5"/>
                    </a:cubicBezTo>
                    <a:cubicBezTo>
                      <a:pt x="10" y="6"/>
                      <a:pt x="8" y="7"/>
                      <a:pt x="7" y="7"/>
                    </a:cubicBezTo>
                    <a:cubicBezTo>
                      <a:pt x="5" y="8"/>
                      <a:pt x="2" y="9"/>
                      <a:pt x="0" y="10"/>
                    </a:cubicBezTo>
                    <a:cubicBezTo>
                      <a:pt x="7" y="10"/>
                      <a:pt x="15" y="7"/>
                      <a:pt x="18" y="0"/>
                    </a:cubicBezTo>
                  </a:path>
                </a:pathLst>
              </a:custGeom>
              <a:solidFill>
                <a:srgbClr val="F6E9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5264" name="Freeform 131">
                <a:extLst>
                  <a:ext uri="{FF2B5EF4-FFF2-40B4-BE49-F238E27FC236}">
                    <a16:creationId xmlns:a16="http://schemas.microsoft.com/office/drawing/2014/main" id="{F8D35E4E-0F03-44B9-A447-A800BA1DAE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6" y="1024"/>
                <a:ext cx="29" cy="17"/>
              </a:xfrm>
              <a:custGeom>
                <a:avLst/>
                <a:gdLst>
                  <a:gd name="T0" fmla="*/ 0 w 15"/>
                  <a:gd name="T1" fmla="*/ 0 h 9"/>
                  <a:gd name="T2" fmla="*/ 44 w 15"/>
                  <a:gd name="T3" fmla="*/ 47 h 9"/>
                  <a:gd name="T4" fmla="*/ 79 w 15"/>
                  <a:gd name="T5" fmla="*/ 60 h 9"/>
                  <a:gd name="T6" fmla="*/ 108 w 15"/>
                  <a:gd name="T7" fmla="*/ 60 h 9"/>
                  <a:gd name="T8" fmla="*/ 85 w 15"/>
                  <a:gd name="T9" fmla="*/ 53 h 9"/>
                  <a:gd name="T10" fmla="*/ 52 w 15"/>
                  <a:gd name="T11" fmla="*/ 32 h 9"/>
                  <a:gd name="T12" fmla="*/ 8 w 15"/>
                  <a:gd name="T13" fmla="*/ 0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9">
                    <a:moveTo>
                      <a:pt x="0" y="0"/>
                    </a:moveTo>
                    <a:cubicBezTo>
                      <a:pt x="2" y="2"/>
                      <a:pt x="3" y="5"/>
                      <a:pt x="6" y="7"/>
                    </a:cubicBezTo>
                    <a:cubicBezTo>
                      <a:pt x="8" y="8"/>
                      <a:pt x="9" y="9"/>
                      <a:pt x="11" y="9"/>
                    </a:cubicBezTo>
                    <a:cubicBezTo>
                      <a:pt x="12" y="9"/>
                      <a:pt x="13" y="9"/>
                      <a:pt x="15" y="9"/>
                    </a:cubicBezTo>
                    <a:cubicBezTo>
                      <a:pt x="14" y="9"/>
                      <a:pt x="13" y="8"/>
                      <a:pt x="12" y="8"/>
                    </a:cubicBezTo>
                    <a:cubicBezTo>
                      <a:pt x="10" y="8"/>
                      <a:pt x="8" y="6"/>
                      <a:pt x="7" y="5"/>
                    </a:cubicBezTo>
                    <a:cubicBezTo>
                      <a:pt x="5" y="4"/>
                      <a:pt x="2" y="2"/>
                      <a:pt x="1" y="0"/>
                    </a:cubicBezTo>
                  </a:path>
                </a:pathLst>
              </a:custGeom>
              <a:solidFill>
                <a:srgbClr val="F6E9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5265" name="Freeform 132">
                <a:extLst>
                  <a:ext uri="{FF2B5EF4-FFF2-40B4-BE49-F238E27FC236}">
                    <a16:creationId xmlns:a16="http://schemas.microsoft.com/office/drawing/2014/main" id="{5A097EDF-FC00-4E55-85A7-977976184E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8" y="1012"/>
                <a:ext cx="8" cy="12"/>
              </a:xfrm>
              <a:custGeom>
                <a:avLst/>
                <a:gdLst>
                  <a:gd name="T0" fmla="*/ 32 w 4"/>
                  <a:gd name="T1" fmla="*/ 0 h 6"/>
                  <a:gd name="T2" fmla="*/ 16 w 4"/>
                  <a:gd name="T3" fmla="*/ 48 h 6"/>
                  <a:gd name="T4" fmla="*/ 32 w 4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6">
                    <a:moveTo>
                      <a:pt x="4" y="0"/>
                    </a:moveTo>
                    <a:cubicBezTo>
                      <a:pt x="2" y="0"/>
                      <a:pt x="2" y="5"/>
                      <a:pt x="2" y="6"/>
                    </a:cubicBezTo>
                    <a:cubicBezTo>
                      <a:pt x="1" y="4"/>
                      <a:pt x="0" y="0"/>
                      <a:pt x="4" y="0"/>
                    </a:cubicBezTo>
                  </a:path>
                </a:pathLst>
              </a:custGeom>
              <a:solidFill>
                <a:srgbClr val="F6E9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5266" name="Freeform 133">
                <a:extLst>
                  <a:ext uri="{FF2B5EF4-FFF2-40B4-BE49-F238E27FC236}">
                    <a16:creationId xmlns:a16="http://schemas.microsoft.com/office/drawing/2014/main" id="{FB0FD7E4-C15A-4E8D-80CC-94CD88E30A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0" y="989"/>
                <a:ext cx="56" cy="21"/>
              </a:xfrm>
              <a:custGeom>
                <a:avLst/>
                <a:gdLst>
                  <a:gd name="T0" fmla="*/ 8 w 29"/>
                  <a:gd name="T1" fmla="*/ 76 h 11"/>
                  <a:gd name="T2" fmla="*/ 116 w 29"/>
                  <a:gd name="T3" fmla="*/ 21 h 11"/>
                  <a:gd name="T4" fmla="*/ 209 w 29"/>
                  <a:gd name="T5" fmla="*/ 21 h 11"/>
                  <a:gd name="T6" fmla="*/ 93 w 29"/>
                  <a:gd name="T7" fmla="*/ 8 h 11"/>
                  <a:gd name="T8" fmla="*/ 37 w 29"/>
                  <a:gd name="T9" fmla="*/ 29 h 11"/>
                  <a:gd name="T10" fmla="*/ 0 w 29"/>
                  <a:gd name="T11" fmla="*/ 69 h 1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9" h="11">
                    <a:moveTo>
                      <a:pt x="1" y="11"/>
                    </a:moveTo>
                    <a:cubicBezTo>
                      <a:pt x="5" y="7"/>
                      <a:pt x="11" y="5"/>
                      <a:pt x="16" y="3"/>
                    </a:cubicBezTo>
                    <a:cubicBezTo>
                      <a:pt x="19" y="2"/>
                      <a:pt x="25" y="2"/>
                      <a:pt x="29" y="3"/>
                    </a:cubicBezTo>
                    <a:cubicBezTo>
                      <a:pt x="25" y="0"/>
                      <a:pt x="18" y="0"/>
                      <a:pt x="13" y="1"/>
                    </a:cubicBezTo>
                    <a:cubicBezTo>
                      <a:pt x="10" y="1"/>
                      <a:pt x="7" y="2"/>
                      <a:pt x="5" y="4"/>
                    </a:cubicBezTo>
                    <a:cubicBezTo>
                      <a:pt x="3" y="5"/>
                      <a:pt x="0" y="8"/>
                      <a:pt x="0" y="10"/>
                    </a:cubicBezTo>
                  </a:path>
                </a:pathLst>
              </a:custGeom>
              <a:solidFill>
                <a:srgbClr val="F6E9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5267" name="Freeform 134">
                <a:extLst>
                  <a:ext uri="{FF2B5EF4-FFF2-40B4-BE49-F238E27FC236}">
                    <a16:creationId xmlns:a16="http://schemas.microsoft.com/office/drawing/2014/main" id="{7E2F55E3-0BE7-4621-95AB-FE9B901FF0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7" y="1101"/>
                <a:ext cx="93" cy="146"/>
              </a:xfrm>
              <a:custGeom>
                <a:avLst/>
                <a:gdLst>
                  <a:gd name="T0" fmla="*/ 0 w 48"/>
                  <a:gd name="T1" fmla="*/ 0 h 76"/>
                  <a:gd name="T2" fmla="*/ 31 w 48"/>
                  <a:gd name="T3" fmla="*/ 29 h 76"/>
                  <a:gd name="T4" fmla="*/ 52 w 48"/>
                  <a:gd name="T5" fmla="*/ 48 h 76"/>
                  <a:gd name="T6" fmla="*/ 101 w 48"/>
                  <a:gd name="T7" fmla="*/ 129 h 76"/>
                  <a:gd name="T8" fmla="*/ 180 w 48"/>
                  <a:gd name="T9" fmla="*/ 232 h 76"/>
                  <a:gd name="T10" fmla="*/ 225 w 48"/>
                  <a:gd name="T11" fmla="*/ 332 h 76"/>
                  <a:gd name="T12" fmla="*/ 277 w 48"/>
                  <a:gd name="T13" fmla="*/ 417 h 76"/>
                  <a:gd name="T14" fmla="*/ 312 w 48"/>
                  <a:gd name="T15" fmla="*/ 492 h 76"/>
                  <a:gd name="T16" fmla="*/ 349 w 48"/>
                  <a:gd name="T17" fmla="*/ 538 h 76"/>
                  <a:gd name="T18" fmla="*/ 304 w 48"/>
                  <a:gd name="T19" fmla="*/ 509 h 76"/>
                  <a:gd name="T20" fmla="*/ 285 w 48"/>
                  <a:gd name="T21" fmla="*/ 484 h 76"/>
                  <a:gd name="T22" fmla="*/ 225 w 48"/>
                  <a:gd name="T23" fmla="*/ 409 h 76"/>
                  <a:gd name="T24" fmla="*/ 169 w 48"/>
                  <a:gd name="T25" fmla="*/ 313 h 76"/>
                  <a:gd name="T26" fmla="*/ 132 w 48"/>
                  <a:gd name="T27" fmla="*/ 232 h 76"/>
                  <a:gd name="T28" fmla="*/ 64 w 48"/>
                  <a:gd name="T29" fmla="*/ 121 h 76"/>
                  <a:gd name="T30" fmla="*/ 31 w 48"/>
                  <a:gd name="T31" fmla="*/ 56 h 76"/>
                  <a:gd name="T32" fmla="*/ 0 w 48"/>
                  <a:gd name="T33" fmla="*/ 15 h 7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48" h="76">
                    <a:moveTo>
                      <a:pt x="0" y="0"/>
                    </a:moveTo>
                    <a:cubicBezTo>
                      <a:pt x="1" y="1"/>
                      <a:pt x="3" y="3"/>
                      <a:pt x="4" y="4"/>
                    </a:cubicBezTo>
                    <a:cubicBezTo>
                      <a:pt x="5" y="5"/>
                      <a:pt x="6" y="6"/>
                      <a:pt x="7" y="7"/>
                    </a:cubicBezTo>
                    <a:cubicBezTo>
                      <a:pt x="9" y="11"/>
                      <a:pt x="11" y="15"/>
                      <a:pt x="14" y="18"/>
                    </a:cubicBezTo>
                    <a:cubicBezTo>
                      <a:pt x="18" y="23"/>
                      <a:pt x="23" y="26"/>
                      <a:pt x="25" y="33"/>
                    </a:cubicBezTo>
                    <a:cubicBezTo>
                      <a:pt x="28" y="37"/>
                      <a:pt x="29" y="42"/>
                      <a:pt x="31" y="47"/>
                    </a:cubicBezTo>
                    <a:cubicBezTo>
                      <a:pt x="33" y="51"/>
                      <a:pt x="36" y="55"/>
                      <a:pt x="38" y="59"/>
                    </a:cubicBezTo>
                    <a:cubicBezTo>
                      <a:pt x="40" y="63"/>
                      <a:pt x="41" y="66"/>
                      <a:pt x="43" y="69"/>
                    </a:cubicBezTo>
                    <a:cubicBezTo>
                      <a:pt x="45" y="71"/>
                      <a:pt x="47" y="73"/>
                      <a:pt x="48" y="76"/>
                    </a:cubicBezTo>
                    <a:cubicBezTo>
                      <a:pt x="47" y="76"/>
                      <a:pt x="44" y="73"/>
                      <a:pt x="42" y="72"/>
                    </a:cubicBezTo>
                    <a:cubicBezTo>
                      <a:pt x="41" y="70"/>
                      <a:pt x="40" y="69"/>
                      <a:pt x="39" y="68"/>
                    </a:cubicBezTo>
                    <a:cubicBezTo>
                      <a:pt x="35" y="65"/>
                      <a:pt x="33" y="62"/>
                      <a:pt x="31" y="58"/>
                    </a:cubicBezTo>
                    <a:cubicBezTo>
                      <a:pt x="28" y="53"/>
                      <a:pt x="26" y="48"/>
                      <a:pt x="23" y="44"/>
                    </a:cubicBezTo>
                    <a:cubicBezTo>
                      <a:pt x="21" y="40"/>
                      <a:pt x="20" y="37"/>
                      <a:pt x="18" y="33"/>
                    </a:cubicBezTo>
                    <a:cubicBezTo>
                      <a:pt x="15" y="28"/>
                      <a:pt x="12" y="23"/>
                      <a:pt x="9" y="17"/>
                    </a:cubicBezTo>
                    <a:cubicBezTo>
                      <a:pt x="7" y="14"/>
                      <a:pt x="6" y="11"/>
                      <a:pt x="4" y="8"/>
                    </a:cubicBezTo>
                    <a:cubicBezTo>
                      <a:pt x="3" y="6"/>
                      <a:pt x="1" y="2"/>
                      <a:pt x="0" y="2"/>
                    </a:cubicBezTo>
                  </a:path>
                </a:pathLst>
              </a:custGeom>
              <a:solidFill>
                <a:srgbClr val="F6E9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5268" name="Freeform 135">
                <a:extLst>
                  <a:ext uri="{FF2B5EF4-FFF2-40B4-BE49-F238E27FC236}">
                    <a16:creationId xmlns:a16="http://schemas.microsoft.com/office/drawing/2014/main" id="{55A962BC-9DBB-46B0-A725-986C9FFFC0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2" y="1193"/>
                <a:ext cx="46" cy="12"/>
              </a:xfrm>
              <a:custGeom>
                <a:avLst/>
                <a:gdLst>
                  <a:gd name="T0" fmla="*/ 0 w 24"/>
                  <a:gd name="T1" fmla="*/ 48 h 6"/>
                  <a:gd name="T2" fmla="*/ 29 w 24"/>
                  <a:gd name="T3" fmla="*/ 32 h 6"/>
                  <a:gd name="T4" fmla="*/ 92 w 24"/>
                  <a:gd name="T5" fmla="*/ 16 h 6"/>
                  <a:gd name="T6" fmla="*/ 169 w 24"/>
                  <a:gd name="T7" fmla="*/ 24 h 6"/>
                  <a:gd name="T8" fmla="*/ 107 w 24"/>
                  <a:gd name="T9" fmla="*/ 8 h 6"/>
                  <a:gd name="T10" fmla="*/ 15 w 24"/>
                  <a:gd name="T11" fmla="*/ 40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4" h="6">
                    <a:moveTo>
                      <a:pt x="0" y="6"/>
                    </a:moveTo>
                    <a:cubicBezTo>
                      <a:pt x="2" y="5"/>
                      <a:pt x="3" y="4"/>
                      <a:pt x="4" y="4"/>
                    </a:cubicBezTo>
                    <a:cubicBezTo>
                      <a:pt x="7" y="3"/>
                      <a:pt x="10" y="2"/>
                      <a:pt x="13" y="2"/>
                    </a:cubicBezTo>
                    <a:cubicBezTo>
                      <a:pt x="17" y="2"/>
                      <a:pt x="21" y="3"/>
                      <a:pt x="24" y="3"/>
                    </a:cubicBezTo>
                    <a:cubicBezTo>
                      <a:pt x="22" y="0"/>
                      <a:pt x="18" y="0"/>
                      <a:pt x="15" y="1"/>
                    </a:cubicBezTo>
                    <a:cubicBezTo>
                      <a:pt x="10" y="1"/>
                      <a:pt x="5" y="2"/>
                      <a:pt x="2" y="5"/>
                    </a:cubicBezTo>
                  </a:path>
                </a:pathLst>
              </a:custGeom>
              <a:solidFill>
                <a:srgbClr val="F6E9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5269" name="Freeform 136">
                <a:extLst>
                  <a:ext uri="{FF2B5EF4-FFF2-40B4-BE49-F238E27FC236}">
                    <a16:creationId xmlns:a16="http://schemas.microsoft.com/office/drawing/2014/main" id="{8E611239-E6C5-413D-A4E3-9DFA9F9C38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5" y="1160"/>
                <a:ext cx="12" cy="14"/>
              </a:xfrm>
              <a:custGeom>
                <a:avLst/>
                <a:gdLst>
                  <a:gd name="T0" fmla="*/ 40 w 6"/>
                  <a:gd name="T1" fmla="*/ 0 h 7"/>
                  <a:gd name="T2" fmla="*/ 48 w 6"/>
                  <a:gd name="T3" fmla="*/ 56 h 7"/>
                  <a:gd name="T4" fmla="*/ 32 w 6"/>
                  <a:gd name="T5" fmla="*/ 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7">
                    <a:moveTo>
                      <a:pt x="5" y="0"/>
                    </a:moveTo>
                    <a:cubicBezTo>
                      <a:pt x="3" y="2"/>
                      <a:pt x="4" y="6"/>
                      <a:pt x="6" y="7"/>
                    </a:cubicBezTo>
                    <a:cubicBezTo>
                      <a:pt x="4" y="6"/>
                      <a:pt x="0" y="1"/>
                      <a:pt x="4" y="0"/>
                    </a:cubicBezTo>
                  </a:path>
                </a:pathLst>
              </a:custGeom>
              <a:solidFill>
                <a:srgbClr val="F6E9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5270" name="Freeform 137">
                <a:extLst>
                  <a:ext uri="{FF2B5EF4-FFF2-40B4-BE49-F238E27FC236}">
                    <a16:creationId xmlns:a16="http://schemas.microsoft.com/office/drawing/2014/main" id="{186B8D7C-A636-4F53-9F73-BA8FD5484F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3" y="1162"/>
                <a:ext cx="6" cy="6"/>
              </a:xfrm>
              <a:custGeom>
                <a:avLst/>
                <a:gdLst>
                  <a:gd name="T0" fmla="*/ 0 w 3"/>
                  <a:gd name="T1" fmla="*/ 0 h 3"/>
                  <a:gd name="T2" fmla="*/ 8 w 3"/>
                  <a:gd name="T3" fmla="*/ 24 h 3"/>
                  <a:gd name="T4" fmla="*/ 16 w 3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cubicBezTo>
                      <a:pt x="1" y="1"/>
                      <a:pt x="1" y="2"/>
                      <a:pt x="1" y="3"/>
                    </a:cubicBezTo>
                    <a:cubicBezTo>
                      <a:pt x="3" y="3"/>
                      <a:pt x="3" y="1"/>
                      <a:pt x="2" y="0"/>
                    </a:cubicBezTo>
                  </a:path>
                </a:pathLst>
              </a:custGeom>
              <a:solidFill>
                <a:srgbClr val="F6E9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5271" name="Freeform 138">
                <a:extLst>
                  <a:ext uri="{FF2B5EF4-FFF2-40B4-BE49-F238E27FC236}">
                    <a16:creationId xmlns:a16="http://schemas.microsoft.com/office/drawing/2014/main" id="{C6659332-5FB5-498D-9BF8-0F44DB37D3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8" y="1051"/>
                <a:ext cx="13" cy="42"/>
              </a:xfrm>
              <a:custGeom>
                <a:avLst/>
                <a:gdLst>
                  <a:gd name="T0" fmla="*/ 0 w 7"/>
                  <a:gd name="T1" fmla="*/ 0 h 22"/>
                  <a:gd name="T2" fmla="*/ 7 w 7"/>
                  <a:gd name="T3" fmla="*/ 92 h 22"/>
                  <a:gd name="T4" fmla="*/ 0 w 7"/>
                  <a:gd name="T5" fmla="*/ 132 h 22"/>
                  <a:gd name="T6" fmla="*/ 20 w 7"/>
                  <a:gd name="T7" fmla="*/ 139 h 22"/>
                  <a:gd name="T8" fmla="*/ 37 w 7"/>
                  <a:gd name="T9" fmla="*/ 124 h 22"/>
                  <a:gd name="T10" fmla="*/ 45 w 7"/>
                  <a:gd name="T11" fmla="*/ 55 h 2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" h="22">
                    <a:moveTo>
                      <a:pt x="0" y="0"/>
                    </a:moveTo>
                    <a:cubicBezTo>
                      <a:pt x="0" y="5"/>
                      <a:pt x="2" y="9"/>
                      <a:pt x="1" y="13"/>
                    </a:cubicBezTo>
                    <a:cubicBezTo>
                      <a:pt x="0" y="15"/>
                      <a:pt x="0" y="17"/>
                      <a:pt x="0" y="19"/>
                    </a:cubicBezTo>
                    <a:cubicBezTo>
                      <a:pt x="0" y="22"/>
                      <a:pt x="1" y="21"/>
                      <a:pt x="3" y="20"/>
                    </a:cubicBezTo>
                    <a:cubicBezTo>
                      <a:pt x="4" y="19"/>
                      <a:pt x="5" y="19"/>
                      <a:pt x="6" y="18"/>
                    </a:cubicBezTo>
                    <a:cubicBezTo>
                      <a:pt x="7" y="15"/>
                      <a:pt x="7" y="11"/>
                      <a:pt x="7" y="8"/>
                    </a:cubicBezTo>
                  </a:path>
                </a:pathLst>
              </a:custGeom>
              <a:solidFill>
                <a:srgbClr val="F6E9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5272" name="Freeform 139">
                <a:extLst>
                  <a:ext uri="{FF2B5EF4-FFF2-40B4-BE49-F238E27FC236}">
                    <a16:creationId xmlns:a16="http://schemas.microsoft.com/office/drawing/2014/main" id="{1FFEC96B-1C50-438B-9FB3-E75FFD2611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5" y="985"/>
                <a:ext cx="27" cy="54"/>
              </a:xfrm>
              <a:custGeom>
                <a:avLst/>
                <a:gdLst>
                  <a:gd name="T0" fmla="*/ 79 w 14"/>
                  <a:gd name="T1" fmla="*/ 0 h 28"/>
                  <a:gd name="T2" fmla="*/ 23 w 14"/>
                  <a:gd name="T3" fmla="*/ 85 h 28"/>
                  <a:gd name="T4" fmla="*/ 15 w 14"/>
                  <a:gd name="T5" fmla="*/ 201 h 28"/>
                  <a:gd name="T6" fmla="*/ 52 w 14"/>
                  <a:gd name="T7" fmla="*/ 64 h 28"/>
                  <a:gd name="T8" fmla="*/ 85 w 14"/>
                  <a:gd name="T9" fmla="*/ 0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28">
                    <a:moveTo>
                      <a:pt x="11" y="0"/>
                    </a:moveTo>
                    <a:cubicBezTo>
                      <a:pt x="8" y="3"/>
                      <a:pt x="5" y="8"/>
                      <a:pt x="3" y="12"/>
                    </a:cubicBezTo>
                    <a:cubicBezTo>
                      <a:pt x="1" y="16"/>
                      <a:pt x="0" y="24"/>
                      <a:pt x="2" y="28"/>
                    </a:cubicBezTo>
                    <a:cubicBezTo>
                      <a:pt x="1" y="22"/>
                      <a:pt x="4" y="14"/>
                      <a:pt x="7" y="9"/>
                    </a:cubicBezTo>
                    <a:cubicBezTo>
                      <a:pt x="9" y="6"/>
                      <a:pt x="14" y="4"/>
                      <a:pt x="12" y="0"/>
                    </a:cubicBezTo>
                  </a:path>
                </a:pathLst>
              </a:custGeom>
              <a:solidFill>
                <a:srgbClr val="F6E9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5273" name="Freeform 140">
                <a:extLst>
                  <a:ext uri="{FF2B5EF4-FFF2-40B4-BE49-F238E27FC236}">
                    <a16:creationId xmlns:a16="http://schemas.microsoft.com/office/drawing/2014/main" id="{A886811A-9A14-4452-945F-EBFB34A8AC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1" y="1089"/>
                <a:ext cx="19" cy="23"/>
              </a:xfrm>
              <a:custGeom>
                <a:avLst/>
                <a:gdLst>
                  <a:gd name="T0" fmla="*/ 0 w 10"/>
                  <a:gd name="T1" fmla="*/ 77 h 12"/>
                  <a:gd name="T2" fmla="*/ 55 w 10"/>
                  <a:gd name="T3" fmla="*/ 0 h 12"/>
                  <a:gd name="T4" fmla="*/ 48 w 10"/>
                  <a:gd name="T5" fmla="*/ 56 h 12"/>
                  <a:gd name="T6" fmla="*/ 0 w 10"/>
                  <a:gd name="T7" fmla="*/ 84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12">
                    <a:moveTo>
                      <a:pt x="0" y="11"/>
                    </a:moveTo>
                    <a:cubicBezTo>
                      <a:pt x="4" y="8"/>
                      <a:pt x="8" y="6"/>
                      <a:pt x="8" y="0"/>
                    </a:cubicBezTo>
                    <a:cubicBezTo>
                      <a:pt x="8" y="3"/>
                      <a:pt x="10" y="5"/>
                      <a:pt x="7" y="8"/>
                    </a:cubicBezTo>
                    <a:cubicBezTo>
                      <a:pt x="5" y="9"/>
                      <a:pt x="2" y="10"/>
                      <a:pt x="0" y="12"/>
                    </a:cubicBezTo>
                  </a:path>
                </a:pathLst>
              </a:custGeom>
              <a:solidFill>
                <a:srgbClr val="F6E9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5274" name="Freeform 141">
                <a:extLst>
                  <a:ext uri="{FF2B5EF4-FFF2-40B4-BE49-F238E27FC236}">
                    <a16:creationId xmlns:a16="http://schemas.microsoft.com/office/drawing/2014/main" id="{F0680D11-17B9-457D-94EA-7F4C1795CA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5" y="1124"/>
                <a:ext cx="8" cy="29"/>
              </a:xfrm>
              <a:custGeom>
                <a:avLst/>
                <a:gdLst>
                  <a:gd name="T0" fmla="*/ 16 w 4"/>
                  <a:gd name="T1" fmla="*/ 0 h 15"/>
                  <a:gd name="T2" fmla="*/ 8 w 4"/>
                  <a:gd name="T3" fmla="*/ 56 h 15"/>
                  <a:gd name="T4" fmla="*/ 0 w 4"/>
                  <a:gd name="T5" fmla="*/ 108 h 15"/>
                  <a:gd name="T6" fmla="*/ 24 w 4"/>
                  <a:gd name="T7" fmla="*/ 85 h 15"/>
                  <a:gd name="T8" fmla="*/ 16 w 4"/>
                  <a:gd name="T9" fmla="*/ 8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15">
                    <a:moveTo>
                      <a:pt x="2" y="0"/>
                    </a:moveTo>
                    <a:cubicBezTo>
                      <a:pt x="1" y="3"/>
                      <a:pt x="1" y="6"/>
                      <a:pt x="1" y="8"/>
                    </a:cubicBezTo>
                    <a:cubicBezTo>
                      <a:pt x="1" y="11"/>
                      <a:pt x="0" y="13"/>
                      <a:pt x="0" y="15"/>
                    </a:cubicBezTo>
                    <a:cubicBezTo>
                      <a:pt x="1" y="14"/>
                      <a:pt x="2" y="13"/>
                      <a:pt x="3" y="12"/>
                    </a:cubicBezTo>
                    <a:cubicBezTo>
                      <a:pt x="4" y="9"/>
                      <a:pt x="3" y="4"/>
                      <a:pt x="2" y="1"/>
                    </a:cubicBezTo>
                  </a:path>
                </a:pathLst>
              </a:custGeom>
              <a:solidFill>
                <a:srgbClr val="F6E9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5275" name="Freeform 142">
                <a:extLst>
                  <a:ext uri="{FF2B5EF4-FFF2-40B4-BE49-F238E27FC236}">
                    <a16:creationId xmlns:a16="http://schemas.microsoft.com/office/drawing/2014/main" id="{61E47607-CE3A-4E65-91AB-8005C0703A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7" y="1124"/>
                <a:ext cx="10" cy="23"/>
              </a:xfrm>
              <a:custGeom>
                <a:avLst/>
                <a:gdLst>
                  <a:gd name="T0" fmla="*/ 40 w 5"/>
                  <a:gd name="T1" fmla="*/ 0 h 12"/>
                  <a:gd name="T2" fmla="*/ 24 w 5"/>
                  <a:gd name="T3" fmla="*/ 56 h 12"/>
                  <a:gd name="T4" fmla="*/ 16 w 5"/>
                  <a:gd name="T5" fmla="*/ 84 h 12"/>
                  <a:gd name="T6" fmla="*/ 24 w 5"/>
                  <a:gd name="T7" fmla="*/ 48 h 12"/>
                  <a:gd name="T8" fmla="*/ 32 w 5"/>
                  <a:gd name="T9" fmla="*/ 23 h 12"/>
                  <a:gd name="T10" fmla="*/ 40 w 5"/>
                  <a:gd name="T11" fmla="*/ 8 h 1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" h="12">
                    <a:moveTo>
                      <a:pt x="5" y="0"/>
                    </a:moveTo>
                    <a:cubicBezTo>
                      <a:pt x="4" y="3"/>
                      <a:pt x="4" y="6"/>
                      <a:pt x="3" y="8"/>
                    </a:cubicBezTo>
                    <a:cubicBezTo>
                      <a:pt x="3" y="10"/>
                      <a:pt x="3" y="12"/>
                      <a:pt x="2" y="12"/>
                    </a:cubicBezTo>
                    <a:cubicBezTo>
                      <a:pt x="0" y="12"/>
                      <a:pt x="3" y="8"/>
                      <a:pt x="3" y="7"/>
                    </a:cubicBezTo>
                    <a:cubicBezTo>
                      <a:pt x="3" y="6"/>
                      <a:pt x="4" y="4"/>
                      <a:pt x="4" y="3"/>
                    </a:cubicBezTo>
                    <a:cubicBezTo>
                      <a:pt x="4" y="2"/>
                      <a:pt x="5" y="0"/>
                      <a:pt x="5" y="1"/>
                    </a:cubicBezTo>
                  </a:path>
                </a:pathLst>
              </a:custGeom>
              <a:solidFill>
                <a:srgbClr val="F6E9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5276" name="Freeform 143">
                <a:extLst>
                  <a:ext uri="{FF2B5EF4-FFF2-40B4-BE49-F238E27FC236}">
                    <a16:creationId xmlns:a16="http://schemas.microsoft.com/office/drawing/2014/main" id="{B5A15BFF-81FD-43E6-8909-8587922851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8" y="1099"/>
                <a:ext cx="43" cy="52"/>
              </a:xfrm>
              <a:custGeom>
                <a:avLst/>
                <a:gdLst>
                  <a:gd name="T0" fmla="*/ 164 w 22"/>
                  <a:gd name="T1" fmla="*/ 0 h 27"/>
                  <a:gd name="T2" fmla="*/ 119 w 22"/>
                  <a:gd name="T3" fmla="*/ 44 h 27"/>
                  <a:gd name="T4" fmla="*/ 76 w 22"/>
                  <a:gd name="T5" fmla="*/ 71 h 27"/>
                  <a:gd name="T6" fmla="*/ 0 w 22"/>
                  <a:gd name="T7" fmla="*/ 193 h 27"/>
                  <a:gd name="T8" fmla="*/ 31 w 22"/>
                  <a:gd name="T9" fmla="*/ 156 h 27"/>
                  <a:gd name="T10" fmla="*/ 68 w 22"/>
                  <a:gd name="T11" fmla="*/ 137 h 27"/>
                  <a:gd name="T12" fmla="*/ 111 w 22"/>
                  <a:gd name="T13" fmla="*/ 92 h 27"/>
                  <a:gd name="T14" fmla="*/ 141 w 22"/>
                  <a:gd name="T15" fmla="*/ 48 h 27"/>
                  <a:gd name="T16" fmla="*/ 164 w 22"/>
                  <a:gd name="T17" fmla="*/ 8 h 2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2" h="27">
                    <a:moveTo>
                      <a:pt x="22" y="0"/>
                    </a:moveTo>
                    <a:cubicBezTo>
                      <a:pt x="20" y="2"/>
                      <a:pt x="18" y="4"/>
                      <a:pt x="16" y="6"/>
                    </a:cubicBezTo>
                    <a:cubicBezTo>
                      <a:pt x="14" y="7"/>
                      <a:pt x="12" y="8"/>
                      <a:pt x="10" y="10"/>
                    </a:cubicBezTo>
                    <a:cubicBezTo>
                      <a:pt x="5" y="14"/>
                      <a:pt x="2" y="21"/>
                      <a:pt x="0" y="27"/>
                    </a:cubicBezTo>
                    <a:cubicBezTo>
                      <a:pt x="2" y="25"/>
                      <a:pt x="2" y="24"/>
                      <a:pt x="4" y="22"/>
                    </a:cubicBezTo>
                    <a:cubicBezTo>
                      <a:pt x="6" y="21"/>
                      <a:pt x="7" y="20"/>
                      <a:pt x="9" y="19"/>
                    </a:cubicBezTo>
                    <a:cubicBezTo>
                      <a:pt x="12" y="17"/>
                      <a:pt x="13" y="15"/>
                      <a:pt x="15" y="13"/>
                    </a:cubicBezTo>
                    <a:cubicBezTo>
                      <a:pt x="17" y="11"/>
                      <a:pt x="18" y="9"/>
                      <a:pt x="19" y="7"/>
                    </a:cubicBezTo>
                    <a:cubicBezTo>
                      <a:pt x="20" y="5"/>
                      <a:pt x="21" y="3"/>
                      <a:pt x="22" y="1"/>
                    </a:cubicBezTo>
                  </a:path>
                </a:pathLst>
              </a:custGeom>
              <a:solidFill>
                <a:srgbClr val="F6E9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5277" name="Freeform 144">
                <a:extLst>
                  <a:ext uri="{FF2B5EF4-FFF2-40B4-BE49-F238E27FC236}">
                    <a16:creationId xmlns:a16="http://schemas.microsoft.com/office/drawing/2014/main" id="{0381CB68-57F2-49F1-8F3A-749496C959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1" y="1216"/>
                <a:ext cx="72" cy="56"/>
              </a:xfrm>
              <a:custGeom>
                <a:avLst/>
                <a:gdLst>
                  <a:gd name="T0" fmla="*/ 0 w 37"/>
                  <a:gd name="T1" fmla="*/ 0 h 29"/>
                  <a:gd name="T2" fmla="*/ 272 w 37"/>
                  <a:gd name="T3" fmla="*/ 172 h 29"/>
                  <a:gd name="T4" fmla="*/ 0 w 37"/>
                  <a:gd name="T5" fmla="*/ 108 h 29"/>
                  <a:gd name="T6" fmla="*/ 0 w 37"/>
                  <a:gd name="T7" fmla="*/ 0 h 2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7" h="29">
                    <a:moveTo>
                      <a:pt x="0" y="0"/>
                    </a:moveTo>
                    <a:cubicBezTo>
                      <a:pt x="0" y="0"/>
                      <a:pt x="15" y="24"/>
                      <a:pt x="37" y="24"/>
                    </a:cubicBezTo>
                    <a:cubicBezTo>
                      <a:pt x="37" y="24"/>
                      <a:pt x="10" y="29"/>
                      <a:pt x="0" y="15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6E9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5278" name="Freeform 145">
                <a:extLst>
                  <a:ext uri="{FF2B5EF4-FFF2-40B4-BE49-F238E27FC236}">
                    <a16:creationId xmlns:a16="http://schemas.microsoft.com/office/drawing/2014/main" id="{6FB3EA4F-A50F-406A-984A-83172C643B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4" y="1418"/>
                <a:ext cx="145" cy="44"/>
              </a:xfrm>
              <a:custGeom>
                <a:avLst/>
                <a:gdLst>
                  <a:gd name="T0" fmla="*/ 0 w 75"/>
                  <a:gd name="T1" fmla="*/ 0 h 23"/>
                  <a:gd name="T2" fmla="*/ 340 w 75"/>
                  <a:gd name="T3" fmla="*/ 55 h 23"/>
                  <a:gd name="T4" fmla="*/ 472 w 75"/>
                  <a:gd name="T5" fmla="*/ 92 h 23"/>
                  <a:gd name="T6" fmla="*/ 541 w 75"/>
                  <a:gd name="T7" fmla="*/ 161 h 23"/>
                  <a:gd name="T8" fmla="*/ 512 w 75"/>
                  <a:gd name="T9" fmla="*/ 132 h 23"/>
                  <a:gd name="T10" fmla="*/ 449 w 75"/>
                  <a:gd name="T11" fmla="*/ 105 h 23"/>
                  <a:gd name="T12" fmla="*/ 296 w 75"/>
                  <a:gd name="T13" fmla="*/ 84 h 23"/>
                  <a:gd name="T14" fmla="*/ 116 w 75"/>
                  <a:gd name="T15" fmla="*/ 63 h 23"/>
                  <a:gd name="T16" fmla="*/ 15 w 75"/>
                  <a:gd name="T17" fmla="*/ 21 h 2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5" h="23">
                    <a:moveTo>
                      <a:pt x="0" y="0"/>
                    </a:moveTo>
                    <a:cubicBezTo>
                      <a:pt x="14" y="9"/>
                      <a:pt x="32" y="7"/>
                      <a:pt x="47" y="8"/>
                    </a:cubicBezTo>
                    <a:cubicBezTo>
                      <a:pt x="53" y="9"/>
                      <a:pt x="59" y="10"/>
                      <a:pt x="65" y="13"/>
                    </a:cubicBezTo>
                    <a:cubicBezTo>
                      <a:pt x="70" y="16"/>
                      <a:pt x="72" y="19"/>
                      <a:pt x="75" y="23"/>
                    </a:cubicBezTo>
                    <a:cubicBezTo>
                      <a:pt x="73" y="23"/>
                      <a:pt x="72" y="20"/>
                      <a:pt x="71" y="19"/>
                    </a:cubicBezTo>
                    <a:cubicBezTo>
                      <a:pt x="68" y="18"/>
                      <a:pt x="65" y="16"/>
                      <a:pt x="62" y="15"/>
                    </a:cubicBezTo>
                    <a:cubicBezTo>
                      <a:pt x="55" y="13"/>
                      <a:pt x="48" y="12"/>
                      <a:pt x="41" y="12"/>
                    </a:cubicBezTo>
                    <a:cubicBezTo>
                      <a:pt x="33" y="12"/>
                      <a:pt x="25" y="11"/>
                      <a:pt x="16" y="9"/>
                    </a:cubicBezTo>
                    <a:cubicBezTo>
                      <a:pt x="14" y="8"/>
                      <a:pt x="3" y="6"/>
                      <a:pt x="2" y="3"/>
                    </a:cubicBezTo>
                  </a:path>
                </a:pathLst>
              </a:custGeom>
              <a:solidFill>
                <a:srgbClr val="F6E9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5279" name="Freeform 146">
                <a:extLst>
                  <a:ext uri="{FF2B5EF4-FFF2-40B4-BE49-F238E27FC236}">
                    <a16:creationId xmlns:a16="http://schemas.microsoft.com/office/drawing/2014/main" id="{8B0A7F39-A9B3-41E9-905E-A8E3D78DA4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0" y="1399"/>
                <a:ext cx="136" cy="44"/>
              </a:xfrm>
              <a:custGeom>
                <a:avLst/>
                <a:gdLst>
                  <a:gd name="T0" fmla="*/ 23 w 70"/>
                  <a:gd name="T1" fmla="*/ 161 h 23"/>
                  <a:gd name="T2" fmla="*/ 64 w 70"/>
                  <a:gd name="T3" fmla="*/ 124 h 23"/>
                  <a:gd name="T4" fmla="*/ 140 w 70"/>
                  <a:gd name="T5" fmla="*/ 92 h 23"/>
                  <a:gd name="T6" fmla="*/ 288 w 70"/>
                  <a:gd name="T7" fmla="*/ 48 h 23"/>
                  <a:gd name="T8" fmla="*/ 420 w 70"/>
                  <a:gd name="T9" fmla="*/ 29 h 23"/>
                  <a:gd name="T10" fmla="*/ 513 w 70"/>
                  <a:gd name="T11" fmla="*/ 0 h 23"/>
                  <a:gd name="T12" fmla="*/ 233 w 70"/>
                  <a:gd name="T13" fmla="*/ 40 h 23"/>
                  <a:gd name="T14" fmla="*/ 95 w 70"/>
                  <a:gd name="T15" fmla="*/ 84 h 23"/>
                  <a:gd name="T16" fmla="*/ 0 w 70"/>
                  <a:gd name="T17" fmla="*/ 147 h 2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0" h="23">
                    <a:moveTo>
                      <a:pt x="3" y="23"/>
                    </a:moveTo>
                    <a:cubicBezTo>
                      <a:pt x="5" y="21"/>
                      <a:pt x="7" y="19"/>
                      <a:pt x="9" y="18"/>
                    </a:cubicBezTo>
                    <a:cubicBezTo>
                      <a:pt x="12" y="16"/>
                      <a:pt x="16" y="15"/>
                      <a:pt x="19" y="13"/>
                    </a:cubicBezTo>
                    <a:cubicBezTo>
                      <a:pt x="26" y="10"/>
                      <a:pt x="33" y="9"/>
                      <a:pt x="39" y="7"/>
                    </a:cubicBezTo>
                    <a:cubicBezTo>
                      <a:pt x="45" y="6"/>
                      <a:pt x="51" y="6"/>
                      <a:pt x="57" y="4"/>
                    </a:cubicBezTo>
                    <a:cubicBezTo>
                      <a:pt x="61" y="4"/>
                      <a:pt x="68" y="2"/>
                      <a:pt x="70" y="0"/>
                    </a:cubicBezTo>
                    <a:cubicBezTo>
                      <a:pt x="58" y="2"/>
                      <a:pt x="45" y="3"/>
                      <a:pt x="32" y="6"/>
                    </a:cubicBezTo>
                    <a:cubicBezTo>
                      <a:pt x="25" y="8"/>
                      <a:pt x="19" y="9"/>
                      <a:pt x="13" y="12"/>
                    </a:cubicBezTo>
                    <a:cubicBezTo>
                      <a:pt x="9" y="15"/>
                      <a:pt x="5" y="19"/>
                      <a:pt x="0" y="21"/>
                    </a:cubicBezTo>
                  </a:path>
                </a:pathLst>
              </a:custGeom>
              <a:solidFill>
                <a:srgbClr val="F6E9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5280" name="Freeform 147">
                <a:extLst>
                  <a:ext uri="{FF2B5EF4-FFF2-40B4-BE49-F238E27FC236}">
                    <a16:creationId xmlns:a16="http://schemas.microsoft.com/office/drawing/2014/main" id="{5FD95250-E671-4F83-8EE5-7C147C43DD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9" y="1528"/>
                <a:ext cx="47" cy="9"/>
              </a:xfrm>
              <a:custGeom>
                <a:avLst/>
                <a:gdLst>
                  <a:gd name="T0" fmla="*/ 0 w 24"/>
                  <a:gd name="T1" fmla="*/ 7 h 5"/>
                  <a:gd name="T2" fmla="*/ 47 w 24"/>
                  <a:gd name="T3" fmla="*/ 0 h 5"/>
                  <a:gd name="T4" fmla="*/ 112 w 24"/>
                  <a:gd name="T5" fmla="*/ 13 h 5"/>
                  <a:gd name="T6" fmla="*/ 180 w 24"/>
                  <a:gd name="T7" fmla="*/ 29 h 5"/>
                  <a:gd name="T8" fmla="*/ 84 w 24"/>
                  <a:gd name="T9" fmla="*/ 23 h 5"/>
                  <a:gd name="T10" fmla="*/ 39 w 24"/>
                  <a:gd name="T11" fmla="*/ 0 h 5"/>
                  <a:gd name="T12" fmla="*/ 24 w 24"/>
                  <a:gd name="T13" fmla="*/ 0 h 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" h="5">
                    <a:moveTo>
                      <a:pt x="0" y="1"/>
                    </a:moveTo>
                    <a:cubicBezTo>
                      <a:pt x="2" y="0"/>
                      <a:pt x="4" y="0"/>
                      <a:pt x="6" y="0"/>
                    </a:cubicBezTo>
                    <a:cubicBezTo>
                      <a:pt x="9" y="1"/>
                      <a:pt x="11" y="2"/>
                      <a:pt x="15" y="2"/>
                    </a:cubicBezTo>
                    <a:cubicBezTo>
                      <a:pt x="18" y="2"/>
                      <a:pt x="21" y="4"/>
                      <a:pt x="24" y="5"/>
                    </a:cubicBezTo>
                    <a:cubicBezTo>
                      <a:pt x="20" y="5"/>
                      <a:pt x="15" y="5"/>
                      <a:pt x="11" y="4"/>
                    </a:cubicBezTo>
                    <a:cubicBezTo>
                      <a:pt x="9" y="3"/>
                      <a:pt x="7" y="1"/>
                      <a:pt x="5" y="0"/>
                    </a:cubicBezTo>
                    <a:cubicBezTo>
                      <a:pt x="4" y="0"/>
                      <a:pt x="2" y="0"/>
                      <a:pt x="3" y="0"/>
                    </a:cubicBezTo>
                  </a:path>
                </a:pathLst>
              </a:custGeom>
              <a:solidFill>
                <a:srgbClr val="F6E9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5281" name="Freeform 148">
                <a:extLst>
                  <a:ext uri="{FF2B5EF4-FFF2-40B4-BE49-F238E27FC236}">
                    <a16:creationId xmlns:a16="http://schemas.microsoft.com/office/drawing/2014/main" id="{A60AE043-F650-4C21-B57C-20D3516E30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7" y="1568"/>
                <a:ext cx="41" cy="10"/>
              </a:xfrm>
              <a:custGeom>
                <a:avLst/>
                <a:gdLst>
                  <a:gd name="T0" fmla="*/ 0 w 21"/>
                  <a:gd name="T1" fmla="*/ 0 h 5"/>
                  <a:gd name="T2" fmla="*/ 76 w 21"/>
                  <a:gd name="T3" fmla="*/ 24 h 5"/>
                  <a:gd name="T4" fmla="*/ 156 w 21"/>
                  <a:gd name="T5" fmla="*/ 24 h 5"/>
                  <a:gd name="T6" fmla="*/ 103 w 21"/>
                  <a:gd name="T7" fmla="*/ 32 h 5"/>
                  <a:gd name="T8" fmla="*/ 8 w 21"/>
                  <a:gd name="T9" fmla="*/ 16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5">
                    <a:moveTo>
                      <a:pt x="0" y="0"/>
                    </a:moveTo>
                    <a:cubicBezTo>
                      <a:pt x="2" y="2"/>
                      <a:pt x="8" y="2"/>
                      <a:pt x="10" y="3"/>
                    </a:cubicBezTo>
                    <a:cubicBezTo>
                      <a:pt x="14" y="3"/>
                      <a:pt x="18" y="1"/>
                      <a:pt x="21" y="3"/>
                    </a:cubicBezTo>
                    <a:cubicBezTo>
                      <a:pt x="18" y="3"/>
                      <a:pt x="17" y="4"/>
                      <a:pt x="14" y="4"/>
                    </a:cubicBezTo>
                    <a:cubicBezTo>
                      <a:pt x="11" y="5"/>
                      <a:pt x="2" y="5"/>
                      <a:pt x="1" y="2"/>
                    </a:cubicBezTo>
                  </a:path>
                </a:pathLst>
              </a:custGeom>
              <a:solidFill>
                <a:srgbClr val="F6E9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5282" name="Freeform 149">
                <a:extLst>
                  <a:ext uri="{FF2B5EF4-FFF2-40B4-BE49-F238E27FC236}">
                    <a16:creationId xmlns:a16="http://schemas.microsoft.com/office/drawing/2014/main" id="{11DC7A6E-8851-4B90-92E8-FD5C0224E7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3" y="1612"/>
                <a:ext cx="39" cy="8"/>
              </a:xfrm>
              <a:custGeom>
                <a:avLst/>
                <a:gdLst>
                  <a:gd name="T0" fmla="*/ 0 w 20"/>
                  <a:gd name="T1" fmla="*/ 0 h 4"/>
                  <a:gd name="T2" fmla="*/ 148 w 20"/>
                  <a:gd name="T3" fmla="*/ 32 h 4"/>
                  <a:gd name="T4" fmla="*/ 103 w 20"/>
                  <a:gd name="T5" fmla="*/ 32 h 4"/>
                  <a:gd name="T6" fmla="*/ 31 w 20"/>
                  <a:gd name="T7" fmla="*/ 24 h 4"/>
                  <a:gd name="T8" fmla="*/ 0 w 20"/>
                  <a:gd name="T9" fmla="*/ 16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4">
                    <a:moveTo>
                      <a:pt x="0" y="0"/>
                    </a:moveTo>
                    <a:cubicBezTo>
                      <a:pt x="6" y="2"/>
                      <a:pt x="13" y="3"/>
                      <a:pt x="20" y="4"/>
                    </a:cubicBezTo>
                    <a:cubicBezTo>
                      <a:pt x="18" y="3"/>
                      <a:pt x="16" y="4"/>
                      <a:pt x="14" y="4"/>
                    </a:cubicBezTo>
                    <a:cubicBezTo>
                      <a:pt x="10" y="3"/>
                      <a:pt x="7" y="3"/>
                      <a:pt x="4" y="3"/>
                    </a:cubicBezTo>
                    <a:cubicBezTo>
                      <a:pt x="3" y="3"/>
                      <a:pt x="1" y="3"/>
                      <a:pt x="0" y="2"/>
                    </a:cubicBezTo>
                  </a:path>
                </a:pathLst>
              </a:custGeom>
              <a:solidFill>
                <a:srgbClr val="F6E9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5283" name="Freeform 150">
                <a:extLst>
                  <a:ext uri="{FF2B5EF4-FFF2-40B4-BE49-F238E27FC236}">
                    <a16:creationId xmlns:a16="http://schemas.microsoft.com/office/drawing/2014/main" id="{B83D562F-E187-46A2-845E-28C6963DF9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6" y="1708"/>
                <a:ext cx="50" cy="25"/>
              </a:xfrm>
              <a:custGeom>
                <a:avLst/>
                <a:gdLst>
                  <a:gd name="T0" fmla="*/ 0 w 26"/>
                  <a:gd name="T1" fmla="*/ 71 h 13"/>
                  <a:gd name="T2" fmla="*/ 115 w 26"/>
                  <a:gd name="T3" fmla="*/ 0 h 13"/>
                  <a:gd name="T4" fmla="*/ 185 w 26"/>
                  <a:gd name="T5" fmla="*/ 44 h 13"/>
                  <a:gd name="T6" fmla="*/ 0 w 26"/>
                  <a:gd name="T7" fmla="*/ 92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13">
                    <a:moveTo>
                      <a:pt x="0" y="10"/>
                    </a:moveTo>
                    <a:cubicBezTo>
                      <a:pt x="4" y="6"/>
                      <a:pt x="9" y="1"/>
                      <a:pt x="16" y="0"/>
                    </a:cubicBezTo>
                    <a:cubicBezTo>
                      <a:pt x="19" y="0"/>
                      <a:pt x="24" y="3"/>
                      <a:pt x="26" y="6"/>
                    </a:cubicBezTo>
                    <a:cubicBezTo>
                      <a:pt x="20" y="0"/>
                      <a:pt x="4" y="7"/>
                      <a:pt x="0" y="13"/>
                    </a:cubicBezTo>
                  </a:path>
                </a:pathLst>
              </a:custGeom>
              <a:solidFill>
                <a:srgbClr val="F6E9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5284" name="Freeform 151">
                <a:extLst>
                  <a:ext uri="{FF2B5EF4-FFF2-40B4-BE49-F238E27FC236}">
                    <a16:creationId xmlns:a16="http://schemas.microsoft.com/office/drawing/2014/main" id="{7675A609-C2B6-40A1-BAFA-24650D304D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1" y="1758"/>
                <a:ext cx="169" cy="66"/>
              </a:xfrm>
              <a:custGeom>
                <a:avLst/>
                <a:gdLst>
                  <a:gd name="T0" fmla="*/ 16 w 87"/>
                  <a:gd name="T1" fmla="*/ 0 h 34"/>
                  <a:gd name="T2" fmla="*/ 637 w 87"/>
                  <a:gd name="T3" fmla="*/ 101 h 34"/>
                  <a:gd name="T4" fmla="*/ 31 w 87"/>
                  <a:gd name="T5" fmla="*/ 148 h 34"/>
                  <a:gd name="T6" fmla="*/ 16 w 87"/>
                  <a:gd name="T7" fmla="*/ 0 h 3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7" h="34">
                    <a:moveTo>
                      <a:pt x="2" y="0"/>
                    </a:moveTo>
                    <a:cubicBezTo>
                      <a:pt x="2" y="0"/>
                      <a:pt x="24" y="34"/>
                      <a:pt x="87" y="14"/>
                    </a:cubicBezTo>
                    <a:cubicBezTo>
                      <a:pt x="87" y="14"/>
                      <a:pt x="43" y="34"/>
                      <a:pt x="4" y="20"/>
                    </a:cubicBezTo>
                    <a:cubicBezTo>
                      <a:pt x="4" y="20"/>
                      <a:pt x="0" y="5"/>
                      <a:pt x="2" y="0"/>
                    </a:cubicBezTo>
                    <a:close/>
                  </a:path>
                </a:pathLst>
              </a:custGeom>
              <a:solidFill>
                <a:srgbClr val="F6E9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5285" name="Freeform 152">
                <a:extLst>
                  <a:ext uri="{FF2B5EF4-FFF2-40B4-BE49-F238E27FC236}">
                    <a16:creationId xmlns:a16="http://schemas.microsoft.com/office/drawing/2014/main" id="{6DBB1AEF-D044-44E8-9792-7E5987428E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5" y="1757"/>
                <a:ext cx="177" cy="96"/>
              </a:xfrm>
              <a:custGeom>
                <a:avLst/>
                <a:gdLst>
                  <a:gd name="T0" fmla="*/ 669 w 91"/>
                  <a:gd name="T1" fmla="*/ 0 h 50"/>
                  <a:gd name="T2" fmla="*/ 0 w 91"/>
                  <a:gd name="T3" fmla="*/ 77 h 50"/>
                  <a:gd name="T4" fmla="*/ 669 w 91"/>
                  <a:gd name="T5" fmla="*/ 0 h 5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1" h="50">
                    <a:moveTo>
                      <a:pt x="91" y="0"/>
                    </a:moveTo>
                    <a:cubicBezTo>
                      <a:pt x="91" y="0"/>
                      <a:pt x="67" y="38"/>
                      <a:pt x="0" y="11"/>
                    </a:cubicBezTo>
                    <a:cubicBezTo>
                      <a:pt x="0" y="11"/>
                      <a:pt x="60" y="50"/>
                      <a:pt x="91" y="0"/>
                    </a:cubicBezTo>
                    <a:close/>
                  </a:path>
                </a:pathLst>
              </a:custGeom>
              <a:solidFill>
                <a:srgbClr val="F6E9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5286" name="Freeform 153">
                <a:extLst>
                  <a:ext uri="{FF2B5EF4-FFF2-40B4-BE49-F238E27FC236}">
                    <a16:creationId xmlns:a16="http://schemas.microsoft.com/office/drawing/2014/main" id="{FD62FC71-40B7-4CB9-A023-FD4902DC76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2" y="1855"/>
                <a:ext cx="38" cy="30"/>
              </a:xfrm>
              <a:custGeom>
                <a:avLst/>
                <a:gdLst>
                  <a:gd name="T0" fmla="*/ 0 w 20"/>
                  <a:gd name="T1" fmla="*/ 105 h 16"/>
                  <a:gd name="T2" fmla="*/ 137 w 20"/>
                  <a:gd name="T3" fmla="*/ 0 h 16"/>
                  <a:gd name="T4" fmla="*/ 0 w 20"/>
                  <a:gd name="T5" fmla="*/ 105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16">
                    <a:moveTo>
                      <a:pt x="0" y="16"/>
                    </a:moveTo>
                    <a:cubicBezTo>
                      <a:pt x="0" y="16"/>
                      <a:pt x="3" y="3"/>
                      <a:pt x="20" y="0"/>
                    </a:cubicBezTo>
                    <a:cubicBezTo>
                      <a:pt x="20" y="0"/>
                      <a:pt x="1" y="9"/>
                      <a:pt x="0" y="16"/>
                    </a:cubicBezTo>
                    <a:close/>
                  </a:path>
                </a:pathLst>
              </a:custGeom>
              <a:solidFill>
                <a:srgbClr val="F6E9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5287" name="Freeform 154">
                <a:extLst>
                  <a:ext uri="{FF2B5EF4-FFF2-40B4-BE49-F238E27FC236}">
                    <a16:creationId xmlns:a16="http://schemas.microsoft.com/office/drawing/2014/main" id="{DBA8414B-7CE0-48D6-869C-64EF851F16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6" y="2428"/>
                <a:ext cx="51" cy="40"/>
              </a:xfrm>
              <a:custGeom>
                <a:avLst/>
                <a:gdLst>
                  <a:gd name="T0" fmla="*/ 0 w 26"/>
                  <a:gd name="T1" fmla="*/ 0 h 21"/>
                  <a:gd name="T2" fmla="*/ 196 w 26"/>
                  <a:gd name="T3" fmla="*/ 97 h 21"/>
                  <a:gd name="T4" fmla="*/ 0 w 26"/>
                  <a:gd name="T5" fmla="*/ 0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21">
                    <a:moveTo>
                      <a:pt x="0" y="0"/>
                    </a:moveTo>
                    <a:cubicBezTo>
                      <a:pt x="0" y="0"/>
                      <a:pt x="6" y="21"/>
                      <a:pt x="26" y="14"/>
                    </a:cubicBezTo>
                    <a:cubicBezTo>
                      <a:pt x="26" y="14"/>
                      <a:pt x="7" y="16"/>
                      <a:pt x="0" y="0"/>
                    </a:cubicBezTo>
                    <a:close/>
                  </a:path>
                </a:pathLst>
              </a:custGeom>
              <a:solidFill>
                <a:srgbClr val="F6E9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5288" name="Freeform 155">
                <a:extLst>
                  <a:ext uri="{FF2B5EF4-FFF2-40B4-BE49-F238E27FC236}">
                    <a16:creationId xmlns:a16="http://schemas.microsoft.com/office/drawing/2014/main" id="{DC856557-9F76-472A-967D-235F2C8CD3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1" y="2191"/>
                <a:ext cx="103" cy="131"/>
              </a:xfrm>
              <a:custGeom>
                <a:avLst/>
                <a:gdLst>
                  <a:gd name="T0" fmla="*/ 0 w 53"/>
                  <a:gd name="T1" fmla="*/ 0 h 68"/>
                  <a:gd name="T2" fmla="*/ 109 w 53"/>
                  <a:gd name="T3" fmla="*/ 137 h 68"/>
                  <a:gd name="T4" fmla="*/ 192 w 53"/>
                  <a:gd name="T5" fmla="*/ 256 h 68"/>
                  <a:gd name="T6" fmla="*/ 389 w 53"/>
                  <a:gd name="T7" fmla="*/ 485 h 68"/>
                  <a:gd name="T8" fmla="*/ 155 w 53"/>
                  <a:gd name="T9" fmla="*/ 256 h 68"/>
                  <a:gd name="T10" fmla="*/ 0 w 53"/>
                  <a:gd name="T11" fmla="*/ 44 h 6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3" h="68">
                    <a:moveTo>
                      <a:pt x="0" y="0"/>
                    </a:moveTo>
                    <a:cubicBezTo>
                      <a:pt x="4" y="7"/>
                      <a:pt x="11" y="12"/>
                      <a:pt x="15" y="19"/>
                    </a:cubicBezTo>
                    <a:cubicBezTo>
                      <a:pt x="19" y="25"/>
                      <a:pt x="22" y="31"/>
                      <a:pt x="26" y="36"/>
                    </a:cubicBezTo>
                    <a:cubicBezTo>
                      <a:pt x="34" y="48"/>
                      <a:pt x="44" y="57"/>
                      <a:pt x="53" y="68"/>
                    </a:cubicBezTo>
                    <a:cubicBezTo>
                      <a:pt x="40" y="67"/>
                      <a:pt x="27" y="46"/>
                      <a:pt x="21" y="36"/>
                    </a:cubicBezTo>
                    <a:cubicBezTo>
                      <a:pt x="14" y="26"/>
                      <a:pt x="9" y="14"/>
                      <a:pt x="0" y="6"/>
                    </a:cubicBezTo>
                  </a:path>
                </a:pathLst>
              </a:custGeom>
              <a:solidFill>
                <a:srgbClr val="F6E9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5289" name="Freeform 156">
                <a:extLst>
                  <a:ext uri="{FF2B5EF4-FFF2-40B4-BE49-F238E27FC236}">
                    <a16:creationId xmlns:a16="http://schemas.microsoft.com/office/drawing/2014/main" id="{2575A922-7FCD-44AE-9443-B360CAAE01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6" y="2058"/>
                <a:ext cx="16" cy="37"/>
              </a:xfrm>
              <a:custGeom>
                <a:avLst/>
                <a:gdLst>
                  <a:gd name="T0" fmla="*/ 8 w 8"/>
                  <a:gd name="T1" fmla="*/ 0 h 19"/>
                  <a:gd name="T2" fmla="*/ 0 w 8"/>
                  <a:gd name="T3" fmla="*/ 103 h 19"/>
                  <a:gd name="T4" fmla="*/ 32 w 8"/>
                  <a:gd name="T5" fmla="*/ 16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9">
                    <a:moveTo>
                      <a:pt x="1" y="0"/>
                    </a:moveTo>
                    <a:cubicBezTo>
                      <a:pt x="4" y="4"/>
                      <a:pt x="3" y="10"/>
                      <a:pt x="0" y="14"/>
                    </a:cubicBezTo>
                    <a:cubicBezTo>
                      <a:pt x="6" y="19"/>
                      <a:pt x="8" y="5"/>
                      <a:pt x="4" y="2"/>
                    </a:cubicBezTo>
                  </a:path>
                </a:pathLst>
              </a:custGeom>
              <a:solidFill>
                <a:srgbClr val="F6E9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5290" name="Freeform 157">
                <a:extLst>
                  <a:ext uri="{FF2B5EF4-FFF2-40B4-BE49-F238E27FC236}">
                    <a16:creationId xmlns:a16="http://schemas.microsoft.com/office/drawing/2014/main" id="{85B803CC-3498-4AEF-8B57-ADADE6DDAD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9" y="1885"/>
                <a:ext cx="92" cy="381"/>
              </a:xfrm>
              <a:custGeom>
                <a:avLst/>
                <a:gdLst>
                  <a:gd name="T0" fmla="*/ 188 w 47"/>
                  <a:gd name="T1" fmla="*/ 0 h 198"/>
                  <a:gd name="T2" fmla="*/ 264 w 47"/>
                  <a:gd name="T3" fmla="*/ 670 h 198"/>
                  <a:gd name="T4" fmla="*/ 84 w 47"/>
                  <a:gd name="T5" fmla="*/ 1018 h 198"/>
                  <a:gd name="T6" fmla="*/ 23 w 47"/>
                  <a:gd name="T7" fmla="*/ 1410 h 198"/>
                  <a:gd name="T8" fmla="*/ 204 w 47"/>
                  <a:gd name="T9" fmla="*/ 954 h 198"/>
                  <a:gd name="T10" fmla="*/ 352 w 47"/>
                  <a:gd name="T11" fmla="*/ 562 h 198"/>
                  <a:gd name="T12" fmla="*/ 276 w 47"/>
                  <a:gd name="T13" fmla="*/ 248 h 198"/>
                  <a:gd name="T14" fmla="*/ 211 w 47"/>
                  <a:gd name="T15" fmla="*/ 29 h 19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7" h="198">
                    <a:moveTo>
                      <a:pt x="25" y="0"/>
                    </a:moveTo>
                    <a:cubicBezTo>
                      <a:pt x="25" y="32"/>
                      <a:pt x="41" y="62"/>
                      <a:pt x="35" y="94"/>
                    </a:cubicBezTo>
                    <a:cubicBezTo>
                      <a:pt x="32" y="114"/>
                      <a:pt x="20" y="127"/>
                      <a:pt x="11" y="143"/>
                    </a:cubicBezTo>
                    <a:cubicBezTo>
                      <a:pt x="1" y="159"/>
                      <a:pt x="0" y="180"/>
                      <a:pt x="3" y="198"/>
                    </a:cubicBezTo>
                    <a:cubicBezTo>
                      <a:pt x="8" y="175"/>
                      <a:pt x="15" y="154"/>
                      <a:pt x="27" y="134"/>
                    </a:cubicBezTo>
                    <a:cubicBezTo>
                      <a:pt x="38" y="116"/>
                      <a:pt x="46" y="100"/>
                      <a:pt x="47" y="79"/>
                    </a:cubicBezTo>
                    <a:cubicBezTo>
                      <a:pt x="47" y="64"/>
                      <a:pt x="43" y="49"/>
                      <a:pt x="37" y="35"/>
                    </a:cubicBezTo>
                    <a:cubicBezTo>
                      <a:pt x="34" y="27"/>
                      <a:pt x="28" y="14"/>
                      <a:pt x="28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5291" name="Freeform 158">
                <a:extLst>
                  <a:ext uri="{FF2B5EF4-FFF2-40B4-BE49-F238E27FC236}">
                    <a16:creationId xmlns:a16="http://schemas.microsoft.com/office/drawing/2014/main" id="{FB498244-3E33-43EF-BCD5-816F7C8710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2" y="1939"/>
                <a:ext cx="120" cy="50"/>
              </a:xfrm>
              <a:custGeom>
                <a:avLst/>
                <a:gdLst>
                  <a:gd name="T0" fmla="*/ 23 w 62"/>
                  <a:gd name="T1" fmla="*/ 0 h 26"/>
                  <a:gd name="T2" fmla="*/ 195 w 62"/>
                  <a:gd name="T3" fmla="*/ 115 h 26"/>
                  <a:gd name="T4" fmla="*/ 449 w 62"/>
                  <a:gd name="T5" fmla="*/ 56 h 26"/>
                  <a:gd name="T6" fmla="*/ 161 w 62"/>
                  <a:gd name="T7" fmla="*/ 177 h 26"/>
                  <a:gd name="T8" fmla="*/ 0 w 62"/>
                  <a:gd name="T9" fmla="*/ 15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2" h="26">
                    <a:moveTo>
                      <a:pt x="3" y="0"/>
                    </a:moveTo>
                    <a:cubicBezTo>
                      <a:pt x="11" y="6"/>
                      <a:pt x="18" y="14"/>
                      <a:pt x="27" y="16"/>
                    </a:cubicBezTo>
                    <a:cubicBezTo>
                      <a:pt x="37" y="19"/>
                      <a:pt x="53" y="14"/>
                      <a:pt x="62" y="8"/>
                    </a:cubicBezTo>
                    <a:cubicBezTo>
                      <a:pt x="55" y="19"/>
                      <a:pt x="35" y="24"/>
                      <a:pt x="22" y="25"/>
                    </a:cubicBezTo>
                    <a:cubicBezTo>
                      <a:pt x="8" y="26"/>
                      <a:pt x="4" y="13"/>
                      <a:pt x="0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5292" name="Freeform 159">
                <a:extLst>
                  <a:ext uri="{FF2B5EF4-FFF2-40B4-BE49-F238E27FC236}">
                    <a16:creationId xmlns:a16="http://schemas.microsoft.com/office/drawing/2014/main" id="{BD36DB7F-6A8E-4C51-8217-3E844FCC53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0" y="1951"/>
                <a:ext cx="96" cy="50"/>
              </a:xfrm>
              <a:custGeom>
                <a:avLst/>
                <a:gdLst>
                  <a:gd name="T0" fmla="*/ 0 w 49"/>
                  <a:gd name="T1" fmla="*/ 0 h 26"/>
                  <a:gd name="T2" fmla="*/ 368 w 49"/>
                  <a:gd name="T3" fmla="*/ 56 h 26"/>
                  <a:gd name="T4" fmla="*/ 276 w 49"/>
                  <a:gd name="T5" fmla="*/ 63 h 26"/>
                  <a:gd name="T6" fmla="*/ 165 w 49"/>
                  <a:gd name="T7" fmla="*/ 56 h 26"/>
                  <a:gd name="T8" fmla="*/ 31 w 49"/>
                  <a:gd name="T9" fmla="*/ 23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9" h="26">
                    <a:moveTo>
                      <a:pt x="0" y="0"/>
                    </a:moveTo>
                    <a:cubicBezTo>
                      <a:pt x="18" y="6"/>
                      <a:pt x="30" y="26"/>
                      <a:pt x="49" y="8"/>
                    </a:cubicBezTo>
                    <a:cubicBezTo>
                      <a:pt x="45" y="6"/>
                      <a:pt x="41" y="8"/>
                      <a:pt x="37" y="9"/>
                    </a:cubicBezTo>
                    <a:cubicBezTo>
                      <a:pt x="33" y="9"/>
                      <a:pt x="27" y="8"/>
                      <a:pt x="22" y="8"/>
                    </a:cubicBezTo>
                    <a:cubicBezTo>
                      <a:pt x="15" y="7"/>
                      <a:pt x="10" y="5"/>
                      <a:pt x="4" y="3"/>
                    </a:cubicBezTo>
                  </a:path>
                </a:pathLst>
              </a:custGeom>
              <a:solidFill>
                <a:srgbClr val="F8F6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5293" name="Freeform 160">
                <a:extLst>
                  <a:ext uri="{FF2B5EF4-FFF2-40B4-BE49-F238E27FC236}">
                    <a16:creationId xmlns:a16="http://schemas.microsoft.com/office/drawing/2014/main" id="{0456C4A3-60C4-4133-9523-CB6CFDE7F0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6" y="1839"/>
                <a:ext cx="49" cy="48"/>
              </a:xfrm>
              <a:custGeom>
                <a:avLst/>
                <a:gdLst>
                  <a:gd name="T0" fmla="*/ 8 w 25"/>
                  <a:gd name="T1" fmla="*/ 177 h 25"/>
                  <a:gd name="T2" fmla="*/ 76 w 25"/>
                  <a:gd name="T3" fmla="*/ 63 h 25"/>
                  <a:gd name="T4" fmla="*/ 188 w 25"/>
                  <a:gd name="T5" fmla="*/ 23 h 25"/>
                  <a:gd name="T6" fmla="*/ 135 w 25"/>
                  <a:gd name="T7" fmla="*/ 0 h 25"/>
                  <a:gd name="T8" fmla="*/ 69 w 25"/>
                  <a:gd name="T9" fmla="*/ 23 h 25"/>
                  <a:gd name="T10" fmla="*/ 0 w 25"/>
                  <a:gd name="T11" fmla="*/ 148 h 2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5" h="25">
                    <a:moveTo>
                      <a:pt x="1" y="25"/>
                    </a:moveTo>
                    <a:cubicBezTo>
                      <a:pt x="5" y="22"/>
                      <a:pt x="6" y="14"/>
                      <a:pt x="10" y="9"/>
                    </a:cubicBezTo>
                    <a:cubicBezTo>
                      <a:pt x="14" y="4"/>
                      <a:pt x="19" y="6"/>
                      <a:pt x="25" y="3"/>
                    </a:cubicBezTo>
                    <a:cubicBezTo>
                      <a:pt x="22" y="3"/>
                      <a:pt x="21" y="0"/>
                      <a:pt x="18" y="0"/>
                    </a:cubicBezTo>
                    <a:cubicBezTo>
                      <a:pt x="17" y="0"/>
                      <a:pt x="11" y="2"/>
                      <a:pt x="9" y="3"/>
                    </a:cubicBezTo>
                    <a:cubicBezTo>
                      <a:pt x="3" y="6"/>
                      <a:pt x="3" y="16"/>
                      <a:pt x="0" y="21"/>
                    </a:cubicBezTo>
                  </a:path>
                </a:pathLst>
              </a:custGeom>
              <a:solidFill>
                <a:srgbClr val="F8F6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5294" name="Freeform 161">
                <a:extLst>
                  <a:ext uri="{FF2B5EF4-FFF2-40B4-BE49-F238E27FC236}">
                    <a16:creationId xmlns:a16="http://schemas.microsoft.com/office/drawing/2014/main" id="{75D36587-C586-457A-A5AD-7AD19C54E3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7" y="1610"/>
                <a:ext cx="118" cy="172"/>
              </a:xfrm>
              <a:custGeom>
                <a:avLst/>
                <a:gdLst>
                  <a:gd name="T0" fmla="*/ 0 w 61"/>
                  <a:gd name="T1" fmla="*/ 0 h 89"/>
                  <a:gd name="T2" fmla="*/ 15 w 61"/>
                  <a:gd name="T3" fmla="*/ 240 h 89"/>
                  <a:gd name="T4" fmla="*/ 56 w 61"/>
                  <a:gd name="T5" fmla="*/ 448 h 89"/>
                  <a:gd name="T6" fmla="*/ 195 w 61"/>
                  <a:gd name="T7" fmla="*/ 597 h 89"/>
                  <a:gd name="T8" fmla="*/ 441 w 61"/>
                  <a:gd name="T9" fmla="*/ 642 h 89"/>
                  <a:gd name="T10" fmla="*/ 64 w 61"/>
                  <a:gd name="T11" fmla="*/ 388 h 89"/>
                  <a:gd name="T12" fmla="*/ 15 w 61"/>
                  <a:gd name="T13" fmla="*/ 37 h 8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1" h="89">
                    <a:moveTo>
                      <a:pt x="0" y="0"/>
                    </a:moveTo>
                    <a:cubicBezTo>
                      <a:pt x="5" y="11"/>
                      <a:pt x="1" y="22"/>
                      <a:pt x="2" y="33"/>
                    </a:cubicBezTo>
                    <a:cubicBezTo>
                      <a:pt x="2" y="43"/>
                      <a:pt x="4" y="54"/>
                      <a:pt x="8" y="62"/>
                    </a:cubicBezTo>
                    <a:cubicBezTo>
                      <a:pt x="12" y="71"/>
                      <a:pt x="18" y="79"/>
                      <a:pt x="27" y="83"/>
                    </a:cubicBezTo>
                    <a:cubicBezTo>
                      <a:pt x="38" y="88"/>
                      <a:pt x="50" y="86"/>
                      <a:pt x="61" y="89"/>
                    </a:cubicBezTo>
                    <a:cubicBezTo>
                      <a:pt x="41" y="80"/>
                      <a:pt x="15" y="78"/>
                      <a:pt x="9" y="54"/>
                    </a:cubicBezTo>
                    <a:cubicBezTo>
                      <a:pt x="5" y="38"/>
                      <a:pt x="9" y="21"/>
                      <a:pt x="2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5295" name="Freeform 162">
                <a:extLst>
                  <a:ext uri="{FF2B5EF4-FFF2-40B4-BE49-F238E27FC236}">
                    <a16:creationId xmlns:a16="http://schemas.microsoft.com/office/drawing/2014/main" id="{2C4D2DA5-CAE2-4A9D-A4E2-2D0E9FAEFA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1" y="1705"/>
                <a:ext cx="88" cy="78"/>
              </a:xfrm>
              <a:custGeom>
                <a:avLst/>
                <a:gdLst>
                  <a:gd name="T0" fmla="*/ 0 w 45"/>
                  <a:gd name="T1" fmla="*/ 0 h 41"/>
                  <a:gd name="T2" fmla="*/ 39 w 45"/>
                  <a:gd name="T3" fmla="*/ 108 h 41"/>
                  <a:gd name="T4" fmla="*/ 104 w 45"/>
                  <a:gd name="T5" fmla="*/ 200 h 41"/>
                  <a:gd name="T6" fmla="*/ 336 w 45"/>
                  <a:gd name="T7" fmla="*/ 282 h 41"/>
                  <a:gd name="T8" fmla="*/ 8 w 45"/>
                  <a:gd name="T9" fmla="*/ 8 h 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5" h="41">
                    <a:moveTo>
                      <a:pt x="0" y="0"/>
                    </a:moveTo>
                    <a:cubicBezTo>
                      <a:pt x="1" y="1"/>
                      <a:pt x="4" y="12"/>
                      <a:pt x="5" y="16"/>
                    </a:cubicBezTo>
                    <a:cubicBezTo>
                      <a:pt x="8" y="20"/>
                      <a:pt x="11" y="25"/>
                      <a:pt x="14" y="29"/>
                    </a:cubicBezTo>
                    <a:cubicBezTo>
                      <a:pt x="21" y="40"/>
                      <a:pt x="33" y="40"/>
                      <a:pt x="45" y="41"/>
                    </a:cubicBezTo>
                    <a:cubicBezTo>
                      <a:pt x="27" y="35"/>
                      <a:pt x="8" y="18"/>
                      <a:pt x="1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7280" name="Freeform 163">
                <a:extLst>
                  <a:ext uri="{FF2B5EF4-FFF2-40B4-BE49-F238E27FC236}">
                    <a16:creationId xmlns:a16="http://schemas.microsoft.com/office/drawing/2014/main" id="{C67E0109-A435-4B14-9E0E-17911D4771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0" y="1266"/>
                <a:ext cx="93" cy="114"/>
              </a:xfrm>
              <a:custGeom>
                <a:avLst/>
                <a:gdLst>
                  <a:gd name="T0" fmla="*/ 320 w 48"/>
                  <a:gd name="T1" fmla="*/ 0 h 59"/>
                  <a:gd name="T2" fmla="*/ 293 w 48"/>
                  <a:gd name="T3" fmla="*/ 116 h 59"/>
                  <a:gd name="T4" fmla="*/ 217 w 48"/>
                  <a:gd name="T5" fmla="*/ 201 h 59"/>
                  <a:gd name="T6" fmla="*/ 132 w 48"/>
                  <a:gd name="T7" fmla="*/ 303 h 59"/>
                  <a:gd name="T8" fmla="*/ 8 w 48"/>
                  <a:gd name="T9" fmla="*/ 425 h 59"/>
                  <a:gd name="T10" fmla="*/ 188 w 48"/>
                  <a:gd name="T11" fmla="*/ 288 h 59"/>
                  <a:gd name="T12" fmla="*/ 293 w 48"/>
                  <a:gd name="T13" fmla="*/ 193 h 59"/>
                  <a:gd name="T14" fmla="*/ 320 w 48"/>
                  <a:gd name="T15" fmla="*/ 37 h 5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8" h="59">
                    <a:moveTo>
                      <a:pt x="44" y="0"/>
                    </a:moveTo>
                    <a:cubicBezTo>
                      <a:pt x="41" y="5"/>
                      <a:pt x="42" y="11"/>
                      <a:pt x="40" y="16"/>
                    </a:cubicBezTo>
                    <a:cubicBezTo>
                      <a:pt x="38" y="20"/>
                      <a:pt x="34" y="24"/>
                      <a:pt x="30" y="28"/>
                    </a:cubicBezTo>
                    <a:cubicBezTo>
                      <a:pt x="26" y="32"/>
                      <a:pt x="23" y="37"/>
                      <a:pt x="18" y="42"/>
                    </a:cubicBezTo>
                    <a:cubicBezTo>
                      <a:pt x="15" y="45"/>
                      <a:pt x="0" y="54"/>
                      <a:pt x="1" y="59"/>
                    </a:cubicBezTo>
                    <a:cubicBezTo>
                      <a:pt x="10" y="57"/>
                      <a:pt x="20" y="46"/>
                      <a:pt x="26" y="40"/>
                    </a:cubicBezTo>
                    <a:cubicBezTo>
                      <a:pt x="31" y="36"/>
                      <a:pt x="36" y="32"/>
                      <a:pt x="40" y="27"/>
                    </a:cubicBezTo>
                    <a:cubicBezTo>
                      <a:pt x="44" y="21"/>
                      <a:pt x="48" y="12"/>
                      <a:pt x="44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7281" name="Freeform 164">
                <a:extLst>
                  <a:ext uri="{FF2B5EF4-FFF2-40B4-BE49-F238E27FC236}">
                    <a16:creationId xmlns:a16="http://schemas.microsoft.com/office/drawing/2014/main" id="{8EB73B78-AE6C-45AD-9DE4-BE0E413D68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5" y="1470"/>
                <a:ext cx="70" cy="252"/>
              </a:xfrm>
              <a:custGeom>
                <a:avLst/>
                <a:gdLst>
                  <a:gd name="T0" fmla="*/ 264 w 36"/>
                  <a:gd name="T1" fmla="*/ 0 h 131"/>
                  <a:gd name="T2" fmla="*/ 103 w 36"/>
                  <a:gd name="T3" fmla="*/ 933 h 131"/>
                  <a:gd name="T4" fmla="*/ 109 w 36"/>
                  <a:gd name="T5" fmla="*/ 662 h 131"/>
                  <a:gd name="T6" fmla="*/ 117 w 36"/>
                  <a:gd name="T7" fmla="*/ 408 h 131"/>
                  <a:gd name="T8" fmla="*/ 257 w 36"/>
                  <a:gd name="T9" fmla="*/ 37 h 1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" h="131">
                    <a:moveTo>
                      <a:pt x="36" y="0"/>
                    </a:moveTo>
                    <a:cubicBezTo>
                      <a:pt x="0" y="35"/>
                      <a:pt x="14" y="87"/>
                      <a:pt x="14" y="131"/>
                    </a:cubicBezTo>
                    <a:cubicBezTo>
                      <a:pt x="18" y="120"/>
                      <a:pt x="16" y="105"/>
                      <a:pt x="15" y="93"/>
                    </a:cubicBezTo>
                    <a:cubicBezTo>
                      <a:pt x="15" y="82"/>
                      <a:pt x="14" y="69"/>
                      <a:pt x="16" y="57"/>
                    </a:cubicBezTo>
                    <a:cubicBezTo>
                      <a:pt x="17" y="40"/>
                      <a:pt x="24" y="18"/>
                      <a:pt x="35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7282" name="Freeform 165">
                <a:extLst>
                  <a:ext uri="{FF2B5EF4-FFF2-40B4-BE49-F238E27FC236}">
                    <a16:creationId xmlns:a16="http://schemas.microsoft.com/office/drawing/2014/main" id="{DE4E5E2B-CA4D-498E-8654-0CBB5F866C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5" y="1920"/>
                <a:ext cx="23" cy="265"/>
              </a:xfrm>
              <a:custGeom>
                <a:avLst/>
                <a:gdLst>
                  <a:gd name="T0" fmla="*/ 77 w 12"/>
                  <a:gd name="T1" fmla="*/ 0 h 138"/>
                  <a:gd name="T2" fmla="*/ 15 w 12"/>
                  <a:gd name="T3" fmla="*/ 409 h 138"/>
                  <a:gd name="T4" fmla="*/ 48 w 12"/>
                  <a:gd name="T5" fmla="*/ 977 h 138"/>
                  <a:gd name="T6" fmla="*/ 56 w 12"/>
                  <a:gd name="T7" fmla="*/ 469 h 138"/>
                  <a:gd name="T8" fmla="*/ 63 w 12"/>
                  <a:gd name="T9" fmla="*/ 225 h 138"/>
                  <a:gd name="T10" fmla="*/ 77 w 12"/>
                  <a:gd name="T11" fmla="*/ 56 h 13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138">
                    <a:moveTo>
                      <a:pt x="11" y="0"/>
                    </a:moveTo>
                    <a:cubicBezTo>
                      <a:pt x="12" y="19"/>
                      <a:pt x="4" y="38"/>
                      <a:pt x="2" y="58"/>
                    </a:cubicBezTo>
                    <a:cubicBezTo>
                      <a:pt x="0" y="84"/>
                      <a:pt x="7" y="111"/>
                      <a:pt x="7" y="138"/>
                    </a:cubicBezTo>
                    <a:cubicBezTo>
                      <a:pt x="8" y="115"/>
                      <a:pt x="9" y="90"/>
                      <a:pt x="8" y="66"/>
                    </a:cubicBezTo>
                    <a:cubicBezTo>
                      <a:pt x="7" y="55"/>
                      <a:pt x="9" y="43"/>
                      <a:pt x="9" y="32"/>
                    </a:cubicBezTo>
                    <a:cubicBezTo>
                      <a:pt x="10" y="25"/>
                      <a:pt x="9" y="15"/>
                      <a:pt x="11" y="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7283" name="Freeform 166">
                <a:extLst>
                  <a:ext uri="{FF2B5EF4-FFF2-40B4-BE49-F238E27FC236}">
                    <a16:creationId xmlns:a16="http://schemas.microsoft.com/office/drawing/2014/main" id="{6191D5B8-804E-468D-B9E5-03DF67B3D7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4" y="2430"/>
                <a:ext cx="58" cy="413"/>
              </a:xfrm>
              <a:custGeom>
                <a:avLst/>
                <a:gdLst>
                  <a:gd name="T0" fmla="*/ 124 w 30"/>
                  <a:gd name="T1" fmla="*/ 0 h 215"/>
                  <a:gd name="T2" fmla="*/ 195 w 30"/>
                  <a:gd name="T3" fmla="*/ 121 h 215"/>
                  <a:gd name="T4" fmla="*/ 188 w 30"/>
                  <a:gd name="T5" fmla="*/ 240 h 215"/>
                  <a:gd name="T6" fmla="*/ 139 w 30"/>
                  <a:gd name="T7" fmla="*/ 561 h 215"/>
                  <a:gd name="T8" fmla="*/ 29 w 30"/>
                  <a:gd name="T9" fmla="*/ 1347 h 215"/>
                  <a:gd name="T10" fmla="*/ 15 w 30"/>
                  <a:gd name="T11" fmla="*/ 1523 h 215"/>
                  <a:gd name="T12" fmla="*/ 8 w 30"/>
                  <a:gd name="T13" fmla="*/ 1299 h 215"/>
                  <a:gd name="T14" fmla="*/ 23 w 30"/>
                  <a:gd name="T15" fmla="*/ 1055 h 215"/>
                  <a:gd name="T16" fmla="*/ 64 w 30"/>
                  <a:gd name="T17" fmla="*/ 601 h 215"/>
                  <a:gd name="T18" fmla="*/ 116 w 30"/>
                  <a:gd name="T19" fmla="*/ 44 h 21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0" h="215">
                    <a:moveTo>
                      <a:pt x="17" y="0"/>
                    </a:moveTo>
                    <a:cubicBezTo>
                      <a:pt x="20" y="6"/>
                      <a:pt x="25" y="11"/>
                      <a:pt x="27" y="17"/>
                    </a:cubicBezTo>
                    <a:cubicBezTo>
                      <a:pt x="30" y="23"/>
                      <a:pt x="27" y="28"/>
                      <a:pt x="26" y="34"/>
                    </a:cubicBezTo>
                    <a:cubicBezTo>
                      <a:pt x="22" y="49"/>
                      <a:pt x="22" y="64"/>
                      <a:pt x="19" y="79"/>
                    </a:cubicBezTo>
                    <a:cubicBezTo>
                      <a:pt x="14" y="116"/>
                      <a:pt x="6" y="152"/>
                      <a:pt x="4" y="190"/>
                    </a:cubicBezTo>
                    <a:cubicBezTo>
                      <a:pt x="4" y="198"/>
                      <a:pt x="2" y="207"/>
                      <a:pt x="2" y="215"/>
                    </a:cubicBezTo>
                    <a:cubicBezTo>
                      <a:pt x="0" y="207"/>
                      <a:pt x="1" y="192"/>
                      <a:pt x="1" y="183"/>
                    </a:cubicBezTo>
                    <a:cubicBezTo>
                      <a:pt x="1" y="172"/>
                      <a:pt x="2" y="160"/>
                      <a:pt x="3" y="149"/>
                    </a:cubicBezTo>
                    <a:cubicBezTo>
                      <a:pt x="4" y="127"/>
                      <a:pt x="7" y="106"/>
                      <a:pt x="9" y="85"/>
                    </a:cubicBezTo>
                    <a:cubicBezTo>
                      <a:pt x="12" y="58"/>
                      <a:pt x="15" y="32"/>
                      <a:pt x="16" y="6"/>
                    </a:cubicBezTo>
                  </a:path>
                </a:pathLst>
              </a:custGeom>
              <a:solidFill>
                <a:srgbClr val="F6E9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7284" name="Freeform 167">
                <a:extLst>
                  <a:ext uri="{FF2B5EF4-FFF2-40B4-BE49-F238E27FC236}">
                    <a16:creationId xmlns:a16="http://schemas.microsoft.com/office/drawing/2014/main" id="{8F07479A-B87D-425B-8E64-D4685094CF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4" y="2785"/>
                <a:ext cx="85" cy="316"/>
              </a:xfrm>
              <a:custGeom>
                <a:avLst/>
                <a:gdLst>
                  <a:gd name="T0" fmla="*/ 0 w 44"/>
                  <a:gd name="T1" fmla="*/ 0 h 164"/>
                  <a:gd name="T2" fmla="*/ 272 w 44"/>
                  <a:gd name="T3" fmla="*/ 1173 h 164"/>
                  <a:gd name="T4" fmla="*/ 100 w 44"/>
                  <a:gd name="T5" fmla="*/ 501 h 164"/>
                  <a:gd name="T6" fmla="*/ 0 w 44"/>
                  <a:gd name="T7" fmla="*/ 37 h 16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4" h="164">
                    <a:moveTo>
                      <a:pt x="0" y="0"/>
                    </a:moveTo>
                    <a:cubicBezTo>
                      <a:pt x="7" y="58"/>
                      <a:pt x="44" y="105"/>
                      <a:pt x="38" y="164"/>
                    </a:cubicBezTo>
                    <a:cubicBezTo>
                      <a:pt x="37" y="131"/>
                      <a:pt x="27" y="100"/>
                      <a:pt x="14" y="70"/>
                    </a:cubicBezTo>
                    <a:cubicBezTo>
                      <a:pt x="5" y="49"/>
                      <a:pt x="3" y="27"/>
                      <a:pt x="0" y="5"/>
                    </a:cubicBezTo>
                  </a:path>
                </a:pathLst>
              </a:custGeom>
              <a:solidFill>
                <a:srgbClr val="F6E9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7285" name="Freeform 168">
                <a:extLst>
                  <a:ext uri="{FF2B5EF4-FFF2-40B4-BE49-F238E27FC236}">
                    <a16:creationId xmlns:a16="http://schemas.microsoft.com/office/drawing/2014/main" id="{E05E786C-7F23-4E37-A67B-E4770F3132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4" y="2247"/>
                <a:ext cx="44" cy="584"/>
              </a:xfrm>
              <a:custGeom>
                <a:avLst/>
                <a:gdLst>
                  <a:gd name="T0" fmla="*/ 121 w 23"/>
                  <a:gd name="T1" fmla="*/ 0 h 304"/>
                  <a:gd name="T2" fmla="*/ 121 w 23"/>
                  <a:gd name="T3" fmla="*/ 277 h 304"/>
                  <a:gd name="T4" fmla="*/ 121 w 23"/>
                  <a:gd name="T5" fmla="*/ 594 h 304"/>
                  <a:gd name="T6" fmla="*/ 153 w 23"/>
                  <a:gd name="T7" fmla="*/ 1085 h 304"/>
                  <a:gd name="T8" fmla="*/ 132 w 23"/>
                  <a:gd name="T9" fmla="*/ 1594 h 304"/>
                  <a:gd name="T10" fmla="*/ 92 w 23"/>
                  <a:gd name="T11" fmla="*/ 1815 h 304"/>
                  <a:gd name="T12" fmla="*/ 0 w 23"/>
                  <a:gd name="T13" fmla="*/ 2155 h 304"/>
                  <a:gd name="T14" fmla="*/ 113 w 23"/>
                  <a:gd name="T15" fmla="*/ 1425 h 304"/>
                  <a:gd name="T16" fmla="*/ 84 w 23"/>
                  <a:gd name="T17" fmla="*/ 930 h 304"/>
                  <a:gd name="T18" fmla="*/ 77 w 23"/>
                  <a:gd name="T19" fmla="*/ 361 h 304"/>
                  <a:gd name="T20" fmla="*/ 99 w 23"/>
                  <a:gd name="T21" fmla="*/ 44 h 30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3" h="304">
                    <a:moveTo>
                      <a:pt x="17" y="0"/>
                    </a:moveTo>
                    <a:cubicBezTo>
                      <a:pt x="13" y="11"/>
                      <a:pt x="18" y="27"/>
                      <a:pt x="17" y="39"/>
                    </a:cubicBezTo>
                    <a:cubicBezTo>
                      <a:pt x="17" y="55"/>
                      <a:pt x="15" y="69"/>
                      <a:pt x="17" y="84"/>
                    </a:cubicBezTo>
                    <a:cubicBezTo>
                      <a:pt x="19" y="107"/>
                      <a:pt x="21" y="130"/>
                      <a:pt x="22" y="153"/>
                    </a:cubicBezTo>
                    <a:cubicBezTo>
                      <a:pt x="23" y="177"/>
                      <a:pt x="23" y="201"/>
                      <a:pt x="19" y="225"/>
                    </a:cubicBezTo>
                    <a:cubicBezTo>
                      <a:pt x="17" y="235"/>
                      <a:pt x="15" y="246"/>
                      <a:pt x="13" y="256"/>
                    </a:cubicBezTo>
                    <a:cubicBezTo>
                      <a:pt x="10" y="272"/>
                      <a:pt x="1" y="288"/>
                      <a:pt x="0" y="304"/>
                    </a:cubicBezTo>
                    <a:cubicBezTo>
                      <a:pt x="11" y="273"/>
                      <a:pt x="15" y="234"/>
                      <a:pt x="16" y="201"/>
                    </a:cubicBezTo>
                    <a:cubicBezTo>
                      <a:pt x="17" y="177"/>
                      <a:pt x="15" y="155"/>
                      <a:pt x="12" y="131"/>
                    </a:cubicBezTo>
                    <a:cubicBezTo>
                      <a:pt x="9" y="104"/>
                      <a:pt x="8" y="78"/>
                      <a:pt x="11" y="51"/>
                    </a:cubicBezTo>
                    <a:cubicBezTo>
                      <a:pt x="13" y="36"/>
                      <a:pt x="11" y="20"/>
                      <a:pt x="14" y="6"/>
                    </a:cubicBezTo>
                  </a:path>
                </a:pathLst>
              </a:custGeom>
              <a:solidFill>
                <a:srgbClr val="F6E9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7286" name="Freeform 169">
                <a:extLst>
                  <a:ext uri="{FF2B5EF4-FFF2-40B4-BE49-F238E27FC236}">
                    <a16:creationId xmlns:a16="http://schemas.microsoft.com/office/drawing/2014/main" id="{B36BFED4-C2CE-4D7E-962E-3F1735D3DF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4" y="2449"/>
                <a:ext cx="74" cy="398"/>
              </a:xfrm>
              <a:custGeom>
                <a:avLst/>
                <a:gdLst>
                  <a:gd name="T0" fmla="*/ 72 w 38"/>
                  <a:gd name="T1" fmla="*/ 0 h 207"/>
                  <a:gd name="T2" fmla="*/ 60 w 38"/>
                  <a:gd name="T3" fmla="*/ 215 h 207"/>
                  <a:gd name="T4" fmla="*/ 132 w 38"/>
                  <a:gd name="T5" fmla="*/ 602 h 207"/>
                  <a:gd name="T6" fmla="*/ 212 w 38"/>
                  <a:gd name="T7" fmla="*/ 1046 h 207"/>
                  <a:gd name="T8" fmla="*/ 280 w 38"/>
                  <a:gd name="T9" fmla="*/ 1471 h 207"/>
                  <a:gd name="T10" fmla="*/ 185 w 38"/>
                  <a:gd name="T11" fmla="*/ 500 h 207"/>
                  <a:gd name="T12" fmla="*/ 109 w 38"/>
                  <a:gd name="T13" fmla="*/ 215 h 207"/>
                  <a:gd name="T14" fmla="*/ 80 w 38"/>
                  <a:gd name="T15" fmla="*/ 8 h 20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8" h="207">
                    <a:moveTo>
                      <a:pt x="10" y="0"/>
                    </a:moveTo>
                    <a:cubicBezTo>
                      <a:pt x="0" y="4"/>
                      <a:pt x="6" y="22"/>
                      <a:pt x="8" y="30"/>
                    </a:cubicBezTo>
                    <a:cubicBezTo>
                      <a:pt x="12" y="48"/>
                      <a:pt x="16" y="67"/>
                      <a:pt x="18" y="85"/>
                    </a:cubicBezTo>
                    <a:cubicBezTo>
                      <a:pt x="21" y="106"/>
                      <a:pt x="25" y="126"/>
                      <a:pt x="29" y="147"/>
                    </a:cubicBezTo>
                    <a:cubicBezTo>
                      <a:pt x="33" y="166"/>
                      <a:pt x="32" y="188"/>
                      <a:pt x="38" y="207"/>
                    </a:cubicBezTo>
                    <a:cubicBezTo>
                      <a:pt x="38" y="161"/>
                      <a:pt x="37" y="115"/>
                      <a:pt x="25" y="70"/>
                    </a:cubicBezTo>
                    <a:cubicBezTo>
                      <a:pt x="22" y="56"/>
                      <a:pt x="18" y="44"/>
                      <a:pt x="15" y="30"/>
                    </a:cubicBezTo>
                    <a:cubicBezTo>
                      <a:pt x="14" y="22"/>
                      <a:pt x="10" y="10"/>
                      <a:pt x="11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7287" name="Freeform 170">
                <a:extLst>
                  <a:ext uri="{FF2B5EF4-FFF2-40B4-BE49-F238E27FC236}">
                    <a16:creationId xmlns:a16="http://schemas.microsoft.com/office/drawing/2014/main" id="{F98C7827-C1FD-4DE0-A22C-7C3EBC66A3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6" y="3180"/>
                <a:ext cx="35" cy="319"/>
              </a:xfrm>
              <a:custGeom>
                <a:avLst/>
                <a:gdLst>
                  <a:gd name="T0" fmla="*/ 132 w 18"/>
                  <a:gd name="T1" fmla="*/ 0 h 166"/>
                  <a:gd name="T2" fmla="*/ 0 w 18"/>
                  <a:gd name="T3" fmla="*/ 136 h 166"/>
                  <a:gd name="T4" fmla="*/ 23 w 18"/>
                  <a:gd name="T5" fmla="*/ 594 h 166"/>
                  <a:gd name="T6" fmla="*/ 23 w 18"/>
                  <a:gd name="T7" fmla="*/ 1178 h 166"/>
                  <a:gd name="T8" fmla="*/ 31 w 18"/>
                  <a:gd name="T9" fmla="*/ 809 h 166"/>
                  <a:gd name="T10" fmla="*/ 60 w 18"/>
                  <a:gd name="T11" fmla="*/ 517 h 166"/>
                  <a:gd name="T12" fmla="*/ 132 w 18"/>
                  <a:gd name="T13" fmla="*/ 48 h 16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166">
                    <a:moveTo>
                      <a:pt x="18" y="0"/>
                    </a:moveTo>
                    <a:cubicBezTo>
                      <a:pt x="18" y="12"/>
                      <a:pt x="10" y="16"/>
                      <a:pt x="0" y="19"/>
                    </a:cubicBezTo>
                    <a:cubicBezTo>
                      <a:pt x="6" y="38"/>
                      <a:pt x="3" y="64"/>
                      <a:pt x="3" y="84"/>
                    </a:cubicBezTo>
                    <a:cubicBezTo>
                      <a:pt x="3" y="111"/>
                      <a:pt x="3" y="139"/>
                      <a:pt x="3" y="166"/>
                    </a:cubicBezTo>
                    <a:cubicBezTo>
                      <a:pt x="8" y="151"/>
                      <a:pt x="3" y="130"/>
                      <a:pt x="4" y="114"/>
                    </a:cubicBezTo>
                    <a:cubicBezTo>
                      <a:pt x="5" y="100"/>
                      <a:pt x="6" y="87"/>
                      <a:pt x="8" y="73"/>
                    </a:cubicBezTo>
                    <a:cubicBezTo>
                      <a:pt x="9" y="51"/>
                      <a:pt x="18" y="29"/>
                      <a:pt x="18" y="7"/>
                    </a:cubicBezTo>
                  </a:path>
                </a:pathLst>
              </a:custGeom>
              <a:solidFill>
                <a:srgbClr val="F6E9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7288" name="Freeform 171">
                <a:extLst>
                  <a:ext uri="{FF2B5EF4-FFF2-40B4-BE49-F238E27FC236}">
                    <a16:creationId xmlns:a16="http://schemas.microsoft.com/office/drawing/2014/main" id="{4389450D-43EA-4342-A7DD-BC0D697262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6" y="3181"/>
                <a:ext cx="37" cy="231"/>
              </a:xfrm>
              <a:custGeom>
                <a:avLst/>
                <a:gdLst>
                  <a:gd name="T0" fmla="*/ 16 w 19"/>
                  <a:gd name="T1" fmla="*/ 0 h 120"/>
                  <a:gd name="T2" fmla="*/ 132 w 19"/>
                  <a:gd name="T3" fmla="*/ 77 h 120"/>
                  <a:gd name="T4" fmla="*/ 95 w 19"/>
                  <a:gd name="T5" fmla="*/ 433 h 120"/>
                  <a:gd name="T6" fmla="*/ 53 w 19"/>
                  <a:gd name="T7" fmla="*/ 857 h 120"/>
                  <a:gd name="T8" fmla="*/ 45 w 19"/>
                  <a:gd name="T9" fmla="*/ 333 h 120"/>
                  <a:gd name="T10" fmla="*/ 0 w 19"/>
                  <a:gd name="T11" fmla="*/ 44 h 12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9" h="120">
                    <a:moveTo>
                      <a:pt x="2" y="0"/>
                    </a:moveTo>
                    <a:cubicBezTo>
                      <a:pt x="4" y="7"/>
                      <a:pt x="11" y="11"/>
                      <a:pt x="18" y="11"/>
                    </a:cubicBezTo>
                    <a:cubicBezTo>
                      <a:pt x="19" y="27"/>
                      <a:pt x="14" y="45"/>
                      <a:pt x="13" y="61"/>
                    </a:cubicBezTo>
                    <a:cubicBezTo>
                      <a:pt x="12" y="81"/>
                      <a:pt x="8" y="101"/>
                      <a:pt x="7" y="120"/>
                    </a:cubicBezTo>
                    <a:cubicBezTo>
                      <a:pt x="12" y="97"/>
                      <a:pt x="7" y="71"/>
                      <a:pt x="6" y="47"/>
                    </a:cubicBezTo>
                    <a:cubicBezTo>
                      <a:pt x="5" y="33"/>
                      <a:pt x="4" y="19"/>
                      <a:pt x="0" y="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7289" name="Freeform 172">
                <a:extLst>
                  <a:ext uri="{FF2B5EF4-FFF2-40B4-BE49-F238E27FC236}">
                    <a16:creationId xmlns:a16="http://schemas.microsoft.com/office/drawing/2014/main" id="{1CC6AC86-5E37-4F89-9F5F-31AA76224C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1" y="3733"/>
                <a:ext cx="37" cy="70"/>
              </a:xfrm>
              <a:custGeom>
                <a:avLst/>
                <a:gdLst>
                  <a:gd name="T0" fmla="*/ 80 w 19"/>
                  <a:gd name="T1" fmla="*/ 0 h 36"/>
                  <a:gd name="T2" fmla="*/ 95 w 19"/>
                  <a:gd name="T3" fmla="*/ 148 h 36"/>
                  <a:gd name="T4" fmla="*/ 0 w 19"/>
                  <a:gd name="T5" fmla="*/ 264 h 36"/>
                  <a:gd name="T6" fmla="*/ 88 w 19"/>
                  <a:gd name="T7" fmla="*/ 37 h 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36">
                    <a:moveTo>
                      <a:pt x="11" y="0"/>
                    </a:moveTo>
                    <a:cubicBezTo>
                      <a:pt x="13" y="6"/>
                      <a:pt x="15" y="14"/>
                      <a:pt x="13" y="20"/>
                    </a:cubicBezTo>
                    <a:cubicBezTo>
                      <a:pt x="10" y="27"/>
                      <a:pt x="3" y="31"/>
                      <a:pt x="0" y="36"/>
                    </a:cubicBezTo>
                    <a:cubicBezTo>
                      <a:pt x="13" y="36"/>
                      <a:pt x="19" y="14"/>
                      <a:pt x="12" y="5"/>
                    </a:cubicBezTo>
                  </a:path>
                </a:pathLst>
              </a:custGeom>
              <a:solidFill>
                <a:srgbClr val="F6E9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7290" name="Freeform 173">
                <a:extLst>
                  <a:ext uri="{FF2B5EF4-FFF2-40B4-BE49-F238E27FC236}">
                    <a16:creationId xmlns:a16="http://schemas.microsoft.com/office/drawing/2014/main" id="{7F60AC04-37A3-4291-9C13-43B89B1BD8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7" y="3753"/>
                <a:ext cx="37" cy="136"/>
              </a:xfrm>
              <a:custGeom>
                <a:avLst/>
                <a:gdLst>
                  <a:gd name="T0" fmla="*/ 72 w 19"/>
                  <a:gd name="T1" fmla="*/ 0 h 71"/>
                  <a:gd name="T2" fmla="*/ 109 w 19"/>
                  <a:gd name="T3" fmla="*/ 261 h 71"/>
                  <a:gd name="T4" fmla="*/ 8 w 19"/>
                  <a:gd name="T5" fmla="*/ 500 h 71"/>
                  <a:gd name="T6" fmla="*/ 23 w 19"/>
                  <a:gd name="T7" fmla="*/ 301 h 71"/>
                  <a:gd name="T8" fmla="*/ 8 w 19"/>
                  <a:gd name="T9" fmla="*/ 176 h 71"/>
                  <a:gd name="T10" fmla="*/ 72 w 19"/>
                  <a:gd name="T11" fmla="*/ 36 h 7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9" h="71">
                    <a:moveTo>
                      <a:pt x="10" y="0"/>
                    </a:moveTo>
                    <a:cubicBezTo>
                      <a:pt x="15" y="8"/>
                      <a:pt x="19" y="29"/>
                      <a:pt x="15" y="37"/>
                    </a:cubicBezTo>
                    <a:cubicBezTo>
                      <a:pt x="11" y="49"/>
                      <a:pt x="1" y="57"/>
                      <a:pt x="1" y="71"/>
                    </a:cubicBezTo>
                    <a:cubicBezTo>
                      <a:pt x="1" y="62"/>
                      <a:pt x="3" y="53"/>
                      <a:pt x="3" y="43"/>
                    </a:cubicBezTo>
                    <a:cubicBezTo>
                      <a:pt x="3" y="37"/>
                      <a:pt x="0" y="31"/>
                      <a:pt x="1" y="25"/>
                    </a:cubicBezTo>
                    <a:cubicBezTo>
                      <a:pt x="7" y="20"/>
                      <a:pt x="9" y="12"/>
                      <a:pt x="10" y="5"/>
                    </a:cubicBezTo>
                  </a:path>
                </a:pathLst>
              </a:custGeom>
              <a:solidFill>
                <a:srgbClr val="F6E9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7291" name="Freeform 174">
                <a:extLst>
                  <a:ext uri="{FF2B5EF4-FFF2-40B4-BE49-F238E27FC236}">
                    <a16:creationId xmlns:a16="http://schemas.microsoft.com/office/drawing/2014/main" id="{F39BFF40-9A42-4D2A-8F92-51AD96E761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2" y="3937"/>
                <a:ext cx="43" cy="71"/>
              </a:xfrm>
              <a:custGeom>
                <a:avLst/>
                <a:gdLst>
                  <a:gd name="T0" fmla="*/ 156 w 22"/>
                  <a:gd name="T1" fmla="*/ 0 h 37"/>
                  <a:gd name="T2" fmla="*/ 156 w 22"/>
                  <a:gd name="T3" fmla="*/ 48 h 37"/>
                  <a:gd name="T4" fmla="*/ 156 w 22"/>
                  <a:gd name="T5" fmla="*/ 92 h 37"/>
                  <a:gd name="T6" fmla="*/ 133 w 22"/>
                  <a:gd name="T7" fmla="*/ 169 h 37"/>
                  <a:gd name="T8" fmla="*/ 84 w 22"/>
                  <a:gd name="T9" fmla="*/ 232 h 37"/>
                  <a:gd name="T10" fmla="*/ 23 w 22"/>
                  <a:gd name="T11" fmla="*/ 240 h 37"/>
                  <a:gd name="T12" fmla="*/ 31 w 22"/>
                  <a:gd name="T13" fmla="*/ 155 h 37"/>
                  <a:gd name="T14" fmla="*/ 39 w 22"/>
                  <a:gd name="T15" fmla="*/ 148 h 37"/>
                  <a:gd name="T16" fmla="*/ 53 w 22"/>
                  <a:gd name="T17" fmla="*/ 155 h 37"/>
                  <a:gd name="T18" fmla="*/ 84 w 22"/>
                  <a:gd name="T19" fmla="*/ 169 h 37"/>
                  <a:gd name="T20" fmla="*/ 119 w 22"/>
                  <a:gd name="T21" fmla="*/ 129 h 37"/>
                  <a:gd name="T22" fmla="*/ 133 w 22"/>
                  <a:gd name="T23" fmla="*/ 69 h 37"/>
                  <a:gd name="T24" fmla="*/ 149 w 22"/>
                  <a:gd name="T25" fmla="*/ 8 h 37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2" h="37">
                    <a:moveTo>
                      <a:pt x="21" y="0"/>
                    </a:moveTo>
                    <a:cubicBezTo>
                      <a:pt x="21" y="2"/>
                      <a:pt x="22" y="4"/>
                      <a:pt x="21" y="7"/>
                    </a:cubicBezTo>
                    <a:cubicBezTo>
                      <a:pt x="21" y="9"/>
                      <a:pt x="21" y="11"/>
                      <a:pt x="21" y="13"/>
                    </a:cubicBezTo>
                    <a:cubicBezTo>
                      <a:pt x="20" y="17"/>
                      <a:pt x="19" y="21"/>
                      <a:pt x="18" y="24"/>
                    </a:cubicBezTo>
                    <a:cubicBezTo>
                      <a:pt x="17" y="28"/>
                      <a:pt x="15" y="31"/>
                      <a:pt x="11" y="33"/>
                    </a:cubicBezTo>
                    <a:cubicBezTo>
                      <a:pt x="9" y="34"/>
                      <a:pt x="6" y="37"/>
                      <a:pt x="3" y="34"/>
                    </a:cubicBezTo>
                    <a:cubicBezTo>
                      <a:pt x="0" y="32"/>
                      <a:pt x="3" y="25"/>
                      <a:pt x="4" y="22"/>
                    </a:cubicBezTo>
                    <a:cubicBezTo>
                      <a:pt x="4" y="21"/>
                      <a:pt x="3" y="20"/>
                      <a:pt x="5" y="21"/>
                    </a:cubicBezTo>
                    <a:cubicBezTo>
                      <a:pt x="5" y="21"/>
                      <a:pt x="6" y="21"/>
                      <a:pt x="7" y="22"/>
                    </a:cubicBezTo>
                    <a:cubicBezTo>
                      <a:pt x="8" y="23"/>
                      <a:pt x="9" y="24"/>
                      <a:pt x="11" y="24"/>
                    </a:cubicBezTo>
                    <a:cubicBezTo>
                      <a:pt x="15" y="25"/>
                      <a:pt x="15" y="22"/>
                      <a:pt x="16" y="18"/>
                    </a:cubicBezTo>
                    <a:cubicBezTo>
                      <a:pt x="17" y="16"/>
                      <a:pt x="18" y="13"/>
                      <a:pt x="18" y="10"/>
                    </a:cubicBezTo>
                    <a:cubicBezTo>
                      <a:pt x="19" y="7"/>
                      <a:pt x="20" y="3"/>
                      <a:pt x="20" y="1"/>
                    </a:cubicBezTo>
                  </a:path>
                </a:pathLst>
              </a:custGeom>
              <a:solidFill>
                <a:srgbClr val="F6E9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7292" name="Freeform 175">
                <a:extLst>
                  <a:ext uri="{FF2B5EF4-FFF2-40B4-BE49-F238E27FC236}">
                    <a16:creationId xmlns:a16="http://schemas.microsoft.com/office/drawing/2014/main" id="{5768F6C9-647C-4D0B-9629-F38A44F84E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6" y="3955"/>
                <a:ext cx="31" cy="51"/>
              </a:xfrm>
              <a:custGeom>
                <a:avLst/>
                <a:gdLst>
                  <a:gd name="T0" fmla="*/ 116 w 16"/>
                  <a:gd name="T1" fmla="*/ 0 h 27"/>
                  <a:gd name="T2" fmla="*/ 87 w 16"/>
                  <a:gd name="T3" fmla="*/ 68 h 27"/>
                  <a:gd name="T4" fmla="*/ 79 w 16"/>
                  <a:gd name="T5" fmla="*/ 121 h 27"/>
                  <a:gd name="T6" fmla="*/ 60 w 16"/>
                  <a:gd name="T7" fmla="*/ 161 h 27"/>
                  <a:gd name="T8" fmla="*/ 16 w 16"/>
                  <a:gd name="T9" fmla="*/ 176 h 27"/>
                  <a:gd name="T10" fmla="*/ 0 w 16"/>
                  <a:gd name="T11" fmla="*/ 93 h 27"/>
                  <a:gd name="T12" fmla="*/ 37 w 16"/>
                  <a:gd name="T13" fmla="*/ 100 h 27"/>
                  <a:gd name="T14" fmla="*/ 60 w 16"/>
                  <a:gd name="T15" fmla="*/ 93 h 27"/>
                  <a:gd name="T16" fmla="*/ 72 w 16"/>
                  <a:gd name="T17" fmla="*/ 47 h 27"/>
                  <a:gd name="T18" fmla="*/ 101 w 16"/>
                  <a:gd name="T19" fmla="*/ 8 h 2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6" h="27">
                    <a:moveTo>
                      <a:pt x="16" y="0"/>
                    </a:moveTo>
                    <a:cubicBezTo>
                      <a:pt x="14" y="3"/>
                      <a:pt x="12" y="6"/>
                      <a:pt x="12" y="10"/>
                    </a:cubicBezTo>
                    <a:cubicBezTo>
                      <a:pt x="11" y="12"/>
                      <a:pt x="11" y="15"/>
                      <a:pt x="11" y="18"/>
                    </a:cubicBezTo>
                    <a:cubicBezTo>
                      <a:pt x="10" y="21"/>
                      <a:pt x="10" y="23"/>
                      <a:pt x="8" y="24"/>
                    </a:cubicBezTo>
                    <a:cubicBezTo>
                      <a:pt x="7" y="25"/>
                      <a:pt x="4" y="27"/>
                      <a:pt x="2" y="26"/>
                    </a:cubicBezTo>
                    <a:cubicBezTo>
                      <a:pt x="7" y="22"/>
                      <a:pt x="3" y="18"/>
                      <a:pt x="0" y="14"/>
                    </a:cubicBezTo>
                    <a:cubicBezTo>
                      <a:pt x="1" y="14"/>
                      <a:pt x="4" y="15"/>
                      <a:pt x="5" y="15"/>
                    </a:cubicBezTo>
                    <a:cubicBezTo>
                      <a:pt x="7" y="16"/>
                      <a:pt x="7" y="16"/>
                      <a:pt x="8" y="14"/>
                    </a:cubicBezTo>
                    <a:cubicBezTo>
                      <a:pt x="9" y="11"/>
                      <a:pt x="9" y="10"/>
                      <a:pt x="10" y="7"/>
                    </a:cubicBezTo>
                    <a:cubicBezTo>
                      <a:pt x="11" y="6"/>
                      <a:pt x="13" y="2"/>
                      <a:pt x="14" y="1"/>
                    </a:cubicBezTo>
                  </a:path>
                </a:pathLst>
              </a:custGeom>
              <a:solidFill>
                <a:srgbClr val="F6E9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7293" name="Freeform 176">
                <a:extLst>
                  <a:ext uri="{FF2B5EF4-FFF2-40B4-BE49-F238E27FC236}">
                    <a16:creationId xmlns:a16="http://schemas.microsoft.com/office/drawing/2014/main" id="{ACEFF57A-BEBA-4138-944D-D5F7495FB4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1" y="3958"/>
                <a:ext cx="29" cy="45"/>
              </a:xfrm>
              <a:custGeom>
                <a:avLst/>
                <a:gdLst>
                  <a:gd name="T0" fmla="*/ 108 w 15"/>
                  <a:gd name="T1" fmla="*/ 0 h 23"/>
                  <a:gd name="T2" fmla="*/ 72 w 15"/>
                  <a:gd name="T3" fmla="*/ 45 h 23"/>
                  <a:gd name="T4" fmla="*/ 64 w 15"/>
                  <a:gd name="T5" fmla="*/ 112 h 23"/>
                  <a:gd name="T6" fmla="*/ 52 w 15"/>
                  <a:gd name="T7" fmla="*/ 157 h 23"/>
                  <a:gd name="T8" fmla="*/ 0 w 15"/>
                  <a:gd name="T9" fmla="*/ 172 h 23"/>
                  <a:gd name="T10" fmla="*/ 0 w 15"/>
                  <a:gd name="T11" fmla="*/ 88 h 23"/>
                  <a:gd name="T12" fmla="*/ 29 w 15"/>
                  <a:gd name="T13" fmla="*/ 96 h 23"/>
                  <a:gd name="T14" fmla="*/ 44 w 15"/>
                  <a:gd name="T15" fmla="*/ 88 h 23"/>
                  <a:gd name="T16" fmla="*/ 44 w 15"/>
                  <a:gd name="T17" fmla="*/ 76 h 23"/>
                  <a:gd name="T18" fmla="*/ 101 w 15"/>
                  <a:gd name="T19" fmla="*/ 8 h 2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5" h="23">
                    <a:moveTo>
                      <a:pt x="15" y="0"/>
                    </a:moveTo>
                    <a:cubicBezTo>
                      <a:pt x="14" y="2"/>
                      <a:pt x="11" y="4"/>
                      <a:pt x="10" y="6"/>
                    </a:cubicBezTo>
                    <a:cubicBezTo>
                      <a:pt x="10" y="9"/>
                      <a:pt x="9" y="12"/>
                      <a:pt x="9" y="15"/>
                    </a:cubicBezTo>
                    <a:cubicBezTo>
                      <a:pt x="9" y="18"/>
                      <a:pt x="10" y="19"/>
                      <a:pt x="7" y="21"/>
                    </a:cubicBezTo>
                    <a:cubicBezTo>
                      <a:pt x="5" y="22"/>
                      <a:pt x="3" y="23"/>
                      <a:pt x="0" y="23"/>
                    </a:cubicBezTo>
                    <a:cubicBezTo>
                      <a:pt x="5" y="21"/>
                      <a:pt x="1" y="15"/>
                      <a:pt x="0" y="12"/>
                    </a:cubicBezTo>
                    <a:cubicBezTo>
                      <a:pt x="1" y="12"/>
                      <a:pt x="3" y="13"/>
                      <a:pt x="4" y="13"/>
                    </a:cubicBezTo>
                    <a:cubicBezTo>
                      <a:pt x="6" y="13"/>
                      <a:pt x="6" y="14"/>
                      <a:pt x="6" y="12"/>
                    </a:cubicBezTo>
                    <a:cubicBezTo>
                      <a:pt x="6" y="12"/>
                      <a:pt x="6" y="11"/>
                      <a:pt x="6" y="10"/>
                    </a:cubicBezTo>
                    <a:cubicBezTo>
                      <a:pt x="6" y="6"/>
                      <a:pt x="10" y="3"/>
                      <a:pt x="14" y="1"/>
                    </a:cubicBezTo>
                  </a:path>
                </a:pathLst>
              </a:custGeom>
              <a:solidFill>
                <a:srgbClr val="F6E9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7294" name="Freeform 177">
                <a:extLst>
                  <a:ext uri="{FF2B5EF4-FFF2-40B4-BE49-F238E27FC236}">
                    <a16:creationId xmlns:a16="http://schemas.microsoft.com/office/drawing/2014/main" id="{374E0D70-2D63-4368-9E0D-6A85F42138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6" y="3980"/>
                <a:ext cx="14" cy="23"/>
              </a:xfrm>
              <a:custGeom>
                <a:avLst/>
                <a:gdLst>
                  <a:gd name="T0" fmla="*/ 40 w 7"/>
                  <a:gd name="T1" fmla="*/ 29 h 12"/>
                  <a:gd name="T2" fmla="*/ 8 w 7"/>
                  <a:gd name="T3" fmla="*/ 15 h 12"/>
                  <a:gd name="T4" fmla="*/ 8 w 7"/>
                  <a:gd name="T5" fmla="*/ 69 h 12"/>
                  <a:gd name="T6" fmla="*/ 48 w 7"/>
                  <a:gd name="T7" fmla="*/ 63 h 12"/>
                  <a:gd name="T8" fmla="*/ 40 w 7"/>
                  <a:gd name="T9" fmla="*/ 29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12">
                    <a:moveTo>
                      <a:pt x="5" y="4"/>
                    </a:moveTo>
                    <a:cubicBezTo>
                      <a:pt x="5" y="3"/>
                      <a:pt x="3" y="0"/>
                      <a:pt x="1" y="2"/>
                    </a:cubicBezTo>
                    <a:cubicBezTo>
                      <a:pt x="0" y="3"/>
                      <a:pt x="1" y="8"/>
                      <a:pt x="1" y="10"/>
                    </a:cubicBezTo>
                    <a:cubicBezTo>
                      <a:pt x="2" y="12"/>
                      <a:pt x="4" y="10"/>
                      <a:pt x="6" y="9"/>
                    </a:cubicBezTo>
                    <a:cubicBezTo>
                      <a:pt x="7" y="7"/>
                      <a:pt x="7" y="6"/>
                      <a:pt x="5" y="4"/>
                    </a:cubicBezTo>
                  </a:path>
                </a:pathLst>
              </a:custGeom>
              <a:solidFill>
                <a:srgbClr val="F6E9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7295" name="Freeform 178">
                <a:extLst>
                  <a:ext uri="{FF2B5EF4-FFF2-40B4-BE49-F238E27FC236}">
                    <a16:creationId xmlns:a16="http://schemas.microsoft.com/office/drawing/2014/main" id="{7993C8B0-7A46-46AD-9C60-0AA19A0D65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7" y="3981"/>
                <a:ext cx="6" cy="10"/>
              </a:xfrm>
              <a:custGeom>
                <a:avLst/>
                <a:gdLst>
                  <a:gd name="T0" fmla="*/ 8 w 3"/>
                  <a:gd name="T1" fmla="*/ 0 h 5"/>
                  <a:gd name="T2" fmla="*/ 16 w 3"/>
                  <a:gd name="T3" fmla="*/ 40 h 5"/>
                  <a:gd name="T4" fmla="*/ 16 w 3"/>
                  <a:gd name="T5" fmla="*/ 40 h 5"/>
                  <a:gd name="T6" fmla="*/ 8 w 3"/>
                  <a:gd name="T7" fmla="*/ 8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5">
                    <a:moveTo>
                      <a:pt x="1" y="0"/>
                    </a:moveTo>
                    <a:cubicBezTo>
                      <a:pt x="2" y="1"/>
                      <a:pt x="3" y="3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1" y="4"/>
                      <a:pt x="0" y="3"/>
                      <a:pt x="1" y="1"/>
                    </a:cubicBezTo>
                  </a:path>
                </a:pathLst>
              </a:custGeom>
              <a:solidFill>
                <a:srgbClr val="F6E9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7296" name="Freeform 179">
                <a:extLst>
                  <a:ext uri="{FF2B5EF4-FFF2-40B4-BE49-F238E27FC236}">
                    <a16:creationId xmlns:a16="http://schemas.microsoft.com/office/drawing/2014/main" id="{576A6F33-A020-4AE7-B1E5-8392B1166B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4" y="3939"/>
                <a:ext cx="23" cy="27"/>
              </a:xfrm>
              <a:custGeom>
                <a:avLst/>
                <a:gdLst>
                  <a:gd name="T0" fmla="*/ 0 w 12"/>
                  <a:gd name="T1" fmla="*/ 100 h 14"/>
                  <a:gd name="T2" fmla="*/ 29 w 12"/>
                  <a:gd name="T3" fmla="*/ 71 h 14"/>
                  <a:gd name="T4" fmla="*/ 56 w 12"/>
                  <a:gd name="T5" fmla="*/ 44 h 14"/>
                  <a:gd name="T6" fmla="*/ 84 w 12"/>
                  <a:gd name="T7" fmla="*/ 0 h 14"/>
                  <a:gd name="T8" fmla="*/ 44 w 12"/>
                  <a:gd name="T9" fmla="*/ 44 h 14"/>
                  <a:gd name="T10" fmla="*/ 8 w 12"/>
                  <a:gd name="T11" fmla="*/ 100 h 1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14">
                    <a:moveTo>
                      <a:pt x="0" y="14"/>
                    </a:moveTo>
                    <a:cubicBezTo>
                      <a:pt x="2" y="13"/>
                      <a:pt x="3" y="11"/>
                      <a:pt x="4" y="10"/>
                    </a:cubicBezTo>
                    <a:cubicBezTo>
                      <a:pt x="5" y="9"/>
                      <a:pt x="6" y="7"/>
                      <a:pt x="8" y="6"/>
                    </a:cubicBezTo>
                    <a:cubicBezTo>
                      <a:pt x="10" y="4"/>
                      <a:pt x="11" y="3"/>
                      <a:pt x="12" y="0"/>
                    </a:cubicBezTo>
                    <a:cubicBezTo>
                      <a:pt x="10" y="2"/>
                      <a:pt x="8" y="4"/>
                      <a:pt x="6" y="6"/>
                    </a:cubicBezTo>
                    <a:cubicBezTo>
                      <a:pt x="5" y="8"/>
                      <a:pt x="0" y="11"/>
                      <a:pt x="1" y="14"/>
                    </a:cubicBezTo>
                  </a:path>
                </a:pathLst>
              </a:custGeom>
              <a:solidFill>
                <a:srgbClr val="F6E9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7297" name="Freeform 180">
                <a:extLst>
                  <a:ext uri="{FF2B5EF4-FFF2-40B4-BE49-F238E27FC236}">
                    <a16:creationId xmlns:a16="http://schemas.microsoft.com/office/drawing/2014/main" id="{B77F3C57-D8B9-487C-80B0-BF769B0C24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4" y="3947"/>
                <a:ext cx="10" cy="19"/>
              </a:xfrm>
              <a:custGeom>
                <a:avLst/>
                <a:gdLst>
                  <a:gd name="T0" fmla="*/ 0 w 5"/>
                  <a:gd name="T1" fmla="*/ 68 h 10"/>
                  <a:gd name="T2" fmla="*/ 24 w 5"/>
                  <a:gd name="T3" fmla="*/ 40 h 10"/>
                  <a:gd name="T4" fmla="*/ 40 w 5"/>
                  <a:gd name="T5" fmla="*/ 0 h 10"/>
                  <a:gd name="T6" fmla="*/ 0 w 5"/>
                  <a:gd name="T7" fmla="*/ 61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10">
                    <a:moveTo>
                      <a:pt x="0" y="10"/>
                    </a:moveTo>
                    <a:cubicBezTo>
                      <a:pt x="1" y="8"/>
                      <a:pt x="2" y="7"/>
                      <a:pt x="3" y="6"/>
                    </a:cubicBezTo>
                    <a:cubicBezTo>
                      <a:pt x="4" y="4"/>
                      <a:pt x="4" y="2"/>
                      <a:pt x="5" y="0"/>
                    </a:cubicBezTo>
                    <a:cubicBezTo>
                      <a:pt x="2" y="2"/>
                      <a:pt x="1" y="7"/>
                      <a:pt x="0" y="9"/>
                    </a:cubicBezTo>
                  </a:path>
                </a:pathLst>
              </a:custGeom>
              <a:solidFill>
                <a:srgbClr val="F6E9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7298" name="Freeform 181">
                <a:extLst>
                  <a:ext uri="{FF2B5EF4-FFF2-40B4-BE49-F238E27FC236}">
                    <a16:creationId xmlns:a16="http://schemas.microsoft.com/office/drawing/2014/main" id="{4E254F3C-3F4B-43D5-8234-C272EA81CF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2" y="3931"/>
                <a:ext cx="12" cy="22"/>
              </a:xfrm>
              <a:custGeom>
                <a:avLst/>
                <a:gdLst>
                  <a:gd name="T0" fmla="*/ 0 w 6"/>
                  <a:gd name="T1" fmla="*/ 80 h 11"/>
                  <a:gd name="T2" fmla="*/ 40 w 6"/>
                  <a:gd name="T3" fmla="*/ 0 h 11"/>
                  <a:gd name="T4" fmla="*/ 16 w 6"/>
                  <a:gd name="T5" fmla="*/ 32 h 11"/>
                  <a:gd name="T6" fmla="*/ 8 w 6"/>
                  <a:gd name="T7" fmla="*/ 88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11">
                    <a:moveTo>
                      <a:pt x="0" y="10"/>
                    </a:moveTo>
                    <a:cubicBezTo>
                      <a:pt x="3" y="10"/>
                      <a:pt x="6" y="3"/>
                      <a:pt x="5" y="0"/>
                    </a:cubicBezTo>
                    <a:cubicBezTo>
                      <a:pt x="4" y="1"/>
                      <a:pt x="3" y="2"/>
                      <a:pt x="2" y="4"/>
                    </a:cubicBezTo>
                    <a:cubicBezTo>
                      <a:pt x="2" y="6"/>
                      <a:pt x="1" y="8"/>
                      <a:pt x="1" y="11"/>
                    </a:cubicBezTo>
                  </a:path>
                </a:pathLst>
              </a:custGeom>
              <a:solidFill>
                <a:srgbClr val="F6E9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7299" name="Freeform 182">
                <a:extLst>
                  <a:ext uri="{FF2B5EF4-FFF2-40B4-BE49-F238E27FC236}">
                    <a16:creationId xmlns:a16="http://schemas.microsoft.com/office/drawing/2014/main" id="{CC0637DC-B7C7-416A-93AD-D10C8D0192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3" y="3924"/>
                <a:ext cx="7" cy="21"/>
              </a:xfrm>
              <a:custGeom>
                <a:avLst/>
                <a:gdLst>
                  <a:gd name="T0" fmla="*/ 0 w 4"/>
                  <a:gd name="T1" fmla="*/ 76 h 11"/>
                  <a:gd name="T2" fmla="*/ 12 w 4"/>
                  <a:gd name="T3" fmla="*/ 0 h 11"/>
                  <a:gd name="T4" fmla="*/ 0 w 4"/>
                  <a:gd name="T5" fmla="*/ 15 h 11"/>
                  <a:gd name="T6" fmla="*/ 0 w 4"/>
                  <a:gd name="T7" fmla="*/ 40 h 11"/>
                  <a:gd name="T8" fmla="*/ 0 w 4"/>
                  <a:gd name="T9" fmla="*/ 69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11">
                    <a:moveTo>
                      <a:pt x="0" y="11"/>
                    </a:moveTo>
                    <a:cubicBezTo>
                      <a:pt x="2" y="10"/>
                      <a:pt x="4" y="2"/>
                      <a:pt x="2" y="0"/>
                    </a:cubicBezTo>
                    <a:cubicBezTo>
                      <a:pt x="1" y="1"/>
                      <a:pt x="0" y="2"/>
                      <a:pt x="0" y="2"/>
                    </a:cubicBezTo>
                    <a:cubicBezTo>
                      <a:pt x="0" y="4"/>
                      <a:pt x="0" y="5"/>
                      <a:pt x="0" y="6"/>
                    </a:cubicBezTo>
                    <a:cubicBezTo>
                      <a:pt x="0" y="8"/>
                      <a:pt x="0" y="9"/>
                      <a:pt x="0" y="10"/>
                    </a:cubicBezTo>
                  </a:path>
                </a:pathLst>
              </a:custGeom>
              <a:solidFill>
                <a:srgbClr val="F6E9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7300" name="Freeform 183">
                <a:extLst>
                  <a:ext uri="{FF2B5EF4-FFF2-40B4-BE49-F238E27FC236}">
                    <a16:creationId xmlns:a16="http://schemas.microsoft.com/office/drawing/2014/main" id="{04F68206-9C3B-42E6-9214-130704090F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8" y="3951"/>
                <a:ext cx="31" cy="13"/>
              </a:xfrm>
              <a:custGeom>
                <a:avLst/>
                <a:gdLst>
                  <a:gd name="T0" fmla="*/ 0 w 16"/>
                  <a:gd name="T1" fmla="*/ 20 h 7"/>
                  <a:gd name="T2" fmla="*/ 101 w 16"/>
                  <a:gd name="T3" fmla="*/ 13 h 7"/>
                  <a:gd name="T4" fmla="*/ 109 w 16"/>
                  <a:gd name="T5" fmla="*/ 32 h 7"/>
                  <a:gd name="T6" fmla="*/ 87 w 16"/>
                  <a:gd name="T7" fmla="*/ 32 h 7"/>
                  <a:gd name="T8" fmla="*/ 45 w 16"/>
                  <a:gd name="T9" fmla="*/ 24 h 7"/>
                  <a:gd name="T10" fmla="*/ 8 w 16"/>
                  <a:gd name="T11" fmla="*/ 24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6" h="7">
                    <a:moveTo>
                      <a:pt x="0" y="3"/>
                    </a:moveTo>
                    <a:cubicBezTo>
                      <a:pt x="4" y="1"/>
                      <a:pt x="10" y="0"/>
                      <a:pt x="14" y="2"/>
                    </a:cubicBezTo>
                    <a:cubicBezTo>
                      <a:pt x="15" y="3"/>
                      <a:pt x="16" y="4"/>
                      <a:pt x="15" y="5"/>
                    </a:cubicBezTo>
                    <a:cubicBezTo>
                      <a:pt x="15" y="7"/>
                      <a:pt x="14" y="6"/>
                      <a:pt x="12" y="5"/>
                    </a:cubicBezTo>
                    <a:cubicBezTo>
                      <a:pt x="10" y="5"/>
                      <a:pt x="8" y="5"/>
                      <a:pt x="6" y="4"/>
                    </a:cubicBezTo>
                    <a:cubicBezTo>
                      <a:pt x="4" y="4"/>
                      <a:pt x="2" y="3"/>
                      <a:pt x="1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7301" name="Freeform 184">
                <a:extLst>
                  <a:ext uri="{FF2B5EF4-FFF2-40B4-BE49-F238E27FC236}">
                    <a16:creationId xmlns:a16="http://schemas.microsoft.com/office/drawing/2014/main" id="{AB16E1BF-2F43-43F9-AF9C-FBF164B234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2" y="3966"/>
                <a:ext cx="19" cy="12"/>
              </a:xfrm>
              <a:custGeom>
                <a:avLst/>
                <a:gdLst>
                  <a:gd name="T0" fmla="*/ 0 w 10"/>
                  <a:gd name="T1" fmla="*/ 16 h 6"/>
                  <a:gd name="T2" fmla="*/ 48 w 10"/>
                  <a:gd name="T3" fmla="*/ 8 h 6"/>
                  <a:gd name="T4" fmla="*/ 48 w 10"/>
                  <a:gd name="T5" fmla="*/ 48 h 6"/>
                  <a:gd name="T6" fmla="*/ 0 w 10"/>
                  <a:gd name="T7" fmla="*/ 16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6">
                    <a:moveTo>
                      <a:pt x="0" y="2"/>
                    </a:moveTo>
                    <a:cubicBezTo>
                      <a:pt x="2" y="2"/>
                      <a:pt x="5" y="0"/>
                      <a:pt x="7" y="1"/>
                    </a:cubicBezTo>
                    <a:cubicBezTo>
                      <a:pt x="10" y="2"/>
                      <a:pt x="8" y="4"/>
                      <a:pt x="7" y="6"/>
                    </a:cubicBezTo>
                    <a:cubicBezTo>
                      <a:pt x="6" y="4"/>
                      <a:pt x="3" y="2"/>
                      <a:pt x="0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7302" name="Freeform 185">
                <a:extLst>
                  <a:ext uri="{FF2B5EF4-FFF2-40B4-BE49-F238E27FC236}">
                    <a16:creationId xmlns:a16="http://schemas.microsoft.com/office/drawing/2014/main" id="{3867561F-F42B-4E9D-8E70-1B83D1B321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1" y="3968"/>
                <a:ext cx="10" cy="10"/>
              </a:xfrm>
              <a:custGeom>
                <a:avLst/>
                <a:gdLst>
                  <a:gd name="T0" fmla="*/ 40 w 5"/>
                  <a:gd name="T1" fmla="*/ 0 h 5"/>
                  <a:gd name="T2" fmla="*/ 24 w 5"/>
                  <a:gd name="T3" fmla="*/ 40 h 5"/>
                  <a:gd name="T4" fmla="*/ 32 w 5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5" y="0"/>
                    </a:moveTo>
                    <a:cubicBezTo>
                      <a:pt x="4" y="0"/>
                      <a:pt x="3" y="4"/>
                      <a:pt x="3" y="5"/>
                    </a:cubicBezTo>
                    <a:cubicBezTo>
                      <a:pt x="0" y="3"/>
                      <a:pt x="2" y="2"/>
                      <a:pt x="4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7303" name="Freeform 186">
                <a:extLst>
                  <a:ext uri="{FF2B5EF4-FFF2-40B4-BE49-F238E27FC236}">
                    <a16:creationId xmlns:a16="http://schemas.microsoft.com/office/drawing/2014/main" id="{E69857C7-E40F-4391-A2CB-CFDF408B04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2" y="3974"/>
                <a:ext cx="4" cy="4"/>
              </a:xfrm>
              <a:custGeom>
                <a:avLst/>
                <a:gdLst>
                  <a:gd name="T0" fmla="*/ 8 w 2"/>
                  <a:gd name="T1" fmla="*/ 0 h 2"/>
                  <a:gd name="T2" fmla="*/ 16 w 2"/>
                  <a:gd name="T3" fmla="*/ 8 h 2"/>
                  <a:gd name="T4" fmla="*/ 0 w 2"/>
                  <a:gd name="T5" fmla="*/ 8 h 2"/>
                  <a:gd name="T6" fmla="*/ 0 w 2"/>
                  <a:gd name="T7" fmla="*/ 8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1" y="1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7304" name="Freeform 187">
                <a:extLst>
                  <a:ext uri="{FF2B5EF4-FFF2-40B4-BE49-F238E27FC236}">
                    <a16:creationId xmlns:a16="http://schemas.microsoft.com/office/drawing/2014/main" id="{16614C50-37FB-448F-AF42-CA96CA3FBC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3" y="3964"/>
                <a:ext cx="25" cy="42"/>
              </a:xfrm>
              <a:custGeom>
                <a:avLst/>
                <a:gdLst>
                  <a:gd name="T0" fmla="*/ 23 w 13"/>
                  <a:gd name="T1" fmla="*/ 0 h 22"/>
                  <a:gd name="T2" fmla="*/ 8 w 13"/>
                  <a:gd name="T3" fmla="*/ 99 h 22"/>
                  <a:gd name="T4" fmla="*/ 44 w 13"/>
                  <a:gd name="T5" fmla="*/ 139 h 22"/>
                  <a:gd name="T6" fmla="*/ 92 w 13"/>
                  <a:gd name="T7" fmla="*/ 145 h 22"/>
                  <a:gd name="T8" fmla="*/ 37 w 13"/>
                  <a:gd name="T9" fmla="*/ 92 h 22"/>
                  <a:gd name="T10" fmla="*/ 23 w 13"/>
                  <a:gd name="T11" fmla="*/ 55 h 22"/>
                  <a:gd name="T12" fmla="*/ 23 w 13"/>
                  <a:gd name="T13" fmla="*/ 15 h 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22">
                    <a:moveTo>
                      <a:pt x="3" y="0"/>
                    </a:moveTo>
                    <a:cubicBezTo>
                      <a:pt x="2" y="5"/>
                      <a:pt x="0" y="9"/>
                      <a:pt x="1" y="14"/>
                    </a:cubicBezTo>
                    <a:cubicBezTo>
                      <a:pt x="2" y="16"/>
                      <a:pt x="4" y="18"/>
                      <a:pt x="6" y="20"/>
                    </a:cubicBezTo>
                    <a:cubicBezTo>
                      <a:pt x="7" y="21"/>
                      <a:pt x="12" y="22"/>
                      <a:pt x="13" y="21"/>
                    </a:cubicBezTo>
                    <a:cubicBezTo>
                      <a:pt x="10" y="19"/>
                      <a:pt x="7" y="16"/>
                      <a:pt x="5" y="13"/>
                    </a:cubicBezTo>
                    <a:cubicBezTo>
                      <a:pt x="4" y="11"/>
                      <a:pt x="3" y="9"/>
                      <a:pt x="3" y="8"/>
                    </a:cubicBezTo>
                    <a:cubicBezTo>
                      <a:pt x="2" y="6"/>
                      <a:pt x="3" y="4"/>
                      <a:pt x="3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7305" name="Freeform 188">
                <a:extLst>
                  <a:ext uri="{FF2B5EF4-FFF2-40B4-BE49-F238E27FC236}">
                    <a16:creationId xmlns:a16="http://schemas.microsoft.com/office/drawing/2014/main" id="{BAA9BEF2-FED6-4982-873F-4E587DF839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6" y="3983"/>
                <a:ext cx="16" cy="18"/>
              </a:xfrm>
              <a:custGeom>
                <a:avLst/>
                <a:gdLst>
                  <a:gd name="T0" fmla="*/ 0 w 8"/>
                  <a:gd name="T1" fmla="*/ 0 h 9"/>
                  <a:gd name="T2" fmla="*/ 16 w 8"/>
                  <a:gd name="T3" fmla="*/ 48 h 9"/>
                  <a:gd name="T4" fmla="*/ 64 w 8"/>
                  <a:gd name="T5" fmla="*/ 72 h 9"/>
                  <a:gd name="T6" fmla="*/ 32 w 8"/>
                  <a:gd name="T7" fmla="*/ 40 h 9"/>
                  <a:gd name="T8" fmla="*/ 24 w 8"/>
                  <a:gd name="T9" fmla="*/ 0 h 9"/>
                  <a:gd name="T10" fmla="*/ 0 w 8"/>
                  <a:gd name="T11" fmla="*/ 8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" h="9">
                    <a:moveTo>
                      <a:pt x="0" y="0"/>
                    </a:moveTo>
                    <a:cubicBezTo>
                      <a:pt x="0" y="2"/>
                      <a:pt x="0" y="4"/>
                      <a:pt x="2" y="6"/>
                    </a:cubicBezTo>
                    <a:cubicBezTo>
                      <a:pt x="4" y="7"/>
                      <a:pt x="6" y="9"/>
                      <a:pt x="8" y="9"/>
                    </a:cubicBezTo>
                    <a:cubicBezTo>
                      <a:pt x="7" y="8"/>
                      <a:pt x="5" y="7"/>
                      <a:pt x="4" y="5"/>
                    </a:cubicBezTo>
                    <a:cubicBezTo>
                      <a:pt x="3" y="4"/>
                      <a:pt x="3" y="2"/>
                      <a:pt x="3" y="0"/>
                    </a:cubicBezTo>
                    <a:cubicBezTo>
                      <a:pt x="2" y="1"/>
                      <a:pt x="1" y="1"/>
                      <a:pt x="0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7306" name="Freeform 189">
                <a:extLst>
                  <a:ext uri="{FF2B5EF4-FFF2-40B4-BE49-F238E27FC236}">
                    <a16:creationId xmlns:a16="http://schemas.microsoft.com/office/drawing/2014/main" id="{2B9D2472-AF87-498D-BFB7-969B95E535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6" y="3985"/>
                <a:ext cx="11" cy="16"/>
              </a:xfrm>
              <a:custGeom>
                <a:avLst/>
                <a:gdLst>
                  <a:gd name="T0" fmla="*/ 0 w 6"/>
                  <a:gd name="T1" fmla="*/ 0 h 8"/>
                  <a:gd name="T2" fmla="*/ 0 w 6"/>
                  <a:gd name="T3" fmla="*/ 40 h 8"/>
                  <a:gd name="T4" fmla="*/ 20 w 6"/>
                  <a:gd name="T5" fmla="*/ 64 h 8"/>
                  <a:gd name="T6" fmla="*/ 31 w 6"/>
                  <a:gd name="T7" fmla="*/ 32 h 8"/>
                  <a:gd name="T8" fmla="*/ 7 w 6"/>
                  <a:gd name="T9" fmla="*/ 0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8">
                    <a:moveTo>
                      <a:pt x="0" y="0"/>
                    </a:moveTo>
                    <a:cubicBezTo>
                      <a:pt x="0" y="2"/>
                      <a:pt x="0" y="3"/>
                      <a:pt x="0" y="5"/>
                    </a:cubicBezTo>
                    <a:cubicBezTo>
                      <a:pt x="0" y="7"/>
                      <a:pt x="2" y="8"/>
                      <a:pt x="3" y="8"/>
                    </a:cubicBezTo>
                    <a:cubicBezTo>
                      <a:pt x="6" y="8"/>
                      <a:pt x="6" y="6"/>
                      <a:pt x="5" y="4"/>
                    </a:cubicBezTo>
                    <a:cubicBezTo>
                      <a:pt x="4" y="2"/>
                      <a:pt x="1" y="3"/>
                      <a:pt x="1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7307" name="Freeform 190">
                <a:extLst>
                  <a:ext uri="{FF2B5EF4-FFF2-40B4-BE49-F238E27FC236}">
                    <a16:creationId xmlns:a16="http://schemas.microsoft.com/office/drawing/2014/main" id="{64AAA06E-C0DF-4D5E-B06E-25EF708ABF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8" y="3987"/>
                <a:ext cx="6" cy="10"/>
              </a:xfrm>
              <a:custGeom>
                <a:avLst/>
                <a:gdLst>
                  <a:gd name="T0" fmla="*/ 0 w 3"/>
                  <a:gd name="T1" fmla="*/ 0 h 5"/>
                  <a:gd name="T2" fmla="*/ 8 w 3"/>
                  <a:gd name="T3" fmla="*/ 0 h 5"/>
                  <a:gd name="T4" fmla="*/ 0 w 3"/>
                  <a:gd name="T5" fmla="*/ 24 h 5"/>
                  <a:gd name="T6" fmla="*/ 24 w 3"/>
                  <a:gd name="T7" fmla="*/ 40 h 5"/>
                  <a:gd name="T8" fmla="*/ 8 w 3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5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0" y="2"/>
                      <a:pt x="0" y="3"/>
                    </a:cubicBezTo>
                    <a:cubicBezTo>
                      <a:pt x="0" y="4"/>
                      <a:pt x="2" y="5"/>
                      <a:pt x="3" y="5"/>
                    </a:cubicBezTo>
                    <a:cubicBezTo>
                      <a:pt x="2" y="3"/>
                      <a:pt x="2" y="2"/>
                      <a:pt x="1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7308" name="Freeform 191">
                <a:extLst>
                  <a:ext uri="{FF2B5EF4-FFF2-40B4-BE49-F238E27FC236}">
                    <a16:creationId xmlns:a16="http://schemas.microsoft.com/office/drawing/2014/main" id="{78AD792B-A216-456B-91F1-341D668826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2" y="3916"/>
                <a:ext cx="12" cy="29"/>
              </a:xfrm>
              <a:custGeom>
                <a:avLst/>
                <a:gdLst>
                  <a:gd name="T0" fmla="*/ 0 w 6"/>
                  <a:gd name="T1" fmla="*/ 0 h 15"/>
                  <a:gd name="T2" fmla="*/ 16 w 6"/>
                  <a:gd name="T3" fmla="*/ 56 h 15"/>
                  <a:gd name="T4" fmla="*/ 0 w 6"/>
                  <a:gd name="T5" fmla="*/ 108 h 15"/>
                  <a:gd name="T6" fmla="*/ 8 w 6"/>
                  <a:gd name="T7" fmla="*/ 15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15">
                    <a:moveTo>
                      <a:pt x="0" y="0"/>
                    </a:moveTo>
                    <a:cubicBezTo>
                      <a:pt x="1" y="3"/>
                      <a:pt x="2" y="5"/>
                      <a:pt x="2" y="8"/>
                    </a:cubicBezTo>
                    <a:cubicBezTo>
                      <a:pt x="2" y="11"/>
                      <a:pt x="1" y="13"/>
                      <a:pt x="0" y="15"/>
                    </a:cubicBezTo>
                    <a:cubicBezTo>
                      <a:pt x="4" y="11"/>
                      <a:pt x="6" y="5"/>
                      <a:pt x="1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7309" name="Freeform 192">
                <a:extLst>
                  <a:ext uri="{FF2B5EF4-FFF2-40B4-BE49-F238E27FC236}">
                    <a16:creationId xmlns:a16="http://schemas.microsoft.com/office/drawing/2014/main" id="{3D4CF68A-ED1F-4F41-95B5-8A414D2592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4" y="3928"/>
                <a:ext cx="10" cy="21"/>
              </a:xfrm>
              <a:custGeom>
                <a:avLst/>
                <a:gdLst>
                  <a:gd name="T0" fmla="*/ 8 w 5"/>
                  <a:gd name="T1" fmla="*/ 0 h 11"/>
                  <a:gd name="T2" fmla="*/ 0 w 5"/>
                  <a:gd name="T3" fmla="*/ 76 h 11"/>
                  <a:gd name="T4" fmla="*/ 32 w 5"/>
                  <a:gd name="T5" fmla="*/ 48 h 11"/>
                  <a:gd name="T6" fmla="*/ 24 w 5"/>
                  <a:gd name="T7" fmla="*/ 0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11">
                    <a:moveTo>
                      <a:pt x="1" y="0"/>
                    </a:moveTo>
                    <a:cubicBezTo>
                      <a:pt x="3" y="3"/>
                      <a:pt x="2" y="8"/>
                      <a:pt x="0" y="11"/>
                    </a:cubicBezTo>
                    <a:cubicBezTo>
                      <a:pt x="1" y="11"/>
                      <a:pt x="4" y="8"/>
                      <a:pt x="4" y="7"/>
                    </a:cubicBezTo>
                    <a:cubicBezTo>
                      <a:pt x="5" y="4"/>
                      <a:pt x="3" y="2"/>
                      <a:pt x="3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7310" name="Freeform 193">
                <a:extLst>
                  <a:ext uri="{FF2B5EF4-FFF2-40B4-BE49-F238E27FC236}">
                    <a16:creationId xmlns:a16="http://schemas.microsoft.com/office/drawing/2014/main" id="{CBD0F4CB-AACD-4CD3-9998-249AD3A553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7" y="3931"/>
                <a:ext cx="14" cy="22"/>
              </a:xfrm>
              <a:custGeom>
                <a:avLst/>
                <a:gdLst>
                  <a:gd name="T0" fmla="*/ 40 w 7"/>
                  <a:gd name="T1" fmla="*/ 0 h 11"/>
                  <a:gd name="T2" fmla="*/ 32 w 7"/>
                  <a:gd name="T3" fmla="*/ 48 h 11"/>
                  <a:gd name="T4" fmla="*/ 0 w 7"/>
                  <a:gd name="T5" fmla="*/ 88 h 11"/>
                  <a:gd name="T6" fmla="*/ 32 w 7"/>
                  <a:gd name="T7" fmla="*/ 72 h 11"/>
                  <a:gd name="T8" fmla="*/ 56 w 7"/>
                  <a:gd name="T9" fmla="*/ 0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11">
                    <a:moveTo>
                      <a:pt x="5" y="0"/>
                    </a:moveTo>
                    <a:cubicBezTo>
                      <a:pt x="5" y="2"/>
                      <a:pt x="5" y="4"/>
                      <a:pt x="4" y="6"/>
                    </a:cubicBezTo>
                    <a:cubicBezTo>
                      <a:pt x="3" y="8"/>
                      <a:pt x="2" y="11"/>
                      <a:pt x="0" y="11"/>
                    </a:cubicBezTo>
                    <a:cubicBezTo>
                      <a:pt x="1" y="10"/>
                      <a:pt x="3" y="10"/>
                      <a:pt x="4" y="9"/>
                    </a:cubicBezTo>
                    <a:cubicBezTo>
                      <a:pt x="7" y="7"/>
                      <a:pt x="7" y="3"/>
                      <a:pt x="7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7311" name="Freeform 194">
                <a:extLst>
                  <a:ext uri="{FF2B5EF4-FFF2-40B4-BE49-F238E27FC236}">
                    <a16:creationId xmlns:a16="http://schemas.microsoft.com/office/drawing/2014/main" id="{271E83A5-0994-45C0-8CC4-60B4B5FB63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2" y="3664"/>
                <a:ext cx="27" cy="119"/>
              </a:xfrm>
              <a:custGeom>
                <a:avLst/>
                <a:gdLst>
                  <a:gd name="T0" fmla="*/ 93 w 14"/>
                  <a:gd name="T1" fmla="*/ 0 h 62"/>
                  <a:gd name="T2" fmla="*/ 64 w 14"/>
                  <a:gd name="T3" fmla="*/ 132 h 62"/>
                  <a:gd name="T4" fmla="*/ 29 w 14"/>
                  <a:gd name="T5" fmla="*/ 248 h 62"/>
                  <a:gd name="T6" fmla="*/ 8 w 14"/>
                  <a:gd name="T7" fmla="*/ 353 h 62"/>
                  <a:gd name="T8" fmla="*/ 0 w 14"/>
                  <a:gd name="T9" fmla="*/ 438 h 62"/>
                  <a:gd name="T10" fmla="*/ 23 w 14"/>
                  <a:gd name="T11" fmla="*/ 353 h 62"/>
                  <a:gd name="T12" fmla="*/ 64 w 14"/>
                  <a:gd name="T13" fmla="*/ 253 h 62"/>
                  <a:gd name="T14" fmla="*/ 100 w 14"/>
                  <a:gd name="T15" fmla="*/ 15 h 6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4" h="62">
                    <a:moveTo>
                      <a:pt x="13" y="0"/>
                    </a:moveTo>
                    <a:cubicBezTo>
                      <a:pt x="14" y="7"/>
                      <a:pt x="11" y="13"/>
                      <a:pt x="9" y="19"/>
                    </a:cubicBezTo>
                    <a:cubicBezTo>
                      <a:pt x="7" y="24"/>
                      <a:pt x="6" y="30"/>
                      <a:pt x="4" y="35"/>
                    </a:cubicBezTo>
                    <a:cubicBezTo>
                      <a:pt x="3" y="40"/>
                      <a:pt x="2" y="45"/>
                      <a:pt x="1" y="50"/>
                    </a:cubicBezTo>
                    <a:cubicBezTo>
                      <a:pt x="0" y="54"/>
                      <a:pt x="0" y="58"/>
                      <a:pt x="0" y="62"/>
                    </a:cubicBezTo>
                    <a:cubicBezTo>
                      <a:pt x="1" y="58"/>
                      <a:pt x="2" y="54"/>
                      <a:pt x="3" y="50"/>
                    </a:cubicBezTo>
                    <a:cubicBezTo>
                      <a:pt x="5" y="45"/>
                      <a:pt x="7" y="41"/>
                      <a:pt x="9" y="36"/>
                    </a:cubicBezTo>
                    <a:cubicBezTo>
                      <a:pt x="13" y="25"/>
                      <a:pt x="14" y="14"/>
                      <a:pt x="14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7312" name="Freeform 195">
                <a:extLst>
                  <a:ext uri="{FF2B5EF4-FFF2-40B4-BE49-F238E27FC236}">
                    <a16:creationId xmlns:a16="http://schemas.microsoft.com/office/drawing/2014/main" id="{5B7FEE46-99A9-4D2B-8957-13F0EBD2CC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5" y="3710"/>
                <a:ext cx="20" cy="68"/>
              </a:xfrm>
              <a:custGeom>
                <a:avLst/>
                <a:gdLst>
                  <a:gd name="T0" fmla="*/ 0 w 10"/>
                  <a:gd name="T1" fmla="*/ 0 h 35"/>
                  <a:gd name="T2" fmla="*/ 16 w 10"/>
                  <a:gd name="T3" fmla="*/ 163 h 35"/>
                  <a:gd name="T4" fmla="*/ 80 w 10"/>
                  <a:gd name="T5" fmla="*/ 256 h 35"/>
                  <a:gd name="T6" fmla="*/ 8 w 10"/>
                  <a:gd name="T7" fmla="*/ 23 h 3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35">
                    <a:moveTo>
                      <a:pt x="0" y="0"/>
                    </a:moveTo>
                    <a:cubicBezTo>
                      <a:pt x="3" y="7"/>
                      <a:pt x="2" y="15"/>
                      <a:pt x="2" y="22"/>
                    </a:cubicBezTo>
                    <a:cubicBezTo>
                      <a:pt x="1" y="28"/>
                      <a:pt x="3" y="34"/>
                      <a:pt x="10" y="35"/>
                    </a:cubicBezTo>
                    <a:cubicBezTo>
                      <a:pt x="2" y="27"/>
                      <a:pt x="6" y="13"/>
                      <a:pt x="1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7313" name="Freeform 196">
                <a:extLst>
                  <a:ext uri="{FF2B5EF4-FFF2-40B4-BE49-F238E27FC236}">
                    <a16:creationId xmlns:a16="http://schemas.microsoft.com/office/drawing/2014/main" id="{627ACDC1-9467-4EE6-B3AC-98DB9AD205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7" y="3955"/>
                <a:ext cx="17" cy="17"/>
              </a:xfrm>
              <a:custGeom>
                <a:avLst/>
                <a:gdLst>
                  <a:gd name="T0" fmla="*/ 0 w 9"/>
                  <a:gd name="T1" fmla="*/ 8 h 9"/>
                  <a:gd name="T2" fmla="*/ 15 w 9"/>
                  <a:gd name="T3" fmla="*/ 60 h 9"/>
                  <a:gd name="T4" fmla="*/ 21 w 9"/>
                  <a:gd name="T5" fmla="*/ 60 h 9"/>
                  <a:gd name="T6" fmla="*/ 32 w 9"/>
                  <a:gd name="T7" fmla="*/ 47 h 9"/>
                  <a:gd name="T8" fmla="*/ 60 w 9"/>
                  <a:gd name="T9" fmla="*/ 32 h 9"/>
                  <a:gd name="T10" fmla="*/ 53 w 9"/>
                  <a:gd name="T11" fmla="*/ 28 h 9"/>
                  <a:gd name="T12" fmla="*/ 32 w 9"/>
                  <a:gd name="T13" fmla="*/ 0 h 9"/>
                  <a:gd name="T14" fmla="*/ 8 w 9"/>
                  <a:gd name="T15" fmla="*/ 8 h 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" h="9">
                    <a:moveTo>
                      <a:pt x="0" y="1"/>
                    </a:moveTo>
                    <a:cubicBezTo>
                      <a:pt x="1" y="3"/>
                      <a:pt x="2" y="6"/>
                      <a:pt x="2" y="9"/>
                    </a:cubicBezTo>
                    <a:cubicBezTo>
                      <a:pt x="2" y="9"/>
                      <a:pt x="2" y="9"/>
                      <a:pt x="3" y="9"/>
                    </a:cubicBezTo>
                    <a:cubicBezTo>
                      <a:pt x="4" y="8"/>
                      <a:pt x="4" y="8"/>
                      <a:pt x="5" y="7"/>
                    </a:cubicBezTo>
                    <a:cubicBezTo>
                      <a:pt x="6" y="6"/>
                      <a:pt x="8" y="6"/>
                      <a:pt x="9" y="5"/>
                    </a:cubicBezTo>
                    <a:cubicBezTo>
                      <a:pt x="9" y="5"/>
                      <a:pt x="8" y="4"/>
                      <a:pt x="8" y="4"/>
                    </a:cubicBezTo>
                    <a:cubicBezTo>
                      <a:pt x="7" y="3"/>
                      <a:pt x="6" y="0"/>
                      <a:pt x="5" y="0"/>
                    </a:cubicBezTo>
                    <a:cubicBezTo>
                      <a:pt x="4" y="0"/>
                      <a:pt x="2" y="0"/>
                      <a:pt x="1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7314" name="Freeform 197">
                <a:extLst>
                  <a:ext uri="{FF2B5EF4-FFF2-40B4-BE49-F238E27FC236}">
                    <a16:creationId xmlns:a16="http://schemas.microsoft.com/office/drawing/2014/main" id="{213AC8D5-1B06-4CCD-85E0-CE94629BD6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3" y="3955"/>
                <a:ext cx="43" cy="51"/>
              </a:xfrm>
              <a:custGeom>
                <a:avLst/>
                <a:gdLst>
                  <a:gd name="T0" fmla="*/ 0 w 22"/>
                  <a:gd name="T1" fmla="*/ 0 h 27"/>
                  <a:gd name="T2" fmla="*/ 8 w 22"/>
                  <a:gd name="T3" fmla="*/ 32 h 27"/>
                  <a:gd name="T4" fmla="*/ 23 w 22"/>
                  <a:gd name="T5" fmla="*/ 68 h 27"/>
                  <a:gd name="T6" fmla="*/ 45 w 22"/>
                  <a:gd name="T7" fmla="*/ 128 h 27"/>
                  <a:gd name="T8" fmla="*/ 88 w 22"/>
                  <a:gd name="T9" fmla="*/ 168 h 27"/>
                  <a:gd name="T10" fmla="*/ 133 w 22"/>
                  <a:gd name="T11" fmla="*/ 181 h 27"/>
                  <a:gd name="T12" fmla="*/ 164 w 22"/>
                  <a:gd name="T13" fmla="*/ 181 h 27"/>
                  <a:gd name="T14" fmla="*/ 111 w 22"/>
                  <a:gd name="T15" fmla="*/ 128 h 27"/>
                  <a:gd name="T16" fmla="*/ 127 w 22"/>
                  <a:gd name="T17" fmla="*/ 81 h 27"/>
                  <a:gd name="T18" fmla="*/ 104 w 22"/>
                  <a:gd name="T19" fmla="*/ 89 h 27"/>
                  <a:gd name="T20" fmla="*/ 84 w 22"/>
                  <a:gd name="T21" fmla="*/ 93 h 27"/>
                  <a:gd name="T22" fmla="*/ 45 w 22"/>
                  <a:gd name="T23" fmla="*/ 93 h 27"/>
                  <a:gd name="T24" fmla="*/ 31 w 22"/>
                  <a:gd name="T25" fmla="*/ 40 h 27"/>
                  <a:gd name="T26" fmla="*/ 8 w 22"/>
                  <a:gd name="T27" fmla="*/ 0 h 2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2" h="27">
                    <a:moveTo>
                      <a:pt x="0" y="0"/>
                    </a:moveTo>
                    <a:cubicBezTo>
                      <a:pt x="1" y="1"/>
                      <a:pt x="1" y="3"/>
                      <a:pt x="1" y="5"/>
                    </a:cubicBezTo>
                    <a:cubicBezTo>
                      <a:pt x="2" y="7"/>
                      <a:pt x="2" y="9"/>
                      <a:pt x="3" y="10"/>
                    </a:cubicBezTo>
                    <a:cubicBezTo>
                      <a:pt x="4" y="13"/>
                      <a:pt x="4" y="17"/>
                      <a:pt x="6" y="19"/>
                    </a:cubicBezTo>
                    <a:cubicBezTo>
                      <a:pt x="7" y="22"/>
                      <a:pt x="9" y="24"/>
                      <a:pt x="12" y="25"/>
                    </a:cubicBezTo>
                    <a:cubicBezTo>
                      <a:pt x="14" y="26"/>
                      <a:pt x="16" y="26"/>
                      <a:pt x="18" y="27"/>
                    </a:cubicBezTo>
                    <a:cubicBezTo>
                      <a:pt x="19" y="27"/>
                      <a:pt x="21" y="27"/>
                      <a:pt x="22" y="27"/>
                    </a:cubicBezTo>
                    <a:cubicBezTo>
                      <a:pt x="19" y="26"/>
                      <a:pt x="15" y="23"/>
                      <a:pt x="15" y="19"/>
                    </a:cubicBezTo>
                    <a:cubicBezTo>
                      <a:pt x="15" y="16"/>
                      <a:pt x="16" y="14"/>
                      <a:pt x="17" y="12"/>
                    </a:cubicBezTo>
                    <a:cubicBezTo>
                      <a:pt x="16" y="12"/>
                      <a:pt x="15" y="12"/>
                      <a:pt x="14" y="13"/>
                    </a:cubicBezTo>
                    <a:cubicBezTo>
                      <a:pt x="13" y="13"/>
                      <a:pt x="12" y="13"/>
                      <a:pt x="11" y="14"/>
                    </a:cubicBezTo>
                    <a:cubicBezTo>
                      <a:pt x="10" y="14"/>
                      <a:pt x="7" y="15"/>
                      <a:pt x="6" y="14"/>
                    </a:cubicBezTo>
                    <a:cubicBezTo>
                      <a:pt x="4" y="13"/>
                      <a:pt x="4" y="8"/>
                      <a:pt x="4" y="6"/>
                    </a:cubicBezTo>
                    <a:cubicBezTo>
                      <a:pt x="4" y="3"/>
                      <a:pt x="3" y="2"/>
                      <a:pt x="1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7315" name="Freeform 198">
                <a:extLst>
                  <a:ext uri="{FF2B5EF4-FFF2-40B4-BE49-F238E27FC236}">
                    <a16:creationId xmlns:a16="http://schemas.microsoft.com/office/drawing/2014/main" id="{68E78B43-5408-425A-8604-4FA90C31DB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5" y="3968"/>
                <a:ext cx="17" cy="10"/>
              </a:xfrm>
              <a:custGeom>
                <a:avLst/>
                <a:gdLst>
                  <a:gd name="T0" fmla="*/ 0 w 9"/>
                  <a:gd name="T1" fmla="*/ 0 h 5"/>
                  <a:gd name="T2" fmla="*/ 21 w 9"/>
                  <a:gd name="T3" fmla="*/ 40 h 5"/>
                  <a:gd name="T4" fmla="*/ 40 w 9"/>
                  <a:gd name="T5" fmla="*/ 32 h 5"/>
                  <a:gd name="T6" fmla="*/ 60 w 9"/>
                  <a:gd name="T7" fmla="*/ 24 h 5"/>
                  <a:gd name="T8" fmla="*/ 40 w 9"/>
                  <a:gd name="T9" fmla="*/ 0 h 5"/>
                  <a:gd name="T10" fmla="*/ 15 w 9"/>
                  <a:gd name="T11" fmla="*/ 0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" h="5">
                    <a:moveTo>
                      <a:pt x="0" y="0"/>
                    </a:moveTo>
                    <a:cubicBezTo>
                      <a:pt x="1" y="1"/>
                      <a:pt x="1" y="4"/>
                      <a:pt x="3" y="5"/>
                    </a:cubicBezTo>
                    <a:cubicBezTo>
                      <a:pt x="3" y="5"/>
                      <a:pt x="5" y="4"/>
                      <a:pt x="6" y="4"/>
                    </a:cubicBezTo>
                    <a:cubicBezTo>
                      <a:pt x="7" y="4"/>
                      <a:pt x="8" y="3"/>
                      <a:pt x="9" y="3"/>
                    </a:cubicBezTo>
                    <a:cubicBezTo>
                      <a:pt x="8" y="2"/>
                      <a:pt x="7" y="1"/>
                      <a:pt x="6" y="0"/>
                    </a:cubicBezTo>
                    <a:cubicBezTo>
                      <a:pt x="5" y="0"/>
                      <a:pt x="3" y="0"/>
                      <a:pt x="2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7316" name="Freeform 199">
                <a:extLst>
                  <a:ext uri="{FF2B5EF4-FFF2-40B4-BE49-F238E27FC236}">
                    <a16:creationId xmlns:a16="http://schemas.microsoft.com/office/drawing/2014/main" id="{9AC90D9E-4F64-4CCC-8608-692E95A6D4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5" y="3966"/>
                <a:ext cx="29" cy="39"/>
              </a:xfrm>
              <a:custGeom>
                <a:avLst/>
                <a:gdLst>
                  <a:gd name="T0" fmla="*/ 0 w 15"/>
                  <a:gd name="T1" fmla="*/ 0 h 20"/>
                  <a:gd name="T2" fmla="*/ 15 w 15"/>
                  <a:gd name="T3" fmla="*/ 39 h 20"/>
                  <a:gd name="T4" fmla="*/ 23 w 15"/>
                  <a:gd name="T5" fmla="*/ 76 h 20"/>
                  <a:gd name="T6" fmla="*/ 23 w 15"/>
                  <a:gd name="T7" fmla="*/ 111 h 20"/>
                  <a:gd name="T8" fmla="*/ 56 w 15"/>
                  <a:gd name="T9" fmla="*/ 140 h 20"/>
                  <a:gd name="T10" fmla="*/ 108 w 15"/>
                  <a:gd name="T11" fmla="*/ 148 h 20"/>
                  <a:gd name="T12" fmla="*/ 79 w 15"/>
                  <a:gd name="T13" fmla="*/ 103 h 20"/>
                  <a:gd name="T14" fmla="*/ 85 w 15"/>
                  <a:gd name="T15" fmla="*/ 60 h 20"/>
                  <a:gd name="T16" fmla="*/ 37 w 15"/>
                  <a:gd name="T17" fmla="*/ 80 h 20"/>
                  <a:gd name="T18" fmla="*/ 29 w 15"/>
                  <a:gd name="T19" fmla="*/ 53 h 20"/>
                  <a:gd name="T20" fmla="*/ 23 w 15"/>
                  <a:gd name="T21" fmla="*/ 31 h 20"/>
                  <a:gd name="T22" fmla="*/ 8 w 15"/>
                  <a:gd name="T23" fmla="*/ 8 h 2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5" h="20">
                    <a:moveTo>
                      <a:pt x="0" y="0"/>
                    </a:moveTo>
                    <a:cubicBezTo>
                      <a:pt x="1" y="1"/>
                      <a:pt x="2" y="4"/>
                      <a:pt x="2" y="5"/>
                    </a:cubicBezTo>
                    <a:cubicBezTo>
                      <a:pt x="2" y="7"/>
                      <a:pt x="2" y="8"/>
                      <a:pt x="3" y="10"/>
                    </a:cubicBezTo>
                    <a:cubicBezTo>
                      <a:pt x="3" y="12"/>
                      <a:pt x="2" y="13"/>
                      <a:pt x="3" y="15"/>
                    </a:cubicBezTo>
                    <a:cubicBezTo>
                      <a:pt x="3" y="17"/>
                      <a:pt x="6" y="19"/>
                      <a:pt x="8" y="19"/>
                    </a:cubicBezTo>
                    <a:cubicBezTo>
                      <a:pt x="10" y="20"/>
                      <a:pt x="13" y="20"/>
                      <a:pt x="15" y="20"/>
                    </a:cubicBezTo>
                    <a:cubicBezTo>
                      <a:pt x="13" y="18"/>
                      <a:pt x="12" y="16"/>
                      <a:pt x="11" y="14"/>
                    </a:cubicBezTo>
                    <a:cubicBezTo>
                      <a:pt x="11" y="12"/>
                      <a:pt x="11" y="10"/>
                      <a:pt x="12" y="8"/>
                    </a:cubicBezTo>
                    <a:cubicBezTo>
                      <a:pt x="10" y="8"/>
                      <a:pt x="7" y="12"/>
                      <a:pt x="5" y="11"/>
                    </a:cubicBezTo>
                    <a:cubicBezTo>
                      <a:pt x="4" y="11"/>
                      <a:pt x="4" y="8"/>
                      <a:pt x="4" y="7"/>
                    </a:cubicBezTo>
                    <a:cubicBezTo>
                      <a:pt x="3" y="6"/>
                      <a:pt x="3" y="5"/>
                      <a:pt x="3" y="4"/>
                    </a:cubicBezTo>
                    <a:cubicBezTo>
                      <a:pt x="2" y="3"/>
                      <a:pt x="1" y="2"/>
                      <a:pt x="1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7317" name="Freeform 200">
                <a:extLst>
                  <a:ext uri="{FF2B5EF4-FFF2-40B4-BE49-F238E27FC236}">
                    <a16:creationId xmlns:a16="http://schemas.microsoft.com/office/drawing/2014/main" id="{8BE19165-8882-46A2-AB80-E010A37009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4" y="3966"/>
                <a:ext cx="27" cy="37"/>
              </a:xfrm>
              <a:custGeom>
                <a:avLst/>
                <a:gdLst>
                  <a:gd name="T0" fmla="*/ 0 w 14"/>
                  <a:gd name="T1" fmla="*/ 0 h 19"/>
                  <a:gd name="T2" fmla="*/ 8 w 14"/>
                  <a:gd name="T3" fmla="*/ 53 h 19"/>
                  <a:gd name="T4" fmla="*/ 8 w 14"/>
                  <a:gd name="T5" fmla="*/ 80 h 19"/>
                  <a:gd name="T6" fmla="*/ 29 w 14"/>
                  <a:gd name="T7" fmla="*/ 125 h 19"/>
                  <a:gd name="T8" fmla="*/ 64 w 14"/>
                  <a:gd name="T9" fmla="*/ 140 h 19"/>
                  <a:gd name="T10" fmla="*/ 100 w 14"/>
                  <a:gd name="T11" fmla="*/ 132 h 19"/>
                  <a:gd name="T12" fmla="*/ 71 w 14"/>
                  <a:gd name="T13" fmla="*/ 109 h 19"/>
                  <a:gd name="T14" fmla="*/ 64 w 14"/>
                  <a:gd name="T15" fmla="*/ 68 h 19"/>
                  <a:gd name="T16" fmla="*/ 44 w 14"/>
                  <a:gd name="T17" fmla="*/ 72 h 19"/>
                  <a:gd name="T18" fmla="*/ 29 w 14"/>
                  <a:gd name="T19" fmla="*/ 53 h 19"/>
                  <a:gd name="T20" fmla="*/ 8 w 14"/>
                  <a:gd name="T21" fmla="*/ 0 h 1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4" h="19">
                    <a:moveTo>
                      <a:pt x="0" y="0"/>
                    </a:moveTo>
                    <a:cubicBezTo>
                      <a:pt x="0" y="2"/>
                      <a:pt x="1" y="4"/>
                      <a:pt x="1" y="7"/>
                    </a:cubicBezTo>
                    <a:cubicBezTo>
                      <a:pt x="1" y="8"/>
                      <a:pt x="1" y="10"/>
                      <a:pt x="1" y="11"/>
                    </a:cubicBezTo>
                    <a:cubicBezTo>
                      <a:pt x="1" y="13"/>
                      <a:pt x="2" y="16"/>
                      <a:pt x="4" y="17"/>
                    </a:cubicBezTo>
                    <a:cubicBezTo>
                      <a:pt x="5" y="18"/>
                      <a:pt x="7" y="18"/>
                      <a:pt x="9" y="19"/>
                    </a:cubicBezTo>
                    <a:cubicBezTo>
                      <a:pt x="9" y="19"/>
                      <a:pt x="13" y="19"/>
                      <a:pt x="14" y="18"/>
                    </a:cubicBezTo>
                    <a:cubicBezTo>
                      <a:pt x="14" y="17"/>
                      <a:pt x="11" y="16"/>
                      <a:pt x="10" y="15"/>
                    </a:cubicBezTo>
                    <a:cubicBezTo>
                      <a:pt x="9" y="13"/>
                      <a:pt x="9" y="11"/>
                      <a:pt x="9" y="9"/>
                    </a:cubicBezTo>
                    <a:cubicBezTo>
                      <a:pt x="8" y="9"/>
                      <a:pt x="7" y="10"/>
                      <a:pt x="6" y="10"/>
                    </a:cubicBezTo>
                    <a:cubicBezTo>
                      <a:pt x="5" y="9"/>
                      <a:pt x="4" y="8"/>
                      <a:pt x="4" y="7"/>
                    </a:cubicBezTo>
                    <a:cubicBezTo>
                      <a:pt x="4" y="5"/>
                      <a:pt x="3" y="2"/>
                      <a:pt x="1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7318" name="Freeform 201">
                <a:extLst>
                  <a:ext uri="{FF2B5EF4-FFF2-40B4-BE49-F238E27FC236}">
                    <a16:creationId xmlns:a16="http://schemas.microsoft.com/office/drawing/2014/main" id="{DCCAA985-5CC0-4A0E-9612-B669089622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6" y="3981"/>
                <a:ext cx="16" cy="22"/>
              </a:xfrm>
              <a:custGeom>
                <a:avLst/>
                <a:gdLst>
                  <a:gd name="T0" fmla="*/ 0 w 8"/>
                  <a:gd name="T1" fmla="*/ 24 h 11"/>
                  <a:gd name="T2" fmla="*/ 16 w 8"/>
                  <a:gd name="T3" fmla="*/ 80 h 11"/>
                  <a:gd name="T4" fmla="*/ 64 w 8"/>
                  <a:gd name="T5" fmla="*/ 80 h 11"/>
                  <a:gd name="T6" fmla="*/ 48 w 8"/>
                  <a:gd name="T7" fmla="*/ 56 h 11"/>
                  <a:gd name="T8" fmla="*/ 40 w 8"/>
                  <a:gd name="T9" fmla="*/ 16 h 11"/>
                  <a:gd name="T10" fmla="*/ 8 w 8"/>
                  <a:gd name="T11" fmla="*/ 32 h 1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" h="11">
                    <a:moveTo>
                      <a:pt x="0" y="3"/>
                    </a:moveTo>
                    <a:cubicBezTo>
                      <a:pt x="0" y="6"/>
                      <a:pt x="0" y="8"/>
                      <a:pt x="2" y="10"/>
                    </a:cubicBezTo>
                    <a:cubicBezTo>
                      <a:pt x="5" y="11"/>
                      <a:pt x="6" y="10"/>
                      <a:pt x="8" y="10"/>
                    </a:cubicBezTo>
                    <a:cubicBezTo>
                      <a:pt x="7" y="9"/>
                      <a:pt x="6" y="8"/>
                      <a:pt x="6" y="7"/>
                    </a:cubicBezTo>
                    <a:cubicBezTo>
                      <a:pt x="5" y="5"/>
                      <a:pt x="6" y="3"/>
                      <a:pt x="5" y="2"/>
                    </a:cubicBezTo>
                    <a:cubicBezTo>
                      <a:pt x="5" y="0"/>
                      <a:pt x="2" y="3"/>
                      <a:pt x="1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7319" name="Freeform 202">
                <a:extLst>
                  <a:ext uri="{FF2B5EF4-FFF2-40B4-BE49-F238E27FC236}">
                    <a16:creationId xmlns:a16="http://schemas.microsoft.com/office/drawing/2014/main" id="{C448CC88-0F83-486D-B278-F12B3DD71E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3" y="3983"/>
                <a:ext cx="8" cy="8"/>
              </a:xfrm>
              <a:custGeom>
                <a:avLst/>
                <a:gdLst>
                  <a:gd name="T0" fmla="*/ 0 w 4"/>
                  <a:gd name="T1" fmla="*/ 8 h 4"/>
                  <a:gd name="T2" fmla="*/ 8 w 4"/>
                  <a:gd name="T3" fmla="*/ 32 h 4"/>
                  <a:gd name="T4" fmla="*/ 32 w 4"/>
                  <a:gd name="T5" fmla="*/ 16 h 4"/>
                  <a:gd name="T6" fmla="*/ 8 w 4"/>
                  <a:gd name="T7" fmla="*/ 0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0" y="1"/>
                    </a:moveTo>
                    <a:cubicBezTo>
                      <a:pt x="0" y="1"/>
                      <a:pt x="0" y="4"/>
                      <a:pt x="1" y="4"/>
                    </a:cubicBezTo>
                    <a:cubicBezTo>
                      <a:pt x="2" y="4"/>
                      <a:pt x="4" y="3"/>
                      <a:pt x="4" y="2"/>
                    </a:cubicBezTo>
                    <a:cubicBezTo>
                      <a:pt x="4" y="0"/>
                      <a:pt x="2" y="1"/>
                      <a:pt x="1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7320" name="Freeform 203">
                <a:extLst>
                  <a:ext uri="{FF2B5EF4-FFF2-40B4-BE49-F238E27FC236}">
                    <a16:creationId xmlns:a16="http://schemas.microsoft.com/office/drawing/2014/main" id="{320BB363-9487-4DCA-AB86-81876F4866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6" y="3924"/>
                <a:ext cx="10" cy="23"/>
              </a:xfrm>
              <a:custGeom>
                <a:avLst/>
                <a:gdLst>
                  <a:gd name="T0" fmla="*/ 32 w 5"/>
                  <a:gd name="T1" fmla="*/ 0 h 12"/>
                  <a:gd name="T2" fmla="*/ 40 w 5"/>
                  <a:gd name="T3" fmla="*/ 84 h 12"/>
                  <a:gd name="T4" fmla="*/ 24 w 5"/>
                  <a:gd name="T5" fmla="*/ 8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12">
                    <a:moveTo>
                      <a:pt x="4" y="0"/>
                    </a:moveTo>
                    <a:cubicBezTo>
                      <a:pt x="2" y="4"/>
                      <a:pt x="2" y="9"/>
                      <a:pt x="5" y="12"/>
                    </a:cubicBezTo>
                    <a:cubicBezTo>
                      <a:pt x="2" y="10"/>
                      <a:pt x="0" y="4"/>
                      <a:pt x="3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7321" name="Freeform 204">
                <a:extLst>
                  <a:ext uri="{FF2B5EF4-FFF2-40B4-BE49-F238E27FC236}">
                    <a16:creationId xmlns:a16="http://schemas.microsoft.com/office/drawing/2014/main" id="{A6939AD5-192A-4F3B-A823-B1D9EA0706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1" y="3931"/>
                <a:ext cx="11" cy="20"/>
              </a:xfrm>
              <a:custGeom>
                <a:avLst/>
                <a:gdLst>
                  <a:gd name="T0" fmla="*/ 20 w 6"/>
                  <a:gd name="T1" fmla="*/ 0 h 10"/>
                  <a:gd name="T2" fmla="*/ 37 w 6"/>
                  <a:gd name="T3" fmla="*/ 80 h 10"/>
                  <a:gd name="T4" fmla="*/ 13 w 6"/>
                  <a:gd name="T5" fmla="*/ 8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10">
                    <a:moveTo>
                      <a:pt x="3" y="0"/>
                    </a:moveTo>
                    <a:cubicBezTo>
                      <a:pt x="2" y="3"/>
                      <a:pt x="4" y="7"/>
                      <a:pt x="6" y="10"/>
                    </a:cubicBezTo>
                    <a:cubicBezTo>
                      <a:pt x="3" y="9"/>
                      <a:pt x="0" y="3"/>
                      <a:pt x="2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</p:grpSp>
        <p:sp>
          <p:nvSpPr>
            <p:cNvPr id="55087" name="Freeform 205">
              <a:extLst>
                <a:ext uri="{FF2B5EF4-FFF2-40B4-BE49-F238E27FC236}">
                  <a16:creationId xmlns:a16="http://schemas.microsoft.com/office/drawing/2014/main" id="{26EE371C-55E4-454B-92EB-0D4BE7AAE02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4" y="3939"/>
              <a:ext cx="17" cy="17"/>
            </a:xfrm>
            <a:custGeom>
              <a:avLst/>
              <a:gdLst>
                <a:gd name="T0" fmla="*/ 21 w 9"/>
                <a:gd name="T1" fmla="*/ 0 h 9"/>
                <a:gd name="T2" fmla="*/ 60 w 9"/>
                <a:gd name="T3" fmla="*/ 60 h 9"/>
                <a:gd name="T4" fmla="*/ 15 w 9"/>
                <a:gd name="T5" fmla="*/ 8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9">
                  <a:moveTo>
                    <a:pt x="3" y="0"/>
                  </a:moveTo>
                  <a:cubicBezTo>
                    <a:pt x="4" y="3"/>
                    <a:pt x="6" y="6"/>
                    <a:pt x="9" y="9"/>
                  </a:cubicBezTo>
                  <a:cubicBezTo>
                    <a:pt x="6" y="7"/>
                    <a:pt x="0" y="5"/>
                    <a:pt x="2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5088" name="Freeform 206">
              <a:extLst>
                <a:ext uri="{FF2B5EF4-FFF2-40B4-BE49-F238E27FC236}">
                  <a16:creationId xmlns:a16="http://schemas.microsoft.com/office/drawing/2014/main" id="{843FEAA1-F779-4D64-BF6E-4A758BA581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2" y="3951"/>
              <a:ext cx="8" cy="13"/>
            </a:xfrm>
            <a:custGeom>
              <a:avLst/>
              <a:gdLst>
                <a:gd name="T0" fmla="*/ 16 w 4"/>
                <a:gd name="T1" fmla="*/ 0 h 7"/>
                <a:gd name="T2" fmla="*/ 32 w 4"/>
                <a:gd name="T3" fmla="*/ 45 h 7"/>
                <a:gd name="T4" fmla="*/ 8 w 4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7">
                  <a:moveTo>
                    <a:pt x="2" y="0"/>
                  </a:moveTo>
                  <a:cubicBezTo>
                    <a:pt x="2" y="3"/>
                    <a:pt x="3" y="5"/>
                    <a:pt x="4" y="7"/>
                  </a:cubicBezTo>
                  <a:cubicBezTo>
                    <a:pt x="2" y="6"/>
                    <a:pt x="0" y="2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5089" name="Freeform 207">
              <a:extLst>
                <a:ext uri="{FF2B5EF4-FFF2-40B4-BE49-F238E27FC236}">
                  <a16:creationId xmlns:a16="http://schemas.microsoft.com/office/drawing/2014/main" id="{471DAF46-68BA-41FA-ADE1-C4221571496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3" y="3080"/>
              <a:ext cx="62" cy="65"/>
            </a:xfrm>
            <a:custGeom>
              <a:avLst/>
              <a:gdLst>
                <a:gd name="T0" fmla="*/ 124 w 32"/>
                <a:gd name="T1" fmla="*/ 0 h 34"/>
                <a:gd name="T2" fmla="*/ 23 w 32"/>
                <a:gd name="T3" fmla="*/ 63 h 34"/>
                <a:gd name="T4" fmla="*/ 60 w 32"/>
                <a:gd name="T5" fmla="*/ 237 h 34"/>
                <a:gd name="T6" fmla="*/ 72 w 32"/>
                <a:gd name="T7" fmla="*/ 105 h 34"/>
                <a:gd name="T8" fmla="*/ 169 w 32"/>
                <a:gd name="T9" fmla="*/ 63 h 34"/>
                <a:gd name="T10" fmla="*/ 211 w 32"/>
                <a:gd name="T11" fmla="*/ 21 h 34"/>
                <a:gd name="T12" fmla="*/ 153 w 32"/>
                <a:gd name="T13" fmla="*/ 8 h 3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" h="34">
                  <a:moveTo>
                    <a:pt x="17" y="0"/>
                  </a:moveTo>
                  <a:cubicBezTo>
                    <a:pt x="10" y="1"/>
                    <a:pt x="4" y="2"/>
                    <a:pt x="3" y="9"/>
                  </a:cubicBezTo>
                  <a:cubicBezTo>
                    <a:pt x="2" y="14"/>
                    <a:pt x="0" y="34"/>
                    <a:pt x="8" y="34"/>
                  </a:cubicBezTo>
                  <a:cubicBezTo>
                    <a:pt x="9" y="27"/>
                    <a:pt x="7" y="21"/>
                    <a:pt x="10" y="15"/>
                  </a:cubicBezTo>
                  <a:cubicBezTo>
                    <a:pt x="13" y="10"/>
                    <a:pt x="18" y="9"/>
                    <a:pt x="23" y="9"/>
                  </a:cubicBezTo>
                  <a:cubicBezTo>
                    <a:pt x="26" y="8"/>
                    <a:pt x="32" y="7"/>
                    <a:pt x="29" y="3"/>
                  </a:cubicBezTo>
                  <a:cubicBezTo>
                    <a:pt x="28" y="1"/>
                    <a:pt x="23" y="2"/>
                    <a:pt x="2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5090" name="Freeform 208">
              <a:extLst>
                <a:ext uri="{FF2B5EF4-FFF2-40B4-BE49-F238E27FC236}">
                  <a16:creationId xmlns:a16="http://schemas.microsoft.com/office/drawing/2014/main" id="{85AD301E-BDA8-4C66-827C-56981DFB07A5}"/>
                </a:ext>
              </a:extLst>
            </p:cNvPr>
            <p:cNvSpPr>
              <a:spLocks/>
            </p:cNvSpPr>
            <p:nvPr/>
          </p:nvSpPr>
          <p:spPr bwMode="auto">
            <a:xfrm>
              <a:off x="796" y="3078"/>
              <a:ext cx="40" cy="94"/>
            </a:xfrm>
            <a:custGeom>
              <a:avLst/>
              <a:gdLst>
                <a:gd name="T0" fmla="*/ 137 w 21"/>
                <a:gd name="T1" fmla="*/ 0 h 49"/>
                <a:gd name="T2" fmla="*/ 29 w 21"/>
                <a:gd name="T3" fmla="*/ 63 h 49"/>
                <a:gd name="T4" fmla="*/ 55 w 21"/>
                <a:gd name="T5" fmla="*/ 284 h 49"/>
                <a:gd name="T6" fmla="*/ 131 w 21"/>
                <a:gd name="T7" fmla="*/ 247 h 49"/>
                <a:gd name="T8" fmla="*/ 116 w 21"/>
                <a:gd name="T9" fmla="*/ 113 h 49"/>
                <a:gd name="T10" fmla="*/ 137 w 21"/>
                <a:gd name="T11" fmla="*/ 29 h 4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49">
                  <a:moveTo>
                    <a:pt x="20" y="0"/>
                  </a:moveTo>
                  <a:cubicBezTo>
                    <a:pt x="16" y="2"/>
                    <a:pt x="7" y="5"/>
                    <a:pt x="4" y="9"/>
                  </a:cubicBezTo>
                  <a:cubicBezTo>
                    <a:pt x="0" y="16"/>
                    <a:pt x="5" y="33"/>
                    <a:pt x="8" y="40"/>
                  </a:cubicBezTo>
                  <a:cubicBezTo>
                    <a:pt x="13" y="49"/>
                    <a:pt x="21" y="44"/>
                    <a:pt x="19" y="35"/>
                  </a:cubicBezTo>
                  <a:cubicBezTo>
                    <a:pt x="18" y="29"/>
                    <a:pt x="16" y="23"/>
                    <a:pt x="17" y="16"/>
                  </a:cubicBezTo>
                  <a:cubicBezTo>
                    <a:pt x="17" y="12"/>
                    <a:pt x="20" y="8"/>
                    <a:pt x="20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5091" name="Freeform 209">
              <a:extLst>
                <a:ext uri="{FF2B5EF4-FFF2-40B4-BE49-F238E27FC236}">
                  <a16:creationId xmlns:a16="http://schemas.microsoft.com/office/drawing/2014/main" id="{3FC017B1-4824-4FA4-889C-49CE4BF23F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9" y="1628"/>
              <a:ext cx="18" cy="11"/>
            </a:xfrm>
            <a:custGeom>
              <a:avLst/>
              <a:gdLst>
                <a:gd name="T0" fmla="*/ 0 w 9"/>
                <a:gd name="T1" fmla="*/ 0 h 6"/>
                <a:gd name="T2" fmla="*/ 72 w 9"/>
                <a:gd name="T3" fmla="*/ 20 h 6"/>
                <a:gd name="T4" fmla="*/ 24 w 9"/>
                <a:gd name="T5" fmla="*/ 2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6">
                  <a:moveTo>
                    <a:pt x="0" y="0"/>
                  </a:moveTo>
                  <a:cubicBezTo>
                    <a:pt x="2" y="1"/>
                    <a:pt x="8" y="0"/>
                    <a:pt x="9" y="3"/>
                  </a:cubicBezTo>
                  <a:cubicBezTo>
                    <a:pt x="9" y="6"/>
                    <a:pt x="2" y="6"/>
                    <a:pt x="3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5092" name="Freeform 210">
              <a:extLst>
                <a:ext uri="{FF2B5EF4-FFF2-40B4-BE49-F238E27FC236}">
                  <a16:creationId xmlns:a16="http://schemas.microsoft.com/office/drawing/2014/main" id="{9DFB7663-6990-4CCD-98AB-F1899439D15A}"/>
                </a:ext>
              </a:extLst>
            </p:cNvPr>
            <p:cNvSpPr>
              <a:spLocks/>
            </p:cNvSpPr>
            <p:nvPr/>
          </p:nvSpPr>
          <p:spPr bwMode="auto">
            <a:xfrm>
              <a:off x="990" y="1693"/>
              <a:ext cx="42" cy="31"/>
            </a:xfrm>
            <a:custGeom>
              <a:avLst/>
              <a:gdLst>
                <a:gd name="T0" fmla="*/ 8 w 22"/>
                <a:gd name="T1" fmla="*/ 116 h 16"/>
                <a:gd name="T2" fmla="*/ 76 w 22"/>
                <a:gd name="T3" fmla="*/ 52 h 16"/>
                <a:gd name="T4" fmla="*/ 139 w 22"/>
                <a:gd name="T5" fmla="*/ 37 h 16"/>
                <a:gd name="T6" fmla="*/ 69 w 22"/>
                <a:gd name="T7" fmla="*/ 16 h 16"/>
                <a:gd name="T8" fmla="*/ 0 w 22"/>
                <a:gd name="T9" fmla="*/ 109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16">
                  <a:moveTo>
                    <a:pt x="1" y="16"/>
                  </a:moveTo>
                  <a:cubicBezTo>
                    <a:pt x="3" y="12"/>
                    <a:pt x="7" y="9"/>
                    <a:pt x="11" y="7"/>
                  </a:cubicBezTo>
                  <a:cubicBezTo>
                    <a:pt x="12" y="7"/>
                    <a:pt x="19" y="6"/>
                    <a:pt x="20" y="5"/>
                  </a:cubicBezTo>
                  <a:cubicBezTo>
                    <a:pt x="22" y="1"/>
                    <a:pt x="12" y="0"/>
                    <a:pt x="10" y="2"/>
                  </a:cubicBezTo>
                  <a:cubicBezTo>
                    <a:pt x="6" y="4"/>
                    <a:pt x="1" y="10"/>
                    <a:pt x="0" y="1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5093" name="Freeform 211">
              <a:extLst>
                <a:ext uri="{FF2B5EF4-FFF2-40B4-BE49-F238E27FC236}">
                  <a16:creationId xmlns:a16="http://schemas.microsoft.com/office/drawing/2014/main" id="{8258451E-DCB2-444E-8DF4-0B9F40FEE0F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5" y="1499"/>
              <a:ext cx="19" cy="23"/>
            </a:xfrm>
            <a:custGeom>
              <a:avLst/>
              <a:gdLst>
                <a:gd name="T0" fmla="*/ 0 w 10"/>
                <a:gd name="T1" fmla="*/ 63 h 12"/>
                <a:gd name="T2" fmla="*/ 48 w 10"/>
                <a:gd name="T3" fmla="*/ 84 h 12"/>
                <a:gd name="T4" fmla="*/ 61 w 10"/>
                <a:gd name="T5" fmla="*/ 36 h 12"/>
                <a:gd name="T6" fmla="*/ 48 w 10"/>
                <a:gd name="T7" fmla="*/ 0 h 12"/>
                <a:gd name="T8" fmla="*/ 29 w 10"/>
                <a:gd name="T9" fmla="*/ 0 h 12"/>
                <a:gd name="T10" fmla="*/ 0 w 10"/>
                <a:gd name="T11" fmla="*/ 23 h 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" h="12">
                  <a:moveTo>
                    <a:pt x="0" y="9"/>
                  </a:moveTo>
                  <a:cubicBezTo>
                    <a:pt x="0" y="11"/>
                    <a:pt x="5" y="11"/>
                    <a:pt x="7" y="12"/>
                  </a:cubicBezTo>
                  <a:cubicBezTo>
                    <a:pt x="10" y="12"/>
                    <a:pt x="9" y="8"/>
                    <a:pt x="9" y="5"/>
                  </a:cubicBezTo>
                  <a:cubicBezTo>
                    <a:pt x="10" y="3"/>
                    <a:pt x="10" y="1"/>
                    <a:pt x="7" y="0"/>
                  </a:cubicBezTo>
                  <a:cubicBezTo>
                    <a:pt x="6" y="0"/>
                    <a:pt x="5" y="0"/>
                    <a:pt x="4" y="0"/>
                  </a:cubicBezTo>
                  <a:cubicBezTo>
                    <a:pt x="2" y="0"/>
                    <a:pt x="1" y="1"/>
                    <a:pt x="0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5094" name="Freeform 212">
              <a:extLst>
                <a:ext uri="{FF2B5EF4-FFF2-40B4-BE49-F238E27FC236}">
                  <a16:creationId xmlns:a16="http://schemas.microsoft.com/office/drawing/2014/main" id="{42E4E55B-6AA9-45D3-9AD7-1624AA7D51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5" y="1545"/>
              <a:ext cx="15" cy="17"/>
            </a:xfrm>
            <a:custGeom>
              <a:avLst/>
              <a:gdLst>
                <a:gd name="T0" fmla="*/ 0 w 8"/>
                <a:gd name="T1" fmla="*/ 8 h 9"/>
                <a:gd name="T2" fmla="*/ 32 w 8"/>
                <a:gd name="T3" fmla="*/ 0 h 9"/>
                <a:gd name="T4" fmla="*/ 45 w 8"/>
                <a:gd name="T5" fmla="*/ 32 h 9"/>
                <a:gd name="T6" fmla="*/ 28 w 8"/>
                <a:gd name="T7" fmla="*/ 60 h 9"/>
                <a:gd name="T8" fmla="*/ 0 w 8"/>
                <a:gd name="T9" fmla="*/ 32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9">
                  <a:moveTo>
                    <a:pt x="0" y="1"/>
                  </a:moveTo>
                  <a:cubicBezTo>
                    <a:pt x="2" y="1"/>
                    <a:pt x="3" y="0"/>
                    <a:pt x="5" y="0"/>
                  </a:cubicBezTo>
                  <a:cubicBezTo>
                    <a:pt x="8" y="1"/>
                    <a:pt x="8" y="2"/>
                    <a:pt x="7" y="5"/>
                  </a:cubicBezTo>
                  <a:cubicBezTo>
                    <a:pt x="7" y="5"/>
                    <a:pt x="5" y="9"/>
                    <a:pt x="4" y="9"/>
                  </a:cubicBezTo>
                  <a:cubicBezTo>
                    <a:pt x="3" y="9"/>
                    <a:pt x="1" y="6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5095" name="Freeform 213">
              <a:extLst>
                <a:ext uri="{FF2B5EF4-FFF2-40B4-BE49-F238E27FC236}">
                  <a16:creationId xmlns:a16="http://schemas.microsoft.com/office/drawing/2014/main" id="{7FE1CDDF-1226-42D5-B0B4-F10DB5F663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3" y="1585"/>
              <a:ext cx="17" cy="20"/>
            </a:xfrm>
            <a:custGeom>
              <a:avLst/>
              <a:gdLst>
                <a:gd name="T0" fmla="*/ 15 w 9"/>
                <a:gd name="T1" fmla="*/ 0 h 10"/>
                <a:gd name="T2" fmla="*/ 47 w 9"/>
                <a:gd name="T3" fmla="*/ 40 h 10"/>
                <a:gd name="T4" fmla="*/ 15 w 9"/>
                <a:gd name="T5" fmla="*/ 32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0">
                  <a:moveTo>
                    <a:pt x="2" y="0"/>
                  </a:moveTo>
                  <a:cubicBezTo>
                    <a:pt x="4" y="1"/>
                    <a:pt x="9" y="2"/>
                    <a:pt x="7" y="5"/>
                  </a:cubicBezTo>
                  <a:cubicBezTo>
                    <a:pt x="6" y="10"/>
                    <a:pt x="0" y="5"/>
                    <a:pt x="2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5096" name="Freeform 214">
              <a:extLst>
                <a:ext uri="{FF2B5EF4-FFF2-40B4-BE49-F238E27FC236}">
                  <a16:creationId xmlns:a16="http://schemas.microsoft.com/office/drawing/2014/main" id="{25734876-CC79-4222-AAE9-86C3F7D1A368}"/>
                </a:ext>
              </a:extLst>
            </p:cNvPr>
            <p:cNvSpPr>
              <a:spLocks/>
            </p:cNvSpPr>
            <p:nvPr/>
          </p:nvSpPr>
          <p:spPr bwMode="auto">
            <a:xfrm>
              <a:off x="999" y="1070"/>
              <a:ext cx="28" cy="35"/>
            </a:xfrm>
            <a:custGeom>
              <a:avLst/>
              <a:gdLst>
                <a:gd name="T0" fmla="*/ 24 w 14"/>
                <a:gd name="T1" fmla="*/ 0 h 18"/>
                <a:gd name="T2" fmla="*/ 24 w 14"/>
                <a:gd name="T3" fmla="*/ 109 h 18"/>
                <a:gd name="T4" fmla="*/ 56 w 14"/>
                <a:gd name="T5" fmla="*/ 124 h 18"/>
                <a:gd name="T6" fmla="*/ 112 w 14"/>
                <a:gd name="T7" fmla="*/ 109 h 18"/>
                <a:gd name="T8" fmla="*/ 48 w 14"/>
                <a:gd name="T9" fmla="*/ 88 h 18"/>
                <a:gd name="T10" fmla="*/ 24 w 14"/>
                <a:gd name="T11" fmla="*/ 8 h 1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" h="18">
                  <a:moveTo>
                    <a:pt x="3" y="0"/>
                  </a:moveTo>
                  <a:cubicBezTo>
                    <a:pt x="3" y="5"/>
                    <a:pt x="0" y="10"/>
                    <a:pt x="3" y="15"/>
                  </a:cubicBezTo>
                  <a:cubicBezTo>
                    <a:pt x="4" y="17"/>
                    <a:pt x="5" y="18"/>
                    <a:pt x="7" y="17"/>
                  </a:cubicBezTo>
                  <a:cubicBezTo>
                    <a:pt x="9" y="17"/>
                    <a:pt x="13" y="17"/>
                    <a:pt x="14" y="15"/>
                  </a:cubicBezTo>
                  <a:cubicBezTo>
                    <a:pt x="12" y="13"/>
                    <a:pt x="7" y="15"/>
                    <a:pt x="6" y="12"/>
                  </a:cubicBezTo>
                  <a:cubicBezTo>
                    <a:pt x="4" y="9"/>
                    <a:pt x="3" y="4"/>
                    <a:pt x="3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5097" name="Freeform 215">
              <a:extLst>
                <a:ext uri="{FF2B5EF4-FFF2-40B4-BE49-F238E27FC236}">
                  <a16:creationId xmlns:a16="http://schemas.microsoft.com/office/drawing/2014/main" id="{B84FBD92-7BE7-4AA4-8E7B-A01CE0FB19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1" y="1126"/>
              <a:ext cx="9" cy="23"/>
            </a:xfrm>
            <a:custGeom>
              <a:avLst/>
              <a:gdLst>
                <a:gd name="T0" fmla="*/ 0 w 5"/>
                <a:gd name="T1" fmla="*/ 0 h 12"/>
                <a:gd name="T2" fmla="*/ 13 w 5"/>
                <a:gd name="T3" fmla="*/ 84 h 12"/>
                <a:gd name="T4" fmla="*/ 7 w 5"/>
                <a:gd name="T5" fmla="*/ 8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12">
                  <a:moveTo>
                    <a:pt x="0" y="0"/>
                  </a:moveTo>
                  <a:cubicBezTo>
                    <a:pt x="1" y="4"/>
                    <a:pt x="1" y="8"/>
                    <a:pt x="2" y="12"/>
                  </a:cubicBezTo>
                  <a:cubicBezTo>
                    <a:pt x="5" y="11"/>
                    <a:pt x="2" y="2"/>
                    <a:pt x="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5098" name="Freeform 216">
              <a:extLst>
                <a:ext uri="{FF2B5EF4-FFF2-40B4-BE49-F238E27FC236}">
                  <a16:creationId xmlns:a16="http://schemas.microsoft.com/office/drawing/2014/main" id="{C15B644A-0D0E-47C1-80C8-AE5FBB5ACFF1}"/>
                </a:ext>
              </a:extLst>
            </p:cNvPr>
            <p:cNvSpPr>
              <a:spLocks/>
            </p:cNvSpPr>
            <p:nvPr/>
          </p:nvSpPr>
          <p:spPr bwMode="auto">
            <a:xfrm>
              <a:off x="976" y="1162"/>
              <a:ext cx="41" cy="14"/>
            </a:xfrm>
            <a:custGeom>
              <a:avLst/>
              <a:gdLst>
                <a:gd name="T0" fmla="*/ 8 w 21"/>
                <a:gd name="T1" fmla="*/ 8 h 7"/>
                <a:gd name="T2" fmla="*/ 76 w 21"/>
                <a:gd name="T3" fmla="*/ 56 h 7"/>
                <a:gd name="T4" fmla="*/ 119 w 21"/>
                <a:gd name="T5" fmla="*/ 56 h 7"/>
                <a:gd name="T6" fmla="*/ 156 w 21"/>
                <a:gd name="T7" fmla="*/ 56 h 7"/>
                <a:gd name="T8" fmla="*/ 80 w 21"/>
                <a:gd name="T9" fmla="*/ 24 h 7"/>
                <a:gd name="T10" fmla="*/ 45 w 21"/>
                <a:gd name="T11" fmla="*/ 8 h 7"/>
                <a:gd name="T12" fmla="*/ 8 w 21"/>
                <a:gd name="T13" fmla="*/ 8 h 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" h="7">
                  <a:moveTo>
                    <a:pt x="1" y="1"/>
                  </a:moveTo>
                  <a:cubicBezTo>
                    <a:pt x="0" y="5"/>
                    <a:pt x="8" y="6"/>
                    <a:pt x="10" y="7"/>
                  </a:cubicBezTo>
                  <a:cubicBezTo>
                    <a:pt x="12" y="7"/>
                    <a:pt x="14" y="7"/>
                    <a:pt x="16" y="7"/>
                  </a:cubicBezTo>
                  <a:cubicBezTo>
                    <a:pt x="18" y="7"/>
                    <a:pt x="20" y="7"/>
                    <a:pt x="21" y="7"/>
                  </a:cubicBezTo>
                  <a:cubicBezTo>
                    <a:pt x="19" y="4"/>
                    <a:pt x="14" y="6"/>
                    <a:pt x="11" y="3"/>
                  </a:cubicBezTo>
                  <a:cubicBezTo>
                    <a:pt x="9" y="2"/>
                    <a:pt x="8" y="2"/>
                    <a:pt x="6" y="1"/>
                  </a:cubicBezTo>
                  <a:cubicBezTo>
                    <a:pt x="5" y="1"/>
                    <a:pt x="3" y="0"/>
                    <a:pt x="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5099" name="Freeform 217">
              <a:extLst>
                <a:ext uri="{FF2B5EF4-FFF2-40B4-BE49-F238E27FC236}">
                  <a16:creationId xmlns:a16="http://schemas.microsoft.com/office/drawing/2014/main" id="{8AC00AD1-426E-4EA5-9AF0-7B7683164BB8}"/>
                </a:ext>
              </a:extLst>
            </p:cNvPr>
            <p:cNvSpPr>
              <a:spLocks/>
            </p:cNvSpPr>
            <p:nvPr/>
          </p:nvSpPr>
          <p:spPr bwMode="auto">
            <a:xfrm>
              <a:off x="980" y="982"/>
              <a:ext cx="21" cy="40"/>
            </a:xfrm>
            <a:custGeom>
              <a:avLst/>
              <a:gdLst>
                <a:gd name="T0" fmla="*/ 0 w 11"/>
                <a:gd name="T1" fmla="*/ 8 h 21"/>
                <a:gd name="T2" fmla="*/ 40 w 11"/>
                <a:gd name="T3" fmla="*/ 69 h 21"/>
                <a:gd name="T4" fmla="*/ 61 w 11"/>
                <a:gd name="T5" fmla="*/ 145 h 21"/>
                <a:gd name="T6" fmla="*/ 55 w 11"/>
                <a:gd name="T7" fmla="*/ 61 h 21"/>
                <a:gd name="T8" fmla="*/ 8 w 11"/>
                <a:gd name="T9" fmla="*/ 0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21">
                  <a:moveTo>
                    <a:pt x="0" y="1"/>
                  </a:moveTo>
                  <a:cubicBezTo>
                    <a:pt x="0" y="1"/>
                    <a:pt x="6" y="8"/>
                    <a:pt x="6" y="10"/>
                  </a:cubicBezTo>
                  <a:cubicBezTo>
                    <a:pt x="7" y="14"/>
                    <a:pt x="8" y="18"/>
                    <a:pt x="9" y="21"/>
                  </a:cubicBezTo>
                  <a:cubicBezTo>
                    <a:pt x="11" y="19"/>
                    <a:pt x="9" y="11"/>
                    <a:pt x="8" y="9"/>
                  </a:cubicBezTo>
                  <a:cubicBezTo>
                    <a:pt x="6" y="5"/>
                    <a:pt x="4" y="3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5100" name="Freeform 218">
              <a:extLst>
                <a:ext uri="{FF2B5EF4-FFF2-40B4-BE49-F238E27FC236}">
                  <a16:creationId xmlns:a16="http://schemas.microsoft.com/office/drawing/2014/main" id="{E02EFCB0-CB8C-41CE-85CA-EC3A3944D621}"/>
                </a:ext>
              </a:extLst>
            </p:cNvPr>
            <p:cNvSpPr>
              <a:spLocks/>
            </p:cNvSpPr>
            <p:nvPr/>
          </p:nvSpPr>
          <p:spPr bwMode="auto">
            <a:xfrm>
              <a:off x="896" y="1018"/>
              <a:ext cx="16" cy="17"/>
            </a:xfrm>
            <a:custGeom>
              <a:avLst/>
              <a:gdLst>
                <a:gd name="T0" fmla="*/ 0 w 8"/>
                <a:gd name="T1" fmla="*/ 8 h 9"/>
                <a:gd name="T2" fmla="*/ 24 w 8"/>
                <a:gd name="T3" fmla="*/ 32 h 9"/>
                <a:gd name="T4" fmla="*/ 64 w 8"/>
                <a:gd name="T5" fmla="*/ 60 h 9"/>
                <a:gd name="T6" fmla="*/ 0 w 8"/>
                <a:gd name="T7" fmla="*/ 0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9">
                  <a:moveTo>
                    <a:pt x="0" y="1"/>
                  </a:moveTo>
                  <a:cubicBezTo>
                    <a:pt x="1" y="0"/>
                    <a:pt x="2" y="4"/>
                    <a:pt x="3" y="5"/>
                  </a:cubicBezTo>
                  <a:cubicBezTo>
                    <a:pt x="5" y="6"/>
                    <a:pt x="7" y="8"/>
                    <a:pt x="8" y="9"/>
                  </a:cubicBezTo>
                  <a:cubicBezTo>
                    <a:pt x="5" y="9"/>
                    <a:pt x="0" y="3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5101" name="Freeform 219">
              <a:extLst>
                <a:ext uri="{FF2B5EF4-FFF2-40B4-BE49-F238E27FC236}">
                  <a16:creationId xmlns:a16="http://schemas.microsoft.com/office/drawing/2014/main" id="{2CA7C73F-C086-4A4A-AD37-591DC7145087}"/>
                </a:ext>
              </a:extLst>
            </p:cNvPr>
            <p:cNvSpPr>
              <a:spLocks/>
            </p:cNvSpPr>
            <p:nvPr/>
          </p:nvSpPr>
          <p:spPr bwMode="auto">
            <a:xfrm>
              <a:off x="889" y="978"/>
              <a:ext cx="27" cy="17"/>
            </a:xfrm>
            <a:custGeom>
              <a:avLst/>
              <a:gdLst>
                <a:gd name="T0" fmla="*/ 0 w 14"/>
                <a:gd name="T1" fmla="*/ 53 h 9"/>
                <a:gd name="T2" fmla="*/ 100 w 14"/>
                <a:gd name="T3" fmla="*/ 0 h 9"/>
                <a:gd name="T4" fmla="*/ 8 w 14"/>
                <a:gd name="T5" fmla="*/ 60 h 9"/>
                <a:gd name="T6" fmla="*/ 8 w 14"/>
                <a:gd name="T7" fmla="*/ 53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9">
                  <a:moveTo>
                    <a:pt x="0" y="8"/>
                  </a:moveTo>
                  <a:cubicBezTo>
                    <a:pt x="2" y="2"/>
                    <a:pt x="9" y="0"/>
                    <a:pt x="14" y="0"/>
                  </a:cubicBezTo>
                  <a:cubicBezTo>
                    <a:pt x="10" y="4"/>
                    <a:pt x="3" y="4"/>
                    <a:pt x="1" y="9"/>
                  </a:cubicBezTo>
                  <a:cubicBezTo>
                    <a:pt x="1" y="9"/>
                    <a:pt x="1" y="9"/>
                    <a:pt x="1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5102" name="Freeform 220">
              <a:extLst>
                <a:ext uri="{FF2B5EF4-FFF2-40B4-BE49-F238E27FC236}">
                  <a16:creationId xmlns:a16="http://schemas.microsoft.com/office/drawing/2014/main" id="{873C1C68-4BF0-4B4A-83B2-4F041A3F100C}"/>
                </a:ext>
              </a:extLst>
            </p:cNvPr>
            <p:cNvSpPr>
              <a:spLocks/>
            </p:cNvSpPr>
            <p:nvPr/>
          </p:nvSpPr>
          <p:spPr bwMode="auto">
            <a:xfrm>
              <a:off x="877" y="1053"/>
              <a:ext cx="39" cy="57"/>
            </a:xfrm>
            <a:custGeom>
              <a:avLst/>
              <a:gdLst>
                <a:gd name="T0" fmla="*/ 0 w 20"/>
                <a:gd name="T1" fmla="*/ 21 h 30"/>
                <a:gd name="T2" fmla="*/ 23 w 20"/>
                <a:gd name="T3" fmla="*/ 91 h 30"/>
                <a:gd name="T4" fmla="*/ 53 w 20"/>
                <a:gd name="T5" fmla="*/ 144 h 30"/>
                <a:gd name="T6" fmla="*/ 148 w 20"/>
                <a:gd name="T7" fmla="*/ 205 h 30"/>
                <a:gd name="T8" fmla="*/ 96 w 20"/>
                <a:gd name="T9" fmla="*/ 160 h 30"/>
                <a:gd name="T10" fmla="*/ 53 w 20"/>
                <a:gd name="T11" fmla="*/ 91 h 30"/>
                <a:gd name="T12" fmla="*/ 8 w 20"/>
                <a:gd name="T13" fmla="*/ 0 h 30"/>
                <a:gd name="T14" fmla="*/ 0 w 20"/>
                <a:gd name="T15" fmla="*/ 8 h 3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0" h="30">
                  <a:moveTo>
                    <a:pt x="0" y="3"/>
                  </a:moveTo>
                  <a:cubicBezTo>
                    <a:pt x="0" y="6"/>
                    <a:pt x="2" y="11"/>
                    <a:pt x="3" y="13"/>
                  </a:cubicBezTo>
                  <a:cubicBezTo>
                    <a:pt x="4" y="16"/>
                    <a:pt x="5" y="18"/>
                    <a:pt x="7" y="21"/>
                  </a:cubicBezTo>
                  <a:cubicBezTo>
                    <a:pt x="9" y="25"/>
                    <a:pt x="14" y="30"/>
                    <a:pt x="20" y="30"/>
                  </a:cubicBezTo>
                  <a:cubicBezTo>
                    <a:pt x="20" y="28"/>
                    <a:pt x="15" y="25"/>
                    <a:pt x="13" y="23"/>
                  </a:cubicBezTo>
                  <a:cubicBezTo>
                    <a:pt x="10" y="20"/>
                    <a:pt x="8" y="17"/>
                    <a:pt x="7" y="13"/>
                  </a:cubicBezTo>
                  <a:cubicBezTo>
                    <a:pt x="5" y="9"/>
                    <a:pt x="5" y="2"/>
                    <a:pt x="1" y="0"/>
                  </a:cubicBezTo>
                  <a:cubicBezTo>
                    <a:pt x="0" y="0"/>
                    <a:pt x="0" y="1"/>
                    <a:pt x="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5103" name="Freeform 221">
              <a:extLst>
                <a:ext uri="{FF2B5EF4-FFF2-40B4-BE49-F238E27FC236}">
                  <a16:creationId xmlns:a16="http://schemas.microsoft.com/office/drawing/2014/main" id="{5151A674-C90A-40E0-9256-C1A9F91DDD6F}"/>
                </a:ext>
              </a:extLst>
            </p:cNvPr>
            <p:cNvSpPr>
              <a:spLocks/>
            </p:cNvSpPr>
            <p:nvPr/>
          </p:nvSpPr>
          <p:spPr bwMode="auto">
            <a:xfrm>
              <a:off x="986" y="1203"/>
              <a:ext cx="27" cy="32"/>
            </a:xfrm>
            <a:custGeom>
              <a:avLst/>
              <a:gdLst>
                <a:gd name="T0" fmla="*/ 64 w 14"/>
                <a:gd name="T1" fmla="*/ 0 h 17"/>
                <a:gd name="T2" fmla="*/ 44 w 14"/>
                <a:gd name="T3" fmla="*/ 113 h 17"/>
                <a:gd name="T4" fmla="*/ 71 w 14"/>
                <a:gd name="T5" fmla="*/ 28 h 17"/>
                <a:gd name="T6" fmla="*/ 100 w 14"/>
                <a:gd name="T7" fmla="*/ 8 h 17"/>
                <a:gd name="T8" fmla="*/ 93 w 14"/>
                <a:gd name="T9" fmla="*/ 0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7">
                  <a:moveTo>
                    <a:pt x="9" y="0"/>
                  </a:moveTo>
                  <a:cubicBezTo>
                    <a:pt x="3" y="0"/>
                    <a:pt x="0" y="14"/>
                    <a:pt x="6" y="17"/>
                  </a:cubicBezTo>
                  <a:cubicBezTo>
                    <a:pt x="6" y="12"/>
                    <a:pt x="6" y="7"/>
                    <a:pt x="10" y="4"/>
                  </a:cubicBezTo>
                  <a:cubicBezTo>
                    <a:pt x="11" y="3"/>
                    <a:pt x="13" y="2"/>
                    <a:pt x="14" y="1"/>
                  </a:cubicBezTo>
                  <a:cubicBezTo>
                    <a:pt x="14" y="0"/>
                    <a:pt x="14" y="0"/>
                    <a:pt x="1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5104" name="Freeform 222">
              <a:extLst>
                <a:ext uri="{FF2B5EF4-FFF2-40B4-BE49-F238E27FC236}">
                  <a16:creationId xmlns:a16="http://schemas.microsoft.com/office/drawing/2014/main" id="{D0A19EDE-360A-43C7-A423-6B4318FCF28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8" y="2776"/>
              <a:ext cx="70" cy="263"/>
            </a:xfrm>
            <a:custGeom>
              <a:avLst/>
              <a:gdLst>
                <a:gd name="T0" fmla="*/ 0 w 36"/>
                <a:gd name="T1" fmla="*/ 969 h 137"/>
                <a:gd name="T2" fmla="*/ 163 w 36"/>
                <a:gd name="T3" fmla="*/ 538 h 137"/>
                <a:gd name="T4" fmla="*/ 228 w 36"/>
                <a:gd name="T5" fmla="*/ 0 h 137"/>
                <a:gd name="T6" fmla="*/ 132 w 36"/>
                <a:gd name="T7" fmla="*/ 493 h 137"/>
                <a:gd name="T8" fmla="*/ 8 w 36"/>
                <a:gd name="T9" fmla="*/ 906 h 1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137">
                  <a:moveTo>
                    <a:pt x="0" y="137"/>
                  </a:moveTo>
                  <a:cubicBezTo>
                    <a:pt x="2" y="116"/>
                    <a:pt x="16" y="96"/>
                    <a:pt x="22" y="76"/>
                  </a:cubicBezTo>
                  <a:cubicBezTo>
                    <a:pt x="29" y="52"/>
                    <a:pt x="36" y="25"/>
                    <a:pt x="31" y="0"/>
                  </a:cubicBezTo>
                  <a:cubicBezTo>
                    <a:pt x="23" y="22"/>
                    <a:pt x="25" y="47"/>
                    <a:pt x="18" y="70"/>
                  </a:cubicBezTo>
                  <a:cubicBezTo>
                    <a:pt x="12" y="89"/>
                    <a:pt x="9" y="109"/>
                    <a:pt x="1" y="12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5105" name="Freeform 223">
              <a:extLst>
                <a:ext uri="{FF2B5EF4-FFF2-40B4-BE49-F238E27FC236}">
                  <a16:creationId xmlns:a16="http://schemas.microsoft.com/office/drawing/2014/main" id="{76C6E011-48CC-4337-AE4A-BE067F409D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6" y="3958"/>
              <a:ext cx="19" cy="50"/>
            </a:xfrm>
            <a:custGeom>
              <a:avLst/>
              <a:gdLst>
                <a:gd name="T0" fmla="*/ 21 w 10"/>
                <a:gd name="T1" fmla="*/ 0 h 26"/>
                <a:gd name="T2" fmla="*/ 48 w 10"/>
                <a:gd name="T3" fmla="*/ 148 h 26"/>
                <a:gd name="T4" fmla="*/ 0 w 10"/>
                <a:gd name="T5" fmla="*/ 156 h 26"/>
                <a:gd name="T6" fmla="*/ 21 w 10"/>
                <a:gd name="T7" fmla="*/ 115 h 26"/>
                <a:gd name="T8" fmla="*/ 15 w 10"/>
                <a:gd name="T9" fmla="*/ 63 h 26"/>
                <a:gd name="T10" fmla="*/ 21 w 10"/>
                <a:gd name="T11" fmla="*/ 15 h 2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" h="26">
                  <a:moveTo>
                    <a:pt x="3" y="0"/>
                  </a:moveTo>
                  <a:cubicBezTo>
                    <a:pt x="8" y="3"/>
                    <a:pt x="10" y="16"/>
                    <a:pt x="7" y="21"/>
                  </a:cubicBezTo>
                  <a:cubicBezTo>
                    <a:pt x="6" y="23"/>
                    <a:pt x="0" y="26"/>
                    <a:pt x="0" y="22"/>
                  </a:cubicBezTo>
                  <a:cubicBezTo>
                    <a:pt x="0" y="20"/>
                    <a:pt x="3" y="18"/>
                    <a:pt x="3" y="16"/>
                  </a:cubicBezTo>
                  <a:cubicBezTo>
                    <a:pt x="3" y="13"/>
                    <a:pt x="1" y="12"/>
                    <a:pt x="2" y="9"/>
                  </a:cubicBezTo>
                  <a:cubicBezTo>
                    <a:pt x="7" y="9"/>
                    <a:pt x="4" y="5"/>
                    <a:pt x="3" y="2"/>
                  </a:cubicBezTo>
                </a:path>
              </a:pathLst>
            </a:custGeom>
            <a:solidFill>
              <a:srgbClr val="F6E9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5106" name="Freeform 224">
              <a:extLst>
                <a:ext uri="{FF2B5EF4-FFF2-40B4-BE49-F238E27FC236}">
                  <a16:creationId xmlns:a16="http://schemas.microsoft.com/office/drawing/2014/main" id="{09F775C0-EB1C-4E82-A364-62FAD88E4A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2" y="3968"/>
              <a:ext cx="10" cy="31"/>
            </a:xfrm>
            <a:custGeom>
              <a:avLst/>
              <a:gdLst>
                <a:gd name="T0" fmla="*/ 0 w 5"/>
                <a:gd name="T1" fmla="*/ 0 h 16"/>
                <a:gd name="T2" fmla="*/ 24 w 5"/>
                <a:gd name="T3" fmla="*/ 52 h 16"/>
                <a:gd name="T4" fmla="*/ 8 w 5"/>
                <a:gd name="T5" fmla="*/ 116 h 16"/>
                <a:gd name="T6" fmla="*/ 16 w 5"/>
                <a:gd name="T7" fmla="*/ 8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16">
                  <a:moveTo>
                    <a:pt x="0" y="0"/>
                  </a:moveTo>
                  <a:cubicBezTo>
                    <a:pt x="2" y="2"/>
                    <a:pt x="3" y="4"/>
                    <a:pt x="3" y="7"/>
                  </a:cubicBezTo>
                  <a:cubicBezTo>
                    <a:pt x="2" y="10"/>
                    <a:pt x="0" y="13"/>
                    <a:pt x="1" y="16"/>
                  </a:cubicBezTo>
                  <a:cubicBezTo>
                    <a:pt x="5" y="16"/>
                    <a:pt x="5" y="3"/>
                    <a:pt x="2" y="1"/>
                  </a:cubicBezTo>
                </a:path>
              </a:pathLst>
            </a:custGeom>
            <a:solidFill>
              <a:srgbClr val="F6E9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5107" name="Freeform 225">
              <a:extLst>
                <a:ext uri="{FF2B5EF4-FFF2-40B4-BE49-F238E27FC236}">
                  <a16:creationId xmlns:a16="http://schemas.microsoft.com/office/drawing/2014/main" id="{BB6D72EC-26EF-4DF1-B35C-7A23667765C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1" y="3981"/>
              <a:ext cx="9" cy="22"/>
            </a:xfrm>
            <a:custGeom>
              <a:avLst/>
              <a:gdLst>
                <a:gd name="T0" fmla="*/ 0 w 5"/>
                <a:gd name="T1" fmla="*/ 16 h 11"/>
                <a:gd name="T2" fmla="*/ 29 w 5"/>
                <a:gd name="T3" fmla="*/ 48 h 11"/>
                <a:gd name="T4" fmla="*/ 0 w 5"/>
                <a:gd name="T5" fmla="*/ 8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11">
                  <a:moveTo>
                    <a:pt x="0" y="2"/>
                  </a:moveTo>
                  <a:cubicBezTo>
                    <a:pt x="0" y="4"/>
                    <a:pt x="4" y="11"/>
                    <a:pt x="5" y="6"/>
                  </a:cubicBezTo>
                  <a:cubicBezTo>
                    <a:pt x="5" y="4"/>
                    <a:pt x="1" y="0"/>
                    <a:pt x="0" y="1"/>
                  </a:cubicBezTo>
                </a:path>
              </a:pathLst>
            </a:custGeom>
            <a:solidFill>
              <a:srgbClr val="F6E9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5108" name="Freeform 226">
              <a:extLst>
                <a:ext uri="{FF2B5EF4-FFF2-40B4-BE49-F238E27FC236}">
                  <a16:creationId xmlns:a16="http://schemas.microsoft.com/office/drawing/2014/main" id="{A77F8F96-9259-432B-871D-8A97145B0CB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2" y="3987"/>
              <a:ext cx="8" cy="16"/>
            </a:xfrm>
            <a:custGeom>
              <a:avLst/>
              <a:gdLst>
                <a:gd name="T0" fmla="*/ 0 w 4"/>
                <a:gd name="T1" fmla="*/ 0 h 8"/>
                <a:gd name="T2" fmla="*/ 32 w 4"/>
                <a:gd name="T3" fmla="*/ 32 h 8"/>
                <a:gd name="T4" fmla="*/ 0 w 4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8">
                  <a:moveTo>
                    <a:pt x="0" y="0"/>
                  </a:moveTo>
                  <a:cubicBezTo>
                    <a:pt x="0" y="1"/>
                    <a:pt x="1" y="8"/>
                    <a:pt x="4" y="4"/>
                  </a:cubicBezTo>
                  <a:cubicBezTo>
                    <a:pt x="4" y="3"/>
                    <a:pt x="2" y="0"/>
                    <a:pt x="0" y="0"/>
                  </a:cubicBezTo>
                </a:path>
              </a:pathLst>
            </a:custGeom>
            <a:solidFill>
              <a:srgbClr val="F6E9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5109" name="Freeform 227">
              <a:extLst>
                <a:ext uri="{FF2B5EF4-FFF2-40B4-BE49-F238E27FC236}">
                  <a16:creationId xmlns:a16="http://schemas.microsoft.com/office/drawing/2014/main" id="{81E4D92E-127C-4251-9F61-4B16F39D2B7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7" y="3980"/>
              <a:ext cx="6" cy="7"/>
            </a:xfrm>
            <a:custGeom>
              <a:avLst/>
              <a:gdLst>
                <a:gd name="T0" fmla="*/ 0 w 3"/>
                <a:gd name="T1" fmla="*/ 21 h 4"/>
                <a:gd name="T2" fmla="*/ 8 w 3"/>
                <a:gd name="T3" fmla="*/ 0 h 4"/>
                <a:gd name="T4" fmla="*/ 8 w 3"/>
                <a:gd name="T5" fmla="*/ 12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0" y="4"/>
                  </a:moveTo>
                  <a:cubicBezTo>
                    <a:pt x="2" y="4"/>
                    <a:pt x="3" y="0"/>
                    <a:pt x="1" y="0"/>
                  </a:cubicBezTo>
                  <a:cubicBezTo>
                    <a:pt x="1" y="1"/>
                    <a:pt x="1" y="1"/>
                    <a:pt x="1" y="2"/>
                  </a:cubicBezTo>
                </a:path>
              </a:pathLst>
            </a:custGeom>
            <a:solidFill>
              <a:srgbClr val="F6E9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5110" name="Freeform 228">
              <a:extLst>
                <a:ext uri="{FF2B5EF4-FFF2-40B4-BE49-F238E27FC236}">
                  <a16:creationId xmlns:a16="http://schemas.microsoft.com/office/drawing/2014/main" id="{545FFC98-289E-48E1-8CCD-52C5EA52836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6" y="3926"/>
              <a:ext cx="7" cy="11"/>
            </a:xfrm>
            <a:custGeom>
              <a:avLst/>
              <a:gdLst>
                <a:gd name="T0" fmla="*/ 0 w 4"/>
                <a:gd name="T1" fmla="*/ 7 h 6"/>
                <a:gd name="T2" fmla="*/ 12 w 4"/>
                <a:gd name="T3" fmla="*/ 37 h 6"/>
                <a:gd name="T4" fmla="*/ 12 w 4"/>
                <a:gd name="T5" fmla="*/ 7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6">
                  <a:moveTo>
                    <a:pt x="0" y="1"/>
                  </a:moveTo>
                  <a:cubicBezTo>
                    <a:pt x="1" y="0"/>
                    <a:pt x="3" y="5"/>
                    <a:pt x="2" y="6"/>
                  </a:cubicBezTo>
                  <a:cubicBezTo>
                    <a:pt x="4" y="5"/>
                    <a:pt x="4" y="2"/>
                    <a:pt x="2" y="1"/>
                  </a:cubicBezTo>
                </a:path>
              </a:pathLst>
            </a:custGeom>
            <a:solidFill>
              <a:srgbClr val="F6E9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5111" name="Freeform 229">
              <a:extLst>
                <a:ext uri="{FF2B5EF4-FFF2-40B4-BE49-F238E27FC236}">
                  <a16:creationId xmlns:a16="http://schemas.microsoft.com/office/drawing/2014/main" id="{9B32A5D6-DE09-40E2-8251-1A87926381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8" y="3933"/>
              <a:ext cx="10" cy="10"/>
            </a:xfrm>
            <a:custGeom>
              <a:avLst/>
              <a:gdLst>
                <a:gd name="T0" fmla="*/ 0 w 5"/>
                <a:gd name="T1" fmla="*/ 8 h 5"/>
                <a:gd name="T2" fmla="*/ 24 w 5"/>
                <a:gd name="T3" fmla="*/ 40 h 5"/>
                <a:gd name="T4" fmla="*/ 8 w 5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0" y="1"/>
                  </a:moveTo>
                  <a:cubicBezTo>
                    <a:pt x="2" y="1"/>
                    <a:pt x="3" y="2"/>
                    <a:pt x="3" y="5"/>
                  </a:cubicBezTo>
                  <a:cubicBezTo>
                    <a:pt x="5" y="2"/>
                    <a:pt x="3" y="0"/>
                    <a:pt x="1" y="0"/>
                  </a:cubicBezTo>
                </a:path>
              </a:pathLst>
            </a:custGeom>
            <a:solidFill>
              <a:srgbClr val="F6E9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5112" name="Freeform 230">
              <a:extLst>
                <a:ext uri="{FF2B5EF4-FFF2-40B4-BE49-F238E27FC236}">
                  <a16:creationId xmlns:a16="http://schemas.microsoft.com/office/drawing/2014/main" id="{34216789-E2DE-44E9-8E8C-20E65CFB8C5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1" y="3933"/>
              <a:ext cx="14" cy="12"/>
            </a:xfrm>
            <a:custGeom>
              <a:avLst/>
              <a:gdLst>
                <a:gd name="T0" fmla="*/ 0 w 7"/>
                <a:gd name="T1" fmla="*/ 32 h 6"/>
                <a:gd name="T2" fmla="*/ 40 w 7"/>
                <a:gd name="T3" fmla="*/ 48 h 6"/>
                <a:gd name="T4" fmla="*/ 8 w 7"/>
                <a:gd name="T5" fmla="*/ 24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0" y="4"/>
                  </a:moveTo>
                  <a:cubicBezTo>
                    <a:pt x="2" y="4"/>
                    <a:pt x="4" y="3"/>
                    <a:pt x="5" y="6"/>
                  </a:cubicBezTo>
                  <a:cubicBezTo>
                    <a:pt x="7" y="5"/>
                    <a:pt x="4" y="0"/>
                    <a:pt x="1" y="3"/>
                  </a:cubicBezTo>
                </a:path>
              </a:pathLst>
            </a:custGeom>
            <a:solidFill>
              <a:srgbClr val="F6E9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5113" name="Freeform 231">
              <a:extLst>
                <a:ext uri="{FF2B5EF4-FFF2-40B4-BE49-F238E27FC236}">
                  <a16:creationId xmlns:a16="http://schemas.microsoft.com/office/drawing/2014/main" id="{B5C0A7B0-1372-40D3-9B87-21FCF01AC41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5" y="3778"/>
              <a:ext cx="91" cy="165"/>
            </a:xfrm>
            <a:custGeom>
              <a:avLst/>
              <a:gdLst>
                <a:gd name="T0" fmla="*/ 8 w 47"/>
                <a:gd name="T1" fmla="*/ 0 h 86"/>
                <a:gd name="T2" fmla="*/ 87 w 47"/>
                <a:gd name="T3" fmla="*/ 155 h 86"/>
                <a:gd name="T4" fmla="*/ 153 w 47"/>
                <a:gd name="T5" fmla="*/ 305 h 86"/>
                <a:gd name="T6" fmla="*/ 248 w 47"/>
                <a:gd name="T7" fmla="*/ 468 h 86"/>
                <a:gd name="T8" fmla="*/ 341 w 47"/>
                <a:gd name="T9" fmla="*/ 608 h 86"/>
                <a:gd name="T10" fmla="*/ 341 w 47"/>
                <a:gd name="T11" fmla="*/ 608 h 86"/>
                <a:gd name="T12" fmla="*/ 232 w 47"/>
                <a:gd name="T13" fmla="*/ 508 h 86"/>
                <a:gd name="T14" fmla="*/ 168 w 47"/>
                <a:gd name="T15" fmla="*/ 476 h 86"/>
                <a:gd name="T16" fmla="*/ 108 w 47"/>
                <a:gd name="T17" fmla="*/ 445 h 86"/>
                <a:gd name="T18" fmla="*/ 93 w 47"/>
                <a:gd name="T19" fmla="*/ 324 h 86"/>
                <a:gd name="T20" fmla="*/ 52 w 47"/>
                <a:gd name="T21" fmla="*/ 169 h 86"/>
                <a:gd name="T22" fmla="*/ 0 w 47"/>
                <a:gd name="T23" fmla="*/ 8 h 8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7" h="86">
                  <a:moveTo>
                    <a:pt x="1" y="0"/>
                  </a:moveTo>
                  <a:cubicBezTo>
                    <a:pt x="4" y="8"/>
                    <a:pt x="7" y="15"/>
                    <a:pt x="12" y="22"/>
                  </a:cubicBezTo>
                  <a:cubicBezTo>
                    <a:pt x="16" y="28"/>
                    <a:pt x="19" y="36"/>
                    <a:pt x="21" y="43"/>
                  </a:cubicBezTo>
                  <a:cubicBezTo>
                    <a:pt x="24" y="51"/>
                    <a:pt x="29" y="59"/>
                    <a:pt x="34" y="66"/>
                  </a:cubicBezTo>
                  <a:cubicBezTo>
                    <a:pt x="38" y="72"/>
                    <a:pt x="45" y="79"/>
                    <a:pt x="47" y="86"/>
                  </a:cubicBezTo>
                  <a:cubicBezTo>
                    <a:pt x="47" y="86"/>
                    <a:pt x="47" y="86"/>
                    <a:pt x="47" y="86"/>
                  </a:cubicBezTo>
                  <a:cubicBezTo>
                    <a:pt x="44" y="81"/>
                    <a:pt x="37" y="75"/>
                    <a:pt x="32" y="72"/>
                  </a:cubicBezTo>
                  <a:cubicBezTo>
                    <a:pt x="29" y="70"/>
                    <a:pt x="26" y="69"/>
                    <a:pt x="23" y="67"/>
                  </a:cubicBezTo>
                  <a:cubicBezTo>
                    <a:pt x="20" y="66"/>
                    <a:pt x="17" y="66"/>
                    <a:pt x="15" y="63"/>
                  </a:cubicBezTo>
                  <a:cubicBezTo>
                    <a:pt x="13" y="58"/>
                    <a:pt x="13" y="51"/>
                    <a:pt x="13" y="46"/>
                  </a:cubicBezTo>
                  <a:cubicBezTo>
                    <a:pt x="12" y="38"/>
                    <a:pt x="10" y="31"/>
                    <a:pt x="7" y="24"/>
                  </a:cubicBezTo>
                  <a:cubicBezTo>
                    <a:pt x="4" y="17"/>
                    <a:pt x="1" y="10"/>
                    <a:pt x="0" y="1"/>
                  </a:cubicBezTo>
                </a:path>
              </a:pathLst>
            </a:custGeom>
            <a:solidFill>
              <a:srgbClr val="F6E9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5114" name="Freeform 232">
              <a:extLst>
                <a:ext uri="{FF2B5EF4-FFF2-40B4-BE49-F238E27FC236}">
                  <a16:creationId xmlns:a16="http://schemas.microsoft.com/office/drawing/2014/main" id="{8F94A6CE-6D6D-4989-B398-C5C0F71488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7" y="3578"/>
              <a:ext cx="25" cy="217"/>
            </a:xfrm>
            <a:custGeom>
              <a:avLst/>
              <a:gdLst>
                <a:gd name="T0" fmla="*/ 8 w 13"/>
                <a:gd name="T1" fmla="*/ 0 h 113"/>
                <a:gd name="T2" fmla="*/ 44 w 13"/>
                <a:gd name="T3" fmla="*/ 484 h 113"/>
                <a:gd name="T4" fmla="*/ 85 w 13"/>
                <a:gd name="T5" fmla="*/ 638 h 113"/>
                <a:gd name="T6" fmla="*/ 92 w 13"/>
                <a:gd name="T7" fmla="*/ 764 h 113"/>
                <a:gd name="T8" fmla="*/ 92 w 13"/>
                <a:gd name="T9" fmla="*/ 801 h 113"/>
                <a:gd name="T10" fmla="*/ 71 w 13"/>
                <a:gd name="T11" fmla="*/ 678 h 113"/>
                <a:gd name="T12" fmla="*/ 29 w 13"/>
                <a:gd name="T13" fmla="*/ 490 h 113"/>
                <a:gd name="T14" fmla="*/ 0 w 13"/>
                <a:gd name="T15" fmla="*/ 248 h 113"/>
                <a:gd name="T16" fmla="*/ 0 w 13"/>
                <a:gd name="T17" fmla="*/ 133 h 113"/>
                <a:gd name="T18" fmla="*/ 8 w 13"/>
                <a:gd name="T19" fmla="*/ 36 h 11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" h="113">
                  <a:moveTo>
                    <a:pt x="1" y="0"/>
                  </a:moveTo>
                  <a:cubicBezTo>
                    <a:pt x="1" y="23"/>
                    <a:pt x="0" y="45"/>
                    <a:pt x="6" y="68"/>
                  </a:cubicBezTo>
                  <a:cubicBezTo>
                    <a:pt x="8" y="75"/>
                    <a:pt x="10" y="82"/>
                    <a:pt x="12" y="90"/>
                  </a:cubicBezTo>
                  <a:cubicBezTo>
                    <a:pt x="13" y="96"/>
                    <a:pt x="13" y="102"/>
                    <a:pt x="13" y="108"/>
                  </a:cubicBezTo>
                  <a:cubicBezTo>
                    <a:pt x="13" y="110"/>
                    <a:pt x="13" y="111"/>
                    <a:pt x="13" y="113"/>
                  </a:cubicBezTo>
                  <a:cubicBezTo>
                    <a:pt x="13" y="107"/>
                    <a:pt x="12" y="101"/>
                    <a:pt x="10" y="96"/>
                  </a:cubicBezTo>
                  <a:cubicBezTo>
                    <a:pt x="6" y="87"/>
                    <a:pt x="6" y="78"/>
                    <a:pt x="4" y="69"/>
                  </a:cubicBezTo>
                  <a:cubicBezTo>
                    <a:pt x="1" y="58"/>
                    <a:pt x="1" y="46"/>
                    <a:pt x="0" y="35"/>
                  </a:cubicBezTo>
                  <a:cubicBezTo>
                    <a:pt x="0" y="29"/>
                    <a:pt x="0" y="24"/>
                    <a:pt x="0" y="19"/>
                  </a:cubicBezTo>
                  <a:cubicBezTo>
                    <a:pt x="0" y="15"/>
                    <a:pt x="3" y="9"/>
                    <a:pt x="1" y="5"/>
                  </a:cubicBezTo>
                </a:path>
              </a:pathLst>
            </a:custGeom>
            <a:solidFill>
              <a:srgbClr val="F6E9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5115" name="Freeform 233">
              <a:extLst>
                <a:ext uri="{FF2B5EF4-FFF2-40B4-BE49-F238E27FC236}">
                  <a16:creationId xmlns:a16="http://schemas.microsoft.com/office/drawing/2014/main" id="{EAB094AD-0B84-44A1-8A2F-E26040A008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7" y="2987"/>
              <a:ext cx="62" cy="291"/>
            </a:xfrm>
            <a:custGeom>
              <a:avLst/>
              <a:gdLst>
                <a:gd name="T0" fmla="*/ 180 w 32"/>
                <a:gd name="T1" fmla="*/ 0 h 151"/>
                <a:gd name="T2" fmla="*/ 188 w 32"/>
                <a:gd name="T3" fmla="*/ 116 h 151"/>
                <a:gd name="T4" fmla="*/ 217 w 32"/>
                <a:gd name="T5" fmla="*/ 208 h 151"/>
                <a:gd name="T6" fmla="*/ 217 w 32"/>
                <a:gd name="T7" fmla="*/ 393 h 151"/>
                <a:gd name="T8" fmla="*/ 140 w 32"/>
                <a:gd name="T9" fmla="*/ 836 h 151"/>
                <a:gd name="T10" fmla="*/ 124 w 32"/>
                <a:gd name="T11" fmla="*/ 1081 h 151"/>
                <a:gd name="T12" fmla="*/ 132 w 32"/>
                <a:gd name="T13" fmla="*/ 937 h 151"/>
                <a:gd name="T14" fmla="*/ 109 w 32"/>
                <a:gd name="T15" fmla="*/ 773 h 151"/>
                <a:gd name="T16" fmla="*/ 0 w 32"/>
                <a:gd name="T17" fmla="*/ 701 h 151"/>
                <a:gd name="T18" fmla="*/ 60 w 32"/>
                <a:gd name="T19" fmla="*/ 493 h 151"/>
                <a:gd name="T20" fmla="*/ 31 w 32"/>
                <a:gd name="T21" fmla="*/ 308 h 151"/>
                <a:gd name="T22" fmla="*/ 87 w 32"/>
                <a:gd name="T23" fmla="*/ 393 h 151"/>
                <a:gd name="T24" fmla="*/ 180 w 32"/>
                <a:gd name="T25" fmla="*/ 349 h 151"/>
                <a:gd name="T26" fmla="*/ 169 w 32"/>
                <a:gd name="T27" fmla="*/ 216 h 151"/>
                <a:gd name="T28" fmla="*/ 176 w 32"/>
                <a:gd name="T29" fmla="*/ 0 h 151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32" h="151">
                  <a:moveTo>
                    <a:pt x="25" y="0"/>
                  </a:moveTo>
                  <a:cubicBezTo>
                    <a:pt x="26" y="5"/>
                    <a:pt x="25" y="11"/>
                    <a:pt x="26" y="16"/>
                  </a:cubicBezTo>
                  <a:cubicBezTo>
                    <a:pt x="27" y="21"/>
                    <a:pt x="29" y="25"/>
                    <a:pt x="30" y="29"/>
                  </a:cubicBezTo>
                  <a:cubicBezTo>
                    <a:pt x="32" y="37"/>
                    <a:pt x="32" y="47"/>
                    <a:pt x="30" y="55"/>
                  </a:cubicBezTo>
                  <a:cubicBezTo>
                    <a:pt x="26" y="76"/>
                    <a:pt x="18" y="95"/>
                    <a:pt x="19" y="117"/>
                  </a:cubicBezTo>
                  <a:cubicBezTo>
                    <a:pt x="19" y="128"/>
                    <a:pt x="20" y="141"/>
                    <a:pt x="17" y="151"/>
                  </a:cubicBezTo>
                  <a:cubicBezTo>
                    <a:pt x="18" y="145"/>
                    <a:pt x="18" y="137"/>
                    <a:pt x="18" y="131"/>
                  </a:cubicBezTo>
                  <a:cubicBezTo>
                    <a:pt x="17" y="124"/>
                    <a:pt x="17" y="115"/>
                    <a:pt x="15" y="108"/>
                  </a:cubicBezTo>
                  <a:cubicBezTo>
                    <a:pt x="13" y="98"/>
                    <a:pt x="7" y="99"/>
                    <a:pt x="0" y="98"/>
                  </a:cubicBezTo>
                  <a:cubicBezTo>
                    <a:pt x="9" y="89"/>
                    <a:pt x="11" y="81"/>
                    <a:pt x="8" y="69"/>
                  </a:cubicBezTo>
                  <a:cubicBezTo>
                    <a:pt x="6" y="61"/>
                    <a:pt x="5" y="52"/>
                    <a:pt x="4" y="43"/>
                  </a:cubicBezTo>
                  <a:cubicBezTo>
                    <a:pt x="8" y="47"/>
                    <a:pt x="8" y="52"/>
                    <a:pt x="12" y="55"/>
                  </a:cubicBezTo>
                  <a:cubicBezTo>
                    <a:pt x="17" y="59"/>
                    <a:pt x="24" y="56"/>
                    <a:pt x="25" y="49"/>
                  </a:cubicBezTo>
                  <a:cubicBezTo>
                    <a:pt x="26" y="44"/>
                    <a:pt x="24" y="36"/>
                    <a:pt x="23" y="30"/>
                  </a:cubicBezTo>
                  <a:cubicBezTo>
                    <a:pt x="22" y="20"/>
                    <a:pt x="24" y="10"/>
                    <a:pt x="24" y="0"/>
                  </a:cubicBezTo>
                </a:path>
              </a:pathLst>
            </a:custGeom>
            <a:solidFill>
              <a:srgbClr val="F6E9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5116" name="Freeform 234">
              <a:extLst>
                <a:ext uri="{FF2B5EF4-FFF2-40B4-BE49-F238E27FC236}">
                  <a16:creationId xmlns:a16="http://schemas.microsoft.com/office/drawing/2014/main" id="{E7A3D1CA-9D94-4BF7-8FCC-B82FFD2A24CD}"/>
                </a:ext>
              </a:extLst>
            </p:cNvPr>
            <p:cNvSpPr>
              <a:spLocks/>
            </p:cNvSpPr>
            <p:nvPr/>
          </p:nvSpPr>
          <p:spPr bwMode="auto">
            <a:xfrm>
              <a:off x="761" y="2980"/>
              <a:ext cx="62" cy="282"/>
            </a:xfrm>
            <a:custGeom>
              <a:avLst/>
              <a:gdLst>
                <a:gd name="T0" fmla="*/ 45 w 32"/>
                <a:gd name="T1" fmla="*/ 0 h 147"/>
                <a:gd name="T2" fmla="*/ 52 w 32"/>
                <a:gd name="T3" fmla="*/ 69 h 147"/>
                <a:gd name="T4" fmla="*/ 45 w 32"/>
                <a:gd name="T5" fmla="*/ 132 h 147"/>
                <a:gd name="T6" fmla="*/ 23 w 32"/>
                <a:gd name="T7" fmla="*/ 224 h 147"/>
                <a:gd name="T8" fmla="*/ 23 w 32"/>
                <a:gd name="T9" fmla="*/ 453 h 147"/>
                <a:gd name="T10" fmla="*/ 72 w 32"/>
                <a:gd name="T11" fmla="*/ 706 h 147"/>
                <a:gd name="T12" fmla="*/ 101 w 32"/>
                <a:gd name="T13" fmla="*/ 1038 h 147"/>
                <a:gd name="T14" fmla="*/ 176 w 32"/>
                <a:gd name="T15" fmla="*/ 714 h 147"/>
                <a:gd name="T16" fmla="*/ 101 w 32"/>
                <a:gd name="T17" fmla="*/ 645 h 147"/>
                <a:gd name="T18" fmla="*/ 72 w 32"/>
                <a:gd name="T19" fmla="*/ 493 h 147"/>
                <a:gd name="T20" fmla="*/ 101 w 32"/>
                <a:gd name="T21" fmla="*/ 376 h 147"/>
                <a:gd name="T22" fmla="*/ 169 w 32"/>
                <a:gd name="T23" fmla="*/ 332 h 147"/>
                <a:gd name="T24" fmla="*/ 233 w 32"/>
                <a:gd name="T25" fmla="*/ 317 h 147"/>
                <a:gd name="T26" fmla="*/ 132 w 32"/>
                <a:gd name="T27" fmla="*/ 309 h 147"/>
                <a:gd name="T28" fmla="*/ 37 w 32"/>
                <a:gd name="T29" fmla="*/ 276 h 147"/>
                <a:gd name="T30" fmla="*/ 60 w 32"/>
                <a:gd name="T31" fmla="*/ 8 h 147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32" h="147">
                  <a:moveTo>
                    <a:pt x="6" y="0"/>
                  </a:moveTo>
                  <a:cubicBezTo>
                    <a:pt x="5" y="3"/>
                    <a:pt x="7" y="7"/>
                    <a:pt x="7" y="10"/>
                  </a:cubicBezTo>
                  <a:cubicBezTo>
                    <a:pt x="7" y="13"/>
                    <a:pt x="6" y="16"/>
                    <a:pt x="6" y="19"/>
                  </a:cubicBezTo>
                  <a:cubicBezTo>
                    <a:pt x="5" y="23"/>
                    <a:pt x="4" y="27"/>
                    <a:pt x="3" y="32"/>
                  </a:cubicBezTo>
                  <a:cubicBezTo>
                    <a:pt x="0" y="42"/>
                    <a:pt x="2" y="54"/>
                    <a:pt x="3" y="64"/>
                  </a:cubicBezTo>
                  <a:cubicBezTo>
                    <a:pt x="5" y="76"/>
                    <a:pt x="8" y="88"/>
                    <a:pt x="10" y="100"/>
                  </a:cubicBezTo>
                  <a:cubicBezTo>
                    <a:pt x="12" y="116"/>
                    <a:pt x="12" y="132"/>
                    <a:pt x="14" y="147"/>
                  </a:cubicBezTo>
                  <a:cubicBezTo>
                    <a:pt x="12" y="133"/>
                    <a:pt x="14" y="111"/>
                    <a:pt x="24" y="101"/>
                  </a:cubicBezTo>
                  <a:cubicBezTo>
                    <a:pt x="20" y="98"/>
                    <a:pt x="17" y="97"/>
                    <a:pt x="14" y="91"/>
                  </a:cubicBezTo>
                  <a:cubicBezTo>
                    <a:pt x="12" y="85"/>
                    <a:pt x="11" y="76"/>
                    <a:pt x="10" y="70"/>
                  </a:cubicBezTo>
                  <a:cubicBezTo>
                    <a:pt x="10" y="64"/>
                    <a:pt x="10" y="57"/>
                    <a:pt x="14" y="53"/>
                  </a:cubicBezTo>
                  <a:cubicBezTo>
                    <a:pt x="16" y="51"/>
                    <a:pt x="20" y="48"/>
                    <a:pt x="23" y="47"/>
                  </a:cubicBezTo>
                  <a:cubicBezTo>
                    <a:pt x="26" y="46"/>
                    <a:pt x="29" y="48"/>
                    <a:pt x="32" y="45"/>
                  </a:cubicBezTo>
                  <a:cubicBezTo>
                    <a:pt x="27" y="46"/>
                    <a:pt x="22" y="45"/>
                    <a:pt x="18" y="44"/>
                  </a:cubicBezTo>
                  <a:cubicBezTo>
                    <a:pt x="12" y="44"/>
                    <a:pt x="7" y="45"/>
                    <a:pt x="5" y="39"/>
                  </a:cubicBezTo>
                  <a:cubicBezTo>
                    <a:pt x="2" y="27"/>
                    <a:pt x="14" y="13"/>
                    <a:pt x="8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5117" name="Freeform 235">
              <a:extLst>
                <a:ext uri="{FF2B5EF4-FFF2-40B4-BE49-F238E27FC236}">
                  <a16:creationId xmlns:a16="http://schemas.microsoft.com/office/drawing/2014/main" id="{DD8DD73D-8D68-4E9C-A35B-C5FDDE68675B}"/>
                </a:ext>
              </a:extLst>
            </p:cNvPr>
            <p:cNvSpPr>
              <a:spLocks/>
            </p:cNvSpPr>
            <p:nvPr/>
          </p:nvSpPr>
          <p:spPr bwMode="auto">
            <a:xfrm>
              <a:off x="623" y="2635"/>
              <a:ext cx="19" cy="91"/>
            </a:xfrm>
            <a:custGeom>
              <a:avLst/>
              <a:gdLst>
                <a:gd name="T0" fmla="*/ 8 w 10"/>
                <a:gd name="T1" fmla="*/ 0 h 47"/>
                <a:gd name="T2" fmla="*/ 61 w 10"/>
                <a:gd name="T3" fmla="*/ 52 h 47"/>
                <a:gd name="T4" fmla="*/ 40 w 10"/>
                <a:gd name="T5" fmla="*/ 132 h 47"/>
                <a:gd name="T6" fmla="*/ 8 w 10"/>
                <a:gd name="T7" fmla="*/ 341 h 47"/>
                <a:gd name="T8" fmla="*/ 15 w 10"/>
                <a:gd name="T9" fmla="*/ 240 h 47"/>
                <a:gd name="T10" fmla="*/ 21 w 10"/>
                <a:gd name="T11" fmla="*/ 132 h 47"/>
                <a:gd name="T12" fmla="*/ 29 w 10"/>
                <a:gd name="T13" fmla="*/ 64 h 47"/>
                <a:gd name="T14" fmla="*/ 15 w 10"/>
                <a:gd name="T15" fmla="*/ 15 h 4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" h="47">
                  <a:moveTo>
                    <a:pt x="1" y="0"/>
                  </a:moveTo>
                  <a:cubicBezTo>
                    <a:pt x="3" y="2"/>
                    <a:pt x="8" y="4"/>
                    <a:pt x="9" y="7"/>
                  </a:cubicBezTo>
                  <a:cubicBezTo>
                    <a:pt x="10" y="9"/>
                    <a:pt x="7" y="15"/>
                    <a:pt x="6" y="18"/>
                  </a:cubicBezTo>
                  <a:cubicBezTo>
                    <a:pt x="4" y="27"/>
                    <a:pt x="3" y="37"/>
                    <a:pt x="1" y="47"/>
                  </a:cubicBezTo>
                  <a:cubicBezTo>
                    <a:pt x="0" y="43"/>
                    <a:pt x="1" y="37"/>
                    <a:pt x="2" y="33"/>
                  </a:cubicBezTo>
                  <a:cubicBezTo>
                    <a:pt x="2" y="28"/>
                    <a:pt x="3" y="23"/>
                    <a:pt x="3" y="18"/>
                  </a:cubicBezTo>
                  <a:cubicBezTo>
                    <a:pt x="3" y="15"/>
                    <a:pt x="4" y="12"/>
                    <a:pt x="4" y="9"/>
                  </a:cubicBezTo>
                  <a:cubicBezTo>
                    <a:pt x="3" y="7"/>
                    <a:pt x="2" y="4"/>
                    <a:pt x="2" y="2"/>
                  </a:cubicBezTo>
                </a:path>
              </a:pathLst>
            </a:custGeom>
            <a:solidFill>
              <a:srgbClr val="F6E9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5118" name="Freeform 236">
              <a:extLst>
                <a:ext uri="{FF2B5EF4-FFF2-40B4-BE49-F238E27FC236}">
                  <a16:creationId xmlns:a16="http://schemas.microsoft.com/office/drawing/2014/main" id="{1AEFE8A4-3CEB-4439-BAA4-CDCD2A4B3F82}"/>
                </a:ext>
              </a:extLst>
            </p:cNvPr>
            <p:cNvSpPr>
              <a:spLocks/>
            </p:cNvSpPr>
            <p:nvPr/>
          </p:nvSpPr>
          <p:spPr bwMode="auto">
            <a:xfrm>
              <a:off x="634" y="2712"/>
              <a:ext cx="39" cy="31"/>
            </a:xfrm>
            <a:custGeom>
              <a:avLst/>
              <a:gdLst>
                <a:gd name="T0" fmla="*/ 0 w 20"/>
                <a:gd name="T1" fmla="*/ 0 h 16"/>
                <a:gd name="T2" fmla="*/ 8 w 20"/>
                <a:gd name="T3" fmla="*/ 52 h 16"/>
                <a:gd name="T4" fmla="*/ 53 w 20"/>
                <a:gd name="T5" fmla="*/ 64 h 16"/>
                <a:gd name="T6" fmla="*/ 148 w 20"/>
                <a:gd name="T7" fmla="*/ 116 h 16"/>
                <a:gd name="T8" fmla="*/ 8 w 20"/>
                <a:gd name="T9" fmla="*/ 16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16">
                  <a:moveTo>
                    <a:pt x="0" y="0"/>
                  </a:moveTo>
                  <a:cubicBezTo>
                    <a:pt x="1" y="2"/>
                    <a:pt x="0" y="5"/>
                    <a:pt x="1" y="7"/>
                  </a:cubicBezTo>
                  <a:cubicBezTo>
                    <a:pt x="2" y="8"/>
                    <a:pt x="6" y="8"/>
                    <a:pt x="7" y="9"/>
                  </a:cubicBezTo>
                  <a:cubicBezTo>
                    <a:pt x="12" y="12"/>
                    <a:pt x="14" y="16"/>
                    <a:pt x="20" y="16"/>
                  </a:cubicBezTo>
                  <a:cubicBezTo>
                    <a:pt x="14" y="10"/>
                    <a:pt x="7" y="7"/>
                    <a:pt x="1" y="2"/>
                  </a:cubicBezTo>
                </a:path>
              </a:pathLst>
            </a:custGeom>
            <a:solidFill>
              <a:srgbClr val="F6E9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5119" name="Freeform 237">
              <a:extLst>
                <a:ext uri="{FF2B5EF4-FFF2-40B4-BE49-F238E27FC236}">
                  <a16:creationId xmlns:a16="http://schemas.microsoft.com/office/drawing/2014/main" id="{884D1442-28A0-47B3-B073-DE55C3FA9527}"/>
                </a:ext>
              </a:extLst>
            </p:cNvPr>
            <p:cNvSpPr>
              <a:spLocks/>
            </p:cNvSpPr>
            <p:nvPr/>
          </p:nvSpPr>
          <p:spPr bwMode="auto">
            <a:xfrm>
              <a:off x="654" y="2749"/>
              <a:ext cx="44" cy="31"/>
            </a:xfrm>
            <a:custGeom>
              <a:avLst/>
              <a:gdLst>
                <a:gd name="T0" fmla="*/ 0 w 23"/>
                <a:gd name="T1" fmla="*/ 0 h 16"/>
                <a:gd name="T2" fmla="*/ 99 w 23"/>
                <a:gd name="T3" fmla="*/ 31 h 16"/>
                <a:gd name="T4" fmla="*/ 147 w 23"/>
                <a:gd name="T5" fmla="*/ 101 h 16"/>
                <a:gd name="T6" fmla="*/ 113 w 23"/>
                <a:gd name="T7" fmla="*/ 101 h 16"/>
                <a:gd name="T8" fmla="*/ 69 w 23"/>
                <a:gd name="T9" fmla="*/ 79 h 16"/>
                <a:gd name="T10" fmla="*/ 8 w 23"/>
                <a:gd name="T11" fmla="*/ 8 h 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" h="16">
                  <a:moveTo>
                    <a:pt x="0" y="0"/>
                  </a:moveTo>
                  <a:cubicBezTo>
                    <a:pt x="4" y="2"/>
                    <a:pt x="10" y="2"/>
                    <a:pt x="14" y="4"/>
                  </a:cubicBezTo>
                  <a:cubicBezTo>
                    <a:pt x="16" y="6"/>
                    <a:pt x="23" y="11"/>
                    <a:pt x="21" y="14"/>
                  </a:cubicBezTo>
                  <a:cubicBezTo>
                    <a:pt x="21" y="16"/>
                    <a:pt x="18" y="14"/>
                    <a:pt x="16" y="14"/>
                  </a:cubicBezTo>
                  <a:cubicBezTo>
                    <a:pt x="14" y="13"/>
                    <a:pt x="12" y="12"/>
                    <a:pt x="10" y="11"/>
                  </a:cubicBezTo>
                  <a:cubicBezTo>
                    <a:pt x="7" y="9"/>
                    <a:pt x="4" y="4"/>
                    <a:pt x="1" y="1"/>
                  </a:cubicBezTo>
                </a:path>
              </a:pathLst>
            </a:custGeom>
            <a:solidFill>
              <a:srgbClr val="F6E9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5120" name="Freeform 238">
              <a:extLst>
                <a:ext uri="{FF2B5EF4-FFF2-40B4-BE49-F238E27FC236}">
                  <a16:creationId xmlns:a16="http://schemas.microsoft.com/office/drawing/2014/main" id="{F5B2FCDB-C840-4478-9BD1-5C131CB9FD7B}"/>
                </a:ext>
              </a:extLst>
            </p:cNvPr>
            <p:cNvSpPr>
              <a:spLocks/>
            </p:cNvSpPr>
            <p:nvPr/>
          </p:nvSpPr>
          <p:spPr bwMode="auto">
            <a:xfrm>
              <a:off x="700" y="2722"/>
              <a:ext cx="18" cy="23"/>
            </a:xfrm>
            <a:custGeom>
              <a:avLst/>
              <a:gdLst>
                <a:gd name="T0" fmla="*/ 72 w 9"/>
                <a:gd name="T1" fmla="*/ 69 h 12"/>
                <a:gd name="T2" fmla="*/ 48 w 9"/>
                <a:gd name="T3" fmla="*/ 84 h 12"/>
                <a:gd name="T4" fmla="*/ 32 w 9"/>
                <a:gd name="T5" fmla="*/ 63 h 12"/>
                <a:gd name="T6" fmla="*/ 0 w 9"/>
                <a:gd name="T7" fmla="*/ 0 h 12"/>
                <a:gd name="T8" fmla="*/ 64 w 9"/>
                <a:gd name="T9" fmla="*/ 56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12">
                  <a:moveTo>
                    <a:pt x="9" y="10"/>
                  </a:moveTo>
                  <a:cubicBezTo>
                    <a:pt x="8" y="10"/>
                    <a:pt x="7" y="12"/>
                    <a:pt x="6" y="12"/>
                  </a:cubicBezTo>
                  <a:cubicBezTo>
                    <a:pt x="4" y="11"/>
                    <a:pt x="4" y="10"/>
                    <a:pt x="4" y="9"/>
                  </a:cubicBezTo>
                  <a:cubicBezTo>
                    <a:pt x="3" y="6"/>
                    <a:pt x="1" y="3"/>
                    <a:pt x="0" y="0"/>
                  </a:cubicBezTo>
                  <a:cubicBezTo>
                    <a:pt x="4" y="0"/>
                    <a:pt x="5" y="6"/>
                    <a:pt x="8" y="8"/>
                  </a:cubicBezTo>
                </a:path>
              </a:pathLst>
            </a:custGeom>
            <a:solidFill>
              <a:srgbClr val="F6E9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5121" name="Freeform 239">
              <a:extLst>
                <a:ext uri="{FF2B5EF4-FFF2-40B4-BE49-F238E27FC236}">
                  <a16:creationId xmlns:a16="http://schemas.microsoft.com/office/drawing/2014/main" id="{1ADF1422-9126-4E0D-ABD4-C641CF32EA5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2" y="2745"/>
              <a:ext cx="42" cy="33"/>
            </a:xfrm>
            <a:custGeom>
              <a:avLst/>
              <a:gdLst>
                <a:gd name="T0" fmla="*/ 0 w 22"/>
                <a:gd name="T1" fmla="*/ 116 h 17"/>
                <a:gd name="T2" fmla="*/ 15 w 22"/>
                <a:gd name="T3" fmla="*/ 72 h 17"/>
                <a:gd name="T4" fmla="*/ 55 w 22"/>
                <a:gd name="T5" fmla="*/ 45 h 17"/>
                <a:gd name="T6" fmla="*/ 153 w 22"/>
                <a:gd name="T7" fmla="*/ 0 h 17"/>
                <a:gd name="T8" fmla="*/ 84 w 22"/>
                <a:gd name="T9" fmla="*/ 80 h 17"/>
                <a:gd name="T10" fmla="*/ 8 w 22"/>
                <a:gd name="T11" fmla="*/ 124 h 1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17">
                  <a:moveTo>
                    <a:pt x="0" y="16"/>
                  </a:moveTo>
                  <a:cubicBezTo>
                    <a:pt x="0" y="16"/>
                    <a:pt x="1" y="11"/>
                    <a:pt x="2" y="10"/>
                  </a:cubicBezTo>
                  <a:cubicBezTo>
                    <a:pt x="4" y="8"/>
                    <a:pt x="6" y="7"/>
                    <a:pt x="8" y="6"/>
                  </a:cubicBezTo>
                  <a:cubicBezTo>
                    <a:pt x="13" y="4"/>
                    <a:pt x="18" y="4"/>
                    <a:pt x="22" y="0"/>
                  </a:cubicBezTo>
                  <a:cubicBezTo>
                    <a:pt x="20" y="4"/>
                    <a:pt x="16" y="8"/>
                    <a:pt x="12" y="11"/>
                  </a:cubicBezTo>
                  <a:cubicBezTo>
                    <a:pt x="9" y="15"/>
                    <a:pt x="5" y="15"/>
                    <a:pt x="1" y="17"/>
                  </a:cubicBezTo>
                </a:path>
              </a:pathLst>
            </a:custGeom>
            <a:solidFill>
              <a:srgbClr val="F6E9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5122" name="Freeform 240">
              <a:extLst>
                <a:ext uri="{FF2B5EF4-FFF2-40B4-BE49-F238E27FC236}">
                  <a16:creationId xmlns:a16="http://schemas.microsoft.com/office/drawing/2014/main" id="{860C18F9-3991-4F91-89A6-C9188FE5AFF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3" y="2712"/>
              <a:ext cx="41" cy="33"/>
            </a:xfrm>
            <a:custGeom>
              <a:avLst/>
              <a:gdLst>
                <a:gd name="T0" fmla="*/ 8 w 21"/>
                <a:gd name="T1" fmla="*/ 116 h 17"/>
                <a:gd name="T2" fmla="*/ 141 w 21"/>
                <a:gd name="T3" fmla="*/ 0 h 17"/>
                <a:gd name="T4" fmla="*/ 141 w 21"/>
                <a:gd name="T5" fmla="*/ 45 h 17"/>
                <a:gd name="T6" fmla="*/ 96 w 21"/>
                <a:gd name="T7" fmla="*/ 72 h 17"/>
                <a:gd name="T8" fmla="*/ 53 w 21"/>
                <a:gd name="T9" fmla="*/ 101 h 17"/>
                <a:gd name="T10" fmla="*/ 8 w 21"/>
                <a:gd name="T11" fmla="*/ 124 h 1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17">
                  <a:moveTo>
                    <a:pt x="1" y="16"/>
                  </a:moveTo>
                  <a:cubicBezTo>
                    <a:pt x="0" y="10"/>
                    <a:pt x="17" y="6"/>
                    <a:pt x="19" y="0"/>
                  </a:cubicBezTo>
                  <a:cubicBezTo>
                    <a:pt x="20" y="4"/>
                    <a:pt x="21" y="3"/>
                    <a:pt x="19" y="6"/>
                  </a:cubicBezTo>
                  <a:cubicBezTo>
                    <a:pt x="17" y="8"/>
                    <a:pt x="14" y="9"/>
                    <a:pt x="13" y="10"/>
                  </a:cubicBezTo>
                  <a:cubicBezTo>
                    <a:pt x="11" y="11"/>
                    <a:pt x="9" y="13"/>
                    <a:pt x="7" y="14"/>
                  </a:cubicBezTo>
                  <a:cubicBezTo>
                    <a:pt x="5" y="16"/>
                    <a:pt x="3" y="16"/>
                    <a:pt x="1" y="17"/>
                  </a:cubicBezTo>
                </a:path>
              </a:pathLst>
            </a:custGeom>
            <a:solidFill>
              <a:srgbClr val="F6E9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5123" name="Freeform 241">
              <a:extLst>
                <a:ext uri="{FF2B5EF4-FFF2-40B4-BE49-F238E27FC236}">
                  <a16:creationId xmlns:a16="http://schemas.microsoft.com/office/drawing/2014/main" id="{5F18DBA2-6E4B-4D62-89E3-CC00BBEACFA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6" y="2635"/>
              <a:ext cx="15" cy="77"/>
            </a:xfrm>
            <a:custGeom>
              <a:avLst/>
              <a:gdLst>
                <a:gd name="T0" fmla="*/ 0 w 8"/>
                <a:gd name="T1" fmla="*/ 37 h 40"/>
                <a:gd name="T2" fmla="*/ 32 w 8"/>
                <a:gd name="T3" fmla="*/ 148 h 40"/>
                <a:gd name="T4" fmla="*/ 53 w 8"/>
                <a:gd name="T5" fmla="*/ 285 h 40"/>
                <a:gd name="T6" fmla="*/ 45 w 8"/>
                <a:gd name="T7" fmla="*/ 108 h 40"/>
                <a:gd name="T8" fmla="*/ 39 w 8"/>
                <a:gd name="T9" fmla="*/ 0 h 40"/>
                <a:gd name="T10" fmla="*/ 0 w 8"/>
                <a:gd name="T11" fmla="*/ 44 h 4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" h="40">
                  <a:moveTo>
                    <a:pt x="0" y="5"/>
                  </a:moveTo>
                  <a:cubicBezTo>
                    <a:pt x="1" y="4"/>
                    <a:pt x="4" y="19"/>
                    <a:pt x="5" y="21"/>
                  </a:cubicBezTo>
                  <a:cubicBezTo>
                    <a:pt x="6" y="27"/>
                    <a:pt x="6" y="34"/>
                    <a:pt x="8" y="40"/>
                  </a:cubicBezTo>
                  <a:cubicBezTo>
                    <a:pt x="8" y="32"/>
                    <a:pt x="8" y="23"/>
                    <a:pt x="7" y="15"/>
                  </a:cubicBezTo>
                  <a:cubicBezTo>
                    <a:pt x="7" y="11"/>
                    <a:pt x="8" y="4"/>
                    <a:pt x="6" y="0"/>
                  </a:cubicBezTo>
                  <a:cubicBezTo>
                    <a:pt x="4" y="2"/>
                    <a:pt x="0" y="4"/>
                    <a:pt x="0" y="6"/>
                  </a:cubicBezTo>
                </a:path>
              </a:pathLst>
            </a:custGeom>
            <a:solidFill>
              <a:srgbClr val="F6E9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5124" name="Freeform 242">
              <a:extLst>
                <a:ext uri="{FF2B5EF4-FFF2-40B4-BE49-F238E27FC236}">
                  <a16:creationId xmlns:a16="http://schemas.microsoft.com/office/drawing/2014/main" id="{198040C6-7EAB-4432-B014-9B82C364A8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3" y="2505"/>
              <a:ext cx="47" cy="163"/>
            </a:xfrm>
            <a:custGeom>
              <a:avLst/>
              <a:gdLst>
                <a:gd name="T0" fmla="*/ 149 w 24"/>
                <a:gd name="T1" fmla="*/ 0 h 85"/>
                <a:gd name="T2" fmla="*/ 119 w 24"/>
                <a:gd name="T3" fmla="*/ 132 h 85"/>
                <a:gd name="T4" fmla="*/ 53 w 24"/>
                <a:gd name="T5" fmla="*/ 268 h 85"/>
                <a:gd name="T6" fmla="*/ 31 w 24"/>
                <a:gd name="T7" fmla="*/ 600 h 85"/>
                <a:gd name="T8" fmla="*/ 39 w 24"/>
                <a:gd name="T9" fmla="*/ 424 h 85"/>
                <a:gd name="T10" fmla="*/ 69 w 24"/>
                <a:gd name="T11" fmla="*/ 332 h 85"/>
                <a:gd name="T12" fmla="*/ 135 w 24"/>
                <a:gd name="T13" fmla="*/ 224 h 85"/>
                <a:gd name="T14" fmla="*/ 149 w 24"/>
                <a:gd name="T15" fmla="*/ 8 h 8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4" h="85">
                  <a:moveTo>
                    <a:pt x="20" y="0"/>
                  </a:moveTo>
                  <a:cubicBezTo>
                    <a:pt x="20" y="7"/>
                    <a:pt x="19" y="13"/>
                    <a:pt x="16" y="19"/>
                  </a:cubicBezTo>
                  <a:cubicBezTo>
                    <a:pt x="13" y="25"/>
                    <a:pt x="10" y="32"/>
                    <a:pt x="7" y="38"/>
                  </a:cubicBezTo>
                  <a:cubicBezTo>
                    <a:pt x="0" y="53"/>
                    <a:pt x="4" y="69"/>
                    <a:pt x="4" y="85"/>
                  </a:cubicBezTo>
                  <a:cubicBezTo>
                    <a:pt x="6" y="78"/>
                    <a:pt x="4" y="68"/>
                    <a:pt x="5" y="60"/>
                  </a:cubicBezTo>
                  <a:cubicBezTo>
                    <a:pt x="6" y="56"/>
                    <a:pt x="7" y="51"/>
                    <a:pt x="9" y="47"/>
                  </a:cubicBezTo>
                  <a:cubicBezTo>
                    <a:pt x="11" y="41"/>
                    <a:pt x="15" y="37"/>
                    <a:pt x="18" y="32"/>
                  </a:cubicBezTo>
                  <a:cubicBezTo>
                    <a:pt x="24" y="23"/>
                    <a:pt x="23" y="11"/>
                    <a:pt x="2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5125" name="Freeform 243">
              <a:extLst>
                <a:ext uri="{FF2B5EF4-FFF2-40B4-BE49-F238E27FC236}">
                  <a16:creationId xmlns:a16="http://schemas.microsoft.com/office/drawing/2014/main" id="{5B13FD78-0E43-4081-AE2E-33E09ABA146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8" y="2720"/>
              <a:ext cx="18" cy="27"/>
            </a:xfrm>
            <a:custGeom>
              <a:avLst/>
              <a:gdLst>
                <a:gd name="T0" fmla="*/ 64 w 9"/>
                <a:gd name="T1" fmla="*/ 0 h 14"/>
                <a:gd name="T2" fmla="*/ 32 w 9"/>
                <a:gd name="T3" fmla="*/ 56 h 14"/>
                <a:gd name="T4" fmla="*/ 0 w 9"/>
                <a:gd name="T5" fmla="*/ 100 h 14"/>
                <a:gd name="T6" fmla="*/ 64 w 9"/>
                <a:gd name="T7" fmla="*/ 29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4">
                  <a:moveTo>
                    <a:pt x="8" y="0"/>
                  </a:moveTo>
                  <a:cubicBezTo>
                    <a:pt x="7" y="3"/>
                    <a:pt x="6" y="6"/>
                    <a:pt x="4" y="8"/>
                  </a:cubicBezTo>
                  <a:cubicBezTo>
                    <a:pt x="3" y="10"/>
                    <a:pt x="0" y="11"/>
                    <a:pt x="0" y="14"/>
                  </a:cubicBezTo>
                  <a:cubicBezTo>
                    <a:pt x="5" y="13"/>
                    <a:pt x="9" y="10"/>
                    <a:pt x="8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5126" name="Freeform 244">
              <a:extLst>
                <a:ext uri="{FF2B5EF4-FFF2-40B4-BE49-F238E27FC236}">
                  <a16:creationId xmlns:a16="http://schemas.microsoft.com/office/drawing/2014/main" id="{66828351-9E2E-4123-BC2E-DC99210301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0" y="2776"/>
              <a:ext cx="29" cy="44"/>
            </a:xfrm>
            <a:custGeom>
              <a:avLst/>
              <a:gdLst>
                <a:gd name="T0" fmla="*/ 108 w 15"/>
                <a:gd name="T1" fmla="*/ 0 h 23"/>
                <a:gd name="T2" fmla="*/ 0 w 15"/>
                <a:gd name="T3" fmla="*/ 161 h 23"/>
                <a:gd name="T4" fmla="*/ 64 w 15"/>
                <a:gd name="T5" fmla="*/ 84 h 23"/>
                <a:gd name="T6" fmla="*/ 101 w 15"/>
                <a:gd name="T7" fmla="*/ 15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23">
                  <a:moveTo>
                    <a:pt x="15" y="0"/>
                  </a:moveTo>
                  <a:cubicBezTo>
                    <a:pt x="8" y="4"/>
                    <a:pt x="1" y="15"/>
                    <a:pt x="0" y="23"/>
                  </a:cubicBezTo>
                  <a:cubicBezTo>
                    <a:pt x="3" y="21"/>
                    <a:pt x="6" y="15"/>
                    <a:pt x="9" y="12"/>
                  </a:cubicBezTo>
                  <a:cubicBezTo>
                    <a:pt x="11" y="9"/>
                    <a:pt x="12" y="4"/>
                    <a:pt x="14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5127" name="Freeform 245">
              <a:extLst>
                <a:ext uri="{FF2B5EF4-FFF2-40B4-BE49-F238E27FC236}">
                  <a16:creationId xmlns:a16="http://schemas.microsoft.com/office/drawing/2014/main" id="{0A703561-8B0C-4C80-A44A-91839E4FF6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8" y="1874"/>
              <a:ext cx="68" cy="479"/>
            </a:xfrm>
            <a:custGeom>
              <a:avLst/>
              <a:gdLst>
                <a:gd name="T0" fmla="*/ 16 w 35"/>
                <a:gd name="T1" fmla="*/ 0 h 249"/>
                <a:gd name="T2" fmla="*/ 23 w 35"/>
                <a:gd name="T3" fmla="*/ 348 h 249"/>
                <a:gd name="T4" fmla="*/ 8 w 35"/>
                <a:gd name="T5" fmla="*/ 718 h 249"/>
                <a:gd name="T6" fmla="*/ 95 w 35"/>
                <a:gd name="T7" fmla="*/ 1189 h 249"/>
                <a:gd name="T8" fmla="*/ 256 w 35"/>
                <a:gd name="T9" fmla="*/ 1772 h 249"/>
                <a:gd name="T10" fmla="*/ 109 w 35"/>
                <a:gd name="T11" fmla="*/ 1110 h 249"/>
                <a:gd name="T12" fmla="*/ 60 w 35"/>
                <a:gd name="T13" fmla="*/ 693 h 249"/>
                <a:gd name="T14" fmla="*/ 60 w 35"/>
                <a:gd name="T15" fmla="*/ 277 h 249"/>
                <a:gd name="T16" fmla="*/ 16 w 35"/>
                <a:gd name="T17" fmla="*/ 29 h 24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5" h="249">
                  <a:moveTo>
                    <a:pt x="2" y="0"/>
                  </a:moveTo>
                  <a:cubicBezTo>
                    <a:pt x="6" y="15"/>
                    <a:pt x="4" y="34"/>
                    <a:pt x="3" y="49"/>
                  </a:cubicBezTo>
                  <a:cubicBezTo>
                    <a:pt x="2" y="66"/>
                    <a:pt x="0" y="84"/>
                    <a:pt x="1" y="101"/>
                  </a:cubicBezTo>
                  <a:cubicBezTo>
                    <a:pt x="3" y="123"/>
                    <a:pt x="9" y="145"/>
                    <a:pt x="13" y="167"/>
                  </a:cubicBezTo>
                  <a:cubicBezTo>
                    <a:pt x="19" y="194"/>
                    <a:pt x="23" y="225"/>
                    <a:pt x="35" y="249"/>
                  </a:cubicBezTo>
                  <a:cubicBezTo>
                    <a:pt x="22" y="222"/>
                    <a:pt x="20" y="186"/>
                    <a:pt x="15" y="156"/>
                  </a:cubicBezTo>
                  <a:cubicBezTo>
                    <a:pt x="12" y="137"/>
                    <a:pt x="10" y="117"/>
                    <a:pt x="8" y="97"/>
                  </a:cubicBezTo>
                  <a:cubicBezTo>
                    <a:pt x="6" y="78"/>
                    <a:pt x="8" y="59"/>
                    <a:pt x="8" y="39"/>
                  </a:cubicBezTo>
                  <a:cubicBezTo>
                    <a:pt x="8" y="27"/>
                    <a:pt x="4" y="16"/>
                    <a:pt x="2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5128" name="Freeform 246">
              <a:extLst>
                <a:ext uri="{FF2B5EF4-FFF2-40B4-BE49-F238E27FC236}">
                  <a16:creationId xmlns:a16="http://schemas.microsoft.com/office/drawing/2014/main" id="{14527F76-E765-40B2-8C61-D1E014BA3D0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4" y="1582"/>
              <a:ext cx="29" cy="84"/>
            </a:xfrm>
            <a:custGeom>
              <a:avLst/>
              <a:gdLst>
                <a:gd name="T0" fmla="*/ 108 w 15"/>
                <a:gd name="T1" fmla="*/ 0 h 44"/>
                <a:gd name="T2" fmla="*/ 37 w 15"/>
                <a:gd name="T3" fmla="*/ 305 h 44"/>
                <a:gd name="T4" fmla="*/ 93 w 15"/>
                <a:gd name="T5" fmla="*/ 8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44">
                  <a:moveTo>
                    <a:pt x="15" y="0"/>
                  </a:moveTo>
                  <a:cubicBezTo>
                    <a:pt x="4" y="12"/>
                    <a:pt x="5" y="28"/>
                    <a:pt x="5" y="44"/>
                  </a:cubicBezTo>
                  <a:cubicBezTo>
                    <a:pt x="0" y="27"/>
                    <a:pt x="2" y="13"/>
                    <a:pt x="13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5129" name="Freeform 247">
              <a:extLst>
                <a:ext uri="{FF2B5EF4-FFF2-40B4-BE49-F238E27FC236}">
                  <a16:creationId xmlns:a16="http://schemas.microsoft.com/office/drawing/2014/main" id="{66810E4E-075D-4AA3-8C56-4265E9F5DA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2" y="1401"/>
              <a:ext cx="39" cy="17"/>
            </a:xfrm>
            <a:custGeom>
              <a:avLst/>
              <a:gdLst>
                <a:gd name="T0" fmla="*/ 0 w 20"/>
                <a:gd name="T1" fmla="*/ 32 h 9"/>
                <a:gd name="T2" fmla="*/ 133 w 20"/>
                <a:gd name="T3" fmla="*/ 60 h 9"/>
                <a:gd name="T4" fmla="*/ 60 w 20"/>
                <a:gd name="T5" fmla="*/ 40 h 9"/>
                <a:gd name="T6" fmla="*/ 0 w 20"/>
                <a:gd name="T7" fmla="*/ 53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9">
                  <a:moveTo>
                    <a:pt x="0" y="5"/>
                  </a:moveTo>
                  <a:cubicBezTo>
                    <a:pt x="4" y="0"/>
                    <a:pt x="20" y="0"/>
                    <a:pt x="18" y="9"/>
                  </a:cubicBezTo>
                  <a:cubicBezTo>
                    <a:pt x="14" y="9"/>
                    <a:pt x="12" y="6"/>
                    <a:pt x="8" y="6"/>
                  </a:cubicBezTo>
                  <a:cubicBezTo>
                    <a:pt x="5" y="6"/>
                    <a:pt x="4" y="9"/>
                    <a:pt x="0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5130" name="Freeform 248">
              <a:extLst>
                <a:ext uri="{FF2B5EF4-FFF2-40B4-BE49-F238E27FC236}">
                  <a16:creationId xmlns:a16="http://schemas.microsoft.com/office/drawing/2014/main" id="{58BA0F7A-A712-473A-9BB8-6D479A25030A}"/>
                </a:ext>
              </a:extLst>
            </p:cNvPr>
            <p:cNvSpPr>
              <a:spLocks/>
            </p:cNvSpPr>
            <p:nvPr/>
          </p:nvSpPr>
          <p:spPr bwMode="auto">
            <a:xfrm>
              <a:off x="749" y="1403"/>
              <a:ext cx="39" cy="17"/>
            </a:xfrm>
            <a:custGeom>
              <a:avLst/>
              <a:gdLst>
                <a:gd name="T0" fmla="*/ 0 w 20"/>
                <a:gd name="T1" fmla="*/ 32 h 9"/>
                <a:gd name="T2" fmla="*/ 68 w 20"/>
                <a:gd name="T3" fmla="*/ 0 h 9"/>
                <a:gd name="T4" fmla="*/ 133 w 20"/>
                <a:gd name="T5" fmla="*/ 60 h 9"/>
                <a:gd name="T6" fmla="*/ 68 w 20"/>
                <a:gd name="T7" fmla="*/ 32 h 9"/>
                <a:gd name="T8" fmla="*/ 8 w 20"/>
                <a:gd name="T9" fmla="*/ 47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9">
                  <a:moveTo>
                    <a:pt x="0" y="5"/>
                  </a:moveTo>
                  <a:cubicBezTo>
                    <a:pt x="3" y="3"/>
                    <a:pt x="6" y="2"/>
                    <a:pt x="9" y="0"/>
                  </a:cubicBezTo>
                  <a:cubicBezTo>
                    <a:pt x="13" y="1"/>
                    <a:pt x="20" y="4"/>
                    <a:pt x="18" y="9"/>
                  </a:cubicBezTo>
                  <a:cubicBezTo>
                    <a:pt x="15" y="8"/>
                    <a:pt x="12" y="5"/>
                    <a:pt x="9" y="5"/>
                  </a:cubicBezTo>
                  <a:cubicBezTo>
                    <a:pt x="6" y="5"/>
                    <a:pt x="5" y="8"/>
                    <a:pt x="1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5131" name="Freeform 249">
              <a:extLst>
                <a:ext uri="{FF2B5EF4-FFF2-40B4-BE49-F238E27FC236}">
                  <a16:creationId xmlns:a16="http://schemas.microsoft.com/office/drawing/2014/main" id="{B8C465C9-3A9B-40CD-A1C8-7C3B4AEFEA1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8" y="1901"/>
              <a:ext cx="23" cy="296"/>
            </a:xfrm>
            <a:custGeom>
              <a:avLst/>
              <a:gdLst>
                <a:gd name="T0" fmla="*/ 0 w 12"/>
                <a:gd name="T1" fmla="*/ 0 h 154"/>
                <a:gd name="T2" fmla="*/ 15 w 12"/>
                <a:gd name="T3" fmla="*/ 115 h 154"/>
                <a:gd name="T4" fmla="*/ 44 w 12"/>
                <a:gd name="T5" fmla="*/ 221 h 154"/>
                <a:gd name="T6" fmla="*/ 84 w 12"/>
                <a:gd name="T7" fmla="*/ 432 h 154"/>
                <a:gd name="T8" fmla="*/ 48 w 12"/>
                <a:gd name="T9" fmla="*/ 717 h 154"/>
                <a:gd name="T10" fmla="*/ 23 w 12"/>
                <a:gd name="T11" fmla="*/ 1094 h 154"/>
                <a:gd name="T12" fmla="*/ 15 w 12"/>
                <a:gd name="T13" fmla="*/ 953 h 154"/>
                <a:gd name="T14" fmla="*/ 23 w 12"/>
                <a:gd name="T15" fmla="*/ 769 h 154"/>
                <a:gd name="T16" fmla="*/ 48 w 12"/>
                <a:gd name="T17" fmla="*/ 502 h 154"/>
                <a:gd name="T18" fmla="*/ 29 w 12"/>
                <a:gd name="T19" fmla="*/ 284 h 154"/>
                <a:gd name="T20" fmla="*/ 15 w 12"/>
                <a:gd name="T21" fmla="*/ 63 h 15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2" h="154">
                  <a:moveTo>
                    <a:pt x="0" y="0"/>
                  </a:moveTo>
                  <a:cubicBezTo>
                    <a:pt x="1" y="5"/>
                    <a:pt x="1" y="11"/>
                    <a:pt x="2" y="16"/>
                  </a:cubicBezTo>
                  <a:cubicBezTo>
                    <a:pt x="3" y="21"/>
                    <a:pt x="5" y="26"/>
                    <a:pt x="6" y="31"/>
                  </a:cubicBezTo>
                  <a:cubicBezTo>
                    <a:pt x="9" y="41"/>
                    <a:pt x="11" y="51"/>
                    <a:pt x="12" y="61"/>
                  </a:cubicBezTo>
                  <a:cubicBezTo>
                    <a:pt x="12" y="75"/>
                    <a:pt x="9" y="88"/>
                    <a:pt x="7" y="101"/>
                  </a:cubicBezTo>
                  <a:cubicBezTo>
                    <a:pt x="5" y="118"/>
                    <a:pt x="3" y="137"/>
                    <a:pt x="3" y="154"/>
                  </a:cubicBezTo>
                  <a:cubicBezTo>
                    <a:pt x="2" y="148"/>
                    <a:pt x="3" y="140"/>
                    <a:pt x="2" y="134"/>
                  </a:cubicBezTo>
                  <a:cubicBezTo>
                    <a:pt x="2" y="125"/>
                    <a:pt x="2" y="116"/>
                    <a:pt x="3" y="108"/>
                  </a:cubicBezTo>
                  <a:cubicBezTo>
                    <a:pt x="4" y="96"/>
                    <a:pt x="6" y="83"/>
                    <a:pt x="7" y="71"/>
                  </a:cubicBezTo>
                  <a:cubicBezTo>
                    <a:pt x="8" y="60"/>
                    <a:pt x="6" y="50"/>
                    <a:pt x="4" y="40"/>
                  </a:cubicBezTo>
                  <a:cubicBezTo>
                    <a:pt x="2" y="29"/>
                    <a:pt x="2" y="19"/>
                    <a:pt x="2" y="9"/>
                  </a:cubicBezTo>
                </a:path>
              </a:pathLst>
            </a:custGeom>
            <a:solidFill>
              <a:srgbClr val="F6E9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5132" name="Freeform 250">
              <a:extLst>
                <a:ext uri="{FF2B5EF4-FFF2-40B4-BE49-F238E27FC236}">
                  <a16:creationId xmlns:a16="http://schemas.microsoft.com/office/drawing/2014/main" id="{39790F58-4495-463B-8D3A-CF556102461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7" y="2489"/>
              <a:ext cx="17" cy="202"/>
            </a:xfrm>
            <a:custGeom>
              <a:avLst/>
              <a:gdLst>
                <a:gd name="T0" fmla="*/ 15 w 9"/>
                <a:gd name="T1" fmla="*/ 0 h 105"/>
                <a:gd name="T2" fmla="*/ 32 w 9"/>
                <a:gd name="T3" fmla="*/ 169 h 105"/>
                <a:gd name="T4" fmla="*/ 47 w 9"/>
                <a:gd name="T5" fmla="*/ 277 h 105"/>
                <a:gd name="T6" fmla="*/ 21 w 9"/>
                <a:gd name="T7" fmla="*/ 748 h 105"/>
                <a:gd name="T8" fmla="*/ 32 w 9"/>
                <a:gd name="T9" fmla="*/ 525 h 105"/>
                <a:gd name="T10" fmla="*/ 32 w 9"/>
                <a:gd name="T11" fmla="*/ 325 h 105"/>
                <a:gd name="T12" fmla="*/ 0 w 9"/>
                <a:gd name="T13" fmla="*/ 44 h 10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" h="105">
                  <a:moveTo>
                    <a:pt x="2" y="0"/>
                  </a:moveTo>
                  <a:cubicBezTo>
                    <a:pt x="4" y="7"/>
                    <a:pt x="3" y="16"/>
                    <a:pt x="5" y="24"/>
                  </a:cubicBezTo>
                  <a:cubicBezTo>
                    <a:pt x="5" y="29"/>
                    <a:pt x="7" y="34"/>
                    <a:pt x="7" y="39"/>
                  </a:cubicBezTo>
                  <a:cubicBezTo>
                    <a:pt x="9" y="61"/>
                    <a:pt x="9" y="84"/>
                    <a:pt x="3" y="105"/>
                  </a:cubicBezTo>
                  <a:cubicBezTo>
                    <a:pt x="3" y="95"/>
                    <a:pt x="6" y="84"/>
                    <a:pt x="5" y="74"/>
                  </a:cubicBezTo>
                  <a:cubicBezTo>
                    <a:pt x="5" y="65"/>
                    <a:pt x="6" y="55"/>
                    <a:pt x="5" y="46"/>
                  </a:cubicBezTo>
                  <a:cubicBezTo>
                    <a:pt x="3" y="33"/>
                    <a:pt x="0" y="20"/>
                    <a:pt x="0" y="6"/>
                  </a:cubicBezTo>
                </a:path>
              </a:pathLst>
            </a:custGeom>
            <a:solidFill>
              <a:srgbClr val="F6E9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5133" name="Freeform 251">
              <a:extLst>
                <a:ext uri="{FF2B5EF4-FFF2-40B4-BE49-F238E27FC236}">
                  <a16:creationId xmlns:a16="http://schemas.microsoft.com/office/drawing/2014/main" id="{D57C1CC2-933D-48F5-85B4-F8933463B20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6" y="1505"/>
              <a:ext cx="28" cy="323"/>
            </a:xfrm>
            <a:custGeom>
              <a:avLst/>
              <a:gdLst>
                <a:gd name="T0" fmla="*/ 8 w 14"/>
                <a:gd name="T1" fmla="*/ 0 h 168"/>
                <a:gd name="T2" fmla="*/ 96 w 14"/>
                <a:gd name="T3" fmla="*/ 177 h 168"/>
                <a:gd name="T4" fmla="*/ 104 w 14"/>
                <a:gd name="T5" fmla="*/ 417 h 168"/>
                <a:gd name="T6" fmla="*/ 80 w 14"/>
                <a:gd name="T7" fmla="*/ 754 h 168"/>
                <a:gd name="T8" fmla="*/ 80 w 14"/>
                <a:gd name="T9" fmla="*/ 946 h 168"/>
                <a:gd name="T10" fmla="*/ 88 w 14"/>
                <a:gd name="T11" fmla="*/ 1057 h 168"/>
                <a:gd name="T12" fmla="*/ 96 w 14"/>
                <a:gd name="T13" fmla="*/ 1194 h 168"/>
                <a:gd name="T14" fmla="*/ 96 w 14"/>
                <a:gd name="T15" fmla="*/ 1194 h 168"/>
                <a:gd name="T16" fmla="*/ 72 w 14"/>
                <a:gd name="T17" fmla="*/ 717 h 168"/>
                <a:gd name="T18" fmla="*/ 80 w 14"/>
                <a:gd name="T19" fmla="*/ 400 h 168"/>
                <a:gd name="T20" fmla="*/ 64 w 14"/>
                <a:gd name="T21" fmla="*/ 163 h 168"/>
                <a:gd name="T22" fmla="*/ 8 w 14"/>
                <a:gd name="T23" fmla="*/ 0 h 168"/>
                <a:gd name="T24" fmla="*/ 0 w 14"/>
                <a:gd name="T25" fmla="*/ 8 h 16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4" h="168">
                  <a:moveTo>
                    <a:pt x="1" y="0"/>
                  </a:moveTo>
                  <a:cubicBezTo>
                    <a:pt x="9" y="5"/>
                    <a:pt x="11" y="16"/>
                    <a:pt x="12" y="25"/>
                  </a:cubicBezTo>
                  <a:cubicBezTo>
                    <a:pt x="14" y="36"/>
                    <a:pt x="14" y="48"/>
                    <a:pt x="13" y="59"/>
                  </a:cubicBezTo>
                  <a:cubicBezTo>
                    <a:pt x="11" y="75"/>
                    <a:pt x="11" y="90"/>
                    <a:pt x="10" y="106"/>
                  </a:cubicBezTo>
                  <a:cubicBezTo>
                    <a:pt x="10" y="115"/>
                    <a:pt x="10" y="124"/>
                    <a:pt x="10" y="133"/>
                  </a:cubicBezTo>
                  <a:cubicBezTo>
                    <a:pt x="11" y="139"/>
                    <a:pt x="10" y="144"/>
                    <a:pt x="11" y="149"/>
                  </a:cubicBezTo>
                  <a:cubicBezTo>
                    <a:pt x="11" y="152"/>
                    <a:pt x="14" y="166"/>
                    <a:pt x="12" y="168"/>
                  </a:cubicBezTo>
                  <a:cubicBezTo>
                    <a:pt x="12" y="168"/>
                    <a:pt x="12" y="168"/>
                    <a:pt x="12" y="168"/>
                  </a:cubicBezTo>
                  <a:cubicBezTo>
                    <a:pt x="7" y="147"/>
                    <a:pt x="9" y="123"/>
                    <a:pt x="9" y="101"/>
                  </a:cubicBezTo>
                  <a:cubicBezTo>
                    <a:pt x="9" y="86"/>
                    <a:pt x="9" y="71"/>
                    <a:pt x="10" y="56"/>
                  </a:cubicBezTo>
                  <a:cubicBezTo>
                    <a:pt x="11" y="45"/>
                    <a:pt x="11" y="33"/>
                    <a:pt x="8" y="23"/>
                  </a:cubicBezTo>
                  <a:cubicBezTo>
                    <a:pt x="7" y="17"/>
                    <a:pt x="5" y="4"/>
                    <a:pt x="1" y="0"/>
                  </a:cubicBezTo>
                  <a:cubicBezTo>
                    <a:pt x="0" y="0"/>
                    <a:pt x="1" y="0"/>
                    <a:pt x="0" y="1"/>
                  </a:cubicBezTo>
                </a:path>
              </a:pathLst>
            </a:custGeom>
            <a:solidFill>
              <a:srgbClr val="F6E9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5134" name="Freeform 252">
              <a:extLst>
                <a:ext uri="{FF2B5EF4-FFF2-40B4-BE49-F238E27FC236}">
                  <a16:creationId xmlns:a16="http://schemas.microsoft.com/office/drawing/2014/main" id="{543D87E5-2EA8-451B-B43B-4647BA3754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3" y="1428"/>
              <a:ext cx="66" cy="59"/>
            </a:xfrm>
            <a:custGeom>
              <a:avLst/>
              <a:gdLst>
                <a:gd name="T0" fmla="*/ 0 w 34"/>
                <a:gd name="T1" fmla="*/ 0 h 31"/>
                <a:gd name="T2" fmla="*/ 132 w 34"/>
                <a:gd name="T3" fmla="*/ 108 h 31"/>
                <a:gd name="T4" fmla="*/ 248 w 34"/>
                <a:gd name="T5" fmla="*/ 213 h 31"/>
                <a:gd name="T6" fmla="*/ 140 w 34"/>
                <a:gd name="T7" fmla="*/ 84 h 31"/>
                <a:gd name="T8" fmla="*/ 31 w 34"/>
                <a:gd name="T9" fmla="*/ 8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31">
                  <a:moveTo>
                    <a:pt x="0" y="0"/>
                  </a:moveTo>
                  <a:cubicBezTo>
                    <a:pt x="4" y="1"/>
                    <a:pt x="14" y="13"/>
                    <a:pt x="18" y="16"/>
                  </a:cubicBezTo>
                  <a:cubicBezTo>
                    <a:pt x="23" y="21"/>
                    <a:pt x="29" y="27"/>
                    <a:pt x="34" y="31"/>
                  </a:cubicBezTo>
                  <a:cubicBezTo>
                    <a:pt x="30" y="24"/>
                    <a:pt x="24" y="18"/>
                    <a:pt x="19" y="12"/>
                  </a:cubicBezTo>
                  <a:cubicBezTo>
                    <a:pt x="14" y="7"/>
                    <a:pt x="9" y="5"/>
                    <a:pt x="4" y="1"/>
                  </a:cubicBezTo>
                </a:path>
              </a:pathLst>
            </a:custGeom>
            <a:solidFill>
              <a:srgbClr val="F6E9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5135" name="Freeform 253">
              <a:extLst>
                <a:ext uri="{FF2B5EF4-FFF2-40B4-BE49-F238E27FC236}">
                  <a16:creationId xmlns:a16="http://schemas.microsoft.com/office/drawing/2014/main" id="{DF96CA8D-D672-4178-9193-8584DCA6FBD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4" y="1222"/>
              <a:ext cx="52" cy="104"/>
            </a:xfrm>
            <a:custGeom>
              <a:avLst/>
              <a:gdLst>
                <a:gd name="T0" fmla="*/ 71 w 27"/>
                <a:gd name="T1" fmla="*/ 0 h 54"/>
                <a:gd name="T2" fmla="*/ 23 w 27"/>
                <a:gd name="T3" fmla="*/ 77 h 54"/>
                <a:gd name="T4" fmla="*/ 0 w 27"/>
                <a:gd name="T5" fmla="*/ 116 h 54"/>
                <a:gd name="T6" fmla="*/ 29 w 27"/>
                <a:gd name="T7" fmla="*/ 193 h 54"/>
                <a:gd name="T8" fmla="*/ 77 w 27"/>
                <a:gd name="T9" fmla="*/ 316 h 54"/>
                <a:gd name="T10" fmla="*/ 193 w 27"/>
                <a:gd name="T11" fmla="*/ 385 h 54"/>
                <a:gd name="T12" fmla="*/ 137 w 27"/>
                <a:gd name="T13" fmla="*/ 324 h 54"/>
                <a:gd name="T14" fmla="*/ 77 w 27"/>
                <a:gd name="T15" fmla="*/ 241 h 54"/>
                <a:gd name="T16" fmla="*/ 71 w 27"/>
                <a:gd name="T17" fmla="*/ 123 h 54"/>
                <a:gd name="T18" fmla="*/ 71 w 27"/>
                <a:gd name="T19" fmla="*/ 15 h 5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7" h="54">
                  <a:moveTo>
                    <a:pt x="10" y="0"/>
                  </a:moveTo>
                  <a:cubicBezTo>
                    <a:pt x="8" y="4"/>
                    <a:pt x="6" y="7"/>
                    <a:pt x="3" y="11"/>
                  </a:cubicBezTo>
                  <a:cubicBezTo>
                    <a:pt x="2" y="13"/>
                    <a:pt x="0" y="14"/>
                    <a:pt x="0" y="16"/>
                  </a:cubicBezTo>
                  <a:cubicBezTo>
                    <a:pt x="0" y="19"/>
                    <a:pt x="3" y="24"/>
                    <a:pt x="4" y="27"/>
                  </a:cubicBezTo>
                  <a:cubicBezTo>
                    <a:pt x="6" y="33"/>
                    <a:pt x="7" y="39"/>
                    <a:pt x="11" y="44"/>
                  </a:cubicBezTo>
                  <a:cubicBezTo>
                    <a:pt x="16" y="48"/>
                    <a:pt x="21" y="51"/>
                    <a:pt x="27" y="54"/>
                  </a:cubicBezTo>
                  <a:cubicBezTo>
                    <a:pt x="24" y="54"/>
                    <a:pt x="21" y="48"/>
                    <a:pt x="19" y="45"/>
                  </a:cubicBezTo>
                  <a:cubicBezTo>
                    <a:pt x="16" y="42"/>
                    <a:pt x="12" y="38"/>
                    <a:pt x="11" y="34"/>
                  </a:cubicBezTo>
                  <a:cubicBezTo>
                    <a:pt x="10" y="29"/>
                    <a:pt x="10" y="23"/>
                    <a:pt x="10" y="17"/>
                  </a:cubicBezTo>
                  <a:cubicBezTo>
                    <a:pt x="10" y="13"/>
                    <a:pt x="9" y="6"/>
                    <a:pt x="10" y="2"/>
                  </a:cubicBezTo>
                </a:path>
              </a:pathLst>
            </a:custGeom>
            <a:solidFill>
              <a:srgbClr val="F6E9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5136" name="Freeform 254">
              <a:extLst>
                <a:ext uri="{FF2B5EF4-FFF2-40B4-BE49-F238E27FC236}">
                  <a16:creationId xmlns:a16="http://schemas.microsoft.com/office/drawing/2014/main" id="{ED8E302A-27CC-4CF3-854C-FB179B0BA7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2" y="1418"/>
              <a:ext cx="99" cy="35"/>
            </a:xfrm>
            <a:custGeom>
              <a:avLst/>
              <a:gdLst>
                <a:gd name="T0" fmla="*/ 309 w 51"/>
                <a:gd name="T1" fmla="*/ 0 h 18"/>
                <a:gd name="T2" fmla="*/ 140 w 51"/>
                <a:gd name="T3" fmla="*/ 31 h 18"/>
                <a:gd name="T4" fmla="*/ 72 w 51"/>
                <a:gd name="T5" fmla="*/ 53 h 18"/>
                <a:gd name="T6" fmla="*/ 8 w 51"/>
                <a:gd name="T7" fmla="*/ 95 h 18"/>
                <a:gd name="T8" fmla="*/ 80 w 51"/>
                <a:gd name="T9" fmla="*/ 103 h 18"/>
                <a:gd name="T10" fmla="*/ 196 w 51"/>
                <a:gd name="T11" fmla="*/ 68 h 18"/>
                <a:gd name="T12" fmla="*/ 344 w 51"/>
                <a:gd name="T13" fmla="*/ 8 h 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1" h="18">
                  <a:moveTo>
                    <a:pt x="42" y="0"/>
                  </a:moveTo>
                  <a:cubicBezTo>
                    <a:pt x="34" y="0"/>
                    <a:pt x="26" y="3"/>
                    <a:pt x="19" y="4"/>
                  </a:cubicBezTo>
                  <a:cubicBezTo>
                    <a:pt x="16" y="5"/>
                    <a:pt x="13" y="6"/>
                    <a:pt x="10" y="7"/>
                  </a:cubicBezTo>
                  <a:cubicBezTo>
                    <a:pt x="8" y="9"/>
                    <a:pt x="2" y="10"/>
                    <a:pt x="1" y="13"/>
                  </a:cubicBezTo>
                  <a:cubicBezTo>
                    <a:pt x="0" y="18"/>
                    <a:pt x="9" y="15"/>
                    <a:pt x="11" y="14"/>
                  </a:cubicBezTo>
                  <a:cubicBezTo>
                    <a:pt x="16" y="12"/>
                    <a:pt x="21" y="10"/>
                    <a:pt x="27" y="9"/>
                  </a:cubicBezTo>
                  <a:cubicBezTo>
                    <a:pt x="29" y="8"/>
                    <a:pt x="51" y="6"/>
                    <a:pt x="47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5137" name="Freeform 255">
              <a:extLst>
                <a:ext uri="{FF2B5EF4-FFF2-40B4-BE49-F238E27FC236}">
                  <a16:creationId xmlns:a16="http://schemas.microsoft.com/office/drawing/2014/main" id="{60CF2571-1DBC-4F79-A665-BDEE2FC8CB0B}"/>
                </a:ext>
              </a:extLst>
            </p:cNvPr>
            <p:cNvSpPr>
              <a:spLocks/>
            </p:cNvSpPr>
            <p:nvPr/>
          </p:nvSpPr>
          <p:spPr bwMode="auto">
            <a:xfrm>
              <a:off x="916" y="1414"/>
              <a:ext cx="62" cy="19"/>
            </a:xfrm>
            <a:custGeom>
              <a:avLst/>
              <a:gdLst>
                <a:gd name="T0" fmla="*/ 101 w 32"/>
                <a:gd name="T1" fmla="*/ 0 h 10"/>
                <a:gd name="T2" fmla="*/ 188 w 32"/>
                <a:gd name="T3" fmla="*/ 29 h 10"/>
                <a:gd name="T4" fmla="*/ 225 w 32"/>
                <a:gd name="T5" fmla="*/ 68 h 10"/>
                <a:gd name="T6" fmla="*/ 176 w 32"/>
                <a:gd name="T7" fmla="*/ 61 h 10"/>
                <a:gd name="T8" fmla="*/ 72 w 32"/>
                <a:gd name="T9" fmla="*/ 48 h 10"/>
                <a:gd name="T10" fmla="*/ 8 w 32"/>
                <a:gd name="T11" fmla="*/ 29 h 10"/>
                <a:gd name="T12" fmla="*/ 72 w 32"/>
                <a:gd name="T13" fmla="*/ 8 h 1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" h="10">
                  <a:moveTo>
                    <a:pt x="14" y="0"/>
                  </a:moveTo>
                  <a:cubicBezTo>
                    <a:pt x="18" y="0"/>
                    <a:pt x="23" y="1"/>
                    <a:pt x="26" y="4"/>
                  </a:cubicBezTo>
                  <a:cubicBezTo>
                    <a:pt x="28" y="5"/>
                    <a:pt x="32" y="8"/>
                    <a:pt x="31" y="10"/>
                  </a:cubicBezTo>
                  <a:cubicBezTo>
                    <a:pt x="29" y="10"/>
                    <a:pt x="26" y="10"/>
                    <a:pt x="24" y="9"/>
                  </a:cubicBezTo>
                  <a:cubicBezTo>
                    <a:pt x="19" y="8"/>
                    <a:pt x="15" y="7"/>
                    <a:pt x="10" y="7"/>
                  </a:cubicBezTo>
                  <a:cubicBezTo>
                    <a:pt x="8" y="6"/>
                    <a:pt x="0" y="6"/>
                    <a:pt x="1" y="4"/>
                  </a:cubicBezTo>
                  <a:cubicBezTo>
                    <a:pt x="2" y="2"/>
                    <a:pt x="9" y="1"/>
                    <a:pt x="1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</p:grpSp>
      <p:grpSp>
        <p:nvGrpSpPr>
          <p:cNvPr id="54275" name="full-body-standing-female-illustration">
            <a:extLst>
              <a:ext uri="{FF2B5EF4-FFF2-40B4-BE49-F238E27FC236}">
                <a16:creationId xmlns:a16="http://schemas.microsoft.com/office/drawing/2014/main" id="{4E0CCC57-3139-4E5B-9EDE-26B19CF4287E}"/>
              </a:ext>
            </a:extLst>
          </p:cNvPr>
          <p:cNvGrpSpPr>
            <a:grpSpLocks/>
          </p:cNvGrpSpPr>
          <p:nvPr/>
        </p:nvGrpSpPr>
        <p:grpSpPr bwMode="auto">
          <a:xfrm>
            <a:off x="4419600" y="1147763"/>
            <a:ext cx="1377950" cy="5286375"/>
            <a:chOff x="1874" y="697"/>
            <a:chExt cx="868" cy="3330"/>
          </a:xfrm>
        </p:grpSpPr>
        <p:grpSp>
          <p:nvGrpSpPr>
            <p:cNvPr id="54787" name="Group 257">
              <a:extLst>
                <a:ext uri="{FF2B5EF4-FFF2-40B4-BE49-F238E27FC236}">
                  <a16:creationId xmlns:a16="http://schemas.microsoft.com/office/drawing/2014/main" id="{B3BC2930-5BBF-4526-ADBE-265B1BF901A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874" y="697"/>
              <a:ext cx="868" cy="3286"/>
              <a:chOff x="1874" y="697"/>
              <a:chExt cx="868" cy="3286"/>
            </a:xfrm>
          </p:grpSpPr>
          <p:sp>
            <p:nvSpPr>
              <p:cNvPr id="54886" name="Freeform 258">
                <a:extLst>
                  <a:ext uri="{FF2B5EF4-FFF2-40B4-BE49-F238E27FC236}">
                    <a16:creationId xmlns:a16="http://schemas.microsoft.com/office/drawing/2014/main" id="{8F4A3A9D-1C69-4C9F-A783-513E7ECD45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5" y="2677"/>
                <a:ext cx="77" cy="58"/>
              </a:xfrm>
              <a:custGeom>
                <a:avLst/>
                <a:gdLst>
                  <a:gd name="T0" fmla="*/ 277 w 40"/>
                  <a:gd name="T1" fmla="*/ 0 h 30"/>
                  <a:gd name="T2" fmla="*/ 237 w 40"/>
                  <a:gd name="T3" fmla="*/ 23 h 30"/>
                  <a:gd name="T4" fmla="*/ 193 w 40"/>
                  <a:gd name="T5" fmla="*/ 52 h 30"/>
                  <a:gd name="T6" fmla="*/ 156 w 40"/>
                  <a:gd name="T7" fmla="*/ 79 h 30"/>
                  <a:gd name="T8" fmla="*/ 108 w 40"/>
                  <a:gd name="T9" fmla="*/ 93 h 30"/>
                  <a:gd name="T10" fmla="*/ 23 w 40"/>
                  <a:gd name="T11" fmla="*/ 209 h 30"/>
                  <a:gd name="T12" fmla="*/ 85 w 40"/>
                  <a:gd name="T13" fmla="*/ 195 h 30"/>
                  <a:gd name="T14" fmla="*/ 129 w 40"/>
                  <a:gd name="T15" fmla="*/ 172 h 30"/>
                  <a:gd name="T16" fmla="*/ 223 w 40"/>
                  <a:gd name="T17" fmla="*/ 108 h 30"/>
                  <a:gd name="T18" fmla="*/ 264 w 40"/>
                  <a:gd name="T19" fmla="*/ 56 h 30"/>
                  <a:gd name="T20" fmla="*/ 285 w 40"/>
                  <a:gd name="T21" fmla="*/ 23 h 3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0" h="30">
                    <a:moveTo>
                      <a:pt x="39" y="0"/>
                    </a:moveTo>
                    <a:cubicBezTo>
                      <a:pt x="37" y="0"/>
                      <a:pt x="35" y="2"/>
                      <a:pt x="33" y="3"/>
                    </a:cubicBezTo>
                    <a:cubicBezTo>
                      <a:pt x="30" y="4"/>
                      <a:pt x="29" y="5"/>
                      <a:pt x="27" y="7"/>
                    </a:cubicBezTo>
                    <a:cubicBezTo>
                      <a:pt x="25" y="9"/>
                      <a:pt x="24" y="10"/>
                      <a:pt x="22" y="11"/>
                    </a:cubicBezTo>
                    <a:cubicBezTo>
                      <a:pt x="20" y="13"/>
                      <a:pt x="18" y="12"/>
                      <a:pt x="15" y="13"/>
                    </a:cubicBezTo>
                    <a:cubicBezTo>
                      <a:pt x="8" y="14"/>
                      <a:pt x="0" y="22"/>
                      <a:pt x="3" y="29"/>
                    </a:cubicBezTo>
                    <a:cubicBezTo>
                      <a:pt x="6" y="30"/>
                      <a:pt x="10" y="28"/>
                      <a:pt x="12" y="27"/>
                    </a:cubicBezTo>
                    <a:cubicBezTo>
                      <a:pt x="14" y="26"/>
                      <a:pt x="16" y="25"/>
                      <a:pt x="18" y="24"/>
                    </a:cubicBezTo>
                    <a:cubicBezTo>
                      <a:pt x="23" y="22"/>
                      <a:pt x="27" y="19"/>
                      <a:pt x="31" y="15"/>
                    </a:cubicBezTo>
                    <a:cubicBezTo>
                      <a:pt x="34" y="13"/>
                      <a:pt x="36" y="11"/>
                      <a:pt x="37" y="8"/>
                    </a:cubicBezTo>
                    <a:cubicBezTo>
                      <a:pt x="38" y="6"/>
                      <a:pt x="39" y="4"/>
                      <a:pt x="40" y="3"/>
                    </a:cubicBezTo>
                  </a:path>
                </a:pathLst>
              </a:custGeom>
              <a:solidFill>
                <a:srgbClr val="F8F6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887" name="Freeform 259">
                <a:extLst>
                  <a:ext uri="{FF2B5EF4-FFF2-40B4-BE49-F238E27FC236}">
                    <a16:creationId xmlns:a16="http://schemas.microsoft.com/office/drawing/2014/main" id="{167BA62F-F37D-4B9D-A357-7943B42E1A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0" y="2654"/>
                <a:ext cx="58" cy="54"/>
              </a:xfrm>
              <a:custGeom>
                <a:avLst/>
                <a:gdLst>
                  <a:gd name="T0" fmla="*/ 195 w 30"/>
                  <a:gd name="T1" fmla="*/ 0 h 28"/>
                  <a:gd name="T2" fmla="*/ 153 w 30"/>
                  <a:gd name="T3" fmla="*/ 29 h 28"/>
                  <a:gd name="T4" fmla="*/ 116 w 30"/>
                  <a:gd name="T5" fmla="*/ 64 h 28"/>
                  <a:gd name="T6" fmla="*/ 85 w 30"/>
                  <a:gd name="T7" fmla="*/ 79 h 28"/>
                  <a:gd name="T8" fmla="*/ 56 w 30"/>
                  <a:gd name="T9" fmla="*/ 100 h 28"/>
                  <a:gd name="T10" fmla="*/ 8 w 30"/>
                  <a:gd name="T11" fmla="*/ 145 h 28"/>
                  <a:gd name="T12" fmla="*/ 8 w 30"/>
                  <a:gd name="T13" fmla="*/ 201 h 28"/>
                  <a:gd name="T14" fmla="*/ 37 w 30"/>
                  <a:gd name="T15" fmla="*/ 193 h 28"/>
                  <a:gd name="T16" fmla="*/ 72 w 30"/>
                  <a:gd name="T17" fmla="*/ 179 h 28"/>
                  <a:gd name="T18" fmla="*/ 139 w 30"/>
                  <a:gd name="T19" fmla="*/ 145 h 28"/>
                  <a:gd name="T20" fmla="*/ 201 w 30"/>
                  <a:gd name="T21" fmla="*/ 100 h 28"/>
                  <a:gd name="T22" fmla="*/ 217 w 30"/>
                  <a:gd name="T23" fmla="*/ 64 h 28"/>
                  <a:gd name="T24" fmla="*/ 201 w 30"/>
                  <a:gd name="T25" fmla="*/ 8 h 2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0" h="28">
                    <a:moveTo>
                      <a:pt x="27" y="0"/>
                    </a:moveTo>
                    <a:cubicBezTo>
                      <a:pt x="25" y="1"/>
                      <a:pt x="23" y="3"/>
                      <a:pt x="21" y="4"/>
                    </a:cubicBezTo>
                    <a:cubicBezTo>
                      <a:pt x="20" y="6"/>
                      <a:pt x="18" y="7"/>
                      <a:pt x="16" y="9"/>
                    </a:cubicBezTo>
                    <a:cubicBezTo>
                      <a:pt x="15" y="10"/>
                      <a:pt x="14" y="10"/>
                      <a:pt x="12" y="11"/>
                    </a:cubicBezTo>
                    <a:cubicBezTo>
                      <a:pt x="11" y="12"/>
                      <a:pt x="9" y="13"/>
                      <a:pt x="8" y="14"/>
                    </a:cubicBezTo>
                    <a:cubicBezTo>
                      <a:pt x="6" y="16"/>
                      <a:pt x="3" y="18"/>
                      <a:pt x="1" y="20"/>
                    </a:cubicBezTo>
                    <a:cubicBezTo>
                      <a:pt x="0" y="23"/>
                      <a:pt x="0" y="25"/>
                      <a:pt x="1" y="28"/>
                    </a:cubicBezTo>
                    <a:cubicBezTo>
                      <a:pt x="2" y="28"/>
                      <a:pt x="4" y="27"/>
                      <a:pt x="5" y="27"/>
                    </a:cubicBezTo>
                    <a:cubicBezTo>
                      <a:pt x="7" y="26"/>
                      <a:pt x="8" y="26"/>
                      <a:pt x="10" y="25"/>
                    </a:cubicBezTo>
                    <a:cubicBezTo>
                      <a:pt x="13" y="23"/>
                      <a:pt x="16" y="21"/>
                      <a:pt x="19" y="20"/>
                    </a:cubicBezTo>
                    <a:cubicBezTo>
                      <a:pt x="22" y="18"/>
                      <a:pt x="25" y="16"/>
                      <a:pt x="28" y="14"/>
                    </a:cubicBezTo>
                    <a:cubicBezTo>
                      <a:pt x="30" y="12"/>
                      <a:pt x="30" y="11"/>
                      <a:pt x="30" y="9"/>
                    </a:cubicBezTo>
                    <a:cubicBezTo>
                      <a:pt x="29" y="6"/>
                      <a:pt x="29" y="3"/>
                      <a:pt x="28" y="1"/>
                    </a:cubicBezTo>
                  </a:path>
                </a:pathLst>
              </a:custGeom>
              <a:solidFill>
                <a:srgbClr val="F8F6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888" name="Freeform 260">
                <a:extLst>
                  <a:ext uri="{FF2B5EF4-FFF2-40B4-BE49-F238E27FC236}">
                    <a16:creationId xmlns:a16="http://schemas.microsoft.com/office/drawing/2014/main" id="{35E8A337-C3CF-45C4-A64F-BFE3429088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5" y="2677"/>
                <a:ext cx="79" cy="58"/>
              </a:xfrm>
              <a:custGeom>
                <a:avLst/>
                <a:gdLst>
                  <a:gd name="T0" fmla="*/ 279 w 41"/>
                  <a:gd name="T1" fmla="*/ 0 h 30"/>
                  <a:gd name="T2" fmla="*/ 237 w 41"/>
                  <a:gd name="T3" fmla="*/ 15 h 30"/>
                  <a:gd name="T4" fmla="*/ 193 w 41"/>
                  <a:gd name="T5" fmla="*/ 52 h 30"/>
                  <a:gd name="T6" fmla="*/ 156 w 41"/>
                  <a:gd name="T7" fmla="*/ 79 h 30"/>
                  <a:gd name="T8" fmla="*/ 116 w 41"/>
                  <a:gd name="T9" fmla="*/ 85 h 30"/>
                  <a:gd name="T10" fmla="*/ 29 w 41"/>
                  <a:gd name="T11" fmla="*/ 209 h 30"/>
                  <a:gd name="T12" fmla="*/ 92 w 41"/>
                  <a:gd name="T13" fmla="*/ 188 h 30"/>
                  <a:gd name="T14" fmla="*/ 137 w 41"/>
                  <a:gd name="T15" fmla="*/ 172 h 30"/>
                  <a:gd name="T16" fmla="*/ 229 w 41"/>
                  <a:gd name="T17" fmla="*/ 108 h 30"/>
                  <a:gd name="T18" fmla="*/ 272 w 41"/>
                  <a:gd name="T19" fmla="*/ 56 h 30"/>
                  <a:gd name="T20" fmla="*/ 293 w 41"/>
                  <a:gd name="T21" fmla="*/ 15 h 3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1" h="30">
                    <a:moveTo>
                      <a:pt x="39" y="0"/>
                    </a:moveTo>
                    <a:cubicBezTo>
                      <a:pt x="37" y="0"/>
                      <a:pt x="35" y="1"/>
                      <a:pt x="33" y="2"/>
                    </a:cubicBezTo>
                    <a:cubicBezTo>
                      <a:pt x="31" y="3"/>
                      <a:pt x="29" y="5"/>
                      <a:pt x="27" y="7"/>
                    </a:cubicBezTo>
                    <a:cubicBezTo>
                      <a:pt x="26" y="8"/>
                      <a:pt x="24" y="10"/>
                      <a:pt x="22" y="11"/>
                    </a:cubicBezTo>
                    <a:cubicBezTo>
                      <a:pt x="20" y="12"/>
                      <a:pt x="18" y="12"/>
                      <a:pt x="16" y="12"/>
                    </a:cubicBezTo>
                    <a:cubicBezTo>
                      <a:pt x="9" y="13"/>
                      <a:pt x="0" y="21"/>
                      <a:pt x="4" y="29"/>
                    </a:cubicBezTo>
                    <a:cubicBezTo>
                      <a:pt x="7" y="30"/>
                      <a:pt x="11" y="28"/>
                      <a:pt x="13" y="26"/>
                    </a:cubicBezTo>
                    <a:cubicBezTo>
                      <a:pt x="15" y="26"/>
                      <a:pt x="17" y="25"/>
                      <a:pt x="19" y="24"/>
                    </a:cubicBezTo>
                    <a:cubicBezTo>
                      <a:pt x="24" y="22"/>
                      <a:pt x="28" y="18"/>
                      <a:pt x="32" y="15"/>
                    </a:cubicBezTo>
                    <a:cubicBezTo>
                      <a:pt x="34" y="13"/>
                      <a:pt x="36" y="10"/>
                      <a:pt x="38" y="8"/>
                    </a:cubicBezTo>
                    <a:cubicBezTo>
                      <a:pt x="39" y="6"/>
                      <a:pt x="40" y="4"/>
                      <a:pt x="41" y="2"/>
                    </a:cubicBezTo>
                  </a:path>
                </a:pathLst>
              </a:custGeom>
              <a:noFill/>
              <a:ln w="6350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889" name="Freeform 261">
                <a:extLst>
                  <a:ext uri="{FF2B5EF4-FFF2-40B4-BE49-F238E27FC236}">
                    <a16:creationId xmlns:a16="http://schemas.microsoft.com/office/drawing/2014/main" id="{6136046D-3E78-4B66-9449-BAF41873B1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2" y="2652"/>
                <a:ext cx="50" cy="50"/>
              </a:xfrm>
              <a:custGeom>
                <a:avLst/>
                <a:gdLst>
                  <a:gd name="T0" fmla="*/ 185 w 26"/>
                  <a:gd name="T1" fmla="*/ 0 h 26"/>
                  <a:gd name="T2" fmla="*/ 148 w 26"/>
                  <a:gd name="T3" fmla="*/ 37 h 26"/>
                  <a:gd name="T4" fmla="*/ 115 w 26"/>
                  <a:gd name="T5" fmla="*/ 63 h 26"/>
                  <a:gd name="T6" fmla="*/ 85 w 26"/>
                  <a:gd name="T7" fmla="*/ 85 h 26"/>
                  <a:gd name="T8" fmla="*/ 48 w 26"/>
                  <a:gd name="T9" fmla="*/ 108 h 26"/>
                  <a:gd name="T10" fmla="*/ 8 w 26"/>
                  <a:gd name="T11" fmla="*/ 148 h 26"/>
                  <a:gd name="T12" fmla="*/ 0 w 26"/>
                  <a:gd name="T13" fmla="*/ 185 h 2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" h="26">
                    <a:moveTo>
                      <a:pt x="26" y="0"/>
                    </a:moveTo>
                    <a:cubicBezTo>
                      <a:pt x="24" y="1"/>
                      <a:pt x="23" y="3"/>
                      <a:pt x="21" y="5"/>
                    </a:cubicBezTo>
                    <a:cubicBezTo>
                      <a:pt x="19" y="6"/>
                      <a:pt x="17" y="8"/>
                      <a:pt x="16" y="9"/>
                    </a:cubicBezTo>
                    <a:cubicBezTo>
                      <a:pt x="15" y="11"/>
                      <a:pt x="14" y="11"/>
                      <a:pt x="12" y="12"/>
                    </a:cubicBezTo>
                    <a:cubicBezTo>
                      <a:pt x="10" y="12"/>
                      <a:pt x="9" y="14"/>
                      <a:pt x="7" y="15"/>
                    </a:cubicBezTo>
                    <a:cubicBezTo>
                      <a:pt x="5" y="17"/>
                      <a:pt x="2" y="18"/>
                      <a:pt x="1" y="21"/>
                    </a:cubicBezTo>
                    <a:cubicBezTo>
                      <a:pt x="0" y="22"/>
                      <a:pt x="0" y="24"/>
                      <a:pt x="0" y="26"/>
                    </a:cubicBezTo>
                  </a:path>
                </a:pathLst>
              </a:custGeom>
              <a:noFill/>
              <a:ln w="6350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890" name="Freeform 262">
                <a:extLst>
                  <a:ext uri="{FF2B5EF4-FFF2-40B4-BE49-F238E27FC236}">
                    <a16:creationId xmlns:a16="http://schemas.microsoft.com/office/drawing/2014/main" id="{E316D9F9-F0B4-492C-850B-882D3BBBBB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2" y="2677"/>
                <a:ext cx="79" cy="58"/>
              </a:xfrm>
              <a:custGeom>
                <a:avLst/>
                <a:gdLst>
                  <a:gd name="T0" fmla="*/ 15 w 41"/>
                  <a:gd name="T1" fmla="*/ 0 h 30"/>
                  <a:gd name="T2" fmla="*/ 56 w 41"/>
                  <a:gd name="T3" fmla="*/ 23 h 30"/>
                  <a:gd name="T4" fmla="*/ 100 w 41"/>
                  <a:gd name="T5" fmla="*/ 52 h 30"/>
                  <a:gd name="T6" fmla="*/ 137 w 41"/>
                  <a:gd name="T7" fmla="*/ 79 h 30"/>
                  <a:gd name="T8" fmla="*/ 177 w 41"/>
                  <a:gd name="T9" fmla="*/ 93 h 30"/>
                  <a:gd name="T10" fmla="*/ 264 w 41"/>
                  <a:gd name="T11" fmla="*/ 209 h 30"/>
                  <a:gd name="T12" fmla="*/ 200 w 41"/>
                  <a:gd name="T13" fmla="*/ 195 h 30"/>
                  <a:gd name="T14" fmla="*/ 156 w 41"/>
                  <a:gd name="T15" fmla="*/ 172 h 30"/>
                  <a:gd name="T16" fmla="*/ 64 w 41"/>
                  <a:gd name="T17" fmla="*/ 108 h 30"/>
                  <a:gd name="T18" fmla="*/ 23 w 41"/>
                  <a:gd name="T19" fmla="*/ 56 h 30"/>
                  <a:gd name="T20" fmla="*/ 0 w 41"/>
                  <a:gd name="T21" fmla="*/ 23 h 3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1" h="30">
                    <a:moveTo>
                      <a:pt x="2" y="0"/>
                    </a:moveTo>
                    <a:cubicBezTo>
                      <a:pt x="4" y="0"/>
                      <a:pt x="6" y="2"/>
                      <a:pt x="8" y="3"/>
                    </a:cubicBezTo>
                    <a:cubicBezTo>
                      <a:pt x="10" y="4"/>
                      <a:pt x="12" y="5"/>
                      <a:pt x="14" y="7"/>
                    </a:cubicBezTo>
                    <a:cubicBezTo>
                      <a:pt x="15" y="9"/>
                      <a:pt x="17" y="10"/>
                      <a:pt x="19" y="11"/>
                    </a:cubicBezTo>
                    <a:cubicBezTo>
                      <a:pt x="21" y="13"/>
                      <a:pt x="23" y="12"/>
                      <a:pt x="25" y="13"/>
                    </a:cubicBezTo>
                    <a:cubicBezTo>
                      <a:pt x="32" y="14"/>
                      <a:pt x="41" y="22"/>
                      <a:pt x="37" y="29"/>
                    </a:cubicBezTo>
                    <a:cubicBezTo>
                      <a:pt x="34" y="30"/>
                      <a:pt x="30" y="28"/>
                      <a:pt x="28" y="27"/>
                    </a:cubicBezTo>
                    <a:cubicBezTo>
                      <a:pt x="26" y="26"/>
                      <a:pt x="24" y="25"/>
                      <a:pt x="22" y="24"/>
                    </a:cubicBezTo>
                    <a:cubicBezTo>
                      <a:pt x="17" y="22"/>
                      <a:pt x="13" y="19"/>
                      <a:pt x="9" y="15"/>
                    </a:cubicBezTo>
                    <a:cubicBezTo>
                      <a:pt x="7" y="13"/>
                      <a:pt x="5" y="11"/>
                      <a:pt x="3" y="8"/>
                    </a:cubicBezTo>
                    <a:cubicBezTo>
                      <a:pt x="2" y="6"/>
                      <a:pt x="2" y="4"/>
                      <a:pt x="0" y="3"/>
                    </a:cubicBezTo>
                  </a:path>
                </a:pathLst>
              </a:custGeom>
              <a:solidFill>
                <a:srgbClr val="F8F6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891" name="Freeform 263">
                <a:extLst>
                  <a:ext uri="{FF2B5EF4-FFF2-40B4-BE49-F238E27FC236}">
                    <a16:creationId xmlns:a16="http://schemas.microsoft.com/office/drawing/2014/main" id="{CED864D6-8345-41A3-8720-4C50ECEA4C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8" y="2654"/>
                <a:ext cx="58" cy="54"/>
              </a:xfrm>
              <a:custGeom>
                <a:avLst/>
                <a:gdLst>
                  <a:gd name="T0" fmla="*/ 23 w 30"/>
                  <a:gd name="T1" fmla="*/ 0 h 28"/>
                  <a:gd name="T2" fmla="*/ 56 w 30"/>
                  <a:gd name="T3" fmla="*/ 29 h 28"/>
                  <a:gd name="T4" fmla="*/ 93 w 30"/>
                  <a:gd name="T5" fmla="*/ 64 h 28"/>
                  <a:gd name="T6" fmla="*/ 124 w 30"/>
                  <a:gd name="T7" fmla="*/ 79 h 28"/>
                  <a:gd name="T8" fmla="*/ 160 w 30"/>
                  <a:gd name="T9" fmla="*/ 100 h 28"/>
                  <a:gd name="T10" fmla="*/ 201 w 30"/>
                  <a:gd name="T11" fmla="*/ 145 h 28"/>
                  <a:gd name="T12" fmla="*/ 209 w 30"/>
                  <a:gd name="T13" fmla="*/ 201 h 28"/>
                  <a:gd name="T14" fmla="*/ 172 w 30"/>
                  <a:gd name="T15" fmla="*/ 193 h 28"/>
                  <a:gd name="T16" fmla="*/ 145 w 30"/>
                  <a:gd name="T17" fmla="*/ 179 h 28"/>
                  <a:gd name="T18" fmla="*/ 79 w 30"/>
                  <a:gd name="T19" fmla="*/ 145 h 28"/>
                  <a:gd name="T20" fmla="*/ 15 w 30"/>
                  <a:gd name="T21" fmla="*/ 100 h 28"/>
                  <a:gd name="T22" fmla="*/ 0 w 30"/>
                  <a:gd name="T23" fmla="*/ 64 h 28"/>
                  <a:gd name="T24" fmla="*/ 15 w 30"/>
                  <a:gd name="T25" fmla="*/ 8 h 2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0" h="28">
                    <a:moveTo>
                      <a:pt x="3" y="0"/>
                    </a:moveTo>
                    <a:cubicBezTo>
                      <a:pt x="5" y="1"/>
                      <a:pt x="6" y="3"/>
                      <a:pt x="8" y="4"/>
                    </a:cubicBezTo>
                    <a:cubicBezTo>
                      <a:pt x="10" y="6"/>
                      <a:pt x="12" y="7"/>
                      <a:pt x="13" y="9"/>
                    </a:cubicBezTo>
                    <a:cubicBezTo>
                      <a:pt x="15" y="10"/>
                      <a:pt x="15" y="10"/>
                      <a:pt x="17" y="11"/>
                    </a:cubicBezTo>
                    <a:cubicBezTo>
                      <a:pt x="19" y="12"/>
                      <a:pt x="20" y="13"/>
                      <a:pt x="22" y="14"/>
                    </a:cubicBezTo>
                    <a:cubicBezTo>
                      <a:pt x="24" y="16"/>
                      <a:pt x="27" y="18"/>
                      <a:pt x="28" y="20"/>
                    </a:cubicBezTo>
                    <a:cubicBezTo>
                      <a:pt x="30" y="23"/>
                      <a:pt x="29" y="25"/>
                      <a:pt x="29" y="28"/>
                    </a:cubicBezTo>
                    <a:cubicBezTo>
                      <a:pt x="27" y="28"/>
                      <a:pt x="26" y="27"/>
                      <a:pt x="24" y="27"/>
                    </a:cubicBezTo>
                    <a:cubicBezTo>
                      <a:pt x="23" y="26"/>
                      <a:pt x="21" y="26"/>
                      <a:pt x="20" y="25"/>
                    </a:cubicBezTo>
                    <a:cubicBezTo>
                      <a:pt x="17" y="23"/>
                      <a:pt x="14" y="21"/>
                      <a:pt x="11" y="20"/>
                    </a:cubicBezTo>
                    <a:cubicBezTo>
                      <a:pt x="8" y="18"/>
                      <a:pt x="4" y="16"/>
                      <a:pt x="2" y="14"/>
                    </a:cubicBezTo>
                    <a:cubicBezTo>
                      <a:pt x="0" y="12"/>
                      <a:pt x="0" y="11"/>
                      <a:pt x="0" y="9"/>
                    </a:cubicBezTo>
                    <a:cubicBezTo>
                      <a:pt x="0" y="6"/>
                      <a:pt x="0" y="3"/>
                      <a:pt x="2" y="1"/>
                    </a:cubicBezTo>
                  </a:path>
                </a:pathLst>
              </a:custGeom>
              <a:solidFill>
                <a:srgbClr val="F8F6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892" name="Freeform 264">
                <a:extLst>
                  <a:ext uri="{FF2B5EF4-FFF2-40B4-BE49-F238E27FC236}">
                    <a16:creationId xmlns:a16="http://schemas.microsoft.com/office/drawing/2014/main" id="{7BF245F3-8BE0-434A-83C7-9E1D6FE6A8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2" y="2677"/>
                <a:ext cx="79" cy="58"/>
              </a:xfrm>
              <a:custGeom>
                <a:avLst/>
                <a:gdLst>
                  <a:gd name="T0" fmla="*/ 15 w 41"/>
                  <a:gd name="T1" fmla="*/ 0 h 30"/>
                  <a:gd name="T2" fmla="*/ 56 w 41"/>
                  <a:gd name="T3" fmla="*/ 23 h 30"/>
                  <a:gd name="T4" fmla="*/ 100 w 41"/>
                  <a:gd name="T5" fmla="*/ 52 h 30"/>
                  <a:gd name="T6" fmla="*/ 137 w 41"/>
                  <a:gd name="T7" fmla="*/ 79 h 30"/>
                  <a:gd name="T8" fmla="*/ 177 w 41"/>
                  <a:gd name="T9" fmla="*/ 93 h 30"/>
                  <a:gd name="T10" fmla="*/ 264 w 41"/>
                  <a:gd name="T11" fmla="*/ 209 h 30"/>
                  <a:gd name="T12" fmla="*/ 200 w 41"/>
                  <a:gd name="T13" fmla="*/ 195 h 30"/>
                  <a:gd name="T14" fmla="*/ 156 w 41"/>
                  <a:gd name="T15" fmla="*/ 172 h 30"/>
                  <a:gd name="T16" fmla="*/ 64 w 41"/>
                  <a:gd name="T17" fmla="*/ 108 h 30"/>
                  <a:gd name="T18" fmla="*/ 23 w 41"/>
                  <a:gd name="T19" fmla="*/ 56 h 30"/>
                  <a:gd name="T20" fmla="*/ 0 w 41"/>
                  <a:gd name="T21" fmla="*/ 23 h 3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1" h="30">
                    <a:moveTo>
                      <a:pt x="2" y="0"/>
                    </a:moveTo>
                    <a:cubicBezTo>
                      <a:pt x="4" y="0"/>
                      <a:pt x="6" y="2"/>
                      <a:pt x="8" y="3"/>
                    </a:cubicBezTo>
                    <a:cubicBezTo>
                      <a:pt x="10" y="4"/>
                      <a:pt x="12" y="5"/>
                      <a:pt x="14" y="7"/>
                    </a:cubicBezTo>
                    <a:cubicBezTo>
                      <a:pt x="15" y="9"/>
                      <a:pt x="17" y="10"/>
                      <a:pt x="19" y="11"/>
                    </a:cubicBezTo>
                    <a:cubicBezTo>
                      <a:pt x="21" y="13"/>
                      <a:pt x="23" y="12"/>
                      <a:pt x="25" y="13"/>
                    </a:cubicBezTo>
                    <a:cubicBezTo>
                      <a:pt x="32" y="14"/>
                      <a:pt x="41" y="22"/>
                      <a:pt x="37" y="29"/>
                    </a:cubicBezTo>
                    <a:cubicBezTo>
                      <a:pt x="34" y="30"/>
                      <a:pt x="30" y="28"/>
                      <a:pt x="28" y="27"/>
                    </a:cubicBezTo>
                    <a:cubicBezTo>
                      <a:pt x="26" y="26"/>
                      <a:pt x="24" y="25"/>
                      <a:pt x="22" y="24"/>
                    </a:cubicBezTo>
                    <a:cubicBezTo>
                      <a:pt x="17" y="22"/>
                      <a:pt x="13" y="19"/>
                      <a:pt x="9" y="15"/>
                    </a:cubicBezTo>
                    <a:cubicBezTo>
                      <a:pt x="7" y="13"/>
                      <a:pt x="5" y="11"/>
                      <a:pt x="3" y="8"/>
                    </a:cubicBezTo>
                    <a:cubicBezTo>
                      <a:pt x="2" y="6"/>
                      <a:pt x="2" y="4"/>
                      <a:pt x="0" y="3"/>
                    </a:cubicBezTo>
                  </a:path>
                </a:pathLst>
              </a:custGeom>
              <a:noFill/>
              <a:ln w="6350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893" name="Freeform 265">
                <a:extLst>
                  <a:ext uri="{FF2B5EF4-FFF2-40B4-BE49-F238E27FC236}">
                    <a16:creationId xmlns:a16="http://schemas.microsoft.com/office/drawing/2014/main" id="{F583134C-A200-46F0-AEA3-000E5C840D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4" y="2654"/>
                <a:ext cx="50" cy="48"/>
              </a:xfrm>
              <a:custGeom>
                <a:avLst/>
                <a:gdLst>
                  <a:gd name="T0" fmla="*/ 0 w 26"/>
                  <a:gd name="T1" fmla="*/ 0 h 25"/>
                  <a:gd name="T2" fmla="*/ 37 w 26"/>
                  <a:gd name="T3" fmla="*/ 29 h 25"/>
                  <a:gd name="T4" fmla="*/ 71 w 26"/>
                  <a:gd name="T5" fmla="*/ 63 h 25"/>
                  <a:gd name="T6" fmla="*/ 100 w 26"/>
                  <a:gd name="T7" fmla="*/ 77 h 25"/>
                  <a:gd name="T8" fmla="*/ 137 w 26"/>
                  <a:gd name="T9" fmla="*/ 100 h 25"/>
                  <a:gd name="T10" fmla="*/ 177 w 26"/>
                  <a:gd name="T11" fmla="*/ 140 h 25"/>
                  <a:gd name="T12" fmla="*/ 185 w 26"/>
                  <a:gd name="T13" fmla="*/ 177 h 2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" h="25">
                    <a:moveTo>
                      <a:pt x="0" y="0"/>
                    </a:moveTo>
                    <a:cubicBezTo>
                      <a:pt x="2" y="1"/>
                      <a:pt x="3" y="3"/>
                      <a:pt x="5" y="4"/>
                    </a:cubicBezTo>
                    <a:cubicBezTo>
                      <a:pt x="7" y="6"/>
                      <a:pt x="9" y="7"/>
                      <a:pt x="10" y="9"/>
                    </a:cubicBezTo>
                    <a:cubicBezTo>
                      <a:pt x="12" y="10"/>
                      <a:pt x="12" y="10"/>
                      <a:pt x="14" y="11"/>
                    </a:cubicBezTo>
                    <a:cubicBezTo>
                      <a:pt x="16" y="12"/>
                      <a:pt x="17" y="13"/>
                      <a:pt x="19" y="14"/>
                    </a:cubicBezTo>
                    <a:cubicBezTo>
                      <a:pt x="21" y="16"/>
                      <a:pt x="24" y="18"/>
                      <a:pt x="25" y="20"/>
                    </a:cubicBezTo>
                    <a:cubicBezTo>
                      <a:pt x="26" y="22"/>
                      <a:pt x="26" y="23"/>
                      <a:pt x="26" y="25"/>
                    </a:cubicBezTo>
                  </a:path>
                </a:pathLst>
              </a:custGeom>
              <a:noFill/>
              <a:ln w="6350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894" name="Freeform 266">
                <a:extLst>
                  <a:ext uri="{FF2B5EF4-FFF2-40B4-BE49-F238E27FC236}">
                    <a16:creationId xmlns:a16="http://schemas.microsoft.com/office/drawing/2014/main" id="{F3303909-E489-4E5F-A286-68CFEB5A90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1" y="935"/>
                <a:ext cx="376" cy="235"/>
              </a:xfrm>
              <a:custGeom>
                <a:avLst/>
                <a:gdLst>
                  <a:gd name="T0" fmla="*/ 137 w 195"/>
                  <a:gd name="T1" fmla="*/ 29 h 122"/>
                  <a:gd name="T2" fmla="*/ 0 w 195"/>
                  <a:gd name="T3" fmla="*/ 873 h 122"/>
                  <a:gd name="T4" fmla="*/ 1398 w 195"/>
                  <a:gd name="T5" fmla="*/ 873 h 122"/>
                  <a:gd name="T6" fmla="*/ 1234 w 195"/>
                  <a:gd name="T7" fmla="*/ 0 h 122"/>
                  <a:gd name="T8" fmla="*/ 137 w 195"/>
                  <a:gd name="T9" fmla="*/ 29 h 1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5" h="122">
                    <a:moveTo>
                      <a:pt x="19" y="4"/>
                    </a:moveTo>
                    <a:cubicBezTo>
                      <a:pt x="19" y="4"/>
                      <a:pt x="13" y="93"/>
                      <a:pt x="0" y="122"/>
                    </a:cubicBezTo>
                    <a:cubicBezTo>
                      <a:pt x="195" y="122"/>
                      <a:pt x="195" y="122"/>
                      <a:pt x="195" y="122"/>
                    </a:cubicBezTo>
                    <a:cubicBezTo>
                      <a:pt x="195" y="122"/>
                      <a:pt x="173" y="48"/>
                      <a:pt x="172" y="0"/>
                    </a:cubicBezTo>
                    <a:lnTo>
                      <a:pt x="19" y="4"/>
                    </a:lnTo>
                    <a:close/>
                  </a:path>
                </a:pathLst>
              </a:custGeom>
              <a:solidFill>
                <a:srgbClr val="9A76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895" name="Freeform 267">
                <a:extLst>
                  <a:ext uri="{FF2B5EF4-FFF2-40B4-BE49-F238E27FC236}">
                    <a16:creationId xmlns:a16="http://schemas.microsoft.com/office/drawing/2014/main" id="{C456D137-439F-49AC-ACE2-FF683EBBE7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1" y="935"/>
                <a:ext cx="376" cy="235"/>
              </a:xfrm>
              <a:custGeom>
                <a:avLst/>
                <a:gdLst>
                  <a:gd name="T0" fmla="*/ 137 w 195"/>
                  <a:gd name="T1" fmla="*/ 29 h 122"/>
                  <a:gd name="T2" fmla="*/ 0 w 195"/>
                  <a:gd name="T3" fmla="*/ 873 h 122"/>
                  <a:gd name="T4" fmla="*/ 1398 w 195"/>
                  <a:gd name="T5" fmla="*/ 873 h 122"/>
                  <a:gd name="T6" fmla="*/ 1234 w 195"/>
                  <a:gd name="T7" fmla="*/ 0 h 122"/>
                  <a:gd name="T8" fmla="*/ 137 w 195"/>
                  <a:gd name="T9" fmla="*/ 29 h 1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5" h="122">
                    <a:moveTo>
                      <a:pt x="19" y="4"/>
                    </a:moveTo>
                    <a:cubicBezTo>
                      <a:pt x="19" y="4"/>
                      <a:pt x="13" y="93"/>
                      <a:pt x="0" y="122"/>
                    </a:cubicBezTo>
                    <a:cubicBezTo>
                      <a:pt x="195" y="122"/>
                      <a:pt x="195" y="122"/>
                      <a:pt x="195" y="122"/>
                    </a:cubicBezTo>
                    <a:cubicBezTo>
                      <a:pt x="195" y="122"/>
                      <a:pt x="173" y="48"/>
                      <a:pt x="172" y="0"/>
                    </a:cubicBezTo>
                    <a:lnTo>
                      <a:pt x="19" y="4"/>
                    </a:lnTo>
                    <a:close/>
                  </a:path>
                </a:pathLst>
              </a:custGeom>
              <a:noFill/>
              <a:ln w="6350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896" name="Freeform 268">
                <a:extLst>
                  <a:ext uri="{FF2B5EF4-FFF2-40B4-BE49-F238E27FC236}">
                    <a16:creationId xmlns:a16="http://schemas.microsoft.com/office/drawing/2014/main" id="{170800D7-628D-4833-9C04-EB372C3D47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7" y="1095"/>
                <a:ext cx="102" cy="69"/>
              </a:xfrm>
              <a:custGeom>
                <a:avLst/>
                <a:gdLst>
                  <a:gd name="T0" fmla="*/ 0 w 53"/>
                  <a:gd name="T1" fmla="*/ 253 h 36"/>
                  <a:gd name="T2" fmla="*/ 64 w 53"/>
                  <a:gd name="T3" fmla="*/ 161 h 36"/>
                  <a:gd name="T4" fmla="*/ 64 w 53"/>
                  <a:gd name="T5" fmla="*/ 213 h 36"/>
                  <a:gd name="T6" fmla="*/ 85 w 53"/>
                  <a:gd name="T7" fmla="*/ 184 h 36"/>
                  <a:gd name="T8" fmla="*/ 92 w 53"/>
                  <a:gd name="T9" fmla="*/ 205 h 36"/>
                  <a:gd name="T10" fmla="*/ 100 w 53"/>
                  <a:gd name="T11" fmla="*/ 213 h 36"/>
                  <a:gd name="T12" fmla="*/ 164 w 53"/>
                  <a:gd name="T13" fmla="*/ 69 h 36"/>
                  <a:gd name="T14" fmla="*/ 171 w 53"/>
                  <a:gd name="T15" fmla="*/ 121 h 36"/>
                  <a:gd name="T16" fmla="*/ 171 w 53"/>
                  <a:gd name="T17" fmla="*/ 199 h 36"/>
                  <a:gd name="T18" fmla="*/ 221 w 53"/>
                  <a:gd name="T19" fmla="*/ 36 h 36"/>
                  <a:gd name="T20" fmla="*/ 237 w 53"/>
                  <a:gd name="T21" fmla="*/ 92 h 36"/>
                  <a:gd name="T22" fmla="*/ 241 w 53"/>
                  <a:gd name="T23" fmla="*/ 184 h 36"/>
                  <a:gd name="T24" fmla="*/ 269 w 53"/>
                  <a:gd name="T25" fmla="*/ 36 h 36"/>
                  <a:gd name="T26" fmla="*/ 293 w 53"/>
                  <a:gd name="T27" fmla="*/ 92 h 36"/>
                  <a:gd name="T28" fmla="*/ 316 w 53"/>
                  <a:gd name="T29" fmla="*/ 155 h 36"/>
                  <a:gd name="T30" fmla="*/ 316 w 53"/>
                  <a:gd name="T31" fmla="*/ 56 h 36"/>
                  <a:gd name="T32" fmla="*/ 308 w 53"/>
                  <a:gd name="T33" fmla="*/ 0 h 36"/>
                  <a:gd name="T34" fmla="*/ 341 w 53"/>
                  <a:gd name="T35" fmla="*/ 121 h 36"/>
                  <a:gd name="T36" fmla="*/ 356 w 53"/>
                  <a:gd name="T37" fmla="*/ 184 h 36"/>
                  <a:gd name="T38" fmla="*/ 377 w 53"/>
                  <a:gd name="T39" fmla="*/ 253 h 36"/>
                  <a:gd name="T40" fmla="*/ 300 w 53"/>
                  <a:gd name="T41" fmla="*/ 232 h 36"/>
                  <a:gd name="T42" fmla="*/ 216 w 53"/>
                  <a:gd name="T43" fmla="*/ 232 h 36"/>
                  <a:gd name="T44" fmla="*/ 123 w 53"/>
                  <a:gd name="T45" fmla="*/ 245 h 36"/>
                  <a:gd name="T46" fmla="*/ 64 w 53"/>
                  <a:gd name="T47" fmla="*/ 240 h 36"/>
                  <a:gd name="T48" fmla="*/ 29 w 53"/>
                  <a:gd name="T49" fmla="*/ 245 h 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53" h="36">
                    <a:moveTo>
                      <a:pt x="0" y="36"/>
                    </a:moveTo>
                    <a:cubicBezTo>
                      <a:pt x="4" y="33"/>
                      <a:pt x="7" y="27"/>
                      <a:pt x="9" y="23"/>
                    </a:cubicBezTo>
                    <a:cubicBezTo>
                      <a:pt x="9" y="25"/>
                      <a:pt x="9" y="28"/>
                      <a:pt x="9" y="30"/>
                    </a:cubicBezTo>
                    <a:cubicBezTo>
                      <a:pt x="10" y="29"/>
                      <a:pt x="11" y="27"/>
                      <a:pt x="12" y="26"/>
                    </a:cubicBezTo>
                    <a:cubicBezTo>
                      <a:pt x="13" y="27"/>
                      <a:pt x="13" y="28"/>
                      <a:pt x="13" y="29"/>
                    </a:cubicBezTo>
                    <a:cubicBezTo>
                      <a:pt x="13" y="29"/>
                      <a:pt x="14" y="30"/>
                      <a:pt x="14" y="30"/>
                    </a:cubicBezTo>
                    <a:cubicBezTo>
                      <a:pt x="19" y="25"/>
                      <a:pt x="21" y="17"/>
                      <a:pt x="23" y="10"/>
                    </a:cubicBezTo>
                    <a:cubicBezTo>
                      <a:pt x="23" y="12"/>
                      <a:pt x="24" y="15"/>
                      <a:pt x="24" y="17"/>
                    </a:cubicBezTo>
                    <a:cubicBezTo>
                      <a:pt x="24" y="21"/>
                      <a:pt x="23" y="24"/>
                      <a:pt x="24" y="28"/>
                    </a:cubicBezTo>
                    <a:cubicBezTo>
                      <a:pt x="29" y="23"/>
                      <a:pt x="30" y="12"/>
                      <a:pt x="31" y="5"/>
                    </a:cubicBezTo>
                    <a:cubicBezTo>
                      <a:pt x="31" y="7"/>
                      <a:pt x="32" y="10"/>
                      <a:pt x="33" y="13"/>
                    </a:cubicBezTo>
                    <a:cubicBezTo>
                      <a:pt x="33" y="17"/>
                      <a:pt x="34" y="22"/>
                      <a:pt x="34" y="26"/>
                    </a:cubicBezTo>
                    <a:cubicBezTo>
                      <a:pt x="37" y="19"/>
                      <a:pt x="36" y="11"/>
                      <a:pt x="38" y="5"/>
                    </a:cubicBezTo>
                    <a:cubicBezTo>
                      <a:pt x="39" y="7"/>
                      <a:pt x="40" y="10"/>
                      <a:pt x="41" y="13"/>
                    </a:cubicBezTo>
                    <a:cubicBezTo>
                      <a:pt x="41" y="15"/>
                      <a:pt x="42" y="20"/>
                      <a:pt x="44" y="22"/>
                    </a:cubicBezTo>
                    <a:cubicBezTo>
                      <a:pt x="45" y="18"/>
                      <a:pt x="44" y="13"/>
                      <a:pt x="44" y="8"/>
                    </a:cubicBezTo>
                    <a:cubicBezTo>
                      <a:pt x="44" y="6"/>
                      <a:pt x="42" y="2"/>
                      <a:pt x="43" y="0"/>
                    </a:cubicBezTo>
                    <a:cubicBezTo>
                      <a:pt x="46" y="3"/>
                      <a:pt x="47" y="12"/>
                      <a:pt x="48" y="17"/>
                    </a:cubicBezTo>
                    <a:cubicBezTo>
                      <a:pt x="49" y="20"/>
                      <a:pt x="49" y="23"/>
                      <a:pt x="50" y="26"/>
                    </a:cubicBezTo>
                    <a:cubicBezTo>
                      <a:pt x="51" y="29"/>
                      <a:pt x="52" y="33"/>
                      <a:pt x="53" y="36"/>
                    </a:cubicBezTo>
                    <a:cubicBezTo>
                      <a:pt x="50" y="36"/>
                      <a:pt x="46" y="33"/>
                      <a:pt x="42" y="33"/>
                    </a:cubicBezTo>
                    <a:cubicBezTo>
                      <a:pt x="38" y="33"/>
                      <a:pt x="34" y="33"/>
                      <a:pt x="30" y="33"/>
                    </a:cubicBezTo>
                    <a:cubicBezTo>
                      <a:pt x="26" y="34"/>
                      <a:pt x="22" y="34"/>
                      <a:pt x="17" y="35"/>
                    </a:cubicBezTo>
                    <a:cubicBezTo>
                      <a:pt x="14" y="35"/>
                      <a:pt x="12" y="35"/>
                      <a:pt x="9" y="34"/>
                    </a:cubicBezTo>
                    <a:cubicBezTo>
                      <a:pt x="7" y="34"/>
                      <a:pt x="6" y="35"/>
                      <a:pt x="4" y="35"/>
                    </a:cubicBezTo>
                  </a:path>
                </a:pathLst>
              </a:custGeom>
              <a:solidFill>
                <a:srgbClr val="B087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897" name="Freeform 269">
                <a:extLst>
                  <a:ext uri="{FF2B5EF4-FFF2-40B4-BE49-F238E27FC236}">
                    <a16:creationId xmlns:a16="http://schemas.microsoft.com/office/drawing/2014/main" id="{390FCE98-8DE5-4085-9FEA-7A0077F4A7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7" y="1089"/>
                <a:ext cx="102" cy="79"/>
              </a:xfrm>
              <a:custGeom>
                <a:avLst/>
                <a:gdLst>
                  <a:gd name="T0" fmla="*/ 0 w 53"/>
                  <a:gd name="T1" fmla="*/ 272 h 41"/>
                  <a:gd name="T2" fmla="*/ 77 w 53"/>
                  <a:gd name="T3" fmla="*/ 108 h 41"/>
                  <a:gd name="T4" fmla="*/ 100 w 53"/>
                  <a:gd name="T5" fmla="*/ 0 h 41"/>
                  <a:gd name="T6" fmla="*/ 85 w 53"/>
                  <a:gd name="T7" fmla="*/ 129 h 41"/>
                  <a:gd name="T8" fmla="*/ 56 w 53"/>
                  <a:gd name="T9" fmla="*/ 245 h 41"/>
                  <a:gd name="T10" fmla="*/ 129 w 53"/>
                  <a:gd name="T11" fmla="*/ 116 h 41"/>
                  <a:gd name="T12" fmla="*/ 123 w 53"/>
                  <a:gd name="T13" fmla="*/ 216 h 41"/>
                  <a:gd name="T14" fmla="*/ 164 w 53"/>
                  <a:gd name="T15" fmla="*/ 148 h 41"/>
                  <a:gd name="T16" fmla="*/ 171 w 53"/>
                  <a:gd name="T17" fmla="*/ 208 h 41"/>
                  <a:gd name="T18" fmla="*/ 200 w 53"/>
                  <a:gd name="T19" fmla="*/ 77 h 41"/>
                  <a:gd name="T20" fmla="*/ 229 w 53"/>
                  <a:gd name="T21" fmla="*/ 229 h 41"/>
                  <a:gd name="T22" fmla="*/ 241 w 53"/>
                  <a:gd name="T23" fmla="*/ 116 h 41"/>
                  <a:gd name="T24" fmla="*/ 285 w 53"/>
                  <a:gd name="T25" fmla="*/ 193 h 41"/>
                  <a:gd name="T26" fmla="*/ 285 w 53"/>
                  <a:gd name="T27" fmla="*/ 148 h 41"/>
                  <a:gd name="T28" fmla="*/ 329 w 53"/>
                  <a:gd name="T29" fmla="*/ 208 h 41"/>
                  <a:gd name="T30" fmla="*/ 321 w 53"/>
                  <a:gd name="T31" fmla="*/ 171 h 41"/>
                  <a:gd name="T32" fmla="*/ 377 w 53"/>
                  <a:gd name="T33" fmla="*/ 279 h 41"/>
                  <a:gd name="T34" fmla="*/ 229 w 53"/>
                  <a:gd name="T35" fmla="*/ 279 h 41"/>
                  <a:gd name="T36" fmla="*/ 115 w 53"/>
                  <a:gd name="T37" fmla="*/ 272 h 41"/>
                  <a:gd name="T38" fmla="*/ 15 w 53"/>
                  <a:gd name="T39" fmla="*/ 272 h 41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53" h="41">
                    <a:moveTo>
                      <a:pt x="0" y="38"/>
                    </a:moveTo>
                    <a:cubicBezTo>
                      <a:pt x="5" y="31"/>
                      <a:pt x="8" y="23"/>
                      <a:pt x="11" y="15"/>
                    </a:cubicBezTo>
                    <a:cubicBezTo>
                      <a:pt x="12" y="10"/>
                      <a:pt x="14" y="5"/>
                      <a:pt x="14" y="0"/>
                    </a:cubicBezTo>
                    <a:cubicBezTo>
                      <a:pt x="14" y="6"/>
                      <a:pt x="14" y="12"/>
                      <a:pt x="12" y="18"/>
                    </a:cubicBezTo>
                    <a:cubicBezTo>
                      <a:pt x="11" y="23"/>
                      <a:pt x="11" y="30"/>
                      <a:pt x="8" y="34"/>
                    </a:cubicBezTo>
                    <a:cubicBezTo>
                      <a:pt x="13" y="29"/>
                      <a:pt x="14" y="21"/>
                      <a:pt x="18" y="16"/>
                    </a:cubicBezTo>
                    <a:cubicBezTo>
                      <a:pt x="18" y="21"/>
                      <a:pt x="17" y="25"/>
                      <a:pt x="17" y="30"/>
                    </a:cubicBezTo>
                    <a:cubicBezTo>
                      <a:pt x="18" y="27"/>
                      <a:pt x="20" y="22"/>
                      <a:pt x="23" y="21"/>
                    </a:cubicBezTo>
                    <a:cubicBezTo>
                      <a:pt x="23" y="23"/>
                      <a:pt x="22" y="27"/>
                      <a:pt x="24" y="29"/>
                    </a:cubicBezTo>
                    <a:cubicBezTo>
                      <a:pt x="27" y="24"/>
                      <a:pt x="25" y="16"/>
                      <a:pt x="28" y="11"/>
                    </a:cubicBezTo>
                    <a:cubicBezTo>
                      <a:pt x="30" y="18"/>
                      <a:pt x="31" y="25"/>
                      <a:pt x="32" y="32"/>
                    </a:cubicBezTo>
                    <a:cubicBezTo>
                      <a:pt x="34" y="27"/>
                      <a:pt x="34" y="21"/>
                      <a:pt x="34" y="16"/>
                    </a:cubicBezTo>
                    <a:cubicBezTo>
                      <a:pt x="38" y="17"/>
                      <a:pt x="38" y="24"/>
                      <a:pt x="40" y="27"/>
                    </a:cubicBezTo>
                    <a:cubicBezTo>
                      <a:pt x="40" y="25"/>
                      <a:pt x="39" y="23"/>
                      <a:pt x="40" y="21"/>
                    </a:cubicBezTo>
                    <a:cubicBezTo>
                      <a:pt x="42" y="23"/>
                      <a:pt x="44" y="27"/>
                      <a:pt x="46" y="29"/>
                    </a:cubicBezTo>
                    <a:cubicBezTo>
                      <a:pt x="46" y="27"/>
                      <a:pt x="45" y="25"/>
                      <a:pt x="45" y="24"/>
                    </a:cubicBezTo>
                    <a:cubicBezTo>
                      <a:pt x="48" y="29"/>
                      <a:pt x="51" y="34"/>
                      <a:pt x="53" y="39"/>
                    </a:cubicBezTo>
                    <a:cubicBezTo>
                      <a:pt x="46" y="41"/>
                      <a:pt x="39" y="39"/>
                      <a:pt x="32" y="39"/>
                    </a:cubicBezTo>
                    <a:cubicBezTo>
                      <a:pt x="27" y="39"/>
                      <a:pt x="21" y="37"/>
                      <a:pt x="16" y="38"/>
                    </a:cubicBezTo>
                    <a:cubicBezTo>
                      <a:pt x="11" y="38"/>
                      <a:pt x="7" y="38"/>
                      <a:pt x="2" y="38"/>
                    </a:cubicBezTo>
                  </a:path>
                </a:pathLst>
              </a:custGeom>
              <a:solidFill>
                <a:srgbClr val="B087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898" name="Freeform 270">
                <a:extLst>
                  <a:ext uri="{FF2B5EF4-FFF2-40B4-BE49-F238E27FC236}">
                    <a16:creationId xmlns:a16="http://schemas.microsoft.com/office/drawing/2014/main" id="{4A6B9E13-396C-4D86-9352-6ECA43B1BE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4" y="1153"/>
                <a:ext cx="868" cy="2830"/>
              </a:xfrm>
              <a:custGeom>
                <a:avLst/>
                <a:gdLst>
                  <a:gd name="T0" fmla="*/ 1910 w 450"/>
                  <a:gd name="T1" fmla="*/ 6771 h 1472"/>
                  <a:gd name="T2" fmla="*/ 1910 w 450"/>
                  <a:gd name="T3" fmla="*/ 8302 h 1472"/>
                  <a:gd name="T4" fmla="*/ 2039 w 450"/>
                  <a:gd name="T5" fmla="*/ 9792 h 1472"/>
                  <a:gd name="T6" fmla="*/ 2118 w 450"/>
                  <a:gd name="T7" fmla="*/ 10332 h 1472"/>
                  <a:gd name="T8" fmla="*/ 2540 w 450"/>
                  <a:gd name="T9" fmla="*/ 10332 h 1472"/>
                  <a:gd name="T10" fmla="*/ 2799 w 450"/>
                  <a:gd name="T11" fmla="*/ 10324 h 1472"/>
                  <a:gd name="T12" fmla="*/ 2672 w 450"/>
                  <a:gd name="T13" fmla="*/ 9999 h 1472"/>
                  <a:gd name="T14" fmla="*/ 2411 w 450"/>
                  <a:gd name="T15" fmla="*/ 9203 h 1472"/>
                  <a:gd name="T16" fmla="*/ 2540 w 450"/>
                  <a:gd name="T17" fmla="*/ 6750 h 1472"/>
                  <a:gd name="T18" fmla="*/ 2697 w 450"/>
                  <a:gd name="T19" fmla="*/ 3943 h 1472"/>
                  <a:gd name="T20" fmla="*/ 2475 w 450"/>
                  <a:gd name="T21" fmla="*/ 2905 h 1472"/>
                  <a:gd name="T22" fmla="*/ 2548 w 450"/>
                  <a:gd name="T23" fmla="*/ 2003 h 1472"/>
                  <a:gd name="T24" fmla="*/ 2648 w 450"/>
                  <a:gd name="T25" fmla="*/ 2928 h 1472"/>
                  <a:gd name="T26" fmla="*/ 2876 w 450"/>
                  <a:gd name="T27" fmla="*/ 4968 h 1472"/>
                  <a:gd name="T28" fmla="*/ 2720 w 450"/>
                  <a:gd name="T29" fmla="*/ 5662 h 1472"/>
                  <a:gd name="T30" fmla="*/ 2884 w 450"/>
                  <a:gd name="T31" fmla="*/ 5537 h 1472"/>
                  <a:gd name="T32" fmla="*/ 3021 w 450"/>
                  <a:gd name="T33" fmla="*/ 5656 h 1472"/>
                  <a:gd name="T34" fmla="*/ 2772 w 450"/>
                  <a:gd name="T35" fmla="*/ 6010 h 1472"/>
                  <a:gd name="T36" fmla="*/ 3185 w 450"/>
                  <a:gd name="T37" fmla="*/ 5593 h 1472"/>
                  <a:gd name="T38" fmla="*/ 3185 w 450"/>
                  <a:gd name="T39" fmla="*/ 4824 h 1472"/>
                  <a:gd name="T40" fmla="*/ 3100 w 450"/>
                  <a:gd name="T41" fmla="*/ 2805 h 1472"/>
                  <a:gd name="T42" fmla="*/ 2643 w 450"/>
                  <a:gd name="T43" fmla="*/ 794 h 1472"/>
                  <a:gd name="T44" fmla="*/ 2102 w 450"/>
                  <a:gd name="T45" fmla="*/ 525 h 1472"/>
                  <a:gd name="T46" fmla="*/ 1894 w 450"/>
                  <a:gd name="T47" fmla="*/ 0 h 1472"/>
                  <a:gd name="T48" fmla="*/ 1335 w 450"/>
                  <a:gd name="T49" fmla="*/ 325 h 1472"/>
                  <a:gd name="T50" fmla="*/ 804 w 450"/>
                  <a:gd name="T51" fmla="*/ 740 h 1472"/>
                  <a:gd name="T52" fmla="*/ 185 w 450"/>
                  <a:gd name="T53" fmla="*/ 1478 h 1472"/>
                  <a:gd name="T54" fmla="*/ 123 w 450"/>
                  <a:gd name="T55" fmla="*/ 3461 h 1472"/>
                  <a:gd name="T56" fmla="*/ 8 w 450"/>
                  <a:gd name="T57" fmla="*/ 5229 h 1472"/>
                  <a:gd name="T58" fmla="*/ 116 w 450"/>
                  <a:gd name="T59" fmla="*/ 5729 h 1472"/>
                  <a:gd name="T60" fmla="*/ 357 w 450"/>
                  <a:gd name="T61" fmla="*/ 5821 h 1472"/>
                  <a:gd name="T62" fmla="*/ 253 w 450"/>
                  <a:gd name="T63" fmla="*/ 5352 h 1472"/>
                  <a:gd name="T64" fmla="*/ 532 w 450"/>
                  <a:gd name="T65" fmla="*/ 5729 h 1472"/>
                  <a:gd name="T66" fmla="*/ 440 w 450"/>
                  <a:gd name="T67" fmla="*/ 5452 h 1472"/>
                  <a:gd name="T68" fmla="*/ 465 w 450"/>
                  <a:gd name="T69" fmla="*/ 3943 h 1472"/>
                  <a:gd name="T70" fmla="*/ 625 w 450"/>
                  <a:gd name="T71" fmla="*/ 1778 h 1472"/>
                  <a:gd name="T72" fmla="*/ 710 w 450"/>
                  <a:gd name="T73" fmla="*/ 2288 h 1472"/>
                  <a:gd name="T74" fmla="*/ 710 w 450"/>
                  <a:gd name="T75" fmla="*/ 3366 h 1472"/>
                  <a:gd name="T76" fmla="*/ 496 w 450"/>
                  <a:gd name="T77" fmla="*/ 4904 h 1472"/>
                  <a:gd name="T78" fmla="*/ 733 w 450"/>
                  <a:gd name="T79" fmla="*/ 7388 h 1472"/>
                  <a:gd name="T80" fmla="*/ 756 w 450"/>
                  <a:gd name="T81" fmla="*/ 9599 h 1472"/>
                  <a:gd name="T82" fmla="*/ 424 w 450"/>
                  <a:gd name="T83" fmla="*/ 10228 h 1472"/>
                  <a:gd name="T84" fmla="*/ 532 w 450"/>
                  <a:gd name="T85" fmla="*/ 10345 h 1472"/>
                  <a:gd name="T86" fmla="*/ 866 w 450"/>
                  <a:gd name="T87" fmla="*/ 10338 h 1472"/>
                  <a:gd name="T88" fmla="*/ 1142 w 450"/>
                  <a:gd name="T89" fmla="*/ 10113 h 1472"/>
                  <a:gd name="T90" fmla="*/ 1221 w 450"/>
                  <a:gd name="T91" fmla="*/ 9451 h 1472"/>
                  <a:gd name="T92" fmla="*/ 1314 w 450"/>
                  <a:gd name="T93" fmla="*/ 7356 h 1472"/>
                  <a:gd name="T94" fmla="*/ 1530 w 450"/>
                  <a:gd name="T95" fmla="*/ 4639 h 1472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0" t="0" r="r" b="b"/>
                <a:pathLst>
                  <a:path w="450" h="1472">
                    <a:moveTo>
                      <a:pt x="237" y="653"/>
                    </a:moveTo>
                    <a:cubicBezTo>
                      <a:pt x="240" y="692"/>
                      <a:pt x="278" y="869"/>
                      <a:pt x="266" y="953"/>
                    </a:cubicBezTo>
                    <a:cubicBezTo>
                      <a:pt x="258" y="1001"/>
                      <a:pt x="271" y="1007"/>
                      <a:pt x="267" y="1035"/>
                    </a:cubicBezTo>
                    <a:cubicBezTo>
                      <a:pt x="263" y="1063"/>
                      <a:pt x="261" y="1139"/>
                      <a:pt x="266" y="1168"/>
                    </a:cubicBezTo>
                    <a:cubicBezTo>
                      <a:pt x="270" y="1196"/>
                      <a:pt x="288" y="1291"/>
                      <a:pt x="281" y="1330"/>
                    </a:cubicBezTo>
                    <a:cubicBezTo>
                      <a:pt x="273" y="1366"/>
                      <a:pt x="277" y="1372"/>
                      <a:pt x="284" y="1378"/>
                    </a:cubicBezTo>
                    <a:cubicBezTo>
                      <a:pt x="292" y="1385"/>
                      <a:pt x="293" y="1411"/>
                      <a:pt x="291" y="1423"/>
                    </a:cubicBezTo>
                    <a:cubicBezTo>
                      <a:pt x="288" y="1435"/>
                      <a:pt x="295" y="1454"/>
                      <a:pt x="295" y="1454"/>
                    </a:cubicBezTo>
                    <a:cubicBezTo>
                      <a:pt x="313" y="1472"/>
                      <a:pt x="329" y="1455"/>
                      <a:pt x="329" y="1455"/>
                    </a:cubicBezTo>
                    <a:cubicBezTo>
                      <a:pt x="341" y="1466"/>
                      <a:pt x="354" y="1454"/>
                      <a:pt x="354" y="1454"/>
                    </a:cubicBezTo>
                    <a:cubicBezTo>
                      <a:pt x="362" y="1464"/>
                      <a:pt x="376" y="1456"/>
                      <a:pt x="376" y="1456"/>
                    </a:cubicBezTo>
                    <a:cubicBezTo>
                      <a:pt x="385" y="1462"/>
                      <a:pt x="390" y="1453"/>
                      <a:pt x="390" y="1453"/>
                    </a:cubicBezTo>
                    <a:cubicBezTo>
                      <a:pt x="396" y="1454"/>
                      <a:pt x="398" y="1444"/>
                      <a:pt x="391" y="1439"/>
                    </a:cubicBezTo>
                    <a:cubicBezTo>
                      <a:pt x="384" y="1435"/>
                      <a:pt x="382" y="1423"/>
                      <a:pt x="372" y="1407"/>
                    </a:cubicBezTo>
                    <a:cubicBezTo>
                      <a:pt x="357" y="1383"/>
                      <a:pt x="345" y="1360"/>
                      <a:pt x="345" y="1351"/>
                    </a:cubicBezTo>
                    <a:cubicBezTo>
                      <a:pt x="346" y="1342"/>
                      <a:pt x="347" y="1335"/>
                      <a:pt x="336" y="1295"/>
                    </a:cubicBezTo>
                    <a:cubicBezTo>
                      <a:pt x="325" y="1255"/>
                      <a:pt x="349" y="1098"/>
                      <a:pt x="348" y="1040"/>
                    </a:cubicBezTo>
                    <a:cubicBezTo>
                      <a:pt x="347" y="1003"/>
                      <a:pt x="364" y="986"/>
                      <a:pt x="354" y="950"/>
                    </a:cubicBezTo>
                    <a:cubicBezTo>
                      <a:pt x="345" y="913"/>
                      <a:pt x="386" y="773"/>
                      <a:pt x="381" y="690"/>
                    </a:cubicBezTo>
                    <a:cubicBezTo>
                      <a:pt x="379" y="664"/>
                      <a:pt x="374" y="599"/>
                      <a:pt x="376" y="555"/>
                    </a:cubicBezTo>
                    <a:cubicBezTo>
                      <a:pt x="378" y="512"/>
                      <a:pt x="361" y="498"/>
                      <a:pt x="351" y="474"/>
                    </a:cubicBezTo>
                    <a:cubicBezTo>
                      <a:pt x="341" y="450"/>
                      <a:pt x="337" y="440"/>
                      <a:pt x="345" y="409"/>
                    </a:cubicBezTo>
                    <a:cubicBezTo>
                      <a:pt x="354" y="379"/>
                      <a:pt x="345" y="342"/>
                      <a:pt x="351" y="322"/>
                    </a:cubicBezTo>
                    <a:cubicBezTo>
                      <a:pt x="357" y="303"/>
                      <a:pt x="355" y="282"/>
                      <a:pt x="355" y="282"/>
                    </a:cubicBezTo>
                    <a:cubicBezTo>
                      <a:pt x="360" y="272"/>
                      <a:pt x="363" y="250"/>
                      <a:pt x="363" y="250"/>
                    </a:cubicBezTo>
                    <a:cubicBezTo>
                      <a:pt x="367" y="275"/>
                      <a:pt x="374" y="372"/>
                      <a:pt x="369" y="412"/>
                    </a:cubicBezTo>
                    <a:cubicBezTo>
                      <a:pt x="364" y="452"/>
                      <a:pt x="381" y="524"/>
                      <a:pt x="385" y="555"/>
                    </a:cubicBezTo>
                    <a:cubicBezTo>
                      <a:pt x="390" y="586"/>
                      <a:pt x="416" y="678"/>
                      <a:pt x="401" y="699"/>
                    </a:cubicBezTo>
                    <a:cubicBezTo>
                      <a:pt x="387" y="720"/>
                      <a:pt x="389" y="759"/>
                      <a:pt x="390" y="767"/>
                    </a:cubicBezTo>
                    <a:cubicBezTo>
                      <a:pt x="390" y="776"/>
                      <a:pt x="384" y="793"/>
                      <a:pt x="379" y="797"/>
                    </a:cubicBezTo>
                    <a:cubicBezTo>
                      <a:pt x="374" y="801"/>
                      <a:pt x="376" y="806"/>
                      <a:pt x="376" y="806"/>
                    </a:cubicBezTo>
                    <a:cubicBezTo>
                      <a:pt x="387" y="812"/>
                      <a:pt x="398" y="799"/>
                      <a:pt x="402" y="779"/>
                    </a:cubicBezTo>
                    <a:cubicBezTo>
                      <a:pt x="406" y="759"/>
                      <a:pt x="412" y="751"/>
                      <a:pt x="415" y="753"/>
                    </a:cubicBezTo>
                    <a:cubicBezTo>
                      <a:pt x="418" y="755"/>
                      <a:pt x="425" y="795"/>
                      <a:pt x="421" y="796"/>
                    </a:cubicBezTo>
                    <a:cubicBezTo>
                      <a:pt x="418" y="797"/>
                      <a:pt x="407" y="814"/>
                      <a:pt x="400" y="819"/>
                    </a:cubicBezTo>
                    <a:cubicBezTo>
                      <a:pt x="393" y="824"/>
                      <a:pt x="382" y="840"/>
                      <a:pt x="386" y="846"/>
                    </a:cubicBezTo>
                    <a:cubicBezTo>
                      <a:pt x="390" y="852"/>
                      <a:pt x="422" y="816"/>
                      <a:pt x="434" y="806"/>
                    </a:cubicBezTo>
                    <a:cubicBezTo>
                      <a:pt x="445" y="797"/>
                      <a:pt x="444" y="794"/>
                      <a:pt x="444" y="787"/>
                    </a:cubicBezTo>
                    <a:cubicBezTo>
                      <a:pt x="445" y="780"/>
                      <a:pt x="448" y="758"/>
                      <a:pt x="449" y="736"/>
                    </a:cubicBezTo>
                    <a:cubicBezTo>
                      <a:pt x="450" y="713"/>
                      <a:pt x="447" y="700"/>
                      <a:pt x="444" y="679"/>
                    </a:cubicBezTo>
                    <a:cubicBezTo>
                      <a:pt x="441" y="657"/>
                      <a:pt x="431" y="520"/>
                      <a:pt x="433" y="487"/>
                    </a:cubicBezTo>
                    <a:cubicBezTo>
                      <a:pt x="435" y="454"/>
                      <a:pt x="445" y="436"/>
                      <a:pt x="432" y="395"/>
                    </a:cubicBezTo>
                    <a:cubicBezTo>
                      <a:pt x="422" y="364"/>
                      <a:pt x="418" y="261"/>
                      <a:pt x="424" y="208"/>
                    </a:cubicBezTo>
                    <a:cubicBezTo>
                      <a:pt x="430" y="154"/>
                      <a:pt x="380" y="124"/>
                      <a:pt x="368" y="112"/>
                    </a:cubicBezTo>
                    <a:cubicBezTo>
                      <a:pt x="357" y="101"/>
                      <a:pt x="349" y="102"/>
                      <a:pt x="338" y="104"/>
                    </a:cubicBezTo>
                    <a:cubicBezTo>
                      <a:pt x="327" y="106"/>
                      <a:pt x="311" y="88"/>
                      <a:pt x="293" y="74"/>
                    </a:cubicBezTo>
                    <a:cubicBezTo>
                      <a:pt x="275" y="61"/>
                      <a:pt x="264" y="46"/>
                      <a:pt x="264" y="46"/>
                    </a:cubicBezTo>
                    <a:cubicBezTo>
                      <a:pt x="264" y="0"/>
                      <a:pt x="264" y="0"/>
                      <a:pt x="264" y="0"/>
                    </a:cubicBezTo>
                    <a:cubicBezTo>
                      <a:pt x="186" y="0"/>
                      <a:pt x="186" y="0"/>
                      <a:pt x="186" y="0"/>
                    </a:cubicBezTo>
                    <a:cubicBezTo>
                      <a:pt x="186" y="46"/>
                      <a:pt x="186" y="46"/>
                      <a:pt x="186" y="46"/>
                    </a:cubicBezTo>
                    <a:cubicBezTo>
                      <a:pt x="186" y="46"/>
                      <a:pt x="175" y="61"/>
                      <a:pt x="157" y="74"/>
                    </a:cubicBezTo>
                    <a:cubicBezTo>
                      <a:pt x="139" y="88"/>
                      <a:pt x="123" y="106"/>
                      <a:pt x="112" y="104"/>
                    </a:cubicBezTo>
                    <a:cubicBezTo>
                      <a:pt x="102" y="102"/>
                      <a:pt x="93" y="101"/>
                      <a:pt x="82" y="112"/>
                    </a:cubicBezTo>
                    <a:cubicBezTo>
                      <a:pt x="70" y="124"/>
                      <a:pt x="20" y="154"/>
                      <a:pt x="26" y="208"/>
                    </a:cubicBezTo>
                    <a:cubicBezTo>
                      <a:pt x="32" y="261"/>
                      <a:pt x="28" y="364"/>
                      <a:pt x="18" y="395"/>
                    </a:cubicBezTo>
                    <a:cubicBezTo>
                      <a:pt x="5" y="436"/>
                      <a:pt x="15" y="454"/>
                      <a:pt x="17" y="487"/>
                    </a:cubicBezTo>
                    <a:cubicBezTo>
                      <a:pt x="19" y="520"/>
                      <a:pt x="9" y="657"/>
                      <a:pt x="6" y="679"/>
                    </a:cubicBezTo>
                    <a:cubicBezTo>
                      <a:pt x="3" y="700"/>
                      <a:pt x="0" y="713"/>
                      <a:pt x="1" y="736"/>
                    </a:cubicBezTo>
                    <a:cubicBezTo>
                      <a:pt x="2" y="758"/>
                      <a:pt x="5" y="780"/>
                      <a:pt x="6" y="787"/>
                    </a:cubicBezTo>
                    <a:cubicBezTo>
                      <a:pt x="6" y="794"/>
                      <a:pt x="5" y="797"/>
                      <a:pt x="16" y="806"/>
                    </a:cubicBezTo>
                    <a:cubicBezTo>
                      <a:pt x="28" y="816"/>
                      <a:pt x="60" y="852"/>
                      <a:pt x="64" y="846"/>
                    </a:cubicBezTo>
                    <a:cubicBezTo>
                      <a:pt x="68" y="840"/>
                      <a:pt x="57" y="824"/>
                      <a:pt x="50" y="819"/>
                    </a:cubicBezTo>
                    <a:cubicBezTo>
                      <a:pt x="43" y="814"/>
                      <a:pt x="32" y="797"/>
                      <a:pt x="29" y="796"/>
                    </a:cubicBezTo>
                    <a:cubicBezTo>
                      <a:pt x="25" y="795"/>
                      <a:pt x="32" y="755"/>
                      <a:pt x="35" y="753"/>
                    </a:cubicBezTo>
                    <a:cubicBezTo>
                      <a:pt x="38" y="751"/>
                      <a:pt x="44" y="759"/>
                      <a:pt x="48" y="779"/>
                    </a:cubicBezTo>
                    <a:cubicBezTo>
                      <a:pt x="52" y="799"/>
                      <a:pt x="63" y="812"/>
                      <a:pt x="74" y="806"/>
                    </a:cubicBezTo>
                    <a:cubicBezTo>
                      <a:pt x="74" y="806"/>
                      <a:pt x="76" y="801"/>
                      <a:pt x="71" y="797"/>
                    </a:cubicBezTo>
                    <a:cubicBezTo>
                      <a:pt x="66" y="793"/>
                      <a:pt x="60" y="776"/>
                      <a:pt x="61" y="767"/>
                    </a:cubicBezTo>
                    <a:cubicBezTo>
                      <a:pt x="61" y="759"/>
                      <a:pt x="63" y="720"/>
                      <a:pt x="49" y="699"/>
                    </a:cubicBezTo>
                    <a:cubicBezTo>
                      <a:pt x="34" y="678"/>
                      <a:pt x="60" y="586"/>
                      <a:pt x="65" y="555"/>
                    </a:cubicBezTo>
                    <a:cubicBezTo>
                      <a:pt x="69" y="524"/>
                      <a:pt x="86" y="452"/>
                      <a:pt x="81" y="412"/>
                    </a:cubicBezTo>
                    <a:cubicBezTo>
                      <a:pt x="76" y="372"/>
                      <a:pt x="83" y="275"/>
                      <a:pt x="87" y="250"/>
                    </a:cubicBezTo>
                    <a:cubicBezTo>
                      <a:pt x="87" y="250"/>
                      <a:pt x="90" y="272"/>
                      <a:pt x="95" y="282"/>
                    </a:cubicBezTo>
                    <a:cubicBezTo>
                      <a:pt x="95" y="282"/>
                      <a:pt x="93" y="303"/>
                      <a:pt x="99" y="322"/>
                    </a:cubicBezTo>
                    <a:cubicBezTo>
                      <a:pt x="105" y="342"/>
                      <a:pt x="96" y="379"/>
                      <a:pt x="105" y="409"/>
                    </a:cubicBezTo>
                    <a:cubicBezTo>
                      <a:pt x="113" y="440"/>
                      <a:pt x="109" y="450"/>
                      <a:pt x="99" y="474"/>
                    </a:cubicBezTo>
                    <a:cubicBezTo>
                      <a:pt x="89" y="498"/>
                      <a:pt x="72" y="512"/>
                      <a:pt x="74" y="555"/>
                    </a:cubicBezTo>
                    <a:cubicBezTo>
                      <a:pt x="76" y="599"/>
                      <a:pt x="71" y="664"/>
                      <a:pt x="69" y="690"/>
                    </a:cubicBezTo>
                    <a:cubicBezTo>
                      <a:pt x="64" y="773"/>
                      <a:pt x="105" y="913"/>
                      <a:pt x="96" y="950"/>
                    </a:cubicBezTo>
                    <a:cubicBezTo>
                      <a:pt x="86" y="986"/>
                      <a:pt x="103" y="1003"/>
                      <a:pt x="102" y="1040"/>
                    </a:cubicBezTo>
                    <a:cubicBezTo>
                      <a:pt x="101" y="1098"/>
                      <a:pt x="125" y="1255"/>
                      <a:pt x="114" y="1295"/>
                    </a:cubicBezTo>
                    <a:cubicBezTo>
                      <a:pt x="103" y="1335"/>
                      <a:pt x="104" y="1342"/>
                      <a:pt x="105" y="1351"/>
                    </a:cubicBezTo>
                    <a:cubicBezTo>
                      <a:pt x="105" y="1360"/>
                      <a:pt x="93" y="1383"/>
                      <a:pt x="78" y="1407"/>
                    </a:cubicBezTo>
                    <a:cubicBezTo>
                      <a:pt x="68" y="1423"/>
                      <a:pt x="66" y="1435"/>
                      <a:pt x="59" y="1439"/>
                    </a:cubicBezTo>
                    <a:cubicBezTo>
                      <a:pt x="52" y="1444"/>
                      <a:pt x="54" y="1454"/>
                      <a:pt x="60" y="1453"/>
                    </a:cubicBezTo>
                    <a:cubicBezTo>
                      <a:pt x="60" y="1453"/>
                      <a:pt x="65" y="1462"/>
                      <a:pt x="74" y="1456"/>
                    </a:cubicBezTo>
                    <a:cubicBezTo>
                      <a:pt x="74" y="1456"/>
                      <a:pt x="88" y="1464"/>
                      <a:pt x="96" y="1454"/>
                    </a:cubicBezTo>
                    <a:cubicBezTo>
                      <a:pt x="96" y="1454"/>
                      <a:pt x="109" y="1466"/>
                      <a:pt x="121" y="1455"/>
                    </a:cubicBezTo>
                    <a:cubicBezTo>
                      <a:pt x="121" y="1455"/>
                      <a:pt x="137" y="1472"/>
                      <a:pt x="155" y="1454"/>
                    </a:cubicBezTo>
                    <a:cubicBezTo>
                      <a:pt x="155" y="1454"/>
                      <a:pt x="162" y="1435"/>
                      <a:pt x="159" y="1423"/>
                    </a:cubicBezTo>
                    <a:cubicBezTo>
                      <a:pt x="157" y="1411"/>
                      <a:pt x="159" y="1385"/>
                      <a:pt x="166" y="1378"/>
                    </a:cubicBezTo>
                    <a:cubicBezTo>
                      <a:pt x="173" y="1372"/>
                      <a:pt x="177" y="1366"/>
                      <a:pt x="170" y="1330"/>
                    </a:cubicBezTo>
                    <a:cubicBezTo>
                      <a:pt x="162" y="1291"/>
                      <a:pt x="180" y="1196"/>
                      <a:pt x="184" y="1168"/>
                    </a:cubicBezTo>
                    <a:cubicBezTo>
                      <a:pt x="189" y="1139"/>
                      <a:pt x="187" y="1063"/>
                      <a:pt x="183" y="1035"/>
                    </a:cubicBezTo>
                    <a:cubicBezTo>
                      <a:pt x="179" y="1007"/>
                      <a:pt x="192" y="1001"/>
                      <a:pt x="184" y="953"/>
                    </a:cubicBezTo>
                    <a:cubicBezTo>
                      <a:pt x="172" y="869"/>
                      <a:pt x="210" y="692"/>
                      <a:pt x="213" y="653"/>
                    </a:cubicBezTo>
                    <a:cubicBezTo>
                      <a:pt x="213" y="653"/>
                      <a:pt x="224" y="660"/>
                      <a:pt x="237" y="653"/>
                    </a:cubicBezTo>
                    <a:close/>
                  </a:path>
                </a:pathLst>
              </a:custGeom>
              <a:solidFill>
                <a:srgbClr val="F8F6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899" name="Freeform 271">
                <a:extLst>
                  <a:ext uri="{FF2B5EF4-FFF2-40B4-BE49-F238E27FC236}">
                    <a16:creationId xmlns:a16="http://schemas.microsoft.com/office/drawing/2014/main" id="{ABE50458-8095-4226-8D27-DB385D2708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6" y="1153"/>
                <a:ext cx="866" cy="2830"/>
              </a:xfrm>
              <a:custGeom>
                <a:avLst/>
                <a:gdLst>
                  <a:gd name="T0" fmla="*/ 1902 w 449"/>
                  <a:gd name="T1" fmla="*/ 6771 h 1472"/>
                  <a:gd name="T2" fmla="*/ 1902 w 449"/>
                  <a:gd name="T3" fmla="*/ 8294 h 1472"/>
                  <a:gd name="T4" fmla="*/ 2039 w 449"/>
                  <a:gd name="T5" fmla="*/ 9792 h 1472"/>
                  <a:gd name="T6" fmla="*/ 2116 w 449"/>
                  <a:gd name="T7" fmla="*/ 10324 h 1472"/>
                  <a:gd name="T8" fmla="*/ 2532 w 449"/>
                  <a:gd name="T9" fmla="*/ 10324 h 1472"/>
                  <a:gd name="T10" fmla="*/ 2791 w 449"/>
                  <a:gd name="T11" fmla="*/ 10320 h 1472"/>
                  <a:gd name="T12" fmla="*/ 2664 w 449"/>
                  <a:gd name="T13" fmla="*/ 9999 h 1472"/>
                  <a:gd name="T14" fmla="*/ 2403 w 449"/>
                  <a:gd name="T15" fmla="*/ 9196 h 1472"/>
                  <a:gd name="T16" fmla="*/ 2540 w 449"/>
                  <a:gd name="T17" fmla="*/ 6746 h 1472"/>
                  <a:gd name="T18" fmla="*/ 2689 w 449"/>
                  <a:gd name="T19" fmla="*/ 3943 h 1472"/>
                  <a:gd name="T20" fmla="*/ 2475 w 449"/>
                  <a:gd name="T21" fmla="*/ 2905 h 1472"/>
                  <a:gd name="T22" fmla="*/ 2540 w 449"/>
                  <a:gd name="T23" fmla="*/ 2003 h 1472"/>
                  <a:gd name="T24" fmla="*/ 2640 w 449"/>
                  <a:gd name="T25" fmla="*/ 2928 h 1472"/>
                  <a:gd name="T26" fmla="*/ 2876 w 449"/>
                  <a:gd name="T27" fmla="*/ 4968 h 1472"/>
                  <a:gd name="T28" fmla="*/ 2712 w 449"/>
                  <a:gd name="T29" fmla="*/ 5656 h 1472"/>
                  <a:gd name="T30" fmla="*/ 2876 w 449"/>
                  <a:gd name="T31" fmla="*/ 5537 h 1472"/>
                  <a:gd name="T32" fmla="*/ 3020 w 449"/>
                  <a:gd name="T33" fmla="*/ 5656 h 1472"/>
                  <a:gd name="T34" fmla="*/ 2764 w 449"/>
                  <a:gd name="T35" fmla="*/ 6006 h 1472"/>
                  <a:gd name="T36" fmla="*/ 3184 w 449"/>
                  <a:gd name="T37" fmla="*/ 5593 h 1472"/>
                  <a:gd name="T38" fmla="*/ 3177 w 449"/>
                  <a:gd name="T39" fmla="*/ 4816 h 1472"/>
                  <a:gd name="T40" fmla="*/ 3092 w 449"/>
                  <a:gd name="T41" fmla="*/ 2805 h 1472"/>
                  <a:gd name="T42" fmla="*/ 2640 w 449"/>
                  <a:gd name="T43" fmla="*/ 794 h 1472"/>
                  <a:gd name="T44" fmla="*/ 2095 w 449"/>
                  <a:gd name="T45" fmla="*/ 525 h 1472"/>
                  <a:gd name="T46" fmla="*/ 1886 w 449"/>
                  <a:gd name="T47" fmla="*/ 0 h 1472"/>
                  <a:gd name="T48" fmla="*/ 1329 w 449"/>
                  <a:gd name="T49" fmla="*/ 321 h 1472"/>
                  <a:gd name="T50" fmla="*/ 797 w 449"/>
                  <a:gd name="T51" fmla="*/ 740 h 1472"/>
                  <a:gd name="T52" fmla="*/ 179 w 449"/>
                  <a:gd name="T53" fmla="*/ 1471 h 1472"/>
                  <a:gd name="T54" fmla="*/ 116 w 449"/>
                  <a:gd name="T55" fmla="*/ 3453 h 1472"/>
                  <a:gd name="T56" fmla="*/ 0 w 449"/>
                  <a:gd name="T57" fmla="*/ 5224 h 1472"/>
                  <a:gd name="T58" fmla="*/ 116 w 449"/>
                  <a:gd name="T59" fmla="*/ 5729 h 1472"/>
                  <a:gd name="T60" fmla="*/ 353 w 449"/>
                  <a:gd name="T61" fmla="*/ 5814 h 1472"/>
                  <a:gd name="T62" fmla="*/ 253 w 449"/>
                  <a:gd name="T63" fmla="*/ 5345 h 1472"/>
                  <a:gd name="T64" fmla="*/ 525 w 449"/>
                  <a:gd name="T65" fmla="*/ 5729 h 1472"/>
                  <a:gd name="T66" fmla="*/ 432 w 449"/>
                  <a:gd name="T67" fmla="*/ 5452 h 1472"/>
                  <a:gd name="T68" fmla="*/ 457 w 449"/>
                  <a:gd name="T69" fmla="*/ 3943 h 1472"/>
                  <a:gd name="T70" fmla="*/ 617 w 449"/>
                  <a:gd name="T71" fmla="*/ 1778 h 1472"/>
                  <a:gd name="T72" fmla="*/ 704 w 449"/>
                  <a:gd name="T73" fmla="*/ 2288 h 1472"/>
                  <a:gd name="T74" fmla="*/ 704 w 449"/>
                  <a:gd name="T75" fmla="*/ 3361 h 1472"/>
                  <a:gd name="T76" fmla="*/ 496 w 449"/>
                  <a:gd name="T77" fmla="*/ 4904 h 1472"/>
                  <a:gd name="T78" fmla="*/ 725 w 449"/>
                  <a:gd name="T79" fmla="*/ 7388 h 1472"/>
                  <a:gd name="T80" fmla="*/ 748 w 449"/>
                  <a:gd name="T81" fmla="*/ 9592 h 1472"/>
                  <a:gd name="T82" fmla="*/ 417 w 449"/>
                  <a:gd name="T83" fmla="*/ 10228 h 1472"/>
                  <a:gd name="T84" fmla="*/ 532 w 449"/>
                  <a:gd name="T85" fmla="*/ 10338 h 1472"/>
                  <a:gd name="T86" fmla="*/ 860 w 449"/>
                  <a:gd name="T87" fmla="*/ 10338 h 1472"/>
                  <a:gd name="T88" fmla="*/ 1142 w 449"/>
                  <a:gd name="T89" fmla="*/ 10105 h 1472"/>
                  <a:gd name="T90" fmla="*/ 1213 w 449"/>
                  <a:gd name="T91" fmla="*/ 9451 h 1472"/>
                  <a:gd name="T92" fmla="*/ 1306 w 449"/>
                  <a:gd name="T93" fmla="*/ 7356 h 1472"/>
                  <a:gd name="T94" fmla="*/ 1522 w 449"/>
                  <a:gd name="T95" fmla="*/ 4635 h 1472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0" t="0" r="r" b="b"/>
                <a:pathLst>
                  <a:path w="449" h="1472">
                    <a:moveTo>
                      <a:pt x="237" y="652"/>
                    </a:moveTo>
                    <a:cubicBezTo>
                      <a:pt x="239" y="691"/>
                      <a:pt x="277" y="869"/>
                      <a:pt x="265" y="953"/>
                    </a:cubicBezTo>
                    <a:cubicBezTo>
                      <a:pt x="258" y="1000"/>
                      <a:pt x="270" y="1006"/>
                      <a:pt x="266" y="1035"/>
                    </a:cubicBezTo>
                    <a:cubicBezTo>
                      <a:pt x="262" y="1063"/>
                      <a:pt x="260" y="1139"/>
                      <a:pt x="265" y="1167"/>
                    </a:cubicBezTo>
                    <a:cubicBezTo>
                      <a:pt x="270" y="1196"/>
                      <a:pt x="288" y="1291"/>
                      <a:pt x="280" y="1330"/>
                    </a:cubicBezTo>
                    <a:cubicBezTo>
                      <a:pt x="273" y="1366"/>
                      <a:pt x="277" y="1371"/>
                      <a:pt x="284" y="1378"/>
                    </a:cubicBezTo>
                    <a:cubicBezTo>
                      <a:pt x="291" y="1384"/>
                      <a:pt x="292" y="1411"/>
                      <a:pt x="290" y="1422"/>
                    </a:cubicBezTo>
                    <a:cubicBezTo>
                      <a:pt x="288" y="1434"/>
                      <a:pt x="295" y="1453"/>
                      <a:pt x="295" y="1453"/>
                    </a:cubicBezTo>
                    <a:cubicBezTo>
                      <a:pt x="312" y="1472"/>
                      <a:pt x="328" y="1455"/>
                      <a:pt x="328" y="1455"/>
                    </a:cubicBezTo>
                    <a:cubicBezTo>
                      <a:pt x="340" y="1466"/>
                      <a:pt x="353" y="1453"/>
                      <a:pt x="353" y="1453"/>
                    </a:cubicBezTo>
                    <a:cubicBezTo>
                      <a:pt x="361" y="1463"/>
                      <a:pt x="375" y="1455"/>
                      <a:pt x="375" y="1455"/>
                    </a:cubicBezTo>
                    <a:cubicBezTo>
                      <a:pt x="384" y="1462"/>
                      <a:pt x="389" y="1452"/>
                      <a:pt x="389" y="1452"/>
                    </a:cubicBezTo>
                    <a:cubicBezTo>
                      <a:pt x="395" y="1454"/>
                      <a:pt x="398" y="1444"/>
                      <a:pt x="390" y="1439"/>
                    </a:cubicBezTo>
                    <a:cubicBezTo>
                      <a:pt x="383" y="1434"/>
                      <a:pt x="382" y="1423"/>
                      <a:pt x="371" y="1407"/>
                    </a:cubicBezTo>
                    <a:cubicBezTo>
                      <a:pt x="356" y="1382"/>
                      <a:pt x="344" y="1359"/>
                      <a:pt x="345" y="1350"/>
                    </a:cubicBezTo>
                    <a:cubicBezTo>
                      <a:pt x="345" y="1342"/>
                      <a:pt x="346" y="1335"/>
                      <a:pt x="335" y="1294"/>
                    </a:cubicBezTo>
                    <a:cubicBezTo>
                      <a:pt x="324" y="1254"/>
                      <a:pt x="348" y="1098"/>
                      <a:pt x="347" y="1040"/>
                    </a:cubicBezTo>
                    <a:cubicBezTo>
                      <a:pt x="347" y="1003"/>
                      <a:pt x="363" y="986"/>
                      <a:pt x="354" y="949"/>
                    </a:cubicBezTo>
                    <a:cubicBezTo>
                      <a:pt x="344" y="912"/>
                      <a:pt x="385" y="773"/>
                      <a:pt x="380" y="690"/>
                    </a:cubicBezTo>
                    <a:cubicBezTo>
                      <a:pt x="378" y="663"/>
                      <a:pt x="373" y="598"/>
                      <a:pt x="375" y="555"/>
                    </a:cubicBezTo>
                    <a:cubicBezTo>
                      <a:pt x="377" y="511"/>
                      <a:pt x="360" y="498"/>
                      <a:pt x="350" y="473"/>
                    </a:cubicBezTo>
                    <a:cubicBezTo>
                      <a:pt x="340" y="449"/>
                      <a:pt x="336" y="439"/>
                      <a:pt x="345" y="409"/>
                    </a:cubicBezTo>
                    <a:cubicBezTo>
                      <a:pt x="353" y="379"/>
                      <a:pt x="344" y="341"/>
                      <a:pt x="350" y="322"/>
                    </a:cubicBezTo>
                    <a:cubicBezTo>
                      <a:pt x="356" y="303"/>
                      <a:pt x="354" y="282"/>
                      <a:pt x="354" y="282"/>
                    </a:cubicBezTo>
                    <a:cubicBezTo>
                      <a:pt x="359" y="272"/>
                      <a:pt x="363" y="250"/>
                      <a:pt x="363" y="250"/>
                    </a:cubicBezTo>
                    <a:cubicBezTo>
                      <a:pt x="367" y="275"/>
                      <a:pt x="373" y="372"/>
                      <a:pt x="368" y="412"/>
                    </a:cubicBezTo>
                    <a:cubicBezTo>
                      <a:pt x="363" y="452"/>
                      <a:pt x="381" y="524"/>
                      <a:pt x="385" y="555"/>
                    </a:cubicBezTo>
                    <a:cubicBezTo>
                      <a:pt x="389" y="586"/>
                      <a:pt x="415" y="678"/>
                      <a:pt x="401" y="699"/>
                    </a:cubicBezTo>
                    <a:cubicBezTo>
                      <a:pt x="386" y="720"/>
                      <a:pt x="388" y="759"/>
                      <a:pt x="389" y="767"/>
                    </a:cubicBezTo>
                    <a:cubicBezTo>
                      <a:pt x="389" y="775"/>
                      <a:pt x="383" y="792"/>
                      <a:pt x="378" y="796"/>
                    </a:cubicBezTo>
                    <a:cubicBezTo>
                      <a:pt x="373" y="801"/>
                      <a:pt x="375" y="806"/>
                      <a:pt x="375" y="806"/>
                    </a:cubicBezTo>
                    <a:cubicBezTo>
                      <a:pt x="386" y="811"/>
                      <a:pt x="397" y="799"/>
                      <a:pt x="401" y="779"/>
                    </a:cubicBezTo>
                    <a:cubicBezTo>
                      <a:pt x="405" y="759"/>
                      <a:pt x="411" y="750"/>
                      <a:pt x="414" y="752"/>
                    </a:cubicBezTo>
                    <a:cubicBezTo>
                      <a:pt x="417" y="754"/>
                      <a:pt x="424" y="795"/>
                      <a:pt x="421" y="796"/>
                    </a:cubicBezTo>
                    <a:cubicBezTo>
                      <a:pt x="417" y="797"/>
                      <a:pt x="406" y="813"/>
                      <a:pt x="399" y="818"/>
                    </a:cubicBezTo>
                    <a:cubicBezTo>
                      <a:pt x="393" y="823"/>
                      <a:pt x="381" y="839"/>
                      <a:pt x="385" y="845"/>
                    </a:cubicBezTo>
                    <a:cubicBezTo>
                      <a:pt x="389" y="851"/>
                      <a:pt x="422" y="815"/>
                      <a:pt x="433" y="806"/>
                    </a:cubicBezTo>
                    <a:cubicBezTo>
                      <a:pt x="444" y="796"/>
                      <a:pt x="443" y="794"/>
                      <a:pt x="444" y="787"/>
                    </a:cubicBezTo>
                    <a:cubicBezTo>
                      <a:pt x="444" y="780"/>
                      <a:pt x="447" y="758"/>
                      <a:pt x="448" y="735"/>
                    </a:cubicBezTo>
                    <a:cubicBezTo>
                      <a:pt x="449" y="712"/>
                      <a:pt x="446" y="700"/>
                      <a:pt x="443" y="678"/>
                    </a:cubicBezTo>
                    <a:cubicBezTo>
                      <a:pt x="440" y="657"/>
                      <a:pt x="430" y="519"/>
                      <a:pt x="433" y="486"/>
                    </a:cubicBezTo>
                    <a:cubicBezTo>
                      <a:pt x="435" y="454"/>
                      <a:pt x="444" y="436"/>
                      <a:pt x="431" y="395"/>
                    </a:cubicBezTo>
                    <a:cubicBezTo>
                      <a:pt x="422" y="364"/>
                      <a:pt x="417" y="261"/>
                      <a:pt x="423" y="207"/>
                    </a:cubicBezTo>
                    <a:cubicBezTo>
                      <a:pt x="430" y="154"/>
                      <a:pt x="379" y="123"/>
                      <a:pt x="368" y="112"/>
                    </a:cubicBezTo>
                    <a:cubicBezTo>
                      <a:pt x="356" y="100"/>
                      <a:pt x="348" y="102"/>
                      <a:pt x="337" y="104"/>
                    </a:cubicBezTo>
                    <a:cubicBezTo>
                      <a:pt x="326" y="106"/>
                      <a:pt x="310" y="87"/>
                      <a:pt x="292" y="74"/>
                    </a:cubicBezTo>
                    <a:cubicBezTo>
                      <a:pt x="274" y="60"/>
                      <a:pt x="263" y="45"/>
                      <a:pt x="263" y="45"/>
                    </a:cubicBezTo>
                    <a:cubicBezTo>
                      <a:pt x="263" y="0"/>
                      <a:pt x="263" y="0"/>
                      <a:pt x="263" y="0"/>
                    </a:cubicBezTo>
                    <a:cubicBezTo>
                      <a:pt x="185" y="0"/>
                      <a:pt x="185" y="0"/>
                      <a:pt x="185" y="0"/>
                    </a:cubicBezTo>
                    <a:cubicBezTo>
                      <a:pt x="185" y="45"/>
                      <a:pt x="185" y="45"/>
                      <a:pt x="185" y="45"/>
                    </a:cubicBezTo>
                    <a:cubicBezTo>
                      <a:pt x="185" y="45"/>
                      <a:pt x="174" y="60"/>
                      <a:pt x="156" y="74"/>
                    </a:cubicBezTo>
                    <a:cubicBezTo>
                      <a:pt x="138" y="87"/>
                      <a:pt x="122" y="106"/>
                      <a:pt x="111" y="104"/>
                    </a:cubicBezTo>
                    <a:cubicBezTo>
                      <a:pt x="101" y="102"/>
                      <a:pt x="92" y="100"/>
                      <a:pt x="81" y="112"/>
                    </a:cubicBezTo>
                    <a:cubicBezTo>
                      <a:pt x="69" y="123"/>
                      <a:pt x="19" y="154"/>
                      <a:pt x="25" y="207"/>
                    </a:cubicBezTo>
                    <a:cubicBezTo>
                      <a:pt x="32" y="261"/>
                      <a:pt x="27" y="364"/>
                      <a:pt x="17" y="395"/>
                    </a:cubicBezTo>
                    <a:cubicBezTo>
                      <a:pt x="5" y="436"/>
                      <a:pt x="14" y="454"/>
                      <a:pt x="16" y="486"/>
                    </a:cubicBezTo>
                    <a:cubicBezTo>
                      <a:pt x="18" y="519"/>
                      <a:pt x="8" y="657"/>
                      <a:pt x="5" y="678"/>
                    </a:cubicBezTo>
                    <a:cubicBezTo>
                      <a:pt x="2" y="700"/>
                      <a:pt x="0" y="712"/>
                      <a:pt x="0" y="735"/>
                    </a:cubicBezTo>
                    <a:cubicBezTo>
                      <a:pt x="1" y="758"/>
                      <a:pt x="4" y="780"/>
                      <a:pt x="5" y="787"/>
                    </a:cubicBezTo>
                    <a:cubicBezTo>
                      <a:pt x="5" y="794"/>
                      <a:pt x="4" y="796"/>
                      <a:pt x="16" y="806"/>
                    </a:cubicBezTo>
                    <a:cubicBezTo>
                      <a:pt x="27" y="815"/>
                      <a:pt x="59" y="851"/>
                      <a:pt x="63" y="845"/>
                    </a:cubicBezTo>
                    <a:cubicBezTo>
                      <a:pt x="67" y="839"/>
                      <a:pt x="56" y="823"/>
                      <a:pt x="49" y="818"/>
                    </a:cubicBezTo>
                    <a:cubicBezTo>
                      <a:pt x="43" y="813"/>
                      <a:pt x="32" y="797"/>
                      <a:pt x="28" y="796"/>
                    </a:cubicBezTo>
                    <a:cubicBezTo>
                      <a:pt x="24" y="795"/>
                      <a:pt x="32" y="754"/>
                      <a:pt x="35" y="752"/>
                    </a:cubicBezTo>
                    <a:cubicBezTo>
                      <a:pt x="37" y="750"/>
                      <a:pt x="44" y="759"/>
                      <a:pt x="47" y="779"/>
                    </a:cubicBezTo>
                    <a:cubicBezTo>
                      <a:pt x="51" y="799"/>
                      <a:pt x="62" y="811"/>
                      <a:pt x="73" y="806"/>
                    </a:cubicBezTo>
                    <a:cubicBezTo>
                      <a:pt x="73" y="806"/>
                      <a:pt x="75" y="801"/>
                      <a:pt x="71" y="796"/>
                    </a:cubicBezTo>
                    <a:cubicBezTo>
                      <a:pt x="66" y="792"/>
                      <a:pt x="59" y="775"/>
                      <a:pt x="60" y="767"/>
                    </a:cubicBezTo>
                    <a:cubicBezTo>
                      <a:pt x="60" y="759"/>
                      <a:pt x="63" y="720"/>
                      <a:pt x="48" y="699"/>
                    </a:cubicBezTo>
                    <a:cubicBezTo>
                      <a:pt x="33" y="678"/>
                      <a:pt x="60" y="586"/>
                      <a:pt x="64" y="555"/>
                    </a:cubicBezTo>
                    <a:cubicBezTo>
                      <a:pt x="68" y="524"/>
                      <a:pt x="85" y="452"/>
                      <a:pt x="80" y="412"/>
                    </a:cubicBezTo>
                    <a:cubicBezTo>
                      <a:pt x="76" y="372"/>
                      <a:pt x="82" y="275"/>
                      <a:pt x="86" y="250"/>
                    </a:cubicBezTo>
                    <a:cubicBezTo>
                      <a:pt x="86" y="250"/>
                      <a:pt x="89" y="272"/>
                      <a:pt x="94" y="282"/>
                    </a:cubicBezTo>
                    <a:cubicBezTo>
                      <a:pt x="94" y="282"/>
                      <a:pt x="92" y="303"/>
                      <a:pt x="98" y="322"/>
                    </a:cubicBezTo>
                    <a:cubicBezTo>
                      <a:pt x="105" y="341"/>
                      <a:pt x="96" y="379"/>
                      <a:pt x="104" y="409"/>
                    </a:cubicBezTo>
                    <a:cubicBezTo>
                      <a:pt x="112" y="439"/>
                      <a:pt x="108" y="449"/>
                      <a:pt x="98" y="473"/>
                    </a:cubicBezTo>
                    <a:cubicBezTo>
                      <a:pt x="89" y="498"/>
                      <a:pt x="71" y="511"/>
                      <a:pt x="73" y="555"/>
                    </a:cubicBezTo>
                    <a:cubicBezTo>
                      <a:pt x="76" y="598"/>
                      <a:pt x="70" y="663"/>
                      <a:pt x="69" y="690"/>
                    </a:cubicBezTo>
                    <a:cubicBezTo>
                      <a:pt x="63" y="773"/>
                      <a:pt x="105" y="912"/>
                      <a:pt x="95" y="949"/>
                    </a:cubicBezTo>
                    <a:cubicBezTo>
                      <a:pt x="85" y="986"/>
                      <a:pt x="102" y="1003"/>
                      <a:pt x="101" y="1040"/>
                    </a:cubicBezTo>
                    <a:cubicBezTo>
                      <a:pt x="100" y="1098"/>
                      <a:pt x="124" y="1254"/>
                      <a:pt x="113" y="1294"/>
                    </a:cubicBezTo>
                    <a:cubicBezTo>
                      <a:pt x="102" y="1335"/>
                      <a:pt x="103" y="1342"/>
                      <a:pt x="104" y="1350"/>
                    </a:cubicBezTo>
                    <a:cubicBezTo>
                      <a:pt x="105" y="1359"/>
                      <a:pt x="92" y="1382"/>
                      <a:pt x="77" y="1407"/>
                    </a:cubicBezTo>
                    <a:cubicBezTo>
                      <a:pt x="67" y="1423"/>
                      <a:pt x="65" y="1434"/>
                      <a:pt x="58" y="1439"/>
                    </a:cubicBezTo>
                    <a:cubicBezTo>
                      <a:pt x="51" y="1444"/>
                      <a:pt x="53" y="1454"/>
                      <a:pt x="60" y="1452"/>
                    </a:cubicBezTo>
                    <a:cubicBezTo>
                      <a:pt x="60" y="1452"/>
                      <a:pt x="64" y="1462"/>
                      <a:pt x="74" y="1455"/>
                    </a:cubicBezTo>
                    <a:cubicBezTo>
                      <a:pt x="74" y="1455"/>
                      <a:pt x="87" y="1463"/>
                      <a:pt x="96" y="1453"/>
                    </a:cubicBezTo>
                    <a:cubicBezTo>
                      <a:pt x="96" y="1453"/>
                      <a:pt x="108" y="1466"/>
                      <a:pt x="120" y="1455"/>
                    </a:cubicBezTo>
                    <a:cubicBezTo>
                      <a:pt x="120" y="1455"/>
                      <a:pt x="137" y="1472"/>
                      <a:pt x="154" y="1453"/>
                    </a:cubicBezTo>
                    <a:cubicBezTo>
                      <a:pt x="154" y="1453"/>
                      <a:pt x="161" y="1434"/>
                      <a:pt x="159" y="1422"/>
                    </a:cubicBezTo>
                    <a:cubicBezTo>
                      <a:pt x="156" y="1411"/>
                      <a:pt x="158" y="1384"/>
                      <a:pt x="165" y="1378"/>
                    </a:cubicBezTo>
                    <a:cubicBezTo>
                      <a:pt x="172" y="1371"/>
                      <a:pt x="176" y="1366"/>
                      <a:pt x="169" y="1330"/>
                    </a:cubicBezTo>
                    <a:cubicBezTo>
                      <a:pt x="161" y="1291"/>
                      <a:pt x="179" y="1196"/>
                      <a:pt x="184" y="1167"/>
                    </a:cubicBezTo>
                    <a:cubicBezTo>
                      <a:pt x="188" y="1139"/>
                      <a:pt x="186" y="1063"/>
                      <a:pt x="182" y="1035"/>
                    </a:cubicBezTo>
                    <a:cubicBezTo>
                      <a:pt x="178" y="1006"/>
                      <a:pt x="191" y="1000"/>
                      <a:pt x="184" y="953"/>
                    </a:cubicBezTo>
                    <a:cubicBezTo>
                      <a:pt x="171" y="869"/>
                      <a:pt x="210" y="691"/>
                      <a:pt x="212" y="652"/>
                    </a:cubicBezTo>
                    <a:cubicBezTo>
                      <a:pt x="212" y="652"/>
                      <a:pt x="223" y="659"/>
                      <a:pt x="237" y="652"/>
                    </a:cubicBezTo>
                    <a:close/>
                  </a:path>
                </a:pathLst>
              </a:custGeom>
              <a:noFill/>
              <a:ln w="9525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900" name="Freeform 272">
                <a:extLst>
                  <a:ext uri="{FF2B5EF4-FFF2-40B4-BE49-F238E27FC236}">
                    <a16:creationId xmlns:a16="http://schemas.microsoft.com/office/drawing/2014/main" id="{9FAD1F8D-89F1-45EA-A350-5539DD5AE5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5" y="3885"/>
                <a:ext cx="22" cy="63"/>
              </a:xfrm>
              <a:custGeom>
                <a:avLst/>
                <a:gdLst>
                  <a:gd name="T0" fmla="*/ 0 w 11"/>
                  <a:gd name="T1" fmla="*/ 229 h 33"/>
                  <a:gd name="T2" fmla="*/ 32 w 11"/>
                  <a:gd name="T3" fmla="*/ 99 h 33"/>
                  <a:gd name="T4" fmla="*/ 88 w 11"/>
                  <a:gd name="T5" fmla="*/ 0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33">
                    <a:moveTo>
                      <a:pt x="0" y="33"/>
                    </a:moveTo>
                    <a:cubicBezTo>
                      <a:pt x="0" y="27"/>
                      <a:pt x="1" y="19"/>
                      <a:pt x="4" y="14"/>
                    </a:cubicBezTo>
                    <a:cubicBezTo>
                      <a:pt x="7" y="9"/>
                      <a:pt x="11" y="6"/>
                      <a:pt x="11" y="0"/>
                    </a:cubicBezTo>
                  </a:path>
                </a:pathLst>
              </a:custGeom>
              <a:noFill/>
              <a:ln w="9525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901" name="Freeform 273">
                <a:extLst>
                  <a:ext uri="{FF2B5EF4-FFF2-40B4-BE49-F238E27FC236}">
                    <a16:creationId xmlns:a16="http://schemas.microsoft.com/office/drawing/2014/main" id="{435C4A08-C141-4799-A938-0CD6BEC8DF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9" y="3900"/>
                <a:ext cx="50" cy="31"/>
              </a:xfrm>
              <a:custGeom>
                <a:avLst/>
                <a:gdLst>
                  <a:gd name="T0" fmla="*/ 0 w 26"/>
                  <a:gd name="T1" fmla="*/ 87 h 16"/>
                  <a:gd name="T2" fmla="*/ 100 w 26"/>
                  <a:gd name="T3" fmla="*/ 79 h 16"/>
                  <a:gd name="T4" fmla="*/ 163 w 26"/>
                  <a:gd name="T5" fmla="*/ 116 h 16"/>
                  <a:gd name="T6" fmla="*/ 185 w 26"/>
                  <a:gd name="T7" fmla="*/ 23 h 16"/>
                  <a:gd name="T8" fmla="*/ 77 w 26"/>
                  <a:gd name="T9" fmla="*/ 0 h 16"/>
                  <a:gd name="T10" fmla="*/ 8 w 26"/>
                  <a:gd name="T11" fmla="*/ 79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6" h="16">
                    <a:moveTo>
                      <a:pt x="0" y="12"/>
                    </a:moveTo>
                    <a:cubicBezTo>
                      <a:pt x="6" y="11"/>
                      <a:pt x="9" y="10"/>
                      <a:pt x="14" y="11"/>
                    </a:cubicBezTo>
                    <a:cubicBezTo>
                      <a:pt x="18" y="12"/>
                      <a:pt x="20" y="14"/>
                      <a:pt x="23" y="16"/>
                    </a:cubicBezTo>
                    <a:cubicBezTo>
                      <a:pt x="24" y="12"/>
                      <a:pt x="25" y="7"/>
                      <a:pt x="26" y="3"/>
                    </a:cubicBezTo>
                    <a:cubicBezTo>
                      <a:pt x="22" y="1"/>
                      <a:pt x="16" y="0"/>
                      <a:pt x="11" y="0"/>
                    </a:cubicBezTo>
                    <a:cubicBezTo>
                      <a:pt x="5" y="1"/>
                      <a:pt x="5" y="7"/>
                      <a:pt x="1" y="11"/>
                    </a:cubicBezTo>
                  </a:path>
                </a:pathLst>
              </a:custGeom>
              <a:noFill/>
              <a:ln w="9525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902" name="Freeform 274">
                <a:extLst>
                  <a:ext uri="{FF2B5EF4-FFF2-40B4-BE49-F238E27FC236}">
                    <a16:creationId xmlns:a16="http://schemas.microsoft.com/office/drawing/2014/main" id="{2DDF3793-A43A-4922-9D5B-2FC2CBE3C4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7" y="3890"/>
                <a:ext cx="25" cy="58"/>
              </a:xfrm>
              <a:custGeom>
                <a:avLst/>
                <a:gdLst>
                  <a:gd name="T0" fmla="*/ 8 w 13"/>
                  <a:gd name="T1" fmla="*/ 217 h 30"/>
                  <a:gd name="T2" fmla="*/ 23 w 13"/>
                  <a:gd name="T3" fmla="*/ 93 h 30"/>
                  <a:gd name="T4" fmla="*/ 63 w 13"/>
                  <a:gd name="T5" fmla="*/ 52 h 30"/>
                  <a:gd name="T6" fmla="*/ 92 w 13"/>
                  <a:gd name="T7" fmla="*/ 0 h 3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30">
                    <a:moveTo>
                      <a:pt x="1" y="30"/>
                    </a:moveTo>
                    <a:cubicBezTo>
                      <a:pt x="1" y="25"/>
                      <a:pt x="0" y="18"/>
                      <a:pt x="3" y="13"/>
                    </a:cubicBezTo>
                    <a:cubicBezTo>
                      <a:pt x="5" y="11"/>
                      <a:pt x="7" y="10"/>
                      <a:pt x="9" y="7"/>
                    </a:cubicBezTo>
                    <a:cubicBezTo>
                      <a:pt x="11" y="5"/>
                      <a:pt x="12" y="2"/>
                      <a:pt x="13" y="0"/>
                    </a:cubicBezTo>
                  </a:path>
                </a:pathLst>
              </a:custGeom>
              <a:noFill/>
              <a:ln w="9525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903" name="Freeform 275">
                <a:extLst>
                  <a:ext uri="{FF2B5EF4-FFF2-40B4-BE49-F238E27FC236}">
                    <a16:creationId xmlns:a16="http://schemas.microsoft.com/office/drawing/2014/main" id="{8605B0C8-96FE-40DA-9EAA-687931B17E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9" y="3896"/>
                <a:ext cx="29" cy="54"/>
              </a:xfrm>
              <a:custGeom>
                <a:avLst/>
                <a:gdLst>
                  <a:gd name="T0" fmla="*/ 0 w 15"/>
                  <a:gd name="T1" fmla="*/ 201 h 28"/>
                  <a:gd name="T2" fmla="*/ 23 w 15"/>
                  <a:gd name="T3" fmla="*/ 85 h 28"/>
                  <a:gd name="T4" fmla="*/ 108 w 15"/>
                  <a:gd name="T5" fmla="*/ 0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28">
                    <a:moveTo>
                      <a:pt x="0" y="28"/>
                    </a:moveTo>
                    <a:cubicBezTo>
                      <a:pt x="1" y="27"/>
                      <a:pt x="0" y="15"/>
                      <a:pt x="3" y="12"/>
                    </a:cubicBezTo>
                    <a:cubicBezTo>
                      <a:pt x="6" y="8"/>
                      <a:pt x="12" y="4"/>
                      <a:pt x="15" y="0"/>
                    </a:cubicBezTo>
                  </a:path>
                </a:pathLst>
              </a:custGeom>
              <a:noFill/>
              <a:ln w="9525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904" name="Freeform 276">
                <a:extLst>
                  <a:ext uri="{FF2B5EF4-FFF2-40B4-BE49-F238E27FC236}">
                    <a16:creationId xmlns:a16="http://schemas.microsoft.com/office/drawing/2014/main" id="{C33EF45D-CEFA-415B-8F80-EAC1B38035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0" y="3908"/>
                <a:ext cx="21" cy="38"/>
              </a:xfrm>
              <a:custGeom>
                <a:avLst/>
                <a:gdLst>
                  <a:gd name="T0" fmla="*/ 0 w 11"/>
                  <a:gd name="T1" fmla="*/ 137 h 20"/>
                  <a:gd name="T2" fmla="*/ 29 w 11"/>
                  <a:gd name="T3" fmla="*/ 68 h 20"/>
                  <a:gd name="T4" fmla="*/ 76 w 11"/>
                  <a:gd name="T5" fmla="*/ 0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20">
                    <a:moveTo>
                      <a:pt x="0" y="20"/>
                    </a:moveTo>
                    <a:cubicBezTo>
                      <a:pt x="2" y="17"/>
                      <a:pt x="2" y="12"/>
                      <a:pt x="4" y="10"/>
                    </a:cubicBezTo>
                    <a:cubicBezTo>
                      <a:pt x="6" y="7"/>
                      <a:pt x="9" y="4"/>
                      <a:pt x="11" y="0"/>
                    </a:cubicBezTo>
                  </a:path>
                </a:pathLst>
              </a:custGeom>
              <a:noFill/>
              <a:ln w="9525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905" name="Freeform 277">
                <a:extLst>
                  <a:ext uri="{FF2B5EF4-FFF2-40B4-BE49-F238E27FC236}">
                    <a16:creationId xmlns:a16="http://schemas.microsoft.com/office/drawing/2014/main" id="{87C2825A-387C-4859-A9DE-E63A95B666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5" y="3912"/>
                <a:ext cx="35" cy="23"/>
              </a:xfrm>
              <a:custGeom>
                <a:avLst/>
                <a:gdLst>
                  <a:gd name="T0" fmla="*/ 8 w 18"/>
                  <a:gd name="T1" fmla="*/ 69 h 12"/>
                  <a:gd name="T2" fmla="*/ 109 w 18"/>
                  <a:gd name="T3" fmla="*/ 84 h 12"/>
                  <a:gd name="T4" fmla="*/ 132 w 18"/>
                  <a:gd name="T5" fmla="*/ 23 h 12"/>
                  <a:gd name="T6" fmla="*/ 0 w 18"/>
                  <a:gd name="T7" fmla="*/ 69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12">
                    <a:moveTo>
                      <a:pt x="1" y="10"/>
                    </a:moveTo>
                    <a:cubicBezTo>
                      <a:pt x="4" y="7"/>
                      <a:pt x="12" y="9"/>
                      <a:pt x="15" y="12"/>
                    </a:cubicBezTo>
                    <a:cubicBezTo>
                      <a:pt x="16" y="9"/>
                      <a:pt x="17" y="6"/>
                      <a:pt x="18" y="3"/>
                    </a:cubicBezTo>
                    <a:cubicBezTo>
                      <a:pt x="10" y="0"/>
                      <a:pt x="4" y="3"/>
                      <a:pt x="0" y="10"/>
                    </a:cubicBezTo>
                  </a:path>
                </a:pathLst>
              </a:custGeom>
              <a:noFill/>
              <a:ln w="9525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906" name="Freeform 278">
                <a:extLst>
                  <a:ext uri="{FF2B5EF4-FFF2-40B4-BE49-F238E27FC236}">
                    <a16:creationId xmlns:a16="http://schemas.microsoft.com/office/drawing/2014/main" id="{3AEC8CCC-A29D-440E-9078-B17724323B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6" y="3914"/>
                <a:ext cx="27" cy="21"/>
              </a:xfrm>
              <a:custGeom>
                <a:avLst/>
                <a:gdLst>
                  <a:gd name="T0" fmla="*/ 0 w 14"/>
                  <a:gd name="T1" fmla="*/ 69 h 11"/>
                  <a:gd name="T2" fmla="*/ 71 w 14"/>
                  <a:gd name="T3" fmla="*/ 76 h 11"/>
                  <a:gd name="T4" fmla="*/ 100 w 14"/>
                  <a:gd name="T5" fmla="*/ 8 h 11"/>
                  <a:gd name="T6" fmla="*/ 0 w 14"/>
                  <a:gd name="T7" fmla="*/ 55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11">
                    <a:moveTo>
                      <a:pt x="0" y="10"/>
                    </a:moveTo>
                    <a:cubicBezTo>
                      <a:pt x="1" y="6"/>
                      <a:pt x="7" y="9"/>
                      <a:pt x="10" y="11"/>
                    </a:cubicBezTo>
                    <a:cubicBezTo>
                      <a:pt x="10" y="7"/>
                      <a:pt x="13" y="4"/>
                      <a:pt x="14" y="1"/>
                    </a:cubicBezTo>
                    <a:cubicBezTo>
                      <a:pt x="8" y="0"/>
                      <a:pt x="4" y="4"/>
                      <a:pt x="0" y="8"/>
                    </a:cubicBezTo>
                  </a:path>
                </a:pathLst>
              </a:custGeom>
              <a:noFill/>
              <a:ln w="9525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907" name="Freeform 279">
                <a:extLst>
                  <a:ext uri="{FF2B5EF4-FFF2-40B4-BE49-F238E27FC236}">
                    <a16:creationId xmlns:a16="http://schemas.microsoft.com/office/drawing/2014/main" id="{590DB59B-7427-42C7-8B7C-EFA76A1BEB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7" y="3923"/>
                <a:ext cx="20" cy="14"/>
              </a:xfrm>
              <a:custGeom>
                <a:avLst/>
                <a:gdLst>
                  <a:gd name="T0" fmla="*/ 0 w 10"/>
                  <a:gd name="T1" fmla="*/ 48 h 7"/>
                  <a:gd name="T2" fmla="*/ 72 w 10"/>
                  <a:gd name="T3" fmla="*/ 56 h 7"/>
                  <a:gd name="T4" fmla="*/ 80 w 10"/>
                  <a:gd name="T5" fmla="*/ 0 h 7"/>
                  <a:gd name="T6" fmla="*/ 16 w 10"/>
                  <a:gd name="T7" fmla="*/ 24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7">
                    <a:moveTo>
                      <a:pt x="0" y="6"/>
                    </a:moveTo>
                    <a:cubicBezTo>
                      <a:pt x="3" y="4"/>
                      <a:pt x="8" y="3"/>
                      <a:pt x="9" y="7"/>
                    </a:cubicBezTo>
                    <a:cubicBezTo>
                      <a:pt x="9" y="4"/>
                      <a:pt x="9" y="2"/>
                      <a:pt x="10" y="0"/>
                    </a:cubicBezTo>
                    <a:cubicBezTo>
                      <a:pt x="7" y="0"/>
                      <a:pt x="3" y="0"/>
                      <a:pt x="2" y="3"/>
                    </a:cubicBezTo>
                  </a:path>
                </a:pathLst>
              </a:custGeom>
              <a:noFill/>
              <a:ln w="9525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908" name="Freeform 280">
                <a:extLst>
                  <a:ext uri="{FF2B5EF4-FFF2-40B4-BE49-F238E27FC236}">
                    <a16:creationId xmlns:a16="http://schemas.microsoft.com/office/drawing/2014/main" id="{5759A825-95E8-454B-93EE-480D83B55A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4" y="3923"/>
                <a:ext cx="8" cy="10"/>
              </a:xfrm>
              <a:custGeom>
                <a:avLst/>
                <a:gdLst>
                  <a:gd name="T0" fmla="*/ 0 w 4"/>
                  <a:gd name="T1" fmla="*/ 24 h 5"/>
                  <a:gd name="T2" fmla="*/ 24 w 4"/>
                  <a:gd name="T3" fmla="*/ 40 h 5"/>
                  <a:gd name="T4" fmla="*/ 32 w 4"/>
                  <a:gd name="T5" fmla="*/ 0 h 5"/>
                  <a:gd name="T6" fmla="*/ 8 w 4"/>
                  <a:gd name="T7" fmla="*/ 8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5">
                    <a:moveTo>
                      <a:pt x="0" y="3"/>
                    </a:moveTo>
                    <a:cubicBezTo>
                      <a:pt x="1" y="3"/>
                      <a:pt x="2" y="4"/>
                      <a:pt x="3" y="5"/>
                    </a:cubicBezTo>
                    <a:cubicBezTo>
                      <a:pt x="3" y="3"/>
                      <a:pt x="4" y="2"/>
                      <a:pt x="4" y="0"/>
                    </a:cubicBezTo>
                    <a:cubicBezTo>
                      <a:pt x="2" y="0"/>
                      <a:pt x="1" y="1"/>
                      <a:pt x="1" y="1"/>
                    </a:cubicBezTo>
                  </a:path>
                </a:pathLst>
              </a:custGeom>
              <a:noFill/>
              <a:ln w="9525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909" name="Freeform 281">
                <a:extLst>
                  <a:ext uri="{FF2B5EF4-FFF2-40B4-BE49-F238E27FC236}">
                    <a16:creationId xmlns:a16="http://schemas.microsoft.com/office/drawing/2014/main" id="{87329B4A-4A22-4147-A192-287D0E9850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8" y="2585"/>
                <a:ext cx="19" cy="15"/>
              </a:xfrm>
              <a:custGeom>
                <a:avLst/>
                <a:gdLst>
                  <a:gd name="T0" fmla="*/ 68 w 10"/>
                  <a:gd name="T1" fmla="*/ 53 h 8"/>
                  <a:gd name="T2" fmla="*/ 0 w 10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8">
                    <a:moveTo>
                      <a:pt x="10" y="8"/>
                    </a:moveTo>
                    <a:cubicBezTo>
                      <a:pt x="7" y="5"/>
                      <a:pt x="3" y="3"/>
                      <a:pt x="0" y="0"/>
                    </a:cubicBezTo>
                  </a:path>
                </a:pathLst>
              </a:custGeom>
              <a:noFill/>
              <a:ln w="9525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910" name="Freeform 282">
                <a:extLst>
                  <a:ext uri="{FF2B5EF4-FFF2-40B4-BE49-F238E27FC236}">
                    <a16:creationId xmlns:a16="http://schemas.microsoft.com/office/drawing/2014/main" id="{C202ABE1-3036-4C26-8536-77C99BAA30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8" y="1543"/>
                <a:ext cx="14" cy="94"/>
              </a:xfrm>
              <a:custGeom>
                <a:avLst/>
                <a:gdLst>
                  <a:gd name="T0" fmla="*/ 0 w 7"/>
                  <a:gd name="T1" fmla="*/ 0 h 49"/>
                  <a:gd name="T2" fmla="*/ 40 w 7"/>
                  <a:gd name="T3" fmla="*/ 184 h 49"/>
                  <a:gd name="T4" fmla="*/ 56 w 7"/>
                  <a:gd name="T5" fmla="*/ 345 h 4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49">
                    <a:moveTo>
                      <a:pt x="0" y="0"/>
                    </a:moveTo>
                    <a:cubicBezTo>
                      <a:pt x="5" y="6"/>
                      <a:pt x="5" y="18"/>
                      <a:pt x="5" y="26"/>
                    </a:cubicBezTo>
                    <a:cubicBezTo>
                      <a:pt x="6" y="34"/>
                      <a:pt x="6" y="42"/>
                      <a:pt x="7" y="49"/>
                    </a:cubicBezTo>
                  </a:path>
                </a:pathLst>
              </a:custGeom>
              <a:noFill/>
              <a:ln w="9525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911" name="Freeform 283">
                <a:extLst>
                  <a:ext uri="{FF2B5EF4-FFF2-40B4-BE49-F238E27FC236}">
                    <a16:creationId xmlns:a16="http://schemas.microsoft.com/office/drawing/2014/main" id="{CA6D9847-CBA5-4264-B223-8BBD1D851A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7" y="1695"/>
                <a:ext cx="184" cy="50"/>
              </a:xfrm>
              <a:custGeom>
                <a:avLst/>
                <a:gdLst>
                  <a:gd name="T0" fmla="*/ 0 w 95"/>
                  <a:gd name="T1" fmla="*/ 0 h 26"/>
                  <a:gd name="T2" fmla="*/ 372 w 95"/>
                  <a:gd name="T3" fmla="*/ 177 h 26"/>
                  <a:gd name="T4" fmla="*/ 690 w 95"/>
                  <a:gd name="T5" fmla="*/ 77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5" h="26">
                    <a:moveTo>
                      <a:pt x="0" y="0"/>
                    </a:moveTo>
                    <a:cubicBezTo>
                      <a:pt x="0" y="0"/>
                      <a:pt x="9" y="26"/>
                      <a:pt x="51" y="25"/>
                    </a:cubicBezTo>
                    <a:cubicBezTo>
                      <a:pt x="93" y="24"/>
                      <a:pt x="95" y="11"/>
                      <a:pt x="95" y="11"/>
                    </a:cubicBezTo>
                  </a:path>
                </a:pathLst>
              </a:custGeom>
              <a:noFill/>
              <a:ln w="9525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912" name="Oval 284">
                <a:extLst>
                  <a:ext uri="{FF2B5EF4-FFF2-40B4-BE49-F238E27FC236}">
                    <a16:creationId xmlns:a16="http://schemas.microsoft.com/office/drawing/2014/main" id="{C1F10160-F943-4BF4-850F-B76320BD93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11" y="1626"/>
                <a:ext cx="64" cy="63"/>
              </a:xfrm>
              <a:prstGeom prst="ellipse">
                <a:avLst/>
              </a:prstGeom>
              <a:solidFill>
                <a:srgbClr val="F6E9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4913" name="Oval 285">
                <a:extLst>
                  <a:ext uri="{FF2B5EF4-FFF2-40B4-BE49-F238E27FC236}">
                    <a16:creationId xmlns:a16="http://schemas.microsoft.com/office/drawing/2014/main" id="{95D3A757-6EC5-430D-810E-BB330079F1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32" y="1647"/>
                <a:ext cx="22" cy="23"/>
              </a:xfrm>
              <a:prstGeom prst="ellipse">
                <a:avLst/>
              </a:prstGeom>
              <a:solidFill>
                <a:srgbClr val="F3D6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4914" name="Freeform 286">
                <a:extLst>
                  <a:ext uri="{FF2B5EF4-FFF2-40B4-BE49-F238E27FC236}">
                    <a16:creationId xmlns:a16="http://schemas.microsoft.com/office/drawing/2014/main" id="{FF7AF0EA-15D3-472F-9140-05F4B183B5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1" y="1624"/>
                <a:ext cx="64" cy="63"/>
              </a:xfrm>
              <a:custGeom>
                <a:avLst/>
                <a:gdLst>
                  <a:gd name="T0" fmla="*/ 87 w 33"/>
                  <a:gd name="T1" fmla="*/ 8 h 33"/>
                  <a:gd name="T2" fmla="*/ 116 w 33"/>
                  <a:gd name="T3" fmla="*/ 0 h 33"/>
                  <a:gd name="T4" fmla="*/ 240 w 33"/>
                  <a:gd name="T5" fmla="*/ 116 h 33"/>
                  <a:gd name="T6" fmla="*/ 116 w 33"/>
                  <a:gd name="T7" fmla="*/ 229 h 33"/>
                  <a:gd name="T8" fmla="*/ 0 w 33"/>
                  <a:gd name="T9" fmla="*/ 116 h 33"/>
                  <a:gd name="T10" fmla="*/ 16 w 33"/>
                  <a:gd name="T11" fmla="*/ 61 h 3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3" h="33">
                    <a:moveTo>
                      <a:pt x="12" y="1"/>
                    </a:moveTo>
                    <a:cubicBezTo>
                      <a:pt x="14" y="0"/>
                      <a:pt x="15" y="0"/>
                      <a:pt x="16" y="0"/>
                    </a:cubicBezTo>
                    <a:cubicBezTo>
                      <a:pt x="25" y="0"/>
                      <a:pt x="33" y="8"/>
                      <a:pt x="33" y="17"/>
                    </a:cubicBezTo>
                    <a:cubicBezTo>
                      <a:pt x="33" y="26"/>
                      <a:pt x="25" y="33"/>
                      <a:pt x="16" y="33"/>
                    </a:cubicBezTo>
                    <a:cubicBezTo>
                      <a:pt x="7" y="33"/>
                      <a:pt x="0" y="26"/>
                      <a:pt x="0" y="17"/>
                    </a:cubicBezTo>
                    <a:cubicBezTo>
                      <a:pt x="0" y="14"/>
                      <a:pt x="0" y="11"/>
                      <a:pt x="2" y="9"/>
                    </a:cubicBezTo>
                  </a:path>
                </a:pathLst>
              </a:custGeom>
              <a:noFill/>
              <a:ln w="6350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915" name="Freeform 287">
                <a:extLst>
                  <a:ext uri="{FF2B5EF4-FFF2-40B4-BE49-F238E27FC236}">
                    <a16:creationId xmlns:a16="http://schemas.microsoft.com/office/drawing/2014/main" id="{BD699656-0C1C-4837-84E3-2598041293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9" y="1628"/>
                <a:ext cx="10" cy="7"/>
              </a:xfrm>
              <a:custGeom>
                <a:avLst/>
                <a:gdLst>
                  <a:gd name="T0" fmla="*/ 0 w 5"/>
                  <a:gd name="T1" fmla="*/ 21 h 4"/>
                  <a:gd name="T2" fmla="*/ 40 w 5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4">
                    <a:moveTo>
                      <a:pt x="0" y="4"/>
                    </a:moveTo>
                    <a:cubicBezTo>
                      <a:pt x="1" y="2"/>
                      <a:pt x="3" y="1"/>
                      <a:pt x="5" y="0"/>
                    </a:cubicBezTo>
                  </a:path>
                </a:pathLst>
              </a:custGeom>
              <a:noFill/>
              <a:ln w="6350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916" name="Freeform 288">
                <a:extLst>
                  <a:ext uri="{FF2B5EF4-FFF2-40B4-BE49-F238E27FC236}">
                    <a16:creationId xmlns:a16="http://schemas.microsoft.com/office/drawing/2014/main" id="{C91D31FF-52FA-44BD-A2B8-385E87D6A3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2" y="1651"/>
                <a:ext cx="2" cy="9"/>
              </a:xfrm>
              <a:custGeom>
                <a:avLst/>
                <a:gdLst>
                  <a:gd name="T0" fmla="*/ 0 w 1"/>
                  <a:gd name="T1" fmla="*/ 29 h 5"/>
                  <a:gd name="T2" fmla="*/ 0 w 1"/>
                  <a:gd name="T3" fmla="*/ 16 h 5"/>
                  <a:gd name="T4" fmla="*/ 8 w 1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5">
                    <a:moveTo>
                      <a:pt x="0" y="5"/>
                    </a:moveTo>
                    <a:cubicBezTo>
                      <a:pt x="0" y="5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</a:path>
                </a:pathLst>
              </a:custGeom>
              <a:noFill/>
              <a:ln w="6350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917" name="Freeform 289">
                <a:extLst>
                  <a:ext uri="{FF2B5EF4-FFF2-40B4-BE49-F238E27FC236}">
                    <a16:creationId xmlns:a16="http://schemas.microsoft.com/office/drawing/2014/main" id="{3CC9917A-3B63-4345-886B-6C70AA59AD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4" y="1647"/>
                <a:ext cx="20" cy="21"/>
              </a:xfrm>
              <a:custGeom>
                <a:avLst/>
                <a:gdLst>
                  <a:gd name="T0" fmla="*/ 16 w 10"/>
                  <a:gd name="T1" fmla="*/ 0 h 11"/>
                  <a:gd name="T2" fmla="*/ 32 w 10"/>
                  <a:gd name="T3" fmla="*/ 0 h 11"/>
                  <a:gd name="T4" fmla="*/ 80 w 10"/>
                  <a:gd name="T5" fmla="*/ 36 h 11"/>
                  <a:gd name="T6" fmla="*/ 32 w 10"/>
                  <a:gd name="T7" fmla="*/ 76 h 11"/>
                  <a:gd name="T8" fmla="*/ 0 w 10"/>
                  <a:gd name="T9" fmla="*/ 61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1">
                    <a:moveTo>
                      <a:pt x="2" y="0"/>
                    </a:moveTo>
                    <a:cubicBezTo>
                      <a:pt x="3" y="0"/>
                      <a:pt x="4" y="0"/>
                      <a:pt x="4" y="0"/>
                    </a:cubicBezTo>
                    <a:cubicBezTo>
                      <a:pt x="8" y="0"/>
                      <a:pt x="10" y="2"/>
                      <a:pt x="10" y="5"/>
                    </a:cubicBezTo>
                    <a:cubicBezTo>
                      <a:pt x="10" y="8"/>
                      <a:pt x="8" y="11"/>
                      <a:pt x="4" y="11"/>
                    </a:cubicBezTo>
                    <a:cubicBezTo>
                      <a:pt x="3" y="11"/>
                      <a:pt x="1" y="10"/>
                      <a:pt x="0" y="9"/>
                    </a:cubicBezTo>
                  </a:path>
                </a:pathLst>
              </a:custGeom>
              <a:noFill/>
              <a:ln w="6350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918" name="Oval 290">
                <a:extLst>
                  <a:ext uri="{FF2B5EF4-FFF2-40B4-BE49-F238E27FC236}">
                    <a16:creationId xmlns:a16="http://schemas.microsoft.com/office/drawing/2014/main" id="{2C4B2FFE-C5EB-44B7-963D-DCFFD6DBF9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57" y="1626"/>
                <a:ext cx="65" cy="63"/>
              </a:xfrm>
              <a:prstGeom prst="ellipse">
                <a:avLst/>
              </a:prstGeom>
              <a:solidFill>
                <a:srgbClr val="F6E9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4919" name="Oval 291">
                <a:extLst>
                  <a:ext uri="{FF2B5EF4-FFF2-40B4-BE49-F238E27FC236}">
                    <a16:creationId xmlns:a16="http://schemas.microsoft.com/office/drawing/2014/main" id="{AF6ADF09-9BE8-46DB-975B-B9D8BDD6C2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80" y="1647"/>
                <a:ext cx="21" cy="23"/>
              </a:xfrm>
              <a:prstGeom prst="ellipse">
                <a:avLst/>
              </a:prstGeom>
              <a:solidFill>
                <a:srgbClr val="F3D6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4920" name="Freeform 292">
                <a:extLst>
                  <a:ext uri="{FF2B5EF4-FFF2-40B4-BE49-F238E27FC236}">
                    <a16:creationId xmlns:a16="http://schemas.microsoft.com/office/drawing/2014/main" id="{2858FEFA-9126-4D5F-89A3-537A847BD1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7" y="1624"/>
                <a:ext cx="63" cy="63"/>
              </a:xfrm>
              <a:custGeom>
                <a:avLst/>
                <a:gdLst>
                  <a:gd name="T0" fmla="*/ 92 w 33"/>
                  <a:gd name="T1" fmla="*/ 8 h 33"/>
                  <a:gd name="T2" fmla="*/ 116 w 33"/>
                  <a:gd name="T3" fmla="*/ 0 h 33"/>
                  <a:gd name="T4" fmla="*/ 229 w 33"/>
                  <a:gd name="T5" fmla="*/ 116 h 33"/>
                  <a:gd name="T6" fmla="*/ 116 w 33"/>
                  <a:gd name="T7" fmla="*/ 229 h 33"/>
                  <a:gd name="T8" fmla="*/ 0 w 33"/>
                  <a:gd name="T9" fmla="*/ 116 h 33"/>
                  <a:gd name="T10" fmla="*/ 15 w 33"/>
                  <a:gd name="T11" fmla="*/ 61 h 3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3" h="33">
                    <a:moveTo>
                      <a:pt x="13" y="1"/>
                    </a:moveTo>
                    <a:cubicBezTo>
                      <a:pt x="14" y="0"/>
                      <a:pt x="15" y="0"/>
                      <a:pt x="17" y="0"/>
                    </a:cubicBezTo>
                    <a:cubicBezTo>
                      <a:pt x="26" y="0"/>
                      <a:pt x="33" y="8"/>
                      <a:pt x="33" y="17"/>
                    </a:cubicBezTo>
                    <a:cubicBezTo>
                      <a:pt x="33" y="26"/>
                      <a:pt x="26" y="33"/>
                      <a:pt x="17" y="33"/>
                    </a:cubicBezTo>
                    <a:cubicBezTo>
                      <a:pt x="7" y="33"/>
                      <a:pt x="0" y="26"/>
                      <a:pt x="0" y="17"/>
                    </a:cubicBezTo>
                    <a:cubicBezTo>
                      <a:pt x="0" y="14"/>
                      <a:pt x="1" y="11"/>
                      <a:pt x="2" y="9"/>
                    </a:cubicBezTo>
                  </a:path>
                </a:pathLst>
              </a:custGeom>
              <a:noFill/>
              <a:ln w="6350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921" name="Freeform 293">
                <a:extLst>
                  <a:ext uri="{FF2B5EF4-FFF2-40B4-BE49-F238E27FC236}">
                    <a16:creationId xmlns:a16="http://schemas.microsoft.com/office/drawing/2014/main" id="{FA80F140-8DBD-427C-B5EA-5F26A884BA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4" y="1628"/>
                <a:ext cx="10" cy="7"/>
              </a:xfrm>
              <a:custGeom>
                <a:avLst/>
                <a:gdLst>
                  <a:gd name="T0" fmla="*/ 0 w 5"/>
                  <a:gd name="T1" fmla="*/ 21 h 4"/>
                  <a:gd name="T2" fmla="*/ 40 w 5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4">
                    <a:moveTo>
                      <a:pt x="0" y="4"/>
                    </a:moveTo>
                    <a:cubicBezTo>
                      <a:pt x="2" y="2"/>
                      <a:pt x="3" y="1"/>
                      <a:pt x="5" y="0"/>
                    </a:cubicBezTo>
                  </a:path>
                </a:pathLst>
              </a:custGeom>
              <a:noFill/>
              <a:ln w="6350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922" name="Freeform 294">
                <a:extLst>
                  <a:ext uri="{FF2B5EF4-FFF2-40B4-BE49-F238E27FC236}">
                    <a16:creationId xmlns:a16="http://schemas.microsoft.com/office/drawing/2014/main" id="{F3275077-37DE-47BC-BED0-59DF7FC77A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8" y="1651"/>
                <a:ext cx="2" cy="9"/>
              </a:xfrm>
              <a:custGeom>
                <a:avLst/>
                <a:gdLst>
                  <a:gd name="T0" fmla="*/ 8 w 1"/>
                  <a:gd name="T1" fmla="*/ 29 h 5"/>
                  <a:gd name="T2" fmla="*/ 0 w 1"/>
                  <a:gd name="T3" fmla="*/ 16 h 5"/>
                  <a:gd name="T4" fmla="*/ 8 w 1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5">
                    <a:moveTo>
                      <a:pt x="1" y="5"/>
                    </a:moveTo>
                    <a:cubicBezTo>
                      <a:pt x="0" y="5"/>
                      <a:pt x="0" y="4"/>
                      <a:pt x="0" y="3"/>
                    </a:cubicBezTo>
                    <a:cubicBezTo>
                      <a:pt x="0" y="2"/>
                      <a:pt x="1" y="1"/>
                      <a:pt x="1" y="0"/>
                    </a:cubicBezTo>
                  </a:path>
                </a:pathLst>
              </a:custGeom>
              <a:noFill/>
              <a:ln w="6350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923" name="Freeform 295">
                <a:extLst>
                  <a:ext uri="{FF2B5EF4-FFF2-40B4-BE49-F238E27FC236}">
                    <a16:creationId xmlns:a16="http://schemas.microsoft.com/office/drawing/2014/main" id="{A4C8CAD0-0801-47EF-BDD7-D28E13D996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2" y="1647"/>
                <a:ext cx="19" cy="21"/>
              </a:xfrm>
              <a:custGeom>
                <a:avLst/>
                <a:gdLst>
                  <a:gd name="T0" fmla="*/ 8 w 10"/>
                  <a:gd name="T1" fmla="*/ 0 h 11"/>
                  <a:gd name="T2" fmla="*/ 29 w 10"/>
                  <a:gd name="T3" fmla="*/ 0 h 11"/>
                  <a:gd name="T4" fmla="*/ 68 w 10"/>
                  <a:gd name="T5" fmla="*/ 36 h 11"/>
                  <a:gd name="T6" fmla="*/ 29 w 10"/>
                  <a:gd name="T7" fmla="*/ 76 h 11"/>
                  <a:gd name="T8" fmla="*/ 0 w 10"/>
                  <a:gd name="T9" fmla="*/ 61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1">
                    <a:moveTo>
                      <a:pt x="1" y="0"/>
                    </a:moveTo>
                    <a:cubicBezTo>
                      <a:pt x="2" y="0"/>
                      <a:pt x="3" y="0"/>
                      <a:pt x="4" y="0"/>
                    </a:cubicBezTo>
                    <a:cubicBezTo>
                      <a:pt x="7" y="0"/>
                      <a:pt x="10" y="2"/>
                      <a:pt x="10" y="5"/>
                    </a:cubicBezTo>
                    <a:cubicBezTo>
                      <a:pt x="10" y="8"/>
                      <a:pt x="7" y="11"/>
                      <a:pt x="4" y="11"/>
                    </a:cubicBezTo>
                    <a:cubicBezTo>
                      <a:pt x="2" y="11"/>
                      <a:pt x="1" y="10"/>
                      <a:pt x="0" y="9"/>
                    </a:cubicBezTo>
                  </a:path>
                </a:pathLst>
              </a:custGeom>
              <a:noFill/>
              <a:ln w="6350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924" name="Freeform 296">
                <a:extLst>
                  <a:ext uri="{FF2B5EF4-FFF2-40B4-BE49-F238E27FC236}">
                    <a16:creationId xmlns:a16="http://schemas.microsoft.com/office/drawing/2014/main" id="{1ABBCC13-4458-4644-B3BF-D172D789F9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8" y="3885"/>
                <a:ext cx="23" cy="63"/>
              </a:xfrm>
              <a:custGeom>
                <a:avLst/>
                <a:gdLst>
                  <a:gd name="T0" fmla="*/ 77 w 12"/>
                  <a:gd name="T1" fmla="*/ 229 h 33"/>
                  <a:gd name="T2" fmla="*/ 56 w 12"/>
                  <a:gd name="T3" fmla="*/ 99 h 33"/>
                  <a:gd name="T4" fmla="*/ 8 w 12"/>
                  <a:gd name="T5" fmla="*/ 0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33">
                    <a:moveTo>
                      <a:pt x="11" y="33"/>
                    </a:moveTo>
                    <a:cubicBezTo>
                      <a:pt x="12" y="27"/>
                      <a:pt x="11" y="19"/>
                      <a:pt x="8" y="14"/>
                    </a:cubicBezTo>
                    <a:cubicBezTo>
                      <a:pt x="5" y="9"/>
                      <a:pt x="0" y="6"/>
                      <a:pt x="1" y="0"/>
                    </a:cubicBezTo>
                  </a:path>
                </a:pathLst>
              </a:custGeom>
              <a:noFill/>
              <a:ln w="9525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925" name="Freeform 297">
                <a:extLst>
                  <a:ext uri="{FF2B5EF4-FFF2-40B4-BE49-F238E27FC236}">
                    <a16:creationId xmlns:a16="http://schemas.microsoft.com/office/drawing/2014/main" id="{386E30E3-0DE6-4D55-84A7-719C72F1D8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7" y="3900"/>
                <a:ext cx="48" cy="31"/>
              </a:xfrm>
              <a:custGeom>
                <a:avLst/>
                <a:gdLst>
                  <a:gd name="T0" fmla="*/ 177 w 25"/>
                  <a:gd name="T1" fmla="*/ 87 h 16"/>
                  <a:gd name="T2" fmla="*/ 84 w 25"/>
                  <a:gd name="T3" fmla="*/ 79 h 16"/>
                  <a:gd name="T4" fmla="*/ 15 w 25"/>
                  <a:gd name="T5" fmla="*/ 116 h 16"/>
                  <a:gd name="T6" fmla="*/ 0 w 25"/>
                  <a:gd name="T7" fmla="*/ 23 h 16"/>
                  <a:gd name="T8" fmla="*/ 100 w 25"/>
                  <a:gd name="T9" fmla="*/ 0 h 16"/>
                  <a:gd name="T10" fmla="*/ 177 w 25"/>
                  <a:gd name="T11" fmla="*/ 79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5" h="16">
                    <a:moveTo>
                      <a:pt x="25" y="12"/>
                    </a:moveTo>
                    <a:cubicBezTo>
                      <a:pt x="20" y="11"/>
                      <a:pt x="17" y="10"/>
                      <a:pt x="12" y="11"/>
                    </a:cubicBezTo>
                    <a:cubicBezTo>
                      <a:pt x="8" y="12"/>
                      <a:pt x="6" y="14"/>
                      <a:pt x="2" y="16"/>
                    </a:cubicBezTo>
                    <a:cubicBezTo>
                      <a:pt x="1" y="12"/>
                      <a:pt x="1" y="7"/>
                      <a:pt x="0" y="3"/>
                    </a:cubicBezTo>
                    <a:cubicBezTo>
                      <a:pt x="4" y="1"/>
                      <a:pt x="10" y="0"/>
                      <a:pt x="14" y="0"/>
                    </a:cubicBezTo>
                    <a:cubicBezTo>
                      <a:pt x="21" y="1"/>
                      <a:pt x="21" y="7"/>
                      <a:pt x="25" y="11"/>
                    </a:cubicBezTo>
                  </a:path>
                </a:pathLst>
              </a:custGeom>
              <a:noFill/>
              <a:ln w="9525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926" name="Freeform 298">
                <a:extLst>
                  <a:ext uri="{FF2B5EF4-FFF2-40B4-BE49-F238E27FC236}">
                    <a16:creationId xmlns:a16="http://schemas.microsoft.com/office/drawing/2014/main" id="{38506283-5B36-4E2B-8BB9-8BC8DF3086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4" y="3890"/>
                <a:ext cx="25" cy="58"/>
              </a:xfrm>
              <a:custGeom>
                <a:avLst/>
                <a:gdLst>
                  <a:gd name="T0" fmla="*/ 77 w 13"/>
                  <a:gd name="T1" fmla="*/ 217 h 30"/>
                  <a:gd name="T2" fmla="*/ 63 w 13"/>
                  <a:gd name="T3" fmla="*/ 93 h 30"/>
                  <a:gd name="T4" fmla="*/ 29 w 13"/>
                  <a:gd name="T5" fmla="*/ 52 h 30"/>
                  <a:gd name="T6" fmla="*/ 0 w 13"/>
                  <a:gd name="T7" fmla="*/ 0 h 3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30">
                    <a:moveTo>
                      <a:pt x="11" y="30"/>
                    </a:moveTo>
                    <a:cubicBezTo>
                      <a:pt x="11" y="25"/>
                      <a:pt x="13" y="18"/>
                      <a:pt x="9" y="13"/>
                    </a:cubicBezTo>
                    <a:cubicBezTo>
                      <a:pt x="8" y="11"/>
                      <a:pt x="5" y="10"/>
                      <a:pt x="4" y="7"/>
                    </a:cubicBezTo>
                    <a:cubicBezTo>
                      <a:pt x="2" y="5"/>
                      <a:pt x="1" y="2"/>
                      <a:pt x="0" y="0"/>
                    </a:cubicBezTo>
                  </a:path>
                </a:pathLst>
              </a:custGeom>
              <a:noFill/>
              <a:ln w="9525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927" name="Freeform 299">
                <a:extLst>
                  <a:ext uri="{FF2B5EF4-FFF2-40B4-BE49-F238E27FC236}">
                    <a16:creationId xmlns:a16="http://schemas.microsoft.com/office/drawing/2014/main" id="{A5D8ED3E-B55F-4C89-B521-3EB4485A8F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7" y="3896"/>
                <a:ext cx="31" cy="54"/>
              </a:xfrm>
              <a:custGeom>
                <a:avLst/>
                <a:gdLst>
                  <a:gd name="T0" fmla="*/ 116 w 16"/>
                  <a:gd name="T1" fmla="*/ 201 h 28"/>
                  <a:gd name="T2" fmla="*/ 93 w 16"/>
                  <a:gd name="T3" fmla="*/ 85 h 28"/>
                  <a:gd name="T4" fmla="*/ 0 w 16"/>
                  <a:gd name="T5" fmla="*/ 0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28">
                    <a:moveTo>
                      <a:pt x="16" y="28"/>
                    </a:moveTo>
                    <a:cubicBezTo>
                      <a:pt x="15" y="27"/>
                      <a:pt x="16" y="15"/>
                      <a:pt x="13" y="12"/>
                    </a:cubicBezTo>
                    <a:cubicBezTo>
                      <a:pt x="9" y="8"/>
                      <a:pt x="4" y="4"/>
                      <a:pt x="0" y="0"/>
                    </a:cubicBezTo>
                  </a:path>
                </a:pathLst>
              </a:custGeom>
              <a:noFill/>
              <a:ln w="9525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928" name="Freeform 300">
                <a:extLst>
                  <a:ext uri="{FF2B5EF4-FFF2-40B4-BE49-F238E27FC236}">
                    <a16:creationId xmlns:a16="http://schemas.microsoft.com/office/drawing/2014/main" id="{1D7B0362-80C9-4A51-8890-B17BCC6E47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5" y="3908"/>
                <a:ext cx="21" cy="38"/>
              </a:xfrm>
              <a:custGeom>
                <a:avLst/>
                <a:gdLst>
                  <a:gd name="T0" fmla="*/ 76 w 11"/>
                  <a:gd name="T1" fmla="*/ 137 h 20"/>
                  <a:gd name="T2" fmla="*/ 48 w 11"/>
                  <a:gd name="T3" fmla="*/ 68 h 20"/>
                  <a:gd name="T4" fmla="*/ 0 w 11"/>
                  <a:gd name="T5" fmla="*/ 0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20">
                    <a:moveTo>
                      <a:pt x="11" y="20"/>
                    </a:moveTo>
                    <a:cubicBezTo>
                      <a:pt x="8" y="17"/>
                      <a:pt x="9" y="12"/>
                      <a:pt x="7" y="10"/>
                    </a:cubicBezTo>
                    <a:cubicBezTo>
                      <a:pt x="5" y="7"/>
                      <a:pt x="1" y="4"/>
                      <a:pt x="0" y="0"/>
                    </a:cubicBezTo>
                  </a:path>
                </a:pathLst>
              </a:custGeom>
              <a:noFill/>
              <a:ln w="9525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929" name="Freeform 301">
                <a:extLst>
                  <a:ext uri="{FF2B5EF4-FFF2-40B4-BE49-F238E27FC236}">
                    <a16:creationId xmlns:a16="http://schemas.microsoft.com/office/drawing/2014/main" id="{DED15474-441B-4041-865C-0CB6B0C4F7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5" y="3912"/>
                <a:ext cx="36" cy="23"/>
              </a:xfrm>
              <a:custGeom>
                <a:avLst/>
                <a:gdLst>
                  <a:gd name="T0" fmla="*/ 121 w 19"/>
                  <a:gd name="T1" fmla="*/ 69 h 12"/>
                  <a:gd name="T2" fmla="*/ 21 w 19"/>
                  <a:gd name="T3" fmla="*/ 84 h 12"/>
                  <a:gd name="T4" fmla="*/ 0 w 19"/>
                  <a:gd name="T5" fmla="*/ 23 h 12"/>
                  <a:gd name="T6" fmla="*/ 129 w 19"/>
                  <a:gd name="T7" fmla="*/ 69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12">
                    <a:moveTo>
                      <a:pt x="18" y="10"/>
                    </a:moveTo>
                    <a:cubicBezTo>
                      <a:pt x="15" y="7"/>
                      <a:pt x="6" y="9"/>
                      <a:pt x="3" y="12"/>
                    </a:cubicBezTo>
                    <a:cubicBezTo>
                      <a:pt x="3" y="9"/>
                      <a:pt x="1" y="6"/>
                      <a:pt x="0" y="3"/>
                    </a:cubicBezTo>
                    <a:cubicBezTo>
                      <a:pt x="9" y="0"/>
                      <a:pt x="14" y="3"/>
                      <a:pt x="19" y="10"/>
                    </a:cubicBezTo>
                  </a:path>
                </a:pathLst>
              </a:custGeom>
              <a:noFill/>
              <a:ln w="9525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930" name="Freeform 302">
                <a:extLst>
                  <a:ext uri="{FF2B5EF4-FFF2-40B4-BE49-F238E27FC236}">
                    <a16:creationId xmlns:a16="http://schemas.microsoft.com/office/drawing/2014/main" id="{32471A41-0F06-4F22-B691-CE91F538B3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3" y="3914"/>
                <a:ext cx="27" cy="21"/>
              </a:xfrm>
              <a:custGeom>
                <a:avLst/>
                <a:gdLst>
                  <a:gd name="T0" fmla="*/ 100 w 14"/>
                  <a:gd name="T1" fmla="*/ 69 h 11"/>
                  <a:gd name="T2" fmla="*/ 23 w 14"/>
                  <a:gd name="T3" fmla="*/ 76 h 11"/>
                  <a:gd name="T4" fmla="*/ 0 w 14"/>
                  <a:gd name="T5" fmla="*/ 8 h 11"/>
                  <a:gd name="T6" fmla="*/ 93 w 14"/>
                  <a:gd name="T7" fmla="*/ 55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11">
                    <a:moveTo>
                      <a:pt x="14" y="10"/>
                    </a:moveTo>
                    <a:cubicBezTo>
                      <a:pt x="12" y="6"/>
                      <a:pt x="6" y="9"/>
                      <a:pt x="3" y="11"/>
                    </a:cubicBezTo>
                    <a:cubicBezTo>
                      <a:pt x="4" y="7"/>
                      <a:pt x="1" y="4"/>
                      <a:pt x="0" y="1"/>
                    </a:cubicBezTo>
                    <a:cubicBezTo>
                      <a:pt x="6" y="0"/>
                      <a:pt x="10" y="4"/>
                      <a:pt x="13" y="8"/>
                    </a:cubicBezTo>
                  </a:path>
                </a:pathLst>
              </a:custGeom>
              <a:noFill/>
              <a:ln w="9525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931" name="Freeform 303">
                <a:extLst>
                  <a:ext uri="{FF2B5EF4-FFF2-40B4-BE49-F238E27FC236}">
                    <a16:creationId xmlns:a16="http://schemas.microsoft.com/office/drawing/2014/main" id="{C15F995E-6C7F-492D-A72C-E9AC593AED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9" y="3923"/>
                <a:ext cx="18" cy="14"/>
              </a:xfrm>
              <a:custGeom>
                <a:avLst/>
                <a:gdLst>
                  <a:gd name="T0" fmla="*/ 72 w 9"/>
                  <a:gd name="T1" fmla="*/ 48 h 7"/>
                  <a:gd name="T2" fmla="*/ 8 w 9"/>
                  <a:gd name="T3" fmla="*/ 56 h 7"/>
                  <a:gd name="T4" fmla="*/ 0 w 9"/>
                  <a:gd name="T5" fmla="*/ 0 h 7"/>
                  <a:gd name="T6" fmla="*/ 56 w 9"/>
                  <a:gd name="T7" fmla="*/ 24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7">
                    <a:moveTo>
                      <a:pt x="9" y="6"/>
                    </a:moveTo>
                    <a:cubicBezTo>
                      <a:pt x="7" y="4"/>
                      <a:pt x="1" y="3"/>
                      <a:pt x="1" y="7"/>
                    </a:cubicBezTo>
                    <a:cubicBezTo>
                      <a:pt x="1" y="4"/>
                      <a:pt x="0" y="2"/>
                      <a:pt x="0" y="0"/>
                    </a:cubicBezTo>
                    <a:cubicBezTo>
                      <a:pt x="3" y="0"/>
                      <a:pt x="6" y="0"/>
                      <a:pt x="7" y="3"/>
                    </a:cubicBezTo>
                  </a:path>
                </a:pathLst>
              </a:custGeom>
              <a:noFill/>
              <a:ln w="9525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932" name="Freeform 304">
                <a:extLst>
                  <a:ext uri="{FF2B5EF4-FFF2-40B4-BE49-F238E27FC236}">
                    <a16:creationId xmlns:a16="http://schemas.microsoft.com/office/drawing/2014/main" id="{3AEE4F07-4581-4773-B27F-C883605654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5" y="3923"/>
                <a:ext cx="7" cy="10"/>
              </a:xfrm>
              <a:custGeom>
                <a:avLst/>
                <a:gdLst>
                  <a:gd name="T0" fmla="*/ 21 w 4"/>
                  <a:gd name="T1" fmla="*/ 24 h 5"/>
                  <a:gd name="T2" fmla="*/ 7 w 4"/>
                  <a:gd name="T3" fmla="*/ 40 h 5"/>
                  <a:gd name="T4" fmla="*/ 0 w 4"/>
                  <a:gd name="T5" fmla="*/ 0 h 5"/>
                  <a:gd name="T6" fmla="*/ 16 w 4"/>
                  <a:gd name="T7" fmla="*/ 8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5">
                    <a:moveTo>
                      <a:pt x="4" y="3"/>
                    </a:moveTo>
                    <a:cubicBezTo>
                      <a:pt x="2" y="3"/>
                      <a:pt x="1" y="4"/>
                      <a:pt x="1" y="5"/>
                    </a:cubicBezTo>
                    <a:cubicBezTo>
                      <a:pt x="1" y="3"/>
                      <a:pt x="0" y="2"/>
                      <a:pt x="0" y="0"/>
                    </a:cubicBezTo>
                    <a:cubicBezTo>
                      <a:pt x="2" y="0"/>
                      <a:pt x="3" y="1"/>
                      <a:pt x="3" y="1"/>
                    </a:cubicBezTo>
                  </a:path>
                </a:pathLst>
              </a:custGeom>
              <a:noFill/>
              <a:ln w="9525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933" name="Freeform 305">
                <a:extLst>
                  <a:ext uri="{FF2B5EF4-FFF2-40B4-BE49-F238E27FC236}">
                    <a16:creationId xmlns:a16="http://schemas.microsoft.com/office/drawing/2014/main" id="{F8DA69D4-99CC-4630-B020-BC2B04D77D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9" y="2585"/>
                <a:ext cx="19" cy="15"/>
              </a:xfrm>
              <a:custGeom>
                <a:avLst/>
                <a:gdLst>
                  <a:gd name="T0" fmla="*/ 0 w 10"/>
                  <a:gd name="T1" fmla="*/ 53 h 8"/>
                  <a:gd name="T2" fmla="*/ 68 w 10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8">
                    <a:moveTo>
                      <a:pt x="0" y="8"/>
                    </a:moveTo>
                    <a:cubicBezTo>
                      <a:pt x="2" y="5"/>
                      <a:pt x="6" y="3"/>
                      <a:pt x="10" y="0"/>
                    </a:cubicBezTo>
                  </a:path>
                </a:pathLst>
              </a:custGeom>
              <a:noFill/>
              <a:ln w="9525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934" name="Freeform 306">
                <a:extLst>
                  <a:ext uri="{FF2B5EF4-FFF2-40B4-BE49-F238E27FC236}">
                    <a16:creationId xmlns:a16="http://schemas.microsoft.com/office/drawing/2014/main" id="{61787DFB-365B-4245-BD94-0C72C35BEE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4" y="1543"/>
                <a:ext cx="14" cy="94"/>
              </a:xfrm>
              <a:custGeom>
                <a:avLst/>
                <a:gdLst>
                  <a:gd name="T0" fmla="*/ 56 w 7"/>
                  <a:gd name="T1" fmla="*/ 0 h 49"/>
                  <a:gd name="T2" fmla="*/ 8 w 7"/>
                  <a:gd name="T3" fmla="*/ 184 h 49"/>
                  <a:gd name="T4" fmla="*/ 0 w 7"/>
                  <a:gd name="T5" fmla="*/ 345 h 4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49">
                    <a:moveTo>
                      <a:pt x="7" y="0"/>
                    </a:moveTo>
                    <a:cubicBezTo>
                      <a:pt x="1" y="6"/>
                      <a:pt x="2" y="18"/>
                      <a:pt x="1" y="26"/>
                    </a:cubicBezTo>
                    <a:cubicBezTo>
                      <a:pt x="1" y="34"/>
                      <a:pt x="0" y="42"/>
                      <a:pt x="0" y="49"/>
                    </a:cubicBezTo>
                  </a:path>
                </a:pathLst>
              </a:custGeom>
              <a:noFill/>
              <a:ln w="9525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935" name="Freeform 307">
                <a:extLst>
                  <a:ext uri="{FF2B5EF4-FFF2-40B4-BE49-F238E27FC236}">
                    <a16:creationId xmlns:a16="http://schemas.microsoft.com/office/drawing/2014/main" id="{545C3EDC-83A0-41EC-9382-100860667C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6" y="1695"/>
                <a:ext cx="183" cy="50"/>
              </a:xfrm>
              <a:custGeom>
                <a:avLst/>
                <a:gdLst>
                  <a:gd name="T0" fmla="*/ 680 w 95"/>
                  <a:gd name="T1" fmla="*/ 0 h 26"/>
                  <a:gd name="T2" fmla="*/ 316 w 95"/>
                  <a:gd name="T3" fmla="*/ 177 h 26"/>
                  <a:gd name="T4" fmla="*/ 0 w 95"/>
                  <a:gd name="T5" fmla="*/ 77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5" h="26">
                    <a:moveTo>
                      <a:pt x="95" y="0"/>
                    </a:moveTo>
                    <a:cubicBezTo>
                      <a:pt x="95" y="0"/>
                      <a:pt x="86" y="26"/>
                      <a:pt x="44" y="25"/>
                    </a:cubicBezTo>
                    <a:cubicBezTo>
                      <a:pt x="2" y="24"/>
                      <a:pt x="0" y="11"/>
                      <a:pt x="0" y="11"/>
                    </a:cubicBezTo>
                  </a:path>
                </a:pathLst>
              </a:custGeom>
              <a:noFill/>
              <a:ln w="9525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936" name="Freeform 308">
                <a:extLst>
                  <a:ext uri="{FF2B5EF4-FFF2-40B4-BE49-F238E27FC236}">
                    <a16:creationId xmlns:a16="http://schemas.microsoft.com/office/drawing/2014/main" id="{935B0998-BCEF-48D0-ACA9-4B9DE996CC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6" y="918"/>
                <a:ext cx="49" cy="131"/>
              </a:xfrm>
              <a:custGeom>
                <a:avLst/>
                <a:gdLst>
                  <a:gd name="T0" fmla="*/ 104 w 25"/>
                  <a:gd name="T1" fmla="*/ 92 h 68"/>
                  <a:gd name="T2" fmla="*/ 8 w 25"/>
                  <a:gd name="T3" fmla="*/ 85 h 68"/>
                  <a:gd name="T4" fmla="*/ 53 w 25"/>
                  <a:gd name="T5" fmla="*/ 301 h 68"/>
                  <a:gd name="T6" fmla="*/ 104 w 25"/>
                  <a:gd name="T7" fmla="*/ 472 h 68"/>
                  <a:gd name="T8" fmla="*/ 127 w 25"/>
                  <a:gd name="T9" fmla="*/ 223 h 68"/>
                  <a:gd name="T10" fmla="*/ 112 w 25"/>
                  <a:gd name="T11" fmla="*/ 137 h 6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5" h="68">
                    <a:moveTo>
                      <a:pt x="14" y="13"/>
                    </a:moveTo>
                    <a:cubicBezTo>
                      <a:pt x="12" y="6"/>
                      <a:pt x="0" y="0"/>
                      <a:pt x="1" y="12"/>
                    </a:cubicBezTo>
                    <a:cubicBezTo>
                      <a:pt x="2" y="22"/>
                      <a:pt x="6" y="32"/>
                      <a:pt x="7" y="42"/>
                    </a:cubicBezTo>
                    <a:cubicBezTo>
                      <a:pt x="8" y="48"/>
                      <a:pt x="7" y="65"/>
                      <a:pt x="14" y="66"/>
                    </a:cubicBezTo>
                    <a:cubicBezTo>
                      <a:pt x="25" y="68"/>
                      <a:pt x="17" y="35"/>
                      <a:pt x="17" y="31"/>
                    </a:cubicBezTo>
                    <a:cubicBezTo>
                      <a:pt x="17" y="27"/>
                      <a:pt x="17" y="23"/>
                      <a:pt x="15" y="19"/>
                    </a:cubicBezTo>
                  </a:path>
                </a:pathLst>
              </a:custGeom>
              <a:solidFill>
                <a:srgbClr val="F8F6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937" name="Freeform 309">
                <a:extLst>
                  <a:ext uri="{FF2B5EF4-FFF2-40B4-BE49-F238E27FC236}">
                    <a16:creationId xmlns:a16="http://schemas.microsoft.com/office/drawing/2014/main" id="{66AEF904-A657-4FBB-9FE0-B71654D43A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6" y="918"/>
                <a:ext cx="49" cy="131"/>
              </a:xfrm>
              <a:custGeom>
                <a:avLst/>
                <a:gdLst>
                  <a:gd name="T0" fmla="*/ 104 w 25"/>
                  <a:gd name="T1" fmla="*/ 92 h 68"/>
                  <a:gd name="T2" fmla="*/ 8 w 25"/>
                  <a:gd name="T3" fmla="*/ 85 h 68"/>
                  <a:gd name="T4" fmla="*/ 53 w 25"/>
                  <a:gd name="T5" fmla="*/ 301 h 68"/>
                  <a:gd name="T6" fmla="*/ 104 w 25"/>
                  <a:gd name="T7" fmla="*/ 472 h 68"/>
                  <a:gd name="T8" fmla="*/ 127 w 25"/>
                  <a:gd name="T9" fmla="*/ 223 h 68"/>
                  <a:gd name="T10" fmla="*/ 112 w 25"/>
                  <a:gd name="T11" fmla="*/ 137 h 6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5" h="68">
                    <a:moveTo>
                      <a:pt x="14" y="13"/>
                    </a:moveTo>
                    <a:cubicBezTo>
                      <a:pt x="12" y="6"/>
                      <a:pt x="0" y="0"/>
                      <a:pt x="1" y="12"/>
                    </a:cubicBezTo>
                    <a:cubicBezTo>
                      <a:pt x="2" y="22"/>
                      <a:pt x="6" y="32"/>
                      <a:pt x="7" y="42"/>
                    </a:cubicBezTo>
                    <a:cubicBezTo>
                      <a:pt x="8" y="48"/>
                      <a:pt x="7" y="65"/>
                      <a:pt x="14" y="66"/>
                    </a:cubicBezTo>
                    <a:cubicBezTo>
                      <a:pt x="25" y="68"/>
                      <a:pt x="17" y="35"/>
                      <a:pt x="17" y="31"/>
                    </a:cubicBezTo>
                    <a:cubicBezTo>
                      <a:pt x="17" y="27"/>
                      <a:pt x="17" y="23"/>
                      <a:pt x="15" y="19"/>
                    </a:cubicBezTo>
                  </a:path>
                </a:pathLst>
              </a:custGeom>
              <a:noFill/>
              <a:ln w="9525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938" name="Freeform 310">
                <a:extLst>
                  <a:ext uri="{FF2B5EF4-FFF2-40B4-BE49-F238E27FC236}">
                    <a16:creationId xmlns:a16="http://schemas.microsoft.com/office/drawing/2014/main" id="{061800DE-604F-4BD2-908C-3F690F2224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4" y="976"/>
                <a:ext cx="11" cy="31"/>
              </a:xfrm>
              <a:custGeom>
                <a:avLst/>
                <a:gdLst>
                  <a:gd name="T0" fmla="*/ 24 w 6"/>
                  <a:gd name="T1" fmla="*/ 0 h 16"/>
                  <a:gd name="T2" fmla="*/ 20 w 6"/>
                  <a:gd name="T3" fmla="*/ 52 h 16"/>
                  <a:gd name="T4" fmla="*/ 37 w 6"/>
                  <a:gd name="T5" fmla="*/ 116 h 16"/>
                  <a:gd name="T6" fmla="*/ 0 w 6"/>
                  <a:gd name="T7" fmla="*/ 64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16">
                    <a:moveTo>
                      <a:pt x="4" y="0"/>
                    </a:moveTo>
                    <a:cubicBezTo>
                      <a:pt x="4" y="2"/>
                      <a:pt x="3" y="5"/>
                      <a:pt x="3" y="7"/>
                    </a:cubicBezTo>
                    <a:cubicBezTo>
                      <a:pt x="4" y="10"/>
                      <a:pt x="6" y="13"/>
                      <a:pt x="6" y="16"/>
                    </a:cubicBezTo>
                    <a:cubicBezTo>
                      <a:pt x="3" y="14"/>
                      <a:pt x="4" y="11"/>
                      <a:pt x="0" y="9"/>
                    </a:cubicBezTo>
                  </a:path>
                </a:pathLst>
              </a:custGeom>
              <a:noFill/>
              <a:ln w="6350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939" name="Freeform 311">
                <a:extLst>
                  <a:ext uri="{FF2B5EF4-FFF2-40B4-BE49-F238E27FC236}">
                    <a16:creationId xmlns:a16="http://schemas.microsoft.com/office/drawing/2014/main" id="{E2430FBA-03AC-457D-B2C5-5AEE794129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2" y="928"/>
                <a:ext cx="16" cy="42"/>
              </a:xfrm>
              <a:custGeom>
                <a:avLst/>
                <a:gdLst>
                  <a:gd name="T0" fmla="*/ 64 w 8"/>
                  <a:gd name="T1" fmla="*/ 84 h 22"/>
                  <a:gd name="T2" fmla="*/ 8 w 8"/>
                  <a:gd name="T3" fmla="*/ 36 h 22"/>
                  <a:gd name="T4" fmla="*/ 16 w 8"/>
                  <a:gd name="T5" fmla="*/ 92 h 22"/>
                  <a:gd name="T6" fmla="*/ 24 w 8"/>
                  <a:gd name="T7" fmla="*/ 153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22">
                    <a:moveTo>
                      <a:pt x="8" y="12"/>
                    </a:moveTo>
                    <a:cubicBezTo>
                      <a:pt x="7" y="10"/>
                      <a:pt x="2" y="0"/>
                      <a:pt x="1" y="5"/>
                    </a:cubicBezTo>
                    <a:cubicBezTo>
                      <a:pt x="0" y="7"/>
                      <a:pt x="1" y="11"/>
                      <a:pt x="2" y="13"/>
                    </a:cubicBezTo>
                    <a:cubicBezTo>
                      <a:pt x="2" y="16"/>
                      <a:pt x="2" y="19"/>
                      <a:pt x="3" y="22"/>
                    </a:cubicBezTo>
                  </a:path>
                </a:pathLst>
              </a:custGeom>
              <a:noFill/>
              <a:ln w="6350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940" name="Freeform 312">
                <a:extLst>
                  <a:ext uri="{FF2B5EF4-FFF2-40B4-BE49-F238E27FC236}">
                    <a16:creationId xmlns:a16="http://schemas.microsoft.com/office/drawing/2014/main" id="{329B90E6-A2C7-4FAF-A35C-98115135CC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2" y="918"/>
                <a:ext cx="48" cy="131"/>
              </a:xfrm>
              <a:custGeom>
                <a:avLst/>
                <a:gdLst>
                  <a:gd name="T0" fmla="*/ 84 w 25"/>
                  <a:gd name="T1" fmla="*/ 92 h 68"/>
                  <a:gd name="T2" fmla="*/ 169 w 25"/>
                  <a:gd name="T3" fmla="*/ 85 h 68"/>
                  <a:gd name="T4" fmla="*/ 129 w 25"/>
                  <a:gd name="T5" fmla="*/ 301 h 68"/>
                  <a:gd name="T6" fmla="*/ 77 w 25"/>
                  <a:gd name="T7" fmla="*/ 472 h 68"/>
                  <a:gd name="T8" fmla="*/ 56 w 25"/>
                  <a:gd name="T9" fmla="*/ 223 h 68"/>
                  <a:gd name="T10" fmla="*/ 69 w 25"/>
                  <a:gd name="T11" fmla="*/ 137 h 6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5" h="68">
                    <a:moveTo>
                      <a:pt x="12" y="13"/>
                    </a:moveTo>
                    <a:cubicBezTo>
                      <a:pt x="14" y="6"/>
                      <a:pt x="25" y="0"/>
                      <a:pt x="24" y="12"/>
                    </a:cubicBezTo>
                    <a:cubicBezTo>
                      <a:pt x="23" y="22"/>
                      <a:pt x="19" y="32"/>
                      <a:pt x="18" y="42"/>
                    </a:cubicBezTo>
                    <a:cubicBezTo>
                      <a:pt x="18" y="48"/>
                      <a:pt x="18" y="65"/>
                      <a:pt x="11" y="66"/>
                    </a:cubicBezTo>
                    <a:cubicBezTo>
                      <a:pt x="0" y="68"/>
                      <a:pt x="8" y="35"/>
                      <a:pt x="8" y="31"/>
                    </a:cubicBezTo>
                    <a:cubicBezTo>
                      <a:pt x="8" y="27"/>
                      <a:pt x="9" y="23"/>
                      <a:pt x="10" y="19"/>
                    </a:cubicBezTo>
                  </a:path>
                </a:pathLst>
              </a:custGeom>
              <a:solidFill>
                <a:srgbClr val="F8F6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941" name="Freeform 313">
                <a:extLst>
                  <a:ext uri="{FF2B5EF4-FFF2-40B4-BE49-F238E27FC236}">
                    <a16:creationId xmlns:a16="http://schemas.microsoft.com/office/drawing/2014/main" id="{FA712BB4-F1B8-433E-981D-938303307C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2" y="918"/>
                <a:ext cx="48" cy="131"/>
              </a:xfrm>
              <a:custGeom>
                <a:avLst/>
                <a:gdLst>
                  <a:gd name="T0" fmla="*/ 84 w 25"/>
                  <a:gd name="T1" fmla="*/ 92 h 68"/>
                  <a:gd name="T2" fmla="*/ 169 w 25"/>
                  <a:gd name="T3" fmla="*/ 85 h 68"/>
                  <a:gd name="T4" fmla="*/ 129 w 25"/>
                  <a:gd name="T5" fmla="*/ 301 h 68"/>
                  <a:gd name="T6" fmla="*/ 77 w 25"/>
                  <a:gd name="T7" fmla="*/ 472 h 68"/>
                  <a:gd name="T8" fmla="*/ 56 w 25"/>
                  <a:gd name="T9" fmla="*/ 223 h 68"/>
                  <a:gd name="T10" fmla="*/ 69 w 25"/>
                  <a:gd name="T11" fmla="*/ 137 h 6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5" h="68">
                    <a:moveTo>
                      <a:pt x="12" y="13"/>
                    </a:moveTo>
                    <a:cubicBezTo>
                      <a:pt x="14" y="6"/>
                      <a:pt x="25" y="0"/>
                      <a:pt x="24" y="12"/>
                    </a:cubicBezTo>
                    <a:cubicBezTo>
                      <a:pt x="23" y="22"/>
                      <a:pt x="19" y="32"/>
                      <a:pt x="18" y="42"/>
                    </a:cubicBezTo>
                    <a:cubicBezTo>
                      <a:pt x="18" y="48"/>
                      <a:pt x="18" y="65"/>
                      <a:pt x="11" y="66"/>
                    </a:cubicBezTo>
                    <a:cubicBezTo>
                      <a:pt x="0" y="68"/>
                      <a:pt x="8" y="35"/>
                      <a:pt x="8" y="31"/>
                    </a:cubicBezTo>
                    <a:cubicBezTo>
                      <a:pt x="8" y="27"/>
                      <a:pt x="9" y="23"/>
                      <a:pt x="10" y="19"/>
                    </a:cubicBezTo>
                  </a:path>
                </a:pathLst>
              </a:custGeom>
              <a:noFill/>
              <a:ln w="9525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942" name="Freeform 314">
                <a:extLst>
                  <a:ext uri="{FF2B5EF4-FFF2-40B4-BE49-F238E27FC236}">
                    <a16:creationId xmlns:a16="http://schemas.microsoft.com/office/drawing/2014/main" id="{5C21DDE6-7D6F-42BF-9573-B89CD67E18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1" y="976"/>
                <a:ext cx="11" cy="31"/>
              </a:xfrm>
              <a:custGeom>
                <a:avLst/>
                <a:gdLst>
                  <a:gd name="T0" fmla="*/ 13 w 6"/>
                  <a:gd name="T1" fmla="*/ 0 h 16"/>
                  <a:gd name="T2" fmla="*/ 20 w 6"/>
                  <a:gd name="T3" fmla="*/ 52 h 16"/>
                  <a:gd name="T4" fmla="*/ 0 w 6"/>
                  <a:gd name="T5" fmla="*/ 116 h 16"/>
                  <a:gd name="T6" fmla="*/ 37 w 6"/>
                  <a:gd name="T7" fmla="*/ 64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16">
                    <a:moveTo>
                      <a:pt x="2" y="0"/>
                    </a:moveTo>
                    <a:cubicBezTo>
                      <a:pt x="2" y="2"/>
                      <a:pt x="3" y="5"/>
                      <a:pt x="3" y="7"/>
                    </a:cubicBezTo>
                    <a:cubicBezTo>
                      <a:pt x="2" y="10"/>
                      <a:pt x="0" y="13"/>
                      <a:pt x="0" y="16"/>
                    </a:cubicBezTo>
                    <a:cubicBezTo>
                      <a:pt x="3" y="14"/>
                      <a:pt x="2" y="11"/>
                      <a:pt x="6" y="9"/>
                    </a:cubicBezTo>
                  </a:path>
                </a:pathLst>
              </a:custGeom>
              <a:noFill/>
              <a:ln w="6350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943" name="Freeform 315">
                <a:extLst>
                  <a:ext uri="{FF2B5EF4-FFF2-40B4-BE49-F238E27FC236}">
                    <a16:creationId xmlns:a16="http://schemas.microsoft.com/office/drawing/2014/main" id="{5EFAA204-F002-468F-A917-DC8892B1D9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1" y="928"/>
                <a:ext cx="13" cy="42"/>
              </a:xfrm>
              <a:custGeom>
                <a:avLst/>
                <a:gdLst>
                  <a:gd name="T0" fmla="*/ 0 w 7"/>
                  <a:gd name="T1" fmla="*/ 84 h 22"/>
                  <a:gd name="T2" fmla="*/ 45 w 7"/>
                  <a:gd name="T3" fmla="*/ 36 h 22"/>
                  <a:gd name="T4" fmla="*/ 37 w 7"/>
                  <a:gd name="T5" fmla="*/ 92 h 22"/>
                  <a:gd name="T6" fmla="*/ 24 w 7"/>
                  <a:gd name="T7" fmla="*/ 153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22">
                    <a:moveTo>
                      <a:pt x="0" y="12"/>
                    </a:moveTo>
                    <a:cubicBezTo>
                      <a:pt x="0" y="10"/>
                      <a:pt x="5" y="0"/>
                      <a:pt x="7" y="5"/>
                    </a:cubicBezTo>
                    <a:cubicBezTo>
                      <a:pt x="7" y="7"/>
                      <a:pt x="6" y="11"/>
                      <a:pt x="6" y="13"/>
                    </a:cubicBezTo>
                    <a:cubicBezTo>
                      <a:pt x="5" y="16"/>
                      <a:pt x="5" y="19"/>
                      <a:pt x="4" y="22"/>
                    </a:cubicBezTo>
                  </a:path>
                </a:pathLst>
              </a:custGeom>
              <a:noFill/>
              <a:ln w="6350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944" name="Freeform 316">
                <a:extLst>
                  <a:ext uri="{FF2B5EF4-FFF2-40B4-BE49-F238E27FC236}">
                    <a16:creationId xmlns:a16="http://schemas.microsoft.com/office/drawing/2014/main" id="{AACFF4EF-CB50-47ED-A533-E41FD3F8CE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3" y="745"/>
                <a:ext cx="292" cy="463"/>
              </a:xfrm>
              <a:custGeom>
                <a:avLst/>
                <a:gdLst>
                  <a:gd name="T0" fmla="*/ 565 w 151"/>
                  <a:gd name="T1" fmla="*/ 0 h 241"/>
                  <a:gd name="T2" fmla="*/ 1093 w 151"/>
                  <a:gd name="T3" fmla="*/ 778 h 241"/>
                  <a:gd name="T4" fmla="*/ 868 w 151"/>
                  <a:gd name="T5" fmla="*/ 1439 h 241"/>
                  <a:gd name="T6" fmla="*/ 549 w 151"/>
                  <a:gd name="T7" fmla="*/ 1708 h 241"/>
                  <a:gd name="T8" fmla="*/ 536 w 151"/>
                  <a:gd name="T9" fmla="*/ 1708 h 241"/>
                  <a:gd name="T10" fmla="*/ 217 w 151"/>
                  <a:gd name="T11" fmla="*/ 1439 h 241"/>
                  <a:gd name="T12" fmla="*/ 0 w 151"/>
                  <a:gd name="T13" fmla="*/ 778 h 241"/>
                  <a:gd name="T14" fmla="*/ 528 w 151"/>
                  <a:gd name="T15" fmla="*/ 0 h 241"/>
                  <a:gd name="T16" fmla="*/ 565 w 151"/>
                  <a:gd name="T17" fmla="*/ 0 h 24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51" h="241">
                    <a:moveTo>
                      <a:pt x="78" y="0"/>
                    </a:moveTo>
                    <a:cubicBezTo>
                      <a:pt x="108" y="0"/>
                      <a:pt x="151" y="23"/>
                      <a:pt x="151" y="110"/>
                    </a:cubicBezTo>
                    <a:cubicBezTo>
                      <a:pt x="151" y="156"/>
                      <a:pt x="135" y="170"/>
                      <a:pt x="120" y="203"/>
                    </a:cubicBezTo>
                    <a:cubicBezTo>
                      <a:pt x="106" y="234"/>
                      <a:pt x="89" y="240"/>
                      <a:pt x="76" y="241"/>
                    </a:cubicBezTo>
                    <a:cubicBezTo>
                      <a:pt x="74" y="241"/>
                      <a:pt x="74" y="241"/>
                      <a:pt x="74" y="241"/>
                    </a:cubicBezTo>
                    <a:cubicBezTo>
                      <a:pt x="61" y="240"/>
                      <a:pt x="44" y="233"/>
                      <a:pt x="30" y="203"/>
                    </a:cubicBezTo>
                    <a:cubicBezTo>
                      <a:pt x="16" y="170"/>
                      <a:pt x="0" y="156"/>
                      <a:pt x="0" y="110"/>
                    </a:cubicBezTo>
                    <a:cubicBezTo>
                      <a:pt x="0" y="23"/>
                      <a:pt x="42" y="0"/>
                      <a:pt x="73" y="0"/>
                    </a:cubicBezTo>
                    <a:lnTo>
                      <a:pt x="78" y="0"/>
                    </a:lnTo>
                    <a:close/>
                  </a:path>
                </a:pathLst>
              </a:custGeom>
              <a:solidFill>
                <a:srgbClr val="F8F6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945" name="Freeform 317">
                <a:extLst>
                  <a:ext uri="{FF2B5EF4-FFF2-40B4-BE49-F238E27FC236}">
                    <a16:creationId xmlns:a16="http://schemas.microsoft.com/office/drawing/2014/main" id="{2C9C5D47-33E1-468C-BCEF-34FE32BED1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3" y="747"/>
                <a:ext cx="292" cy="463"/>
              </a:xfrm>
              <a:custGeom>
                <a:avLst/>
                <a:gdLst>
                  <a:gd name="T0" fmla="*/ 565 w 151"/>
                  <a:gd name="T1" fmla="*/ 0 h 241"/>
                  <a:gd name="T2" fmla="*/ 1093 w 151"/>
                  <a:gd name="T3" fmla="*/ 778 h 241"/>
                  <a:gd name="T4" fmla="*/ 868 w 151"/>
                  <a:gd name="T5" fmla="*/ 1439 h 241"/>
                  <a:gd name="T6" fmla="*/ 549 w 151"/>
                  <a:gd name="T7" fmla="*/ 1708 h 241"/>
                  <a:gd name="T8" fmla="*/ 536 w 151"/>
                  <a:gd name="T9" fmla="*/ 1708 h 241"/>
                  <a:gd name="T10" fmla="*/ 217 w 151"/>
                  <a:gd name="T11" fmla="*/ 1439 h 241"/>
                  <a:gd name="T12" fmla="*/ 0 w 151"/>
                  <a:gd name="T13" fmla="*/ 778 h 241"/>
                  <a:gd name="T14" fmla="*/ 528 w 151"/>
                  <a:gd name="T15" fmla="*/ 0 h 241"/>
                  <a:gd name="T16" fmla="*/ 565 w 151"/>
                  <a:gd name="T17" fmla="*/ 0 h 24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51" h="241">
                    <a:moveTo>
                      <a:pt x="78" y="0"/>
                    </a:moveTo>
                    <a:cubicBezTo>
                      <a:pt x="108" y="0"/>
                      <a:pt x="151" y="22"/>
                      <a:pt x="151" y="110"/>
                    </a:cubicBezTo>
                    <a:cubicBezTo>
                      <a:pt x="151" y="156"/>
                      <a:pt x="135" y="170"/>
                      <a:pt x="120" y="203"/>
                    </a:cubicBezTo>
                    <a:cubicBezTo>
                      <a:pt x="106" y="233"/>
                      <a:pt x="89" y="240"/>
                      <a:pt x="76" y="241"/>
                    </a:cubicBezTo>
                    <a:cubicBezTo>
                      <a:pt x="74" y="241"/>
                      <a:pt x="74" y="241"/>
                      <a:pt x="74" y="241"/>
                    </a:cubicBezTo>
                    <a:cubicBezTo>
                      <a:pt x="61" y="240"/>
                      <a:pt x="44" y="233"/>
                      <a:pt x="30" y="203"/>
                    </a:cubicBezTo>
                    <a:cubicBezTo>
                      <a:pt x="16" y="170"/>
                      <a:pt x="0" y="156"/>
                      <a:pt x="0" y="110"/>
                    </a:cubicBezTo>
                    <a:cubicBezTo>
                      <a:pt x="0" y="22"/>
                      <a:pt x="42" y="0"/>
                      <a:pt x="73" y="0"/>
                    </a:cubicBezTo>
                    <a:lnTo>
                      <a:pt x="78" y="0"/>
                    </a:lnTo>
                    <a:close/>
                  </a:path>
                </a:pathLst>
              </a:custGeom>
              <a:noFill/>
              <a:ln w="9525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946" name="Freeform 318">
                <a:extLst>
                  <a:ext uri="{FF2B5EF4-FFF2-40B4-BE49-F238E27FC236}">
                    <a16:creationId xmlns:a16="http://schemas.microsoft.com/office/drawing/2014/main" id="{ECD21ED0-9640-44CF-9B7D-A4DB574D59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8" y="930"/>
                <a:ext cx="70" cy="69"/>
              </a:xfrm>
              <a:custGeom>
                <a:avLst/>
                <a:gdLst>
                  <a:gd name="T0" fmla="*/ 0 w 36"/>
                  <a:gd name="T1" fmla="*/ 148 h 36"/>
                  <a:gd name="T2" fmla="*/ 264 w 36"/>
                  <a:gd name="T3" fmla="*/ 155 h 36"/>
                  <a:gd name="T4" fmla="*/ 0 w 36"/>
                  <a:gd name="T5" fmla="*/ 148 h 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6" h="36">
                    <a:moveTo>
                      <a:pt x="0" y="21"/>
                    </a:moveTo>
                    <a:cubicBezTo>
                      <a:pt x="0" y="21"/>
                      <a:pt x="14" y="0"/>
                      <a:pt x="36" y="22"/>
                    </a:cubicBezTo>
                    <a:cubicBezTo>
                      <a:pt x="36" y="22"/>
                      <a:pt x="11" y="36"/>
                      <a:pt x="0" y="2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947" name="Freeform 319">
                <a:extLst>
                  <a:ext uri="{FF2B5EF4-FFF2-40B4-BE49-F238E27FC236}">
                    <a16:creationId xmlns:a16="http://schemas.microsoft.com/office/drawing/2014/main" id="{D2A8A087-AA42-42F8-A943-53D9D1442E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0" y="951"/>
                <a:ext cx="36" cy="31"/>
              </a:xfrm>
              <a:custGeom>
                <a:avLst/>
                <a:gdLst>
                  <a:gd name="T0" fmla="*/ 121 w 19"/>
                  <a:gd name="T1" fmla="*/ 23 h 16"/>
                  <a:gd name="T2" fmla="*/ 129 w 19"/>
                  <a:gd name="T3" fmla="*/ 52 h 16"/>
                  <a:gd name="T4" fmla="*/ 68 w 19"/>
                  <a:gd name="T5" fmla="*/ 116 h 16"/>
                  <a:gd name="T6" fmla="*/ 0 w 19"/>
                  <a:gd name="T7" fmla="*/ 52 h 16"/>
                  <a:gd name="T8" fmla="*/ 8 w 19"/>
                  <a:gd name="T9" fmla="*/ 31 h 16"/>
                  <a:gd name="T10" fmla="*/ 121 w 19"/>
                  <a:gd name="T11" fmla="*/ 23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9" h="16">
                    <a:moveTo>
                      <a:pt x="18" y="3"/>
                    </a:moveTo>
                    <a:cubicBezTo>
                      <a:pt x="19" y="4"/>
                      <a:pt x="19" y="5"/>
                      <a:pt x="19" y="7"/>
                    </a:cubicBezTo>
                    <a:cubicBezTo>
                      <a:pt x="19" y="12"/>
                      <a:pt x="15" y="16"/>
                      <a:pt x="10" y="16"/>
                    </a:cubicBezTo>
                    <a:cubicBezTo>
                      <a:pt x="5" y="16"/>
                      <a:pt x="0" y="12"/>
                      <a:pt x="0" y="7"/>
                    </a:cubicBezTo>
                    <a:cubicBezTo>
                      <a:pt x="0" y="6"/>
                      <a:pt x="1" y="5"/>
                      <a:pt x="1" y="4"/>
                    </a:cubicBezTo>
                    <a:cubicBezTo>
                      <a:pt x="3" y="0"/>
                      <a:pt x="15" y="0"/>
                      <a:pt x="18" y="3"/>
                    </a:cubicBezTo>
                    <a:close/>
                  </a:path>
                </a:pathLst>
              </a:custGeom>
              <a:solidFill>
                <a:srgbClr val="1C6D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948" name="Freeform 320">
                <a:extLst>
                  <a:ext uri="{FF2B5EF4-FFF2-40B4-BE49-F238E27FC236}">
                    <a16:creationId xmlns:a16="http://schemas.microsoft.com/office/drawing/2014/main" id="{C5CBFF18-DF46-4CE0-AB27-8BD4F5453A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6" y="934"/>
                <a:ext cx="66" cy="26"/>
              </a:xfrm>
              <a:custGeom>
                <a:avLst/>
                <a:gdLst>
                  <a:gd name="T0" fmla="*/ 248 w 34"/>
                  <a:gd name="T1" fmla="*/ 89 h 14"/>
                  <a:gd name="T2" fmla="*/ 0 w 34"/>
                  <a:gd name="T3" fmla="*/ 89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4" h="14">
                    <a:moveTo>
                      <a:pt x="34" y="14"/>
                    </a:moveTo>
                    <a:cubicBezTo>
                      <a:pt x="34" y="14"/>
                      <a:pt x="19" y="0"/>
                      <a:pt x="0" y="14"/>
                    </a:cubicBezTo>
                  </a:path>
                </a:pathLst>
              </a:custGeom>
              <a:noFill/>
              <a:ln w="6350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949" name="Freeform 321">
                <a:extLst>
                  <a:ext uri="{FF2B5EF4-FFF2-40B4-BE49-F238E27FC236}">
                    <a16:creationId xmlns:a16="http://schemas.microsoft.com/office/drawing/2014/main" id="{C822BA52-6382-4D59-A64E-79F30E1C6A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2" y="962"/>
                <a:ext cx="10" cy="4"/>
              </a:xfrm>
              <a:custGeom>
                <a:avLst/>
                <a:gdLst>
                  <a:gd name="T0" fmla="*/ 0 w 5"/>
                  <a:gd name="T1" fmla="*/ 0 h 2"/>
                  <a:gd name="T2" fmla="*/ 40 w 5"/>
                  <a:gd name="T3" fmla="*/ 16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2">
                    <a:moveTo>
                      <a:pt x="0" y="0"/>
                    </a:moveTo>
                    <a:cubicBezTo>
                      <a:pt x="1" y="1"/>
                      <a:pt x="3" y="2"/>
                      <a:pt x="5" y="2"/>
                    </a:cubicBezTo>
                  </a:path>
                </a:pathLst>
              </a:custGeom>
              <a:noFill/>
              <a:ln w="3175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950" name="Freeform 322">
                <a:extLst>
                  <a:ext uri="{FF2B5EF4-FFF2-40B4-BE49-F238E27FC236}">
                    <a16:creationId xmlns:a16="http://schemas.microsoft.com/office/drawing/2014/main" id="{D7D4769B-3206-4DC2-B70B-71336235B2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6" y="957"/>
                <a:ext cx="8" cy="5"/>
              </a:xfrm>
              <a:custGeom>
                <a:avLst/>
                <a:gdLst>
                  <a:gd name="T0" fmla="*/ 32 w 4"/>
                  <a:gd name="T1" fmla="*/ 13 h 3"/>
                  <a:gd name="T2" fmla="*/ 0 w 4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3">
                    <a:moveTo>
                      <a:pt x="4" y="3"/>
                    </a:moveTo>
                    <a:cubicBezTo>
                      <a:pt x="4" y="3"/>
                      <a:pt x="0" y="1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951" name="Freeform 323">
                <a:extLst>
                  <a:ext uri="{FF2B5EF4-FFF2-40B4-BE49-F238E27FC236}">
                    <a16:creationId xmlns:a16="http://schemas.microsoft.com/office/drawing/2014/main" id="{5077ACBC-53B4-4CB6-92F6-94A3C5BFD9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0" y="953"/>
                <a:ext cx="10" cy="6"/>
              </a:xfrm>
              <a:custGeom>
                <a:avLst/>
                <a:gdLst>
                  <a:gd name="T0" fmla="*/ 40 w 5"/>
                  <a:gd name="T1" fmla="*/ 24 h 3"/>
                  <a:gd name="T2" fmla="*/ 0 w 5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3">
                    <a:moveTo>
                      <a:pt x="5" y="3"/>
                    </a:moveTo>
                    <a:cubicBezTo>
                      <a:pt x="3" y="3"/>
                      <a:pt x="2" y="1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952" name="Freeform 324">
                <a:extLst>
                  <a:ext uri="{FF2B5EF4-FFF2-40B4-BE49-F238E27FC236}">
                    <a16:creationId xmlns:a16="http://schemas.microsoft.com/office/drawing/2014/main" id="{F9825CBE-58CB-46B6-9A59-126AA83FDE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8" y="951"/>
                <a:ext cx="6" cy="6"/>
              </a:xfrm>
              <a:custGeom>
                <a:avLst/>
                <a:gdLst>
                  <a:gd name="T0" fmla="*/ 24 w 3"/>
                  <a:gd name="T1" fmla="*/ 24 h 3"/>
                  <a:gd name="T2" fmla="*/ 0 w 3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cubicBezTo>
                      <a:pt x="1" y="2"/>
                      <a:pt x="0" y="1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953" name="Freeform 325">
                <a:extLst>
                  <a:ext uri="{FF2B5EF4-FFF2-40B4-BE49-F238E27FC236}">
                    <a16:creationId xmlns:a16="http://schemas.microsoft.com/office/drawing/2014/main" id="{62AC3372-68E7-4B46-89C9-970B160E9D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2" y="947"/>
                <a:ext cx="5" cy="8"/>
              </a:xfrm>
              <a:custGeom>
                <a:avLst/>
                <a:gdLst>
                  <a:gd name="T0" fmla="*/ 13 w 3"/>
                  <a:gd name="T1" fmla="*/ 32 h 4"/>
                  <a:gd name="T2" fmla="*/ 5 w 3"/>
                  <a:gd name="T3" fmla="*/ 8 h 4"/>
                  <a:gd name="T4" fmla="*/ 0 w 3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3" y="4"/>
                    </a:moveTo>
                    <a:cubicBezTo>
                      <a:pt x="2" y="3"/>
                      <a:pt x="2" y="2"/>
                      <a:pt x="1" y="1"/>
                    </a:cubicBezTo>
                    <a:cubicBezTo>
                      <a:pt x="1" y="1"/>
                      <a:pt x="1" y="0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954" name="Freeform 326">
                <a:extLst>
                  <a:ext uri="{FF2B5EF4-FFF2-40B4-BE49-F238E27FC236}">
                    <a16:creationId xmlns:a16="http://schemas.microsoft.com/office/drawing/2014/main" id="{880C0BBF-1F32-4DFC-B1F9-7AECC7A0A0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8" y="930"/>
                <a:ext cx="70" cy="69"/>
              </a:xfrm>
              <a:custGeom>
                <a:avLst/>
                <a:gdLst>
                  <a:gd name="T0" fmla="*/ 0 w 36"/>
                  <a:gd name="T1" fmla="*/ 148 h 36"/>
                  <a:gd name="T2" fmla="*/ 264 w 36"/>
                  <a:gd name="T3" fmla="*/ 155 h 36"/>
                  <a:gd name="T4" fmla="*/ 0 w 36"/>
                  <a:gd name="T5" fmla="*/ 148 h 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6" h="36">
                    <a:moveTo>
                      <a:pt x="0" y="21"/>
                    </a:moveTo>
                    <a:cubicBezTo>
                      <a:pt x="0" y="21"/>
                      <a:pt x="14" y="0"/>
                      <a:pt x="36" y="22"/>
                    </a:cubicBezTo>
                    <a:cubicBezTo>
                      <a:pt x="36" y="22"/>
                      <a:pt x="11" y="36"/>
                      <a:pt x="0" y="21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955" name="Freeform 327">
                <a:extLst>
                  <a:ext uri="{FF2B5EF4-FFF2-40B4-BE49-F238E27FC236}">
                    <a16:creationId xmlns:a16="http://schemas.microsoft.com/office/drawing/2014/main" id="{77A49D5B-9CD4-406C-9975-EA497F7D15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2" y="955"/>
                <a:ext cx="32" cy="15"/>
              </a:xfrm>
              <a:custGeom>
                <a:avLst/>
                <a:gdLst>
                  <a:gd name="T0" fmla="*/ 8 w 17"/>
                  <a:gd name="T1" fmla="*/ 53 h 8"/>
                  <a:gd name="T2" fmla="*/ 21 w 17"/>
                  <a:gd name="T3" fmla="*/ 45 h 8"/>
                  <a:gd name="T4" fmla="*/ 32 w 17"/>
                  <a:gd name="T5" fmla="*/ 45 h 8"/>
                  <a:gd name="T6" fmla="*/ 53 w 17"/>
                  <a:gd name="T7" fmla="*/ 45 h 8"/>
                  <a:gd name="T8" fmla="*/ 75 w 17"/>
                  <a:gd name="T9" fmla="*/ 39 h 8"/>
                  <a:gd name="T10" fmla="*/ 92 w 17"/>
                  <a:gd name="T11" fmla="*/ 45 h 8"/>
                  <a:gd name="T12" fmla="*/ 113 w 17"/>
                  <a:gd name="T13" fmla="*/ 32 h 8"/>
                  <a:gd name="T14" fmla="*/ 113 w 17"/>
                  <a:gd name="T15" fmla="*/ 15 h 8"/>
                  <a:gd name="T16" fmla="*/ 81 w 17"/>
                  <a:gd name="T17" fmla="*/ 0 h 8"/>
                  <a:gd name="T18" fmla="*/ 68 w 17"/>
                  <a:gd name="T19" fmla="*/ 0 h 8"/>
                  <a:gd name="T20" fmla="*/ 45 w 17"/>
                  <a:gd name="T21" fmla="*/ 0 h 8"/>
                  <a:gd name="T22" fmla="*/ 21 w 17"/>
                  <a:gd name="T23" fmla="*/ 8 h 8"/>
                  <a:gd name="T24" fmla="*/ 8 w 17"/>
                  <a:gd name="T25" fmla="*/ 15 h 8"/>
                  <a:gd name="T26" fmla="*/ 0 w 17"/>
                  <a:gd name="T27" fmla="*/ 15 h 8"/>
                  <a:gd name="T28" fmla="*/ 0 w 17"/>
                  <a:gd name="T29" fmla="*/ 28 h 8"/>
                  <a:gd name="T30" fmla="*/ 0 w 17"/>
                  <a:gd name="T31" fmla="*/ 45 h 8"/>
                  <a:gd name="T32" fmla="*/ 8 w 17"/>
                  <a:gd name="T33" fmla="*/ 53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7" h="8">
                    <a:moveTo>
                      <a:pt x="1" y="8"/>
                    </a:moveTo>
                    <a:cubicBezTo>
                      <a:pt x="1" y="8"/>
                      <a:pt x="3" y="7"/>
                      <a:pt x="3" y="7"/>
                    </a:cubicBezTo>
                    <a:cubicBezTo>
                      <a:pt x="4" y="7"/>
                      <a:pt x="5" y="7"/>
                      <a:pt x="5" y="7"/>
                    </a:cubicBezTo>
                    <a:cubicBezTo>
                      <a:pt x="6" y="7"/>
                      <a:pt x="7" y="7"/>
                      <a:pt x="8" y="7"/>
                    </a:cubicBezTo>
                    <a:cubicBezTo>
                      <a:pt x="9" y="6"/>
                      <a:pt x="10" y="6"/>
                      <a:pt x="11" y="6"/>
                    </a:cubicBezTo>
                    <a:cubicBezTo>
                      <a:pt x="12" y="6"/>
                      <a:pt x="13" y="7"/>
                      <a:pt x="14" y="7"/>
                    </a:cubicBezTo>
                    <a:cubicBezTo>
                      <a:pt x="15" y="6"/>
                      <a:pt x="16" y="6"/>
                      <a:pt x="17" y="5"/>
                    </a:cubicBezTo>
                    <a:cubicBezTo>
                      <a:pt x="17" y="4"/>
                      <a:pt x="17" y="3"/>
                      <a:pt x="17" y="2"/>
                    </a:cubicBezTo>
                    <a:cubicBezTo>
                      <a:pt x="16" y="0"/>
                      <a:pt x="13" y="0"/>
                      <a:pt x="12" y="0"/>
                    </a:cubicBezTo>
                    <a:cubicBezTo>
                      <a:pt x="11" y="0"/>
                      <a:pt x="10" y="0"/>
                      <a:pt x="10" y="0"/>
                    </a:cubicBezTo>
                    <a:cubicBezTo>
                      <a:pt x="9" y="0"/>
                      <a:pt x="8" y="0"/>
                      <a:pt x="7" y="0"/>
                    </a:cubicBezTo>
                    <a:cubicBezTo>
                      <a:pt x="5" y="0"/>
                      <a:pt x="4" y="0"/>
                      <a:pt x="3" y="1"/>
                    </a:cubicBezTo>
                    <a:cubicBezTo>
                      <a:pt x="3" y="1"/>
                      <a:pt x="2" y="1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3"/>
                      <a:pt x="0" y="4"/>
                      <a:pt x="0" y="4"/>
                    </a:cubicBezTo>
                    <a:cubicBezTo>
                      <a:pt x="0" y="5"/>
                      <a:pt x="0" y="6"/>
                      <a:pt x="0" y="7"/>
                    </a:cubicBezTo>
                    <a:cubicBezTo>
                      <a:pt x="0" y="7"/>
                      <a:pt x="1" y="8"/>
                      <a:pt x="1" y="8"/>
                    </a:cubicBezTo>
                  </a:path>
                </a:pathLst>
              </a:custGeom>
              <a:solidFill>
                <a:srgbClr val="005C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956" name="Oval 328">
                <a:extLst>
                  <a:ext uri="{FF2B5EF4-FFF2-40B4-BE49-F238E27FC236}">
                    <a16:creationId xmlns:a16="http://schemas.microsoft.com/office/drawing/2014/main" id="{591F05D5-B4DD-464F-A26C-7FA6FC7E87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3" y="959"/>
                <a:ext cx="12" cy="11"/>
              </a:xfrm>
              <a:prstGeom prst="ellipse">
                <a:avLst/>
              </a:prstGeom>
              <a:solidFill>
                <a:srgbClr val="4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4957" name="Oval 329">
                <a:extLst>
                  <a:ext uri="{FF2B5EF4-FFF2-40B4-BE49-F238E27FC236}">
                    <a16:creationId xmlns:a16="http://schemas.microsoft.com/office/drawing/2014/main" id="{43DC9B62-A97C-48D8-9B6F-C851AF93BE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19" y="960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4958" name="Oval 330">
                <a:extLst>
                  <a:ext uri="{FF2B5EF4-FFF2-40B4-BE49-F238E27FC236}">
                    <a16:creationId xmlns:a16="http://schemas.microsoft.com/office/drawing/2014/main" id="{D4CC0D0C-354B-45B9-8674-352D4B4111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1" y="972"/>
                <a:ext cx="4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4959" name="Freeform 331">
                <a:extLst>
                  <a:ext uri="{FF2B5EF4-FFF2-40B4-BE49-F238E27FC236}">
                    <a16:creationId xmlns:a16="http://schemas.microsoft.com/office/drawing/2014/main" id="{A5D10B86-04EA-4717-A4F4-43B9E69031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7" y="930"/>
                <a:ext cx="71" cy="69"/>
              </a:xfrm>
              <a:custGeom>
                <a:avLst/>
                <a:gdLst>
                  <a:gd name="T0" fmla="*/ 261 w 37"/>
                  <a:gd name="T1" fmla="*/ 148 h 36"/>
                  <a:gd name="T2" fmla="*/ 0 w 37"/>
                  <a:gd name="T3" fmla="*/ 155 h 36"/>
                  <a:gd name="T4" fmla="*/ 261 w 37"/>
                  <a:gd name="T5" fmla="*/ 148 h 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7" h="36">
                    <a:moveTo>
                      <a:pt x="37" y="21"/>
                    </a:moveTo>
                    <a:cubicBezTo>
                      <a:pt x="37" y="21"/>
                      <a:pt x="22" y="0"/>
                      <a:pt x="0" y="22"/>
                    </a:cubicBezTo>
                    <a:cubicBezTo>
                      <a:pt x="0" y="22"/>
                      <a:pt x="25" y="36"/>
                      <a:pt x="37" y="2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960" name="Freeform 332">
                <a:extLst>
                  <a:ext uri="{FF2B5EF4-FFF2-40B4-BE49-F238E27FC236}">
                    <a16:creationId xmlns:a16="http://schemas.microsoft.com/office/drawing/2014/main" id="{47D5C9E6-9CDC-423B-A84A-C4C78AE3A3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8" y="951"/>
                <a:ext cx="37" cy="31"/>
              </a:xfrm>
              <a:custGeom>
                <a:avLst/>
                <a:gdLst>
                  <a:gd name="T0" fmla="*/ 8 w 19"/>
                  <a:gd name="T1" fmla="*/ 23 h 16"/>
                  <a:gd name="T2" fmla="*/ 0 w 19"/>
                  <a:gd name="T3" fmla="*/ 52 h 16"/>
                  <a:gd name="T4" fmla="*/ 68 w 19"/>
                  <a:gd name="T5" fmla="*/ 116 h 16"/>
                  <a:gd name="T6" fmla="*/ 140 w 19"/>
                  <a:gd name="T7" fmla="*/ 52 h 16"/>
                  <a:gd name="T8" fmla="*/ 140 w 19"/>
                  <a:gd name="T9" fmla="*/ 31 h 16"/>
                  <a:gd name="T10" fmla="*/ 8 w 19"/>
                  <a:gd name="T11" fmla="*/ 23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9" h="16">
                    <a:moveTo>
                      <a:pt x="1" y="3"/>
                    </a:moveTo>
                    <a:cubicBezTo>
                      <a:pt x="0" y="4"/>
                      <a:pt x="0" y="5"/>
                      <a:pt x="0" y="7"/>
                    </a:cubicBezTo>
                    <a:cubicBezTo>
                      <a:pt x="0" y="12"/>
                      <a:pt x="4" y="16"/>
                      <a:pt x="9" y="16"/>
                    </a:cubicBezTo>
                    <a:cubicBezTo>
                      <a:pt x="15" y="16"/>
                      <a:pt x="19" y="12"/>
                      <a:pt x="19" y="7"/>
                    </a:cubicBezTo>
                    <a:cubicBezTo>
                      <a:pt x="19" y="6"/>
                      <a:pt x="19" y="5"/>
                      <a:pt x="19" y="4"/>
                    </a:cubicBezTo>
                    <a:cubicBezTo>
                      <a:pt x="16" y="0"/>
                      <a:pt x="5" y="0"/>
                      <a:pt x="1" y="3"/>
                    </a:cubicBezTo>
                    <a:close/>
                  </a:path>
                </a:pathLst>
              </a:custGeom>
              <a:solidFill>
                <a:srgbClr val="1C6D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961" name="Freeform 333">
                <a:extLst>
                  <a:ext uri="{FF2B5EF4-FFF2-40B4-BE49-F238E27FC236}">
                    <a16:creationId xmlns:a16="http://schemas.microsoft.com/office/drawing/2014/main" id="{72CC391E-7C81-4C28-8C9B-9476D78C46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2" y="934"/>
                <a:ext cx="68" cy="26"/>
              </a:xfrm>
              <a:custGeom>
                <a:avLst/>
                <a:gdLst>
                  <a:gd name="T0" fmla="*/ 0 w 35"/>
                  <a:gd name="T1" fmla="*/ 89 h 14"/>
                  <a:gd name="T2" fmla="*/ 256 w 35"/>
                  <a:gd name="T3" fmla="*/ 89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5" h="14">
                    <a:moveTo>
                      <a:pt x="0" y="14"/>
                    </a:moveTo>
                    <a:cubicBezTo>
                      <a:pt x="0" y="14"/>
                      <a:pt x="15" y="0"/>
                      <a:pt x="35" y="14"/>
                    </a:cubicBezTo>
                  </a:path>
                </a:pathLst>
              </a:custGeom>
              <a:noFill/>
              <a:ln w="6350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962" name="Freeform 334">
                <a:extLst>
                  <a:ext uri="{FF2B5EF4-FFF2-40B4-BE49-F238E27FC236}">
                    <a16:creationId xmlns:a16="http://schemas.microsoft.com/office/drawing/2014/main" id="{481CD03A-4273-4D9A-BA0E-1AC7F5CB3D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4" y="962"/>
                <a:ext cx="8" cy="4"/>
              </a:xfrm>
              <a:custGeom>
                <a:avLst/>
                <a:gdLst>
                  <a:gd name="T0" fmla="*/ 32 w 4"/>
                  <a:gd name="T1" fmla="*/ 0 h 2"/>
                  <a:gd name="T2" fmla="*/ 0 w 4"/>
                  <a:gd name="T3" fmla="*/ 16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">
                    <a:moveTo>
                      <a:pt x="4" y="0"/>
                    </a:moveTo>
                    <a:cubicBezTo>
                      <a:pt x="3" y="1"/>
                      <a:pt x="1" y="2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963" name="Freeform 335">
                <a:extLst>
                  <a:ext uri="{FF2B5EF4-FFF2-40B4-BE49-F238E27FC236}">
                    <a16:creationId xmlns:a16="http://schemas.microsoft.com/office/drawing/2014/main" id="{49F81FC0-4D85-4AA2-BF51-ED70C6BCC6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0" y="957"/>
                <a:ext cx="10" cy="5"/>
              </a:xfrm>
              <a:custGeom>
                <a:avLst/>
                <a:gdLst>
                  <a:gd name="T0" fmla="*/ 0 w 5"/>
                  <a:gd name="T1" fmla="*/ 13 h 3"/>
                  <a:gd name="T2" fmla="*/ 40 w 5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3">
                    <a:moveTo>
                      <a:pt x="0" y="3"/>
                    </a:moveTo>
                    <a:cubicBezTo>
                      <a:pt x="1" y="3"/>
                      <a:pt x="4" y="1"/>
                      <a:pt x="5" y="0"/>
                    </a:cubicBezTo>
                  </a:path>
                </a:pathLst>
              </a:custGeom>
              <a:noFill/>
              <a:ln w="3175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964" name="Freeform 336">
                <a:extLst>
                  <a:ext uri="{FF2B5EF4-FFF2-40B4-BE49-F238E27FC236}">
                    <a16:creationId xmlns:a16="http://schemas.microsoft.com/office/drawing/2014/main" id="{EBFE5E11-BDBC-4B72-A178-C0D9B077F6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5" y="953"/>
                <a:ext cx="9" cy="6"/>
              </a:xfrm>
              <a:custGeom>
                <a:avLst/>
                <a:gdLst>
                  <a:gd name="T0" fmla="*/ 0 w 5"/>
                  <a:gd name="T1" fmla="*/ 24 h 3"/>
                  <a:gd name="T2" fmla="*/ 29 w 5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3">
                    <a:moveTo>
                      <a:pt x="0" y="3"/>
                    </a:moveTo>
                    <a:cubicBezTo>
                      <a:pt x="2" y="3"/>
                      <a:pt x="4" y="1"/>
                      <a:pt x="5" y="0"/>
                    </a:cubicBezTo>
                  </a:path>
                </a:pathLst>
              </a:custGeom>
              <a:noFill/>
              <a:ln w="3175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965" name="Freeform 337">
                <a:extLst>
                  <a:ext uri="{FF2B5EF4-FFF2-40B4-BE49-F238E27FC236}">
                    <a16:creationId xmlns:a16="http://schemas.microsoft.com/office/drawing/2014/main" id="{6A456C2C-014F-4FF7-B34E-2330ADC00F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3" y="951"/>
                <a:ext cx="5" cy="6"/>
              </a:xfrm>
              <a:custGeom>
                <a:avLst/>
                <a:gdLst>
                  <a:gd name="T0" fmla="*/ 0 w 3"/>
                  <a:gd name="T1" fmla="*/ 24 h 3"/>
                  <a:gd name="T2" fmla="*/ 13 w 3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cubicBezTo>
                      <a:pt x="1" y="2"/>
                      <a:pt x="2" y="1"/>
                      <a:pt x="3" y="0"/>
                    </a:cubicBezTo>
                  </a:path>
                </a:pathLst>
              </a:custGeom>
              <a:noFill/>
              <a:ln w="3175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966" name="Freeform 338">
                <a:extLst>
                  <a:ext uri="{FF2B5EF4-FFF2-40B4-BE49-F238E27FC236}">
                    <a16:creationId xmlns:a16="http://schemas.microsoft.com/office/drawing/2014/main" id="{3229107E-CDA1-43F7-8C10-A7BE95064D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7" y="947"/>
                <a:ext cx="6" cy="8"/>
              </a:xfrm>
              <a:custGeom>
                <a:avLst/>
                <a:gdLst>
                  <a:gd name="T0" fmla="*/ 0 w 3"/>
                  <a:gd name="T1" fmla="*/ 32 h 4"/>
                  <a:gd name="T2" fmla="*/ 16 w 3"/>
                  <a:gd name="T3" fmla="*/ 8 h 4"/>
                  <a:gd name="T4" fmla="*/ 24 w 3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0" y="4"/>
                    </a:moveTo>
                    <a:cubicBezTo>
                      <a:pt x="1" y="3"/>
                      <a:pt x="2" y="2"/>
                      <a:pt x="2" y="1"/>
                    </a:cubicBezTo>
                    <a:cubicBezTo>
                      <a:pt x="2" y="1"/>
                      <a:pt x="2" y="0"/>
                      <a:pt x="3" y="0"/>
                    </a:cubicBezTo>
                  </a:path>
                </a:pathLst>
              </a:custGeom>
              <a:noFill/>
              <a:ln w="3175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967" name="Freeform 339">
                <a:extLst>
                  <a:ext uri="{FF2B5EF4-FFF2-40B4-BE49-F238E27FC236}">
                    <a16:creationId xmlns:a16="http://schemas.microsoft.com/office/drawing/2014/main" id="{819131DF-EA60-4A21-B54B-87C0DC36D4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7" y="930"/>
                <a:ext cx="71" cy="69"/>
              </a:xfrm>
              <a:custGeom>
                <a:avLst/>
                <a:gdLst>
                  <a:gd name="T0" fmla="*/ 261 w 37"/>
                  <a:gd name="T1" fmla="*/ 148 h 36"/>
                  <a:gd name="T2" fmla="*/ 0 w 37"/>
                  <a:gd name="T3" fmla="*/ 155 h 36"/>
                  <a:gd name="T4" fmla="*/ 261 w 37"/>
                  <a:gd name="T5" fmla="*/ 148 h 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7" h="36">
                    <a:moveTo>
                      <a:pt x="37" y="21"/>
                    </a:moveTo>
                    <a:cubicBezTo>
                      <a:pt x="37" y="21"/>
                      <a:pt x="22" y="0"/>
                      <a:pt x="0" y="22"/>
                    </a:cubicBezTo>
                    <a:cubicBezTo>
                      <a:pt x="0" y="22"/>
                      <a:pt x="25" y="36"/>
                      <a:pt x="37" y="21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968" name="Freeform 340">
                <a:extLst>
                  <a:ext uri="{FF2B5EF4-FFF2-40B4-BE49-F238E27FC236}">
                    <a16:creationId xmlns:a16="http://schemas.microsoft.com/office/drawing/2014/main" id="{F9C84BEB-0BEB-43DB-B233-E9253E9C80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0" y="955"/>
                <a:ext cx="33" cy="15"/>
              </a:xfrm>
              <a:custGeom>
                <a:avLst/>
                <a:gdLst>
                  <a:gd name="T0" fmla="*/ 116 w 17"/>
                  <a:gd name="T1" fmla="*/ 53 h 8"/>
                  <a:gd name="T2" fmla="*/ 101 w 17"/>
                  <a:gd name="T3" fmla="*/ 45 h 8"/>
                  <a:gd name="T4" fmla="*/ 87 w 17"/>
                  <a:gd name="T5" fmla="*/ 45 h 8"/>
                  <a:gd name="T6" fmla="*/ 72 w 17"/>
                  <a:gd name="T7" fmla="*/ 45 h 8"/>
                  <a:gd name="T8" fmla="*/ 45 w 17"/>
                  <a:gd name="T9" fmla="*/ 39 h 8"/>
                  <a:gd name="T10" fmla="*/ 23 w 17"/>
                  <a:gd name="T11" fmla="*/ 45 h 8"/>
                  <a:gd name="T12" fmla="*/ 8 w 17"/>
                  <a:gd name="T13" fmla="*/ 32 h 8"/>
                  <a:gd name="T14" fmla="*/ 8 w 17"/>
                  <a:gd name="T15" fmla="*/ 15 h 8"/>
                  <a:gd name="T16" fmla="*/ 45 w 17"/>
                  <a:gd name="T17" fmla="*/ 0 h 8"/>
                  <a:gd name="T18" fmla="*/ 60 w 17"/>
                  <a:gd name="T19" fmla="*/ 0 h 8"/>
                  <a:gd name="T20" fmla="*/ 80 w 17"/>
                  <a:gd name="T21" fmla="*/ 0 h 8"/>
                  <a:gd name="T22" fmla="*/ 101 w 17"/>
                  <a:gd name="T23" fmla="*/ 8 h 8"/>
                  <a:gd name="T24" fmla="*/ 116 w 17"/>
                  <a:gd name="T25" fmla="*/ 15 h 8"/>
                  <a:gd name="T26" fmla="*/ 124 w 17"/>
                  <a:gd name="T27" fmla="*/ 15 h 8"/>
                  <a:gd name="T28" fmla="*/ 124 w 17"/>
                  <a:gd name="T29" fmla="*/ 28 h 8"/>
                  <a:gd name="T30" fmla="*/ 124 w 17"/>
                  <a:gd name="T31" fmla="*/ 45 h 8"/>
                  <a:gd name="T32" fmla="*/ 124 w 17"/>
                  <a:gd name="T33" fmla="*/ 53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7" h="8">
                    <a:moveTo>
                      <a:pt x="16" y="8"/>
                    </a:moveTo>
                    <a:cubicBezTo>
                      <a:pt x="17" y="8"/>
                      <a:pt x="14" y="7"/>
                      <a:pt x="14" y="7"/>
                    </a:cubicBezTo>
                    <a:cubicBezTo>
                      <a:pt x="13" y="7"/>
                      <a:pt x="13" y="7"/>
                      <a:pt x="12" y="7"/>
                    </a:cubicBezTo>
                    <a:cubicBezTo>
                      <a:pt x="11" y="7"/>
                      <a:pt x="10" y="7"/>
                      <a:pt x="10" y="7"/>
                    </a:cubicBezTo>
                    <a:cubicBezTo>
                      <a:pt x="8" y="6"/>
                      <a:pt x="7" y="6"/>
                      <a:pt x="6" y="6"/>
                    </a:cubicBezTo>
                    <a:cubicBezTo>
                      <a:pt x="5" y="6"/>
                      <a:pt x="4" y="7"/>
                      <a:pt x="3" y="7"/>
                    </a:cubicBezTo>
                    <a:cubicBezTo>
                      <a:pt x="2" y="6"/>
                      <a:pt x="1" y="6"/>
                      <a:pt x="1" y="5"/>
                    </a:cubicBezTo>
                    <a:cubicBezTo>
                      <a:pt x="0" y="4"/>
                      <a:pt x="0" y="3"/>
                      <a:pt x="1" y="2"/>
                    </a:cubicBezTo>
                    <a:cubicBezTo>
                      <a:pt x="2" y="0"/>
                      <a:pt x="4" y="0"/>
                      <a:pt x="6" y="0"/>
                    </a:cubicBezTo>
                    <a:cubicBezTo>
                      <a:pt x="6" y="0"/>
                      <a:pt x="7" y="0"/>
                      <a:pt x="8" y="0"/>
                    </a:cubicBezTo>
                    <a:cubicBezTo>
                      <a:pt x="9" y="0"/>
                      <a:pt x="10" y="0"/>
                      <a:pt x="11" y="0"/>
                    </a:cubicBezTo>
                    <a:cubicBezTo>
                      <a:pt x="12" y="0"/>
                      <a:pt x="13" y="0"/>
                      <a:pt x="14" y="1"/>
                    </a:cubicBezTo>
                    <a:cubicBezTo>
                      <a:pt x="15" y="1"/>
                      <a:pt x="15" y="1"/>
                      <a:pt x="16" y="2"/>
                    </a:cubicBezTo>
                    <a:cubicBezTo>
                      <a:pt x="16" y="2"/>
                      <a:pt x="17" y="2"/>
                      <a:pt x="17" y="2"/>
                    </a:cubicBezTo>
                    <a:cubicBezTo>
                      <a:pt x="17" y="3"/>
                      <a:pt x="17" y="4"/>
                      <a:pt x="17" y="4"/>
                    </a:cubicBezTo>
                    <a:cubicBezTo>
                      <a:pt x="17" y="5"/>
                      <a:pt x="17" y="6"/>
                      <a:pt x="17" y="7"/>
                    </a:cubicBezTo>
                    <a:cubicBezTo>
                      <a:pt x="17" y="7"/>
                      <a:pt x="17" y="8"/>
                      <a:pt x="17" y="8"/>
                    </a:cubicBezTo>
                  </a:path>
                </a:pathLst>
              </a:custGeom>
              <a:solidFill>
                <a:srgbClr val="005C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969" name="Oval 341">
                <a:extLst>
                  <a:ext uri="{FF2B5EF4-FFF2-40B4-BE49-F238E27FC236}">
                    <a16:creationId xmlns:a16="http://schemas.microsoft.com/office/drawing/2014/main" id="{E0DEC16E-7061-4B3C-88FC-FA46AF310E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79" y="959"/>
                <a:ext cx="14" cy="11"/>
              </a:xfrm>
              <a:prstGeom prst="ellipse">
                <a:avLst/>
              </a:prstGeom>
              <a:solidFill>
                <a:srgbClr val="4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4970" name="Oval 342">
                <a:extLst>
                  <a:ext uri="{FF2B5EF4-FFF2-40B4-BE49-F238E27FC236}">
                    <a16:creationId xmlns:a16="http://schemas.microsoft.com/office/drawing/2014/main" id="{E300932D-70C2-41D3-B68B-BA37BA7DD7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87" y="960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4971" name="Oval 343">
                <a:extLst>
                  <a:ext uri="{FF2B5EF4-FFF2-40B4-BE49-F238E27FC236}">
                    <a16:creationId xmlns:a16="http://schemas.microsoft.com/office/drawing/2014/main" id="{77E6DB9F-AF0D-4737-9BC4-91E98DA853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89" y="972"/>
                <a:ext cx="4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4972" name="Freeform 344">
                <a:extLst>
                  <a:ext uri="{FF2B5EF4-FFF2-40B4-BE49-F238E27FC236}">
                    <a16:creationId xmlns:a16="http://schemas.microsoft.com/office/drawing/2014/main" id="{228CADCD-6C2B-4BDC-B65B-0D1324DC80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7" y="1039"/>
                <a:ext cx="14" cy="29"/>
              </a:xfrm>
              <a:custGeom>
                <a:avLst/>
                <a:gdLst>
                  <a:gd name="T0" fmla="*/ 16 w 7"/>
                  <a:gd name="T1" fmla="*/ 0 h 15"/>
                  <a:gd name="T2" fmla="*/ 8 w 7"/>
                  <a:gd name="T3" fmla="*/ 64 h 15"/>
                  <a:gd name="T4" fmla="*/ 56 w 7"/>
                  <a:gd name="T5" fmla="*/ 108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5">
                    <a:moveTo>
                      <a:pt x="2" y="0"/>
                    </a:moveTo>
                    <a:cubicBezTo>
                      <a:pt x="1" y="3"/>
                      <a:pt x="0" y="6"/>
                      <a:pt x="1" y="9"/>
                    </a:cubicBezTo>
                    <a:cubicBezTo>
                      <a:pt x="2" y="13"/>
                      <a:pt x="5" y="13"/>
                      <a:pt x="7" y="15"/>
                    </a:cubicBezTo>
                  </a:path>
                </a:pathLst>
              </a:custGeom>
              <a:noFill/>
              <a:ln w="6350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973" name="Freeform 345">
                <a:extLst>
                  <a:ext uri="{FF2B5EF4-FFF2-40B4-BE49-F238E27FC236}">
                    <a16:creationId xmlns:a16="http://schemas.microsoft.com/office/drawing/2014/main" id="{752BFC8E-48D8-4E32-876D-35958BCB19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0" y="1041"/>
                <a:ext cx="41" cy="35"/>
              </a:xfrm>
              <a:custGeom>
                <a:avLst/>
                <a:gdLst>
                  <a:gd name="T0" fmla="*/ 0 w 21"/>
                  <a:gd name="T1" fmla="*/ 109 h 18"/>
                  <a:gd name="T2" fmla="*/ 61 w 21"/>
                  <a:gd name="T3" fmla="*/ 124 h 18"/>
                  <a:gd name="T4" fmla="*/ 103 w 21"/>
                  <a:gd name="T5" fmla="*/ 88 h 18"/>
                  <a:gd name="T6" fmla="*/ 156 w 21"/>
                  <a:gd name="T7" fmla="*/ 60 h 18"/>
                  <a:gd name="T8" fmla="*/ 148 w 21"/>
                  <a:gd name="T9" fmla="*/ 0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18">
                    <a:moveTo>
                      <a:pt x="0" y="15"/>
                    </a:moveTo>
                    <a:cubicBezTo>
                      <a:pt x="2" y="16"/>
                      <a:pt x="5" y="18"/>
                      <a:pt x="8" y="17"/>
                    </a:cubicBezTo>
                    <a:cubicBezTo>
                      <a:pt x="10" y="16"/>
                      <a:pt x="12" y="14"/>
                      <a:pt x="14" y="12"/>
                    </a:cubicBezTo>
                    <a:cubicBezTo>
                      <a:pt x="17" y="11"/>
                      <a:pt x="20" y="11"/>
                      <a:pt x="21" y="8"/>
                    </a:cubicBezTo>
                    <a:cubicBezTo>
                      <a:pt x="21" y="5"/>
                      <a:pt x="21" y="2"/>
                      <a:pt x="20" y="0"/>
                    </a:cubicBezTo>
                  </a:path>
                </a:pathLst>
              </a:custGeom>
              <a:noFill/>
              <a:ln w="6350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974" name="Freeform 346">
                <a:extLst>
                  <a:ext uri="{FF2B5EF4-FFF2-40B4-BE49-F238E27FC236}">
                    <a16:creationId xmlns:a16="http://schemas.microsoft.com/office/drawing/2014/main" id="{5330B51A-2AFF-403A-8145-B58908140A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7" y="1060"/>
                <a:ext cx="11" cy="6"/>
              </a:xfrm>
              <a:custGeom>
                <a:avLst/>
                <a:gdLst>
                  <a:gd name="T0" fmla="*/ 0 w 6"/>
                  <a:gd name="T1" fmla="*/ 0 h 3"/>
                  <a:gd name="T2" fmla="*/ 37 w 6"/>
                  <a:gd name="T3" fmla="*/ 24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3">
                    <a:moveTo>
                      <a:pt x="0" y="0"/>
                    </a:moveTo>
                    <a:cubicBezTo>
                      <a:pt x="2" y="0"/>
                      <a:pt x="4" y="1"/>
                      <a:pt x="6" y="3"/>
                    </a:cubicBezTo>
                  </a:path>
                </a:pathLst>
              </a:custGeom>
              <a:noFill/>
              <a:ln w="6350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975" name="Freeform 347">
                <a:extLst>
                  <a:ext uri="{FF2B5EF4-FFF2-40B4-BE49-F238E27FC236}">
                    <a16:creationId xmlns:a16="http://schemas.microsoft.com/office/drawing/2014/main" id="{6794F295-347B-42F8-9D74-78B72F92ED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0" y="1058"/>
                <a:ext cx="11" cy="6"/>
              </a:xfrm>
              <a:custGeom>
                <a:avLst/>
                <a:gdLst>
                  <a:gd name="T0" fmla="*/ 0 w 6"/>
                  <a:gd name="T1" fmla="*/ 24 h 3"/>
                  <a:gd name="T2" fmla="*/ 37 w 6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3">
                    <a:moveTo>
                      <a:pt x="0" y="3"/>
                    </a:moveTo>
                    <a:cubicBezTo>
                      <a:pt x="2" y="1"/>
                      <a:pt x="4" y="1"/>
                      <a:pt x="6" y="0"/>
                    </a:cubicBezTo>
                  </a:path>
                </a:pathLst>
              </a:custGeom>
              <a:noFill/>
              <a:ln w="6350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976" name="Freeform 348">
                <a:extLst>
                  <a:ext uri="{FF2B5EF4-FFF2-40B4-BE49-F238E27FC236}">
                    <a16:creationId xmlns:a16="http://schemas.microsoft.com/office/drawing/2014/main" id="{83C80DCF-8AFC-41D0-B769-4D9180EF86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0" y="1101"/>
                <a:ext cx="116" cy="17"/>
              </a:xfrm>
              <a:custGeom>
                <a:avLst/>
                <a:gdLst>
                  <a:gd name="T0" fmla="*/ 0 w 60"/>
                  <a:gd name="T1" fmla="*/ 53 h 9"/>
                  <a:gd name="T2" fmla="*/ 172 w 60"/>
                  <a:gd name="T3" fmla="*/ 0 h 9"/>
                  <a:gd name="T4" fmla="*/ 224 w 60"/>
                  <a:gd name="T5" fmla="*/ 15 h 9"/>
                  <a:gd name="T6" fmla="*/ 261 w 60"/>
                  <a:gd name="T7" fmla="*/ 0 h 9"/>
                  <a:gd name="T8" fmla="*/ 433 w 60"/>
                  <a:gd name="T9" fmla="*/ 53 h 9"/>
                  <a:gd name="T10" fmla="*/ 280 w 60"/>
                  <a:gd name="T11" fmla="*/ 40 h 9"/>
                  <a:gd name="T12" fmla="*/ 164 w 60"/>
                  <a:gd name="T13" fmla="*/ 47 h 9"/>
                  <a:gd name="T14" fmla="*/ 0 w 60"/>
                  <a:gd name="T15" fmla="*/ 53 h 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0" h="9">
                    <a:moveTo>
                      <a:pt x="0" y="8"/>
                    </a:moveTo>
                    <a:cubicBezTo>
                      <a:pt x="0" y="8"/>
                      <a:pt x="20" y="0"/>
                      <a:pt x="24" y="0"/>
                    </a:cubicBezTo>
                    <a:cubicBezTo>
                      <a:pt x="28" y="0"/>
                      <a:pt x="31" y="2"/>
                      <a:pt x="31" y="2"/>
                    </a:cubicBezTo>
                    <a:cubicBezTo>
                      <a:pt x="31" y="2"/>
                      <a:pt x="33" y="0"/>
                      <a:pt x="36" y="0"/>
                    </a:cubicBezTo>
                    <a:cubicBezTo>
                      <a:pt x="42" y="0"/>
                      <a:pt x="60" y="8"/>
                      <a:pt x="60" y="8"/>
                    </a:cubicBezTo>
                    <a:cubicBezTo>
                      <a:pt x="60" y="8"/>
                      <a:pt x="46" y="6"/>
                      <a:pt x="39" y="6"/>
                    </a:cubicBezTo>
                    <a:cubicBezTo>
                      <a:pt x="33" y="7"/>
                      <a:pt x="33" y="9"/>
                      <a:pt x="23" y="7"/>
                    </a:cubicBezTo>
                    <a:cubicBezTo>
                      <a:pt x="19" y="6"/>
                      <a:pt x="0" y="8"/>
                      <a:pt x="0" y="8"/>
                    </a:cubicBezTo>
                    <a:close/>
                  </a:path>
                </a:pathLst>
              </a:custGeom>
              <a:solidFill>
                <a:srgbClr val="F0D7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977" name="Freeform 349">
                <a:extLst>
                  <a:ext uri="{FF2B5EF4-FFF2-40B4-BE49-F238E27FC236}">
                    <a16:creationId xmlns:a16="http://schemas.microsoft.com/office/drawing/2014/main" id="{B0DEEEFD-0AC1-44DE-9FEA-2C111D7AEC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9" y="1124"/>
                <a:ext cx="78" cy="27"/>
              </a:xfrm>
              <a:custGeom>
                <a:avLst/>
                <a:gdLst>
                  <a:gd name="T0" fmla="*/ 0 w 40"/>
                  <a:gd name="T1" fmla="*/ 0 h 14"/>
                  <a:gd name="T2" fmla="*/ 296 w 40"/>
                  <a:gd name="T3" fmla="*/ 0 h 14"/>
                  <a:gd name="T4" fmla="*/ 0 w 40"/>
                  <a:gd name="T5" fmla="*/ 0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14">
                    <a:moveTo>
                      <a:pt x="0" y="0"/>
                    </a:moveTo>
                    <a:cubicBezTo>
                      <a:pt x="0" y="0"/>
                      <a:pt x="20" y="9"/>
                      <a:pt x="40" y="0"/>
                    </a:cubicBezTo>
                    <a:cubicBezTo>
                      <a:pt x="40" y="0"/>
                      <a:pt x="22" y="14"/>
                      <a:pt x="0" y="0"/>
                    </a:cubicBezTo>
                    <a:close/>
                  </a:path>
                </a:pathLst>
              </a:custGeom>
              <a:solidFill>
                <a:srgbClr val="F0D7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978" name="Freeform 350">
                <a:extLst>
                  <a:ext uri="{FF2B5EF4-FFF2-40B4-BE49-F238E27FC236}">
                    <a16:creationId xmlns:a16="http://schemas.microsoft.com/office/drawing/2014/main" id="{263E4CB5-C2C9-456D-B66A-61450AD41D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8" y="697"/>
                <a:ext cx="350" cy="269"/>
              </a:xfrm>
              <a:custGeom>
                <a:avLst/>
                <a:gdLst>
                  <a:gd name="T0" fmla="*/ 588 w 181"/>
                  <a:gd name="T1" fmla="*/ 306 h 140"/>
                  <a:gd name="T2" fmla="*/ 404 w 181"/>
                  <a:gd name="T3" fmla="*/ 553 h 140"/>
                  <a:gd name="T4" fmla="*/ 93 w 181"/>
                  <a:gd name="T5" fmla="*/ 978 h 140"/>
                  <a:gd name="T6" fmla="*/ 201 w 181"/>
                  <a:gd name="T7" fmla="*/ 306 h 140"/>
                  <a:gd name="T8" fmla="*/ 650 w 181"/>
                  <a:gd name="T9" fmla="*/ 108 h 140"/>
                  <a:gd name="T10" fmla="*/ 1100 w 181"/>
                  <a:gd name="T11" fmla="*/ 292 h 140"/>
                  <a:gd name="T12" fmla="*/ 1185 w 181"/>
                  <a:gd name="T13" fmla="*/ 993 h 140"/>
                  <a:gd name="T14" fmla="*/ 998 w 181"/>
                  <a:gd name="T15" fmla="*/ 584 h 140"/>
                  <a:gd name="T16" fmla="*/ 588 w 181"/>
                  <a:gd name="T17" fmla="*/ 306 h 14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81" h="140">
                    <a:moveTo>
                      <a:pt x="81" y="43"/>
                    </a:moveTo>
                    <a:cubicBezTo>
                      <a:pt x="81" y="43"/>
                      <a:pt x="84" y="60"/>
                      <a:pt x="56" y="78"/>
                    </a:cubicBezTo>
                    <a:cubicBezTo>
                      <a:pt x="28" y="96"/>
                      <a:pt x="15" y="110"/>
                      <a:pt x="13" y="138"/>
                    </a:cubicBezTo>
                    <a:cubicBezTo>
                      <a:pt x="11" y="110"/>
                      <a:pt x="0" y="90"/>
                      <a:pt x="28" y="43"/>
                    </a:cubicBezTo>
                    <a:cubicBezTo>
                      <a:pt x="53" y="7"/>
                      <a:pt x="76" y="11"/>
                      <a:pt x="90" y="15"/>
                    </a:cubicBezTo>
                    <a:cubicBezTo>
                      <a:pt x="95" y="17"/>
                      <a:pt x="122" y="0"/>
                      <a:pt x="152" y="41"/>
                    </a:cubicBezTo>
                    <a:cubicBezTo>
                      <a:pt x="181" y="82"/>
                      <a:pt x="165" y="126"/>
                      <a:pt x="164" y="140"/>
                    </a:cubicBezTo>
                    <a:cubicBezTo>
                      <a:pt x="164" y="140"/>
                      <a:pt x="164" y="95"/>
                      <a:pt x="138" y="82"/>
                    </a:cubicBezTo>
                    <a:cubicBezTo>
                      <a:pt x="113" y="69"/>
                      <a:pt x="84" y="62"/>
                      <a:pt x="81" y="43"/>
                    </a:cubicBezTo>
                    <a:close/>
                  </a:path>
                </a:pathLst>
              </a:custGeom>
              <a:solidFill>
                <a:srgbClr val="9A76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979" name="Freeform 351">
                <a:extLst>
                  <a:ext uri="{FF2B5EF4-FFF2-40B4-BE49-F238E27FC236}">
                    <a16:creationId xmlns:a16="http://schemas.microsoft.com/office/drawing/2014/main" id="{F656169F-87D5-4578-B18B-F0BA26F63E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8" y="697"/>
                <a:ext cx="350" cy="269"/>
              </a:xfrm>
              <a:custGeom>
                <a:avLst/>
                <a:gdLst>
                  <a:gd name="T0" fmla="*/ 588 w 181"/>
                  <a:gd name="T1" fmla="*/ 306 h 140"/>
                  <a:gd name="T2" fmla="*/ 404 w 181"/>
                  <a:gd name="T3" fmla="*/ 553 h 140"/>
                  <a:gd name="T4" fmla="*/ 93 w 181"/>
                  <a:gd name="T5" fmla="*/ 978 h 140"/>
                  <a:gd name="T6" fmla="*/ 201 w 181"/>
                  <a:gd name="T7" fmla="*/ 306 h 140"/>
                  <a:gd name="T8" fmla="*/ 650 w 181"/>
                  <a:gd name="T9" fmla="*/ 108 h 140"/>
                  <a:gd name="T10" fmla="*/ 1100 w 181"/>
                  <a:gd name="T11" fmla="*/ 292 h 140"/>
                  <a:gd name="T12" fmla="*/ 1185 w 181"/>
                  <a:gd name="T13" fmla="*/ 993 h 140"/>
                  <a:gd name="T14" fmla="*/ 998 w 181"/>
                  <a:gd name="T15" fmla="*/ 584 h 140"/>
                  <a:gd name="T16" fmla="*/ 588 w 181"/>
                  <a:gd name="T17" fmla="*/ 306 h 14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81" h="140">
                    <a:moveTo>
                      <a:pt x="81" y="43"/>
                    </a:moveTo>
                    <a:cubicBezTo>
                      <a:pt x="81" y="43"/>
                      <a:pt x="84" y="60"/>
                      <a:pt x="56" y="78"/>
                    </a:cubicBezTo>
                    <a:cubicBezTo>
                      <a:pt x="28" y="96"/>
                      <a:pt x="15" y="110"/>
                      <a:pt x="13" y="138"/>
                    </a:cubicBezTo>
                    <a:cubicBezTo>
                      <a:pt x="11" y="110"/>
                      <a:pt x="0" y="90"/>
                      <a:pt x="28" y="43"/>
                    </a:cubicBezTo>
                    <a:cubicBezTo>
                      <a:pt x="53" y="7"/>
                      <a:pt x="76" y="11"/>
                      <a:pt x="90" y="15"/>
                    </a:cubicBezTo>
                    <a:cubicBezTo>
                      <a:pt x="95" y="17"/>
                      <a:pt x="122" y="0"/>
                      <a:pt x="152" y="41"/>
                    </a:cubicBezTo>
                    <a:cubicBezTo>
                      <a:pt x="181" y="82"/>
                      <a:pt x="165" y="126"/>
                      <a:pt x="164" y="140"/>
                    </a:cubicBezTo>
                    <a:cubicBezTo>
                      <a:pt x="164" y="140"/>
                      <a:pt x="164" y="95"/>
                      <a:pt x="138" y="82"/>
                    </a:cubicBezTo>
                    <a:cubicBezTo>
                      <a:pt x="113" y="69"/>
                      <a:pt x="84" y="62"/>
                      <a:pt x="81" y="43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980" name="Freeform 352">
                <a:extLst>
                  <a:ext uri="{FF2B5EF4-FFF2-40B4-BE49-F238E27FC236}">
                    <a16:creationId xmlns:a16="http://schemas.microsoft.com/office/drawing/2014/main" id="{6552FA9F-EFD9-48D4-8C18-DEC8D40582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0" y="734"/>
                <a:ext cx="108" cy="90"/>
              </a:xfrm>
              <a:custGeom>
                <a:avLst/>
                <a:gdLst>
                  <a:gd name="T0" fmla="*/ 0 w 56"/>
                  <a:gd name="T1" fmla="*/ 113 h 47"/>
                  <a:gd name="T2" fmla="*/ 71 w 56"/>
                  <a:gd name="T3" fmla="*/ 245 h 47"/>
                  <a:gd name="T4" fmla="*/ 156 w 56"/>
                  <a:gd name="T5" fmla="*/ 293 h 47"/>
                  <a:gd name="T6" fmla="*/ 245 w 56"/>
                  <a:gd name="T7" fmla="*/ 316 h 47"/>
                  <a:gd name="T8" fmla="*/ 123 w 56"/>
                  <a:gd name="T9" fmla="*/ 237 h 47"/>
                  <a:gd name="T10" fmla="*/ 339 w 56"/>
                  <a:gd name="T11" fmla="*/ 329 h 47"/>
                  <a:gd name="T12" fmla="*/ 201 w 56"/>
                  <a:gd name="T13" fmla="*/ 224 h 47"/>
                  <a:gd name="T14" fmla="*/ 123 w 56"/>
                  <a:gd name="T15" fmla="*/ 169 h 47"/>
                  <a:gd name="T16" fmla="*/ 345 w 56"/>
                  <a:gd name="T17" fmla="*/ 232 h 47"/>
                  <a:gd name="T18" fmla="*/ 216 w 56"/>
                  <a:gd name="T19" fmla="*/ 113 h 47"/>
                  <a:gd name="T20" fmla="*/ 253 w 56"/>
                  <a:gd name="T21" fmla="*/ 124 h 47"/>
                  <a:gd name="T22" fmla="*/ 231 w 56"/>
                  <a:gd name="T23" fmla="*/ 100 h 47"/>
                  <a:gd name="T24" fmla="*/ 401 w 56"/>
                  <a:gd name="T25" fmla="*/ 205 h 47"/>
                  <a:gd name="T26" fmla="*/ 152 w 56"/>
                  <a:gd name="T27" fmla="*/ 8 h 47"/>
                  <a:gd name="T28" fmla="*/ 8 w 56"/>
                  <a:gd name="T29" fmla="*/ 113 h 47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56" h="47">
                    <a:moveTo>
                      <a:pt x="0" y="16"/>
                    </a:moveTo>
                    <a:cubicBezTo>
                      <a:pt x="5" y="22"/>
                      <a:pt x="4" y="30"/>
                      <a:pt x="10" y="35"/>
                    </a:cubicBezTo>
                    <a:cubicBezTo>
                      <a:pt x="14" y="38"/>
                      <a:pt x="17" y="41"/>
                      <a:pt x="22" y="42"/>
                    </a:cubicBezTo>
                    <a:cubicBezTo>
                      <a:pt x="26" y="43"/>
                      <a:pt x="31" y="42"/>
                      <a:pt x="34" y="45"/>
                    </a:cubicBezTo>
                    <a:cubicBezTo>
                      <a:pt x="29" y="41"/>
                      <a:pt x="22" y="38"/>
                      <a:pt x="17" y="34"/>
                    </a:cubicBezTo>
                    <a:cubicBezTo>
                      <a:pt x="27" y="36"/>
                      <a:pt x="38" y="41"/>
                      <a:pt x="47" y="47"/>
                    </a:cubicBezTo>
                    <a:cubicBezTo>
                      <a:pt x="40" y="43"/>
                      <a:pt x="35" y="37"/>
                      <a:pt x="28" y="32"/>
                    </a:cubicBezTo>
                    <a:cubicBezTo>
                      <a:pt x="24" y="29"/>
                      <a:pt x="21" y="27"/>
                      <a:pt x="17" y="24"/>
                    </a:cubicBezTo>
                    <a:cubicBezTo>
                      <a:pt x="27" y="24"/>
                      <a:pt x="41" y="28"/>
                      <a:pt x="48" y="33"/>
                    </a:cubicBezTo>
                    <a:cubicBezTo>
                      <a:pt x="41" y="30"/>
                      <a:pt x="36" y="22"/>
                      <a:pt x="30" y="16"/>
                    </a:cubicBezTo>
                    <a:cubicBezTo>
                      <a:pt x="32" y="17"/>
                      <a:pt x="33" y="18"/>
                      <a:pt x="35" y="18"/>
                    </a:cubicBezTo>
                    <a:cubicBezTo>
                      <a:pt x="34" y="16"/>
                      <a:pt x="34" y="14"/>
                      <a:pt x="32" y="14"/>
                    </a:cubicBezTo>
                    <a:cubicBezTo>
                      <a:pt x="40" y="14"/>
                      <a:pt x="53" y="21"/>
                      <a:pt x="56" y="29"/>
                    </a:cubicBezTo>
                    <a:cubicBezTo>
                      <a:pt x="50" y="15"/>
                      <a:pt x="36" y="0"/>
                      <a:pt x="21" y="1"/>
                    </a:cubicBezTo>
                    <a:cubicBezTo>
                      <a:pt x="9" y="1"/>
                      <a:pt x="2" y="4"/>
                      <a:pt x="1" y="16"/>
                    </a:cubicBezTo>
                  </a:path>
                </a:pathLst>
              </a:custGeom>
              <a:solidFill>
                <a:srgbClr val="B087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981" name="Freeform 353">
                <a:extLst>
                  <a:ext uri="{FF2B5EF4-FFF2-40B4-BE49-F238E27FC236}">
                    <a16:creationId xmlns:a16="http://schemas.microsoft.com/office/drawing/2014/main" id="{58CEB616-CB4F-4189-9748-BEF25705C6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1" y="720"/>
                <a:ext cx="79" cy="119"/>
              </a:xfrm>
              <a:custGeom>
                <a:avLst/>
                <a:gdLst>
                  <a:gd name="T0" fmla="*/ 293 w 41"/>
                  <a:gd name="T1" fmla="*/ 56 h 62"/>
                  <a:gd name="T2" fmla="*/ 256 w 41"/>
                  <a:gd name="T3" fmla="*/ 155 h 62"/>
                  <a:gd name="T4" fmla="*/ 229 w 41"/>
                  <a:gd name="T5" fmla="*/ 248 h 62"/>
                  <a:gd name="T6" fmla="*/ 44 w 41"/>
                  <a:gd name="T7" fmla="*/ 438 h 62"/>
                  <a:gd name="T8" fmla="*/ 193 w 41"/>
                  <a:gd name="T9" fmla="*/ 240 h 62"/>
                  <a:gd name="T10" fmla="*/ 0 w 41"/>
                  <a:gd name="T11" fmla="*/ 317 h 62"/>
                  <a:gd name="T12" fmla="*/ 156 w 41"/>
                  <a:gd name="T13" fmla="*/ 192 h 62"/>
                  <a:gd name="T14" fmla="*/ 44 w 41"/>
                  <a:gd name="T15" fmla="*/ 225 h 62"/>
                  <a:gd name="T16" fmla="*/ 145 w 41"/>
                  <a:gd name="T17" fmla="*/ 155 h 62"/>
                  <a:gd name="T18" fmla="*/ 8 w 41"/>
                  <a:gd name="T19" fmla="*/ 169 h 62"/>
                  <a:gd name="T20" fmla="*/ 145 w 41"/>
                  <a:gd name="T21" fmla="*/ 69 h 62"/>
                  <a:gd name="T22" fmla="*/ 44 w 41"/>
                  <a:gd name="T23" fmla="*/ 100 h 62"/>
                  <a:gd name="T24" fmla="*/ 279 w 41"/>
                  <a:gd name="T25" fmla="*/ 56 h 6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41" h="62">
                    <a:moveTo>
                      <a:pt x="41" y="8"/>
                    </a:moveTo>
                    <a:cubicBezTo>
                      <a:pt x="40" y="12"/>
                      <a:pt x="37" y="17"/>
                      <a:pt x="36" y="22"/>
                    </a:cubicBezTo>
                    <a:cubicBezTo>
                      <a:pt x="35" y="26"/>
                      <a:pt x="34" y="31"/>
                      <a:pt x="32" y="35"/>
                    </a:cubicBezTo>
                    <a:cubicBezTo>
                      <a:pt x="28" y="47"/>
                      <a:pt x="17" y="57"/>
                      <a:pt x="6" y="62"/>
                    </a:cubicBezTo>
                    <a:cubicBezTo>
                      <a:pt x="14" y="53"/>
                      <a:pt x="21" y="44"/>
                      <a:pt x="27" y="34"/>
                    </a:cubicBezTo>
                    <a:cubicBezTo>
                      <a:pt x="19" y="41"/>
                      <a:pt x="7" y="38"/>
                      <a:pt x="0" y="45"/>
                    </a:cubicBezTo>
                    <a:cubicBezTo>
                      <a:pt x="6" y="38"/>
                      <a:pt x="15" y="33"/>
                      <a:pt x="22" y="27"/>
                    </a:cubicBezTo>
                    <a:cubicBezTo>
                      <a:pt x="16" y="29"/>
                      <a:pt x="11" y="31"/>
                      <a:pt x="6" y="32"/>
                    </a:cubicBezTo>
                    <a:cubicBezTo>
                      <a:pt x="10" y="29"/>
                      <a:pt x="16" y="26"/>
                      <a:pt x="20" y="22"/>
                    </a:cubicBezTo>
                    <a:cubicBezTo>
                      <a:pt x="14" y="21"/>
                      <a:pt x="7" y="22"/>
                      <a:pt x="1" y="24"/>
                    </a:cubicBezTo>
                    <a:cubicBezTo>
                      <a:pt x="7" y="19"/>
                      <a:pt x="14" y="14"/>
                      <a:pt x="20" y="10"/>
                    </a:cubicBezTo>
                    <a:cubicBezTo>
                      <a:pt x="14" y="9"/>
                      <a:pt x="11" y="12"/>
                      <a:pt x="6" y="14"/>
                    </a:cubicBezTo>
                    <a:cubicBezTo>
                      <a:pt x="17" y="6"/>
                      <a:pt x="27" y="0"/>
                      <a:pt x="39" y="8"/>
                    </a:cubicBezTo>
                  </a:path>
                </a:pathLst>
              </a:custGeom>
              <a:solidFill>
                <a:srgbClr val="B087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982" name="Freeform 354">
                <a:extLst>
                  <a:ext uri="{FF2B5EF4-FFF2-40B4-BE49-F238E27FC236}">
                    <a16:creationId xmlns:a16="http://schemas.microsoft.com/office/drawing/2014/main" id="{4F32451B-42E3-485E-8C0A-F5874A3226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8" y="1345"/>
                <a:ext cx="125" cy="33"/>
              </a:xfrm>
              <a:custGeom>
                <a:avLst/>
                <a:gdLst>
                  <a:gd name="T0" fmla="*/ 0 w 65"/>
                  <a:gd name="T1" fmla="*/ 31 h 17"/>
                  <a:gd name="T2" fmla="*/ 462 w 65"/>
                  <a:gd name="T3" fmla="*/ 124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5" h="17">
                    <a:moveTo>
                      <a:pt x="0" y="4"/>
                    </a:moveTo>
                    <a:cubicBezTo>
                      <a:pt x="17" y="16"/>
                      <a:pt x="53" y="0"/>
                      <a:pt x="65" y="17"/>
                    </a:cubicBezTo>
                  </a:path>
                </a:pathLst>
              </a:custGeom>
              <a:noFill/>
              <a:ln w="9525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983" name="Freeform 355">
                <a:extLst>
                  <a:ext uri="{FF2B5EF4-FFF2-40B4-BE49-F238E27FC236}">
                    <a16:creationId xmlns:a16="http://schemas.microsoft.com/office/drawing/2014/main" id="{4E10D2F5-9FAF-459E-A126-1F2CCD754A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4" y="1351"/>
                <a:ext cx="102" cy="25"/>
              </a:xfrm>
              <a:custGeom>
                <a:avLst/>
                <a:gdLst>
                  <a:gd name="T0" fmla="*/ 377 w 53"/>
                  <a:gd name="T1" fmla="*/ 0 h 13"/>
                  <a:gd name="T2" fmla="*/ 200 w 53"/>
                  <a:gd name="T3" fmla="*/ 48 h 13"/>
                  <a:gd name="T4" fmla="*/ 0 w 53"/>
                  <a:gd name="T5" fmla="*/ 92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3" h="13">
                    <a:moveTo>
                      <a:pt x="53" y="0"/>
                    </a:moveTo>
                    <a:cubicBezTo>
                      <a:pt x="50" y="5"/>
                      <a:pt x="34" y="6"/>
                      <a:pt x="28" y="7"/>
                    </a:cubicBezTo>
                    <a:cubicBezTo>
                      <a:pt x="18" y="9"/>
                      <a:pt x="9" y="10"/>
                      <a:pt x="0" y="13"/>
                    </a:cubicBezTo>
                  </a:path>
                </a:pathLst>
              </a:custGeom>
              <a:noFill/>
              <a:ln w="9525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984" name="Freeform 356">
                <a:extLst>
                  <a:ext uri="{FF2B5EF4-FFF2-40B4-BE49-F238E27FC236}">
                    <a16:creationId xmlns:a16="http://schemas.microsoft.com/office/drawing/2014/main" id="{69ABEA05-3482-4ADA-B9AD-54A3EC7269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8" y="1391"/>
                <a:ext cx="43" cy="15"/>
              </a:xfrm>
              <a:custGeom>
                <a:avLst/>
                <a:gdLst>
                  <a:gd name="T0" fmla="*/ 0 w 22"/>
                  <a:gd name="T1" fmla="*/ 8 h 8"/>
                  <a:gd name="T2" fmla="*/ 164 w 22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8">
                    <a:moveTo>
                      <a:pt x="0" y="1"/>
                    </a:moveTo>
                    <a:cubicBezTo>
                      <a:pt x="8" y="8"/>
                      <a:pt x="14" y="6"/>
                      <a:pt x="22" y="0"/>
                    </a:cubicBezTo>
                  </a:path>
                </a:pathLst>
              </a:custGeom>
              <a:noFill/>
              <a:ln w="9525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985" name="Freeform 357">
                <a:extLst>
                  <a:ext uri="{FF2B5EF4-FFF2-40B4-BE49-F238E27FC236}">
                    <a16:creationId xmlns:a16="http://schemas.microsoft.com/office/drawing/2014/main" id="{F1FA49F6-CB75-462D-B5E1-684437400A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2" y="1649"/>
                <a:ext cx="41" cy="17"/>
              </a:xfrm>
              <a:custGeom>
                <a:avLst/>
                <a:gdLst>
                  <a:gd name="T0" fmla="*/ 0 w 21"/>
                  <a:gd name="T1" fmla="*/ 53 h 9"/>
                  <a:gd name="T2" fmla="*/ 156 w 21"/>
                  <a:gd name="T3" fmla="*/ 6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9">
                    <a:moveTo>
                      <a:pt x="0" y="8"/>
                    </a:moveTo>
                    <a:cubicBezTo>
                      <a:pt x="8" y="7"/>
                      <a:pt x="13" y="0"/>
                      <a:pt x="21" y="9"/>
                    </a:cubicBezTo>
                  </a:path>
                </a:pathLst>
              </a:custGeom>
              <a:noFill/>
              <a:ln w="9525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986" name="Freeform 358">
                <a:extLst>
                  <a:ext uri="{FF2B5EF4-FFF2-40B4-BE49-F238E27FC236}">
                    <a16:creationId xmlns:a16="http://schemas.microsoft.com/office/drawing/2014/main" id="{705A52C8-CC9A-4E53-A84F-316F72CC60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0" y="1481"/>
                <a:ext cx="17" cy="2"/>
              </a:xfrm>
              <a:custGeom>
                <a:avLst/>
                <a:gdLst>
                  <a:gd name="T0" fmla="*/ 0 w 9"/>
                  <a:gd name="T1" fmla="*/ 0 h 1"/>
                  <a:gd name="T2" fmla="*/ 60 w 9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1">
                    <a:moveTo>
                      <a:pt x="0" y="0"/>
                    </a:moveTo>
                    <a:cubicBezTo>
                      <a:pt x="3" y="1"/>
                      <a:pt x="6" y="0"/>
                      <a:pt x="9" y="1"/>
                    </a:cubicBezTo>
                  </a:path>
                </a:pathLst>
              </a:custGeom>
              <a:noFill/>
              <a:ln w="9525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987" name="Freeform 359">
                <a:extLst>
                  <a:ext uri="{FF2B5EF4-FFF2-40B4-BE49-F238E27FC236}">
                    <a16:creationId xmlns:a16="http://schemas.microsoft.com/office/drawing/2014/main" id="{D05041F0-D1F5-4E33-B3C6-D7E6C6A8F5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2" y="1520"/>
                <a:ext cx="15" cy="1"/>
              </a:xfrm>
              <a:custGeom>
                <a:avLst/>
                <a:gdLst>
                  <a:gd name="T0" fmla="*/ 0 w 8"/>
                  <a:gd name="T1" fmla="*/ 0 h 1"/>
                  <a:gd name="T2" fmla="*/ 53 w 8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1">
                    <a:moveTo>
                      <a:pt x="0" y="0"/>
                    </a:moveTo>
                    <a:cubicBezTo>
                      <a:pt x="0" y="0"/>
                      <a:pt x="5" y="0"/>
                      <a:pt x="8" y="0"/>
                    </a:cubicBezTo>
                  </a:path>
                </a:pathLst>
              </a:custGeom>
              <a:noFill/>
              <a:ln w="9525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988" name="Freeform 360">
                <a:extLst>
                  <a:ext uri="{FF2B5EF4-FFF2-40B4-BE49-F238E27FC236}">
                    <a16:creationId xmlns:a16="http://schemas.microsoft.com/office/drawing/2014/main" id="{B6AA5523-0F82-4B46-A57B-7581559190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6" y="1562"/>
                <a:ext cx="21" cy="4"/>
              </a:xfrm>
              <a:custGeom>
                <a:avLst/>
                <a:gdLst>
                  <a:gd name="T0" fmla="*/ 0 w 11"/>
                  <a:gd name="T1" fmla="*/ 0 h 2"/>
                  <a:gd name="T2" fmla="*/ 76 w 11"/>
                  <a:gd name="T3" fmla="*/ 16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2">
                    <a:moveTo>
                      <a:pt x="0" y="0"/>
                    </a:moveTo>
                    <a:cubicBezTo>
                      <a:pt x="3" y="0"/>
                      <a:pt x="7" y="2"/>
                      <a:pt x="11" y="2"/>
                    </a:cubicBezTo>
                  </a:path>
                </a:pathLst>
              </a:custGeom>
              <a:noFill/>
              <a:ln w="9525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989" name="Freeform 361">
                <a:extLst>
                  <a:ext uri="{FF2B5EF4-FFF2-40B4-BE49-F238E27FC236}">
                    <a16:creationId xmlns:a16="http://schemas.microsoft.com/office/drawing/2014/main" id="{601012F7-BF35-44B7-9F5A-460A42C32D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3" y="1797"/>
                <a:ext cx="59" cy="21"/>
              </a:xfrm>
              <a:custGeom>
                <a:avLst/>
                <a:gdLst>
                  <a:gd name="T0" fmla="*/ 15 w 31"/>
                  <a:gd name="T1" fmla="*/ 61 h 11"/>
                  <a:gd name="T2" fmla="*/ 0 w 31"/>
                  <a:gd name="T3" fmla="*/ 76 h 11"/>
                  <a:gd name="T4" fmla="*/ 213 w 31"/>
                  <a:gd name="T5" fmla="*/ 61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1" h="11">
                    <a:moveTo>
                      <a:pt x="2" y="9"/>
                    </a:moveTo>
                    <a:cubicBezTo>
                      <a:pt x="1" y="9"/>
                      <a:pt x="1" y="10"/>
                      <a:pt x="0" y="11"/>
                    </a:cubicBezTo>
                    <a:cubicBezTo>
                      <a:pt x="6" y="1"/>
                      <a:pt x="25" y="0"/>
                      <a:pt x="31" y="9"/>
                    </a:cubicBezTo>
                  </a:path>
                </a:pathLst>
              </a:custGeom>
              <a:noFill/>
              <a:ln w="9525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990" name="Freeform 362">
                <a:extLst>
                  <a:ext uri="{FF2B5EF4-FFF2-40B4-BE49-F238E27FC236}">
                    <a16:creationId xmlns:a16="http://schemas.microsoft.com/office/drawing/2014/main" id="{DB02E3F4-CE94-421B-B1BC-3FB394663B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1" y="2020"/>
                <a:ext cx="19" cy="4"/>
              </a:xfrm>
              <a:custGeom>
                <a:avLst/>
                <a:gdLst>
                  <a:gd name="T0" fmla="*/ 68 w 10"/>
                  <a:gd name="T1" fmla="*/ 0 h 2"/>
                  <a:gd name="T2" fmla="*/ 0 w 10"/>
                  <a:gd name="T3" fmla="*/ 16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2">
                    <a:moveTo>
                      <a:pt x="10" y="0"/>
                    </a:moveTo>
                    <a:cubicBezTo>
                      <a:pt x="7" y="1"/>
                      <a:pt x="4" y="2"/>
                      <a:pt x="0" y="2"/>
                    </a:cubicBezTo>
                  </a:path>
                </a:pathLst>
              </a:custGeom>
              <a:noFill/>
              <a:ln w="9525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991" name="Freeform 363">
                <a:extLst>
                  <a:ext uri="{FF2B5EF4-FFF2-40B4-BE49-F238E27FC236}">
                    <a16:creationId xmlns:a16="http://schemas.microsoft.com/office/drawing/2014/main" id="{22B0DA64-F8AF-4F81-A5D8-7109B86701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1" y="2393"/>
                <a:ext cx="14" cy="15"/>
              </a:xfrm>
              <a:custGeom>
                <a:avLst/>
                <a:gdLst>
                  <a:gd name="T0" fmla="*/ 56 w 7"/>
                  <a:gd name="T1" fmla="*/ 53 h 8"/>
                  <a:gd name="T2" fmla="*/ 0 w 7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8">
                    <a:moveTo>
                      <a:pt x="7" y="8"/>
                    </a:moveTo>
                    <a:cubicBezTo>
                      <a:pt x="4" y="6"/>
                      <a:pt x="2" y="4"/>
                      <a:pt x="0" y="0"/>
                    </a:cubicBezTo>
                  </a:path>
                </a:pathLst>
              </a:custGeom>
              <a:noFill/>
              <a:ln w="9525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992" name="Freeform 364">
                <a:extLst>
                  <a:ext uri="{FF2B5EF4-FFF2-40B4-BE49-F238E27FC236}">
                    <a16:creationId xmlns:a16="http://schemas.microsoft.com/office/drawing/2014/main" id="{BF9F2202-C0AE-49D0-B41A-72FA98B12C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7" y="2395"/>
                <a:ext cx="16" cy="13"/>
              </a:xfrm>
              <a:custGeom>
                <a:avLst/>
                <a:gdLst>
                  <a:gd name="T0" fmla="*/ 0 w 8"/>
                  <a:gd name="T1" fmla="*/ 45 h 7"/>
                  <a:gd name="T2" fmla="*/ 64 w 8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7">
                    <a:moveTo>
                      <a:pt x="0" y="7"/>
                    </a:moveTo>
                    <a:cubicBezTo>
                      <a:pt x="4" y="7"/>
                      <a:pt x="6" y="3"/>
                      <a:pt x="8" y="0"/>
                    </a:cubicBezTo>
                  </a:path>
                </a:pathLst>
              </a:custGeom>
              <a:noFill/>
              <a:ln w="9525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993" name="Freeform 365">
                <a:extLst>
                  <a:ext uri="{FF2B5EF4-FFF2-40B4-BE49-F238E27FC236}">
                    <a16:creationId xmlns:a16="http://schemas.microsoft.com/office/drawing/2014/main" id="{FF8D8C74-F449-4432-828A-1B05CBB474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7" y="3020"/>
                <a:ext cx="54" cy="105"/>
              </a:xfrm>
              <a:custGeom>
                <a:avLst/>
                <a:gdLst>
                  <a:gd name="T0" fmla="*/ 0 w 28"/>
                  <a:gd name="T1" fmla="*/ 29 h 55"/>
                  <a:gd name="T2" fmla="*/ 156 w 28"/>
                  <a:gd name="T3" fmla="*/ 15 h 55"/>
                  <a:gd name="T4" fmla="*/ 179 w 28"/>
                  <a:gd name="T5" fmla="*/ 76 h 55"/>
                  <a:gd name="T6" fmla="*/ 193 w 28"/>
                  <a:gd name="T7" fmla="*/ 176 h 55"/>
                  <a:gd name="T8" fmla="*/ 185 w 28"/>
                  <a:gd name="T9" fmla="*/ 305 h 55"/>
                  <a:gd name="T10" fmla="*/ 145 w 28"/>
                  <a:gd name="T11" fmla="*/ 382 h 5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8" h="55">
                    <a:moveTo>
                      <a:pt x="0" y="4"/>
                    </a:moveTo>
                    <a:cubicBezTo>
                      <a:pt x="2" y="0"/>
                      <a:pt x="18" y="2"/>
                      <a:pt x="22" y="2"/>
                    </a:cubicBezTo>
                    <a:cubicBezTo>
                      <a:pt x="22" y="5"/>
                      <a:pt x="24" y="8"/>
                      <a:pt x="25" y="11"/>
                    </a:cubicBezTo>
                    <a:cubicBezTo>
                      <a:pt x="26" y="16"/>
                      <a:pt x="26" y="20"/>
                      <a:pt x="27" y="25"/>
                    </a:cubicBezTo>
                    <a:cubicBezTo>
                      <a:pt x="27" y="31"/>
                      <a:pt x="28" y="38"/>
                      <a:pt x="26" y="44"/>
                    </a:cubicBezTo>
                    <a:cubicBezTo>
                      <a:pt x="25" y="47"/>
                      <a:pt x="24" y="54"/>
                      <a:pt x="20" y="55"/>
                    </a:cubicBezTo>
                  </a:path>
                </a:pathLst>
              </a:custGeom>
              <a:noFill/>
              <a:ln w="6350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994" name="Freeform 366">
                <a:extLst>
                  <a:ext uri="{FF2B5EF4-FFF2-40B4-BE49-F238E27FC236}">
                    <a16:creationId xmlns:a16="http://schemas.microsoft.com/office/drawing/2014/main" id="{72FD2D2B-66F4-40EA-B13D-5E8910DC6E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6" y="3025"/>
                <a:ext cx="52" cy="102"/>
              </a:xfrm>
              <a:custGeom>
                <a:avLst/>
                <a:gdLst>
                  <a:gd name="T0" fmla="*/ 193 w 27"/>
                  <a:gd name="T1" fmla="*/ 0 h 53"/>
                  <a:gd name="T2" fmla="*/ 85 w 27"/>
                  <a:gd name="T3" fmla="*/ 15 h 53"/>
                  <a:gd name="T4" fmla="*/ 48 w 27"/>
                  <a:gd name="T5" fmla="*/ 77 h 53"/>
                  <a:gd name="T6" fmla="*/ 100 w 27"/>
                  <a:gd name="T7" fmla="*/ 377 h 5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7" h="53">
                    <a:moveTo>
                      <a:pt x="27" y="0"/>
                    </a:moveTo>
                    <a:cubicBezTo>
                      <a:pt x="25" y="3"/>
                      <a:pt x="16" y="0"/>
                      <a:pt x="12" y="2"/>
                    </a:cubicBezTo>
                    <a:cubicBezTo>
                      <a:pt x="8" y="3"/>
                      <a:pt x="8" y="6"/>
                      <a:pt x="7" y="11"/>
                    </a:cubicBezTo>
                    <a:cubicBezTo>
                      <a:pt x="4" y="22"/>
                      <a:pt x="0" y="50"/>
                      <a:pt x="14" y="53"/>
                    </a:cubicBezTo>
                  </a:path>
                </a:pathLst>
              </a:custGeom>
              <a:noFill/>
              <a:ln w="6350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995" name="Freeform 367">
                <a:extLst>
                  <a:ext uri="{FF2B5EF4-FFF2-40B4-BE49-F238E27FC236}">
                    <a16:creationId xmlns:a16="http://schemas.microsoft.com/office/drawing/2014/main" id="{D6EE7436-3FE5-4B48-94DA-BF4F63A614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5" y="3708"/>
                <a:ext cx="13" cy="48"/>
              </a:xfrm>
              <a:custGeom>
                <a:avLst/>
                <a:gdLst>
                  <a:gd name="T0" fmla="*/ 0 w 7"/>
                  <a:gd name="T1" fmla="*/ 177 h 25"/>
                  <a:gd name="T2" fmla="*/ 20 w 7"/>
                  <a:gd name="T3" fmla="*/ 100 h 25"/>
                  <a:gd name="T4" fmla="*/ 45 w 7"/>
                  <a:gd name="T5" fmla="*/ 0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25">
                    <a:moveTo>
                      <a:pt x="0" y="25"/>
                    </a:moveTo>
                    <a:cubicBezTo>
                      <a:pt x="1" y="23"/>
                      <a:pt x="2" y="17"/>
                      <a:pt x="3" y="14"/>
                    </a:cubicBezTo>
                    <a:cubicBezTo>
                      <a:pt x="5" y="10"/>
                      <a:pt x="6" y="5"/>
                      <a:pt x="7" y="0"/>
                    </a:cubicBezTo>
                  </a:path>
                </a:pathLst>
              </a:custGeom>
              <a:noFill/>
              <a:ln w="9525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996" name="Freeform 368">
                <a:extLst>
                  <a:ext uri="{FF2B5EF4-FFF2-40B4-BE49-F238E27FC236}">
                    <a16:creationId xmlns:a16="http://schemas.microsoft.com/office/drawing/2014/main" id="{3D5D6F39-B910-46EA-B44D-B4876055F0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6" y="3679"/>
                <a:ext cx="15" cy="52"/>
              </a:xfrm>
              <a:custGeom>
                <a:avLst/>
                <a:gdLst>
                  <a:gd name="T0" fmla="*/ 8 w 8"/>
                  <a:gd name="T1" fmla="*/ 0 h 27"/>
                  <a:gd name="T2" fmla="*/ 0 w 8"/>
                  <a:gd name="T3" fmla="*/ 116 h 27"/>
                  <a:gd name="T4" fmla="*/ 53 w 8"/>
                  <a:gd name="T5" fmla="*/ 193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27">
                    <a:moveTo>
                      <a:pt x="1" y="0"/>
                    </a:moveTo>
                    <a:cubicBezTo>
                      <a:pt x="1" y="5"/>
                      <a:pt x="1" y="11"/>
                      <a:pt x="0" y="16"/>
                    </a:cubicBezTo>
                    <a:cubicBezTo>
                      <a:pt x="0" y="22"/>
                      <a:pt x="3" y="25"/>
                      <a:pt x="8" y="27"/>
                    </a:cubicBezTo>
                  </a:path>
                </a:pathLst>
              </a:custGeom>
              <a:noFill/>
              <a:ln w="9525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997" name="Freeform 369">
                <a:extLst>
                  <a:ext uri="{FF2B5EF4-FFF2-40B4-BE49-F238E27FC236}">
                    <a16:creationId xmlns:a16="http://schemas.microsoft.com/office/drawing/2014/main" id="{CD0A2560-233B-4241-A7B3-DD53D20755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3" y="3685"/>
                <a:ext cx="21" cy="52"/>
              </a:xfrm>
              <a:custGeom>
                <a:avLst/>
                <a:gdLst>
                  <a:gd name="T0" fmla="*/ 55 w 11"/>
                  <a:gd name="T1" fmla="*/ 0 h 27"/>
                  <a:gd name="T2" fmla="*/ 55 w 11"/>
                  <a:gd name="T3" fmla="*/ 116 h 27"/>
                  <a:gd name="T4" fmla="*/ 0 w 11"/>
                  <a:gd name="T5" fmla="*/ 193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27">
                    <a:moveTo>
                      <a:pt x="8" y="0"/>
                    </a:moveTo>
                    <a:cubicBezTo>
                      <a:pt x="6" y="4"/>
                      <a:pt x="11" y="11"/>
                      <a:pt x="8" y="16"/>
                    </a:cubicBezTo>
                    <a:cubicBezTo>
                      <a:pt x="7" y="20"/>
                      <a:pt x="2" y="24"/>
                      <a:pt x="0" y="27"/>
                    </a:cubicBezTo>
                  </a:path>
                </a:pathLst>
              </a:custGeom>
              <a:noFill/>
              <a:ln w="9525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998" name="Freeform 370">
                <a:extLst>
                  <a:ext uri="{FF2B5EF4-FFF2-40B4-BE49-F238E27FC236}">
                    <a16:creationId xmlns:a16="http://schemas.microsoft.com/office/drawing/2014/main" id="{F9D2B651-96A3-422E-9F8D-7D037755DD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4" y="3725"/>
                <a:ext cx="16" cy="35"/>
              </a:xfrm>
              <a:custGeom>
                <a:avLst/>
                <a:gdLst>
                  <a:gd name="T0" fmla="*/ 64 w 8"/>
                  <a:gd name="T1" fmla="*/ 132 h 18"/>
                  <a:gd name="T2" fmla="*/ 0 w 8"/>
                  <a:gd name="T3" fmla="*/ 0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18">
                    <a:moveTo>
                      <a:pt x="8" y="18"/>
                    </a:moveTo>
                    <a:cubicBezTo>
                      <a:pt x="4" y="13"/>
                      <a:pt x="4" y="5"/>
                      <a:pt x="0" y="0"/>
                    </a:cubicBezTo>
                  </a:path>
                </a:pathLst>
              </a:custGeom>
              <a:noFill/>
              <a:ln w="9525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999" name="Freeform 371">
                <a:extLst>
                  <a:ext uri="{FF2B5EF4-FFF2-40B4-BE49-F238E27FC236}">
                    <a16:creationId xmlns:a16="http://schemas.microsoft.com/office/drawing/2014/main" id="{9D1E8B61-AF2C-4E1F-B0B6-3AC0F483D1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2" y="2160"/>
                <a:ext cx="81" cy="100"/>
              </a:xfrm>
              <a:custGeom>
                <a:avLst/>
                <a:gdLst>
                  <a:gd name="T0" fmla="*/ 0 w 42"/>
                  <a:gd name="T1" fmla="*/ 0 h 52"/>
                  <a:gd name="T2" fmla="*/ 137 w 42"/>
                  <a:gd name="T3" fmla="*/ 208 h 52"/>
                  <a:gd name="T4" fmla="*/ 301 w 42"/>
                  <a:gd name="T5" fmla="*/ 369 h 5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2" h="52">
                    <a:moveTo>
                      <a:pt x="0" y="0"/>
                    </a:moveTo>
                    <a:cubicBezTo>
                      <a:pt x="8" y="8"/>
                      <a:pt x="12" y="20"/>
                      <a:pt x="19" y="29"/>
                    </a:cubicBezTo>
                    <a:cubicBezTo>
                      <a:pt x="26" y="38"/>
                      <a:pt x="35" y="44"/>
                      <a:pt x="42" y="52"/>
                    </a:cubicBezTo>
                  </a:path>
                </a:pathLst>
              </a:custGeom>
              <a:noFill/>
              <a:ln w="6350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5000" name="Freeform 372">
                <a:extLst>
                  <a:ext uri="{FF2B5EF4-FFF2-40B4-BE49-F238E27FC236}">
                    <a16:creationId xmlns:a16="http://schemas.microsoft.com/office/drawing/2014/main" id="{F74CB77C-38CC-4933-85BC-2D03FF1FAE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6" y="2008"/>
                <a:ext cx="27" cy="37"/>
              </a:xfrm>
              <a:custGeom>
                <a:avLst/>
                <a:gdLst>
                  <a:gd name="T0" fmla="*/ 100 w 14"/>
                  <a:gd name="T1" fmla="*/ 53 h 19"/>
                  <a:gd name="T2" fmla="*/ 15 w 14"/>
                  <a:gd name="T3" fmla="*/ 53 h 19"/>
                  <a:gd name="T4" fmla="*/ 64 w 14"/>
                  <a:gd name="T5" fmla="*/ 140 h 19"/>
                  <a:gd name="T6" fmla="*/ 52 w 14"/>
                  <a:gd name="T7" fmla="*/ 68 h 19"/>
                  <a:gd name="T8" fmla="*/ 85 w 14"/>
                  <a:gd name="T9" fmla="*/ 88 h 19"/>
                  <a:gd name="T10" fmla="*/ 100 w 14"/>
                  <a:gd name="T11" fmla="*/ 53 h 1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" h="19">
                    <a:moveTo>
                      <a:pt x="14" y="7"/>
                    </a:moveTo>
                    <a:cubicBezTo>
                      <a:pt x="14" y="0"/>
                      <a:pt x="4" y="2"/>
                      <a:pt x="2" y="7"/>
                    </a:cubicBezTo>
                    <a:cubicBezTo>
                      <a:pt x="0" y="13"/>
                      <a:pt x="4" y="17"/>
                      <a:pt x="9" y="19"/>
                    </a:cubicBezTo>
                    <a:cubicBezTo>
                      <a:pt x="8" y="18"/>
                      <a:pt x="1" y="8"/>
                      <a:pt x="7" y="9"/>
                    </a:cubicBezTo>
                    <a:cubicBezTo>
                      <a:pt x="8" y="9"/>
                      <a:pt x="9" y="13"/>
                      <a:pt x="12" y="12"/>
                    </a:cubicBezTo>
                    <a:cubicBezTo>
                      <a:pt x="13" y="11"/>
                      <a:pt x="14" y="8"/>
                      <a:pt x="14" y="7"/>
                    </a:cubicBezTo>
                  </a:path>
                </a:pathLst>
              </a:custGeom>
              <a:solidFill>
                <a:srgbClr val="4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5001" name="Freeform 373">
                <a:extLst>
                  <a:ext uri="{FF2B5EF4-FFF2-40B4-BE49-F238E27FC236}">
                    <a16:creationId xmlns:a16="http://schemas.microsoft.com/office/drawing/2014/main" id="{867C354A-46DB-43D5-8B0A-C9F4663CD5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7" y="910"/>
                <a:ext cx="85" cy="27"/>
              </a:xfrm>
              <a:custGeom>
                <a:avLst/>
                <a:gdLst>
                  <a:gd name="T0" fmla="*/ 0 w 44"/>
                  <a:gd name="T1" fmla="*/ 85 h 14"/>
                  <a:gd name="T2" fmla="*/ 317 w 44"/>
                  <a:gd name="T3" fmla="*/ 100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4" h="14">
                    <a:moveTo>
                      <a:pt x="0" y="12"/>
                    </a:moveTo>
                    <a:cubicBezTo>
                      <a:pt x="0" y="12"/>
                      <a:pt x="29" y="0"/>
                      <a:pt x="44" y="14"/>
                    </a:cubicBezTo>
                  </a:path>
                </a:pathLst>
              </a:custGeom>
              <a:noFill/>
              <a:ln w="11113" cap="rnd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5002" name="Freeform 374">
                <a:extLst>
                  <a:ext uri="{FF2B5EF4-FFF2-40B4-BE49-F238E27FC236}">
                    <a16:creationId xmlns:a16="http://schemas.microsoft.com/office/drawing/2014/main" id="{7FE56225-0E27-4792-B73D-F0C5C695AC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3" y="910"/>
                <a:ext cx="85" cy="27"/>
              </a:xfrm>
              <a:custGeom>
                <a:avLst/>
                <a:gdLst>
                  <a:gd name="T0" fmla="*/ 317 w 44"/>
                  <a:gd name="T1" fmla="*/ 85 h 14"/>
                  <a:gd name="T2" fmla="*/ 0 w 44"/>
                  <a:gd name="T3" fmla="*/ 100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4" h="14">
                    <a:moveTo>
                      <a:pt x="44" y="12"/>
                    </a:moveTo>
                    <a:cubicBezTo>
                      <a:pt x="44" y="12"/>
                      <a:pt x="15" y="0"/>
                      <a:pt x="0" y="14"/>
                    </a:cubicBezTo>
                  </a:path>
                </a:pathLst>
              </a:custGeom>
              <a:noFill/>
              <a:ln w="11113" cap="rnd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5003" name="Freeform 375">
                <a:extLst>
                  <a:ext uri="{FF2B5EF4-FFF2-40B4-BE49-F238E27FC236}">
                    <a16:creationId xmlns:a16="http://schemas.microsoft.com/office/drawing/2014/main" id="{699FDD7E-6C30-43B8-B75F-8B2BC74CEC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1" y="1041"/>
                <a:ext cx="40" cy="37"/>
              </a:xfrm>
              <a:custGeom>
                <a:avLst/>
                <a:gdLst>
                  <a:gd name="T0" fmla="*/ 145 w 21"/>
                  <a:gd name="T1" fmla="*/ 0 h 19"/>
                  <a:gd name="T2" fmla="*/ 0 w 21"/>
                  <a:gd name="T3" fmla="*/ 140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19">
                    <a:moveTo>
                      <a:pt x="21" y="0"/>
                    </a:moveTo>
                    <a:cubicBezTo>
                      <a:pt x="16" y="8"/>
                      <a:pt x="6" y="13"/>
                      <a:pt x="0" y="19"/>
                    </a:cubicBezTo>
                  </a:path>
                </a:pathLst>
              </a:custGeom>
              <a:noFill/>
              <a:ln w="3175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5004" name="Freeform 376">
                <a:extLst>
                  <a:ext uri="{FF2B5EF4-FFF2-40B4-BE49-F238E27FC236}">
                    <a16:creationId xmlns:a16="http://schemas.microsoft.com/office/drawing/2014/main" id="{42CE397A-67F0-419A-851E-C43CA67499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7" y="1039"/>
                <a:ext cx="27" cy="35"/>
              </a:xfrm>
              <a:custGeom>
                <a:avLst/>
                <a:gdLst>
                  <a:gd name="T0" fmla="*/ 0 w 14"/>
                  <a:gd name="T1" fmla="*/ 0 h 18"/>
                  <a:gd name="T2" fmla="*/ 100 w 14"/>
                  <a:gd name="T3" fmla="*/ 132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18">
                    <a:moveTo>
                      <a:pt x="0" y="0"/>
                    </a:moveTo>
                    <a:cubicBezTo>
                      <a:pt x="2" y="7"/>
                      <a:pt x="11" y="11"/>
                      <a:pt x="14" y="18"/>
                    </a:cubicBezTo>
                  </a:path>
                </a:pathLst>
              </a:custGeom>
              <a:noFill/>
              <a:ln w="3175" cap="rnd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5005" name="Freeform 377">
                <a:extLst>
                  <a:ext uri="{FF2B5EF4-FFF2-40B4-BE49-F238E27FC236}">
                    <a16:creationId xmlns:a16="http://schemas.microsoft.com/office/drawing/2014/main" id="{91888804-A1D1-426D-94D0-F0F5AC16D1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7" y="795"/>
                <a:ext cx="135" cy="146"/>
              </a:xfrm>
              <a:custGeom>
                <a:avLst/>
                <a:gdLst>
                  <a:gd name="T0" fmla="*/ 473 w 70"/>
                  <a:gd name="T1" fmla="*/ 0 h 76"/>
                  <a:gd name="T2" fmla="*/ 417 w 70"/>
                  <a:gd name="T3" fmla="*/ 136 h 76"/>
                  <a:gd name="T4" fmla="*/ 280 w 70"/>
                  <a:gd name="T5" fmla="*/ 225 h 76"/>
                  <a:gd name="T6" fmla="*/ 116 w 70"/>
                  <a:gd name="T7" fmla="*/ 361 h 76"/>
                  <a:gd name="T8" fmla="*/ 0 w 70"/>
                  <a:gd name="T9" fmla="*/ 538 h 76"/>
                  <a:gd name="T10" fmla="*/ 193 w 70"/>
                  <a:gd name="T11" fmla="*/ 369 h 76"/>
                  <a:gd name="T12" fmla="*/ 417 w 70"/>
                  <a:gd name="T13" fmla="*/ 248 h 76"/>
                  <a:gd name="T14" fmla="*/ 496 w 70"/>
                  <a:gd name="T15" fmla="*/ 108 h 76"/>
                  <a:gd name="T16" fmla="*/ 480 w 70"/>
                  <a:gd name="T17" fmla="*/ 15 h 7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0" h="76">
                    <a:moveTo>
                      <a:pt x="66" y="0"/>
                    </a:moveTo>
                    <a:cubicBezTo>
                      <a:pt x="64" y="7"/>
                      <a:pt x="62" y="13"/>
                      <a:pt x="58" y="19"/>
                    </a:cubicBezTo>
                    <a:cubicBezTo>
                      <a:pt x="53" y="25"/>
                      <a:pt x="46" y="28"/>
                      <a:pt x="39" y="32"/>
                    </a:cubicBezTo>
                    <a:cubicBezTo>
                      <a:pt x="31" y="38"/>
                      <a:pt x="23" y="43"/>
                      <a:pt x="16" y="51"/>
                    </a:cubicBezTo>
                    <a:cubicBezTo>
                      <a:pt x="9" y="59"/>
                      <a:pt x="5" y="67"/>
                      <a:pt x="0" y="76"/>
                    </a:cubicBezTo>
                    <a:cubicBezTo>
                      <a:pt x="7" y="66"/>
                      <a:pt x="16" y="58"/>
                      <a:pt x="27" y="52"/>
                    </a:cubicBezTo>
                    <a:cubicBezTo>
                      <a:pt x="37" y="46"/>
                      <a:pt x="49" y="42"/>
                      <a:pt x="58" y="35"/>
                    </a:cubicBezTo>
                    <a:cubicBezTo>
                      <a:pt x="65" y="30"/>
                      <a:pt x="69" y="23"/>
                      <a:pt x="69" y="15"/>
                    </a:cubicBezTo>
                    <a:cubicBezTo>
                      <a:pt x="70" y="12"/>
                      <a:pt x="70" y="4"/>
                      <a:pt x="67" y="2"/>
                    </a:cubicBezTo>
                  </a:path>
                </a:pathLst>
              </a:custGeom>
              <a:solidFill>
                <a:srgbClr val="F6E9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5006" name="Freeform 378">
                <a:extLst>
                  <a:ext uri="{FF2B5EF4-FFF2-40B4-BE49-F238E27FC236}">
                    <a16:creationId xmlns:a16="http://schemas.microsoft.com/office/drawing/2014/main" id="{EF03472A-70AE-4446-8C0A-FE4F9AD740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7" y="799"/>
                <a:ext cx="118" cy="65"/>
              </a:xfrm>
              <a:custGeom>
                <a:avLst/>
                <a:gdLst>
                  <a:gd name="T0" fmla="*/ 37 w 61"/>
                  <a:gd name="T1" fmla="*/ 0 h 34"/>
                  <a:gd name="T2" fmla="*/ 124 w 61"/>
                  <a:gd name="T3" fmla="*/ 84 h 34"/>
                  <a:gd name="T4" fmla="*/ 232 w 61"/>
                  <a:gd name="T5" fmla="*/ 132 h 34"/>
                  <a:gd name="T6" fmla="*/ 340 w 61"/>
                  <a:gd name="T7" fmla="*/ 168 h 34"/>
                  <a:gd name="T8" fmla="*/ 441 w 61"/>
                  <a:gd name="T9" fmla="*/ 237 h 34"/>
                  <a:gd name="T10" fmla="*/ 304 w 61"/>
                  <a:gd name="T11" fmla="*/ 184 h 34"/>
                  <a:gd name="T12" fmla="*/ 172 w 61"/>
                  <a:gd name="T13" fmla="*/ 132 h 34"/>
                  <a:gd name="T14" fmla="*/ 85 w 61"/>
                  <a:gd name="T15" fmla="*/ 120 h 34"/>
                  <a:gd name="T16" fmla="*/ 8 w 61"/>
                  <a:gd name="T17" fmla="*/ 153 h 34"/>
                  <a:gd name="T18" fmla="*/ 23 w 61"/>
                  <a:gd name="T19" fmla="*/ 92 h 34"/>
                  <a:gd name="T20" fmla="*/ 23 w 61"/>
                  <a:gd name="T21" fmla="*/ 36 h 3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1" h="34">
                    <a:moveTo>
                      <a:pt x="5" y="0"/>
                    </a:moveTo>
                    <a:cubicBezTo>
                      <a:pt x="4" y="2"/>
                      <a:pt x="14" y="10"/>
                      <a:pt x="17" y="12"/>
                    </a:cubicBezTo>
                    <a:cubicBezTo>
                      <a:pt x="21" y="16"/>
                      <a:pt x="27" y="17"/>
                      <a:pt x="32" y="19"/>
                    </a:cubicBezTo>
                    <a:cubicBezTo>
                      <a:pt x="38" y="20"/>
                      <a:pt x="42" y="22"/>
                      <a:pt x="47" y="24"/>
                    </a:cubicBezTo>
                    <a:cubicBezTo>
                      <a:pt x="53" y="27"/>
                      <a:pt x="56" y="30"/>
                      <a:pt x="61" y="34"/>
                    </a:cubicBezTo>
                    <a:cubicBezTo>
                      <a:pt x="55" y="34"/>
                      <a:pt x="47" y="28"/>
                      <a:pt x="42" y="26"/>
                    </a:cubicBezTo>
                    <a:cubicBezTo>
                      <a:pt x="36" y="23"/>
                      <a:pt x="30" y="21"/>
                      <a:pt x="24" y="19"/>
                    </a:cubicBezTo>
                    <a:cubicBezTo>
                      <a:pt x="20" y="18"/>
                      <a:pt x="16" y="17"/>
                      <a:pt x="12" y="17"/>
                    </a:cubicBezTo>
                    <a:cubicBezTo>
                      <a:pt x="7" y="17"/>
                      <a:pt x="5" y="20"/>
                      <a:pt x="1" y="22"/>
                    </a:cubicBezTo>
                    <a:cubicBezTo>
                      <a:pt x="0" y="19"/>
                      <a:pt x="2" y="16"/>
                      <a:pt x="3" y="13"/>
                    </a:cubicBezTo>
                    <a:cubicBezTo>
                      <a:pt x="3" y="11"/>
                      <a:pt x="3" y="7"/>
                      <a:pt x="3" y="5"/>
                    </a:cubicBezTo>
                  </a:path>
                </a:pathLst>
              </a:custGeom>
              <a:solidFill>
                <a:srgbClr val="F6E9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5007" name="Freeform 379">
                <a:extLst>
                  <a:ext uri="{FF2B5EF4-FFF2-40B4-BE49-F238E27FC236}">
                    <a16:creationId xmlns:a16="http://schemas.microsoft.com/office/drawing/2014/main" id="{EE5A02EB-7911-42D0-A176-88A7177CE2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4" y="934"/>
                <a:ext cx="42" cy="90"/>
              </a:xfrm>
              <a:custGeom>
                <a:avLst/>
                <a:gdLst>
                  <a:gd name="T0" fmla="*/ 29 w 22"/>
                  <a:gd name="T1" fmla="*/ 0 h 47"/>
                  <a:gd name="T2" fmla="*/ 124 w 22"/>
                  <a:gd name="T3" fmla="*/ 140 h 47"/>
                  <a:gd name="T4" fmla="*/ 145 w 22"/>
                  <a:gd name="T5" fmla="*/ 237 h 47"/>
                  <a:gd name="T6" fmla="*/ 153 w 22"/>
                  <a:gd name="T7" fmla="*/ 329 h 47"/>
                  <a:gd name="T8" fmla="*/ 105 w 22"/>
                  <a:gd name="T9" fmla="*/ 260 h 47"/>
                  <a:gd name="T10" fmla="*/ 92 w 22"/>
                  <a:gd name="T11" fmla="*/ 184 h 47"/>
                  <a:gd name="T12" fmla="*/ 55 w 22"/>
                  <a:gd name="T13" fmla="*/ 107 h 47"/>
                  <a:gd name="T14" fmla="*/ 15 w 22"/>
                  <a:gd name="T15" fmla="*/ 56 h 47"/>
                  <a:gd name="T16" fmla="*/ 15 w 22"/>
                  <a:gd name="T17" fmla="*/ 8 h 4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2" h="47">
                    <a:moveTo>
                      <a:pt x="4" y="0"/>
                    </a:moveTo>
                    <a:cubicBezTo>
                      <a:pt x="12" y="2"/>
                      <a:pt x="16" y="9"/>
                      <a:pt x="18" y="20"/>
                    </a:cubicBezTo>
                    <a:cubicBezTo>
                      <a:pt x="20" y="25"/>
                      <a:pt x="21" y="28"/>
                      <a:pt x="21" y="34"/>
                    </a:cubicBezTo>
                    <a:cubicBezTo>
                      <a:pt x="21" y="38"/>
                      <a:pt x="22" y="44"/>
                      <a:pt x="22" y="47"/>
                    </a:cubicBezTo>
                    <a:cubicBezTo>
                      <a:pt x="22" y="44"/>
                      <a:pt x="15" y="40"/>
                      <a:pt x="15" y="37"/>
                    </a:cubicBezTo>
                    <a:cubicBezTo>
                      <a:pt x="15" y="33"/>
                      <a:pt x="14" y="30"/>
                      <a:pt x="13" y="26"/>
                    </a:cubicBezTo>
                    <a:cubicBezTo>
                      <a:pt x="12" y="22"/>
                      <a:pt x="10" y="18"/>
                      <a:pt x="8" y="15"/>
                    </a:cubicBezTo>
                    <a:cubicBezTo>
                      <a:pt x="6" y="12"/>
                      <a:pt x="3" y="11"/>
                      <a:pt x="2" y="8"/>
                    </a:cubicBezTo>
                    <a:cubicBezTo>
                      <a:pt x="0" y="6"/>
                      <a:pt x="1" y="3"/>
                      <a:pt x="2" y="1"/>
                    </a:cubicBezTo>
                  </a:path>
                </a:pathLst>
              </a:custGeom>
              <a:solidFill>
                <a:srgbClr val="F6E9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5008" name="Freeform 380">
                <a:extLst>
                  <a:ext uri="{FF2B5EF4-FFF2-40B4-BE49-F238E27FC236}">
                    <a16:creationId xmlns:a16="http://schemas.microsoft.com/office/drawing/2014/main" id="{A5CD5FF7-449A-4B8A-A94F-788807BA8F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3" y="1032"/>
                <a:ext cx="27" cy="38"/>
              </a:xfrm>
              <a:custGeom>
                <a:avLst/>
                <a:gdLst>
                  <a:gd name="T0" fmla="*/ 52 w 14"/>
                  <a:gd name="T1" fmla="*/ 8 h 20"/>
                  <a:gd name="T2" fmla="*/ 52 w 14"/>
                  <a:gd name="T3" fmla="*/ 76 h 20"/>
                  <a:gd name="T4" fmla="*/ 100 w 14"/>
                  <a:gd name="T5" fmla="*/ 137 h 20"/>
                  <a:gd name="T6" fmla="*/ 56 w 14"/>
                  <a:gd name="T7" fmla="*/ 97 h 20"/>
                  <a:gd name="T8" fmla="*/ 29 w 14"/>
                  <a:gd name="T9" fmla="*/ 84 h 20"/>
                  <a:gd name="T10" fmla="*/ 8 w 14"/>
                  <a:gd name="T11" fmla="*/ 76 h 20"/>
                  <a:gd name="T12" fmla="*/ 0 w 14"/>
                  <a:gd name="T13" fmla="*/ 21 h 20"/>
                  <a:gd name="T14" fmla="*/ 44 w 14"/>
                  <a:gd name="T15" fmla="*/ 8 h 2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4" h="20">
                    <a:moveTo>
                      <a:pt x="7" y="1"/>
                    </a:moveTo>
                    <a:cubicBezTo>
                      <a:pt x="6" y="4"/>
                      <a:pt x="6" y="8"/>
                      <a:pt x="7" y="11"/>
                    </a:cubicBezTo>
                    <a:cubicBezTo>
                      <a:pt x="9" y="14"/>
                      <a:pt x="12" y="16"/>
                      <a:pt x="14" y="20"/>
                    </a:cubicBezTo>
                    <a:cubicBezTo>
                      <a:pt x="11" y="19"/>
                      <a:pt x="10" y="16"/>
                      <a:pt x="8" y="14"/>
                    </a:cubicBezTo>
                    <a:cubicBezTo>
                      <a:pt x="7" y="13"/>
                      <a:pt x="6" y="13"/>
                      <a:pt x="4" y="12"/>
                    </a:cubicBezTo>
                    <a:cubicBezTo>
                      <a:pt x="3" y="12"/>
                      <a:pt x="1" y="12"/>
                      <a:pt x="1" y="11"/>
                    </a:cubicBezTo>
                    <a:cubicBezTo>
                      <a:pt x="0" y="10"/>
                      <a:pt x="0" y="5"/>
                      <a:pt x="0" y="3"/>
                    </a:cubicBezTo>
                    <a:cubicBezTo>
                      <a:pt x="1" y="2"/>
                      <a:pt x="6" y="0"/>
                      <a:pt x="6" y="1"/>
                    </a:cubicBezTo>
                  </a:path>
                </a:pathLst>
              </a:custGeom>
              <a:solidFill>
                <a:srgbClr val="F6E9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5009" name="Freeform 381">
                <a:extLst>
                  <a:ext uri="{FF2B5EF4-FFF2-40B4-BE49-F238E27FC236}">
                    <a16:creationId xmlns:a16="http://schemas.microsoft.com/office/drawing/2014/main" id="{C6E60A11-F454-4C4D-B181-1DDA588BEB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3" y="926"/>
                <a:ext cx="36" cy="34"/>
              </a:xfrm>
              <a:custGeom>
                <a:avLst/>
                <a:gdLst>
                  <a:gd name="T0" fmla="*/ 116 w 19"/>
                  <a:gd name="T1" fmla="*/ 32 h 18"/>
                  <a:gd name="T2" fmla="*/ 53 w 19"/>
                  <a:gd name="T3" fmla="*/ 21 h 18"/>
                  <a:gd name="T4" fmla="*/ 0 w 19"/>
                  <a:gd name="T5" fmla="*/ 15 h 18"/>
                  <a:gd name="T6" fmla="*/ 47 w 19"/>
                  <a:gd name="T7" fmla="*/ 40 h 18"/>
                  <a:gd name="T8" fmla="*/ 68 w 19"/>
                  <a:gd name="T9" fmla="*/ 68 h 18"/>
                  <a:gd name="T10" fmla="*/ 129 w 19"/>
                  <a:gd name="T11" fmla="*/ 89 h 1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9" h="18">
                    <a:moveTo>
                      <a:pt x="17" y="5"/>
                    </a:moveTo>
                    <a:cubicBezTo>
                      <a:pt x="14" y="4"/>
                      <a:pt x="11" y="3"/>
                      <a:pt x="8" y="3"/>
                    </a:cubicBezTo>
                    <a:cubicBezTo>
                      <a:pt x="6" y="2"/>
                      <a:pt x="2" y="0"/>
                      <a:pt x="0" y="2"/>
                    </a:cubicBezTo>
                    <a:cubicBezTo>
                      <a:pt x="2" y="3"/>
                      <a:pt x="5" y="4"/>
                      <a:pt x="7" y="6"/>
                    </a:cubicBezTo>
                    <a:cubicBezTo>
                      <a:pt x="8" y="7"/>
                      <a:pt x="9" y="8"/>
                      <a:pt x="10" y="10"/>
                    </a:cubicBezTo>
                    <a:cubicBezTo>
                      <a:pt x="11" y="12"/>
                      <a:pt x="18" y="18"/>
                      <a:pt x="19" y="13"/>
                    </a:cubicBezTo>
                  </a:path>
                </a:pathLst>
              </a:custGeom>
              <a:solidFill>
                <a:srgbClr val="F6E9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5010" name="Freeform 382">
                <a:extLst>
                  <a:ext uri="{FF2B5EF4-FFF2-40B4-BE49-F238E27FC236}">
                    <a16:creationId xmlns:a16="http://schemas.microsoft.com/office/drawing/2014/main" id="{A93495FE-40DF-486C-9ADA-4FB2F98569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3" y="941"/>
                <a:ext cx="25" cy="85"/>
              </a:xfrm>
              <a:custGeom>
                <a:avLst/>
                <a:gdLst>
                  <a:gd name="T0" fmla="*/ 0 w 13"/>
                  <a:gd name="T1" fmla="*/ 0 h 44"/>
                  <a:gd name="T2" fmla="*/ 44 w 13"/>
                  <a:gd name="T3" fmla="*/ 64 h 44"/>
                  <a:gd name="T4" fmla="*/ 71 w 13"/>
                  <a:gd name="T5" fmla="*/ 160 h 44"/>
                  <a:gd name="T6" fmla="*/ 85 w 13"/>
                  <a:gd name="T7" fmla="*/ 317 h 44"/>
                  <a:gd name="T8" fmla="*/ 77 w 13"/>
                  <a:gd name="T9" fmla="*/ 240 h 44"/>
                  <a:gd name="T10" fmla="*/ 63 w 13"/>
                  <a:gd name="T11" fmla="*/ 164 h 44"/>
                  <a:gd name="T12" fmla="*/ 23 w 13"/>
                  <a:gd name="T13" fmla="*/ 56 h 4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44">
                    <a:moveTo>
                      <a:pt x="0" y="0"/>
                    </a:moveTo>
                    <a:cubicBezTo>
                      <a:pt x="2" y="3"/>
                      <a:pt x="4" y="6"/>
                      <a:pt x="6" y="9"/>
                    </a:cubicBezTo>
                    <a:cubicBezTo>
                      <a:pt x="8" y="13"/>
                      <a:pt x="9" y="17"/>
                      <a:pt x="10" y="22"/>
                    </a:cubicBezTo>
                    <a:cubicBezTo>
                      <a:pt x="12" y="29"/>
                      <a:pt x="13" y="37"/>
                      <a:pt x="12" y="44"/>
                    </a:cubicBezTo>
                    <a:cubicBezTo>
                      <a:pt x="12" y="41"/>
                      <a:pt x="11" y="37"/>
                      <a:pt x="11" y="33"/>
                    </a:cubicBezTo>
                    <a:cubicBezTo>
                      <a:pt x="10" y="30"/>
                      <a:pt x="10" y="26"/>
                      <a:pt x="9" y="23"/>
                    </a:cubicBezTo>
                    <a:cubicBezTo>
                      <a:pt x="7" y="18"/>
                      <a:pt x="4" y="13"/>
                      <a:pt x="3" y="8"/>
                    </a:cubicBezTo>
                  </a:path>
                </a:pathLst>
              </a:custGeom>
              <a:solidFill>
                <a:srgbClr val="F6E9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5011" name="Freeform 383">
                <a:extLst>
                  <a:ext uri="{FF2B5EF4-FFF2-40B4-BE49-F238E27FC236}">
                    <a16:creationId xmlns:a16="http://schemas.microsoft.com/office/drawing/2014/main" id="{FCFE2C5A-5890-4D35-886B-DC11A93AAC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5" y="980"/>
                <a:ext cx="34" cy="19"/>
              </a:xfrm>
              <a:custGeom>
                <a:avLst/>
                <a:gdLst>
                  <a:gd name="T0" fmla="*/ 121 w 18"/>
                  <a:gd name="T1" fmla="*/ 0 h 10"/>
                  <a:gd name="T2" fmla="*/ 100 w 18"/>
                  <a:gd name="T3" fmla="*/ 15 h 10"/>
                  <a:gd name="T4" fmla="*/ 76 w 18"/>
                  <a:gd name="T5" fmla="*/ 36 h 10"/>
                  <a:gd name="T6" fmla="*/ 40 w 18"/>
                  <a:gd name="T7" fmla="*/ 48 h 10"/>
                  <a:gd name="T8" fmla="*/ 0 w 18"/>
                  <a:gd name="T9" fmla="*/ 68 h 10"/>
                  <a:gd name="T10" fmla="*/ 121 w 18"/>
                  <a:gd name="T11" fmla="*/ 0 h 1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8" h="10">
                    <a:moveTo>
                      <a:pt x="18" y="0"/>
                    </a:moveTo>
                    <a:cubicBezTo>
                      <a:pt x="17" y="0"/>
                      <a:pt x="16" y="1"/>
                      <a:pt x="15" y="2"/>
                    </a:cubicBezTo>
                    <a:cubicBezTo>
                      <a:pt x="14" y="3"/>
                      <a:pt x="13" y="4"/>
                      <a:pt x="11" y="5"/>
                    </a:cubicBezTo>
                    <a:cubicBezTo>
                      <a:pt x="10" y="6"/>
                      <a:pt x="8" y="7"/>
                      <a:pt x="6" y="7"/>
                    </a:cubicBezTo>
                    <a:cubicBezTo>
                      <a:pt x="5" y="8"/>
                      <a:pt x="2" y="9"/>
                      <a:pt x="0" y="10"/>
                    </a:cubicBezTo>
                    <a:cubicBezTo>
                      <a:pt x="7" y="10"/>
                      <a:pt x="15" y="7"/>
                      <a:pt x="18" y="0"/>
                    </a:cubicBezTo>
                  </a:path>
                </a:pathLst>
              </a:custGeom>
              <a:solidFill>
                <a:srgbClr val="F6E9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5012" name="Freeform 384">
                <a:extLst>
                  <a:ext uri="{FF2B5EF4-FFF2-40B4-BE49-F238E27FC236}">
                    <a16:creationId xmlns:a16="http://schemas.microsoft.com/office/drawing/2014/main" id="{DDE4B827-E8E0-4A79-81A8-15397D6099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1" y="976"/>
                <a:ext cx="29" cy="17"/>
              </a:xfrm>
              <a:custGeom>
                <a:avLst/>
                <a:gdLst>
                  <a:gd name="T0" fmla="*/ 0 w 15"/>
                  <a:gd name="T1" fmla="*/ 0 h 9"/>
                  <a:gd name="T2" fmla="*/ 44 w 15"/>
                  <a:gd name="T3" fmla="*/ 47 h 9"/>
                  <a:gd name="T4" fmla="*/ 72 w 15"/>
                  <a:gd name="T5" fmla="*/ 60 h 9"/>
                  <a:gd name="T6" fmla="*/ 108 w 15"/>
                  <a:gd name="T7" fmla="*/ 60 h 9"/>
                  <a:gd name="T8" fmla="*/ 85 w 15"/>
                  <a:gd name="T9" fmla="*/ 53 h 9"/>
                  <a:gd name="T10" fmla="*/ 44 w 15"/>
                  <a:gd name="T11" fmla="*/ 32 h 9"/>
                  <a:gd name="T12" fmla="*/ 8 w 15"/>
                  <a:gd name="T13" fmla="*/ 0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9">
                    <a:moveTo>
                      <a:pt x="0" y="0"/>
                    </a:moveTo>
                    <a:cubicBezTo>
                      <a:pt x="2" y="2"/>
                      <a:pt x="3" y="5"/>
                      <a:pt x="6" y="7"/>
                    </a:cubicBezTo>
                    <a:cubicBezTo>
                      <a:pt x="7" y="8"/>
                      <a:pt x="9" y="9"/>
                      <a:pt x="10" y="9"/>
                    </a:cubicBezTo>
                    <a:cubicBezTo>
                      <a:pt x="12" y="9"/>
                      <a:pt x="13" y="9"/>
                      <a:pt x="15" y="9"/>
                    </a:cubicBezTo>
                    <a:cubicBezTo>
                      <a:pt x="14" y="9"/>
                      <a:pt x="13" y="8"/>
                      <a:pt x="12" y="8"/>
                    </a:cubicBezTo>
                    <a:cubicBezTo>
                      <a:pt x="10" y="8"/>
                      <a:pt x="8" y="6"/>
                      <a:pt x="6" y="5"/>
                    </a:cubicBezTo>
                    <a:cubicBezTo>
                      <a:pt x="5" y="4"/>
                      <a:pt x="2" y="2"/>
                      <a:pt x="1" y="0"/>
                    </a:cubicBezTo>
                  </a:path>
                </a:pathLst>
              </a:custGeom>
              <a:solidFill>
                <a:srgbClr val="F6E9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5013" name="Freeform 385">
                <a:extLst>
                  <a:ext uri="{FF2B5EF4-FFF2-40B4-BE49-F238E27FC236}">
                    <a16:creationId xmlns:a16="http://schemas.microsoft.com/office/drawing/2014/main" id="{DA99A2F6-0FBF-48CE-AAB8-09BC46197C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3" y="964"/>
                <a:ext cx="8" cy="12"/>
              </a:xfrm>
              <a:custGeom>
                <a:avLst/>
                <a:gdLst>
                  <a:gd name="T0" fmla="*/ 32 w 4"/>
                  <a:gd name="T1" fmla="*/ 0 h 6"/>
                  <a:gd name="T2" fmla="*/ 16 w 4"/>
                  <a:gd name="T3" fmla="*/ 48 h 6"/>
                  <a:gd name="T4" fmla="*/ 24 w 4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6">
                    <a:moveTo>
                      <a:pt x="4" y="0"/>
                    </a:moveTo>
                    <a:cubicBezTo>
                      <a:pt x="2" y="0"/>
                      <a:pt x="2" y="5"/>
                      <a:pt x="2" y="6"/>
                    </a:cubicBezTo>
                    <a:cubicBezTo>
                      <a:pt x="1" y="4"/>
                      <a:pt x="0" y="0"/>
                      <a:pt x="3" y="0"/>
                    </a:cubicBezTo>
                  </a:path>
                </a:pathLst>
              </a:custGeom>
              <a:solidFill>
                <a:srgbClr val="F6E9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5014" name="Freeform 386">
                <a:extLst>
                  <a:ext uri="{FF2B5EF4-FFF2-40B4-BE49-F238E27FC236}">
                    <a16:creationId xmlns:a16="http://schemas.microsoft.com/office/drawing/2014/main" id="{8B03C5E6-CC4C-4950-AF70-DC2F883630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5" y="941"/>
                <a:ext cx="54" cy="21"/>
              </a:xfrm>
              <a:custGeom>
                <a:avLst/>
                <a:gdLst>
                  <a:gd name="T0" fmla="*/ 8 w 28"/>
                  <a:gd name="T1" fmla="*/ 76 h 11"/>
                  <a:gd name="T2" fmla="*/ 116 w 28"/>
                  <a:gd name="T3" fmla="*/ 21 h 11"/>
                  <a:gd name="T4" fmla="*/ 201 w 28"/>
                  <a:gd name="T5" fmla="*/ 21 h 11"/>
                  <a:gd name="T6" fmla="*/ 93 w 28"/>
                  <a:gd name="T7" fmla="*/ 8 h 11"/>
                  <a:gd name="T8" fmla="*/ 29 w 28"/>
                  <a:gd name="T9" fmla="*/ 29 h 11"/>
                  <a:gd name="T10" fmla="*/ 0 w 28"/>
                  <a:gd name="T11" fmla="*/ 69 h 1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8" h="11">
                    <a:moveTo>
                      <a:pt x="1" y="11"/>
                    </a:moveTo>
                    <a:cubicBezTo>
                      <a:pt x="5" y="7"/>
                      <a:pt x="10" y="5"/>
                      <a:pt x="16" y="3"/>
                    </a:cubicBezTo>
                    <a:cubicBezTo>
                      <a:pt x="19" y="2"/>
                      <a:pt x="25" y="2"/>
                      <a:pt x="28" y="3"/>
                    </a:cubicBezTo>
                    <a:cubicBezTo>
                      <a:pt x="25" y="0"/>
                      <a:pt x="18" y="0"/>
                      <a:pt x="13" y="1"/>
                    </a:cubicBezTo>
                    <a:cubicBezTo>
                      <a:pt x="10" y="1"/>
                      <a:pt x="7" y="2"/>
                      <a:pt x="4" y="4"/>
                    </a:cubicBezTo>
                    <a:cubicBezTo>
                      <a:pt x="3" y="5"/>
                      <a:pt x="0" y="8"/>
                      <a:pt x="0" y="10"/>
                    </a:cubicBezTo>
                  </a:path>
                </a:pathLst>
              </a:custGeom>
              <a:solidFill>
                <a:srgbClr val="F6E9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5015" name="Freeform 387">
                <a:extLst>
                  <a:ext uri="{FF2B5EF4-FFF2-40B4-BE49-F238E27FC236}">
                    <a16:creationId xmlns:a16="http://schemas.microsoft.com/office/drawing/2014/main" id="{21501EBB-5FBD-44BF-A959-6D4A560990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3" y="1053"/>
                <a:ext cx="92" cy="146"/>
              </a:xfrm>
              <a:custGeom>
                <a:avLst/>
                <a:gdLst>
                  <a:gd name="T0" fmla="*/ 0 w 48"/>
                  <a:gd name="T1" fmla="*/ 0 h 76"/>
                  <a:gd name="T2" fmla="*/ 29 w 48"/>
                  <a:gd name="T3" fmla="*/ 29 h 76"/>
                  <a:gd name="T4" fmla="*/ 48 w 48"/>
                  <a:gd name="T5" fmla="*/ 48 h 76"/>
                  <a:gd name="T6" fmla="*/ 92 w 48"/>
                  <a:gd name="T7" fmla="*/ 129 h 76"/>
                  <a:gd name="T8" fmla="*/ 176 w 48"/>
                  <a:gd name="T9" fmla="*/ 232 h 76"/>
                  <a:gd name="T10" fmla="*/ 217 w 48"/>
                  <a:gd name="T11" fmla="*/ 332 h 76"/>
                  <a:gd name="T12" fmla="*/ 268 w 48"/>
                  <a:gd name="T13" fmla="*/ 417 h 76"/>
                  <a:gd name="T14" fmla="*/ 301 w 48"/>
                  <a:gd name="T15" fmla="*/ 492 h 76"/>
                  <a:gd name="T16" fmla="*/ 337 w 48"/>
                  <a:gd name="T17" fmla="*/ 538 h 76"/>
                  <a:gd name="T18" fmla="*/ 297 w 48"/>
                  <a:gd name="T19" fmla="*/ 509 h 76"/>
                  <a:gd name="T20" fmla="*/ 268 w 48"/>
                  <a:gd name="T21" fmla="*/ 484 h 76"/>
                  <a:gd name="T22" fmla="*/ 217 w 48"/>
                  <a:gd name="T23" fmla="*/ 409 h 76"/>
                  <a:gd name="T24" fmla="*/ 161 w 48"/>
                  <a:gd name="T25" fmla="*/ 313 h 76"/>
                  <a:gd name="T26" fmla="*/ 128 w 48"/>
                  <a:gd name="T27" fmla="*/ 232 h 76"/>
                  <a:gd name="T28" fmla="*/ 63 w 48"/>
                  <a:gd name="T29" fmla="*/ 121 h 76"/>
                  <a:gd name="T30" fmla="*/ 29 w 48"/>
                  <a:gd name="T31" fmla="*/ 56 h 76"/>
                  <a:gd name="T32" fmla="*/ 0 w 48"/>
                  <a:gd name="T33" fmla="*/ 15 h 7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48" h="76">
                    <a:moveTo>
                      <a:pt x="0" y="0"/>
                    </a:moveTo>
                    <a:cubicBezTo>
                      <a:pt x="1" y="1"/>
                      <a:pt x="3" y="3"/>
                      <a:pt x="4" y="4"/>
                    </a:cubicBezTo>
                    <a:cubicBezTo>
                      <a:pt x="5" y="5"/>
                      <a:pt x="6" y="6"/>
                      <a:pt x="7" y="7"/>
                    </a:cubicBezTo>
                    <a:cubicBezTo>
                      <a:pt x="9" y="11"/>
                      <a:pt x="11" y="15"/>
                      <a:pt x="13" y="18"/>
                    </a:cubicBezTo>
                    <a:cubicBezTo>
                      <a:pt x="17" y="23"/>
                      <a:pt x="23" y="26"/>
                      <a:pt x="25" y="33"/>
                    </a:cubicBezTo>
                    <a:cubicBezTo>
                      <a:pt x="27" y="37"/>
                      <a:pt x="29" y="42"/>
                      <a:pt x="31" y="47"/>
                    </a:cubicBezTo>
                    <a:cubicBezTo>
                      <a:pt x="33" y="51"/>
                      <a:pt x="36" y="55"/>
                      <a:pt x="38" y="59"/>
                    </a:cubicBezTo>
                    <a:cubicBezTo>
                      <a:pt x="40" y="63"/>
                      <a:pt x="41" y="66"/>
                      <a:pt x="43" y="69"/>
                    </a:cubicBezTo>
                    <a:cubicBezTo>
                      <a:pt x="45" y="71"/>
                      <a:pt x="47" y="73"/>
                      <a:pt x="48" y="76"/>
                    </a:cubicBezTo>
                    <a:cubicBezTo>
                      <a:pt x="46" y="76"/>
                      <a:pt x="44" y="73"/>
                      <a:pt x="42" y="72"/>
                    </a:cubicBezTo>
                    <a:cubicBezTo>
                      <a:pt x="41" y="70"/>
                      <a:pt x="40" y="69"/>
                      <a:pt x="38" y="68"/>
                    </a:cubicBezTo>
                    <a:cubicBezTo>
                      <a:pt x="35" y="65"/>
                      <a:pt x="33" y="62"/>
                      <a:pt x="31" y="58"/>
                    </a:cubicBezTo>
                    <a:cubicBezTo>
                      <a:pt x="28" y="53"/>
                      <a:pt x="25" y="48"/>
                      <a:pt x="23" y="44"/>
                    </a:cubicBezTo>
                    <a:cubicBezTo>
                      <a:pt x="21" y="40"/>
                      <a:pt x="20" y="37"/>
                      <a:pt x="18" y="33"/>
                    </a:cubicBezTo>
                    <a:cubicBezTo>
                      <a:pt x="15" y="28"/>
                      <a:pt x="12" y="23"/>
                      <a:pt x="9" y="17"/>
                    </a:cubicBezTo>
                    <a:cubicBezTo>
                      <a:pt x="7" y="14"/>
                      <a:pt x="6" y="11"/>
                      <a:pt x="4" y="8"/>
                    </a:cubicBezTo>
                    <a:cubicBezTo>
                      <a:pt x="3" y="6"/>
                      <a:pt x="1" y="2"/>
                      <a:pt x="0" y="2"/>
                    </a:cubicBezTo>
                  </a:path>
                </a:pathLst>
              </a:custGeom>
              <a:solidFill>
                <a:srgbClr val="F6E9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5016" name="Freeform 388">
                <a:extLst>
                  <a:ext uri="{FF2B5EF4-FFF2-40B4-BE49-F238E27FC236}">
                    <a16:creationId xmlns:a16="http://schemas.microsoft.com/office/drawing/2014/main" id="{35F7AC42-3505-4C22-B3D8-443AF00E08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7" y="1145"/>
                <a:ext cx="46" cy="12"/>
              </a:xfrm>
              <a:custGeom>
                <a:avLst/>
                <a:gdLst>
                  <a:gd name="T0" fmla="*/ 0 w 24"/>
                  <a:gd name="T1" fmla="*/ 48 h 6"/>
                  <a:gd name="T2" fmla="*/ 29 w 24"/>
                  <a:gd name="T3" fmla="*/ 32 h 6"/>
                  <a:gd name="T4" fmla="*/ 92 w 24"/>
                  <a:gd name="T5" fmla="*/ 16 h 6"/>
                  <a:gd name="T6" fmla="*/ 169 w 24"/>
                  <a:gd name="T7" fmla="*/ 24 h 6"/>
                  <a:gd name="T8" fmla="*/ 107 w 24"/>
                  <a:gd name="T9" fmla="*/ 8 h 6"/>
                  <a:gd name="T10" fmla="*/ 8 w 24"/>
                  <a:gd name="T11" fmla="*/ 40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4" h="6">
                    <a:moveTo>
                      <a:pt x="0" y="6"/>
                    </a:moveTo>
                    <a:cubicBezTo>
                      <a:pt x="2" y="5"/>
                      <a:pt x="3" y="4"/>
                      <a:pt x="4" y="4"/>
                    </a:cubicBezTo>
                    <a:cubicBezTo>
                      <a:pt x="7" y="3"/>
                      <a:pt x="10" y="2"/>
                      <a:pt x="13" y="2"/>
                    </a:cubicBezTo>
                    <a:cubicBezTo>
                      <a:pt x="17" y="2"/>
                      <a:pt x="20" y="3"/>
                      <a:pt x="24" y="3"/>
                    </a:cubicBezTo>
                    <a:cubicBezTo>
                      <a:pt x="22" y="0"/>
                      <a:pt x="18" y="0"/>
                      <a:pt x="15" y="1"/>
                    </a:cubicBezTo>
                    <a:cubicBezTo>
                      <a:pt x="10" y="1"/>
                      <a:pt x="5" y="2"/>
                      <a:pt x="1" y="5"/>
                    </a:cubicBezTo>
                  </a:path>
                </a:pathLst>
              </a:custGeom>
              <a:solidFill>
                <a:srgbClr val="F6E9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5017" name="Freeform 389">
                <a:extLst>
                  <a:ext uri="{FF2B5EF4-FFF2-40B4-BE49-F238E27FC236}">
                    <a16:creationId xmlns:a16="http://schemas.microsoft.com/office/drawing/2014/main" id="{F44F4894-D96D-4D30-902B-9A69F66D1D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1" y="1112"/>
                <a:ext cx="11" cy="14"/>
              </a:xfrm>
              <a:custGeom>
                <a:avLst/>
                <a:gdLst>
                  <a:gd name="T0" fmla="*/ 31 w 6"/>
                  <a:gd name="T1" fmla="*/ 0 h 7"/>
                  <a:gd name="T2" fmla="*/ 37 w 6"/>
                  <a:gd name="T3" fmla="*/ 56 h 7"/>
                  <a:gd name="T4" fmla="*/ 24 w 6"/>
                  <a:gd name="T5" fmla="*/ 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7">
                    <a:moveTo>
                      <a:pt x="5" y="0"/>
                    </a:moveTo>
                    <a:cubicBezTo>
                      <a:pt x="2" y="2"/>
                      <a:pt x="4" y="6"/>
                      <a:pt x="6" y="7"/>
                    </a:cubicBezTo>
                    <a:cubicBezTo>
                      <a:pt x="4" y="6"/>
                      <a:pt x="0" y="1"/>
                      <a:pt x="4" y="0"/>
                    </a:cubicBezTo>
                  </a:path>
                </a:pathLst>
              </a:custGeom>
              <a:solidFill>
                <a:srgbClr val="F6E9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5018" name="Freeform 390">
                <a:extLst>
                  <a:ext uri="{FF2B5EF4-FFF2-40B4-BE49-F238E27FC236}">
                    <a16:creationId xmlns:a16="http://schemas.microsoft.com/office/drawing/2014/main" id="{D55298F9-6DEE-4FF7-A530-6AF15E117A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8" y="1114"/>
                <a:ext cx="6" cy="6"/>
              </a:xfrm>
              <a:custGeom>
                <a:avLst/>
                <a:gdLst>
                  <a:gd name="T0" fmla="*/ 0 w 3"/>
                  <a:gd name="T1" fmla="*/ 0 h 3"/>
                  <a:gd name="T2" fmla="*/ 0 w 3"/>
                  <a:gd name="T3" fmla="*/ 24 h 3"/>
                  <a:gd name="T4" fmla="*/ 16 w 3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cubicBezTo>
                      <a:pt x="1" y="1"/>
                      <a:pt x="1" y="2"/>
                      <a:pt x="0" y="3"/>
                    </a:cubicBezTo>
                    <a:cubicBezTo>
                      <a:pt x="2" y="3"/>
                      <a:pt x="3" y="1"/>
                      <a:pt x="2" y="0"/>
                    </a:cubicBezTo>
                  </a:path>
                </a:pathLst>
              </a:custGeom>
              <a:solidFill>
                <a:srgbClr val="F6E9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5019" name="Freeform 391">
                <a:extLst>
                  <a:ext uri="{FF2B5EF4-FFF2-40B4-BE49-F238E27FC236}">
                    <a16:creationId xmlns:a16="http://schemas.microsoft.com/office/drawing/2014/main" id="{8D988480-ECC1-4AC7-991C-F92E20C3C3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3" y="1003"/>
                <a:ext cx="13" cy="42"/>
              </a:xfrm>
              <a:custGeom>
                <a:avLst/>
                <a:gdLst>
                  <a:gd name="T0" fmla="*/ 0 w 7"/>
                  <a:gd name="T1" fmla="*/ 0 h 22"/>
                  <a:gd name="T2" fmla="*/ 7 w 7"/>
                  <a:gd name="T3" fmla="*/ 92 h 22"/>
                  <a:gd name="T4" fmla="*/ 0 w 7"/>
                  <a:gd name="T5" fmla="*/ 132 h 22"/>
                  <a:gd name="T6" fmla="*/ 13 w 7"/>
                  <a:gd name="T7" fmla="*/ 139 h 22"/>
                  <a:gd name="T8" fmla="*/ 32 w 7"/>
                  <a:gd name="T9" fmla="*/ 124 h 22"/>
                  <a:gd name="T10" fmla="*/ 45 w 7"/>
                  <a:gd name="T11" fmla="*/ 55 h 2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" h="22">
                    <a:moveTo>
                      <a:pt x="0" y="0"/>
                    </a:moveTo>
                    <a:cubicBezTo>
                      <a:pt x="0" y="5"/>
                      <a:pt x="2" y="9"/>
                      <a:pt x="1" y="13"/>
                    </a:cubicBezTo>
                    <a:cubicBezTo>
                      <a:pt x="0" y="15"/>
                      <a:pt x="0" y="17"/>
                      <a:pt x="0" y="19"/>
                    </a:cubicBezTo>
                    <a:cubicBezTo>
                      <a:pt x="0" y="22"/>
                      <a:pt x="1" y="21"/>
                      <a:pt x="2" y="20"/>
                    </a:cubicBezTo>
                    <a:cubicBezTo>
                      <a:pt x="4" y="19"/>
                      <a:pt x="5" y="19"/>
                      <a:pt x="5" y="18"/>
                    </a:cubicBezTo>
                    <a:cubicBezTo>
                      <a:pt x="7" y="15"/>
                      <a:pt x="7" y="11"/>
                      <a:pt x="7" y="8"/>
                    </a:cubicBezTo>
                  </a:path>
                </a:pathLst>
              </a:custGeom>
              <a:solidFill>
                <a:srgbClr val="F6E9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5020" name="Freeform 392">
                <a:extLst>
                  <a:ext uri="{FF2B5EF4-FFF2-40B4-BE49-F238E27FC236}">
                    <a16:creationId xmlns:a16="http://schemas.microsoft.com/office/drawing/2014/main" id="{8FD43886-A0CB-4B85-9541-6C77C4CF7C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0" y="937"/>
                <a:ext cx="27" cy="54"/>
              </a:xfrm>
              <a:custGeom>
                <a:avLst/>
                <a:gdLst>
                  <a:gd name="T0" fmla="*/ 79 w 14"/>
                  <a:gd name="T1" fmla="*/ 0 h 28"/>
                  <a:gd name="T2" fmla="*/ 23 w 14"/>
                  <a:gd name="T3" fmla="*/ 85 h 28"/>
                  <a:gd name="T4" fmla="*/ 15 w 14"/>
                  <a:gd name="T5" fmla="*/ 201 h 28"/>
                  <a:gd name="T6" fmla="*/ 52 w 14"/>
                  <a:gd name="T7" fmla="*/ 64 h 28"/>
                  <a:gd name="T8" fmla="*/ 85 w 14"/>
                  <a:gd name="T9" fmla="*/ 0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28">
                    <a:moveTo>
                      <a:pt x="11" y="0"/>
                    </a:moveTo>
                    <a:cubicBezTo>
                      <a:pt x="7" y="3"/>
                      <a:pt x="5" y="8"/>
                      <a:pt x="3" y="12"/>
                    </a:cubicBezTo>
                    <a:cubicBezTo>
                      <a:pt x="1" y="16"/>
                      <a:pt x="0" y="24"/>
                      <a:pt x="2" y="28"/>
                    </a:cubicBezTo>
                    <a:cubicBezTo>
                      <a:pt x="1" y="22"/>
                      <a:pt x="3" y="14"/>
                      <a:pt x="7" y="9"/>
                    </a:cubicBezTo>
                    <a:cubicBezTo>
                      <a:pt x="9" y="6"/>
                      <a:pt x="14" y="4"/>
                      <a:pt x="12" y="0"/>
                    </a:cubicBezTo>
                  </a:path>
                </a:pathLst>
              </a:custGeom>
              <a:solidFill>
                <a:srgbClr val="F6E9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5021" name="Freeform 393">
                <a:extLst>
                  <a:ext uri="{FF2B5EF4-FFF2-40B4-BE49-F238E27FC236}">
                    <a16:creationId xmlns:a16="http://schemas.microsoft.com/office/drawing/2014/main" id="{F9064FDA-9F3C-41E7-B49A-639C7A3A5E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6" y="1041"/>
                <a:ext cx="17" cy="23"/>
              </a:xfrm>
              <a:custGeom>
                <a:avLst/>
                <a:gdLst>
                  <a:gd name="T0" fmla="*/ 0 w 9"/>
                  <a:gd name="T1" fmla="*/ 77 h 12"/>
                  <a:gd name="T2" fmla="*/ 53 w 9"/>
                  <a:gd name="T3" fmla="*/ 0 h 12"/>
                  <a:gd name="T4" fmla="*/ 47 w 9"/>
                  <a:gd name="T5" fmla="*/ 56 h 12"/>
                  <a:gd name="T6" fmla="*/ 0 w 9"/>
                  <a:gd name="T7" fmla="*/ 84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12">
                    <a:moveTo>
                      <a:pt x="0" y="11"/>
                    </a:moveTo>
                    <a:cubicBezTo>
                      <a:pt x="4" y="8"/>
                      <a:pt x="8" y="6"/>
                      <a:pt x="8" y="0"/>
                    </a:cubicBezTo>
                    <a:cubicBezTo>
                      <a:pt x="8" y="3"/>
                      <a:pt x="9" y="5"/>
                      <a:pt x="7" y="8"/>
                    </a:cubicBezTo>
                    <a:cubicBezTo>
                      <a:pt x="5" y="9"/>
                      <a:pt x="1" y="10"/>
                      <a:pt x="0" y="12"/>
                    </a:cubicBezTo>
                  </a:path>
                </a:pathLst>
              </a:custGeom>
              <a:solidFill>
                <a:srgbClr val="F6E9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5022" name="Freeform 394">
                <a:extLst>
                  <a:ext uri="{FF2B5EF4-FFF2-40B4-BE49-F238E27FC236}">
                    <a16:creationId xmlns:a16="http://schemas.microsoft.com/office/drawing/2014/main" id="{95A440A4-C624-436D-A4F9-DC449AED57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0" y="1076"/>
                <a:ext cx="8" cy="29"/>
              </a:xfrm>
              <a:custGeom>
                <a:avLst/>
                <a:gdLst>
                  <a:gd name="T0" fmla="*/ 8 w 4"/>
                  <a:gd name="T1" fmla="*/ 0 h 15"/>
                  <a:gd name="T2" fmla="*/ 8 w 4"/>
                  <a:gd name="T3" fmla="*/ 56 h 15"/>
                  <a:gd name="T4" fmla="*/ 0 w 4"/>
                  <a:gd name="T5" fmla="*/ 108 h 15"/>
                  <a:gd name="T6" fmla="*/ 24 w 4"/>
                  <a:gd name="T7" fmla="*/ 85 h 15"/>
                  <a:gd name="T8" fmla="*/ 16 w 4"/>
                  <a:gd name="T9" fmla="*/ 8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15">
                    <a:moveTo>
                      <a:pt x="1" y="0"/>
                    </a:moveTo>
                    <a:cubicBezTo>
                      <a:pt x="1" y="3"/>
                      <a:pt x="1" y="6"/>
                      <a:pt x="1" y="8"/>
                    </a:cubicBezTo>
                    <a:cubicBezTo>
                      <a:pt x="1" y="11"/>
                      <a:pt x="0" y="13"/>
                      <a:pt x="0" y="15"/>
                    </a:cubicBezTo>
                    <a:cubicBezTo>
                      <a:pt x="1" y="14"/>
                      <a:pt x="2" y="13"/>
                      <a:pt x="3" y="12"/>
                    </a:cubicBezTo>
                    <a:cubicBezTo>
                      <a:pt x="4" y="9"/>
                      <a:pt x="3" y="4"/>
                      <a:pt x="2" y="1"/>
                    </a:cubicBezTo>
                  </a:path>
                </a:pathLst>
              </a:custGeom>
              <a:solidFill>
                <a:srgbClr val="F6E9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5023" name="Freeform 395">
                <a:extLst>
                  <a:ext uri="{FF2B5EF4-FFF2-40B4-BE49-F238E27FC236}">
                    <a16:creationId xmlns:a16="http://schemas.microsoft.com/office/drawing/2014/main" id="{6AC63536-C97D-4B8C-97DA-AFACDF5480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3" y="1076"/>
                <a:ext cx="9" cy="23"/>
              </a:xfrm>
              <a:custGeom>
                <a:avLst/>
                <a:gdLst>
                  <a:gd name="T0" fmla="*/ 29 w 5"/>
                  <a:gd name="T1" fmla="*/ 0 h 12"/>
                  <a:gd name="T2" fmla="*/ 16 w 5"/>
                  <a:gd name="T3" fmla="*/ 56 h 12"/>
                  <a:gd name="T4" fmla="*/ 7 w 5"/>
                  <a:gd name="T5" fmla="*/ 84 h 12"/>
                  <a:gd name="T6" fmla="*/ 16 w 5"/>
                  <a:gd name="T7" fmla="*/ 48 h 12"/>
                  <a:gd name="T8" fmla="*/ 23 w 5"/>
                  <a:gd name="T9" fmla="*/ 23 h 12"/>
                  <a:gd name="T10" fmla="*/ 29 w 5"/>
                  <a:gd name="T11" fmla="*/ 8 h 1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" h="12">
                    <a:moveTo>
                      <a:pt x="5" y="0"/>
                    </a:moveTo>
                    <a:cubicBezTo>
                      <a:pt x="4" y="3"/>
                      <a:pt x="4" y="6"/>
                      <a:pt x="3" y="8"/>
                    </a:cubicBezTo>
                    <a:cubicBezTo>
                      <a:pt x="3" y="10"/>
                      <a:pt x="2" y="12"/>
                      <a:pt x="1" y="12"/>
                    </a:cubicBezTo>
                    <a:cubicBezTo>
                      <a:pt x="0" y="12"/>
                      <a:pt x="2" y="8"/>
                      <a:pt x="3" y="7"/>
                    </a:cubicBezTo>
                    <a:cubicBezTo>
                      <a:pt x="3" y="6"/>
                      <a:pt x="4" y="4"/>
                      <a:pt x="4" y="3"/>
                    </a:cubicBezTo>
                    <a:cubicBezTo>
                      <a:pt x="4" y="2"/>
                      <a:pt x="5" y="0"/>
                      <a:pt x="5" y="1"/>
                    </a:cubicBezTo>
                  </a:path>
                </a:pathLst>
              </a:custGeom>
              <a:solidFill>
                <a:srgbClr val="F6E9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5024" name="Freeform 396">
                <a:extLst>
                  <a:ext uri="{FF2B5EF4-FFF2-40B4-BE49-F238E27FC236}">
                    <a16:creationId xmlns:a16="http://schemas.microsoft.com/office/drawing/2014/main" id="{EA24DC77-EA9D-4526-894D-8413162AE0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3" y="1051"/>
                <a:ext cx="42" cy="52"/>
              </a:xfrm>
              <a:custGeom>
                <a:avLst/>
                <a:gdLst>
                  <a:gd name="T0" fmla="*/ 153 w 22"/>
                  <a:gd name="T1" fmla="*/ 0 h 27"/>
                  <a:gd name="T2" fmla="*/ 113 w 22"/>
                  <a:gd name="T3" fmla="*/ 44 h 27"/>
                  <a:gd name="T4" fmla="*/ 69 w 22"/>
                  <a:gd name="T5" fmla="*/ 71 h 27"/>
                  <a:gd name="T6" fmla="*/ 0 w 22"/>
                  <a:gd name="T7" fmla="*/ 193 h 27"/>
                  <a:gd name="T8" fmla="*/ 29 w 22"/>
                  <a:gd name="T9" fmla="*/ 156 h 27"/>
                  <a:gd name="T10" fmla="*/ 61 w 22"/>
                  <a:gd name="T11" fmla="*/ 137 h 27"/>
                  <a:gd name="T12" fmla="*/ 105 w 22"/>
                  <a:gd name="T13" fmla="*/ 92 h 27"/>
                  <a:gd name="T14" fmla="*/ 132 w 22"/>
                  <a:gd name="T15" fmla="*/ 48 h 27"/>
                  <a:gd name="T16" fmla="*/ 153 w 22"/>
                  <a:gd name="T17" fmla="*/ 8 h 2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2" h="27">
                    <a:moveTo>
                      <a:pt x="22" y="0"/>
                    </a:moveTo>
                    <a:cubicBezTo>
                      <a:pt x="20" y="2"/>
                      <a:pt x="18" y="4"/>
                      <a:pt x="16" y="6"/>
                    </a:cubicBezTo>
                    <a:cubicBezTo>
                      <a:pt x="14" y="7"/>
                      <a:pt x="12" y="8"/>
                      <a:pt x="10" y="10"/>
                    </a:cubicBezTo>
                    <a:cubicBezTo>
                      <a:pt x="5" y="14"/>
                      <a:pt x="1" y="21"/>
                      <a:pt x="0" y="27"/>
                    </a:cubicBezTo>
                    <a:cubicBezTo>
                      <a:pt x="1" y="25"/>
                      <a:pt x="2" y="24"/>
                      <a:pt x="4" y="22"/>
                    </a:cubicBezTo>
                    <a:cubicBezTo>
                      <a:pt x="6" y="21"/>
                      <a:pt x="7" y="20"/>
                      <a:pt x="9" y="19"/>
                    </a:cubicBezTo>
                    <a:cubicBezTo>
                      <a:pt x="11" y="17"/>
                      <a:pt x="13" y="15"/>
                      <a:pt x="15" y="13"/>
                    </a:cubicBezTo>
                    <a:cubicBezTo>
                      <a:pt x="17" y="11"/>
                      <a:pt x="17" y="9"/>
                      <a:pt x="19" y="7"/>
                    </a:cubicBezTo>
                    <a:cubicBezTo>
                      <a:pt x="20" y="5"/>
                      <a:pt x="21" y="3"/>
                      <a:pt x="22" y="1"/>
                    </a:cubicBezTo>
                  </a:path>
                </a:pathLst>
              </a:custGeom>
              <a:solidFill>
                <a:srgbClr val="F6E9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5025" name="Freeform 397">
                <a:extLst>
                  <a:ext uri="{FF2B5EF4-FFF2-40B4-BE49-F238E27FC236}">
                    <a16:creationId xmlns:a16="http://schemas.microsoft.com/office/drawing/2014/main" id="{5EE81E47-17CF-4967-BF61-4C73C47C7A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7" y="1168"/>
                <a:ext cx="71" cy="56"/>
              </a:xfrm>
              <a:custGeom>
                <a:avLst/>
                <a:gdLst>
                  <a:gd name="T0" fmla="*/ 0 w 37"/>
                  <a:gd name="T1" fmla="*/ 0 h 29"/>
                  <a:gd name="T2" fmla="*/ 261 w 37"/>
                  <a:gd name="T3" fmla="*/ 172 h 29"/>
                  <a:gd name="T4" fmla="*/ 0 w 37"/>
                  <a:gd name="T5" fmla="*/ 108 h 29"/>
                  <a:gd name="T6" fmla="*/ 0 w 37"/>
                  <a:gd name="T7" fmla="*/ 0 h 2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7" h="29">
                    <a:moveTo>
                      <a:pt x="0" y="0"/>
                    </a:moveTo>
                    <a:cubicBezTo>
                      <a:pt x="0" y="0"/>
                      <a:pt x="15" y="24"/>
                      <a:pt x="37" y="24"/>
                    </a:cubicBezTo>
                    <a:cubicBezTo>
                      <a:pt x="37" y="24"/>
                      <a:pt x="9" y="29"/>
                      <a:pt x="0" y="15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6E9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5026" name="Freeform 398">
                <a:extLst>
                  <a:ext uri="{FF2B5EF4-FFF2-40B4-BE49-F238E27FC236}">
                    <a16:creationId xmlns:a16="http://schemas.microsoft.com/office/drawing/2014/main" id="{C16D3A38-068A-4920-BA78-F23D89FE9E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0" y="1370"/>
                <a:ext cx="145" cy="44"/>
              </a:xfrm>
              <a:custGeom>
                <a:avLst/>
                <a:gdLst>
                  <a:gd name="T0" fmla="*/ 0 w 75"/>
                  <a:gd name="T1" fmla="*/ 0 h 23"/>
                  <a:gd name="T2" fmla="*/ 340 w 75"/>
                  <a:gd name="T3" fmla="*/ 55 h 23"/>
                  <a:gd name="T4" fmla="*/ 472 w 75"/>
                  <a:gd name="T5" fmla="*/ 92 h 23"/>
                  <a:gd name="T6" fmla="*/ 541 w 75"/>
                  <a:gd name="T7" fmla="*/ 161 h 23"/>
                  <a:gd name="T8" fmla="*/ 505 w 75"/>
                  <a:gd name="T9" fmla="*/ 132 h 23"/>
                  <a:gd name="T10" fmla="*/ 449 w 75"/>
                  <a:gd name="T11" fmla="*/ 105 h 23"/>
                  <a:gd name="T12" fmla="*/ 296 w 75"/>
                  <a:gd name="T13" fmla="*/ 84 h 23"/>
                  <a:gd name="T14" fmla="*/ 116 w 75"/>
                  <a:gd name="T15" fmla="*/ 63 h 23"/>
                  <a:gd name="T16" fmla="*/ 15 w 75"/>
                  <a:gd name="T17" fmla="*/ 21 h 2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5" h="23">
                    <a:moveTo>
                      <a:pt x="0" y="0"/>
                    </a:moveTo>
                    <a:cubicBezTo>
                      <a:pt x="13" y="9"/>
                      <a:pt x="32" y="7"/>
                      <a:pt x="47" y="8"/>
                    </a:cubicBezTo>
                    <a:cubicBezTo>
                      <a:pt x="53" y="9"/>
                      <a:pt x="59" y="10"/>
                      <a:pt x="65" y="13"/>
                    </a:cubicBezTo>
                    <a:cubicBezTo>
                      <a:pt x="69" y="16"/>
                      <a:pt x="72" y="19"/>
                      <a:pt x="75" y="23"/>
                    </a:cubicBezTo>
                    <a:cubicBezTo>
                      <a:pt x="73" y="23"/>
                      <a:pt x="72" y="20"/>
                      <a:pt x="70" y="19"/>
                    </a:cubicBezTo>
                    <a:cubicBezTo>
                      <a:pt x="68" y="18"/>
                      <a:pt x="65" y="16"/>
                      <a:pt x="62" y="15"/>
                    </a:cubicBezTo>
                    <a:cubicBezTo>
                      <a:pt x="55" y="13"/>
                      <a:pt x="48" y="12"/>
                      <a:pt x="41" y="12"/>
                    </a:cubicBezTo>
                    <a:cubicBezTo>
                      <a:pt x="32" y="12"/>
                      <a:pt x="24" y="11"/>
                      <a:pt x="16" y="9"/>
                    </a:cubicBezTo>
                    <a:cubicBezTo>
                      <a:pt x="14" y="8"/>
                      <a:pt x="2" y="6"/>
                      <a:pt x="2" y="3"/>
                    </a:cubicBezTo>
                  </a:path>
                </a:pathLst>
              </a:custGeom>
              <a:solidFill>
                <a:srgbClr val="F6E9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5027" name="Freeform 399">
                <a:extLst>
                  <a:ext uri="{FF2B5EF4-FFF2-40B4-BE49-F238E27FC236}">
                    <a16:creationId xmlns:a16="http://schemas.microsoft.com/office/drawing/2014/main" id="{FCB4309B-331F-4712-A0AC-D95537BAFF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5" y="1351"/>
                <a:ext cx="136" cy="44"/>
              </a:xfrm>
              <a:custGeom>
                <a:avLst/>
                <a:gdLst>
                  <a:gd name="T0" fmla="*/ 16 w 70"/>
                  <a:gd name="T1" fmla="*/ 161 h 23"/>
                  <a:gd name="T2" fmla="*/ 64 w 70"/>
                  <a:gd name="T3" fmla="*/ 124 h 23"/>
                  <a:gd name="T4" fmla="*/ 140 w 70"/>
                  <a:gd name="T5" fmla="*/ 92 h 23"/>
                  <a:gd name="T6" fmla="*/ 288 w 70"/>
                  <a:gd name="T7" fmla="*/ 48 h 23"/>
                  <a:gd name="T8" fmla="*/ 420 w 70"/>
                  <a:gd name="T9" fmla="*/ 29 h 23"/>
                  <a:gd name="T10" fmla="*/ 513 w 70"/>
                  <a:gd name="T11" fmla="*/ 0 h 23"/>
                  <a:gd name="T12" fmla="*/ 233 w 70"/>
                  <a:gd name="T13" fmla="*/ 40 h 23"/>
                  <a:gd name="T14" fmla="*/ 95 w 70"/>
                  <a:gd name="T15" fmla="*/ 84 h 23"/>
                  <a:gd name="T16" fmla="*/ 0 w 70"/>
                  <a:gd name="T17" fmla="*/ 147 h 2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0" h="23">
                    <a:moveTo>
                      <a:pt x="2" y="23"/>
                    </a:moveTo>
                    <a:cubicBezTo>
                      <a:pt x="5" y="21"/>
                      <a:pt x="6" y="19"/>
                      <a:pt x="9" y="18"/>
                    </a:cubicBezTo>
                    <a:cubicBezTo>
                      <a:pt x="12" y="16"/>
                      <a:pt x="16" y="15"/>
                      <a:pt x="19" y="13"/>
                    </a:cubicBezTo>
                    <a:cubicBezTo>
                      <a:pt x="26" y="10"/>
                      <a:pt x="32" y="9"/>
                      <a:pt x="39" y="7"/>
                    </a:cubicBezTo>
                    <a:cubicBezTo>
                      <a:pt x="45" y="6"/>
                      <a:pt x="51" y="6"/>
                      <a:pt x="57" y="4"/>
                    </a:cubicBezTo>
                    <a:cubicBezTo>
                      <a:pt x="60" y="4"/>
                      <a:pt x="68" y="2"/>
                      <a:pt x="70" y="0"/>
                    </a:cubicBezTo>
                    <a:cubicBezTo>
                      <a:pt x="58" y="2"/>
                      <a:pt x="45" y="3"/>
                      <a:pt x="32" y="6"/>
                    </a:cubicBezTo>
                    <a:cubicBezTo>
                      <a:pt x="25" y="8"/>
                      <a:pt x="19" y="9"/>
                      <a:pt x="13" y="12"/>
                    </a:cubicBezTo>
                    <a:cubicBezTo>
                      <a:pt x="9" y="15"/>
                      <a:pt x="4" y="19"/>
                      <a:pt x="0" y="21"/>
                    </a:cubicBezTo>
                  </a:path>
                </a:pathLst>
              </a:custGeom>
              <a:solidFill>
                <a:srgbClr val="F6E9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5028" name="Freeform 400">
                <a:extLst>
                  <a:ext uri="{FF2B5EF4-FFF2-40B4-BE49-F238E27FC236}">
                    <a16:creationId xmlns:a16="http://schemas.microsoft.com/office/drawing/2014/main" id="{8DD9E930-6A30-4F79-9FFC-9007F31466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5" y="1480"/>
                <a:ext cx="44" cy="9"/>
              </a:xfrm>
              <a:custGeom>
                <a:avLst/>
                <a:gdLst>
                  <a:gd name="T0" fmla="*/ 0 w 23"/>
                  <a:gd name="T1" fmla="*/ 7 h 5"/>
                  <a:gd name="T2" fmla="*/ 36 w 23"/>
                  <a:gd name="T3" fmla="*/ 0 h 5"/>
                  <a:gd name="T4" fmla="*/ 99 w 23"/>
                  <a:gd name="T5" fmla="*/ 13 h 5"/>
                  <a:gd name="T6" fmla="*/ 161 w 23"/>
                  <a:gd name="T7" fmla="*/ 29 h 5"/>
                  <a:gd name="T8" fmla="*/ 77 w 23"/>
                  <a:gd name="T9" fmla="*/ 23 h 5"/>
                  <a:gd name="T10" fmla="*/ 36 w 23"/>
                  <a:gd name="T11" fmla="*/ 0 h 5"/>
                  <a:gd name="T12" fmla="*/ 21 w 23"/>
                  <a:gd name="T13" fmla="*/ 0 h 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" h="5">
                    <a:moveTo>
                      <a:pt x="0" y="1"/>
                    </a:moveTo>
                    <a:cubicBezTo>
                      <a:pt x="2" y="0"/>
                      <a:pt x="4" y="0"/>
                      <a:pt x="5" y="0"/>
                    </a:cubicBezTo>
                    <a:cubicBezTo>
                      <a:pt x="8" y="1"/>
                      <a:pt x="11" y="2"/>
                      <a:pt x="14" y="2"/>
                    </a:cubicBezTo>
                    <a:cubicBezTo>
                      <a:pt x="17" y="2"/>
                      <a:pt x="21" y="4"/>
                      <a:pt x="23" y="5"/>
                    </a:cubicBezTo>
                    <a:cubicBezTo>
                      <a:pt x="20" y="5"/>
                      <a:pt x="15" y="5"/>
                      <a:pt x="11" y="4"/>
                    </a:cubicBezTo>
                    <a:cubicBezTo>
                      <a:pt x="9" y="3"/>
                      <a:pt x="7" y="1"/>
                      <a:pt x="5" y="0"/>
                    </a:cubicBezTo>
                    <a:cubicBezTo>
                      <a:pt x="4" y="0"/>
                      <a:pt x="2" y="0"/>
                      <a:pt x="3" y="0"/>
                    </a:cubicBezTo>
                  </a:path>
                </a:pathLst>
              </a:custGeom>
              <a:solidFill>
                <a:srgbClr val="F6E9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5029" name="Freeform 401">
                <a:extLst>
                  <a:ext uri="{FF2B5EF4-FFF2-40B4-BE49-F238E27FC236}">
                    <a16:creationId xmlns:a16="http://schemas.microsoft.com/office/drawing/2014/main" id="{25F2FBD4-4A71-4E90-ADEF-EF1157402A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2" y="1520"/>
                <a:ext cx="41" cy="10"/>
              </a:xfrm>
              <a:custGeom>
                <a:avLst/>
                <a:gdLst>
                  <a:gd name="T0" fmla="*/ 0 w 21"/>
                  <a:gd name="T1" fmla="*/ 0 h 5"/>
                  <a:gd name="T2" fmla="*/ 76 w 21"/>
                  <a:gd name="T3" fmla="*/ 24 h 5"/>
                  <a:gd name="T4" fmla="*/ 156 w 21"/>
                  <a:gd name="T5" fmla="*/ 24 h 5"/>
                  <a:gd name="T6" fmla="*/ 103 w 21"/>
                  <a:gd name="T7" fmla="*/ 32 h 5"/>
                  <a:gd name="T8" fmla="*/ 8 w 21"/>
                  <a:gd name="T9" fmla="*/ 16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5">
                    <a:moveTo>
                      <a:pt x="0" y="0"/>
                    </a:moveTo>
                    <a:cubicBezTo>
                      <a:pt x="1" y="2"/>
                      <a:pt x="8" y="2"/>
                      <a:pt x="10" y="3"/>
                    </a:cubicBezTo>
                    <a:cubicBezTo>
                      <a:pt x="13" y="3"/>
                      <a:pt x="18" y="1"/>
                      <a:pt x="21" y="3"/>
                    </a:cubicBezTo>
                    <a:cubicBezTo>
                      <a:pt x="18" y="3"/>
                      <a:pt x="16" y="4"/>
                      <a:pt x="14" y="4"/>
                    </a:cubicBezTo>
                    <a:cubicBezTo>
                      <a:pt x="11" y="5"/>
                      <a:pt x="2" y="5"/>
                      <a:pt x="1" y="2"/>
                    </a:cubicBezTo>
                  </a:path>
                </a:pathLst>
              </a:custGeom>
              <a:solidFill>
                <a:srgbClr val="F6E9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5030" name="Freeform 402">
                <a:extLst>
                  <a:ext uri="{FF2B5EF4-FFF2-40B4-BE49-F238E27FC236}">
                    <a16:creationId xmlns:a16="http://schemas.microsoft.com/office/drawing/2014/main" id="{1B4FBBE1-4188-4FDA-90D5-0A9278CA1D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8" y="1564"/>
                <a:ext cx="39" cy="8"/>
              </a:xfrm>
              <a:custGeom>
                <a:avLst/>
                <a:gdLst>
                  <a:gd name="T0" fmla="*/ 0 w 20"/>
                  <a:gd name="T1" fmla="*/ 0 h 4"/>
                  <a:gd name="T2" fmla="*/ 148 w 20"/>
                  <a:gd name="T3" fmla="*/ 32 h 4"/>
                  <a:gd name="T4" fmla="*/ 96 w 20"/>
                  <a:gd name="T5" fmla="*/ 32 h 4"/>
                  <a:gd name="T6" fmla="*/ 31 w 20"/>
                  <a:gd name="T7" fmla="*/ 24 h 4"/>
                  <a:gd name="T8" fmla="*/ 0 w 20"/>
                  <a:gd name="T9" fmla="*/ 16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4">
                    <a:moveTo>
                      <a:pt x="0" y="0"/>
                    </a:moveTo>
                    <a:cubicBezTo>
                      <a:pt x="6" y="2"/>
                      <a:pt x="13" y="3"/>
                      <a:pt x="20" y="4"/>
                    </a:cubicBezTo>
                    <a:cubicBezTo>
                      <a:pt x="18" y="3"/>
                      <a:pt x="16" y="4"/>
                      <a:pt x="13" y="4"/>
                    </a:cubicBezTo>
                    <a:cubicBezTo>
                      <a:pt x="10" y="3"/>
                      <a:pt x="7" y="3"/>
                      <a:pt x="4" y="3"/>
                    </a:cubicBezTo>
                    <a:cubicBezTo>
                      <a:pt x="3" y="3"/>
                      <a:pt x="1" y="3"/>
                      <a:pt x="0" y="2"/>
                    </a:cubicBezTo>
                  </a:path>
                </a:pathLst>
              </a:custGeom>
              <a:solidFill>
                <a:srgbClr val="F6E9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5031" name="Freeform 403">
                <a:extLst>
                  <a:ext uri="{FF2B5EF4-FFF2-40B4-BE49-F238E27FC236}">
                    <a16:creationId xmlns:a16="http://schemas.microsoft.com/office/drawing/2014/main" id="{EA667ED8-3AF4-468A-B8B8-6D76B075B1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1" y="1660"/>
                <a:ext cx="48" cy="25"/>
              </a:xfrm>
              <a:custGeom>
                <a:avLst/>
                <a:gdLst>
                  <a:gd name="T0" fmla="*/ 0 w 25"/>
                  <a:gd name="T1" fmla="*/ 71 h 13"/>
                  <a:gd name="T2" fmla="*/ 108 w 25"/>
                  <a:gd name="T3" fmla="*/ 0 h 13"/>
                  <a:gd name="T4" fmla="*/ 177 w 25"/>
                  <a:gd name="T5" fmla="*/ 44 h 13"/>
                  <a:gd name="T6" fmla="*/ 0 w 25"/>
                  <a:gd name="T7" fmla="*/ 92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" h="13">
                    <a:moveTo>
                      <a:pt x="0" y="10"/>
                    </a:moveTo>
                    <a:cubicBezTo>
                      <a:pt x="4" y="6"/>
                      <a:pt x="9" y="1"/>
                      <a:pt x="15" y="0"/>
                    </a:cubicBezTo>
                    <a:cubicBezTo>
                      <a:pt x="19" y="0"/>
                      <a:pt x="24" y="3"/>
                      <a:pt x="25" y="6"/>
                    </a:cubicBezTo>
                    <a:cubicBezTo>
                      <a:pt x="19" y="0"/>
                      <a:pt x="4" y="7"/>
                      <a:pt x="0" y="13"/>
                    </a:cubicBezTo>
                  </a:path>
                </a:pathLst>
              </a:custGeom>
              <a:solidFill>
                <a:srgbClr val="F6E9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5032" name="Freeform 404">
                <a:extLst>
                  <a:ext uri="{FF2B5EF4-FFF2-40B4-BE49-F238E27FC236}">
                    <a16:creationId xmlns:a16="http://schemas.microsoft.com/office/drawing/2014/main" id="{EE9D25BE-71DF-41FA-81F0-42E6BE5265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5" y="1710"/>
                <a:ext cx="168" cy="66"/>
              </a:xfrm>
              <a:custGeom>
                <a:avLst/>
                <a:gdLst>
                  <a:gd name="T0" fmla="*/ 23 w 87"/>
                  <a:gd name="T1" fmla="*/ 0 h 34"/>
                  <a:gd name="T2" fmla="*/ 626 w 87"/>
                  <a:gd name="T3" fmla="*/ 101 h 34"/>
                  <a:gd name="T4" fmla="*/ 29 w 87"/>
                  <a:gd name="T5" fmla="*/ 148 h 34"/>
                  <a:gd name="T6" fmla="*/ 23 w 87"/>
                  <a:gd name="T7" fmla="*/ 0 h 3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7" h="34">
                    <a:moveTo>
                      <a:pt x="3" y="0"/>
                    </a:moveTo>
                    <a:cubicBezTo>
                      <a:pt x="3" y="0"/>
                      <a:pt x="25" y="34"/>
                      <a:pt x="87" y="14"/>
                    </a:cubicBezTo>
                    <a:cubicBezTo>
                      <a:pt x="87" y="14"/>
                      <a:pt x="43" y="34"/>
                      <a:pt x="4" y="20"/>
                    </a:cubicBezTo>
                    <a:cubicBezTo>
                      <a:pt x="4" y="20"/>
                      <a:pt x="0" y="5"/>
                      <a:pt x="3" y="0"/>
                    </a:cubicBezTo>
                    <a:close/>
                  </a:path>
                </a:pathLst>
              </a:custGeom>
              <a:solidFill>
                <a:srgbClr val="F6E9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5033" name="Freeform 405">
                <a:extLst>
                  <a:ext uri="{FF2B5EF4-FFF2-40B4-BE49-F238E27FC236}">
                    <a16:creationId xmlns:a16="http://schemas.microsoft.com/office/drawing/2014/main" id="{8396DA59-9CCB-44F0-8D0C-781339F0AB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9" y="1708"/>
                <a:ext cx="176" cy="96"/>
              </a:xfrm>
              <a:custGeom>
                <a:avLst/>
                <a:gdLst>
                  <a:gd name="T0" fmla="*/ 658 w 91"/>
                  <a:gd name="T1" fmla="*/ 0 h 50"/>
                  <a:gd name="T2" fmla="*/ 0 w 91"/>
                  <a:gd name="T3" fmla="*/ 77 h 50"/>
                  <a:gd name="T4" fmla="*/ 658 w 91"/>
                  <a:gd name="T5" fmla="*/ 0 h 5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1" h="50">
                    <a:moveTo>
                      <a:pt x="91" y="0"/>
                    </a:moveTo>
                    <a:cubicBezTo>
                      <a:pt x="91" y="0"/>
                      <a:pt x="67" y="38"/>
                      <a:pt x="0" y="11"/>
                    </a:cubicBezTo>
                    <a:cubicBezTo>
                      <a:pt x="0" y="11"/>
                      <a:pt x="60" y="50"/>
                      <a:pt x="91" y="0"/>
                    </a:cubicBezTo>
                    <a:close/>
                  </a:path>
                </a:pathLst>
              </a:custGeom>
              <a:solidFill>
                <a:srgbClr val="F6E9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5034" name="Freeform 406">
                <a:extLst>
                  <a:ext uri="{FF2B5EF4-FFF2-40B4-BE49-F238E27FC236}">
                    <a16:creationId xmlns:a16="http://schemas.microsoft.com/office/drawing/2014/main" id="{07E4A441-F575-45BC-8977-76067FD383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7" y="1806"/>
                <a:ext cx="38" cy="31"/>
              </a:xfrm>
              <a:custGeom>
                <a:avLst/>
                <a:gdLst>
                  <a:gd name="T0" fmla="*/ 0 w 20"/>
                  <a:gd name="T1" fmla="*/ 116 h 16"/>
                  <a:gd name="T2" fmla="*/ 137 w 20"/>
                  <a:gd name="T3" fmla="*/ 0 h 16"/>
                  <a:gd name="T4" fmla="*/ 0 w 20"/>
                  <a:gd name="T5" fmla="*/ 116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16">
                    <a:moveTo>
                      <a:pt x="0" y="16"/>
                    </a:moveTo>
                    <a:cubicBezTo>
                      <a:pt x="0" y="16"/>
                      <a:pt x="3" y="3"/>
                      <a:pt x="20" y="0"/>
                    </a:cubicBezTo>
                    <a:cubicBezTo>
                      <a:pt x="20" y="0"/>
                      <a:pt x="1" y="9"/>
                      <a:pt x="0" y="16"/>
                    </a:cubicBezTo>
                    <a:close/>
                  </a:path>
                </a:pathLst>
              </a:custGeom>
              <a:solidFill>
                <a:srgbClr val="F6E9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5035" name="Freeform 407">
                <a:extLst>
                  <a:ext uri="{FF2B5EF4-FFF2-40B4-BE49-F238E27FC236}">
                    <a16:creationId xmlns:a16="http://schemas.microsoft.com/office/drawing/2014/main" id="{531CAB0C-CFCE-4B81-B39D-AE0554E72E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9" y="2379"/>
                <a:ext cx="51" cy="41"/>
              </a:xfrm>
              <a:custGeom>
                <a:avLst/>
                <a:gdLst>
                  <a:gd name="T0" fmla="*/ 0 w 26"/>
                  <a:gd name="T1" fmla="*/ 0 h 21"/>
                  <a:gd name="T2" fmla="*/ 196 w 26"/>
                  <a:gd name="T3" fmla="*/ 103 h 21"/>
                  <a:gd name="T4" fmla="*/ 0 w 26"/>
                  <a:gd name="T5" fmla="*/ 0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21">
                    <a:moveTo>
                      <a:pt x="0" y="0"/>
                    </a:moveTo>
                    <a:cubicBezTo>
                      <a:pt x="0" y="0"/>
                      <a:pt x="7" y="21"/>
                      <a:pt x="26" y="14"/>
                    </a:cubicBezTo>
                    <a:cubicBezTo>
                      <a:pt x="26" y="14"/>
                      <a:pt x="8" y="16"/>
                      <a:pt x="0" y="0"/>
                    </a:cubicBezTo>
                    <a:close/>
                  </a:path>
                </a:pathLst>
              </a:custGeom>
              <a:solidFill>
                <a:srgbClr val="F6E9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5036" name="Freeform 408">
                <a:extLst>
                  <a:ext uri="{FF2B5EF4-FFF2-40B4-BE49-F238E27FC236}">
                    <a16:creationId xmlns:a16="http://schemas.microsoft.com/office/drawing/2014/main" id="{8AE2F555-5455-404D-9F70-5CBDBAAB4D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7" y="2143"/>
                <a:ext cx="102" cy="131"/>
              </a:xfrm>
              <a:custGeom>
                <a:avLst/>
                <a:gdLst>
                  <a:gd name="T0" fmla="*/ 0 w 53"/>
                  <a:gd name="T1" fmla="*/ 0 h 68"/>
                  <a:gd name="T2" fmla="*/ 108 w 53"/>
                  <a:gd name="T3" fmla="*/ 137 h 68"/>
                  <a:gd name="T4" fmla="*/ 185 w 53"/>
                  <a:gd name="T5" fmla="*/ 256 h 68"/>
                  <a:gd name="T6" fmla="*/ 377 w 53"/>
                  <a:gd name="T7" fmla="*/ 485 h 68"/>
                  <a:gd name="T8" fmla="*/ 148 w 53"/>
                  <a:gd name="T9" fmla="*/ 256 h 68"/>
                  <a:gd name="T10" fmla="*/ 0 w 53"/>
                  <a:gd name="T11" fmla="*/ 44 h 6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3" h="68">
                    <a:moveTo>
                      <a:pt x="0" y="0"/>
                    </a:moveTo>
                    <a:cubicBezTo>
                      <a:pt x="3" y="7"/>
                      <a:pt x="11" y="12"/>
                      <a:pt x="15" y="19"/>
                    </a:cubicBezTo>
                    <a:cubicBezTo>
                      <a:pt x="19" y="25"/>
                      <a:pt x="22" y="31"/>
                      <a:pt x="26" y="36"/>
                    </a:cubicBezTo>
                    <a:cubicBezTo>
                      <a:pt x="34" y="48"/>
                      <a:pt x="44" y="57"/>
                      <a:pt x="53" y="68"/>
                    </a:cubicBezTo>
                    <a:cubicBezTo>
                      <a:pt x="40" y="67"/>
                      <a:pt x="27" y="46"/>
                      <a:pt x="21" y="36"/>
                    </a:cubicBezTo>
                    <a:cubicBezTo>
                      <a:pt x="14" y="26"/>
                      <a:pt x="9" y="14"/>
                      <a:pt x="0" y="6"/>
                    </a:cubicBezTo>
                  </a:path>
                </a:pathLst>
              </a:custGeom>
              <a:solidFill>
                <a:srgbClr val="F6E9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5037" name="Freeform 409">
                <a:extLst>
                  <a:ext uri="{FF2B5EF4-FFF2-40B4-BE49-F238E27FC236}">
                    <a16:creationId xmlns:a16="http://schemas.microsoft.com/office/drawing/2014/main" id="{CE7C1209-AD89-421A-9B96-BE61D6FA08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9" y="2010"/>
                <a:ext cx="18" cy="37"/>
              </a:xfrm>
              <a:custGeom>
                <a:avLst/>
                <a:gdLst>
                  <a:gd name="T0" fmla="*/ 16 w 9"/>
                  <a:gd name="T1" fmla="*/ 0 h 19"/>
                  <a:gd name="T2" fmla="*/ 0 w 9"/>
                  <a:gd name="T3" fmla="*/ 103 h 19"/>
                  <a:gd name="T4" fmla="*/ 40 w 9"/>
                  <a:gd name="T5" fmla="*/ 16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9">
                    <a:moveTo>
                      <a:pt x="2" y="0"/>
                    </a:moveTo>
                    <a:cubicBezTo>
                      <a:pt x="5" y="4"/>
                      <a:pt x="4" y="10"/>
                      <a:pt x="0" y="14"/>
                    </a:cubicBezTo>
                    <a:cubicBezTo>
                      <a:pt x="7" y="19"/>
                      <a:pt x="9" y="5"/>
                      <a:pt x="5" y="2"/>
                    </a:cubicBezTo>
                  </a:path>
                </a:pathLst>
              </a:custGeom>
              <a:solidFill>
                <a:srgbClr val="F6E9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5038" name="Freeform 410">
                <a:extLst>
                  <a:ext uri="{FF2B5EF4-FFF2-40B4-BE49-F238E27FC236}">
                    <a16:creationId xmlns:a16="http://schemas.microsoft.com/office/drawing/2014/main" id="{25AC8626-9B07-4279-BC4E-800A5E1369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6" y="1837"/>
                <a:ext cx="91" cy="381"/>
              </a:xfrm>
              <a:custGeom>
                <a:avLst/>
                <a:gdLst>
                  <a:gd name="T0" fmla="*/ 180 w 47"/>
                  <a:gd name="T1" fmla="*/ 0 h 198"/>
                  <a:gd name="T2" fmla="*/ 256 w 47"/>
                  <a:gd name="T3" fmla="*/ 670 h 198"/>
                  <a:gd name="T4" fmla="*/ 72 w 47"/>
                  <a:gd name="T5" fmla="*/ 1018 h 198"/>
                  <a:gd name="T6" fmla="*/ 23 w 47"/>
                  <a:gd name="T7" fmla="*/ 1410 h 198"/>
                  <a:gd name="T8" fmla="*/ 196 w 47"/>
                  <a:gd name="T9" fmla="*/ 954 h 198"/>
                  <a:gd name="T10" fmla="*/ 333 w 47"/>
                  <a:gd name="T11" fmla="*/ 562 h 198"/>
                  <a:gd name="T12" fmla="*/ 269 w 47"/>
                  <a:gd name="T13" fmla="*/ 248 h 198"/>
                  <a:gd name="T14" fmla="*/ 203 w 47"/>
                  <a:gd name="T15" fmla="*/ 29 h 19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7" h="198">
                    <a:moveTo>
                      <a:pt x="25" y="0"/>
                    </a:moveTo>
                    <a:cubicBezTo>
                      <a:pt x="25" y="32"/>
                      <a:pt x="41" y="62"/>
                      <a:pt x="35" y="94"/>
                    </a:cubicBezTo>
                    <a:cubicBezTo>
                      <a:pt x="31" y="114"/>
                      <a:pt x="20" y="127"/>
                      <a:pt x="10" y="143"/>
                    </a:cubicBezTo>
                    <a:cubicBezTo>
                      <a:pt x="0" y="159"/>
                      <a:pt x="0" y="180"/>
                      <a:pt x="3" y="198"/>
                    </a:cubicBezTo>
                    <a:cubicBezTo>
                      <a:pt x="8" y="175"/>
                      <a:pt x="15" y="154"/>
                      <a:pt x="27" y="134"/>
                    </a:cubicBezTo>
                    <a:cubicBezTo>
                      <a:pt x="38" y="116"/>
                      <a:pt x="46" y="100"/>
                      <a:pt x="46" y="79"/>
                    </a:cubicBezTo>
                    <a:cubicBezTo>
                      <a:pt x="47" y="64"/>
                      <a:pt x="43" y="49"/>
                      <a:pt x="37" y="35"/>
                    </a:cubicBezTo>
                    <a:cubicBezTo>
                      <a:pt x="34" y="27"/>
                      <a:pt x="28" y="14"/>
                      <a:pt x="28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5039" name="Freeform 411">
                <a:extLst>
                  <a:ext uri="{FF2B5EF4-FFF2-40B4-BE49-F238E27FC236}">
                    <a16:creationId xmlns:a16="http://schemas.microsoft.com/office/drawing/2014/main" id="{8C5410E8-0FE3-45BA-83D1-013B5AF16D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8" y="1891"/>
                <a:ext cx="120" cy="50"/>
              </a:xfrm>
              <a:custGeom>
                <a:avLst/>
                <a:gdLst>
                  <a:gd name="T0" fmla="*/ 23 w 62"/>
                  <a:gd name="T1" fmla="*/ 0 h 26"/>
                  <a:gd name="T2" fmla="*/ 195 w 62"/>
                  <a:gd name="T3" fmla="*/ 115 h 26"/>
                  <a:gd name="T4" fmla="*/ 449 w 62"/>
                  <a:gd name="T5" fmla="*/ 56 h 26"/>
                  <a:gd name="T6" fmla="*/ 161 w 62"/>
                  <a:gd name="T7" fmla="*/ 177 h 26"/>
                  <a:gd name="T8" fmla="*/ 0 w 62"/>
                  <a:gd name="T9" fmla="*/ 15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2" h="26">
                    <a:moveTo>
                      <a:pt x="3" y="0"/>
                    </a:moveTo>
                    <a:cubicBezTo>
                      <a:pt x="10" y="6"/>
                      <a:pt x="17" y="14"/>
                      <a:pt x="27" y="16"/>
                    </a:cubicBezTo>
                    <a:cubicBezTo>
                      <a:pt x="37" y="19"/>
                      <a:pt x="53" y="14"/>
                      <a:pt x="62" y="8"/>
                    </a:cubicBezTo>
                    <a:cubicBezTo>
                      <a:pt x="55" y="19"/>
                      <a:pt x="35" y="24"/>
                      <a:pt x="22" y="25"/>
                    </a:cubicBezTo>
                    <a:cubicBezTo>
                      <a:pt x="8" y="26"/>
                      <a:pt x="4" y="13"/>
                      <a:pt x="0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5040" name="Freeform 412">
                <a:extLst>
                  <a:ext uri="{FF2B5EF4-FFF2-40B4-BE49-F238E27FC236}">
                    <a16:creationId xmlns:a16="http://schemas.microsoft.com/office/drawing/2014/main" id="{87AC526B-445E-4E60-8FA6-5F83E2E3B3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5" y="1903"/>
                <a:ext cx="93" cy="49"/>
              </a:xfrm>
              <a:custGeom>
                <a:avLst/>
                <a:gdLst>
                  <a:gd name="T0" fmla="*/ 0 w 48"/>
                  <a:gd name="T1" fmla="*/ 0 h 26"/>
                  <a:gd name="T2" fmla="*/ 349 w 48"/>
                  <a:gd name="T3" fmla="*/ 53 h 26"/>
                  <a:gd name="T4" fmla="*/ 271 w 48"/>
                  <a:gd name="T5" fmla="*/ 60 h 26"/>
                  <a:gd name="T6" fmla="*/ 153 w 48"/>
                  <a:gd name="T7" fmla="*/ 53 h 26"/>
                  <a:gd name="T8" fmla="*/ 31 w 48"/>
                  <a:gd name="T9" fmla="*/ 21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8" h="26">
                    <a:moveTo>
                      <a:pt x="0" y="0"/>
                    </a:moveTo>
                    <a:cubicBezTo>
                      <a:pt x="18" y="6"/>
                      <a:pt x="29" y="26"/>
                      <a:pt x="48" y="8"/>
                    </a:cubicBezTo>
                    <a:cubicBezTo>
                      <a:pt x="45" y="6"/>
                      <a:pt x="41" y="8"/>
                      <a:pt x="37" y="9"/>
                    </a:cubicBezTo>
                    <a:cubicBezTo>
                      <a:pt x="32" y="9"/>
                      <a:pt x="26" y="8"/>
                      <a:pt x="21" y="8"/>
                    </a:cubicBezTo>
                    <a:cubicBezTo>
                      <a:pt x="15" y="7"/>
                      <a:pt x="10" y="5"/>
                      <a:pt x="4" y="3"/>
                    </a:cubicBezTo>
                  </a:path>
                </a:pathLst>
              </a:custGeom>
              <a:solidFill>
                <a:srgbClr val="F8F6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5041" name="Freeform 413">
                <a:extLst>
                  <a:ext uri="{FF2B5EF4-FFF2-40B4-BE49-F238E27FC236}">
                    <a16:creationId xmlns:a16="http://schemas.microsoft.com/office/drawing/2014/main" id="{36E7C0CF-B933-4FCE-8348-C2F6027C36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1" y="1791"/>
                <a:ext cx="49" cy="48"/>
              </a:xfrm>
              <a:custGeom>
                <a:avLst/>
                <a:gdLst>
                  <a:gd name="T0" fmla="*/ 8 w 25"/>
                  <a:gd name="T1" fmla="*/ 177 h 25"/>
                  <a:gd name="T2" fmla="*/ 69 w 25"/>
                  <a:gd name="T3" fmla="*/ 63 h 25"/>
                  <a:gd name="T4" fmla="*/ 188 w 25"/>
                  <a:gd name="T5" fmla="*/ 23 h 25"/>
                  <a:gd name="T6" fmla="*/ 135 w 25"/>
                  <a:gd name="T7" fmla="*/ 0 h 25"/>
                  <a:gd name="T8" fmla="*/ 69 w 25"/>
                  <a:gd name="T9" fmla="*/ 23 h 25"/>
                  <a:gd name="T10" fmla="*/ 0 w 25"/>
                  <a:gd name="T11" fmla="*/ 148 h 2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5" h="25">
                    <a:moveTo>
                      <a:pt x="1" y="25"/>
                    </a:moveTo>
                    <a:cubicBezTo>
                      <a:pt x="5" y="22"/>
                      <a:pt x="6" y="14"/>
                      <a:pt x="9" y="9"/>
                    </a:cubicBezTo>
                    <a:cubicBezTo>
                      <a:pt x="14" y="4"/>
                      <a:pt x="19" y="6"/>
                      <a:pt x="25" y="3"/>
                    </a:cubicBezTo>
                    <a:cubicBezTo>
                      <a:pt x="22" y="3"/>
                      <a:pt x="21" y="0"/>
                      <a:pt x="18" y="0"/>
                    </a:cubicBezTo>
                    <a:cubicBezTo>
                      <a:pt x="16" y="0"/>
                      <a:pt x="10" y="2"/>
                      <a:pt x="9" y="3"/>
                    </a:cubicBezTo>
                    <a:cubicBezTo>
                      <a:pt x="3" y="6"/>
                      <a:pt x="2" y="16"/>
                      <a:pt x="0" y="21"/>
                    </a:cubicBezTo>
                  </a:path>
                </a:pathLst>
              </a:custGeom>
              <a:solidFill>
                <a:srgbClr val="F8F6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5042" name="Freeform 414">
                <a:extLst>
                  <a:ext uri="{FF2B5EF4-FFF2-40B4-BE49-F238E27FC236}">
                    <a16:creationId xmlns:a16="http://schemas.microsoft.com/office/drawing/2014/main" id="{FE6D49DB-02DD-4A97-B36A-80253BF2C8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4" y="1562"/>
                <a:ext cx="117" cy="171"/>
              </a:xfrm>
              <a:custGeom>
                <a:avLst/>
                <a:gdLst>
                  <a:gd name="T0" fmla="*/ 0 w 61"/>
                  <a:gd name="T1" fmla="*/ 0 h 89"/>
                  <a:gd name="T2" fmla="*/ 8 w 61"/>
                  <a:gd name="T3" fmla="*/ 232 h 89"/>
                  <a:gd name="T4" fmla="*/ 56 w 61"/>
                  <a:gd name="T5" fmla="*/ 440 h 89"/>
                  <a:gd name="T6" fmla="*/ 192 w 61"/>
                  <a:gd name="T7" fmla="*/ 586 h 89"/>
                  <a:gd name="T8" fmla="*/ 430 w 61"/>
                  <a:gd name="T9" fmla="*/ 632 h 89"/>
                  <a:gd name="T10" fmla="*/ 63 w 61"/>
                  <a:gd name="T11" fmla="*/ 384 h 89"/>
                  <a:gd name="T12" fmla="*/ 15 w 61"/>
                  <a:gd name="T13" fmla="*/ 37 h 8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1" h="89">
                    <a:moveTo>
                      <a:pt x="0" y="0"/>
                    </a:moveTo>
                    <a:cubicBezTo>
                      <a:pt x="5" y="11"/>
                      <a:pt x="1" y="22"/>
                      <a:pt x="1" y="33"/>
                    </a:cubicBezTo>
                    <a:cubicBezTo>
                      <a:pt x="2" y="43"/>
                      <a:pt x="4" y="54"/>
                      <a:pt x="8" y="62"/>
                    </a:cubicBezTo>
                    <a:cubicBezTo>
                      <a:pt x="12" y="71"/>
                      <a:pt x="18" y="79"/>
                      <a:pt x="27" y="83"/>
                    </a:cubicBezTo>
                    <a:cubicBezTo>
                      <a:pt x="38" y="88"/>
                      <a:pt x="50" y="86"/>
                      <a:pt x="61" y="89"/>
                    </a:cubicBezTo>
                    <a:cubicBezTo>
                      <a:pt x="41" y="80"/>
                      <a:pt x="15" y="78"/>
                      <a:pt x="9" y="54"/>
                    </a:cubicBezTo>
                    <a:cubicBezTo>
                      <a:pt x="5" y="38"/>
                      <a:pt x="8" y="21"/>
                      <a:pt x="2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5043" name="Freeform 415">
                <a:extLst>
                  <a:ext uri="{FF2B5EF4-FFF2-40B4-BE49-F238E27FC236}">
                    <a16:creationId xmlns:a16="http://schemas.microsoft.com/office/drawing/2014/main" id="{C2E1D349-CE57-4E6C-8D44-7753D03B65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4" y="1656"/>
                <a:ext cx="89" cy="79"/>
              </a:xfrm>
              <a:custGeom>
                <a:avLst/>
                <a:gdLst>
                  <a:gd name="T0" fmla="*/ 0 w 46"/>
                  <a:gd name="T1" fmla="*/ 0 h 41"/>
                  <a:gd name="T2" fmla="*/ 45 w 46"/>
                  <a:gd name="T3" fmla="*/ 116 h 41"/>
                  <a:gd name="T4" fmla="*/ 108 w 46"/>
                  <a:gd name="T5" fmla="*/ 208 h 41"/>
                  <a:gd name="T6" fmla="*/ 333 w 46"/>
                  <a:gd name="T7" fmla="*/ 293 h 41"/>
                  <a:gd name="T8" fmla="*/ 15 w 46"/>
                  <a:gd name="T9" fmla="*/ 8 h 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6" h="41">
                    <a:moveTo>
                      <a:pt x="0" y="0"/>
                    </a:moveTo>
                    <a:cubicBezTo>
                      <a:pt x="2" y="1"/>
                      <a:pt x="4" y="12"/>
                      <a:pt x="6" y="16"/>
                    </a:cubicBezTo>
                    <a:cubicBezTo>
                      <a:pt x="8" y="20"/>
                      <a:pt x="11" y="25"/>
                      <a:pt x="15" y="29"/>
                    </a:cubicBezTo>
                    <a:cubicBezTo>
                      <a:pt x="22" y="40"/>
                      <a:pt x="34" y="40"/>
                      <a:pt x="46" y="41"/>
                    </a:cubicBezTo>
                    <a:cubicBezTo>
                      <a:pt x="28" y="35"/>
                      <a:pt x="9" y="18"/>
                      <a:pt x="2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5044" name="Freeform 416">
                <a:extLst>
                  <a:ext uri="{FF2B5EF4-FFF2-40B4-BE49-F238E27FC236}">
                    <a16:creationId xmlns:a16="http://schemas.microsoft.com/office/drawing/2014/main" id="{5168AB02-BA0D-49EF-B814-5AF376F708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6" y="1218"/>
                <a:ext cx="92" cy="113"/>
              </a:xfrm>
              <a:custGeom>
                <a:avLst/>
                <a:gdLst>
                  <a:gd name="T0" fmla="*/ 309 w 48"/>
                  <a:gd name="T1" fmla="*/ 0 h 59"/>
                  <a:gd name="T2" fmla="*/ 284 w 48"/>
                  <a:gd name="T3" fmla="*/ 113 h 59"/>
                  <a:gd name="T4" fmla="*/ 213 w 48"/>
                  <a:gd name="T5" fmla="*/ 197 h 59"/>
                  <a:gd name="T6" fmla="*/ 128 w 48"/>
                  <a:gd name="T7" fmla="*/ 293 h 59"/>
                  <a:gd name="T8" fmla="*/ 8 w 48"/>
                  <a:gd name="T9" fmla="*/ 414 h 59"/>
                  <a:gd name="T10" fmla="*/ 184 w 48"/>
                  <a:gd name="T11" fmla="*/ 282 h 59"/>
                  <a:gd name="T12" fmla="*/ 284 w 48"/>
                  <a:gd name="T13" fmla="*/ 192 h 59"/>
                  <a:gd name="T14" fmla="*/ 309 w 48"/>
                  <a:gd name="T15" fmla="*/ 36 h 5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8" h="59">
                    <a:moveTo>
                      <a:pt x="44" y="0"/>
                    </a:moveTo>
                    <a:cubicBezTo>
                      <a:pt x="41" y="5"/>
                      <a:pt x="42" y="11"/>
                      <a:pt x="40" y="16"/>
                    </a:cubicBezTo>
                    <a:cubicBezTo>
                      <a:pt x="37" y="20"/>
                      <a:pt x="34" y="24"/>
                      <a:pt x="30" y="28"/>
                    </a:cubicBezTo>
                    <a:cubicBezTo>
                      <a:pt x="26" y="32"/>
                      <a:pt x="22" y="37"/>
                      <a:pt x="18" y="42"/>
                    </a:cubicBezTo>
                    <a:cubicBezTo>
                      <a:pt x="14" y="45"/>
                      <a:pt x="0" y="54"/>
                      <a:pt x="1" y="59"/>
                    </a:cubicBezTo>
                    <a:cubicBezTo>
                      <a:pt x="9" y="57"/>
                      <a:pt x="20" y="46"/>
                      <a:pt x="26" y="40"/>
                    </a:cubicBezTo>
                    <a:cubicBezTo>
                      <a:pt x="31" y="36"/>
                      <a:pt x="36" y="32"/>
                      <a:pt x="40" y="27"/>
                    </a:cubicBezTo>
                    <a:cubicBezTo>
                      <a:pt x="44" y="21"/>
                      <a:pt x="48" y="12"/>
                      <a:pt x="44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5045" name="Freeform 417">
                <a:extLst>
                  <a:ext uri="{FF2B5EF4-FFF2-40B4-BE49-F238E27FC236}">
                    <a16:creationId xmlns:a16="http://schemas.microsoft.com/office/drawing/2014/main" id="{E9E29BB2-5220-4E94-AD34-90E98BD169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1" y="1422"/>
                <a:ext cx="71" cy="252"/>
              </a:xfrm>
              <a:custGeom>
                <a:avLst/>
                <a:gdLst>
                  <a:gd name="T0" fmla="*/ 261 w 37"/>
                  <a:gd name="T1" fmla="*/ 0 h 131"/>
                  <a:gd name="T2" fmla="*/ 100 w 37"/>
                  <a:gd name="T3" fmla="*/ 933 h 131"/>
                  <a:gd name="T4" fmla="*/ 113 w 37"/>
                  <a:gd name="T5" fmla="*/ 662 h 131"/>
                  <a:gd name="T6" fmla="*/ 113 w 37"/>
                  <a:gd name="T7" fmla="*/ 408 h 131"/>
                  <a:gd name="T8" fmla="*/ 248 w 37"/>
                  <a:gd name="T9" fmla="*/ 37 h 1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7" h="131">
                    <a:moveTo>
                      <a:pt x="37" y="0"/>
                    </a:moveTo>
                    <a:cubicBezTo>
                      <a:pt x="0" y="35"/>
                      <a:pt x="15" y="87"/>
                      <a:pt x="14" y="131"/>
                    </a:cubicBezTo>
                    <a:cubicBezTo>
                      <a:pt x="19" y="120"/>
                      <a:pt x="17" y="105"/>
                      <a:pt x="16" y="93"/>
                    </a:cubicBezTo>
                    <a:cubicBezTo>
                      <a:pt x="16" y="82"/>
                      <a:pt x="15" y="69"/>
                      <a:pt x="16" y="57"/>
                    </a:cubicBezTo>
                    <a:cubicBezTo>
                      <a:pt x="18" y="40"/>
                      <a:pt x="24" y="18"/>
                      <a:pt x="35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5046" name="Freeform 418">
                <a:extLst>
                  <a:ext uri="{FF2B5EF4-FFF2-40B4-BE49-F238E27FC236}">
                    <a16:creationId xmlns:a16="http://schemas.microsoft.com/office/drawing/2014/main" id="{9ADB79A4-DE6F-4F61-A586-95396BEF98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1" y="1872"/>
                <a:ext cx="23" cy="265"/>
              </a:xfrm>
              <a:custGeom>
                <a:avLst/>
                <a:gdLst>
                  <a:gd name="T0" fmla="*/ 84 w 12"/>
                  <a:gd name="T1" fmla="*/ 0 h 138"/>
                  <a:gd name="T2" fmla="*/ 23 w 12"/>
                  <a:gd name="T3" fmla="*/ 409 h 138"/>
                  <a:gd name="T4" fmla="*/ 56 w 12"/>
                  <a:gd name="T5" fmla="*/ 977 h 138"/>
                  <a:gd name="T6" fmla="*/ 56 w 12"/>
                  <a:gd name="T7" fmla="*/ 469 h 138"/>
                  <a:gd name="T8" fmla="*/ 69 w 12"/>
                  <a:gd name="T9" fmla="*/ 225 h 138"/>
                  <a:gd name="T10" fmla="*/ 77 w 12"/>
                  <a:gd name="T11" fmla="*/ 56 h 13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138">
                    <a:moveTo>
                      <a:pt x="12" y="0"/>
                    </a:moveTo>
                    <a:cubicBezTo>
                      <a:pt x="12" y="19"/>
                      <a:pt x="5" y="38"/>
                      <a:pt x="3" y="58"/>
                    </a:cubicBezTo>
                    <a:cubicBezTo>
                      <a:pt x="0" y="84"/>
                      <a:pt x="8" y="111"/>
                      <a:pt x="8" y="138"/>
                    </a:cubicBezTo>
                    <a:cubicBezTo>
                      <a:pt x="9" y="115"/>
                      <a:pt x="10" y="90"/>
                      <a:pt x="8" y="66"/>
                    </a:cubicBezTo>
                    <a:cubicBezTo>
                      <a:pt x="8" y="55"/>
                      <a:pt x="10" y="43"/>
                      <a:pt x="10" y="32"/>
                    </a:cubicBezTo>
                    <a:cubicBezTo>
                      <a:pt x="11" y="25"/>
                      <a:pt x="9" y="15"/>
                      <a:pt x="11" y="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5047" name="Freeform 419">
                <a:extLst>
                  <a:ext uri="{FF2B5EF4-FFF2-40B4-BE49-F238E27FC236}">
                    <a16:creationId xmlns:a16="http://schemas.microsoft.com/office/drawing/2014/main" id="{843C0769-DE25-4BDE-9ED7-D2E3E57AB8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7" y="2381"/>
                <a:ext cx="60" cy="414"/>
              </a:xfrm>
              <a:custGeom>
                <a:avLst/>
                <a:gdLst>
                  <a:gd name="T0" fmla="*/ 132 w 31"/>
                  <a:gd name="T1" fmla="*/ 0 h 215"/>
                  <a:gd name="T2" fmla="*/ 203 w 31"/>
                  <a:gd name="T3" fmla="*/ 123 h 215"/>
                  <a:gd name="T4" fmla="*/ 195 w 31"/>
                  <a:gd name="T5" fmla="*/ 241 h 215"/>
                  <a:gd name="T6" fmla="*/ 145 w 31"/>
                  <a:gd name="T7" fmla="*/ 564 h 215"/>
                  <a:gd name="T8" fmla="*/ 37 w 31"/>
                  <a:gd name="T9" fmla="*/ 1358 h 215"/>
                  <a:gd name="T10" fmla="*/ 23 w 31"/>
                  <a:gd name="T11" fmla="*/ 1535 h 215"/>
                  <a:gd name="T12" fmla="*/ 15 w 31"/>
                  <a:gd name="T13" fmla="*/ 1306 h 215"/>
                  <a:gd name="T14" fmla="*/ 23 w 31"/>
                  <a:gd name="T15" fmla="*/ 1065 h 215"/>
                  <a:gd name="T16" fmla="*/ 72 w 31"/>
                  <a:gd name="T17" fmla="*/ 608 h 215"/>
                  <a:gd name="T18" fmla="*/ 124 w 31"/>
                  <a:gd name="T19" fmla="*/ 44 h 21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1" h="215">
                    <a:moveTo>
                      <a:pt x="18" y="0"/>
                    </a:moveTo>
                    <a:cubicBezTo>
                      <a:pt x="20" y="6"/>
                      <a:pt x="26" y="11"/>
                      <a:pt x="28" y="17"/>
                    </a:cubicBezTo>
                    <a:cubicBezTo>
                      <a:pt x="31" y="23"/>
                      <a:pt x="28" y="28"/>
                      <a:pt x="27" y="34"/>
                    </a:cubicBezTo>
                    <a:cubicBezTo>
                      <a:pt x="23" y="49"/>
                      <a:pt x="23" y="64"/>
                      <a:pt x="20" y="79"/>
                    </a:cubicBezTo>
                    <a:cubicBezTo>
                      <a:pt x="15" y="116"/>
                      <a:pt x="6" y="152"/>
                      <a:pt x="5" y="190"/>
                    </a:cubicBezTo>
                    <a:cubicBezTo>
                      <a:pt x="4" y="198"/>
                      <a:pt x="3" y="207"/>
                      <a:pt x="3" y="215"/>
                    </a:cubicBezTo>
                    <a:cubicBezTo>
                      <a:pt x="0" y="207"/>
                      <a:pt x="2" y="192"/>
                      <a:pt x="2" y="183"/>
                    </a:cubicBezTo>
                    <a:cubicBezTo>
                      <a:pt x="2" y="172"/>
                      <a:pt x="2" y="160"/>
                      <a:pt x="3" y="149"/>
                    </a:cubicBezTo>
                    <a:cubicBezTo>
                      <a:pt x="5" y="127"/>
                      <a:pt x="8" y="106"/>
                      <a:pt x="10" y="85"/>
                    </a:cubicBezTo>
                    <a:cubicBezTo>
                      <a:pt x="12" y="58"/>
                      <a:pt x="16" y="32"/>
                      <a:pt x="17" y="6"/>
                    </a:cubicBezTo>
                  </a:path>
                </a:pathLst>
              </a:custGeom>
              <a:solidFill>
                <a:srgbClr val="F6E9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5048" name="Freeform 420">
                <a:extLst>
                  <a:ext uri="{FF2B5EF4-FFF2-40B4-BE49-F238E27FC236}">
                    <a16:creationId xmlns:a16="http://schemas.microsoft.com/office/drawing/2014/main" id="{1C81573F-0E45-4AC2-8B17-54EAFDCAF0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8" y="2737"/>
                <a:ext cx="87" cy="315"/>
              </a:xfrm>
              <a:custGeom>
                <a:avLst/>
                <a:gdLst>
                  <a:gd name="T0" fmla="*/ 8 w 45"/>
                  <a:gd name="T1" fmla="*/ 0 h 164"/>
                  <a:gd name="T2" fmla="*/ 273 w 45"/>
                  <a:gd name="T3" fmla="*/ 1162 h 164"/>
                  <a:gd name="T4" fmla="*/ 108 w 45"/>
                  <a:gd name="T5" fmla="*/ 494 h 164"/>
                  <a:gd name="T6" fmla="*/ 0 w 45"/>
                  <a:gd name="T7" fmla="*/ 36 h 16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5" h="164">
                    <a:moveTo>
                      <a:pt x="1" y="0"/>
                    </a:moveTo>
                    <a:cubicBezTo>
                      <a:pt x="8" y="58"/>
                      <a:pt x="45" y="105"/>
                      <a:pt x="38" y="164"/>
                    </a:cubicBezTo>
                    <a:cubicBezTo>
                      <a:pt x="38" y="131"/>
                      <a:pt x="28" y="100"/>
                      <a:pt x="15" y="70"/>
                    </a:cubicBezTo>
                    <a:cubicBezTo>
                      <a:pt x="6" y="49"/>
                      <a:pt x="4" y="27"/>
                      <a:pt x="0" y="5"/>
                    </a:cubicBezTo>
                  </a:path>
                </a:pathLst>
              </a:custGeom>
              <a:solidFill>
                <a:srgbClr val="F6E9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5049" name="Freeform 421">
                <a:extLst>
                  <a:ext uri="{FF2B5EF4-FFF2-40B4-BE49-F238E27FC236}">
                    <a16:creationId xmlns:a16="http://schemas.microsoft.com/office/drawing/2014/main" id="{2C73357A-98D5-4587-9F87-CA329A22C4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7" y="2199"/>
                <a:ext cx="44" cy="584"/>
              </a:xfrm>
              <a:custGeom>
                <a:avLst/>
                <a:gdLst>
                  <a:gd name="T0" fmla="*/ 113 w 23"/>
                  <a:gd name="T1" fmla="*/ 0 h 304"/>
                  <a:gd name="T2" fmla="*/ 121 w 23"/>
                  <a:gd name="T3" fmla="*/ 277 h 304"/>
                  <a:gd name="T4" fmla="*/ 121 w 23"/>
                  <a:gd name="T5" fmla="*/ 594 h 304"/>
                  <a:gd name="T6" fmla="*/ 153 w 23"/>
                  <a:gd name="T7" fmla="*/ 1085 h 304"/>
                  <a:gd name="T8" fmla="*/ 132 w 23"/>
                  <a:gd name="T9" fmla="*/ 1594 h 304"/>
                  <a:gd name="T10" fmla="*/ 92 w 23"/>
                  <a:gd name="T11" fmla="*/ 1815 h 304"/>
                  <a:gd name="T12" fmla="*/ 0 w 23"/>
                  <a:gd name="T13" fmla="*/ 2155 h 304"/>
                  <a:gd name="T14" fmla="*/ 113 w 23"/>
                  <a:gd name="T15" fmla="*/ 1425 h 304"/>
                  <a:gd name="T16" fmla="*/ 84 w 23"/>
                  <a:gd name="T17" fmla="*/ 930 h 304"/>
                  <a:gd name="T18" fmla="*/ 77 w 23"/>
                  <a:gd name="T19" fmla="*/ 361 h 304"/>
                  <a:gd name="T20" fmla="*/ 99 w 23"/>
                  <a:gd name="T21" fmla="*/ 44 h 30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3" h="304">
                    <a:moveTo>
                      <a:pt x="16" y="0"/>
                    </a:moveTo>
                    <a:cubicBezTo>
                      <a:pt x="13" y="11"/>
                      <a:pt x="18" y="27"/>
                      <a:pt x="17" y="39"/>
                    </a:cubicBezTo>
                    <a:cubicBezTo>
                      <a:pt x="17" y="55"/>
                      <a:pt x="15" y="69"/>
                      <a:pt x="17" y="84"/>
                    </a:cubicBezTo>
                    <a:cubicBezTo>
                      <a:pt x="19" y="107"/>
                      <a:pt x="21" y="130"/>
                      <a:pt x="22" y="153"/>
                    </a:cubicBezTo>
                    <a:cubicBezTo>
                      <a:pt x="23" y="177"/>
                      <a:pt x="23" y="201"/>
                      <a:pt x="19" y="225"/>
                    </a:cubicBezTo>
                    <a:cubicBezTo>
                      <a:pt x="17" y="235"/>
                      <a:pt x="15" y="246"/>
                      <a:pt x="13" y="256"/>
                    </a:cubicBezTo>
                    <a:cubicBezTo>
                      <a:pt x="10" y="272"/>
                      <a:pt x="1" y="288"/>
                      <a:pt x="0" y="304"/>
                    </a:cubicBezTo>
                    <a:cubicBezTo>
                      <a:pt x="10" y="273"/>
                      <a:pt x="14" y="234"/>
                      <a:pt x="16" y="201"/>
                    </a:cubicBezTo>
                    <a:cubicBezTo>
                      <a:pt x="17" y="177"/>
                      <a:pt x="14" y="155"/>
                      <a:pt x="12" y="131"/>
                    </a:cubicBezTo>
                    <a:cubicBezTo>
                      <a:pt x="9" y="104"/>
                      <a:pt x="8" y="78"/>
                      <a:pt x="11" y="51"/>
                    </a:cubicBezTo>
                    <a:cubicBezTo>
                      <a:pt x="13" y="36"/>
                      <a:pt x="11" y="20"/>
                      <a:pt x="14" y="6"/>
                    </a:cubicBezTo>
                  </a:path>
                </a:pathLst>
              </a:custGeom>
              <a:solidFill>
                <a:srgbClr val="F6E9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5050" name="Freeform 422">
                <a:extLst>
                  <a:ext uri="{FF2B5EF4-FFF2-40B4-BE49-F238E27FC236}">
                    <a16:creationId xmlns:a16="http://schemas.microsoft.com/office/drawing/2014/main" id="{9728BA09-A118-4764-AE0E-6FEFF32207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9" y="2400"/>
                <a:ext cx="74" cy="398"/>
              </a:xfrm>
              <a:custGeom>
                <a:avLst/>
                <a:gdLst>
                  <a:gd name="T0" fmla="*/ 72 w 38"/>
                  <a:gd name="T1" fmla="*/ 0 h 207"/>
                  <a:gd name="T2" fmla="*/ 60 w 38"/>
                  <a:gd name="T3" fmla="*/ 215 h 207"/>
                  <a:gd name="T4" fmla="*/ 132 w 38"/>
                  <a:gd name="T5" fmla="*/ 602 h 207"/>
                  <a:gd name="T6" fmla="*/ 212 w 38"/>
                  <a:gd name="T7" fmla="*/ 1046 h 207"/>
                  <a:gd name="T8" fmla="*/ 280 w 38"/>
                  <a:gd name="T9" fmla="*/ 1471 h 207"/>
                  <a:gd name="T10" fmla="*/ 185 w 38"/>
                  <a:gd name="T11" fmla="*/ 500 h 207"/>
                  <a:gd name="T12" fmla="*/ 109 w 38"/>
                  <a:gd name="T13" fmla="*/ 215 h 207"/>
                  <a:gd name="T14" fmla="*/ 80 w 38"/>
                  <a:gd name="T15" fmla="*/ 8 h 20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8" h="207">
                    <a:moveTo>
                      <a:pt x="10" y="0"/>
                    </a:moveTo>
                    <a:cubicBezTo>
                      <a:pt x="0" y="4"/>
                      <a:pt x="6" y="22"/>
                      <a:pt x="8" y="30"/>
                    </a:cubicBezTo>
                    <a:cubicBezTo>
                      <a:pt x="12" y="48"/>
                      <a:pt x="16" y="67"/>
                      <a:pt x="18" y="85"/>
                    </a:cubicBezTo>
                    <a:cubicBezTo>
                      <a:pt x="21" y="106"/>
                      <a:pt x="25" y="126"/>
                      <a:pt x="29" y="147"/>
                    </a:cubicBezTo>
                    <a:cubicBezTo>
                      <a:pt x="32" y="166"/>
                      <a:pt x="32" y="188"/>
                      <a:pt x="38" y="207"/>
                    </a:cubicBezTo>
                    <a:cubicBezTo>
                      <a:pt x="38" y="161"/>
                      <a:pt x="37" y="115"/>
                      <a:pt x="25" y="70"/>
                    </a:cubicBezTo>
                    <a:cubicBezTo>
                      <a:pt x="22" y="56"/>
                      <a:pt x="18" y="44"/>
                      <a:pt x="15" y="30"/>
                    </a:cubicBezTo>
                    <a:cubicBezTo>
                      <a:pt x="14" y="22"/>
                      <a:pt x="10" y="10"/>
                      <a:pt x="11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5051" name="Freeform 423">
                <a:extLst>
                  <a:ext uri="{FF2B5EF4-FFF2-40B4-BE49-F238E27FC236}">
                    <a16:creationId xmlns:a16="http://schemas.microsoft.com/office/drawing/2014/main" id="{11ADE3B7-860F-45E6-968C-8CEC9CE584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2" y="3131"/>
                <a:ext cx="35" cy="319"/>
              </a:xfrm>
              <a:custGeom>
                <a:avLst/>
                <a:gdLst>
                  <a:gd name="T0" fmla="*/ 132 w 18"/>
                  <a:gd name="T1" fmla="*/ 0 h 166"/>
                  <a:gd name="T2" fmla="*/ 0 w 18"/>
                  <a:gd name="T3" fmla="*/ 136 h 166"/>
                  <a:gd name="T4" fmla="*/ 23 w 18"/>
                  <a:gd name="T5" fmla="*/ 594 h 166"/>
                  <a:gd name="T6" fmla="*/ 23 w 18"/>
                  <a:gd name="T7" fmla="*/ 1178 h 166"/>
                  <a:gd name="T8" fmla="*/ 31 w 18"/>
                  <a:gd name="T9" fmla="*/ 809 h 166"/>
                  <a:gd name="T10" fmla="*/ 53 w 18"/>
                  <a:gd name="T11" fmla="*/ 517 h 166"/>
                  <a:gd name="T12" fmla="*/ 132 w 18"/>
                  <a:gd name="T13" fmla="*/ 48 h 16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166">
                    <a:moveTo>
                      <a:pt x="18" y="0"/>
                    </a:moveTo>
                    <a:cubicBezTo>
                      <a:pt x="18" y="12"/>
                      <a:pt x="9" y="16"/>
                      <a:pt x="0" y="19"/>
                    </a:cubicBezTo>
                    <a:cubicBezTo>
                      <a:pt x="6" y="38"/>
                      <a:pt x="3" y="64"/>
                      <a:pt x="3" y="84"/>
                    </a:cubicBezTo>
                    <a:cubicBezTo>
                      <a:pt x="3" y="111"/>
                      <a:pt x="3" y="139"/>
                      <a:pt x="3" y="166"/>
                    </a:cubicBezTo>
                    <a:cubicBezTo>
                      <a:pt x="8" y="151"/>
                      <a:pt x="3" y="130"/>
                      <a:pt x="4" y="114"/>
                    </a:cubicBezTo>
                    <a:cubicBezTo>
                      <a:pt x="4" y="100"/>
                      <a:pt x="6" y="87"/>
                      <a:pt x="7" y="73"/>
                    </a:cubicBezTo>
                    <a:cubicBezTo>
                      <a:pt x="9" y="51"/>
                      <a:pt x="18" y="29"/>
                      <a:pt x="18" y="7"/>
                    </a:cubicBezTo>
                  </a:path>
                </a:pathLst>
              </a:custGeom>
              <a:solidFill>
                <a:srgbClr val="F6E9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5052" name="Freeform 424">
                <a:extLst>
                  <a:ext uri="{FF2B5EF4-FFF2-40B4-BE49-F238E27FC236}">
                    <a16:creationId xmlns:a16="http://schemas.microsoft.com/office/drawing/2014/main" id="{A23BA804-B29C-41DD-B758-41EFB57A93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0" y="3133"/>
                <a:ext cx="37" cy="231"/>
              </a:xfrm>
              <a:custGeom>
                <a:avLst/>
                <a:gdLst>
                  <a:gd name="T0" fmla="*/ 16 w 19"/>
                  <a:gd name="T1" fmla="*/ 0 h 120"/>
                  <a:gd name="T2" fmla="*/ 132 w 19"/>
                  <a:gd name="T3" fmla="*/ 77 h 120"/>
                  <a:gd name="T4" fmla="*/ 95 w 19"/>
                  <a:gd name="T5" fmla="*/ 433 h 120"/>
                  <a:gd name="T6" fmla="*/ 53 w 19"/>
                  <a:gd name="T7" fmla="*/ 857 h 120"/>
                  <a:gd name="T8" fmla="*/ 45 w 19"/>
                  <a:gd name="T9" fmla="*/ 333 h 120"/>
                  <a:gd name="T10" fmla="*/ 0 w 19"/>
                  <a:gd name="T11" fmla="*/ 44 h 12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9" h="120">
                    <a:moveTo>
                      <a:pt x="2" y="0"/>
                    </a:moveTo>
                    <a:cubicBezTo>
                      <a:pt x="4" y="7"/>
                      <a:pt x="11" y="11"/>
                      <a:pt x="18" y="11"/>
                    </a:cubicBezTo>
                    <a:cubicBezTo>
                      <a:pt x="19" y="27"/>
                      <a:pt x="14" y="45"/>
                      <a:pt x="13" y="61"/>
                    </a:cubicBezTo>
                    <a:cubicBezTo>
                      <a:pt x="12" y="81"/>
                      <a:pt x="8" y="101"/>
                      <a:pt x="7" y="120"/>
                    </a:cubicBezTo>
                    <a:cubicBezTo>
                      <a:pt x="12" y="97"/>
                      <a:pt x="7" y="71"/>
                      <a:pt x="6" y="47"/>
                    </a:cubicBezTo>
                    <a:cubicBezTo>
                      <a:pt x="5" y="33"/>
                      <a:pt x="4" y="19"/>
                      <a:pt x="0" y="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5053" name="Freeform 425">
                <a:extLst>
                  <a:ext uri="{FF2B5EF4-FFF2-40B4-BE49-F238E27FC236}">
                    <a16:creationId xmlns:a16="http://schemas.microsoft.com/office/drawing/2014/main" id="{7EA4FBCD-BE02-4D20-93A0-85596B4DEA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7" y="3685"/>
                <a:ext cx="37" cy="69"/>
              </a:xfrm>
              <a:custGeom>
                <a:avLst/>
                <a:gdLst>
                  <a:gd name="T0" fmla="*/ 80 w 19"/>
                  <a:gd name="T1" fmla="*/ 0 h 36"/>
                  <a:gd name="T2" fmla="*/ 88 w 19"/>
                  <a:gd name="T3" fmla="*/ 140 h 36"/>
                  <a:gd name="T4" fmla="*/ 0 w 19"/>
                  <a:gd name="T5" fmla="*/ 253 h 36"/>
                  <a:gd name="T6" fmla="*/ 88 w 19"/>
                  <a:gd name="T7" fmla="*/ 36 h 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36">
                    <a:moveTo>
                      <a:pt x="11" y="0"/>
                    </a:moveTo>
                    <a:cubicBezTo>
                      <a:pt x="13" y="6"/>
                      <a:pt x="14" y="14"/>
                      <a:pt x="12" y="20"/>
                    </a:cubicBezTo>
                    <a:cubicBezTo>
                      <a:pt x="10" y="27"/>
                      <a:pt x="3" y="31"/>
                      <a:pt x="0" y="36"/>
                    </a:cubicBezTo>
                    <a:cubicBezTo>
                      <a:pt x="13" y="36"/>
                      <a:pt x="19" y="14"/>
                      <a:pt x="12" y="5"/>
                    </a:cubicBezTo>
                  </a:path>
                </a:pathLst>
              </a:custGeom>
              <a:solidFill>
                <a:srgbClr val="F6E9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5054" name="Freeform 426">
                <a:extLst>
                  <a:ext uri="{FF2B5EF4-FFF2-40B4-BE49-F238E27FC236}">
                    <a16:creationId xmlns:a16="http://schemas.microsoft.com/office/drawing/2014/main" id="{DB0CD0BD-7D17-49D5-A1ED-043ED5B7EA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3" y="3704"/>
                <a:ext cx="37" cy="136"/>
              </a:xfrm>
              <a:custGeom>
                <a:avLst/>
                <a:gdLst>
                  <a:gd name="T0" fmla="*/ 72 w 19"/>
                  <a:gd name="T1" fmla="*/ 0 h 71"/>
                  <a:gd name="T2" fmla="*/ 109 w 19"/>
                  <a:gd name="T3" fmla="*/ 261 h 71"/>
                  <a:gd name="T4" fmla="*/ 8 w 19"/>
                  <a:gd name="T5" fmla="*/ 500 h 71"/>
                  <a:gd name="T6" fmla="*/ 23 w 19"/>
                  <a:gd name="T7" fmla="*/ 301 h 71"/>
                  <a:gd name="T8" fmla="*/ 8 w 19"/>
                  <a:gd name="T9" fmla="*/ 176 h 71"/>
                  <a:gd name="T10" fmla="*/ 72 w 19"/>
                  <a:gd name="T11" fmla="*/ 36 h 7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9" h="71">
                    <a:moveTo>
                      <a:pt x="10" y="0"/>
                    </a:moveTo>
                    <a:cubicBezTo>
                      <a:pt x="15" y="8"/>
                      <a:pt x="19" y="29"/>
                      <a:pt x="15" y="37"/>
                    </a:cubicBezTo>
                    <a:cubicBezTo>
                      <a:pt x="10" y="49"/>
                      <a:pt x="0" y="57"/>
                      <a:pt x="1" y="71"/>
                    </a:cubicBezTo>
                    <a:cubicBezTo>
                      <a:pt x="1" y="62"/>
                      <a:pt x="3" y="53"/>
                      <a:pt x="3" y="43"/>
                    </a:cubicBezTo>
                    <a:cubicBezTo>
                      <a:pt x="3" y="37"/>
                      <a:pt x="0" y="31"/>
                      <a:pt x="1" y="25"/>
                    </a:cubicBezTo>
                    <a:cubicBezTo>
                      <a:pt x="7" y="20"/>
                      <a:pt x="9" y="12"/>
                      <a:pt x="10" y="5"/>
                    </a:cubicBezTo>
                  </a:path>
                </a:pathLst>
              </a:custGeom>
              <a:solidFill>
                <a:srgbClr val="F6E9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5055" name="Freeform 427">
                <a:extLst>
                  <a:ext uri="{FF2B5EF4-FFF2-40B4-BE49-F238E27FC236}">
                    <a16:creationId xmlns:a16="http://schemas.microsoft.com/office/drawing/2014/main" id="{2CC2B686-FA0C-434A-BA26-E5EEC3068D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8" y="3889"/>
                <a:ext cx="41" cy="71"/>
              </a:xfrm>
              <a:custGeom>
                <a:avLst/>
                <a:gdLst>
                  <a:gd name="T0" fmla="*/ 156 w 21"/>
                  <a:gd name="T1" fmla="*/ 0 h 37"/>
                  <a:gd name="T2" fmla="*/ 156 w 21"/>
                  <a:gd name="T3" fmla="*/ 48 h 37"/>
                  <a:gd name="T4" fmla="*/ 148 w 21"/>
                  <a:gd name="T5" fmla="*/ 92 h 37"/>
                  <a:gd name="T6" fmla="*/ 125 w 21"/>
                  <a:gd name="T7" fmla="*/ 169 h 37"/>
                  <a:gd name="T8" fmla="*/ 80 w 21"/>
                  <a:gd name="T9" fmla="*/ 232 h 37"/>
                  <a:gd name="T10" fmla="*/ 23 w 21"/>
                  <a:gd name="T11" fmla="*/ 240 h 37"/>
                  <a:gd name="T12" fmla="*/ 23 w 21"/>
                  <a:gd name="T13" fmla="*/ 155 h 37"/>
                  <a:gd name="T14" fmla="*/ 31 w 21"/>
                  <a:gd name="T15" fmla="*/ 148 h 37"/>
                  <a:gd name="T16" fmla="*/ 45 w 21"/>
                  <a:gd name="T17" fmla="*/ 155 h 37"/>
                  <a:gd name="T18" fmla="*/ 80 w 21"/>
                  <a:gd name="T19" fmla="*/ 169 h 37"/>
                  <a:gd name="T20" fmla="*/ 119 w 21"/>
                  <a:gd name="T21" fmla="*/ 129 h 37"/>
                  <a:gd name="T22" fmla="*/ 133 w 21"/>
                  <a:gd name="T23" fmla="*/ 69 h 37"/>
                  <a:gd name="T24" fmla="*/ 148 w 21"/>
                  <a:gd name="T25" fmla="*/ 8 h 37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1" h="37">
                    <a:moveTo>
                      <a:pt x="21" y="0"/>
                    </a:moveTo>
                    <a:cubicBezTo>
                      <a:pt x="21" y="2"/>
                      <a:pt x="21" y="4"/>
                      <a:pt x="21" y="7"/>
                    </a:cubicBezTo>
                    <a:cubicBezTo>
                      <a:pt x="21" y="9"/>
                      <a:pt x="21" y="11"/>
                      <a:pt x="20" y="13"/>
                    </a:cubicBezTo>
                    <a:cubicBezTo>
                      <a:pt x="20" y="17"/>
                      <a:pt x="18" y="21"/>
                      <a:pt x="17" y="24"/>
                    </a:cubicBezTo>
                    <a:cubicBezTo>
                      <a:pt x="16" y="28"/>
                      <a:pt x="15" y="31"/>
                      <a:pt x="11" y="33"/>
                    </a:cubicBezTo>
                    <a:cubicBezTo>
                      <a:pt x="9" y="34"/>
                      <a:pt x="5" y="37"/>
                      <a:pt x="3" y="34"/>
                    </a:cubicBezTo>
                    <a:cubicBezTo>
                      <a:pt x="0" y="32"/>
                      <a:pt x="3" y="25"/>
                      <a:pt x="3" y="22"/>
                    </a:cubicBezTo>
                    <a:cubicBezTo>
                      <a:pt x="4" y="21"/>
                      <a:pt x="3" y="20"/>
                      <a:pt x="4" y="21"/>
                    </a:cubicBezTo>
                    <a:cubicBezTo>
                      <a:pt x="5" y="21"/>
                      <a:pt x="6" y="21"/>
                      <a:pt x="6" y="22"/>
                    </a:cubicBezTo>
                    <a:cubicBezTo>
                      <a:pt x="8" y="23"/>
                      <a:pt x="9" y="24"/>
                      <a:pt x="11" y="24"/>
                    </a:cubicBezTo>
                    <a:cubicBezTo>
                      <a:pt x="15" y="25"/>
                      <a:pt x="15" y="22"/>
                      <a:pt x="16" y="18"/>
                    </a:cubicBezTo>
                    <a:cubicBezTo>
                      <a:pt x="17" y="16"/>
                      <a:pt x="18" y="13"/>
                      <a:pt x="18" y="10"/>
                    </a:cubicBezTo>
                    <a:cubicBezTo>
                      <a:pt x="19" y="7"/>
                      <a:pt x="20" y="3"/>
                      <a:pt x="20" y="1"/>
                    </a:cubicBezTo>
                  </a:path>
                </a:pathLst>
              </a:custGeom>
              <a:solidFill>
                <a:srgbClr val="F6E9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5056" name="Freeform 428">
                <a:extLst>
                  <a:ext uri="{FF2B5EF4-FFF2-40B4-BE49-F238E27FC236}">
                    <a16:creationId xmlns:a16="http://schemas.microsoft.com/office/drawing/2014/main" id="{4E500E03-C4A4-479C-8AEA-13489E6068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2" y="3906"/>
                <a:ext cx="31" cy="52"/>
              </a:xfrm>
              <a:custGeom>
                <a:avLst/>
                <a:gdLst>
                  <a:gd name="T0" fmla="*/ 116 w 16"/>
                  <a:gd name="T1" fmla="*/ 0 h 27"/>
                  <a:gd name="T2" fmla="*/ 79 w 16"/>
                  <a:gd name="T3" fmla="*/ 71 h 27"/>
                  <a:gd name="T4" fmla="*/ 72 w 16"/>
                  <a:gd name="T5" fmla="*/ 129 h 27"/>
                  <a:gd name="T6" fmla="*/ 60 w 16"/>
                  <a:gd name="T7" fmla="*/ 171 h 27"/>
                  <a:gd name="T8" fmla="*/ 16 w 16"/>
                  <a:gd name="T9" fmla="*/ 185 h 27"/>
                  <a:gd name="T10" fmla="*/ 0 w 16"/>
                  <a:gd name="T11" fmla="*/ 100 h 27"/>
                  <a:gd name="T12" fmla="*/ 37 w 16"/>
                  <a:gd name="T13" fmla="*/ 108 h 27"/>
                  <a:gd name="T14" fmla="*/ 60 w 16"/>
                  <a:gd name="T15" fmla="*/ 100 h 27"/>
                  <a:gd name="T16" fmla="*/ 72 w 16"/>
                  <a:gd name="T17" fmla="*/ 48 h 27"/>
                  <a:gd name="T18" fmla="*/ 101 w 16"/>
                  <a:gd name="T19" fmla="*/ 8 h 2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6" h="27">
                    <a:moveTo>
                      <a:pt x="16" y="0"/>
                    </a:moveTo>
                    <a:cubicBezTo>
                      <a:pt x="13" y="3"/>
                      <a:pt x="12" y="6"/>
                      <a:pt x="11" y="10"/>
                    </a:cubicBezTo>
                    <a:cubicBezTo>
                      <a:pt x="11" y="12"/>
                      <a:pt x="11" y="15"/>
                      <a:pt x="10" y="18"/>
                    </a:cubicBezTo>
                    <a:cubicBezTo>
                      <a:pt x="10" y="21"/>
                      <a:pt x="10" y="23"/>
                      <a:pt x="8" y="24"/>
                    </a:cubicBezTo>
                    <a:cubicBezTo>
                      <a:pt x="6" y="25"/>
                      <a:pt x="4" y="27"/>
                      <a:pt x="2" y="26"/>
                    </a:cubicBezTo>
                    <a:cubicBezTo>
                      <a:pt x="7" y="22"/>
                      <a:pt x="3" y="18"/>
                      <a:pt x="0" y="14"/>
                    </a:cubicBezTo>
                    <a:cubicBezTo>
                      <a:pt x="1" y="14"/>
                      <a:pt x="4" y="15"/>
                      <a:pt x="5" y="15"/>
                    </a:cubicBezTo>
                    <a:cubicBezTo>
                      <a:pt x="7" y="16"/>
                      <a:pt x="7" y="16"/>
                      <a:pt x="8" y="14"/>
                    </a:cubicBezTo>
                    <a:cubicBezTo>
                      <a:pt x="8" y="11"/>
                      <a:pt x="9" y="10"/>
                      <a:pt x="10" y="7"/>
                    </a:cubicBezTo>
                    <a:cubicBezTo>
                      <a:pt x="11" y="6"/>
                      <a:pt x="12" y="2"/>
                      <a:pt x="14" y="1"/>
                    </a:cubicBezTo>
                  </a:path>
                </a:pathLst>
              </a:custGeom>
              <a:solidFill>
                <a:srgbClr val="F6E9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5057" name="Freeform 429">
                <a:extLst>
                  <a:ext uri="{FF2B5EF4-FFF2-40B4-BE49-F238E27FC236}">
                    <a16:creationId xmlns:a16="http://schemas.microsoft.com/office/drawing/2014/main" id="{5AE54032-E54D-428C-AA35-0EBC7B7450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6" y="3910"/>
                <a:ext cx="29" cy="44"/>
              </a:xfrm>
              <a:custGeom>
                <a:avLst/>
                <a:gdLst>
                  <a:gd name="T0" fmla="*/ 108 w 15"/>
                  <a:gd name="T1" fmla="*/ 0 h 23"/>
                  <a:gd name="T2" fmla="*/ 79 w 15"/>
                  <a:gd name="T3" fmla="*/ 40 h 23"/>
                  <a:gd name="T4" fmla="*/ 72 w 15"/>
                  <a:gd name="T5" fmla="*/ 105 h 23"/>
                  <a:gd name="T6" fmla="*/ 56 w 15"/>
                  <a:gd name="T7" fmla="*/ 147 h 23"/>
                  <a:gd name="T8" fmla="*/ 8 w 15"/>
                  <a:gd name="T9" fmla="*/ 161 h 23"/>
                  <a:gd name="T10" fmla="*/ 0 w 15"/>
                  <a:gd name="T11" fmla="*/ 84 h 23"/>
                  <a:gd name="T12" fmla="*/ 37 w 15"/>
                  <a:gd name="T13" fmla="*/ 92 h 23"/>
                  <a:gd name="T14" fmla="*/ 52 w 15"/>
                  <a:gd name="T15" fmla="*/ 84 h 23"/>
                  <a:gd name="T16" fmla="*/ 52 w 15"/>
                  <a:gd name="T17" fmla="*/ 69 h 23"/>
                  <a:gd name="T18" fmla="*/ 101 w 15"/>
                  <a:gd name="T19" fmla="*/ 8 h 2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5" h="23">
                    <a:moveTo>
                      <a:pt x="15" y="0"/>
                    </a:moveTo>
                    <a:cubicBezTo>
                      <a:pt x="15" y="2"/>
                      <a:pt x="12" y="4"/>
                      <a:pt x="11" y="6"/>
                    </a:cubicBezTo>
                    <a:cubicBezTo>
                      <a:pt x="10" y="9"/>
                      <a:pt x="10" y="12"/>
                      <a:pt x="10" y="15"/>
                    </a:cubicBezTo>
                    <a:cubicBezTo>
                      <a:pt x="10" y="18"/>
                      <a:pt x="11" y="19"/>
                      <a:pt x="8" y="21"/>
                    </a:cubicBezTo>
                    <a:cubicBezTo>
                      <a:pt x="6" y="22"/>
                      <a:pt x="4" y="23"/>
                      <a:pt x="1" y="23"/>
                    </a:cubicBezTo>
                    <a:cubicBezTo>
                      <a:pt x="6" y="21"/>
                      <a:pt x="2" y="15"/>
                      <a:pt x="0" y="12"/>
                    </a:cubicBezTo>
                    <a:cubicBezTo>
                      <a:pt x="2" y="12"/>
                      <a:pt x="4" y="13"/>
                      <a:pt x="5" y="13"/>
                    </a:cubicBezTo>
                    <a:cubicBezTo>
                      <a:pt x="6" y="13"/>
                      <a:pt x="7" y="14"/>
                      <a:pt x="7" y="12"/>
                    </a:cubicBezTo>
                    <a:cubicBezTo>
                      <a:pt x="7" y="12"/>
                      <a:pt x="7" y="11"/>
                      <a:pt x="7" y="10"/>
                    </a:cubicBezTo>
                    <a:cubicBezTo>
                      <a:pt x="7" y="6"/>
                      <a:pt x="11" y="3"/>
                      <a:pt x="14" y="1"/>
                    </a:cubicBezTo>
                  </a:path>
                </a:pathLst>
              </a:custGeom>
              <a:solidFill>
                <a:srgbClr val="F6E9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5058" name="Freeform 430">
                <a:extLst>
                  <a:ext uri="{FF2B5EF4-FFF2-40B4-BE49-F238E27FC236}">
                    <a16:creationId xmlns:a16="http://schemas.microsoft.com/office/drawing/2014/main" id="{B9FD478C-FC41-40FD-94C5-E938786E51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3" y="3931"/>
                <a:ext cx="14" cy="23"/>
              </a:xfrm>
              <a:custGeom>
                <a:avLst/>
                <a:gdLst>
                  <a:gd name="T0" fmla="*/ 40 w 7"/>
                  <a:gd name="T1" fmla="*/ 29 h 12"/>
                  <a:gd name="T2" fmla="*/ 8 w 7"/>
                  <a:gd name="T3" fmla="*/ 15 h 12"/>
                  <a:gd name="T4" fmla="*/ 8 w 7"/>
                  <a:gd name="T5" fmla="*/ 69 h 12"/>
                  <a:gd name="T6" fmla="*/ 48 w 7"/>
                  <a:gd name="T7" fmla="*/ 63 h 12"/>
                  <a:gd name="T8" fmla="*/ 40 w 7"/>
                  <a:gd name="T9" fmla="*/ 29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12">
                    <a:moveTo>
                      <a:pt x="5" y="4"/>
                    </a:moveTo>
                    <a:cubicBezTo>
                      <a:pt x="5" y="3"/>
                      <a:pt x="3" y="0"/>
                      <a:pt x="1" y="2"/>
                    </a:cubicBezTo>
                    <a:cubicBezTo>
                      <a:pt x="0" y="3"/>
                      <a:pt x="0" y="8"/>
                      <a:pt x="1" y="10"/>
                    </a:cubicBezTo>
                    <a:cubicBezTo>
                      <a:pt x="2" y="12"/>
                      <a:pt x="4" y="10"/>
                      <a:pt x="6" y="9"/>
                    </a:cubicBezTo>
                    <a:cubicBezTo>
                      <a:pt x="7" y="7"/>
                      <a:pt x="6" y="6"/>
                      <a:pt x="5" y="4"/>
                    </a:cubicBezTo>
                  </a:path>
                </a:pathLst>
              </a:custGeom>
              <a:solidFill>
                <a:srgbClr val="F6E9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5059" name="Freeform 431">
                <a:extLst>
                  <a:ext uri="{FF2B5EF4-FFF2-40B4-BE49-F238E27FC236}">
                    <a16:creationId xmlns:a16="http://schemas.microsoft.com/office/drawing/2014/main" id="{EBFE3E7E-1F6C-4BD1-BBF2-1D2DDCAC91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4" y="3933"/>
                <a:ext cx="6" cy="9"/>
              </a:xfrm>
              <a:custGeom>
                <a:avLst/>
                <a:gdLst>
                  <a:gd name="T0" fmla="*/ 8 w 3"/>
                  <a:gd name="T1" fmla="*/ 0 h 5"/>
                  <a:gd name="T2" fmla="*/ 16 w 3"/>
                  <a:gd name="T3" fmla="*/ 29 h 5"/>
                  <a:gd name="T4" fmla="*/ 8 w 3"/>
                  <a:gd name="T5" fmla="*/ 29 h 5"/>
                  <a:gd name="T6" fmla="*/ 8 w 3"/>
                  <a:gd name="T7" fmla="*/ 7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5">
                    <a:moveTo>
                      <a:pt x="1" y="0"/>
                    </a:moveTo>
                    <a:cubicBezTo>
                      <a:pt x="2" y="1"/>
                      <a:pt x="3" y="3"/>
                      <a:pt x="2" y="5"/>
                    </a:cubicBezTo>
                    <a:cubicBezTo>
                      <a:pt x="2" y="5"/>
                      <a:pt x="2" y="5"/>
                      <a:pt x="1" y="5"/>
                    </a:cubicBezTo>
                    <a:cubicBezTo>
                      <a:pt x="1" y="4"/>
                      <a:pt x="0" y="3"/>
                      <a:pt x="1" y="1"/>
                    </a:cubicBezTo>
                  </a:path>
                </a:pathLst>
              </a:custGeom>
              <a:solidFill>
                <a:srgbClr val="F6E9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5060" name="Freeform 432">
                <a:extLst>
                  <a:ext uri="{FF2B5EF4-FFF2-40B4-BE49-F238E27FC236}">
                    <a16:creationId xmlns:a16="http://schemas.microsoft.com/office/drawing/2014/main" id="{F368AB94-5216-41E5-8AAE-0DD239CAA2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1" y="3890"/>
                <a:ext cx="23" cy="27"/>
              </a:xfrm>
              <a:custGeom>
                <a:avLst/>
                <a:gdLst>
                  <a:gd name="T0" fmla="*/ 0 w 12"/>
                  <a:gd name="T1" fmla="*/ 100 h 14"/>
                  <a:gd name="T2" fmla="*/ 23 w 12"/>
                  <a:gd name="T3" fmla="*/ 71 h 14"/>
                  <a:gd name="T4" fmla="*/ 56 w 12"/>
                  <a:gd name="T5" fmla="*/ 44 h 14"/>
                  <a:gd name="T6" fmla="*/ 84 w 12"/>
                  <a:gd name="T7" fmla="*/ 0 h 14"/>
                  <a:gd name="T8" fmla="*/ 44 w 12"/>
                  <a:gd name="T9" fmla="*/ 44 h 14"/>
                  <a:gd name="T10" fmla="*/ 0 w 12"/>
                  <a:gd name="T11" fmla="*/ 100 h 1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14">
                    <a:moveTo>
                      <a:pt x="0" y="14"/>
                    </a:moveTo>
                    <a:cubicBezTo>
                      <a:pt x="1" y="13"/>
                      <a:pt x="2" y="11"/>
                      <a:pt x="3" y="10"/>
                    </a:cubicBezTo>
                    <a:cubicBezTo>
                      <a:pt x="5" y="9"/>
                      <a:pt x="6" y="7"/>
                      <a:pt x="8" y="6"/>
                    </a:cubicBezTo>
                    <a:cubicBezTo>
                      <a:pt x="10" y="4"/>
                      <a:pt x="11" y="3"/>
                      <a:pt x="12" y="0"/>
                    </a:cubicBezTo>
                    <a:cubicBezTo>
                      <a:pt x="10" y="2"/>
                      <a:pt x="8" y="4"/>
                      <a:pt x="6" y="6"/>
                    </a:cubicBezTo>
                    <a:cubicBezTo>
                      <a:pt x="4" y="8"/>
                      <a:pt x="0" y="11"/>
                      <a:pt x="0" y="14"/>
                    </a:cubicBezTo>
                  </a:path>
                </a:pathLst>
              </a:custGeom>
              <a:solidFill>
                <a:srgbClr val="F6E9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5061" name="Freeform 433">
                <a:extLst>
                  <a:ext uri="{FF2B5EF4-FFF2-40B4-BE49-F238E27FC236}">
                    <a16:creationId xmlns:a16="http://schemas.microsoft.com/office/drawing/2014/main" id="{4B3B53FA-8A63-4A5A-882F-083F4360A2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1" y="3898"/>
                <a:ext cx="10" cy="19"/>
              </a:xfrm>
              <a:custGeom>
                <a:avLst/>
                <a:gdLst>
                  <a:gd name="T0" fmla="*/ 0 w 5"/>
                  <a:gd name="T1" fmla="*/ 68 h 10"/>
                  <a:gd name="T2" fmla="*/ 24 w 5"/>
                  <a:gd name="T3" fmla="*/ 40 h 10"/>
                  <a:gd name="T4" fmla="*/ 40 w 5"/>
                  <a:gd name="T5" fmla="*/ 0 h 10"/>
                  <a:gd name="T6" fmla="*/ 0 w 5"/>
                  <a:gd name="T7" fmla="*/ 61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10">
                    <a:moveTo>
                      <a:pt x="0" y="10"/>
                    </a:moveTo>
                    <a:cubicBezTo>
                      <a:pt x="0" y="8"/>
                      <a:pt x="2" y="7"/>
                      <a:pt x="3" y="6"/>
                    </a:cubicBezTo>
                    <a:cubicBezTo>
                      <a:pt x="4" y="4"/>
                      <a:pt x="4" y="2"/>
                      <a:pt x="5" y="0"/>
                    </a:cubicBezTo>
                    <a:cubicBezTo>
                      <a:pt x="2" y="2"/>
                      <a:pt x="1" y="7"/>
                      <a:pt x="0" y="9"/>
                    </a:cubicBezTo>
                  </a:path>
                </a:pathLst>
              </a:custGeom>
              <a:solidFill>
                <a:srgbClr val="F6E9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5062" name="Freeform 434">
                <a:extLst>
                  <a:ext uri="{FF2B5EF4-FFF2-40B4-BE49-F238E27FC236}">
                    <a16:creationId xmlns:a16="http://schemas.microsoft.com/office/drawing/2014/main" id="{7DC93E9D-D787-42C4-A550-3BB8926B64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9" y="3883"/>
                <a:ext cx="9" cy="21"/>
              </a:xfrm>
              <a:custGeom>
                <a:avLst/>
                <a:gdLst>
                  <a:gd name="T0" fmla="*/ 0 w 5"/>
                  <a:gd name="T1" fmla="*/ 69 h 11"/>
                  <a:gd name="T2" fmla="*/ 29 w 5"/>
                  <a:gd name="T3" fmla="*/ 0 h 11"/>
                  <a:gd name="T4" fmla="*/ 13 w 5"/>
                  <a:gd name="T5" fmla="*/ 29 h 11"/>
                  <a:gd name="T6" fmla="*/ 7 w 5"/>
                  <a:gd name="T7" fmla="*/ 76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11">
                    <a:moveTo>
                      <a:pt x="0" y="10"/>
                    </a:moveTo>
                    <a:cubicBezTo>
                      <a:pt x="3" y="10"/>
                      <a:pt x="5" y="3"/>
                      <a:pt x="5" y="0"/>
                    </a:cubicBezTo>
                    <a:cubicBezTo>
                      <a:pt x="4" y="1"/>
                      <a:pt x="3" y="2"/>
                      <a:pt x="2" y="4"/>
                    </a:cubicBezTo>
                    <a:cubicBezTo>
                      <a:pt x="1" y="6"/>
                      <a:pt x="1" y="8"/>
                      <a:pt x="1" y="11"/>
                    </a:cubicBezTo>
                  </a:path>
                </a:pathLst>
              </a:custGeom>
              <a:solidFill>
                <a:srgbClr val="F6E9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5063" name="Freeform 435">
                <a:extLst>
                  <a:ext uri="{FF2B5EF4-FFF2-40B4-BE49-F238E27FC236}">
                    <a16:creationId xmlns:a16="http://schemas.microsoft.com/office/drawing/2014/main" id="{E7CCA8BF-2768-48DA-968C-E132A60A2A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7" y="3875"/>
                <a:ext cx="10" cy="21"/>
              </a:xfrm>
              <a:custGeom>
                <a:avLst/>
                <a:gdLst>
                  <a:gd name="T0" fmla="*/ 8 w 5"/>
                  <a:gd name="T1" fmla="*/ 76 h 11"/>
                  <a:gd name="T2" fmla="*/ 24 w 5"/>
                  <a:gd name="T3" fmla="*/ 0 h 11"/>
                  <a:gd name="T4" fmla="*/ 8 w 5"/>
                  <a:gd name="T5" fmla="*/ 15 h 11"/>
                  <a:gd name="T6" fmla="*/ 8 w 5"/>
                  <a:gd name="T7" fmla="*/ 40 h 11"/>
                  <a:gd name="T8" fmla="*/ 8 w 5"/>
                  <a:gd name="T9" fmla="*/ 69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11">
                    <a:moveTo>
                      <a:pt x="1" y="11"/>
                    </a:moveTo>
                    <a:cubicBezTo>
                      <a:pt x="3" y="10"/>
                      <a:pt x="5" y="2"/>
                      <a:pt x="3" y="0"/>
                    </a:cubicBezTo>
                    <a:cubicBezTo>
                      <a:pt x="2" y="1"/>
                      <a:pt x="1" y="2"/>
                      <a:pt x="1" y="2"/>
                    </a:cubicBezTo>
                    <a:cubicBezTo>
                      <a:pt x="0" y="4"/>
                      <a:pt x="1" y="5"/>
                      <a:pt x="1" y="6"/>
                    </a:cubicBezTo>
                    <a:cubicBezTo>
                      <a:pt x="1" y="8"/>
                      <a:pt x="1" y="9"/>
                      <a:pt x="1" y="10"/>
                    </a:cubicBezTo>
                  </a:path>
                </a:pathLst>
              </a:custGeom>
              <a:solidFill>
                <a:srgbClr val="F6E9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5064" name="Freeform 436">
                <a:extLst>
                  <a:ext uri="{FF2B5EF4-FFF2-40B4-BE49-F238E27FC236}">
                    <a16:creationId xmlns:a16="http://schemas.microsoft.com/office/drawing/2014/main" id="{2B9FD481-8DA7-4B76-926A-AEDB3B49C8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4" y="3902"/>
                <a:ext cx="29" cy="13"/>
              </a:xfrm>
              <a:custGeom>
                <a:avLst/>
                <a:gdLst>
                  <a:gd name="T0" fmla="*/ 0 w 15"/>
                  <a:gd name="T1" fmla="*/ 20 h 7"/>
                  <a:gd name="T2" fmla="*/ 101 w 15"/>
                  <a:gd name="T3" fmla="*/ 13 h 7"/>
                  <a:gd name="T4" fmla="*/ 108 w 15"/>
                  <a:gd name="T5" fmla="*/ 32 h 7"/>
                  <a:gd name="T6" fmla="*/ 85 w 15"/>
                  <a:gd name="T7" fmla="*/ 32 h 7"/>
                  <a:gd name="T8" fmla="*/ 37 w 15"/>
                  <a:gd name="T9" fmla="*/ 24 h 7"/>
                  <a:gd name="T10" fmla="*/ 0 w 15"/>
                  <a:gd name="T11" fmla="*/ 24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" h="7">
                    <a:moveTo>
                      <a:pt x="0" y="3"/>
                    </a:moveTo>
                    <a:cubicBezTo>
                      <a:pt x="4" y="1"/>
                      <a:pt x="9" y="0"/>
                      <a:pt x="14" y="2"/>
                    </a:cubicBezTo>
                    <a:cubicBezTo>
                      <a:pt x="15" y="3"/>
                      <a:pt x="15" y="4"/>
                      <a:pt x="15" y="5"/>
                    </a:cubicBezTo>
                    <a:cubicBezTo>
                      <a:pt x="15" y="7"/>
                      <a:pt x="13" y="6"/>
                      <a:pt x="12" y="5"/>
                    </a:cubicBezTo>
                    <a:cubicBezTo>
                      <a:pt x="10" y="5"/>
                      <a:pt x="8" y="5"/>
                      <a:pt x="5" y="4"/>
                    </a:cubicBezTo>
                    <a:cubicBezTo>
                      <a:pt x="4" y="4"/>
                      <a:pt x="2" y="3"/>
                      <a:pt x="0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5065" name="Freeform 437">
                <a:extLst>
                  <a:ext uri="{FF2B5EF4-FFF2-40B4-BE49-F238E27FC236}">
                    <a16:creationId xmlns:a16="http://schemas.microsoft.com/office/drawing/2014/main" id="{1C07D775-E048-47F0-94D6-69A1FDA1C9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7" y="3917"/>
                <a:ext cx="19" cy="12"/>
              </a:xfrm>
              <a:custGeom>
                <a:avLst/>
                <a:gdLst>
                  <a:gd name="T0" fmla="*/ 0 w 10"/>
                  <a:gd name="T1" fmla="*/ 16 h 6"/>
                  <a:gd name="T2" fmla="*/ 55 w 10"/>
                  <a:gd name="T3" fmla="*/ 8 h 6"/>
                  <a:gd name="T4" fmla="*/ 55 w 10"/>
                  <a:gd name="T5" fmla="*/ 48 h 6"/>
                  <a:gd name="T6" fmla="*/ 8 w 10"/>
                  <a:gd name="T7" fmla="*/ 16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6">
                    <a:moveTo>
                      <a:pt x="0" y="2"/>
                    </a:moveTo>
                    <a:cubicBezTo>
                      <a:pt x="3" y="2"/>
                      <a:pt x="6" y="0"/>
                      <a:pt x="8" y="1"/>
                    </a:cubicBezTo>
                    <a:cubicBezTo>
                      <a:pt x="10" y="2"/>
                      <a:pt x="8" y="4"/>
                      <a:pt x="8" y="6"/>
                    </a:cubicBezTo>
                    <a:cubicBezTo>
                      <a:pt x="7" y="4"/>
                      <a:pt x="4" y="2"/>
                      <a:pt x="1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5066" name="Freeform 438">
                <a:extLst>
                  <a:ext uri="{FF2B5EF4-FFF2-40B4-BE49-F238E27FC236}">
                    <a16:creationId xmlns:a16="http://schemas.microsoft.com/office/drawing/2014/main" id="{7BC092DC-FBB1-4ED2-91C8-B8D839F72A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8" y="3919"/>
                <a:ext cx="10" cy="10"/>
              </a:xfrm>
              <a:custGeom>
                <a:avLst/>
                <a:gdLst>
                  <a:gd name="T0" fmla="*/ 40 w 5"/>
                  <a:gd name="T1" fmla="*/ 0 h 5"/>
                  <a:gd name="T2" fmla="*/ 24 w 5"/>
                  <a:gd name="T3" fmla="*/ 40 h 5"/>
                  <a:gd name="T4" fmla="*/ 32 w 5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5" y="0"/>
                    </a:moveTo>
                    <a:cubicBezTo>
                      <a:pt x="4" y="0"/>
                      <a:pt x="3" y="4"/>
                      <a:pt x="3" y="5"/>
                    </a:cubicBezTo>
                    <a:cubicBezTo>
                      <a:pt x="0" y="3"/>
                      <a:pt x="2" y="2"/>
                      <a:pt x="4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5067" name="Freeform 439">
                <a:extLst>
                  <a:ext uri="{FF2B5EF4-FFF2-40B4-BE49-F238E27FC236}">
                    <a16:creationId xmlns:a16="http://schemas.microsoft.com/office/drawing/2014/main" id="{49E11035-E882-4707-AA84-CBB49A3D52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9" y="3925"/>
                <a:ext cx="4" cy="4"/>
              </a:xfrm>
              <a:custGeom>
                <a:avLst/>
                <a:gdLst>
                  <a:gd name="T0" fmla="*/ 8 w 2"/>
                  <a:gd name="T1" fmla="*/ 0 h 2"/>
                  <a:gd name="T2" fmla="*/ 16 w 2"/>
                  <a:gd name="T3" fmla="*/ 8 h 2"/>
                  <a:gd name="T4" fmla="*/ 0 w 2"/>
                  <a:gd name="T5" fmla="*/ 8 h 2"/>
                  <a:gd name="T6" fmla="*/ 0 w 2"/>
                  <a:gd name="T7" fmla="*/ 8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1" y="1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5068" name="Freeform 440">
                <a:extLst>
                  <a:ext uri="{FF2B5EF4-FFF2-40B4-BE49-F238E27FC236}">
                    <a16:creationId xmlns:a16="http://schemas.microsoft.com/office/drawing/2014/main" id="{77CE4D8E-90D1-49FC-81FE-6FE5022C12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9" y="3915"/>
                <a:ext cx="25" cy="43"/>
              </a:xfrm>
              <a:custGeom>
                <a:avLst/>
                <a:gdLst>
                  <a:gd name="T0" fmla="*/ 23 w 13"/>
                  <a:gd name="T1" fmla="*/ 0 h 22"/>
                  <a:gd name="T2" fmla="*/ 8 w 13"/>
                  <a:gd name="T3" fmla="*/ 104 h 22"/>
                  <a:gd name="T4" fmla="*/ 44 w 13"/>
                  <a:gd name="T5" fmla="*/ 149 h 22"/>
                  <a:gd name="T6" fmla="*/ 92 w 13"/>
                  <a:gd name="T7" fmla="*/ 156 h 22"/>
                  <a:gd name="T8" fmla="*/ 37 w 13"/>
                  <a:gd name="T9" fmla="*/ 96 h 22"/>
                  <a:gd name="T10" fmla="*/ 23 w 13"/>
                  <a:gd name="T11" fmla="*/ 61 h 22"/>
                  <a:gd name="T12" fmla="*/ 23 w 13"/>
                  <a:gd name="T13" fmla="*/ 16 h 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22">
                    <a:moveTo>
                      <a:pt x="3" y="0"/>
                    </a:moveTo>
                    <a:cubicBezTo>
                      <a:pt x="1" y="5"/>
                      <a:pt x="0" y="9"/>
                      <a:pt x="1" y="14"/>
                    </a:cubicBezTo>
                    <a:cubicBezTo>
                      <a:pt x="2" y="16"/>
                      <a:pt x="4" y="18"/>
                      <a:pt x="6" y="20"/>
                    </a:cubicBezTo>
                    <a:cubicBezTo>
                      <a:pt x="7" y="21"/>
                      <a:pt x="12" y="22"/>
                      <a:pt x="13" y="21"/>
                    </a:cubicBezTo>
                    <a:cubicBezTo>
                      <a:pt x="10" y="19"/>
                      <a:pt x="7" y="16"/>
                      <a:pt x="5" y="13"/>
                    </a:cubicBezTo>
                    <a:cubicBezTo>
                      <a:pt x="4" y="11"/>
                      <a:pt x="3" y="9"/>
                      <a:pt x="3" y="8"/>
                    </a:cubicBezTo>
                    <a:cubicBezTo>
                      <a:pt x="2" y="6"/>
                      <a:pt x="3" y="4"/>
                      <a:pt x="3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5069" name="Freeform 441">
                <a:extLst>
                  <a:ext uri="{FF2B5EF4-FFF2-40B4-BE49-F238E27FC236}">
                    <a16:creationId xmlns:a16="http://schemas.microsoft.com/office/drawing/2014/main" id="{AB699674-61F8-4A1E-9362-BFC8E1583C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3" y="3935"/>
                <a:ext cx="15" cy="17"/>
              </a:xfrm>
              <a:custGeom>
                <a:avLst/>
                <a:gdLst>
                  <a:gd name="T0" fmla="*/ 0 w 8"/>
                  <a:gd name="T1" fmla="*/ 0 h 9"/>
                  <a:gd name="T2" fmla="*/ 15 w 8"/>
                  <a:gd name="T3" fmla="*/ 40 h 9"/>
                  <a:gd name="T4" fmla="*/ 53 w 8"/>
                  <a:gd name="T5" fmla="*/ 60 h 9"/>
                  <a:gd name="T6" fmla="*/ 28 w 8"/>
                  <a:gd name="T7" fmla="*/ 32 h 9"/>
                  <a:gd name="T8" fmla="*/ 21 w 8"/>
                  <a:gd name="T9" fmla="*/ 0 h 9"/>
                  <a:gd name="T10" fmla="*/ 0 w 8"/>
                  <a:gd name="T11" fmla="*/ 8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" h="9">
                    <a:moveTo>
                      <a:pt x="0" y="0"/>
                    </a:moveTo>
                    <a:cubicBezTo>
                      <a:pt x="0" y="2"/>
                      <a:pt x="0" y="4"/>
                      <a:pt x="2" y="6"/>
                    </a:cubicBezTo>
                    <a:cubicBezTo>
                      <a:pt x="4" y="7"/>
                      <a:pt x="6" y="9"/>
                      <a:pt x="8" y="9"/>
                    </a:cubicBezTo>
                    <a:cubicBezTo>
                      <a:pt x="7" y="8"/>
                      <a:pt x="5" y="7"/>
                      <a:pt x="4" y="5"/>
                    </a:cubicBezTo>
                    <a:cubicBezTo>
                      <a:pt x="2" y="4"/>
                      <a:pt x="3" y="2"/>
                      <a:pt x="3" y="0"/>
                    </a:cubicBezTo>
                    <a:cubicBezTo>
                      <a:pt x="2" y="1"/>
                      <a:pt x="1" y="1"/>
                      <a:pt x="0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5070" name="Freeform 442">
                <a:extLst>
                  <a:ext uri="{FF2B5EF4-FFF2-40B4-BE49-F238E27FC236}">
                    <a16:creationId xmlns:a16="http://schemas.microsoft.com/office/drawing/2014/main" id="{2C985123-078A-4F81-BFB7-23EEB9D43C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1" y="3937"/>
                <a:ext cx="13" cy="15"/>
              </a:xfrm>
              <a:custGeom>
                <a:avLst/>
                <a:gdLst>
                  <a:gd name="T0" fmla="*/ 7 w 7"/>
                  <a:gd name="T1" fmla="*/ 0 h 8"/>
                  <a:gd name="T2" fmla="*/ 0 w 7"/>
                  <a:gd name="T3" fmla="*/ 32 h 8"/>
                  <a:gd name="T4" fmla="*/ 24 w 7"/>
                  <a:gd name="T5" fmla="*/ 53 h 8"/>
                  <a:gd name="T6" fmla="*/ 37 w 7"/>
                  <a:gd name="T7" fmla="*/ 28 h 8"/>
                  <a:gd name="T8" fmla="*/ 13 w 7"/>
                  <a:gd name="T9" fmla="*/ 0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8">
                    <a:moveTo>
                      <a:pt x="1" y="0"/>
                    </a:moveTo>
                    <a:cubicBezTo>
                      <a:pt x="1" y="2"/>
                      <a:pt x="1" y="3"/>
                      <a:pt x="0" y="5"/>
                    </a:cubicBezTo>
                    <a:cubicBezTo>
                      <a:pt x="0" y="7"/>
                      <a:pt x="2" y="8"/>
                      <a:pt x="4" y="8"/>
                    </a:cubicBezTo>
                    <a:cubicBezTo>
                      <a:pt x="7" y="8"/>
                      <a:pt x="7" y="6"/>
                      <a:pt x="6" y="4"/>
                    </a:cubicBezTo>
                    <a:cubicBezTo>
                      <a:pt x="5" y="2"/>
                      <a:pt x="2" y="3"/>
                      <a:pt x="2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5071" name="Freeform 443">
                <a:extLst>
                  <a:ext uri="{FF2B5EF4-FFF2-40B4-BE49-F238E27FC236}">
                    <a16:creationId xmlns:a16="http://schemas.microsoft.com/office/drawing/2014/main" id="{4C73B1FF-CF28-4DC0-A10C-7DDDC0F9D5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5" y="3939"/>
                <a:ext cx="4" cy="9"/>
              </a:xfrm>
              <a:custGeom>
                <a:avLst/>
                <a:gdLst>
                  <a:gd name="T0" fmla="*/ 0 w 2"/>
                  <a:gd name="T1" fmla="*/ 0 h 5"/>
                  <a:gd name="T2" fmla="*/ 0 w 2"/>
                  <a:gd name="T3" fmla="*/ 0 h 5"/>
                  <a:gd name="T4" fmla="*/ 0 w 2"/>
                  <a:gd name="T5" fmla="*/ 16 h 5"/>
                  <a:gd name="T6" fmla="*/ 16 w 2"/>
                  <a:gd name="T7" fmla="*/ 29 h 5"/>
                  <a:gd name="T8" fmla="*/ 8 w 2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5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2"/>
                      <a:pt x="0" y="3"/>
                    </a:cubicBezTo>
                    <a:cubicBezTo>
                      <a:pt x="0" y="4"/>
                      <a:pt x="1" y="5"/>
                      <a:pt x="2" y="5"/>
                    </a:cubicBezTo>
                    <a:cubicBezTo>
                      <a:pt x="2" y="3"/>
                      <a:pt x="1" y="2"/>
                      <a:pt x="1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5072" name="Freeform 444">
                <a:extLst>
                  <a:ext uri="{FF2B5EF4-FFF2-40B4-BE49-F238E27FC236}">
                    <a16:creationId xmlns:a16="http://schemas.microsoft.com/office/drawing/2014/main" id="{7F4F8DF9-8AF0-4C95-A0CB-675D311D3B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9" y="3867"/>
                <a:ext cx="11" cy="29"/>
              </a:xfrm>
              <a:custGeom>
                <a:avLst/>
                <a:gdLst>
                  <a:gd name="T0" fmla="*/ 0 w 6"/>
                  <a:gd name="T1" fmla="*/ 0 h 15"/>
                  <a:gd name="T2" fmla="*/ 13 w 6"/>
                  <a:gd name="T3" fmla="*/ 56 h 15"/>
                  <a:gd name="T4" fmla="*/ 0 w 6"/>
                  <a:gd name="T5" fmla="*/ 108 h 15"/>
                  <a:gd name="T6" fmla="*/ 7 w 6"/>
                  <a:gd name="T7" fmla="*/ 15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15">
                    <a:moveTo>
                      <a:pt x="0" y="0"/>
                    </a:moveTo>
                    <a:cubicBezTo>
                      <a:pt x="0" y="3"/>
                      <a:pt x="2" y="5"/>
                      <a:pt x="2" y="8"/>
                    </a:cubicBezTo>
                    <a:cubicBezTo>
                      <a:pt x="2" y="11"/>
                      <a:pt x="0" y="13"/>
                      <a:pt x="0" y="15"/>
                    </a:cubicBezTo>
                    <a:cubicBezTo>
                      <a:pt x="4" y="11"/>
                      <a:pt x="6" y="5"/>
                      <a:pt x="1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5073" name="Freeform 445">
                <a:extLst>
                  <a:ext uri="{FF2B5EF4-FFF2-40B4-BE49-F238E27FC236}">
                    <a16:creationId xmlns:a16="http://schemas.microsoft.com/office/drawing/2014/main" id="{57832C8E-4D09-41EA-B7F2-9B7811C103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0" y="3879"/>
                <a:ext cx="10" cy="21"/>
              </a:xfrm>
              <a:custGeom>
                <a:avLst/>
                <a:gdLst>
                  <a:gd name="T0" fmla="*/ 8 w 5"/>
                  <a:gd name="T1" fmla="*/ 0 h 11"/>
                  <a:gd name="T2" fmla="*/ 0 w 5"/>
                  <a:gd name="T3" fmla="*/ 76 h 11"/>
                  <a:gd name="T4" fmla="*/ 32 w 5"/>
                  <a:gd name="T5" fmla="*/ 48 h 11"/>
                  <a:gd name="T6" fmla="*/ 16 w 5"/>
                  <a:gd name="T7" fmla="*/ 0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11">
                    <a:moveTo>
                      <a:pt x="1" y="0"/>
                    </a:moveTo>
                    <a:cubicBezTo>
                      <a:pt x="3" y="3"/>
                      <a:pt x="2" y="8"/>
                      <a:pt x="0" y="11"/>
                    </a:cubicBezTo>
                    <a:cubicBezTo>
                      <a:pt x="1" y="11"/>
                      <a:pt x="4" y="8"/>
                      <a:pt x="4" y="7"/>
                    </a:cubicBezTo>
                    <a:cubicBezTo>
                      <a:pt x="5" y="4"/>
                      <a:pt x="3" y="2"/>
                      <a:pt x="2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5074" name="Freeform 446">
                <a:extLst>
                  <a:ext uri="{FF2B5EF4-FFF2-40B4-BE49-F238E27FC236}">
                    <a16:creationId xmlns:a16="http://schemas.microsoft.com/office/drawing/2014/main" id="{DD2EEAE6-8184-47BA-A9FF-3ACBA8B3BA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4" y="3883"/>
                <a:ext cx="13" cy="21"/>
              </a:xfrm>
              <a:custGeom>
                <a:avLst/>
                <a:gdLst>
                  <a:gd name="T0" fmla="*/ 32 w 7"/>
                  <a:gd name="T1" fmla="*/ 0 h 11"/>
                  <a:gd name="T2" fmla="*/ 24 w 7"/>
                  <a:gd name="T3" fmla="*/ 40 h 11"/>
                  <a:gd name="T4" fmla="*/ 0 w 7"/>
                  <a:gd name="T5" fmla="*/ 76 h 11"/>
                  <a:gd name="T6" fmla="*/ 24 w 7"/>
                  <a:gd name="T7" fmla="*/ 61 h 11"/>
                  <a:gd name="T8" fmla="*/ 45 w 7"/>
                  <a:gd name="T9" fmla="*/ 0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11">
                    <a:moveTo>
                      <a:pt x="5" y="0"/>
                    </a:moveTo>
                    <a:cubicBezTo>
                      <a:pt x="5" y="2"/>
                      <a:pt x="5" y="4"/>
                      <a:pt x="4" y="6"/>
                    </a:cubicBezTo>
                    <a:cubicBezTo>
                      <a:pt x="3" y="8"/>
                      <a:pt x="2" y="11"/>
                      <a:pt x="0" y="11"/>
                    </a:cubicBezTo>
                    <a:cubicBezTo>
                      <a:pt x="1" y="10"/>
                      <a:pt x="3" y="10"/>
                      <a:pt x="4" y="9"/>
                    </a:cubicBezTo>
                    <a:cubicBezTo>
                      <a:pt x="7" y="7"/>
                      <a:pt x="7" y="3"/>
                      <a:pt x="7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5075" name="Freeform 447">
                <a:extLst>
                  <a:ext uri="{FF2B5EF4-FFF2-40B4-BE49-F238E27FC236}">
                    <a16:creationId xmlns:a16="http://schemas.microsoft.com/office/drawing/2014/main" id="{214A04EA-4919-4D3A-9063-3177172CC4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8" y="3616"/>
                <a:ext cx="27" cy="119"/>
              </a:xfrm>
              <a:custGeom>
                <a:avLst/>
                <a:gdLst>
                  <a:gd name="T0" fmla="*/ 93 w 14"/>
                  <a:gd name="T1" fmla="*/ 0 h 62"/>
                  <a:gd name="T2" fmla="*/ 64 w 14"/>
                  <a:gd name="T3" fmla="*/ 132 h 62"/>
                  <a:gd name="T4" fmla="*/ 29 w 14"/>
                  <a:gd name="T5" fmla="*/ 248 h 62"/>
                  <a:gd name="T6" fmla="*/ 8 w 14"/>
                  <a:gd name="T7" fmla="*/ 353 h 62"/>
                  <a:gd name="T8" fmla="*/ 0 w 14"/>
                  <a:gd name="T9" fmla="*/ 438 h 62"/>
                  <a:gd name="T10" fmla="*/ 23 w 14"/>
                  <a:gd name="T11" fmla="*/ 353 h 62"/>
                  <a:gd name="T12" fmla="*/ 64 w 14"/>
                  <a:gd name="T13" fmla="*/ 253 h 62"/>
                  <a:gd name="T14" fmla="*/ 100 w 14"/>
                  <a:gd name="T15" fmla="*/ 15 h 6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4" h="62">
                    <a:moveTo>
                      <a:pt x="13" y="0"/>
                    </a:moveTo>
                    <a:cubicBezTo>
                      <a:pt x="14" y="7"/>
                      <a:pt x="11" y="13"/>
                      <a:pt x="9" y="19"/>
                    </a:cubicBezTo>
                    <a:cubicBezTo>
                      <a:pt x="7" y="24"/>
                      <a:pt x="6" y="30"/>
                      <a:pt x="4" y="35"/>
                    </a:cubicBezTo>
                    <a:cubicBezTo>
                      <a:pt x="3" y="40"/>
                      <a:pt x="1" y="45"/>
                      <a:pt x="1" y="50"/>
                    </a:cubicBezTo>
                    <a:cubicBezTo>
                      <a:pt x="0" y="54"/>
                      <a:pt x="0" y="58"/>
                      <a:pt x="0" y="62"/>
                    </a:cubicBezTo>
                    <a:cubicBezTo>
                      <a:pt x="1" y="58"/>
                      <a:pt x="2" y="54"/>
                      <a:pt x="3" y="50"/>
                    </a:cubicBezTo>
                    <a:cubicBezTo>
                      <a:pt x="5" y="45"/>
                      <a:pt x="7" y="41"/>
                      <a:pt x="9" y="36"/>
                    </a:cubicBezTo>
                    <a:cubicBezTo>
                      <a:pt x="13" y="25"/>
                      <a:pt x="14" y="14"/>
                      <a:pt x="14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5076" name="Freeform 448">
                <a:extLst>
                  <a:ext uri="{FF2B5EF4-FFF2-40B4-BE49-F238E27FC236}">
                    <a16:creationId xmlns:a16="http://schemas.microsoft.com/office/drawing/2014/main" id="{857E2199-2EA0-4BA6-AB4B-07A07178D8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0" y="3662"/>
                <a:ext cx="19" cy="67"/>
              </a:xfrm>
              <a:custGeom>
                <a:avLst/>
                <a:gdLst>
                  <a:gd name="T0" fmla="*/ 0 w 10"/>
                  <a:gd name="T1" fmla="*/ 0 h 35"/>
                  <a:gd name="T2" fmla="*/ 8 w 10"/>
                  <a:gd name="T3" fmla="*/ 153 h 35"/>
                  <a:gd name="T4" fmla="*/ 68 w 10"/>
                  <a:gd name="T5" fmla="*/ 245 h 35"/>
                  <a:gd name="T6" fmla="*/ 8 w 10"/>
                  <a:gd name="T7" fmla="*/ 21 h 3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35">
                    <a:moveTo>
                      <a:pt x="0" y="0"/>
                    </a:moveTo>
                    <a:cubicBezTo>
                      <a:pt x="2" y="7"/>
                      <a:pt x="2" y="15"/>
                      <a:pt x="1" y="22"/>
                    </a:cubicBezTo>
                    <a:cubicBezTo>
                      <a:pt x="1" y="28"/>
                      <a:pt x="3" y="34"/>
                      <a:pt x="10" y="35"/>
                    </a:cubicBezTo>
                    <a:cubicBezTo>
                      <a:pt x="2" y="27"/>
                      <a:pt x="6" y="13"/>
                      <a:pt x="1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5077" name="Freeform 449">
                <a:extLst>
                  <a:ext uri="{FF2B5EF4-FFF2-40B4-BE49-F238E27FC236}">
                    <a16:creationId xmlns:a16="http://schemas.microsoft.com/office/drawing/2014/main" id="{E4A571D2-DA3B-4511-9B45-6849386E36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1" y="3906"/>
                <a:ext cx="17" cy="17"/>
              </a:xfrm>
              <a:custGeom>
                <a:avLst/>
                <a:gdLst>
                  <a:gd name="T0" fmla="*/ 0 w 9"/>
                  <a:gd name="T1" fmla="*/ 8 h 9"/>
                  <a:gd name="T2" fmla="*/ 15 w 9"/>
                  <a:gd name="T3" fmla="*/ 60 h 9"/>
                  <a:gd name="T4" fmla="*/ 15 w 9"/>
                  <a:gd name="T5" fmla="*/ 60 h 9"/>
                  <a:gd name="T6" fmla="*/ 32 w 9"/>
                  <a:gd name="T7" fmla="*/ 47 h 9"/>
                  <a:gd name="T8" fmla="*/ 60 w 9"/>
                  <a:gd name="T9" fmla="*/ 32 h 9"/>
                  <a:gd name="T10" fmla="*/ 47 w 9"/>
                  <a:gd name="T11" fmla="*/ 28 h 9"/>
                  <a:gd name="T12" fmla="*/ 32 w 9"/>
                  <a:gd name="T13" fmla="*/ 0 h 9"/>
                  <a:gd name="T14" fmla="*/ 8 w 9"/>
                  <a:gd name="T15" fmla="*/ 8 h 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" h="9">
                    <a:moveTo>
                      <a:pt x="0" y="1"/>
                    </a:moveTo>
                    <a:cubicBezTo>
                      <a:pt x="1" y="3"/>
                      <a:pt x="2" y="6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3" y="8"/>
                      <a:pt x="4" y="8"/>
                      <a:pt x="5" y="7"/>
                    </a:cubicBezTo>
                    <a:cubicBezTo>
                      <a:pt x="6" y="6"/>
                      <a:pt x="8" y="6"/>
                      <a:pt x="9" y="5"/>
                    </a:cubicBezTo>
                    <a:cubicBezTo>
                      <a:pt x="9" y="5"/>
                      <a:pt x="8" y="4"/>
                      <a:pt x="7" y="4"/>
                    </a:cubicBezTo>
                    <a:cubicBezTo>
                      <a:pt x="7" y="3"/>
                      <a:pt x="6" y="0"/>
                      <a:pt x="5" y="0"/>
                    </a:cubicBezTo>
                    <a:cubicBezTo>
                      <a:pt x="4" y="0"/>
                      <a:pt x="2" y="0"/>
                      <a:pt x="1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5078" name="Freeform 450">
                <a:extLst>
                  <a:ext uri="{FF2B5EF4-FFF2-40B4-BE49-F238E27FC236}">
                    <a16:creationId xmlns:a16="http://schemas.microsoft.com/office/drawing/2014/main" id="{49EDCC83-49E2-4B9A-9B9E-A278C574C1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7" y="3906"/>
                <a:ext cx="43" cy="52"/>
              </a:xfrm>
              <a:custGeom>
                <a:avLst/>
                <a:gdLst>
                  <a:gd name="T0" fmla="*/ 0 w 22"/>
                  <a:gd name="T1" fmla="*/ 0 h 27"/>
                  <a:gd name="T2" fmla="*/ 8 w 22"/>
                  <a:gd name="T3" fmla="*/ 37 h 27"/>
                  <a:gd name="T4" fmla="*/ 16 w 22"/>
                  <a:gd name="T5" fmla="*/ 71 h 27"/>
                  <a:gd name="T6" fmla="*/ 39 w 22"/>
                  <a:gd name="T7" fmla="*/ 137 h 27"/>
                  <a:gd name="T8" fmla="*/ 88 w 22"/>
                  <a:gd name="T9" fmla="*/ 177 h 27"/>
                  <a:gd name="T10" fmla="*/ 133 w 22"/>
                  <a:gd name="T11" fmla="*/ 193 h 27"/>
                  <a:gd name="T12" fmla="*/ 164 w 22"/>
                  <a:gd name="T13" fmla="*/ 193 h 27"/>
                  <a:gd name="T14" fmla="*/ 111 w 22"/>
                  <a:gd name="T15" fmla="*/ 137 h 27"/>
                  <a:gd name="T16" fmla="*/ 127 w 22"/>
                  <a:gd name="T17" fmla="*/ 85 h 27"/>
                  <a:gd name="T18" fmla="*/ 104 w 22"/>
                  <a:gd name="T19" fmla="*/ 92 h 27"/>
                  <a:gd name="T20" fmla="*/ 84 w 22"/>
                  <a:gd name="T21" fmla="*/ 100 h 27"/>
                  <a:gd name="T22" fmla="*/ 45 w 22"/>
                  <a:gd name="T23" fmla="*/ 100 h 27"/>
                  <a:gd name="T24" fmla="*/ 31 w 22"/>
                  <a:gd name="T25" fmla="*/ 44 h 27"/>
                  <a:gd name="T26" fmla="*/ 8 w 22"/>
                  <a:gd name="T27" fmla="*/ 0 h 2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2" h="27">
                    <a:moveTo>
                      <a:pt x="0" y="0"/>
                    </a:moveTo>
                    <a:cubicBezTo>
                      <a:pt x="0" y="1"/>
                      <a:pt x="1" y="3"/>
                      <a:pt x="1" y="5"/>
                    </a:cubicBezTo>
                    <a:cubicBezTo>
                      <a:pt x="1" y="7"/>
                      <a:pt x="2" y="9"/>
                      <a:pt x="2" y="10"/>
                    </a:cubicBezTo>
                    <a:cubicBezTo>
                      <a:pt x="3" y="13"/>
                      <a:pt x="4" y="17"/>
                      <a:pt x="5" y="19"/>
                    </a:cubicBezTo>
                    <a:cubicBezTo>
                      <a:pt x="7" y="22"/>
                      <a:pt x="9" y="24"/>
                      <a:pt x="12" y="25"/>
                    </a:cubicBezTo>
                    <a:cubicBezTo>
                      <a:pt x="14" y="26"/>
                      <a:pt x="16" y="26"/>
                      <a:pt x="18" y="27"/>
                    </a:cubicBezTo>
                    <a:cubicBezTo>
                      <a:pt x="19" y="27"/>
                      <a:pt x="21" y="27"/>
                      <a:pt x="22" y="27"/>
                    </a:cubicBezTo>
                    <a:cubicBezTo>
                      <a:pt x="18" y="26"/>
                      <a:pt x="15" y="23"/>
                      <a:pt x="15" y="19"/>
                    </a:cubicBezTo>
                    <a:cubicBezTo>
                      <a:pt x="14" y="16"/>
                      <a:pt x="15" y="14"/>
                      <a:pt x="17" y="12"/>
                    </a:cubicBezTo>
                    <a:cubicBezTo>
                      <a:pt x="16" y="12"/>
                      <a:pt x="15" y="12"/>
                      <a:pt x="14" y="13"/>
                    </a:cubicBezTo>
                    <a:cubicBezTo>
                      <a:pt x="13" y="13"/>
                      <a:pt x="12" y="13"/>
                      <a:pt x="11" y="14"/>
                    </a:cubicBezTo>
                    <a:cubicBezTo>
                      <a:pt x="9" y="14"/>
                      <a:pt x="7" y="15"/>
                      <a:pt x="6" y="14"/>
                    </a:cubicBezTo>
                    <a:cubicBezTo>
                      <a:pt x="4" y="13"/>
                      <a:pt x="4" y="8"/>
                      <a:pt x="4" y="6"/>
                    </a:cubicBezTo>
                    <a:cubicBezTo>
                      <a:pt x="4" y="3"/>
                      <a:pt x="3" y="2"/>
                      <a:pt x="1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5079" name="Freeform 451">
                <a:extLst>
                  <a:ext uri="{FF2B5EF4-FFF2-40B4-BE49-F238E27FC236}">
                    <a16:creationId xmlns:a16="http://schemas.microsoft.com/office/drawing/2014/main" id="{AF074743-D7B7-4D54-9850-3FC759F773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8" y="3919"/>
                <a:ext cx="18" cy="10"/>
              </a:xfrm>
              <a:custGeom>
                <a:avLst/>
                <a:gdLst>
                  <a:gd name="T0" fmla="*/ 0 w 9"/>
                  <a:gd name="T1" fmla="*/ 0 h 5"/>
                  <a:gd name="T2" fmla="*/ 24 w 9"/>
                  <a:gd name="T3" fmla="*/ 40 h 5"/>
                  <a:gd name="T4" fmla="*/ 48 w 9"/>
                  <a:gd name="T5" fmla="*/ 32 h 5"/>
                  <a:gd name="T6" fmla="*/ 72 w 9"/>
                  <a:gd name="T7" fmla="*/ 24 h 5"/>
                  <a:gd name="T8" fmla="*/ 40 w 9"/>
                  <a:gd name="T9" fmla="*/ 0 h 5"/>
                  <a:gd name="T10" fmla="*/ 16 w 9"/>
                  <a:gd name="T11" fmla="*/ 0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" h="5">
                    <a:moveTo>
                      <a:pt x="0" y="0"/>
                    </a:moveTo>
                    <a:cubicBezTo>
                      <a:pt x="1" y="1"/>
                      <a:pt x="1" y="4"/>
                      <a:pt x="3" y="5"/>
                    </a:cubicBezTo>
                    <a:cubicBezTo>
                      <a:pt x="3" y="5"/>
                      <a:pt x="5" y="4"/>
                      <a:pt x="6" y="4"/>
                    </a:cubicBezTo>
                    <a:cubicBezTo>
                      <a:pt x="7" y="4"/>
                      <a:pt x="7" y="3"/>
                      <a:pt x="9" y="3"/>
                    </a:cubicBezTo>
                    <a:cubicBezTo>
                      <a:pt x="8" y="2"/>
                      <a:pt x="7" y="1"/>
                      <a:pt x="5" y="0"/>
                    </a:cubicBezTo>
                    <a:cubicBezTo>
                      <a:pt x="5" y="0"/>
                      <a:pt x="3" y="0"/>
                      <a:pt x="2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5080" name="Freeform 452">
                <a:extLst>
                  <a:ext uri="{FF2B5EF4-FFF2-40B4-BE49-F238E27FC236}">
                    <a16:creationId xmlns:a16="http://schemas.microsoft.com/office/drawing/2014/main" id="{ECD6B6AE-5FA9-4CC1-A00C-FA3395CD4A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9" y="3917"/>
                <a:ext cx="29" cy="39"/>
              </a:xfrm>
              <a:custGeom>
                <a:avLst/>
                <a:gdLst>
                  <a:gd name="T0" fmla="*/ 0 w 15"/>
                  <a:gd name="T1" fmla="*/ 0 h 20"/>
                  <a:gd name="T2" fmla="*/ 15 w 15"/>
                  <a:gd name="T3" fmla="*/ 39 h 20"/>
                  <a:gd name="T4" fmla="*/ 15 w 15"/>
                  <a:gd name="T5" fmla="*/ 76 h 20"/>
                  <a:gd name="T6" fmla="*/ 15 w 15"/>
                  <a:gd name="T7" fmla="*/ 111 h 20"/>
                  <a:gd name="T8" fmla="*/ 56 w 15"/>
                  <a:gd name="T9" fmla="*/ 140 h 20"/>
                  <a:gd name="T10" fmla="*/ 108 w 15"/>
                  <a:gd name="T11" fmla="*/ 148 h 20"/>
                  <a:gd name="T12" fmla="*/ 79 w 15"/>
                  <a:gd name="T13" fmla="*/ 103 h 20"/>
                  <a:gd name="T14" fmla="*/ 85 w 15"/>
                  <a:gd name="T15" fmla="*/ 60 h 20"/>
                  <a:gd name="T16" fmla="*/ 37 w 15"/>
                  <a:gd name="T17" fmla="*/ 80 h 20"/>
                  <a:gd name="T18" fmla="*/ 23 w 15"/>
                  <a:gd name="T19" fmla="*/ 53 h 20"/>
                  <a:gd name="T20" fmla="*/ 15 w 15"/>
                  <a:gd name="T21" fmla="*/ 31 h 20"/>
                  <a:gd name="T22" fmla="*/ 8 w 15"/>
                  <a:gd name="T23" fmla="*/ 8 h 2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5" h="20">
                    <a:moveTo>
                      <a:pt x="0" y="0"/>
                    </a:moveTo>
                    <a:cubicBezTo>
                      <a:pt x="1" y="1"/>
                      <a:pt x="1" y="4"/>
                      <a:pt x="2" y="5"/>
                    </a:cubicBezTo>
                    <a:cubicBezTo>
                      <a:pt x="2" y="7"/>
                      <a:pt x="2" y="8"/>
                      <a:pt x="2" y="10"/>
                    </a:cubicBezTo>
                    <a:cubicBezTo>
                      <a:pt x="2" y="12"/>
                      <a:pt x="2" y="13"/>
                      <a:pt x="2" y="15"/>
                    </a:cubicBezTo>
                    <a:cubicBezTo>
                      <a:pt x="3" y="17"/>
                      <a:pt x="6" y="19"/>
                      <a:pt x="8" y="19"/>
                    </a:cubicBezTo>
                    <a:cubicBezTo>
                      <a:pt x="10" y="20"/>
                      <a:pt x="13" y="20"/>
                      <a:pt x="15" y="20"/>
                    </a:cubicBezTo>
                    <a:cubicBezTo>
                      <a:pt x="13" y="18"/>
                      <a:pt x="12" y="16"/>
                      <a:pt x="11" y="14"/>
                    </a:cubicBezTo>
                    <a:cubicBezTo>
                      <a:pt x="10" y="12"/>
                      <a:pt x="11" y="10"/>
                      <a:pt x="12" y="8"/>
                    </a:cubicBezTo>
                    <a:cubicBezTo>
                      <a:pt x="10" y="8"/>
                      <a:pt x="7" y="12"/>
                      <a:pt x="5" y="11"/>
                    </a:cubicBezTo>
                    <a:cubicBezTo>
                      <a:pt x="4" y="11"/>
                      <a:pt x="4" y="8"/>
                      <a:pt x="3" y="7"/>
                    </a:cubicBezTo>
                    <a:cubicBezTo>
                      <a:pt x="3" y="6"/>
                      <a:pt x="3" y="5"/>
                      <a:pt x="2" y="4"/>
                    </a:cubicBezTo>
                    <a:cubicBezTo>
                      <a:pt x="2" y="3"/>
                      <a:pt x="1" y="2"/>
                      <a:pt x="1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5081" name="Freeform 453">
                <a:extLst>
                  <a:ext uri="{FF2B5EF4-FFF2-40B4-BE49-F238E27FC236}">
                    <a16:creationId xmlns:a16="http://schemas.microsoft.com/office/drawing/2014/main" id="{98C49056-EF28-455A-B228-4F64C26247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7" y="3917"/>
                <a:ext cx="27" cy="37"/>
              </a:xfrm>
              <a:custGeom>
                <a:avLst/>
                <a:gdLst>
                  <a:gd name="T0" fmla="*/ 0 w 14"/>
                  <a:gd name="T1" fmla="*/ 0 h 19"/>
                  <a:gd name="T2" fmla="*/ 8 w 14"/>
                  <a:gd name="T3" fmla="*/ 53 h 19"/>
                  <a:gd name="T4" fmla="*/ 8 w 14"/>
                  <a:gd name="T5" fmla="*/ 80 h 19"/>
                  <a:gd name="T6" fmla="*/ 29 w 14"/>
                  <a:gd name="T7" fmla="*/ 125 h 19"/>
                  <a:gd name="T8" fmla="*/ 56 w 14"/>
                  <a:gd name="T9" fmla="*/ 140 h 19"/>
                  <a:gd name="T10" fmla="*/ 100 w 14"/>
                  <a:gd name="T11" fmla="*/ 132 h 19"/>
                  <a:gd name="T12" fmla="*/ 71 w 14"/>
                  <a:gd name="T13" fmla="*/ 109 h 19"/>
                  <a:gd name="T14" fmla="*/ 64 w 14"/>
                  <a:gd name="T15" fmla="*/ 68 h 19"/>
                  <a:gd name="T16" fmla="*/ 44 w 14"/>
                  <a:gd name="T17" fmla="*/ 72 h 19"/>
                  <a:gd name="T18" fmla="*/ 29 w 14"/>
                  <a:gd name="T19" fmla="*/ 53 h 19"/>
                  <a:gd name="T20" fmla="*/ 8 w 14"/>
                  <a:gd name="T21" fmla="*/ 0 h 1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4" h="19">
                    <a:moveTo>
                      <a:pt x="0" y="0"/>
                    </a:moveTo>
                    <a:cubicBezTo>
                      <a:pt x="0" y="2"/>
                      <a:pt x="1" y="4"/>
                      <a:pt x="1" y="7"/>
                    </a:cubicBezTo>
                    <a:cubicBezTo>
                      <a:pt x="1" y="8"/>
                      <a:pt x="1" y="10"/>
                      <a:pt x="1" y="11"/>
                    </a:cubicBezTo>
                    <a:cubicBezTo>
                      <a:pt x="0" y="13"/>
                      <a:pt x="2" y="16"/>
                      <a:pt x="4" y="17"/>
                    </a:cubicBezTo>
                    <a:cubicBezTo>
                      <a:pt x="5" y="18"/>
                      <a:pt x="7" y="18"/>
                      <a:pt x="8" y="19"/>
                    </a:cubicBezTo>
                    <a:cubicBezTo>
                      <a:pt x="9" y="19"/>
                      <a:pt x="13" y="19"/>
                      <a:pt x="14" y="18"/>
                    </a:cubicBezTo>
                    <a:cubicBezTo>
                      <a:pt x="14" y="17"/>
                      <a:pt x="11" y="16"/>
                      <a:pt x="10" y="15"/>
                    </a:cubicBezTo>
                    <a:cubicBezTo>
                      <a:pt x="9" y="13"/>
                      <a:pt x="8" y="11"/>
                      <a:pt x="9" y="9"/>
                    </a:cubicBezTo>
                    <a:cubicBezTo>
                      <a:pt x="8" y="9"/>
                      <a:pt x="7" y="10"/>
                      <a:pt x="6" y="10"/>
                    </a:cubicBezTo>
                    <a:cubicBezTo>
                      <a:pt x="4" y="9"/>
                      <a:pt x="4" y="8"/>
                      <a:pt x="4" y="7"/>
                    </a:cubicBezTo>
                    <a:cubicBezTo>
                      <a:pt x="4" y="5"/>
                      <a:pt x="3" y="2"/>
                      <a:pt x="1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5082" name="Freeform 454">
                <a:extLst>
                  <a:ext uri="{FF2B5EF4-FFF2-40B4-BE49-F238E27FC236}">
                    <a16:creationId xmlns:a16="http://schemas.microsoft.com/office/drawing/2014/main" id="{B2F9B213-7268-49B4-8620-317B4652C9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9" y="3933"/>
                <a:ext cx="16" cy="21"/>
              </a:xfrm>
              <a:custGeom>
                <a:avLst/>
                <a:gdLst>
                  <a:gd name="T0" fmla="*/ 0 w 8"/>
                  <a:gd name="T1" fmla="*/ 21 h 11"/>
                  <a:gd name="T2" fmla="*/ 16 w 8"/>
                  <a:gd name="T3" fmla="*/ 69 h 11"/>
                  <a:gd name="T4" fmla="*/ 64 w 8"/>
                  <a:gd name="T5" fmla="*/ 69 h 11"/>
                  <a:gd name="T6" fmla="*/ 40 w 8"/>
                  <a:gd name="T7" fmla="*/ 48 h 11"/>
                  <a:gd name="T8" fmla="*/ 40 w 8"/>
                  <a:gd name="T9" fmla="*/ 15 h 11"/>
                  <a:gd name="T10" fmla="*/ 8 w 8"/>
                  <a:gd name="T11" fmla="*/ 29 h 1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" h="11">
                    <a:moveTo>
                      <a:pt x="0" y="3"/>
                    </a:moveTo>
                    <a:cubicBezTo>
                      <a:pt x="0" y="6"/>
                      <a:pt x="0" y="8"/>
                      <a:pt x="2" y="10"/>
                    </a:cubicBezTo>
                    <a:cubicBezTo>
                      <a:pt x="4" y="11"/>
                      <a:pt x="6" y="10"/>
                      <a:pt x="8" y="10"/>
                    </a:cubicBezTo>
                    <a:cubicBezTo>
                      <a:pt x="7" y="9"/>
                      <a:pt x="6" y="8"/>
                      <a:pt x="5" y="7"/>
                    </a:cubicBezTo>
                    <a:cubicBezTo>
                      <a:pt x="5" y="5"/>
                      <a:pt x="6" y="3"/>
                      <a:pt x="5" y="2"/>
                    </a:cubicBezTo>
                    <a:cubicBezTo>
                      <a:pt x="4" y="0"/>
                      <a:pt x="2" y="3"/>
                      <a:pt x="1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5083" name="Freeform 455">
                <a:extLst>
                  <a:ext uri="{FF2B5EF4-FFF2-40B4-BE49-F238E27FC236}">
                    <a16:creationId xmlns:a16="http://schemas.microsoft.com/office/drawing/2014/main" id="{1E77CF6A-583E-4B68-B673-0FAFDC8D75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6" y="3935"/>
                <a:ext cx="8" cy="7"/>
              </a:xfrm>
              <a:custGeom>
                <a:avLst/>
                <a:gdLst>
                  <a:gd name="T0" fmla="*/ 0 w 4"/>
                  <a:gd name="T1" fmla="*/ 7 h 4"/>
                  <a:gd name="T2" fmla="*/ 8 w 4"/>
                  <a:gd name="T3" fmla="*/ 21 h 4"/>
                  <a:gd name="T4" fmla="*/ 32 w 4"/>
                  <a:gd name="T5" fmla="*/ 12 h 4"/>
                  <a:gd name="T6" fmla="*/ 0 w 4"/>
                  <a:gd name="T7" fmla="*/ 0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0" y="1"/>
                    </a:moveTo>
                    <a:cubicBezTo>
                      <a:pt x="0" y="1"/>
                      <a:pt x="0" y="4"/>
                      <a:pt x="1" y="4"/>
                    </a:cubicBezTo>
                    <a:cubicBezTo>
                      <a:pt x="2" y="4"/>
                      <a:pt x="4" y="3"/>
                      <a:pt x="4" y="2"/>
                    </a:cubicBezTo>
                    <a:cubicBezTo>
                      <a:pt x="4" y="0"/>
                      <a:pt x="2" y="1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5084" name="Freeform 456">
                <a:extLst>
                  <a:ext uri="{FF2B5EF4-FFF2-40B4-BE49-F238E27FC236}">
                    <a16:creationId xmlns:a16="http://schemas.microsoft.com/office/drawing/2014/main" id="{5D745E14-FC4D-43F8-98EB-8C61A20631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0" y="3875"/>
                <a:ext cx="9" cy="23"/>
              </a:xfrm>
              <a:custGeom>
                <a:avLst/>
                <a:gdLst>
                  <a:gd name="T0" fmla="*/ 16 w 5"/>
                  <a:gd name="T1" fmla="*/ 0 h 12"/>
                  <a:gd name="T2" fmla="*/ 29 w 5"/>
                  <a:gd name="T3" fmla="*/ 84 h 12"/>
                  <a:gd name="T4" fmla="*/ 16 w 5"/>
                  <a:gd name="T5" fmla="*/ 8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12">
                    <a:moveTo>
                      <a:pt x="3" y="0"/>
                    </a:moveTo>
                    <a:cubicBezTo>
                      <a:pt x="2" y="4"/>
                      <a:pt x="2" y="9"/>
                      <a:pt x="5" y="12"/>
                    </a:cubicBezTo>
                    <a:cubicBezTo>
                      <a:pt x="2" y="10"/>
                      <a:pt x="0" y="4"/>
                      <a:pt x="3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5085" name="Freeform 457">
                <a:extLst>
                  <a:ext uri="{FF2B5EF4-FFF2-40B4-BE49-F238E27FC236}">
                    <a16:creationId xmlns:a16="http://schemas.microsoft.com/office/drawing/2014/main" id="{B8C0AC47-F1BA-42EA-970D-0BA836C7D3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4" y="3883"/>
                <a:ext cx="10" cy="19"/>
              </a:xfrm>
              <a:custGeom>
                <a:avLst/>
                <a:gdLst>
                  <a:gd name="T0" fmla="*/ 24 w 5"/>
                  <a:gd name="T1" fmla="*/ 0 h 10"/>
                  <a:gd name="T2" fmla="*/ 40 w 5"/>
                  <a:gd name="T3" fmla="*/ 68 h 10"/>
                  <a:gd name="T4" fmla="*/ 16 w 5"/>
                  <a:gd name="T5" fmla="*/ 8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10">
                    <a:moveTo>
                      <a:pt x="3" y="0"/>
                    </a:moveTo>
                    <a:cubicBezTo>
                      <a:pt x="2" y="3"/>
                      <a:pt x="3" y="7"/>
                      <a:pt x="5" y="10"/>
                    </a:cubicBezTo>
                    <a:cubicBezTo>
                      <a:pt x="3" y="9"/>
                      <a:pt x="0" y="3"/>
                      <a:pt x="2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</p:grpSp>
        <p:sp>
          <p:nvSpPr>
            <p:cNvPr id="54788" name="Freeform 458">
              <a:extLst>
                <a:ext uri="{FF2B5EF4-FFF2-40B4-BE49-F238E27FC236}">
                  <a16:creationId xmlns:a16="http://schemas.microsoft.com/office/drawing/2014/main" id="{9E584F27-1941-4ECB-986F-EA6557B2A1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7" y="3890"/>
              <a:ext cx="17" cy="18"/>
            </a:xfrm>
            <a:custGeom>
              <a:avLst/>
              <a:gdLst>
                <a:gd name="T0" fmla="*/ 15 w 9"/>
                <a:gd name="T1" fmla="*/ 0 h 9"/>
                <a:gd name="T2" fmla="*/ 60 w 9"/>
                <a:gd name="T3" fmla="*/ 72 h 9"/>
                <a:gd name="T4" fmla="*/ 15 w 9"/>
                <a:gd name="T5" fmla="*/ 8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9">
                  <a:moveTo>
                    <a:pt x="2" y="0"/>
                  </a:moveTo>
                  <a:cubicBezTo>
                    <a:pt x="3" y="3"/>
                    <a:pt x="6" y="6"/>
                    <a:pt x="9" y="9"/>
                  </a:cubicBezTo>
                  <a:cubicBezTo>
                    <a:pt x="6" y="7"/>
                    <a:pt x="0" y="5"/>
                    <a:pt x="2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4789" name="Freeform 459">
              <a:extLst>
                <a:ext uri="{FF2B5EF4-FFF2-40B4-BE49-F238E27FC236}">
                  <a16:creationId xmlns:a16="http://schemas.microsoft.com/office/drawing/2014/main" id="{0DE1FF89-2D6B-4584-A63C-992738A20C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6" y="3902"/>
              <a:ext cx="7" cy="13"/>
            </a:xfrm>
            <a:custGeom>
              <a:avLst/>
              <a:gdLst>
                <a:gd name="T0" fmla="*/ 12 w 4"/>
                <a:gd name="T1" fmla="*/ 0 h 7"/>
                <a:gd name="T2" fmla="*/ 21 w 4"/>
                <a:gd name="T3" fmla="*/ 45 h 7"/>
                <a:gd name="T4" fmla="*/ 7 w 4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7">
                  <a:moveTo>
                    <a:pt x="2" y="0"/>
                  </a:moveTo>
                  <a:cubicBezTo>
                    <a:pt x="2" y="3"/>
                    <a:pt x="3" y="5"/>
                    <a:pt x="4" y="7"/>
                  </a:cubicBezTo>
                  <a:cubicBezTo>
                    <a:pt x="2" y="6"/>
                    <a:pt x="0" y="2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4790" name="Freeform 460">
              <a:extLst>
                <a:ext uri="{FF2B5EF4-FFF2-40B4-BE49-F238E27FC236}">
                  <a16:creationId xmlns:a16="http://schemas.microsoft.com/office/drawing/2014/main" id="{DAC5B8E0-6F18-4C22-A509-3913B1BA4F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7" y="3031"/>
              <a:ext cx="62" cy="65"/>
            </a:xfrm>
            <a:custGeom>
              <a:avLst/>
              <a:gdLst>
                <a:gd name="T0" fmla="*/ 124 w 32"/>
                <a:gd name="T1" fmla="*/ 0 h 34"/>
                <a:gd name="T2" fmla="*/ 23 w 32"/>
                <a:gd name="T3" fmla="*/ 63 h 34"/>
                <a:gd name="T4" fmla="*/ 60 w 32"/>
                <a:gd name="T5" fmla="*/ 237 h 34"/>
                <a:gd name="T6" fmla="*/ 72 w 32"/>
                <a:gd name="T7" fmla="*/ 105 h 34"/>
                <a:gd name="T8" fmla="*/ 169 w 32"/>
                <a:gd name="T9" fmla="*/ 63 h 34"/>
                <a:gd name="T10" fmla="*/ 211 w 32"/>
                <a:gd name="T11" fmla="*/ 21 h 34"/>
                <a:gd name="T12" fmla="*/ 153 w 32"/>
                <a:gd name="T13" fmla="*/ 8 h 3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" h="34">
                  <a:moveTo>
                    <a:pt x="17" y="0"/>
                  </a:moveTo>
                  <a:cubicBezTo>
                    <a:pt x="10" y="1"/>
                    <a:pt x="4" y="2"/>
                    <a:pt x="3" y="9"/>
                  </a:cubicBezTo>
                  <a:cubicBezTo>
                    <a:pt x="2" y="14"/>
                    <a:pt x="0" y="34"/>
                    <a:pt x="8" y="34"/>
                  </a:cubicBezTo>
                  <a:cubicBezTo>
                    <a:pt x="9" y="27"/>
                    <a:pt x="7" y="21"/>
                    <a:pt x="10" y="15"/>
                  </a:cubicBezTo>
                  <a:cubicBezTo>
                    <a:pt x="13" y="10"/>
                    <a:pt x="18" y="9"/>
                    <a:pt x="23" y="9"/>
                  </a:cubicBezTo>
                  <a:cubicBezTo>
                    <a:pt x="26" y="8"/>
                    <a:pt x="32" y="7"/>
                    <a:pt x="29" y="3"/>
                  </a:cubicBezTo>
                  <a:cubicBezTo>
                    <a:pt x="28" y="1"/>
                    <a:pt x="23" y="2"/>
                    <a:pt x="2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4791" name="Freeform 461">
              <a:extLst>
                <a:ext uri="{FF2B5EF4-FFF2-40B4-BE49-F238E27FC236}">
                  <a16:creationId xmlns:a16="http://schemas.microsoft.com/office/drawing/2014/main" id="{6F108E96-EFAA-4E22-8653-8D9BAA6581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2" y="3029"/>
              <a:ext cx="40" cy="94"/>
            </a:xfrm>
            <a:custGeom>
              <a:avLst/>
              <a:gdLst>
                <a:gd name="T0" fmla="*/ 137 w 21"/>
                <a:gd name="T1" fmla="*/ 0 h 49"/>
                <a:gd name="T2" fmla="*/ 29 w 21"/>
                <a:gd name="T3" fmla="*/ 63 h 49"/>
                <a:gd name="T4" fmla="*/ 55 w 21"/>
                <a:gd name="T5" fmla="*/ 284 h 49"/>
                <a:gd name="T6" fmla="*/ 131 w 21"/>
                <a:gd name="T7" fmla="*/ 247 h 49"/>
                <a:gd name="T8" fmla="*/ 116 w 21"/>
                <a:gd name="T9" fmla="*/ 113 h 49"/>
                <a:gd name="T10" fmla="*/ 137 w 21"/>
                <a:gd name="T11" fmla="*/ 29 h 4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49">
                  <a:moveTo>
                    <a:pt x="20" y="0"/>
                  </a:moveTo>
                  <a:cubicBezTo>
                    <a:pt x="16" y="2"/>
                    <a:pt x="7" y="5"/>
                    <a:pt x="4" y="9"/>
                  </a:cubicBezTo>
                  <a:cubicBezTo>
                    <a:pt x="0" y="16"/>
                    <a:pt x="5" y="33"/>
                    <a:pt x="8" y="40"/>
                  </a:cubicBezTo>
                  <a:cubicBezTo>
                    <a:pt x="13" y="49"/>
                    <a:pt x="21" y="44"/>
                    <a:pt x="19" y="35"/>
                  </a:cubicBezTo>
                  <a:cubicBezTo>
                    <a:pt x="18" y="29"/>
                    <a:pt x="16" y="23"/>
                    <a:pt x="17" y="16"/>
                  </a:cubicBezTo>
                  <a:cubicBezTo>
                    <a:pt x="17" y="12"/>
                    <a:pt x="20" y="8"/>
                    <a:pt x="20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4792" name="Freeform 462">
              <a:extLst>
                <a:ext uri="{FF2B5EF4-FFF2-40B4-BE49-F238E27FC236}">
                  <a16:creationId xmlns:a16="http://schemas.microsoft.com/office/drawing/2014/main" id="{649DEE70-F09A-4320-963A-D032EDDFA2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4" y="1580"/>
              <a:ext cx="18" cy="11"/>
            </a:xfrm>
            <a:custGeom>
              <a:avLst/>
              <a:gdLst>
                <a:gd name="T0" fmla="*/ 0 w 9"/>
                <a:gd name="T1" fmla="*/ 0 h 6"/>
                <a:gd name="T2" fmla="*/ 72 w 9"/>
                <a:gd name="T3" fmla="*/ 20 h 6"/>
                <a:gd name="T4" fmla="*/ 24 w 9"/>
                <a:gd name="T5" fmla="*/ 2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6">
                  <a:moveTo>
                    <a:pt x="0" y="0"/>
                  </a:moveTo>
                  <a:cubicBezTo>
                    <a:pt x="2" y="1"/>
                    <a:pt x="8" y="0"/>
                    <a:pt x="9" y="3"/>
                  </a:cubicBezTo>
                  <a:cubicBezTo>
                    <a:pt x="9" y="6"/>
                    <a:pt x="2" y="6"/>
                    <a:pt x="3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4793" name="Freeform 463">
              <a:extLst>
                <a:ext uri="{FF2B5EF4-FFF2-40B4-BE49-F238E27FC236}">
                  <a16:creationId xmlns:a16="http://schemas.microsoft.com/office/drawing/2014/main" id="{799FC2DE-8740-47B2-93D3-E57EBF897C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3" y="1645"/>
              <a:ext cx="44" cy="31"/>
            </a:xfrm>
            <a:custGeom>
              <a:avLst/>
              <a:gdLst>
                <a:gd name="T0" fmla="*/ 15 w 23"/>
                <a:gd name="T1" fmla="*/ 116 h 16"/>
                <a:gd name="T2" fmla="*/ 77 w 23"/>
                <a:gd name="T3" fmla="*/ 52 h 16"/>
                <a:gd name="T4" fmla="*/ 147 w 23"/>
                <a:gd name="T5" fmla="*/ 37 h 16"/>
                <a:gd name="T6" fmla="*/ 69 w 23"/>
                <a:gd name="T7" fmla="*/ 16 h 16"/>
                <a:gd name="T8" fmla="*/ 0 w 23"/>
                <a:gd name="T9" fmla="*/ 109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6">
                  <a:moveTo>
                    <a:pt x="2" y="16"/>
                  </a:moveTo>
                  <a:cubicBezTo>
                    <a:pt x="4" y="12"/>
                    <a:pt x="8" y="9"/>
                    <a:pt x="11" y="7"/>
                  </a:cubicBezTo>
                  <a:cubicBezTo>
                    <a:pt x="13" y="7"/>
                    <a:pt x="20" y="6"/>
                    <a:pt x="21" y="5"/>
                  </a:cubicBezTo>
                  <a:cubicBezTo>
                    <a:pt x="23" y="1"/>
                    <a:pt x="12" y="0"/>
                    <a:pt x="10" y="2"/>
                  </a:cubicBezTo>
                  <a:cubicBezTo>
                    <a:pt x="6" y="4"/>
                    <a:pt x="2" y="10"/>
                    <a:pt x="0" y="1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4794" name="Freeform 464">
              <a:extLst>
                <a:ext uri="{FF2B5EF4-FFF2-40B4-BE49-F238E27FC236}">
                  <a16:creationId xmlns:a16="http://schemas.microsoft.com/office/drawing/2014/main" id="{744590C0-23F6-4766-9800-39D0BA4FB4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0" y="1451"/>
              <a:ext cx="19" cy="23"/>
            </a:xfrm>
            <a:custGeom>
              <a:avLst/>
              <a:gdLst>
                <a:gd name="T0" fmla="*/ 0 w 10"/>
                <a:gd name="T1" fmla="*/ 63 h 12"/>
                <a:gd name="T2" fmla="*/ 48 w 10"/>
                <a:gd name="T3" fmla="*/ 84 h 12"/>
                <a:gd name="T4" fmla="*/ 61 w 10"/>
                <a:gd name="T5" fmla="*/ 36 h 12"/>
                <a:gd name="T6" fmla="*/ 48 w 10"/>
                <a:gd name="T7" fmla="*/ 0 h 12"/>
                <a:gd name="T8" fmla="*/ 21 w 10"/>
                <a:gd name="T9" fmla="*/ 0 h 12"/>
                <a:gd name="T10" fmla="*/ 0 w 10"/>
                <a:gd name="T11" fmla="*/ 23 h 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" h="12">
                  <a:moveTo>
                    <a:pt x="0" y="9"/>
                  </a:moveTo>
                  <a:cubicBezTo>
                    <a:pt x="0" y="11"/>
                    <a:pt x="5" y="11"/>
                    <a:pt x="7" y="12"/>
                  </a:cubicBezTo>
                  <a:cubicBezTo>
                    <a:pt x="10" y="12"/>
                    <a:pt x="9" y="8"/>
                    <a:pt x="9" y="5"/>
                  </a:cubicBezTo>
                  <a:cubicBezTo>
                    <a:pt x="10" y="3"/>
                    <a:pt x="10" y="1"/>
                    <a:pt x="7" y="0"/>
                  </a:cubicBezTo>
                  <a:cubicBezTo>
                    <a:pt x="6" y="0"/>
                    <a:pt x="4" y="0"/>
                    <a:pt x="3" y="0"/>
                  </a:cubicBezTo>
                  <a:cubicBezTo>
                    <a:pt x="1" y="0"/>
                    <a:pt x="1" y="1"/>
                    <a:pt x="0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4795" name="Freeform 465">
              <a:extLst>
                <a:ext uri="{FF2B5EF4-FFF2-40B4-BE49-F238E27FC236}">
                  <a16:creationId xmlns:a16="http://schemas.microsoft.com/office/drawing/2014/main" id="{55A12A93-6884-49D3-A270-86C03D8873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0" y="1497"/>
              <a:ext cx="15" cy="17"/>
            </a:xfrm>
            <a:custGeom>
              <a:avLst/>
              <a:gdLst>
                <a:gd name="T0" fmla="*/ 0 w 8"/>
                <a:gd name="T1" fmla="*/ 8 h 9"/>
                <a:gd name="T2" fmla="*/ 32 w 8"/>
                <a:gd name="T3" fmla="*/ 0 h 9"/>
                <a:gd name="T4" fmla="*/ 45 w 8"/>
                <a:gd name="T5" fmla="*/ 32 h 9"/>
                <a:gd name="T6" fmla="*/ 28 w 8"/>
                <a:gd name="T7" fmla="*/ 60 h 9"/>
                <a:gd name="T8" fmla="*/ 0 w 8"/>
                <a:gd name="T9" fmla="*/ 32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9">
                  <a:moveTo>
                    <a:pt x="0" y="1"/>
                  </a:moveTo>
                  <a:cubicBezTo>
                    <a:pt x="2" y="1"/>
                    <a:pt x="3" y="0"/>
                    <a:pt x="5" y="0"/>
                  </a:cubicBezTo>
                  <a:cubicBezTo>
                    <a:pt x="8" y="1"/>
                    <a:pt x="8" y="2"/>
                    <a:pt x="7" y="5"/>
                  </a:cubicBezTo>
                  <a:cubicBezTo>
                    <a:pt x="6" y="5"/>
                    <a:pt x="5" y="9"/>
                    <a:pt x="4" y="9"/>
                  </a:cubicBezTo>
                  <a:cubicBezTo>
                    <a:pt x="3" y="9"/>
                    <a:pt x="1" y="6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4796" name="Freeform 466">
              <a:extLst>
                <a:ext uri="{FF2B5EF4-FFF2-40B4-BE49-F238E27FC236}">
                  <a16:creationId xmlns:a16="http://schemas.microsoft.com/office/drawing/2014/main" id="{E5272732-1617-43EB-8CC0-D9C0618EA68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8" y="1537"/>
              <a:ext cx="15" cy="19"/>
            </a:xfrm>
            <a:custGeom>
              <a:avLst/>
              <a:gdLst>
                <a:gd name="T0" fmla="*/ 15 w 8"/>
                <a:gd name="T1" fmla="*/ 0 h 10"/>
                <a:gd name="T2" fmla="*/ 45 w 8"/>
                <a:gd name="T3" fmla="*/ 36 h 10"/>
                <a:gd name="T4" fmla="*/ 15 w 8"/>
                <a:gd name="T5" fmla="*/ 29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0">
                  <a:moveTo>
                    <a:pt x="2" y="0"/>
                  </a:moveTo>
                  <a:cubicBezTo>
                    <a:pt x="4" y="1"/>
                    <a:pt x="8" y="2"/>
                    <a:pt x="7" y="5"/>
                  </a:cubicBezTo>
                  <a:cubicBezTo>
                    <a:pt x="5" y="10"/>
                    <a:pt x="0" y="5"/>
                    <a:pt x="2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4797" name="Freeform 467">
              <a:extLst>
                <a:ext uri="{FF2B5EF4-FFF2-40B4-BE49-F238E27FC236}">
                  <a16:creationId xmlns:a16="http://schemas.microsoft.com/office/drawing/2014/main" id="{57D796B0-3EC2-4848-B126-E53AF12FA6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5" y="1022"/>
              <a:ext cx="27" cy="35"/>
            </a:xfrm>
            <a:custGeom>
              <a:avLst/>
              <a:gdLst>
                <a:gd name="T0" fmla="*/ 23 w 14"/>
                <a:gd name="T1" fmla="*/ 0 h 18"/>
                <a:gd name="T2" fmla="*/ 15 w 14"/>
                <a:gd name="T3" fmla="*/ 109 h 18"/>
                <a:gd name="T4" fmla="*/ 52 w 14"/>
                <a:gd name="T5" fmla="*/ 124 h 18"/>
                <a:gd name="T6" fmla="*/ 100 w 14"/>
                <a:gd name="T7" fmla="*/ 109 h 18"/>
                <a:gd name="T8" fmla="*/ 37 w 14"/>
                <a:gd name="T9" fmla="*/ 88 h 18"/>
                <a:gd name="T10" fmla="*/ 23 w 14"/>
                <a:gd name="T11" fmla="*/ 8 h 1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" h="18">
                  <a:moveTo>
                    <a:pt x="3" y="0"/>
                  </a:moveTo>
                  <a:cubicBezTo>
                    <a:pt x="3" y="5"/>
                    <a:pt x="0" y="10"/>
                    <a:pt x="2" y="15"/>
                  </a:cubicBezTo>
                  <a:cubicBezTo>
                    <a:pt x="4" y="17"/>
                    <a:pt x="5" y="18"/>
                    <a:pt x="7" y="17"/>
                  </a:cubicBezTo>
                  <a:cubicBezTo>
                    <a:pt x="9" y="17"/>
                    <a:pt x="13" y="17"/>
                    <a:pt x="14" y="15"/>
                  </a:cubicBezTo>
                  <a:cubicBezTo>
                    <a:pt x="12" y="13"/>
                    <a:pt x="7" y="15"/>
                    <a:pt x="5" y="12"/>
                  </a:cubicBezTo>
                  <a:cubicBezTo>
                    <a:pt x="4" y="9"/>
                    <a:pt x="3" y="4"/>
                    <a:pt x="3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4798" name="Freeform 468">
              <a:extLst>
                <a:ext uri="{FF2B5EF4-FFF2-40B4-BE49-F238E27FC236}">
                  <a16:creationId xmlns:a16="http://schemas.microsoft.com/office/drawing/2014/main" id="{82BCFBDF-2776-42C0-B9E3-D255AA1D73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6" y="1078"/>
              <a:ext cx="9" cy="23"/>
            </a:xfrm>
            <a:custGeom>
              <a:avLst/>
              <a:gdLst>
                <a:gd name="T0" fmla="*/ 0 w 5"/>
                <a:gd name="T1" fmla="*/ 0 h 12"/>
                <a:gd name="T2" fmla="*/ 13 w 5"/>
                <a:gd name="T3" fmla="*/ 84 h 12"/>
                <a:gd name="T4" fmla="*/ 7 w 5"/>
                <a:gd name="T5" fmla="*/ 8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12">
                  <a:moveTo>
                    <a:pt x="0" y="0"/>
                  </a:moveTo>
                  <a:cubicBezTo>
                    <a:pt x="1" y="4"/>
                    <a:pt x="1" y="8"/>
                    <a:pt x="2" y="12"/>
                  </a:cubicBezTo>
                  <a:cubicBezTo>
                    <a:pt x="5" y="11"/>
                    <a:pt x="1" y="2"/>
                    <a:pt x="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4799" name="Freeform 469">
              <a:extLst>
                <a:ext uri="{FF2B5EF4-FFF2-40B4-BE49-F238E27FC236}">
                  <a16:creationId xmlns:a16="http://schemas.microsoft.com/office/drawing/2014/main" id="{95DDA0A1-0BBA-46A4-9208-D4DA0C651D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1" y="1114"/>
              <a:ext cx="41" cy="14"/>
            </a:xfrm>
            <a:custGeom>
              <a:avLst/>
              <a:gdLst>
                <a:gd name="T0" fmla="*/ 8 w 21"/>
                <a:gd name="T1" fmla="*/ 8 h 7"/>
                <a:gd name="T2" fmla="*/ 76 w 21"/>
                <a:gd name="T3" fmla="*/ 56 h 7"/>
                <a:gd name="T4" fmla="*/ 119 w 21"/>
                <a:gd name="T5" fmla="*/ 56 h 7"/>
                <a:gd name="T6" fmla="*/ 156 w 21"/>
                <a:gd name="T7" fmla="*/ 56 h 7"/>
                <a:gd name="T8" fmla="*/ 76 w 21"/>
                <a:gd name="T9" fmla="*/ 24 h 7"/>
                <a:gd name="T10" fmla="*/ 45 w 21"/>
                <a:gd name="T11" fmla="*/ 8 h 7"/>
                <a:gd name="T12" fmla="*/ 8 w 21"/>
                <a:gd name="T13" fmla="*/ 8 h 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" h="7">
                  <a:moveTo>
                    <a:pt x="1" y="1"/>
                  </a:moveTo>
                  <a:cubicBezTo>
                    <a:pt x="0" y="5"/>
                    <a:pt x="8" y="6"/>
                    <a:pt x="10" y="7"/>
                  </a:cubicBezTo>
                  <a:cubicBezTo>
                    <a:pt x="12" y="7"/>
                    <a:pt x="14" y="7"/>
                    <a:pt x="16" y="7"/>
                  </a:cubicBezTo>
                  <a:cubicBezTo>
                    <a:pt x="18" y="7"/>
                    <a:pt x="19" y="7"/>
                    <a:pt x="21" y="7"/>
                  </a:cubicBezTo>
                  <a:cubicBezTo>
                    <a:pt x="19" y="4"/>
                    <a:pt x="13" y="6"/>
                    <a:pt x="10" y="3"/>
                  </a:cubicBezTo>
                  <a:cubicBezTo>
                    <a:pt x="9" y="2"/>
                    <a:pt x="8" y="2"/>
                    <a:pt x="6" y="1"/>
                  </a:cubicBezTo>
                  <a:cubicBezTo>
                    <a:pt x="4" y="1"/>
                    <a:pt x="2" y="0"/>
                    <a:pt x="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4800" name="Freeform 470">
              <a:extLst>
                <a:ext uri="{FF2B5EF4-FFF2-40B4-BE49-F238E27FC236}">
                  <a16:creationId xmlns:a16="http://schemas.microsoft.com/office/drawing/2014/main" id="{174E6F8F-32A1-42F3-B385-D07D6FB050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5" y="934"/>
              <a:ext cx="21" cy="40"/>
            </a:xfrm>
            <a:custGeom>
              <a:avLst/>
              <a:gdLst>
                <a:gd name="T0" fmla="*/ 0 w 11"/>
                <a:gd name="T1" fmla="*/ 8 h 21"/>
                <a:gd name="T2" fmla="*/ 40 w 11"/>
                <a:gd name="T3" fmla="*/ 69 h 21"/>
                <a:gd name="T4" fmla="*/ 61 w 11"/>
                <a:gd name="T5" fmla="*/ 145 h 21"/>
                <a:gd name="T6" fmla="*/ 55 w 11"/>
                <a:gd name="T7" fmla="*/ 61 h 21"/>
                <a:gd name="T8" fmla="*/ 8 w 11"/>
                <a:gd name="T9" fmla="*/ 0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21">
                  <a:moveTo>
                    <a:pt x="0" y="1"/>
                  </a:moveTo>
                  <a:cubicBezTo>
                    <a:pt x="0" y="1"/>
                    <a:pt x="5" y="8"/>
                    <a:pt x="6" y="10"/>
                  </a:cubicBezTo>
                  <a:cubicBezTo>
                    <a:pt x="7" y="14"/>
                    <a:pt x="8" y="18"/>
                    <a:pt x="9" y="21"/>
                  </a:cubicBezTo>
                  <a:cubicBezTo>
                    <a:pt x="11" y="19"/>
                    <a:pt x="8" y="11"/>
                    <a:pt x="8" y="9"/>
                  </a:cubicBezTo>
                  <a:cubicBezTo>
                    <a:pt x="6" y="5"/>
                    <a:pt x="4" y="3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4801" name="Freeform 471">
              <a:extLst>
                <a:ext uri="{FF2B5EF4-FFF2-40B4-BE49-F238E27FC236}">
                  <a16:creationId xmlns:a16="http://schemas.microsoft.com/office/drawing/2014/main" id="{B0C1C4DE-C2B9-4488-8D99-2A66AC17B3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2" y="970"/>
              <a:ext cx="16" cy="17"/>
            </a:xfrm>
            <a:custGeom>
              <a:avLst/>
              <a:gdLst>
                <a:gd name="T0" fmla="*/ 0 w 8"/>
                <a:gd name="T1" fmla="*/ 8 h 9"/>
                <a:gd name="T2" fmla="*/ 24 w 8"/>
                <a:gd name="T3" fmla="*/ 32 h 9"/>
                <a:gd name="T4" fmla="*/ 64 w 8"/>
                <a:gd name="T5" fmla="*/ 60 h 9"/>
                <a:gd name="T6" fmla="*/ 0 w 8"/>
                <a:gd name="T7" fmla="*/ 0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9">
                  <a:moveTo>
                    <a:pt x="0" y="1"/>
                  </a:moveTo>
                  <a:cubicBezTo>
                    <a:pt x="1" y="0"/>
                    <a:pt x="2" y="4"/>
                    <a:pt x="3" y="5"/>
                  </a:cubicBezTo>
                  <a:cubicBezTo>
                    <a:pt x="4" y="6"/>
                    <a:pt x="6" y="8"/>
                    <a:pt x="8" y="9"/>
                  </a:cubicBezTo>
                  <a:cubicBezTo>
                    <a:pt x="5" y="9"/>
                    <a:pt x="0" y="3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4802" name="Freeform 472">
              <a:extLst>
                <a:ext uri="{FF2B5EF4-FFF2-40B4-BE49-F238E27FC236}">
                  <a16:creationId xmlns:a16="http://schemas.microsoft.com/office/drawing/2014/main" id="{9359E600-903F-4C17-AEE9-64C2723313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5" y="930"/>
              <a:ext cx="25" cy="17"/>
            </a:xfrm>
            <a:custGeom>
              <a:avLst/>
              <a:gdLst>
                <a:gd name="T0" fmla="*/ 0 w 13"/>
                <a:gd name="T1" fmla="*/ 53 h 9"/>
                <a:gd name="T2" fmla="*/ 92 w 13"/>
                <a:gd name="T3" fmla="*/ 0 h 9"/>
                <a:gd name="T4" fmla="*/ 0 w 13"/>
                <a:gd name="T5" fmla="*/ 60 h 9"/>
                <a:gd name="T6" fmla="*/ 0 w 13"/>
                <a:gd name="T7" fmla="*/ 53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9">
                  <a:moveTo>
                    <a:pt x="0" y="8"/>
                  </a:moveTo>
                  <a:cubicBezTo>
                    <a:pt x="2" y="2"/>
                    <a:pt x="8" y="0"/>
                    <a:pt x="13" y="0"/>
                  </a:cubicBezTo>
                  <a:cubicBezTo>
                    <a:pt x="9" y="4"/>
                    <a:pt x="3" y="4"/>
                    <a:pt x="0" y="9"/>
                  </a:cubicBezTo>
                  <a:cubicBezTo>
                    <a:pt x="0" y="9"/>
                    <a:pt x="0" y="9"/>
                    <a:pt x="0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4803" name="Freeform 473">
              <a:extLst>
                <a:ext uri="{FF2B5EF4-FFF2-40B4-BE49-F238E27FC236}">
                  <a16:creationId xmlns:a16="http://schemas.microsoft.com/office/drawing/2014/main" id="{2EAECB8D-2012-47CC-A9B8-92A13AD452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3" y="1005"/>
              <a:ext cx="37" cy="57"/>
            </a:xfrm>
            <a:custGeom>
              <a:avLst/>
              <a:gdLst>
                <a:gd name="T0" fmla="*/ 0 w 19"/>
                <a:gd name="T1" fmla="*/ 21 h 30"/>
                <a:gd name="T2" fmla="*/ 23 w 19"/>
                <a:gd name="T3" fmla="*/ 91 h 30"/>
                <a:gd name="T4" fmla="*/ 45 w 19"/>
                <a:gd name="T5" fmla="*/ 144 h 30"/>
                <a:gd name="T6" fmla="*/ 140 w 19"/>
                <a:gd name="T7" fmla="*/ 205 h 30"/>
                <a:gd name="T8" fmla="*/ 95 w 19"/>
                <a:gd name="T9" fmla="*/ 160 h 30"/>
                <a:gd name="T10" fmla="*/ 45 w 19"/>
                <a:gd name="T11" fmla="*/ 91 h 30"/>
                <a:gd name="T12" fmla="*/ 0 w 19"/>
                <a:gd name="T13" fmla="*/ 0 h 30"/>
                <a:gd name="T14" fmla="*/ 0 w 19"/>
                <a:gd name="T15" fmla="*/ 8 h 3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9" h="30">
                  <a:moveTo>
                    <a:pt x="0" y="3"/>
                  </a:moveTo>
                  <a:cubicBezTo>
                    <a:pt x="0" y="6"/>
                    <a:pt x="2" y="11"/>
                    <a:pt x="3" y="13"/>
                  </a:cubicBezTo>
                  <a:cubicBezTo>
                    <a:pt x="4" y="16"/>
                    <a:pt x="5" y="18"/>
                    <a:pt x="6" y="21"/>
                  </a:cubicBezTo>
                  <a:cubicBezTo>
                    <a:pt x="9" y="25"/>
                    <a:pt x="14" y="30"/>
                    <a:pt x="19" y="30"/>
                  </a:cubicBezTo>
                  <a:cubicBezTo>
                    <a:pt x="19" y="28"/>
                    <a:pt x="15" y="25"/>
                    <a:pt x="13" y="23"/>
                  </a:cubicBezTo>
                  <a:cubicBezTo>
                    <a:pt x="10" y="20"/>
                    <a:pt x="8" y="17"/>
                    <a:pt x="6" y="13"/>
                  </a:cubicBezTo>
                  <a:cubicBezTo>
                    <a:pt x="5" y="9"/>
                    <a:pt x="5" y="2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4804" name="Freeform 474">
              <a:extLst>
                <a:ext uri="{FF2B5EF4-FFF2-40B4-BE49-F238E27FC236}">
                  <a16:creationId xmlns:a16="http://schemas.microsoft.com/office/drawing/2014/main" id="{740FAC26-9AD9-47B1-9587-BF3C6C3191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1" y="1155"/>
              <a:ext cx="27" cy="32"/>
            </a:xfrm>
            <a:custGeom>
              <a:avLst/>
              <a:gdLst>
                <a:gd name="T0" fmla="*/ 64 w 14"/>
                <a:gd name="T1" fmla="*/ 0 h 17"/>
                <a:gd name="T2" fmla="*/ 37 w 14"/>
                <a:gd name="T3" fmla="*/ 113 h 17"/>
                <a:gd name="T4" fmla="*/ 71 w 14"/>
                <a:gd name="T5" fmla="*/ 28 h 17"/>
                <a:gd name="T6" fmla="*/ 100 w 14"/>
                <a:gd name="T7" fmla="*/ 8 h 17"/>
                <a:gd name="T8" fmla="*/ 93 w 14"/>
                <a:gd name="T9" fmla="*/ 0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7">
                  <a:moveTo>
                    <a:pt x="9" y="0"/>
                  </a:moveTo>
                  <a:cubicBezTo>
                    <a:pt x="3" y="0"/>
                    <a:pt x="0" y="14"/>
                    <a:pt x="5" y="17"/>
                  </a:cubicBezTo>
                  <a:cubicBezTo>
                    <a:pt x="6" y="12"/>
                    <a:pt x="6" y="7"/>
                    <a:pt x="10" y="4"/>
                  </a:cubicBezTo>
                  <a:cubicBezTo>
                    <a:pt x="11" y="3"/>
                    <a:pt x="13" y="2"/>
                    <a:pt x="14" y="1"/>
                  </a:cubicBezTo>
                  <a:cubicBezTo>
                    <a:pt x="14" y="0"/>
                    <a:pt x="13" y="0"/>
                    <a:pt x="1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4805" name="Freeform 475">
              <a:extLst>
                <a:ext uri="{FF2B5EF4-FFF2-40B4-BE49-F238E27FC236}">
                  <a16:creationId xmlns:a16="http://schemas.microsoft.com/office/drawing/2014/main" id="{2334265B-C464-4E22-B3D2-BC9994F2C99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3" y="2727"/>
              <a:ext cx="69" cy="264"/>
            </a:xfrm>
            <a:custGeom>
              <a:avLst/>
              <a:gdLst>
                <a:gd name="T0" fmla="*/ 0 w 36"/>
                <a:gd name="T1" fmla="*/ 981 h 137"/>
                <a:gd name="T2" fmla="*/ 155 w 36"/>
                <a:gd name="T3" fmla="*/ 541 h 137"/>
                <a:gd name="T4" fmla="*/ 217 w 36"/>
                <a:gd name="T5" fmla="*/ 0 h 137"/>
                <a:gd name="T6" fmla="*/ 128 w 36"/>
                <a:gd name="T7" fmla="*/ 501 h 137"/>
                <a:gd name="T8" fmla="*/ 8 w 36"/>
                <a:gd name="T9" fmla="*/ 917 h 1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137">
                  <a:moveTo>
                    <a:pt x="0" y="137"/>
                  </a:moveTo>
                  <a:cubicBezTo>
                    <a:pt x="2" y="116"/>
                    <a:pt x="16" y="96"/>
                    <a:pt x="22" y="76"/>
                  </a:cubicBezTo>
                  <a:cubicBezTo>
                    <a:pt x="29" y="52"/>
                    <a:pt x="36" y="25"/>
                    <a:pt x="31" y="0"/>
                  </a:cubicBezTo>
                  <a:cubicBezTo>
                    <a:pt x="23" y="22"/>
                    <a:pt x="24" y="47"/>
                    <a:pt x="18" y="70"/>
                  </a:cubicBezTo>
                  <a:cubicBezTo>
                    <a:pt x="12" y="89"/>
                    <a:pt x="9" y="109"/>
                    <a:pt x="1" y="12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4806" name="Freeform 476">
              <a:extLst>
                <a:ext uri="{FF2B5EF4-FFF2-40B4-BE49-F238E27FC236}">
                  <a16:creationId xmlns:a16="http://schemas.microsoft.com/office/drawing/2014/main" id="{EF12A1D3-2DE4-483A-A4B1-DF31F7B7D0E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9" y="3910"/>
              <a:ext cx="20" cy="50"/>
            </a:xfrm>
            <a:custGeom>
              <a:avLst/>
              <a:gdLst>
                <a:gd name="T0" fmla="*/ 24 w 10"/>
                <a:gd name="T1" fmla="*/ 0 h 26"/>
                <a:gd name="T2" fmla="*/ 56 w 10"/>
                <a:gd name="T3" fmla="*/ 148 h 26"/>
                <a:gd name="T4" fmla="*/ 0 w 10"/>
                <a:gd name="T5" fmla="*/ 156 h 26"/>
                <a:gd name="T6" fmla="*/ 24 w 10"/>
                <a:gd name="T7" fmla="*/ 115 h 26"/>
                <a:gd name="T8" fmla="*/ 16 w 10"/>
                <a:gd name="T9" fmla="*/ 63 h 26"/>
                <a:gd name="T10" fmla="*/ 24 w 10"/>
                <a:gd name="T11" fmla="*/ 15 h 2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" h="26">
                  <a:moveTo>
                    <a:pt x="3" y="0"/>
                  </a:moveTo>
                  <a:cubicBezTo>
                    <a:pt x="8" y="3"/>
                    <a:pt x="10" y="16"/>
                    <a:pt x="7" y="21"/>
                  </a:cubicBezTo>
                  <a:cubicBezTo>
                    <a:pt x="6" y="23"/>
                    <a:pt x="0" y="26"/>
                    <a:pt x="0" y="22"/>
                  </a:cubicBezTo>
                  <a:cubicBezTo>
                    <a:pt x="0" y="20"/>
                    <a:pt x="3" y="18"/>
                    <a:pt x="3" y="16"/>
                  </a:cubicBezTo>
                  <a:cubicBezTo>
                    <a:pt x="3" y="13"/>
                    <a:pt x="1" y="12"/>
                    <a:pt x="2" y="9"/>
                  </a:cubicBezTo>
                  <a:cubicBezTo>
                    <a:pt x="7" y="9"/>
                    <a:pt x="4" y="5"/>
                    <a:pt x="3" y="2"/>
                  </a:cubicBezTo>
                </a:path>
              </a:pathLst>
            </a:custGeom>
            <a:solidFill>
              <a:srgbClr val="F6E9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4807" name="Freeform 477">
              <a:extLst>
                <a:ext uri="{FF2B5EF4-FFF2-40B4-BE49-F238E27FC236}">
                  <a16:creationId xmlns:a16="http://schemas.microsoft.com/office/drawing/2014/main" id="{DCD48918-70BF-46F2-A0A5-FF8139D479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5" y="3919"/>
              <a:ext cx="10" cy="31"/>
            </a:xfrm>
            <a:custGeom>
              <a:avLst/>
              <a:gdLst>
                <a:gd name="T0" fmla="*/ 0 w 5"/>
                <a:gd name="T1" fmla="*/ 0 h 16"/>
                <a:gd name="T2" fmla="*/ 24 w 5"/>
                <a:gd name="T3" fmla="*/ 52 h 16"/>
                <a:gd name="T4" fmla="*/ 0 w 5"/>
                <a:gd name="T5" fmla="*/ 116 h 16"/>
                <a:gd name="T6" fmla="*/ 16 w 5"/>
                <a:gd name="T7" fmla="*/ 8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16">
                  <a:moveTo>
                    <a:pt x="0" y="0"/>
                  </a:moveTo>
                  <a:cubicBezTo>
                    <a:pt x="1" y="2"/>
                    <a:pt x="3" y="4"/>
                    <a:pt x="3" y="7"/>
                  </a:cubicBezTo>
                  <a:cubicBezTo>
                    <a:pt x="2" y="10"/>
                    <a:pt x="0" y="13"/>
                    <a:pt x="0" y="16"/>
                  </a:cubicBezTo>
                  <a:cubicBezTo>
                    <a:pt x="4" y="16"/>
                    <a:pt x="5" y="3"/>
                    <a:pt x="2" y="1"/>
                  </a:cubicBezTo>
                </a:path>
              </a:pathLst>
            </a:custGeom>
            <a:solidFill>
              <a:srgbClr val="F6E9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4808" name="Freeform 478">
              <a:extLst>
                <a:ext uri="{FF2B5EF4-FFF2-40B4-BE49-F238E27FC236}">
                  <a16:creationId xmlns:a16="http://schemas.microsoft.com/office/drawing/2014/main" id="{1ADFD76E-0670-4B04-A2D0-9FE8F1B9B2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4" y="3933"/>
              <a:ext cx="10" cy="21"/>
            </a:xfrm>
            <a:custGeom>
              <a:avLst/>
              <a:gdLst>
                <a:gd name="T0" fmla="*/ 0 w 5"/>
                <a:gd name="T1" fmla="*/ 15 h 11"/>
                <a:gd name="T2" fmla="*/ 40 w 5"/>
                <a:gd name="T3" fmla="*/ 40 h 11"/>
                <a:gd name="T4" fmla="*/ 0 w 5"/>
                <a:gd name="T5" fmla="*/ 8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11">
                  <a:moveTo>
                    <a:pt x="0" y="2"/>
                  </a:moveTo>
                  <a:cubicBezTo>
                    <a:pt x="0" y="4"/>
                    <a:pt x="4" y="11"/>
                    <a:pt x="5" y="6"/>
                  </a:cubicBezTo>
                  <a:cubicBezTo>
                    <a:pt x="5" y="4"/>
                    <a:pt x="1" y="0"/>
                    <a:pt x="0" y="1"/>
                  </a:cubicBezTo>
                </a:path>
              </a:pathLst>
            </a:custGeom>
            <a:solidFill>
              <a:srgbClr val="F6E9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4809" name="Freeform 479">
              <a:extLst>
                <a:ext uri="{FF2B5EF4-FFF2-40B4-BE49-F238E27FC236}">
                  <a16:creationId xmlns:a16="http://schemas.microsoft.com/office/drawing/2014/main" id="{822C2C72-9B72-4665-8BAA-786F841495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3" y="3939"/>
              <a:ext cx="10" cy="15"/>
            </a:xfrm>
            <a:custGeom>
              <a:avLst/>
              <a:gdLst>
                <a:gd name="T0" fmla="*/ 0 w 5"/>
                <a:gd name="T1" fmla="*/ 0 h 8"/>
                <a:gd name="T2" fmla="*/ 32 w 5"/>
                <a:gd name="T3" fmla="*/ 28 h 8"/>
                <a:gd name="T4" fmla="*/ 8 w 5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8">
                  <a:moveTo>
                    <a:pt x="0" y="0"/>
                  </a:moveTo>
                  <a:cubicBezTo>
                    <a:pt x="1" y="1"/>
                    <a:pt x="2" y="8"/>
                    <a:pt x="4" y="4"/>
                  </a:cubicBezTo>
                  <a:cubicBezTo>
                    <a:pt x="5" y="3"/>
                    <a:pt x="3" y="0"/>
                    <a:pt x="1" y="0"/>
                  </a:cubicBezTo>
                </a:path>
              </a:pathLst>
            </a:custGeom>
            <a:solidFill>
              <a:srgbClr val="F6E9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4810" name="Freeform 480">
              <a:extLst>
                <a:ext uri="{FF2B5EF4-FFF2-40B4-BE49-F238E27FC236}">
                  <a16:creationId xmlns:a16="http://schemas.microsoft.com/office/drawing/2014/main" id="{7E581B55-6E41-4939-96C4-2D02992F8C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0" y="3931"/>
              <a:ext cx="6" cy="8"/>
            </a:xfrm>
            <a:custGeom>
              <a:avLst/>
              <a:gdLst>
                <a:gd name="T0" fmla="*/ 0 w 3"/>
                <a:gd name="T1" fmla="*/ 32 h 4"/>
                <a:gd name="T2" fmla="*/ 8 w 3"/>
                <a:gd name="T3" fmla="*/ 0 h 4"/>
                <a:gd name="T4" fmla="*/ 8 w 3"/>
                <a:gd name="T5" fmla="*/ 16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0" y="4"/>
                  </a:moveTo>
                  <a:cubicBezTo>
                    <a:pt x="2" y="4"/>
                    <a:pt x="3" y="0"/>
                    <a:pt x="1" y="0"/>
                  </a:cubicBezTo>
                  <a:cubicBezTo>
                    <a:pt x="1" y="1"/>
                    <a:pt x="1" y="1"/>
                    <a:pt x="1" y="2"/>
                  </a:cubicBezTo>
                </a:path>
              </a:pathLst>
            </a:custGeom>
            <a:solidFill>
              <a:srgbClr val="F6E9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4811" name="Freeform 481">
              <a:extLst>
                <a:ext uri="{FF2B5EF4-FFF2-40B4-BE49-F238E27FC236}">
                  <a16:creationId xmlns:a16="http://schemas.microsoft.com/office/drawing/2014/main" id="{CB89263F-D813-4C48-896D-1696B6C27E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9" y="3877"/>
              <a:ext cx="8" cy="12"/>
            </a:xfrm>
            <a:custGeom>
              <a:avLst/>
              <a:gdLst>
                <a:gd name="T0" fmla="*/ 0 w 4"/>
                <a:gd name="T1" fmla="*/ 8 h 6"/>
                <a:gd name="T2" fmla="*/ 16 w 4"/>
                <a:gd name="T3" fmla="*/ 48 h 6"/>
                <a:gd name="T4" fmla="*/ 16 w 4"/>
                <a:gd name="T5" fmla="*/ 8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6">
                  <a:moveTo>
                    <a:pt x="0" y="1"/>
                  </a:moveTo>
                  <a:cubicBezTo>
                    <a:pt x="1" y="0"/>
                    <a:pt x="2" y="5"/>
                    <a:pt x="2" y="6"/>
                  </a:cubicBezTo>
                  <a:cubicBezTo>
                    <a:pt x="4" y="5"/>
                    <a:pt x="4" y="2"/>
                    <a:pt x="2" y="1"/>
                  </a:cubicBezTo>
                </a:path>
              </a:pathLst>
            </a:custGeom>
            <a:solidFill>
              <a:srgbClr val="F6E9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4812" name="Freeform 482">
              <a:extLst>
                <a:ext uri="{FF2B5EF4-FFF2-40B4-BE49-F238E27FC236}">
                  <a16:creationId xmlns:a16="http://schemas.microsoft.com/office/drawing/2014/main" id="{E20149BB-BEA0-4C38-8FCB-10CF660207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2" y="3885"/>
              <a:ext cx="10" cy="9"/>
            </a:xfrm>
            <a:custGeom>
              <a:avLst/>
              <a:gdLst>
                <a:gd name="T0" fmla="*/ 0 w 5"/>
                <a:gd name="T1" fmla="*/ 7 h 5"/>
                <a:gd name="T2" fmla="*/ 24 w 5"/>
                <a:gd name="T3" fmla="*/ 29 h 5"/>
                <a:gd name="T4" fmla="*/ 8 w 5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0" y="1"/>
                  </a:moveTo>
                  <a:cubicBezTo>
                    <a:pt x="2" y="1"/>
                    <a:pt x="3" y="2"/>
                    <a:pt x="3" y="5"/>
                  </a:cubicBezTo>
                  <a:cubicBezTo>
                    <a:pt x="5" y="2"/>
                    <a:pt x="3" y="0"/>
                    <a:pt x="1" y="0"/>
                  </a:cubicBezTo>
                </a:path>
              </a:pathLst>
            </a:custGeom>
            <a:solidFill>
              <a:srgbClr val="F6E9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4813" name="Freeform 483">
              <a:extLst>
                <a:ext uri="{FF2B5EF4-FFF2-40B4-BE49-F238E27FC236}">
                  <a16:creationId xmlns:a16="http://schemas.microsoft.com/office/drawing/2014/main" id="{87E7621E-FC55-4C7F-82E1-0043F8AC8D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5" y="3885"/>
              <a:ext cx="13" cy="11"/>
            </a:xfrm>
            <a:custGeom>
              <a:avLst/>
              <a:gdLst>
                <a:gd name="T0" fmla="*/ 0 w 7"/>
                <a:gd name="T1" fmla="*/ 24 h 6"/>
                <a:gd name="T2" fmla="*/ 24 w 7"/>
                <a:gd name="T3" fmla="*/ 37 h 6"/>
                <a:gd name="T4" fmla="*/ 7 w 7"/>
                <a:gd name="T5" fmla="*/ 2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0" y="4"/>
                  </a:moveTo>
                  <a:cubicBezTo>
                    <a:pt x="2" y="4"/>
                    <a:pt x="4" y="3"/>
                    <a:pt x="4" y="6"/>
                  </a:cubicBezTo>
                  <a:cubicBezTo>
                    <a:pt x="7" y="5"/>
                    <a:pt x="3" y="0"/>
                    <a:pt x="1" y="3"/>
                  </a:cubicBezTo>
                </a:path>
              </a:pathLst>
            </a:custGeom>
            <a:solidFill>
              <a:srgbClr val="F6E9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4814" name="Freeform 484">
              <a:extLst>
                <a:ext uri="{FF2B5EF4-FFF2-40B4-BE49-F238E27FC236}">
                  <a16:creationId xmlns:a16="http://schemas.microsoft.com/office/drawing/2014/main" id="{20BAD567-7255-475E-9CF9-AA861443D3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8" y="3729"/>
              <a:ext cx="91" cy="165"/>
            </a:xfrm>
            <a:custGeom>
              <a:avLst/>
              <a:gdLst>
                <a:gd name="T0" fmla="*/ 8 w 47"/>
                <a:gd name="T1" fmla="*/ 0 h 86"/>
                <a:gd name="T2" fmla="*/ 87 w 47"/>
                <a:gd name="T3" fmla="*/ 155 h 86"/>
                <a:gd name="T4" fmla="*/ 153 w 47"/>
                <a:gd name="T5" fmla="*/ 305 h 86"/>
                <a:gd name="T6" fmla="*/ 248 w 47"/>
                <a:gd name="T7" fmla="*/ 468 h 86"/>
                <a:gd name="T8" fmla="*/ 341 w 47"/>
                <a:gd name="T9" fmla="*/ 608 h 86"/>
                <a:gd name="T10" fmla="*/ 341 w 47"/>
                <a:gd name="T11" fmla="*/ 608 h 86"/>
                <a:gd name="T12" fmla="*/ 232 w 47"/>
                <a:gd name="T13" fmla="*/ 508 h 86"/>
                <a:gd name="T14" fmla="*/ 161 w 47"/>
                <a:gd name="T15" fmla="*/ 476 h 86"/>
                <a:gd name="T16" fmla="*/ 108 w 47"/>
                <a:gd name="T17" fmla="*/ 445 h 86"/>
                <a:gd name="T18" fmla="*/ 93 w 47"/>
                <a:gd name="T19" fmla="*/ 324 h 86"/>
                <a:gd name="T20" fmla="*/ 52 w 47"/>
                <a:gd name="T21" fmla="*/ 169 h 86"/>
                <a:gd name="T22" fmla="*/ 0 w 47"/>
                <a:gd name="T23" fmla="*/ 8 h 8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7" h="86">
                  <a:moveTo>
                    <a:pt x="1" y="0"/>
                  </a:moveTo>
                  <a:cubicBezTo>
                    <a:pt x="4" y="8"/>
                    <a:pt x="7" y="15"/>
                    <a:pt x="12" y="22"/>
                  </a:cubicBezTo>
                  <a:cubicBezTo>
                    <a:pt x="16" y="28"/>
                    <a:pt x="19" y="36"/>
                    <a:pt x="21" y="43"/>
                  </a:cubicBezTo>
                  <a:cubicBezTo>
                    <a:pt x="24" y="51"/>
                    <a:pt x="29" y="59"/>
                    <a:pt x="34" y="66"/>
                  </a:cubicBezTo>
                  <a:cubicBezTo>
                    <a:pt x="38" y="72"/>
                    <a:pt x="44" y="79"/>
                    <a:pt x="47" y="86"/>
                  </a:cubicBezTo>
                  <a:cubicBezTo>
                    <a:pt x="47" y="86"/>
                    <a:pt x="47" y="86"/>
                    <a:pt x="47" y="86"/>
                  </a:cubicBezTo>
                  <a:cubicBezTo>
                    <a:pt x="44" y="81"/>
                    <a:pt x="37" y="75"/>
                    <a:pt x="32" y="72"/>
                  </a:cubicBezTo>
                  <a:cubicBezTo>
                    <a:pt x="29" y="70"/>
                    <a:pt x="26" y="69"/>
                    <a:pt x="22" y="67"/>
                  </a:cubicBezTo>
                  <a:cubicBezTo>
                    <a:pt x="20" y="66"/>
                    <a:pt x="17" y="66"/>
                    <a:pt x="15" y="63"/>
                  </a:cubicBezTo>
                  <a:cubicBezTo>
                    <a:pt x="12" y="58"/>
                    <a:pt x="13" y="51"/>
                    <a:pt x="13" y="46"/>
                  </a:cubicBezTo>
                  <a:cubicBezTo>
                    <a:pt x="12" y="38"/>
                    <a:pt x="10" y="31"/>
                    <a:pt x="7" y="24"/>
                  </a:cubicBezTo>
                  <a:cubicBezTo>
                    <a:pt x="4" y="17"/>
                    <a:pt x="1" y="10"/>
                    <a:pt x="0" y="1"/>
                  </a:cubicBezTo>
                </a:path>
              </a:pathLst>
            </a:custGeom>
            <a:solidFill>
              <a:srgbClr val="F6E9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4815" name="Freeform 485">
              <a:extLst>
                <a:ext uri="{FF2B5EF4-FFF2-40B4-BE49-F238E27FC236}">
                  <a16:creationId xmlns:a16="http://schemas.microsoft.com/office/drawing/2014/main" id="{5B52277E-6D98-46E7-B1ED-AB82E3630E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1" y="3529"/>
              <a:ext cx="25" cy="217"/>
            </a:xfrm>
            <a:custGeom>
              <a:avLst/>
              <a:gdLst>
                <a:gd name="T0" fmla="*/ 8 w 13"/>
                <a:gd name="T1" fmla="*/ 0 h 113"/>
                <a:gd name="T2" fmla="*/ 44 w 13"/>
                <a:gd name="T3" fmla="*/ 484 h 113"/>
                <a:gd name="T4" fmla="*/ 85 w 13"/>
                <a:gd name="T5" fmla="*/ 638 h 113"/>
                <a:gd name="T6" fmla="*/ 92 w 13"/>
                <a:gd name="T7" fmla="*/ 764 h 113"/>
                <a:gd name="T8" fmla="*/ 92 w 13"/>
                <a:gd name="T9" fmla="*/ 801 h 113"/>
                <a:gd name="T10" fmla="*/ 71 w 13"/>
                <a:gd name="T11" fmla="*/ 678 h 113"/>
                <a:gd name="T12" fmla="*/ 29 w 13"/>
                <a:gd name="T13" fmla="*/ 490 h 113"/>
                <a:gd name="T14" fmla="*/ 0 w 13"/>
                <a:gd name="T15" fmla="*/ 248 h 113"/>
                <a:gd name="T16" fmla="*/ 0 w 13"/>
                <a:gd name="T17" fmla="*/ 133 h 113"/>
                <a:gd name="T18" fmla="*/ 8 w 13"/>
                <a:gd name="T19" fmla="*/ 36 h 11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" h="113">
                  <a:moveTo>
                    <a:pt x="1" y="0"/>
                  </a:moveTo>
                  <a:cubicBezTo>
                    <a:pt x="1" y="23"/>
                    <a:pt x="0" y="45"/>
                    <a:pt x="6" y="68"/>
                  </a:cubicBezTo>
                  <a:cubicBezTo>
                    <a:pt x="8" y="75"/>
                    <a:pt x="10" y="82"/>
                    <a:pt x="12" y="90"/>
                  </a:cubicBezTo>
                  <a:cubicBezTo>
                    <a:pt x="13" y="96"/>
                    <a:pt x="13" y="102"/>
                    <a:pt x="13" y="108"/>
                  </a:cubicBezTo>
                  <a:cubicBezTo>
                    <a:pt x="13" y="110"/>
                    <a:pt x="13" y="111"/>
                    <a:pt x="13" y="113"/>
                  </a:cubicBezTo>
                  <a:cubicBezTo>
                    <a:pt x="13" y="107"/>
                    <a:pt x="12" y="101"/>
                    <a:pt x="10" y="96"/>
                  </a:cubicBezTo>
                  <a:cubicBezTo>
                    <a:pt x="6" y="87"/>
                    <a:pt x="6" y="78"/>
                    <a:pt x="4" y="69"/>
                  </a:cubicBezTo>
                  <a:cubicBezTo>
                    <a:pt x="1" y="58"/>
                    <a:pt x="1" y="46"/>
                    <a:pt x="0" y="35"/>
                  </a:cubicBezTo>
                  <a:cubicBezTo>
                    <a:pt x="0" y="29"/>
                    <a:pt x="0" y="24"/>
                    <a:pt x="0" y="19"/>
                  </a:cubicBezTo>
                  <a:cubicBezTo>
                    <a:pt x="0" y="15"/>
                    <a:pt x="2" y="9"/>
                    <a:pt x="1" y="5"/>
                  </a:cubicBezTo>
                </a:path>
              </a:pathLst>
            </a:custGeom>
            <a:solidFill>
              <a:srgbClr val="F6E9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4816" name="Freeform 486">
              <a:extLst>
                <a:ext uri="{FF2B5EF4-FFF2-40B4-BE49-F238E27FC236}">
                  <a16:creationId xmlns:a16="http://schemas.microsoft.com/office/drawing/2014/main" id="{88D61FCF-F5E9-4786-BDE6-9FAF24F0C9B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9" y="2939"/>
              <a:ext cx="64" cy="290"/>
            </a:xfrm>
            <a:custGeom>
              <a:avLst/>
              <a:gdLst>
                <a:gd name="T0" fmla="*/ 180 w 33"/>
                <a:gd name="T1" fmla="*/ 0 h 151"/>
                <a:gd name="T2" fmla="*/ 188 w 33"/>
                <a:gd name="T3" fmla="*/ 115 h 151"/>
                <a:gd name="T4" fmla="*/ 217 w 33"/>
                <a:gd name="T5" fmla="*/ 207 h 151"/>
                <a:gd name="T6" fmla="*/ 225 w 33"/>
                <a:gd name="T7" fmla="*/ 392 h 151"/>
                <a:gd name="T8" fmla="*/ 147 w 33"/>
                <a:gd name="T9" fmla="*/ 830 h 151"/>
                <a:gd name="T10" fmla="*/ 132 w 33"/>
                <a:gd name="T11" fmla="*/ 1070 h 151"/>
                <a:gd name="T12" fmla="*/ 132 w 33"/>
                <a:gd name="T13" fmla="*/ 930 h 151"/>
                <a:gd name="T14" fmla="*/ 116 w 33"/>
                <a:gd name="T15" fmla="*/ 764 h 151"/>
                <a:gd name="T16" fmla="*/ 0 w 33"/>
                <a:gd name="T17" fmla="*/ 693 h 151"/>
                <a:gd name="T18" fmla="*/ 64 w 33"/>
                <a:gd name="T19" fmla="*/ 490 h 151"/>
                <a:gd name="T20" fmla="*/ 37 w 33"/>
                <a:gd name="T21" fmla="*/ 305 h 151"/>
                <a:gd name="T22" fmla="*/ 93 w 33"/>
                <a:gd name="T23" fmla="*/ 392 h 151"/>
                <a:gd name="T24" fmla="*/ 188 w 33"/>
                <a:gd name="T25" fmla="*/ 348 h 151"/>
                <a:gd name="T26" fmla="*/ 176 w 33"/>
                <a:gd name="T27" fmla="*/ 213 h 151"/>
                <a:gd name="T28" fmla="*/ 180 w 33"/>
                <a:gd name="T29" fmla="*/ 0 h 151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33" h="151">
                  <a:moveTo>
                    <a:pt x="25" y="0"/>
                  </a:moveTo>
                  <a:cubicBezTo>
                    <a:pt x="27" y="5"/>
                    <a:pt x="25" y="11"/>
                    <a:pt x="26" y="16"/>
                  </a:cubicBezTo>
                  <a:cubicBezTo>
                    <a:pt x="27" y="21"/>
                    <a:pt x="29" y="25"/>
                    <a:pt x="30" y="29"/>
                  </a:cubicBezTo>
                  <a:cubicBezTo>
                    <a:pt x="32" y="37"/>
                    <a:pt x="33" y="47"/>
                    <a:pt x="31" y="55"/>
                  </a:cubicBezTo>
                  <a:cubicBezTo>
                    <a:pt x="27" y="76"/>
                    <a:pt x="19" y="95"/>
                    <a:pt x="20" y="117"/>
                  </a:cubicBezTo>
                  <a:cubicBezTo>
                    <a:pt x="20" y="128"/>
                    <a:pt x="21" y="141"/>
                    <a:pt x="18" y="151"/>
                  </a:cubicBezTo>
                  <a:cubicBezTo>
                    <a:pt x="19" y="145"/>
                    <a:pt x="19" y="137"/>
                    <a:pt x="18" y="131"/>
                  </a:cubicBezTo>
                  <a:cubicBezTo>
                    <a:pt x="18" y="124"/>
                    <a:pt x="18" y="115"/>
                    <a:pt x="16" y="108"/>
                  </a:cubicBezTo>
                  <a:cubicBezTo>
                    <a:pt x="13" y="98"/>
                    <a:pt x="8" y="99"/>
                    <a:pt x="0" y="98"/>
                  </a:cubicBezTo>
                  <a:cubicBezTo>
                    <a:pt x="9" y="89"/>
                    <a:pt x="12" y="81"/>
                    <a:pt x="9" y="69"/>
                  </a:cubicBezTo>
                  <a:cubicBezTo>
                    <a:pt x="7" y="61"/>
                    <a:pt x="6" y="52"/>
                    <a:pt x="5" y="43"/>
                  </a:cubicBezTo>
                  <a:cubicBezTo>
                    <a:pt x="8" y="47"/>
                    <a:pt x="9" y="52"/>
                    <a:pt x="13" y="55"/>
                  </a:cubicBezTo>
                  <a:cubicBezTo>
                    <a:pt x="17" y="59"/>
                    <a:pt x="24" y="56"/>
                    <a:pt x="26" y="49"/>
                  </a:cubicBezTo>
                  <a:cubicBezTo>
                    <a:pt x="27" y="44"/>
                    <a:pt x="25" y="36"/>
                    <a:pt x="24" y="30"/>
                  </a:cubicBezTo>
                  <a:cubicBezTo>
                    <a:pt x="23" y="20"/>
                    <a:pt x="25" y="10"/>
                    <a:pt x="25" y="0"/>
                  </a:cubicBezTo>
                </a:path>
              </a:pathLst>
            </a:custGeom>
            <a:solidFill>
              <a:srgbClr val="F6E9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4817" name="Freeform 487">
              <a:extLst>
                <a:ext uri="{FF2B5EF4-FFF2-40B4-BE49-F238E27FC236}">
                  <a16:creationId xmlns:a16="http://schemas.microsoft.com/office/drawing/2014/main" id="{D7372275-E440-4EB1-9E8D-A4978654A3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7" y="2931"/>
              <a:ext cx="62" cy="283"/>
            </a:xfrm>
            <a:custGeom>
              <a:avLst/>
              <a:gdLst>
                <a:gd name="T0" fmla="*/ 45 w 32"/>
                <a:gd name="T1" fmla="*/ 0 h 147"/>
                <a:gd name="T2" fmla="*/ 52 w 32"/>
                <a:gd name="T3" fmla="*/ 71 h 147"/>
                <a:gd name="T4" fmla="*/ 45 w 32"/>
                <a:gd name="T5" fmla="*/ 137 h 147"/>
                <a:gd name="T6" fmla="*/ 16 w 32"/>
                <a:gd name="T7" fmla="*/ 229 h 147"/>
                <a:gd name="T8" fmla="*/ 23 w 32"/>
                <a:gd name="T9" fmla="*/ 456 h 147"/>
                <a:gd name="T10" fmla="*/ 72 w 32"/>
                <a:gd name="T11" fmla="*/ 716 h 147"/>
                <a:gd name="T12" fmla="*/ 101 w 32"/>
                <a:gd name="T13" fmla="*/ 1049 h 147"/>
                <a:gd name="T14" fmla="*/ 176 w 32"/>
                <a:gd name="T15" fmla="*/ 718 h 147"/>
                <a:gd name="T16" fmla="*/ 101 w 32"/>
                <a:gd name="T17" fmla="*/ 649 h 147"/>
                <a:gd name="T18" fmla="*/ 72 w 32"/>
                <a:gd name="T19" fmla="*/ 501 h 147"/>
                <a:gd name="T20" fmla="*/ 101 w 32"/>
                <a:gd name="T21" fmla="*/ 377 h 147"/>
                <a:gd name="T22" fmla="*/ 169 w 32"/>
                <a:gd name="T23" fmla="*/ 333 h 147"/>
                <a:gd name="T24" fmla="*/ 233 w 32"/>
                <a:gd name="T25" fmla="*/ 322 h 147"/>
                <a:gd name="T26" fmla="*/ 124 w 32"/>
                <a:gd name="T27" fmla="*/ 316 h 147"/>
                <a:gd name="T28" fmla="*/ 37 w 32"/>
                <a:gd name="T29" fmla="*/ 277 h 147"/>
                <a:gd name="T30" fmla="*/ 60 w 32"/>
                <a:gd name="T31" fmla="*/ 8 h 147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32" h="147">
                  <a:moveTo>
                    <a:pt x="6" y="0"/>
                  </a:moveTo>
                  <a:cubicBezTo>
                    <a:pt x="5" y="3"/>
                    <a:pt x="7" y="7"/>
                    <a:pt x="7" y="10"/>
                  </a:cubicBezTo>
                  <a:cubicBezTo>
                    <a:pt x="7" y="13"/>
                    <a:pt x="6" y="16"/>
                    <a:pt x="6" y="19"/>
                  </a:cubicBezTo>
                  <a:cubicBezTo>
                    <a:pt x="5" y="23"/>
                    <a:pt x="4" y="27"/>
                    <a:pt x="2" y="32"/>
                  </a:cubicBezTo>
                  <a:cubicBezTo>
                    <a:pt x="0" y="42"/>
                    <a:pt x="2" y="54"/>
                    <a:pt x="3" y="64"/>
                  </a:cubicBezTo>
                  <a:cubicBezTo>
                    <a:pt x="5" y="76"/>
                    <a:pt x="8" y="88"/>
                    <a:pt x="10" y="100"/>
                  </a:cubicBezTo>
                  <a:cubicBezTo>
                    <a:pt x="12" y="116"/>
                    <a:pt x="12" y="132"/>
                    <a:pt x="14" y="147"/>
                  </a:cubicBezTo>
                  <a:cubicBezTo>
                    <a:pt x="12" y="133"/>
                    <a:pt x="14" y="111"/>
                    <a:pt x="24" y="101"/>
                  </a:cubicBezTo>
                  <a:cubicBezTo>
                    <a:pt x="20" y="98"/>
                    <a:pt x="16" y="97"/>
                    <a:pt x="14" y="91"/>
                  </a:cubicBezTo>
                  <a:cubicBezTo>
                    <a:pt x="12" y="85"/>
                    <a:pt x="11" y="76"/>
                    <a:pt x="10" y="70"/>
                  </a:cubicBezTo>
                  <a:cubicBezTo>
                    <a:pt x="9" y="64"/>
                    <a:pt x="10" y="57"/>
                    <a:pt x="14" y="53"/>
                  </a:cubicBezTo>
                  <a:cubicBezTo>
                    <a:pt x="16" y="51"/>
                    <a:pt x="20" y="48"/>
                    <a:pt x="23" y="47"/>
                  </a:cubicBezTo>
                  <a:cubicBezTo>
                    <a:pt x="26" y="46"/>
                    <a:pt x="29" y="48"/>
                    <a:pt x="32" y="45"/>
                  </a:cubicBezTo>
                  <a:cubicBezTo>
                    <a:pt x="27" y="46"/>
                    <a:pt x="22" y="45"/>
                    <a:pt x="17" y="44"/>
                  </a:cubicBezTo>
                  <a:cubicBezTo>
                    <a:pt x="12" y="44"/>
                    <a:pt x="7" y="45"/>
                    <a:pt x="5" y="39"/>
                  </a:cubicBezTo>
                  <a:cubicBezTo>
                    <a:pt x="1" y="27"/>
                    <a:pt x="14" y="13"/>
                    <a:pt x="8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4818" name="Freeform 488">
              <a:extLst>
                <a:ext uri="{FF2B5EF4-FFF2-40B4-BE49-F238E27FC236}">
                  <a16:creationId xmlns:a16="http://schemas.microsoft.com/office/drawing/2014/main" id="{CE31103C-392A-4C0A-9881-5298B682176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0" y="2587"/>
              <a:ext cx="20" cy="90"/>
            </a:xfrm>
            <a:custGeom>
              <a:avLst/>
              <a:gdLst>
                <a:gd name="T0" fmla="*/ 8 w 10"/>
                <a:gd name="T1" fmla="*/ 0 h 47"/>
                <a:gd name="T2" fmla="*/ 72 w 10"/>
                <a:gd name="T3" fmla="*/ 48 h 47"/>
                <a:gd name="T4" fmla="*/ 48 w 10"/>
                <a:gd name="T5" fmla="*/ 124 h 47"/>
                <a:gd name="T6" fmla="*/ 8 w 10"/>
                <a:gd name="T7" fmla="*/ 329 h 47"/>
                <a:gd name="T8" fmla="*/ 16 w 10"/>
                <a:gd name="T9" fmla="*/ 232 h 47"/>
                <a:gd name="T10" fmla="*/ 24 w 10"/>
                <a:gd name="T11" fmla="*/ 124 h 47"/>
                <a:gd name="T12" fmla="*/ 24 w 10"/>
                <a:gd name="T13" fmla="*/ 63 h 47"/>
                <a:gd name="T14" fmla="*/ 16 w 10"/>
                <a:gd name="T15" fmla="*/ 15 h 4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" h="47">
                  <a:moveTo>
                    <a:pt x="1" y="0"/>
                  </a:moveTo>
                  <a:cubicBezTo>
                    <a:pt x="3" y="2"/>
                    <a:pt x="8" y="4"/>
                    <a:pt x="9" y="7"/>
                  </a:cubicBezTo>
                  <a:cubicBezTo>
                    <a:pt x="10" y="9"/>
                    <a:pt x="7" y="15"/>
                    <a:pt x="6" y="18"/>
                  </a:cubicBezTo>
                  <a:cubicBezTo>
                    <a:pt x="4" y="27"/>
                    <a:pt x="2" y="37"/>
                    <a:pt x="1" y="47"/>
                  </a:cubicBezTo>
                  <a:cubicBezTo>
                    <a:pt x="0" y="43"/>
                    <a:pt x="1" y="37"/>
                    <a:pt x="2" y="33"/>
                  </a:cubicBezTo>
                  <a:cubicBezTo>
                    <a:pt x="2" y="28"/>
                    <a:pt x="3" y="23"/>
                    <a:pt x="3" y="18"/>
                  </a:cubicBezTo>
                  <a:cubicBezTo>
                    <a:pt x="3" y="15"/>
                    <a:pt x="4" y="12"/>
                    <a:pt x="3" y="9"/>
                  </a:cubicBezTo>
                  <a:cubicBezTo>
                    <a:pt x="3" y="7"/>
                    <a:pt x="2" y="4"/>
                    <a:pt x="2" y="2"/>
                  </a:cubicBezTo>
                </a:path>
              </a:pathLst>
            </a:custGeom>
            <a:solidFill>
              <a:srgbClr val="F6E9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4819" name="Freeform 489">
              <a:extLst>
                <a:ext uri="{FF2B5EF4-FFF2-40B4-BE49-F238E27FC236}">
                  <a16:creationId xmlns:a16="http://schemas.microsoft.com/office/drawing/2014/main" id="{25980968-246B-4737-B9F8-C48A1D9F5DA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0" y="2664"/>
              <a:ext cx="40" cy="31"/>
            </a:xfrm>
            <a:custGeom>
              <a:avLst/>
              <a:gdLst>
                <a:gd name="T0" fmla="*/ 8 w 21"/>
                <a:gd name="T1" fmla="*/ 0 h 16"/>
                <a:gd name="T2" fmla="*/ 15 w 21"/>
                <a:gd name="T3" fmla="*/ 52 h 16"/>
                <a:gd name="T4" fmla="*/ 55 w 21"/>
                <a:gd name="T5" fmla="*/ 64 h 16"/>
                <a:gd name="T6" fmla="*/ 145 w 21"/>
                <a:gd name="T7" fmla="*/ 116 h 16"/>
                <a:gd name="T8" fmla="*/ 8 w 21"/>
                <a:gd name="T9" fmla="*/ 16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16">
                  <a:moveTo>
                    <a:pt x="1" y="0"/>
                  </a:moveTo>
                  <a:cubicBezTo>
                    <a:pt x="2" y="2"/>
                    <a:pt x="0" y="5"/>
                    <a:pt x="2" y="7"/>
                  </a:cubicBezTo>
                  <a:cubicBezTo>
                    <a:pt x="3" y="8"/>
                    <a:pt x="7" y="8"/>
                    <a:pt x="8" y="9"/>
                  </a:cubicBezTo>
                  <a:cubicBezTo>
                    <a:pt x="13" y="12"/>
                    <a:pt x="15" y="16"/>
                    <a:pt x="21" y="16"/>
                  </a:cubicBezTo>
                  <a:cubicBezTo>
                    <a:pt x="15" y="10"/>
                    <a:pt x="8" y="7"/>
                    <a:pt x="1" y="2"/>
                  </a:cubicBezTo>
                </a:path>
              </a:pathLst>
            </a:custGeom>
            <a:solidFill>
              <a:srgbClr val="F6E9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4820" name="Freeform 490">
              <a:extLst>
                <a:ext uri="{FF2B5EF4-FFF2-40B4-BE49-F238E27FC236}">
                  <a16:creationId xmlns:a16="http://schemas.microsoft.com/office/drawing/2014/main" id="{CFBF23DC-72D6-481F-BC72-083439187E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1" y="2700"/>
              <a:ext cx="44" cy="31"/>
            </a:xfrm>
            <a:custGeom>
              <a:avLst/>
              <a:gdLst>
                <a:gd name="T0" fmla="*/ 0 w 23"/>
                <a:gd name="T1" fmla="*/ 0 h 16"/>
                <a:gd name="T2" fmla="*/ 99 w 23"/>
                <a:gd name="T3" fmla="*/ 31 h 16"/>
                <a:gd name="T4" fmla="*/ 147 w 23"/>
                <a:gd name="T5" fmla="*/ 101 h 16"/>
                <a:gd name="T6" fmla="*/ 113 w 23"/>
                <a:gd name="T7" fmla="*/ 101 h 16"/>
                <a:gd name="T8" fmla="*/ 69 w 23"/>
                <a:gd name="T9" fmla="*/ 79 h 16"/>
                <a:gd name="T10" fmla="*/ 8 w 23"/>
                <a:gd name="T11" fmla="*/ 8 h 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" h="16">
                  <a:moveTo>
                    <a:pt x="0" y="0"/>
                  </a:moveTo>
                  <a:cubicBezTo>
                    <a:pt x="4" y="2"/>
                    <a:pt x="9" y="2"/>
                    <a:pt x="14" y="4"/>
                  </a:cubicBezTo>
                  <a:cubicBezTo>
                    <a:pt x="16" y="6"/>
                    <a:pt x="23" y="11"/>
                    <a:pt x="21" y="14"/>
                  </a:cubicBezTo>
                  <a:cubicBezTo>
                    <a:pt x="21" y="16"/>
                    <a:pt x="18" y="14"/>
                    <a:pt x="16" y="14"/>
                  </a:cubicBezTo>
                  <a:cubicBezTo>
                    <a:pt x="14" y="13"/>
                    <a:pt x="12" y="12"/>
                    <a:pt x="10" y="11"/>
                  </a:cubicBezTo>
                  <a:cubicBezTo>
                    <a:pt x="6" y="9"/>
                    <a:pt x="4" y="4"/>
                    <a:pt x="1" y="1"/>
                  </a:cubicBezTo>
                </a:path>
              </a:pathLst>
            </a:custGeom>
            <a:solidFill>
              <a:srgbClr val="F6E9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4821" name="Freeform 491">
              <a:extLst>
                <a:ext uri="{FF2B5EF4-FFF2-40B4-BE49-F238E27FC236}">
                  <a16:creationId xmlns:a16="http://schemas.microsoft.com/office/drawing/2014/main" id="{10966FC1-D5BF-4610-9385-B744EFDC54E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7" y="2673"/>
              <a:ext cx="16" cy="24"/>
            </a:xfrm>
            <a:custGeom>
              <a:avLst/>
              <a:gdLst>
                <a:gd name="T0" fmla="*/ 64 w 8"/>
                <a:gd name="T1" fmla="*/ 80 h 12"/>
                <a:gd name="T2" fmla="*/ 40 w 8"/>
                <a:gd name="T3" fmla="*/ 96 h 12"/>
                <a:gd name="T4" fmla="*/ 32 w 8"/>
                <a:gd name="T5" fmla="*/ 72 h 12"/>
                <a:gd name="T6" fmla="*/ 0 w 8"/>
                <a:gd name="T7" fmla="*/ 0 h 12"/>
                <a:gd name="T8" fmla="*/ 64 w 8"/>
                <a:gd name="T9" fmla="*/ 64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12">
                  <a:moveTo>
                    <a:pt x="8" y="10"/>
                  </a:moveTo>
                  <a:cubicBezTo>
                    <a:pt x="8" y="10"/>
                    <a:pt x="7" y="12"/>
                    <a:pt x="5" y="12"/>
                  </a:cubicBezTo>
                  <a:cubicBezTo>
                    <a:pt x="4" y="11"/>
                    <a:pt x="4" y="10"/>
                    <a:pt x="4" y="9"/>
                  </a:cubicBezTo>
                  <a:cubicBezTo>
                    <a:pt x="3" y="6"/>
                    <a:pt x="1" y="3"/>
                    <a:pt x="0" y="0"/>
                  </a:cubicBezTo>
                  <a:cubicBezTo>
                    <a:pt x="3" y="0"/>
                    <a:pt x="5" y="6"/>
                    <a:pt x="8" y="8"/>
                  </a:cubicBezTo>
                </a:path>
              </a:pathLst>
            </a:custGeom>
            <a:solidFill>
              <a:srgbClr val="F6E9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4822" name="Freeform 492">
              <a:extLst>
                <a:ext uri="{FF2B5EF4-FFF2-40B4-BE49-F238E27FC236}">
                  <a16:creationId xmlns:a16="http://schemas.microsoft.com/office/drawing/2014/main" id="{F4C35D51-0C5D-4678-8E5B-3E26FBE187E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5" y="2697"/>
              <a:ext cx="42" cy="32"/>
            </a:xfrm>
            <a:custGeom>
              <a:avLst/>
              <a:gdLst>
                <a:gd name="T0" fmla="*/ 0 w 22"/>
                <a:gd name="T1" fmla="*/ 105 h 17"/>
                <a:gd name="T2" fmla="*/ 15 w 22"/>
                <a:gd name="T3" fmla="*/ 68 h 17"/>
                <a:gd name="T4" fmla="*/ 55 w 22"/>
                <a:gd name="T5" fmla="*/ 40 h 17"/>
                <a:gd name="T6" fmla="*/ 153 w 22"/>
                <a:gd name="T7" fmla="*/ 0 h 17"/>
                <a:gd name="T8" fmla="*/ 84 w 22"/>
                <a:gd name="T9" fmla="*/ 75 h 17"/>
                <a:gd name="T10" fmla="*/ 0 w 22"/>
                <a:gd name="T11" fmla="*/ 113 h 1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17">
                  <a:moveTo>
                    <a:pt x="0" y="16"/>
                  </a:moveTo>
                  <a:cubicBezTo>
                    <a:pt x="0" y="16"/>
                    <a:pt x="1" y="11"/>
                    <a:pt x="2" y="10"/>
                  </a:cubicBezTo>
                  <a:cubicBezTo>
                    <a:pt x="3" y="8"/>
                    <a:pt x="6" y="7"/>
                    <a:pt x="8" y="6"/>
                  </a:cubicBezTo>
                  <a:cubicBezTo>
                    <a:pt x="13" y="4"/>
                    <a:pt x="18" y="4"/>
                    <a:pt x="22" y="0"/>
                  </a:cubicBezTo>
                  <a:cubicBezTo>
                    <a:pt x="19" y="4"/>
                    <a:pt x="15" y="8"/>
                    <a:pt x="12" y="11"/>
                  </a:cubicBezTo>
                  <a:cubicBezTo>
                    <a:pt x="8" y="15"/>
                    <a:pt x="5" y="15"/>
                    <a:pt x="0" y="17"/>
                  </a:cubicBezTo>
                </a:path>
              </a:pathLst>
            </a:custGeom>
            <a:solidFill>
              <a:srgbClr val="F6E9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4823" name="Freeform 493">
              <a:extLst>
                <a:ext uri="{FF2B5EF4-FFF2-40B4-BE49-F238E27FC236}">
                  <a16:creationId xmlns:a16="http://schemas.microsoft.com/office/drawing/2014/main" id="{E4AA3935-5163-4F77-95F2-D9792BBB31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6" y="2664"/>
              <a:ext cx="40" cy="33"/>
            </a:xfrm>
            <a:custGeom>
              <a:avLst/>
              <a:gdLst>
                <a:gd name="T0" fmla="*/ 8 w 21"/>
                <a:gd name="T1" fmla="*/ 116 h 17"/>
                <a:gd name="T2" fmla="*/ 131 w 21"/>
                <a:gd name="T3" fmla="*/ 0 h 17"/>
                <a:gd name="T4" fmla="*/ 124 w 21"/>
                <a:gd name="T5" fmla="*/ 45 h 17"/>
                <a:gd name="T6" fmla="*/ 91 w 21"/>
                <a:gd name="T7" fmla="*/ 72 h 17"/>
                <a:gd name="T8" fmla="*/ 48 w 21"/>
                <a:gd name="T9" fmla="*/ 101 h 17"/>
                <a:gd name="T10" fmla="*/ 8 w 21"/>
                <a:gd name="T11" fmla="*/ 124 h 1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17">
                  <a:moveTo>
                    <a:pt x="1" y="16"/>
                  </a:moveTo>
                  <a:cubicBezTo>
                    <a:pt x="0" y="10"/>
                    <a:pt x="17" y="6"/>
                    <a:pt x="19" y="0"/>
                  </a:cubicBezTo>
                  <a:cubicBezTo>
                    <a:pt x="20" y="4"/>
                    <a:pt x="21" y="3"/>
                    <a:pt x="18" y="6"/>
                  </a:cubicBezTo>
                  <a:cubicBezTo>
                    <a:pt x="17" y="8"/>
                    <a:pt x="14" y="9"/>
                    <a:pt x="13" y="10"/>
                  </a:cubicBezTo>
                  <a:cubicBezTo>
                    <a:pt x="11" y="11"/>
                    <a:pt x="9" y="13"/>
                    <a:pt x="7" y="14"/>
                  </a:cubicBezTo>
                  <a:cubicBezTo>
                    <a:pt x="5" y="16"/>
                    <a:pt x="3" y="16"/>
                    <a:pt x="1" y="17"/>
                  </a:cubicBezTo>
                </a:path>
              </a:pathLst>
            </a:custGeom>
            <a:solidFill>
              <a:srgbClr val="F6E9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4824" name="Freeform 494">
              <a:extLst>
                <a:ext uri="{FF2B5EF4-FFF2-40B4-BE49-F238E27FC236}">
                  <a16:creationId xmlns:a16="http://schemas.microsoft.com/office/drawing/2014/main" id="{0BD87C85-7205-43C8-AE0B-4187FB0A791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9" y="2587"/>
              <a:ext cx="15" cy="77"/>
            </a:xfrm>
            <a:custGeom>
              <a:avLst/>
              <a:gdLst>
                <a:gd name="T0" fmla="*/ 0 w 8"/>
                <a:gd name="T1" fmla="*/ 37 h 40"/>
                <a:gd name="T2" fmla="*/ 32 w 8"/>
                <a:gd name="T3" fmla="*/ 148 h 40"/>
                <a:gd name="T4" fmla="*/ 53 w 8"/>
                <a:gd name="T5" fmla="*/ 285 h 40"/>
                <a:gd name="T6" fmla="*/ 45 w 8"/>
                <a:gd name="T7" fmla="*/ 108 h 40"/>
                <a:gd name="T8" fmla="*/ 39 w 8"/>
                <a:gd name="T9" fmla="*/ 0 h 40"/>
                <a:gd name="T10" fmla="*/ 0 w 8"/>
                <a:gd name="T11" fmla="*/ 44 h 4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" h="40">
                  <a:moveTo>
                    <a:pt x="0" y="5"/>
                  </a:moveTo>
                  <a:cubicBezTo>
                    <a:pt x="1" y="4"/>
                    <a:pt x="4" y="19"/>
                    <a:pt x="5" y="21"/>
                  </a:cubicBezTo>
                  <a:cubicBezTo>
                    <a:pt x="6" y="27"/>
                    <a:pt x="6" y="34"/>
                    <a:pt x="8" y="40"/>
                  </a:cubicBezTo>
                  <a:cubicBezTo>
                    <a:pt x="8" y="32"/>
                    <a:pt x="8" y="23"/>
                    <a:pt x="7" y="15"/>
                  </a:cubicBezTo>
                  <a:cubicBezTo>
                    <a:pt x="7" y="11"/>
                    <a:pt x="8" y="4"/>
                    <a:pt x="6" y="0"/>
                  </a:cubicBezTo>
                  <a:cubicBezTo>
                    <a:pt x="4" y="2"/>
                    <a:pt x="0" y="4"/>
                    <a:pt x="0" y="6"/>
                  </a:cubicBezTo>
                </a:path>
              </a:pathLst>
            </a:custGeom>
            <a:solidFill>
              <a:srgbClr val="F6E9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4825" name="Freeform 495">
              <a:extLst>
                <a:ext uri="{FF2B5EF4-FFF2-40B4-BE49-F238E27FC236}">
                  <a16:creationId xmlns:a16="http://schemas.microsoft.com/office/drawing/2014/main" id="{9F3CFDBC-3B19-4350-BB7B-A377D129BB7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6" y="2456"/>
              <a:ext cx="47" cy="164"/>
            </a:xfrm>
            <a:custGeom>
              <a:avLst/>
              <a:gdLst>
                <a:gd name="T0" fmla="*/ 149 w 24"/>
                <a:gd name="T1" fmla="*/ 0 h 85"/>
                <a:gd name="T2" fmla="*/ 119 w 24"/>
                <a:gd name="T3" fmla="*/ 137 h 85"/>
                <a:gd name="T4" fmla="*/ 53 w 24"/>
                <a:gd name="T5" fmla="*/ 272 h 85"/>
                <a:gd name="T6" fmla="*/ 31 w 24"/>
                <a:gd name="T7" fmla="*/ 610 h 85"/>
                <a:gd name="T8" fmla="*/ 39 w 24"/>
                <a:gd name="T9" fmla="*/ 432 h 85"/>
                <a:gd name="T10" fmla="*/ 69 w 24"/>
                <a:gd name="T11" fmla="*/ 340 h 85"/>
                <a:gd name="T12" fmla="*/ 135 w 24"/>
                <a:gd name="T13" fmla="*/ 232 h 85"/>
                <a:gd name="T14" fmla="*/ 149 w 24"/>
                <a:gd name="T15" fmla="*/ 8 h 8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4" h="85">
                  <a:moveTo>
                    <a:pt x="20" y="0"/>
                  </a:moveTo>
                  <a:cubicBezTo>
                    <a:pt x="20" y="7"/>
                    <a:pt x="19" y="13"/>
                    <a:pt x="16" y="19"/>
                  </a:cubicBezTo>
                  <a:cubicBezTo>
                    <a:pt x="13" y="25"/>
                    <a:pt x="10" y="32"/>
                    <a:pt x="7" y="38"/>
                  </a:cubicBezTo>
                  <a:cubicBezTo>
                    <a:pt x="0" y="53"/>
                    <a:pt x="3" y="69"/>
                    <a:pt x="4" y="85"/>
                  </a:cubicBezTo>
                  <a:cubicBezTo>
                    <a:pt x="6" y="78"/>
                    <a:pt x="3" y="68"/>
                    <a:pt x="5" y="60"/>
                  </a:cubicBezTo>
                  <a:cubicBezTo>
                    <a:pt x="6" y="56"/>
                    <a:pt x="7" y="51"/>
                    <a:pt x="9" y="47"/>
                  </a:cubicBezTo>
                  <a:cubicBezTo>
                    <a:pt x="11" y="41"/>
                    <a:pt x="15" y="37"/>
                    <a:pt x="18" y="32"/>
                  </a:cubicBezTo>
                  <a:cubicBezTo>
                    <a:pt x="24" y="23"/>
                    <a:pt x="23" y="11"/>
                    <a:pt x="2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4826" name="Freeform 496">
              <a:extLst>
                <a:ext uri="{FF2B5EF4-FFF2-40B4-BE49-F238E27FC236}">
                  <a16:creationId xmlns:a16="http://schemas.microsoft.com/office/drawing/2014/main" id="{3DFE5522-0D34-45E0-9178-9A534ED4DDF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1" y="2672"/>
              <a:ext cx="18" cy="26"/>
            </a:xfrm>
            <a:custGeom>
              <a:avLst/>
              <a:gdLst>
                <a:gd name="T0" fmla="*/ 64 w 9"/>
                <a:gd name="T1" fmla="*/ 0 h 14"/>
                <a:gd name="T2" fmla="*/ 32 w 9"/>
                <a:gd name="T3" fmla="*/ 52 h 14"/>
                <a:gd name="T4" fmla="*/ 0 w 9"/>
                <a:gd name="T5" fmla="*/ 89 h 14"/>
                <a:gd name="T6" fmla="*/ 64 w 9"/>
                <a:gd name="T7" fmla="*/ 24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4">
                  <a:moveTo>
                    <a:pt x="8" y="0"/>
                  </a:moveTo>
                  <a:cubicBezTo>
                    <a:pt x="7" y="3"/>
                    <a:pt x="6" y="6"/>
                    <a:pt x="4" y="8"/>
                  </a:cubicBezTo>
                  <a:cubicBezTo>
                    <a:pt x="3" y="10"/>
                    <a:pt x="0" y="11"/>
                    <a:pt x="0" y="14"/>
                  </a:cubicBezTo>
                  <a:cubicBezTo>
                    <a:pt x="5" y="13"/>
                    <a:pt x="9" y="10"/>
                    <a:pt x="8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4827" name="Freeform 497">
              <a:extLst>
                <a:ext uri="{FF2B5EF4-FFF2-40B4-BE49-F238E27FC236}">
                  <a16:creationId xmlns:a16="http://schemas.microsoft.com/office/drawing/2014/main" id="{B1D3D665-93EC-4C98-BFE0-EB575BF6E80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3" y="2727"/>
              <a:ext cx="29" cy="45"/>
            </a:xfrm>
            <a:custGeom>
              <a:avLst/>
              <a:gdLst>
                <a:gd name="T0" fmla="*/ 108 w 15"/>
                <a:gd name="T1" fmla="*/ 0 h 23"/>
                <a:gd name="T2" fmla="*/ 0 w 15"/>
                <a:gd name="T3" fmla="*/ 172 h 23"/>
                <a:gd name="T4" fmla="*/ 64 w 15"/>
                <a:gd name="T5" fmla="*/ 88 h 23"/>
                <a:gd name="T6" fmla="*/ 101 w 15"/>
                <a:gd name="T7" fmla="*/ 16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23">
                  <a:moveTo>
                    <a:pt x="15" y="0"/>
                  </a:moveTo>
                  <a:cubicBezTo>
                    <a:pt x="8" y="4"/>
                    <a:pt x="1" y="15"/>
                    <a:pt x="0" y="23"/>
                  </a:cubicBezTo>
                  <a:cubicBezTo>
                    <a:pt x="3" y="21"/>
                    <a:pt x="6" y="15"/>
                    <a:pt x="9" y="12"/>
                  </a:cubicBezTo>
                  <a:cubicBezTo>
                    <a:pt x="11" y="9"/>
                    <a:pt x="12" y="4"/>
                    <a:pt x="14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4828" name="Freeform 498">
              <a:extLst>
                <a:ext uri="{FF2B5EF4-FFF2-40B4-BE49-F238E27FC236}">
                  <a16:creationId xmlns:a16="http://schemas.microsoft.com/office/drawing/2014/main" id="{174FB683-CE4A-44C1-878B-5516DE2046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0" y="1826"/>
              <a:ext cx="69" cy="478"/>
            </a:xfrm>
            <a:custGeom>
              <a:avLst/>
              <a:gdLst>
                <a:gd name="T0" fmla="*/ 23 w 36"/>
                <a:gd name="T1" fmla="*/ 0 h 249"/>
                <a:gd name="T2" fmla="*/ 29 w 36"/>
                <a:gd name="T3" fmla="*/ 346 h 249"/>
                <a:gd name="T4" fmla="*/ 15 w 36"/>
                <a:gd name="T5" fmla="*/ 714 h 249"/>
                <a:gd name="T6" fmla="*/ 100 w 36"/>
                <a:gd name="T7" fmla="*/ 1183 h 249"/>
                <a:gd name="T8" fmla="*/ 253 w 36"/>
                <a:gd name="T9" fmla="*/ 1762 h 249"/>
                <a:gd name="T10" fmla="*/ 113 w 36"/>
                <a:gd name="T11" fmla="*/ 1102 h 249"/>
                <a:gd name="T12" fmla="*/ 63 w 36"/>
                <a:gd name="T13" fmla="*/ 685 h 249"/>
                <a:gd name="T14" fmla="*/ 63 w 36"/>
                <a:gd name="T15" fmla="*/ 276 h 249"/>
                <a:gd name="T16" fmla="*/ 23 w 36"/>
                <a:gd name="T17" fmla="*/ 29 h 24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6" h="249">
                  <a:moveTo>
                    <a:pt x="3" y="0"/>
                  </a:moveTo>
                  <a:cubicBezTo>
                    <a:pt x="7" y="15"/>
                    <a:pt x="4" y="34"/>
                    <a:pt x="4" y="49"/>
                  </a:cubicBezTo>
                  <a:cubicBezTo>
                    <a:pt x="3" y="66"/>
                    <a:pt x="0" y="84"/>
                    <a:pt x="2" y="101"/>
                  </a:cubicBezTo>
                  <a:cubicBezTo>
                    <a:pt x="4" y="123"/>
                    <a:pt x="10" y="145"/>
                    <a:pt x="14" y="167"/>
                  </a:cubicBezTo>
                  <a:cubicBezTo>
                    <a:pt x="19" y="194"/>
                    <a:pt x="23" y="225"/>
                    <a:pt x="36" y="249"/>
                  </a:cubicBezTo>
                  <a:cubicBezTo>
                    <a:pt x="23" y="222"/>
                    <a:pt x="21" y="186"/>
                    <a:pt x="16" y="156"/>
                  </a:cubicBezTo>
                  <a:cubicBezTo>
                    <a:pt x="13" y="137"/>
                    <a:pt x="11" y="117"/>
                    <a:pt x="9" y="97"/>
                  </a:cubicBezTo>
                  <a:cubicBezTo>
                    <a:pt x="7" y="78"/>
                    <a:pt x="9" y="59"/>
                    <a:pt x="9" y="39"/>
                  </a:cubicBezTo>
                  <a:cubicBezTo>
                    <a:pt x="8" y="27"/>
                    <a:pt x="4" y="16"/>
                    <a:pt x="3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4829" name="Freeform 499">
              <a:extLst>
                <a:ext uri="{FF2B5EF4-FFF2-40B4-BE49-F238E27FC236}">
                  <a16:creationId xmlns:a16="http://schemas.microsoft.com/office/drawing/2014/main" id="{D76E4A8A-1780-4F09-AA6F-BF715561F6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7" y="1533"/>
              <a:ext cx="29" cy="85"/>
            </a:xfrm>
            <a:custGeom>
              <a:avLst/>
              <a:gdLst>
                <a:gd name="T0" fmla="*/ 108 w 15"/>
                <a:gd name="T1" fmla="*/ 0 h 44"/>
                <a:gd name="T2" fmla="*/ 37 w 15"/>
                <a:gd name="T3" fmla="*/ 317 h 44"/>
                <a:gd name="T4" fmla="*/ 93 w 15"/>
                <a:gd name="T5" fmla="*/ 8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44">
                  <a:moveTo>
                    <a:pt x="15" y="0"/>
                  </a:moveTo>
                  <a:cubicBezTo>
                    <a:pt x="4" y="12"/>
                    <a:pt x="5" y="28"/>
                    <a:pt x="5" y="44"/>
                  </a:cubicBezTo>
                  <a:cubicBezTo>
                    <a:pt x="0" y="27"/>
                    <a:pt x="2" y="13"/>
                    <a:pt x="13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4830" name="Freeform 500">
              <a:extLst>
                <a:ext uri="{FF2B5EF4-FFF2-40B4-BE49-F238E27FC236}">
                  <a16:creationId xmlns:a16="http://schemas.microsoft.com/office/drawing/2014/main" id="{5BA64327-15BA-4433-BB62-BD9B393771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6" y="1353"/>
              <a:ext cx="39" cy="17"/>
            </a:xfrm>
            <a:custGeom>
              <a:avLst/>
              <a:gdLst>
                <a:gd name="T0" fmla="*/ 0 w 20"/>
                <a:gd name="T1" fmla="*/ 32 h 9"/>
                <a:gd name="T2" fmla="*/ 133 w 20"/>
                <a:gd name="T3" fmla="*/ 60 h 9"/>
                <a:gd name="T4" fmla="*/ 60 w 20"/>
                <a:gd name="T5" fmla="*/ 40 h 9"/>
                <a:gd name="T6" fmla="*/ 0 w 20"/>
                <a:gd name="T7" fmla="*/ 53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9">
                  <a:moveTo>
                    <a:pt x="0" y="5"/>
                  </a:moveTo>
                  <a:cubicBezTo>
                    <a:pt x="4" y="0"/>
                    <a:pt x="20" y="0"/>
                    <a:pt x="18" y="9"/>
                  </a:cubicBezTo>
                  <a:cubicBezTo>
                    <a:pt x="14" y="9"/>
                    <a:pt x="12" y="6"/>
                    <a:pt x="8" y="6"/>
                  </a:cubicBezTo>
                  <a:cubicBezTo>
                    <a:pt x="5" y="6"/>
                    <a:pt x="4" y="9"/>
                    <a:pt x="0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4831" name="Freeform 501">
              <a:extLst>
                <a:ext uri="{FF2B5EF4-FFF2-40B4-BE49-F238E27FC236}">
                  <a16:creationId xmlns:a16="http://schemas.microsoft.com/office/drawing/2014/main" id="{8568C7BC-B046-4E4B-AA4C-33CB86C7E7A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6" y="1355"/>
              <a:ext cx="38" cy="17"/>
            </a:xfrm>
            <a:custGeom>
              <a:avLst/>
              <a:gdLst>
                <a:gd name="T0" fmla="*/ 0 w 20"/>
                <a:gd name="T1" fmla="*/ 32 h 9"/>
                <a:gd name="T2" fmla="*/ 61 w 20"/>
                <a:gd name="T3" fmla="*/ 0 h 9"/>
                <a:gd name="T4" fmla="*/ 124 w 20"/>
                <a:gd name="T5" fmla="*/ 60 h 9"/>
                <a:gd name="T6" fmla="*/ 55 w 20"/>
                <a:gd name="T7" fmla="*/ 32 h 9"/>
                <a:gd name="T8" fmla="*/ 8 w 20"/>
                <a:gd name="T9" fmla="*/ 47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9">
                  <a:moveTo>
                    <a:pt x="0" y="5"/>
                  </a:moveTo>
                  <a:cubicBezTo>
                    <a:pt x="3" y="3"/>
                    <a:pt x="6" y="2"/>
                    <a:pt x="9" y="0"/>
                  </a:cubicBezTo>
                  <a:cubicBezTo>
                    <a:pt x="13" y="1"/>
                    <a:pt x="20" y="4"/>
                    <a:pt x="18" y="9"/>
                  </a:cubicBezTo>
                  <a:cubicBezTo>
                    <a:pt x="15" y="8"/>
                    <a:pt x="12" y="5"/>
                    <a:pt x="8" y="5"/>
                  </a:cubicBezTo>
                  <a:cubicBezTo>
                    <a:pt x="6" y="5"/>
                    <a:pt x="4" y="8"/>
                    <a:pt x="1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4832" name="Freeform 502">
              <a:extLst>
                <a:ext uri="{FF2B5EF4-FFF2-40B4-BE49-F238E27FC236}">
                  <a16:creationId xmlns:a16="http://schemas.microsoft.com/office/drawing/2014/main" id="{5EF5F741-48E3-4EAC-996F-FF2A66F93C2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0" y="1853"/>
              <a:ext cx="23" cy="296"/>
            </a:xfrm>
            <a:custGeom>
              <a:avLst/>
              <a:gdLst>
                <a:gd name="T0" fmla="*/ 0 w 12"/>
                <a:gd name="T1" fmla="*/ 0 h 154"/>
                <a:gd name="T2" fmla="*/ 15 w 12"/>
                <a:gd name="T3" fmla="*/ 115 h 154"/>
                <a:gd name="T4" fmla="*/ 44 w 12"/>
                <a:gd name="T5" fmla="*/ 221 h 154"/>
                <a:gd name="T6" fmla="*/ 84 w 12"/>
                <a:gd name="T7" fmla="*/ 432 h 154"/>
                <a:gd name="T8" fmla="*/ 48 w 12"/>
                <a:gd name="T9" fmla="*/ 717 h 154"/>
                <a:gd name="T10" fmla="*/ 23 w 12"/>
                <a:gd name="T11" fmla="*/ 1094 h 154"/>
                <a:gd name="T12" fmla="*/ 15 w 12"/>
                <a:gd name="T13" fmla="*/ 953 h 154"/>
                <a:gd name="T14" fmla="*/ 23 w 12"/>
                <a:gd name="T15" fmla="*/ 769 h 154"/>
                <a:gd name="T16" fmla="*/ 48 w 12"/>
                <a:gd name="T17" fmla="*/ 502 h 154"/>
                <a:gd name="T18" fmla="*/ 29 w 12"/>
                <a:gd name="T19" fmla="*/ 284 h 154"/>
                <a:gd name="T20" fmla="*/ 15 w 12"/>
                <a:gd name="T21" fmla="*/ 63 h 15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2" h="154">
                  <a:moveTo>
                    <a:pt x="0" y="0"/>
                  </a:moveTo>
                  <a:cubicBezTo>
                    <a:pt x="1" y="5"/>
                    <a:pt x="1" y="11"/>
                    <a:pt x="2" y="16"/>
                  </a:cubicBezTo>
                  <a:cubicBezTo>
                    <a:pt x="3" y="21"/>
                    <a:pt x="4" y="26"/>
                    <a:pt x="6" y="31"/>
                  </a:cubicBezTo>
                  <a:cubicBezTo>
                    <a:pt x="9" y="41"/>
                    <a:pt x="11" y="51"/>
                    <a:pt x="12" y="61"/>
                  </a:cubicBezTo>
                  <a:cubicBezTo>
                    <a:pt x="12" y="75"/>
                    <a:pt x="8" y="88"/>
                    <a:pt x="7" y="101"/>
                  </a:cubicBezTo>
                  <a:cubicBezTo>
                    <a:pt x="5" y="118"/>
                    <a:pt x="3" y="137"/>
                    <a:pt x="3" y="154"/>
                  </a:cubicBezTo>
                  <a:cubicBezTo>
                    <a:pt x="2" y="148"/>
                    <a:pt x="3" y="140"/>
                    <a:pt x="2" y="134"/>
                  </a:cubicBezTo>
                  <a:cubicBezTo>
                    <a:pt x="2" y="125"/>
                    <a:pt x="2" y="116"/>
                    <a:pt x="3" y="108"/>
                  </a:cubicBezTo>
                  <a:cubicBezTo>
                    <a:pt x="4" y="96"/>
                    <a:pt x="6" y="83"/>
                    <a:pt x="7" y="71"/>
                  </a:cubicBezTo>
                  <a:cubicBezTo>
                    <a:pt x="8" y="60"/>
                    <a:pt x="6" y="50"/>
                    <a:pt x="4" y="40"/>
                  </a:cubicBezTo>
                  <a:cubicBezTo>
                    <a:pt x="2" y="29"/>
                    <a:pt x="2" y="19"/>
                    <a:pt x="2" y="9"/>
                  </a:cubicBezTo>
                </a:path>
              </a:pathLst>
            </a:custGeom>
            <a:solidFill>
              <a:srgbClr val="F6E9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4833" name="Freeform 503">
              <a:extLst>
                <a:ext uri="{FF2B5EF4-FFF2-40B4-BE49-F238E27FC236}">
                  <a16:creationId xmlns:a16="http://schemas.microsoft.com/office/drawing/2014/main" id="{675BE83C-0C79-440B-AFA6-ECC7D0AC2C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9" y="2441"/>
              <a:ext cx="17" cy="202"/>
            </a:xfrm>
            <a:custGeom>
              <a:avLst/>
              <a:gdLst>
                <a:gd name="T0" fmla="*/ 15 w 9"/>
                <a:gd name="T1" fmla="*/ 0 h 105"/>
                <a:gd name="T2" fmla="*/ 28 w 9"/>
                <a:gd name="T3" fmla="*/ 169 h 105"/>
                <a:gd name="T4" fmla="*/ 47 w 9"/>
                <a:gd name="T5" fmla="*/ 277 h 105"/>
                <a:gd name="T6" fmla="*/ 21 w 9"/>
                <a:gd name="T7" fmla="*/ 748 h 105"/>
                <a:gd name="T8" fmla="*/ 32 w 9"/>
                <a:gd name="T9" fmla="*/ 525 h 105"/>
                <a:gd name="T10" fmla="*/ 32 w 9"/>
                <a:gd name="T11" fmla="*/ 325 h 105"/>
                <a:gd name="T12" fmla="*/ 0 w 9"/>
                <a:gd name="T13" fmla="*/ 44 h 10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" h="105">
                  <a:moveTo>
                    <a:pt x="2" y="0"/>
                  </a:moveTo>
                  <a:cubicBezTo>
                    <a:pt x="4" y="7"/>
                    <a:pt x="3" y="16"/>
                    <a:pt x="4" y="24"/>
                  </a:cubicBezTo>
                  <a:cubicBezTo>
                    <a:pt x="5" y="29"/>
                    <a:pt x="6" y="34"/>
                    <a:pt x="7" y="39"/>
                  </a:cubicBezTo>
                  <a:cubicBezTo>
                    <a:pt x="9" y="61"/>
                    <a:pt x="9" y="84"/>
                    <a:pt x="3" y="105"/>
                  </a:cubicBezTo>
                  <a:cubicBezTo>
                    <a:pt x="3" y="95"/>
                    <a:pt x="6" y="84"/>
                    <a:pt x="5" y="74"/>
                  </a:cubicBezTo>
                  <a:cubicBezTo>
                    <a:pt x="5" y="65"/>
                    <a:pt x="6" y="55"/>
                    <a:pt x="5" y="46"/>
                  </a:cubicBezTo>
                  <a:cubicBezTo>
                    <a:pt x="3" y="33"/>
                    <a:pt x="0" y="20"/>
                    <a:pt x="0" y="6"/>
                  </a:cubicBezTo>
                </a:path>
              </a:pathLst>
            </a:custGeom>
            <a:solidFill>
              <a:srgbClr val="F6E9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4834" name="Freeform 504">
              <a:extLst>
                <a:ext uri="{FF2B5EF4-FFF2-40B4-BE49-F238E27FC236}">
                  <a16:creationId xmlns:a16="http://schemas.microsoft.com/office/drawing/2014/main" id="{05DEDD00-7660-43A5-A416-59A0F6DB0D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9" y="1456"/>
              <a:ext cx="27" cy="323"/>
            </a:xfrm>
            <a:custGeom>
              <a:avLst/>
              <a:gdLst>
                <a:gd name="T0" fmla="*/ 8 w 14"/>
                <a:gd name="T1" fmla="*/ 0 h 168"/>
                <a:gd name="T2" fmla="*/ 85 w 14"/>
                <a:gd name="T3" fmla="*/ 177 h 168"/>
                <a:gd name="T4" fmla="*/ 93 w 14"/>
                <a:gd name="T5" fmla="*/ 417 h 168"/>
                <a:gd name="T6" fmla="*/ 71 w 14"/>
                <a:gd name="T7" fmla="*/ 754 h 168"/>
                <a:gd name="T8" fmla="*/ 71 w 14"/>
                <a:gd name="T9" fmla="*/ 946 h 168"/>
                <a:gd name="T10" fmla="*/ 79 w 14"/>
                <a:gd name="T11" fmla="*/ 1057 h 168"/>
                <a:gd name="T12" fmla="*/ 79 w 14"/>
                <a:gd name="T13" fmla="*/ 1194 h 168"/>
                <a:gd name="T14" fmla="*/ 79 w 14"/>
                <a:gd name="T15" fmla="*/ 1194 h 168"/>
                <a:gd name="T16" fmla="*/ 64 w 14"/>
                <a:gd name="T17" fmla="*/ 717 h 168"/>
                <a:gd name="T18" fmla="*/ 71 w 14"/>
                <a:gd name="T19" fmla="*/ 400 h 168"/>
                <a:gd name="T20" fmla="*/ 56 w 14"/>
                <a:gd name="T21" fmla="*/ 163 h 168"/>
                <a:gd name="T22" fmla="*/ 8 w 14"/>
                <a:gd name="T23" fmla="*/ 0 h 168"/>
                <a:gd name="T24" fmla="*/ 0 w 14"/>
                <a:gd name="T25" fmla="*/ 8 h 16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4" h="168">
                  <a:moveTo>
                    <a:pt x="1" y="0"/>
                  </a:moveTo>
                  <a:cubicBezTo>
                    <a:pt x="9" y="5"/>
                    <a:pt x="11" y="16"/>
                    <a:pt x="12" y="25"/>
                  </a:cubicBezTo>
                  <a:cubicBezTo>
                    <a:pt x="14" y="36"/>
                    <a:pt x="14" y="48"/>
                    <a:pt x="13" y="59"/>
                  </a:cubicBezTo>
                  <a:cubicBezTo>
                    <a:pt x="11" y="75"/>
                    <a:pt x="11" y="90"/>
                    <a:pt x="10" y="106"/>
                  </a:cubicBezTo>
                  <a:cubicBezTo>
                    <a:pt x="10" y="115"/>
                    <a:pt x="10" y="124"/>
                    <a:pt x="10" y="133"/>
                  </a:cubicBezTo>
                  <a:cubicBezTo>
                    <a:pt x="10" y="139"/>
                    <a:pt x="10" y="144"/>
                    <a:pt x="11" y="149"/>
                  </a:cubicBezTo>
                  <a:cubicBezTo>
                    <a:pt x="11" y="152"/>
                    <a:pt x="13" y="166"/>
                    <a:pt x="11" y="168"/>
                  </a:cubicBezTo>
                  <a:cubicBezTo>
                    <a:pt x="11" y="168"/>
                    <a:pt x="11" y="168"/>
                    <a:pt x="11" y="168"/>
                  </a:cubicBezTo>
                  <a:cubicBezTo>
                    <a:pt x="7" y="147"/>
                    <a:pt x="9" y="123"/>
                    <a:pt x="9" y="101"/>
                  </a:cubicBezTo>
                  <a:cubicBezTo>
                    <a:pt x="9" y="86"/>
                    <a:pt x="9" y="71"/>
                    <a:pt x="10" y="56"/>
                  </a:cubicBezTo>
                  <a:cubicBezTo>
                    <a:pt x="10" y="45"/>
                    <a:pt x="10" y="33"/>
                    <a:pt x="8" y="23"/>
                  </a:cubicBezTo>
                  <a:cubicBezTo>
                    <a:pt x="6" y="17"/>
                    <a:pt x="5" y="4"/>
                    <a:pt x="1" y="0"/>
                  </a:cubicBezTo>
                  <a:cubicBezTo>
                    <a:pt x="0" y="0"/>
                    <a:pt x="0" y="0"/>
                    <a:pt x="0" y="1"/>
                  </a:cubicBezTo>
                </a:path>
              </a:pathLst>
            </a:custGeom>
            <a:solidFill>
              <a:srgbClr val="F6E9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4835" name="Freeform 505">
              <a:extLst>
                <a:ext uri="{FF2B5EF4-FFF2-40B4-BE49-F238E27FC236}">
                  <a16:creationId xmlns:a16="http://schemas.microsoft.com/office/drawing/2014/main" id="{9A4CAE92-0BF9-4F3D-B059-E2D5A043F6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6" y="1380"/>
              <a:ext cx="66" cy="59"/>
            </a:xfrm>
            <a:custGeom>
              <a:avLst/>
              <a:gdLst>
                <a:gd name="T0" fmla="*/ 0 w 34"/>
                <a:gd name="T1" fmla="*/ 0 h 31"/>
                <a:gd name="T2" fmla="*/ 132 w 34"/>
                <a:gd name="T3" fmla="*/ 108 h 31"/>
                <a:gd name="T4" fmla="*/ 248 w 34"/>
                <a:gd name="T5" fmla="*/ 213 h 31"/>
                <a:gd name="T6" fmla="*/ 140 w 34"/>
                <a:gd name="T7" fmla="*/ 84 h 31"/>
                <a:gd name="T8" fmla="*/ 31 w 34"/>
                <a:gd name="T9" fmla="*/ 8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31">
                  <a:moveTo>
                    <a:pt x="0" y="0"/>
                  </a:moveTo>
                  <a:cubicBezTo>
                    <a:pt x="4" y="1"/>
                    <a:pt x="14" y="13"/>
                    <a:pt x="18" y="16"/>
                  </a:cubicBezTo>
                  <a:cubicBezTo>
                    <a:pt x="23" y="21"/>
                    <a:pt x="28" y="27"/>
                    <a:pt x="34" y="31"/>
                  </a:cubicBezTo>
                  <a:cubicBezTo>
                    <a:pt x="29" y="24"/>
                    <a:pt x="24" y="18"/>
                    <a:pt x="19" y="12"/>
                  </a:cubicBezTo>
                  <a:cubicBezTo>
                    <a:pt x="14" y="7"/>
                    <a:pt x="9" y="5"/>
                    <a:pt x="4" y="1"/>
                  </a:cubicBezTo>
                </a:path>
              </a:pathLst>
            </a:custGeom>
            <a:solidFill>
              <a:srgbClr val="F6E9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4836" name="Freeform 506">
              <a:extLst>
                <a:ext uri="{FF2B5EF4-FFF2-40B4-BE49-F238E27FC236}">
                  <a16:creationId xmlns:a16="http://schemas.microsoft.com/office/drawing/2014/main" id="{9CABA669-00AF-4CEF-8106-584714D775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6" y="1174"/>
              <a:ext cx="54" cy="104"/>
            </a:xfrm>
            <a:custGeom>
              <a:avLst/>
              <a:gdLst>
                <a:gd name="T0" fmla="*/ 79 w 28"/>
                <a:gd name="T1" fmla="*/ 0 h 54"/>
                <a:gd name="T2" fmla="*/ 29 w 28"/>
                <a:gd name="T3" fmla="*/ 77 h 54"/>
                <a:gd name="T4" fmla="*/ 8 w 28"/>
                <a:gd name="T5" fmla="*/ 116 h 54"/>
                <a:gd name="T6" fmla="*/ 37 w 28"/>
                <a:gd name="T7" fmla="*/ 193 h 54"/>
                <a:gd name="T8" fmla="*/ 85 w 28"/>
                <a:gd name="T9" fmla="*/ 316 h 54"/>
                <a:gd name="T10" fmla="*/ 201 w 28"/>
                <a:gd name="T11" fmla="*/ 385 h 54"/>
                <a:gd name="T12" fmla="*/ 145 w 28"/>
                <a:gd name="T13" fmla="*/ 324 h 54"/>
                <a:gd name="T14" fmla="*/ 85 w 28"/>
                <a:gd name="T15" fmla="*/ 241 h 54"/>
                <a:gd name="T16" fmla="*/ 79 w 28"/>
                <a:gd name="T17" fmla="*/ 123 h 54"/>
                <a:gd name="T18" fmla="*/ 79 w 28"/>
                <a:gd name="T19" fmla="*/ 15 h 5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8" h="54">
                  <a:moveTo>
                    <a:pt x="11" y="0"/>
                  </a:moveTo>
                  <a:cubicBezTo>
                    <a:pt x="9" y="4"/>
                    <a:pt x="7" y="7"/>
                    <a:pt x="4" y="11"/>
                  </a:cubicBezTo>
                  <a:cubicBezTo>
                    <a:pt x="3" y="13"/>
                    <a:pt x="1" y="14"/>
                    <a:pt x="1" y="16"/>
                  </a:cubicBezTo>
                  <a:cubicBezTo>
                    <a:pt x="0" y="19"/>
                    <a:pt x="3" y="24"/>
                    <a:pt x="5" y="27"/>
                  </a:cubicBezTo>
                  <a:cubicBezTo>
                    <a:pt x="7" y="33"/>
                    <a:pt x="8" y="39"/>
                    <a:pt x="12" y="44"/>
                  </a:cubicBezTo>
                  <a:cubicBezTo>
                    <a:pt x="17" y="48"/>
                    <a:pt x="22" y="51"/>
                    <a:pt x="28" y="54"/>
                  </a:cubicBezTo>
                  <a:cubicBezTo>
                    <a:pt x="25" y="54"/>
                    <a:pt x="22" y="48"/>
                    <a:pt x="20" y="45"/>
                  </a:cubicBezTo>
                  <a:cubicBezTo>
                    <a:pt x="17" y="42"/>
                    <a:pt x="13" y="38"/>
                    <a:pt x="12" y="34"/>
                  </a:cubicBezTo>
                  <a:cubicBezTo>
                    <a:pt x="11" y="29"/>
                    <a:pt x="11" y="23"/>
                    <a:pt x="11" y="17"/>
                  </a:cubicBezTo>
                  <a:cubicBezTo>
                    <a:pt x="11" y="13"/>
                    <a:pt x="10" y="6"/>
                    <a:pt x="11" y="2"/>
                  </a:cubicBezTo>
                </a:path>
              </a:pathLst>
            </a:custGeom>
            <a:solidFill>
              <a:srgbClr val="F6E9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4837" name="Freeform 507">
              <a:extLst>
                <a:ext uri="{FF2B5EF4-FFF2-40B4-BE49-F238E27FC236}">
                  <a16:creationId xmlns:a16="http://schemas.microsoft.com/office/drawing/2014/main" id="{C4FB4601-D3AF-4C51-8D11-BF170B1B08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7" y="1370"/>
              <a:ext cx="98" cy="35"/>
            </a:xfrm>
            <a:custGeom>
              <a:avLst/>
              <a:gdLst>
                <a:gd name="T0" fmla="*/ 300 w 51"/>
                <a:gd name="T1" fmla="*/ 0 h 18"/>
                <a:gd name="T2" fmla="*/ 129 w 51"/>
                <a:gd name="T3" fmla="*/ 31 h 18"/>
                <a:gd name="T4" fmla="*/ 71 w 51"/>
                <a:gd name="T5" fmla="*/ 53 h 18"/>
                <a:gd name="T6" fmla="*/ 8 w 51"/>
                <a:gd name="T7" fmla="*/ 95 h 18"/>
                <a:gd name="T8" fmla="*/ 77 w 51"/>
                <a:gd name="T9" fmla="*/ 103 h 18"/>
                <a:gd name="T10" fmla="*/ 192 w 51"/>
                <a:gd name="T11" fmla="*/ 68 h 18"/>
                <a:gd name="T12" fmla="*/ 332 w 51"/>
                <a:gd name="T13" fmla="*/ 8 h 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1" h="18">
                  <a:moveTo>
                    <a:pt x="42" y="0"/>
                  </a:moveTo>
                  <a:cubicBezTo>
                    <a:pt x="34" y="0"/>
                    <a:pt x="26" y="3"/>
                    <a:pt x="18" y="4"/>
                  </a:cubicBezTo>
                  <a:cubicBezTo>
                    <a:pt x="15" y="5"/>
                    <a:pt x="13" y="6"/>
                    <a:pt x="10" y="7"/>
                  </a:cubicBezTo>
                  <a:cubicBezTo>
                    <a:pt x="7" y="9"/>
                    <a:pt x="1" y="10"/>
                    <a:pt x="1" y="13"/>
                  </a:cubicBezTo>
                  <a:cubicBezTo>
                    <a:pt x="0" y="18"/>
                    <a:pt x="9" y="15"/>
                    <a:pt x="11" y="14"/>
                  </a:cubicBezTo>
                  <a:cubicBezTo>
                    <a:pt x="16" y="12"/>
                    <a:pt x="21" y="10"/>
                    <a:pt x="27" y="9"/>
                  </a:cubicBezTo>
                  <a:cubicBezTo>
                    <a:pt x="29" y="8"/>
                    <a:pt x="51" y="6"/>
                    <a:pt x="47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4838" name="Freeform 508">
              <a:extLst>
                <a:ext uri="{FF2B5EF4-FFF2-40B4-BE49-F238E27FC236}">
                  <a16:creationId xmlns:a16="http://schemas.microsoft.com/office/drawing/2014/main" id="{97810AB7-C5EA-4C28-AC7D-59E810D41DB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2" y="1366"/>
              <a:ext cx="59" cy="19"/>
            </a:xfrm>
            <a:custGeom>
              <a:avLst/>
              <a:gdLst>
                <a:gd name="T0" fmla="*/ 97 w 31"/>
                <a:gd name="T1" fmla="*/ 0 h 10"/>
                <a:gd name="T2" fmla="*/ 177 w 31"/>
                <a:gd name="T3" fmla="*/ 29 h 10"/>
                <a:gd name="T4" fmla="*/ 213 w 31"/>
                <a:gd name="T5" fmla="*/ 68 h 10"/>
                <a:gd name="T6" fmla="*/ 167 w 31"/>
                <a:gd name="T7" fmla="*/ 61 h 10"/>
                <a:gd name="T8" fmla="*/ 69 w 31"/>
                <a:gd name="T9" fmla="*/ 48 h 10"/>
                <a:gd name="T10" fmla="*/ 8 w 31"/>
                <a:gd name="T11" fmla="*/ 29 h 10"/>
                <a:gd name="T12" fmla="*/ 69 w 31"/>
                <a:gd name="T13" fmla="*/ 8 h 1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10">
                  <a:moveTo>
                    <a:pt x="14" y="0"/>
                  </a:moveTo>
                  <a:cubicBezTo>
                    <a:pt x="18" y="0"/>
                    <a:pt x="23" y="1"/>
                    <a:pt x="26" y="4"/>
                  </a:cubicBezTo>
                  <a:cubicBezTo>
                    <a:pt x="28" y="5"/>
                    <a:pt x="31" y="8"/>
                    <a:pt x="31" y="10"/>
                  </a:cubicBezTo>
                  <a:cubicBezTo>
                    <a:pt x="28" y="10"/>
                    <a:pt x="26" y="10"/>
                    <a:pt x="24" y="9"/>
                  </a:cubicBezTo>
                  <a:cubicBezTo>
                    <a:pt x="19" y="8"/>
                    <a:pt x="14" y="7"/>
                    <a:pt x="10" y="7"/>
                  </a:cubicBezTo>
                  <a:cubicBezTo>
                    <a:pt x="8" y="6"/>
                    <a:pt x="0" y="6"/>
                    <a:pt x="1" y="4"/>
                  </a:cubicBezTo>
                  <a:cubicBezTo>
                    <a:pt x="2" y="2"/>
                    <a:pt x="9" y="1"/>
                    <a:pt x="1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4839" name="Freeform 509">
              <a:extLst>
                <a:ext uri="{FF2B5EF4-FFF2-40B4-BE49-F238E27FC236}">
                  <a16:creationId xmlns:a16="http://schemas.microsoft.com/office/drawing/2014/main" id="{5600F184-7C04-4288-A321-09E65288BCA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2" y="1518"/>
              <a:ext cx="670" cy="1707"/>
            </a:xfrm>
            <a:custGeom>
              <a:avLst/>
              <a:gdLst>
                <a:gd name="T0" fmla="*/ 216 w 347"/>
                <a:gd name="T1" fmla="*/ 221 h 888"/>
                <a:gd name="T2" fmla="*/ 1093 w 347"/>
                <a:gd name="T3" fmla="*/ 208 h 888"/>
                <a:gd name="T4" fmla="*/ 1477 w 347"/>
                <a:gd name="T5" fmla="*/ 221 h 888"/>
                <a:gd name="T6" fmla="*/ 2259 w 347"/>
                <a:gd name="T7" fmla="*/ 221 h 888"/>
                <a:gd name="T8" fmla="*/ 2219 w 347"/>
                <a:gd name="T9" fmla="*/ 654 h 888"/>
                <a:gd name="T10" fmla="*/ 2188 w 347"/>
                <a:gd name="T11" fmla="*/ 1046 h 888"/>
                <a:gd name="T12" fmla="*/ 2136 w 347"/>
                <a:gd name="T13" fmla="*/ 1703 h 888"/>
                <a:gd name="T14" fmla="*/ 2375 w 347"/>
                <a:gd name="T15" fmla="*/ 2536 h 888"/>
                <a:gd name="T16" fmla="*/ 2460 w 347"/>
                <a:gd name="T17" fmla="*/ 6030 h 888"/>
                <a:gd name="T18" fmla="*/ 0 w 347"/>
                <a:gd name="T19" fmla="*/ 6030 h 888"/>
                <a:gd name="T20" fmla="*/ 131 w 347"/>
                <a:gd name="T21" fmla="*/ 2580 h 888"/>
                <a:gd name="T22" fmla="*/ 348 w 347"/>
                <a:gd name="T23" fmla="*/ 1918 h 888"/>
                <a:gd name="T24" fmla="*/ 301 w 347"/>
                <a:gd name="T25" fmla="*/ 1278 h 888"/>
                <a:gd name="T26" fmla="*/ 280 w 347"/>
                <a:gd name="T27" fmla="*/ 684 h 888"/>
                <a:gd name="T28" fmla="*/ 216 w 347"/>
                <a:gd name="T29" fmla="*/ 221 h 88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347" h="888">
                  <a:moveTo>
                    <a:pt x="30" y="31"/>
                  </a:moveTo>
                  <a:cubicBezTo>
                    <a:pt x="30" y="31"/>
                    <a:pt x="93" y="0"/>
                    <a:pt x="152" y="29"/>
                  </a:cubicBezTo>
                  <a:cubicBezTo>
                    <a:pt x="164" y="35"/>
                    <a:pt x="185" y="41"/>
                    <a:pt x="205" y="31"/>
                  </a:cubicBezTo>
                  <a:cubicBezTo>
                    <a:pt x="225" y="21"/>
                    <a:pt x="282" y="9"/>
                    <a:pt x="314" y="31"/>
                  </a:cubicBezTo>
                  <a:cubicBezTo>
                    <a:pt x="314" y="31"/>
                    <a:pt x="320" y="55"/>
                    <a:pt x="308" y="92"/>
                  </a:cubicBezTo>
                  <a:cubicBezTo>
                    <a:pt x="306" y="97"/>
                    <a:pt x="307" y="130"/>
                    <a:pt x="304" y="147"/>
                  </a:cubicBezTo>
                  <a:cubicBezTo>
                    <a:pt x="302" y="163"/>
                    <a:pt x="302" y="207"/>
                    <a:pt x="297" y="240"/>
                  </a:cubicBezTo>
                  <a:cubicBezTo>
                    <a:pt x="291" y="272"/>
                    <a:pt x="326" y="308"/>
                    <a:pt x="330" y="357"/>
                  </a:cubicBezTo>
                  <a:cubicBezTo>
                    <a:pt x="334" y="406"/>
                    <a:pt x="347" y="692"/>
                    <a:pt x="342" y="849"/>
                  </a:cubicBezTo>
                  <a:cubicBezTo>
                    <a:pt x="342" y="849"/>
                    <a:pt x="165" y="888"/>
                    <a:pt x="0" y="849"/>
                  </a:cubicBezTo>
                  <a:cubicBezTo>
                    <a:pt x="0" y="849"/>
                    <a:pt x="15" y="446"/>
                    <a:pt x="18" y="363"/>
                  </a:cubicBezTo>
                  <a:cubicBezTo>
                    <a:pt x="20" y="320"/>
                    <a:pt x="39" y="296"/>
                    <a:pt x="48" y="270"/>
                  </a:cubicBezTo>
                  <a:cubicBezTo>
                    <a:pt x="57" y="245"/>
                    <a:pt x="41" y="209"/>
                    <a:pt x="42" y="180"/>
                  </a:cubicBezTo>
                  <a:cubicBezTo>
                    <a:pt x="44" y="152"/>
                    <a:pt x="41" y="102"/>
                    <a:pt x="39" y="96"/>
                  </a:cubicBezTo>
                  <a:cubicBezTo>
                    <a:pt x="38" y="90"/>
                    <a:pt x="32" y="54"/>
                    <a:pt x="30" y="31"/>
                  </a:cubicBezTo>
                  <a:close/>
                </a:path>
              </a:pathLst>
            </a:custGeom>
            <a:solidFill>
              <a:srgbClr val="C687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4840" name="Freeform 510">
              <a:extLst>
                <a:ext uri="{FF2B5EF4-FFF2-40B4-BE49-F238E27FC236}">
                  <a16:creationId xmlns:a16="http://schemas.microsoft.com/office/drawing/2014/main" id="{702D2F3A-E3FC-4144-8FE9-B53DADFFEF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3" y="1343"/>
              <a:ext cx="38" cy="225"/>
            </a:xfrm>
            <a:custGeom>
              <a:avLst/>
              <a:gdLst>
                <a:gd name="T0" fmla="*/ 23 w 38"/>
                <a:gd name="T1" fmla="*/ 6 h 225"/>
                <a:gd name="T2" fmla="*/ 0 w 38"/>
                <a:gd name="T3" fmla="*/ 225 h 225"/>
                <a:gd name="T4" fmla="*/ 11 w 38"/>
                <a:gd name="T5" fmla="*/ 223 h 225"/>
                <a:gd name="T6" fmla="*/ 38 w 38"/>
                <a:gd name="T7" fmla="*/ 0 h 225"/>
                <a:gd name="T8" fmla="*/ 23 w 38"/>
                <a:gd name="T9" fmla="*/ 6 h 2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225">
                  <a:moveTo>
                    <a:pt x="23" y="6"/>
                  </a:moveTo>
                  <a:lnTo>
                    <a:pt x="0" y="225"/>
                  </a:lnTo>
                  <a:lnTo>
                    <a:pt x="11" y="223"/>
                  </a:lnTo>
                  <a:lnTo>
                    <a:pt x="38" y="0"/>
                  </a:lnTo>
                  <a:lnTo>
                    <a:pt x="23" y="6"/>
                  </a:lnTo>
                  <a:close/>
                </a:path>
              </a:pathLst>
            </a:custGeom>
            <a:solidFill>
              <a:srgbClr val="C687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4841" name="Freeform 511">
              <a:extLst>
                <a:ext uri="{FF2B5EF4-FFF2-40B4-BE49-F238E27FC236}">
                  <a16:creationId xmlns:a16="http://schemas.microsoft.com/office/drawing/2014/main" id="{F20E1AC9-E700-4A60-981F-F5E21E79BB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5" y="1343"/>
              <a:ext cx="31" cy="219"/>
            </a:xfrm>
            <a:custGeom>
              <a:avLst/>
              <a:gdLst>
                <a:gd name="T0" fmla="*/ 0 w 31"/>
                <a:gd name="T1" fmla="*/ 0 h 219"/>
                <a:gd name="T2" fmla="*/ 15 w 31"/>
                <a:gd name="T3" fmla="*/ 219 h 219"/>
                <a:gd name="T4" fmla="*/ 31 w 31"/>
                <a:gd name="T5" fmla="*/ 219 h 219"/>
                <a:gd name="T6" fmla="*/ 13 w 31"/>
                <a:gd name="T7" fmla="*/ 2 h 219"/>
                <a:gd name="T8" fmla="*/ 0 w 31"/>
                <a:gd name="T9" fmla="*/ 0 h 2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219">
                  <a:moveTo>
                    <a:pt x="0" y="0"/>
                  </a:moveTo>
                  <a:lnTo>
                    <a:pt x="15" y="219"/>
                  </a:lnTo>
                  <a:lnTo>
                    <a:pt x="31" y="219"/>
                  </a:lnTo>
                  <a:lnTo>
                    <a:pt x="13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87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4842" name="Freeform 512">
              <a:extLst>
                <a:ext uri="{FF2B5EF4-FFF2-40B4-BE49-F238E27FC236}">
                  <a16:creationId xmlns:a16="http://schemas.microsoft.com/office/drawing/2014/main" id="{071CED93-4994-441B-BD22-CD4343E796B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2" y="1341"/>
              <a:ext cx="670" cy="1884"/>
            </a:xfrm>
            <a:custGeom>
              <a:avLst/>
              <a:gdLst>
                <a:gd name="T0" fmla="*/ 2375 w 347"/>
                <a:gd name="T1" fmla="*/ 3189 h 980"/>
                <a:gd name="T2" fmla="*/ 2136 w 347"/>
                <a:gd name="T3" fmla="*/ 2359 h 980"/>
                <a:gd name="T4" fmla="*/ 2188 w 347"/>
                <a:gd name="T5" fmla="*/ 1696 h 980"/>
                <a:gd name="T6" fmla="*/ 2219 w 347"/>
                <a:gd name="T7" fmla="*/ 1309 h 980"/>
                <a:gd name="T8" fmla="*/ 2259 w 347"/>
                <a:gd name="T9" fmla="*/ 873 h 980"/>
                <a:gd name="T10" fmla="*/ 2103 w 347"/>
                <a:gd name="T11" fmla="*/ 802 h 980"/>
                <a:gd name="T12" fmla="*/ 2035 w 347"/>
                <a:gd name="T13" fmla="*/ 15 h 980"/>
                <a:gd name="T14" fmla="*/ 1987 w 347"/>
                <a:gd name="T15" fmla="*/ 0 h 980"/>
                <a:gd name="T16" fmla="*/ 2043 w 347"/>
                <a:gd name="T17" fmla="*/ 794 h 980"/>
                <a:gd name="T18" fmla="*/ 1477 w 347"/>
                <a:gd name="T19" fmla="*/ 873 h 980"/>
                <a:gd name="T20" fmla="*/ 1093 w 347"/>
                <a:gd name="T21" fmla="*/ 861 h 980"/>
                <a:gd name="T22" fmla="*/ 425 w 347"/>
                <a:gd name="T23" fmla="*/ 802 h 980"/>
                <a:gd name="T24" fmla="*/ 517 w 347"/>
                <a:gd name="T25" fmla="*/ 0 h 980"/>
                <a:gd name="T26" fmla="*/ 469 w 347"/>
                <a:gd name="T27" fmla="*/ 23 h 980"/>
                <a:gd name="T28" fmla="*/ 373 w 347"/>
                <a:gd name="T29" fmla="*/ 817 h 980"/>
                <a:gd name="T30" fmla="*/ 224 w 347"/>
                <a:gd name="T31" fmla="*/ 873 h 980"/>
                <a:gd name="T32" fmla="*/ 280 w 347"/>
                <a:gd name="T33" fmla="*/ 1334 h 980"/>
                <a:gd name="T34" fmla="*/ 301 w 347"/>
                <a:gd name="T35" fmla="*/ 1932 h 980"/>
                <a:gd name="T36" fmla="*/ 348 w 347"/>
                <a:gd name="T37" fmla="*/ 2572 h 980"/>
                <a:gd name="T38" fmla="*/ 131 w 347"/>
                <a:gd name="T39" fmla="*/ 3234 h 980"/>
                <a:gd name="T40" fmla="*/ 0 w 347"/>
                <a:gd name="T41" fmla="*/ 6686 h 980"/>
                <a:gd name="T42" fmla="*/ 2460 w 347"/>
                <a:gd name="T43" fmla="*/ 6686 h 980"/>
                <a:gd name="T44" fmla="*/ 2375 w 347"/>
                <a:gd name="T45" fmla="*/ 3189 h 980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347" h="980">
                  <a:moveTo>
                    <a:pt x="330" y="449"/>
                  </a:moveTo>
                  <a:cubicBezTo>
                    <a:pt x="326" y="400"/>
                    <a:pt x="292" y="364"/>
                    <a:pt x="297" y="332"/>
                  </a:cubicBezTo>
                  <a:cubicBezTo>
                    <a:pt x="302" y="299"/>
                    <a:pt x="302" y="255"/>
                    <a:pt x="304" y="239"/>
                  </a:cubicBezTo>
                  <a:cubicBezTo>
                    <a:pt x="307" y="222"/>
                    <a:pt x="306" y="189"/>
                    <a:pt x="308" y="184"/>
                  </a:cubicBezTo>
                  <a:cubicBezTo>
                    <a:pt x="320" y="146"/>
                    <a:pt x="314" y="123"/>
                    <a:pt x="314" y="123"/>
                  </a:cubicBezTo>
                  <a:cubicBezTo>
                    <a:pt x="308" y="119"/>
                    <a:pt x="300" y="115"/>
                    <a:pt x="292" y="113"/>
                  </a:cubicBezTo>
                  <a:cubicBezTo>
                    <a:pt x="283" y="2"/>
                    <a:pt x="283" y="2"/>
                    <a:pt x="283" y="2"/>
                  </a:cubicBezTo>
                  <a:cubicBezTo>
                    <a:pt x="276" y="0"/>
                    <a:pt x="276" y="0"/>
                    <a:pt x="276" y="0"/>
                  </a:cubicBezTo>
                  <a:cubicBezTo>
                    <a:pt x="284" y="112"/>
                    <a:pt x="284" y="112"/>
                    <a:pt x="284" y="112"/>
                  </a:cubicBezTo>
                  <a:cubicBezTo>
                    <a:pt x="254" y="107"/>
                    <a:pt x="220" y="115"/>
                    <a:pt x="205" y="123"/>
                  </a:cubicBezTo>
                  <a:cubicBezTo>
                    <a:pt x="185" y="133"/>
                    <a:pt x="164" y="127"/>
                    <a:pt x="152" y="121"/>
                  </a:cubicBezTo>
                  <a:cubicBezTo>
                    <a:pt x="118" y="104"/>
                    <a:pt x="83" y="108"/>
                    <a:pt x="59" y="113"/>
                  </a:cubicBezTo>
                  <a:cubicBezTo>
                    <a:pt x="72" y="0"/>
                    <a:pt x="72" y="0"/>
                    <a:pt x="72" y="0"/>
                  </a:cubicBezTo>
                  <a:cubicBezTo>
                    <a:pt x="65" y="3"/>
                    <a:pt x="65" y="3"/>
                    <a:pt x="65" y="3"/>
                  </a:cubicBezTo>
                  <a:cubicBezTo>
                    <a:pt x="52" y="115"/>
                    <a:pt x="52" y="115"/>
                    <a:pt x="52" y="115"/>
                  </a:cubicBezTo>
                  <a:cubicBezTo>
                    <a:pt x="39" y="119"/>
                    <a:pt x="31" y="123"/>
                    <a:pt x="31" y="123"/>
                  </a:cubicBezTo>
                  <a:cubicBezTo>
                    <a:pt x="32" y="146"/>
                    <a:pt x="38" y="182"/>
                    <a:pt x="39" y="188"/>
                  </a:cubicBezTo>
                  <a:cubicBezTo>
                    <a:pt x="41" y="194"/>
                    <a:pt x="44" y="244"/>
                    <a:pt x="42" y="272"/>
                  </a:cubicBezTo>
                  <a:cubicBezTo>
                    <a:pt x="41" y="301"/>
                    <a:pt x="57" y="337"/>
                    <a:pt x="48" y="362"/>
                  </a:cubicBezTo>
                  <a:cubicBezTo>
                    <a:pt x="39" y="388"/>
                    <a:pt x="20" y="412"/>
                    <a:pt x="18" y="455"/>
                  </a:cubicBezTo>
                  <a:cubicBezTo>
                    <a:pt x="15" y="538"/>
                    <a:pt x="0" y="941"/>
                    <a:pt x="0" y="941"/>
                  </a:cubicBezTo>
                  <a:cubicBezTo>
                    <a:pt x="165" y="980"/>
                    <a:pt x="342" y="941"/>
                    <a:pt x="342" y="941"/>
                  </a:cubicBezTo>
                  <a:cubicBezTo>
                    <a:pt x="347" y="784"/>
                    <a:pt x="334" y="498"/>
                    <a:pt x="330" y="449"/>
                  </a:cubicBezTo>
                  <a:close/>
                </a:path>
              </a:pathLst>
            </a:custGeom>
            <a:noFill/>
            <a:ln w="952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4843" name="Freeform 513">
              <a:extLst>
                <a:ext uri="{FF2B5EF4-FFF2-40B4-BE49-F238E27FC236}">
                  <a16:creationId xmlns:a16="http://schemas.microsoft.com/office/drawing/2014/main" id="{31C94450-42AB-4601-BCED-C31A65B4A0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8" y="1683"/>
              <a:ext cx="234" cy="45"/>
            </a:xfrm>
            <a:custGeom>
              <a:avLst/>
              <a:gdLst>
                <a:gd name="T0" fmla="*/ 0 w 121"/>
                <a:gd name="T1" fmla="*/ 84 h 23"/>
                <a:gd name="T2" fmla="*/ 493 w 121"/>
                <a:gd name="T3" fmla="*/ 31 h 23"/>
                <a:gd name="T4" fmla="*/ 729 w 121"/>
                <a:gd name="T5" fmla="*/ 96 h 23"/>
                <a:gd name="T6" fmla="*/ 876 w 121"/>
                <a:gd name="T7" fmla="*/ 164 h 23"/>
                <a:gd name="T8" fmla="*/ 745 w 121"/>
                <a:gd name="T9" fmla="*/ 127 h 23"/>
                <a:gd name="T10" fmla="*/ 621 w 121"/>
                <a:gd name="T11" fmla="*/ 88 h 23"/>
                <a:gd name="T12" fmla="*/ 449 w 121"/>
                <a:gd name="T13" fmla="*/ 61 h 23"/>
                <a:gd name="T14" fmla="*/ 217 w 121"/>
                <a:gd name="T15" fmla="*/ 84 h 23"/>
                <a:gd name="T16" fmla="*/ 108 w 121"/>
                <a:gd name="T17" fmla="*/ 84 h 23"/>
                <a:gd name="T18" fmla="*/ 29 w 121"/>
                <a:gd name="T19" fmla="*/ 76 h 2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1" h="23">
                  <a:moveTo>
                    <a:pt x="0" y="11"/>
                  </a:moveTo>
                  <a:cubicBezTo>
                    <a:pt x="23" y="11"/>
                    <a:pt x="45" y="0"/>
                    <a:pt x="68" y="4"/>
                  </a:cubicBezTo>
                  <a:cubicBezTo>
                    <a:pt x="79" y="6"/>
                    <a:pt x="91" y="10"/>
                    <a:pt x="101" y="13"/>
                  </a:cubicBezTo>
                  <a:cubicBezTo>
                    <a:pt x="107" y="16"/>
                    <a:pt x="116" y="18"/>
                    <a:pt x="121" y="22"/>
                  </a:cubicBezTo>
                  <a:cubicBezTo>
                    <a:pt x="115" y="23"/>
                    <a:pt x="108" y="19"/>
                    <a:pt x="103" y="17"/>
                  </a:cubicBezTo>
                  <a:cubicBezTo>
                    <a:pt x="98" y="14"/>
                    <a:pt x="92" y="12"/>
                    <a:pt x="86" y="12"/>
                  </a:cubicBezTo>
                  <a:cubicBezTo>
                    <a:pt x="78" y="11"/>
                    <a:pt x="71" y="8"/>
                    <a:pt x="62" y="8"/>
                  </a:cubicBezTo>
                  <a:cubicBezTo>
                    <a:pt x="52" y="9"/>
                    <a:pt x="41" y="11"/>
                    <a:pt x="30" y="11"/>
                  </a:cubicBezTo>
                  <a:cubicBezTo>
                    <a:pt x="25" y="11"/>
                    <a:pt x="20" y="12"/>
                    <a:pt x="15" y="11"/>
                  </a:cubicBezTo>
                  <a:cubicBezTo>
                    <a:pt x="12" y="11"/>
                    <a:pt x="7" y="9"/>
                    <a:pt x="4" y="10"/>
                  </a:cubicBezTo>
                </a:path>
              </a:pathLst>
            </a:custGeom>
            <a:solidFill>
              <a:srgbClr val="B97E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4844" name="Freeform 514">
              <a:extLst>
                <a:ext uri="{FF2B5EF4-FFF2-40B4-BE49-F238E27FC236}">
                  <a16:creationId xmlns:a16="http://schemas.microsoft.com/office/drawing/2014/main" id="{D260DFCD-E4ED-4D55-984C-313E34879C8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2" y="1574"/>
              <a:ext cx="41" cy="344"/>
            </a:xfrm>
            <a:custGeom>
              <a:avLst/>
              <a:gdLst>
                <a:gd name="T0" fmla="*/ 23 w 21"/>
                <a:gd name="T1" fmla="*/ 29 h 179"/>
                <a:gd name="T2" fmla="*/ 61 w 21"/>
                <a:gd name="T3" fmla="*/ 313 h 179"/>
                <a:gd name="T4" fmla="*/ 103 w 21"/>
                <a:gd name="T5" fmla="*/ 609 h 179"/>
                <a:gd name="T6" fmla="*/ 103 w 21"/>
                <a:gd name="T7" fmla="*/ 953 h 179"/>
                <a:gd name="T8" fmla="*/ 156 w 21"/>
                <a:gd name="T9" fmla="*/ 1270 h 179"/>
                <a:gd name="T10" fmla="*/ 148 w 21"/>
                <a:gd name="T11" fmla="*/ 1001 h 179"/>
                <a:gd name="T12" fmla="*/ 156 w 21"/>
                <a:gd name="T13" fmla="*/ 778 h 179"/>
                <a:gd name="T14" fmla="*/ 119 w 21"/>
                <a:gd name="T15" fmla="*/ 417 h 179"/>
                <a:gd name="T16" fmla="*/ 61 w 21"/>
                <a:gd name="T17" fmla="*/ 148 h 179"/>
                <a:gd name="T18" fmla="*/ 76 w 21"/>
                <a:gd name="T19" fmla="*/ 44 h 179"/>
                <a:gd name="T20" fmla="*/ 68 w 21"/>
                <a:gd name="T21" fmla="*/ 0 h 179"/>
                <a:gd name="T22" fmla="*/ 31 w 21"/>
                <a:gd name="T23" fmla="*/ 23 h 17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1" h="179">
                  <a:moveTo>
                    <a:pt x="3" y="4"/>
                  </a:moveTo>
                  <a:cubicBezTo>
                    <a:pt x="0" y="16"/>
                    <a:pt x="5" y="31"/>
                    <a:pt x="8" y="44"/>
                  </a:cubicBezTo>
                  <a:cubicBezTo>
                    <a:pt x="10" y="58"/>
                    <a:pt x="14" y="72"/>
                    <a:pt x="14" y="86"/>
                  </a:cubicBezTo>
                  <a:cubicBezTo>
                    <a:pt x="14" y="102"/>
                    <a:pt x="14" y="118"/>
                    <a:pt x="14" y="134"/>
                  </a:cubicBezTo>
                  <a:cubicBezTo>
                    <a:pt x="14" y="149"/>
                    <a:pt x="12" y="166"/>
                    <a:pt x="21" y="179"/>
                  </a:cubicBezTo>
                  <a:cubicBezTo>
                    <a:pt x="16" y="167"/>
                    <a:pt x="20" y="153"/>
                    <a:pt x="20" y="141"/>
                  </a:cubicBezTo>
                  <a:cubicBezTo>
                    <a:pt x="21" y="131"/>
                    <a:pt x="21" y="121"/>
                    <a:pt x="21" y="110"/>
                  </a:cubicBezTo>
                  <a:cubicBezTo>
                    <a:pt x="20" y="93"/>
                    <a:pt x="19" y="76"/>
                    <a:pt x="16" y="59"/>
                  </a:cubicBezTo>
                  <a:cubicBezTo>
                    <a:pt x="14" y="47"/>
                    <a:pt x="9" y="34"/>
                    <a:pt x="8" y="21"/>
                  </a:cubicBezTo>
                  <a:cubicBezTo>
                    <a:pt x="8" y="16"/>
                    <a:pt x="8" y="11"/>
                    <a:pt x="10" y="6"/>
                  </a:cubicBezTo>
                  <a:cubicBezTo>
                    <a:pt x="10" y="4"/>
                    <a:pt x="12" y="1"/>
                    <a:pt x="9" y="0"/>
                  </a:cubicBezTo>
                  <a:cubicBezTo>
                    <a:pt x="7" y="0"/>
                    <a:pt x="4" y="2"/>
                    <a:pt x="4" y="3"/>
                  </a:cubicBezTo>
                </a:path>
              </a:pathLst>
            </a:custGeom>
            <a:solidFill>
              <a:srgbClr val="B97E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4845" name="Freeform 515">
              <a:extLst>
                <a:ext uri="{FF2B5EF4-FFF2-40B4-BE49-F238E27FC236}">
                  <a16:creationId xmlns:a16="http://schemas.microsoft.com/office/drawing/2014/main" id="{1B375C07-181B-486E-B717-9357396D5FE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7" y="1568"/>
              <a:ext cx="83" cy="33"/>
            </a:xfrm>
            <a:custGeom>
              <a:avLst/>
              <a:gdLst>
                <a:gd name="T0" fmla="*/ 0 w 43"/>
                <a:gd name="T1" fmla="*/ 0 h 17"/>
                <a:gd name="T2" fmla="*/ 152 w 43"/>
                <a:gd name="T3" fmla="*/ 80 h 17"/>
                <a:gd name="T4" fmla="*/ 309 w 43"/>
                <a:gd name="T5" fmla="*/ 124 h 17"/>
                <a:gd name="T6" fmla="*/ 224 w 43"/>
                <a:gd name="T7" fmla="*/ 109 h 17"/>
                <a:gd name="T8" fmla="*/ 131 w 43"/>
                <a:gd name="T9" fmla="*/ 87 h 17"/>
                <a:gd name="T10" fmla="*/ 52 w 43"/>
                <a:gd name="T11" fmla="*/ 37 h 17"/>
                <a:gd name="T12" fmla="*/ 0 w 43"/>
                <a:gd name="T13" fmla="*/ 0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3" h="17">
                  <a:moveTo>
                    <a:pt x="0" y="0"/>
                  </a:moveTo>
                  <a:cubicBezTo>
                    <a:pt x="6" y="4"/>
                    <a:pt x="14" y="8"/>
                    <a:pt x="21" y="11"/>
                  </a:cubicBezTo>
                  <a:cubicBezTo>
                    <a:pt x="29" y="14"/>
                    <a:pt x="36" y="15"/>
                    <a:pt x="43" y="17"/>
                  </a:cubicBezTo>
                  <a:cubicBezTo>
                    <a:pt x="41" y="16"/>
                    <a:pt x="34" y="16"/>
                    <a:pt x="31" y="15"/>
                  </a:cubicBezTo>
                  <a:cubicBezTo>
                    <a:pt x="26" y="14"/>
                    <a:pt x="23" y="15"/>
                    <a:pt x="18" y="12"/>
                  </a:cubicBezTo>
                  <a:cubicBezTo>
                    <a:pt x="14" y="10"/>
                    <a:pt x="11" y="8"/>
                    <a:pt x="7" y="5"/>
                  </a:cubicBezTo>
                  <a:cubicBezTo>
                    <a:pt x="5" y="3"/>
                    <a:pt x="2" y="0"/>
                    <a:pt x="0" y="0"/>
                  </a:cubicBezTo>
                </a:path>
              </a:pathLst>
            </a:custGeom>
            <a:solidFill>
              <a:srgbClr val="B97E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4846" name="Freeform 516">
              <a:extLst>
                <a:ext uri="{FF2B5EF4-FFF2-40B4-BE49-F238E27FC236}">
                  <a16:creationId xmlns:a16="http://schemas.microsoft.com/office/drawing/2014/main" id="{E06D1919-2FDD-4BE9-9641-42C35B1C2D5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0" y="1920"/>
              <a:ext cx="143" cy="305"/>
            </a:xfrm>
            <a:custGeom>
              <a:avLst/>
              <a:gdLst>
                <a:gd name="T0" fmla="*/ 0 w 74"/>
                <a:gd name="T1" fmla="*/ 0 h 159"/>
                <a:gd name="T2" fmla="*/ 79 w 74"/>
                <a:gd name="T3" fmla="*/ 437 h 159"/>
                <a:gd name="T4" fmla="*/ 232 w 74"/>
                <a:gd name="T5" fmla="*/ 698 h 159"/>
                <a:gd name="T6" fmla="*/ 533 w 74"/>
                <a:gd name="T7" fmla="*/ 1122 h 159"/>
                <a:gd name="T8" fmla="*/ 153 w 74"/>
                <a:gd name="T9" fmla="*/ 654 h 159"/>
                <a:gd name="T10" fmla="*/ 44 w 74"/>
                <a:gd name="T11" fmla="*/ 301 h 159"/>
                <a:gd name="T12" fmla="*/ 15 w 74"/>
                <a:gd name="T13" fmla="*/ 0 h 15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4" h="159">
                  <a:moveTo>
                    <a:pt x="0" y="0"/>
                  </a:moveTo>
                  <a:cubicBezTo>
                    <a:pt x="10" y="17"/>
                    <a:pt x="6" y="43"/>
                    <a:pt x="11" y="62"/>
                  </a:cubicBezTo>
                  <a:cubicBezTo>
                    <a:pt x="15" y="75"/>
                    <a:pt x="22" y="89"/>
                    <a:pt x="32" y="99"/>
                  </a:cubicBezTo>
                  <a:cubicBezTo>
                    <a:pt x="48" y="118"/>
                    <a:pt x="63" y="137"/>
                    <a:pt x="74" y="159"/>
                  </a:cubicBezTo>
                  <a:cubicBezTo>
                    <a:pt x="52" y="145"/>
                    <a:pt x="34" y="115"/>
                    <a:pt x="21" y="93"/>
                  </a:cubicBezTo>
                  <a:cubicBezTo>
                    <a:pt x="11" y="78"/>
                    <a:pt x="9" y="60"/>
                    <a:pt x="6" y="43"/>
                  </a:cubicBezTo>
                  <a:cubicBezTo>
                    <a:pt x="4" y="30"/>
                    <a:pt x="6" y="10"/>
                    <a:pt x="2" y="0"/>
                  </a:cubicBezTo>
                </a:path>
              </a:pathLst>
            </a:custGeom>
            <a:solidFill>
              <a:srgbClr val="B97E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4847" name="Freeform 517">
              <a:extLst>
                <a:ext uri="{FF2B5EF4-FFF2-40B4-BE49-F238E27FC236}">
                  <a16:creationId xmlns:a16="http://schemas.microsoft.com/office/drawing/2014/main" id="{AC3F57AB-67F7-4840-8781-32AF2E17221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9" y="2112"/>
              <a:ext cx="83" cy="175"/>
            </a:xfrm>
            <a:custGeom>
              <a:avLst/>
              <a:gdLst>
                <a:gd name="T0" fmla="*/ 8 w 43"/>
                <a:gd name="T1" fmla="*/ 0 h 91"/>
                <a:gd name="T2" fmla="*/ 164 w 43"/>
                <a:gd name="T3" fmla="*/ 313 h 91"/>
                <a:gd name="T4" fmla="*/ 309 w 43"/>
                <a:gd name="T5" fmla="*/ 648 h 91"/>
                <a:gd name="T6" fmla="*/ 0 w 43"/>
                <a:gd name="T7" fmla="*/ 0 h 9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3" h="91">
                  <a:moveTo>
                    <a:pt x="1" y="0"/>
                  </a:moveTo>
                  <a:cubicBezTo>
                    <a:pt x="12" y="14"/>
                    <a:pt x="19" y="27"/>
                    <a:pt x="23" y="44"/>
                  </a:cubicBezTo>
                  <a:cubicBezTo>
                    <a:pt x="28" y="60"/>
                    <a:pt x="38" y="75"/>
                    <a:pt x="43" y="91"/>
                  </a:cubicBezTo>
                  <a:cubicBezTo>
                    <a:pt x="16" y="75"/>
                    <a:pt x="15" y="26"/>
                    <a:pt x="0" y="0"/>
                  </a:cubicBezTo>
                </a:path>
              </a:pathLst>
            </a:custGeom>
            <a:solidFill>
              <a:srgbClr val="B97E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4848" name="Freeform 518">
              <a:extLst>
                <a:ext uri="{FF2B5EF4-FFF2-40B4-BE49-F238E27FC236}">
                  <a16:creationId xmlns:a16="http://schemas.microsoft.com/office/drawing/2014/main" id="{69BB9FC6-8DC7-4297-BD22-7D127CC5622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6" y="2700"/>
              <a:ext cx="89" cy="448"/>
            </a:xfrm>
            <a:custGeom>
              <a:avLst/>
              <a:gdLst>
                <a:gd name="T0" fmla="*/ 15 w 46"/>
                <a:gd name="T1" fmla="*/ 0 h 233"/>
                <a:gd name="T2" fmla="*/ 255 w 46"/>
                <a:gd name="T3" fmla="*/ 925 h 233"/>
                <a:gd name="T4" fmla="*/ 333 w 46"/>
                <a:gd name="T5" fmla="*/ 1655 h 233"/>
                <a:gd name="T6" fmla="*/ 232 w 46"/>
                <a:gd name="T7" fmla="*/ 1271 h 233"/>
                <a:gd name="T8" fmla="*/ 195 w 46"/>
                <a:gd name="T9" fmla="*/ 777 h 233"/>
                <a:gd name="T10" fmla="*/ 0 w 46"/>
                <a:gd name="T11" fmla="*/ 48 h 23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6" h="233">
                  <a:moveTo>
                    <a:pt x="2" y="0"/>
                  </a:moveTo>
                  <a:cubicBezTo>
                    <a:pt x="18" y="40"/>
                    <a:pt x="31" y="87"/>
                    <a:pt x="35" y="130"/>
                  </a:cubicBezTo>
                  <a:cubicBezTo>
                    <a:pt x="38" y="164"/>
                    <a:pt x="37" y="200"/>
                    <a:pt x="46" y="233"/>
                  </a:cubicBezTo>
                  <a:cubicBezTo>
                    <a:pt x="41" y="216"/>
                    <a:pt x="35" y="198"/>
                    <a:pt x="32" y="179"/>
                  </a:cubicBezTo>
                  <a:cubicBezTo>
                    <a:pt x="29" y="156"/>
                    <a:pt x="30" y="132"/>
                    <a:pt x="27" y="109"/>
                  </a:cubicBezTo>
                  <a:cubicBezTo>
                    <a:pt x="22" y="73"/>
                    <a:pt x="8" y="41"/>
                    <a:pt x="0" y="7"/>
                  </a:cubicBezTo>
                </a:path>
              </a:pathLst>
            </a:custGeom>
            <a:solidFill>
              <a:srgbClr val="B97E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4849" name="Freeform 519">
              <a:extLst>
                <a:ext uri="{FF2B5EF4-FFF2-40B4-BE49-F238E27FC236}">
                  <a16:creationId xmlns:a16="http://schemas.microsoft.com/office/drawing/2014/main" id="{E6B6B172-E722-4D86-98B3-5C22264723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9" y="1949"/>
              <a:ext cx="94" cy="394"/>
            </a:xfrm>
            <a:custGeom>
              <a:avLst/>
              <a:gdLst>
                <a:gd name="T0" fmla="*/ 100 w 49"/>
                <a:gd name="T1" fmla="*/ 0 h 205"/>
                <a:gd name="T2" fmla="*/ 69 w 49"/>
                <a:gd name="T3" fmla="*/ 192 h 205"/>
                <a:gd name="T4" fmla="*/ 107 w 49"/>
                <a:gd name="T5" fmla="*/ 348 h 205"/>
                <a:gd name="T6" fmla="*/ 240 w 49"/>
                <a:gd name="T7" fmla="*/ 592 h 205"/>
                <a:gd name="T8" fmla="*/ 324 w 49"/>
                <a:gd name="T9" fmla="*/ 946 h 205"/>
                <a:gd name="T10" fmla="*/ 338 w 49"/>
                <a:gd name="T11" fmla="*/ 1455 h 205"/>
                <a:gd name="T12" fmla="*/ 247 w 49"/>
                <a:gd name="T13" fmla="*/ 794 h 205"/>
                <a:gd name="T14" fmla="*/ 169 w 49"/>
                <a:gd name="T15" fmla="*/ 638 h 205"/>
                <a:gd name="T16" fmla="*/ 69 w 49"/>
                <a:gd name="T17" fmla="*/ 540 h 205"/>
                <a:gd name="T18" fmla="*/ 92 w 49"/>
                <a:gd name="T19" fmla="*/ 498 h 205"/>
                <a:gd name="T20" fmla="*/ 56 w 49"/>
                <a:gd name="T21" fmla="*/ 432 h 205"/>
                <a:gd name="T22" fmla="*/ 0 w 49"/>
                <a:gd name="T23" fmla="*/ 256 h 205"/>
                <a:gd name="T24" fmla="*/ 84 w 49"/>
                <a:gd name="T25" fmla="*/ 23 h 20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9" h="205">
                  <a:moveTo>
                    <a:pt x="14" y="0"/>
                  </a:moveTo>
                  <a:cubicBezTo>
                    <a:pt x="17" y="7"/>
                    <a:pt x="11" y="19"/>
                    <a:pt x="10" y="27"/>
                  </a:cubicBezTo>
                  <a:cubicBezTo>
                    <a:pt x="10" y="34"/>
                    <a:pt x="11" y="42"/>
                    <a:pt x="15" y="49"/>
                  </a:cubicBezTo>
                  <a:cubicBezTo>
                    <a:pt x="21" y="60"/>
                    <a:pt x="29" y="71"/>
                    <a:pt x="34" y="83"/>
                  </a:cubicBezTo>
                  <a:cubicBezTo>
                    <a:pt x="41" y="99"/>
                    <a:pt x="44" y="116"/>
                    <a:pt x="46" y="133"/>
                  </a:cubicBezTo>
                  <a:cubicBezTo>
                    <a:pt x="49" y="156"/>
                    <a:pt x="42" y="183"/>
                    <a:pt x="48" y="205"/>
                  </a:cubicBezTo>
                  <a:cubicBezTo>
                    <a:pt x="41" y="175"/>
                    <a:pt x="46" y="142"/>
                    <a:pt x="35" y="112"/>
                  </a:cubicBezTo>
                  <a:cubicBezTo>
                    <a:pt x="32" y="105"/>
                    <a:pt x="29" y="96"/>
                    <a:pt x="24" y="90"/>
                  </a:cubicBezTo>
                  <a:cubicBezTo>
                    <a:pt x="20" y="86"/>
                    <a:pt x="10" y="83"/>
                    <a:pt x="10" y="76"/>
                  </a:cubicBezTo>
                  <a:cubicBezTo>
                    <a:pt x="10" y="74"/>
                    <a:pt x="13" y="72"/>
                    <a:pt x="13" y="70"/>
                  </a:cubicBezTo>
                  <a:cubicBezTo>
                    <a:pt x="13" y="66"/>
                    <a:pt x="10" y="63"/>
                    <a:pt x="8" y="61"/>
                  </a:cubicBezTo>
                  <a:cubicBezTo>
                    <a:pt x="3" y="53"/>
                    <a:pt x="0" y="46"/>
                    <a:pt x="0" y="36"/>
                  </a:cubicBezTo>
                  <a:cubicBezTo>
                    <a:pt x="1" y="24"/>
                    <a:pt x="12" y="15"/>
                    <a:pt x="12" y="3"/>
                  </a:cubicBezTo>
                </a:path>
              </a:pathLst>
            </a:custGeom>
            <a:solidFill>
              <a:srgbClr val="B97E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4850" name="Freeform 520">
              <a:extLst>
                <a:ext uri="{FF2B5EF4-FFF2-40B4-BE49-F238E27FC236}">
                  <a16:creationId xmlns:a16="http://schemas.microsoft.com/office/drawing/2014/main" id="{D81E07FF-E056-44E1-9EE8-DFD3B3FF19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9" y="1564"/>
              <a:ext cx="97" cy="142"/>
            </a:xfrm>
            <a:custGeom>
              <a:avLst/>
              <a:gdLst>
                <a:gd name="T0" fmla="*/ 196 w 50"/>
                <a:gd name="T1" fmla="*/ 0 h 74"/>
                <a:gd name="T2" fmla="*/ 45 w 50"/>
                <a:gd name="T3" fmla="*/ 77 h 74"/>
                <a:gd name="T4" fmla="*/ 31 w 50"/>
                <a:gd name="T5" fmla="*/ 269 h 74"/>
                <a:gd name="T6" fmla="*/ 124 w 50"/>
                <a:gd name="T7" fmla="*/ 445 h 74"/>
                <a:gd name="T8" fmla="*/ 248 w 50"/>
                <a:gd name="T9" fmla="*/ 485 h 74"/>
                <a:gd name="T10" fmla="*/ 365 w 50"/>
                <a:gd name="T11" fmla="*/ 522 h 74"/>
                <a:gd name="T12" fmla="*/ 80 w 50"/>
                <a:gd name="T13" fmla="*/ 305 h 74"/>
                <a:gd name="T14" fmla="*/ 188 w 50"/>
                <a:gd name="T15" fmla="*/ 8 h 7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0" h="74">
                  <a:moveTo>
                    <a:pt x="27" y="0"/>
                  </a:moveTo>
                  <a:cubicBezTo>
                    <a:pt x="21" y="3"/>
                    <a:pt x="10" y="6"/>
                    <a:pt x="6" y="11"/>
                  </a:cubicBezTo>
                  <a:cubicBezTo>
                    <a:pt x="0" y="18"/>
                    <a:pt x="2" y="31"/>
                    <a:pt x="4" y="38"/>
                  </a:cubicBezTo>
                  <a:cubicBezTo>
                    <a:pt x="7" y="47"/>
                    <a:pt x="10" y="58"/>
                    <a:pt x="17" y="63"/>
                  </a:cubicBezTo>
                  <a:cubicBezTo>
                    <a:pt x="22" y="67"/>
                    <a:pt x="28" y="67"/>
                    <a:pt x="34" y="69"/>
                  </a:cubicBezTo>
                  <a:cubicBezTo>
                    <a:pt x="39" y="70"/>
                    <a:pt x="45" y="73"/>
                    <a:pt x="50" y="74"/>
                  </a:cubicBezTo>
                  <a:cubicBezTo>
                    <a:pt x="35" y="63"/>
                    <a:pt x="17" y="62"/>
                    <a:pt x="11" y="43"/>
                  </a:cubicBezTo>
                  <a:cubicBezTo>
                    <a:pt x="7" y="28"/>
                    <a:pt x="11" y="8"/>
                    <a:pt x="26" y="1"/>
                  </a:cubicBezTo>
                </a:path>
              </a:pathLst>
            </a:custGeom>
            <a:solidFill>
              <a:srgbClr val="D69E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4851" name="Freeform 521">
              <a:extLst>
                <a:ext uri="{FF2B5EF4-FFF2-40B4-BE49-F238E27FC236}">
                  <a16:creationId xmlns:a16="http://schemas.microsoft.com/office/drawing/2014/main" id="{9A7D5E57-C556-41AF-8130-D5E0779017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9" y="1564"/>
              <a:ext cx="108" cy="115"/>
            </a:xfrm>
            <a:custGeom>
              <a:avLst/>
              <a:gdLst>
                <a:gd name="T0" fmla="*/ 393 w 56"/>
                <a:gd name="T1" fmla="*/ 0 h 60"/>
                <a:gd name="T2" fmla="*/ 52 w 56"/>
                <a:gd name="T3" fmla="*/ 140 h 60"/>
                <a:gd name="T4" fmla="*/ 37 w 56"/>
                <a:gd name="T5" fmla="*/ 422 h 60"/>
                <a:gd name="T6" fmla="*/ 64 w 56"/>
                <a:gd name="T7" fmla="*/ 284 h 60"/>
                <a:gd name="T8" fmla="*/ 137 w 56"/>
                <a:gd name="T9" fmla="*/ 148 h 60"/>
                <a:gd name="T10" fmla="*/ 401 w 56"/>
                <a:gd name="T11" fmla="*/ 8 h 6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6" h="60">
                  <a:moveTo>
                    <a:pt x="55" y="0"/>
                  </a:moveTo>
                  <a:cubicBezTo>
                    <a:pt x="40" y="3"/>
                    <a:pt x="18" y="7"/>
                    <a:pt x="7" y="20"/>
                  </a:cubicBezTo>
                  <a:cubicBezTo>
                    <a:pt x="0" y="29"/>
                    <a:pt x="1" y="51"/>
                    <a:pt x="5" y="60"/>
                  </a:cubicBezTo>
                  <a:cubicBezTo>
                    <a:pt x="7" y="53"/>
                    <a:pt x="7" y="46"/>
                    <a:pt x="9" y="40"/>
                  </a:cubicBezTo>
                  <a:cubicBezTo>
                    <a:pt x="10" y="33"/>
                    <a:pt x="15" y="26"/>
                    <a:pt x="19" y="21"/>
                  </a:cubicBezTo>
                  <a:cubicBezTo>
                    <a:pt x="28" y="8"/>
                    <a:pt x="44" y="6"/>
                    <a:pt x="56" y="1"/>
                  </a:cubicBezTo>
                </a:path>
              </a:pathLst>
            </a:custGeom>
            <a:solidFill>
              <a:srgbClr val="D69E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4852" name="Freeform 522">
              <a:extLst>
                <a:ext uri="{FF2B5EF4-FFF2-40B4-BE49-F238E27FC236}">
                  <a16:creationId xmlns:a16="http://schemas.microsoft.com/office/drawing/2014/main" id="{DA2EF4CB-1181-4E32-BE63-C664448784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1" y="2070"/>
              <a:ext cx="52" cy="402"/>
            </a:xfrm>
            <a:custGeom>
              <a:avLst/>
              <a:gdLst>
                <a:gd name="T0" fmla="*/ 193 w 27"/>
                <a:gd name="T1" fmla="*/ 0 h 209"/>
                <a:gd name="T2" fmla="*/ 29 w 27"/>
                <a:gd name="T3" fmla="*/ 492 h 209"/>
                <a:gd name="T4" fmla="*/ 23 w 27"/>
                <a:gd name="T5" fmla="*/ 977 h 209"/>
                <a:gd name="T6" fmla="*/ 23 w 27"/>
                <a:gd name="T7" fmla="*/ 1487 h 209"/>
                <a:gd name="T8" fmla="*/ 48 w 27"/>
                <a:gd name="T9" fmla="*/ 1225 h 209"/>
                <a:gd name="T10" fmla="*/ 71 w 27"/>
                <a:gd name="T11" fmla="*/ 946 h 209"/>
                <a:gd name="T12" fmla="*/ 71 w 27"/>
                <a:gd name="T13" fmla="*/ 577 h 209"/>
                <a:gd name="T14" fmla="*/ 116 w 27"/>
                <a:gd name="T15" fmla="*/ 264 h 209"/>
                <a:gd name="T16" fmla="*/ 148 w 27"/>
                <a:gd name="T17" fmla="*/ 137 h 209"/>
                <a:gd name="T18" fmla="*/ 185 w 27"/>
                <a:gd name="T19" fmla="*/ 8 h 20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7" h="209">
                  <a:moveTo>
                    <a:pt x="27" y="0"/>
                  </a:moveTo>
                  <a:cubicBezTo>
                    <a:pt x="13" y="19"/>
                    <a:pt x="7" y="46"/>
                    <a:pt x="4" y="69"/>
                  </a:cubicBezTo>
                  <a:cubicBezTo>
                    <a:pt x="2" y="92"/>
                    <a:pt x="3" y="114"/>
                    <a:pt x="3" y="137"/>
                  </a:cubicBezTo>
                  <a:cubicBezTo>
                    <a:pt x="4" y="161"/>
                    <a:pt x="0" y="185"/>
                    <a:pt x="3" y="209"/>
                  </a:cubicBezTo>
                  <a:cubicBezTo>
                    <a:pt x="2" y="197"/>
                    <a:pt x="6" y="184"/>
                    <a:pt x="7" y="172"/>
                  </a:cubicBezTo>
                  <a:cubicBezTo>
                    <a:pt x="8" y="159"/>
                    <a:pt x="9" y="146"/>
                    <a:pt x="10" y="133"/>
                  </a:cubicBezTo>
                  <a:cubicBezTo>
                    <a:pt x="12" y="116"/>
                    <a:pt x="10" y="98"/>
                    <a:pt x="10" y="81"/>
                  </a:cubicBezTo>
                  <a:cubicBezTo>
                    <a:pt x="10" y="65"/>
                    <a:pt x="13" y="52"/>
                    <a:pt x="16" y="37"/>
                  </a:cubicBezTo>
                  <a:cubicBezTo>
                    <a:pt x="17" y="31"/>
                    <a:pt x="19" y="25"/>
                    <a:pt x="21" y="19"/>
                  </a:cubicBezTo>
                  <a:cubicBezTo>
                    <a:pt x="22" y="14"/>
                    <a:pt x="22" y="4"/>
                    <a:pt x="26" y="1"/>
                  </a:cubicBezTo>
                </a:path>
              </a:pathLst>
            </a:custGeom>
            <a:solidFill>
              <a:srgbClr val="D69E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4853" name="Freeform 523">
              <a:extLst>
                <a:ext uri="{FF2B5EF4-FFF2-40B4-BE49-F238E27FC236}">
                  <a16:creationId xmlns:a16="http://schemas.microsoft.com/office/drawing/2014/main" id="{25F98257-8C52-463D-9D05-BF3F35934CB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1" y="2931"/>
              <a:ext cx="63" cy="242"/>
            </a:xfrm>
            <a:custGeom>
              <a:avLst/>
              <a:gdLst>
                <a:gd name="T0" fmla="*/ 0 w 33"/>
                <a:gd name="T1" fmla="*/ 0 h 126"/>
                <a:gd name="T2" fmla="*/ 29 w 33"/>
                <a:gd name="T3" fmla="*/ 317 h 126"/>
                <a:gd name="T4" fmla="*/ 69 w 33"/>
                <a:gd name="T5" fmla="*/ 561 h 126"/>
                <a:gd name="T6" fmla="*/ 229 w 33"/>
                <a:gd name="T7" fmla="*/ 893 h 126"/>
                <a:gd name="T8" fmla="*/ 139 w 33"/>
                <a:gd name="T9" fmla="*/ 786 h 126"/>
                <a:gd name="T10" fmla="*/ 36 w 33"/>
                <a:gd name="T11" fmla="*/ 561 h 126"/>
                <a:gd name="T12" fmla="*/ 21 w 33"/>
                <a:gd name="T13" fmla="*/ 15 h 1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3" h="126">
                  <a:moveTo>
                    <a:pt x="0" y="0"/>
                  </a:moveTo>
                  <a:cubicBezTo>
                    <a:pt x="3" y="15"/>
                    <a:pt x="2" y="30"/>
                    <a:pt x="4" y="45"/>
                  </a:cubicBezTo>
                  <a:cubicBezTo>
                    <a:pt x="5" y="56"/>
                    <a:pt x="6" y="68"/>
                    <a:pt x="10" y="79"/>
                  </a:cubicBezTo>
                  <a:cubicBezTo>
                    <a:pt x="16" y="95"/>
                    <a:pt x="24" y="111"/>
                    <a:pt x="33" y="126"/>
                  </a:cubicBezTo>
                  <a:cubicBezTo>
                    <a:pt x="27" y="123"/>
                    <a:pt x="24" y="117"/>
                    <a:pt x="20" y="111"/>
                  </a:cubicBezTo>
                  <a:cubicBezTo>
                    <a:pt x="14" y="101"/>
                    <a:pt x="8" y="90"/>
                    <a:pt x="5" y="79"/>
                  </a:cubicBezTo>
                  <a:cubicBezTo>
                    <a:pt x="0" y="54"/>
                    <a:pt x="3" y="28"/>
                    <a:pt x="3" y="2"/>
                  </a:cubicBezTo>
                </a:path>
              </a:pathLst>
            </a:custGeom>
            <a:solidFill>
              <a:srgbClr val="D69E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4854" name="Freeform 524">
              <a:extLst>
                <a:ext uri="{FF2B5EF4-FFF2-40B4-BE49-F238E27FC236}">
                  <a16:creationId xmlns:a16="http://schemas.microsoft.com/office/drawing/2014/main" id="{4433AEB3-F74D-43F3-ACC7-1F5595A3AF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2" y="1858"/>
              <a:ext cx="85" cy="271"/>
            </a:xfrm>
            <a:custGeom>
              <a:avLst/>
              <a:gdLst>
                <a:gd name="T0" fmla="*/ 247 w 44"/>
                <a:gd name="T1" fmla="*/ 15 h 141"/>
                <a:gd name="T2" fmla="*/ 100 w 44"/>
                <a:gd name="T3" fmla="*/ 577 h 141"/>
                <a:gd name="T4" fmla="*/ 164 w 44"/>
                <a:gd name="T5" fmla="*/ 801 h 141"/>
                <a:gd name="T6" fmla="*/ 160 w 44"/>
                <a:gd name="T7" fmla="*/ 901 h 141"/>
                <a:gd name="T8" fmla="*/ 240 w 44"/>
                <a:gd name="T9" fmla="*/ 1001 h 141"/>
                <a:gd name="T10" fmla="*/ 108 w 44"/>
                <a:gd name="T11" fmla="*/ 861 h 141"/>
                <a:gd name="T12" fmla="*/ 100 w 44"/>
                <a:gd name="T13" fmla="*/ 761 h 141"/>
                <a:gd name="T14" fmla="*/ 44 w 44"/>
                <a:gd name="T15" fmla="*/ 653 h 141"/>
                <a:gd name="T16" fmla="*/ 137 w 44"/>
                <a:gd name="T17" fmla="*/ 361 h 141"/>
                <a:gd name="T18" fmla="*/ 261 w 44"/>
                <a:gd name="T19" fmla="*/ 0 h 14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4" h="141">
                  <a:moveTo>
                    <a:pt x="34" y="2"/>
                  </a:moveTo>
                  <a:cubicBezTo>
                    <a:pt x="44" y="30"/>
                    <a:pt x="17" y="56"/>
                    <a:pt x="14" y="81"/>
                  </a:cubicBezTo>
                  <a:cubicBezTo>
                    <a:pt x="13" y="95"/>
                    <a:pt x="19" y="102"/>
                    <a:pt x="23" y="113"/>
                  </a:cubicBezTo>
                  <a:cubicBezTo>
                    <a:pt x="25" y="119"/>
                    <a:pt x="21" y="123"/>
                    <a:pt x="22" y="127"/>
                  </a:cubicBezTo>
                  <a:cubicBezTo>
                    <a:pt x="24" y="132"/>
                    <a:pt x="31" y="136"/>
                    <a:pt x="33" y="141"/>
                  </a:cubicBezTo>
                  <a:cubicBezTo>
                    <a:pt x="28" y="133"/>
                    <a:pt x="17" y="131"/>
                    <a:pt x="15" y="121"/>
                  </a:cubicBezTo>
                  <a:cubicBezTo>
                    <a:pt x="14" y="115"/>
                    <a:pt x="16" y="112"/>
                    <a:pt x="14" y="107"/>
                  </a:cubicBezTo>
                  <a:cubicBezTo>
                    <a:pt x="12" y="102"/>
                    <a:pt x="8" y="98"/>
                    <a:pt x="6" y="92"/>
                  </a:cubicBezTo>
                  <a:cubicBezTo>
                    <a:pt x="0" y="75"/>
                    <a:pt x="9" y="65"/>
                    <a:pt x="19" y="51"/>
                  </a:cubicBezTo>
                  <a:cubicBezTo>
                    <a:pt x="27" y="38"/>
                    <a:pt x="37" y="16"/>
                    <a:pt x="36" y="0"/>
                  </a:cubicBezTo>
                </a:path>
              </a:pathLst>
            </a:custGeom>
            <a:solidFill>
              <a:srgbClr val="D69E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4855" name="Oval 525">
              <a:extLst>
                <a:ext uri="{FF2B5EF4-FFF2-40B4-BE49-F238E27FC236}">
                  <a16:creationId xmlns:a16="http://schemas.microsoft.com/office/drawing/2014/main" id="{CB24D9F4-618F-4859-8C33-8799724AB9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28" y="2941"/>
              <a:ext cx="112" cy="111"/>
            </a:xfrm>
            <a:prstGeom prst="ellipse">
              <a:avLst/>
            </a:prstGeom>
            <a:noFill/>
            <a:ln w="11113">
              <a:solidFill>
                <a:srgbClr val="AC6D9D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4856" name="Oval 526">
              <a:extLst>
                <a:ext uri="{FF2B5EF4-FFF2-40B4-BE49-F238E27FC236}">
                  <a16:creationId xmlns:a16="http://schemas.microsoft.com/office/drawing/2014/main" id="{9FA8E112-3087-4307-9395-99BC2B1FCE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89" y="2941"/>
              <a:ext cx="112" cy="111"/>
            </a:xfrm>
            <a:prstGeom prst="ellipse">
              <a:avLst/>
            </a:prstGeom>
            <a:noFill/>
            <a:ln w="11113">
              <a:solidFill>
                <a:srgbClr val="AC6D9D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4857" name="Oval 527">
              <a:extLst>
                <a:ext uri="{FF2B5EF4-FFF2-40B4-BE49-F238E27FC236}">
                  <a16:creationId xmlns:a16="http://schemas.microsoft.com/office/drawing/2014/main" id="{5A351A7E-C086-4B70-A520-EE50593EE8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59" y="2995"/>
              <a:ext cx="112" cy="111"/>
            </a:xfrm>
            <a:prstGeom prst="ellipse">
              <a:avLst/>
            </a:prstGeom>
            <a:noFill/>
            <a:ln w="11113">
              <a:solidFill>
                <a:srgbClr val="AC6D9D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4858" name="Oval 528">
              <a:extLst>
                <a:ext uri="{FF2B5EF4-FFF2-40B4-BE49-F238E27FC236}">
                  <a16:creationId xmlns:a16="http://schemas.microsoft.com/office/drawing/2014/main" id="{058CEE86-AB6C-4191-8861-524D666B77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19" y="2852"/>
              <a:ext cx="112" cy="112"/>
            </a:xfrm>
            <a:prstGeom prst="ellipse">
              <a:avLst/>
            </a:prstGeom>
            <a:noFill/>
            <a:ln w="11113">
              <a:solidFill>
                <a:srgbClr val="AC6D9D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4859" name="Oval 529">
              <a:extLst>
                <a:ext uri="{FF2B5EF4-FFF2-40B4-BE49-F238E27FC236}">
                  <a16:creationId xmlns:a16="http://schemas.microsoft.com/office/drawing/2014/main" id="{D703BBE7-F2B1-4F8C-9BFD-B7E884FA20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83" y="2852"/>
              <a:ext cx="112" cy="112"/>
            </a:xfrm>
            <a:prstGeom prst="ellipse">
              <a:avLst/>
            </a:prstGeom>
            <a:noFill/>
            <a:ln w="11113">
              <a:solidFill>
                <a:srgbClr val="AC6D9D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4860" name="Oval 530">
              <a:extLst>
                <a:ext uri="{FF2B5EF4-FFF2-40B4-BE49-F238E27FC236}">
                  <a16:creationId xmlns:a16="http://schemas.microsoft.com/office/drawing/2014/main" id="{16419508-3A68-444E-A1F3-5B7FF6FBC1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50" y="2906"/>
              <a:ext cx="112" cy="112"/>
            </a:xfrm>
            <a:prstGeom prst="ellipse">
              <a:avLst/>
            </a:prstGeom>
            <a:noFill/>
            <a:ln w="11113">
              <a:solidFill>
                <a:srgbClr val="AC6D9D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4861" name="Oval 531">
              <a:extLst>
                <a:ext uri="{FF2B5EF4-FFF2-40B4-BE49-F238E27FC236}">
                  <a16:creationId xmlns:a16="http://schemas.microsoft.com/office/drawing/2014/main" id="{5EE141AF-2BED-4EEE-954E-062FF1BC9F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01" y="2681"/>
              <a:ext cx="112" cy="112"/>
            </a:xfrm>
            <a:prstGeom prst="ellipse">
              <a:avLst/>
            </a:prstGeom>
            <a:noFill/>
            <a:ln w="11113">
              <a:solidFill>
                <a:srgbClr val="AC6D9D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4862" name="Oval 532">
              <a:extLst>
                <a:ext uri="{FF2B5EF4-FFF2-40B4-BE49-F238E27FC236}">
                  <a16:creationId xmlns:a16="http://schemas.microsoft.com/office/drawing/2014/main" id="{0A26998A-ADBA-48ED-B350-F62C4820D6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64" y="2681"/>
              <a:ext cx="112" cy="112"/>
            </a:xfrm>
            <a:prstGeom prst="ellipse">
              <a:avLst/>
            </a:prstGeom>
            <a:noFill/>
            <a:ln w="11113">
              <a:solidFill>
                <a:srgbClr val="AC6D9D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4863" name="Oval 533">
              <a:extLst>
                <a:ext uri="{FF2B5EF4-FFF2-40B4-BE49-F238E27FC236}">
                  <a16:creationId xmlns:a16="http://schemas.microsoft.com/office/drawing/2014/main" id="{1C54711A-7F97-46A5-B938-6246D2A5A1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32" y="2735"/>
              <a:ext cx="111" cy="111"/>
            </a:xfrm>
            <a:prstGeom prst="ellipse">
              <a:avLst/>
            </a:prstGeom>
            <a:noFill/>
            <a:ln w="11113">
              <a:solidFill>
                <a:srgbClr val="AC6D9D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4864" name="Freeform 534">
              <a:extLst>
                <a:ext uri="{FF2B5EF4-FFF2-40B4-BE49-F238E27FC236}">
                  <a16:creationId xmlns:a16="http://schemas.microsoft.com/office/drawing/2014/main" id="{6E15CD97-FAE3-456B-A71A-2E05B666BA5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6" y="3725"/>
              <a:ext cx="214" cy="300"/>
            </a:xfrm>
            <a:custGeom>
              <a:avLst/>
              <a:gdLst>
                <a:gd name="T0" fmla="*/ 224 w 111"/>
                <a:gd name="T1" fmla="*/ 377 h 156"/>
                <a:gd name="T2" fmla="*/ 0 w 111"/>
                <a:gd name="T3" fmla="*/ 754 h 156"/>
                <a:gd name="T4" fmla="*/ 93 w 111"/>
                <a:gd name="T5" fmla="*/ 933 h 156"/>
                <a:gd name="T6" fmla="*/ 765 w 111"/>
                <a:gd name="T7" fmla="*/ 802 h 156"/>
                <a:gd name="T8" fmla="*/ 796 w 111"/>
                <a:gd name="T9" fmla="*/ 433 h 156"/>
                <a:gd name="T10" fmla="*/ 224 w 111"/>
                <a:gd name="T11" fmla="*/ 377 h 15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1" h="156">
                  <a:moveTo>
                    <a:pt x="31" y="53"/>
                  </a:moveTo>
                  <a:cubicBezTo>
                    <a:pt x="0" y="106"/>
                    <a:pt x="0" y="106"/>
                    <a:pt x="0" y="106"/>
                  </a:cubicBezTo>
                  <a:cubicBezTo>
                    <a:pt x="0" y="106"/>
                    <a:pt x="1" y="122"/>
                    <a:pt x="13" y="131"/>
                  </a:cubicBezTo>
                  <a:cubicBezTo>
                    <a:pt x="27" y="142"/>
                    <a:pt x="87" y="156"/>
                    <a:pt x="107" y="113"/>
                  </a:cubicBezTo>
                  <a:cubicBezTo>
                    <a:pt x="111" y="61"/>
                    <a:pt x="111" y="61"/>
                    <a:pt x="111" y="61"/>
                  </a:cubicBezTo>
                  <a:cubicBezTo>
                    <a:pt x="111" y="61"/>
                    <a:pt x="69" y="0"/>
                    <a:pt x="31" y="53"/>
                  </a:cubicBezTo>
                  <a:close/>
                </a:path>
              </a:pathLst>
            </a:custGeom>
            <a:solidFill>
              <a:srgbClr val="C687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4865" name="Freeform 535">
              <a:extLst>
                <a:ext uri="{FF2B5EF4-FFF2-40B4-BE49-F238E27FC236}">
                  <a16:creationId xmlns:a16="http://schemas.microsoft.com/office/drawing/2014/main" id="{04958BD6-E3CD-4D4A-A92A-AAB5229AE25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3" y="3775"/>
              <a:ext cx="25" cy="67"/>
            </a:xfrm>
            <a:custGeom>
              <a:avLst/>
              <a:gdLst>
                <a:gd name="T0" fmla="*/ 29 w 13"/>
                <a:gd name="T1" fmla="*/ 245 h 35"/>
                <a:gd name="T2" fmla="*/ 92 w 13"/>
                <a:gd name="T3" fmla="*/ 0 h 35"/>
                <a:gd name="T4" fmla="*/ 44 w 13"/>
                <a:gd name="T5" fmla="*/ 92 h 35"/>
                <a:gd name="T6" fmla="*/ 0 w 13"/>
                <a:gd name="T7" fmla="*/ 224 h 35"/>
                <a:gd name="T8" fmla="*/ 29 w 13"/>
                <a:gd name="T9" fmla="*/ 245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35">
                  <a:moveTo>
                    <a:pt x="4" y="35"/>
                  </a:moveTo>
                  <a:cubicBezTo>
                    <a:pt x="4" y="35"/>
                    <a:pt x="11" y="11"/>
                    <a:pt x="13" y="0"/>
                  </a:cubicBezTo>
                  <a:cubicBezTo>
                    <a:pt x="13" y="0"/>
                    <a:pt x="12" y="8"/>
                    <a:pt x="6" y="13"/>
                  </a:cubicBezTo>
                  <a:cubicBezTo>
                    <a:pt x="0" y="19"/>
                    <a:pt x="0" y="32"/>
                    <a:pt x="0" y="32"/>
                  </a:cubicBezTo>
                  <a:lnTo>
                    <a:pt x="4" y="35"/>
                  </a:lnTo>
                  <a:close/>
                </a:path>
              </a:pathLst>
            </a:custGeom>
            <a:solidFill>
              <a:srgbClr val="AC6D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4866" name="Freeform 536">
              <a:extLst>
                <a:ext uri="{FF2B5EF4-FFF2-40B4-BE49-F238E27FC236}">
                  <a16:creationId xmlns:a16="http://schemas.microsoft.com/office/drawing/2014/main" id="{4A03A7DA-74A3-495F-AA66-29417402FF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1" y="3683"/>
              <a:ext cx="42" cy="157"/>
            </a:xfrm>
            <a:custGeom>
              <a:avLst/>
              <a:gdLst>
                <a:gd name="T0" fmla="*/ 36 w 22"/>
                <a:gd name="T1" fmla="*/ 452 h 82"/>
                <a:gd name="T2" fmla="*/ 69 w 22"/>
                <a:gd name="T3" fmla="*/ 0 h 82"/>
                <a:gd name="T4" fmla="*/ 99 w 22"/>
                <a:gd name="T5" fmla="*/ 132 h 82"/>
                <a:gd name="T6" fmla="*/ 76 w 22"/>
                <a:gd name="T7" fmla="*/ 437 h 82"/>
                <a:gd name="T8" fmla="*/ 36 w 22"/>
                <a:gd name="T9" fmla="*/ 452 h 8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82">
                  <a:moveTo>
                    <a:pt x="5" y="64"/>
                  </a:moveTo>
                  <a:cubicBezTo>
                    <a:pt x="10" y="0"/>
                    <a:pt x="10" y="0"/>
                    <a:pt x="10" y="0"/>
                  </a:cubicBezTo>
                  <a:cubicBezTo>
                    <a:pt x="10" y="0"/>
                    <a:pt x="12" y="12"/>
                    <a:pt x="14" y="19"/>
                  </a:cubicBezTo>
                  <a:cubicBezTo>
                    <a:pt x="15" y="27"/>
                    <a:pt x="22" y="41"/>
                    <a:pt x="11" y="62"/>
                  </a:cubicBezTo>
                  <a:cubicBezTo>
                    <a:pt x="0" y="82"/>
                    <a:pt x="5" y="64"/>
                    <a:pt x="5" y="64"/>
                  </a:cubicBezTo>
                  <a:close/>
                </a:path>
              </a:pathLst>
            </a:custGeom>
            <a:solidFill>
              <a:srgbClr val="C687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4867" name="Freeform 537">
              <a:extLst>
                <a:ext uri="{FF2B5EF4-FFF2-40B4-BE49-F238E27FC236}">
                  <a16:creationId xmlns:a16="http://schemas.microsoft.com/office/drawing/2014/main" id="{72246208-1FFC-4F53-8B38-88AD71B1039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0" y="3656"/>
              <a:ext cx="120" cy="50"/>
            </a:xfrm>
            <a:custGeom>
              <a:avLst/>
              <a:gdLst>
                <a:gd name="T0" fmla="*/ 449 w 62"/>
                <a:gd name="T1" fmla="*/ 108 h 26"/>
                <a:gd name="T2" fmla="*/ 0 w 62"/>
                <a:gd name="T3" fmla="*/ 71 h 26"/>
                <a:gd name="T4" fmla="*/ 15 w 62"/>
                <a:gd name="T5" fmla="*/ 0 h 26"/>
                <a:gd name="T6" fmla="*/ 449 w 62"/>
                <a:gd name="T7" fmla="*/ 15 h 26"/>
                <a:gd name="T8" fmla="*/ 449 w 62"/>
                <a:gd name="T9" fmla="*/ 108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2" h="26">
                  <a:moveTo>
                    <a:pt x="62" y="15"/>
                  </a:moveTo>
                  <a:cubicBezTo>
                    <a:pt x="62" y="15"/>
                    <a:pt x="13" y="26"/>
                    <a:pt x="0" y="1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28" y="15"/>
                    <a:pt x="62" y="2"/>
                  </a:cubicBezTo>
                  <a:lnTo>
                    <a:pt x="62" y="15"/>
                  </a:lnTo>
                  <a:close/>
                </a:path>
              </a:pathLst>
            </a:custGeom>
            <a:solidFill>
              <a:srgbClr val="C687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4868" name="Freeform 538">
              <a:extLst>
                <a:ext uri="{FF2B5EF4-FFF2-40B4-BE49-F238E27FC236}">
                  <a16:creationId xmlns:a16="http://schemas.microsoft.com/office/drawing/2014/main" id="{E4618715-3D10-4D44-A2A8-D7C3FF7ED2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5" y="3685"/>
              <a:ext cx="29" cy="107"/>
            </a:xfrm>
            <a:custGeom>
              <a:avLst/>
              <a:gdLst>
                <a:gd name="T0" fmla="*/ 56 w 15"/>
                <a:gd name="T1" fmla="*/ 0 h 56"/>
                <a:gd name="T2" fmla="*/ 0 w 15"/>
                <a:gd name="T3" fmla="*/ 390 h 56"/>
                <a:gd name="T4" fmla="*/ 44 w 15"/>
                <a:gd name="T5" fmla="*/ 390 h 56"/>
                <a:gd name="T6" fmla="*/ 93 w 15"/>
                <a:gd name="T7" fmla="*/ 8 h 56"/>
                <a:gd name="T8" fmla="*/ 56 w 15"/>
                <a:gd name="T9" fmla="*/ 0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56">
                  <a:moveTo>
                    <a:pt x="8" y="0"/>
                  </a:moveTo>
                  <a:cubicBezTo>
                    <a:pt x="8" y="0"/>
                    <a:pt x="8" y="32"/>
                    <a:pt x="0" y="56"/>
                  </a:cubicBezTo>
                  <a:cubicBezTo>
                    <a:pt x="6" y="56"/>
                    <a:pt x="6" y="56"/>
                    <a:pt x="6" y="56"/>
                  </a:cubicBezTo>
                  <a:cubicBezTo>
                    <a:pt x="6" y="56"/>
                    <a:pt x="15" y="25"/>
                    <a:pt x="13" y="1"/>
                  </a:cubicBezTo>
                  <a:lnTo>
                    <a:pt x="8" y="0"/>
                  </a:lnTo>
                  <a:close/>
                </a:path>
              </a:pathLst>
            </a:custGeom>
            <a:solidFill>
              <a:srgbClr val="C687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4869" name="Freeform 539">
              <a:extLst>
                <a:ext uri="{FF2B5EF4-FFF2-40B4-BE49-F238E27FC236}">
                  <a16:creationId xmlns:a16="http://schemas.microsoft.com/office/drawing/2014/main" id="{55BD096C-0A44-42A1-BAB3-5EA1210C42D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976" y="3656"/>
              <a:ext cx="247" cy="369"/>
            </a:xfrm>
            <a:custGeom>
              <a:avLst/>
              <a:gdLst>
                <a:gd name="T0" fmla="*/ 865 w 128"/>
                <a:gd name="T1" fmla="*/ 233 h 192"/>
                <a:gd name="T2" fmla="*/ 834 w 128"/>
                <a:gd name="T3" fmla="*/ 108 h 192"/>
                <a:gd name="T4" fmla="*/ 834 w 128"/>
                <a:gd name="T5" fmla="*/ 108 h 192"/>
                <a:gd name="T6" fmla="*/ 834 w 128"/>
                <a:gd name="T7" fmla="*/ 15 h 192"/>
                <a:gd name="T8" fmla="*/ 401 w 128"/>
                <a:gd name="T9" fmla="*/ 0 h 192"/>
                <a:gd name="T10" fmla="*/ 388 w 128"/>
                <a:gd name="T11" fmla="*/ 71 h 192"/>
                <a:gd name="T12" fmla="*/ 540 w 128"/>
                <a:gd name="T13" fmla="*/ 129 h 192"/>
                <a:gd name="T14" fmla="*/ 488 w 128"/>
                <a:gd name="T15" fmla="*/ 484 h 192"/>
                <a:gd name="T16" fmla="*/ 224 w 128"/>
                <a:gd name="T17" fmla="*/ 632 h 192"/>
                <a:gd name="T18" fmla="*/ 0 w 128"/>
                <a:gd name="T19" fmla="*/ 1009 h 192"/>
                <a:gd name="T20" fmla="*/ 93 w 128"/>
                <a:gd name="T21" fmla="*/ 1186 h 192"/>
                <a:gd name="T22" fmla="*/ 768 w 128"/>
                <a:gd name="T23" fmla="*/ 1057 h 192"/>
                <a:gd name="T24" fmla="*/ 797 w 128"/>
                <a:gd name="T25" fmla="*/ 686 h 192"/>
                <a:gd name="T26" fmla="*/ 841 w 128"/>
                <a:gd name="T27" fmla="*/ 532 h 192"/>
                <a:gd name="T28" fmla="*/ 865 w 128"/>
                <a:gd name="T29" fmla="*/ 233 h 192"/>
                <a:gd name="T30" fmla="*/ 797 w 128"/>
                <a:gd name="T31" fmla="*/ 554 h 192"/>
                <a:gd name="T32" fmla="*/ 797 w 128"/>
                <a:gd name="T33" fmla="*/ 554 h 192"/>
                <a:gd name="T34" fmla="*/ 768 w 128"/>
                <a:gd name="T35" fmla="*/ 646 h 192"/>
                <a:gd name="T36" fmla="*/ 533 w 128"/>
                <a:gd name="T37" fmla="*/ 492 h 192"/>
                <a:gd name="T38" fmla="*/ 573 w 128"/>
                <a:gd name="T39" fmla="*/ 136 h 192"/>
                <a:gd name="T40" fmla="*/ 834 w 128"/>
                <a:gd name="T41" fmla="*/ 115 h 192"/>
                <a:gd name="T42" fmla="*/ 797 w 128"/>
                <a:gd name="T43" fmla="*/ 554 h 192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128" h="192">
                  <a:moveTo>
                    <a:pt x="120" y="33"/>
                  </a:moveTo>
                  <a:cubicBezTo>
                    <a:pt x="118" y="27"/>
                    <a:pt x="117" y="19"/>
                    <a:pt x="116" y="15"/>
                  </a:cubicBezTo>
                  <a:cubicBezTo>
                    <a:pt x="116" y="15"/>
                    <a:pt x="116" y="15"/>
                    <a:pt x="116" y="15"/>
                  </a:cubicBezTo>
                  <a:cubicBezTo>
                    <a:pt x="116" y="2"/>
                    <a:pt x="116" y="2"/>
                    <a:pt x="116" y="2"/>
                  </a:cubicBezTo>
                  <a:cubicBezTo>
                    <a:pt x="82" y="15"/>
                    <a:pt x="56" y="0"/>
                    <a:pt x="56" y="0"/>
                  </a:cubicBezTo>
                  <a:cubicBezTo>
                    <a:pt x="54" y="10"/>
                    <a:pt x="54" y="10"/>
                    <a:pt x="54" y="10"/>
                  </a:cubicBezTo>
                  <a:cubicBezTo>
                    <a:pt x="58" y="15"/>
                    <a:pt x="66" y="17"/>
                    <a:pt x="75" y="18"/>
                  </a:cubicBezTo>
                  <a:cubicBezTo>
                    <a:pt x="74" y="26"/>
                    <a:pt x="73" y="49"/>
                    <a:pt x="68" y="68"/>
                  </a:cubicBezTo>
                  <a:cubicBezTo>
                    <a:pt x="56" y="67"/>
                    <a:pt x="43" y="72"/>
                    <a:pt x="31" y="89"/>
                  </a:cubicBezTo>
                  <a:cubicBezTo>
                    <a:pt x="0" y="142"/>
                    <a:pt x="0" y="142"/>
                    <a:pt x="0" y="142"/>
                  </a:cubicBezTo>
                  <a:cubicBezTo>
                    <a:pt x="0" y="142"/>
                    <a:pt x="1" y="158"/>
                    <a:pt x="13" y="167"/>
                  </a:cubicBezTo>
                  <a:cubicBezTo>
                    <a:pt x="27" y="178"/>
                    <a:pt x="87" y="192"/>
                    <a:pt x="107" y="149"/>
                  </a:cubicBezTo>
                  <a:cubicBezTo>
                    <a:pt x="111" y="97"/>
                    <a:pt x="111" y="97"/>
                    <a:pt x="111" y="97"/>
                  </a:cubicBezTo>
                  <a:cubicBezTo>
                    <a:pt x="111" y="97"/>
                    <a:pt x="115" y="86"/>
                    <a:pt x="117" y="75"/>
                  </a:cubicBezTo>
                  <a:cubicBezTo>
                    <a:pt x="128" y="55"/>
                    <a:pt x="121" y="41"/>
                    <a:pt x="120" y="33"/>
                  </a:cubicBezTo>
                  <a:close/>
                  <a:moveTo>
                    <a:pt x="111" y="78"/>
                  </a:moveTo>
                  <a:cubicBezTo>
                    <a:pt x="111" y="78"/>
                    <a:pt x="111" y="78"/>
                    <a:pt x="111" y="78"/>
                  </a:cubicBezTo>
                  <a:cubicBezTo>
                    <a:pt x="108" y="83"/>
                    <a:pt x="107" y="88"/>
                    <a:pt x="107" y="91"/>
                  </a:cubicBezTo>
                  <a:cubicBezTo>
                    <a:pt x="100" y="84"/>
                    <a:pt x="88" y="72"/>
                    <a:pt x="74" y="69"/>
                  </a:cubicBezTo>
                  <a:cubicBezTo>
                    <a:pt x="76" y="61"/>
                    <a:pt x="81" y="38"/>
                    <a:pt x="80" y="19"/>
                  </a:cubicBezTo>
                  <a:cubicBezTo>
                    <a:pt x="96" y="19"/>
                    <a:pt x="113" y="16"/>
                    <a:pt x="116" y="16"/>
                  </a:cubicBezTo>
                  <a:lnTo>
                    <a:pt x="111" y="78"/>
                  </a:lnTo>
                  <a:close/>
                </a:path>
              </a:pathLst>
            </a:custGeom>
            <a:noFill/>
            <a:ln w="6350" cap="rnd">
              <a:solidFill>
                <a:srgbClr val="494E4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4870" name="Freeform 540">
              <a:extLst>
                <a:ext uri="{FF2B5EF4-FFF2-40B4-BE49-F238E27FC236}">
                  <a16:creationId xmlns:a16="http://schemas.microsoft.com/office/drawing/2014/main" id="{A4F19C36-F0FF-4141-AE5B-ABEE121C41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2" y="3929"/>
              <a:ext cx="175" cy="52"/>
            </a:xfrm>
            <a:custGeom>
              <a:avLst/>
              <a:gdLst>
                <a:gd name="T0" fmla="*/ 0 w 91"/>
                <a:gd name="T1" fmla="*/ 44 h 27"/>
                <a:gd name="T2" fmla="*/ 163 w 91"/>
                <a:gd name="T3" fmla="*/ 164 h 27"/>
                <a:gd name="T4" fmla="*/ 356 w 91"/>
                <a:gd name="T5" fmla="*/ 193 h 27"/>
                <a:gd name="T6" fmla="*/ 648 w 91"/>
                <a:gd name="T7" fmla="*/ 15 h 27"/>
                <a:gd name="T8" fmla="*/ 562 w 91"/>
                <a:gd name="T9" fmla="*/ 37 h 27"/>
                <a:gd name="T10" fmla="*/ 440 w 91"/>
                <a:gd name="T11" fmla="*/ 77 h 27"/>
                <a:gd name="T12" fmla="*/ 256 w 91"/>
                <a:gd name="T13" fmla="*/ 108 h 27"/>
                <a:gd name="T14" fmla="*/ 100 w 91"/>
                <a:gd name="T15" fmla="*/ 48 h 27"/>
                <a:gd name="T16" fmla="*/ 0 w 91"/>
                <a:gd name="T17" fmla="*/ 29 h 2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1" h="27">
                  <a:moveTo>
                    <a:pt x="0" y="6"/>
                  </a:moveTo>
                  <a:cubicBezTo>
                    <a:pt x="7" y="13"/>
                    <a:pt x="14" y="19"/>
                    <a:pt x="23" y="23"/>
                  </a:cubicBezTo>
                  <a:cubicBezTo>
                    <a:pt x="31" y="27"/>
                    <a:pt x="41" y="27"/>
                    <a:pt x="50" y="27"/>
                  </a:cubicBezTo>
                  <a:cubicBezTo>
                    <a:pt x="64" y="27"/>
                    <a:pt x="90" y="19"/>
                    <a:pt x="91" y="2"/>
                  </a:cubicBezTo>
                  <a:cubicBezTo>
                    <a:pt x="87" y="2"/>
                    <a:pt x="82" y="4"/>
                    <a:pt x="79" y="5"/>
                  </a:cubicBezTo>
                  <a:cubicBezTo>
                    <a:pt x="73" y="6"/>
                    <a:pt x="68" y="9"/>
                    <a:pt x="62" y="11"/>
                  </a:cubicBezTo>
                  <a:cubicBezTo>
                    <a:pt x="54" y="14"/>
                    <a:pt x="45" y="17"/>
                    <a:pt x="36" y="15"/>
                  </a:cubicBezTo>
                  <a:cubicBezTo>
                    <a:pt x="29" y="14"/>
                    <a:pt x="21" y="11"/>
                    <a:pt x="14" y="7"/>
                  </a:cubicBezTo>
                  <a:cubicBezTo>
                    <a:pt x="10" y="5"/>
                    <a:pt x="3" y="0"/>
                    <a:pt x="0" y="4"/>
                  </a:cubicBezTo>
                </a:path>
              </a:pathLst>
            </a:custGeom>
            <a:solidFill>
              <a:srgbClr val="D69E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4871" name="Freeform 541">
              <a:extLst>
                <a:ext uri="{FF2B5EF4-FFF2-40B4-BE49-F238E27FC236}">
                  <a16:creationId xmlns:a16="http://schemas.microsoft.com/office/drawing/2014/main" id="{429C6F1D-C80D-43E2-8A6C-ECAC505AA4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8" y="3660"/>
              <a:ext cx="108" cy="31"/>
            </a:xfrm>
            <a:custGeom>
              <a:avLst/>
              <a:gdLst>
                <a:gd name="T0" fmla="*/ 0 w 56"/>
                <a:gd name="T1" fmla="*/ 0 h 16"/>
                <a:gd name="T2" fmla="*/ 401 w 56"/>
                <a:gd name="T3" fmla="*/ 23 h 16"/>
                <a:gd name="T4" fmla="*/ 401 w 56"/>
                <a:gd name="T5" fmla="*/ 52 h 16"/>
                <a:gd name="T6" fmla="*/ 0 w 56"/>
                <a:gd name="T7" fmla="*/ 0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6" h="16">
                  <a:moveTo>
                    <a:pt x="0" y="0"/>
                  </a:moveTo>
                  <a:cubicBezTo>
                    <a:pt x="0" y="0"/>
                    <a:pt x="20" y="15"/>
                    <a:pt x="56" y="3"/>
                  </a:cubicBezTo>
                  <a:cubicBezTo>
                    <a:pt x="56" y="7"/>
                    <a:pt x="56" y="7"/>
                    <a:pt x="56" y="7"/>
                  </a:cubicBezTo>
                  <a:cubicBezTo>
                    <a:pt x="56" y="7"/>
                    <a:pt x="15" y="16"/>
                    <a:pt x="0" y="0"/>
                  </a:cubicBezTo>
                  <a:close/>
                </a:path>
              </a:pathLst>
            </a:custGeom>
            <a:solidFill>
              <a:srgbClr val="D69E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4872" name="Freeform 542">
              <a:extLst>
                <a:ext uri="{FF2B5EF4-FFF2-40B4-BE49-F238E27FC236}">
                  <a16:creationId xmlns:a16="http://schemas.microsoft.com/office/drawing/2014/main" id="{A524FBD5-6853-4D9B-841C-AB156DE60EE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1" y="3696"/>
              <a:ext cx="16" cy="89"/>
            </a:xfrm>
            <a:custGeom>
              <a:avLst/>
              <a:gdLst>
                <a:gd name="T0" fmla="*/ 56 w 8"/>
                <a:gd name="T1" fmla="*/ 0 h 46"/>
                <a:gd name="T2" fmla="*/ 0 w 8"/>
                <a:gd name="T3" fmla="*/ 333 h 46"/>
                <a:gd name="T4" fmla="*/ 56 w 8"/>
                <a:gd name="T5" fmla="*/ 0 h 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46">
                  <a:moveTo>
                    <a:pt x="7" y="0"/>
                  </a:moveTo>
                  <a:cubicBezTo>
                    <a:pt x="7" y="0"/>
                    <a:pt x="6" y="27"/>
                    <a:pt x="0" y="46"/>
                  </a:cubicBezTo>
                  <a:cubicBezTo>
                    <a:pt x="0" y="46"/>
                    <a:pt x="8" y="33"/>
                    <a:pt x="7" y="0"/>
                  </a:cubicBezTo>
                  <a:close/>
                </a:path>
              </a:pathLst>
            </a:custGeom>
            <a:solidFill>
              <a:srgbClr val="D69E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4873" name="Freeform 543">
              <a:extLst>
                <a:ext uri="{FF2B5EF4-FFF2-40B4-BE49-F238E27FC236}">
                  <a16:creationId xmlns:a16="http://schemas.microsoft.com/office/drawing/2014/main" id="{5B41ABE9-5450-4ADE-9DC2-08F286EF23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3" y="3794"/>
              <a:ext cx="83" cy="106"/>
            </a:xfrm>
            <a:custGeom>
              <a:avLst/>
              <a:gdLst>
                <a:gd name="T0" fmla="*/ 272 w 43"/>
                <a:gd name="T1" fmla="*/ 15 h 55"/>
                <a:gd name="T2" fmla="*/ 180 w 43"/>
                <a:gd name="T3" fmla="*/ 71 h 55"/>
                <a:gd name="T4" fmla="*/ 116 w 43"/>
                <a:gd name="T5" fmla="*/ 172 h 55"/>
                <a:gd name="T6" fmla="*/ 0 w 43"/>
                <a:gd name="T7" fmla="*/ 393 h 55"/>
                <a:gd name="T8" fmla="*/ 172 w 43"/>
                <a:gd name="T9" fmla="*/ 148 h 55"/>
                <a:gd name="T10" fmla="*/ 309 w 43"/>
                <a:gd name="T11" fmla="*/ 0 h 55"/>
                <a:gd name="T12" fmla="*/ 257 w 43"/>
                <a:gd name="T13" fmla="*/ 29 h 5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3" h="55">
                  <a:moveTo>
                    <a:pt x="38" y="2"/>
                  </a:moveTo>
                  <a:cubicBezTo>
                    <a:pt x="34" y="4"/>
                    <a:pt x="29" y="7"/>
                    <a:pt x="25" y="10"/>
                  </a:cubicBezTo>
                  <a:cubicBezTo>
                    <a:pt x="20" y="13"/>
                    <a:pt x="19" y="18"/>
                    <a:pt x="16" y="24"/>
                  </a:cubicBezTo>
                  <a:cubicBezTo>
                    <a:pt x="11" y="34"/>
                    <a:pt x="6" y="45"/>
                    <a:pt x="0" y="55"/>
                  </a:cubicBezTo>
                  <a:cubicBezTo>
                    <a:pt x="8" y="43"/>
                    <a:pt x="17" y="33"/>
                    <a:pt x="24" y="21"/>
                  </a:cubicBezTo>
                  <a:cubicBezTo>
                    <a:pt x="28" y="14"/>
                    <a:pt x="34" y="3"/>
                    <a:pt x="43" y="0"/>
                  </a:cubicBezTo>
                  <a:cubicBezTo>
                    <a:pt x="41" y="1"/>
                    <a:pt x="38" y="2"/>
                    <a:pt x="36" y="4"/>
                  </a:cubicBezTo>
                </a:path>
              </a:pathLst>
            </a:custGeom>
            <a:solidFill>
              <a:srgbClr val="D69E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4874" name="Freeform 544">
              <a:extLst>
                <a:ext uri="{FF2B5EF4-FFF2-40B4-BE49-F238E27FC236}">
                  <a16:creationId xmlns:a16="http://schemas.microsoft.com/office/drawing/2014/main" id="{77767998-82E1-46F8-8D23-324F4F8F99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0" y="3812"/>
              <a:ext cx="35" cy="123"/>
            </a:xfrm>
            <a:custGeom>
              <a:avLst/>
              <a:gdLst>
                <a:gd name="T0" fmla="*/ 8 w 18"/>
                <a:gd name="T1" fmla="*/ 0 h 64"/>
                <a:gd name="T2" fmla="*/ 31 w 18"/>
                <a:gd name="T3" fmla="*/ 15 h 64"/>
                <a:gd name="T4" fmla="*/ 68 w 18"/>
                <a:gd name="T5" fmla="*/ 37 h 64"/>
                <a:gd name="T6" fmla="*/ 109 w 18"/>
                <a:gd name="T7" fmla="*/ 71 h 64"/>
                <a:gd name="T8" fmla="*/ 132 w 18"/>
                <a:gd name="T9" fmla="*/ 140 h 64"/>
                <a:gd name="T10" fmla="*/ 124 w 18"/>
                <a:gd name="T11" fmla="*/ 300 h 64"/>
                <a:gd name="T12" fmla="*/ 117 w 18"/>
                <a:gd name="T13" fmla="*/ 392 h 64"/>
                <a:gd name="T14" fmla="*/ 103 w 18"/>
                <a:gd name="T15" fmla="*/ 454 h 64"/>
                <a:gd name="T16" fmla="*/ 103 w 18"/>
                <a:gd name="T17" fmla="*/ 261 h 64"/>
                <a:gd name="T18" fmla="*/ 88 w 18"/>
                <a:gd name="T19" fmla="*/ 136 h 64"/>
                <a:gd name="T20" fmla="*/ 31 w 18"/>
                <a:gd name="T21" fmla="*/ 63 h 64"/>
                <a:gd name="T22" fmla="*/ 8 w 18"/>
                <a:gd name="T23" fmla="*/ 29 h 64"/>
                <a:gd name="T24" fmla="*/ 0 w 18"/>
                <a:gd name="T25" fmla="*/ 0 h 6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8" h="64">
                  <a:moveTo>
                    <a:pt x="1" y="0"/>
                  </a:moveTo>
                  <a:cubicBezTo>
                    <a:pt x="2" y="1"/>
                    <a:pt x="3" y="1"/>
                    <a:pt x="4" y="2"/>
                  </a:cubicBezTo>
                  <a:cubicBezTo>
                    <a:pt x="6" y="3"/>
                    <a:pt x="7" y="4"/>
                    <a:pt x="9" y="5"/>
                  </a:cubicBezTo>
                  <a:cubicBezTo>
                    <a:pt x="12" y="7"/>
                    <a:pt x="14" y="8"/>
                    <a:pt x="15" y="10"/>
                  </a:cubicBezTo>
                  <a:cubicBezTo>
                    <a:pt x="18" y="13"/>
                    <a:pt x="18" y="17"/>
                    <a:pt x="18" y="20"/>
                  </a:cubicBezTo>
                  <a:cubicBezTo>
                    <a:pt x="18" y="28"/>
                    <a:pt x="17" y="35"/>
                    <a:pt x="17" y="42"/>
                  </a:cubicBezTo>
                  <a:cubicBezTo>
                    <a:pt x="17" y="47"/>
                    <a:pt x="17" y="51"/>
                    <a:pt x="16" y="55"/>
                  </a:cubicBezTo>
                  <a:cubicBezTo>
                    <a:pt x="16" y="58"/>
                    <a:pt x="15" y="61"/>
                    <a:pt x="14" y="64"/>
                  </a:cubicBezTo>
                  <a:cubicBezTo>
                    <a:pt x="15" y="55"/>
                    <a:pt x="14" y="46"/>
                    <a:pt x="14" y="37"/>
                  </a:cubicBezTo>
                  <a:cubicBezTo>
                    <a:pt x="14" y="31"/>
                    <a:pt x="15" y="24"/>
                    <a:pt x="12" y="19"/>
                  </a:cubicBezTo>
                  <a:cubicBezTo>
                    <a:pt x="10" y="15"/>
                    <a:pt x="6" y="12"/>
                    <a:pt x="4" y="9"/>
                  </a:cubicBezTo>
                  <a:cubicBezTo>
                    <a:pt x="3" y="7"/>
                    <a:pt x="2" y="6"/>
                    <a:pt x="1" y="4"/>
                  </a:cubicBezTo>
                  <a:cubicBezTo>
                    <a:pt x="1" y="3"/>
                    <a:pt x="1" y="1"/>
                    <a:pt x="0" y="0"/>
                  </a:cubicBezTo>
                </a:path>
              </a:pathLst>
            </a:custGeom>
            <a:solidFill>
              <a:srgbClr val="B97E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4875" name="Freeform 545">
              <a:extLst>
                <a:ext uri="{FF2B5EF4-FFF2-40B4-BE49-F238E27FC236}">
                  <a16:creationId xmlns:a16="http://schemas.microsoft.com/office/drawing/2014/main" id="{2EB066A7-2279-4A59-BA29-7783E0519A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0" y="3729"/>
              <a:ext cx="214" cy="298"/>
            </a:xfrm>
            <a:custGeom>
              <a:avLst/>
              <a:gdLst>
                <a:gd name="T0" fmla="*/ 573 w 111"/>
                <a:gd name="T1" fmla="*/ 369 h 155"/>
                <a:gd name="T2" fmla="*/ 796 w 111"/>
                <a:gd name="T3" fmla="*/ 746 h 155"/>
                <a:gd name="T4" fmla="*/ 702 w 111"/>
                <a:gd name="T5" fmla="*/ 931 h 155"/>
                <a:gd name="T6" fmla="*/ 29 w 111"/>
                <a:gd name="T7" fmla="*/ 802 h 155"/>
                <a:gd name="T8" fmla="*/ 0 w 111"/>
                <a:gd name="T9" fmla="*/ 433 h 155"/>
                <a:gd name="T10" fmla="*/ 573 w 111"/>
                <a:gd name="T11" fmla="*/ 369 h 15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1" h="155">
                  <a:moveTo>
                    <a:pt x="80" y="52"/>
                  </a:moveTo>
                  <a:cubicBezTo>
                    <a:pt x="111" y="105"/>
                    <a:pt x="111" y="105"/>
                    <a:pt x="111" y="105"/>
                  </a:cubicBezTo>
                  <a:cubicBezTo>
                    <a:pt x="111" y="105"/>
                    <a:pt x="110" y="121"/>
                    <a:pt x="98" y="131"/>
                  </a:cubicBezTo>
                  <a:cubicBezTo>
                    <a:pt x="84" y="142"/>
                    <a:pt x="24" y="155"/>
                    <a:pt x="4" y="113"/>
                  </a:cubicBezTo>
                  <a:cubicBezTo>
                    <a:pt x="0" y="61"/>
                    <a:pt x="0" y="61"/>
                    <a:pt x="0" y="61"/>
                  </a:cubicBezTo>
                  <a:cubicBezTo>
                    <a:pt x="0" y="61"/>
                    <a:pt x="42" y="0"/>
                    <a:pt x="80" y="52"/>
                  </a:cubicBezTo>
                  <a:close/>
                </a:path>
              </a:pathLst>
            </a:custGeom>
            <a:solidFill>
              <a:srgbClr val="C687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4876" name="Freeform 546">
              <a:extLst>
                <a:ext uri="{FF2B5EF4-FFF2-40B4-BE49-F238E27FC236}">
                  <a16:creationId xmlns:a16="http://schemas.microsoft.com/office/drawing/2014/main" id="{661EC52E-5695-4D1C-A33B-5D137ECC18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2" y="3779"/>
              <a:ext cx="25" cy="67"/>
            </a:xfrm>
            <a:custGeom>
              <a:avLst/>
              <a:gdLst>
                <a:gd name="T0" fmla="*/ 63 w 13"/>
                <a:gd name="T1" fmla="*/ 245 h 35"/>
                <a:gd name="T2" fmla="*/ 0 w 13"/>
                <a:gd name="T3" fmla="*/ 0 h 35"/>
                <a:gd name="T4" fmla="*/ 48 w 13"/>
                <a:gd name="T5" fmla="*/ 92 h 35"/>
                <a:gd name="T6" fmla="*/ 92 w 13"/>
                <a:gd name="T7" fmla="*/ 216 h 35"/>
                <a:gd name="T8" fmla="*/ 63 w 13"/>
                <a:gd name="T9" fmla="*/ 245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35">
                  <a:moveTo>
                    <a:pt x="9" y="35"/>
                  </a:moveTo>
                  <a:cubicBezTo>
                    <a:pt x="9" y="35"/>
                    <a:pt x="2" y="11"/>
                    <a:pt x="0" y="0"/>
                  </a:cubicBezTo>
                  <a:cubicBezTo>
                    <a:pt x="0" y="0"/>
                    <a:pt x="1" y="7"/>
                    <a:pt x="7" y="13"/>
                  </a:cubicBezTo>
                  <a:cubicBezTo>
                    <a:pt x="13" y="18"/>
                    <a:pt x="13" y="31"/>
                    <a:pt x="13" y="31"/>
                  </a:cubicBezTo>
                  <a:lnTo>
                    <a:pt x="9" y="35"/>
                  </a:lnTo>
                  <a:close/>
                </a:path>
              </a:pathLst>
            </a:custGeom>
            <a:solidFill>
              <a:srgbClr val="AC6D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4877" name="Freeform 547">
              <a:extLst>
                <a:ext uri="{FF2B5EF4-FFF2-40B4-BE49-F238E27FC236}">
                  <a16:creationId xmlns:a16="http://schemas.microsoft.com/office/drawing/2014/main" id="{7263675F-5965-48FE-9494-5FF8094CCD7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7" y="3687"/>
              <a:ext cx="42" cy="157"/>
            </a:xfrm>
            <a:custGeom>
              <a:avLst/>
              <a:gdLst>
                <a:gd name="T0" fmla="*/ 116 w 22"/>
                <a:gd name="T1" fmla="*/ 444 h 82"/>
                <a:gd name="T2" fmla="*/ 84 w 22"/>
                <a:gd name="T3" fmla="*/ 0 h 82"/>
                <a:gd name="T4" fmla="*/ 55 w 22"/>
                <a:gd name="T5" fmla="*/ 132 h 82"/>
                <a:gd name="T6" fmla="*/ 76 w 22"/>
                <a:gd name="T7" fmla="*/ 429 h 82"/>
                <a:gd name="T8" fmla="*/ 116 w 22"/>
                <a:gd name="T9" fmla="*/ 444 h 8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82">
                  <a:moveTo>
                    <a:pt x="17" y="63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12" y="0"/>
                    <a:pt x="10" y="11"/>
                    <a:pt x="8" y="19"/>
                  </a:cubicBezTo>
                  <a:cubicBezTo>
                    <a:pt x="7" y="26"/>
                    <a:pt x="0" y="40"/>
                    <a:pt x="11" y="61"/>
                  </a:cubicBezTo>
                  <a:cubicBezTo>
                    <a:pt x="22" y="82"/>
                    <a:pt x="17" y="63"/>
                    <a:pt x="17" y="63"/>
                  </a:cubicBezTo>
                  <a:close/>
                </a:path>
              </a:pathLst>
            </a:custGeom>
            <a:solidFill>
              <a:srgbClr val="C687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4878" name="Freeform 548">
              <a:extLst>
                <a:ext uri="{FF2B5EF4-FFF2-40B4-BE49-F238E27FC236}">
                  <a16:creationId xmlns:a16="http://schemas.microsoft.com/office/drawing/2014/main" id="{1336D082-CB68-4EDD-96AB-0B0D165416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0" y="3658"/>
              <a:ext cx="120" cy="50"/>
            </a:xfrm>
            <a:custGeom>
              <a:avLst/>
              <a:gdLst>
                <a:gd name="T0" fmla="*/ 0 w 62"/>
                <a:gd name="T1" fmla="*/ 115 h 26"/>
                <a:gd name="T2" fmla="*/ 449 w 62"/>
                <a:gd name="T3" fmla="*/ 71 h 26"/>
                <a:gd name="T4" fmla="*/ 435 w 62"/>
                <a:gd name="T5" fmla="*/ 0 h 26"/>
                <a:gd name="T6" fmla="*/ 0 w 62"/>
                <a:gd name="T7" fmla="*/ 23 h 26"/>
                <a:gd name="T8" fmla="*/ 0 w 62"/>
                <a:gd name="T9" fmla="*/ 115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2" h="26">
                  <a:moveTo>
                    <a:pt x="0" y="16"/>
                  </a:moveTo>
                  <a:cubicBezTo>
                    <a:pt x="0" y="16"/>
                    <a:pt x="49" y="26"/>
                    <a:pt x="62" y="10"/>
                  </a:cubicBezTo>
                  <a:cubicBezTo>
                    <a:pt x="60" y="0"/>
                    <a:pt x="60" y="0"/>
                    <a:pt x="60" y="0"/>
                  </a:cubicBezTo>
                  <a:cubicBezTo>
                    <a:pt x="60" y="0"/>
                    <a:pt x="34" y="15"/>
                    <a:pt x="0" y="3"/>
                  </a:cubicBezTo>
                  <a:lnTo>
                    <a:pt x="0" y="16"/>
                  </a:lnTo>
                  <a:close/>
                </a:path>
              </a:pathLst>
            </a:custGeom>
            <a:solidFill>
              <a:srgbClr val="C687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4879" name="Freeform 549">
              <a:extLst>
                <a:ext uri="{FF2B5EF4-FFF2-40B4-BE49-F238E27FC236}">
                  <a16:creationId xmlns:a16="http://schemas.microsoft.com/office/drawing/2014/main" id="{190039E8-D229-4E57-AFED-A26780D67A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6" y="3687"/>
              <a:ext cx="29" cy="109"/>
            </a:xfrm>
            <a:custGeom>
              <a:avLst/>
              <a:gdLst>
                <a:gd name="T0" fmla="*/ 52 w 15"/>
                <a:gd name="T1" fmla="*/ 0 h 57"/>
                <a:gd name="T2" fmla="*/ 108 w 15"/>
                <a:gd name="T3" fmla="*/ 392 h 57"/>
                <a:gd name="T4" fmla="*/ 64 w 15"/>
                <a:gd name="T5" fmla="*/ 398 h 57"/>
                <a:gd name="T6" fmla="*/ 15 w 15"/>
                <a:gd name="T7" fmla="*/ 15 h 57"/>
                <a:gd name="T8" fmla="*/ 52 w 15"/>
                <a:gd name="T9" fmla="*/ 0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57">
                  <a:moveTo>
                    <a:pt x="7" y="0"/>
                  </a:moveTo>
                  <a:cubicBezTo>
                    <a:pt x="7" y="0"/>
                    <a:pt x="7" y="32"/>
                    <a:pt x="15" y="56"/>
                  </a:cubicBezTo>
                  <a:cubicBezTo>
                    <a:pt x="9" y="57"/>
                    <a:pt x="9" y="57"/>
                    <a:pt x="9" y="57"/>
                  </a:cubicBezTo>
                  <a:cubicBezTo>
                    <a:pt x="9" y="57"/>
                    <a:pt x="0" y="26"/>
                    <a:pt x="2" y="2"/>
                  </a:cubicBezTo>
                  <a:lnTo>
                    <a:pt x="7" y="0"/>
                  </a:lnTo>
                  <a:close/>
                </a:path>
              </a:pathLst>
            </a:custGeom>
            <a:solidFill>
              <a:srgbClr val="C687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4880" name="Freeform 550">
              <a:extLst>
                <a:ext uri="{FF2B5EF4-FFF2-40B4-BE49-F238E27FC236}">
                  <a16:creationId xmlns:a16="http://schemas.microsoft.com/office/drawing/2014/main" id="{A5943778-14DF-4649-92CC-79094D27738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397" y="3658"/>
              <a:ext cx="247" cy="369"/>
            </a:xfrm>
            <a:custGeom>
              <a:avLst/>
              <a:gdLst>
                <a:gd name="T0" fmla="*/ 79 w 128"/>
                <a:gd name="T1" fmla="*/ 532 h 192"/>
                <a:gd name="T2" fmla="*/ 124 w 128"/>
                <a:gd name="T3" fmla="*/ 694 h 192"/>
                <a:gd name="T4" fmla="*/ 152 w 128"/>
                <a:gd name="T5" fmla="*/ 1065 h 192"/>
                <a:gd name="T6" fmla="*/ 826 w 128"/>
                <a:gd name="T7" fmla="*/ 1193 h 192"/>
                <a:gd name="T8" fmla="*/ 920 w 128"/>
                <a:gd name="T9" fmla="*/ 1009 h 192"/>
                <a:gd name="T10" fmla="*/ 697 w 128"/>
                <a:gd name="T11" fmla="*/ 632 h 192"/>
                <a:gd name="T12" fmla="*/ 432 w 128"/>
                <a:gd name="T13" fmla="*/ 484 h 192"/>
                <a:gd name="T14" fmla="*/ 380 w 128"/>
                <a:gd name="T15" fmla="*/ 136 h 192"/>
                <a:gd name="T16" fmla="*/ 533 w 128"/>
                <a:gd name="T17" fmla="*/ 71 h 192"/>
                <a:gd name="T18" fmla="*/ 517 w 128"/>
                <a:gd name="T19" fmla="*/ 0 h 192"/>
                <a:gd name="T20" fmla="*/ 85 w 128"/>
                <a:gd name="T21" fmla="*/ 23 h 192"/>
                <a:gd name="T22" fmla="*/ 85 w 128"/>
                <a:gd name="T23" fmla="*/ 115 h 192"/>
                <a:gd name="T24" fmla="*/ 85 w 128"/>
                <a:gd name="T25" fmla="*/ 115 h 192"/>
                <a:gd name="T26" fmla="*/ 56 w 128"/>
                <a:gd name="T27" fmla="*/ 240 h 192"/>
                <a:gd name="T28" fmla="*/ 79 w 128"/>
                <a:gd name="T29" fmla="*/ 532 h 192"/>
                <a:gd name="T30" fmla="*/ 85 w 128"/>
                <a:gd name="T31" fmla="*/ 115 h 192"/>
                <a:gd name="T32" fmla="*/ 345 w 128"/>
                <a:gd name="T33" fmla="*/ 136 h 192"/>
                <a:gd name="T34" fmla="*/ 388 w 128"/>
                <a:gd name="T35" fmla="*/ 492 h 192"/>
                <a:gd name="T36" fmla="*/ 152 w 128"/>
                <a:gd name="T37" fmla="*/ 653 h 192"/>
                <a:gd name="T38" fmla="*/ 124 w 128"/>
                <a:gd name="T39" fmla="*/ 561 h 192"/>
                <a:gd name="T40" fmla="*/ 124 w 128"/>
                <a:gd name="T41" fmla="*/ 554 h 192"/>
                <a:gd name="T42" fmla="*/ 85 w 128"/>
                <a:gd name="T43" fmla="*/ 115 h 192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128" h="192">
                  <a:moveTo>
                    <a:pt x="11" y="75"/>
                  </a:moveTo>
                  <a:cubicBezTo>
                    <a:pt x="13" y="86"/>
                    <a:pt x="17" y="98"/>
                    <a:pt x="17" y="98"/>
                  </a:cubicBezTo>
                  <a:cubicBezTo>
                    <a:pt x="21" y="150"/>
                    <a:pt x="21" y="150"/>
                    <a:pt x="21" y="150"/>
                  </a:cubicBezTo>
                  <a:cubicBezTo>
                    <a:pt x="41" y="192"/>
                    <a:pt x="101" y="179"/>
                    <a:pt x="115" y="168"/>
                  </a:cubicBezTo>
                  <a:cubicBezTo>
                    <a:pt x="127" y="158"/>
                    <a:pt x="128" y="142"/>
                    <a:pt x="128" y="142"/>
                  </a:cubicBezTo>
                  <a:cubicBezTo>
                    <a:pt x="97" y="89"/>
                    <a:pt x="97" y="89"/>
                    <a:pt x="97" y="89"/>
                  </a:cubicBezTo>
                  <a:cubicBezTo>
                    <a:pt x="85" y="72"/>
                    <a:pt x="72" y="67"/>
                    <a:pt x="60" y="68"/>
                  </a:cubicBezTo>
                  <a:cubicBezTo>
                    <a:pt x="55" y="49"/>
                    <a:pt x="54" y="27"/>
                    <a:pt x="53" y="19"/>
                  </a:cubicBezTo>
                  <a:cubicBezTo>
                    <a:pt x="62" y="18"/>
                    <a:pt x="70" y="15"/>
                    <a:pt x="74" y="10"/>
                  </a:cubicBezTo>
                  <a:cubicBezTo>
                    <a:pt x="72" y="0"/>
                    <a:pt x="72" y="0"/>
                    <a:pt x="72" y="0"/>
                  </a:cubicBezTo>
                  <a:cubicBezTo>
                    <a:pt x="72" y="0"/>
                    <a:pt x="46" y="15"/>
                    <a:pt x="12" y="3"/>
                  </a:cubicBezTo>
                  <a:cubicBezTo>
                    <a:pt x="12" y="16"/>
                    <a:pt x="12" y="16"/>
                    <a:pt x="12" y="16"/>
                  </a:cubicBezTo>
                  <a:cubicBezTo>
                    <a:pt x="12" y="16"/>
                    <a:pt x="12" y="16"/>
                    <a:pt x="12" y="16"/>
                  </a:cubicBezTo>
                  <a:cubicBezTo>
                    <a:pt x="11" y="19"/>
                    <a:pt x="10" y="28"/>
                    <a:pt x="8" y="34"/>
                  </a:cubicBezTo>
                  <a:cubicBezTo>
                    <a:pt x="7" y="41"/>
                    <a:pt x="0" y="55"/>
                    <a:pt x="11" y="75"/>
                  </a:cubicBezTo>
                  <a:close/>
                  <a:moveTo>
                    <a:pt x="12" y="16"/>
                  </a:moveTo>
                  <a:cubicBezTo>
                    <a:pt x="15" y="17"/>
                    <a:pt x="32" y="20"/>
                    <a:pt x="48" y="19"/>
                  </a:cubicBezTo>
                  <a:cubicBezTo>
                    <a:pt x="47" y="38"/>
                    <a:pt x="52" y="61"/>
                    <a:pt x="54" y="69"/>
                  </a:cubicBezTo>
                  <a:cubicBezTo>
                    <a:pt x="40" y="73"/>
                    <a:pt x="28" y="85"/>
                    <a:pt x="21" y="92"/>
                  </a:cubicBezTo>
                  <a:cubicBezTo>
                    <a:pt x="21" y="89"/>
                    <a:pt x="20" y="83"/>
                    <a:pt x="17" y="79"/>
                  </a:cubicBezTo>
                  <a:cubicBezTo>
                    <a:pt x="17" y="78"/>
                    <a:pt x="17" y="78"/>
                    <a:pt x="17" y="78"/>
                  </a:cubicBezTo>
                  <a:lnTo>
                    <a:pt x="12" y="16"/>
                  </a:lnTo>
                  <a:close/>
                </a:path>
              </a:pathLst>
            </a:custGeom>
            <a:noFill/>
            <a:ln w="6350" cap="rnd">
              <a:solidFill>
                <a:srgbClr val="494E4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4881" name="Freeform 551">
              <a:extLst>
                <a:ext uri="{FF2B5EF4-FFF2-40B4-BE49-F238E27FC236}">
                  <a16:creationId xmlns:a16="http://schemas.microsoft.com/office/drawing/2014/main" id="{65878A38-0B36-4DFF-9F10-EB8D5D87A8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3" y="3933"/>
              <a:ext cx="175" cy="52"/>
            </a:xfrm>
            <a:custGeom>
              <a:avLst/>
              <a:gdLst>
                <a:gd name="T0" fmla="*/ 648 w 91"/>
                <a:gd name="T1" fmla="*/ 44 h 27"/>
                <a:gd name="T2" fmla="*/ 485 w 91"/>
                <a:gd name="T3" fmla="*/ 164 h 27"/>
                <a:gd name="T4" fmla="*/ 292 w 91"/>
                <a:gd name="T5" fmla="*/ 193 h 27"/>
                <a:gd name="T6" fmla="*/ 0 w 91"/>
                <a:gd name="T7" fmla="*/ 8 h 27"/>
                <a:gd name="T8" fmla="*/ 85 w 91"/>
                <a:gd name="T9" fmla="*/ 29 h 27"/>
                <a:gd name="T10" fmla="*/ 208 w 91"/>
                <a:gd name="T11" fmla="*/ 71 h 27"/>
                <a:gd name="T12" fmla="*/ 392 w 91"/>
                <a:gd name="T13" fmla="*/ 108 h 27"/>
                <a:gd name="T14" fmla="*/ 548 w 91"/>
                <a:gd name="T15" fmla="*/ 48 h 27"/>
                <a:gd name="T16" fmla="*/ 648 w 91"/>
                <a:gd name="T17" fmla="*/ 29 h 2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1" h="27">
                  <a:moveTo>
                    <a:pt x="91" y="6"/>
                  </a:moveTo>
                  <a:cubicBezTo>
                    <a:pt x="84" y="12"/>
                    <a:pt x="77" y="19"/>
                    <a:pt x="68" y="23"/>
                  </a:cubicBezTo>
                  <a:cubicBezTo>
                    <a:pt x="60" y="26"/>
                    <a:pt x="50" y="27"/>
                    <a:pt x="41" y="27"/>
                  </a:cubicBezTo>
                  <a:cubicBezTo>
                    <a:pt x="27" y="27"/>
                    <a:pt x="1" y="18"/>
                    <a:pt x="0" y="1"/>
                  </a:cubicBezTo>
                  <a:cubicBezTo>
                    <a:pt x="4" y="1"/>
                    <a:pt x="9" y="4"/>
                    <a:pt x="12" y="4"/>
                  </a:cubicBezTo>
                  <a:cubicBezTo>
                    <a:pt x="18" y="6"/>
                    <a:pt x="23" y="8"/>
                    <a:pt x="29" y="10"/>
                  </a:cubicBezTo>
                  <a:cubicBezTo>
                    <a:pt x="37" y="13"/>
                    <a:pt x="46" y="16"/>
                    <a:pt x="55" y="15"/>
                  </a:cubicBezTo>
                  <a:cubicBezTo>
                    <a:pt x="62" y="14"/>
                    <a:pt x="70" y="10"/>
                    <a:pt x="77" y="7"/>
                  </a:cubicBezTo>
                  <a:cubicBezTo>
                    <a:pt x="81" y="5"/>
                    <a:pt x="88" y="0"/>
                    <a:pt x="91" y="4"/>
                  </a:cubicBezTo>
                </a:path>
              </a:pathLst>
            </a:custGeom>
            <a:solidFill>
              <a:srgbClr val="D69E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4882" name="Freeform 552">
              <a:extLst>
                <a:ext uri="{FF2B5EF4-FFF2-40B4-BE49-F238E27FC236}">
                  <a16:creationId xmlns:a16="http://schemas.microsoft.com/office/drawing/2014/main" id="{3A15236F-EC9F-4C2A-B540-2D313DE6AE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4" y="3664"/>
              <a:ext cx="108" cy="28"/>
            </a:xfrm>
            <a:custGeom>
              <a:avLst/>
              <a:gdLst>
                <a:gd name="T0" fmla="*/ 401 w 56"/>
                <a:gd name="T1" fmla="*/ 0 h 15"/>
                <a:gd name="T2" fmla="*/ 0 w 56"/>
                <a:gd name="T3" fmla="*/ 21 h 15"/>
                <a:gd name="T4" fmla="*/ 0 w 56"/>
                <a:gd name="T5" fmla="*/ 45 h 15"/>
                <a:gd name="T6" fmla="*/ 401 w 56"/>
                <a:gd name="T7" fmla="*/ 0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6" h="15">
                  <a:moveTo>
                    <a:pt x="56" y="0"/>
                  </a:moveTo>
                  <a:cubicBezTo>
                    <a:pt x="56" y="0"/>
                    <a:pt x="36" y="14"/>
                    <a:pt x="0" y="3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7"/>
                    <a:pt x="41" y="15"/>
                    <a:pt x="56" y="0"/>
                  </a:cubicBezTo>
                  <a:close/>
                </a:path>
              </a:pathLst>
            </a:custGeom>
            <a:solidFill>
              <a:srgbClr val="D69E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4883" name="Freeform 553">
              <a:extLst>
                <a:ext uri="{FF2B5EF4-FFF2-40B4-BE49-F238E27FC236}">
                  <a16:creationId xmlns:a16="http://schemas.microsoft.com/office/drawing/2014/main" id="{E4C4F023-10BD-45F1-94E7-53B8C93705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3" y="3700"/>
              <a:ext cx="16" cy="89"/>
            </a:xfrm>
            <a:custGeom>
              <a:avLst/>
              <a:gdLst>
                <a:gd name="T0" fmla="*/ 8 w 8"/>
                <a:gd name="T1" fmla="*/ 0 h 46"/>
                <a:gd name="T2" fmla="*/ 64 w 8"/>
                <a:gd name="T3" fmla="*/ 333 h 46"/>
                <a:gd name="T4" fmla="*/ 8 w 8"/>
                <a:gd name="T5" fmla="*/ 0 h 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46">
                  <a:moveTo>
                    <a:pt x="1" y="0"/>
                  </a:moveTo>
                  <a:cubicBezTo>
                    <a:pt x="1" y="0"/>
                    <a:pt x="2" y="27"/>
                    <a:pt x="8" y="46"/>
                  </a:cubicBezTo>
                  <a:cubicBezTo>
                    <a:pt x="8" y="46"/>
                    <a:pt x="0" y="33"/>
                    <a:pt x="1" y="0"/>
                  </a:cubicBezTo>
                  <a:close/>
                </a:path>
              </a:pathLst>
            </a:custGeom>
            <a:solidFill>
              <a:srgbClr val="D69E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4884" name="Freeform 554">
              <a:extLst>
                <a:ext uri="{FF2B5EF4-FFF2-40B4-BE49-F238E27FC236}">
                  <a16:creationId xmlns:a16="http://schemas.microsoft.com/office/drawing/2014/main" id="{419C8D2A-7401-48C4-BDBB-07E0245712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4" y="3798"/>
              <a:ext cx="83" cy="104"/>
            </a:xfrm>
            <a:custGeom>
              <a:avLst/>
              <a:gdLst>
                <a:gd name="T0" fmla="*/ 37 w 43"/>
                <a:gd name="T1" fmla="*/ 15 h 54"/>
                <a:gd name="T2" fmla="*/ 131 w 43"/>
                <a:gd name="T3" fmla="*/ 64 h 54"/>
                <a:gd name="T4" fmla="*/ 193 w 43"/>
                <a:gd name="T5" fmla="*/ 164 h 54"/>
                <a:gd name="T6" fmla="*/ 309 w 43"/>
                <a:gd name="T7" fmla="*/ 385 h 54"/>
                <a:gd name="T8" fmla="*/ 137 w 43"/>
                <a:gd name="T9" fmla="*/ 148 h 54"/>
                <a:gd name="T10" fmla="*/ 0 w 43"/>
                <a:gd name="T11" fmla="*/ 0 h 54"/>
                <a:gd name="T12" fmla="*/ 52 w 43"/>
                <a:gd name="T13" fmla="*/ 23 h 5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3" h="54">
                  <a:moveTo>
                    <a:pt x="5" y="2"/>
                  </a:moveTo>
                  <a:cubicBezTo>
                    <a:pt x="9" y="4"/>
                    <a:pt x="14" y="6"/>
                    <a:pt x="18" y="9"/>
                  </a:cubicBezTo>
                  <a:cubicBezTo>
                    <a:pt x="23" y="13"/>
                    <a:pt x="24" y="18"/>
                    <a:pt x="27" y="23"/>
                  </a:cubicBezTo>
                  <a:cubicBezTo>
                    <a:pt x="32" y="33"/>
                    <a:pt x="37" y="44"/>
                    <a:pt x="43" y="54"/>
                  </a:cubicBezTo>
                  <a:cubicBezTo>
                    <a:pt x="35" y="43"/>
                    <a:pt x="26" y="33"/>
                    <a:pt x="19" y="21"/>
                  </a:cubicBezTo>
                  <a:cubicBezTo>
                    <a:pt x="15" y="13"/>
                    <a:pt x="9" y="3"/>
                    <a:pt x="0" y="0"/>
                  </a:cubicBezTo>
                  <a:cubicBezTo>
                    <a:pt x="2" y="0"/>
                    <a:pt x="5" y="2"/>
                    <a:pt x="7" y="3"/>
                  </a:cubicBezTo>
                </a:path>
              </a:pathLst>
            </a:custGeom>
            <a:solidFill>
              <a:srgbClr val="D69E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4885" name="Freeform 555">
              <a:extLst>
                <a:ext uri="{FF2B5EF4-FFF2-40B4-BE49-F238E27FC236}">
                  <a16:creationId xmlns:a16="http://schemas.microsoft.com/office/drawing/2014/main" id="{6C32C79B-CA99-4A09-854E-F26EBF2C0B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5" y="3814"/>
              <a:ext cx="35" cy="125"/>
            </a:xfrm>
            <a:custGeom>
              <a:avLst/>
              <a:gdLst>
                <a:gd name="T0" fmla="*/ 124 w 18"/>
                <a:gd name="T1" fmla="*/ 0 h 65"/>
                <a:gd name="T2" fmla="*/ 103 w 18"/>
                <a:gd name="T3" fmla="*/ 15 h 65"/>
                <a:gd name="T4" fmla="*/ 68 w 18"/>
                <a:gd name="T5" fmla="*/ 44 h 65"/>
                <a:gd name="T6" fmla="*/ 23 w 18"/>
                <a:gd name="T7" fmla="*/ 77 h 65"/>
                <a:gd name="T8" fmla="*/ 0 w 18"/>
                <a:gd name="T9" fmla="*/ 148 h 65"/>
                <a:gd name="T10" fmla="*/ 8 w 18"/>
                <a:gd name="T11" fmla="*/ 308 h 65"/>
                <a:gd name="T12" fmla="*/ 16 w 18"/>
                <a:gd name="T13" fmla="*/ 400 h 65"/>
                <a:gd name="T14" fmla="*/ 31 w 18"/>
                <a:gd name="T15" fmla="*/ 462 h 65"/>
                <a:gd name="T16" fmla="*/ 31 w 18"/>
                <a:gd name="T17" fmla="*/ 263 h 65"/>
                <a:gd name="T18" fmla="*/ 45 w 18"/>
                <a:gd name="T19" fmla="*/ 137 h 65"/>
                <a:gd name="T20" fmla="*/ 103 w 18"/>
                <a:gd name="T21" fmla="*/ 63 h 65"/>
                <a:gd name="T22" fmla="*/ 117 w 18"/>
                <a:gd name="T23" fmla="*/ 37 h 65"/>
                <a:gd name="T24" fmla="*/ 132 w 18"/>
                <a:gd name="T25" fmla="*/ 8 h 6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8" h="65">
                  <a:moveTo>
                    <a:pt x="17" y="0"/>
                  </a:moveTo>
                  <a:cubicBezTo>
                    <a:pt x="16" y="1"/>
                    <a:pt x="15" y="2"/>
                    <a:pt x="14" y="2"/>
                  </a:cubicBezTo>
                  <a:cubicBezTo>
                    <a:pt x="12" y="4"/>
                    <a:pt x="11" y="5"/>
                    <a:pt x="9" y="6"/>
                  </a:cubicBezTo>
                  <a:cubicBezTo>
                    <a:pt x="6" y="7"/>
                    <a:pt x="4" y="9"/>
                    <a:pt x="3" y="11"/>
                  </a:cubicBezTo>
                  <a:cubicBezTo>
                    <a:pt x="0" y="14"/>
                    <a:pt x="0" y="17"/>
                    <a:pt x="0" y="21"/>
                  </a:cubicBezTo>
                  <a:cubicBezTo>
                    <a:pt x="0" y="28"/>
                    <a:pt x="1" y="36"/>
                    <a:pt x="1" y="43"/>
                  </a:cubicBezTo>
                  <a:cubicBezTo>
                    <a:pt x="1" y="47"/>
                    <a:pt x="1" y="51"/>
                    <a:pt x="2" y="56"/>
                  </a:cubicBezTo>
                  <a:cubicBezTo>
                    <a:pt x="2" y="59"/>
                    <a:pt x="3" y="62"/>
                    <a:pt x="4" y="65"/>
                  </a:cubicBezTo>
                  <a:cubicBezTo>
                    <a:pt x="3" y="55"/>
                    <a:pt x="4" y="46"/>
                    <a:pt x="4" y="37"/>
                  </a:cubicBezTo>
                  <a:cubicBezTo>
                    <a:pt x="4" y="32"/>
                    <a:pt x="3" y="24"/>
                    <a:pt x="6" y="19"/>
                  </a:cubicBezTo>
                  <a:cubicBezTo>
                    <a:pt x="7" y="15"/>
                    <a:pt x="12" y="13"/>
                    <a:pt x="14" y="9"/>
                  </a:cubicBezTo>
                  <a:cubicBezTo>
                    <a:pt x="15" y="8"/>
                    <a:pt x="16" y="6"/>
                    <a:pt x="16" y="5"/>
                  </a:cubicBezTo>
                  <a:cubicBezTo>
                    <a:pt x="17" y="3"/>
                    <a:pt x="17" y="2"/>
                    <a:pt x="18" y="1"/>
                  </a:cubicBezTo>
                </a:path>
              </a:pathLst>
            </a:custGeom>
            <a:solidFill>
              <a:srgbClr val="B97E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</p:grpSp>
      <p:grpSp>
        <p:nvGrpSpPr>
          <p:cNvPr id="54276" name="adult-male-rickets-medical-illustration">
            <a:extLst>
              <a:ext uri="{FF2B5EF4-FFF2-40B4-BE49-F238E27FC236}">
                <a16:creationId xmlns:a16="http://schemas.microsoft.com/office/drawing/2014/main" id="{586AA742-96FA-48B4-8E01-46F5295BE6F3}"/>
              </a:ext>
            </a:extLst>
          </p:cNvPr>
          <p:cNvGrpSpPr>
            <a:grpSpLocks/>
          </p:cNvGrpSpPr>
          <p:nvPr/>
        </p:nvGrpSpPr>
        <p:grpSpPr bwMode="auto">
          <a:xfrm>
            <a:off x="6467475" y="1181100"/>
            <a:ext cx="1271588" cy="5310188"/>
            <a:chOff x="3114" y="718"/>
            <a:chExt cx="801" cy="3345"/>
          </a:xfrm>
        </p:grpSpPr>
        <p:grpSp>
          <p:nvGrpSpPr>
            <p:cNvPr id="54571" name="Group 557">
              <a:extLst>
                <a:ext uri="{FF2B5EF4-FFF2-40B4-BE49-F238E27FC236}">
                  <a16:creationId xmlns:a16="http://schemas.microsoft.com/office/drawing/2014/main" id="{133860FB-E217-4A84-93D2-5803FF6E881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114" y="718"/>
              <a:ext cx="801" cy="3345"/>
              <a:chOff x="3114" y="718"/>
              <a:chExt cx="801" cy="3345"/>
            </a:xfrm>
          </p:grpSpPr>
          <p:sp>
            <p:nvSpPr>
              <p:cNvPr id="54587" name="Freeform 558">
                <a:extLst>
                  <a:ext uri="{FF2B5EF4-FFF2-40B4-BE49-F238E27FC236}">
                    <a16:creationId xmlns:a16="http://schemas.microsoft.com/office/drawing/2014/main" id="{0C17BFA1-6CF2-42D9-9134-149E90E5C6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6" y="2642"/>
                <a:ext cx="72" cy="74"/>
              </a:xfrm>
              <a:custGeom>
                <a:avLst/>
                <a:gdLst>
                  <a:gd name="T0" fmla="*/ 43 w 35"/>
                  <a:gd name="T1" fmla="*/ 331 h 34"/>
                  <a:gd name="T2" fmla="*/ 16 w 35"/>
                  <a:gd name="T3" fmla="*/ 226 h 34"/>
                  <a:gd name="T4" fmla="*/ 123 w 35"/>
                  <a:gd name="T5" fmla="*/ 176 h 34"/>
                  <a:gd name="T6" fmla="*/ 191 w 35"/>
                  <a:gd name="T7" fmla="*/ 96 h 34"/>
                  <a:gd name="T8" fmla="*/ 280 w 35"/>
                  <a:gd name="T9" fmla="*/ 0 h 34"/>
                  <a:gd name="T10" fmla="*/ 181 w 35"/>
                  <a:gd name="T11" fmla="*/ 226 h 34"/>
                  <a:gd name="T12" fmla="*/ 68 w 35"/>
                  <a:gd name="T13" fmla="*/ 342 h 3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5" h="34">
                    <a:moveTo>
                      <a:pt x="5" y="32"/>
                    </a:moveTo>
                    <a:cubicBezTo>
                      <a:pt x="0" y="34"/>
                      <a:pt x="1" y="25"/>
                      <a:pt x="2" y="22"/>
                    </a:cubicBezTo>
                    <a:cubicBezTo>
                      <a:pt x="6" y="18"/>
                      <a:pt x="9" y="17"/>
                      <a:pt x="14" y="17"/>
                    </a:cubicBezTo>
                    <a:cubicBezTo>
                      <a:pt x="20" y="16"/>
                      <a:pt x="20" y="13"/>
                      <a:pt x="22" y="9"/>
                    </a:cubicBezTo>
                    <a:cubicBezTo>
                      <a:pt x="24" y="5"/>
                      <a:pt x="28" y="2"/>
                      <a:pt x="32" y="0"/>
                    </a:cubicBezTo>
                    <a:cubicBezTo>
                      <a:pt x="35" y="5"/>
                      <a:pt x="24" y="18"/>
                      <a:pt x="21" y="22"/>
                    </a:cubicBezTo>
                    <a:cubicBezTo>
                      <a:pt x="17" y="26"/>
                      <a:pt x="10" y="29"/>
                      <a:pt x="8" y="33"/>
                    </a:cubicBezTo>
                  </a:path>
                </a:pathLst>
              </a:custGeom>
              <a:solidFill>
                <a:srgbClr val="F6F4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588" name="Freeform 559">
                <a:extLst>
                  <a:ext uri="{FF2B5EF4-FFF2-40B4-BE49-F238E27FC236}">
                    <a16:creationId xmlns:a16="http://schemas.microsoft.com/office/drawing/2014/main" id="{DB163DF5-559D-4800-8A6A-156C4D5F56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8" y="2633"/>
                <a:ext cx="50" cy="42"/>
              </a:xfrm>
              <a:custGeom>
                <a:avLst/>
                <a:gdLst>
                  <a:gd name="T0" fmla="*/ 173 w 24"/>
                  <a:gd name="T1" fmla="*/ 0 h 19"/>
                  <a:gd name="T2" fmla="*/ 108 w 24"/>
                  <a:gd name="T3" fmla="*/ 53 h 19"/>
                  <a:gd name="T4" fmla="*/ 56 w 24"/>
                  <a:gd name="T5" fmla="*/ 73 h 19"/>
                  <a:gd name="T6" fmla="*/ 8 w 24"/>
                  <a:gd name="T7" fmla="*/ 195 h 19"/>
                  <a:gd name="T8" fmla="*/ 192 w 24"/>
                  <a:gd name="T9" fmla="*/ 20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19">
                    <a:moveTo>
                      <a:pt x="19" y="0"/>
                    </a:moveTo>
                    <a:cubicBezTo>
                      <a:pt x="19" y="0"/>
                      <a:pt x="14" y="4"/>
                      <a:pt x="12" y="5"/>
                    </a:cubicBezTo>
                    <a:cubicBezTo>
                      <a:pt x="10" y="5"/>
                      <a:pt x="8" y="5"/>
                      <a:pt x="6" y="7"/>
                    </a:cubicBezTo>
                    <a:cubicBezTo>
                      <a:pt x="3" y="9"/>
                      <a:pt x="0" y="15"/>
                      <a:pt x="1" y="18"/>
                    </a:cubicBezTo>
                    <a:cubicBezTo>
                      <a:pt x="11" y="19"/>
                      <a:pt x="24" y="14"/>
                      <a:pt x="21" y="2"/>
                    </a:cubicBezTo>
                  </a:path>
                </a:pathLst>
              </a:custGeom>
              <a:solidFill>
                <a:srgbClr val="F6F4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589" name="Freeform 560">
                <a:extLst>
                  <a:ext uri="{FF2B5EF4-FFF2-40B4-BE49-F238E27FC236}">
                    <a16:creationId xmlns:a16="http://schemas.microsoft.com/office/drawing/2014/main" id="{4DEC1E33-D15F-4B9D-934F-9033E2644B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6" y="2642"/>
                <a:ext cx="72" cy="74"/>
              </a:xfrm>
              <a:custGeom>
                <a:avLst/>
                <a:gdLst>
                  <a:gd name="T0" fmla="*/ 43 w 35"/>
                  <a:gd name="T1" fmla="*/ 331 h 34"/>
                  <a:gd name="T2" fmla="*/ 16 w 35"/>
                  <a:gd name="T3" fmla="*/ 226 h 34"/>
                  <a:gd name="T4" fmla="*/ 123 w 35"/>
                  <a:gd name="T5" fmla="*/ 176 h 34"/>
                  <a:gd name="T6" fmla="*/ 191 w 35"/>
                  <a:gd name="T7" fmla="*/ 96 h 34"/>
                  <a:gd name="T8" fmla="*/ 280 w 35"/>
                  <a:gd name="T9" fmla="*/ 0 h 34"/>
                  <a:gd name="T10" fmla="*/ 181 w 35"/>
                  <a:gd name="T11" fmla="*/ 226 h 34"/>
                  <a:gd name="T12" fmla="*/ 68 w 35"/>
                  <a:gd name="T13" fmla="*/ 342 h 3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5" h="34">
                    <a:moveTo>
                      <a:pt x="5" y="32"/>
                    </a:moveTo>
                    <a:cubicBezTo>
                      <a:pt x="0" y="34"/>
                      <a:pt x="1" y="25"/>
                      <a:pt x="2" y="22"/>
                    </a:cubicBezTo>
                    <a:cubicBezTo>
                      <a:pt x="6" y="18"/>
                      <a:pt x="9" y="17"/>
                      <a:pt x="14" y="17"/>
                    </a:cubicBezTo>
                    <a:cubicBezTo>
                      <a:pt x="20" y="16"/>
                      <a:pt x="20" y="13"/>
                      <a:pt x="22" y="9"/>
                    </a:cubicBezTo>
                    <a:cubicBezTo>
                      <a:pt x="24" y="5"/>
                      <a:pt x="28" y="2"/>
                      <a:pt x="32" y="0"/>
                    </a:cubicBezTo>
                    <a:cubicBezTo>
                      <a:pt x="35" y="5"/>
                      <a:pt x="24" y="18"/>
                      <a:pt x="21" y="22"/>
                    </a:cubicBezTo>
                    <a:cubicBezTo>
                      <a:pt x="17" y="26"/>
                      <a:pt x="10" y="29"/>
                      <a:pt x="8" y="33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590" name="Freeform 561">
                <a:extLst>
                  <a:ext uri="{FF2B5EF4-FFF2-40B4-BE49-F238E27FC236}">
                    <a16:creationId xmlns:a16="http://schemas.microsoft.com/office/drawing/2014/main" id="{50F45E55-7279-4221-94F3-AC55C10358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8" y="2633"/>
                <a:ext cx="39" cy="40"/>
              </a:xfrm>
              <a:custGeom>
                <a:avLst/>
                <a:gdLst>
                  <a:gd name="T0" fmla="*/ 164 w 19"/>
                  <a:gd name="T1" fmla="*/ 0 h 18"/>
                  <a:gd name="T2" fmla="*/ 105 w 19"/>
                  <a:gd name="T3" fmla="*/ 53 h 18"/>
                  <a:gd name="T4" fmla="*/ 51 w 19"/>
                  <a:gd name="T5" fmla="*/ 80 h 18"/>
                  <a:gd name="T6" fmla="*/ 8 w 19"/>
                  <a:gd name="T7" fmla="*/ 198 h 18"/>
                  <a:gd name="T8" fmla="*/ 76 w 19"/>
                  <a:gd name="T9" fmla="*/ 198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18">
                    <a:moveTo>
                      <a:pt x="19" y="0"/>
                    </a:moveTo>
                    <a:cubicBezTo>
                      <a:pt x="19" y="0"/>
                      <a:pt x="14" y="4"/>
                      <a:pt x="12" y="5"/>
                    </a:cubicBezTo>
                    <a:cubicBezTo>
                      <a:pt x="10" y="5"/>
                      <a:pt x="8" y="5"/>
                      <a:pt x="6" y="7"/>
                    </a:cubicBezTo>
                    <a:cubicBezTo>
                      <a:pt x="3" y="9"/>
                      <a:pt x="0" y="15"/>
                      <a:pt x="1" y="18"/>
                    </a:cubicBezTo>
                    <a:cubicBezTo>
                      <a:pt x="4" y="18"/>
                      <a:pt x="6" y="18"/>
                      <a:pt x="9" y="18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591" name="Freeform 562">
                <a:extLst>
                  <a:ext uri="{FF2B5EF4-FFF2-40B4-BE49-F238E27FC236}">
                    <a16:creationId xmlns:a16="http://schemas.microsoft.com/office/drawing/2014/main" id="{EAFBAA1E-F7D0-45A5-965C-D30EDF7623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9" y="2662"/>
                <a:ext cx="72" cy="74"/>
              </a:xfrm>
              <a:custGeom>
                <a:avLst/>
                <a:gdLst>
                  <a:gd name="T0" fmla="*/ 263 w 35"/>
                  <a:gd name="T1" fmla="*/ 342 h 34"/>
                  <a:gd name="T2" fmla="*/ 280 w 35"/>
                  <a:gd name="T3" fmla="*/ 237 h 34"/>
                  <a:gd name="T4" fmla="*/ 173 w 35"/>
                  <a:gd name="T5" fmla="*/ 176 h 34"/>
                  <a:gd name="T6" fmla="*/ 115 w 35"/>
                  <a:gd name="T7" fmla="*/ 104 h 34"/>
                  <a:gd name="T8" fmla="*/ 25 w 35"/>
                  <a:gd name="T9" fmla="*/ 0 h 34"/>
                  <a:gd name="T10" fmla="*/ 123 w 35"/>
                  <a:gd name="T11" fmla="*/ 226 h 34"/>
                  <a:gd name="T12" fmla="*/ 237 w 35"/>
                  <a:gd name="T13" fmla="*/ 342 h 3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5" h="34">
                    <a:moveTo>
                      <a:pt x="30" y="33"/>
                    </a:moveTo>
                    <a:cubicBezTo>
                      <a:pt x="35" y="34"/>
                      <a:pt x="34" y="25"/>
                      <a:pt x="32" y="23"/>
                    </a:cubicBezTo>
                    <a:cubicBezTo>
                      <a:pt x="29" y="18"/>
                      <a:pt x="26" y="18"/>
                      <a:pt x="20" y="17"/>
                    </a:cubicBezTo>
                    <a:cubicBezTo>
                      <a:pt x="15" y="16"/>
                      <a:pt x="15" y="14"/>
                      <a:pt x="13" y="10"/>
                    </a:cubicBezTo>
                    <a:cubicBezTo>
                      <a:pt x="10" y="5"/>
                      <a:pt x="7" y="3"/>
                      <a:pt x="3" y="0"/>
                    </a:cubicBezTo>
                    <a:cubicBezTo>
                      <a:pt x="0" y="5"/>
                      <a:pt x="11" y="18"/>
                      <a:pt x="14" y="22"/>
                    </a:cubicBezTo>
                    <a:cubicBezTo>
                      <a:pt x="17" y="26"/>
                      <a:pt x="25" y="29"/>
                      <a:pt x="27" y="33"/>
                    </a:cubicBezTo>
                  </a:path>
                </a:pathLst>
              </a:custGeom>
              <a:solidFill>
                <a:srgbClr val="F6F4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592" name="Freeform 563">
                <a:extLst>
                  <a:ext uri="{FF2B5EF4-FFF2-40B4-BE49-F238E27FC236}">
                    <a16:creationId xmlns:a16="http://schemas.microsoft.com/office/drawing/2014/main" id="{77014650-8AB7-4C73-B619-3FA294F96C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7" y="2653"/>
                <a:ext cx="52" cy="41"/>
              </a:xfrm>
              <a:custGeom>
                <a:avLst/>
                <a:gdLst>
                  <a:gd name="T0" fmla="*/ 52 w 25"/>
                  <a:gd name="T1" fmla="*/ 0 h 19"/>
                  <a:gd name="T2" fmla="*/ 116 w 25"/>
                  <a:gd name="T3" fmla="*/ 52 h 19"/>
                  <a:gd name="T4" fmla="*/ 173 w 25"/>
                  <a:gd name="T5" fmla="*/ 69 h 19"/>
                  <a:gd name="T6" fmla="*/ 208 w 25"/>
                  <a:gd name="T7" fmla="*/ 181 h 19"/>
                  <a:gd name="T8" fmla="*/ 35 w 25"/>
                  <a:gd name="T9" fmla="*/ 19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19">
                    <a:moveTo>
                      <a:pt x="6" y="0"/>
                    </a:moveTo>
                    <a:cubicBezTo>
                      <a:pt x="6" y="1"/>
                      <a:pt x="11" y="4"/>
                      <a:pt x="13" y="5"/>
                    </a:cubicBezTo>
                    <a:cubicBezTo>
                      <a:pt x="15" y="6"/>
                      <a:pt x="17" y="5"/>
                      <a:pt x="19" y="7"/>
                    </a:cubicBezTo>
                    <a:cubicBezTo>
                      <a:pt x="22" y="9"/>
                      <a:pt x="25" y="15"/>
                      <a:pt x="23" y="18"/>
                    </a:cubicBezTo>
                    <a:cubicBezTo>
                      <a:pt x="13" y="19"/>
                      <a:pt x="0" y="15"/>
                      <a:pt x="4" y="2"/>
                    </a:cubicBezTo>
                  </a:path>
                </a:pathLst>
              </a:custGeom>
              <a:solidFill>
                <a:srgbClr val="F6F4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593" name="Freeform 564">
                <a:extLst>
                  <a:ext uri="{FF2B5EF4-FFF2-40B4-BE49-F238E27FC236}">
                    <a16:creationId xmlns:a16="http://schemas.microsoft.com/office/drawing/2014/main" id="{5FF926F1-6F36-4874-A52E-7742719F77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9" y="2662"/>
                <a:ext cx="72" cy="76"/>
              </a:xfrm>
              <a:custGeom>
                <a:avLst/>
                <a:gdLst>
                  <a:gd name="T0" fmla="*/ 245 w 35"/>
                  <a:gd name="T1" fmla="*/ 339 h 35"/>
                  <a:gd name="T2" fmla="*/ 280 w 35"/>
                  <a:gd name="T3" fmla="*/ 237 h 35"/>
                  <a:gd name="T4" fmla="*/ 173 w 35"/>
                  <a:gd name="T5" fmla="*/ 174 h 35"/>
                  <a:gd name="T6" fmla="*/ 115 w 35"/>
                  <a:gd name="T7" fmla="*/ 104 h 35"/>
                  <a:gd name="T8" fmla="*/ 25 w 35"/>
                  <a:gd name="T9" fmla="*/ 0 h 35"/>
                  <a:gd name="T10" fmla="*/ 123 w 35"/>
                  <a:gd name="T11" fmla="*/ 226 h 35"/>
                  <a:gd name="T12" fmla="*/ 237 w 35"/>
                  <a:gd name="T13" fmla="*/ 339 h 3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5" h="35">
                    <a:moveTo>
                      <a:pt x="28" y="33"/>
                    </a:moveTo>
                    <a:cubicBezTo>
                      <a:pt x="35" y="35"/>
                      <a:pt x="34" y="25"/>
                      <a:pt x="32" y="23"/>
                    </a:cubicBezTo>
                    <a:cubicBezTo>
                      <a:pt x="29" y="18"/>
                      <a:pt x="26" y="18"/>
                      <a:pt x="20" y="17"/>
                    </a:cubicBezTo>
                    <a:cubicBezTo>
                      <a:pt x="15" y="16"/>
                      <a:pt x="15" y="14"/>
                      <a:pt x="13" y="10"/>
                    </a:cubicBezTo>
                    <a:cubicBezTo>
                      <a:pt x="10" y="5"/>
                      <a:pt x="7" y="3"/>
                      <a:pt x="3" y="0"/>
                    </a:cubicBezTo>
                    <a:cubicBezTo>
                      <a:pt x="0" y="5"/>
                      <a:pt x="11" y="18"/>
                      <a:pt x="14" y="22"/>
                    </a:cubicBezTo>
                    <a:cubicBezTo>
                      <a:pt x="17" y="26"/>
                      <a:pt x="25" y="29"/>
                      <a:pt x="27" y="33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594" name="Freeform 565">
                <a:extLst>
                  <a:ext uri="{FF2B5EF4-FFF2-40B4-BE49-F238E27FC236}">
                    <a16:creationId xmlns:a16="http://schemas.microsoft.com/office/drawing/2014/main" id="{DB8BD0E5-223B-485C-B415-C810BAB44D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0" y="2653"/>
                <a:ext cx="39" cy="41"/>
              </a:xfrm>
              <a:custGeom>
                <a:avLst/>
                <a:gdLst>
                  <a:gd name="T0" fmla="*/ 0 w 19"/>
                  <a:gd name="T1" fmla="*/ 0 h 19"/>
                  <a:gd name="T2" fmla="*/ 60 w 19"/>
                  <a:gd name="T3" fmla="*/ 52 h 19"/>
                  <a:gd name="T4" fmla="*/ 113 w 19"/>
                  <a:gd name="T5" fmla="*/ 69 h 19"/>
                  <a:gd name="T6" fmla="*/ 148 w 19"/>
                  <a:gd name="T7" fmla="*/ 181 h 19"/>
                  <a:gd name="T8" fmla="*/ 88 w 19"/>
                  <a:gd name="T9" fmla="*/ 181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19">
                    <a:moveTo>
                      <a:pt x="0" y="0"/>
                    </a:moveTo>
                    <a:cubicBezTo>
                      <a:pt x="0" y="1"/>
                      <a:pt x="5" y="4"/>
                      <a:pt x="7" y="5"/>
                    </a:cubicBezTo>
                    <a:cubicBezTo>
                      <a:pt x="9" y="6"/>
                      <a:pt x="11" y="5"/>
                      <a:pt x="13" y="7"/>
                    </a:cubicBezTo>
                    <a:cubicBezTo>
                      <a:pt x="16" y="9"/>
                      <a:pt x="19" y="15"/>
                      <a:pt x="17" y="18"/>
                    </a:cubicBezTo>
                    <a:cubicBezTo>
                      <a:pt x="15" y="19"/>
                      <a:pt x="12" y="18"/>
                      <a:pt x="10" y="18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595" name="Freeform 566">
                <a:extLst>
                  <a:ext uri="{FF2B5EF4-FFF2-40B4-BE49-F238E27FC236}">
                    <a16:creationId xmlns:a16="http://schemas.microsoft.com/office/drawing/2014/main" id="{AB6D1567-7BD8-4A25-AB8C-C25F4CB844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4" y="1122"/>
                <a:ext cx="801" cy="2941"/>
              </a:xfrm>
              <a:custGeom>
                <a:avLst/>
                <a:gdLst>
                  <a:gd name="T0" fmla="*/ 2053 w 389"/>
                  <a:gd name="T1" fmla="*/ 690 h 1339"/>
                  <a:gd name="T2" fmla="*/ 2819 w 389"/>
                  <a:gd name="T3" fmla="*/ 1114 h 1339"/>
                  <a:gd name="T4" fmla="*/ 3247 w 389"/>
                  <a:gd name="T5" fmla="*/ 3846 h 1339"/>
                  <a:gd name="T6" fmla="*/ 3338 w 389"/>
                  <a:gd name="T7" fmla="*/ 6420 h 1339"/>
                  <a:gd name="T8" fmla="*/ 2994 w 389"/>
                  <a:gd name="T9" fmla="*/ 7786 h 1339"/>
                  <a:gd name="T10" fmla="*/ 3010 w 389"/>
                  <a:gd name="T11" fmla="*/ 7589 h 1339"/>
                  <a:gd name="T12" fmla="*/ 3091 w 389"/>
                  <a:gd name="T13" fmla="*/ 7004 h 1339"/>
                  <a:gd name="T14" fmla="*/ 2854 w 389"/>
                  <a:gd name="T15" fmla="*/ 7512 h 1339"/>
                  <a:gd name="T16" fmla="*/ 2891 w 389"/>
                  <a:gd name="T17" fmla="*/ 7004 h 1339"/>
                  <a:gd name="T18" fmla="*/ 2891 w 389"/>
                  <a:gd name="T19" fmla="*/ 5447 h 1339"/>
                  <a:gd name="T20" fmla="*/ 2778 w 389"/>
                  <a:gd name="T21" fmla="*/ 3710 h 1339"/>
                  <a:gd name="T22" fmla="*/ 2586 w 389"/>
                  <a:gd name="T23" fmla="*/ 3782 h 1339"/>
                  <a:gd name="T24" fmla="*/ 2697 w 389"/>
                  <a:gd name="T25" fmla="*/ 5065 h 1339"/>
                  <a:gd name="T26" fmla="*/ 2671 w 389"/>
                  <a:gd name="T27" fmla="*/ 8274 h 1339"/>
                  <a:gd name="T28" fmla="*/ 2454 w 389"/>
                  <a:gd name="T29" fmla="*/ 12654 h 1339"/>
                  <a:gd name="T30" fmla="*/ 2611 w 389"/>
                  <a:gd name="T31" fmla="*/ 13488 h 1339"/>
                  <a:gd name="T32" fmla="*/ 2846 w 389"/>
                  <a:gd name="T33" fmla="*/ 13851 h 1339"/>
                  <a:gd name="T34" fmla="*/ 2646 w 389"/>
                  <a:gd name="T35" fmla="*/ 13912 h 1339"/>
                  <a:gd name="T36" fmla="*/ 2314 w 389"/>
                  <a:gd name="T37" fmla="*/ 13932 h 1339"/>
                  <a:gd name="T38" fmla="*/ 2026 w 389"/>
                  <a:gd name="T39" fmla="*/ 13879 h 1339"/>
                  <a:gd name="T40" fmla="*/ 1946 w 389"/>
                  <a:gd name="T41" fmla="*/ 13117 h 1339"/>
                  <a:gd name="T42" fmla="*/ 1913 w 389"/>
                  <a:gd name="T43" fmla="*/ 11254 h 1339"/>
                  <a:gd name="T44" fmla="*/ 1878 w 389"/>
                  <a:gd name="T45" fmla="*/ 9273 h 1339"/>
                  <a:gd name="T46" fmla="*/ 1765 w 389"/>
                  <a:gd name="T47" fmla="*/ 6548 h 1339"/>
                  <a:gd name="T48" fmla="*/ 1526 w 389"/>
                  <a:gd name="T49" fmla="*/ 7428 h 1339"/>
                  <a:gd name="T50" fmla="*/ 1501 w 389"/>
                  <a:gd name="T51" fmla="*/ 10541 h 1339"/>
                  <a:gd name="T52" fmla="*/ 1369 w 389"/>
                  <a:gd name="T53" fmla="*/ 12851 h 1339"/>
                  <a:gd name="T54" fmla="*/ 1293 w 389"/>
                  <a:gd name="T55" fmla="*/ 13629 h 1339"/>
                  <a:gd name="T56" fmla="*/ 1153 w 389"/>
                  <a:gd name="T57" fmla="*/ 14116 h 1339"/>
                  <a:gd name="T58" fmla="*/ 785 w 389"/>
                  <a:gd name="T59" fmla="*/ 14081 h 1339"/>
                  <a:gd name="T60" fmla="*/ 504 w 389"/>
                  <a:gd name="T61" fmla="*/ 14020 h 1339"/>
                  <a:gd name="T62" fmla="*/ 496 w 389"/>
                  <a:gd name="T63" fmla="*/ 13787 h 1339"/>
                  <a:gd name="T64" fmla="*/ 801 w 389"/>
                  <a:gd name="T65" fmla="*/ 13045 h 1339"/>
                  <a:gd name="T66" fmla="*/ 857 w 389"/>
                  <a:gd name="T67" fmla="*/ 10174 h 1339"/>
                  <a:gd name="T68" fmla="*/ 700 w 389"/>
                  <a:gd name="T69" fmla="*/ 5109 h 1339"/>
                  <a:gd name="T70" fmla="*/ 809 w 389"/>
                  <a:gd name="T71" fmla="*/ 3879 h 1339"/>
                  <a:gd name="T72" fmla="*/ 620 w 389"/>
                  <a:gd name="T73" fmla="*/ 3806 h 1339"/>
                  <a:gd name="T74" fmla="*/ 504 w 389"/>
                  <a:gd name="T75" fmla="*/ 5544 h 1339"/>
                  <a:gd name="T76" fmla="*/ 504 w 389"/>
                  <a:gd name="T77" fmla="*/ 7101 h 1339"/>
                  <a:gd name="T78" fmla="*/ 544 w 389"/>
                  <a:gd name="T79" fmla="*/ 7608 h 1339"/>
                  <a:gd name="T80" fmla="*/ 305 w 389"/>
                  <a:gd name="T81" fmla="*/ 7112 h 1339"/>
                  <a:gd name="T82" fmla="*/ 385 w 389"/>
                  <a:gd name="T83" fmla="*/ 7694 h 1339"/>
                  <a:gd name="T84" fmla="*/ 404 w 389"/>
                  <a:gd name="T85" fmla="*/ 7883 h 1339"/>
                  <a:gd name="T86" fmla="*/ 60 w 389"/>
                  <a:gd name="T87" fmla="*/ 6528 h 1339"/>
                  <a:gd name="T88" fmla="*/ 148 w 389"/>
                  <a:gd name="T89" fmla="*/ 3940 h 1339"/>
                  <a:gd name="T90" fmla="*/ 577 w 389"/>
                  <a:gd name="T91" fmla="*/ 1206 h 1339"/>
                  <a:gd name="T92" fmla="*/ 1318 w 389"/>
                  <a:gd name="T93" fmla="*/ 718 h 1339"/>
                  <a:gd name="T94" fmla="*/ 2018 w 389"/>
                  <a:gd name="T95" fmla="*/ 0 h 1339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0" t="0" r="r" b="b"/>
                <a:pathLst>
                  <a:path w="389" h="1339">
                    <a:moveTo>
                      <a:pt x="231" y="0"/>
                    </a:moveTo>
                    <a:cubicBezTo>
                      <a:pt x="231" y="0"/>
                      <a:pt x="218" y="47"/>
                      <a:pt x="235" y="65"/>
                    </a:cubicBezTo>
                    <a:cubicBezTo>
                      <a:pt x="251" y="83"/>
                      <a:pt x="278" y="90"/>
                      <a:pt x="294" y="93"/>
                    </a:cubicBezTo>
                    <a:cubicBezTo>
                      <a:pt x="310" y="96"/>
                      <a:pt x="312" y="94"/>
                      <a:pt x="323" y="105"/>
                    </a:cubicBezTo>
                    <a:cubicBezTo>
                      <a:pt x="334" y="115"/>
                      <a:pt x="363" y="124"/>
                      <a:pt x="365" y="182"/>
                    </a:cubicBezTo>
                    <a:cubicBezTo>
                      <a:pt x="367" y="239"/>
                      <a:pt x="363" y="342"/>
                      <a:pt x="372" y="363"/>
                    </a:cubicBezTo>
                    <a:cubicBezTo>
                      <a:pt x="381" y="384"/>
                      <a:pt x="375" y="418"/>
                      <a:pt x="375" y="439"/>
                    </a:cubicBezTo>
                    <a:cubicBezTo>
                      <a:pt x="375" y="461"/>
                      <a:pt x="379" y="583"/>
                      <a:pt x="382" y="606"/>
                    </a:cubicBezTo>
                    <a:cubicBezTo>
                      <a:pt x="386" y="630"/>
                      <a:pt x="389" y="691"/>
                      <a:pt x="374" y="704"/>
                    </a:cubicBezTo>
                    <a:cubicBezTo>
                      <a:pt x="360" y="718"/>
                      <a:pt x="349" y="727"/>
                      <a:pt x="343" y="735"/>
                    </a:cubicBezTo>
                    <a:cubicBezTo>
                      <a:pt x="337" y="742"/>
                      <a:pt x="331" y="739"/>
                      <a:pt x="333" y="730"/>
                    </a:cubicBezTo>
                    <a:cubicBezTo>
                      <a:pt x="334" y="721"/>
                      <a:pt x="340" y="720"/>
                      <a:pt x="345" y="716"/>
                    </a:cubicBezTo>
                    <a:cubicBezTo>
                      <a:pt x="350" y="713"/>
                      <a:pt x="354" y="700"/>
                      <a:pt x="357" y="697"/>
                    </a:cubicBezTo>
                    <a:cubicBezTo>
                      <a:pt x="361" y="694"/>
                      <a:pt x="353" y="671"/>
                      <a:pt x="354" y="661"/>
                    </a:cubicBezTo>
                    <a:cubicBezTo>
                      <a:pt x="354" y="661"/>
                      <a:pt x="347" y="672"/>
                      <a:pt x="346" y="680"/>
                    </a:cubicBezTo>
                    <a:cubicBezTo>
                      <a:pt x="344" y="688"/>
                      <a:pt x="342" y="711"/>
                      <a:pt x="327" y="709"/>
                    </a:cubicBezTo>
                    <a:cubicBezTo>
                      <a:pt x="324" y="709"/>
                      <a:pt x="322" y="705"/>
                      <a:pt x="327" y="697"/>
                    </a:cubicBezTo>
                    <a:cubicBezTo>
                      <a:pt x="331" y="689"/>
                      <a:pt x="332" y="670"/>
                      <a:pt x="331" y="661"/>
                    </a:cubicBezTo>
                    <a:cubicBezTo>
                      <a:pt x="330" y="652"/>
                      <a:pt x="331" y="627"/>
                      <a:pt x="345" y="614"/>
                    </a:cubicBezTo>
                    <a:cubicBezTo>
                      <a:pt x="351" y="608"/>
                      <a:pt x="338" y="535"/>
                      <a:pt x="331" y="514"/>
                    </a:cubicBezTo>
                    <a:cubicBezTo>
                      <a:pt x="331" y="514"/>
                      <a:pt x="310" y="426"/>
                      <a:pt x="313" y="402"/>
                    </a:cubicBezTo>
                    <a:cubicBezTo>
                      <a:pt x="315" y="378"/>
                      <a:pt x="318" y="367"/>
                      <a:pt x="318" y="350"/>
                    </a:cubicBezTo>
                    <a:cubicBezTo>
                      <a:pt x="318" y="333"/>
                      <a:pt x="308" y="257"/>
                      <a:pt x="306" y="246"/>
                    </a:cubicBezTo>
                    <a:cubicBezTo>
                      <a:pt x="306" y="246"/>
                      <a:pt x="308" y="324"/>
                      <a:pt x="296" y="357"/>
                    </a:cubicBezTo>
                    <a:cubicBezTo>
                      <a:pt x="285" y="390"/>
                      <a:pt x="290" y="417"/>
                      <a:pt x="301" y="431"/>
                    </a:cubicBezTo>
                    <a:cubicBezTo>
                      <a:pt x="312" y="445"/>
                      <a:pt x="308" y="451"/>
                      <a:pt x="309" y="478"/>
                    </a:cubicBezTo>
                    <a:cubicBezTo>
                      <a:pt x="310" y="505"/>
                      <a:pt x="337" y="636"/>
                      <a:pt x="307" y="778"/>
                    </a:cubicBezTo>
                    <a:cubicBezTo>
                      <a:pt x="306" y="781"/>
                      <a:pt x="306" y="781"/>
                      <a:pt x="306" y="781"/>
                    </a:cubicBezTo>
                    <a:cubicBezTo>
                      <a:pt x="291" y="852"/>
                      <a:pt x="307" y="897"/>
                      <a:pt x="290" y="958"/>
                    </a:cubicBezTo>
                    <a:cubicBezTo>
                      <a:pt x="282" y="987"/>
                      <a:pt x="272" y="1164"/>
                      <a:pt x="281" y="1194"/>
                    </a:cubicBezTo>
                    <a:cubicBezTo>
                      <a:pt x="291" y="1224"/>
                      <a:pt x="282" y="1221"/>
                      <a:pt x="284" y="1227"/>
                    </a:cubicBezTo>
                    <a:cubicBezTo>
                      <a:pt x="285" y="1233"/>
                      <a:pt x="294" y="1264"/>
                      <a:pt x="299" y="1273"/>
                    </a:cubicBezTo>
                    <a:cubicBezTo>
                      <a:pt x="303" y="1283"/>
                      <a:pt x="317" y="1295"/>
                      <a:pt x="320" y="1295"/>
                    </a:cubicBezTo>
                    <a:cubicBezTo>
                      <a:pt x="322" y="1296"/>
                      <a:pt x="328" y="1301"/>
                      <a:pt x="326" y="1307"/>
                    </a:cubicBezTo>
                    <a:cubicBezTo>
                      <a:pt x="324" y="1316"/>
                      <a:pt x="316" y="1310"/>
                      <a:pt x="316" y="1310"/>
                    </a:cubicBezTo>
                    <a:cubicBezTo>
                      <a:pt x="311" y="1321"/>
                      <a:pt x="303" y="1313"/>
                      <a:pt x="303" y="1313"/>
                    </a:cubicBezTo>
                    <a:cubicBezTo>
                      <a:pt x="298" y="1326"/>
                      <a:pt x="286" y="1315"/>
                      <a:pt x="286" y="1315"/>
                    </a:cubicBezTo>
                    <a:cubicBezTo>
                      <a:pt x="278" y="1333"/>
                      <a:pt x="265" y="1315"/>
                      <a:pt x="265" y="1315"/>
                    </a:cubicBezTo>
                    <a:cubicBezTo>
                      <a:pt x="264" y="1324"/>
                      <a:pt x="256" y="1325"/>
                      <a:pt x="248" y="1325"/>
                    </a:cubicBezTo>
                    <a:cubicBezTo>
                      <a:pt x="240" y="1325"/>
                      <a:pt x="232" y="1322"/>
                      <a:pt x="232" y="1310"/>
                    </a:cubicBezTo>
                    <a:cubicBezTo>
                      <a:pt x="232" y="1304"/>
                      <a:pt x="232" y="1294"/>
                      <a:pt x="224" y="1278"/>
                    </a:cubicBezTo>
                    <a:cubicBezTo>
                      <a:pt x="216" y="1262"/>
                      <a:pt x="220" y="1256"/>
                      <a:pt x="223" y="1238"/>
                    </a:cubicBezTo>
                    <a:cubicBezTo>
                      <a:pt x="226" y="1219"/>
                      <a:pt x="218" y="1231"/>
                      <a:pt x="225" y="1198"/>
                    </a:cubicBezTo>
                    <a:cubicBezTo>
                      <a:pt x="229" y="1177"/>
                      <a:pt x="228" y="1088"/>
                      <a:pt x="219" y="1062"/>
                    </a:cubicBezTo>
                    <a:cubicBezTo>
                      <a:pt x="211" y="1035"/>
                      <a:pt x="214" y="1010"/>
                      <a:pt x="216" y="986"/>
                    </a:cubicBezTo>
                    <a:cubicBezTo>
                      <a:pt x="218" y="963"/>
                      <a:pt x="200" y="928"/>
                      <a:pt x="215" y="875"/>
                    </a:cubicBezTo>
                    <a:cubicBezTo>
                      <a:pt x="223" y="851"/>
                      <a:pt x="219" y="735"/>
                      <a:pt x="217" y="701"/>
                    </a:cubicBezTo>
                    <a:cubicBezTo>
                      <a:pt x="214" y="667"/>
                      <a:pt x="202" y="636"/>
                      <a:pt x="202" y="618"/>
                    </a:cubicBezTo>
                    <a:cubicBezTo>
                      <a:pt x="202" y="599"/>
                      <a:pt x="192" y="596"/>
                      <a:pt x="191" y="616"/>
                    </a:cubicBezTo>
                    <a:cubicBezTo>
                      <a:pt x="191" y="635"/>
                      <a:pt x="183" y="666"/>
                      <a:pt x="175" y="701"/>
                    </a:cubicBezTo>
                    <a:cubicBezTo>
                      <a:pt x="168" y="737"/>
                      <a:pt x="160" y="853"/>
                      <a:pt x="170" y="882"/>
                    </a:cubicBezTo>
                    <a:cubicBezTo>
                      <a:pt x="184" y="924"/>
                      <a:pt x="164" y="963"/>
                      <a:pt x="172" y="995"/>
                    </a:cubicBezTo>
                    <a:cubicBezTo>
                      <a:pt x="178" y="1018"/>
                      <a:pt x="176" y="1047"/>
                      <a:pt x="169" y="1063"/>
                    </a:cubicBezTo>
                    <a:cubicBezTo>
                      <a:pt x="163" y="1080"/>
                      <a:pt x="151" y="1198"/>
                      <a:pt x="157" y="1213"/>
                    </a:cubicBezTo>
                    <a:cubicBezTo>
                      <a:pt x="163" y="1228"/>
                      <a:pt x="158" y="1235"/>
                      <a:pt x="158" y="1241"/>
                    </a:cubicBezTo>
                    <a:cubicBezTo>
                      <a:pt x="158" y="1247"/>
                      <a:pt x="149" y="1278"/>
                      <a:pt x="148" y="1286"/>
                    </a:cubicBezTo>
                    <a:cubicBezTo>
                      <a:pt x="147" y="1294"/>
                      <a:pt x="144" y="1299"/>
                      <a:pt x="149" y="1310"/>
                    </a:cubicBezTo>
                    <a:cubicBezTo>
                      <a:pt x="154" y="1322"/>
                      <a:pt x="143" y="1330"/>
                      <a:pt x="132" y="1332"/>
                    </a:cubicBezTo>
                    <a:cubicBezTo>
                      <a:pt x="122" y="1334"/>
                      <a:pt x="116" y="1325"/>
                      <a:pt x="116" y="1325"/>
                    </a:cubicBezTo>
                    <a:cubicBezTo>
                      <a:pt x="111" y="1339"/>
                      <a:pt x="90" y="1329"/>
                      <a:pt x="90" y="1329"/>
                    </a:cubicBezTo>
                    <a:cubicBezTo>
                      <a:pt x="81" y="1336"/>
                      <a:pt x="72" y="1327"/>
                      <a:pt x="72" y="1327"/>
                    </a:cubicBezTo>
                    <a:cubicBezTo>
                      <a:pt x="63" y="1334"/>
                      <a:pt x="58" y="1323"/>
                      <a:pt x="58" y="1323"/>
                    </a:cubicBezTo>
                    <a:cubicBezTo>
                      <a:pt x="54" y="1327"/>
                      <a:pt x="49" y="1329"/>
                      <a:pt x="44" y="1321"/>
                    </a:cubicBezTo>
                    <a:cubicBezTo>
                      <a:pt x="39" y="1312"/>
                      <a:pt x="46" y="1307"/>
                      <a:pt x="57" y="1301"/>
                    </a:cubicBezTo>
                    <a:cubicBezTo>
                      <a:pt x="68" y="1296"/>
                      <a:pt x="73" y="1272"/>
                      <a:pt x="78" y="1263"/>
                    </a:cubicBezTo>
                    <a:cubicBezTo>
                      <a:pt x="82" y="1254"/>
                      <a:pt x="92" y="1231"/>
                      <a:pt x="92" y="1231"/>
                    </a:cubicBezTo>
                    <a:cubicBezTo>
                      <a:pt x="88" y="1215"/>
                      <a:pt x="103" y="1218"/>
                      <a:pt x="107" y="1183"/>
                    </a:cubicBezTo>
                    <a:cubicBezTo>
                      <a:pt x="111" y="1148"/>
                      <a:pt x="116" y="999"/>
                      <a:pt x="98" y="960"/>
                    </a:cubicBezTo>
                    <a:cubicBezTo>
                      <a:pt x="78" y="917"/>
                      <a:pt x="102" y="879"/>
                      <a:pt x="82" y="788"/>
                    </a:cubicBezTo>
                    <a:cubicBezTo>
                      <a:pt x="52" y="645"/>
                      <a:pt x="79" y="508"/>
                      <a:pt x="80" y="482"/>
                    </a:cubicBezTo>
                    <a:cubicBezTo>
                      <a:pt x="81" y="455"/>
                      <a:pt x="77" y="448"/>
                      <a:pt x="88" y="435"/>
                    </a:cubicBezTo>
                    <a:cubicBezTo>
                      <a:pt x="99" y="421"/>
                      <a:pt x="104" y="400"/>
                      <a:pt x="93" y="366"/>
                    </a:cubicBezTo>
                    <a:cubicBezTo>
                      <a:pt x="82" y="333"/>
                      <a:pt x="83" y="256"/>
                      <a:pt x="83" y="256"/>
                    </a:cubicBezTo>
                    <a:cubicBezTo>
                      <a:pt x="81" y="266"/>
                      <a:pt x="71" y="342"/>
                      <a:pt x="71" y="359"/>
                    </a:cubicBezTo>
                    <a:cubicBezTo>
                      <a:pt x="71" y="376"/>
                      <a:pt x="74" y="387"/>
                      <a:pt x="77" y="411"/>
                    </a:cubicBezTo>
                    <a:cubicBezTo>
                      <a:pt x="79" y="435"/>
                      <a:pt x="58" y="523"/>
                      <a:pt x="58" y="523"/>
                    </a:cubicBezTo>
                    <a:cubicBezTo>
                      <a:pt x="51" y="544"/>
                      <a:pt x="38" y="618"/>
                      <a:pt x="44" y="623"/>
                    </a:cubicBezTo>
                    <a:cubicBezTo>
                      <a:pt x="58" y="636"/>
                      <a:pt x="59" y="661"/>
                      <a:pt x="58" y="670"/>
                    </a:cubicBezTo>
                    <a:cubicBezTo>
                      <a:pt x="57" y="679"/>
                      <a:pt x="58" y="698"/>
                      <a:pt x="62" y="706"/>
                    </a:cubicBezTo>
                    <a:cubicBezTo>
                      <a:pt x="67" y="714"/>
                      <a:pt x="65" y="718"/>
                      <a:pt x="62" y="718"/>
                    </a:cubicBezTo>
                    <a:cubicBezTo>
                      <a:pt x="47" y="720"/>
                      <a:pt x="45" y="697"/>
                      <a:pt x="43" y="690"/>
                    </a:cubicBezTo>
                    <a:cubicBezTo>
                      <a:pt x="42" y="682"/>
                      <a:pt x="35" y="671"/>
                      <a:pt x="35" y="671"/>
                    </a:cubicBezTo>
                    <a:cubicBezTo>
                      <a:pt x="36" y="680"/>
                      <a:pt x="28" y="703"/>
                      <a:pt x="32" y="706"/>
                    </a:cubicBezTo>
                    <a:cubicBezTo>
                      <a:pt x="35" y="709"/>
                      <a:pt x="39" y="722"/>
                      <a:pt x="44" y="726"/>
                    </a:cubicBezTo>
                    <a:cubicBezTo>
                      <a:pt x="49" y="729"/>
                      <a:pt x="55" y="730"/>
                      <a:pt x="57" y="739"/>
                    </a:cubicBezTo>
                    <a:cubicBezTo>
                      <a:pt x="58" y="748"/>
                      <a:pt x="52" y="751"/>
                      <a:pt x="46" y="744"/>
                    </a:cubicBezTo>
                    <a:cubicBezTo>
                      <a:pt x="40" y="736"/>
                      <a:pt x="29" y="727"/>
                      <a:pt x="15" y="714"/>
                    </a:cubicBezTo>
                    <a:cubicBezTo>
                      <a:pt x="0" y="700"/>
                      <a:pt x="3" y="639"/>
                      <a:pt x="7" y="616"/>
                    </a:cubicBezTo>
                    <a:cubicBezTo>
                      <a:pt x="10" y="592"/>
                      <a:pt x="14" y="471"/>
                      <a:pt x="14" y="449"/>
                    </a:cubicBezTo>
                    <a:cubicBezTo>
                      <a:pt x="14" y="427"/>
                      <a:pt x="8" y="393"/>
                      <a:pt x="17" y="372"/>
                    </a:cubicBezTo>
                    <a:cubicBezTo>
                      <a:pt x="26" y="351"/>
                      <a:pt x="23" y="248"/>
                      <a:pt x="24" y="191"/>
                    </a:cubicBezTo>
                    <a:cubicBezTo>
                      <a:pt x="26" y="134"/>
                      <a:pt x="55" y="125"/>
                      <a:pt x="66" y="114"/>
                    </a:cubicBezTo>
                    <a:cubicBezTo>
                      <a:pt x="77" y="103"/>
                      <a:pt x="79" y="105"/>
                      <a:pt x="95" y="102"/>
                    </a:cubicBezTo>
                    <a:cubicBezTo>
                      <a:pt x="111" y="99"/>
                      <a:pt x="134" y="86"/>
                      <a:pt x="151" y="68"/>
                    </a:cubicBezTo>
                    <a:cubicBezTo>
                      <a:pt x="167" y="50"/>
                      <a:pt x="158" y="9"/>
                      <a:pt x="158" y="9"/>
                    </a:cubicBezTo>
                    <a:lnTo>
                      <a:pt x="231" y="0"/>
                    </a:lnTo>
                    <a:close/>
                  </a:path>
                </a:pathLst>
              </a:custGeom>
              <a:solidFill>
                <a:srgbClr val="F6F4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596" name="Freeform 567">
                <a:extLst>
                  <a:ext uri="{FF2B5EF4-FFF2-40B4-BE49-F238E27FC236}">
                    <a16:creationId xmlns:a16="http://schemas.microsoft.com/office/drawing/2014/main" id="{DD093535-289B-4F21-B0BF-85AF869458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4" y="1122"/>
                <a:ext cx="801" cy="2941"/>
              </a:xfrm>
              <a:custGeom>
                <a:avLst/>
                <a:gdLst>
                  <a:gd name="T0" fmla="*/ 2053 w 389"/>
                  <a:gd name="T1" fmla="*/ 690 h 1339"/>
                  <a:gd name="T2" fmla="*/ 2819 w 389"/>
                  <a:gd name="T3" fmla="*/ 1114 h 1339"/>
                  <a:gd name="T4" fmla="*/ 3247 w 389"/>
                  <a:gd name="T5" fmla="*/ 3846 h 1339"/>
                  <a:gd name="T6" fmla="*/ 3338 w 389"/>
                  <a:gd name="T7" fmla="*/ 6420 h 1339"/>
                  <a:gd name="T8" fmla="*/ 2994 w 389"/>
                  <a:gd name="T9" fmla="*/ 7786 h 1339"/>
                  <a:gd name="T10" fmla="*/ 3010 w 389"/>
                  <a:gd name="T11" fmla="*/ 7589 h 1339"/>
                  <a:gd name="T12" fmla="*/ 3091 w 389"/>
                  <a:gd name="T13" fmla="*/ 7004 h 1339"/>
                  <a:gd name="T14" fmla="*/ 2854 w 389"/>
                  <a:gd name="T15" fmla="*/ 7512 h 1339"/>
                  <a:gd name="T16" fmla="*/ 2891 w 389"/>
                  <a:gd name="T17" fmla="*/ 7004 h 1339"/>
                  <a:gd name="T18" fmla="*/ 2891 w 389"/>
                  <a:gd name="T19" fmla="*/ 5447 h 1339"/>
                  <a:gd name="T20" fmla="*/ 2778 w 389"/>
                  <a:gd name="T21" fmla="*/ 3710 h 1339"/>
                  <a:gd name="T22" fmla="*/ 2586 w 389"/>
                  <a:gd name="T23" fmla="*/ 3782 h 1339"/>
                  <a:gd name="T24" fmla="*/ 2697 w 389"/>
                  <a:gd name="T25" fmla="*/ 5065 h 1339"/>
                  <a:gd name="T26" fmla="*/ 2671 w 389"/>
                  <a:gd name="T27" fmla="*/ 8274 h 1339"/>
                  <a:gd name="T28" fmla="*/ 2454 w 389"/>
                  <a:gd name="T29" fmla="*/ 12654 h 1339"/>
                  <a:gd name="T30" fmla="*/ 2611 w 389"/>
                  <a:gd name="T31" fmla="*/ 13488 h 1339"/>
                  <a:gd name="T32" fmla="*/ 2846 w 389"/>
                  <a:gd name="T33" fmla="*/ 13851 h 1339"/>
                  <a:gd name="T34" fmla="*/ 2646 w 389"/>
                  <a:gd name="T35" fmla="*/ 13912 h 1339"/>
                  <a:gd name="T36" fmla="*/ 2314 w 389"/>
                  <a:gd name="T37" fmla="*/ 13932 h 1339"/>
                  <a:gd name="T38" fmla="*/ 2026 w 389"/>
                  <a:gd name="T39" fmla="*/ 13879 h 1339"/>
                  <a:gd name="T40" fmla="*/ 1946 w 389"/>
                  <a:gd name="T41" fmla="*/ 13117 h 1339"/>
                  <a:gd name="T42" fmla="*/ 1913 w 389"/>
                  <a:gd name="T43" fmla="*/ 11254 h 1339"/>
                  <a:gd name="T44" fmla="*/ 1878 w 389"/>
                  <a:gd name="T45" fmla="*/ 9273 h 1339"/>
                  <a:gd name="T46" fmla="*/ 1765 w 389"/>
                  <a:gd name="T47" fmla="*/ 6548 h 1339"/>
                  <a:gd name="T48" fmla="*/ 1526 w 389"/>
                  <a:gd name="T49" fmla="*/ 7428 h 1339"/>
                  <a:gd name="T50" fmla="*/ 1501 w 389"/>
                  <a:gd name="T51" fmla="*/ 10541 h 1339"/>
                  <a:gd name="T52" fmla="*/ 1369 w 389"/>
                  <a:gd name="T53" fmla="*/ 12851 h 1339"/>
                  <a:gd name="T54" fmla="*/ 1293 w 389"/>
                  <a:gd name="T55" fmla="*/ 13629 h 1339"/>
                  <a:gd name="T56" fmla="*/ 1153 w 389"/>
                  <a:gd name="T57" fmla="*/ 14116 h 1339"/>
                  <a:gd name="T58" fmla="*/ 785 w 389"/>
                  <a:gd name="T59" fmla="*/ 14081 h 1339"/>
                  <a:gd name="T60" fmla="*/ 504 w 389"/>
                  <a:gd name="T61" fmla="*/ 14020 h 1339"/>
                  <a:gd name="T62" fmla="*/ 496 w 389"/>
                  <a:gd name="T63" fmla="*/ 13787 h 1339"/>
                  <a:gd name="T64" fmla="*/ 801 w 389"/>
                  <a:gd name="T65" fmla="*/ 13045 h 1339"/>
                  <a:gd name="T66" fmla="*/ 840 w 389"/>
                  <a:gd name="T67" fmla="*/ 10106 h 1339"/>
                  <a:gd name="T68" fmla="*/ 700 w 389"/>
                  <a:gd name="T69" fmla="*/ 5109 h 1339"/>
                  <a:gd name="T70" fmla="*/ 809 w 389"/>
                  <a:gd name="T71" fmla="*/ 3879 h 1339"/>
                  <a:gd name="T72" fmla="*/ 620 w 389"/>
                  <a:gd name="T73" fmla="*/ 3806 h 1339"/>
                  <a:gd name="T74" fmla="*/ 504 w 389"/>
                  <a:gd name="T75" fmla="*/ 5544 h 1339"/>
                  <a:gd name="T76" fmla="*/ 504 w 389"/>
                  <a:gd name="T77" fmla="*/ 7101 h 1339"/>
                  <a:gd name="T78" fmla="*/ 544 w 389"/>
                  <a:gd name="T79" fmla="*/ 7608 h 1339"/>
                  <a:gd name="T80" fmla="*/ 305 w 389"/>
                  <a:gd name="T81" fmla="*/ 7112 h 1339"/>
                  <a:gd name="T82" fmla="*/ 385 w 389"/>
                  <a:gd name="T83" fmla="*/ 7694 h 1339"/>
                  <a:gd name="T84" fmla="*/ 404 w 389"/>
                  <a:gd name="T85" fmla="*/ 7883 h 1339"/>
                  <a:gd name="T86" fmla="*/ 60 w 389"/>
                  <a:gd name="T87" fmla="*/ 6528 h 1339"/>
                  <a:gd name="T88" fmla="*/ 148 w 389"/>
                  <a:gd name="T89" fmla="*/ 3940 h 1339"/>
                  <a:gd name="T90" fmla="*/ 577 w 389"/>
                  <a:gd name="T91" fmla="*/ 1206 h 1339"/>
                  <a:gd name="T92" fmla="*/ 1318 w 389"/>
                  <a:gd name="T93" fmla="*/ 718 h 1339"/>
                  <a:gd name="T94" fmla="*/ 2018 w 389"/>
                  <a:gd name="T95" fmla="*/ 0 h 1339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0" t="0" r="r" b="b"/>
                <a:pathLst>
                  <a:path w="389" h="1339">
                    <a:moveTo>
                      <a:pt x="231" y="0"/>
                    </a:moveTo>
                    <a:cubicBezTo>
                      <a:pt x="231" y="0"/>
                      <a:pt x="218" y="47"/>
                      <a:pt x="235" y="65"/>
                    </a:cubicBezTo>
                    <a:cubicBezTo>
                      <a:pt x="251" y="83"/>
                      <a:pt x="278" y="90"/>
                      <a:pt x="294" y="93"/>
                    </a:cubicBezTo>
                    <a:cubicBezTo>
                      <a:pt x="310" y="96"/>
                      <a:pt x="312" y="94"/>
                      <a:pt x="323" y="105"/>
                    </a:cubicBezTo>
                    <a:cubicBezTo>
                      <a:pt x="334" y="115"/>
                      <a:pt x="363" y="124"/>
                      <a:pt x="365" y="182"/>
                    </a:cubicBezTo>
                    <a:cubicBezTo>
                      <a:pt x="367" y="239"/>
                      <a:pt x="363" y="342"/>
                      <a:pt x="372" y="363"/>
                    </a:cubicBezTo>
                    <a:cubicBezTo>
                      <a:pt x="381" y="384"/>
                      <a:pt x="375" y="418"/>
                      <a:pt x="375" y="439"/>
                    </a:cubicBezTo>
                    <a:cubicBezTo>
                      <a:pt x="375" y="461"/>
                      <a:pt x="379" y="583"/>
                      <a:pt x="382" y="606"/>
                    </a:cubicBezTo>
                    <a:cubicBezTo>
                      <a:pt x="386" y="630"/>
                      <a:pt x="389" y="691"/>
                      <a:pt x="374" y="704"/>
                    </a:cubicBezTo>
                    <a:cubicBezTo>
                      <a:pt x="360" y="718"/>
                      <a:pt x="349" y="727"/>
                      <a:pt x="343" y="735"/>
                    </a:cubicBezTo>
                    <a:cubicBezTo>
                      <a:pt x="337" y="742"/>
                      <a:pt x="331" y="739"/>
                      <a:pt x="333" y="730"/>
                    </a:cubicBezTo>
                    <a:cubicBezTo>
                      <a:pt x="334" y="721"/>
                      <a:pt x="340" y="720"/>
                      <a:pt x="345" y="716"/>
                    </a:cubicBezTo>
                    <a:cubicBezTo>
                      <a:pt x="350" y="713"/>
                      <a:pt x="354" y="700"/>
                      <a:pt x="357" y="697"/>
                    </a:cubicBezTo>
                    <a:cubicBezTo>
                      <a:pt x="361" y="694"/>
                      <a:pt x="353" y="671"/>
                      <a:pt x="354" y="661"/>
                    </a:cubicBezTo>
                    <a:cubicBezTo>
                      <a:pt x="354" y="661"/>
                      <a:pt x="347" y="672"/>
                      <a:pt x="346" y="680"/>
                    </a:cubicBezTo>
                    <a:cubicBezTo>
                      <a:pt x="344" y="688"/>
                      <a:pt x="342" y="711"/>
                      <a:pt x="327" y="709"/>
                    </a:cubicBezTo>
                    <a:cubicBezTo>
                      <a:pt x="324" y="709"/>
                      <a:pt x="322" y="705"/>
                      <a:pt x="327" y="697"/>
                    </a:cubicBezTo>
                    <a:cubicBezTo>
                      <a:pt x="331" y="689"/>
                      <a:pt x="332" y="670"/>
                      <a:pt x="331" y="661"/>
                    </a:cubicBezTo>
                    <a:cubicBezTo>
                      <a:pt x="330" y="652"/>
                      <a:pt x="331" y="627"/>
                      <a:pt x="345" y="614"/>
                    </a:cubicBezTo>
                    <a:cubicBezTo>
                      <a:pt x="351" y="608"/>
                      <a:pt x="338" y="535"/>
                      <a:pt x="331" y="514"/>
                    </a:cubicBezTo>
                    <a:cubicBezTo>
                      <a:pt x="331" y="514"/>
                      <a:pt x="310" y="426"/>
                      <a:pt x="313" y="402"/>
                    </a:cubicBezTo>
                    <a:cubicBezTo>
                      <a:pt x="315" y="378"/>
                      <a:pt x="318" y="367"/>
                      <a:pt x="318" y="350"/>
                    </a:cubicBezTo>
                    <a:cubicBezTo>
                      <a:pt x="318" y="333"/>
                      <a:pt x="308" y="257"/>
                      <a:pt x="306" y="246"/>
                    </a:cubicBezTo>
                    <a:cubicBezTo>
                      <a:pt x="306" y="246"/>
                      <a:pt x="308" y="324"/>
                      <a:pt x="296" y="357"/>
                    </a:cubicBezTo>
                    <a:cubicBezTo>
                      <a:pt x="285" y="390"/>
                      <a:pt x="290" y="417"/>
                      <a:pt x="301" y="431"/>
                    </a:cubicBezTo>
                    <a:cubicBezTo>
                      <a:pt x="312" y="445"/>
                      <a:pt x="308" y="451"/>
                      <a:pt x="309" y="478"/>
                    </a:cubicBezTo>
                    <a:cubicBezTo>
                      <a:pt x="310" y="505"/>
                      <a:pt x="337" y="636"/>
                      <a:pt x="307" y="778"/>
                    </a:cubicBezTo>
                    <a:cubicBezTo>
                      <a:pt x="306" y="781"/>
                      <a:pt x="306" y="781"/>
                      <a:pt x="306" y="781"/>
                    </a:cubicBezTo>
                    <a:cubicBezTo>
                      <a:pt x="291" y="852"/>
                      <a:pt x="307" y="897"/>
                      <a:pt x="290" y="958"/>
                    </a:cubicBezTo>
                    <a:cubicBezTo>
                      <a:pt x="282" y="987"/>
                      <a:pt x="272" y="1164"/>
                      <a:pt x="281" y="1194"/>
                    </a:cubicBezTo>
                    <a:cubicBezTo>
                      <a:pt x="291" y="1224"/>
                      <a:pt x="282" y="1221"/>
                      <a:pt x="284" y="1227"/>
                    </a:cubicBezTo>
                    <a:cubicBezTo>
                      <a:pt x="285" y="1233"/>
                      <a:pt x="294" y="1264"/>
                      <a:pt x="299" y="1273"/>
                    </a:cubicBezTo>
                    <a:cubicBezTo>
                      <a:pt x="303" y="1283"/>
                      <a:pt x="317" y="1295"/>
                      <a:pt x="320" y="1295"/>
                    </a:cubicBezTo>
                    <a:cubicBezTo>
                      <a:pt x="322" y="1296"/>
                      <a:pt x="328" y="1301"/>
                      <a:pt x="326" y="1307"/>
                    </a:cubicBezTo>
                    <a:cubicBezTo>
                      <a:pt x="324" y="1316"/>
                      <a:pt x="316" y="1310"/>
                      <a:pt x="316" y="1310"/>
                    </a:cubicBezTo>
                    <a:cubicBezTo>
                      <a:pt x="311" y="1321"/>
                      <a:pt x="303" y="1313"/>
                      <a:pt x="303" y="1313"/>
                    </a:cubicBezTo>
                    <a:cubicBezTo>
                      <a:pt x="298" y="1326"/>
                      <a:pt x="286" y="1315"/>
                      <a:pt x="286" y="1315"/>
                    </a:cubicBezTo>
                    <a:cubicBezTo>
                      <a:pt x="278" y="1333"/>
                      <a:pt x="265" y="1315"/>
                      <a:pt x="265" y="1315"/>
                    </a:cubicBezTo>
                    <a:cubicBezTo>
                      <a:pt x="264" y="1324"/>
                      <a:pt x="256" y="1325"/>
                      <a:pt x="248" y="1325"/>
                    </a:cubicBezTo>
                    <a:cubicBezTo>
                      <a:pt x="240" y="1325"/>
                      <a:pt x="232" y="1322"/>
                      <a:pt x="232" y="1310"/>
                    </a:cubicBezTo>
                    <a:cubicBezTo>
                      <a:pt x="232" y="1304"/>
                      <a:pt x="232" y="1294"/>
                      <a:pt x="224" y="1278"/>
                    </a:cubicBezTo>
                    <a:cubicBezTo>
                      <a:pt x="216" y="1262"/>
                      <a:pt x="220" y="1256"/>
                      <a:pt x="223" y="1238"/>
                    </a:cubicBezTo>
                    <a:cubicBezTo>
                      <a:pt x="226" y="1219"/>
                      <a:pt x="218" y="1231"/>
                      <a:pt x="225" y="1198"/>
                    </a:cubicBezTo>
                    <a:cubicBezTo>
                      <a:pt x="229" y="1177"/>
                      <a:pt x="228" y="1088"/>
                      <a:pt x="219" y="1062"/>
                    </a:cubicBezTo>
                    <a:cubicBezTo>
                      <a:pt x="211" y="1035"/>
                      <a:pt x="214" y="1010"/>
                      <a:pt x="216" y="986"/>
                    </a:cubicBezTo>
                    <a:cubicBezTo>
                      <a:pt x="218" y="963"/>
                      <a:pt x="200" y="928"/>
                      <a:pt x="215" y="875"/>
                    </a:cubicBezTo>
                    <a:cubicBezTo>
                      <a:pt x="223" y="851"/>
                      <a:pt x="219" y="735"/>
                      <a:pt x="217" y="701"/>
                    </a:cubicBezTo>
                    <a:cubicBezTo>
                      <a:pt x="214" y="667"/>
                      <a:pt x="202" y="636"/>
                      <a:pt x="202" y="618"/>
                    </a:cubicBezTo>
                    <a:cubicBezTo>
                      <a:pt x="202" y="599"/>
                      <a:pt x="192" y="596"/>
                      <a:pt x="191" y="616"/>
                    </a:cubicBezTo>
                    <a:cubicBezTo>
                      <a:pt x="191" y="635"/>
                      <a:pt x="183" y="666"/>
                      <a:pt x="175" y="701"/>
                    </a:cubicBezTo>
                    <a:cubicBezTo>
                      <a:pt x="168" y="737"/>
                      <a:pt x="160" y="853"/>
                      <a:pt x="170" y="882"/>
                    </a:cubicBezTo>
                    <a:cubicBezTo>
                      <a:pt x="184" y="924"/>
                      <a:pt x="164" y="963"/>
                      <a:pt x="172" y="995"/>
                    </a:cubicBezTo>
                    <a:cubicBezTo>
                      <a:pt x="178" y="1018"/>
                      <a:pt x="176" y="1047"/>
                      <a:pt x="169" y="1063"/>
                    </a:cubicBezTo>
                    <a:cubicBezTo>
                      <a:pt x="163" y="1080"/>
                      <a:pt x="151" y="1198"/>
                      <a:pt x="157" y="1213"/>
                    </a:cubicBezTo>
                    <a:cubicBezTo>
                      <a:pt x="163" y="1228"/>
                      <a:pt x="158" y="1235"/>
                      <a:pt x="158" y="1241"/>
                    </a:cubicBezTo>
                    <a:cubicBezTo>
                      <a:pt x="158" y="1247"/>
                      <a:pt x="149" y="1278"/>
                      <a:pt x="148" y="1286"/>
                    </a:cubicBezTo>
                    <a:cubicBezTo>
                      <a:pt x="147" y="1294"/>
                      <a:pt x="144" y="1299"/>
                      <a:pt x="149" y="1310"/>
                    </a:cubicBezTo>
                    <a:cubicBezTo>
                      <a:pt x="154" y="1322"/>
                      <a:pt x="143" y="1330"/>
                      <a:pt x="132" y="1332"/>
                    </a:cubicBezTo>
                    <a:cubicBezTo>
                      <a:pt x="122" y="1334"/>
                      <a:pt x="116" y="1325"/>
                      <a:pt x="116" y="1325"/>
                    </a:cubicBezTo>
                    <a:cubicBezTo>
                      <a:pt x="111" y="1339"/>
                      <a:pt x="90" y="1329"/>
                      <a:pt x="90" y="1329"/>
                    </a:cubicBezTo>
                    <a:cubicBezTo>
                      <a:pt x="81" y="1336"/>
                      <a:pt x="72" y="1327"/>
                      <a:pt x="72" y="1327"/>
                    </a:cubicBezTo>
                    <a:cubicBezTo>
                      <a:pt x="63" y="1334"/>
                      <a:pt x="58" y="1323"/>
                      <a:pt x="58" y="1323"/>
                    </a:cubicBezTo>
                    <a:cubicBezTo>
                      <a:pt x="54" y="1327"/>
                      <a:pt x="49" y="1329"/>
                      <a:pt x="44" y="1321"/>
                    </a:cubicBezTo>
                    <a:cubicBezTo>
                      <a:pt x="39" y="1312"/>
                      <a:pt x="46" y="1307"/>
                      <a:pt x="57" y="1301"/>
                    </a:cubicBezTo>
                    <a:cubicBezTo>
                      <a:pt x="68" y="1296"/>
                      <a:pt x="73" y="1272"/>
                      <a:pt x="78" y="1263"/>
                    </a:cubicBezTo>
                    <a:cubicBezTo>
                      <a:pt x="82" y="1254"/>
                      <a:pt x="92" y="1231"/>
                      <a:pt x="92" y="1231"/>
                    </a:cubicBezTo>
                    <a:cubicBezTo>
                      <a:pt x="88" y="1215"/>
                      <a:pt x="103" y="1218"/>
                      <a:pt x="107" y="1183"/>
                    </a:cubicBezTo>
                    <a:cubicBezTo>
                      <a:pt x="111" y="1148"/>
                      <a:pt x="114" y="993"/>
                      <a:pt x="96" y="954"/>
                    </a:cubicBezTo>
                    <a:cubicBezTo>
                      <a:pt x="79" y="915"/>
                      <a:pt x="102" y="879"/>
                      <a:pt x="82" y="788"/>
                    </a:cubicBezTo>
                    <a:cubicBezTo>
                      <a:pt x="52" y="645"/>
                      <a:pt x="79" y="508"/>
                      <a:pt x="80" y="482"/>
                    </a:cubicBezTo>
                    <a:cubicBezTo>
                      <a:pt x="81" y="455"/>
                      <a:pt x="77" y="448"/>
                      <a:pt x="88" y="435"/>
                    </a:cubicBezTo>
                    <a:cubicBezTo>
                      <a:pt x="99" y="421"/>
                      <a:pt x="104" y="400"/>
                      <a:pt x="93" y="366"/>
                    </a:cubicBezTo>
                    <a:cubicBezTo>
                      <a:pt x="82" y="333"/>
                      <a:pt x="83" y="256"/>
                      <a:pt x="83" y="256"/>
                    </a:cubicBezTo>
                    <a:cubicBezTo>
                      <a:pt x="81" y="266"/>
                      <a:pt x="71" y="342"/>
                      <a:pt x="71" y="359"/>
                    </a:cubicBezTo>
                    <a:cubicBezTo>
                      <a:pt x="71" y="376"/>
                      <a:pt x="74" y="387"/>
                      <a:pt x="77" y="411"/>
                    </a:cubicBezTo>
                    <a:cubicBezTo>
                      <a:pt x="79" y="435"/>
                      <a:pt x="58" y="523"/>
                      <a:pt x="58" y="523"/>
                    </a:cubicBezTo>
                    <a:cubicBezTo>
                      <a:pt x="51" y="544"/>
                      <a:pt x="38" y="618"/>
                      <a:pt x="44" y="623"/>
                    </a:cubicBezTo>
                    <a:cubicBezTo>
                      <a:pt x="58" y="636"/>
                      <a:pt x="59" y="661"/>
                      <a:pt x="58" y="670"/>
                    </a:cubicBezTo>
                    <a:cubicBezTo>
                      <a:pt x="57" y="679"/>
                      <a:pt x="58" y="698"/>
                      <a:pt x="62" y="706"/>
                    </a:cubicBezTo>
                    <a:cubicBezTo>
                      <a:pt x="67" y="714"/>
                      <a:pt x="65" y="718"/>
                      <a:pt x="62" y="718"/>
                    </a:cubicBezTo>
                    <a:cubicBezTo>
                      <a:pt x="47" y="720"/>
                      <a:pt x="45" y="697"/>
                      <a:pt x="43" y="690"/>
                    </a:cubicBezTo>
                    <a:cubicBezTo>
                      <a:pt x="42" y="682"/>
                      <a:pt x="35" y="671"/>
                      <a:pt x="35" y="671"/>
                    </a:cubicBezTo>
                    <a:cubicBezTo>
                      <a:pt x="36" y="680"/>
                      <a:pt x="28" y="703"/>
                      <a:pt x="32" y="706"/>
                    </a:cubicBezTo>
                    <a:cubicBezTo>
                      <a:pt x="35" y="709"/>
                      <a:pt x="39" y="722"/>
                      <a:pt x="44" y="726"/>
                    </a:cubicBezTo>
                    <a:cubicBezTo>
                      <a:pt x="49" y="729"/>
                      <a:pt x="55" y="730"/>
                      <a:pt x="57" y="739"/>
                    </a:cubicBezTo>
                    <a:cubicBezTo>
                      <a:pt x="58" y="748"/>
                      <a:pt x="52" y="751"/>
                      <a:pt x="46" y="744"/>
                    </a:cubicBezTo>
                    <a:cubicBezTo>
                      <a:pt x="40" y="736"/>
                      <a:pt x="29" y="727"/>
                      <a:pt x="15" y="714"/>
                    </a:cubicBezTo>
                    <a:cubicBezTo>
                      <a:pt x="0" y="700"/>
                      <a:pt x="3" y="639"/>
                      <a:pt x="7" y="616"/>
                    </a:cubicBezTo>
                    <a:cubicBezTo>
                      <a:pt x="10" y="592"/>
                      <a:pt x="14" y="471"/>
                      <a:pt x="14" y="449"/>
                    </a:cubicBezTo>
                    <a:cubicBezTo>
                      <a:pt x="14" y="427"/>
                      <a:pt x="8" y="393"/>
                      <a:pt x="17" y="372"/>
                    </a:cubicBezTo>
                    <a:cubicBezTo>
                      <a:pt x="26" y="351"/>
                      <a:pt x="23" y="248"/>
                      <a:pt x="24" y="191"/>
                    </a:cubicBezTo>
                    <a:cubicBezTo>
                      <a:pt x="26" y="134"/>
                      <a:pt x="55" y="125"/>
                      <a:pt x="66" y="114"/>
                    </a:cubicBezTo>
                    <a:cubicBezTo>
                      <a:pt x="77" y="103"/>
                      <a:pt x="79" y="105"/>
                      <a:pt x="95" y="102"/>
                    </a:cubicBezTo>
                    <a:cubicBezTo>
                      <a:pt x="111" y="99"/>
                      <a:pt x="134" y="86"/>
                      <a:pt x="151" y="68"/>
                    </a:cubicBezTo>
                    <a:cubicBezTo>
                      <a:pt x="167" y="50"/>
                      <a:pt x="158" y="9"/>
                      <a:pt x="158" y="9"/>
                    </a:cubicBezTo>
                    <a:lnTo>
                      <a:pt x="231" y="0"/>
                    </a:lnTo>
                    <a:close/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597" name="Freeform 568">
                <a:extLst>
                  <a:ext uri="{FF2B5EF4-FFF2-40B4-BE49-F238E27FC236}">
                    <a16:creationId xmlns:a16="http://schemas.microsoft.com/office/drawing/2014/main" id="{2223BB33-C38E-478C-AEA2-96CA40B256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4" y="883"/>
                <a:ext cx="65" cy="147"/>
              </a:xfrm>
              <a:custGeom>
                <a:avLst/>
                <a:gdLst>
                  <a:gd name="T0" fmla="*/ 252 w 32"/>
                  <a:gd name="T1" fmla="*/ 178 h 67"/>
                  <a:gd name="T2" fmla="*/ 116 w 32"/>
                  <a:gd name="T3" fmla="*/ 0 h 67"/>
                  <a:gd name="T4" fmla="*/ 100 w 32"/>
                  <a:gd name="T5" fmla="*/ 371 h 67"/>
                  <a:gd name="T6" fmla="*/ 268 w 32"/>
                  <a:gd name="T7" fmla="*/ 621 h 67"/>
                  <a:gd name="T8" fmla="*/ 252 w 32"/>
                  <a:gd name="T9" fmla="*/ 178 h 6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67">
                    <a:moveTo>
                      <a:pt x="30" y="17"/>
                    </a:moveTo>
                    <a:cubicBezTo>
                      <a:pt x="30" y="17"/>
                      <a:pt x="27" y="0"/>
                      <a:pt x="14" y="0"/>
                    </a:cubicBezTo>
                    <a:cubicBezTo>
                      <a:pt x="0" y="0"/>
                      <a:pt x="9" y="27"/>
                      <a:pt x="12" y="35"/>
                    </a:cubicBezTo>
                    <a:cubicBezTo>
                      <a:pt x="15" y="42"/>
                      <a:pt x="20" y="67"/>
                      <a:pt x="32" y="59"/>
                    </a:cubicBezTo>
                    <a:lnTo>
                      <a:pt x="30" y="17"/>
                    </a:lnTo>
                    <a:close/>
                  </a:path>
                </a:pathLst>
              </a:custGeom>
              <a:solidFill>
                <a:srgbClr val="F6F4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598" name="Freeform 569">
                <a:extLst>
                  <a:ext uri="{FF2B5EF4-FFF2-40B4-BE49-F238E27FC236}">
                    <a16:creationId xmlns:a16="http://schemas.microsoft.com/office/drawing/2014/main" id="{9C3C8F96-AE93-4A4E-8665-246C15B63B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4" y="883"/>
                <a:ext cx="65" cy="147"/>
              </a:xfrm>
              <a:custGeom>
                <a:avLst/>
                <a:gdLst>
                  <a:gd name="T0" fmla="*/ 252 w 32"/>
                  <a:gd name="T1" fmla="*/ 178 h 67"/>
                  <a:gd name="T2" fmla="*/ 116 w 32"/>
                  <a:gd name="T3" fmla="*/ 0 h 67"/>
                  <a:gd name="T4" fmla="*/ 100 w 32"/>
                  <a:gd name="T5" fmla="*/ 371 h 67"/>
                  <a:gd name="T6" fmla="*/ 268 w 32"/>
                  <a:gd name="T7" fmla="*/ 621 h 67"/>
                  <a:gd name="T8" fmla="*/ 252 w 32"/>
                  <a:gd name="T9" fmla="*/ 178 h 6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67">
                    <a:moveTo>
                      <a:pt x="30" y="17"/>
                    </a:moveTo>
                    <a:cubicBezTo>
                      <a:pt x="30" y="17"/>
                      <a:pt x="27" y="0"/>
                      <a:pt x="14" y="0"/>
                    </a:cubicBezTo>
                    <a:cubicBezTo>
                      <a:pt x="0" y="0"/>
                      <a:pt x="9" y="27"/>
                      <a:pt x="12" y="35"/>
                    </a:cubicBezTo>
                    <a:cubicBezTo>
                      <a:pt x="15" y="42"/>
                      <a:pt x="20" y="67"/>
                      <a:pt x="32" y="59"/>
                    </a:cubicBezTo>
                    <a:lnTo>
                      <a:pt x="30" y="17"/>
                    </a:lnTo>
                    <a:close/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599" name="Freeform 570">
                <a:extLst>
                  <a:ext uri="{FF2B5EF4-FFF2-40B4-BE49-F238E27FC236}">
                    <a16:creationId xmlns:a16="http://schemas.microsoft.com/office/drawing/2014/main" id="{9DA28B72-34D1-480C-906C-E79F7DD6DF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8" y="896"/>
                <a:ext cx="25" cy="85"/>
              </a:xfrm>
              <a:custGeom>
                <a:avLst/>
                <a:gdLst>
                  <a:gd name="T0" fmla="*/ 0 w 12"/>
                  <a:gd name="T1" fmla="*/ 81 h 39"/>
                  <a:gd name="T2" fmla="*/ 65 w 12"/>
                  <a:gd name="T3" fmla="*/ 61 h 39"/>
                  <a:gd name="T4" fmla="*/ 100 w 12"/>
                  <a:gd name="T5" fmla="*/ 209 h 39"/>
                  <a:gd name="T6" fmla="*/ 73 w 12"/>
                  <a:gd name="T7" fmla="*/ 209 h 39"/>
                  <a:gd name="T8" fmla="*/ 65 w 12"/>
                  <a:gd name="T9" fmla="*/ 290 h 39"/>
                  <a:gd name="T10" fmla="*/ 100 w 12"/>
                  <a:gd name="T11" fmla="*/ 362 h 39"/>
                  <a:gd name="T12" fmla="*/ 100 w 12"/>
                  <a:gd name="T13" fmla="*/ 403 h 3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39">
                    <a:moveTo>
                      <a:pt x="0" y="8"/>
                    </a:moveTo>
                    <a:cubicBezTo>
                      <a:pt x="1" y="4"/>
                      <a:pt x="5" y="0"/>
                      <a:pt x="7" y="6"/>
                    </a:cubicBezTo>
                    <a:cubicBezTo>
                      <a:pt x="9" y="10"/>
                      <a:pt x="10" y="15"/>
                      <a:pt x="11" y="20"/>
                    </a:cubicBezTo>
                    <a:cubicBezTo>
                      <a:pt x="9" y="19"/>
                      <a:pt x="9" y="19"/>
                      <a:pt x="8" y="20"/>
                    </a:cubicBezTo>
                    <a:cubicBezTo>
                      <a:pt x="7" y="22"/>
                      <a:pt x="7" y="25"/>
                      <a:pt x="7" y="28"/>
                    </a:cubicBezTo>
                    <a:cubicBezTo>
                      <a:pt x="8" y="31"/>
                      <a:pt x="9" y="33"/>
                      <a:pt x="11" y="35"/>
                    </a:cubicBezTo>
                    <a:cubicBezTo>
                      <a:pt x="11" y="36"/>
                      <a:pt x="12" y="38"/>
                      <a:pt x="11" y="39"/>
                    </a:cubicBezTo>
                  </a:path>
                </a:pathLst>
              </a:custGeom>
              <a:noFill/>
              <a:ln w="1270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600" name="Freeform 571">
                <a:extLst>
                  <a:ext uri="{FF2B5EF4-FFF2-40B4-BE49-F238E27FC236}">
                    <a16:creationId xmlns:a16="http://schemas.microsoft.com/office/drawing/2014/main" id="{E0A4E677-6ADE-4DCB-B8CD-69CA2E765F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1" y="883"/>
                <a:ext cx="64" cy="147"/>
              </a:xfrm>
              <a:custGeom>
                <a:avLst/>
                <a:gdLst>
                  <a:gd name="T0" fmla="*/ 8 w 31"/>
                  <a:gd name="T1" fmla="*/ 178 h 67"/>
                  <a:gd name="T2" fmla="*/ 157 w 31"/>
                  <a:gd name="T3" fmla="*/ 0 h 67"/>
                  <a:gd name="T4" fmla="*/ 167 w 31"/>
                  <a:gd name="T5" fmla="*/ 371 h 67"/>
                  <a:gd name="T6" fmla="*/ 0 w 31"/>
                  <a:gd name="T7" fmla="*/ 621 h 67"/>
                  <a:gd name="T8" fmla="*/ 8 w 31"/>
                  <a:gd name="T9" fmla="*/ 178 h 6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67">
                    <a:moveTo>
                      <a:pt x="1" y="17"/>
                    </a:moveTo>
                    <a:cubicBezTo>
                      <a:pt x="1" y="17"/>
                      <a:pt x="4" y="0"/>
                      <a:pt x="18" y="0"/>
                    </a:cubicBezTo>
                    <a:cubicBezTo>
                      <a:pt x="31" y="0"/>
                      <a:pt x="22" y="27"/>
                      <a:pt x="19" y="35"/>
                    </a:cubicBezTo>
                    <a:cubicBezTo>
                      <a:pt x="16" y="42"/>
                      <a:pt x="11" y="67"/>
                      <a:pt x="0" y="59"/>
                    </a:cubicBezTo>
                    <a:lnTo>
                      <a:pt x="1" y="17"/>
                    </a:lnTo>
                    <a:close/>
                  </a:path>
                </a:pathLst>
              </a:custGeom>
              <a:solidFill>
                <a:srgbClr val="F6F4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601" name="Freeform 572">
                <a:extLst>
                  <a:ext uri="{FF2B5EF4-FFF2-40B4-BE49-F238E27FC236}">
                    <a16:creationId xmlns:a16="http://schemas.microsoft.com/office/drawing/2014/main" id="{9E42BD0A-C5FF-4787-8C5A-BD456102F1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1" y="883"/>
                <a:ext cx="64" cy="147"/>
              </a:xfrm>
              <a:custGeom>
                <a:avLst/>
                <a:gdLst>
                  <a:gd name="T0" fmla="*/ 8 w 31"/>
                  <a:gd name="T1" fmla="*/ 178 h 67"/>
                  <a:gd name="T2" fmla="*/ 157 w 31"/>
                  <a:gd name="T3" fmla="*/ 0 h 67"/>
                  <a:gd name="T4" fmla="*/ 167 w 31"/>
                  <a:gd name="T5" fmla="*/ 371 h 67"/>
                  <a:gd name="T6" fmla="*/ 0 w 31"/>
                  <a:gd name="T7" fmla="*/ 621 h 67"/>
                  <a:gd name="T8" fmla="*/ 8 w 31"/>
                  <a:gd name="T9" fmla="*/ 178 h 6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67">
                    <a:moveTo>
                      <a:pt x="1" y="17"/>
                    </a:moveTo>
                    <a:cubicBezTo>
                      <a:pt x="1" y="17"/>
                      <a:pt x="4" y="0"/>
                      <a:pt x="18" y="0"/>
                    </a:cubicBezTo>
                    <a:cubicBezTo>
                      <a:pt x="31" y="0"/>
                      <a:pt x="22" y="27"/>
                      <a:pt x="19" y="35"/>
                    </a:cubicBezTo>
                    <a:cubicBezTo>
                      <a:pt x="16" y="42"/>
                      <a:pt x="11" y="67"/>
                      <a:pt x="0" y="59"/>
                    </a:cubicBezTo>
                    <a:lnTo>
                      <a:pt x="1" y="17"/>
                    </a:lnTo>
                    <a:close/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602" name="Freeform 573">
                <a:extLst>
                  <a:ext uri="{FF2B5EF4-FFF2-40B4-BE49-F238E27FC236}">
                    <a16:creationId xmlns:a16="http://schemas.microsoft.com/office/drawing/2014/main" id="{B5EB21F8-5C3D-421D-B9D6-C2CE8213E3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5" y="718"/>
                <a:ext cx="276" cy="494"/>
              </a:xfrm>
              <a:custGeom>
                <a:avLst/>
                <a:gdLst>
                  <a:gd name="T0" fmla="*/ 601 w 134"/>
                  <a:gd name="T1" fmla="*/ 53 h 225"/>
                  <a:gd name="T2" fmla="*/ 0 w 134"/>
                  <a:gd name="T3" fmla="*/ 613 h 225"/>
                  <a:gd name="T4" fmla="*/ 16 w 134"/>
                  <a:gd name="T5" fmla="*/ 1080 h 225"/>
                  <a:gd name="T6" fmla="*/ 97 w 134"/>
                  <a:gd name="T7" fmla="*/ 1548 h 225"/>
                  <a:gd name="T8" fmla="*/ 620 w 134"/>
                  <a:gd name="T9" fmla="*/ 2382 h 225"/>
                  <a:gd name="T10" fmla="*/ 1112 w 134"/>
                  <a:gd name="T11" fmla="*/ 1532 h 225"/>
                  <a:gd name="T12" fmla="*/ 1162 w 134"/>
                  <a:gd name="T13" fmla="*/ 1008 h 225"/>
                  <a:gd name="T14" fmla="*/ 1145 w 134"/>
                  <a:gd name="T15" fmla="*/ 573 h 225"/>
                  <a:gd name="T16" fmla="*/ 601 w 134"/>
                  <a:gd name="T17" fmla="*/ 53 h 22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34" h="225">
                    <a:moveTo>
                      <a:pt x="69" y="5"/>
                    </a:moveTo>
                    <a:cubicBezTo>
                      <a:pt x="69" y="5"/>
                      <a:pt x="0" y="0"/>
                      <a:pt x="0" y="58"/>
                    </a:cubicBezTo>
                    <a:cubicBezTo>
                      <a:pt x="0" y="76"/>
                      <a:pt x="2" y="113"/>
                      <a:pt x="2" y="102"/>
                    </a:cubicBezTo>
                    <a:cubicBezTo>
                      <a:pt x="2" y="93"/>
                      <a:pt x="0" y="133"/>
                      <a:pt x="11" y="146"/>
                    </a:cubicBezTo>
                    <a:cubicBezTo>
                      <a:pt x="24" y="164"/>
                      <a:pt x="30" y="225"/>
                      <a:pt x="71" y="225"/>
                    </a:cubicBezTo>
                    <a:cubicBezTo>
                      <a:pt x="112" y="225"/>
                      <a:pt x="114" y="174"/>
                      <a:pt x="127" y="145"/>
                    </a:cubicBezTo>
                    <a:cubicBezTo>
                      <a:pt x="134" y="129"/>
                      <a:pt x="134" y="105"/>
                      <a:pt x="133" y="95"/>
                    </a:cubicBezTo>
                    <a:cubicBezTo>
                      <a:pt x="131" y="86"/>
                      <a:pt x="131" y="54"/>
                      <a:pt x="131" y="54"/>
                    </a:cubicBezTo>
                    <a:cubicBezTo>
                      <a:pt x="131" y="54"/>
                      <a:pt x="132" y="5"/>
                      <a:pt x="69" y="5"/>
                    </a:cubicBezTo>
                    <a:close/>
                  </a:path>
                </a:pathLst>
              </a:custGeom>
              <a:solidFill>
                <a:srgbClr val="F6F4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603" name="Freeform 574">
                <a:extLst>
                  <a:ext uri="{FF2B5EF4-FFF2-40B4-BE49-F238E27FC236}">
                    <a16:creationId xmlns:a16="http://schemas.microsoft.com/office/drawing/2014/main" id="{9F75D134-AA00-43B5-849F-7933205664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5" y="718"/>
                <a:ext cx="278" cy="494"/>
              </a:xfrm>
              <a:custGeom>
                <a:avLst/>
                <a:gdLst>
                  <a:gd name="T0" fmla="*/ 612 w 135"/>
                  <a:gd name="T1" fmla="*/ 53 h 225"/>
                  <a:gd name="T2" fmla="*/ 0 w 135"/>
                  <a:gd name="T3" fmla="*/ 613 h 225"/>
                  <a:gd name="T4" fmla="*/ 16 w 135"/>
                  <a:gd name="T5" fmla="*/ 1080 h 225"/>
                  <a:gd name="T6" fmla="*/ 97 w 135"/>
                  <a:gd name="T7" fmla="*/ 1548 h 225"/>
                  <a:gd name="T8" fmla="*/ 620 w 135"/>
                  <a:gd name="T9" fmla="*/ 2382 h 225"/>
                  <a:gd name="T10" fmla="*/ 1120 w 135"/>
                  <a:gd name="T11" fmla="*/ 1532 h 225"/>
                  <a:gd name="T12" fmla="*/ 1161 w 135"/>
                  <a:gd name="T13" fmla="*/ 1008 h 225"/>
                  <a:gd name="T14" fmla="*/ 1153 w 135"/>
                  <a:gd name="T15" fmla="*/ 573 h 225"/>
                  <a:gd name="T16" fmla="*/ 612 w 135"/>
                  <a:gd name="T17" fmla="*/ 53 h 22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35" h="225">
                    <a:moveTo>
                      <a:pt x="70" y="5"/>
                    </a:moveTo>
                    <a:cubicBezTo>
                      <a:pt x="70" y="5"/>
                      <a:pt x="0" y="0"/>
                      <a:pt x="0" y="58"/>
                    </a:cubicBezTo>
                    <a:cubicBezTo>
                      <a:pt x="0" y="76"/>
                      <a:pt x="1" y="85"/>
                      <a:pt x="2" y="102"/>
                    </a:cubicBezTo>
                    <a:cubicBezTo>
                      <a:pt x="2" y="104"/>
                      <a:pt x="2" y="132"/>
                      <a:pt x="11" y="146"/>
                    </a:cubicBezTo>
                    <a:cubicBezTo>
                      <a:pt x="24" y="165"/>
                      <a:pt x="30" y="225"/>
                      <a:pt x="71" y="225"/>
                    </a:cubicBezTo>
                    <a:cubicBezTo>
                      <a:pt x="112" y="225"/>
                      <a:pt x="115" y="174"/>
                      <a:pt x="128" y="145"/>
                    </a:cubicBezTo>
                    <a:cubicBezTo>
                      <a:pt x="135" y="129"/>
                      <a:pt x="134" y="105"/>
                      <a:pt x="133" y="95"/>
                    </a:cubicBezTo>
                    <a:cubicBezTo>
                      <a:pt x="132" y="86"/>
                      <a:pt x="132" y="54"/>
                      <a:pt x="132" y="54"/>
                    </a:cubicBezTo>
                    <a:cubicBezTo>
                      <a:pt x="132" y="54"/>
                      <a:pt x="132" y="5"/>
                      <a:pt x="70" y="5"/>
                    </a:cubicBezTo>
                    <a:close/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604" name="Freeform 575">
                <a:extLst>
                  <a:ext uri="{FF2B5EF4-FFF2-40B4-BE49-F238E27FC236}">
                    <a16:creationId xmlns:a16="http://schemas.microsoft.com/office/drawing/2014/main" id="{3690ADEC-90D9-4F51-9BD4-1DD5400006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6" y="931"/>
                <a:ext cx="74" cy="46"/>
              </a:xfrm>
              <a:custGeom>
                <a:avLst/>
                <a:gdLst>
                  <a:gd name="T0" fmla="*/ 16 w 36"/>
                  <a:gd name="T1" fmla="*/ 116 h 21"/>
                  <a:gd name="T2" fmla="*/ 164 w 36"/>
                  <a:gd name="T3" fmla="*/ 9 h 21"/>
                  <a:gd name="T4" fmla="*/ 312 w 36"/>
                  <a:gd name="T5" fmla="*/ 96 h 21"/>
                  <a:gd name="T6" fmla="*/ 51 w 36"/>
                  <a:gd name="T7" fmla="*/ 134 h 21"/>
                  <a:gd name="T8" fmla="*/ 16 w 36"/>
                  <a:gd name="T9" fmla="*/ 116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" h="21">
                    <a:moveTo>
                      <a:pt x="2" y="11"/>
                    </a:moveTo>
                    <a:cubicBezTo>
                      <a:pt x="2" y="11"/>
                      <a:pt x="9" y="1"/>
                      <a:pt x="19" y="1"/>
                    </a:cubicBezTo>
                    <a:cubicBezTo>
                      <a:pt x="28" y="0"/>
                      <a:pt x="36" y="9"/>
                      <a:pt x="36" y="9"/>
                    </a:cubicBezTo>
                    <a:cubicBezTo>
                      <a:pt x="36" y="9"/>
                      <a:pt x="27" y="21"/>
                      <a:pt x="6" y="13"/>
                    </a:cubicBezTo>
                    <a:cubicBezTo>
                      <a:pt x="6" y="13"/>
                      <a:pt x="0" y="15"/>
                      <a:pt x="2" y="1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605" name="Freeform 576">
                <a:extLst>
                  <a:ext uri="{FF2B5EF4-FFF2-40B4-BE49-F238E27FC236}">
                    <a16:creationId xmlns:a16="http://schemas.microsoft.com/office/drawing/2014/main" id="{666FDDB7-3719-4F72-9C0A-8BC1EE6E35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0" y="931"/>
                <a:ext cx="74" cy="46"/>
              </a:xfrm>
              <a:custGeom>
                <a:avLst/>
                <a:gdLst>
                  <a:gd name="T0" fmla="*/ 296 w 36"/>
                  <a:gd name="T1" fmla="*/ 125 h 21"/>
                  <a:gd name="T2" fmla="*/ 156 w 36"/>
                  <a:gd name="T3" fmla="*/ 9 h 21"/>
                  <a:gd name="T4" fmla="*/ 0 w 36"/>
                  <a:gd name="T5" fmla="*/ 96 h 21"/>
                  <a:gd name="T6" fmla="*/ 261 w 36"/>
                  <a:gd name="T7" fmla="*/ 134 h 21"/>
                  <a:gd name="T8" fmla="*/ 296 w 36"/>
                  <a:gd name="T9" fmla="*/ 125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" h="21">
                    <a:moveTo>
                      <a:pt x="34" y="12"/>
                    </a:moveTo>
                    <a:cubicBezTo>
                      <a:pt x="34" y="12"/>
                      <a:pt x="27" y="1"/>
                      <a:pt x="18" y="1"/>
                    </a:cubicBezTo>
                    <a:cubicBezTo>
                      <a:pt x="8" y="0"/>
                      <a:pt x="0" y="9"/>
                      <a:pt x="0" y="9"/>
                    </a:cubicBezTo>
                    <a:cubicBezTo>
                      <a:pt x="0" y="9"/>
                      <a:pt x="10" y="21"/>
                      <a:pt x="30" y="13"/>
                    </a:cubicBezTo>
                    <a:cubicBezTo>
                      <a:pt x="30" y="13"/>
                      <a:pt x="36" y="15"/>
                      <a:pt x="34" y="1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606" name="Freeform 577">
                <a:extLst>
                  <a:ext uri="{FF2B5EF4-FFF2-40B4-BE49-F238E27FC236}">
                    <a16:creationId xmlns:a16="http://schemas.microsoft.com/office/drawing/2014/main" id="{34158750-0EF4-4F2D-A862-77018897DB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0" y="909"/>
                <a:ext cx="70" cy="35"/>
              </a:xfrm>
              <a:custGeom>
                <a:avLst/>
                <a:gdLst>
                  <a:gd name="T0" fmla="*/ 0 w 34"/>
                  <a:gd name="T1" fmla="*/ 168 h 16"/>
                  <a:gd name="T2" fmla="*/ 296 w 34"/>
                  <a:gd name="T3" fmla="*/ 149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4" h="16">
                    <a:moveTo>
                      <a:pt x="0" y="16"/>
                    </a:moveTo>
                    <a:cubicBezTo>
                      <a:pt x="0" y="16"/>
                      <a:pt x="17" y="0"/>
                      <a:pt x="34" y="14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607" name="Freeform 578">
                <a:extLst>
                  <a:ext uri="{FF2B5EF4-FFF2-40B4-BE49-F238E27FC236}">
                    <a16:creationId xmlns:a16="http://schemas.microsoft.com/office/drawing/2014/main" id="{855B6001-1163-4E00-95A0-C3791BF3AB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6" y="966"/>
                <a:ext cx="27" cy="13"/>
              </a:xfrm>
              <a:custGeom>
                <a:avLst/>
                <a:gdLst>
                  <a:gd name="T0" fmla="*/ 0 w 13"/>
                  <a:gd name="T1" fmla="*/ 0 h 6"/>
                  <a:gd name="T2" fmla="*/ 116 w 13"/>
                  <a:gd name="T3" fmla="*/ 61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6">
                    <a:moveTo>
                      <a:pt x="0" y="0"/>
                    </a:moveTo>
                    <a:cubicBezTo>
                      <a:pt x="5" y="1"/>
                      <a:pt x="9" y="4"/>
                      <a:pt x="13" y="6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608" name="Freeform 579">
                <a:extLst>
                  <a:ext uri="{FF2B5EF4-FFF2-40B4-BE49-F238E27FC236}">
                    <a16:creationId xmlns:a16="http://schemas.microsoft.com/office/drawing/2014/main" id="{81B66837-3D3A-4582-995E-CFD7C32DBE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8" y="883"/>
                <a:ext cx="91" cy="48"/>
              </a:xfrm>
              <a:custGeom>
                <a:avLst/>
                <a:gdLst>
                  <a:gd name="T0" fmla="*/ 0 w 44"/>
                  <a:gd name="T1" fmla="*/ 113 h 22"/>
                  <a:gd name="T2" fmla="*/ 35 w 44"/>
                  <a:gd name="T3" fmla="*/ 209 h 22"/>
                  <a:gd name="T4" fmla="*/ 389 w 44"/>
                  <a:gd name="T5" fmla="*/ 209 h 22"/>
                  <a:gd name="T6" fmla="*/ 0 w 44"/>
                  <a:gd name="T7" fmla="*/ 113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4" h="22">
                    <a:moveTo>
                      <a:pt x="0" y="11"/>
                    </a:moveTo>
                    <a:cubicBezTo>
                      <a:pt x="0" y="11"/>
                      <a:pt x="0" y="22"/>
                      <a:pt x="4" y="20"/>
                    </a:cubicBezTo>
                    <a:cubicBezTo>
                      <a:pt x="9" y="19"/>
                      <a:pt x="29" y="12"/>
                      <a:pt x="44" y="20"/>
                    </a:cubicBezTo>
                    <a:cubicBezTo>
                      <a:pt x="44" y="20"/>
                      <a:pt x="39" y="0"/>
                      <a:pt x="0" y="11"/>
                    </a:cubicBezTo>
                    <a:close/>
                  </a:path>
                </a:pathLst>
              </a:custGeom>
              <a:solidFill>
                <a:srgbClr val="40161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609" name="Freeform 580">
                <a:extLst>
                  <a:ext uri="{FF2B5EF4-FFF2-40B4-BE49-F238E27FC236}">
                    <a16:creationId xmlns:a16="http://schemas.microsoft.com/office/drawing/2014/main" id="{39BDF8BF-53EE-4E33-B46C-4B76D791E4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6" y="931"/>
                <a:ext cx="35" cy="35"/>
              </a:xfrm>
              <a:custGeom>
                <a:avLst/>
                <a:gdLst>
                  <a:gd name="T0" fmla="*/ 16 w 17"/>
                  <a:gd name="T1" fmla="*/ 20 h 16"/>
                  <a:gd name="T2" fmla="*/ 0 w 17"/>
                  <a:gd name="T3" fmla="*/ 72 h 16"/>
                  <a:gd name="T4" fmla="*/ 80 w 17"/>
                  <a:gd name="T5" fmla="*/ 168 h 16"/>
                  <a:gd name="T6" fmla="*/ 148 w 17"/>
                  <a:gd name="T7" fmla="*/ 72 h 16"/>
                  <a:gd name="T8" fmla="*/ 140 w 17"/>
                  <a:gd name="T9" fmla="*/ 33 h 16"/>
                  <a:gd name="T10" fmla="*/ 16 w 17"/>
                  <a:gd name="T11" fmla="*/ 20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7" h="16">
                    <a:moveTo>
                      <a:pt x="2" y="2"/>
                    </a:moveTo>
                    <a:cubicBezTo>
                      <a:pt x="1" y="4"/>
                      <a:pt x="0" y="6"/>
                      <a:pt x="0" y="7"/>
                    </a:cubicBezTo>
                    <a:cubicBezTo>
                      <a:pt x="0" y="12"/>
                      <a:pt x="4" y="16"/>
                      <a:pt x="9" y="16"/>
                    </a:cubicBezTo>
                    <a:cubicBezTo>
                      <a:pt x="14" y="16"/>
                      <a:pt x="17" y="12"/>
                      <a:pt x="17" y="7"/>
                    </a:cubicBezTo>
                    <a:cubicBezTo>
                      <a:pt x="17" y="6"/>
                      <a:pt x="17" y="4"/>
                      <a:pt x="16" y="3"/>
                    </a:cubicBezTo>
                    <a:cubicBezTo>
                      <a:pt x="15" y="1"/>
                      <a:pt x="4" y="0"/>
                      <a:pt x="2" y="2"/>
                    </a:cubicBezTo>
                    <a:close/>
                  </a:path>
                </a:pathLst>
              </a:custGeom>
              <a:solidFill>
                <a:srgbClr val="2053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610" name="Freeform 581">
                <a:extLst>
                  <a:ext uri="{FF2B5EF4-FFF2-40B4-BE49-F238E27FC236}">
                    <a16:creationId xmlns:a16="http://schemas.microsoft.com/office/drawing/2014/main" id="{6CB8DAFD-75E9-4345-AB71-D08EC63FCA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8" y="933"/>
                <a:ext cx="33" cy="18"/>
              </a:xfrm>
              <a:custGeom>
                <a:avLst/>
                <a:gdLst>
                  <a:gd name="T0" fmla="*/ 132 w 16"/>
                  <a:gd name="T1" fmla="*/ 92 h 8"/>
                  <a:gd name="T2" fmla="*/ 107 w 16"/>
                  <a:gd name="T3" fmla="*/ 81 h 8"/>
                  <a:gd name="T4" fmla="*/ 60 w 16"/>
                  <a:gd name="T5" fmla="*/ 81 h 8"/>
                  <a:gd name="T6" fmla="*/ 8 w 16"/>
                  <a:gd name="T7" fmla="*/ 72 h 8"/>
                  <a:gd name="T8" fmla="*/ 8 w 16"/>
                  <a:gd name="T9" fmla="*/ 36 h 8"/>
                  <a:gd name="T10" fmla="*/ 25 w 16"/>
                  <a:gd name="T11" fmla="*/ 11 h 8"/>
                  <a:gd name="T12" fmla="*/ 80 w 16"/>
                  <a:gd name="T13" fmla="*/ 0 h 8"/>
                  <a:gd name="T14" fmla="*/ 132 w 16"/>
                  <a:gd name="T15" fmla="*/ 36 h 8"/>
                  <a:gd name="T16" fmla="*/ 132 w 16"/>
                  <a:gd name="T17" fmla="*/ 92 h 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6" h="8">
                    <a:moveTo>
                      <a:pt x="15" y="8"/>
                    </a:moveTo>
                    <a:cubicBezTo>
                      <a:pt x="15" y="7"/>
                      <a:pt x="13" y="7"/>
                      <a:pt x="12" y="7"/>
                    </a:cubicBezTo>
                    <a:cubicBezTo>
                      <a:pt x="10" y="7"/>
                      <a:pt x="9" y="7"/>
                      <a:pt x="7" y="7"/>
                    </a:cubicBezTo>
                    <a:cubicBezTo>
                      <a:pt x="5" y="7"/>
                      <a:pt x="1" y="8"/>
                      <a:pt x="1" y="6"/>
                    </a:cubicBezTo>
                    <a:cubicBezTo>
                      <a:pt x="1" y="5"/>
                      <a:pt x="0" y="4"/>
                      <a:pt x="1" y="3"/>
                    </a:cubicBezTo>
                    <a:cubicBezTo>
                      <a:pt x="1" y="2"/>
                      <a:pt x="2" y="2"/>
                      <a:pt x="3" y="1"/>
                    </a:cubicBezTo>
                    <a:cubicBezTo>
                      <a:pt x="5" y="1"/>
                      <a:pt x="7" y="0"/>
                      <a:pt x="9" y="0"/>
                    </a:cubicBezTo>
                    <a:cubicBezTo>
                      <a:pt x="10" y="0"/>
                      <a:pt x="14" y="1"/>
                      <a:pt x="15" y="3"/>
                    </a:cubicBezTo>
                    <a:cubicBezTo>
                      <a:pt x="16" y="4"/>
                      <a:pt x="16" y="6"/>
                      <a:pt x="15" y="8"/>
                    </a:cubicBezTo>
                  </a:path>
                </a:pathLst>
              </a:custGeom>
              <a:solidFill>
                <a:srgbClr val="1F46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611" name="Freeform 582">
                <a:extLst>
                  <a:ext uri="{FF2B5EF4-FFF2-40B4-BE49-F238E27FC236}">
                    <a16:creationId xmlns:a16="http://schemas.microsoft.com/office/drawing/2014/main" id="{8DF24B53-188B-4F1B-BB7B-B671B98D21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6" y="931"/>
                <a:ext cx="35" cy="35"/>
              </a:xfrm>
              <a:custGeom>
                <a:avLst/>
                <a:gdLst>
                  <a:gd name="T0" fmla="*/ 16 w 17"/>
                  <a:gd name="T1" fmla="*/ 20 h 16"/>
                  <a:gd name="T2" fmla="*/ 0 w 17"/>
                  <a:gd name="T3" fmla="*/ 72 h 16"/>
                  <a:gd name="T4" fmla="*/ 80 w 17"/>
                  <a:gd name="T5" fmla="*/ 168 h 16"/>
                  <a:gd name="T6" fmla="*/ 148 w 17"/>
                  <a:gd name="T7" fmla="*/ 72 h 16"/>
                  <a:gd name="T8" fmla="*/ 140 w 17"/>
                  <a:gd name="T9" fmla="*/ 33 h 16"/>
                  <a:gd name="T10" fmla="*/ 16 w 17"/>
                  <a:gd name="T11" fmla="*/ 20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7" h="16">
                    <a:moveTo>
                      <a:pt x="2" y="2"/>
                    </a:moveTo>
                    <a:cubicBezTo>
                      <a:pt x="1" y="4"/>
                      <a:pt x="0" y="6"/>
                      <a:pt x="0" y="7"/>
                    </a:cubicBezTo>
                    <a:cubicBezTo>
                      <a:pt x="0" y="12"/>
                      <a:pt x="4" y="16"/>
                      <a:pt x="9" y="16"/>
                    </a:cubicBezTo>
                    <a:cubicBezTo>
                      <a:pt x="14" y="16"/>
                      <a:pt x="17" y="12"/>
                      <a:pt x="17" y="7"/>
                    </a:cubicBezTo>
                    <a:cubicBezTo>
                      <a:pt x="17" y="6"/>
                      <a:pt x="17" y="4"/>
                      <a:pt x="16" y="3"/>
                    </a:cubicBezTo>
                    <a:cubicBezTo>
                      <a:pt x="15" y="1"/>
                      <a:pt x="4" y="0"/>
                      <a:pt x="2" y="2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612" name="Oval 583">
                <a:extLst>
                  <a:ext uri="{FF2B5EF4-FFF2-40B4-BE49-F238E27FC236}">
                    <a16:creationId xmlns:a16="http://schemas.microsoft.com/office/drawing/2014/main" id="{2715E7A6-A624-4CE2-9D70-39763F6F74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19" y="940"/>
                <a:ext cx="12" cy="15"/>
              </a:xfrm>
              <a:prstGeom prst="ellipse">
                <a:avLst/>
              </a:pr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4613" name="Oval 584">
                <a:extLst>
                  <a:ext uri="{FF2B5EF4-FFF2-40B4-BE49-F238E27FC236}">
                    <a16:creationId xmlns:a16="http://schemas.microsoft.com/office/drawing/2014/main" id="{6968734D-38D7-4FD0-B852-82BCAAAB2D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17" y="937"/>
                <a:ext cx="8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4614" name="Oval 585">
                <a:extLst>
                  <a:ext uri="{FF2B5EF4-FFF2-40B4-BE49-F238E27FC236}">
                    <a16:creationId xmlns:a16="http://schemas.microsoft.com/office/drawing/2014/main" id="{5F9D6092-72B9-4711-9E05-5EDFADA834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14" y="948"/>
                <a:ext cx="5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4615" name="Freeform 586">
                <a:extLst>
                  <a:ext uri="{FF2B5EF4-FFF2-40B4-BE49-F238E27FC236}">
                    <a16:creationId xmlns:a16="http://schemas.microsoft.com/office/drawing/2014/main" id="{99D1CD2B-638F-436D-B0B7-35B364C9CF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0" y="909"/>
                <a:ext cx="70" cy="35"/>
              </a:xfrm>
              <a:custGeom>
                <a:avLst/>
                <a:gdLst>
                  <a:gd name="T0" fmla="*/ 296 w 34"/>
                  <a:gd name="T1" fmla="*/ 168 h 16"/>
                  <a:gd name="T2" fmla="*/ 0 w 34"/>
                  <a:gd name="T3" fmla="*/ 149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4" h="16">
                    <a:moveTo>
                      <a:pt x="34" y="16"/>
                    </a:moveTo>
                    <a:cubicBezTo>
                      <a:pt x="34" y="16"/>
                      <a:pt x="17" y="0"/>
                      <a:pt x="0" y="14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616" name="Freeform 587">
                <a:extLst>
                  <a:ext uri="{FF2B5EF4-FFF2-40B4-BE49-F238E27FC236}">
                    <a16:creationId xmlns:a16="http://schemas.microsoft.com/office/drawing/2014/main" id="{5F1BCA4A-5343-446D-8706-0F572B2CF4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0" y="933"/>
                <a:ext cx="74" cy="44"/>
              </a:xfrm>
              <a:custGeom>
                <a:avLst/>
                <a:gdLst>
                  <a:gd name="T0" fmla="*/ 296 w 36"/>
                  <a:gd name="T1" fmla="*/ 117 h 20"/>
                  <a:gd name="T2" fmla="*/ 156 w 36"/>
                  <a:gd name="T3" fmla="*/ 0 h 20"/>
                  <a:gd name="T4" fmla="*/ 0 w 36"/>
                  <a:gd name="T5" fmla="*/ 88 h 20"/>
                  <a:gd name="T6" fmla="*/ 261 w 36"/>
                  <a:gd name="T7" fmla="*/ 125 h 20"/>
                  <a:gd name="T8" fmla="*/ 296 w 36"/>
                  <a:gd name="T9" fmla="*/ 117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" h="20">
                    <a:moveTo>
                      <a:pt x="34" y="11"/>
                    </a:moveTo>
                    <a:cubicBezTo>
                      <a:pt x="34" y="11"/>
                      <a:pt x="27" y="0"/>
                      <a:pt x="18" y="0"/>
                    </a:cubicBezTo>
                    <a:cubicBezTo>
                      <a:pt x="8" y="0"/>
                      <a:pt x="0" y="8"/>
                      <a:pt x="0" y="8"/>
                    </a:cubicBezTo>
                    <a:cubicBezTo>
                      <a:pt x="0" y="8"/>
                      <a:pt x="10" y="20"/>
                      <a:pt x="30" y="12"/>
                    </a:cubicBezTo>
                    <a:cubicBezTo>
                      <a:pt x="30" y="12"/>
                      <a:pt x="36" y="14"/>
                      <a:pt x="34" y="11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617" name="Freeform 588">
                <a:extLst>
                  <a:ext uri="{FF2B5EF4-FFF2-40B4-BE49-F238E27FC236}">
                    <a16:creationId xmlns:a16="http://schemas.microsoft.com/office/drawing/2014/main" id="{80457D8E-72B4-4F16-8F71-CE6D7EA5F4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7" y="951"/>
                <a:ext cx="22" cy="13"/>
              </a:xfrm>
              <a:custGeom>
                <a:avLst/>
                <a:gdLst>
                  <a:gd name="T0" fmla="*/ 80 w 11"/>
                  <a:gd name="T1" fmla="*/ 9 h 6"/>
                  <a:gd name="T2" fmla="*/ 64 w 11"/>
                  <a:gd name="T3" fmla="*/ 9 h 6"/>
                  <a:gd name="T4" fmla="*/ 32 w 11"/>
                  <a:gd name="T5" fmla="*/ 33 h 6"/>
                  <a:gd name="T6" fmla="*/ 16 w 11"/>
                  <a:gd name="T7" fmla="*/ 33 h 6"/>
                  <a:gd name="T8" fmla="*/ 8 w 11"/>
                  <a:gd name="T9" fmla="*/ 20 h 6"/>
                  <a:gd name="T10" fmla="*/ 8 w 11"/>
                  <a:gd name="T11" fmla="*/ 52 h 6"/>
                  <a:gd name="T12" fmla="*/ 32 w 11"/>
                  <a:gd name="T13" fmla="*/ 61 h 6"/>
                  <a:gd name="T14" fmla="*/ 64 w 11"/>
                  <a:gd name="T15" fmla="*/ 52 h 6"/>
                  <a:gd name="T16" fmla="*/ 72 w 11"/>
                  <a:gd name="T17" fmla="*/ 43 h 6"/>
                  <a:gd name="T18" fmla="*/ 80 w 11"/>
                  <a:gd name="T19" fmla="*/ 33 h 6"/>
                  <a:gd name="T20" fmla="*/ 88 w 11"/>
                  <a:gd name="T21" fmla="*/ 9 h 6"/>
                  <a:gd name="T22" fmla="*/ 88 w 11"/>
                  <a:gd name="T23" fmla="*/ 9 h 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1" h="6">
                    <a:moveTo>
                      <a:pt x="10" y="1"/>
                    </a:moveTo>
                    <a:cubicBezTo>
                      <a:pt x="10" y="0"/>
                      <a:pt x="8" y="0"/>
                      <a:pt x="8" y="1"/>
                    </a:cubicBezTo>
                    <a:cubicBezTo>
                      <a:pt x="6" y="2"/>
                      <a:pt x="6" y="3"/>
                      <a:pt x="4" y="3"/>
                    </a:cubicBezTo>
                    <a:cubicBezTo>
                      <a:pt x="3" y="3"/>
                      <a:pt x="3" y="3"/>
                      <a:pt x="2" y="3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3"/>
                      <a:pt x="0" y="4"/>
                      <a:pt x="1" y="5"/>
                    </a:cubicBezTo>
                    <a:cubicBezTo>
                      <a:pt x="1" y="6"/>
                      <a:pt x="3" y="6"/>
                      <a:pt x="4" y="6"/>
                    </a:cubicBezTo>
                    <a:cubicBezTo>
                      <a:pt x="5" y="6"/>
                      <a:pt x="7" y="6"/>
                      <a:pt x="8" y="5"/>
                    </a:cubicBezTo>
                    <a:cubicBezTo>
                      <a:pt x="8" y="5"/>
                      <a:pt x="8" y="4"/>
                      <a:pt x="9" y="4"/>
                    </a:cubicBezTo>
                    <a:cubicBezTo>
                      <a:pt x="9" y="4"/>
                      <a:pt x="9" y="3"/>
                      <a:pt x="10" y="3"/>
                    </a:cubicBezTo>
                    <a:cubicBezTo>
                      <a:pt x="10" y="2"/>
                      <a:pt x="10" y="2"/>
                      <a:pt x="11" y="1"/>
                    </a:cubicBezTo>
                    <a:cubicBezTo>
                      <a:pt x="11" y="1"/>
                      <a:pt x="11" y="1"/>
                      <a:pt x="11" y="1"/>
                    </a:cubicBezTo>
                  </a:path>
                </a:pathLst>
              </a:custGeom>
              <a:solidFill>
                <a:srgbClr val="477D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618" name="Freeform 589">
                <a:extLst>
                  <a:ext uri="{FF2B5EF4-FFF2-40B4-BE49-F238E27FC236}">
                    <a16:creationId xmlns:a16="http://schemas.microsoft.com/office/drawing/2014/main" id="{B129FC77-F61E-4629-B3A3-243BF212CE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7" y="966"/>
                <a:ext cx="27" cy="13"/>
              </a:xfrm>
              <a:custGeom>
                <a:avLst/>
                <a:gdLst>
                  <a:gd name="T0" fmla="*/ 116 w 13"/>
                  <a:gd name="T1" fmla="*/ 0 h 6"/>
                  <a:gd name="T2" fmla="*/ 0 w 13"/>
                  <a:gd name="T3" fmla="*/ 61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6">
                    <a:moveTo>
                      <a:pt x="13" y="0"/>
                    </a:moveTo>
                    <a:cubicBezTo>
                      <a:pt x="8" y="1"/>
                      <a:pt x="4" y="4"/>
                      <a:pt x="0" y="6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619" name="Freeform 590">
                <a:extLst>
                  <a:ext uri="{FF2B5EF4-FFF2-40B4-BE49-F238E27FC236}">
                    <a16:creationId xmlns:a16="http://schemas.microsoft.com/office/drawing/2014/main" id="{B1ED0CB1-45B8-4A6A-A9CE-E97BDC7632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4" y="883"/>
                <a:ext cx="90" cy="48"/>
              </a:xfrm>
              <a:custGeom>
                <a:avLst/>
                <a:gdLst>
                  <a:gd name="T0" fmla="*/ 368 w 44"/>
                  <a:gd name="T1" fmla="*/ 113 h 22"/>
                  <a:gd name="T2" fmla="*/ 335 w 44"/>
                  <a:gd name="T3" fmla="*/ 209 h 22"/>
                  <a:gd name="T4" fmla="*/ 0 w 44"/>
                  <a:gd name="T5" fmla="*/ 209 h 22"/>
                  <a:gd name="T6" fmla="*/ 368 w 44"/>
                  <a:gd name="T7" fmla="*/ 113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4" h="22">
                    <a:moveTo>
                      <a:pt x="43" y="11"/>
                    </a:moveTo>
                    <a:cubicBezTo>
                      <a:pt x="43" y="11"/>
                      <a:pt x="44" y="22"/>
                      <a:pt x="39" y="20"/>
                    </a:cubicBezTo>
                    <a:cubicBezTo>
                      <a:pt x="34" y="19"/>
                      <a:pt x="14" y="12"/>
                      <a:pt x="0" y="20"/>
                    </a:cubicBezTo>
                    <a:cubicBezTo>
                      <a:pt x="0" y="20"/>
                      <a:pt x="4" y="0"/>
                      <a:pt x="43" y="11"/>
                    </a:cubicBezTo>
                    <a:close/>
                  </a:path>
                </a:pathLst>
              </a:custGeom>
              <a:solidFill>
                <a:srgbClr val="40161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620" name="Freeform 591">
                <a:extLst>
                  <a:ext uri="{FF2B5EF4-FFF2-40B4-BE49-F238E27FC236}">
                    <a16:creationId xmlns:a16="http://schemas.microsoft.com/office/drawing/2014/main" id="{5FF00559-FB90-4162-BE41-24D9DC1109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6" y="1093"/>
                <a:ext cx="111" cy="22"/>
              </a:xfrm>
              <a:custGeom>
                <a:avLst/>
                <a:gdLst>
                  <a:gd name="T0" fmla="*/ 8 w 54"/>
                  <a:gd name="T1" fmla="*/ 53 h 10"/>
                  <a:gd name="T2" fmla="*/ 51 w 54"/>
                  <a:gd name="T3" fmla="*/ 53 h 10"/>
                  <a:gd name="T4" fmla="*/ 132 w 54"/>
                  <a:gd name="T5" fmla="*/ 33 h 10"/>
                  <a:gd name="T6" fmla="*/ 232 w 54"/>
                  <a:gd name="T7" fmla="*/ 33 h 10"/>
                  <a:gd name="T8" fmla="*/ 245 w 54"/>
                  <a:gd name="T9" fmla="*/ 33 h 10"/>
                  <a:gd name="T10" fmla="*/ 261 w 54"/>
                  <a:gd name="T11" fmla="*/ 20 h 10"/>
                  <a:gd name="T12" fmla="*/ 304 w 54"/>
                  <a:gd name="T13" fmla="*/ 9 h 10"/>
                  <a:gd name="T14" fmla="*/ 428 w 54"/>
                  <a:gd name="T15" fmla="*/ 44 h 10"/>
                  <a:gd name="T16" fmla="*/ 469 w 54"/>
                  <a:gd name="T17" fmla="*/ 44 h 10"/>
                  <a:gd name="T18" fmla="*/ 388 w 54"/>
                  <a:gd name="T19" fmla="*/ 97 h 10"/>
                  <a:gd name="T20" fmla="*/ 329 w 54"/>
                  <a:gd name="T21" fmla="*/ 97 h 10"/>
                  <a:gd name="T22" fmla="*/ 271 w 54"/>
                  <a:gd name="T23" fmla="*/ 97 h 10"/>
                  <a:gd name="T24" fmla="*/ 216 w 54"/>
                  <a:gd name="T25" fmla="*/ 97 h 10"/>
                  <a:gd name="T26" fmla="*/ 156 w 54"/>
                  <a:gd name="T27" fmla="*/ 88 h 10"/>
                  <a:gd name="T28" fmla="*/ 97 w 54"/>
                  <a:gd name="T29" fmla="*/ 97 h 10"/>
                  <a:gd name="T30" fmla="*/ 33 w 54"/>
                  <a:gd name="T31" fmla="*/ 88 h 10"/>
                  <a:gd name="T32" fmla="*/ 0 w 54"/>
                  <a:gd name="T33" fmla="*/ 53 h 1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54" h="10">
                    <a:moveTo>
                      <a:pt x="1" y="5"/>
                    </a:moveTo>
                    <a:cubicBezTo>
                      <a:pt x="2" y="6"/>
                      <a:pt x="5" y="5"/>
                      <a:pt x="6" y="5"/>
                    </a:cubicBezTo>
                    <a:cubicBezTo>
                      <a:pt x="9" y="5"/>
                      <a:pt x="12" y="4"/>
                      <a:pt x="15" y="3"/>
                    </a:cubicBezTo>
                    <a:cubicBezTo>
                      <a:pt x="19" y="2"/>
                      <a:pt x="23" y="0"/>
                      <a:pt x="27" y="3"/>
                    </a:cubicBezTo>
                    <a:cubicBezTo>
                      <a:pt x="27" y="3"/>
                      <a:pt x="27" y="3"/>
                      <a:pt x="28" y="3"/>
                    </a:cubicBezTo>
                    <a:cubicBezTo>
                      <a:pt x="29" y="3"/>
                      <a:pt x="30" y="2"/>
                      <a:pt x="30" y="2"/>
                    </a:cubicBezTo>
                    <a:cubicBezTo>
                      <a:pt x="32" y="1"/>
                      <a:pt x="33" y="1"/>
                      <a:pt x="35" y="1"/>
                    </a:cubicBezTo>
                    <a:cubicBezTo>
                      <a:pt x="40" y="2"/>
                      <a:pt x="44" y="4"/>
                      <a:pt x="49" y="4"/>
                    </a:cubicBezTo>
                    <a:cubicBezTo>
                      <a:pt x="51" y="4"/>
                      <a:pt x="53" y="4"/>
                      <a:pt x="54" y="4"/>
                    </a:cubicBezTo>
                    <a:cubicBezTo>
                      <a:pt x="52" y="6"/>
                      <a:pt x="49" y="8"/>
                      <a:pt x="45" y="9"/>
                    </a:cubicBezTo>
                    <a:cubicBezTo>
                      <a:pt x="43" y="9"/>
                      <a:pt x="41" y="9"/>
                      <a:pt x="38" y="9"/>
                    </a:cubicBezTo>
                    <a:cubicBezTo>
                      <a:pt x="36" y="9"/>
                      <a:pt x="34" y="9"/>
                      <a:pt x="31" y="9"/>
                    </a:cubicBezTo>
                    <a:cubicBezTo>
                      <a:pt x="29" y="9"/>
                      <a:pt x="27" y="10"/>
                      <a:pt x="25" y="9"/>
                    </a:cubicBezTo>
                    <a:cubicBezTo>
                      <a:pt x="23" y="9"/>
                      <a:pt x="21" y="8"/>
                      <a:pt x="18" y="8"/>
                    </a:cubicBezTo>
                    <a:cubicBezTo>
                      <a:pt x="16" y="8"/>
                      <a:pt x="13" y="9"/>
                      <a:pt x="11" y="9"/>
                    </a:cubicBezTo>
                    <a:cubicBezTo>
                      <a:pt x="8" y="9"/>
                      <a:pt x="6" y="8"/>
                      <a:pt x="4" y="8"/>
                    </a:cubicBezTo>
                    <a:cubicBezTo>
                      <a:pt x="3" y="7"/>
                      <a:pt x="1" y="6"/>
                      <a:pt x="0" y="5"/>
                    </a:cubicBezTo>
                  </a:path>
                </a:pathLst>
              </a:custGeom>
              <a:solidFill>
                <a:srgbClr val="EFC9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621" name="Freeform 592">
                <a:extLst>
                  <a:ext uri="{FF2B5EF4-FFF2-40B4-BE49-F238E27FC236}">
                    <a16:creationId xmlns:a16="http://schemas.microsoft.com/office/drawing/2014/main" id="{FEC8D2ED-3F17-45DF-9757-3914656E95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5" y="1129"/>
                <a:ext cx="68" cy="11"/>
              </a:xfrm>
              <a:custGeom>
                <a:avLst/>
                <a:gdLst>
                  <a:gd name="T0" fmla="*/ 8 w 33"/>
                  <a:gd name="T1" fmla="*/ 9 h 5"/>
                  <a:gd name="T2" fmla="*/ 60 w 33"/>
                  <a:gd name="T3" fmla="*/ 20 h 5"/>
                  <a:gd name="T4" fmla="*/ 132 w 33"/>
                  <a:gd name="T5" fmla="*/ 20 h 5"/>
                  <a:gd name="T6" fmla="*/ 288 w 33"/>
                  <a:gd name="T7" fmla="*/ 0 h 5"/>
                  <a:gd name="T8" fmla="*/ 157 w 33"/>
                  <a:gd name="T9" fmla="*/ 53 h 5"/>
                  <a:gd name="T10" fmla="*/ 80 w 33"/>
                  <a:gd name="T11" fmla="*/ 44 h 5"/>
                  <a:gd name="T12" fmla="*/ 0 w 33"/>
                  <a:gd name="T13" fmla="*/ 20 h 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3" h="5">
                    <a:moveTo>
                      <a:pt x="1" y="1"/>
                    </a:moveTo>
                    <a:cubicBezTo>
                      <a:pt x="0" y="1"/>
                      <a:pt x="6" y="2"/>
                      <a:pt x="7" y="2"/>
                    </a:cubicBezTo>
                    <a:cubicBezTo>
                      <a:pt x="9" y="2"/>
                      <a:pt x="12" y="2"/>
                      <a:pt x="15" y="2"/>
                    </a:cubicBezTo>
                    <a:cubicBezTo>
                      <a:pt x="21" y="1"/>
                      <a:pt x="27" y="2"/>
                      <a:pt x="33" y="0"/>
                    </a:cubicBezTo>
                    <a:cubicBezTo>
                      <a:pt x="29" y="4"/>
                      <a:pt x="23" y="5"/>
                      <a:pt x="18" y="5"/>
                    </a:cubicBezTo>
                    <a:cubicBezTo>
                      <a:pt x="15" y="5"/>
                      <a:pt x="12" y="4"/>
                      <a:pt x="9" y="4"/>
                    </a:cubicBezTo>
                    <a:cubicBezTo>
                      <a:pt x="6" y="4"/>
                      <a:pt x="2" y="4"/>
                      <a:pt x="0" y="2"/>
                    </a:cubicBezTo>
                  </a:path>
                </a:pathLst>
              </a:custGeom>
              <a:solidFill>
                <a:srgbClr val="EFC9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622" name="Freeform 593">
                <a:extLst>
                  <a:ext uri="{FF2B5EF4-FFF2-40B4-BE49-F238E27FC236}">
                    <a16:creationId xmlns:a16="http://schemas.microsoft.com/office/drawing/2014/main" id="{AFB9D067-FC9C-4B75-B768-89CA0DF737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7" y="896"/>
                <a:ext cx="23" cy="85"/>
              </a:xfrm>
              <a:custGeom>
                <a:avLst/>
                <a:gdLst>
                  <a:gd name="T0" fmla="*/ 100 w 11"/>
                  <a:gd name="T1" fmla="*/ 81 h 39"/>
                  <a:gd name="T2" fmla="*/ 36 w 11"/>
                  <a:gd name="T3" fmla="*/ 61 h 39"/>
                  <a:gd name="T4" fmla="*/ 0 w 11"/>
                  <a:gd name="T5" fmla="*/ 209 h 39"/>
                  <a:gd name="T6" fmla="*/ 27 w 11"/>
                  <a:gd name="T7" fmla="*/ 209 h 39"/>
                  <a:gd name="T8" fmla="*/ 36 w 11"/>
                  <a:gd name="T9" fmla="*/ 290 h 39"/>
                  <a:gd name="T10" fmla="*/ 8 w 11"/>
                  <a:gd name="T11" fmla="*/ 362 h 39"/>
                  <a:gd name="T12" fmla="*/ 8 w 11"/>
                  <a:gd name="T13" fmla="*/ 403 h 3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39">
                    <a:moveTo>
                      <a:pt x="11" y="8"/>
                    </a:moveTo>
                    <a:cubicBezTo>
                      <a:pt x="10" y="4"/>
                      <a:pt x="7" y="0"/>
                      <a:pt x="4" y="6"/>
                    </a:cubicBezTo>
                    <a:cubicBezTo>
                      <a:pt x="2" y="10"/>
                      <a:pt x="2" y="15"/>
                      <a:pt x="0" y="20"/>
                    </a:cubicBezTo>
                    <a:cubicBezTo>
                      <a:pt x="2" y="19"/>
                      <a:pt x="2" y="19"/>
                      <a:pt x="3" y="20"/>
                    </a:cubicBezTo>
                    <a:cubicBezTo>
                      <a:pt x="4" y="22"/>
                      <a:pt x="4" y="25"/>
                      <a:pt x="4" y="28"/>
                    </a:cubicBezTo>
                    <a:cubicBezTo>
                      <a:pt x="4" y="31"/>
                      <a:pt x="2" y="33"/>
                      <a:pt x="1" y="35"/>
                    </a:cubicBezTo>
                    <a:cubicBezTo>
                      <a:pt x="0" y="36"/>
                      <a:pt x="0" y="38"/>
                      <a:pt x="1" y="39"/>
                    </a:cubicBezTo>
                  </a:path>
                </a:pathLst>
              </a:custGeom>
              <a:noFill/>
              <a:ln w="1270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623" name="Freeform 594">
                <a:extLst>
                  <a:ext uri="{FF2B5EF4-FFF2-40B4-BE49-F238E27FC236}">
                    <a16:creationId xmlns:a16="http://schemas.microsoft.com/office/drawing/2014/main" id="{940CF7DC-F69A-494F-8D10-5E541C9C6E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3" y="718"/>
                <a:ext cx="296" cy="233"/>
              </a:xfrm>
              <a:custGeom>
                <a:avLst/>
                <a:gdLst>
                  <a:gd name="T0" fmla="*/ 937 w 144"/>
                  <a:gd name="T1" fmla="*/ 371 h 106"/>
                  <a:gd name="T2" fmla="*/ 1077 w 144"/>
                  <a:gd name="T3" fmla="*/ 541 h 106"/>
                  <a:gd name="T4" fmla="*/ 1161 w 144"/>
                  <a:gd name="T5" fmla="*/ 840 h 106"/>
                  <a:gd name="T6" fmla="*/ 1209 w 144"/>
                  <a:gd name="T7" fmla="*/ 1092 h 106"/>
                  <a:gd name="T8" fmla="*/ 1250 w 144"/>
                  <a:gd name="T9" fmla="*/ 798 h 106"/>
                  <a:gd name="T10" fmla="*/ 1242 w 144"/>
                  <a:gd name="T11" fmla="*/ 604 h 106"/>
                  <a:gd name="T12" fmla="*/ 1217 w 144"/>
                  <a:gd name="T13" fmla="*/ 435 h 106"/>
                  <a:gd name="T14" fmla="*/ 1233 w 144"/>
                  <a:gd name="T15" fmla="*/ 497 h 106"/>
                  <a:gd name="T16" fmla="*/ 1077 w 144"/>
                  <a:gd name="T17" fmla="*/ 169 h 106"/>
                  <a:gd name="T18" fmla="*/ 841 w 144"/>
                  <a:gd name="T19" fmla="*/ 53 h 106"/>
                  <a:gd name="T20" fmla="*/ 841 w 144"/>
                  <a:gd name="T21" fmla="*/ 64 h 106"/>
                  <a:gd name="T22" fmla="*/ 537 w 144"/>
                  <a:gd name="T23" fmla="*/ 9 h 106"/>
                  <a:gd name="T24" fmla="*/ 388 w 144"/>
                  <a:gd name="T25" fmla="*/ 20 h 106"/>
                  <a:gd name="T26" fmla="*/ 321 w 144"/>
                  <a:gd name="T27" fmla="*/ 33 h 106"/>
                  <a:gd name="T28" fmla="*/ 364 w 144"/>
                  <a:gd name="T29" fmla="*/ 53 h 106"/>
                  <a:gd name="T30" fmla="*/ 8 w 144"/>
                  <a:gd name="T31" fmla="*/ 488 h 106"/>
                  <a:gd name="T32" fmla="*/ 0 w 144"/>
                  <a:gd name="T33" fmla="*/ 666 h 106"/>
                  <a:gd name="T34" fmla="*/ 33 w 144"/>
                  <a:gd name="T35" fmla="*/ 816 h 106"/>
                  <a:gd name="T36" fmla="*/ 33 w 144"/>
                  <a:gd name="T37" fmla="*/ 932 h 106"/>
                  <a:gd name="T38" fmla="*/ 80 w 144"/>
                  <a:gd name="T39" fmla="*/ 1125 h 106"/>
                  <a:gd name="T40" fmla="*/ 97 w 144"/>
                  <a:gd name="T41" fmla="*/ 870 h 106"/>
                  <a:gd name="T42" fmla="*/ 280 w 144"/>
                  <a:gd name="T43" fmla="*/ 648 h 106"/>
                  <a:gd name="T44" fmla="*/ 660 w 144"/>
                  <a:gd name="T45" fmla="*/ 497 h 106"/>
                  <a:gd name="T46" fmla="*/ 824 w 144"/>
                  <a:gd name="T47" fmla="*/ 352 h 106"/>
                  <a:gd name="T48" fmla="*/ 880 w 144"/>
                  <a:gd name="T49" fmla="*/ 286 h 106"/>
                  <a:gd name="T50" fmla="*/ 937 w 144"/>
                  <a:gd name="T51" fmla="*/ 371 h 10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144" h="106">
                    <a:moveTo>
                      <a:pt x="108" y="35"/>
                    </a:moveTo>
                    <a:cubicBezTo>
                      <a:pt x="114" y="40"/>
                      <a:pt x="119" y="44"/>
                      <a:pt x="124" y="51"/>
                    </a:cubicBezTo>
                    <a:cubicBezTo>
                      <a:pt x="129" y="59"/>
                      <a:pt x="132" y="69"/>
                      <a:pt x="134" y="79"/>
                    </a:cubicBezTo>
                    <a:cubicBezTo>
                      <a:pt x="135" y="85"/>
                      <a:pt x="136" y="98"/>
                      <a:pt x="139" y="103"/>
                    </a:cubicBezTo>
                    <a:cubicBezTo>
                      <a:pt x="140" y="94"/>
                      <a:pt x="143" y="84"/>
                      <a:pt x="144" y="75"/>
                    </a:cubicBezTo>
                    <a:cubicBezTo>
                      <a:pt x="144" y="69"/>
                      <a:pt x="142" y="64"/>
                      <a:pt x="143" y="57"/>
                    </a:cubicBezTo>
                    <a:cubicBezTo>
                      <a:pt x="143" y="52"/>
                      <a:pt x="142" y="48"/>
                      <a:pt x="140" y="41"/>
                    </a:cubicBezTo>
                    <a:cubicBezTo>
                      <a:pt x="141" y="42"/>
                      <a:pt x="141" y="45"/>
                      <a:pt x="142" y="47"/>
                    </a:cubicBezTo>
                    <a:cubicBezTo>
                      <a:pt x="144" y="35"/>
                      <a:pt x="132" y="23"/>
                      <a:pt x="124" y="16"/>
                    </a:cubicBezTo>
                    <a:cubicBezTo>
                      <a:pt x="116" y="10"/>
                      <a:pt x="107" y="5"/>
                      <a:pt x="97" y="5"/>
                    </a:cubicBezTo>
                    <a:cubicBezTo>
                      <a:pt x="97" y="5"/>
                      <a:pt x="97" y="6"/>
                      <a:pt x="97" y="6"/>
                    </a:cubicBezTo>
                    <a:cubicBezTo>
                      <a:pt x="86" y="1"/>
                      <a:pt x="74" y="0"/>
                      <a:pt x="62" y="1"/>
                    </a:cubicBezTo>
                    <a:cubicBezTo>
                      <a:pt x="56" y="1"/>
                      <a:pt x="51" y="1"/>
                      <a:pt x="45" y="2"/>
                    </a:cubicBezTo>
                    <a:cubicBezTo>
                      <a:pt x="42" y="2"/>
                      <a:pt x="40" y="3"/>
                      <a:pt x="37" y="3"/>
                    </a:cubicBezTo>
                    <a:cubicBezTo>
                      <a:pt x="39" y="4"/>
                      <a:pt x="40" y="4"/>
                      <a:pt x="42" y="5"/>
                    </a:cubicBezTo>
                    <a:cubicBezTo>
                      <a:pt x="21" y="7"/>
                      <a:pt x="3" y="25"/>
                      <a:pt x="1" y="46"/>
                    </a:cubicBezTo>
                    <a:cubicBezTo>
                      <a:pt x="0" y="51"/>
                      <a:pt x="0" y="58"/>
                      <a:pt x="0" y="63"/>
                    </a:cubicBezTo>
                    <a:cubicBezTo>
                      <a:pt x="1" y="68"/>
                      <a:pt x="3" y="72"/>
                      <a:pt x="4" y="77"/>
                    </a:cubicBezTo>
                    <a:cubicBezTo>
                      <a:pt x="4" y="81"/>
                      <a:pt x="3" y="85"/>
                      <a:pt x="4" y="88"/>
                    </a:cubicBezTo>
                    <a:cubicBezTo>
                      <a:pt x="4" y="91"/>
                      <a:pt x="9" y="103"/>
                      <a:pt x="9" y="106"/>
                    </a:cubicBezTo>
                    <a:cubicBezTo>
                      <a:pt x="9" y="100"/>
                      <a:pt x="10" y="87"/>
                      <a:pt x="11" y="82"/>
                    </a:cubicBezTo>
                    <a:cubicBezTo>
                      <a:pt x="15" y="71"/>
                      <a:pt x="23" y="65"/>
                      <a:pt x="32" y="61"/>
                    </a:cubicBezTo>
                    <a:cubicBezTo>
                      <a:pt x="46" y="55"/>
                      <a:pt x="61" y="53"/>
                      <a:pt x="76" y="47"/>
                    </a:cubicBezTo>
                    <a:cubicBezTo>
                      <a:pt x="83" y="44"/>
                      <a:pt x="90" y="40"/>
                      <a:pt x="95" y="33"/>
                    </a:cubicBezTo>
                    <a:cubicBezTo>
                      <a:pt x="97" y="31"/>
                      <a:pt x="100" y="27"/>
                      <a:pt x="101" y="27"/>
                    </a:cubicBezTo>
                    <a:cubicBezTo>
                      <a:pt x="101" y="27"/>
                      <a:pt x="104" y="31"/>
                      <a:pt x="108" y="35"/>
                    </a:cubicBezTo>
                    <a:close/>
                  </a:path>
                </a:pathLst>
              </a:custGeom>
              <a:solidFill>
                <a:srgbClr val="40161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624" name="Freeform 595">
                <a:extLst>
                  <a:ext uri="{FF2B5EF4-FFF2-40B4-BE49-F238E27FC236}">
                    <a16:creationId xmlns:a16="http://schemas.microsoft.com/office/drawing/2014/main" id="{EC97BFA0-0332-4B4A-8751-4606DA8FCB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2" y="935"/>
                <a:ext cx="23" cy="123"/>
              </a:xfrm>
              <a:custGeom>
                <a:avLst/>
                <a:gdLst>
                  <a:gd name="T0" fmla="*/ 0 w 11"/>
                  <a:gd name="T1" fmla="*/ 0 h 56"/>
                  <a:gd name="T2" fmla="*/ 17 w 11"/>
                  <a:gd name="T3" fmla="*/ 88 h 56"/>
                  <a:gd name="T4" fmla="*/ 17 w 11"/>
                  <a:gd name="T5" fmla="*/ 193 h 56"/>
                  <a:gd name="T6" fmla="*/ 8 w 11"/>
                  <a:gd name="T7" fmla="*/ 362 h 56"/>
                  <a:gd name="T8" fmla="*/ 17 w 11"/>
                  <a:gd name="T9" fmla="*/ 507 h 56"/>
                  <a:gd name="T10" fmla="*/ 56 w 11"/>
                  <a:gd name="T11" fmla="*/ 560 h 56"/>
                  <a:gd name="T12" fmla="*/ 100 w 11"/>
                  <a:gd name="T13" fmla="*/ 593 h 5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56">
                    <a:moveTo>
                      <a:pt x="0" y="0"/>
                    </a:moveTo>
                    <a:cubicBezTo>
                      <a:pt x="1" y="1"/>
                      <a:pt x="2" y="6"/>
                      <a:pt x="2" y="8"/>
                    </a:cubicBezTo>
                    <a:cubicBezTo>
                      <a:pt x="2" y="11"/>
                      <a:pt x="2" y="14"/>
                      <a:pt x="2" y="18"/>
                    </a:cubicBezTo>
                    <a:cubicBezTo>
                      <a:pt x="2" y="23"/>
                      <a:pt x="1" y="29"/>
                      <a:pt x="1" y="34"/>
                    </a:cubicBezTo>
                    <a:cubicBezTo>
                      <a:pt x="1" y="39"/>
                      <a:pt x="0" y="44"/>
                      <a:pt x="2" y="48"/>
                    </a:cubicBezTo>
                    <a:cubicBezTo>
                      <a:pt x="2" y="50"/>
                      <a:pt x="4" y="52"/>
                      <a:pt x="6" y="53"/>
                    </a:cubicBezTo>
                    <a:cubicBezTo>
                      <a:pt x="7" y="54"/>
                      <a:pt x="9" y="54"/>
                      <a:pt x="11" y="56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625" name="Freeform 596">
                <a:extLst>
                  <a:ext uri="{FF2B5EF4-FFF2-40B4-BE49-F238E27FC236}">
                    <a16:creationId xmlns:a16="http://schemas.microsoft.com/office/drawing/2014/main" id="{EBBD568E-A012-49A7-82EF-B777A97A4B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4" y="1034"/>
                <a:ext cx="21" cy="22"/>
              </a:xfrm>
              <a:custGeom>
                <a:avLst/>
                <a:gdLst>
                  <a:gd name="T0" fmla="*/ 0 w 10"/>
                  <a:gd name="T1" fmla="*/ 0 h 10"/>
                  <a:gd name="T2" fmla="*/ 0 w 10"/>
                  <a:gd name="T3" fmla="*/ 44 h 10"/>
                  <a:gd name="T4" fmla="*/ 17 w 10"/>
                  <a:gd name="T5" fmla="*/ 88 h 10"/>
                  <a:gd name="T6" fmla="*/ 48 w 10"/>
                  <a:gd name="T7" fmla="*/ 88 h 10"/>
                  <a:gd name="T8" fmla="*/ 92 w 10"/>
                  <a:gd name="T9" fmla="*/ 106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0" y="0"/>
                    </a:moveTo>
                    <a:cubicBezTo>
                      <a:pt x="1" y="1"/>
                      <a:pt x="0" y="3"/>
                      <a:pt x="0" y="4"/>
                    </a:cubicBezTo>
                    <a:cubicBezTo>
                      <a:pt x="0" y="5"/>
                      <a:pt x="1" y="7"/>
                      <a:pt x="2" y="8"/>
                    </a:cubicBezTo>
                    <a:cubicBezTo>
                      <a:pt x="3" y="8"/>
                      <a:pt x="4" y="8"/>
                      <a:pt x="5" y="8"/>
                    </a:cubicBezTo>
                    <a:cubicBezTo>
                      <a:pt x="7" y="9"/>
                      <a:pt x="9" y="10"/>
                      <a:pt x="10" y="1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626" name="Freeform 597">
                <a:extLst>
                  <a:ext uri="{FF2B5EF4-FFF2-40B4-BE49-F238E27FC236}">
                    <a16:creationId xmlns:a16="http://schemas.microsoft.com/office/drawing/2014/main" id="{8F72D0DA-7821-4339-A3C2-9F987D545D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2" y="1039"/>
                <a:ext cx="12" cy="17"/>
              </a:xfrm>
              <a:custGeom>
                <a:avLst/>
                <a:gdLst>
                  <a:gd name="T0" fmla="*/ 48 w 6"/>
                  <a:gd name="T1" fmla="*/ 0 h 8"/>
                  <a:gd name="T2" fmla="*/ 40 w 6"/>
                  <a:gd name="T3" fmla="*/ 49 h 8"/>
                  <a:gd name="T4" fmla="*/ 16 w 6"/>
                  <a:gd name="T5" fmla="*/ 60 h 8"/>
                  <a:gd name="T6" fmla="*/ 0 w 6"/>
                  <a:gd name="T7" fmla="*/ 77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8">
                    <a:moveTo>
                      <a:pt x="6" y="0"/>
                    </a:moveTo>
                    <a:cubicBezTo>
                      <a:pt x="6" y="1"/>
                      <a:pt x="6" y="4"/>
                      <a:pt x="5" y="5"/>
                    </a:cubicBezTo>
                    <a:cubicBezTo>
                      <a:pt x="4" y="6"/>
                      <a:pt x="3" y="6"/>
                      <a:pt x="2" y="6"/>
                    </a:cubicBezTo>
                    <a:cubicBezTo>
                      <a:pt x="1" y="7"/>
                      <a:pt x="1" y="7"/>
                      <a:pt x="0" y="8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627" name="Freeform 598">
                <a:extLst>
                  <a:ext uri="{FF2B5EF4-FFF2-40B4-BE49-F238E27FC236}">
                    <a16:creationId xmlns:a16="http://schemas.microsoft.com/office/drawing/2014/main" id="{C70E86F9-5247-4605-8591-5C81C0AE90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7" y="1045"/>
                <a:ext cx="23" cy="11"/>
              </a:xfrm>
              <a:custGeom>
                <a:avLst/>
                <a:gdLst>
                  <a:gd name="T0" fmla="*/ 84 w 11"/>
                  <a:gd name="T1" fmla="*/ 20 h 5"/>
                  <a:gd name="T2" fmla="*/ 65 w 11"/>
                  <a:gd name="T3" fmla="*/ 9 h 5"/>
                  <a:gd name="T4" fmla="*/ 0 w 11"/>
                  <a:gd name="T5" fmla="*/ 53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5">
                    <a:moveTo>
                      <a:pt x="9" y="2"/>
                    </a:moveTo>
                    <a:cubicBezTo>
                      <a:pt x="11" y="0"/>
                      <a:pt x="8" y="1"/>
                      <a:pt x="7" y="1"/>
                    </a:cubicBezTo>
                    <a:cubicBezTo>
                      <a:pt x="5" y="2"/>
                      <a:pt x="2" y="5"/>
                      <a:pt x="0" y="5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628" name="Freeform 599">
                <a:extLst>
                  <a:ext uri="{FF2B5EF4-FFF2-40B4-BE49-F238E27FC236}">
                    <a16:creationId xmlns:a16="http://schemas.microsoft.com/office/drawing/2014/main" id="{5A8BA442-9882-41C1-BF56-62823CD646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3" y="1045"/>
                <a:ext cx="28" cy="44"/>
              </a:xfrm>
              <a:custGeom>
                <a:avLst/>
                <a:gdLst>
                  <a:gd name="T0" fmla="*/ 0 w 14"/>
                  <a:gd name="T1" fmla="*/ 0 h 20"/>
                  <a:gd name="T2" fmla="*/ 112 w 14"/>
                  <a:gd name="T3" fmla="*/ 213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20">
                    <a:moveTo>
                      <a:pt x="0" y="0"/>
                    </a:moveTo>
                    <a:cubicBezTo>
                      <a:pt x="6" y="6"/>
                      <a:pt x="14" y="11"/>
                      <a:pt x="14" y="20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629" name="Freeform 600">
                <a:extLst>
                  <a:ext uri="{FF2B5EF4-FFF2-40B4-BE49-F238E27FC236}">
                    <a16:creationId xmlns:a16="http://schemas.microsoft.com/office/drawing/2014/main" id="{1763DF92-BAD1-4686-B435-0A8233E648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3" y="1049"/>
                <a:ext cx="25" cy="31"/>
              </a:xfrm>
              <a:custGeom>
                <a:avLst/>
                <a:gdLst>
                  <a:gd name="T0" fmla="*/ 108 w 12"/>
                  <a:gd name="T1" fmla="*/ 0 h 14"/>
                  <a:gd name="T2" fmla="*/ 73 w 12"/>
                  <a:gd name="T3" fmla="*/ 64 h 14"/>
                  <a:gd name="T4" fmla="*/ 0 w 12"/>
                  <a:gd name="T5" fmla="*/ 153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4">
                    <a:moveTo>
                      <a:pt x="12" y="0"/>
                    </a:moveTo>
                    <a:cubicBezTo>
                      <a:pt x="11" y="2"/>
                      <a:pt x="10" y="4"/>
                      <a:pt x="8" y="6"/>
                    </a:cubicBezTo>
                    <a:cubicBezTo>
                      <a:pt x="6" y="8"/>
                      <a:pt x="1" y="11"/>
                      <a:pt x="0" y="14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630" name="Freeform 601">
                <a:extLst>
                  <a:ext uri="{FF2B5EF4-FFF2-40B4-BE49-F238E27FC236}">
                    <a16:creationId xmlns:a16="http://schemas.microsoft.com/office/drawing/2014/main" id="{970202C4-8D52-4AAF-98E7-FD1A326DB8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2" y="2347"/>
                <a:ext cx="140" cy="128"/>
              </a:xfrm>
              <a:custGeom>
                <a:avLst/>
                <a:gdLst>
                  <a:gd name="T0" fmla="*/ 0 w 68"/>
                  <a:gd name="T1" fmla="*/ 20 h 58"/>
                  <a:gd name="T2" fmla="*/ 89 w 68"/>
                  <a:gd name="T3" fmla="*/ 428 h 58"/>
                  <a:gd name="T4" fmla="*/ 356 w 68"/>
                  <a:gd name="T5" fmla="*/ 614 h 58"/>
                  <a:gd name="T6" fmla="*/ 568 w 68"/>
                  <a:gd name="T7" fmla="*/ 384 h 58"/>
                  <a:gd name="T8" fmla="*/ 593 w 68"/>
                  <a:gd name="T9" fmla="*/ 0 h 5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8" h="58">
                    <a:moveTo>
                      <a:pt x="0" y="2"/>
                    </a:moveTo>
                    <a:cubicBezTo>
                      <a:pt x="13" y="10"/>
                      <a:pt x="3" y="28"/>
                      <a:pt x="10" y="40"/>
                    </a:cubicBezTo>
                    <a:cubicBezTo>
                      <a:pt x="16" y="52"/>
                      <a:pt x="27" y="58"/>
                      <a:pt x="41" y="57"/>
                    </a:cubicBezTo>
                    <a:cubicBezTo>
                      <a:pt x="54" y="56"/>
                      <a:pt x="63" y="49"/>
                      <a:pt x="65" y="36"/>
                    </a:cubicBezTo>
                    <a:cubicBezTo>
                      <a:pt x="66" y="24"/>
                      <a:pt x="60" y="10"/>
                      <a:pt x="68" y="0"/>
                    </a:cubicBezTo>
                  </a:path>
                </a:pathLst>
              </a:custGeom>
              <a:solidFill>
                <a:srgbClr val="F6F4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631" name="Freeform 602">
                <a:extLst>
                  <a:ext uri="{FF2B5EF4-FFF2-40B4-BE49-F238E27FC236}">
                    <a16:creationId xmlns:a16="http://schemas.microsoft.com/office/drawing/2014/main" id="{58E858CF-042B-4C83-B93D-812D3EB37B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0" y="2312"/>
                <a:ext cx="75" cy="121"/>
              </a:xfrm>
              <a:custGeom>
                <a:avLst/>
                <a:gdLst>
                  <a:gd name="T0" fmla="*/ 0 w 36"/>
                  <a:gd name="T1" fmla="*/ 0 h 55"/>
                  <a:gd name="T2" fmla="*/ 92 w 36"/>
                  <a:gd name="T3" fmla="*/ 416 h 55"/>
                  <a:gd name="T4" fmla="*/ 208 w 36"/>
                  <a:gd name="T5" fmla="*/ 576 h 55"/>
                  <a:gd name="T6" fmla="*/ 308 w 36"/>
                  <a:gd name="T7" fmla="*/ 372 h 55"/>
                  <a:gd name="T8" fmla="*/ 325 w 36"/>
                  <a:gd name="T9" fmla="*/ 44 h 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" h="55">
                    <a:moveTo>
                      <a:pt x="0" y="0"/>
                    </a:moveTo>
                    <a:cubicBezTo>
                      <a:pt x="9" y="8"/>
                      <a:pt x="9" y="27"/>
                      <a:pt x="10" y="39"/>
                    </a:cubicBezTo>
                    <a:cubicBezTo>
                      <a:pt x="10" y="49"/>
                      <a:pt x="10" y="55"/>
                      <a:pt x="23" y="54"/>
                    </a:cubicBezTo>
                    <a:cubicBezTo>
                      <a:pt x="34" y="53"/>
                      <a:pt x="34" y="46"/>
                      <a:pt x="34" y="35"/>
                    </a:cubicBezTo>
                    <a:cubicBezTo>
                      <a:pt x="34" y="25"/>
                      <a:pt x="32" y="14"/>
                      <a:pt x="36" y="4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632" name="Freeform 603">
                <a:extLst>
                  <a:ext uri="{FF2B5EF4-FFF2-40B4-BE49-F238E27FC236}">
                    <a16:creationId xmlns:a16="http://schemas.microsoft.com/office/drawing/2014/main" id="{FB8BA5AD-2D35-4356-AAF7-A82A87D47B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7" y="3977"/>
                <a:ext cx="11" cy="31"/>
              </a:xfrm>
              <a:custGeom>
                <a:avLst/>
                <a:gdLst>
                  <a:gd name="T0" fmla="*/ 53 w 5"/>
                  <a:gd name="T1" fmla="*/ 153 h 14"/>
                  <a:gd name="T2" fmla="*/ 0 w 5"/>
                  <a:gd name="T3" fmla="*/ 0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4">
                    <a:moveTo>
                      <a:pt x="5" y="14"/>
                    </a:moveTo>
                    <a:cubicBezTo>
                      <a:pt x="5" y="11"/>
                      <a:pt x="2" y="4"/>
                      <a:pt x="0" y="0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633" name="Freeform 604">
                <a:extLst>
                  <a:ext uri="{FF2B5EF4-FFF2-40B4-BE49-F238E27FC236}">
                    <a16:creationId xmlns:a16="http://schemas.microsoft.com/office/drawing/2014/main" id="{113EDE26-2608-4E21-BCA7-5EE5D8BBA0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8" y="3984"/>
                <a:ext cx="41" cy="28"/>
              </a:xfrm>
              <a:custGeom>
                <a:avLst/>
                <a:gdLst>
                  <a:gd name="T0" fmla="*/ 16 w 20"/>
                  <a:gd name="T1" fmla="*/ 129 h 13"/>
                  <a:gd name="T2" fmla="*/ 172 w 20"/>
                  <a:gd name="T3" fmla="*/ 101 h 13"/>
                  <a:gd name="T4" fmla="*/ 76 w 20"/>
                  <a:gd name="T5" fmla="*/ 9 h 13"/>
                  <a:gd name="T6" fmla="*/ 0 w 20"/>
                  <a:gd name="T7" fmla="*/ 129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13">
                    <a:moveTo>
                      <a:pt x="2" y="13"/>
                    </a:moveTo>
                    <a:cubicBezTo>
                      <a:pt x="3" y="6"/>
                      <a:pt x="16" y="7"/>
                      <a:pt x="20" y="10"/>
                    </a:cubicBezTo>
                    <a:cubicBezTo>
                      <a:pt x="16" y="4"/>
                      <a:pt x="18" y="0"/>
                      <a:pt x="9" y="1"/>
                    </a:cubicBezTo>
                    <a:cubicBezTo>
                      <a:pt x="1" y="2"/>
                      <a:pt x="0" y="5"/>
                      <a:pt x="0" y="13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634" name="Freeform 605">
                <a:extLst>
                  <a:ext uri="{FF2B5EF4-FFF2-40B4-BE49-F238E27FC236}">
                    <a16:creationId xmlns:a16="http://schemas.microsoft.com/office/drawing/2014/main" id="{2C214E0E-818D-4100-A215-02EE15D0FB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4" y="3975"/>
                <a:ext cx="19" cy="33"/>
              </a:xfrm>
              <a:custGeom>
                <a:avLst/>
                <a:gdLst>
                  <a:gd name="T0" fmla="*/ 84 w 9"/>
                  <a:gd name="T1" fmla="*/ 161 h 15"/>
                  <a:gd name="T2" fmla="*/ 0 w 9"/>
                  <a:gd name="T3" fmla="*/ 0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15">
                    <a:moveTo>
                      <a:pt x="9" y="15"/>
                    </a:moveTo>
                    <a:cubicBezTo>
                      <a:pt x="9" y="12"/>
                      <a:pt x="3" y="4"/>
                      <a:pt x="0" y="0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635" name="Freeform 606">
                <a:extLst>
                  <a:ext uri="{FF2B5EF4-FFF2-40B4-BE49-F238E27FC236}">
                    <a16:creationId xmlns:a16="http://schemas.microsoft.com/office/drawing/2014/main" id="{BC0F594A-B347-4503-9EC6-76C70AFEB7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8" y="3981"/>
                <a:ext cx="25" cy="25"/>
              </a:xfrm>
              <a:custGeom>
                <a:avLst/>
                <a:gdLst>
                  <a:gd name="T0" fmla="*/ 0 w 12"/>
                  <a:gd name="T1" fmla="*/ 118 h 11"/>
                  <a:gd name="T2" fmla="*/ 108 w 12"/>
                  <a:gd name="T3" fmla="*/ 130 h 11"/>
                  <a:gd name="T4" fmla="*/ 0 w 12"/>
                  <a:gd name="T5" fmla="*/ 93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1">
                    <a:moveTo>
                      <a:pt x="0" y="10"/>
                    </a:moveTo>
                    <a:cubicBezTo>
                      <a:pt x="3" y="9"/>
                      <a:pt x="9" y="8"/>
                      <a:pt x="12" y="11"/>
                    </a:cubicBezTo>
                    <a:cubicBezTo>
                      <a:pt x="10" y="7"/>
                      <a:pt x="0" y="0"/>
                      <a:pt x="0" y="8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636" name="Freeform 607">
                <a:extLst>
                  <a:ext uri="{FF2B5EF4-FFF2-40B4-BE49-F238E27FC236}">
                    <a16:creationId xmlns:a16="http://schemas.microsoft.com/office/drawing/2014/main" id="{6DB439A2-4B61-4705-A9F5-2EE89D19AB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7" y="3984"/>
                <a:ext cx="21" cy="17"/>
              </a:xfrm>
              <a:custGeom>
                <a:avLst/>
                <a:gdLst>
                  <a:gd name="T0" fmla="*/ 17 w 10"/>
                  <a:gd name="T1" fmla="*/ 68 h 8"/>
                  <a:gd name="T2" fmla="*/ 92 w 10"/>
                  <a:gd name="T3" fmla="*/ 77 h 8"/>
                  <a:gd name="T4" fmla="*/ 8 w 10"/>
                  <a:gd name="T5" fmla="*/ 60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8">
                    <a:moveTo>
                      <a:pt x="2" y="7"/>
                    </a:moveTo>
                    <a:cubicBezTo>
                      <a:pt x="4" y="5"/>
                      <a:pt x="8" y="5"/>
                      <a:pt x="10" y="8"/>
                    </a:cubicBezTo>
                    <a:cubicBezTo>
                      <a:pt x="9" y="3"/>
                      <a:pt x="0" y="0"/>
                      <a:pt x="1" y="6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637" name="Freeform 608">
                <a:extLst>
                  <a:ext uri="{FF2B5EF4-FFF2-40B4-BE49-F238E27FC236}">
                    <a16:creationId xmlns:a16="http://schemas.microsoft.com/office/drawing/2014/main" id="{36F054D4-9223-49CF-8B4F-D295952BAC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7" y="3973"/>
                <a:ext cx="21" cy="33"/>
              </a:xfrm>
              <a:custGeom>
                <a:avLst/>
                <a:gdLst>
                  <a:gd name="T0" fmla="*/ 92 w 10"/>
                  <a:gd name="T1" fmla="*/ 161 h 15"/>
                  <a:gd name="T2" fmla="*/ 67 w 10"/>
                  <a:gd name="T3" fmla="*/ 117 h 15"/>
                  <a:gd name="T4" fmla="*/ 36 w 10"/>
                  <a:gd name="T5" fmla="*/ 64 h 15"/>
                  <a:gd name="T6" fmla="*/ 0 w 10"/>
                  <a:gd name="T7" fmla="*/ 0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15">
                    <a:moveTo>
                      <a:pt x="10" y="15"/>
                    </a:moveTo>
                    <a:cubicBezTo>
                      <a:pt x="10" y="15"/>
                      <a:pt x="8" y="11"/>
                      <a:pt x="7" y="11"/>
                    </a:cubicBezTo>
                    <a:cubicBezTo>
                      <a:pt x="6" y="9"/>
                      <a:pt x="5" y="7"/>
                      <a:pt x="4" y="6"/>
                    </a:cubicBezTo>
                    <a:cubicBezTo>
                      <a:pt x="2" y="4"/>
                      <a:pt x="0" y="3"/>
                      <a:pt x="0" y="0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638" name="Freeform 609">
                <a:extLst>
                  <a:ext uri="{FF2B5EF4-FFF2-40B4-BE49-F238E27FC236}">
                    <a16:creationId xmlns:a16="http://schemas.microsoft.com/office/drawing/2014/main" id="{A4264646-3676-4AF5-8333-8A247DE572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8" y="3968"/>
                <a:ext cx="27" cy="31"/>
              </a:xfrm>
              <a:custGeom>
                <a:avLst/>
                <a:gdLst>
                  <a:gd name="T0" fmla="*/ 116 w 13"/>
                  <a:gd name="T1" fmla="*/ 153 h 14"/>
                  <a:gd name="T2" fmla="*/ 91 w 13"/>
                  <a:gd name="T3" fmla="*/ 97 h 14"/>
                  <a:gd name="T4" fmla="*/ 64 w 13"/>
                  <a:gd name="T5" fmla="*/ 53 h 14"/>
                  <a:gd name="T6" fmla="*/ 8 w 13"/>
                  <a:gd name="T7" fmla="*/ 0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14">
                    <a:moveTo>
                      <a:pt x="13" y="14"/>
                    </a:moveTo>
                    <a:cubicBezTo>
                      <a:pt x="12" y="12"/>
                      <a:pt x="11" y="11"/>
                      <a:pt x="10" y="9"/>
                    </a:cubicBezTo>
                    <a:cubicBezTo>
                      <a:pt x="9" y="8"/>
                      <a:pt x="8" y="6"/>
                      <a:pt x="7" y="5"/>
                    </a:cubicBezTo>
                    <a:cubicBezTo>
                      <a:pt x="6" y="4"/>
                      <a:pt x="0" y="2"/>
                      <a:pt x="1" y="0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639" name="Freeform 610">
                <a:extLst>
                  <a:ext uri="{FF2B5EF4-FFF2-40B4-BE49-F238E27FC236}">
                    <a16:creationId xmlns:a16="http://schemas.microsoft.com/office/drawing/2014/main" id="{5D816160-BF04-498A-A43C-3D483B61A6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6" y="3984"/>
                <a:ext cx="20" cy="15"/>
              </a:xfrm>
              <a:custGeom>
                <a:avLst/>
                <a:gdLst>
                  <a:gd name="T0" fmla="*/ 16 w 10"/>
                  <a:gd name="T1" fmla="*/ 69 h 7"/>
                  <a:gd name="T2" fmla="*/ 32 w 10"/>
                  <a:gd name="T3" fmla="*/ 60 h 7"/>
                  <a:gd name="T4" fmla="*/ 48 w 10"/>
                  <a:gd name="T5" fmla="*/ 51 h 7"/>
                  <a:gd name="T6" fmla="*/ 80 w 10"/>
                  <a:gd name="T7" fmla="*/ 60 h 7"/>
                  <a:gd name="T8" fmla="*/ 40 w 10"/>
                  <a:gd name="T9" fmla="*/ 0 h 7"/>
                  <a:gd name="T10" fmla="*/ 8 w 10"/>
                  <a:gd name="T11" fmla="*/ 28 h 7"/>
                  <a:gd name="T12" fmla="*/ 24 w 10"/>
                  <a:gd name="T13" fmla="*/ 69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7">
                    <a:moveTo>
                      <a:pt x="2" y="7"/>
                    </a:moveTo>
                    <a:cubicBezTo>
                      <a:pt x="3" y="7"/>
                      <a:pt x="3" y="6"/>
                      <a:pt x="4" y="6"/>
                    </a:cubicBezTo>
                    <a:cubicBezTo>
                      <a:pt x="4" y="5"/>
                      <a:pt x="6" y="5"/>
                      <a:pt x="6" y="5"/>
                    </a:cubicBezTo>
                    <a:cubicBezTo>
                      <a:pt x="8" y="5"/>
                      <a:pt x="9" y="6"/>
                      <a:pt x="10" y="6"/>
                    </a:cubicBezTo>
                    <a:cubicBezTo>
                      <a:pt x="10" y="4"/>
                      <a:pt x="6" y="1"/>
                      <a:pt x="5" y="0"/>
                    </a:cubicBezTo>
                    <a:cubicBezTo>
                      <a:pt x="3" y="1"/>
                      <a:pt x="1" y="1"/>
                      <a:pt x="1" y="3"/>
                    </a:cubicBezTo>
                    <a:cubicBezTo>
                      <a:pt x="0" y="4"/>
                      <a:pt x="2" y="6"/>
                      <a:pt x="3" y="7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640" name="Freeform 611">
                <a:extLst>
                  <a:ext uri="{FF2B5EF4-FFF2-40B4-BE49-F238E27FC236}">
                    <a16:creationId xmlns:a16="http://schemas.microsoft.com/office/drawing/2014/main" id="{A3A4EAC3-7010-4199-9B84-155770F990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1" y="3970"/>
                <a:ext cx="20" cy="16"/>
              </a:xfrm>
              <a:custGeom>
                <a:avLst/>
                <a:gdLst>
                  <a:gd name="T0" fmla="*/ 32 w 10"/>
                  <a:gd name="T1" fmla="*/ 85 h 7"/>
                  <a:gd name="T2" fmla="*/ 80 w 10"/>
                  <a:gd name="T3" fmla="*/ 57 h 7"/>
                  <a:gd name="T4" fmla="*/ 56 w 10"/>
                  <a:gd name="T5" fmla="*/ 25 h 7"/>
                  <a:gd name="T6" fmla="*/ 24 w 10"/>
                  <a:gd name="T7" fmla="*/ 0 h 7"/>
                  <a:gd name="T8" fmla="*/ 8 w 10"/>
                  <a:gd name="T9" fmla="*/ 25 h 7"/>
                  <a:gd name="T10" fmla="*/ 16 w 10"/>
                  <a:gd name="T11" fmla="*/ 73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" h="7">
                    <a:moveTo>
                      <a:pt x="4" y="7"/>
                    </a:moveTo>
                    <a:cubicBezTo>
                      <a:pt x="4" y="5"/>
                      <a:pt x="8" y="4"/>
                      <a:pt x="10" y="5"/>
                    </a:cubicBezTo>
                    <a:cubicBezTo>
                      <a:pt x="9" y="4"/>
                      <a:pt x="8" y="3"/>
                      <a:pt x="7" y="2"/>
                    </a:cubicBezTo>
                    <a:cubicBezTo>
                      <a:pt x="6" y="1"/>
                      <a:pt x="4" y="0"/>
                      <a:pt x="3" y="0"/>
                    </a:cubicBezTo>
                    <a:cubicBezTo>
                      <a:pt x="2" y="0"/>
                      <a:pt x="1" y="2"/>
                      <a:pt x="1" y="2"/>
                    </a:cubicBezTo>
                    <a:cubicBezTo>
                      <a:pt x="0" y="4"/>
                      <a:pt x="1" y="5"/>
                      <a:pt x="2" y="6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641" name="Freeform 612">
                <a:extLst>
                  <a:ext uri="{FF2B5EF4-FFF2-40B4-BE49-F238E27FC236}">
                    <a16:creationId xmlns:a16="http://schemas.microsoft.com/office/drawing/2014/main" id="{B410427A-C6F2-49AE-8162-4B75C13E42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3" y="3979"/>
                <a:ext cx="8" cy="51"/>
              </a:xfrm>
              <a:custGeom>
                <a:avLst/>
                <a:gdLst>
                  <a:gd name="T0" fmla="*/ 0 w 4"/>
                  <a:gd name="T1" fmla="*/ 251 h 23"/>
                  <a:gd name="T2" fmla="*/ 8 w 4"/>
                  <a:gd name="T3" fmla="*/ 186 h 23"/>
                  <a:gd name="T4" fmla="*/ 24 w 4"/>
                  <a:gd name="T5" fmla="*/ 118 h 23"/>
                  <a:gd name="T6" fmla="*/ 32 w 4"/>
                  <a:gd name="T7" fmla="*/ 0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23">
                    <a:moveTo>
                      <a:pt x="0" y="23"/>
                    </a:moveTo>
                    <a:cubicBezTo>
                      <a:pt x="0" y="21"/>
                      <a:pt x="1" y="19"/>
                      <a:pt x="1" y="17"/>
                    </a:cubicBezTo>
                    <a:cubicBezTo>
                      <a:pt x="2" y="15"/>
                      <a:pt x="3" y="13"/>
                      <a:pt x="3" y="11"/>
                    </a:cubicBezTo>
                    <a:cubicBezTo>
                      <a:pt x="4" y="7"/>
                      <a:pt x="4" y="4"/>
                      <a:pt x="4" y="0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642" name="Freeform 613">
                <a:extLst>
                  <a:ext uri="{FF2B5EF4-FFF2-40B4-BE49-F238E27FC236}">
                    <a16:creationId xmlns:a16="http://schemas.microsoft.com/office/drawing/2014/main" id="{79317904-2AA1-4BCF-9FBC-AFCCC3F40F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7" y="3988"/>
                <a:ext cx="39" cy="35"/>
              </a:xfrm>
              <a:custGeom>
                <a:avLst/>
                <a:gdLst>
                  <a:gd name="T0" fmla="*/ 16 w 19"/>
                  <a:gd name="T1" fmla="*/ 168 h 16"/>
                  <a:gd name="T2" fmla="*/ 51 w 19"/>
                  <a:gd name="T3" fmla="*/ 133 h 16"/>
                  <a:gd name="T4" fmla="*/ 105 w 19"/>
                  <a:gd name="T5" fmla="*/ 133 h 16"/>
                  <a:gd name="T6" fmla="*/ 156 w 19"/>
                  <a:gd name="T7" fmla="*/ 158 h 16"/>
                  <a:gd name="T8" fmla="*/ 164 w 19"/>
                  <a:gd name="T9" fmla="*/ 33 h 16"/>
                  <a:gd name="T10" fmla="*/ 105 w 19"/>
                  <a:gd name="T11" fmla="*/ 0 h 16"/>
                  <a:gd name="T12" fmla="*/ 43 w 19"/>
                  <a:gd name="T13" fmla="*/ 53 h 16"/>
                  <a:gd name="T14" fmla="*/ 0 w 19"/>
                  <a:gd name="T15" fmla="*/ 168 h 1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9" h="16">
                    <a:moveTo>
                      <a:pt x="2" y="16"/>
                    </a:moveTo>
                    <a:cubicBezTo>
                      <a:pt x="3" y="15"/>
                      <a:pt x="4" y="13"/>
                      <a:pt x="6" y="13"/>
                    </a:cubicBezTo>
                    <a:cubicBezTo>
                      <a:pt x="8" y="13"/>
                      <a:pt x="10" y="12"/>
                      <a:pt x="12" y="13"/>
                    </a:cubicBezTo>
                    <a:cubicBezTo>
                      <a:pt x="14" y="13"/>
                      <a:pt x="16" y="14"/>
                      <a:pt x="18" y="15"/>
                    </a:cubicBezTo>
                    <a:cubicBezTo>
                      <a:pt x="18" y="11"/>
                      <a:pt x="19" y="7"/>
                      <a:pt x="19" y="3"/>
                    </a:cubicBezTo>
                    <a:cubicBezTo>
                      <a:pt x="19" y="0"/>
                      <a:pt x="15" y="0"/>
                      <a:pt x="12" y="0"/>
                    </a:cubicBezTo>
                    <a:cubicBezTo>
                      <a:pt x="9" y="0"/>
                      <a:pt x="6" y="2"/>
                      <a:pt x="5" y="5"/>
                    </a:cubicBezTo>
                    <a:cubicBezTo>
                      <a:pt x="3" y="8"/>
                      <a:pt x="0" y="12"/>
                      <a:pt x="0" y="16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643" name="Freeform 614">
                <a:extLst>
                  <a:ext uri="{FF2B5EF4-FFF2-40B4-BE49-F238E27FC236}">
                    <a16:creationId xmlns:a16="http://schemas.microsoft.com/office/drawing/2014/main" id="{8F94313F-EAFC-4581-BDF3-5F00CDE52F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7" y="3986"/>
                <a:ext cx="23" cy="53"/>
              </a:xfrm>
              <a:custGeom>
                <a:avLst/>
                <a:gdLst>
                  <a:gd name="T0" fmla="*/ 8 w 11"/>
                  <a:gd name="T1" fmla="*/ 258 h 24"/>
                  <a:gd name="T2" fmla="*/ 17 w 11"/>
                  <a:gd name="T3" fmla="*/ 194 h 24"/>
                  <a:gd name="T4" fmla="*/ 65 w 11"/>
                  <a:gd name="T5" fmla="*/ 161 h 24"/>
                  <a:gd name="T6" fmla="*/ 84 w 11"/>
                  <a:gd name="T7" fmla="*/ 88 h 24"/>
                  <a:gd name="T8" fmla="*/ 100 w 11"/>
                  <a:gd name="T9" fmla="*/ 0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24">
                    <a:moveTo>
                      <a:pt x="1" y="24"/>
                    </a:moveTo>
                    <a:cubicBezTo>
                      <a:pt x="0" y="23"/>
                      <a:pt x="1" y="20"/>
                      <a:pt x="2" y="18"/>
                    </a:cubicBezTo>
                    <a:cubicBezTo>
                      <a:pt x="3" y="17"/>
                      <a:pt x="5" y="16"/>
                      <a:pt x="7" y="15"/>
                    </a:cubicBezTo>
                    <a:cubicBezTo>
                      <a:pt x="8" y="13"/>
                      <a:pt x="8" y="10"/>
                      <a:pt x="9" y="8"/>
                    </a:cubicBezTo>
                    <a:cubicBezTo>
                      <a:pt x="10" y="5"/>
                      <a:pt x="11" y="3"/>
                      <a:pt x="11" y="0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644" name="Freeform 615">
                <a:extLst>
                  <a:ext uri="{FF2B5EF4-FFF2-40B4-BE49-F238E27FC236}">
                    <a16:creationId xmlns:a16="http://schemas.microsoft.com/office/drawing/2014/main" id="{CE4F97AB-C0C4-4B9B-95CF-FA9BBA0721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2" y="3988"/>
                <a:ext cx="25" cy="46"/>
              </a:xfrm>
              <a:custGeom>
                <a:avLst/>
                <a:gdLst>
                  <a:gd name="T0" fmla="*/ 0 w 12"/>
                  <a:gd name="T1" fmla="*/ 221 h 21"/>
                  <a:gd name="T2" fmla="*/ 17 w 12"/>
                  <a:gd name="T3" fmla="*/ 149 h 21"/>
                  <a:gd name="T4" fmla="*/ 56 w 12"/>
                  <a:gd name="T5" fmla="*/ 85 h 21"/>
                  <a:gd name="T6" fmla="*/ 108 w 12"/>
                  <a:gd name="T7" fmla="*/ 0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21">
                    <a:moveTo>
                      <a:pt x="0" y="21"/>
                    </a:moveTo>
                    <a:cubicBezTo>
                      <a:pt x="0" y="19"/>
                      <a:pt x="1" y="16"/>
                      <a:pt x="2" y="14"/>
                    </a:cubicBezTo>
                    <a:cubicBezTo>
                      <a:pt x="3" y="11"/>
                      <a:pt x="4" y="10"/>
                      <a:pt x="6" y="8"/>
                    </a:cubicBezTo>
                    <a:cubicBezTo>
                      <a:pt x="9" y="6"/>
                      <a:pt x="10" y="3"/>
                      <a:pt x="12" y="0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645" name="Freeform 616">
                <a:extLst>
                  <a:ext uri="{FF2B5EF4-FFF2-40B4-BE49-F238E27FC236}">
                    <a16:creationId xmlns:a16="http://schemas.microsoft.com/office/drawing/2014/main" id="{9B01CFFF-55B1-4415-B7E5-C3D696E9E3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1" y="3979"/>
                <a:ext cx="33" cy="49"/>
              </a:xfrm>
              <a:custGeom>
                <a:avLst/>
                <a:gdLst>
                  <a:gd name="T0" fmla="*/ 0 w 16"/>
                  <a:gd name="T1" fmla="*/ 243 h 22"/>
                  <a:gd name="T2" fmla="*/ 25 w 16"/>
                  <a:gd name="T3" fmla="*/ 134 h 22"/>
                  <a:gd name="T4" fmla="*/ 52 w 16"/>
                  <a:gd name="T5" fmla="*/ 80 h 22"/>
                  <a:gd name="T6" fmla="*/ 124 w 16"/>
                  <a:gd name="T7" fmla="*/ 0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22">
                    <a:moveTo>
                      <a:pt x="0" y="22"/>
                    </a:moveTo>
                    <a:cubicBezTo>
                      <a:pt x="1" y="19"/>
                      <a:pt x="2" y="16"/>
                      <a:pt x="3" y="12"/>
                    </a:cubicBezTo>
                    <a:cubicBezTo>
                      <a:pt x="4" y="10"/>
                      <a:pt x="4" y="9"/>
                      <a:pt x="6" y="7"/>
                    </a:cubicBezTo>
                    <a:cubicBezTo>
                      <a:pt x="8" y="6"/>
                      <a:pt x="16" y="4"/>
                      <a:pt x="14" y="0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646" name="Freeform 617">
                <a:extLst>
                  <a:ext uri="{FF2B5EF4-FFF2-40B4-BE49-F238E27FC236}">
                    <a16:creationId xmlns:a16="http://schemas.microsoft.com/office/drawing/2014/main" id="{4AC42859-1C08-460E-B540-D4257890E0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7" y="4010"/>
                <a:ext cx="33" cy="24"/>
              </a:xfrm>
              <a:custGeom>
                <a:avLst/>
                <a:gdLst>
                  <a:gd name="T0" fmla="*/ 8 w 16"/>
                  <a:gd name="T1" fmla="*/ 96 h 11"/>
                  <a:gd name="T2" fmla="*/ 60 w 16"/>
                  <a:gd name="T3" fmla="*/ 81 h 11"/>
                  <a:gd name="T4" fmla="*/ 89 w 16"/>
                  <a:gd name="T5" fmla="*/ 96 h 11"/>
                  <a:gd name="T6" fmla="*/ 116 w 16"/>
                  <a:gd name="T7" fmla="*/ 113 h 11"/>
                  <a:gd name="T8" fmla="*/ 140 w 16"/>
                  <a:gd name="T9" fmla="*/ 20 h 11"/>
                  <a:gd name="T10" fmla="*/ 72 w 16"/>
                  <a:gd name="T11" fmla="*/ 9 h 11"/>
                  <a:gd name="T12" fmla="*/ 0 w 16"/>
                  <a:gd name="T13" fmla="*/ 81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11">
                    <a:moveTo>
                      <a:pt x="1" y="9"/>
                    </a:moveTo>
                    <a:cubicBezTo>
                      <a:pt x="2" y="7"/>
                      <a:pt x="5" y="7"/>
                      <a:pt x="7" y="8"/>
                    </a:cubicBezTo>
                    <a:cubicBezTo>
                      <a:pt x="8" y="8"/>
                      <a:pt x="9" y="8"/>
                      <a:pt x="10" y="9"/>
                    </a:cubicBezTo>
                    <a:cubicBezTo>
                      <a:pt x="11" y="10"/>
                      <a:pt x="12" y="11"/>
                      <a:pt x="13" y="11"/>
                    </a:cubicBezTo>
                    <a:cubicBezTo>
                      <a:pt x="12" y="9"/>
                      <a:pt x="14" y="4"/>
                      <a:pt x="16" y="2"/>
                    </a:cubicBezTo>
                    <a:cubicBezTo>
                      <a:pt x="14" y="1"/>
                      <a:pt x="10" y="0"/>
                      <a:pt x="8" y="1"/>
                    </a:cubicBezTo>
                    <a:cubicBezTo>
                      <a:pt x="5" y="2"/>
                      <a:pt x="3" y="7"/>
                      <a:pt x="0" y="8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647" name="Freeform 618">
                <a:extLst>
                  <a:ext uri="{FF2B5EF4-FFF2-40B4-BE49-F238E27FC236}">
                    <a16:creationId xmlns:a16="http://schemas.microsoft.com/office/drawing/2014/main" id="{C98FB2C0-3C0F-44A7-88EC-7AD3EA97F0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8" y="4010"/>
                <a:ext cx="25" cy="22"/>
              </a:xfrm>
              <a:custGeom>
                <a:avLst/>
                <a:gdLst>
                  <a:gd name="T0" fmla="*/ 0 w 12"/>
                  <a:gd name="T1" fmla="*/ 73 h 10"/>
                  <a:gd name="T2" fmla="*/ 44 w 12"/>
                  <a:gd name="T3" fmla="*/ 64 h 10"/>
                  <a:gd name="T4" fmla="*/ 92 w 12"/>
                  <a:gd name="T5" fmla="*/ 106 h 10"/>
                  <a:gd name="T6" fmla="*/ 108 w 12"/>
                  <a:gd name="T7" fmla="*/ 33 h 10"/>
                  <a:gd name="T8" fmla="*/ 44 w 12"/>
                  <a:gd name="T9" fmla="*/ 9 h 10"/>
                  <a:gd name="T10" fmla="*/ 0 w 12"/>
                  <a:gd name="T11" fmla="*/ 73 h 1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10">
                    <a:moveTo>
                      <a:pt x="0" y="7"/>
                    </a:moveTo>
                    <a:cubicBezTo>
                      <a:pt x="1" y="5"/>
                      <a:pt x="3" y="6"/>
                      <a:pt x="5" y="6"/>
                    </a:cubicBezTo>
                    <a:cubicBezTo>
                      <a:pt x="7" y="6"/>
                      <a:pt x="9" y="8"/>
                      <a:pt x="10" y="10"/>
                    </a:cubicBezTo>
                    <a:cubicBezTo>
                      <a:pt x="9" y="8"/>
                      <a:pt x="11" y="6"/>
                      <a:pt x="12" y="3"/>
                    </a:cubicBezTo>
                    <a:cubicBezTo>
                      <a:pt x="10" y="3"/>
                      <a:pt x="7" y="0"/>
                      <a:pt x="5" y="1"/>
                    </a:cubicBezTo>
                    <a:cubicBezTo>
                      <a:pt x="3" y="1"/>
                      <a:pt x="0" y="5"/>
                      <a:pt x="0" y="7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648" name="Freeform 619">
                <a:extLst>
                  <a:ext uri="{FF2B5EF4-FFF2-40B4-BE49-F238E27FC236}">
                    <a16:creationId xmlns:a16="http://schemas.microsoft.com/office/drawing/2014/main" id="{0F3AF0A9-18AA-414A-910F-453E31F05A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7" y="4003"/>
                <a:ext cx="23" cy="22"/>
              </a:xfrm>
              <a:custGeom>
                <a:avLst/>
                <a:gdLst>
                  <a:gd name="T0" fmla="*/ 0 w 11"/>
                  <a:gd name="T1" fmla="*/ 88 h 10"/>
                  <a:gd name="T2" fmla="*/ 75 w 11"/>
                  <a:gd name="T3" fmla="*/ 106 h 10"/>
                  <a:gd name="T4" fmla="*/ 84 w 11"/>
                  <a:gd name="T5" fmla="*/ 64 h 10"/>
                  <a:gd name="T6" fmla="*/ 100 w 11"/>
                  <a:gd name="T7" fmla="*/ 33 h 10"/>
                  <a:gd name="T8" fmla="*/ 56 w 11"/>
                  <a:gd name="T9" fmla="*/ 9 h 10"/>
                  <a:gd name="T10" fmla="*/ 0 w 11"/>
                  <a:gd name="T11" fmla="*/ 88 h 1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10">
                    <a:moveTo>
                      <a:pt x="0" y="8"/>
                    </a:moveTo>
                    <a:cubicBezTo>
                      <a:pt x="2" y="5"/>
                      <a:pt x="7" y="8"/>
                      <a:pt x="8" y="10"/>
                    </a:cubicBezTo>
                    <a:cubicBezTo>
                      <a:pt x="8" y="9"/>
                      <a:pt x="9" y="7"/>
                      <a:pt x="9" y="6"/>
                    </a:cubicBezTo>
                    <a:cubicBezTo>
                      <a:pt x="9" y="6"/>
                      <a:pt x="11" y="3"/>
                      <a:pt x="11" y="3"/>
                    </a:cubicBezTo>
                    <a:cubicBezTo>
                      <a:pt x="11" y="1"/>
                      <a:pt x="8" y="1"/>
                      <a:pt x="6" y="1"/>
                    </a:cubicBezTo>
                    <a:cubicBezTo>
                      <a:pt x="2" y="0"/>
                      <a:pt x="1" y="5"/>
                      <a:pt x="0" y="8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649" name="Freeform 620">
                <a:extLst>
                  <a:ext uri="{FF2B5EF4-FFF2-40B4-BE49-F238E27FC236}">
                    <a16:creationId xmlns:a16="http://schemas.microsoft.com/office/drawing/2014/main" id="{45BB86CA-DC08-448A-A06D-590A3E9B43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4" y="3999"/>
                <a:ext cx="21" cy="15"/>
              </a:xfrm>
              <a:custGeom>
                <a:avLst/>
                <a:gdLst>
                  <a:gd name="T0" fmla="*/ 0 w 10"/>
                  <a:gd name="T1" fmla="*/ 41 h 7"/>
                  <a:gd name="T2" fmla="*/ 84 w 10"/>
                  <a:gd name="T3" fmla="*/ 69 h 7"/>
                  <a:gd name="T4" fmla="*/ 67 w 10"/>
                  <a:gd name="T5" fmla="*/ 0 h 7"/>
                  <a:gd name="T6" fmla="*/ 8 w 10"/>
                  <a:gd name="T7" fmla="*/ 28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7">
                    <a:moveTo>
                      <a:pt x="0" y="4"/>
                    </a:moveTo>
                    <a:cubicBezTo>
                      <a:pt x="2" y="0"/>
                      <a:pt x="8" y="5"/>
                      <a:pt x="9" y="7"/>
                    </a:cubicBezTo>
                    <a:cubicBezTo>
                      <a:pt x="8" y="5"/>
                      <a:pt x="10" y="1"/>
                      <a:pt x="7" y="0"/>
                    </a:cubicBezTo>
                    <a:cubicBezTo>
                      <a:pt x="5" y="0"/>
                      <a:pt x="1" y="1"/>
                      <a:pt x="1" y="3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650" name="Freeform 621">
                <a:extLst>
                  <a:ext uri="{FF2B5EF4-FFF2-40B4-BE49-F238E27FC236}">
                    <a16:creationId xmlns:a16="http://schemas.microsoft.com/office/drawing/2014/main" id="{27997839-B1FA-45AC-B8E2-ED1CD4D6EF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5" y="1508"/>
                <a:ext cx="14" cy="178"/>
              </a:xfrm>
              <a:custGeom>
                <a:avLst/>
                <a:gdLst>
                  <a:gd name="T0" fmla="*/ 16 w 7"/>
                  <a:gd name="T1" fmla="*/ 0 h 81"/>
                  <a:gd name="T2" fmla="*/ 56 w 7"/>
                  <a:gd name="T3" fmla="*/ 125 h 81"/>
                  <a:gd name="T4" fmla="*/ 48 w 7"/>
                  <a:gd name="T5" fmla="*/ 266 h 81"/>
                  <a:gd name="T6" fmla="*/ 16 w 7"/>
                  <a:gd name="T7" fmla="*/ 508 h 81"/>
                  <a:gd name="T8" fmla="*/ 0 w 7"/>
                  <a:gd name="T9" fmla="*/ 859 h 8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81">
                    <a:moveTo>
                      <a:pt x="2" y="0"/>
                    </a:moveTo>
                    <a:cubicBezTo>
                      <a:pt x="3" y="4"/>
                      <a:pt x="6" y="8"/>
                      <a:pt x="7" y="12"/>
                    </a:cubicBezTo>
                    <a:cubicBezTo>
                      <a:pt x="7" y="17"/>
                      <a:pt x="7" y="20"/>
                      <a:pt x="6" y="25"/>
                    </a:cubicBezTo>
                    <a:cubicBezTo>
                      <a:pt x="4" y="32"/>
                      <a:pt x="3" y="40"/>
                      <a:pt x="2" y="48"/>
                    </a:cubicBezTo>
                    <a:cubicBezTo>
                      <a:pt x="1" y="59"/>
                      <a:pt x="0" y="72"/>
                      <a:pt x="0" y="81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651" name="Freeform 622">
                <a:extLst>
                  <a:ext uri="{FF2B5EF4-FFF2-40B4-BE49-F238E27FC236}">
                    <a16:creationId xmlns:a16="http://schemas.microsoft.com/office/drawing/2014/main" id="{82DC0DDB-31B3-4FC5-8922-B159440FE3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0" y="1504"/>
                <a:ext cx="14" cy="165"/>
              </a:xfrm>
              <a:custGeom>
                <a:avLst/>
                <a:gdLst>
                  <a:gd name="T0" fmla="*/ 32 w 7"/>
                  <a:gd name="T1" fmla="*/ 0 h 75"/>
                  <a:gd name="T2" fmla="*/ 0 w 7"/>
                  <a:gd name="T3" fmla="*/ 117 h 75"/>
                  <a:gd name="T4" fmla="*/ 0 w 7"/>
                  <a:gd name="T5" fmla="*/ 213 h 75"/>
                  <a:gd name="T6" fmla="*/ 24 w 7"/>
                  <a:gd name="T7" fmla="*/ 469 h 75"/>
                  <a:gd name="T8" fmla="*/ 56 w 7"/>
                  <a:gd name="T9" fmla="*/ 799 h 7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5">
                    <a:moveTo>
                      <a:pt x="4" y="0"/>
                    </a:moveTo>
                    <a:cubicBezTo>
                      <a:pt x="5" y="3"/>
                      <a:pt x="1" y="8"/>
                      <a:pt x="0" y="11"/>
                    </a:cubicBezTo>
                    <a:cubicBezTo>
                      <a:pt x="0" y="14"/>
                      <a:pt x="0" y="17"/>
                      <a:pt x="0" y="20"/>
                    </a:cubicBezTo>
                    <a:cubicBezTo>
                      <a:pt x="1" y="28"/>
                      <a:pt x="2" y="36"/>
                      <a:pt x="3" y="44"/>
                    </a:cubicBezTo>
                    <a:cubicBezTo>
                      <a:pt x="5" y="54"/>
                      <a:pt x="6" y="65"/>
                      <a:pt x="7" y="75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652" name="Oval 623">
                <a:extLst>
                  <a:ext uri="{FF2B5EF4-FFF2-40B4-BE49-F238E27FC236}">
                    <a16:creationId xmlns:a16="http://schemas.microsoft.com/office/drawing/2014/main" id="{03B1973D-B498-42CA-A651-55D81167F2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51" y="1570"/>
                <a:ext cx="33" cy="35"/>
              </a:xfrm>
              <a:prstGeom prst="ellipse">
                <a:avLst/>
              </a:pr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4653" name="Oval 624">
                <a:extLst>
                  <a:ext uri="{FF2B5EF4-FFF2-40B4-BE49-F238E27FC236}">
                    <a16:creationId xmlns:a16="http://schemas.microsoft.com/office/drawing/2014/main" id="{98724D40-171D-4310-873E-18CBD5BE4E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61" y="1581"/>
                <a:ext cx="12" cy="11"/>
              </a:xfrm>
              <a:prstGeom prst="ellipse">
                <a:avLst/>
              </a:prstGeom>
              <a:noFill/>
              <a:ln w="6350" cap="rnd">
                <a:solidFill>
                  <a:srgbClr val="343434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4654" name="Oval 625">
                <a:extLst>
                  <a:ext uri="{FF2B5EF4-FFF2-40B4-BE49-F238E27FC236}">
                    <a16:creationId xmlns:a16="http://schemas.microsoft.com/office/drawing/2014/main" id="{2204E23D-F7DE-4271-A17B-A4A2E31DCC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33" y="1570"/>
                <a:ext cx="31" cy="35"/>
              </a:xfrm>
              <a:prstGeom prst="ellipse">
                <a:avLst/>
              </a:pr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4655" name="Oval 626">
                <a:extLst>
                  <a:ext uri="{FF2B5EF4-FFF2-40B4-BE49-F238E27FC236}">
                    <a16:creationId xmlns:a16="http://schemas.microsoft.com/office/drawing/2014/main" id="{3029B839-21E4-47E4-A203-321F647B9F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51" y="1570"/>
                <a:ext cx="33" cy="35"/>
              </a:xfrm>
              <a:prstGeom prst="ellipse">
                <a:avLst/>
              </a:prstGeom>
              <a:noFill/>
              <a:ln w="6350" cap="rnd">
                <a:solidFill>
                  <a:srgbClr val="343434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4656" name="Oval 627">
                <a:extLst>
                  <a:ext uri="{FF2B5EF4-FFF2-40B4-BE49-F238E27FC236}">
                    <a16:creationId xmlns:a16="http://schemas.microsoft.com/office/drawing/2014/main" id="{0F763DBF-5F0C-4281-9B39-EA7376A460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33" y="1570"/>
                <a:ext cx="31" cy="35"/>
              </a:xfrm>
              <a:prstGeom prst="ellipse">
                <a:avLst/>
              </a:prstGeom>
              <a:noFill/>
              <a:ln w="6350" cap="rnd">
                <a:solidFill>
                  <a:srgbClr val="343434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4657" name="Oval 628">
                <a:extLst>
                  <a:ext uri="{FF2B5EF4-FFF2-40B4-BE49-F238E27FC236}">
                    <a16:creationId xmlns:a16="http://schemas.microsoft.com/office/drawing/2014/main" id="{B69A0FC1-4D7B-4EA4-A8D2-DF1BAD8DE1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43" y="1581"/>
                <a:ext cx="10" cy="11"/>
              </a:xfrm>
              <a:prstGeom prst="ellipse">
                <a:avLst/>
              </a:prstGeom>
              <a:noFill/>
              <a:ln w="6350" cap="rnd">
                <a:solidFill>
                  <a:srgbClr val="343434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4658" name="Freeform 629">
                <a:extLst>
                  <a:ext uri="{FF2B5EF4-FFF2-40B4-BE49-F238E27FC236}">
                    <a16:creationId xmlns:a16="http://schemas.microsoft.com/office/drawing/2014/main" id="{AE274961-389A-41BD-A03F-B3AE7FC72E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3" y="1359"/>
                <a:ext cx="119" cy="18"/>
              </a:xfrm>
              <a:custGeom>
                <a:avLst/>
                <a:gdLst>
                  <a:gd name="T0" fmla="*/ 8 w 58"/>
                  <a:gd name="T1" fmla="*/ 25 h 8"/>
                  <a:gd name="T2" fmla="*/ 0 w 58"/>
                  <a:gd name="T3" fmla="*/ 25 h 8"/>
                  <a:gd name="T4" fmla="*/ 164 w 58"/>
                  <a:gd name="T5" fmla="*/ 25 h 8"/>
                  <a:gd name="T6" fmla="*/ 312 w 58"/>
                  <a:gd name="T7" fmla="*/ 25 h 8"/>
                  <a:gd name="T8" fmla="*/ 501 w 58"/>
                  <a:gd name="T9" fmla="*/ 92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" h="8">
                    <a:moveTo>
                      <a:pt x="1" y="2"/>
                    </a:moveTo>
                    <a:cubicBezTo>
                      <a:pt x="1" y="2"/>
                      <a:pt x="0" y="2"/>
                      <a:pt x="0" y="2"/>
                    </a:cubicBezTo>
                    <a:cubicBezTo>
                      <a:pt x="6" y="0"/>
                      <a:pt x="13" y="2"/>
                      <a:pt x="19" y="2"/>
                    </a:cubicBezTo>
                    <a:cubicBezTo>
                      <a:pt x="25" y="2"/>
                      <a:pt x="31" y="2"/>
                      <a:pt x="36" y="2"/>
                    </a:cubicBezTo>
                    <a:cubicBezTo>
                      <a:pt x="46" y="1"/>
                      <a:pt x="50" y="2"/>
                      <a:pt x="58" y="8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659" name="Freeform 630">
                <a:extLst>
                  <a:ext uri="{FF2B5EF4-FFF2-40B4-BE49-F238E27FC236}">
                    <a16:creationId xmlns:a16="http://schemas.microsoft.com/office/drawing/2014/main" id="{4F622983-4B6C-4464-AF5F-D0DFE66B8C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7" y="1394"/>
                <a:ext cx="43" cy="13"/>
              </a:xfrm>
              <a:custGeom>
                <a:avLst/>
                <a:gdLst>
                  <a:gd name="T0" fmla="*/ 0 w 21"/>
                  <a:gd name="T1" fmla="*/ 0 h 6"/>
                  <a:gd name="T2" fmla="*/ 96 w 21"/>
                  <a:gd name="T3" fmla="*/ 61 h 6"/>
                  <a:gd name="T4" fmla="*/ 180 w 21"/>
                  <a:gd name="T5" fmla="*/ 2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6">
                    <a:moveTo>
                      <a:pt x="0" y="0"/>
                    </a:moveTo>
                    <a:cubicBezTo>
                      <a:pt x="1" y="4"/>
                      <a:pt x="7" y="6"/>
                      <a:pt x="11" y="6"/>
                    </a:cubicBezTo>
                    <a:cubicBezTo>
                      <a:pt x="15" y="6"/>
                      <a:pt x="18" y="3"/>
                      <a:pt x="21" y="2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660" name="Freeform 631">
                <a:extLst>
                  <a:ext uri="{FF2B5EF4-FFF2-40B4-BE49-F238E27FC236}">
                    <a16:creationId xmlns:a16="http://schemas.microsoft.com/office/drawing/2014/main" id="{BB5B977F-D492-4B59-A52B-7064B7E9AA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1" y="1339"/>
                <a:ext cx="125" cy="38"/>
              </a:xfrm>
              <a:custGeom>
                <a:avLst/>
                <a:gdLst>
                  <a:gd name="T0" fmla="*/ 0 w 61"/>
                  <a:gd name="T1" fmla="*/ 190 h 17"/>
                  <a:gd name="T2" fmla="*/ 76 w 61"/>
                  <a:gd name="T3" fmla="*/ 89 h 17"/>
                  <a:gd name="T4" fmla="*/ 215 w 61"/>
                  <a:gd name="T5" fmla="*/ 80 h 17"/>
                  <a:gd name="T6" fmla="*/ 525 w 61"/>
                  <a:gd name="T7" fmla="*/ 0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1" h="17">
                    <a:moveTo>
                      <a:pt x="0" y="17"/>
                    </a:moveTo>
                    <a:cubicBezTo>
                      <a:pt x="4" y="16"/>
                      <a:pt x="5" y="10"/>
                      <a:pt x="9" y="8"/>
                    </a:cubicBezTo>
                    <a:cubicBezTo>
                      <a:pt x="14" y="7"/>
                      <a:pt x="20" y="8"/>
                      <a:pt x="25" y="7"/>
                    </a:cubicBezTo>
                    <a:cubicBezTo>
                      <a:pt x="37" y="6"/>
                      <a:pt x="49" y="2"/>
                      <a:pt x="61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661" name="Freeform 632">
                <a:extLst>
                  <a:ext uri="{FF2B5EF4-FFF2-40B4-BE49-F238E27FC236}">
                    <a16:creationId xmlns:a16="http://schemas.microsoft.com/office/drawing/2014/main" id="{9D80C839-839A-4FDC-8282-17A48B1E97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5" y="1476"/>
                <a:ext cx="25" cy="2"/>
              </a:xfrm>
              <a:custGeom>
                <a:avLst/>
                <a:gdLst>
                  <a:gd name="T0" fmla="*/ 0 w 12"/>
                  <a:gd name="T1" fmla="*/ 0 h 1"/>
                  <a:gd name="T2" fmla="*/ 108 w 1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1">
                    <a:moveTo>
                      <a:pt x="0" y="0"/>
                    </a:moveTo>
                    <a:cubicBezTo>
                      <a:pt x="0" y="1"/>
                      <a:pt x="9" y="0"/>
                      <a:pt x="12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662" name="Freeform 633">
                <a:extLst>
                  <a:ext uri="{FF2B5EF4-FFF2-40B4-BE49-F238E27FC236}">
                    <a16:creationId xmlns:a16="http://schemas.microsoft.com/office/drawing/2014/main" id="{430244C7-613F-413E-A247-06319F077E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9" y="1506"/>
                <a:ext cx="25" cy="9"/>
              </a:xfrm>
              <a:custGeom>
                <a:avLst/>
                <a:gdLst>
                  <a:gd name="T0" fmla="*/ 0 w 12"/>
                  <a:gd name="T1" fmla="*/ 0 h 4"/>
                  <a:gd name="T2" fmla="*/ 108 w 12"/>
                  <a:gd name="T3" fmla="*/ 11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4">
                    <a:moveTo>
                      <a:pt x="0" y="0"/>
                    </a:moveTo>
                    <a:cubicBezTo>
                      <a:pt x="2" y="4"/>
                      <a:pt x="9" y="1"/>
                      <a:pt x="12" y="1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663" name="Freeform 634">
                <a:extLst>
                  <a:ext uri="{FF2B5EF4-FFF2-40B4-BE49-F238E27FC236}">
                    <a16:creationId xmlns:a16="http://schemas.microsoft.com/office/drawing/2014/main" id="{2D272048-68C1-4DEC-8952-6D44745BC1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5" y="1561"/>
                <a:ext cx="23" cy="2"/>
              </a:xfrm>
              <a:custGeom>
                <a:avLst/>
                <a:gdLst>
                  <a:gd name="T0" fmla="*/ 0 w 11"/>
                  <a:gd name="T1" fmla="*/ 0 h 1"/>
                  <a:gd name="T2" fmla="*/ 100 w 1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1">
                    <a:moveTo>
                      <a:pt x="0" y="0"/>
                    </a:moveTo>
                    <a:cubicBezTo>
                      <a:pt x="0" y="1"/>
                      <a:pt x="9" y="0"/>
                      <a:pt x="11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664" name="Freeform 635">
                <a:extLst>
                  <a:ext uri="{FF2B5EF4-FFF2-40B4-BE49-F238E27FC236}">
                    <a16:creationId xmlns:a16="http://schemas.microsoft.com/office/drawing/2014/main" id="{6A01753A-818A-4845-96A4-743B03500A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0" y="1656"/>
                <a:ext cx="81" cy="15"/>
              </a:xfrm>
              <a:custGeom>
                <a:avLst/>
                <a:gdLst>
                  <a:gd name="T0" fmla="*/ 0 w 39"/>
                  <a:gd name="T1" fmla="*/ 60 h 7"/>
                  <a:gd name="T2" fmla="*/ 181 w 39"/>
                  <a:gd name="T3" fmla="*/ 0 h 7"/>
                  <a:gd name="T4" fmla="*/ 349 w 39"/>
                  <a:gd name="T5" fmla="*/ 69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9" h="7">
                    <a:moveTo>
                      <a:pt x="0" y="6"/>
                    </a:moveTo>
                    <a:cubicBezTo>
                      <a:pt x="7" y="4"/>
                      <a:pt x="12" y="0"/>
                      <a:pt x="20" y="0"/>
                    </a:cubicBezTo>
                    <a:cubicBezTo>
                      <a:pt x="28" y="0"/>
                      <a:pt x="33" y="3"/>
                      <a:pt x="39" y="7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665" name="Freeform 636">
                <a:extLst>
                  <a:ext uri="{FF2B5EF4-FFF2-40B4-BE49-F238E27FC236}">
                    <a16:creationId xmlns:a16="http://schemas.microsoft.com/office/drawing/2014/main" id="{4FDDA17B-0D0F-4E18-B99C-D680697EBA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0" y="1783"/>
                <a:ext cx="74" cy="73"/>
              </a:xfrm>
              <a:custGeom>
                <a:avLst/>
                <a:gdLst>
                  <a:gd name="T0" fmla="*/ 312 w 36"/>
                  <a:gd name="T1" fmla="*/ 44 h 33"/>
                  <a:gd name="T2" fmla="*/ 208 w 36"/>
                  <a:gd name="T3" fmla="*/ 20 h 33"/>
                  <a:gd name="T4" fmla="*/ 105 w 36"/>
                  <a:gd name="T5" fmla="*/ 133 h 33"/>
                  <a:gd name="T6" fmla="*/ 0 w 36"/>
                  <a:gd name="T7" fmla="*/ 356 h 3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6" h="33">
                    <a:moveTo>
                      <a:pt x="36" y="4"/>
                    </a:moveTo>
                    <a:cubicBezTo>
                      <a:pt x="32" y="5"/>
                      <a:pt x="29" y="0"/>
                      <a:pt x="24" y="2"/>
                    </a:cubicBezTo>
                    <a:cubicBezTo>
                      <a:pt x="20" y="4"/>
                      <a:pt x="15" y="8"/>
                      <a:pt x="12" y="12"/>
                    </a:cubicBezTo>
                    <a:cubicBezTo>
                      <a:pt x="7" y="18"/>
                      <a:pt x="3" y="26"/>
                      <a:pt x="0" y="33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666" name="Freeform 637">
                <a:extLst>
                  <a:ext uri="{FF2B5EF4-FFF2-40B4-BE49-F238E27FC236}">
                    <a16:creationId xmlns:a16="http://schemas.microsoft.com/office/drawing/2014/main" id="{92C2347A-A997-4BB7-B8BE-AE6DCD50B8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3" y="1946"/>
                <a:ext cx="29" cy="26"/>
              </a:xfrm>
              <a:custGeom>
                <a:avLst/>
                <a:gdLst>
                  <a:gd name="T0" fmla="*/ 124 w 14"/>
                  <a:gd name="T1" fmla="*/ 0 h 12"/>
                  <a:gd name="T2" fmla="*/ 0 w 14"/>
                  <a:gd name="T3" fmla="*/ 121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12">
                    <a:moveTo>
                      <a:pt x="14" y="0"/>
                    </a:moveTo>
                    <a:cubicBezTo>
                      <a:pt x="11" y="7"/>
                      <a:pt x="6" y="10"/>
                      <a:pt x="0" y="12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667" name="Freeform 638">
                <a:extLst>
                  <a:ext uri="{FF2B5EF4-FFF2-40B4-BE49-F238E27FC236}">
                    <a16:creationId xmlns:a16="http://schemas.microsoft.com/office/drawing/2014/main" id="{1A173F72-E8C1-4802-A300-457A7C399E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4" y="1805"/>
                <a:ext cx="118" cy="149"/>
              </a:xfrm>
              <a:custGeom>
                <a:avLst/>
                <a:gdLst>
                  <a:gd name="T0" fmla="*/ 0 w 57"/>
                  <a:gd name="T1" fmla="*/ 0 h 68"/>
                  <a:gd name="T2" fmla="*/ 224 w 57"/>
                  <a:gd name="T3" fmla="*/ 388 h 68"/>
                  <a:gd name="T4" fmla="*/ 329 w 57"/>
                  <a:gd name="T5" fmla="*/ 600 h 68"/>
                  <a:gd name="T6" fmla="*/ 505 w 57"/>
                  <a:gd name="T7" fmla="*/ 714 h 6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7" h="68">
                    <a:moveTo>
                      <a:pt x="0" y="0"/>
                    </a:moveTo>
                    <a:cubicBezTo>
                      <a:pt x="12" y="8"/>
                      <a:pt x="18" y="24"/>
                      <a:pt x="25" y="37"/>
                    </a:cubicBezTo>
                    <a:cubicBezTo>
                      <a:pt x="28" y="44"/>
                      <a:pt x="32" y="52"/>
                      <a:pt x="37" y="57"/>
                    </a:cubicBezTo>
                    <a:cubicBezTo>
                      <a:pt x="41" y="62"/>
                      <a:pt x="51" y="68"/>
                      <a:pt x="57" y="68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668" name="Freeform 639">
                <a:extLst>
                  <a:ext uri="{FF2B5EF4-FFF2-40B4-BE49-F238E27FC236}">
                    <a16:creationId xmlns:a16="http://schemas.microsoft.com/office/drawing/2014/main" id="{A45F2067-659B-41FC-94CB-7915BD710F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5" y="2011"/>
                <a:ext cx="21" cy="22"/>
              </a:xfrm>
              <a:custGeom>
                <a:avLst/>
                <a:gdLst>
                  <a:gd name="T0" fmla="*/ 36 w 10"/>
                  <a:gd name="T1" fmla="*/ 106 h 10"/>
                  <a:gd name="T2" fmla="*/ 36 w 10"/>
                  <a:gd name="T3" fmla="*/ 20 h 10"/>
                  <a:gd name="T4" fmla="*/ 84 w 10"/>
                  <a:gd name="T5" fmla="*/ 33 h 10"/>
                  <a:gd name="T6" fmla="*/ 36 w 10"/>
                  <a:gd name="T7" fmla="*/ 106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10">
                    <a:moveTo>
                      <a:pt x="4" y="10"/>
                    </a:moveTo>
                    <a:cubicBezTo>
                      <a:pt x="2" y="7"/>
                      <a:pt x="1" y="4"/>
                      <a:pt x="4" y="2"/>
                    </a:cubicBezTo>
                    <a:cubicBezTo>
                      <a:pt x="6" y="0"/>
                      <a:pt x="10" y="0"/>
                      <a:pt x="9" y="3"/>
                    </a:cubicBezTo>
                    <a:cubicBezTo>
                      <a:pt x="7" y="4"/>
                      <a:pt x="0" y="6"/>
                      <a:pt x="4" y="10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669" name="Freeform 640">
                <a:extLst>
                  <a:ext uri="{FF2B5EF4-FFF2-40B4-BE49-F238E27FC236}">
                    <a16:creationId xmlns:a16="http://schemas.microsoft.com/office/drawing/2014/main" id="{FECDF8D4-DA79-4701-A885-8BF8F50E8D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7" y="2117"/>
                <a:ext cx="31" cy="26"/>
              </a:xfrm>
              <a:custGeom>
                <a:avLst/>
                <a:gdLst>
                  <a:gd name="T0" fmla="*/ 0 w 15"/>
                  <a:gd name="T1" fmla="*/ 0 h 12"/>
                  <a:gd name="T2" fmla="*/ 132 w 15"/>
                  <a:gd name="T3" fmla="*/ 121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12">
                    <a:moveTo>
                      <a:pt x="0" y="0"/>
                    </a:moveTo>
                    <a:cubicBezTo>
                      <a:pt x="6" y="3"/>
                      <a:pt x="10" y="8"/>
                      <a:pt x="15" y="12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670" name="Freeform 641">
                <a:extLst>
                  <a:ext uri="{FF2B5EF4-FFF2-40B4-BE49-F238E27FC236}">
                    <a16:creationId xmlns:a16="http://schemas.microsoft.com/office/drawing/2014/main" id="{74347CAE-30E4-4CD7-95F2-E645E03FCE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1" y="2119"/>
                <a:ext cx="22" cy="26"/>
              </a:xfrm>
              <a:custGeom>
                <a:avLst/>
                <a:gdLst>
                  <a:gd name="T0" fmla="*/ 88 w 11"/>
                  <a:gd name="T1" fmla="*/ 0 h 12"/>
                  <a:gd name="T2" fmla="*/ 0 w 11"/>
                  <a:gd name="T3" fmla="*/ 121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12">
                    <a:moveTo>
                      <a:pt x="11" y="0"/>
                    </a:moveTo>
                    <a:cubicBezTo>
                      <a:pt x="9" y="5"/>
                      <a:pt x="3" y="9"/>
                      <a:pt x="0" y="12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671" name="Freeform 642">
                <a:extLst>
                  <a:ext uri="{FF2B5EF4-FFF2-40B4-BE49-F238E27FC236}">
                    <a16:creationId xmlns:a16="http://schemas.microsoft.com/office/drawing/2014/main" id="{A1B1093A-C2FE-40D8-9678-AB016C59BB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0" y="2347"/>
                <a:ext cx="140" cy="128"/>
              </a:xfrm>
              <a:custGeom>
                <a:avLst/>
                <a:gdLst>
                  <a:gd name="T0" fmla="*/ 0 w 68"/>
                  <a:gd name="T1" fmla="*/ 20 h 58"/>
                  <a:gd name="T2" fmla="*/ 97 w 68"/>
                  <a:gd name="T3" fmla="*/ 428 h 58"/>
                  <a:gd name="T4" fmla="*/ 356 w 68"/>
                  <a:gd name="T5" fmla="*/ 614 h 58"/>
                  <a:gd name="T6" fmla="*/ 568 w 68"/>
                  <a:gd name="T7" fmla="*/ 384 h 58"/>
                  <a:gd name="T8" fmla="*/ 593 w 68"/>
                  <a:gd name="T9" fmla="*/ 0 h 5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8" h="58">
                    <a:moveTo>
                      <a:pt x="0" y="2"/>
                    </a:moveTo>
                    <a:cubicBezTo>
                      <a:pt x="14" y="11"/>
                      <a:pt x="4" y="28"/>
                      <a:pt x="11" y="40"/>
                    </a:cubicBezTo>
                    <a:cubicBezTo>
                      <a:pt x="17" y="53"/>
                      <a:pt x="28" y="58"/>
                      <a:pt x="41" y="57"/>
                    </a:cubicBezTo>
                    <a:cubicBezTo>
                      <a:pt x="55" y="57"/>
                      <a:pt x="63" y="50"/>
                      <a:pt x="65" y="36"/>
                    </a:cubicBezTo>
                    <a:cubicBezTo>
                      <a:pt x="67" y="24"/>
                      <a:pt x="61" y="10"/>
                      <a:pt x="68" y="0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672" name="Freeform 643">
                <a:extLst>
                  <a:ext uri="{FF2B5EF4-FFF2-40B4-BE49-F238E27FC236}">
                    <a16:creationId xmlns:a16="http://schemas.microsoft.com/office/drawing/2014/main" id="{59CA431B-6BCB-4E08-9AEC-0B7CD3C759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6" y="1034"/>
                <a:ext cx="22" cy="31"/>
              </a:xfrm>
              <a:custGeom>
                <a:avLst/>
                <a:gdLst>
                  <a:gd name="T0" fmla="*/ 0 w 11"/>
                  <a:gd name="T1" fmla="*/ 0 h 14"/>
                  <a:gd name="T2" fmla="*/ 88 w 11"/>
                  <a:gd name="T3" fmla="*/ 153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14">
                    <a:moveTo>
                      <a:pt x="0" y="0"/>
                    </a:moveTo>
                    <a:cubicBezTo>
                      <a:pt x="3" y="5"/>
                      <a:pt x="8" y="9"/>
                      <a:pt x="11" y="14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673" name="Freeform 644">
                <a:extLst>
                  <a:ext uri="{FF2B5EF4-FFF2-40B4-BE49-F238E27FC236}">
                    <a16:creationId xmlns:a16="http://schemas.microsoft.com/office/drawing/2014/main" id="{F4548B5B-B9F1-47AC-A9C3-9E49D32D2D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6" y="1021"/>
                <a:ext cx="25" cy="44"/>
              </a:xfrm>
              <a:custGeom>
                <a:avLst/>
                <a:gdLst>
                  <a:gd name="T0" fmla="*/ 108 w 12"/>
                  <a:gd name="T1" fmla="*/ 0 h 20"/>
                  <a:gd name="T2" fmla="*/ 0 w 12"/>
                  <a:gd name="T3" fmla="*/ 213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20">
                    <a:moveTo>
                      <a:pt x="12" y="0"/>
                    </a:moveTo>
                    <a:cubicBezTo>
                      <a:pt x="9" y="8"/>
                      <a:pt x="4" y="14"/>
                      <a:pt x="0" y="20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674" name="Freeform 645">
                <a:extLst>
                  <a:ext uri="{FF2B5EF4-FFF2-40B4-BE49-F238E27FC236}">
                    <a16:creationId xmlns:a16="http://schemas.microsoft.com/office/drawing/2014/main" id="{7F915277-F0CF-4083-A883-919CD1F0E2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5" y="784"/>
                <a:ext cx="219" cy="149"/>
              </a:xfrm>
              <a:custGeom>
                <a:avLst/>
                <a:gdLst>
                  <a:gd name="T0" fmla="*/ 777 w 106"/>
                  <a:gd name="T1" fmla="*/ 0 h 68"/>
                  <a:gd name="T2" fmla="*/ 721 w 106"/>
                  <a:gd name="T3" fmla="*/ 96 h 68"/>
                  <a:gd name="T4" fmla="*/ 628 w 106"/>
                  <a:gd name="T5" fmla="*/ 169 h 68"/>
                  <a:gd name="T6" fmla="*/ 405 w 106"/>
                  <a:gd name="T7" fmla="*/ 254 h 68"/>
                  <a:gd name="T8" fmla="*/ 25 w 106"/>
                  <a:gd name="T9" fmla="*/ 484 h 68"/>
                  <a:gd name="T10" fmla="*/ 0 w 106"/>
                  <a:gd name="T11" fmla="*/ 714 h 68"/>
                  <a:gd name="T12" fmla="*/ 81 w 106"/>
                  <a:gd name="T13" fmla="*/ 548 h 68"/>
                  <a:gd name="T14" fmla="*/ 248 w 106"/>
                  <a:gd name="T15" fmla="*/ 460 h 68"/>
                  <a:gd name="T16" fmla="*/ 609 w 106"/>
                  <a:gd name="T17" fmla="*/ 283 h 68"/>
                  <a:gd name="T18" fmla="*/ 793 w 106"/>
                  <a:gd name="T19" fmla="*/ 125 h 68"/>
                  <a:gd name="T20" fmla="*/ 926 w 106"/>
                  <a:gd name="T21" fmla="*/ 221 h 68"/>
                  <a:gd name="T22" fmla="*/ 785 w 106"/>
                  <a:gd name="T23" fmla="*/ 0 h 68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06" h="68">
                    <a:moveTo>
                      <a:pt x="88" y="0"/>
                    </a:moveTo>
                    <a:cubicBezTo>
                      <a:pt x="86" y="3"/>
                      <a:pt x="84" y="6"/>
                      <a:pt x="82" y="9"/>
                    </a:cubicBezTo>
                    <a:cubicBezTo>
                      <a:pt x="79" y="12"/>
                      <a:pt x="75" y="14"/>
                      <a:pt x="71" y="16"/>
                    </a:cubicBezTo>
                    <a:cubicBezTo>
                      <a:pt x="63" y="20"/>
                      <a:pt x="55" y="21"/>
                      <a:pt x="46" y="24"/>
                    </a:cubicBezTo>
                    <a:cubicBezTo>
                      <a:pt x="31" y="29"/>
                      <a:pt x="12" y="31"/>
                      <a:pt x="3" y="46"/>
                    </a:cubicBezTo>
                    <a:cubicBezTo>
                      <a:pt x="0" y="53"/>
                      <a:pt x="0" y="61"/>
                      <a:pt x="0" y="68"/>
                    </a:cubicBezTo>
                    <a:cubicBezTo>
                      <a:pt x="0" y="63"/>
                      <a:pt x="5" y="56"/>
                      <a:pt x="9" y="52"/>
                    </a:cubicBezTo>
                    <a:cubicBezTo>
                      <a:pt x="13" y="47"/>
                      <a:pt x="22" y="46"/>
                      <a:pt x="28" y="44"/>
                    </a:cubicBezTo>
                    <a:cubicBezTo>
                      <a:pt x="43" y="40"/>
                      <a:pt x="57" y="37"/>
                      <a:pt x="69" y="27"/>
                    </a:cubicBezTo>
                    <a:cubicBezTo>
                      <a:pt x="75" y="22"/>
                      <a:pt x="82" y="14"/>
                      <a:pt x="90" y="12"/>
                    </a:cubicBezTo>
                    <a:cubicBezTo>
                      <a:pt x="98" y="10"/>
                      <a:pt x="100" y="17"/>
                      <a:pt x="105" y="21"/>
                    </a:cubicBezTo>
                    <a:cubicBezTo>
                      <a:pt x="106" y="10"/>
                      <a:pt x="95" y="8"/>
                      <a:pt x="89" y="0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675" name="Freeform 646">
                <a:extLst>
                  <a:ext uri="{FF2B5EF4-FFF2-40B4-BE49-F238E27FC236}">
                    <a16:creationId xmlns:a16="http://schemas.microsoft.com/office/drawing/2014/main" id="{8DC87E29-61CB-4EFF-AB82-A26F8F7958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2" y="924"/>
                <a:ext cx="30" cy="119"/>
              </a:xfrm>
              <a:custGeom>
                <a:avLst/>
                <a:gdLst>
                  <a:gd name="T0" fmla="*/ 0 w 15"/>
                  <a:gd name="T1" fmla="*/ 0 h 54"/>
                  <a:gd name="T2" fmla="*/ 40 w 15"/>
                  <a:gd name="T3" fmla="*/ 20 h 54"/>
                  <a:gd name="T4" fmla="*/ 72 w 15"/>
                  <a:gd name="T5" fmla="*/ 33 h 54"/>
                  <a:gd name="T6" fmla="*/ 104 w 15"/>
                  <a:gd name="T7" fmla="*/ 64 h 54"/>
                  <a:gd name="T8" fmla="*/ 120 w 15"/>
                  <a:gd name="T9" fmla="*/ 150 h 54"/>
                  <a:gd name="T10" fmla="*/ 120 w 15"/>
                  <a:gd name="T11" fmla="*/ 258 h 54"/>
                  <a:gd name="T12" fmla="*/ 120 w 15"/>
                  <a:gd name="T13" fmla="*/ 344 h 54"/>
                  <a:gd name="T14" fmla="*/ 112 w 15"/>
                  <a:gd name="T15" fmla="*/ 436 h 54"/>
                  <a:gd name="T16" fmla="*/ 112 w 15"/>
                  <a:gd name="T17" fmla="*/ 505 h 54"/>
                  <a:gd name="T18" fmla="*/ 96 w 15"/>
                  <a:gd name="T19" fmla="*/ 505 h 54"/>
                  <a:gd name="T20" fmla="*/ 88 w 15"/>
                  <a:gd name="T21" fmla="*/ 524 h 54"/>
                  <a:gd name="T22" fmla="*/ 72 w 15"/>
                  <a:gd name="T23" fmla="*/ 577 h 54"/>
                  <a:gd name="T24" fmla="*/ 80 w 15"/>
                  <a:gd name="T25" fmla="*/ 491 h 54"/>
                  <a:gd name="T26" fmla="*/ 104 w 15"/>
                  <a:gd name="T27" fmla="*/ 355 h 54"/>
                  <a:gd name="T28" fmla="*/ 80 w 15"/>
                  <a:gd name="T29" fmla="*/ 161 h 54"/>
                  <a:gd name="T30" fmla="*/ 48 w 15"/>
                  <a:gd name="T31" fmla="*/ 73 h 54"/>
                  <a:gd name="T32" fmla="*/ 0 w 15"/>
                  <a:gd name="T33" fmla="*/ 9 h 5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5" h="54">
                    <a:moveTo>
                      <a:pt x="0" y="0"/>
                    </a:moveTo>
                    <a:cubicBezTo>
                      <a:pt x="1" y="1"/>
                      <a:pt x="3" y="2"/>
                      <a:pt x="5" y="2"/>
                    </a:cubicBezTo>
                    <a:cubicBezTo>
                      <a:pt x="6" y="2"/>
                      <a:pt x="7" y="3"/>
                      <a:pt x="9" y="3"/>
                    </a:cubicBezTo>
                    <a:cubicBezTo>
                      <a:pt x="10" y="4"/>
                      <a:pt x="12" y="5"/>
                      <a:pt x="13" y="6"/>
                    </a:cubicBezTo>
                    <a:cubicBezTo>
                      <a:pt x="15" y="8"/>
                      <a:pt x="14" y="11"/>
                      <a:pt x="15" y="14"/>
                    </a:cubicBezTo>
                    <a:cubicBezTo>
                      <a:pt x="15" y="17"/>
                      <a:pt x="15" y="20"/>
                      <a:pt x="15" y="24"/>
                    </a:cubicBezTo>
                    <a:cubicBezTo>
                      <a:pt x="15" y="26"/>
                      <a:pt x="15" y="29"/>
                      <a:pt x="15" y="32"/>
                    </a:cubicBezTo>
                    <a:cubicBezTo>
                      <a:pt x="15" y="35"/>
                      <a:pt x="14" y="38"/>
                      <a:pt x="14" y="41"/>
                    </a:cubicBezTo>
                    <a:cubicBezTo>
                      <a:pt x="14" y="42"/>
                      <a:pt x="15" y="46"/>
                      <a:pt x="14" y="47"/>
                    </a:cubicBezTo>
                    <a:cubicBezTo>
                      <a:pt x="13" y="47"/>
                      <a:pt x="12" y="47"/>
                      <a:pt x="12" y="47"/>
                    </a:cubicBezTo>
                    <a:cubicBezTo>
                      <a:pt x="11" y="48"/>
                      <a:pt x="11" y="48"/>
                      <a:pt x="11" y="49"/>
                    </a:cubicBezTo>
                    <a:cubicBezTo>
                      <a:pt x="10" y="50"/>
                      <a:pt x="9" y="52"/>
                      <a:pt x="9" y="54"/>
                    </a:cubicBezTo>
                    <a:cubicBezTo>
                      <a:pt x="9" y="51"/>
                      <a:pt x="10" y="48"/>
                      <a:pt x="10" y="46"/>
                    </a:cubicBezTo>
                    <a:cubicBezTo>
                      <a:pt x="12" y="42"/>
                      <a:pt x="13" y="38"/>
                      <a:pt x="13" y="33"/>
                    </a:cubicBezTo>
                    <a:cubicBezTo>
                      <a:pt x="13" y="27"/>
                      <a:pt x="12" y="21"/>
                      <a:pt x="10" y="15"/>
                    </a:cubicBezTo>
                    <a:cubicBezTo>
                      <a:pt x="10" y="12"/>
                      <a:pt x="8" y="8"/>
                      <a:pt x="6" y="7"/>
                    </a:cubicBezTo>
                    <a:cubicBezTo>
                      <a:pt x="4" y="5"/>
                      <a:pt x="1" y="4"/>
                      <a:pt x="0" y="1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676" name="Freeform 647">
                <a:extLst>
                  <a:ext uri="{FF2B5EF4-FFF2-40B4-BE49-F238E27FC236}">
                    <a16:creationId xmlns:a16="http://schemas.microsoft.com/office/drawing/2014/main" id="{C79DB347-1C88-4A3F-8EBE-2FB46B940E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7" y="1032"/>
                <a:ext cx="26" cy="24"/>
              </a:xfrm>
              <a:custGeom>
                <a:avLst/>
                <a:gdLst>
                  <a:gd name="T0" fmla="*/ 0 w 13"/>
                  <a:gd name="T1" fmla="*/ 0 h 11"/>
                  <a:gd name="T2" fmla="*/ 40 w 13"/>
                  <a:gd name="T3" fmla="*/ 81 h 11"/>
                  <a:gd name="T4" fmla="*/ 72 w 13"/>
                  <a:gd name="T5" fmla="*/ 105 h 11"/>
                  <a:gd name="T6" fmla="*/ 104 w 13"/>
                  <a:gd name="T7" fmla="*/ 113 h 11"/>
                  <a:gd name="T8" fmla="*/ 88 w 13"/>
                  <a:gd name="T9" fmla="*/ 52 h 11"/>
                  <a:gd name="T10" fmla="*/ 8 w 13"/>
                  <a:gd name="T11" fmla="*/ 9 h 1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" h="11">
                    <a:moveTo>
                      <a:pt x="0" y="0"/>
                    </a:moveTo>
                    <a:cubicBezTo>
                      <a:pt x="0" y="3"/>
                      <a:pt x="2" y="6"/>
                      <a:pt x="5" y="8"/>
                    </a:cubicBezTo>
                    <a:cubicBezTo>
                      <a:pt x="6" y="9"/>
                      <a:pt x="7" y="9"/>
                      <a:pt x="9" y="10"/>
                    </a:cubicBezTo>
                    <a:cubicBezTo>
                      <a:pt x="10" y="10"/>
                      <a:pt x="11" y="10"/>
                      <a:pt x="13" y="11"/>
                    </a:cubicBezTo>
                    <a:cubicBezTo>
                      <a:pt x="10" y="10"/>
                      <a:pt x="11" y="7"/>
                      <a:pt x="11" y="5"/>
                    </a:cubicBezTo>
                    <a:cubicBezTo>
                      <a:pt x="8" y="6"/>
                      <a:pt x="3" y="4"/>
                      <a:pt x="1" y="1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677" name="Freeform 648">
                <a:extLst>
                  <a:ext uri="{FF2B5EF4-FFF2-40B4-BE49-F238E27FC236}">
                    <a16:creationId xmlns:a16="http://schemas.microsoft.com/office/drawing/2014/main" id="{281B1FB7-FCB1-4789-9830-781641DF29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7" y="929"/>
                <a:ext cx="25" cy="81"/>
              </a:xfrm>
              <a:custGeom>
                <a:avLst/>
                <a:gdLst>
                  <a:gd name="T0" fmla="*/ 92 w 12"/>
                  <a:gd name="T1" fmla="*/ 9 h 37"/>
                  <a:gd name="T2" fmla="*/ 35 w 12"/>
                  <a:gd name="T3" fmla="*/ 61 h 37"/>
                  <a:gd name="T4" fmla="*/ 0 w 12"/>
                  <a:gd name="T5" fmla="*/ 158 h 37"/>
                  <a:gd name="T6" fmla="*/ 0 w 12"/>
                  <a:gd name="T7" fmla="*/ 282 h 37"/>
                  <a:gd name="T8" fmla="*/ 8 w 12"/>
                  <a:gd name="T9" fmla="*/ 387 h 37"/>
                  <a:gd name="T10" fmla="*/ 44 w 12"/>
                  <a:gd name="T11" fmla="*/ 149 h 37"/>
                  <a:gd name="T12" fmla="*/ 73 w 12"/>
                  <a:gd name="T13" fmla="*/ 61 h 37"/>
                  <a:gd name="T14" fmla="*/ 108 w 12"/>
                  <a:gd name="T15" fmla="*/ 33 h 3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2" h="37">
                    <a:moveTo>
                      <a:pt x="10" y="1"/>
                    </a:moveTo>
                    <a:cubicBezTo>
                      <a:pt x="9" y="0"/>
                      <a:pt x="5" y="5"/>
                      <a:pt x="4" y="6"/>
                    </a:cubicBezTo>
                    <a:cubicBezTo>
                      <a:pt x="2" y="9"/>
                      <a:pt x="1" y="11"/>
                      <a:pt x="0" y="15"/>
                    </a:cubicBezTo>
                    <a:cubicBezTo>
                      <a:pt x="0" y="19"/>
                      <a:pt x="0" y="23"/>
                      <a:pt x="0" y="27"/>
                    </a:cubicBezTo>
                    <a:cubicBezTo>
                      <a:pt x="0" y="30"/>
                      <a:pt x="1" y="34"/>
                      <a:pt x="1" y="37"/>
                    </a:cubicBezTo>
                    <a:cubicBezTo>
                      <a:pt x="1" y="29"/>
                      <a:pt x="2" y="21"/>
                      <a:pt x="5" y="14"/>
                    </a:cubicBezTo>
                    <a:cubicBezTo>
                      <a:pt x="6" y="11"/>
                      <a:pt x="7" y="8"/>
                      <a:pt x="8" y="6"/>
                    </a:cubicBezTo>
                    <a:cubicBezTo>
                      <a:pt x="9" y="5"/>
                      <a:pt x="11" y="4"/>
                      <a:pt x="12" y="3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678" name="Freeform 649">
                <a:extLst>
                  <a:ext uri="{FF2B5EF4-FFF2-40B4-BE49-F238E27FC236}">
                    <a16:creationId xmlns:a16="http://schemas.microsoft.com/office/drawing/2014/main" id="{BA07EB1D-8A36-4185-883C-CB4D023589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6" y="922"/>
                <a:ext cx="33" cy="22"/>
              </a:xfrm>
              <a:custGeom>
                <a:avLst/>
                <a:gdLst>
                  <a:gd name="T0" fmla="*/ 0 w 16"/>
                  <a:gd name="T1" fmla="*/ 9 h 10"/>
                  <a:gd name="T2" fmla="*/ 72 w 16"/>
                  <a:gd name="T3" fmla="*/ 44 h 10"/>
                  <a:gd name="T4" fmla="*/ 107 w 16"/>
                  <a:gd name="T5" fmla="*/ 73 h 10"/>
                  <a:gd name="T6" fmla="*/ 132 w 16"/>
                  <a:gd name="T7" fmla="*/ 88 h 10"/>
                  <a:gd name="T8" fmla="*/ 132 w 16"/>
                  <a:gd name="T9" fmla="*/ 44 h 10"/>
                  <a:gd name="T10" fmla="*/ 89 w 16"/>
                  <a:gd name="T11" fmla="*/ 20 h 10"/>
                  <a:gd name="T12" fmla="*/ 8 w 16"/>
                  <a:gd name="T13" fmla="*/ 9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10">
                    <a:moveTo>
                      <a:pt x="0" y="1"/>
                    </a:moveTo>
                    <a:cubicBezTo>
                      <a:pt x="3" y="2"/>
                      <a:pt x="6" y="2"/>
                      <a:pt x="8" y="4"/>
                    </a:cubicBezTo>
                    <a:cubicBezTo>
                      <a:pt x="10" y="5"/>
                      <a:pt x="11" y="6"/>
                      <a:pt x="12" y="7"/>
                    </a:cubicBezTo>
                    <a:cubicBezTo>
                      <a:pt x="13" y="8"/>
                      <a:pt x="14" y="10"/>
                      <a:pt x="15" y="8"/>
                    </a:cubicBezTo>
                    <a:cubicBezTo>
                      <a:pt x="16" y="7"/>
                      <a:pt x="16" y="4"/>
                      <a:pt x="15" y="4"/>
                    </a:cubicBezTo>
                    <a:cubicBezTo>
                      <a:pt x="14" y="2"/>
                      <a:pt x="11" y="2"/>
                      <a:pt x="10" y="2"/>
                    </a:cubicBezTo>
                    <a:cubicBezTo>
                      <a:pt x="7" y="1"/>
                      <a:pt x="3" y="0"/>
                      <a:pt x="1" y="1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679" name="Freeform 650">
                <a:extLst>
                  <a:ext uri="{FF2B5EF4-FFF2-40B4-BE49-F238E27FC236}">
                    <a16:creationId xmlns:a16="http://schemas.microsoft.com/office/drawing/2014/main" id="{0D91E738-A508-4898-A8A7-5A120F22BA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2" y="922"/>
                <a:ext cx="32" cy="20"/>
              </a:xfrm>
              <a:custGeom>
                <a:avLst/>
                <a:gdLst>
                  <a:gd name="T0" fmla="*/ 16 w 16"/>
                  <a:gd name="T1" fmla="*/ 98 h 9"/>
                  <a:gd name="T2" fmla="*/ 8 w 16"/>
                  <a:gd name="T3" fmla="*/ 98 h 9"/>
                  <a:gd name="T4" fmla="*/ 40 w 16"/>
                  <a:gd name="T5" fmla="*/ 53 h 9"/>
                  <a:gd name="T6" fmla="*/ 88 w 16"/>
                  <a:gd name="T7" fmla="*/ 20 h 9"/>
                  <a:gd name="T8" fmla="*/ 104 w 16"/>
                  <a:gd name="T9" fmla="*/ 0 h 9"/>
                  <a:gd name="T10" fmla="*/ 64 w 16"/>
                  <a:gd name="T11" fmla="*/ 0 h 9"/>
                  <a:gd name="T12" fmla="*/ 32 w 16"/>
                  <a:gd name="T13" fmla="*/ 20 h 9"/>
                  <a:gd name="T14" fmla="*/ 0 w 16"/>
                  <a:gd name="T15" fmla="*/ 98 h 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6" h="9">
                    <a:moveTo>
                      <a:pt x="2" y="9"/>
                    </a:moveTo>
                    <a:cubicBezTo>
                      <a:pt x="1" y="9"/>
                      <a:pt x="1" y="9"/>
                      <a:pt x="1" y="9"/>
                    </a:cubicBezTo>
                    <a:cubicBezTo>
                      <a:pt x="2" y="7"/>
                      <a:pt x="4" y="6"/>
                      <a:pt x="5" y="5"/>
                    </a:cubicBezTo>
                    <a:cubicBezTo>
                      <a:pt x="7" y="5"/>
                      <a:pt x="9" y="3"/>
                      <a:pt x="11" y="2"/>
                    </a:cubicBezTo>
                    <a:cubicBezTo>
                      <a:pt x="12" y="2"/>
                      <a:pt x="16" y="0"/>
                      <a:pt x="13" y="0"/>
                    </a:cubicBezTo>
                    <a:cubicBezTo>
                      <a:pt x="11" y="0"/>
                      <a:pt x="10" y="0"/>
                      <a:pt x="8" y="0"/>
                    </a:cubicBezTo>
                    <a:cubicBezTo>
                      <a:pt x="7" y="1"/>
                      <a:pt x="5" y="1"/>
                      <a:pt x="4" y="2"/>
                    </a:cubicBezTo>
                    <a:cubicBezTo>
                      <a:pt x="1" y="3"/>
                      <a:pt x="1" y="6"/>
                      <a:pt x="0" y="9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680" name="Freeform 651">
                <a:extLst>
                  <a:ext uri="{FF2B5EF4-FFF2-40B4-BE49-F238E27FC236}">
                    <a16:creationId xmlns:a16="http://schemas.microsoft.com/office/drawing/2014/main" id="{25A7FC3D-4E17-4BC5-81FB-BE9F6D3D58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1" y="986"/>
                <a:ext cx="20" cy="24"/>
              </a:xfrm>
              <a:custGeom>
                <a:avLst/>
                <a:gdLst>
                  <a:gd name="T0" fmla="*/ 8 w 10"/>
                  <a:gd name="T1" fmla="*/ 9 h 11"/>
                  <a:gd name="T2" fmla="*/ 40 w 10"/>
                  <a:gd name="T3" fmla="*/ 96 h 11"/>
                  <a:gd name="T4" fmla="*/ 72 w 10"/>
                  <a:gd name="T5" fmla="*/ 113 h 11"/>
                  <a:gd name="T6" fmla="*/ 80 w 10"/>
                  <a:gd name="T7" fmla="*/ 72 h 11"/>
                  <a:gd name="T8" fmla="*/ 72 w 10"/>
                  <a:gd name="T9" fmla="*/ 20 h 11"/>
                  <a:gd name="T10" fmla="*/ 40 w 10"/>
                  <a:gd name="T11" fmla="*/ 44 h 11"/>
                  <a:gd name="T12" fmla="*/ 0 w 10"/>
                  <a:gd name="T13" fmla="*/ 0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11">
                    <a:moveTo>
                      <a:pt x="1" y="1"/>
                    </a:moveTo>
                    <a:cubicBezTo>
                      <a:pt x="2" y="3"/>
                      <a:pt x="4" y="6"/>
                      <a:pt x="5" y="9"/>
                    </a:cubicBezTo>
                    <a:cubicBezTo>
                      <a:pt x="6" y="10"/>
                      <a:pt x="7" y="11"/>
                      <a:pt x="9" y="11"/>
                    </a:cubicBezTo>
                    <a:cubicBezTo>
                      <a:pt x="10" y="11"/>
                      <a:pt x="10" y="8"/>
                      <a:pt x="10" y="7"/>
                    </a:cubicBezTo>
                    <a:cubicBezTo>
                      <a:pt x="10" y="6"/>
                      <a:pt x="10" y="3"/>
                      <a:pt x="9" y="2"/>
                    </a:cubicBezTo>
                    <a:cubicBezTo>
                      <a:pt x="9" y="4"/>
                      <a:pt x="7" y="4"/>
                      <a:pt x="5" y="4"/>
                    </a:cubicBezTo>
                    <a:cubicBezTo>
                      <a:pt x="3" y="4"/>
                      <a:pt x="2" y="2"/>
                      <a:pt x="0" y="0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681" name="Freeform 652">
                <a:extLst>
                  <a:ext uri="{FF2B5EF4-FFF2-40B4-BE49-F238E27FC236}">
                    <a16:creationId xmlns:a16="http://schemas.microsoft.com/office/drawing/2014/main" id="{D9C93F9C-69E2-4124-84C2-CE5D59C6E5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2" y="885"/>
                <a:ext cx="25" cy="22"/>
              </a:xfrm>
              <a:custGeom>
                <a:avLst/>
                <a:gdLst>
                  <a:gd name="T0" fmla="*/ 8 w 12"/>
                  <a:gd name="T1" fmla="*/ 106 h 10"/>
                  <a:gd name="T2" fmla="*/ 56 w 12"/>
                  <a:gd name="T3" fmla="*/ 44 h 10"/>
                  <a:gd name="T4" fmla="*/ 108 w 12"/>
                  <a:gd name="T5" fmla="*/ 73 h 10"/>
                  <a:gd name="T6" fmla="*/ 92 w 12"/>
                  <a:gd name="T7" fmla="*/ 44 h 10"/>
                  <a:gd name="T8" fmla="*/ 56 w 12"/>
                  <a:gd name="T9" fmla="*/ 9 h 10"/>
                  <a:gd name="T10" fmla="*/ 0 w 12"/>
                  <a:gd name="T11" fmla="*/ 64 h 1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10">
                    <a:moveTo>
                      <a:pt x="1" y="10"/>
                    </a:moveTo>
                    <a:cubicBezTo>
                      <a:pt x="0" y="8"/>
                      <a:pt x="4" y="5"/>
                      <a:pt x="6" y="4"/>
                    </a:cubicBezTo>
                    <a:cubicBezTo>
                      <a:pt x="8" y="3"/>
                      <a:pt x="12" y="4"/>
                      <a:pt x="12" y="7"/>
                    </a:cubicBezTo>
                    <a:cubicBezTo>
                      <a:pt x="11" y="6"/>
                      <a:pt x="11" y="5"/>
                      <a:pt x="10" y="4"/>
                    </a:cubicBezTo>
                    <a:cubicBezTo>
                      <a:pt x="10" y="3"/>
                      <a:pt x="8" y="1"/>
                      <a:pt x="6" y="1"/>
                    </a:cubicBezTo>
                    <a:cubicBezTo>
                      <a:pt x="2" y="0"/>
                      <a:pt x="0" y="3"/>
                      <a:pt x="0" y="6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682" name="Freeform 653">
                <a:extLst>
                  <a:ext uri="{FF2B5EF4-FFF2-40B4-BE49-F238E27FC236}">
                    <a16:creationId xmlns:a16="http://schemas.microsoft.com/office/drawing/2014/main" id="{5C3EF486-1A6F-4682-A646-1673654200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7" y="885"/>
                <a:ext cx="29" cy="22"/>
              </a:xfrm>
              <a:custGeom>
                <a:avLst/>
                <a:gdLst>
                  <a:gd name="T0" fmla="*/ 0 w 14"/>
                  <a:gd name="T1" fmla="*/ 73 h 10"/>
                  <a:gd name="T2" fmla="*/ 44 w 14"/>
                  <a:gd name="T3" fmla="*/ 20 h 10"/>
                  <a:gd name="T4" fmla="*/ 91 w 14"/>
                  <a:gd name="T5" fmla="*/ 9 h 10"/>
                  <a:gd name="T6" fmla="*/ 116 w 14"/>
                  <a:gd name="T7" fmla="*/ 44 h 10"/>
                  <a:gd name="T8" fmla="*/ 124 w 14"/>
                  <a:gd name="T9" fmla="*/ 106 h 10"/>
                  <a:gd name="T10" fmla="*/ 116 w 14"/>
                  <a:gd name="T11" fmla="*/ 88 h 10"/>
                  <a:gd name="T12" fmla="*/ 91 w 14"/>
                  <a:gd name="T13" fmla="*/ 33 h 10"/>
                  <a:gd name="T14" fmla="*/ 44 w 14"/>
                  <a:gd name="T15" fmla="*/ 33 h 10"/>
                  <a:gd name="T16" fmla="*/ 0 w 14"/>
                  <a:gd name="T17" fmla="*/ 88 h 1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4" h="10">
                    <a:moveTo>
                      <a:pt x="0" y="7"/>
                    </a:moveTo>
                    <a:cubicBezTo>
                      <a:pt x="0" y="5"/>
                      <a:pt x="3" y="3"/>
                      <a:pt x="5" y="2"/>
                    </a:cubicBezTo>
                    <a:cubicBezTo>
                      <a:pt x="6" y="1"/>
                      <a:pt x="8" y="0"/>
                      <a:pt x="10" y="1"/>
                    </a:cubicBezTo>
                    <a:cubicBezTo>
                      <a:pt x="11" y="1"/>
                      <a:pt x="13" y="2"/>
                      <a:pt x="13" y="4"/>
                    </a:cubicBezTo>
                    <a:cubicBezTo>
                      <a:pt x="14" y="6"/>
                      <a:pt x="13" y="8"/>
                      <a:pt x="14" y="10"/>
                    </a:cubicBezTo>
                    <a:cubicBezTo>
                      <a:pt x="13" y="10"/>
                      <a:pt x="13" y="8"/>
                      <a:pt x="13" y="8"/>
                    </a:cubicBezTo>
                    <a:cubicBezTo>
                      <a:pt x="13" y="6"/>
                      <a:pt x="12" y="4"/>
                      <a:pt x="10" y="3"/>
                    </a:cubicBezTo>
                    <a:cubicBezTo>
                      <a:pt x="9" y="2"/>
                      <a:pt x="7" y="3"/>
                      <a:pt x="5" y="3"/>
                    </a:cubicBezTo>
                    <a:cubicBezTo>
                      <a:pt x="4" y="4"/>
                      <a:pt x="1" y="7"/>
                      <a:pt x="0" y="8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683" name="Freeform 654">
                <a:extLst>
                  <a:ext uri="{FF2B5EF4-FFF2-40B4-BE49-F238E27FC236}">
                    <a16:creationId xmlns:a16="http://schemas.microsoft.com/office/drawing/2014/main" id="{5EF720DF-E359-4419-91EA-F31834D2D5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9" y="975"/>
                <a:ext cx="21" cy="37"/>
              </a:xfrm>
              <a:custGeom>
                <a:avLst/>
                <a:gdLst>
                  <a:gd name="T0" fmla="*/ 0 w 10"/>
                  <a:gd name="T1" fmla="*/ 176 h 17"/>
                  <a:gd name="T2" fmla="*/ 27 w 10"/>
                  <a:gd name="T3" fmla="*/ 157 h 17"/>
                  <a:gd name="T4" fmla="*/ 67 w 10"/>
                  <a:gd name="T5" fmla="*/ 96 h 17"/>
                  <a:gd name="T6" fmla="*/ 92 w 10"/>
                  <a:gd name="T7" fmla="*/ 33 h 17"/>
                  <a:gd name="T8" fmla="*/ 92 w 10"/>
                  <a:gd name="T9" fmla="*/ 0 h 17"/>
                  <a:gd name="T10" fmla="*/ 48 w 10"/>
                  <a:gd name="T11" fmla="*/ 96 h 17"/>
                  <a:gd name="T12" fmla="*/ 8 w 10"/>
                  <a:gd name="T13" fmla="*/ 133 h 17"/>
                  <a:gd name="T14" fmla="*/ 0 w 10"/>
                  <a:gd name="T15" fmla="*/ 165 h 1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" h="17">
                    <a:moveTo>
                      <a:pt x="0" y="17"/>
                    </a:moveTo>
                    <a:cubicBezTo>
                      <a:pt x="1" y="17"/>
                      <a:pt x="2" y="16"/>
                      <a:pt x="3" y="15"/>
                    </a:cubicBezTo>
                    <a:cubicBezTo>
                      <a:pt x="5" y="13"/>
                      <a:pt x="6" y="11"/>
                      <a:pt x="7" y="9"/>
                    </a:cubicBezTo>
                    <a:cubicBezTo>
                      <a:pt x="8" y="7"/>
                      <a:pt x="9" y="5"/>
                      <a:pt x="10" y="3"/>
                    </a:cubicBezTo>
                    <a:cubicBezTo>
                      <a:pt x="10" y="2"/>
                      <a:pt x="10" y="1"/>
                      <a:pt x="10" y="0"/>
                    </a:cubicBezTo>
                    <a:cubicBezTo>
                      <a:pt x="8" y="3"/>
                      <a:pt x="6" y="6"/>
                      <a:pt x="5" y="9"/>
                    </a:cubicBezTo>
                    <a:cubicBezTo>
                      <a:pt x="4" y="10"/>
                      <a:pt x="2" y="13"/>
                      <a:pt x="1" y="13"/>
                    </a:cubicBezTo>
                    <a:cubicBezTo>
                      <a:pt x="1" y="14"/>
                      <a:pt x="0" y="15"/>
                      <a:pt x="0" y="16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684" name="Freeform 655">
                <a:extLst>
                  <a:ext uri="{FF2B5EF4-FFF2-40B4-BE49-F238E27FC236}">
                    <a16:creationId xmlns:a16="http://schemas.microsoft.com/office/drawing/2014/main" id="{30545068-D85D-4A61-B040-5CCDA11879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0" y="964"/>
                <a:ext cx="35" cy="15"/>
              </a:xfrm>
              <a:custGeom>
                <a:avLst/>
                <a:gdLst>
                  <a:gd name="T0" fmla="*/ 0 w 17"/>
                  <a:gd name="T1" fmla="*/ 0 h 7"/>
                  <a:gd name="T2" fmla="*/ 25 w 17"/>
                  <a:gd name="T3" fmla="*/ 19 h 7"/>
                  <a:gd name="T4" fmla="*/ 68 w 17"/>
                  <a:gd name="T5" fmla="*/ 51 h 7"/>
                  <a:gd name="T6" fmla="*/ 115 w 17"/>
                  <a:gd name="T7" fmla="*/ 69 h 7"/>
                  <a:gd name="T8" fmla="*/ 148 w 17"/>
                  <a:gd name="T9" fmla="*/ 69 h 7"/>
                  <a:gd name="T10" fmla="*/ 68 w 17"/>
                  <a:gd name="T11" fmla="*/ 28 h 7"/>
                  <a:gd name="T12" fmla="*/ 33 w 17"/>
                  <a:gd name="T13" fmla="*/ 9 h 7"/>
                  <a:gd name="T14" fmla="*/ 16 w 17"/>
                  <a:gd name="T15" fmla="*/ 0 h 7"/>
                  <a:gd name="T16" fmla="*/ 0 w 17"/>
                  <a:gd name="T17" fmla="*/ 0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7" h="7">
                    <a:moveTo>
                      <a:pt x="0" y="0"/>
                    </a:moveTo>
                    <a:cubicBezTo>
                      <a:pt x="0" y="1"/>
                      <a:pt x="2" y="2"/>
                      <a:pt x="3" y="2"/>
                    </a:cubicBezTo>
                    <a:cubicBezTo>
                      <a:pt x="5" y="3"/>
                      <a:pt x="7" y="4"/>
                      <a:pt x="8" y="5"/>
                    </a:cubicBezTo>
                    <a:cubicBezTo>
                      <a:pt x="10" y="5"/>
                      <a:pt x="11" y="6"/>
                      <a:pt x="13" y="7"/>
                    </a:cubicBezTo>
                    <a:cubicBezTo>
                      <a:pt x="14" y="7"/>
                      <a:pt x="16" y="7"/>
                      <a:pt x="17" y="7"/>
                    </a:cubicBezTo>
                    <a:cubicBezTo>
                      <a:pt x="14" y="6"/>
                      <a:pt x="11" y="5"/>
                      <a:pt x="8" y="3"/>
                    </a:cubicBezTo>
                    <a:cubicBezTo>
                      <a:pt x="7" y="3"/>
                      <a:pt x="5" y="2"/>
                      <a:pt x="4" y="1"/>
                    </a:cubicBezTo>
                    <a:cubicBezTo>
                      <a:pt x="3" y="1"/>
                      <a:pt x="3" y="0"/>
                      <a:pt x="2" y="0"/>
                    </a:cubicBezTo>
                    <a:cubicBezTo>
                      <a:pt x="1" y="0"/>
                      <a:pt x="1" y="1"/>
                      <a:pt x="0" y="0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685" name="Freeform 656">
                <a:extLst>
                  <a:ext uri="{FF2B5EF4-FFF2-40B4-BE49-F238E27FC236}">
                    <a16:creationId xmlns:a16="http://schemas.microsoft.com/office/drawing/2014/main" id="{0EC0C91B-5E2F-4FEF-9031-833D21F2B4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7" y="964"/>
                <a:ext cx="33" cy="17"/>
              </a:xfrm>
              <a:custGeom>
                <a:avLst/>
                <a:gdLst>
                  <a:gd name="T0" fmla="*/ 140 w 16"/>
                  <a:gd name="T1" fmla="*/ 9 h 8"/>
                  <a:gd name="T2" fmla="*/ 89 w 16"/>
                  <a:gd name="T3" fmla="*/ 28 h 8"/>
                  <a:gd name="T4" fmla="*/ 43 w 16"/>
                  <a:gd name="T5" fmla="*/ 60 h 8"/>
                  <a:gd name="T6" fmla="*/ 0 w 16"/>
                  <a:gd name="T7" fmla="*/ 77 h 8"/>
                  <a:gd name="T8" fmla="*/ 72 w 16"/>
                  <a:gd name="T9" fmla="*/ 28 h 8"/>
                  <a:gd name="T10" fmla="*/ 132 w 16"/>
                  <a:gd name="T11" fmla="*/ 9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6" h="8">
                    <a:moveTo>
                      <a:pt x="16" y="1"/>
                    </a:moveTo>
                    <a:cubicBezTo>
                      <a:pt x="15" y="0"/>
                      <a:pt x="10" y="3"/>
                      <a:pt x="10" y="3"/>
                    </a:cubicBezTo>
                    <a:cubicBezTo>
                      <a:pt x="8" y="4"/>
                      <a:pt x="7" y="5"/>
                      <a:pt x="5" y="6"/>
                    </a:cubicBezTo>
                    <a:cubicBezTo>
                      <a:pt x="4" y="7"/>
                      <a:pt x="2" y="8"/>
                      <a:pt x="0" y="8"/>
                    </a:cubicBezTo>
                    <a:cubicBezTo>
                      <a:pt x="3" y="6"/>
                      <a:pt x="6" y="5"/>
                      <a:pt x="8" y="3"/>
                    </a:cubicBezTo>
                    <a:cubicBezTo>
                      <a:pt x="10" y="2"/>
                      <a:pt x="13" y="0"/>
                      <a:pt x="15" y="1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686" name="Freeform 657">
                <a:extLst>
                  <a:ext uri="{FF2B5EF4-FFF2-40B4-BE49-F238E27FC236}">
                    <a16:creationId xmlns:a16="http://schemas.microsoft.com/office/drawing/2014/main" id="{A48E91CE-DD13-434B-A517-5D7343A011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8" y="1054"/>
                <a:ext cx="76" cy="138"/>
              </a:xfrm>
              <a:custGeom>
                <a:avLst/>
                <a:gdLst>
                  <a:gd name="T0" fmla="*/ 0 w 37"/>
                  <a:gd name="T1" fmla="*/ 0 h 63"/>
                  <a:gd name="T2" fmla="*/ 148 w 37"/>
                  <a:gd name="T3" fmla="*/ 318 h 63"/>
                  <a:gd name="T4" fmla="*/ 232 w 37"/>
                  <a:gd name="T5" fmla="*/ 537 h 63"/>
                  <a:gd name="T6" fmla="*/ 320 w 37"/>
                  <a:gd name="T7" fmla="*/ 662 h 63"/>
                  <a:gd name="T8" fmla="*/ 207 w 37"/>
                  <a:gd name="T9" fmla="*/ 556 h 63"/>
                  <a:gd name="T10" fmla="*/ 123 w 37"/>
                  <a:gd name="T11" fmla="*/ 388 h 63"/>
                  <a:gd name="T12" fmla="*/ 25 w 37"/>
                  <a:gd name="T13" fmla="*/ 85 h 63"/>
                  <a:gd name="T14" fmla="*/ 0 w 37"/>
                  <a:gd name="T15" fmla="*/ 9 h 6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7" h="63">
                    <a:moveTo>
                      <a:pt x="0" y="0"/>
                    </a:moveTo>
                    <a:cubicBezTo>
                      <a:pt x="7" y="9"/>
                      <a:pt x="13" y="20"/>
                      <a:pt x="17" y="30"/>
                    </a:cubicBezTo>
                    <a:cubicBezTo>
                      <a:pt x="20" y="37"/>
                      <a:pt x="22" y="45"/>
                      <a:pt x="27" y="51"/>
                    </a:cubicBezTo>
                    <a:cubicBezTo>
                      <a:pt x="30" y="56"/>
                      <a:pt x="33" y="59"/>
                      <a:pt x="37" y="63"/>
                    </a:cubicBezTo>
                    <a:cubicBezTo>
                      <a:pt x="32" y="62"/>
                      <a:pt x="27" y="56"/>
                      <a:pt x="24" y="53"/>
                    </a:cubicBezTo>
                    <a:cubicBezTo>
                      <a:pt x="20" y="48"/>
                      <a:pt x="17" y="43"/>
                      <a:pt x="14" y="37"/>
                    </a:cubicBezTo>
                    <a:cubicBezTo>
                      <a:pt x="10" y="28"/>
                      <a:pt x="8" y="17"/>
                      <a:pt x="3" y="8"/>
                    </a:cubicBezTo>
                    <a:cubicBezTo>
                      <a:pt x="2" y="6"/>
                      <a:pt x="1" y="3"/>
                      <a:pt x="0" y="1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687" name="Freeform 658">
                <a:extLst>
                  <a:ext uri="{FF2B5EF4-FFF2-40B4-BE49-F238E27FC236}">
                    <a16:creationId xmlns:a16="http://schemas.microsoft.com/office/drawing/2014/main" id="{2065BC36-EC8E-4102-97C2-77F9597A17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2" y="1043"/>
                <a:ext cx="31" cy="90"/>
              </a:xfrm>
              <a:custGeom>
                <a:avLst/>
                <a:gdLst>
                  <a:gd name="T0" fmla="*/ 132 w 15"/>
                  <a:gd name="T1" fmla="*/ 0 h 41"/>
                  <a:gd name="T2" fmla="*/ 60 w 15"/>
                  <a:gd name="T3" fmla="*/ 125 h 41"/>
                  <a:gd name="T4" fmla="*/ 8 w 15"/>
                  <a:gd name="T5" fmla="*/ 338 h 41"/>
                  <a:gd name="T6" fmla="*/ 0 w 15"/>
                  <a:gd name="T7" fmla="*/ 424 h 41"/>
                  <a:gd name="T8" fmla="*/ 25 w 15"/>
                  <a:gd name="T9" fmla="*/ 362 h 41"/>
                  <a:gd name="T10" fmla="*/ 81 w 15"/>
                  <a:gd name="T11" fmla="*/ 202 h 41"/>
                  <a:gd name="T12" fmla="*/ 132 w 15"/>
                  <a:gd name="T13" fmla="*/ 0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41">
                    <a:moveTo>
                      <a:pt x="15" y="0"/>
                    </a:moveTo>
                    <a:cubicBezTo>
                      <a:pt x="12" y="4"/>
                      <a:pt x="9" y="8"/>
                      <a:pt x="7" y="12"/>
                    </a:cubicBezTo>
                    <a:cubicBezTo>
                      <a:pt x="4" y="18"/>
                      <a:pt x="2" y="26"/>
                      <a:pt x="1" y="32"/>
                    </a:cubicBezTo>
                    <a:cubicBezTo>
                      <a:pt x="1" y="34"/>
                      <a:pt x="0" y="40"/>
                      <a:pt x="0" y="40"/>
                    </a:cubicBezTo>
                    <a:cubicBezTo>
                      <a:pt x="2" y="41"/>
                      <a:pt x="3" y="35"/>
                      <a:pt x="3" y="34"/>
                    </a:cubicBezTo>
                    <a:cubicBezTo>
                      <a:pt x="5" y="29"/>
                      <a:pt x="7" y="24"/>
                      <a:pt x="9" y="19"/>
                    </a:cubicBezTo>
                    <a:cubicBezTo>
                      <a:pt x="10" y="13"/>
                      <a:pt x="13" y="7"/>
                      <a:pt x="15" y="0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688" name="Freeform 659">
                <a:extLst>
                  <a:ext uri="{FF2B5EF4-FFF2-40B4-BE49-F238E27FC236}">
                    <a16:creationId xmlns:a16="http://schemas.microsoft.com/office/drawing/2014/main" id="{23C4D67D-7E5B-4B25-B7BD-3F69B7C708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9" y="1144"/>
                <a:ext cx="39" cy="15"/>
              </a:xfrm>
              <a:custGeom>
                <a:avLst/>
                <a:gdLst>
                  <a:gd name="T0" fmla="*/ 0 w 19"/>
                  <a:gd name="T1" fmla="*/ 69 h 7"/>
                  <a:gd name="T2" fmla="*/ 16 w 19"/>
                  <a:gd name="T3" fmla="*/ 60 h 7"/>
                  <a:gd name="T4" fmla="*/ 76 w 19"/>
                  <a:gd name="T5" fmla="*/ 41 h 7"/>
                  <a:gd name="T6" fmla="*/ 164 w 19"/>
                  <a:gd name="T7" fmla="*/ 19 h 7"/>
                  <a:gd name="T8" fmla="*/ 76 w 19"/>
                  <a:gd name="T9" fmla="*/ 9 h 7"/>
                  <a:gd name="T10" fmla="*/ 8 w 19"/>
                  <a:gd name="T11" fmla="*/ 60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9" h="7">
                    <a:moveTo>
                      <a:pt x="0" y="7"/>
                    </a:moveTo>
                    <a:cubicBezTo>
                      <a:pt x="1" y="7"/>
                      <a:pt x="1" y="6"/>
                      <a:pt x="2" y="6"/>
                    </a:cubicBezTo>
                    <a:cubicBezTo>
                      <a:pt x="4" y="4"/>
                      <a:pt x="6" y="4"/>
                      <a:pt x="9" y="4"/>
                    </a:cubicBezTo>
                    <a:cubicBezTo>
                      <a:pt x="12" y="3"/>
                      <a:pt x="16" y="3"/>
                      <a:pt x="19" y="2"/>
                    </a:cubicBezTo>
                    <a:cubicBezTo>
                      <a:pt x="16" y="0"/>
                      <a:pt x="12" y="1"/>
                      <a:pt x="9" y="1"/>
                    </a:cubicBezTo>
                    <a:cubicBezTo>
                      <a:pt x="6" y="2"/>
                      <a:pt x="3" y="4"/>
                      <a:pt x="1" y="6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689" name="Freeform 660">
                <a:extLst>
                  <a:ext uri="{FF2B5EF4-FFF2-40B4-BE49-F238E27FC236}">
                    <a16:creationId xmlns:a16="http://schemas.microsoft.com/office/drawing/2014/main" id="{6CFA9175-4D97-48F2-A476-8FD7E9218F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3" y="1065"/>
                <a:ext cx="9" cy="31"/>
              </a:xfrm>
              <a:custGeom>
                <a:avLst/>
                <a:gdLst>
                  <a:gd name="T0" fmla="*/ 11 w 4"/>
                  <a:gd name="T1" fmla="*/ 0 h 14"/>
                  <a:gd name="T2" fmla="*/ 11 w 4"/>
                  <a:gd name="T3" fmla="*/ 97 h 14"/>
                  <a:gd name="T4" fmla="*/ 25 w 4"/>
                  <a:gd name="T5" fmla="*/ 142 h 14"/>
                  <a:gd name="T6" fmla="*/ 36 w 4"/>
                  <a:gd name="T7" fmla="*/ 97 h 14"/>
                  <a:gd name="T8" fmla="*/ 25 w 4"/>
                  <a:gd name="T9" fmla="*/ 0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14">
                    <a:moveTo>
                      <a:pt x="1" y="0"/>
                    </a:moveTo>
                    <a:cubicBezTo>
                      <a:pt x="2" y="3"/>
                      <a:pt x="1" y="6"/>
                      <a:pt x="1" y="9"/>
                    </a:cubicBezTo>
                    <a:cubicBezTo>
                      <a:pt x="1" y="11"/>
                      <a:pt x="0" y="14"/>
                      <a:pt x="2" y="13"/>
                    </a:cubicBezTo>
                    <a:cubicBezTo>
                      <a:pt x="4" y="13"/>
                      <a:pt x="3" y="11"/>
                      <a:pt x="3" y="9"/>
                    </a:cubicBezTo>
                    <a:cubicBezTo>
                      <a:pt x="3" y="6"/>
                      <a:pt x="3" y="3"/>
                      <a:pt x="2" y="0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690" name="Freeform 661">
                <a:extLst>
                  <a:ext uri="{FF2B5EF4-FFF2-40B4-BE49-F238E27FC236}">
                    <a16:creationId xmlns:a16="http://schemas.microsoft.com/office/drawing/2014/main" id="{0A71D855-A58B-4727-AB20-A98DA5C30A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0" y="1186"/>
                <a:ext cx="65" cy="68"/>
              </a:xfrm>
              <a:custGeom>
                <a:avLst/>
                <a:gdLst>
                  <a:gd name="T0" fmla="*/ 0 w 32"/>
                  <a:gd name="T1" fmla="*/ 0 h 31"/>
                  <a:gd name="T2" fmla="*/ 116 w 32"/>
                  <a:gd name="T3" fmla="*/ 105 h 31"/>
                  <a:gd name="T4" fmla="*/ 203 w 32"/>
                  <a:gd name="T5" fmla="*/ 140 h 31"/>
                  <a:gd name="T6" fmla="*/ 268 w 32"/>
                  <a:gd name="T7" fmla="*/ 158 h 31"/>
                  <a:gd name="T8" fmla="*/ 108 w 32"/>
                  <a:gd name="T9" fmla="*/ 274 h 31"/>
                  <a:gd name="T10" fmla="*/ 16 w 32"/>
                  <a:gd name="T11" fmla="*/ 307 h 31"/>
                  <a:gd name="T12" fmla="*/ 16 w 32"/>
                  <a:gd name="T13" fmla="*/ 158 h 31"/>
                  <a:gd name="T14" fmla="*/ 16 w 32"/>
                  <a:gd name="T15" fmla="*/ 33 h 3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2" h="31">
                    <a:moveTo>
                      <a:pt x="0" y="0"/>
                    </a:moveTo>
                    <a:cubicBezTo>
                      <a:pt x="5" y="3"/>
                      <a:pt x="9" y="8"/>
                      <a:pt x="14" y="10"/>
                    </a:cubicBezTo>
                    <a:cubicBezTo>
                      <a:pt x="17" y="12"/>
                      <a:pt x="20" y="12"/>
                      <a:pt x="24" y="13"/>
                    </a:cubicBezTo>
                    <a:cubicBezTo>
                      <a:pt x="27" y="14"/>
                      <a:pt x="29" y="15"/>
                      <a:pt x="32" y="15"/>
                    </a:cubicBezTo>
                    <a:cubicBezTo>
                      <a:pt x="26" y="19"/>
                      <a:pt x="19" y="22"/>
                      <a:pt x="13" y="26"/>
                    </a:cubicBezTo>
                    <a:cubicBezTo>
                      <a:pt x="11" y="27"/>
                      <a:pt x="4" y="31"/>
                      <a:pt x="2" y="29"/>
                    </a:cubicBezTo>
                    <a:cubicBezTo>
                      <a:pt x="0" y="27"/>
                      <a:pt x="2" y="18"/>
                      <a:pt x="2" y="15"/>
                    </a:cubicBezTo>
                    <a:cubicBezTo>
                      <a:pt x="2" y="11"/>
                      <a:pt x="3" y="6"/>
                      <a:pt x="2" y="3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691" name="Freeform 662">
                <a:extLst>
                  <a:ext uri="{FF2B5EF4-FFF2-40B4-BE49-F238E27FC236}">
                    <a16:creationId xmlns:a16="http://schemas.microsoft.com/office/drawing/2014/main" id="{E071304B-AA09-4217-AB51-5B66E7BE89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9" y="1377"/>
                <a:ext cx="97" cy="30"/>
              </a:xfrm>
              <a:custGeom>
                <a:avLst/>
                <a:gdLst>
                  <a:gd name="T0" fmla="*/ 0 w 47"/>
                  <a:gd name="T1" fmla="*/ 0 h 14"/>
                  <a:gd name="T2" fmla="*/ 124 w 47"/>
                  <a:gd name="T3" fmla="*/ 28 h 14"/>
                  <a:gd name="T4" fmla="*/ 239 w 47"/>
                  <a:gd name="T5" fmla="*/ 51 h 14"/>
                  <a:gd name="T6" fmla="*/ 413 w 47"/>
                  <a:gd name="T7" fmla="*/ 137 h 14"/>
                  <a:gd name="T8" fmla="*/ 192 w 47"/>
                  <a:gd name="T9" fmla="*/ 88 h 14"/>
                  <a:gd name="T10" fmla="*/ 80 w 47"/>
                  <a:gd name="T11" fmla="*/ 69 h 14"/>
                  <a:gd name="T12" fmla="*/ 0 w 47"/>
                  <a:gd name="T13" fmla="*/ 19 h 14"/>
                  <a:gd name="T14" fmla="*/ 8 w 47"/>
                  <a:gd name="T15" fmla="*/ 19 h 1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7" h="14">
                    <a:moveTo>
                      <a:pt x="0" y="0"/>
                    </a:moveTo>
                    <a:cubicBezTo>
                      <a:pt x="3" y="2"/>
                      <a:pt x="10" y="3"/>
                      <a:pt x="14" y="3"/>
                    </a:cubicBezTo>
                    <a:cubicBezTo>
                      <a:pt x="18" y="4"/>
                      <a:pt x="23" y="5"/>
                      <a:pt x="27" y="5"/>
                    </a:cubicBezTo>
                    <a:cubicBezTo>
                      <a:pt x="35" y="7"/>
                      <a:pt x="41" y="10"/>
                      <a:pt x="47" y="14"/>
                    </a:cubicBezTo>
                    <a:cubicBezTo>
                      <a:pt x="39" y="11"/>
                      <a:pt x="31" y="10"/>
                      <a:pt x="22" y="9"/>
                    </a:cubicBezTo>
                    <a:cubicBezTo>
                      <a:pt x="18" y="9"/>
                      <a:pt x="13" y="8"/>
                      <a:pt x="9" y="7"/>
                    </a:cubicBezTo>
                    <a:cubicBezTo>
                      <a:pt x="6" y="5"/>
                      <a:pt x="3" y="3"/>
                      <a:pt x="0" y="2"/>
                    </a:cubicBezTo>
                    <a:cubicBezTo>
                      <a:pt x="0" y="2"/>
                      <a:pt x="0" y="2"/>
                      <a:pt x="1" y="2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692" name="Freeform 663">
                <a:extLst>
                  <a:ext uri="{FF2B5EF4-FFF2-40B4-BE49-F238E27FC236}">
                    <a16:creationId xmlns:a16="http://schemas.microsoft.com/office/drawing/2014/main" id="{CC63C9E5-59AA-4969-99D1-547BEC89F8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5" y="1337"/>
                <a:ext cx="107" cy="38"/>
              </a:xfrm>
              <a:custGeom>
                <a:avLst/>
                <a:gdLst>
                  <a:gd name="T0" fmla="*/ 0 w 52"/>
                  <a:gd name="T1" fmla="*/ 179 h 17"/>
                  <a:gd name="T2" fmla="*/ 51 w 52"/>
                  <a:gd name="T3" fmla="*/ 125 h 17"/>
                  <a:gd name="T4" fmla="*/ 165 w 52"/>
                  <a:gd name="T5" fmla="*/ 56 h 17"/>
                  <a:gd name="T6" fmla="*/ 453 w 52"/>
                  <a:gd name="T7" fmla="*/ 0 h 17"/>
                  <a:gd name="T8" fmla="*/ 181 w 52"/>
                  <a:gd name="T9" fmla="*/ 36 h 17"/>
                  <a:gd name="T10" fmla="*/ 25 w 52"/>
                  <a:gd name="T11" fmla="*/ 154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2" h="17">
                    <a:moveTo>
                      <a:pt x="0" y="16"/>
                    </a:moveTo>
                    <a:cubicBezTo>
                      <a:pt x="0" y="17"/>
                      <a:pt x="5" y="12"/>
                      <a:pt x="6" y="11"/>
                    </a:cubicBezTo>
                    <a:cubicBezTo>
                      <a:pt x="10" y="7"/>
                      <a:pt x="14" y="6"/>
                      <a:pt x="19" y="5"/>
                    </a:cubicBezTo>
                    <a:cubicBezTo>
                      <a:pt x="30" y="4"/>
                      <a:pt x="41" y="3"/>
                      <a:pt x="52" y="0"/>
                    </a:cubicBezTo>
                    <a:cubicBezTo>
                      <a:pt x="42" y="2"/>
                      <a:pt x="31" y="0"/>
                      <a:pt x="21" y="3"/>
                    </a:cubicBezTo>
                    <a:cubicBezTo>
                      <a:pt x="14" y="6"/>
                      <a:pt x="8" y="9"/>
                      <a:pt x="3" y="14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693" name="Freeform 664">
                <a:extLst>
                  <a:ext uri="{FF2B5EF4-FFF2-40B4-BE49-F238E27FC236}">
                    <a16:creationId xmlns:a16="http://schemas.microsoft.com/office/drawing/2014/main" id="{BE615BDC-3F84-4973-BF3B-C502885B28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7" y="1388"/>
                <a:ext cx="31" cy="19"/>
              </a:xfrm>
              <a:custGeom>
                <a:avLst/>
                <a:gdLst>
                  <a:gd name="T0" fmla="*/ 0 w 15"/>
                  <a:gd name="T1" fmla="*/ 8 h 9"/>
                  <a:gd name="T2" fmla="*/ 8 w 15"/>
                  <a:gd name="T3" fmla="*/ 27 h 9"/>
                  <a:gd name="T4" fmla="*/ 52 w 15"/>
                  <a:gd name="T5" fmla="*/ 68 h 9"/>
                  <a:gd name="T6" fmla="*/ 132 w 15"/>
                  <a:gd name="T7" fmla="*/ 57 h 9"/>
                  <a:gd name="T8" fmla="*/ 8 w 15"/>
                  <a:gd name="T9" fmla="*/ 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9">
                    <a:moveTo>
                      <a:pt x="0" y="1"/>
                    </a:moveTo>
                    <a:cubicBezTo>
                      <a:pt x="0" y="0"/>
                      <a:pt x="1" y="2"/>
                      <a:pt x="1" y="3"/>
                    </a:cubicBezTo>
                    <a:cubicBezTo>
                      <a:pt x="2" y="4"/>
                      <a:pt x="4" y="7"/>
                      <a:pt x="6" y="7"/>
                    </a:cubicBezTo>
                    <a:cubicBezTo>
                      <a:pt x="9" y="9"/>
                      <a:pt x="12" y="7"/>
                      <a:pt x="15" y="6"/>
                    </a:cubicBezTo>
                    <a:cubicBezTo>
                      <a:pt x="10" y="5"/>
                      <a:pt x="4" y="4"/>
                      <a:pt x="1" y="0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694" name="Freeform 665">
                <a:extLst>
                  <a:ext uri="{FF2B5EF4-FFF2-40B4-BE49-F238E27FC236}">
                    <a16:creationId xmlns:a16="http://schemas.microsoft.com/office/drawing/2014/main" id="{40795CC1-DB92-4D9B-BAA2-78A72777BD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3" y="1465"/>
                <a:ext cx="35" cy="8"/>
              </a:xfrm>
              <a:custGeom>
                <a:avLst/>
                <a:gdLst>
                  <a:gd name="T0" fmla="*/ 0 w 17"/>
                  <a:gd name="T1" fmla="*/ 32 h 4"/>
                  <a:gd name="T2" fmla="*/ 60 w 17"/>
                  <a:gd name="T3" fmla="*/ 32 h 4"/>
                  <a:gd name="T4" fmla="*/ 148 w 17"/>
                  <a:gd name="T5" fmla="*/ 16 h 4"/>
                  <a:gd name="T6" fmla="*/ 8 w 17"/>
                  <a:gd name="T7" fmla="*/ 32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4">
                    <a:moveTo>
                      <a:pt x="0" y="4"/>
                    </a:moveTo>
                    <a:cubicBezTo>
                      <a:pt x="2" y="4"/>
                      <a:pt x="5" y="4"/>
                      <a:pt x="7" y="4"/>
                    </a:cubicBezTo>
                    <a:cubicBezTo>
                      <a:pt x="10" y="3"/>
                      <a:pt x="13" y="3"/>
                      <a:pt x="17" y="2"/>
                    </a:cubicBezTo>
                    <a:cubicBezTo>
                      <a:pt x="11" y="0"/>
                      <a:pt x="6" y="0"/>
                      <a:pt x="1" y="4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695" name="Freeform 666">
                <a:extLst>
                  <a:ext uri="{FF2B5EF4-FFF2-40B4-BE49-F238E27FC236}">
                    <a16:creationId xmlns:a16="http://schemas.microsoft.com/office/drawing/2014/main" id="{DE2DBAFC-B01E-44F6-B688-90D8F1FFBF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5" y="1498"/>
                <a:ext cx="31" cy="10"/>
              </a:xfrm>
              <a:custGeom>
                <a:avLst/>
                <a:gdLst>
                  <a:gd name="T0" fmla="*/ 0 w 15"/>
                  <a:gd name="T1" fmla="*/ 16 h 5"/>
                  <a:gd name="T2" fmla="*/ 132 w 15"/>
                  <a:gd name="T3" fmla="*/ 32 h 5"/>
                  <a:gd name="T4" fmla="*/ 17 w 15"/>
                  <a:gd name="T5" fmla="*/ 8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5">
                    <a:moveTo>
                      <a:pt x="0" y="2"/>
                    </a:moveTo>
                    <a:cubicBezTo>
                      <a:pt x="5" y="1"/>
                      <a:pt x="10" y="5"/>
                      <a:pt x="15" y="4"/>
                    </a:cubicBezTo>
                    <a:cubicBezTo>
                      <a:pt x="13" y="2"/>
                      <a:pt x="5" y="0"/>
                      <a:pt x="2" y="1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696" name="Freeform 667">
                <a:extLst>
                  <a:ext uri="{FF2B5EF4-FFF2-40B4-BE49-F238E27FC236}">
                    <a16:creationId xmlns:a16="http://schemas.microsoft.com/office/drawing/2014/main" id="{5320481B-32F9-4A9D-90B6-1E18488B43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1" y="1544"/>
                <a:ext cx="29" cy="17"/>
              </a:xfrm>
              <a:custGeom>
                <a:avLst/>
                <a:gdLst>
                  <a:gd name="T0" fmla="*/ 8 w 14"/>
                  <a:gd name="T1" fmla="*/ 77 h 8"/>
                  <a:gd name="T2" fmla="*/ 0 w 14"/>
                  <a:gd name="T3" fmla="*/ 77 h 8"/>
                  <a:gd name="T4" fmla="*/ 124 w 14"/>
                  <a:gd name="T5" fmla="*/ 60 h 8"/>
                  <a:gd name="T6" fmla="*/ 17 w 14"/>
                  <a:gd name="T7" fmla="*/ 77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8">
                    <a:moveTo>
                      <a:pt x="1" y="8"/>
                    </a:moveTo>
                    <a:cubicBezTo>
                      <a:pt x="1" y="8"/>
                      <a:pt x="0" y="8"/>
                      <a:pt x="0" y="8"/>
                    </a:cubicBezTo>
                    <a:cubicBezTo>
                      <a:pt x="5" y="8"/>
                      <a:pt x="9" y="6"/>
                      <a:pt x="14" y="6"/>
                    </a:cubicBezTo>
                    <a:cubicBezTo>
                      <a:pt x="12" y="0"/>
                      <a:pt x="4" y="7"/>
                      <a:pt x="2" y="8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697" name="Freeform 668">
                <a:extLst>
                  <a:ext uri="{FF2B5EF4-FFF2-40B4-BE49-F238E27FC236}">
                    <a16:creationId xmlns:a16="http://schemas.microsoft.com/office/drawing/2014/main" id="{A6BFE95B-74F4-43B9-9E17-4B08C67CE5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6" y="1658"/>
                <a:ext cx="74" cy="35"/>
              </a:xfrm>
              <a:custGeom>
                <a:avLst/>
                <a:gdLst>
                  <a:gd name="T0" fmla="*/ 0 w 36"/>
                  <a:gd name="T1" fmla="*/ 125 h 16"/>
                  <a:gd name="T2" fmla="*/ 140 w 36"/>
                  <a:gd name="T3" fmla="*/ 20 h 16"/>
                  <a:gd name="T4" fmla="*/ 312 w 36"/>
                  <a:gd name="T5" fmla="*/ 53 h 16"/>
                  <a:gd name="T6" fmla="*/ 245 w 36"/>
                  <a:gd name="T7" fmla="*/ 44 h 16"/>
                  <a:gd name="T8" fmla="*/ 123 w 36"/>
                  <a:gd name="T9" fmla="*/ 53 h 16"/>
                  <a:gd name="T10" fmla="*/ 0 w 36"/>
                  <a:gd name="T11" fmla="*/ 168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6" h="16">
                    <a:moveTo>
                      <a:pt x="0" y="12"/>
                    </a:moveTo>
                    <a:cubicBezTo>
                      <a:pt x="4" y="6"/>
                      <a:pt x="10" y="3"/>
                      <a:pt x="16" y="2"/>
                    </a:cubicBezTo>
                    <a:cubicBezTo>
                      <a:pt x="22" y="0"/>
                      <a:pt x="32" y="0"/>
                      <a:pt x="36" y="5"/>
                    </a:cubicBezTo>
                    <a:cubicBezTo>
                      <a:pt x="35" y="3"/>
                      <a:pt x="31" y="4"/>
                      <a:pt x="28" y="4"/>
                    </a:cubicBezTo>
                    <a:cubicBezTo>
                      <a:pt x="23" y="3"/>
                      <a:pt x="19" y="3"/>
                      <a:pt x="14" y="5"/>
                    </a:cubicBezTo>
                    <a:cubicBezTo>
                      <a:pt x="9" y="7"/>
                      <a:pt x="2" y="10"/>
                      <a:pt x="0" y="16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698" name="Freeform 669">
                <a:extLst>
                  <a:ext uri="{FF2B5EF4-FFF2-40B4-BE49-F238E27FC236}">
                    <a16:creationId xmlns:a16="http://schemas.microsoft.com/office/drawing/2014/main" id="{A18821EF-BFF8-481B-9DAA-5030451F43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8" y="1781"/>
                <a:ext cx="68" cy="44"/>
              </a:xfrm>
              <a:custGeom>
                <a:avLst/>
                <a:gdLst>
                  <a:gd name="T0" fmla="*/ 8 w 33"/>
                  <a:gd name="T1" fmla="*/ 202 h 20"/>
                  <a:gd name="T2" fmla="*/ 288 w 33"/>
                  <a:gd name="T3" fmla="*/ 150 h 20"/>
                  <a:gd name="T4" fmla="*/ 124 w 33"/>
                  <a:gd name="T5" fmla="*/ 117 h 20"/>
                  <a:gd name="T6" fmla="*/ 0 w 33"/>
                  <a:gd name="T7" fmla="*/ 213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" h="20">
                    <a:moveTo>
                      <a:pt x="1" y="19"/>
                    </a:moveTo>
                    <a:cubicBezTo>
                      <a:pt x="7" y="9"/>
                      <a:pt x="26" y="0"/>
                      <a:pt x="33" y="14"/>
                    </a:cubicBezTo>
                    <a:cubicBezTo>
                      <a:pt x="29" y="10"/>
                      <a:pt x="19" y="9"/>
                      <a:pt x="14" y="11"/>
                    </a:cubicBezTo>
                    <a:cubicBezTo>
                      <a:pt x="8" y="12"/>
                      <a:pt x="3" y="15"/>
                      <a:pt x="0" y="20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699" name="Freeform 670">
                <a:extLst>
                  <a:ext uri="{FF2B5EF4-FFF2-40B4-BE49-F238E27FC236}">
                    <a16:creationId xmlns:a16="http://schemas.microsoft.com/office/drawing/2014/main" id="{B7E35D5B-03CF-4F4D-BA10-2F2F23367B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2" y="2325"/>
                <a:ext cx="18" cy="99"/>
              </a:xfrm>
              <a:custGeom>
                <a:avLst/>
                <a:gdLst>
                  <a:gd name="T0" fmla="*/ 72 w 9"/>
                  <a:gd name="T1" fmla="*/ 0 h 45"/>
                  <a:gd name="T2" fmla="*/ 48 w 9"/>
                  <a:gd name="T3" fmla="*/ 194 h 45"/>
                  <a:gd name="T4" fmla="*/ 48 w 9"/>
                  <a:gd name="T5" fmla="*/ 407 h 45"/>
                  <a:gd name="T6" fmla="*/ 16 w 9"/>
                  <a:gd name="T7" fmla="*/ 480 h 45"/>
                  <a:gd name="T8" fmla="*/ 0 w 9"/>
                  <a:gd name="T9" fmla="*/ 469 h 45"/>
                  <a:gd name="T10" fmla="*/ 8 w 9"/>
                  <a:gd name="T11" fmla="*/ 436 h 45"/>
                  <a:gd name="T12" fmla="*/ 16 w 9"/>
                  <a:gd name="T13" fmla="*/ 372 h 45"/>
                  <a:gd name="T14" fmla="*/ 56 w 9"/>
                  <a:gd name="T15" fmla="*/ 44 h 45"/>
                  <a:gd name="T16" fmla="*/ 72 w 9"/>
                  <a:gd name="T17" fmla="*/ 0 h 4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" h="45">
                    <a:moveTo>
                      <a:pt x="9" y="0"/>
                    </a:moveTo>
                    <a:cubicBezTo>
                      <a:pt x="7" y="5"/>
                      <a:pt x="6" y="12"/>
                      <a:pt x="6" y="18"/>
                    </a:cubicBezTo>
                    <a:cubicBezTo>
                      <a:pt x="6" y="25"/>
                      <a:pt x="7" y="32"/>
                      <a:pt x="6" y="38"/>
                    </a:cubicBezTo>
                    <a:cubicBezTo>
                      <a:pt x="5" y="41"/>
                      <a:pt x="4" y="45"/>
                      <a:pt x="2" y="45"/>
                    </a:cubicBezTo>
                    <a:cubicBezTo>
                      <a:pt x="0" y="45"/>
                      <a:pt x="0" y="45"/>
                      <a:pt x="0" y="44"/>
                    </a:cubicBezTo>
                    <a:cubicBezTo>
                      <a:pt x="0" y="43"/>
                      <a:pt x="1" y="42"/>
                      <a:pt x="1" y="41"/>
                    </a:cubicBezTo>
                    <a:cubicBezTo>
                      <a:pt x="1" y="39"/>
                      <a:pt x="2" y="37"/>
                      <a:pt x="2" y="35"/>
                    </a:cubicBezTo>
                    <a:cubicBezTo>
                      <a:pt x="2" y="26"/>
                      <a:pt x="3" y="13"/>
                      <a:pt x="7" y="4"/>
                    </a:cubicBezTo>
                    <a:cubicBezTo>
                      <a:pt x="7" y="3"/>
                      <a:pt x="8" y="1"/>
                      <a:pt x="9" y="0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700" name="Freeform 671">
                <a:extLst>
                  <a:ext uri="{FF2B5EF4-FFF2-40B4-BE49-F238E27FC236}">
                    <a16:creationId xmlns:a16="http://schemas.microsoft.com/office/drawing/2014/main" id="{682DE346-F5EF-4E5A-87F9-322473FBCB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2" y="2394"/>
                <a:ext cx="19" cy="41"/>
              </a:xfrm>
              <a:custGeom>
                <a:avLst/>
                <a:gdLst>
                  <a:gd name="T0" fmla="*/ 49 w 9"/>
                  <a:gd name="T1" fmla="*/ 9 h 19"/>
                  <a:gd name="T2" fmla="*/ 49 w 9"/>
                  <a:gd name="T3" fmla="*/ 52 h 19"/>
                  <a:gd name="T4" fmla="*/ 49 w 9"/>
                  <a:gd name="T5" fmla="*/ 121 h 19"/>
                  <a:gd name="T6" fmla="*/ 0 w 9"/>
                  <a:gd name="T7" fmla="*/ 190 h 19"/>
                  <a:gd name="T8" fmla="*/ 57 w 9"/>
                  <a:gd name="T9" fmla="*/ 0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19">
                    <a:moveTo>
                      <a:pt x="5" y="1"/>
                    </a:moveTo>
                    <a:cubicBezTo>
                      <a:pt x="5" y="2"/>
                      <a:pt x="5" y="3"/>
                      <a:pt x="5" y="5"/>
                    </a:cubicBezTo>
                    <a:cubicBezTo>
                      <a:pt x="5" y="7"/>
                      <a:pt x="5" y="9"/>
                      <a:pt x="5" y="12"/>
                    </a:cubicBezTo>
                    <a:cubicBezTo>
                      <a:pt x="4" y="15"/>
                      <a:pt x="2" y="17"/>
                      <a:pt x="0" y="19"/>
                    </a:cubicBezTo>
                    <a:cubicBezTo>
                      <a:pt x="8" y="16"/>
                      <a:pt x="9" y="8"/>
                      <a:pt x="6" y="0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701" name="Freeform 672">
                <a:extLst>
                  <a:ext uri="{FF2B5EF4-FFF2-40B4-BE49-F238E27FC236}">
                    <a16:creationId xmlns:a16="http://schemas.microsoft.com/office/drawing/2014/main" id="{8FB4FF0D-DD8D-4EDC-A430-754114EC12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3" y="2464"/>
                <a:ext cx="54" cy="356"/>
              </a:xfrm>
              <a:custGeom>
                <a:avLst/>
                <a:gdLst>
                  <a:gd name="T0" fmla="*/ 216 w 26"/>
                  <a:gd name="T1" fmla="*/ 88 h 162"/>
                  <a:gd name="T2" fmla="*/ 181 w 26"/>
                  <a:gd name="T3" fmla="*/ 0 h 162"/>
                  <a:gd name="T4" fmla="*/ 91 w 26"/>
                  <a:gd name="T5" fmla="*/ 628 h 162"/>
                  <a:gd name="T6" fmla="*/ 25 w 26"/>
                  <a:gd name="T7" fmla="*/ 1718 h 162"/>
                  <a:gd name="T8" fmla="*/ 125 w 26"/>
                  <a:gd name="T9" fmla="*/ 754 h 162"/>
                  <a:gd name="T10" fmla="*/ 233 w 26"/>
                  <a:gd name="T11" fmla="*/ 64 h 16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6" h="162">
                    <a:moveTo>
                      <a:pt x="24" y="8"/>
                    </a:moveTo>
                    <a:cubicBezTo>
                      <a:pt x="24" y="5"/>
                      <a:pt x="22" y="2"/>
                      <a:pt x="20" y="0"/>
                    </a:cubicBezTo>
                    <a:cubicBezTo>
                      <a:pt x="20" y="21"/>
                      <a:pt x="15" y="39"/>
                      <a:pt x="10" y="59"/>
                    </a:cubicBezTo>
                    <a:cubicBezTo>
                      <a:pt x="1" y="93"/>
                      <a:pt x="0" y="127"/>
                      <a:pt x="3" y="162"/>
                    </a:cubicBezTo>
                    <a:cubicBezTo>
                      <a:pt x="3" y="131"/>
                      <a:pt x="5" y="101"/>
                      <a:pt x="14" y="71"/>
                    </a:cubicBezTo>
                    <a:cubicBezTo>
                      <a:pt x="20" y="49"/>
                      <a:pt x="26" y="29"/>
                      <a:pt x="26" y="6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702" name="Freeform 673">
                <a:extLst>
                  <a:ext uri="{FF2B5EF4-FFF2-40B4-BE49-F238E27FC236}">
                    <a16:creationId xmlns:a16="http://schemas.microsoft.com/office/drawing/2014/main" id="{8A967131-5B2A-4094-8698-2B59EB9608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2" y="2769"/>
                <a:ext cx="42" cy="224"/>
              </a:xfrm>
              <a:custGeom>
                <a:avLst/>
                <a:gdLst>
                  <a:gd name="T0" fmla="*/ 160 w 20"/>
                  <a:gd name="T1" fmla="*/ 1080 h 102"/>
                  <a:gd name="T2" fmla="*/ 92 w 20"/>
                  <a:gd name="T3" fmla="*/ 613 h 102"/>
                  <a:gd name="T4" fmla="*/ 36 w 20"/>
                  <a:gd name="T5" fmla="*/ 275 h 102"/>
                  <a:gd name="T6" fmla="*/ 17 w 20"/>
                  <a:gd name="T7" fmla="*/ 0 h 102"/>
                  <a:gd name="T8" fmla="*/ 36 w 20"/>
                  <a:gd name="T9" fmla="*/ 613 h 102"/>
                  <a:gd name="T10" fmla="*/ 176 w 20"/>
                  <a:gd name="T11" fmla="*/ 1080 h 10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0" h="102">
                    <a:moveTo>
                      <a:pt x="17" y="102"/>
                    </a:moveTo>
                    <a:cubicBezTo>
                      <a:pt x="20" y="90"/>
                      <a:pt x="12" y="70"/>
                      <a:pt x="10" y="58"/>
                    </a:cubicBezTo>
                    <a:cubicBezTo>
                      <a:pt x="8" y="47"/>
                      <a:pt x="5" y="37"/>
                      <a:pt x="4" y="26"/>
                    </a:cubicBezTo>
                    <a:cubicBezTo>
                      <a:pt x="2" y="17"/>
                      <a:pt x="4" y="8"/>
                      <a:pt x="2" y="0"/>
                    </a:cubicBezTo>
                    <a:cubicBezTo>
                      <a:pt x="0" y="18"/>
                      <a:pt x="0" y="40"/>
                      <a:pt x="4" y="58"/>
                    </a:cubicBezTo>
                    <a:cubicBezTo>
                      <a:pt x="7" y="73"/>
                      <a:pt x="15" y="88"/>
                      <a:pt x="19" y="102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703" name="Freeform 674">
                <a:extLst>
                  <a:ext uri="{FF2B5EF4-FFF2-40B4-BE49-F238E27FC236}">
                    <a16:creationId xmlns:a16="http://schemas.microsoft.com/office/drawing/2014/main" id="{60C5DAFE-40EE-418A-BD0A-3B3CEAC185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9" y="1524"/>
                <a:ext cx="86" cy="452"/>
              </a:xfrm>
              <a:custGeom>
                <a:avLst/>
                <a:gdLst>
                  <a:gd name="T0" fmla="*/ 264 w 42"/>
                  <a:gd name="T1" fmla="*/ 0 h 206"/>
                  <a:gd name="T2" fmla="*/ 256 w 42"/>
                  <a:gd name="T3" fmla="*/ 549 h 206"/>
                  <a:gd name="T4" fmla="*/ 188 w 42"/>
                  <a:gd name="T5" fmla="*/ 983 h 206"/>
                  <a:gd name="T6" fmla="*/ 147 w 42"/>
                  <a:gd name="T7" fmla="*/ 1637 h 206"/>
                  <a:gd name="T8" fmla="*/ 147 w 42"/>
                  <a:gd name="T9" fmla="*/ 2177 h 206"/>
                  <a:gd name="T10" fmla="*/ 188 w 42"/>
                  <a:gd name="T11" fmla="*/ 726 h 206"/>
                  <a:gd name="T12" fmla="*/ 276 w 42"/>
                  <a:gd name="T13" fmla="*/ 0 h 20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2" h="206">
                    <a:moveTo>
                      <a:pt x="31" y="0"/>
                    </a:moveTo>
                    <a:cubicBezTo>
                      <a:pt x="42" y="5"/>
                      <a:pt x="32" y="42"/>
                      <a:pt x="30" y="52"/>
                    </a:cubicBezTo>
                    <a:cubicBezTo>
                      <a:pt x="28" y="66"/>
                      <a:pt x="24" y="79"/>
                      <a:pt x="22" y="93"/>
                    </a:cubicBezTo>
                    <a:cubicBezTo>
                      <a:pt x="19" y="113"/>
                      <a:pt x="18" y="134"/>
                      <a:pt x="17" y="155"/>
                    </a:cubicBezTo>
                    <a:cubicBezTo>
                      <a:pt x="16" y="172"/>
                      <a:pt x="14" y="189"/>
                      <a:pt x="17" y="206"/>
                    </a:cubicBezTo>
                    <a:cubicBezTo>
                      <a:pt x="0" y="166"/>
                      <a:pt x="12" y="110"/>
                      <a:pt x="22" y="69"/>
                    </a:cubicBezTo>
                    <a:cubicBezTo>
                      <a:pt x="27" y="46"/>
                      <a:pt x="32" y="24"/>
                      <a:pt x="32" y="0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704" name="Freeform 675">
                <a:extLst>
                  <a:ext uri="{FF2B5EF4-FFF2-40B4-BE49-F238E27FC236}">
                    <a16:creationId xmlns:a16="http://schemas.microsoft.com/office/drawing/2014/main" id="{E617C339-0C46-4816-B897-8AF77EC563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9" y="1372"/>
                <a:ext cx="77" cy="514"/>
              </a:xfrm>
              <a:custGeom>
                <a:avLst/>
                <a:gdLst>
                  <a:gd name="T0" fmla="*/ 0 w 37"/>
                  <a:gd name="T1" fmla="*/ 0 h 234"/>
                  <a:gd name="T2" fmla="*/ 289 w 37"/>
                  <a:gd name="T3" fmla="*/ 815 h 234"/>
                  <a:gd name="T4" fmla="*/ 333 w 37"/>
                  <a:gd name="T5" fmla="*/ 1920 h 234"/>
                  <a:gd name="T6" fmla="*/ 333 w 37"/>
                  <a:gd name="T7" fmla="*/ 2480 h 234"/>
                  <a:gd name="T8" fmla="*/ 308 w 37"/>
                  <a:gd name="T9" fmla="*/ 2027 h 234"/>
                  <a:gd name="T10" fmla="*/ 300 w 37"/>
                  <a:gd name="T11" fmla="*/ 1524 h 234"/>
                  <a:gd name="T12" fmla="*/ 252 w 37"/>
                  <a:gd name="T13" fmla="*/ 931 h 234"/>
                  <a:gd name="T14" fmla="*/ 181 w 37"/>
                  <a:gd name="T15" fmla="*/ 382 h 234"/>
                  <a:gd name="T16" fmla="*/ 17 w 37"/>
                  <a:gd name="T17" fmla="*/ 64 h 234"/>
                  <a:gd name="T18" fmla="*/ 25 w 37"/>
                  <a:gd name="T19" fmla="*/ 72 h 23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7" h="234">
                    <a:moveTo>
                      <a:pt x="0" y="0"/>
                    </a:moveTo>
                    <a:cubicBezTo>
                      <a:pt x="26" y="17"/>
                      <a:pt x="29" y="48"/>
                      <a:pt x="32" y="77"/>
                    </a:cubicBezTo>
                    <a:cubicBezTo>
                      <a:pt x="35" y="111"/>
                      <a:pt x="37" y="146"/>
                      <a:pt x="37" y="181"/>
                    </a:cubicBezTo>
                    <a:cubicBezTo>
                      <a:pt x="37" y="199"/>
                      <a:pt x="37" y="216"/>
                      <a:pt x="37" y="234"/>
                    </a:cubicBezTo>
                    <a:cubicBezTo>
                      <a:pt x="32" y="221"/>
                      <a:pt x="35" y="205"/>
                      <a:pt x="34" y="191"/>
                    </a:cubicBezTo>
                    <a:cubicBezTo>
                      <a:pt x="33" y="175"/>
                      <a:pt x="34" y="160"/>
                      <a:pt x="33" y="144"/>
                    </a:cubicBezTo>
                    <a:cubicBezTo>
                      <a:pt x="31" y="125"/>
                      <a:pt x="31" y="106"/>
                      <a:pt x="28" y="88"/>
                    </a:cubicBezTo>
                    <a:cubicBezTo>
                      <a:pt x="26" y="71"/>
                      <a:pt x="26" y="51"/>
                      <a:pt x="20" y="36"/>
                    </a:cubicBezTo>
                    <a:cubicBezTo>
                      <a:pt x="17" y="27"/>
                      <a:pt x="9" y="11"/>
                      <a:pt x="2" y="6"/>
                    </a:cubicBezTo>
                    <a:cubicBezTo>
                      <a:pt x="2" y="6"/>
                      <a:pt x="3" y="7"/>
                      <a:pt x="3" y="7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705" name="Freeform 676">
                <a:extLst>
                  <a:ext uri="{FF2B5EF4-FFF2-40B4-BE49-F238E27FC236}">
                    <a16:creationId xmlns:a16="http://schemas.microsoft.com/office/drawing/2014/main" id="{92705D01-39B6-44C1-A7E1-402A2FDD7C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8" y="2681"/>
                <a:ext cx="33" cy="27"/>
              </a:xfrm>
              <a:custGeom>
                <a:avLst/>
                <a:gdLst>
                  <a:gd name="T0" fmla="*/ 17 w 16"/>
                  <a:gd name="T1" fmla="*/ 137 h 12"/>
                  <a:gd name="T2" fmla="*/ 140 w 16"/>
                  <a:gd name="T3" fmla="*/ 0 h 12"/>
                  <a:gd name="T4" fmla="*/ 89 w 16"/>
                  <a:gd name="T5" fmla="*/ 72 h 12"/>
                  <a:gd name="T6" fmla="*/ 17 w 16"/>
                  <a:gd name="T7" fmla="*/ 126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12">
                    <a:moveTo>
                      <a:pt x="2" y="12"/>
                    </a:moveTo>
                    <a:cubicBezTo>
                      <a:pt x="0" y="4"/>
                      <a:pt x="9" y="0"/>
                      <a:pt x="16" y="0"/>
                    </a:cubicBezTo>
                    <a:cubicBezTo>
                      <a:pt x="16" y="1"/>
                      <a:pt x="11" y="4"/>
                      <a:pt x="10" y="6"/>
                    </a:cubicBezTo>
                    <a:cubicBezTo>
                      <a:pt x="7" y="8"/>
                      <a:pt x="5" y="11"/>
                      <a:pt x="2" y="11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706" name="Freeform 677">
                <a:extLst>
                  <a:ext uri="{FF2B5EF4-FFF2-40B4-BE49-F238E27FC236}">
                    <a16:creationId xmlns:a16="http://schemas.microsoft.com/office/drawing/2014/main" id="{065EFADE-79D0-484B-9758-A0EAAAC1F1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0" y="2642"/>
                <a:ext cx="29" cy="35"/>
              </a:xfrm>
              <a:custGeom>
                <a:avLst/>
                <a:gdLst>
                  <a:gd name="T0" fmla="*/ 8 w 14"/>
                  <a:gd name="T1" fmla="*/ 125 h 16"/>
                  <a:gd name="T2" fmla="*/ 8 w 14"/>
                  <a:gd name="T3" fmla="*/ 125 h 16"/>
                  <a:gd name="T4" fmla="*/ 124 w 14"/>
                  <a:gd name="T5" fmla="*/ 0 h 16"/>
                  <a:gd name="T6" fmla="*/ 73 w 14"/>
                  <a:gd name="T7" fmla="*/ 96 h 16"/>
                  <a:gd name="T8" fmla="*/ 0 w 14"/>
                  <a:gd name="T9" fmla="*/ 125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6">
                    <a:moveTo>
                      <a:pt x="1" y="12"/>
                    </a:moveTo>
                    <a:cubicBezTo>
                      <a:pt x="1" y="12"/>
                      <a:pt x="1" y="12"/>
                      <a:pt x="1" y="12"/>
                    </a:cubicBezTo>
                    <a:cubicBezTo>
                      <a:pt x="0" y="3"/>
                      <a:pt x="8" y="3"/>
                      <a:pt x="14" y="0"/>
                    </a:cubicBezTo>
                    <a:cubicBezTo>
                      <a:pt x="14" y="4"/>
                      <a:pt x="10" y="6"/>
                      <a:pt x="8" y="9"/>
                    </a:cubicBezTo>
                    <a:cubicBezTo>
                      <a:pt x="7" y="10"/>
                      <a:pt x="2" y="16"/>
                      <a:pt x="0" y="12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707" name="Freeform 678">
                <a:extLst>
                  <a:ext uri="{FF2B5EF4-FFF2-40B4-BE49-F238E27FC236}">
                    <a16:creationId xmlns:a16="http://schemas.microsoft.com/office/drawing/2014/main" id="{568E719D-5690-4C21-ACBA-583B29F7EB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3" y="2556"/>
                <a:ext cx="12" cy="62"/>
              </a:xfrm>
              <a:custGeom>
                <a:avLst/>
                <a:gdLst>
                  <a:gd name="T0" fmla="*/ 0 w 6"/>
                  <a:gd name="T1" fmla="*/ 0 h 28"/>
                  <a:gd name="T2" fmla="*/ 16 w 6"/>
                  <a:gd name="T3" fmla="*/ 153 h 28"/>
                  <a:gd name="T4" fmla="*/ 48 w 6"/>
                  <a:gd name="T5" fmla="*/ 303 h 28"/>
                  <a:gd name="T6" fmla="*/ 32 w 6"/>
                  <a:gd name="T7" fmla="*/ 133 h 28"/>
                  <a:gd name="T8" fmla="*/ 32 w 6"/>
                  <a:gd name="T9" fmla="*/ 44 h 28"/>
                  <a:gd name="T10" fmla="*/ 8 w 6"/>
                  <a:gd name="T11" fmla="*/ 0 h 2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" h="28">
                    <a:moveTo>
                      <a:pt x="0" y="0"/>
                    </a:moveTo>
                    <a:cubicBezTo>
                      <a:pt x="1" y="5"/>
                      <a:pt x="2" y="9"/>
                      <a:pt x="2" y="14"/>
                    </a:cubicBezTo>
                    <a:cubicBezTo>
                      <a:pt x="3" y="19"/>
                      <a:pt x="4" y="23"/>
                      <a:pt x="6" y="28"/>
                    </a:cubicBezTo>
                    <a:cubicBezTo>
                      <a:pt x="3" y="23"/>
                      <a:pt x="3" y="17"/>
                      <a:pt x="4" y="12"/>
                    </a:cubicBezTo>
                    <a:cubicBezTo>
                      <a:pt x="4" y="9"/>
                      <a:pt x="4" y="6"/>
                      <a:pt x="4" y="4"/>
                    </a:cubicBezTo>
                    <a:cubicBezTo>
                      <a:pt x="3" y="3"/>
                      <a:pt x="2" y="2"/>
                      <a:pt x="1" y="0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708" name="Freeform 679">
                <a:extLst>
                  <a:ext uri="{FF2B5EF4-FFF2-40B4-BE49-F238E27FC236}">
                    <a16:creationId xmlns:a16="http://schemas.microsoft.com/office/drawing/2014/main" id="{41C946F2-D837-493D-91C1-BF35882EF3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4" y="2049"/>
                <a:ext cx="30" cy="386"/>
              </a:xfrm>
              <a:custGeom>
                <a:avLst/>
                <a:gdLst>
                  <a:gd name="T0" fmla="*/ 64 w 15"/>
                  <a:gd name="T1" fmla="*/ 0 h 176"/>
                  <a:gd name="T2" fmla="*/ 64 w 15"/>
                  <a:gd name="T3" fmla="*/ 371 h 176"/>
                  <a:gd name="T4" fmla="*/ 80 w 15"/>
                  <a:gd name="T5" fmla="*/ 842 h 176"/>
                  <a:gd name="T6" fmla="*/ 80 w 15"/>
                  <a:gd name="T7" fmla="*/ 1380 h 176"/>
                  <a:gd name="T8" fmla="*/ 120 w 15"/>
                  <a:gd name="T9" fmla="*/ 1858 h 176"/>
                  <a:gd name="T10" fmla="*/ 72 w 15"/>
                  <a:gd name="T11" fmla="*/ 1592 h 176"/>
                  <a:gd name="T12" fmla="*/ 56 w 15"/>
                  <a:gd name="T13" fmla="*/ 1255 h 176"/>
                  <a:gd name="T14" fmla="*/ 32 w 15"/>
                  <a:gd name="T15" fmla="*/ 706 h 176"/>
                  <a:gd name="T16" fmla="*/ 48 w 15"/>
                  <a:gd name="T17" fmla="*/ 20 h 17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5" h="176">
                    <a:moveTo>
                      <a:pt x="8" y="0"/>
                    </a:moveTo>
                    <a:cubicBezTo>
                      <a:pt x="9" y="12"/>
                      <a:pt x="8" y="24"/>
                      <a:pt x="8" y="35"/>
                    </a:cubicBezTo>
                    <a:cubicBezTo>
                      <a:pt x="8" y="50"/>
                      <a:pt x="9" y="65"/>
                      <a:pt x="10" y="80"/>
                    </a:cubicBezTo>
                    <a:cubicBezTo>
                      <a:pt x="11" y="97"/>
                      <a:pt x="9" y="114"/>
                      <a:pt x="10" y="131"/>
                    </a:cubicBezTo>
                    <a:cubicBezTo>
                      <a:pt x="11" y="146"/>
                      <a:pt x="14" y="161"/>
                      <a:pt x="15" y="176"/>
                    </a:cubicBezTo>
                    <a:cubicBezTo>
                      <a:pt x="11" y="169"/>
                      <a:pt x="11" y="158"/>
                      <a:pt x="9" y="151"/>
                    </a:cubicBezTo>
                    <a:cubicBezTo>
                      <a:pt x="8" y="140"/>
                      <a:pt x="8" y="130"/>
                      <a:pt x="7" y="119"/>
                    </a:cubicBezTo>
                    <a:cubicBezTo>
                      <a:pt x="6" y="102"/>
                      <a:pt x="6" y="85"/>
                      <a:pt x="4" y="67"/>
                    </a:cubicBezTo>
                    <a:cubicBezTo>
                      <a:pt x="3" y="46"/>
                      <a:pt x="0" y="23"/>
                      <a:pt x="6" y="2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709" name="Freeform 680">
                <a:extLst>
                  <a:ext uri="{FF2B5EF4-FFF2-40B4-BE49-F238E27FC236}">
                    <a16:creationId xmlns:a16="http://schemas.microsoft.com/office/drawing/2014/main" id="{061F9B0D-803D-4869-B177-F0CE631A4B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1" y="1998"/>
                <a:ext cx="53" cy="257"/>
              </a:xfrm>
              <a:custGeom>
                <a:avLst/>
                <a:gdLst>
                  <a:gd name="T0" fmla="*/ 8 w 26"/>
                  <a:gd name="T1" fmla="*/ 0 h 117"/>
                  <a:gd name="T2" fmla="*/ 41 w 26"/>
                  <a:gd name="T3" fmla="*/ 202 h 117"/>
                  <a:gd name="T4" fmla="*/ 84 w 26"/>
                  <a:gd name="T5" fmla="*/ 327 h 117"/>
                  <a:gd name="T6" fmla="*/ 171 w 26"/>
                  <a:gd name="T7" fmla="*/ 507 h 117"/>
                  <a:gd name="T8" fmla="*/ 179 w 26"/>
                  <a:gd name="T9" fmla="*/ 815 h 117"/>
                  <a:gd name="T10" fmla="*/ 220 w 26"/>
                  <a:gd name="T11" fmla="*/ 1241 h 117"/>
                  <a:gd name="T12" fmla="*/ 163 w 26"/>
                  <a:gd name="T13" fmla="*/ 815 h 117"/>
                  <a:gd name="T14" fmla="*/ 153 w 26"/>
                  <a:gd name="T15" fmla="*/ 666 h 117"/>
                  <a:gd name="T16" fmla="*/ 92 w 26"/>
                  <a:gd name="T17" fmla="*/ 666 h 117"/>
                  <a:gd name="T18" fmla="*/ 137 w 26"/>
                  <a:gd name="T19" fmla="*/ 488 h 117"/>
                  <a:gd name="T20" fmla="*/ 8 w 26"/>
                  <a:gd name="T21" fmla="*/ 424 h 117"/>
                  <a:gd name="T22" fmla="*/ 8 w 26"/>
                  <a:gd name="T23" fmla="*/ 222 h 117"/>
                  <a:gd name="T24" fmla="*/ 8 w 26"/>
                  <a:gd name="T25" fmla="*/ 0 h 117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6" h="117">
                    <a:moveTo>
                      <a:pt x="1" y="0"/>
                    </a:moveTo>
                    <a:cubicBezTo>
                      <a:pt x="4" y="5"/>
                      <a:pt x="4" y="13"/>
                      <a:pt x="5" y="19"/>
                    </a:cubicBezTo>
                    <a:cubicBezTo>
                      <a:pt x="6" y="23"/>
                      <a:pt x="8" y="27"/>
                      <a:pt x="10" y="31"/>
                    </a:cubicBezTo>
                    <a:cubicBezTo>
                      <a:pt x="13" y="37"/>
                      <a:pt x="19" y="41"/>
                      <a:pt x="20" y="48"/>
                    </a:cubicBezTo>
                    <a:cubicBezTo>
                      <a:pt x="23" y="57"/>
                      <a:pt x="21" y="68"/>
                      <a:pt x="21" y="77"/>
                    </a:cubicBezTo>
                    <a:cubicBezTo>
                      <a:pt x="21" y="91"/>
                      <a:pt x="24" y="104"/>
                      <a:pt x="26" y="117"/>
                    </a:cubicBezTo>
                    <a:cubicBezTo>
                      <a:pt x="20" y="105"/>
                      <a:pt x="19" y="91"/>
                      <a:pt x="19" y="77"/>
                    </a:cubicBezTo>
                    <a:cubicBezTo>
                      <a:pt x="19" y="74"/>
                      <a:pt x="20" y="66"/>
                      <a:pt x="18" y="63"/>
                    </a:cubicBezTo>
                    <a:cubicBezTo>
                      <a:pt x="17" y="61"/>
                      <a:pt x="14" y="62"/>
                      <a:pt x="11" y="63"/>
                    </a:cubicBezTo>
                    <a:cubicBezTo>
                      <a:pt x="16" y="59"/>
                      <a:pt x="18" y="52"/>
                      <a:pt x="16" y="46"/>
                    </a:cubicBezTo>
                    <a:cubicBezTo>
                      <a:pt x="14" y="39"/>
                      <a:pt x="7" y="41"/>
                      <a:pt x="1" y="40"/>
                    </a:cubicBezTo>
                    <a:cubicBezTo>
                      <a:pt x="0" y="34"/>
                      <a:pt x="2" y="27"/>
                      <a:pt x="1" y="21"/>
                    </a:cubicBezTo>
                    <a:cubicBezTo>
                      <a:pt x="1" y="14"/>
                      <a:pt x="1" y="7"/>
                      <a:pt x="1" y="0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710" name="Freeform 681">
                <a:extLst>
                  <a:ext uri="{FF2B5EF4-FFF2-40B4-BE49-F238E27FC236}">
                    <a16:creationId xmlns:a16="http://schemas.microsoft.com/office/drawing/2014/main" id="{70D6FCE5-9B86-49FB-82A4-D66A7F3F7A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9" y="1581"/>
                <a:ext cx="39" cy="354"/>
              </a:xfrm>
              <a:custGeom>
                <a:avLst/>
                <a:gdLst>
                  <a:gd name="T0" fmla="*/ 131 w 19"/>
                  <a:gd name="T1" fmla="*/ 0 h 161"/>
                  <a:gd name="T2" fmla="*/ 164 w 19"/>
                  <a:gd name="T3" fmla="*/ 383 h 161"/>
                  <a:gd name="T4" fmla="*/ 148 w 19"/>
                  <a:gd name="T5" fmla="*/ 798 h 161"/>
                  <a:gd name="T6" fmla="*/ 25 w 19"/>
                  <a:gd name="T7" fmla="*/ 1649 h 161"/>
                  <a:gd name="T8" fmla="*/ 0 w 19"/>
                  <a:gd name="T9" fmla="*/ 1711 h 161"/>
                  <a:gd name="T10" fmla="*/ 43 w 19"/>
                  <a:gd name="T11" fmla="*/ 1508 h 161"/>
                  <a:gd name="T12" fmla="*/ 96 w 19"/>
                  <a:gd name="T13" fmla="*/ 1242 h 161"/>
                  <a:gd name="T14" fmla="*/ 96 w 19"/>
                  <a:gd name="T15" fmla="*/ 701 h 161"/>
                  <a:gd name="T16" fmla="*/ 123 w 19"/>
                  <a:gd name="T17" fmla="*/ 286 h 161"/>
                  <a:gd name="T18" fmla="*/ 140 w 19"/>
                  <a:gd name="T19" fmla="*/ 141 h 161"/>
                  <a:gd name="T20" fmla="*/ 131 w 19"/>
                  <a:gd name="T21" fmla="*/ 33 h 16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9" h="161">
                    <a:moveTo>
                      <a:pt x="15" y="0"/>
                    </a:moveTo>
                    <a:cubicBezTo>
                      <a:pt x="17" y="12"/>
                      <a:pt x="19" y="24"/>
                      <a:pt x="19" y="36"/>
                    </a:cubicBezTo>
                    <a:cubicBezTo>
                      <a:pt x="19" y="49"/>
                      <a:pt x="18" y="62"/>
                      <a:pt x="17" y="75"/>
                    </a:cubicBezTo>
                    <a:cubicBezTo>
                      <a:pt x="16" y="102"/>
                      <a:pt x="15" y="131"/>
                      <a:pt x="3" y="155"/>
                    </a:cubicBezTo>
                    <a:cubicBezTo>
                      <a:pt x="2" y="157"/>
                      <a:pt x="2" y="160"/>
                      <a:pt x="0" y="161"/>
                    </a:cubicBezTo>
                    <a:cubicBezTo>
                      <a:pt x="0" y="155"/>
                      <a:pt x="3" y="147"/>
                      <a:pt x="5" y="142"/>
                    </a:cubicBezTo>
                    <a:cubicBezTo>
                      <a:pt x="7" y="133"/>
                      <a:pt x="9" y="125"/>
                      <a:pt x="11" y="117"/>
                    </a:cubicBezTo>
                    <a:cubicBezTo>
                      <a:pt x="14" y="100"/>
                      <a:pt x="12" y="83"/>
                      <a:pt x="11" y="66"/>
                    </a:cubicBezTo>
                    <a:cubicBezTo>
                      <a:pt x="11" y="53"/>
                      <a:pt x="13" y="40"/>
                      <a:pt x="14" y="27"/>
                    </a:cubicBezTo>
                    <a:cubicBezTo>
                      <a:pt x="15" y="22"/>
                      <a:pt x="16" y="17"/>
                      <a:pt x="16" y="13"/>
                    </a:cubicBezTo>
                    <a:cubicBezTo>
                      <a:pt x="16" y="10"/>
                      <a:pt x="14" y="6"/>
                      <a:pt x="15" y="3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711" name="Freeform 682">
                <a:extLst>
                  <a:ext uri="{FF2B5EF4-FFF2-40B4-BE49-F238E27FC236}">
                    <a16:creationId xmlns:a16="http://schemas.microsoft.com/office/drawing/2014/main" id="{02815A14-4A73-402A-A944-FA3DA50DFB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6" y="2402"/>
                <a:ext cx="54" cy="84"/>
              </a:xfrm>
              <a:custGeom>
                <a:avLst/>
                <a:gdLst>
                  <a:gd name="T0" fmla="*/ 181 w 26"/>
                  <a:gd name="T1" fmla="*/ 0 h 38"/>
                  <a:gd name="T2" fmla="*/ 0 w 26"/>
                  <a:gd name="T3" fmla="*/ 391 h 38"/>
                  <a:gd name="T4" fmla="*/ 199 w 26"/>
                  <a:gd name="T5" fmla="*/ 270 h 38"/>
                  <a:gd name="T6" fmla="*/ 189 w 26"/>
                  <a:gd name="T7" fmla="*/ 33 h 3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38">
                    <a:moveTo>
                      <a:pt x="20" y="0"/>
                    </a:moveTo>
                    <a:cubicBezTo>
                      <a:pt x="23" y="15"/>
                      <a:pt x="16" y="34"/>
                      <a:pt x="0" y="36"/>
                    </a:cubicBezTo>
                    <a:cubicBezTo>
                      <a:pt x="7" y="38"/>
                      <a:pt x="19" y="32"/>
                      <a:pt x="22" y="25"/>
                    </a:cubicBezTo>
                    <a:cubicBezTo>
                      <a:pt x="26" y="17"/>
                      <a:pt x="23" y="10"/>
                      <a:pt x="21" y="3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712" name="Freeform 683">
                <a:extLst>
                  <a:ext uri="{FF2B5EF4-FFF2-40B4-BE49-F238E27FC236}">
                    <a16:creationId xmlns:a16="http://schemas.microsoft.com/office/drawing/2014/main" id="{E4D53407-8828-4D10-9F10-B60277813A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0" y="2668"/>
                <a:ext cx="55" cy="62"/>
              </a:xfrm>
              <a:custGeom>
                <a:avLst/>
                <a:gdLst>
                  <a:gd name="T0" fmla="*/ 0 w 27"/>
                  <a:gd name="T1" fmla="*/ 0 h 28"/>
                  <a:gd name="T2" fmla="*/ 59 w 27"/>
                  <a:gd name="T3" fmla="*/ 78 h 28"/>
                  <a:gd name="T4" fmla="*/ 100 w 27"/>
                  <a:gd name="T5" fmla="*/ 153 h 28"/>
                  <a:gd name="T6" fmla="*/ 220 w 27"/>
                  <a:gd name="T7" fmla="*/ 259 h 28"/>
                  <a:gd name="T8" fmla="*/ 212 w 27"/>
                  <a:gd name="T9" fmla="*/ 303 h 28"/>
                  <a:gd name="T10" fmla="*/ 179 w 27"/>
                  <a:gd name="T11" fmla="*/ 270 h 28"/>
                  <a:gd name="T12" fmla="*/ 108 w 27"/>
                  <a:gd name="T13" fmla="*/ 215 h 28"/>
                  <a:gd name="T14" fmla="*/ 49 w 27"/>
                  <a:gd name="T15" fmla="*/ 133 h 28"/>
                  <a:gd name="T16" fmla="*/ 8 w 27"/>
                  <a:gd name="T17" fmla="*/ 35 h 28"/>
                  <a:gd name="T18" fmla="*/ 0 w 27"/>
                  <a:gd name="T19" fmla="*/ 9 h 2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7" h="28">
                    <a:moveTo>
                      <a:pt x="0" y="0"/>
                    </a:moveTo>
                    <a:cubicBezTo>
                      <a:pt x="3" y="2"/>
                      <a:pt x="5" y="4"/>
                      <a:pt x="7" y="7"/>
                    </a:cubicBezTo>
                    <a:cubicBezTo>
                      <a:pt x="8" y="9"/>
                      <a:pt x="9" y="13"/>
                      <a:pt x="12" y="14"/>
                    </a:cubicBezTo>
                    <a:cubicBezTo>
                      <a:pt x="18" y="17"/>
                      <a:pt x="25" y="17"/>
                      <a:pt x="26" y="24"/>
                    </a:cubicBezTo>
                    <a:cubicBezTo>
                      <a:pt x="26" y="26"/>
                      <a:pt x="27" y="28"/>
                      <a:pt x="25" y="28"/>
                    </a:cubicBezTo>
                    <a:cubicBezTo>
                      <a:pt x="24" y="28"/>
                      <a:pt x="22" y="26"/>
                      <a:pt x="21" y="25"/>
                    </a:cubicBezTo>
                    <a:cubicBezTo>
                      <a:pt x="18" y="23"/>
                      <a:pt x="16" y="21"/>
                      <a:pt x="13" y="20"/>
                    </a:cubicBezTo>
                    <a:cubicBezTo>
                      <a:pt x="9" y="18"/>
                      <a:pt x="8" y="15"/>
                      <a:pt x="6" y="12"/>
                    </a:cubicBezTo>
                    <a:cubicBezTo>
                      <a:pt x="5" y="9"/>
                      <a:pt x="3" y="6"/>
                      <a:pt x="1" y="3"/>
                    </a:cubicBezTo>
                    <a:cubicBezTo>
                      <a:pt x="1" y="2"/>
                      <a:pt x="1" y="2"/>
                      <a:pt x="0" y="1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713" name="Freeform 684">
                <a:extLst>
                  <a:ext uri="{FF2B5EF4-FFF2-40B4-BE49-F238E27FC236}">
                    <a16:creationId xmlns:a16="http://schemas.microsoft.com/office/drawing/2014/main" id="{B195F46C-FB52-4080-B696-A020F34226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0" y="2657"/>
                <a:ext cx="35" cy="35"/>
              </a:xfrm>
              <a:custGeom>
                <a:avLst/>
                <a:gdLst>
                  <a:gd name="T0" fmla="*/ 0 w 17"/>
                  <a:gd name="T1" fmla="*/ 0 h 16"/>
                  <a:gd name="T2" fmla="*/ 16 w 17"/>
                  <a:gd name="T3" fmla="*/ 44 h 16"/>
                  <a:gd name="T4" fmla="*/ 51 w 17"/>
                  <a:gd name="T5" fmla="*/ 72 h 16"/>
                  <a:gd name="T6" fmla="*/ 97 w 17"/>
                  <a:gd name="T7" fmla="*/ 149 h 16"/>
                  <a:gd name="T8" fmla="*/ 148 w 17"/>
                  <a:gd name="T9" fmla="*/ 149 h 16"/>
                  <a:gd name="T10" fmla="*/ 115 w 17"/>
                  <a:gd name="T11" fmla="*/ 85 h 16"/>
                  <a:gd name="T12" fmla="*/ 68 w 17"/>
                  <a:gd name="T13" fmla="*/ 44 h 16"/>
                  <a:gd name="T14" fmla="*/ 8 w 17"/>
                  <a:gd name="T15" fmla="*/ 9 h 1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7" h="16">
                    <a:moveTo>
                      <a:pt x="0" y="0"/>
                    </a:moveTo>
                    <a:cubicBezTo>
                      <a:pt x="1" y="2"/>
                      <a:pt x="1" y="3"/>
                      <a:pt x="2" y="4"/>
                    </a:cubicBezTo>
                    <a:cubicBezTo>
                      <a:pt x="3" y="5"/>
                      <a:pt x="5" y="6"/>
                      <a:pt x="6" y="7"/>
                    </a:cubicBezTo>
                    <a:cubicBezTo>
                      <a:pt x="8" y="9"/>
                      <a:pt x="9" y="12"/>
                      <a:pt x="11" y="14"/>
                    </a:cubicBezTo>
                    <a:cubicBezTo>
                      <a:pt x="12" y="15"/>
                      <a:pt x="16" y="16"/>
                      <a:pt x="17" y="14"/>
                    </a:cubicBezTo>
                    <a:cubicBezTo>
                      <a:pt x="17" y="13"/>
                      <a:pt x="14" y="9"/>
                      <a:pt x="13" y="8"/>
                    </a:cubicBezTo>
                    <a:cubicBezTo>
                      <a:pt x="12" y="6"/>
                      <a:pt x="9" y="5"/>
                      <a:pt x="8" y="4"/>
                    </a:cubicBezTo>
                    <a:cubicBezTo>
                      <a:pt x="6" y="4"/>
                      <a:pt x="2" y="2"/>
                      <a:pt x="1" y="1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714" name="Freeform 685">
                <a:extLst>
                  <a:ext uri="{FF2B5EF4-FFF2-40B4-BE49-F238E27FC236}">
                    <a16:creationId xmlns:a16="http://schemas.microsoft.com/office/drawing/2014/main" id="{294F9C3D-8DE1-4E3F-A382-C4D8C11D82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8" y="2653"/>
                <a:ext cx="38" cy="44"/>
              </a:xfrm>
              <a:custGeom>
                <a:avLst/>
                <a:gdLst>
                  <a:gd name="T0" fmla="*/ 0 w 18"/>
                  <a:gd name="T1" fmla="*/ 0 h 20"/>
                  <a:gd name="T2" fmla="*/ 17 w 18"/>
                  <a:gd name="T3" fmla="*/ 64 h 20"/>
                  <a:gd name="T4" fmla="*/ 36 w 18"/>
                  <a:gd name="T5" fmla="*/ 117 h 20"/>
                  <a:gd name="T6" fmla="*/ 57 w 18"/>
                  <a:gd name="T7" fmla="*/ 161 h 20"/>
                  <a:gd name="T8" fmla="*/ 93 w 18"/>
                  <a:gd name="T9" fmla="*/ 194 h 20"/>
                  <a:gd name="T10" fmla="*/ 133 w 18"/>
                  <a:gd name="T11" fmla="*/ 202 h 20"/>
                  <a:gd name="T12" fmla="*/ 160 w 18"/>
                  <a:gd name="T13" fmla="*/ 194 h 20"/>
                  <a:gd name="T14" fmla="*/ 120 w 18"/>
                  <a:gd name="T15" fmla="*/ 169 h 20"/>
                  <a:gd name="T16" fmla="*/ 76 w 18"/>
                  <a:gd name="T17" fmla="*/ 117 h 20"/>
                  <a:gd name="T18" fmla="*/ 0 w 18"/>
                  <a:gd name="T19" fmla="*/ 0 h 2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8" h="20">
                    <a:moveTo>
                      <a:pt x="0" y="0"/>
                    </a:moveTo>
                    <a:cubicBezTo>
                      <a:pt x="0" y="0"/>
                      <a:pt x="1" y="5"/>
                      <a:pt x="2" y="6"/>
                    </a:cubicBezTo>
                    <a:cubicBezTo>
                      <a:pt x="2" y="8"/>
                      <a:pt x="3" y="10"/>
                      <a:pt x="4" y="11"/>
                    </a:cubicBezTo>
                    <a:cubicBezTo>
                      <a:pt x="4" y="13"/>
                      <a:pt x="5" y="14"/>
                      <a:pt x="6" y="15"/>
                    </a:cubicBezTo>
                    <a:cubicBezTo>
                      <a:pt x="7" y="16"/>
                      <a:pt x="8" y="18"/>
                      <a:pt x="10" y="18"/>
                    </a:cubicBezTo>
                    <a:cubicBezTo>
                      <a:pt x="11" y="19"/>
                      <a:pt x="13" y="19"/>
                      <a:pt x="14" y="19"/>
                    </a:cubicBezTo>
                    <a:cubicBezTo>
                      <a:pt x="16" y="19"/>
                      <a:pt x="18" y="20"/>
                      <a:pt x="17" y="18"/>
                    </a:cubicBezTo>
                    <a:cubicBezTo>
                      <a:pt x="16" y="17"/>
                      <a:pt x="14" y="16"/>
                      <a:pt x="13" y="16"/>
                    </a:cubicBezTo>
                    <a:cubicBezTo>
                      <a:pt x="11" y="14"/>
                      <a:pt x="9" y="13"/>
                      <a:pt x="8" y="11"/>
                    </a:cubicBezTo>
                    <a:cubicBezTo>
                      <a:pt x="5" y="8"/>
                      <a:pt x="1" y="4"/>
                      <a:pt x="0" y="0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715" name="Freeform 686">
                <a:extLst>
                  <a:ext uri="{FF2B5EF4-FFF2-40B4-BE49-F238E27FC236}">
                    <a16:creationId xmlns:a16="http://schemas.microsoft.com/office/drawing/2014/main" id="{609224DA-0E90-4026-9FE4-A138DFE06D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6" y="2582"/>
                <a:ext cx="10" cy="25"/>
              </a:xfrm>
              <a:custGeom>
                <a:avLst/>
                <a:gdLst>
                  <a:gd name="T0" fmla="*/ 40 w 5"/>
                  <a:gd name="T1" fmla="*/ 36 h 11"/>
                  <a:gd name="T2" fmla="*/ 16 w 5"/>
                  <a:gd name="T3" fmla="*/ 45 h 11"/>
                  <a:gd name="T4" fmla="*/ 8 w 5"/>
                  <a:gd name="T5" fmla="*/ 130 h 11"/>
                  <a:gd name="T6" fmla="*/ 40 w 5"/>
                  <a:gd name="T7" fmla="*/ 0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11">
                    <a:moveTo>
                      <a:pt x="5" y="3"/>
                    </a:moveTo>
                    <a:cubicBezTo>
                      <a:pt x="4" y="3"/>
                      <a:pt x="3" y="3"/>
                      <a:pt x="2" y="4"/>
                    </a:cubicBezTo>
                    <a:cubicBezTo>
                      <a:pt x="1" y="5"/>
                      <a:pt x="1" y="9"/>
                      <a:pt x="1" y="11"/>
                    </a:cubicBezTo>
                    <a:cubicBezTo>
                      <a:pt x="0" y="7"/>
                      <a:pt x="0" y="1"/>
                      <a:pt x="5" y="0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716" name="Freeform 687">
                <a:extLst>
                  <a:ext uri="{FF2B5EF4-FFF2-40B4-BE49-F238E27FC236}">
                    <a16:creationId xmlns:a16="http://schemas.microsoft.com/office/drawing/2014/main" id="{177A89FB-F512-4E6E-9CF6-24054CED6F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3" y="2093"/>
                <a:ext cx="83" cy="364"/>
              </a:xfrm>
              <a:custGeom>
                <a:avLst/>
                <a:gdLst>
                  <a:gd name="T0" fmla="*/ 349 w 40"/>
                  <a:gd name="T1" fmla="*/ 0 h 166"/>
                  <a:gd name="T2" fmla="*/ 224 w 40"/>
                  <a:gd name="T3" fmla="*/ 750 h 166"/>
                  <a:gd name="T4" fmla="*/ 64 w 40"/>
                  <a:gd name="T5" fmla="*/ 1750 h 166"/>
                  <a:gd name="T6" fmla="*/ 189 w 40"/>
                  <a:gd name="T7" fmla="*/ 717 h 166"/>
                  <a:gd name="T8" fmla="*/ 357 w 40"/>
                  <a:gd name="T9" fmla="*/ 20 h 16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0" h="166">
                    <a:moveTo>
                      <a:pt x="39" y="0"/>
                    </a:moveTo>
                    <a:cubicBezTo>
                      <a:pt x="39" y="25"/>
                      <a:pt x="31" y="47"/>
                      <a:pt x="25" y="71"/>
                    </a:cubicBezTo>
                    <a:cubicBezTo>
                      <a:pt x="18" y="103"/>
                      <a:pt x="13" y="135"/>
                      <a:pt x="7" y="166"/>
                    </a:cubicBezTo>
                    <a:cubicBezTo>
                      <a:pt x="0" y="136"/>
                      <a:pt x="13" y="98"/>
                      <a:pt x="21" y="68"/>
                    </a:cubicBezTo>
                    <a:cubicBezTo>
                      <a:pt x="26" y="47"/>
                      <a:pt x="30" y="21"/>
                      <a:pt x="40" y="2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717" name="Freeform 688">
                <a:extLst>
                  <a:ext uri="{FF2B5EF4-FFF2-40B4-BE49-F238E27FC236}">
                    <a16:creationId xmlns:a16="http://schemas.microsoft.com/office/drawing/2014/main" id="{73C60D7D-6DB3-44F9-BA2C-7D40EA7C12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8" y="1355"/>
                <a:ext cx="56" cy="22"/>
              </a:xfrm>
              <a:custGeom>
                <a:avLst/>
                <a:gdLst>
                  <a:gd name="T0" fmla="*/ 133 w 27"/>
                  <a:gd name="T1" fmla="*/ 9 h 10"/>
                  <a:gd name="T2" fmla="*/ 35 w 27"/>
                  <a:gd name="T3" fmla="*/ 44 h 10"/>
                  <a:gd name="T4" fmla="*/ 8 w 27"/>
                  <a:gd name="T5" fmla="*/ 97 h 10"/>
                  <a:gd name="T6" fmla="*/ 81 w 27"/>
                  <a:gd name="T7" fmla="*/ 64 h 10"/>
                  <a:gd name="T8" fmla="*/ 160 w 27"/>
                  <a:gd name="T9" fmla="*/ 73 h 10"/>
                  <a:gd name="T10" fmla="*/ 224 w 27"/>
                  <a:gd name="T11" fmla="*/ 73 h 10"/>
                  <a:gd name="T12" fmla="*/ 133 w 27"/>
                  <a:gd name="T13" fmla="*/ 9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7" h="10">
                    <a:moveTo>
                      <a:pt x="15" y="1"/>
                    </a:moveTo>
                    <a:cubicBezTo>
                      <a:pt x="11" y="0"/>
                      <a:pt x="7" y="1"/>
                      <a:pt x="4" y="4"/>
                    </a:cubicBezTo>
                    <a:cubicBezTo>
                      <a:pt x="3" y="4"/>
                      <a:pt x="0" y="7"/>
                      <a:pt x="1" y="9"/>
                    </a:cubicBezTo>
                    <a:cubicBezTo>
                      <a:pt x="2" y="10"/>
                      <a:pt x="7" y="7"/>
                      <a:pt x="9" y="6"/>
                    </a:cubicBezTo>
                    <a:cubicBezTo>
                      <a:pt x="12" y="6"/>
                      <a:pt x="15" y="6"/>
                      <a:pt x="18" y="7"/>
                    </a:cubicBezTo>
                    <a:cubicBezTo>
                      <a:pt x="19" y="7"/>
                      <a:pt x="23" y="9"/>
                      <a:pt x="25" y="7"/>
                    </a:cubicBezTo>
                    <a:cubicBezTo>
                      <a:pt x="27" y="5"/>
                      <a:pt x="17" y="2"/>
                      <a:pt x="15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718" name="Freeform 689">
                <a:extLst>
                  <a:ext uri="{FF2B5EF4-FFF2-40B4-BE49-F238E27FC236}">
                    <a16:creationId xmlns:a16="http://schemas.microsoft.com/office/drawing/2014/main" id="{AE35B2A4-8281-4E69-AEE4-06AA8AB12C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9" y="1383"/>
                <a:ext cx="77" cy="281"/>
              </a:xfrm>
              <a:custGeom>
                <a:avLst/>
                <a:gdLst>
                  <a:gd name="T0" fmla="*/ 333 w 37"/>
                  <a:gd name="T1" fmla="*/ 0 h 128"/>
                  <a:gd name="T2" fmla="*/ 160 w 37"/>
                  <a:gd name="T3" fmla="*/ 169 h 128"/>
                  <a:gd name="T4" fmla="*/ 35 w 37"/>
                  <a:gd name="T5" fmla="*/ 452 h 128"/>
                  <a:gd name="T6" fmla="*/ 0 w 37"/>
                  <a:gd name="T7" fmla="*/ 858 h 128"/>
                  <a:gd name="T8" fmla="*/ 8 w 37"/>
                  <a:gd name="T9" fmla="*/ 1113 h 128"/>
                  <a:gd name="T10" fmla="*/ 35 w 37"/>
                  <a:gd name="T11" fmla="*/ 1355 h 128"/>
                  <a:gd name="T12" fmla="*/ 44 w 37"/>
                  <a:gd name="T13" fmla="*/ 878 h 128"/>
                  <a:gd name="T14" fmla="*/ 83 w 37"/>
                  <a:gd name="T15" fmla="*/ 487 h 128"/>
                  <a:gd name="T16" fmla="*/ 200 w 37"/>
                  <a:gd name="T17" fmla="*/ 213 h 128"/>
                  <a:gd name="T18" fmla="*/ 325 w 37"/>
                  <a:gd name="T19" fmla="*/ 20 h 12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7" h="128">
                    <a:moveTo>
                      <a:pt x="37" y="0"/>
                    </a:moveTo>
                    <a:cubicBezTo>
                      <a:pt x="32" y="6"/>
                      <a:pt x="24" y="10"/>
                      <a:pt x="18" y="16"/>
                    </a:cubicBezTo>
                    <a:cubicBezTo>
                      <a:pt x="11" y="24"/>
                      <a:pt x="6" y="33"/>
                      <a:pt x="4" y="43"/>
                    </a:cubicBezTo>
                    <a:cubicBezTo>
                      <a:pt x="1" y="55"/>
                      <a:pt x="1" y="68"/>
                      <a:pt x="0" y="81"/>
                    </a:cubicBezTo>
                    <a:cubicBezTo>
                      <a:pt x="0" y="89"/>
                      <a:pt x="0" y="97"/>
                      <a:pt x="1" y="105"/>
                    </a:cubicBezTo>
                    <a:cubicBezTo>
                      <a:pt x="3" y="112"/>
                      <a:pt x="2" y="121"/>
                      <a:pt x="4" y="128"/>
                    </a:cubicBezTo>
                    <a:cubicBezTo>
                      <a:pt x="5" y="113"/>
                      <a:pt x="4" y="98"/>
                      <a:pt x="5" y="83"/>
                    </a:cubicBezTo>
                    <a:cubicBezTo>
                      <a:pt x="6" y="71"/>
                      <a:pt x="6" y="58"/>
                      <a:pt x="9" y="46"/>
                    </a:cubicBezTo>
                    <a:cubicBezTo>
                      <a:pt x="12" y="37"/>
                      <a:pt x="17" y="27"/>
                      <a:pt x="22" y="20"/>
                    </a:cubicBezTo>
                    <a:cubicBezTo>
                      <a:pt x="26" y="13"/>
                      <a:pt x="31" y="8"/>
                      <a:pt x="36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719" name="Freeform 690">
                <a:extLst>
                  <a:ext uri="{FF2B5EF4-FFF2-40B4-BE49-F238E27FC236}">
                    <a16:creationId xmlns:a16="http://schemas.microsoft.com/office/drawing/2014/main" id="{9E2E875A-FDCB-422B-96AB-07475F3F68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9" y="1366"/>
                <a:ext cx="63" cy="37"/>
              </a:xfrm>
              <a:custGeom>
                <a:avLst/>
                <a:gdLst>
                  <a:gd name="T0" fmla="*/ 0 w 31"/>
                  <a:gd name="T1" fmla="*/ 9 h 17"/>
                  <a:gd name="T2" fmla="*/ 116 w 31"/>
                  <a:gd name="T3" fmla="*/ 9 h 17"/>
                  <a:gd name="T4" fmla="*/ 219 w 31"/>
                  <a:gd name="T5" fmla="*/ 104 h 17"/>
                  <a:gd name="T6" fmla="*/ 161 w 31"/>
                  <a:gd name="T7" fmla="*/ 104 h 17"/>
                  <a:gd name="T8" fmla="*/ 75 w 31"/>
                  <a:gd name="T9" fmla="*/ 61 h 17"/>
                  <a:gd name="T10" fmla="*/ 16 w 31"/>
                  <a:gd name="T11" fmla="*/ 44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1" h="17">
                    <a:moveTo>
                      <a:pt x="0" y="1"/>
                    </a:moveTo>
                    <a:cubicBezTo>
                      <a:pt x="4" y="1"/>
                      <a:pt x="9" y="0"/>
                      <a:pt x="14" y="1"/>
                    </a:cubicBezTo>
                    <a:cubicBezTo>
                      <a:pt x="19" y="2"/>
                      <a:pt x="22" y="6"/>
                      <a:pt x="26" y="10"/>
                    </a:cubicBezTo>
                    <a:cubicBezTo>
                      <a:pt x="31" y="17"/>
                      <a:pt x="22" y="12"/>
                      <a:pt x="19" y="10"/>
                    </a:cubicBezTo>
                    <a:cubicBezTo>
                      <a:pt x="16" y="8"/>
                      <a:pt x="13" y="7"/>
                      <a:pt x="9" y="6"/>
                    </a:cubicBezTo>
                    <a:cubicBezTo>
                      <a:pt x="7" y="5"/>
                      <a:pt x="4" y="5"/>
                      <a:pt x="2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720" name="Freeform 691">
                <a:extLst>
                  <a:ext uri="{FF2B5EF4-FFF2-40B4-BE49-F238E27FC236}">
                    <a16:creationId xmlns:a16="http://schemas.microsoft.com/office/drawing/2014/main" id="{519108A9-51A9-401C-ABF6-78F9CC248A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9" y="1350"/>
                <a:ext cx="105" cy="42"/>
              </a:xfrm>
              <a:custGeom>
                <a:avLst/>
                <a:gdLst>
                  <a:gd name="T0" fmla="*/ 8 w 51"/>
                  <a:gd name="T1" fmla="*/ 186 h 19"/>
                  <a:gd name="T2" fmla="*/ 80 w 51"/>
                  <a:gd name="T3" fmla="*/ 73 h 19"/>
                  <a:gd name="T4" fmla="*/ 183 w 51"/>
                  <a:gd name="T5" fmla="*/ 44 h 19"/>
                  <a:gd name="T6" fmla="*/ 348 w 51"/>
                  <a:gd name="T7" fmla="*/ 20 h 19"/>
                  <a:gd name="T8" fmla="*/ 445 w 51"/>
                  <a:gd name="T9" fmla="*/ 44 h 19"/>
                  <a:gd name="T10" fmla="*/ 321 w 51"/>
                  <a:gd name="T11" fmla="*/ 64 h 19"/>
                  <a:gd name="T12" fmla="*/ 148 w 51"/>
                  <a:gd name="T13" fmla="*/ 108 h 19"/>
                  <a:gd name="T14" fmla="*/ 0 w 51"/>
                  <a:gd name="T15" fmla="*/ 206 h 1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1" h="19">
                    <a:moveTo>
                      <a:pt x="1" y="17"/>
                    </a:moveTo>
                    <a:cubicBezTo>
                      <a:pt x="4" y="15"/>
                      <a:pt x="6" y="10"/>
                      <a:pt x="9" y="7"/>
                    </a:cubicBezTo>
                    <a:cubicBezTo>
                      <a:pt x="13" y="4"/>
                      <a:pt x="16" y="5"/>
                      <a:pt x="21" y="4"/>
                    </a:cubicBezTo>
                    <a:cubicBezTo>
                      <a:pt x="27" y="4"/>
                      <a:pt x="34" y="3"/>
                      <a:pt x="40" y="2"/>
                    </a:cubicBezTo>
                    <a:cubicBezTo>
                      <a:pt x="43" y="2"/>
                      <a:pt x="49" y="0"/>
                      <a:pt x="51" y="4"/>
                    </a:cubicBezTo>
                    <a:cubicBezTo>
                      <a:pt x="48" y="6"/>
                      <a:pt x="40" y="6"/>
                      <a:pt x="37" y="6"/>
                    </a:cubicBezTo>
                    <a:cubicBezTo>
                      <a:pt x="30" y="7"/>
                      <a:pt x="23" y="8"/>
                      <a:pt x="17" y="10"/>
                    </a:cubicBezTo>
                    <a:cubicBezTo>
                      <a:pt x="11" y="12"/>
                      <a:pt x="7" y="19"/>
                      <a:pt x="0" y="1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721" name="Freeform 692">
                <a:extLst>
                  <a:ext uri="{FF2B5EF4-FFF2-40B4-BE49-F238E27FC236}">
                    <a16:creationId xmlns:a16="http://schemas.microsoft.com/office/drawing/2014/main" id="{F2B1497C-ED00-4216-841E-5D1BFF3EC7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3" y="1478"/>
                <a:ext cx="15" cy="20"/>
              </a:xfrm>
              <a:custGeom>
                <a:avLst/>
                <a:gdLst>
                  <a:gd name="T0" fmla="*/ 69 w 7"/>
                  <a:gd name="T1" fmla="*/ 20 h 9"/>
                  <a:gd name="T2" fmla="*/ 9 w 7"/>
                  <a:gd name="T3" fmla="*/ 64 h 9"/>
                  <a:gd name="T4" fmla="*/ 69 w 7"/>
                  <a:gd name="T5" fmla="*/ 64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9">
                    <a:moveTo>
                      <a:pt x="7" y="2"/>
                    </a:moveTo>
                    <a:cubicBezTo>
                      <a:pt x="6" y="0"/>
                      <a:pt x="0" y="2"/>
                      <a:pt x="1" y="6"/>
                    </a:cubicBezTo>
                    <a:cubicBezTo>
                      <a:pt x="3" y="9"/>
                      <a:pt x="7" y="9"/>
                      <a:pt x="7" y="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722" name="Freeform 693">
                <a:extLst>
                  <a:ext uri="{FF2B5EF4-FFF2-40B4-BE49-F238E27FC236}">
                    <a16:creationId xmlns:a16="http://schemas.microsoft.com/office/drawing/2014/main" id="{8B636440-8E39-43BE-A702-5D8DE694C4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5" y="1522"/>
                <a:ext cx="27" cy="19"/>
              </a:xfrm>
              <a:custGeom>
                <a:avLst/>
                <a:gdLst>
                  <a:gd name="T0" fmla="*/ 91 w 13"/>
                  <a:gd name="T1" fmla="*/ 8 h 9"/>
                  <a:gd name="T2" fmla="*/ 17 w 13"/>
                  <a:gd name="T3" fmla="*/ 8 h 9"/>
                  <a:gd name="T4" fmla="*/ 0 w 13"/>
                  <a:gd name="T5" fmla="*/ 84 h 9"/>
                  <a:gd name="T6" fmla="*/ 81 w 13"/>
                  <a:gd name="T7" fmla="*/ 76 h 9"/>
                  <a:gd name="T8" fmla="*/ 81 w 13"/>
                  <a:gd name="T9" fmla="*/ 17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9">
                    <a:moveTo>
                      <a:pt x="10" y="1"/>
                    </a:moveTo>
                    <a:cubicBezTo>
                      <a:pt x="7" y="2"/>
                      <a:pt x="4" y="0"/>
                      <a:pt x="2" y="1"/>
                    </a:cubicBezTo>
                    <a:cubicBezTo>
                      <a:pt x="0" y="3"/>
                      <a:pt x="0" y="7"/>
                      <a:pt x="0" y="9"/>
                    </a:cubicBezTo>
                    <a:cubicBezTo>
                      <a:pt x="3" y="9"/>
                      <a:pt x="7" y="9"/>
                      <a:pt x="9" y="8"/>
                    </a:cubicBezTo>
                    <a:cubicBezTo>
                      <a:pt x="13" y="6"/>
                      <a:pt x="9" y="5"/>
                      <a:pt x="9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723" name="Freeform 694">
                <a:extLst>
                  <a:ext uri="{FF2B5EF4-FFF2-40B4-BE49-F238E27FC236}">
                    <a16:creationId xmlns:a16="http://schemas.microsoft.com/office/drawing/2014/main" id="{2BC87804-A8C1-4D73-8621-AA03264641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3" y="1445"/>
                <a:ext cx="25" cy="22"/>
              </a:xfrm>
              <a:custGeom>
                <a:avLst/>
                <a:gdLst>
                  <a:gd name="T0" fmla="*/ 0 w 12"/>
                  <a:gd name="T1" fmla="*/ 53 h 10"/>
                  <a:gd name="T2" fmla="*/ 92 w 12"/>
                  <a:gd name="T3" fmla="*/ 73 h 10"/>
                  <a:gd name="T4" fmla="*/ 73 w 12"/>
                  <a:gd name="T5" fmla="*/ 0 h 10"/>
                  <a:gd name="T6" fmla="*/ 73 w 12"/>
                  <a:gd name="T7" fmla="*/ 0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10">
                    <a:moveTo>
                      <a:pt x="0" y="5"/>
                    </a:moveTo>
                    <a:cubicBezTo>
                      <a:pt x="1" y="7"/>
                      <a:pt x="8" y="10"/>
                      <a:pt x="10" y="7"/>
                    </a:cubicBezTo>
                    <a:cubicBezTo>
                      <a:pt x="12" y="5"/>
                      <a:pt x="9" y="2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724" name="Freeform 695">
                <a:extLst>
                  <a:ext uri="{FF2B5EF4-FFF2-40B4-BE49-F238E27FC236}">
                    <a16:creationId xmlns:a16="http://schemas.microsoft.com/office/drawing/2014/main" id="{F7C2D419-91AF-4CD0-9FFA-2A3B38EB69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3" y="1952"/>
                <a:ext cx="14" cy="292"/>
              </a:xfrm>
              <a:custGeom>
                <a:avLst/>
                <a:gdLst>
                  <a:gd name="T0" fmla="*/ 40 w 7"/>
                  <a:gd name="T1" fmla="*/ 0 h 133"/>
                  <a:gd name="T2" fmla="*/ 16 w 7"/>
                  <a:gd name="T3" fmla="*/ 105 h 133"/>
                  <a:gd name="T4" fmla="*/ 0 w 7"/>
                  <a:gd name="T5" fmla="*/ 255 h 133"/>
                  <a:gd name="T6" fmla="*/ 24 w 7"/>
                  <a:gd name="T7" fmla="*/ 602 h 133"/>
                  <a:gd name="T8" fmla="*/ 24 w 7"/>
                  <a:gd name="T9" fmla="*/ 815 h 133"/>
                  <a:gd name="T10" fmla="*/ 24 w 7"/>
                  <a:gd name="T11" fmla="*/ 1027 h 133"/>
                  <a:gd name="T12" fmla="*/ 24 w 7"/>
                  <a:gd name="T13" fmla="*/ 1229 h 133"/>
                  <a:gd name="T14" fmla="*/ 24 w 7"/>
                  <a:gd name="T15" fmla="*/ 1407 h 133"/>
                  <a:gd name="T16" fmla="*/ 24 w 7"/>
                  <a:gd name="T17" fmla="*/ 1229 h 133"/>
                  <a:gd name="T18" fmla="*/ 40 w 7"/>
                  <a:gd name="T19" fmla="*/ 911 h 133"/>
                  <a:gd name="T20" fmla="*/ 56 w 7"/>
                  <a:gd name="T21" fmla="*/ 496 h 133"/>
                  <a:gd name="T22" fmla="*/ 48 w 7"/>
                  <a:gd name="T23" fmla="*/ 0 h 13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7" h="133">
                    <a:moveTo>
                      <a:pt x="5" y="0"/>
                    </a:moveTo>
                    <a:cubicBezTo>
                      <a:pt x="3" y="1"/>
                      <a:pt x="2" y="7"/>
                      <a:pt x="2" y="10"/>
                    </a:cubicBezTo>
                    <a:cubicBezTo>
                      <a:pt x="1" y="14"/>
                      <a:pt x="0" y="19"/>
                      <a:pt x="0" y="24"/>
                    </a:cubicBezTo>
                    <a:cubicBezTo>
                      <a:pt x="0" y="35"/>
                      <a:pt x="2" y="46"/>
                      <a:pt x="3" y="57"/>
                    </a:cubicBezTo>
                    <a:cubicBezTo>
                      <a:pt x="3" y="64"/>
                      <a:pt x="2" y="71"/>
                      <a:pt x="3" y="77"/>
                    </a:cubicBezTo>
                    <a:cubicBezTo>
                      <a:pt x="3" y="84"/>
                      <a:pt x="4" y="90"/>
                      <a:pt x="3" y="97"/>
                    </a:cubicBezTo>
                    <a:cubicBezTo>
                      <a:pt x="3" y="103"/>
                      <a:pt x="3" y="110"/>
                      <a:pt x="3" y="116"/>
                    </a:cubicBezTo>
                    <a:cubicBezTo>
                      <a:pt x="2" y="122"/>
                      <a:pt x="2" y="127"/>
                      <a:pt x="3" y="133"/>
                    </a:cubicBezTo>
                    <a:cubicBezTo>
                      <a:pt x="4" y="128"/>
                      <a:pt x="3" y="122"/>
                      <a:pt x="3" y="116"/>
                    </a:cubicBezTo>
                    <a:cubicBezTo>
                      <a:pt x="4" y="106"/>
                      <a:pt x="4" y="96"/>
                      <a:pt x="5" y="86"/>
                    </a:cubicBezTo>
                    <a:cubicBezTo>
                      <a:pt x="6" y="73"/>
                      <a:pt x="7" y="60"/>
                      <a:pt x="7" y="47"/>
                    </a:cubicBezTo>
                    <a:cubicBezTo>
                      <a:pt x="6" y="31"/>
                      <a:pt x="6" y="16"/>
                      <a:pt x="6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725" name="Freeform 696">
                <a:extLst>
                  <a:ext uri="{FF2B5EF4-FFF2-40B4-BE49-F238E27FC236}">
                    <a16:creationId xmlns:a16="http://schemas.microsoft.com/office/drawing/2014/main" id="{55C13C60-F0BB-499C-B2B9-2B774D70E9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6" y="2473"/>
                <a:ext cx="19" cy="206"/>
              </a:xfrm>
              <a:custGeom>
                <a:avLst/>
                <a:gdLst>
                  <a:gd name="T0" fmla="*/ 27 w 9"/>
                  <a:gd name="T1" fmla="*/ 0 h 94"/>
                  <a:gd name="T2" fmla="*/ 8 w 9"/>
                  <a:gd name="T3" fmla="*/ 557 h 94"/>
                  <a:gd name="T4" fmla="*/ 17 w 9"/>
                  <a:gd name="T5" fmla="*/ 802 h 94"/>
                  <a:gd name="T6" fmla="*/ 36 w 9"/>
                  <a:gd name="T7" fmla="*/ 894 h 94"/>
                  <a:gd name="T8" fmla="*/ 84 w 9"/>
                  <a:gd name="T9" fmla="*/ 988 h 94"/>
                  <a:gd name="T10" fmla="*/ 49 w 9"/>
                  <a:gd name="T11" fmla="*/ 484 h 94"/>
                  <a:gd name="T12" fmla="*/ 57 w 9"/>
                  <a:gd name="T13" fmla="*/ 186 h 94"/>
                  <a:gd name="T14" fmla="*/ 27 w 9"/>
                  <a:gd name="T15" fmla="*/ 33 h 9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" h="94">
                    <a:moveTo>
                      <a:pt x="3" y="0"/>
                    </a:moveTo>
                    <a:cubicBezTo>
                      <a:pt x="3" y="17"/>
                      <a:pt x="1" y="35"/>
                      <a:pt x="1" y="53"/>
                    </a:cubicBezTo>
                    <a:cubicBezTo>
                      <a:pt x="1" y="61"/>
                      <a:pt x="1" y="68"/>
                      <a:pt x="2" y="76"/>
                    </a:cubicBezTo>
                    <a:cubicBezTo>
                      <a:pt x="3" y="79"/>
                      <a:pt x="3" y="82"/>
                      <a:pt x="4" y="85"/>
                    </a:cubicBezTo>
                    <a:cubicBezTo>
                      <a:pt x="5" y="88"/>
                      <a:pt x="7" y="91"/>
                      <a:pt x="9" y="94"/>
                    </a:cubicBezTo>
                    <a:cubicBezTo>
                      <a:pt x="0" y="78"/>
                      <a:pt x="4" y="63"/>
                      <a:pt x="5" y="46"/>
                    </a:cubicBezTo>
                    <a:cubicBezTo>
                      <a:pt x="6" y="37"/>
                      <a:pt x="7" y="27"/>
                      <a:pt x="6" y="18"/>
                    </a:cubicBezTo>
                    <a:cubicBezTo>
                      <a:pt x="5" y="14"/>
                      <a:pt x="2" y="6"/>
                      <a:pt x="3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726" name="Freeform 697">
                <a:extLst>
                  <a:ext uri="{FF2B5EF4-FFF2-40B4-BE49-F238E27FC236}">
                    <a16:creationId xmlns:a16="http://schemas.microsoft.com/office/drawing/2014/main" id="{85FEBAA0-44DF-4F08-A4B7-1A6E8CD3F1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8" y="2563"/>
                <a:ext cx="28" cy="68"/>
              </a:xfrm>
              <a:custGeom>
                <a:avLst/>
                <a:gdLst>
                  <a:gd name="T0" fmla="*/ 0 w 14"/>
                  <a:gd name="T1" fmla="*/ 72 h 31"/>
                  <a:gd name="T2" fmla="*/ 104 w 14"/>
                  <a:gd name="T3" fmla="*/ 327 h 31"/>
                  <a:gd name="T4" fmla="*/ 80 w 14"/>
                  <a:gd name="T5" fmla="*/ 125 h 31"/>
                  <a:gd name="T6" fmla="*/ 0 w 14"/>
                  <a:gd name="T7" fmla="*/ 72 h 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31">
                    <a:moveTo>
                      <a:pt x="0" y="7"/>
                    </a:moveTo>
                    <a:cubicBezTo>
                      <a:pt x="8" y="1"/>
                      <a:pt x="12" y="27"/>
                      <a:pt x="13" y="31"/>
                    </a:cubicBezTo>
                    <a:cubicBezTo>
                      <a:pt x="14" y="25"/>
                      <a:pt x="12" y="17"/>
                      <a:pt x="10" y="12"/>
                    </a:cubicBezTo>
                    <a:cubicBezTo>
                      <a:pt x="9" y="9"/>
                      <a:pt x="2" y="0"/>
                      <a:pt x="0" y="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727" name="Freeform 698">
                <a:extLst>
                  <a:ext uri="{FF2B5EF4-FFF2-40B4-BE49-F238E27FC236}">
                    <a16:creationId xmlns:a16="http://schemas.microsoft.com/office/drawing/2014/main" id="{395E23D9-1158-4AD8-A16D-48DAEA1D38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6" y="2071"/>
                <a:ext cx="52" cy="175"/>
              </a:xfrm>
              <a:custGeom>
                <a:avLst/>
                <a:gdLst>
                  <a:gd name="T0" fmla="*/ 125 w 25"/>
                  <a:gd name="T1" fmla="*/ 0 h 80"/>
                  <a:gd name="T2" fmla="*/ 25 w 25"/>
                  <a:gd name="T3" fmla="*/ 326 h 80"/>
                  <a:gd name="T4" fmla="*/ 0 w 25"/>
                  <a:gd name="T5" fmla="*/ 838 h 80"/>
                  <a:gd name="T6" fmla="*/ 52 w 25"/>
                  <a:gd name="T7" fmla="*/ 459 h 80"/>
                  <a:gd name="T8" fmla="*/ 160 w 25"/>
                  <a:gd name="T9" fmla="*/ 335 h 80"/>
                  <a:gd name="T10" fmla="*/ 92 w 25"/>
                  <a:gd name="T11" fmla="*/ 177 h 80"/>
                  <a:gd name="T12" fmla="*/ 225 w 25"/>
                  <a:gd name="T13" fmla="*/ 158 h 80"/>
                  <a:gd name="T14" fmla="*/ 133 w 25"/>
                  <a:gd name="T15" fmla="*/ 0 h 8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5" h="80">
                    <a:moveTo>
                      <a:pt x="14" y="0"/>
                    </a:moveTo>
                    <a:cubicBezTo>
                      <a:pt x="7" y="10"/>
                      <a:pt x="2" y="17"/>
                      <a:pt x="3" y="31"/>
                    </a:cubicBezTo>
                    <a:cubicBezTo>
                      <a:pt x="5" y="47"/>
                      <a:pt x="4" y="64"/>
                      <a:pt x="0" y="80"/>
                    </a:cubicBezTo>
                    <a:cubicBezTo>
                      <a:pt x="3" y="68"/>
                      <a:pt x="5" y="56"/>
                      <a:pt x="6" y="44"/>
                    </a:cubicBezTo>
                    <a:cubicBezTo>
                      <a:pt x="7" y="39"/>
                      <a:pt x="11" y="22"/>
                      <a:pt x="18" y="32"/>
                    </a:cubicBezTo>
                    <a:cubicBezTo>
                      <a:pt x="14" y="29"/>
                      <a:pt x="6" y="23"/>
                      <a:pt x="10" y="17"/>
                    </a:cubicBezTo>
                    <a:cubicBezTo>
                      <a:pt x="12" y="11"/>
                      <a:pt x="21" y="12"/>
                      <a:pt x="25" y="15"/>
                    </a:cubicBezTo>
                    <a:cubicBezTo>
                      <a:pt x="21" y="9"/>
                      <a:pt x="14" y="9"/>
                      <a:pt x="15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728" name="Freeform 699">
                <a:extLst>
                  <a:ext uri="{FF2B5EF4-FFF2-40B4-BE49-F238E27FC236}">
                    <a16:creationId xmlns:a16="http://schemas.microsoft.com/office/drawing/2014/main" id="{790B24BD-FA85-43BD-B60A-128474A5A1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2" y="2299"/>
                <a:ext cx="37" cy="536"/>
              </a:xfrm>
              <a:custGeom>
                <a:avLst/>
                <a:gdLst>
                  <a:gd name="T0" fmla="*/ 68 w 18"/>
                  <a:gd name="T1" fmla="*/ 0 h 244"/>
                  <a:gd name="T2" fmla="*/ 51 w 18"/>
                  <a:gd name="T3" fmla="*/ 327 h 244"/>
                  <a:gd name="T4" fmla="*/ 33 w 18"/>
                  <a:gd name="T5" fmla="*/ 646 h 244"/>
                  <a:gd name="T6" fmla="*/ 8 w 18"/>
                  <a:gd name="T7" fmla="*/ 1303 h 244"/>
                  <a:gd name="T8" fmla="*/ 33 w 18"/>
                  <a:gd name="T9" fmla="*/ 1931 h 244"/>
                  <a:gd name="T10" fmla="*/ 156 w 18"/>
                  <a:gd name="T11" fmla="*/ 2586 h 244"/>
                  <a:gd name="T12" fmla="*/ 97 w 18"/>
                  <a:gd name="T13" fmla="*/ 2206 h 244"/>
                  <a:gd name="T14" fmla="*/ 60 w 18"/>
                  <a:gd name="T15" fmla="*/ 1718 h 244"/>
                  <a:gd name="T16" fmla="*/ 60 w 18"/>
                  <a:gd name="T17" fmla="*/ 995 h 244"/>
                  <a:gd name="T18" fmla="*/ 80 w 18"/>
                  <a:gd name="T19" fmla="*/ 424 h 244"/>
                  <a:gd name="T20" fmla="*/ 88 w 18"/>
                  <a:gd name="T21" fmla="*/ 64 h 24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8" h="244">
                    <a:moveTo>
                      <a:pt x="8" y="0"/>
                    </a:moveTo>
                    <a:cubicBezTo>
                      <a:pt x="5" y="9"/>
                      <a:pt x="6" y="21"/>
                      <a:pt x="6" y="31"/>
                    </a:cubicBezTo>
                    <a:cubicBezTo>
                      <a:pt x="5" y="41"/>
                      <a:pt x="5" y="51"/>
                      <a:pt x="4" y="61"/>
                    </a:cubicBezTo>
                    <a:cubicBezTo>
                      <a:pt x="3" y="82"/>
                      <a:pt x="3" y="103"/>
                      <a:pt x="1" y="123"/>
                    </a:cubicBezTo>
                    <a:cubicBezTo>
                      <a:pt x="0" y="142"/>
                      <a:pt x="2" y="163"/>
                      <a:pt x="4" y="182"/>
                    </a:cubicBezTo>
                    <a:cubicBezTo>
                      <a:pt x="6" y="203"/>
                      <a:pt x="10" y="224"/>
                      <a:pt x="18" y="244"/>
                    </a:cubicBezTo>
                    <a:cubicBezTo>
                      <a:pt x="13" y="233"/>
                      <a:pt x="12" y="220"/>
                      <a:pt x="11" y="208"/>
                    </a:cubicBezTo>
                    <a:cubicBezTo>
                      <a:pt x="9" y="193"/>
                      <a:pt x="8" y="177"/>
                      <a:pt x="7" y="162"/>
                    </a:cubicBezTo>
                    <a:cubicBezTo>
                      <a:pt x="5" y="139"/>
                      <a:pt x="7" y="117"/>
                      <a:pt x="7" y="94"/>
                    </a:cubicBezTo>
                    <a:cubicBezTo>
                      <a:pt x="7" y="76"/>
                      <a:pt x="6" y="58"/>
                      <a:pt x="9" y="40"/>
                    </a:cubicBezTo>
                    <a:cubicBezTo>
                      <a:pt x="10" y="30"/>
                      <a:pt x="8" y="16"/>
                      <a:pt x="10" y="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729" name="Freeform 700">
                <a:extLst>
                  <a:ext uri="{FF2B5EF4-FFF2-40B4-BE49-F238E27FC236}">
                    <a16:creationId xmlns:a16="http://schemas.microsoft.com/office/drawing/2014/main" id="{06C24FD5-A2C5-4EF7-848F-5708256379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8" y="3110"/>
                <a:ext cx="37" cy="127"/>
              </a:xfrm>
              <a:custGeom>
                <a:avLst/>
                <a:gdLst>
                  <a:gd name="T0" fmla="*/ 33 w 18"/>
                  <a:gd name="T1" fmla="*/ 0 h 58"/>
                  <a:gd name="T2" fmla="*/ 0 w 18"/>
                  <a:gd name="T3" fmla="*/ 523 h 58"/>
                  <a:gd name="T4" fmla="*/ 43 w 18"/>
                  <a:gd name="T5" fmla="*/ 0 h 5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58">
                    <a:moveTo>
                      <a:pt x="4" y="0"/>
                    </a:moveTo>
                    <a:cubicBezTo>
                      <a:pt x="3" y="17"/>
                      <a:pt x="4" y="33"/>
                      <a:pt x="0" y="50"/>
                    </a:cubicBezTo>
                    <a:cubicBezTo>
                      <a:pt x="18" y="58"/>
                      <a:pt x="16" y="6"/>
                      <a:pt x="5" y="0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730" name="Freeform 701">
                <a:extLst>
                  <a:ext uri="{FF2B5EF4-FFF2-40B4-BE49-F238E27FC236}">
                    <a16:creationId xmlns:a16="http://schemas.microsoft.com/office/drawing/2014/main" id="{7E76F909-9ABA-46E5-BC19-EAB615FD7B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5" y="3088"/>
                <a:ext cx="35" cy="105"/>
              </a:xfrm>
              <a:custGeom>
                <a:avLst/>
                <a:gdLst>
                  <a:gd name="T0" fmla="*/ 132 w 17"/>
                  <a:gd name="T1" fmla="*/ 0 h 48"/>
                  <a:gd name="T2" fmla="*/ 124 w 17"/>
                  <a:gd name="T3" fmla="*/ 263 h 48"/>
                  <a:gd name="T4" fmla="*/ 148 w 17"/>
                  <a:gd name="T5" fmla="*/ 492 h 48"/>
                  <a:gd name="T6" fmla="*/ 124 w 17"/>
                  <a:gd name="T7" fmla="*/ 33 h 4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48">
                    <a:moveTo>
                      <a:pt x="15" y="0"/>
                    </a:moveTo>
                    <a:cubicBezTo>
                      <a:pt x="16" y="7"/>
                      <a:pt x="13" y="17"/>
                      <a:pt x="14" y="25"/>
                    </a:cubicBezTo>
                    <a:cubicBezTo>
                      <a:pt x="14" y="32"/>
                      <a:pt x="16" y="39"/>
                      <a:pt x="17" y="47"/>
                    </a:cubicBezTo>
                    <a:cubicBezTo>
                      <a:pt x="0" y="48"/>
                      <a:pt x="9" y="10"/>
                      <a:pt x="14" y="3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731" name="Freeform 702">
                <a:extLst>
                  <a:ext uri="{FF2B5EF4-FFF2-40B4-BE49-F238E27FC236}">
                    <a16:creationId xmlns:a16="http://schemas.microsoft.com/office/drawing/2014/main" id="{2B6AFB7E-DB6B-4AB0-B5A9-E846327011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1" y="3088"/>
                <a:ext cx="62" cy="81"/>
              </a:xfrm>
              <a:custGeom>
                <a:avLst/>
                <a:gdLst>
                  <a:gd name="T0" fmla="*/ 265 w 30"/>
                  <a:gd name="T1" fmla="*/ 158 h 37"/>
                  <a:gd name="T2" fmla="*/ 43 w 30"/>
                  <a:gd name="T3" fmla="*/ 387 h 37"/>
                  <a:gd name="T4" fmla="*/ 43 w 30"/>
                  <a:gd name="T5" fmla="*/ 158 h 37"/>
                  <a:gd name="T6" fmla="*/ 213 w 30"/>
                  <a:gd name="T7" fmla="*/ 105 h 3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0" h="37">
                    <a:moveTo>
                      <a:pt x="30" y="15"/>
                    </a:moveTo>
                    <a:cubicBezTo>
                      <a:pt x="11" y="0"/>
                      <a:pt x="8" y="26"/>
                      <a:pt x="5" y="37"/>
                    </a:cubicBezTo>
                    <a:cubicBezTo>
                      <a:pt x="4" y="29"/>
                      <a:pt x="0" y="23"/>
                      <a:pt x="5" y="15"/>
                    </a:cubicBezTo>
                    <a:cubicBezTo>
                      <a:pt x="9" y="7"/>
                      <a:pt x="16" y="6"/>
                      <a:pt x="24" y="10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732" name="Freeform 703">
                <a:extLst>
                  <a:ext uri="{FF2B5EF4-FFF2-40B4-BE49-F238E27FC236}">
                    <a16:creationId xmlns:a16="http://schemas.microsoft.com/office/drawing/2014/main" id="{B5DDD3E1-EECE-45EC-BB64-4BA7F4C747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3" y="3074"/>
                <a:ext cx="49" cy="49"/>
              </a:xfrm>
              <a:custGeom>
                <a:avLst/>
                <a:gdLst>
                  <a:gd name="T0" fmla="*/ 0 w 24"/>
                  <a:gd name="T1" fmla="*/ 109 h 22"/>
                  <a:gd name="T2" fmla="*/ 196 w 24"/>
                  <a:gd name="T3" fmla="*/ 243 h 22"/>
                  <a:gd name="T4" fmla="*/ 8 w 24"/>
                  <a:gd name="T5" fmla="*/ 53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22">
                    <a:moveTo>
                      <a:pt x="0" y="10"/>
                    </a:moveTo>
                    <a:cubicBezTo>
                      <a:pt x="10" y="10"/>
                      <a:pt x="21" y="10"/>
                      <a:pt x="23" y="22"/>
                    </a:cubicBezTo>
                    <a:cubicBezTo>
                      <a:pt x="24" y="8"/>
                      <a:pt x="15" y="0"/>
                      <a:pt x="1" y="5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733" name="Freeform 704">
                <a:extLst>
                  <a:ext uri="{FF2B5EF4-FFF2-40B4-BE49-F238E27FC236}">
                    <a16:creationId xmlns:a16="http://schemas.microsoft.com/office/drawing/2014/main" id="{82C80F1A-F172-4882-8A7A-EF2B58045E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3" y="3248"/>
                <a:ext cx="29" cy="272"/>
              </a:xfrm>
              <a:custGeom>
                <a:avLst/>
                <a:gdLst>
                  <a:gd name="T0" fmla="*/ 99 w 14"/>
                  <a:gd name="T1" fmla="*/ 0 h 124"/>
                  <a:gd name="T2" fmla="*/ 81 w 14"/>
                  <a:gd name="T3" fmla="*/ 189 h 124"/>
                  <a:gd name="T4" fmla="*/ 44 w 14"/>
                  <a:gd name="T5" fmla="*/ 689 h 124"/>
                  <a:gd name="T6" fmla="*/ 52 w 14"/>
                  <a:gd name="T7" fmla="*/ 1310 h 124"/>
                  <a:gd name="T8" fmla="*/ 91 w 14"/>
                  <a:gd name="T9" fmla="*/ 875 h 124"/>
                  <a:gd name="T10" fmla="*/ 116 w 14"/>
                  <a:gd name="T11" fmla="*/ 467 h 124"/>
                  <a:gd name="T12" fmla="*/ 91 w 14"/>
                  <a:gd name="T13" fmla="*/ 53 h 1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124">
                    <a:moveTo>
                      <a:pt x="11" y="0"/>
                    </a:moveTo>
                    <a:cubicBezTo>
                      <a:pt x="8" y="4"/>
                      <a:pt x="9" y="13"/>
                      <a:pt x="9" y="18"/>
                    </a:cubicBezTo>
                    <a:cubicBezTo>
                      <a:pt x="7" y="34"/>
                      <a:pt x="5" y="49"/>
                      <a:pt x="5" y="65"/>
                    </a:cubicBezTo>
                    <a:cubicBezTo>
                      <a:pt x="4" y="81"/>
                      <a:pt x="0" y="111"/>
                      <a:pt x="6" y="124"/>
                    </a:cubicBezTo>
                    <a:cubicBezTo>
                      <a:pt x="5" y="110"/>
                      <a:pt x="9" y="97"/>
                      <a:pt x="10" y="83"/>
                    </a:cubicBezTo>
                    <a:cubicBezTo>
                      <a:pt x="11" y="70"/>
                      <a:pt x="12" y="57"/>
                      <a:pt x="13" y="44"/>
                    </a:cubicBezTo>
                    <a:cubicBezTo>
                      <a:pt x="14" y="33"/>
                      <a:pt x="14" y="15"/>
                      <a:pt x="10" y="5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734" name="Freeform 705">
                <a:extLst>
                  <a:ext uri="{FF2B5EF4-FFF2-40B4-BE49-F238E27FC236}">
                    <a16:creationId xmlns:a16="http://schemas.microsoft.com/office/drawing/2014/main" id="{64D5CDA4-4CB6-4024-B2DD-E4302DB5E1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7" y="3268"/>
                <a:ext cx="30" cy="325"/>
              </a:xfrm>
              <a:custGeom>
                <a:avLst/>
                <a:gdLst>
                  <a:gd name="T0" fmla="*/ 0 w 15"/>
                  <a:gd name="T1" fmla="*/ 0 h 148"/>
                  <a:gd name="T2" fmla="*/ 24 w 15"/>
                  <a:gd name="T3" fmla="*/ 718 h 148"/>
                  <a:gd name="T4" fmla="*/ 80 w 15"/>
                  <a:gd name="T5" fmla="*/ 1568 h 148"/>
                  <a:gd name="T6" fmla="*/ 80 w 15"/>
                  <a:gd name="T7" fmla="*/ 573 h 148"/>
                  <a:gd name="T8" fmla="*/ 24 w 15"/>
                  <a:gd name="T9" fmla="*/ 44 h 14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48">
                    <a:moveTo>
                      <a:pt x="0" y="0"/>
                    </a:moveTo>
                    <a:cubicBezTo>
                      <a:pt x="0" y="23"/>
                      <a:pt x="2" y="45"/>
                      <a:pt x="3" y="68"/>
                    </a:cubicBezTo>
                    <a:cubicBezTo>
                      <a:pt x="5" y="94"/>
                      <a:pt x="11" y="121"/>
                      <a:pt x="10" y="148"/>
                    </a:cubicBezTo>
                    <a:cubicBezTo>
                      <a:pt x="15" y="118"/>
                      <a:pt x="13" y="83"/>
                      <a:pt x="10" y="54"/>
                    </a:cubicBezTo>
                    <a:cubicBezTo>
                      <a:pt x="9" y="38"/>
                      <a:pt x="8" y="19"/>
                      <a:pt x="3" y="4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735" name="Freeform 706">
                <a:extLst>
                  <a:ext uri="{FF2B5EF4-FFF2-40B4-BE49-F238E27FC236}">
                    <a16:creationId xmlns:a16="http://schemas.microsoft.com/office/drawing/2014/main" id="{7FE8BA45-2172-47D7-AE7F-1C7574CF9F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0" y="3105"/>
                <a:ext cx="53" cy="130"/>
              </a:xfrm>
              <a:custGeom>
                <a:avLst/>
                <a:gdLst>
                  <a:gd name="T0" fmla="*/ 120 w 26"/>
                  <a:gd name="T1" fmla="*/ 73 h 59"/>
                  <a:gd name="T2" fmla="*/ 49 w 26"/>
                  <a:gd name="T3" fmla="*/ 267 h 59"/>
                  <a:gd name="T4" fmla="*/ 59 w 26"/>
                  <a:gd name="T5" fmla="*/ 568 h 59"/>
                  <a:gd name="T6" fmla="*/ 204 w 26"/>
                  <a:gd name="T7" fmla="*/ 516 h 59"/>
                  <a:gd name="T8" fmla="*/ 153 w 26"/>
                  <a:gd name="T9" fmla="*/ 170 h 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59">
                    <a:moveTo>
                      <a:pt x="14" y="7"/>
                    </a:moveTo>
                    <a:cubicBezTo>
                      <a:pt x="6" y="0"/>
                      <a:pt x="7" y="21"/>
                      <a:pt x="6" y="25"/>
                    </a:cubicBezTo>
                    <a:cubicBezTo>
                      <a:pt x="5" y="33"/>
                      <a:pt x="0" y="46"/>
                      <a:pt x="7" y="53"/>
                    </a:cubicBezTo>
                    <a:cubicBezTo>
                      <a:pt x="13" y="59"/>
                      <a:pt x="22" y="55"/>
                      <a:pt x="24" y="48"/>
                    </a:cubicBezTo>
                    <a:cubicBezTo>
                      <a:pt x="26" y="41"/>
                      <a:pt x="21" y="20"/>
                      <a:pt x="18" y="1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736" name="Freeform 707">
                <a:extLst>
                  <a:ext uri="{FF2B5EF4-FFF2-40B4-BE49-F238E27FC236}">
                    <a16:creationId xmlns:a16="http://schemas.microsoft.com/office/drawing/2014/main" id="{16CC29BD-8C12-4D90-B4D7-753A167F78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9" y="3101"/>
                <a:ext cx="35" cy="114"/>
              </a:xfrm>
              <a:custGeom>
                <a:avLst/>
                <a:gdLst>
                  <a:gd name="T0" fmla="*/ 8 w 17"/>
                  <a:gd name="T1" fmla="*/ 33 h 52"/>
                  <a:gd name="T2" fmla="*/ 140 w 17"/>
                  <a:gd name="T3" fmla="*/ 371 h 52"/>
                  <a:gd name="T4" fmla="*/ 51 w 17"/>
                  <a:gd name="T5" fmla="*/ 460 h 52"/>
                  <a:gd name="T6" fmla="*/ 16 w 17"/>
                  <a:gd name="T7" fmla="*/ 189 h 5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52">
                    <a:moveTo>
                      <a:pt x="1" y="3"/>
                    </a:moveTo>
                    <a:cubicBezTo>
                      <a:pt x="17" y="0"/>
                      <a:pt x="17" y="24"/>
                      <a:pt x="16" y="35"/>
                    </a:cubicBezTo>
                    <a:cubicBezTo>
                      <a:pt x="15" y="44"/>
                      <a:pt x="13" y="52"/>
                      <a:pt x="6" y="44"/>
                    </a:cubicBezTo>
                    <a:cubicBezTo>
                      <a:pt x="0" y="37"/>
                      <a:pt x="2" y="26"/>
                      <a:pt x="2" y="1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737" name="Freeform 708">
                <a:extLst>
                  <a:ext uri="{FF2B5EF4-FFF2-40B4-BE49-F238E27FC236}">
                    <a16:creationId xmlns:a16="http://schemas.microsoft.com/office/drawing/2014/main" id="{FFFD5EE6-74E1-4379-A9C0-A6F5BAB4A0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7" y="4021"/>
                <a:ext cx="20" cy="18"/>
              </a:xfrm>
              <a:custGeom>
                <a:avLst/>
                <a:gdLst>
                  <a:gd name="T0" fmla="*/ 0 w 10"/>
                  <a:gd name="T1" fmla="*/ 36 h 8"/>
                  <a:gd name="T2" fmla="*/ 64 w 10"/>
                  <a:gd name="T3" fmla="*/ 0 h 8"/>
                  <a:gd name="T4" fmla="*/ 72 w 10"/>
                  <a:gd name="T5" fmla="*/ 92 h 8"/>
                  <a:gd name="T6" fmla="*/ 8 w 10"/>
                  <a:gd name="T7" fmla="*/ 56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8">
                    <a:moveTo>
                      <a:pt x="0" y="3"/>
                    </a:moveTo>
                    <a:cubicBezTo>
                      <a:pt x="3" y="2"/>
                      <a:pt x="6" y="0"/>
                      <a:pt x="8" y="0"/>
                    </a:cubicBezTo>
                    <a:cubicBezTo>
                      <a:pt x="9" y="2"/>
                      <a:pt x="10" y="6"/>
                      <a:pt x="9" y="8"/>
                    </a:cubicBezTo>
                    <a:cubicBezTo>
                      <a:pt x="7" y="8"/>
                      <a:pt x="1" y="7"/>
                      <a:pt x="1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738" name="Freeform 709">
                <a:extLst>
                  <a:ext uri="{FF2B5EF4-FFF2-40B4-BE49-F238E27FC236}">
                    <a16:creationId xmlns:a16="http://schemas.microsoft.com/office/drawing/2014/main" id="{971ECAE9-FFB5-433A-AB20-B0E65ABF7C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1" y="4028"/>
                <a:ext cx="21" cy="17"/>
              </a:xfrm>
              <a:custGeom>
                <a:avLst/>
                <a:gdLst>
                  <a:gd name="T0" fmla="*/ 17 w 10"/>
                  <a:gd name="T1" fmla="*/ 0 h 8"/>
                  <a:gd name="T2" fmla="*/ 0 w 10"/>
                  <a:gd name="T3" fmla="*/ 19 h 8"/>
                  <a:gd name="T4" fmla="*/ 17 w 10"/>
                  <a:gd name="T5" fmla="*/ 49 h 8"/>
                  <a:gd name="T6" fmla="*/ 84 w 10"/>
                  <a:gd name="T7" fmla="*/ 68 h 8"/>
                  <a:gd name="T8" fmla="*/ 76 w 10"/>
                  <a:gd name="T9" fmla="*/ 19 h 8"/>
                  <a:gd name="T10" fmla="*/ 17 w 10"/>
                  <a:gd name="T11" fmla="*/ 9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" h="8">
                    <a:moveTo>
                      <a:pt x="2" y="0"/>
                    </a:moveTo>
                    <a:cubicBezTo>
                      <a:pt x="1" y="0"/>
                      <a:pt x="0" y="1"/>
                      <a:pt x="0" y="2"/>
                    </a:cubicBezTo>
                    <a:cubicBezTo>
                      <a:pt x="0" y="4"/>
                      <a:pt x="1" y="4"/>
                      <a:pt x="2" y="5"/>
                    </a:cubicBezTo>
                    <a:cubicBezTo>
                      <a:pt x="3" y="6"/>
                      <a:pt x="8" y="8"/>
                      <a:pt x="9" y="7"/>
                    </a:cubicBezTo>
                    <a:cubicBezTo>
                      <a:pt x="10" y="5"/>
                      <a:pt x="9" y="2"/>
                      <a:pt x="8" y="2"/>
                    </a:cubicBezTo>
                    <a:cubicBezTo>
                      <a:pt x="7" y="2"/>
                      <a:pt x="1" y="3"/>
                      <a:pt x="2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739" name="Freeform 710">
                <a:extLst>
                  <a:ext uri="{FF2B5EF4-FFF2-40B4-BE49-F238E27FC236}">
                    <a16:creationId xmlns:a16="http://schemas.microsoft.com/office/drawing/2014/main" id="{1F2612E2-53F2-4240-8BD6-49877C0F65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4" y="4025"/>
                <a:ext cx="19" cy="18"/>
              </a:xfrm>
              <a:custGeom>
                <a:avLst/>
                <a:gdLst>
                  <a:gd name="T0" fmla="*/ 8 w 9"/>
                  <a:gd name="T1" fmla="*/ 0 h 8"/>
                  <a:gd name="T2" fmla="*/ 27 w 9"/>
                  <a:gd name="T3" fmla="*/ 72 h 8"/>
                  <a:gd name="T4" fmla="*/ 84 w 9"/>
                  <a:gd name="T5" fmla="*/ 72 h 8"/>
                  <a:gd name="T6" fmla="*/ 76 w 9"/>
                  <a:gd name="T7" fmla="*/ 36 h 8"/>
                  <a:gd name="T8" fmla="*/ 36 w 9"/>
                  <a:gd name="T9" fmla="*/ 25 h 8"/>
                  <a:gd name="T10" fmla="*/ 17 w 9"/>
                  <a:gd name="T11" fmla="*/ 11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" h="8">
                    <a:moveTo>
                      <a:pt x="1" y="0"/>
                    </a:moveTo>
                    <a:cubicBezTo>
                      <a:pt x="1" y="3"/>
                      <a:pt x="0" y="4"/>
                      <a:pt x="3" y="6"/>
                    </a:cubicBezTo>
                    <a:cubicBezTo>
                      <a:pt x="4" y="6"/>
                      <a:pt x="8" y="8"/>
                      <a:pt x="9" y="6"/>
                    </a:cubicBezTo>
                    <a:cubicBezTo>
                      <a:pt x="9" y="6"/>
                      <a:pt x="8" y="3"/>
                      <a:pt x="8" y="3"/>
                    </a:cubicBezTo>
                    <a:cubicBezTo>
                      <a:pt x="7" y="3"/>
                      <a:pt x="5" y="2"/>
                      <a:pt x="4" y="2"/>
                    </a:cubicBezTo>
                    <a:cubicBezTo>
                      <a:pt x="4" y="2"/>
                      <a:pt x="3" y="2"/>
                      <a:pt x="2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740" name="Freeform 711">
                <a:extLst>
                  <a:ext uri="{FF2B5EF4-FFF2-40B4-BE49-F238E27FC236}">
                    <a16:creationId xmlns:a16="http://schemas.microsoft.com/office/drawing/2014/main" id="{290697CE-3897-4605-B95F-D4B573AAB6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5" y="4017"/>
                <a:ext cx="15" cy="26"/>
              </a:xfrm>
              <a:custGeom>
                <a:avLst/>
                <a:gdLst>
                  <a:gd name="T0" fmla="*/ 0 w 7"/>
                  <a:gd name="T1" fmla="*/ 0 h 12"/>
                  <a:gd name="T2" fmla="*/ 0 w 7"/>
                  <a:gd name="T3" fmla="*/ 20 h 12"/>
                  <a:gd name="T4" fmla="*/ 9 w 7"/>
                  <a:gd name="T5" fmla="*/ 61 h 12"/>
                  <a:gd name="T6" fmla="*/ 60 w 7"/>
                  <a:gd name="T7" fmla="*/ 93 h 12"/>
                  <a:gd name="T8" fmla="*/ 60 w 7"/>
                  <a:gd name="T9" fmla="*/ 61 h 12"/>
                  <a:gd name="T10" fmla="*/ 60 w 7"/>
                  <a:gd name="T11" fmla="*/ 43 h 12"/>
                  <a:gd name="T12" fmla="*/ 9 w 7"/>
                  <a:gd name="T13" fmla="*/ 33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" h="12">
                    <a:moveTo>
                      <a:pt x="0" y="0"/>
                    </a:moveTo>
                    <a:cubicBezTo>
                      <a:pt x="0" y="0"/>
                      <a:pt x="0" y="1"/>
                      <a:pt x="0" y="2"/>
                    </a:cubicBezTo>
                    <a:cubicBezTo>
                      <a:pt x="0" y="3"/>
                      <a:pt x="0" y="5"/>
                      <a:pt x="1" y="6"/>
                    </a:cubicBezTo>
                    <a:cubicBezTo>
                      <a:pt x="2" y="7"/>
                      <a:pt x="6" y="12"/>
                      <a:pt x="6" y="9"/>
                    </a:cubicBezTo>
                    <a:cubicBezTo>
                      <a:pt x="7" y="9"/>
                      <a:pt x="6" y="7"/>
                      <a:pt x="6" y="6"/>
                    </a:cubicBezTo>
                    <a:cubicBezTo>
                      <a:pt x="6" y="6"/>
                      <a:pt x="6" y="5"/>
                      <a:pt x="6" y="4"/>
                    </a:cubicBezTo>
                    <a:cubicBezTo>
                      <a:pt x="5" y="3"/>
                      <a:pt x="2" y="4"/>
                      <a:pt x="1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741" name="Freeform 712">
                <a:extLst>
                  <a:ext uri="{FF2B5EF4-FFF2-40B4-BE49-F238E27FC236}">
                    <a16:creationId xmlns:a16="http://schemas.microsoft.com/office/drawing/2014/main" id="{27524BA4-6301-45E3-86F1-916C40C114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4" y="4006"/>
                <a:ext cx="17" cy="28"/>
              </a:xfrm>
              <a:custGeom>
                <a:avLst/>
                <a:gdLst>
                  <a:gd name="T0" fmla="*/ 0 w 8"/>
                  <a:gd name="T1" fmla="*/ 19 h 13"/>
                  <a:gd name="T2" fmla="*/ 19 w 8"/>
                  <a:gd name="T3" fmla="*/ 80 h 13"/>
                  <a:gd name="T4" fmla="*/ 68 w 8"/>
                  <a:gd name="T5" fmla="*/ 88 h 13"/>
                  <a:gd name="T6" fmla="*/ 40 w 8"/>
                  <a:gd name="T7" fmla="*/ 19 h 13"/>
                  <a:gd name="T8" fmla="*/ 9 w 8"/>
                  <a:gd name="T9" fmla="*/ 19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13">
                    <a:moveTo>
                      <a:pt x="0" y="2"/>
                    </a:moveTo>
                    <a:cubicBezTo>
                      <a:pt x="1" y="4"/>
                      <a:pt x="1" y="6"/>
                      <a:pt x="2" y="8"/>
                    </a:cubicBezTo>
                    <a:cubicBezTo>
                      <a:pt x="3" y="9"/>
                      <a:pt x="7" y="13"/>
                      <a:pt x="7" y="9"/>
                    </a:cubicBezTo>
                    <a:cubicBezTo>
                      <a:pt x="8" y="7"/>
                      <a:pt x="5" y="4"/>
                      <a:pt x="4" y="2"/>
                    </a:cubicBezTo>
                    <a:cubicBezTo>
                      <a:pt x="3" y="1"/>
                      <a:pt x="2" y="0"/>
                      <a:pt x="1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742" name="Freeform 713">
                <a:extLst>
                  <a:ext uri="{FF2B5EF4-FFF2-40B4-BE49-F238E27FC236}">
                    <a16:creationId xmlns:a16="http://schemas.microsoft.com/office/drawing/2014/main" id="{3D363B17-7571-47B9-B50C-1533300463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9" y="3977"/>
                <a:ext cx="27" cy="15"/>
              </a:xfrm>
              <a:custGeom>
                <a:avLst/>
                <a:gdLst>
                  <a:gd name="T0" fmla="*/ 0 w 13"/>
                  <a:gd name="T1" fmla="*/ 69 h 7"/>
                  <a:gd name="T2" fmla="*/ 64 w 13"/>
                  <a:gd name="T3" fmla="*/ 28 h 7"/>
                  <a:gd name="T4" fmla="*/ 116 w 13"/>
                  <a:gd name="T5" fmla="*/ 0 h 7"/>
                  <a:gd name="T6" fmla="*/ 81 w 13"/>
                  <a:gd name="T7" fmla="*/ 19 h 7"/>
                  <a:gd name="T8" fmla="*/ 17 w 13"/>
                  <a:gd name="T9" fmla="*/ 6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7">
                    <a:moveTo>
                      <a:pt x="0" y="7"/>
                    </a:moveTo>
                    <a:cubicBezTo>
                      <a:pt x="1" y="5"/>
                      <a:pt x="5" y="4"/>
                      <a:pt x="7" y="3"/>
                    </a:cubicBezTo>
                    <a:cubicBezTo>
                      <a:pt x="9" y="3"/>
                      <a:pt x="11" y="2"/>
                      <a:pt x="13" y="0"/>
                    </a:cubicBezTo>
                    <a:cubicBezTo>
                      <a:pt x="11" y="0"/>
                      <a:pt x="10" y="1"/>
                      <a:pt x="9" y="2"/>
                    </a:cubicBezTo>
                    <a:cubicBezTo>
                      <a:pt x="6" y="3"/>
                      <a:pt x="4" y="4"/>
                      <a:pt x="2" y="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743" name="Freeform 714">
                <a:extLst>
                  <a:ext uri="{FF2B5EF4-FFF2-40B4-BE49-F238E27FC236}">
                    <a16:creationId xmlns:a16="http://schemas.microsoft.com/office/drawing/2014/main" id="{5510B968-0896-4949-9E9C-55F7C169EB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8" y="3977"/>
                <a:ext cx="22" cy="24"/>
              </a:xfrm>
              <a:custGeom>
                <a:avLst/>
                <a:gdLst>
                  <a:gd name="T0" fmla="*/ 56 w 11"/>
                  <a:gd name="T1" fmla="*/ 9 h 11"/>
                  <a:gd name="T2" fmla="*/ 56 w 11"/>
                  <a:gd name="T3" fmla="*/ 20 h 11"/>
                  <a:gd name="T4" fmla="*/ 48 w 11"/>
                  <a:gd name="T5" fmla="*/ 61 h 11"/>
                  <a:gd name="T6" fmla="*/ 8 w 11"/>
                  <a:gd name="T7" fmla="*/ 105 h 11"/>
                  <a:gd name="T8" fmla="*/ 0 w 11"/>
                  <a:gd name="T9" fmla="*/ 105 h 11"/>
                  <a:gd name="T10" fmla="*/ 64 w 11"/>
                  <a:gd name="T11" fmla="*/ 81 h 11"/>
                  <a:gd name="T12" fmla="*/ 72 w 11"/>
                  <a:gd name="T13" fmla="*/ 0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1">
                    <a:moveTo>
                      <a:pt x="7" y="1"/>
                    </a:moveTo>
                    <a:cubicBezTo>
                      <a:pt x="7" y="1"/>
                      <a:pt x="7" y="2"/>
                      <a:pt x="7" y="2"/>
                    </a:cubicBezTo>
                    <a:cubicBezTo>
                      <a:pt x="7" y="4"/>
                      <a:pt x="7" y="5"/>
                      <a:pt x="6" y="6"/>
                    </a:cubicBezTo>
                    <a:cubicBezTo>
                      <a:pt x="5" y="8"/>
                      <a:pt x="3" y="9"/>
                      <a:pt x="1" y="10"/>
                    </a:cubicBezTo>
                    <a:cubicBezTo>
                      <a:pt x="1" y="10"/>
                      <a:pt x="0" y="10"/>
                      <a:pt x="0" y="10"/>
                    </a:cubicBezTo>
                    <a:cubicBezTo>
                      <a:pt x="2" y="11"/>
                      <a:pt x="6" y="9"/>
                      <a:pt x="8" y="8"/>
                    </a:cubicBezTo>
                    <a:cubicBezTo>
                      <a:pt x="10" y="6"/>
                      <a:pt x="11" y="3"/>
                      <a:pt x="9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744" name="Freeform 715">
                <a:extLst>
                  <a:ext uri="{FF2B5EF4-FFF2-40B4-BE49-F238E27FC236}">
                    <a16:creationId xmlns:a16="http://schemas.microsoft.com/office/drawing/2014/main" id="{40D2ECB9-CFF7-4BFB-AAB1-F7421F2FB2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4" y="3981"/>
                <a:ext cx="21" cy="27"/>
              </a:xfrm>
              <a:custGeom>
                <a:avLst/>
                <a:gdLst>
                  <a:gd name="T0" fmla="*/ 76 w 10"/>
                  <a:gd name="T1" fmla="*/ 11 h 12"/>
                  <a:gd name="T2" fmla="*/ 0 w 10"/>
                  <a:gd name="T3" fmla="*/ 137 h 12"/>
                  <a:gd name="T4" fmla="*/ 67 w 10"/>
                  <a:gd name="T5" fmla="*/ 101 h 12"/>
                  <a:gd name="T6" fmla="*/ 76 w 10"/>
                  <a:gd name="T7" fmla="*/ 0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12">
                    <a:moveTo>
                      <a:pt x="8" y="1"/>
                    </a:moveTo>
                    <a:cubicBezTo>
                      <a:pt x="10" y="3"/>
                      <a:pt x="1" y="10"/>
                      <a:pt x="0" y="12"/>
                    </a:cubicBezTo>
                    <a:cubicBezTo>
                      <a:pt x="2" y="12"/>
                      <a:pt x="6" y="10"/>
                      <a:pt x="7" y="9"/>
                    </a:cubicBezTo>
                    <a:cubicBezTo>
                      <a:pt x="9" y="7"/>
                      <a:pt x="9" y="3"/>
                      <a:pt x="8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745" name="Freeform 716">
                <a:extLst>
                  <a:ext uri="{FF2B5EF4-FFF2-40B4-BE49-F238E27FC236}">
                    <a16:creationId xmlns:a16="http://schemas.microsoft.com/office/drawing/2014/main" id="{B41841A1-745A-4DB2-A20D-76815D012B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8" y="3979"/>
                <a:ext cx="10" cy="27"/>
              </a:xfrm>
              <a:custGeom>
                <a:avLst/>
                <a:gdLst>
                  <a:gd name="T0" fmla="*/ 24 w 5"/>
                  <a:gd name="T1" fmla="*/ 0 h 12"/>
                  <a:gd name="T2" fmla="*/ 0 w 5"/>
                  <a:gd name="T3" fmla="*/ 137 h 12"/>
                  <a:gd name="T4" fmla="*/ 32 w 5"/>
                  <a:gd name="T5" fmla="*/ 101 h 12"/>
                  <a:gd name="T6" fmla="*/ 24 w 5"/>
                  <a:gd name="T7" fmla="*/ 0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12">
                    <a:moveTo>
                      <a:pt x="3" y="0"/>
                    </a:moveTo>
                    <a:cubicBezTo>
                      <a:pt x="3" y="4"/>
                      <a:pt x="2" y="9"/>
                      <a:pt x="0" y="12"/>
                    </a:cubicBezTo>
                    <a:cubicBezTo>
                      <a:pt x="2" y="11"/>
                      <a:pt x="3" y="11"/>
                      <a:pt x="4" y="9"/>
                    </a:cubicBezTo>
                    <a:cubicBezTo>
                      <a:pt x="5" y="7"/>
                      <a:pt x="5" y="2"/>
                      <a:pt x="3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746" name="Freeform 717">
                <a:extLst>
                  <a:ext uri="{FF2B5EF4-FFF2-40B4-BE49-F238E27FC236}">
                    <a16:creationId xmlns:a16="http://schemas.microsoft.com/office/drawing/2014/main" id="{DD58807F-6A1C-4974-86C2-42DFA45B14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1" y="3960"/>
                <a:ext cx="12" cy="28"/>
              </a:xfrm>
              <a:custGeom>
                <a:avLst/>
                <a:gdLst>
                  <a:gd name="T0" fmla="*/ 0 w 6"/>
                  <a:gd name="T1" fmla="*/ 52 h 13"/>
                  <a:gd name="T2" fmla="*/ 8 w 6"/>
                  <a:gd name="T3" fmla="*/ 41 h 13"/>
                  <a:gd name="T4" fmla="*/ 24 w 6"/>
                  <a:gd name="T5" fmla="*/ 60 h 13"/>
                  <a:gd name="T6" fmla="*/ 8 w 6"/>
                  <a:gd name="T7" fmla="*/ 129 h 13"/>
                  <a:gd name="T8" fmla="*/ 32 w 6"/>
                  <a:gd name="T9" fmla="*/ 80 h 13"/>
                  <a:gd name="T10" fmla="*/ 48 w 6"/>
                  <a:gd name="T11" fmla="*/ 9 h 13"/>
                  <a:gd name="T12" fmla="*/ 0 w 6"/>
                  <a:gd name="T13" fmla="*/ 28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" h="13">
                    <a:moveTo>
                      <a:pt x="0" y="5"/>
                    </a:moveTo>
                    <a:cubicBezTo>
                      <a:pt x="0" y="4"/>
                      <a:pt x="0" y="4"/>
                      <a:pt x="1" y="4"/>
                    </a:cubicBezTo>
                    <a:cubicBezTo>
                      <a:pt x="2" y="4"/>
                      <a:pt x="3" y="5"/>
                      <a:pt x="3" y="6"/>
                    </a:cubicBezTo>
                    <a:cubicBezTo>
                      <a:pt x="3" y="9"/>
                      <a:pt x="1" y="11"/>
                      <a:pt x="1" y="13"/>
                    </a:cubicBezTo>
                    <a:cubicBezTo>
                      <a:pt x="3" y="13"/>
                      <a:pt x="4" y="9"/>
                      <a:pt x="4" y="8"/>
                    </a:cubicBezTo>
                    <a:cubicBezTo>
                      <a:pt x="4" y="6"/>
                      <a:pt x="6" y="3"/>
                      <a:pt x="6" y="1"/>
                    </a:cubicBezTo>
                    <a:cubicBezTo>
                      <a:pt x="4" y="0"/>
                      <a:pt x="2" y="1"/>
                      <a:pt x="0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747" name="Freeform 718">
                <a:extLst>
                  <a:ext uri="{FF2B5EF4-FFF2-40B4-BE49-F238E27FC236}">
                    <a16:creationId xmlns:a16="http://schemas.microsoft.com/office/drawing/2014/main" id="{1F9DC843-5DF2-4071-9B40-2BB77A23B8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0" y="3790"/>
                <a:ext cx="58" cy="156"/>
              </a:xfrm>
              <a:custGeom>
                <a:avLst/>
                <a:gdLst>
                  <a:gd name="T0" fmla="*/ 232 w 28"/>
                  <a:gd name="T1" fmla="*/ 9 h 71"/>
                  <a:gd name="T2" fmla="*/ 189 w 28"/>
                  <a:gd name="T3" fmla="*/ 125 h 71"/>
                  <a:gd name="T4" fmla="*/ 197 w 28"/>
                  <a:gd name="T5" fmla="*/ 178 h 71"/>
                  <a:gd name="T6" fmla="*/ 176 w 28"/>
                  <a:gd name="T7" fmla="*/ 255 h 71"/>
                  <a:gd name="T8" fmla="*/ 108 w 28"/>
                  <a:gd name="T9" fmla="*/ 444 h 71"/>
                  <a:gd name="T10" fmla="*/ 64 w 28"/>
                  <a:gd name="T11" fmla="*/ 573 h 71"/>
                  <a:gd name="T12" fmla="*/ 0 w 28"/>
                  <a:gd name="T13" fmla="*/ 754 h 71"/>
                  <a:gd name="T14" fmla="*/ 44 w 28"/>
                  <a:gd name="T15" fmla="*/ 657 h 71"/>
                  <a:gd name="T16" fmla="*/ 116 w 28"/>
                  <a:gd name="T17" fmla="*/ 479 h 71"/>
                  <a:gd name="T18" fmla="*/ 205 w 28"/>
                  <a:gd name="T19" fmla="*/ 246 h 71"/>
                  <a:gd name="T20" fmla="*/ 232 w 28"/>
                  <a:gd name="T21" fmla="*/ 97 h 71"/>
                  <a:gd name="T22" fmla="*/ 249 w 28"/>
                  <a:gd name="T23" fmla="*/ 0 h 7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8" h="71">
                    <a:moveTo>
                      <a:pt x="26" y="1"/>
                    </a:moveTo>
                    <a:cubicBezTo>
                      <a:pt x="24" y="4"/>
                      <a:pt x="22" y="9"/>
                      <a:pt x="21" y="12"/>
                    </a:cubicBezTo>
                    <a:cubicBezTo>
                      <a:pt x="21" y="14"/>
                      <a:pt x="22" y="15"/>
                      <a:pt x="22" y="17"/>
                    </a:cubicBezTo>
                    <a:cubicBezTo>
                      <a:pt x="22" y="19"/>
                      <a:pt x="21" y="22"/>
                      <a:pt x="20" y="24"/>
                    </a:cubicBezTo>
                    <a:cubicBezTo>
                      <a:pt x="18" y="30"/>
                      <a:pt x="15" y="36"/>
                      <a:pt x="12" y="42"/>
                    </a:cubicBezTo>
                    <a:cubicBezTo>
                      <a:pt x="10" y="46"/>
                      <a:pt x="8" y="50"/>
                      <a:pt x="7" y="54"/>
                    </a:cubicBezTo>
                    <a:cubicBezTo>
                      <a:pt x="5" y="60"/>
                      <a:pt x="3" y="66"/>
                      <a:pt x="0" y="71"/>
                    </a:cubicBezTo>
                    <a:cubicBezTo>
                      <a:pt x="1" y="68"/>
                      <a:pt x="3" y="65"/>
                      <a:pt x="5" y="62"/>
                    </a:cubicBezTo>
                    <a:cubicBezTo>
                      <a:pt x="8" y="56"/>
                      <a:pt x="10" y="51"/>
                      <a:pt x="13" y="45"/>
                    </a:cubicBezTo>
                    <a:cubicBezTo>
                      <a:pt x="17" y="38"/>
                      <a:pt x="20" y="31"/>
                      <a:pt x="23" y="23"/>
                    </a:cubicBezTo>
                    <a:cubicBezTo>
                      <a:pt x="24" y="19"/>
                      <a:pt x="26" y="14"/>
                      <a:pt x="26" y="9"/>
                    </a:cubicBezTo>
                    <a:cubicBezTo>
                      <a:pt x="27" y="6"/>
                      <a:pt x="26" y="3"/>
                      <a:pt x="28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748" name="Freeform 719">
                <a:extLst>
                  <a:ext uri="{FF2B5EF4-FFF2-40B4-BE49-F238E27FC236}">
                    <a16:creationId xmlns:a16="http://schemas.microsoft.com/office/drawing/2014/main" id="{39CDAF6D-C127-4641-A92A-1081DA6C35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1" y="3764"/>
                <a:ext cx="25" cy="189"/>
              </a:xfrm>
              <a:custGeom>
                <a:avLst/>
                <a:gdLst>
                  <a:gd name="T0" fmla="*/ 35 w 12"/>
                  <a:gd name="T1" fmla="*/ 0 h 86"/>
                  <a:gd name="T2" fmla="*/ 35 w 12"/>
                  <a:gd name="T3" fmla="*/ 231 h 86"/>
                  <a:gd name="T4" fmla="*/ 17 w 12"/>
                  <a:gd name="T5" fmla="*/ 459 h 86"/>
                  <a:gd name="T6" fmla="*/ 8 w 12"/>
                  <a:gd name="T7" fmla="*/ 646 h 86"/>
                  <a:gd name="T8" fmla="*/ 108 w 12"/>
                  <a:gd name="T9" fmla="*/ 912 h 86"/>
                  <a:gd name="T10" fmla="*/ 44 w 12"/>
                  <a:gd name="T11" fmla="*/ 629 h 86"/>
                  <a:gd name="T12" fmla="*/ 92 w 12"/>
                  <a:gd name="T13" fmla="*/ 338 h 86"/>
                  <a:gd name="T14" fmla="*/ 35 w 12"/>
                  <a:gd name="T15" fmla="*/ 0 h 8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2" h="86">
                    <a:moveTo>
                      <a:pt x="4" y="0"/>
                    </a:moveTo>
                    <a:cubicBezTo>
                      <a:pt x="4" y="7"/>
                      <a:pt x="1" y="15"/>
                      <a:pt x="4" y="22"/>
                    </a:cubicBezTo>
                    <a:cubicBezTo>
                      <a:pt x="7" y="28"/>
                      <a:pt x="4" y="36"/>
                      <a:pt x="2" y="43"/>
                    </a:cubicBezTo>
                    <a:cubicBezTo>
                      <a:pt x="1" y="49"/>
                      <a:pt x="0" y="56"/>
                      <a:pt x="1" y="61"/>
                    </a:cubicBezTo>
                    <a:cubicBezTo>
                      <a:pt x="3" y="70"/>
                      <a:pt x="9" y="78"/>
                      <a:pt x="12" y="86"/>
                    </a:cubicBezTo>
                    <a:cubicBezTo>
                      <a:pt x="10" y="77"/>
                      <a:pt x="6" y="68"/>
                      <a:pt x="5" y="59"/>
                    </a:cubicBezTo>
                    <a:cubicBezTo>
                      <a:pt x="3" y="50"/>
                      <a:pt x="8" y="41"/>
                      <a:pt x="10" y="32"/>
                    </a:cubicBezTo>
                    <a:cubicBezTo>
                      <a:pt x="11" y="21"/>
                      <a:pt x="4" y="11"/>
                      <a:pt x="4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749" name="Freeform 720">
                <a:extLst>
                  <a:ext uri="{FF2B5EF4-FFF2-40B4-BE49-F238E27FC236}">
                    <a16:creationId xmlns:a16="http://schemas.microsoft.com/office/drawing/2014/main" id="{E5AC836D-FE5C-482E-BCFA-F15EB9A09F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4" y="3990"/>
                <a:ext cx="41" cy="35"/>
              </a:xfrm>
              <a:custGeom>
                <a:avLst/>
                <a:gdLst>
                  <a:gd name="T0" fmla="*/ 0 w 20"/>
                  <a:gd name="T1" fmla="*/ 9 h 16"/>
                  <a:gd name="T2" fmla="*/ 8 w 20"/>
                  <a:gd name="T3" fmla="*/ 61 h 16"/>
                  <a:gd name="T4" fmla="*/ 16 w 20"/>
                  <a:gd name="T5" fmla="*/ 116 h 16"/>
                  <a:gd name="T6" fmla="*/ 88 w 20"/>
                  <a:gd name="T7" fmla="*/ 168 h 16"/>
                  <a:gd name="T8" fmla="*/ 121 w 20"/>
                  <a:gd name="T9" fmla="*/ 168 h 16"/>
                  <a:gd name="T10" fmla="*/ 139 w 20"/>
                  <a:gd name="T11" fmla="*/ 168 h 16"/>
                  <a:gd name="T12" fmla="*/ 164 w 20"/>
                  <a:gd name="T13" fmla="*/ 158 h 16"/>
                  <a:gd name="T14" fmla="*/ 148 w 20"/>
                  <a:gd name="T15" fmla="*/ 125 h 16"/>
                  <a:gd name="T16" fmla="*/ 139 w 20"/>
                  <a:gd name="T17" fmla="*/ 61 h 16"/>
                  <a:gd name="T18" fmla="*/ 113 w 20"/>
                  <a:gd name="T19" fmla="*/ 85 h 16"/>
                  <a:gd name="T20" fmla="*/ 76 w 20"/>
                  <a:gd name="T21" fmla="*/ 116 h 16"/>
                  <a:gd name="T22" fmla="*/ 43 w 20"/>
                  <a:gd name="T23" fmla="*/ 96 h 16"/>
                  <a:gd name="T24" fmla="*/ 43 w 20"/>
                  <a:gd name="T25" fmla="*/ 9 h 16"/>
                  <a:gd name="T26" fmla="*/ 8 w 20"/>
                  <a:gd name="T27" fmla="*/ 0 h 1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0" h="16">
                    <a:moveTo>
                      <a:pt x="0" y="1"/>
                    </a:moveTo>
                    <a:cubicBezTo>
                      <a:pt x="1" y="3"/>
                      <a:pt x="1" y="5"/>
                      <a:pt x="1" y="6"/>
                    </a:cubicBezTo>
                    <a:cubicBezTo>
                      <a:pt x="1" y="8"/>
                      <a:pt x="2" y="10"/>
                      <a:pt x="2" y="11"/>
                    </a:cubicBezTo>
                    <a:cubicBezTo>
                      <a:pt x="4" y="14"/>
                      <a:pt x="7" y="16"/>
                      <a:pt x="10" y="16"/>
                    </a:cubicBezTo>
                    <a:cubicBezTo>
                      <a:pt x="12" y="16"/>
                      <a:pt x="13" y="16"/>
                      <a:pt x="14" y="16"/>
                    </a:cubicBezTo>
                    <a:cubicBezTo>
                      <a:pt x="14" y="16"/>
                      <a:pt x="15" y="16"/>
                      <a:pt x="16" y="16"/>
                    </a:cubicBezTo>
                    <a:cubicBezTo>
                      <a:pt x="17" y="16"/>
                      <a:pt x="19" y="15"/>
                      <a:pt x="19" y="15"/>
                    </a:cubicBezTo>
                    <a:cubicBezTo>
                      <a:pt x="20" y="14"/>
                      <a:pt x="18" y="13"/>
                      <a:pt x="17" y="12"/>
                    </a:cubicBezTo>
                    <a:cubicBezTo>
                      <a:pt x="16" y="10"/>
                      <a:pt x="16" y="8"/>
                      <a:pt x="16" y="6"/>
                    </a:cubicBezTo>
                    <a:cubicBezTo>
                      <a:pt x="15" y="5"/>
                      <a:pt x="13" y="7"/>
                      <a:pt x="13" y="8"/>
                    </a:cubicBezTo>
                    <a:cubicBezTo>
                      <a:pt x="11" y="9"/>
                      <a:pt x="10" y="11"/>
                      <a:pt x="9" y="11"/>
                    </a:cubicBezTo>
                    <a:cubicBezTo>
                      <a:pt x="7" y="12"/>
                      <a:pt x="5" y="10"/>
                      <a:pt x="5" y="9"/>
                    </a:cubicBezTo>
                    <a:cubicBezTo>
                      <a:pt x="4" y="6"/>
                      <a:pt x="5" y="4"/>
                      <a:pt x="5" y="1"/>
                    </a:cubicBezTo>
                    <a:cubicBezTo>
                      <a:pt x="4" y="1"/>
                      <a:pt x="1" y="1"/>
                      <a:pt x="1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750" name="Freeform 721">
                <a:extLst>
                  <a:ext uri="{FF2B5EF4-FFF2-40B4-BE49-F238E27FC236}">
                    <a16:creationId xmlns:a16="http://schemas.microsoft.com/office/drawing/2014/main" id="{AC891EA2-82C4-4CCF-B2C2-A77B2AA2C4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5" y="3995"/>
                <a:ext cx="33" cy="30"/>
              </a:xfrm>
              <a:custGeom>
                <a:avLst/>
                <a:gdLst>
                  <a:gd name="T0" fmla="*/ 8 w 16"/>
                  <a:gd name="T1" fmla="*/ 9 h 14"/>
                  <a:gd name="T2" fmla="*/ 8 w 16"/>
                  <a:gd name="T3" fmla="*/ 9 h 14"/>
                  <a:gd name="T4" fmla="*/ 52 w 16"/>
                  <a:gd name="T5" fmla="*/ 88 h 14"/>
                  <a:gd name="T6" fmla="*/ 89 w 16"/>
                  <a:gd name="T7" fmla="*/ 129 h 14"/>
                  <a:gd name="T8" fmla="*/ 124 w 16"/>
                  <a:gd name="T9" fmla="*/ 129 h 14"/>
                  <a:gd name="T10" fmla="*/ 124 w 16"/>
                  <a:gd name="T11" fmla="*/ 77 h 14"/>
                  <a:gd name="T12" fmla="*/ 124 w 16"/>
                  <a:gd name="T13" fmla="*/ 60 h 14"/>
                  <a:gd name="T14" fmla="*/ 116 w 16"/>
                  <a:gd name="T15" fmla="*/ 51 h 14"/>
                  <a:gd name="T16" fmla="*/ 97 w 16"/>
                  <a:gd name="T17" fmla="*/ 60 h 14"/>
                  <a:gd name="T18" fmla="*/ 72 w 16"/>
                  <a:gd name="T19" fmla="*/ 69 h 14"/>
                  <a:gd name="T20" fmla="*/ 25 w 16"/>
                  <a:gd name="T21" fmla="*/ 41 h 14"/>
                  <a:gd name="T22" fmla="*/ 0 w 16"/>
                  <a:gd name="T23" fmla="*/ 0 h 14"/>
                  <a:gd name="T24" fmla="*/ 0 w 16"/>
                  <a:gd name="T25" fmla="*/ 0 h 1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6" h="14">
                    <a:moveTo>
                      <a:pt x="1" y="1"/>
                    </a:moveTo>
                    <a:cubicBezTo>
                      <a:pt x="1" y="1"/>
                      <a:pt x="1" y="0"/>
                      <a:pt x="1" y="1"/>
                    </a:cubicBezTo>
                    <a:cubicBezTo>
                      <a:pt x="2" y="4"/>
                      <a:pt x="4" y="6"/>
                      <a:pt x="6" y="9"/>
                    </a:cubicBezTo>
                    <a:cubicBezTo>
                      <a:pt x="7" y="10"/>
                      <a:pt x="8" y="12"/>
                      <a:pt x="10" y="13"/>
                    </a:cubicBezTo>
                    <a:cubicBezTo>
                      <a:pt x="11" y="14"/>
                      <a:pt x="13" y="14"/>
                      <a:pt x="14" y="13"/>
                    </a:cubicBezTo>
                    <a:cubicBezTo>
                      <a:pt x="16" y="12"/>
                      <a:pt x="15" y="9"/>
                      <a:pt x="14" y="8"/>
                    </a:cubicBezTo>
                    <a:cubicBezTo>
                      <a:pt x="14" y="7"/>
                      <a:pt x="14" y="6"/>
                      <a:pt x="14" y="6"/>
                    </a:cubicBezTo>
                    <a:cubicBezTo>
                      <a:pt x="13" y="5"/>
                      <a:pt x="14" y="5"/>
                      <a:pt x="13" y="5"/>
                    </a:cubicBezTo>
                    <a:cubicBezTo>
                      <a:pt x="12" y="5"/>
                      <a:pt x="12" y="6"/>
                      <a:pt x="11" y="6"/>
                    </a:cubicBezTo>
                    <a:cubicBezTo>
                      <a:pt x="10" y="6"/>
                      <a:pt x="9" y="7"/>
                      <a:pt x="8" y="7"/>
                    </a:cubicBezTo>
                    <a:cubicBezTo>
                      <a:pt x="6" y="7"/>
                      <a:pt x="4" y="6"/>
                      <a:pt x="3" y="4"/>
                    </a:cubicBezTo>
                    <a:cubicBezTo>
                      <a:pt x="2" y="3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751" name="Freeform 722">
                <a:extLst>
                  <a:ext uri="{FF2B5EF4-FFF2-40B4-BE49-F238E27FC236}">
                    <a16:creationId xmlns:a16="http://schemas.microsoft.com/office/drawing/2014/main" id="{7CAB3338-7130-48BB-8A81-400F7C023B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9" y="3992"/>
                <a:ext cx="27" cy="22"/>
              </a:xfrm>
              <a:custGeom>
                <a:avLst/>
                <a:gdLst>
                  <a:gd name="T0" fmla="*/ 0 w 13"/>
                  <a:gd name="T1" fmla="*/ 0 h 10"/>
                  <a:gd name="T2" fmla="*/ 0 w 13"/>
                  <a:gd name="T3" fmla="*/ 0 h 10"/>
                  <a:gd name="T4" fmla="*/ 44 w 13"/>
                  <a:gd name="T5" fmla="*/ 88 h 10"/>
                  <a:gd name="T6" fmla="*/ 116 w 13"/>
                  <a:gd name="T7" fmla="*/ 106 h 10"/>
                  <a:gd name="T8" fmla="*/ 100 w 13"/>
                  <a:gd name="T9" fmla="*/ 64 h 10"/>
                  <a:gd name="T10" fmla="*/ 81 w 13"/>
                  <a:gd name="T11" fmla="*/ 53 h 10"/>
                  <a:gd name="T12" fmla="*/ 35 w 13"/>
                  <a:gd name="T13" fmla="*/ 44 h 10"/>
                  <a:gd name="T14" fmla="*/ 8 w 13"/>
                  <a:gd name="T15" fmla="*/ 0 h 1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3" h="10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2" y="2"/>
                      <a:pt x="3" y="6"/>
                      <a:pt x="5" y="8"/>
                    </a:cubicBezTo>
                    <a:cubicBezTo>
                      <a:pt x="7" y="10"/>
                      <a:pt x="10" y="10"/>
                      <a:pt x="13" y="10"/>
                    </a:cubicBezTo>
                    <a:cubicBezTo>
                      <a:pt x="13" y="9"/>
                      <a:pt x="11" y="7"/>
                      <a:pt x="11" y="6"/>
                    </a:cubicBezTo>
                    <a:cubicBezTo>
                      <a:pt x="10" y="5"/>
                      <a:pt x="11" y="5"/>
                      <a:pt x="9" y="5"/>
                    </a:cubicBezTo>
                    <a:cubicBezTo>
                      <a:pt x="7" y="5"/>
                      <a:pt x="5" y="5"/>
                      <a:pt x="4" y="4"/>
                    </a:cubicBezTo>
                    <a:cubicBezTo>
                      <a:pt x="3" y="3"/>
                      <a:pt x="1" y="1"/>
                      <a:pt x="1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752" name="Freeform 723">
                <a:extLst>
                  <a:ext uri="{FF2B5EF4-FFF2-40B4-BE49-F238E27FC236}">
                    <a16:creationId xmlns:a16="http://schemas.microsoft.com/office/drawing/2014/main" id="{5AF361C3-C701-41DC-A888-54E8577256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0" y="3999"/>
                <a:ext cx="14" cy="9"/>
              </a:xfrm>
              <a:custGeom>
                <a:avLst/>
                <a:gdLst>
                  <a:gd name="T0" fmla="*/ 8 w 7"/>
                  <a:gd name="T1" fmla="*/ 11 h 4"/>
                  <a:gd name="T2" fmla="*/ 0 w 7"/>
                  <a:gd name="T3" fmla="*/ 11 h 4"/>
                  <a:gd name="T4" fmla="*/ 16 w 7"/>
                  <a:gd name="T5" fmla="*/ 11 h 4"/>
                  <a:gd name="T6" fmla="*/ 32 w 7"/>
                  <a:gd name="T7" fmla="*/ 11 h 4"/>
                  <a:gd name="T8" fmla="*/ 48 w 7"/>
                  <a:gd name="T9" fmla="*/ 45 h 4"/>
                  <a:gd name="T10" fmla="*/ 8 w 7"/>
                  <a:gd name="T11" fmla="*/ 36 h 4"/>
                  <a:gd name="T12" fmla="*/ 16 w 7"/>
                  <a:gd name="T13" fmla="*/ 25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" h="4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2"/>
                      <a:pt x="1" y="1"/>
                      <a:pt x="2" y="1"/>
                    </a:cubicBezTo>
                    <a:cubicBezTo>
                      <a:pt x="3" y="1"/>
                      <a:pt x="3" y="0"/>
                      <a:pt x="4" y="1"/>
                    </a:cubicBezTo>
                    <a:cubicBezTo>
                      <a:pt x="5" y="1"/>
                      <a:pt x="7" y="3"/>
                      <a:pt x="6" y="4"/>
                    </a:cubicBezTo>
                    <a:cubicBezTo>
                      <a:pt x="4" y="4"/>
                      <a:pt x="3" y="4"/>
                      <a:pt x="1" y="3"/>
                    </a:cubicBezTo>
                    <a:cubicBezTo>
                      <a:pt x="1" y="2"/>
                      <a:pt x="1" y="3"/>
                      <a:pt x="2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753" name="Freeform 724">
                <a:extLst>
                  <a:ext uri="{FF2B5EF4-FFF2-40B4-BE49-F238E27FC236}">
                    <a16:creationId xmlns:a16="http://schemas.microsoft.com/office/drawing/2014/main" id="{81B301AA-943A-4490-B3A3-EBA7B7DC14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7" y="3986"/>
                <a:ext cx="10" cy="13"/>
              </a:xfrm>
              <a:custGeom>
                <a:avLst/>
                <a:gdLst>
                  <a:gd name="T0" fmla="*/ 0 w 5"/>
                  <a:gd name="T1" fmla="*/ 33 h 6"/>
                  <a:gd name="T2" fmla="*/ 24 w 5"/>
                  <a:gd name="T3" fmla="*/ 0 h 6"/>
                  <a:gd name="T4" fmla="*/ 40 w 5"/>
                  <a:gd name="T5" fmla="*/ 33 h 6"/>
                  <a:gd name="T6" fmla="*/ 24 w 5"/>
                  <a:gd name="T7" fmla="*/ 61 h 6"/>
                  <a:gd name="T8" fmla="*/ 8 w 5"/>
                  <a:gd name="T9" fmla="*/ 33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6">
                    <a:moveTo>
                      <a:pt x="0" y="3"/>
                    </a:moveTo>
                    <a:cubicBezTo>
                      <a:pt x="0" y="2"/>
                      <a:pt x="2" y="0"/>
                      <a:pt x="3" y="0"/>
                    </a:cubicBezTo>
                    <a:cubicBezTo>
                      <a:pt x="4" y="0"/>
                      <a:pt x="5" y="2"/>
                      <a:pt x="5" y="3"/>
                    </a:cubicBezTo>
                    <a:cubicBezTo>
                      <a:pt x="5" y="5"/>
                      <a:pt x="5" y="6"/>
                      <a:pt x="3" y="6"/>
                    </a:cubicBezTo>
                    <a:cubicBezTo>
                      <a:pt x="2" y="5"/>
                      <a:pt x="1" y="5"/>
                      <a:pt x="1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754" name="Freeform 725">
                <a:extLst>
                  <a:ext uri="{FF2B5EF4-FFF2-40B4-BE49-F238E27FC236}">
                    <a16:creationId xmlns:a16="http://schemas.microsoft.com/office/drawing/2014/main" id="{F7202C64-C63D-443A-923A-E312312BD6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4" y="3819"/>
                <a:ext cx="56" cy="123"/>
              </a:xfrm>
              <a:custGeom>
                <a:avLst/>
                <a:gdLst>
                  <a:gd name="T0" fmla="*/ 35 w 27"/>
                  <a:gd name="T1" fmla="*/ 9 h 56"/>
                  <a:gd name="T2" fmla="*/ 81 w 27"/>
                  <a:gd name="T3" fmla="*/ 178 h 56"/>
                  <a:gd name="T4" fmla="*/ 116 w 27"/>
                  <a:gd name="T5" fmla="*/ 338 h 56"/>
                  <a:gd name="T6" fmla="*/ 241 w 27"/>
                  <a:gd name="T7" fmla="*/ 593 h 56"/>
                  <a:gd name="T8" fmla="*/ 73 w 27"/>
                  <a:gd name="T9" fmla="*/ 266 h 56"/>
                  <a:gd name="T10" fmla="*/ 17 w 27"/>
                  <a:gd name="T11" fmla="*/ 0 h 5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7" h="56">
                    <a:moveTo>
                      <a:pt x="4" y="1"/>
                    </a:moveTo>
                    <a:cubicBezTo>
                      <a:pt x="5" y="6"/>
                      <a:pt x="8" y="12"/>
                      <a:pt x="9" y="17"/>
                    </a:cubicBezTo>
                    <a:cubicBezTo>
                      <a:pt x="11" y="22"/>
                      <a:pt x="12" y="27"/>
                      <a:pt x="13" y="32"/>
                    </a:cubicBezTo>
                    <a:cubicBezTo>
                      <a:pt x="16" y="42"/>
                      <a:pt x="21" y="49"/>
                      <a:pt x="27" y="56"/>
                    </a:cubicBezTo>
                    <a:cubicBezTo>
                      <a:pt x="16" y="52"/>
                      <a:pt x="12" y="35"/>
                      <a:pt x="8" y="25"/>
                    </a:cubicBezTo>
                    <a:cubicBezTo>
                      <a:pt x="6" y="19"/>
                      <a:pt x="0" y="6"/>
                      <a:pt x="2" y="0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755" name="Freeform 726">
                <a:extLst>
                  <a:ext uri="{FF2B5EF4-FFF2-40B4-BE49-F238E27FC236}">
                    <a16:creationId xmlns:a16="http://schemas.microsoft.com/office/drawing/2014/main" id="{4A6062A7-BFB3-48D0-9EF5-37DC2B2125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7" y="4001"/>
                <a:ext cx="21" cy="24"/>
              </a:xfrm>
              <a:custGeom>
                <a:avLst/>
                <a:gdLst>
                  <a:gd name="T0" fmla="*/ 57 w 10"/>
                  <a:gd name="T1" fmla="*/ 0 h 11"/>
                  <a:gd name="T2" fmla="*/ 48 w 10"/>
                  <a:gd name="T3" fmla="*/ 52 h 11"/>
                  <a:gd name="T4" fmla="*/ 0 w 10"/>
                  <a:gd name="T5" fmla="*/ 44 h 11"/>
                  <a:gd name="T6" fmla="*/ 17 w 10"/>
                  <a:gd name="T7" fmla="*/ 105 h 11"/>
                  <a:gd name="T8" fmla="*/ 27 w 10"/>
                  <a:gd name="T9" fmla="*/ 113 h 11"/>
                  <a:gd name="T10" fmla="*/ 57 w 10"/>
                  <a:gd name="T11" fmla="*/ 96 h 11"/>
                  <a:gd name="T12" fmla="*/ 67 w 10"/>
                  <a:gd name="T13" fmla="*/ 0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11">
                    <a:moveTo>
                      <a:pt x="6" y="0"/>
                    </a:moveTo>
                    <a:cubicBezTo>
                      <a:pt x="8" y="2"/>
                      <a:pt x="7" y="4"/>
                      <a:pt x="5" y="5"/>
                    </a:cubicBezTo>
                    <a:cubicBezTo>
                      <a:pt x="3" y="5"/>
                      <a:pt x="2" y="4"/>
                      <a:pt x="0" y="4"/>
                    </a:cubicBezTo>
                    <a:cubicBezTo>
                      <a:pt x="1" y="6"/>
                      <a:pt x="1" y="8"/>
                      <a:pt x="2" y="10"/>
                    </a:cubicBezTo>
                    <a:cubicBezTo>
                      <a:pt x="2" y="11"/>
                      <a:pt x="2" y="11"/>
                      <a:pt x="3" y="11"/>
                    </a:cubicBezTo>
                    <a:cubicBezTo>
                      <a:pt x="4" y="11"/>
                      <a:pt x="6" y="10"/>
                      <a:pt x="6" y="9"/>
                    </a:cubicBezTo>
                    <a:cubicBezTo>
                      <a:pt x="8" y="7"/>
                      <a:pt x="10" y="2"/>
                      <a:pt x="7" y="0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756" name="Freeform 727">
                <a:extLst>
                  <a:ext uri="{FF2B5EF4-FFF2-40B4-BE49-F238E27FC236}">
                    <a16:creationId xmlns:a16="http://schemas.microsoft.com/office/drawing/2014/main" id="{45495504-900E-4F40-A63D-C331DA2201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1" y="3999"/>
                <a:ext cx="10" cy="20"/>
              </a:xfrm>
              <a:custGeom>
                <a:avLst/>
                <a:gdLst>
                  <a:gd name="T0" fmla="*/ 0 w 5"/>
                  <a:gd name="T1" fmla="*/ 53 h 9"/>
                  <a:gd name="T2" fmla="*/ 16 w 5"/>
                  <a:gd name="T3" fmla="*/ 0 h 9"/>
                  <a:gd name="T4" fmla="*/ 24 w 5"/>
                  <a:gd name="T5" fmla="*/ 80 h 9"/>
                  <a:gd name="T6" fmla="*/ 0 w 5"/>
                  <a:gd name="T7" fmla="*/ 98 h 9"/>
                  <a:gd name="T8" fmla="*/ 0 w 5"/>
                  <a:gd name="T9" fmla="*/ 8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9">
                    <a:moveTo>
                      <a:pt x="0" y="5"/>
                    </a:moveTo>
                    <a:cubicBezTo>
                      <a:pt x="3" y="5"/>
                      <a:pt x="2" y="1"/>
                      <a:pt x="2" y="0"/>
                    </a:cubicBezTo>
                    <a:cubicBezTo>
                      <a:pt x="4" y="1"/>
                      <a:pt x="5" y="5"/>
                      <a:pt x="3" y="7"/>
                    </a:cubicBezTo>
                    <a:cubicBezTo>
                      <a:pt x="3" y="7"/>
                      <a:pt x="1" y="9"/>
                      <a:pt x="0" y="9"/>
                    </a:cubicBezTo>
                    <a:cubicBezTo>
                      <a:pt x="0" y="9"/>
                      <a:pt x="0" y="8"/>
                      <a:pt x="0" y="7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757" name="Freeform 728">
                <a:extLst>
                  <a:ext uri="{FF2B5EF4-FFF2-40B4-BE49-F238E27FC236}">
                    <a16:creationId xmlns:a16="http://schemas.microsoft.com/office/drawing/2014/main" id="{AC32600B-1222-4B1A-B71E-FA8D658437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6" y="4001"/>
                <a:ext cx="10" cy="11"/>
              </a:xfrm>
              <a:custGeom>
                <a:avLst/>
                <a:gdLst>
                  <a:gd name="T0" fmla="*/ 0 w 5"/>
                  <a:gd name="T1" fmla="*/ 20 h 5"/>
                  <a:gd name="T2" fmla="*/ 24 w 5"/>
                  <a:gd name="T3" fmla="*/ 0 h 5"/>
                  <a:gd name="T4" fmla="*/ 32 w 5"/>
                  <a:gd name="T5" fmla="*/ 33 h 5"/>
                  <a:gd name="T6" fmla="*/ 8 w 5"/>
                  <a:gd name="T7" fmla="*/ 33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5">
                    <a:moveTo>
                      <a:pt x="0" y="2"/>
                    </a:moveTo>
                    <a:cubicBezTo>
                      <a:pt x="1" y="3"/>
                      <a:pt x="3" y="0"/>
                      <a:pt x="3" y="0"/>
                    </a:cubicBezTo>
                    <a:cubicBezTo>
                      <a:pt x="3" y="1"/>
                      <a:pt x="5" y="2"/>
                      <a:pt x="4" y="3"/>
                    </a:cubicBezTo>
                    <a:cubicBezTo>
                      <a:pt x="4" y="4"/>
                      <a:pt x="1" y="5"/>
                      <a:pt x="1" y="3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758" name="Freeform 729">
                <a:extLst>
                  <a:ext uri="{FF2B5EF4-FFF2-40B4-BE49-F238E27FC236}">
                    <a16:creationId xmlns:a16="http://schemas.microsoft.com/office/drawing/2014/main" id="{A13D0C0E-2E8E-4AE1-A525-067D6B3DC9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5" y="3966"/>
                <a:ext cx="6" cy="11"/>
              </a:xfrm>
              <a:custGeom>
                <a:avLst/>
                <a:gdLst>
                  <a:gd name="T0" fmla="*/ 0 w 3"/>
                  <a:gd name="T1" fmla="*/ 0 h 5"/>
                  <a:gd name="T2" fmla="*/ 16 w 3"/>
                  <a:gd name="T3" fmla="*/ 20 h 5"/>
                  <a:gd name="T4" fmla="*/ 24 w 3"/>
                  <a:gd name="T5" fmla="*/ 53 h 5"/>
                  <a:gd name="T6" fmla="*/ 8 w 3"/>
                  <a:gd name="T7" fmla="*/ 0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5">
                    <a:moveTo>
                      <a:pt x="0" y="0"/>
                    </a:moveTo>
                    <a:cubicBezTo>
                      <a:pt x="0" y="1"/>
                      <a:pt x="1" y="1"/>
                      <a:pt x="2" y="2"/>
                    </a:cubicBezTo>
                    <a:cubicBezTo>
                      <a:pt x="2" y="3"/>
                      <a:pt x="3" y="4"/>
                      <a:pt x="3" y="5"/>
                    </a:cubicBezTo>
                    <a:cubicBezTo>
                      <a:pt x="3" y="3"/>
                      <a:pt x="3" y="0"/>
                      <a:pt x="1" y="0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759" name="Freeform 730">
                <a:extLst>
                  <a:ext uri="{FF2B5EF4-FFF2-40B4-BE49-F238E27FC236}">
                    <a16:creationId xmlns:a16="http://schemas.microsoft.com/office/drawing/2014/main" id="{E1040078-E5FA-40BD-A010-EA64DE5D23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8" y="3962"/>
                <a:ext cx="6" cy="8"/>
              </a:xfrm>
              <a:custGeom>
                <a:avLst/>
                <a:gdLst>
                  <a:gd name="T0" fmla="*/ 0 w 3"/>
                  <a:gd name="T1" fmla="*/ 8 h 4"/>
                  <a:gd name="T2" fmla="*/ 24 w 3"/>
                  <a:gd name="T3" fmla="*/ 32 h 4"/>
                  <a:gd name="T4" fmla="*/ 8 w 3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0" y="1"/>
                    </a:moveTo>
                    <a:cubicBezTo>
                      <a:pt x="2" y="1"/>
                      <a:pt x="3" y="2"/>
                      <a:pt x="3" y="4"/>
                    </a:cubicBezTo>
                    <a:cubicBezTo>
                      <a:pt x="3" y="2"/>
                      <a:pt x="3" y="1"/>
                      <a:pt x="1" y="0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760" name="Freeform 731">
                <a:extLst>
                  <a:ext uri="{FF2B5EF4-FFF2-40B4-BE49-F238E27FC236}">
                    <a16:creationId xmlns:a16="http://schemas.microsoft.com/office/drawing/2014/main" id="{F873331B-8C66-42FF-BEBA-19DBC0F049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2" y="3995"/>
                <a:ext cx="9" cy="13"/>
              </a:xfrm>
              <a:custGeom>
                <a:avLst/>
                <a:gdLst>
                  <a:gd name="T0" fmla="*/ 25 w 4"/>
                  <a:gd name="T1" fmla="*/ 0 h 6"/>
                  <a:gd name="T2" fmla="*/ 25 w 4"/>
                  <a:gd name="T3" fmla="*/ 33 h 6"/>
                  <a:gd name="T4" fmla="*/ 11 w 4"/>
                  <a:gd name="T5" fmla="*/ 52 h 6"/>
                  <a:gd name="T6" fmla="*/ 45 w 4"/>
                  <a:gd name="T7" fmla="*/ 33 h 6"/>
                  <a:gd name="T8" fmla="*/ 36 w 4"/>
                  <a:gd name="T9" fmla="*/ 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6">
                    <a:moveTo>
                      <a:pt x="2" y="0"/>
                    </a:moveTo>
                    <a:cubicBezTo>
                      <a:pt x="3" y="1"/>
                      <a:pt x="3" y="2"/>
                      <a:pt x="2" y="3"/>
                    </a:cubicBezTo>
                    <a:cubicBezTo>
                      <a:pt x="2" y="3"/>
                      <a:pt x="0" y="5"/>
                      <a:pt x="1" y="5"/>
                    </a:cubicBezTo>
                    <a:cubicBezTo>
                      <a:pt x="3" y="6"/>
                      <a:pt x="4" y="3"/>
                      <a:pt x="4" y="3"/>
                    </a:cubicBezTo>
                    <a:cubicBezTo>
                      <a:pt x="4" y="2"/>
                      <a:pt x="4" y="1"/>
                      <a:pt x="3" y="0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761" name="Freeform 732">
                <a:extLst>
                  <a:ext uri="{FF2B5EF4-FFF2-40B4-BE49-F238E27FC236}">
                    <a16:creationId xmlns:a16="http://schemas.microsoft.com/office/drawing/2014/main" id="{3AEA2C12-7F5E-4118-B82E-4EEF439763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3" y="3984"/>
                <a:ext cx="12" cy="13"/>
              </a:xfrm>
              <a:custGeom>
                <a:avLst/>
                <a:gdLst>
                  <a:gd name="T0" fmla="*/ 32 w 6"/>
                  <a:gd name="T1" fmla="*/ 0 h 6"/>
                  <a:gd name="T2" fmla="*/ 24 w 6"/>
                  <a:gd name="T3" fmla="*/ 61 h 6"/>
                  <a:gd name="T4" fmla="*/ 32 w 6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6">
                    <a:moveTo>
                      <a:pt x="4" y="0"/>
                    </a:moveTo>
                    <a:cubicBezTo>
                      <a:pt x="6" y="1"/>
                      <a:pt x="6" y="6"/>
                      <a:pt x="3" y="6"/>
                    </a:cubicBezTo>
                    <a:cubicBezTo>
                      <a:pt x="0" y="6"/>
                      <a:pt x="3" y="1"/>
                      <a:pt x="4" y="0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762" name="Freeform 733">
                <a:extLst>
                  <a:ext uri="{FF2B5EF4-FFF2-40B4-BE49-F238E27FC236}">
                    <a16:creationId xmlns:a16="http://schemas.microsoft.com/office/drawing/2014/main" id="{371B4D41-8CBC-4D91-8916-C033B9AAA9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0" y="3966"/>
                <a:ext cx="8" cy="9"/>
              </a:xfrm>
              <a:custGeom>
                <a:avLst/>
                <a:gdLst>
                  <a:gd name="T0" fmla="*/ 0 w 4"/>
                  <a:gd name="T1" fmla="*/ 11 h 4"/>
                  <a:gd name="T2" fmla="*/ 0 w 4"/>
                  <a:gd name="T3" fmla="*/ 11 h 4"/>
                  <a:gd name="T4" fmla="*/ 32 w 4"/>
                  <a:gd name="T5" fmla="*/ 45 h 4"/>
                  <a:gd name="T6" fmla="*/ 8 w 4"/>
                  <a:gd name="T7" fmla="*/ 0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2" y="2"/>
                      <a:pt x="4" y="2"/>
                      <a:pt x="4" y="4"/>
                    </a:cubicBezTo>
                    <a:cubicBezTo>
                      <a:pt x="4" y="3"/>
                      <a:pt x="3" y="0"/>
                      <a:pt x="1" y="0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763" name="Freeform 734">
                <a:extLst>
                  <a:ext uri="{FF2B5EF4-FFF2-40B4-BE49-F238E27FC236}">
                    <a16:creationId xmlns:a16="http://schemas.microsoft.com/office/drawing/2014/main" id="{F54DB68A-9D85-4D9B-A3AE-CB2BF711C4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5" y="3973"/>
                <a:ext cx="10" cy="8"/>
              </a:xfrm>
              <a:custGeom>
                <a:avLst/>
                <a:gdLst>
                  <a:gd name="T0" fmla="*/ 0 w 5"/>
                  <a:gd name="T1" fmla="*/ 8 h 4"/>
                  <a:gd name="T2" fmla="*/ 24 w 5"/>
                  <a:gd name="T3" fmla="*/ 32 h 4"/>
                  <a:gd name="T4" fmla="*/ 0 w 5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4">
                    <a:moveTo>
                      <a:pt x="0" y="1"/>
                    </a:moveTo>
                    <a:cubicBezTo>
                      <a:pt x="1" y="0"/>
                      <a:pt x="3" y="3"/>
                      <a:pt x="3" y="4"/>
                    </a:cubicBezTo>
                    <a:cubicBezTo>
                      <a:pt x="5" y="3"/>
                      <a:pt x="2" y="0"/>
                      <a:pt x="0" y="0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764" name="Freeform 735">
                <a:extLst>
                  <a:ext uri="{FF2B5EF4-FFF2-40B4-BE49-F238E27FC236}">
                    <a16:creationId xmlns:a16="http://schemas.microsoft.com/office/drawing/2014/main" id="{583F2F4F-D26C-4FED-AC5C-327E8424E2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4" y="3977"/>
                <a:ext cx="35" cy="68"/>
              </a:xfrm>
              <a:custGeom>
                <a:avLst/>
                <a:gdLst>
                  <a:gd name="T0" fmla="*/ 124 w 17"/>
                  <a:gd name="T1" fmla="*/ 0 h 31"/>
                  <a:gd name="T2" fmla="*/ 80 w 17"/>
                  <a:gd name="T3" fmla="*/ 20 h 31"/>
                  <a:gd name="T4" fmla="*/ 68 w 17"/>
                  <a:gd name="T5" fmla="*/ 105 h 31"/>
                  <a:gd name="T6" fmla="*/ 60 w 17"/>
                  <a:gd name="T7" fmla="*/ 241 h 31"/>
                  <a:gd name="T8" fmla="*/ 33 w 17"/>
                  <a:gd name="T9" fmla="*/ 230 h 31"/>
                  <a:gd name="T10" fmla="*/ 8 w 17"/>
                  <a:gd name="T11" fmla="*/ 213 h 31"/>
                  <a:gd name="T12" fmla="*/ 0 w 17"/>
                  <a:gd name="T13" fmla="*/ 213 h 31"/>
                  <a:gd name="T14" fmla="*/ 8 w 17"/>
                  <a:gd name="T15" fmla="*/ 318 h 31"/>
                  <a:gd name="T16" fmla="*/ 89 w 17"/>
                  <a:gd name="T17" fmla="*/ 274 h 31"/>
                  <a:gd name="T18" fmla="*/ 132 w 17"/>
                  <a:gd name="T19" fmla="*/ 222 h 31"/>
                  <a:gd name="T20" fmla="*/ 140 w 17"/>
                  <a:gd name="T21" fmla="*/ 125 h 31"/>
                  <a:gd name="T22" fmla="*/ 132 w 17"/>
                  <a:gd name="T23" fmla="*/ 53 h 31"/>
                  <a:gd name="T24" fmla="*/ 124 w 17"/>
                  <a:gd name="T25" fmla="*/ 9 h 31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7" h="31">
                    <a:moveTo>
                      <a:pt x="14" y="0"/>
                    </a:moveTo>
                    <a:cubicBezTo>
                      <a:pt x="12" y="0"/>
                      <a:pt x="9" y="1"/>
                      <a:pt x="9" y="2"/>
                    </a:cubicBezTo>
                    <a:cubicBezTo>
                      <a:pt x="8" y="4"/>
                      <a:pt x="8" y="8"/>
                      <a:pt x="8" y="10"/>
                    </a:cubicBezTo>
                    <a:cubicBezTo>
                      <a:pt x="7" y="14"/>
                      <a:pt x="7" y="18"/>
                      <a:pt x="7" y="23"/>
                    </a:cubicBezTo>
                    <a:cubicBezTo>
                      <a:pt x="5" y="23"/>
                      <a:pt x="5" y="22"/>
                      <a:pt x="4" y="22"/>
                    </a:cubicBezTo>
                    <a:cubicBezTo>
                      <a:pt x="3" y="21"/>
                      <a:pt x="2" y="21"/>
                      <a:pt x="1" y="20"/>
                    </a:cubicBezTo>
                    <a:cubicBezTo>
                      <a:pt x="1" y="20"/>
                      <a:pt x="0" y="20"/>
                      <a:pt x="0" y="20"/>
                    </a:cubicBezTo>
                    <a:cubicBezTo>
                      <a:pt x="3" y="23"/>
                      <a:pt x="3" y="27"/>
                      <a:pt x="1" y="30"/>
                    </a:cubicBezTo>
                    <a:cubicBezTo>
                      <a:pt x="4" y="31"/>
                      <a:pt x="7" y="28"/>
                      <a:pt x="10" y="26"/>
                    </a:cubicBezTo>
                    <a:cubicBezTo>
                      <a:pt x="12" y="25"/>
                      <a:pt x="14" y="23"/>
                      <a:pt x="15" y="21"/>
                    </a:cubicBezTo>
                    <a:cubicBezTo>
                      <a:pt x="17" y="18"/>
                      <a:pt x="16" y="15"/>
                      <a:pt x="16" y="12"/>
                    </a:cubicBezTo>
                    <a:cubicBezTo>
                      <a:pt x="16" y="10"/>
                      <a:pt x="15" y="8"/>
                      <a:pt x="15" y="5"/>
                    </a:cubicBezTo>
                    <a:cubicBezTo>
                      <a:pt x="15" y="5"/>
                      <a:pt x="14" y="1"/>
                      <a:pt x="14" y="1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765" name="Freeform 736">
                <a:extLst>
                  <a:ext uri="{FF2B5EF4-FFF2-40B4-BE49-F238E27FC236}">
                    <a16:creationId xmlns:a16="http://schemas.microsoft.com/office/drawing/2014/main" id="{D3492C42-8E74-4454-A1AE-8301A25486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2" y="4017"/>
                <a:ext cx="31" cy="28"/>
              </a:xfrm>
              <a:custGeom>
                <a:avLst/>
                <a:gdLst>
                  <a:gd name="T0" fmla="*/ 81 w 15"/>
                  <a:gd name="T1" fmla="*/ 19 h 13"/>
                  <a:gd name="T2" fmla="*/ 35 w 15"/>
                  <a:gd name="T3" fmla="*/ 101 h 13"/>
                  <a:gd name="T4" fmla="*/ 8 w 15"/>
                  <a:gd name="T5" fmla="*/ 60 h 13"/>
                  <a:gd name="T6" fmla="*/ 25 w 15"/>
                  <a:gd name="T7" fmla="*/ 121 h 13"/>
                  <a:gd name="T8" fmla="*/ 60 w 15"/>
                  <a:gd name="T9" fmla="*/ 121 h 13"/>
                  <a:gd name="T10" fmla="*/ 99 w 15"/>
                  <a:gd name="T11" fmla="*/ 88 h 13"/>
                  <a:gd name="T12" fmla="*/ 116 w 15"/>
                  <a:gd name="T13" fmla="*/ 52 h 13"/>
                  <a:gd name="T14" fmla="*/ 124 w 15"/>
                  <a:gd name="T15" fmla="*/ 9 h 13"/>
                  <a:gd name="T16" fmla="*/ 99 w 15"/>
                  <a:gd name="T17" fmla="*/ 0 h 1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5" h="13">
                    <a:moveTo>
                      <a:pt x="9" y="2"/>
                    </a:moveTo>
                    <a:cubicBezTo>
                      <a:pt x="9" y="5"/>
                      <a:pt x="8" y="9"/>
                      <a:pt x="4" y="10"/>
                    </a:cubicBezTo>
                    <a:cubicBezTo>
                      <a:pt x="2" y="10"/>
                      <a:pt x="2" y="7"/>
                      <a:pt x="1" y="6"/>
                    </a:cubicBezTo>
                    <a:cubicBezTo>
                      <a:pt x="0" y="8"/>
                      <a:pt x="1" y="12"/>
                      <a:pt x="3" y="12"/>
                    </a:cubicBezTo>
                    <a:cubicBezTo>
                      <a:pt x="4" y="13"/>
                      <a:pt x="6" y="13"/>
                      <a:pt x="7" y="12"/>
                    </a:cubicBezTo>
                    <a:cubicBezTo>
                      <a:pt x="9" y="11"/>
                      <a:pt x="10" y="10"/>
                      <a:pt x="11" y="9"/>
                    </a:cubicBezTo>
                    <a:cubicBezTo>
                      <a:pt x="12" y="8"/>
                      <a:pt x="13" y="7"/>
                      <a:pt x="13" y="5"/>
                    </a:cubicBezTo>
                    <a:cubicBezTo>
                      <a:pt x="14" y="4"/>
                      <a:pt x="15" y="2"/>
                      <a:pt x="14" y="1"/>
                    </a:cubicBezTo>
                    <a:cubicBezTo>
                      <a:pt x="14" y="0"/>
                      <a:pt x="12" y="0"/>
                      <a:pt x="11" y="0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766" name="Freeform 737">
                <a:extLst>
                  <a:ext uri="{FF2B5EF4-FFF2-40B4-BE49-F238E27FC236}">
                    <a16:creationId xmlns:a16="http://schemas.microsoft.com/office/drawing/2014/main" id="{7D3B80C0-7C25-4E19-9779-60BB27F1C6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1" y="4023"/>
                <a:ext cx="14" cy="18"/>
              </a:xfrm>
              <a:custGeom>
                <a:avLst/>
                <a:gdLst>
                  <a:gd name="T0" fmla="*/ 48 w 7"/>
                  <a:gd name="T1" fmla="*/ 0 h 8"/>
                  <a:gd name="T2" fmla="*/ 48 w 7"/>
                  <a:gd name="T3" fmla="*/ 0 h 8"/>
                  <a:gd name="T4" fmla="*/ 32 w 7"/>
                  <a:gd name="T5" fmla="*/ 72 h 8"/>
                  <a:gd name="T6" fmla="*/ 0 w 7"/>
                  <a:gd name="T7" fmla="*/ 36 h 8"/>
                  <a:gd name="T8" fmla="*/ 8 w 7"/>
                  <a:gd name="T9" fmla="*/ 56 h 8"/>
                  <a:gd name="T10" fmla="*/ 8 w 7"/>
                  <a:gd name="T11" fmla="*/ 81 h 8"/>
                  <a:gd name="T12" fmla="*/ 32 w 7"/>
                  <a:gd name="T13" fmla="*/ 81 h 8"/>
                  <a:gd name="T14" fmla="*/ 56 w 7"/>
                  <a:gd name="T15" fmla="*/ 56 h 8"/>
                  <a:gd name="T16" fmla="*/ 48 w 7"/>
                  <a:gd name="T17" fmla="*/ 11 h 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" h="8">
                    <a:moveTo>
                      <a:pt x="6" y="0"/>
                    </a:moveTo>
                    <a:cubicBezTo>
                      <a:pt x="6" y="0"/>
                      <a:pt x="6" y="0"/>
                      <a:pt x="6" y="0"/>
                    </a:cubicBezTo>
                    <a:cubicBezTo>
                      <a:pt x="6" y="1"/>
                      <a:pt x="6" y="5"/>
                      <a:pt x="4" y="6"/>
                    </a:cubicBezTo>
                    <a:cubicBezTo>
                      <a:pt x="2" y="6"/>
                      <a:pt x="1" y="4"/>
                      <a:pt x="0" y="3"/>
                    </a:cubicBezTo>
                    <a:cubicBezTo>
                      <a:pt x="1" y="3"/>
                      <a:pt x="1" y="4"/>
                      <a:pt x="1" y="5"/>
                    </a:cubicBezTo>
                    <a:cubicBezTo>
                      <a:pt x="1" y="5"/>
                      <a:pt x="1" y="7"/>
                      <a:pt x="1" y="7"/>
                    </a:cubicBezTo>
                    <a:cubicBezTo>
                      <a:pt x="2" y="8"/>
                      <a:pt x="3" y="8"/>
                      <a:pt x="4" y="7"/>
                    </a:cubicBezTo>
                    <a:cubicBezTo>
                      <a:pt x="6" y="7"/>
                      <a:pt x="7" y="7"/>
                      <a:pt x="7" y="5"/>
                    </a:cubicBezTo>
                    <a:cubicBezTo>
                      <a:pt x="7" y="4"/>
                      <a:pt x="7" y="2"/>
                      <a:pt x="6" y="1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767" name="Freeform 738">
                <a:extLst>
                  <a:ext uri="{FF2B5EF4-FFF2-40B4-BE49-F238E27FC236}">
                    <a16:creationId xmlns:a16="http://schemas.microsoft.com/office/drawing/2014/main" id="{25541EB7-C031-4844-B6C1-A1A0664F9A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0" y="4019"/>
                <a:ext cx="10" cy="20"/>
              </a:xfrm>
              <a:custGeom>
                <a:avLst/>
                <a:gdLst>
                  <a:gd name="T0" fmla="*/ 32 w 5"/>
                  <a:gd name="T1" fmla="*/ 0 h 9"/>
                  <a:gd name="T2" fmla="*/ 24 w 5"/>
                  <a:gd name="T3" fmla="*/ 44 h 9"/>
                  <a:gd name="T4" fmla="*/ 0 w 5"/>
                  <a:gd name="T5" fmla="*/ 44 h 9"/>
                  <a:gd name="T6" fmla="*/ 24 w 5"/>
                  <a:gd name="T7" fmla="*/ 89 h 9"/>
                  <a:gd name="T8" fmla="*/ 40 w 5"/>
                  <a:gd name="T9" fmla="*/ 9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9">
                    <a:moveTo>
                      <a:pt x="4" y="0"/>
                    </a:moveTo>
                    <a:cubicBezTo>
                      <a:pt x="4" y="1"/>
                      <a:pt x="4" y="3"/>
                      <a:pt x="3" y="4"/>
                    </a:cubicBezTo>
                    <a:cubicBezTo>
                      <a:pt x="3" y="5"/>
                      <a:pt x="1" y="7"/>
                      <a:pt x="0" y="4"/>
                    </a:cubicBezTo>
                    <a:cubicBezTo>
                      <a:pt x="1" y="6"/>
                      <a:pt x="1" y="9"/>
                      <a:pt x="3" y="8"/>
                    </a:cubicBezTo>
                    <a:cubicBezTo>
                      <a:pt x="5" y="6"/>
                      <a:pt x="5" y="3"/>
                      <a:pt x="5" y="1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768" name="Freeform 739">
                <a:extLst>
                  <a:ext uri="{FF2B5EF4-FFF2-40B4-BE49-F238E27FC236}">
                    <a16:creationId xmlns:a16="http://schemas.microsoft.com/office/drawing/2014/main" id="{90B39DB6-B1E5-42BE-A73E-D9DD7BE310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1" y="4008"/>
                <a:ext cx="10" cy="22"/>
              </a:xfrm>
              <a:custGeom>
                <a:avLst/>
                <a:gdLst>
                  <a:gd name="T0" fmla="*/ 24 w 5"/>
                  <a:gd name="T1" fmla="*/ 0 h 10"/>
                  <a:gd name="T2" fmla="*/ 0 w 5"/>
                  <a:gd name="T3" fmla="*/ 44 h 10"/>
                  <a:gd name="T4" fmla="*/ 8 w 5"/>
                  <a:gd name="T5" fmla="*/ 88 h 10"/>
                  <a:gd name="T6" fmla="*/ 16 w 5"/>
                  <a:gd name="T7" fmla="*/ 106 h 10"/>
                  <a:gd name="T8" fmla="*/ 32 w 5"/>
                  <a:gd name="T9" fmla="*/ 0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3" y="0"/>
                    </a:moveTo>
                    <a:cubicBezTo>
                      <a:pt x="2" y="2"/>
                      <a:pt x="3" y="5"/>
                      <a:pt x="0" y="4"/>
                    </a:cubicBezTo>
                    <a:cubicBezTo>
                      <a:pt x="1" y="5"/>
                      <a:pt x="1" y="6"/>
                      <a:pt x="1" y="8"/>
                    </a:cubicBezTo>
                    <a:cubicBezTo>
                      <a:pt x="1" y="9"/>
                      <a:pt x="0" y="10"/>
                      <a:pt x="2" y="10"/>
                    </a:cubicBezTo>
                    <a:cubicBezTo>
                      <a:pt x="5" y="9"/>
                      <a:pt x="4" y="2"/>
                      <a:pt x="4" y="0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769" name="Freeform 740">
                <a:extLst>
                  <a:ext uri="{FF2B5EF4-FFF2-40B4-BE49-F238E27FC236}">
                    <a16:creationId xmlns:a16="http://schemas.microsoft.com/office/drawing/2014/main" id="{81FC6A06-96B8-42EA-93F8-B738682658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7" y="3977"/>
                <a:ext cx="8" cy="11"/>
              </a:xfrm>
              <a:custGeom>
                <a:avLst/>
                <a:gdLst>
                  <a:gd name="T0" fmla="*/ 0 w 4"/>
                  <a:gd name="T1" fmla="*/ 20 h 5"/>
                  <a:gd name="T2" fmla="*/ 16 w 4"/>
                  <a:gd name="T3" fmla="*/ 53 h 5"/>
                  <a:gd name="T4" fmla="*/ 8 w 4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5">
                    <a:moveTo>
                      <a:pt x="0" y="2"/>
                    </a:moveTo>
                    <a:cubicBezTo>
                      <a:pt x="2" y="2"/>
                      <a:pt x="2" y="3"/>
                      <a:pt x="2" y="5"/>
                    </a:cubicBezTo>
                    <a:cubicBezTo>
                      <a:pt x="4" y="3"/>
                      <a:pt x="3" y="1"/>
                      <a:pt x="1" y="0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770" name="Freeform 741">
                <a:extLst>
                  <a:ext uri="{FF2B5EF4-FFF2-40B4-BE49-F238E27FC236}">
                    <a16:creationId xmlns:a16="http://schemas.microsoft.com/office/drawing/2014/main" id="{956F8F0B-A6EF-45D4-AE7E-4D6B02511E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8" y="3977"/>
                <a:ext cx="10" cy="13"/>
              </a:xfrm>
              <a:custGeom>
                <a:avLst/>
                <a:gdLst>
                  <a:gd name="T0" fmla="*/ 0 w 5"/>
                  <a:gd name="T1" fmla="*/ 20 h 6"/>
                  <a:gd name="T2" fmla="*/ 32 w 5"/>
                  <a:gd name="T3" fmla="*/ 61 h 6"/>
                  <a:gd name="T4" fmla="*/ 16 w 5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6">
                    <a:moveTo>
                      <a:pt x="0" y="2"/>
                    </a:moveTo>
                    <a:cubicBezTo>
                      <a:pt x="2" y="3"/>
                      <a:pt x="4" y="3"/>
                      <a:pt x="4" y="6"/>
                    </a:cubicBezTo>
                    <a:cubicBezTo>
                      <a:pt x="5" y="4"/>
                      <a:pt x="5" y="0"/>
                      <a:pt x="2" y="0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771" name="Freeform 742">
                <a:extLst>
                  <a:ext uri="{FF2B5EF4-FFF2-40B4-BE49-F238E27FC236}">
                    <a16:creationId xmlns:a16="http://schemas.microsoft.com/office/drawing/2014/main" id="{1906BFDA-1F03-4DEE-AFDD-AA9D2829F8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9" y="3970"/>
                <a:ext cx="8" cy="9"/>
              </a:xfrm>
              <a:custGeom>
                <a:avLst/>
                <a:gdLst>
                  <a:gd name="T0" fmla="*/ 0 w 4"/>
                  <a:gd name="T1" fmla="*/ 11 h 4"/>
                  <a:gd name="T2" fmla="*/ 16 w 4"/>
                  <a:gd name="T3" fmla="*/ 45 h 4"/>
                  <a:gd name="T4" fmla="*/ 8 w 4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0" y="1"/>
                    </a:moveTo>
                    <a:cubicBezTo>
                      <a:pt x="2" y="1"/>
                      <a:pt x="2" y="3"/>
                      <a:pt x="2" y="4"/>
                    </a:cubicBezTo>
                    <a:cubicBezTo>
                      <a:pt x="4" y="3"/>
                      <a:pt x="3" y="0"/>
                      <a:pt x="1" y="0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772" name="Freeform 743">
                <a:extLst>
                  <a:ext uri="{FF2B5EF4-FFF2-40B4-BE49-F238E27FC236}">
                    <a16:creationId xmlns:a16="http://schemas.microsoft.com/office/drawing/2014/main" id="{9850F807-BD0C-4673-8E75-B186FFE6B4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8" y="2306"/>
                <a:ext cx="49" cy="509"/>
              </a:xfrm>
              <a:custGeom>
                <a:avLst/>
                <a:gdLst>
                  <a:gd name="T0" fmla="*/ 76 w 24"/>
                  <a:gd name="T1" fmla="*/ 0 h 232"/>
                  <a:gd name="T2" fmla="*/ 0 w 24"/>
                  <a:gd name="T3" fmla="*/ 2451 h 232"/>
                  <a:gd name="T4" fmla="*/ 76 w 24"/>
                  <a:gd name="T5" fmla="*/ 0 h 2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232">
                    <a:moveTo>
                      <a:pt x="9" y="0"/>
                    </a:moveTo>
                    <a:cubicBezTo>
                      <a:pt x="9" y="0"/>
                      <a:pt x="24" y="138"/>
                      <a:pt x="0" y="232"/>
                    </a:cubicBezTo>
                    <a:cubicBezTo>
                      <a:pt x="0" y="232"/>
                      <a:pt x="14" y="163"/>
                      <a:pt x="9" y="0"/>
                    </a:cubicBezTo>
                    <a:close/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773" name="Freeform 744">
                <a:extLst>
                  <a:ext uri="{FF2B5EF4-FFF2-40B4-BE49-F238E27FC236}">
                    <a16:creationId xmlns:a16="http://schemas.microsoft.com/office/drawing/2014/main" id="{2543D494-C3B7-4C7A-B503-D1A89AF330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6" y="2488"/>
                <a:ext cx="45" cy="356"/>
              </a:xfrm>
              <a:custGeom>
                <a:avLst/>
                <a:gdLst>
                  <a:gd name="T0" fmla="*/ 0 w 22"/>
                  <a:gd name="T1" fmla="*/ 20 h 162"/>
                  <a:gd name="T2" fmla="*/ 51 w 22"/>
                  <a:gd name="T3" fmla="*/ 391 h 162"/>
                  <a:gd name="T4" fmla="*/ 104 w 22"/>
                  <a:gd name="T5" fmla="*/ 719 h 162"/>
                  <a:gd name="T6" fmla="*/ 139 w 22"/>
                  <a:gd name="T7" fmla="*/ 1222 h 162"/>
                  <a:gd name="T8" fmla="*/ 147 w 22"/>
                  <a:gd name="T9" fmla="*/ 1718 h 162"/>
                  <a:gd name="T10" fmla="*/ 180 w 22"/>
                  <a:gd name="T11" fmla="*/ 1420 h 162"/>
                  <a:gd name="T12" fmla="*/ 180 w 22"/>
                  <a:gd name="T13" fmla="*/ 1053 h 162"/>
                  <a:gd name="T14" fmla="*/ 113 w 22"/>
                  <a:gd name="T15" fmla="*/ 521 h 162"/>
                  <a:gd name="T16" fmla="*/ 59 w 22"/>
                  <a:gd name="T17" fmla="*/ 193 h 162"/>
                  <a:gd name="T18" fmla="*/ 16 w 22"/>
                  <a:gd name="T19" fmla="*/ 0 h 16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2" h="162">
                    <a:moveTo>
                      <a:pt x="0" y="2"/>
                    </a:moveTo>
                    <a:cubicBezTo>
                      <a:pt x="1" y="13"/>
                      <a:pt x="4" y="26"/>
                      <a:pt x="6" y="37"/>
                    </a:cubicBezTo>
                    <a:cubicBezTo>
                      <a:pt x="8" y="48"/>
                      <a:pt x="10" y="58"/>
                      <a:pt x="12" y="68"/>
                    </a:cubicBezTo>
                    <a:cubicBezTo>
                      <a:pt x="14" y="84"/>
                      <a:pt x="15" y="99"/>
                      <a:pt x="16" y="115"/>
                    </a:cubicBezTo>
                    <a:cubicBezTo>
                      <a:pt x="17" y="130"/>
                      <a:pt x="16" y="146"/>
                      <a:pt x="17" y="162"/>
                    </a:cubicBezTo>
                    <a:cubicBezTo>
                      <a:pt x="20" y="154"/>
                      <a:pt x="20" y="142"/>
                      <a:pt x="21" y="134"/>
                    </a:cubicBezTo>
                    <a:cubicBezTo>
                      <a:pt x="21" y="122"/>
                      <a:pt x="22" y="110"/>
                      <a:pt x="21" y="99"/>
                    </a:cubicBezTo>
                    <a:cubicBezTo>
                      <a:pt x="20" y="82"/>
                      <a:pt x="17" y="66"/>
                      <a:pt x="13" y="49"/>
                    </a:cubicBezTo>
                    <a:cubicBezTo>
                      <a:pt x="11" y="39"/>
                      <a:pt x="9" y="28"/>
                      <a:pt x="7" y="18"/>
                    </a:cubicBezTo>
                    <a:cubicBezTo>
                      <a:pt x="7" y="14"/>
                      <a:pt x="6" y="0"/>
                      <a:pt x="2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774" name="Freeform 745">
                <a:extLst>
                  <a:ext uri="{FF2B5EF4-FFF2-40B4-BE49-F238E27FC236}">
                    <a16:creationId xmlns:a16="http://schemas.microsoft.com/office/drawing/2014/main" id="{45E8A89E-B84B-4BA1-9785-49EB08F0BF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6" y="3118"/>
                <a:ext cx="25" cy="137"/>
              </a:xfrm>
              <a:custGeom>
                <a:avLst/>
                <a:gdLst>
                  <a:gd name="T0" fmla="*/ 27 w 12"/>
                  <a:gd name="T1" fmla="*/ 0 h 62"/>
                  <a:gd name="T2" fmla="*/ 35 w 12"/>
                  <a:gd name="T3" fmla="*/ 367 h 62"/>
                  <a:gd name="T4" fmla="*/ 100 w 12"/>
                  <a:gd name="T5" fmla="*/ 670 h 62"/>
                  <a:gd name="T6" fmla="*/ 65 w 12"/>
                  <a:gd name="T7" fmla="*/ 0 h 6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62">
                    <a:moveTo>
                      <a:pt x="3" y="0"/>
                    </a:moveTo>
                    <a:cubicBezTo>
                      <a:pt x="0" y="10"/>
                      <a:pt x="2" y="23"/>
                      <a:pt x="4" y="34"/>
                    </a:cubicBezTo>
                    <a:cubicBezTo>
                      <a:pt x="5" y="42"/>
                      <a:pt x="7" y="55"/>
                      <a:pt x="11" y="62"/>
                    </a:cubicBezTo>
                    <a:cubicBezTo>
                      <a:pt x="5" y="42"/>
                      <a:pt x="12" y="20"/>
                      <a:pt x="7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775" name="Freeform 746">
                <a:extLst>
                  <a:ext uri="{FF2B5EF4-FFF2-40B4-BE49-F238E27FC236}">
                    <a16:creationId xmlns:a16="http://schemas.microsoft.com/office/drawing/2014/main" id="{D24159A0-44D2-49E2-AAF9-BED63B96A6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9" y="3316"/>
                <a:ext cx="26" cy="182"/>
              </a:xfrm>
              <a:custGeom>
                <a:avLst/>
                <a:gdLst>
                  <a:gd name="T0" fmla="*/ 16 w 13"/>
                  <a:gd name="T1" fmla="*/ 0 h 83"/>
                  <a:gd name="T2" fmla="*/ 8 w 13"/>
                  <a:gd name="T3" fmla="*/ 443 h 83"/>
                  <a:gd name="T4" fmla="*/ 40 w 13"/>
                  <a:gd name="T5" fmla="*/ 653 h 83"/>
                  <a:gd name="T6" fmla="*/ 104 w 13"/>
                  <a:gd name="T7" fmla="*/ 875 h 83"/>
                  <a:gd name="T8" fmla="*/ 56 w 13"/>
                  <a:gd name="T9" fmla="*/ 360 h 83"/>
                  <a:gd name="T10" fmla="*/ 24 w 13"/>
                  <a:gd name="T11" fmla="*/ 64 h 8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" h="83">
                    <a:moveTo>
                      <a:pt x="2" y="0"/>
                    </a:moveTo>
                    <a:cubicBezTo>
                      <a:pt x="0" y="14"/>
                      <a:pt x="0" y="29"/>
                      <a:pt x="1" y="42"/>
                    </a:cubicBezTo>
                    <a:cubicBezTo>
                      <a:pt x="2" y="49"/>
                      <a:pt x="3" y="55"/>
                      <a:pt x="5" y="62"/>
                    </a:cubicBezTo>
                    <a:cubicBezTo>
                      <a:pt x="6" y="69"/>
                      <a:pt x="11" y="76"/>
                      <a:pt x="13" y="83"/>
                    </a:cubicBezTo>
                    <a:cubicBezTo>
                      <a:pt x="10" y="66"/>
                      <a:pt x="7" y="51"/>
                      <a:pt x="7" y="34"/>
                    </a:cubicBezTo>
                    <a:cubicBezTo>
                      <a:pt x="6" y="25"/>
                      <a:pt x="6" y="14"/>
                      <a:pt x="3" y="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776" name="Freeform 747">
                <a:extLst>
                  <a:ext uri="{FF2B5EF4-FFF2-40B4-BE49-F238E27FC236}">
                    <a16:creationId xmlns:a16="http://schemas.microsoft.com/office/drawing/2014/main" id="{0540B946-512E-43E6-9188-1B81B7C108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0" y="1748"/>
                <a:ext cx="123" cy="173"/>
              </a:xfrm>
              <a:custGeom>
                <a:avLst/>
                <a:gdLst>
                  <a:gd name="T0" fmla="*/ 508 w 60"/>
                  <a:gd name="T1" fmla="*/ 158 h 79"/>
                  <a:gd name="T2" fmla="*/ 353 w 60"/>
                  <a:gd name="T3" fmla="*/ 210 h 79"/>
                  <a:gd name="T4" fmla="*/ 240 w 60"/>
                  <a:gd name="T5" fmla="*/ 388 h 79"/>
                  <a:gd name="T6" fmla="*/ 0 w 60"/>
                  <a:gd name="T7" fmla="*/ 830 h 79"/>
                  <a:gd name="T8" fmla="*/ 517 w 60"/>
                  <a:gd name="T9" fmla="*/ 149 h 7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0" h="79">
                    <a:moveTo>
                      <a:pt x="59" y="15"/>
                    </a:moveTo>
                    <a:cubicBezTo>
                      <a:pt x="52" y="15"/>
                      <a:pt x="47" y="15"/>
                      <a:pt x="41" y="20"/>
                    </a:cubicBezTo>
                    <a:cubicBezTo>
                      <a:pt x="36" y="24"/>
                      <a:pt x="32" y="31"/>
                      <a:pt x="28" y="37"/>
                    </a:cubicBezTo>
                    <a:cubicBezTo>
                      <a:pt x="19" y="51"/>
                      <a:pt x="12" y="67"/>
                      <a:pt x="0" y="79"/>
                    </a:cubicBezTo>
                    <a:cubicBezTo>
                      <a:pt x="11" y="66"/>
                      <a:pt x="32" y="0"/>
                      <a:pt x="60" y="1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777" name="Freeform 748">
                <a:extLst>
                  <a:ext uri="{FF2B5EF4-FFF2-40B4-BE49-F238E27FC236}">
                    <a16:creationId xmlns:a16="http://schemas.microsoft.com/office/drawing/2014/main" id="{70AB06AC-9D71-4F17-80AB-9A8E32AA1A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6" y="1649"/>
                <a:ext cx="33" cy="42"/>
              </a:xfrm>
              <a:custGeom>
                <a:avLst/>
                <a:gdLst>
                  <a:gd name="T0" fmla="*/ 140 w 16"/>
                  <a:gd name="T1" fmla="*/ 9 h 19"/>
                  <a:gd name="T2" fmla="*/ 0 w 16"/>
                  <a:gd name="T3" fmla="*/ 206 h 19"/>
                  <a:gd name="T4" fmla="*/ 107 w 16"/>
                  <a:gd name="T5" fmla="*/ 0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19">
                    <a:moveTo>
                      <a:pt x="16" y="1"/>
                    </a:moveTo>
                    <a:cubicBezTo>
                      <a:pt x="4" y="0"/>
                      <a:pt x="3" y="11"/>
                      <a:pt x="0" y="19"/>
                    </a:cubicBezTo>
                    <a:cubicBezTo>
                      <a:pt x="0" y="10"/>
                      <a:pt x="2" y="2"/>
                      <a:pt x="12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778" name="Freeform 749">
                <a:extLst>
                  <a:ext uri="{FF2B5EF4-FFF2-40B4-BE49-F238E27FC236}">
                    <a16:creationId xmlns:a16="http://schemas.microsoft.com/office/drawing/2014/main" id="{B58F82A4-C1D6-41EA-BF48-47E3EF2E89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5" y="1535"/>
                <a:ext cx="19" cy="88"/>
              </a:xfrm>
              <a:custGeom>
                <a:avLst/>
                <a:gdLst>
                  <a:gd name="T0" fmla="*/ 49 w 9"/>
                  <a:gd name="T1" fmla="*/ 9 h 40"/>
                  <a:gd name="T2" fmla="*/ 76 w 9"/>
                  <a:gd name="T3" fmla="*/ 427 h 40"/>
                  <a:gd name="T4" fmla="*/ 84 w 9"/>
                  <a:gd name="T5" fmla="*/ 202 h 40"/>
                  <a:gd name="T6" fmla="*/ 49 w 9"/>
                  <a:gd name="T7" fmla="*/ 0 h 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40">
                    <a:moveTo>
                      <a:pt x="5" y="1"/>
                    </a:moveTo>
                    <a:cubicBezTo>
                      <a:pt x="9" y="14"/>
                      <a:pt x="0" y="29"/>
                      <a:pt x="8" y="40"/>
                    </a:cubicBezTo>
                    <a:cubicBezTo>
                      <a:pt x="5" y="33"/>
                      <a:pt x="9" y="26"/>
                      <a:pt x="9" y="19"/>
                    </a:cubicBezTo>
                    <a:cubicBezTo>
                      <a:pt x="9" y="13"/>
                      <a:pt x="7" y="6"/>
                      <a:pt x="5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779" name="Freeform 750">
                <a:extLst>
                  <a:ext uri="{FF2B5EF4-FFF2-40B4-BE49-F238E27FC236}">
                    <a16:creationId xmlns:a16="http://schemas.microsoft.com/office/drawing/2014/main" id="{A92BB4F4-B001-4C8C-9A19-F4AA8A9217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4" y="1269"/>
                <a:ext cx="63" cy="75"/>
              </a:xfrm>
              <a:custGeom>
                <a:avLst/>
                <a:gdLst>
                  <a:gd name="T0" fmla="*/ 260 w 31"/>
                  <a:gd name="T1" fmla="*/ 0 h 34"/>
                  <a:gd name="T2" fmla="*/ 152 w 31"/>
                  <a:gd name="T3" fmla="*/ 194 h 34"/>
                  <a:gd name="T4" fmla="*/ 0 w 31"/>
                  <a:gd name="T5" fmla="*/ 311 h 34"/>
                  <a:gd name="T6" fmla="*/ 161 w 31"/>
                  <a:gd name="T7" fmla="*/ 238 h 34"/>
                  <a:gd name="T8" fmla="*/ 252 w 31"/>
                  <a:gd name="T9" fmla="*/ 33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34">
                    <a:moveTo>
                      <a:pt x="31" y="0"/>
                    </a:moveTo>
                    <a:cubicBezTo>
                      <a:pt x="28" y="7"/>
                      <a:pt x="25" y="13"/>
                      <a:pt x="18" y="18"/>
                    </a:cubicBezTo>
                    <a:cubicBezTo>
                      <a:pt x="13" y="21"/>
                      <a:pt x="5" y="28"/>
                      <a:pt x="0" y="29"/>
                    </a:cubicBezTo>
                    <a:cubicBezTo>
                      <a:pt x="5" y="34"/>
                      <a:pt x="15" y="25"/>
                      <a:pt x="19" y="22"/>
                    </a:cubicBezTo>
                    <a:cubicBezTo>
                      <a:pt x="25" y="16"/>
                      <a:pt x="27" y="11"/>
                      <a:pt x="30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780" name="Freeform 751">
                <a:extLst>
                  <a:ext uri="{FF2B5EF4-FFF2-40B4-BE49-F238E27FC236}">
                    <a16:creationId xmlns:a16="http://schemas.microsoft.com/office/drawing/2014/main" id="{F11E9294-351F-4D66-8365-CAF7A6C205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6" y="916"/>
                <a:ext cx="25" cy="79"/>
              </a:xfrm>
              <a:custGeom>
                <a:avLst/>
                <a:gdLst>
                  <a:gd name="T0" fmla="*/ 0 w 12"/>
                  <a:gd name="T1" fmla="*/ 20 h 36"/>
                  <a:gd name="T2" fmla="*/ 65 w 12"/>
                  <a:gd name="T3" fmla="*/ 178 h 36"/>
                  <a:gd name="T4" fmla="*/ 56 w 12"/>
                  <a:gd name="T5" fmla="*/ 380 h 36"/>
                  <a:gd name="T6" fmla="*/ 83 w 12"/>
                  <a:gd name="T7" fmla="*/ 116 h 36"/>
                  <a:gd name="T8" fmla="*/ 17 w 12"/>
                  <a:gd name="T9" fmla="*/ 0 h 36"/>
                  <a:gd name="T10" fmla="*/ 8 w 12"/>
                  <a:gd name="T11" fmla="*/ 9 h 3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36">
                    <a:moveTo>
                      <a:pt x="0" y="2"/>
                    </a:moveTo>
                    <a:cubicBezTo>
                      <a:pt x="4" y="7"/>
                      <a:pt x="7" y="11"/>
                      <a:pt x="7" y="17"/>
                    </a:cubicBezTo>
                    <a:cubicBezTo>
                      <a:pt x="7" y="24"/>
                      <a:pt x="6" y="30"/>
                      <a:pt x="6" y="36"/>
                    </a:cubicBezTo>
                    <a:cubicBezTo>
                      <a:pt x="10" y="29"/>
                      <a:pt x="12" y="19"/>
                      <a:pt x="9" y="11"/>
                    </a:cubicBezTo>
                    <a:cubicBezTo>
                      <a:pt x="7" y="7"/>
                      <a:pt x="3" y="5"/>
                      <a:pt x="2" y="0"/>
                    </a:cubicBezTo>
                    <a:cubicBezTo>
                      <a:pt x="1" y="0"/>
                      <a:pt x="1" y="1"/>
                      <a:pt x="1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781" name="Freeform 752">
                <a:extLst>
                  <a:ext uri="{FF2B5EF4-FFF2-40B4-BE49-F238E27FC236}">
                    <a16:creationId xmlns:a16="http://schemas.microsoft.com/office/drawing/2014/main" id="{5E5DF57D-0323-4056-BADA-029E973E3F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7" y="1012"/>
                <a:ext cx="22" cy="29"/>
              </a:xfrm>
              <a:custGeom>
                <a:avLst/>
                <a:gdLst>
                  <a:gd name="T0" fmla="*/ 16 w 11"/>
                  <a:gd name="T1" fmla="*/ 0 h 13"/>
                  <a:gd name="T2" fmla="*/ 24 w 11"/>
                  <a:gd name="T3" fmla="*/ 100 h 13"/>
                  <a:gd name="T4" fmla="*/ 88 w 11"/>
                  <a:gd name="T5" fmla="*/ 134 h 13"/>
                  <a:gd name="T6" fmla="*/ 48 w 11"/>
                  <a:gd name="T7" fmla="*/ 80 h 13"/>
                  <a:gd name="T8" fmla="*/ 32 w 11"/>
                  <a:gd name="T9" fmla="*/ 45 h 13"/>
                  <a:gd name="T10" fmla="*/ 24 w 11"/>
                  <a:gd name="T11" fmla="*/ 9 h 1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13">
                    <a:moveTo>
                      <a:pt x="2" y="0"/>
                    </a:moveTo>
                    <a:cubicBezTo>
                      <a:pt x="1" y="3"/>
                      <a:pt x="0" y="7"/>
                      <a:pt x="3" y="9"/>
                    </a:cubicBezTo>
                    <a:cubicBezTo>
                      <a:pt x="5" y="10"/>
                      <a:pt x="9" y="13"/>
                      <a:pt x="11" y="12"/>
                    </a:cubicBezTo>
                    <a:cubicBezTo>
                      <a:pt x="10" y="10"/>
                      <a:pt x="7" y="9"/>
                      <a:pt x="6" y="7"/>
                    </a:cubicBezTo>
                    <a:cubicBezTo>
                      <a:pt x="5" y="6"/>
                      <a:pt x="4" y="5"/>
                      <a:pt x="4" y="4"/>
                    </a:cubicBezTo>
                    <a:cubicBezTo>
                      <a:pt x="3" y="3"/>
                      <a:pt x="3" y="2"/>
                      <a:pt x="3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782" name="Freeform 753">
                <a:extLst>
                  <a:ext uri="{FF2B5EF4-FFF2-40B4-BE49-F238E27FC236}">
                    <a16:creationId xmlns:a16="http://schemas.microsoft.com/office/drawing/2014/main" id="{AA286997-E123-4492-B849-9F02602FEE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1" y="1065"/>
                <a:ext cx="10" cy="28"/>
              </a:xfrm>
              <a:custGeom>
                <a:avLst/>
                <a:gdLst>
                  <a:gd name="T0" fmla="*/ 8 w 5"/>
                  <a:gd name="T1" fmla="*/ 0 h 13"/>
                  <a:gd name="T2" fmla="*/ 40 w 5"/>
                  <a:gd name="T3" fmla="*/ 129 h 13"/>
                  <a:gd name="T4" fmla="*/ 16 w 5"/>
                  <a:gd name="T5" fmla="*/ 9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13">
                    <a:moveTo>
                      <a:pt x="1" y="0"/>
                    </a:moveTo>
                    <a:cubicBezTo>
                      <a:pt x="1" y="4"/>
                      <a:pt x="0" y="11"/>
                      <a:pt x="5" y="13"/>
                    </a:cubicBezTo>
                    <a:cubicBezTo>
                      <a:pt x="5" y="9"/>
                      <a:pt x="3" y="5"/>
                      <a:pt x="2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783" name="Freeform 754">
                <a:extLst>
                  <a:ext uri="{FF2B5EF4-FFF2-40B4-BE49-F238E27FC236}">
                    <a16:creationId xmlns:a16="http://schemas.microsoft.com/office/drawing/2014/main" id="{F7734D82-FED8-464C-AE13-48D03441FC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7" y="1148"/>
                <a:ext cx="24" cy="44"/>
              </a:xfrm>
              <a:custGeom>
                <a:avLst/>
                <a:gdLst>
                  <a:gd name="T0" fmla="*/ 88 w 12"/>
                  <a:gd name="T1" fmla="*/ 44 h 20"/>
                  <a:gd name="T2" fmla="*/ 8 w 12"/>
                  <a:gd name="T3" fmla="*/ 150 h 20"/>
                  <a:gd name="T4" fmla="*/ 88 w 12"/>
                  <a:gd name="T5" fmla="*/ 125 h 20"/>
                  <a:gd name="T6" fmla="*/ 88 w 12"/>
                  <a:gd name="T7" fmla="*/ 73 h 20"/>
                  <a:gd name="T8" fmla="*/ 88 w 12"/>
                  <a:gd name="T9" fmla="*/ 44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20">
                    <a:moveTo>
                      <a:pt x="11" y="4"/>
                    </a:moveTo>
                    <a:cubicBezTo>
                      <a:pt x="5" y="0"/>
                      <a:pt x="0" y="9"/>
                      <a:pt x="1" y="14"/>
                    </a:cubicBezTo>
                    <a:cubicBezTo>
                      <a:pt x="2" y="20"/>
                      <a:pt x="9" y="14"/>
                      <a:pt x="11" y="12"/>
                    </a:cubicBezTo>
                    <a:cubicBezTo>
                      <a:pt x="12" y="10"/>
                      <a:pt x="12" y="9"/>
                      <a:pt x="11" y="7"/>
                    </a:cubicBezTo>
                    <a:cubicBezTo>
                      <a:pt x="11" y="6"/>
                      <a:pt x="11" y="5"/>
                      <a:pt x="11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784" name="Freeform 755">
                <a:extLst>
                  <a:ext uri="{FF2B5EF4-FFF2-40B4-BE49-F238E27FC236}">
                    <a16:creationId xmlns:a16="http://schemas.microsoft.com/office/drawing/2014/main" id="{2AD42FF5-0207-443B-88EC-9096D5A814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6" y="1111"/>
                <a:ext cx="54" cy="20"/>
              </a:xfrm>
              <a:custGeom>
                <a:avLst/>
                <a:gdLst>
                  <a:gd name="T0" fmla="*/ 0 w 26"/>
                  <a:gd name="T1" fmla="*/ 36 h 9"/>
                  <a:gd name="T2" fmla="*/ 108 w 26"/>
                  <a:gd name="T3" fmla="*/ 98 h 9"/>
                  <a:gd name="T4" fmla="*/ 168 w 26"/>
                  <a:gd name="T5" fmla="*/ 98 h 9"/>
                  <a:gd name="T6" fmla="*/ 233 w 26"/>
                  <a:gd name="T7" fmla="*/ 98 h 9"/>
                  <a:gd name="T8" fmla="*/ 168 w 26"/>
                  <a:gd name="T9" fmla="*/ 80 h 9"/>
                  <a:gd name="T10" fmla="*/ 81 w 26"/>
                  <a:gd name="T11" fmla="*/ 64 h 9"/>
                  <a:gd name="T12" fmla="*/ 0 w 26"/>
                  <a:gd name="T13" fmla="*/ 20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" h="9">
                    <a:moveTo>
                      <a:pt x="0" y="3"/>
                    </a:moveTo>
                    <a:cubicBezTo>
                      <a:pt x="1" y="8"/>
                      <a:pt x="7" y="8"/>
                      <a:pt x="12" y="9"/>
                    </a:cubicBezTo>
                    <a:cubicBezTo>
                      <a:pt x="14" y="9"/>
                      <a:pt x="17" y="9"/>
                      <a:pt x="19" y="9"/>
                    </a:cubicBezTo>
                    <a:cubicBezTo>
                      <a:pt x="22" y="9"/>
                      <a:pt x="24" y="9"/>
                      <a:pt x="26" y="9"/>
                    </a:cubicBezTo>
                    <a:cubicBezTo>
                      <a:pt x="26" y="7"/>
                      <a:pt x="20" y="7"/>
                      <a:pt x="19" y="7"/>
                    </a:cubicBezTo>
                    <a:cubicBezTo>
                      <a:pt x="16" y="6"/>
                      <a:pt x="12" y="6"/>
                      <a:pt x="9" y="6"/>
                    </a:cubicBezTo>
                    <a:cubicBezTo>
                      <a:pt x="7" y="5"/>
                      <a:pt x="3" y="0"/>
                      <a:pt x="0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785" name="Freeform 756">
                <a:extLst>
                  <a:ext uri="{FF2B5EF4-FFF2-40B4-BE49-F238E27FC236}">
                    <a16:creationId xmlns:a16="http://schemas.microsoft.com/office/drawing/2014/main" id="{914F2F3C-19D5-4F23-86EF-3C22676AEF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1" y="973"/>
                <a:ext cx="37" cy="81"/>
              </a:xfrm>
              <a:custGeom>
                <a:avLst/>
                <a:gdLst>
                  <a:gd name="T0" fmla="*/ 16 w 18"/>
                  <a:gd name="T1" fmla="*/ 61 h 37"/>
                  <a:gd name="T2" fmla="*/ 25 w 18"/>
                  <a:gd name="T3" fmla="*/ 169 h 37"/>
                  <a:gd name="T4" fmla="*/ 68 w 18"/>
                  <a:gd name="T5" fmla="*/ 274 h 37"/>
                  <a:gd name="T6" fmla="*/ 156 w 18"/>
                  <a:gd name="T7" fmla="*/ 326 h 37"/>
                  <a:gd name="T8" fmla="*/ 113 w 18"/>
                  <a:gd name="T9" fmla="*/ 230 h 37"/>
                  <a:gd name="T10" fmla="*/ 60 w 18"/>
                  <a:gd name="T11" fmla="*/ 116 h 37"/>
                  <a:gd name="T12" fmla="*/ 33 w 18"/>
                  <a:gd name="T13" fmla="*/ 33 h 37"/>
                  <a:gd name="T14" fmla="*/ 16 w 18"/>
                  <a:gd name="T15" fmla="*/ 33 h 3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8" h="37">
                    <a:moveTo>
                      <a:pt x="2" y="6"/>
                    </a:moveTo>
                    <a:cubicBezTo>
                      <a:pt x="0" y="7"/>
                      <a:pt x="3" y="14"/>
                      <a:pt x="3" y="16"/>
                    </a:cubicBezTo>
                    <a:cubicBezTo>
                      <a:pt x="4" y="19"/>
                      <a:pt x="5" y="23"/>
                      <a:pt x="8" y="26"/>
                    </a:cubicBezTo>
                    <a:cubicBezTo>
                      <a:pt x="9" y="27"/>
                      <a:pt x="18" y="37"/>
                      <a:pt x="18" y="31"/>
                    </a:cubicBezTo>
                    <a:cubicBezTo>
                      <a:pt x="18" y="28"/>
                      <a:pt x="15" y="24"/>
                      <a:pt x="13" y="22"/>
                    </a:cubicBezTo>
                    <a:cubicBezTo>
                      <a:pt x="11" y="18"/>
                      <a:pt x="9" y="15"/>
                      <a:pt x="7" y="11"/>
                    </a:cubicBezTo>
                    <a:cubicBezTo>
                      <a:pt x="6" y="8"/>
                      <a:pt x="5" y="6"/>
                      <a:pt x="4" y="3"/>
                    </a:cubicBezTo>
                    <a:cubicBezTo>
                      <a:pt x="4" y="2"/>
                      <a:pt x="3" y="0"/>
                      <a:pt x="2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786" name="Freeform 757">
                <a:extLst>
                  <a:ext uri="{FF2B5EF4-FFF2-40B4-BE49-F238E27FC236}">
                    <a16:creationId xmlns:a16="http://schemas.microsoft.com/office/drawing/2014/main" id="{142899BB-5368-4E65-B0D5-7FD7D37ECE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8" y="909"/>
                <a:ext cx="17" cy="24"/>
              </a:xfrm>
              <a:custGeom>
                <a:avLst/>
                <a:gdLst>
                  <a:gd name="T0" fmla="*/ 0 w 8"/>
                  <a:gd name="T1" fmla="*/ 81 h 11"/>
                  <a:gd name="T2" fmla="*/ 40 w 8"/>
                  <a:gd name="T3" fmla="*/ 9 h 11"/>
                  <a:gd name="T4" fmla="*/ 68 w 8"/>
                  <a:gd name="T5" fmla="*/ 113 h 11"/>
                  <a:gd name="T6" fmla="*/ 19 w 8"/>
                  <a:gd name="T7" fmla="*/ 61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11">
                    <a:moveTo>
                      <a:pt x="0" y="8"/>
                    </a:moveTo>
                    <a:cubicBezTo>
                      <a:pt x="1" y="6"/>
                      <a:pt x="1" y="0"/>
                      <a:pt x="4" y="1"/>
                    </a:cubicBezTo>
                    <a:cubicBezTo>
                      <a:pt x="7" y="2"/>
                      <a:pt x="8" y="8"/>
                      <a:pt x="7" y="11"/>
                    </a:cubicBezTo>
                    <a:cubicBezTo>
                      <a:pt x="5" y="11"/>
                      <a:pt x="0" y="10"/>
                      <a:pt x="2" y="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</p:grpSp>
        <p:sp>
          <p:nvSpPr>
            <p:cNvPr id="54572" name="Freeform 758">
              <a:extLst>
                <a:ext uri="{FF2B5EF4-FFF2-40B4-BE49-F238E27FC236}">
                  <a16:creationId xmlns:a16="http://schemas.microsoft.com/office/drawing/2014/main" id="{643AD0B9-882D-4F86-B1CF-0B74518B5D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9" y="909"/>
              <a:ext cx="19" cy="26"/>
            </a:xfrm>
            <a:custGeom>
              <a:avLst/>
              <a:gdLst>
                <a:gd name="T0" fmla="*/ 76 w 9"/>
                <a:gd name="T1" fmla="*/ 72 h 12"/>
                <a:gd name="T2" fmla="*/ 57 w 9"/>
                <a:gd name="T3" fmla="*/ 9 h 12"/>
                <a:gd name="T4" fmla="*/ 27 w 9"/>
                <a:gd name="T5" fmla="*/ 43 h 12"/>
                <a:gd name="T6" fmla="*/ 27 w 9"/>
                <a:gd name="T7" fmla="*/ 121 h 12"/>
                <a:gd name="T8" fmla="*/ 68 w 9"/>
                <a:gd name="T9" fmla="*/ 61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12">
                  <a:moveTo>
                    <a:pt x="8" y="7"/>
                  </a:moveTo>
                  <a:cubicBezTo>
                    <a:pt x="9" y="6"/>
                    <a:pt x="7" y="1"/>
                    <a:pt x="6" y="1"/>
                  </a:cubicBezTo>
                  <a:cubicBezTo>
                    <a:pt x="4" y="0"/>
                    <a:pt x="4" y="2"/>
                    <a:pt x="3" y="4"/>
                  </a:cubicBezTo>
                  <a:cubicBezTo>
                    <a:pt x="3" y="5"/>
                    <a:pt x="0" y="11"/>
                    <a:pt x="3" y="12"/>
                  </a:cubicBezTo>
                  <a:cubicBezTo>
                    <a:pt x="5" y="12"/>
                    <a:pt x="7" y="8"/>
                    <a:pt x="7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4573" name="Freeform 759">
              <a:extLst>
                <a:ext uri="{FF2B5EF4-FFF2-40B4-BE49-F238E27FC236}">
                  <a16:creationId xmlns:a16="http://schemas.microsoft.com/office/drawing/2014/main" id="{E66E8045-A115-4A18-9282-B9F1299E55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0" y="852"/>
              <a:ext cx="37" cy="59"/>
            </a:xfrm>
            <a:custGeom>
              <a:avLst/>
              <a:gdLst>
                <a:gd name="T0" fmla="*/ 105 w 18"/>
                <a:gd name="T1" fmla="*/ 0 h 27"/>
                <a:gd name="T2" fmla="*/ 156 w 18"/>
                <a:gd name="T3" fmla="*/ 282 h 27"/>
                <a:gd name="T4" fmla="*/ 97 w 18"/>
                <a:gd name="T5" fmla="*/ 221 h 27"/>
                <a:gd name="T6" fmla="*/ 43 w 18"/>
                <a:gd name="T7" fmla="*/ 201 h 27"/>
                <a:gd name="T8" fmla="*/ 0 w 18"/>
                <a:gd name="T9" fmla="*/ 201 h 27"/>
                <a:gd name="T10" fmla="*/ 0 w 18"/>
                <a:gd name="T11" fmla="*/ 201 h 27"/>
                <a:gd name="T12" fmla="*/ 97 w 18"/>
                <a:gd name="T13" fmla="*/ 114 h 27"/>
                <a:gd name="T14" fmla="*/ 105 w 18"/>
                <a:gd name="T15" fmla="*/ 0 h 2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8" h="27">
                  <a:moveTo>
                    <a:pt x="12" y="0"/>
                  </a:moveTo>
                  <a:cubicBezTo>
                    <a:pt x="16" y="8"/>
                    <a:pt x="17" y="19"/>
                    <a:pt x="18" y="27"/>
                  </a:cubicBezTo>
                  <a:cubicBezTo>
                    <a:pt x="16" y="24"/>
                    <a:pt x="14" y="23"/>
                    <a:pt x="11" y="21"/>
                  </a:cubicBezTo>
                  <a:cubicBezTo>
                    <a:pt x="9" y="20"/>
                    <a:pt x="7" y="19"/>
                    <a:pt x="5" y="19"/>
                  </a:cubicBezTo>
                  <a:cubicBezTo>
                    <a:pt x="3" y="19"/>
                    <a:pt x="2" y="19"/>
                    <a:pt x="0" y="19"/>
                  </a:cubicBezTo>
                  <a:cubicBezTo>
                    <a:pt x="0" y="19"/>
                    <a:pt x="0" y="19"/>
                    <a:pt x="0" y="19"/>
                  </a:cubicBezTo>
                  <a:cubicBezTo>
                    <a:pt x="3" y="16"/>
                    <a:pt x="9" y="16"/>
                    <a:pt x="11" y="11"/>
                  </a:cubicBezTo>
                  <a:cubicBezTo>
                    <a:pt x="12" y="8"/>
                    <a:pt x="12" y="4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4574" name="Freeform 760">
              <a:extLst>
                <a:ext uri="{FF2B5EF4-FFF2-40B4-BE49-F238E27FC236}">
                  <a16:creationId xmlns:a16="http://schemas.microsoft.com/office/drawing/2014/main" id="{7163F771-4990-4D1E-801A-414B3FFB1C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7" y="2308"/>
              <a:ext cx="33" cy="70"/>
            </a:xfrm>
            <a:custGeom>
              <a:avLst/>
              <a:gdLst>
                <a:gd name="T0" fmla="*/ 0 w 16"/>
                <a:gd name="T1" fmla="*/ 9 h 32"/>
                <a:gd name="T2" fmla="*/ 72 w 16"/>
                <a:gd name="T3" fmla="*/ 158 h 32"/>
                <a:gd name="T4" fmla="*/ 97 w 16"/>
                <a:gd name="T5" fmla="*/ 335 h 32"/>
                <a:gd name="T6" fmla="*/ 8 w 16"/>
                <a:gd name="T7" fmla="*/ 0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32">
                  <a:moveTo>
                    <a:pt x="0" y="1"/>
                  </a:moveTo>
                  <a:cubicBezTo>
                    <a:pt x="4" y="5"/>
                    <a:pt x="6" y="10"/>
                    <a:pt x="8" y="15"/>
                  </a:cubicBezTo>
                  <a:cubicBezTo>
                    <a:pt x="10" y="21"/>
                    <a:pt x="9" y="27"/>
                    <a:pt x="11" y="32"/>
                  </a:cubicBezTo>
                  <a:cubicBezTo>
                    <a:pt x="16" y="21"/>
                    <a:pt x="11" y="7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4575" name="Freeform 761">
              <a:extLst>
                <a:ext uri="{FF2B5EF4-FFF2-40B4-BE49-F238E27FC236}">
                  <a16:creationId xmlns:a16="http://schemas.microsoft.com/office/drawing/2014/main" id="{8690239D-03C7-4571-AB0C-84AEF4DC01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0" y="2347"/>
              <a:ext cx="25" cy="64"/>
            </a:xfrm>
            <a:custGeom>
              <a:avLst/>
              <a:gdLst>
                <a:gd name="T0" fmla="*/ 0 w 12"/>
                <a:gd name="T1" fmla="*/ 20 h 29"/>
                <a:gd name="T2" fmla="*/ 56 w 12"/>
                <a:gd name="T3" fmla="*/ 150 h 29"/>
                <a:gd name="T4" fmla="*/ 65 w 12"/>
                <a:gd name="T5" fmla="*/ 249 h 29"/>
                <a:gd name="T6" fmla="*/ 65 w 12"/>
                <a:gd name="T7" fmla="*/ 311 h 29"/>
                <a:gd name="T8" fmla="*/ 27 w 12"/>
                <a:gd name="T9" fmla="*/ 9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29">
                  <a:moveTo>
                    <a:pt x="0" y="2"/>
                  </a:moveTo>
                  <a:cubicBezTo>
                    <a:pt x="3" y="1"/>
                    <a:pt x="5" y="11"/>
                    <a:pt x="6" y="14"/>
                  </a:cubicBezTo>
                  <a:cubicBezTo>
                    <a:pt x="6" y="17"/>
                    <a:pt x="7" y="20"/>
                    <a:pt x="7" y="23"/>
                  </a:cubicBezTo>
                  <a:cubicBezTo>
                    <a:pt x="7" y="25"/>
                    <a:pt x="6" y="27"/>
                    <a:pt x="7" y="29"/>
                  </a:cubicBezTo>
                  <a:cubicBezTo>
                    <a:pt x="12" y="26"/>
                    <a:pt x="10" y="0"/>
                    <a:pt x="3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4576" name="Freeform 762">
              <a:extLst>
                <a:ext uri="{FF2B5EF4-FFF2-40B4-BE49-F238E27FC236}">
                  <a16:creationId xmlns:a16="http://schemas.microsoft.com/office/drawing/2014/main" id="{5E2BC2F3-32AC-4DCB-B504-2C1AD2009A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8" y="2442"/>
              <a:ext cx="43" cy="147"/>
            </a:xfrm>
            <a:custGeom>
              <a:avLst/>
              <a:gdLst>
                <a:gd name="T0" fmla="*/ 147 w 21"/>
                <a:gd name="T1" fmla="*/ 0 h 67"/>
                <a:gd name="T2" fmla="*/ 129 w 21"/>
                <a:gd name="T3" fmla="*/ 158 h 67"/>
                <a:gd name="T4" fmla="*/ 59 w 21"/>
                <a:gd name="T5" fmla="*/ 274 h 67"/>
                <a:gd name="T6" fmla="*/ 16 w 21"/>
                <a:gd name="T7" fmla="*/ 452 h 67"/>
                <a:gd name="T8" fmla="*/ 16 w 21"/>
                <a:gd name="T9" fmla="*/ 709 h 67"/>
                <a:gd name="T10" fmla="*/ 113 w 21"/>
                <a:gd name="T11" fmla="*/ 307 h 67"/>
                <a:gd name="T12" fmla="*/ 156 w 21"/>
                <a:gd name="T13" fmla="*/ 9 h 6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" h="67">
                  <a:moveTo>
                    <a:pt x="17" y="0"/>
                  </a:moveTo>
                  <a:cubicBezTo>
                    <a:pt x="17" y="5"/>
                    <a:pt x="17" y="10"/>
                    <a:pt x="15" y="15"/>
                  </a:cubicBezTo>
                  <a:cubicBezTo>
                    <a:pt x="12" y="19"/>
                    <a:pt x="9" y="22"/>
                    <a:pt x="7" y="26"/>
                  </a:cubicBezTo>
                  <a:cubicBezTo>
                    <a:pt x="5" y="31"/>
                    <a:pt x="3" y="37"/>
                    <a:pt x="2" y="43"/>
                  </a:cubicBezTo>
                  <a:cubicBezTo>
                    <a:pt x="1" y="50"/>
                    <a:pt x="0" y="59"/>
                    <a:pt x="2" y="67"/>
                  </a:cubicBezTo>
                  <a:cubicBezTo>
                    <a:pt x="3" y="53"/>
                    <a:pt x="4" y="41"/>
                    <a:pt x="13" y="29"/>
                  </a:cubicBezTo>
                  <a:cubicBezTo>
                    <a:pt x="19" y="21"/>
                    <a:pt x="21" y="10"/>
                    <a:pt x="18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4577" name="Freeform 763">
              <a:extLst>
                <a:ext uri="{FF2B5EF4-FFF2-40B4-BE49-F238E27FC236}">
                  <a16:creationId xmlns:a16="http://schemas.microsoft.com/office/drawing/2014/main" id="{474547A3-BFEF-4F5E-8F6B-21E219E5A5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7" y="731"/>
              <a:ext cx="63" cy="81"/>
            </a:xfrm>
            <a:custGeom>
              <a:avLst/>
              <a:gdLst>
                <a:gd name="T0" fmla="*/ 24 w 31"/>
                <a:gd name="T1" fmla="*/ 149 h 37"/>
                <a:gd name="T2" fmla="*/ 236 w 31"/>
                <a:gd name="T3" fmla="*/ 387 h 37"/>
                <a:gd name="T4" fmla="*/ 161 w 31"/>
                <a:gd name="T5" fmla="*/ 239 h 37"/>
                <a:gd name="T6" fmla="*/ 260 w 31"/>
                <a:gd name="T7" fmla="*/ 302 h 37"/>
                <a:gd name="T8" fmla="*/ 136 w 31"/>
                <a:gd name="T9" fmla="*/ 125 h 37"/>
                <a:gd name="T10" fmla="*/ 228 w 31"/>
                <a:gd name="T11" fmla="*/ 177 h 37"/>
                <a:gd name="T12" fmla="*/ 0 w 31"/>
                <a:gd name="T13" fmla="*/ 33 h 37"/>
                <a:gd name="T14" fmla="*/ 16 w 31"/>
                <a:gd name="T15" fmla="*/ 158 h 3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1" h="37">
                  <a:moveTo>
                    <a:pt x="3" y="14"/>
                  </a:moveTo>
                  <a:cubicBezTo>
                    <a:pt x="10" y="23"/>
                    <a:pt x="23" y="27"/>
                    <a:pt x="28" y="37"/>
                  </a:cubicBezTo>
                  <a:cubicBezTo>
                    <a:pt x="27" y="32"/>
                    <a:pt x="23" y="27"/>
                    <a:pt x="19" y="23"/>
                  </a:cubicBezTo>
                  <a:cubicBezTo>
                    <a:pt x="24" y="23"/>
                    <a:pt x="28" y="26"/>
                    <a:pt x="31" y="29"/>
                  </a:cubicBezTo>
                  <a:cubicBezTo>
                    <a:pt x="26" y="24"/>
                    <a:pt x="22" y="17"/>
                    <a:pt x="16" y="12"/>
                  </a:cubicBezTo>
                  <a:cubicBezTo>
                    <a:pt x="20" y="13"/>
                    <a:pt x="24" y="15"/>
                    <a:pt x="27" y="17"/>
                  </a:cubicBezTo>
                  <a:cubicBezTo>
                    <a:pt x="19" y="11"/>
                    <a:pt x="11" y="0"/>
                    <a:pt x="0" y="3"/>
                  </a:cubicBezTo>
                  <a:cubicBezTo>
                    <a:pt x="1" y="6"/>
                    <a:pt x="1" y="13"/>
                    <a:pt x="2" y="15"/>
                  </a:cubicBezTo>
                </a:path>
              </a:pathLst>
            </a:custGeom>
            <a:solidFill>
              <a:srgbClr val="6C191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4578" name="Freeform 764">
              <a:extLst>
                <a:ext uri="{FF2B5EF4-FFF2-40B4-BE49-F238E27FC236}">
                  <a16:creationId xmlns:a16="http://schemas.microsoft.com/office/drawing/2014/main" id="{19CD9968-C15E-4ACF-92DF-72941C714EA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8" y="724"/>
              <a:ext cx="86" cy="99"/>
            </a:xfrm>
            <a:custGeom>
              <a:avLst/>
              <a:gdLst>
                <a:gd name="T0" fmla="*/ 344 w 42"/>
                <a:gd name="T1" fmla="*/ 73 h 45"/>
                <a:gd name="T2" fmla="*/ 301 w 42"/>
                <a:gd name="T3" fmla="*/ 310 h 45"/>
                <a:gd name="T4" fmla="*/ 164 w 42"/>
                <a:gd name="T5" fmla="*/ 416 h 45"/>
                <a:gd name="T6" fmla="*/ 0 w 42"/>
                <a:gd name="T7" fmla="*/ 469 h 45"/>
                <a:gd name="T8" fmla="*/ 205 w 42"/>
                <a:gd name="T9" fmla="*/ 319 h 45"/>
                <a:gd name="T10" fmla="*/ 25 w 42"/>
                <a:gd name="T11" fmla="*/ 339 h 45"/>
                <a:gd name="T12" fmla="*/ 223 w 42"/>
                <a:gd name="T13" fmla="*/ 178 h 45"/>
                <a:gd name="T14" fmla="*/ 104 w 42"/>
                <a:gd name="T15" fmla="*/ 169 h 45"/>
                <a:gd name="T16" fmla="*/ 213 w 42"/>
                <a:gd name="T17" fmla="*/ 88 h 45"/>
                <a:gd name="T18" fmla="*/ 96 w 42"/>
                <a:gd name="T19" fmla="*/ 53 h 45"/>
                <a:gd name="T20" fmla="*/ 344 w 42"/>
                <a:gd name="T21" fmla="*/ 64 h 4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2" h="45">
                  <a:moveTo>
                    <a:pt x="40" y="7"/>
                  </a:moveTo>
                  <a:cubicBezTo>
                    <a:pt x="42" y="17"/>
                    <a:pt x="42" y="21"/>
                    <a:pt x="35" y="29"/>
                  </a:cubicBezTo>
                  <a:cubicBezTo>
                    <a:pt x="31" y="33"/>
                    <a:pt x="25" y="37"/>
                    <a:pt x="19" y="39"/>
                  </a:cubicBezTo>
                  <a:cubicBezTo>
                    <a:pt x="15" y="40"/>
                    <a:pt x="3" y="45"/>
                    <a:pt x="0" y="44"/>
                  </a:cubicBezTo>
                  <a:cubicBezTo>
                    <a:pt x="8" y="39"/>
                    <a:pt x="17" y="35"/>
                    <a:pt x="24" y="30"/>
                  </a:cubicBezTo>
                  <a:cubicBezTo>
                    <a:pt x="17" y="30"/>
                    <a:pt x="10" y="33"/>
                    <a:pt x="3" y="32"/>
                  </a:cubicBezTo>
                  <a:cubicBezTo>
                    <a:pt x="10" y="30"/>
                    <a:pt x="21" y="23"/>
                    <a:pt x="26" y="17"/>
                  </a:cubicBezTo>
                  <a:cubicBezTo>
                    <a:pt x="22" y="15"/>
                    <a:pt x="16" y="18"/>
                    <a:pt x="12" y="16"/>
                  </a:cubicBezTo>
                  <a:cubicBezTo>
                    <a:pt x="15" y="12"/>
                    <a:pt x="21" y="12"/>
                    <a:pt x="25" y="8"/>
                  </a:cubicBezTo>
                  <a:cubicBezTo>
                    <a:pt x="20" y="6"/>
                    <a:pt x="16" y="6"/>
                    <a:pt x="11" y="5"/>
                  </a:cubicBezTo>
                  <a:cubicBezTo>
                    <a:pt x="19" y="3"/>
                    <a:pt x="34" y="0"/>
                    <a:pt x="40" y="6"/>
                  </a:cubicBezTo>
                </a:path>
              </a:pathLst>
            </a:custGeom>
            <a:solidFill>
              <a:srgbClr val="6C191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4579" name="Freeform 765">
              <a:extLst>
                <a:ext uri="{FF2B5EF4-FFF2-40B4-BE49-F238E27FC236}">
                  <a16:creationId xmlns:a16="http://schemas.microsoft.com/office/drawing/2014/main" id="{F146245B-D590-417B-8B61-439A8E0BD61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9" y="931"/>
              <a:ext cx="35" cy="35"/>
            </a:xfrm>
            <a:custGeom>
              <a:avLst/>
              <a:gdLst>
                <a:gd name="T0" fmla="*/ 132 w 17"/>
                <a:gd name="T1" fmla="*/ 20 h 16"/>
                <a:gd name="T2" fmla="*/ 148 w 17"/>
                <a:gd name="T3" fmla="*/ 72 h 16"/>
                <a:gd name="T4" fmla="*/ 68 w 17"/>
                <a:gd name="T5" fmla="*/ 168 h 16"/>
                <a:gd name="T6" fmla="*/ 0 w 17"/>
                <a:gd name="T7" fmla="*/ 72 h 16"/>
                <a:gd name="T8" fmla="*/ 8 w 17"/>
                <a:gd name="T9" fmla="*/ 33 h 16"/>
                <a:gd name="T10" fmla="*/ 132 w 17"/>
                <a:gd name="T11" fmla="*/ 20 h 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" h="16">
                  <a:moveTo>
                    <a:pt x="15" y="2"/>
                  </a:moveTo>
                  <a:cubicBezTo>
                    <a:pt x="16" y="4"/>
                    <a:pt x="17" y="6"/>
                    <a:pt x="17" y="7"/>
                  </a:cubicBezTo>
                  <a:cubicBezTo>
                    <a:pt x="17" y="12"/>
                    <a:pt x="13" y="16"/>
                    <a:pt x="8" y="16"/>
                  </a:cubicBezTo>
                  <a:cubicBezTo>
                    <a:pt x="4" y="16"/>
                    <a:pt x="0" y="12"/>
                    <a:pt x="0" y="7"/>
                  </a:cubicBezTo>
                  <a:cubicBezTo>
                    <a:pt x="0" y="6"/>
                    <a:pt x="0" y="4"/>
                    <a:pt x="1" y="3"/>
                  </a:cubicBezTo>
                  <a:cubicBezTo>
                    <a:pt x="3" y="1"/>
                    <a:pt x="14" y="0"/>
                    <a:pt x="15" y="2"/>
                  </a:cubicBezTo>
                  <a:close/>
                </a:path>
              </a:pathLst>
            </a:custGeom>
            <a:solidFill>
              <a:srgbClr val="2053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4580" name="Freeform 766">
              <a:extLst>
                <a:ext uri="{FF2B5EF4-FFF2-40B4-BE49-F238E27FC236}">
                  <a16:creationId xmlns:a16="http://schemas.microsoft.com/office/drawing/2014/main" id="{8FE996AB-DA63-435F-8E3B-432B666F85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9" y="933"/>
              <a:ext cx="33" cy="18"/>
            </a:xfrm>
            <a:custGeom>
              <a:avLst/>
              <a:gdLst>
                <a:gd name="T0" fmla="*/ 8 w 16"/>
                <a:gd name="T1" fmla="*/ 92 h 8"/>
                <a:gd name="T2" fmla="*/ 35 w 16"/>
                <a:gd name="T3" fmla="*/ 81 h 8"/>
                <a:gd name="T4" fmla="*/ 80 w 16"/>
                <a:gd name="T5" fmla="*/ 81 h 8"/>
                <a:gd name="T6" fmla="*/ 140 w 16"/>
                <a:gd name="T7" fmla="*/ 72 h 8"/>
                <a:gd name="T8" fmla="*/ 140 w 16"/>
                <a:gd name="T9" fmla="*/ 36 h 8"/>
                <a:gd name="T10" fmla="*/ 116 w 16"/>
                <a:gd name="T11" fmla="*/ 11 h 8"/>
                <a:gd name="T12" fmla="*/ 72 w 16"/>
                <a:gd name="T13" fmla="*/ 0 h 8"/>
                <a:gd name="T14" fmla="*/ 8 w 16"/>
                <a:gd name="T15" fmla="*/ 36 h 8"/>
                <a:gd name="T16" fmla="*/ 8 w 16"/>
                <a:gd name="T17" fmla="*/ 92 h 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6" h="8">
                  <a:moveTo>
                    <a:pt x="1" y="8"/>
                  </a:moveTo>
                  <a:cubicBezTo>
                    <a:pt x="1" y="7"/>
                    <a:pt x="4" y="7"/>
                    <a:pt x="4" y="7"/>
                  </a:cubicBezTo>
                  <a:cubicBezTo>
                    <a:pt x="6" y="7"/>
                    <a:pt x="8" y="7"/>
                    <a:pt x="9" y="7"/>
                  </a:cubicBezTo>
                  <a:cubicBezTo>
                    <a:pt x="11" y="7"/>
                    <a:pt x="15" y="8"/>
                    <a:pt x="16" y="6"/>
                  </a:cubicBezTo>
                  <a:cubicBezTo>
                    <a:pt x="16" y="5"/>
                    <a:pt x="16" y="4"/>
                    <a:pt x="16" y="3"/>
                  </a:cubicBezTo>
                  <a:cubicBezTo>
                    <a:pt x="15" y="2"/>
                    <a:pt x="14" y="2"/>
                    <a:pt x="13" y="1"/>
                  </a:cubicBezTo>
                  <a:cubicBezTo>
                    <a:pt x="11" y="1"/>
                    <a:pt x="10" y="0"/>
                    <a:pt x="8" y="0"/>
                  </a:cubicBezTo>
                  <a:cubicBezTo>
                    <a:pt x="6" y="0"/>
                    <a:pt x="2" y="1"/>
                    <a:pt x="1" y="3"/>
                  </a:cubicBezTo>
                  <a:cubicBezTo>
                    <a:pt x="1" y="4"/>
                    <a:pt x="0" y="6"/>
                    <a:pt x="1" y="8"/>
                  </a:cubicBezTo>
                </a:path>
              </a:pathLst>
            </a:custGeom>
            <a:solidFill>
              <a:srgbClr val="1F46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4581" name="Freeform 767">
              <a:extLst>
                <a:ext uri="{FF2B5EF4-FFF2-40B4-BE49-F238E27FC236}">
                  <a16:creationId xmlns:a16="http://schemas.microsoft.com/office/drawing/2014/main" id="{730DD280-C212-41ED-89DA-77E7060CEF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9" y="931"/>
              <a:ext cx="35" cy="35"/>
            </a:xfrm>
            <a:custGeom>
              <a:avLst/>
              <a:gdLst>
                <a:gd name="T0" fmla="*/ 132 w 17"/>
                <a:gd name="T1" fmla="*/ 20 h 16"/>
                <a:gd name="T2" fmla="*/ 148 w 17"/>
                <a:gd name="T3" fmla="*/ 72 h 16"/>
                <a:gd name="T4" fmla="*/ 68 w 17"/>
                <a:gd name="T5" fmla="*/ 168 h 16"/>
                <a:gd name="T6" fmla="*/ 0 w 17"/>
                <a:gd name="T7" fmla="*/ 72 h 16"/>
                <a:gd name="T8" fmla="*/ 8 w 17"/>
                <a:gd name="T9" fmla="*/ 33 h 16"/>
                <a:gd name="T10" fmla="*/ 132 w 17"/>
                <a:gd name="T11" fmla="*/ 20 h 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" h="16">
                  <a:moveTo>
                    <a:pt x="15" y="2"/>
                  </a:moveTo>
                  <a:cubicBezTo>
                    <a:pt x="16" y="4"/>
                    <a:pt x="17" y="6"/>
                    <a:pt x="17" y="7"/>
                  </a:cubicBezTo>
                  <a:cubicBezTo>
                    <a:pt x="17" y="12"/>
                    <a:pt x="13" y="16"/>
                    <a:pt x="8" y="16"/>
                  </a:cubicBezTo>
                  <a:cubicBezTo>
                    <a:pt x="4" y="16"/>
                    <a:pt x="0" y="12"/>
                    <a:pt x="0" y="7"/>
                  </a:cubicBezTo>
                  <a:cubicBezTo>
                    <a:pt x="0" y="6"/>
                    <a:pt x="0" y="4"/>
                    <a:pt x="1" y="3"/>
                  </a:cubicBezTo>
                  <a:cubicBezTo>
                    <a:pt x="3" y="1"/>
                    <a:pt x="14" y="0"/>
                    <a:pt x="15" y="2"/>
                  </a:cubicBezTo>
                  <a:close/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4582" name="Oval 768">
              <a:extLst>
                <a:ext uri="{FF2B5EF4-FFF2-40B4-BE49-F238E27FC236}">
                  <a16:creationId xmlns:a16="http://schemas.microsoft.com/office/drawing/2014/main" id="{D7269946-6A61-4F25-8F2D-BD083AB030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79" y="940"/>
              <a:ext cx="15" cy="15"/>
            </a:xfrm>
            <a:prstGeom prst="ellipse">
              <a:avLst/>
            </a:pr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4583" name="Oval 769">
              <a:extLst>
                <a:ext uri="{FF2B5EF4-FFF2-40B4-BE49-F238E27FC236}">
                  <a16:creationId xmlns:a16="http://schemas.microsoft.com/office/drawing/2014/main" id="{C89B93D3-09CF-450A-B1CE-26C514B4D2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5" y="937"/>
              <a:ext cx="9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4584" name="Oval 770">
              <a:extLst>
                <a:ext uri="{FF2B5EF4-FFF2-40B4-BE49-F238E27FC236}">
                  <a16:creationId xmlns:a16="http://schemas.microsoft.com/office/drawing/2014/main" id="{74C05675-C0B2-43D1-9013-C2849B46F0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92" y="948"/>
              <a:ext cx="4" cy="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4585" name="Freeform 771">
              <a:extLst>
                <a:ext uri="{FF2B5EF4-FFF2-40B4-BE49-F238E27FC236}">
                  <a16:creationId xmlns:a16="http://schemas.microsoft.com/office/drawing/2014/main" id="{0A501204-4A35-4724-AD86-F0F53930273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6" y="933"/>
              <a:ext cx="74" cy="44"/>
            </a:xfrm>
            <a:custGeom>
              <a:avLst/>
              <a:gdLst>
                <a:gd name="T0" fmla="*/ 16 w 36"/>
                <a:gd name="T1" fmla="*/ 117 h 20"/>
                <a:gd name="T2" fmla="*/ 164 w 36"/>
                <a:gd name="T3" fmla="*/ 0 h 20"/>
                <a:gd name="T4" fmla="*/ 312 w 36"/>
                <a:gd name="T5" fmla="*/ 88 h 20"/>
                <a:gd name="T6" fmla="*/ 51 w 36"/>
                <a:gd name="T7" fmla="*/ 125 h 20"/>
                <a:gd name="T8" fmla="*/ 16 w 36"/>
                <a:gd name="T9" fmla="*/ 117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20">
                  <a:moveTo>
                    <a:pt x="2" y="11"/>
                  </a:moveTo>
                  <a:cubicBezTo>
                    <a:pt x="2" y="11"/>
                    <a:pt x="9" y="0"/>
                    <a:pt x="19" y="0"/>
                  </a:cubicBezTo>
                  <a:cubicBezTo>
                    <a:pt x="28" y="0"/>
                    <a:pt x="36" y="8"/>
                    <a:pt x="36" y="8"/>
                  </a:cubicBezTo>
                  <a:cubicBezTo>
                    <a:pt x="36" y="8"/>
                    <a:pt x="27" y="20"/>
                    <a:pt x="6" y="12"/>
                  </a:cubicBezTo>
                  <a:cubicBezTo>
                    <a:pt x="6" y="12"/>
                    <a:pt x="0" y="14"/>
                    <a:pt x="2" y="11"/>
                  </a:cubicBezTo>
                  <a:close/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4586" name="Freeform 772">
              <a:extLst>
                <a:ext uri="{FF2B5EF4-FFF2-40B4-BE49-F238E27FC236}">
                  <a16:creationId xmlns:a16="http://schemas.microsoft.com/office/drawing/2014/main" id="{24EFED11-E007-4005-8553-24173D81E8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3" y="951"/>
              <a:ext cx="21" cy="13"/>
            </a:xfrm>
            <a:custGeom>
              <a:avLst/>
              <a:gdLst>
                <a:gd name="T0" fmla="*/ 0 w 10"/>
                <a:gd name="T1" fmla="*/ 9 h 6"/>
                <a:gd name="T2" fmla="*/ 27 w 10"/>
                <a:gd name="T3" fmla="*/ 9 h 6"/>
                <a:gd name="T4" fmla="*/ 57 w 10"/>
                <a:gd name="T5" fmla="*/ 33 h 6"/>
                <a:gd name="T6" fmla="*/ 76 w 10"/>
                <a:gd name="T7" fmla="*/ 33 h 6"/>
                <a:gd name="T8" fmla="*/ 92 w 10"/>
                <a:gd name="T9" fmla="*/ 20 h 6"/>
                <a:gd name="T10" fmla="*/ 84 w 10"/>
                <a:gd name="T11" fmla="*/ 52 h 6"/>
                <a:gd name="T12" fmla="*/ 57 w 10"/>
                <a:gd name="T13" fmla="*/ 61 h 6"/>
                <a:gd name="T14" fmla="*/ 27 w 10"/>
                <a:gd name="T15" fmla="*/ 52 h 6"/>
                <a:gd name="T16" fmla="*/ 17 w 10"/>
                <a:gd name="T17" fmla="*/ 43 h 6"/>
                <a:gd name="T18" fmla="*/ 8 w 10"/>
                <a:gd name="T19" fmla="*/ 33 h 6"/>
                <a:gd name="T20" fmla="*/ 0 w 10"/>
                <a:gd name="T21" fmla="*/ 9 h 6"/>
                <a:gd name="T22" fmla="*/ 0 w 10"/>
                <a:gd name="T23" fmla="*/ 9 h 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0" h="6">
                  <a:moveTo>
                    <a:pt x="0" y="1"/>
                  </a:moveTo>
                  <a:cubicBezTo>
                    <a:pt x="1" y="0"/>
                    <a:pt x="2" y="0"/>
                    <a:pt x="3" y="1"/>
                  </a:cubicBezTo>
                  <a:cubicBezTo>
                    <a:pt x="4" y="2"/>
                    <a:pt x="5" y="3"/>
                    <a:pt x="6" y="3"/>
                  </a:cubicBezTo>
                  <a:cubicBezTo>
                    <a:pt x="7" y="3"/>
                    <a:pt x="8" y="3"/>
                    <a:pt x="8" y="3"/>
                  </a:cubicBezTo>
                  <a:cubicBezTo>
                    <a:pt x="9" y="2"/>
                    <a:pt x="9" y="2"/>
                    <a:pt x="10" y="2"/>
                  </a:cubicBezTo>
                  <a:cubicBezTo>
                    <a:pt x="10" y="3"/>
                    <a:pt x="10" y="4"/>
                    <a:pt x="9" y="5"/>
                  </a:cubicBezTo>
                  <a:cubicBezTo>
                    <a:pt x="9" y="6"/>
                    <a:pt x="7" y="6"/>
                    <a:pt x="6" y="6"/>
                  </a:cubicBezTo>
                  <a:cubicBezTo>
                    <a:pt x="5" y="6"/>
                    <a:pt x="4" y="6"/>
                    <a:pt x="3" y="5"/>
                  </a:cubicBezTo>
                  <a:cubicBezTo>
                    <a:pt x="2" y="5"/>
                    <a:pt x="2" y="4"/>
                    <a:pt x="2" y="4"/>
                  </a:cubicBezTo>
                  <a:cubicBezTo>
                    <a:pt x="1" y="4"/>
                    <a:pt x="1" y="3"/>
                    <a:pt x="1" y="3"/>
                  </a:cubicBezTo>
                  <a:cubicBezTo>
                    <a:pt x="0" y="2"/>
                    <a:pt x="0" y="2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</a:path>
              </a:pathLst>
            </a:custGeom>
            <a:solidFill>
              <a:srgbClr val="477D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</p:grpSp>
      <p:grpSp>
        <p:nvGrpSpPr>
          <p:cNvPr id="54277" name="rickets-adult-male-full-body">
            <a:extLst>
              <a:ext uri="{FF2B5EF4-FFF2-40B4-BE49-F238E27FC236}">
                <a16:creationId xmlns:a16="http://schemas.microsoft.com/office/drawing/2014/main" id="{5D162F3E-D700-4DE6-844B-BAA97F274788}"/>
              </a:ext>
            </a:extLst>
          </p:cNvPr>
          <p:cNvGrpSpPr>
            <a:grpSpLocks/>
          </p:cNvGrpSpPr>
          <p:nvPr/>
        </p:nvGrpSpPr>
        <p:grpSpPr bwMode="auto">
          <a:xfrm>
            <a:off x="8458200" y="1184275"/>
            <a:ext cx="1268413" cy="5340350"/>
            <a:chOff x="4362" y="720"/>
            <a:chExt cx="799" cy="3364"/>
          </a:xfrm>
        </p:grpSpPr>
        <p:grpSp>
          <p:nvGrpSpPr>
            <p:cNvPr id="54278" name="Group 774">
              <a:extLst>
                <a:ext uri="{FF2B5EF4-FFF2-40B4-BE49-F238E27FC236}">
                  <a16:creationId xmlns:a16="http://schemas.microsoft.com/office/drawing/2014/main" id="{4B77E53A-9B1F-42D6-84C0-70684BFD397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362" y="720"/>
              <a:ext cx="799" cy="3345"/>
              <a:chOff x="4362" y="720"/>
              <a:chExt cx="799" cy="3345"/>
            </a:xfrm>
          </p:grpSpPr>
          <p:sp>
            <p:nvSpPr>
              <p:cNvPr id="54371" name="Freeform 775">
                <a:extLst>
                  <a:ext uri="{FF2B5EF4-FFF2-40B4-BE49-F238E27FC236}">
                    <a16:creationId xmlns:a16="http://schemas.microsoft.com/office/drawing/2014/main" id="{AF841B09-ABD3-4F3C-8055-ABF7A9B03C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42" y="2644"/>
                <a:ext cx="72" cy="74"/>
              </a:xfrm>
              <a:custGeom>
                <a:avLst/>
                <a:gdLst>
                  <a:gd name="T0" fmla="*/ 43 w 35"/>
                  <a:gd name="T1" fmla="*/ 331 h 34"/>
                  <a:gd name="T2" fmla="*/ 25 w 35"/>
                  <a:gd name="T3" fmla="*/ 226 h 34"/>
                  <a:gd name="T4" fmla="*/ 123 w 35"/>
                  <a:gd name="T5" fmla="*/ 176 h 34"/>
                  <a:gd name="T6" fmla="*/ 191 w 35"/>
                  <a:gd name="T7" fmla="*/ 96 h 34"/>
                  <a:gd name="T8" fmla="*/ 280 w 35"/>
                  <a:gd name="T9" fmla="*/ 0 h 34"/>
                  <a:gd name="T10" fmla="*/ 181 w 35"/>
                  <a:gd name="T11" fmla="*/ 226 h 34"/>
                  <a:gd name="T12" fmla="*/ 68 w 35"/>
                  <a:gd name="T13" fmla="*/ 342 h 3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5" h="34">
                    <a:moveTo>
                      <a:pt x="5" y="32"/>
                    </a:moveTo>
                    <a:cubicBezTo>
                      <a:pt x="0" y="34"/>
                      <a:pt x="1" y="25"/>
                      <a:pt x="3" y="22"/>
                    </a:cubicBezTo>
                    <a:cubicBezTo>
                      <a:pt x="6" y="18"/>
                      <a:pt x="9" y="17"/>
                      <a:pt x="14" y="17"/>
                    </a:cubicBezTo>
                    <a:cubicBezTo>
                      <a:pt x="20" y="16"/>
                      <a:pt x="20" y="13"/>
                      <a:pt x="22" y="9"/>
                    </a:cubicBezTo>
                    <a:cubicBezTo>
                      <a:pt x="25" y="5"/>
                      <a:pt x="28" y="2"/>
                      <a:pt x="32" y="0"/>
                    </a:cubicBezTo>
                    <a:cubicBezTo>
                      <a:pt x="35" y="5"/>
                      <a:pt x="24" y="18"/>
                      <a:pt x="21" y="22"/>
                    </a:cubicBezTo>
                    <a:cubicBezTo>
                      <a:pt x="18" y="26"/>
                      <a:pt x="10" y="29"/>
                      <a:pt x="8" y="33"/>
                    </a:cubicBezTo>
                  </a:path>
                </a:pathLst>
              </a:custGeom>
              <a:solidFill>
                <a:srgbClr val="F6F4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372" name="Freeform 776">
                <a:extLst>
                  <a:ext uri="{FF2B5EF4-FFF2-40B4-BE49-F238E27FC236}">
                    <a16:creationId xmlns:a16="http://schemas.microsoft.com/office/drawing/2014/main" id="{42A2F324-222F-4B67-9234-E612233320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64" y="2635"/>
                <a:ext cx="50" cy="42"/>
              </a:xfrm>
              <a:custGeom>
                <a:avLst/>
                <a:gdLst>
                  <a:gd name="T0" fmla="*/ 173 w 24"/>
                  <a:gd name="T1" fmla="*/ 0 h 19"/>
                  <a:gd name="T2" fmla="*/ 108 w 24"/>
                  <a:gd name="T3" fmla="*/ 53 h 19"/>
                  <a:gd name="T4" fmla="*/ 56 w 24"/>
                  <a:gd name="T5" fmla="*/ 73 h 19"/>
                  <a:gd name="T6" fmla="*/ 8 w 24"/>
                  <a:gd name="T7" fmla="*/ 195 h 19"/>
                  <a:gd name="T8" fmla="*/ 192 w 24"/>
                  <a:gd name="T9" fmla="*/ 20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19">
                    <a:moveTo>
                      <a:pt x="19" y="0"/>
                    </a:moveTo>
                    <a:cubicBezTo>
                      <a:pt x="19" y="0"/>
                      <a:pt x="14" y="4"/>
                      <a:pt x="12" y="5"/>
                    </a:cubicBezTo>
                    <a:cubicBezTo>
                      <a:pt x="10" y="5"/>
                      <a:pt x="8" y="5"/>
                      <a:pt x="6" y="7"/>
                    </a:cubicBezTo>
                    <a:cubicBezTo>
                      <a:pt x="3" y="9"/>
                      <a:pt x="0" y="15"/>
                      <a:pt x="1" y="18"/>
                    </a:cubicBezTo>
                    <a:cubicBezTo>
                      <a:pt x="11" y="19"/>
                      <a:pt x="24" y="14"/>
                      <a:pt x="21" y="2"/>
                    </a:cubicBezTo>
                  </a:path>
                </a:pathLst>
              </a:custGeom>
              <a:solidFill>
                <a:srgbClr val="F6F4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373" name="Freeform 777">
                <a:extLst>
                  <a:ext uri="{FF2B5EF4-FFF2-40B4-BE49-F238E27FC236}">
                    <a16:creationId xmlns:a16="http://schemas.microsoft.com/office/drawing/2014/main" id="{562FE38C-0D96-4037-8F64-14F5ECC966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42" y="2644"/>
                <a:ext cx="72" cy="74"/>
              </a:xfrm>
              <a:custGeom>
                <a:avLst/>
                <a:gdLst>
                  <a:gd name="T0" fmla="*/ 43 w 35"/>
                  <a:gd name="T1" fmla="*/ 331 h 34"/>
                  <a:gd name="T2" fmla="*/ 25 w 35"/>
                  <a:gd name="T3" fmla="*/ 226 h 34"/>
                  <a:gd name="T4" fmla="*/ 123 w 35"/>
                  <a:gd name="T5" fmla="*/ 176 h 34"/>
                  <a:gd name="T6" fmla="*/ 191 w 35"/>
                  <a:gd name="T7" fmla="*/ 96 h 34"/>
                  <a:gd name="T8" fmla="*/ 280 w 35"/>
                  <a:gd name="T9" fmla="*/ 0 h 34"/>
                  <a:gd name="T10" fmla="*/ 181 w 35"/>
                  <a:gd name="T11" fmla="*/ 226 h 34"/>
                  <a:gd name="T12" fmla="*/ 68 w 35"/>
                  <a:gd name="T13" fmla="*/ 342 h 3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5" h="34">
                    <a:moveTo>
                      <a:pt x="5" y="32"/>
                    </a:moveTo>
                    <a:cubicBezTo>
                      <a:pt x="0" y="34"/>
                      <a:pt x="1" y="25"/>
                      <a:pt x="3" y="22"/>
                    </a:cubicBezTo>
                    <a:cubicBezTo>
                      <a:pt x="6" y="18"/>
                      <a:pt x="9" y="17"/>
                      <a:pt x="14" y="17"/>
                    </a:cubicBezTo>
                    <a:cubicBezTo>
                      <a:pt x="20" y="16"/>
                      <a:pt x="20" y="13"/>
                      <a:pt x="22" y="9"/>
                    </a:cubicBezTo>
                    <a:cubicBezTo>
                      <a:pt x="25" y="5"/>
                      <a:pt x="28" y="2"/>
                      <a:pt x="32" y="0"/>
                    </a:cubicBezTo>
                    <a:cubicBezTo>
                      <a:pt x="35" y="5"/>
                      <a:pt x="24" y="18"/>
                      <a:pt x="21" y="22"/>
                    </a:cubicBezTo>
                    <a:cubicBezTo>
                      <a:pt x="18" y="26"/>
                      <a:pt x="10" y="29"/>
                      <a:pt x="8" y="33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374" name="Freeform 778">
                <a:extLst>
                  <a:ext uri="{FF2B5EF4-FFF2-40B4-BE49-F238E27FC236}">
                    <a16:creationId xmlns:a16="http://schemas.microsoft.com/office/drawing/2014/main" id="{5E25AB4E-55C2-4723-86BF-82635132C9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64" y="2635"/>
                <a:ext cx="39" cy="40"/>
              </a:xfrm>
              <a:custGeom>
                <a:avLst/>
                <a:gdLst>
                  <a:gd name="T0" fmla="*/ 164 w 19"/>
                  <a:gd name="T1" fmla="*/ 0 h 18"/>
                  <a:gd name="T2" fmla="*/ 105 w 19"/>
                  <a:gd name="T3" fmla="*/ 53 h 18"/>
                  <a:gd name="T4" fmla="*/ 51 w 19"/>
                  <a:gd name="T5" fmla="*/ 80 h 18"/>
                  <a:gd name="T6" fmla="*/ 8 w 19"/>
                  <a:gd name="T7" fmla="*/ 198 h 18"/>
                  <a:gd name="T8" fmla="*/ 76 w 19"/>
                  <a:gd name="T9" fmla="*/ 198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18">
                    <a:moveTo>
                      <a:pt x="19" y="0"/>
                    </a:moveTo>
                    <a:cubicBezTo>
                      <a:pt x="19" y="0"/>
                      <a:pt x="14" y="4"/>
                      <a:pt x="12" y="5"/>
                    </a:cubicBezTo>
                    <a:cubicBezTo>
                      <a:pt x="10" y="5"/>
                      <a:pt x="8" y="5"/>
                      <a:pt x="6" y="7"/>
                    </a:cubicBezTo>
                    <a:cubicBezTo>
                      <a:pt x="3" y="9"/>
                      <a:pt x="0" y="15"/>
                      <a:pt x="1" y="18"/>
                    </a:cubicBezTo>
                    <a:cubicBezTo>
                      <a:pt x="4" y="18"/>
                      <a:pt x="6" y="18"/>
                      <a:pt x="9" y="18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375" name="Freeform 779">
                <a:extLst>
                  <a:ext uri="{FF2B5EF4-FFF2-40B4-BE49-F238E27FC236}">
                    <a16:creationId xmlns:a16="http://schemas.microsoft.com/office/drawing/2014/main" id="{AE4D51A8-8F38-4BA5-AE92-908EC8FFBA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5" y="2664"/>
                <a:ext cx="73" cy="74"/>
              </a:xfrm>
              <a:custGeom>
                <a:avLst/>
                <a:gdLst>
                  <a:gd name="T0" fmla="*/ 273 w 35"/>
                  <a:gd name="T1" fmla="*/ 342 h 34"/>
                  <a:gd name="T2" fmla="*/ 292 w 35"/>
                  <a:gd name="T3" fmla="*/ 237 h 34"/>
                  <a:gd name="T4" fmla="*/ 192 w 35"/>
                  <a:gd name="T5" fmla="*/ 176 h 34"/>
                  <a:gd name="T6" fmla="*/ 117 w 35"/>
                  <a:gd name="T7" fmla="*/ 104 h 34"/>
                  <a:gd name="T8" fmla="*/ 27 w 35"/>
                  <a:gd name="T9" fmla="*/ 0 h 34"/>
                  <a:gd name="T10" fmla="*/ 125 w 35"/>
                  <a:gd name="T11" fmla="*/ 226 h 34"/>
                  <a:gd name="T12" fmla="*/ 244 w 35"/>
                  <a:gd name="T13" fmla="*/ 342 h 3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5" h="34">
                    <a:moveTo>
                      <a:pt x="30" y="33"/>
                    </a:moveTo>
                    <a:cubicBezTo>
                      <a:pt x="35" y="34"/>
                      <a:pt x="34" y="25"/>
                      <a:pt x="32" y="23"/>
                    </a:cubicBezTo>
                    <a:cubicBezTo>
                      <a:pt x="29" y="18"/>
                      <a:pt x="26" y="18"/>
                      <a:pt x="21" y="17"/>
                    </a:cubicBezTo>
                    <a:cubicBezTo>
                      <a:pt x="15" y="16"/>
                      <a:pt x="15" y="14"/>
                      <a:pt x="13" y="10"/>
                    </a:cubicBezTo>
                    <a:cubicBezTo>
                      <a:pt x="10" y="5"/>
                      <a:pt x="7" y="3"/>
                      <a:pt x="3" y="0"/>
                    </a:cubicBezTo>
                    <a:cubicBezTo>
                      <a:pt x="0" y="6"/>
                      <a:pt x="11" y="18"/>
                      <a:pt x="14" y="22"/>
                    </a:cubicBezTo>
                    <a:cubicBezTo>
                      <a:pt x="17" y="26"/>
                      <a:pt x="25" y="29"/>
                      <a:pt x="27" y="33"/>
                    </a:cubicBezTo>
                  </a:path>
                </a:pathLst>
              </a:custGeom>
              <a:solidFill>
                <a:srgbClr val="F6F4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376" name="Freeform 780">
                <a:extLst>
                  <a:ext uri="{FF2B5EF4-FFF2-40B4-BE49-F238E27FC236}">
                    <a16:creationId xmlns:a16="http://schemas.microsoft.com/office/drawing/2014/main" id="{39F0E0A2-5729-4748-A0DD-EE2682260C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5" y="2655"/>
                <a:ext cx="50" cy="41"/>
              </a:xfrm>
              <a:custGeom>
                <a:avLst/>
                <a:gdLst>
                  <a:gd name="T0" fmla="*/ 44 w 24"/>
                  <a:gd name="T1" fmla="*/ 0 h 19"/>
                  <a:gd name="T2" fmla="*/ 108 w 24"/>
                  <a:gd name="T3" fmla="*/ 52 h 19"/>
                  <a:gd name="T4" fmla="*/ 165 w 24"/>
                  <a:gd name="T5" fmla="*/ 69 h 19"/>
                  <a:gd name="T6" fmla="*/ 208 w 24"/>
                  <a:gd name="T7" fmla="*/ 181 h 19"/>
                  <a:gd name="T8" fmla="*/ 27 w 24"/>
                  <a:gd name="T9" fmla="*/ 19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19">
                    <a:moveTo>
                      <a:pt x="5" y="0"/>
                    </a:moveTo>
                    <a:cubicBezTo>
                      <a:pt x="5" y="1"/>
                      <a:pt x="10" y="4"/>
                      <a:pt x="12" y="5"/>
                    </a:cubicBezTo>
                    <a:cubicBezTo>
                      <a:pt x="14" y="6"/>
                      <a:pt x="16" y="5"/>
                      <a:pt x="18" y="7"/>
                    </a:cubicBezTo>
                    <a:cubicBezTo>
                      <a:pt x="21" y="9"/>
                      <a:pt x="24" y="15"/>
                      <a:pt x="23" y="18"/>
                    </a:cubicBezTo>
                    <a:cubicBezTo>
                      <a:pt x="13" y="19"/>
                      <a:pt x="0" y="15"/>
                      <a:pt x="3" y="2"/>
                    </a:cubicBezTo>
                  </a:path>
                </a:pathLst>
              </a:custGeom>
              <a:solidFill>
                <a:srgbClr val="F6F4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377" name="Freeform 781">
                <a:extLst>
                  <a:ext uri="{FF2B5EF4-FFF2-40B4-BE49-F238E27FC236}">
                    <a16:creationId xmlns:a16="http://schemas.microsoft.com/office/drawing/2014/main" id="{95A04F7B-1A8F-46DF-B2C0-68D0FEAA6F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5" y="2664"/>
                <a:ext cx="75" cy="76"/>
              </a:xfrm>
              <a:custGeom>
                <a:avLst/>
                <a:gdLst>
                  <a:gd name="T0" fmla="*/ 252 w 36"/>
                  <a:gd name="T1" fmla="*/ 339 h 35"/>
                  <a:gd name="T2" fmla="*/ 292 w 36"/>
                  <a:gd name="T3" fmla="*/ 237 h 35"/>
                  <a:gd name="T4" fmla="*/ 192 w 36"/>
                  <a:gd name="T5" fmla="*/ 174 h 35"/>
                  <a:gd name="T6" fmla="*/ 117 w 36"/>
                  <a:gd name="T7" fmla="*/ 104 h 35"/>
                  <a:gd name="T8" fmla="*/ 27 w 36"/>
                  <a:gd name="T9" fmla="*/ 0 h 35"/>
                  <a:gd name="T10" fmla="*/ 125 w 36"/>
                  <a:gd name="T11" fmla="*/ 226 h 35"/>
                  <a:gd name="T12" fmla="*/ 244 w 36"/>
                  <a:gd name="T13" fmla="*/ 339 h 3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6" h="35">
                    <a:moveTo>
                      <a:pt x="28" y="33"/>
                    </a:moveTo>
                    <a:cubicBezTo>
                      <a:pt x="36" y="35"/>
                      <a:pt x="34" y="25"/>
                      <a:pt x="32" y="23"/>
                    </a:cubicBezTo>
                    <a:cubicBezTo>
                      <a:pt x="29" y="18"/>
                      <a:pt x="26" y="18"/>
                      <a:pt x="21" y="17"/>
                    </a:cubicBezTo>
                    <a:cubicBezTo>
                      <a:pt x="15" y="16"/>
                      <a:pt x="15" y="14"/>
                      <a:pt x="13" y="10"/>
                    </a:cubicBezTo>
                    <a:cubicBezTo>
                      <a:pt x="10" y="5"/>
                      <a:pt x="7" y="3"/>
                      <a:pt x="3" y="0"/>
                    </a:cubicBezTo>
                    <a:cubicBezTo>
                      <a:pt x="0" y="6"/>
                      <a:pt x="11" y="18"/>
                      <a:pt x="14" y="22"/>
                    </a:cubicBezTo>
                    <a:cubicBezTo>
                      <a:pt x="17" y="26"/>
                      <a:pt x="25" y="29"/>
                      <a:pt x="27" y="33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378" name="Freeform 782">
                <a:extLst>
                  <a:ext uri="{FF2B5EF4-FFF2-40B4-BE49-F238E27FC236}">
                    <a16:creationId xmlns:a16="http://schemas.microsoft.com/office/drawing/2014/main" id="{4E627C7D-C510-4F39-8491-E792887179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6" y="2655"/>
                <a:ext cx="39" cy="41"/>
              </a:xfrm>
              <a:custGeom>
                <a:avLst/>
                <a:gdLst>
                  <a:gd name="T0" fmla="*/ 0 w 19"/>
                  <a:gd name="T1" fmla="*/ 0 h 19"/>
                  <a:gd name="T2" fmla="*/ 60 w 19"/>
                  <a:gd name="T3" fmla="*/ 52 h 19"/>
                  <a:gd name="T4" fmla="*/ 113 w 19"/>
                  <a:gd name="T5" fmla="*/ 69 h 19"/>
                  <a:gd name="T6" fmla="*/ 156 w 19"/>
                  <a:gd name="T7" fmla="*/ 181 h 19"/>
                  <a:gd name="T8" fmla="*/ 88 w 19"/>
                  <a:gd name="T9" fmla="*/ 181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19">
                    <a:moveTo>
                      <a:pt x="0" y="0"/>
                    </a:moveTo>
                    <a:cubicBezTo>
                      <a:pt x="0" y="1"/>
                      <a:pt x="5" y="4"/>
                      <a:pt x="7" y="5"/>
                    </a:cubicBezTo>
                    <a:cubicBezTo>
                      <a:pt x="9" y="6"/>
                      <a:pt x="11" y="5"/>
                      <a:pt x="13" y="7"/>
                    </a:cubicBezTo>
                    <a:cubicBezTo>
                      <a:pt x="16" y="9"/>
                      <a:pt x="19" y="15"/>
                      <a:pt x="18" y="18"/>
                    </a:cubicBezTo>
                    <a:cubicBezTo>
                      <a:pt x="15" y="19"/>
                      <a:pt x="13" y="18"/>
                      <a:pt x="10" y="18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379" name="Freeform 783">
                <a:extLst>
                  <a:ext uri="{FF2B5EF4-FFF2-40B4-BE49-F238E27FC236}">
                    <a16:creationId xmlns:a16="http://schemas.microsoft.com/office/drawing/2014/main" id="{6F981545-A56F-4B5D-841E-B535DE7E2B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2" y="1124"/>
                <a:ext cx="799" cy="2941"/>
              </a:xfrm>
              <a:custGeom>
                <a:avLst/>
                <a:gdLst>
                  <a:gd name="T0" fmla="*/ 2045 w 388"/>
                  <a:gd name="T1" fmla="*/ 690 h 1339"/>
                  <a:gd name="T2" fmla="*/ 2811 w 388"/>
                  <a:gd name="T3" fmla="*/ 1114 h 1339"/>
                  <a:gd name="T4" fmla="*/ 3239 w 388"/>
                  <a:gd name="T5" fmla="*/ 3846 h 1339"/>
                  <a:gd name="T6" fmla="*/ 3330 w 388"/>
                  <a:gd name="T7" fmla="*/ 6420 h 1339"/>
                  <a:gd name="T8" fmla="*/ 2986 w 388"/>
                  <a:gd name="T9" fmla="*/ 7786 h 1339"/>
                  <a:gd name="T10" fmla="*/ 3002 w 388"/>
                  <a:gd name="T11" fmla="*/ 7589 h 1339"/>
                  <a:gd name="T12" fmla="*/ 3083 w 388"/>
                  <a:gd name="T13" fmla="*/ 7004 h 1339"/>
                  <a:gd name="T14" fmla="*/ 2846 w 388"/>
                  <a:gd name="T15" fmla="*/ 7512 h 1339"/>
                  <a:gd name="T16" fmla="*/ 2883 w 388"/>
                  <a:gd name="T17" fmla="*/ 7004 h 1339"/>
                  <a:gd name="T18" fmla="*/ 2883 w 388"/>
                  <a:gd name="T19" fmla="*/ 5447 h 1339"/>
                  <a:gd name="T20" fmla="*/ 2778 w 388"/>
                  <a:gd name="T21" fmla="*/ 3710 h 1339"/>
                  <a:gd name="T22" fmla="*/ 2574 w 388"/>
                  <a:gd name="T23" fmla="*/ 3782 h 1339"/>
                  <a:gd name="T24" fmla="*/ 2689 w 388"/>
                  <a:gd name="T25" fmla="*/ 5065 h 1339"/>
                  <a:gd name="T26" fmla="*/ 2663 w 388"/>
                  <a:gd name="T27" fmla="*/ 8274 h 1339"/>
                  <a:gd name="T28" fmla="*/ 2455 w 388"/>
                  <a:gd name="T29" fmla="*/ 12654 h 1339"/>
                  <a:gd name="T30" fmla="*/ 2603 w 388"/>
                  <a:gd name="T31" fmla="*/ 13488 h 1339"/>
                  <a:gd name="T32" fmla="*/ 2846 w 388"/>
                  <a:gd name="T33" fmla="*/ 13851 h 1339"/>
                  <a:gd name="T34" fmla="*/ 2638 w 388"/>
                  <a:gd name="T35" fmla="*/ 13912 h 1339"/>
                  <a:gd name="T36" fmla="*/ 2306 w 388"/>
                  <a:gd name="T37" fmla="*/ 13932 h 1339"/>
                  <a:gd name="T38" fmla="*/ 2018 w 388"/>
                  <a:gd name="T39" fmla="*/ 13879 h 1339"/>
                  <a:gd name="T40" fmla="*/ 1938 w 388"/>
                  <a:gd name="T41" fmla="*/ 13117 h 1339"/>
                  <a:gd name="T42" fmla="*/ 1905 w 388"/>
                  <a:gd name="T43" fmla="*/ 11254 h 1339"/>
                  <a:gd name="T44" fmla="*/ 1878 w 388"/>
                  <a:gd name="T45" fmla="*/ 9273 h 1339"/>
                  <a:gd name="T46" fmla="*/ 1757 w 388"/>
                  <a:gd name="T47" fmla="*/ 6548 h 1339"/>
                  <a:gd name="T48" fmla="*/ 1526 w 388"/>
                  <a:gd name="T49" fmla="*/ 7428 h 1339"/>
                  <a:gd name="T50" fmla="*/ 1493 w 388"/>
                  <a:gd name="T51" fmla="*/ 10541 h 1339"/>
                  <a:gd name="T52" fmla="*/ 1361 w 388"/>
                  <a:gd name="T53" fmla="*/ 12851 h 1339"/>
                  <a:gd name="T54" fmla="*/ 1285 w 388"/>
                  <a:gd name="T55" fmla="*/ 13629 h 1339"/>
                  <a:gd name="T56" fmla="*/ 1145 w 388"/>
                  <a:gd name="T57" fmla="*/ 14116 h 1339"/>
                  <a:gd name="T58" fmla="*/ 776 w 388"/>
                  <a:gd name="T59" fmla="*/ 14081 h 1339"/>
                  <a:gd name="T60" fmla="*/ 496 w 388"/>
                  <a:gd name="T61" fmla="*/ 14020 h 1339"/>
                  <a:gd name="T62" fmla="*/ 488 w 388"/>
                  <a:gd name="T63" fmla="*/ 13787 h 1339"/>
                  <a:gd name="T64" fmla="*/ 793 w 388"/>
                  <a:gd name="T65" fmla="*/ 13045 h 1339"/>
                  <a:gd name="T66" fmla="*/ 848 w 388"/>
                  <a:gd name="T67" fmla="*/ 10174 h 1339"/>
                  <a:gd name="T68" fmla="*/ 692 w 388"/>
                  <a:gd name="T69" fmla="*/ 5109 h 1339"/>
                  <a:gd name="T70" fmla="*/ 801 w 388"/>
                  <a:gd name="T71" fmla="*/ 3879 h 1339"/>
                  <a:gd name="T72" fmla="*/ 612 w 388"/>
                  <a:gd name="T73" fmla="*/ 3806 h 1339"/>
                  <a:gd name="T74" fmla="*/ 496 w 388"/>
                  <a:gd name="T75" fmla="*/ 5544 h 1339"/>
                  <a:gd name="T76" fmla="*/ 496 w 388"/>
                  <a:gd name="T77" fmla="*/ 7101 h 1339"/>
                  <a:gd name="T78" fmla="*/ 544 w 388"/>
                  <a:gd name="T79" fmla="*/ 7608 h 1339"/>
                  <a:gd name="T80" fmla="*/ 297 w 388"/>
                  <a:gd name="T81" fmla="*/ 7112 h 1339"/>
                  <a:gd name="T82" fmla="*/ 377 w 388"/>
                  <a:gd name="T83" fmla="*/ 7694 h 1339"/>
                  <a:gd name="T84" fmla="*/ 395 w 388"/>
                  <a:gd name="T85" fmla="*/ 7883 h 1339"/>
                  <a:gd name="T86" fmla="*/ 51 w 388"/>
                  <a:gd name="T87" fmla="*/ 6528 h 1339"/>
                  <a:gd name="T88" fmla="*/ 140 w 388"/>
                  <a:gd name="T89" fmla="*/ 3940 h 1339"/>
                  <a:gd name="T90" fmla="*/ 568 w 388"/>
                  <a:gd name="T91" fmla="*/ 1206 h 1339"/>
                  <a:gd name="T92" fmla="*/ 1310 w 388"/>
                  <a:gd name="T93" fmla="*/ 718 h 1339"/>
                  <a:gd name="T94" fmla="*/ 2010 w 388"/>
                  <a:gd name="T95" fmla="*/ 0 h 1339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0" t="0" r="r" b="b"/>
                <a:pathLst>
                  <a:path w="388" h="1339">
                    <a:moveTo>
                      <a:pt x="230" y="0"/>
                    </a:moveTo>
                    <a:cubicBezTo>
                      <a:pt x="230" y="0"/>
                      <a:pt x="217" y="47"/>
                      <a:pt x="234" y="65"/>
                    </a:cubicBezTo>
                    <a:cubicBezTo>
                      <a:pt x="250" y="83"/>
                      <a:pt x="277" y="90"/>
                      <a:pt x="293" y="93"/>
                    </a:cubicBezTo>
                    <a:cubicBezTo>
                      <a:pt x="309" y="96"/>
                      <a:pt x="312" y="94"/>
                      <a:pt x="322" y="105"/>
                    </a:cubicBezTo>
                    <a:cubicBezTo>
                      <a:pt x="333" y="115"/>
                      <a:pt x="362" y="124"/>
                      <a:pt x="364" y="182"/>
                    </a:cubicBezTo>
                    <a:cubicBezTo>
                      <a:pt x="366" y="239"/>
                      <a:pt x="362" y="342"/>
                      <a:pt x="371" y="363"/>
                    </a:cubicBezTo>
                    <a:cubicBezTo>
                      <a:pt x="380" y="384"/>
                      <a:pt x="374" y="418"/>
                      <a:pt x="374" y="439"/>
                    </a:cubicBezTo>
                    <a:cubicBezTo>
                      <a:pt x="374" y="461"/>
                      <a:pt x="378" y="583"/>
                      <a:pt x="381" y="606"/>
                    </a:cubicBezTo>
                    <a:cubicBezTo>
                      <a:pt x="385" y="630"/>
                      <a:pt x="388" y="691"/>
                      <a:pt x="374" y="704"/>
                    </a:cubicBezTo>
                    <a:cubicBezTo>
                      <a:pt x="359" y="718"/>
                      <a:pt x="348" y="727"/>
                      <a:pt x="342" y="735"/>
                    </a:cubicBezTo>
                    <a:cubicBezTo>
                      <a:pt x="336" y="742"/>
                      <a:pt x="330" y="739"/>
                      <a:pt x="332" y="730"/>
                    </a:cubicBezTo>
                    <a:cubicBezTo>
                      <a:pt x="333" y="721"/>
                      <a:pt x="339" y="720"/>
                      <a:pt x="344" y="716"/>
                    </a:cubicBezTo>
                    <a:cubicBezTo>
                      <a:pt x="349" y="713"/>
                      <a:pt x="353" y="700"/>
                      <a:pt x="357" y="697"/>
                    </a:cubicBezTo>
                    <a:cubicBezTo>
                      <a:pt x="360" y="694"/>
                      <a:pt x="352" y="671"/>
                      <a:pt x="353" y="661"/>
                    </a:cubicBezTo>
                    <a:cubicBezTo>
                      <a:pt x="353" y="661"/>
                      <a:pt x="346" y="672"/>
                      <a:pt x="345" y="680"/>
                    </a:cubicBezTo>
                    <a:cubicBezTo>
                      <a:pt x="343" y="688"/>
                      <a:pt x="341" y="711"/>
                      <a:pt x="326" y="709"/>
                    </a:cubicBezTo>
                    <a:cubicBezTo>
                      <a:pt x="323" y="709"/>
                      <a:pt x="321" y="705"/>
                      <a:pt x="326" y="697"/>
                    </a:cubicBezTo>
                    <a:cubicBezTo>
                      <a:pt x="330" y="689"/>
                      <a:pt x="331" y="670"/>
                      <a:pt x="330" y="661"/>
                    </a:cubicBezTo>
                    <a:cubicBezTo>
                      <a:pt x="330" y="652"/>
                      <a:pt x="330" y="627"/>
                      <a:pt x="344" y="614"/>
                    </a:cubicBezTo>
                    <a:cubicBezTo>
                      <a:pt x="350" y="608"/>
                      <a:pt x="337" y="535"/>
                      <a:pt x="330" y="514"/>
                    </a:cubicBezTo>
                    <a:cubicBezTo>
                      <a:pt x="330" y="514"/>
                      <a:pt x="309" y="426"/>
                      <a:pt x="312" y="402"/>
                    </a:cubicBezTo>
                    <a:cubicBezTo>
                      <a:pt x="314" y="378"/>
                      <a:pt x="318" y="367"/>
                      <a:pt x="318" y="350"/>
                    </a:cubicBezTo>
                    <a:cubicBezTo>
                      <a:pt x="318" y="333"/>
                      <a:pt x="307" y="257"/>
                      <a:pt x="305" y="246"/>
                    </a:cubicBezTo>
                    <a:cubicBezTo>
                      <a:pt x="305" y="246"/>
                      <a:pt x="307" y="324"/>
                      <a:pt x="295" y="357"/>
                    </a:cubicBezTo>
                    <a:cubicBezTo>
                      <a:pt x="284" y="390"/>
                      <a:pt x="289" y="417"/>
                      <a:pt x="300" y="431"/>
                    </a:cubicBezTo>
                    <a:cubicBezTo>
                      <a:pt x="311" y="445"/>
                      <a:pt x="307" y="451"/>
                      <a:pt x="308" y="478"/>
                    </a:cubicBezTo>
                    <a:cubicBezTo>
                      <a:pt x="309" y="505"/>
                      <a:pt x="336" y="636"/>
                      <a:pt x="306" y="778"/>
                    </a:cubicBezTo>
                    <a:cubicBezTo>
                      <a:pt x="305" y="781"/>
                      <a:pt x="305" y="781"/>
                      <a:pt x="305" y="781"/>
                    </a:cubicBezTo>
                    <a:cubicBezTo>
                      <a:pt x="290" y="852"/>
                      <a:pt x="307" y="897"/>
                      <a:pt x="290" y="958"/>
                    </a:cubicBezTo>
                    <a:cubicBezTo>
                      <a:pt x="282" y="987"/>
                      <a:pt x="271" y="1164"/>
                      <a:pt x="281" y="1194"/>
                    </a:cubicBezTo>
                    <a:cubicBezTo>
                      <a:pt x="290" y="1224"/>
                      <a:pt x="281" y="1221"/>
                      <a:pt x="283" y="1227"/>
                    </a:cubicBezTo>
                    <a:cubicBezTo>
                      <a:pt x="284" y="1233"/>
                      <a:pt x="294" y="1264"/>
                      <a:pt x="298" y="1273"/>
                    </a:cubicBezTo>
                    <a:cubicBezTo>
                      <a:pt x="302" y="1283"/>
                      <a:pt x="317" y="1295"/>
                      <a:pt x="319" y="1295"/>
                    </a:cubicBezTo>
                    <a:cubicBezTo>
                      <a:pt x="321" y="1296"/>
                      <a:pt x="327" y="1301"/>
                      <a:pt x="326" y="1307"/>
                    </a:cubicBezTo>
                    <a:cubicBezTo>
                      <a:pt x="323" y="1316"/>
                      <a:pt x="315" y="1310"/>
                      <a:pt x="315" y="1310"/>
                    </a:cubicBezTo>
                    <a:cubicBezTo>
                      <a:pt x="311" y="1321"/>
                      <a:pt x="302" y="1313"/>
                      <a:pt x="302" y="1313"/>
                    </a:cubicBezTo>
                    <a:cubicBezTo>
                      <a:pt x="297" y="1326"/>
                      <a:pt x="285" y="1315"/>
                      <a:pt x="285" y="1315"/>
                    </a:cubicBezTo>
                    <a:cubicBezTo>
                      <a:pt x="277" y="1333"/>
                      <a:pt x="264" y="1315"/>
                      <a:pt x="264" y="1315"/>
                    </a:cubicBezTo>
                    <a:cubicBezTo>
                      <a:pt x="263" y="1324"/>
                      <a:pt x="255" y="1325"/>
                      <a:pt x="247" y="1325"/>
                    </a:cubicBezTo>
                    <a:cubicBezTo>
                      <a:pt x="239" y="1325"/>
                      <a:pt x="232" y="1322"/>
                      <a:pt x="231" y="1310"/>
                    </a:cubicBezTo>
                    <a:cubicBezTo>
                      <a:pt x="231" y="1304"/>
                      <a:pt x="231" y="1294"/>
                      <a:pt x="223" y="1278"/>
                    </a:cubicBezTo>
                    <a:cubicBezTo>
                      <a:pt x="215" y="1262"/>
                      <a:pt x="219" y="1256"/>
                      <a:pt x="222" y="1238"/>
                    </a:cubicBezTo>
                    <a:cubicBezTo>
                      <a:pt x="226" y="1219"/>
                      <a:pt x="217" y="1231"/>
                      <a:pt x="224" y="1198"/>
                    </a:cubicBezTo>
                    <a:cubicBezTo>
                      <a:pt x="228" y="1177"/>
                      <a:pt x="227" y="1088"/>
                      <a:pt x="218" y="1062"/>
                    </a:cubicBezTo>
                    <a:cubicBezTo>
                      <a:pt x="210" y="1035"/>
                      <a:pt x="213" y="1010"/>
                      <a:pt x="215" y="986"/>
                    </a:cubicBezTo>
                    <a:cubicBezTo>
                      <a:pt x="217" y="963"/>
                      <a:pt x="199" y="928"/>
                      <a:pt x="215" y="875"/>
                    </a:cubicBezTo>
                    <a:cubicBezTo>
                      <a:pt x="222" y="851"/>
                      <a:pt x="218" y="735"/>
                      <a:pt x="216" y="701"/>
                    </a:cubicBezTo>
                    <a:cubicBezTo>
                      <a:pt x="213" y="667"/>
                      <a:pt x="201" y="636"/>
                      <a:pt x="201" y="618"/>
                    </a:cubicBezTo>
                    <a:cubicBezTo>
                      <a:pt x="201" y="599"/>
                      <a:pt x="191" y="596"/>
                      <a:pt x="190" y="616"/>
                    </a:cubicBezTo>
                    <a:cubicBezTo>
                      <a:pt x="190" y="635"/>
                      <a:pt x="182" y="666"/>
                      <a:pt x="175" y="701"/>
                    </a:cubicBezTo>
                    <a:cubicBezTo>
                      <a:pt x="167" y="737"/>
                      <a:pt x="159" y="853"/>
                      <a:pt x="169" y="882"/>
                    </a:cubicBezTo>
                    <a:cubicBezTo>
                      <a:pt x="183" y="924"/>
                      <a:pt x="163" y="963"/>
                      <a:pt x="171" y="995"/>
                    </a:cubicBezTo>
                    <a:cubicBezTo>
                      <a:pt x="177" y="1018"/>
                      <a:pt x="175" y="1047"/>
                      <a:pt x="168" y="1063"/>
                    </a:cubicBezTo>
                    <a:cubicBezTo>
                      <a:pt x="162" y="1080"/>
                      <a:pt x="150" y="1198"/>
                      <a:pt x="156" y="1213"/>
                    </a:cubicBezTo>
                    <a:cubicBezTo>
                      <a:pt x="162" y="1228"/>
                      <a:pt x="158" y="1235"/>
                      <a:pt x="158" y="1241"/>
                    </a:cubicBezTo>
                    <a:cubicBezTo>
                      <a:pt x="158" y="1247"/>
                      <a:pt x="148" y="1278"/>
                      <a:pt x="147" y="1286"/>
                    </a:cubicBezTo>
                    <a:cubicBezTo>
                      <a:pt x="146" y="1294"/>
                      <a:pt x="143" y="1299"/>
                      <a:pt x="148" y="1310"/>
                    </a:cubicBezTo>
                    <a:cubicBezTo>
                      <a:pt x="153" y="1322"/>
                      <a:pt x="142" y="1330"/>
                      <a:pt x="131" y="1332"/>
                    </a:cubicBezTo>
                    <a:cubicBezTo>
                      <a:pt x="121" y="1334"/>
                      <a:pt x="115" y="1325"/>
                      <a:pt x="115" y="1325"/>
                    </a:cubicBezTo>
                    <a:cubicBezTo>
                      <a:pt x="110" y="1339"/>
                      <a:pt x="89" y="1329"/>
                      <a:pt x="89" y="1329"/>
                    </a:cubicBezTo>
                    <a:cubicBezTo>
                      <a:pt x="80" y="1336"/>
                      <a:pt x="71" y="1327"/>
                      <a:pt x="71" y="1327"/>
                    </a:cubicBezTo>
                    <a:cubicBezTo>
                      <a:pt x="62" y="1334"/>
                      <a:pt x="57" y="1323"/>
                      <a:pt x="57" y="1323"/>
                    </a:cubicBezTo>
                    <a:cubicBezTo>
                      <a:pt x="53" y="1327"/>
                      <a:pt x="48" y="1329"/>
                      <a:pt x="43" y="1321"/>
                    </a:cubicBezTo>
                    <a:cubicBezTo>
                      <a:pt x="38" y="1312"/>
                      <a:pt x="45" y="1307"/>
                      <a:pt x="56" y="1301"/>
                    </a:cubicBezTo>
                    <a:cubicBezTo>
                      <a:pt x="67" y="1296"/>
                      <a:pt x="72" y="1272"/>
                      <a:pt x="77" y="1263"/>
                    </a:cubicBezTo>
                    <a:cubicBezTo>
                      <a:pt x="82" y="1254"/>
                      <a:pt x="91" y="1231"/>
                      <a:pt x="91" y="1231"/>
                    </a:cubicBezTo>
                    <a:cubicBezTo>
                      <a:pt x="87" y="1215"/>
                      <a:pt x="103" y="1218"/>
                      <a:pt x="106" y="1183"/>
                    </a:cubicBezTo>
                    <a:cubicBezTo>
                      <a:pt x="110" y="1148"/>
                      <a:pt x="115" y="999"/>
                      <a:pt x="97" y="960"/>
                    </a:cubicBezTo>
                    <a:cubicBezTo>
                      <a:pt x="78" y="917"/>
                      <a:pt x="101" y="879"/>
                      <a:pt x="82" y="788"/>
                    </a:cubicBezTo>
                    <a:cubicBezTo>
                      <a:pt x="52" y="645"/>
                      <a:pt x="78" y="508"/>
                      <a:pt x="79" y="482"/>
                    </a:cubicBezTo>
                    <a:cubicBezTo>
                      <a:pt x="80" y="455"/>
                      <a:pt x="76" y="448"/>
                      <a:pt x="87" y="435"/>
                    </a:cubicBezTo>
                    <a:cubicBezTo>
                      <a:pt x="98" y="421"/>
                      <a:pt x="103" y="400"/>
                      <a:pt x="92" y="366"/>
                    </a:cubicBezTo>
                    <a:cubicBezTo>
                      <a:pt x="81" y="333"/>
                      <a:pt x="83" y="256"/>
                      <a:pt x="83" y="256"/>
                    </a:cubicBezTo>
                    <a:cubicBezTo>
                      <a:pt x="80" y="266"/>
                      <a:pt x="70" y="342"/>
                      <a:pt x="70" y="359"/>
                    </a:cubicBezTo>
                    <a:cubicBezTo>
                      <a:pt x="70" y="376"/>
                      <a:pt x="73" y="387"/>
                      <a:pt x="76" y="411"/>
                    </a:cubicBezTo>
                    <a:cubicBezTo>
                      <a:pt x="78" y="435"/>
                      <a:pt x="57" y="523"/>
                      <a:pt x="57" y="523"/>
                    </a:cubicBezTo>
                    <a:cubicBezTo>
                      <a:pt x="50" y="544"/>
                      <a:pt x="37" y="618"/>
                      <a:pt x="43" y="623"/>
                    </a:cubicBezTo>
                    <a:cubicBezTo>
                      <a:pt x="57" y="636"/>
                      <a:pt x="58" y="662"/>
                      <a:pt x="57" y="670"/>
                    </a:cubicBezTo>
                    <a:cubicBezTo>
                      <a:pt x="56" y="679"/>
                      <a:pt x="57" y="698"/>
                      <a:pt x="62" y="706"/>
                    </a:cubicBezTo>
                    <a:cubicBezTo>
                      <a:pt x="66" y="714"/>
                      <a:pt x="65" y="718"/>
                      <a:pt x="62" y="718"/>
                    </a:cubicBezTo>
                    <a:cubicBezTo>
                      <a:pt x="46" y="720"/>
                      <a:pt x="44" y="697"/>
                      <a:pt x="43" y="690"/>
                    </a:cubicBezTo>
                    <a:cubicBezTo>
                      <a:pt x="41" y="682"/>
                      <a:pt x="34" y="671"/>
                      <a:pt x="34" y="671"/>
                    </a:cubicBezTo>
                    <a:cubicBezTo>
                      <a:pt x="35" y="680"/>
                      <a:pt x="28" y="703"/>
                      <a:pt x="31" y="706"/>
                    </a:cubicBezTo>
                    <a:cubicBezTo>
                      <a:pt x="34" y="709"/>
                      <a:pt x="38" y="722"/>
                      <a:pt x="43" y="726"/>
                    </a:cubicBezTo>
                    <a:cubicBezTo>
                      <a:pt x="48" y="729"/>
                      <a:pt x="54" y="730"/>
                      <a:pt x="56" y="739"/>
                    </a:cubicBezTo>
                    <a:cubicBezTo>
                      <a:pt x="57" y="748"/>
                      <a:pt x="51" y="751"/>
                      <a:pt x="45" y="744"/>
                    </a:cubicBezTo>
                    <a:cubicBezTo>
                      <a:pt x="39" y="736"/>
                      <a:pt x="28" y="727"/>
                      <a:pt x="14" y="714"/>
                    </a:cubicBezTo>
                    <a:cubicBezTo>
                      <a:pt x="0" y="700"/>
                      <a:pt x="2" y="639"/>
                      <a:pt x="6" y="616"/>
                    </a:cubicBezTo>
                    <a:cubicBezTo>
                      <a:pt x="10" y="592"/>
                      <a:pt x="13" y="471"/>
                      <a:pt x="13" y="449"/>
                    </a:cubicBezTo>
                    <a:cubicBezTo>
                      <a:pt x="13" y="427"/>
                      <a:pt x="7" y="393"/>
                      <a:pt x="16" y="372"/>
                    </a:cubicBezTo>
                    <a:cubicBezTo>
                      <a:pt x="25" y="351"/>
                      <a:pt x="22" y="248"/>
                      <a:pt x="23" y="191"/>
                    </a:cubicBezTo>
                    <a:cubicBezTo>
                      <a:pt x="25" y="134"/>
                      <a:pt x="54" y="125"/>
                      <a:pt x="65" y="114"/>
                    </a:cubicBezTo>
                    <a:cubicBezTo>
                      <a:pt x="76" y="103"/>
                      <a:pt x="79" y="105"/>
                      <a:pt x="94" y="102"/>
                    </a:cubicBezTo>
                    <a:cubicBezTo>
                      <a:pt x="110" y="99"/>
                      <a:pt x="133" y="86"/>
                      <a:pt x="150" y="68"/>
                    </a:cubicBezTo>
                    <a:cubicBezTo>
                      <a:pt x="166" y="50"/>
                      <a:pt x="157" y="9"/>
                      <a:pt x="157" y="9"/>
                    </a:cubicBezTo>
                    <a:lnTo>
                      <a:pt x="230" y="0"/>
                    </a:lnTo>
                    <a:close/>
                  </a:path>
                </a:pathLst>
              </a:custGeom>
              <a:solidFill>
                <a:srgbClr val="F6F4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380" name="Freeform 784">
                <a:extLst>
                  <a:ext uri="{FF2B5EF4-FFF2-40B4-BE49-F238E27FC236}">
                    <a16:creationId xmlns:a16="http://schemas.microsoft.com/office/drawing/2014/main" id="{46C3BAB1-E1AB-4D95-B933-CFE9078BF4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2" y="1124"/>
                <a:ext cx="799" cy="2941"/>
              </a:xfrm>
              <a:custGeom>
                <a:avLst/>
                <a:gdLst>
                  <a:gd name="T0" fmla="*/ 2045 w 388"/>
                  <a:gd name="T1" fmla="*/ 690 h 1339"/>
                  <a:gd name="T2" fmla="*/ 2811 w 388"/>
                  <a:gd name="T3" fmla="*/ 1114 h 1339"/>
                  <a:gd name="T4" fmla="*/ 3239 w 388"/>
                  <a:gd name="T5" fmla="*/ 3846 h 1339"/>
                  <a:gd name="T6" fmla="*/ 3330 w 388"/>
                  <a:gd name="T7" fmla="*/ 6420 h 1339"/>
                  <a:gd name="T8" fmla="*/ 2986 w 388"/>
                  <a:gd name="T9" fmla="*/ 7786 h 1339"/>
                  <a:gd name="T10" fmla="*/ 3002 w 388"/>
                  <a:gd name="T11" fmla="*/ 7589 h 1339"/>
                  <a:gd name="T12" fmla="*/ 3083 w 388"/>
                  <a:gd name="T13" fmla="*/ 7004 h 1339"/>
                  <a:gd name="T14" fmla="*/ 2846 w 388"/>
                  <a:gd name="T15" fmla="*/ 7512 h 1339"/>
                  <a:gd name="T16" fmla="*/ 2883 w 388"/>
                  <a:gd name="T17" fmla="*/ 7004 h 1339"/>
                  <a:gd name="T18" fmla="*/ 2883 w 388"/>
                  <a:gd name="T19" fmla="*/ 5447 h 1339"/>
                  <a:gd name="T20" fmla="*/ 2778 w 388"/>
                  <a:gd name="T21" fmla="*/ 3710 h 1339"/>
                  <a:gd name="T22" fmla="*/ 2574 w 388"/>
                  <a:gd name="T23" fmla="*/ 3782 h 1339"/>
                  <a:gd name="T24" fmla="*/ 2689 w 388"/>
                  <a:gd name="T25" fmla="*/ 5065 h 1339"/>
                  <a:gd name="T26" fmla="*/ 2663 w 388"/>
                  <a:gd name="T27" fmla="*/ 8274 h 1339"/>
                  <a:gd name="T28" fmla="*/ 2455 w 388"/>
                  <a:gd name="T29" fmla="*/ 12654 h 1339"/>
                  <a:gd name="T30" fmla="*/ 2603 w 388"/>
                  <a:gd name="T31" fmla="*/ 13488 h 1339"/>
                  <a:gd name="T32" fmla="*/ 2846 w 388"/>
                  <a:gd name="T33" fmla="*/ 13851 h 1339"/>
                  <a:gd name="T34" fmla="*/ 2638 w 388"/>
                  <a:gd name="T35" fmla="*/ 13912 h 1339"/>
                  <a:gd name="T36" fmla="*/ 2306 w 388"/>
                  <a:gd name="T37" fmla="*/ 13932 h 1339"/>
                  <a:gd name="T38" fmla="*/ 2018 w 388"/>
                  <a:gd name="T39" fmla="*/ 13879 h 1339"/>
                  <a:gd name="T40" fmla="*/ 1938 w 388"/>
                  <a:gd name="T41" fmla="*/ 13117 h 1339"/>
                  <a:gd name="T42" fmla="*/ 1905 w 388"/>
                  <a:gd name="T43" fmla="*/ 11254 h 1339"/>
                  <a:gd name="T44" fmla="*/ 1878 w 388"/>
                  <a:gd name="T45" fmla="*/ 9273 h 1339"/>
                  <a:gd name="T46" fmla="*/ 1757 w 388"/>
                  <a:gd name="T47" fmla="*/ 6548 h 1339"/>
                  <a:gd name="T48" fmla="*/ 1526 w 388"/>
                  <a:gd name="T49" fmla="*/ 7428 h 1339"/>
                  <a:gd name="T50" fmla="*/ 1493 w 388"/>
                  <a:gd name="T51" fmla="*/ 10541 h 1339"/>
                  <a:gd name="T52" fmla="*/ 1361 w 388"/>
                  <a:gd name="T53" fmla="*/ 12851 h 1339"/>
                  <a:gd name="T54" fmla="*/ 1285 w 388"/>
                  <a:gd name="T55" fmla="*/ 13629 h 1339"/>
                  <a:gd name="T56" fmla="*/ 1145 w 388"/>
                  <a:gd name="T57" fmla="*/ 14116 h 1339"/>
                  <a:gd name="T58" fmla="*/ 776 w 388"/>
                  <a:gd name="T59" fmla="*/ 14081 h 1339"/>
                  <a:gd name="T60" fmla="*/ 496 w 388"/>
                  <a:gd name="T61" fmla="*/ 14020 h 1339"/>
                  <a:gd name="T62" fmla="*/ 488 w 388"/>
                  <a:gd name="T63" fmla="*/ 13787 h 1339"/>
                  <a:gd name="T64" fmla="*/ 793 w 388"/>
                  <a:gd name="T65" fmla="*/ 13045 h 1339"/>
                  <a:gd name="T66" fmla="*/ 832 w 388"/>
                  <a:gd name="T67" fmla="*/ 10106 h 1339"/>
                  <a:gd name="T68" fmla="*/ 692 w 388"/>
                  <a:gd name="T69" fmla="*/ 5109 h 1339"/>
                  <a:gd name="T70" fmla="*/ 801 w 388"/>
                  <a:gd name="T71" fmla="*/ 3879 h 1339"/>
                  <a:gd name="T72" fmla="*/ 612 w 388"/>
                  <a:gd name="T73" fmla="*/ 3806 h 1339"/>
                  <a:gd name="T74" fmla="*/ 496 w 388"/>
                  <a:gd name="T75" fmla="*/ 5544 h 1339"/>
                  <a:gd name="T76" fmla="*/ 496 w 388"/>
                  <a:gd name="T77" fmla="*/ 7101 h 1339"/>
                  <a:gd name="T78" fmla="*/ 544 w 388"/>
                  <a:gd name="T79" fmla="*/ 7608 h 1339"/>
                  <a:gd name="T80" fmla="*/ 297 w 388"/>
                  <a:gd name="T81" fmla="*/ 7112 h 1339"/>
                  <a:gd name="T82" fmla="*/ 377 w 388"/>
                  <a:gd name="T83" fmla="*/ 7694 h 1339"/>
                  <a:gd name="T84" fmla="*/ 395 w 388"/>
                  <a:gd name="T85" fmla="*/ 7883 h 1339"/>
                  <a:gd name="T86" fmla="*/ 51 w 388"/>
                  <a:gd name="T87" fmla="*/ 6528 h 1339"/>
                  <a:gd name="T88" fmla="*/ 140 w 388"/>
                  <a:gd name="T89" fmla="*/ 3940 h 1339"/>
                  <a:gd name="T90" fmla="*/ 568 w 388"/>
                  <a:gd name="T91" fmla="*/ 1206 h 1339"/>
                  <a:gd name="T92" fmla="*/ 1310 w 388"/>
                  <a:gd name="T93" fmla="*/ 718 h 1339"/>
                  <a:gd name="T94" fmla="*/ 2010 w 388"/>
                  <a:gd name="T95" fmla="*/ 0 h 1339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0" t="0" r="r" b="b"/>
                <a:pathLst>
                  <a:path w="388" h="1339">
                    <a:moveTo>
                      <a:pt x="230" y="0"/>
                    </a:moveTo>
                    <a:cubicBezTo>
                      <a:pt x="230" y="0"/>
                      <a:pt x="217" y="47"/>
                      <a:pt x="234" y="65"/>
                    </a:cubicBezTo>
                    <a:cubicBezTo>
                      <a:pt x="250" y="83"/>
                      <a:pt x="277" y="90"/>
                      <a:pt x="293" y="93"/>
                    </a:cubicBezTo>
                    <a:cubicBezTo>
                      <a:pt x="309" y="96"/>
                      <a:pt x="312" y="94"/>
                      <a:pt x="322" y="105"/>
                    </a:cubicBezTo>
                    <a:cubicBezTo>
                      <a:pt x="333" y="115"/>
                      <a:pt x="362" y="124"/>
                      <a:pt x="364" y="182"/>
                    </a:cubicBezTo>
                    <a:cubicBezTo>
                      <a:pt x="366" y="239"/>
                      <a:pt x="362" y="342"/>
                      <a:pt x="371" y="363"/>
                    </a:cubicBezTo>
                    <a:cubicBezTo>
                      <a:pt x="380" y="384"/>
                      <a:pt x="374" y="418"/>
                      <a:pt x="374" y="439"/>
                    </a:cubicBezTo>
                    <a:cubicBezTo>
                      <a:pt x="374" y="461"/>
                      <a:pt x="378" y="583"/>
                      <a:pt x="381" y="606"/>
                    </a:cubicBezTo>
                    <a:cubicBezTo>
                      <a:pt x="385" y="630"/>
                      <a:pt x="388" y="691"/>
                      <a:pt x="374" y="704"/>
                    </a:cubicBezTo>
                    <a:cubicBezTo>
                      <a:pt x="359" y="718"/>
                      <a:pt x="348" y="727"/>
                      <a:pt x="342" y="735"/>
                    </a:cubicBezTo>
                    <a:cubicBezTo>
                      <a:pt x="336" y="742"/>
                      <a:pt x="330" y="739"/>
                      <a:pt x="332" y="730"/>
                    </a:cubicBezTo>
                    <a:cubicBezTo>
                      <a:pt x="333" y="721"/>
                      <a:pt x="339" y="720"/>
                      <a:pt x="344" y="716"/>
                    </a:cubicBezTo>
                    <a:cubicBezTo>
                      <a:pt x="349" y="713"/>
                      <a:pt x="353" y="700"/>
                      <a:pt x="357" y="697"/>
                    </a:cubicBezTo>
                    <a:cubicBezTo>
                      <a:pt x="360" y="694"/>
                      <a:pt x="352" y="671"/>
                      <a:pt x="353" y="661"/>
                    </a:cubicBezTo>
                    <a:cubicBezTo>
                      <a:pt x="353" y="661"/>
                      <a:pt x="346" y="672"/>
                      <a:pt x="345" y="680"/>
                    </a:cubicBezTo>
                    <a:cubicBezTo>
                      <a:pt x="343" y="688"/>
                      <a:pt x="341" y="711"/>
                      <a:pt x="326" y="709"/>
                    </a:cubicBezTo>
                    <a:cubicBezTo>
                      <a:pt x="323" y="709"/>
                      <a:pt x="321" y="705"/>
                      <a:pt x="326" y="697"/>
                    </a:cubicBezTo>
                    <a:cubicBezTo>
                      <a:pt x="330" y="689"/>
                      <a:pt x="331" y="670"/>
                      <a:pt x="330" y="661"/>
                    </a:cubicBezTo>
                    <a:cubicBezTo>
                      <a:pt x="330" y="652"/>
                      <a:pt x="330" y="627"/>
                      <a:pt x="344" y="614"/>
                    </a:cubicBezTo>
                    <a:cubicBezTo>
                      <a:pt x="350" y="608"/>
                      <a:pt x="337" y="535"/>
                      <a:pt x="330" y="514"/>
                    </a:cubicBezTo>
                    <a:cubicBezTo>
                      <a:pt x="330" y="514"/>
                      <a:pt x="309" y="426"/>
                      <a:pt x="312" y="402"/>
                    </a:cubicBezTo>
                    <a:cubicBezTo>
                      <a:pt x="314" y="378"/>
                      <a:pt x="318" y="367"/>
                      <a:pt x="318" y="350"/>
                    </a:cubicBezTo>
                    <a:cubicBezTo>
                      <a:pt x="318" y="333"/>
                      <a:pt x="307" y="257"/>
                      <a:pt x="305" y="246"/>
                    </a:cubicBezTo>
                    <a:cubicBezTo>
                      <a:pt x="305" y="246"/>
                      <a:pt x="307" y="324"/>
                      <a:pt x="295" y="357"/>
                    </a:cubicBezTo>
                    <a:cubicBezTo>
                      <a:pt x="284" y="390"/>
                      <a:pt x="289" y="417"/>
                      <a:pt x="300" y="431"/>
                    </a:cubicBezTo>
                    <a:cubicBezTo>
                      <a:pt x="311" y="445"/>
                      <a:pt x="307" y="451"/>
                      <a:pt x="308" y="478"/>
                    </a:cubicBezTo>
                    <a:cubicBezTo>
                      <a:pt x="309" y="505"/>
                      <a:pt x="336" y="636"/>
                      <a:pt x="306" y="778"/>
                    </a:cubicBezTo>
                    <a:cubicBezTo>
                      <a:pt x="305" y="781"/>
                      <a:pt x="305" y="781"/>
                      <a:pt x="305" y="781"/>
                    </a:cubicBezTo>
                    <a:cubicBezTo>
                      <a:pt x="290" y="852"/>
                      <a:pt x="307" y="897"/>
                      <a:pt x="290" y="958"/>
                    </a:cubicBezTo>
                    <a:cubicBezTo>
                      <a:pt x="282" y="987"/>
                      <a:pt x="271" y="1164"/>
                      <a:pt x="281" y="1194"/>
                    </a:cubicBezTo>
                    <a:cubicBezTo>
                      <a:pt x="290" y="1224"/>
                      <a:pt x="281" y="1221"/>
                      <a:pt x="283" y="1227"/>
                    </a:cubicBezTo>
                    <a:cubicBezTo>
                      <a:pt x="284" y="1233"/>
                      <a:pt x="294" y="1264"/>
                      <a:pt x="298" y="1273"/>
                    </a:cubicBezTo>
                    <a:cubicBezTo>
                      <a:pt x="302" y="1283"/>
                      <a:pt x="317" y="1295"/>
                      <a:pt x="319" y="1295"/>
                    </a:cubicBezTo>
                    <a:cubicBezTo>
                      <a:pt x="321" y="1296"/>
                      <a:pt x="327" y="1301"/>
                      <a:pt x="326" y="1307"/>
                    </a:cubicBezTo>
                    <a:cubicBezTo>
                      <a:pt x="323" y="1316"/>
                      <a:pt x="315" y="1310"/>
                      <a:pt x="315" y="1310"/>
                    </a:cubicBezTo>
                    <a:cubicBezTo>
                      <a:pt x="311" y="1321"/>
                      <a:pt x="302" y="1313"/>
                      <a:pt x="302" y="1313"/>
                    </a:cubicBezTo>
                    <a:cubicBezTo>
                      <a:pt x="297" y="1326"/>
                      <a:pt x="285" y="1315"/>
                      <a:pt x="285" y="1315"/>
                    </a:cubicBezTo>
                    <a:cubicBezTo>
                      <a:pt x="277" y="1333"/>
                      <a:pt x="264" y="1315"/>
                      <a:pt x="264" y="1315"/>
                    </a:cubicBezTo>
                    <a:cubicBezTo>
                      <a:pt x="263" y="1324"/>
                      <a:pt x="255" y="1325"/>
                      <a:pt x="247" y="1325"/>
                    </a:cubicBezTo>
                    <a:cubicBezTo>
                      <a:pt x="239" y="1325"/>
                      <a:pt x="232" y="1322"/>
                      <a:pt x="231" y="1310"/>
                    </a:cubicBezTo>
                    <a:cubicBezTo>
                      <a:pt x="231" y="1304"/>
                      <a:pt x="231" y="1294"/>
                      <a:pt x="223" y="1278"/>
                    </a:cubicBezTo>
                    <a:cubicBezTo>
                      <a:pt x="215" y="1262"/>
                      <a:pt x="219" y="1256"/>
                      <a:pt x="222" y="1238"/>
                    </a:cubicBezTo>
                    <a:cubicBezTo>
                      <a:pt x="226" y="1219"/>
                      <a:pt x="217" y="1231"/>
                      <a:pt x="224" y="1198"/>
                    </a:cubicBezTo>
                    <a:cubicBezTo>
                      <a:pt x="228" y="1177"/>
                      <a:pt x="227" y="1088"/>
                      <a:pt x="218" y="1062"/>
                    </a:cubicBezTo>
                    <a:cubicBezTo>
                      <a:pt x="210" y="1035"/>
                      <a:pt x="213" y="1010"/>
                      <a:pt x="215" y="986"/>
                    </a:cubicBezTo>
                    <a:cubicBezTo>
                      <a:pt x="217" y="963"/>
                      <a:pt x="199" y="928"/>
                      <a:pt x="215" y="875"/>
                    </a:cubicBezTo>
                    <a:cubicBezTo>
                      <a:pt x="222" y="851"/>
                      <a:pt x="218" y="735"/>
                      <a:pt x="216" y="701"/>
                    </a:cubicBezTo>
                    <a:cubicBezTo>
                      <a:pt x="213" y="667"/>
                      <a:pt x="201" y="636"/>
                      <a:pt x="201" y="618"/>
                    </a:cubicBezTo>
                    <a:cubicBezTo>
                      <a:pt x="201" y="599"/>
                      <a:pt x="191" y="596"/>
                      <a:pt x="190" y="616"/>
                    </a:cubicBezTo>
                    <a:cubicBezTo>
                      <a:pt x="190" y="635"/>
                      <a:pt x="182" y="666"/>
                      <a:pt x="175" y="701"/>
                    </a:cubicBezTo>
                    <a:cubicBezTo>
                      <a:pt x="167" y="737"/>
                      <a:pt x="159" y="853"/>
                      <a:pt x="169" y="882"/>
                    </a:cubicBezTo>
                    <a:cubicBezTo>
                      <a:pt x="183" y="924"/>
                      <a:pt x="163" y="963"/>
                      <a:pt x="171" y="995"/>
                    </a:cubicBezTo>
                    <a:cubicBezTo>
                      <a:pt x="177" y="1018"/>
                      <a:pt x="175" y="1047"/>
                      <a:pt x="168" y="1063"/>
                    </a:cubicBezTo>
                    <a:cubicBezTo>
                      <a:pt x="162" y="1080"/>
                      <a:pt x="150" y="1198"/>
                      <a:pt x="156" y="1213"/>
                    </a:cubicBezTo>
                    <a:cubicBezTo>
                      <a:pt x="162" y="1228"/>
                      <a:pt x="158" y="1235"/>
                      <a:pt x="158" y="1241"/>
                    </a:cubicBezTo>
                    <a:cubicBezTo>
                      <a:pt x="158" y="1247"/>
                      <a:pt x="148" y="1278"/>
                      <a:pt x="147" y="1286"/>
                    </a:cubicBezTo>
                    <a:cubicBezTo>
                      <a:pt x="146" y="1294"/>
                      <a:pt x="143" y="1299"/>
                      <a:pt x="148" y="1310"/>
                    </a:cubicBezTo>
                    <a:cubicBezTo>
                      <a:pt x="153" y="1322"/>
                      <a:pt x="142" y="1330"/>
                      <a:pt x="131" y="1332"/>
                    </a:cubicBezTo>
                    <a:cubicBezTo>
                      <a:pt x="121" y="1334"/>
                      <a:pt x="115" y="1325"/>
                      <a:pt x="115" y="1325"/>
                    </a:cubicBezTo>
                    <a:cubicBezTo>
                      <a:pt x="110" y="1339"/>
                      <a:pt x="89" y="1329"/>
                      <a:pt x="89" y="1329"/>
                    </a:cubicBezTo>
                    <a:cubicBezTo>
                      <a:pt x="80" y="1336"/>
                      <a:pt x="71" y="1327"/>
                      <a:pt x="71" y="1327"/>
                    </a:cubicBezTo>
                    <a:cubicBezTo>
                      <a:pt x="62" y="1334"/>
                      <a:pt x="57" y="1323"/>
                      <a:pt x="57" y="1323"/>
                    </a:cubicBezTo>
                    <a:cubicBezTo>
                      <a:pt x="53" y="1327"/>
                      <a:pt x="48" y="1329"/>
                      <a:pt x="43" y="1321"/>
                    </a:cubicBezTo>
                    <a:cubicBezTo>
                      <a:pt x="38" y="1312"/>
                      <a:pt x="45" y="1307"/>
                      <a:pt x="56" y="1301"/>
                    </a:cubicBezTo>
                    <a:cubicBezTo>
                      <a:pt x="67" y="1296"/>
                      <a:pt x="72" y="1272"/>
                      <a:pt x="77" y="1263"/>
                    </a:cubicBezTo>
                    <a:cubicBezTo>
                      <a:pt x="82" y="1254"/>
                      <a:pt x="91" y="1231"/>
                      <a:pt x="91" y="1231"/>
                    </a:cubicBezTo>
                    <a:cubicBezTo>
                      <a:pt x="87" y="1215"/>
                      <a:pt x="103" y="1218"/>
                      <a:pt x="106" y="1183"/>
                    </a:cubicBezTo>
                    <a:cubicBezTo>
                      <a:pt x="110" y="1148"/>
                      <a:pt x="113" y="993"/>
                      <a:pt x="95" y="954"/>
                    </a:cubicBezTo>
                    <a:cubicBezTo>
                      <a:pt x="78" y="915"/>
                      <a:pt x="101" y="879"/>
                      <a:pt x="82" y="788"/>
                    </a:cubicBezTo>
                    <a:cubicBezTo>
                      <a:pt x="52" y="645"/>
                      <a:pt x="78" y="508"/>
                      <a:pt x="79" y="482"/>
                    </a:cubicBezTo>
                    <a:cubicBezTo>
                      <a:pt x="80" y="455"/>
                      <a:pt x="76" y="448"/>
                      <a:pt x="87" y="435"/>
                    </a:cubicBezTo>
                    <a:cubicBezTo>
                      <a:pt x="98" y="421"/>
                      <a:pt x="103" y="400"/>
                      <a:pt x="92" y="366"/>
                    </a:cubicBezTo>
                    <a:cubicBezTo>
                      <a:pt x="81" y="333"/>
                      <a:pt x="83" y="256"/>
                      <a:pt x="83" y="256"/>
                    </a:cubicBezTo>
                    <a:cubicBezTo>
                      <a:pt x="80" y="266"/>
                      <a:pt x="70" y="342"/>
                      <a:pt x="70" y="359"/>
                    </a:cubicBezTo>
                    <a:cubicBezTo>
                      <a:pt x="70" y="376"/>
                      <a:pt x="73" y="387"/>
                      <a:pt x="76" y="411"/>
                    </a:cubicBezTo>
                    <a:cubicBezTo>
                      <a:pt x="78" y="435"/>
                      <a:pt x="57" y="523"/>
                      <a:pt x="57" y="523"/>
                    </a:cubicBezTo>
                    <a:cubicBezTo>
                      <a:pt x="50" y="544"/>
                      <a:pt x="37" y="618"/>
                      <a:pt x="43" y="623"/>
                    </a:cubicBezTo>
                    <a:cubicBezTo>
                      <a:pt x="57" y="636"/>
                      <a:pt x="58" y="662"/>
                      <a:pt x="57" y="670"/>
                    </a:cubicBezTo>
                    <a:cubicBezTo>
                      <a:pt x="56" y="679"/>
                      <a:pt x="57" y="698"/>
                      <a:pt x="62" y="706"/>
                    </a:cubicBezTo>
                    <a:cubicBezTo>
                      <a:pt x="66" y="714"/>
                      <a:pt x="65" y="718"/>
                      <a:pt x="62" y="718"/>
                    </a:cubicBezTo>
                    <a:cubicBezTo>
                      <a:pt x="46" y="720"/>
                      <a:pt x="44" y="697"/>
                      <a:pt x="43" y="690"/>
                    </a:cubicBezTo>
                    <a:cubicBezTo>
                      <a:pt x="41" y="682"/>
                      <a:pt x="34" y="671"/>
                      <a:pt x="34" y="671"/>
                    </a:cubicBezTo>
                    <a:cubicBezTo>
                      <a:pt x="35" y="680"/>
                      <a:pt x="28" y="703"/>
                      <a:pt x="31" y="706"/>
                    </a:cubicBezTo>
                    <a:cubicBezTo>
                      <a:pt x="34" y="709"/>
                      <a:pt x="38" y="722"/>
                      <a:pt x="43" y="726"/>
                    </a:cubicBezTo>
                    <a:cubicBezTo>
                      <a:pt x="48" y="729"/>
                      <a:pt x="54" y="730"/>
                      <a:pt x="56" y="739"/>
                    </a:cubicBezTo>
                    <a:cubicBezTo>
                      <a:pt x="57" y="748"/>
                      <a:pt x="51" y="751"/>
                      <a:pt x="45" y="744"/>
                    </a:cubicBezTo>
                    <a:cubicBezTo>
                      <a:pt x="39" y="736"/>
                      <a:pt x="28" y="727"/>
                      <a:pt x="14" y="714"/>
                    </a:cubicBezTo>
                    <a:cubicBezTo>
                      <a:pt x="0" y="700"/>
                      <a:pt x="2" y="639"/>
                      <a:pt x="6" y="616"/>
                    </a:cubicBezTo>
                    <a:cubicBezTo>
                      <a:pt x="10" y="592"/>
                      <a:pt x="13" y="471"/>
                      <a:pt x="13" y="449"/>
                    </a:cubicBezTo>
                    <a:cubicBezTo>
                      <a:pt x="13" y="427"/>
                      <a:pt x="7" y="393"/>
                      <a:pt x="16" y="372"/>
                    </a:cubicBezTo>
                    <a:cubicBezTo>
                      <a:pt x="25" y="351"/>
                      <a:pt x="22" y="248"/>
                      <a:pt x="23" y="191"/>
                    </a:cubicBezTo>
                    <a:cubicBezTo>
                      <a:pt x="25" y="134"/>
                      <a:pt x="54" y="125"/>
                      <a:pt x="65" y="114"/>
                    </a:cubicBezTo>
                    <a:cubicBezTo>
                      <a:pt x="76" y="103"/>
                      <a:pt x="79" y="105"/>
                      <a:pt x="94" y="102"/>
                    </a:cubicBezTo>
                    <a:cubicBezTo>
                      <a:pt x="110" y="99"/>
                      <a:pt x="133" y="86"/>
                      <a:pt x="150" y="68"/>
                    </a:cubicBezTo>
                    <a:cubicBezTo>
                      <a:pt x="166" y="50"/>
                      <a:pt x="157" y="9"/>
                      <a:pt x="157" y="9"/>
                    </a:cubicBezTo>
                    <a:lnTo>
                      <a:pt x="230" y="0"/>
                    </a:lnTo>
                    <a:close/>
                  </a:path>
                </a:pathLst>
              </a:custGeom>
              <a:noFill/>
              <a:ln w="1111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381" name="Freeform 785">
                <a:extLst>
                  <a:ext uri="{FF2B5EF4-FFF2-40B4-BE49-F238E27FC236}">
                    <a16:creationId xmlns:a16="http://schemas.microsoft.com/office/drawing/2014/main" id="{B2808517-897A-4A2E-9534-5408B0F8BD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0" y="885"/>
                <a:ext cx="66" cy="147"/>
              </a:xfrm>
              <a:custGeom>
                <a:avLst/>
                <a:gdLst>
                  <a:gd name="T0" fmla="*/ 264 w 32"/>
                  <a:gd name="T1" fmla="*/ 178 h 67"/>
                  <a:gd name="T2" fmla="*/ 124 w 32"/>
                  <a:gd name="T3" fmla="*/ 0 h 67"/>
                  <a:gd name="T4" fmla="*/ 107 w 32"/>
                  <a:gd name="T5" fmla="*/ 371 h 67"/>
                  <a:gd name="T6" fmla="*/ 281 w 32"/>
                  <a:gd name="T7" fmla="*/ 621 h 67"/>
                  <a:gd name="T8" fmla="*/ 264 w 32"/>
                  <a:gd name="T9" fmla="*/ 178 h 6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67">
                    <a:moveTo>
                      <a:pt x="30" y="17"/>
                    </a:moveTo>
                    <a:cubicBezTo>
                      <a:pt x="30" y="17"/>
                      <a:pt x="27" y="0"/>
                      <a:pt x="14" y="0"/>
                    </a:cubicBezTo>
                    <a:cubicBezTo>
                      <a:pt x="0" y="0"/>
                      <a:pt x="9" y="27"/>
                      <a:pt x="12" y="35"/>
                    </a:cubicBezTo>
                    <a:cubicBezTo>
                      <a:pt x="15" y="42"/>
                      <a:pt x="20" y="67"/>
                      <a:pt x="32" y="59"/>
                    </a:cubicBezTo>
                    <a:lnTo>
                      <a:pt x="30" y="17"/>
                    </a:lnTo>
                    <a:close/>
                  </a:path>
                </a:pathLst>
              </a:custGeom>
              <a:solidFill>
                <a:srgbClr val="F6F4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382" name="Freeform 786">
                <a:extLst>
                  <a:ext uri="{FF2B5EF4-FFF2-40B4-BE49-F238E27FC236}">
                    <a16:creationId xmlns:a16="http://schemas.microsoft.com/office/drawing/2014/main" id="{4A39384D-4B6D-49DD-A465-A580CB40FC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0" y="885"/>
                <a:ext cx="66" cy="147"/>
              </a:xfrm>
              <a:custGeom>
                <a:avLst/>
                <a:gdLst>
                  <a:gd name="T0" fmla="*/ 264 w 32"/>
                  <a:gd name="T1" fmla="*/ 178 h 67"/>
                  <a:gd name="T2" fmla="*/ 124 w 32"/>
                  <a:gd name="T3" fmla="*/ 0 h 67"/>
                  <a:gd name="T4" fmla="*/ 107 w 32"/>
                  <a:gd name="T5" fmla="*/ 371 h 67"/>
                  <a:gd name="T6" fmla="*/ 281 w 32"/>
                  <a:gd name="T7" fmla="*/ 621 h 67"/>
                  <a:gd name="T8" fmla="*/ 264 w 32"/>
                  <a:gd name="T9" fmla="*/ 178 h 6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67">
                    <a:moveTo>
                      <a:pt x="30" y="17"/>
                    </a:moveTo>
                    <a:cubicBezTo>
                      <a:pt x="30" y="17"/>
                      <a:pt x="28" y="0"/>
                      <a:pt x="14" y="0"/>
                    </a:cubicBezTo>
                    <a:cubicBezTo>
                      <a:pt x="0" y="0"/>
                      <a:pt x="9" y="27"/>
                      <a:pt x="12" y="35"/>
                    </a:cubicBezTo>
                    <a:cubicBezTo>
                      <a:pt x="15" y="42"/>
                      <a:pt x="20" y="67"/>
                      <a:pt x="32" y="59"/>
                    </a:cubicBezTo>
                    <a:lnTo>
                      <a:pt x="30" y="17"/>
                    </a:lnTo>
                    <a:close/>
                  </a:path>
                </a:pathLst>
              </a:custGeom>
              <a:noFill/>
              <a:ln w="1111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383" name="Freeform 787">
                <a:extLst>
                  <a:ext uri="{FF2B5EF4-FFF2-40B4-BE49-F238E27FC236}">
                    <a16:creationId xmlns:a16="http://schemas.microsoft.com/office/drawing/2014/main" id="{2419667D-F119-4C72-8DFA-4715539627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4" y="898"/>
                <a:ext cx="25" cy="86"/>
              </a:xfrm>
              <a:custGeom>
                <a:avLst/>
                <a:gdLst>
                  <a:gd name="T0" fmla="*/ 0 w 12"/>
                  <a:gd name="T1" fmla="*/ 88 h 39"/>
                  <a:gd name="T2" fmla="*/ 65 w 12"/>
                  <a:gd name="T3" fmla="*/ 64 h 39"/>
                  <a:gd name="T4" fmla="*/ 100 w 12"/>
                  <a:gd name="T5" fmla="*/ 214 h 39"/>
                  <a:gd name="T6" fmla="*/ 73 w 12"/>
                  <a:gd name="T7" fmla="*/ 214 h 39"/>
                  <a:gd name="T8" fmla="*/ 73 w 12"/>
                  <a:gd name="T9" fmla="*/ 302 h 39"/>
                  <a:gd name="T10" fmla="*/ 100 w 12"/>
                  <a:gd name="T11" fmla="*/ 375 h 39"/>
                  <a:gd name="T12" fmla="*/ 100 w 12"/>
                  <a:gd name="T13" fmla="*/ 419 h 3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39">
                    <a:moveTo>
                      <a:pt x="0" y="8"/>
                    </a:moveTo>
                    <a:cubicBezTo>
                      <a:pt x="1" y="4"/>
                      <a:pt x="5" y="0"/>
                      <a:pt x="7" y="6"/>
                    </a:cubicBezTo>
                    <a:cubicBezTo>
                      <a:pt x="9" y="10"/>
                      <a:pt x="10" y="15"/>
                      <a:pt x="11" y="20"/>
                    </a:cubicBezTo>
                    <a:cubicBezTo>
                      <a:pt x="10" y="19"/>
                      <a:pt x="9" y="19"/>
                      <a:pt x="8" y="20"/>
                    </a:cubicBezTo>
                    <a:cubicBezTo>
                      <a:pt x="7" y="22"/>
                      <a:pt x="7" y="25"/>
                      <a:pt x="8" y="28"/>
                    </a:cubicBezTo>
                    <a:cubicBezTo>
                      <a:pt x="8" y="31"/>
                      <a:pt x="9" y="33"/>
                      <a:pt x="11" y="35"/>
                    </a:cubicBezTo>
                    <a:cubicBezTo>
                      <a:pt x="11" y="36"/>
                      <a:pt x="12" y="38"/>
                      <a:pt x="11" y="39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384" name="Freeform 788">
                <a:extLst>
                  <a:ext uri="{FF2B5EF4-FFF2-40B4-BE49-F238E27FC236}">
                    <a16:creationId xmlns:a16="http://schemas.microsoft.com/office/drawing/2014/main" id="{9319672B-E207-4A14-8756-6703E4EDEA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7" y="885"/>
                <a:ext cx="64" cy="147"/>
              </a:xfrm>
              <a:custGeom>
                <a:avLst/>
                <a:gdLst>
                  <a:gd name="T0" fmla="*/ 17 w 31"/>
                  <a:gd name="T1" fmla="*/ 178 h 67"/>
                  <a:gd name="T2" fmla="*/ 157 w 31"/>
                  <a:gd name="T3" fmla="*/ 0 h 67"/>
                  <a:gd name="T4" fmla="*/ 167 w 31"/>
                  <a:gd name="T5" fmla="*/ 371 h 67"/>
                  <a:gd name="T6" fmla="*/ 0 w 31"/>
                  <a:gd name="T7" fmla="*/ 621 h 67"/>
                  <a:gd name="T8" fmla="*/ 17 w 31"/>
                  <a:gd name="T9" fmla="*/ 178 h 6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67">
                    <a:moveTo>
                      <a:pt x="2" y="17"/>
                    </a:moveTo>
                    <a:cubicBezTo>
                      <a:pt x="2" y="17"/>
                      <a:pt x="4" y="0"/>
                      <a:pt x="18" y="0"/>
                    </a:cubicBezTo>
                    <a:cubicBezTo>
                      <a:pt x="31" y="0"/>
                      <a:pt x="22" y="27"/>
                      <a:pt x="19" y="35"/>
                    </a:cubicBezTo>
                    <a:cubicBezTo>
                      <a:pt x="17" y="42"/>
                      <a:pt x="11" y="67"/>
                      <a:pt x="0" y="59"/>
                    </a:cubicBezTo>
                    <a:lnTo>
                      <a:pt x="2" y="17"/>
                    </a:lnTo>
                    <a:close/>
                  </a:path>
                </a:pathLst>
              </a:custGeom>
              <a:solidFill>
                <a:srgbClr val="F6F4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385" name="Freeform 789">
                <a:extLst>
                  <a:ext uri="{FF2B5EF4-FFF2-40B4-BE49-F238E27FC236}">
                    <a16:creationId xmlns:a16="http://schemas.microsoft.com/office/drawing/2014/main" id="{B8E5086D-CFB1-4D47-AAD3-B7C96DF6F9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7" y="885"/>
                <a:ext cx="64" cy="147"/>
              </a:xfrm>
              <a:custGeom>
                <a:avLst/>
                <a:gdLst>
                  <a:gd name="T0" fmla="*/ 17 w 31"/>
                  <a:gd name="T1" fmla="*/ 178 h 67"/>
                  <a:gd name="T2" fmla="*/ 157 w 31"/>
                  <a:gd name="T3" fmla="*/ 0 h 67"/>
                  <a:gd name="T4" fmla="*/ 167 w 31"/>
                  <a:gd name="T5" fmla="*/ 371 h 67"/>
                  <a:gd name="T6" fmla="*/ 0 w 31"/>
                  <a:gd name="T7" fmla="*/ 621 h 67"/>
                  <a:gd name="T8" fmla="*/ 17 w 31"/>
                  <a:gd name="T9" fmla="*/ 178 h 6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67">
                    <a:moveTo>
                      <a:pt x="2" y="17"/>
                    </a:moveTo>
                    <a:cubicBezTo>
                      <a:pt x="2" y="17"/>
                      <a:pt x="4" y="0"/>
                      <a:pt x="18" y="0"/>
                    </a:cubicBezTo>
                    <a:cubicBezTo>
                      <a:pt x="31" y="0"/>
                      <a:pt x="22" y="27"/>
                      <a:pt x="19" y="35"/>
                    </a:cubicBezTo>
                    <a:cubicBezTo>
                      <a:pt x="17" y="42"/>
                      <a:pt x="11" y="67"/>
                      <a:pt x="0" y="59"/>
                    </a:cubicBezTo>
                    <a:lnTo>
                      <a:pt x="2" y="17"/>
                    </a:lnTo>
                    <a:close/>
                  </a:path>
                </a:pathLst>
              </a:custGeom>
              <a:noFill/>
              <a:ln w="1111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386" name="Freeform 790">
                <a:extLst>
                  <a:ext uri="{FF2B5EF4-FFF2-40B4-BE49-F238E27FC236}">
                    <a16:creationId xmlns:a16="http://schemas.microsoft.com/office/drawing/2014/main" id="{692799E1-55E7-4306-B0A4-CCF06CC26D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1" y="720"/>
                <a:ext cx="278" cy="494"/>
              </a:xfrm>
              <a:custGeom>
                <a:avLst/>
                <a:gdLst>
                  <a:gd name="T0" fmla="*/ 601 w 135"/>
                  <a:gd name="T1" fmla="*/ 53 h 225"/>
                  <a:gd name="T2" fmla="*/ 0 w 135"/>
                  <a:gd name="T3" fmla="*/ 613 h 225"/>
                  <a:gd name="T4" fmla="*/ 16 w 135"/>
                  <a:gd name="T5" fmla="*/ 1080 h 225"/>
                  <a:gd name="T6" fmla="*/ 97 w 135"/>
                  <a:gd name="T7" fmla="*/ 1548 h 225"/>
                  <a:gd name="T8" fmla="*/ 620 w 135"/>
                  <a:gd name="T9" fmla="*/ 2382 h 225"/>
                  <a:gd name="T10" fmla="*/ 1112 w 135"/>
                  <a:gd name="T11" fmla="*/ 1532 h 225"/>
                  <a:gd name="T12" fmla="*/ 1161 w 135"/>
                  <a:gd name="T13" fmla="*/ 1008 h 225"/>
                  <a:gd name="T14" fmla="*/ 1145 w 135"/>
                  <a:gd name="T15" fmla="*/ 573 h 225"/>
                  <a:gd name="T16" fmla="*/ 601 w 135"/>
                  <a:gd name="T17" fmla="*/ 53 h 22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35" h="225">
                    <a:moveTo>
                      <a:pt x="69" y="5"/>
                    </a:moveTo>
                    <a:cubicBezTo>
                      <a:pt x="69" y="5"/>
                      <a:pt x="0" y="0"/>
                      <a:pt x="0" y="58"/>
                    </a:cubicBezTo>
                    <a:cubicBezTo>
                      <a:pt x="0" y="76"/>
                      <a:pt x="2" y="113"/>
                      <a:pt x="2" y="102"/>
                    </a:cubicBezTo>
                    <a:cubicBezTo>
                      <a:pt x="2" y="93"/>
                      <a:pt x="0" y="133"/>
                      <a:pt x="11" y="146"/>
                    </a:cubicBezTo>
                    <a:cubicBezTo>
                      <a:pt x="25" y="164"/>
                      <a:pt x="30" y="225"/>
                      <a:pt x="71" y="225"/>
                    </a:cubicBezTo>
                    <a:cubicBezTo>
                      <a:pt x="112" y="225"/>
                      <a:pt x="115" y="174"/>
                      <a:pt x="127" y="145"/>
                    </a:cubicBezTo>
                    <a:cubicBezTo>
                      <a:pt x="135" y="129"/>
                      <a:pt x="134" y="105"/>
                      <a:pt x="133" y="95"/>
                    </a:cubicBezTo>
                    <a:cubicBezTo>
                      <a:pt x="131" y="86"/>
                      <a:pt x="131" y="54"/>
                      <a:pt x="131" y="54"/>
                    </a:cubicBezTo>
                    <a:cubicBezTo>
                      <a:pt x="131" y="54"/>
                      <a:pt x="132" y="5"/>
                      <a:pt x="69" y="5"/>
                    </a:cubicBezTo>
                    <a:close/>
                  </a:path>
                </a:pathLst>
              </a:custGeom>
              <a:solidFill>
                <a:srgbClr val="F6F4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387" name="Freeform 791">
                <a:extLst>
                  <a:ext uri="{FF2B5EF4-FFF2-40B4-BE49-F238E27FC236}">
                    <a16:creationId xmlns:a16="http://schemas.microsoft.com/office/drawing/2014/main" id="{6A87D9B8-08A8-4EC1-8027-07271A5B80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1" y="720"/>
                <a:ext cx="278" cy="494"/>
              </a:xfrm>
              <a:custGeom>
                <a:avLst/>
                <a:gdLst>
                  <a:gd name="T0" fmla="*/ 612 w 135"/>
                  <a:gd name="T1" fmla="*/ 53 h 225"/>
                  <a:gd name="T2" fmla="*/ 0 w 135"/>
                  <a:gd name="T3" fmla="*/ 613 h 225"/>
                  <a:gd name="T4" fmla="*/ 16 w 135"/>
                  <a:gd name="T5" fmla="*/ 1080 h 225"/>
                  <a:gd name="T6" fmla="*/ 97 w 135"/>
                  <a:gd name="T7" fmla="*/ 1548 h 225"/>
                  <a:gd name="T8" fmla="*/ 620 w 135"/>
                  <a:gd name="T9" fmla="*/ 2382 h 225"/>
                  <a:gd name="T10" fmla="*/ 1120 w 135"/>
                  <a:gd name="T11" fmla="*/ 1532 h 225"/>
                  <a:gd name="T12" fmla="*/ 1161 w 135"/>
                  <a:gd name="T13" fmla="*/ 1008 h 225"/>
                  <a:gd name="T14" fmla="*/ 1153 w 135"/>
                  <a:gd name="T15" fmla="*/ 573 h 225"/>
                  <a:gd name="T16" fmla="*/ 612 w 135"/>
                  <a:gd name="T17" fmla="*/ 53 h 22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35" h="225">
                    <a:moveTo>
                      <a:pt x="70" y="5"/>
                    </a:moveTo>
                    <a:cubicBezTo>
                      <a:pt x="70" y="5"/>
                      <a:pt x="0" y="0"/>
                      <a:pt x="0" y="58"/>
                    </a:cubicBezTo>
                    <a:cubicBezTo>
                      <a:pt x="0" y="76"/>
                      <a:pt x="2" y="85"/>
                      <a:pt x="2" y="102"/>
                    </a:cubicBezTo>
                    <a:cubicBezTo>
                      <a:pt x="3" y="104"/>
                      <a:pt x="2" y="132"/>
                      <a:pt x="11" y="146"/>
                    </a:cubicBezTo>
                    <a:cubicBezTo>
                      <a:pt x="24" y="165"/>
                      <a:pt x="30" y="225"/>
                      <a:pt x="71" y="225"/>
                    </a:cubicBezTo>
                    <a:cubicBezTo>
                      <a:pt x="113" y="225"/>
                      <a:pt x="115" y="174"/>
                      <a:pt x="128" y="145"/>
                    </a:cubicBezTo>
                    <a:cubicBezTo>
                      <a:pt x="135" y="129"/>
                      <a:pt x="135" y="105"/>
                      <a:pt x="133" y="95"/>
                    </a:cubicBezTo>
                    <a:cubicBezTo>
                      <a:pt x="132" y="86"/>
                      <a:pt x="132" y="54"/>
                      <a:pt x="132" y="54"/>
                    </a:cubicBezTo>
                    <a:cubicBezTo>
                      <a:pt x="132" y="54"/>
                      <a:pt x="132" y="5"/>
                      <a:pt x="70" y="5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388" name="Freeform 792">
                <a:extLst>
                  <a:ext uri="{FF2B5EF4-FFF2-40B4-BE49-F238E27FC236}">
                    <a16:creationId xmlns:a16="http://schemas.microsoft.com/office/drawing/2014/main" id="{F7F37361-C6FB-4015-8C2B-0EBB8E427D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2" y="933"/>
                <a:ext cx="75" cy="46"/>
              </a:xfrm>
              <a:custGeom>
                <a:avLst/>
                <a:gdLst>
                  <a:gd name="T0" fmla="*/ 17 w 36"/>
                  <a:gd name="T1" fmla="*/ 116 h 21"/>
                  <a:gd name="T2" fmla="*/ 173 w 36"/>
                  <a:gd name="T3" fmla="*/ 9 h 21"/>
                  <a:gd name="T4" fmla="*/ 325 w 36"/>
                  <a:gd name="T5" fmla="*/ 96 h 21"/>
                  <a:gd name="T6" fmla="*/ 56 w 36"/>
                  <a:gd name="T7" fmla="*/ 134 h 21"/>
                  <a:gd name="T8" fmla="*/ 17 w 36"/>
                  <a:gd name="T9" fmla="*/ 116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" h="21">
                    <a:moveTo>
                      <a:pt x="2" y="11"/>
                    </a:moveTo>
                    <a:cubicBezTo>
                      <a:pt x="2" y="11"/>
                      <a:pt x="10" y="1"/>
                      <a:pt x="19" y="1"/>
                    </a:cubicBezTo>
                    <a:cubicBezTo>
                      <a:pt x="28" y="0"/>
                      <a:pt x="36" y="9"/>
                      <a:pt x="36" y="9"/>
                    </a:cubicBezTo>
                    <a:cubicBezTo>
                      <a:pt x="36" y="9"/>
                      <a:pt x="27" y="21"/>
                      <a:pt x="6" y="13"/>
                    </a:cubicBezTo>
                    <a:cubicBezTo>
                      <a:pt x="6" y="13"/>
                      <a:pt x="0" y="15"/>
                      <a:pt x="2" y="1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389" name="Freeform 793">
                <a:extLst>
                  <a:ext uri="{FF2B5EF4-FFF2-40B4-BE49-F238E27FC236}">
                    <a16:creationId xmlns:a16="http://schemas.microsoft.com/office/drawing/2014/main" id="{309ADCD9-ABC5-4F9F-97EB-8701CC50F3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6" y="933"/>
                <a:ext cx="74" cy="46"/>
              </a:xfrm>
              <a:custGeom>
                <a:avLst/>
                <a:gdLst>
                  <a:gd name="T0" fmla="*/ 304 w 36"/>
                  <a:gd name="T1" fmla="*/ 125 h 21"/>
                  <a:gd name="T2" fmla="*/ 156 w 36"/>
                  <a:gd name="T3" fmla="*/ 9 h 21"/>
                  <a:gd name="T4" fmla="*/ 0 w 36"/>
                  <a:gd name="T5" fmla="*/ 96 h 21"/>
                  <a:gd name="T6" fmla="*/ 261 w 36"/>
                  <a:gd name="T7" fmla="*/ 134 h 21"/>
                  <a:gd name="T8" fmla="*/ 304 w 36"/>
                  <a:gd name="T9" fmla="*/ 125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" h="21">
                    <a:moveTo>
                      <a:pt x="35" y="12"/>
                    </a:moveTo>
                    <a:cubicBezTo>
                      <a:pt x="35" y="12"/>
                      <a:pt x="27" y="1"/>
                      <a:pt x="18" y="1"/>
                    </a:cubicBezTo>
                    <a:cubicBezTo>
                      <a:pt x="9" y="0"/>
                      <a:pt x="0" y="9"/>
                      <a:pt x="0" y="9"/>
                    </a:cubicBezTo>
                    <a:cubicBezTo>
                      <a:pt x="0" y="9"/>
                      <a:pt x="10" y="21"/>
                      <a:pt x="30" y="13"/>
                    </a:cubicBezTo>
                    <a:cubicBezTo>
                      <a:pt x="30" y="13"/>
                      <a:pt x="36" y="15"/>
                      <a:pt x="35" y="1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390" name="Freeform 794">
                <a:extLst>
                  <a:ext uri="{FF2B5EF4-FFF2-40B4-BE49-F238E27FC236}">
                    <a16:creationId xmlns:a16="http://schemas.microsoft.com/office/drawing/2014/main" id="{33A50664-0D62-43A8-8660-BAF58E682D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9" y="911"/>
                <a:ext cx="68" cy="35"/>
              </a:xfrm>
              <a:custGeom>
                <a:avLst/>
                <a:gdLst>
                  <a:gd name="T0" fmla="*/ 0 w 33"/>
                  <a:gd name="T1" fmla="*/ 168 h 16"/>
                  <a:gd name="T2" fmla="*/ 288 w 33"/>
                  <a:gd name="T3" fmla="*/ 149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3" h="16">
                    <a:moveTo>
                      <a:pt x="0" y="16"/>
                    </a:moveTo>
                    <a:cubicBezTo>
                      <a:pt x="0" y="16"/>
                      <a:pt x="16" y="0"/>
                      <a:pt x="33" y="14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391" name="Freeform 795">
                <a:extLst>
                  <a:ext uri="{FF2B5EF4-FFF2-40B4-BE49-F238E27FC236}">
                    <a16:creationId xmlns:a16="http://schemas.microsoft.com/office/drawing/2014/main" id="{0161660F-5D23-4C47-9AF3-EB9A69D7FD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4" y="968"/>
                <a:ext cx="27" cy="13"/>
              </a:xfrm>
              <a:custGeom>
                <a:avLst/>
                <a:gdLst>
                  <a:gd name="T0" fmla="*/ 0 w 13"/>
                  <a:gd name="T1" fmla="*/ 0 h 6"/>
                  <a:gd name="T2" fmla="*/ 116 w 13"/>
                  <a:gd name="T3" fmla="*/ 61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6">
                    <a:moveTo>
                      <a:pt x="0" y="0"/>
                    </a:moveTo>
                    <a:cubicBezTo>
                      <a:pt x="4" y="1"/>
                      <a:pt x="8" y="4"/>
                      <a:pt x="13" y="6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392" name="Freeform 796">
                <a:extLst>
                  <a:ext uri="{FF2B5EF4-FFF2-40B4-BE49-F238E27FC236}">
                    <a16:creationId xmlns:a16="http://schemas.microsoft.com/office/drawing/2014/main" id="{EABABCA5-2B58-4581-9DFC-9EC407BDA2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4" y="885"/>
                <a:ext cx="91" cy="48"/>
              </a:xfrm>
              <a:custGeom>
                <a:avLst/>
                <a:gdLst>
                  <a:gd name="T0" fmla="*/ 0 w 44"/>
                  <a:gd name="T1" fmla="*/ 113 h 22"/>
                  <a:gd name="T2" fmla="*/ 35 w 44"/>
                  <a:gd name="T3" fmla="*/ 209 h 22"/>
                  <a:gd name="T4" fmla="*/ 389 w 44"/>
                  <a:gd name="T5" fmla="*/ 209 h 22"/>
                  <a:gd name="T6" fmla="*/ 0 w 44"/>
                  <a:gd name="T7" fmla="*/ 113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4" h="22">
                    <a:moveTo>
                      <a:pt x="0" y="11"/>
                    </a:moveTo>
                    <a:cubicBezTo>
                      <a:pt x="0" y="11"/>
                      <a:pt x="0" y="22"/>
                      <a:pt x="4" y="20"/>
                    </a:cubicBezTo>
                    <a:cubicBezTo>
                      <a:pt x="9" y="19"/>
                      <a:pt x="29" y="12"/>
                      <a:pt x="44" y="20"/>
                    </a:cubicBezTo>
                    <a:cubicBezTo>
                      <a:pt x="44" y="20"/>
                      <a:pt x="39" y="0"/>
                      <a:pt x="0" y="11"/>
                    </a:cubicBezTo>
                    <a:close/>
                  </a:path>
                </a:pathLst>
              </a:custGeom>
              <a:solidFill>
                <a:srgbClr val="40161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393" name="Freeform 797">
                <a:extLst>
                  <a:ext uri="{FF2B5EF4-FFF2-40B4-BE49-F238E27FC236}">
                    <a16:creationId xmlns:a16="http://schemas.microsoft.com/office/drawing/2014/main" id="{303AECE8-56C6-4534-AB45-253F30A1E9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4" y="933"/>
                <a:ext cx="33" cy="35"/>
              </a:xfrm>
              <a:custGeom>
                <a:avLst/>
                <a:gdLst>
                  <a:gd name="T0" fmla="*/ 8 w 16"/>
                  <a:gd name="T1" fmla="*/ 20 h 16"/>
                  <a:gd name="T2" fmla="*/ 0 w 16"/>
                  <a:gd name="T3" fmla="*/ 72 h 16"/>
                  <a:gd name="T4" fmla="*/ 72 w 16"/>
                  <a:gd name="T5" fmla="*/ 168 h 16"/>
                  <a:gd name="T6" fmla="*/ 140 w 16"/>
                  <a:gd name="T7" fmla="*/ 72 h 16"/>
                  <a:gd name="T8" fmla="*/ 132 w 16"/>
                  <a:gd name="T9" fmla="*/ 33 h 16"/>
                  <a:gd name="T10" fmla="*/ 8 w 16"/>
                  <a:gd name="T11" fmla="*/ 20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6" h="16">
                    <a:moveTo>
                      <a:pt x="1" y="2"/>
                    </a:moveTo>
                    <a:cubicBezTo>
                      <a:pt x="0" y="4"/>
                      <a:pt x="0" y="6"/>
                      <a:pt x="0" y="7"/>
                    </a:cubicBezTo>
                    <a:cubicBezTo>
                      <a:pt x="0" y="12"/>
                      <a:pt x="3" y="16"/>
                      <a:pt x="8" y="16"/>
                    </a:cubicBezTo>
                    <a:cubicBezTo>
                      <a:pt x="13" y="16"/>
                      <a:pt x="16" y="12"/>
                      <a:pt x="16" y="7"/>
                    </a:cubicBezTo>
                    <a:cubicBezTo>
                      <a:pt x="16" y="6"/>
                      <a:pt x="16" y="4"/>
                      <a:pt x="15" y="3"/>
                    </a:cubicBezTo>
                    <a:cubicBezTo>
                      <a:pt x="14" y="1"/>
                      <a:pt x="3" y="0"/>
                      <a:pt x="1" y="2"/>
                    </a:cubicBezTo>
                    <a:close/>
                  </a:path>
                </a:pathLst>
              </a:custGeom>
              <a:solidFill>
                <a:srgbClr val="2053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394" name="Freeform 798">
                <a:extLst>
                  <a:ext uri="{FF2B5EF4-FFF2-40B4-BE49-F238E27FC236}">
                    <a16:creationId xmlns:a16="http://schemas.microsoft.com/office/drawing/2014/main" id="{B79125A0-2D94-4602-B389-D222DF583F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4" y="935"/>
                <a:ext cx="33" cy="18"/>
              </a:xfrm>
              <a:custGeom>
                <a:avLst/>
                <a:gdLst>
                  <a:gd name="T0" fmla="*/ 140 w 16"/>
                  <a:gd name="T1" fmla="*/ 92 h 8"/>
                  <a:gd name="T2" fmla="*/ 107 w 16"/>
                  <a:gd name="T3" fmla="*/ 81 h 8"/>
                  <a:gd name="T4" fmla="*/ 60 w 16"/>
                  <a:gd name="T5" fmla="*/ 81 h 8"/>
                  <a:gd name="T6" fmla="*/ 8 w 16"/>
                  <a:gd name="T7" fmla="*/ 72 h 8"/>
                  <a:gd name="T8" fmla="*/ 8 w 16"/>
                  <a:gd name="T9" fmla="*/ 36 h 8"/>
                  <a:gd name="T10" fmla="*/ 25 w 16"/>
                  <a:gd name="T11" fmla="*/ 11 h 8"/>
                  <a:gd name="T12" fmla="*/ 80 w 16"/>
                  <a:gd name="T13" fmla="*/ 0 h 8"/>
                  <a:gd name="T14" fmla="*/ 132 w 16"/>
                  <a:gd name="T15" fmla="*/ 36 h 8"/>
                  <a:gd name="T16" fmla="*/ 140 w 16"/>
                  <a:gd name="T17" fmla="*/ 92 h 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6" h="8">
                    <a:moveTo>
                      <a:pt x="16" y="8"/>
                    </a:moveTo>
                    <a:cubicBezTo>
                      <a:pt x="15" y="7"/>
                      <a:pt x="13" y="7"/>
                      <a:pt x="12" y="7"/>
                    </a:cubicBezTo>
                    <a:cubicBezTo>
                      <a:pt x="10" y="7"/>
                      <a:pt x="9" y="7"/>
                      <a:pt x="7" y="7"/>
                    </a:cubicBezTo>
                    <a:cubicBezTo>
                      <a:pt x="5" y="7"/>
                      <a:pt x="1" y="8"/>
                      <a:pt x="1" y="6"/>
                    </a:cubicBezTo>
                    <a:cubicBezTo>
                      <a:pt x="1" y="5"/>
                      <a:pt x="0" y="4"/>
                      <a:pt x="1" y="3"/>
                    </a:cubicBezTo>
                    <a:cubicBezTo>
                      <a:pt x="1" y="2"/>
                      <a:pt x="2" y="2"/>
                      <a:pt x="3" y="1"/>
                    </a:cubicBezTo>
                    <a:cubicBezTo>
                      <a:pt x="5" y="1"/>
                      <a:pt x="7" y="0"/>
                      <a:pt x="9" y="0"/>
                    </a:cubicBezTo>
                    <a:cubicBezTo>
                      <a:pt x="10" y="0"/>
                      <a:pt x="14" y="1"/>
                      <a:pt x="15" y="3"/>
                    </a:cubicBezTo>
                    <a:cubicBezTo>
                      <a:pt x="16" y="4"/>
                      <a:pt x="16" y="6"/>
                      <a:pt x="16" y="8"/>
                    </a:cubicBezTo>
                  </a:path>
                </a:pathLst>
              </a:custGeom>
              <a:solidFill>
                <a:srgbClr val="1F46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395" name="Freeform 799">
                <a:extLst>
                  <a:ext uri="{FF2B5EF4-FFF2-40B4-BE49-F238E27FC236}">
                    <a16:creationId xmlns:a16="http://schemas.microsoft.com/office/drawing/2014/main" id="{41CC3359-0882-4427-952B-E941D59976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4" y="933"/>
                <a:ext cx="33" cy="35"/>
              </a:xfrm>
              <a:custGeom>
                <a:avLst/>
                <a:gdLst>
                  <a:gd name="T0" fmla="*/ 8 w 16"/>
                  <a:gd name="T1" fmla="*/ 20 h 16"/>
                  <a:gd name="T2" fmla="*/ 0 w 16"/>
                  <a:gd name="T3" fmla="*/ 72 h 16"/>
                  <a:gd name="T4" fmla="*/ 72 w 16"/>
                  <a:gd name="T5" fmla="*/ 168 h 16"/>
                  <a:gd name="T6" fmla="*/ 140 w 16"/>
                  <a:gd name="T7" fmla="*/ 72 h 16"/>
                  <a:gd name="T8" fmla="*/ 132 w 16"/>
                  <a:gd name="T9" fmla="*/ 33 h 16"/>
                  <a:gd name="T10" fmla="*/ 8 w 16"/>
                  <a:gd name="T11" fmla="*/ 20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6" h="16">
                    <a:moveTo>
                      <a:pt x="1" y="2"/>
                    </a:moveTo>
                    <a:cubicBezTo>
                      <a:pt x="0" y="4"/>
                      <a:pt x="0" y="6"/>
                      <a:pt x="0" y="7"/>
                    </a:cubicBezTo>
                    <a:cubicBezTo>
                      <a:pt x="0" y="12"/>
                      <a:pt x="3" y="16"/>
                      <a:pt x="8" y="16"/>
                    </a:cubicBezTo>
                    <a:cubicBezTo>
                      <a:pt x="13" y="16"/>
                      <a:pt x="16" y="12"/>
                      <a:pt x="16" y="7"/>
                    </a:cubicBezTo>
                    <a:cubicBezTo>
                      <a:pt x="16" y="6"/>
                      <a:pt x="16" y="4"/>
                      <a:pt x="15" y="3"/>
                    </a:cubicBezTo>
                    <a:cubicBezTo>
                      <a:pt x="14" y="1"/>
                      <a:pt x="3" y="0"/>
                      <a:pt x="1" y="2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396" name="Oval 800">
                <a:extLst>
                  <a:ext uri="{FF2B5EF4-FFF2-40B4-BE49-F238E27FC236}">
                    <a16:creationId xmlns:a16="http://schemas.microsoft.com/office/drawing/2014/main" id="{982F1790-F2EF-4D71-AC0D-47EFD5EA97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5" y="942"/>
                <a:ext cx="12" cy="15"/>
              </a:xfrm>
              <a:prstGeom prst="ellipse">
                <a:avLst/>
              </a:pr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4397" name="Oval 801">
                <a:extLst>
                  <a:ext uri="{FF2B5EF4-FFF2-40B4-BE49-F238E27FC236}">
                    <a16:creationId xmlns:a16="http://schemas.microsoft.com/office/drawing/2014/main" id="{F3F1297F-34C1-4A77-844B-F7233B78EC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3" y="940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4398" name="Oval 802">
                <a:extLst>
                  <a:ext uri="{FF2B5EF4-FFF2-40B4-BE49-F238E27FC236}">
                    <a16:creationId xmlns:a16="http://schemas.microsoft.com/office/drawing/2014/main" id="{1D8EFFE0-7D1B-4DD5-9B94-86E8407842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1" y="951"/>
                <a:ext cx="4" cy="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4399" name="Freeform 803">
                <a:extLst>
                  <a:ext uri="{FF2B5EF4-FFF2-40B4-BE49-F238E27FC236}">
                    <a16:creationId xmlns:a16="http://schemas.microsoft.com/office/drawing/2014/main" id="{BFE1CEC9-B76B-49EB-A07D-D0489A2C2C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6" y="911"/>
                <a:ext cx="70" cy="35"/>
              </a:xfrm>
              <a:custGeom>
                <a:avLst/>
                <a:gdLst>
                  <a:gd name="T0" fmla="*/ 296 w 34"/>
                  <a:gd name="T1" fmla="*/ 168 h 16"/>
                  <a:gd name="T2" fmla="*/ 0 w 34"/>
                  <a:gd name="T3" fmla="*/ 149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4" h="16">
                    <a:moveTo>
                      <a:pt x="34" y="16"/>
                    </a:moveTo>
                    <a:cubicBezTo>
                      <a:pt x="34" y="16"/>
                      <a:pt x="17" y="0"/>
                      <a:pt x="0" y="14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400" name="Freeform 804">
                <a:extLst>
                  <a:ext uri="{FF2B5EF4-FFF2-40B4-BE49-F238E27FC236}">
                    <a16:creationId xmlns:a16="http://schemas.microsoft.com/office/drawing/2014/main" id="{F27B088E-62D4-446E-BAE4-F2AA9C07AC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6" y="935"/>
                <a:ext cx="74" cy="44"/>
              </a:xfrm>
              <a:custGeom>
                <a:avLst/>
                <a:gdLst>
                  <a:gd name="T0" fmla="*/ 296 w 36"/>
                  <a:gd name="T1" fmla="*/ 117 h 20"/>
                  <a:gd name="T2" fmla="*/ 156 w 36"/>
                  <a:gd name="T3" fmla="*/ 0 h 20"/>
                  <a:gd name="T4" fmla="*/ 0 w 36"/>
                  <a:gd name="T5" fmla="*/ 88 h 20"/>
                  <a:gd name="T6" fmla="*/ 261 w 36"/>
                  <a:gd name="T7" fmla="*/ 125 h 20"/>
                  <a:gd name="T8" fmla="*/ 296 w 36"/>
                  <a:gd name="T9" fmla="*/ 117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" h="20">
                    <a:moveTo>
                      <a:pt x="34" y="11"/>
                    </a:moveTo>
                    <a:cubicBezTo>
                      <a:pt x="34" y="11"/>
                      <a:pt x="27" y="0"/>
                      <a:pt x="18" y="0"/>
                    </a:cubicBezTo>
                    <a:cubicBezTo>
                      <a:pt x="8" y="0"/>
                      <a:pt x="0" y="8"/>
                      <a:pt x="0" y="8"/>
                    </a:cubicBezTo>
                    <a:cubicBezTo>
                      <a:pt x="0" y="8"/>
                      <a:pt x="10" y="20"/>
                      <a:pt x="30" y="12"/>
                    </a:cubicBezTo>
                    <a:cubicBezTo>
                      <a:pt x="30" y="12"/>
                      <a:pt x="36" y="14"/>
                      <a:pt x="34" y="1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401" name="Freeform 805">
                <a:extLst>
                  <a:ext uri="{FF2B5EF4-FFF2-40B4-BE49-F238E27FC236}">
                    <a16:creationId xmlns:a16="http://schemas.microsoft.com/office/drawing/2014/main" id="{6EB3FFBB-D9A1-42F0-BB61-EE13574958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3" y="953"/>
                <a:ext cx="22" cy="13"/>
              </a:xfrm>
              <a:custGeom>
                <a:avLst/>
                <a:gdLst>
                  <a:gd name="T0" fmla="*/ 88 w 11"/>
                  <a:gd name="T1" fmla="*/ 9 h 6"/>
                  <a:gd name="T2" fmla="*/ 64 w 11"/>
                  <a:gd name="T3" fmla="*/ 9 h 6"/>
                  <a:gd name="T4" fmla="*/ 32 w 11"/>
                  <a:gd name="T5" fmla="*/ 33 h 6"/>
                  <a:gd name="T6" fmla="*/ 16 w 11"/>
                  <a:gd name="T7" fmla="*/ 33 h 6"/>
                  <a:gd name="T8" fmla="*/ 8 w 11"/>
                  <a:gd name="T9" fmla="*/ 20 h 6"/>
                  <a:gd name="T10" fmla="*/ 8 w 11"/>
                  <a:gd name="T11" fmla="*/ 52 h 6"/>
                  <a:gd name="T12" fmla="*/ 32 w 11"/>
                  <a:gd name="T13" fmla="*/ 61 h 6"/>
                  <a:gd name="T14" fmla="*/ 64 w 11"/>
                  <a:gd name="T15" fmla="*/ 52 h 6"/>
                  <a:gd name="T16" fmla="*/ 72 w 11"/>
                  <a:gd name="T17" fmla="*/ 43 h 6"/>
                  <a:gd name="T18" fmla="*/ 80 w 11"/>
                  <a:gd name="T19" fmla="*/ 33 h 6"/>
                  <a:gd name="T20" fmla="*/ 88 w 11"/>
                  <a:gd name="T21" fmla="*/ 9 h 6"/>
                  <a:gd name="T22" fmla="*/ 88 w 11"/>
                  <a:gd name="T23" fmla="*/ 9 h 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1" h="6">
                    <a:moveTo>
                      <a:pt x="11" y="1"/>
                    </a:moveTo>
                    <a:cubicBezTo>
                      <a:pt x="10" y="0"/>
                      <a:pt x="9" y="0"/>
                      <a:pt x="8" y="1"/>
                    </a:cubicBezTo>
                    <a:cubicBezTo>
                      <a:pt x="7" y="2"/>
                      <a:pt x="6" y="3"/>
                      <a:pt x="4" y="3"/>
                    </a:cubicBezTo>
                    <a:cubicBezTo>
                      <a:pt x="3" y="3"/>
                      <a:pt x="3" y="3"/>
                      <a:pt x="2" y="3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3"/>
                      <a:pt x="0" y="4"/>
                      <a:pt x="1" y="5"/>
                    </a:cubicBezTo>
                    <a:cubicBezTo>
                      <a:pt x="2" y="6"/>
                      <a:pt x="3" y="6"/>
                      <a:pt x="4" y="6"/>
                    </a:cubicBezTo>
                    <a:cubicBezTo>
                      <a:pt x="5" y="6"/>
                      <a:pt x="7" y="6"/>
                      <a:pt x="8" y="5"/>
                    </a:cubicBezTo>
                    <a:cubicBezTo>
                      <a:pt x="8" y="5"/>
                      <a:pt x="9" y="4"/>
                      <a:pt x="9" y="4"/>
                    </a:cubicBezTo>
                    <a:cubicBezTo>
                      <a:pt x="9" y="4"/>
                      <a:pt x="9" y="3"/>
                      <a:pt x="10" y="3"/>
                    </a:cubicBezTo>
                    <a:cubicBezTo>
                      <a:pt x="10" y="2"/>
                      <a:pt x="11" y="2"/>
                      <a:pt x="11" y="1"/>
                    </a:cubicBezTo>
                    <a:cubicBezTo>
                      <a:pt x="11" y="1"/>
                      <a:pt x="11" y="1"/>
                      <a:pt x="11" y="1"/>
                    </a:cubicBezTo>
                  </a:path>
                </a:pathLst>
              </a:custGeom>
              <a:solidFill>
                <a:srgbClr val="477D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402" name="Freeform 806">
                <a:extLst>
                  <a:ext uri="{FF2B5EF4-FFF2-40B4-BE49-F238E27FC236}">
                    <a16:creationId xmlns:a16="http://schemas.microsoft.com/office/drawing/2014/main" id="{2BCCA3E9-D704-4CCD-BDD0-F978A41E3F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3" y="968"/>
                <a:ext cx="27" cy="13"/>
              </a:xfrm>
              <a:custGeom>
                <a:avLst/>
                <a:gdLst>
                  <a:gd name="T0" fmla="*/ 116 w 13"/>
                  <a:gd name="T1" fmla="*/ 0 h 6"/>
                  <a:gd name="T2" fmla="*/ 0 w 13"/>
                  <a:gd name="T3" fmla="*/ 61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6">
                    <a:moveTo>
                      <a:pt x="13" y="0"/>
                    </a:moveTo>
                    <a:cubicBezTo>
                      <a:pt x="8" y="1"/>
                      <a:pt x="5" y="4"/>
                      <a:pt x="0" y="6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403" name="Freeform 807">
                <a:extLst>
                  <a:ext uri="{FF2B5EF4-FFF2-40B4-BE49-F238E27FC236}">
                    <a16:creationId xmlns:a16="http://schemas.microsoft.com/office/drawing/2014/main" id="{0210100F-96F1-4D0F-84BC-B86DE173EF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0" y="885"/>
                <a:ext cx="90" cy="48"/>
              </a:xfrm>
              <a:custGeom>
                <a:avLst/>
                <a:gdLst>
                  <a:gd name="T0" fmla="*/ 368 w 44"/>
                  <a:gd name="T1" fmla="*/ 113 h 22"/>
                  <a:gd name="T2" fmla="*/ 335 w 44"/>
                  <a:gd name="T3" fmla="*/ 209 h 22"/>
                  <a:gd name="T4" fmla="*/ 0 w 44"/>
                  <a:gd name="T5" fmla="*/ 209 h 22"/>
                  <a:gd name="T6" fmla="*/ 368 w 44"/>
                  <a:gd name="T7" fmla="*/ 113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4" h="22">
                    <a:moveTo>
                      <a:pt x="43" y="11"/>
                    </a:moveTo>
                    <a:cubicBezTo>
                      <a:pt x="43" y="11"/>
                      <a:pt x="44" y="22"/>
                      <a:pt x="39" y="20"/>
                    </a:cubicBezTo>
                    <a:cubicBezTo>
                      <a:pt x="35" y="19"/>
                      <a:pt x="14" y="12"/>
                      <a:pt x="0" y="20"/>
                    </a:cubicBezTo>
                    <a:cubicBezTo>
                      <a:pt x="0" y="20"/>
                      <a:pt x="4" y="0"/>
                      <a:pt x="43" y="11"/>
                    </a:cubicBezTo>
                    <a:close/>
                  </a:path>
                </a:pathLst>
              </a:custGeom>
              <a:solidFill>
                <a:srgbClr val="40161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404" name="Freeform 808">
                <a:extLst>
                  <a:ext uri="{FF2B5EF4-FFF2-40B4-BE49-F238E27FC236}">
                    <a16:creationId xmlns:a16="http://schemas.microsoft.com/office/drawing/2014/main" id="{97A22EF4-F26F-409A-AAFB-00C40447B8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4" y="1096"/>
                <a:ext cx="111" cy="22"/>
              </a:xfrm>
              <a:custGeom>
                <a:avLst/>
                <a:gdLst>
                  <a:gd name="T0" fmla="*/ 0 w 54"/>
                  <a:gd name="T1" fmla="*/ 53 h 10"/>
                  <a:gd name="T2" fmla="*/ 51 w 54"/>
                  <a:gd name="T3" fmla="*/ 53 h 10"/>
                  <a:gd name="T4" fmla="*/ 123 w 54"/>
                  <a:gd name="T5" fmla="*/ 33 h 10"/>
                  <a:gd name="T6" fmla="*/ 224 w 54"/>
                  <a:gd name="T7" fmla="*/ 33 h 10"/>
                  <a:gd name="T8" fmla="*/ 232 w 54"/>
                  <a:gd name="T9" fmla="*/ 33 h 10"/>
                  <a:gd name="T10" fmla="*/ 253 w 54"/>
                  <a:gd name="T11" fmla="*/ 20 h 10"/>
                  <a:gd name="T12" fmla="*/ 296 w 54"/>
                  <a:gd name="T13" fmla="*/ 9 h 10"/>
                  <a:gd name="T14" fmla="*/ 417 w 54"/>
                  <a:gd name="T15" fmla="*/ 44 h 10"/>
                  <a:gd name="T16" fmla="*/ 469 w 54"/>
                  <a:gd name="T17" fmla="*/ 44 h 10"/>
                  <a:gd name="T18" fmla="*/ 388 w 54"/>
                  <a:gd name="T19" fmla="*/ 97 h 10"/>
                  <a:gd name="T20" fmla="*/ 329 w 54"/>
                  <a:gd name="T21" fmla="*/ 97 h 10"/>
                  <a:gd name="T22" fmla="*/ 271 w 54"/>
                  <a:gd name="T23" fmla="*/ 97 h 10"/>
                  <a:gd name="T24" fmla="*/ 208 w 54"/>
                  <a:gd name="T25" fmla="*/ 97 h 10"/>
                  <a:gd name="T26" fmla="*/ 156 w 54"/>
                  <a:gd name="T27" fmla="*/ 88 h 10"/>
                  <a:gd name="T28" fmla="*/ 88 w 54"/>
                  <a:gd name="T29" fmla="*/ 97 h 10"/>
                  <a:gd name="T30" fmla="*/ 25 w 54"/>
                  <a:gd name="T31" fmla="*/ 88 h 10"/>
                  <a:gd name="T32" fmla="*/ 0 w 54"/>
                  <a:gd name="T33" fmla="*/ 53 h 1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54" h="10">
                    <a:moveTo>
                      <a:pt x="0" y="5"/>
                    </a:moveTo>
                    <a:cubicBezTo>
                      <a:pt x="1" y="6"/>
                      <a:pt x="4" y="5"/>
                      <a:pt x="6" y="5"/>
                    </a:cubicBezTo>
                    <a:cubicBezTo>
                      <a:pt x="8" y="5"/>
                      <a:pt x="11" y="4"/>
                      <a:pt x="14" y="3"/>
                    </a:cubicBezTo>
                    <a:cubicBezTo>
                      <a:pt x="18" y="2"/>
                      <a:pt x="22" y="0"/>
                      <a:pt x="26" y="3"/>
                    </a:cubicBezTo>
                    <a:cubicBezTo>
                      <a:pt x="26" y="3"/>
                      <a:pt x="27" y="3"/>
                      <a:pt x="27" y="3"/>
                    </a:cubicBezTo>
                    <a:cubicBezTo>
                      <a:pt x="28" y="3"/>
                      <a:pt x="29" y="2"/>
                      <a:pt x="29" y="2"/>
                    </a:cubicBezTo>
                    <a:cubicBezTo>
                      <a:pt x="31" y="1"/>
                      <a:pt x="32" y="1"/>
                      <a:pt x="34" y="1"/>
                    </a:cubicBezTo>
                    <a:cubicBezTo>
                      <a:pt x="39" y="2"/>
                      <a:pt x="43" y="4"/>
                      <a:pt x="48" y="4"/>
                    </a:cubicBezTo>
                    <a:cubicBezTo>
                      <a:pt x="50" y="4"/>
                      <a:pt x="52" y="4"/>
                      <a:pt x="54" y="4"/>
                    </a:cubicBezTo>
                    <a:cubicBezTo>
                      <a:pt x="51" y="6"/>
                      <a:pt x="48" y="8"/>
                      <a:pt x="45" y="9"/>
                    </a:cubicBezTo>
                    <a:cubicBezTo>
                      <a:pt x="42" y="9"/>
                      <a:pt x="40" y="9"/>
                      <a:pt x="38" y="9"/>
                    </a:cubicBezTo>
                    <a:cubicBezTo>
                      <a:pt x="35" y="9"/>
                      <a:pt x="33" y="9"/>
                      <a:pt x="31" y="9"/>
                    </a:cubicBezTo>
                    <a:cubicBezTo>
                      <a:pt x="28" y="9"/>
                      <a:pt x="26" y="10"/>
                      <a:pt x="24" y="9"/>
                    </a:cubicBezTo>
                    <a:cubicBezTo>
                      <a:pt x="22" y="9"/>
                      <a:pt x="20" y="8"/>
                      <a:pt x="18" y="8"/>
                    </a:cubicBezTo>
                    <a:cubicBezTo>
                      <a:pt x="15" y="8"/>
                      <a:pt x="12" y="9"/>
                      <a:pt x="10" y="9"/>
                    </a:cubicBezTo>
                    <a:cubicBezTo>
                      <a:pt x="8" y="9"/>
                      <a:pt x="5" y="8"/>
                      <a:pt x="3" y="8"/>
                    </a:cubicBezTo>
                    <a:cubicBezTo>
                      <a:pt x="2" y="7"/>
                      <a:pt x="1" y="6"/>
                      <a:pt x="0" y="5"/>
                    </a:cubicBezTo>
                  </a:path>
                </a:pathLst>
              </a:custGeom>
              <a:solidFill>
                <a:srgbClr val="EFC9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405" name="Freeform 809">
                <a:extLst>
                  <a:ext uri="{FF2B5EF4-FFF2-40B4-BE49-F238E27FC236}">
                    <a16:creationId xmlns:a16="http://schemas.microsoft.com/office/drawing/2014/main" id="{CE2AFE8A-1826-4F05-9AC9-D55E57A09B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1" y="1131"/>
                <a:ext cx="68" cy="11"/>
              </a:xfrm>
              <a:custGeom>
                <a:avLst/>
                <a:gdLst>
                  <a:gd name="T0" fmla="*/ 8 w 33"/>
                  <a:gd name="T1" fmla="*/ 9 h 5"/>
                  <a:gd name="T2" fmla="*/ 60 w 33"/>
                  <a:gd name="T3" fmla="*/ 20 h 5"/>
                  <a:gd name="T4" fmla="*/ 132 w 33"/>
                  <a:gd name="T5" fmla="*/ 20 h 5"/>
                  <a:gd name="T6" fmla="*/ 288 w 33"/>
                  <a:gd name="T7" fmla="*/ 0 h 5"/>
                  <a:gd name="T8" fmla="*/ 165 w 33"/>
                  <a:gd name="T9" fmla="*/ 53 h 5"/>
                  <a:gd name="T10" fmla="*/ 80 w 33"/>
                  <a:gd name="T11" fmla="*/ 44 h 5"/>
                  <a:gd name="T12" fmla="*/ 0 w 33"/>
                  <a:gd name="T13" fmla="*/ 20 h 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3" h="5">
                    <a:moveTo>
                      <a:pt x="1" y="1"/>
                    </a:moveTo>
                    <a:cubicBezTo>
                      <a:pt x="1" y="1"/>
                      <a:pt x="6" y="2"/>
                      <a:pt x="7" y="2"/>
                    </a:cubicBezTo>
                    <a:cubicBezTo>
                      <a:pt x="10" y="2"/>
                      <a:pt x="12" y="2"/>
                      <a:pt x="15" y="2"/>
                    </a:cubicBezTo>
                    <a:cubicBezTo>
                      <a:pt x="21" y="1"/>
                      <a:pt x="27" y="2"/>
                      <a:pt x="33" y="0"/>
                    </a:cubicBezTo>
                    <a:cubicBezTo>
                      <a:pt x="29" y="4"/>
                      <a:pt x="23" y="5"/>
                      <a:pt x="19" y="5"/>
                    </a:cubicBezTo>
                    <a:cubicBezTo>
                      <a:pt x="15" y="5"/>
                      <a:pt x="12" y="4"/>
                      <a:pt x="9" y="4"/>
                    </a:cubicBezTo>
                    <a:cubicBezTo>
                      <a:pt x="6" y="4"/>
                      <a:pt x="2" y="4"/>
                      <a:pt x="0" y="2"/>
                    </a:cubicBezTo>
                  </a:path>
                </a:pathLst>
              </a:custGeom>
              <a:solidFill>
                <a:srgbClr val="EFC9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406" name="Freeform 810">
                <a:extLst>
                  <a:ext uri="{FF2B5EF4-FFF2-40B4-BE49-F238E27FC236}">
                    <a16:creationId xmlns:a16="http://schemas.microsoft.com/office/drawing/2014/main" id="{EFA0CEA5-8236-490D-AE61-61FD29D5DD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3" y="898"/>
                <a:ext cx="25" cy="86"/>
              </a:xfrm>
              <a:custGeom>
                <a:avLst/>
                <a:gdLst>
                  <a:gd name="T0" fmla="*/ 108 w 12"/>
                  <a:gd name="T1" fmla="*/ 88 h 39"/>
                  <a:gd name="T2" fmla="*/ 35 w 12"/>
                  <a:gd name="T3" fmla="*/ 64 h 39"/>
                  <a:gd name="T4" fmla="*/ 0 w 12"/>
                  <a:gd name="T5" fmla="*/ 214 h 39"/>
                  <a:gd name="T6" fmla="*/ 27 w 12"/>
                  <a:gd name="T7" fmla="*/ 214 h 39"/>
                  <a:gd name="T8" fmla="*/ 35 w 12"/>
                  <a:gd name="T9" fmla="*/ 302 h 39"/>
                  <a:gd name="T10" fmla="*/ 8 w 12"/>
                  <a:gd name="T11" fmla="*/ 375 h 39"/>
                  <a:gd name="T12" fmla="*/ 8 w 12"/>
                  <a:gd name="T13" fmla="*/ 419 h 3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39">
                    <a:moveTo>
                      <a:pt x="12" y="8"/>
                    </a:moveTo>
                    <a:cubicBezTo>
                      <a:pt x="11" y="4"/>
                      <a:pt x="7" y="0"/>
                      <a:pt x="4" y="6"/>
                    </a:cubicBezTo>
                    <a:cubicBezTo>
                      <a:pt x="2" y="10"/>
                      <a:pt x="2" y="15"/>
                      <a:pt x="0" y="20"/>
                    </a:cubicBezTo>
                    <a:cubicBezTo>
                      <a:pt x="2" y="19"/>
                      <a:pt x="3" y="19"/>
                      <a:pt x="3" y="20"/>
                    </a:cubicBezTo>
                    <a:cubicBezTo>
                      <a:pt x="4" y="22"/>
                      <a:pt x="4" y="25"/>
                      <a:pt x="4" y="28"/>
                    </a:cubicBezTo>
                    <a:cubicBezTo>
                      <a:pt x="4" y="31"/>
                      <a:pt x="2" y="33"/>
                      <a:pt x="1" y="35"/>
                    </a:cubicBezTo>
                    <a:cubicBezTo>
                      <a:pt x="0" y="36"/>
                      <a:pt x="0" y="38"/>
                      <a:pt x="1" y="39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407" name="Freeform 811">
                <a:extLst>
                  <a:ext uri="{FF2B5EF4-FFF2-40B4-BE49-F238E27FC236}">
                    <a16:creationId xmlns:a16="http://schemas.microsoft.com/office/drawing/2014/main" id="{44D13B34-7228-48B9-9846-EDB0F93782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9" y="720"/>
                <a:ext cx="296" cy="233"/>
              </a:xfrm>
              <a:custGeom>
                <a:avLst/>
                <a:gdLst>
                  <a:gd name="T0" fmla="*/ 937 w 144"/>
                  <a:gd name="T1" fmla="*/ 371 h 106"/>
                  <a:gd name="T2" fmla="*/ 1077 w 144"/>
                  <a:gd name="T3" fmla="*/ 541 h 106"/>
                  <a:gd name="T4" fmla="*/ 1161 w 144"/>
                  <a:gd name="T5" fmla="*/ 840 h 106"/>
                  <a:gd name="T6" fmla="*/ 1209 w 144"/>
                  <a:gd name="T7" fmla="*/ 1092 h 106"/>
                  <a:gd name="T8" fmla="*/ 1250 w 144"/>
                  <a:gd name="T9" fmla="*/ 798 h 106"/>
                  <a:gd name="T10" fmla="*/ 1242 w 144"/>
                  <a:gd name="T11" fmla="*/ 604 h 106"/>
                  <a:gd name="T12" fmla="*/ 1217 w 144"/>
                  <a:gd name="T13" fmla="*/ 435 h 106"/>
                  <a:gd name="T14" fmla="*/ 1233 w 144"/>
                  <a:gd name="T15" fmla="*/ 497 h 106"/>
                  <a:gd name="T16" fmla="*/ 1077 w 144"/>
                  <a:gd name="T17" fmla="*/ 169 h 106"/>
                  <a:gd name="T18" fmla="*/ 841 w 144"/>
                  <a:gd name="T19" fmla="*/ 53 h 106"/>
                  <a:gd name="T20" fmla="*/ 841 w 144"/>
                  <a:gd name="T21" fmla="*/ 64 h 106"/>
                  <a:gd name="T22" fmla="*/ 537 w 144"/>
                  <a:gd name="T23" fmla="*/ 9 h 106"/>
                  <a:gd name="T24" fmla="*/ 388 w 144"/>
                  <a:gd name="T25" fmla="*/ 20 h 106"/>
                  <a:gd name="T26" fmla="*/ 321 w 144"/>
                  <a:gd name="T27" fmla="*/ 33 h 106"/>
                  <a:gd name="T28" fmla="*/ 364 w 144"/>
                  <a:gd name="T29" fmla="*/ 53 h 106"/>
                  <a:gd name="T30" fmla="*/ 8 w 144"/>
                  <a:gd name="T31" fmla="*/ 488 h 106"/>
                  <a:gd name="T32" fmla="*/ 8 w 144"/>
                  <a:gd name="T33" fmla="*/ 666 h 106"/>
                  <a:gd name="T34" fmla="*/ 33 w 144"/>
                  <a:gd name="T35" fmla="*/ 816 h 106"/>
                  <a:gd name="T36" fmla="*/ 33 w 144"/>
                  <a:gd name="T37" fmla="*/ 932 h 106"/>
                  <a:gd name="T38" fmla="*/ 80 w 144"/>
                  <a:gd name="T39" fmla="*/ 1125 h 106"/>
                  <a:gd name="T40" fmla="*/ 105 w 144"/>
                  <a:gd name="T41" fmla="*/ 870 h 106"/>
                  <a:gd name="T42" fmla="*/ 280 w 144"/>
                  <a:gd name="T43" fmla="*/ 648 h 106"/>
                  <a:gd name="T44" fmla="*/ 660 w 144"/>
                  <a:gd name="T45" fmla="*/ 497 h 106"/>
                  <a:gd name="T46" fmla="*/ 824 w 144"/>
                  <a:gd name="T47" fmla="*/ 352 h 106"/>
                  <a:gd name="T48" fmla="*/ 880 w 144"/>
                  <a:gd name="T49" fmla="*/ 286 h 106"/>
                  <a:gd name="T50" fmla="*/ 937 w 144"/>
                  <a:gd name="T51" fmla="*/ 371 h 10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144" h="106">
                    <a:moveTo>
                      <a:pt x="108" y="35"/>
                    </a:moveTo>
                    <a:cubicBezTo>
                      <a:pt x="114" y="40"/>
                      <a:pt x="119" y="44"/>
                      <a:pt x="124" y="51"/>
                    </a:cubicBezTo>
                    <a:cubicBezTo>
                      <a:pt x="129" y="59"/>
                      <a:pt x="132" y="69"/>
                      <a:pt x="134" y="79"/>
                    </a:cubicBezTo>
                    <a:cubicBezTo>
                      <a:pt x="135" y="85"/>
                      <a:pt x="136" y="98"/>
                      <a:pt x="139" y="103"/>
                    </a:cubicBezTo>
                    <a:cubicBezTo>
                      <a:pt x="140" y="94"/>
                      <a:pt x="143" y="84"/>
                      <a:pt x="144" y="75"/>
                    </a:cubicBezTo>
                    <a:cubicBezTo>
                      <a:pt x="144" y="69"/>
                      <a:pt x="142" y="64"/>
                      <a:pt x="143" y="57"/>
                    </a:cubicBezTo>
                    <a:cubicBezTo>
                      <a:pt x="143" y="52"/>
                      <a:pt x="142" y="48"/>
                      <a:pt x="140" y="41"/>
                    </a:cubicBezTo>
                    <a:cubicBezTo>
                      <a:pt x="141" y="42"/>
                      <a:pt x="141" y="45"/>
                      <a:pt x="142" y="47"/>
                    </a:cubicBezTo>
                    <a:cubicBezTo>
                      <a:pt x="144" y="35"/>
                      <a:pt x="132" y="23"/>
                      <a:pt x="124" y="16"/>
                    </a:cubicBezTo>
                    <a:cubicBezTo>
                      <a:pt x="117" y="10"/>
                      <a:pt x="107" y="5"/>
                      <a:pt x="97" y="5"/>
                    </a:cubicBezTo>
                    <a:cubicBezTo>
                      <a:pt x="97" y="5"/>
                      <a:pt x="97" y="6"/>
                      <a:pt x="97" y="6"/>
                    </a:cubicBezTo>
                    <a:cubicBezTo>
                      <a:pt x="86" y="1"/>
                      <a:pt x="74" y="0"/>
                      <a:pt x="62" y="1"/>
                    </a:cubicBezTo>
                    <a:cubicBezTo>
                      <a:pt x="57" y="1"/>
                      <a:pt x="51" y="1"/>
                      <a:pt x="45" y="2"/>
                    </a:cubicBezTo>
                    <a:cubicBezTo>
                      <a:pt x="42" y="2"/>
                      <a:pt x="40" y="3"/>
                      <a:pt x="37" y="3"/>
                    </a:cubicBezTo>
                    <a:cubicBezTo>
                      <a:pt x="39" y="4"/>
                      <a:pt x="40" y="4"/>
                      <a:pt x="42" y="5"/>
                    </a:cubicBezTo>
                    <a:cubicBezTo>
                      <a:pt x="21" y="7"/>
                      <a:pt x="3" y="25"/>
                      <a:pt x="1" y="46"/>
                    </a:cubicBezTo>
                    <a:cubicBezTo>
                      <a:pt x="0" y="51"/>
                      <a:pt x="0" y="58"/>
                      <a:pt x="1" y="63"/>
                    </a:cubicBezTo>
                    <a:cubicBezTo>
                      <a:pt x="1" y="68"/>
                      <a:pt x="3" y="72"/>
                      <a:pt x="4" y="77"/>
                    </a:cubicBezTo>
                    <a:cubicBezTo>
                      <a:pt x="4" y="81"/>
                      <a:pt x="3" y="85"/>
                      <a:pt x="4" y="88"/>
                    </a:cubicBezTo>
                    <a:cubicBezTo>
                      <a:pt x="5" y="91"/>
                      <a:pt x="9" y="103"/>
                      <a:pt x="9" y="106"/>
                    </a:cubicBezTo>
                    <a:cubicBezTo>
                      <a:pt x="9" y="100"/>
                      <a:pt x="10" y="87"/>
                      <a:pt x="12" y="82"/>
                    </a:cubicBezTo>
                    <a:cubicBezTo>
                      <a:pt x="15" y="71"/>
                      <a:pt x="23" y="65"/>
                      <a:pt x="32" y="61"/>
                    </a:cubicBezTo>
                    <a:cubicBezTo>
                      <a:pt x="46" y="55"/>
                      <a:pt x="62" y="53"/>
                      <a:pt x="76" y="47"/>
                    </a:cubicBezTo>
                    <a:cubicBezTo>
                      <a:pt x="83" y="44"/>
                      <a:pt x="90" y="40"/>
                      <a:pt x="95" y="33"/>
                    </a:cubicBezTo>
                    <a:cubicBezTo>
                      <a:pt x="97" y="31"/>
                      <a:pt x="100" y="27"/>
                      <a:pt x="101" y="27"/>
                    </a:cubicBezTo>
                    <a:cubicBezTo>
                      <a:pt x="101" y="27"/>
                      <a:pt x="104" y="31"/>
                      <a:pt x="108" y="35"/>
                    </a:cubicBezTo>
                    <a:close/>
                  </a:path>
                </a:pathLst>
              </a:custGeom>
              <a:solidFill>
                <a:srgbClr val="40161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408" name="Freeform 812">
                <a:extLst>
                  <a:ext uri="{FF2B5EF4-FFF2-40B4-BE49-F238E27FC236}">
                    <a16:creationId xmlns:a16="http://schemas.microsoft.com/office/drawing/2014/main" id="{EB205395-CAEB-4573-920F-5060AE0A28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9" y="937"/>
                <a:ext cx="22" cy="123"/>
              </a:xfrm>
              <a:custGeom>
                <a:avLst/>
                <a:gdLst>
                  <a:gd name="T0" fmla="*/ 0 w 11"/>
                  <a:gd name="T1" fmla="*/ 0 h 56"/>
                  <a:gd name="T2" fmla="*/ 16 w 11"/>
                  <a:gd name="T3" fmla="*/ 88 h 56"/>
                  <a:gd name="T4" fmla="*/ 16 w 11"/>
                  <a:gd name="T5" fmla="*/ 193 h 56"/>
                  <a:gd name="T6" fmla="*/ 8 w 11"/>
                  <a:gd name="T7" fmla="*/ 362 h 56"/>
                  <a:gd name="T8" fmla="*/ 16 w 11"/>
                  <a:gd name="T9" fmla="*/ 507 h 56"/>
                  <a:gd name="T10" fmla="*/ 48 w 11"/>
                  <a:gd name="T11" fmla="*/ 560 h 56"/>
                  <a:gd name="T12" fmla="*/ 88 w 11"/>
                  <a:gd name="T13" fmla="*/ 593 h 5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56">
                    <a:moveTo>
                      <a:pt x="0" y="0"/>
                    </a:moveTo>
                    <a:cubicBezTo>
                      <a:pt x="2" y="1"/>
                      <a:pt x="2" y="6"/>
                      <a:pt x="2" y="8"/>
                    </a:cubicBezTo>
                    <a:cubicBezTo>
                      <a:pt x="2" y="11"/>
                      <a:pt x="2" y="14"/>
                      <a:pt x="2" y="18"/>
                    </a:cubicBezTo>
                    <a:cubicBezTo>
                      <a:pt x="2" y="23"/>
                      <a:pt x="1" y="29"/>
                      <a:pt x="1" y="34"/>
                    </a:cubicBezTo>
                    <a:cubicBezTo>
                      <a:pt x="1" y="39"/>
                      <a:pt x="0" y="44"/>
                      <a:pt x="2" y="48"/>
                    </a:cubicBezTo>
                    <a:cubicBezTo>
                      <a:pt x="2" y="50"/>
                      <a:pt x="4" y="52"/>
                      <a:pt x="6" y="53"/>
                    </a:cubicBezTo>
                    <a:cubicBezTo>
                      <a:pt x="8" y="54"/>
                      <a:pt x="9" y="54"/>
                      <a:pt x="11" y="56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409" name="Freeform 813">
                <a:extLst>
                  <a:ext uri="{FF2B5EF4-FFF2-40B4-BE49-F238E27FC236}">
                    <a16:creationId xmlns:a16="http://schemas.microsoft.com/office/drawing/2014/main" id="{58784BBA-66EC-4677-8716-F264D816A8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0" y="1036"/>
                <a:ext cx="21" cy="22"/>
              </a:xfrm>
              <a:custGeom>
                <a:avLst/>
                <a:gdLst>
                  <a:gd name="T0" fmla="*/ 8 w 10"/>
                  <a:gd name="T1" fmla="*/ 0 h 10"/>
                  <a:gd name="T2" fmla="*/ 0 w 10"/>
                  <a:gd name="T3" fmla="*/ 44 h 10"/>
                  <a:gd name="T4" fmla="*/ 17 w 10"/>
                  <a:gd name="T5" fmla="*/ 88 h 10"/>
                  <a:gd name="T6" fmla="*/ 57 w 10"/>
                  <a:gd name="T7" fmla="*/ 88 h 10"/>
                  <a:gd name="T8" fmla="*/ 92 w 10"/>
                  <a:gd name="T9" fmla="*/ 106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1" y="0"/>
                    </a:moveTo>
                    <a:cubicBezTo>
                      <a:pt x="1" y="1"/>
                      <a:pt x="0" y="3"/>
                      <a:pt x="0" y="4"/>
                    </a:cubicBezTo>
                    <a:cubicBezTo>
                      <a:pt x="0" y="5"/>
                      <a:pt x="1" y="7"/>
                      <a:pt x="2" y="8"/>
                    </a:cubicBezTo>
                    <a:cubicBezTo>
                      <a:pt x="3" y="8"/>
                      <a:pt x="4" y="8"/>
                      <a:pt x="6" y="8"/>
                    </a:cubicBezTo>
                    <a:cubicBezTo>
                      <a:pt x="7" y="9"/>
                      <a:pt x="9" y="10"/>
                      <a:pt x="10" y="1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410" name="Freeform 814">
                <a:extLst>
                  <a:ext uri="{FF2B5EF4-FFF2-40B4-BE49-F238E27FC236}">
                    <a16:creationId xmlns:a16="http://schemas.microsoft.com/office/drawing/2014/main" id="{F4A5EA76-EC8E-4BAB-8504-4E8B5E4104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8" y="1041"/>
                <a:ext cx="12" cy="17"/>
              </a:xfrm>
              <a:custGeom>
                <a:avLst/>
                <a:gdLst>
                  <a:gd name="T0" fmla="*/ 48 w 6"/>
                  <a:gd name="T1" fmla="*/ 0 h 8"/>
                  <a:gd name="T2" fmla="*/ 40 w 6"/>
                  <a:gd name="T3" fmla="*/ 49 h 8"/>
                  <a:gd name="T4" fmla="*/ 16 w 6"/>
                  <a:gd name="T5" fmla="*/ 60 h 8"/>
                  <a:gd name="T6" fmla="*/ 0 w 6"/>
                  <a:gd name="T7" fmla="*/ 77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8">
                    <a:moveTo>
                      <a:pt x="6" y="0"/>
                    </a:moveTo>
                    <a:cubicBezTo>
                      <a:pt x="6" y="1"/>
                      <a:pt x="6" y="4"/>
                      <a:pt x="5" y="5"/>
                    </a:cubicBezTo>
                    <a:cubicBezTo>
                      <a:pt x="4" y="6"/>
                      <a:pt x="3" y="6"/>
                      <a:pt x="2" y="6"/>
                    </a:cubicBezTo>
                    <a:cubicBezTo>
                      <a:pt x="2" y="7"/>
                      <a:pt x="1" y="7"/>
                      <a:pt x="0" y="8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411" name="Freeform 815">
                <a:extLst>
                  <a:ext uri="{FF2B5EF4-FFF2-40B4-BE49-F238E27FC236}">
                    <a16:creationId xmlns:a16="http://schemas.microsoft.com/office/drawing/2014/main" id="{8A3CB633-A94B-476E-8620-8348B7C04A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4" y="1047"/>
                <a:ext cx="22" cy="11"/>
              </a:xfrm>
              <a:custGeom>
                <a:avLst/>
                <a:gdLst>
                  <a:gd name="T0" fmla="*/ 72 w 11"/>
                  <a:gd name="T1" fmla="*/ 20 h 5"/>
                  <a:gd name="T2" fmla="*/ 56 w 11"/>
                  <a:gd name="T3" fmla="*/ 9 h 5"/>
                  <a:gd name="T4" fmla="*/ 0 w 11"/>
                  <a:gd name="T5" fmla="*/ 53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5">
                    <a:moveTo>
                      <a:pt x="9" y="2"/>
                    </a:moveTo>
                    <a:cubicBezTo>
                      <a:pt x="11" y="0"/>
                      <a:pt x="8" y="1"/>
                      <a:pt x="7" y="1"/>
                    </a:cubicBezTo>
                    <a:cubicBezTo>
                      <a:pt x="5" y="2"/>
                      <a:pt x="2" y="5"/>
                      <a:pt x="0" y="5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412" name="Freeform 816">
                <a:extLst>
                  <a:ext uri="{FF2B5EF4-FFF2-40B4-BE49-F238E27FC236}">
                    <a16:creationId xmlns:a16="http://schemas.microsoft.com/office/drawing/2014/main" id="{07B9025F-2D86-4EBE-B901-3545CE42DF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9" y="1047"/>
                <a:ext cx="28" cy="44"/>
              </a:xfrm>
              <a:custGeom>
                <a:avLst/>
                <a:gdLst>
                  <a:gd name="T0" fmla="*/ 0 w 14"/>
                  <a:gd name="T1" fmla="*/ 0 h 20"/>
                  <a:gd name="T2" fmla="*/ 112 w 14"/>
                  <a:gd name="T3" fmla="*/ 213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20">
                    <a:moveTo>
                      <a:pt x="0" y="0"/>
                    </a:moveTo>
                    <a:cubicBezTo>
                      <a:pt x="6" y="6"/>
                      <a:pt x="14" y="11"/>
                      <a:pt x="14" y="20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413" name="Freeform 817">
                <a:extLst>
                  <a:ext uri="{FF2B5EF4-FFF2-40B4-BE49-F238E27FC236}">
                    <a16:creationId xmlns:a16="http://schemas.microsoft.com/office/drawing/2014/main" id="{CC0713D5-5554-4CAE-BE2F-7B5E2F7BAD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9" y="1052"/>
                <a:ext cx="25" cy="30"/>
              </a:xfrm>
              <a:custGeom>
                <a:avLst/>
                <a:gdLst>
                  <a:gd name="T0" fmla="*/ 108 w 12"/>
                  <a:gd name="T1" fmla="*/ 0 h 14"/>
                  <a:gd name="T2" fmla="*/ 73 w 12"/>
                  <a:gd name="T3" fmla="*/ 60 h 14"/>
                  <a:gd name="T4" fmla="*/ 0 w 12"/>
                  <a:gd name="T5" fmla="*/ 137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4">
                    <a:moveTo>
                      <a:pt x="12" y="0"/>
                    </a:moveTo>
                    <a:cubicBezTo>
                      <a:pt x="11" y="2"/>
                      <a:pt x="10" y="4"/>
                      <a:pt x="8" y="6"/>
                    </a:cubicBezTo>
                    <a:cubicBezTo>
                      <a:pt x="6" y="8"/>
                      <a:pt x="1" y="11"/>
                      <a:pt x="0" y="14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414" name="Freeform 818">
                <a:extLst>
                  <a:ext uri="{FF2B5EF4-FFF2-40B4-BE49-F238E27FC236}">
                    <a16:creationId xmlns:a16="http://schemas.microsoft.com/office/drawing/2014/main" id="{418C1A92-893D-42D6-8D9F-33212C7EA6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8" y="2349"/>
                <a:ext cx="140" cy="128"/>
              </a:xfrm>
              <a:custGeom>
                <a:avLst/>
                <a:gdLst>
                  <a:gd name="T0" fmla="*/ 0 w 68"/>
                  <a:gd name="T1" fmla="*/ 20 h 58"/>
                  <a:gd name="T2" fmla="*/ 89 w 68"/>
                  <a:gd name="T3" fmla="*/ 428 h 58"/>
                  <a:gd name="T4" fmla="*/ 356 w 68"/>
                  <a:gd name="T5" fmla="*/ 614 h 58"/>
                  <a:gd name="T6" fmla="*/ 568 w 68"/>
                  <a:gd name="T7" fmla="*/ 384 h 58"/>
                  <a:gd name="T8" fmla="*/ 593 w 68"/>
                  <a:gd name="T9" fmla="*/ 0 h 5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8" h="58">
                    <a:moveTo>
                      <a:pt x="0" y="2"/>
                    </a:moveTo>
                    <a:cubicBezTo>
                      <a:pt x="13" y="10"/>
                      <a:pt x="3" y="28"/>
                      <a:pt x="10" y="40"/>
                    </a:cubicBezTo>
                    <a:cubicBezTo>
                      <a:pt x="17" y="52"/>
                      <a:pt x="27" y="58"/>
                      <a:pt x="41" y="57"/>
                    </a:cubicBezTo>
                    <a:cubicBezTo>
                      <a:pt x="54" y="56"/>
                      <a:pt x="63" y="49"/>
                      <a:pt x="65" y="36"/>
                    </a:cubicBezTo>
                    <a:cubicBezTo>
                      <a:pt x="67" y="24"/>
                      <a:pt x="60" y="10"/>
                      <a:pt x="68" y="0"/>
                    </a:cubicBezTo>
                  </a:path>
                </a:pathLst>
              </a:custGeom>
              <a:solidFill>
                <a:srgbClr val="F6F4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415" name="Freeform 819">
                <a:extLst>
                  <a:ext uri="{FF2B5EF4-FFF2-40B4-BE49-F238E27FC236}">
                    <a16:creationId xmlns:a16="http://schemas.microsoft.com/office/drawing/2014/main" id="{3A6349AE-6CCA-438B-9B9D-C194881996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7" y="2314"/>
                <a:ext cx="74" cy="121"/>
              </a:xfrm>
              <a:custGeom>
                <a:avLst/>
                <a:gdLst>
                  <a:gd name="T0" fmla="*/ 0 w 36"/>
                  <a:gd name="T1" fmla="*/ 0 h 55"/>
                  <a:gd name="T2" fmla="*/ 88 w 36"/>
                  <a:gd name="T3" fmla="*/ 416 h 55"/>
                  <a:gd name="T4" fmla="*/ 199 w 36"/>
                  <a:gd name="T5" fmla="*/ 576 h 55"/>
                  <a:gd name="T6" fmla="*/ 296 w 36"/>
                  <a:gd name="T7" fmla="*/ 372 h 55"/>
                  <a:gd name="T8" fmla="*/ 312 w 36"/>
                  <a:gd name="T9" fmla="*/ 44 h 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" h="55">
                    <a:moveTo>
                      <a:pt x="0" y="0"/>
                    </a:moveTo>
                    <a:cubicBezTo>
                      <a:pt x="9" y="8"/>
                      <a:pt x="9" y="27"/>
                      <a:pt x="10" y="39"/>
                    </a:cubicBezTo>
                    <a:cubicBezTo>
                      <a:pt x="10" y="49"/>
                      <a:pt x="10" y="55"/>
                      <a:pt x="23" y="54"/>
                    </a:cubicBezTo>
                    <a:cubicBezTo>
                      <a:pt x="34" y="53"/>
                      <a:pt x="34" y="46"/>
                      <a:pt x="34" y="35"/>
                    </a:cubicBezTo>
                    <a:cubicBezTo>
                      <a:pt x="34" y="25"/>
                      <a:pt x="32" y="14"/>
                      <a:pt x="36" y="4"/>
                    </a:cubicBezTo>
                  </a:path>
                </a:pathLst>
              </a:custGeom>
              <a:noFill/>
              <a:ln w="1111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416" name="Freeform 820">
                <a:extLst>
                  <a:ext uri="{FF2B5EF4-FFF2-40B4-BE49-F238E27FC236}">
                    <a16:creationId xmlns:a16="http://schemas.microsoft.com/office/drawing/2014/main" id="{47CD33C4-5B4F-43E8-89BD-C5092E8C66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3" y="3979"/>
                <a:ext cx="11" cy="31"/>
              </a:xfrm>
              <a:custGeom>
                <a:avLst/>
                <a:gdLst>
                  <a:gd name="T0" fmla="*/ 53 w 5"/>
                  <a:gd name="T1" fmla="*/ 153 h 14"/>
                  <a:gd name="T2" fmla="*/ 0 w 5"/>
                  <a:gd name="T3" fmla="*/ 0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4">
                    <a:moveTo>
                      <a:pt x="5" y="14"/>
                    </a:moveTo>
                    <a:cubicBezTo>
                      <a:pt x="5" y="11"/>
                      <a:pt x="2" y="4"/>
                      <a:pt x="0" y="0"/>
                    </a:cubicBezTo>
                  </a:path>
                </a:pathLst>
              </a:custGeom>
              <a:noFill/>
              <a:ln w="1111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417" name="Freeform 821">
                <a:extLst>
                  <a:ext uri="{FF2B5EF4-FFF2-40B4-BE49-F238E27FC236}">
                    <a16:creationId xmlns:a16="http://schemas.microsoft.com/office/drawing/2014/main" id="{289B43A6-0DCE-44F9-B304-29646B99B5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4" y="3986"/>
                <a:ext cx="43" cy="28"/>
              </a:xfrm>
              <a:custGeom>
                <a:avLst/>
                <a:gdLst>
                  <a:gd name="T0" fmla="*/ 16 w 21"/>
                  <a:gd name="T1" fmla="*/ 129 h 13"/>
                  <a:gd name="T2" fmla="*/ 180 w 21"/>
                  <a:gd name="T3" fmla="*/ 101 h 13"/>
                  <a:gd name="T4" fmla="*/ 76 w 21"/>
                  <a:gd name="T5" fmla="*/ 9 h 13"/>
                  <a:gd name="T6" fmla="*/ 0 w 21"/>
                  <a:gd name="T7" fmla="*/ 129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13">
                    <a:moveTo>
                      <a:pt x="2" y="13"/>
                    </a:moveTo>
                    <a:cubicBezTo>
                      <a:pt x="4" y="6"/>
                      <a:pt x="16" y="7"/>
                      <a:pt x="21" y="10"/>
                    </a:cubicBezTo>
                    <a:cubicBezTo>
                      <a:pt x="17" y="4"/>
                      <a:pt x="18" y="0"/>
                      <a:pt x="9" y="1"/>
                    </a:cubicBezTo>
                    <a:cubicBezTo>
                      <a:pt x="1" y="2"/>
                      <a:pt x="0" y="5"/>
                      <a:pt x="0" y="13"/>
                    </a:cubicBezTo>
                  </a:path>
                </a:pathLst>
              </a:custGeom>
              <a:noFill/>
              <a:ln w="1111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418" name="Freeform 822">
                <a:extLst>
                  <a:ext uri="{FF2B5EF4-FFF2-40B4-BE49-F238E27FC236}">
                    <a16:creationId xmlns:a16="http://schemas.microsoft.com/office/drawing/2014/main" id="{3BB77426-F75A-4553-A29C-BF3E97C432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0" y="3977"/>
                <a:ext cx="19" cy="33"/>
              </a:xfrm>
              <a:custGeom>
                <a:avLst/>
                <a:gdLst>
                  <a:gd name="T0" fmla="*/ 84 w 9"/>
                  <a:gd name="T1" fmla="*/ 161 h 15"/>
                  <a:gd name="T2" fmla="*/ 0 w 9"/>
                  <a:gd name="T3" fmla="*/ 0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15">
                    <a:moveTo>
                      <a:pt x="9" y="15"/>
                    </a:moveTo>
                    <a:cubicBezTo>
                      <a:pt x="9" y="12"/>
                      <a:pt x="3" y="4"/>
                      <a:pt x="0" y="0"/>
                    </a:cubicBezTo>
                  </a:path>
                </a:pathLst>
              </a:custGeom>
              <a:noFill/>
              <a:ln w="1111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419" name="Freeform 823">
                <a:extLst>
                  <a:ext uri="{FF2B5EF4-FFF2-40B4-BE49-F238E27FC236}">
                    <a16:creationId xmlns:a16="http://schemas.microsoft.com/office/drawing/2014/main" id="{858E471E-340C-4C44-A260-5C10C46C45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4" y="3983"/>
                <a:ext cx="25" cy="24"/>
              </a:xfrm>
              <a:custGeom>
                <a:avLst/>
                <a:gdLst>
                  <a:gd name="T0" fmla="*/ 8 w 12"/>
                  <a:gd name="T1" fmla="*/ 105 h 11"/>
                  <a:gd name="T2" fmla="*/ 108 w 12"/>
                  <a:gd name="T3" fmla="*/ 113 h 11"/>
                  <a:gd name="T4" fmla="*/ 0 w 12"/>
                  <a:gd name="T5" fmla="*/ 81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1">
                    <a:moveTo>
                      <a:pt x="1" y="10"/>
                    </a:moveTo>
                    <a:cubicBezTo>
                      <a:pt x="4" y="9"/>
                      <a:pt x="10" y="8"/>
                      <a:pt x="12" y="11"/>
                    </a:cubicBezTo>
                    <a:cubicBezTo>
                      <a:pt x="10" y="7"/>
                      <a:pt x="0" y="0"/>
                      <a:pt x="0" y="8"/>
                    </a:cubicBezTo>
                  </a:path>
                </a:pathLst>
              </a:custGeom>
              <a:noFill/>
              <a:ln w="1111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420" name="Freeform 824">
                <a:extLst>
                  <a:ext uri="{FF2B5EF4-FFF2-40B4-BE49-F238E27FC236}">
                    <a16:creationId xmlns:a16="http://schemas.microsoft.com/office/drawing/2014/main" id="{E6FD19B8-E911-49E1-80E8-78E51AA2E5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53" y="3986"/>
                <a:ext cx="21" cy="17"/>
              </a:xfrm>
              <a:custGeom>
                <a:avLst/>
                <a:gdLst>
                  <a:gd name="T0" fmla="*/ 17 w 10"/>
                  <a:gd name="T1" fmla="*/ 68 h 8"/>
                  <a:gd name="T2" fmla="*/ 92 w 10"/>
                  <a:gd name="T3" fmla="*/ 77 h 8"/>
                  <a:gd name="T4" fmla="*/ 8 w 10"/>
                  <a:gd name="T5" fmla="*/ 60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8">
                    <a:moveTo>
                      <a:pt x="2" y="7"/>
                    </a:moveTo>
                    <a:cubicBezTo>
                      <a:pt x="4" y="5"/>
                      <a:pt x="8" y="5"/>
                      <a:pt x="10" y="8"/>
                    </a:cubicBezTo>
                    <a:cubicBezTo>
                      <a:pt x="9" y="3"/>
                      <a:pt x="0" y="0"/>
                      <a:pt x="1" y="6"/>
                    </a:cubicBezTo>
                  </a:path>
                </a:pathLst>
              </a:custGeom>
              <a:noFill/>
              <a:ln w="1111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421" name="Freeform 825">
                <a:extLst>
                  <a:ext uri="{FF2B5EF4-FFF2-40B4-BE49-F238E27FC236}">
                    <a16:creationId xmlns:a16="http://schemas.microsoft.com/office/drawing/2014/main" id="{2A508619-BF1C-42CA-8DCA-ADE7229D76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3" y="3975"/>
                <a:ext cx="21" cy="32"/>
              </a:xfrm>
              <a:custGeom>
                <a:avLst/>
                <a:gdLst>
                  <a:gd name="T0" fmla="*/ 92 w 10"/>
                  <a:gd name="T1" fmla="*/ 145 h 15"/>
                  <a:gd name="T2" fmla="*/ 76 w 10"/>
                  <a:gd name="T3" fmla="*/ 105 h 15"/>
                  <a:gd name="T4" fmla="*/ 36 w 10"/>
                  <a:gd name="T5" fmla="*/ 60 h 15"/>
                  <a:gd name="T6" fmla="*/ 8 w 10"/>
                  <a:gd name="T7" fmla="*/ 0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15">
                    <a:moveTo>
                      <a:pt x="10" y="15"/>
                    </a:moveTo>
                    <a:cubicBezTo>
                      <a:pt x="10" y="15"/>
                      <a:pt x="8" y="11"/>
                      <a:pt x="8" y="11"/>
                    </a:cubicBezTo>
                    <a:cubicBezTo>
                      <a:pt x="6" y="9"/>
                      <a:pt x="5" y="7"/>
                      <a:pt x="4" y="6"/>
                    </a:cubicBezTo>
                    <a:cubicBezTo>
                      <a:pt x="2" y="4"/>
                      <a:pt x="0" y="3"/>
                      <a:pt x="1" y="0"/>
                    </a:cubicBezTo>
                  </a:path>
                </a:pathLst>
              </a:custGeom>
              <a:noFill/>
              <a:ln w="1111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422" name="Freeform 826">
                <a:extLst>
                  <a:ext uri="{FF2B5EF4-FFF2-40B4-BE49-F238E27FC236}">
                    <a16:creationId xmlns:a16="http://schemas.microsoft.com/office/drawing/2014/main" id="{2E2DBF11-261A-477A-A0F5-E1313F0C4D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4" y="3970"/>
                <a:ext cx="27" cy="31"/>
              </a:xfrm>
              <a:custGeom>
                <a:avLst/>
                <a:gdLst>
                  <a:gd name="T0" fmla="*/ 116 w 13"/>
                  <a:gd name="T1" fmla="*/ 153 h 14"/>
                  <a:gd name="T2" fmla="*/ 91 w 13"/>
                  <a:gd name="T3" fmla="*/ 97 h 14"/>
                  <a:gd name="T4" fmla="*/ 64 w 13"/>
                  <a:gd name="T5" fmla="*/ 53 h 14"/>
                  <a:gd name="T6" fmla="*/ 17 w 13"/>
                  <a:gd name="T7" fmla="*/ 0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14">
                    <a:moveTo>
                      <a:pt x="13" y="14"/>
                    </a:moveTo>
                    <a:cubicBezTo>
                      <a:pt x="12" y="12"/>
                      <a:pt x="11" y="11"/>
                      <a:pt x="10" y="9"/>
                    </a:cubicBezTo>
                    <a:cubicBezTo>
                      <a:pt x="9" y="8"/>
                      <a:pt x="8" y="6"/>
                      <a:pt x="7" y="5"/>
                    </a:cubicBezTo>
                    <a:cubicBezTo>
                      <a:pt x="6" y="4"/>
                      <a:pt x="0" y="2"/>
                      <a:pt x="2" y="0"/>
                    </a:cubicBezTo>
                  </a:path>
                </a:pathLst>
              </a:custGeom>
              <a:noFill/>
              <a:ln w="1111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423" name="Freeform 827">
                <a:extLst>
                  <a:ext uri="{FF2B5EF4-FFF2-40B4-BE49-F238E27FC236}">
                    <a16:creationId xmlns:a16="http://schemas.microsoft.com/office/drawing/2014/main" id="{1CE40C83-33A5-46DC-AC26-6A297DEF22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2" y="3986"/>
                <a:ext cx="21" cy="15"/>
              </a:xfrm>
              <a:custGeom>
                <a:avLst/>
                <a:gdLst>
                  <a:gd name="T0" fmla="*/ 17 w 10"/>
                  <a:gd name="T1" fmla="*/ 69 h 7"/>
                  <a:gd name="T2" fmla="*/ 36 w 10"/>
                  <a:gd name="T3" fmla="*/ 60 h 7"/>
                  <a:gd name="T4" fmla="*/ 67 w 10"/>
                  <a:gd name="T5" fmla="*/ 51 h 7"/>
                  <a:gd name="T6" fmla="*/ 92 w 10"/>
                  <a:gd name="T7" fmla="*/ 60 h 7"/>
                  <a:gd name="T8" fmla="*/ 48 w 10"/>
                  <a:gd name="T9" fmla="*/ 0 h 7"/>
                  <a:gd name="T10" fmla="*/ 8 w 10"/>
                  <a:gd name="T11" fmla="*/ 28 h 7"/>
                  <a:gd name="T12" fmla="*/ 27 w 10"/>
                  <a:gd name="T13" fmla="*/ 69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7">
                    <a:moveTo>
                      <a:pt x="2" y="7"/>
                    </a:moveTo>
                    <a:cubicBezTo>
                      <a:pt x="3" y="7"/>
                      <a:pt x="3" y="6"/>
                      <a:pt x="4" y="6"/>
                    </a:cubicBezTo>
                    <a:cubicBezTo>
                      <a:pt x="4" y="5"/>
                      <a:pt x="6" y="5"/>
                      <a:pt x="7" y="5"/>
                    </a:cubicBezTo>
                    <a:cubicBezTo>
                      <a:pt x="8" y="5"/>
                      <a:pt x="9" y="6"/>
                      <a:pt x="10" y="6"/>
                    </a:cubicBezTo>
                    <a:cubicBezTo>
                      <a:pt x="10" y="4"/>
                      <a:pt x="6" y="1"/>
                      <a:pt x="5" y="0"/>
                    </a:cubicBezTo>
                    <a:cubicBezTo>
                      <a:pt x="3" y="1"/>
                      <a:pt x="1" y="1"/>
                      <a:pt x="1" y="3"/>
                    </a:cubicBezTo>
                    <a:cubicBezTo>
                      <a:pt x="0" y="4"/>
                      <a:pt x="2" y="6"/>
                      <a:pt x="3" y="7"/>
                    </a:cubicBezTo>
                  </a:path>
                </a:pathLst>
              </a:custGeom>
              <a:noFill/>
              <a:ln w="1111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424" name="Freeform 828">
                <a:extLst>
                  <a:ext uri="{FF2B5EF4-FFF2-40B4-BE49-F238E27FC236}">
                    <a16:creationId xmlns:a16="http://schemas.microsoft.com/office/drawing/2014/main" id="{65DD34FB-CE59-4247-9D2E-CCB6DC8976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09" y="3972"/>
                <a:ext cx="18" cy="16"/>
              </a:xfrm>
              <a:custGeom>
                <a:avLst/>
                <a:gdLst>
                  <a:gd name="T0" fmla="*/ 24 w 9"/>
                  <a:gd name="T1" fmla="*/ 85 h 7"/>
                  <a:gd name="T2" fmla="*/ 72 w 9"/>
                  <a:gd name="T3" fmla="*/ 57 h 7"/>
                  <a:gd name="T4" fmla="*/ 48 w 9"/>
                  <a:gd name="T5" fmla="*/ 25 h 7"/>
                  <a:gd name="T6" fmla="*/ 16 w 9"/>
                  <a:gd name="T7" fmla="*/ 0 h 7"/>
                  <a:gd name="T8" fmla="*/ 0 w 9"/>
                  <a:gd name="T9" fmla="*/ 25 h 7"/>
                  <a:gd name="T10" fmla="*/ 8 w 9"/>
                  <a:gd name="T11" fmla="*/ 73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" h="7">
                    <a:moveTo>
                      <a:pt x="3" y="7"/>
                    </a:moveTo>
                    <a:cubicBezTo>
                      <a:pt x="3" y="5"/>
                      <a:pt x="7" y="4"/>
                      <a:pt x="9" y="5"/>
                    </a:cubicBezTo>
                    <a:cubicBezTo>
                      <a:pt x="8" y="4"/>
                      <a:pt x="7" y="3"/>
                      <a:pt x="6" y="2"/>
                    </a:cubicBezTo>
                    <a:cubicBezTo>
                      <a:pt x="5" y="1"/>
                      <a:pt x="3" y="0"/>
                      <a:pt x="2" y="0"/>
                    </a:cubicBezTo>
                    <a:cubicBezTo>
                      <a:pt x="2" y="0"/>
                      <a:pt x="0" y="2"/>
                      <a:pt x="0" y="2"/>
                    </a:cubicBezTo>
                    <a:cubicBezTo>
                      <a:pt x="0" y="4"/>
                      <a:pt x="1" y="5"/>
                      <a:pt x="1" y="6"/>
                    </a:cubicBezTo>
                  </a:path>
                </a:pathLst>
              </a:custGeom>
              <a:noFill/>
              <a:ln w="1111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425" name="Freeform 829">
                <a:extLst>
                  <a:ext uri="{FF2B5EF4-FFF2-40B4-BE49-F238E27FC236}">
                    <a16:creationId xmlns:a16="http://schemas.microsoft.com/office/drawing/2014/main" id="{C9D3AFE9-9B86-4A48-AC67-1D92516D29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9" y="3981"/>
                <a:ext cx="8" cy="51"/>
              </a:xfrm>
              <a:custGeom>
                <a:avLst/>
                <a:gdLst>
                  <a:gd name="T0" fmla="*/ 0 w 4"/>
                  <a:gd name="T1" fmla="*/ 251 h 23"/>
                  <a:gd name="T2" fmla="*/ 8 w 4"/>
                  <a:gd name="T3" fmla="*/ 186 h 23"/>
                  <a:gd name="T4" fmla="*/ 24 w 4"/>
                  <a:gd name="T5" fmla="*/ 118 h 23"/>
                  <a:gd name="T6" fmla="*/ 32 w 4"/>
                  <a:gd name="T7" fmla="*/ 0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23">
                    <a:moveTo>
                      <a:pt x="0" y="23"/>
                    </a:moveTo>
                    <a:cubicBezTo>
                      <a:pt x="0" y="21"/>
                      <a:pt x="1" y="19"/>
                      <a:pt x="1" y="17"/>
                    </a:cubicBezTo>
                    <a:cubicBezTo>
                      <a:pt x="2" y="15"/>
                      <a:pt x="3" y="13"/>
                      <a:pt x="3" y="11"/>
                    </a:cubicBezTo>
                    <a:cubicBezTo>
                      <a:pt x="4" y="7"/>
                      <a:pt x="4" y="4"/>
                      <a:pt x="4" y="0"/>
                    </a:cubicBezTo>
                  </a:path>
                </a:pathLst>
              </a:custGeom>
              <a:noFill/>
              <a:ln w="1111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426" name="Freeform 830">
                <a:extLst>
                  <a:ext uri="{FF2B5EF4-FFF2-40B4-BE49-F238E27FC236}">
                    <a16:creationId xmlns:a16="http://schemas.microsoft.com/office/drawing/2014/main" id="{D0217601-60EE-44BA-80DA-147099C12B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5" y="3990"/>
                <a:ext cx="37" cy="35"/>
              </a:xfrm>
              <a:custGeom>
                <a:avLst/>
                <a:gdLst>
                  <a:gd name="T0" fmla="*/ 8 w 18"/>
                  <a:gd name="T1" fmla="*/ 168 h 16"/>
                  <a:gd name="T2" fmla="*/ 43 w 18"/>
                  <a:gd name="T3" fmla="*/ 133 h 16"/>
                  <a:gd name="T4" fmla="*/ 97 w 18"/>
                  <a:gd name="T5" fmla="*/ 133 h 16"/>
                  <a:gd name="T6" fmla="*/ 148 w 18"/>
                  <a:gd name="T7" fmla="*/ 158 h 16"/>
                  <a:gd name="T8" fmla="*/ 156 w 18"/>
                  <a:gd name="T9" fmla="*/ 33 h 16"/>
                  <a:gd name="T10" fmla="*/ 97 w 18"/>
                  <a:gd name="T11" fmla="*/ 0 h 16"/>
                  <a:gd name="T12" fmla="*/ 33 w 18"/>
                  <a:gd name="T13" fmla="*/ 53 h 16"/>
                  <a:gd name="T14" fmla="*/ 0 w 18"/>
                  <a:gd name="T15" fmla="*/ 168 h 1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8" h="16">
                    <a:moveTo>
                      <a:pt x="1" y="16"/>
                    </a:moveTo>
                    <a:cubicBezTo>
                      <a:pt x="2" y="15"/>
                      <a:pt x="3" y="13"/>
                      <a:pt x="5" y="13"/>
                    </a:cubicBezTo>
                    <a:cubicBezTo>
                      <a:pt x="7" y="13"/>
                      <a:pt x="9" y="12"/>
                      <a:pt x="11" y="13"/>
                    </a:cubicBezTo>
                    <a:cubicBezTo>
                      <a:pt x="13" y="13"/>
                      <a:pt x="15" y="14"/>
                      <a:pt x="17" y="15"/>
                    </a:cubicBezTo>
                    <a:cubicBezTo>
                      <a:pt x="18" y="11"/>
                      <a:pt x="18" y="7"/>
                      <a:pt x="18" y="3"/>
                    </a:cubicBezTo>
                    <a:cubicBezTo>
                      <a:pt x="18" y="0"/>
                      <a:pt x="14" y="0"/>
                      <a:pt x="11" y="0"/>
                    </a:cubicBezTo>
                    <a:cubicBezTo>
                      <a:pt x="8" y="0"/>
                      <a:pt x="5" y="2"/>
                      <a:pt x="4" y="5"/>
                    </a:cubicBezTo>
                    <a:cubicBezTo>
                      <a:pt x="2" y="8"/>
                      <a:pt x="0" y="12"/>
                      <a:pt x="0" y="16"/>
                    </a:cubicBezTo>
                  </a:path>
                </a:pathLst>
              </a:custGeom>
              <a:noFill/>
              <a:ln w="1111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427" name="Freeform 831">
                <a:extLst>
                  <a:ext uri="{FF2B5EF4-FFF2-40B4-BE49-F238E27FC236}">
                    <a16:creationId xmlns:a16="http://schemas.microsoft.com/office/drawing/2014/main" id="{38FC86AB-C0D3-48F2-857C-C568F2D88A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3" y="3988"/>
                <a:ext cx="25" cy="52"/>
              </a:xfrm>
              <a:custGeom>
                <a:avLst/>
                <a:gdLst>
                  <a:gd name="T0" fmla="*/ 8 w 12"/>
                  <a:gd name="T1" fmla="*/ 245 h 24"/>
                  <a:gd name="T2" fmla="*/ 17 w 12"/>
                  <a:gd name="T3" fmla="*/ 184 h 24"/>
                  <a:gd name="T4" fmla="*/ 65 w 12"/>
                  <a:gd name="T5" fmla="*/ 156 h 24"/>
                  <a:gd name="T6" fmla="*/ 83 w 12"/>
                  <a:gd name="T7" fmla="*/ 80 h 24"/>
                  <a:gd name="T8" fmla="*/ 108 w 12"/>
                  <a:gd name="T9" fmla="*/ 0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24">
                    <a:moveTo>
                      <a:pt x="1" y="24"/>
                    </a:moveTo>
                    <a:cubicBezTo>
                      <a:pt x="0" y="23"/>
                      <a:pt x="1" y="20"/>
                      <a:pt x="2" y="18"/>
                    </a:cubicBezTo>
                    <a:cubicBezTo>
                      <a:pt x="3" y="17"/>
                      <a:pt x="5" y="16"/>
                      <a:pt x="7" y="15"/>
                    </a:cubicBezTo>
                    <a:cubicBezTo>
                      <a:pt x="8" y="13"/>
                      <a:pt x="9" y="10"/>
                      <a:pt x="9" y="8"/>
                    </a:cubicBezTo>
                    <a:cubicBezTo>
                      <a:pt x="10" y="5"/>
                      <a:pt x="11" y="3"/>
                      <a:pt x="12" y="0"/>
                    </a:cubicBezTo>
                  </a:path>
                </a:pathLst>
              </a:custGeom>
              <a:noFill/>
              <a:ln w="1111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428" name="Freeform 832">
                <a:extLst>
                  <a:ext uri="{FF2B5EF4-FFF2-40B4-BE49-F238E27FC236}">
                    <a16:creationId xmlns:a16="http://schemas.microsoft.com/office/drawing/2014/main" id="{F6F26448-29C5-4FAD-8042-B78954C063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8" y="3990"/>
                <a:ext cx="25" cy="46"/>
              </a:xfrm>
              <a:custGeom>
                <a:avLst/>
                <a:gdLst>
                  <a:gd name="T0" fmla="*/ 0 w 12"/>
                  <a:gd name="T1" fmla="*/ 221 h 21"/>
                  <a:gd name="T2" fmla="*/ 17 w 12"/>
                  <a:gd name="T3" fmla="*/ 149 h 21"/>
                  <a:gd name="T4" fmla="*/ 56 w 12"/>
                  <a:gd name="T5" fmla="*/ 85 h 21"/>
                  <a:gd name="T6" fmla="*/ 108 w 12"/>
                  <a:gd name="T7" fmla="*/ 0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21">
                    <a:moveTo>
                      <a:pt x="0" y="21"/>
                    </a:moveTo>
                    <a:cubicBezTo>
                      <a:pt x="0" y="19"/>
                      <a:pt x="1" y="16"/>
                      <a:pt x="2" y="14"/>
                    </a:cubicBezTo>
                    <a:cubicBezTo>
                      <a:pt x="3" y="11"/>
                      <a:pt x="4" y="10"/>
                      <a:pt x="6" y="8"/>
                    </a:cubicBezTo>
                    <a:cubicBezTo>
                      <a:pt x="9" y="6"/>
                      <a:pt x="10" y="3"/>
                      <a:pt x="12" y="0"/>
                    </a:cubicBezTo>
                  </a:path>
                </a:pathLst>
              </a:custGeom>
              <a:noFill/>
              <a:ln w="1111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429" name="Freeform 833">
                <a:extLst>
                  <a:ext uri="{FF2B5EF4-FFF2-40B4-BE49-F238E27FC236}">
                    <a16:creationId xmlns:a16="http://schemas.microsoft.com/office/drawing/2014/main" id="{3CE8D7E0-35A5-4045-9ABA-D4F68AEB19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7" y="3981"/>
                <a:ext cx="33" cy="48"/>
              </a:xfrm>
              <a:custGeom>
                <a:avLst/>
                <a:gdLst>
                  <a:gd name="T0" fmla="*/ 0 w 16"/>
                  <a:gd name="T1" fmla="*/ 229 h 22"/>
                  <a:gd name="T2" fmla="*/ 25 w 16"/>
                  <a:gd name="T3" fmla="*/ 124 h 22"/>
                  <a:gd name="T4" fmla="*/ 52 w 16"/>
                  <a:gd name="T5" fmla="*/ 72 h 22"/>
                  <a:gd name="T6" fmla="*/ 124 w 16"/>
                  <a:gd name="T7" fmla="*/ 0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22">
                    <a:moveTo>
                      <a:pt x="0" y="22"/>
                    </a:moveTo>
                    <a:cubicBezTo>
                      <a:pt x="1" y="19"/>
                      <a:pt x="2" y="16"/>
                      <a:pt x="3" y="12"/>
                    </a:cubicBezTo>
                    <a:cubicBezTo>
                      <a:pt x="4" y="10"/>
                      <a:pt x="4" y="9"/>
                      <a:pt x="6" y="7"/>
                    </a:cubicBezTo>
                    <a:cubicBezTo>
                      <a:pt x="8" y="6"/>
                      <a:pt x="16" y="4"/>
                      <a:pt x="14" y="0"/>
                    </a:cubicBezTo>
                  </a:path>
                </a:pathLst>
              </a:custGeom>
              <a:noFill/>
              <a:ln w="1111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430" name="Freeform 834">
                <a:extLst>
                  <a:ext uri="{FF2B5EF4-FFF2-40B4-BE49-F238E27FC236}">
                    <a16:creationId xmlns:a16="http://schemas.microsoft.com/office/drawing/2014/main" id="{38570812-6D97-49DA-8F12-A63FB06EDB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6" y="4012"/>
                <a:ext cx="30" cy="24"/>
              </a:xfrm>
              <a:custGeom>
                <a:avLst/>
                <a:gdLst>
                  <a:gd name="T0" fmla="*/ 0 w 15"/>
                  <a:gd name="T1" fmla="*/ 96 h 11"/>
                  <a:gd name="T2" fmla="*/ 48 w 15"/>
                  <a:gd name="T3" fmla="*/ 81 h 11"/>
                  <a:gd name="T4" fmla="*/ 80 w 15"/>
                  <a:gd name="T5" fmla="*/ 96 h 11"/>
                  <a:gd name="T6" fmla="*/ 96 w 15"/>
                  <a:gd name="T7" fmla="*/ 113 h 11"/>
                  <a:gd name="T8" fmla="*/ 120 w 15"/>
                  <a:gd name="T9" fmla="*/ 20 h 11"/>
                  <a:gd name="T10" fmla="*/ 56 w 15"/>
                  <a:gd name="T11" fmla="*/ 9 h 11"/>
                  <a:gd name="T12" fmla="*/ 0 w 15"/>
                  <a:gd name="T13" fmla="*/ 81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11">
                    <a:moveTo>
                      <a:pt x="0" y="9"/>
                    </a:moveTo>
                    <a:cubicBezTo>
                      <a:pt x="1" y="7"/>
                      <a:pt x="4" y="7"/>
                      <a:pt x="6" y="8"/>
                    </a:cubicBezTo>
                    <a:cubicBezTo>
                      <a:pt x="7" y="8"/>
                      <a:pt x="9" y="8"/>
                      <a:pt x="10" y="9"/>
                    </a:cubicBezTo>
                    <a:cubicBezTo>
                      <a:pt x="10" y="10"/>
                      <a:pt x="11" y="11"/>
                      <a:pt x="12" y="11"/>
                    </a:cubicBezTo>
                    <a:cubicBezTo>
                      <a:pt x="12" y="9"/>
                      <a:pt x="14" y="4"/>
                      <a:pt x="15" y="2"/>
                    </a:cubicBezTo>
                    <a:cubicBezTo>
                      <a:pt x="13" y="1"/>
                      <a:pt x="9" y="0"/>
                      <a:pt x="7" y="1"/>
                    </a:cubicBezTo>
                    <a:cubicBezTo>
                      <a:pt x="4" y="2"/>
                      <a:pt x="3" y="7"/>
                      <a:pt x="0" y="8"/>
                    </a:cubicBezTo>
                  </a:path>
                </a:pathLst>
              </a:custGeom>
              <a:noFill/>
              <a:ln w="1111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431" name="Freeform 835">
                <a:extLst>
                  <a:ext uri="{FF2B5EF4-FFF2-40B4-BE49-F238E27FC236}">
                    <a16:creationId xmlns:a16="http://schemas.microsoft.com/office/drawing/2014/main" id="{3C753916-B45F-4B16-99B2-8CDA3879FD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4" y="4012"/>
                <a:ext cx="25" cy="22"/>
              </a:xfrm>
              <a:custGeom>
                <a:avLst/>
                <a:gdLst>
                  <a:gd name="T0" fmla="*/ 8 w 12"/>
                  <a:gd name="T1" fmla="*/ 73 h 10"/>
                  <a:gd name="T2" fmla="*/ 44 w 12"/>
                  <a:gd name="T3" fmla="*/ 64 h 10"/>
                  <a:gd name="T4" fmla="*/ 92 w 12"/>
                  <a:gd name="T5" fmla="*/ 106 h 10"/>
                  <a:gd name="T6" fmla="*/ 108 w 12"/>
                  <a:gd name="T7" fmla="*/ 33 h 10"/>
                  <a:gd name="T8" fmla="*/ 44 w 12"/>
                  <a:gd name="T9" fmla="*/ 9 h 10"/>
                  <a:gd name="T10" fmla="*/ 0 w 12"/>
                  <a:gd name="T11" fmla="*/ 73 h 1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10">
                    <a:moveTo>
                      <a:pt x="1" y="7"/>
                    </a:moveTo>
                    <a:cubicBezTo>
                      <a:pt x="1" y="5"/>
                      <a:pt x="4" y="6"/>
                      <a:pt x="5" y="6"/>
                    </a:cubicBezTo>
                    <a:cubicBezTo>
                      <a:pt x="7" y="6"/>
                      <a:pt x="9" y="8"/>
                      <a:pt x="10" y="10"/>
                    </a:cubicBezTo>
                    <a:cubicBezTo>
                      <a:pt x="9" y="8"/>
                      <a:pt x="11" y="6"/>
                      <a:pt x="12" y="3"/>
                    </a:cubicBezTo>
                    <a:cubicBezTo>
                      <a:pt x="10" y="3"/>
                      <a:pt x="7" y="0"/>
                      <a:pt x="5" y="1"/>
                    </a:cubicBezTo>
                    <a:cubicBezTo>
                      <a:pt x="3" y="1"/>
                      <a:pt x="0" y="5"/>
                      <a:pt x="0" y="7"/>
                    </a:cubicBezTo>
                  </a:path>
                </a:pathLst>
              </a:custGeom>
              <a:noFill/>
              <a:ln w="1111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432" name="Freeform 836">
                <a:extLst>
                  <a:ext uri="{FF2B5EF4-FFF2-40B4-BE49-F238E27FC236}">
                    <a16:creationId xmlns:a16="http://schemas.microsoft.com/office/drawing/2014/main" id="{7FB66355-A7B1-474D-B47B-8165EDCEC1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3" y="4005"/>
                <a:ext cx="23" cy="22"/>
              </a:xfrm>
              <a:custGeom>
                <a:avLst/>
                <a:gdLst>
                  <a:gd name="T0" fmla="*/ 0 w 11"/>
                  <a:gd name="T1" fmla="*/ 88 h 10"/>
                  <a:gd name="T2" fmla="*/ 75 w 11"/>
                  <a:gd name="T3" fmla="*/ 106 h 10"/>
                  <a:gd name="T4" fmla="*/ 84 w 11"/>
                  <a:gd name="T5" fmla="*/ 64 h 10"/>
                  <a:gd name="T6" fmla="*/ 100 w 11"/>
                  <a:gd name="T7" fmla="*/ 33 h 10"/>
                  <a:gd name="T8" fmla="*/ 65 w 11"/>
                  <a:gd name="T9" fmla="*/ 9 h 10"/>
                  <a:gd name="T10" fmla="*/ 0 w 11"/>
                  <a:gd name="T11" fmla="*/ 88 h 1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10">
                    <a:moveTo>
                      <a:pt x="0" y="8"/>
                    </a:moveTo>
                    <a:cubicBezTo>
                      <a:pt x="2" y="5"/>
                      <a:pt x="7" y="8"/>
                      <a:pt x="8" y="10"/>
                    </a:cubicBezTo>
                    <a:cubicBezTo>
                      <a:pt x="8" y="9"/>
                      <a:pt x="9" y="7"/>
                      <a:pt x="9" y="6"/>
                    </a:cubicBezTo>
                    <a:cubicBezTo>
                      <a:pt x="9" y="6"/>
                      <a:pt x="11" y="3"/>
                      <a:pt x="11" y="3"/>
                    </a:cubicBezTo>
                    <a:cubicBezTo>
                      <a:pt x="11" y="1"/>
                      <a:pt x="8" y="1"/>
                      <a:pt x="7" y="1"/>
                    </a:cubicBezTo>
                    <a:cubicBezTo>
                      <a:pt x="3" y="0"/>
                      <a:pt x="1" y="5"/>
                      <a:pt x="0" y="8"/>
                    </a:cubicBezTo>
                  </a:path>
                </a:pathLst>
              </a:custGeom>
              <a:noFill/>
              <a:ln w="1111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433" name="Freeform 837">
                <a:extLst>
                  <a:ext uri="{FF2B5EF4-FFF2-40B4-BE49-F238E27FC236}">
                    <a16:creationId xmlns:a16="http://schemas.microsoft.com/office/drawing/2014/main" id="{B4936916-45B3-4779-8628-7461B4231A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3" y="4001"/>
                <a:ext cx="18" cy="15"/>
              </a:xfrm>
              <a:custGeom>
                <a:avLst/>
                <a:gdLst>
                  <a:gd name="T0" fmla="*/ 0 w 9"/>
                  <a:gd name="T1" fmla="*/ 41 h 7"/>
                  <a:gd name="T2" fmla="*/ 64 w 9"/>
                  <a:gd name="T3" fmla="*/ 69 h 7"/>
                  <a:gd name="T4" fmla="*/ 48 w 9"/>
                  <a:gd name="T5" fmla="*/ 0 h 7"/>
                  <a:gd name="T6" fmla="*/ 0 w 9"/>
                  <a:gd name="T7" fmla="*/ 28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7">
                    <a:moveTo>
                      <a:pt x="0" y="4"/>
                    </a:moveTo>
                    <a:cubicBezTo>
                      <a:pt x="1" y="0"/>
                      <a:pt x="7" y="5"/>
                      <a:pt x="8" y="7"/>
                    </a:cubicBezTo>
                    <a:cubicBezTo>
                      <a:pt x="7" y="5"/>
                      <a:pt x="9" y="1"/>
                      <a:pt x="6" y="0"/>
                    </a:cubicBezTo>
                    <a:cubicBezTo>
                      <a:pt x="4" y="0"/>
                      <a:pt x="1" y="1"/>
                      <a:pt x="0" y="3"/>
                    </a:cubicBezTo>
                  </a:path>
                </a:pathLst>
              </a:custGeom>
              <a:noFill/>
              <a:ln w="1111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434" name="Freeform 838">
                <a:extLst>
                  <a:ext uri="{FF2B5EF4-FFF2-40B4-BE49-F238E27FC236}">
                    <a16:creationId xmlns:a16="http://schemas.microsoft.com/office/drawing/2014/main" id="{E00CE00A-B15F-4552-A855-74AB9F0329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1" y="1511"/>
                <a:ext cx="14" cy="177"/>
              </a:xfrm>
              <a:custGeom>
                <a:avLst/>
                <a:gdLst>
                  <a:gd name="T0" fmla="*/ 24 w 7"/>
                  <a:gd name="T1" fmla="*/ 0 h 81"/>
                  <a:gd name="T2" fmla="*/ 56 w 7"/>
                  <a:gd name="T3" fmla="*/ 125 h 81"/>
                  <a:gd name="T4" fmla="*/ 48 w 7"/>
                  <a:gd name="T5" fmla="*/ 262 h 81"/>
                  <a:gd name="T6" fmla="*/ 16 w 7"/>
                  <a:gd name="T7" fmla="*/ 500 h 81"/>
                  <a:gd name="T8" fmla="*/ 0 w 7"/>
                  <a:gd name="T9" fmla="*/ 846 h 8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81">
                    <a:moveTo>
                      <a:pt x="3" y="0"/>
                    </a:moveTo>
                    <a:cubicBezTo>
                      <a:pt x="3" y="4"/>
                      <a:pt x="6" y="8"/>
                      <a:pt x="7" y="12"/>
                    </a:cubicBezTo>
                    <a:cubicBezTo>
                      <a:pt x="7" y="17"/>
                      <a:pt x="7" y="20"/>
                      <a:pt x="6" y="25"/>
                    </a:cubicBezTo>
                    <a:cubicBezTo>
                      <a:pt x="5" y="32"/>
                      <a:pt x="4" y="40"/>
                      <a:pt x="2" y="48"/>
                    </a:cubicBezTo>
                    <a:cubicBezTo>
                      <a:pt x="1" y="59"/>
                      <a:pt x="0" y="72"/>
                      <a:pt x="0" y="81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435" name="Freeform 839">
                <a:extLst>
                  <a:ext uri="{FF2B5EF4-FFF2-40B4-BE49-F238E27FC236}">
                    <a16:creationId xmlns:a16="http://schemas.microsoft.com/office/drawing/2014/main" id="{9769AD90-E5A4-43A4-8348-602D456F84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76" y="1506"/>
                <a:ext cx="14" cy="165"/>
              </a:xfrm>
              <a:custGeom>
                <a:avLst/>
                <a:gdLst>
                  <a:gd name="T0" fmla="*/ 32 w 7"/>
                  <a:gd name="T1" fmla="*/ 0 h 75"/>
                  <a:gd name="T2" fmla="*/ 8 w 7"/>
                  <a:gd name="T3" fmla="*/ 117 h 75"/>
                  <a:gd name="T4" fmla="*/ 0 w 7"/>
                  <a:gd name="T5" fmla="*/ 213 h 75"/>
                  <a:gd name="T6" fmla="*/ 32 w 7"/>
                  <a:gd name="T7" fmla="*/ 469 h 75"/>
                  <a:gd name="T8" fmla="*/ 56 w 7"/>
                  <a:gd name="T9" fmla="*/ 799 h 7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5">
                    <a:moveTo>
                      <a:pt x="4" y="0"/>
                    </a:moveTo>
                    <a:cubicBezTo>
                      <a:pt x="5" y="3"/>
                      <a:pt x="1" y="8"/>
                      <a:pt x="1" y="11"/>
                    </a:cubicBezTo>
                    <a:cubicBezTo>
                      <a:pt x="0" y="14"/>
                      <a:pt x="0" y="17"/>
                      <a:pt x="0" y="20"/>
                    </a:cubicBezTo>
                    <a:cubicBezTo>
                      <a:pt x="1" y="28"/>
                      <a:pt x="2" y="36"/>
                      <a:pt x="4" y="44"/>
                    </a:cubicBezTo>
                    <a:cubicBezTo>
                      <a:pt x="6" y="54"/>
                      <a:pt x="6" y="65"/>
                      <a:pt x="7" y="75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436" name="Oval 840">
                <a:extLst>
                  <a:ext uri="{FF2B5EF4-FFF2-40B4-BE49-F238E27FC236}">
                    <a16:creationId xmlns:a16="http://schemas.microsoft.com/office/drawing/2014/main" id="{D9822E52-A9AE-4E85-9731-84F2DFDE5A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97" y="1572"/>
                <a:ext cx="33" cy="35"/>
              </a:xfrm>
              <a:prstGeom prst="ellipse">
                <a:avLst/>
              </a:pr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4437" name="Oval 841">
                <a:extLst>
                  <a:ext uri="{FF2B5EF4-FFF2-40B4-BE49-F238E27FC236}">
                    <a16:creationId xmlns:a16="http://schemas.microsoft.com/office/drawing/2014/main" id="{0EC93C59-03D8-4332-A8C5-DAA42F75B0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07" y="1583"/>
                <a:ext cx="12" cy="11"/>
              </a:xfrm>
              <a:prstGeom prst="ellipse">
                <a:avLst/>
              </a:prstGeom>
              <a:noFill/>
              <a:ln w="7938" cap="rnd">
                <a:solidFill>
                  <a:srgbClr val="343434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4438" name="Oval 842">
                <a:extLst>
                  <a:ext uri="{FF2B5EF4-FFF2-40B4-BE49-F238E27FC236}">
                    <a16:creationId xmlns:a16="http://schemas.microsoft.com/office/drawing/2014/main" id="{52E97F10-89DD-409C-B78E-C5CF1EBF65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79" y="1572"/>
                <a:ext cx="31" cy="35"/>
              </a:xfrm>
              <a:prstGeom prst="ellipse">
                <a:avLst/>
              </a:pr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4439" name="Oval 843">
                <a:extLst>
                  <a:ext uri="{FF2B5EF4-FFF2-40B4-BE49-F238E27FC236}">
                    <a16:creationId xmlns:a16="http://schemas.microsoft.com/office/drawing/2014/main" id="{6720098A-ADC5-4C82-9BF2-235FCD2B8B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97" y="1572"/>
                <a:ext cx="33" cy="35"/>
              </a:xfrm>
              <a:prstGeom prst="ellipse">
                <a:avLst/>
              </a:prstGeom>
              <a:noFill/>
              <a:ln w="7938" cap="rnd">
                <a:solidFill>
                  <a:srgbClr val="343434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4440" name="Oval 844">
                <a:extLst>
                  <a:ext uri="{FF2B5EF4-FFF2-40B4-BE49-F238E27FC236}">
                    <a16:creationId xmlns:a16="http://schemas.microsoft.com/office/drawing/2014/main" id="{0800490B-D8A6-45D6-97D0-6A7C7B9E8B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79" y="1572"/>
                <a:ext cx="31" cy="35"/>
              </a:xfrm>
              <a:prstGeom prst="ellipse">
                <a:avLst/>
              </a:prstGeom>
              <a:noFill/>
              <a:ln w="7938" cap="rnd">
                <a:solidFill>
                  <a:srgbClr val="343434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4441" name="Oval 845">
                <a:extLst>
                  <a:ext uri="{FF2B5EF4-FFF2-40B4-BE49-F238E27FC236}">
                    <a16:creationId xmlns:a16="http://schemas.microsoft.com/office/drawing/2014/main" id="{A2E89280-5BA1-4780-9EC4-317759140D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89" y="1583"/>
                <a:ext cx="11" cy="11"/>
              </a:xfrm>
              <a:prstGeom prst="ellipse">
                <a:avLst/>
              </a:prstGeom>
              <a:noFill/>
              <a:ln w="7938" cap="rnd">
                <a:solidFill>
                  <a:srgbClr val="343434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4442" name="Freeform 846">
                <a:extLst>
                  <a:ext uri="{FF2B5EF4-FFF2-40B4-BE49-F238E27FC236}">
                    <a16:creationId xmlns:a16="http://schemas.microsoft.com/office/drawing/2014/main" id="{5078C35E-1AF1-441E-9C01-0BB6F512E0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9" y="1361"/>
                <a:ext cx="119" cy="18"/>
              </a:xfrm>
              <a:custGeom>
                <a:avLst/>
                <a:gdLst>
                  <a:gd name="T0" fmla="*/ 8 w 58"/>
                  <a:gd name="T1" fmla="*/ 25 h 8"/>
                  <a:gd name="T2" fmla="*/ 0 w 58"/>
                  <a:gd name="T3" fmla="*/ 25 h 8"/>
                  <a:gd name="T4" fmla="*/ 172 w 58"/>
                  <a:gd name="T5" fmla="*/ 25 h 8"/>
                  <a:gd name="T6" fmla="*/ 320 w 58"/>
                  <a:gd name="T7" fmla="*/ 25 h 8"/>
                  <a:gd name="T8" fmla="*/ 501 w 58"/>
                  <a:gd name="T9" fmla="*/ 92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" h="8">
                    <a:moveTo>
                      <a:pt x="1" y="2"/>
                    </a:moveTo>
                    <a:cubicBezTo>
                      <a:pt x="1" y="2"/>
                      <a:pt x="1" y="2"/>
                      <a:pt x="0" y="2"/>
                    </a:cubicBezTo>
                    <a:cubicBezTo>
                      <a:pt x="6" y="0"/>
                      <a:pt x="14" y="2"/>
                      <a:pt x="20" y="2"/>
                    </a:cubicBezTo>
                    <a:cubicBezTo>
                      <a:pt x="26" y="2"/>
                      <a:pt x="31" y="2"/>
                      <a:pt x="37" y="2"/>
                    </a:cubicBezTo>
                    <a:cubicBezTo>
                      <a:pt x="46" y="1"/>
                      <a:pt x="50" y="2"/>
                      <a:pt x="58" y="8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443" name="Freeform 847">
                <a:extLst>
                  <a:ext uri="{FF2B5EF4-FFF2-40B4-BE49-F238E27FC236}">
                    <a16:creationId xmlns:a16="http://schemas.microsoft.com/office/drawing/2014/main" id="{8118F593-40D5-4A72-905F-76508C142E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3" y="1396"/>
                <a:ext cx="45" cy="14"/>
              </a:xfrm>
              <a:custGeom>
                <a:avLst/>
                <a:gdLst>
                  <a:gd name="T0" fmla="*/ 0 w 22"/>
                  <a:gd name="T1" fmla="*/ 0 h 6"/>
                  <a:gd name="T2" fmla="*/ 96 w 22"/>
                  <a:gd name="T3" fmla="*/ 77 h 6"/>
                  <a:gd name="T4" fmla="*/ 188 w 22"/>
                  <a:gd name="T5" fmla="*/ 28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6">
                    <a:moveTo>
                      <a:pt x="0" y="0"/>
                    </a:moveTo>
                    <a:cubicBezTo>
                      <a:pt x="1" y="4"/>
                      <a:pt x="7" y="6"/>
                      <a:pt x="11" y="6"/>
                    </a:cubicBezTo>
                    <a:cubicBezTo>
                      <a:pt x="15" y="6"/>
                      <a:pt x="18" y="3"/>
                      <a:pt x="22" y="2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444" name="Freeform 848">
                <a:extLst>
                  <a:ext uri="{FF2B5EF4-FFF2-40B4-BE49-F238E27FC236}">
                    <a16:creationId xmlns:a16="http://schemas.microsoft.com/office/drawing/2014/main" id="{A4729991-0F9A-4377-AA94-6BA974586F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7" y="1342"/>
                <a:ext cx="125" cy="37"/>
              </a:xfrm>
              <a:custGeom>
                <a:avLst/>
                <a:gdLst>
                  <a:gd name="T0" fmla="*/ 0 w 61"/>
                  <a:gd name="T1" fmla="*/ 176 h 17"/>
                  <a:gd name="T2" fmla="*/ 84 w 61"/>
                  <a:gd name="T3" fmla="*/ 81 h 17"/>
                  <a:gd name="T4" fmla="*/ 215 w 61"/>
                  <a:gd name="T5" fmla="*/ 72 h 17"/>
                  <a:gd name="T6" fmla="*/ 525 w 61"/>
                  <a:gd name="T7" fmla="*/ 0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1" h="17">
                    <a:moveTo>
                      <a:pt x="0" y="17"/>
                    </a:moveTo>
                    <a:cubicBezTo>
                      <a:pt x="4" y="16"/>
                      <a:pt x="5" y="10"/>
                      <a:pt x="10" y="8"/>
                    </a:cubicBezTo>
                    <a:cubicBezTo>
                      <a:pt x="14" y="7"/>
                      <a:pt x="20" y="8"/>
                      <a:pt x="25" y="7"/>
                    </a:cubicBezTo>
                    <a:cubicBezTo>
                      <a:pt x="37" y="6"/>
                      <a:pt x="49" y="2"/>
                      <a:pt x="61" y="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445" name="Freeform 849">
                <a:extLst>
                  <a:ext uri="{FF2B5EF4-FFF2-40B4-BE49-F238E27FC236}">
                    <a16:creationId xmlns:a16="http://schemas.microsoft.com/office/drawing/2014/main" id="{C7A92F50-8D86-4805-BD73-C7C5C02304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1" y="1478"/>
                <a:ext cx="25" cy="2"/>
              </a:xfrm>
              <a:custGeom>
                <a:avLst/>
                <a:gdLst>
                  <a:gd name="T0" fmla="*/ 0 w 12"/>
                  <a:gd name="T1" fmla="*/ 0 h 1"/>
                  <a:gd name="T2" fmla="*/ 108 w 1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1">
                    <a:moveTo>
                      <a:pt x="0" y="0"/>
                    </a:moveTo>
                    <a:cubicBezTo>
                      <a:pt x="1" y="1"/>
                      <a:pt x="10" y="0"/>
                      <a:pt x="12" y="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446" name="Freeform 850">
                <a:extLst>
                  <a:ext uri="{FF2B5EF4-FFF2-40B4-BE49-F238E27FC236}">
                    <a16:creationId xmlns:a16="http://schemas.microsoft.com/office/drawing/2014/main" id="{468487B9-DAA8-409B-A84D-EFAB1DD5A8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7" y="1508"/>
                <a:ext cx="23" cy="9"/>
              </a:xfrm>
              <a:custGeom>
                <a:avLst/>
                <a:gdLst>
                  <a:gd name="T0" fmla="*/ 0 w 11"/>
                  <a:gd name="T1" fmla="*/ 0 h 4"/>
                  <a:gd name="T2" fmla="*/ 100 w 11"/>
                  <a:gd name="T3" fmla="*/ 11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4">
                    <a:moveTo>
                      <a:pt x="0" y="0"/>
                    </a:moveTo>
                    <a:cubicBezTo>
                      <a:pt x="2" y="4"/>
                      <a:pt x="8" y="1"/>
                      <a:pt x="11" y="1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447" name="Freeform 851">
                <a:extLst>
                  <a:ext uri="{FF2B5EF4-FFF2-40B4-BE49-F238E27FC236}">
                    <a16:creationId xmlns:a16="http://schemas.microsoft.com/office/drawing/2014/main" id="{C6A5726A-0158-433F-8402-A7BD031597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1" y="1563"/>
                <a:ext cx="23" cy="3"/>
              </a:xfrm>
              <a:custGeom>
                <a:avLst/>
                <a:gdLst>
                  <a:gd name="T0" fmla="*/ 0 w 11"/>
                  <a:gd name="T1" fmla="*/ 0 h 1"/>
                  <a:gd name="T2" fmla="*/ 100 w 1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1">
                    <a:moveTo>
                      <a:pt x="0" y="0"/>
                    </a:moveTo>
                    <a:cubicBezTo>
                      <a:pt x="0" y="1"/>
                      <a:pt x="9" y="0"/>
                      <a:pt x="11" y="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448" name="Freeform 852">
                <a:extLst>
                  <a:ext uri="{FF2B5EF4-FFF2-40B4-BE49-F238E27FC236}">
                    <a16:creationId xmlns:a16="http://schemas.microsoft.com/office/drawing/2014/main" id="{2B71AADA-CE19-4C23-87F7-2554FE2A81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7" y="1658"/>
                <a:ext cx="80" cy="15"/>
              </a:xfrm>
              <a:custGeom>
                <a:avLst/>
                <a:gdLst>
                  <a:gd name="T0" fmla="*/ 0 w 39"/>
                  <a:gd name="T1" fmla="*/ 60 h 7"/>
                  <a:gd name="T2" fmla="*/ 172 w 39"/>
                  <a:gd name="T3" fmla="*/ 0 h 7"/>
                  <a:gd name="T4" fmla="*/ 336 w 39"/>
                  <a:gd name="T5" fmla="*/ 69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9" h="7">
                    <a:moveTo>
                      <a:pt x="0" y="6"/>
                    </a:moveTo>
                    <a:cubicBezTo>
                      <a:pt x="7" y="4"/>
                      <a:pt x="12" y="0"/>
                      <a:pt x="20" y="0"/>
                    </a:cubicBezTo>
                    <a:cubicBezTo>
                      <a:pt x="28" y="0"/>
                      <a:pt x="33" y="3"/>
                      <a:pt x="39" y="7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449" name="Freeform 853">
                <a:extLst>
                  <a:ext uri="{FF2B5EF4-FFF2-40B4-BE49-F238E27FC236}">
                    <a16:creationId xmlns:a16="http://schemas.microsoft.com/office/drawing/2014/main" id="{C96F426F-C446-42DF-8994-F788F0582D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6" y="1785"/>
                <a:ext cx="74" cy="73"/>
              </a:xfrm>
              <a:custGeom>
                <a:avLst/>
                <a:gdLst>
                  <a:gd name="T0" fmla="*/ 312 w 36"/>
                  <a:gd name="T1" fmla="*/ 44 h 33"/>
                  <a:gd name="T2" fmla="*/ 208 w 36"/>
                  <a:gd name="T3" fmla="*/ 20 h 33"/>
                  <a:gd name="T4" fmla="*/ 105 w 36"/>
                  <a:gd name="T5" fmla="*/ 133 h 33"/>
                  <a:gd name="T6" fmla="*/ 0 w 36"/>
                  <a:gd name="T7" fmla="*/ 356 h 3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6" h="33">
                    <a:moveTo>
                      <a:pt x="36" y="4"/>
                    </a:moveTo>
                    <a:cubicBezTo>
                      <a:pt x="32" y="5"/>
                      <a:pt x="29" y="0"/>
                      <a:pt x="24" y="2"/>
                    </a:cubicBezTo>
                    <a:cubicBezTo>
                      <a:pt x="20" y="4"/>
                      <a:pt x="15" y="8"/>
                      <a:pt x="12" y="12"/>
                    </a:cubicBezTo>
                    <a:cubicBezTo>
                      <a:pt x="7" y="18"/>
                      <a:pt x="3" y="26"/>
                      <a:pt x="0" y="33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450" name="Freeform 854">
                <a:extLst>
                  <a:ext uri="{FF2B5EF4-FFF2-40B4-BE49-F238E27FC236}">
                    <a16:creationId xmlns:a16="http://schemas.microsoft.com/office/drawing/2014/main" id="{69F8C17E-67E8-489C-BDD6-21650112CD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9" y="1948"/>
                <a:ext cx="29" cy="26"/>
              </a:xfrm>
              <a:custGeom>
                <a:avLst/>
                <a:gdLst>
                  <a:gd name="T0" fmla="*/ 124 w 14"/>
                  <a:gd name="T1" fmla="*/ 0 h 12"/>
                  <a:gd name="T2" fmla="*/ 0 w 14"/>
                  <a:gd name="T3" fmla="*/ 121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12">
                    <a:moveTo>
                      <a:pt x="14" y="0"/>
                    </a:moveTo>
                    <a:cubicBezTo>
                      <a:pt x="11" y="7"/>
                      <a:pt x="6" y="10"/>
                      <a:pt x="0" y="12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451" name="Freeform 855">
                <a:extLst>
                  <a:ext uri="{FF2B5EF4-FFF2-40B4-BE49-F238E27FC236}">
                    <a16:creationId xmlns:a16="http://schemas.microsoft.com/office/drawing/2014/main" id="{6741AC1C-04B7-41E1-9B6E-4205266FEB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0" y="1807"/>
                <a:ext cx="118" cy="149"/>
              </a:xfrm>
              <a:custGeom>
                <a:avLst/>
                <a:gdLst>
                  <a:gd name="T0" fmla="*/ 0 w 57"/>
                  <a:gd name="T1" fmla="*/ 0 h 68"/>
                  <a:gd name="T2" fmla="*/ 224 w 57"/>
                  <a:gd name="T3" fmla="*/ 388 h 68"/>
                  <a:gd name="T4" fmla="*/ 329 w 57"/>
                  <a:gd name="T5" fmla="*/ 600 h 68"/>
                  <a:gd name="T6" fmla="*/ 505 w 57"/>
                  <a:gd name="T7" fmla="*/ 714 h 6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7" h="68">
                    <a:moveTo>
                      <a:pt x="0" y="0"/>
                    </a:moveTo>
                    <a:cubicBezTo>
                      <a:pt x="12" y="8"/>
                      <a:pt x="19" y="24"/>
                      <a:pt x="25" y="37"/>
                    </a:cubicBezTo>
                    <a:cubicBezTo>
                      <a:pt x="28" y="44"/>
                      <a:pt x="32" y="52"/>
                      <a:pt x="37" y="57"/>
                    </a:cubicBezTo>
                    <a:cubicBezTo>
                      <a:pt x="41" y="62"/>
                      <a:pt x="51" y="68"/>
                      <a:pt x="57" y="68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452" name="Freeform 856">
                <a:extLst>
                  <a:ext uri="{FF2B5EF4-FFF2-40B4-BE49-F238E27FC236}">
                    <a16:creationId xmlns:a16="http://schemas.microsoft.com/office/drawing/2014/main" id="{EC69EF95-1642-4578-BE7A-996605AF32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1" y="2014"/>
                <a:ext cx="21" cy="21"/>
              </a:xfrm>
              <a:custGeom>
                <a:avLst/>
                <a:gdLst>
                  <a:gd name="T0" fmla="*/ 36 w 10"/>
                  <a:gd name="T1" fmla="*/ 92 h 10"/>
                  <a:gd name="T2" fmla="*/ 36 w 10"/>
                  <a:gd name="T3" fmla="*/ 17 h 10"/>
                  <a:gd name="T4" fmla="*/ 84 w 10"/>
                  <a:gd name="T5" fmla="*/ 27 h 10"/>
                  <a:gd name="T6" fmla="*/ 36 w 10"/>
                  <a:gd name="T7" fmla="*/ 92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10">
                    <a:moveTo>
                      <a:pt x="4" y="10"/>
                    </a:moveTo>
                    <a:cubicBezTo>
                      <a:pt x="2" y="7"/>
                      <a:pt x="1" y="4"/>
                      <a:pt x="4" y="2"/>
                    </a:cubicBezTo>
                    <a:cubicBezTo>
                      <a:pt x="6" y="0"/>
                      <a:pt x="10" y="0"/>
                      <a:pt x="9" y="3"/>
                    </a:cubicBezTo>
                    <a:cubicBezTo>
                      <a:pt x="7" y="4"/>
                      <a:pt x="0" y="6"/>
                      <a:pt x="4" y="10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453" name="Freeform 857">
                <a:extLst>
                  <a:ext uri="{FF2B5EF4-FFF2-40B4-BE49-F238E27FC236}">
                    <a16:creationId xmlns:a16="http://schemas.microsoft.com/office/drawing/2014/main" id="{5CBBF543-0893-42F8-8C68-955906E5B6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3" y="2119"/>
                <a:ext cx="31" cy="26"/>
              </a:xfrm>
              <a:custGeom>
                <a:avLst/>
                <a:gdLst>
                  <a:gd name="T0" fmla="*/ 0 w 15"/>
                  <a:gd name="T1" fmla="*/ 0 h 12"/>
                  <a:gd name="T2" fmla="*/ 132 w 15"/>
                  <a:gd name="T3" fmla="*/ 121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12">
                    <a:moveTo>
                      <a:pt x="0" y="0"/>
                    </a:moveTo>
                    <a:cubicBezTo>
                      <a:pt x="6" y="3"/>
                      <a:pt x="10" y="8"/>
                      <a:pt x="15" y="12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454" name="Freeform 858">
                <a:extLst>
                  <a:ext uri="{FF2B5EF4-FFF2-40B4-BE49-F238E27FC236}">
                    <a16:creationId xmlns:a16="http://schemas.microsoft.com/office/drawing/2014/main" id="{0DBBE0EA-BBF1-4A49-9F89-FB99A60A29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7" y="2121"/>
                <a:ext cx="23" cy="26"/>
              </a:xfrm>
              <a:custGeom>
                <a:avLst/>
                <a:gdLst>
                  <a:gd name="T0" fmla="*/ 100 w 11"/>
                  <a:gd name="T1" fmla="*/ 0 h 12"/>
                  <a:gd name="T2" fmla="*/ 0 w 11"/>
                  <a:gd name="T3" fmla="*/ 121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12">
                    <a:moveTo>
                      <a:pt x="11" y="0"/>
                    </a:moveTo>
                    <a:cubicBezTo>
                      <a:pt x="9" y="5"/>
                      <a:pt x="4" y="9"/>
                      <a:pt x="0" y="12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455" name="Freeform 859">
                <a:extLst>
                  <a:ext uri="{FF2B5EF4-FFF2-40B4-BE49-F238E27FC236}">
                    <a16:creationId xmlns:a16="http://schemas.microsoft.com/office/drawing/2014/main" id="{5CAC9517-4583-4B98-B2F2-9158BF84B7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8" y="2349"/>
                <a:ext cx="140" cy="128"/>
              </a:xfrm>
              <a:custGeom>
                <a:avLst/>
                <a:gdLst>
                  <a:gd name="T0" fmla="*/ 0 w 68"/>
                  <a:gd name="T1" fmla="*/ 20 h 58"/>
                  <a:gd name="T2" fmla="*/ 89 w 68"/>
                  <a:gd name="T3" fmla="*/ 428 h 58"/>
                  <a:gd name="T4" fmla="*/ 348 w 68"/>
                  <a:gd name="T5" fmla="*/ 614 h 58"/>
                  <a:gd name="T6" fmla="*/ 568 w 68"/>
                  <a:gd name="T7" fmla="*/ 384 h 58"/>
                  <a:gd name="T8" fmla="*/ 593 w 68"/>
                  <a:gd name="T9" fmla="*/ 0 h 5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8" h="58">
                    <a:moveTo>
                      <a:pt x="0" y="2"/>
                    </a:moveTo>
                    <a:cubicBezTo>
                      <a:pt x="13" y="11"/>
                      <a:pt x="3" y="28"/>
                      <a:pt x="10" y="40"/>
                    </a:cubicBezTo>
                    <a:cubicBezTo>
                      <a:pt x="16" y="53"/>
                      <a:pt x="27" y="58"/>
                      <a:pt x="40" y="57"/>
                    </a:cubicBezTo>
                    <a:cubicBezTo>
                      <a:pt x="54" y="57"/>
                      <a:pt x="62" y="50"/>
                      <a:pt x="65" y="36"/>
                    </a:cubicBezTo>
                    <a:cubicBezTo>
                      <a:pt x="66" y="24"/>
                      <a:pt x="60" y="10"/>
                      <a:pt x="68" y="0"/>
                    </a:cubicBezTo>
                  </a:path>
                </a:pathLst>
              </a:custGeom>
              <a:noFill/>
              <a:ln w="1111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456" name="Freeform 860">
                <a:extLst>
                  <a:ext uri="{FF2B5EF4-FFF2-40B4-BE49-F238E27FC236}">
                    <a16:creationId xmlns:a16="http://schemas.microsoft.com/office/drawing/2014/main" id="{765AAD10-BE85-45F2-B2A2-496192A48F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2" y="1036"/>
                <a:ext cx="22" cy="31"/>
              </a:xfrm>
              <a:custGeom>
                <a:avLst/>
                <a:gdLst>
                  <a:gd name="T0" fmla="*/ 0 w 11"/>
                  <a:gd name="T1" fmla="*/ 0 h 14"/>
                  <a:gd name="T2" fmla="*/ 88 w 11"/>
                  <a:gd name="T3" fmla="*/ 153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14">
                    <a:moveTo>
                      <a:pt x="0" y="0"/>
                    </a:moveTo>
                    <a:cubicBezTo>
                      <a:pt x="3" y="5"/>
                      <a:pt x="8" y="9"/>
                      <a:pt x="11" y="14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457" name="Freeform 861">
                <a:extLst>
                  <a:ext uri="{FF2B5EF4-FFF2-40B4-BE49-F238E27FC236}">
                    <a16:creationId xmlns:a16="http://schemas.microsoft.com/office/drawing/2014/main" id="{BA90D607-C70B-4BCC-9864-D60C672ED5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2" y="1023"/>
                <a:ext cx="25" cy="44"/>
              </a:xfrm>
              <a:custGeom>
                <a:avLst/>
                <a:gdLst>
                  <a:gd name="T0" fmla="*/ 108 w 12"/>
                  <a:gd name="T1" fmla="*/ 0 h 20"/>
                  <a:gd name="T2" fmla="*/ 0 w 12"/>
                  <a:gd name="T3" fmla="*/ 213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20">
                    <a:moveTo>
                      <a:pt x="12" y="0"/>
                    </a:moveTo>
                    <a:cubicBezTo>
                      <a:pt x="9" y="8"/>
                      <a:pt x="4" y="14"/>
                      <a:pt x="0" y="20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458" name="Freeform 862">
                <a:extLst>
                  <a:ext uri="{FF2B5EF4-FFF2-40B4-BE49-F238E27FC236}">
                    <a16:creationId xmlns:a16="http://schemas.microsoft.com/office/drawing/2014/main" id="{7E692DCE-EB02-4981-B9C5-75A43DA207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1" y="786"/>
                <a:ext cx="219" cy="149"/>
              </a:xfrm>
              <a:custGeom>
                <a:avLst/>
                <a:gdLst>
                  <a:gd name="T0" fmla="*/ 777 w 106"/>
                  <a:gd name="T1" fmla="*/ 0 h 68"/>
                  <a:gd name="T2" fmla="*/ 721 w 106"/>
                  <a:gd name="T3" fmla="*/ 96 h 68"/>
                  <a:gd name="T4" fmla="*/ 628 w 106"/>
                  <a:gd name="T5" fmla="*/ 169 h 68"/>
                  <a:gd name="T6" fmla="*/ 413 w 106"/>
                  <a:gd name="T7" fmla="*/ 254 h 68"/>
                  <a:gd name="T8" fmla="*/ 35 w 106"/>
                  <a:gd name="T9" fmla="*/ 484 h 68"/>
                  <a:gd name="T10" fmla="*/ 0 w 106"/>
                  <a:gd name="T11" fmla="*/ 714 h 68"/>
                  <a:gd name="T12" fmla="*/ 81 w 106"/>
                  <a:gd name="T13" fmla="*/ 548 h 68"/>
                  <a:gd name="T14" fmla="*/ 248 w 106"/>
                  <a:gd name="T15" fmla="*/ 460 h 68"/>
                  <a:gd name="T16" fmla="*/ 609 w 106"/>
                  <a:gd name="T17" fmla="*/ 283 h 68"/>
                  <a:gd name="T18" fmla="*/ 793 w 106"/>
                  <a:gd name="T19" fmla="*/ 125 h 68"/>
                  <a:gd name="T20" fmla="*/ 926 w 106"/>
                  <a:gd name="T21" fmla="*/ 221 h 68"/>
                  <a:gd name="T22" fmla="*/ 785 w 106"/>
                  <a:gd name="T23" fmla="*/ 0 h 68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06" h="68">
                    <a:moveTo>
                      <a:pt x="88" y="0"/>
                    </a:moveTo>
                    <a:cubicBezTo>
                      <a:pt x="86" y="3"/>
                      <a:pt x="84" y="6"/>
                      <a:pt x="82" y="9"/>
                    </a:cubicBezTo>
                    <a:cubicBezTo>
                      <a:pt x="79" y="12"/>
                      <a:pt x="75" y="14"/>
                      <a:pt x="71" y="16"/>
                    </a:cubicBezTo>
                    <a:cubicBezTo>
                      <a:pt x="63" y="20"/>
                      <a:pt x="55" y="21"/>
                      <a:pt x="47" y="24"/>
                    </a:cubicBezTo>
                    <a:cubicBezTo>
                      <a:pt x="31" y="29"/>
                      <a:pt x="12" y="31"/>
                      <a:pt x="4" y="46"/>
                    </a:cubicBezTo>
                    <a:cubicBezTo>
                      <a:pt x="0" y="53"/>
                      <a:pt x="0" y="61"/>
                      <a:pt x="0" y="68"/>
                    </a:cubicBezTo>
                    <a:cubicBezTo>
                      <a:pt x="0" y="63"/>
                      <a:pt x="5" y="56"/>
                      <a:pt x="9" y="52"/>
                    </a:cubicBezTo>
                    <a:cubicBezTo>
                      <a:pt x="13" y="47"/>
                      <a:pt x="22" y="46"/>
                      <a:pt x="28" y="44"/>
                    </a:cubicBezTo>
                    <a:cubicBezTo>
                      <a:pt x="43" y="40"/>
                      <a:pt x="57" y="37"/>
                      <a:pt x="69" y="27"/>
                    </a:cubicBezTo>
                    <a:cubicBezTo>
                      <a:pt x="75" y="22"/>
                      <a:pt x="82" y="14"/>
                      <a:pt x="90" y="12"/>
                    </a:cubicBezTo>
                    <a:cubicBezTo>
                      <a:pt x="98" y="10"/>
                      <a:pt x="100" y="17"/>
                      <a:pt x="105" y="21"/>
                    </a:cubicBezTo>
                    <a:cubicBezTo>
                      <a:pt x="106" y="10"/>
                      <a:pt x="95" y="8"/>
                      <a:pt x="89" y="0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459" name="Freeform 863">
                <a:extLst>
                  <a:ext uri="{FF2B5EF4-FFF2-40B4-BE49-F238E27FC236}">
                    <a16:creationId xmlns:a16="http://schemas.microsoft.com/office/drawing/2014/main" id="{8664975A-6B1B-4333-A91E-283BD3CC49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8" y="926"/>
                <a:ext cx="33" cy="119"/>
              </a:xfrm>
              <a:custGeom>
                <a:avLst/>
                <a:gdLst>
                  <a:gd name="T0" fmla="*/ 0 w 16"/>
                  <a:gd name="T1" fmla="*/ 0 h 54"/>
                  <a:gd name="T2" fmla="*/ 43 w 16"/>
                  <a:gd name="T3" fmla="*/ 20 h 54"/>
                  <a:gd name="T4" fmla="*/ 80 w 16"/>
                  <a:gd name="T5" fmla="*/ 33 h 54"/>
                  <a:gd name="T6" fmla="*/ 116 w 16"/>
                  <a:gd name="T7" fmla="*/ 64 h 54"/>
                  <a:gd name="T8" fmla="*/ 132 w 16"/>
                  <a:gd name="T9" fmla="*/ 150 h 54"/>
                  <a:gd name="T10" fmla="*/ 132 w 16"/>
                  <a:gd name="T11" fmla="*/ 258 h 54"/>
                  <a:gd name="T12" fmla="*/ 132 w 16"/>
                  <a:gd name="T13" fmla="*/ 344 h 54"/>
                  <a:gd name="T14" fmla="*/ 124 w 16"/>
                  <a:gd name="T15" fmla="*/ 436 h 54"/>
                  <a:gd name="T16" fmla="*/ 124 w 16"/>
                  <a:gd name="T17" fmla="*/ 505 h 54"/>
                  <a:gd name="T18" fmla="*/ 107 w 16"/>
                  <a:gd name="T19" fmla="*/ 505 h 54"/>
                  <a:gd name="T20" fmla="*/ 97 w 16"/>
                  <a:gd name="T21" fmla="*/ 524 h 54"/>
                  <a:gd name="T22" fmla="*/ 80 w 16"/>
                  <a:gd name="T23" fmla="*/ 577 h 54"/>
                  <a:gd name="T24" fmla="*/ 89 w 16"/>
                  <a:gd name="T25" fmla="*/ 491 h 54"/>
                  <a:gd name="T26" fmla="*/ 116 w 16"/>
                  <a:gd name="T27" fmla="*/ 355 h 54"/>
                  <a:gd name="T28" fmla="*/ 89 w 16"/>
                  <a:gd name="T29" fmla="*/ 161 h 54"/>
                  <a:gd name="T30" fmla="*/ 52 w 16"/>
                  <a:gd name="T31" fmla="*/ 73 h 54"/>
                  <a:gd name="T32" fmla="*/ 0 w 16"/>
                  <a:gd name="T33" fmla="*/ 9 h 5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6" h="54">
                    <a:moveTo>
                      <a:pt x="0" y="0"/>
                    </a:moveTo>
                    <a:cubicBezTo>
                      <a:pt x="1" y="1"/>
                      <a:pt x="4" y="2"/>
                      <a:pt x="5" y="2"/>
                    </a:cubicBezTo>
                    <a:cubicBezTo>
                      <a:pt x="6" y="2"/>
                      <a:pt x="8" y="3"/>
                      <a:pt x="9" y="3"/>
                    </a:cubicBezTo>
                    <a:cubicBezTo>
                      <a:pt x="10" y="4"/>
                      <a:pt x="12" y="5"/>
                      <a:pt x="13" y="6"/>
                    </a:cubicBezTo>
                    <a:cubicBezTo>
                      <a:pt x="15" y="8"/>
                      <a:pt x="15" y="11"/>
                      <a:pt x="15" y="14"/>
                    </a:cubicBezTo>
                    <a:cubicBezTo>
                      <a:pt x="15" y="17"/>
                      <a:pt x="16" y="20"/>
                      <a:pt x="15" y="24"/>
                    </a:cubicBezTo>
                    <a:cubicBezTo>
                      <a:pt x="15" y="26"/>
                      <a:pt x="15" y="29"/>
                      <a:pt x="15" y="32"/>
                    </a:cubicBezTo>
                    <a:cubicBezTo>
                      <a:pt x="15" y="35"/>
                      <a:pt x="15" y="38"/>
                      <a:pt x="14" y="41"/>
                    </a:cubicBezTo>
                    <a:cubicBezTo>
                      <a:pt x="14" y="42"/>
                      <a:pt x="15" y="46"/>
                      <a:pt x="14" y="47"/>
                    </a:cubicBezTo>
                    <a:cubicBezTo>
                      <a:pt x="13" y="47"/>
                      <a:pt x="12" y="47"/>
                      <a:pt x="12" y="47"/>
                    </a:cubicBezTo>
                    <a:cubicBezTo>
                      <a:pt x="11" y="48"/>
                      <a:pt x="11" y="48"/>
                      <a:pt x="11" y="49"/>
                    </a:cubicBezTo>
                    <a:cubicBezTo>
                      <a:pt x="10" y="50"/>
                      <a:pt x="9" y="52"/>
                      <a:pt x="9" y="54"/>
                    </a:cubicBezTo>
                    <a:cubicBezTo>
                      <a:pt x="9" y="51"/>
                      <a:pt x="10" y="48"/>
                      <a:pt x="10" y="46"/>
                    </a:cubicBezTo>
                    <a:cubicBezTo>
                      <a:pt x="12" y="42"/>
                      <a:pt x="13" y="38"/>
                      <a:pt x="13" y="33"/>
                    </a:cubicBezTo>
                    <a:cubicBezTo>
                      <a:pt x="13" y="27"/>
                      <a:pt x="12" y="21"/>
                      <a:pt x="10" y="15"/>
                    </a:cubicBezTo>
                    <a:cubicBezTo>
                      <a:pt x="10" y="12"/>
                      <a:pt x="8" y="8"/>
                      <a:pt x="6" y="7"/>
                    </a:cubicBezTo>
                    <a:cubicBezTo>
                      <a:pt x="4" y="5"/>
                      <a:pt x="1" y="4"/>
                      <a:pt x="0" y="1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460" name="Freeform 864">
                <a:extLst>
                  <a:ext uri="{FF2B5EF4-FFF2-40B4-BE49-F238E27FC236}">
                    <a16:creationId xmlns:a16="http://schemas.microsoft.com/office/drawing/2014/main" id="{E4B5EFB0-08A4-4A2E-AD55-C893BE68D7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3" y="1034"/>
                <a:ext cx="26" cy="24"/>
              </a:xfrm>
              <a:custGeom>
                <a:avLst/>
                <a:gdLst>
                  <a:gd name="T0" fmla="*/ 0 w 13"/>
                  <a:gd name="T1" fmla="*/ 0 h 11"/>
                  <a:gd name="T2" fmla="*/ 40 w 13"/>
                  <a:gd name="T3" fmla="*/ 81 h 11"/>
                  <a:gd name="T4" fmla="*/ 72 w 13"/>
                  <a:gd name="T5" fmla="*/ 105 h 11"/>
                  <a:gd name="T6" fmla="*/ 104 w 13"/>
                  <a:gd name="T7" fmla="*/ 113 h 11"/>
                  <a:gd name="T8" fmla="*/ 88 w 13"/>
                  <a:gd name="T9" fmla="*/ 52 h 11"/>
                  <a:gd name="T10" fmla="*/ 8 w 13"/>
                  <a:gd name="T11" fmla="*/ 9 h 1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" h="11">
                    <a:moveTo>
                      <a:pt x="0" y="0"/>
                    </a:moveTo>
                    <a:cubicBezTo>
                      <a:pt x="0" y="3"/>
                      <a:pt x="2" y="6"/>
                      <a:pt x="5" y="8"/>
                    </a:cubicBezTo>
                    <a:cubicBezTo>
                      <a:pt x="6" y="9"/>
                      <a:pt x="8" y="9"/>
                      <a:pt x="9" y="10"/>
                    </a:cubicBezTo>
                    <a:cubicBezTo>
                      <a:pt x="10" y="10"/>
                      <a:pt x="11" y="10"/>
                      <a:pt x="13" y="11"/>
                    </a:cubicBezTo>
                    <a:cubicBezTo>
                      <a:pt x="11" y="10"/>
                      <a:pt x="11" y="7"/>
                      <a:pt x="11" y="5"/>
                    </a:cubicBezTo>
                    <a:cubicBezTo>
                      <a:pt x="8" y="6"/>
                      <a:pt x="4" y="4"/>
                      <a:pt x="1" y="1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461" name="Freeform 865">
                <a:extLst>
                  <a:ext uri="{FF2B5EF4-FFF2-40B4-BE49-F238E27FC236}">
                    <a16:creationId xmlns:a16="http://schemas.microsoft.com/office/drawing/2014/main" id="{E21AB9C7-EB40-4DC9-9ACB-EC8C2C43FD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4" y="931"/>
                <a:ext cx="24" cy="81"/>
              </a:xfrm>
              <a:custGeom>
                <a:avLst/>
                <a:gdLst>
                  <a:gd name="T0" fmla="*/ 80 w 12"/>
                  <a:gd name="T1" fmla="*/ 9 h 37"/>
                  <a:gd name="T2" fmla="*/ 32 w 12"/>
                  <a:gd name="T3" fmla="*/ 61 h 37"/>
                  <a:gd name="T4" fmla="*/ 8 w 12"/>
                  <a:gd name="T5" fmla="*/ 158 h 37"/>
                  <a:gd name="T6" fmla="*/ 8 w 12"/>
                  <a:gd name="T7" fmla="*/ 282 h 37"/>
                  <a:gd name="T8" fmla="*/ 16 w 12"/>
                  <a:gd name="T9" fmla="*/ 387 h 37"/>
                  <a:gd name="T10" fmla="*/ 40 w 12"/>
                  <a:gd name="T11" fmla="*/ 149 h 37"/>
                  <a:gd name="T12" fmla="*/ 64 w 12"/>
                  <a:gd name="T13" fmla="*/ 61 h 37"/>
                  <a:gd name="T14" fmla="*/ 96 w 12"/>
                  <a:gd name="T15" fmla="*/ 33 h 3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2" h="37">
                    <a:moveTo>
                      <a:pt x="10" y="1"/>
                    </a:moveTo>
                    <a:cubicBezTo>
                      <a:pt x="9" y="0"/>
                      <a:pt x="5" y="5"/>
                      <a:pt x="4" y="6"/>
                    </a:cubicBezTo>
                    <a:cubicBezTo>
                      <a:pt x="2" y="9"/>
                      <a:pt x="1" y="11"/>
                      <a:pt x="1" y="15"/>
                    </a:cubicBezTo>
                    <a:cubicBezTo>
                      <a:pt x="0" y="19"/>
                      <a:pt x="1" y="23"/>
                      <a:pt x="1" y="27"/>
                    </a:cubicBezTo>
                    <a:cubicBezTo>
                      <a:pt x="1" y="30"/>
                      <a:pt x="1" y="34"/>
                      <a:pt x="2" y="37"/>
                    </a:cubicBezTo>
                    <a:cubicBezTo>
                      <a:pt x="1" y="29"/>
                      <a:pt x="3" y="21"/>
                      <a:pt x="5" y="14"/>
                    </a:cubicBezTo>
                    <a:cubicBezTo>
                      <a:pt x="6" y="11"/>
                      <a:pt x="7" y="8"/>
                      <a:pt x="8" y="6"/>
                    </a:cubicBezTo>
                    <a:cubicBezTo>
                      <a:pt x="9" y="5"/>
                      <a:pt x="11" y="4"/>
                      <a:pt x="12" y="3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462" name="Freeform 866">
                <a:extLst>
                  <a:ext uri="{FF2B5EF4-FFF2-40B4-BE49-F238E27FC236}">
                    <a16:creationId xmlns:a16="http://schemas.microsoft.com/office/drawing/2014/main" id="{B8B4E581-3AA3-4063-8808-513F0ECB53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2" y="924"/>
                <a:ext cx="33" cy="22"/>
              </a:xfrm>
              <a:custGeom>
                <a:avLst/>
                <a:gdLst>
                  <a:gd name="T0" fmla="*/ 0 w 16"/>
                  <a:gd name="T1" fmla="*/ 9 h 10"/>
                  <a:gd name="T2" fmla="*/ 72 w 16"/>
                  <a:gd name="T3" fmla="*/ 44 h 10"/>
                  <a:gd name="T4" fmla="*/ 107 w 16"/>
                  <a:gd name="T5" fmla="*/ 73 h 10"/>
                  <a:gd name="T6" fmla="*/ 132 w 16"/>
                  <a:gd name="T7" fmla="*/ 88 h 10"/>
                  <a:gd name="T8" fmla="*/ 132 w 16"/>
                  <a:gd name="T9" fmla="*/ 44 h 10"/>
                  <a:gd name="T10" fmla="*/ 89 w 16"/>
                  <a:gd name="T11" fmla="*/ 20 h 10"/>
                  <a:gd name="T12" fmla="*/ 8 w 16"/>
                  <a:gd name="T13" fmla="*/ 9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10">
                    <a:moveTo>
                      <a:pt x="0" y="1"/>
                    </a:moveTo>
                    <a:cubicBezTo>
                      <a:pt x="3" y="2"/>
                      <a:pt x="6" y="2"/>
                      <a:pt x="8" y="4"/>
                    </a:cubicBezTo>
                    <a:cubicBezTo>
                      <a:pt x="10" y="5"/>
                      <a:pt x="11" y="6"/>
                      <a:pt x="12" y="7"/>
                    </a:cubicBezTo>
                    <a:cubicBezTo>
                      <a:pt x="13" y="8"/>
                      <a:pt x="14" y="10"/>
                      <a:pt x="15" y="8"/>
                    </a:cubicBezTo>
                    <a:cubicBezTo>
                      <a:pt x="16" y="7"/>
                      <a:pt x="16" y="4"/>
                      <a:pt x="15" y="4"/>
                    </a:cubicBezTo>
                    <a:cubicBezTo>
                      <a:pt x="14" y="2"/>
                      <a:pt x="12" y="2"/>
                      <a:pt x="10" y="2"/>
                    </a:cubicBezTo>
                    <a:cubicBezTo>
                      <a:pt x="7" y="1"/>
                      <a:pt x="4" y="0"/>
                      <a:pt x="1" y="1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463" name="Freeform 867">
                <a:extLst>
                  <a:ext uri="{FF2B5EF4-FFF2-40B4-BE49-F238E27FC236}">
                    <a16:creationId xmlns:a16="http://schemas.microsoft.com/office/drawing/2014/main" id="{2F144E63-6243-40C5-A2DE-A106A61B3D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8" y="924"/>
                <a:ext cx="35" cy="20"/>
              </a:xfrm>
              <a:custGeom>
                <a:avLst/>
                <a:gdLst>
                  <a:gd name="T0" fmla="*/ 16 w 17"/>
                  <a:gd name="T1" fmla="*/ 98 h 9"/>
                  <a:gd name="T2" fmla="*/ 8 w 17"/>
                  <a:gd name="T3" fmla="*/ 98 h 9"/>
                  <a:gd name="T4" fmla="*/ 51 w 17"/>
                  <a:gd name="T5" fmla="*/ 53 h 9"/>
                  <a:gd name="T6" fmla="*/ 97 w 17"/>
                  <a:gd name="T7" fmla="*/ 20 h 9"/>
                  <a:gd name="T8" fmla="*/ 115 w 17"/>
                  <a:gd name="T9" fmla="*/ 0 h 9"/>
                  <a:gd name="T10" fmla="*/ 68 w 17"/>
                  <a:gd name="T11" fmla="*/ 0 h 9"/>
                  <a:gd name="T12" fmla="*/ 33 w 17"/>
                  <a:gd name="T13" fmla="*/ 20 h 9"/>
                  <a:gd name="T14" fmla="*/ 0 w 17"/>
                  <a:gd name="T15" fmla="*/ 98 h 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7" h="9">
                    <a:moveTo>
                      <a:pt x="2" y="9"/>
                    </a:moveTo>
                    <a:cubicBezTo>
                      <a:pt x="2" y="9"/>
                      <a:pt x="1" y="9"/>
                      <a:pt x="1" y="9"/>
                    </a:cubicBezTo>
                    <a:cubicBezTo>
                      <a:pt x="2" y="7"/>
                      <a:pt x="4" y="6"/>
                      <a:pt x="6" y="5"/>
                    </a:cubicBezTo>
                    <a:cubicBezTo>
                      <a:pt x="7" y="5"/>
                      <a:pt x="9" y="3"/>
                      <a:pt x="11" y="2"/>
                    </a:cubicBezTo>
                    <a:cubicBezTo>
                      <a:pt x="12" y="2"/>
                      <a:pt x="17" y="0"/>
                      <a:pt x="13" y="0"/>
                    </a:cubicBezTo>
                    <a:cubicBezTo>
                      <a:pt x="12" y="0"/>
                      <a:pt x="10" y="0"/>
                      <a:pt x="8" y="0"/>
                    </a:cubicBezTo>
                    <a:cubicBezTo>
                      <a:pt x="7" y="1"/>
                      <a:pt x="5" y="1"/>
                      <a:pt x="4" y="2"/>
                    </a:cubicBezTo>
                    <a:cubicBezTo>
                      <a:pt x="1" y="3"/>
                      <a:pt x="1" y="6"/>
                      <a:pt x="0" y="9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464" name="Freeform 868">
                <a:extLst>
                  <a:ext uri="{FF2B5EF4-FFF2-40B4-BE49-F238E27FC236}">
                    <a16:creationId xmlns:a16="http://schemas.microsoft.com/office/drawing/2014/main" id="{8DAFCAFC-B8A5-4257-9A25-52AC974916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7" y="988"/>
                <a:ext cx="22" cy="24"/>
              </a:xfrm>
              <a:custGeom>
                <a:avLst/>
                <a:gdLst>
                  <a:gd name="T0" fmla="*/ 8 w 11"/>
                  <a:gd name="T1" fmla="*/ 9 h 11"/>
                  <a:gd name="T2" fmla="*/ 40 w 11"/>
                  <a:gd name="T3" fmla="*/ 96 h 11"/>
                  <a:gd name="T4" fmla="*/ 72 w 11"/>
                  <a:gd name="T5" fmla="*/ 113 h 11"/>
                  <a:gd name="T6" fmla="*/ 80 w 11"/>
                  <a:gd name="T7" fmla="*/ 72 h 11"/>
                  <a:gd name="T8" fmla="*/ 72 w 11"/>
                  <a:gd name="T9" fmla="*/ 20 h 11"/>
                  <a:gd name="T10" fmla="*/ 40 w 11"/>
                  <a:gd name="T11" fmla="*/ 44 h 11"/>
                  <a:gd name="T12" fmla="*/ 0 w 11"/>
                  <a:gd name="T13" fmla="*/ 0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1">
                    <a:moveTo>
                      <a:pt x="1" y="1"/>
                    </a:moveTo>
                    <a:cubicBezTo>
                      <a:pt x="2" y="3"/>
                      <a:pt x="4" y="6"/>
                      <a:pt x="5" y="9"/>
                    </a:cubicBezTo>
                    <a:cubicBezTo>
                      <a:pt x="6" y="10"/>
                      <a:pt x="8" y="11"/>
                      <a:pt x="9" y="11"/>
                    </a:cubicBezTo>
                    <a:cubicBezTo>
                      <a:pt x="11" y="11"/>
                      <a:pt x="10" y="8"/>
                      <a:pt x="10" y="7"/>
                    </a:cubicBezTo>
                    <a:cubicBezTo>
                      <a:pt x="10" y="6"/>
                      <a:pt x="10" y="3"/>
                      <a:pt x="9" y="2"/>
                    </a:cubicBezTo>
                    <a:cubicBezTo>
                      <a:pt x="9" y="4"/>
                      <a:pt x="7" y="4"/>
                      <a:pt x="5" y="4"/>
                    </a:cubicBezTo>
                    <a:cubicBezTo>
                      <a:pt x="3" y="4"/>
                      <a:pt x="2" y="2"/>
                      <a:pt x="0" y="0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465" name="Freeform 869">
                <a:extLst>
                  <a:ext uri="{FF2B5EF4-FFF2-40B4-BE49-F238E27FC236}">
                    <a16:creationId xmlns:a16="http://schemas.microsoft.com/office/drawing/2014/main" id="{65F9D97A-40EF-4773-829C-F48727298A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8" y="887"/>
                <a:ext cx="25" cy="22"/>
              </a:xfrm>
              <a:custGeom>
                <a:avLst/>
                <a:gdLst>
                  <a:gd name="T0" fmla="*/ 8 w 12"/>
                  <a:gd name="T1" fmla="*/ 106 h 10"/>
                  <a:gd name="T2" fmla="*/ 56 w 12"/>
                  <a:gd name="T3" fmla="*/ 44 h 10"/>
                  <a:gd name="T4" fmla="*/ 108 w 12"/>
                  <a:gd name="T5" fmla="*/ 73 h 10"/>
                  <a:gd name="T6" fmla="*/ 100 w 12"/>
                  <a:gd name="T7" fmla="*/ 44 h 10"/>
                  <a:gd name="T8" fmla="*/ 65 w 12"/>
                  <a:gd name="T9" fmla="*/ 9 h 10"/>
                  <a:gd name="T10" fmla="*/ 0 w 12"/>
                  <a:gd name="T11" fmla="*/ 64 h 1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10">
                    <a:moveTo>
                      <a:pt x="1" y="10"/>
                    </a:moveTo>
                    <a:cubicBezTo>
                      <a:pt x="1" y="8"/>
                      <a:pt x="4" y="5"/>
                      <a:pt x="6" y="4"/>
                    </a:cubicBezTo>
                    <a:cubicBezTo>
                      <a:pt x="8" y="3"/>
                      <a:pt x="12" y="4"/>
                      <a:pt x="12" y="7"/>
                    </a:cubicBezTo>
                    <a:cubicBezTo>
                      <a:pt x="12" y="6"/>
                      <a:pt x="11" y="5"/>
                      <a:pt x="11" y="4"/>
                    </a:cubicBezTo>
                    <a:cubicBezTo>
                      <a:pt x="10" y="3"/>
                      <a:pt x="8" y="1"/>
                      <a:pt x="7" y="1"/>
                    </a:cubicBezTo>
                    <a:cubicBezTo>
                      <a:pt x="2" y="0"/>
                      <a:pt x="0" y="3"/>
                      <a:pt x="0" y="6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466" name="Freeform 870">
                <a:extLst>
                  <a:ext uri="{FF2B5EF4-FFF2-40B4-BE49-F238E27FC236}">
                    <a16:creationId xmlns:a16="http://schemas.microsoft.com/office/drawing/2014/main" id="{94501B86-FE9F-4AE4-B21D-8A4F8D6E95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3" y="887"/>
                <a:ext cx="31" cy="22"/>
              </a:xfrm>
              <a:custGeom>
                <a:avLst/>
                <a:gdLst>
                  <a:gd name="T0" fmla="*/ 8 w 15"/>
                  <a:gd name="T1" fmla="*/ 73 h 10"/>
                  <a:gd name="T2" fmla="*/ 43 w 15"/>
                  <a:gd name="T3" fmla="*/ 20 h 10"/>
                  <a:gd name="T4" fmla="*/ 89 w 15"/>
                  <a:gd name="T5" fmla="*/ 9 h 10"/>
                  <a:gd name="T6" fmla="*/ 116 w 15"/>
                  <a:gd name="T7" fmla="*/ 44 h 10"/>
                  <a:gd name="T8" fmla="*/ 124 w 15"/>
                  <a:gd name="T9" fmla="*/ 106 h 10"/>
                  <a:gd name="T10" fmla="*/ 116 w 15"/>
                  <a:gd name="T11" fmla="*/ 88 h 10"/>
                  <a:gd name="T12" fmla="*/ 89 w 15"/>
                  <a:gd name="T13" fmla="*/ 33 h 10"/>
                  <a:gd name="T14" fmla="*/ 43 w 15"/>
                  <a:gd name="T15" fmla="*/ 33 h 10"/>
                  <a:gd name="T16" fmla="*/ 0 w 15"/>
                  <a:gd name="T17" fmla="*/ 88 h 1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5" h="10">
                    <a:moveTo>
                      <a:pt x="1" y="7"/>
                    </a:moveTo>
                    <a:cubicBezTo>
                      <a:pt x="0" y="5"/>
                      <a:pt x="3" y="3"/>
                      <a:pt x="5" y="2"/>
                    </a:cubicBezTo>
                    <a:cubicBezTo>
                      <a:pt x="6" y="1"/>
                      <a:pt x="8" y="0"/>
                      <a:pt x="10" y="1"/>
                    </a:cubicBezTo>
                    <a:cubicBezTo>
                      <a:pt x="12" y="1"/>
                      <a:pt x="13" y="2"/>
                      <a:pt x="13" y="4"/>
                    </a:cubicBezTo>
                    <a:cubicBezTo>
                      <a:pt x="15" y="6"/>
                      <a:pt x="14" y="8"/>
                      <a:pt x="14" y="10"/>
                    </a:cubicBezTo>
                    <a:cubicBezTo>
                      <a:pt x="14" y="10"/>
                      <a:pt x="13" y="8"/>
                      <a:pt x="13" y="8"/>
                    </a:cubicBezTo>
                    <a:cubicBezTo>
                      <a:pt x="13" y="6"/>
                      <a:pt x="12" y="4"/>
                      <a:pt x="10" y="3"/>
                    </a:cubicBezTo>
                    <a:cubicBezTo>
                      <a:pt x="9" y="2"/>
                      <a:pt x="7" y="3"/>
                      <a:pt x="5" y="3"/>
                    </a:cubicBezTo>
                    <a:cubicBezTo>
                      <a:pt x="4" y="4"/>
                      <a:pt x="1" y="7"/>
                      <a:pt x="0" y="8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467" name="Freeform 871">
                <a:extLst>
                  <a:ext uri="{FF2B5EF4-FFF2-40B4-BE49-F238E27FC236}">
                    <a16:creationId xmlns:a16="http://schemas.microsoft.com/office/drawing/2014/main" id="{778FC5A1-3410-4E74-98E6-44A1856BF5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5" y="977"/>
                <a:ext cx="21" cy="37"/>
              </a:xfrm>
              <a:custGeom>
                <a:avLst/>
                <a:gdLst>
                  <a:gd name="T0" fmla="*/ 0 w 10"/>
                  <a:gd name="T1" fmla="*/ 176 h 17"/>
                  <a:gd name="T2" fmla="*/ 27 w 10"/>
                  <a:gd name="T3" fmla="*/ 157 h 17"/>
                  <a:gd name="T4" fmla="*/ 67 w 10"/>
                  <a:gd name="T5" fmla="*/ 96 h 17"/>
                  <a:gd name="T6" fmla="*/ 92 w 10"/>
                  <a:gd name="T7" fmla="*/ 33 h 17"/>
                  <a:gd name="T8" fmla="*/ 92 w 10"/>
                  <a:gd name="T9" fmla="*/ 0 h 17"/>
                  <a:gd name="T10" fmla="*/ 48 w 10"/>
                  <a:gd name="T11" fmla="*/ 96 h 17"/>
                  <a:gd name="T12" fmla="*/ 8 w 10"/>
                  <a:gd name="T13" fmla="*/ 133 h 17"/>
                  <a:gd name="T14" fmla="*/ 0 w 10"/>
                  <a:gd name="T15" fmla="*/ 165 h 1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" h="17">
                    <a:moveTo>
                      <a:pt x="0" y="17"/>
                    </a:moveTo>
                    <a:cubicBezTo>
                      <a:pt x="1" y="17"/>
                      <a:pt x="2" y="16"/>
                      <a:pt x="3" y="15"/>
                    </a:cubicBezTo>
                    <a:cubicBezTo>
                      <a:pt x="5" y="13"/>
                      <a:pt x="6" y="11"/>
                      <a:pt x="7" y="9"/>
                    </a:cubicBezTo>
                    <a:cubicBezTo>
                      <a:pt x="8" y="7"/>
                      <a:pt x="9" y="5"/>
                      <a:pt x="10" y="3"/>
                    </a:cubicBezTo>
                    <a:cubicBezTo>
                      <a:pt x="10" y="2"/>
                      <a:pt x="10" y="1"/>
                      <a:pt x="10" y="0"/>
                    </a:cubicBezTo>
                    <a:cubicBezTo>
                      <a:pt x="8" y="3"/>
                      <a:pt x="7" y="6"/>
                      <a:pt x="5" y="9"/>
                    </a:cubicBezTo>
                    <a:cubicBezTo>
                      <a:pt x="4" y="10"/>
                      <a:pt x="3" y="13"/>
                      <a:pt x="1" y="13"/>
                    </a:cubicBezTo>
                    <a:cubicBezTo>
                      <a:pt x="1" y="14"/>
                      <a:pt x="0" y="15"/>
                      <a:pt x="0" y="16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468" name="Freeform 872">
                <a:extLst>
                  <a:ext uri="{FF2B5EF4-FFF2-40B4-BE49-F238E27FC236}">
                    <a16:creationId xmlns:a16="http://schemas.microsoft.com/office/drawing/2014/main" id="{9BB2C65B-E233-4D6E-868A-1D15780835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7" y="966"/>
                <a:ext cx="35" cy="15"/>
              </a:xfrm>
              <a:custGeom>
                <a:avLst/>
                <a:gdLst>
                  <a:gd name="T0" fmla="*/ 0 w 17"/>
                  <a:gd name="T1" fmla="*/ 0 h 7"/>
                  <a:gd name="T2" fmla="*/ 25 w 17"/>
                  <a:gd name="T3" fmla="*/ 19 h 7"/>
                  <a:gd name="T4" fmla="*/ 80 w 17"/>
                  <a:gd name="T5" fmla="*/ 51 h 7"/>
                  <a:gd name="T6" fmla="*/ 115 w 17"/>
                  <a:gd name="T7" fmla="*/ 69 h 7"/>
                  <a:gd name="T8" fmla="*/ 148 w 17"/>
                  <a:gd name="T9" fmla="*/ 69 h 7"/>
                  <a:gd name="T10" fmla="*/ 68 w 17"/>
                  <a:gd name="T11" fmla="*/ 28 h 7"/>
                  <a:gd name="T12" fmla="*/ 33 w 17"/>
                  <a:gd name="T13" fmla="*/ 9 h 7"/>
                  <a:gd name="T14" fmla="*/ 16 w 17"/>
                  <a:gd name="T15" fmla="*/ 0 h 7"/>
                  <a:gd name="T16" fmla="*/ 0 w 17"/>
                  <a:gd name="T17" fmla="*/ 0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7" h="7">
                    <a:moveTo>
                      <a:pt x="0" y="0"/>
                    </a:moveTo>
                    <a:cubicBezTo>
                      <a:pt x="0" y="1"/>
                      <a:pt x="2" y="2"/>
                      <a:pt x="3" y="2"/>
                    </a:cubicBezTo>
                    <a:cubicBezTo>
                      <a:pt x="5" y="3"/>
                      <a:pt x="7" y="4"/>
                      <a:pt x="9" y="5"/>
                    </a:cubicBezTo>
                    <a:cubicBezTo>
                      <a:pt x="10" y="5"/>
                      <a:pt x="12" y="6"/>
                      <a:pt x="13" y="7"/>
                    </a:cubicBezTo>
                    <a:cubicBezTo>
                      <a:pt x="14" y="7"/>
                      <a:pt x="16" y="7"/>
                      <a:pt x="17" y="7"/>
                    </a:cubicBezTo>
                    <a:cubicBezTo>
                      <a:pt x="14" y="6"/>
                      <a:pt x="11" y="5"/>
                      <a:pt x="8" y="3"/>
                    </a:cubicBezTo>
                    <a:cubicBezTo>
                      <a:pt x="7" y="3"/>
                      <a:pt x="5" y="2"/>
                      <a:pt x="4" y="1"/>
                    </a:cubicBezTo>
                    <a:cubicBezTo>
                      <a:pt x="3" y="1"/>
                      <a:pt x="3" y="0"/>
                      <a:pt x="2" y="0"/>
                    </a:cubicBezTo>
                    <a:cubicBezTo>
                      <a:pt x="1" y="0"/>
                      <a:pt x="1" y="1"/>
                      <a:pt x="0" y="0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469" name="Freeform 873">
                <a:extLst>
                  <a:ext uri="{FF2B5EF4-FFF2-40B4-BE49-F238E27FC236}">
                    <a16:creationId xmlns:a16="http://schemas.microsoft.com/office/drawing/2014/main" id="{2452DCA6-EB81-401D-B66C-CD0D0853EA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3" y="966"/>
                <a:ext cx="33" cy="18"/>
              </a:xfrm>
              <a:custGeom>
                <a:avLst/>
                <a:gdLst>
                  <a:gd name="T0" fmla="*/ 140 w 16"/>
                  <a:gd name="T1" fmla="*/ 11 h 8"/>
                  <a:gd name="T2" fmla="*/ 89 w 16"/>
                  <a:gd name="T3" fmla="*/ 36 h 8"/>
                  <a:gd name="T4" fmla="*/ 43 w 16"/>
                  <a:gd name="T5" fmla="*/ 72 h 8"/>
                  <a:gd name="T6" fmla="*/ 0 w 16"/>
                  <a:gd name="T7" fmla="*/ 92 h 8"/>
                  <a:gd name="T8" fmla="*/ 72 w 16"/>
                  <a:gd name="T9" fmla="*/ 36 h 8"/>
                  <a:gd name="T10" fmla="*/ 132 w 16"/>
                  <a:gd name="T11" fmla="*/ 11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6" h="8">
                    <a:moveTo>
                      <a:pt x="16" y="1"/>
                    </a:moveTo>
                    <a:cubicBezTo>
                      <a:pt x="15" y="0"/>
                      <a:pt x="11" y="3"/>
                      <a:pt x="10" y="3"/>
                    </a:cubicBezTo>
                    <a:cubicBezTo>
                      <a:pt x="8" y="4"/>
                      <a:pt x="7" y="5"/>
                      <a:pt x="5" y="6"/>
                    </a:cubicBezTo>
                    <a:cubicBezTo>
                      <a:pt x="4" y="7"/>
                      <a:pt x="2" y="8"/>
                      <a:pt x="0" y="8"/>
                    </a:cubicBezTo>
                    <a:cubicBezTo>
                      <a:pt x="3" y="6"/>
                      <a:pt x="6" y="5"/>
                      <a:pt x="8" y="3"/>
                    </a:cubicBezTo>
                    <a:cubicBezTo>
                      <a:pt x="10" y="2"/>
                      <a:pt x="13" y="0"/>
                      <a:pt x="15" y="1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470" name="Freeform 874">
                <a:extLst>
                  <a:ext uri="{FF2B5EF4-FFF2-40B4-BE49-F238E27FC236}">
                    <a16:creationId xmlns:a16="http://schemas.microsoft.com/office/drawing/2014/main" id="{58CAB35C-FC30-4521-81BA-4878248C64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4" y="1056"/>
                <a:ext cx="76" cy="138"/>
              </a:xfrm>
              <a:custGeom>
                <a:avLst/>
                <a:gdLst>
                  <a:gd name="T0" fmla="*/ 0 w 37"/>
                  <a:gd name="T1" fmla="*/ 0 h 63"/>
                  <a:gd name="T2" fmla="*/ 148 w 37"/>
                  <a:gd name="T3" fmla="*/ 318 h 63"/>
                  <a:gd name="T4" fmla="*/ 232 w 37"/>
                  <a:gd name="T5" fmla="*/ 537 h 63"/>
                  <a:gd name="T6" fmla="*/ 320 w 37"/>
                  <a:gd name="T7" fmla="*/ 662 h 63"/>
                  <a:gd name="T8" fmla="*/ 207 w 37"/>
                  <a:gd name="T9" fmla="*/ 556 h 63"/>
                  <a:gd name="T10" fmla="*/ 123 w 37"/>
                  <a:gd name="T11" fmla="*/ 388 h 63"/>
                  <a:gd name="T12" fmla="*/ 33 w 37"/>
                  <a:gd name="T13" fmla="*/ 85 h 63"/>
                  <a:gd name="T14" fmla="*/ 0 w 37"/>
                  <a:gd name="T15" fmla="*/ 9 h 6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7" h="63">
                    <a:moveTo>
                      <a:pt x="0" y="0"/>
                    </a:moveTo>
                    <a:cubicBezTo>
                      <a:pt x="8" y="9"/>
                      <a:pt x="13" y="20"/>
                      <a:pt x="17" y="30"/>
                    </a:cubicBezTo>
                    <a:cubicBezTo>
                      <a:pt x="20" y="37"/>
                      <a:pt x="22" y="45"/>
                      <a:pt x="27" y="51"/>
                    </a:cubicBezTo>
                    <a:cubicBezTo>
                      <a:pt x="30" y="56"/>
                      <a:pt x="33" y="59"/>
                      <a:pt x="37" y="63"/>
                    </a:cubicBezTo>
                    <a:cubicBezTo>
                      <a:pt x="32" y="62"/>
                      <a:pt x="27" y="56"/>
                      <a:pt x="24" y="53"/>
                    </a:cubicBezTo>
                    <a:cubicBezTo>
                      <a:pt x="20" y="48"/>
                      <a:pt x="17" y="43"/>
                      <a:pt x="14" y="37"/>
                    </a:cubicBezTo>
                    <a:cubicBezTo>
                      <a:pt x="10" y="28"/>
                      <a:pt x="8" y="17"/>
                      <a:pt x="4" y="8"/>
                    </a:cubicBezTo>
                    <a:cubicBezTo>
                      <a:pt x="2" y="6"/>
                      <a:pt x="1" y="3"/>
                      <a:pt x="0" y="1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471" name="Freeform 875">
                <a:extLst>
                  <a:ext uri="{FF2B5EF4-FFF2-40B4-BE49-F238E27FC236}">
                    <a16:creationId xmlns:a16="http://schemas.microsoft.com/office/drawing/2014/main" id="{06EEBC00-31A0-4B7E-9316-4BC591EF26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8" y="1045"/>
                <a:ext cx="31" cy="90"/>
              </a:xfrm>
              <a:custGeom>
                <a:avLst/>
                <a:gdLst>
                  <a:gd name="T0" fmla="*/ 132 w 15"/>
                  <a:gd name="T1" fmla="*/ 0 h 41"/>
                  <a:gd name="T2" fmla="*/ 60 w 15"/>
                  <a:gd name="T3" fmla="*/ 125 h 41"/>
                  <a:gd name="T4" fmla="*/ 8 w 15"/>
                  <a:gd name="T5" fmla="*/ 338 h 41"/>
                  <a:gd name="T6" fmla="*/ 8 w 15"/>
                  <a:gd name="T7" fmla="*/ 424 h 41"/>
                  <a:gd name="T8" fmla="*/ 35 w 15"/>
                  <a:gd name="T9" fmla="*/ 362 h 41"/>
                  <a:gd name="T10" fmla="*/ 81 w 15"/>
                  <a:gd name="T11" fmla="*/ 202 h 41"/>
                  <a:gd name="T12" fmla="*/ 132 w 15"/>
                  <a:gd name="T13" fmla="*/ 0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41">
                    <a:moveTo>
                      <a:pt x="15" y="0"/>
                    </a:moveTo>
                    <a:cubicBezTo>
                      <a:pt x="13" y="4"/>
                      <a:pt x="9" y="8"/>
                      <a:pt x="7" y="12"/>
                    </a:cubicBezTo>
                    <a:cubicBezTo>
                      <a:pt x="4" y="18"/>
                      <a:pt x="2" y="26"/>
                      <a:pt x="1" y="32"/>
                    </a:cubicBezTo>
                    <a:cubicBezTo>
                      <a:pt x="1" y="34"/>
                      <a:pt x="0" y="40"/>
                      <a:pt x="1" y="40"/>
                    </a:cubicBezTo>
                    <a:cubicBezTo>
                      <a:pt x="2" y="41"/>
                      <a:pt x="3" y="35"/>
                      <a:pt x="4" y="34"/>
                    </a:cubicBezTo>
                    <a:cubicBezTo>
                      <a:pt x="5" y="29"/>
                      <a:pt x="7" y="24"/>
                      <a:pt x="9" y="19"/>
                    </a:cubicBezTo>
                    <a:cubicBezTo>
                      <a:pt x="11" y="13"/>
                      <a:pt x="13" y="7"/>
                      <a:pt x="15" y="0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472" name="Freeform 876">
                <a:extLst>
                  <a:ext uri="{FF2B5EF4-FFF2-40B4-BE49-F238E27FC236}">
                    <a16:creationId xmlns:a16="http://schemas.microsoft.com/office/drawing/2014/main" id="{43DB8125-AEFA-4F68-BCC3-9D2D76D960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5" y="1146"/>
                <a:ext cx="39" cy="15"/>
              </a:xfrm>
              <a:custGeom>
                <a:avLst/>
                <a:gdLst>
                  <a:gd name="T0" fmla="*/ 0 w 19"/>
                  <a:gd name="T1" fmla="*/ 69 h 7"/>
                  <a:gd name="T2" fmla="*/ 16 w 19"/>
                  <a:gd name="T3" fmla="*/ 60 h 7"/>
                  <a:gd name="T4" fmla="*/ 76 w 19"/>
                  <a:gd name="T5" fmla="*/ 41 h 7"/>
                  <a:gd name="T6" fmla="*/ 164 w 19"/>
                  <a:gd name="T7" fmla="*/ 19 h 7"/>
                  <a:gd name="T8" fmla="*/ 88 w 19"/>
                  <a:gd name="T9" fmla="*/ 9 h 7"/>
                  <a:gd name="T10" fmla="*/ 8 w 19"/>
                  <a:gd name="T11" fmla="*/ 60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9" h="7">
                    <a:moveTo>
                      <a:pt x="0" y="7"/>
                    </a:moveTo>
                    <a:cubicBezTo>
                      <a:pt x="1" y="7"/>
                      <a:pt x="2" y="6"/>
                      <a:pt x="2" y="6"/>
                    </a:cubicBezTo>
                    <a:cubicBezTo>
                      <a:pt x="4" y="4"/>
                      <a:pt x="6" y="4"/>
                      <a:pt x="9" y="4"/>
                    </a:cubicBezTo>
                    <a:cubicBezTo>
                      <a:pt x="12" y="3"/>
                      <a:pt x="16" y="3"/>
                      <a:pt x="19" y="2"/>
                    </a:cubicBezTo>
                    <a:cubicBezTo>
                      <a:pt x="17" y="0"/>
                      <a:pt x="12" y="1"/>
                      <a:pt x="10" y="1"/>
                    </a:cubicBezTo>
                    <a:cubicBezTo>
                      <a:pt x="6" y="2"/>
                      <a:pt x="3" y="4"/>
                      <a:pt x="1" y="6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473" name="Freeform 877">
                <a:extLst>
                  <a:ext uri="{FF2B5EF4-FFF2-40B4-BE49-F238E27FC236}">
                    <a16:creationId xmlns:a16="http://schemas.microsoft.com/office/drawing/2014/main" id="{B292C05D-A226-4769-A70E-C0B9893980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9" y="1067"/>
                <a:ext cx="9" cy="31"/>
              </a:xfrm>
              <a:custGeom>
                <a:avLst/>
                <a:gdLst>
                  <a:gd name="T0" fmla="*/ 11 w 4"/>
                  <a:gd name="T1" fmla="*/ 0 h 14"/>
                  <a:gd name="T2" fmla="*/ 11 w 4"/>
                  <a:gd name="T3" fmla="*/ 97 h 14"/>
                  <a:gd name="T4" fmla="*/ 25 w 4"/>
                  <a:gd name="T5" fmla="*/ 142 h 14"/>
                  <a:gd name="T6" fmla="*/ 36 w 4"/>
                  <a:gd name="T7" fmla="*/ 97 h 14"/>
                  <a:gd name="T8" fmla="*/ 25 w 4"/>
                  <a:gd name="T9" fmla="*/ 0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14">
                    <a:moveTo>
                      <a:pt x="1" y="0"/>
                    </a:moveTo>
                    <a:cubicBezTo>
                      <a:pt x="2" y="3"/>
                      <a:pt x="2" y="6"/>
                      <a:pt x="1" y="9"/>
                    </a:cubicBezTo>
                    <a:cubicBezTo>
                      <a:pt x="1" y="11"/>
                      <a:pt x="0" y="14"/>
                      <a:pt x="2" y="13"/>
                    </a:cubicBezTo>
                    <a:cubicBezTo>
                      <a:pt x="4" y="13"/>
                      <a:pt x="4" y="11"/>
                      <a:pt x="3" y="9"/>
                    </a:cubicBezTo>
                    <a:cubicBezTo>
                      <a:pt x="3" y="6"/>
                      <a:pt x="3" y="3"/>
                      <a:pt x="2" y="0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474" name="Freeform 878">
                <a:extLst>
                  <a:ext uri="{FF2B5EF4-FFF2-40B4-BE49-F238E27FC236}">
                    <a16:creationId xmlns:a16="http://schemas.microsoft.com/office/drawing/2014/main" id="{22278BA0-11E7-4A6D-9375-F07C899549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8" y="1188"/>
                <a:ext cx="66" cy="68"/>
              </a:xfrm>
              <a:custGeom>
                <a:avLst/>
                <a:gdLst>
                  <a:gd name="T0" fmla="*/ 0 w 32"/>
                  <a:gd name="T1" fmla="*/ 0 h 31"/>
                  <a:gd name="T2" fmla="*/ 116 w 32"/>
                  <a:gd name="T3" fmla="*/ 105 h 31"/>
                  <a:gd name="T4" fmla="*/ 200 w 32"/>
                  <a:gd name="T5" fmla="*/ 140 h 31"/>
                  <a:gd name="T6" fmla="*/ 281 w 32"/>
                  <a:gd name="T7" fmla="*/ 158 h 31"/>
                  <a:gd name="T8" fmla="*/ 107 w 32"/>
                  <a:gd name="T9" fmla="*/ 274 h 31"/>
                  <a:gd name="T10" fmla="*/ 8 w 32"/>
                  <a:gd name="T11" fmla="*/ 307 h 31"/>
                  <a:gd name="T12" fmla="*/ 8 w 32"/>
                  <a:gd name="T13" fmla="*/ 158 h 31"/>
                  <a:gd name="T14" fmla="*/ 8 w 32"/>
                  <a:gd name="T15" fmla="*/ 33 h 3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2" h="31">
                    <a:moveTo>
                      <a:pt x="0" y="0"/>
                    </a:moveTo>
                    <a:cubicBezTo>
                      <a:pt x="4" y="3"/>
                      <a:pt x="8" y="8"/>
                      <a:pt x="13" y="10"/>
                    </a:cubicBezTo>
                    <a:cubicBezTo>
                      <a:pt x="16" y="12"/>
                      <a:pt x="20" y="12"/>
                      <a:pt x="23" y="13"/>
                    </a:cubicBezTo>
                    <a:cubicBezTo>
                      <a:pt x="26" y="14"/>
                      <a:pt x="28" y="15"/>
                      <a:pt x="32" y="15"/>
                    </a:cubicBezTo>
                    <a:cubicBezTo>
                      <a:pt x="26" y="19"/>
                      <a:pt x="19" y="22"/>
                      <a:pt x="12" y="26"/>
                    </a:cubicBezTo>
                    <a:cubicBezTo>
                      <a:pt x="10" y="27"/>
                      <a:pt x="3" y="31"/>
                      <a:pt x="1" y="29"/>
                    </a:cubicBezTo>
                    <a:cubicBezTo>
                      <a:pt x="0" y="27"/>
                      <a:pt x="1" y="18"/>
                      <a:pt x="1" y="15"/>
                    </a:cubicBezTo>
                    <a:cubicBezTo>
                      <a:pt x="1" y="11"/>
                      <a:pt x="2" y="6"/>
                      <a:pt x="1" y="3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475" name="Freeform 879">
                <a:extLst>
                  <a:ext uri="{FF2B5EF4-FFF2-40B4-BE49-F238E27FC236}">
                    <a16:creationId xmlns:a16="http://schemas.microsoft.com/office/drawing/2014/main" id="{AD04DB86-5A05-462A-AEE0-4DB83C6865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6" y="1379"/>
                <a:ext cx="96" cy="31"/>
              </a:xfrm>
              <a:custGeom>
                <a:avLst/>
                <a:gdLst>
                  <a:gd name="T0" fmla="*/ 0 w 47"/>
                  <a:gd name="T1" fmla="*/ 0 h 14"/>
                  <a:gd name="T2" fmla="*/ 121 w 47"/>
                  <a:gd name="T3" fmla="*/ 35 h 14"/>
                  <a:gd name="T4" fmla="*/ 229 w 47"/>
                  <a:gd name="T5" fmla="*/ 53 h 14"/>
                  <a:gd name="T6" fmla="*/ 400 w 47"/>
                  <a:gd name="T7" fmla="*/ 153 h 14"/>
                  <a:gd name="T8" fmla="*/ 196 w 47"/>
                  <a:gd name="T9" fmla="*/ 97 h 14"/>
                  <a:gd name="T10" fmla="*/ 76 w 47"/>
                  <a:gd name="T11" fmla="*/ 78 h 14"/>
                  <a:gd name="T12" fmla="*/ 0 w 47"/>
                  <a:gd name="T13" fmla="*/ 20 h 14"/>
                  <a:gd name="T14" fmla="*/ 8 w 47"/>
                  <a:gd name="T15" fmla="*/ 20 h 1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7" h="14">
                    <a:moveTo>
                      <a:pt x="0" y="0"/>
                    </a:moveTo>
                    <a:cubicBezTo>
                      <a:pt x="4" y="2"/>
                      <a:pt x="10" y="3"/>
                      <a:pt x="14" y="3"/>
                    </a:cubicBezTo>
                    <a:cubicBezTo>
                      <a:pt x="18" y="4"/>
                      <a:pt x="23" y="5"/>
                      <a:pt x="27" y="5"/>
                    </a:cubicBezTo>
                    <a:cubicBezTo>
                      <a:pt x="35" y="7"/>
                      <a:pt x="41" y="10"/>
                      <a:pt x="47" y="14"/>
                    </a:cubicBezTo>
                    <a:cubicBezTo>
                      <a:pt x="39" y="11"/>
                      <a:pt x="31" y="10"/>
                      <a:pt x="23" y="9"/>
                    </a:cubicBezTo>
                    <a:cubicBezTo>
                      <a:pt x="18" y="9"/>
                      <a:pt x="13" y="8"/>
                      <a:pt x="9" y="7"/>
                    </a:cubicBezTo>
                    <a:cubicBezTo>
                      <a:pt x="6" y="5"/>
                      <a:pt x="3" y="3"/>
                      <a:pt x="0" y="2"/>
                    </a:cubicBezTo>
                    <a:cubicBezTo>
                      <a:pt x="0" y="2"/>
                      <a:pt x="1" y="2"/>
                      <a:pt x="1" y="2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476" name="Freeform 880">
                <a:extLst>
                  <a:ext uri="{FF2B5EF4-FFF2-40B4-BE49-F238E27FC236}">
                    <a16:creationId xmlns:a16="http://schemas.microsoft.com/office/drawing/2014/main" id="{EDACC011-E18D-4756-852B-A8A82ECBA1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1" y="1339"/>
                <a:ext cx="107" cy="38"/>
              </a:xfrm>
              <a:custGeom>
                <a:avLst/>
                <a:gdLst>
                  <a:gd name="T0" fmla="*/ 0 w 52"/>
                  <a:gd name="T1" fmla="*/ 179 h 17"/>
                  <a:gd name="T2" fmla="*/ 51 w 52"/>
                  <a:gd name="T3" fmla="*/ 125 h 17"/>
                  <a:gd name="T4" fmla="*/ 165 w 52"/>
                  <a:gd name="T5" fmla="*/ 56 h 17"/>
                  <a:gd name="T6" fmla="*/ 453 w 52"/>
                  <a:gd name="T7" fmla="*/ 0 h 17"/>
                  <a:gd name="T8" fmla="*/ 181 w 52"/>
                  <a:gd name="T9" fmla="*/ 36 h 17"/>
                  <a:gd name="T10" fmla="*/ 25 w 52"/>
                  <a:gd name="T11" fmla="*/ 154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2" h="17">
                    <a:moveTo>
                      <a:pt x="0" y="16"/>
                    </a:moveTo>
                    <a:cubicBezTo>
                      <a:pt x="0" y="17"/>
                      <a:pt x="5" y="12"/>
                      <a:pt x="6" y="11"/>
                    </a:cubicBezTo>
                    <a:cubicBezTo>
                      <a:pt x="10" y="7"/>
                      <a:pt x="15" y="6"/>
                      <a:pt x="19" y="5"/>
                    </a:cubicBezTo>
                    <a:cubicBezTo>
                      <a:pt x="30" y="4"/>
                      <a:pt x="42" y="3"/>
                      <a:pt x="52" y="0"/>
                    </a:cubicBezTo>
                    <a:cubicBezTo>
                      <a:pt x="42" y="2"/>
                      <a:pt x="31" y="0"/>
                      <a:pt x="21" y="3"/>
                    </a:cubicBezTo>
                    <a:cubicBezTo>
                      <a:pt x="14" y="6"/>
                      <a:pt x="9" y="9"/>
                      <a:pt x="3" y="14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477" name="Freeform 881">
                <a:extLst>
                  <a:ext uri="{FF2B5EF4-FFF2-40B4-BE49-F238E27FC236}">
                    <a16:creationId xmlns:a16="http://schemas.microsoft.com/office/drawing/2014/main" id="{C14A4402-9CC2-48A9-A926-917B05D2CD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3" y="1390"/>
                <a:ext cx="31" cy="20"/>
              </a:xfrm>
              <a:custGeom>
                <a:avLst/>
                <a:gdLst>
                  <a:gd name="T0" fmla="*/ 0 w 15"/>
                  <a:gd name="T1" fmla="*/ 9 h 9"/>
                  <a:gd name="T2" fmla="*/ 17 w 15"/>
                  <a:gd name="T3" fmla="*/ 36 h 9"/>
                  <a:gd name="T4" fmla="*/ 52 w 15"/>
                  <a:gd name="T5" fmla="*/ 80 h 9"/>
                  <a:gd name="T6" fmla="*/ 132 w 15"/>
                  <a:gd name="T7" fmla="*/ 64 h 9"/>
                  <a:gd name="T8" fmla="*/ 8 w 15"/>
                  <a:gd name="T9" fmla="*/ 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9">
                    <a:moveTo>
                      <a:pt x="0" y="1"/>
                    </a:moveTo>
                    <a:cubicBezTo>
                      <a:pt x="0" y="0"/>
                      <a:pt x="1" y="2"/>
                      <a:pt x="2" y="3"/>
                    </a:cubicBezTo>
                    <a:cubicBezTo>
                      <a:pt x="3" y="4"/>
                      <a:pt x="4" y="7"/>
                      <a:pt x="6" y="7"/>
                    </a:cubicBezTo>
                    <a:cubicBezTo>
                      <a:pt x="9" y="9"/>
                      <a:pt x="12" y="7"/>
                      <a:pt x="15" y="6"/>
                    </a:cubicBezTo>
                    <a:cubicBezTo>
                      <a:pt x="11" y="5"/>
                      <a:pt x="4" y="4"/>
                      <a:pt x="1" y="0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478" name="Freeform 882">
                <a:extLst>
                  <a:ext uri="{FF2B5EF4-FFF2-40B4-BE49-F238E27FC236}">
                    <a16:creationId xmlns:a16="http://schemas.microsoft.com/office/drawing/2014/main" id="{2F585BC3-9CF7-4534-85C7-96AEA94CDF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9" y="1467"/>
                <a:ext cx="35" cy="8"/>
              </a:xfrm>
              <a:custGeom>
                <a:avLst/>
                <a:gdLst>
                  <a:gd name="T0" fmla="*/ 0 w 17"/>
                  <a:gd name="T1" fmla="*/ 32 h 4"/>
                  <a:gd name="T2" fmla="*/ 60 w 17"/>
                  <a:gd name="T3" fmla="*/ 32 h 4"/>
                  <a:gd name="T4" fmla="*/ 148 w 17"/>
                  <a:gd name="T5" fmla="*/ 16 h 4"/>
                  <a:gd name="T6" fmla="*/ 8 w 17"/>
                  <a:gd name="T7" fmla="*/ 32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4">
                    <a:moveTo>
                      <a:pt x="0" y="4"/>
                    </a:moveTo>
                    <a:cubicBezTo>
                      <a:pt x="2" y="4"/>
                      <a:pt x="5" y="4"/>
                      <a:pt x="7" y="4"/>
                    </a:cubicBezTo>
                    <a:cubicBezTo>
                      <a:pt x="10" y="3"/>
                      <a:pt x="14" y="3"/>
                      <a:pt x="17" y="2"/>
                    </a:cubicBezTo>
                    <a:cubicBezTo>
                      <a:pt x="11" y="0"/>
                      <a:pt x="6" y="0"/>
                      <a:pt x="1" y="4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479" name="Freeform 883">
                <a:extLst>
                  <a:ext uri="{FF2B5EF4-FFF2-40B4-BE49-F238E27FC236}">
                    <a16:creationId xmlns:a16="http://schemas.microsoft.com/office/drawing/2014/main" id="{2A79AB9A-3709-43AD-8522-6DEE8F666E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1" y="1500"/>
                <a:ext cx="31" cy="11"/>
              </a:xfrm>
              <a:custGeom>
                <a:avLst/>
                <a:gdLst>
                  <a:gd name="T0" fmla="*/ 0 w 15"/>
                  <a:gd name="T1" fmla="*/ 20 h 5"/>
                  <a:gd name="T2" fmla="*/ 132 w 15"/>
                  <a:gd name="T3" fmla="*/ 44 h 5"/>
                  <a:gd name="T4" fmla="*/ 17 w 15"/>
                  <a:gd name="T5" fmla="*/ 9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5">
                    <a:moveTo>
                      <a:pt x="0" y="2"/>
                    </a:moveTo>
                    <a:cubicBezTo>
                      <a:pt x="5" y="1"/>
                      <a:pt x="10" y="5"/>
                      <a:pt x="15" y="4"/>
                    </a:cubicBezTo>
                    <a:cubicBezTo>
                      <a:pt x="13" y="2"/>
                      <a:pt x="5" y="0"/>
                      <a:pt x="2" y="1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480" name="Freeform 884">
                <a:extLst>
                  <a:ext uri="{FF2B5EF4-FFF2-40B4-BE49-F238E27FC236}">
                    <a16:creationId xmlns:a16="http://schemas.microsoft.com/office/drawing/2014/main" id="{C80806B9-79A2-4228-B011-AEDE76DDD1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7" y="1546"/>
                <a:ext cx="29" cy="17"/>
              </a:xfrm>
              <a:custGeom>
                <a:avLst/>
                <a:gdLst>
                  <a:gd name="T0" fmla="*/ 8 w 14"/>
                  <a:gd name="T1" fmla="*/ 77 h 8"/>
                  <a:gd name="T2" fmla="*/ 0 w 14"/>
                  <a:gd name="T3" fmla="*/ 77 h 8"/>
                  <a:gd name="T4" fmla="*/ 124 w 14"/>
                  <a:gd name="T5" fmla="*/ 60 h 8"/>
                  <a:gd name="T6" fmla="*/ 17 w 14"/>
                  <a:gd name="T7" fmla="*/ 77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8">
                    <a:moveTo>
                      <a:pt x="1" y="8"/>
                    </a:moveTo>
                    <a:cubicBezTo>
                      <a:pt x="1" y="8"/>
                      <a:pt x="0" y="8"/>
                      <a:pt x="0" y="8"/>
                    </a:cubicBezTo>
                    <a:cubicBezTo>
                      <a:pt x="5" y="8"/>
                      <a:pt x="10" y="6"/>
                      <a:pt x="14" y="6"/>
                    </a:cubicBezTo>
                    <a:cubicBezTo>
                      <a:pt x="12" y="0"/>
                      <a:pt x="4" y="7"/>
                      <a:pt x="2" y="8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481" name="Freeform 885">
                <a:extLst>
                  <a:ext uri="{FF2B5EF4-FFF2-40B4-BE49-F238E27FC236}">
                    <a16:creationId xmlns:a16="http://schemas.microsoft.com/office/drawing/2014/main" id="{2CBAA249-3220-4235-BD59-A9EF7AD010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2" y="1660"/>
                <a:ext cx="75" cy="35"/>
              </a:xfrm>
              <a:custGeom>
                <a:avLst/>
                <a:gdLst>
                  <a:gd name="T0" fmla="*/ 0 w 36"/>
                  <a:gd name="T1" fmla="*/ 125 h 16"/>
                  <a:gd name="T2" fmla="*/ 144 w 36"/>
                  <a:gd name="T3" fmla="*/ 20 h 16"/>
                  <a:gd name="T4" fmla="*/ 325 w 36"/>
                  <a:gd name="T5" fmla="*/ 53 h 16"/>
                  <a:gd name="T6" fmla="*/ 260 w 36"/>
                  <a:gd name="T7" fmla="*/ 44 h 16"/>
                  <a:gd name="T8" fmla="*/ 125 w 36"/>
                  <a:gd name="T9" fmla="*/ 53 h 16"/>
                  <a:gd name="T10" fmla="*/ 0 w 36"/>
                  <a:gd name="T11" fmla="*/ 168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6" h="16">
                    <a:moveTo>
                      <a:pt x="0" y="12"/>
                    </a:moveTo>
                    <a:cubicBezTo>
                      <a:pt x="4" y="6"/>
                      <a:pt x="10" y="3"/>
                      <a:pt x="16" y="2"/>
                    </a:cubicBezTo>
                    <a:cubicBezTo>
                      <a:pt x="22" y="0"/>
                      <a:pt x="32" y="0"/>
                      <a:pt x="36" y="5"/>
                    </a:cubicBezTo>
                    <a:cubicBezTo>
                      <a:pt x="35" y="3"/>
                      <a:pt x="31" y="4"/>
                      <a:pt x="29" y="4"/>
                    </a:cubicBezTo>
                    <a:cubicBezTo>
                      <a:pt x="23" y="3"/>
                      <a:pt x="19" y="3"/>
                      <a:pt x="14" y="5"/>
                    </a:cubicBezTo>
                    <a:cubicBezTo>
                      <a:pt x="9" y="7"/>
                      <a:pt x="2" y="10"/>
                      <a:pt x="0" y="16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482" name="Freeform 886">
                <a:extLst>
                  <a:ext uri="{FF2B5EF4-FFF2-40B4-BE49-F238E27FC236}">
                    <a16:creationId xmlns:a16="http://schemas.microsoft.com/office/drawing/2014/main" id="{575E7D5E-5661-4E23-8D1D-2BF4316F09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4" y="1783"/>
                <a:ext cx="68" cy="44"/>
              </a:xfrm>
              <a:custGeom>
                <a:avLst/>
                <a:gdLst>
                  <a:gd name="T0" fmla="*/ 8 w 33"/>
                  <a:gd name="T1" fmla="*/ 202 h 20"/>
                  <a:gd name="T2" fmla="*/ 288 w 33"/>
                  <a:gd name="T3" fmla="*/ 150 h 20"/>
                  <a:gd name="T4" fmla="*/ 124 w 33"/>
                  <a:gd name="T5" fmla="*/ 117 h 20"/>
                  <a:gd name="T6" fmla="*/ 0 w 33"/>
                  <a:gd name="T7" fmla="*/ 213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" h="20">
                    <a:moveTo>
                      <a:pt x="1" y="19"/>
                    </a:moveTo>
                    <a:cubicBezTo>
                      <a:pt x="7" y="9"/>
                      <a:pt x="26" y="0"/>
                      <a:pt x="33" y="14"/>
                    </a:cubicBezTo>
                    <a:cubicBezTo>
                      <a:pt x="29" y="10"/>
                      <a:pt x="20" y="9"/>
                      <a:pt x="14" y="11"/>
                    </a:cubicBezTo>
                    <a:cubicBezTo>
                      <a:pt x="8" y="12"/>
                      <a:pt x="4" y="15"/>
                      <a:pt x="0" y="20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483" name="Freeform 887">
                <a:extLst>
                  <a:ext uri="{FF2B5EF4-FFF2-40B4-BE49-F238E27FC236}">
                    <a16:creationId xmlns:a16="http://schemas.microsoft.com/office/drawing/2014/main" id="{47FF9F58-506F-4247-A853-525F80C68E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8" y="2328"/>
                <a:ext cx="19" cy="98"/>
              </a:xfrm>
              <a:custGeom>
                <a:avLst/>
                <a:gdLst>
                  <a:gd name="T0" fmla="*/ 84 w 9"/>
                  <a:gd name="T1" fmla="*/ 0 h 45"/>
                  <a:gd name="T2" fmla="*/ 57 w 9"/>
                  <a:gd name="T3" fmla="*/ 185 h 45"/>
                  <a:gd name="T4" fmla="*/ 57 w 9"/>
                  <a:gd name="T5" fmla="*/ 394 h 45"/>
                  <a:gd name="T6" fmla="*/ 17 w 9"/>
                  <a:gd name="T7" fmla="*/ 464 h 45"/>
                  <a:gd name="T8" fmla="*/ 0 w 9"/>
                  <a:gd name="T9" fmla="*/ 455 h 45"/>
                  <a:gd name="T10" fmla="*/ 8 w 9"/>
                  <a:gd name="T11" fmla="*/ 422 h 45"/>
                  <a:gd name="T12" fmla="*/ 17 w 9"/>
                  <a:gd name="T13" fmla="*/ 362 h 45"/>
                  <a:gd name="T14" fmla="*/ 68 w 9"/>
                  <a:gd name="T15" fmla="*/ 44 h 45"/>
                  <a:gd name="T16" fmla="*/ 84 w 9"/>
                  <a:gd name="T17" fmla="*/ 0 h 4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" h="45">
                    <a:moveTo>
                      <a:pt x="9" y="0"/>
                    </a:moveTo>
                    <a:cubicBezTo>
                      <a:pt x="7" y="5"/>
                      <a:pt x="6" y="12"/>
                      <a:pt x="6" y="18"/>
                    </a:cubicBezTo>
                    <a:cubicBezTo>
                      <a:pt x="6" y="25"/>
                      <a:pt x="7" y="32"/>
                      <a:pt x="6" y="38"/>
                    </a:cubicBezTo>
                    <a:cubicBezTo>
                      <a:pt x="6" y="41"/>
                      <a:pt x="4" y="45"/>
                      <a:pt x="2" y="45"/>
                    </a:cubicBezTo>
                    <a:cubicBezTo>
                      <a:pt x="0" y="45"/>
                      <a:pt x="0" y="45"/>
                      <a:pt x="0" y="44"/>
                    </a:cubicBezTo>
                    <a:cubicBezTo>
                      <a:pt x="0" y="43"/>
                      <a:pt x="1" y="42"/>
                      <a:pt x="1" y="41"/>
                    </a:cubicBezTo>
                    <a:cubicBezTo>
                      <a:pt x="1" y="39"/>
                      <a:pt x="2" y="37"/>
                      <a:pt x="2" y="35"/>
                    </a:cubicBezTo>
                    <a:cubicBezTo>
                      <a:pt x="2" y="26"/>
                      <a:pt x="3" y="13"/>
                      <a:pt x="7" y="4"/>
                    </a:cubicBezTo>
                    <a:cubicBezTo>
                      <a:pt x="7" y="3"/>
                      <a:pt x="8" y="1"/>
                      <a:pt x="9" y="0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484" name="Freeform 888">
                <a:extLst>
                  <a:ext uri="{FF2B5EF4-FFF2-40B4-BE49-F238E27FC236}">
                    <a16:creationId xmlns:a16="http://schemas.microsoft.com/office/drawing/2014/main" id="{C4F86072-8761-4214-AE34-C86B457D76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8" y="2396"/>
                <a:ext cx="19" cy="41"/>
              </a:xfrm>
              <a:custGeom>
                <a:avLst/>
                <a:gdLst>
                  <a:gd name="T0" fmla="*/ 49 w 9"/>
                  <a:gd name="T1" fmla="*/ 9 h 19"/>
                  <a:gd name="T2" fmla="*/ 49 w 9"/>
                  <a:gd name="T3" fmla="*/ 52 h 19"/>
                  <a:gd name="T4" fmla="*/ 49 w 9"/>
                  <a:gd name="T5" fmla="*/ 121 h 19"/>
                  <a:gd name="T6" fmla="*/ 0 w 9"/>
                  <a:gd name="T7" fmla="*/ 190 h 19"/>
                  <a:gd name="T8" fmla="*/ 57 w 9"/>
                  <a:gd name="T9" fmla="*/ 0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19">
                    <a:moveTo>
                      <a:pt x="5" y="1"/>
                    </a:moveTo>
                    <a:cubicBezTo>
                      <a:pt x="5" y="2"/>
                      <a:pt x="5" y="3"/>
                      <a:pt x="5" y="5"/>
                    </a:cubicBezTo>
                    <a:cubicBezTo>
                      <a:pt x="5" y="7"/>
                      <a:pt x="5" y="9"/>
                      <a:pt x="5" y="12"/>
                    </a:cubicBezTo>
                    <a:cubicBezTo>
                      <a:pt x="4" y="15"/>
                      <a:pt x="3" y="17"/>
                      <a:pt x="0" y="19"/>
                    </a:cubicBezTo>
                    <a:cubicBezTo>
                      <a:pt x="8" y="16"/>
                      <a:pt x="9" y="8"/>
                      <a:pt x="6" y="0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485" name="Freeform 889">
                <a:extLst>
                  <a:ext uri="{FF2B5EF4-FFF2-40B4-BE49-F238E27FC236}">
                    <a16:creationId xmlns:a16="http://schemas.microsoft.com/office/drawing/2014/main" id="{943B06AD-3152-4589-A9FC-364982B82B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9" y="2466"/>
                <a:ext cx="54" cy="358"/>
              </a:xfrm>
              <a:custGeom>
                <a:avLst/>
                <a:gdLst>
                  <a:gd name="T0" fmla="*/ 216 w 26"/>
                  <a:gd name="T1" fmla="*/ 88 h 163"/>
                  <a:gd name="T2" fmla="*/ 181 w 26"/>
                  <a:gd name="T3" fmla="*/ 0 h 163"/>
                  <a:gd name="T4" fmla="*/ 91 w 26"/>
                  <a:gd name="T5" fmla="*/ 628 h 163"/>
                  <a:gd name="T6" fmla="*/ 25 w 26"/>
                  <a:gd name="T7" fmla="*/ 1726 h 163"/>
                  <a:gd name="T8" fmla="*/ 125 w 26"/>
                  <a:gd name="T9" fmla="*/ 753 h 163"/>
                  <a:gd name="T10" fmla="*/ 233 w 26"/>
                  <a:gd name="T11" fmla="*/ 64 h 16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6" h="163">
                    <a:moveTo>
                      <a:pt x="24" y="8"/>
                    </a:moveTo>
                    <a:cubicBezTo>
                      <a:pt x="24" y="5"/>
                      <a:pt x="22" y="2"/>
                      <a:pt x="20" y="0"/>
                    </a:cubicBezTo>
                    <a:cubicBezTo>
                      <a:pt x="20" y="21"/>
                      <a:pt x="16" y="39"/>
                      <a:pt x="10" y="59"/>
                    </a:cubicBezTo>
                    <a:cubicBezTo>
                      <a:pt x="1" y="93"/>
                      <a:pt x="0" y="127"/>
                      <a:pt x="3" y="163"/>
                    </a:cubicBezTo>
                    <a:cubicBezTo>
                      <a:pt x="3" y="131"/>
                      <a:pt x="5" y="101"/>
                      <a:pt x="14" y="71"/>
                    </a:cubicBezTo>
                    <a:cubicBezTo>
                      <a:pt x="21" y="49"/>
                      <a:pt x="26" y="29"/>
                      <a:pt x="26" y="6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486" name="Freeform 890">
                <a:extLst>
                  <a:ext uri="{FF2B5EF4-FFF2-40B4-BE49-F238E27FC236}">
                    <a16:creationId xmlns:a16="http://schemas.microsoft.com/office/drawing/2014/main" id="{5B969105-27DB-41BA-BDEA-D290C814F0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9" y="2771"/>
                <a:ext cx="41" cy="226"/>
              </a:xfrm>
              <a:custGeom>
                <a:avLst/>
                <a:gdLst>
                  <a:gd name="T0" fmla="*/ 148 w 20"/>
                  <a:gd name="T1" fmla="*/ 1077 h 103"/>
                  <a:gd name="T2" fmla="*/ 88 w 20"/>
                  <a:gd name="T3" fmla="*/ 612 h 103"/>
                  <a:gd name="T4" fmla="*/ 33 w 20"/>
                  <a:gd name="T5" fmla="*/ 274 h 103"/>
                  <a:gd name="T6" fmla="*/ 16 w 20"/>
                  <a:gd name="T7" fmla="*/ 0 h 103"/>
                  <a:gd name="T8" fmla="*/ 33 w 20"/>
                  <a:gd name="T9" fmla="*/ 612 h 103"/>
                  <a:gd name="T10" fmla="*/ 164 w 20"/>
                  <a:gd name="T11" fmla="*/ 1088 h 10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0" h="103">
                    <a:moveTo>
                      <a:pt x="17" y="102"/>
                    </a:moveTo>
                    <a:cubicBezTo>
                      <a:pt x="20" y="90"/>
                      <a:pt x="12" y="70"/>
                      <a:pt x="10" y="58"/>
                    </a:cubicBezTo>
                    <a:cubicBezTo>
                      <a:pt x="8" y="47"/>
                      <a:pt x="6" y="37"/>
                      <a:pt x="4" y="26"/>
                    </a:cubicBezTo>
                    <a:cubicBezTo>
                      <a:pt x="3" y="17"/>
                      <a:pt x="4" y="8"/>
                      <a:pt x="2" y="0"/>
                    </a:cubicBezTo>
                    <a:cubicBezTo>
                      <a:pt x="0" y="18"/>
                      <a:pt x="0" y="40"/>
                      <a:pt x="4" y="58"/>
                    </a:cubicBezTo>
                    <a:cubicBezTo>
                      <a:pt x="7" y="73"/>
                      <a:pt x="15" y="88"/>
                      <a:pt x="19" y="103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487" name="Freeform 891">
                <a:extLst>
                  <a:ext uri="{FF2B5EF4-FFF2-40B4-BE49-F238E27FC236}">
                    <a16:creationId xmlns:a16="http://schemas.microsoft.com/office/drawing/2014/main" id="{2C7CA1ED-9D14-4412-8A86-90B2F6E47A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5" y="1526"/>
                <a:ext cx="86" cy="452"/>
              </a:xfrm>
              <a:custGeom>
                <a:avLst/>
                <a:gdLst>
                  <a:gd name="T0" fmla="*/ 264 w 42"/>
                  <a:gd name="T1" fmla="*/ 0 h 206"/>
                  <a:gd name="T2" fmla="*/ 256 w 42"/>
                  <a:gd name="T3" fmla="*/ 549 h 206"/>
                  <a:gd name="T4" fmla="*/ 188 w 42"/>
                  <a:gd name="T5" fmla="*/ 983 h 206"/>
                  <a:gd name="T6" fmla="*/ 147 w 42"/>
                  <a:gd name="T7" fmla="*/ 1637 h 206"/>
                  <a:gd name="T8" fmla="*/ 147 w 42"/>
                  <a:gd name="T9" fmla="*/ 2177 h 206"/>
                  <a:gd name="T10" fmla="*/ 188 w 42"/>
                  <a:gd name="T11" fmla="*/ 726 h 206"/>
                  <a:gd name="T12" fmla="*/ 276 w 42"/>
                  <a:gd name="T13" fmla="*/ 0 h 20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2" h="206">
                    <a:moveTo>
                      <a:pt x="31" y="0"/>
                    </a:moveTo>
                    <a:cubicBezTo>
                      <a:pt x="42" y="5"/>
                      <a:pt x="32" y="42"/>
                      <a:pt x="30" y="52"/>
                    </a:cubicBezTo>
                    <a:cubicBezTo>
                      <a:pt x="28" y="66"/>
                      <a:pt x="24" y="79"/>
                      <a:pt x="22" y="93"/>
                    </a:cubicBezTo>
                    <a:cubicBezTo>
                      <a:pt x="19" y="113"/>
                      <a:pt x="18" y="134"/>
                      <a:pt x="17" y="155"/>
                    </a:cubicBezTo>
                    <a:cubicBezTo>
                      <a:pt x="16" y="172"/>
                      <a:pt x="14" y="189"/>
                      <a:pt x="17" y="206"/>
                    </a:cubicBezTo>
                    <a:cubicBezTo>
                      <a:pt x="0" y="166"/>
                      <a:pt x="13" y="110"/>
                      <a:pt x="22" y="69"/>
                    </a:cubicBezTo>
                    <a:cubicBezTo>
                      <a:pt x="27" y="46"/>
                      <a:pt x="32" y="24"/>
                      <a:pt x="32" y="0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488" name="Freeform 892">
                <a:extLst>
                  <a:ext uri="{FF2B5EF4-FFF2-40B4-BE49-F238E27FC236}">
                    <a16:creationId xmlns:a16="http://schemas.microsoft.com/office/drawing/2014/main" id="{CF826114-3B04-4985-BD7D-349CFDCE1C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35" y="1374"/>
                <a:ext cx="77" cy="514"/>
              </a:xfrm>
              <a:custGeom>
                <a:avLst/>
                <a:gdLst>
                  <a:gd name="T0" fmla="*/ 0 w 37"/>
                  <a:gd name="T1" fmla="*/ 0 h 234"/>
                  <a:gd name="T2" fmla="*/ 289 w 37"/>
                  <a:gd name="T3" fmla="*/ 815 h 234"/>
                  <a:gd name="T4" fmla="*/ 333 w 37"/>
                  <a:gd name="T5" fmla="*/ 1920 h 234"/>
                  <a:gd name="T6" fmla="*/ 333 w 37"/>
                  <a:gd name="T7" fmla="*/ 2480 h 234"/>
                  <a:gd name="T8" fmla="*/ 308 w 37"/>
                  <a:gd name="T9" fmla="*/ 2027 h 234"/>
                  <a:gd name="T10" fmla="*/ 300 w 37"/>
                  <a:gd name="T11" fmla="*/ 1524 h 234"/>
                  <a:gd name="T12" fmla="*/ 252 w 37"/>
                  <a:gd name="T13" fmla="*/ 931 h 234"/>
                  <a:gd name="T14" fmla="*/ 181 w 37"/>
                  <a:gd name="T15" fmla="*/ 382 h 234"/>
                  <a:gd name="T16" fmla="*/ 17 w 37"/>
                  <a:gd name="T17" fmla="*/ 64 h 234"/>
                  <a:gd name="T18" fmla="*/ 25 w 37"/>
                  <a:gd name="T19" fmla="*/ 72 h 23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7" h="234">
                    <a:moveTo>
                      <a:pt x="0" y="0"/>
                    </a:moveTo>
                    <a:cubicBezTo>
                      <a:pt x="26" y="17"/>
                      <a:pt x="29" y="48"/>
                      <a:pt x="32" y="77"/>
                    </a:cubicBezTo>
                    <a:cubicBezTo>
                      <a:pt x="35" y="111"/>
                      <a:pt x="37" y="146"/>
                      <a:pt x="37" y="181"/>
                    </a:cubicBezTo>
                    <a:cubicBezTo>
                      <a:pt x="37" y="199"/>
                      <a:pt x="37" y="216"/>
                      <a:pt x="37" y="234"/>
                    </a:cubicBezTo>
                    <a:cubicBezTo>
                      <a:pt x="32" y="221"/>
                      <a:pt x="35" y="205"/>
                      <a:pt x="34" y="191"/>
                    </a:cubicBezTo>
                    <a:cubicBezTo>
                      <a:pt x="33" y="175"/>
                      <a:pt x="34" y="160"/>
                      <a:pt x="33" y="144"/>
                    </a:cubicBezTo>
                    <a:cubicBezTo>
                      <a:pt x="31" y="125"/>
                      <a:pt x="31" y="106"/>
                      <a:pt x="28" y="88"/>
                    </a:cubicBezTo>
                    <a:cubicBezTo>
                      <a:pt x="26" y="71"/>
                      <a:pt x="27" y="51"/>
                      <a:pt x="20" y="36"/>
                    </a:cubicBezTo>
                    <a:cubicBezTo>
                      <a:pt x="17" y="27"/>
                      <a:pt x="9" y="11"/>
                      <a:pt x="2" y="6"/>
                    </a:cubicBezTo>
                    <a:cubicBezTo>
                      <a:pt x="3" y="6"/>
                      <a:pt x="3" y="7"/>
                      <a:pt x="3" y="7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489" name="Freeform 893">
                <a:extLst>
                  <a:ext uri="{FF2B5EF4-FFF2-40B4-BE49-F238E27FC236}">
                    <a16:creationId xmlns:a16="http://schemas.microsoft.com/office/drawing/2014/main" id="{755A01C6-13F9-4731-AC75-E63DCF5985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46" y="2683"/>
                <a:ext cx="31" cy="27"/>
              </a:xfrm>
              <a:custGeom>
                <a:avLst/>
                <a:gdLst>
                  <a:gd name="T0" fmla="*/ 8 w 15"/>
                  <a:gd name="T1" fmla="*/ 137 h 12"/>
                  <a:gd name="T2" fmla="*/ 132 w 15"/>
                  <a:gd name="T3" fmla="*/ 0 h 12"/>
                  <a:gd name="T4" fmla="*/ 81 w 15"/>
                  <a:gd name="T5" fmla="*/ 72 h 12"/>
                  <a:gd name="T6" fmla="*/ 8 w 15"/>
                  <a:gd name="T7" fmla="*/ 126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12">
                    <a:moveTo>
                      <a:pt x="1" y="12"/>
                    </a:moveTo>
                    <a:cubicBezTo>
                      <a:pt x="0" y="4"/>
                      <a:pt x="8" y="0"/>
                      <a:pt x="15" y="0"/>
                    </a:cubicBezTo>
                    <a:cubicBezTo>
                      <a:pt x="15" y="1"/>
                      <a:pt x="10" y="4"/>
                      <a:pt x="9" y="6"/>
                    </a:cubicBezTo>
                    <a:cubicBezTo>
                      <a:pt x="6" y="8"/>
                      <a:pt x="4" y="11"/>
                      <a:pt x="1" y="11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490" name="Freeform 894">
                <a:extLst>
                  <a:ext uri="{FF2B5EF4-FFF2-40B4-BE49-F238E27FC236}">
                    <a16:creationId xmlns:a16="http://schemas.microsoft.com/office/drawing/2014/main" id="{64C2D840-8ADE-4504-9FF8-67DDA20C5F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68" y="2644"/>
                <a:ext cx="27" cy="35"/>
              </a:xfrm>
              <a:custGeom>
                <a:avLst/>
                <a:gdLst>
                  <a:gd name="T0" fmla="*/ 8 w 13"/>
                  <a:gd name="T1" fmla="*/ 125 h 16"/>
                  <a:gd name="T2" fmla="*/ 0 w 13"/>
                  <a:gd name="T3" fmla="*/ 125 h 16"/>
                  <a:gd name="T4" fmla="*/ 116 w 13"/>
                  <a:gd name="T5" fmla="*/ 0 h 16"/>
                  <a:gd name="T6" fmla="*/ 64 w 13"/>
                  <a:gd name="T7" fmla="*/ 96 h 16"/>
                  <a:gd name="T8" fmla="*/ 0 w 13"/>
                  <a:gd name="T9" fmla="*/ 125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6">
                    <a:moveTo>
                      <a:pt x="1" y="12"/>
                    </a:moveTo>
                    <a:cubicBezTo>
                      <a:pt x="0" y="12"/>
                      <a:pt x="0" y="12"/>
                      <a:pt x="0" y="12"/>
                    </a:cubicBezTo>
                    <a:cubicBezTo>
                      <a:pt x="0" y="3"/>
                      <a:pt x="7" y="3"/>
                      <a:pt x="13" y="0"/>
                    </a:cubicBezTo>
                    <a:cubicBezTo>
                      <a:pt x="13" y="4"/>
                      <a:pt x="9" y="6"/>
                      <a:pt x="7" y="9"/>
                    </a:cubicBezTo>
                    <a:cubicBezTo>
                      <a:pt x="6" y="10"/>
                      <a:pt x="1" y="16"/>
                      <a:pt x="0" y="12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491" name="Freeform 895">
                <a:extLst>
                  <a:ext uri="{FF2B5EF4-FFF2-40B4-BE49-F238E27FC236}">
                    <a16:creationId xmlns:a16="http://schemas.microsoft.com/office/drawing/2014/main" id="{B65B0972-AA4E-436F-88FA-4E2F204349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9" y="2558"/>
                <a:ext cx="12" cy="62"/>
              </a:xfrm>
              <a:custGeom>
                <a:avLst/>
                <a:gdLst>
                  <a:gd name="T0" fmla="*/ 0 w 6"/>
                  <a:gd name="T1" fmla="*/ 0 h 28"/>
                  <a:gd name="T2" fmla="*/ 16 w 6"/>
                  <a:gd name="T3" fmla="*/ 153 h 28"/>
                  <a:gd name="T4" fmla="*/ 48 w 6"/>
                  <a:gd name="T5" fmla="*/ 303 h 28"/>
                  <a:gd name="T6" fmla="*/ 32 w 6"/>
                  <a:gd name="T7" fmla="*/ 133 h 28"/>
                  <a:gd name="T8" fmla="*/ 32 w 6"/>
                  <a:gd name="T9" fmla="*/ 44 h 28"/>
                  <a:gd name="T10" fmla="*/ 8 w 6"/>
                  <a:gd name="T11" fmla="*/ 0 h 2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" h="28">
                    <a:moveTo>
                      <a:pt x="0" y="0"/>
                    </a:moveTo>
                    <a:cubicBezTo>
                      <a:pt x="1" y="5"/>
                      <a:pt x="2" y="9"/>
                      <a:pt x="2" y="14"/>
                    </a:cubicBezTo>
                    <a:cubicBezTo>
                      <a:pt x="3" y="19"/>
                      <a:pt x="4" y="23"/>
                      <a:pt x="6" y="28"/>
                    </a:cubicBezTo>
                    <a:cubicBezTo>
                      <a:pt x="3" y="23"/>
                      <a:pt x="4" y="17"/>
                      <a:pt x="4" y="12"/>
                    </a:cubicBezTo>
                    <a:cubicBezTo>
                      <a:pt x="4" y="9"/>
                      <a:pt x="4" y="6"/>
                      <a:pt x="4" y="4"/>
                    </a:cubicBezTo>
                    <a:cubicBezTo>
                      <a:pt x="3" y="3"/>
                      <a:pt x="2" y="2"/>
                      <a:pt x="1" y="0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492" name="Freeform 896">
                <a:extLst>
                  <a:ext uri="{FF2B5EF4-FFF2-40B4-BE49-F238E27FC236}">
                    <a16:creationId xmlns:a16="http://schemas.microsoft.com/office/drawing/2014/main" id="{09C8B0AF-DB05-410E-9165-5F8B137A4C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10" y="2051"/>
                <a:ext cx="33" cy="386"/>
              </a:xfrm>
              <a:custGeom>
                <a:avLst/>
                <a:gdLst>
                  <a:gd name="T0" fmla="*/ 72 w 16"/>
                  <a:gd name="T1" fmla="*/ 0 h 176"/>
                  <a:gd name="T2" fmla="*/ 72 w 16"/>
                  <a:gd name="T3" fmla="*/ 371 h 176"/>
                  <a:gd name="T4" fmla="*/ 89 w 16"/>
                  <a:gd name="T5" fmla="*/ 842 h 176"/>
                  <a:gd name="T6" fmla="*/ 89 w 16"/>
                  <a:gd name="T7" fmla="*/ 1380 h 176"/>
                  <a:gd name="T8" fmla="*/ 140 w 16"/>
                  <a:gd name="T9" fmla="*/ 1858 h 176"/>
                  <a:gd name="T10" fmla="*/ 89 w 16"/>
                  <a:gd name="T11" fmla="*/ 1592 h 176"/>
                  <a:gd name="T12" fmla="*/ 60 w 16"/>
                  <a:gd name="T13" fmla="*/ 1255 h 176"/>
                  <a:gd name="T14" fmla="*/ 43 w 16"/>
                  <a:gd name="T15" fmla="*/ 706 h 176"/>
                  <a:gd name="T16" fmla="*/ 52 w 16"/>
                  <a:gd name="T17" fmla="*/ 20 h 17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6" h="176">
                    <a:moveTo>
                      <a:pt x="8" y="0"/>
                    </a:moveTo>
                    <a:cubicBezTo>
                      <a:pt x="9" y="12"/>
                      <a:pt x="8" y="24"/>
                      <a:pt x="8" y="35"/>
                    </a:cubicBezTo>
                    <a:cubicBezTo>
                      <a:pt x="8" y="50"/>
                      <a:pt x="10" y="65"/>
                      <a:pt x="10" y="80"/>
                    </a:cubicBezTo>
                    <a:cubicBezTo>
                      <a:pt x="11" y="97"/>
                      <a:pt x="9" y="114"/>
                      <a:pt x="10" y="131"/>
                    </a:cubicBezTo>
                    <a:cubicBezTo>
                      <a:pt x="11" y="146"/>
                      <a:pt x="14" y="161"/>
                      <a:pt x="16" y="176"/>
                    </a:cubicBezTo>
                    <a:cubicBezTo>
                      <a:pt x="11" y="169"/>
                      <a:pt x="11" y="158"/>
                      <a:pt x="10" y="151"/>
                    </a:cubicBezTo>
                    <a:cubicBezTo>
                      <a:pt x="8" y="140"/>
                      <a:pt x="8" y="130"/>
                      <a:pt x="7" y="119"/>
                    </a:cubicBezTo>
                    <a:cubicBezTo>
                      <a:pt x="6" y="102"/>
                      <a:pt x="6" y="85"/>
                      <a:pt x="5" y="67"/>
                    </a:cubicBezTo>
                    <a:cubicBezTo>
                      <a:pt x="3" y="46"/>
                      <a:pt x="0" y="23"/>
                      <a:pt x="6" y="2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493" name="Freeform 897">
                <a:extLst>
                  <a:ext uri="{FF2B5EF4-FFF2-40B4-BE49-F238E27FC236}">
                    <a16:creationId xmlns:a16="http://schemas.microsoft.com/office/drawing/2014/main" id="{6CC1CA29-E7C8-4F84-A79A-4667F59F12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7" y="2000"/>
                <a:ext cx="53" cy="257"/>
              </a:xfrm>
              <a:custGeom>
                <a:avLst/>
                <a:gdLst>
                  <a:gd name="T0" fmla="*/ 16 w 26"/>
                  <a:gd name="T1" fmla="*/ 0 h 117"/>
                  <a:gd name="T2" fmla="*/ 41 w 26"/>
                  <a:gd name="T3" fmla="*/ 202 h 117"/>
                  <a:gd name="T4" fmla="*/ 84 w 26"/>
                  <a:gd name="T5" fmla="*/ 327 h 117"/>
                  <a:gd name="T6" fmla="*/ 179 w 26"/>
                  <a:gd name="T7" fmla="*/ 507 h 117"/>
                  <a:gd name="T8" fmla="*/ 179 w 26"/>
                  <a:gd name="T9" fmla="*/ 815 h 117"/>
                  <a:gd name="T10" fmla="*/ 220 w 26"/>
                  <a:gd name="T11" fmla="*/ 1241 h 117"/>
                  <a:gd name="T12" fmla="*/ 163 w 26"/>
                  <a:gd name="T13" fmla="*/ 815 h 117"/>
                  <a:gd name="T14" fmla="*/ 153 w 26"/>
                  <a:gd name="T15" fmla="*/ 666 h 117"/>
                  <a:gd name="T16" fmla="*/ 92 w 26"/>
                  <a:gd name="T17" fmla="*/ 666 h 117"/>
                  <a:gd name="T18" fmla="*/ 137 w 26"/>
                  <a:gd name="T19" fmla="*/ 488 h 117"/>
                  <a:gd name="T20" fmla="*/ 8 w 26"/>
                  <a:gd name="T21" fmla="*/ 424 h 117"/>
                  <a:gd name="T22" fmla="*/ 16 w 26"/>
                  <a:gd name="T23" fmla="*/ 222 h 117"/>
                  <a:gd name="T24" fmla="*/ 8 w 26"/>
                  <a:gd name="T25" fmla="*/ 0 h 117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6" h="117">
                    <a:moveTo>
                      <a:pt x="2" y="0"/>
                    </a:moveTo>
                    <a:cubicBezTo>
                      <a:pt x="4" y="5"/>
                      <a:pt x="4" y="13"/>
                      <a:pt x="5" y="19"/>
                    </a:cubicBezTo>
                    <a:cubicBezTo>
                      <a:pt x="6" y="23"/>
                      <a:pt x="8" y="27"/>
                      <a:pt x="10" y="31"/>
                    </a:cubicBezTo>
                    <a:cubicBezTo>
                      <a:pt x="13" y="37"/>
                      <a:pt x="19" y="41"/>
                      <a:pt x="21" y="48"/>
                    </a:cubicBezTo>
                    <a:cubicBezTo>
                      <a:pt x="23" y="57"/>
                      <a:pt x="21" y="68"/>
                      <a:pt x="21" y="77"/>
                    </a:cubicBezTo>
                    <a:cubicBezTo>
                      <a:pt x="21" y="91"/>
                      <a:pt x="24" y="104"/>
                      <a:pt x="26" y="117"/>
                    </a:cubicBezTo>
                    <a:cubicBezTo>
                      <a:pt x="20" y="105"/>
                      <a:pt x="19" y="91"/>
                      <a:pt x="19" y="77"/>
                    </a:cubicBezTo>
                    <a:cubicBezTo>
                      <a:pt x="19" y="74"/>
                      <a:pt x="20" y="66"/>
                      <a:pt x="18" y="63"/>
                    </a:cubicBezTo>
                    <a:cubicBezTo>
                      <a:pt x="17" y="61"/>
                      <a:pt x="14" y="62"/>
                      <a:pt x="11" y="63"/>
                    </a:cubicBezTo>
                    <a:cubicBezTo>
                      <a:pt x="16" y="59"/>
                      <a:pt x="18" y="52"/>
                      <a:pt x="16" y="46"/>
                    </a:cubicBezTo>
                    <a:cubicBezTo>
                      <a:pt x="14" y="39"/>
                      <a:pt x="7" y="41"/>
                      <a:pt x="1" y="40"/>
                    </a:cubicBezTo>
                    <a:cubicBezTo>
                      <a:pt x="0" y="34"/>
                      <a:pt x="2" y="27"/>
                      <a:pt x="2" y="21"/>
                    </a:cubicBezTo>
                    <a:cubicBezTo>
                      <a:pt x="1" y="14"/>
                      <a:pt x="1" y="7"/>
                      <a:pt x="1" y="0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494" name="Freeform 898">
                <a:extLst>
                  <a:ext uri="{FF2B5EF4-FFF2-40B4-BE49-F238E27FC236}">
                    <a16:creationId xmlns:a16="http://schemas.microsoft.com/office/drawing/2014/main" id="{8B340C2A-1E45-4B4B-BC02-36914FCF75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5" y="1583"/>
                <a:ext cx="39" cy="354"/>
              </a:xfrm>
              <a:custGeom>
                <a:avLst/>
                <a:gdLst>
                  <a:gd name="T0" fmla="*/ 131 w 19"/>
                  <a:gd name="T1" fmla="*/ 0 h 161"/>
                  <a:gd name="T2" fmla="*/ 164 w 19"/>
                  <a:gd name="T3" fmla="*/ 383 h 161"/>
                  <a:gd name="T4" fmla="*/ 148 w 19"/>
                  <a:gd name="T5" fmla="*/ 798 h 161"/>
                  <a:gd name="T6" fmla="*/ 25 w 19"/>
                  <a:gd name="T7" fmla="*/ 1649 h 161"/>
                  <a:gd name="T8" fmla="*/ 0 w 19"/>
                  <a:gd name="T9" fmla="*/ 1711 h 161"/>
                  <a:gd name="T10" fmla="*/ 43 w 19"/>
                  <a:gd name="T11" fmla="*/ 1508 h 161"/>
                  <a:gd name="T12" fmla="*/ 96 w 19"/>
                  <a:gd name="T13" fmla="*/ 1242 h 161"/>
                  <a:gd name="T14" fmla="*/ 105 w 19"/>
                  <a:gd name="T15" fmla="*/ 701 h 161"/>
                  <a:gd name="T16" fmla="*/ 123 w 19"/>
                  <a:gd name="T17" fmla="*/ 286 h 161"/>
                  <a:gd name="T18" fmla="*/ 140 w 19"/>
                  <a:gd name="T19" fmla="*/ 141 h 161"/>
                  <a:gd name="T20" fmla="*/ 131 w 19"/>
                  <a:gd name="T21" fmla="*/ 33 h 16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9" h="161">
                    <a:moveTo>
                      <a:pt x="15" y="0"/>
                    </a:moveTo>
                    <a:cubicBezTo>
                      <a:pt x="17" y="12"/>
                      <a:pt x="19" y="24"/>
                      <a:pt x="19" y="36"/>
                    </a:cubicBezTo>
                    <a:cubicBezTo>
                      <a:pt x="19" y="49"/>
                      <a:pt x="18" y="62"/>
                      <a:pt x="17" y="75"/>
                    </a:cubicBezTo>
                    <a:cubicBezTo>
                      <a:pt x="16" y="102"/>
                      <a:pt x="15" y="131"/>
                      <a:pt x="3" y="155"/>
                    </a:cubicBezTo>
                    <a:cubicBezTo>
                      <a:pt x="3" y="157"/>
                      <a:pt x="2" y="160"/>
                      <a:pt x="0" y="161"/>
                    </a:cubicBezTo>
                    <a:cubicBezTo>
                      <a:pt x="0" y="155"/>
                      <a:pt x="3" y="147"/>
                      <a:pt x="5" y="142"/>
                    </a:cubicBezTo>
                    <a:cubicBezTo>
                      <a:pt x="7" y="133"/>
                      <a:pt x="9" y="125"/>
                      <a:pt x="11" y="117"/>
                    </a:cubicBezTo>
                    <a:cubicBezTo>
                      <a:pt x="14" y="100"/>
                      <a:pt x="12" y="83"/>
                      <a:pt x="12" y="66"/>
                    </a:cubicBezTo>
                    <a:cubicBezTo>
                      <a:pt x="12" y="53"/>
                      <a:pt x="13" y="40"/>
                      <a:pt x="14" y="27"/>
                    </a:cubicBezTo>
                    <a:cubicBezTo>
                      <a:pt x="15" y="22"/>
                      <a:pt x="16" y="17"/>
                      <a:pt x="16" y="13"/>
                    </a:cubicBezTo>
                    <a:cubicBezTo>
                      <a:pt x="16" y="10"/>
                      <a:pt x="14" y="6"/>
                      <a:pt x="15" y="3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495" name="Freeform 899">
                <a:extLst>
                  <a:ext uri="{FF2B5EF4-FFF2-40B4-BE49-F238E27FC236}">
                    <a16:creationId xmlns:a16="http://schemas.microsoft.com/office/drawing/2014/main" id="{94F95413-E14A-4D1D-AA58-1F008E96E0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2" y="2404"/>
                <a:ext cx="54" cy="84"/>
              </a:xfrm>
              <a:custGeom>
                <a:avLst/>
                <a:gdLst>
                  <a:gd name="T0" fmla="*/ 181 w 26"/>
                  <a:gd name="T1" fmla="*/ 0 h 38"/>
                  <a:gd name="T2" fmla="*/ 0 w 26"/>
                  <a:gd name="T3" fmla="*/ 391 h 38"/>
                  <a:gd name="T4" fmla="*/ 208 w 26"/>
                  <a:gd name="T5" fmla="*/ 270 h 38"/>
                  <a:gd name="T6" fmla="*/ 189 w 26"/>
                  <a:gd name="T7" fmla="*/ 33 h 3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38">
                    <a:moveTo>
                      <a:pt x="20" y="0"/>
                    </a:moveTo>
                    <a:cubicBezTo>
                      <a:pt x="24" y="15"/>
                      <a:pt x="16" y="34"/>
                      <a:pt x="0" y="36"/>
                    </a:cubicBezTo>
                    <a:cubicBezTo>
                      <a:pt x="8" y="38"/>
                      <a:pt x="19" y="32"/>
                      <a:pt x="23" y="25"/>
                    </a:cubicBezTo>
                    <a:cubicBezTo>
                      <a:pt x="26" y="17"/>
                      <a:pt x="23" y="10"/>
                      <a:pt x="21" y="3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496" name="Freeform 900">
                <a:extLst>
                  <a:ext uri="{FF2B5EF4-FFF2-40B4-BE49-F238E27FC236}">
                    <a16:creationId xmlns:a16="http://schemas.microsoft.com/office/drawing/2014/main" id="{1CA49990-7D7C-4E29-9ABA-0C44F6A114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8" y="2670"/>
                <a:ext cx="53" cy="62"/>
              </a:xfrm>
              <a:custGeom>
                <a:avLst/>
                <a:gdLst>
                  <a:gd name="T0" fmla="*/ 0 w 26"/>
                  <a:gd name="T1" fmla="*/ 0 h 28"/>
                  <a:gd name="T2" fmla="*/ 49 w 26"/>
                  <a:gd name="T3" fmla="*/ 78 h 28"/>
                  <a:gd name="T4" fmla="*/ 92 w 26"/>
                  <a:gd name="T5" fmla="*/ 153 h 28"/>
                  <a:gd name="T6" fmla="*/ 212 w 26"/>
                  <a:gd name="T7" fmla="*/ 259 h 28"/>
                  <a:gd name="T8" fmla="*/ 204 w 26"/>
                  <a:gd name="T9" fmla="*/ 303 h 28"/>
                  <a:gd name="T10" fmla="*/ 171 w 26"/>
                  <a:gd name="T11" fmla="*/ 270 h 28"/>
                  <a:gd name="T12" fmla="*/ 100 w 26"/>
                  <a:gd name="T13" fmla="*/ 215 h 28"/>
                  <a:gd name="T14" fmla="*/ 41 w 26"/>
                  <a:gd name="T15" fmla="*/ 133 h 28"/>
                  <a:gd name="T16" fmla="*/ 8 w 26"/>
                  <a:gd name="T17" fmla="*/ 35 h 28"/>
                  <a:gd name="T18" fmla="*/ 0 w 26"/>
                  <a:gd name="T19" fmla="*/ 9 h 2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6" h="28">
                    <a:moveTo>
                      <a:pt x="0" y="0"/>
                    </a:moveTo>
                    <a:cubicBezTo>
                      <a:pt x="2" y="2"/>
                      <a:pt x="4" y="4"/>
                      <a:pt x="6" y="7"/>
                    </a:cubicBezTo>
                    <a:cubicBezTo>
                      <a:pt x="7" y="9"/>
                      <a:pt x="8" y="13"/>
                      <a:pt x="11" y="14"/>
                    </a:cubicBezTo>
                    <a:cubicBezTo>
                      <a:pt x="17" y="17"/>
                      <a:pt x="24" y="17"/>
                      <a:pt x="25" y="24"/>
                    </a:cubicBezTo>
                    <a:cubicBezTo>
                      <a:pt x="25" y="26"/>
                      <a:pt x="26" y="28"/>
                      <a:pt x="24" y="28"/>
                    </a:cubicBezTo>
                    <a:cubicBezTo>
                      <a:pt x="23" y="28"/>
                      <a:pt x="21" y="26"/>
                      <a:pt x="20" y="25"/>
                    </a:cubicBezTo>
                    <a:cubicBezTo>
                      <a:pt x="17" y="23"/>
                      <a:pt x="15" y="21"/>
                      <a:pt x="12" y="20"/>
                    </a:cubicBezTo>
                    <a:cubicBezTo>
                      <a:pt x="9" y="18"/>
                      <a:pt x="7" y="15"/>
                      <a:pt x="5" y="12"/>
                    </a:cubicBezTo>
                    <a:cubicBezTo>
                      <a:pt x="4" y="9"/>
                      <a:pt x="2" y="6"/>
                      <a:pt x="1" y="3"/>
                    </a:cubicBezTo>
                    <a:cubicBezTo>
                      <a:pt x="0" y="2"/>
                      <a:pt x="0" y="2"/>
                      <a:pt x="0" y="1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497" name="Freeform 901">
                <a:extLst>
                  <a:ext uri="{FF2B5EF4-FFF2-40B4-BE49-F238E27FC236}">
                    <a16:creationId xmlns:a16="http://schemas.microsoft.com/office/drawing/2014/main" id="{B234558C-DF90-4137-B7F8-668EDF3030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6" y="2659"/>
                <a:ext cx="35" cy="35"/>
              </a:xfrm>
              <a:custGeom>
                <a:avLst/>
                <a:gdLst>
                  <a:gd name="T0" fmla="*/ 0 w 17"/>
                  <a:gd name="T1" fmla="*/ 0 h 16"/>
                  <a:gd name="T2" fmla="*/ 16 w 17"/>
                  <a:gd name="T3" fmla="*/ 44 h 16"/>
                  <a:gd name="T4" fmla="*/ 51 w 17"/>
                  <a:gd name="T5" fmla="*/ 72 h 16"/>
                  <a:gd name="T6" fmla="*/ 97 w 17"/>
                  <a:gd name="T7" fmla="*/ 149 h 16"/>
                  <a:gd name="T8" fmla="*/ 148 w 17"/>
                  <a:gd name="T9" fmla="*/ 149 h 16"/>
                  <a:gd name="T10" fmla="*/ 124 w 17"/>
                  <a:gd name="T11" fmla="*/ 85 h 16"/>
                  <a:gd name="T12" fmla="*/ 68 w 17"/>
                  <a:gd name="T13" fmla="*/ 44 h 16"/>
                  <a:gd name="T14" fmla="*/ 8 w 17"/>
                  <a:gd name="T15" fmla="*/ 9 h 1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7" h="16">
                    <a:moveTo>
                      <a:pt x="0" y="0"/>
                    </a:moveTo>
                    <a:cubicBezTo>
                      <a:pt x="1" y="2"/>
                      <a:pt x="1" y="3"/>
                      <a:pt x="2" y="4"/>
                    </a:cubicBezTo>
                    <a:cubicBezTo>
                      <a:pt x="3" y="5"/>
                      <a:pt x="5" y="6"/>
                      <a:pt x="6" y="7"/>
                    </a:cubicBezTo>
                    <a:cubicBezTo>
                      <a:pt x="8" y="9"/>
                      <a:pt x="10" y="12"/>
                      <a:pt x="11" y="14"/>
                    </a:cubicBezTo>
                    <a:cubicBezTo>
                      <a:pt x="12" y="15"/>
                      <a:pt x="16" y="16"/>
                      <a:pt x="17" y="14"/>
                    </a:cubicBezTo>
                    <a:cubicBezTo>
                      <a:pt x="17" y="13"/>
                      <a:pt x="15" y="9"/>
                      <a:pt x="14" y="8"/>
                    </a:cubicBezTo>
                    <a:cubicBezTo>
                      <a:pt x="12" y="6"/>
                      <a:pt x="9" y="5"/>
                      <a:pt x="8" y="4"/>
                    </a:cubicBezTo>
                    <a:cubicBezTo>
                      <a:pt x="6" y="4"/>
                      <a:pt x="2" y="2"/>
                      <a:pt x="1" y="1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498" name="Freeform 902">
                <a:extLst>
                  <a:ext uri="{FF2B5EF4-FFF2-40B4-BE49-F238E27FC236}">
                    <a16:creationId xmlns:a16="http://schemas.microsoft.com/office/drawing/2014/main" id="{542B569C-8913-467D-A4AA-C43CE900FD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5" y="2655"/>
                <a:ext cx="37" cy="44"/>
              </a:xfrm>
              <a:custGeom>
                <a:avLst/>
                <a:gdLst>
                  <a:gd name="T0" fmla="*/ 0 w 18"/>
                  <a:gd name="T1" fmla="*/ 0 h 20"/>
                  <a:gd name="T2" fmla="*/ 16 w 18"/>
                  <a:gd name="T3" fmla="*/ 64 h 20"/>
                  <a:gd name="T4" fmla="*/ 33 w 18"/>
                  <a:gd name="T5" fmla="*/ 117 h 20"/>
                  <a:gd name="T6" fmla="*/ 60 w 18"/>
                  <a:gd name="T7" fmla="*/ 161 h 20"/>
                  <a:gd name="T8" fmla="*/ 88 w 18"/>
                  <a:gd name="T9" fmla="*/ 194 h 20"/>
                  <a:gd name="T10" fmla="*/ 123 w 18"/>
                  <a:gd name="T11" fmla="*/ 202 h 20"/>
                  <a:gd name="T12" fmla="*/ 148 w 18"/>
                  <a:gd name="T13" fmla="*/ 194 h 20"/>
                  <a:gd name="T14" fmla="*/ 123 w 18"/>
                  <a:gd name="T15" fmla="*/ 169 h 20"/>
                  <a:gd name="T16" fmla="*/ 68 w 18"/>
                  <a:gd name="T17" fmla="*/ 117 h 20"/>
                  <a:gd name="T18" fmla="*/ 8 w 18"/>
                  <a:gd name="T19" fmla="*/ 0 h 2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8" h="20">
                    <a:moveTo>
                      <a:pt x="0" y="0"/>
                    </a:moveTo>
                    <a:cubicBezTo>
                      <a:pt x="0" y="0"/>
                      <a:pt x="2" y="5"/>
                      <a:pt x="2" y="6"/>
                    </a:cubicBezTo>
                    <a:cubicBezTo>
                      <a:pt x="2" y="8"/>
                      <a:pt x="3" y="10"/>
                      <a:pt x="4" y="11"/>
                    </a:cubicBezTo>
                    <a:cubicBezTo>
                      <a:pt x="4" y="13"/>
                      <a:pt x="5" y="14"/>
                      <a:pt x="7" y="15"/>
                    </a:cubicBezTo>
                    <a:cubicBezTo>
                      <a:pt x="7" y="16"/>
                      <a:pt x="8" y="18"/>
                      <a:pt x="10" y="18"/>
                    </a:cubicBezTo>
                    <a:cubicBezTo>
                      <a:pt x="11" y="19"/>
                      <a:pt x="13" y="19"/>
                      <a:pt x="14" y="19"/>
                    </a:cubicBezTo>
                    <a:cubicBezTo>
                      <a:pt x="16" y="19"/>
                      <a:pt x="18" y="20"/>
                      <a:pt x="17" y="18"/>
                    </a:cubicBezTo>
                    <a:cubicBezTo>
                      <a:pt x="16" y="17"/>
                      <a:pt x="14" y="16"/>
                      <a:pt x="14" y="16"/>
                    </a:cubicBezTo>
                    <a:cubicBezTo>
                      <a:pt x="12" y="14"/>
                      <a:pt x="10" y="13"/>
                      <a:pt x="8" y="11"/>
                    </a:cubicBezTo>
                    <a:cubicBezTo>
                      <a:pt x="5" y="8"/>
                      <a:pt x="1" y="4"/>
                      <a:pt x="1" y="0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499" name="Freeform 903">
                <a:extLst>
                  <a:ext uri="{FF2B5EF4-FFF2-40B4-BE49-F238E27FC236}">
                    <a16:creationId xmlns:a16="http://schemas.microsoft.com/office/drawing/2014/main" id="{1DB59AD8-98AD-42FE-909A-3A500A9291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2" y="2584"/>
                <a:ext cx="12" cy="25"/>
              </a:xfrm>
              <a:custGeom>
                <a:avLst/>
                <a:gdLst>
                  <a:gd name="T0" fmla="*/ 48 w 6"/>
                  <a:gd name="T1" fmla="*/ 36 h 11"/>
                  <a:gd name="T2" fmla="*/ 24 w 6"/>
                  <a:gd name="T3" fmla="*/ 45 h 11"/>
                  <a:gd name="T4" fmla="*/ 8 w 6"/>
                  <a:gd name="T5" fmla="*/ 130 h 11"/>
                  <a:gd name="T6" fmla="*/ 40 w 6"/>
                  <a:gd name="T7" fmla="*/ 0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11">
                    <a:moveTo>
                      <a:pt x="6" y="3"/>
                    </a:moveTo>
                    <a:cubicBezTo>
                      <a:pt x="4" y="3"/>
                      <a:pt x="3" y="3"/>
                      <a:pt x="3" y="4"/>
                    </a:cubicBezTo>
                    <a:cubicBezTo>
                      <a:pt x="2" y="5"/>
                      <a:pt x="1" y="9"/>
                      <a:pt x="1" y="11"/>
                    </a:cubicBezTo>
                    <a:cubicBezTo>
                      <a:pt x="0" y="7"/>
                      <a:pt x="0" y="1"/>
                      <a:pt x="5" y="0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500" name="Freeform 904">
                <a:extLst>
                  <a:ext uri="{FF2B5EF4-FFF2-40B4-BE49-F238E27FC236}">
                    <a16:creationId xmlns:a16="http://schemas.microsoft.com/office/drawing/2014/main" id="{2EADA6A5-94E2-463B-B478-0B8E57BC88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0" y="2095"/>
                <a:ext cx="82" cy="364"/>
              </a:xfrm>
              <a:custGeom>
                <a:avLst/>
                <a:gdLst>
                  <a:gd name="T0" fmla="*/ 336 w 40"/>
                  <a:gd name="T1" fmla="*/ 0 h 166"/>
                  <a:gd name="T2" fmla="*/ 215 w 40"/>
                  <a:gd name="T3" fmla="*/ 750 h 166"/>
                  <a:gd name="T4" fmla="*/ 59 w 40"/>
                  <a:gd name="T5" fmla="*/ 1750 h 166"/>
                  <a:gd name="T6" fmla="*/ 180 w 40"/>
                  <a:gd name="T7" fmla="*/ 717 h 166"/>
                  <a:gd name="T8" fmla="*/ 344 w 40"/>
                  <a:gd name="T9" fmla="*/ 20 h 16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0" h="166">
                    <a:moveTo>
                      <a:pt x="39" y="0"/>
                    </a:moveTo>
                    <a:cubicBezTo>
                      <a:pt x="39" y="25"/>
                      <a:pt x="31" y="47"/>
                      <a:pt x="25" y="71"/>
                    </a:cubicBezTo>
                    <a:cubicBezTo>
                      <a:pt x="18" y="103"/>
                      <a:pt x="13" y="135"/>
                      <a:pt x="7" y="166"/>
                    </a:cubicBezTo>
                    <a:cubicBezTo>
                      <a:pt x="0" y="136"/>
                      <a:pt x="13" y="98"/>
                      <a:pt x="21" y="68"/>
                    </a:cubicBezTo>
                    <a:cubicBezTo>
                      <a:pt x="26" y="47"/>
                      <a:pt x="30" y="21"/>
                      <a:pt x="40" y="2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501" name="Freeform 905">
                <a:extLst>
                  <a:ext uri="{FF2B5EF4-FFF2-40B4-BE49-F238E27FC236}">
                    <a16:creationId xmlns:a16="http://schemas.microsoft.com/office/drawing/2014/main" id="{64599C9E-D252-4F50-9754-D7BEFB6F42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4" y="1357"/>
                <a:ext cx="56" cy="22"/>
              </a:xfrm>
              <a:custGeom>
                <a:avLst/>
                <a:gdLst>
                  <a:gd name="T0" fmla="*/ 133 w 27"/>
                  <a:gd name="T1" fmla="*/ 9 h 10"/>
                  <a:gd name="T2" fmla="*/ 35 w 27"/>
                  <a:gd name="T3" fmla="*/ 44 h 10"/>
                  <a:gd name="T4" fmla="*/ 8 w 27"/>
                  <a:gd name="T5" fmla="*/ 97 h 10"/>
                  <a:gd name="T6" fmla="*/ 81 w 27"/>
                  <a:gd name="T7" fmla="*/ 64 h 10"/>
                  <a:gd name="T8" fmla="*/ 160 w 27"/>
                  <a:gd name="T9" fmla="*/ 73 h 10"/>
                  <a:gd name="T10" fmla="*/ 224 w 27"/>
                  <a:gd name="T11" fmla="*/ 73 h 10"/>
                  <a:gd name="T12" fmla="*/ 141 w 27"/>
                  <a:gd name="T13" fmla="*/ 9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7" h="10">
                    <a:moveTo>
                      <a:pt x="15" y="1"/>
                    </a:moveTo>
                    <a:cubicBezTo>
                      <a:pt x="11" y="0"/>
                      <a:pt x="7" y="1"/>
                      <a:pt x="4" y="4"/>
                    </a:cubicBezTo>
                    <a:cubicBezTo>
                      <a:pt x="3" y="4"/>
                      <a:pt x="0" y="7"/>
                      <a:pt x="1" y="9"/>
                    </a:cubicBezTo>
                    <a:cubicBezTo>
                      <a:pt x="2" y="10"/>
                      <a:pt x="7" y="7"/>
                      <a:pt x="9" y="6"/>
                    </a:cubicBezTo>
                    <a:cubicBezTo>
                      <a:pt x="12" y="6"/>
                      <a:pt x="15" y="6"/>
                      <a:pt x="18" y="7"/>
                    </a:cubicBezTo>
                    <a:cubicBezTo>
                      <a:pt x="20" y="7"/>
                      <a:pt x="23" y="9"/>
                      <a:pt x="25" y="7"/>
                    </a:cubicBezTo>
                    <a:cubicBezTo>
                      <a:pt x="27" y="5"/>
                      <a:pt x="18" y="2"/>
                      <a:pt x="16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502" name="Freeform 906">
                <a:extLst>
                  <a:ext uri="{FF2B5EF4-FFF2-40B4-BE49-F238E27FC236}">
                    <a16:creationId xmlns:a16="http://schemas.microsoft.com/office/drawing/2014/main" id="{3EE7D6ED-3665-4DFC-8C73-6CA6957A52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5" y="1385"/>
                <a:ext cx="77" cy="282"/>
              </a:xfrm>
              <a:custGeom>
                <a:avLst/>
                <a:gdLst>
                  <a:gd name="T0" fmla="*/ 333 w 37"/>
                  <a:gd name="T1" fmla="*/ 0 h 128"/>
                  <a:gd name="T2" fmla="*/ 173 w 37"/>
                  <a:gd name="T3" fmla="*/ 170 h 128"/>
                  <a:gd name="T4" fmla="*/ 35 w 37"/>
                  <a:gd name="T5" fmla="*/ 460 h 128"/>
                  <a:gd name="T6" fmla="*/ 8 w 37"/>
                  <a:gd name="T7" fmla="*/ 864 h 128"/>
                  <a:gd name="T8" fmla="*/ 17 w 37"/>
                  <a:gd name="T9" fmla="*/ 1121 h 128"/>
                  <a:gd name="T10" fmla="*/ 44 w 37"/>
                  <a:gd name="T11" fmla="*/ 1368 h 128"/>
                  <a:gd name="T12" fmla="*/ 44 w 37"/>
                  <a:gd name="T13" fmla="*/ 888 h 128"/>
                  <a:gd name="T14" fmla="*/ 83 w 37"/>
                  <a:gd name="T15" fmla="*/ 491 h 128"/>
                  <a:gd name="T16" fmla="*/ 200 w 37"/>
                  <a:gd name="T17" fmla="*/ 214 h 128"/>
                  <a:gd name="T18" fmla="*/ 325 w 37"/>
                  <a:gd name="T19" fmla="*/ 20 h 12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7" h="128">
                    <a:moveTo>
                      <a:pt x="37" y="0"/>
                    </a:moveTo>
                    <a:cubicBezTo>
                      <a:pt x="32" y="6"/>
                      <a:pt x="24" y="10"/>
                      <a:pt x="19" y="16"/>
                    </a:cubicBezTo>
                    <a:cubicBezTo>
                      <a:pt x="12" y="24"/>
                      <a:pt x="7" y="33"/>
                      <a:pt x="4" y="43"/>
                    </a:cubicBezTo>
                    <a:cubicBezTo>
                      <a:pt x="1" y="55"/>
                      <a:pt x="1" y="68"/>
                      <a:pt x="1" y="81"/>
                    </a:cubicBezTo>
                    <a:cubicBezTo>
                      <a:pt x="0" y="89"/>
                      <a:pt x="0" y="97"/>
                      <a:pt x="2" y="105"/>
                    </a:cubicBezTo>
                    <a:cubicBezTo>
                      <a:pt x="3" y="112"/>
                      <a:pt x="2" y="121"/>
                      <a:pt x="5" y="128"/>
                    </a:cubicBezTo>
                    <a:cubicBezTo>
                      <a:pt x="5" y="113"/>
                      <a:pt x="4" y="98"/>
                      <a:pt x="5" y="83"/>
                    </a:cubicBezTo>
                    <a:cubicBezTo>
                      <a:pt x="6" y="71"/>
                      <a:pt x="6" y="58"/>
                      <a:pt x="9" y="46"/>
                    </a:cubicBezTo>
                    <a:cubicBezTo>
                      <a:pt x="12" y="37"/>
                      <a:pt x="17" y="27"/>
                      <a:pt x="22" y="20"/>
                    </a:cubicBezTo>
                    <a:cubicBezTo>
                      <a:pt x="26" y="13"/>
                      <a:pt x="31" y="8"/>
                      <a:pt x="36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503" name="Freeform 907">
                <a:extLst>
                  <a:ext uri="{FF2B5EF4-FFF2-40B4-BE49-F238E27FC236}">
                    <a16:creationId xmlns:a16="http://schemas.microsoft.com/office/drawing/2014/main" id="{90D52D8E-AF1F-4AAB-865C-6840D0E7FC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5" y="1368"/>
                <a:ext cx="66" cy="37"/>
              </a:xfrm>
              <a:custGeom>
                <a:avLst/>
                <a:gdLst>
                  <a:gd name="T0" fmla="*/ 0 w 32"/>
                  <a:gd name="T1" fmla="*/ 9 h 17"/>
                  <a:gd name="T2" fmla="*/ 124 w 32"/>
                  <a:gd name="T3" fmla="*/ 9 h 17"/>
                  <a:gd name="T4" fmla="*/ 229 w 32"/>
                  <a:gd name="T5" fmla="*/ 104 h 17"/>
                  <a:gd name="T6" fmla="*/ 165 w 32"/>
                  <a:gd name="T7" fmla="*/ 104 h 17"/>
                  <a:gd name="T8" fmla="*/ 89 w 32"/>
                  <a:gd name="T9" fmla="*/ 61 h 17"/>
                  <a:gd name="T10" fmla="*/ 17 w 32"/>
                  <a:gd name="T11" fmla="*/ 44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2" h="17">
                    <a:moveTo>
                      <a:pt x="0" y="1"/>
                    </a:moveTo>
                    <a:cubicBezTo>
                      <a:pt x="4" y="1"/>
                      <a:pt x="9" y="0"/>
                      <a:pt x="14" y="1"/>
                    </a:cubicBezTo>
                    <a:cubicBezTo>
                      <a:pt x="20" y="2"/>
                      <a:pt x="22" y="6"/>
                      <a:pt x="26" y="10"/>
                    </a:cubicBezTo>
                    <a:cubicBezTo>
                      <a:pt x="32" y="17"/>
                      <a:pt x="22" y="12"/>
                      <a:pt x="19" y="10"/>
                    </a:cubicBezTo>
                    <a:cubicBezTo>
                      <a:pt x="16" y="8"/>
                      <a:pt x="13" y="7"/>
                      <a:pt x="10" y="6"/>
                    </a:cubicBezTo>
                    <a:cubicBezTo>
                      <a:pt x="7" y="5"/>
                      <a:pt x="4" y="5"/>
                      <a:pt x="2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504" name="Freeform 908">
                <a:extLst>
                  <a:ext uri="{FF2B5EF4-FFF2-40B4-BE49-F238E27FC236}">
                    <a16:creationId xmlns:a16="http://schemas.microsoft.com/office/drawing/2014/main" id="{DF17674E-A501-4770-9400-13C504E968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5" y="1353"/>
                <a:ext cx="105" cy="41"/>
              </a:xfrm>
              <a:custGeom>
                <a:avLst/>
                <a:gdLst>
                  <a:gd name="T0" fmla="*/ 8 w 51"/>
                  <a:gd name="T1" fmla="*/ 173 h 19"/>
                  <a:gd name="T2" fmla="*/ 80 w 51"/>
                  <a:gd name="T3" fmla="*/ 69 h 19"/>
                  <a:gd name="T4" fmla="*/ 183 w 51"/>
                  <a:gd name="T5" fmla="*/ 41 h 19"/>
                  <a:gd name="T6" fmla="*/ 348 w 51"/>
                  <a:gd name="T7" fmla="*/ 19 h 19"/>
                  <a:gd name="T8" fmla="*/ 445 w 51"/>
                  <a:gd name="T9" fmla="*/ 41 h 19"/>
                  <a:gd name="T10" fmla="*/ 321 w 51"/>
                  <a:gd name="T11" fmla="*/ 60 h 19"/>
                  <a:gd name="T12" fmla="*/ 156 w 51"/>
                  <a:gd name="T13" fmla="*/ 101 h 19"/>
                  <a:gd name="T14" fmla="*/ 0 w 51"/>
                  <a:gd name="T15" fmla="*/ 190 h 1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1" h="19">
                    <a:moveTo>
                      <a:pt x="1" y="17"/>
                    </a:moveTo>
                    <a:cubicBezTo>
                      <a:pt x="5" y="15"/>
                      <a:pt x="7" y="10"/>
                      <a:pt x="9" y="7"/>
                    </a:cubicBezTo>
                    <a:cubicBezTo>
                      <a:pt x="13" y="4"/>
                      <a:pt x="16" y="5"/>
                      <a:pt x="21" y="4"/>
                    </a:cubicBezTo>
                    <a:cubicBezTo>
                      <a:pt x="27" y="4"/>
                      <a:pt x="34" y="3"/>
                      <a:pt x="40" y="2"/>
                    </a:cubicBezTo>
                    <a:cubicBezTo>
                      <a:pt x="43" y="2"/>
                      <a:pt x="49" y="0"/>
                      <a:pt x="51" y="4"/>
                    </a:cubicBezTo>
                    <a:cubicBezTo>
                      <a:pt x="48" y="6"/>
                      <a:pt x="40" y="6"/>
                      <a:pt x="37" y="6"/>
                    </a:cubicBezTo>
                    <a:cubicBezTo>
                      <a:pt x="31" y="7"/>
                      <a:pt x="23" y="8"/>
                      <a:pt x="18" y="10"/>
                    </a:cubicBezTo>
                    <a:cubicBezTo>
                      <a:pt x="11" y="12"/>
                      <a:pt x="7" y="19"/>
                      <a:pt x="0" y="1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505" name="Freeform 909">
                <a:extLst>
                  <a:ext uri="{FF2B5EF4-FFF2-40B4-BE49-F238E27FC236}">
                    <a16:creationId xmlns:a16="http://schemas.microsoft.com/office/drawing/2014/main" id="{133B2E61-3166-4011-8B37-62C486B33F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9" y="1480"/>
                <a:ext cx="17" cy="20"/>
              </a:xfrm>
              <a:custGeom>
                <a:avLst/>
                <a:gdLst>
                  <a:gd name="T0" fmla="*/ 68 w 8"/>
                  <a:gd name="T1" fmla="*/ 20 h 9"/>
                  <a:gd name="T2" fmla="*/ 19 w 8"/>
                  <a:gd name="T3" fmla="*/ 64 h 9"/>
                  <a:gd name="T4" fmla="*/ 77 w 8"/>
                  <a:gd name="T5" fmla="*/ 64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9">
                    <a:moveTo>
                      <a:pt x="7" y="2"/>
                    </a:moveTo>
                    <a:cubicBezTo>
                      <a:pt x="6" y="0"/>
                      <a:pt x="0" y="2"/>
                      <a:pt x="2" y="6"/>
                    </a:cubicBezTo>
                    <a:cubicBezTo>
                      <a:pt x="3" y="9"/>
                      <a:pt x="7" y="9"/>
                      <a:pt x="8" y="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506" name="Freeform 910">
                <a:extLst>
                  <a:ext uri="{FF2B5EF4-FFF2-40B4-BE49-F238E27FC236}">
                    <a16:creationId xmlns:a16="http://schemas.microsoft.com/office/drawing/2014/main" id="{21838F63-93B9-4B71-A68C-0BC325FE9E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1" y="1524"/>
                <a:ext cx="27" cy="20"/>
              </a:xfrm>
              <a:custGeom>
                <a:avLst/>
                <a:gdLst>
                  <a:gd name="T0" fmla="*/ 91 w 13"/>
                  <a:gd name="T1" fmla="*/ 9 h 9"/>
                  <a:gd name="T2" fmla="*/ 17 w 13"/>
                  <a:gd name="T3" fmla="*/ 9 h 9"/>
                  <a:gd name="T4" fmla="*/ 0 w 13"/>
                  <a:gd name="T5" fmla="*/ 98 h 9"/>
                  <a:gd name="T6" fmla="*/ 81 w 13"/>
                  <a:gd name="T7" fmla="*/ 89 h 9"/>
                  <a:gd name="T8" fmla="*/ 81 w 13"/>
                  <a:gd name="T9" fmla="*/ 2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9">
                    <a:moveTo>
                      <a:pt x="10" y="1"/>
                    </a:moveTo>
                    <a:cubicBezTo>
                      <a:pt x="7" y="2"/>
                      <a:pt x="5" y="0"/>
                      <a:pt x="2" y="1"/>
                    </a:cubicBezTo>
                    <a:cubicBezTo>
                      <a:pt x="0" y="3"/>
                      <a:pt x="0" y="7"/>
                      <a:pt x="0" y="9"/>
                    </a:cubicBezTo>
                    <a:cubicBezTo>
                      <a:pt x="3" y="9"/>
                      <a:pt x="7" y="9"/>
                      <a:pt x="9" y="8"/>
                    </a:cubicBezTo>
                    <a:cubicBezTo>
                      <a:pt x="13" y="6"/>
                      <a:pt x="10" y="5"/>
                      <a:pt x="9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507" name="Freeform 911">
                <a:extLst>
                  <a:ext uri="{FF2B5EF4-FFF2-40B4-BE49-F238E27FC236}">
                    <a16:creationId xmlns:a16="http://schemas.microsoft.com/office/drawing/2014/main" id="{DF85BCAB-FD12-44D8-AA73-0F7EB81773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9" y="1447"/>
                <a:ext cx="25" cy="22"/>
              </a:xfrm>
              <a:custGeom>
                <a:avLst/>
                <a:gdLst>
                  <a:gd name="T0" fmla="*/ 0 w 12"/>
                  <a:gd name="T1" fmla="*/ 53 h 10"/>
                  <a:gd name="T2" fmla="*/ 92 w 12"/>
                  <a:gd name="T3" fmla="*/ 73 h 10"/>
                  <a:gd name="T4" fmla="*/ 83 w 12"/>
                  <a:gd name="T5" fmla="*/ 0 h 10"/>
                  <a:gd name="T6" fmla="*/ 73 w 12"/>
                  <a:gd name="T7" fmla="*/ 0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10">
                    <a:moveTo>
                      <a:pt x="0" y="5"/>
                    </a:moveTo>
                    <a:cubicBezTo>
                      <a:pt x="1" y="7"/>
                      <a:pt x="8" y="10"/>
                      <a:pt x="10" y="7"/>
                    </a:cubicBezTo>
                    <a:cubicBezTo>
                      <a:pt x="12" y="5"/>
                      <a:pt x="10" y="2"/>
                      <a:pt x="9" y="0"/>
                    </a:cubicBezTo>
                    <a:cubicBezTo>
                      <a:pt x="8" y="0"/>
                      <a:pt x="8" y="0"/>
                      <a:pt x="8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508" name="Freeform 912">
                <a:extLst>
                  <a:ext uri="{FF2B5EF4-FFF2-40B4-BE49-F238E27FC236}">
                    <a16:creationId xmlns:a16="http://schemas.microsoft.com/office/drawing/2014/main" id="{13B17D12-BDC4-4CF4-AF1F-B457B08938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9" y="1954"/>
                <a:ext cx="14" cy="292"/>
              </a:xfrm>
              <a:custGeom>
                <a:avLst/>
                <a:gdLst>
                  <a:gd name="T0" fmla="*/ 40 w 7"/>
                  <a:gd name="T1" fmla="*/ 0 h 133"/>
                  <a:gd name="T2" fmla="*/ 16 w 7"/>
                  <a:gd name="T3" fmla="*/ 105 h 133"/>
                  <a:gd name="T4" fmla="*/ 0 w 7"/>
                  <a:gd name="T5" fmla="*/ 255 h 133"/>
                  <a:gd name="T6" fmla="*/ 24 w 7"/>
                  <a:gd name="T7" fmla="*/ 602 h 133"/>
                  <a:gd name="T8" fmla="*/ 24 w 7"/>
                  <a:gd name="T9" fmla="*/ 815 h 133"/>
                  <a:gd name="T10" fmla="*/ 32 w 7"/>
                  <a:gd name="T11" fmla="*/ 1027 h 133"/>
                  <a:gd name="T12" fmla="*/ 24 w 7"/>
                  <a:gd name="T13" fmla="*/ 1229 h 133"/>
                  <a:gd name="T14" fmla="*/ 24 w 7"/>
                  <a:gd name="T15" fmla="*/ 1407 h 133"/>
                  <a:gd name="T16" fmla="*/ 32 w 7"/>
                  <a:gd name="T17" fmla="*/ 1229 h 133"/>
                  <a:gd name="T18" fmla="*/ 40 w 7"/>
                  <a:gd name="T19" fmla="*/ 911 h 133"/>
                  <a:gd name="T20" fmla="*/ 56 w 7"/>
                  <a:gd name="T21" fmla="*/ 496 h 133"/>
                  <a:gd name="T22" fmla="*/ 48 w 7"/>
                  <a:gd name="T23" fmla="*/ 0 h 13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7" h="133">
                    <a:moveTo>
                      <a:pt x="5" y="0"/>
                    </a:moveTo>
                    <a:cubicBezTo>
                      <a:pt x="3" y="1"/>
                      <a:pt x="3" y="7"/>
                      <a:pt x="2" y="10"/>
                    </a:cubicBezTo>
                    <a:cubicBezTo>
                      <a:pt x="1" y="14"/>
                      <a:pt x="0" y="19"/>
                      <a:pt x="0" y="24"/>
                    </a:cubicBezTo>
                    <a:cubicBezTo>
                      <a:pt x="0" y="35"/>
                      <a:pt x="3" y="46"/>
                      <a:pt x="3" y="57"/>
                    </a:cubicBezTo>
                    <a:cubicBezTo>
                      <a:pt x="3" y="64"/>
                      <a:pt x="3" y="71"/>
                      <a:pt x="3" y="77"/>
                    </a:cubicBezTo>
                    <a:cubicBezTo>
                      <a:pt x="3" y="84"/>
                      <a:pt x="4" y="90"/>
                      <a:pt x="4" y="97"/>
                    </a:cubicBezTo>
                    <a:cubicBezTo>
                      <a:pt x="3" y="103"/>
                      <a:pt x="3" y="110"/>
                      <a:pt x="3" y="116"/>
                    </a:cubicBezTo>
                    <a:cubicBezTo>
                      <a:pt x="3" y="122"/>
                      <a:pt x="2" y="127"/>
                      <a:pt x="3" y="133"/>
                    </a:cubicBezTo>
                    <a:cubicBezTo>
                      <a:pt x="4" y="128"/>
                      <a:pt x="4" y="122"/>
                      <a:pt x="4" y="116"/>
                    </a:cubicBezTo>
                    <a:cubicBezTo>
                      <a:pt x="4" y="106"/>
                      <a:pt x="5" y="96"/>
                      <a:pt x="5" y="86"/>
                    </a:cubicBezTo>
                    <a:cubicBezTo>
                      <a:pt x="6" y="73"/>
                      <a:pt x="7" y="60"/>
                      <a:pt x="7" y="47"/>
                    </a:cubicBezTo>
                    <a:cubicBezTo>
                      <a:pt x="7" y="31"/>
                      <a:pt x="6" y="16"/>
                      <a:pt x="6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509" name="Freeform 913">
                <a:extLst>
                  <a:ext uri="{FF2B5EF4-FFF2-40B4-BE49-F238E27FC236}">
                    <a16:creationId xmlns:a16="http://schemas.microsoft.com/office/drawing/2014/main" id="{6F3B12FF-4A11-407F-9B90-22321CAD18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2" y="2475"/>
                <a:ext cx="19" cy="206"/>
              </a:xfrm>
              <a:custGeom>
                <a:avLst/>
                <a:gdLst>
                  <a:gd name="T0" fmla="*/ 27 w 9"/>
                  <a:gd name="T1" fmla="*/ 0 h 94"/>
                  <a:gd name="T2" fmla="*/ 8 w 9"/>
                  <a:gd name="T3" fmla="*/ 557 h 94"/>
                  <a:gd name="T4" fmla="*/ 17 w 9"/>
                  <a:gd name="T5" fmla="*/ 802 h 94"/>
                  <a:gd name="T6" fmla="*/ 36 w 9"/>
                  <a:gd name="T7" fmla="*/ 894 h 94"/>
                  <a:gd name="T8" fmla="*/ 84 w 9"/>
                  <a:gd name="T9" fmla="*/ 988 h 94"/>
                  <a:gd name="T10" fmla="*/ 49 w 9"/>
                  <a:gd name="T11" fmla="*/ 484 h 94"/>
                  <a:gd name="T12" fmla="*/ 57 w 9"/>
                  <a:gd name="T13" fmla="*/ 186 h 94"/>
                  <a:gd name="T14" fmla="*/ 27 w 9"/>
                  <a:gd name="T15" fmla="*/ 33 h 9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" h="94">
                    <a:moveTo>
                      <a:pt x="3" y="0"/>
                    </a:moveTo>
                    <a:cubicBezTo>
                      <a:pt x="3" y="17"/>
                      <a:pt x="1" y="35"/>
                      <a:pt x="1" y="53"/>
                    </a:cubicBezTo>
                    <a:cubicBezTo>
                      <a:pt x="1" y="61"/>
                      <a:pt x="1" y="68"/>
                      <a:pt x="2" y="76"/>
                    </a:cubicBezTo>
                    <a:cubicBezTo>
                      <a:pt x="3" y="79"/>
                      <a:pt x="3" y="82"/>
                      <a:pt x="4" y="85"/>
                    </a:cubicBezTo>
                    <a:cubicBezTo>
                      <a:pt x="5" y="88"/>
                      <a:pt x="7" y="91"/>
                      <a:pt x="9" y="94"/>
                    </a:cubicBezTo>
                    <a:cubicBezTo>
                      <a:pt x="0" y="78"/>
                      <a:pt x="4" y="63"/>
                      <a:pt x="5" y="46"/>
                    </a:cubicBezTo>
                    <a:cubicBezTo>
                      <a:pt x="6" y="37"/>
                      <a:pt x="7" y="27"/>
                      <a:pt x="6" y="18"/>
                    </a:cubicBezTo>
                    <a:cubicBezTo>
                      <a:pt x="6" y="14"/>
                      <a:pt x="2" y="6"/>
                      <a:pt x="3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510" name="Freeform 914">
                <a:extLst>
                  <a:ext uri="{FF2B5EF4-FFF2-40B4-BE49-F238E27FC236}">
                    <a16:creationId xmlns:a16="http://schemas.microsoft.com/office/drawing/2014/main" id="{45569DE6-F27F-46DA-B0C2-99FC75301B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4" y="2565"/>
                <a:ext cx="29" cy="68"/>
              </a:xfrm>
              <a:custGeom>
                <a:avLst/>
                <a:gdLst>
                  <a:gd name="T0" fmla="*/ 0 w 14"/>
                  <a:gd name="T1" fmla="*/ 72 h 31"/>
                  <a:gd name="T2" fmla="*/ 116 w 14"/>
                  <a:gd name="T3" fmla="*/ 327 h 31"/>
                  <a:gd name="T4" fmla="*/ 91 w 14"/>
                  <a:gd name="T5" fmla="*/ 125 h 31"/>
                  <a:gd name="T6" fmla="*/ 8 w 14"/>
                  <a:gd name="T7" fmla="*/ 72 h 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31">
                    <a:moveTo>
                      <a:pt x="0" y="7"/>
                    </a:moveTo>
                    <a:cubicBezTo>
                      <a:pt x="8" y="1"/>
                      <a:pt x="12" y="27"/>
                      <a:pt x="13" y="31"/>
                    </a:cubicBezTo>
                    <a:cubicBezTo>
                      <a:pt x="14" y="25"/>
                      <a:pt x="12" y="17"/>
                      <a:pt x="10" y="12"/>
                    </a:cubicBezTo>
                    <a:cubicBezTo>
                      <a:pt x="9" y="9"/>
                      <a:pt x="3" y="0"/>
                      <a:pt x="1" y="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511" name="Freeform 915">
                <a:extLst>
                  <a:ext uri="{FF2B5EF4-FFF2-40B4-BE49-F238E27FC236}">
                    <a16:creationId xmlns:a16="http://schemas.microsoft.com/office/drawing/2014/main" id="{C65C47DC-7320-419F-B356-DDCC71398E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5" y="2073"/>
                <a:ext cx="49" cy="175"/>
              </a:xfrm>
              <a:custGeom>
                <a:avLst/>
                <a:gdLst>
                  <a:gd name="T0" fmla="*/ 120 w 24"/>
                  <a:gd name="T1" fmla="*/ 0 h 80"/>
                  <a:gd name="T2" fmla="*/ 25 w 24"/>
                  <a:gd name="T3" fmla="*/ 326 h 80"/>
                  <a:gd name="T4" fmla="*/ 0 w 24"/>
                  <a:gd name="T5" fmla="*/ 838 h 80"/>
                  <a:gd name="T6" fmla="*/ 51 w 24"/>
                  <a:gd name="T7" fmla="*/ 459 h 80"/>
                  <a:gd name="T8" fmla="*/ 145 w 24"/>
                  <a:gd name="T9" fmla="*/ 335 h 80"/>
                  <a:gd name="T10" fmla="*/ 76 w 24"/>
                  <a:gd name="T11" fmla="*/ 177 h 80"/>
                  <a:gd name="T12" fmla="*/ 204 w 24"/>
                  <a:gd name="T13" fmla="*/ 158 h 80"/>
                  <a:gd name="T14" fmla="*/ 120 w 24"/>
                  <a:gd name="T15" fmla="*/ 0 h 8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4" h="80">
                    <a:moveTo>
                      <a:pt x="14" y="0"/>
                    </a:moveTo>
                    <a:cubicBezTo>
                      <a:pt x="6" y="10"/>
                      <a:pt x="1" y="17"/>
                      <a:pt x="3" y="31"/>
                    </a:cubicBezTo>
                    <a:cubicBezTo>
                      <a:pt x="4" y="47"/>
                      <a:pt x="3" y="64"/>
                      <a:pt x="0" y="80"/>
                    </a:cubicBezTo>
                    <a:cubicBezTo>
                      <a:pt x="2" y="68"/>
                      <a:pt x="5" y="56"/>
                      <a:pt x="6" y="44"/>
                    </a:cubicBezTo>
                    <a:cubicBezTo>
                      <a:pt x="6" y="39"/>
                      <a:pt x="10" y="22"/>
                      <a:pt x="17" y="32"/>
                    </a:cubicBezTo>
                    <a:cubicBezTo>
                      <a:pt x="13" y="29"/>
                      <a:pt x="6" y="23"/>
                      <a:pt x="9" y="17"/>
                    </a:cubicBezTo>
                    <a:cubicBezTo>
                      <a:pt x="12" y="11"/>
                      <a:pt x="20" y="12"/>
                      <a:pt x="24" y="15"/>
                    </a:cubicBezTo>
                    <a:cubicBezTo>
                      <a:pt x="20" y="9"/>
                      <a:pt x="13" y="9"/>
                      <a:pt x="14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512" name="Freeform 916">
                <a:extLst>
                  <a:ext uri="{FF2B5EF4-FFF2-40B4-BE49-F238E27FC236}">
                    <a16:creationId xmlns:a16="http://schemas.microsoft.com/office/drawing/2014/main" id="{AF2AA9BB-84A2-4083-B889-11A8595665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8" y="2301"/>
                <a:ext cx="37" cy="536"/>
              </a:xfrm>
              <a:custGeom>
                <a:avLst/>
                <a:gdLst>
                  <a:gd name="T0" fmla="*/ 68 w 18"/>
                  <a:gd name="T1" fmla="*/ 0 h 244"/>
                  <a:gd name="T2" fmla="*/ 51 w 18"/>
                  <a:gd name="T3" fmla="*/ 327 h 244"/>
                  <a:gd name="T4" fmla="*/ 43 w 18"/>
                  <a:gd name="T5" fmla="*/ 646 h 244"/>
                  <a:gd name="T6" fmla="*/ 8 w 18"/>
                  <a:gd name="T7" fmla="*/ 1303 h 244"/>
                  <a:gd name="T8" fmla="*/ 33 w 18"/>
                  <a:gd name="T9" fmla="*/ 1931 h 244"/>
                  <a:gd name="T10" fmla="*/ 156 w 18"/>
                  <a:gd name="T11" fmla="*/ 2586 h 244"/>
                  <a:gd name="T12" fmla="*/ 97 w 18"/>
                  <a:gd name="T13" fmla="*/ 2206 h 244"/>
                  <a:gd name="T14" fmla="*/ 60 w 18"/>
                  <a:gd name="T15" fmla="*/ 1718 h 244"/>
                  <a:gd name="T16" fmla="*/ 60 w 18"/>
                  <a:gd name="T17" fmla="*/ 995 h 244"/>
                  <a:gd name="T18" fmla="*/ 80 w 18"/>
                  <a:gd name="T19" fmla="*/ 424 h 244"/>
                  <a:gd name="T20" fmla="*/ 88 w 18"/>
                  <a:gd name="T21" fmla="*/ 64 h 24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8" h="244">
                    <a:moveTo>
                      <a:pt x="8" y="0"/>
                    </a:moveTo>
                    <a:cubicBezTo>
                      <a:pt x="5" y="9"/>
                      <a:pt x="6" y="21"/>
                      <a:pt x="6" y="31"/>
                    </a:cubicBezTo>
                    <a:cubicBezTo>
                      <a:pt x="5" y="41"/>
                      <a:pt x="5" y="51"/>
                      <a:pt x="5" y="61"/>
                    </a:cubicBezTo>
                    <a:cubicBezTo>
                      <a:pt x="3" y="82"/>
                      <a:pt x="3" y="103"/>
                      <a:pt x="1" y="123"/>
                    </a:cubicBezTo>
                    <a:cubicBezTo>
                      <a:pt x="0" y="142"/>
                      <a:pt x="2" y="163"/>
                      <a:pt x="4" y="182"/>
                    </a:cubicBezTo>
                    <a:cubicBezTo>
                      <a:pt x="6" y="203"/>
                      <a:pt x="11" y="224"/>
                      <a:pt x="18" y="244"/>
                    </a:cubicBezTo>
                    <a:cubicBezTo>
                      <a:pt x="13" y="233"/>
                      <a:pt x="12" y="220"/>
                      <a:pt x="11" y="208"/>
                    </a:cubicBezTo>
                    <a:cubicBezTo>
                      <a:pt x="9" y="193"/>
                      <a:pt x="8" y="177"/>
                      <a:pt x="7" y="162"/>
                    </a:cubicBezTo>
                    <a:cubicBezTo>
                      <a:pt x="6" y="139"/>
                      <a:pt x="7" y="117"/>
                      <a:pt x="7" y="94"/>
                    </a:cubicBezTo>
                    <a:cubicBezTo>
                      <a:pt x="7" y="76"/>
                      <a:pt x="6" y="58"/>
                      <a:pt x="9" y="40"/>
                    </a:cubicBezTo>
                    <a:cubicBezTo>
                      <a:pt x="10" y="30"/>
                      <a:pt x="9" y="16"/>
                      <a:pt x="10" y="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513" name="Freeform 917">
                <a:extLst>
                  <a:ext uri="{FF2B5EF4-FFF2-40B4-BE49-F238E27FC236}">
                    <a16:creationId xmlns:a16="http://schemas.microsoft.com/office/drawing/2014/main" id="{A3C1F39A-CA20-45EA-8F51-EFAEA65F14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4" y="3112"/>
                <a:ext cx="37" cy="127"/>
              </a:xfrm>
              <a:custGeom>
                <a:avLst/>
                <a:gdLst>
                  <a:gd name="T0" fmla="*/ 33 w 18"/>
                  <a:gd name="T1" fmla="*/ 0 h 58"/>
                  <a:gd name="T2" fmla="*/ 0 w 18"/>
                  <a:gd name="T3" fmla="*/ 523 h 58"/>
                  <a:gd name="T4" fmla="*/ 43 w 18"/>
                  <a:gd name="T5" fmla="*/ 0 h 5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58">
                    <a:moveTo>
                      <a:pt x="4" y="0"/>
                    </a:moveTo>
                    <a:cubicBezTo>
                      <a:pt x="3" y="17"/>
                      <a:pt x="4" y="33"/>
                      <a:pt x="0" y="50"/>
                    </a:cubicBezTo>
                    <a:cubicBezTo>
                      <a:pt x="18" y="58"/>
                      <a:pt x="16" y="6"/>
                      <a:pt x="5" y="0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514" name="Freeform 918">
                <a:extLst>
                  <a:ext uri="{FF2B5EF4-FFF2-40B4-BE49-F238E27FC236}">
                    <a16:creationId xmlns:a16="http://schemas.microsoft.com/office/drawing/2014/main" id="{3597BE50-A926-4C8C-B16A-2FC6B7935E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1" y="3090"/>
                <a:ext cx="35" cy="105"/>
              </a:xfrm>
              <a:custGeom>
                <a:avLst/>
                <a:gdLst>
                  <a:gd name="T0" fmla="*/ 132 w 17"/>
                  <a:gd name="T1" fmla="*/ 0 h 48"/>
                  <a:gd name="T2" fmla="*/ 124 w 17"/>
                  <a:gd name="T3" fmla="*/ 263 h 48"/>
                  <a:gd name="T4" fmla="*/ 148 w 17"/>
                  <a:gd name="T5" fmla="*/ 492 h 48"/>
                  <a:gd name="T6" fmla="*/ 124 w 17"/>
                  <a:gd name="T7" fmla="*/ 33 h 4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48">
                    <a:moveTo>
                      <a:pt x="15" y="0"/>
                    </a:moveTo>
                    <a:cubicBezTo>
                      <a:pt x="16" y="7"/>
                      <a:pt x="13" y="17"/>
                      <a:pt x="14" y="25"/>
                    </a:cubicBezTo>
                    <a:cubicBezTo>
                      <a:pt x="14" y="32"/>
                      <a:pt x="16" y="39"/>
                      <a:pt x="17" y="47"/>
                    </a:cubicBezTo>
                    <a:cubicBezTo>
                      <a:pt x="0" y="48"/>
                      <a:pt x="9" y="10"/>
                      <a:pt x="14" y="3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515" name="Freeform 919">
                <a:extLst>
                  <a:ext uri="{FF2B5EF4-FFF2-40B4-BE49-F238E27FC236}">
                    <a16:creationId xmlns:a16="http://schemas.microsoft.com/office/drawing/2014/main" id="{0A380413-8663-4F60-AB83-397C33952C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8" y="3090"/>
                <a:ext cx="61" cy="81"/>
              </a:xfrm>
              <a:custGeom>
                <a:avLst/>
                <a:gdLst>
                  <a:gd name="T0" fmla="*/ 252 w 30"/>
                  <a:gd name="T1" fmla="*/ 158 h 37"/>
                  <a:gd name="T2" fmla="*/ 41 w 30"/>
                  <a:gd name="T3" fmla="*/ 387 h 37"/>
                  <a:gd name="T4" fmla="*/ 41 w 30"/>
                  <a:gd name="T5" fmla="*/ 158 h 37"/>
                  <a:gd name="T6" fmla="*/ 203 w 30"/>
                  <a:gd name="T7" fmla="*/ 105 h 3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0" h="37">
                    <a:moveTo>
                      <a:pt x="30" y="15"/>
                    </a:moveTo>
                    <a:cubicBezTo>
                      <a:pt x="11" y="0"/>
                      <a:pt x="8" y="26"/>
                      <a:pt x="5" y="37"/>
                    </a:cubicBezTo>
                    <a:cubicBezTo>
                      <a:pt x="4" y="29"/>
                      <a:pt x="0" y="23"/>
                      <a:pt x="5" y="15"/>
                    </a:cubicBezTo>
                    <a:cubicBezTo>
                      <a:pt x="9" y="7"/>
                      <a:pt x="16" y="6"/>
                      <a:pt x="24" y="10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516" name="Freeform 920">
                <a:extLst>
                  <a:ext uri="{FF2B5EF4-FFF2-40B4-BE49-F238E27FC236}">
                    <a16:creationId xmlns:a16="http://schemas.microsoft.com/office/drawing/2014/main" id="{6492BA88-2671-4865-842B-D3B1C341A1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9" y="3076"/>
                <a:ext cx="49" cy="49"/>
              </a:xfrm>
              <a:custGeom>
                <a:avLst/>
                <a:gdLst>
                  <a:gd name="T0" fmla="*/ 0 w 24"/>
                  <a:gd name="T1" fmla="*/ 109 h 22"/>
                  <a:gd name="T2" fmla="*/ 196 w 24"/>
                  <a:gd name="T3" fmla="*/ 243 h 22"/>
                  <a:gd name="T4" fmla="*/ 8 w 24"/>
                  <a:gd name="T5" fmla="*/ 53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22">
                    <a:moveTo>
                      <a:pt x="0" y="10"/>
                    </a:moveTo>
                    <a:cubicBezTo>
                      <a:pt x="10" y="10"/>
                      <a:pt x="21" y="10"/>
                      <a:pt x="23" y="22"/>
                    </a:cubicBezTo>
                    <a:cubicBezTo>
                      <a:pt x="24" y="8"/>
                      <a:pt x="15" y="0"/>
                      <a:pt x="1" y="5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517" name="Freeform 921">
                <a:extLst>
                  <a:ext uri="{FF2B5EF4-FFF2-40B4-BE49-F238E27FC236}">
                    <a16:creationId xmlns:a16="http://schemas.microsoft.com/office/drawing/2014/main" id="{50F1BD35-FABC-49CC-934E-0D5890FF9F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9" y="3250"/>
                <a:ext cx="29" cy="272"/>
              </a:xfrm>
              <a:custGeom>
                <a:avLst/>
                <a:gdLst>
                  <a:gd name="T0" fmla="*/ 99 w 14"/>
                  <a:gd name="T1" fmla="*/ 0 h 124"/>
                  <a:gd name="T2" fmla="*/ 81 w 14"/>
                  <a:gd name="T3" fmla="*/ 189 h 124"/>
                  <a:gd name="T4" fmla="*/ 44 w 14"/>
                  <a:gd name="T5" fmla="*/ 689 h 124"/>
                  <a:gd name="T6" fmla="*/ 52 w 14"/>
                  <a:gd name="T7" fmla="*/ 1310 h 124"/>
                  <a:gd name="T8" fmla="*/ 91 w 14"/>
                  <a:gd name="T9" fmla="*/ 875 h 124"/>
                  <a:gd name="T10" fmla="*/ 116 w 14"/>
                  <a:gd name="T11" fmla="*/ 467 h 124"/>
                  <a:gd name="T12" fmla="*/ 99 w 14"/>
                  <a:gd name="T13" fmla="*/ 53 h 1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124">
                    <a:moveTo>
                      <a:pt x="11" y="0"/>
                    </a:moveTo>
                    <a:cubicBezTo>
                      <a:pt x="8" y="4"/>
                      <a:pt x="9" y="13"/>
                      <a:pt x="9" y="18"/>
                    </a:cubicBezTo>
                    <a:cubicBezTo>
                      <a:pt x="7" y="34"/>
                      <a:pt x="5" y="49"/>
                      <a:pt x="5" y="65"/>
                    </a:cubicBezTo>
                    <a:cubicBezTo>
                      <a:pt x="5" y="81"/>
                      <a:pt x="0" y="111"/>
                      <a:pt x="6" y="124"/>
                    </a:cubicBezTo>
                    <a:cubicBezTo>
                      <a:pt x="5" y="110"/>
                      <a:pt x="10" y="97"/>
                      <a:pt x="10" y="83"/>
                    </a:cubicBezTo>
                    <a:cubicBezTo>
                      <a:pt x="11" y="70"/>
                      <a:pt x="12" y="57"/>
                      <a:pt x="13" y="44"/>
                    </a:cubicBezTo>
                    <a:cubicBezTo>
                      <a:pt x="14" y="33"/>
                      <a:pt x="14" y="15"/>
                      <a:pt x="11" y="5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518" name="Freeform 922">
                <a:extLst>
                  <a:ext uri="{FF2B5EF4-FFF2-40B4-BE49-F238E27FC236}">
                    <a16:creationId xmlns:a16="http://schemas.microsoft.com/office/drawing/2014/main" id="{39EE188D-7E1A-4E77-B9FD-848419AD69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3" y="3270"/>
                <a:ext cx="31" cy="325"/>
              </a:xfrm>
              <a:custGeom>
                <a:avLst/>
                <a:gdLst>
                  <a:gd name="T0" fmla="*/ 0 w 15"/>
                  <a:gd name="T1" fmla="*/ 0 h 148"/>
                  <a:gd name="T2" fmla="*/ 25 w 15"/>
                  <a:gd name="T3" fmla="*/ 718 h 148"/>
                  <a:gd name="T4" fmla="*/ 99 w 15"/>
                  <a:gd name="T5" fmla="*/ 1568 h 148"/>
                  <a:gd name="T6" fmla="*/ 89 w 15"/>
                  <a:gd name="T7" fmla="*/ 573 h 148"/>
                  <a:gd name="T8" fmla="*/ 25 w 15"/>
                  <a:gd name="T9" fmla="*/ 44 h 14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48">
                    <a:moveTo>
                      <a:pt x="0" y="0"/>
                    </a:moveTo>
                    <a:cubicBezTo>
                      <a:pt x="0" y="23"/>
                      <a:pt x="2" y="45"/>
                      <a:pt x="3" y="68"/>
                    </a:cubicBezTo>
                    <a:cubicBezTo>
                      <a:pt x="5" y="94"/>
                      <a:pt x="11" y="121"/>
                      <a:pt x="11" y="148"/>
                    </a:cubicBezTo>
                    <a:cubicBezTo>
                      <a:pt x="15" y="118"/>
                      <a:pt x="13" y="83"/>
                      <a:pt x="10" y="54"/>
                    </a:cubicBezTo>
                    <a:cubicBezTo>
                      <a:pt x="9" y="38"/>
                      <a:pt x="8" y="19"/>
                      <a:pt x="3" y="4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519" name="Freeform 923">
                <a:extLst>
                  <a:ext uri="{FF2B5EF4-FFF2-40B4-BE49-F238E27FC236}">
                    <a16:creationId xmlns:a16="http://schemas.microsoft.com/office/drawing/2014/main" id="{44CA3013-0678-424F-80FC-24854EC447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8" y="3107"/>
                <a:ext cx="51" cy="130"/>
              </a:xfrm>
              <a:custGeom>
                <a:avLst/>
                <a:gdLst>
                  <a:gd name="T0" fmla="*/ 112 w 25"/>
                  <a:gd name="T1" fmla="*/ 73 h 59"/>
                  <a:gd name="T2" fmla="*/ 41 w 25"/>
                  <a:gd name="T3" fmla="*/ 267 h 59"/>
                  <a:gd name="T4" fmla="*/ 49 w 25"/>
                  <a:gd name="T5" fmla="*/ 568 h 59"/>
                  <a:gd name="T6" fmla="*/ 196 w 25"/>
                  <a:gd name="T7" fmla="*/ 516 h 59"/>
                  <a:gd name="T8" fmla="*/ 145 w 25"/>
                  <a:gd name="T9" fmla="*/ 170 h 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59">
                    <a:moveTo>
                      <a:pt x="13" y="7"/>
                    </a:moveTo>
                    <a:cubicBezTo>
                      <a:pt x="5" y="0"/>
                      <a:pt x="6" y="21"/>
                      <a:pt x="5" y="25"/>
                    </a:cubicBezTo>
                    <a:cubicBezTo>
                      <a:pt x="4" y="33"/>
                      <a:pt x="0" y="46"/>
                      <a:pt x="6" y="53"/>
                    </a:cubicBezTo>
                    <a:cubicBezTo>
                      <a:pt x="12" y="59"/>
                      <a:pt x="22" y="55"/>
                      <a:pt x="23" y="48"/>
                    </a:cubicBezTo>
                    <a:cubicBezTo>
                      <a:pt x="25" y="41"/>
                      <a:pt x="20" y="20"/>
                      <a:pt x="17" y="1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520" name="Freeform 924">
                <a:extLst>
                  <a:ext uri="{FF2B5EF4-FFF2-40B4-BE49-F238E27FC236}">
                    <a16:creationId xmlns:a16="http://schemas.microsoft.com/office/drawing/2014/main" id="{DAE8E251-C2CC-40F2-905D-CDC748E0AE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7" y="3103"/>
                <a:ext cx="33" cy="114"/>
              </a:xfrm>
              <a:custGeom>
                <a:avLst/>
                <a:gdLst>
                  <a:gd name="T0" fmla="*/ 0 w 16"/>
                  <a:gd name="T1" fmla="*/ 33 h 52"/>
                  <a:gd name="T2" fmla="*/ 132 w 16"/>
                  <a:gd name="T3" fmla="*/ 371 h 52"/>
                  <a:gd name="T4" fmla="*/ 43 w 16"/>
                  <a:gd name="T5" fmla="*/ 460 h 52"/>
                  <a:gd name="T6" fmla="*/ 8 w 16"/>
                  <a:gd name="T7" fmla="*/ 189 h 5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52">
                    <a:moveTo>
                      <a:pt x="0" y="3"/>
                    </a:moveTo>
                    <a:cubicBezTo>
                      <a:pt x="16" y="0"/>
                      <a:pt x="16" y="24"/>
                      <a:pt x="15" y="35"/>
                    </a:cubicBezTo>
                    <a:cubicBezTo>
                      <a:pt x="15" y="44"/>
                      <a:pt x="12" y="52"/>
                      <a:pt x="5" y="44"/>
                    </a:cubicBezTo>
                    <a:cubicBezTo>
                      <a:pt x="0" y="37"/>
                      <a:pt x="1" y="26"/>
                      <a:pt x="1" y="1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521" name="Freeform 925">
                <a:extLst>
                  <a:ext uri="{FF2B5EF4-FFF2-40B4-BE49-F238E27FC236}">
                    <a16:creationId xmlns:a16="http://schemas.microsoft.com/office/drawing/2014/main" id="{47A89734-0434-4F6A-B199-BF2138BAFC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5" y="4023"/>
                <a:ext cx="19" cy="17"/>
              </a:xfrm>
              <a:custGeom>
                <a:avLst/>
                <a:gdLst>
                  <a:gd name="T0" fmla="*/ 0 w 9"/>
                  <a:gd name="T1" fmla="*/ 28 h 8"/>
                  <a:gd name="T2" fmla="*/ 68 w 9"/>
                  <a:gd name="T3" fmla="*/ 0 h 8"/>
                  <a:gd name="T4" fmla="*/ 84 w 9"/>
                  <a:gd name="T5" fmla="*/ 77 h 8"/>
                  <a:gd name="T6" fmla="*/ 0 w 9"/>
                  <a:gd name="T7" fmla="*/ 49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8">
                    <a:moveTo>
                      <a:pt x="0" y="3"/>
                    </a:moveTo>
                    <a:cubicBezTo>
                      <a:pt x="2" y="2"/>
                      <a:pt x="5" y="0"/>
                      <a:pt x="7" y="0"/>
                    </a:cubicBezTo>
                    <a:cubicBezTo>
                      <a:pt x="8" y="2"/>
                      <a:pt x="9" y="6"/>
                      <a:pt x="9" y="8"/>
                    </a:cubicBezTo>
                    <a:cubicBezTo>
                      <a:pt x="6" y="8"/>
                      <a:pt x="0" y="7"/>
                      <a:pt x="0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522" name="Freeform 926">
                <a:extLst>
                  <a:ext uri="{FF2B5EF4-FFF2-40B4-BE49-F238E27FC236}">
                    <a16:creationId xmlns:a16="http://schemas.microsoft.com/office/drawing/2014/main" id="{2F76BD7C-6FCD-40ED-AAC4-3F0990E236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7" y="4029"/>
                <a:ext cx="23" cy="18"/>
              </a:xfrm>
              <a:custGeom>
                <a:avLst/>
                <a:gdLst>
                  <a:gd name="T0" fmla="*/ 17 w 11"/>
                  <a:gd name="T1" fmla="*/ 0 h 8"/>
                  <a:gd name="T2" fmla="*/ 0 w 11"/>
                  <a:gd name="T3" fmla="*/ 25 h 8"/>
                  <a:gd name="T4" fmla="*/ 17 w 11"/>
                  <a:gd name="T5" fmla="*/ 56 h 8"/>
                  <a:gd name="T6" fmla="*/ 92 w 11"/>
                  <a:gd name="T7" fmla="*/ 81 h 8"/>
                  <a:gd name="T8" fmla="*/ 75 w 11"/>
                  <a:gd name="T9" fmla="*/ 25 h 8"/>
                  <a:gd name="T10" fmla="*/ 17 w 11"/>
                  <a:gd name="T11" fmla="*/ 11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8">
                    <a:moveTo>
                      <a:pt x="2" y="0"/>
                    </a:moveTo>
                    <a:cubicBezTo>
                      <a:pt x="1" y="0"/>
                      <a:pt x="1" y="1"/>
                      <a:pt x="0" y="2"/>
                    </a:cubicBezTo>
                    <a:cubicBezTo>
                      <a:pt x="0" y="4"/>
                      <a:pt x="1" y="4"/>
                      <a:pt x="2" y="5"/>
                    </a:cubicBezTo>
                    <a:cubicBezTo>
                      <a:pt x="3" y="6"/>
                      <a:pt x="9" y="8"/>
                      <a:pt x="10" y="7"/>
                    </a:cubicBezTo>
                    <a:cubicBezTo>
                      <a:pt x="11" y="5"/>
                      <a:pt x="9" y="2"/>
                      <a:pt x="8" y="2"/>
                    </a:cubicBezTo>
                    <a:cubicBezTo>
                      <a:pt x="7" y="2"/>
                      <a:pt x="2" y="3"/>
                      <a:pt x="2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523" name="Freeform 927">
                <a:extLst>
                  <a:ext uri="{FF2B5EF4-FFF2-40B4-BE49-F238E27FC236}">
                    <a16:creationId xmlns:a16="http://schemas.microsoft.com/office/drawing/2014/main" id="{32CBC95E-C138-4C0A-AE25-8BB6DCFBAB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0" y="4027"/>
                <a:ext cx="19" cy="18"/>
              </a:xfrm>
              <a:custGeom>
                <a:avLst/>
                <a:gdLst>
                  <a:gd name="T0" fmla="*/ 8 w 9"/>
                  <a:gd name="T1" fmla="*/ 0 h 8"/>
                  <a:gd name="T2" fmla="*/ 27 w 9"/>
                  <a:gd name="T3" fmla="*/ 72 h 8"/>
                  <a:gd name="T4" fmla="*/ 84 w 9"/>
                  <a:gd name="T5" fmla="*/ 72 h 8"/>
                  <a:gd name="T6" fmla="*/ 76 w 9"/>
                  <a:gd name="T7" fmla="*/ 36 h 8"/>
                  <a:gd name="T8" fmla="*/ 49 w 9"/>
                  <a:gd name="T9" fmla="*/ 25 h 8"/>
                  <a:gd name="T10" fmla="*/ 17 w 9"/>
                  <a:gd name="T11" fmla="*/ 11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" h="8">
                    <a:moveTo>
                      <a:pt x="1" y="0"/>
                    </a:moveTo>
                    <a:cubicBezTo>
                      <a:pt x="1" y="3"/>
                      <a:pt x="0" y="4"/>
                      <a:pt x="3" y="6"/>
                    </a:cubicBezTo>
                    <a:cubicBezTo>
                      <a:pt x="4" y="6"/>
                      <a:pt x="8" y="8"/>
                      <a:pt x="9" y="6"/>
                    </a:cubicBezTo>
                    <a:cubicBezTo>
                      <a:pt x="9" y="6"/>
                      <a:pt x="8" y="3"/>
                      <a:pt x="8" y="3"/>
                    </a:cubicBezTo>
                    <a:cubicBezTo>
                      <a:pt x="7" y="3"/>
                      <a:pt x="5" y="2"/>
                      <a:pt x="5" y="2"/>
                    </a:cubicBezTo>
                    <a:cubicBezTo>
                      <a:pt x="4" y="2"/>
                      <a:pt x="3" y="2"/>
                      <a:pt x="2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524" name="Freeform 928">
                <a:extLst>
                  <a:ext uri="{FF2B5EF4-FFF2-40B4-BE49-F238E27FC236}">
                    <a16:creationId xmlns:a16="http://schemas.microsoft.com/office/drawing/2014/main" id="{7B049ABE-7E02-4D4B-8530-0FF96AE6F7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1" y="4018"/>
                <a:ext cx="15" cy="27"/>
              </a:xfrm>
              <a:custGeom>
                <a:avLst/>
                <a:gdLst>
                  <a:gd name="T0" fmla="*/ 0 w 7"/>
                  <a:gd name="T1" fmla="*/ 0 h 12"/>
                  <a:gd name="T2" fmla="*/ 0 w 7"/>
                  <a:gd name="T3" fmla="*/ 25 h 12"/>
                  <a:gd name="T4" fmla="*/ 9 w 7"/>
                  <a:gd name="T5" fmla="*/ 72 h 12"/>
                  <a:gd name="T6" fmla="*/ 69 w 7"/>
                  <a:gd name="T7" fmla="*/ 101 h 12"/>
                  <a:gd name="T8" fmla="*/ 60 w 7"/>
                  <a:gd name="T9" fmla="*/ 72 h 12"/>
                  <a:gd name="T10" fmla="*/ 60 w 7"/>
                  <a:gd name="T11" fmla="*/ 45 h 12"/>
                  <a:gd name="T12" fmla="*/ 9 w 7"/>
                  <a:gd name="T13" fmla="*/ 36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" h="12">
                    <a:moveTo>
                      <a:pt x="0" y="0"/>
                    </a:moveTo>
                    <a:cubicBezTo>
                      <a:pt x="0" y="0"/>
                      <a:pt x="0" y="1"/>
                      <a:pt x="0" y="2"/>
                    </a:cubicBezTo>
                    <a:cubicBezTo>
                      <a:pt x="0" y="3"/>
                      <a:pt x="1" y="5"/>
                      <a:pt x="1" y="6"/>
                    </a:cubicBezTo>
                    <a:cubicBezTo>
                      <a:pt x="2" y="7"/>
                      <a:pt x="6" y="12"/>
                      <a:pt x="7" y="9"/>
                    </a:cubicBezTo>
                    <a:cubicBezTo>
                      <a:pt x="7" y="9"/>
                      <a:pt x="6" y="7"/>
                      <a:pt x="6" y="6"/>
                    </a:cubicBezTo>
                    <a:cubicBezTo>
                      <a:pt x="6" y="6"/>
                      <a:pt x="6" y="5"/>
                      <a:pt x="6" y="4"/>
                    </a:cubicBezTo>
                    <a:cubicBezTo>
                      <a:pt x="5" y="3"/>
                      <a:pt x="2" y="4"/>
                      <a:pt x="1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525" name="Freeform 929">
                <a:extLst>
                  <a:ext uri="{FF2B5EF4-FFF2-40B4-BE49-F238E27FC236}">
                    <a16:creationId xmlns:a16="http://schemas.microsoft.com/office/drawing/2014/main" id="{FDC2C5B9-D596-445C-B156-C5BB5BB4D8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0" y="4007"/>
                <a:ext cx="17" cy="29"/>
              </a:xfrm>
              <a:custGeom>
                <a:avLst/>
                <a:gdLst>
                  <a:gd name="T0" fmla="*/ 0 w 8"/>
                  <a:gd name="T1" fmla="*/ 20 h 13"/>
                  <a:gd name="T2" fmla="*/ 19 w 8"/>
                  <a:gd name="T3" fmla="*/ 89 h 13"/>
                  <a:gd name="T4" fmla="*/ 77 w 8"/>
                  <a:gd name="T5" fmla="*/ 100 h 13"/>
                  <a:gd name="T6" fmla="*/ 40 w 8"/>
                  <a:gd name="T7" fmla="*/ 20 h 13"/>
                  <a:gd name="T8" fmla="*/ 19 w 8"/>
                  <a:gd name="T9" fmla="*/ 20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13">
                    <a:moveTo>
                      <a:pt x="0" y="2"/>
                    </a:moveTo>
                    <a:cubicBezTo>
                      <a:pt x="1" y="4"/>
                      <a:pt x="1" y="6"/>
                      <a:pt x="2" y="8"/>
                    </a:cubicBezTo>
                    <a:cubicBezTo>
                      <a:pt x="3" y="9"/>
                      <a:pt x="7" y="13"/>
                      <a:pt x="8" y="9"/>
                    </a:cubicBezTo>
                    <a:cubicBezTo>
                      <a:pt x="8" y="7"/>
                      <a:pt x="6" y="4"/>
                      <a:pt x="4" y="2"/>
                    </a:cubicBezTo>
                    <a:cubicBezTo>
                      <a:pt x="3" y="1"/>
                      <a:pt x="2" y="0"/>
                      <a:pt x="2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526" name="Freeform 930">
                <a:extLst>
                  <a:ext uri="{FF2B5EF4-FFF2-40B4-BE49-F238E27FC236}">
                    <a16:creationId xmlns:a16="http://schemas.microsoft.com/office/drawing/2014/main" id="{0315098C-9B6D-4CD7-9578-C9F4E7BC6A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5" y="3979"/>
                <a:ext cx="27" cy="15"/>
              </a:xfrm>
              <a:custGeom>
                <a:avLst/>
                <a:gdLst>
                  <a:gd name="T0" fmla="*/ 0 w 13"/>
                  <a:gd name="T1" fmla="*/ 69 h 7"/>
                  <a:gd name="T2" fmla="*/ 64 w 13"/>
                  <a:gd name="T3" fmla="*/ 28 h 7"/>
                  <a:gd name="T4" fmla="*/ 116 w 13"/>
                  <a:gd name="T5" fmla="*/ 0 h 7"/>
                  <a:gd name="T6" fmla="*/ 81 w 13"/>
                  <a:gd name="T7" fmla="*/ 19 h 7"/>
                  <a:gd name="T8" fmla="*/ 17 w 13"/>
                  <a:gd name="T9" fmla="*/ 6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7">
                    <a:moveTo>
                      <a:pt x="0" y="7"/>
                    </a:moveTo>
                    <a:cubicBezTo>
                      <a:pt x="1" y="5"/>
                      <a:pt x="5" y="4"/>
                      <a:pt x="7" y="3"/>
                    </a:cubicBezTo>
                    <a:cubicBezTo>
                      <a:pt x="9" y="3"/>
                      <a:pt x="11" y="2"/>
                      <a:pt x="13" y="0"/>
                    </a:cubicBezTo>
                    <a:cubicBezTo>
                      <a:pt x="11" y="0"/>
                      <a:pt x="10" y="1"/>
                      <a:pt x="9" y="2"/>
                    </a:cubicBezTo>
                    <a:cubicBezTo>
                      <a:pt x="6" y="3"/>
                      <a:pt x="4" y="4"/>
                      <a:pt x="2" y="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527" name="Freeform 931">
                <a:extLst>
                  <a:ext uri="{FF2B5EF4-FFF2-40B4-BE49-F238E27FC236}">
                    <a16:creationId xmlns:a16="http://schemas.microsoft.com/office/drawing/2014/main" id="{EB184B11-2F9E-4815-B2B0-EF03992FF4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4" y="3979"/>
                <a:ext cx="22" cy="24"/>
              </a:xfrm>
              <a:custGeom>
                <a:avLst/>
                <a:gdLst>
                  <a:gd name="T0" fmla="*/ 56 w 11"/>
                  <a:gd name="T1" fmla="*/ 9 h 11"/>
                  <a:gd name="T2" fmla="*/ 56 w 11"/>
                  <a:gd name="T3" fmla="*/ 20 h 11"/>
                  <a:gd name="T4" fmla="*/ 48 w 11"/>
                  <a:gd name="T5" fmla="*/ 61 h 11"/>
                  <a:gd name="T6" fmla="*/ 16 w 11"/>
                  <a:gd name="T7" fmla="*/ 105 h 11"/>
                  <a:gd name="T8" fmla="*/ 0 w 11"/>
                  <a:gd name="T9" fmla="*/ 105 h 11"/>
                  <a:gd name="T10" fmla="*/ 64 w 11"/>
                  <a:gd name="T11" fmla="*/ 81 h 11"/>
                  <a:gd name="T12" fmla="*/ 72 w 11"/>
                  <a:gd name="T13" fmla="*/ 0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1">
                    <a:moveTo>
                      <a:pt x="7" y="1"/>
                    </a:moveTo>
                    <a:cubicBezTo>
                      <a:pt x="7" y="1"/>
                      <a:pt x="7" y="2"/>
                      <a:pt x="7" y="2"/>
                    </a:cubicBezTo>
                    <a:cubicBezTo>
                      <a:pt x="7" y="4"/>
                      <a:pt x="7" y="5"/>
                      <a:pt x="6" y="6"/>
                    </a:cubicBezTo>
                    <a:cubicBezTo>
                      <a:pt x="5" y="8"/>
                      <a:pt x="3" y="9"/>
                      <a:pt x="2" y="10"/>
                    </a:cubicBezTo>
                    <a:cubicBezTo>
                      <a:pt x="1" y="10"/>
                      <a:pt x="0" y="10"/>
                      <a:pt x="0" y="10"/>
                    </a:cubicBezTo>
                    <a:cubicBezTo>
                      <a:pt x="2" y="11"/>
                      <a:pt x="6" y="9"/>
                      <a:pt x="8" y="8"/>
                    </a:cubicBezTo>
                    <a:cubicBezTo>
                      <a:pt x="11" y="6"/>
                      <a:pt x="11" y="3"/>
                      <a:pt x="9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528" name="Freeform 932">
                <a:extLst>
                  <a:ext uri="{FF2B5EF4-FFF2-40B4-BE49-F238E27FC236}">
                    <a16:creationId xmlns:a16="http://schemas.microsoft.com/office/drawing/2014/main" id="{15BBF209-4E76-4A90-B1ED-6A6D955A01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1" y="3983"/>
                <a:ext cx="20" cy="27"/>
              </a:xfrm>
              <a:custGeom>
                <a:avLst/>
                <a:gdLst>
                  <a:gd name="T0" fmla="*/ 64 w 10"/>
                  <a:gd name="T1" fmla="*/ 11 h 12"/>
                  <a:gd name="T2" fmla="*/ 0 w 10"/>
                  <a:gd name="T3" fmla="*/ 137 h 12"/>
                  <a:gd name="T4" fmla="*/ 64 w 10"/>
                  <a:gd name="T5" fmla="*/ 101 h 12"/>
                  <a:gd name="T6" fmla="*/ 64 w 10"/>
                  <a:gd name="T7" fmla="*/ 0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12">
                    <a:moveTo>
                      <a:pt x="8" y="1"/>
                    </a:moveTo>
                    <a:cubicBezTo>
                      <a:pt x="10" y="3"/>
                      <a:pt x="1" y="10"/>
                      <a:pt x="0" y="12"/>
                    </a:cubicBezTo>
                    <a:cubicBezTo>
                      <a:pt x="2" y="12"/>
                      <a:pt x="6" y="10"/>
                      <a:pt x="8" y="9"/>
                    </a:cubicBezTo>
                    <a:cubicBezTo>
                      <a:pt x="10" y="7"/>
                      <a:pt x="9" y="3"/>
                      <a:pt x="8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529" name="Freeform 933">
                <a:extLst>
                  <a:ext uri="{FF2B5EF4-FFF2-40B4-BE49-F238E27FC236}">
                    <a16:creationId xmlns:a16="http://schemas.microsoft.com/office/drawing/2014/main" id="{572D5758-0FDA-44CC-AF45-D003550377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4" y="3981"/>
                <a:ext cx="12" cy="26"/>
              </a:xfrm>
              <a:custGeom>
                <a:avLst/>
                <a:gdLst>
                  <a:gd name="T0" fmla="*/ 24 w 6"/>
                  <a:gd name="T1" fmla="*/ 0 h 12"/>
                  <a:gd name="T2" fmla="*/ 0 w 6"/>
                  <a:gd name="T3" fmla="*/ 121 h 12"/>
                  <a:gd name="T4" fmla="*/ 32 w 6"/>
                  <a:gd name="T5" fmla="*/ 93 h 12"/>
                  <a:gd name="T6" fmla="*/ 32 w 6"/>
                  <a:gd name="T7" fmla="*/ 0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12">
                    <a:moveTo>
                      <a:pt x="3" y="0"/>
                    </a:moveTo>
                    <a:cubicBezTo>
                      <a:pt x="4" y="4"/>
                      <a:pt x="2" y="9"/>
                      <a:pt x="0" y="12"/>
                    </a:cubicBezTo>
                    <a:cubicBezTo>
                      <a:pt x="2" y="11"/>
                      <a:pt x="3" y="11"/>
                      <a:pt x="4" y="9"/>
                    </a:cubicBezTo>
                    <a:cubicBezTo>
                      <a:pt x="6" y="7"/>
                      <a:pt x="5" y="2"/>
                      <a:pt x="4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530" name="Freeform 934">
                <a:extLst>
                  <a:ext uri="{FF2B5EF4-FFF2-40B4-BE49-F238E27FC236}">
                    <a16:creationId xmlns:a16="http://schemas.microsoft.com/office/drawing/2014/main" id="{93FA32E4-47F9-45F2-B26D-A80E3EFAA6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7" y="3961"/>
                <a:ext cx="12" cy="29"/>
              </a:xfrm>
              <a:custGeom>
                <a:avLst/>
                <a:gdLst>
                  <a:gd name="T0" fmla="*/ 0 w 6"/>
                  <a:gd name="T1" fmla="*/ 56 h 13"/>
                  <a:gd name="T2" fmla="*/ 8 w 6"/>
                  <a:gd name="T3" fmla="*/ 45 h 13"/>
                  <a:gd name="T4" fmla="*/ 24 w 6"/>
                  <a:gd name="T5" fmla="*/ 65 h 13"/>
                  <a:gd name="T6" fmla="*/ 8 w 6"/>
                  <a:gd name="T7" fmla="*/ 145 h 13"/>
                  <a:gd name="T8" fmla="*/ 32 w 6"/>
                  <a:gd name="T9" fmla="*/ 89 h 13"/>
                  <a:gd name="T10" fmla="*/ 48 w 6"/>
                  <a:gd name="T11" fmla="*/ 9 h 13"/>
                  <a:gd name="T12" fmla="*/ 8 w 6"/>
                  <a:gd name="T13" fmla="*/ 36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" h="13">
                    <a:moveTo>
                      <a:pt x="0" y="5"/>
                    </a:moveTo>
                    <a:cubicBezTo>
                      <a:pt x="0" y="4"/>
                      <a:pt x="0" y="4"/>
                      <a:pt x="1" y="4"/>
                    </a:cubicBezTo>
                    <a:cubicBezTo>
                      <a:pt x="2" y="4"/>
                      <a:pt x="3" y="5"/>
                      <a:pt x="3" y="6"/>
                    </a:cubicBezTo>
                    <a:cubicBezTo>
                      <a:pt x="3" y="9"/>
                      <a:pt x="2" y="11"/>
                      <a:pt x="1" y="13"/>
                    </a:cubicBezTo>
                    <a:cubicBezTo>
                      <a:pt x="3" y="13"/>
                      <a:pt x="4" y="9"/>
                      <a:pt x="4" y="8"/>
                    </a:cubicBezTo>
                    <a:cubicBezTo>
                      <a:pt x="5" y="6"/>
                      <a:pt x="6" y="3"/>
                      <a:pt x="6" y="1"/>
                    </a:cubicBezTo>
                    <a:cubicBezTo>
                      <a:pt x="4" y="0"/>
                      <a:pt x="2" y="1"/>
                      <a:pt x="1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531" name="Freeform 935">
                <a:extLst>
                  <a:ext uri="{FF2B5EF4-FFF2-40B4-BE49-F238E27FC236}">
                    <a16:creationId xmlns:a16="http://schemas.microsoft.com/office/drawing/2014/main" id="{5ABE2A33-2AC6-4A00-BA3B-DF74F7054C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6" y="3792"/>
                <a:ext cx="58" cy="156"/>
              </a:xfrm>
              <a:custGeom>
                <a:avLst/>
                <a:gdLst>
                  <a:gd name="T0" fmla="*/ 232 w 28"/>
                  <a:gd name="T1" fmla="*/ 9 h 71"/>
                  <a:gd name="T2" fmla="*/ 197 w 28"/>
                  <a:gd name="T3" fmla="*/ 125 h 71"/>
                  <a:gd name="T4" fmla="*/ 197 w 28"/>
                  <a:gd name="T5" fmla="*/ 178 h 71"/>
                  <a:gd name="T6" fmla="*/ 176 w 28"/>
                  <a:gd name="T7" fmla="*/ 255 h 71"/>
                  <a:gd name="T8" fmla="*/ 108 w 28"/>
                  <a:gd name="T9" fmla="*/ 444 h 71"/>
                  <a:gd name="T10" fmla="*/ 64 w 28"/>
                  <a:gd name="T11" fmla="*/ 573 h 71"/>
                  <a:gd name="T12" fmla="*/ 0 w 28"/>
                  <a:gd name="T13" fmla="*/ 754 h 71"/>
                  <a:gd name="T14" fmla="*/ 44 w 28"/>
                  <a:gd name="T15" fmla="*/ 657 h 71"/>
                  <a:gd name="T16" fmla="*/ 116 w 28"/>
                  <a:gd name="T17" fmla="*/ 479 h 71"/>
                  <a:gd name="T18" fmla="*/ 205 w 28"/>
                  <a:gd name="T19" fmla="*/ 246 h 71"/>
                  <a:gd name="T20" fmla="*/ 232 w 28"/>
                  <a:gd name="T21" fmla="*/ 97 h 71"/>
                  <a:gd name="T22" fmla="*/ 249 w 28"/>
                  <a:gd name="T23" fmla="*/ 0 h 7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8" h="71">
                    <a:moveTo>
                      <a:pt x="26" y="1"/>
                    </a:moveTo>
                    <a:cubicBezTo>
                      <a:pt x="24" y="4"/>
                      <a:pt x="22" y="9"/>
                      <a:pt x="22" y="12"/>
                    </a:cubicBezTo>
                    <a:cubicBezTo>
                      <a:pt x="22" y="14"/>
                      <a:pt x="22" y="15"/>
                      <a:pt x="22" y="17"/>
                    </a:cubicBezTo>
                    <a:cubicBezTo>
                      <a:pt x="22" y="19"/>
                      <a:pt x="21" y="22"/>
                      <a:pt x="20" y="24"/>
                    </a:cubicBezTo>
                    <a:cubicBezTo>
                      <a:pt x="18" y="30"/>
                      <a:pt x="15" y="36"/>
                      <a:pt x="12" y="42"/>
                    </a:cubicBezTo>
                    <a:cubicBezTo>
                      <a:pt x="11" y="46"/>
                      <a:pt x="9" y="50"/>
                      <a:pt x="7" y="54"/>
                    </a:cubicBezTo>
                    <a:cubicBezTo>
                      <a:pt x="5" y="60"/>
                      <a:pt x="3" y="66"/>
                      <a:pt x="0" y="71"/>
                    </a:cubicBezTo>
                    <a:cubicBezTo>
                      <a:pt x="1" y="68"/>
                      <a:pt x="3" y="65"/>
                      <a:pt x="5" y="62"/>
                    </a:cubicBezTo>
                    <a:cubicBezTo>
                      <a:pt x="8" y="56"/>
                      <a:pt x="11" y="51"/>
                      <a:pt x="13" y="45"/>
                    </a:cubicBezTo>
                    <a:cubicBezTo>
                      <a:pt x="17" y="38"/>
                      <a:pt x="20" y="31"/>
                      <a:pt x="23" y="23"/>
                    </a:cubicBezTo>
                    <a:cubicBezTo>
                      <a:pt x="24" y="19"/>
                      <a:pt x="26" y="14"/>
                      <a:pt x="26" y="9"/>
                    </a:cubicBezTo>
                    <a:cubicBezTo>
                      <a:pt x="27" y="6"/>
                      <a:pt x="26" y="3"/>
                      <a:pt x="28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532" name="Freeform 936">
                <a:extLst>
                  <a:ext uri="{FF2B5EF4-FFF2-40B4-BE49-F238E27FC236}">
                    <a16:creationId xmlns:a16="http://schemas.microsoft.com/office/drawing/2014/main" id="{AC22D35F-D4FF-42EF-99B5-3A13C85F2C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7" y="3766"/>
                <a:ext cx="25" cy="189"/>
              </a:xfrm>
              <a:custGeom>
                <a:avLst/>
                <a:gdLst>
                  <a:gd name="T0" fmla="*/ 35 w 12"/>
                  <a:gd name="T1" fmla="*/ 0 h 86"/>
                  <a:gd name="T2" fmla="*/ 35 w 12"/>
                  <a:gd name="T3" fmla="*/ 231 h 86"/>
                  <a:gd name="T4" fmla="*/ 17 w 12"/>
                  <a:gd name="T5" fmla="*/ 459 h 86"/>
                  <a:gd name="T6" fmla="*/ 8 w 12"/>
                  <a:gd name="T7" fmla="*/ 646 h 86"/>
                  <a:gd name="T8" fmla="*/ 108 w 12"/>
                  <a:gd name="T9" fmla="*/ 912 h 86"/>
                  <a:gd name="T10" fmla="*/ 44 w 12"/>
                  <a:gd name="T11" fmla="*/ 629 h 86"/>
                  <a:gd name="T12" fmla="*/ 92 w 12"/>
                  <a:gd name="T13" fmla="*/ 338 h 86"/>
                  <a:gd name="T14" fmla="*/ 44 w 12"/>
                  <a:gd name="T15" fmla="*/ 0 h 8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2" h="86">
                    <a:moveTo>
                      <a:pt x="4" y="0"/>
                    </a:moveTo>
                    <a:cubicBezTo>
                      <a:pt x="4" y="7"/>
                      <a:pt x="1" y="15"/>
                      <a:pt x="4" y="22"/>
                    </a:cubicBezTo>
                    <a:cubicBezTo>
                      <a:pt x="8" y="28"/>
                      <a:pt x="4" y="36"/>
                      <a:pt x="2" y="43"/>
                    </a:cubicBezTo>
                    <a:cubicBezTo>
                      <a:pt x="1" y="49"/>
                      <a:pt x="0" y="56"/>
                      <a:pt x="1" y="61"/>
                    </a:cubicBezTo>
                    <a:cubicBezTo>
                      <a:pt x="3" y="70"/>
                      <a:pt x="9" y="78"/>
                      <a:pt x="12" y="86"/>
                    </a:cubicBezTo>
                    <a:cubicBezTo>
                      <a:pt x="11" y="77"/>
                      <a:pt x="7" y="68"/>
                      <a:pt x="5" y="59"/>
                    </a:cubicBezTo>
                    <a:cubicBezTo>
                      <a:pt x="3" y="50"/>
                      <a:pt x="9" y="41"/>
                      <a:pt x="10" y="32"/>
                    </a:cubicBezTo>
                    <a:cubicBezTo>
                      <a:pt x="11" y="21"/>
                      <a:pt x="4" y="11"/>
                      <a:pt x="5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533" name="Freeform 937">
                <a:extLst>
                  <a:ext uri="{FF2B5EF4-FFF2-40B4-BE49-F238E27FC236}">
                    <a16:creationId xmlns:a16="http://schemas.microsoft.com/office/drawing/2014/main" id="{BF631FA7-1969-4322-BE5C-359D91E693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2" y="3992"/>
                <a:ext cx="39" cy="35"/>
              </a:xfrm>
              <a:custGeom>
                <a:avLst/>
                <a:gdLst>
                  <a:gd name="T0" fmla="*/ 0 w 19"/>
                  <a:gd name="T1" fmla="*/ 9 h 16"/>
                  <a:gd name="T2" fmla="*/ 0 w 19"/>
                  <a:gd name="T3" fmla="*/ 61 h 16"/>
                  <a:gd name="T4" fmla="*/ 16 w 19"/>
                  <a:gd name="T5" fmla="*/ 116 h 16"/>
                  <a:gd name="T6" fmla="*/ 88 w 19"/>
                  <a:gd name="T7" fmla="*/ 168 h 16"/>
                  <a:gd name="T8" fmla="*/ 113 w 19"/>
                  <a:gd name="T9" fmla="*/ 168 h 16"/>
                  <a:gd name="T10" fmla="*/ 131 w 19"/>
                  <a:gd name="T11" fmla="*/ 168 h 16"/>
                  <a:gd name="T12" fmla="*/ 156 w 19"/>
                  <a:gd name="T13" fmla="*/ 158 h 16"/>
                  <a:gd name="T14" fmla="*/ 140 w 19"/>
                  <a:gd name="T15" fmla="*/ 125 h 16"/>
                  <a:gd name="T16" fmla="*/ 131 w 19"/>
                  <a:gd name="T17" fmla="*/ 61 h 16"/>
                  <a:gd name="T18" fmla="*/ 105 w 19"/>
                  <a:gd name="T19" fmla="*/ 85 h 16"/>
                  <a:gd name="T20" fmla="*/ 68 w 19"/>
                  <a:gd name="T21" fmla="*/ 116 h 16"/>
                  <a:gd name="T22" fmla="*/ 33 w 19"/>
                  <a:gd name="T23" fmla="*/ 96 h 16"/>
                  <a:gd name="T24" fmla="*/ 33 w 19"/>
                  <a:gd name="T25" fmla="*/ 9 h 16"/>
                  <a:gd name="T26" fmla="*/ 0 w 19"/>
                  <a:gd name="T27" fmla="*/ 0 h 1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9" h="16">
                    <a:moveTo>
                      <a:pt x="0" y="1"/>
                    </a:moveTo>
                    <a:cubicBezTo>
                      <a:pt x="0" y="3"/>
                      <a:pt x="0" y="5"/>
                      <a:pt x="0" y="6"/>
                    </a:cubicBezTo>
                    <a:cubicBezTo>
                      <a:pt x="1" y="8"/>
                      <a:pt x="1" y="10"/>
                      <a:pt x="2" y="11"/>
                    </a:cubicBezTo>
                    <a:cubicBezTo>
                      <a:pt x="3" y="14"/>
                      <a:pt x="6" y="16"/>
                      <a:pt x="10" y="16"/>
                    </a:cubicBezTo>
                    <a:cubicBezTo>
                      <a:pt x="11" y="16"/>
                      <a:pt x="12" y="16"/>
                      <a:pt x="13" y="16"/>
                    </a:cubicBezTo>
                    <a:cubicBezTo>
                      <a:pt x="14" y="16"/>
                      <a:pt x="14" y="16"/>
                      <a:pt x="15" y="16"/>
                    </a:cubicBezTo>
                    <a:cubicBezTo>
                      <a:pt x="16" y="16"/>
                      <a:pt x="18" y="15"/>
                      <a:pt x="18" y="15"/>
                    </a:cubicBezTo>
                    <a:cubicBezTo>
                      <a:pt x="19" y="14"/>
                      <a:pt x="17" y="13"/>
                      <a:pt x="16" y="12"/>
                    </a:cubicBezTo>
                    <a:cubicBezTo>
                      <a:pt x="15" y="10"/>
                      <a:pt x="15" y="8"/>
                      <a:pt x="15" y="6"/>
                    </a:cubicBezTo>
                    <a:cubicBezTo>
                      <a:pt x="14" y="5"/>
                      <a:pt x="13" y="7"/>
                      <a:pt x="12" y="8"/>
                    </a:cubicBezTo>
                    <a:cubicBezTo>
                      <a:pt x="11" y="9"/>
                      <a:pt x="9" y="11"/>
                      <a:pt x="8" y="11"/>
                    </a:cubicBezTo>
                    <a:cubicBezTo>
                      <a:pt x="6" y="12"/>
                      <a:pt x="4" y="10"/>
                      <a:pt x="4" y="9"/>
                    </a:cubicBezTo>
                    <a:cubicBezTo>
                      <a:pt x="3" y="6"/>
                      <a:pt x="4" y="4"/>
                      <a:pt x="4" y="1"/>
                    </a:cubicBezTo>
                    <a:cubicBezTo>
                      <a:pt x="3" y="1"/>
                      <a:pt x="0" y="1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534" name="Freeform 938">
                <a:extLst>
                  <a:ext uri="{FF2B5EF4-FFF2-40B4-BE49-F238E27FC236}">
                    <a16:creationId xmlns:a16="http://schemas.microsoft.com/office/drawing/2014/main" id="{8011E4DB-67DC-4A1B-93A3-0EDD350BA5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2" y="3997"/>
                <a:ext cx="33" cy="30"/>
              </a:xfrm>
              <a:custGeom>
                <a:avLst/>
                <a:gdLst>
                  <a:gd name="T0" fmla="*/ 8 w 16"/>
                  <a:gd name="T1" fmla="*/ 9 h 14"/>
                  <a:gd name="T2" fmla="*/ 8 w 16"/>
                  <a:gd name="T3" fmla="*/ 9 h 14"/>
                  <a:gd name="T4" fmla="*/ 52 w 16"/>
                  <a:gd name="T5" fmla="*/ 88 h 14"/>
                  <a:gd name="T6" fmla="*/ 89 w 16"/>
                  <a:gd name="T7" fmla="*/ 129 h 14"/>
                  <a:gd name="T8" fmla="*/ 132 w 16"/>
                  <a:gd name="T9" fmla="*/ 129 h 14"/>
                  <a:gd name="T10" fmla="*/ 132 w 16"/>
                  <a:gd name="T11" fmla="*/ 77 h 14"/>
                  <a:gd name="T12" fmla="*/ 124 w 16"/>
                  <a:gd name="T13" fmla="*/ 60 h 14"/>
                  <a:gd name="T14" fmla="*/ 116 w 16"/>
                  <a:gd name="T15" fmla="*/ 51 h 14"/>
                  <a:gd name="T16" fmla="*/ 97 w 16"/>
                  <a:gd name="T17" fmla="*/ 60 h 14"/>
                  <a:gd name="T18" fmla="*/ 72 w 16"/>
                  <a:gd name="T19" fmla="*/ 69 h 14"/>
                  <a:gd name="T20" fmla="*/ 25 w 16"/>
                  <a:gd name="T21" fmla="*/ 41 h 14"/>
                  <a:gd name="T22" fmla="*/ 0 w 16"/>
                  <a:gd name="T23" fmla="*/ 0 h 14"/>
                  <a:gd name="T24" fmla="*/ 0 w 16"/>
                  <a:gd name="T25" fmla="*/ 0 h 1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6" h="14">
                    <a:moveTo>
                      <a:pt x="1" y="1"/>
                    </a:moveTo>
                    <a:cubicBezTo>
                      <a:pt x="1" y="1"/>
                      <a:pt x="1" y="0"/>
                      <a:pt x="1" y="1"/>
                    </a:cubicBezTo>
                    <a:cubicBezTo>
                      <a:pt x="2" y="4"/>
                      <a:pt x="4" y="6"/>
                      <a:pt x="6" y="9"/>
                    </a:cubicBezTo>
                    <a:cubicBezTo>
                      <a:pt x="7" y="10"/>
                      <a:pt x="8" y="12"/>
                      <a:pt x="10" y="13"/>
                    </a:cubicBezTo>
                    <a:cubicBezTo>
                      <a:pt x="12" y="14"/>
                      <a:pt x="13" y="14"/>
                      <a:pt x="15" y="13"/>
                    </a:cubicBezTo>
                    <a:cubicBezTo>
                      <a:pt x="16" y="12"/>
                      <a:pt x="15" y="9"/>
                      <a:pt x="15" y="8"/>
                    </a:cubicBezTo>
                    <a:cubicBezTo>
                      <a:pt x="14" y="7"/>
                      <a:pt x="14" y="6"/>
                      <a:pt x="14" y="6"/>
                    </a:cubicBezTo>
                    <a:cubicBezTo>
                      <a:pt x="13" y="5"/>
                      <a:pt x="14" y="5"/>
                      <a:pt x="13" y="5"/>
                    </a:cubicBezTo>
                    <a:cubicBezTo>
                      <a:pt x="13" y="5"/>
                      <a:pt x="12" y="6"/>
                      <a:pt x="11" y="6"/>
                    </a:cubicBezTo>
                    <a:cubicBezTo>
                      <a:pt x="10" y="6"/>
                      <a:pt x="9" y="7"/>
                      <a:pt x="8" y="7"/>
                    </a:cubicBezTo>
                    <a:cubicBezTo>
                      <a:pt x="6" y="7"/>
                      <a:pt x="4" y="6"/>
                      <a:pt x="3" y="4"/>
                    </a:cubicBezTo>
                    <a:cubicBezTo>
                      <a:pt x="2" y="3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535" name="Freeform 939">
                <a:extLst>
                  <a:ext uri="{FF2B5EF4-FFF2-40B4-BE49-F238E27FC236}">
                    <a16:creationId xmlns:a16="http://schemas.microsoft.com/office/drawing/2014/main" id="{D14302FE-BAB1-4C3D-9DBC-2867A56C2D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5" y="3994"/>
                <a:ext cx="27" cy="22"/>
              </a:xfrm>
              <a:custGeom>
                <a:avLst/>
                <a:gdLst>
                  <a:gd name="T0" fmla="*/ 0 w 13"/>
                  <a:gd name="T1" fmla="*/ 0 h 10"/>
                  <a:gd name="T2" fmla="*/ 0 w 13"/>
                  <a:gd name="T3" fmla="*/ 0 h 10"/>
                  <a:gd name="T4" fmla="*/ 44 w 13"/>
                  <a:gd name="T5" fmla="*/ 88 h 10"/>
                  <a:gd name="T6" fmla="*/ 116 w 13"/>
                  <a:gd name="T7" fmla="*/ 106 h 10"/>
                  <a:gd name="T8" fmla="*/ 100 w 13"/>
                  <a:gd name="T9" fmla="*/ 64 h 10"/>
                  <a:gd name="T10" fmla="*/ 81 w 13"/>
                  <a:gd name="T11" fmla="*/ 53 h 10"/>
                  <a:gd name="T12" fmla="*/ 35 w 13"/>
                  <a:gd name="T13" fmla="*/ 44 h 10"/>
                  <a:gd name="T14" fmla="*/ 8 w 13"/>
                  <a:gd name="T15" fmla="*/ 0 h 1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3" h="10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3" y="2"/>
                      <a:pt x="3" y="6"/>
                      <a:pt x="5" y="8"/>
                    </a:cubicBezTo>
                    <a:cubicBezTo>
                      <a:pt x="7" y="10"/>
                      <a:pt x="10" y="10"/>
                      <a:pt x="13" y="10"/>
                    </a:cubicBezTo>
                    <a:cubicBezTo>
                      <a:pt x="13" y="9"/>
                      <a:pt x="12" y="7"/>
                      <a:pt x="11" y="6"/>
                    </a:cubicBezTo>
                    <a:cubicBezTo>
                      <a:pt x="11" y="5"/>
                      <a:pt x="11" y="5"/>
                      <a:pt x="9" y="5"/>
                    </a:cubicBezTo>
                    <a:cubicBezTo>
                      <a:pt x="8" y="5"/>
                      <a:pt x="5" y="5"/>
                      <a:pt x="4" y="4"/>
                    </a:cubicBezTo>
                    <a:cubicBezTo>
                      <a:pt x="3" y="3"/>
                      <a:pt x="1" y="1"/>
                      <a:pt x="1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536" name="Freeform 940">
                <a:extLst>
                  <a:ext uri="{FF2B5EF4-FFF2-40B4-BE49-F238E27FC236}">
                    <a16:creationId xmlns:a16="http://schemas.microsoft.com/office/drawing/2014/main" id="{CA509BF1-1CF4-4495-93F7-889DFADA86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6" y="4001"/>
                <a:ext cx="14" cy="9"/>
              </a:xfrm>
              <a:custGeom>
                <a:avLst/>
                <a:gdLst>
                  <a:gd name="T0" fmla="*/ 8 w 7"/>
                  <a:gd name="T1" fmla="*/ 11 h 4"/>
                  <a:gd name="T2" fmla="*/ 0 w 7"/>
                  <a:gd name="T3" fmla="*/ 11 h 4"/>
                  <a:gd name="T4" fmla="*/ 16 w 7"/>
                  <a:gd name="T5" fmla="*/ 11 h 4"/>
                  <a:gd name="T6" fmla="*/ 32 w 7"/>
                  <a:gd name="T7" fmla="*/ 11 h 4"/>
                  <a:gd name="T8" fmla="*/ 48 w 7"/>
                  <a:gd name="T9" fmla="*/ 45 h 4"/>
                  <a:gd name="T10" fmla="*/ 8 w 7"/>
                  <a:gd name="T11" fmla="*/ 36 h 4"/>
                  <a:gd name="T12" fmla="*/ 16 w 7"/>
                  <a:gd name="T13" fmla="*/ 25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" h="4">
                    <a:moveTo>
                      <a:pt x="1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1" y="2"/>
                      <a:pt x="1" y="1"/>
                      <a:pt x="2" y="1"/>
                    </a:cubicBezTo>
                    <a:cubicBezTo>
                      <a:pt x="3" y="1"/>
                      <a:pt x="3" y="0"/>
                      <a:pt x="4" y="1"/>
                    </a:cubicBezTo>
                    <a:cubicBezTo>
                      <a:pt x="6" y="1"/>
                      <a:pt x="7" y="3"/>
                      <a:pt x="6" y="4"/>
                    </a:cubicBezTo>
                    <a:cubicBezTo>
                      <a:pt x="5" y="4"/>
                      <a:pt x="3" y="4"/>
                      <a:pt x="1" y="3"/>
                    </a:cubicBezTo>
                    <a:cubicBezTo>
                      <a:pt x="1" y="2"/>
                      <a:pt x="2" y="3"/>
                      <a:pt x="2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537" name="Freeform 941">
                <a:extLst>
                  <a:ext uri="{FF2B5EF4-FFF2-40B4-BE49-F238E27FC236}">
                    <a16:creationId xmlns:a16="http://schemas.microsoft.com/office/drawing/2014/main" id="{2FE623F1-53C8-494E-A4D7-25102EA060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13" y="3988"/>
                <a:ext cx="10" cy="13"/>
              </a:xfrm>
              <a:custGeom>
                <a:avLst/>
                <a:gdLst>
                  <a:gd name="T0" fmla="*/ 0 w 5"/>
                  <a:gd name="T1" fmla="*/ 33 h 6"/>
                  <a:gd name="T2" fmla="*/ 24 w 5"/>
                  <a:gd name="T3" fmla="*/ 0 h 6"/>
                  <a:gd name="T4" fmla="*/ 40 w 5"/>
                  <a:gd name="T5" fmla="*/ 33 h 6"/>
                  <a:gd name="T6" fmla="*/ 24 w 5"/>
                  <a:gd name="T7" fmla="*/ 61 h 6"/>
                  <a:gd name="T8" fmla="*/ 8 w 5"/>
                  <a:gd name="T9" fmla="*/ 33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6">
                    <a:moveTo>
                      <a:pt x="0" y="3"/>
                    </a:moveTo>
                    <a:cubicBezTo>
                      <a:pt x="0" y="2"/>
                      <a:pt x="2" y="0"/>
                      <a:pt x="3" y="0"/>
                    </a:cubicBezTo>
                    <a:cubicBezTo>
                      <a:pt x="4" y="0"/>
                      <a:pt x="5" y="2"/>
                      <a:pt x="5" y="3"/>
                    </a:cubicBezTo>
                    <a:cubicBezTo>
                      <a:pt x="5" y="5"/>
                      <a:pt x="5" y="6"/>
                      <a:pt x="3" y="6"/>
                    </a:cubicBezTo>
                    <a:cubicBezTo>
                      <a:pt x="2" y="5"/>
                      <a:pt x="1" y="5"/>
                      <a:pt x="1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538" name="Freeform 942">
                <a:extLst>
                  <a:ext uri="{FF2B5EF4-FFF2-40B4-BE49-F238E27FC236}">
                    <a16:creationId xmlns:a16="http://schemas.microsoft.com/office/drawing/2014/main" id="{5613DACF-9E67-44CF-8CBA-80E8E7DA54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0" y="3821"/>
                <a:ext cx="56" cy="123"/>
              </a:xfrm>
              <a:custGeom>
                <a:avLst/>
                <a:gdLst>
                  <a:gd name="T0" fmla="*/ 35 w 27"/>
                  <a:gd name="T1" fmla="*/ 9 h 56"/>
                  <a:gd name="T2" fmla="*/ 81 w 27"/>
                  <a:gd name="T3" fmla="*/ 178 h 56"/>
                  <a:gd name="T4" fmla="*/ 116 w 27"/>
                  <a:gd name="T5" fmla="*/ 338 h 56"/>
                  <a:gd name="T6" fmla="*/ 241 w 27"/>
                  <a:gd name="T7" fmla="*/ 593 h 56"/>
                  <a:gd name="T8" fmla="*/ 73 w 27"/>
                  <a:gd name="T9" fmla="*/ 266 h 56"/>
                  <a:gd name="T10" fmla="*/ 17 w 27"/>
                  <a:gd name="T11" fmla="*/ 0 h 5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7" h="56">
                    <a:moveTo>
                      <a:pt x="4" y="1"/>
                    </a:moveTo>
                    <a:cubicBezTo>
                      <a:pt x="5" y="6"/>
                      <a:pt x="8" y="12"/>
                      <a:pt x="9" y="17"/>
                    </a:cubicBezTo>
                    <a:cubicBezTo>
                      <a:pt x="11" y="22"/>
                      <a:pt x="12" y="27"/>
                      <a:pt x="13" y="32"/>
                    </a:cubicBezTo>
                    <a:cubicBezTo>
                      <a:pt x="16" y="42"/>
                      <a:pt x="21" y="49"/>
                      <a:pt x="27" y="56"/>
                    </a:cubicBezTo>
                    <a:cubicBezTo>
                      <a:pt x="16" y="52"/>
                      <a:pt x="12" y="35"/>
                      <a:pt x="8" y="25"/>
                    </a:cubicBezTo>
                    <a:cubicBezTo>
                      <a:pt x="6" y="19"/>
                      <a:pt x="0" y="6"/>
                      <a:pt x="2" y="0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539" name="Freeform 943">
                <a:extLst>
                  <a:ext uri="{FF2B5EF4-FFF2-40B4-BE49-F238E27FC236}">
                    <a16:creationId xmlns:a16="http://schemas.microsoft.com/office/drawing/2014/main" id="{3CEF644F-A9BC-43F6-A9E0-CD930A595D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3" y="4003"/>
                <a:ext cx="21" cy="24"/>
              </a:xfrm>
              <a:custGeom>
                <a:avLst/>
                <a:gdLst>
                  <a:gd name="T0" fmla="*/ 57 w 10"/>
                  <a:gd name="T1" fmla="*/ 0 h 11"/>
                  <a:gd name="T2" fmla="*/ 48 w 10"/>
                  <a:gd name="T3" fmla="*/ 52 h 11"/>
                  <a:gd name="T4" fmla="*/ 0 w 10"/>
                  <a:gd name="T5" fmla="*/ 44 h 11"/>
                  <a:gd name="T6" fmla="*/ 17 w 10"/>
                  <a:gd name="T7" fmla="*/ 105 h 11"/>
                  <a:gd name="T8" fmla="*/ 36 w 10"/>
                  <a:gd name="T9" fmla="*/ 113 h 11"/>
                  <a:gd name="T10" fmla="*/ 57 w 10"/>
                  <a:gd name="T11" fmla="*/ 96 h 11"/>
                  <a:gd name="T12" fmla="*/ 67 w 10"/>
                  <a:gd name="T13" fmla="*/ 0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11">
                    <a:moveTo>
                      <a:pt x="6" y="0"/>
                    </a:moveTo>
                    <a:cubicBezTo>
                      <a:pt x="8" y="2"/>
                      <a:pt x="7" y="4"/>
                      <a:pt x="5" y="5"/>
                    </a:cubicBezTo>
                    <a:cubicBezTo>
                      <a:pt x="3" y="5"/>
                      <a:pt x="2" y="4"/>
                      <a:pt x="0" y="4"/>
                    </a:cubicBezTo>
                    <a:cubicBezTo>
                      <a:pt x="1" y="6"/>
                      <a:pt x="1" y="8"/>
                      <a:pt x="2" y="10"/>
                    </a:cubicBezTo>
                    <a:cubicBezTo>
                      <a:pt x="2" y="11"/>
                      <a:pt x="3" y="11"/>
                      <a:pt x="4" y="11"/>
                    </a:cubicBezTo>
                    <a:cubicBezTo>
                      <a:pt x="5" y="11"/>
                      <a:pt x="6" y="10"/>
                      <a:pt x="6" y="9"/>
                    </a:cubicBezTo>
                    <a:cubicBezTo>
                      <a:pt x="8" y="7"/>
                      <a:pt x="10" y="2"/>
                      <a:pt x="7" y="0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540" name="Freeform 944">
                <a:extLst>
                  <a:ext uri="{FF2B5EF4-FFF2-40B4-BE49-F238E27FC236}">
                    <a16:creationId xmlns:a16="http://schemas.microsoft.com/office/drawing/2014/main" id="{97FA141C-A199-415D-93FA-9F22FAF622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7" y="4001"/>
                <a:ext cx="10" cy="20"/>
              </a:xfrm>
              <a:custGeom>
                <a:avLst/>
                <a:gdLst>
                  <a:gd name="T0" fmla="*/ 8 w 5"/>
                  <a:gd name="T1" fmla="*/ 53 h 9"/>
                  <a:gd name="T2" fmla="*/ 16 w 5"/>
                  <a:gd name="T3" fmla="*/ 0 h 9"/>
                  <a:gd name="T4" fmla="*/ 32 w 5"/>
                  <a:gd name="T5" fmla="*/ 80 h 9"/>
                  <a:gd name="T6" fmla="*/ 0 w 5"/>
                  <a:gd name="T7" fmla="*/ 98 h 9"/>
                  <a:gd name="T8" fmla="*/ 0 w 5"/>
                  <a:gd name="T9" fmla="*/ 8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9">
                    <a:moveTo>
                      <a:pt x="1" y="5"/>
                    </a:moveTo>
                    <a:cubicBezTo>
                      <a:pt x="3" y="5"/>
                      <a:pt x="3" y="1"/>
                      <a:pt x="2" y="0"/>
                    </a:cubicBezTo>
                    <a:cubicBezTo>
                      <a:pt x="4" y="1"/>
                      <a:pt x="5" y="5"/>
                      <a:pt x="4" y="7"/>
                    </a:cubicBezTo>
                    <a:cubicBezTo>
                      <a:pt x="3" y="7"/>
                      <a:pt x="1" y="9"/>
                      <a:pt x="0" y="9"/>
                    </a:cubicBezTo>
                    <a:cubicBezTo>
                      <a:pt x="0" y="9"/>
                      <a:pt x="0" y="8"/>
                      <a:pt x="0" y="7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541" name="Freeform 945">
                <a:extLst>
                  <a:ext uri="{FF2B5EF4-FFF2-40B4-BE49-F238E27FC236}">
                    <a16:creationId xmlns:a16="http://schemas.microsoft.com/office/drawing/2014/main" id="{356D4157-36F4-4FC4-9C51-17F0755EA2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72" y="4003"/>
                <a:ext cx="10" cy="11"/>
              </a:xfrm>
              <a:custGeom>
                <a:avLst/>
                <a:gdLst>
                  <a:gd name="T0" fmla="*/ 0 w 5"/>
                  <a:gd name="T1" fmla="*/ 20 h 5"/>
                  <a:gd name="T2" fmla="*/ 24 w 5"/>
                  <a:gd name="T3" fmla="*/ 0 h 5"/>
                  <a:gd name="T4" fmla="*/ 32 w 5"/>
                  <a:gd name="T5" fmla="*/ 33 h 5"/>
                  <a:gd name="T6" fmla="*/ 8 w 5"/>
                  <a:gd name="T7" fmla="*/ 33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5">
                    <a:moveTo>
                      <a:pt x="0" y="2"/>
                    </a:moveTo>
                    <a:cubicBezTo>
                      <a:pt x="1" y="3"/>
                      <a:pt x="3" y="0"/>
                      <a:pt x="3" y="0"/>
                    </a:cubicBezTo>
                    <a:cubicBezTo>
                      <a:pt x="3" y="1"/>
                      <a:pt x="5" y="2"/>
                      <a:pt x="4" y="3"/>
                    </a:cubicBezTo>
                    <a:cubicBezTo>
                      <a:pt x="4" y="4"/>
                      <a:pt x="1" y="5"/>
                      <a:pt x="1" y="3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542" name="Freeform 946">
                <a:extLst>
                  <a:ext uri="{FF2B5EF4-FFF2-40B4-BE49-F238E27FC236}">
                    <a16:creationId xmlns:a16="http://schemas.microsoft.com/office/drawing/2014/main" id="{ABE98315-C9D5-41D2-8FA3-B8C3DA2F4A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1" y="3968"/>
                <a:ext cx="7" cy="11"/>
              </a:xfrm>
              <a:custGeom>
                <a:avLst/>
                <a:gdLst>
                  <a:gd name="T0" fmla="*/ 0 w 3"/>
                  <a:gd name="T1" fmla="*/ 0 h 5"/>
                  <a:gd name="T2" fmla="*/ 28 w 3"/>
                  <a:gd name="T3" fmla="*/ 20 h 5"/>
                  <a:gd name="T4" fmla="*/ 37 w 3"/>
                  <a:gd name="T5" fmla="*/ 53 h 5"/>
                  <a:gd name="T6" fmla="*/ 12 w 3"/>
                  <a:gd name="T7" fmla="*/ 0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5">
                    <a:moveTo>
                      <a:pt x="0" y="0"/>
                    </a:moveTo>
                    <a:cubicBezTo>
                      <a:pt x="1" y="1"/>
                      <a:pt x="2" y="1"/>
                      <a:pt x="2" y="2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3" y="3"/>
                      <a:pt x="3" y="0"/>
                      <a:pt x="1" y="0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543" name="Freeform 947">
                <a:extLst>
                  <a:ext uri="{FF2B5EF4-FFF2-40B4-BE49-F238E27FC236}">
                    <a16:creationId xmlns:a16="http://schemas.microsoft.com/office/drawing/2014/main" id="{2D736A9A-1406-4AAD-B72A-C9B2BB8C8F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4" y="3964"/>
                <a:ext cx="8" cy="8"/>
              </a:xfrm>
              <a:custGeom>
                <a:avLst/>
                <a:gdLst>
                  <a:gd name="T0" fmla="*/ 0 w 4"/>
                  <a:gd name="T1" fmla="*/ 8 h 4"/>
                  <a:gd name="T2" fmla="*/ 32 w 4"/>
                  <a:gd name="T3" fmla="*/ 32 h 4"/>
                  <a:gd name="T4" fmla="*/ 8 w 4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0" y="1"/>
                    </a:moveTo>
                    <a:cubicBezTo>
                      <a:pt x="2" y="1"/>
                      <a:pt x="3" y="2"/>
                      <a:pt x="4" y="4"/>
                    </a:cubicBezTo>
                    <a:cubicBezTo>
                      <a:pt x="4" y="2"/>
                      <a:pt x="3" y="1"/>
                      <a:pt x="1" y="0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544" name="Freeform 948">
                <a:extLst>
                  <a:ext uri="{FF2B5EF4-FFF2-40B4-BE49-F238E27FC236}">
                    <a16:creationId xmlns:a16="http://schemas.microsoft.com/office/drawing/2014/main" id="{9D139FBC-8FBA-4F54-8C7B-ADC295EF70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98" y="3997"/>
                <a:ext cx="9" cy="13"/>
              </a:xfrm>
              <a:custGeom>
                <a:avLst/>
                <a:gdLst>
                  <a:gd name="T0" fmla="*/ 36 w 4"/>
                  <a:gd name="T1" fmla="*/ 0 h 6"/>
                  <a:gd name="T2" fmla="*/ 25 w 4"/>
                  <a:gd name="T3" fmla="*/ 33 h 6"/>
                  <a:gd name="T4" fmla="*/ 11 w 4"/>
                  <a:gd name="T5" fmla="*/ 52 h 6"/>
                  <a:gd name="T6" fmla="*/ 45 w 4"/>
                  <a:gd name="T7" fmla="*/ 33 h 6"/>
                  <a:gd name="T8" fmla="*/ 36 w 4"/>
                  <a:gd name="T9" fmla="*/ 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6">
                    <a:moveTo>
                      <a:pt x="3" y="0"/>
                    </a:moveTo>
                    <a:cubicBezTo>
                      <a:pt x="3" y="1"/>
                      <a:pt x="3" y="2"/>
                      <a:pt x="2" y="3"/>
                    </a:cubicBezTo>
                    <a:cubicBezTo>
                      <a:pt x="2" y="3"/>
                      <a:pt x="0" y="5"/>
                      <a:pt x="1" y="5"/>
                    </a:cubicBezTo>
                    <a:cubicBezTo>
                      <a:pt x="3" y="6"/>
                      <a:pt x="4" y="3"/>
                      <a:pt x="4" y="3"/>
                    </a:cubicBezTo>
                    <a:cubicBezTo>
                      <a:pt x="4" y="2"/>
                      <a:pt x="4" y="1"/>
                      <a:pt x="3" y="0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545" name="Freeform 949">
                <a:extLst>
                  <a:ext uri="{FF2B5EF4-FFF2-40B4-BE49-F238E27FC236}">
                    <a16:creationId xmlns:a16="http://schemas.microsoft.com/office/drawing/2014/main" id="{78AD4FDE-FEBC-41D6-A89E-46387DF69B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19" y="3986"/>
                <a:ext cx="12" cy="13"/>
              </a:xfrm>
              <a:custGeom>
                <a:avLst/>
                <a:gdLst>
                  <a:gd name="T0" fmla="*/ 32 w 6"/>
                  <a:gd name="T1" fmla="*/ 0 h 6"/>
                  <a:gd name="T2" fmla="*/ 24 w 6"/>
                  <a:gd name="T3" fmla="*/ 61 h 6"/>
                  <a:gd name="T4" fmla="*/ 32 w 6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6">
                    <a:moveTo>
                      <a:pt x="4" y="0"/>
                    </a:moveTo>
                    <a:cubicBezTo>
                      <a:pt x="6" y="1"/>
                      <a:pt x="6" y="6"/>
                      <a:pt x="3" y="6"/>
                    </a:cubicBezTo>
                    <a:cubicBezTo>
                      <a:pt x="0" y="6"/>
                      <a:pt x="3" y="1"/>
                      <a:pt x="4" y="0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546" name="Freeform 950">
                <a:extLst>
                  <a:ext uri="{FF2B5EF4-FFF2-40B4-BE49-F238E27FC236}">
                    <a16:creationId xmlns:a16="http://schemas.microsoft.com/office/drawing/2014/main" id="{FE40A694-ABFE-497C-B5F0-DC40213216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6" y="3968"/>
                <a:ext cx="11" cy="9"/>
              </a:xfrm>
              <a:custGeom>
                <a:avLst/>
                <a:gdLst>
                  <a:gd name="T0" fmla="*/ 0 w 5"/>
                  <a:gd name="T1" fmla="*/ 11 h 4"/>
                  <a:gd name="T2" fmla="*/ 0 w 5"/>
                  <a:gd name="T3" fmla="*/ 11 h 4"/>
                  <a:gd name="T4" fmla="*/ 44 w 5"/>
                  <a:gd name="T5" fmla="*/ 45 h 4"/>
                  <a:gd name="T6" fmla="*/ 9 w 5"/>
                  <a:gd name="T7" fmla="*/ 0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4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2" y="2"/>
                      <a:pt x="4" y="2"/>
                      <a:pt x="4" y="4"/>
                    </a:cubicBezTo>
                    <a:cubicBezTo>
                      <a:pt x="5" y="3"/>
                      <a:pt x="3" y="0"/>
                      <a:pt x="1" y="0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547" name="Freeform 951">
                <a:extLst>
                  <a:ext uri="{FF2B5EF4-FFF2-40B4-BE49-F238E27FC236}">
                    <a16:creationId xmlns:a16="http://schemas.microsoft.com/office/drawing/2014/main" id="{B6A89524-9DC3-43DA-BFF3-7E0AA53C03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1" y="3975"/>
                <a:ext cx="11" cy="8"/>
              </a:xfrm>
              <a:custGeom>
                <a:avLst/>
                <a:gdLst>
                  <a:gd name="T0" fmla="*/ 0 w 5"/>
                  <a:gd name="T1" fmla="*/ 8 h 4"/>
                  <a:gd name="T2" fmla="*/ 44 w 5"/>
                  <a:gd name="T3" fmla="*/ 32 h 4"/>
                  <a:gd name="T4" fmla="*/ 0 w 5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4">
                    <a:moveTo>
                      <a:pt x="0" y="1"/>
                    </a:moveTo>
                    <a:cubicBezTo>
                      <a:pt x="1" y="0"/>
                      <a:pt x="3" y="3"/>
                      <a:pt x="4" y="4"/>
                    </a:cubicBezTo>
                    <a:cubicBezTo>
                      <a:pt x="5" y="3"/>
                      <a:pt x="2" y="0"/>
                      <a:pt x="0" y="0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548" name="Freeform 952">
                <a:extLst>
                  <a:ext uri="{FF2B5EF4-FFF2-40B4-BE49-F238E27FC236}">
                    <a16:creationId xmlns:a16="http://schemas.microsoft.com/office/drawing/2014/main" id="{346277F9-84AF-4750-8416-EAB8845BA9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0" y="3979"/>
                <a:ext cx="35" cy="68"/>
              </a:xfrm>
              <a:custGeom>
                <a:avLst/>
                <a:gdLst>
                  <a:gd name="T0" fmla="*/ 124 w 17"/>
                  <a:gd name="T1" fmla="*/ 0 h 31"/>
                  <a:gd name="T2" fmla="*/ 80 w 17"/>
                  <a:gd name="T3" fmla="*/ 20 h 31"/>
                  <a:gd name="T4" fmla="*/ 68 w 17"/>
                  <a:gd name="T5" fmla="*/ 105 h 31"/>
                  <a:gd name="T6" fmla="*/ 60 w 17"/>
                  <a:gd name="T7" fmla="*/ 241 h 31"/>
                  <a:gd name="T8" fmla="*/ 33 w 17"/>
                  <a:gd name="T9" fmla="*/ 230 h 31"/>
                  <a:gd name="T10" fmla="*/ 16 w 17"/>
                  <a:gd name="T11" fmla="*/ 213 h 31"/>
                  <a:gd name="T12" fmla="*/ 0 w 17"/>
                  <a:gd name="T13" fmla="*/ 213 h 31"/>
                  <a:gd name="T14" fmla="*/ 8 w 17"/>
                  <a:gd name="T15" fmla="*/ 318 h 31"/>
                  <a:gd name="T16" fmla="*/ 89 w 17"/>
                  <a:gd name="T17" fmla="*/ 274 h 31"/>
                  <a:gd name="T18" fmla="*/ 132 w 17"/>
                  <a:gd name="T19" fmla="*/ 222 h 31"/>
                  <a:gd name="T20" fmla="*/ 140 w 17"/>
                  <a:gd name="T21" fmla="*/ 125 h 31"/>
                  <a:gd name="T22" fmla="*/ 132 w 17"/>
                  <a:gd name="T23" fmla="*/ 53 h 31"/>
                  <a:gd name="T24" fmla="*/ 124 w 17"/>
                  <a:gd name="T25" fmla="*/ 9 h 31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7" h="31">
                    <a:moveTo>
                      <a:pt x="14" y="0"/>
                    </a:moveTo>
                    <a:cubicBezTo>
                      <a:pt x="12" y="0"/>
                      <a:pt x="10" y="1"/>
                      <a:pt x="9" y="2"/>
                    </a:cubicBezTo>
                    <a:cubicBezTo>
                      <a:pt x="8" y="4"/>
                      <a:pt x="8" y="8"/>
                      <a:pt x="8" y="10"/>
                    </a:cubicBezTo>
                    <a:cubicBezTo>
                      <a:pt x="7" y="14"/>
                      <a:pt x="7" y="18"/>
                      <a:pt x="7" y="23"/>
                    </a:cubicBezTo>
                    <a:cubicBezTo>
                      <a:pt x="6" y="23"/>
                      <a:pt x="5" y="22"/>
                      <a:pt x="4" y="22"/>
                    </a:cubicBezTo>
                    <a:cubicBezTo>
                      <a:pt x="3" y="21"/>
                      <a:pt x="2" y="21"/>
                      <a:pt x="2" y="20"/>
                    </a:cubicBezTo>
                    <a:cubicBezTo>
                      <a:pt x="1" y="20"/>
                      <a:pt x="1" y="20"/>
                      <a:pt x="0" y="20"/>
                    </a:cubicBezTo>
                    <a:cubicBezTo>
                      <a:pt x="3" y="23"/>
                      <a:pt x="3" y="27"/>
                      <a:pt x="1" y="30"/>
                    </a:cubicBezTo>
                    <a:cubicBezTo>
                      <a:pt x="4" y="31"/>
                      <a:pt x="7" y="28"/>
                      <a:pt x="10" y="26"/>
                    </a:cubicBezTo>
                    <a:cubicBezTo>
                      <a:pt x="12" y="25"/>
                      <a:pt x="14" y="23"/>
                      <a:pt x="15" y="21"/>
                    </a:cubicBezTo>
                    <a:cubicBezTo>
                      <a:pt x="17" y="18"/>
                      <a:pt x="16" y="15"/>
                      <a:pt x="16" y="12"/>
                    </a:cubicBezTo>
                    <a:cubicBezTo>
                      <a:pt x="16" y="10"/>
                      <a:pt x="16" y="8"/>
                      <a:pt x="15" y="5"/>
                    </a:cubicBezTo>
                    <a:cubicBezTo>
                      <a:pt x="15" y="5"/>
                      <a:pt x="14" y="1"/>
                      <a:pt x="14" y="1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549" name="Freeform 953">
                <a:extLst>
                  <a:ext uri="{FF2B5EF4-FFF2-40B4-BE49-F238E27FC236}">
                    <a16:creationId xmlns:a16="http://schemas.microsoft.com/office/drawing/2014/main" id="{2BE65D5B-4240-4071-8135-EACC482151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8" y="4018"/>
                <a:ext cx="31" cy="29"/>
              </a:xfrm>
              <a:custGeom>
                <a:avLst/>
                <a:gdLst>
                  <a:gd name="T0" fmla="*/ 81 w 15"/>
                  <a:gd name="T1" fmla="*/ 20 h 13"/>
                  <a:gd name="T2" fmla="*/ 43 w 15"/>
                  <a:gd name="T3" fmla="*/ 109 h 13"/>
                  <a:gd name="T4" fmla="*/ 8 w 15"/>
                  <a:gd name="T5" fmla="*/ 65 h 13"/>
                  <a:gd name="T6" fmla="*/ 25 w 15"/>
                  <a:gd name="T7" fmla="*/ 134 h 13"/>
                  <a:gd name="T8" fmla="*/ 72 w 15"/>
                  <a:gd name="T9" fmla="*/ 134 h 13"/>
                  <a:gd name="T10" fmla="*/ 107 w 15"/>
                  <a:gd name="T11" fmla="*/ 100 h 13"/>
                  <a:gd name="T12" fmla="*/ 116 w 15"/>
                  <a:gd name="T13" fmla="*/ 56 h 13"/>
                  <a:gd name="T14" fmla="*/ 124 w 15"/>
                  <a:gd name="T15" fmla="*/ 9 h 13"/>
                  <a:gd name="T16" fmla="*/ 99 w 15"/>
                  <a:gd name="T17" fmla="*/ 0 h 1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5" h="13">
                    <a:moveTo>
                      <a:pt x="9" y="2"/>
                    </a:moveTo>
                    <a:cubicBezTo>
                      <a:pt x="9" y="5"/>
                      <a:pt x="8" y="9"/>
                      <a:pt x="5" y="10"/>
                    </a:cubicBezTo>
                    <a:cubicBezTo>
                      <a:pt x="2" y="10"/>
                      <a:pt x="2" y="7"/>
                      <a:pt x="1" y="6"/>
                    </a:cubicBezTo>
                    <a:cubicBezTo>
                      <a:pt x="0" y="8"/>
                      <a:pt x="1" y="12"/>
                      <a:pt x="3" y="12"/>
                    </a:cubicBezTo>
                    <a:cubicBezTo>
                      <a:pt x="4" y="13"/>
                      <a:pt x="6" y="13"/>
                      <a:pt x="8" y="12"/>
                    </a:cubicBezTo>
                    <a:cubicBezTo>
                      <a:pt x="9" y="11"/>
                      <a:pt x="11" y="10"/>
                      <a:pt x="12" y="9"/>
                    </a:cubicBezTo>
                    <a:cubicBezTo>
                      <a:pt x="13" y="8"/>
                      <a:pt x="13" y="7"/>
                      <a:pt x="13" y="5"/>
                    </a:cubicBezTo>
                    <a:cubicBezTo>
                      <a:pt x="14" y="4"/>
                      <a:pt x="15" y="2"/>
                      <a:pt x="14" y="1"/>
                    </a:cubicBezTo>
                    <a:cubicBezTo>
                      <a:pt x="14" y="0"/>
                      <a:pt x="12" y="0"/>
                      <a:pt x="11" y="0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550" name="Freeform 954">
                <a:extLst>
                  <a:ext uri="{FF2B5EF4-FFF2-40B4-BE49-F238E27FC236}">
                    <a16:creationId xmlns:a16="http://schemas.microsoft.com/office/drawing/2014/main" id="{7F28615B-3547-4510-B1CE-9E14BB11F2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7" y="4025"/>
                <a:ext cx="14" cy="18"/>
              </a:xfrm>
              <a:custGeom>
                <a:avLst/>
                <a:gdLst>
                  <a:gd name="T0" fmla="*/ 48 w 7"/>
                  <a:gd name="T1" fmla="*/ 0 h 8"/>
                  <a:gd name="T2" fmla="*/ 48 w 7"/>
                  <a:gd name="T3" fmla="*/ 0 h 8"/>
                  <a:gd name="T4" fmla="*/ 32 w 7"/>
                  <a:gd name="T5" fmla="*/ 72 h 8"/>
                  <a:gd name="T6" fmla="*/ 0 w 7"/>
                  <a:gd name="T7" fmla="*/ 36 h 8"/>
                  <a:gd name="T8" fmla="*/ 8 w 7"/>
                  <a:gd name="T9" fmla="*/ 56 h 8"/>
                  <a:gd name="T10" fmla="*/ 8 w 7"/>
                  <a:gd name="T11" fmla="*/ 81 h 8"/>
                  <a:gd name="T12" fmla="*/ 32 w 7"/>
                  <a:gd name="T13" fmla="*/ 81 h 8"/>
                  <a:gd name="T14" fmla="*/ 56 w 7"/>
                  <a:gd name="T15" fmla="*/ 56 h 8"/>
                  <a:gd name="T16" fmla="*/ 56 w 7"/>
                  <a:gd name="T17" fmla="*/ 11 h 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" h="8">
                    <a:moveTo>
                      <a:pt x="6" y="0"/>
                    </a:moveTo>
                    <a:cubicBezTo>
                      <a:pt x="6" y="0"/>
                      <a:pt x="6" y="0"/>
                      <a:pt x="6" y="0"/>
                    </a:cubicBezTo>
                    <a:cubicBezTo>
                      <a:pt x="6" y="1"/>
                      <a:pt x="6" y="5"/>
                      <a:pt x="4" y="6"/>
                    </a:cubicBezTo>
                    <a:cubicBezTo>
                      <a:pt x="2" y="6"/>
                      <a:pt x="2" y="4"/>
                      <a:pt x="0" y="3"/>
                    </a:cubicBezTo>
                    <a:cubicBezTo>
                      <a:pt x="1" y="3"/>
                      <a:pt x="1" y="4"/>
                      <a:pt x="1" y="5"/>
                    </a:cubicBezTo>
                    <a:cubicBezTo>
                      <a:pt x="1" y="5"/>
                      <a:pt x="1" y="7"/>
                      <a:pt x="1" y="7"/>
                    </a:cubicBezTo>
                    <a:cubicBezTo>
                      <a:pt x="2" y="8"/>
                      <a:pt x="3" y="8"/>
                      <a:pt x="4" y="7"/>
                    </a:cubicBezTo>
                    <a:cubicBezTo>
                      <a:pt x="6" y="7"/>
                      <a:pt x="7" y="7"/>
                      <a:pt x="7" y="5"/>
                    </a:cubicBezTo>
                    <a:cubicBezTo>
                      <a:pt x="7" y="4"/>
                      <a:pt x="7" y="2"/>
                      <a:pt x="7" y="1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551" name="Freeform 955">
                <a:extLst>
                  <a:ext uri="{FF2B5EF4-FFF2-40B4-BE49-F238E27FC236}">
                    <a16:creationId xmlns:a16="http://schemas.microsoft.com/office/drawing/2014/main" id="{D2750402-8522-45BF-990E-E70ECE6249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8" y="4021"/>
                <a:ext cx="8" cy="19"/>
              </a:xfrm>
              <a:custGeom>
                <a:avLst/>
                <a:gdLst>
                  <a:gd name="T0" fmla="*/ 32 w 4"/>
                  <a:gd name="T1" fmla="*/ 0 h 9"/>
                  <a:gd name="T2" fmla="*/ 16 w 4"/>
                  <a:gd name="T3" fmla="*/ 36 h 9"/>
                  <a:gd name="T4" fmla="*/ 0 w 4"/>
                  <a:gd name="T5" fmla="*/ 36 h 9"/>
                  <a:gd name="T6" fmla="*/ 16 w 4"/>
                  <a:gd name="T7" fmla="*/ 76 h 9"/>
                  <a:gd name="T8" fmla="*/ 32 w 4"/>
                  <a:gd name="T9" fmla="*/ 8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9">
                    <a:moveTo>
                      <a:pt x="4" y="0"/>
                    </a:moveTo>
                    <a:cubicBezTo>
                      <a:pt x="4" y="1"/>
                      <a:pt x="3" y="3"/>
                      <a:pt x="2" y="4"/>
                    </a:cubicBezTo>
                    <a:cubicBezTo>
                      <a:pt x="2" y="5"/>
                      <a:pt x="0" y="7"/>
                      <a:pt x="0" y="4"/>
                    </a:cubicBezTo>
                    <a:cubicBezTo>
                      <a:pt x="0" y="6"/>
                      <a:pt x="0" y="9"/>
                      <a:pt x="2" y="8"/>
                    </a:cubicBezTo>
                    <a:cubicBezTo>
                      <a:pt x="4" y="6"/>
                      <a:pt x="4" y="3"/>
                      <a:pt x="4" y="1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552" name="Freeform 956">
                <a:extLst>
                  <a:ext uri="{FF2B5EF4-FFF2-40B4-BE49-F238E27FC236}">
                    <a16:creationId xmlns:a16="http://schemas.microsoft.com/office/drawing/2014/main" id="{DB0D91B0-58A4-45F8-AB4B-2BFC861843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7" y="4010"/>
                <a:ext cx="12" cy="22"/>
              </a:xfrm>
              <a:custGeom>
                <a:avLst/>
                <a:gdLst>
                  <a:gd name="T0" fmla="*/ 24 w 6"/>
                  <a:gd name="T1" fmla="*/ 0 h 10"/>
                  <a:gd name="T2" fmla="*/ 0 w 6"/>
                  <a:gd name="T3" fmla="*/ 44 h 10"/>
                  <a:gd name="T4" fmla="*/ 8 w 6"/>
                  <a:gd name="T5" fmla="*/ 88 h 10"/>
                  <a:gd name="T6" fmla="*/ 16 w 6"/>
                  <a:gd name="T7" fmla="*/ 106 h 10"/>
                  <a:gd name="T8" fmla="*/ 32 w 6"/>
                  <a:gd name="T9" fmla="*/ 0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10">
                    <a:moveTo>
                      <a:pt x="3" y="0"/>
                    </a:moveTo>
                    <a:cubicBezTo>
                      <a:pt x="2" y="2"/>
                      <a:pt x="3" y="5"/>
                      <a:pt x="0" y="4"/>
                    </a:cubicBezTo>
                    <a:cubicBezTo>
                      <a:pt x="1" y="5"/>
                      <a:pt x="1" y="6"/>
                      <a:pt x="1" y="8"/>
                    </a:cubicBezTo>
                    <a:cubicBezTo>
                      <a:pt x="1" y="9"/>
                      <a:pt x="1" y="10"/>
                      <a:pt x="2" y="10"/>
                    </a:cubicBezTo>
                    <a:cubicBezTo>
                      <a:pt x="6" y="9"/>
                      <a:pt x="5" y="2"/>
                      <a:pt x="4" y="0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553" name="Freeform 957">
                <a:extLst>
                  <a:ext uri="{FF2B5EF4-FFF2-40B4-BE49-F238E27FC236}">
                    <a16:creationId xmlns:a16="http://schemas.microsoft.com/office/drawing/2014/main" id="{EA73D803-711D-4BD2-9DAC-BACAF1820F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3" y="3979"/>
                <a:ext cx="8" cy="11"/>
              </a:xfrm>
              <a:custGeom>
                <a:avLst/>
                <a:gdLst>
                  <a:gd name="T0" fmla="*/ 0 w 4"/>
                  <a:gd name="T1" fmla="*/ 20 h 5"/>
                  <a:gd name="T2" fmla="*/ 24 w 4"/>
                  <a:gd name="T3" fmla="*/ 53 h 5"/>
                  <a:gd name="T4" fmla="*/ 8 w 4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5">
                    <a:moveTo>
                      <a:pt x="0" y="2"/>
                    </a:moveTo>
                    <a:cubicBezTo>
                      <a:pt x="2" y="2"/>
                      <a:pt x="3" y="3"/>
                      <a:pt x="3" y="5"/>
                    </a:cubicBezTo>
                    <a:cubicBezTo>
                      <a:pt x="4" y="3"/>
                      <a:pt x="3" y="1"/>
                      <a:pt x="1" y="0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554" name="Freeform 958">
                <a:extLst>
                  <a:ext uri="{FF2B5EF4-FFF2-40B4-BE49-F238E27FC236}">
                    <a16:creationId xmlns:a16="http://schemas.microsoft.com/office/drawing/2014/main" id="{A54ECA1C-A1DA-40D6-BA4C-093E923570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4" y="3979"/>
                <a:ext cx="10" cy="13"/>
              </a:xfrm>
              <a:custGeom>
                <a:avLst/>
                <a:gdLst>
                  <a:gd name="T0" fmla="*/ 0 w 5"/>
                  <a:gd name="T1" fmla="*/ 20 h 6"/>
                  <a:gd name="T2" fmla="*/ 32 w 5"/>
                  <a:gd name="T3" fmla="*/ 61 h 6"/>
                  <a:gd name="T4" fmla="*/ 16 w 5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6">
                    <a:moveTo>
                      <a:pt x="0" y="2"/>
                    </a:moveTo>
                    <a:cubicBezTo>
                      <a:pt x="2" y="3"/>
                      <a:pt x="5" y="3"/>
                      <a:pt x="4" y="6"/>
                    </a:cubicBezTo>
                    <a:cubicBezTo>
                      <a:pt x="5" y="4"/>
                      <a:pt x="5" y="0"/>
                      <a:pt x="2" y="0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555" name="Freeform 959">
                <a:extLst>
                  <a:ext uri="{FF2B5EF4-FFF2-40B4-BE49-F238E27FC236}">
                    <a16:creationId xmlns:a16="http://schemas.microsoft.com/office/drawing/2014/main" id="{885B47AA-B334-416F-8E8C-30F26F1773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5" y="3972"/>
                <a:ext cx="8" cy="9"/>
              </a:xfrm>
              <a:custGeom>
                <a:avLst/>
                <a:gdLst>
                  <a:gd name="T0" fmla="*/ 0 w 4"/>
                  <a:gd name="T1" fmla="*/ 11 h 4"/>
                  <a:gd name="T2" fmla="*/ 16 w 4"/>
                  <a:gd name="T3" fmla="*/ 45 h 4"/>
                  <a:gd name="T4" fmla="*/ 8 w 4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0" y="1"/>
                    </a:moveTo>
                    <a:cubicBezTo>
                      <a:pt x="2" y="1"/>
                      <a:pt x="3" y="3"/>
                      <a:pt x="2" y="4"/>
                    </a:cubicBezTo>
                    <a:cubicBezTo>
                      <a:pt x="4" y="3"/>
                      <a:pt x="3" y="0"/>
                      <a:pt x="1" y="0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556" name="Freeform 960">
                <a:extLst>
                  <a:ext uri="{FF2B5EF4-FFF2-40B4-BE49-F238E27FC236}">
                    <a16:creationId xmlns:a16="http://schemas.microsoft.com/office/drawing/2014/main" id="{AD7D2304-AF82-4105-8689-B42624D88D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4" y="2308"/>
                <a:ext cx="49" cy="509"/>
              </a:xfrm>
              <a:custGeom>
                <a:avLst/>
                <a:gdLst>
                  <a:gd name="T0" fmla="*/ 76 w 24"/>
                  <a:gd name="T1" fmla="*/ 0 h 232"/>
                  <a:gd name="T2" fmla="*/ 0 w 24"/>
                  <a:gd name="T3" fmla="*/ 2451 h 232"/>
                  <a:gd name="T4" fmla="*/ 76 w 24"/>
                  <a:gd name="T5" fmla="*/ 0 h 2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232">
                    <a:moveTo>
                      <a:pt x="9" y="0"/>
                    </a:moveTo>
                    <a:cubicBezTo>
                      <a:pt x="9" y="0"/>
                      <a:pt x="24" y="138"/>
                      <a:pt x="0" y="232"/>
                    </a:cubicBezTo>
                    <a:cubicBezTo>
                      <a:pt x="0" y="232"/>
                      <a:pt x="14" y="163"/>
                      <a:pt x="9" y="0"/>
                    </a:cubicBezTo>
                    <a:close/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557" name="Freeform 961">
                <a:extLst>
                  <a:ext uri="{FF2B5EF4-FFF2-40B4-BE49-F238E27FC236}">
                    <a16:creationId xmlns:a16="http://schemas.microsoft.com/office/drawing/2014/main" id="{7D02982F-DF54-4B9E-BDE4-0EE8A69455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4" y="2490"/>
                <a:ext cx="43" cy="356"/>
              </a:xfrm>
              <a:custGeom>
                <a:avLst/>
                <a:gdLst>
                  <a:gd name="T0" fmla="*/ 0 w 21"/>
                  <a:gd name="T1" fmla="*/ 20 h 162"/>
                  <a:gd name="T2" fmla="*/ 41 w 21"/>
                  <a:gd name="T3" fmla="*/ 391 h 162"/>
                  <a:gd name="T4" fmla="*/ 96 w 21"/>
                  <a:gd name="T5" fmla="*/ 719 h 162"/>
                  <a:gd name="T6" fmla="*/ 129 w 21"/>
                  <a:gd name="T7" fmla="*/ 1222 h 162"/>
                  <a:gd name="T8" fmla="*/ 139 w 21"/>
                  <a:gd name="T9" fmla="*/ 1718 h 162"/>
                  <a:gd name="T10" fmla="*/ 172 w 21"/>
                  <a:gd name="T11" fmla="*/ 1420 h 162"/>
                  <a:gd name="T12" fmla="*/ 172 w 21"/>
                  <a:gd name="T13" fmla="*/ 1053 h 162"/>
                  <a:gd name="T14" fmla="*/ 113 w 21"/>
                  <a:gd name="T15" fmla="*/ 521 h 162"/>
                  <a:gd name="T16" fmla="*/ 51 w 21"/>
                  <a:gd name="T17" fmla="*/ 193 h 162"/>
                  <a:gd name="T18" fmla="*/ 8 w 21"/>
                  <a:gd name="T19" fmla="*/ 0 h 16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1" h="162">
                    <a:moveTo>
                      <a:pt x="0" y="2"/>
                    </a:moveTo>
                    <a:cubicBezTo>
                      <a:pt x="0" y="13"/>
                      <a:pt x="3" y="26"/>
                      <a:pt x="5" y="37"/>
                    </a:cubicBezTo>
                    <a:cubicBezTo>
                      <a:pt x="7" y="48"/>
                      <a:pt x="10" y="58"/>
                      <a:pt x="11" y="68"/>
                    </a:cubicBezTo>
                    <a:cubicBezTo>
                      <a:pt x="13" y="84"/>
                      <a:pt x="15" y="99"/>
                      <a:pt x="15" y="115"/>
                    </a:cubicBezTo>
                    <a:cubicBezTo>
                      <a:pt x="16" y="130"/>
                      <a:pt x="15" y="146"/>
                      <a:pt x="16" y="162"/>
                    </a:cubicBezTo>
                    <a:cubicBezTo>
                      <a:pt x="19" y="154"/>
                      <a:pt x="19" y="142"/>
                      <a:pt x="20" y="134"/>
                    </a:cubicBezTo>
                    <a:cubicBezTo>
                      <a:pt x="20" y="122"/>
                      <a:pt x="21" y="111"/>
                      <a:pt x="20" y="99"/>
                    </a:cubicBezTo>
                    <a:cubicBezTo>
                      <a:pt x="19" y="82"/>
                      <a:pt x="16" y="66"/>
                      <a:pt x="13" y="49"/>
                    </a:cubicBezTo>
                    <a:cubicBezTo>
                      <a:pt x="10" y="39"/>
                      <a:pt x="8" y="28"/>
                      <a:pt x="6" y="18"/>
                    </a:cubicBezTo>
                    <a:cubicBezTo>
                      <a:pt x="6" y="14"/>
                      <a:pt x="5" y="0"/>
                      <a:pt x="1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558" name="Freeform 962">
                <a:extLst>
                  <a:ext uri="{FF2B5EF4-FFF2-40B4-BE49-F238E27FC236}">
                    <a16:creationId xmlns:a16="http://schemas.microsoft.com/office/drawing/2014/main" id="{920FAFDA-CB56-413A-A727-6E40C9BB2D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2" y="3120"/>
                <a:ext cx="25" cy="136"/>
              </a:xfrm>
              <a:custGeom>
                <a:avLst/>
                <a:gdLst>
                  <a:gd name="T0" fmla="*/ 27 w 12"/>
                  <a:gd name="T1" fmla="*/ 0 h 62"/>
                  <a:gd name="T2" fmla="*/ 35 w 12"/>
                  <a:gd name="T3" fmla="*/ 362 h 62"/>
                  <a:gd name="T4" fmla="*/ 108 w 12"/>
                  <a:gd name="T5" fmla="*/ 654 h 62"/>
                  <a:gd name="T6" fmla="*/ 65 w 12"/>
                  <a:gd name="T7" fmla="*/ 0 h 6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62">
                    <a:moveTo>
                      <a:pt x="3" y="0"/>
                    </a:moveTo>
                    <a:cubicBezTo>
                      <a:pt x="0" y="10"/>
                      <a:pt x="2" y="23"/>
                      <a:pt x="4" y="34"/>
                    </a:cubicBezTo>
                    <a:cubicBezTo>
                      <a:pt x="5" y="42"/>
                      <a:pt x="7" y="55"/>
                      <a:pt x="12" y="62"/>
                    </a:cubicBezTo>
                    <a:cubicBezTo>
                      <a:pt x="5" y="42"/>
                      <a:pt x="12" y="20"/>
                      <a:pt x="7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559" name="Freeform 963">
                <a:extLst>
                  <a:ext uri="{FF2B5EF4-FFF2-40B4-BE49-F238E27FC236}">
                    <a16:creationId xmlns:a16="http://schemas.microsoft.com/office/drawing/2014/main" id="{87C674A4-D4A4-4DA0-9F74-FD21315C44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5" y="3318"/>
                <a:ext cx="27" cy="182"/>
              </a:xfrm>
              <a:custGeom>
                <a:avLst/>
                <a:gdLst>
                  <a:gd name="T0" fmla="*/ 17 w 13"/>
                  <a:gd name="T1" fmla="*/ 0 h 83"/>
                  <a:gd name="T2" fmla="*/ 8 w 13"/>
                  <a:gd name="T3" fmla="*/ 443 h 83"/>
                  <a:gd name="T4" fmla="*/ 44 w 13"/>
                  <a:gd name="T5" fmla="*/ 653 h 83"/>
                  <a:gd name="T6" fmla="*/ 116 w 13"/>
                  <a:gd name="T7" fmla="*/ 875 h 83"/>
                  <a:gd name="T8" fmla="*/ 64 w 13"/>
                  <a:gd name="T9" fmla="*/ 360 h 83"/>
                  <a:gd name="T10" fmla="*/ 25 w 13"/>
                  <a:gd name="T11" fmla="*/ 64 h 8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" h="83">
                    <a:moveTo>
                      <a:pt x="2" y="0"/>
                    </a:moveTo>
                    <a:cubicBezTo>
                      <a:pt x="1" y="14"/>
                      <a:pt x="0" y="29"/>
                      <a:pt x="1" y="42"/>
                    </a:cubicBezTo>
                    <a:cubicBezTo>
                      <a:pt x="2" y="49"/>
                      <a:pt x="3" y="55"/>
                      <a:pt x="5" y="62"/>
                    </a:cubicBezTo>
                    <a:cubicBezTo>
                      <a:pt x="6" y="69"/>
                      <a:pt x="11" y="76"/>
                      <a:pt x="13" y="83"/>
                    </a:cubicBezTo>
                    <a:cubicBezTo>
                      <a:pt x="10" y="66"/>
                      <a:pt x="7" y="51"/>
                      <a:pt x="7" y="34"/>
                    </a:cubicBezTo>
                    <a:cubicBezTo>
                      <a:pt x="6" y="25"/>
                      <a:pt x="6" y="14"/>
                      <a:pt x="3" y="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560" name="Freeform 964">
                <a:extLst>
                  <a:ext uri="{FF2B5EF4-FFF2-40B4-BE49-F238E27FC236}">
                    <a16:creationId xmlns:a16="http://schemas.microsoft.com/office/drawing/2014/main" id="{B630653E-DAF6-409F-9B7A-1C45621CE3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6" y="1750"/>
                <a:ext cx="123" cy="173"/>
              </a:xfrm>
              <a:custGeom>
                <a:avLst/>
                <a:gdLst>
                  <a:gd name="T0" fmla="*/ 508 w 60"/>
                  <a:gd name="T1" fmla="*/ 158 h 79"/>
                  <a:gd name="T2" fmla="*/ 353 w 60"/>
                  <a:gd name="T3" fmla="*/ 210 h 79"/>
                  <a:gd name="T4" fmla="*/ 240 w 60"/>
                  <a:gd name="T5" fmla="*/ 388 h 79"/>
                  <a:gd name="T6" fmla="*/ 0 w 60"/>
                  <a:gd name="T7" fmla="*/ 830 h 79"/>
                  <a:gd name="T8" fmla="*/ 517 w 60"/>
                  <a:gd name="T9" fmla="*/ 149 h 7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0" h="79">
                    <a:moveTo>
                      <a:pt x="59" y="15"/>
                    </a:moveTo>
                    <a:cubicBezTo>
                      <a:pt x="52" y="15"/>
                      <a:pt x="47" y="15"/>
                      <a:pt x="41" y="20"/>
                    </a:cubicBezTo>
                    <a:cubicBezTo>
                      <a:pt x="36" y="24"/>
                      <a:pt x="32" y="31"/>
                      <a:pt x="28" y="37"/>
                    </a:cubicBezTo>
                    <a:cubicBezTo>
                      <a:pt x="19" y="51"/>
                      <a:pt x="12" y="67"/>
                      <a:pt x="0" y="79"/>
                    </a:cubicBezTo>
                    <a:cubicBezTo>
                      <a:pt x="11" y="66"/>
                      <a:pt x="32" y="0"/>
                      <a:pt x="60" y="1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561" name="Freeform 965">
                <a:extLst>
                  <a:ext uri="{FF2B5EF4-FFF2-40B4-BE49-F238E27FC236}">
                    <a16:creationId xmlns:a16="http://schemas.microsoft.com/office/drawing/2014/main" id="{F7DB16C5-B717-4DC0-BFE6-2BB9B264E2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2" y="1651"/>
                <a:ext cx="33" cy="42"/>
              </a:xfrm>
              <a:custGeom>
                <a:avLst/>
                <a:gdLst>
                  <a:gd name="T0" fmla="*/ 140 w 16"/>
                  <a:gd name="T1" fmla="*/ 9 h 19"/>
                  <a:gd name="T2" fmla="*/ 0 w 16"/>
                  <a:gd name="T3" fmla="*/ 206 h 19"/>
                  <a:gd name="T4" fmla="*/ 107 w 16"/>
                  <a:gd name="T5" fmla="*/ 0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19">
                    <a:moveTo>
                      <a:pt x="16" y="1"/>
                    </a:moveTo>
                    <a:cubicBezTo>
                      <a:pt x="4" y="0"/>
                      <a:pt x="3" y="11"/>
                      <a:pt x="0" y="19"/>
                    </a:cubicBezTo>
                    <a:cubicBezTo>
                      <a:pt x="1" y="10"/>
                      <a:pt x="2" y="2"/>
                      <a:pt x="12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562" name="Freeform 966">
                <a:extLst>
                  <a:ext uri="{FF2B5EF4-FFF2-40B4-BE49-F238E27FC236}">
                    <a16:creationId xmlns:a16="http://schemas.microsoft.com/office/drawing/2014/main" id="{AFC0E375-42EF-4560-A65A-01B41935AF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1" y="1537"/>
                <a:ext cx="21" cy="88"/>
              </a:xfrm>
              <a:custGeom>
                <a:avLst/>
                <a:gdLst>
                  <a:gd name="T0" fmla="*/ 48 w 10"/>
                  <a:gd name="T1" fmla="*/ 9 h 40"/>
                  <a:gd name="T2" fmla="*/ 76 w 10"/>
                  <a:gd name="T3" fmla="*/ 427 h 40"/>
                  <a:gd name="T4" fmla="*/ 92 w 10"/>
                  <a:gd name="T5" fmla="*/ 202 h 40"/>
                  <a:gd name="T6" fmla="*/ 48 w 10"/>
                  <a:gd name="T7" fmla="*/ 0 h 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40">
                    <a:moveTo>
                      <a:pt x="5" y="1"/>
                    </a:moveTo>
                    <a:cubicBezTo>
                      <a:pt x="9" y="14"/>
                      <a:pt x="0" y="29"/>
                      <a:pt x="8" y="40"/>
                    </a:cubicBezTo>
                    <a:cubicBezTo>
                      <a:pt x="6" y="33"/>
                      <a:pt x="10" y="26"/>
                      <a:pt x="10" y="19"/>
                    </a:cubicBezTo>
                    <a:cubicBezTo>
                      <a:pt x="10" y="13"/>
                      <a:pt x="7" y="6"/>
                      <a:pt x="5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563" name="Freeform 967">
                <a:extLst>
                  <a:ext uri="{FF2B5EF4-FFF2-40B4-BE49-F238E27FC236}">
                    <a16:creationId xmlns:a16="http://schemas.microsoft.com/office/drawing/2014/main" id="{370C3836-26A6-47FD-8D49-6EDE0E1BED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0" y="1271"/>
                <a:ext cx="64" cy="75"/>
              </a:xfrm>
              <a:custGeom>
                <a:avLst/>
                <a:gdLst>
                  <a:gd name="T0" fmla="*/ 273 w 31"/>
                  <a:gd name="T1" fmla="*/ 0 h 34"/>
                  <a:gd name="T2" fmla="*/ 157 w 31"/>
                  <a:gd name="T3" fmla="*/ 194 h 34"/>
                  <a:gd name="T4" fmla="*/ 0 w 31"/>
                  <a:gd name="T5" fmla="*/ 311 h 34"/>
                  <a:gd name="T6" fmla="*/ 167 w 31"/>
                  <a:gd name="T7" fmla="*/ 238 h 34"/>
                  <a:gd name="T8" fmla="*/ 264 w 31"/>
                  <a:gd name="T9" fmla="*/ 33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34">
                    <a:moveTo>
                      <a:pt x="31" y="0"/>
                    </a:moveTo>
                    <a:cubicBezTo>
                      <a:pt x="28" y="7"/>
                      <a:pt x="25" y="13"/>
                      <a:pt x="18" y="18"/>
                    </a:cubicBezTo>
                    <a:cubicBezTo>
                      <a:pt x="14" y="21"/>
                      <a:pt x="5" y="28"/>
                      <a:pt x="0" y="29"/>
                    </a:cubicBezTo>
                    <a:cubicBezTo>
                      <a:pt x="5" y="34"/>
                      <a:pt x="15" y="25"/>
                      <a:pt x="19" y="22"/>
                    </a:cubicBezTo>
                    <a:cubicBezTo>
                      <a:pt x="25" y="16"/>
                      <a:pt x="27" y="11"/>
                      <a:pt x="30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564" name="Freeform 968">
                <a:extLst>
                  <a:ext uri="{FF2B5EF4-FFF2-40B4-BE49-F238E27FC236}">
                    <a16:creationId xmlns:a16="http://schemas.microsoft.com/office/drawing/2014/main" id="{24CFBBD8-314E-4DFD-8495-06D442C859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2" y="918"/>
                <a:ext cx="25" cy="79"/>
              </a:xfrm>
              <a:custGeom>
                <a:avLst/>
                <a:gdLst>
                  <a:gd name="T0" fmla="*/ 0 w 12"/>
                  <a:gd name="T1" fmla="*/ 20 h 36"/>
                  <a:gd name="T2" fmla="*/ 65 w 12"/>
                  <a:gd name="T3" fmla="*/ 178 h 36"/>
                  <a:gd name="T4" fmla="*/ 65 w 12"/>
                  <a:gd name="T5" fmla="*/ 380 h 36"/>
                  <a:gd name="T6" fmla="*/ 83 w 12"/>
                  <a:gd name="T7" fmla="*/ 116 h 36"/>
                  <a:gd name="T8" fmla="*/ 17 w 12"/>
                  <a:gd name="T9" fmla="*/ 0 h 36"/>
                  <a:gd name="T10" fmla="*/ 8 w 12"/>
                  <a:gd name="T11" fmla="*/ 9 h 3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36">
                    <a:moveTo>
                      <a:pt x="0" y="2"/>
                    </a:moveTo>
                    <a:cubicBezTo>
                      <a:pt x="4" y="7"/>
                      <a:pt x="7" y="11"/>
                      <a:pt x="7" y="17"/>
                    </a:cubicBezTo>
                    <a:cubicBezTo>
                      <a:pt x="8" y="24"/>
                      <a:pt x="6" y="30"/>
                      <a:pt x="7" y="36"/>
                    </a:cubicBezTo>
                    <a:cubicBezTo>
                      <a:pt x="10" y="29"/>
                      <a:pt x="12" y="19"/>
                      <a:pt x="9" y="11"/>
                    </a:cubicBezTo>
                    <a:cubicBezTo>
                      <a:pt x="7" y="7"/>
                      <a:pt x="3" y="5"/>
                      <a:pt x="2" y="0"/>
                    </a:cubicBezTo>
                    <a:cubicBezTo>
                      <a:pt x="1" y="0"/>
                      <a:pt x="1" y="1"/>
                      <a:pt x="1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565" name="Freeform 969">
                <a:extLst>
                  <a:ext uri="{FF2B5EF4-FFF2-40B4-BE49-F238E27FC236}">
                    <a16:creationId xmlns:a16="http://schemas.microsoft.com/office/drawing/2014/main" id="{2D90539F-609E-4B36-9AF5-A65BABD9B0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5" y="1014"/>
                <a:ext cx="20" cy="29"/>
              </a:xfrm>
              <a:custGeom>
                <a:avLst/>
                <a:gdLst>
                  <a:gd name="T0" fmla="*/ 8 w 10"/>
                  <a:gd name="T1" fmla="*/ 0 h 13"/>
                  <a:gd name="T2" fmla="*/ 16 w 10"/>
                  <a:gd name="T3" fmla="*/ 100 h 13"/>
                  <a:gd name="T4" fmla="*/ 80 w 10"/>
                  <a:gd name="T5" fmla="*/ 134 h 13"/>
                  <a:gd name="T6" fmla="*/ 40 w 10"/>
                  <a:gd name="T7" fmla="*/ 80 h 13"/>
                  <a:gd name="T8" fmla="*/ 24 w 10"/>
                  <a:gd name="T9" fmla="*/ 45 h 13"/>
                  <a:gd name="T10" fmla="*/ 16 w 10"/>
                  <a:gd name="T11" fmla="*/ 9 h 1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" h="13">
                    <a:moveTo>
                      <a:pt x="1" y="0"/>
                    </a:moveTo>
                    <a:cubicBezTo>
                      <a:pt x="0" y="3"/>
                      <a:pt x="0" y="7"/>
                      <a:pt x="2" y="9"/>
                    </a:cubicBezTo>
                    <a:cubicBezTo>
                      <a:pt x="4" y="10"/>
                      <a:pt x="8" y="13"/>
                      <a:pt x="10" y="12"/>
                    </a:cubicBezTo>
                    <a:cubicBezTo>
                      <a:pt x="9" y="10"/>
                      <a:pt x="6" y="9"/>
                      <a:pt x="5" y="7"/>
                    </a:cubicBezTo>
                    <a:cubicBezTo>
                      <a:pt x="4" y="6"/>
                      <a:pt x="3" y="5"/>
                      <a:pt x="3" y="4"/>
                    </a:cubicBezTo>
                    <a:cubicBezTo>
                      <a:pt x="3" y="3"/>
                      <a:pt x="3" y="2"/>
                      <a:pt x="2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566" name="Freeform 970">
                <a:extLst>
                  <a:ext uri="{FF2B5EF4-FFF2-40B4-BE49-F238E27FC236}">
                    <a16:creationId xmlns:a16="http://schemas.microsoft.com/office/drawing/2014/main" id="{4EE51CE1-9C6E-4BDF-8DE0-9C02CDFA72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7" y="1067"/>
                <a:ext cx="10" cy="29"/>
              </a:xfrm>
              <a:custGeom>
                <a:avLst/>
                <a:gdLst>
                  <a:gd name="T0" fmla="*/ 8 w 5"/>
                  <a:gd name="T1" fmla="*/ 0 h 13"/>
                  <a:gd name="T2" fmla="*/ 40 w 5"/>
                  <a:gd name="T3" fmla="*/ 145 h 13"/>
                  <a:gd name="T4" fmla="*/ 16 w 5"/>
                  <a:gd name="T5" fmla="*/ 9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13">
                    <a:moveTo>
                      <a:pt x="1" y="0"/>
                    </a:moveTo>
                    <a:cubicBezTo>
                      <a:pt x="1" y="4"/>
                      <a:pt x="0" y="11"/>
                      <a:pt x="5" y="13"/>
                    </a:cubicBezTo>
                    <a:cubicBezTo>
                      <a:pt x="5" y="9"/>
                      <a:pt x="3" y="5"/>
                      <a:pt x="2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567" name="Freeform 971">
                <a:extLst>
                  <a:ext uri="{FF2B5EF4-FFF2-40B4-BE49-F238E27FC236}">
                    <a16:creationId xmlns:a16="http://schemas.microsoft.com/office/drawing/2014/main" id="{D5ACE4E7-E0F7-476C-B542-7F97FDBB82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3" y="1150"/>
                <a:ext cx="24" cy="44"/>
              </a:xfrm>
              <a:custGeom>
                <a:avLst/>
                <a:gdLst>
                  <a:gd name="T0" fmla="*/ 88 w 12"/>
                  <a:gd name="T1" fmla="*/ 44 h 20"/>
                  <a:gd name="T2" fmla="*/ 8 w 12"/>
                  <a:gd name="T3" fmla="*/ 150 h 20"/>
                  <a:gd name="T4" fmla="*/ 88 w 12"/>
                  <a:gd name="T5" fmla="*/ 125 h 20"/>
                  <a:gd name="T6" fmla="*/ 88 w 12"/>
                  <a:gd name="T7" fmla="*/ 73 h 20"/>
                  <a:gd name="T8" fmla="*/ 88 w 12"/>
                  <a:gd name="T9" fmla="*/ 44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20">
                    <a:moveTo>
                      <a:pt x="11" y="4"/>
                    </a:moveTo>
                    <a:cubicBezTo>
                      <a:pt x="5" y="0"/>
                      <a:pt x="0" y="9"/>
                      <a:pt x="1" y="14"/>
                    </a:cubicBezTo>
                    <a:cubicBezTo>
                      <a:pt x="2" y="20"/>
                      <a:pt x="9" y="14"/>
                      <a:pt x="11" y="12"/>
                    </a:cubicBezTo>
                    <a:cubicBezTo>
                      <a:pt x="12" y="10"/>
                      <a:pt x="12" y="9"/>
                      <a:pt x="11" y="7"/>
                    </a:cubicBezTo>
                    <a:cubicBezTo>
                      <a:pt x="11" y="6"/>
                      <a:pt x="11" y="5"/>
                      <a:pt x="11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568" name="Freeform 972">
                <a:extLst>
                  <a:ext uri="{FF2B5EF4-FFF2-40B4-BE49-F238E27FC236}">
                    <a16:creationId xmlns:a16="http://schemas.microsoft.com/office/drawing/2014/main" id="{5EC7D141-65BB-4F41-B066-CE16AE2C19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2" y="1113"/>
                <a:ext cx="54" cy="20"/>
              </a:xfrm>
              <a:custGeom>
                <a:avLst/>
                <a:gdLst>
                  <a:gd name="T0" fmla="*/ 0 w 26"/>
                  <a:gd name="T1" fmla="*/ 36 h 9"/>
                  <a:gd name="T2" fmla="*/ 108 w 26"/>
                  <a:gd name="T3" fmla="*/ 98 h 9"/>
                  <a:gd name="T4" fmla="*/ 168 w 26"/>
                  <a:gd name="T5" fmla="*/ 98 h 9"/>
                  <a:gd name="T6" fmla="*/ 233 w 26"/>
                  <a:gd name="T7" fmla="*/ 98 h 9"/>
                  <a:gd name="T8" fmla="*/ 168 w 26"/>
                  <a:gd name="T9" fmla="*/ 80 h 9"/>
                  <a:gd name="T10" fmla="*/ 81 w 26"/>
                  <a:gd name="T11" fmla="*/ 64 h 9"/>
                  <a:gd name="T12" fmla="*/ 0 w 26"/>
                  <a:gd name="T13" fmla="*/ 20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" h="9">
                    <a:moveTo>
                      <a:pt x="0" y="3"/>
                    </a:moveTo>
                    <a:cubicBezTo>
                      <a:pt x="1" y="8"/>
                      <a:pt x="7" y="8"/>
                      <a:pt x="12" y="9"/>
                    </a:cubicBezTo>
                    <a:cubicBezTo>
                      <a:pt x="14" y="9"/>
                      <a:pt x="17" y="9"/>
                      <a:pt x="19" y="9"/>
                    </a:cubicBezTo>
                    <a:cubicBezTo>
                      <a:pt x="22" y="9"/>
                      <a:pt x="24" y="9"/>
                      <a:pt x="26" y="9"/>
                    </a:cubicBezTo>
                    <a:cubicBezTo>
                      <a:pt x="26" y="7"/>
                      <a:pt x="20" y="7"/>
                      <a:pt x="19" y="7"/>
                    </a:cubicBezTo>
                    <a:cubicBezTo>
                      <a:pt x="16" y="6"/>
                      <a:pt x="13" y="6"/>
                      <a:pt x="9" y="6"/>
                    </a:cubicBezTo>
                    <a:cubicBezTo>
                      <a:pt x="7" y="5"/>
                      <a:pt x="4" y="0"/>
                      <a:pt x="0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569" name="Freeform 973">
                <a:extLst>
                  <a:ext uri="{FF2B5EF4-FFF2-40B4-BE49-F238E27FC236}">
                    <a16:creationId xmlns:a16="http://schemas.microsoft.com/office/drawing/2014/main" id="{4AE650DC-35B7-4710-9DED-37D1E44A5F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9" y="975"/>
                <a:ext cx="35" cy="81"/>
              </a:xfrm>
              <a:custGeom>
                <a:avLst/>
                <a:gdLst>
                  <a:gd name="T0" fmla="*/ 8 w 17"/>
                  <a:gd name="T1" fmla="*/ 61 h 37"/>
                  <a:gd name="T2" fmla="*/ 25 w 17"/>
                  <a:gd name="T3" fmla="*/ 169 h 37"/>
                  <a:gd name="T4" fmla="*/ 60 w 17"/>
                  <a:gd name="T5" fmla="*/ 274 h 37"/>
                  <a:gd name="T6" fmla="*/ 148 w 17"/>
                  <a:gd name="T7" fmla="*/ 326 h 37"/>
                  <a:gd name="T8" fmla="*/ 105 w 17"/>
                  <a:gd name="T9" fmla="*/ 230 h 37"/>
                  <a:gd name="T10" fmla="*/ 51 w 17"/>
                  <a:gd name="T11" fmla="*/ 116 h 37"/>
                  <a:gd name="T12" fmla="*/ 33 w 17"/>
                  <a:gd name="T13" fmla="*/ 33 h 37"/>
                  <a:gd name="T14" fmla="*/ 8 w 17"/>
                  <a:gd name="T15" fmla="*/ 33 h 3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7" h="37">
                    <a:moveTo>
                      <a:pt x="1" y="6"/>
                    </a:moveTo>
                    <a:cubicBezTo>
                      <a:pt x="0" y="7"/>
                      <a:pt x="2" y="14"/>
                      <a:pt x="3" y="16"/>
                    </a:cubicBezTo>
                    <a:cubicBezTo>
                      <a:pt x="3" y="19"/>
                      <a:pt x="4" y="23"/>
                      <a:pt x="7" y="26"/>
                    </a:cubicBezTo>
                    <a:cubicBezTo>
                      <a:pt x="8" y="27"/>
                      <a:pt x="17" y="37"/>
                      <a:pt x="17" y="31"/>
                    </a:cubicBezTo>
                    <a:cubicBezTo>
                      <a:pt x="17" y="28"/>
                      <a:pt x="14" y="24"/>
                      <a:pt x="12" y="22"/>
                    </a:cubicBezTo>
                    <a:cubicBezTo>
                      <a:pt x="10" y="18"/>
                      <a:pt x="8" y="15"/>
                      <a:pt x="6" y="11"/>
                    </a:cubicBezTo>
                    <a:cubicBezTo>
                      <a:pt x="5" y="8"/>
                      <a:pt x="5" y="6"/>
                      <a:pt x="4" y="3"/>
                    </a:cubicBezTo>
                    <a:cubicBezTo>
                      <a:pt x="3" y="2"/>
                      <a:pt x="2" y="0"/>
                      <a:pt x="1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4570" name="Freeform 974">
                <a:extLst>
                  <a:ext uri="{FF2B5EF4-FFF2-40B4-BE49-F238E27FC236}">
                    <a16:creationId xmlns:a16="http://schemas.microsoft.com/office/drawing/2014/main" id="{B8157455-3C8E-4221-9C10-A47A38F1A8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4" y="911"/>
                <a:ext cx="17" cy="24"/>
              </a:xfrm>
              <a:custGeom>
                <a:avLst/>
                <a:gdLst>
                  <a:gd name="T0" fmla="*/ 0 w 8"/>
                  <a:gd name="T1" fmla="*/ 81 h 11"/>
                  <a:gd name="T2" fmla="*/ 40 w 8"/>
                  <a:gd name="T3" fmla="*/ 9 h 11"/>
                  <a:gd name="T4" fmla="*/ 77 w 8"/>
                  <a:gd name="T5" fmla="*/ 113 h 11"/>
                  <a:gd name="T6" fmla="*/ 19 w 8"/>
                  <a:gd name="T7" fmla="*/ 61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11">
                    <a:moveTo>
                      <a:pt x="0" y="8"/>
                    </a:moveTo>
                    <a:cubicBezTo>
                      <a:pt x="1" y="6"/>
                      <a:pt x="1" y="0"/>
                      <a:pt x="4" y="1"/>
                    </a:cubicBezTo>
                    <a:cubicBezTo>
                      <a:pt x="7" y="2"/>
                      <a:pt x="8" y="8"/>
                      <a:pt x="8" y="11"/>
                    </a:cubicBezTo>
                    <a:cubicBezTo>
                      <a:pt x="5" y="11"/>
                      <a:pt x="0" y="10"/>
                      <a:pt x="2" y="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</p:grpSp>
        <p:sp>
          <p:nvSpPr>
            <p:cNvPr id="54279" name="Freeform 975">
              <a:extLst>
                <a:ext uri="{FF2B5EF4-FFF2-40B4-BE49-F238E27FC236}">
                  <a16:creationId xmlns:a16="http://schemas.microsoft.com/office/drawing/2014/main" id="{926BE394-C0EB-484B-BE2A-A3C4113FA122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5" y="911"/>
              <a:ext cx="19" cy="26"/>
            </a:xfrm>
            <a:custGeom>
              <a:avLst/>
              <a:gdLst>
                <a:gd name="T0" fmla="*/ 76 w 9"/>
                <a:gd name="T1" fmla="*/ 72 h 12"/>
                <a:gd name="T2" fmla="*/ 57 w 9"/>
                <a:gd name="T3" fmla="*/ 9 h 12"/>
                <a:gd name="T4" fmla="*/ 27 w 9"/>
                <a:gd name="T5" fmla="*/ 43 h 12"/>
                <a:gd name="T6" fmla="*/ 27 w 9"/>
                <a:gd name="T7" fmla="*/ 121 h 12"/>
                <a:gd name="T8" fmla="*/ 68 w 9"/>
                <a:gd name="T9" fmla="*/ 61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12">
                  <a:moveTo>
                    <a:pt x="8" y="7"/>
                  </a:moveTo>
                  <a:cubicBezTo>
                    <a:pt x="9" y="6"/>
                    <a:pt x="7" y="1"/>
                    <a:pt x="6" y="1"/>
                  </a:cubicBezTo>
                  <a:cubicBezTo>
                    <a:pt x="4" y="0"/>
                    <a:pt x="4" y="2"/>
                    <a:pt x="3" y="4"/>
                  </a:cubicBezTo>
                  <a:cubicBezTo>
                    <a:pt x="3" y="5"/>
                    <a:pt x="0" y="11"/>
                    <a:pt x="3" y="12"/>
                  </a:cubicBezTo>
                  <a:cubicBezTo>
                    <a:pt x="5" y="12"/>
                    <a:pt x="7" y="8"/>
                    <a:pt x="7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4280" name="Freeform 976">
              <a:extLst>
                <a:ext uri="{FF2B5EF4-FFF2-40B4-BE49-F238E27FC236}">
                  <a16:creationId xmlns:a16="http://schemas.microsoft.com/office/drawing/2014/main" id="{1BBBEC9E-35C7-45D2-8B33-7D9797A10B90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6" y="854"/>
              <a:ext cx="37" cy="59"/>
            </a:xfrm>
            <a:custGeom>
              <a:avLst/>
              <a:gdLst>
                <a:gd name="T0" fmla="*/ 105 w 18"/>
                <a:gd name="T1" fmla="*/ 0 h 27"/>
                <a:gd name="T2" fmla="*/ 156 w 18"/>
                <a:gd name="T3" fmla="*/ 282 h 27"/>
                <a:gd name="T4" fmla="*/ 97 w 18"/>
                <a:gd name="T5" fmla="*/ 221 h 27"/>
                <a:gd name="T6" fmla="*/ 43 w 18"/>
                <a:gd name="T7" fmla="*/ 201 h 27"/>
                <a:gd name="T8" fmla="*/ 0 w 18"/>
                <a:gd name="T9" fmla="*/ 201 h 27"/>
                <a:gd name="T10" fmla="*/ 0 w 18"/>
                <a:gd name="T11" fmla="*/ 201 h 27"/>
                <a:gd name="T12" fmla="*/ 97 w 18"/>
                <a:gd name="T13" fmla="*/ 114 h 27"/>
                <a:gd name="T14" fmla="*/ 105 w 18"/>
                <a:gd name="T15" fmla="*/ 0 h 2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8" h="27">
                  <a:moveTo>
                    <a:pt x="12" y="0"/>
                  </a:moveTo>
                  <a:cubicBezTo>
                    <a:pt x="16" y="8"/>
                    <a:pt x="17" y="19"/>
                    <a:pt x="18" y="27"/>
                  </a:cubicBezTo>
                  <a:cubicBezTo>
                    <a:pt x="16" y="24"/>
                    <a:pt x="15" y="23"/>
                    <a:pt x="11" y="21"/>
                  </a:cubicBezTo>
                  <a:cubicBezTo>
                    <a:pt x="9" y="20"/>
                    <a:pt x="7" y="19"/>
                    <a:pt x="5" y="19"/>
                  </a:cubicBezTo>
                  <a:cubicBezTo>
                    <a:pt x="4" y="19"/>
                    <a:pt x="2" y="19"/>
                    <a:pt x="0" y="19"/>
                  </a:cubicBezTo>
                  <a:cubicBezTo>
                    <a:pt x="0" y="19"/>
                    <a:pt x="0" y="19"/>
                    <a:pt x="0" y="19"/>
                  </a:cubicBezTo>
                  <a:cubicBezTo>
                    <a:pt x="4" y="16"/>
                    <a:pt x="9" y="16"/>
                    <a:pt x="11" y="11"/>
                  </a:cubicBezTo>
                  <a:cubicBezTo>
                    <a:pt x="12" y="8"/>
                    <a:pt x="12" y="4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4281" name="Freeform 977">
              <a:extLst>
                <a:ext uri="{FF2B5EF4-FFF2-40B4-BE49-F238E27FC236}">
                  <a16:creationId xmlns:a16="http://schemas.microsoft.com/office/drawing/2014/main" id="{A44D9475-1EA4-4CD3-9C70-D2F08E79309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3" y="2310"/>
              <a:ext cx="33" cy="70"/>
            </a:xfrm>
            <a:custGeom>
              <a:avLst/>
              <a:gdLst>
                <a:gd name="T0" fmla="*/ 0 w 16"/>
                <a:gd name="T1" fmla="*/ 9 h 32"/>
                <a:gd name="T2" fmla="*/ 72 w 16"/>
                <a:gd name="T3" fmla="*/ 158 h 32"/>
                <a:gd name="T4" fmla="*/ 97 w 16"/>
                <a:gd name="T5" fmla="*/ 335 h 32"/>
                <a:gd name="T6" fmla="*/ 17 w 16"/>
                <a:gd name="T7" fmla="*/ 0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32">
                  <a:moveTo>
                    <a:pt x="0" y="1"/>
                  </a:moveTo>
                  <a:cubicBezTo>
                    <a:pt x="4" y="5"/>
                    <a:pt x="6" y="10"/>
                    <a:pt x="8" y="15"/>
                  </a:cubicBezTo>
                  <a:cubicBezTo>
                    <a:pt x="10" y="21"/>
                    <a:pt x="9" y="27"/>
                    <a:pt x="11" y="32"/>
                  </a:cubicBezTo>
                  <a:cubicBezTo>
                    <a:pt x="16" y="21"/>
                    <a:pt x="11" y="7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4282" name="Freeform 978">
              <a:extLst>
                <a:ext uri="{FF2B5EF4-FFF2-40B4-BE49-F238E27FC236}">
                  <a16:creationId xmlns:a16="http://schemas.microsoft.com/office/drawing/2014/main" id="{C5DFA34E-1687-4C58-B65B-0B69D6DF41F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6" y="2349"/>
              <a:ext cx="25" cy="64"/>
            </a:xfrm>
            <a:custGeom>
              <a:avLst/>
              <a:gdLst>
                <a:gd name="T0" fmla="*/ 0 w 12"/>
                <a:gd name="T1" fmla="*/ 20 h 29"/>
                <a:gd name="T2" fmla="*/ 56 w 12"/>
                <a:gd name="T3" fmla="*/ 150 h 29"/>
                <a:gd name="T4" fmla="*/ 65 w 12"/>
                <a:gd name="T5" fmla="*/ 249 h 29"/>
                <a:gd name="T6" fmla="*/ 65 w 12"/>
                <a:gd name="T7" fmla="*/ 311 h 29"/>
                <a:gd name="T8" fmla="*/ 27 w 12"/>
                <a:gd name="T9" fmla="*/ 9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29">
                  <a:moveTo>
                    <a:pt x="0" y="2"/>
                  </a:moveTo>
                  <a:cubicBezTo>
                    <a:pt x="3" y="1"/>
                    <a:pt x="5" y="11"/>
                    <a:pt x="6" y="14"/>
                  </a:cubicBezTo>
                  <a:cubicBezTo>
                    <a:pt x="6" y="17"/>
                    <a:pt x="7" y="20"/>
                    <a:pt x="7" y="23"/>
                  </a:cubicBezTo>
                  <a:cubicBezTo>
                    <a:pt x="7" y="25"/>
                    <a:pt x="6" y="27"/>
                    <a:pt x="7" y="29"/>
                  </a:cubicBezTo>
                  <a:cubicBezTo>
                    <a:pt x="12" y="26"/>
                    <a:pt x="10" y="0"/>
                    <a:pt x="3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4283" name="Freeform 979">
              <a:extLst>
                <a:ext uri="{FF2B5EF4-FFF2-40B4-BE49-F238E27FC236}">
                  <a16:creationId xmlns:a16="http://schemas.microsoft.com/office/drawing/2014/main" id="{BDA118C0-AEC0-4482-A3C0-0C3BC1DD42E1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6" y="2444"/>
              <a:ext cx="41" cy="147"/>
            </a:xfrm>
            <a:custGeom>
              <a:avLst/>
              <a:gdLst>
                <a:gd name="T0" fmla="*/ 148 w 20"/>
                <a:gd name="T1" fmla="*/ 0 h 67"/>
                <a:gd name="T2" fmla="*/ 121 w 20"/>
                <a:gd name="T3" fmla="*/ 158 h 67"/>
                <a:gd name="T4" fmla="*/ 51 w 20"/>
                <a:gd name="T5" fmla="*/ 274 h 67"/>
                <a:gd name="T6" fmla="*/ 8 w 20"/>
                <a:gd name="T7" fmla="*/ 452 h 67"/>
                <a:gd name="T8" fmla="*/ 8 w 20"/>
                <a:gd name="T9" fmla="*/ 709 h 67"/>
                <a:gd name="T10" fmla="*/ 105 w 20"/>
                <a:gd name="T11" fmla="*/ 307 h 67"/>
                <a:gd name="T12" fmla="*/ 148 w 20"/>
                <a:gd name="T13" fmla="*/ 9 h 6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67">
                  <a:moveTo>
                    <a:pt x="17" y="0"/>
                  </a:moveTo>
                  <a:cubicBezTo>
                    <a:pt x="17" y="5"/>
                    <a:pt x="16" y="10"/>
                    <a:pt x="14" y="15"/>
                  </a:cubicBezTo>
                  <a:cubicBezTo>
                    <a:pt x="12" y="19"/>
                    <a:pt x="8" y="22"/>
                    <a:pt x="6" y="26"/>
                  </a:cubicBezTo>
                  <a:cubicBezTo>
                    <a:pt x="4" y="31"/>
                    <a:pt x="2" y="37"/>
                    <a:pt x="1" y="43"/>
                  </a:cubicBezTo>
                  <a:cubicBezTo>
                    <a:pt x="0" y="50"/>
                    <a:pt x="0" y="59"/>
                    <a:pt x="1" y="67"/>
                  </a:cubicBezTo>
                  <a:cubicBezTo>
                    <a:pt x="2" y="53"/>
                    <a:pt x="3" y="41"/>
                    <a:pt x="12" y="29"/>
                  </a:cubicBezTo>
                  <a:cubicBezTo>
                    <a:pt x="18" y="21"/>
                    <a:pt x="20" y="10"/>
                    <a:pt x="17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4284" name="Freeform 980">
              <a:extLst>
                <a:ext uri="{FF2B5EF4-FFF2-40B4-BE49-F238E27FC236}">
                  <a16:creationId xmlns:a16="http://schemas.microsoft.com/office/drawing/2014/main" id="{DBB4A3DC-F2E3-418C-B14B-903ED2D640DC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3" y="733"/>
              <a:ext cx="66" cy="81"/>
            </a:xfrm>
            <a:custGeom>
              <a:avLst/>
              <a:gdLst>
                <a:gd name="T0" fmla="*/ 25 w 32"/>
                <a:gd name="T1" fmla="*/ 149 h 37"/>
                <a:gd name="T2" fmla="*/ 256 w 32"/>
                <a:gd name="T3" fmla="*/ 387 h 37"/>
                <a:gd name="T4" fmla="*/ 165 w 32"/>
                <a:gd name="T5" fmla="*/ 239 h 37"/>
                <a:gd name="T6" fmla="*/ 281 w 32"/>
                <a:gd name="T7" fmla="*/ 302 h 37"/>
                <a:gd name="T8" fmla="*/ 140 w 32"/>
                <a:gd name="T9" fmla="*/ 125 h 37"/>
                <a:gd name="T10" fmla="*/ 239 w 32"/>
                <a:gd name="T11" fmla="*/ 177 h 37"/>
                <a:gd name="T12" fmla="*/ 0 w 32"/>
                <a:gd name="T13" fmla="*/ 33 h 37"/>
                <a:gd name="T14" fmla="*/ 17 w 32"/>
                <a:gd name="T15" fmla="*/ 158 h 3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2" h="37">
                  <a:moveTo>
                    <a:pt x="3" y="14"/>
                  </a:moveTo>
                  <a:cubicBezTo>
                    <a:pt x="10" y="23"/>
                    <a:pt x="23" y="27"/>
                    <a:pt x="29" y="37"/>
                  </a:cubicBezTo>
                  <a:cubicBezTo>
                    <a:pt x="27" y="32"/>
                    <a:pt x="23" y="27"/>
                    <a:pt x="19" y="23"/>
                  </a:cubicBezTo>
                  <a:cubicBezTo>
                    <a:pt x="24" y="23"/>
                    <a:pt x="28" y="26"/>
                    <a:pt x="32" y="29"/>
                  </a:cubicBezTo>
                  <a:cubicBezTo>
                    <a:pt x="26" y="24"/>
                    <a:pt x="22" y="17"/>
                    <a:pt x="16" y="12"/>
                  </a:cubicBezTo>
                  <a:cubicBezTo>
                    <a:pt x="20" y="13"/>
                    <a:pt x="24" y="15"/>
                    <a:pt x="27" y="17"/>
                  </a:cubicBezTo>
                  <a:cubicBezTo>
                    <a:pt x="20" y="11"/>
                    <a:pt x="11" y="0"/>
                    <a:pt x="0" y="3"/>
                  </a:cubicBezTo>
                  <a:cubicBezTo>
                    <a:pt x="1" y="6"/>
                    <a:pt x="1" y="13"/>
                    <a:pt x="2" y="15"/>
                  </a:cubicBezTo>
                </a:path>
              </a:pathLst>
            </a:custGeom>
            <a:solidFill>
              <a:srgbClr val="6C191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4285" name="Freeform 981">
              <a:extLst>
                <a:ext uri="{FF2B5EF4-FFF2-40B4-BE49-F238E27FC236}">
                  <a16:creationId xmlns:a16="http://schemas.microsoft.com/office/drawing/2014/main" id="{D72DB349-27F6-4DBD-9577-866D71C1E4A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6" y="727"/>
              <a:ext cx="84" cy="98"/>
            </a:xfrm>
            <a:custGeom>
              <a:avLst/>
              <a:gdLst>
                <a:gd name="T0" fmla="*/ 344 w 41"/>
                <a:gd name="T1" fmla="*/ 72 h 45"/>
                <a:gd name="T2" fmla="*/ 293 w 41"/>
                <a:gd name="T3" fmla="*/ 298 h 45"/>
                <a:gd name="T4" fmla="*/ 156 w 41"/>
                <a:gd name="T5" fmla="*/ 403 h 45"/>
                <a:gd name="T6" fmla="*/ 0 w 41"/>
                <a:gd name="T7" fmla="*/ 455 h 45"/>
                <a:gd name="T8" fmla="*/ 197 w 41"/>
                <a:gd name="T9" fmla="*/ 309 h 45"/>
                <a:gd name="T10" fmla="*/ 16 w 41"/>
                <a:gd name="T11" fmla="*/ 331 h 45"/>
                <a:gd name="T12" fmla="*/ 213 w 41"/>
                <a:gd name="T13" fmla="*/ 176 h 45"/>
                <a:gd name="T14" fmla="*/ 96 w 41"/>
                <a:gd name="T15" fmla="*/ 166 h 45"/>
                <a:gd name="T16" fmla="*/ 205 w 41"/>
                <a:gd name="T17" fmla="*/ 81 h 45"/>
                <a:gd name="T18" fmla="*/ 84 w 41"/>
                <a:gd name="T19" fmla="*/ 52 h 45"/>
                <a:gd name="T20" fmla="*/ 336 w 41"/>
                <a:gd name="T21" fmla="*/ 61 h 4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1" h="45">
                  <a:moveTo>
                    <a:pt x="40" y="7"/>
                  </a:moveTo>
                  <a:cubicBezTo>
                    <a:pt x="41" y="17"/>
                    <a:pt x="41" y="21"/>
                    <a:pt x="34" y="29"/>
                  </a:cubicBezTo>
                  <a:cubicBezTo>
                    <a:pt x="30" y="33"/>
                    <a:pt x="24" y="37"/>
                    <a:pt x="18" y="39"/>
                  </a:cubicBezTo>
                  <a:cubicBezTo>
                    <a:pt x="15" y="40"/>
                    <a:pt x="2" y="45"/>
                    <a:pt x="0" y="44"/>
                  </a:cubicBezTo>
                  <a:cubicBezTo>
                    <a:pt x="7" y="39"/>
                    <a:pt x="16" y="35"/>
                    <a:pt x="23" y="30"/>
                  </a:cubicBezTo>
                  <a:cubicBezTo>
                    <a:pt x="16" y="30"/>
                    <a:pt x="9" y="33"/>
                    <a:pt x="2" y="32"/>
                  </a:cubicBezTo>
                  <a:cubicBezTo>
                    <a:pt x="9" y="30"/>
                    <a:pt x="20" y="23"/>
                    <a:pt x="25" y="17"/>
                  </a:cubicBezTo>
                  <a:cubicBezTo>
                    <a:pt x="21" y="15"/>
                    <a:pt x="15" y="18"/>
                    <a:pt x="11" y="16"/>
                  </a:cubicBezTo>
                  <a:cubicBezTo>
                    <a:pt x="14" y="12"/>
                    <a:pt x="21" y="12"/>
                    <a:pt x="24" y="8"/>
                  </a:cubicBezTo>
                  <a:cubicBezTo>
                    <a:pt x="20" y="6"/>
                    <a:pt x="15" y="6"/>
                    <a:pt x="10" y="5"/>
                  </a:cubicBezTo>
                  <a:cubicBezTo>
                    <a:pt x="18" y="3"/>
                    <a:pt x="33" y="0"/>
                    <a:pt x="39" y="6"/>
                  </a:cubicBezTo>
                </a:path>
              </a:pathLst>
            </a:custGeom>
            <a:solidFill>
              <a:srgbClr val="6C191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4286" name="Freeform 982">
              <a:extLst>
                <a:ext uri="{FF2B5EF4-FFF2-40B4-BE49-F238E27FC236}">
                  <a16:creationId xmlns:a16="http://schemas.microsoft.com/office/drawing/2014/main" id="{C991A35B-20E2-4131-A5A9-6BE5A73F6F90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5" y="933"/>
              <a:ext cx="35" cy="35"/>
            </a:xfrm>
            <a:custGeom>
              <a:avLst/>
              <a:gdLst>
                <a:gd name="T0" fmla="*/ 132 w 17"/>
                <a:gd name="T1" fmla="*/ 20 h 16"/>
                <a:gd name="T2" fmla="*/ 148 w 17"/>
                <a:gd name="T3" fmla="*/ 72 h 16"/>
                <a:gd name="T4" fmla="*/ 80 w 17"/>
                <a:gd name="T5" fmla="*/ 168 h 16"/>
                <a:gd name="T6" fmla="*/ 0 w 17"/>
                <a:gd name="T7" fmla="*/ 72 h 16"/>
                <a:gd name="T8" fmla="*/ 8 w 17"/>
                <a:gd name="T9" fmla="*/ 33 h 16"/>
                <a:gd name="T10" fmla="*/ 132 w 17"/>
                <a:gd name="T11" fmla="*/ 20 h 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" h="16">
                  <a:moveTo>
                    <a:pt x="15" y="2"/>
                  </a:moveTo>
                  <a:cubicBezTo>
                    <a:pt x="16" y="4"/>
                    <a:pt x="17" y="6"/>
                    <a:pt x="17" y="7"/>
                  </a:cubicBezTo>
                  <a:cubicBezTo>
                    <a:pt x="17" y="12"/>
                    <a:pt x="13" y="16"/>
                    <a:pt x="9" y="16"/>
                  </a:cubicBezTo>
                  <a:cubicBezTo>
                    <a:pt x="4" y="16"/>
                    <a:pt x="0" y="12"/>
                    <a:pt x="0" y="7"/>
                  </a:cubicBezTo>
                  <a:cubicBezTo>
                    <a:pt x="0" y="6"/>
                    <a:pt x="1" y="4"/>
                    <a:pt x="1" y="3"/>
                  </a:cubicBezTo>
                  <a:cubicBezTo>
                    <a:pt x="3" y="1"/>
                    <a:pt x="14" y="0"/>
                    <a:pt x="15" y="2"/>
                  </a:cubicBezTo>
                  <a:close/>
                </a:path>
              </a:pathLst>
            </a:custGeom>
            <a:solidFill>
              <a:srgbClr val="2053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4287" name="Freeform 983">
              <a:extLst>
                <a:ext uri="{FF2B5EF4-FFF2-40B4-BE49-F238E27FC236}">
                  <a16:creationId xmlns:a16="http://schemas.microsoft.com/office/drawing/2014/main" id="{8A51541A-9580-426D-8985-CA56B4C0B57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7" y="935"/>
              <a:ext cx="31" cy="18"/>
            </a:xfrm>
            <a:custGeom>
              <a:avLst/>
              <a:gdLst>
                <a:gd name="T0" fmla="*/ 0 w 15"/>
                <a:gd name="T1" fmla="*/ 92 h 8"/>
                <a:gd name="T2" fmla="*/ 25 w 15"/>
                <a:gd name="T3" fmla="*/ 81 h 8"/>
                <a:gd name="T4" fmla="*/ 72 w 15"/>
                <a:gd name="T5" fmla="*/ 81 h 8"/>
                <a:gd name="T6" fmla="*/ 132 w 15"/>
                <a:gd name="T7" fmla="*/ 72 h 8"/>
                <a:gd name="T8" fmla="*/ 132 w 15"/>
                <a:gd name="T9" fmla="*/ 36 h 8"/>
                <a:gd name="T10" fmla="*/ 107 w 15"/>
                <a:gd name="T11" fmla="*/ 11 h 8"/>
                <a:gd name="T12" fmla="*/ 60 w 15"/>
                <a:gd name="T13" fmla="*/ 0 h 8"/>
                <a:gd name="T14" fmla="*/ 8 w 15"/>
                <a:gd name="T15" fmla="*/ 36 h 8"/>
                <a:gd name="T16" fmla="*/ 0 w 15"/>
                <a:gd name="T17" fmla="*/ 92 h 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5" h="8">
                  <a:moveTo>
                    <a:pt x="0" y="8"/>
                  </a:moveTo>
                  <a:cubicBezTo>
                    <a:pt x="0" y="7"/>
                    <a:pt x="3" y="7"/>
                    <a:pt x="3" y="7"/>
                  </a:cubicBezTo>
                  <a:cubicBezTo>
                    <a:pt x="5" y="7"/>
                    <a:pt x="7" y="7"/>
                    <a:pt x="8" y="7"/>
                  </a:cubicBezTo>
                  <a:cubicBezTo>
                    <a:pt x="10" y="7"/>
                    <a:pt x="14" y="8"/>
                    <a:pt x="15" y="6"/>
                  </a:cubicBezTo>
                  <a:cubicBezTo>
                    <a:pt x="15" y="5"/>
                    <a:pt x="15" y="4"/>
                    <a:pt x="15" y="3"/>
                  </a:cubicBezTo>
                  <a:cubicBezTo>
                    <a:pt x="14" y="2"/>
                    <a:pt x="13" y="2"/>
                    <a:pt x="12" y="1"/>
                  </a:cubicBezTo>
                  <a:cubicBezTo>
                    <a:pt x="11" y="1"/>
                    <a:pt x="9" y="0"/>
                    <a:pt x="7" y="0"/>
                  </a:cubicBezTo>
                  <a:cubicBezTo>
                    <a:pt x="5" y="0"/>
                    <a:pt x="1" y="1"/>
                    <a:pt x="1" y="3"/>
                  </a:cubicBezTo>
                  <a:cubicBezTo>
                    <a:pt x="0" y="4"/>
                    <a:pt x="0" y="6"/>
                    <a:pt x="0" y="8"/>
                  </a:cubicBezTo>
                </a:path>
              </a:pathLst>
            </a:custGeom>
            <a:solidFill>
              <a:srgbClr val="1F46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4288" name="Freeform 984">
              <a:extLst>
                <a:ext uri="{FF2B5EF4-FFF2-40B4-BE49-F238E27FC236}">
                  <a16:creationId xmlns:a16="http://schemas.microsoft.com/office/drawing/2014/main" id="{85B4D0D2-064A-4271-9506-CCC83571C817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5" y="933"/>
              <a:ext cx="35" cy="35"/>
            </a:xfrm>
            <a:custGeom>
              <a:avLst/>
              <a:gdLst>
                <a:gd name="T0" fmla="*/ 132 w 17"/>
                <a:gd name="T1" fmla="*/ 20 h 16"/>
                <a:gd name="T2" fmla="*/ 148 w 17"/>
                <a:gd name="T3" fmla="*/ 72 h 16"/>
                <a:gd name="T4" fmla="*/ 80 w 17"/>
                <a:gd name="T5" fmla="*/ 168 h 16"/>
                <a:gd name="T6" fmla="*/ 0 w 17"/>
                <a:gd name="T7" fmla="*/ 72 h 16"/>
                <a:gd name="T8" fmla="*/ 8 w 17"/>
                <a:gd name="T9" fmla="*/ 33 h 16"/>
                <a:gd name="T10" fmla="*/ 132 w 17"/>
                <a:gd name="T11" fmla="*/ 20 h 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" h="16">
                  <a:moveTo>
                    <a:pt x="15" y="2"/>
                  </a:moveTo>
                  <a:cubicBezTo>
                    <a:pt x="16" y="4"/>
                    <a:pt x="17" y="6"/>
                    <a:pt x="17" y="7"/>
                  </a:cubicBezTo>
                  <a:cubicBezTo>
                    <a:pt x="17" y="12"/>
                    <a:pt x="13" y="16"/>
                    <a:pt x="9" y="16"/>
                  </a:cubicBezTo>
                  <a:cubicBezTo>
                    <a:pt x="4" y="16"/>
                    <a:pt x="0" y="12"/>
                    <a:pt x="0" y="7"/>
                  </a:cubicBezTo>
                  <a:cubicBezTo>
                    <a:pt x="0" y="6"/>
                    <a:pt x="1" y="4"/>
                    <a:pt x="1" y="3"/>
                  </a:cubicBezTo>
                  <a:cubicBezTo>
                    <a:pt x="3" y="1"/>
                    <a:pt x="14" y="0"/>
                    <a:pt x="15" y="2"/>
                  </a:cubicBezTo>
                  <a:close/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4289" name="Oval 985">
              <a:extLst>
                <a:ext uri="{FF2B5EF4-FFF2-40B4-BE49-F238E27FC236}">
                  <a16:creationId xmlns:a16="http://schemas.microsoft.com/office/drawing/2014/main" id="{14FA8E19-D0C1-4FC6-9686-6AAB570B6C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25" y="942"/>
              <a:ext cx="15" cy="15"/>
            </a:xfrm>
            <a:prstGeom prst="ellipse">
              <a:avLst/>
            </a:pr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4290" name="Oval 986">
              <a:extLst>
                <a:ext uri="{FF2B5EF4-FFF2-40B4-BE49-F238E27FC236}">
                  <a16:creationId xmlns:a16="http://schemas.microsoft.com/office/drawing/2014/main" id="{3F913C46-41BB-41C1-BFDB-A8FE4E81CE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34" y="940"/>
              <a:ext cx="6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4291" name="Oval 987">
              <a:extLst>
                <a:ext uri="{FF2B5EF4-FFF2-40B4-BE49-F238E27FC236}">
                  <a16:creationId xmlns:a16="http://schemas.microsoft.com/office/drawing/2014/main" id="{0517C326-1585-4501-9299-E7733451EF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40" y="951"/>
              <a:ext cx="2" cy="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4292" name="Freeform 988">
              <a:extLst>
                <a:ext uri="{FF2B5EF4-FFF2-40B4-BE49-F238E27FC236}">
                  <a16:creationId xmlns:a16="http://schemas.microsoft.com/office/drawing/2014/main" id="{550DC9B9-46D9-49B4-8C3F-B7F8E3D57B6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2" y="935"/>
              <a:ext cx="75" cy="44"/>
            </a:xfrm>
            <a:custGeom>
              <a:avLst/>
              <a:gdLst>
                <a:gd name="T0" fmla="*/ 17 w 36"/>
                <a:gd name="T1" fmla="*/ 117 h 20"/>
                <a:gd name="T2" fmla="*/ 173 w 36"/>
                <a:gd name="T3" fmla="*/ 0 h 20"/>
                <a:gd name="T4" fmla="*/ 325 w 36"/>
                <a:gd name="T5" fmla="*/ 88 h 20"/>
                <a:gd name="T6" fmla="*/ 56 w 36"/>
                <a:gd name="T7" fmla="*/ 125 h 20"/>
                <a:gd name="T8" fmla="*/ 17 w 36"/>
                <a:gd name="T9" fmla="*/ 117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20">
                  <a:moveTo>
                    <a:pt x="2" y="11"/>
                  </a:moveTo>
                  <a:cubicBezTo>
                    <a:pt x="2" y="11"/>
                    <a:pt x="9" y="0"/>
                    <a:pt x="19" y="0"/>
                  </a:cubicBezTo>
                  <a:cubicBezTo>
                    <a:pt x="28" y="0"/>
                    <a:pt x="36" y="8"/>
                    <a:pt x="36" y="8"/>
                  </a:cubicBezTo>
                  <a:cubicBezTo>
                    <a:pt x="36" y="8"/>
                    <a:pt x="27" y="20"/>
                    <a:pt x="6" y="12"/>
                  </a:cubicBezTo>
                  <a:cubicBezTo>
                    <a:pt x="6" y="12"/>
                    <a:pt x="0" y="14"/>
                    <a:pt x="2" y="11"/>
                  </a:cubicBezTo>
                  <a:close/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4293" name="Freeform 989">
              <a:extLst>
                <a:ext uri="{FF2B5EF4-FFF2-40B4-BE49-F238E27FC236}">
                  <a16:creationId xmlns:a16="http://schemas.microsoft.com/office/drawing/2014/main" id="{C8971CEC-8B79-47E3-9FAA-3D1B785D685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9" y="953"/>
              <a:ext cx="21" cy="13"/>
            </a:xfrm>
            <a:custGeom>
              <a:avLst/>
              <a:gdLst>
                <a:gd name="T0" fmla="*/ 0 w 10"/>
                <a:gd name="T1" fmla="*/ 9 h 6"/>
                <a:gd name="T2" fmla="*/ 27 w 10"/>
                <a:gd name="T3" fmla="*/ 9 h 6"/>
                <a:gd name="T4" fmla="*/ 67 w 10"/>
                <a:gd name="T5" fmla="*/ 33 h 6"/>
                <a:gd name="T6" fmla="*/ 84 w 10"/>
                <a:gd name="T7" fmla="*/ 33 h 6"/>
                <a:gd name="T8" fmla="*/ 92 w 10"/>
                <a:gd name="T9" fmla="*/ 20 h 6"/>
                <a:gd name="T10" fmla="*/ 92 w 10"/>
                <a:gd name="T11" fmla="*/ 52 h 6"/>
                <a:gd name="T12" fmla="*/ 57 w 10"/>
                <a:gd name="T13" fmla="*/ 61 h 6"/>
                <a:gd name="T14" fmla="*/ 27 w 10"/>
                <a:gd name="T15" fmla="*/ 52 h 6"/>
                <a:gd name="T16" fmla="*/ 17 w 10"/>
                <a:gd name="T17" fmla="*/ 43 h 6"/>
                <a:gd name="T18" fmla="*/ 8 w 10"/>
                <a:gd name="T19" fmla="*/ 33 h 6"/>
                <a:gd name="T20" fmla="*/ 0 w 10"/>
                <a:gd name="T21" fmla="*/ 9 h 6"/>
                <a:gd name="T22" fmla="*/ 0 w 10"/>
                <a:gd name="T23" fmla="*/ 9 h 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0" h="6">
                  <a:moveTo>
                    <a:pt x="0" y="1"/>
                  </a:moveTo>
                  <a:cubicBezTo>
                    <a:pt x="1" y="0"/>
                    <a:pt x="2" y="0"/>
                    <a:pt x="3" y="1"/>
                  </a:cubicBezTo>
                  <a:cubicBezTo>
                    <a:pt x="4" y="2"/>
                    <a:pt x="5" y="3"/>
                    <a:pt x="7" y="3"/>
                  </a:cubicBezTo>
                  <a:cubicBezTo>
                    <a:pt x="7" y="3"/>
                    <a:pt x="8" y="3"/>
                    <a:pt x="9" y="3"/>
                  </a:cubicBezTo>
                  <a:cubicBezTo>
                    <a:pt x="9" y="2"/>
                    <a:pt x="9" y="2"/>
                    <a:pt x="10" y="2"/>
                  </a:cubicBezTo>
                  <a:cubicBezTo>
                    <a:pt x="10" y="3"/>
                    <a:pt x="10" y="4"/>
                    <a:pt x="10" y="5"/>
                  </a:cubicBezTo>
                  <a:cubicBezTo>
                    <a:pt x="9" y="6"/>
                    <a:pt x="7" y="6"/>
                    <a:pt x="6" y="6"/>
                  </a:cubicBezTo>
                  <a:cubicBezTo>
                    <a:pt x="5" y="6"/>
                    <a:pt x="4" y="6"/>
                    <a:pt x="3" y="5"/>
                  </a:cubicBezTo>
                  <a:cubicBezTo>
                    <a:pt x="2" y="5"/>
                    <a:pt x="2" y="4"/>
                    <a:pt x="2" y="4"/>
                  </a:cubicBezTo>
                  <a:cubicBezTo>
                    <a:pt x="1" y="4"/>
                    <a:pt x="1" y="3"/>
                    <a:pt x="1" y="3"/>
                  </a:cubicBezTo>
                  <a:cubicBezTo>
                    <a:pt x="0" y="2"/>
                    <a:pt x="0" y="2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</a:path>
              </a:pathLst>
            </a:custGeom>
            <a:solidFill>
              <a:srgbClr val="477D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4294" name="Freeform 990">
              <a:extLst>
                <a:ext uri="{FF2B5EF4-FFF2-40B4-BE49-F238E27FC236}">
                  <a16:creationId xmlns:a16="http://schemas.microsoft.com/office/drawing/2014/main" id="{3C5F2A3B-73A1-4A73-BF1C-8E32EF805C0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1" y="2075"/>
              <a:ext cx="579" cy="1008"/>
            </a:xfrm>
            <a:custGeom>
              <a:avLst/>
              <a:gdLst>
                <a:gd name="T0" fmla="*/ 229 w 281"/>
                <a:gd name="T1" fmla="*/ 9 h 459"/>
                <a:gd name="T2" fmla="*/ 33 w 281"/>
                <a:gd name="T3" fmla="*/ 2894 h 459"/>
                <a:gd name="T4" fmla="*/ 0 w 281"/>
                <a:gd name="T5" fmla="*/ 4515 h 459"/>
                <a:gd name="T6" fmla="*/ 1113 w 281"/>
                <a:gd name="T7" fmla="*/ 4500 h 459"/>
                <a:gd name="T8" fmla="*/ 1197 w 281"/>
                <a:gd name="T9" fmla="*/ 2141 h 459"/>
                <a:gd name="T10" fmla="*/ 1261 w 281"/>
                <a:gd name="T11" fmla="*/ 4515 h 459"/>
                <a:gd name="T12" fmla="*/ 2326 w 281"/>
                <a:gd name="T13" fmla="*/ 4524 h 459"/>
                <a:gd name="T14" fmla="*/ 2153 w 281"/>
                <a:gd name="T15" fmla="*/ 0 h 459"/>
                <a:gd name="T16" fmla="*/ 229 w 281"/>
                <a:gd name="T17" fmla="*/ 9 h 45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81" h="459">
                  <a:moveTo>
                    <a:pt x="26" y="1"/>
                  </a:moveTo>
                  <a:cubicBezTo>
                    <a:pt x="26" y="1"/>
                    <a:pt x="1" y="126"/>
                    <a:pt x="4" y="273"/>
                  </a:cubicBezTo>
                  <a:cubicBezTo>
                    <a:pt x="4" y="306"/>
                    <a:pt x="0" y="426"/>
                    <a:pt x="0" y="426"/>
                  </a:cubicBezTo>
                  <a:cubicBezTo>
                    <a:pt x="0" y="426"/>
                    <a:pt x="69" y="445"/>
                    <a:pt x="127" y="425"/>
                  </a:cubicBezTo>
                  <a:cubicBezTo>
                    <a:pt x="127" y="425"/>
                    <a:pt x="136" y="238"/>
                    <a:pt x="137" y="202"/>
                  </a:cubicBezTo>
                  <a:cubicBezTo>
                    <a:pt x="137" y="202"/>
                    <a:pt x="148" y="370"/>
                    <a:pt x="144" y="426"/>
                  </a:cubicBezTo>
                  <a:cubicBezTo>
                    <a:pt x="144" y="426"/>
                    <a:pt x="198" y="459"/>
                    <a:pt x="266" y="427"/>
                  </a:cubicBezTo>
                  <a:cubicBezTo>
                    <a:pt x="266" y="427"/>
                    <a:pt x="281" y="131"/>
                    <a:pt x="246" y="0"/>
                  </a:cubicBezTo>
                  <a:cubicBezTo>
                    <a:pt x="246" y="0"/>
                    <a:pt x="156" y="46"/>
                    <a:pt x="26" y="1"/>
                  </a:cubicBezTo>
                  <a:close/>
                </a:path>
              </a:pathLst>
            </a:custGeom>
            <a:solidFill>
              <a:srgbClr val="D510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4295" name="Freeform 991">
              <a:extLst>
                <a:ext uri="{FF2B5EF4-FFF2-40B4-BE49-F238E27FC236}">
                  <a16:creationId xmlns:a16="http://schemas.microsoft.com/office/drawing/2014/main" id="{01026643-9601-4FAD-9C2A-F9B52BAD168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3" y="2945"/>
              <a:ext cx="278" cy="112"/>
            </a:xfrm>
            <a:custGeom>
              <a:avLst/>
              <a:gdLst>
                <a:gd name="T0" fmla="*/ 16 w 135"/>
                <a:gd name="T1" fmla="*/ 0 h 51"/>
                <a:gd name="T2" fmla="*/ 0 w 135"/>
                <a:gd name="T3" fmla="*/ 347 h 51"/>
                <a:gd name="T4" fmla="*/ 1161 w 135"/>
                <a:gd name="T5" fmla="*/ 338 h 51"/>
                <a:gd name="T6" fmla="*/ 1178 w 135"/>
                <a:gd name="T7" fmla="*/ 9 h 51"/>
                <a:gd name="T8" fmla="*/ 16 w 135"/>
                <a:gd name="T9" fmla="*/ 0 h 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5" h="51">
                  <a:moveTo>
                    <a:pt x="2" y="0"/>
                  </a:moveTo>
                  <a:cubicBezTo>
                    <a:pt x="0" y="33"/>
                    <a:pt x="0" y="33"/>
                    <a:pt x="0" y="33"/>
                  </a:cubicBezTo>
                  <a:cubicBezTo>
                    <a:pt x="0" y="33"/>
                    <a:pt x="59" y="51"/>
                    <a:pt x="133" y="32"/>
                  </a:cubicBezTo>
                  <a:cubicBezTo>
                    <a:pt x="135" y="1"/>
                    <a:pt x="135" y="1"/>
                    <a:pt x="135" y="1"/>
                  </a:cubicBezTo>
                  <a:cubicBezTo>
                    <a:pt x="135" y="1"/>
                    <a:pt x="70" y="23"/>
                    <a:pt x="2" y="0"/>
                  </a:cubicBezTo>
                  <a:close/>
                </a:path>
              </a:pathLst>
            </a:custGeom>
            <a:solidFill>
              <a:srgbClr val="D510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4296" name="Freeform 992">
              <a:extLst>
                <a:ext uri="{FF2B5EF4-FFF2-40B4-BE49-F238E27FC236}">
                  <a16:creationId xmlns:a16="http://schemas.microsoft.com/office/drawing/2014/main" id="{BB79D493-CC0F-4ACD-829C-61A48933A8B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4" y="2947"/>
              <a:ext cx="259" cy="138"/>
            </a:xfrm>
            <a:custGeom>
              <a:avLst/>
              <a:gdLst>
                <a:gd name="T0" fmla="*/ 0 w 126"/>
                <a:gd name="T1" fmla="*/ 0 h 63"/>
                <a:gd name="T2" fmla="*/ 0 w 126"/>
                <a:gd name="T3" fmla="*/ 335 h 63"/>
                <a:gd name="T4" fmla="*/ 1094 w 126"/>
                <a:gd name="T5" fmla="*/ 326 h 63"/>
                <a:gd name="T6" fmla="*/ 1094 w 126"/>
                <a:gd name="T7" fmla="*/ 0 h 63"/>
                <a:gd name="T8" fmla="*/ 0 w 126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6" h="63">
                  <a:moveTo>
                    <a:pt x="0" y="0"/>
                  </a:moveTo>
                  <a:cubicBezTo>
                    <a:pt x="0" y="32"/>
                    <a:pt x="0" y="32"/>
                    <a:pt x="0" y="32"/>
                  </a:cubicBezTo>
                  <a:cubicBezTo>
                    <a:pt x="0" y="32"/>
                    <a:pt x="57" y="63"/>
                    <a:pt x="126" y="31"/>
                  </a:cubicBezTo>
                  <a:cubicBezTo>
                    <a:pt x="126" y="0"/>
                    <a:pt x="126" y="0"/>
                    <a:pt x="126" y="0"/>
                  </a:cubicBezTo>
                  <a:cubicBezTo>
                    <a:pt x="126" y="0"/>
                    <a:pt x="74" y="31"/>
                    <a:pt x="0" y="0"/>
                  </a:cubicBezTo>
                  <a:close/>
                </a:path>
              </a:pathLst>
            </a:custGeom>
            <a:solidFill>
              <a:srgbClr val="D510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4297" name="Freeform 993">
              <a:extLst>
                <a:ext uri="{FF2B5EF4-FFF2-40B4-BE49-F238E27FC236}">
                  <a16:creationId xmlns:a16="http://schemas.microsoft.com/office/drawing/2014/main" id="{516DAC8C-B3DB-48D4-A5BC-868926803E8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3" y="2077"/>
              <a:ext cx="563" cy="872"/>
            </a:xfrm>
            <a:custGeom>
              <a:avLst/>
              <a:gdLst>
                <a:gd name="T0" fmla="*/ 2334 w 273"/>
                <a:gd name="T1" fmla="*/ 4206 h 397"/>
                <a:gd name="T2" fmla="*/ 2147 w 273"/>
                <a:gd name="T3" fmla="*/ 0 h 397"/>
                <a:gd name="T4" fmla="*/ 221 w 273"/>
                <a:gd name="T5" fmla="*/ 9 h 397"/>
                <a:gd name="T6" fmla="*/ 25 w 273"/>
                <a:gd name="T7" fmla="*/ 2895 h 397"/>
                <a:gd name="T8" fmla="*/ 0 w 273"/>
                <a:gd name="T9" fmla="*/ 4206 h 39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3" h="397">
                  <a:moveTo>
                    <a:pt x="266" y="397"/>
                  </a:moveTo>
                  <a:cubicBezTo>
                    <a:pt x="269" y="319"/>
                    <a:pt x="273" y="106"/>
                    <a:pt x="245" y="0"/>
                  </a:cubicBezTo>
                  <a:cubicBezTo>
                    <a:pt x="245" y="0"/>
                    <a:pt x="154" y="43"/>
                    <a:pt x="25" y="1"/>
                  </a:cubicBezTo>
                  <a:cubicBezTo>
                    <a:pt x="25" y="1"/>
                    <a:pt x="0" y="125"/>
                    <a:pt x="3" y="273"/>
                  </a:cubicBezTo>
                  <a:cubicBezTo>
                    <a:pt x="3" y="296"/>
                    <a:pt x="1" y="360"/>
                    <a:pt x="0" y="397"/>
                  </a:cubicBezTo>
                </a:path>
              </a:pathLst>
            </a:custGeom>
            <a:noFill/>
            <a:ln w="1428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4298" name="Freeform 994">
              <a:extLst>
                <a:ext uri="{FF2B5EF4-FFF2-40B4-BE49-F238E27FC236}">
                  <a16:creationId xmlns:a16="http://schemas.microsoft.com/office/drawing/2014/main" id="{7AD8EC13-9E45-4E91-A8BB-5F34DBA4597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5" y="2519"/>
              <a:ext cx="35" cy="430"/>
            </a:xfrm>
            <a:custGeom>
              <a:avLst/>
              <a:gdLst>
                <a:gd name="T0" fmla="*/ 0 w 17"/>
                <a:gd name="T1" fmla="*/ 2069 h 196"/>
                <a:gd name="T2" fmla="*/ 80 w 17"/>
                <a:gd name="T3" fmla="*/ 0 h 196"/>
                <a:gd name="T4" fmla="*/ 148 w 17"/>
                <a:gd name="T5" fmla="*/ 2069 h 19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96">
                  <a:moveTo>
                    <a:pt x="0" y="196"/>
                  </a:moveTo>
                  <a:cubicBezTo>
                    <a:pt x="3" y="143"/>
                    <a:pt x="8" y="27"/>
                    <a:pt x="9" y="0"/>
                  </a:cubicBezTo>
                  <a:cubicBezTo>
                    <a:pt x="9" y="0"/>
                    <a:pt x="17" y="126"/>
                    <a:pt x="17" y="196"/>
                  </a:cubicBezTo>
                </a:path>
              </a:pathLst>
            </a:custGeom>
            <a:noFill/>
            <a:ln w="1428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4299" name="Freeform 995">
              <a:extLst>
                <a:ext uri="{FF2B5EF4-FFF2-40B4-BE49-F238E27FC236}">
                  <a16:creationId xmlns:a16="http://schemas.microsoft.com/office/drawing/2014/main" id="{3796A0F2-D981-4EF8-ACCC-CDF26F9B4A7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3" y="2945"/>
              <a:ext cx="278" cy="112"/>
            </a:xfrm>
            <a:custGeom>
              <a:avLst/>
              <a:gdLst>
                <a:gd name="T0" fmla="*/ 16 w 135"/>
                <a:gd name="T1" fmla="*/ 0 h 51"/>
                <a:gd name="T2" fmla="*/ 0 w 135"/>
                <a:gd name="T3" fmla="*/ 347 h 51"/>
                <a:gd name="T4" fmla="*/ 1161 w 135"/>
                <a:gd name="T5" fmla="*/ 338 h 51"/>
                <a:gd name="T6" fmla="*/ 1178 w 135"/>
                <a:gd name="T7" fmla="*/ 9 h 51"/>
                <a:gd name="T8" fmla="*/ 16 w 135"/>
                <a:gd name="T9" fmla="*/ 0 h 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5" h="51">
                  <a:moveTo>
                    <a:pt x="2" y="0"/>
                  </a:moveTo>
                  <a:cubicBezTo>
                    <a:pt x="0" y="33"/>
                    <a:pt x="0" y="33"/>
                    <a:pt x="0" y="33"/>
                  </a:cubicBezTo>
                  <a:cubicBezTo>
                    <a:pt x="0" y="33"/>
                    <a:pt x="59" y="51"/>
                    <a:pt x="133" y="32"/>
                  </a:cubicBezTo>
                  <a:cubicBezTo>
                    <a:pt x="135" y="1"/>
                    <a:pt x="135" y="1"/>
                    <a:pt x="135" y="1"/>
                  </a:cubicBezTo>
                  <a:cubicBezTo>
                    <a:pt x="135" y="1"/>
                    <a:pt x="70" y="23"/>
                    <a:pt x="2" y="0"/>
                  </a:cubicBezTo>
                  <a:close/>
                </a:path>
              </a:pathLst>
            </a:custGeom>
            <a:noFill/>
            <a:ln w="1428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4300" name="Freeform 996">
              <a:extLst>
                <a:ext uri="{FF2B5EF4-FFF2-40B4-BE49-F238E27FC236}">
                  <a16:creationId xmlns:a16="http://schemas.microsoft.com/office/drawing/2014/main" id="{C01C56CB-C1E8-43BF-80C2-204FE9FF8EB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4" y="2947"/>
              <a:ext cx="259" cy="138"/>
            </a:xfrm>
            <a:custGeom>
              <a:avLst/>
              <a:gdLst>
                <a:gd name="T0" fmla="*/ 0 w 126"/>
                <a:gd name="T1" fmla="*/ 0 h 63"/>
                <a:gd name="T2" fmla="*/ 0 w 126"/>
                <a:gd name="T3" fmla="*/ 335 h 63"/>
                <a:gd name="T4" fmla="*/ 1094 w 126"/>
                <a:gd name="T5" fmla="*/ 326 h 63"/>
                <a:gd name="T6" fmla="*/ 1094 w 126"/>
                <a:gd name="T7" fmla="*/ 0 h 63"/>
                <a:gd name="T8" fmla="*/ 0 w 126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6" h="63">
                  <a:moveTo>
                    <a:pt x="0" y="0"/>
                  </a:moveTo>
                  <a:cubicBezTo>
                    <a:pt x="0" y="32"/>
                    <a:pt x="0" y="32"/>
                    <a:pt x="0" y="32"/>
                  </a:cubicBezTo>
                  <a:cubicBezTo>
                    <a:pt x="0" y="32"/>
                    <a:pt x="57" y="63"/>
                    <a:pt x="126" y="31"/>
                  </a:cubicBezTo>
                  <a:cubicBezTo>
                    <a:pt x="126" y="0"/>
                    <a:pt x="126" y="0"/>
                    <a:pt x="126" y="0"/>
                  </a:cubicBezTo>
                  <a:cubicBezTo>
                    <a:pt x="126" y="0"/>
                    <a:pt x="74" y="31"/>
                    <a:pt x="0" y="0"/>
                  </a:cubicBezTo>
                  <a:close/>
                </a:path>
              </a:pathLst>
            </a:custGeom>
            <a:noFill/>
            <a:ln w="1428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4301" name="Freeform 997">
              <a:extLst>
                <a:ext uri="{FF2B5EF4-FFF2-40B4-BE49-F238E27FC236}">
                  <a16:creationId xmlns:a16="http://schemas.microsoft.com/office/drawing/2014/main" id="{40A7F381-5DDC-4704-A81B-EB4DA96CB42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2" y="2942"/>
              <a:ext cx="249" cy="42"/>
            </a:xfrm>
            <a:custGeom>
              <a:avLst/>
              <a:gdLst>
                <a:gd name="T0" fmla="*/ 0 w 121"/>
                <a:gd name="T1" fmla="*/ 0 h 19"/>
                <a:gd name="T2" fmla="*/ 1054 w 121"/>
                <a:gd name="T3" fmla="*/ 9 h 19"/>
                <a:gd name="T4" fmla="*/ 0 w 121"/>
                <a:gd name="T5" fmla="*/ 0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1" h="19">
                  <a:moveTo>
                    <a:pt x="0" y="0"/>
                  </a:moveTo>
                  <a:cubicBezTo>
                    <a:pt x="0" y="0"/>
                    <a:pt x="48" y="19"/>
                    <a:pt x="121" y="1"/>
                  </a:cubicBezTo>
                  <a:cubicBezTo>
                    <a:pt x="121" y="1"/>
                    <a:pt x="40" y="12"/>
                    <a:pt x="0" y="0"/>
                  </a:cubicBezTo>
                  <a:close/>
                </a:path>
              </a:pathLst>
            </a:custGeom>
            <a:solidFill>
              <a:srgbClr val="AC11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4302" name="Freeform 998">
              <a:extLst>
                <a:ext uri="{FF2B5EF4-FFF2-40B4-BE49-F238E27FC236}">
                  <a16:creationId xmlns:a16="http://schemas.microsoft.com/office/drawing/2014/main" id="{2C80483C-90DF-426E-95A5-6322FBC5E92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8" y="2947"/>
              <a:ext cx="235" cy="55"/>
            </a:xfrm>
            <a:custGeom>
              <a:avLst/>
              <a:gdLst>
                <a:gd name="T0" fmla="*/ 0 w 114"/>
                <a:gd name="T1" fmla="*/ 0 h 25"/>
                <a:gd name="T2" fmla="*/ 998 w 114"/>
                <a:gd name="T3" fmla="*/ 0 h 25"/>
                <a:gd name="T4" fmla="*/ 0 w 114"/>
                <a:gd name="T5" fmla="*/ 0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4" h="25">
                  <a:moveTo>
                    <a:pt x="0" y="0"/>
                  </a:moveTo>
                  <a:cubicBezTo>
                    <a:pt x="0" y="0"/>
                    <a:pt x="57" y="25"/>
                    <a:pt x="114" y="0"/>
                  </a:cubicBezTo>
                  <a:cubicBezTo>
                    <a:pt x="114" y="0"/>
                    <a:pt x="67" y="19"/>
                    <a:pt x="0" y="0"/>
                  </a:cubicBezTo>
                  <a:close/>
                </a:path>
              </a:pathLst>
            </a:custGeom>
            <a:solidFill>
              <a:srgbClr val="AC11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4303" name="Freeform 999">
              <a:extLst>
                <a:ext uri="{FF2B5EF4-FFF2-40B4-BE49-F238E27FC236}">
                  <a16:creationId xmlns:a16="http://schemas.microsoft.com/office/drawing/2014/main" id="{D0893B90-140C-4EB8-A692-8B854A2690B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8" y="2284"/>
              <a:ext cx="107" cy="226"/>
            </a:xfrm>
            <a:custGeom>
              <a:avLst/>
              <a:gdLst>
                <a:gd name="T0" fmla="*/ 453 w 52"/>
                <a:gd name="T1" fmla="*/ 1069 h 103"/>
                <a:gd name="T2" fmla="*/ 253 w 52"/>
                <a:gd name="T3" fmla="*/ 847 h 103"/>
                <a:gd name="T4" fmla="*/ 200 w 52"/>
                <a:gd name="T5" fmla="*/ 560 h 103"/>
                <a:gd name="T6" fmla="*/ 0 w 52"/>
                <a:gd name="T7" fmla="*/ 0 h 103"/>
                <a:gd name="T8" fmla="*/ 88 w 52"/>
                <a:gd name="T9" fmla="*/ 318 h 103"/>
                <a:gd name="T10" fmla="*/ 132 w 52"/>
                <a:gd name="T11" fmla="*/ 689 h 103"/>
                <a:gd name="T12" fmla="*/ 237 w 52"/>
                <a:gd name="T13" fmla="*/ 1016 h 103"/>
                <a:gd name="T14" fmla="*/ 364 w 52"/>
                <a:gd name="T15" fmla="*/ 1069 h 103"/>
                <a:gd name="T16" fmla="*/ 453 w 52"/>
                <a:gd name="T17" fmla="*/ 1088 h 10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2" h="103">
                  <a:moveTo>
                    <a:pt x="52" y="101"/>
                  </a:moveTo>
                  <a:cubicBezTo>
                    <a:pt x="42" y="98"/>
                    <a:pt x="30" y="91"/>
                    <a:pt x="29" y="80"/>
                  </a:cubicBezTo>
                  <a:cubicBezTo>
                    <a:pt x="28" y="70"/>
                    <a:pt x="28" y="62"/>
                    <a:pt x="23" y="53"/>
                  </a:cubicBezTo>
                  <a:cubicBezTo>
                    <a:pt x="14" y="37"/>
                    <a:pt x="5" y="18"/>
                    <a:pt x="0" y="0"/>
                  </a:cubicBezTo>
                  <a:cubicBezTo>
                    <a:pt x="3" y="10"/>
                    <a:pt x="7" y="20"/>
                    <a:pt x="10" y="30"/>
                  </a:cubicBezTo>
                  <a:cubicBezTo>
                    <a:pt x="14" y="41"/>
                    <a:pt x="15" y="53"/>
                    <a:pt x="15" y="65"/>
                  </a:cubicBezTo>
                  <a:cubicBezTo>
                    <a:pt x="16" y="76"/>
                    <a:pt x="17" y="89"/>
                    <a:pt x="27" y="96"/>
                  </a:cubicBezTo>
                  <a:cubicBezTo>
                    <a:pt x="31" y="98"/>
                    <a:pt x="38" y="100"/>
                    <a:pt x="42" y="101"/>
                  </a:cubicBezTo>
                  <a:cubicBezTo>
                    <a:pt x="46" y="102"/>
                    <a:pt x="49" y="101"/>
                    <a:pt x="52" y="103"/>
                  </a:cubicBezTo>
                </a:path>
              </a:pathLst>
            </a:custGeom>
            <a:solidFill>
              <a:srgbClr val="AC11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4304" name="Freeform 1000">
              <a:extLst>
                <a:ext uri="{FF2B5EF4-FFF2-40B4-BE49-F238E27FC236}">
                  <a16:creationId xmlns:a16="http://schemas.microsoft.com/office/drawing/2014/main" id="{5901AE36-46C1-41B8-B68C-7B105F42D14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8" y="2413"/>
              <a:ext cx="138" cy="150"/>
            </a:xfrm>
            <a:custGeom>
              <a:avLst/>
              <a:gdLst>
                <a:gd name="T0" fmla="*/ 33 w 67"/>
                <a:gd name="T1" fmla="*/ 525 h 68"/>
                <a:gd name="T2" fmla="*/ 140 w 67"/>
                <a:gd name="T3" fmla="*/ 399 h 68"/>
                <a:gd name="T4" fmla="*/ 305 w 67"/>
                <a:gd name="T5" fmla="*/ 278 h 68"/>
                <a:gd name="T6" fmla="*/ 480 w 67"/>
                <a:gd name="T7" fmla="*/ 117 h 68"/>
                <a:gd name="T8" fmla="*/ 585 w 67"/>
                <a:gd name="T9" fmla="*/ 0 h 68"/>
                <a:gd name="T10" fmla="*/ 505 w 67"/>
                <a:gd name="T11" fmla="*/ 126 h 68"/>
                <a:gd name="T12" fmla="*/ 369 w 67"/>
                <a:gd name="T13" fmla="*/ 278 h 68"/>
                <a:gd name="T14" fmla="*/ 264 w 67"/>
                <a:gd name="T15" fmla="*/ 384 h 68"/>
                <a:gd name="T16" fmla="*/ 157 w 67"/>
                <a:gd name="T17" fmla="*/ 452 h 68"/>
                <a:gd name="T18" fmla="*/ 8 w 67"/>
                <a:gd name="T19" fmla="*/ 730 h 68"/>
                <a:gd name="T20" fmla="*/ 33 w 67"/>
                <a:gd name="T21" fmla="*/ 525 h 6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7" h="68">
                  <a:moveTo>
                    <a:pt x="4" y="49"/>
                  </a:moveTo>
                  <a:cubicBezTo>
                    <a:pt x="9" y="46"/>
                    <a:pt x="12" y="41"/>
                    <a:pt x="16" y="37"/>
                  </a:cubicBezTo>
                  <a:cubicBezTo>
                    <a:pt x="23" y="33"/>
                    <a:pt x="29" y="31"/>
                    <a:pt x="35" y="26"/>
                  </a:cubicBezTo>
                  <a:cubicBezTo>
                    <a:pt x="42" y="21"/>
                    <a:pt x="49" y="16"/>
                    <a:pt x="55" y="11"/>
                  </a:cubicBezTo>
                  <a:cubicBezTo>
                    <a:pt x="58" y="7"/>
                    <a:pt x="62" y="2"/>
                    <a:pt x="67" y="0"/>
                  </a:cubicBezTo>
                  <a:cubicBezTo>
                    <a:pt x="63" y="4"/>
                    <a:pt x="61" y="8"/>
                    <a:pt x="58" y="12"/>
                  </a:cubicBezTo>
                  <a:cubicBezTo>
                    <a:pt x="53" y="17"/>
                    <a:pt x="47" y="21"/>
                    <a:pt x="42" y="26"/>
                  </a:cubicBezTo>
                  <a:cubicBezTo>
                    <a:pt x="38" y="29"/>
                    <a:pt x="35" y="33"/>
                    <a:pt x="30" y="36"/>
                  </a:cubicBezTo>
                  <a:cubicBezTo>
                    <a:pt x="27" y="39"/>
                    <a:pt x="23" y="40"/>
                    <a:pt x="18" y="42"/>
                  </a:cubicBezTo>
                  <a:cubicBezTo>
                    <a:pt x="9" y="47"/>
                    <a:pt x="4" y="59"/>
                    <a:pt x="1" y="68"/>
                  </a:cubicBezTo>
                  <a:cubicBezTo>
                    <a:pt x="2" y="62"/>
                    <a:pt x="0" y="54"/>
                    <a:pt x="4" y="49"/>
                  </a:cubicBezTo>
                </a:path>
              </a:pathLst>
            </a:custGeom>
            <a:solidFill>
              <a:srgbClr val="AC11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4305" name="Freeform 1001">
              <a:extLst>
                <a:ext uri="{FF2B5EF4-FFF2-40B4-BE49-F238E27FC236}">
                  <a16:creationId xmlns:a16="http://schemas.microsoft.com/office/drawing/2014/main" id="{4AD63AF5-F3B5-4E05-A5C0-E941E0E23F4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2" y="2670"/>
              <a:ext cx="188" cy="259"/>
            </a:xfrm>
            <a:custGeom>
              <a:avLst/>
              <a:gdLst>
                <a:gd name="T0" fmla="*/ 17 w 91"/>
                <a:gd name="T1" fmla="*/ 0 h 118"/>
                <a:gd name="T2" fmla="*/ 167 w 91"/>
                <a:gd name="T3" fmla="*/ 415 h 118"/>
                <a:gd name="T4" fmla="*/ 388 w 91"/>
                <a:gd name="T5" fmla="*/ 876 h 118"/>
                <a:gd name="T6" fmla="*/ 802 w 91"/>
                <a:gd name="T7" fmla="*/ 1247 h 118"/>
                <a:gd name="T8" fmla="*/ 564 w 91"/>
                <a:gd name="T9" fmla="*/ 1080 h 118"/>
                <a:gd name="T10" fmla="*/ 264 w 91"/>
                <a:gd name="T11" fmla="*/ 806 h 118"/>
                <a:gd name="T12" fmla="*/ 176 w 91"/>
                <a:gd name="T13" fmla="*/ 549 h 118"/>
                <a:gd name="T14" fmla="*/ 116 w 91"/>
                <a:gd name="T15" fmla="*/ 327 h 118"/>
                <a:gd name="T16" fmla="*/ 0 w 91"/>
                <a:gd name="T17" fmla="*/ 20 h 11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1" h="118">
                  <a:moveTo>
                    <a:pt x="2" y="0"/>
                  </a:moveTo>
                  <a:cubicBezTo>
                    <a:pt x="11" y="11"/>
                    <a:pt x="14" y="26"/>
                    <a:pt x="19" y="39"/>
                  </a:cubicBezTo>
                  <a:cubicBezTo>
                    <a:pt x="26" y="55"/>
                    <a:pt x="32" y="69"/>
                    <a:pt x="44" y="83"/>
                  </a:cubicBezTo>
                  <a:cubicBezTo>
                    <a:pt x="57" y="99"/>
                    <a:pt x="80" y="100"/>
                    <a:pt x="91" y="118"/>
                  </a:cubicBezTo>
                  <a:cubicBezTo>
                    <a:pt x="83" y="112"/>
                    <a:pt x="73" y="107"/>
                    <a:pt x="64" y="102"/>
                  </a:cubicBezTo>
                  <a:cubicBezTo>
                    <a:pt x="49" y="95"/>
                    <a:pt x="37" y="92"/>
                    <a:pt x="30" y="76"/>
                  </a:cubicBezTo>
                  <a:cubicBezTo>
                    <a:pt x="26" y="68"/>
                    <a:pt x="23" y="60"/>
                    <a:pt x="20" y="52"/>
                  </a:cubicBezTo>
                  <a:cubicBezTo>
                    <a:pt x="17" y="45"/>
                    <a:pt x="15" y="38"/>
                    <a:pt x="13" y="31"/>
                  </a:cubicBezTo>
                  <a:cubicBezTo>
                    <a:pt x="9" y="21"/>
                    <a:pt x="4" y="12"/>
                    <a:pt x="0" y="2"/>
                  </a:cubicBezTo>
                </a:path>
              </a:pathLst>
            </a:custGeom>
            <a:solidFill>
              <a:srgbClr val="AC11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4306" name="Freeform 1002">
              <a:extLst>
                <a:ext uri="{FF2B5EF4-FFF2-40B4-BE49-F238E27FC236}">
                  <a16:creationId xmlns:a16="http://schemas.microsoft.com/office/drawing/2014/main" id="{AE908498-7300-4B2C-BA1E-11BF8C3FC8F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4" y="2595"/>
              <a:ext cx="57" cy="319"/>
            </a:xfrm>
            <a:custGeom>
              <a:avLst/>
              <a:gdLst>
                <a:gd name="T0" fmla="*/ 8 w 28"/>
                <a:gd name="T1" fmla="*/ 0 h 145"/>
                <a:gd name="T2" fmla="*/ 100 w 28"/>
                <a:gd name="T3" fmla="*/ 444 h 145"/>
                <a:gd name="T4" fmla="*/ 153 w 28"/>
                <a:gd name="T5" fmla="*/ 948 h 145"/>
                <a:gd name="T6" fmla="*/ 236 w 28"/>
                <a:gd name="T7" fmla="*/ 1351 h 145"/>
                <a:gd name="T8" fmla="*/ 228 w 28"/>
                <a:gd name="T9" fmla="*/ 1544 h 145"/>
                <a:gd name="T10" fmla="*/ 136 w 28"/>
                <a:gd name="T11" fmla="*/ 1162 h 145"/>
                <a:gd name="T12" fmla="*/ 83 w 28"/>
                <a:gd name="T13" fmla="*/ 629 h 145"/>
                <a:gd name="T14" fmla="*/ 24 w 28"/>
                <a:gd name="T15" fmla="*/ 257 h 145"/>
                <a:gd name="T16" fmla="*/ 0 w 28"/>
                <a:gd name="T17" fmla="*/ 9 h 14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8" h="145">
                  <a:moveTo>
                    <a:pt x="1" y="0"/>
                  </a:moveTo>
                  <a:cubicBezTo>
                    <a:pt x="4" y="14"/>
                    <a:pt x="8" y="28"/>
                    <a:pt x="12" y="42"/>
                  </a:cubicBezTo>
                  <a:cubicBezTo>
                    <a:pt x="15" y="57"/>
                    <a:pt x="16" y="73"/>
                    <a:pt x="18" y="89"/>
                  </a:cubicBezTo>
                  <a:cubicBezTo>
                    <a:pt x="20" y="102"/>
                    <a:pt x="27" y="113"/>
                    <a:pt x="28" y="127"/>
                  </a:cubicBezTo>
                  <a:cubicBezTo>
                    <a:pt x="28" y="133"/>
                    <a:pt x="27" y="139"/>
                    <a:pt x="27" y="145"/>
                  </a:cubicBezTo>
                  <a:cubicBezTo>
                    <a:pt x="27" y="133"/>
                    <a:pt x="21" y="120"/>
                    <a:pt x="16" y="109"/>
                  </a:cubicBezTo>
                  <a:cubicBezTo>
                    <a:pt x="10" y="93"/>
                    <a:pt x="12" y="75"/>
                    <a:pt x="10" y="59"/>
                  </a:cubicBezTo>
                  <a:cubicBezTo>
                    <a:pt x="8" y="47"/>
                    <a:pt x="5" y="36"/>
                    <a:pt x="3" y="24"/>
                  </a:cubicBezTo>
                  <a:cubicBezTo>
                    <a:pt x="2" y="17"/>
                    <a:pt x="2" y="8"/>
                    <a:pt x="0" y="1"/>
                  </a:cubicBezTo>
                </a:path>
              </a:pathLst>
            </a:custGeom>
            <a:solidFill>
              <a:srgbClr val="AC11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4307" name="Freeform 1003">
              <a:extLst>
                <a:ext uri="{FF2B5EF4-FFF2-40B4-BE49-F238E27FC236}">
                  <a16:creationId xmlns:a16="http://schemas.microsoft.com/office/drawing/2014/main" id="{6902E3F5-6B47-49D7-83A0-C0670CB5D099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0" y="2126"/>
              <a:ext cx="68" cy="24"/>
            </a:xfrm>
            <a:custGeom>
              <a:avLst/>
              <a:gdLst>
                <a:gd name="T0" fmla="*/ 0 w 33"/>
                <a:gd name="T1" fmla="*/ 113 h 11"/>
                <a:gd name="T2" fmla="*/ 288 w 33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3" h="11">
                  <a:moveTo>
                    <a:pt x="0" y="11"/>
                  </a:moveTo>
                  <a:cubicBezTo>
                    <a:pt x="11" y="8"/>
                    <a:pt x="22" y="5"/>
                    <a:pt x="33" y="0"/>
                  </a:cubicBezTo>
                </a:path>
              </a:pathLst>
            </a:custGeom>
            <a:noFill/>
            <a:ln w="1428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4308" name="Freeform 1004">
              <a:extLst>
                <a:ext uri="{FF2B5EF4-FFF2-40B4-BE49-F238E27FC236}">
                  <a16:creationId xmlns:a16="http://schemas.microsoft.com/office/drawing/2014/main" id="{3A57B7B9-0C8C-46BF-A193-514AFDF4F0D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8" y="2147"/>
              <a:ext cx="332" cy="42"/>
            </a:xfrm>
            <a:custGeom>
              <a:avLst/>
              <a:gdLst>
                <a:gd name="T0" fmla="*/ 0 w 161"/>
                <a:gd name="T1" fmla="*/ 0 h 19"/>
                <a:gd name="T2" fmla="*/ 1413 w 161"/>
                <a:gd name="T3" fmla="*/ 20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1" h="19">
                  <a:moveTo>
                    <a:pt x="0" y="0"/>
                  </a:moveTo>
                  <a:cubicBezTo>
                    <a:pt x="35" y="9"/>
                    <a:pt x="96" y="19"/>
                    <a:pt x="161" y="2"/>
                  </a:cubicBezTo>
                </a:path>
              </a:pathLst>
            </a:custGeom>
            <a:noFill/>
            <a:ln w="1428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4309" name="Freeform 1005">
              <a:extLst>
                <a:ext uri="{FF2B5EF4-FFF2-40B4-BE49-F238E27FC236}">
                  <a16:creationId xmlns:a16="http://schemas.microsoft.com/office/drawing/2014/main" id="{8BA06045-4A4A-4DC4-A167-D68796BC21E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9" y="2128"/>
              <a:ext cx="51" cy="17"/>
            </a:xfrm>
            <a:custGeom>
              <a:avLst/>
              <a:gdLst>
                <a:gd name="T0" fmla="*/ 0 w 25"/>
                <a:gd name="T1" fmla="*/ 0 h 8"/>
                <a:gd name="T2" fmla="*/ 212 w 25"/>
                <a:gd name="T3" fmla="*/ 77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8">
                  <a:moveTo>
                    <a:pt x="0" y="0"/>
                  </a:moveTo>
                  <a:cubicBezTo>
                    <a:pt x="0" y="0"/>
                    <a:pt x="9" y="4"/>
                    <a:pt x="25" y="8"/>
                  </a:cubicBezTo>
                </a:path>
              </a:pathLst>
            </a:custGeom>
            <a:noFill/>
            <a:ln w="1428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4310" name="Freeform 1006">
              <a:extLst>
                <a:ext uri="{FF2B5EF4-FFF2-40B4-BE49-F238E27FC236}">
                  <a16:creationId xmlns:a16="http://schemas.microsoft.com/office/drawing/2014/main" id="{44D1DBEF-38EE-477E-92AB-C6F9C03974E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4" y="2097"/>
              <a:ext cx="23" cy="66"/>
            </a:xfrm>
            <a:custGeom>
              <a:avLst/>
              <a:gdLst>
                <a:gd name="T0" fmla="*/ 56 w 11"/>
                <a:gd name="T1" fmla="*/ 0 h 30"/>
                <a:gd name="T2" fmla="*/ 44 w 11"/>
                <a:gd name="T3" fmla="*/ 286 h 30"/>
                <a:gd name="T4" fmla="*/ 75 w 11"/>
                <a:gd name="T5" fmla="*/ 319 h 30"/>
                <a:gd name="T6" fmla="*/ 100 w 11"/>
                <a:gd name="T7" fmla="*/ 9 h 30"/>
                <a:gd name="T8" fmla="*/ 56 w 11"/>
                <a:gd name="T9" fmla="*/ 0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30">
                  <a:moveTo>
                    <a:pt x="6" y="0"/>
                  </a:moveTo>
                  <a:cubicBezTo>
                    <a:pt x="6" y="0"/>
                    <a:pt x="0" y="13"/>
                    <a:pt x="5" y="27"/>
                  </a:cubicBezTo>
                  <a:cubicBezTo>
                    <a:pt x="8" y="30"/>
                    <a:pt x="8" y="30"/>
                    <a:pt x="8" y="30"/>
                  </a:cubicBezTo>
                  <a:cubicBezTo>
                    <a:pt x="8" y="30"/>
                    <a:pt x="3" y="7"/>
                    <a:pt x="11" y="1"/>
                  </a:cubicBezTo>
                  <a:lnTo>
                    <a:pt x="6" y="0"/>
                  </a:lnTo>
                  <a:close/>
                </a:path>
              </a:pathLst>
            </a:custGeom>
            <a:noFill/>
            <a:ln w="1428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4311" name="Freeform 1007">
              <a:extLst>
                <a:ext uri="{FF2B5EF4-FFF2-40B4-BE49-F238E27FC236}">
                  <a16:creationId xmlns:a16="http://schemas.microsoft.com/office/drawing/2014/main" id="{A06D6554-A16B-4B55-B467-E6C59FDDBCF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2" y="2101"/>
              <a:ext cx="18" cy="60"/>
            </a:xfrm>
            <a:custGeom>
              <a:avLst/>
              <a:gdLst>
                <a:gd name="T0" fmla="*/ 0 w 9"/>
                <a:gd name="T1" fmla="*/ 9 h 27"/>
                <a:gd name="T2" fmla="*/ 32 w 9"/>
                <a:gd name="T3" fmla="*/ 296 h 27"/>
                <a:gd name="T4" fmla="*/ 64 w 9"/>
                <a:gd name="T5" fmla="*/ 276 h 27"/>
                <a:gd name="T6" fmla="*/ 48 w 9"/>
                <a:gd name="T7" fmla="*/ 0 h 27"/>
                <a:gd name="T8" fmla="*/ 0 w 9"/>
                <a:gd name="T9" fmla="*/ 9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27">
                  <a:moveTo>
                    <a:pt x="0" y="1"/>
                  </a:moveTo>
                  <a:cubicBezTo>
                    <a:pt x="0" y="1"/>
                    <a:pt x="6" y="14"/>
                    <a:pt x="4" y="27"/>
                  </a:cubicBezTo>
                  <a:cubicBezTo>
                    <a:pt x="8" y="25"/>
                    <a:pt x="8" y="25"/>
                    <a:pt x="8" y="25"/>
                  </a:cubicBezTo>
                  <a:cubicBezTo>
                    <a:pt x="8" y="25"/>
                    <a:pt x="9" y="5"/>
                    <a:pt x="6" y="0"/>
                  </a:cubicBezTo>
                  <a:lnTo>
                    <a:pt x="0" y="1"/>
                  </a:lnTo>
                  <a:close/>
                </a:path>
              </a:pathLst>
            </a:custGeom>
            <a:noFill/>
            <a:ln w="1428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4312" name="Freeform 1008">
              <a:extLst>
                <a:ext uri="{FF2B5EF4-FFF2-40B4-BE49-F238E27FC236}">
                  <a16:creationId xmlns:a16="http://schemas.microsoft.com/office/drawing/2014/main" id="{6C1ABB79-0D06-4BA5-B4F9-717EFE4C8CE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6" y="2119"/>
              <a:ext cx="56" cy="318"/>
            </a:xfrm>
            <a:custGeom>
              <a:avLst/>
              <a:gdLst>
                <a:gd name="T0" fmla="*/ 141 w 27"/>
                <a:gd name="T1" fmla="*/ 0 h 145"/>
                <a:gd name="T2" fmla="*/ 151 w 27"/>
                <a:gd name="T3" fmla="*/ 241 h 145"/>
                <a:gd name="T4" fmla="*/ 241 w 27"/>
                <a:gd name="T5" fmla="*/ 1529 h 1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145">
                  <a:moveTo>
                    <a:pt x="16" y="0"/>
                  </a:moveTo>
                  <a:cubicBezTo>
                    <a:pt x="16" y="0"/>
                    <a:pt x="0" y="15"/>
                    <a:pt x="17" y="23"/>
                  </a:cubicBezTo>
                  <a:cubicBezTo>
                    <a:pt x="17" y="23"/>
                    <a:pt x="16" y="108"/>
                    <a:pt x="27" y="145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4313" name="Freeform 1009">
              <a:extLst>
                <a:ext uri="{FF2B5EF4-FFF2-40B4-BE49-F238E27FC236}">
                  <a16:creationId xmlns:a16="http://schemas.microsoft.com/office/drawing/2014/main" id="{50C508E4-5196-4580-895A-483B8D769D4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0" y="2126"/>
              <a:ext cx="19" cy="39"/>
            </a:xfrm>
            <a:custGeom>
              <a:avLst/>
              <a:gdLst>
                <a:gd name="T0" fmla="*/ 84 w 9"/>
                <a:gd name="T1" fmla="*/ 0 h 18"/>
                <a:gd name="T2" fmla="*/ 76 w 9"/>
                <a:gd name="T3" fmla="*/ 184 h 18"/>
                <a:gd name="T4" fmla="*/ 0 w 9"/>
                <a:gd name="T5" fmla="*/ 93 h 18"/>
                <a:gd name="T6" fmla="*/ 76 w 9"/>
                <a:gd name="T7" fmla="*/ 0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8">
                  <a:moveTo>
                    <a:pt x="9" y="0"/>
                  </a:moveTo>
                  <a:cubicBezTo>
                    <a:pt x="5" y="2"/>
                    <a:pt x="3" y="15"/>
                    <a:pt x="8" y="18"/>
                  </a:cubicBezTo>
                  <a:cubicBezTo>
                    <a:pt x="4" y="17"/>
                    <a:pt x="0" y="14"/>
                    <a:pt x="0" y="9"/>
                  </a:cubicBezTo>
                  <a:cubicBezTo>
                    <a:pt x="0" y="4"/>
                    <a:pt x="4" y="1"/>
                    <a:pt x="8" y="0"/>
                  </a:cubicBezTo>
                </a:path>
              </a:pathLst>
            </a:custGeom>
            <a:solidFill>
              <a:srgbClr val="AC11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4314" name="Freeform 1010">
              <a:extLst>
                <a:ext uri="{FF2B5EF4-FFF2-40B4-BE49-F238E27FC236}">
                  <a16:creationId xmlns:a16="http://schemas.microsoft.com/office/drawing/2014/main" id="{99C94377-2340-43FD-B149-D4E71B8633F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7" y="2132"/>
              <a:ext cx="29" cy="31"/>
            </a:xfrm>
            <a:custGeom>
              <a:avLst/>
              <a:gdLst>
                <a:gd name="T0" fmla="*/ 52 w 14"/>
                <a:gd name="T1" fmla="*/ 9 h 14"/>
                <a:gd name="T2" fmla="*/ 0 w 14"/>
                <a:gd name="T3" fmla="*/ 78 h 14"/>
                <a:gd name="T4" fmla="*/ 99 w 14"/>
                <a:gd name="T5" fmla="*/ 133 h 14"/>
                <a:gd name="T6" fmla="*/ 108 w 14"/>
                <a:gd name="T7" fmla="*/ 44 h 14"/>
                <a:gd name="T8" fmla="*/ 52 w 14"/>
                <a:gd name="T9" fmla="*/ 9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6" y="1"/>
                  </a:moveTo>
                  <a:cubicBezTo>
                    <a:pt x="3" y="2"/>
                    <a:pt x="0" y="3"/>
                    <a:pt x="0" y="7"/>
                  </a:cubicBezTo>
                  <a:cubicBezTo>
                    <a:pt x="0" y="12"/>
                    <a:pt x="7" y="14"/>
                    <a:pt x="11" y="12"/>
                  </a:cubicBezTo>
                  <a:cubicBezTo>
                    <a:pt x="14" y="10"/>
                    <a:pt x="14" y="6"/>
                    <a:pt x="12" y="4"/>
                  </a:cubicBezTo>
                  <a:cubicBezTo>
                    <a:pt x="11" y="2"/>
                    <a:pt x="8" y="0"/>
                    <a:pt x="6" y="1"/>
                  </a:cubicBezTo>
                </a:path>
              </a:pathLst>
            </a:custGeom>
            <a:solidFill>
              <a:srgbClr val="AC11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4315" name="Freeform 1011">
              <a:extLst>
                <a:ext uri="{FF2B5EF4-FFF2-40B4-BE49-F238E27FC236}">
                  <a16:creationId xmlns:a16="http://schemas.microsoft.com/office/drawing/2014/main" id="{A92F5D1A-F37E-4CF0-9182-BEFE7A840CE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5" y="2161"/>
              <a:ext cx="136" cy="123"/>
            </a:xfrm>
            <a:custGeom>
              <a:avLst/>
              <a:gdLst>
                <a:gd name="T0" fmla="*/ 0 w 66"/>
                <a:gd name="T1" fmla="*/ 0 h 56"/>
                <a:gd name="T2" fmla="*/ 148 w 66"/>
                <a:gd name="T3" fmla="*/ 53 h 56"/>
                <a:gd name="T4" fmla="*/ 305 w 66"/>
                <a:gd name="T5" fmla="*/ 88 h 56"/>
                <a:gd name="T6" fmla="*/ 509 w 66"/>
                <a:gd name="T7" fmla="*/ 105 h 56"/>
                <a:gd name="T8" fmla="*/ 569 w 66"/>
                <a:gd name="T9" fmla="*/ 141 h 56"/>
                <a:gd name="T10" fmla="*/ 569 w 66"/>
                <a:gd name="T11" fmla="*/ 299 h 56"/>
                <a:gd name="T12" fmla="*/ 577 w 66"/>
                <a:gd name="T13" fmla="*/ 468 h 56"/>
                <a:gd name="T14" fmla="*/ 569 w 66"/>
                <a:gd name="T15" fmla="*/ 593 h 56"/>
                <a:gd name="T16" fmla="*/ 552 w 66"/>
                <a:gd name="T17" fmla="*/ 488 h 56"/>
                <a:gd name="T18" fmla="*/ 536 w 66"/>
                <a:gd name="T19" fmla="*/ 318 h 56"/>
                <a:gd name="T20" fmla="*/ 437 w 66"/>
                <a:gd name="T21" fmla="*/ 149 h 56"/>
                <a:gd name="T22" fmla="*/ 313 w 66"/>
                <a:gd name="T23" fmla="*/ 149 h 56"/>
                <a:gd name="T24" fmla="*/ 192 w 66"/>
                <a:gd name="T25" fmla="*/ 116 h 56"/>
                <a:gd name="T26" fmla="*/ 80 w 66"/>
                <a:gd name="T27" fmla="*/ 64 h 56"/>
                <a:gd name="T28" fmla="*/ 8 w 66"/>
                <a:gd name="T29" fmla="*/ 9 h 5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66" h="56">
                  <a:moveTo>
                    <a:pt x="0" y="0"/>
                  </a:moveTo>
                  <a:cubicBezTo>
                    <a:pt x="4" y="3"/>
                    <a:pt x="12" y="5"/>
                    <a:pt x="17" y="5"/>
                  </a:cubicBezTo>
                  <a:cubicBezTo>
                    <a:pt x="23" y="6"/>
                    <a:pt x="29" y="7"/>
                    <a:pt x="35" y="8"/>
                  </a:cubicBezTo>
                  <a:cubicBezTo>
                    <a:pt x="42" y="9"/>
                    <a:pt x="50" y="9"/>
                    <a:pt x="58" y="10"/>
                  </a:cubicBezTo>
                  <a:cubicBezTo>
                    <a:pt x="60" y="10"/>
                    <a:pt x="64" y="10"/>
                    <a:pt x="65" y="13"/>
                  </a:cubicBezTo>
                  <a:cubicBezTo>
                    <a:pt x="66" y="17"/>
                    <a:pt x="65" y="23"/>
                    <a:pt x="65" y="28"/>
                  </a:cubicBezTo>
                  <a:cubicBezTo>
                    <a:pt x="64" y="33"/>
                    <a:pt x="66" y="38"/>
                    <a:pt x="66" y="44"/>
                  </a:cubicBezTo>
                  <a:cubicBezTo>
                    <a:pt x="66" y="47"/>
                    <a:pt x="66" y="53"/>
                    <a:pt x="65" y="56"/>
                  </a:cubicBezTo>
                  <a:cubicBezTo>
                    <a:pt x="63" y="54"/>
                    <a:pt x="63" y="49"/>
                    <a:pt x="63" y="46"/>
                  </a:cubicBezTo>
                  <a:cubicBezTo>
                    <a:pt x="62" y="40"/>
                    <a:pt x="62" y="35"/>
                    <a:pt x="61" y="30"/>
                  </a:cubicBezTo>
                  <a:cubicBezTo>
                    <a:pt x="60" y="23"/>
                    <a:pt x="59" y="14"/>
                    <a:pt x="50" y="14"/>
                  </a:cubicBezTo>
                  <a:cubicBezTo>
                    <a:pt x="45" y="14"/>
                    <a:pt x="41" y="15"/>
                    <a:pt x="36" y="14"/>
                  </a:cubicBezTo>
                  <a:cubicBezTo>
                    <a:pt x="31" y="14"/>
                    <a:pt x="26" y="12"/>
                    <a:pt x="22" y="11"/>
                  </a:cubicBezTo>
                  <a:cubicBezTo>
                    <a:pt x="17" y="10"/>
                    <a:pt x="13" y="8"/>
                    <a:pt x="9" y="6"/>
                  </a:cubicBezTo>
                  <a:cubicBezTo>
                    <a:pt x="7" y="4"/>
                    <a:pt x="4" y="2"/>
                    <a:pt x="1" y="1"/>
                  </a:cubicBezTo>
                </a:path>
              </a:pathLst>
            </a:custGeom>
            <a:solidFill>
              <a:srgbClr val="AC11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4316" name="Freeform 1012">
              <a:extLst>
                <a:ext uri="{FF2B5EF4-FFF2-40B4-BE49-F238E27FC236}">
                  <a16:creationId xmlns:a16="http://schemas.microsoft.com/office/drawing/2014/main" id="{61EA926B-B95F-49D1-8D96-B192F0D6BBB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3" y="2178"/>
              <a:ext cx="126" cy="22"/>
            </a:xfrm>
            <a:custGeom>
              <a:avLst/>
              <a:gdLst>
                <a:gd name="T0" fmla="*/ 17 w 61"/>
                <a:gd name="T1" fmla="*/ 0 h 10"/>
                <a:gd name="T2" fmla="*/ 333 w 61"/>
                <a:gd name="T3" fmla="*/ 44 h 10"/>
                <a:gd name="T4" fmla="*/ 465 w 61"/>
                <a:gd name="T5" fmla="*/ 33 h 10"/>
                <a:gd name="T6" fmla="*/ 537 w 61"/>
                <a:gd name="T7" fmla="*/ 20 h 10"/>
                <a:gd name="T8" fmla="*/ 353 w 61"/>
                <a:gd name="T9" fmla="*/ 64 h 10"/>
                <a:gd name="T10" fmla="*/ 240 w 61"/>
                <a:gd name="T11" fmla="*/ 73 h 10"/>
                <a:gd name="T12" fmla="*/ 157 w 61"/>
                <a:gd name="T13" fmla="*/ 88 h 10"/>
                <a:gd name="T14" fmla="*/ 25 w 61"/>
                <a:gd name="T15" fmla="*/ 64 h 10"/>
                <a:gd name="T16" fmla="*/ 8 w 61"/>
                <a:gd name="T17" fmla="*/ 9 h 1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1" h="10">
                  <a:moveTo>
                    <a:pt x="2" y="0"/>
                  </a:moveTo>
                  <a:cubicBezTo>
                    <a:pt x="13" y="5"/>
                    <a:pt x="26" y="5"/>
                    <a:pt x="38" y="4"/>
                  </a:cubicBezTo>
                  <a:cubicBezTo>
                    <a:pt x="43" y="4"/>
                    <a:pt x="48" y="3"/>
                    <a:pt x="53" y="3"/>
                  </a:cubicBezTo>
                  <a:cubicBezTo>
                    <a:pt x="56" y="3"/>
                    <a:pt x="58" y="2"/>
                    <a:pt x="61" y="2"/>
                  </a:cubicBezTo>
                  <a:cubicBezTo>
                    <a:pt x="55" y="5"/>
                    <a:pt x="46" y="5"/>
                    <a:pt x="40" y="6"/>
                  </a:cubicBezTo>
                  <a:cubicBezTo>
                    <a:pt x="36" y="7"/>
                    <a:pt x="31" y="7"/>
                    <a:pt x="27" y="7"/>
                  </a:cubicBezTo>
                  <a:cubicBezTo>
                    <a:pt x="23" y="7"/>
                    <a:pt x="21" y="7"/>
                    <a:pt x="18" y="8"/>
                  </a:cubicBezTo>
                  <a:cubicBezTo>
                    <a:pt x="12" y="10"/>
                    <a:pt x="9" y="9"/>
                    <a:pt x="3" y="6"/>
                  </a:cubicBezTo>
                  <a:cubicBezTo>
                    <a:pt x="1" y="5"/>
                    <a:pt x="0" y="4"/>
                    <a:pt x="1" y="1"/>
                  </a:cubicBezTo>
                </a:path>
              </a:pathLst>
            </a:custGeom>
            <a:solidFill>
              <a:srgbClr val="AC11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4317" name="Freeform 1013">
              <a:extLst>
                <a:ext uri="{FF2B5EF4-FFF2-40B4-BE49-F238E27FC236}">
                  <a16:creationId xmlns:a16="http://schemas.microsoft.com/office/drawing/2014/main" id="{841BC091-2DB1-449C-9ABD-78A863772B4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5" y="2088"/>
              <a:ext cx="39" cy="48"/>
            </a:xfrm>
            <a:custGeom>
              <a:avLst/>
              <a:gdLst>
                <a:gd name="T0" fmla="*/ 16 w 19"/>
                <a:gd name="T1" fmla="*/ 0 h 22"/>
                <a:gd name="T2" fmla="*/ 8 w 19"/>
                <a:gd name="T3" fmla="*/ 113 h 22"/>
                <a:gd name="T4" fmla="*/ 16 w 19"/>
                <a:gd name="T5" fmla="*/ 177 h 22"/>
                <a:gd name="T6" fmla="*/ 88 w 19"/>
                <a:gd name="T7" fmla="*/ 209 h 22"/>
                <a:gd name="T8" fmla="*/ 164 w 19"/>
                <a:gd name="T9" fmla="*/ 229 h 22"/>
                <a:gd name="T10" fmla="*/ 96 w 19"/>
                <a:gd name="T11" fmla="*/ 185 h 22"/>
                <a:gd name="T12" fmla="*/ 43 w 19"/>
                <a:gd name="T13" fmla="*/ 133 h 22"/>
                <a:gd name="T14" fmla="*/ 33 w 19"/>
                <a:gd name="T15" fmla="*/ 72 h 22"/>
                <a:gd name="T16" fmla="*/ 16 w 19"/>
                <a:gd name="T17" fmla="*/ 9 h 2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9" h="22">
                  <a:moveTo>
                    <a:pt x="2" y="0"/>
                  </a:moveTo>
                  <a:cubicBezTo>
                    <a:pt x="2" y="3"/>
                    <a:pt x="2" y="7"/>
                    <a:pt x="1" y="11"/>
                  </a:cubicBezTo>
                  <a:cubicBezTo>
                    <a:pt x="1" y="13"/>
                    <a:pt x="0" y="15"/>
                    <a:pt x="2" y="17"/>
                  </a:cubicBezTo>
                  <a:cubicBezTo>
                    <a:pt x="4" y="19"/>
                    <a:pt x="8" y="19"/>
                    <a:pt x="10" y="20"/>
                  </a:cubicBezTo>
                  <a:cubicBezTo>
                    <a:pt x="13" y="20"/>
                    <a:pt x="16" y="21"/>
                    <a:pt x="19" y="22"/>
                  </a:cubicBezTo>
                  <a:cubicBezTo>
                    <a:pt x="16" y="20"/>
                    <a:pt x="14" y="19"/>
                    <a:pt x="11" y="18"/>
                  </a:cubicBezTo>
                  <a:cubicBezTo>
                    <a:pt x="9" y="16"/>
                    <a:pt x="6" y="16"/>
                    <a:pt x="5" y="13"/>
                  </a:cubicBezTo>
                  <a:cubicBezTo>
                    <a:pt x="4" y="11"/>
                    <a:pt x="4" y="9"/>
                    <a:pt x="4" y="7"/>
                  </a:cubicBezTo>
                  <a:cubicBezTo>
                    <a:pt x="3" y="5"/>
                    <a:pt x="3" y="3"/>
                    <a:pt x="2" y="1"/>
                  </a:cubicBezTo>
                </a:path>
              </a:pathLst>
            </a:custGeom>
            <a:solidFill>
              <a:srgbClr val="AC11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4318" name="Freeform 1014">
              <a:extLst>
                <a:ext uri="{FF2B5EF4-FFF2-40B4-BE49-F238E27FC236}">
                  <a16:creationId xmlns:a16="http://schemas.microsoft.com/office/drawing/2014/main" id="{84753878-D16D-4D67-BC7B-98B63EBC5848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7" y="2084"/>
              <a:ext cx="55" cy="55"/>
            </a:xfrm>
            <a:custGeom>
              <a:avLst/>
              <a:gdLst>
                <a:gd name="T0" fmla="*/ 196 w 27"/>
                <a:gd name="T1" fmla="*/ 0 h 25"/>
                <a:gd name="T2" fmla="*/ 220 w 27"/>
                <a:gd name="T3" fmla="*/ 125 h 25"/>
                <a:gd name="T4" fmla="*/ 196 w 27"/>
                <a:gd name="T5" fmla="*/ 202 h 25"/>
                <a:gd name="T6" fmla="*/ 161 w 27"/>
                <a:gd name="T7" fmla="*/ 213 h 25"/>
                <a:gd name="T8" fmla="*/ 120 w 27"/>
                <a:gd name="T9" fmla="*/ 233 h 25"/>
                <a:gd name="T10" fmla="*/ 0 w 27"/>
                <a:gd name="T11" fmla="*/ 266 h 25"/>
                <a:gd name="T12" fmla="*/ 84 w 27"/>
                <a:gd name="T13" fmla="*/ 222 h 25"/>
                <a:gd name="T14" fmla="*/ 171 w 27"/>
                <a:gd name="T15" fmla="*/ 150 h 25"/>
                <a:gd name="T16" fmla="*/ 196 w 27"/>
                <a:gd name="T17" fmla="*/ 64 h 25"/>
                <a:gd name="T18" fmla="*/ 196 w 27"/>
                <a:gd name="T19" fmla="*/ 0 h 2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7" h="25">
                  <a:moveTo>
                    <a:pt x="23" y="0"/>
                  </a:moveTo>
                  <a:cubicBezTo>
                    <a:pt x="25" y="3"/>
                    <a:pt x="26" y="9"/>
                    <a:pt x="26" y="12"/>
                  </a:cubicBezTo>
                  <a:cubicBezTo>
                    <a:pt x="27" y="16"/>
                    <a:pt x="27" y="18"/>
                    <a:pt x="23" y="19"/>
                  </a:cubicBezTo>
                  <a:cubicBezTo>
                    <a:pt x="22" y="20"/>
                    <a:pt x="20" y="20"/>
                    <a:pt x="19" y="20"/>
                  </a:cubicBezTo>
                  <a:cubicBezTo>
                    <a:pt x="17" y="21"/>
                    <a:pt x="15" y="22"/>
                    <a:pt x="14" y="22"/>
                  </a:cubicBezTo>
                  <a:cubicBezTo>
                    <a:pt x="9" y="24"/>
                    <a:pt x="5" y="25"/>
                    <a:pt x="0" y="25"/>
                  </a:cubicBezTo>
                  <a:cubicBezTo>
                    <a:pt x="1" y="23"/>
                    <a:pt x="8" y="22"/>
                    <a:pt x="10" y="21"/>
                  </a:cubicBezTo>
                  <a:cubicBezTo>
                    <a:pt x="13" y="19"/>
                    <a:pt x="17" y="17"/>
                    <a:pt x="20" y="14"/>
                  </a:cubicBezTo>
                  <a:cubicBezTo>
                    <a:pt x="22" y="11"/>
                    <a:pt x="23" y="9"/>
                    <a:pt x="23" y="6"/>
                  </a:cubicBezTo>
                  <a:cubicBezTo>
                    <a:pt x="23" y="4"/>
                    <a:pt x="24" y="1"/>
                    <a:pt x="23" y="0"/>
                  </a:cubicBezTo>
                </a:path>
              </a:pathLst>
            </a:custGeom>
            <a:solidFill>
              <a:srgbClr val="AC11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4319" name="Freeform 1015">
              <a:extLst>
                <a:ext uri="{FF2B5EF4-FFF2-40B4-BE49-F238E27FC236}">
                  <a16:creationId xmlns:a16="http://schemas.microsoft.com/office/drawing/2014/main" id="{517DBD1F-56B2-46C1-8FB8-329881F4391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6" y="2147"/>
              <a:ext cx="68" cy="148"/>
            </a:xfrm>
            <a:custGeom>
              <a:avLst/>
              <a:gdLst>
                <a:gd name="T0" fmla="*/ 280 w 33"/>
                <a:gd name="T1" fmla="*/ 141 h 67"/>
                <a:gd name="T2" fmla="*/ 132 w 33"/>
                <a:gd name="T3" fmla="*/ 429 h 67"/>
                <a:gd name="T4" fmla="*/ 0 w 33"/>
                <a:gd name="T5" fmla="*/ 722 h 67"/>
                <a:gd name="T6" fmla="*/ 148 w 33"/>
                <a:gd name="T7" fmla="*/ 331 h 67"/>
                <a:gd name="T8" fmla="*/ 220 w 33"/>
                <a:gd name="T9" fmla="*/ 133 h 67"/>
                <a:gd name="T10" fmla="*/ 148 w 33"/>
                <a:gd name="T11" fmla="*/ 9 h 67"/>
                <a:gd name="T12" fmla="*/ 247 w 33"/>
                <a:gd name="T13" fmla="*/ 33 h 67"/>
                <a:gd name="T14" fmla="*/ 288 w 33"/>
                <a:gd name="T15" fmla="*/ 133 h 6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3" h="67">
                  <a:moveTo>
                    <a:pt x="32" y="13"/>
                  </a:moveTo>
                  <a:cubicBezTo>
                    <a:pt x="33" y="20"/>
                    <a:pt x="20" y="34"/>
                    <a:pt x="15" y="40"/>
                  </a:cubicBezTo>
                  <a:cubicBezTo>
                    <a:pt x="9" y="49"/>
                    <a:pt x="6" y="59"/>
                    <a:pt x="0" y="67"/>
                  </a:cubicBezTo>
                  <a:cubicBezTo>
                    <a:pt x="1" y="53"/>
                    <a:pt x="11" y="44"/>
                    <a:pt x="17" y="31"/>
                  </a:cubicBezTo>
                  <a:cubicBezTo>
                    <a:pt x="20" y="26"/>
                    <a:pt x="25" y="18"/>
                    <a:pt x="25" y="12"/>
                  </a:cubicBezTo>
                  <a:cubicBezTo>
                    <a:pt x="25" y="8"/>
                    <a:pt x="21" y="0"/>
                    <a:pt x="17" y="1"/>
                  </a:cubicBezTo>
                  <a:cubicBezTo>
                    <a:pt x="20" y="2"/>
                    <a:pt x="26" y="2"/>
                    <a:pt x="28" y="3"/>
                  </a:cubicBezTo>
                  <a:cubicBezTo>
                    <a:pt x="30" y="4"/>
                    <a:pt x="32" y="10"/>
                    <a:pt x="33" y="12"/>
                  </a:cubicBezTo>
                </a:path>
              </a:pathLst>
            </a:custGeom>
            <a:solidFill>
              <a:srgbClr val="AC11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4320" name="Freeform 1016">
              <a:extLst>
                <a:ext uri="{FF2B5EF4-FFF2-40B4-BE49-F238E27FC236}">
                  <a16:creationId xmlns:a16="http://schemas.microsoft.com/office/drawing/2014/main" id="{77889D53-5CE4-4305-8861-DA6F1778F1DA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4" y="2147"/>
              <a:ext cx="95" cy="108"/>
            </a:xfrm>
            <a:custGeom>
              <a:avLst/>
              <a:gdLst>
                <a:gd name="T0" fmla="*/ 0 w 46"/>
                <a:gd name="T1" fmla="*/ 73 h 49"/>
                <a:gd name="T2" fmla="*/ 213 w 46"/>
                <a:gd name="T3" fmla="*/ 399 h 49"/>
                <a:gd name="T4" fmla="*/ 405 w 46"/>
                <a:gd name="T5" fmla="*/ 525 h 49"/>
                <a:gd name="T6" fmla="*/ 140 w 46"/>
                <a:gd name="T7" fmla="*/ 291 h 49"/>
                <a:gd name="T8" fmla="*/ 149 w 46"/>
                <a:gd name="T9" fmla="*/ 9 h 49"/>
                <a:gd name="T10" fmla="*/ 89 w 46"/>
                <a:gd name="T11" fmla="*/ 53 h 49"/>
                <a:gd name="T12" fmla="*/ 8 w 46"/>
                <a:gd name="T13" fmla="*/ 88 h 4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6" h="49">
                  <a:moveTo>
                    <a:pt x="0" y="7"/>
                  </a:moveTo>
                  <a:cubicBezTo>
                    <a:pt x="3" y="21"/>
                    <a:pt x="12" y="30"/>
                    <a:pt x="24" y="37"/>
                  </a:cubicBezTo>
                  <a:cubicBezTo>
                    <a:pt x="32" y="41"/>
                    <a:pt x="40" y="44"/>
                    <a:pt x="46" y="49"/>
                  </a:cubicBezTo>
                  <a:cubicBezTo>
                    <a:pt x="38" y="40"/>
                    <a:pt x="23" y="38"/>
                    <a:pt x="16" y="27"/>
                  </a:cubicBezTo>
                  <a:cubicBezTo>
                    <a:pt x="12" y="21"/>
                    <a:pt x="13" y="7"/>
                    <a:pt x="17" y="1"/>
                  </a:cubicBezTo>
                  <a:cubicBezTo>
                    <a:pt x="12" y="0"/>
                    <a:pt x="13" y="3"/>
                    <a:pt x="10" y="5"/>
                  </a:cubicBezTo>
                  <a:cubicBezTo>
                    <a:pt x="8" y="7"/>
                    <a:pt x="4" y="6"/>
                    <a:pt x="1" y="8"/>
                  </a:cubicBezTo>
                </a:path>
              </a:pathLst>
            </a:custGeom>
            <a:solidFill>
              <a:srgbClr val="AC11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4321" name="Freeform 1017">
              <a:extLst>
                <a:ext uri="{FF2B5EF4-FFF2-40B4-BE49-F238E27FC236}">
                  <a16:creationId xmlns:a16="http://schemas.microsoft.com/office/drawing/2014/main" id="{BFE5A3AC-4CD0-4FDD-9684-FFDFDF61D88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8" y="2176"/>
              <a:ext cx="68" cy="130"/>
            </a:xfrm>
            <a:custGeom>
              <a:avLst/>
              <a:gdLst>
                <a:gd name="T0" fmla="*/ 288 w 33"/>
                <a:gd name="T1" fmla="*/ 0 h 59"/>
                <a:gd name="T2" fmla="*/ 288 w 33"/>
                <a:gd name="T3" fmla="*/ 44 h 59"/>
                <a:gd name="T4" fmla="*/ 264 w 33"/>
                <a:gd name="T5" fmla="*/ 126 h 59"/>
                <a:gd name="T6" fmla="*/ 183 w 33"/>
                <a:gd name="T7" fmla="*/ 278 h 59"/>
                <a:gd name="T8" fmla="*/ 89 w 33"/>
                <a:gd name="T9" fmla="*/ 452 h 59"/>
                <a:gd name="T10" fmla="*/ 33 w 33"/>
                <a:gd name="T11" fmla="*/ 568 h 59"/>
                <a:gd name="T12" fmla="*/ 0 w 33"/>
                <a:gd name="T13" fmla="*/ 630 h 5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3" h="59">
                  <a:moveTo>
                    <a:pt x="33" y="0"/>
                  </a:moveTo>
                  <a:cubicBezTo>
                    <a:pt x="33" y="1"/>
                    <a:pt x="33" y="3"/>
                    <a:pt x="33" y="4"/>
                  </a:cubicBezTo>
                  <a:cubicBezTo>
                    <a:pt x="33" y="7"/>
                    <a:pt x="31" y="10"/>
                    <a:pt x="30" y="12"/>
                  </a:cubicBezTo>
                  <a:cubicBezTo>
                    <a:pt x="28" y="17"/>
                    <a:pt x="24" y="22"/>
                    <a:pt x="21" y="26"/>
                  </a:cubicBezTo>
                  <a:cubicBezTo>
                    <a:pt x="17" y="31"/>
                    <a:pt x="13" y="36"/>
                    <a:pt x="10" y="42"/>
                  </a:cubicBezTo>
                  <a:cubicBezTo>
                    <a:pt x="8" y="45"/>
                    <a:pt x="6" y="49"/>
                    <a:pt x="4" y="53"/>
                  </a:cubicBezTo>
                  <a:cubicBezTo>
                    <a:pt x="3" y="55"/>
                    <a:pt x="0" y="58"/>
                    <a:pt x="0" y="59"/>
                  </a:cubicBezTo>
                </a:path>
              </a:pathLst>
            </a:custGeom>
            <a:noFill/>
            <a:ln w="1428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4322" name="Freeform 1018">
              <a:extLst>
                <a:ext uri="{FF2B5EF4-FFF2-40B4-BE49-F238E27FC236}">
                  <a16:creationId xmlns:a16="http://schemas.microsoft.com/office/drawing/2014/main" id="{459ACE8D-CC74-4829-BB7D-3ECCFE71229A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8" y="2169"/>
              <a:ext cx="105" cy="106"/>
            </a:xfrm>
            <a:custGeom>
              <a:avLst/>
              <a:gdLst>
                <a:gd name="T0" fmla="*/ 0 w 51"/>
                <a:gd name="T1" fmla="*/ 0 h 48"/>
                <a:gd name="T2" fmla="*/ 208 w 51"/>
                <a:gd name="T3" fmla="*/ 311 h 48"/>
                <a:gd name="T4" fmla="*/ 445 w 51"/>
                <a:gd name="T5" fmla="*/ 517 h 4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1" h="48">
                  <a:moveTo>
                    <a:pt x="0" y="0"/>
                  </a:moveTo>
                  <a:cubicBezTo>
                    <a:pt x="4" y="11"/>
                    <a:pt x="13" y="23"/>
                    <a:pt x="24" y="29"/>
                  </a:cubicBezTo>
                  <a:cubicBezTo>
                    <a:pt x="33" y="34"/>
                    <a:pt x="47" y="38"/>
                    <a:pt x="51" y="48"/>
                  </a:cubicBezTo>
                </a:path>
              </a:pathLst>
            </a:custGeom>
            <a:noFill/>
            <a:ln w="1428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4323" name="Freeform 1019">
              <a:extLst>
                <a:ext uri="{FF2B5EF4-FFF2-40B4-BE49-F238E27FC236}">
                  <a16:creationId xmlns:a16="http://schemas.microsoft.com/office/drawing/2014/main" id="{C60CA54A-F85C-48F0-8690-C3F78795E7D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7" y="2134"/>
              <a:ext cx="31" cy="24"/>
            </a:xfrm>
            <a:custGeom>
              <a:avLst/>
              <a:gdLst>
                <a:gd name="T0" fmla="*/ 52 w 15"/>
                <a:gd name="T1" fmla="*/ 0 h 11"/>
                <a:gd name="T2" fmla="*/ 8 w 15"/>
                <a:gd name="T3" fmla="*/ 33 h 11"/>
                <a:gd name="T4" fmla="*/ 0 w 15"/>
                <a:gd name="T5" fmla="*/ 72 h 11"/>
                <a:gd name="T6" fmla="*/ 43 w 15"/>
                <a:gd name="T7" fmla="*/ 113 h 11"/>
                <a:gd name="T8" fmla="*/ 116 w 15"/>
                <a:gd name="T9" fmla="*/ 96 h 11"/>
                <a:gd name="T10" fmla="*/ 89 w 15"/>
                <a:gd name="T11" fmla="*/ 9 h 1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" h="11">
                  <a:moveTo>
                    <a:pt x="6" y="0"/>
                  </a:moveTo>
                  <a:cubicBezTo>
                    <a:pt x="4" y="0"/>
                    <a:pt x="2" y="2"/>
                    <a:pt x="1" y="3"/>
                  </a:cubicBezTo>
                  <a:cubicBezTo>
                    <a:pt x="0" y="5"/>
                    <a:pt x="0" y="6"/>
                    <a:pt x="0" y="7"/>
                  </a:cubicBezTo>
                  <a:cubicBezTo>
                    <a:pt x="0" y="10"/>
                    <a:pt x="3" y="11"/>
                    <a:pt x="5" y="11"/>
                  </a:cubicBezTo>
                  <a:cubicBezTo>
                    <a:pt x="7" y="11"/>
                    <a:pt x="12" y="11"/>
                    <a:pt x="13" y="9"/>
                  </a:cubicBezTo>
                  <a:cubicBezTo>
                    <a:pt x="15" y="6"/>
                    <a:pt x="12" y="3"/>
                    <a:pt x="10" y="1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4324" name="Freeform 1020">
              <a:extLst>
                <a:ext uri="{FF2B5EF4-FFF2-40B4-BE49-F238E27FC236}">
                  <a16:creationId xmlns:a16="http://schemas.microsoft.com/office/drawing/2014/main" id="{374F044F-E235-4F4A-B92E-A0B013413B2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1" y="2956"/>
              <a:ext cx="60" cy="54"/>
            </a:xfrm>
            <a:custGeom>
              <a:avLst/>
              <a:gdLst>
                <a:gd name="T0" fmla="*/ 116 w 29"/>
                <a:gd name="T1" fmla="*/ 19 h 25"/>
                <a:gd name="T2" fmla="*/ 8 w 29"/>
                <a:gd name="T3" fmla="*/ 0 h 25"/>
                <a:gd name="T4" fmla="*/ 8 w 29"/>
                <a:gd name="T5" fmla="*/ 253 h 25"/>
                <a:gd name="T6" fmla="*/ 25 w 29"/>
                <a:gd name="T7" fmla="*/ 140 h 25"/>
                <a:gd name="T8" fmla="*/ 72 w 29"/>
                <a:gd name="T9" fmla="*/ 41 h 25"/>
                <a:gd name="T10" fmla="*/ 257 w 29"/>
                <a:gd name="T11" fmla="*/ 52 h 25"/>
                <a:gd name="T12" fmla="*/ 205 w 29"/>
                <a:gd name="T13" fmla="*/ 41 h 25"/>
                <a:gd name="T14" fmla="*/ 149 w 29"/>
                <a:gd name="T15" fmla="*/ 28 h 25"/>
                <a:gd name="T16" fmla="*/ 108 w 29"/>
                <a:gd name="T17" fmla="*/ 19 h 2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9" h="25">
                  <a:moveTo>
                    <a:pt x="13" y="2"/>
                  </a:moveTo>
                  <a:cubicBezTo>
                    <a:pt x="9" y="1"/>
                    <a:pt x="5" y="1"/>
                    <a:pt x="1" y="0"/>
                  </a:cubicBezTo>
                  <a:cubicBezTo>
                    <a:pt x="3" y="8"/>
                    <a:pt x="1" y="17"/>
                    <a:pt x="1" y="25"/>
                  </a:cubicBezTo>
                  <a:cubicBezTo>
                    <a:pt x="0" y="21"/>
                    <a:pt x="2" y="17"/>
                    <a:pt x="3" y="14"/>
                  </a:cubicBezTo>
                  <a:cubicBezTo>
                    <a:pt x="4" y="11"/>
                    <a:pt x="5" y="6"/>
                    <a:pt x="8" y="4"/>
                  </a:cubicBezTo>
                  <a:cubicBezTo>
                    <a:pt x="14" y="2"/>
                    <a:pt x="24" y="3"/>
                    <a:pt x="29" y="5"/>
                  </a:cubicBezTo>
                  <a:cubicBezTo>
                    <a:pt x="27" y="5"/>
                    <a:pt x="25" y="4"/>
                    <a:pt x="23" y="4"/>
                  </a:cubicBezTo>
                  <a:cubicBezTo>
                    <a:pt x="21" y="4"/>
                    <a:pt x="19" y="3"/>
                    <a:pt x="17" y="3"/>
                  </a:cubicBezTo>
                  <a:cubicBezTo>
                    <a:pt x="16" y="3"/>
                    <a:pt x="14" y="3"/>
                    <a:pt x="12" y="2"/>
                  </a:cubicBezTo>
                </a:path>
              </a:pathLst>
            </a:custGeom>
            <a:solidFill>
              <a:srgbClr val="E31D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4325" name="Freeform 1021">
              <a:extLst>
                <a:ext uri="{FF2B5EF4-FFF2-40B4-BE49-F238E27FC236}">
                  <a16:creationId xmlns:a16="http://schemas.microsoft.com/office/drawing/2014/main" id="{BA79BD98-C722-4E77-82A9-05760C494B9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0" y="2953"/>
              <a:ext cx="70" cy="62"/>
            </a:xfrm>
            <a:custGeom>
              <a:avLst/>
              <a:gdLst>
                <a:gd name="T0" fmla="*/ 8 w 34"/>
                <a:gd name="T1" fmla="*/ 303 h 28"/>
                <a:gd name="T2" fmla="*/ 8 w 34"/>
                <a:gd name="T3" fmla="*/ 78 h 28"/>
                <a:gd name="T4" fmla="*/ 8 w 34"/>
                <a:gd name="T5" fmla="*/ 0 h 28"/>
                <a:gd name="T6" fmla="*/ 43 w 34"/>
                <a:gd name="T7" fmla="*/ 35 h 28"/>
                <a:gd name="T8" fmla="*/ 132 w 34"/>
                <a:gd name="T9" fmla="*/ 78 h 28"/>
                <a:gd name="T10" fmla="*/ 296 w 34"/>
                <a:gd name="T11" fmla="*/ 133 h 28"/>
                <a:gd name="T12" fmla="*/ 191 w 34"/>
                <a:gd name="T13" fmla="*/ 117 h 28"/>
                <a:gd name="T14" fmla="*/ 132 w 34"/>
                <a:gd name="T15" fmla="*/ 109 h 28"/>
                <a:gd name="T16" fmla="*/ 89 w 34"/>
                <a:gd name="T17" fmla="*/ 97 h 28"/>
                <a:gd name="T18" fmla="*/ 25 w 34"/>
                <a:gd name="T19" fmla="*/ 303 h 2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4" h="28">
                  <a:moveTo>
                    <a:pt x="1" y="28"/>
                  </a:moveTo>
                  <a:cubicBezTo>
                    <a:pt x="1" y="21"/>
                    <a:pt x="1" y="14"/>
                    <a:pt x="1" y="7"/>
                  </a:cubicBezTo>
                  <a:cubicBezTo>
                    <a:pt x="1" y="5"/>
                    <a:pt x="0" y="2"/>
                    <a:pt x="1" y="0"/>
                  </a:cubicBezTo>
                  <a:cubicBezTo>
                    <a:pt x="2" y="1"/>
                    <a:pt x="4" y="2"/>
                    <a:pt x="5" y="3"/>
                  </a:cubicBezTo>
                  <a:cubicBezTo>
                    <a:pt x="8" y="5"/>
                    <a:pt x="12" y="6"/>
                    <a:pt x="15" y="7"/>
                  </a:cubicBezTo>
                  <a:cubicBezTo>
                    <a:pt x="21" y="10"/>
                    <a:pt x="28" y="8"/>
                    <a:pt x="34" y="12"/>
                  </a:cubicBezTo>
                  <a:cubicBezTo>
                    <a:pt x="30" y="12"/>
                    <a:pt x="26" y="11"/>
                    <a:pt x="22" y="11"/>
                  </a:cubicBezTo>
                  <a:cubicBezTo>
                    <a:pt x="20" y="11"/>
                    <a:pt x="18" y="11"/>
                    <a:pt x="15" y="10"/>
                  </a:cubicBezTo>
                  <a:cubicBezTo>
                    <a:pt x="13" y="10"/>
                    <a:pt x="12" y="9"/>
                    <a:pt x="10" y="9"/>
                  </a:cubicBezTo>
                  <a:cubicBezTo>
                    <a:pt x="1" y="10"/>
                    <a:pt x="4" y="22"/>
                    <a:pt x="3" y="28"/>
                  </a:cubicBezTo>
                </a:path>
              </a:pathLst>
            </a:custGeom>
            <a:solidFill>
              <a:srgbClr val="E31D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4326" name="Freeform 1022">
              <a:extLst>
                <a:ext uri="{FF2B5EF4-FFF2-40B4-BE49-F238E27FC236}">
                  <a16:creationId xmlns:a16="http://schemas.microsoft.com/office/drawing/2014/main" id="{E8D6B133-38A5-4AC6-A76B-CBC9FD1EA6B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4" y="2615"/>
              <a:ext cx="70" cy="156"/>
            </a:xfrm>
            <a:custGeom>
              <a:avLst/>
              <a:gdLst>
                <a:gd name="T0" fmla="*/ 16 w 34"/>
                <a:gd name="T1" fmla="*/ 178 h 71"/>
                <a:gd name="T2" fmla="*/ 89 w 34"/>
                <a:gd name="T3" fmla="*/ 266 h 71"/>
                <a:gd name="T4" fmla="*/ 148 w 34"/>
                <a:gd name="T5" fmla="*/ 424 h 71"/>
                <a:gd name="T6" fmla="*/ 296 w 34"/>
                <a:gd name="T7" fmla="*/ 754 h 71"/>
                <a:gd name="T8" fmla="*/ 140 w 34"/>
                <a:gd name="T9" fmla="*/ 299 h 71"/>
                <a:gd name="T10" fmla="*/ 0 w 34"/>
                <a:gd name="T11" fmla="*/ 0 h 71"/>
                <a:gd name="T12" fmla="*/ 25 w 34"/>
                <a:gd name="T13" fmla="*/ 178 h 7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4" h="71">
                  <a:moveTo>
                    <a:pt x="2" y="17"/>
                  </a:moveTo>
                  <a:cubicBezTo>
                    <a:pt x="3" y="19"/>
                    <a:pt x="8" y="22"/>
                    <a:pt x="10" y="25"/>
                  </a:cubicBezTo>
                  <a:cubicBezTo>
                    <a:pt x="14" y="29"/>
                    <a:pt x="15" y="34"/>
                    <a:pt x="17" y="40"/>
                  </a:cubicBezTo>
                  <a:cubicBezTo>
                    <a:pt x="21" y="51"/>
                    <a:pt x="27" y="62"/>
                    <a:pt x="34" y="71"/>
                  </a:cubicBezTo>
                  <a:cubicBezTo>
                    <a:pt x="23" y="62"/>
                    <a:pt x="24" y="40"/>
                    <a:pt x="16" y="28"/>
                  </a:cubicBezTo>
                  <a:cubicBezTo>
                    <a:pt x="11" y="19"/>
                    <a:pt x="6" y="9"/>
                    <a:pt x="0" y="0"/>
                  </a:cubicBezTo>
                  <a:cubicBezTo>
                    <a:pt x="0" y="6"/>
                    <a:pt x="2" y="12"/>
                    <a:pt x="3" y="17"/>
                  </a:cubicBezTo>
                </a:path>
              </a:pathLst>
            </a:custGeom>
            <a:solidFill>
              <a:srgbClr val="E31D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4327" name="Freeform 1023">
              <a:extLst>
                <a:ext uri="{FF2B5EF4-FFF2-40B4-BE49-F238E27FC236}">
                  <a16:creationId xmlns:a16="http://schemas.microsoft.com/office/drawing/2014/main" id="{EBCE5357-862D-4B98-810C-552C4D82D90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2" y="2459"/>
              <a:ext cx="45" cy="255"/>
            </a:xfrm>
            <a:custGeom>
              <a:avLst/>
              <a:gdLst>
                <a:gd name="T0" fmla="*/ 33 w 22"/>
                <a:gd name="T1" fmla="*/ 0 h 116"/>
                <a:gd name="T2" fmla="*/ 33 w 22"/>
                <a:gd name="T3" fmla="*/ 565 h 116"/>
                <a:gd name="T4" fmla="*/ 188 w 22"/>
                <a:gd name="T5" fmla="*/ 1233 h 116"/>
                <a:gd name="T6" fmla="*/ 147 w 22"/>
                <a:gd name="T7" fmla="*/ 787 h 116"/>
                <a:gd name="T8" fmla="*/ 76 w 22"/>
                <a:gd name="T9" fmla="*/ 497 h 116"/>
                <a:gd name="T10" fmla="*/ 33 w 22"/>
                <a:gd name="T11" fmla="*/ 20 h 1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116">
                  <a:moveTo>
                    <a:pt x="4" y="0"/>
                  </a:moveTo>
                  <a:cubicBezTo>
                    <a:pt x="4" y="17"/>
                    <a:pt x="0" y="36"/>
                    <a:pt x="4" y="53"/>
                  </a:cubicBezTo>
                  <a:cubicBezTo>
                    <a:pt x="8" y="74"/>
                    <a:pt x="20" y="95"/>
                    <a:pt x="22" y="116"/>
                  </a:cubicBezTo>
                  <a:cubicBezTo>
                    <a:pt x="17" y="104"/>
                    <a:pt x="20" y="87"/>
                    <a:pt x="17" y="74"/>
                  </a:cubicBezTo>
                  <a:cubicBezTo>
                    <a:pt x="15" y="65"/>
                    <a:pt x="11" y="56"/>
                    <a:pt x="9" y="47"/>
                  </a:cubicBezTo>
                  <a:cubicBezTo>
                    <a:pt x="5" y="33"/>
                    <a:pt x="4" y="17"/>
                    <a:pt x="4" y="2"/>
                  </a:cubicBezTo>
                </a:path>
              </a:pathLst>
            </a:custGeom>
            <a:solidFill>
              <a:srgbClr val="E31D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4328" name="Freeform 1024">
              <a:extLst>
                <a:ext uri="{FF2B5EF4-FFF2-40B4-BE49-F238E27FC236}">
                  <a16:creationId xmlns:a16="http://schemas.microsoft.com/office/drawing/2014/main" id="{DD832CAE-F449-441B-BE3E-C6766F35105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5" y="2365"/>
              <a:ext cx="62" cy="127"/>
            </a:xfrm>
            <a:custGeom>
              <a:avLst/>
              <a:gdLst>
                <a:gd name="T0" fmla="*/ 0 w 30"/>
                <a:gd name="T1" fmla="*/ 9 h 58"/>
                <a:gd name="T2" fmla="*/ 265 w 30"/>
                <a:gd name="T3" fmla="*/ 609 h 58"/>
                <a:gd name="T4" fmla="*/ 132 w 30"/>
                <a:gd name="T5" fmla="*/ 274 h 58"/>
                <a:gd name="T6" fmla="*/ 8 w 30"/>
                <a:gd name="T7" fmla="*/ 0 h 5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" h="58">
                  <a:moveTo>
                    <a:pt x="0" y="1"/>
                  </a:moveTo>
                  <a:cubicBezTo>
                    <a:pt x="18" y="17"/>
                    <a:pt x="1" y="51"/>
                    <a:pt x="30" y="58"/>
                  </a:cubicBezTo>
                  <a:cubicBezTo>
                    <a:pt x="20" y="50"/>
                    <a:pt x="17" y="39"/>
                    <a:pt x="15" y="26"/>
                  </a:cubicBezTo>
                  <a:cubicBezTo>
                    <a:pt x="14" y="16"/>
                    <a:pt x="9" y="7"/>
                    <a:pt x="1" y="0"/>
                  </a:cubicBezTo>
                </a:path>
              </a:pathLst>
            </a:custGeom>
            <a:solidFill>
              <a:srgbClr val="E31D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4329" name="Freeform 1025">
              <a:extLst>
                <a:ext uri="{FF2B5EF4-FFF2-40B4-BE49-F238E27FC236}">
                  <a16:creationId xmlns:a16="http://schemas.microsoft.com/office/drawing/2014/main" id="{86223673-270A-4E23-8C1B-B26D725F833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5" y="2143"/>
              <a:ext cx="37" cy="59"/>
            </a:xfrm>
            <a:custGeom>
              <a:avLst/>
              <a:gdLst>
                <a:gd name="T0" fmla="*/ 0 w 18"/>
                <a:gd name="T1" fmla="*/ 9 h 27"/>
                <a:gd name="T2" fmla="*/ 80 w 18"/>
                <a:gd name="T3" fmla="*/ 201 h 27"/>
                <a:gd name="T4" fmla="*/ 16 w 18"/>
                <a:gd name="T5" fmla="*/ 0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27">
                  <a:moveTo>
                    <a:pt x="0" y="1"/>
                  </a:moveTo>
                  <a:cubicBezTo>
                    <a:pt x="6" y="3"/>
                    <a:pt x="18" y="12"/>
                    <a:pt x="9" y="19"/>
                  </a:cubicBezTo>
                  <a:cubicBezTo>
                    <a:pt x="1" y="27"/>
                    <a:pt x="6" y="4"/>
                    <a:pt x="2" y="0"/>
                  </a:cubicBezTo>
                </a:path>
              </a:pathLst>
            </a:custGeom>
            <a:solidFill>
              <a:srgbClr val="E31D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4330" name="Freeform 1026">
              <a:extLst>
                <a:ext uri="{FF2B5EF4-FFF2-40B4-BE49-F238E27FC236}">
                  <a16:creationId xmlns:a16="http://schemas.microsoft.com/office/drawing/2014/main" id="{39DE22C9-1A2B-41FB-A54E-A0041F0795B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3" y="2202"/>
              <a:ext cx="19" cy="86"/>
            </a:xfrm>
            <a:custGeom>
              <a:avLst/>
              <a:gdLst>
                <a:gd name="T0" fmla="*/ 17 w 9"/>
                <a:gd name="T1" fmla="*/ 0 h 39"/>
                <a:gd name="T2" fmla="*/ 49 w 9"/>
                <a:gd name="T3" fmla="*/ 419 h 39"/>
                <a:gd name="T4" fmla="*/ 17 w 9"/>
                <a:gd name="T5" fmla="*/ 0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39">
                  <a:moveTo>
                    <a:pt x="2" y="0"/>
                  </a:moveTo>
                  <a:cubicBezTo>
                    <a:pt x="0" y="9"/>
                    <a:pt x="0" y="32"/>
                    <a:pt x="5" y="39"/>
                  </a:cubicBezTo>
                  <a:cubicBezTo>
                    <a:pt x="4" y="34"/>
                    <a:pt x="9" y="0"/>
                    <a:pt x="2" y="0"/>
                  </a:cubicBezTo>
                </a:path>
              </a:pathLst>
            </a:custGeom>
            <a:solidFill>
              <a:srgbClr val="E31D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4331" name="Freeform 1027">
              <a:extLst>
                <a:ext uri="{FF2B5EF4-FFF2-40B4-BE49-F238E27FC236}">
                  <a16:creationId xmlns:a16="http://schemas.microsoft.com/office/drawing/2014/main" id="{9845A62E-9FC3-4674-98E9-A1E6FDFF876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2" y="2130"/>
              <a:ext cx="16" cy="31"/>
            </a:xfrm>
            <a:custGeom>
              <a:avLst/>
              <a:gdLst>
                <a:gd name="T0" fmla="*/ 0 w 8"/>
                <a:gd name="T1" fmla="*/ 20 h 14"/>
                <a:gd name="T2" fmla="*/ 24 w 8"/>
                <a:gd name="T3" fmla="*/ 153 h 14"/>
                <a:gd name="T4" fmla="*/ 16 w 8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4">
                  <a:moveTo>
                    <a:pt x="0" y="2"/>
                  </a:moveTo>
                  <a:cubicBezTo>
                    <a:pt x="3" y="5"/>
                    <a:pt x="4" y="11"/>
                    <a:pt x="3" y="14"/>
                  </a:cubicBezTo>
                  <a:cubicBezTo>
                    <a:pt x="8" y="6"/>
                    <a:pt x="7" y="8"/>
                    <a:pt x="2" y="0"/>
                  </a:cubicBezTo>
                </a:path>
              </a:pathLst>
            </a:custGeom>
            <a:solidFill>
              <a:srgbClr val="E31D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4332" name="Freeform 1028">
              <a:extLst>
                <a:ext uri="{FF2B5EF4-FFF2-40B4-BE49-F238E27FC236}">
                  <a16:creationId xmlns:a16="http://schemas.microsoft.com/office/drawing/2014/main" id="{945108D8-09D2-44B7-86D5-A5263B744A1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4" y="1298"/>
              <a:ext cx="501" cy="918"/>
            </a:xfrm>
            <a:custGeom>
              <a:avLst/>
              <a:gdLst>
                <a:gd name="T0" fmla="*/ 501 w 243"/>
                <a:gd name="T1" fmla="*/ 44 h 418"/>
                <a:gd name="T2" fmla="*/ 1072 w 243"/>
                <a:gd name="T3" fmla="*/ 1153 h 418"/>
                <a:gd name="T4" fmla="*/ 1621 w 243"/>
                <a:gd name="T5" fmla="*/ 0 h 418"/>
                <a:gd name="T6" fmla="*/ 1938 w 243"/>
                <a:gd name="T7" fmla="*/ 116 h 418"/>
                <a:gd name="T8" fmla="*/ 2006 w 243"/>
                <a:gd name="T9" fmla="*/ 1557 h 418"/>
                <a:gd name="T10" fmla="*/ 2006 w 243"/>
                <a:gd name="T11" fmla="*/ 2912 h 418"/>
                <a:gd name="T12" fmla="*/ 2006 w 243"/>
                <a:gd name="T13" fmla="*/ 3231 h 418"/>
                <a:gd name="T14" fmla="*/ 2122 w 243"/>
                <a:gd name="T15" fmla="*/ 4153 h 418"/>
                <a:gd name="T16" fmla="*/ 16 w 243"/>
                <a:gd name="T17" fmla="*/ 4089 h 418"/>
                <a:gd name="T18" fmla="*/ 165 w 243"/>
                <a:gd name="T19" fmla="*/ 3367 h 418"/>
                <a:gd name="T20" fmla="*/ 89 w 243"/>
                <a:gd name="T21" fmla="*/ 2932 h 418"/>
                <a:gd name="T22" fmla="*/ 80 w 243"/>
                <a:gd name="T23" fmla="*/ 1665 h 418"/>
                <a:gd name="T24" fmla="*/ 165 w 243"/>
                <a:gd name="T25" fmla="*/ 202 h 418"/>
                <a:gd name="T26" fmla="*/ 501 w 243"/>
                <a:gd name="T27" fmla="*/ 44 h 418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43" h="418">
                  <a:moveTo>
                    <a:pt x="57" y="4"/>
                  </a:moveTo>
                  <a:cubicBezTo>
                    <a:pt x="57" y="4"/>
                    <a:pt x="66" y="109"/>
                    <a:pt x="122" y="109"/>
                  </a:cubicBezTo>
                  <a:cubicBezTo>
                    <a:pt x="178" y="109"/>
                    <a:pt x="185" y="0"/>
                    <a:pt x="185" y="0"/>
                  </a:cubicBezTo>
                  <a:cubicBezTo>
                    <a:pt x="221" y="11"/>
                    <a:pt x="221" y="11"/>
                    <a:pt x="221" y="11"/>
                  </a:cubicBezTo>
                  <a:cubicBezTo>
                    <a:pt x="221" y="11"/>
                    <a:pt x="208" y="83"/>
                    <a:pt x="229" y="147"/>
                  </a:cubicBezTo>
                  <a:cubicBezTo>
                    <a:pt x="229" y="147"/>
                    <a:pt x="243" y="214"/>
                    <a:pt x="229" y="275"/>
                  </a:cubicBezTo>
                  <a:cubicBezTo>
                    <a:pt x="226" y="290"/>
                    <a:pt x="232" y="292"/>
                    <a:pt x="229" y="305"/>
                  </a:cubicBezTo>
                  <a:cubicBezTo>
                    <a:pt x="227" y="319"/>
                    <a:pt x="240" y="360"/>
                    <a:pt x="242" y="392"/>
                  </a:cubicBezTo>
                  <a:cubicBezTo>
                    <a:pt x="242" y="392"/>
                    <a:pt x="100" y="418"/>
                    <a:pt x="2" y="386"/>
                  </a:cubicBezTo>
                  <a:cubicBezTo>
                    <a:pt x="2" y="386"/>
                    <a:pt x="6" y="340"/>
                    <a:pt x="19" y="318"/>
                  </a:cubicBezTo>
                  <a:cubicBezTo>
                    <a:pt x="24" y="308"/>
                    <a:pt x="11" y="299"/>
                    <a:pt x="10" y="277"/>
                  </a:cubicBezTo>
                  <a:cubicBezTo>
                    <a:pt x="10" y="277"/>
                    <a:pt x="0" y="200"/>
                    <a:pt x="9" y="157"/>
                  </a:cubicBezTo>
                  <a:cubicBezTo>
                    <a:pt x="9" y="157"/>
                    <a:pt x="22" y="112"/>
                    <a:pt x="19" y="19"/>
                  </a:cubicBezTo>
                  <a:lnTo>
                    <a:pt x="57" y="4"/>
                  </a:lnTo>
                  <a:close/>
                </a:path>
              </a:pathLst>
            </a:custGeom>
            <a:solidFill>
              <a:srgbClr val="CADB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4333" name="Freeform 1029">
              <a:extLst>
                <a:ext uri="{FF2B5EF4-FFF2-40B4-BE49-F238E27FC236}">
                  <a16:creationId xmlns:a16="http://schemas.microsoft.com/office/drawing/2014/main" id="{B15B764E-FC61-46D8-83EA-C6B0F181D1F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4" y="1298"/>
              <a:ext cx="501" cy="918"/>
            </a:xfrm>
            <a:custGeom>
              <a:avLst/>
              <a:gdLst>
                <a:gd name="T0" fmla="*/ 501 w 243"/>
                <a:gd name="T1" fmla="*/ 44 h 418"/>
                <a:gd name="T2" fmla="*/ 1072 w 243"/>
                <a:gd name="T3" fmla="*/ 1153 h 418"/>
                <a:gd name="T4" fmla="*/ 1621 w 243"/>
                <a:gd name="T5" fmla="*/ 0 h 418"/>
                <a:gd name="T6" fmla="*/ 1938 w 243"/>
                <a:gd name="T7" fmla="*/ 116 h 418"/>
                <a:gd name="T8" fmla="*/ 2006 w 243"/>
                <a:gd name="T9" fmla="*/ 1557 h 418"/>
                <a:gd name="T10" fmla="*/ 2006 w 243"/>
                <a:gd name="T11" fmla="*/ 2912 h 418"/>
                <a:gd name="T12" fmla="*/ 2006 w 243"/>
                <a:gd name="T13" fmla="*/ 3231 h 418"/>
                <a:gd name="T14" fmla="*/ 2122 w 243"/>
                <a:gd name="T15" fmla="*/ 4153 h 418"/>
                <a:gd name="T16" fmla="*/ 16 w 243"/>
                <a:gd name="T17" fmla="*/ 4089 h 418"/>
                <a:gd name="T18" fmla="*/ 165 w 243"/>
                <a:gd name="T19" fmla="*/ 3367 h 418"/>
                <a:gd name="T20" fmla="*/ 89 w 243"/>
                <a:gd name="T21" fmla="*/ 2932 h 418"/>
                <a:gd name="T22" fmla="*/ 80 w 243"/>
                <a:gd name="T23" fmla="*/ 1665 h 418"/>
                <a:gd name="T24" fmla="*/ 165 w 243"/>
                <a:gd name="T25" fmla="*/ 202 h 418"/>
                <a:gd name="T26" fmla="*/ 501 w 243"/>
                <a:gd name="T27" fmla="*/ 44 h 418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43" h="418">
                  <a:moveTo>
                    <a:pt x="57" y="4"/>
                  </a:moveTo>
                  <a:cubicBezTo>
                    <a:pt x="57" y="4"/>
                    <a:pt x="66" y="109"/>
                    <a:pt x="122" y="109"/>
                  </a:cubicBezTo>
                  <a:cubicBezTo>
                    <a:pt x="178" y="109"/>
                    <a:pt x="185" y="0"/>
                    <a:pt x="185" y="0"/>
                  </a:cubicBezTo>
                  <a:cubicBezTo>
                    <a:pt x="221" y="11"/>
                    <a:pt x="221" y="11"/>
                    <a:pt x="221" y="11"/>
                  </a:cubicBezTo>
                  <a:cubicBezTo>
                    <a:pt x="221" y="11"/>
                    <a:pt x="208" y="83"/>
                    <a:pt x="229" y="147"/>
                  </a:cubicBezTo>
                  <a:cubicBezTo>
                    <a:pt x="229" y="147"/>
                    <a:pt x="243" y="214"/>
                    <a:pt x="229" y="275"/>
                  </a:cubicBezTo>
                  <a:cubicBezTo>
                    <a:pt x="226" y="290"/>
                    <a:pt x="232" y="292"/>
                    <a:pt x="229" y="305"/>
                  </a:cubicBezTo>
                  <a:cubicBezTo>
                    <a:pt x="227" y="319"/>
                    <a:pt x="240" y="360"/>
                    <a:pt x="242" y="392"/>
                  </a:cubicBezTo>
                  <a:cubicBezTo>
                    <a:pt x="242" y="392"/>
                    <a:pt x="100" y="418"/>
                    <a:pt x="2" y="386"/>
                  </a:cubicBezTo>
                  <a:cubicBezTo>
                    <a:pt x="2" y="386"/>
                    <a:pt x="6" y="340"/>
                    <a:pt x="19" y="318"/>
                  </a:cubicBezTo>
                  <a:cubicBezTo>
                    <a:pt x="24" y="308"/>
                    <a:pt x="11" y="299"/>
                    <a:pt x="10" y="277"/>
                  </a:cubicBezTo>
                  <a:cubicBezTo>
                    <a:pt x="10" y="277"/>
                    <a:pt x="0" y="200"/>
                    <a:pt x="9" y="157"/>
                  </a:cubicBezTo>
                  <a:cubicBezTo>
                    <a:pt x="9" y="157"/>
                    <a:pt x="22" y="112"/>
                    <a:pt x="19" y="19"/>
                  </a:cubicBezTo>
                  <a:lnTo>
                    <a:pt x="57" y="4"/>
                  </a:lnTo>
                  <a:close/>
                </a:path>
              </a:pathLst>
            </a:custGeom>
            <a:noFill/>
            <a:ln w="1428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4334" name="Freeform 1030">
              <a:extLst>
                <a:ext uri="{FF2B5EF4-FFF2-40B4-BE49-F238E27FC236}">
                  <a16:creationId xmlns:a16="http://schemas.microsoft.com/office/drawing/2014/main" id="{381130EB-D386-453C-A396-ACC475F42FB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8" y="1954"/>
              <a:ext cx="234" cy="132"/>
            </a:xfrm>
            <a:custGeom>
              <a:avLst/>
              <a:gdLst>
                <a:gd name="T0" fmla="*/ 8 w 114"/>
                <a:gd name="T1" fmla="*/ 0 h 60"/>
                <a:gd name="T2" fmla="*/ 216 w 114"/>
                <a:gd name="T3" fmla="*/ 194 h 60"/>
                <a:gd name="T4" fmla="*/ 509 w 114"/>
                <a:gd name="T5" fmla="*/ 407 h 60"/>
                <a:gd name="T6" fmla="*/ 788 w 114"/>
                <a:gd name="T7" fmla="*/ 488 h 60"/>
                <a:gd name="T8" fmla="*/ 985 w 114"/>
                <a:gd name="T9" fmla="*/ 638 h 60"/>
                <a:gd name="T10" fmla="*/ 372 w 114"/>
                <a:gd name="T11" fmla="*/ 469 h 60"/>
                <a:gd name="T12" fmla="*/ 0 w 114"/>
                <a:gd name="T13" fmla="*/ 20 h 6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4" h="60">
                  <a:moveTo>
                    <a:pt x="1" y="0"/>
                  </a:moveTo>
                  <a:cubicBezTo>
                    <a:pt x="9" y="0"/>
                    <a:pt x="20" y="13"/>
                    <a:pt x="25" y="18"/>
                  </a:cubicBezTo>
                  <a:cubicBezTo>
                    <a:pt x="36" y="27"/>
                    <a:pt x="46" y="34"/>
                    <a:pt x="59" y="38"/>
                  </a:cubicBezTo>
                  <a:cubicBezTo>
                    <a:pt x="69" y="42"/>
                    <a:pt x="80" y="43"/>
                    <a:pt x="91" y="46"/>
                  </a:cubicBezTo>
                  <a:cubicBezTo>
                    <a:pt x="101" y="48"/>
                    <a:pt x="107" y="53"/>
                    <a:pt x="114" y="60"/>
                  </a:cubicBezTo>
                  <a:cubicBezTo>
                    <a:pt x="98" y="43"/>
                    <a:pt x="65" y="48"/>
                    <a:pt x="43" y="44"/>
                  </a:cubicBezTo>
                  <a:cubicBezTo>
                    <a:pt x="24" y="41"/>
                    <a:pt x="6" y="19"/>
                    <a:pt x="0" y="2"/>
                  </a:cubicBezTo>
                </a:path>
              </a:pathLst>
            </a:custGeom>
            <a:solidFill>
              <a:srgbClr val="B2D0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4335" name="Freeform 1031">
              <a:extLst>
                <a:ext uri="{FF2B5EF4-FFF2-40B4-BE49-F238E27FC236}">
                  <a16:creationId xmlns:a16="http://schemas.microsoft.com/office/drawing/2014/main" id="{9C3765F8-2CE0-4651-8D47-76F35D0F6D11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1" y="1851"/>
              <a:ext cx="95" cy="176"/>
            </a:xfrm>
            <a:custGeom>
              <a:avLst/>
              <a:gdLst>
                <a:gd name="T0" fmla="*/ 405 w 46"/>
                <a:gd name="T1" fmla="*/ 0 h 80"/>
                <a:gd name="T2" fmla="*/ 372 w 46"/>
                <a:gd name="T3" fmla="*/ 213 h 80"/>
                <a:gd name="T4" fmla="*/ 240 w 46"/>
                <a:gd name="T5" fmla="*/ 416 h 80"/>
                <a:gd name="T6" fmla="*/ 0 w 46"/>
                <a:gd name="T7" fmla="*/ 851 h 80"/>
                <a:gd name="T8" fmla="*/ 213 w 46"/>
                <a:gd name="T9" fmla="*/ 354 h 80"/>
                <a:gd name="T10" fmla="*/ 388 w 46"/>
                <a:gd name="T11" fmla="*/ 20 h 8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6" h="80">
                  <a:moveTo>
                    <a:pt x="46" y="0"/>
                  </a:moveTo>
                  <a:cubicBezTo>
                    <a:pt x="44" y="7"/>
                    <a:pt x="45" y="13"/>
                    <a:pt x="42" y="20"/>
                  </a:cubicBezTo>
                  <a:cubicBezTo>
                    <a:pt x="39" y="28"/>
                    <a:pt x="33" y="33"/>
                    <a:pt x="27" y="39"/>
                  </a:cubicBezTo>
                  <a:cubicBezTo>
                    <a:pt x="17" y="52"/>
                    <a:pt x="11" y="68"/>
                    <a:pt x="0" y="80"/>
                  </a:cubicBezTo>
                  <a:cubicBezTo>
                    <a:pt x="10" y="66"/>
                    <a:pt x="14" y="47"/>
                    <a:pt x="24" y="33"/>
                  </a:cubicBezTo>
                  <a:cubicBezTo>
                    <a:pt x="33" y="21"/>
                    <a:pt x="41" y="16"/>
                    <a:pt x="44" y="2"/>
                  </a:cubicBezTo>
                </a:path>
              </a:pathLst>
            </a:custGeom>
            <a:solidFill>
              <a:srgbClr val="B2D0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4336" name="Freeform 1032">
              <a:extLst>
                <a:ext uri="{FF2B5EF4-FFF2-40B4-BE49-F238E27FC236}">
                  <a16:creationId xmlns:a16="http://schemas.microsoft.com/office/drawing/2014/main" id="{C2D0C847-451A-4EE5-9E34-B4635A0B3636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5" y="1605"/>
              <a:ext cx="25" cy="88"/>
            </a:xfrm>
            <a:custGeom>
              <a:avLst/>
              <a:gdLst>
                <a:gd name="T0" fmla="*/ 73 w 12"/>
                <a:gd name="T1" fmla="*/ 20 h 40"/>
                <a:gd name="T2" fmla="*/ 56 w 12"/>
                <a:gd name="T3" fmla="*/ 194 h 40"/>
                <a:gd name="T4" fmla="*/ 0 w 12"/>
                <a:gd name="T5" fmla="*/ 427 h 40"/>
                <a:gd name="T6" fmla="*/ 27 w 12"/>
                <a:gd name="T7" fmla="*/ 161 h 40"/>
                <a:gd name="T8" fmla="*/ 44 w 12"/>
                <a:gd name="T9" fmla="*/ 0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40">
                  <a:moveTo>
                    <a:pt x="8" y="2"/>
                  </a:moveTo>
                  <a:cubicBezTo>
                    <a:pt x="12" y="8"/>
                    <a:pt x="9" y="12"/>
                    <a:pt x="6" y="18"/>
                  </a:cubicBezTo>
                  <a:cubicBezTo>
                    <a:pt x="3" y="25"/>
                    <a:pt x="3" y="33"/>
                    <a:pt x="0" y="40"/>
                  </a:cubicBezTo>
                  <a:cubicBezTo>
                    <a:pt x="1" y="31"/>
                    <a:pt x="1" y="24"/>
                    <a:pt x="3" y="15"/>
                  </a:cubicBezTo>
                  <a:cubicBezTo>
                    <a:pt x="4" y="11"/>
                    <a:pt x="8" y="4"/>
                    <a:pt x="5" y="0"/>
                  </a:cubicBezTo>
                </a:path>
              </a:pathLst>
            </a:custGeom>
            <a:solidFill>
              <a:srgbClr val="B2D0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4337" name="Freeform 1033">
              <a:extLst>
                <a:ext uri="{FF2B5EF4-FFF2-40B4-BE49-F238E27FC236}">
                  <a16:creationId xmlns:a16="http://schemas.microsoft.com/office/drawing/2014/main" id="{F4D7B5B2-1C0A-4278-9AD4-475F689C5B3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7" y="1686"/>
              <a:ext cx="138" cy="108"/>
            </a:xfrm>
            <a:custGeom>
              <a:avLst/>
              <a:gdLst>
                <a:gd name="T0" fmla="*/ 8 w 67"/>
                <a:gd name="T1" fmla="*/ 9 h 49"/>
                <a:gd name="T2" fmla="*/ 313 w 67"/>
                <a:gd name="T3" fmla="*/ 161 h 49"/>
                <a:gd name="T4" fmla="*/ 585 w 67"/>
                <a:gd name="T5" fmla="*/ 525 h 49"/>
                <a:gd name="T6" fmla="*/ 0 w 67"/>
                <a:gd name="T7" fmla="*/ 44 h 4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7" h="49">
                  <a:moveTo>
                    <a:pt x="1" y="1"/>
                  </a:moveTo>
                  <a:cubicBezTo>
                    <a:pt x="15" y="2"/>
                    <a:pt x="27" y="4"/>
                    <a:pt x="36" y="15"/>
                  </a:cubicBezTo>
                  <a:cubicBezTo>
                    <a:pt x="46" y="27"/>
                    <a:pt x="56" y="38"/>
                    <a:pt x="67" y="49"/>
                  </a:cubicBezTo>
                  <a:cubicBezTo>
                    <a:pt x="42" y="37"/>
                    <a:pt x="32" y="0"/>
                    <a:pt x="0" y="4"/>
                  </a:cubicBezTo>
                </a:path>
              </a:pathLst>
            </a:custGeom>
            <a:solidFill>
              <a:srgbClr val="B2D0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4338" name="Freeform 1034">
              <a:extLst>
                <a:ext uri="{FF2B5EF4-FFF2-40B4-BE49-F238E27FC236}">
                  <a16:creationId xmlns:a16="http://schemas.microsoft.com/office/drawing/2014/main" id="{5934FE6B-6D02-4D82-B16B-C8F4ADE5A16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5" y="1495"/>
              <a:ext cx="27" cy="358"/>
            </a:xfrm>
            <a:custGeom>
              <a:avLst/>
              <a:gdLst>
                <a:gd name="T0" fmla="*/ 108 w 13"/>
                <a:gd name="T1" fmla="*/ 0 h 163"/>
                <a:gd name="T2" fmla="*/ 44 w 13"/>
                <a:gd name="T3" fmla="*/ 709 h 163"/>
                <a:gd name="T4" fmla="*/ 0 w 13"/>
                <a:gd name="T5" fmla="*/ 1186 h 163"/>
                <a:gd name="T6" fmla="*/ 8 w 13"/>
                <a:gd name="T7" fmla="*/ 1461 h 163"/>
                <a:gd name="T8" fmla="*/ 64 w 13"/>
                <a:gd name="T9" fmla="*/ 1726 h 163"/>
                <a:gd name="T10" fmla="*/ 44 w 13"/>
                <a:gd name="T11" fmla="*/ 1443 h 163"/>
                <a:gd name="T12" fmla="*/ 44 w 13"/>
                <a:gd name="T13" fmla="*/ 1206 h 163"/>
                <a:gd name="T14" fmla="*/ 91 w 13"/>
                <a:gd name="T15" fmla="*/ 657 h 163"/>
                <a:gd name="T16" fmla="*/ 108 w 13"/>
                <a:gd name="T17" fmla="*/ 286 h 163"/>
                <a:gd name="T18" fmla="*/ 100 w 13"/>
                <a:gd name="T19" fmla="*/ 33 h 16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" h="163">
                  <a:moveTo>
                    <a:pt x="12" y="0"/>
                  </a:moveTo>
                  <a:cubicBezTo>
                    <a:pt x="12" y="23"/>
                    <a:pt x="9" y="44"/>
                    <a:pt x="5" y="67"/>
                  </a:cubicBezTo>
                  <a:cubicBezTo>
                    <a:pt x="2" y="81"/>
                    <a:pt x="0" y="97"/>
                    <a:pt x="0" y="112"/>
                  </a:cubicBezTo>
                  <a:cubicBezTo>
                    <a:pt x="0" y="121"/>
                    <a:pt x="1" y="129"/>
                    <a:pt x="1" y="138"/>
                  </a:cubicBezTo>
                  <a:cubicBezTo>
                    <a:pt x="2" y="146"/>
                    <a:pt x="3" y="155"/>
                    <a:pt x="7" y="163"/>
                  </a:cubicBezTo>
                  <a:cubicBezTo>
                    <a:pt x="4" y="156"/>
                    <a:pt x="6" y="144"/>
                    <a:pt x="5" y="136"/>
                  </a:cubicBezTo>
                  <a:cubicBezTo>
                    <a:pt x="5" y="129"/>
                    <a:pt x="5" y="121"/>
                    <a:pt x="5" y="114"/>
                  </a:cubicBezTo>
                  <a:cubicBezTo>
                    <a:pt x="5" y="96"/>
                    <a:pt x="8" y="79"/>
                    <a:pt x="10" y="62"/>
                  </a:cubicBezTo>
                  <a:cubicBezTo>
                    <a:pt x="12" y="51"/>
                    <a:pt x="12" y="39"/>
                    <a:pt x="12" y="27"/>
                  </a:cubicBezTo>
                  <a:cubicBezTo>
                    <a:pt x="13" y="19"/>
                    <a:pt x="13" y="10"/>
                    <a:pt x="11" y="3"/>
                  </a:cubicBezTo>
                </a:path>
              </a:pathLst>
            </a:custGeom>
            <a:solidFill>
              <a:srgbClr val="B2D0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4339" name="Freeform 1035">
              <a:extLst>
                <a:ext uri="{FF2B5EF4-FFF2-40B4-BE49-F238E27FC236}">
                  <a16:creationId xmlns:a16="http://schemas.microsoft.com/office/drawing/2014/main" id="{DE89C82C-E8F7-473E-9F9F-000F8FA22ED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5" y="1934"/>
              <a:ext cx="50" cy="216"/>
            </a:xfrm>
            <a:custGeom>
              <a:avLst/>
              <a:gdLst>
                <a:gd name="T0" fmla="*/ 83 w 24"/>
                <a:gd name="T1" fmla="*/ 0 h 98"/>
                <a:gd name="T2" fmla="*/ 100 w 24"/>
                <a:gd name="T3" fmla="*/ 234 h 98"/>
                <a:gd name="T4" fmla="*/ 144 w 24"/>
                <a:gd name="T5" fmla="*/ 461 h 98"/>
                <a:gd name="T6" fmla="*/ 208 w 24"/>
                <a:gd name="T7" fmla="*/ 1049 h 98"/>
                <a:gd name="T8" fmla="*/ 144 w 24"/>
                <a:gd name="T9" fmla="*/ 588 h 98"/>
                <a:gd name="T10" fmla="*/ 65 w 24"/>
                <a:gd name="T11" fmla="*/ 344 h 98"/>
                <a:gd name="T12" fmla="*/ 0 w 24"/>
                <a:gd name="T13" fmla="*/ 278 h 98"/>
                <a:gd name="T14" fmla="*/ 44 w 24"/>
                <a:gd name="T15" fmla="*/ 194 h 98"/>
                <a:gd name="T16" fmla="*/ 73 w 24"/>
                <a:gd name="T17" fmla="*/ 0 h 9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4" h="98">
                  <a:moveTo>
                    <a:pt x="9" y="0"/>
                  </a:moveTo>
                  <a:cubicBezTo>
                    <a:pt x="15" y="5"/>
                    <a:pt x="12" y="15"/>
                    <a:pt x="11" y="22"/>
                  </a:cubicBezTo>
                  <a:cubicBezTo>
                    <a:pt x="10" y="29"/>
                    <a:pt x="14" y="36"/>
                    <a:pt x="16" y="43"/>
                  </a:cubicBezTo>
                  <a:cubicBezTo>
                    <a:pt x="22" y="60"/>
                    <a:pt x="24" y="80"/>
                    <a:pt x="23" y="98"/>
                  </a:cubicBezTo>
                  <a:cubicBezTo>
                    <a:pt x="17" y="86"/>
                    <a:pt x="19" y="69"/>
                    <a:pt x="16" y="55"/>
                  </a:cubicBezTo>
                  <a:cubicBezTo>
                    <a:pt x="15" y="47"/>
                    <a:pt x="13" y="37"/>
                    <a:pt x="7" y="32"/>
                  </a:cubicBezTo>
                  <a:cubicBezTo>
                    <a:pt x="4" y="30"/>
                    <a:pt x="1" y="29"/>
                    <a:pt x="0" y="26"/>
                  </a:cubicBezTo>
                  <a:cubicBezTo>
                    <a:pt x="0" y="23"/>
                    <a:pt x="3" y="20"/>
                    <a:pt x="5" y="18"/>
                  </a:cubicBezTo>
                  <a:cubicBezTo>
                    <a:pt x="10" y="12"/>
                    <a:pt x="9" y="7"/>
                    <a:pt x="8" y="0"/>
                  </a:cubicBezTo>
                </a:path>
              </a:pathLst>
            </a:custGeom>
            <a:solidFill>
              <a:srgbClr val="B2D0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4340" name="Freeform 1036">
              <a:extLst>
                <a:ext uri="{FF2B5EF4-FFF2-40B4-BE49-F238E27FC236}">
                  <a16:creationId xmlns:a16="http://schemas.microsoft.com/office/drawing/2014/main" id="{73770D85-6AF2-4264-A6D6-9805C1AA263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8" y="1390"/>
              <a:ext cx="134" cy="169"/>
            </a:xfrm>
            <a:custGeom>
              <a:avLst/>
              <a:gdLst>
                <a:gd name="T0" fmla="*/ 8 w 65"/>
                <a:gd name="T1" fmla="*/ 20 h 77"/>
                <a:gd name="T2" fmla="*/ 264 w 65"/>
                <a:gd name="T3" fmla="*/ 584 h 77"/>
                <a:gd name="T4" fmla="*/ 412 w 65"/>
                <a:gd name="T5" fmla="*/ 709 h 77"/>
                <a:gd name="T6" fmla="*/ 569 w 65"/>
                <a:gd name="T7" fmla="*/ 762 h 77"/>
                <a:gd name="T8" fmla="*/ 348 w 65"/>
                <a:gd name="T9" fmla="*/ 770 h 77"/>
                <a:gd name="T10" fmla="*/ 157 w 65"/>
                <a:gd name="T11" fmla="*/ 560 h 77"/>
                <a:gd name="T12" fmla="*/ 0 w 65"/>
                <a:gd name="T13" fmla="*/ 0 h 7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5" h="77">
                  <a:moveTo>
                    <a:pt x="1" y="2"/>
                  </a:moveTo>
                  <a:cubicBezTo>
                    <a:pt x="7" y="21"/>
                    <a:pt x="14" y="41"/>
                    <a:pt x="30" y="55"/>
                  </a:cubicBezTo>
                  <a:cubicBezTo>
                    <a:pt x="35" y="61"/>
                    <a:pt x="40" y="65"/>
                    <a:pt x="47" y="67"/>
                  </a:cubicBezTo>
                  <a:cubicBezTo>
                    <a:pt x="53" y="70"/>
                    <a:pt x="59" y="70"/>
                    <a:pt x="65" y="72"/>
                  </a:cubicBezTo>
                  <a:cubicBezTo>
                    <a:pt x="57" y="76"/>
                    <a:pt x="50" y="77"/>
                    <a:pt x="40" y="73"/>
                  </a:cubicBezTo>
                  <a:cubicBezTo>
                    <a:pt x="32" y="68"/>
                    <a:pt x="23" y="61"/>
                    <a:pt x="18" y="53"/>
                  </a:cubicBezTo>
                  <a:cubicBezTo>
                    <a:pt x="8" y="38"/>
                    <a:pt x="2" y="18"/>
                    <a:pt x="0" y="0"/>
                  </a:cubicBezTo>
                </a:path>
              </a:pathLst>
            </a:custGeom>
            <a:solidFill>
              <a:srgbClr val="E3EB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4341" name="Freeform 1037">
              <a:extLst>
                <a:ext uri="{FF2B5EF4-FFF2-40B4-BE49-F238E27FC236}">
                  <a16:creationId xmlns:a16="http://schemas.microsoft.com/office/drawing/2014/main" id="{097D1330-57C4-4A3B-8E39-6D6AB67A9CC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0" y="1306"/>
              <a:ext cx="63" cy="22"/>
            </a:xfrm>
            <a:custGeom>
              <a:avLst/>
              <a:gdLst>
                <a:gd name="T0" fmla="*/ 0 w 31"/>
                <a:gd name="T1" fmla="*/ 0 h 10"/>
                <a:gd name="T2" fmla="*/ 33 w 31"/>
                <a:gd name="T3" fmla="*/ 9 h 10"/>
                <a:gd name="T4" fmla="*/ 83 w 31"/>
                <a:gd name="T5" fmla="*/ 20 h 10"/>
                <a:gd name="T6" fmla="*/ 161 w 31"/>
                <a:gd name="T7" fmla="*/ 53 h 10"/>
                <a:gd name="T8" fmla="*/ 260 w 31"/>
                <a:gd name="T9" fmla="*/ 97 h 10"/>
                <a:gd name="T10" fmla="*/ 116 w 31"/>
                <a:gd name="T11" fmla="*/ 64 h 10"/>
                <a:gd name="T12" fmla="*/ 49 w 31"/>
                <a:gd name="T13" fmla="*/ 33 h 10"/>
                <a:gd name="T14" fmla="*/ 8 w 31"/>
                <a:gd name="T15" fmla="*/ 0 h 1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1" h="10">
                  <a:moveTo>
                    <a:pt x="0" y="0"/>
                  </a:moveTo>
                  <a:cubicBezTo>
                    <a:pt x="1" y="0"/>
                    <a:pt x="3" y="1"/>
                    <a:pt x="4" y="1"/>
                  </a:cubicBezTo>
                  <a:cubicBezTo>
                    <a:pt x="6" y="1"/>
                    <a:pt x="8" y="1"/>
                    <a:pt x="10" y="2"/>
                  </a:cubicBezTo>
                  <a:cubicBezTo>
                    <a:pt x="13" y="3"/>
                    <a:pt x="16" y="4"/>
                    <a:pt x="19" y="5"/>
                  </a:cubicBezTo>
                  <a:cubicBezTo>
                    <a:pt x="23" y="6"/>
                    <a:pt x="28" y="7"/>
                    <a:pt x="31" y="9"/>
                  </a:cubicBezTo>
                  <a:cubicBezTo>
                    <a:pt x="25" y="10"/>
                    <a:pt x="20" y="7"/>
                    <a:pt x="14" y="6"/>
                  </a:cubicBezTo>
                  <a:cubicBezTo>
                    <a:pt x="12" y="5"/>
                    <a:pt x="9" y="4"/>
                    <a:pt x="6" y="3"/>
                  </a:cubicBezTo>
                  <a:cubicBezTo>
                    <a:pt x="5" y="2"/>
                    <a:pt x="3" y="1"/>
                    <a:pt x="1" y="0"/>
                  </a:cubicBezTo>
                </a:path>
              </a:pathLst>
            </a:custGeom>
            <a:solidFill>
              <a:srgbClr val="E3EB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4342" name="Freeform 1038">
              <a:extLst>
                <a:ext uri="{FF2B5EF4-FFF2-40B4-BE49-F238E27FC236}">
                  <a16:creationId xmlns:a16="http://schemas.microsoft.com/office/drawing/2014/main" id="{E77760B9-F147-4E07-ACDF-E67A4250A89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8" y="1313"/>
              <a:ext cx="70" cy="35"/>
            </a:xfrm>
            <a:custGeom>
              <a:avLst/>
              <a:gdLst>
                <a:gd name="T0" fmla="*/ 8 w 34"/>
                <a:gd name="T1" fmla="*/ 149 h 16"/>
                <a:gd name="T2" fmla="*/ 156 w 34"/>
                <a:gd name="T3" fmla="*/ 72 h 16"/>
                <a:gd name="T4" fmla="*/ 296 w 34"/>
                <a:gd name="T5" fmla="*/ 0 h 16"/>
                <a:gd name="T6" fmla="*/ 156 w 34"/>
                <a:gd name="T7" fmla="*/ 125 h 16"/>
                <a:gd name="T8" fmla="*/ 0 w 34"/>
                <a:gd name="T9" fmla="*/ 168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16">
                  <a:moveTo>
                    <a:pt x="1" y="14"/>
                  </a:moveTo>
                  <a:cubicBezTo>
                    <a:pt x="6" y="14"/>
                    <a:pt x="14" y="9"/>
                    <a:pt x="18" y="7"/>
                  </a:cubicBezTo>
                  <a:cubicBezTo>
                    <a:pt x="23" y="5"/>
                    <a:pt x="29" y="3"/>
                    <a:pt x="34" y="0"/>
                  </a:cubicBezTo>
                  <a:cubicBezTo>
                    <a:pt x="30" y="5"/>
                    <a:pt x="23" y="9"/>
                    <a:pt x="18" y="12"/>
                  </a:cubicBezTo>
                  <a:cubicBezTo>
                    <a:pt x="12" y="15"/>
                    <a:pt x="6" y="14"/>
                    <a:pt x="0" y="16"/>
                  </a:cubicBezTo>
                </a:path>
              </a:pathLst>
            </a:custGeom>
            <a:solidFill>
              <a:srgbClr val="E3EB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4343" name="Freeform 1039">
              <a:extLst>
                <a:ext uri="{FF2B5EF4-FFF2-40B4-BE49-F238E27FC236}">
                  <a16:creationId xmlns:a16="http://schemas.microsoft.com/office/drawing/2014/main" id="{A883FF76-221F-470A-8BD7-D7749FE7247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2" y="1667"/>
              <a:ext cx="99" cy="48"/>
            </a:xfrm>
            <a:custGeom>
              <a:avLst/>
              <a:gdLst>
                <a:gd name="T0" fmla="*/ 8 w 48"/>
                <a:gd name="T1" fmla="*/ 113 h 22"/>
                <a:gd name="T2" fmla="*/ 421 w 48"/>
                <a:gd name="T3" fmla="*/ 229 h 22"/>
                <a:gd name="T4" fmla="*/ 184 w 48"/>
                <a:gd name="T5" fmla="*/ 44 h 22"/>
                <a:gd name="T6" fmla="*/ 0 w 48"/>
                <a:gd name="T7" fmla="*/ 96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8" h="22">
                  <a:moveTo>
                    <a:pt x="1" y="11"/>
                  </a:moveTo>
                  <a:cubicBezTo>
                    <a:pt x="15" y="0"/>
                    <a:pt x="37" y="12"/>
                    <a:pt x="48" y="22"/>
                  </a:cubicBezTo>
                  <a:cubicBezTo>
                    <a:pt x="39" y="15"/>
                    <a:pt x="33" y="7"/>
                    <a:pt x="21" y="4"/>
                  </a:cubicBezTo>
                  <a:cubicBezTo>
                    <a:pt x="13" y="2"/>
                    <a:pt x="7" y="3"/>
                    <a:pt x="0" y="9"/>
                  </a:cubicBezTo>
                </a:path>
              </a:pathLst>
            </a:custGeom>
            <a:solidFill>
              <a:srgbClr val="E3EB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4344" name="Freeform 1040">
              <a:extLst>
                <a:ext uri="{FF2B5EF4-FFF2-40B4-BE49-F238E27FC236}">
                  <a16:creationId xmlns:a16="http://schemas.microsoft.com/office/drawing/2014/main" id="{E2CFABAD-CEEB-49D7-963A-56AE2C811BC5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1" y="1539"/>
              <a:ext cx="12" cy="114"/>
            </a:xfrm>
            <a:custGeom>
              <a:avLst/>
              <a:gdLst>
                <a:gd name="T0" fmla="*/ 32 w 6"/>
                <a:gd name="T1" fmla="*/ 0 h 52"/>
                <a:gd name="T2" fmla="*/ 40 w 6"/>
                <a:gd name="T3" fmla="*/ 335 h 52"/>
                <a:gd name="T4" fmla="*/ 0 w 6"/>
                <a:gd name="T5" fmla="*/ 548 h 52"/>
                <a:gd name="T6" fmla="*/ 24 w 6"/>
                <a:gd name="T7" fmla="*/ 274 h 52"/>
                <a:gd name="T8" fmla="*/ 24 w 6"/>
                <a:gd name="T9" fmla="*/ 20 h 5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52">
                  <a:moveTo>
                    <a:pt x="4" y="0"/>
                  </a:moveTo>
                  <a:cubicBezTo>
                    <a:pt x="3" y="11"/>
                    <a:pt x="6" y="21"/>
                    <a:pt x="5" y="32"/>
                  </a:cubicBezTo>
                  <a:cubicBezTo>
                    <a:pt x="4" y="39"/>
                    <a:pt x="2" y="45"/>
                    <a:pt x="0" y="52"/>
                  </a:cubicBezTo>
                  <a:cubicBezTo>
                    <a:pt x="1" y="44"/>
                    <a:pt x="4" y="34"/>
                    <a:pt x="3" y="26"/>
                  </a:cubicBezTo>
                  <a:cubicBezTo>
                    <a:pt x="2" y="18"/>
                    <a:pt x="0" y="10"/>
                    <a:pt x="3" y="2"/>
                  </a:cubicBezTo>
                </a:path>
              </a:pathLst>
            </a:custGeom>
            <a:solidFill>
              <a:srgbClr val="E3EB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4345" name="Freeform 1041">
              <a:extLst>
                <a:ext uri="{FF2B5EF4-FFF2-40B4-BE49-F238E27FC236}">
                  <a16:creationId xmlns:a16="http://schemas.microsoft.com/office/drawing/2014/main" id="{91F30A2E-0185-488D-BA8D-5D89EC5E863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7" y="2040"/>
              <a:ext cx="103" cy="61"/>
            </a:xfrm>
            <a:custGeom>
              <a:avLst/>
              <a:gdLst>
                <a:gd name="T0" fmla="*/ 0 w 50"/>
                <a:gd name="T1" fmla="*/ 20 h 28"/>
                <a:gd name="T2" fmla="*/ 245 w 50"/>
                <a:gd name="T3" fmla="*/ 142 h 28"/>
                <a:gd name="T4" fmla="*/ 332 w 50"/>
                <a:gd name="T5" fmla="*/ 237 h 28"/>
                <a:gd name="T6" fmla="*/ 437 w 50"/>
                <a:gd name="T7" fmla="*/ 290 h 28"/>
                <a:gd name="T8" fmla="*/ 229 w 50"/>
                <a:gd name="T9" fmla="*/ 81 h 28"/>
                <a:gd name="T10" fmla="*/ 124 w 50"/>
                <a:gd name="T11" fmla="*/ 9 h 28"/>
                <a:gd name="T12" fmla="*/ 8 w 50"/>
                <a:gd name="T13" fmla="*/ 0 h 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0" h="28">
                  <a:moveTo>
                    <a:pt x="0" y="2"/>
                  </a:moveTo>
                  <a:cubicBezTo>
                    <a:pt x="9" y="1"/>
                    <a:pt x="21" y="8"/>
                    <a:pt x="28" y="14"/>
                  </a:cubicBezTo>
                  <a:cubicBezTo>
                    <a:pt x="31" y="17"/>
                    <a:pt x="34" y="21"/>
                    <a:pt x="38" y="23"/>
                  </a:cubicBezTo>
                  <a:cubicBezTo>
                    <a:pt x="42" y="25"/>
                    <a:pt x="46" y="26"/>
                    <a:pt x="50" y="28"/>
                  </a:cubicBezTo>
                  <a:cubicBezTo>
                    <a:pt x="40" y="25"/>
                    <a:pt x="34" y="14"/>
                    <a:pt x="26" y="8"/>
                  </a:cubicBezTo>
                  <a:cubicBezTo>
                    <a:pt x="22" y="5"/>
                    <a:pt x="19" y="2"/>
                    <a:pt x="14" y="1"/>
                  </a:cubicBezTo>
                  <a:cubicBezTo>
                    <a:pt x="11" y="0"/>
                    <a:pt x="3" y="2"/>
                    <a:pt x="1" y="0"/>
                  </a:cubicBezTo>
                </a:path>
              </a:pathLst>
            </a:custGeom>
            <a:solidFill>
              <a:srgbClr val="E3EB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4346" name="Freeform 1042">
              <a:extLst>
                <a:ext uri="{FF2B5EF4-FFF2-40B4-BE49-F238E27FC236}">
                  <a16:creationId xmlns:a16="http://schemas.microsoft.com/office/drawing/2014/main" id="{092FB47A-EC14-434C-B3DF-AB1E715C322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1" y="2073"/>
              <a:ext cx="160" cy="88"/>
            </a:xfrm>
            <a:custGeom>
              <a:avLst/>
              <a:gdLst>
                <a:gd name="T0" fmla="*/ 68 w 78"/>
                <a:gd name="T1" fmla="*/ 0 h 40"/>
                <a:gd name="T2" fmla="*/ 25 w 78"/>
                <a:gd name="T3" fmla="*/ 194 h 40"/>
                <a:gd name="T4" fmla="*/ 59 w 78"/>
                <a:gd name="T5" fmla="*/ 363 h 40"/>
                <a:gd name="T6" fmla="*/ 156 w 78"/>
                <a:gd name="T7" fmla="*/ 363 h 40"/>
                <a:gd name="T8" fmla="*/ 320 w 78"/>
                <a:gd name="T9" fmla="*/ 383 h 40"/>
                <a:gd name="T10" fmla="*/ 501 w 78"/>
                <a:gd name="T11" fmla="*/ 407 h 40"/>
                <a:gd name="T12" fmla="*/ 597 w 78"/>
                <a:gd name="T13" fmla="*/ 427 h 40"/>
                <a:gd name="T14" fmla="*/ 673 w 78"/>
                <a:gd name="T15" fmla="*/ 427 h 40"/>
                <a:gd name="T16" fmla="*/ 585 w 78"/>
                <a:gd name="T17" fmla="*/ 407 h 40"/>
                <a:gd name="T18" fmla="*/ 379 w 78"/>
                <a:gd name="T19" fmla="*/ 363 h 40"/>
                <a:gd name="T20" fmla="*/ 172 w 78"/>
                <a:gd name="T21" fmla="*/ 299 h 40"/>
                <a:gd name="T22" fmla="*/ 88 w 78"/>
                <a:gd name="T23" fmla="*/ 9 h 4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8" h="40">
                  <a:moveTo>
                    <a:pt x="8" y="0"/>
                  </a:moveTo>
                  <a:cubicBezTo>
                    <a:pt x="4" y="2"/>
                    <a:pt x="4" y="13"/>
                    <a:pt x="3" y="18"/>
                  </a:cubicBezTo>
                  <a:cubicBezTo>
                    <a:pt x="3" y="23"/>
                    <a:pt x="0" y="31"/>
                    <a:pt x="7" y="34"/>
                  </a:cubicBezTo>
                  <a:cubicBezTo>
                    <a:pt x="9" y="35"/>
                    <a:pt x="15" y="34"/>
                    <a:pt x="18" y="34"/>
                  </a:cubicBezTo>
                  <a:cubicBezTo>
                    <a:pt x="24" y="34"/>
                    <a:pt x="31" y="35"/>
                    <a:pt x="37" y="36"/>
                  </a:cubicBezTo>
                  <a:cubicBezTo>
                    <a:pt x="44" y="38"/>
                    <a:pt x="50" y="38"/>
                    <a:pt x="58" y="38"/>
                  </a:cubicBezTo>
                  <a:cubicBezTo>
                    <a:pt x="62" y="38"/>
                    <a:pt x="65" y="39"/>
                    <a:pt x="69" y="40"/>
                  </a:cubicBezTo>
                  <a:cubicBezTo>
                    <a:pt x="72" y="40"/>
                    <a:pt x="76" y="39"/>
                    <a:pt x="78" y="40"/>
                  </a:cubicBezTo>
                  <a:cubicBezTo>
                    <a:pt x="75" y="40"/>
                    <a:pt x="71" y="39"/>
                    <a:pt x="68" y="38"/>
                  </a:cubicBezTo>
                  <a:cubicBezTo>
                    <a:pt x="60" y="36"/>
                    <a:pt x="52" y="36"/>
                    <a:pt x="44" y="34"/>
                  </a:cubicBezTo>
                  <a:cubicBezTo>
                    <a:pt x="36" y="33"/>
                    <a:pt x="28" y="30"/>
                    <a:pt x="20" y="28"/>
                  </a:cubicBezTo>
                  <a:cubicBezTo>
                    <a:pt x="9" y="26"/>
                    <a:pt x="9" y="11"/>
                    <a:pt x="10" y="1"/>
                  </a:cubicBezTo>
                </a:path>
              </a:pathLst>
            </a:custGeom>
            <a:solidFill>
              <a:srgbClr val="E3EB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4347" name="Freeform 1043">
              <a:extLst>
                <a:ext uri="{FF2B5EF4-FFF2-40B4-BE49-F238E27FC236}">
                  <a16:creationId xmlns:a16="http://schemas.microsoft.com/office/drawing/2014/main" id="{87AA1D3B-9FEF-4DF3-AC15-816331DD598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2" y="3841"/>
              <a:ext cx="258" cy="243"/>
            </a:xfrm>
            <a:custGeom>
              <a:avLst/>
              <a:gdLst>
                <a:gd name="T0" fmla="*/ 60 w 125"/>
                <a:gd name="T1" fmla="*/ 902 h 111"/>
                <a:gd name="T2" fmla="*/ 396 w 125"/>
                <a:gd name="T3" fmla="*/ 1121 h 111"/>
                <a:gd name="T4" fmla="*/ 958 w 125"/>
                <a:gd name="T5" fmla="*/ 935 h 111"/>
                <a:gd name="T6" fmla="*/ 985 w 125"/>
                <a:gd name="T7" fmla="*/ 757 h 111"/>
                <a:gd name="T8" fmla="*/ 1065 w 125"/>
                <a:gd name="T9" fmla="*/ 210 h 111"/>
                <a:gd name="T10" fmla="*/ 1057 w 125"/>
                <a:gd name="T11" fmla="*/ 0 h 111"/>
                <a:gd name="T12" fmla="*/ 1040 w 125"/>
                <a:gd name="T13" fmla="*/ 85 h 111"/>
                <a:gd name="T14" fmla="*/ 941 w 125"/>
                <a:gd name="T15" fmla="*/ 690 h 111"/>
                <a:gd name="T16" fmla="*/ 976 w 125"/>
                <a:gd name="T17" fmla="*/ 838 h 111"/>
                <a:gd name="T18" fmla="*/ 793 w 125"/>
                <a:gd name="T19" fmla="*/ 1007 h 111"/>
                <a:gd name="T20" fmla="*/ 677 w 125"/>
                <a:gd name="T21" fmla="*/ 935 h 111"/>
                <a:gd name="T22" fmla="*/ 561 w 125"/>
                <a:gd name="T23" fmla="*/ 1007 h 111"/>
                <a:gd name="T24" fmla="*/ 440 w 125"/>
                <a:gd name="T25" fmla="*/ 963 h 111"/>
                <a:gd name="T26" fmla="*/ 341 w 125"/>
                <a:gd name="T27" fmla="*/ 987 h 111"/>
                <a:gd name="T28" fmla="*/ 281 w 125"/>
                <a:gd name="T29" fmla="*/ 944 h 111"/>
                <a:gd name="T30" fmla="*/ 221 w 125"/>
                <a:gd name="T31" fmla="*/ 963 h 111"/>
                <a:gd name="T32" fmla="*/ 157 w 125"/>
                <a:gd name="T33" fmla="*/ 902 h 111"/>
                <a:gd name="T34" fmla="*/ 60 w 125"/>
                <a:gd name="T35" fmla="*/ 902 h 111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25" h="111">
                  <a:moveTo>
                    <a:pt x="7" y="86"/>
                  </a:moveTo>
                  <a:cubicBezTo>
                    <a:pt x="7" y="86"/>
                    <a:pt x="0" y="104"/>
                    <a:pt x="45" y="107"/>
                  </a:cubicBezTo>
                  <a:cubicBezTo>
                    <a:pt x="90" y="111"/>
                    <a:pt x="102" y="101"/>
                    <a:pt x="109" y="89"/>
                  </a:cubicBezTo>
                  <a:cubicBezTo>
                    <a:pt x="109" y="89"/>
                    <a:pt x="113" y="85"/>
                    <a:pt x="112" y="72"/>
                  </a:cubicBezTo>
                  <a:cubicBezTo>
                    <a:pt x="119" y="30"/>
                    <a:pt x="115" y="33"/>
                    <a:pt x="121" y="20"/>
                  </a:cubicBezTo>
                  <a:cubicBezTo>
                    <a:pt x="121" y="20"/>
                    <a:pt x="125" y="6"/>
                    <a:pt x="120" y="0"/>
                  </a:cubicBezTo>
                  <a:cubicBezTo>
                    <a:pt x="120" y="0"/>
                    <a:pt x="119" y="3"/>
                    <a:pt x="118" y="8"/>
                  </a:cubicBezTo>
                  <a:cubicBezTo>
                    <a:pt x="117" y="15"/>
                    <a:pt x="105" y="57"/>
                    <a:pt x="107" y="66"/>
                  </a:cubicBezTo>
                  <a:cubicBezTo>
                    <a:pt x="107" y="66"/>
                    <a:pt x="111" y="75"/>
                    <a:pt x="111" y="80"/>
                  </a:cubicBezTo>
                  <a:cubicBezTo>
                    <a:pt x="111" y="86"/>
                    <a:pt x="103" y="95"/>
                    <a:pt x="90" y="96"/>
                  </a:cubicBezTo>
                  <a:cubicBezTo>
                    <a:pt x="80" y="96"/>
                    <a:pt x="77" y="89"/>
                    <a:pt x="77" y="89"/>
                  </a:cubicBezTo>
                  <a:cubicBezTo>
                    <a:pt x="77" y="89"/>
                    <a:pt x="73" y="96"/>
                    <a:pt x="64" y="96"/>
                  </a:cubicBezTo>
                  <a:cubicBezTo>
                    <a:pt x="55" y="95"/>
                    <a:pt x="50" y="92"/>
                    <a:pt x="50" y="92"/>
                  </a:cubicBezTo>
                  <a:cubicBezTo>
                    <a:pt x="50" y="92"/>
                    <a:pt x="45" y="97"/>
                    <a:pt x="39" y="94"/>
                  </a:cubicBezTo>
                  <a:cubicBezTo>
                    <a:pt x="34" y="92"/>
                    <a:pt x="32" y="90"/>
                    <a:pt x="32" y="90"/>
                  </a:cubicBezTo>
                  <a:cubicBezTo>
                    <a:pt x="32" y="90"/>
                    <a:pt x="28" y="93"/>
                    <a:pt x="25" y="92"/>
                  </a:cubicBezTo>
                  <a:cubicBezTo>
                    <a:pt x="21" y="92"/>
                    <a:pt x="18" y="86"/>
                    <a:pt x="18" y="86"/>
                  </a:cubicBezTo>
                  <a:cubicBezTo>
                    <a:pt x="18" y="86"/>
                    <a:pt x="11" y="94"/>
                    <a:pt x="7" y="86"/>
                  </a:cubicBezTo>
                  <a:close/>
                </a:path>
              </a:pathLst>
            </a:custGeom>
            <a:solidFill>
              <a:srgbClr val="D510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4348" name="Freeform 1044">
              <a:extLst>
                <a:ext uri="{FF2B5EF4-FFF2-40B4-BE49-F238E27FC236}">
                  <a16:creationId xmlns:a16="http://schemas.microsoft.com/office/drawing/2014/main" id="{0A592692-C36D-417B-ACB0-D6C5E096E37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2" y="3841"/>
              <a:ext cx="258" cy="243"/>
            </a:xfrm>
            <a:custGeom>
              <a:avLst/>
              <a:gdLst>
                <a:gd name="T0" fmla="*/ 60 w 125"/>
                <a:gd name="T1" fmla="*/ 911 h 111"/>
                <a:gd name="T2" fmla="*/ 396 w 125"/>
                <a:gd name="T3" fmla="*/ 1132 h 111"/>
                <a:gd name="T4" fmla="*/ 958 w 125"/>
                <a:gd name="T5" fmla="*/ 935 h 111"/>
                <a:gd name="T6" fmla="*/ 985 w 125"/>
                <a:gd name="T7" fmla="*/ 766 h 111"/>
                <a:gd name="T8" fmla="*/ 1065 w 125"/>
                <a:gd name="T9" fmla="*/ 210 h 111"/>
                <a:gd name="T10" fmla="*/ 1057 w 125"/>
                <a:gd name="T11" fmla="*/ 0 h 11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5" h="111">
                  <a:moveTo>
                    <a:pt x="7" y="87"/>
                  </a:moveTo>
                  <a:cubicBezTo>
                    <a:pt x="7" y="87"/>
                    <a:pt x="0" y="104"/>
                    <a:pt x="45" y="108"/>
                  </a:cubicBezTo>
                  <a:cubicBezTo>
                    <a:pt x="90" y="111"/>
                    <a:pt x="102" y="101"/>
                    <a:pt x="109" y="89"/>
                  </a:cubicBezTo>
                  <a:cubicBezTo>
                    <a:pt x="109" y="89"/>
                    <a:pt x="113" y="85"/>
                    <a:pt x="112" y="73"/>
                  </a:cubicBezTo>
                  <a:cubicBezTo>
                    <a:pt x="120" y="25"/>
                    <a:pt x="114" y="41"/>
                    <a:pt x="121" y="20"/>
                  </a:cubicBezTo>
                  <a:cubicBezTo>
                    <a:pt x="121" y="20"/>
                    <a:pt x="125" y="6"/>
                    <a:pt x="120" y="0"/>
                  </a:cubicBezTo>
                </a:path>
              </a:pathLst>
            </a:custGeom>
            <a:noFill/>
            <a:ln w="793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4349" name="Freeform 1045">
              <a:extLst>
                <a:ext uri="{FF2B5EF4-FFF2-40B4-BE49-F238E27FC236}">
                  <a16:creationId xmlns:a16="http://schemas.microsoft.com/office/drawing/2014/main" id="{A310CDCF-2FA3-41A0-887A-E9EE377A1A5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8" y="3847"/>
              <a:ext cx="195" cy="145"/>
            </a:xfrm>
            <a:custGeom>
              <a:avLst/>
              <a:gdLst>
                <a:gd name="T0" fmla="*/ 780 w 95"/>
                <a:gd name="T1" fmla="*/ 701 h 66"/>
                <a:gd name="T2" fmla="*/ 380 w 95"/>
                <a:gd name="T3" fmla="*/ 488 h 66"/>
                <a:gd name="T4" fmla="*/ 0 w 95"/>
                <a:gd name="T5" fmla="*/ 593 h 66"/>
                <a:gd name="T6" fmla="*/ 8 w 95"/>
                <a:gd name="T7" fmla="*/ 560 h 66"/>
                <a:gd name="T8" fmla="*/ 140 w 95"/>
                <a:gd name="T9" fmla="*/ 193 h 66"/>
                <a:gd name="T10" fmla="*/ 821 w 95"/>
                <a:gd name="T11" fmla="*/ 310 h 66"/>
                <a:gd name="T12" fmla="*/ 780 w 95"/>
                <a:gd name="T13" fmla="*/ 701 h 6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5" h="66">
                  <a:moveTo>
                    <a:pt x="90" y="66"/>
                  </a:moveTo>
                  <a:cubicBezTo>
                    <a:pt x="90" y="66"/>
                    <a:pt x="82" y="46"/>
                    <a:pt x="44" y="46"/>
                  </a:cubicBezTo>
                  <a:cubicBezTo>
                    <a:pt x="5" y="47"/>
                    <a:pt x="0" y="56"/>
                    <a:pt x="0" y="56"/>
                  </a:cubicBezTo>
                  <a:cubicBezTo>
                    <a:pt x="1" y="53"/>
                    <a:pt x="1" y="53"/>
                    <a:pt x="1" y="53"/>
                  </a:cubicBezTo>
                  <a:cubicBezTo>
                    <a:pt x="16" y="18"/>
                    <a:pt x="16" y="18"/>
                    <a:pt x="16" y="18"/>
                  </a:cubicBezTo>
                  <a:cubicBezTo>
                    <a:pt x="16" y="18"/>
                    <a:pt x="77" y="0"/>
                    <a:pt x="95" y="29"/>
                  </a:cubicBezTo>
                  <a:lnTo>
                    <a:pt x="90" y="66"/>
                  </a:lnTo>
                  <a:close/>
                </a:path>
              </a:pathLst>
            </a:custGeom>
            <a:solidFill>
              <a:srgbClr val="D510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4350" name="Freeform 1046">
              <a:extLst>
                <a:ext uri="{FF2B5EF4-FFF2-40B4-BE49-F238E27FC236}">
                  <a16:creationId xmlns:a16="http://schemas.microsoft.com/office/drawing/2014/main" id="{6BD23D57-4818-40DD-A5E3-3BDC1C9E56A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2" y="3898"/>
              <a:ext cx="181" cy="88"/>
            </a:xfrm>
            <a:custGeom>
              <a:avLst/>
              <a:gdLst>
                <a:gd name="T0" fmla="*/ 0 w 88"/>
                <a:gd name="T1" fmla="*/ 319 h 40"/>
                <a:gd name="T2" fmla="*/ 765 w 88"/>
                <a:gd name="T3" fmla="*/ 427 h 40"/>
                <a:gd name="T4" fmla="*/ 0 w 88"/>
                <a:gd name="T5" fmla="*/ 319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8" h="40">
                  <a:moveTo>
                    <a:pt x="0" y="30"/>
                  </a:moveTo>
                  <a:cubicBezTo>
                    <a:pt x="0" y="30"/>
                    <a:pt x="57" y="7"/>
                    <a:pt x="88" y="40"/>
                  </a:cubicBezTo>
                  <a:cubicBezTo>
                    <a:pt x="88" y="40"/>
                    <a:pt x="65" y="0"/>
                    <a:pt x="0" y="30"/>
                  </a:cubicBezTo>
                  <a:close/>
                </a:path>
              </a:pathLst>
            </a:custGeom>
            <a:solidFill>
              <a:srgbClr val="AC11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4351" name="Freeform 1047">
              <a:extLst>
                <a:ext uri="{FF2B5EF4-FFF2-40B4-BE49-F238E27FC236}">
                  <a16:creationId xmlns:a16="http://schemas.microsoft.com/office/drawing/2014/main" id="{287ACDBE-E47A-4026-9442-1885B6A6B9C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0" y="3878"/>
              <a:ext cx="95" cy="75"/>
            </a:xfrm>
            <a:custGeom>
              <a:avLst/>
              <a:gdLst>
                <a:gd name="T0" fmla="*/ 107 w 46"/>
                <a:gd name="T1" fmla="*/ 64 h 34"/>
                <a:gd name="T2" fmla="*/ 60 w 46"/>
                <a:gd name="T3" fmla="*/ 161 h 34"/>
                <a:gd name="T4" fmla="*/ 35 w 46"/>
                <a:gd name="T5" fmla="*/ 238 h 34"/>
                <a:gd name="T6" fmla="*/ 0 w 46"/>
                <a:gd name="T7" fmla="*/ 364 h 34"/>
                <a:gd name="T8" fmla="*/ 124 w 46"/>
                <a:gd name="T9" fmla="*/ 311 h 34"/>
                <a:gd name="T10" fmla="*/ 281 w 46"/>
                <a:gd name="T11" fmla="*/ 267 h 34"/>
                <a:gd name="T12" fmla="*/ 353 w 46"/>
                <a:gd name="T13" fmla="*/ 126 h 34"/>
                <a:gd name="T14" fmla="*/ 405 w 46"/>
                <a:gd name="T15" fmla="*/ 0 h 34"/>
                <a:gd name="T16" fmla="*/ 256 w 46"/>
                <a:gd name="T17" fmla="*/ 20 h 34"/>
                <a:gd name="T18" fmla="*/ 116 w 46"/>
                <a:gd name="T19" fmla="*/ 53 h 3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6" h="34">
                  <a:moveTo>
                    <a:pt x="12" y="6"/>
                  </a:moveTo>
                  <a:cubicBezTo>
                    <a:pt x="11" y="9"/>
                    <a:pt x="8" y="12"/>
                    <a:pt x="7" y="15"/>
                  </a:cubicBezTo>
                  <a:cubicBezTo>
                    <a:pt x="6" y="18"/>
                    <a:pt x="5" y="20"/>
                    <a:pt x="4" y="22"/>
                  </a:cubicBezTo>
                  <a:cubicBezTo>
                    <a:pt x="2" y="26"/>
                    <a:pt x="0" y="30"/>
                    <a:pt x="0" y="34"/>
                  </a:cubicBezTo>
                  <a:cubicBezTo>
                    <a:pt x="5" y="34"/>
                    <a:pt x="9" y="30"/>
                    <a:pt x="14" y="29"/>
                  </a:cubicBezTo>
                  <a:cubicBezTo>
                    <a:pt x="20" y="27"/>
                    <a:pt x="27" y="27"/>
                    <a:pt x="32" y="25"/>
                  </a:cubicBezTo>
                  <a:cubicBezTo>
                    <a:pt x="37" y="23"/>
                    <a:pt x="38" y="16"/>
                    <a:pt x="40" y="12"/>
                  </a:cubicBezTo>
                  <a:cubicBezTo>
                    <a:pt x="42" y="8"/>
                    <a:pt x="44" y="3"/>
                    <a:pt x="46" y="0"/>
                  </a:cubicBezTo>
                  <a:cubicBezTo>
                    <a:pt x="40" y="0"/>
                    <a:pt x="34" y="1"/>
                    <a:pt x="29" y="2"/>
                  </a:cubicBezTo>
                  <a:cubicBezTo>
                    <a:pt x="23" y="3"/>
                    <a:pt x="17" y="2"/>
                    <a:pt x="13" y="5"/>
                  </a:cubicBezTo>
                </a:path>
              </a:pathLst>
            </a:custGeom>
            <a:solidFill>
              <a:srgbClr val="E31D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4352" name="Freeform 1048">
              <a:extLst>
                <a:ext uri="{FF2B5EF4-FFF2-40B4-BE49-F238E27FC236}">
                  <a16:creationId xmlns:a16="http://schemas.microsoft.com/office/drawing/2014/main" id="{2D6D5329-2B76-4EE2-BA91-6CB9FDC5231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2" y="3876"/>
              <a:ext cx="33" cy="55"/>
            </a:xfrm>
            <a:custGeom>
              <a:avLst/>
              <a:gdLst>
                <a:gd name="T0" fmla="*/ 80 w 16"/>
                <a:gd name="T1" fmla="*/ 20 h 25"/>
                <a:gd name="T2" fmla="*/ 0 w 16"/>
                <a:gd name="T3" fmla="*/ 257 h 25"/>
                <a:gd name="T4" fmla="*/ 60 w 16"/>
                <a:gd name="T5" fmla="*/ 246 h 25"/>
                <a:gd name="T6" fmla="*/ 116 w 16"/>
                <a:gd name="T7" fmla="*/ 97 h 25"/>
                <a:gd name="T8" fmla="*/ 140 w 16"/>
                <a:gd name="T9" fmla="*/ 20 h 25"/>
                <a:gd name="T10" fmla="*/ 89 w 16"/>
                <a:gd name="T11" fmla="*/ 20 h 2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" h="25">
                  <a:moveTo>
                    <a:pt x="9" y="2"/>
                  </a:moveTo>
                  <a:cubicBezTo>
                    <a:pt x="8" y="10"/>
                    <a:pt x="0" y="16"/>
                    <a:pt x="0" y="24"/>
                  </a:cubicBezTo>
                  <a:cubicBezTo>
                    <a:pt x="3" y="24"/>
                    <a:pt x="5" y="25"/>
                    <a:pt x="7" y="23"/>
                  </a:cubicBezTo>
                  <a:cubicBezTo>
                    <a:pt x="10" y="20"/>
                    <a:pt x="11" y="13"/>
                    <a:pt x="13" y="9"/>
                  </a:cubicBezTo>
                  <a:cubicBezTo>
                    <a:pt x="13" y="8"/>
                    <a:pt x="16" y="3"/>
                    <a:pt x="16" y="2"/>
                  </a:cubicBezTo>
                  <a:cubicBezTo>
                    <a:pt x="15" y="0"/>
                    <a:pt x="12" y="1"/>
                    <a:pt x="10" y="2"/>
                  </a:cubicBezTo>
                </a:path>
              </a:pathLst>
            </a:custGeom>
            <a:solidFill>
              <a:srgbClr val="E31D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4353" name="Freeform 1049">
              <a:extLst>
                <a:ext uri="{FF2B5EF4-FFF2-40B4-BE49-F238E27FC236}">
                  <a16:creationId xmlns:a16="http://schemas.microsoft.com/office/drawing/2014/main" id="{BC58D2A2-9804-47CA-92E2-1F35CC12D5F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8" y="3887"/>
              <a:ext cx="33" cy="92"/>
            </a:xfrm>
            <a:custGeom>
              <a:avLst/>
              <a:gdLst>
                <a:gd name="T0" fmla="*/ 132 w 16"/>
                <a:gd name="T1" fmla="*/ 105 h 42"/>
                <a:gd name="T2" fmla="*/ 124 w 16"/>
                <a:gd name="T3" fmla="*/ 210 h 42"/>
                <a:gd name="T4" fmla="*/ 116 w 16"/>
                <a:gd name="T5" fmla="*/ 307 h 42"/>
                <a:gd name="T6" fmla="*/ 107 w 16"/>
                <a:gd name="T7" fmla="*/ 388 h 42"/>
                <a:gd name="T8" fmla="*/ 97 w 16"/>
                <a:gd name="T9" fmla="*/ 442 h 42"/>
                <a:gd name="T10" fmla="*/ 89 w 16"/>
                <a:gd name="T11" fmla="*/ 407 h 42"/>
                <a:gd name="T12" fmla="*/ 72 w 16"/>
                <a:gd name="T13" fmla="*/ 370 h 42"/>
                <a:gd name="T14" fmla="*/ 17 w 16"/>
                <a:gd name="T15" fmla="*/ 326 h 42"/>
                <a:gd name="T16" fmla="*/ 8 w 16"/>
                <a:gd name="T17" fmla="*/ 274 h 42"/>
                <a:gd name="T18" fmla="*/ 35 w 16"/>
                <a:gd name="T19" fmla="*/ 202 h 42"/>
                <a:gd name="T20" fmla="*/ 52 w 16"/>
                <a:gd name="T21" fmla="*/ 85 h 42"/>
                <a:gd name="T22" fmla="*/ 25 w 16"/>
                <a:gd name="T23" fmla="*/ 0 h 42"/>
                <a:gd name="T24" fmla="*/ 89 w 16"/>
                <a:gd name="T25" fmla="*/ 53 h 42"/>
                <a:gd name="T26" fmla="*/ 140 w 16"/>
                <a:gd name="T27" fmla="*/ 105 h 4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6" h="42">
                  <a:moveTo>
                    <a:pt x="15" y="10"/>
                  </a:moveTo>
                  <a:cubicBezTo>
                    <a:pt x="15" y="13"/>
                    <a:pt x="15" y="17"/>
                    <a:pt x="14" y="20"/>
                  </a:cubicBezTo>
                  <a:cubicBezTo>
                    <a:pt x="14" y="23"/>
                    <a:pt x="14" y="26"/>
                    <a:pt x="13" y="29"/>
                  </a:cubicBezTo>
                  <a:cubicBezTo>
                    <a:pt x="13" y="31"/>
                    <a:pt x="12" y="34"/>
                    <a:pt x="12" y="37"/>
                  </a:cubicBezTo>
                  <a:cubicBezTo>
                    <a:pt x="12" y="39"/>
                    <a:pt x="11" y="41"/>
                    <a:pt x="11" y="42"/>
                  </a:cubicBezTo>
                  <a:cubicBezTo>
                    <a:pt x="10" y="42"/>
                    <a:pt x="11" y="40"/>
                    <a:pt x="10" y="39"/>
                  </a:cubicBezTo>
                  <a:cubicBezTo>
                    <a:pt x="10" y="38"/>
                    <a:pt x="9" y="36"/>
                    <a:pt x="8" y="35"/>
                  </a:cubicBezTo>
                  <a:cubicBezTo>
                    <a:pt x="7" y="33"/>
                    <a:pt x="4" y="32"/>
                    <a:pt x="2" y="31"/>
                  </a:cubicBezTo>
                  <a:cubicBezTo>
                    <a:pt x="0" y="29"/>
                    <a:pt x="1" y="29"/>
                    <a:pt x="1" y="26"/>
                  </a:cubicBezTo>
                  <a:cubicBezTo>
                    <a:pt x="2" y="24"/>
                    <a:pt x="3" y="21"/>
                    <a:pt x="4" y="19"/>
                  </a:cubicBezTo>
                  <a:cubicBezTo>
                    <a:pt x="6" y="15"/>
                    <a:pt x="7" y="12"/>
                    <a:pt x="6" y="8"/>
                  </a:cubicBezTo>
                  <a:cubicBezTo>
                    <a:pt x="5" y="5"/>
                    <a:pt x="4" y="2"/>
                    <a:pt x="3" y="0"/>
                  </a:cubicBezTo>
                  <a:cubicBezTo>
                    <a:pt x="5" y="1"/>
                    <a:pt x="7" y="4"/>
                    <a:pt x="10" y="5"/>
                  </a:cubicBezTo>
                  <a:cubicBezTo>
                    <a:pt x="13" y="7"/>
                    <a:pt x="14" y="8"/>
                    <a:pt x="16" y="10"/>
                  </a:cubicBezTo>
                </a:path>
              </a:pathLst>
            </a:custGeom>
            <a:solidFill>
              <a:srgbClr val="AC11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4354" name="Freeform 1050">
              <a:extLst>
                <a:ext uri="{FF2B5EF4-FFF2-40B4-BE49-F238E27FC236}">
                  <a16:creationId xmlns:a16="http://schemas.microsoft.com/office/drawing/2014/main" id="{5F72659A-7225-4B3B-8473-07AC18DF338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8" y="4043"/>
              <a:ext cx="37" cy="15"/>
            </a:xfrm>
            <a:custGeom>
              <a:avLst/>
              <a:gdLst>
                <a:gd name="T0" fmla="*/ 0 w 18"/>
                <a:gd name="T1" fmla="*/ 0 h 7"/>
                <a:gd name="T2" fmla="*/ 16 w 18"/>
                <a:gd name="T3" fmla="*/ 9 h 7"/>
                <a:gd name="T4" fmla="*/ 60 w 18"/>
                <a:gd name="T5" fmla="*/ 41 h 7"/>
                <a:gd name="T6" fmla="*/ 105 w 18"/>
                <a:gd name="T7" fmla="*/ 41 h 7"/>
                <a:gd name="T8" fmla="*/ 148 w 18"/>
                <a:gd name="T9" fmla="*/ 19 h 7"/>
                <a:gd name="T10" fmla="*/ 68 w 18"/>
                <a:gd name="T11" fmla="*/ 51 h 7"/>
                <a:gd name="T12" fmla="*/ 16 w 18"/>
                <a:gd name="T13" fmla="*/ 28 h 7"/>
                <a:gd name="T14" fmla="*/ 0 w 18"/>
                <a:gd name="T15" fmla="*/ 0 h 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8" h="7">
                  <a:moveTo>
                    <a:pt x="0" y="0"/>
                  </a:moveTo>
                  <a:cubicBezTo>
                    <a:pt x="1" y="0"/>
                    <a:pt x="1" y="0"/>
                    <a:pt x="2" y="1"/>
                  </a:cubicBezTo>
                  <a:cubicBezTo>
                    <a:pt x="3" y="2"/>
                    <a:pt x="5" y="3"/>
                    <a:pt x="7" y="4"/>
                  </a:cubicBezTo>
                  <a:cubicBezTo>
                    <a:pt x="9" y="4"/>
                    <a:pt x="10" y="4"/>
                    <a:pt x="12" y="4"/>
                  </a:cubicBezTo>
                  <a:cubicBezTo>
                    <a:pt x="14" y="3"/>
                    <a:pt x="15" y="2"/>
                    <a:pt x="17" y="2"/>
                  </a:cubicBezTo>
                  <a:cubicBezTo>
                    <a:pt x="18" y="7"/>
                    <a:pt x="10" y="5"/>
                    <a:pt x="8" y="5"/>
                  </a:cubicBezTo>
                  <a:cubicBezTo>
                    <a:pt x="6" y="5"/>
                    <a:pt x="4" y="4"/>
                    <a:pt x="2" y="3"/>
                  </a:cubicBezTo>
                  <a:cubicBezTo>
                    <a:pt x="1" y="2"/>
                    <a:pt x="0" y="1"/>
                    <a:pt x="0" y="0"/>
                  </a:cubicBezTo>
                </a:path>
              </a:pathLst>
            </a:custGeom>
            <a:solidFill>
              <a:srgbClr val="AC11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4355" name="Freeform 1051">
              <a:extLst>
                <a:ext uri="{FF2B5EF4-FFF2-40B4-BE49-F238E27FC236}">
                  <a16:creationId xmlns:a16="http://schemas.microsoft.com/office/drawing/2014/main" id="{90C71C1F-49F3-49A6-97FC-544B3847F9B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7" y="4034"/>
              <a:ext cx="25" cy="11"/>
            </a:xfrm>
            <a:custGeom>
              <a:avLst/>
              <a:gdLst>
                <a:gd name="T0" fmla="*/ 0 w 12"/>
                <a:gd name="T1" fmla="*/ 33 h 5"/>
                <a:gd name="T2" fmla="*/ 44 w 12"/>
                <a:gd name="T3" fmla="*/ 20 h 5"/>
                <a:gd name="T4" fmla="*/ 65 w 12"/>
                <a:gd name="T5" fmla="*/ 0 h 5"/>
                <a:gd name="T6" fmla="*/ 108 w 12"/>
                <a:gd name="T7" fmla="*/ 53 h 5"/>
                <a:gd name="T8" fmla="*/ 73 w 12"/>
                <a:gd name="T9" fmla="*/ 44 h 5"/>
                <a:gd name="T10" fmla="*/ 56 w 12"/>
                <a:gd name="T11" fmla="*/ 33 h 5"/>
                <a:gd name="T12" fmla="*/ 0 w 12"/>
                <a:gd name="T13" fmla="*/ 33 h 5"/>
                <a:gd name="T14" fmla="*/ 0 w 12"/>
                <a:gd name="T15" fmla="*/ 33 h 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" h="5">
                  <a:moveTo>
                    <a:pt x="0" y="3"/>
                  </a:moveTo>
                  <a:cubicBezTo>
                    <a:pt x="0" y="3"/>
                    <a:pt x="3" y="3"/>
                    <a:pt x="5" y="2"/>
                  </a:cubicBezTo>
                  <a:cubicBezTo>
                    <a:pt x="5" y="1"/>
                    <a:pt x="6" y="1"/>
                    <a:pt x="7" y="0"/>
                  </a:cubicBezTo>
                  <a:cubicBezTo>
                    <a:pt x="7" y="3"/>
                    <a:pt x="11" y="3"/>
                    <a:pt x="12" y="5"/>
                  </a:cubicBezTo>
                  <a:cubicBezTo>
                    <a:pt x="11" y="5"/>
                    <a:pt x="9" y="5"/>
                    <a:pt x="8" y="4"/>
                  </a:cubicBezTo>
                  <a:cubicBezTo>
                    <a:pt x="7" y="4"/>
                    <a:pt x="7" y="3"/>
                    <a:pt x="6" y="3"/>
                  </a:cubicBezTo>
                  <a:cubicBezTo>
                    <a:pt x="4" y="2"/>
                    <a:pt x="2" y="4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</a:path>
              </a:pathLst>
            </a:custGeom>
            <a:solidFill>
              <a:srgbClr val="AC11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4356" name="Freeform 1052">
              <a:extLst>
                <a:ext uri="{FF2B5EF4-FFF2-40B4-BE49-F238E27FC236}">
                  <a16:creationId xmlns:a16="http://schemas.microsoft.com/office/drawing/2014/main" id="{86FD30F6-9165-4503-BE6E-A14A6E8E912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0" y="4040"/>
              <a:ext cx="60" cy="20"/>
            </a:xfrm>
            <a:custGeom>
              <a:avLst/>
              <a:gdLst>
                <a:gd name="T0" fmla="*/ 8 w 29"/>
                <a:gd name="T1" fmla="*/ 53 h 9"/>
                <a:gd name="T2" fmla="*/ 99 w 29"/>
                <a:gd name="T3" fmla="*/ 44 h 9"/>
                <a:gd name="T4" fmla="*/ 132 w 29"/>
                <a:gd name="T5" fmla="*/ 0 h 9"/>
                <a:gd name="T6" fmla="*/ 159 w 29"/>
                <a:gd name="T7" fmla="*/ 36 h 9"/>
                <a:gd name="T8" fmla="*/ 213 w 29"/>
                <a:gd name="T9" fmla="*/ 44 h 9"/>
                <a:gd name="T10" fmla="*/ 257 w 29"/>
                <a:gd name="T11" fmla="*/ 64 h 9"/>
                <a:gd name="T12" fmla="*/ 232 w 29"/>
                <a:gd name="T13" fmla="*/ 80 h 9"/>
                <a:gd name="T14" fmla="*/ 116 w 29"/>
                <a:gd name="T15" fmla="*/ 53 h 9"/>
                <a:gd name="T16" fmla="*/ 60 w 29"/>
                <a:gd name="T17" fmla="*/ 80 h 9"/>
                <a:gd name="T18" fmla="*/ 0 w 29"/>
                <a:gd name="T19" fmla="*/ 89 h 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9" h="9">
                  <a:moveTo>
                    <a:pt x="1" y="5"/>
                  </a:moveTo>
                  <a:cubicBezTo>
                    <a:pt x="3" y="7"/>
                    <a:pt x="8" y="5"/>
                    <a:pt x="11" y="4"/>
                  </a:cubicBezTo>
                  <a:cubicBezTo>
                    <a:pt x="12" y="3"/>
                    <a:pt x="14" y="2"/>
                    <a:pt x="15" y="0"/>
                  </a:cubicBezTo>
                  <a:cubicBezTo>
                    <a:pt x="16" y="1"/>
                    <a:pt x="16" y="2"/>
                    <a:pt x="18" y="3"/>
                  </a:cubicBezTo>
                  <a:cubicBezTo>
                    <a:pt x="20" y="4"/>
                    <a:pt x="22" y="4"/>
                    <a:pt x="24" y="4"/>
                  </a:cubicBezTo>
                  <a:cubicBezTo>
                    <a:pt x="25" y="4"/>
                    <a:pt x="29" y="5"/>
                    <a:pt x="29" y="6"/>
                  </a:cubicBezTo>
                  <a:cubicBezTo>
                    <a:pt x="29" y="7"/>
                    <a:pt x="26" y="7"/>
                    <a:pt x="26" y="7"/>
                  </a:cubicBezTo>
                  <a:cubicBezTo>
                    <a:pt x="21" y="7"/>
                    <a:pt x="17" y="4"/>
                    <a:pt x="13" y="5"/>
                  </a:cubicBezTo>
                  <a:cubicBezTo>
                    <a:pt x="11" y="5"/>
                    <a:pt x="9" y="6"/>
                    <a:pt x="7" y="7"/>
                  </a:cubicBezTo>
                  <a:cubicBezTo>
                    <a:pt x="5" y="7"/>
                    <a:pt x="2" y="9"/>
                    <a:pt x="0" y="8"/>
                  </a:cubicBezTo>
                </a:path>
              </a:pathLst>
            </a:custGeom>
            <a:solidFill>
              <a:srgbClr val="AC11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4357" name="Freeform 1053">
              <a:extLst>
                <a:ext uri="{FF2B5EF4-FFF2-40B4-BE49-F238E27FC236}">
                  <a16:creationId xmlns:a16="http://schemas.microsoft.com/office/drawing/2014/main" id="{B1A4E9B9-E058-422F-8CF8-7179161FD72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8" y="3845"/>
              <a:ext cx="195" cy="147"/>
            </a:xfrm>
            <a:custGeom>
              <a:avLst/>
              <a:gdLst>
                <a:gd name="T0" fmla="*/ 780 w 95"/>
                <a:gd name="T1" fmla="*/ 709 h 67"/>
                <a:gd name="T2" fmla="*/ 380 w 95"/>
                <a:gd name="T3" fmla="*/ 496 h 67"/>
                <a:gd name="T4" fmla="*/ 0 w 95"/>
                <a:gd name="T5" fmla="*/ 592 h 67"/>
                <a:gd name="T6" fmla="*/ 8 w 95"/>
                <a:gd name="T7" fmla="*/ 568 h 67"/>
                <a:gd name="T8" fmla="*/ 140 w 95"/>
                <a:gd name="T9" fmla="*/ 189 h 67"/>
                <a:gd name="T10" fmla="*/ 821 w 95"/>
                <a:gd name="T11" fmla="*/ 307 h 67"/>
                <a:gd name="T12" fmla="*/ 780 w 95"/>
                <a:gd name="T13" fmla="*/ 709 h 6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5" h="67">
                  <a:moveTo>
                    <a:pt x="90" y="67"/>
                  </a:moveTo>
                  <a:cubicBezTo>
                    <a:pt x="90" y="67"/>
                    <a:pt x="82" y="46"/>
                    <a:pt x="44" y="47"/>
                  </a:cubicBezTo>
                  <a:cubicBezTo>
                    <a:pt x="5" y="48"/>
                    <a:pt x="0" y="56"/>
                    <a:pt x="0" y="56"/>
                  </a:cubicBezTo>
                  <a:cubicBezTo>
                    <a:pt x="1" y="54"/>
                    <a:pt x="1" y="54"/>
                    <a:pt x="1" y="54"/>
                  </a:cubicBezTo>
                  <a:cubicBezTo>
                    <a:pt x="16" y="18"/>
                    <a:pt x="16" y="18"/>
                    <a:pt x="16" y="18"/>
                  </a:cubicBezTo>
                  <a:cubicBezTo>
                    <a:pt x="16" y="18"/>
                    <a:pt x="77" y="0"/>
                    <a:pt x="95" y="29"/>
                  </a:cubicBezTo>
                  <a:lnTo>
                    <a:pt x="90" y="67"/>
                  </a:lnTo>
                  <a:close/>
                </a:path>
              </a:pathLst>
            </a:custGeom>
            <a:noFill/>
            <a:ln w="793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4358" name="Freeform 1054">
              <a:extLst>
                <a:ext uri="{FF2B5EF4-FFF2-40B4-BE49-F238E27FC236}">
                  <a16:creationId xmlns:a16="http://schemas.microsoft.com/office/drawing/2014/main" id="{D5779C18-01C1-499A-B6C9-AA10571FA5E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2" y="3893"/>
              <a:ext cx="264" cy="161"/>
            </a:xfrm>
            <a:custGeom>
              <a:avLst/>
              <a:gdLst>
                <a:gd name="T0" fmla="*/ 1025 w 128"/>
                <a:gd name="T1" fmla="*/ 472 h 73"/>
                <a:gd name="T2" fmla="*/ 736 w 128"/>
                <a:gd name="T3" fmla="*/ 719 h 73"/>
                <a:gd name="T4" fmla="*/ 175 w 128"/>
                <a:gd name="T5" fmla="*/ 560 h 73"/>
                <a:gd name="T6" fmla="*/ 80 w 128"/>
                <a:gd name="T7" fmla="*/ 0 h 73"/>
                <a:gd name="T8" fmla="*/ 132 w 128"/>
                <a:gd name="T9" fmla="*/ 205 h 73"/>
                <a:gd name="T10" fmla="*/ 192 w 128"/>
                <a:gd name="T11" fmla="*/ 536 h 73"/>
                <a:gd name="T12" fmla="*/ 361 w 128"/>
                <a:gd name="T13" fmla="*/ 686 h 73"/>
                <a:gd name="T14" fmla="*/ 481 w 128"/>
                <a:gd name="T15" fmla="*/ 589 h 73"/>
                <a:gd name="T16" fmla="*/ 596 w 128"/>
                <a:gd name="T17" fmla="*/ 666 h 73"/>
                <a:gd name="T18" fmla="*/ 677 w 128"/>
                <a:gd name="T19" fmla="*/ 589 h 73"/>
                <a:gd name="T20" fmla="*/ 761 w 128"/>
                <a:gd name="T21" fmla="*/ 622 h 73"/>
                <a:gd name="T22" fmla="*/ 817 w 128"/>
                <a:gd name="T23" fmla="*/ 569 h 73"/>
                <a:gd name="T24" fmla="*/ 932 w 128"/>
                <a:gd name="T25" fmla="*/ 536 h 73"/>
                <a:gd name="T26" fmla="*/ 1025 w 128"/>
                <a:gd name="T27" fmla="*/ 472 h 73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28" h="73">
                  <a:moveTo>
                    <a:pt x="117" y="44"/>
                  </a:moveTo>
                  <a:cubicBezTo>
                    <a:pt x="117" y="44"/>
                    <a:pt x="128" y="62"/>
                    <a:pt x="84" y="67"/>
                  </a:cubicBezTo>
                  <a:cubicBezTo>
                    <a:pt x="39" y="72"/>
                    <a:pt x="23" y="73"/>
                    <a:pt x="20" y="52"/>
                  </a:cubicBezTo>
                  <a:cubicBezTo>
                    <a:pt x="16" y="32"/>
                    <a:pt x="0" y="6"/>
                    <a:pt x="9" y="0"/>
                  </a:cubicBezTo>
                  <a:cubicBezTo>
                    <a:pt x="9" y="0"/>
                    <a:pt x="11" y="13"/>
                    <a:pt x="15" y="19"/>
                  </a:cubicBezTo>
                  <a:cubicBezTo>
                    <a:pt x="20" y="26"/>
                    <a:pt x="23" y="42"/>
                    <a:pt x="22" y="50"/>
                  </a:cubicBezTo>
                  <a:cubicBezTo>
                    <a:pt x="22" y="58"/>
                    <a:pt x="28" y="64"/>
                    <a:pt x="41" y="64"/>
                  </a:cubicBezTo>
                  <a:cubicBezTo>
                    <a:pt x="55" y="63"/>
                    <a:pt x="55" y="55"/>
                    <a:pt x="55" y="55"/>
                  </a:cubicBezTo>
                  <a:cubicBezTo>
                    <a:pt x="55" y="55"/>
                    <a:pt x="60" y="62"/>
                    <a:pt x="68" y="62"/>
                  </a:cubicBezTo>
                  <a:cubicBezTo>
                    <a:pt x="74" y="61"/>
                    <a:pt x="77" y="55"/>
                    <a:pt x="77" y="55"/>
                  </a:cubicBezTo>
                  <a:cubicBezTo>
                    <a:pt x="77" y="55"/>
                    <a:pt x="82" y="59"/>
                    <a:pt x="87" y="58"/>
                  </a:cubicBezTo>
                  <a:cubicBezTo>
                    <a:pt x="93" y="56"/>
                    <a:pt x="93" y="53"/>
                    <a:pt x="93" y="53"/>
                  </a:cubicBezTo>
                  <a:cubicBezTo>
                    <a:pt x="93" y="53"/>
                    <a:pt x="102" y="59"/>
                    <a:pt x="106" y="50"/>
                  </a:cubicBezTo>
                  <a:cubicBezTo>
                    <a:pt x="106" y="50"/>
                    <a:pt x="116" y="54"/>
                    <a:pt x="117" y="44"/>
                  </a:cubicBezTo>
                  <a:close/>
                </a:path>
              </a:pathLst>
            </a:custGeom>
            <a:solidFill>
              <a:srgbClr val="D510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4359" name="Freeform 1055">
              <a:extLst>
                <a:ext uri="{FF2B5EF4-FFF2-40B4-BE49-F238E27FC236}">
                  <a16:creationId xmlns:a16="http://schemas.microsoft.com/office/drawing/2014/main" id="{8F47E409-E4DD-4901-8576-38771B5CB5B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2" y="3893"/>
              <a:ext cx="264" cy="161"/>
            </a:xfrm>
            <a:custGeom>
              <a:avLst/>
              <a:gdLst>
                <a:gd name="T0" fmla="*/ 1025 w 128"/>
                <a:gd name="T1" fmla="*/ 472 h 73"/>
                <a:gd name="T2" fmla="*/ 736 w 128"/>
                <a:gd name="T3" fmla="*/ 719 h 73"/>
                <a:gd name="T4" fmla="*/ 175 w 128"/>
                <a:gd name="T5" fmla="*/ 560 h 73"/>
                <a:gd name="T6" fmla="*/ 80 w 128"/>
                <a:gd name="T7" fmla="*/ 0 h 7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8" h="73">
                  <a:moveTo>
                    <a:pt x="117" y="44"/>
                  </a:moveTo>
                  <a:cubicBezTo>
                    <a:pt x="117" y="44"/>
                    <a:pt x="128" y="62"/>
                    <a:pt x="84" y="67"/>
                  </a:cubicBezTo>
                  <a:cubicBezTo>
                    <a:pt x="39" y="72"/>
                    <a:pt x="23" y="73"/>
                    <a:pt x="20" y="52"/>
                  </a:cubicBezTo>
                  <a:cubicBezTo>
                    <a:pt x="16" y="32"/>
                    <a:pt x="0" y="6"/>
                    <a:pt x="9" y="0"/>
                  </a:cubicBezTo>
                </a:path>
              </a:pathLst>
            </a:custGeom>
            <a:noFill/>
            <a:ln w="793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4360" name="Freeform 1056">
              <a:extLst>
                <a:ext uri="{FF2B5EF4-FFF2-40B4-BE49-F238E27FC236}">
                  <a16:creationId xmlns:a16="http://schemas.microsoft.com/office/drawing/2014/main" id="{315D33B4-29CA-4ABC-A8E3-A89C347F843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3" y="3869"/>
              <a:ext cx="200" cy="121"/>
            </a:xfrm>
            <a:custGeom>
              <a:avLst/>
              <a:gdLst>
                <a:gd name="T0" fmla="*/ 80 w 97"/>
                <a:gd name="T1" fmla="*/ 585 h 55"/>
                <a:gd name="T2" fmla="*/ 369 w 97"/>
                <a:gd name="T3" fmla="*/ 392 h 55"/>
                <a:gd name="T4" fmla="*/ 849 w 97"/>
                <a:gd name="T5" fmla="*/ 444 h 55"/>
                <a:gd name="T6" fmla="*/ 701 w 97"/>
                <a:gd name="T7" fmla="*/ 213 h 55"/>
                <a:gd name="T8" fmla="*/ 0 w 97"/>
                <a:gd name="T9" fmla="*/ 330 h 55"/>
                <a:gd name="T10" fmla="*/ 80 w 97"/>
                <a:gd name="T11" fmla="*/ 585 h 5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7" h="55">
                  <a:moveTo>
                    <a:pt x="9" y="55"/>
                  </a:moveTo>
                  <a:cubicBezTo>
                    <a:pt x="9" y="55"/>
                    <a:pt x="10" y="39"/>
                    <a:pt x="42" y="37"/>
                  </a:cubicBezTo>
                  <a:cubicBezTo>
                    <a:pt x="73" y="35"/>
                    <a:pt x="89" y="34"/>
                    <a:pt x="97" y="42"/>
                  </a:cubicBezTo>
                  <a:cubicBezTo>
                    <a:pt x="80" y="20"/>
                    <a:pt x="80" y="20"/>
                    <a:pt x="80" y="20"/>
                  </a:cubicBezTo>
                  <a:cubicBezTo>
                    <a:pt x="80" y="20"/>
                    <a:pt x="31" y="0"/>
                    <a:pt x="0" y="31"/>
                  </a:cubicBezTo>
                  <a:lnTo>
                    <a:pt x="9" y="55"/>
                  </a:lnTo>
                  <a:close/>
                </a:path>
              </a:pathLst>
            </a:custGeom>
            <a:solidFill>
              <a:srgbClr val="D510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4361" name="Freeform 1057">
              <a:extLst>
                <a:ext uri="{FF2B5EF4-FFF2-40B4-BE49-F238E27FC236}">
                  <a16:creationId xmlns:a16="http://schemas.microsoft.com/office/drawing/2014/main" id="{8544167C-F9AC-427B-B53E-00CA6ACBE55C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3" y="3869"/>
              <a:ext cx="200" cy="121"/>
            </a:xfrm>
            <a:custGeom>
              <a:avLst/>
              <a:gdLst>
                <a:gd name="T0" fmla="*/ 80 w 97"/>
                <a:gd name="T1" fmla="*/ 585 h 55"/>
                <a:gd name="T2" fmla="*/ 369 w 97"/>
                <a:gd name="T3" fmla="*/ 392 h 55"/>
                <a:gd name="T4" fmla="*/ 849 w 97"/>
                <a:gd name="T5" fmla="*/ 444 h 55"/>
                <a:gd name="T6" fmla="*/ 701 w 97"/>
                <a:gd name="T7" fmla="*/ 213 h 55"/>
                <a:gd name="T8" fmla="*/ 0 w 97"/>
                <a:gd name="T9" fmla="*/ 330 h 55"/>
                <a:gd name="T10" fmla="*/ 80 w 97"/>
                <a:gd name="T11" fmla="*/ 585 h 5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7" h="55">
                  <a:moveTo>
                    <a:pt x="9" y="55"/>
                  </a:moveTo>
                  <a:cubicBezTo>
                    <a:pt x="9" y="55"/>
                    <a:pt x="10" y="39"/>
                    <a:pt x="42" y="37"/>
                  </a:cubicBezTo>
                  <a:cubicBezTo>
                    <a:pt x="73" y="35"/>
                    <a:pt x="89" y="34"/>
                    <a:pt x="97" y="42"/>
                  </a:cubicBezTo>
                  <a:cubicBezTo>
                    <a:pt x="80" y="20"/>
                    <a:pt x="80" y="20"/>
                    <a:pt x="80" y="20"/>
                  </a:cubicBezTo>
                  <a:cubicBezTo>
                    <a:pt x="80" y="20"/>
                    <a:pt x="31" y="0"/>
                    <a:pt x="0" y="31"/>
                  </a:cubicBezTo>
                  <a:lnTo>
                    <a:pt x="9" y="55"/>
                  </a:lnTo>
                  <a:close/>
                </a:path>
              </a:pathLst>
            </a:custGeom>
            <a:noFill/>
            <a:ln w="793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4362" name="Freeform 1058">
              <a:extLst>
                <a:ext uri="{FF2B5EF4-FFF2-40B4-BE49-F238E27FC236}">
                  <a16:creationId xmlns:a16="http://schemas.microsoft.com/office/drawing/2014/main" id="{216C49C9-95AB-4402-BCA2-1C6C045ED6BA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2" y="3902"/>
              <a:ext cx="68" cy="48"/>
            </a:xfrm>
            <a:custGeom>
              <a:avLst/>
              <a:gdLst>
                <a:gd name="T0" fmla="*/ 183 w 33"/>
                <a:gd name="T1" fmla="*/ 61 h 22"/>
                <a:gd name="T2" fmla="*/ 173 w 33"/>
                <a:gd name="T3" fmla="*/ 52 h 22"/>
                <a:gd name="T4" fmla="*/ 247 w 33"/>
                <a:gd name="T5" fmla="*/ 166 h 22"/>
                <a:gd name="T6" fmla="*/ 288 w 33"/>
                <a:gd name="T7" fmla="*/ 229 h 22"/>
                <a:gd name="T8" fmla="*/ 229 w 33"/>
                <a:gd name="T9" fmla="*/ 185 h 22"/>
                <a:gd name="T10" fmla="*/ 107 w 33"/>
                <a:gd name="T11" fmla="*/ 166 h 22"/>
                <a:gd name="T12" fmla="*/ 68 w 33"/>
                <a:gd name="T13" fmla="*/ 157 h 22"/>
                <a:gd name="T14" fmla="*/ 52 w 33"/>
                <a:gd name="T15" fmla="*/ 81 h 22"/>
                <a:gd name="T16" fmla="*/ 0 w 33"/>
                <a:gd name="T17" fmla="*/ 0 h 22"/>
                <a:gd name="T18" fmla="*/ 60 w 33"/>
                <a:gd name="T19" fmla="*/ 20 h 22"/>
                <a:gd name="T20" fmla="*/ 115 w 33"/>
                <a:gd name="T21" fmla="*/ 52 h 22"/>
                <a:gd name="T22" fmla="*/ 183 w 33"/>
                <a:gd name="T23" fmla="*/ 72 h 2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3" h="22">
                  <a:moveTo>
                    <a:pt x="21" y="6"/>
                  </a:moveTo>
                  <a:cubicBezTo>
                    <a:pt x="21" y="6"/>
                    <a:pt x="21" y="6"/>
                    <a:pt x="20" y="5"/>
                  </a:cubicBezTo>
                  <a:cubicBezTo>
                    <a:pt x="23" y="8"/>
                    <a:pt x="26" y="13"/>
                    <a:pt x="28" y="16"/>
                  </a:cubicBezTo>
                  <a:cubicBezTo>
                    <a:pt x="30" y="18"/>
                    <a:pt x="32" y="20"/>
                    <a:pt x="33" y="22"/>
                  </a:cubicBezTo>
                  <a:cubicBezTo>
                    <a:pt x="31" y="20"/>
                    <a:pt x="28" y="19"/>
                    <a:pt x="26" y="18"/>
                  </a:cubicBezTo>
                  <a:cubicBezTo>
                    <a:pt x="21" y="17"/>
                    <a:pt x="16" y="17"/>
                    <a:pt x="12" y="16"/>
                  </a:cubicBezTo>
                  <a:cubicBezTo>
                    <a:pt x="11" y="16"/>
                    <a:pt x="9" y="15"/>
                    <a:pt x="8" y="15"/>
                  </a:cubicBezTo>
                  <a:cubicBezTo>
                    <a:pt x="7" y="13"/>
                    <a:pt x="7" y="10"/>
                    <a:pt x="6" y="8"/>
                  </a:cubicBezTo>
                  <a:cubicBezTo>
                    <a:pt x="4" y="6"/>
                    <a:pt x="1" y="3"/>
                    <a:pt x="0" y="0"/>
                  </a:cubicBezTo>
                  <a:cubicBezTo>
                    <a:pt x="2" y="0"/>
                    <a:pt x="5" y="1"/>
                    <a:pt x="7" y="2"/>
                  </a:cubicBezTo>
                  <a:cubicBezTo>
                    <a:pt x="9" y="3"/>
                    <a:pt x="11" y="4"/>
                    <a:pt x="13" y="5"/>
                  </a:cubicBezTo>
                  <a:cubicBezTo>
                    <a:pt x="16" y="6"/>
                    <a:pt x="18" y="7"/>
                    <a:pt x="21" y="7"/>
                  </a:cubicBezTo>
                </a:path>
              </a:pathLst>
            </a:custGeom>
            <a:solidFill>
              <a:srgbClr val="AC11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4363" name="Freeform 1059">
              <a:extLst>
                <a:ext uri="{FF2B5EF4-FFF2-40B4-BE49-F238E27FC236}">
                  <a16:creationId xmlns:a16="http://schemas.microsoft.com/office/drawing/2014/main" id="{ACF03308-1C7F-4CEC-A22E-869621A1283C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5" y="4021"/>
              <a:ext cx="47" cy="19"/>
            </a:xfrm>
            <a:custGeom>
              <a:avLst/>
              <a:gdLst>
                <a:gd name="T0" fmla="*/ 0 w 23"/>
                <a:gd name="T1" fmla="*/ 68 h 9"/>
                <a:gd name="T2" fmla="*/ 180 w 23"/>
                <a:gd name="T3" fmla="*/ 0 h 9"/>
                <a:gd name="T4" fmla="*/ 112 w 23"/>
                <a:gd name="T5" fmla="*/ 76 h 9"/>
                <a:gd name="T6" fmla="*/ 51 w 23"/>
                <a:gd name="T7" fmla="*/ 76 h 9"/>
                <a:gd name="T8" fmla="*/ 8 w 23"/>
                <a:gd name="T9" fmla="*/ 68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9">
                  <a:moveTo>
                    <a:pt x="0" y="7"/>
                  </a:moveTo>
                  <a:cubicBezTo>
                    <a:pt x="6" y="7"/>
                    <a:pt x="20" y="9"/>
                    <a:pt x="21" y="0"/>
                  </a:cubicBezTo>
                  <a:cubicBezTo>
                    <a:pt x="23" y="5"/>
                    <a:pt x="17" y="7"/>
                    <a:pt x="13" y="8"/>
                  </a:cubicBezTo>
                  <a:cubicBezTo>
                    <a:pt x="11" y="8"/>
                    <a:pt x="8" y="8"/>
                    <a:pt x="6" y="8"/>
                  </a:cubicBezTo>
                  <a:cubicBezTo>
                    <a:pt x="5" y="8"/>
                    <a:pt x="2" y="8"/>
                    <a:pt x="1" y="7"/>
                  </a:cubicBezTo>
                </a:path>
              </a:pathLst>
            </a:custGeom>
            <a:solidFill>
              <a:srgbClr val="AC11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4364" name="Freeform 1060">
              <a:extLst>
                <a:ext uri="{FF2B5EF4-FFF2-40B4-BE49-F238E27FC236}">
                  <a16:creationId xmlns:a16="http://schemas.microsoft.com/office/drawing/2014/main" id="{D59A0C0B-6EF3-4FED-9EF7-7FE8D7A9C793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2" y="4018"/>
              <a:ext cx="56" cy="18"/>
            </a:xfrm>
            <a:custGeom>
              <a:avLst/>
              <a:gdLst>
                <a:gd name="T0" fmla="*/ 0 w 27"/>
                <a:gd name="T1" fmla="*/ 25 h 8"/>
                <a:gd name="T2" fmla="*/ 44 w 27"/>
                <a:gd name="T3" fmla="*/ 56 h 8"/>
                <a:gd name="T4" fmla="*/ 100 w 27"/>
                <a:gd name="T5" fmla="*/ 72 h 8"/>
                <a:gd name="T6" fmla="*/ 151 w 27"/>
                <a:gd name="T7" fmla="*/ 36 h 8"/>
                <a:gd name="T8" fmla="*/ 160 w 27"/>
                <a:gd name="T9" fmla="*/ 11 h 8"/>
                <a:gd name="T10" fmla="*/ 176 w 27"/>
                <a:gd name="T11" fmla="*/ 11 h 8"/>
                <a:gd name="T12" fmla="*/ 241 w 27"/>
                <a:gd name="T13" fmla="*/ 36 h 8"/>
                <a:gd name="T14" fmla="*/ 189 w 27"/>
                <a:gd name="T15" fmla="*/ 45 h 8"/>
                <a:gd name="T16" fmla="*/ 160 w 27"/>
                <a:gd name="T17" fmla="*/ 72 h 8"/>
                <a:gd name="T18" fmla="*/ 116 w 27"/>
                <a:gd name="T19" fmla="*/ 81 h 8"/>
                <a:gd name="T20" fmla="*/ 0 w 27"/>
                <a:gd name="T21" fmla="*/ 36 h 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7" h="8">
                  <a:moveTo>
                    <a:pt x="0" y="2"/>
                  </a:moveTo>
                  <a:cubicBezTo>
                    <a:pt x="0" y="2"/>
                    <a:pt x="4" y="5"/>
                    <a:pt x="5" y="5"/>
                  </a:cubicBezTo>
                  <a:cubicBezTo>
                    <a:pt x="7" y="6"/>
                    <a:pt x="9" y="6"/>
                    <a:pt x="11" y="6"/>
                  </a:cubicBezTo>
                  <a:cubicBezTo>
                    <a:pt x="13" y="6"/>
                    <a:pt x="16" y="6"/>
                    <a:pt x="17" y="3"/>
                  </a:cubicBezTo>
                  <a:cubicBezTo>
                    <a:pt x="18" y="2"/>
                    <a:pt x="18" y="1"/>
                    <a:pt x="18" y="1"/>
                  </a:cubicBezTo>
                  <a:cubicBezTo>
                    <a:pt x="19" y="0"/>
                    <a:pt x="19" y="0"/>
                    <a:pt x="20" y="1"/>
                  </a:cubicBezTo>
                  <a:cubicBezTo>
                    <a:pt x="22" y="2"/>
                    <a:pt x="25" y="3"/>
                    <a:pt x="27" y="3"/>
                  </a:cubicBezTo>
                  <a:cubicBezTo>
                    <a:pt x="25" y="4"/>
                    <a:pt x="23" y="3"/>
                    <a:pt x="21" y="4"/>
                  </a:cubicBezTo>
                  <a:cubicBezTo>
                    <a:pt x="19" y="4"/>
                    <a:pt x="19" y="5"/>
                    <a:pt x="18" y="6"/>
                  </a:cubicBezTo>
                  <a:cubicBezTo>
                    <a:pt x="16" y="6"/>
                    <a:pt x="15" y="7"/>
                    <a:pt x="13" y="7"/>
                  </a:cubicBezTo>
                  <a:cubicBezTo>
                    <a:pt x="9" y="8"/>
                    <a:pt x="3" y="7"/>
                    <a:pt x="0" y="3"/>
                  </a:cubicBezTo>
                </a:path>
              </a:pathLst>
            </a:custGeom>
            <a:solidFill>
              <a:srgbClr val="AC11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4365" name="Freeform 1061">
              <a:extLst>
                <a:ext uri="{FF2B5EF4-FFF2-40B4-BE49-F238E27FC236}">
                  <a16:creationId xmlns:a16="http://schemas.microsoft.com/office/drawing/2014/main" id="{7A9FF6D8-98B6-4450-A069-F5B67BD3BEB3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8" y="4010"/>
              <a:ext cx="37" cy="11"/>
            </a:xfrm>
            <a:custGeom>
              <a:avLst/>
              <a:gdLst>
                <a:gd name="T0" fmla="*/ 8 w 18"/>
                <a:gd name="T1" fmla="*/ 53 h 5"/>
                <a:gd name="T2" fmla="*/ 25 w 18"/>
                <a:gd name="T3" fmla="*/ 20 h 5"/>
                <a:gd name="T4" fmla="*/ 156 w 18"/>
                <a:gd name="T5" fmla="*/ 0 h 5"/>
                <a:gd name="T6" fmla="*/ 88 w 18"/>
                <a:gd name="T7" fmla="*/ 53 h 5"/>
                <a:gd name="T8" fmla="*/ 33 w 18"/>
                <a:gd name="T9" fmla="*/ 44 h 5"/>
                <a:gd name="T10" fmla="*/ 0 w 18"/>
                <a:gd name="T11" fmla="*/ 53 h 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" h="5">
                  <a:moveTo>
                    <a:pt x="1" y="5"/>
                  </a:moveTo>
                  <a:cubicBezTo>
                    <a:pt x="2" y="5"/>
                    <a:pt x="3" y="3"/>
                    <a:pt x="3" y="2"/>
                  </a:cubicBezTo>
                  <a:cubicBezTo>
                    <a:pt x="8" y="5"/>
                    <a:pt x="15" y="4"/>
                    <a:pt x="18" y="0"/>
                  </a:cubicBezTo>
                  <a:cubicBezTo>
                    <a:pt x="18" y="3"/>
                    <a:pt x="13" y="5"/>
                    <a:pt x="10" y="5"/>
                  </a:cubicBezTo>
                  <a:cubicBezTo>
                    <a:pt x="8" y="5"/>
                    <a:pt x="6" y="4"/>
                    <a:pt x="4" y="4"/>
                  </a:cubicBezTo>
                  <a:cubicBezTo>
                    <a:pt x="3" y="4"/>
                    <a:pt x="1" y="5"/>
                    <a:pt x="0" y="5"/>
                  </a:cubicBezTo>
                </a:path>
              </a:pathLst>
            </a:custGeom>
            <a:solidFill>
              <a:srgbClr val="AC11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4366" name="Freeform 1062">
              <a:extLst>
                <a:ext uri="{FF2B5EF4-FFF2-40B4-BE49-F238E27FC236}">
                  <a16:creationId xmlns:a16="http://schemas.microsoft.com/office/drawing/2014/main" id="{DBB55B49-FFF6-4CF6-9B26-7F9109179C11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5" y="3898"/>
              <a:ext cx="10" cy="30"/>
            </a:xfrm>
            <a:custGeom>
              <a:avLst/>
              <a:gdLst>
                <a:gd name="T0" fmla="*/ 16 w 5"/>
                <a:gd name="T1" fmla="*/ 0 h 14"/>
                <a:gd name="T2" fmla="*/ 40 w 5"/>
                <a:gd name="T3" fmla="*/ 129 h 14"/>
                <a:gd name="T4" fmla="*/ 32 w 5"/>
                <a:gd name="T5" fmla="*/ 137 h 14"/>
                <a:gd name="T6" fmla="*/ 16 w 5"/>
                <a:gd name="T7" fmla="*/ 19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14">
                  <a:moveTo>
                    <a:pt x="2" y="0"/>
                  </a:moveTo>
                  <a:cubicBezTo>
                    <a:pt x="0" y="4"/>
                    <a:pt x="5" y="9"/>
                    <a:pt x="5" y="13"/>
                  </a:cubicBezTo>
                  <a:cubicBezTo>
                    <a:pt x="4" y="13"/>
                    <a:pt x="4" y="13"/>
                    <a:pt x="4" y="14"/>
                  </a:cubicBezTo>
                  <a:cubicBezTo>
                    <a:pt x="1" y="11"/>
                    <a:pt x="2" y="5"/>
                    <a:pt x="2" y="2"/>
                  </a:cubicBezTo>
                </a:path>
              </a:pathLst>
            </a:custGeom>
            <a:solidFill>
              <a:srgbClr val="AC11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4367" name="Freeform 1063">
              <a:extLst>
                <a:ext uri="{FF2B5EF4-FFF2-40B4-BE49-F238E27FC236}">
                  <a16:creationId xmlns:a16="http://schemas.microsoft.com/office/drawing/2014/main" id="{621E1D5A-74A1-4F09-B060-A3E35573E9FB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7" y="3915"/>
              <a:ext cx="52" cy="66"/>
            </a:xfrm>
            <a:custGeom>
              <a:avLst/>
              <a:gdLst>
                <a:gd name="T0" fmla="*/ 0 w 25"/>
                <a:gd name="T1" fmla="*/ 106 h 30"/>
                <a:gd name="T2" fmla="*/ 44 w 25"/>
                <a:gd name="T3" fmla="*/ 222 h 30"/>
                <a:gd name="T4" fmla="*/ 64 w 25"/>
                <a:gd name="T5" fmla="*/ 319 h 30"/>
                <a:gd name="T6" fmla="*/ 125 w 25"/>
                <a:gd name="T7" fmla="*/ 213 h 30"/>
                <a:gd name="T8" fmla="*/ 173 w 25"/>
                <a:gd name="T9" fmla="*/ 194 h 30"/>
                <a:gd name="T10" fmla="*/ 225 w 25"/>
                <a:gd name="T11" fmla="*/ 169 h 30"/>
                <a:gd name="T12" fmla="*/ 160 w 25"/>
                <a:gd name="T13" fmla="*/ 106 h 30"/>
                <a:gd name="T14" fmla="*/ 125 w 25"/>
                <a:gd name="T15" fmla="*/ 44 h 30"/>
                <a:gd name="T16" fmla="*/ 116 w 25"/>
                <a:gd name="T17" fmla="*/ 0 h 30"/>
                <a:gd name="T18" fmla="*/ 52 w 25"/>
                <a:gd name="T19" fmla="*/ 53 h 30"/>
                <a:gd name="T20" fmla="*/ 8 w 25"/>
                <a:gd name="T21" fmla="*/ 97 h 3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5" h="30">
                  <a:moveTo>
                    <a:pt x="0" y="10"/>
                  </a:moveTo>
                  <a:cubicBezTo>
                    <a:pt x="2" y="13"/>
                    <a:pt x="3" y="17"/>
                    <a:pt x="5" y="21"/>
                  </a:cubicBezTo>
                  <a:cubicBezTo>
                    <a:pt x="6" y="24"/>
                    <a:pt x="6" y="27"/>
                    <a:pt x="7" y="30"/>
                  </a:cubicBezTo>
                  <a:cubicBezTo>
                    <a:pt x="10" y="27"/>
                    <a:pt x="10" y="23"/>
                    <a:pt x="14" y="20"/>
                  </a:cubicBezTo>
                  <a:cubicBezTo>
                    <a:pt x="16" y="19"/>
                    <a:pt x="17" y="19"/>
                    <a:pt x="19" y="18"/>
                  </a:cubicBezTo>
                  <a:cubicBezTo>
                    <a:pt x="21" y="18"/>
                    <a:pt x="24" y="17"/>
                    <a:pt x="25" y="16"/>
                  </a:cubicBezTo>
                  <a:cubicBezTo>
                    <a:pt x="23" y="14"/>
                    <a:pt x="19" y="13"/>
                    <a:pt x="18" y="10"/>
                  </a:cubicBezTo>
                  <a:cubicBezTo>
                    <a:pt x="17" y="8"/>
                    <a:pt x="15" y="6"/>
                    <a:pt x="14" y="4"/>
                  </a:cubicBezTo>
                  <a:cubicBezTo>
                    <a:pt x="14" y="3"/>
                    <a:pt x="14" y="1"/>
                    <a:pt x="13" y="0"/>
                  </a:cubicBezTo>
                  <a:cubicBezTo>
                    <a:pt x="11" y="2"/>
                    <a:pt x="8" y="3"/>
                    <a:pt x="6" y="5"/>
                  </a:cubicBezTo>
                  <a:cubicBezTo>
                    <a:pt x="4" y="6"/>
                    <a:pt x="2" y="8"/>
                    <a:pt x="1" y="9"/>
                  </a:cubicBezTo>
                </a:path>
              </a:pathLst>
            </a:custGeom>
            <a:solidFill>
              <a:srgbClr val="E31D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4368" name="Freeform 1064">
              <a:extLst>
                <a:ext uri="{FF2B5EF4-FFF2-40B4-BE49-F238E27FC236}">
                  <a16:creationId xmlns:a16="http://schemas.microsoft.com/office/drawing/2014/main" id="{5833FA99-1E0C-4062-8E0B-2EF8C88580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4" y="3902"/>
              <a:ext cx="48" cy="48"/>
            </a:xfrm>
            <a:custGeom>
              <a:avLst/>
              <a:gdLst>
                <a:gd name="T0" fmla="*/ 8 w 23"/>
                <a:gd name="T1" fmla="*/ 52 h 22"/>
                <a:gd name="T2" fmla="*/ 65 w 23"/>
                <a:gd name="T3" fmla="*/ 166 h 22"/>
                <a:gd name="T4" fmla="*/ 127 w 23"/>
                <a:gd name="T5" fmla="*/ 229 h 22"/>
                <a:gd name="T6" fmla="*/ 209 w 23"/>
                <a:gd name="T7" fmla="*/ 209 h 22"/>
                <a:gd name="T8" fmla="*/ 136 w 23"/>
                <a:gd name="T9" fmla="*/ 113 h 22"/>
                <a:gd name="T10" fmla="*/ 136 w 23"/>
                <a:gd name="T11" fmla="*/ 44 h 22"/>
                <a:gd name="T12" fmla="*/ 136 w 23"/>
                <a:gd name="T13" fmla="*/ 9 h 22"/>
                <a:gd name="T14" fmla="*/ 65 w 23"/>
                <a:gd name="T15" fmla="*/ 20 h 22"/>
                <a:gd name="T16" fmla="*/ 8 w 23"/>
                <a:gd name="T17" fmla="*/ 44 h 2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3" h="22">
                  <a:moveTo>
                    <a:pt x="1" y="5"/>
                  </a:moveTo>
                  <a:cubicBezTo>
                    <a:pt x="0" y="9"/>
                    <a:pt x="4" y="14"/>
                    <a:pt x="7" y="16"/>
                  </a:cubicBezTo>
                  <a:cubicBezTo>
                    <a:pt x="9" y="18"/>
                    <a:pt x="11" y="20"/>
                    <a:pt x="14" y="22"/>
                  </a:cubicBezTo>
                  <a:cubicBezTo>
                    <a:pt x="14" y="20"/>
                    <a:pt x="21" y="20"/>
                    <a:pt x="23" y="20"/>
                  </a:cubicBezTo>
                  <a:cubicBezTo>
                    <a:pt x="20" y="17"/>
                    <a:pt x="16" y="15"/>
                    <a:pt x="15" y="11"/>
                  </a:cubicBezTo>
                  <a:cubicBezTo>
                    <a:pt x="14" y="9"/>
                    <a:pt x="14" y="7"/>
                    <a:pt x="15" y="4"/>
                  </a:cubicBezTo>
                  <a:cubicBezTo>
                    <a:pt x="15" y="4"/>
                    <a:pt x="15" y="2"/>
                    <a:pt x="15" y="1"/>
                  </a:cubicBezTo>
                  <a:cubicBezTo>
                    <a:pt x="14" y="0"/>
                    <a:pt x="9" y="2"/>
                    <a:pt x="7" y="2"/>
                  </a:cubicBezTo>
                  <a:cubicBezTo>
                    <a:pt x="5" y="3"/>
                    <a:pt x="3" y="3"/>
                    <a:pt x="1" y="4"/>
                  </a:cubicBezTo>
                </a:path>
              </a:pathLst>
            </a:custGeom>
            <a:solidFill>
              <a:srgbClr val="E31D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4369" name="Freeform 1065">
              <a:extLst>
                <a:ext uri="{FF2B5EF4-FFF2-40B4-BE49-F238E27FC236}">
                  <a16:creationId xmlns:a16="http://schemas.microsoft.com/office/drawing/2014/main" id="{DFF85525-2002-4E41-8216-3A554E32552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2" y="3915"/>
              <a:ext cx="168" cy="64"/>
            </a:xfrm>
            <a:custGeom>
              <a:avLst/>
              <a:gdLst>
                <a:gd name="T0" fmla="*/ 0 w 82"/>
                <a:gd name="T1" fmla="*/ 311 h 29"/>
                <a:gd name="T2" fmla="*/ 705 w 82"/>
                <a:gd name="T3" fmla="*/ 170 h 29"/>
                <a:gd name="T4" fmla="*/ 0 w 82"/>
                <a:gd name="T5" fmla="*/ 311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2" h="29">
                  <a:moveTo>
                    <a:pt x="0" y="29"/>
                  </a:moveTo>
                  <a:cubicBezTo>
                    <a:pt x="0" y="29"/>
                    <a:pt x="6" y="7"/>
                    <a:pt x="82" y="16"/>
                  </a:cubicBezTo>
                  <a:cubicBezTo>
                    <a:pt x="82" y="16"/>
                    <a:pt x="19" y="0"/>
                    <a:pt x="0" y="29"/>
                  </a:cubicBezTo>
                  <a:close/>
                </a:path>
              </a:pathLst>
            </a:custGeom>
            <a:solidFill>
              <a:srgbClr val="AC11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4370" name="Freeform 1066">
              <a:extLst>
                <a:ext uri="{FF2B5EF4-FFF2-40B4-BE49-F238E27FC236}">
                  <a16:creationId xmlns:a16="http://schemas.microsoft.com/office/drawing/2014/main" id="{3DAF2998-C224-44B9-8D09-40AB8FCF834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9" y="3854"/>
              <a:ext cx="12" cy="41"/>
            </a:xfrm>
            <a:custGeom>
              <a:avLst/>
              <a:gdLst>
                <a:gd name="T0" fmla="*/ 32 w 6"/>
                <a:gd name="T1" fmla="*/ 0 h 19"/>
                <a:gd name="T2" fmla="*/ 8 w 6"/>
                <a:gd name="T3" fmla="*/ 190 h 19"/>
                <a:gd name="T4" fmla="*/ 40 w 6"/>
                <a:gd name="T5" fmla="*/ 88 h 19"/>
                <a:gd name="T6" fmla="*/ 40 w 6"/>
                <a:gd name="T7" fmla="*/ 9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19">
                  <a:moveTo>
                    <a:pt x="4" y="0"/>
                  </a:moveTo>
                  <a:cubicBezTo>
                    <a:pt x="6" y="6"/>
                    <a:pt x="0" y="13"/>
                    <a:pt x="1" y="19"/>
                  </a:cubicBezTo>
                  <a:cubicBezTo>
                    <a:pt x="2" y="16"/>
                    <a:pt x="4" y="13"/>
                    <a:pt x="5" y="9"/>
                  </a:cubicBezTo>
                  <a:cubicBezTo>
                    <a:pt x="6" y="6"/>
                    <a:pt x="6" y="4"/>
                    <a:pt x="5" y="1"/>
                  </a:cubicBezTo>
                </a:path>
              </a:pathLst>
            </a:custGeom>
            <a:solidFill>
              <a:srgbClr val="AC11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</p:grpSp>
    </p:spTree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986" name="Rectangle 2">
            <a:extLst>
              <a:ext uri="{FF2B5EF4-FFF2-40B4-BE49-F238E27FC236}">
                <a16:creationId xmlns:a16="http://schemas.microsoft.com/office/drawing/2014/main" id="{115F75DA-1AA6-4CF9-9E7E-A53EB95BCF7E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Osteoporosis</a:t>
            </a:r>
          </a:p>
        </p:txBody>
      </p:sp>
      <p:grpSp>
        <p:nvGrpSpPr>
          <p:cNvPr id="55298" name="Standing-woman-side-profile-illustration">
            <a:extLst>
              <a:ext uri="{FF2B5EF4-FFF2-40B4-BE49-F238E27FC236}">
                <a16:creationId xmlns:a16="http://schemas.microsoft.com/office/drawing/2014/main" id="{29A40814-CB68-487B-B1EF-480FA3F24E38}"/>
              </a:ext>
            </a:extLst>
          </p:cNvPr>
          <p:cNvGrpSpPr>
            <a:grpSpLocks/>
          </p:cNvGrpSpPr>
          <p:nvPr/>
        </p:nvGrpSpPr>
        <p:grpSpPr bwMode="auto">
          <a:xfrm>
            <a:off x="3810000" y="1371600"/>
            <a:ext cx="784225" cy="4837113"/>
            <a:chOff x="2065338" y="428625"/>
            <a:chExt cx="985838" cy="6084888"/>
          </a:xfrm>
        </p:grpSpPr>
        <p:sp>
          <p:nvSpPr>
            <p:cNvPr id="55434" name="AutoShape 3">
              <a:extLst>
                <a:ext uri="{FF2B5EF4-FFF2-40B4-BE49-F238E27FC236}">
                  <a16:creationId xmlns:a16="http://schemas.microsoft.com/office/drawing/2014/main" id="{867C95B2-E8AF-48B2-AF66-DFE2DC7C5160}"/>
                </a:ext>
              </a:extLst>
            </p:cNvPr>
            <p:cNvSpPr>
              <a:spLocks noChangeAspect="1" noChangeArrowheads="1" noTextEdit="1"/>
            </p:cNvSpPr>
            <p:nvPr/>
          </p:nvSpPr>
          <p:spPr bwMode="auto">
            <a:xfrm>
              <a:off x="2071688" y="428625"/>
              <a:ext cx="977900" cy="60721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5435" name="Freeform 5">
              <a:extLst>
                <a:ext uri="{FF2B5EF4-FFF2-40B4-BE49-F238E27FC236}">
                  <a16:creationId xmlns:a16="http://schemas.microsoft.com/office/drawing/2014/main" id="{778F4CA1-851E-4101-85A0-6AE45F787A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0738" y="6326188"/>
              <a:ext cx="887413" cy="187325"/>
            </a:xfrm>
            <a:custGeom>
              <a:avLst/>
              <a:gdLst>
                <a:gd name="T0" fmla="*/ 2147483646 w 419"/>
                <a:gd name="T1" fmla="*/ 2147483646 h 89"/>
                <a:gd name="T2" fmla="*/ 2147483646 w 419"/>
                <a:gd name="T3" fmla="*/ 2147483646 h 89"/>
                <a:gd name="T4" fmla="*/ 2147483646 w 419"/>
                <a:gd name="T5" fmla="*/ 2147483646 h 89"/>
                <a:gd name="T6" fmla="*/ 2147483646 w 419"/>
                <a:gd name="T7" fmla="*/ 2147483646 h 89"/>
                <a:gd name="T8" fmla="*/ 2147483646 w 419"/>
                <a:gd name="T9" fmla="*/ 2147483646 h 89"/>
                <a:gd name="T10" fmla="*/ 2147483646 w 419"/>
                <a:gd name="T11" fmla="*/ 2147483646 h 89"/>
                <a:gd name="T12" fmla="*/ 2147483646 w 419"/>
                <a:gd name="T13" fmla="*/ 2147483646 h 89"/>
                <a:gd name="T14" fmla="*/ 2147483646 w 419"/>
                <a:gd name="T15" fmla="*/ 2147483646 h 89"/>
                <a:gd name="T16" fmla="*/ 2147483646 w 419"/>
                <a:gd name="T17" fmla="*/ 0 h 89"/>
                <a:gd name="T18" fmla="*/ 2147483646 w 419"/>
                <a:gd name="T19" fmla="*/ 2147483646 h 8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419"/>
                <a:gd name="T31" fmla="*/ 0 h 89"/>
                <a:gd name="T32" fmla="*/ 419 w 419"/>
                <a:gd name="T33" fmla="*/ 89 h 89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419" h="89">
                  <a:moveTo>
                    <a:pt x="16" y="8"/>
                  </a:moveTo>
                  <a:cubicBezTo>
                    <a:pt x="16" y="8"/>
                    <a:pt x="0" y="14"/>
                    <a:pt x="3" y="27"/>
                  </a:cubicBezTo>
                  <a:cubicBezTo>
                    <a:pt x="7" y="41"/>
                    <a:pt x="12" y="54"/>
                    <a:pt x="12" y="54"/>
                  </a:cubicBezTo>
                  <a:cubicBezTo>
                    <a:pt x="12" y="54"/>
                    <a:pt x="42" y="82"/>
                    <a:pt x="99" y="82"/>
                  </a:cubicBezTo>
                  <a:cubicBezTo>
                    <a:pt x="156" y="82"/>
                    <a:pt x="228" y="66"/>
                    <a:pt x="261" y="68"/>
                  </a:cubicBezTo>
                  <a:cubicBezTo>
                    <a:pt x="294" y="71"/>
                    <a:pt x="391" y="89"/>
                    <a:pt x="419" y="61"/>
                  </a:cubicBezTo>
                  <a:cubicBezTo>
                    <a:pt x="419" y="29"/>
                    <a:pt x="419" y="29"/>
                    <a:pt x="419" y="29"/>
                  </a:cubicBezTo>
                  <a:cubicBezTo>
                    <a:pt x="419" y="29"/>
                    <a:pt x="419" y="23"/>
                    <a:pt x="404" y="21"/>
                  </a:cubicBezTo>
                  <a:cubicBezTo>
                    <a:pt x="389" y="18"/>
                    <a:pt x="194" y="0"/>
                    <a:pt x="194" y="0"/>
                  </a:cubicBezTo>
                  <a:lnTo>
                    <a:pt x="16" y="8"/>
                  </a:lnTo>
                  <a:close/>
                </a:path>
              </a:pathLst>
            </a:custGeom>
            <a:solidFill>
              <a:srgbClr val="AF95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5436" name="Freeform 6">
              <a:extLst>
                <a:ext uri="{FF2B5EF4-FFF2-40B4-BE49-F238E27FC236}">
                  <a16:creationId xmlns:a16="http://schemas.microsoft.com/office/drawing/2014/main" id="{BCEB7F00-E6A1-419B-9E72-CFCFFB030B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1376" y="6430963"/>
              <a:ext cx="866775" cy="82550"/>
            </a:xfrm>
            <a:custGeom>
              <a:avLst/>
              <a:gdLst>
                <a:gd name="T0" fmla="*/ 2147483646 w 409"/>
                <a:gd name="T1" fmla="*/ 2147483646 h 39"/>
                <a:gd name="T2" fmla="*/ 2147483646 w 409"/>
                <a:gd name="T3" fmla="*/ 2147483646 h 39"/>
                <a:gd name="T4" fmla="*/ 0 w 409"/>
                <a:gd name="T5" fmla="*/ 0 h 39"/>
                <a:gd name="T6" fmla="*/ 2147483646 w 409"/>
                <a:gd name="T7" fmla="*/ 2147483646 h 39"/>
                <a:gd name="T8" fmla="*/ 2147483646 w 409"/>
                <a:gd name="T9" fmla="*/ 2147483646 h 39"/>
                <a:gd name="T10" fmla="*/ 2147483646 w 409"/>
                <a:gd name="T11" fmla="*/ 2147483646 h 39"/>
                <a:gd name="T12" fmla="*/ 2147483646 w 409"/>
                <a:gd name="T13" fmla="*/ 2147483646 h 39"/>
                <a:gd name="T14" fmla="*/ 2147483646 w 409"/>
                <a:gd name="T15" fmla="*/ 2147483646 h 39"/>
                <a:gd name="T16" fmla="*/ 2147483646 w 409"/>
                <a:gd name="T17" fmla="*/ 2147483646 h 3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409"/>
                <a:gd name="T28" fmla="*/ 0 h 39"/>
                <a:gd name="T29" fmla="*/ 409 w 409"/>
                <a:gd name="T30" fmla="*/ 39 h 39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409" h="39">
                  <a:moveTo>
                    <a:pt x="251" y="12"/>
                  </a:moveTo>
                  <a:cubicBezTo>
                    <a:pt x="217" y="9"/>
                    <a:pt x="144" y="26"/>
                    <a:pt x="86" y="26"/>
                  </a:cubicBezTo>
                  <a:cubicBezTo>
                    <a:pt x="39" y="26"/>
                    <a:pt x="10" y="7"/>
                    <a:pt x="0" y="0"/>
                  </a:cubicBezTo>
                  <a:cubicBezTo>
                    <a:pt x="1" y="3"/>
                    <a:pt x="2" y="4"/>
                    <a:pt x="2" y="4"/>
                  </a:cubicBezTo>
                  <a:cubicBezTo>
                    <a:pt x="2" y="4"/>
                    <a:pt x="32" y="32"/>
                    <a:pt x="89" y="32"/>
                  </a:cubicBezTo>
                  <a:cubicBezTo>
                    <a:pt x="146" y="32"/>
                    <a:pt x="218" y="16"/>
                    <a:pt x="251" y="18"/>
                  </a:cubicBezTo>
                  <a:cubicBezTo>
                    <a:pt x="284" y="21"/>
                    <a:pt x="381" y="39"/>
                    <a:pt x="409" y="11"/>
                  </a:cubicBezTo>
                  <a:cubicBezTo>
                    <a:pt x="409" y="7"/>
                    <a:pt x="409" y="7"/>
                    <a:pt x="409" y="7"/>
                  </a:cubicBezTo>
                  <a:cubicBezTo>
                    <a:pt x="377" y="31"/>
                    <a:pt x="283" y="15"/>
                    <a:pt x="251" y="12"/>
                  </a:cubicBezTo>
                  <a:close/>
                </a:path>
              </a:pathLst>
            </a:custGeom>
            <a:solidFill>
              <a:srgbClr val="D8BF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5437" name="Freeform 7">
              <a:extLst>
                <a:ext uri="{FF2B5EF4-FFF2-40B4-BE49-F238E27FC236}">
                  <a16:creationId xmlns:a16="http://schemas.microsoft.com/office/drawing/2014/main" id="{6E573128-2C9D-41B1-8806-271A97ACAB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0738" y="6326188"/>
              <a:ext cx="887413" cy="187325"/>
            </a:xfrm>
            <a:custGeom>
              <a:avLst/>
              <a:gdLst>
                <a:gd name="T0" fmla="*/ 2147483646 w 419"/>
                <a:gd name="T1" fmla="*/ 2147483646 h 89"/>
                <a:gd name="T2" fmla="*/ 2147483646 w 419"/>
                <a:gd name="T3" fmla="*/ 2147483646 h 89"/>
                <a:gd name="T4" fmla="*/ 2147483646 w 419"/>
                <a:gd name="T5" fmla="*/ 2147483646 h 89"/>
                <a:gd name="T6" fmla="*/ 2147483646 w 419"/>
                <a:gd name="T7" fmla="*/ 2147483646 h 89"/>
                <a:gd name="T8" fmla="*/ 2147483646 w 419"/>
                <a:gd name="T9" fmla="*/ 2147483646 h 89"/>
                <a:gd name="T10" fmla="*/ 2147483646 w 419"/>
                <a:gd name="T11" fmla="*/ 2147483646 h 89"/>
                <a:gd name="T12" fmla="*/ 2147483646 w 419"/>
                <a:gd name="T13" fmla="*/ 2147483646 h 89"/>
                <a:gd name="T14" fmla="*/ 2147483646 w 419"/>
                <a:gd name="T15" fmla="*/ 2147483646 h 89"/>
                <a:gd name="T16" fmla="*/ 2147483646 w 419"/>
                <a:gd name="T17" fmla="*/ 0 h 89"/>
                <a:gd name="T18" fmla="*/ 2147483646 w 419"/>
                <a:gd name="T19" fmla="*/ 2147483646 h 8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419"/>
                <a:gd name="T31" fmla="*/ 0 h 89"/>
                <a:gd name="T32" fmla="*/ 419 w 419"/>
                <a:gd name="T33" fmla="*/ 89 h 89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419" h="89">
                  <a:moveTo>
                    <a:pt x="16" y="8"/>
                  </a:moveTo>
                  <a:cubicBezTo>
                    <a:pt x="16" y="8"/>
                    <a:pt x="0" y="14"/>
                    <a:pt x="3" y="27"/>
                  </a:cubicBezTo>
                  <a:cubicBezTo>
                    <a:pt x="7" y="41"/>
                    <a:pt x="12" y="54"/>
                    <a:pt x="12" y="54"/>
                  </a:cubicBezTo>
                  <a:cubicBezTo>
                    <a:pt x="12" y="54"/>
                    <a:pt x="42" y="82"/>
                    <a:pt x="99" y="82"/>
                  </a:cubicBezTo>
                  <a:cubicBezTo>
                    <a:pt x="156" y="82"/>
                    <a:pt x="228" y="66"/>
                    <a:pt x="261" y="68"/>
                  </a:cubicBezTo>
                  <a:cubicBezTo>
                    <a:pt x="294" y="71"/>
                    <a:pt x="391" y="89"/>
                    <a:pt x="419" y="61"/>
                  </a:cubicBezTo>
                  <a:cubicBezTo>
                    <a:pt x="419" y="29"/>
                    <a:pt x="419" y="29"/>
                    <a:pt x="419" y="29"/>
                  </a:cubicBezTo>
                  <a:cubicBezTo>
                    <a:pt x="419" y="29"/>
                    <a:pt x="419" y="23"/>
                    <a:pt x="404" y="21"/>
                  </a:cubicBezTo>
                  <a:cubicBezTo>
                    <a:pt x="389" y="18"/>
                    <a:pt x="194" y="0"/>
                    <a:pt x="194" y="0"/>
                  </a:cubicBezTo>
                  <a:lnTo>
                    <a:pt x="16" y="8"/>
                  </a:lnTo>
                  <a:close/>
                </a:path>
              </a:pathLst>
            </a:custGeom>
            <a:noFill/>
            <a:ln w="2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5438" name="Freeform 8">
              <a:extLst>
                <a:ext uri="{FF2B5EF4-FFF2-40B4-BE49-F238E27FC236}">
                  <a16:creationId xmlns:a16="http://schemas.microsoft.com/office/drawing/2014/main" id="{97610D90-BCD6-4735-AFD6-9D59BF0BB9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3126" y="441325"/>
              <a:ext cx="742950" cy="1325563"/>
            </a:xfrm>
            <a:custGeom>
              <a:avLst/>
              <a:gdLst>
                <a:gd name="T0" fmla="*/ 2147483646 w 351"/>
                <a:gd name="T1" fmla="*/ 2147483646 h 630"/>
                <a:gd name="T2" fmla="*/ 2147483646 w 351"/>
                <a:gd name="T3" fmla="*/ 2147483646 h 630"/>
                <a:gd name="T4" fmla="*/ 2147483646 w 351"/>
                <a:gd name="T5" fmla="*/ 2147483646 h 630"/>
                <a:gd name="T6" fmla="*/ 2147483646 w 351"/>
                <a:gd name="T7" fmla="*/ 2147483646 h 630"/>
                <a:gd name="T8" fmla="*/ 2147483646 w 351"/>
                <a:gd name="T9" fmla="*/ 2147483646 h 630"/>
                <a:gd name="T10" fmla="*/ 2147483646 w 351"/>
                <a:gd name="T11" fmla="*/ 2147483646 h 630"/>
                <a:gd name="T12" fmla="*/ 2147483646 w 351"/>
                <a:gd name="T13" fmla="*/ 2147483646 h 630"/>
                <a:gd name="T14" fmla="*/ 2147483646 w 351"/>
                <a:gd name="T15" fmla="*/ 2147483646 h 630"/>
                <a:gd name="T16" fmla="*/ 2147483646 w 351"/>
                <a:gd name="T17" fmla="*/ 2147483646 h 630"/>
                <a:gd name="T18" fmla="*/ 2147483646 w 351"/>
                <a:gd name="T19" fmla="*/ 2147483646 h 630"/>
                <a:gd name="T20" fmla="*/ 2147483646 w 351"/>
                <a:gd name="T21" fmla="*/ 2147483646 h 630"/>
                <a:gd name="T22" fmla="*/ 2147483646 w 351"/>
                <a:gd name="T23" fmla="*/ 2147483646 h 630"/>
                <a:gd name="T24" fmla="*/ 2147483646 w 351"/>
                <a:gd name="T25" fmla="*/ 2147483646 h 630"/>
                <a:gd name="T26" fmla="*/ 2147483646 w 351"/>
                <a:gd name="T27" fmla="*/ 2147483646 h 630"/>
                <a:gd name="T28" fmla="*/ 2147483646 w 351"/>
                <a:gd name="T29" fmla="*/ 2147483646 h 630"/>
                <a:gd name="T30" fmla="*/ 2147483646 w 351"/>
                <a:gd name="T31" fmla="*/ 2147483646 h 630"/>
                <a:gd name="T32" fmla="*/ 2147483646 w 351"/>
                <a:gd name="T33" fmla="*/ 2147483646 h 630"/>
                <a:gd name="T34" fmla="*/ 2147483646 w 351"/>
                <a:gd name="T35" fmla="*/ 2147483646 h 630"/>
                <a:gd name="T36" fmla="*/ 2147483646 w 351"/>
                <a:gd name="T37" fmla="*/ 2147483646 h 630"/>
                <a:gd name="T38" fmla="*/ 2147483646 w 351"/>
                <a:gd name="T39" fmla="*/ 2147483646 h 630"/>
                <a:gd name="T40" fmla="*/ 2147483646 w 351"/>
                <a:gd name="T41" fmla="*/ 2147483646 h 630"/>
                <a:gd name="T42" fmla="*/ 2147483646 w 351"/>
                <a:gd name="T43" fmla="*/ 2147483646 h 630"/>
                <a:gd name="T44" fmla="*/ 2147483646 w 351"/>
                <a:gd name="T45" fmla="*/ 2147483646 h 630"/>
                <a:gd name="T46" fmla="*/ 2147483646 w 351"/>
                <a:gd name="T47" fmla="*/ 2147483646 h 630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w 351"/>
                <a:gd name="T73" fmla="*/ 0 h 630"/>
                <a:gd name="T74" fmla="*/ 351 w 351"/>
                <a:gd name="T75" fmla="*/ 630 h 630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T72" t="T73" r="T74" b="T75"/>
              <a:pathLst>
                <a:path w="351" h="630">
                  <a:moveTo>
                    <a:pt x="75" y="59"/>
                  </a:moveTo>
                  <a:cubicBezTo>
                    <a:pt x="75" y="59"/>
                    <a:pt x="56" y="80"/>
                    <a:pt x="44" y="122"/>
                  </a:cubicBezTo>
                  <a:cubicBezTo>
                    <a:pt x="32" y="164"/>
                    <a:pt x="33" y="166"/>
                    <a:pt x="33" y="173"/>
                  </a:cubicBezTo>
                  <a:cubicBezTo>
                    <a:pt x="33" y="180"/>
                    <a:pt x="34" y="200"/>
                    <a:pt x="29" y="209"/>
                  </a:cubicBezTo>
                  <a:cubicBezTo>
                    <a:pt x="24" y="217"/>
                    <a:pt x="12" y="241"/>
                    <a:pt x="8" y="248"/>
                  </a:cubicBezTo>
                  <a:cubicBezTo>
                    <a:pt x="5" y="254"/>
                    <a:pt x="0" y="262"/>
                    <a:pt x="7" y="268"/>
                  </a:cubicBezTo>
                  <a:cubicBezTo>
                    <a:pt x="13" y="273"/>
                    <a:pt x="30" y="280"/>
                    <a:pt x="31" y="285"/>
                  </a:cubicBezTo>
                  <a:cubicBezTo>
                    <a:pt x="33" y="289"/>
                    <a:pt x="35" y="293"/>
                    <a:pt x="32" y="302"/>
                  </a:cubicBezTo>
                  <a:cubicBezTo>
                    <a:pt x="28" y="310"/>
                    <a:pt x="35" y="312"/>
                    <a:pt x="36" y="313"/>
                  </a:cubicBezTo>
                  <a:cubicBezTo>
                    <a:pt x="36" y="313"/>
                    <a:pt x="34" y="321"/>
                    <a:pt x="37" y="326"/>
                  </a:cubicBezTo>
                  <a:cubicBezTo>
                    <a:pt x="40" y="330"/>
                    <a:pt x="48" y="340"/>
                    <a:pt x="49" y="353"/>
                  </a:cubicBezTo>
                  <a:cubicBezTo>
                    <a:pt x="50" y="366"/>
                    <a:pt x="51" y="384"/>
                    <a:pt x="74" y="378"/>
                  </a:cubicBezTo>
                  <a:cubicBezTo>
                    <a:pt x="74" y="378"/>
                    <a:pt x="88" y="389"/>
                    <a:pt x="105" y="385"/>
                  </a:cubicBezTo>
                  <a:cubicBezTo>
                    <a:pt x="122" y="381"/>
                    <a:pt x="131" y="382"/>
                    <a:pt x="135" y="385"/>
                  </a:cubicBezTo>
                  <a:cubicBezTo>
                    <a:pt x="135" y="385"/>
                    <a:pt x="159" y="435"/>
                    <a:pt x="162" y="442"/>
                  </a:cubicBezTo>
                  <a:cubicBezTo>
                    <a:pt x="166" y="449"/>
                    <a:pt x="168" y="470"/>
                    <a:pt x="162" y="484"/>
                  </a:cubicBezTo>
                  <a:cubicBezTo>
                    <a:pt x="156" y="498"/>
                    <a:pt x="143" y="514"/>
                    <a:pt x="143" y="522"/>
                  </a:cubicBezTo>
                  <a:cubicBezTo>
                    <a:pt x="142" y="530"/>
                    <a:pt x="142" y="535"/>
                    <a:pt x="142" y="535"/>
                  </a:cubicBezTo>
                  <a:cubicBezTo>
                    <a:pt x="142" y="535"/>
                    <a:pt x="135" y="544"/>
                    <a:pt x="129" y="552"/>
                  </a:cubicBezTo>
                  <a:cubicBezTo>
                    <a:pt x="122" y="561"/>
                    <a:pt x="86" y="619"/>
                    <a:pt x="81" y="630"/>
                  </a:cubicBezTo>
                  <a:cubicBezTo>
                    <a:pt x="336" y="420"/>
                    <a:pt x="336" y="420"/>
                    <a:pt x="336" y="420"/>
                  </a:cubicBezTo>
                  <a:cubicBezTo>
                    <a:pt x="336" y="420"/>
                    <a:pt x="302" y="413"/>
                    <a:pt x="305" y="311"/>
                  </a:cubicBezTo>
                  <a:cubicBezTo>
                    <a:pt x="307" y="209"/>
                    <a:pt x="351" y="104"/>
                    <a:pt x="295" y="52"/>
                  </a:cubicBezTo>
                  <a:cubicBezTo>
                    <a:pt x="240" y="0"/>
                    <a:pt x="115" y="15"/>
                    <a:pt x="75" y="59"/>
                  </a:cubicBezTo>
                  <a:close/>
                </a:path>
              </a:pathLst>
            </a:custGeom>
            <a:solidFill>
              <a:srgbClr val="F8F3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5439" name="Freeform 9">
              <a:extLst>
                <a:ext uri="{FF2B5EF4-FFF2-40B4-BE49-F238E27FC236}">
                  <a16:creationId xmlns:a16="http://schemas.microsoft.com/office/drawing/2014/main" id="{3EF6A21C-AA57-4708-80BC-32A5415F10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8851" y="428625"/>
              <a:ext cx="739775" cy="790575"/>
            </a:xfrm>
            <a:custGeom>
              <a:avLst/>
              <a:gdLst>
                <a:gd name="T0" fmla="*/ 2147483646 w 350"/>
                <a:gd name="T1" fmla="*/ 2147483646 h 376"/>
                <a:gd name="T2" fmla="*/ 2147483646 w 350"/>
                <a:gd name="T3" fmla="*/ 2147483646 h 376"/>
                <a:gd name="T4" fmla="*/ 2147483646 w 350"/>
                <a:gd name="T5" fmla="*/ 2147483646 h 376"/>
                <a:gd name="T6" fmla="*/ 2147483646 w 350"/>
                <a:gd name="T7" fmla="*/ 2147483646 h 376"/>
                <a:gd name="T8" fmla="*/ 2147483646 w 350"/>
                <a:gd name="T9" fmla="*/ 2147483646 h 376"/>
                <a:gd name="T10" fmla="*/ 2147483646 w 350"/>
                <a:gd name="T11" fmla="*/ 2147483646 h 376"/>
                <a:gd name="T12" fmla="*/ 2147483646 w 350"/>
                <a:gd name="T13" fmla="*/ 2147483646 h 376"/>
                <a:gd name="T14" fmla="*/ 2147483646 w 350"/>
                <a:gd name="T15" fmla="*/ 2147483646 h 376"/>
                <a:gd name="T16" fmla="*/ 2147483646 w 350"/>
                <a:gd name="T17" fmla="*/ 2147483646 h 376"/>
                <a:gd name="T18" fmla="*/ 2147483646 w 350"/>
                <a:gd name="T19" fmla="*/ 2147483646 h 376"/>
                <a:gd name="T20" fmla="*/ 2147483646 w 350"/>
                <a:gd name="T21" fmla="*/ 2147483646 h 376"/>
                <a:gd name="T22" fmla="*/ 2147483646 w 350"/>
                <a:gd name="T23" fmla="*/ 2147483646 h 376"/>
                <a:gd name="T24" fmla="*/ 2147483646 w 350"/>
                <a:gd name="T25" fmla="*/ 2147483646 h 376"/>
                <a:gd name="T26" fmla="*/ 2147483646 w 350"/>
                <a:gd name="T27" fmla="*/ 2147483646 h 376"/>
                <a:gd name="T28" fmla="*/ 2147483646 w 350"/>
                <a:gd name="T29" fmla="*/ 2147483646 h 376"/>
                <a:gd name="T30" fmla="*/ 2147483646 w 350"/>
                <a:gd name="T31" fmla="*/ 2147483646 h 376"/>
                <a:gd name="T32" fmla="*/ 2147483646 w 350"/>
                <a:gd name="T33" fmla="*/ 2147483646 h 376"/>
                <a:gd name="T34" fmla="*/ 2147483646 w 350"/>
                <a:gd name="T35" fmla="*/ 2147483646 h 376"/>
                <a:gd name="T36" fmla="*/ 2147483646 w 350"/>
                <a:gd name="T37" fmla="*/ 2147483646 h 376"/>
                <a:gd name="T38" fmla="*/ 2147483646 w 350"/>
                <a:gd name="T39" fmla="*/ 2147483646 h 376"/>
                <a:gd name="T40" fmla="*/ 2147483646 w 350"/>
                <a:gd name="T41" fmla="*/ 2147483646 h 376"/>
                <a:gd name="T42" fmla="*/ 2147483646 w 350"/>
                <a:gd name="T43" fmla="*/ 2147483646 h 376"/>
                <a:gd name="T44" fmla="*/ 2147483646 w 350"/>
                <a:gd name="T45" fmla="*/ 2147483646 h 376"/>
                <a:gd name="T46" fmla="*/ 2147483646 w 350"/>
                <a:gd name="T47" fmla="*/ 2147483646 h 376"/>
                <a:gd name="T48" fmla="*/ 2147483646 w 350"/>
                <a:gd name="T49" fmla="*/ 2147483646 h 376"/>
                <a:gd name="T50" fmla="*/ 2147483646 w 350"/>
                <a:gd name="T51" fmla="*/ 2147483646 h 376"/>
                <a:gd name="T52" fmla="*/ 2147483646 w 350"/>
                <a:gd name="T53" fmla="*/ 2147483646 h 376"/>
                <a:gd name="T54" fmla="*/ 2147483646 w 350"/>
                <a:gd name="T55" fmla="*/ 2147483646 h 376"/>
                <a:gd name="T56" fmla="*/ 2147483646 w 350"/>
                <a:gd name="T57" fmla="*/ 2147483646 h 376"/>
                <a:gd name="T58" fmla="*/ 2147483646 w 350"/>
                <a:gd name="T59" fmla="*/ 2147483646 h 376"/>
                <a:gd name="T60" fmla="*/ 2147483646 w 350"/>
                <a:gd name="T61" fmla="*/ 2147483646 h 376"/>
                <a:gd name="T62" fmla="*/ 2147483646 w 350"/>
                <a:gd name="T63" fmla="*/ 2147483646 h 376"/>
                <a:gd name="T64" fmla="*/ 2147483646 w 350"/>
                <a:gd name="T65" fmla="*/ 2147483646 h 376"/>
                <a:gd name="T66" fmla="*/ 2147483646 w 350"/>
                <a:gd name="T67" fmla="*/ 2147483646 h 376"/>
                <a:gd name="T68" fmla="*/ 2147483646 w 350"/>
                <a:gd name="T69" fmla="*/ 2147483646 h 376"/>
                <a:gd name="T70" fmla="*/ 2147483646 w 350"/>
                <a:gd name="T71" fmla="*/ 2147483646 h 376"/>
                <a:gd name="T72" fmla="*/ 2147483646 w 350"/>
                <a:gd name="T73" fmla="*/ 2147483646 h 376"/>
                <a:gd name="T74" fmla="*/ 2147483646 w 350"/>
                <a:gd name="T75" fmla="*/ 2147483646 h 376"/>
                <a:gd name="T76" fmla="*/ 2147483646 w 350"/>
                <a:gd name="T77" fmla="*/ 2147483646 h 376"/>
                <a:gd name="T78" fmla="*/ 2147483646 w 350"/>
                <a:gd name="T79" fmla="*/ 2147483646 h 376"/>
                <a:gd name="T80" fmla="*/ 2147483646 w 350"/>
                <a:gd name="T81" fmla="*/ 2147483646 h 376"/>
                <a:gd name="T82" fmla="*/ 2147483646 w 350"/>
                <a:gd name="T83" fmla="*/ 2147483646 h 376"/>
                <a:gd name="T84" fmla="*/ 2147483646 w 350"/>
                <a:gd name="T85" fmla="*/ 2147483646 h 376"/>
                <a:gd name="T86" fmla="*/ 2147483646 w 350"/>
                <a:gd name="T87" fmla="*/ 2147483646 h 376"/>
                <a:gd name="T88" fmla="*/ 2147483646 w 350"/>
                <a:gd name="T89" fmla="*/ 2147483646 h 376"/>
                <a:gd name="T90" fmla="*/ 2147483646 w 350"/>
                <a:gd name="T91" fmla="*/ 2147483646 h 376"/>
                <a:gd name="T92" fmla="*/ 2147483646 w 350"/>
                <a:gd name="T93" fmla="*/ 2147483646 h 376"/>
                <a:gd name="T94" fmla="*/ 2147483646 w 350"/>
                <a:gd name="T95" fmla="*/ 2147483646 h 376"/>
                <a:gd name="T96" fmla="*/ 2147483646 w 350"/>
                <a:gd name="T97" fmla="*/ 2147483646 h 376"/>
                <a:gd name="T98" fmla="*/ 2147483646 w 350"/>
                <a:gd name="T99" fmla="*/ 2147483646 h 376"/>
                <a:gd name="T100" fmla="*/ 2147483646 w 350"/>
                <a:gd name="T101" fmla="*/ 2147483646 h 376"/>
                <a:gd name="T102" fmla="*/ 2147483646 w 350"/>
                <a:gd name="T103" fmla="*/ 2147483646 h 37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350"/>
                <a:gd name="T157" fmla="*/ 0 h 376"/>
                <a:gd name="T158" fmla="*/ 350 w 350"/>
                <a:gd name="T159" fmla="*/ 376 h 37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350" h="376">
                  <a:moveTo>
                    <a:pt x="2" y="135"/>
                  </a:moveTo>
                  <a:cubicBezTo>
                    <a:pt x="2" y="135"/>
                    <a:pt x="14" y="93"/>
                    <a:pt x="25" y="79"/>
                  </a:cubicBezTo>
                  <a:cubicBezTo>
                    <a:pt x="25" y="79"/>
                    <a:pt x="44" y="72"/>
                    <a:pt x="53" y="86"/>
                  </a:cubicBezTo>
                  <a:cubicBezTo>
                    <a:pt x="63" y="99"/>
                    <a:pt x="87" y="127"/>
                    <a:pt x="95" y="142"/>
                  </a:cubicBezTo>
                  <a:cubicBezTo>
                    <a:pt x="103" y="156"/>
                    <a:pt x="113" y="175"/>
                    <a:pt x="126" y="177"/>
                  </a:cubicBezTo>
                  <a:cubicBezTo>
                    <a:pt x="139" y="179"/>
                    <a:pt x="152" y="174"/>
                    <a:pt x="158" y="168"/>
                  </a:cubicBezTo>
                  <a:cubicBezTo>
                    <a:pt x="165" y="161"/>
                    <a:pt x="176" y="156"/>
                    <a:pt x="188" y="162"/>
                  </a:cubicBezTo>
                  <a:cubicBezTo>
                    <a:pt x="199" y="168"/>
                    <a:pt x="206" y="193"/>
                    <a:pt x="193" y="225"/>
                  </a:cubicBezTo>
                  <a:cubicBezTo>
                    <a:pt x="193" y="225"/>
                    <a:pt x="197" y="253"/>
                    <a:pt x="209" y="266"/>
                  </a:cubicBezTo>
                  <a:cubicBezTo>
                    <a:pt x="222" y="279"/>
                    <a:pt x="225" y="293"/>
                    <a:pt x="215" y="306"/>
                  </a:cubicBezTo>
                  <a:cubicBezTo>
                    <a:pt x="205" y="319"/>
                    <a:pt x="185" y="342"/>
                    <a:pt x="190" y="361"/>
                  </a:cubicBezTo>
                  <a:cubicBezTo>
                    <a:pt x="190" y="361"/>
                    <a:pt x="194" y="330"/>
                    <a:pt x="215" y="313"/>
                  </a:cubicBezTo>
                  <a:cubicBezTo>
                    <a:pt x="235" y="295"/>
                    <a:pt x="225" y="290"/>
                    <a:pt x="225" y="290"/>
                  </a:cubicBezTo>
                  <a:cubicBezTo>
                    <a:pt x="225" y="290"/>
                    <a:pt x="237" y="291"/>
                    <a:pt x="222" y="319"/>
                  </a:cubicBezTo>
                  <a:cubicBezTo>
                    <a:pt x="214" y="333"/>
                    <a:pt x="206" y="344"/>
                    <a:pt x="211" y="355"/>
                  </a:cubicBezTo>
                  <a:cubicBezTo>
                    <a:pt x="211" y="355"/>
                    <a:pt x="208" y="340"/>
                    <a:pt x="219" y="329"/>
                  </a:cubicBezTo>
                  <a:cubicBezTo>
                    <a:pt x="231" y="318"/>
                    <a:pt x="237" y="308"/>
                    <a:pt x="234" y="296"/>
                  </a:cubicBezTo>
                  <a:cubicBezTo>
                    <a:pt x="234" y="296"/>
                    <a:pt x="245" y="310"/>
                    <a:pt x="241" y="322"/>
                  </a:cubicBezTo>
                  <a:cubicBezTo>
                    <a:pt x="236" y="333"/>
                    <a:pt x="240" y="369"/>
                    <a:pt x="259" y="376"/>
                  </a:cubicBezTo>
                  <a:cubicBezTo>
                    <a:pt x="259" y="376"/>
                    <a:pt x="236" y="352"/>
                    <a:pt x="243" y="332"/>
                  </a:cubicBezTo>
                  <a:cubicBezTo>
                    <a:pt x="249" y="313"/>
                    <a:pt x="243" y="296"/>
                    <a:pt x="243" y="296"/>
                  </a:cubicBezTo>
                  <a:cubicBezTo>
                    <a:pt x="243" y="296"/>
                    <a:pt x="248" y="343"/>
                    <a:pt x="262" y="352"/>
                  </a:cubicBezTo>
                  <a:cubicBezTo>
                    <a:pt x="276" y="362"/>
                    <a:pt x="280" y="370"/>
                    <a:pt x="282" y="374"/>
                  </a:cubicBezTo>
                  <a:cubicBezTo>
                    <a:pt x="282" y="374"/>
                    <a:pt x="277" y="355"/>
                    <a:pt x="264" y="348"/>
                  </a:cubicBezTo>
                  <a:cubicBezTo>
                    <a:pt x="251" y="340"/>
                    <a:pt x="248" y="316"/>
                    <a:pt x="254" y="301"/>
                  </a:cubicBezTo>
                  <a:cubicBezTo>
                    <a:pt x="254" y="301"/>
                    <a:pt x="265" y="340"/>
                    <a:pt x="280" y="347"/>
                  </a:cubicBezTo>
                  <a:cubicBezTo>
                    <a:pt x="280" y="347"/>
                    <a:pt x="260" y="322"/>
                    <a:pt x="270" y="305"/>
                  </a:cubicBezTo>
                  <a:cubicBezTo>
                    <a:pt x="270" y="305"/>
                    <a:pt x="276" y="332"/>
                    <a:pt x="286" y="340"/>
                  </a:cubicBezTo>
                  <a:cubicBezTo>
                    <a:pt x="296" y="348"/>
                    <a:pt x="302" y="362"/>
                    <a:pt x="299" y="375"/>
                  </a:cubicBezTo>
                  <a:cubicBezTo>
                    <a:pt x="299" y="375"/>
                    <a:pt x="308" y="354"/>
                    <a:pt x="289" y="338"/>
                  </a:cubicBezTo>
                  <a:cubicBezTo>
                    <a:pt x="271" y="322"/>
                    <a:pt x="285" y="300"/>
                    <a:pt x="285" y="300"/>
                  </a:cubicBezTo>
                  <a:cubicBezTo>
                    <a:pt x="285" y="300"/>
                    <a:pt x="295" y="336"/>
                    <a:pt x="307" y="341"/>
                  </a:cubicBezTo>
                  <a:cubicBezTo>
                    <a:pt x="318" y="346"/>
                    <a:pt x="318" y="366"/>
                    <a:pt x="337" y="355"/>
                  </a:cubicBezTo>
                  <a:cubicBezTo>
                    <a:pt x="337" y="355"/>
                    <a:pt x="324" y="358"/>
                    <a:pt x="320" y="349"/>
                  </a:cubicBezTo>
                  <a:cubicBezTo>
                    <a:pt x="317" y="340"/>
                    <a:pt x="312" y="341"/>
                    <a:pt x="305" y="334"/>
                  </a:cubicBezTo>
                  <a:cubicBezTo>
                    <a:pt x="299" y="326"/>
                    <a:pt x="304" y="302"/>
                    <a:pt x="304" y="302"/>
                  </a:cubicBezTo>
                  <a:cubicBezTo>
                    <a:pt x="304" y="302"/>
                    <a:pt x="312" y="350"/>
                    <a:pt x="338" y="345"/>
                  </a:cubicBezTo>
                  <a:cubicBezTo>
                    <a:pt x="338" y="345"/>
                    <a:pt x="314" y="344"/>
                    <a:pt x="314" y="315"/>
                  </a:cubicBezTo>
                  <a:cubicBezTo>
                    <a:pt x="314" y="315"/>
                    <a:pt x="318" y="335"/>
                    <a:pt x="329" y="335"/>
                  </a:cubicBezTo>
                  <a:cubicBezTo>
                    <a:pt x="329" y="335"/>
                    <a:pt x="315" y="320"/>
                    <a:pt x="317" y="301"/>
                  </a:cubicBezTo>
                  <a:cubicBezTo>
                    <a:pt x="317" y="301"/>
                    <a:pt x="331" y="338"/>
                    <a:pt x="346" y="340"/>
                  </a:cubicBezTo>
                  <a:cubicBezTo>
                    <a:pt x="346" y="340"/>
                    <a:pt x="326" y="321"/>
                    <a:pt x="325" y="304"/>
                  </a:cubicBezTo>
                  <a:cubicBezTo>
                    <a:pt x="325" y="304"/>
                    <a:pt x="337" y="320"/>
                    <a:pt x="350" y="314"/>
                  </a:cubicBezTo>
                  <a:cubicBezTo>
                    <a:pt x="350" y="314"/>
                    <a:pt x="314" y="305"/>
                    <a:pt x="320" y="268"/>
                  </a:cubicBezTo>
                  <a:cubicBezTo>
                    <a:pt x="327" y="231"/>
                    <a:pt x="343" y="207"/>
                    <a:pt x="342" y="174"/>
                  </a:cubicBezTo>
                  <a:cubicBezTo>
                    <a:pt x="341" y="142"/>
                    <a:pt x="336" y="125"/>
                    <a:pt x="326" y="104"/>
                  </a:cubicBezTo>
                  <a:cubicBezTo>
                    <a:pt x="316" y="83"/>
                    <a:pt x="313" y="60"/>
                    <a:pt x="297" y="47"/>
                  </a:cubicBezTo>
                  <a:cubicBezTo>
                    <a:pt x="281" y="34"/>
                    <a:pt x="262" y="15"/>
                    <a:pt x="243" y="10"/>
                  </a:cubicBezTo>
                  <a:cubicBezTo>
                    <a:pt x="225" y="5"/>
                    <a:pt x="216" y="0"/>
                    <a:pt x="194" y="2"/>
                  </a:cubicBezTo>
                  <a:cubicBezTo>
                    <a:pt x="172" y="4"/>
                    <a:pt x="128" y="10"/>
                    <a:pt x="115" y="16"/>
                  </a:cubicBezTo>
                  <a:cubicBezTo>
                    <a:pt x="102" y="22"/>
                    <a:pt x="67" y="29"/>
                    <a:pt x="59" y="32"/>
                  </a:cubicBezTo>
                  <a:cubicBezTo>
                    <a:pt x="51" y="35"/>
                    <a:pt x="0" y="49"/>
                    <a:pt x="2" y="135"/>
                  </a:cubicBezTo>
                  <a:close/>
                </a:path>
              </a:pathLst>
            </a:custGeom>
            <a:solidFill>
              <a:srgbClr val="77430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5440" name="Freeform 10">
              <a:extLst>
                <a:ext uri="{FF2B5EF4-FFF2-40B4-BE49-F238E27FC236}">
                  <a16:creationId xmlns:a16="http://schemas.microsoft.com/office/drawing/2014/main" id="{F24E256F-F0AD-44BA-96B9-46C4A2C196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3126" y="598488"/>
              <a:ext cx="711200" cy="1168400"/>
            </a:xfrm>
            <a:custGeom>
              <a:avLst/>
              <a:gdLst>
                <a:gd name="T0" fmla="*/ 2147483646 w 336"/>
                <a:gd name="T1" fmla="*/ 0 h 555"/>
                <a:gd name="T2" fmla="*/ 2147483646 w 336"/>
                <a:gd name="T3" fmla="*/ 2147483646 h 555"/>
                <a:gd name="T4" fmla="*/ 2147483646 w 336"/>
                <a:gd name="T5" fmla="*/ 2147483646 h 555"/>
                <a:gd name="T6" fmla="*/ 2147483646 w 336"/>
                <a:gd name="T7" fmla="*/ 2147483646 h 555"/>
                <a:gd name="T8" fmla="*/ 2147483646 w 336"/>
                <a:gd name="T9" fmla="*/ 2147483646 h 555"/>
                <a:gd name="T10" fmla="*/ 2147483646 w 336"/>
                <a:gd name="T11" fmla="*/ 2147483646 h 555"/>
                <a:gd name="T12" fmla="*/ 2147483646 w 336"/>
                <a:gd name="T13" fmla="*/ 2147483646 h 555"/>
                <a:gd name="T14" fmla="*/ 2147483646 w 336"/>
                <a:gd name="T15" fmla="*/ 2147483646 h 555"/>
                <a:gd name="T16" fmla="*/ 2147483646 w 336"/>
                <a:gd name="T17" fmla="*/ 2147483646 h 555"/>
                <a:gd name="T18" fmla="*/ 2147483646 w 336"/>
                <a:gd name="T19" fmla="*/ 2147483646 h 555"/>
                <a:gd name="T20" fmla="*/ 2147483646 w 336"/>
                <a:gd name="T21" fmla="*/ 2147483646 h 555"/>
                <a:gd name="T22" fmla="*/ 2147483646 w 336"/>
                <a:gd name="T23" fmla="*/ 2147483646 h 555"/>
                <a:gd name="T24" fmla="*/ 2147483646 w 336"/>
                <a:gd name="T25" fmla="*/ 2147483646 h 555"/>
                <a:gd name="T26" fmla="*/ 2147483646 w 336"/>
                <a:gd name="T27" fmla="*/ 2147483646 h 555"/>
                <a:gd name="T28" fmla="*/ 2147483646 w 336"/>
                <a:gd name="T29" fmla="*/ 2147483646 h 555"/>
                <a:gd name="T30" fmla="*/ 2147483646 w 336"/>
                <a:gd name="T31" fmla="*/ 2147483646 h 555"/>
                <a:gd name="T32" fmla="*/ 2147483646 w 336"/>
                <a:gd name="T33" fmla="*/ 2147483646 h 555"/>
                <a:gd name="T34" fmla="*/ 2147483646 w 336"/>
                <a:gd name="T35" fmla="*/ 2147483646 h 555"/>
                <a:gd name="T36" fmla="*/ 2147483646 w 336"/>
                <a:gd name="T37" fmla="*/ 2147483646 h 555"/>
                <a:gd name="T38" fmla="*/ 2147483646 w 336"/>
                <a:gd name="T39" fmla="*/ 2147483646 h 555"/>
                <a:gd name="T40" fmla="*/ 2147483646 w 336"/>
                <a:gd name="T41" fmla="*/ 2147483646 h 555"/>
                <a:gd name="T42" fmla="*/ 2147483646 w 336"/>
                <a:gd name="T43" fmla="*/ 2147483646 h 555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336"/>
                <a:gd name="T67" fmla="*/ 0 h 555"/>
                <a:gd name="T68" fmla="*/ 336 w 336"/>
                <a:gd name="T69" fmla="*/ 555 h 555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336" h="555">
                  <a:moveTo>
                    <a:pt x="64" y="0"/>
                  </a:moveTo>
                  <a:cubicBezTo>
                    <a:pt x="58" y="10"/>
                    <a:pt x="50" y="26"/>
                    <a:pt x="44" y="47"/>
                  </a:cubicBezTo>
                  <a:cubicBezTo>
                    <a:pt x="32" y="89"/>
                    <a:pt x="33" y="91"/>
                    <a:pt x="33" y="98"/>
                  </a:cubicBezTo>
                  <a:cubicBezTo>
                    <a:pt x="33" y="105"/>
                    <a:pt x="34" y="125"/>
                    <a:pt x="29" y="134"/>
                  </a:cubicBezTo>
                  <a:cubicBezTo>
                    <a:pt x="24" y="142"/>
                    <a:pt x="12" y="166"/>
                    <a:pt x="8" y="173"/>
                  </a:cubicBezTo>
                  <a:cubicBezTo>
                    <a:pt x="5" y="179"/>
                    <a:pt x="0" y="187"/>
                    <a:pt x="7" y="193"/>
                  </a:cubicBezTo>
                  <a:cubicBezTo>
                    <a:pt x="13" y="198"/>
                    <a:pt x="30" y="205"/>
                    <a:pt x="31" y="210"/>
                  </a:cubicBezTo>
                  <a:cubicBezTo>
                    <a:pt x="33" y="214"/>
                    <a:pt x="35" y="218"/>
                    <a:pt x="32" y="227"/>
                  </a:cubicBezTo>
                  <a:cubicBezTo>
                    <a:pt x="28" y="235"/>
                    <a:pt x="35" y="237"/>
                    <a:pt x="36" y="238"/>
                  </a:cubicBezTo>
                  <a:cubicBezTo>
                    <a:pt x="36" y="238"/>
                    <a:pt x="34" y="246"/>
                    <a:pt x="37" y="251"/>
                  </a:cubicBezTo>
                  <a:cubicBezTo>
                    <a:pt x="40" y="255"/>
                    <a:pt x="48" y="265"/>
                    <a:pt x="49" y="278"/>
                  </a:cubicBezTo>
                  <a:cubicBezTo>
                    <a:pt x="50" y="291"/>
                    <a:pt x="51" y="309"/>
                    <a:pt x="74" y="303"/>
                  </a:cubicBezTo>
                  <a:cubicBezTo>
                    <a:pt x="74" y="303"/>
                    <a:pt x="88" y="314"/>
                    <a:pt x="105" y="310"/>
                  </a:cubicBezTo>
                  <a:cubicBezTo>
                    <a:pt x="122" y="306"/>
                    <a:pt x="131" y="307"/>
                    <a:pt x="135" y="310"/>
                  </a:cubicBezTo>
                  <a:cubicBezTo>
                    <a:pt x="135" y="310"/>
                    <a:pt x="159" y="360"/>
                    <a:pt x="162" y="367"/>
                  </a:cubicBezTo>
                  <a:cubicBezTo>
                    <a:pt x="166" y="374"/>
                    <a:pt x="168" y="395"/>
                    <a:pt x="162" y="409"/>
                  </a:cubicBezTo>
                  <a:cubicBezTo>
                    <a:pt x="156" y="423"/>
                    <a:pt x="143" y="439"/>
                    <a:pt x="143" y="447"/>
                  </a:cubicBezTo>
                  <a:cubicBezTo>
                    <a:pt x="142" y="455"/>
                    <a:pt x="142" y="460"/>
                    <a:pt x="142" y="460"/>
                  </a:cubicBezTo>
                  <a:cubicBezTo>
                    <a:pt x="142" y="460"/>
                    <a:pt x="135" y="469"/>
                    <a:pt x="129" y="477"/>
                  </a:cubicBezTo>
                  <a:cubicBezTo>
                    <a:pt x="122" y="486"/>
                    <a:pt x="86" y="544"/>
                    <a:pt x="81" y="555"/>
                  </a:cubicBezTo>
                  <a:cubicBezTo>
                    <a:pt x="336" y="345"/>
                    <a:pt x="336" y="345"/>
                    <a:pt x="336" y="345"/>
                  </a:cubicBezTo>
                  <a:cubicBezTo>
                    <a:pt x="336" y="345"/>
                    <a:pt x="304" y="338"/>
                    <a:pt x="305" y="247"/>
                  </a:cubicBezTo>
                </a:path>
              </a:pathLst>
            </a:custGeom>
            <a:noFill/>
            <a:ln w="2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5441" name="Freeform 11">
              <a:extLst>
                <a:ext uri="{FF2B5EF4-FFF2-40B4-BE49-F238E27FC236}">
                  <a16:creationId xmlns:a16="http://schemas.microsoft.com/office/drawing/2014/main" id="{794A69FC-8760-4478-92DB-6EAEA5C53E7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230438" y="574675"/>
              <a:ext cx="738188" cy="644525"/>
            </a:xfrm>
            <a:custGeom>
              <a:avLst/>
              <a:gdLst>
                <a:gd name="T0" fmla="*/ 2147483646 w 349"/>
                <a:gd name="T1" fmla="*/ 2147483646 h 307"/>
                <a:gd name="T2" fmla="*/ 2147483646 w 349"/>
                <a:gd name="T3" fmla="*/ 2147483646 h 307"/>
                <a:gd name="T4" fmla="*/ 2147483646 w 349"/>
                <a:gd name="T5" fmla="*/ 2147483646 h 307"/>
                <a:gd name="T6" fmla="*/ 2147483646 w 349"/>
                <a:gd name="T7" fmla="*/ 2147483646 h 307"/>
                <a:gd name="T8" fmla="*/ 2147483646 w 349"/>
                <a:gd name="T9" fmla="*/ 2147483646 h 307"/>
                <a:gd name="T10" fmla="*/ 2147483646 w 349"/>
                <a:gd name="T11" fmla="*/ 2147483646 h 307"/>
                <a:gd name="T12" fmla="*/ 2147483646 w 349"/>
                <a:gd name="T13" fmla="*/ 2147483646 h 307"/>
                <a:gd name="T14" fmla="*/ 2147483646 w 349"/>
                <a:gd name="T15" fmla="*/ 2147483646 h 307"/>
                <a:gd name="T16" fmla="*/ 2147483646 w 349"/>
                <a:gd name="T17" fmla="*/ 2147483646 h 307"/>
                <a:gd name="T18" fmla="*/ 2147483646 w 349"/>
                <a:gd name="T19" fmla="*/ 2147483646 h 307"/>
                <a:gd name="T20" fmla="*/ 2147483646 w 349"/>
                <a:gd name="T21" fmla="*/ 2147483646 h 307"/>
                <a:gd name="T22" fmla="*/ 2147483646 w 349"/>
                <a:gd name="T23" fmla="*/ 2147483646 h 307"/>
                <a:gd name="T24" fmla="*/ 2147483646 w 349"/>
                <a:gd name="T25" fmla="*/ 2147483646 h 307"/>
                <a:gd name="T26" fmla="*/ 2147483646 w 349"/>
                <a:gd name="T27" fmla="*/ 2147483646 h 307"/>
                <a:gd name="T28" fmla="*/ 2147483646 w 349"/>
                <a:gd name="T29" fmla="*/ 2147483646 h 307"/>
                <a:gd name="T30" fmla="*/ 2147483646 w 349"/>
                <a:gd name="T31" fmla="*/ 2147483646 h 307"/>
                <a:gd name="T32" fmla="*/ 2147483646 w 349"/>
                <a:gd name="T33" fmla="*/ 2147483646 h 307"/>
                <a:gd name="T34" fmla="*/ 2147483646 w 349"/>
                <a:gd name="T35" fmla="*/ 2147483646 h 307"/>
                <a:gd name="T36" fmla="*/ 2147483646 w 349"/>
                <a:gd name="T37" fmla="*/ 2147483646 h 307"/>
                <a:gd name="T38" fmla="*/ 2147483646 w 349"/>
                <a:gd name="T39" fmla="*/ 2147483646 h 307"/>
                <a:gd name="T40" fmla="*/ 2147483646 w 349"/>
                <a:gd name="T41" fmla="*/ 2147483646 h 307"/>
                <a:gd name="T42" fmla="*/ 2147483646 w 349"/>
                <a:gd name="T43" fmla="*/ 2147483646 h 307"/>
                <a:gd name="T44" fmla="*/ 2147483646 w 349"/>
                <a:gd name="T45" fmla="*/ 2147483646 h 307"/>
                <a:gd name="T46" fmla="*/ 2147483646 w 349"/>
                <a:gd name="T47" fmla="*/ 2147483646 h 307"/>
                <a:gd name="T48" fmla="*/ 2147483646 w 349"/>
                <a:gd name="T49" fmla="*/ 2147483646 h 307"/>
                <a:gd name="T50" fmla="*/ 2147483646 w 349"/>
                <a:gd name="T51" fmla="*/ 2147483646 h 307"/>
                <a:gd name="T52" fmla="*/ 2147483646 w 349"/>
                <a:gd name="T53" fmla="*/ 2147483646 h 307"/>
                <a:gd name="T54" fmla="*/ 2147483646 w 349"/>
                <a:gd name="T55" fmla="*/ 2147483646 h 307"/>
                <a:gd name="T56" fmla="*/ 2147483646 w 349"/>
                <a:gd name="T57" fmla="*/ 2147483646 h 307"/>
                <a:gd name="T58" fmla="*/ 2147483646 w 349"/>
                <a:gd name="T59" fmla="*/ 2147483646 h 307"/>
                <a:gd name="T60" fmla="*/ 2147483646 w 349"/>
                <a:gd name="T61" fmla="*/ 2147483646 h 307"/>
                <a:gd name="T62" fmla="*/ 2147483646 w 349"/>
                <a:gd name="T63" fmla="*/ 2147483646 h 307"/>
                <a:gd name="T64" fmla="*/ 2147483646 w 349"/>
                <a:gd name="T65" fmla="*/ 2147483646 h 307"/>
                <a:gd name="T66" fmla="*/ 2147483646 w 349"/>
                <a:gd name="T67" fmla="*/ 2147483646 h 307"/>
                <a:gd name="T68" fmla="*/ 2147483646 w 349"/>
                <a:gd name="T69" fmla="*/ 2147483646 h 307"/>
                <a:gd name="T70" fmla="*/ 2147483646 w 349"/>
                <a:gd name="T71" fmla="*/ 2147483646 h 307"/>
                <a:gd name="T72" fmla="*/ 2147483646 w 349"/>
                <a:gd name="T73" fmla="*/ 2147483646 h 307"/>
                <a:gd name="T74" fmla="*/ 2147483646 w 349"/>
                <a:gd name="T75" fmla="*/ 2147483646 h 307"/>
                <a:gd name="T76" fmla="*/ 2147483646 w 349"/>
                <a:gd name="T77" fmla="*/ 2147483646 h 307"/>
                <a:gd name="T78" fmla="*/ 2147483646 w 349"/>
                <a:gd name="T79" fmla="*/ 2147483646 h 307"/>
                <a:gd name="T80" fmla="*/ 2147483646 w 349"/>
                <a:gd name="T81" fmla="*/ 2147483646 h 307"/>
                <a:gd name="T82" fmla="*/ 2147483646 w 349"/>
                <a:gd name="T83" fmla="*/ 2147483646 h 307"/>
                <a:gd name="T84" fmla="*/ 2147483646 w 349"/>
                <a:gd name="T85" fmla="*/ 2147483646 h 307"/>
                <a:gd name="T86" fmla="*/ 2147483646 w 349"/>
                <a:gd name="T87" fmla="*/ 2147483646 h 307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349"/>
                <a:gd name="T133" fmla="*/ 0 h 307"/>
                <a:gd name="T134" fmla="*/ 349 w 349"/>
                <a:gd name="T135" fmla="*/ 307 h 307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349" h="307">
                  <a:moveTo>
                    <a:pt x="326" y="272"/>
                  </a:moveTo>
                  <a:cubicBezTo>
                    <a:pt x="322" y="270"/>
                    <a:pt x="319" y="267"/>
                    <a:pt x="316" y="262"/>
                  </a:cubicBezTo>
                  <a:cubicBezTo>
                    <a:pt x="315" y="261"/>
                    <a:pt x="314" y="261"/>
                    <a:pt x="314" y="260"/>
                  </a:cubicBezTo>
                  <a:cubicBezTo>
                    <a:pt x="313" y="260"/>
                    <a:pt x="312" y="259"/>
                    <a:pt x="311" y="259"/>
                  </a:cubicBezTo>
                  <a:cubicBezTo>
                    <a:pt x="316" y="267"/>
                    <a:pt x="322" y="275"/>
                    <a:pt x="331" y="276"/>
                  </a:cubicBezTo>
                  <a:cubicBezTo>
                    <a:pt x="329" y="276"/>
                    <a:pt x="327" y="274"/>
                    <a:pt x="326" y="272"/>
                  </a:cubicBezTo>
                  <a:close/>
                  <a:moveTo>
                    <a:pt x="314" y="254"/>
                  </a:moveTo>
                  <a:cubicBezTo>
                    <a:pt x="313" y="251"/>
                    <a:pt x="313" y="249"/>
                    <a:pt x="313" y="246"/>
                  </a:cubicBezTo>
                  <a:cubicBezTo>
                    <a:pt x="313" y="246"/>
                    <a:pt x="314" y="251"/>
                    <a:pt x="316" y="256"/>
                  </a:cubicBezTo>
                  <a:cubicBezTo>
                    <a:pt x="321" y="260"/>
                    <a:pt x="324" y="261"/>
                    <a:pt x="326" y="266"/>
                  </a:cubicBezTo>
                  <a:cubicBezTo>
                    <a:pt x="327" y="266"/>
                    <a:pt x="327" y="266"/>
                    <a:pt x="328" y="266"/>
                  </a:cubicBezTo>
                  <a:cubicBezTo>
                    <a:pt x="328" y="266"/>
                    <a:pt x="317" y="255"/>
                    <a:pt x="316" y="239"/>
                  </a:cubicBezTo>
                  <a:cubicBezTo>
                    <a:pt x="312" y="230"/>
                    <a:pt x="311" y="221"/>
                    <a:pt x="311" y="221"/>
                  </a:cubicBezTo>
                  <a:cubicBezTo>
                    <a:pt x="311" y="221"/>
                    <a:pt x="306" y="245"/>
                    <a:pt x="312" y="253"/>
                  </a:cubicBezTo>
                  <a:cubicBezTo>
                    <a:pt x="313" y="253"/>
                    <a:pt x="313" y="253"/>
                    <a:pt x="314" y="254"/>
                  </a:cubicBezTo>
                  <a:close/>
                  <a:moveTo>
                    <a:pt x="192" y="156"/>
                  </a:moveTo>
                  <a:cubicBezTo>
                    <a:pt x="192" y="156"/>
                    <a:pt x="196" y="184"/>
                    <a:pt x="208" y="197"/>
                  </a:cubicBezTo>
                  <a:cubicBezTo>
                    <a:pt x="218" y="208"/>
                    <a:pt x="223" y="219"/>
                    <a:pt x="218" y="230"/>
                  </a:cubicBezTo>
                  <a:cubicBezTo>
                    <a:pt x="220" y="228"/>
                    <a:pt x="221" y="226"/>
                    <a:pt x="222" y="225"/>
                  </a:cubicBezTo>
                  <a:cubicBezTo>
                    <a:pt x="223" y="224"/>
                    <a:pt x="224" y="223"/>
                    <a:pt x="225" y="221"/>
                  </a:cubicBezTo>
                  <a:cubicBezTo>
                    <a:pt x="224" y="221"/>
                    <a:pt x="224" y="221"/>
                    <a:pt x="224" y="221"/>
                  </a:cubicBezTo>
                  <a:cubicBezTo>
                    <a:pt x="224" y="221"/>
                    <a:pt x="224" y="221"/>
                    <a:pt x="225" y="221"/>
                  </a:cubicBezTo>
                  <a:cubicBezTo>
                    <a:pt x="232" y="209"/>
                    <a:pt x="228" y="197"/>
                    <a:pt x="216" y="185"/>
                  </a:cubicBezTo>
                  <a:cubicBezTo>
                    <a:pt x="204" y="172"/>
                    <a:pt x="195" y="153"/>
                    <a:pt x="195" y="153"/>
                  </a:cubicBezTo>
                  <a:cubicBezTo>
                    <a:pt x="208" y="120"/>
                    <a:pt x="196" y="96"/>
                    <a:pt x="190" y="92"/>
                  </a:cubicBezTo>
                  <a:cubicBezTo>
                    <a:pt x="180" y="84"/>
                    <a:pt x="167" y="87"/>
                    <a:pt x="160" y="93"/>
                  </a:cubicBezTo>
                  <a:cubicBezTo>
                    <a:pt x="154" y="100"/>
                    <a:pt x="146" y="98"/>
                    <a:pt x="133" y="96"/>
                  </a:cubicBezTo>
                  <a:cubicBezTo>
                    <a:pt x="120" y="94"/>
                    <a:pt x="106" y="86"/>
                    <a:pt x="98" y="71"/>
                  </a:cubicBezTo>
                  <a:cubicBezTo>
                    <a:pt x="89" y="57"/>
                    <a:pt x="67" y="27"/>
                    <a:pt x="58" y="14"/>
                  </a:cubicBezTo>
                  <a:cubicBezTo>
                    <a:pt x="48" y="0"/>
                    <a:pt x="27" y="6"/>
                    <a:pt x="27" y="6"/>
                  </a:cubicBezTo>
                  <a:cubicBezTo>
                    <a:pt x="25" y="9"/>
                    <a:pt x="28" y="5"/>
                    <a:pt x="25" y="9"/>
                  </a:cubicBezTo>
                  <a:cubicBezTo>
                    <a:pt x="30" y="8"/>
                    <a:pt x="44" y="5"/>
                    <a:pt x="52" y="17"/>
                  </a:cubicBezTo>
                  <a:cubicBezTo>
                    <a:pt x="62" y="30"/>
                    <a:pt x="86" y="58"/>
                    <a:pt x="94" y="73"/>
                  </a:cubicBezTo>
                  <a:cubicBezTo>
                    <a:pt x="102" y="87"/>
                    <a:pt x="112" y="106"/>
                    <a:pt x="125" y="108"/>
                  </a:cubicBezTo>
                  <a:cubicBezTo>
                    <a:pt x="138" y="110"/>
                    <a:pt x="151" y="105"/>
                    <a:pt x="157" y="99"/>
                  </a:cubicBezTo>
                  <a:cubicBezTo>
                    <a:pt x="164" y="92"/>
                    <a:pt x="175" y="87"/>
                    <a:pt x="187" y="93"/>
                  </a:cubicBezTo>
                  <a:cubicBezTo>
                    <a:pt x="198" y="99"/>
                    <a:pt x="205" y="124"/>
                    <a:pt x="192" y="156"/>
                  </a:cubicBezTo>
                  <a:close/>
                  <a:moveTo>
                    <a:pt x="1" y="66"/>
                  </a:moveTo>
                  <a:cubicBezTo>
                    <a:pt x="1" y="66"/>
                    <a:pt x="4" y="54"/>
                    <a:pt x="9" y="41"/>
                  </a:cubicBezTo>
                  <a:cubicBezTo>
                    <a:pt x="15" y="25"/>
                    <a:pt x="18" y="22"/>
                    <a:pt x="25" y="9"/>
                  </a:cubicBezTo>
                  <a:cubicBezTo>
                    <a:pt x="13" y="24"/>
                    <a:pt x="0" y="27"/>
                    <a:pt x="1" y="66"/>
                  </a:cubicBezTo>
                  <a:close/>
                  <a:moveTo>
                    <a:pt x="337" y="245"/>
                  </a:moveTo>
                  <a:cubicBezTo>
                    <a:pt x="335" y="242"/>
                    <a:pt x="333" y="239"/>
                    <a:pt x="331" y="236"/>
                  </a:cubicBezTo>
                  <a:cubicBezTo>
                    <a:pt x="329" y="234"/>
                    <a:pt x="326" y="231"/>
                    <a:pt x="324" y="227"/>
                  </a:cubicBezTo>
                  <a:cubicBezTo>
                    <a:pt x="324" y="231"/>
                    <a:pt x="325" y="234"/>
                    <a:pt x="326" y="237"/>
                  </a:cubicBezTo>
                  <a:cubicBezTo>
                    <a:pt x="328" y="239"/>
                    <a:pt x="332" y="243"/>
                    <a:pt x="337" y="245"/>
                  </a:cubicBezTo>
                  <a:close/>
                  <a:moveTo>
                    <a:pt x="281" y="238"/>
                  </a:moveTo>
                  <a:cubicBezTo>
                    <a:pt x="279" y="230"/>
                    <a:pt x="277" y="224"/>
                    <a:pt x="277" y="224"/>
                  </a:cubicBezTo>
                  <a:cubicBezTo>
                    <a:pt x="272" y="233"/>
                    <a:pt x="275" y="244"/>
                    <a:pt x="279" y="253"/>
                  </a:cubicBezTo>
                  <a:cubicBezTo>
                    <a:pt x="278" y="247"/>
                    <a:pt x="280" y="242"/>
                    <a:pt x="281" y="238"/>
                  </a:cubicBezTo>
                  <a:close/>
                  <a:moveTo>
                    <a:pt x="349" y="245"/>
                  </a:moveTo>
                  <a:cubicBezTo>
                    <a:pt x="349" y="245"/>
                    <a:pt x="344" y="244"/>
                    <a:pt x="338" y="241"/>
                  </a:cubicBezTo>
                  <a:cubicBezTo>
                    <a:pt x="340" y="243"/>
                    <a:pt x="341" y="245"/>
                    <a:pt x="342" y="246"/>
                  </a:cubicBezTo>
                  <a:cubicBezTo>
                    <a:pt x="344" y="247"/>
                    <a:pt x="347" y="246"/>
                    <a:pt x="349" y="245"/>
                  </a:cubicBezTo>
                  <a:close/>
                  <a:moveTo>
                    <a:pt x="328" y="256"/>
                  </a:moveTo>
                  <a:cubicBezTo>
                    <a:pt x="331" y="259"/>
                    <a:pt x="334" y="261"/>
                    <a:pt x="337" y="262"/>
                  </a:cubicBezTo>
                  <a:cubicBezTo>
                    <a:pt x="335" y="259"/>
                    <a:pt x="332" y="255"/>
                    <a:pt x="330" y="251"/>
                  </a:cubicBezTo>
                  <a:cubicBezTo>
                    <a:pt x="323" y="246"/>
                    <a:pt x="321" y="234"/>
                    <a:pt x="321" y="234"/>
                  </a:cubicBezTo>
                  <a:cubicBezTo>
                    <a:pt x="321" y="239"/>
                    <a:pt x="322" y="243"/>
                    <a:pt x="323" y="247"/>
                  </a:cubicBezTo>
                  <a:cubicBezTo>
                    <a:pt x="325" y="250"/>
                    <a:pt x="326" y="253"/>
                    <a:pt x="328" y="256"/>
                  </a:cubicBezTo>
                  <a:close/>
                  <a:moveTo>
                    <a:pt x="264" y="259"/>
                  </a:moveTo>
                  <a:cubicBezTo>
                    <a:pt x="266" y="262"/>
                    <a:pt x="268" y="265"/>
                    <a:pt x="271" y="267"/>
                  </a:cubicBezTo>
                  <a:cubicBezTo>
                    <a:pt x="272" y="267"/>
                    <a:pt x="272" y="267"/>
                    <a:pt x="272" y="267"/>
                  </a:cubicBezTo>
                  <a:cubicBezTo>
                    <a:pt x="268" y="259"/>
                    <a:pt x="264" y="248"/>
                    <a:pt x="268" y="239"/>
                  </a:cubicBezTo>
                  <a:cubicBezTo>
                    <a:pt x="264" y="229"/>
                    <a:pt x="261" y="220"/>
                    <a:pt x="261" y="220"/>
                  </a:cubicBezTo>
                  <a:cubicBezTo>
                    <a:pt x="257" y="229"/>
                    <a:pt x="257" y="242"/>
                    <a:pt x="261" y="252"/>
                  </a:cubicBezTo>
                  <a:cubicBezTo>
                    <a:pt x="262" y="255"/>
                    <a:pt x="263" y="257"/>
                    <a:pt x="264" y="259"/>
                  </a:cubicBezTo>
                  <a:close/>
                  <a:moveTo>
                    <a:pt x="253" y="232"/>
                  </a:moveTo>
                  <a:cubicBezTo>
                    <a:pt x="253" y="232"/>
                    <a:pt x="253" y="232"/>
                    <a:pt x="253" y="232"/>
                  </a:cubicBezTo>
                  <a:cubicBezTo>
                    <a:pt x="253" y="232"/>
                    <a:pt x="253" y="232"/>
                    <a:pt x="253" y="232"/>
                  </a:cubicBezTo>
                  <a:cubicBezTo>
                    <a:pt x="253" y="232"/>
                    <a:pt x="253" y="232"/>
                    <a:pt x="253" y="232"/>
                  </a:cubicBezTo>
                  <a:close/>
                  <a:moveTo>
                    <a:pt x="189" y="292"/>
                  </a:moveTo>
                  <a:cubicBezTo>
                    <a:pt x="189" y="292"/>
                    <a:pt x="191" y="280"/>
                    <a:pt x="197" y="266"/>
                  </a:cubicBezTo>
                  <a:cubicBezTo>
                    <a:pt x="199" y="260"/>
                    <a:pt x="201" y="255"/>
                    <a:pt x="204" y="250"/>
                  </a:cubicBezTo>
                  <a:cubicBezTo>
                    <a:pt x="195" y="262"/>
                    <a:pt x="186" y="278"/>
                    <a:pt x="189" y="292"/>
                  </a:cubicBezTo>
                  <a:close/>
                  <a:moveTo>
                    <a:pt x="214" y="244"/>
                  </a:moveTo>
                  <a:cubicBezTo>
                    <a:pt x="223" y="236"/>
                    <a:pt x="226" y="231"/>
                    <a:pt x="226" y="227"/>
                  </a:cubicBezTo>
                  <a:cubicBezTo>
                    <a:pt x="225" y="229"/>
                    <a:pt x="223" y="230"/>
                    <a:pt x="222" y="232"/>
                  </a:cubicBezTo>
                  <a:cubicBezTo>
                    <a:pt x="215" y="237"/>
                    <a:pt x="211" y="244"/>
                    <a:pt x="207" y="250"/>
                  </a:cubicBezTo>
                  <a:cubicBezTo>
                    <a:pt x="209" y="248"/>
                    <a:pt x="211" y="246"/>
                    <a:pt x="214" y="244"/>
                  </a:cubicBezTo>
                  <a:close/>
                  <a:moveTo>
                    <a:pt x="319" y="280"/>
                  </a:moveTo>
                  <a:cubicBezTo>
                    <a:pt x="316" y="271"/>
                    <a:pt x="311" y="272"/>
                    <a:pt x="304" y="265"/>
                  </a:cubicBezTo>
                  <a:cubicBezTo>
                    <a:pt x="301" y="260"/>
                    <a:pt x="301" y="251"/>
                    <a:pt x="301" y="244"/>
                  </a:cubicBezTo>
                  <a:cubicBezTo>
                    <a:pt x="296" y="232"/>
                    <a:pt x="292" y="219"/>
                    <a:pt x="292" y="219"/>
                  </a:cubicBezTo>
                  <a:cubicBezTo>
                    <a:pt x="292" y="219"/>
                    <a:pt x="286" y="229"/>
                    <a:pt x="287" y="240"/>
                  </a:cubicBezTo>
                  <a:cubicBezTo>
                    <a:pt x="288" y="244"/>
                    <a:pt x="290" y="248"/>
                    <a:pt x="291" y="252"/>
                  </a:cubicBezTo>
                  <a:cubicBezTo>
                    <a:pt x="293" y="254"/>
                    <a:pt x="294" y="255"/>
                    <a:pt x="296" y="257"/>
                  </a:cubicBezTo>
                  <a:cubicBezTo>
                    <a:pt x="302" y="262"/>
                    <a:pt x="305" y="268"/>
                    <a:pt x="306" y="273"/>
                  </a:cubicBezTo>
                  <a:cubicBezTo>
                    <a:pt x="317" y="278"/>
                    <a:pt x="318" y="297"/>
                    <a:pt x="336" y="286"/>
                  </a:cubicBezTo>
                  <a:cubicBezTo>
                    <a:pt x="336" y="286"/>
                    <a:pt x="323" y="289"/>
                    <a:pt x="319" y="280"/>
                  </a:cubicBezTo>
                  <a:close/>
                  <a:moveTo>
                    <a:pt x="339" y="264"/>
                  </a:moveTo>
                  <a:cubicBezTo>
                    <a:pt x="337" y="264"/>
                    <a:pt x="335" y="263"/>
                    <a:pt x="333" y="262"/>
                  </a:cubicBezTo>
                  <a:cubicBezTo>
                    <a:pt x="337" y="267"/>
                    <a:pt x="341" y="270"/>
                    <a:pt x="345" y="271"/>
                  </a:cubicBezTo>
                  <a:cubicBezTo>
                    <a:pt x="345" y="271"/>
                    <a:pt x="342" y="269"/>
                    <a:pt x="339" y="264"/>
                  </a:cubicBezTo>
                  <a:close/>
                  <a:moveTo>
                    <a:pt x="288" y="269"/>
                  </a:moveTo>
                  <a:cubicBezTo>
                    <a:pt x="286" y="267"/>
                    <a:pt x="284" y="265"/>
                    <a:pt x="283" y="263"/>
                  </a:cubicBezTo>
                  <a:cubicBezTo>
                    <a:pt x="279" y="260"/>
                    <a:pt x="276" y="255"/>
                    <a:pt x="273" y="250"/>
                  </a:cubicBezTo>
                  <a:cubicBezTo>
                    <a:pt x="276" y="258"/>
                    <a:pt x="280" y="267"/>
                    <a:pt x="285" y="271"/>
                  </a:cubicBezTo>
                  <a:cubicBezTo>
                    <a:pt x="295" y="279"/>
                    <a:pt x="301" y="293"/>
                    <a:pt x="298" y="306"/>
                  </a:cubicBezTo>
                  <a:cubicBezTo>
                    <a:pt x="298" y="306"/>
                    <a:pt x="307" y="285"/>
                    <a:pt x="288" y="269"/>
                  </a:cubicBezTo>
                  <a:close/>
                  <a:moveTo>
                    <a:pt x="302" y="269"/>
                  </a:moveTo>
                  <a:cubicBezTo>
                    <a:pt x="300" y="267"/>
                    <a:pt x="299" y="265"/>
                    <a:pt x="297" y="263"/>
                  </a:cubicBezTo>
                  <a:cubicBezTo>
                    <a:pt x="298" y="265"/>
                    <a:pt x="300" y="267"/>
                    <a:pt x="302" y="269"/>
                  </a:cubicBezTo>
                  <a:close/>
                  <a:moveTo>
                    <a:pt x="263" y="279"/>
                  </a:moveTo>
                  <a:cubicBezTo>
                    <a:pt x="255" y="274"/>
                    <a:pt x="251" y="262"/>
                    <a:pt x="250" y="250"/>
                  </a:cubicBezTo>
                  <a:cubicBezTo>
                    <a:pt x="250" y="251"/>
                    <a:pt x="250" y="251"/>
                    <a:pt x="250" y="251"/>
                  </a:cubicBezTo>
                  <a:cubicBezTo>
                    <a:pt x="249" y="254"/>
                    <a:pt x="248" y="258"/>
                    <a:pt x="249" y="261"/>
                  </a:cubicBezTo>
                  <a:cubicBezTo>
                    <a:pt x="252" y="270"/>
                    <a:pt x="256" y="280"/>
                    <a:pt x="261" y="283"/>
                  </a:cubicBezTo>
                  <a:cubicBezTo>
                    <a:pt x="275" y="293"/>
                    <a:pt x="279" y="301"/>
                    <a:pt x="281" y="305"/>
                  </a:cubicBezTo>
                  <a:cubicBezTo>
                    <a:pt x="281" y="305"/>
                    <a:pt x="276" y="286"/>
                    <a:pt x="263" y="279"/>
                  </a:cubicBezTo>
                  <a:close/>
                  <a:moveTo>
                    <a:pt x="232" y="209"/>
                  </a:moveTo>
                  <a:cubicBezTo>
                    <a:pt x="232" y="209"/>
                    <a:pt x="239" y="213"/>
                    <a:pt x="228" y="225"/>
                  </a:cubicBezTo>
                  <a:cubicBezTo>
                    <a:pt x="229" y="229"/>
                    <a:pt x="228" y="236"/>
                    <a:pt x="221" y="250"/>
                  </a:cubicBezTo>
                  <a:cubicBezTo>
                    <a:pt x="213" y="264"/>
                    <a:pt x="205" y="275"/>
                    <a:pt x="210" y="286"/>
                  </a:cubicBezTo>
                  <a:cubicBezTo>
                    <a:pt x="210" y="286"/>
                    <a:pt x="207" y="272"/>
                    <a:pt x="217" y="261"/>
                  </a:cubicBezTo>
                  <a:cubicBezTo>
                    <a:pt x="219" y="254"/>
                    <a:pt x="224" y="247"/>
                    <a:pt x="229" y="238"/>
                  </a:cubicBezTo>
                  <a:cubicBezTo>
                    <a:pt x="231" y="234"/>
                    <a:pt x="232" y="231"/>
                    <a:pt x="233" y="228"/>
                  </a:cubicBezTo>
                  <a:cubicBezTo>
                    <a:pt x="233" y="228"/>
                    <a:pt x="233" y="228"/>
                    <a:pt x="233" y="227"/>
                  </a:cubicBezTo>
                  <a:cubicBezTo>
                    <a:pt x="233" y="227"/>
                    <a:pt x="233" y="228"/>
                    <a:pt x="233" y="228"/>
                  </a:cubicBezTo>
                  <a:cubicBezTo>
                    <a:pt x="241" y="210"/>
                    <a:pt x="232" y="209"/>
                    <a:pt x="232" y="209"/>
                  </a:cubicBezTo>
                  <a:close/>
                  <a:moveTo>
                    <a:pt x="219" y="259"/>
                  </a:moveTo>
                  <a:cubicBezTo>
                    <a:pt x="225" y="253"/>
                    <a:pt x="230" y="247"/>
                    <a:pt x="232" y="242"/>
                  </a:cubicBezTo>
                  <a:cubicBezTo>
                    <a:pt x="230" y="244"/>
                    <a:pt x="228" y="246"/>
                    <a:pt x="226" y="248"/>
                  </a:cubicBezTo>
                  <a:cubicBezTo>
                    <a:pt x="223" y="251"/>
                    <a:pt x="220" y="255"/>
                    <a:pt x="219" y="259"/>
                  </a:cubicBezTo>
                  <a:close/>
                  <a:moveTo>
                    <a:pt x="242" y="263"/>
                  </a:moveTo>
                  <a:cubicBezTo>
                    <a:pt x="244" y="256"/>
                    <a:pt x="245" y="250"/>
                    <a:pt x="245" y="244"/>
                  </a:cubicBezTo>
                  <a:cubicBezTo>
                    <a:pt x="245" y="246"/>
                    <a:pt x="245" y="248"/>
                    <a:pt x="246" y="250"/>
                  </a:cubicBezTo>
                  <a:cubicBezTo>
                    <a:pt x="246" y="246"/>
                    <a:pt x="247" y="243"/>
                    <a:pt x="248" y="241"/>
                  </a:cubicBezTo>
                  <a:cubicBezTo>
                    <a:pt x="252" y="229"/>
                    <a:pt x="241" y="215"/>
                    <a:pt x="241" y="215"/>
                  </a:cubicBezTo>
                  <a:cubicBezTo>
                    <a:pt x="243" y="222"/>
                    <a:pt x="241" y="228"/>
                    <a:pt x="237" y="235"/>
                  </a:cubicBezTo>
                  <a:cubicBezTo>
                    <a:pt x="240" y="240"/>
                    <a:pt x="242" y="247"/>
                    <a:pt x="240" y="253"/>
                  </a:cubicBezTo>
                  <a:cubicBezTo>
                    <a:pt x="235" y="264"/>
                    <a:pt x="239" y="300"/>
                    <a:pt x="258" y="307"/>
                  </a:cubicBezTo>
                  <a:cubicBezTo>
                    <a:pt x="258" y="307"/>
                    <a:pt x="235" y="283"/>
                    <a:pt x="242" y="263"/>
                  </a:cubicBezTo>
                  <a:close/>
                </a:path>
              </a:pathLst>
            </a:custGeom>
            <a:solidFill>
              <a:srgbClr val="60340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5442" name="Freeform 12">
              <a:extLst>
                <a:ext uri="{FF2B5EF4-FFF2-40B4-BE49-F238E27FC236}">
                  <a16:creationId xmlns:a16="http://schemas.microsoft.com/office/drawing/2014/main" id="{D572971A-CCAD-45E8-B515-72D0CC419E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2701" y="782638"/>
              <a:ext cx="12700" cy="28575"/>
            </a:xfrm>
            <a:custGeom>
              <a:avLst/>
              <a:gdLst>
                <a:gd name="T0" fmla="*/ 2147483646 w 6"/>
                <a:gd name="T1" fmla="*/ 0 h 14"/>
                <a:gd name="T2" fmla="*/ 2147483646 w 6"/>
                <a:gd name="T3" fmla="*/ 2147483646 h 14"/>
                <a:gd name="T4" fmla="*/ 0 60000 65536"/>
                <a:gd name="T5" fmla="*/ 0 60000 65536"/>
                <a:gd name="T6" fmla="*/ 0 w 6"/>
                <a:gd name="T7" fmla="*/ 0 h 14"/>
                <a:gd name="T8" fmla="*/ 6 w 6"/>
                <a:gd name="T9" fmla="*/ 14 h 1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6" h="14">
                  <a:moveTo>
                    <a:pt x="6" y="0"/>
                  </a:moveTo>
                  <a:cubicBezTo>
                    <a:pt x="0" y="2"/>
                    <a:pt x="1" y="10"/>
                    <a:pt x="1" y="14"/>
                  </a:cubicBezTo>
                </a:path>
              </a:pathLst>
            </a:custGeom>
            <a:noFill/>
            <a:ln w="2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5443" name="Freeform 13">
              <a:extLst>
                <a:ext uri="{FF2B5EF4-FFF2-40B4-BE49-F238E27FC236}">
                  <a16:creationId xmlns:a16="http://schemas.microsoft.com/office/drawing/2014/main" id="{2CC0D65D-25F1-44D2-858C-7C14BF5154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2226" y="782638"/>
              <a:ext cx="63500" cy="79375"/>
            </a:xfrm>
            <a:custGeom>
              <a:avLst/>
              <a:gdLst>
                <a:gd name="T0" fmla="*/ 2147483646 w 30"/>
                <a:gd name="T1" fmla="*/ 2147483646 h 38"/>
                <a:gd name="T2" fmla="*/ 2147483646 w 30"/>
                <a:gd name="T3" fmla="*/ 2147483646 h 38"/>
                <a:gd name="T4" fmla="*/ 2147483646 w 30"/>
                <a:gd name="T5" fmla="*/ 2147483646 h 38"/>
                <a:gd name="T6" fmla="*/ 2147483646 w 30"/>
                <a:gd name="T7" fmla="*/ 2147483646 h 38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30"/>
                <a:gd name="T13" fmla="*/ 0 h 38"/>
                <a:gd name="T14" fmla="*/ 30 w 30"/>
                <a:gd name="T15" fmla="*/ 38 h 38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30" h="38">
                  <a:moveTo>
                    <a:pt x="30" y="10"/>
                  </a:moveTo>
                  <a:cubicBezTo>
                    <a:pt x="30" y="5"/>
                    <a:pt x="21" y="0"/>
                    <a:pt x="17" y="1"/>
                  </a:cubicBezTo>
                  <a:cubicBezTo>
                    <a:pt x="12" y="2"/>
                    <a:pt x="5" y="8"/>
                    <a:pt x="3" y="13"/>
                  </a:cubicBezTo>
                  <a:cubicBezTo>
                    <a:pt x="0" y="18"/>
                    <a:pt x="6" y="37"/>
                    <a:pt x="13" y="38"/>
                  </a:cubicBezTo>
                </a:path>
              </a:pathLst>
            </a:custGeom>
            <a:noFill/>
            <a:ln w="2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5444" name="Freeform 14">
              <a:extLst>
                <a:ext uri="{FF2B5EF4-FFF2-40B4-BE49-F238E27FC236}">
                  <a16:creationId xmlns:a16="http://schemas.microsoft.com/office/drawing/2014/main" id="{18E7335E-F7E0-45F3-A550-8BAF52C03B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0001" y="830263"/>
              <a:ext cx="73025" cy="100013"/>
            </a:xfrm>
            <a:custGeom>
              <a:avLst/>
              <a:gdLst>
                <a:gd name="T0" fmla="*/ 2147483646 w 35"/>
                <a:gd name="T1" fmla="*/ 2147483646 h 47"/>
                <a:gd name="T2" fmla="*/ 2147483646 w 35"/>
                <a:gd name="T3" fmla="*/ 2147483646 h 47"/>
                <a:gd name="T4" fmla="*/ 2147483646 w 35"/>
                <a:gd name="T5" fmla="*/ 2147483646 h 47"/>
                <a:gd name="T6" fmla="*/ 2147483646 w 35"/>
                <a:gd name="T7" fmla="*/ 2147483646 h 47"/>
                <a:gd name="T8" fmla="*/ 2147483646 w 35"/>
                <a:gd name="T9" fmla="*/ 2147483646 h 47"/>
                <a:gd name="T10" fmla="*/ 2147483646 w 35"/>
                <a:gd name="T11" fmla="*/ 2147483646 h 47"/>
                <a:gd name="T12" fmla="*/ 2147483646 w 35"/>
                <a:gd name="T13" fmla="*/ 0 h 4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35"/>
                <a:gd name="T22" fmla="*/ 0 h 47"/>
                <a:gd name="T23" fmla="*/ 35 w 35"/>
                <a:gd name="T24" fmla="*/ 47 h 47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35" h="47">
                  <a:moveTo>
                    <a:pt x="20" y="23"/>
                  </a:moveTo>
                  <a:cubicBezTo>
                    <a:pt x="18" y="23"/>
                    <a:pt x="13" y="23"/>
                    <a:pt x="11" y="24"/>
                  </a:cubicBezTo>
                  <a:cubicBezTo>
                    <a:pt x="8" y="25"/>
                    <a:pt x="9" y="27"/>
                    <a:pt x="8" y="31"/>
                  </a:cubicBezTo>
                  <a:cubicBezTo>
                    <a:pt x="7" y="37"/>
                    <a:pt x="0" y="39"/>
                    <a:pt x="4" y="47"/>
                  </a:cubicBezTo>
                  <a:cubicBezTo>
                    <a:pt x="6" y="41"/>
                    <a:pt x="14" y="40"/>
                    <a:pt x="19" y="39"/>
                  </a:cubicBezTo>
                  <a:cubicBezTo>
                    <a:pt x="25" y="37"/>
                    <a:pt x="30" y="33"/>
                    <a:pt x="32" y="27"/>
                  </a:cubicBezTo>
                  <a:cubicBezTo>
                    <a:pt x="35" y="19"/>
                    <a:pt x="33" y="0"/>
                    <a:pt x="21" y="0"/>
                  </a:cubicBezTo>
                </a:path>
              </a:pathLst>
            </a:custGeom>
            <a:noFill/>
            <a:ln w="2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5445" name="Freeform 15">
              <a:extLst>
                <a:ext uri="{FF2B5EF4-FFF2-40B4-BE49-F238E27FC236}">
                  <a16:creationId xmlns:a16="http://schemas.microsoft.com/office/drawing/2014/main" id="{CBFB9149-37C3-40BC-A4B8-BCEE27F27F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3976" y="817563"/>
              <a:ext cx="17463" cy="9525"/>
            </a:xfrm>
            <a:custGeom>
              <a:avLst/>
              <a:gdLst>
                <a:gd name="T0" fmla="*/ 2147483646 w 8"/>
                <a:gd name="T1" fmla="*/ 0 h 4"/>
                <a:gd name="T2" fmla="*/ 2147483646 w 8"/>
                <a:gd name="T3" fmla="*/ 2147483646 h 4"/>
                <a:gd name="T4" fmla="*/ 0 60000 65536"/>
                <a:gd name="T5" fmla="*/ 0 60000 65536"/>
                <a:gd name="T6" fmla="*/ 0 w 8"/>
                <a:gd name="T7" fmla="*/ 0 h 4"/>
                <a:gd name="T8" fmla="*/ 8 w 8"/>
                <a:gd name="T9" fmla="*/ 4 h 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8" h="4">
                  <a:moveTo>
                    <a:pt x="1" y="0"/>
                  </a:moveTo>
                  <a:cubicBezTo>
                    <a:pt x="0" y="1"/>
                    <a:pt x="6" y="4"/>
                    <a:pt x="8" y="4"/>
                  </a:cubicBezTo>
                </a:path>
              </a:pathLst>
            </a:custGeom>
            <a:noFill/>
            <a:ln w="2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5446" name="Freeform 16">
              <a:extLst>
                <a:ext uri="{FF2B5EF4-FFF2-40B4-BE49-F238E27FC236}">
                  <a16:creationId xmlns:a16="http://schemas.microsoft.com/office/drawing/2014/main" id="{EF66E5E8-312E-4BF8-A752-1225869B0AD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0001" y="900113"/>
              <a:ext cx="101600" cy="88900"/>
            </a:xfrm>
            <a:custGeom>
              <a:avLst/>
              <a:gdLst>
                <a:gd name="T0" fmla="*/ 2147483646 w 48"/>
                <a:gd name="T1" fmla="*/ 0 h 42"/>
                <a:gd name="T2" fmla="*/ 2147483646 w 48"/>
                <a:gd name="T3" fmla="*/ 2147483646 h 42"/>
                <a:gd name="T4" fmla="*/ 2147483646 w 48"/>
                <a:gd name="T5" fmla="*/ 2147483646 h 42"/>
                <a:gd name="T6" fmla="*/ 0 w 48"/>
                <a:gd name="T7" fmla="*/ 2147483646 h 42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48"/>
                <a:gd name="T13" fmla="*/ 0 h 42"/>
                <a:gd name="T14" fmla="*/ 48 w 48"/>
                <a:gd name="T15" fmla="*/ 42 h 42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48" h="42">
                  <a:moveTo>
                    <a:pt x="48" y="0"/>
                  </a:moveTo>
                  <a:cubicBezTo>
                    <a:pt x="46" y="0"/>
                    <a:pt x="41" y="12"/>
                    <a:pt x="39" y="15"/>
                  </a:cubicBezTo>
                  <a:cubicBezTo>
                    <a:pt x="36" y="20"/>
                    <a:pt x="33" y="25"/>
                    <a:pt x="28" y="29"/>
                  </a:cubicBezTo>
                  <a:cubicBezTo>
                    <a:pt x="19" y="37"/>
                    <a:pt x="7" y="42"/>
                    <a:pt x="0" y="28"/>
                  </a:cubicBezTo>
                </a:path>
              </a:pathLst>
            </a:custGeom>
            <a:noFill/>
            <a:ln w="2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5447" name="Freeform 17">
              <a:extLst>
                <a:ext uri="{FF2B5EF4-FFF2-40B4-BE49-F238E27FC236}">
                  <a16:creationId xmlns:a16="http://schemas.microsoft.com/office/drawing/2014/main" id="{BE8ED770-1917-405A-9D7A-16C5AC8E71F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5551" y="1022350"/>
              <a:ext cx="58738" cy="131763"/>
            </a:xfrm>
            <a:custGeom>
              <a:avLst/>
              <a:gdLst>
                <a:gd name="T0" fmla="*/ 2147483646 w 28"/>
                <a:gd name="T1" fmla="*/ 0 h 63"/>
                <a:gd name="T2" fmla="*/ 2147483646 w 28"/>
                <a:gd name="T3" fmla="*/ 2147483646 h 63"/>
                <a:gd name="T4" fmla="*/ 2147483646 w 28"/>
                <a:gd name="T5" fmla="*/ 2147483646 h 63"/>
                <a:gd name="T6" fmla="*/ 0 w 28"/>
                <a:gd name="T7" fmla="*/ 2147483646 h 63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8"/>
                <a:gd name="T13" fmla="*/ 0 h 63"/>
                <a:gd name="T14" fmla="*/ 28 w 28"/>
                <a:gd name="T15" fmla="*/ 63 h 63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8" h="63">
                  <a:moveTo>
                    <a:pt x="25" y="0"/>
                  </a:moveTo>
                  <a:cubicBezTo>
                    <a:pt x="28" y="2"/>
                    <a:pt x="24" y="16"/>
                    <a:pt x="24" y="20"/>
                  </a:cubicBezTo>
                  <a:cubicBezTo>
                    <a:pt x="23" y="26"/>
                    <a:pt x="20" y="32"/>
                    <a:pt x="18" y="38"/>
                  </a:cubicBezTo>
                  <a:cubicBezTo>
                    <a:pt x="14" y="47"/>
                    <a:pt x="6" y="55"/>
                    <a:pt x="0" y="63"/>
                  </a:cubicBezTo>
                </a:path>
              </a:pathLst>
            </a:custGeom>
            <a:noFill/>
            <a:ln w="2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5448" name="Freeform 18">
              <a:extLst>
                <a:ext uri="{FF2B5EF4-FFF2-40B4-BE49-F238E27FC236}">
                  <a16:creationId xmlns:a16="http://schemas.microsoft.com/office/drawing/2014/main" id="{9C5CF45B-B851-4B6A-9355-DE5A09E641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0938" y="1247775"/>
              <a:ext cx="55563" cy="22225"/>
            </a:xfrm>
            <a:custGeom>
              <a:avLst/>
              <a:gdLst>
                <a:gd name="T0" fmla="*/ 0 w 26"/>
                <a:gd name="T1" fmla="*/ 0 h 11"/>
                <a:gd name="T2" fmla="*/ 2147483646 w 26"/>
                <a:gd name="T3" fmla="*/ 2147483646 h 11"/>
                <a:gd name="T4" fmla="*/ 2147483646 w 26"/>
                <a:gd name="T5" fmla="*/ 2147483646 h 11"/>
                <a:gd name="T6" fmla="*/ 2147483646 w 26"/>
                <a:gd name="T7" fmla="*/ 2147483646 h 11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6"/>
                <a:gd name="T13" fmla="*/ 0 h 11"/>
                <a:gd name="T14" fmla="*/ 26 w 26"/>
                <a:gd name="T15" fmla="*/ 11 h 11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6" h="11">
                  <a:moveTo>
                    <a:pt x="0" y="0"/>
                  </a:moveTo>
                  <a:cubicBezTo>
                    <a:pt x="7" y="2"/>
                    <a:pt x="9" y="3"/>
                    <a:pt x="12" y="3"/>
                  </a:cubicBezTo>
                  <a:cubicBezTo>
                    <a:pt x="14" y="4"/>
                    <a:pt x="17" y="4"/>
                    <a:pt x="19" y="5"/>
                  </a:cubicBezTo>
                  <a:cubicBezTo>
                    <a:pt x="21" y="6"/>
                    <a:pt x="26" y="8"/>
                    <a:pt x="26" y="11"/>
                  </a:cubicBezTo>
                </a:path>
              </a:pathLst>
            </a:custGeom>
            <a:noFill/>
            <a:ln w="2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5449" name="Freeform 19">
              <a:extLst>
                <a:ext uri="{FF2B5EF4-FFF2-40B4-BE49-F238E27FC236}">
                  <a16:creationId xmlns:a16="http://schemas.microsoft.com/office/drawing/2014/main" id="{54BA27CC-9152-454B-AB57-0B9EB18419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8051" y="985838"/>
              <a:ext cx="38100" cy="19050"/>
            </a:xfrm>
            <a:custGeom>
              <a:avLst/>
              <a:gdLst>
                <a:gd name="T0" fmla="*/ 0 w 18"/>
                <a:gd name="T1" fmla="*/ 2147483646 h 9"/>
                <a:gd name="T2" fmla="*/ 2147483646 w 18"/>
                <a:gd name="T3" fmla="*/ 2147483646 h 9"/>
                <a:gd name="T4" fmla="*/ 2147483646 w 18"/>
                <a:gd name="T5" fmla="*/ 2147483646 h 9"/>
                <a:gd name="T6" fmla="*/ 0 60000 65536"/>
                <a:gd name="T7" fmla="*/ 0 60000 65536"/>
                <a:gd name="T8" fmla="*/ 0 60000 65536"/>
                <a:gd name="T9" fmla="*/ 0 w 18"/>
                <a:gd name="T10" fmla="*/ 0 h 9"/>
                <a:gd name="T11" fmla="*/ 18 w 18"/>
                <a:gd name="T12" fmla="*/ 9 h 9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8" h="9">
                  <a:moveTo>
                    <a:pt x="0" y="5"/>
                  </a:moveTo>
                  <a:cubicBezTo>
                    <a:pt x="3" y="5"/>
                    <a:pt x="18" y="0"/>
                    <a:pt x="15" y="9"/>
                  </a:cubicBezTo>
                  <a:cubicBezTo>
                    <a:pt x="13" y="7"/>
                    <a:pt x="4" y="4"/>
                    <a:pt x="1" y="5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5450" name="Freeform 20">
              <a:extLst>
                <a:ext uri="{FF2B5EF4-FFF2-40B4-BE49-F238E27FC236}">
                  <a16:creationId xmlns:a16="http://schemas.microsoft.com/office/drawing/2014/main" id="{DFB23280-3229-42FF-AD93-79B2DD63EA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9801" y="979488"/>
              <a:ext cx="34925" cy="38100"/>
            </a:xfrm>
            <a:custGeom>
              <a:avLst/>
              <a:gdLst>
                <a:gd name="T0" fmla="*/ 2147483646 w 17"/>
                <a:gd name="T1" fmla="*/ 0 h 18"/>
                <a:gd name="T2" fmla="*/ 0 w 17"/>
                <a:gd name="T3" fmla="*/ 2147483646 h 18"/>
                <a:gd name="T4" fmla="*/ 0 60000 65536"/>
                <a:gd name="T5" fmla="*/ 0 60000 65536"/>
                <a:gd name="T6" fmla="*/ 0 w 17"/>
                <a:gd name="T7" fmla="*/ 0 h 18"/>
                <a:gd name="T8" fmla="*/ 17 w 17"/>
                <a:gd name="T9" fmla="*/ 18 h 18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7" h="18">
                  <a:moveTo>
                    <a:pt x="11" y="0"/>
                  </a:moveTo>
                  <a:cubicBezTo>
                    <a:pt x="11" y="0"/>
                    <a:pt x="17" y="18"/>
                    <a:pt x="0" y="16"/>
                  </a:cubicBezTo>
                </a:path>
              </a:pathLst>
            </a:custGeom>
            <a:noFill/>
            <a:ln w="2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5451" name="Freeform 21">
              <a:extLst>
                <a:ext uri="{FF2B5EF4-FFF2-40B4-BE49-F238E27FC236}">
                  <a16:creationId xmlns:a16="http://schemas.microsoft.com/office/drawing/2014/main" id="{5B7098C1-3F91-4E7B-9FB7-8CA753292C5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4726" y="984250"/>
              <a:ext cx="50800" cy="95250"/>
            </a:xfrm>
            <a:custGeom>
              <a:avLst/>
              <a:gdLst>
                <a:gd name="T0" fmla="*/ 0 w 24"/>
                <a:gd name="T1" fmla="*/ 0 h 45"/>
                <a:gd name="T2" fmla="*/ 2147483646 w 24"/>
                <a:gd name="T3" fmla="*/ 2147483646 h 45"/>
                <a:gd name="T4" fmla="*/ 2147483646 w 24"/>
                <a:gd name="T5" fmla="*/ 2147483646 h 45"/>
                <a:gd name="T6" fmla="*/ 0 60000 65536"/>
                <a:gd name="T7" fmla="*/ 0 60000 65536"/>
                <a:gd name="T8" fmla="*/ 0 60000 65536"/>
                <a:gd name="T9" fmla="*/ 0 w 24"/>
                <a:gd name="T10" fmla="*/ 0 h 45"/>
                <a:gd name="T11" fmla="*/ 24 w 24"/>
                <a:gd name="T12" fmla="*/ 45 h 45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4" h="45">
                  <a:moveTo>
                    <a:pt x="0" y="0"/>
                  </a:moveTo>
                  <a:cubicBezTo>
                    <a:pt x="0" y="0"/>
                    <a:pt x="11" y="15"/>
                    <a:pt x="14" y="19"/>
                  </a:cubicBezTo>
                  <a:cubicBezTo>
                    <a:pt x="17" y="23"/>
                    <a:pt x="24" y="37"/>
                    <a:pt x="24" y="45"/>
                  </a:cubicBezTo>
                </a:path>
              </a:pathLst>
            </a:custGeom>
            <a:noFill/>
            <a:ln w="2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5452" name="Freeform 22">
              <a:extLst>
                <a:ext uri="{FF2B5EF4-FFF2-40B4-BE49-F238E27FC236}">
                  <a16:creationId xmlns:a16="http://schemas.microsoft.com/office/drawing/2014/main" id="{8FFEE3C2-E69C-4097-8989-6C1E5CFB39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6788" y="750888"/>
              <a:ext cx="100013" cy="58738"/>
            </a:xfrm>
            <a:custGeom>
              <a:avLst/>
              <a:gdLst>
                <a:gd name="T0" fmla="*/ 0 w 47"/>
                <a:gd name="T1" fmla="*/ 2147483646 h 28"/>
                <a:gd name="T2" fmla="*/ 2147483646 w 47"/>
                <a:gd name="T3" fmla="*/ 2147483646 h 28"/>
                <a:gd name="T4" fmla="*/ 2147483646 w 47"/>
                <a:gd name="T5" fmla="*/ 2147483646 h 28"/>
                <a:gd name="T6" fmla="*/ 0 60000 65536"/>
                <a:gd name="T7" fmla="*/ 0 60000 65536"/>
                <a:gd name="T8" fmla="*/ 0 60000 65536"/>
                <a:gd name="T9" fmla="*/ 0 w 47"/>
                <a:gd name="T10" fmla="*/ 0 h 28"/>
                <a:gd name="T11" fmla="*/ 47 w 47"/>
                <a:gd name="T12" fmla="*/ 28 h 2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47" h="28">
                  <a:moveTo>
                    <a:pt x="0" y="15"/>
                  </a:moveTo>
                  <a:cubicBezTo>
                    <a:pt x="0" y="15"/>
                    <a:pt x="15" y="0"/>
                    <a:pt x="26" y="7"/>
                  </a:cubicBezTo>
                  <a:cubicBezTo>
                    <a:pt x="36" y="15"/>
                    <a:pt x="47" y="28"/>
                    <a:pt x="47" y="28"/>
                  </a:cubicBezTo>
                </a:path>
              </a:pathLst>
            </a:custGeom>
            <a:noFill/>
            <a:ln w="4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5453" name="Freeform 23">
              <a:extLst>
                <a:ext uri="{FF2B5EF4-FFF2-40B4-BE49-F238E27FC236}">
                  <a16:creationId xmlns:a16="http://schemas.microsoft.com/office/drawing/2014/main" id="{9322C67B-2DEA-4883-B4FA-FB49BB5AA2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0438" y="822325"/>
              <a:ext cx="71438" cy="7938"/>
            </a:xfrm>
            <a:custGeom>
              <a:avLst/>
              <a:gdLst>
                <a:gd name="T0" fmla="*/ 0 w 34"/>
                <a:gd name="T1" fmla="*/ 2147483646 h 4"/>
                <a:gd name="T2" fmla="*/ 2147483646 w 34"/>
                <a:gd name="T3" fmla="*/ 2147483646 h 4"/>
                <a:gd name="T4" fmla="*/ 2147483646 w 34"/>
                <a:gd name="T5" fmla="*/ 2147483646 h 4"/>
                <a:gd name="T6" fmla="*/ 2147483646 w 34"/>
                <a:gd name="T7" fmla="*/ 2147483646 h 4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34"/>
                <a:gd name="T13" fmla="*/ 0 h 4"/>
                <a:gd name="T14" fmla="*/ 34 w 34"/>
                <a:gd name="T15" fmla="*/ 4 h 4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34" h="4">
                  <a:moveTo>
                    <a:pt x="0" y="2"/>
                  </a:moveTo>
                  <a:cubicBezTo>
                    <a:pt x="3" y="4"/>
                    <a:pt x="7" y="3"/>
                    <a:pt x="10" y="2"/>
                  </a:cubicBezTo>
                  <a:cubicBezTo>
                    <a:pt x="13" y="2"/>
                    <a:pt x="16" y="2"/>
                    <a:pt x="19" y="2"/>
                  </a:cubicBezTo>
                  <a:cubicBezTo>
                    <a:pt x="23" y="1"/>
                    <a:pt x="30" y="0"/>
                    <a:pt x="34" y="2"/>
                  </a:cubicBezTo>
                </a:path>
              </a:pathLst>
            </a:custGeom>
            <a:noFill/>
            <a:ln w="2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5454" name="Freeform 24">
              <a:extLst>
                <a:ext uri="{FF2B5EF4-FFF2-40B4-BE49-F238E27FC236}">
                  <a16:creationId xmlns:a16="http://schemas.microsoft.com/office/drawing/2014/main" id="{4B44FE37-BC01-4E55-955A-C92F5FCCBC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3138" y="798513"/>
              <a:ext cx="52388" cy="28575"/>
            </a:xfrm>
            <a:custGeom>
              <a:avLst/>
              <a:gdLst>
                <a:gd name="T0" fmla="*/ 2147483646 w 25"/>
                <a:gd name="T1" fmla="*/ 2147483646 h 13"/>
                <a:gd name="T2" fmla="*/ 2147483646 w 25"/>
                <a:gd name="T3" fmla="*/ 2147483646 h 13"/>
                <a:gd name="T4" fmla="*/ 2147483646 w 25"/>
                <a:gd name="T5" fmla="*/ 2147483646 h 13"/>
                <a:gd name="T6" fmla="*/ 2147483646 w 25"/>
                <a:gd name="T7" fmla="*/ 2147483646 h 13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5"/>
                <a:gd name="T13" fmla="*/ 0 h 13"/>
                <a:gd name="T14" fmla="*/ 25 w 25"/>
                <a:gd name="T15" fmla="*/ 13 h 13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5" h="13">
                  <a:moveTo>
                    <a:pt x="25" y="9"/>
                  </a:moveTo>
                  <a:cubicBezTo>
                    <a:pt x="25" y="10"/>
                    <a:pt x="25" y="10"/>
                    <a:pt x="25" y="10"/>
                  </a:cubicBezTo>
                  <a:cubicBezTo>
                    <a:pt x="19" y="7"/>
                    <a:pt x="11" y="0"/>
                    <a:pt x="4" y="2"/>
                  </a:cubicBezTo>
                  <a:cubicBezTo>
                    <a:pt x="3" y="5"/>
                    <a:pt x="0" y="9"/>
                    <a:pt x="2" y="13"/>
                  </a:cubicBezTo>
                </a:path>
              </a:pathLst>
            </a:custGeom>
            <a:noFill/>
            <a:ln w="2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5455" name="Freeform 25">
              <a:extLst>
                <a:ext uri="{FF2B5EF4-FFF2-40B4-BE49-F238E27FC236}">
                  <a16:creationId xmlns:a16="http://schemas.microsoft.com/office/drawing/2014/main" id="{3525ECFE-01BB-4415-AD53-3E7339B0C9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5201" y="814388"/>
              <a:ext cx="25400" cy="9525"/>
            </a:xfrm>
            <a:custGeom>
              <a:avLst/>
              <a:gdLst>
                <a:gd name="T0" fmla="*/ 2147483646 w 12"/>
                <a:gd name="T1" fmla="*/ 2147483646 h 5"/>
                <a:gd name="T2" fmla="*/ 0 w 12"/>
                <a:gd name="T3" fmla="*/ 0 h 5"/>
                <a:gd name="T4" fmla="*/ 0 60000 65536"/>
                <a:gd name="T5" fmla="*/ 0 60000 65536"/>
                <a:gd name="T6" fmla="*/ 0 w 12"/>
                <a:gd name="T7" fmla="*/ 0 h 5"/>
                <a:gd name="T8" fmla="*/ 12 w 12"/>
                <a:gd name="T9" fmla="*/ 5 h 5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2" h="5">
                  <a:moveTo>
                    <a:pt x="12" y="5"/>
                  </a:moveTo>
                  <a:cubicBezTo>
                    <a:pt x="7" y="4"/>
                    <a:pt x="4" y="3"/>
                    <a:pt x="0" y="0"/>
                  </a:cubicBezTo>
                </a:path>
              </a:pathLst>
            </a:custGeom>
            <a:noFill/>
            <a:ln w="2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5456" name="Freeform 26">
              <a:extLst>
                <a:ext uri="{FF2B5EF4-FFF2-40B4-BE49-F238E27FC236}">
                  <a16:creationId xmlns:a16="http://schemas.microsoft.com/office/drawing/2014/main" id="{3E7DE9A2-BEDF-4474-A4C3-560C6EA35C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4251" y="833438"/>
              <a:ext cx="39688" cy="90488"/>
            </a:xfrm>
            <a:custGeom>
              <a:avLst/>
              <a:gdLst>
                <a:gd name="T0" fmla="*/ 2147483646 w 19"/>
                <a:gd name="T1" fmla="*/ 0 h 43"/>
                <a:gd name="T2" fmla="*/ 2147483646 w 19"/>
                <a:gd name="T3" fmla="*/ 2147483646 h 43"/>
                <a:gd name="T4" fmla="*/ 2147483646 w 19"/>
                <a:gd name="T5" fmla="*/ 2147483646 h 43"/>
                <a:gd name="T6" fmla="*/ 2147483646 w 19"/>
                <a:gd name="T7" fmla="*/ 2147483646 h 43"/>
                <a:gd name="T8" fmla="*/ 0 w 19"/>
                <a:gd name="T9" fmla="*/ 2147483646 h 43"/>
                <a:gd name="T10" fmla="*/ 2147483646 w 19"/>
                <a:gd name="T11" fmla="*/ 2147483646 h 43"/>
                <a:gd name="T12" fmla="*/ 2147483646 w 19"/>
                <a:gd name="T13" fmla="*/ 2147483646 h 43"/>
                <a:gd name="T14" fmla="*/ 2147483646 w 19"/>
                <a:gd name="T15" fmla="*/ 2147483646 h 4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19"/>
                <a:gd name="T25" fmla="*/ 0 h 43"/>
                <a:gd name="T26" fmla="*/ 19 w 19"/>
                <a:gd name="T27" fmla="*/ 43 h 43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19" h="43">
                  <a:moveTo>
                    <a:pt x="19" y="0"/>
                  </a:moveTo>
                  <a:cubicBezTo>
                    <a:pt x="17" y="2"/>
                    <a:pt x="16" y="4"/>
                    <a:pt x="14" y="5"/>
                  </a:cubicBezTo>
                  <a:cubicBezTo>
                    <a:pt x="13" y="6"/>
                    <a:pt x="11" y="7"/>
                    <a:pt x="9" y="8"/>
                  </a:cubicBezTo>
                  <a:cubicBezTo>
                    <a:pt x="7" y="10"/>
                    <a:pt x="6" y="10"/>
                    <a:pt x="4" y="11"/>
                  </a:cubicBezTo>
                  <a:cubicBezTo>
                    <a:pt x="2" y="11"/>
                    <a:pt x="1" y="11"/>
                    <a:pt x="0" y="14"/>
                  </a:cubicBezTo>
                  <a:cubicBezTo>
                    <a:pt x="0" y="18"/>
                    <a:pt x="3" y="20"/>
                    <a:pt x="5" y="24"/>
                  </a:cubicBezTo>
                  <a:cubicBezTo>
                    <a:pt x="5" y="26"/>
                    <a:pt x="5" y="28"/>
                    <a:pt x="4" y="30"/>
                  </a:cubicBezTo>
                  <a:cubicBezTo>
                    <a:pt x="3" y="35"/>
                    <a:pt x="1" y="38"/>
                    <a:pt x="3" y="43"/>
                  </a:cubicBezTo>
                </a:path>
              </a:pathLst>
            </a:custGeom>
            <a:noFill/>
            <a:ln w="2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5457" name="Freeform 27">
              <a:extLst>
                <a:ext uri="{FF2B5EF4-FFF2-40B4-BE49-F238E27FC236}">
                  <a16:creationId xmlns:a16="http://schemas.microsoft.com/office/drawing/2014/main" id="{07D99474-FB74-4DCF-AFBB-9DB5617CD2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3438" y="5875338"/>
              <a:ext cx="915988" cy="546100"/>
            </a:xfrm>
            <a:custGeom>
              <a:avLst/>
              <a:gdLst>
                <a:gd name="T0" fmla="*/ 2147483646 w 433"/>
                <a:gd name="T1" fmla="*/ 2147483646 h 259"/>
                <a:gd name="T2" fmla="*/ 2147483646 w 433"/>
                <a:gd name="T3" fmla="*/ 2147483646 h 259"/>
                <a:gd name="T4" fmla="*/ 2147483646 w 433"/>
                <a:gd name="T5" fmla="*/ 2147483646 h 259"/>
                <a:gd name="T6" fmla="*/ 2147483646 w 433"/>
                <a:gd name="T7" fmla="*/ 2147483646 h 259"/>
                <a:gd name="T8" fmla="*/ 2147483646 w 433"/>
                <a:gd name="T9" fmla="*/ 2147483646 h 259"/>
                <a:gd name="T10" fmla="*/ 2147483646 w 433"/>
                <a:gd name="T11" fmla="*/ 2147483646 h 259"/>
                <a:gd name="T12" fmla="*/ 2147483646 w 433"/>
                <a:gd name="T13" fmla="*/ 2147483646 h 259"/>
                <a:gd name="T14" fmla="*/ 2147483646 w 433"/>
                <a:gd name="T15" fmla="*/ 2147483646 h 259"/>
                <a:gd name="T16" fmla="*/ 2147483646 w 433"/>
                <a:gd name="T17" fmla="*/ 2147483646 h 259"/>
                <a:gd name="T18" fmla="*/ 2147483646 w 433"/>
                <a:gd name="T19" fmla="*/ 2147483646 h 259"/>
                <a:gd name="T20" fmla="*/ 2147483646 w 433"/>
                <a:gd name="T21" fmla="*/ 2147483646 h 259"/>
                <a:gd name="T22" fmla="*/ 2147483646 w 433"/>
                <a:gd name="T23" fmla="*/ 2147483646 h 259"/>
                <a:gd name="T24" fmla="*/ 2147483646 w 433"/>
                <a:gd name="T25" fmla="*/ 2147483646 h 259"/>
                <a:gd name="T26" fmla="*/ 2147483646 w 433"/>
                <a:gd name="T27" fmla="*/ 2147483646 h 259"/>
                <a:gd name="T28" fmla="*/ 2147483646 w 433"/>
                <a:gd name="T29" fmla="*/ 2147483646 h 259"/>
                <a:gd name="T30" fmla="*/ 2147483646 w 433"/>
                <a:gd name="T31" fmla="*/ 2147483646 h 259"/>
                <a:gd name="T32" fmla="*/ 2147483646 w 433"/>
                <a:gd name="T33" fmla="*/ 2147483646 h 259"/>
                <a:gd name="T34" fmla="*/ 2147483646 w 433"/>
                <a:gd name="T35" fmla="*/ 2147483646 h 259"/>
                <a:gd name="T36" fmla="*/ 2147483646 w 433"/>
                <a:gd name="T37" fmla="*/ 2147483646 h 259"/>
                <a:gd name="T38" fmla="*/ 2147483646 w 433"/>
                <a:gd name="T39" fmla="*/ 2147483646 h 259"/>
                <a:gd name="T40" fmla="*/ 2147483646 w 433"/>
                <a:gd name="T41" fmla="*/ 2147483646 h 259"/>
                <a:gd name="T42" fmla="*/ 2147483646 w 433"/>
                <a:gd name="T43" fmla="*/ 0 h 259"/>
                <a:gd name="T44" fmla="*/ 2147483646 w 433"/>
                <a:gd name="T45" fmla="*/ 2147483646 h 259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w 433"/>
                <a:gd name="T70" fmla="*/ 0 h 259"/>
                <a:gd name="T71" fmla="*/ 433 w 433"/>
                <a:gd name="T72" fmla="*/ 259 h 259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T69" t="T70" r="T71" b="T72"/>
              <a:pathLst>
                <a:path w="433" h="259">
                  <a:moveTo>
                    <a:pt x="273" y="6"/>
                  </a:moveTo>
                  <a:cubicBezTo>
                    <a:pt x="273" y="6"/>
                    <a:pt x="283" y="54"/>
                    <a:pt x="265" y="73"/>
                  </a:cubicBezTo>
                  <a:cubicBezTo>
                    <a:pt x="247" y="91"/>
                    <a:pt x="214" y="117"/>
                    <a:pt x="204" y="122"/>
                  </a:cubicBezTo>
                  <a:cubicBezTo>
                    <a:pt x="194" y="126"/>
                    <a:pt x="158" y="151"/>
                    <a:pt x="144" y="156"/>
                  </a:cubicBezTo>
                  <a:cubicBezTo>
                    <a:pt x="131" y="161"/>
                    <a:pt x="87" y="186"/>
                    <a:pt x="75" y="189"/>
                  </a:cubicBezTo>
                  <a:cubicBezTo>
                    <a:pt x="63" y="192"/>
                    <a:pt x="57" y="198"/>
                    <a:pt x="50" y="200"/>
                  </a:cubicBezTo>
                  <a:cubicBezTo>
                    <a:pt x="43" y="201"/>
                    <a:pt x="31" y="206"/>
                    <a:pt x="26" y="205"/>
                  </a:cubicBezTo>
                  <a:cubicBezTo>
                    <a:pt x="13" y="204"/>
                    <a:pt x="5" y="206"/>
                    <a:pt x="5" y="206"/>
                  </a:cubicBezTo>
                  <a:cubicBezTo>
                    <a:pt x="5" y="206"/>
                    <a:pt x="0" y="229"/>
                    <a:pt x="14" y="233"/>
                  </a:cubicBezTo>
                  <a:cubicBezTo>
                    <a:pt x="14" y="233"/>
                    <a:pt x="17" y="242"/>
                    <a:pt x="31" y="243"/>
                  </a:cubicBezTo>
                  <a:cubicBezTo>
                    <a:pt x="31" y="243"/>
                    <a:pt x="40" y="251"/>
                    <a:pt x="46" y="250"/>
                  </a:cubicBezTo>
                  <a:cubicBezTo>
                    <a:pt x="52" y="249"/>
                    <a:pt x="54" y="248"/>
                    <a:pt x="54" y="248"/>
                  </a:cubicBezTo>
                  <a:cubicBezTo>
                    <a:pt x="54" y="248"/>
                    <a:pt x="59" y="256"/>
                    <a:pt x="68" y="257"/>
                  </a:cubicBezTo>
                  <a:cubicBezTo>
                    <a:pt x="77" y="258"/>
                    <a:pt x="85" y="251"/>
                    <a:pt x="88" y="250"/>
                  </a:cubicBezTo>
                  <a:cubicBezTo>
                    <a:pt x="88" y="250"/>
                    <a:pt x="89" y="259"/>
                    <a:pt x="99" y="258"/>
                  </a:cubicBezTo>
                  <a:cubicBezTo>
                    <a:pt x="108" y="258"/>
                    <a:pt x="124" y="255"/>
                    <a:pt x="124" y="255"/>
                  </a:cubicBezTo>
                  <a:cubicBezTo>
                    <a:pt x="124" y="255"/>
                    <a:pt x="252" y="245"/>
                    <a:pt x="266" y="242"/>
                  </a:cubicBezTo>
                  <a:cubicBezTo>
                    <a:pt x="280" y="240"/>
                    <a:pt x="279" y="241"/>
                    <a:pt x="291" y="244"/>
                  </a:cubicBezTo>
                  <a:cubicBezTo>
                    <a:pt x="304" y="246"/>
                    <a:pt x="396" y="255"/>
                    <a:pt x="414" y="234"/>
                  </a:cubicBezTo>
                  <a:cubicBezTo>
                    <a:pt x="433" y="214"/>
                    <a:pt x="426" y="189"/>
                    <a:pt x="420" y="166"/>
                  </a:cubicBezTo>
                  <a:cubicBezTo>
                    <a:pt x="414" y="142"/>
                    <a:pt x="403" y="113"/>
                    <a:pt x="402" y="82"/>
                  </a:cubicBezTo>
                  <a:cubicBezTo>
                    <a:pt x="401" y="52"/>
                    <a:pt x="398" y="0"/>
                    <a:pt x="398" y="0"/>
                  </a:cubicBezTo>
                  <a:lnTo>
                    <a:pt x="273" y="6"/>
                  </a:lnTo>
                  <a:close/>
                </a:path>
              </a:pathLst>
            </a:custGeom>
            <a:solidFill>
              <a:srgbClr val="F8F3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5458" name="Freeform 28">
              <a:extLst>
                <a:ext uri="{FF2B5EF4-FFF2-40B4-BE49-F238E27FC236}">
                  <a16:creationId xmlns:a16="http://schemas.microsoft.com/office/drawing/2014/main" id="{DBA03562-5E8D-42B2-A81F-EEDB8CA8692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3438" y="5875338"/>
              <a:ext cx="915988" cy="546100"/>
            </a:xfrm>
            <a:custGeom>
              <a:avLst/>
              <a:gdLst>
                <a:gd name="T0" fmla="*/ 2147483646 w 433"/>
                <a:gd name="T1" fmla="*/ 2147483646 h 259"/>
                <a:gd name="T2" fmla="*/ 2147483646 w 433"/>
                <a:gd name="T3" fmla="*/ 2147483646 h 259"/>
                <a:gd name="T4" fmla="*/ 2147483646 w 433"/>
                <a:gd name="T5" fmla="*/ 2147483646 h 259"/>
                <a:gd name="T6" fmla="*/ 2147483646 w 433"/>
                <a:gd name="T7" fmla="*/ 2147483646 h 259"/>
                <a:gd name="T8" fmla="*/ 2147483646 w 433"/>
                <a:gd name="T9" fmla="*/ 2147483646 h 259"/>
                <a:gd name="T10" fmla="*/ 2147483646 w 433"/>
                <a:gd name="T11" fmla="*/ 2147483646 h 259"/>
                <a:gd name="T12" fmla="*/ 2147483646 w 433"/>
                <a:gd name="T13" fmla="*/ 2147483646 h 259"/>
                <a:gd name="T14" fmla="*/ 2147483646 w 433"/>
                <a:gd name="T15" fmla="*/ 2147483646 h 259"/>
                <a:gd name="T16" fmla="*/ 2147483646 w 433"/>
                <a:gd name="T17" fmla="*/ 2147483646 h 259"/>
                <a:gd name="T18" fmla="*/ 2147483646 w 433"/>
                <a:gd name="T19" fmla="*/ 2147483646 h 259"/>
                <a:gd name="T20" fmla="*/ 2147483646 w 433"/>
                <a:gd name="T21" fmla="*/ 2147483646 h 259"/>
                <a:gd name="T22" fmla="*/ 2147483646 w 433"/>
                <a:gd name="T23" fmla="*/ 2147483646 h 259"/>
                <a:gd name="T24" fmla="*/ 2147483646 w 433"/>
                <a:gd name="T25" fmla="*/ 2147483646 h 259"/>
                <a:gd name="T26" fmla="*/ 2147483646 w 433"/>
                <a:gd name="T27" fmla="*/ 2147483646 h 259"/>
                <a:gd name="T28" fmla="*/ 2147483646 w 433"/>
                <a:gd name="T29" fmla="*/ 2147483646 h 259"/>
                <a:gd name="T30" fmla="*/ 2147483646 w 433"/>
                <a:gd name="T31" fmla="*/ 2147483646 h 259"/>
                <a:gd name="T32" fmla="*/ 2147483646 w 433"/>
                <a:gd name="T33" fmla="*/ 2147483646 h 259"/>
                <a:gd name="T34" fmla="*/ 2147483646 w 433"/>
                <a:gd name="T35" fmla="*/ 2147483646 h 259"/>
                <a:gd name="T36" fmla="*/ 2147483646 w 433"/>
                <a:gd name="T37" fmla="*/ 2147483646 h 259"/>
                <a:gd name="T38" fmla="*/ 2147483646 w 433"/>
                <a:gd name="T39" fmla="*/ 2147483646 h 259"/>
                <a:gd name="T40" fmla="*/ 2147483646 w 433"/>
                <a:gd name="T41" fmla="*/ 2147483646 h 259"/>
                <a:gd name="T42" fmla="*/ 2147483646 w 433"/>
                <a:gd name="T43" fmla="*/ 0 h 259"/>
                <a:gd name="T44" fmla="*/ 2147483646 w 433"/>
                <a:gd name="T45" fmla="*/ 2147483646 h 259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w 433"/>
                <a:gd name="T70" fmla="*/ 0 h 259"/>
                <a:gd name="T71" fmla="*/ 433 w 433"/>
                <a:gd name="T72" fmla="*/ 259 h 259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T69" t="T70" r="T71" b="T72"/>
              <a:pathLst>
                <a:path w="433" h="259">
                  <a:moveTo>
                    <a:pt x="273" y="6"/>
                  </a:moveTo>
                  <a:cubicBezTo>
                    <a:pt x="273" y="6"/>
                    <a:pt x="283" y="54"/>
                    <a:pt x="265" y="73"/>
                  </a:cubicBezTo>
                  <a:cubicBezTo>
                    <a:pt x="247" y="91"/>
                    <a:pt x="214" y="117"/>
                    <a:pt x="204" y="122"/>
                  </a:cubicBezTo>
                  <a:cubicBezTo>
                    <a:pt x="194" y="126"/>
                    <a:pt x="158" y="151"/>
                    <a:pt x="144" y="156"/>
                  </a:cubicBezTo>
                  <a:cubicBezTo>
                    <a:pt x="131" y="161"/>
                    <a:pt x="87" y="186"/>
                    <a:pt x="75" y="189"/>
                  </a:cubicBezTo>
                  <a:cubicBezTo>
                    <a:pt x="63" y="192"/>
                    <a:pt x="57" y="198"/>
                    <a:pt x="50" y="200"/>
                  </a:cubicBezTo>
                  <a:cubicBezTo>
                    <a:pt x="43" y="201"/>
                    <a:pt x="31" y="206"/>
                    <a:pt x="26" y="205"/>
                  </a:cubicBezTo>
                  <a:cubicBezTo>
                    <a:pt x="13" y="204"/>
                    <a:pt x="5" y="206"/>
                    <a:pt x="5" y="206"/>
                  </a:cubicBezTo>
                  <a:cubicBezTo>
                    <a:pt x="5" y="206"/>
                    <a:pt x="0" y="229"/>
                    <a:pt x="14" y="233"/>
                  </a:cubicBezTo>
                  <a:cubicBezTo>
                    <a:pt x="14" y="233"/>
                    <a:pt x="17" y="242"/>
                    <a:pt x="31" y="243"/>
                  </a:cubicBezTo>
                  <a:cubicBezTo>
                    <a:pt x="31" y="243"/>
                    <a:pt x="40" y="251"/>
                    <a:pt x="46" y="250"/>
                  </a:cubicBezTo>
                  <a:cubicBezTo>
                    <a:pt x="52" y="249"/>
                    <a:pt x="54" y="248"/>
                    <a:pt x="54" y="248"/>
                  </a:cubicBezTo>
                  <a:cubicBezTo>
                    <a:pt x="54" y="248"/>
                    <a:pt x="59" y="256"/>
                    <a:pt x="68" y="257"/>
                  </a:cubicBezTo>
                  <a:cubicBezTo>
                    <a:pt x="77" y="258"/>
                    <a:pt x="85" y="251"/>
                    <a:pt x="88" y="250"/>
                  </a:cubicBezTo>
                  <a:cubicBezTo>
                    <a:pt x="88" y="250"/>
                    <a:pt x="89" y="259"/>
                    <a:pt x="99" y="258"/>
                  </a:cubicBezTo>
                  <a:cubicBezTo>
                    <a:pt x="108" y="258"/>
                    <a:pt x="124" y="255"/>
                    <a:pt x="124" y="255"/>
                  </a:cubicBezTo>
                  <a:cubicBezTo>
                    <a:pt x="124" y="255"/>
                    <a:pt x="252" y="245"/>
                    <a:pt x="266" y="242"/>
                  </a:cubicBezTo>
                  <a:cubicBezTo>
                    <a:pt x="280" y="240"/>
                    <a:pt x="279" y="241"/>
                    <a:pt x="291" y="244"/>
                  </a:cubicBezTo>
                  <a:cubicBezTo>
                    <a:pt x="304" y="246"/>
                    <a:pt x="396" y="255"/>
                    <a:pt x="414" y="234"/>
                  </a:cubicBezTo>
                  <a:cubicBezTo>
                    <a:pt x="433" y="214"/>
                    <a:pt x="426" y="189"/>
                    <a:pt x="420" y="166"/>
                  </a:cubicBezTo>
                  <a:cubicBezTo>
                    <a:pt x="414" y="142"/>
                    <a:pt x="403" y="113"/>
                    <a:pt x="402" y="82"/>
                  </a:cubicBezTo>
                  <a:cubicBezTo>
                    <a:pt x="401" y="52"/>
                    <a:pt x="398" y="0"/>
                    <a:pt x="398" y="0"/>
                  </a:cubicBezTo>
                  <a:lnTo>
                    <a:pt x="273" y="6"/>
                  </a:lnTo>
                  <a:close/>
                </a:path>
              </a:pathLst>
            </a:custGeom>
            <a:noFill/>
            <a:ln w="2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5459" name="Freeform 29">
              <a:extLst>
                <a:ext uri="{FF2B5EF4-FFF2-40B4-BE49-F238E27FC236}">
                  <a16:creationId xmlns:a16="http://schemas.microsoft.com/office/drawing/2014/main" id="{84CC0817-6259-4B6A-A210-67AA4481FE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3601" y="6296025"/>
              <a:ext cx="115888" cy="73025"/>
            </a:xfrm>
            <a:custGeom>
              <a:avLst/>
              <a:gdLst>
                <a:gd name="T0" fmla="*/ 2147483646 w 55"/>
                <a:gd name="T1" fmla="*/ 2147483646 h 34"/>
                <a:gd name="T2" fmla="*/ 2147483646 w 55"/>
                <a:gd name="T3" fmla="*/ 2147483646 h 34"/>
                <a:gd name="T4" fmla="*/ 2147483646 w 55"/>
                <a:gd name="T5" fmla="*/ 2147483646 h 34"/>
                <a:gd name="T6" fmla="*/ 2147483646 w 55"/>
                <a:gd name="T7" fmla="*/ 2147483646 h 34"/>
                <a:gd name="T8" fmla="*/ 2147483646 w 55"/>
                <a:gd name="T9" fmla="*/ 2147483646 h 34"/>
                <a:gd name="T10" fmla="*/ 2147483646 w 55"/>
                <a:gd name="T11" fmla="*/ 2147483646 h 34"/>
                <a:gd name="T12" fmla="*/ 2147483646 w 55"/>
                <a:gd name="T13" fmla="*/ 2147483646 h 3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55"/>
                <a:gd name="T22" fmla="*/ 0 h 34"/>
                <a:gd name="T23" fmla="*/ 55 w 55"/>
                <a:gd name="T24" fmla="*/ 34 h 34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55" h="34">
                  <a:moveTo>
                    <a:pt x="1" y="34"/>
                  </a:moveTo>
                  <a:cubicBezTo>
                    <a:pt x="1" y="30"/>
                    <a:pt x="0" y="21"/>
                    <a:pt x="3" y="18"/>
                  </a:cubicBezTo>
                  <a:cubicBezTo>
                    <a:pt x="4" y="18"/>
                    <a:pt x="6" y="17"/>
                    <a:pt x="7" y="17"/>
                  </a:cubicBezTo>
                  <a:cubicBezTo>
                    <a:pt x="8" y="16"/>
                    <a:pt x="9" y="16"/>
                    <a:pt x="11" y="15"/>
                  </a:cubicBezTo>
                  <a:cubicBezTo>
                    <a:pt x="13" y="15"/>
                    <a:pt x="15" y="14"/>
                    <a:pt x="17" y="13"/>
                  </a:cubicBezTo>
                  <a:cubicBezTo>
                    <a:pt x="23" y="10"/>
                    <a:pt x="30" y="4"/>
                    <a:pt x="37" y="3"/>
                  </a:cubicBezTo>
                  <a:cubicBezTo>
                    <a:pt x="43" y="2"/>
                    <a:pt x="49" y="0"/>
                    <a:pt x="55" y="1"/>
                  </a:cubicBezTo>
                </a:path>
              </a:pathLst>
            </a:custGeom>
            <a:noFill/>
            <a:ln w="2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5460" name="Freeform 30">
              <a:extLst>
                <a:ext uri="{FF2B5EF4-FFF2-40B4-BE49-F238E27FC236}">
                  <a16:creationId xmlns:a16="http://schemas.microsoft.com/office/drawing/2014/main" id="{52C919E5-2A68-49D9-B0A1-5410B3A6F2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6938" y="6308725"/>
              <a:ext cx="107950" cy="82550"/>
            </a:xfrm>
            <a:custGeom>
              <a:avLst/>
              <a:gdLst>
                <a:gd name="T0" fmla="*/ 2147483646 w 51"/>
                <a:gd name="T1" fmla="*/ 2147483646 h 39"/>
                <a:gd name="T2" fmla="*/ 0 w 51"/>
                <a:gd name="T3" fmla="*/ 2147483646 h 39"/>
                <a:gd name="T4" fmla="*/ 2147483646 w 51"/>
                <a:gd name="T5" fmla="*/ 2147483646 h 39"/>
                <a:gd name="T6" fmla="*/ 2147483646 w 51"/>
                <a:gd name="T7" fmla="*/ 2147483646 h 39"/>
                <a:gd name="T8" fmla="*/ 2147483646 w 51"/>
                <a:gd name="T9" fmla="*/ 2147483646 h 39"/>
                <a:gd name="T10" fmla="*/ 2147483646 w 51"/>
                <a:gd name="T11" fmla="*/ 2147483646 h 39"/>
                <a:gd name="T12" fmla="*/ 2147483646 w 51"/>
                <a:gd name="T13" fmla="*/ 2147483646 h 39"/>
                <a:gd name="T14" fmla="*/ 2147483646 w 51"/>
                <a:gd name="T15" fmla="*/ 2147483646 h 39"/>
                <a:gd name="T16" fmla="*/ 2147483646 w 51"/>
                <a:gd name="T17" fmla="*/ 0 h 39"/>
                <a:gd name="T18" fmla="*/ 2147483646 w 51"/>
                <a:gd name="T19" fmla="*/ 0 h 3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51"/>
                <a:gd name="T31" fmla="*/ 0 h 39"/>
                <a:gd name="T32" fmla="*/ 51 w 51"/>
                <a:gd name="T33" fmla="*/ 39 h 39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51" h="39">
                  <a:moveTo>
                    <a:pt x="2" y="39"/>
                  </a:moveTo>
                  <a:cubicBezTo>
                    <a:pt x="1" y="37"/>
                    <a:pt x="0" y="32"/>
                    <a:pt x="0" y="30"/>
                  </a:cubicBezTo>
                  <a:cubicBezTo>
                    <a:pt x="1" y="27"/>
                    <a:pt x="2" y="25"/>
                    <a:pt x="4" y="23"/>
                  </a:cubicBezTo>
                  <a:cubicBezTo>
                    <a:pt x="5" y="22"/>
                    <a:pt x="7" y="22"/>
                    <a:pt x="8" y="21"/>
                  </a:cubicBezTo>
                  <a:cubicBezTo>
                    <a:pt x="10" y="21"/>
                    <a:pt x="12" y="19"/>
                    <a:pt x="14" y="18"/>
                  </a:cubicBezTo>
                  <a:cubicBezTo>
                    <a:pt x="18" y="16"/>
                    <a:pt x="21" y="14"/>
                    <a:pt x="25" y="11"/>
                  </a:cubicBezTo>
                  <a:cubicBezTo>
                    <a:pt x="29" y="9"/>
                    <a:pt x="32" y="6"/>
                    <a:pt x="36" y="5"/>
                  </a:cubicBezTo>
                  <a:cubicBezTo>
                    <a:pt x="39" y="4"/>
                    <a:pt x="42" y="4"/>
                    <a:pt x="45" y="3"/>
                  </a:cubicBezTo>
                  <a:cubicBezTo>
                    <a:pt x="47" y="2"/>
                    <a:pt x="49" y="1"/>
                    <a:pt x="51" y="0"/>
                  </a:cubicBezTo>
                  <a:cubicBezTo>
                    <a:pt x="51" y="0"/>
                    <a:pt x="51" y="0"/>
                    <a:pt x="51" y="0"/>
                  </a:cubicBezTo>
                </a:path>
              </a:pathLst>
            </a:custGeom>
            <a:noFill/>
            <a:ln w="2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5461" name="Freeform 31">
              <a:extLst>
                <a:ext uri="{FF2B5EF4-FFF2-40B4-BE49-F238E27FC236}">
                  <a16:creationId xmlns:a16="http://schemas.microsoft.com/office/drawing/2014/main" id="{FD1DD440-C346-48C8-BA23-995DD2C4BB3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6151" y="6337300"/>
              <a:ext cx="95250" cy="60325"/>
            </a:xfrm>
            <a:custGeom>
              <a:avLst/>
              <a:gdLst>
                <a:gd name="T0" fmla="*/ 2147483646 w 45"/>
                <a:gd name="T1" fmla="*/ 2147483646 h 29"/>
                <a:gd name="T2" fmla="*/ 2147483646 w 45"/>
                <a:gd name="T3" fmla="*/ 2147483646 h 29"/>
                <a:gd name="T4" fmla="*/ 2147483646 w 45"/>
                <a:gd name="T5" fmla="*/ 2147483646 h 29"/>
                <a:gd name="T6" fmla="*/ 2147483646 w 45"/>
                <a:gd name="T7" fmla="*/ 2147483646 h 29"/>
                <a:gd name="T8" fmla="*/ 2147483646 w 45"/>
                <a:gd name="T9" fmla="*/ 2147483646 h 29"/>
                <a:gd name="T10" fmla="*/ 2147483646 w 45"/>
                <a:gd name="T11" fmla="*/ 2147483646 h 29"/>
                <a:gd name="T12" fmla="*/ 2147483646 w 45"/>
                <a:gd name="T13" fmla="*/ 2147483646 h 29"/>
                <a:gd name="T14" fmla="*/ 2147483646 w 45"/>
                <a:gd name="T15" fmla="*/ 2147483646 h 2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45"/>
                <a:gd name="T25" fmla="*/ 0 h 29"/>
                <a:gd name="T26" fmla="*/ 45 w 45"/>
                <a:gd name="T27" fmla="*/ 29 h 29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45" h="29">
                  <a:moveTo>
                    <a:pt x="2" y="29"/>
                  </a:moveTo>
                  <a:cubicBezTo>
                    <a:pt x="0" y="29"/>
                    <a:pt x="1" y="23"/>
                    <a:pt x="2" y="21"/>
                  </a:cubicBezTo>
                  <a:cubicBezTo>
                    <a:pt x="3" y="19"/>
                    <a:pt x="4" y="19"/>
                    <a:pt x="6" y="18"/>
                  </a:cubicBezTo>
                  <a:cubicBezTo>
                    <a:pt x="8" y="17"/>
                    <a:pt x="11" y="15"/>
                    <a:pt x="14" y="13"/>
                  </a:cubicBezTo>
                  <a:cubicBezTo>
                    <a:pt x="15" y="11"/>
                    <a:pt x="17" y="10"/>
                    <a:pt x="19" y="8"/>
                  </a:cubicBezTo>
                  <a:cubicBezTo>
                    <a:pt x="23" y="5"/>
                    <a:pt x="27" y="2"/>
                    <a:pt x="32" y="1"/>
                  </a:cubicBezTo>
                  <a:cubicBezTo>
                    <a:pt x="36" y="0"/>
                    <a:pt x="41" y="1"/>
                    <a:pt x="45" y="1"/>
                  </a:cubicBezTo>
                  <a:cubicBezTo>
                    <a:pt x="45" y="1"/>
                    <a:pt x="45" y="1"/>
                    <a:pt x="45" y="1"/>
                  </a:cubicBezTo>
                </a:path>
              </a:pathLst>
            </a:custGeom>
            <a:noFill/>
            <a:ln w="2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5462" name="Freeform 32">
              <a:extLst>
                <a:ext uri="{FF2B5EF4-FFF2-40B4-BE49-F238E27FC236}">
                  <a16:creationId xmlns:a16="http://schemas.microsoft.com/office/drawing/2014/main" id="{05D9DB8B-245F-4AE4-B0BE-96332FD8EC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9176" y="6357938"/>
              <a:ext cx="79375" cy="46038"/>
            </a:xfrm>
            <a:custGeom>
              <a:avLst/>
              <a:gdLst>
                <a:gd name="T0" fmla="*/ 2147483646 w 37"/>
                <a:gd name="T1" fmla="*/ 2147483646 h 22"/>
                <a:gd name="T2" fmla="*/ 2147483646 w 37"/>
                <a:gd name="T3" fmla="*/ 2147483646 h 22"/>
                <a:gd name="T4" fmla="*/ 2147483646 w 37"/>
                <a:gd name="T5" fmla="*/ 2147483646 h 22"/>
                <a:gd name="T6" fmla="*/ 2147483646 w 37"/>
                <a:gd name="T7" fmla="*/ 0 h 22"/>
                <a:gd name="T8" fmla="*/ 2147483646 w 37"/>
                <a:gd name="T9" fmla="*/ 2147483646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7"/>
                <a:gd name="T16" fmla="*/ 0 h 22"/>
                <a:gd name="T17" fmla="*/ 37 w 37"/>
                <a:gd name="T18" fmla="*/ 22 h 2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7" h="22">
                  <a:moveTo>
                    <a:pt x="1" y="22"/>
                  </a:moveTo>
                  <a:cubicBezTo>
                    <a:pt x="0" y="18"/>
                    <a:pt x="0" y="12"/>
                    <a:pt x="2" y="8"/>
                  </a:cubicBezTo>
                  <a:cubicBezTo>
                    <a:pt x="5" y="3"/>
                    <a:pt x="7" y="3"/>
                    <a:pt x="12" y="3"/>
                  </a:cubicBezTo>
                  <a:cubicBezTo>
                    <a:pt x="16" y="2"/>
                    <a:pt x="19" y="1"/>
                    <a:pt x="23" y="0"/>
                  </a:cubicBezTo>
                  <a:cubicBezTo>
                    <a:pt x="28" y="0"/>
                    <a:pt x="33" y="2"/>
                    <a:pt x="37" y="2"/>
                  </a:cubicBezTo>
                </a:path>
              </a:pathLst>
            </a:custGeom>
            <a:noFill/>
            <a:ln w="2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5463" name="Freeform 33">
              <a:extLst>
                <a:ext uri="{FF2B5EF4-FFF2-40B4-BE49-F238E27FC236}">
                  <a16:creationId xmlns:a16="http://schemas.microsoft.com/office/drawing/2014/main" id="{8E19E9FF-5780-4C36-A660-E12068A0CB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5826" y="6307138"/>
              <a:ext cx="6350" cy="19050"/>
            </a:xfrm>
            <a:custGeom>
              <a:avLst/>
              <a:gdLst>
                <a:gd name="T0" fmla="*/ 2147483646 w 3"/>
                <a:gd name="T1" fmla="*/ 0 h 9"/>
                <a:gd name="T2" fmla="*/ 0 w 3"/>
                <a:gd name="T3" fmla="*/ 2147483646 h 9"/>
                <a:gd name="T4" fmla="*/ 0 60000 65536"/>
                <a:gd name="T5" fmla="*/ 0 60000 65536"/>
                <a:gd name="T6" fmla="*/ 0 w 3"/>
                <a:gd name="T7" fmla="*/ 0 h 9"/>
                <a:gd name="T8" fmla="*/ 3 w 3"/>
                <a:gd name="T9" fmla="*/ 9 h 9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" h="9">
                  <a:moveTo>
                    <a:pt x="2" y="0"/>
                  </a:moveTo>
                  <a:cubicBezTo>
                    <a:pt x="3" y="2"/>
                    <a:pt x="3" y="9"/>
                    <a:pt x="0" y="9"/>
                  </a:cubicBezTo>
                </a:path>
              </a:pathLst>
            </a:custGeom>
            <a:noFill/>
            <a:ln w="2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5464" name="Freeform 34">
              <a:extLst>
                <a:ext uri="{FF2B5EF4-FFF2-40B4-BE49-F238E27FC236}">
                  <a16:creationId xmlns:a16="http://schemas.microsoft.com/office/drawing/2014/main" id="{2F3A2EF5-66CD-4020-9F8F-053A34672E2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4551" y="6307138"/>
              <a:ext cx="25400" cy="25400"/>
            </a:xfrm>
            <a:custGeom>
              <a:avLst/>
              <a:gdLst>
                <a:gd name="T0" fmla="*/ 0 w 12"/>
                <a:gd name="T1" fmla="*/ 0 h 12"/>
                <a:gd name="T2" fmla="*/ 2147483646 w 12"/>
                <a:gd name="T3" fmla="*/ 2147483646 h 12"/>
                <a:gd name="T4" fmla="*/ 2147483646 w 12"/>
                <a:gd name="T5" fmla="*/ 2147483646 h 12"/>
                <a:gd name="T6" fmla="*/ 2147483646 w 12"/>
                <a:gd name="T7" fmla="*/ 2147483646 h 12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2"/>
                <a:gd name="T13" fmla="*/ 0 h 12"/>
                <a:gd name="T14" fmla="*/ 12 w 12"/>
                <a:gd name="T15" fmla="*/ 12 h 12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2" h="12">
                  <a:moveTo>
                    <a:pt x="0" y="0"/>
                  </a:moveTo>
                  <a:cubicBezTo>
                    <a:pt x="1" y="1"/>
                    <a:pt x="1" y="3"/>
                    <a:pt x="1" y="4"/>
                  </a:cubicBezTo>
                  <a:cubicBezTo>
                    <a:pt x="2" y="6"/>
                    <a:pt x="2" y="7"/>
                    <a:pt x="3" y="9"/>
                  </a:cubicBezTo>
                  <a:cubicBezTo>
                    <a:pt x="5" y="11"/>
                    <a:pt x="8" y="12"/>
                    <a:pt x="12" y="12"/>
                  </a:cubicBezTo>
                </a:path>
              </a:pathLst>
            </a:custGeom>
            <a:noFill/>
            <a:ln w="2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5465" name="Freeform 35">
              <a:extLst>
                <a:ext uri="{FF2B5EF4-FFF2-40B4-BE49-F238E27FC236}">
                  <a16:creationId xmlns:a16="http://schemas.microsoft.com/office/drawing/2014/main" id="{916ECECD-D7A9-474C-869C-4D4CD5DA4AD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9951" y="6327775"/>
              <a:ext cx="31750" cy="25400"/>
            </a:xfrm>
            <a:custGeom>
              <a:avLst/>
              <a:gdLst>
                <a:gd name="T0" fmla="*/ 0 w 15"/>
                <a:gd name="T1" fmla="*/ 2147483646 h 12"/>
                <a:gd name="T2" fmla="*/ 2147483646 w 15"/>
                <a:gd name="T3" fmla="*/ 2147483646 h 12"/>
                <a:gd name="T4" fmla="*/ 2147483646 w 15"/>
                <a:gd name="T5" fmla="*/ 2147483646 h 12"/>
                <a:gd name="T6" fmla="*/ 2147483646 w 15"/>
                <a:gd name="T7" fmla="*/ 2147483646 h 12"/>
                <a:gd name="T8" fmla="*/ 2147483646 w 15"/>
                <a:gd name="T9" fmla="*/ 0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5"/>
                <a:gd name="T16" fmla="*/ 0 h 12"/>
                <a:gd name="T17" fmla="*/ 15 w 15"/>
                <a:gd name="T18" fmla="*/ 12 h 1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5" h="12">
                  <a:moveTo>
                    <a:pt x="0" y="5"/>
                  </a:moveTo>
                  <a:cubicBezTo>
                    <a:pt x="2" y="7"/>
                    <a:pt x="3" y="10"/>
                    <a:pt x="5" y="12"/>
                  </a:cubicBezTo>
                  <a:cubicBezTo>
                    <a:pt x="6" y="11"/>
                    <a:pt x="8" y="11"/>
                    <a:pt x="9" y="11"/>
                  </a:cubicBezTo>
                  <a:cubicBezTo>
                    <a:pt x="11" y="10"/>
                    <a:pt x="12" y="9"/>
                    <a:pt x="13" y="7"/>
                  </a:cubicBezTo>
                  <a:cubicBezTo>
                    <a:pt x="15" y="5"/>
                    <a:pt x="15" y="2"/>
                    <a:pt x="12" y="0"/>
                  </a:cubicBezTo>
                </a:path>
              </a:pathLst>
            </a:custGeom>
            <a:noFill/>
            <a:ln w="2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5466" name="Freeform 36">
              <a:extLst>
                <a:ext uri="{FF2B5EF4-FFF2-40B4-BE49-F238E27FC236}">
                  <a16:creationId xmlns:a16="http://schemas.microsoft.com/office/drawing/2014/main" id="{E7B50761-F3F9-4FE0-90B9-1BB7847BC1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1701" y="6346825"/>
              <a:ext cx="38100" cy="30163"/>
            </a:xfrm>
            <a:custGeom>
              <a:avLst/>
              <a:gdLst>
                <a:gd name="T0" fmla="*/ 0 w 18"/>
                <a:gd name="T1" fmla="*/ 2147483646 h 14"/>
                <a:gd name="T2" fmla="*/ 2147483646 w 18"/>
                <a:gd name="T3" fmla="*/ 2147483646 h 14"/>
                <a:gd name="T4" fmla="*/ 2147483646 w 18"/>
                <a:gd name="T5" fmla="*/ 2147483646 h 14"/>
                <a:gd name="T6" fmla="*/ 2147483646 w 18"/>
                <a:gd name="T7" fmla="*/ 2147483646 h 14"/>
                <a:gd name="T8" fmla="*/ 2147483646 w 18"/>
                <a:gd name="T9" fmla="*/ 2147483646 h 14"/>
                <a:gd name="T10" fmla="*/ 2147483646 w 18"/>
                <a:gd name="T11" fmla="*/ 2147483646 h 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8"/>
                <a:gd name="T19" fmla="*/ 0 h 14"/>
                <a:gd name="T20" fmla="*/ 18 w 18"/>
                <a:gd name="T21" fmla="*/ 14 h 14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8" h="14">
                  <a:moveTo>
                    <a:pt x="0" y="7"/>
                  </a:moveTo>
                  <a:cubicBezTo>
                    <a:pt x="2" y="7"/>
                    <a:pt x="4" y="8"/>
                    <a:pt x="5" y="10"/>
                  </a:cubicBezTo>
                  <a:cubicBezTo>
                    <a:pt x="6" y="10"/>
                    <a:pt x="7" y="12"/>
                    <a:pt x="8" y="13"/>
                  </a:cubicBezTo>
                  <a:cubicBezTo>
                    <a:pt x="9" y="14"/>
                    <a:pt x="14" y="11"/>
                    <a:pt x="15" y="10"/>
                  </a:cubicBezTo>
                  <a:cubicBezTo>
                    <a:pt x="17" y="8"/>
                    <a:pt x="18" y="6"/>
                    <a:pt x="16" y="4"/>
                  </a:cubicBezTo>
                  <a:cubicBezTo>
                    <a:pt x="16" y="3"/>
                    <a:pt x="12" y="0"/>
                    <a:pt x="11" y="1"/>
                  </a:cubicBezTo>
                </a:path>
              </a:pathLst>
            </a:custGeom>
            <a:noFill/>
            <a:ln w="2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5467" name="Freeform 37">
              <a:extLst>
                <a:ext uri="{FF2B5EF4-FFF2-40B4-BE49-F238E27FC236}">
                  <a16:creationId xmlns:a16="http://schemas.microsoft.com/office/drawing/2014/main" id="{922C45A6-0E6B-4FD0-8180-FD2678C5D4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9326" y="6369050"/>
              <a:ext cx="36513" cy="28575"/>
            </a:xfrm>
            <a:custGeom>
              <a:avLst/>
              <a:gdLst>
                <a:gd name="T0" fmla="*/ 0 w 17"/>
                <a:gd name="T1" fmla="*/ 2147483646 h 14"/>
                <a:gd name="T2" fmla="*/ 2147483646 w 17"/>
                <a:gd name="T3" fmla="*/ 2147483646 h 14"/>
                <a:gd name="T4" fmla="*/ 2147483646 w 17"/>
                <a:gd name="T5" fmla="*/ 2147483646 h 14"/>
                <a:gd name="T6" fmla="*/ 2147483646 w 17"/>
                <a:gd name="T7" fmla="*/ 2147483646 h 14"/>
                <a:gd name="T8" fmla="*/ 2147483646 w 17"/>
                <a:gd name="T9" fmla="*/ 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7"/>
                <a:gd name="T16" fmla="*/ 0 h 14"/>
                <a:gd name="T17" fmla="*/ 17 w 17"/>
                <a:gd name="T18" fmla="*/ 14 h 1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7" h="14">
                  <a:moveTo>
                    <a:pt x="0" y="7"/>
                  </a:moveTo>
                  <a:cubicBezTo>
                    <a:pt x="3" y="6"/>
                    <a:pt x="5" y="10"/>
                    <a:pt x="7" y="12"/>
                  </a:cubicBezTo>
                  <a:cubicBezTo>
                    <a:pt x="9" y="14"/>
                    <a:pt x="12" y="12"/>
                    <a:pt x="13" y="10"/>
                  </a:cubicBezTo>
                  <a:cubicBezTo>
                    <a:pt x="15" y="8"/>
                    <a:pt x="17" y="5"/>
                    <a:pt x="16" y="3"/>
                  </a:cubicBezTo>
                  <a:cubicBezTo>
                    <a:pt x="15" y="1"/>
                    <a:pt x="10" y="0"/>
                    <a:pt x="10" y="0"/>
                  </a:cubicBezTo>
                </a:path>
              </a:pathLst>
            </a:custGeom>
            <a:noFill/>
            <a:ln w="2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5468" name="Freeform 38">
              <a:extLst>
                <a:ext uri="{FF2B5EF4-FFF2-40B4-BE49-F238E27FC236}">
                  <a16:creationId xmlns:a16="http://schemas.microsoft.com/office/drawing/2014/main" id="{16CAA126-2016-4576-8EB8-E1ABEEA67AC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0288" y="6364288"/>
              <a:ext cx="25400" cy="26988"/>
            </a:xfrm>
            <a:custGeom>
              <a:avLst/>
              <a:gdLst>
                <a:gd name="T0" fmla="*/ 0 w 12"/>
                <a:gd name="T1" fmla="*/ 2147483646 h 13"/>
                <a:gd name="T2" fmla="*/ 2147483646 w 12"/>
                <a:gd name="T3" fmla="*/ 2147483646 h 13"/>
                <a:gd name="T4" fmla="*/ 2147483646 w 12"/>
                <a:gd name="T5" fmla="*/ 2147483646 h 13"/>
                <a:gd name="T6" fmla="*/ 2147483646 w 12"/>
                <a:gd name="T7" fmla="*/ 0 h 13"/>
                <a:gd name="T8" fmla="*/ 2147483646 w 12"/>
                <a:gd name="T9" fmla="*/ 0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2"/>
                <a:gd name="T16" fmla="*/ 0 h 13"/>
                <a:gd name="T17" fmla="*/ 12 w 12"/>
                <a:gd name="T18" fmla="*/ 13 h 1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2" h="13">
                  <a:moveTo>
                    <a:pt x="0" y="3"/>
                  </a:moveTo>
                  <a:cubicBezTo>
                    <a:pt x="2" y="4"/>
                    <a:pt x="5" y="6"/>
                    <a:pt x="6" y="8"/>
                  </a:cubicBezTo>
                  <a:cubicBezTo>
                    <a:pt x="7" y="10"/>
                    <a:pt x="7" y="13"/>
                    <a:pt x="9" y="11"/>
                  </a:cubicBezTo>
                  <a:cubicBezTo>
                    <a:pt x="12" y="8"/>
                    <a:pt x="11" y="2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</a:path>
              </a:pathLst>
            </a:custGeom>
            <a:noFill/>
            <a:ln w="2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5469" name="Freeform 39">
              <a:extLst>
                <a:ext uri="{FF2B5EF4-FFF2-40B4-BE49-F238E27FC236}">
                  <a16:creationId xmlns:a16="http://schemas.microsoft.com/office/drawing/2014/main" id="{9144429B-0D09-4CBF-953A-41EE4CC205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7176" y="6081713"/>
              <a:ext cx="74613" cy="173038"/>
            </a:xfrm>
            <a:custGeom>
              <a:avLst/>
              <a:gdLst>
                <a:gd name="T0" fmla="*/ 2147483646 w 35"/>
                <a:gd name="T1" fmla="*/ 0 h 82"/>
                <a:gd name="T2" fmla="*/ 2147483646 w 35"/>
                <a:gd name="T3" fmla="*/ 2147483646 h 82"/>
                <a:gd name="T4" fmla="*/ 0 w 35"/>
                <a:gd name="T5" fmla="*/ 2147483646 h 82"/>
                <a:gd name="T6" fmla="*/ 0 60000 65536"/>
                <a:gd name="T7" fmla="*/ 0 60000 65536"/>
                <a:gd name="T8" fmla="*/ 0 60000 65536"/>
                <a:gd name="T9" fmla="*/ 0 w 35"/>
                <a:gd name="T10" fmla="*/ 0 h 82"/>
                <a:gd name="T11" fmla="*/ 35 w 35"/>
                <a:gd name="T12" fmla="*/ 82 h 82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5" h="82">
                  <a:moveTo>
                    <a:pt x="32" y="0"/>
                  </a:moveTo>
                  <a:cubicBezTo>
                    <a:pt x="28" y="14"/>
                    <a:pt x="35" y="30"/>
                    <a:pt x="35" y="45"/>
                  </a:cubicBezTo>
                  <a:cubicBezTo>
                    <a:pt x="35" y="68"/>
                    <a:pt x="18" y="74"/>
                    <a:pt x="0" y="82"/>
                  </a:cubicBezTo>
                </a:path>
              </a:pathLst>
            </a:custGeom>
            <a:noFill/>
            <a:ln w="2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5470" name="Freeform 40">
              <a:extLst>
                <a:ext uri="{FF2B5EF4-FFF2-40B4-BE49-F238E27FC236}">
                  <a16:creationId xmlns:a16="http://schemas.microsoft.com/office/drawing/2014/main" id="{9AC8A163-0646-42A5-B0B4-F605004DE7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9151" y="6372225"/>
              <a:ext cx="268288" cy="68263"/>
            </a:xfrm>
            <a:custGeom>
              <a:avLst/>
              <a:gdLst>
                <a:gd name="T0" fmla="*/ 2147483646 w 127"/>
                <a:gd name="T1" fmla="*/ 0 h 32"/>
                <a:gd name="T2" fmla="*/ 2147483646 w 127"/>
                <a:gd name="T3" fmla="*/ 2147483646 h 32"/>
                <a:gd name="T4" fmla="*/ 0 60000 65536"/>
                <a:gd name="T5" fmla="*/ 0 60000 65536"/>
                <a:gd name="T6" fmla="*/ 0 w 127"/>
                <a:gd name="T7" fmla="*/ 0 h 32"/>
                <a:gd name="T8" fmla="*/ 127 w 127"/>
                <a:gd name="T9" fmla="*/ 32 h 32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27" h="32">
                  <a:moveTo>
                    <a:pt x="4" y="0"/>
                  </a:moveTo>
                  <a:cubicBezTo>
                    <a:pt x="4" y="0"/>
                    <a:pt x="0" y="32"/>
                    <a:pt x="127" y="23"/>
                  </a:cubicBezTo>
                </a:path>
              </a:pathLst>
            </a:custGeom>
            <a:noFill/>
            <a:ln w="2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5471" name="Freeform 41">
              <a:extLst>
                <a:ext uri="{FF2B5EF4-FFF2-40B4-BE49-F238E27FC236}">
                  <a16:creationId xmlns:a16="http://schemas.microsoft.com/office/drawing/2014/main" id="{E6561C38-BA60-48F0-9A8E-257E3CFE39A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9651" y="6172200"/>
              <a:ext cx="363538" cy="280988"/>
            </a:xfrm>
            <a:custGeom>
              <a:avLst/>
              <a:gdLst>
                <a:gd name="T0" fmla="*/ 2147483646 w 172"/>
                <a:gd name="T1" fmla="*/ 2147483646 h 133"/>
                <a:gd name="T2" fmla="*/ 2147483646 w 172"/>
                <a:gd name="T3" fmla="*/ 2147483646 h 133"/>
                <a:gd name="T4" fmla="*/ 0 w 172"/>
                <a:gd name="T5" fmla="*/ 2147483646 h 133"/>
                <a:gd name="T6" fmla="*/ 2147483646 w 172"/>
                <a:gd name="T7" fmla="*/ 2147483646 h 133"/>
                <a:gd name="T8" fmla="*/ 2147483646 w 172"/>
                <a:gd name="T9" fmla="*/ 2147483646 h 133"/>
                <a:gd name="T10" fmla="*/ 2147483646 w 172"/>
                <a:gd name="T11" fmla="*/ 2147483646 h 133"/>
                <a:gd name="T12" fmla="*/ 2147483646 w 172"/>
                <a:gd name="T13" fmla="*/ 2147483646 h 133"/>
                <a:gd name="T14" fmla="*/ 2147483646 w 172"/>
                <a:gd name="T15" fmla="*/ 2147483646 h 133"/>
                <a:gd name="T16" fmla="*/ 2147483646 w 172"/>
                <a:gd name="T17" fmla="*/ 2147483646 h 133"/>
                <a:gd name="T18" fmla="*/ 2147483646 w 172"/>
                <a:gd name="T19" fmla="*/ 2147483646 h 133"/>
                <a:gd name="T20" fmla="*/ 2147483646 w 172"/>
                <a:gd name="T21" fmla="*/ 2147483646 h 133"/>
                <a:gd name="T22" fmla="*/ 2147483646 w 172"/>
                <a:gd name="T23" fmla="*/ 2147483646 h 13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172"/>
                <a:gd name="T37" fmla="*/ 0 h 133"/>
                <a:gd name="T38" fmla="*/ 172 w 172"/>
                <a:gd name="T39" fmla="*/ 133 h 133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172" h="133">
                  <a:moveTo>
                    <a:pt x="71" y="3"/>
                  </a:moveTo>
                  <a:cubicBezTo>
                    <a:pt x="71" y="3"/>
                    <a:pt x="17" y="32"/>
                    <a:pt x="9" y="34"/>
                  </a:cubicBezTo>
                  <a:cubicBezTo>
                    <a:pt x="1" y="36"/>
                    <a:pt x="0" y="40"/>
                    <a:pt x="0" y="49"/>
                  </a:cubicBezTo>
                  <a:cubicBezTo>
                    <a:pt x="1" y="58"/>
                    <a:pt x="3" y="60"/>
                    <a:pt x="11" y="69"/>
                  </a:cubicBezTo>
                  <a:cubicBezTo>
                    <a:pt x="20" y="77"/>
                    <a:pt x="31" y="87"/>
                    <a:pt x="34" y="99"/>
                  </a:cubicBezTo>
                  <a:cubicBezTo>
                    <a:pt x="37" y="111"/>
                    <a:pt x="33" y="125"/>
                    <a:pt x="49" y="129"/>
                  </a:cubicBezTo>
                  <a:cubicBezTo>
                    <a:pt x="66" y="132"/>
                    <a:pt x="114" y="133"/>
                    <a:pt x="125" y="132"/>
                  </a:cubicBezTo>
                  <a:cubicBezTo>
                    <a:pt x="136" y="131"/>
                    <a:pt x="157" y="130"/>
                    <a:pt x="163" y="116"/>
                  </a:cubicBezTo>
                  <a:cubicBezTo>
                    <a:pt x="169" y="102"/>
                    <a:pt x="172" y="106"/>
                    <a:pt x="154" y="88"/>
                  </a:cubicBezTo>
                  <a:cubicBezTo>
                    <a:pt x="137" y="69"/>
                    <a:pt x="117" y="58"/>
                    <a:pt x="105" y="47"/>
                  </a:cubicBezTo>
                  <a:cubicBezTo>
                    <a:pt x="93" y="36"/>
                    <a:pt x="84" y="27"/>
                    <a:pt x="82" y="20"/>
                  </a:cubicBezTo>
                  <a:cubicBezTo>
                    <a:pt x="79" y="13"/>
                    <a:pt x="79" y="0"/>
                    <a:pt x="71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5472" name="Freeform 42">
              <a:extLst>
                <a:ext uri="{FF2B5EF4-FFF2-40B4-BE49-F238E27FC236}">
                  <a16:creationId xmlns:a16="http://schemas.microsoft.com/office/drawing/2014/main" id="{D282F672-01C3-4513-9C63-3D9665ED47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9651" y="6254750"/>
              <a:ext cx="361950" cy="198438"/>
            </a:xfrm>
            <a:custGeom>
              <a:avLst/>
              <a:gdLst>
                <a:gd name="T0" fmla="*/ 2147483646 w 171"/>
                <a:gd name="T1" fmla="*/ 2147483646 h 94"/>
                <a:gd name="T2" fmla="*/ 2147483646 w 171"/>
                <a:gd name="T3" fmla="*/ 2147483646 h 94"/>
                <a:gd name="T4" fmla="*/ 2147483646 w 171"/>
                <a:gd name="T5" fmla="*/ 2147483646 h 94"/>
                <a:gd name="T6" fmla="*/ 2147483646 w 171"/>
                <a:gd name="T7" fmla="*/ 2147483646 h 94"/>
                <a:gd name="T8" fmla="*/ 2147483646 w 171"/>
                <a:gd name="T9" fmla="*/ 2147483646 h 94"/>
                <a:gd name="T10" fmla="*/ 2147483646 w 171"/>
                <a:gd name="T11" fmla="*/ 0 h 94"/>
                <a:gd name="T12" fmla="*/ 0 w 171"/>
                <a:gd name="T13" fmla="*/ 2147483646 h 94"/>
                <a:gd name="T14" fmla="*/ 2147483646 w 171"/>
                <a:gd name="T15" fmla="*/ 2147483646 h 94"/>
                <a:gd name="T16" fmla="*/ 2147483646 w 171"/>
                <a:gd name="T17" fmla="*/ 2147483646 h 94"/>
                <a:gd name="T18" fmla="*/ 2147483646 w 171"/>
                <a:gd name="T19" fmla="*/ 2147483646 h 94"/>
                <a:gd name="T20" fmla="*/ 2147483646 w 171"/>
                <a:gd name="T21" fmla="*/ 2147483646 h 94"/>
                <a:gd name="T22" fmla="*/ 2147483646 w 171"/>
                <a:gd name="T23" fmla="*/ 2147483646 h 94"/>
                <a:gd name="T24" fmla="*/ 2147483646 w 171"/>
                <a:gd name="T25" fmla="*/ 2147483646 h 94"/>
                <a:gd name="T26" fmla="*/ 2147483646 w 171"/>
                <a:gd name="T27" fmla="*/ 2147483646 h 94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171"/>
                <a:gd name="T43" fmla="*/ 0 h 94"/>
                <a:gd name="T44" fmla="*/ 171 w 171"/>
                <a:gd name="T45" fmla="*/ 94 h 94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171" h="94">
                  <a:moveTo>
                    <a:pt x="163" y="60"/>
                  </a:moveTo>
                  <a:cubicBezTo>
                    <a:pt x="157" y="74"/>
                    <a:pt x="136" y="74"/>
                    <a:pt x="125" y="75"/>
                  </a:cubicBezTo>
                  <a:cubicBezTo>
                    <a:pt x="114" y="76"/>
                    <a:pt x="66" y="76"/>
                    <a:pt x="49" y="72"/>
                  </a:cubicBezTo>
                  <a:cubicBezTo>
                    <a:pt x="33" y="69"/>
                    <a:pt x="38" y="67"/>
                    <a:pt x="35" y="55"/>
                  </a:cubicBezTo>
                  <a:cubicBezTo>
                    <a:pt x="32" y="43"/>
                    <a:pt x="16" y="29"/>
                    <a:pt x="7" y="20"/>
                  </a:cubicBezTo>
                  <a:cubicBezTo>
                    <a:pt x="2" y="14"/>
                    <a:pt x="3" y="4"/>
                    <a:pt x="1" y="0"/>
                  </a:cubicBezTo>
                  <a:cubicBezTo>
                    <a:pt x="0" y="2"/>
                    <a:pt x="0" y="6"/>
                    <a:pt x="0" y="10"/>
                  </a:cubicBezTo>
                  <a:cubicBezTo>
                    <a:pt x="1" y="19"/>
                    <a:pt x="3" y="21"/>
                    <a:pt x="11" y="30"/>
                  </a:cubicBezTo>
                  <a:cubicBezTo>
                    <a:pt x="20" y="38"/>
                    <a:pt x="31" y="48"/>
                    <a:pt x="34" y="60"/>
                  </a:cubicBezTo>
                  <a:cubicBezTo>
                    <a:pt x="37" y="72"/>
                    <a:pt x="33" y="86"/>
                    <a:pt x="49" y="90"/>
                  </a:cubicBezTo>
                  <a:cubicBezTo>
                    <a:pt x="66" y="93"/>
                    <a:pt x="114" y="94"/>
                    <a:pt x="125" y="93"/>
                  </a:cubicBezTo>
                  <a:cubicBezTo>
                    <a:pt x="136" y="92"/>
                    <a:pt x="157" y="91"/>
                    <a:pt x="163" y="77"/>
                  </a:cubicBezTo>
                  <a:cubicBezTo>
                    <a:pt x="168" y="66"/>
                    <a:pt x="171" y="66"/>
                    <a:pt x="164" y="58"/>
                  </a:cubicBezTo>
                  <a:cubicBezTo>
                    <a:pt x="163" y="59"/>
                    <a:pt x="163" y="59"/>
                    <a:pt x="163" y="60"/>
                  </a:cubicBezTo>
                  <a:close/>
                </a:path>
              </a:pathLst>
            </a:custGeom>
            <a:solidFill>
              <a:srgbClr val="EAEA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5473" name="Freeform 43">
              <a:extLst>
                <a:ext uri="{FF2B5EF4-FFF2-40B4-BE49-F238E27FC236}">
                  <a16:creationId xmlns:a16="http://schemas.microsoft.com/office/drawing/2014/main" id="{B9AD325A-3788-4D48-8A39-DA82E64557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9651" y="6172200"/>
              <a:ext cx="363538" cy="280988"/>
            </a:xfrm>
            <a:custGeom>
              <a:avLst/>
              <a:gdLst>
                <a:gd name="T0" fmla="*/ 2147483646 w 172"/>
                <a:gd name="T1" fmla="*/ 2147483646 h 133"/>
                <a:gd name="T2" fmla="*/ 2147483646 w 172"/>
                <a:gd name="T3" fmla="*/ 2147483646 h 133"/>
                <a:gd name="T4" fmla="*/ 0 w 172"/>
                <a:gd name="T5" fmla="*/ 2147483646 h 133"/>
                <a:gd name="T6" fmla="*/ 2147483646 w 172"/>
                <a:gd name="T7" fmla="*/ 2147483646 h 133"/>
                <a:gd name="T8" fmla="*/ 2147483646 w 172"/>
                <a:gd name="T9" fmla="*/ 2147483646 h 133"/>
                <a:gd name="T10" fmla="*/ 2147483646 w 172"/>
                <a:gd name="T11" fmla="*/ 2147483646 h 133"/>
                <a:gd name="T12" fmla="*/ 2147483646 w 172"/>
                <a:gd name="T13" fmla="*/ 2147483646 h 133"/>
                <a:gd name="T14" fmla="*/ 2147483646 w 172"/>
                <a:gd name="T15" fmla="*/ 2147483646 h 133"/>
                <a:gd name="T16" fmla="*/ 2147483646 w 172"/>
                <a:gd name="T17" fmla="*/ 2147483646 h 133"/>
                <a:gd name="T18" fmla="*/ 2147483646 w 172"/>
                <a:gd name="T19" fmla="*/ 2147483646 h 133"/>
                <a:gd name="T20" fmla="*/ 2147483646 w 172"/>
                <a:gd name="T21" fmla="*/ 2147483646 h 133"/>
                <a:gd name="T22" fmla="*/ 2147483646 w 172"/>
                <a:gd name="T23" fmla="*/ 2147483646 h 13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172"/>
                <a:gd name="T37" fmla="*/ 0 h 133"/>
                <a:gd name="T38" fmla="*/ 172 w 172"/>
                <a:gd name="T39" fmla="*/ 133 h 133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172" h="133">
                  <a:moveTo>
                    <a:pt x="71" y="3"/>
                  </a:moveTo>
                  <a:cubicBezTo>
                    <a:pt x="71" y="3"/>
                    <a:pt x="17" y="32"/>
                    <a:pt x="9" y="34"/>
                  </a:cubicBezTo>
                  <a:cubicBezTo>
                    <a:pt x="1" y="36"/>
                    <a:pt x="0" y="40"/>
                    <a:pt x="0" y="49"/>
                  </a:cubicBezTo>
                  <a:cubicBezTo>
                    <a:pt x="1" y="58"/>
                    <a:pt x="3" y="60"/>
                    <a:pt x="11" y="69"/>
                  </a:cubicBezTo>
                  <a:cubicBezTo>
                    <a:pt x="20" y="77"/>
                    <a:pt x="31" y="87"/>
                    <a:pt x="34" y="99"/>
                  </a:cubicBezTo>
                  <a:cubicBezTo>
                    <a:pt x="37" y="111"/>
                    <a:pt x="33" y="125"/>
                    <a:pt x="49" y="129"/>
                  </a:cubicBezTo>
                  <a:cubicBezTo>
                    <a:pt x="66" y="132"/>
                    <a:pt x="114" y="133"/>
                    <a:pt x="125" y="132"/>
                  </a:cubicBezTo>
                  <a:cubicBezTo>
                    <a:pt x="136" y="131"/>
                    <a:pt x="157" y="130"/>
                    <a:pt x="163" y="116"/>
                  </a:cubicBezTo>
                  <a:cubicBezTo>
                    <a:pt x="169" y="102"/>
                    <a:pt x="172" y="106"/>
                    <a:pt x="154" y="88"/>
                  </a:cubicBezTo>
                  <a:cubicBezTo>
                    <a:pt x="137" y="69"/>
                    <a:pt x="117" y="58"/>
                    <a:pt x="105" y="47"/>
                  </a:cubicBezTo>
                  <a:cubicBezTo>
                    <a:pt x="93" y="36"/>
                    <a:pt x="84" y="27"/>
                    <a:pt x="82" y="20"/>
                  </a:cubicBezTo>
                  <a:cubicBezTo>
                    <a:pt x="79" y="13"/>
                    <a:pt x="79" y="0"/>
                    <a:pt x="71" y="3"/>
                  </a:cubicBezTo>
                  <a:close/>
                </a:path>
              </a:pathLst>
            </a:custGeom>
            <a:noFill/>
            <a:ln w="2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5474" name="Freeform 44">
              <a:extLst>
                <a:ext uri="{FF2B5EF4-FFF2-40B4-BE49-F238E27FC236}">
                  <a16:creationId xmlns:a16="http://schemas.microsoft.com/office/drawing/2014/main" id="{3BB62934-9F73-4176-A028-D5CD4AB9EE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8226" y="6184900"/>
              <a:ext cx="111125" cy="93663"/>
            </a:xfrm>
            <a:custGeom>
              <a:avLst/>
              <a:gdLst>
                <a:gd name="T0" fmla="*/ 0 w 52"/>
                <a:gd name="T1" fmla="*/ 2147483646 h 44"/>
                <a:gd name="T2" fmla="*/ 2147483646 w 52"/>
                <a:gd name="T3" fmla="*/ 2147483646 h 44"/>
                <a:gd name="T4" fmla="*/ 2147483646 w 52"/>
                <a:gd name="T5" fmla="*/ 2147483646 h 44"/>
                <a:gd name="T6" fmla="*/ 2147483646 w 52"/>
                <a:gd name="T7" fmla="*/ 2147483646 h 44"/>
                <a:gd name="T8" fmla="*/ 0 w 52"/>
                <a:gd name="T9" fmla="*/ 2147483646 h 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2"/>
                <a:gd name="T16" fmla="*/ 0 h 44"/>
                <a:gd name="T17" fmla="*/ 52 w 52"/>
                <a:gd name="T18" fmla="*/ 44 h 4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2" h="44">
                  <a:moveTo>
                    <a:pt x="0" y="19"/>
                  </a:moveTo>
                  <a:cubicBezTo>
                    <a:pt x="0" y="19"/>
                    <a:pt x="34" y="3"/>
                    <a:pt x="42" y="1"/>
                  </a:cubicBezTo>
                  <a:cubicBezTo>
                    <a:pt x="50" y="0"/>
                    <a:pt x="52" y="21"/>
                    <a:pt x="40" y="26"/>
                  </a:cubicBezTo>
                  <a:cubicBezTo>
                    <a:pt x="28" y="32"/>
                    <a:pt x="3" y="44"/>
                    <a:pt x="1" y="36"/>
                  </a:cubicBezTo>
                  <a:cubicBezTo>
                    <a:pt x="0" y="27"/>
                    <a:pt x="0" y="19"/>
                    <a:pt x="0" y="19"/>
                  </a:cubicBezTo>
                  <a:close/>
                </a:path>
              </a:pathLst>
            </a:custGeom>
            <a:solidFill>
              <a:srgbClr val="A0A0A0"/>
            </a:solidFill>
            <a:ln w="2" cap="rnd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fr-FR"/>
            </a:p>
          </p:txBody>
        </p:sp>
        <p:sp>
          <p:nvSpPr>
            <p:cNvPr id="55475" name="Freeform 45">
              <a:extLst>
                <a:ext uri="{FF2B5EF4-FFF2-40B4-BE49-F238E27FC236}">
                  <a16:creationId xmlns:a16="http://schemas.microsoft.com/office/drawing/2014/main" id="{0BDF29F3-76B9-43D4-9F92-F68A6F24FB6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5688" y="6235700"/>
              <a:ext cx="166688" cy="166688"/>
            </a:xfrm>
            <a:custGeom>
              <a:avLst/>
              <a:gdLst>
                <a:gd name="T0" fmla="*/ 0 w 79"/>
                <a:gd name="T1" fmla="*/ 2147483646 h 79"/>
                <a:gd name="T2" fmla="*/ 2147483646 w 79"/>
                <a:gd name="T3" fmla="*/ 2147483646 h 79"/>
                <a:gd name="T4" fmla="*/ 2147483646 w 79"/>
                <a:gd name="T5" fmla="*/ 0 h 79"/>
                <a:gd name="T6" fmla="*/ 0 60000 65536"/>
                <a:gd name="T7" fmla="*/ 0 60000 65536"/>
                <a:gd name="T8" fmla="*/ 0 60000 65536"/>
                <a:gd name="T9" fmla="*/ 0 w 79"/>
                <a:gd name="T10" fmla="*/ 0 h 79"/>
                <a:gd name="T11" fmla="*/ 79 w 79"/>
                <a:gd name="T12" fmla="*/ 79 h 79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79" h="79">
                  <a:moveTo>
                    <a:pt x="0" y="14"/>
                  </a:moveTo>
                  <a:cubicBezTo>
                    <a:pt x="0" y="14"/>
                    <a:pt x="22" y="79"/>
                    <a:pt x="50" y="64"/>
                  </a:cubicBezTo>
                  <a:cubicBezTo>
                    <a:pt x="79" y="49"/>
                    <a:pt x="34" y="16"/>
                    <a:pt x="35" y="0"/>
                  </a:cubicBezTo>
                </a:path>
              </a:pathLst>
            </a:custGeom>
            <a:noFill/>
            <a:ln w="2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5476" name="Freeform 46">
              <a:extLst>
                <a:ext uri="{FF2B5EF4-FFF2-40B4-BE49-F238E27FC236}">
                  <a16:creationId xmlns:a16="http://schemas.microsoft.com/office/drawing/2014/main" id="{3EF7EA0B-270C-4C1A-A2E0-81A826CFEEB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1251" y="6242050"/>
              <a:ext cx="73025" cy="142875"/>
            </a:xfrm>
            <a:custGeom>
              <a:avLst/>
              <a:gdLst>
                <a:gd name="T0" fmla="*/ 2147483646 w 35"/>
                <a:gd name="T1" fmla="*/ 0 h 68"/>
                <a:gd name="T2" fmla="*/ 2147483646 w 35"/>
                <a:gd name="T3" fmla="*/ 2147483646 h 68"/>
                <a:gd name="T4" fmla="*/ 2147483646 w 35"/>
                <a:gd name="T5" fmla="*/ 2147483646 h 68"/>
                <a:gd name="T6" fmla="*/ 0 w 35"/>
                <a:gd name="T7" fmla="*/ 2147483646 h 68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35"/>
                <a:gd name="T13" fmla="*/ 0 h 68"/>
                <a:gd name="T14" fmla="*/ 35 w 35"/>
                <a:gd name="T15" fmla="*/ 68 h 68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35" h="68">
                  <a:moveTo>
                    <a:pt x="6" y="0"/>
                  </a:moveTo>
                  <a:cubicBezTo>
                    <a:pt x="6" y="0"/>
                    <a:pt x="12" y="16"/>
                    <a:pt x="20" y="27"/>
                  </a:cubicBezTo>
                  <a:cubicBezTo>
                    <a:pt x="29" y="38"/>
                    <a:pt x="35" y="50"/>
                    <a:pt x="24" y="57"/>
                  </a:cubicBezTo>
                  <a:cubicBezTo>
                    <a:pt x="9" y="68"/>
                    <a:pt x="0" y="57"/>
                    <a:pt x="0" y="57"/>
                  </a:cubicBezTo>
                </a:path>
              </a:pathLst>
            </a:custGeom>
            <a:noFill/>
            <a:ln w="2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5477" name="Oval 47">
              <a:extLst>
                <a:ext uri="{FF2B5EF4-FFF2-40B4-BE49-F238E27FC236}">
                  <a16:creationId xmlns:a16="http://schemas.microsoft.com/office/drawing/2014/main" id="{C37466AE-0F74-47B1-B6B0-4D27E6D482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87601" y="6405563"/>
              <a:ext cx="22225" cy="23813"/>
            </a:xfrm>
            <a:prstGeom prst="ellipse">
              <a:avLst/>
            </a:prstGeom>
            <a:solidFill>
              <a:srgbClr val="A0A0A0"/>
            </a:solidFill>
            <a:ln w="2" cap="rnd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  <a:latin typeface="Calibri" panose="020F0502020204030204" pitchFamily="34" charset="0"/>
              </a:endParaRPr>
            </a:p>
          </p:txBody>
        </p:sp>
        <p:sp>
          <p:nvSpPr>
            <p:cNvPr id="55478" name="Oval 48">
              <a:extLst>
                <a:ext uri="{FF2B5EF4-FFF2-40B4-BE49-F238E27FC236}">
                  <a16:creationId xmlns:a16="http://schemas.microsoft.com/office/drawing/2014/main" id="{E251C054-AC7E-4D3D-852F-E46D0B2FD7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84438" y="6408738"/>
              <a:ext cx="23813" cy="22225"/>
            </a:xfrm>
            <a:prstGeom prst="ellipse">
              <a:avLst/>
            </a:prstGeom>
            <a:solidFill>
              <a:srgbClr val="A0A0A0"/>
            </a:solidFill>
            <a:ln w="2" cap="rnd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  <a:latin typeface="Calibri" panose="020F0502020204030204" pitchFamily="34" charset="0"/>
              </a:endParaRPr>
            </a:p>
          </p:txBody>
        </p:sp>
        <p:sp>
          <p:nvSpPr>
            <p:cNvPr id="55479" name="Oval 49">
              <a:extLst>
                <a:ext uri="{FF2B5EF4-FFF2-40B4-BE49-F238E27FC236}">
                  <a16:creationId xmlns:a16="http://schemas.microsoft.com/office/drawing/2014/main" id="{B9BD35F5-03AA-4689-877C-DE86522650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9688" y="6392863"/>
              <a:ext cx="23813" cy="23813"/>
            </a:xfrm>
            <a:prstGeom prst="ellipse">
              <a:avLst/>
            </a:prstGeom>
            <a:solidFill>
              <a:srgbClr val="A0A0A0"/>
            </a:solidFill>
            <a:ln w="2" cap="rnd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  <a:latin typeface="Calibri" panose="020F0502020204030204" pitchFamily="34" charset="0"/>
              </a:endParaRPr>
            </a:p>
          </p:txBody>
        </p:sp>
        <p:sp>
          <p:nvSpPr>
            <p:cNvPr id="55480" name="Freeform 50">
              <a:extLst>
                <a:ext uri="{FF2B5EF4-FFF2-40B4-BE49-F238E27FC236}">
                  <a16:creationId xmlns:a16="http://schemas.microsoft.com/office/drawing/2014/main" id="{D31C1B5D-4B3A-4F9D-B442-2065952AC0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8201" y="2925763"/>
              <a:ext cx="935038" cy="3078163"/>
            </a:xfrm>
            <a:custGeom>
              <a:avLst/>
              <a:gdLst>
                <a:gd name="T0" fmla="*/ 0 w 442"/>
                <a:gd name="T1" fmla="*/ 2147483646 h 1463"/>
                <a:gd name="T2" fmla="*/ 2147483646 w 442"/>
                <a:gd name="T3" fmla="*/ 2147483646 h 1463"/>
                <a:gd name="T4" fmla="*/ 2147483646 w 442"/>
                <a:gd name="T5" fmla="*/ 2147483646 h 1463"/>
                <a:gd name="T6" fmla="*/ 2147483646 w 442"/>
                <a:gd name="T7" fmla="*/ 2147483646 h 1463"/>
                <a:gd name="T8" fmla="*/ 2147483646 w 442"/>
                <a:gd name="T9" fmla="*/ 2147483646 h 1463"/>
                <a:gd name="T10" fmla="*/ 2147483646 w 442"/>
                <a:gd name="T11" fmla="*/ 2147483646 h 1463"/>
                <a:gd name="T12" fmla="*/ 2147483646 w 442"/>
                <a:gd name="T13" fmla="*/ 2147483646 h 1463"/>
                <a:gd name="T14" fmla="*/ 2147483646 w 442"/>
                <a:gd name="T15" fmla="*/ 2147483646 h 1463"/>
                <a:gd name="T16" fmla="*/ 2147483646 w 442"/>
                <a:gd name="T17" fmla="*/ 2147483646 h 1463"/>
                <a:gd name="T18" fmla="*/ 2147483646 w 442"/>
                <a:gd name="T19" fmla="*/ 2147483646 h 1463"/>
                <a:gd name="T20" fmla="*/ 2147483646 w 442"/>
                <a:gd name="T21" fmla="*/ 2147483646 h 1463"/>
                <a:gd name="T22" fmla="*/ 2147483646 w 442"/>
                <a:gd name="T23" fmla="*/ 2147483646 h 1463"/>
                <a:gd name="T24" fmla="*/ 2147483646 w 442"/>
                <a:gd name="T25" fmla="*/ 2147483646 h 1463"/>
                <a:gd name="T26" fmla="*/ 2147483646 w 442"/>
                <a:gd name="T27" fmla="*/ 2147483646 h 1463"/>
                <a:gd name="T28" fmla="*/ 2147483646 w 442"/>
                <a:gd name="T29" fmla="*/ 2147483646 h 1463"/>
                <a:gd name="T30" fmla="*/ 2147483646 w 442"/>
                <a:gd name="T31" fmla="*/ 2147483646 h 1463"/>
                <a:gd name="T32" fmla="*/ 2147483646 w 442"/>
                <a:gd name="T33" fmla="*/ 2147483646 h 1463"/>
                <a:gd name="T34" fmla="*/ 2147483646 w 442"/>
                <a:gd name="T35" fmla="*/ 2147483646 h 1463"/>
                <a:gd name="T36" fmla="*/ 2147483646 w 442"/>
                <a:gd name="T37" fmla="*/ 2147483646 h 1463"/>
                <a:gd name="T38" fmla="*/ 2147483646 w 442"/>
                <a:gd name="T39" fmla="*/ 2147483646 h 1463"/>
                <a:gd name="T40" fmla="*/ 2147483646 w 442"/>
                <a:gd name="T41" fmla="*/ 0 h 1463"/>
                <a:gd name="T42" fmla="*/ 0 w 442"/>
                <a:gd name="T43" fmla="*/ 2147483646 h 1463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442"/>
                <a:gd name="T67" fmla="*/ 0 h 1463"/>
                <a:gd name="T68" fmla="*/ 442 w 442"/>
                <a:gd name="T69" fmla="*/ 1463 h 1463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442" h="1463">
                  <a:moveTo>
                    <a:pt x="0" y="56"/>
                  </a:moveTo>
                  <a:cubicBezTo>
                    <a:pt x="0" y="56"/>
                    <a:pt x="3" y="142"/>
                    <a:pt x="17" y="175"/>
                  </a:cubicBezTo>
                  <a:cubicBezTo>
                    <a:pt x="31" y="209"/>
                    <a:pt x="59" y="271"/>
                    <a:pt x="67" y="310"/>
                  </a:cubicBezTo>
                  <a:cubicBezTo>
                    <a:pt x="75" y="350"/>
                    <a:pt x="87" y="494"/>
                    <a:pt x="108" y="576"/>
                  </a:cubicBezTo>
                  <a:cubicBezTo>
                    <a:pt x="130" y="658"/>
                    <a:pt x="150" y="736"/>
                    <a:pt x="150" y="762"/>
                  </a:cubicBezTo>
                  <a:cubicBezTo>
                    <a:pt x="150" y="788"/>
                    <a:pt x="145" y="806"/>
                    <a:pt x="158" y="832"/>
                  </a:cubicBezTo>
                  <a:cubicBezTo>
                    <a:pt x="171" y="858"/>
                    <a:pt x="182" y="915"/>
                    <a:pt x="194" y="936"/>
                  </a:cubicBezTo>
                  <a:cubicBezTo>
                    <a:pt x="205" y="957"/>
                    <a:pt x="209" y="989"/>
                    <a:pt x="214" y="1025"/>
                  </a:cubicBezTo>
                  <a:cubicBezTo>
                    <a:pt x="218" y="1060"/>
                    <a:pt x="249" y="1342"/>
                    <a:pt x="268" y="1412"/>
                  </a:cubicBezTo>
                  <a:cubicBezTo>
                    <a:pt x="268" y="1412"/>
                    <a:pt x="323" y="1463"/>
                    <a:pt x="397" y="1415"/>
                  </a:cubicBezTo>
                  <a:cubicBezTo>
                    <a:pt x="397" y="1415"/>
                    <a:pt x="396" y="1345"/>
                    <a:pt x="402" y="1314"/>
                  </a:cubicBezTo>
                  <a:cubicBezTo>
                    <a:pt x="408" y="1283"/>
                    <a:pt x="422" y="1165"/>
                    <a:pt x="412" y="1082"/>
                  </a:cubicBezTo>
                  <a:cubicBezTo>
                    <a:pt x="401" y="999"/>
                    <a:pt x="398" y="988"/>
                    <a:pt x="394" y="966"/>
                  </a:cubicBezTo>
                  <a:cubicBezTo>
                    <a:pt x="389" y="943"/>
                    <a:pt x="385" y="935"/>
                    <a:pt x="382" y="915"/>
                  </a:cubicBezTo>
                  <a:cubicBezTo>
                    <a:pt x="378" y="894"/>
                    <a:pt x="382" y="836"/>
                    <a:pt x="378" y="801"/>
                  </a:cubicBezTo>
                  <a:cubicBezTo>
                    <a:pt x="375" y="765"/>
                    <a:pt x="374" y="690"/>
                    <a:pt x="375" y="653"/>
                  </a:cubicBezTo>
                  <a:cubicBezTo>
                    <a:pt x="376" y="616"/>
                    <a:pt x="378" y="506"/>
                    <a:pt x="378" y="474"/>
                  </a:cubicBezTo>
                  <a:cubicBezTo>
                    <a:pt x="378" y="442"/>
                    <a:pt x="388" y="382"/>
                    <a:pt x="407" y="340"/>
                  </a:cubicBezTo>
                  <a:cubicBezTo>
                    <a:pt x="426" y="299"/>
                    <a:pt x="442" y="255"/>
                    <a:pt x="435" y="209"/>
                  </a:cubicBezTo>
                  <a:cubicBezTo>
                    <a:pt x="428" y="162"/>
                    <a:pt x="420" y="119"/>
                    <a:pt x="416" y="95"/>
                  </a:cubicBezTo>
                  <a:cubicBezTo>
                    <a:pt x="413" y="71"/>
                    <a:pt x="406" y="23"/>
                    <a:pt x="389" y="0"/>
                  </a:cubicBezTo>
                  <a:lnTo>
                    <a:pt x="0" y="56"/>
                  </a:lnTo>
                  <a:close/>
                </a:path>
              </a:pathLst>
            </a:custGeom>
            <a:solidFill>
              <a:srgbClr val="F4C4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5481" name="Freeform 51">
              <a:extLst>
                <a:ext uri="{FF2B5EF4-FFF2-40B4-BE49-F238E27FC236}">
                  <a16:creationId xmlns:a16="http://schemas.microsoft.com/office/drawing/2014/main" id="{2FC492C8-4AB3-44D9-853C-710316BC67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7651" y="2925763"/>
              <a:ext cx="255588" cy="3024188"/>
            </a:xfrm>
            <a:custGeom>
              <a:avLst/>
              <a:gdLst>
                <a:gd name="T0" fmla="*/ 2147483646 w 121"/>
                <a:gd name="T1" fmla="*/ 2147483646 h 1437"/>
                <a:gd name="T2" fmla="*/ 2147483646 w 121"/>
                <a:gd name="T3" fmla="*/ 2147483646 h 1437"/>
                <a:gd name="T4" fmla="*/ 2147483646 w 121"/>
                <a:gd name="T5" fmla="*/ 2147483646 h 1437"/>
                <a:gd name="T6" fmla="*/ 2147483646 w 121"/>
                <a:gd name="T7" fmla="*/ 2147483646 h 1437"/>
                <a:gd name="T8" fmla="*/ 2147483646 w 121"/>
                <a:gd name="T9" fmla="*/ 2147483646 h 1437"/>
                <a:gd name="T10" fmla="*/ 2147483646 w 121"/>
                <a:gd name="T11" fmla="*/ 2147483646 h 1437"/>
                <a:gd name="T12" fmla="*/ 2147483646 w 121"/>
                <a:gd name="T13" fmla="*/ 2147483646 h 1437"/>
                <a:gd name="T14" fmla="*/ 2147483646 w 121"/>
                <a:gd name="T15" fmla="*/ 2147483646 h 1437"/>
                <a:gd name="T16" fmla="*/ 2147483646 w 121"/>
                <a:gd name="T17" fmla="*/ 0 h 1437"/>
                <a:gd name="T18" fmla="*/ 2147483646 w 121"/>
                <a:gd name="T19" fmla="*/ 2147483646 h 1437"/>
                <a:gd name="T20" fmla="*/ 2147483646 w 121"/>
                <a:gd name="T21" fmla="*/ 2147483646 h 1437"/>
                <a:gd name="T22" fmla="*/ 2147483646 w 121"/>
                <a:gd name="T23" fmla="*/ 2147483646 h 1437"/>
                <a:gd name="T24" fmla="*/ 2147483646 w 121"/>
                <a:gd name="T25" fmla="*/ 2147483646 h 1437"/>
                <a:gd name="T26" fmla="*/ 2147483646 w 121"/>
                <a:gd name="T27" fmla="*/ 2147483646 h 1437"/>
                <a:gd name="T28" fmla="*/ 2147483646 w 121"/>
                <a:gd name="T29" fmla="*/ 2147483646 h 1437"/>
                <a:gd name="T30" fmla="*/ 2147483646 w 121"/>
                <a:gd name="T31" fmla="*/ 2147483646 h 1437"/>
                <a:gd name="T32" fmla="*/ 2147483646 w 121"/>
                <a:gd name="T33" fmla="*/ 2147483646 h 1437"/>
                <a:gd name="T34" fmla="*/ 2147483646 w 121"/>
                <a:gd name="T35" fmla="*/ 2147483646 h 1437"/>
                <a:gd name="T36" fmla="*/ 2147483646 w 121"/>
                <a:gd name="T37" fmla="*/ 2147483646 h 1437"/>
                <a:gd name="T38" fmla="*/ 2147483646 w 121"/>
                <a:gd name="T39" fmla="*/ 2147483646 h 1437"/>
                <a:gd name="T40" fmla="*/ 2147483646 w 121"/>
                <a:gd name="T41" fmla="*/ 2147483646 h 1437"/>
                <a:gd name="T42" fmla="*/ 0 w 121"/>
                <a:gd name="T43" fmla="*/ 2147483646 h 1437"/>
                <a:gd name="T44" fmla="*/ 2147483646 w 121"/>
                <a:gd name="T45" fmla="*/ 2147483646 h 1437"/>
                <a:gd name="T46" fmla="*/ 2147483646 w 121"/>
                <a:gd name="T47" fmla="*/ 2147483646 h 1437"/>
                <a:gd name="T48" fmla="*/ 2147483646 w 121"/>
                <a:gd name="T49" fmla="*/ 2147483646 h 1437"/>
                <a:gd name="T50" fmla="*/ 2147483646 w 121"/>
                <a:gd name="T51" fmla="*/ 2147483646 h 1437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121"/>
                <a:gd name="T79" fmla="*/ 0 h 1437"/>
                <a:gd name="T80" fmla="*/ 121 w 121"/>
                <a:gd name="T81" fmla="*/ 1437 h 1437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121" h="1437">
                  <a:moveTo>
                    <a:pt x="73" y="966"/>
                  </a:moveTo>
                  <a:cubicBezTo>
                    <a:pt x="68" y="943"/>
                    <a:pt x="64" y="935"/>
                    <a:pt x="61" y="915"/>
                  </a:cubicBezTo>
                  <a:cubicBezTo>
                    <a:pt x="57" y="894"/>
                    <a:pt x="61" y="836"/>
                    <a:pt x="57" y="801"/>
                  </a:cubicBezTo>
                  <a:cubicBezTo>
                    <a:pt x="54" y="765"/>
                    <a:pt x="53" y="690"/>
                    <a:pt x="54" y="653"/>
                  </a:cubicBezTo>
                  <a:cubicBezTo>
                    <a:pt x="55" y="616"/>
                    <a:pt x="57" y="506"/>
                    <a:pt x="57" y="474"/>
                  </a:cubicBezTo>
                  <a:cubicBezTo>
                    <a:pt x="57" y="442"/>
                    <a:pt x="67" y="382"/>
                    <a:pt x="86" y="340"/>
                  </a:cubicBezTo>
                  <a:cubicBezTo>
                    <a:pt x="105" y="299"/>
                    <a:pt x="121" y="255"/>
                    <a:pt x="114" y="209"/>
                  </a:cubicBezTo>
                  <a:cubicBezTo>
                    <a:pt x="107" y="162"/>
                    <a:pt x="99" y="119"/>
                    <a:pt x="95" y="95"/>
                  </a:cubicBezTo>
                  <a:cubicBezTo>
                    <a:pt x="92" y="71"/>
                    <a:pt x="85" y="23"/>
                    <a:pt x="68" y="0"/>
                  </a:cubicBezTo>
                  <a:cubicBezTo>
                    <a:pt x="47" y="3"/>
                    <a:pt x="47" y="3"/>
                    <a:pt x="47" y="3"/>
                  </a:cubicBezTo>
                  <a:cubicBezTo>
                    <a:pt x="62" y="27"/>
                    <a:pt x="69" y="72"/>
                    <a:pt x="72" y="95"/>
                  </a:cubicBezTo>
                  <a:cubicBezTo>
                    <a:pt x="75" y="119"/>
                    <a:pt x="84" y="162"/>
                    <a:pt x="91" y="209"/>
                  </a:cubicBezTo>
                  <a:cubicBezTo>
                    <a:pt x="98" y="255"/>
                    <a:pt x="81" y="299"/>
                    <a:pt x="62" y="340"/>
                  </a:cubicBezTo>
                  <a:cubicBezTo>
                    <a:pt x="44" y="382"/>
                    <a:pt x="34" y="442"/>
                    <a:pt x="34" y="474"/>
                  </a:cubicBezTo>
                  <a:cubicBezTo>
                    <a:pt x="34" y="506"/>
                    <a:pt x="32" y="616"/>
                    <a:pt x="30" y="653"/>
                  </a:cubicBezTo>
                  <a:cubicBezTo>
                    <a:pt x="29" y="690"/>
                    <a:pt x="30" y="765"/>
                    <a:pt x="34" y="801"/>
                  </a:cubicBezTo>
                  <a:cubicBezTo>
                    <a:pt x="38" y="836"/>
                    <a:pt x="34" y="894"/>
                    <a:pt x="38" y="915"/>
                  </a:cubicBezTo>
                  <a:cubicBezTo>
                    <a:pt x="41" y="935"/>
                    <a:pt x="45" y="943"/>
                    <a:pt x="49" y="966"/>
                  </a:cubicBezTo>
                  <a:cubicBezTo>
                    <a:pt x="54" y="988"/>
                    <a:pt x="57" y="999"/>
                    <a:pt x="67" y="1082"/>
                  </a:cubicBezTo>
                  <a:cubicBezTo>
                    <a:pt x="78" y="1165"/>
                    <a:pt x="64" y="1283"/>
                    <a:pt x="58" y="1314"/>
                  </a:cubicBezTo>
                  <a:cubicBezTo>
                    <a:pt x="52" y="1345"/>
                    <a:pt x="53" y="1415"/>
                    <a:pt x="53" y="1415"/>
                  </a:cubicBezTo>
                  <a:cubicBezTo>
                    <a:pt x="34" y="1427"/>
                    <a:pt x="16" y="1433"/>
                    <a:pt x="0" y="1435"/>
                  </a:cubicBezTo>
                  <a:cubicBezTo>
                    <a:pt x="21" y="1437"/>
                    <a:pt x="47" y="1434"/>
                    <a:pt x="76" y="1415"/>
                  </a:cubicBezTo>
                  <a:cubicBezTo>
                    <a:pt x="76" y="1415"/>
                    <a:pt x="75" y="1345"/>
                    <a:pt x="81" y="1314"/>
                  </a:cubicBezTo>
                  <a:cubicBezTo>
                    <a:pt x="87" y="1283"/>
                    <a:pt x="101" y="1165"/>
                    <a:pt x="91" y="1082"/>
                  </a:cubicBezTo>
                  <a:cubicBezTo>
                    <a:pt x="80" y="999"/>
                    <a:pt x="78" y="988"/>
                    <a:pt x="73" y="966"/>
                  </a:cubicBezTo>
                  <a:close/>
                </a:path>
              </a:pathLst>
            </a:custGeom>
            <a:solidFill>
              <a:srgbClr val="F2A7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5482" name="Freeform 52">
              <a:extLst>
                <a:ext uri="{FF2B5EF4-FFF2-40B4-BE49-F238E27FC236}">
                  <a16:creationId xmlns:a16="http://schemas.microsoft.com/office/drawing/2014/main" id="{978D1BC4-9976-480F-B627-0AF527BCD74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8201" y="2925763"/>
              <a:ext cx="828675" cy="3038475"/>
            </a:xfrm>
            <a:custGeom>
              <a:avLst/>
              <a:gdLst>
                <a:gd name="T0" fmla="*/ 2147483646 w 392"/>
                <a:gd name="T1" fmla="*/ 2147483646 h 1444"/>
                <a:gd name="T2" fmla="*/ 2147483646 w 392"/>
                <a:gd name="T3" fmla="*/ 2147483646 h 1444"/>
                <a:gd name="T4" fmla="*/ 2147483646 w 392"/>
                <a:gd name="T5" fmla="*/ 2147483646 h 1444"/>
                <a:gd name="T6" fmla="*/ 2147483646 w 392"/>
                <a:gd name="T7" fmla="*/ 2147483646 h 1444"/>
                <a:gd name="T8" fmla="*/ 2147483646 w 392"/>
                <a:gd name="T9" fmla="*/ 2147483646 h 1444"/>
                <a:gd name="T10" fmla="*/ 2147483646 w 392"/>
                <a:gd name="T11" fmla="*/ 2147483646 h 1444"/>
                <a:gd name="T12" fmla="*/ 2147483646 w 392"/>
                <a:gd name="T13" fmla="*/ 2147483646 h 1444"/>
                <a:gd name="T14" fmla="*/ 2147483646 w 392"/>
                <a:gd name="T15" fmla="*/ 2147483646 h 1444"/>
                <a:gd name="T16" fmla="*/ 2147483646 w 392"/>
                <a:gd name="T17" fmla="*/ 2147483646 h 1444"/>
                <a:gd name="T18" fmla="*/ 2147483646 w 392"/>
                <a:gd name="T19" fmla="*/ 2147483646 h 1444"/>
                <a:gd name="T20" fmla="*/ 2147483646 w 392"/>
                <a:gd name="T21" fmla="*/ 0 h 1444"/>
                <a:gd name="T22" fmla="*/ 0 w 392"/>
                <a:gd name="T23" fmla="*/ 2147483646 h 1444"/>
                <a:gd name="T24" fmla="*/ 2147483646 w 392"/>
                <a:gd name="T25" fmla="*/ 2147483646 h 1444"/>
                <a:gd name="T26" fmla="*/ 2147483646 w 392"/>
                <a:gd name="T27" fmla="*/ 2147483646 h 1444"/>
                <a:gd name="T28" fmla="*/ 2147483646 w 392"/>
                <a:gd name="T29" fmla="*/ 2147483646 h 1444"/>
                <a:gd name="T30" fmla="*/ 2147483646 w 392"/>
                <a:gd name="T31" fmla="*/ 2147483646 h 1444"/>
                <a:gd name="T32" fmla="*/ 2147483646 w 392"/>
                <a:gd name="T33" fmla="*/ 2147483646 h 1444"/>
                <a:gd name="T34" fmla="*/ 2147483646 w 392"/>
                <a:gd name="T35" fmla="*/ 2147483646 h 1444"/>
                <a:gd name="T36" fmla="*/ 2147483646 w 392"/>
                <a:gd name="T37" fmla="*/ 2147483646 h 1444"/>
                <a:gd name="T38" fmla="*/ 2147483646 w 392"/>
                <a:gd name="T39" fmla="*/ 2147483646 h 1444"/>
                <a:gd name="T40" fmla="*/ 2147483646 w 392"/>
                <a:gd name="T41" fmla="*/ 2147483646 h 1444"/>
                <a:gd name="T42" fmla="*/ 2147483646 w 392"/>
                <a:gd name="T43" fmla="*/ 2147483646 h 1444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392"/>
                <a:gd name="T67" fmla="*/ 0 h 1444"/>
                <a:gd name="T68" fmla="*/ 392 w 392"/>
                <a:gd name="T69" fmla="*/ 1444 h 1444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392" h="1444">
                  <a:moveTo>
                    <a:pt x="308" y="1412"/>
                  </a:moveTo>
                  <a:cubicBezTo>
                    <a:pt x="289" y="1342"/>
                    <a:pt x="258" y="1060"/>
                    <a:pt x="254" y="1025"/>
                  </a:cubicBezTo>
                  <a:cubicBezTo>
                    <a:pt x="249" y="989"/>
                    <a:pt x="245" y="957"/>
                    <a:pt x="234" y="936"/>
                  </a:cubicBezTo>
                  <a:cubicBezTo>
                    <a:pt x="222" y="915"/>
                    <a:pt x="211" y="858"/>
                    <a:pt x="198" y="832"/>
                  </a:cubicBezTo>
                  <a:cubicBezTo>
                    <a:pt x="185" y="806"/>
                    <a:pt x="190" y="788"/>
                    <a:pt x="190" y="762"/>
                  </a:cubicBezTo>
                  <a:cubicBezTo>
                    <a:pt x="190" y="736"/>
                    <a:pt x="170" y="658"/>
                    <a:pt x="148" y="576"/>
                  </a:cubicBezTo>
                  <a:cubicBezTo>
                    <a:pt x="127" y="494"/>
                    <a:pt x="115" y="350"/>
                    <a:pt x="107" y="310"/>
                  </a:cubicBezTo>
                  <a:cubicBezTo>
                    <a:pt x="99" y="271"/>
                    <a:pt x="71" y="209"/>
                    <a:pt x="57" y="175"/>
                  </a:cubicBezTo>
                  <a:cubicBezTo>
                    <a:pt x="43" y="142"/>
                    <a:pt x="40" y="56"/>
                    <a:pt x="40" y="56"/>
                  </a:cubicBezTo>
                  <a:cubicBezTo>
                    <a:pt x="392" y="5"/>
                    <a:pt x="392" y="5"/>
                    <a:pt x="392" y="5"/>
                  </a:cubicBezTo>
                  <a:cubicBezTo>
                    <a:pt x="391" y="3"/>
                    <a:pt x="390" y="2"/>
                    <a:pt x="389" y="0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56"/>
                    <a:pt x="3" y="142"/>
                    <a:pt x="17" y="175"/>
                  </a:cubicBezTo>
                  <a:cubicBezTo>
                    <a:pt x="31" y="209"/>
                    <a:pt x="59" y="271"/>
                    <a:pt x="67" y="310"/>
                  </a:cubicBezTo>
                  <a:cubicBezTo>
                    <a:pt x="75" y="350"/>
                    <a:pt x="87" y="494"/>
                    <a:pt x="108" y="576"/>
                  </a:cubicBezTo>
                  <a:cubicBezTo>
                    <a:pt x="130" y="658"/>
                    <a:pt x="150" y="736"/>
                    <a:pt x="150" y="762"/>
                  </a:cubicBezTo>
                  <a:cubicBezTo>
                    <a:pt x="150" y="788"/>
                    <a:pt x="145" y="806"/>
                    <a:pt x="158" y="832"/>
                  </a:cubicBezTo>
                  <a:cubicBezTo>
                    <a:pt x="171" y="858"/>
                    <a:pt x="182" y="915"/>
                    <a:pt x="194" y="936"/>
                  </a:cubicBezTo>
                  <a:cubicBezTo>
                    <a:pt x="205" y="957"/>
                    <a:pt x="209" y="989"/>
                    <a:pt x="214" y="1025"/>
                  </a:cubicBezTo>
                  <a:cubicBezTo>
                    <a:pt x="218" y="1060"/>
                    <a:pt x="249" y="1342"/>
                    <a:pt x="268" y="1412"/>
                  </a:cubicBezTo>
                  <a:cubicBezTo>
                    <a:pt x="268" y="1412"/>
                    <a:pt x="302" y="1444"/>
                    <a:pt x="353" y="1434"/>
                  </a:cubicBezTo>
                  <a:cubicBezTo>
                    <a:pt x="325" y="1428"/>
                    <a:pt x="308" y="1412"/>
                    <a:pt x="308" y="1412"/>
                  </a:cubicBezTo>
                  <a:close/>
                </a:path>
              </a:pathLst>
            </a:custGeom>
            <a:solidFill>
              <a:srgbClr val="F9CF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5483" name="Freeform 53">
              <a:extLst>
                <a:ext uri="{FF2B5EF4-FFF2-40B4-BE49-F238E27FC236}">
                  <a16:creationId xmlns:a16="http://schemas.microsoft.com/office/drawing/2014/main" id="{0A5206FB-E022-4B9A-8DE2-8727557A79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8201" y="2925763"/>
              <a:ext cx="935038" cy="3078163"/>
            </a:xfrm>
            <a:custGeom>
              <a:avLst/>
              <a:gdLst>
                <a:gd name="T0" fmla="*/ 0 w 442"/>
                <a:gd name="T1" fmla="*/ 2147483646 h 1463"/>
                <a:gd name="T2" fmla="*/ 2147483646 w 442"/>
                <a:gd name="T3" fmla="*/ 2147483646 h 1463"/>
                <a:gd name="T4" fmla="*/ 2147483646 w 442"/>
                <a:gd name="T5" fmla="*/ 2147483646 h 1463"/>
                <a:gd name="T6" fmla="*/ 2147483646 w 442"/>
                <a:gd name="T7" fmla="*/ 2147483646 h 1463"/>
                <a:gd name="T8" fmla="*/ 2147483646 w 442"/>
                <a:gd name="T9" fmla="*/ 2147483646 h 1463"/>
                <a:gd name="T10" fmla="*/ 2147483646 w 442"/>
                <a:gd name="T11" fmla="*/ 2147483646 h 1463"/>
                <a:gd name="T12" fmla="*/ 2147483646 w 442"/>
                <a:gd name="T13" fmla="*/ 2147483646 h 1463"/>
                <a:gd name="T14" fmla="*/ 2147483646 w 442"/>
                <a:gd name="T15" fmla="*/ 2147483646 h 1463"/>
                <a:gd name="T16" fmla="*/ 2147483646 w 442"/>
                <a:gd name="T17" fmla="*/ 2147483646 h 1463"/>
                <a:gd name="T18" fmla="*/ 2147483646 w 442"/>
                <a:gd name="T19" fmla="*/ 2147483646 h 1463"/>
                <a:gd name="T20" fmla="*/ 2147483646 w 442"/>
                <a:gd name="T21" fmla="*/ 2147483646 h 1463"/>
                <a:gd name="T22" fmla="*/ 2147483646 w 442"/>
                <a:gd name="T23" fmla="*/ 2147483646 h 1463"/>
                <a:gd name="T24" fmla="*/ 2147483646 w 442"/>
                <a:gd name="T25" fmla="*/ 2147483646 h 1463"/>
                <a:gd name="T26" fmla="*/ 2147483646 w 442"/>
                <a:gd name="T27" fmla="*/ 2147483646 h 1463"/>
                <a:gd name="T28" fmla="*/ 2147483646 w 442"/>
                <a:gd name="T29" fmla="*/ 2147483646 h 1463"/>
                <a:gd name="T30" fmla="*/ 2147483646 w 442"/>
                <a:gd name="T31" fmla="*/ 2147483646 h 1463"/>
                <a:gd name="T32" fmla="*/ 2147483646 w 442"/>
                <a:gd name="T33" fmla="*/ 2147483646 h 1463"/>
                <a:gd name="T34" fmla="*/ 2147483646 w 442"/>
                <a:gd name="T35" fmla="*/ 2147483646 h 1463"/>
                <a:gd name="T36" fmla="*/ 2147483646 w 442"/>
                <a:gd name="T37" fmla="*/ 2147483646 h 1463"/>
                <a:gd name="T38" fmla="*/ 2147483646 w 442"/>
                <a:gd name="T39" fmla="*/ 2147483646 h 1463"/>
                <a:gd name="T40" fmla="*/ 2147483646 w 442"/>
                <a:gd name="T41" fmla="*/ 0 h 1463"/>
                <a:gd name="T42" fmla="*/ 0 w 442"/>
                <a:gd name="T43" fmla="*/ 2147483646 h 1463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442"/>
                <a:gd name="T67" fmla="*/ 0 h 1463"/>
                <a:gd name="T68" fmla="*/ 442 w 442"/>
                <a:gd name="T69" fmla="*/ 1463 h 1463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442" h="1463">
                  <a:moveTo>
                    <a:pt x="0" y="56"/>
                  </a:moveTo>
                  <a:cubicBezTo>
                    <a:pt x="0" y="56"/>
                    <a:pt x="3" y="142"/>
                    <a:pt x="17" y="175"/>
                  </a:cubicBezTo>
                  <a:cubicBezTo>
                    <a:pt x="31" y="209"/>
                    <a:pt x="59" y="271"/>
                    <a:pt x="67" y="310"/>
                  </a:cubicBezTo>
                  <a:cubicBezTo>
                    <a:pt x="75" y="350"/>
                    <a:pt x="87" y="494"/>
                    <a:pt x="108" y="576"/>
                  </a:cubicBezTo>
                  <a:cubicBezTo>
                    <a:pt x="130" y="658"/>
                    <a:pt x="150" y="736"/>
                    <a:pt x="150" y="762"/>
                  </a:cubicBezTo>
                  <a:cubicBezTo>
                    <a:pt x="150" y="788"/>
                    <a:pt x="145" y="806"/>
                    <a:pt x="158" y="832"/>
                  </a:cubicBezTo>
                  <a:cubicBezTo>
                    <a:pt x="171" y="858"/>
                    <a:pt x="182" y="915"/>
                    <a:pt x="194" y="936"/>
                  </a:cubicBezTo>
                  <a:cubicBezTo>
                    <a:pt x="205" y="957"/>
                    <a:pt x="209" y="989"/>
                    <a:pt x="214" y="1025"/>
                  </a:cubicBezTo>
                  <a:cubicBezTo>
                    <a:pt x="218" y="1060"/>
                    <a:pt x="249" y="1342"/>
                    <a:pt x="268" y="1412"/>
                  </a:cubicBezTo>
                  <a:cubicBezTo>
                    <a:pt x="268" y="1412"/>
                    <a:pt x="323" y="1463"/>
                    <a:pt x="397" y="1415"/>
                  </a:cubicBezTo>
                  <a:cubicBezTo>
                    <a:pt x="397" y="1415"/>
                    <a:pt x="396" y="1345"/>
                    <a:pt x="402" y="1314"/>
                  </a:cubicBezTo>
                  <a:cubicBezTo>
                    <a:pt x="408" y="1283"/>
                    <a:pt x="422" y="1165"/>
                    <a:pt x="412" y="1082"/>
                  </a:cubicBezTo>
                  <a:cubicBezTo>
                    <a:pt x="401" y="999"/>
                    <a:pt x="399" y="988"/>
                    <a:pt x="394" y="966"/>
                  </a:cubicBezTo>
                  <a:cubicBezTo>
                    <a:pt x="389" y="943"/>
                    <a:pt x="385" y="935"/>
                    <a:pt x="382" y="915"/>
                  </a:cubicBezTo>
                  <a:cubicBezTo>
                    <a:pt x="378" y="894"/>
                    <a:pt x="382" y="836"/>
                    <a:pt x="378" y="801"/>
                  </a:cubicBezTo>
                  <a:cubicBezTo>
                    <a:pt x="375" y="765"/>
                    <a:pt x="374" y="690"/>
                    <a:pt x="375" y="653"/>
                  </a:cubicBezTo>
                  <a:cubicBezTo>
                    <a:pt x="376" y="616"/>
                    <a:pt x="378" y="506"/>
                    <a:pt x="378" y="474"/>
                  </a:cubicBezTo>
                  <a:cubicBezTo>
                    <a:pt x="378" y="442"/>
                    <a:pt x="388" y="382"/>
                    <a:pt x="407" y="340"/>
                  </a:cubicBezTo>
                  <a:cubicBezTo>
                    <a:pt x="426" y="299"/>
                    <a:pt x="442" y="255"/>
                    <a:pt x="435" y="209"/>
                  </a:cubicBezTo>
                  <a:cubicBezTo>
                    <a:pt x="428" y="162"/>
                    <a:pt x="420" y="119"/>
                    <a:pt x="416" y="95"/>
                  </a:cubicBezTo>
                  <a:cubicBezTo>
                    <a:pt x="413" y="71"/>
                    <a:pt x="406" y="23"/>
                    <a:pt x="389" y="0"/>
                  </a:cubicBezTo>
                  <a:lnTo>
                    <a:pt x="0" y="56"/>
                  </a:lnTo>
                  <a:close/>
                </a:path>
              </a:pathLst>
            </a:custGeom>
            <a:noFill/>
            <a:ln w="4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5484" name="Freeform 54">
              <a:extLst>
                <a:ext uri="{FF2B5EF4-FFF2-40B4-BE49-F238E27FC236}">
                  <a16:creationId xmlns:a16="http://schemas.microsoft.com/office/drawing/2014/main" id="{E6E82735-A1E8-40FC-AF9F-0531B834B1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5338" y="1301750"/>
              <a:ext cx="779463" cy="1785938"/>
            </a:xfrm>
            <a:custGeom>
              <a:avLst/>
              <a:gdLst>
                <a:gd name="T0" fmla="*/ 2147483646 w 368"/>
                <a:gd name="T1" fmla="*/ 2147483646 h 849"/>
                <a:gd name="T2" fmla="*/ 2147483646 w 368"/>
                <a:gd name="T3" fmla="*/ 2147483646 h 849"/>
                <a:gd name="T4" fmla="*/ 2147483646 w 368"/>
                <a:gd name="T5" fmla="*/ 2147483646 h 849"/>
                <a:gd name="T6" fmla="*/ 2147483646 w 368"/>
                <a:gd name="T7" fmla="*/ 2147483646 h 849"/>
                <a:gd name="T8" fmla="*/ 2147483646 w 368"/>
                <a:gd name="T9" fmla="*/ 2147483646 h 849"/>
                <a:gd name="T10" fmla="*/ 2147483646 w 368"/>
                <a:gd name="T11" fmla="*/ 2147483646 h 849"/>
                <a:gd name="T12" fmla="*/ 2147483646 w 368"/>
                <a:gd name="T13" fmla="*/ 2147483646 h 849"/>
                <a:gd name="T14" fmla="*/ 2147483646 w 368"/>
                <a:gd name="T15" fmla="*/ 2147483646 h 849"/>
                <a:gd name="T16" fmla="*/ 2147483646 w 368"/>
                <a:gd name="T17" fmla="*/ 2147483646 h 849"/>
                <a:gd name="T18" fmla="*/ 2147483646 w 368"/>
                <a:gd name="T19" fmla="*/ 2147483646 h 849"/>
                <a:gd name="T20" fmla="*/ 2147483646 w 368"/>
                <a:gd name="T21" fmla="*/ 2147483646 h 849"/>
                <a:gd name="T22" fmla="*/ 2147483646 w 368"/>
                <a:gd name="T23" fmla="*/ 2147483646 h 849"/>
                <a:gd name="T24" fmla="*/ 2147483646 w 368"/>
                <a:gd name="T25" fmla="*/ 2147483646 h 849"/>
                <a:gd name="T26" fmla="*/ 2147483646 w 368"/>
                <a:gd name="T27" fmla="*/ 2147483646 h 849"/>
                <a:gd name="T28" fmla="*/ 2147483646 w 368"/>
                <a:gd name="T29" fmla="*/ 2147483646 h 849"/>
                <a:gd name="T30" fmla="*/ 2147483646 w 368"/>
                <a:gd name="T31" fmla="*/ 2147483646 h 849"/>
                <a:gd name="T32" fmla="*/ 2147483646 w 368"/>
                <a:gd name="T33" fmla="*/ 2147483646 h 849"/>
                <a:gd name="T34" fmla="*/ 2147483646 w 368"/>
                <a:gd name="T35" fmla="*/ 2147483646 h 849"/>
                <a:gd name="T36" fmla="*/ 2147483646 w 368"/>
                <a:gd name="T37" fmla="*/ 2147483646 h 849"/>
                <a:gd name="T38" fmla="*/ 2147483646 w 368"/>
                <a:gd name="T39" fmla="*/ 2147483646 h 849"/>
                <a:gd name="T40" fmla="*/ 2147483646 w 368"/>
                <a:gd name="T41" fmla="*/ 2147483646 h 849"/>
                <a:gd name="T42" fmla="*/ 2147483646 w 368"/>
                <a:gd name="T43" fmla="*/ 2147483646 h 849"/>
                <a:gd name="T44" fmla="*/ 2147483646 w 368"/>
                <a:gd name="T45" fmla="*/ 2147483646 h 849"/>
                <a:gd name="T46" fmla="*/ 2147483646 w 368"/>
                <a:gd name="T47" fmla="*/ 2147483646 h 849"/>
                <a:gd name="T48" fmla="*/ 2147483646 w 368"/>
                <a:gd name="T49" fmla="*/ 2147483646 h 849"/>
                <a:gd name="T50" fmla="*/ 2147483646 w 368"/>
                <a:gd name="T51" fmla="*/ 2147483646 h 849"/>
                <a:gd name="T52" fmla="*/ 2147483646 w 368"/>
                <a:gd name="T53" fmla="*/ 2147483646 h 849"/>
                <a:gd name="T54" fmla="*/ 2147483646 w 368"/>
                <a:gd name="T55" fmla="*/ 2147483646 h 849"/>
                <a:gd name="T56" fmla="*/ 2147483646 w 368"/>
                <a:gd name="T57" fmla="*/ 2147483646 h 849"/>
                <a:gd name="T58" fmla="*/ 2147483646 w 368"/>
                <a:gd name="T59" fmla="*/ 2147483646 h 849"/>
                <a:gd name="T60" fmla="*/ 2147483646 w 368"/>
                <a:gd name="T61" fmla="*/ 2147483646 h 849"/>
                <a:gd name="T62" fmla="*/ 2147483646 w 368"/>
                <a:gd name="T63" fmla="*/ 2147483646 h 849"/>
                <a:gd name="T64" fmla="*/ 2147483646 w 368"/>
                <a:gd name="T65" fmla="*/ 2147483646 h 849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368"/>
                <a:gd name="T100" fmla="*/ 0 h 849"/>
                <a:gd name="T101" fmla="*/ 368 w 368"/>
                <a:gd name="T102" fmla="*/ 849 h 849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368" h="849">
                  <a:moveTo>
                    <a:pt x="341" y="6"/>
                  </a:moveTo>
                  <a:cubicBezTo>
                    <a:pt x="323" y="11"/>
                    <a:pt x="288" y="21"/>
                    <a:pt x="275" y="26"/>
                  </a:cubicBezTo>
                  <a:cubicBezTo>
                    <a:pt x="262" y="32"/>
                    <a:pt x="261" y="34"/>
                    <a:pt x="248" y="49"/>
                  </a:cubicBezTo>
                  <a:cubicBezTo>
                    <a:pt x="236" y="64"/>
                    <a:pt x="222" y="83"/>
                    <a:pt x="212" y="96"/>
                  </a:cubicBezTo>
                  <a:cubicBezTo>
                    <a:pt x="201" y="109"/>
                    <a:pt x="200" y="115"/>
                    <a:pt x="188" y="129"/>
                  </a:cubicBezTo>
                  <a:cubicBezTo>
                    <a:pt x="177" y="144"/>
                    <a:pt x="135" y="194"/>
                    <a:pt x="127" y="197"/>
                  </a:cubicBezTo>
                  <a:cubicBezTo>
                    <a:pt x="120" y="201"/>
                    <a:pt x="108" y="222"/>
                    <a:pt x="82" y="245"/>
                  </a:cubicBezTo>
                  <a:cubicBezTo>
                    <a:pt x="56" y="268"/>
                    <a:pt x="16" y="302"/>
                    <a:pt x="9" y="348"/>
                  </a:cubicBezTo>
                  <a:cubicBezTo>
                    <a:pt x="1" y="394"/>
                    <a:pt x="0" y="418"/>
                    <a:pt x="15" y="452"/>
                  </a:cubicBezTo>
                  <a:cubicBezTo>
                    <a:pt x="31" y="487"/>
                    <a:pt x="37" y="524"/>
                    <a:pt x="33" y="553"/>
                  </a:cubicBezTo>
                  <a:cubicBezTo>
                    <a:pt x="29" y="582"/>
                    <a:pt x="22" y="614"/>
                    <a:pt x="22" y="650"/>
                  </a:cubicBezTo>
                  <a:cubicBezTo>
                    <a:pt x="21" y="687"/>
                    <a:pt x="16" y="698"/>
                    <a:pt x="17" y="732"/>
                  </a:cubicBezTo>
                  <a:cubicBezTo>
                    <a:pt x="18" y="766"/>
                    <a:pt x="20" y="776"/>
                    <a:pt x="16" y="794"/>
                  </a:cubicBezTo>
                  <a:cubicBezTo>
                    <a:pt x="13" y="812"/>
                    <a:pt x="2" y="837"/>
                    <a:pt x="28" y="841"/>
                  </a:cubicBezTo>
                  <a:cubicBezTo>
                    <a:pt x="28" y="841"/>
                    <a:pt x="118" y="841"/>
                    <a:pt x="153" y="842"/>
                  </a:cubicBezTo>
                  <a:cubicBezTo>
                    <a:pt x="176" y="843"/>
                    <a:pt x="209" y="849"/>
                    <a:pt x="243" y="847"/>
                  </a:cubicBezTo>
                  <a:cubicBezTo>
                    <a:pt x="221" y="845"/>
                    <a:pt x="201" y="842"/>
                    <a:pt x="186" y="842"/>
                  </a:cubicBezTo>
                  <a:cubicBezTo>
                    <a:pt x="150" y="841"/>
                    <a:pt x="60" y="841"/>
                    <a:pt x="60" y="841"/>
                  </a:cubicBezTo>
                  <a:cubicBezTo>
                    <a:pt x="35" y="837"/>
                    <a:pt x="46" y="812"/>
                    <a:pt x="49" y="794"/>
                  </a:cubicBezTo>
                  <a:cubicBezTo>
                    <a:pt x="53" y="776"/>
                    <a:pt x="51" y="766"/>
                    <a:pt x="50" y="732"/>
                  </a:cubicBezTo>
                  <a:cubicBezTo>
                    <a:pt x="49" y="698"/>
                    <a:pt x="54" y="687"/>
                    <a:pt x="55" y="650"/>
                  </a:cubicBezTo>
                  <a:cubicBezTo>
                    <a:pt x="55" y="614"/>
                    <a:pt x="61" y="582"/>
                    <a:pt x="65" y="553"/>
                  </a:cubicBezTo>
                  <a:cubicBezTo>
                    <a:pt x="69" y="524"/>
                    <a:pt x="63" y="487"/>
                    <a:pt x="48" y="452"/>
                  </a:cubicBezTo>
                  <a:cubicBezTo>
                    <a:pt x="33" y="418"/>
                    <a:pt x="34" y="394"/>
                    <a:pt x="42" y="348"/>
                  </a:cubicBezTo>
                  <a:cubicBezTo>
                    <a:pt x="49" y="302"/>
                    <a:pt x="89" y="268"/>
                    <a:pt x="115" y="245"/>
                  </a:cubicBezTo>
                  <a:cubicBezTo>
                    <a:pt x="141" y="222"/>
                    <a:pt x="152" y="201"/>
                    <a:pt x="160" y="197"/>
                  </a:cubicBezTo>
                  <a:cubicBezTo>
                    <a:pt x="167" y="194"/>
                    <a:pt x="209" y="144"/>
                    <a:pt x="221" y="129"/>
                  </a:cubicBezTo>
                  <a:cubicBezTo>
                    <a:pt x="233" y="115"/>
                    <a:pt x="234" y="109"/>
                    <a:pt x="244" y="96"/>
                  </a:cubicBezTo>
                  <a:cubicBezTo>
                    <a:pt x="255" y="83"/>
                    <a:pt x="269" y="64"/>
                    <a:pt x="281" y="49"/>
                  </a:cubicBezTo>
                  <a:cubicBezTo>
                    <a:pt x="294" y="34"/>
                    <a:pt x="295" y="32"/>
                    <a:pt x="308" y="26"/>
                  </a:cubicBezTo>
                  <a:cubicBezTo>
                    <a:pt x="320" y="21"/>
                    <a:pt x="349" y="13"/>
                    <a:pt x="368" y="7"/>
                  </a:cubicBezTo>
                  <a:cubicBezTo>
                    <a:pt x="368" y="7"/>
                    <a:pt x="367" y="7"/>
                    <a:pt x="367" y="7"/>
                  </a:cubicBezTo>
                  <a:cubicBezTo>
                    <a:pt x="362" y="3"/>
                    <a:pt x="360" y="0"/>
                    <a:pt x="341" y="6"/>
                  </a:cubicBezTo>
                  <a:close/>
                </a:path>
              </a:pathLst>
            </a:custGeom>
            <a:solidFill>
              <a:srgbClr val="F990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5485" name="Freeform 55">
              <a:extLst>
                <a:ext uri="{FF2B5EF4-FFF2-40B4-BE49-F238E27FC236}">
                  <a16:creationId xmlns:a16="http://schemas.microsoft.com/office/drawing/2014/main" id="{8AD4F859-88AE-4682-810A-333B2866E51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5338" y="1301750"/>
              <a:ext cx="973138" cy="1803400"/>
            </a:xfrm>
            <a:custGeom>
              <a:avLst/>
              <a:gdLst>
                <a:gd name="T0" fmla="*/ 2147483646 w 460"/>
                <a:gd name="T1" fmla="*/ 2147483646 h 857"/>
                <a:gd name="T2" fmla="*/ 2147483646 w 460"/>
                <a:gd name="T3" fmla="*/ 2147483646 h 857"/>
                <a:gd name="T4" fmla="*/ 2147483646 w 460"/>
                <a:gd name="T5" fmla="*/ 2147483646 h 857"/>
                <a:gd name="T6" fmla="*/ 2147483646 w 460"/>
                <a:gd name="T7" fmla="*/ 2147483646 h 857"/>
                <a:gd name="T8" fmla="*/ 2147483646 w 460"/>
                <a:gd name="T9" fmla="*/ 2147483646 h 857"/>
                <a:gd name="T10" fmla="*/ 2147483646 w 460"/>
                <a:gd name="T11" fmla="*/ 2147483646 h 857"/>
                <a:gd name="T12" fmla="*/ 2147483646 w 460"/>
                <a:gd name="T13" fmla="*/ 2147483646 h 857"/>
                <a:gd name="T14" fmla="*/ 2147483646 w 460"/>
                <a:gd name="T15" fmla="*/ 2147483646 h 857"/>
                <a:gd name="T16" fmla="*/ 2147483646 w 460"/>
                <a:gd name="T17" fmla="*/ 2147483646 h 857"/>
                <a:gd name="T18" fmla="*/ 2147483646 w 460"/>
                <a:gd name="T19" fmla="*/ 2147483646 h 857"/>
                <a:gd name="T20" fmla="*/ 2147483646 w 460"/>
                <a:gd name="T21" fmla="*/ 2147483646 h 857"/>
                <a:gd name="T22" fmla="*/ 2147483646 w 460"/>
                <a:gd name="T23" fmla="*/ 2147483646 h 857"/>
                <a:gd name="T24" fmla="*/ 2147483646 w 460"/>
                <a:gd name="T25" fmla="*/ 2147483646 h 857"/>
                <a:gd name="T26" fmla="*/ 2147483646 w 460"/>
                <a:gd name="T27" fmla="*/ 2147483646 h 857"/>
                <a:gd name="T28" fmla="*/ 2147483646 w 460"/>
                <a:gd name="T29" fmla="*/ 2147483646 h 857"/>
                <a:gd name="T30" fmla="*/ 2147483646 w 460"/>
                <a:gd name="T31" fmla="*/ 2147483646 h 857"/>
                <a:gd name="T32" fmla="*/ 2147483646 w 460"/>
                <a:gd name="T33" fmla="*/ 2147483646 h 857"/>
                <a:gd name="T34" fmla="*/ 2147483646 w 460"/>
                <a:gd name="T35" fmla="*/ 2147483646 h 857"/>
                <a:gd name="T36" fmla="*/ 2147483646 w 460"/>
                <a:gd name="T37" fmla="*/ 2147483646 h 857"/>
                <a:gd name="T38" fmla="*/ 2147483646 w 460"/>
                <a:gd name="T39" fmla="*/ 2147483646 h 857"/>
                <a:gd name="T40" fmla="*/ 2147483646 w 460"/>
                <a:gd name="T41" fmla="*/ 2147483646 h 857"/>
                <a:gd name="T42" fmla="*/ 2147483646 w 460"/>
                <a:gd name="T43" fmla="*/ 2147483646 h 857"/>
                <a:gd name="T44" fmla="*/ 2147483646 w 460"/>
                <a:gd name="T45" fmla="*/ 2147483646 h 857"/>
                <a:gd name="T46" fmla="*/ 2147483646 w 460"/>
                <a:gd name="T47" fmla="*/ 2147483646 h 857"/>
                <a:gd name="T48" fmla="*/ 2147483646 w 460"/>
                <a:gd name="T49" fmla="*/ 2147483646 h 857"/>
                <a:gd name="T50" fmla="*/ 2147483646 w 460"/>
                <a:gd name="T51" fmla="*/ 2147483646 h 857"/>
                <a:gd name="T52" fmla="*/ 2147483646 w 460"/>
                <a:gd name="T53" fmla="*/ 2147483646 h 857"/>
                <a:gd name="T54" fmla="*/ 2147483646 w 460"/>
                <a:gd name="T55" fmla="*/ 2147483646 h 857"/>
                <a:gd name="T56" fmla="*/ 2147483646 w 460"/>
                <a:gd name="T57" fmla="*/ 2147483646 h 857"/>
                <a:gd name="T58" fmla="*/ 2147483646 w 460"/>
                <a:gd name="T59" fmla="*/ 2147483646 h 857"/>
                <a:gd name="T60" fmla="*/ 2147483646 w 460"/>
                <a:gd name="T61" fmla="*/ 2147483646 h 857"/>
                <a:gd name="T62" fmla="*/ 2147483646 w 460"/>
                <a:gd name="T63" fmla="*/ 2147483646 h 857"/>
                <a:gd name="T64" fmla="*/ 2147483646 w 460"/>
                <a:gd name="T65" fmla="*/ 2147483646 h 857"/>
                <a:gd name="T66" fmla="*/ 2147483646 w 460"/>
                <a:gd name="T67" fmla="*/ 2147483646 h 857"/>
                <a:gd name="T68" fmla="*/ 2147483646 w 460"/>
                <a:gd name="T69" fmla="*/ 2147483646 h 857"/>
                <a:gd name="T70" fmla="*/ 2147483646 w 460"/>
                <a:gd name="T71" fmla="*/ 2147483646 h 857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460"/>
                <a:gd name="T109" fmla="*/ 0 h 857"/>
                <a:gd name="T110" fmla="*/ 460 w 460"/>
                <a:gd name="T111" fmla="*/ 857 h 857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460" h="857">
                  <a:moveTo>
                    <a:pt x="403" y="423"/>
                  </a:moveTo>
                  <a:cubicBezTo>
                    <a:pt x="403" y="423"/>
                    <a:pt x="402" y="452"/>
                    <a:pt x="403" y="468"/>
                  </a:cubicBezTo>
                  <a:cubicBezTo>
                    <a:pt x="403" y="483"/>
                    <a:pt x="400" y="487"/>
                    <a:pt x="395" y="493"/>
                  </a:cubicBezTo>
                  <a:cubicBezTo>
                    <a:pt x="389" y="498"/>
                    <a:pt x="395" y="504"/>
                    <a:pt x="399" y="513"/>
                  </a:cubicBezTo>
                  <a:cubicBezTo>
                    <a:pt x="403" y="522"/>
                    <a:pt x="397" y="523"/>
                    <a:pt x="391" y="525"/>
                  </a:cubicBezTo>
                  <a:cubicBezTo>
                    <a:pt x="386" y="526"/>
                    <a:pt x="385" y="529"/>
                    <a:pt x="378" y="532"/>
                  </a:cubicBezTo>
                  <a:cubicBezTo>
                    <a:pt x="372" y="535"/>
                    <a:pt x="375" y="536"/>
                    <a:pt x="379" y="544"/>
                  </a:cubicBezTo>
                  <a:cubicBezTo>
                    <a:pt x="382" y="551"/>
                    <a:pt x="377" y="554"/>
                    <a:pt x="380" y="563"/>
                  </a:cubicBezTo>
                  <a:cubicBezTo>
                    <a:pt x="382" y="572"/>
                    <a:pt x="377" y="576"/>
                    <a:pt x="373" y="586"/>
                  </a:cubicBezTo>
                  <a:cubicBezTo>
                    <a:pt x="368" y="596"/>
                    <a:pt x="367" y="615"/>
                    <a:pt x="364" y="628"/>
                  </a:cubicBezTo>
                  <a:cubicBezTo>
                    <a:pt x="360" y="641"/>
                    <a:pt x="371" y="643"/>
                    <a:pt x="377" y="657"/>
                  </a:cubicBezTo>
                  <a:cubicBezTo>
                    <a:pt x="383" y="672"/>
                    <a:pt x="381" y="681"/>
                    <a:pt x="376" y="692"/>
                  </a:cubicBezTo>
                  <a:cubicBezTo>
                    <a:pt x="372" y="702"/>
                    <a:pt x="384" y="708"/>
                    <a:pt x="394" y="720"/>
                  </a:cubicBezTo>
                  <a:cubicBezTo>
                    <a:pt x="403" y="732"/>
                    <a:pt x="397" y="727"/>
                    <a:pt x="404" y="745"/>
                  </a:cubicBezTo>
                  <a:cubicBezTo>
                    <a:pt x="411" y="763"/>
                    <a:pt x="418" y="765"/>
                    <a:pt x="417" y="771"/>
                  </a:cubicBezTo>
                  <a:cubicBezTo>
                    <a:pt x="415" y="796"/>
                    <a:pt x="346" y="810"/>
                    <a:pt x="296" y="834"/>
                  </a:cubicBezTo>
                  <a:cubicBezTo>
                    <a:pt x="247" y="857"/>
                    <a:pt x="189" y="843"/>
                    <a:pt x="153" y="842"/>
                  </a:cubicBezTo>
                  <a:cubicBezTo>
                    <a:pt x="118" y="841"/>
                    <a:pt x="28" y="841"/>
                    <a:pt x="28" y="841"/>
                  </a:cubicBezTo>
                  <a:cubicBezTo>
                    <a:pt x="2" y="837"/>
                    <a:pt x="13" y="812"/>
                    <a:pt x="16" y="794"/>
                  </a:cubicBezTo>
                  <a:cubicBezTo>
                    <a:pt x="20" y="776"/>
                    <a:pt x="18" y="766"/>
                    <a:pt x="17" y="732"/>
                  </a:cubicBezTo>
                  <a:cubicBezTo>
                    <a:pt x="16" y="698"/>
                    <a:pt x="21" y="687"/>
                    <a:pt x="22" y="650"/>
                  </a:cubicBezTo>
                  <a:cubicBezTo>
                    <a:pt x="22" y="614"/>
                    <a:pt x="29" y="582"/>
                    <a:pt x="33" y="553"/>
                  </a:cubicBezTo>
                  <a:cubicBezTo>
                    <a:pt x="37" y="524"/>
                    <a:pt x="31" y="487"/>
                    <a:pt x="15" y="452"/>
                  </a:cubicBezTo>
                  <a:cubicBezTo>
                    <a:pt x="0" y="418"/>
                    <a:pt x="1" y="394"/>
                    <a:pt x="9" y="348"/>
                  </a:cubicBezTo>
                  <a:cubicBezTo>
                    <a:pt x="16" y="302"/>
                    <a:pt x="56" y="268"/>
                    <a:pt x="82" y="245"/>
                  </a:cubicBezTo>
                  <a:cubicBezTo>
                    <a:pt x="108" y="222"/>
                    <a:pt x="120" y="201"/>
                    <a:pt x="127" y="197"/>
                  </a:cubicBezTo>
                  <a:cubicBezTo>
                    <a:pt x="135" y="194"/>
                    <a:pt x="177" y="144"/>
                    <a:pt x="188" y="129"/>
                  </a:cubicBezTo>
                  <a:cubicBezTo>
                    <a:pt x="200" y="115"/>
                    <a:pt x="201" y="109"/>
                    <a:pt x="212" y="96"/>
                  </a:cubicBezTo>
                  <a:cubicBezTo>
                    <a:pt x="222" y="83"/>
                    <a:pt x="236" y="64"/>
                    <a:pt x="248" y="49"/>
                  </a:cubicBezTo>
                  <a:cubicBezTo>
                    <a:pt x="261" y="34"/>
                    <a:pt x="262" y="32"/>
                    <a:pt x="275" y="26"/>
                  </a:cubicBezTo>
                  <a:cubicBezTo>
                    <a:pt x="288" y="21"/>
                    <a:pt x="323" y="11"/>
                    <a:pt x="341" y="6"/>
                  </a:cubicBezTo>
                  <a:cubicBezTo>
                    <a:pt x="360" y="0"/>
                    <a:pt x="362" y="3"/>
                    <a:pt x="367" y="7"/>
                  </a:cubicBezTo>
                  <a:cubicBezTo>
                    <a:pt x="372" y="11"/>
                    <a:pt x="384" y="23"/>
                    <a:pt x="384" y="23"/>
                  </a:cubicBezTo>
                  <a:cubicBezTo>
                    <a:pt x="384" y="23"/>
                    <a:pt x="438" y="49"/>
                    <a:pt x="449" y="154"/>
                  </a:cubicBezTo>
                  <a:cubicBezTo>
                    <a:pt x="460" y="260"/>
                    <a:pt x="444" y="267"/>
                    <a:pt x="441" y="302"/>
                  </a:cubicBezTo>
                  <a:cubicBezTo>
                    <a:pt x="438" y="336"/>
                    <a:pt x="408" y="388"/>
                    <a:pt x="403" y="423"/>
                  </a:cubicBezTo>
                  <a:close/>
                </a:path>
              </a:pathLst>
            </a:custGeom>
            <a:solidFill>
              <a:srgbClr val="F77C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5486" name="Freeform 56">
              <a:extLst>
                <a:ext uri="{FF2B5EF4-FFF2-40B4-BE49-F238E27FC236}">
                  <a16:creationId xmlns:a16="http://schemas.microsoft.com/office/drawing/2014/main" id="{CB6830F3-DDA8-434B-BF5F-F5B23CA5DB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5338" y="1301750"/>
              <a:ext cx="973138" cy="1803400"/>
            </a:xfrm>
            <a:custGeom>
              <a:avLst/>
              <a:gdLst>
                <a:gd name="T0" fmla="*/ 2147483646 w 460"/>
                <a:gd name="T1" fmla="*/ 2147483646 h 857"/>
                <a:gd name="T2" fmla="*/ 2147483646 w 460"/>
                <a:gd name="T3" fmla="*/ 2147483646 h 857"/>
                <a:gd name="T4" fmla="*/ 2147483646 w 460"/>
                <a:gd name="T5" fmla="*/ 2147483646 h 857"/>
                <a:gd name="T6" fmla="*/ 2147483646 w 460"/>
                <a:gd name="T7" fmla="*/ 2147483646 h 857"/>
                <a:gd name="T8" fmla="*/ 2147483646 w 460"/>
                <a:gd name="T9" fmla="*/ 2147483646 h 857"/>
                <a:gd name="T10" fmla="*/ 2147483646 w 460"/>
                <a:gd name="T11" fmla="*/ 2147483646 h 857"/>
                <a:gd name="T12" fmla="*/ 2147483646 w 460"/>
                <a:gd name="T13" fmla="*/ 2147483646 h 857"/>
                <a:gd name="T14" fmla="*/ 2147483646 w 460"/>
                <a:gd name="T15" fmla="*/ 2147483646 h 857"/>
                <a:gd name="T16" fmla="*/ 2147483646 w 460"/>
                <a:gd name="T17" fmla="*/ 2147483646 h 857"/>
                <a:gd name="T18" fmla="*/ 2147483646 w 460"/>
                <a:gd name="T19" fmla="*/ 2147483646 h 857"/>
                <a:gd name="T20" fmla="*/ 2147483646 w 460"/>
                <a:gd name="T21" fmla="*/ 2147483646 h 857"/>
                <a:gd name="T22" fmla="*/ 2147483646 w 460"/>
                <a:gd name="T23" fmla="*/ 2147483646 h 857"/>
                <a:gd name="T24" fmla="*/ 2147483646 w 460"/>
                <a:gd name="T25" fmla="*/ 2147483646 h 857"/>
                <a:gd name="T26" fmla="*/ 2147483646 w 460"/>
                <a:gd name="T27" fmla="*/ 2147483646 h 857"/>
                <a:gd name="T28" fmla="*/ 2147483646 w 460"/>
                <a:gd name="T29" fmla="*/ 2147483646 h 857"/>
                <a:gd name="T30" fmla="*/ 2147483646 w 460"/>
                <a:gd name="T31" fmla="*/ 2147483646 h 857"/>
                <a:gd name="T32" fmla="*/ 2147483646 w 460"/>
                <a:gd name="T33" fmla="*/ 2147483646 h 857"/>
                <a:gd name="T34" fmla="*/ 2147483646 w 460"/>
                <a:gd name="T35" fmla="*/ 2147483646 h 857"/>
                <a:gd name="T36" fmla="*/ 2147483646 w 460"/>
                <a:gd name="T37" fmla="*/ 2147483646 h 857"/>
                <a:gd name="T38" fmla="*/ 2147483646 w 460"/>
                <a:gd name="T39" fmla="*/ 2147483646 h 857"/>
                <a:gd name="T40" fmla="*/ 2147483646 w 460"/>
                <a:gd name="T41" fmla="*/ 2147483646 h 857"/>
                <a:gd name="T42" fmla="*/ 2147483646 w 460"/>
                <a:gd name="T43" fmla="*/ 2147483646 h 857"/>
                <a:gd name="T44" fmla="*/ 2147483646 w 460"/>
                <a:gd name="T45" fmla="*/ 2147483646 h 857"/>
                <a:gd name="T46" fmla="*/ 2147483646 w 460"/>
                <a:gd name="T47" fmla="*/ 2147483646 h 857"/>
                <a:gd name="T48" fmla="*/ 2147483646 w 460"/>
                <a:gd name="T49" fmla="*/ 2147483646 h 857"/>
                <a:gd name="T50" fmla="*/ 2147483646 w 460"/>
                <a:gd name="T51" fmla="*/ 2147483646 h 857"/>
                <a:gd name="T52" fmla="*/ 2147483646 w 460"/>
                <a:gd name="T53" fmla="*/ 2147483646 h 857"/>
                <a:gd name="T54" fmla="*/ 2147483646 w 460"/>
                <a:gd name="T55" fmla="*/ 2147483646 h 857"/>
                <a:gd name="T56" fmla="*/ 2147483646 w 460"/>
                <a:gd name="T57" fmla="*/ 2147483646 h 857"/>
                <a:gd name="T58" fmla="*/ 2147483646 w 460"/>
                <a:gd name="T59" fmla="*/ 2147483646 h 857"/>
                <a:gd name="T60" fmla="*/ 2147483646 w 460"/>
                <a:gd name="T61" fmla="*/ 2147483646 h 857"/>
                <a:gd name="T62" fmla="*/ 2147483646 w 460"/>
                <a:gd name="T63" fmla="*/ 2147483646 h 857"/>
                <a:gd name="T64" fmla="*/ 2147483646 w 460"/>
                <a:gd name="T65" fmla="*/ 2147483646 h 857"/>
                <a:gd name="T66" fmla="*/ 2147483646 w 460"/>
                <a:gd name="T67" fmla="*/ 2147483646 h 857"/>
                <a:gd name="T68" fmla="*/ 2147483646 w 460"/>
                <a:gd name="T69" fmla="*/ 2147483646 h 857"/>
                <a:gd name="T70" fmla="*/ 2147483646 w 460"/>
                <a:gd name="T71" fmla="*/ 2147483646 h 857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460"/>
                <a:gd name="T109" fmla="*/ 0 h 857"/>
                <a:gd name="T110" fmla="*/ 460 w 460"/>
                <a:gd name="T111" fmla="*/ 857 h 857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460" h="857">
                  <a:moveTo>
                    <a:pt x="403" y="423"/>
                  </a:moveTo>
                  <a:cubicBezTo>
                    <a:pt x="403" y="423"/>
                    <a:pt x="402" y="452"/>
                    <a:pt x="403" y="468"/>
                  </a:cubicBezTo>
                  <a:cubicBezTo>
                    <a:pt x="403" y="483"/>
                    <a:pt x="400" y="487"/>
                    <a:pt x="395" y="493"/>
                  </a:cubicBezTo>
                  <a:cubicBezTo>
                    <a:pt x="389" y="498"/>
                    <a:pt x="395" y="504"/>
                    <a:pt x="399" y="513"/>
                  </a:cubicBezTo>
                  <a:cubicBezTo>
                    <a:pt x="403" y="522"/>
                    <a:pt x="397" y="523"/>
                    <a:pt x="391" y="525"/>
                  </a:cubicBezTo>
                  <a:cubicBezTo>
                    <a:pt x="386" y="526"/>
                    <a:pt x="385" y="529"/>
                    <a:pt x="378" y="532"/>
                  </a:cubicBezTo>
                  <a:cubicBezTo>
                    <a:pt x="372" y="535"/>
                    <a:pt x="375" y="536"/>
                    <a:pt x="379" y="544"/>
                  </a:cubicBezTo>
                  <a:cubicBezTo>
                    <a:pt x="382" y="551"/>
                    <a:pt x="377" y="554"/>
                    <a:pt x="380" y="563"/>
                  </a:cubicBezTo>
                  <a:cubicBezTo>
                    <a:pt x="382" y="572"/>
                    <a:pt x="377" y="576"/>
                    <a:pt x="373" y="586"/>
                  </a:cubicBezTo>
                  <a:cubicBezTo>
                    <a:pt x="368" y="596"/>
                    <a:pt x="367" y="615"/>
                    <a:pt x="364" y="628"/>
                  </a:cubicBezTo>
                  <a:cubicBezTo>
                    <a:pt x="360" y="641"/>
                    <a:pt x="371" y="643"/>
                    <a:pt x="377" y="657"/>
                  </a:cubicBezTo>
                  <a:cubicBezTo>
                    <a:pt x="383" y="672"/>
                    <a:pt x="381" y="681"/>
                    <a:pt x="376" y="692"/>
                  </a:cubicBezTo>
                  <a:cubicBezTo>
                    <a:pt x="372" y="702"/>
                    <a:pt x="384" y="708"/>
                    <a:pt x="394" y="720"/>
                  </a:cubicBezTo>
                  <a:cubicBezTo>
                    <a:pt x="403" y="732"/>
                    <a:pt x="397" y="727"/>
                    <a:pt x="404" y="745"/>
                  </a:cubicBezTo>
                  <a:cubicBezTo>
                    <a:pt x="411" y="763"/>
                    <a:pt x="418" y="765"/>
                    <a:pt x="417" y="771"/>
                  </a:cubicBezTo>
                  <a:cubicBezTo>
                    <a:pt x="415" y="796"/>
                    <a:pt x="346" y="810"/>
                    <a:pt x="296" y="834"/>
                  </a:cubicBezTo>
                  <a:cubicBezTo>
                    <a:pt x="247" y="857"/>
                    <a:pt x="189" y="843"/>
                    <a:pt x="153" y="842"/>
                  </a:cubicBezTo>
                  <a:cubicBezTo>
                    <a:pt x="118" y="841"/>
                    <a:pt x="28" y="841"/>
                    <a:pt x="28" y="841"/>
                  </a:cubicBezTo>
                  <a:cubicBezTo>
                    <a:pt x="2" y="837"/>
                    <a:pt x="13" y="812"/>
                    <a:pt x="16" y="794"/>
                  </a:cubicBezTo>
                  <a:cubicBezTo>
                    <a:pt x="20" y="776"/>
                    <a:pt x="18" y="766"/>
                    <a:pt x="17" y="732"/>
                  </a:cubicBezTo>
                  <a:cubicBezTo>
                    <a:pt x="16" y="698"/>
                    <a:pt x="21" y="687"/>
                    <a:pt x="22" y="650"/>
                  </a:cubicBezTo>
                  <a:cubicBezTo>
                    <a:pt x="22" y="614"/>
                    <a:pt x="29" y="582"/>
                    <a:pt x="33" y="553"/>
                  </a:cubicBezTo>
                  <a:cubicBezTo>
                    <a:pt x="37" y="524"/>
                    <a:pt x="31" y="487"/>
                    <a:pt x="15" y="452"/>
                  </a:cubicBezTo>
                  <a:cubicBezTo>
                    <a:pt x="0" y="418"/>
                    <a:pt x="1" y="394"/>
                    <a:pt x="9" y="348"/>
                  </a:cubicBezTo>
                  <a:cubicBezTo>
                    <a:pt x="16" y="302"/>
                    <a:pt x="56" y="268"/>
                    <a:pt x="82" y="245"/>
                  </a:cubicBezTo>
                  <a:cubicBezTo>
                    <a:pt x="108" y="222"/>
                    <a:pt x="120" y="201"/>
                    <a:pt x="127" y="197"/>
                  </a:cubicBezTo>
                  <a:cubicBezTo>
                    <a:pt x="135" y="194"/>
                    <a:pt x="177" y="144"/>
                    <a:pt x="188" y="129"/>
                  </a:cubicBezTo>
                  <a:cubicBezTo>
                    <a:pt x="200" y="115"/>
                    <a:pt x="201" y="109"/>
                    <a:pt x="212" y="96"/>
                  </a:cubicBezTo>
                  <a:cubicBezTo>
                    <a:pt x="222" y="83"/>
                    <a:pt x="236" y="64"/>
                    <a:pt x="248" y="49"/>
                  </a:cubicBezTo>
                  <a:cubicBezTo>
                    <a:pt x="261" y="34"/>
                    <a:pt x="262" y="32"/>
                    <a:pt x="275" y="26"/>
                  </a:cubicBezTo>
                  <a:cubicBezTo>
                    <a:pt x="288" y="21"/>
                    <a:pt x="323" y="11"/>
                    <a:pt x="341" y="6"/>
                  </a:cubicBezTo>
                  <a:cubicBezTo>
                    <a:pt x="360" y="0"/>
                    <a:pt x="362" y="3"/>
                    <a:pt x="367" y="7"/>
                  </a:cubicBezTo>
                  <a:cubicBezTo>
                    <a:pt x="372" y="11"/>
                    <a:pt x="384" y="23"/>
                    <a:pt x="384" y="23"/>
                  </a:cubicBezTo>
                  <a:cubicBezTo>
                    <a:pt x="384" y="23"/>
                    <a:pt x="438" y="49"/>
                    <a:pt x="449" y="154"/>
                  </a:cubicBezTo>
                  <a:cubicBezTo>
                    <a:pt x="460" y="260"/>
                    <a:pt x="444" y="267"/>
                    <a:pt x="441" y="302"/>
                  </a:cubicBezTo>
                  <a:cubicBezTo>
                    <a:pt x="438" y="336"/>
                    <a:pt x="408" y="388"/>
                    <a:pt x="403" y="423"/>
                  </a:cubicBezTo>
                  <a:close/>
                </a:path>
              </a:pathLst>
            </a:custGeom>
            <a:noFill/>
            <a:ln w="4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5487" name="Freeform 57">
              <a:extLst>
                <a:ext uri="{FF2B5EF4-FFF2-40B4-BE49-F238E27FC236}">
                  <a16:creationId xmlns:a16="http://schemas.microsoft.com/office/drawing/2014/main" id="{BE49CCC4-982B-48AA-A4EB-04D0430D19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4438" y="1965325"/>
              <a:ext cx="331788" cy="20638"/>
            </a:xfrm>
            <a:custGeom>
              <a:avLst/>
              <a:gdLst>
                <a:gd name="T0" fmla="*/ 2147483646 w 157"/>
                <a:gd name="T1" fmla="*/ 2147483646 h 10"/>
                <a:gd name="T2" fmla="*/ 2147483646 w 157"/>
                <a:gd name="T3" fmla="*/ 2147483646 h 10"/>
                <a:gd name="T4" fmla="*/ 2147483646 w 157"/>
                <a:gd name="T5" fmla="*/ 2147483646 h 10"/>
                <a:gd name="T6" fmla="*/ 2147483646 w 157"/>
                <a:gd name="T7" fmla="*/ 2147483646 h 10"/>
                <a:gd name="T8" fmla="*/ 0 w 157"/>
                <a:gd name="T9" fmla="*/ 2147483646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57"/>
                <a:gd name="T16" fmla="*/ 0 h 10"/>
                <a:gd name="T17" fmla="*/ 157 w 157"/>
                <a:gd name="T18" fmla="*/ 10 h 1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57" h="10">
                  <a:moveTo>
                    <a:pt x="157" y="8"/>
                  </a:moveTo>
                  <a:cubicBezTo>
                    <a:pt x="151" y="8"/>
                    <a:pt x="145" y="4"/>
                    <a:pt x="139" y="3"/>
                  </a:cubicBezTo>
                  <a:cubicBezTo>
                    <a:pt x="132" y="2"/>
                    <a:pt x="124" y="2"/>
                    <a:pt x="117" y="1"/>
                  </a:cubicBezTo>
                  <a:cubicBezTo>
                    <a:pt x="104" y="0"/>
                    <a:pt x="95" y="2"/>
                    <a:pt x="83" y="5"/>
                  </a:cubicBezTo>
                  <a:cubicBezTo>
                    <a:pt x="55" y="10"/>
                    <a:pt x="28" y="4"/>
                    <a:pt x="0" y="4"/>
                  </a:cubicBezTo>
                </a:path>
              </a:pathLst>
            </a:custGeom>
            <a:noFill/>
            <a:ln w="2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5488" name="Freeform 58">
              <a:extLst>
                <a:ext uri="{FF2B5EF4-FFF2-40B4-BE49-F238E27FC236}">
                  <a16:creationId xmlns:a16="http://schemas.microsoft.com/office/drawing/2014/main" id="{4C9E7187-7F23-4438-90EF-63659C515B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9038" y="2058988"/>
              <a:ext cx="361950" cy="74613"/>
            </a:xfrm>
            <a:custGeom>
              <a:avLst/>
              <a:gdLst>
                <a:gd name="T0" fmla="*/ 2147483646 w 171"/>
                <a:gd name="T1" fmla="*/ 2147483646 h 35"/>
                <a:gd name="T2" fmla="*/ 2147483646 w 171"/>
                <a:gd name="T3" fmla="*/ 0 h 35"/>
                <a:gd name="T4" fmla="*/ 2147483646 w 171"/>
                <a:gd name="T5" fmla="*/ 2147483646 h 35"/>
                <a:gd name="T6" fmla="*/ 0 w 171"/>
                <a:gd name="T7" fmla="*/ 2147483646 h 35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71"/>
                <a:gd name="T13" fmla="*/ 0 h 35"/>
                <a:gd name="T14" fmla="*/ 171 w 171"/>
                <a:gd name="T15" fmla="*/ 35 h 35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71" h="35">
                  <a:moveTo>
                    <a:pt x="171" y="3"/>
                  </a:moveTo>
                  <a:cubicBezTo>
                    <a:pt x="166" y="3"/>
                    <a:pt x="164" y="1"/>
                    <a:pt x="159" y="0"/>
                  </a:cubicBezTo>
                  <a:cubicBezTo>
                    <a:pt x="147" y="0"/>
                    <a:pt x="133" y="6"/>
                    <a:pt x="122" y="11"/>
                  </a:cubicBezTo>
                  <a:cubicBezTo>
                    <a:pt x="83" y="27"/>
                    <a:pt x="42" y="31"/>
                    <a:pt x="0" y="35"/>
                  </a:cubicBezTo>
                </a:path>
              </a:pathLst>
            </a:custGeom>
            <a:noFill/>
            <a:ln w="2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5489" name="Freeform 59">
              <a:extLst>
                <a:ext uri="{FF2B5EF4-FFF2-40B4-BE49-F238E27FC236}">
                  <a16:creationId xmlns:a16="http://schemas.microsoft.com/office/drawing/2014/main" id="{0916BFC7-7D5A-4E37-9DF4-E62ACCA2AF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8238" y="2220913"/>
              <a:ext cx="407988" cy="133350"/>
            </a:xfrm>
            <a:custGeom>
              <a:avLst/>
              <a:gdLst>
                <a:gd name="T0" fmla="*/ 0 w 193"/>
                <a:gd name="T1" fmla="*/ 2147483646 h 63"/>
                <a:gd name="T2" fmla="*/ 2147483646 w 193"/>
                <a:gd name="T3" fmla="*/ 2147483646 h 63"/>
                <a:gd name="T4" fmla="*/ 2147483646 w 193"/>
                <a:gd name="T5" fmla="*/ 2147483646 h 63"/>
                <a:gd name="T6" fmla="*/ 2147483646 w 193"/>
                <a:gd name="T7" fmla="*/ 2147483646 h 63"/>
                <a:gd name="T8" fmla="*/ 2147483646 w 193"/>
                <a:gd name="T9" fmla="*/ 2147483646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3"/>
                <a:gd name="T16" fmla="*/ 0 h 63"/>
                <a:gd name="T17" fmla="*/ 193 w 193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3" h="63">
                  <a:moveTo>
                    <a:pt x="0" y="5"/>
                  </a:moveTo>
                  <a:cubicBezTo>
                    <a:pt x="14" y="0"/>
                    <a:pt x="33" y="13"/>
                    <a:pt x="45" y="18"/>
                  </a:cubicBezTo>
                  <a:cubicBezTo>
                    <a:pt x="68" y="28"/>
                    <a:pt x="91" y="42"/>
                    <a:pt x="116" y="48"/>
                  </a:cubicBezTo>
                  <a:cubicBezTo>
                    <a:pt x="133" y="51"/>
                    <a:pt x="151" y="58"/>
                    <a:pt x="168" y="59"/>
                  </a:cubicBezTo>
                  <a:cubicBezTo>
                    <a:pt x="175" y="59"/>
                    <a:pt x="187" y="63"/>
                    <a:pt x="193" y="59"/>
                  </a:cubicBezTo>
                </a:path>
              </a:pathLst>
            </a:custGeom>
            <a:noFill/>
            <a:ln w="2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5490" name="Freeform 60">
              <a:extLst>
                <a:ext uri="{FF2B5EF4-FFF2-40B4-BE49-F238E27FC236}">
                  <a16:creationId xmlns:a16="http://schemas.microsoft.com/office/drawing/2014/main" id="{55300C46-4B03-45F8-A5C7-6EF131BF4F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6976" y="2690813"/>
              <a:ext cx="349250" cy="34925"/>
            </a:xfrm>
            <a:custGeom>
              <a:avLst/>
              <a:gdLst>
                <a:gd name="T0" fmla="*/ 2147483646 w 165"/>
                <a:gd name="T1" fmla="*/ 2147483646 h 17"/>
                <a:gd name="T2" fmla="*/ 2147483646 w 165"/>
                <a:gd name="T3" fmla="*/ 0 h 17"/>
                <a:gd name="T4" fmla="*/ 0 w 165"/>
                <a:gd name="T5" fmla="*/ 2147483646 h 17"/>
                <a:gd name="T6" fmla="*/ 0 60000 65536"/>
                <a:gd name="T7" fmla="*/ 0 60000 65536"/>
                <a:gd name="T8" fmla="*/ 0 60000 65536"/>
                <a:gd name="T9" fmla="*/ 0 w 165"/>
                <a:gd name="T10" fmla="*/ 0 h 17"/>
                <a:gd name="T11" fmla="*/ 165 w 165"/>
                <a:gd name="T12" fmla="*/ 17 h 17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65" h="17">
                  <a:moveTo>
                    <a:pt x="165" y="10"/>
                  </a:moveTo>
                  <a:cubicBezTo>
                    <a:pt x="146" y="4"/>
                    <a:pt x="131" y="0"/>
                    <a:pt x="111" y="0"/>
                  </a:cubicBezTo>
                  <a:cubicBezTo>
                    <a:pt x="74" y="0"/>
                    <a:pt x="36" y="7"/>
                    <a:pt x="0" y="17"/>
                  </a:cubicBezTo>
                </a:path>
              </a:pathLst>
            </a:custGeom>
            <a:noFill/>
            <a:ln w="2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5491" name="Freeform 61">
              <a:extLst>
                <a:ext uri="{FF2B5EF4-FFF2-40B4-BE49-F238E27FC236}">
                  <a16:creationId xmlns:a16="http://schemas.microsoft.com/office/drawing/2014/main" id="{176BC0E1-547A-4D40-A5D9-F768C1592B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3351" y="2867025"/>
              <a:ext cx="134938" cy="69850"/>
            </a:xfrm>
            <a:custGeom>
              <a:avLst/>
              <a:gdLst>
                <a:gd name="T0" fmla="*/ 2147483646 w 64"/>
                <a:gd name="T1" fmla="*/ 0 h 33"/>
                <a:gd name="T2" fmla="*/ 0 w 64"/>
                <a:gd name="T3" fmla="*/ 2147483646 h 33"/>
                <a:gd name="T4" fmla="*/ 0 60000 65536"/>
                <a:gd name="T5" fmla="*/ 0 60000 65536"/>
                <a:gd name="T6" fmla="*/ 0 w 64"/>
                <a:gd name="T7" fmla="*/ 0 h 33"/>
                <a:gd name="T8" fmla="*/ 64 w 64"/>
                <a:gd name="T9" fmla="*/ 33 h 33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64" h="33">
                  <a:moveTo>
                    <a:pt x="64" y="0"/>
                  </a:moveTo>
                  <a:cubicBezTo>
                    <a:pt x="43" y="10"/>
                    <a:pt x="22" y="23"/>
                    <a:pt x="0" y="33"/>
                  </a:cubicBezTo>
                </a:path>
              </a:pathLst>
            </a:custGeom>
            <a:noFill/>
            <a:ln w="2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5492" name="Freeform 62">
              <a:extLst>
                <a:ext uri="{FF2B5EF4-FFF2-40B4-BE49-F238E27FC236}">
                  <a16:creationId xmlns:a16="http://schemas.microsoft.com/office/drawing/2014/main" id="{E6B15B20-4EBF-43FF-AD31-0C8D886177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5526" y="442913"/>
              <a:ext cx="544513" cy="242888"/>
            </a:xfrm>
            <a:custGeom>
              <a:avLst/>
              <a:gdLst>
                <a:gd name="T0" fmla="*/ 2147483646 w 257"/>
                <a:gd name="T1" fmla="*/ 2147483646 h 115"/>
                <a:gd name="T2" fmla="*/ 2147483646 w 257"/>
                <a:gd name="T3" fmla="*/ 2147483646 h 115"/>
                <a:gd name="T4" fmla="*/ 2147483646 w 257"/>
                <a:gd name="T5" fmla="*/ 2147483646 h 115"/>
                <a:gd name="T6" fmla="*/ 2147483646 w 257"/>
                <a:gd name="T7" fmla="*/ 2147483646 h 115"/>
                <a:gd name="T8" fmla="*/ 2147483646 w 257"/>
                <a:gd name="T9" fmla="*/ 2147483646 h 115"/>
                <a:gd name="T10" fmla="*/ 2147483646 w 257"/>
                <a:gd name="T11" fmla="*/ 2147483646 h 115"/>
                <a:gd name="T12" fmla="*/ 2147483646 w 257"/>
                <a:gd name="T13" fmla="*/ 2147483646 h 115"/>
                <a:gd name="T14" fmla="*/ 2147483646 w 257"/>
                <a:gd name="T15" fmla="*/ 2147483646 h 115"/>
                <a:gd name="T16" fmla="*/ 2147483646 w 257"/>
                <a:gd name="T17" fmla="*/ 2147483646 h 115"/>
                <a:gd name="T18" fmla="*/ 2147483646 w 257"/>
                <a:gd name="T19" fmla="*/ 2147483646 h 115"/>
                <a:gd name="T20" fmla="*/ 2147483646 w 257"/>
                <a:gd name="T21" fmla="*/ 2147483646 h 115"/>
                <a:gd name="T22" fmla="*/ 2147483646 w 257"/>
                <a:gd name="T23" fmla="*/ 2147483646 h 115"/>
                <a:gd name="T24" fmla="*/ 2147483646 w 257"/>
                <a:gd name="T25" fmla="*/ 2147483646 h 115"/>
                <a:gd name="T26" fmla="*/ 2147483646 w 257"/>
                <a:gd name="T27" fmla="*/ 2147483646 h 115"/>
                <a:gd name="T28" fmla="*/ 2147483646 w 257"/>
                <a:gd name="T29" fmla="*/ 2147483646 h 115"/>
                <a:gd name="T30" fmla="*/ 2147483646 w 257"/>
                <a:gd name="T31" fmla="*/ 2147483646 h 115"/>
                <a:gd name="T32" fmla="*/ 2147483646 w 257"/>
                <a:gd name="T33" fmla="*/ 2147483646 h 115"/>
                <a:gd name="T34" fmla="*/ 2147483646 w 257"/>
                <a:gd name="T35" fmla="*/ 2147483646 h 115"/>
                <a:gd name="T36" fmla="*/ 2147483646 w 257"/>
                <a:gd name="T37" fmla="*/ 2147483646 h 115"/>
                <a:gd name="T38" fmla="*/ 2147483646 w 257"/>
                <a:gd name="T39" fmla="*/ 2147483646 h 115"/>
                <a:gd name="T40" fmla="*/ 2147483646 w 257"/>
                <a:gd name="T41" fmla="*/ 2147483646 h 115"/>
                <a:gd name="T42" fmla="*/ 2147483646 w 257"/>
                <a:gd name="T43" fmla="*/ 2147483646 h 115"/>
                <a:gd name="T44" fmla="*/ 2147483646 w 257"/>
                <a:gd name="T45" fmla="*/ 2147483646 h 115"/>
                <a:gd name="T46" fmla="*/ 2147483646 w 257"/>
                <a:gd name="T47" fmla="*/ 2147483646 h 115"/>
                <a:gd name="T48" fmla="*/ 2147483646 w 257"/>
                <a:gd name="T49" fmla="*/ 2147483646 h 115"/>
                <a:gd name="T50" fmla="*/ 2147483646 w 257"/>
                <a:gd name="T51" fmla="*/ 2147483646 h 115"/>
                <a:gd name="T52" fmla="*/ 2147483646 w 257"/>
                <a:gd name="T53" fmla="*/ 2147483646 h 115"/>
                <a:gd name="T54" fmla="*/ 2147483646 w 257"/>
                <a:gd name="T55" fmla="*/ 2147483646 h 115"/>
                <a:gd name="T56" fmla="*/ 2147483646 w 257"/>
                <a:gd name="T57" fmla="*/ 2147483646 h 115"/>
                <a:gd name="T58" fmla="*/ 2147483646 w 257"/>
                <a:gd name="T59" fmla="*/ 2147483646 h 115"/>
                <a:gd name="T60" fmla="*/ 2147483646 w 257"/>
                <a:gd name="T61" fmla="*/ 2147483646 h 115"/>
                <a:gd name="T62" fmla="*/ 2147483646 w 257"/>
                <a:gd name="T63" fmla="*/ 2147483646 h 115"/>
                <a:gd name="T64" fmla="*/ 2147483646 w 257"/>
                <a:gd name="T65" fmla="*/ 2147483646 h 115"/>
                <a:gd name="T66" fmla="*/ 2147483646 w 257"/>
                <a:gd name="T67" fmla="*/ 2147483646 h 115"/>
                <a:gd name="T68" fmla="*/ 2147483646 w 257"/>
                <a:gd name="T69" fmla="*/ 2147483646 h 115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257"/>
                <a:gd name="T106" fmla="*/ 0 h 115"/>
                <a:gd name="T107" fmla="*/ 257 w 257"/>
                <a:gd name="T108" fmla="*/ 115 h 115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257" h="115">
                  <a:moveTo>
                    <a:pt x="0" y="58"/>
                  </a:moveTo>
                  <a:cubicBezTo>
                    <a:pt x="11" y="58"/>
                    <a:pt x="21" y="59"/>
                    <a:pt x="29" y="69"/>
                  </a:cubicBezTo>
                  <a:cubicBezTo>
                    <a:pt x="42" y="81"/>
                    <a:pt x="45" y="98"/>
                    <a:pt x="54" y="112"/>
                  </a:cubicBezTo>
                  <a:cubicBezTo>
                    <a:pt x="49" y="101"/>
                    <a:pt x="44" y="89"/>
                    <a:pt x="43" y="77"/>
                  </a:cubicBezTo>
                  <a:cubicBezTo>
                    <a:pt x="47" y="81"/>
                    <a:pt x="49" y="86"/>
                    <a:pt x="52" y="90"/>
                  </a:cubicBezTo>
                  <a:cubicBezTo>
                    <a:pt x="50" y="89"/>
                    <a:pt x="48" y="86"/>
                    <a:pt x="48" y="82"/>
                  </a:cubicBezTo>
                  <a:cubicBezTo>
                    <a:pt x="50" y="83"/>
                    <a:pt x="52" y="84"/>
                    <a:pt x="53" y="85"/>
                  </a:cubicBezTo>
                  <a:cubicBezTo>
                    <a:pt x="51" y="83"/>
                    <a:pt x="49" y="81"/>
                    <a:pt x="49" y="78"/>
                  </a:cubicBezTo>
                  <a:cubicBezTo>
                    <a:pt x="50" y="78"/>
                    <a:pt x="51" y="78"/>
                    <a:pt x="52" y="79"/>
                  </a:cubicBezTo>
                  <a:cubicBezTo>
                    <a:pt x="51" y="77"/>
                    <a:pt x="50" y="74"/>
                    <a:pt x="49" y="72"/>
                  </a:cubicBezTo>
                  <a:cubicBezTo>
                    <a:pt x="53" y="74"/>
                    <a:pt x="56" y="78"/>
                    <a:pt x="59" y="79"/>
                  </a:cubicBezTo>
                  <a:cubicBezTo>
                    <a:pt x="57" y="73"/>
                    <a:pt x="54" y="66"/>
                    <a:pt x="50" y="60"/>
                  </a:cubicBezTo>
                  <a:cubicBezTo>
                    <a:pt x="70" y="66"/>
                    <a:pt x="86" y="81"/>
                    <a:pt x="94" y="98"/>
                  </a:cubicBezTo>
                  <a:cubicBezTo>
                    <a:pt x="92" y="89"/>
                    <a:pt x="88" y="74"/>
                    <a:pt x="82" y="66"/>
                  </a:cubicBezTo>
                  <a:cubicBezTo>
                    <a:pt x="90" y="71"/>
                    <a:pt x="96" y="79"/>
                    <a:pt x="102" y="86"/>
                  </a:cubicBezTo>
                  <a:cubicBezTo>
                    <a:pt x="99" y="82"/>
                    <a:pt x="97" y="78"/>
                    <a:pt x="98" y="72"/>
                  </a:cubicBezTo>
                  <a:cubicBezTo>
                    <a:pt x="101" y="72"/>
                    <a:pt x="104" y="75"/>
                    <a:pt x="106" y="77"/>
                  </a:cubicBezTo>
                  <a:cubicBezTo>
                    <a:pt x="105" y="75"/>
                    <a:pt x="103" y="72"/>
                    <a:pt x="103" y="70"/>
                  </a:cubicBezTo>
                  <a:cubicBezTo>
                    <a:pt x="107" y="70"/>
                    <a:pt x="113" y="75"/>
                    <a:pt x="115" y="79"/>
                  </a:cubicBezTo>
                  <a:cubicBezTo>
                    <a:pt x="113" y="73"/>
                    <a:pt x="108" y="66"/>
                    <a:pt x="109" y="59"/>
                  </a:cubicBezTo>
                  <a:cubicBezTo>
                    <a:pt x="128" y="73"/>
                    <a:pt x="138" y="94"/>
                    <a:pt x="147" y="115"/>
                  </a:cubicBezTo>
                  <a:cubicBezTo>
                    <a:pt x="139" y="95"/>
                    <a:pt x="130" y="76"/>
                    <a:pt x="125" y="54"/>
                  </a:cubicBezTo>
                  <a:cubicBezTo>
                    <a:pt x="137" y="69"/>
                    <a:pt x="157" y="81"/>
                    <a:pt x="162" y="102"/>
                  </a:cubicBezTo>
                  <a:cubicBezTo>
                    <a:pt x="155" y="97"/>
                    <a:pt x="158" y="89"/>
                    <a:pt x="158" y="82"/>
                  </a:cubicBezTo>
                  <a:cubicBezTo>
                    <a:pt x="159" y="73"/>
                    <a:pt x="159" y="63"/>
                    <a:pt x="161" y="54"/>
                  </a:cubicBezTo>
                  <a:cubicBezTo>
                    <a:pt x="168" y="60"/>
                    <a:pt x="179" y="66"/>
                    <a:pt x="182" y="75"/>
                  </a:cubicBezTo>
                  <a:cubicBezTo>
                    <a:pt x="176" y="72"/>
                    <a:pt x="173" y="62"/>
                    <a:pt x="173" y="56"/>
                  </a:cubicBezTo>
                  <a:cubicBezTo>
                    <a:pt x="177" y="55"/>
                    <a:pt x="181" y="58"/>
                    <a:pt x="184" y="61"/>
                  </a:cubicBezTo>
                  <a:cubicBezTo>
                    <a:pt x="182" y="58"/>
                    <a:pt x="180" y="54"/>
                    <a:pt x="180" y="50"/>
                  </a:cubicBezTo>
                  <a:cubicBezTo>
                    <a:pt x="183" y="51"/>
                    <a:pt x="185" y="53"/>
                    <a:pt x="187" y="55"/>
                  </a:cubicBezTo>
                  <a:cubicBezTo>
                    <a:pt x="186" y="50"/>
                    <a:pt x="181" y="42"/>
                    <a:pt x="185" y="37"/>
                  </a:cubicBezTo>
                  <a:cubicBezTo>
                    <a:pt x="194" y="46"/>
                    <a:pt x="209" y="52"/>
                    <a:pt x="214" y="64"/>
                  </a:cubicBezTo>
                  <a:cubicBezTo>
                    <a:pt x="208" y="57"/>
                    <a:pt x="204" y="46"/>
                    <a:pt x="203" y="37"/>
                  </a:cubicBezTo>
                  <a:cubicBezTo>
                    <a:pt x="221" y="39"/>
                    <a:pt x="232" y="59"/>
                    <a:pt x="240" y="72"/>
                  </a:cubicBezTo>
                  <a:cubicBezTo>
                    <a:pt x="233" y="62"/>
                    <a:pt x="221" y="48"/>
                    <a:pt x="219" y="35"/>
                  </a:cubicBezTo>
                  <a:cubicBezTo>
                    <a:pt x="231" y="32"/>
                    <a:pt x="251" y="60"/>
                    <a:pt x="257" y="69"/>
                  </a:cubicBezTo>
                  <a:cubicBezTo>
                    <a:pt x="246" y="61"/>
                    <a:pt x="236" y="42"/>
                    <a:pt x="230" y="30"/>
                  </a:cubicBezTo>
                  <a:cubicBezTo>
                    <a:pt x="236" y="30"/>
                    <a:pt x="241" y="35"/>
                    <a:pt x="246" y="39"/>
                  </a:cubicBezTo>
                  <a:cubicBezTo>
                    <a:pt x="239" y="36"/>
                    <a:pt x="232" y="29"/>
                    <a:pt x="226" y="25"/>
                  </a:cubicBezTo>
                  <a:cubicBezTo>
                    <a:pt x="216" y="18"/>
                    <a:pt x="203" y="12"/>
                    <a:pt x="191" y="7"/>
                  </a:cubicBezTo>
                  <a:cubicBezTo>
                    <a:pt x="182" y="4"/>
                    <a:pt x="164" y="0"/>
                    <a:pt x="154" y="2"/>
                  </a:cubicBezTo>
                  <a:cubicBezTo>
                    <a:pt x="162" y="2"/>
                    <a:pt x="180" y="10"/>
                    <a:pt x="184" y="17"/>
                  </a:cubicBezTo>
                  <a:cubicBezTo>
                    <a:pt x="180" y="16"/>
                    <a:pt x="177" y="13"/>
                    <a:pt x="173" y="12"/>
                  </a:cubicBezTo>
                  <a:cubicBezTo>
                    <a:pt x="174" y="13"/>
                    <a:pt x="176" y="15"/>
                    <a:pt x="178" y="16"/>
                  </a:cubicBezTo>
                  <a:cubicBezTo>
                    <a:pt x="177" y="16"/>
                    <a:pt x="175" y="16"/>
                    <a:pt x="173" y="15"/>
                  </a:cubicBezTo>
                  <a:cubicBezTo>
                    <a:pt x="174" y="16"/>
                    <a:pt x="176" y="18"/>
                    <a:pt x="177" y="19"/>
                  </a:cubicBezTo>
                  <a:cubicBezTo>
                    <a:pt x="170" y="12"/>
                    <a:pt x="147" y="3"/>
                    <a:pt x="136" y="3"/>
                  </a:cubicBezTo>
                  <a:cubicBezTo>
                    <a:pt x="143" y="7"/>
                    <a:pt x="149" y="11"/>
                    <a:pt x="155" y="17"/>
                  </a:cubicBezTo>
                  <a:cubicBezTo>
                    <a:pt x="141" y="13"/>
                    <a:pt x="127" y="5"/>
                    <a:pt x="113" y="4"/>
                  </a:cubicBezTo>
                  <a:cubicBezTo>
                    <a:pt x="121" y="6"/>
                    <a:pt x="131" y="17"/>
                    <a:pt x="134" y="25"/>
                  </a:cubicBezTo>
                  <a:cubicBezTo>
                    <a:pt x="129" y="23"/>
                    <a:pt x="121" y="19"/>
                    <a:pt x="117" y="15"/>
                  </a:cubicBezTo>
                  <a:cubicBezTo>
                    <a:pt x="120" y="17"/>
                    <a:pt x="123" y="19"/>
                    <a:pt x="126" y="21"/>
                  </a:cubicBezTo>
                  <a:cubicBezTo>
                    <a:pt x="120" y="20"/>
                    <a:pt x="115" y="16"/>
                    <a:pt x="109" y="17"/>
                  </a:cubicBezTo>
                  <a:cubicBezTo>
                    <a:pt x="110" y="18"/>
                    <a:pt x="113" y="20"/>
                    <a:pt x="115" y="22"/>
                  </a:cubicBezTo>
                  <a:cubicBezTo>
                    <a:pt x="103" y="18"/>
                    <a:pt x="94" y="16"/>
                    <a:pt x="81" y="17"/>
                  </a:cubicBezTo>
                  <a:cubicBezTo>
                    <a:pt x="88" y="22"/>
                    <a:pt x="96" y="26"/>
                    <a:pt x="102" y="33"/>
                  </a:cubicBezTo>
                  <a:cubicBezTo>
                    <a:pt x="90" y="31"/>
                    <a:pt x="70" y="16"/>
                    <a:pt x="60" y="21"/>
                  </a:cubicBezTo>
                  <a:cubicBezTo>
                    <a:pt x="67" y="23"/>
                    <a:pt x="77" y="29"/>
                    <a:pt x="81" y="35"/>
                  </a:cubicBezTo>
                  <a:cubicBezTo>
                    <a:pt x="76" y="34"/>
                    <a:pt x="72" y="31"/>
                    <a:pt x="68" y="30"/>
                  </a:cubicBezTo>
                  <a:cubicBezTo>
                    <a:pt x="62" y="28"/>
                    <a:pt x="56" y="30"/>
                    <a:pt x="51" y="28"/>
                  </a:cubicBezTo>
                  <a:cubicBezTo>
                    <a:pt x="59" y="33"/>
                    <a:pt x="68" y="37"/>
                    <a:pt x="74" y="45"/>
                  </a:cubicBezTo>
                  <a:cubicBezTo>
                    <a:pt x="60" y="46"/>
                    <a:pt x="49" y="30"/>
                    <a:pt x="33" y="32"/>
                  </a:cubicBezTo>
                  <a:cubicBezTo>
                    <a:pt x="37" y="36"/>
                    <a:pt x="43" y="38"/>
                    <a:pt x="46" y="42"/>
                  </a:cubicBezTo>
                  <a:cubicBezTo>
                    <a:pt x="38" y="43"/>
                    <a:pt x="30" y="44"/>
                    <a:pt x="22" y="43"/>
                  </a:cubicBezTo>
                  <a:cubicBezTo>
                    <a:pt x="26" y="44"/>
                    <a:pt x="30" y="45"/>
                    <a:pt x="33" y="48"/>
                  </a:cubicBezTo>
                  <a:cubicBezTo>
                    <a:pt x="30" y="47"/>
                    <a:pt x="27" y="46"/>
                    <a:pt x="25" y="46"/>
                  </a:cubicBezTo>
                  <a:cubicBezTo>
                    <a:pt x="28" y="49"/>
                    <a:pt x="33" y="52"/>
                    <a:pt x="35" y="56"/>
                  </a:cubicBezTo>
                  <a:cubicBezTo>
                    <a:pt x="28" y="53"/>
                    <a:pt x="21" y="49"/>
                    <a:pt x="13" y="48"/>
                  </a:cubicBezTo>
                  <a:cubicBezTo>
                    <a:pt x="19" y="49"/>
                    <a:pt x="24" y="53"/>
                    <a:pt x="28" y="57"/>
                  </a:cubicBezTo>
                  <a:cubicBezTo>
                    <a:pt x="24" y="56"/>
                    <a:pt x="19" y="54"/>
                    <a:pt x="14" y="54"/>
                  </a:cubicBezTo>
                  <a:cubicBezTo>
                    <a:pt x="10" y="54"/>
                    <a:pt x="6" y="56"/>
                    <a:pt x="3" y="54"/>
                  </a:cubicBezTo>
                </a:path>
              </a:pathLst>
            </a:custGeom>
            <a:solidFill>
              <a:srgbClr val="874C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5493" name="Freeform 63">
              <a:extLst>
                <a:ext uri="{FF2B5EF4-FFF2-40B4-BE49-F238E27FC236}">
                  <a16:creationId xmlns:a16="http://schemas.microsoft.com/office/drawing/2014/main" id="{88D0B14A-35F5-48DD-B651-FB9C266987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0488" y="649288"/>
              <a:ext cx="311150" cy="387350"/>
            </a:xfrm>
            <a:custGeom>
              <a:avLst/>
              <a:gdLst>
                <a:gd name="T0" fmla="*/ 2147483646 w 147"/>
                <a:gd name="T1" fmla="*/ 2147483646 h 184"/>
                <a:gd name="T2" fmla="*/ 2147483646 w 147"/>
                <a:gd name="T3" fmla="*/ 2147483646 h 184"/>
                <a:gd name="T4" fmla="*/ 2147483646 w 147"/>
                <a:gd name="T5" fmla="*/ 2147483646 h 184"/>
                <a:gd name="T6" fmla="*/ 2147483646 w 147"/>
                <a:gd name="T7" fmla="*/ 2147483646 h 184"/>
                <a:gd name="T8" fmla="*/ 2147483646 w 147"/>
                <a:gd name="T9" fmla="*/ 2147483646 h 184"/>
                <a:gd name="T10" fmla="*/ 2147483646 w 147"/>
                <a:gd name="T11" fmla="*/ 2147483646 h 184"/>
                <a:gd name="T12" fmla="*/ 2147483646 w 147"/>
                <a:gd name="T13" fmla="*/ 2147483646 h 184"/>
                <a:gd name="T14" fmla="*/ 2147483646 w 147"/>
                <a:gd name="T15" fmla="*/ 2147483646 h 184"/>
                <a:gd name="T16" fmla="*/ 2147483646 w 147"/>
                <a:gd name="T17" fmla="*/ 2147483646 h 184"/>
                <a:gd name="T18" fmla="*/ 2147483646 w 147"/>
                <a:gd name="T19" fmla="*/ 2147483646 h 184"/>
                <a:gd name="T20" fmla="*/ 2147483646 w 147"/>
                <a:gd name="T21" fmla="*/ 2147483646 h 184"/>
                <a:gd name="T22" fmla="*/ 2147483646 w 147"/>
                <a:gd name="T23" fmla="*/ 2147483646 h 184"/>
                <a:gd name="T24" fmla="*/ 2147483646 w 147"/>
                <a:gd name="T25" fmla="*/ 2147483646 h 184"/>
                <a:gd name="T26" fmla="*/ 2147483646 w 147"/>
                <a:gd name="T27" fmla="*/ 2147483646 h 184"/>
                <a:gd name="T28" fmla="*/ 2147483646 w 147"/>
                <a:gd name="T29" fmla="*/ 2147483646 h 184"/>
                <a:gd name="T30" fmla="*/ 2147483646 w 147"/>
                <a:gd name="T31" fmla="*/ 2147483646 h 184"/>
                <a:gd name="T32" fmla="*/ 2147483646 w 147"/>
                <a:gd name="T33" fmla="*/ 2147483646 h 184"/>
                <a:gd name="T34" fmla="*/ 2147483646 w 147"/>
                <a:gd name="T35" fmla="*/ 2147483646 h 184"/>
                <a:gd name="T36" fmla="*/ 2147483646 w 147"/>
                <a:gd name="T37" fmla="*/ 2147483646 h 184"/>
                <a:gd name="T38" fmla="*/ 2147483646 w 147"/>
                <a:gd name="T39" fmla="*/ 2147483646 h 184"/>
                <a:gd name="T40" fmla="*/ 2147483646 w 147"/>
                <a:gd name="T41" fmla="*/ 2147483646 h 184"/>
                <a:gd name="T42" fmla="*/ 0 w 147"/>
                <a:gd name="T43" fmla="*/ 2147483646 h 184"/>
                <a:gd name="T44" fmla="*/ 2147483646 w 147"/>
                <a:gd name="T45" fmla="*/ 2147483646 h 184"/>
                <a:gd name="T46" fmla="*/ 2147483646 w 147"/>
                <a:gd name="T47" fmla="*/ 2147483646 h 184"/>
                <a:gd name="T48" fmla="*/ 2147483646 w 147"/>
                <a:gd name="T49" fmla="*/ 2147483646 h 184"/>
                <a:gd name="T50" fmla="*/ 2147483646 w 147"/>
                <a:gd name="T51" fmla="*/ 2147483646 h 184"/>
                <a:gd name="T52" fmla="*/ 2147483646 w 147"/>
                <a:gd name="T53" fmla="*/ 2147483646 h 184"/>
                <a:gd name="T54" fmla="*/ 2147483646 w 147"/>
                <a:gd name="T55" fmla="*/ 2147483646 h 184"/>
                <a:gd name="T56" fmla="*/ 2147483646 w 147"/>
                <a:gd name="T57" fmla="*/ 2147483646 h 184"/>
                <a:gd name="T58" fmla="*/ 2147483646 w 147"/>
                <a:gd name="T59" fmla="*/ 2147483646 h 184"/>
                <a:gd name="T60" fmla="*/ 2147483646 w 147"/>
                <a:gd name="T61" fmla="*/ 2147483646 h 184"/>
                <a:gd name="T62" fmla="*/ 2147483646 w 147"/>
                <a:gd name="T63" fmla="*/ 2147483646 h 184"/>
                <a:gd name="T64" fmla="*/ 2147483646 w 147"/>
                <a:gd name="T65" fmla="*/ 2147483646 h 184"/>
                <a:gd name="T66" fmla="*/ 2147483646 w 147"/>
                <a:gd name="T67" fmla="*/ 2147483646 h 184"/>
                <a:gd name="T68" fmla="*/ 2147483646 w 147"/>
                <a:gd name="T69" fmla="*/ 2147483646 h 184"/>
                <a:gd name="T70" fmla="*/ 2147483646 w 147"/>
                <a:gd name="T71" fmla="*/ 2147483646 h 184"/>
                <a:gd name="T72" fmla="*/ 2147483646 w 147"/>
                <a:gd name="T73" fmla="*/ 2147483646 h 184"/>
                <a:gd name="T74" fmla="*/ 2147483646 w 147"/>
                <a:gd name="T75" fmla="*/ 2147483646 h 184"/>
                <a:gd name="T76" fmla="*/ 2147483646 w 147"/>
                <a:gd name="T77" fmla="*/ 2147483646 h 184"/>
                <a:gd name="T78" fmla="*/ 2147483646 w 147"/>
                <a:gd name="T79" fmla="*/ 2147483646 h 184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w 147"/>
                <a:gd name="T121" fmla="*/ 0 h 184"/>
                <a:gd name="T122" fmla="*/ 147 w 147"/>
                <a:gd name="T123" fmla="*/ 184 h 184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T120" t="T121" r="T122" b="T123"/>
              <a:pathLst>
                <a:path w="147" h="184">
                  <a:moveTo>
                    <a:pt x="136" y="15"/>
                  </a:moveTo>
                  <a:cubicBezTo>
                    <a:pt x="143" y="40"/>
                    <a:pt x="147" y="68"/>
                    <a:pt x="141" y="94"/>
                  </a:cubicBezTo>
                  <a:cubicBezTo>
                    <a:pt x="137" y="108"/>
                    <a:pt x="132" y="121"/>
                    <a:pt x="128" y="134"/>
                  </a:cubicBezTo>
                  <a:cubicBezTo>
                    <a:pt x="123" y="150"/>
                    <a:pt x="125" y="164"/>
                    <a:pt x="127" y="179"/>
                  </a:cubicBezTo>
                  <a:cubicBezTo>
                    <a:pt x="123" y="169"/>
                    <a:pt x="124" y="160"/>
                    <a:pt x="123" y="148"/>
                  </a:cubicBezTo>
                  <a:cubicBezTo>
                    <a:pt x="121" y="155"/>
                    <a:pt x="121" y="162"/>
                    <a:pt x="121" y="169"/>
                  </a:cubicBezTo>
                  <a:cubicBezTo>
                    <a:pt x="121" y="165"/>
                    <a:pt x="121" y="161"/>
                    <a:pt x="120" y="158"/>
                  </a:cubicBezTo>
                  <a:cubicBezTo>
                    <a:pt x="120" y="161"/>
                    <a:pt x="120" y="164"/>
                    <a:pt x="119" y="166"/>
                  </a:cubicBezTo>
                  <a:cubicBezTo>
                    <a:pt x="116" y="159"/>
                    <a:pt x="117" y="148"/>
                    <a:pt x="117" y="140"/>
                  </a:cubicBezTo>
                  <a:cubicBezTo>
                    <a:pt x="117" y="127"/>
                    <a:pt x="119" y="115"/>
                    <a:pt x="119" y="103"/>
                  </a:cubicBezTo>
                  <a:cubicBezTo>
                    <a:pt x="118" y="112"/>
                    <a:pt x="115" y="121"/>
                    <a:pt x="113" y="130"/>
                  </a:cubicBezTo>
                  <a:cubicBezTo>
                    <a:pt x="110" y="147"/>
                    <a:pt x="111" y="165"/>
                    <a:pt x="113" y="183"/>
                  </a:cubicBezTo>
                  <a:cubicBezTo>
                    <a:pt x="112" y="168"/>
                    <a:pt x="107" y="154"/>
                    <a:pt x="108" y="139"/>
                  </a:cubicBezTo>
                  <a:cubicBezTo>
                    <a:pt x="109" y="132"/>
                    <a:pt x="111" y="125"/>
                    <a:pt x="112" y="118"/>
                  </a:cubicBezTo>
                  <a:cubicBezTo>
                    <a:pt x="103" y="136"/>
                    <a:pt x="100" y="165"/>
                    <a:pt x="105" y="184"/>
                  </a:cubicBezTo>
                  <a:cubicBezTo>
                    <a:pt x="104" y="180"/>
                    <a:pt x="102" y="176"/>
                    <a:pt x="101" y="171"/>
                  </a:cubicBezTo>
                  <a:cubicBezTo>
                    <a:pt x="98" y="157"/>
                    <a:pt x="99" y="144"/>
                    <a:pt x="99" y="129"/>
                  </a:cubicBezTo>
                  <a:cubicBezTo>
                    <a:pt x="98" y="139"/>
                    <a:pt x="98" y="151"/>
                    <a:pt x="94" y="160"/>
                  </a:cubicBezTo>
                  <a:cubicBezTo>
                    <a:pt x="90" y="154"/>
                    <a:pt x="93" y="146"/>
                    <a:pt x="91" y="140"/>
                  </a:cubicBezTo>
                  <a:cubicBezTo>
                    <a:pt x="90" y="143"/>
                    <a:pt x="90" y="145"/>
                    <a:pt x="91" y="148"/>
                  </a:cubicBezTo>
                  <a:cubicBezTo>
                    <a:pt x="90" y="144"/>
                    <a:pt x="90" y="138"/>
                    <a:pt x="88" y="135"/>
                  </a:cubicBezTo>
                  <a:cubicBezTo>
                    <a:pt x="88" y="137"/>
                    <a:pt x="88" y="140"/>
                    <a:pt x="87" y="141"/>
                  </a:cubicBezTo>
                  <a:cubicBezTo>
                    <a:pt x="85" y="136"/>
                    <a:pt x="85" y="131"/>
                    <a:pt x="83" y="127"/>
                  </a:cubicBezTo>
                  <a:cubicBezTo>
                    <a:pt x="81" y="131"/>
                    <a:pt x="82" y="136"/>
                    <a:pt x="80" y="139"/>
                  </a:cubicBezTo>
                  <a:cubicBezTo>
                    <a:pt x="78" y="134"/>
                    <a:pt x="77" y="128"/>
                    <a:pt x="76" y="122"/>
                  </a:cubicBezTo>
                  <a:cubicBezTo>
                    <a:pt x="65" y="136"/>
                    <a:pt x="70" y="161"/>
                    <a:pt x="75" y="176"/>
                  </a:cubicBezTo>
                  <a:cubicBezTo>
                    <a:pt x="67" y="160"/>
                    <a:pt x="57" y="138"/>
                    <a:pt x="61" y="120"/>
                  </a:cubicBezTo>
                  <a:cubicBezTo>
                    <a:pt x="54" y="135"/>
                    <a:pt x="58" y="160"/>
                    <a:pt x="65" y="174"/>
                  </a:cubicBezTo>
                  <a:cubicBezTo>
                    <a:pt x="58" y="158"/>
                    <a:pt x="54" y="142"/>
                    <a:pt x="50" y="125"/>
                  </a:cubicBezTo>
                  <a:cubicBezTo>
                    <a:pt x="52" y="135"/>
                    <a:pt x="53" y="144"/>
                    <a:pt x="53" y="154"/>
                  </a:cubicBezTo>
                  <a:cubicBezTo>
                    <a:pt x="52" y="148"/>
                    <a:pt x="50" y="143"/>
                    <a:pt x="51" y="138"/>
                  </a:cubicBezTo>
                  <a:cubicBezTo>
                    <a:pt x="51" y="142"/>
                    <a:pt x="51" y="148"/>
                    <a:pt x="51" y="153"/>
                  </a:cubicBezTo>
                  <a:cubicBezTo>
                    <a:pt x="50" y="150"/>
                    <a:pt x="50" y="146"/>
                    <a:pt x="49" y="143"/>
                  </a:cubicBezTo>
                  <a:cubicBezTo>
                    <a:pt x="51" y="149"/>
                    <a:pt x="53" y="157"/>
                    <a:pt x="52" y="162"/>
                  </a:cubicBezTo>
                  <a:cubicBezTo>
                    <a:pt x="42" y="150"/>
                    <a:pt x="44" y="132"/>
                    <a:pt x="41" y="117"/>
                  </a:cubicBezTo>
                  <a:cubicBezTo>
                    <a:pt x="41" y="125"/>
                    <a:pt x="44" y="134"/>
                    <a:pt x="43" y="141"/>
                  </a:cubicBezTo>
                  <a:cubicBezTo>
                    <a:pt x="39" y="135"/>
                    <a:pt x="35" y="127"/>
                    <a:pt x="32" y="120"/>
                  </a:cubicBezTo>
                  <a:cubicBezTo>
                    <a:pt x="32" y="127"/>
                    <a:pt x="36" y="133"/>
                    <a:pt x="35" y="140"/>
                  </a:cubicBezTo>
                  <a:cubicBezTo>
                    <a:pt x="33" y="135"/>
                    <a:pt x="30" y="129"/>
                    <a:pt x="28" y="124"/>
                  </a:cubicBezTo>
                  <a:cubicBezTo>
                    <a:pt x="29" y="128"/>
                    <a:pt x="29" y="132"/>
                    <a:pt x="30" y="136"/>
                  </a:cubicBezTo>
                  <a:cubicBezTo>
                    <a:pt x="27" y="129"/>
                    <a:pt x="22" y="121"/>
                    <a:pt x="16" y="116"/>
                  </a:cubicBezTo>
                  <a:cubicBezTo>
                    <a:pt x="16" y="120"/>
                    <a:pt x="16" y="125"/>
                    <a:pt x="14" y="128"/>
                  </a:cubicBezTo>
                  <a:cubicBezTo>
                    <a:pt x="12" y="110"/>
                    <a:pt x="17" y="93"/>
                    <a:pt x="14" y="75"/>
                  </a:cubicBezTo>
                  <a:cubicBezTo>
                    <a:pt x="12" y="64"/>
                    <a:pt x="11" y="44"/>
                    <a:pt x="0" y="39"/>
                  </a:cubicBezTo>
                  <a:cubicBezTo>
                    <a:pt x="12" y="53"/>
                    <a:pt x="33" y="69"/>
                    <a:pt x="30" y="89"/>
                  </a:cubicBezTo>
                  <a:cubicBezTo>
                    <a:pt x="31" y="83"/>
                    <a:pt x="31" y="79"/>
                    <a:pt x="31" y="73"/>
                  </a:cubicBezTo>
                  <a:cubicBezTo>
                    <a:pt x="32" y="81"/>
                    <a:pt x="35" y="90"/>
                    <a:pt x="37" y="97"/>
                  </a:cubicBezTo>
                  <a:cubicBezTo>
                    <a:pt x="37" y="93"/>
                    <a:pt x="36" y="88"/>
                    <a:pt x="39" y="85"/>
                  </a:cubicBezTo>
                  <a:cubicBezTo>
                    <a:pt x="40" y="90"/>
                    <a:pt x="42" y="97"/>
                    <a:pt x="44" y="101"/>
                  </a:cubicBezTo>
                  <a:cubicBezTo>
                    <a:pt x="45" y="91"/>
                    <a:pt x="44" y="81"/>
                    <a:pt x="44" y="71"/>
                  </a:cubicBezTo>
                  <a:cubicBezTo>
                    <a:pt x="44" y="65"/>
                    <a:pt x="47" y="51"/>
                    <a:pt x="43" y="45"/>
                  </a:cubicBezTo>
                  <a:cubicBezTo>
                    <a:pt x="49" y="65"/>
                    <a:pt x="57" y="80"/>
                    <a:pt x="57" y="101"/>
                  </a:cubicBezTo>
                  <a:cubicBezTo>
                    <a:pt x="62" y="90"/>
                    <a:pt x="56" y="76"/>
                    <a:pt x="61" y="65"/>
                  </a:cubicBezTo>
                  <a:cubicBezTo>
                    <a:pt x="64" y="73"/>
                    <a:pt x="65" y="82"/>
                    <a:pt x="67" y="90"/>
                  </a:cubicBezTo>
                  <a:cubicBezTo>
                    <a:pt x="67" y="87"/>
                    <a:pt x="67" y="84"/>
                    <a:pt x="68" y="83"/>
                  </a:cubicBezTo>
                  <a:cubicBezTo>
                    <a:pt x="71" y="88"/>
                    <a:pt x="72" y="95"/>
                    <a:pt x="73" y="101"/>
                  </a:cubicBezTo>
                  <a:cubicBezTo>
                    <a:pt x="78" y="86"/>
                    <a:pt x="76" y="68"/>
                    <a:pt x="79" y="52"/>
                  </a:cubicBezTo>
                  <a:cubicBezTo>
                    <a:pt x="80" y="60"/>
                    <a:pt x="84" y="67"/>
                    <a:pt x="86" y="76"/>
                  </a:cubicBezTo>
                  <a:cubicBezTo>
                    <a:pt x="88" y="85"/>
                    <a:pt x="87" y="94"/>
                    <a:pt x="87" y="103"/>
                  </a:cubicBezTo>
                  <a:cubicBezTo>
                    <a:pt x="89" y="91"/>
                    <a:pt x="93" y="78"/>
                    <a:pt x="94" y="66"/>
                  </a:cubicBezTo>
                  <a:cubicBezTo>
                    <a:pt x="95" y="49"/>
                    <a:pt x="96" y="31"/>
                    <a:pt x="93" y="14"/>
                  </a:cubicBezTo>
                  <a:cubicBezTo>
                    <a:pt x="102" y="42"/>
                    <a:pt x="105" y="75"/>
                    <a:pt x="104" y="104"/>
                  </a:cubicBezTo>
                  <a:cubicBezTo>
                    <a:pt x="103" y="102"/>
                    <a:pt x="103" y="99"/>
                    <a:pt x="103" y="96"/>
                  </a:cubicBezTo>
                  <a:cubicBezTo>
                    <a:pt x="104" y="82"/>
                    <a:pt x="108" y="69"/>
                    <a:pt x="109" y="56"/>
                  </a:cubicBezTo>
                  <a:cubicBezTo>
                    <a:pt x="111" y="37"/>
                    <a:pt x="106" y="19"/>
                    <a:pt x="104" y="0"/>
                  </a:cubicBezTo>
                  <a:cubicBezTo>
                    <a:pt x="105" y="20"/>
                    <a:pt x="114" y="40"/>
                    <a:pt x="113" y="60"/>
                  </a:cubicBezTo>
                  <a:cubicBezTo>
                    <a:pt x="113" y="48"/>
                    <a:pt x="109" y="33"/>
                    <a:pt x="113" y="22"/>
                  </a:cubicBezTo>
                  <a:cubicBezTo>
                    <a:pt x="113" y="28"/>
                    <a:pt x="114" y="34"/>
                    <a:pt x="116" y="39"/>
                  </a:cubicBezTo>
                  <a:cubicBezTo>
                    <a:pt x="115" y="36"/>
                    <a:pt x="114" y="32"/>
                    <a:pt x="115" y="28"/>
                  </a:cubicBezTo>
                  <a:cubicBezTo>
                    <a:pt x="116" y="31"/>
                    <a:pt x="117" y="35"/>
                    <a:pt x="118" y="37"/>
                  </a:cubicBezTo>
                  <a:cubicBezTo>
                    <a:pt x="120" y="29"/>
                    <a:pt x="115" y="18"/>
                    <a:pt x="116" y="9"/>
                  </a:cubicBezTo>
                  <a:cubicBezTo>
                    <a:pt x="120" y="14"/>
                    <a:pt x="122" y="25"/>
                    <a:pt x="122" y="32"/>
                  </a:cubicBezTo>
                  <a:cubicBezTo>
                    <a:pt x="121" y="22"/>
                    <a:pt x="119" y="12"/>
                    <a:pt x="119" y="1"/>
                  </a:cubicBezTo>
                  <a:cubicBezTo>
                    <a:pt x="121" y="8"/>
                    <a:pt x="124" y="15"/>
                    <a:pt x="126" y="22"/>
                  </a:cubicBezTo>
                  <a:cubicBezTo>
                    <a:pt x="128" y="31"/>
                    <a:pt x="128" y="40"/>
                    <a:pt x="129" y="49"/>
                  </a:cubicBezTo>
                  <a:cubicBezTo>
                    <a:pt x="128" y="42"/>
                    <a:pt x="131" y="80"/>
                    <a:pt x="130" y="82"/>
                  </a:cubicBezTo>
                  <a:cubicBezTo>
                    <a:pt x="126" y="72"/>
                    <a:pt x="129" y="59"/>
                    <a:pt x="130" y="48"/>
                  </a:cubicBezTo>
                  <a:cubicBezTo>
                    <a:pt x="131" y="35"/>
                    <a:pt x="130" y="22"/>
                    <a:pt x="130" y="10"/>
                  </a:cubicBezTo>
                  <a:cubicBezTo>
                    <a:pt x="134" y="23"/>
                    <a:pt x="130" y="41"/>
                    <a:pt x="135" y="53"/>
                  </a:cubicBezTo>
                  <a:cubicBezTo>
                    <a:pt x="136" y="41"/>
                    <a:pt x="135" y="26"/>
                    <a:pt x="135" y="15"/>
                  </a:cubicBezTo>
                </a:path>
              </a:pathLst>
            </a:custGeom>
            <a:solidFill>
              <a:srgbClr val="874C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5494" name="Freeform 64">
              <a:extLst>
                <a:ext uri="{FF2B5EF4-FFF2-40B4-BE49-F238E27FC236}">
                  <a16:creationId xmlns:a16="http://schemas.microsoft.com/office/drawing/2014/main" id="{8E89785E-0AAC-42F5-83D8-990000520D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3526" y="739775"/>
              <a:ext cx="127000" cy="212725"/>
            </a:xfrm>
            <a:custGeom>
              <a:avLst/>
              <a:gdLst>
                <a:gd name="T0" fmla="*/ 2147483646 w 60"/>
                <a:gd name="T1" fmla="*/ 0 h 101"/>
                <a:gd name="T2" fmla="*/ 2147483646 w 60"/>
                <a:gd name="T3" fmla="*/ 2147483646 h 101"/>
                <a:gd name="T4" fmla="*/ 2147483646 w 60"/>
                <a:gd name="T5" fmla="*/ 2147483646 h 101"/>
                <a:gd name="T6" fmla="*/ 2147483646 w 60"/>
                <a:gd name="T7" fmla="*/ 2147483646 h 101"/>
                <a:gd name="T8" fmla="*/ 2147483646 w 60"/>
                <a:gd name="T9" fmla="*/ 2147483646 h 101"/>
                <a:gd name="T10" fmla="*/ 2147483646 w 60"/>
                <a:gd name="T11" fmla="*/ 2147483646 h 101"/>
                <a:gd name="T12" fmla="*/ 2147483646 w 60"/>
                <a:gd name="T13" fmla="*/ 2147483646 h 101"/>
                <a:gd name="T14" fmla="*/ 2147483646 w 60"/>
                <a:gd name="T15" fmla="*/ 2147483646 h 101"/>
                <a:gd name="T16" fmla="*/ 2147483646 w 60"/>
                <a:gd name="T17" fmla="*/ 2147483646 h 101"/>
                <a:gd name="T18" fmla="*/ 2147483646 w 60"/>
                <a:gd name="T19" fmla="*/ 2147483646 h 101"/>
                <a:gd name="T20" fmla="*/ 2147483646 w 60"/>
                <a:gd name="T21" fmla="*/ 2147483646 h 101"/>
                <a:gd name="T22" fmla="*/ 2147483646 w 60"/>
                <a:gd name="T23" fmla="*/ 2147483646 h 101"/>
                <a:gd name="T24" fmla="*/ 2147483646 w 60"/>
                <a:gd name="T25" fmla="*/ 2147483646 h 101"/>
                <a:gd name="T26" fmla="*/ 2147483646 w 60"/>
                <a:gd name="T27" fmla="*/ 2147483646 h 101"/>
                <a:gd name="T28" fmla="*/ 2147483646 w 60"/>
                <a:gd name="T29" fmla="*/ 2147483646 h 101"/>
                <a:gd name="T30" fmla="*/ 2147483646 w 60"/>
                <a:gd name="T31" fmla="*/ 2147483646 h 101"/>
                <a:gd name="T32" fmla="*/ 2147483646 w 60"/>
                <a:gd name="T33" fmla="*/ 2147483646 h 101"/>
                <a:gd name="T34" fmla="*/ 2147483646 w 60"/>
                <a:gd name="T35" fmla="*/ 2147483646 h 101"/>
                <a:gd name="T36" fmla="*/ 2147483646 w 60"/>
                <a:gd name="T37" fmla="*/ 2147483646 h 101"/>
                <a:gd name="T38" fmla="*/ 2147483646 w 60"/>
                <a:gd name="T39" fmla="*/ 2147483646 h 101"/>
                <a:gd name="T40" fmla="*/ 0 w 60"/>
                <a:gd name="T41" fmla="*/ 2147483646 h 101"/>
                <a:gd name="T42" fmla="*/ 2147483646 w 60"/>
                <a:gd name="T43" fmla="*/ 2147483646 h 101"/>
                <a:gd name="T44" fmla="*/ 2147483646 w 60"/>
                <a:gd name="T45" fmla="*/ 2147483646 h 101"/>
                <a:gd name="T46" fmla="*/ 2147483646 w 60"/>
                <a:gd name="T47" fmla="*/ 2147483646 h 101"/>
                <a:gd name="T48" fmla="*/ 2147483646 w 60"/>
                <a:gd name="T49" fmla="*/ 2147483646 h 101"/>
                <a:gd name="T50" fmla="*/ 2147483646 w 60"/>
                <a:gd name="T51" fmla="*/ 2147483646 h 101"/>
                <a:gd name="T52" fmla="*/ 2147483646 w 60"/>
                <a:gd name="T53" fmla="*/ 2147483646 h 101"/>
                <a:gd name="T54" fmla="*/ 2147483646 w 60"/>
                <a:gd name="T55" fmla="*/ 2147483646 h 101"/>
                <a:gd name="T56" fmla="*/ 2147483646 w 60"/>
                <a:gd name="T57" fmla="*/ 2147483646 h 101"/>
                <a:gd name="T58" fmla="*/ 2147483646 w 60"/>
                <a:gd name="T59" fmla="*/ 2147483646 h 101"/>
                <a:gd name="T60" fmla="*/ 2147483646 w 60"/>
                <a:gd name="T61" fmla="*/ 2147483646 h 101"/>
                <a:gd name="T62" fmla="*/ 2147483646 w 60"/>
                <a:gd name="T63" fmla="*/ 2147483646 h 101"/>
                <a:gd name="T64" fmla="*/ 2147483646 w 60"/>
                <a:gd name="T65" fmla="*/ 2147483646 h 101"/>
                <a:gd name="T66" fmla="*/ 2147483646 w 60"/>
                <a:gd name="T67" fmla="*/ 2147483646 h 101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60"/>
                <a:gd name="T103" fmla="*/ 0 h 101"/>
                <a:gd name="T104" fmla="*/ 60 w 60"/>
                <a:gd name="T105" fmla="*/ 101 h 101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60" h="101">
                  <a:moveTo>
                    <a:pt x="55" y="0"/>
                  </a:moveTo>
                  <a:cubicBezTo>
                    <a:pt x="60" y="15"/>
                    <a:pt x="56" y="35"/>
                    <a:pt x="52" y="49"/>
                  </a:cubicBezTo>
                  <a:cubicBezTo>
                    <a:pt x="48" y="65"/>
                    <a:pt x="39" y="83"/>
                    <a:pt x="40" y="99"/>
                  </a:cubicBezTo>
                  <a:cubicBezTo>
                    <a:pt x="40" y="82"/>
                    <a:pt x="43" y="61"/>
                    <a:pt x="49" y="45"/>
                  </a:cubicBezTo>
                  <a:cubicBezTo>
                    <a:pt x="47" y="53"/>
                    <a:pt x="44" y="65"/>
                    <a:pt x="39" y="71"/>
                  </a:cubicBezTo>
                  <a:cubicBezTo>
                    <a:pt x="37" y="64"/>
                    <a:pt x="41" y="54"/>
                    <a:pt x="42" y="47"/>
                  </a:cubicBezTo>
                  <a:cubicBezTo>
                    <a:pt x="42" y="49"/>
                    <a:pt x="41" y="51"/>
                    <a:pt x="40" y="53"/>
                  </a:cubicBezTo>
                  <a:cubicBezTo>
                    <a:pt x="40" y="48"/>
                    <a:pt x="42" y="42"/>
                    <a:pt x="38" y="39"/>
                  </a:cubicBezTo>
                  <a:cubicBezTo>
                    <a:pt x="37" y="43"/>
                    <a:pt x="36" y="48"/>
                    <a:pt x="36" y="52"/>
                  </a:cubicBezTo>
                  <a:cubicBezTo>
                    <a:pt x="35" y="48"/>
                    <a:pt x="35" y="44"/>
                    <a:pt x="33" y="40"/>
                  </a:cubicBezTo>
                  <a:cubicBezTo>
                    <a:pt x="30" y="44"/>
                    <a:pt x="30" y="52"/>
                    <a:pt x="28" y="57"/>
                  </a:cubicBezTo>
                  <a:cubicBezTo>
                    <a:pt x="24" y="69"/>
                    <a:pt x="20" y="95"/>
                    <a:pt x="10" y="101"/>
                  </a:cubicBezTo>
                  <a:cubicBezTo>
                    <a:pt x="9" y="95"/>
                    <a:pt x="13" y="89"/>
                    <a:pt x="13" y="83"/>
                  </a:cubicBezTo>
                  <a:cubicBezTo>
                    <a:pt x="14" y="76"/>
                    <a:pt x="15" y="69"/>
                    <a:pt x="14" y="62"/>
                  </a:cubicBezTo>
                  <a:cubicBezTo>
                    <a:pt x="12" y="68"/>
                    <a:pt x="12" y="78"/>
                    <a:pt x="9" y="82"/>
                  </a:cubicBezTo>
                  <a:cubicBezTo>
                    <a:pt x="8" y="77"/>
                    <a:pt x="9" y="73"/>
                    <a:pt x="11" y="69"/>
                  </a:cubicBezTo>
                  <a:cubicBezTo>
                    <a:pt x="11" y="71"/>
                    <a:pt x="10" y="73"/>
                    <a:pt x="10" y="75"/>
                  </a:cubicBezTo>
                  <a:cubicBezTo>
                    <a:pt x="9" y="71"/>
                    <a:pt x="9" y="68"/>
                    <a:pt x="10" y="65"/>
                  </a:cubicBezTo>
                  <a:cubicBezTo>
                    <a:pt x="8" y="69"/>
                    <a:pt x="7" y="74"/>
                    <a:pt x="5" y="78"/>
                  </a:cubicBezTo>
                  <a:cubicBezTo>
                    <a:pt x="5" y="79"/>
                    <a:pt x="5" y="74"/>
                    <a:pt x="5" y="74"/>
                  </a:cubicBezTo>
                  <a:cubicBezTo>
                    <a:pt x="4" y="77"/>
                    <a:pt x="3" y="80"/>
                    <a:pt x="0" y="82"/>
                  </a:cubicBezTo>
                  <a:cubicBezTo>
                    <a:pt x="6" y="71"/>
                    <a:pt x="11" y="63"/>
                    <a:pt x="13" y="50"/>
                  </a:cubicBezTo>
                  <a:cubicBezTo>
                    <a:pt x="15" y="39"/>
                    <a:pt x="16" y="27"/>
                    <a:pt x="18" y="15"/>
                  </a:cubicBezTo>
                  <a:cubicBezTo>
                    <a:pt x="19" y="29"/>
                    <a:pt x="17" y="43"/>
                    <a:pt x="17" y="57"/>
                  </a:cubicBezTo>
                  <a:cubicBezTo>
                    <a:pt x="16" y="49"/>
                    <a:pt x="22" y="42"/>
                    <a:pt x="24" y="35"/>
                  </a:cubicBezTo>
                  <a:cubicBezTo>
                    <a:pt x="25" y="39"/>
                    <a:pt x="25" y="45"/>
                    <a:pt x="23" y="49"/>
                  </a:cubicBezTo>
                  <a:cubicBezTo>
                    <a:pt x="25" y="41"/>
                    <a:pt x="28" y="29"/>
                    <a:pt x="33" y="22"/>
                  </a:cubicBezTo>
                  <a:cubicBezTo>
                    <a:pt x="34" y="27"/>
                    <a:pt x="32" y="31"/>
                    <a:pt x="32" y="37"/>
                  </a:cubicBezTo>
                  <a:cubicBezTo>
                    <a:pt x="32" y="33"/>
                    <a:pt x="33" y="30"/>
                    <a:pt x="34" y="27"/>
                  </a:cubicBezTo>
                  <a:cubicBezTo>
                    <a:pt x="35" y="29"/>
                    <a:pt x="37" y="31"/>
                    <a:pt x="37" y="34"/>
                  </a:cubicBezTo>
                  <a:cubicBezTo>
                    <a:pt x="45" y="17"/>
                    <a:pt x="48" y="21"/>
                    <a:pt x="48" y="37"/>
                  </a:cubicBezTo>
                  <a:cubicBezTo>
                    <a:pt x="50" y="29"/>
                    <a:pt x="50" y="21"/>
                    <a:pt x="53" y="14"/>
                  </a:cubicBezTo>
                  <a:cubicBezTo>
                    <a:pt x="53" y="20"/>
                    <a:pt x="54" y="25"/>
                    <a:pt x="54" y="31"/>
                  </a:cubicBezTo>
                  <a:cubicBezTo>
                    <a:pt x="54" y="22"/>
                    <a:pt x="54" y="12"/>
                    <a:pt x="54" y="3"/>
                  </a:cubicBezTo>
                </a:path>
              </a:pathLst>
            </a:custGeom>
            <a:solidFill>
              <a:srgbClr val="9E560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5495" name="Freeform 65">
              <a:extLst>
                <a:ext uri="{FF2B5EF4-FFF2-40B4-BE49-F238E27FC236}">
                  <a16:creationId xmlns:a16="http://schemas.microsoft.com/office/drawing/2014/main" id="{5833521A-F8A6-43C8-92E2-A533400A25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3351" y="798513"/>
              <a:ext cx="109538" cy="152400"/>
            </a:xfrm>
            <a:custGeom>
              <a:avLst/>
              <a:gdLst>
                <a:gd name="T0" fmla="*/ 2147483646 w 52"/>
                <a:gd name="T1" fmla="*/ 2147483646 h 72"/>
                <a:gd name="T2" fmla="*/ 2147483646 w 52"/>
                <a:gd name="T3" fmla="*/ 0 h 72"/>
                <a:gd name="T4" fmla="*/ 2147483646 w 52"/>
                <a:gd name="T5" fmla="*/ 2147483646 h 72"/>
                <a:gd name="T6" fmla="*/ 2147483646 w 52"/>
                <a:gd name="T7" fmla="*/ 2147483646 h 72"/>
                <a:gd name="T8" fmla="*/ 2147483646 w 52"/>
                <a:gd name="T9" fmla="*/ 2147483646 h 72"/>
                <a:gd name="T10" fmla="*/ 2147483646 w 52"/>
                <a:gd name="T11" fmla="*/ 2147483646 h 72"/>
                <a:gd name="T12" fmla="*/ 2147483646 w 52"/>
                <a:gd name="T13" fmla="*/ 2147483646 h 72"/>
                <a:gd name="T14" fmla="*/ 2147483646 w 52"/>
                <a:gd name="T15" fmla="*/ 2147483646 h 72"/>
                <a:gd name="T16" fmla="*/ 2147483646 w 52"/>
                <a:gd name="T17" fmla="*/ 2147483646 h 72"/>
                <a:gd name="T18" fmla="*/ 2147483646 w 52"/>
                <a:gd name="T19" fmla="*/ 2147483646 h 72"/>
                <a:gd name="T20" fmla="*/ 2147483646 w 52"/>
                <a:gd name="T21" fmla="*/ 2147483646 h 72"/>
                <a:gd name="T22" fmla="*/ 2147483646 w 52"/>
                <a:gd name="T23" fmla="*/ 2147483646 h 72"/>
                <a:gd name="T24" fmla="*/ 2147483646 w 52"/>
                <a:gd name="T25" fmla="*/ 2147483646 h 72"/>
                <a:gd name="T26" fmla="*/ 2147483646 w 52"/>
                <a:gd name="T27" fmla="*/ 2147483646 h 72"/>
                <a:gd name="T28" fmla="*/ 2147483646 w 52"/>
                <a:gd name="T29" fmla="*/ 2147483646 h 72"/>
                <a:gd name="T30" fmla="*/ 2147483646 w 52"/>
                <a:gd name="T31" fmla="*/ 2147483646 h 72"/>
                <a:gd name="T32" fmla="*/ 2147483646 w 52"/>
                <a:gd name="T33" fmla="*/ 2147483646 h 72"/>
                <a:gd name="T34" fmla="*/ 2147483646 w 52"/>
                <a:gd name="T35" fmla="*/ 2147483646 h 72"/>
                <a:gd name="T36" fmla="*/ 2147483646 w 52"/>
                <a:gd name="T37" fmla="*/ 2147483646 h 72"/>
                <a:gd name="T38" fmla="*/ 2147483646 w 52"/>
                <a:gd name="T39" fmla="*/ 2147483646 h 72"/>
                <a:gd name="T40" fmla="*/ 2147483646 w 52"/>
                <a:gd name="T41" fmla="*/ 2147483646 h 72"/>
                <a:gd name="T42" fmla="*/ 2147483646 w 52"/>
                <a:gd name="T43" fmla="*/ 2147483646 h 72"/>
                <a:gd name="T44" fmla="*/ 2147483646 w 52"/>
                <a:gd name="T45" fmla="*/ 2147483646 h 72"/>
                <a:gd name="T46" fmla="*/ 2147483646 w 52"/>
                <a:gd name="T47" fmla="*/ 2147483646 h 72"/>
                <a:gd name="T48" fmla="*/ 2147483646 w 52"/>
                <a:gd name="T49" fmla="*/ 2147483646 h 72"/>
                <a:gd name="T50" fmla="*/ 2147483646 w 52"/>
                <a:gd name="T51" fmla="*/ 2147483646 h 72"/>
                <a:gd name="T52" fmla="*/ 2147483646 w 52"/>
                <a:gd name="T53" fmla="*/ 2147483646 h 72"/>
                <a:gd name="T54" fmla="*/ 2147483646 w 52"/>
                <a:gd name="T55" fmla="*/ 2147483646 h 72"/>
                <a:gd name="T56" fmla="*/ 2147483646 w 52"/>
                <a:gd name="T57" fmla="*/ 2147483646 h 72"/>
                <a:gd name="T58" fmla="*/ 2147483646 w 52"/>
                <a:gd name="T59" fmla="*/ 2147483646 h 72"/>
                <a:gd name="T60" fmla="*/ 2147483646 w 52"/>
                <a:gd name="T61" fmla="*/ 2147483646 h 72"/>
                <a:gd name="T62" fmla="*/ 2147483646 w 52"/>
                <a:gd name="T63" fmla="*/ 2147483646 h 72"/>
                <a:gd name="T64" fmla="*/ 2147483646 w 52"/>
                <a:gd name="T65" fmla="*/ 2147483646 h 72"/>
                <a:gd name="T66" fmla="*/ 2147483646 w 52"/>
                <a:gd name="T67" fmla="*/ 2147483646 h 72"/>
                <a:gd name="T68" fmla="*/ 2147483646 w 52"/>
                <a:gd name="T69" fmla="*/ 2147483646 h 72"/>
                <a:gd name="T70" fmla="*/ 2147483646 w 52"/>
                <a:gd name="T71" fmla="*/ 2147483646 h 72"/>
                <a:gd name="T72" fmla="*/ 2147483646 w 52"/>
                <a:gd name="T73" fmla="*/ 2147483646 h 72"/>
                <a:gd name="T74" fmla="*/ 2147483646 w 52"/>
                <a:gd name="T75" fmla="*/ 2147483646 h 72"/>
                <a:gd name="T76" fmla="*/ 2147483646 w 52"/>
                <a:gd name="T77" fmla="*/ 2147483646 h 72"/>
                <a:gd name="T78" fmla="*/ 2147483646 w 52"/>
                <a:gd name="T79" fmla="*/ 2147483646 h 72"/>
                <a:gd name="T80" fmla="*/ 2147483646 w 52"/>
                <a:gd name="T81" fmla="*/ 2147483646 h 72"/>
                <a:gd name="T82" fmla="*/ 2147483646 w 52"/>
                <a:gd name="T83" fmla="*/ 2147483646 h 72"/>
                <a:gd name="T84" fmla="*/ 2147483646 w 52"/>
                <a:gd name="T85" fmla="*/ 2147483646 h 72"/>
                <a:gd name="T86" fmla="*/ 0 w 52"/>
                <a:gd name="T87" fmla="*/ 2147483646 h 72"/>
                <a:gd name="T88" fmla="*/ 2147483646 w 52"/>
                <a:gd name="T89" fmla="*/ 2147483646 h 72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52"/>
                <a:gd name="T136" fmla="*/ 0 h 72"/>
                <a:gd name="T137" fmla="*/ 52 w 52"/>
                <a:gd name="T138" fmla="*/ 72 h 72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52" h="72">
                  <a:moveTo>
                    <a:pt x="3" y="35"/>
                  </a:moveTo>
                  <a:cubicBezTo>
                    <a:pt x="3" y="24"/>
                    <a:pt x="6" y="10"/>
                    <a:pt x="1" y="0"/>
                  </a:cubicBezTo>
                  <a:cubicBezTo>
                    <a:pt x="7" y="10"/>
                    <a:pt x="11" y="26"/>
                    <a:pt x="12" y="37"/>
                  </a:cubicBezTo>
                  <a:cubicBezTo>
                    <a:pt x="10" y="32"/>
                    <a:pt x="10" y="26"/>
                    <a:pt x="13" y="21"/>
                  </a:cubicBezTo>
                  <a:cubicBezTo>
                    <a:pt x="13" y="26"/>
                    <a:pt x="15" y="30"/>
                    <a:pt x="15" y="34"/>
                  </a:cubicBezTo>
                  <a:cubicBezTo>
                    <a:pt x="15" y="33"/>
                    <a:pt x="15" y="31"/>
                    <a:pt x="15" y="30"/>
                  </a:cubicBezTo>
                  <a:cubicBezTo>
                    <a:pt x="17" y="32"/>
                    <a:pt x="17" y="38"/>
                    <a:pt x="19" y="41"/>
                  </a:cubicBezTo>
                  <a:cubicBezTo>
                    <a:pt x="19" y="37"/>
                    <a:pt x="19" y="32"/>
                    <a:pt x="20" y="27"/>
                  </a:cubicBezTo>
                  <a:cubicBezTo>
                    <a:pt x="23" y="35"/>
                    <a:pt x="26" y="41"/>
                    <a:pt x="26" y="49"/>
                  </a:cubicBezTo>
                  <a:cubicBezTo>
                    <a:pt x="30" y="35"/>
                    <a:pt x="31" y="17"/>
                    <a:pt x="27" y="1"/>
                  </a:cubicBezTo>
                  <a:cubicBezTo>
                    <a:pt x="27" y="7"/>
                    <a:pt x="30" y="12"/>
                    <a:pt x="31" y="17"/>
                  </a:cubicBezTo>
                  <a:cubicBezTo>
                    <a:pt x="35" y="28"/>
                    <a:pt x="35" y="38"/>
                    <a:pt x="35" y="49"/>
                  </a:cubicBezTo>
                  <a:cubicBezTo>
                    <a:pt x="36" y="42"/>
                    <a:pt x="37" y="35"/>
                    <a:pt x="37" y="29"/>
                  </a:cubicBezTo>
                  <a:cubicBezTo>
                    <a:pt x="37" y="33"/>
                    <a:pt x="38" y="36"/>
                    <a:pt x="39" y="40"/>
                  </a:cubicBezTo>
                  <a:cubicBezTo>
                    <a:pt x="39" y="38"/>
                    <a:pt x="39" y="36"/>
                    <a:pt x="39" y="34"/>
                  </a:cubicBezTo>
                  <a:cubicBezTo>
                    <a:pt x="40" y="36"/>
                    <a:pt x="41" y="38"/>
                    <a:pt x="42" y="39"/>
                  </a:cubicBezTo>
                  <a:cubicBezTo>
                    <a:pt x="44" y="33"/>
                    <a:pt x="43" y="27"/>
                    <a:pt x="45" y="21"/>
                  </a:cubicBezTo>
                  <a:cubicBezTo>
                    <a:pt x="44" y="26"/>
                    <a:pt x="45" y="30"/>
                    <a:pt x="46" y="35"/>
                  </a:cubicBezTo>
                  <a:cubicBezTo>
                    <a:pt x="47" y="32"/>
                    <a:pt x="47" y="28"/>
                    <a:pt x="48" y="25"/>
                  </a:cubicBezTo>
                  <a:cubicBezTo>
                    <a:pt x="52" y="38"/>
                    <a:pt x="49" y="58"/>
                    <a:pt x="48" y="72"/>
                  </a:cubicBezTo>
                  <a:cubicBezTo>
                    <a:pt x="46" y="63"/>
                    <a:pt x="45" y="53"/>
                    <a:pt x="44" y="44"/>
                  </a:cubicBezTo>
                  <a:cubicBezTo>
                    <a:pt x="44" y="49"/>
                    <a:pt x="43" y="55"/>
                    <a:pt x="41" y="60"/>
                  </a:cubicBezTo>
                  <a:cubicBezTo>
                    <a:pt x="41" y="56"/>
                    <a:pt x="40" y="52"/>
                    <a:pt x="40" y="48"/>
                  </a:cubicBezTo>
                  <a:cubicBezTo>
                    <a:pt x="39" y="48"/>
                    <a:pt x="39" y="50"/>
                    <a:pt x="38" y="50"/>
                  </a:cubicBezTo>
                  <a:cubicBezTo>
                    <a:pt x="38" y="49"/>
                    <a:pt x="37" y="47"/>
                    <a:pt x="37" y="45"/>
                  </a:cubicBezTo>
                  <a:cubicBezTo>
                    <a:pt x="37" y="48"/>
                    <a:pt x="36" y="50"/>
                    <a:pt x="37" y="53"/>
                  </a:cubicBezTo>
                  <a:cubicBezTo>
                    <a:pt x="36" y="51"/>
                    <a:pt x="35" y="49"/>
                    <a:pt x="34" y="48"/>
                  </a:cubicBezTo>
                  <a:cubicBezTo>
                    <a:pt x="33" y="52"/>
                    <a:pt x="33" y="56"/>
                    <a:pt x="31" y="60"/>
                  </a:cubicBezTo>
                  <a:cubicBezTo>
                    <a:pt x="30" y="56"/>
                    <a:pt x="29" y="51"/>
                    <a:pt x="30" y="47"/>
                  </a:cubicBezTo>
                  <a:cubicBezTo>
                    <a:pt x="30" y="49"/>
                    <a:pt x="30" y="51"/>
                    <a:pt x="29" y="53"/>
                  </a:cubicBezTo>
                  <a:cubicBezTo>
                    <a:pt x="29" y="50"/>
                    <a:pt x="28" y="48"/>
                    <a:pt x="28" y="45"/>
                  </a:cubicBezTo>
                  <a:cubicBezTo>
                    <a:pt x="26" y="48"/>
                    <a:pt x="26" y="52"/>
                    <a:pt x="25" y="55"/>
                  </a:cubicBezTo>
                  <a:cubicBezTo>
                    <a:pt x="22" y="50"/>
                    <a:pt x="23" y="43"/>
                    <a:pt x="21" y="37"/>
                  </a:cubicBezTo>
                  <a:cubicBezTo>
                    <a:pt x="18" y="39"/>
                    <a:pt x="18" y="44"/>
                    <a:pt x="18" y="46"/>
                  </a:cubicBezTo>
                  <a:cubicBezTo>
                    <a:pt x="18" y="42"/>
                    <a:pt x="19" y="37"/>
                    <a:pt x="16" y="34"/>
                  </a:cubicBezTo>
                  <a:cubicBezTo>
                    <a:pt x="14" y="45"/>
                    <a:pt x="17" y="57"/>
                    <a:pt x="18" y="68"/>
                  </a:cubicBezTo>
                  <a:cubicBezTo>
                    <a:pt x="13" y="57"/>
                    <a:pt x="13" y="44"/>
                    <a:pt x="11" y="33"/>
                  </a:cubicBezTo>
                  <a:cubicBezTo>
                    <a:pt x="10" y="40"/>
                    <a:pt x="12" y="47"/>
                    <a:pt x="11" y="54"/>
                  </a:cubicBezTo>
                  <a:cubicBezTo>
                    <a:pt x="10" y="47"/>
                    <a:pt x="9" y="40"/>
                    <a:pt x="8" y="33"/>
                  </a:cubicBezTo>
                  <a:cubicBezTo>
                    <a:pt x="8" y="36"/>
                    <a:pt x="8" y="40"/>
                    <a:pt x="8" y="44"/>
                  </a:cubicBezTo>
                  <a:cubicBezTo>
                    <a:pt x="6" y="40"/>
                    <a:pt x="6" y="35"/>
                    <a:pt x="6" y="30"/>
                  </a:cubicBezTo>
                  <a:cubicBezTo>
                    <a:pt x="4" y="36"/>
                    <a:pt x="6" y="44"/>
                    <a:pt x="5" y="51"/>
                  </a:cubicBezTo>
                  <a:cubicBezTo>
                    <a:pt x="4" y="44"/>
                    <a:pt x="3" y="38"/>
                    <a:pt x="3" y="31"/>
                  </a:cubicBezTo>
                  <a:cubicBezTo>
                    <a:pt x="2" y="33"/>
                    <a:pt x="0" y="36"/>
                    <a:pt x="0" y="38"/>
                  </a:cubicBezTo>
                  <a:cubicBezTo>
                    <a:pt x="0" y="36"/>
                    <a:pt x="1" y="32"/>
                    <a:pt x="1" y="33"/>
                  </a:cubicBezTo>
                </a:path>
              </a:pathLst>
            </a:custGeom>
            <a:solidFill>
              <a:srgbClr val="9E560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5496" name="Freeform 66">
              <a:extLst>
                <a:ext uri="{FF2B5EF4-FFF2-40B4-BE49-F238E27FC236}">
                  <a16:creationId xmlns:a16="http://schemas.microsoft.com/office/drawing/2014/main" id="{C4ABE065-9E00-48E9-9751-122EE491F2C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7626" y="447675"/>
              <a:ext cx="209550" cy="123825"/>
            </a:xfrm>
            <a:custGeom>
              <a:avLst/>
              <a:gdLst>
                <a:gd name="T0" fmla="*/ 2147483646 w 99"/>
                <a:gd name="T1" fmla="*/ 0 h 59"/>
                <a:gd name="T2" fmla="*/ 2147483646 w 99"/>
                <a:gd name="T3" fmla="*/ 2147483646 h 59"/>
                <a:gd name="T4" fmla="*/ 2147483646 w 99"/>
                <a:gd name="T5" fmla="*/ 2147483646 h 59"/>
                <a:gd name="T6" fmla="*/ 2147483646 w 99"/>
                <a:gd name="T7" fmla="*/ 2147483646 h 59"/>
                <a:gd name="T8" fmla="*/ 2147483646 w 99"/>
                <a:gd name="T9" fmla="*/ 2147483646 h 59"/>
                <a:gd name="T10" fmla="*/ 2147483646 w 99"/>
                <a:gd name="T11" fmla="*/ 2147483646 h 59"/>
                <a:gd name="T12" fmla="*/ 2147483646 w 99"/>
                <a:gd name="T13" fmla="*/ 2147483646 h 59"/>
                <a:gd name="T14" fmla="*/ 2147483646 w 99"/>
                <a:gd name="T15" fmla="*/ 2147483646 h 59"/>
                <a:gd name="T16" fmla="*/ 2147483646 w 99"/>
                <a:gd name="T17" fmla="*/ 2147483646 h 59"/>
                <a:gd name="T18" fmla="*/ 2147483646 w 99"/>
                <a:gd name="T19" fmla="*/ 2147483646 h 59"/>
                <a:gd name="T20" fmla="*/ 2147483646 w 99"/>
                <a:gd name="T21" fmla="*/ 2147483646 h 59"/>
                <a:gd name="T22" fmla="*/ 2147483646 w 99"/>
                <a:gd name="T23" fmla="*/ 2147483646 h 59"/>
                <a:gd name="T24" fmla="*/ 2147483646 w 99"/>
                <a:gd name="T25" fmla="*/ 2147483646 h 59"/>
                <a:gd name="T26" fmla="*/ 2147483646 w 99"/>
                <a:gd name="T27" fmla="*/ 2147483646 h 59"/>
                <a:gd name="T28" fmla="*/ 2147483646 w 99"/>
                <a:gd name="T29" fmla="*/ 2147483646 h 59"/>
                <a:gd name="T30" fmla="*/ 2147483646 w 99"/>
                <a:gd name="T31" fmla="*/ 2147483646 h 59"/>
                <a:gd name="T32" fmla="*/ 2147483646 w 99"/>
                <a:gd name="T33" fmla="*/ 2147483646 h 59"/>
                <a:gd name="T34" fmla="*/ 2147483646 w 99"/>
                <a:gd name="T35" fmla="*/ 2147483646 h 59"/>
                <a:gd name="T36" fmla="*/ 2147483646 w 99"/>
                <a:gd name="T37" fmla="*/ 2147483646 h 59"/>
                <a:gd name="T38" fmla="*/ 2147483646 w 99"/>
                <a:gd name="T39" fmla="*/ 2147483646 h 59"/>
                <a:gd name="T40" fmla="*/ 2147483646 w 99"/>
                <a:gd name="T41" fmla="*/ 2147483646 h 59"/>
                <a:gd name="T42" fmla="*/ 2147483646 w 99"/>
                <a:gd name="T43" fmla="*/ 2147483646 h 59"/>
                <a:gd name="T44" fmla="*/ 2147483646 w 99"/>
                <a:gd name="T45" fmla="*/ 2147483646 h 59"/>
                <a:gd name="T46" fmla="*/ 2147483646 w 99"/>
                <a:gd name="T47" fmla="*/ 2147483646 h 59"/>
                <a:gd name="T48" fmla="*/ 2147483646 w 99"/>
                <a:gd name="T49" fmla="*/ 2147483646 h 59"/>
                <a:gd name="T50" fmla="*/ 2147483646 w 99"/>
                <a:gd name="T51" fmla="*/ 2147483646 h 59"/>
                <a:gd name="T52" fmla="*/ 2147483646 w 99"/>
                <a:gd name="T53" fmla="*/ 2147483646 h 59"/>
                <a:gd name="T54" fmla="*/ 2147483646 w 99"/>
                <a:gd name="T55" fmla="*/ 2147483646 h 59"/>
                <a:gd name="T56" fmla="*/ 2147483646 w 99"/>
                <a:gd name="T57" fmla="*/ 2147483646 h 59"/>
                <a:gd name="T58" fmla="*/ 0 w 99"/>
                <a:gd name="T59" fmla="*/ 2147483646 h 59"/>
                <a:gd name="T60" fmla="*/ 2147483646 w 99"/>
                <a:gd name="T61" fmla="*/ 2147483646 h 59"/>
                <a:gd name="T62" fmla="*/ 2147483646 w 99"/>
                <a:gd name="T63" fmla="*/ 2147483646 h 59"/>
                <a:gd name="T64" fmla="*/ 2147483646 w 99"/>
                <a:gd name="T65" fmla="*/ 2147483646 h 59"/>
                <a:gd name="T66" fmla="*/ 2147483646 w 99"/>
                <a:gd name="T67" fmla="*/ 2147483646 h 59"/>
                <a:gd name="T68" fmla="*/ 2147483646 w 99"/>
                <a:gd name="T69" fmla="*/ 2147483646 h 59"/>
                <a:gd name="T70" fmla="*/ 2147483646 w 99"/>
                <a:gd name="T71" fmla="*/ 2147483646 h 59"/>
                <a:gd name="T72" fmla="*/ 2147483646 w 99"/>
                <a:gd name="T73" fmla="*/ 2147483646 h 59"/>
                <a:gd name="T74" fmla="*/ 2147483646 w 99"/>
                <a:gd name="T75" fmla="*/ 2147483646 h 59"/>
                <a:gd name="T76" fmla="*/ 2147483646 w 99"/>
                <a:gd name="T77" fmla="*/ 2147483646 h 59"/>
                <a:gd name="T78" fmla="*/ 2147483646 w 99"/>
                <a:gd name="T79" fmla="*/ 2147483646 h 59"/>
                <a:gd name="T80" fmla="*/ 2147483646 w 99"/>
                <a:gd name="T81" fmla="*/ 2147483646 h 59"/>
                <a:gd name="T82" fmla="*/ 2147483646 w 99"/>
                <a:gd name="T83" fmla="*/ 2147483646 h 59"/>
                <a:gd name="T84" fmla="*/ 2147483646 w 99"/>
                <a:gd name="T85" fmla="*/ 2147483646 h 59"/>
                <a:gd name="T86" fmla="*/ 2147483646 w 99"/>
                <a:gd name="T87" fmla="*/ 2147483646 h 59"/>
                <a:gd name="T88" fmla="*/ 2147483646 w 99"/>
                <a:gd name="T89" fmla="*/ 2147483646 h 59"/>
                <a:gd name="T90" fmla="*/ 2147483646 w 99"/>
                <a:gd name="T91" fmla="*/ 2147483646 h 59"/>
                <a:gd name="T92" fmla="*/ 2147483646 w 99"/>
                <a:gd name="T93" fmla="*/ 2147483646 h 59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w 99"/>
                <a:gd name="T142" fmla="*/ 0 h 59"/>
                <a:gd name="T143" fmla="*/ 99 w 99"/>
                <a:gd name="T144" fmla="*/ 59 h 59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T141" t="T142" r="T143" b="T144"/>
              <a:pathLst>
                <a:path w="99" h="59">
                  <a:moveTo>
                    <a:pt x="50" y="0"/>
                  </a:moveTo>
                  <a:cubicBezTo>
                    <a:pt x="64" y="0"/>
                    <a:pt x="84" y="10"/>
                    <a:pt x="93" y="21"/>
                  </a:cubicBezTo>
                  <a:cubicBezTo>
                    <a:pt x="86" y="17"/>
                    <a:pt x="78" y="14"/>
                    <a:pt x="71" y="10"/>
                  </a:cubicBezTo>
                  <a:cubicBezTo>
                    <a:pt x="76" y="13"/>
                    <a:pt x="81" y="15"/>
                    <a:pt x="85" y="19"/>
                  </a:cubicBezTo>
                  <a:cubicBezTo>
                    <a:pt x="78" y="15"/>
                    <a:pt x="69" y="14"/>
                    <a:pt x="63" y="10"/>
                  </a:cubicBezTo>
                  <a:cubicBezTo>
                    <a:pt x="75" y="16"/>
                    <a:pt x="96" y="26"/>
                    <a:pt x="99" y="41"/>
                  </a:cubicBezTo>
                  <a:cubicBezTo>
                    <a:pt x="92" y="39"/>
                    <a:pt x="85" y="31"/>
                    <a:pt x="79" y="26"/>
                  </a:cubicBezTo>
                  <a:cubicBezTo>
                    <a:pt x="71" y="22"/>
                    <a:pt x="63" y="17"/>
                    <a:pt x="55" y="13"/>
                  </a:cubicBezTo>
                  <a:cubicBezTo>
                    <a:pt x="59" y="16"/>
                    <a:pt x="63" y="18"/>
                    <a:pt x="67" y="21"/>
                  </a:cubicBezTo>
                  <a:cubicBezTo>
                    <a:pt x="63" y="20"/>
                    <a:pt x="60" y="17"/>
                    <a:pt x="56" y="17"/>
                  </a:cubicBezTo>
                  <a:cubicBezTo>
                    <a:pt x="57" y="18"/>
                    <a:pt x="59" y="21"/>
                    <a:pt x="61" y="22"/>
                  </a:cubicBezTo>
                  <a:cubicBezTo>
                    <a:pt x="58" y="21"/>
                    <a:pt x="55" y="21"/>
                    <a:pt x="53" y="21"/>
                  </a:cubicBezTo>
                  <a:cubicBezTo>
                    <a:pt x="55" y="23"/>
                    <a:pt x="57" y="25"/>
                    <a:pt x="59" y="27"/>
                  </a:cubicBezTo>
                  <a:cubicBezTo>
                    <a:pt x="56" y="25"/>
                    <a:pt x="53" y="24"/>
                    <a:pt x="50" y="24"/>
                  </a:cubicBezTo>
                  <a:cubicBezTo>
                    <a:pt x="51" y="26"/>
                    <a:pt x="52" y="29"/>
                    <a:pt x="54" y="31"/>
                  </a:cubicBezTo>
                  <a:cubicBezTo>
                    <a:pt x="53" y="30"/>
                    <a:pt x="50" y="30"/>
                    <a:pt x="49" y="29"/>
                  </a:cubicBezTo>
                  <a:cubicBezTo>
                    <a:pt x="49" y="30"/>
                    <a:pt x="49" y="31"/>
                    <a:pt x="50" y="32"/>
                  </a:cubicBezTo>
                  <a:cubicBezTo>
                    <a:pt x="46" y="30"/>
                    <a:pt x="42" y="27"/>
                    <a:pt x="38" y="24"/>
                  </a:cubicBezTo>
                  <a:cubicBezTo>
                    <a:pt x="40" y="27"/>
                    <a:pt x="41" y="30"/>
                    <a:pt x="42" y="32"/>
                  </a:cubicBezTo>
                  <a:cubicBezTo>
                    <a:pt x="38" y="31"/>
                    <a:pt x="35" y="28"/>
                    <a:pt x="31" y="27"/>
                  </a:cubicBezTo>
                  <a:cubicBezTo>
                    <a:pt x="31" y="30"/>
                    <a:pt x="33" y="32"/>
                    <a:pt x="36" y="34"/>
                  </a:cubicBezTo>
                  <a:cubicBezTo>
                    <a:pt x="33" y="32"/>
                    <a:pt x="31" y="30"/>
                    <a:pt x="28" y="28"/>
                  </a:cubicBezTo>
                  <a:cubicBezTo>
                    <a:pt x="28" y="34"/>
                    <a:pt x="32" y="41"/>
                    <a:pt x="35" y="45"/>
                  </a:cubicBezTo>
                  <a:cubicBezTo>
                    <a:pt x="29" y="41"/>
                    <a:pt x="24" y="35"/>
                    <a:pt x="19" y="29"/>
                  </a:cubicBezTo>
                  <a:cubicBezTo>
                    <a:pt x="23" y="35"/>
                    <a:pt x="27" y="41"/>
                    <a:pt x="28" y="49"/>
                  </a:cubicBezTo>
                  <a:cubicBezTo>
                    <a:pt x="23" y="44"/>
                    <a:pt x="17" y="38"/>
                    <a:pt x="15" y="33"/>
                  </a:cubicBezTo>
                  <a:cubicBezTo>
                    <a:pt x="17" y="38"/>
                    <a:pt x="21" y="44"/>
                    <a:pt x="21" y="50"/>
                  </a:cubicBezTo>
                  <a:cubicBezTo>
                    <a:pt x="19" y="48"/>
                    <a:pt x="17" y="45"/>
                    <a:pt x="16" y="42"/>
                  </a:cubicBezTo>
                  <a:cubicBezTo>
                    <a:pt x="18" y="47"/>
                    <a:pt x="16" y="54"/>
                    <a:pt x="18" y="59"/>
                  </a:cubicBezTo>
                  <a:cubicBezTo>
                    <a:pt x="20" y="44"/>
                    <a:pt x="5" y="24"/>
                    <a:pt x="0" y="11"/>
                  </a:cubicBezTo>
                  <a:cubicBezTo>
                    <a:pt x="5" y="15"/>
                    <a:pt x="9" y="22"/>
                    <a:pt x="14" y="27"/>
                  </a:cubicBezTo>
                  <a:cubicBezTo>
                    <a:pt x="12" y="24"/>
                    <a:pt x="10" y="19"/>
                    <a:pt x="11" y="15"/>
                  </a:cubicBezTo>
                  <a:cubicBezTo>
                    <a:pt x="14" y="18"/>
                    <a:pt x="17" y="23"/>
                    <a:pt x="20" y="26"/>
                  </a:cubicBezTo>
                  <a:cubicBezTo>
                    <a:pt x="20" y="23"/>
                    <a:pt x="19" y="20"/>
                    <a:pt x="18" y="18"/>
                  </a:cubicBezTo>
                  <a:cubicBezTo>
                    <a:pt x="21" y="20"/>
                    <a:pt x="24" y="23"/>
                    <a:pt x="28" y="24"/>
                  </a:cubicBezTo>
                  <a:cubicBezTo>
                    <a:pt x="27" y="22"/>
                    <a:pt x="26" y="19"/>
                    <a:pt x="25" y="17"/>
                  </a:cubicBezTo>
                  <a:cubicBezTo>
                    <a:pt x="28" y="18"/>
                    <a:pt x="32" y="19"/>
                    <a:pt x="35" y="21"/>
                  </a:cubicBezTo>
                  <a:cubicBezTo>
                    <a:pt x="34" y="20"/>
                    <a:pt x="33" y="17"/>
                    <a:pt x="32" y="16"/>
                  </a:cubicBezTo>
                  <a:cubicBezTo>
                    <a:pt x="36" y="16"/>
                    <a:pt x="39" y="19"/>
                    <a:pt x="41" y="21"/>
                  </a:cubicBezTo>
                  <a:cubicBezTo>
                    <a:pt x="40" y="18"/>
                    <a:pt x="39" y="15"/>
                    <a:pt x="38" y="13"/>
                  </a:cubicBezTo>
                  <a:cubicBezTo>
                    <a:pt x="42" y="15"/>
                    <a:pt x="46" y="17"/>
                    <a:pt x="50" y="19"/>
                  </a:cubicBezTo>
                  <a:cubicBezTo>
                    <a:pt x="49" y="17"/>
                    <a:pt x="48" y="15"/>
                    <a:pt x="47" y="14"/>
                  </a:cubicBezTo>
                  <a:cubicBezTo>
                    <a:pt x="50" y="15"/>
                    <a:pt x="53" y="16"/>
                    <a:pt x="56" y="16"/>
                  </a:cubicBezTo>
                  <a:cubicBezTo>
                    <a:pt x="53" y="12"/>
                    <a:pt x="49" y="9"/>
                    <a:pt x="45" y="7"/>
                  </a:cubicBezTo>
                  <a:cubicBezTo>
                    <a:pt x="50" y="7"/>
                    <a:pt x="55" y="10"/>
                    <a:pt x="61" y="9"/>
                  </a:cubicBezTo>
                  <a:cubicBezTo>
                    <a:pt x="59" y="7"/>
                    <a:pt x="58" y="5"/>
                    <a:pt x="56" y="3"/>
                  </a:cubicBezTo>
                  <a:cubicBezTo>
                    <a:pt x="57" y="3"/>
                    <a:pt x="58" y="4"/>
                    <a:pt x="60" y="4"/>
                  </a:cubicBezTo>
                </a:path>
              </a:pathLst>
            </a:custGeom>
            <a:solidFill>
              <a:srgbClr val="9E560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5497" name="Freeform 67">
              <a:extLst>
                <a:ext uri="{FF2B5EF4-FFF2-40B4-BE49-F238E27FC236}">
                  <a16:creationId xmlns:a16="http://schemas.microsoft.com/office/drawing/2014/main" id="{B4F3D428-53ED-4123-B915-2CB72D05D2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9976" y="512763"/>
              <a:ext cx="165100" cy="96838"/>
            </a:xfrm>
            <a:custGeom>
              <a:avLst/>
              <a:gdLst>
                <a:gd name="T0" fmla="*/ 0 w 78"/>
                <a:gd name="T1" fmla="*/ 2147483646 h 46"/>
                <a:gd name="T2" fmla="*/ 2147483646 w 78"/>
                <a:gd name="T3" fmla="*/ 2147483646 h 46"/>
                <a:gd name="T4" fmla="*/ 2147483646 w 78"/>
                <a:gd name="T5" fmla="*/ 2147483646 h 46"/>
                <a:gd name="T6" fmla="*/ 2147483646 w 78"/>
                <a:gd name="T7" fmla="*/ 2147483646 h 46"/>
                <a:gd name="T8" fmla="*/ 2147483646 w 78"/>
                <a:gd name="T9" fmla="*/ 2147483646 h 46"/>
                <a:gd name="T10" fmla="*/ 2147483646 w 78"/>
                <a:gd name="T11" fmla="*/ 2147483646 h 46"/>
                <a:gd name="T12" fmla="*/ 2147483646 w 78"/>
                <a:gd name="T13" fmla="*/ 2147483646 h 46"/>
                <a:gd name="T14" fmla="*/ 2147483646 w 78"/>
                <a:gd name="T15" fmla="*/ 2147483646 h 46"/>
                <a:gd name="T16" fmla="*/ 2147483646 w 78"/>
                <a:gd name="T17" fmla="*/ 2147483646 h 46"/>
                <a:gd name="T18" fmla="*/ 2147483646 w 78"/>
                <a:gd name="T19" fmla="*/ 2147483646 h 46"/>
                <a:gd name="T20" fmla="*/ 2147483646 w 78"/>
                <a:gd name="T21" fmla="*/ 2147483646 h 46"/>
                <a:gd name="T22" fmla="*/ 2147483646 w 78"/>
                <a:gd name="T23" fmla="*/ 2147483646 h 46"/>
                <a:gd name="T24" fmla="*/ 2147483646 w 78"/>
                <a:gd name="T25" fmla="*/ 2147483646 h 46"/>
                <a:gd name="T26" fmla="*/ 2147483646 w 78"/>
                <a:gd name="T27" fmla="*/ 2147483646 h 46"/>
                <a:gd name="T28" fmla="*/ 2147483646 w 78"/>
                <a:gd name="T29" fmla="*/ 2147483646 h 46"/>
                <a:gd name="T30" fmla="*/ 2147483646 w 78"/>
                <a:gd name="T31" fmla="*/ 2147483646 h 46"/>
                <a:gd name="T32" fmla="*/ 2147483646 w 78"/>
                <a:gd name="T33" fmla="*/ 2147483646 h 46"/>
                <a:gd name="T34" fmla="*/ 2147483646 w 78"/>
                <a:gd name="T35" fmla="*/ 2147483646 h 46"/>
                <a:gd name="T36" fmla="*/ 2147483646 w 78"/>
                <a:gd name="T37" fmla="*/ 2147483646 h 46"/>
                <a:gd name="T38" fmla="*/ 2147483646 w 78"/>
                <a:gd name="T39" fmla="*/ 2147483646 h 46"/>
                <a:gd name="T40" fmla="*/ 2147483646 w 78"/>
                <a:gd name="T41" fmla="*/ 2147483646 h 46"/>
                <a:gd name="T42" fmla="*/ 2147483646 w 78"/>
                <a:gd name="T43" fmla="*/ 0 h 46"/>
                <a:gd name="T44" fmla="*/ 2147483646 w 78"/>
                <a:gd name="T45" fmla="*/ 2147483646 h 46"/>
                <a:gd name="T46" fmla="*/ 2147483646 w 78"/>
                <a:gd name="T47" fmla="*/ 2147483646 h 46"/>
                <a:gd name="T48" fmla="*/ 2147483646 w 78"/>
                <a:gd name="T49" fmla="*/ 2147483646 h 46"/>
                <a:gd name="T50" fmla="*/ 2147483646 w 78"/>
                <a:gd name="T51" fmla="*/ 2147483646 h 46"/>
                <a:gd name="T52" fmla="*/ 2147483646 w 78"/>
                <a:gd name="T53" fmla="*/ 2147483646 h 46"/>
                <a:gd name="T54" fmla="*/ 2147483646 w 78"/>
                <a:gd name="T55" fmla="*/ 2147483646 h 46"/>
                <a:gd name="T56" fmla="*/ 2147483646 w 78"/>
                <a:gd name="T57" fmla="*/ 2147483646 h 46"/>
                <a:gd name="T58" fmla="*/ 2147483646 w 78"/>
                <a:gd name="T59" fmla="*/ 2147483646 h 46"/>
                <a:gd name="T60" fmla="*/ 2147483646 w 78"/>
                <a:gd name="T61" fmla="*/ 2147483646 h 46"/>
                <a:gd name="T62" fmla="*/ 2147483646 w 78"/>
                <a:gd name="T63" fmla="*/ 2147483646 h 46"/>
                <a:gd name="T64" fmla="*/ 2147483646 w 78"/>
                <a:gd name="T65" fmla="*/ 2147483646 h 46"/>
                <a:gd name="T66" fmla="*/ 2147483646 w 78"/>
                <a:gd name="T67" fmla="*/ 2147483646 h 46"/>
                <a:gd name="T68" fmla="*/ 2147483646 w 78"/>
                <a:gd name="T69" fmla="*/ 2147483646 h 46"/>
                <a:gd name="T70" fmla="*/ 0 w 78"/>
                <a:gd name="T71" fmla="*/ 2147483646 h 4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78"/>
                <a:gd name="T109" fmla="*/ 0 h 46"/>
                <a:gd name="T110" fmla="*/ 78 w 78"/>
                <a:gd name="T111" fmla="*/ 46 h 4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78" h="46">
                  <a:moveTo>
                    <a:pt x="0" y="20"/>
                  </a:moveTo>
                  <a:cubicBezTo>
                    <a:pt x="9" y="25"/>
                    <a:pt x="18" y="36"/>
                    <a:pt x="20" y="46"/>
                  </a:cubicBezTo>
                  <a:cubicBezTo>
                    <a:pt x="16" y="40"/>
                    <a:pt x="12" y="31"/>
                    <a:pt x="13" y="24"/>
                  </a:cubicBezTo>
                  <a:cubicBezTo>
                    <a:pt x="15" y="28"/>
                    <a:pt x="17" y="32"/>
                    <a:pt x="21" y="34"/>
                  </a:cubicBezTo>
                  <a:cubicBezTo>
                    <a:pt x="19" y="32"/>
                    <a:pt x="19" y="30"/>
                    <a:pt x="18" y="28"/>
                  </a:cubicBezTo>
                  <a:cubicBezTo>
                    <a:pt x="19" y="30"/>
                    <a:pt x="21" y="31"/>
                    <a:pt x="23" y="33"/>
                  </a:cubicBezTo>
                  <a:cubicBezTo>
                    <a:pt x="21" y="28"/>
                    <a:pt x="19" y="22"/>
                    <a:pt x="17" y="17"/>
                  </a:cubicBezTo>
                  <a:cubicBezTo>
                    <a:pt x="22" y="18"/>
                    <a:pt x="26" y="22"/>
                    <a:pt x="31" y="23"/>
                  </a:cubicBezTo>
                  <a:cubicBezTo>
                    <a:pt x="28" y="21"/>
                    <a:pt x="27" y="19"/>
                    <a:pt x="26" y="16"/>
                  </a:cubicBezTo>
                  <a:cubicBezTo>
                    <a:pt x="37" y="20"/>
                    <a:pt x="59" y="30"/>
                    <a:pt x="62" y="43"/>
                  </a:cubicBezTo>
                  <a:cubicBezTo>
                    <a:pt x="56" y="33"/>
                    <a:pt x="46" y="27"/>
                    <a:pt x="39" y="17"/>
                  </a:cubicBezTo>
                  <a:cubicBezTo>
                    <a:pt x="46" y="20"/>
                    <a:pt x="52" y="25"/>
                    <a:pt x="59" y="28"/>
                  </a:cubicBezTo>
                  <a:cubicBezTo>
                    <a:pt x="55" y="27"/>
                    <a:pt x="52" y="24"/>
                    <a:pt x="51" y="21"/>
                  </a:cubicBezTo>
                  <a:cubicBezTo>
                    <a:pt x="55" y="21"/>
                    <a:pt x="58" y="24"/>
                    <a:pt x="61" y="25"/>
                  </a:cubicBezTo>
                  <a:cubicBezTo>
                    <a:pt x="59" y="23"/>
                    <a:pt x="58" y="21"/>
                    <a:pt x="57" y="20"/>
                  </a:cubicBezTo>
                  <a:cubicBezTo>
                    <a:pt x="60" y="22"/>
                    <a:pt x="64" y="24"/>
                    <a:pt x="68" y="25"/>
                  </a:cubicBezTo>
                  <a:cubicBezTo>
                    <a:pt x="66" y="23"/>
                    <a:pt x="65" y="21"/>
                    <a:pt x="63" y="20"/>
                  </a:cubicBezTo>
                  <a:cubicBezTo>
                    <a:pt x="66" y="21"/>
                    <a:pt x="70" y="23"/>
                    <a:pt x="73" y="22"/>
                  </a:cubicBezTo>
                  <a:cubicBezTo>
                    <a:pt x="72" y="21"/>
                    <a:pt x="71" y="18"/>
                    <a:pt x="70" y="17"/>
                  </a:cubicBezTo>
                  <a:cubicBezTo>
                    <a:pt x="72" y="18"/>
                    <a:pt x="75" y="21"/>
                    <a:pt x="78" y="22"/>
                  </a:cubicBezTo>
                  <a:cubicBezTo>
                    <a:pt x="76" y="19"/>
                    <a:pt x="73" y="19"/>
                    <a:pt x="70" y="17"/>
                  </a:cubicBezTo>
                  <a:cubicBezTo>
                    <a:pt x="62" y="12"/>
                    <a:pt x="55" y="7"/>
                    <a:pt x="48" y="0"/>
                  </a:cubicBezTo>
                  <a:cubicBezTo>
                    <a:pt x="53" y="5"/>
                    <a:pt x="57" y="10"/>
                    <a:pt x="60" y="17"/>
                  </a:cubicBezTo>
                  <a:cubicBezTo>
                    <a:pt x="56" y="15"/>
                    <a:pt x="53" y="12"/>
                    <a:pt x="49" y="10"/>
                  </a:cubicBezTo>
                  <a:cubicBezTo>
                    <a:pt x="49" y="14"/>
                    <a:pt x="50" y="17"/>
                    <a:pt x="52" y="20"/>
                  </a:cubicBezTo>
                  <a:cubicBezTo>
                    <a:pt x="50" y="17"/>
                    <a:pt x="47" y="15"/>
                    <a:pt x="44" y="13"/>
                  </a:cubicBezTo>
                  <a:cubicBezTo>
                    <a:pt x="44" y="15"/>
                    <a:pt x="44" y="17"/>
                    <a:pt x="45" y="19"/>
                  </a:cubicBezTo>
                  <a:cubicBezTo>
                    <a:pt x="41" y="17"/>
                    <a:pt x="36" y="16"/>
                    <a:pt x="32" y="14"/>
                  </a:cubicBezTo>
                  <a:cubicBezTo>
                    <a:pt x="33" y="17"/>
                    <a:pt x="35" y="19"/>
                    <a:pt x="38" y="21"/>
                  </a:cubicBezTo>
                  <a:cubicBezTo>
                    <a:pt x="33" y="17"/>
                    <a:pt x="27" y="15"/>
                    <a:pt x="21" y="13"/>
                  </a:cubicBezTo>
                  <a:cubicBezTo>
                    <a:pt x="22" y="15"/>
                    <a:pt x="23" y="18"/>
                    <a:pt x="25" y="20"/>
                  </a:cubicBezTo>
                  <a:cubicBezTo>
                    <a:pt x="21" y="20"/>
                    <a:pt x="17" y="19"/>
                    <a:pt x="13" y="19"/>
                  </a:cubicBezTo>
                  <a:cubicBezTo>
                    <a:pt x="14" y="20"/>
                    <a:pt x="14" y="22"/>
                    <a:pt x="15" y="23"/>
                  </a:cubicBezTo>
                  <a:cubicBezTo>
                    <a:pt x="13" y="22"/>
                    <a:pt x="11" y="23"/>
                    <a:pt x="10" y="22"/>
                  </a:cubicBezTo>
                  <a:cubicBezTo>
                    <a:pt x="11" y="24"/>
                    <a:pt x="12" y="27"/>
                    <a:pt x="13" y="29"/>
                  </a:cubicBezTo>
                  <a:cubicBezTo>
                    <a:pt x="10" y="26"/>
                    <a:pt x="2" y="23"/>
                    <a:pt x="0" y="22"/>
                  </a:cubicBezTo>
                </a:path>
              </a:pathLst>
            </a:custGeom>
            <a:solidFill>
              <a:srgbClr val="9E560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5498" name="Freeform 68">
              <a:extLst>
                <a:ext uri="{FF2B5EF4-FFF2-40B4-BE49-F238E27FC236}">
                  <a16:creationId xmlns:a16="http://schemas.microsoft.com/office/drawing/2014/main" id="{0961E855-CC99-4330-A0BC-002306496E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1738" y="487363"/>
              <a:ext cx="138113" cy="107950"/>
            </a:xfrm>
            <a:custGeom>
              <a:avLst/>
              <a:gdLst>
                <a:gd name="T0" fmla="*/ 2147483646 w 65"/>
                <a:gd name="T1" fmla="*/ 2147483646 h 51"/>
                <a:gd name="T2" fmla="*/ 2147483646 w 65"/>
                <a:gd name="T3" fmla="*/ 2147483646 h 51"/>
                <a:gd name="T4" fmla="*/ 2147483646 w 65"/>
                <a:gd name="T5" fmla="*/ 2147483646 h 51"/>
                <a:gd name="T6" fmla="*/ 2147483646 w 65"/>
                <a:gd name="T7" fmla="*/ 2147483646 h 51"/>
                <a:gd name="T8" fmla="*/ 2147483646 w 65"/>
                <a:gd name="T9" fmla="*/ 2147483646 h 51"/>
                <a:gd name="T10" fmla="*/ 2147483646 w 65"/>
                <a:gd name="T11" fmla="*/ 2147483646 h 51"/>
                <a:gd name="T12" fmla="*/ 2147483646 w 65"/>
                <a:gd name="T13" fmla="*/ 2147483646 h 51"/>
                <a:gd name="T14" fmla="*/ 2147483646 w 65"/>
                <a:gd name="T15" fmla="*/ 2147483646 h 51"/>
                <a:gd name="T16" fmla="*/ 2147483646 w 65"/>
                <a:gd name="T17" fmla="*/ 2147483646 h 51"/>
                <a:gd name="T18" fmla="*/ 2147483646 w 65"/>
                <a:gd name="T19" fmla="*/ 2147483646 h 51"/>
                <a:gd name="T20" fmla="*/ 2147483646 w 65"/>
                <a:gd name="T21" fmla="*/ 2147483646 h 51"/>
                <a:gd name="T22" fmla="*/ 2147483646 w 65"/>
                <a:gd name="T23" fmla="*/ 2147483646 h 51"/>
                <a:gd name="T24" fmla="*/ 2147483646 w 65"/>
                <a:gd name="T25" fmla="*/ 2147483646 h 51"/>
                <a:gd name="T26" fmla="*/ 2147483646 w 65"/>
                <a:gd name="T27" fmla="*/ 2147483646 h 51"/>
                <a:gd name="T28" fmla="*/ 2147483646 w 65"/>
                <a:gd name="T29" fmla="*/ 2147483646 h 51"/>
                <a:gd name="T30" fmla="*/ 2147483646 w 65"/>
                <a:gd name="T31" fmla="*/ 2147483646 h 51"/>
                <a:gd name="T32" fmla="*/ 2147483646 w 65"/>
                <a:gd name="T33" fmla="*/ 2147483646 h 51"/>
                <a:gd name="T34" fmla="*/ 2147483646 w 65"/>
                <a:gd name="T35" fmla="*/ 2147483646 h 51"/>
                <a:gd name="T36" fmla="*/ 2147483646 w 65"/>
                <a:gd name="T37" fmla="*/ 2147483646 h 51"/>
                <a:gd name="T38" fmla="*/ 2147483646 w 65"/>
                <a:gd name="T39" fmla="*/ 2147483646 h 51"/>
                <a:gd name="T40" fmla="*/ 2147483646 w 65"/>
                <a:gd name="T41" fmla="*/ 2147483646 h 51"/>
                <a:gd name="T42" fmla="*/ 2147483646 w 65"/>
                <a:gd name="T43" fmla="*/ 2147483646 h 51"/>
                <a:gd name="T44" fmla="*/ 2147483646 w 65"/>
                <a:gd name="T45" fmla="*/ 2147483646 h 51"/>
                <a:gd name="T46" fmla="*/ 2147483646 w 65"/>
                <a:gd name="T47" fmla="*/ 2147483646 h 51"/>
                <a:gd name="T48" fmla="*/ 2147483646 w 65"/>
                <a:gd name="T49" fmla="*/ 2147483646 h 51"/>
                <a:gd name="T50" fmla="*/ 2147483646 w 65"/>
                <a:gd name="T51" fmla="*/ 2147483646 h 51"/>
                <a:gd name="T52" fmla="*/ 2147483646 w 65"/>
                <a:gd name="T53" fmla="*/ 2147483646 h 51"/>
                <a:gd name="T54" fmla="*/ 2147483646 w 65"/>
                <a:gd name="T55" fmla="*/ 2147483646 h 51"/>
                <a:gd name="T56" fmla="*/ 2147483646 w 65"/>
                <a:gd name="T57" fmla="*/ 2147483646 h 51"/>
                <a:gd name="T58" fmla="*/ 2147483646 w 65"/>
                <a:gd name="T59" fmla="*/ 2147483646 h 51"/>
                <a:gd name="T60" fmla="*/ 2147483646 w 65"/>
                <a:gd name="T61" fmla="*/ 0 h 51"/>
                <a:gd name="T62" fmla="*/ 2147483646 w 65"/>
                <a:gd name="T63" fmla="*/ 2147483646 h 51"/>
                <a:gd name="T64" fmla="*/ 2147483646 w 65"/>
                <a:gd name="T65" fmla="*/ 2147483646 h 51"/>
                <a:gd name="T66" fmla="*/ 2147483646 w 65"/>
                <a:gd name="T67" fmla="*/ 2147483646 h 51"/>
                <a:gd name="T68" fmla="*/ 2147483646 w 65"/>
                <a:gd name="T69" fmla="*/ 2147483646 h 51"/>
                <a:gd name="T70" fmla="*/ 2147483646 w 65"/>
                <a:gd name="T71" fmla="*/ 2147483646 h 51"/>
                <a:gd name="T72" fmla="*/ 2147483646 w 65"/>
                <a:gd name="T73" fmla="*/ 2147483646 h 51"/>
                <a:gd name="T74" fmla="*/ 2147483646 w 65"/>
                <a:gd name="T75" fmla="*/ 2147483646 h 51"/>
                <a:gd name="T76" fmla="*/ 2147483646 w 65"/>
                <a:gd name="T77" fmla="*/ 2147483646 h 51"/>
                <a:gd name="T78" fmla="*/ 2147483646 w 65"/>
                <a:gd name="T79" fmla="*/ 2147483646 h 51"/>
                <a:gd name="T80" fmla="*/ 2147483646 w 65"/>
                <a:gd name="T81" fmla="*/ 2147483646 h 51"/>
                <a:gd name="T82" fmla="*/ 2147483646 w 65"/>
                <a:gd name="T83" fmla="*/ 2147483646 h 51"/>
                <a:gd name="T84" fmla="*/ 2147483646 w 65"/>
                <a:gd name="T85" fmla="*/ 2147483646 h 51"/>
                <a:gd name="T86" fmla="*/ 2147483646 w 65"/>
                <a:gd name="T87" fmla="*/ 2147483646 h 51"/>
                <a:gd name="T88" fmla="*/ 2147483646 w 65"/>
                <a:gd name="T89" fmla="*/ 2147483646 h 51"/>
                <a:gd name="T90" fmla="*/ 2147483646 w 65"/>
                <a:gd name="T91" fmla="*/ 2147483646 h 51"/>
                <a:gd name="T92" fmla="*/ 0 w 65"/>
                <a:gd name="T93" fmla="*/ 2147483646 h 51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w 65"/>
                <a:gd name="T142" fmla="*/ 0 h 51"/>
                <a:gd name="T143" fmla="*/ 65 w 65"/>
                <a:gd name="T144" fmla="*/ 51 h 51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T141" t="T142" r="T143" b="T144"/>
              <a:pathLst>
                <a:path w="65" h="51">
                  <a:moveTo>
                    <a:pt x="2" y="17"/>
                  </a:moveTo>
                  <a:cubicBezTo>
                    <a:pt x="13" y="26"/>
                    <a:pt x="34" y="33"/>
                    <a:pt x="42" y="48"/>
                  </a:cubicBezTo>
                  <a:cubicBezTo>
                    <a:pt x="36" y="46"/>
                    <a:pt x="30" y="35"/>
                    <a:pt x="29" y="29"/>
                  </a:cubicBezTo>
                  <a:cubicBezTo>
                    <a:pt x="31" y="31"/>
                    <a:pt x="33" y="32"/>
                    <a:pt x="35" y="34"/>
                  </a:cubicBezTo>
                  <a:cubicBezTo>
                    <a:pt x="33" y="33"/>
                    <a:pt x="31" y="31"/>
                    <a:pt x="30" y="30"/>
                  </a:cubicBezTo>
                  <a:cubicBezTo>
                    <a:pt x="31" y="30"/>
                    <a:pt x="33" y="31"/>
                    <a:pt x="34" y="31"/>
                  </a:cubicBezTo>
                  <a:cubicBezTo>
                    <a:pt x="33" y="29"/>
                    <a:pt x="31" y="27"/>
                    <a:pt x="30" y="25"/>
                  </a:cubicBezTo>
                  <a:cubicBezTo>
                    <a:pt x="32" y="26"/>
                    <a:pt x="33" y="27"/>
                    <a:pt x="35" y="28"/>
                  </a:cubicBezTo>
                  <a:cubicBezTo>
                    <a:pt x="34" y="22"/>
                    <a:pt x="31" y="20"/>
                    <a:pt x="28" y="16"/>
                  </a:cubicBezTo>
                  <a:cubicBezTo>
                    <a:pt x="33" y="18"/>
                    <a:pt x="39" y="23"/>
                    <a:pt x="43" y="28"/>
                  </a:cubicBezTo>
                  <a:cubicBezTo>
                    <a:pt x="47" y="33"/>
                    <a:pt x="51" y="38"/>
                    <a:pt x="56" y="43"/>
                  </a:cubicBezTo>
                  <a:cubicBezTo>
                    <a:pt x="58" y="45"/>
                    <a:pt x="61" y="48"/>
                    <a:pt x="62" y="51"/>
                  </a:cubicBezTo>
                  <a:cubicBezTo>
                    <a:pt x="58" y="47"/>
                    <a:pt x="56" y="41"/>
                    <a:pt x="53" y="37"/>
                  </a:cubicBezTo>
                  <a:cubicBezTo>
                    <a:pt x="51" y="33"/>
                    <a:pt x="45" y="28"/>
                    <a:pt x="44" y="24"/>
                  </a:cubicBezTo>
                  <a:cubicBezTo>
                    <a:pt x="50" y="30"/>
                    <a:pt x="57" y="35"/>
                    <a:pt x="62" y="43"/>
                  </a:cubicBezTo>
                  <a:cubicBezTo>
                    <a:pt x="56" y="34"/>
                    <a:pt x="51" y="24"/>
                    <a:pt x="43" y="16"/>
                  </a:cubicBezTo>
                  <a:cubicBezTo>
                    <a:pt x="52" y="21"/>
                    <a:pt x="60" y="28"/>
                    <a:pt x="65" y="36"/>
                  </a:cubicBezTo>
                  <a:cubicBezTo>
                    <a:pt x="61" y="32"/>
                    <a:pt x="57" y="25"/>
                    <a:pt x="55" y="19"/>
                  </a:cubicBezTo>
                  <a:cubicBezTo>
                    <a:pt x="57" y="20"/>
                    <a:pt x="58" y="22"/>
                    <a:pt x="59" y="23"/>
                  </a:cubicBezTo>
                  <a:cubicBezTo>
                    <a:pt x="58" y="22"/>
                    <a:pt x="57" y="21"/>
                    <a:pt x="57" y="20"/>
                  </a:cubicBezTo>
                  <a:cubicBezTo>
                    <a:pt x="58" y="20"/>
                    <a:pt x="59" y="21"/>
                    <a:pt x="60" y="22"/>
                  </a:cubicBezTo>
                  <a:cubicBezTo>
                    <a:pt x="59" y="21"/>
                    <a:pt x="58" y="19"/>
                    <a:pt x="57" y="18"/>
                  </a:cubicBezTo>
                  <a:cubicBezTo>
                    <a:pt x="58" y="18"/>
                    <a:pt x="59" y="19"/>
                    <a:pt x="61" y="19"/>
                  </a:cubicBezTo>
                  <a:cubicBezTo>
                    <a:pt x="60" y="17"/>
                    <a:pt x="58" y="15"/>
                    <a:pt x="56" y="12"/>
                  </a:cubicBezTo>
                  <a:cubicBezTo>
                    <a:pt x="58" y="13"/>
                    <a:pt x="59" y="14"/>
                    <a:pt x="61" y="15"/>
                  </a:cubicBezTo>
                  <a:cubicBezTo>
                    <a:pt x="56" y="11"/>
                    <a:pt x="52" y="6"/>
                    <a:pt x="46" y="3"/>
                  </a:cubicBezTo>
                  <a:cubicBezTo>
                    <a:pt x="49" y="6"/>
                    <a:pt x="54" y="7"/>
                    <a:pt x="55" y="12"/>
                  </a:cubicBezTo>
                  <a:cubicBezTo>
                    <a:pt x="50" y="11"/>
                    <a:pt x="45" y="5"/>
                    <a:pt x="40" y="2"/>
                  </a:cubicBezTo>
                  <a:cubicBezTo>
                    <a:pt x="43" y="6"/>
                    <a:pt x="49" y="7"/>
                    <a:pt x="50" y="13"/>
                  </a:cubicBezTo>
                  <a:cubicBezTo>
                    <a:pt x="45" y="12"/>
                    <a:pt x="40" y="7"/>
                    <a:pt x="35" y="5"/>
                  </a:cubicBezTo>
                  <a:cubicBezTo>
                    <a:pt x="30" y="2"/>
                    <a:pt x="24" y="3"/>
                    <a:pt x="20" y="0"/>
                  </a:cubicBezTo>
                  <a:cubicBezTo>
                    <a:pt x="27" y="4"/>
                    <a:pt x="36" y="9"/>
                    <a:pt x="41" y="15"/>
                  </a:cubicBezTo>
                  <a:cubicBezTo>
                    <a:pt x="35" y="12"/>
                    <a:pt x="30" y="9"/>
                    <a:pt x="25" y="6"/>
                  </a:cubicBezTo>
                  <a:cubicBezTo>
                    <a:pt x="28" y="10"/>
                    <a:pt x="33" y="11"/>
                    <a:pt x="36" y="14"/>
                  </a:cubicBezTo>
                  <a:cubicBezTo>
                    <a:pt x="34" y="14"/>
                    <a:pt x="31" y="13"/>
                    <a:pt x="30" y="12"/>
                  </a:cubicBezTo>
                  <a:cubicBezTo>
                    <a:pt x="31" y="13"/>
                    <a:pt x="32" y="14"/>
                    <a:pt x="34" y="15"/>
                  </a:cubicBezTo>
                  <a:cubicBezTo>
                    <a:pt x="30" y="12"/>
                    <a:pt x="21" y="9"/>
                    <a:pt x="16" y="9"/>
                  </a:cubicBezTo>
                  <a:cubicBezTo>
                    <a:pt x="20" y="11"/>
                    <a:pt x="24" y="14"/>
                    <a:pt x="26" y="16"/>
                  </a:cubicBezTo>
                  <a:cubicBezTo>
                    <a:pt x="24" y="15"/>
                    <a:pt x="22" y="14"/>
                    <a:pt x="19" y="13"/>
                  </a:cubicBezTo>
                  <a:cubicBezTo>
                    <a:pt x="22" y="15"/>
                    <a:pt x="26" y="18"/>
                    <a:pt x="28" y="21"/>
                  </a:cubicBezTo>
                  <a:cubicBezTo>
                    <a:pt x="26" y="21"/>
                    <a:pt x="24" y="19"/>
                    <a:pt x="22" y="18"/>
                  </a:cubicBezTo>
                  <a:cubicBezTo>
                    <a:pt x="24" y="20"/>
                    <a:pt x="25" y="22"/>
                    <a:pt x="26" y="24"/>
                  </a:cubicBezTo>
                  <a:cubicBezTo>
                    <a:pt x="22" y="21"/>
                    <a:pt x="17" y="17"/>
                    <a:pt x="12" y="16"/>
                  </a:cubicBezTo>
                  <a:cubicBezTo>
                    <a:pt x="14" y="19"/>
                    <a:pt x="19" y="22"/>
                    <a:pt x="22" y="24"/>
                  </a:cubicBezTo>
                  <a:cubicBezTo>
                    <a:pt x="20" y="23"/>
                    <a:pt x="18" y="21"/>
                    <a:pt x="15" y="20"/>
                  </a:cubicBezTo>
                  <a:cubicBezTo>
                    <a:pt x="17" y="23"/>
                    <a:pt x="19" y="26"/>
                    <a:pt x="22" y="28"/>
                  </a:cubicBezTo>
                  <a:cubicBezTo>
                    <a:pt x="15" y="23"/>
                    <a:pt x="8" y="20"/>
                    <a:pt x="0" y="18"/>
                  </a:cubicBezTo>
                </a:path>
              </a:pathLst>
            </a:custGeom>
            <a:solidFill>
              <a:srgbClr val="9E560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5499" name="Freeform 69">
              <a:extLst>
                <a:ext uri="{FF2B5EF4-FFF2-40B4-BE49-F238E27FC236}">
                  <a16:creationId xmlns:a16="http://schemas.microsoft.com/office/drawing/2014/main" id="{C25E7DCB-3723-4DD3-BEDF-27D69F6ECE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8851" y="428625"/>
              <a:ext cx="739775" cy="790575"/>
            </a:xfrm>
            <a:custGeom>
              <a:avLst/>
              <a:gdLst>
                <a:gd name="T0" fmla="*/ 2147483646 w 350"/>
                <a:gd name="T1" fmla="*/ 2147483646 h 376"/>
                <a:gd name="T2" fmla="*/ 2147483646 w 350"/>
                <a:gd name="T3" fmla="*/ 2147483646 h 376"/>
                <a:gd name="T4" fmla="*/ 2147483646 w 350"/>
                <a:gd name="T5" fmla="*/ 2147483646 h 376"/>
                <a:gd name="T6" fmla="*/ 2147483646 w 350"/>
                <a:gd name="T7" fmla="*/ 2147483646 h 376"/>
                <a:gd name="T8" fmla="*/ 2147483646 w 350"/>
                <a:gd name="T9" fmla="*/ 2147483646 h 376"/>
                <a:gd name="T10" fmla="*/ 2147483646 w 350"/>
                <a:gd name="T11" fmla="*/ 2147483646 h 376"/>
                <a:gd name="T12" fmla="*/ 2147483646 w 350"/>
                <a:gd name="T13" fmla="*/ 2147483646 h 376"/>
                <a:gd name="T14" fmla="*/ 2147483646 w 350"/>
                <a:gd name="T15" fmla="*/ 2147483646 h 376"/>
                <a:gd name="T16" fmla="*/ 2147483646 w 350"/>
                <a:gd name="T17" fmla="*/ 2147483646 h 376"/>
                <a:gd name="T18" fmla="*/ 2147483646 w 350"/>
                <a:gd name="T19" fmla="*/ 2147483646 h 376"/>
                <a:gd name="T20" fmla="*/ 2147483646 w 350"/>
                <a:gd name="T21" fmla="*/ 2147483646 h 376"/>
                <a:gd name="T22" fmla="*/ 2147483646 w 350"/>
                <a:gd name="T23" fmla="*/ 2147483646 h 376"/>
                <a:gd name="T24" fmla="*/ 2147483646 w 350"/>
                <a:gd name="T25" fmla="*/ 2147483646 h 376"/>
                <a:gd name="T26" fmla="*/ 2147483646 w 350"/>
                <a:gd name="T27" fmla="*/ 2147483646 h 376"/>
                <a:gd name="T28" fmla="*/ 2147483646 w 350"/>
                <a:gd name="T29" fmla="*/ 2147483646 h 376"/>
                <a:gd name="T30" fmla="*/ 2147483646 w 350"/>
                <a:gd name="T31" fmla="*/ 2147483646 h 376"/>
                <a:gd name="T32" fmla="*/ 2147483646 w 350"/>
                <a:gd name="T33" fmla="*/ 2147483646 h 376"/>
                <a:gd name="T34" fmla="*/ 2147483646 w 350"/>
                <a:gd name="T35" fmla="*/ 2147483646 h 376"/>
                <a:gd name="T36" fmla="*/ 2147483646 w 350"/>
                <a:gd name="T37" fmla="*/ 2147483646 h 376"/>
                <a:gd name="T38" fmla="*/ 2147483646 w 350"/>
                <a:gd name="T39" fmla="*/ 2147483646 h 376"/>
                <a:gd name="T40" fmla="*/ 2147483646 w 350"/>
                <a:gd name="T41" fmla="*/ 2147483646 h 376"/>
                <a:gd name="T42" fmla="*/ 2147483646 w 350"/>
                <a:gd name="T43" fmla="*/ 2147483646 h 376"/>
                <a:gd name="T44" fmla="*/ 2147483646 w 350"/>
                <a:gd name="T45" fmla="*/ 2147483646 h 376"/>
                <a:gd name="T46" fmla="*/ 2147483646 w 350"/>
                <a:gd name="T47" fmla="*/ 2147483646 h 376"/>
                <a:gd name="T48" fmla="*/ 2147483646 w 350"/>
                <a:gd name="T49" fmla="*/ 2147483646 h 376"/>
                <a:gd name="T50" fmla="*/ 2147483646 w 350"/>
                <a:gd name="T51" fmla="*/ 2147483646 h 376"/>
                <a:gd name="T52" fmla="*/ 2147483646 w 350"/>
                <a:gd name="T53" fmla="*/ 2147483646 h 376"/>
                <a:gd name="T54" fmla="*/ 2147483646 w 350"/>
                <a:gd name="T55" fmla="*/ 2147483646 h 376"/>
                <a:gd name="T56" fmla="*/ 2147483646 w 350"/>
                <a:gd name="T57" fmla="*/ 2147483646 h 376"/>
                <a:gd name="T58" fmla="*/ 2147483646 w 350"/>
                <a:gd name="T59" fmla="*/ 2147483646 h 376"/>
                <a:gd name="T60" fmla="*/ 2147483646 w 350"/>
                <a:gd name="T61" fmla="*/ 2147483646 h 376"/>
                <a:gd name="T62" fmla="*/ 2147483646 w 350"/>
                <a:gd name="T63" fmla="*/ 2147483646 h 376"/>
                <a:gd name="T64" fmla="*/ 2147483646 w 350"/>
                <a:gd name="T65" fmla="*/ 2147483646 h 376"/>
                <a:gd name="T66" fmla="*/ 2147483646 w 350"/>
                <a:gd name="T67" fmla="*/ 2147483646 h 376"/>
                <a:gd name="T68" fmla="*/ 2147483646 w 350"/>
                <a:gd name="T69" fmla="*/ 2147483646 h 376"/>
                <a:gd name="T70" fmla="*/ 2147483646 w 350"/>
                <a:gd name="T71" fmla="*/ 2147483646 h 376"/>
                <a:gd name="T72" fmla="*/ 2147483646 w 350"/>
                <a:gd name="T73" fmla="*/ 2147483646 h 376"/>
                <a:gd name="T74" fmla="*/ 2147483646 w 350"/>
                <a:gd name="T75" fmla="*/ 2147483646 h 376"/>
                <a:gd name="T76" fmla="*/ 2147483646 w 350"/>
                <a:gd name="T77" fmla="*/ 2147483646 h 376"/>
                <a:gd name="T78" fmla="*/ 2147483646 w 350"/>
                <a:gd name="T79" fmla="*/ 2147483646 h 376"/>
                <a:gd name="T80" fmla="*/ 2147483646 w 350"/>
                <a:gd name="T81" fmla="*/ 2147483646 h 376"/>
                <a:gd name="T82" fmla="*/ 2147483646 w 350"/>
                <a:gd name="T83" fmla="*/ 2147483646 h 376"/>
                <a:gd name="T84" fmla="*/ 2147483646 w 350"/>
                <a:gd name="T85" fmla="*/ 2147483646 h 376"/>
                <a:gd name="T86" fmla="*/ 2147483646 w 350"/>
                <a:gd name="T87" fmla="*/ 2147483646 h 376"/>
                <a:gd name="T88" fmla="*/ 2147483646 w 350"/>
                <a:gd name="T89" fmla="*/ 2147483646 h 376"/>
                <a:gd name="T90" fmla="*/ 2147483646 w 350"/>
                <a:gd name="T91" fmla="*/ 2147483646 h 376"/>
                <a:gd name="T92" fmla="*/ 2147483646 w 350"/>
                <a:gd name="T93" fmla="*/ 2147483646 h 376"/>
                <a:gd name="T94" fmla="*/ 2147483646 w 350"/>
                <a:gd name="T95" fmla="*/ 2147483646 h 376"/>
                <a:gd name="T96" fmla="*/ 2147483646 w 350"/>
                <a:gd name="T97" fmla="*/ 2147483646 h 376"/>
                <a:gd name="T98" fmla="*/ 2147483646 w 350"/>
                <a:gd name="T99" fmla="*/ 2147483646 h 376"/>
                <a:gd name="T100" fmla="*/ 2147483646 w 350"/>
                <a:gd name="T101" fmla="*/ 2147483646 h 376"/>
                <a:gd name="T102" fmla="*/ 2147483646 w 350"/>
                <a:gd name="T103" fmla="*/ 2147483646 h 37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350"/>
                <a:gd name="T157" fmla="*/ 0 h 376"/>
                <a:gd name="T158" fmla="*/ 350 w 350"/>
                <a:gd name="T159" fmla="*/ 376 h 37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350" h="376">
                  <a:moveTo>
                    <a:pt x="2" y="135"/>
                  </a:moveTo>
                  <a:cubicBezTo>
                    <a:pt x="2" y="135"/>
                    <a:pt x="14" y="93"/>
                    <a:pt x="25" y="79"/>
                  </a:cubicBezTo>
                  <a:cubicBezTo>
                    <a:pt x="25" y="79"/>
                    <a:pt x="44" y="72"/>
                    <a:pt x="53" y="86"/>
                  </a:cubicBezTo>
                  <a:cubicBezTo>
                    <a:pt x="63" y="99"/>
                    <a:pt x="87" y="127"/>
                    <a:pt x="95" y="142"/>
                  </a:cubicBezTo>
                  <a:cubicBezTo>
                    <a:pt x="103" y="156"/>
                    <a:pt x="113" y="175"/>
                    <a:pt x="126" y="177"/>
                  </a:cubicBezTo>
                  <a:cubicBezTo>
                    <a:pt x="139" y="179"/>
                    <a:pt x="152" y="174"/>
                    <a:pt x="158" y="168"/>
                  </a:cubicBezTo>
                  <a:cubicBezTo>
                    <a:pt x="165" y="161"/>
                    <a:pt x="176" y="156"/>
                    <a:pt x="188" y="162"/>
                  </a:cubicBezTo>
                  <a:cubicBezTo>
                    <a:pt x="199" y="168"/>
                    <a:pt x="206" y="193"/>
                    <a:pt x="193" y="225"/>
                  </a:cubicBezTo>
                  <a:cubicBezTo>
                    <a:pt x="193" y="225"/>
                    <a:pt x="197" y="253"/>
                    <a:pt x="209" y="266"/>
                  </a:cubicBezTo>
                  <a:cubicBezTo>
                    <a:pt x="222" y="279"/>
                    <a:pt x="225" y="293"/>
                    <a:pt x="215" y="306"/>
                  </a:cubicBezTo>
                  <a:cubicBezTo>
                    <a:pt x="205" y="319"/>
                    <a:pt x="185" y="342"/>
                    <a:pt x="190" y="361"/>
                  </a:cubicBezTo>
                  <a:cubicBezTo>
                    <a:pt x="190" y="361"/>
                    <a:pt x="194" y="330"/>
                    <a:pt x="215" y="313"/>
                  </a:cubicBezTo>
                  <a:cubicBezTo>
                    <a:pt x="235" y="295"/>
                    <a:pt x="225" y="290"/>
                    <a:pt x="225" y="290"/>
                  </a:cubicBezTo>
                  <a:cubicBezTo>
                    <a:pt x="225" y="290"/>
                    <a:pt x="237" y="291"/>
                    <a:pt x="222" y="319"/>
                  </a:cubicBezTo>
                  <a:cubicBezTo>
                    <a:pt x="214" y="333"/>
                    <a:pt x="206" y="344"/>
                    <a:pt x="211" y="355"/>
                  </a:cubicBezTo>
                  <a:cubicBezTo>
                    <a:pt x="211" y="355"/>
                    <a:pt x="208" y="340"/>
                    <a:pt x="219" y="329"/>
                  </a:cubicBezTo>
                  <a:cubicBezTo>
                    <a:pt x="231" y="318"/>
                    <a:pt x="237" y="308"/>
                    <a:pt x="234" y="296"/>
                  </a:cubicBezTo>
                  <a:cubicBezTo>
                    <a:pt x="234" y="296"/>
                    <a:pt x="245" y="310"/>
                    <a:pt x="241" y="322"/>
                  </a:cubicBezTo>
                  <a:cubicBezTo>
                    <a:pt x="236" y="333"/>
                    <a:pt x="240" y="369"/>
                    <a:pt x="259" y="376"/>
                  </a:cubicBezTo>
                  <a:cubicBezTo>
                    <a:pt x="259" y="376"/>
                    <a:pt x="236" y="352"/>
                    <a:pt x="243" y="332"/>
                  </a:cubicBezTo>
                  <a:cubicBezTo>
                    <a:pt x="249" y="313"/>
                    <a:pt x="243" y="296"/>
                    <a:pt x="243" y="296"/>
                  </a:cubicBezTo>
                  <a:cubicBezTo>
                    <a:pt x="243" y="296"/>
                    <a:pt x="248" y="343"/>
                    <a:pt x="262" y="352"/>
                  </a:cubicBezTo>
                  <a:cubicBezTo>
                    <a:pt x="276" y="362"/>
                    <a:pt x="280" y="370"/>
                    <a:pt x="282" y="374"/>
                  </a:cubicBezTo>
                  <a:cubicBezTo>
                    <a:pt x="282" y="374"/>
                    <a:pt x="277" y="355"/>
                    <a:pt x="264" y="348"/>
                  </a:cubicBezTo>
                  <a:cubicBezTo>
                    <a:pt x="251" y="340"/>
                    <a:pt x="248" y="316"/>
                    <a:pt x="254" y="301"/>
                  </a:cubicBezTo>
                  <a:cubicBezTo>
                    <a:pt x="254" y="301"/>
                    <a:pt x="265" y="340"/>
                    <a:pt x="280" y="347"/>
                  </a:cubicBezTo>
                  <a:cubicBezTo>
                    <a:pt x="280" y="347"/>
                    <a:pt x="260" y="322"/>
                    <a:pt x="270" y="305"/>
                  </a:cubicBezTo>
                  <a:cubicBezTo>
                    <a:pt x="270" y="305"/>
                    <a:pt x="276" y="332"/>
                    <a:pt x="286" y="340"/>
                  </a:cubicBezTo>
                  <a:cubicBezTo>
                    <a:pt x="296" y="348"/>
                    <a:pt x="302" y="362"/>
                    <a:pt x="299" y="375"/>
                  </a:cubicBezTo>
                  <a:cubicBezTo>
                    <a:pt x="299" y="375"/>
                    <a:pt x="308" y="354"/>
                    <a:pt x="289" y="338"/>
                  </a:cubicBezTo>
                  <a:cubicBezTo>
                    <a:pt x="271" y="322"/>
                    <a:pt x="285" y="300"/>
                    <a:pt x="285" y="300"/>
                  </a:cubicBezTo>
                  <a:cubicBezTo>
                    <a:pt x="285" y="300"/>
                    <a:pt x="295" y="336"/>
                    <a:pt x="307" y="341"/>
                  </a:cubicBezTo>
                  <a:cubicBezTo>
                    <a:pt x="318" y="346"/>
                    <a:pt x="318" y="366"/>
                    <a:pt x="337" y="355"/>
                  </a:cubicBezTo>
                  <a:cubicBezTo>
                    <a:pt x="337" y="355"/>
                    <a:pt x="324" y="358"/>
                    <a:pt x="320" y="349"/>
                  </a:cubicBezTo>
                  <a:cubicBezTo>
                    <a:pt x="317" y="340"/>
                    <a:pt x="312" y="341"/>
                    <a:pt x="305" y="334"/>
                  </a:cubicBezTo>
                  <a:cubicBezTo>
                    <a:pt x="299" y="326"/>
                    <a:pt x="304" y="302"/>
                    <a:pt x="304" y="302"/>
                  </a:cubicBezTo>
                  <a:cubicBezTo>
                    <a:pt x="304" y="302"/>
                    <a:pt x="312" y="350"/>
                    <a:pt x="338" y="345"/>
                  </a:cubicBezTo>
                  <a:cubicBezTo>
                    <a:pt x="338" y="345"/>
                    <a:pt x="314" y="344"/>
                    <a:pt x="314" y="315"/>
                  </a:cubicBezTo>
                  <a:cubicBezTo>
                    <a:pt x="314" y="315"/>
                    <a:pt x="318" y="335"/>
                    <a:pt x="329" y="335"/>
                  </a:cubicBezTo>
                  <a:cubicBezTo>
                    <a:pt x="329" y="335"/>
                    <a:pt x="315" y="320"/>
                    <a:pt x="317" y="301"/>
                  </a:cubicBezTo>
                  <a:cubicBezTo>
                    <a:pt x="317" y="301"/>
                    <a:pt x="331" y="338"/>
                    <a:pt x="346" y="340"/>
                  </a:cubicBezTo>
                  <a:cubicBezTo>
                    <a:pt x="346" y="340"/>
                    <a:pt x="326" y="321"/>
                    <a:pt x="325" y="304"/>
                  </a:cubicBezTo>
                  <a:cubicBezTo>
                    <a:pt x="325" y="304"/>
                    <a:pt x="337" y="320"/>
                    <a:pt x="350" y="314"/>
                  </a:cubicBezTo>
                  <a:cubicBezTo>
                    <a:pt x="350" y="314"/>
                    <a:pt x="314" y="305"/>
                    <a:pt x="320" y="268"/>
                  </a:cubicBezTo>
                  <a:cubicBezTo>
                    <a:pt x="327" y="231"/>
                    <a:pt x="343" y="207"/>
                    <a:pt x="342" y="174"/>
                  </a:cubicBezTo>
                  <a:cubicBezTo>
                    <a:pt x="341" y="142"/>
                    <a:pt x="336" y="125"/>
                    <a:pt x="326" y="104"/>
                  </a:cubicBezTo>
                  <a:cubicBezTo>
                    <a:pt x="316" y="83"/>
                    <a:pt x="313" y="60"/>
                    <a:pt x="297" y="47"/>
                  </a:cubicBezTo>
                  <a:cubicBezTo>
                    <a:pt x="281" y="34"/>
                    <a:pt x="262" y="15"/>
                    <a:pt x="243" y="10"/>
                  </a:cubicBezTo>
                  <a:cubicBezTo>
                    <a:pt x="225" y="5"/>
                    <a:pt x="216" y="0"/>
                    <a:pt x="194" y="2"/>
                  </a:cubicBezTo>
                  <a:cubicBezTo>
                    <a:pt x="172" y="4"/>
                    <a:pt x="128" y="10"/>
                    <a:pt x="115" y="16"/>
                  </a:cubicBezTo>
                  <a:cubicBezTo>
                    <a:pt x="102" y="22"/>
                    <a:pt x="67" y="29"/>
                    <a:pt x="59" y="32"/>
                  </a:cubicBezTo>
                  <a:cubicBezTo>
                    <a:pt x="51" y="35"/>
                    <a:pt x="0" y="49"/>
                    <a:pt x="2" y="135"/>
                  </a:cubicBezTo>
                  <a:close/>
                </a:path>
              </a:pathLst>
            </a:custGeom>
            <a:noFill/>
            <a:ln w="2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5500" name="Freeform 70">
              <a:extLst>
                <a:ext uri="{FF2B5EF4-FFF2-40B4-BE49-F238E27FC236}">
                  <a16:creationId xmlns:a16="http://schemas.microsoft.com/office/drawing/2014/main" id="{196FEC84-85A6-4558-968C-DA538FCD6C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2188" y="512763"/>
              <a:ext cx="82550" cy="103188"/>
            </a:xfrm>
            <a:custGeom>
              <a:avLst/>
              <a:gdLst>
                <a:gd name="T0" fmla="*/ 2147483646 w 39"/>
                <a:gd name="T1" fmla="*/ 2147483646 h 49"/>
                <a:gd name="T2" fmla="*/ 2147483646 w 39"/>
                <a:gd name="T3" fmla="*/ 2147483646 h 49"/>
                <a:gd name="T4" fmla="*/ 2147483646 w 39"/>
                <a:gd name="T5" fmla="*/ 2147483646 h 49"/>
                <a:gd name="T6" fmla="*/ 2147483646 w 39"/>
                <a:gd name="T7" fmla="*/ 2147483646 h 49"/>
                <a:gd name="T8" fmla="*/ 2147483646 w 39"/>
                <a:gd name="T9" fmla="*/ 2147483646 h 49"/>
                <a:gd name="T10" fmla="*/ 2147483646 w 39"/>
                <a:gd name="T11" fmla="*/ 2147483646 h 49"/>
                <a:gd name="T12" fmla="*/ 2147483646 w 39"/>
                <a:gd name="T13" fmla="*/ 2147483646 h 49"/>
                <a:gd name="T14" fmla="*/ 2147483646 w 39"/>
                <a:gd name="T15" fmla="*/ 2147483646 h 49"/>
                <a:gd name="T16" fmla="*/ 2147483646 w 39"/>
                <a:gd name="T17" fmla="*/ 2147483646 h 49"/>
                <a:gd name="T18" fmla="*/ 2147483646 w 39"/>
                <a:gd name="T19" fmla="*/ 2147483646 h 49"/>
                <a:gd name="T20" fmla="*/ 2147483646 w 39"/>
                <a:gd name="T21" fmla="*/ 2147483646 h 49"/>
                <a:gd name="T22" fmla="*/ 2147483646 w 39"/>
                <a:gd name="T23" fmla="*/ 2147483646 h 49"/>
                <a:gd name="T24" fmla="*/ 2147483646 w 39"/>
                <a:gd name="T25" fmla="*/ 2147483646 h 49"/>
                <a:gd name="T26" fmla="*/ 2147483646 w 39"/>
                <a:gd name="T27" fmla="*/ 0 h 49"/>
                <a:gd name="T28" fmla="*/ 2147483646 w 39"/>
                <a:gd name="T29" fmla="*/ 2147483646 h 49"/>
                <a:gd name="T30" fmla="*/ 2147483646 w 39"/>
                <a:gd name="T31" fmla="*/ 2147483646 h 49"/>
                <a:gd name="T32" fmla="*/ 2147483646 w 39"/>
                <a:gd name="T33" fmla="*/ 2147483646 h 49"/>
                <a:gd name="T34" fmla="*/ 2147483646 w 39"/>
                <a:gd name="T35" fmla="*/ 2147483646 h 49"/>
                <a:gd name="T36" fmla="*/ 2147483646 w 39"/>
                <a:gd name="T37" fmla="*/ 2147483646 h 49"/>
                <a:gd name="T38" fmla="*/ 2147483646 w 39"/>
                <a:gd name="T39" fmla="*/ 2147483646 h 49"/>
                <a:gd name="T40" fmla="*/ 2147483646 w 39"/>
                <a:gd name="T41" fmla="*/ 2147483646 h 49"/>
                <a:gd name="T42" fmla="*/ 2147483646 w 39"/>
                <a:gd name="T43" fmla="*/ 2147483646 h 49"/>
                <a:gd name="T44" fmla="*/ 2147483646 w 39"/>
                <a:gd name="T45" fmla="*/ 2147483646 h 49"/>
                <a:gd name="T46" fmla="*/ 2147483646 w 39"/>
                <a:gd name="T47" fmla="*/ 2147483646 h 49"/>
                <a:gd name="T48" fmla="*/ 2147483646 w 39"/>
                <a:gd name="T49" fmla="*/ 2147483646 h 49"/>
                <a:gd name="T50" fmla="*/ 2147483646 w 39"/>
                <a:gd name="T51" fmla="*/ 2147483646 h 49"/>
                <a:gd name="T52" fmla="*/ 2147483646 w 39"/>
                <a:gd name="T53" fmla="*/ 2147483646 h 49"/>
                <a:gd name="T54" fmla="*/ 2147483646 w 39"/>
                <a:gd name="T55" fmla="*/ 2147483646 h 49"/>
                <a:gd name="T56" fmla="*/ 2147483646 w 39"/>
                <a:gd name="T57" fmla="*/ 2147483646 h 49"/>
                <a:gd name="T58" fmla="*/ 2147483646 w 39"/>
                <a:gd name="T59" fmla="*/ 2147483646 h 49"/>
                <a:gd name="T60" fmla="*/ 2147483646 w 39"/>
                <a:gd name="T61" fmla="*/ 2147483646 h 49"/>
                <a:gd name="T62" fmla="*/ 2147483646 w 39"/>
                <a:gd name="T63" fmla="*/ 2147483646 h 49"/>
                <a:gd name="T64" fmla="*/ 2147483646 w 39"/>
                <a:gd name="T65" fmla="*/ 2147483646 h 49"/>
                <a:gd name="T66" fmla="*/ 2147483646 w 39"/>
                <a:gd name="T67" fmla="*/ 2147483646 h 49"/>
                <a:gd name="T68" fmla="*/ 2147483646 w 39"/>
                <a:gd name="T69" fmla="*/ 2147483646 h 49"/>
                <a:gd name="T70" fmla="*/ 2147483646 w 39"/>
                <a:gd name="T71" fmla="*/ 2147483646 h 49"/>
                <a:gd name="T72" fmla="*/ 0 w 39"/>
                <a:gd name="T73" fmla="*/ 2147483646 h 49"/>
                <a:gd name="T74" fmla="*/ 2147483646 w 39"/>
                <a:gd name="T75" fmla="*/ 2147483646 h 49"/>
                <a:gd name="T76" fmla="*/ 2147483646 w 39"/>
                <a:gd name="T77" fmla="*/ 2147483646 h 49"/>
                <a:gd name="T78" fmla="*/ 2147483646 w 39"/>
                <a:gd name="T79" fmla="*/ 2147483646 h 49"/>
                <a:gd name="T80" fmla="*/ 2147483646 w 39"/>
                <a:gd name="T81" fmla="*/ 2147483646 h 49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39"/>
                <a:gd name="T124" fmla="*/ 0 h 49"/>
                <a:gd name="T125" fmla="*/ 39 w 39"/>
                <a:gd name="T126" fmla="*/ 49 h 49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39" h="49">
                  <a:moveTo>
                    <a:pt x="13" y="35"/>
                  </a:moveTo>
                  <a:cubicBezTo>
                    <a:pt x="12" y="34"/>
                    <a:pt x="10" y="34"/>
                    <a:pt x="8" y="35"/>
                  </a:cubicBezTo>
                  <a:cubicBezTo>
                    <a:pt x="11" y="33"/>
                    <a:pt x="13" y="33"/>
                    <a:pt x="9" y="31"/>
                  </a:cubicBezTo>
                  <a:cubicBezTo>
                    <a:pt x="10" y="31"/>
                    <a:pt x="13" y="29"/>
                    <a:pt x="10" y="28"/>
                  </a:cubicBezTo>
                  <a:cubicBezTo>
                    <a:pt x="11" y="28"/>
                    <a:pt x="13" y="28"/>
                    <a:pt x="12" y="27"/>
                  </a:cubicBezTo>
                  <a:cubicBezTo>
                    <a:pt x="13" y="26"/>
                    <a:pt x="17" y="21"/>
                    <a:pt x="17" y="20"/>
                  </a:cubicBezTo>
                  <a:cubicBezTo>
                    <a:pt x="18" y="19"/>
                    <a:pt x="22" y="17"/>
                    <a:pt x="22" y="15"/>
                  </a:cubicBezTo>
                  <a:cubicBezTo>
                    <a:pt x="24" y="15"/>
                    <a:pt x="27" y="12"/>
                    <a:pt x="25" y="10"/>
                  </a:cubicBezTo>
                  <a:cubicBezTo>
                    <a:pt x="27" y="10"/>
                    <a:pt x="27" y="9"/>
                    <a:pt x="28" y="7"/>
                  </a:cubicBezTo>
                  <a:cubicBezTo>
                    <a:pt x="29" y="6"/>
                    <a:pt x="29" y="6"/>
                    <a:pt x="31" y="5"/>
                  </a:cubicBezTo>
                  <a:cubicBezTo>
                    <a:pt x="34" y="3"/>
                    <a:pt x="36" y="3"/>
                    <a:pt x="39" y="3"/>
                  </a:cubicBezTo>
                  <a:cubicBezTo>
                    <a:pt x="38" y="3"/>
                    <a:pt x="37" y="2"/>
                    <a:pt x="36" y="1"/>
                  </a:cubicBezTo>
                  <a:cubicBezTo>
                    <a:pt x="37" y="1"/>
                    <a:pt x="38" y="1"/>
                    <a:pt x="39" y="1"/>
                  </a:cubicBezTo>
                  <a:cubicBezTo>
                    <a:pt x="38" y="0"/>
                    <a:pt x="32" y="0"/>
                    <a:pt x="31" y="0"/>
                  </a:cubicBezTo>
                  <a:cubicBezTo>
                    <a:pt x="31" y="1"/>
                    <a:pt x="32" y="1"/>
                    <a:pt x="33" y="2"/>
                  </a:cubicBezTo>
                  <a:cubicBezTo>
                    <a:pt x="31" y="2"/>
                    <a:pt x="29" y="2"/>
                    <a:pt x="28" y="3"/>
                  </a:cubicBezTo>
                  <a:cubicBezTo>
                    <a:pt x="28" y="3"/>
                    <a:pt x="29" y="4"/>
                    <a:pt x="30" y="4"/>
                  </a:cubicBezTo>
                  <a:cubicBezTo>
                    <a:pt x="28" y="5"/>
                    <a:pt x="26" y="4"/>
                    <a:pt x="24" y="5"/>
                  </a:cubicBezTo>
                  <a:cubicBezTo>
                    <a:pt x="25" y="6"/>
                    <a:pt x="26" y="6"/>
                    <a:pt x="26" y="7"/>
                  </a:cubicBezTo>
                  <a:cubicBezTo>
                    <a:pt x="26" y="7"/>
                    <a:pt x="18" y="9"/>
                    <a:pt x="22" y="10"/>
                  </a:cubicBezTo>
                  <a:cubicBezTo>
                    <a:pt x="22" y="11"/>
                    <a:pt x="21" y="11"/>
                    <a:pt x="20" y="12"/>
                  </a:cubicBezTo>
                  <a:cubicBezTo>
                    <a:pt x="20" y="13"/>
                    <a:pt x="20" y="14"/>
                    <a:pt x="19" y="14"/>
                  </a:cubicBezTo>
                  <a:cubicBezTo>
                    <a:pt x="19" y="15"/>
                    <a:pt x="15" y="17"/>
                    <a:pt x="17" y="18"/>
                  </a:cubicBezTo>
                  <a:cubicBezTo>
                    <a:pt x="16" y="19"/>
                    <a:pt x="12" y="21"/>
                    <a:pt x="15" y="22"/>
                  </a:cubicBezTo>
                  <a:cubicBezTo>
                    <a:pt x="14" y="22"/>
                    <a:pt x="13" y="22"/>
                    <a:pt x="12" y="23"/>
                  </a:cubicBezTo>
                  <a:cubicBezTo>
                    <a:pt x="12" y="23"/>
                    <a:pt x="13" y="23"/>
                    <a:pt x="13" y="24"/>
                  </a:cubicBezTo>
                  <a:cubicBezTo>
                    <a:pt x="12" y="25"/>
                    <a:pt x="9" y="25"/>
                    <a:pt x="8" y="27"/>
                  </a:cubicBezTo>
                  <a:cubicBezTo>
                    <a:pt x="8" y="27"/>
                    <a:pt x="9" y="27"/>
                    <a:pt x="9" y="28"/>
                  </a:cubicBezTo>
                  <a:cubicBezTo>
                    <a:pt x="8" y="28"/>
                    <a:pt x="7" y="29"/>
                    <a:pt x="6" y="30"/>
                  </a:cubicBezTo>
                  <a:cubicBezTo>
                    <a:pt x="7" y="30"/>
                    <a:pt x="7" y="31"/>
                    <a:pt x="8" y="31"/>
                  </a:cubicBezTo>
                  <a:cubicBezTo>
                    <a:pt x="7" y="32"/>
                    <a:pt x="5" y="33"/>
                    <a:pt x="5" y="34"/>
                  </a:cubicBezTo>
                  <a:cubicBezTo>
                    <a:pt x="6" y="34"/>
                    <a:pt x="6" y="34"/>
                    <a:pt x="7" y="34"/>
                  </a:cubicBezTo>
                  <a:cubicBezTo>
                    <a:pt x="6" y="35"/>
                    <a:pt x="4" y="37"/>
                    <a:pt x="6" y="37"/>
                  </a:cubicBezTo>
                  <a:cubicBezTo>
                    <a:pt x="6" y="38"/>
                    <a:pt x="4" y="38"/>
                    <a:pt x="4" y="40"/>
                  </a:cubicBezTo>
                  <a:cubicBezTo>
                    <a:pt x="4" y="40"/>
                    <a:pt x="4" y="40"/>
                    <a:pt x="4" y="40"/>
                  </a:cubicBezTo>
                  <a:cubicBezTo>
                    <a:pt x="4" y="42"/>
                    <a:pt x="3" y="43"/>
                    <a:pt x="2" y="45"/>
                  </a:cubicBezTo>
                  <a:cubicBezTo>
                    <a:pt x="2" y="46"/>
                    <a:pt x="1" y="48"/>
                    <a:pt x="0" y="49"/>
                  </a:cubicBezTo>
                  <a:cubicBezTo>
                    <a:pt x="1" y="47"/>
                    <a:pt x="3" y="45"/>
                    <a:pt x="4" y="43"/>
                  </a:cubicBezTo>
                  <a:cubicBezTo>
                    <a:pt x="5" y="41"/>
                    <a:pt x="6" y="40"/>
                    <a:pt x="7" y="38"/>
                  </a:cubicBezTo>
                  <a:cubicBezTo>
                    <a:pt x="7" y="37"/>
                    <a:pt x="8" y="36"/>
                    <a:pt x="9" y="35"/>
                  </a:cubicBezTo>
                  <a:cubicBezTo>
                    <a:pt x="10" y="35"/>
                    <a:pt x="11" y="35"/>
                    <a:pt x="12" y="34"/>
                  </a:cubicBezTo>
                </a:path>
              </a:pathLst>
            </a:custGeom>
            <a:solidFill>
              <a:srgbClr val="60340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5501" name="Freeform 71">
              <a:extLst>
                <a:ext uri="{FF2B5EF4-FFF2-40B4-BE49-F238E27FC236}">
                  <a16:creationId xmlns:a16="http://schemas.microsoft.com/office/drawing/2014/main" id="{3803D5E5-36BC-42B6-97BA-4AD1DD9E55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7138" y="927100"/>
              <a:ext cx="192088" cy="249238"/>
            </a:xfrm>
            <a:custGeom>
              <a:avLst/>
              <a:gdLst>
                <a:gd name="T0" fmla="*/ 2147483646 w 91"/>
                <a:gd name="T1" fmla="*/ 0 h 118"/>
                <a:gd name="T2" fmla="*/ 2147483646 w 91"/>
                <a:gd name="T3" fmla="*/ 2147483646 h 118"/>
                <a:gd name="T4" fmla="*/ 2147483646 w 91"/>
                <a:gd name="T5" fmla="*/ 2147483646 h 118"/>
                <a:gd name="T6" fmla="*/ 2147483646 w 91"/>
                <a:gd name="T7" fmla="*/ 2147483646 h 118"/>
                <a:gd name="T8" fmla="*/ 2147483646 w 91"/>
                <a:gd name="T9" fmla="*/ 2147483646 h 118"/>
                <a:gd name="T10" fmla="*/ 2147483646 w 91"/>
                <a:gd name="T11" fmla="*/ 2147483646 h 118"/>
                <a:gd name="T12" fmla="*/ 2147483646 w 91"/>
                <a:gd name="T13" fmla="*/ 2147483646 h 118"/>
                <a:gd name="T14" fmla="*/ 2147483646 w 91"/>
                <a:gd name="T15" fmla="*/ 2147483646 h 118"/>
                <a:gd name="T16" fmla="*/ 2147483646 w 91"/>
                <a:gd name="T17" fmla="*/ 2147483646 h 118"/>
                <a:gd name="T18" fmla="*/ 0 w 91"/>
                <a:gd name="T19" fmla="*/ 2147483646 h 118"/>
                <a:gd name="T20" fmla="*/ 2147483646 w 91"/>
                <a:gd name="T21" fmla="*/ 2147483646 h 118"/>
                <a:gd name="T22" fmla="*/ 2147483646 w 91"/>
                <a:gd name="T23" fmla="*/ 2147483646 h 118"/>
                <a:gd name="T24" fmla="*/ 2147483646 w 91"/>
                <a:gd name="T25" fmla="*/ 2147483646 h 118"/>
                <a:gd name="T26" fmla="*/ 2147483646 w 91"/>
                <a:gd name="T27" fmla="*/ 2147483646 h 118"/>
                <a:gd name="T28" fmla="*/ 2147483646 w 91"/>
                <a:gd name="T29" fmla="*/ 2147483646 h 118"/>
                <a:gd name="T30" fmla="*/ 2147483646 w 91"/>
                <a:gd name="T31" fmla="*/ 2147483646 h 118"/>
                <a:gd name="T32" fmla="*/ 2147483646 w 91"/>
                <a:gd name="T33" fmla="*/ 2147483646 h 11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91"/>
                <a:gd name="T52" fmla="*/ 0 h 118"/>
                <a:gd name="T53" fmla="*/ 91 w 91"/>
                <a:gd name="T54" fmla="*/ 118 h 11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91" h="118">
                  <a:moveTo>
                    <a:pt x="62" y="0"/>
                  </a:moveTo>
                  <a:cubicBezTo>
                    <a:pt x="63" y="0"/>
                    <a:pt x="63" y="0"/>
                    <a:pt x="63" y="1"/>
                  </a:cubicBezTo>
                  <a:cubicBezTo>
                    <a:pt x="57" y="11"/>
                    <a:pt x="56" y="22"/>
                    <a:pt x="43" y="28"/>
                  </a:cubicBezTo>
                  <a:cubicBezTo>
                    <a:pt x="41" y="29"/>
                    <a:pt x="38" y="30"/>
                    <a:pt x="35" y="31"/>
                  </a:cubicBezTo>
                  <a:cubicBezTo>
                    <a:pt x="34" y="31"/>
                    <a:pt x="29" y="29"/>
                    <a:pt x="28" y="29"/>
                  </a:cubicBezTo>
                  <a:cubicBezTo>
                    <a:pt x="24" y="31"/>
                    <a:pt x="28" y="44"/>
                    <a:pt x="28" y="48"/>
                  </a:cubicBezTo>
                  <a:cubicBezTo>
                    <a:pt x="29" y="63"/>
                    <a:pt x="26" y="73"/>
                    <a:pt x="19" y="86"/>
                  </a:cubicBezTo>
                  <a:cubicBezTo>
                    <a:pt x="16" y="91"/>
                    <a:pt x="14" y="96"/>
                    <a:pt x="10" y="100"/>
                  </a:cubicBezTo>
                  <a:cubicBezTo>
                    <a:pt x="7" y="104"/>
                    <a:pt x="3" y="108"/>
                    <a:pt x="1" y="114"/>
                  </a:cubicBezTo>
                  <a:cubicBezTo>
                    <a:pt x="0" y="115"/>
                    <a:pt x="0" y="116"/>
                    <a:pt x="0" y="118"/>
                  </a:cubicBezTo>
                  <a:cubicBezTo>
                    <a:pt x="8" y="105"/>
                    <a:pt x="24" y="97"/>
                    <a:pt x="33" y="84"/>
                  </a:cubicBezTo>
                  <a:cubicBezTo>
                    <a:pt x="40" y="73"/>
                    <a:pt x="45" y="60"/>
                    <a:pt x="55" y="51"/>
                  </a:cubicBezTo>
                  <a:cubicBezTo>
                    <a:pt x="60" y="46"/>
                    <a:pt x="67" y="41"/>
                    <a:pt x="74" y="43"/>
                  </a:cubicBezTo>
                  <a:cubicBezTo>
                    <a:pt x="81" y="45"/>
                    <a:pt x="85" y="48"/>
                    <a:pt x="85" y="55"/>
                  </a:cubicBezTo>
                  <a:cubicBezTo>
                    <a:pt x="91" y="43"/>
                    <a:pt x="82" y="40"/>
                    <a:pt x="75" y="30"/>
                  </a:cubicBezTo>
                  <a:cubicBezTo>
                    <a:pt x="72" y="26"/>
                    <a:pt x="70" y="22"/>
                    <a:pt x="69" y="17"/>
                  </a:cubicBezTo>
                  <a:cubicBezTo>
                    <a:pt x="67" y="12"/>
                    <a:pt x="66" y="4"/>
                    <a:pt x="64" y="1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5502" name="Freeform 72">
              <a:extLst>
                <a:ext uri="{FF2B5EF4-FFF2-40B4-BE49-F238E27FC236}">
                  <a16:creationId xmlns:a16="http://schemas.microsoft.com/office/drawing/2014/main" id="{4979F5B4-9C36-46E4-BA22-66F333C0B8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2076" y="1089025"/>
              <a:ext cx="61913" cy="114300"/>
            </a:xfrm>
            <a:custGeom>
              <a:avLst/>
              <a:gdLst>
                <a:gd name="T0" fmla="*/ 2147483646 w 29"/>
                <a:gd name="T1" fmla="*/ 0 h 54"/>
                <a:gd name="T2" fmla="*/ 2147483646 w 29"/>
                <a:gd name="T3" fmla="*/ 2147483646 h 54"/>
                <a:gd name="T4" fmla="*/ 2147483646 w 29"/>
                <a:gd name="T5" fmla="*/ 2147483646 h 54"/>
                <a:gd name="T6" fmla="*/ 2147483646 w 29"/>
                <a:gd name="T7" fmla="*/ 2147483646 h 54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9"/>
                <a:gd name="T13" fmla="*/ 0 h 54"/>
                <a:gd name="T14" fmla="*/ 29 w 29"/>
                <a:gd name="T15" fmla="*/ 54 h 54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9" h="54">
                  <a:moveTo>
                    <a:pt x="28" y="0"/>
                  </a:moveTo>
                  <a:cubicBezTo>
                    <a:pt x="22" y="4"/>
                    <a:pt x="13" y="14"/>
                    <a:pt x="9" y="22"/>
                  </a:cubicBezTo>
                  <a:cubicBezTo>
                    <a:pt x="6" y="28"/>
                    <a:pt x="0" y="48"/>
                    <a:pt x="4" y="54"/>
                  </a:cubicBezTo>
                  <a:cubicBezTo>
                    <a:pt x="4" y="38"/>
                    <a:pt x="18" y="13"/>
                    <a:pt x="29" y="2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5503" name="Freeform 73">
              <a:extLst>
                <a:ext uri="{FF2B5EF4-FFF2-40B4-BE49-F238E27FC236}">
                  <a16:creationId xmlns:a16="http://schemas.microsoft.com/office/drawing/2014/main" id="{69E6C1D6-BCD8-4B9C-89F6-DC3A056718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8751" y="1093788"/>
              <a:ext cx="34925" cy="109538"/>
            </a:xfrm>
            <a:custGeom>
              <a:avLst/>
              <a:gdLst>
                <a:gd name="T0" fmla="*/ 0 w 17"/>
                <a:gd name="T1" fmla="*/ 2147483646 h 52"/>
                <a:gd name="T2" fmla="*/ 2147483646 w 17"/>
                <a:gd name="T3" fmla="*/ 0 h 52"/>
                <a:gd name="T4" fmla="*/ 2147483646 w 17"/>
                <a:gd name="T5" fmla="*/ 2147483646 h 52"/>
                <a:gd name="T6" fmla="*/ 2147483646 w 17"/>
                <a:gd name="T7" fmla="*/ 2147483646 h 52"/>
                <a:gd name="T8" fmla="*/ 2147483646 w 17"/>
                <a:gd name="T9" fmla="*/ 2147483646 h 52"/>
                <a:gd name="T10" fmla="*/ 0 w 17"/>
                <a:gd name="T11" fmla="*/ 2147483646 h 5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7"/>
                <a:gd name="T19" fmla="*/ 0 h 52"/>
                <a:gd name="T20" fmla="*/ 17 w 17"/>
                <a:gd name="T21" fmla="*/ 52 h 52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7" h="52">
                  <a:moveTo>
                    <a:pt x="0" y="19"/>
                  </a:moveTo>
                  <a:cubicBezTo>
                    <a:pt x="6" y="14"/>
                    <a:pt x="9" y="5"/>
                    <a:pt x="15" y="0"/>
                  </a:cubicBezTo>
                  <a:cubicBezTo>
                    <a:pt x="15" y="7"/>
                    <a:pt x="12" y="15"/>
                    <a:pt x="12" y="23"/>
                  </a:cubicBezTo>
                  <a:cubicBezTo>
                    <a:pt x="12" y="34"/>
                    <a:pt x="14" y="42"/>
                    <a:pt x="17" y="52"/>
                  </a:cubicBezTo>
                  <a:cubicBezTo>
                    <a:pt x="11" y="40"/>
                    <a:pt x="11" y="27"/>
                    <a:pt x="10" y="14"/>
                  </a:cubicBezTo>
                  <a:cubicBezTo>
                    <a:pt x="7" y="15"/>
                    <a:pt x="2" y="18"/>
                    <a:pt x="0" y="21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5504" name="Freeform 74">
              <a:extLst>
                <a:ext uri="{FF2B5EF4-FFF2-40B4-BE49-F238E27FC236}">
                  <a16:creationId xmlns:a16="http://schemas.microsoft.com/office/drawing/2014/main" id="{210B2AF3-E0DE-406B-BCC2-884B322EAF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4788" y="1144588"/>
              <a:ext cx="44450" cy="61913"/>
            </a:xfrm>
            <a:custGeom>
              <a:avLst/>
              <a:gdLst>
                <a:gd name="T0" fmla="*/ 2147483646 w 21"/>
                <a:gd name="T1" fmla="*/ 2147483646 h 30"/>
                <a:gd name="T2" fmla="*/ 2147483646 w 21"/>
                <a:gd name="T3" fmla="*/ 2147483646 h 30"/>
                <a:gd name="T4" fmla="*/ 2147483646 w 21"/>
                <a:gd name="T5" fmla="*/ 0 h 30"/>
                <a:gd name="T6" fmla="*/ 0 60000 65536"/>
                <a:gd name="T7" fmla="*/ 0 60000 65536"/>
                <a:gd name="T8" fmla="*/ 0 60000 65536"/>
                <a:gd name="T9" fmla="*/ 0 w 21"/>
                <a:gd name="T10" fmla="*/ 0 h 30"/>
                <a:gd name="T11" fmla="*/ 21 w 21"/>
                <a:gd name="T12" fmla="*/ 30 h 3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1" h="30">
                  <a:moveTo>
                    <a:pt x="3" y="2"/>
                  </a:moveTo>
                  <a:cubicBezTo>
                    <a:pt x="0" y="3"/>
                    <a:pt x="11" y="28"/>
                    <a:pt x="16" y="30"/>
                  </a:cubicBezTo>
                  <a:cubicBezTo>
                    <a:pt x="21" y="19"/>
                    <a:pt x="2" y="9"/>
                    <a:pt x="3" y="0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5505" name="Freeform 75">
              <a:extLst>
                <a:ext uri="{FF2B5EF4-FFF2-40B4-BE49-F238E27FC236}">
                  <a16:creationId xmlns:a16="http://schemas.microsoft.com/office/drawing/2014/main" id="{D264C31C-4D86-485E-9DEB-A6FDF48839B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5226" y="1255713"/>
              <a:ext cx="76200" cy="203200"/>
            </a:xfrm>
            <a:custGeom>
              <a:avLst/>
              <a:gdLst>
                <a:gd name="T0" fmla="*/ 0 w 36"/>
                <a:gd name="T1" fmla="*/ 2147483646 h 97"/>
                <a:gd name="T2" fmla="*/ 2147483646 w 36"/>
                <a:gd name="T3" fmla="*/ 2147483646 h 97"/>
                <a:gd name="T4" fmla="*/ 2147483646 w 36"/>
                <a:gd name="T5" fmla="*/ 2147483646 h 97"/>
                <a:gd name="T6" fmla="*/ 2147483646 w 36"/>
                <a:gd name="T7" fmla="*/ 2147483646 h 97"/>
                <a:gd name="T8" fmla="*/ 2147483646 w 36"/>
                <a:gd name="T9" fmla="*/ 2147483646 h 97"/>
                <a:gd name="T10" fmla="*/ 2147483646 w 36"/>
                <a:gd name="T11" fmla="*/ 2147483646 h 97"/>
                <a:gd name="T12" fmla="*/ 2147483646 w 36"/>
                <a:gd name="T13" fmla="*/ 2147483646 h 97"/>
                <a:gd name="T14" fmla="*/ 2147483646 w 36"/>
                <a:gd name="T15" fmla="*/ 2147483646 h 97"/>
                <a:gd name="T16" fmla="*/ 2147483646 w 36"/>
                <a:gd name="T17" fmla="*/ 2147483646 h 9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36"/>
                <a:gd name="T28" fmla="*/ 0 h 97"/>
                <a:gd name="T29" fmla="*/ 36 w 36"/>
                <a:gd name="T30" fmla="*/ 97 h 97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36" h="97">
                  <a:moveTo>
                    <a:pt x="0" y="1"/>
                  </a:moveTo>
                  <a:cubicBezTo>
                    <a:pt x="5" y="0"/>
                    <a:pt x="14" y="6"/>
                    <a:pt x="17" y="10"/>
                  </a:cubicBezTo>
                  <a:cubicBezTo>
                    <a:pt x="23" y="17"/>
                    <a:pt x="21" y="25"/>
                    <a:pt x="25" y="33"/>
                  </a:cubicBezTo>
                  <a:cubicBezTo>
                    <a:pt x="30" y="44"/>
                    <a:pt x="36" y="53"/>
                    <a:pt x="36" y="66"/>
                  </a:cubicBezTo>
                  <a:cubicBezTo>
                    <a:pt x="36" y="77"/>
                    <a:pt x="32" y="86"/>
                    <a:pt x="27" y="97"/>
                  </a:cubicBezTo>
                  <a:cubicBezTo>
                    <a:pt x="27" y="85"/>
                    <a:pt x="29" y="74"/>
                    <a:pt x="27" y="63"/>
                  </a:cubicBezTo>
                  <a:cubicBezTo>
                    <a:pt x="26" y="55"/>
                    <a:pt x="24" y="48"/>
                    <a:pt x="20" y="42"/>
                  </a:cubicBezTo>
                  <a:cubicBezTo>
                    <a:pt x="17" y="35"/>
                    <a:pt x="14" y="28"/>
                    <a:pt x="10" y="21"/>
                  </a:cubicBezTo>
                  <a:cubicBezTo>
                    <a:pt x="8" y="15"/>
                    <a:pt x="6" y="7"/>
                    <a:pt x="2" y="2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5506" name="Freeform 76">
              <a:extLst>
                <a:ext uri="{FF2B5EF4-FFF2-40B4-BE49-F238E27FC236}">
                  <a16:creationId xmlns:a16="http://schemas.microsoft.com/office/drawing/2014/main" id="{71B57E50-4223-439E-9910-CBCC662EEA2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1551" y="985838"/>
              <a:ext cx="47625" cy="95250"/>
            </a:xfrm>
            <a:custGeom>
              <a:avLst/>
              <a:gdLst>
                <a:gd name="T0" fmla="*/ 0 w 23"/>
                <a:gd name="T1" fmla="*/ 0 h 45"/>
                <a:gd name="T2" fmla="*/ 2147483646 w 23"/>
                <a:gd name="T3" fmla="*/ 2147483646 h 45"/>
                <a:gd name="T4" fmla="*/ 2147483646 w 23"/>
                <a:gd name="T5" fmla="*/ 2147483646 h 45"/>
                <a:gd name="T6" fmla="*/ 2147483646 w 23"/>
                <a:gd name="T7" fmla="*/ 2147483646 h 45"/>
                <a:gd name="T8" fmla="*/ 2147483646 w 23"/>
                <a:gd name="T9" fmla="*/ 2147483646 h 45"/>
                <a:gd name="T10" fmla="*/ 2147483646 w 23"/>
                <a:gd name="T11" fmla="*/ 2147483646 h 45"/>
                <a:gd name="T12" fmla="*/ 2147483646 w 23"/>
                <a:gd name="T13" fmla="*/ 2147483646 h 45"/>
                <a:gd name="T14" fmla="*/ 2147483646 w 23"/>
                <a:gd name="T15" fmla="*/ 2147483646 h 45"/>
                <a:gd name="T16" fmla="*/ 2147483646 w 23"/>
                <a:gd name="T17" fmla="*/ 2147483646 h 4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23"/>
                <a:gd name="T28" fmla="*/ 0 h 45"/>
                <a:gd name="T29" fmla="*/ 23 w 23"/>
                <a:gd name="T30" fmla="*/ 45 h 4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23" h="45">
                  <a:moveTo>
                    <a:pt x="0" y="0"/>
                  </a:moveTo>
                  <a:cubicBezTo>
                    <a:pt x="8" y="9"/>
                    <a:pt x="13" y="19"/>
                    <a:pt x="18" y="29"/>
                  </a:cubicBezTo>
                  <a:cubicBezTo>
                    <a:pt x="20" y="33"/>
                    <a:pt x="22" y="38"/>
                    <a:pt x="22" y="41"/>
                  </a:cubicBezTo>
                  <a:cubicBezTo>
                    <a:pt x="23" y="44"/>
                    <a:pt x="22" y="45"/>
                    <a:pt x="20" y="44"/>
                  </a:cubicBezTo>
                  <a:cubicBezTo>
                    <a:pt x="19" y="44"/>
                    <a:pt x="18" y="43"/>
                    <a:pt x="17" y="43"/>
                  </a:cubicBezTo>
                  <a:cubicBezTo>
                    <a:pt x="15" y="43"/>
                    <a:pt x="14" y="42"/>
                    <a:pt x="12" y="42"/>
                  </a:cubicBezTo>
                  <a:cubicBezTo>
                    <a:pt x="16" y="40"/>
                    <a:pt x="15" y="35"/>
                    <a:pt x="14" y="31"/>
                  </a:cubicBezTo>
                  <a:cubicBezTo>
                    <a:pt x="13" y="27"/>
                    <a:pt x="11" y="22"/>
                    <a:pt x="10" y="18"/>
                  </a:cubicBezTo>
                  <a:cubicBezTo>
                    <a:pt x="8" y="11"/>
                    <a:pt x="5" y="7"/>
                    <a:pt x="1" y="2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5507" name="Freeform 77">
              <a:extLst>
                <a:ext uri="{FF2B5EF4-FFF2-40B4-BE49-F238E27FC236}">
                  <a16:creationId xmlns:a16="http://schemas.microsoft.com/office/drawing/2014/main" id="{78285D78-12AE-4ED9-ACF9-778FD496C30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5201" y="830263"/>
              <a:ext cx="22225" cy="122238"/>
            </a:xfrm>
            <a:custGeom>
              <a:avLst/>
              <a:gdLst>
                <a:gd name="T0" fmla="*/ 2147483646 w 11"/>
                <a:gd name="T1" fmla="*/ 2147483646 h 58"/>
                <a:gd name="T2" fmla="*/ 2147483646 w 11"/>
                <a:gd name="T3" fmla="*/ 2147483646 h 58"/>
                <a:gd name="T4" fmla="*/ 2147483646 w 11"/>
                <a:gd name="T5" fmla="*/ 2147483646 h 58"/>
                <a:gd name="T6" fmla="*/ 2147483646 w 11"/>
                <a:gd name="T7" fmla="*/ 2147483646 h 58"/>
                <a:gd name="T8" fmla="*/ 2147483646 w 11"/>
                <a:gd name="T9" fmla="*/ 2147483646 h 58"/>
                <a:gd name="T10" fmla="*/ 2147483646 w 11"/>
                <a:gd name="T11" fmla="*/ 2147483646 h 58"/>
                <a:gd name="T12" fmla="*/ 2147483646 w 11"/>
                <a:gd name="T13" fmla="*/ 2147483646 h 58"/>
                <a:gd name="T14" fmla="*/ 2147483646 w 11"/>
                <a:gd name="T15" fmla="*/ 2147483646 h 58"/>
                <a:gd name="T16" fmla="*/ 2147483646 w 11"/>
                <a:gd name="T17" fmla="*/ 2147483646 h 58"/>
                <a:gd name="T18" fmla="*/ 0 w 11"/>
                <a:gd name="T19" fmla="*/ 2147483646 h 58"/>
                <a:gd name="T20" fmla="*/ 2147483646 w 11"/>
                <a:gd name="T21" fmla="*/ 2147483646 h 58"/>
                <a:gd name="T22" fmla="*/ 2147483646 w 11"/>
                <a:gd name="T23" fmla="*/ 0 h 5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11"/>
                <a:gd name="T37" fmla="*/ 0 h 58"/>
                <a:gd name="T38" fmla="*/ 11 w 11"/>
                <a:gd name="T39" fmla="*/ 58 h 58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11" h="58">
                  <a:moveTo>
                    <a:pt x="7" y="1"/>
                  </a:moveTo>
                  <a:cubicBezTo>
                    <a:pt x="7" y="3"/>
                    <a:pt x="7" y="5"/>
                    <a:pt x="8" y="7"/>
                  </a:cubicBezTo>
                  <a:cubicBezTo>
                    <a:pt x="9" y="10"/>
                    <a:pt x="9" y="10"/>
                    <a:pt x="8" y="13"/>
                  </a:cubicBezTo>
                  <a:cubicBezTo>
                    <a:pt x="6" y="15"/>
                    <a:pt x="6" y="17"/>
                    <a:pt x="7" y="19"/>
                  </a:cubicBezTo>
                  <a:cubicBezTo>
                    <a:pt x="8" y="21"/>
                    <a:pt x="10" y="23"/>
                    <a:pt x="10" y="25"/>
                  </a:cubicBezTo>
                  <a:cubicBezTo>
                    <a:pt x="11" y="28"/>
                    <a:pt x="9" y="30"/>
                    <a:pt x="8" y="32"/>
                  </a:cubicBezTo>
                  <a:cubicBezTo>
                    <a:pt x="8" y="35"/>
                    <a:pt x="8" y="38"/>
                    <a:pt x="8" y="40"/>
                  </a:cubicBezTo>
                  <a:cubicBezTo>
                    <a:pt x="9" y="46"/>
                    <a:pt x="9" y="52"/>
                    <a:pt x="6" y="58"/>
                  </a:cubicBezTo>
                  <a:cubicBezTo>
                    <a:pt x="6" y="46"/>
                    <a:pt x="5" y="33"/>
                    <a:pt x="2" y="21"/>
                  </a:cubicBezTo>
                  <a:cubicBezTo>
                    <a:pt x="1" y="19"/>
                    <a:pt x="0" y="16"/>
                    <a:pt x="0" y="14"/>
                  </a:cubicBezTo>
                  <a:cubicBezTo>
                    <a:pt x="1" y="12"/>
                    <a:pt x="1" y="10"/>
                    <a:pt x="2" y="9"/>
                  </a:cubicBezTo>
                  <a:cubicBezTo>
                    <a:pt x="3" y="6"/>
                    <a:pt x="6" y="3"/>
                    <a:pt x="6" y="0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5508" name="Freeform 78">
              <a:extLst>
                <a:ext uri="{FF2B5EF4-FFF2-40B4-BE49-F238E27FC236}">
                  <a16:creationId xmlns:a16="http://schemas.microsoft.com/office/drawing/2014/main" id="{8633E3AD-1F91-4C62-A49E-FEC612191B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3138" y="777875"/>
              <a:ext cx="55563" cy="36513"/>
            </a:xfrm>
            <a:custGeom>
              <a:avLst/>
              <a:gdLst>
                <a:gd name="T0" fmla="*/ 0 w 26"/>
                <a:gd name="T1" fmla="*/ 2147483646 h 17"/>
                <a:gd name="T2" fmla="*/ 2147483646 w 26"/>
                <a:gd name="T3" fmla="*/ 2147483646 h 17"/>
                <a:gd name="T4" fmla="*/ 2147483646 w 26"/>
                <a:gd name="T5" fmla="*/ 2147483646 h 17"/>
                <a:gd name="T6" fmla="*/ 0 w 26"/>
                <a:gd name="T7" fmla="*/ 2147483646 h 1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6"/>
                <a:gd name="T13" fmla="*/ 0 h 17"/>
                <a:gd name="T14" fmla="*/ 26 w 26"/>
                <a:gd name="T15" fmla="*/ 17 h 1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6" h="17">
                  <a:moveTo>
                    <a:pt x="0" y="16"/>
                  </a:moveTo>
                  <a:cubicBezTo>
                    <a:pt x="1" y="0"/>
                    <a:pt x="20" y="13"/>
                    <a:pt x="26" y="17"/>
                  </a:cubicBezTo>
                  <a:cubicBezTo>
                    <a:pt x="22" y="10"/>
                    <a:pt x="15" y="6"/>
                    <a:pt x="8" y="5"/>
                  </a:cubicBezTo>
                  <a:cubicBezTo>
                    <a:pt x="0" y="3"/>
                    <a:pt x="0" y="9"/>
                    <a:pt x="0" y="16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5509" name="Freeform 79">
              <a:extLst>
                <a:ext uri="{FF2B5EF4-FFF2-40B4-BE49-F238E27FC236}">
                  <a16:creationId xmlns:a16="http://schemas.microsoft.com/office/drawing/2014/main" id="{BCA6702F-59C6-4DFC-B895-091A40A186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9188" y="685800"/>
              <a:ext cx="127000" cy="130175"/>
            </a:xfrm>
            <a:custGeom>
              <a:avLst/>
              <a:gdLst>
                <a:gd name="T0" fmla="*/ 2147483646 w 60"/>
                <a:gd name="T1" fmla="*/ 0 h 62"/>
                <a:gd name="T2" fmla="*/ 2147483646 w 60"/>
                <a:gd name="T3" fmla="*/ 2147483646 h 62"/>
                <a:gd name="T4" fmla="*/ 2147483646 w 60"/>
                <a:gd name="T5" fmla="*/ 2147483646 h 62"/>
                <a:gd name="T6" fmla="*/ 2147483646 w 60"/>
                <a:gd name="T7" fmla="*/ 2147483646 h 62"/>
                <a:gd name="T8" fmla="*/ 2147483646 w 60"/>
                <a:gd name="T9" fmla="*/ 2147483646 h 62"/>
                <a:gd name="T10" fmla="*/ 2147483646 w 60"/>
                <a:gd name="T11" fmla="*/ 2147483646 h 62"/>
                <a:gd name="T12" fmla="*/ 2147483646 w 60"/>
                <a:gd name="T13" fmla="*/ 2147483646 h 62"/>
                <a:gd name="T14" fmla="*/ 2147483646 w 60"/>
                <a:gd name="T15" fmla="*/ 2147483646 h 62"/>
                <a:gd name="T16" fmla="*/ 2147483646 w 60"/>
                <a:gd name="T17" fmla="*/ 2147483646 h 62"/>
                <a:gd name="T18" fmla="*/ 2147483646 w 60"/>
                <a:gd name="T19" fmla="*/ 2147483646 h 62"/>
                <a:gd name="T20" fmla="*/ 0 w 60"/>
                <a:gd name="T21" fmla="*/ 0 h 6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60"/>
                <a:gd name="T34" fmla="*/ 0 h 62"/>
                <a:gd name="T35" fmla="*/ 60 w 60"/>
                <a:gd name="T36" fmla="*/ 62 h 62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60" h="62">
                  <a:moveTo>
                    <a:pt x="1" y="0"/>
                  </a:moveTo>
                  <a:cubicBezTo>
                    <a:pt x="7" y="7"/>
                    <a:pt x="11" y="16"/>
                    <a:pt x="16" y="24"/>
                  </a:cubicBezTo>
                  <a:cubicBezTo>
                    <a:pt x="20" y="30"/>
                    <a:pt x="24" y="37"/>
                    <a:pt x="29" y="43"/>
                  </a:cubicBezTo>
                  <a:cubicBezTo>
                    <a:pt x="33" y="48"/>
                    <a:pt x="36" y="53"/>
                    <a:pt x="41" y="56"/>
                  </a:cubicBezTo>
                  <a:cubicBezTo>
                    <a:pt x="47" y="58"/>
                    <a:pt x="54" y="61"/>
                    <a:pt x="60" y="60"/>
                  </a:cubicBezTo>
                  <a:cubicBezTo>
                    <a:pt x="56" y="61"/>
                    <a:pt x="50" y="62"/>
                    <a:pt x="47" y="61"/>
                  </a:cubicBezTo>
                  <a:cubicBezTo>
                    <a:pt x="42" y="61"/>
                    <a:pt x="39" y="58"/>
                    <a:pt x="36" y="56"/>
                  </a:cubicBezTo>
                  <a:cubicBezTo>
                    <a:pt x="28" y="49"/>
                    <a:pt x="20" y="43"/>
                    <a:pt x="15" y="35"/>
                  </a:cubicBezTo>
                  <a:cubicBezTo>
                    <a:pt x="11" y="28"/>
                    <a:pt x="8" y="21"/>
                    <a:pt x="6" y="14"/>
                  </a:cubicBezTo>
                  <a:cubicBezTo>
                    <a:pt x="5" y="11"/>
                    <a:pt x="4" y="8"/>
                    <a:pt x="3" y="6"/>
                  </a:cubicBezTo>
                  <a:cubicBezTo>
                    <a:pt x="2" y="4"/>
                    <a:pt x="1" y="2"/>
                    <a:pt x="0" y="0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5510" name="Freeform 80">
              <a:extLst>
                <a:ext uri="{FF2B5EF4-FFF2-40B4-BE49-F238E27FC236}">
                  <a16:creationId xmlns:a16="http://schemas.microsoft.com/office/drawing/2014/main" id="{45D2877C-0068-4C6B-A394-CEE3B0BC46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7426" y="595313"/>
              <a:ext cx="117475" cy="66675"/>
            </a:xfrm>
            <a:custGeom>
              <a:avLst/>
              <a:gdLst>
                <a:gd name="T0" fmla="*/ 2147483646 w 55"/>
                <a:gd name="T1" fmla="*/ 2147483646 h 32"/>
                <a:gd name="T2" fmla="*/ 2147483646 w 55"/>
                <a:gd name="T3" fmla="*/ 2147483646 h 32"/>
                <a:gd name="T4" fmla="*/ 2147483646 w 55"/>
                <a:gd name="T5" fmla="*/ 2147483646 h 32"/>
                <a:gd name="T6" fmla="*/ 2147483646 w 55"/>
                <a:gd name="T7" fmla="*/ 2147483646 h 32"/>
                <a:gd name="T8" fmla="*/ 2147483646 w 55"/>
                <a:gd name="T9" fmla="*/ 2147483646 h 32"/>
                <a:gd name="T10" fmla="*/ 2147483646 w 55"/>
                <a:gd name="T11" fmla="*/ 2147483646 h 32"/>
                <a:gd name="T12" fmla="*/ 2147483646 w 55"/>
                <a:gd name="T13" fmla="*/ 2147483646 h 32"/>
                <a:gd name="T14" fmla="*/ 2147483646 w 55"/>
                <a:gd name="T15" fmla="*/ 2147483646 h 32"/>
                <a:gd name="T16" fmla="*/ 2147483646 w 55"/>
                <a:gd name="T17" fmla="*/ 2147483646 h 32"/>
                <a:gd name="T18" fmla="*/ 2147483646 w 55"/>
                <a:gd name="T19" fmla="*/ 2147483646 h 32"/>
                <a:gd name="T20" fmla="*/ 2147483646 w 55"/>
                <a:gd name="T21" fmla="*/ 2147483646 h 32"/>
                <a:gd name="T22" fmla="*/ 2147483646 w 55"/>
                <a:gd name="T23" fmla="*/ 2147483646 h 3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55"/>
                <a:gd name="T37" fmla="*/ 0 h 32"/>
                <a:gd name="T38" fmla="*/ 55 w 55"/>
                <a:gd name="T39" fmla="*/ 32 h 32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55" h="32">
                  <a:moveTo>
                    <a:pt x="12" y="3"/>
                  </a:moveTo>
                  <a:cubicBezTo>
                    <a:pt x="17" y="0"/>
                    <a:pt x="27" y="1"/>
                    <a:pt x="31" y="4"/>
                  </a:cubicBezTo>
                  <a:cubicBezTo>
                    <a:pt x="36" y="7"/>
                    <a:pt x="39" y="11"/>
                    <a:pt x="42" y="15"/>
                  </a:cubicBezTo>
                  <a:cubicBezTo>
                    <a:pt x="46" y="21"/>
                    <a:pt x="51" y="26"/>
                    <a:pt x="55" y="32"/>
                  </a:cubicBezTo>
                  <a:cubicBezTo>
                    <a:pt x="54" y="32"/>
                    <a:pt x="54" y="31"/>
                    <a:pt x="53" y="30"/>
                  </a:cubicBezTo>
                  <a:cubicBezTo>
                    <a:pt x="51" y="28"/>
                    <a:pt x="49" y="27"/>
                    <a:pt x="47" y="25"/>
                  </a:cubicBezTo>
                  <a:cubicBezTo>
                    <a:pt x="44" y="23"/>
                    <a:pt x="42" y="20"/>
                    <a:pt x="39" y="17"/>
                  </a:cubicBezTo>
                  <a:cubicBezTo>
                    <a:pt x="34" y="14"/>
                    <a:pt x="27" y="10"/>
                    <a:pt x="21" y="8"/>
                  </a:cubicBezTo>
                  <a:cubicBezTo>
                    <a:pt x="10" y="4"/>
                    <a:pt x="3" y="20"/>
                    <a:pt x="1" y="29"/>
                  </a:cubicBezTo>
                  <a:cubicBezTo>
                    <a:pt x="0" y="27"/>
                    <a:pt x="2" y="23"/>
                    <a:pt x="3" y="20"/>
                  </a:cubicBezTo>
                  <a:cubicBezTo>
                    <a:pt x="4" y="17"/>
                    <a:pt x="5" y="13"/>
                    <a:pt x="7" y="10"/>
                  </a:cubicBezTo>
                  <a:cubicBezTo>
                    <a:pt x="8" y="8"/>
                    <a:pt x="11" y="5"/>
                    <a:pt x="11" y="2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5511" name="Freeform 81">
              <a:extLst>
                <a:ext uri="{FF2B5EF4-FFF2-40B4-BE49-F238E27FC236}">
                  <a16:creationId xmlns:a16="http://schemas.microsoft.com/office/drawing/2014/main" id="{1981EC61-E361-410E-B429-419EED0539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2701" y="881063"/>
              <a:ext cx="44450" cy="36513"/>
            </a:xfrm>
            <a:custGeom>
              <a:avLst/>
              <a:gdLst>
                <a:gd name="T0" fmla="*/ 2147483646 w 21"/>
                <a:gd name="T1" fmla="*/ 2147483646 h 17"/>
                <a:gd name="T2" fmla="*/ 2147483646 w 21"/>
                <a:gd name="T3" fmla="*/ 0 h 17"/>
                <a:gd name="T4" fmla="*/ 2147483646 w 21"/>
                <a:gd name="T5" fmla="*/ 2147483646 h 17"/>
                <a:gd name="T6" fmla="*/ 2147483646 w 21"/>
                <a:gd name="T7" fmla="*/ 2147483646 h 17"/>
                <a:gd name="T8" fmla="*/ 2147483646 w 21"/>
                <a:gd name="T9" fmla="*/ 2147483646 h 17"/>
                <a:gd name="T10" fmla="*/ 0 w 21"/>
                <a:gd name="T11" fmla="*/ 2147483646 h 17"/>
                <a:gd name="T12" fmla="*/ 2147483646 w 21"/>
                <a:gd name="T13" fmla="*/ 2147483646 h 17"/>
                <a:gd name="T14" fmla="*/ 2147483646 w 21"/>
                <a:gd name="T15" fmla="*/ 2147483646 h 1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1"/>
                <a:gd name="T25" fmla="*/ 0 h 17"/>
                <a:gd name="T26" fmla="*/ 21 w 21"/>
                <a:gd name="T27" fmla="*/ 17 h 17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1" h="17">
                  <a:moveTo>
                    <a:pt x="14" y="1"/>
                  </a:moveTo>
                  <a:cubicBezTo>
                    <a:pt x="14" y="1"/>
                    <a:pt x="9" y="0"/>
                    <a:pt x="8" y="0"/>
                  </a:cubicBezTo>
                  <a:cubicBezTo>
                    <a:pt x="5" y="1"/>
                    <a:pt x="6" y="4"/>
                    <a:pt x="5" y="6"/>
                  </a:cubicBezTo>
                  <a:cubicBezTo>
                    <a:pt x="4" y="8"/>
                    <a:pt x="4" y="11"/>
                    <a:pt x="3" y="13"/>
                  </a:cubicBezTo>
                  <a:cubicBezTo>
                    <a:pt x="2" y="15"/>
                    <a:pt x="2" y="14"/>
                    <a:pt x="1" y="15"/>
                  </a:cubicBezTo>
                  <a:cubicBezTo>
                    <a:pt x="0" y="16"/>
                    <a:pt x="0" y="16"/>
                    <a:pt x="0" y="17"/>
                  </a:cubicBezTo>
                  <a:cubicBezTo>
                    <a:pt x="3" y="12"/>
                    <a:pt x="9" y="14"/>
                    <a:pt x="14" y="12"/>
                  </a:cubicBezTo>
                  <a:cubicBezTo>
                    <a:pt x="21" y="10"/>
                    <a:pt x="15" y="8"/>
                    <a:pt x="15" y="3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5512" name="Freeform 82">
              <a:extLst>
                <a:ext uri="{FF2B5EF4-FFF2-40B4-BE49-F238E27FC236}">
                  <a16:creationId xmlns:a16="http://schemas.microsoft.com/office/drawing/2014/main" id="{63BF3361-5B28-411C-AA56-2B0BA07869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3338" y="792163"/>
              <a:ext cx="50800" cy="69850"/>
            </a:xfrm>
            <a:custGeom>
              <a:avLst/>
              <a:gdLst>
                <a:gd name="T0" fmla="*/ 2147483646 w 24"/>
                <a:gd name="T1" fmla="*/ 2147483646 h 33"/>
                <a:gd name="T2" fmla="*/ 2147483646 w 24"/>
                <a:gd name="T3" fmla="*/ 2147483646 h 33"/>
                <a:gd name="T4" fmla="*/ 2147483646 w 24"/>
                <a:gd name="T5" fmla="*/ 2147483646 h 33"/>
                <a:gd name="T6" fmla="*/ 2147483646 w 24"/>
                <a:gd name="T7" fmla="*/ 0 h 33"/>
                <a:gd name="T8" fmla="*/ 2147483646 w 24"/>
                <a:gd name="T9" fmla="*/ 2147483646 h 33"/>
                <a:gd name="T10" fmla="*/ 2147483646 w 24"/>
                <a:gd name="T11" fmla="*/ 2147483646 h 33"/>
                <a:gd name="T12" fmla="*/ 2147483646 w 24"/>
                <a:gd name="T13" fmla="*/ 2147483646 h 33"/>
                <a:gd name="T14" fmla="*/ 2147483646 w 24"/>
                <a:gd name="T15" fmla="*/ 2147483646 h 33"/>
                <a:gd name="T16" fmla="*/ 2147483646 w 24"/>
                <a:gd name="T17" fmla="*/ 2147483646 h 33"/>
                <a:gd name="T18" fmla="*/ 2147483646 w 24"/>
                <a:gd name="T19" fmla="*/ 2147483646 h 33"/>
                <a:gd name="T20" fmla="*/ 2147483646 w 24"/>
                <a:gd name="T21" fmla="*/ 2147483646 h 33"/>
                <a:gd name="T22" fmla="*/ 2147483646 w 24"/>
                <a:gd name="T23" fmla="*/ 2147483646 h 33"/>
                <a:gd name="T24" fmla="*/ 2147483646 w 24"/>
                <a:gd name="T25" fmla="*/ 2147483646 h 33"/>
                <a:gd name="T26" fmla="*/ 2147483646 w 24"/>
                <a:gd name="T27" fmla="*/ 2147483646 h 33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24"/>
                <a:gd name="T43" fmla="*/ 0 h 33"/>
                <a:gd name="T44" fmla="*/ 24 w 24"/>
                <a:gd name="T45" fmla="*/ 33 h 33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24" h="33">
                  <a:moveTo>
                    <a:pt x="9" y="31"/>
                  </a:moveTo>
                  <a:cubicBezTo>
                    <a:pt x="7" y="33"/>
                    <a:pt x="2" y="23"/>
                    <a:pt x="1" y="22"/>
                  </a:cubicBezTo>
                  <a:cubicBezTo>
                    <a:pt x="0" y="17"/>
                    <a:pt x="0" y="12"/>
                    <a:pt x="2" y="8"/>
                  </a:cubicBezTo>
                  <a:cubicBezTo>
                    <a:pt x="4" y="4"/>
                    <a:pt x="9" y="0"/>
                    <a:pt x="14" y="0"/>
                  </a:cubicBezTo>
                  <a:cubicBezTo>
                    <a:pt x="17" y="0"/>
                    <a:pt x="18" y="2"/>
                    <a:pt x="20" y="4"/>
                  </a:cubicBezTo>
                  <a:cubicBezTo>
                    <a:pt x="21" y="5"/>
                    <a:pt x="23" y="7"/>
                    <a:pt x="24" y="9"/>
                  </a:cubicBezTo>
                  <a:cubicBezTo>
                    <a:pt x="20" y="7"/>
                    <a:pt x="15" y="3"/>
                    <a:pt x="10" y="5"/>
                  </a:cubicBezTo>
                  <a:cubicBezTo>
                    <a:pt x="8" y="7"/>
                    <a:pt x="10" y="8"/>
                    <a:pt x="11" y="10"/>
                  </a:cubicBezTo>
                  <a:cubicBezTo>
                    <a:pt x="9" y="9"/>
                    <a:pt x="5" y="8"/>
                    <a:pt x="3" y="9"/>
                  </a:cubicBezTo>
                  <a:cubicBezTo>
                    <a:pt x="1" y="11"/>
                    <a:pt x="1" y="16"/>
                    <a:pt x="1" y="18"/>
                  </a:cubicBezTo>
                  <a:cubicBezTo>
                    <a:pt x="2" y="21"/>
                    <a:pt x="7" y="20"/>
                    <a:pt x="9" y="22"/>
                  </a:cubicBezTo>
                  <a:cubicBezTo>
                    <a:pt x="11" y="23"/>
                    <a:pt x="11" y="25"/>
                    <a:pt x="11" y="27"/>
                  </a:cubicBezTo>
                  <a:cubicBezTo>
                    <a:pt x="11" y="29"/>
                    <a:pt x="11" y="29"/>
                    <a:pt x="11" y="31"/>
                  </a:cubicBezTo>
                  <a:cubicBezTo>
                    <a:pt x="10" y="31"/>
                    <a:pt x="10" y="32"/>
                    <a:pt x="10" y="32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5513" name="Freeform 83">
              <a:extLst>
                <a:ext uri="{FF2B5EF4-FFF2-40B4-BE49-F238E27FC236}">
                  <a16:creationId xmlns:a16="http://schemas.microsoft.com/office/drawing/2014/main" id="{8DED0F33-CE6C-4CD2-BFCB-3961D10B72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9801" y="1074738"/>
              <a:ext cx="65088" cy="52388"/>
            </a:xfrm>
            <a:custGeom>
              <a:avLst/>
              <a:gdLst>
                <a:gd name="T0" fmla="*/ 2147483646 w 31"/>
                <a:gd name="T1" fmla="*/ 0 h 25"/>
                <a:gd name="T2" fmla="*/ 2147483646 w 31"/>
                <a:gd name="T3" fmla="*/ 2147483646 h 25"/>
                <a:gd name="T4" fmla="*/ 2147483646 w 31"/>
                <a:gd name="T5" fmla="*/ 2147483646 h 25"/>
                <a:gd name="T6" fmla="*/ 2147483646 w 31"/>
                <a:gd name="T7" fmla="*/ 2147483646 h 25"/>
                <a:gd name="T8" fmla="*/ 2147483646 w 31"/>
                <a:gd name="T9" fmla="*/ 2147483646 h 25"/>
                <a:gd name="T10" fmla="*/ 2147483646 w 31"/>
                <a:gd name="T11" fmla="*/ 2147483646 h 25"/>
                <a:gd name="T12" fmla="*/ 2147483646 w 31"/>
                <a:gd name="T13" fmla="*/ 2147483646 h 25"/>
                <a:gd name="T14" fmla="*/ 2147483646 w 31"/>
                <a:gd name="T15" fmla="*/ 2147483646 h 25"/>
                <a:gd name="T16" fmla="*/ 2147483646 w 31"/>
                <a:gd name="T17" fmla="*/ 2147483646 h 25"/>
                <a:gd name="T18" fmla="*/ 2147483646 w 31"/>
                <a:gd name="T19" fmla="*/ 2147483646 h 25"/>
                <a:gd name="T20" fmla="*/ 2147483646 w 31"/>
                <a:gd name="T21" fmla="*/ 2147483646 h 25"/>
                <a:gd name="T22" fmla="*/ 2147483646 w 31"/>
                <a:gd name="T23" fmla="*/ 2147483646 h 25"/>
                <a:gd name="T24" fmla="*/ 2147483646 w 31"/>
                <a:gd name="T25" fmla="*/ 2147483646 h 25"/>
                <a:gd name="T26" fmla="*/ 2147483646 w 31"/>
                <a:gd name="T27" fmla="*/ 2147483646 h 25"/>
                <a:gd name="T28" fmla="*/ 2147483646 w 31"/>
                <a:gd name="T29" fmla="*/ 2147483646 h 25"/>
                <a:gd name="T30" fmla="*/ 2147483646 w 31"/>
                <a:gd name="T31" fmla="*/ 0 h 25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31"/>
                <a:gd name="T49" fmla="*/ 0 h 25"/>
                <a:gd name="T50" fmla="*/ 31 w 31"/>
                <a:gd name="T51" fmla="*/ 25 h 25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31" h="25">
                  <a:moveTo>
                    <a:pt x="3" y="0"/>
                  </a:moveTo>
                  <a:cubicBezTo>
                    <a:pt x="2" y="0"/>
                    <a:pt x="1" y="2"/>
                    <a:pt x="1" y="3"/>
                  </a:cubicBezTo>
                  <a:cubicBezTo>
                    <a:pt x="0" y="4"/>
                    <a:pt x="0" y="5"/>
                    <a:pt x="1" y="6"/>
                  </a:cubicBezTo>
                  <a:cubicBezTo>
                    <a:pt x="1" y="7"/>
                    <a:pt x="2" y="9"/>
                    <a:pt x="3" y="10"/>
                  </a:cubicBezTo>
                  <a:cubicBezTo>
                    <a:pt x="3" y="11"/>
                    <a:pt x="5" y="11"/>
                    <a:pt x="5" y="12"/>
                  </a:cubicBezTo>
                  <a:cubicBezTo>
                    <a:pt x="5" y="12"/>
                    <a:pt x="5" y="14"/>
                    <a:pt x="4" y="15"/>
                  </a:cubicBezTo>
                  <a:cubicBezTo>
                    <a:pt x="4" y="17"/>
                    <a:pt x="4" y="19"/>
                    <a:pt x="5" y="20"/>
                  </a:cubicBezTo>
                  <a:cubicBezTo>
                    <a:pt x="5" y="21"/>
                    <a:pt x="6" y="23"/>
                    <a:pt x="6" y="24"/>
                  </a:cubicBezTo>
                  <a:cubicBezTo>
                    <a:pt x="7" y="25"/>
                    <a:pt x="8" y="24"/>
                    <a:pt x="9" y="23"/>
                  </a:cubicBezTo>
                  <a:cubicBezTo>
                    <a:pt x="11" y="22"/>
                    <a:pt x="13" y="21"/>
                    <a:pt x="15" y="19"/>
                  </a:cubicBezTo>
                  <a:cubicBezTo>
                    <a:pt x="17" y="17"/>
                    <a:pt x="19" y="15"/>
                    <a:pt x="22" y="13"/>
                  </a:cubicBezTo>
                  <a:cubicBezTo>
                    <a:pt x="25" y="11"/>
                    <a:pt x="28" y="8"/>
                    <a:pt x="31" y="5"/>
                  </a:cubicBezTo>
                  <a:cubicBezTo>
                    <a:pt x="28" y="5"/>
                    <a:pt x="24" y="4"/>
                    <a:pt x="21" y="3"/>
                  </a:cubicBezTo>
                  <a:cubicBezTo>
                    <a:pt x="19" y="3"/>
                    <a:pt x="17" y="3"/>
                    <a:pt x="15" y="3"/>
                  </a:cubicBezTo>
                  <a:cubicBezTo>
                    <a:pt x="13" y="2"/>
                    <a:pt x="11" y="2"/>
                    <a:pt x="9" y="2"/>
                  </a:cubicBezTo>
                  <a:cubicBezTo>
                    <a:pt x="7" y="1"/>
                    <a:pt x="5" y="0"/>
                    <a:pt x="3" y="0"/>
                  </a:cubicBezTo>
                </a:path>
              </a:pathLst>
            </a:custGeom>
            <a:solidFill>
              <a:srgbClr val="E5A4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5514" name="Freeform 84">
              <a:extLst>
                <a:ext uri="{FF2B5EF4-FFF2-40B4-BE49-F238E27FC236}">
                  <a16:creationId xmlns:a16="http://schemas.microsoft.com/office/drawing/2014/main" id="{2C960E4A-F846-4DB4-9B3C-D6361DDA2D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2976" y="1074738"/>
              <a:ext cx="61913" cy="53975"/>
            </a:xfrm>
            <a:custGeom>
              <a:avLst/>
              <a:gdLst>
                <a:gd name="T0" fmla="*/ 0 w 29"/>
                <a:gd name="T1" fmla="*/ 0 h 26"/>
                <a:gd name="T2" fmla="*/ 2147483646 w 29"/>
                <a:gd name="T3" fmla="*/ 2147483646 h 26"/>
                <a:gd name="T4" fmla="*/ 2147483646 w 29"/>
                <a:gd name="T5" fmla="*/ 2147483646 h 26"/>
                <a:gd name="T6" fmla="*/ 0 60000 65536"/>
                <a:gd name="T7" fmla="*/ 0 60000 65536"/>
                <a:gd name="T8" fmla="*/ 0 60000 65536"/>
                <a:gd name="T9" fmla="*/ 0 w 29"/>
                <a:gd name="T10" fmla="*/ 0 h 26"/>
                <a:gd name="T11" fmla="*/ 29 w 29"/>
                <a:gd name="T12" fmla="*/ 26 h 2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9" h="26">
                  <a:moveTo>
                    <a:pt x="0" y="0"/>
                  </a:moveTo>
                  <a:cubicBezTo>
                    <a:pt x="0" y="0"/>
                    <a:pt x="23" y="4"/>
                    <a:pt x="29" y="5"/>
                  </a:cubicBezTo>
                  <a:cubicBezTo>
                    <a:pt x="29" y="5"/>
                    <a:pt x="7" y="24"/>
                    <a:pt x="5" y="26"/>
                  </a:cubicBezTo>
                </a:path>
              </a:pathLst>
            </a:custGeom>
            <a:noFill/>
            <a:ln w="2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5515" name="Freeform 85">
              <a:extLst>
                <a:ext uri="{FF2B5EF4-FFF2-40B4-BE49-F238E27FC236}">
                  <a16:creationId xmlns:a16="http://schemas.microsoft.com/office/drawing/2014/main" id="{E7C02B07-4599-45D7-B38F-ABA3B392F8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9326" y="1085850"/>
              <a:ext cx="55563" cy="14288"/>
            </a:xfrm>
            <a:custGeom>
              <a:avLst/>
              <a:gdLst>
                <a:gd name="T0" fmla="*/ 0 w 26"/>
                <a:gd name="T1" fmla="*/ 2147483646 h 7"/>
                <a:gd name="T2" fmla="*/ 2147483646 w 26"/>
                <a:gd name="T3" fmla="*/ 0 h 7"/>
                <a:gd name="T4" fmla="*/ 0 60000 65536"/>
                <a:gd name="T5" fmla="*/ 0 60000 65536"/>
                <a:gd name="T6" fmla="*/ 0 w 26"/>
                <a:gd name="T7" fmla="*/ 0 h 7"/>
                <a:gd name="T8" fmla="*/ 26 w 26"/>
                <a:gd name="T9" fmla="*/ 7 h 7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26" h="7">
                  <a:moveTo>
                    <a:pt x="0" y="7"/>
                  </a:moveTo>
                  <a:cubicBezTo>
                    <a:pt x="0" y="7"/>
                    <a:pt x="16" y="3"/>
                    <a:pt x="26" y="0"/>
                  </a:cubicBezTo>
                </a:path>
              </a:pathLst>
            </a:custGeom>
            <a:noFill/>
            <a:ln w="2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5516" name="Freeform 86">
              <a:extLst>
                <a:ext uri="{FF2B5EF4-FFF2-40B4-BE49-F238E27FC236}">
                  <a16:creationId xmlns:a16="http://schemas.microsoft.com/office/drawing/2014/main" id="{98B47A53-83A8-418A-A2D3-68E3BAC57A2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7426" y="827088"/>
              <a:ext cx="19050" cy="26988"/>
            </a:xfrm>
            <a:custGeom>
              <a:avLst/>
              <a:gdLst>
                <a:gd name="T0" fmla="*/ 2147483646 w 9"/>
                <a:gd name="T1" fmla="*/ 2147483646 h 13"/>
                <a:gd name="T2" fmla="*/ 0 w 9"/>
                <a:gd name="T3" fmla="*/ 2147483646 h 13"/>
                <a:gd name="T4" fmla="*/ 0 w 9"/>
                <a:gd name="T5" fmla="*/ 2147483646 h 13"/>
                <a:gd name="T6" fmla="*/ 2147483646 w 9"/>
                <a:gd name="T7" fmla="*/ 2147483646 h 13"/>
                <a:gd name="T8" fmla="*/ 2147483646 w 9"/>
                <a:gd name="T9" fmla="*/ 2147483646 h 13"/>
                <a:gd name="T10" fmla="*/ 2147483646 w 9"/>
                <a:gd name="T11" fmla="*/ 2147483646 h 13"/>
                <a:gd name="T12" fmla="*/ 2147483646 w 9"/>
                <a:gd name="T13" fmla="*/ 2147483646 h 13"/>
                <a:gd name="T14" fmla="*/ 2147483646 w 9"/>
                <a:gd name="T15" fmla="*/ 2147483646 h 13"/>
                <a:gd name="T16" fmla="*/ 2147483646 w 9"/>
                <a:gd name="T17" fmla="*/ 2147483646 h 13"/>
                <a:gd name="T18" fmla="*/ 2147483646 w 9"/>
                <a:gd name="T19" fmla="*/ 0 h 13"/>
                <a:gd name="T20" fmla="*/ 2147483646 w 9"/>
                <a:gd name="T21" fmla="*/ 2147483646 h 1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9"/>
                <a:gd name="T34" fmla="*/ 0 h 13"/>
                <a:gd name="T35" fmla="*/ 9 w 9"/>
                <a:gd name="T36" fmla="*/ 13 h 13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9" h="13">
                  <a:moveTo>
                    <a:pt x="1" y="1"/>
                  </a:moveTo>
                  <a:cubicBezTo>
                    <a:pt x="1" y="1"/>
                    <a:pt x="1" y="1"/>
                    <a:pt x="0" y="1"/>
                  </a:cubicBezTo>
                  <a:cubicBezTo>
                    <a:pt x="0" y="3"/>
                    <a:pt x="0" y="5"/>
                    <a:pt x="0" y="8"/>
                  </a:cubicBezTo>
                  <a:cubicBezTo>
                    <a:pt x="1" y="9"/>
                    <a:pt x="1" y="12"/>
                    <a:pt x="2" y="12"/>
                  </a:cubicBezTo>
                  <a:cubicBezTo>
                    <a:pt x="3" y="13"/>
                    <a:pt x="4" y="12"/>
                    <a:pt x="5" y="12"/>
                  </a:cubicBezTo>
                  <a:cubicBezTo>
                    <a:pt x="6" y="11"/>
                    <a:pt x="7" y="11"/>
                    <a:pt x="7" y="10"/>
                  </a:cubicBezTo>
                  <a:cubicBezTo>
                    <a:pt x="8" y="10"/>
                    <a:pt x="8" y="9"/>
                    <a:pt x="8" y="8"/>
                  </a:cubicBezTo>
                  <a:cubicBezTo>
                    <a:pt x="8" y="8"/>
                    <a:pt x="9" y="6"/>
                    <a:pt x="8" y="4"/>
                  </a:cubicBezTo>
                  <a:cubicBezTo>
                    <a:pt x="8" y="3"/>
                    <a:pt x="8" y="2"/>
                    <a:pt x="7" y="1"/>
                  </a:cubicBezTo>
                  <a:cubicBezTo>
                    <a:pt x="7" y="0"/>
                    <a:pt x="7" y="0"/>
                    <a:pt x="6" y="0"/>
                  </a:cubicBezTo>
                  <a:cubicBezTo>
                    <a:pt x="5" y="0"/>
                    <a:pt x="3" y="1"/>
                    <a:pt x="1" y="1"/>
                  </a:cubicBezTo>
                </a:path>
              </a:pathLst>
            </a:custGeom>
            <a:solidFill>
              <a:srgbClr val="6689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5517" name="Freeform 87">
              <a:extLst>
                <a:ext uri="{FF2B5EF4-FFF2-40B4-BE49-F238E27FC236}">
                  <a16:creationId xmlns:a16="http://schemas.microsoft.com/office/drawing/2014/main" id="{EB5D823B-307A-4003-815E-486B04B2B3F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4251" y="827088"/>
              <a:ext cx="7938" cy="28575"/>
            </a:xfrm>
            <a:custGeom>
              <a:avLst/>
              <a:gdLst>
                <a:gd name="T0" fmla="*/ 2147483646 w 4"/>
                <a:gd name="T1" fmla="*/ 0 h 14"/>
                <a:gd name="T2" fmla="*/ 2147483646 w 4"/>
                <a:gd name="T3" fmla="*/ 2147483646 h 14"/>
                <a:gd name="T4" fmla="*/ 0 60000 65536"/>
                <a:gd name="T5" fmla="*/ 0 60000 65536"/>
                <a:gd name="T6" fmla="*/ 0 w 4"/>
                <a:gd name="T7" fmla="*/ 0 h 14"/>
                <a:gd name="T8" fmla="*/ 4 w 4"/>
                <a:gd name="T9" fmla="*/ 14 h 1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4" h="14">
                  <a:moveTo>
                    <a:pt x="2" y="0"/>
                  </a:moveTo>
                  <a:cubicBezTo>
                    <a:pt x="0" y="6"/>
                    <a:pt x="1" y="9"/>
                    <a:pt x="4" y="14"/>
                  </a:cubicBezTo>
                </a:path>
              </a:pathLst>
            </a:custGeom>
            <a:noFill/>
            <a:ln w="2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5518" name="Freeform 88">
              <a:extLst>
                <a:ext uri="{FF2B5EF4-FFF2-40B4-BE49-F238E27FC236}">
                  <a16:creationId xmlns:a16="http://schemas.microsoft.com/office/drawing/2014/main" id="{D3DD1BA7-E23D-424D-BB56-081A27BC83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4888" y="823913"/>
              <a:ext cx="4763" cy="20638"/>
            </a:xfrm>
            <a:custGeom>
              <a:avLst/>
              <a:gdLst>
                <a:gd name="T0" fmla="*/ 0 w 2"/>
                <a:gd name="T1" fmla="*/ 0 h 10"/>
                <a:gd name="T2" fmla="*/ 2147483646 w 2"/>
                <a:gd name="T3" fmla="*/ 2147483646 h 10"/>
                <a:gd name="T4" fmla="*/ 2147483646 w 2"/>
                <a:gd name="T5" fmla="*/ 2147483646 h 10"/>
                <a:gd name="T6" fmla="*/ 0 60000 65536"/>
                <a:gd name="T7" fmla="*/ 0 60000 65536"/>
                <a:gd name="T8" fmla="*/ 0 60000 65536"/>
                <a:gd name="T9" fmla="*/ 0 w 2"/>
                <a:gd name="T10" fmla="*/ 0 h 10"/>
                <a:gd name="T11" fmla="*/ 2 w 2"/>
                <a:gd name="T12" fmla="*/ 10 h 1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" h="10">
                  <a:moveTo>
                    <a:pt x="0" y="0"/>
                  </a:moveTo>
                  <a:cubicBezTo>
                    <a:pt x="0" y="1"/>
                    <a:pt x="1" y="3"/>
                    <a:pt x="1" y="5"/>
                  </a:cubicBezTo>
                  <a:cubicBezTo>
                    <a:pt x="1" y="7"/>
                    <a:pt x="2" y="9"/>
                    <a:pt x="1" y="10"/>
                  </a:cubicBezTo>
                </a:path>
              </a:pathLst>
            </a:custGeom>
            <a:noFill/>
            <a:ln w="2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5519" name="Freeform 89">
              <a:extLst>
                <a:ext uri="{FF2B5EF4-FFF2-40B4-BE49-F238E27FC236}">
                  <a16:creationId xmlns:a16="http://schemas.microsoft.com/office/drawing/2014/main" id="{606F0F82-0AD8-40FA-8F69-B23441D421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7426" y="830263"/>
              <a:ext cx="9525" cy="17463"/>
            </a:xfrm>
            <a:custGeom>
              <a:avLst/>
              <a:gdLst>
                <a:gd name="T0" fmla="*/ 2147483646 w 4"/>
                <a:gd name="T1" fmla="*/ 0 h 8"/>
                <a:gd name="T2" fmla="*/ 2147483646 w 4"/>
                <a:gd name="T3" fmla="*/ 2147483646 h 8"/>
                <a:gd name="T4" fmla="*/ 2147483646 w 4"/>
                <a:gd name="T5" fmla="*/ 2147483646 h 8"/>
                <a:gd name="T6" fmla="*/ 2147483646 w 4"/>
                <a:gd name="T7" fmla="*/ 2147483646 h 8"/>
                <a:gd name="T8" fmla="*/ 2147483646 w 4"/>
                <a:gd name="T9" fmla="*/ 2147483646 h 8"/>
                <a:gd name="T10" fmla="*/ 2147483646 w 4"/>
                <a:gd name="T11" fmla="*/ 0 h 8"/>
                <a:gd name="T12" fmla="*/ 2147483646 w 4"/>
                <a:gd name="T13" fmla="*/ 0 h 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4"/>
                <a:gd name="T22" fmla="*/ 0 h 8"/>
                <a:gd name="T23" fmla="*/ 4 w 4"/>
                <a:gd name="T24" fmla="*/ 8 h 8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4" h="8">
                  <a:moveTo>
                    <a:pt x="1" y="0"/>
                  </a:moveTo>
                  <a:cubicBezTo>
                    <a:pt x="0" y="2"/>
                    <a:pt x="0" y="4"/>
                    <a:pt x="1" y="5"/>
                  </a:cubicBezTo>
                  <a:cubicBezTo>
                    <a:pt x="1" y="6"/>
                    <a:pt x="2" y="7"/>
                    <a:pt x="2" y="7"/>
                  </a:cubicBezTo>
                  <a:cubicBezTo>
                    <a:pt x="3" y="8"/>
                    <a:pt x="3" y="7"/>
                    <a:pt x="4" y="6"/>
                  </a:cubicBezTo>
                  <a:cubicBezTo>
                    <a:pt x="4" y="5"/>
                    <a:pt x="4" y="3"/>
                    <a:pt x="3" y="1"/>
                  </a:cubicBezTo>
                  <a:cubicBezTo>
                    <a:pt x="3" y="1"/>
                    <a:pt x="3" y="0"/>
                    <a:pt x="2" y="0"/>
                  </a:cubicBezTo>
                  <a:cubicBezTo>
                    <a:pt x="2" y="0"/>
                    <a:pt x="1" y="0"/>
                    <a:pt x="1" y="0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5520" name="Freeform 90">
              <a:extLst>
                <a:ext uri="{FF2B5EF4-FFF2-40B4-BE49-F238E27FC236}">
                  <a16:creationId xmlns:a16="http://schemas.microsoft.com/office/drawing/2014/main" id="{D1C957EE-E3C2-4E61-815D-98E6FF17785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7426" y="827088"/>
              <a:ext cx="19050" cy="12700"/>
            </a:xfrm>
            <a:custGeom>
              <a:avLst/>
              <a:gdLst>
                <a:gd name="T0" fmla="*/ 0 w 9"/>
                <a:gd name="T1" fmla="*/ 2147483646 h 6"/>
                <a:gd name="T2" fmla="*/ 0 w 9"/>
                <a:gd name="T3" fmla="*/ 2147483646 h 6"/>
                <a:gd name="T4" fmla="*/ 2147483646 w 9"/>
                <a:gd name="T5" fmla="*/ 2147483646 h 6"/>
                <a:gd name="T6" fmla="*/ 2147483646 w 9"/>
                <a:gd name="T7" fmla="*/ 2147483646 h 6"/>
                <a:gd name="T8" fmla="*/ 2147483646 w 9"/>
                <a:gd name="T9" fmla="*/ 2147483646 h 6"/>
                <a:gd name="T10" fmla="*/ 2147483646 w 9"/>
                <a:gd name="T11" fmla="*/ 2147483646 h 6"/>
                <a:gd name="T12" fmla="*/ 2147483646 w 9"/>
                <a:gd name="T13" fmla="*/ 2147483646 h 6"/>
                <a:gd name="T14" fmla="*/ 2147483646 w 9"/>
                <a:gd name="T15" fmla="*/ 2147483646 h 6"/>
                <a:gd name="T16" fmla="*/ 2147483646 w 9"/>
                <a:gd name="T17" fmla="*/ 2147483646 h 6"/>
                <a:gd name="T18" fmla="*/ 2147483646 w 9"/>
                <a:gd name="T19" fmla="*/ 2147483646 h 6"/>
                <a:gd name="T20" fmla="*/ 2147483646 w 9"/>
                <a:gd name="T21" fmla="*/ 2147483646 h 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9"/>
                <a:gd name="T34" fmla="*/ 0 h 6"/>
                <a:gd name="T35" fmla="*/ 9 w 9"/>
                <a:gd name="T36" fmla="*/ 6 h 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9" h="6">
                  <a:moveTo>
                    <a:pt x="0" y="1"/>
                  </a:moveTo>
                  <a:cubicBezTo>
                    <a:pt x="0" y="1"/>
                    <a:pt x="0" y="2"/>
                    <a:pt x="0" y="2"/>
                  </a:cubicBezTo>
                  <a:cubicBezTo>
                    <a:pt x="1" y="2"/>
                    <a:pt x="1" y="1"/>
                    <a:pt x="2" y="1"/>
                  </a:cubicBezTo>
                  <a:cubicBezTo>
                    <a:pt x="2" y="1"/>
                    <a:pt x="3" y="2"/>
                    <a:pt x="3" y="3"/>
                  </a:cubicBezTo>
                  <a:cubicBezTo>
                    <a:pt x="4" y="3"/>
                    <a:pt x="4" y="4"/>
                    <a:pt x="4" y="4"/>
                  </a:cubicBezTo>
                  <a:cubicBezTo>
                    <a:pt x="4" y="5"/>
                    <a:pt x="4" y="6"/>
                    <a:pt x="5" y="6"/>
                  </a:cubicBezTo>
                  <a:cubicBezTo>
                    <a:pt x="5" y="6"/>
                    <a:pt x="7" y="6"/>
                    <a:pt x="8" y="5"/>
                  </a:cubicBezTo>
                  <a:cubicBezTo>
                    <a:pt x="9" y="5"/>
                    <a:pt x="7" y="2"/>
                    <a:pt x="7" y="1"/>
                  </a:cubicBezTo>
                  <a:cubicBezTo>
                    <a:pt x="6" y="0"/>
                    <a:pt x="6" y="1"/>
                    <a:pt x="5" y="1"/>
                  </a:cubicBezTo>
                  <a:cubicBezTo>
                    <a:pt x="4" y="1"/>
                    <a:pt x="4" y="1"/>
                    <a:pt x="3" y="1"/>
                  </a:cubicBezTo>
                  <a:cubicBezTo>
                    <a:pt x="2" y="1"/>
                    <a:pt x="1" y="1"/>
                    <a:pt x="1" y="1"/>
                  </a:cubicBezTo>
                </a:path>
              </a:pathLst>
            </a:custGeom>
            <a:solidFill>
              <a:srgbClr val="4154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5521" name="Oval 91">
              <a:extLst>
                <a:ext uri="{FF2B5EF4-FFF2-40B4-BE49-F238E27FC236}">
                  <a16:creationId xmlns:a16="http://schemas.microsoft.com/office/drawing/2014/main" id="{373AA935-64EE-4477-BBB4-1B8C9F72DB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57426" y="841375"/>
              <a:ext cx="4763" cy="317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  <a:latin typeface="Calibri" panose="020F0502020204030204" pitchFamily="34" charset="0"/>
              </a:endParaRPr>
            </a:p>
          </p:txBody>
        </p:sp>
        <p:sp>
          <p:nvSpPr>
            <p:cNvPr id="55522" name="Freeform 92">
              <a:extLst>
                <a:ext uri="{FF2B5EF4-FFF2-40B4-BE49-F238E27FC236}">
                  <a16:creationId xmlns:a16="http://schemas.microsoft.com/office/drawing/2014/main" id="{0B7A7875-DD4C-495E-B32E-2D87F223C1C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3776" y="841375"/>
              <a:ext cx="11113" cy="9525"/>
            </a:xfrm>
            <a:custGeom>
              <a:avLst/>
              <a:gdLst>
                <a:gd name="T0" fmla="*/ 2147483646 w 5"/>
                <a:gd name="T1" fmla="*/ 0 h 5"/>
                <a:gd name="T2" fmla="*/ 2147483646 w 5"/>
                <a:gd name="T3" fmla="*/ 2147483646 h 5"/>
                <a:gd name="T4" fmla="*/ 0 w 5"/>
                <a:gd name="T5" fmla="*/ 2147483646 h 5"/>
                <a:gd name="T6" fmla="*/ 0 w 5"/>
                <a:gd name="T7" fmla="*/ 2147483646 h 5"/>
                <a:gd name="T8" fmla="*/ 2147483646 w 5"/>
                <a:gd name="T9" fmla="*/ 2147483646 h 5"/>
                <a:gd name="T10" fmla="*/ 2147483646 w 5"/>
                <a:gd name="T11" fmla="*/ 0 h 5"/>
                <a:gd name="T12" fmla="*/ 2147483646 w 5"/>
                <a:gd name="T13" fmla="*/ 2147483646 h 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5"/>
                <a:gd name="T22" fmla="*/ 0 h 5"/>
                <a:gd name="T23" fmla="*/ 5 w 5"/>
                <a:gd name="T24" fmla="*/ 5 h 5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5" h="5">
                  <a:moveTo>
                    <a:pt x="2" y="0"/>
                  </a:moveTo>
                  <a:cubicBezTo>
                    <a:pt x="2" y="1"/>
                    <a:pt x="2" y="2"/>
                    <a:pt x="1" y="3"/>
                  </a:cubicBezTo>
                  <a:cubicBezTo>
                    <a:pt x="1" y="3"/>
                    <a:pt x="0" y="3"/>
                    <a:pt x="0" y="3"/>
                  </a:cubicBezTo>
                  <a:cubicBezTo>
                    <a:pt x="0" y="3"/>
                    <a:pt x="0" y="4"/>
                    <a:pt x="0" y="4"/>
                  </a:cubicBezTo>
                  <a:cubicBezTo>
                    <a:pt x="1" y="5"/>
                    <a:pt x="3" y="4"/>
                    <a:pt x="4" y="3"/>
                  </a:cubicBezTo>
                  <a:cubicBezTo>
                    <a:pt x="4" y="2"/>
                    <a:pt x="5" y="1"/>
                    <a:pt x="4" y="0"/>
                  </a:cubicBezTo>
                  <a:cubicBezTo>
                    <a:pt x="4" y="0"/>
                    <a:pt x="3" y="0"/>
                    <a:pt x="2" y="1"/>
                  </a:cubicBezTo>
                </a:path>
              </a:pathLst>
            </a:custGeom>
            <a:solidFill>
              <a:srgbClr val="99D3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5523" name="Freeform 93">
              <a:extLst>
                <a:ext uri="{FF2B5EF4-FFF2-40B4-BE49-F238E27FC236}">
                  <a16:creationId xmlns:a16="http://schemas.microsoft.com/office/drawing/2014/main" id="{02FB01AC-09CD-4917-84C2-2E070273F4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5826" y="925513"/>
              <a:ext cx="30163" cy="82550"/>
            </a:xfrm>
            <a:custGeom>
              <a:avLst/>
              <a:gdLst>
                <a:gd name="T0" fmla="*/ 2147483646 w 14"/>
                <a:gd name="T1" fmla="*/ 0 h 39"/>
                <a:gd name="T2" fmla="*/ 2147483646 w 14"/>
                <a:gd name="T3" fmla="*/ 2147483646 h 39"/>
                <a:gd name="T4" fmla="*/ 2147483646 w 14"/>
                <a:gd name="T5" fmla="*/ 2147483646 h 39"/>
                <a:gd name="T6" fmla="*/ 2147483646 w 14"/>
                <a:gd name="T7" fmla="*/ 2147483646 h 39"/>
                <a:gd name="T8" fmla="*/ 0 w 14"/>
                <a:gd name="T9" fmla="*/ 2147483646 h 39"/>
                <a:gd name="T10" fmla="*/ 2147483646 w 14"/>
                <a:gd name="T11" fmla="*/ 2147483646 h 39"/>
                <a:gd name="T12" fmla="*/ 2147483646 w 14"/>
                <a:gd name="T13" fmla="*/ 2147483646 h 39"/>
                <a:gd name="T14" fmla="*/ 2147483646 w 14"/>
                <a:gd name="T15" fmla="*/ 2147483646 h 39"/>
                <a:gd name="T16" fmla="*/ 2147483646 w 14"/>
                <a:gd name="T17" fmla="*/ 2147483646 h 3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4"/>
                <a:gd name="T28" fmla="*/ 0 h 39"/>
                <a:gd name="T29" fmla="*/ 14 w 14"/>
                <a:gd name="T30" fmla="*/ 39 h 39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4" h="39">
                  <a:moveTo>
                    <a:pt x="14" y="0"/>
                  </a:moveTo>
                  <a:cubicBezTo>
                    <a:pt x="14" y="2"/>
                    <a:pt x="12" y="4"/>
                    <a:pt x="11" y="6"/>
                  </a:cubicBezTo>
                  <a:cubicBezTo>
                    <a:pt x="10" y="8"/>
                    <a:pt x="8" y="10"/>
                    <a:pt x="7" y="12"/>
                  </a:cubicBezTo>
                  <a:cubicBezTo>
                    <a:pt x="6" y="16"/>
                    <a:pt x="4" y="19"/>
                    <a:pt x="3" y="23"/>
                  </a:cubicBezTo>
                  <a:cubicBezTo>
                    <a:pt x="1" y="26"/>
                    <a:pt x="0" y="29"/>
                    <a:pt x="0" y="32"/>
                  </a:cubicBezTo>
                  <a:cubicBezTo>
                    <a:pt x="1" y="36"/>
                    <a:pt x="6" y="38"/>
                    <a:pt x="9" y="39"/>
                  </a:cubicBezTo>
                  <a:cubicBezTo>
                    <a:pt x="5" y="38"/>
                    <a:pt x="3" y="33"/>
                    <a:pt x="3" y="30"/>
                  </a:cubicBezTo>
                  <a:cubicBezTo>
                    <a:pt x="3" y="26"/>
                    <a:pt x="4" y="22"/>
                    <a:pt x="5" y="19"/>
                  </a:cubicBezTo>
                  <a:cubicBezTo>
                    <a:pt x="8" y="13"/>
                    <a:pt x="11" y="8"/>
                    <a:pt x="12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5524" name="Freeform 94">
              <a:extLst>
                <a:ext uri="{FF2B5EF4-FFF2-40B4-BE49-F238E27FC236}">
                  <a16:creationId xmlns:a16="http://schemas.microsoft.com/office/drawing/2014/main" id="{45773221-FC03-4A9A-8CFE-73D8CACA001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2976" y="979488"/>
              <a:ext cx="17463" cy="31750"/>
            </a:xfrm>
            <a:custGeom>
              <a:avLst/>
              <a:gdLst>
                <a:gd name="T0" fmla="*/ 0 w 8"/>
                <a:gd name="T1" fmla="*/ 2147483646 h 15"/>
                <a:gd name="T2" fmla="*/ 2147483646 w 8"/>
                <a:gd name="T3" fmla="*/ 2147483646 h 15"/>
                <a:gd name="T4" fmla="*/ 2147483646 w 8"/>
                <a:gd name="T5" fmla="*/ 0 h 15"/>
                <a:gd name="T6" fmla="*/ 2147483646 w 8"/>
                <a:gd name="T7" fmla="*/ 2147483646 h 15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8"/>
                <a:gd name="T13" fmla="*/ 0 h 15"/>
                <a:gd name="T14" fmla="*/ 8 w 8"/>
                <a:gd name="T15" fmla="*/ 15 h 15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8" h="15">
                  <a:moveTo>
                    <a:pt x="0" y="13"/>
                  </a:moveTo>
                  <a:cubicBezTo>
                    <a:pt x="2" y="15"/>
                    <a:pt x="6" y="10"/>
                    <a:pt x="6" y="9"/>
                  </a:cubicBezTo>
                  <a:cubicBezTo>
                    <a:pt x="7" y="7"/>
                    <a:pt x="8" y="0"/>
                    <a:pt x="5" y="0"/>
                  </a:cubicBezTo>
                  <a:cubicBezTo>
                    <a:pt x="5" y="5"/>
                    <a:pt x="6" y="10"/>
                    <a:pt x="1" y="1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5525" name="Freeform 95">
              <a:extLst>
                <a:ext uri="{FF2B5EF4-FFF2-40B4-BE49-F238E27FC236}">
                  <a16:creationId xmlns:a16="http://schemas.microsoft.com/office/drawing/2014/main" id="{2E72A33D-96E0-402D-851A-35249C8692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5838" y="854075"/>
              <a:ext cx="19050" cy="58738"/>
            </a:xfrm>
            <a:custGeom>
              <a:avLst/>
              <a:gdLst>
                <a:gd name="T0" fmla="*/ 2147483646 w 9"/>
                <a:gd name="T1" fmla="*/ 2147483646 h 28"/>
                <a:gd name="T2" fmla="*/ 2147483646 w 9"/>
                <a:gd name="T3" fmla="*/ 2147483646 h 28"/>
                <a:gd name="T4" fmla="*/ 2147483646 w 9"/>
                <a:gd name="T5" fmla="*/ 2147483646 h 28"/>
                <a:gd name="T6" fmla="*/ 2147483646 w 9"/>
                <a:gd name="T7" fmla="*/ 2147483646 h 28"/>
                <a:gd name="T8" fmla="*/ 2147483646 w 9"/>
                <a:gd name="T9" fmla="*/ 2147483646 h 28"/>
                <a:gd name="T10" fmla="*/ 2147483646 w 9"/>
                <a:gd name="T11" fmla="*/ 2147483646 h 28"/>
                <a:gd name="T12" fmla="*/ 2147483646 w 9"/>
                <a:gd name="T13" fmla="*/ 0 h 28"/>
                <a:gd name="T14" fmla="*/ 2147483646 w 9"/>
                <a:gd name="T15" fmla="*/ 2147483646 h 2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9"/>
                <a:gd name="T25" fmla="*/ 0 h 28"/>
                <a:gd name="T26" fmla="*/ 9 w 9"/>
                <a:gd name="T27" fmla="*/ 28 h 28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9" h="28">
                  <a:moveTo>
                    <a:pt x="2" y="4"/>
                  </a:moveTo>
                  <a:cubicBezTo>
                    <a:pt x="0" y="6"/>
                    <a:pt x="6" y="11"/>
                    <a:pt x="6" y="14"/>
                  </a:cubicBezTo>
                  <a:cubicBezTo>
                    <a:pt x="8" y="18"/>
                    <a:pt x="5" y="23"/>
                    <a:pt x="5" y="28"/>
                  </a:cubicBezTo>
                  <a:cubicBezTo>
                    <a:pt x="5" y="25"/>
                    <a:pt x="8" y="21"/>
                    <a:pt x="8" y="18"/>
                  </a:cubicBezTo>
                  <a:cubicBezTo>
                    <a:pt x="9" y="16"/>
                    <a:pt x="9" y="13"/>
                    <a:pt x="7" y="11"/>
                  </a:cubicBezTo>
                  <a:cubicBezTo>
                    <a:pt x="6" y="9"/>
                    <a:pt x="4" y="8"/>
                    <a:pt x="4" y="6"/>
                  </a:cubicBezTo>
                  <a:cubicBezTo>
                    <a:pt x="4" y="4"/>
                    <a:pt x="6" y="2"/>
                    <a:pt x="8" y="0"/>
                  </a:cubicBezTo>
                  <a:cubicBezTo>
                    <a:pt x="6" y="1"/>
                    <a:pt x="4" y="4"/>
                    <a:pt x="2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5526" name="Freeform 96">
              <a:extLst>
                <a:ext uri="{FF2B5EF4-FFF2-40B4-BE49-F238E27FC236}">
                  <a16:creationId xmlns:a16="http://schemas.microsoft.com/office/drawing/2014/main" id="{C3175734-E4EC-4B1C-A5D9-032EA8A042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1076" y="804863"/>
              <a:ext cx="11113" cy="15875"/>
            </a:xfrm>
            <a:custGeom>
              <a:avLst/>
              <a:gdLst>
                <a:gd name="T0" fmla="*/ 2147483646 w 5"/>
                <a:gd name="T1" fmla="*/ 2147483646 h 7"/>
                <a:gd name="T2" fmla="*/ 2147483646 w 5"/>
                <a:gd name="T3" fmla="*/ 2147483646 h 7"/>
                <a:gd name="T4" fmla="*/ 2147483646 w 5"/>
                <a:gd name="T5" fmla="*/ 2147483646 h 7"/>
                <a:gd name="T6" fmla="*/ 2147483646 w 5"/>
                <a:gd name="T7" fmla="*/ 0 h 7"/>
                <a:gd name="T8" fmla="*/ 2147483646 w 5"/>
                <a:gd name="T9" fmla="*/ 2147483646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"/>
                <a:gd name="T16" fmla="*/ 0 h 7"/>
                <a:gd name="T17" fmla="*/ 5 w 5"/>
                <a:gd name="T18" fmla="*/ 7 h 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" h="7">
                  <a:moveTo>
                    <a:pt x="1" y="1"/>
                  </a:moveTo>
                  <a:cubicBezTo>
                    <a:pt x="1" y="2"/>
                    <a:pt x="0" y="5"/>
                    <a:pt x="1" y="6"/>
                  </a:cubicBezTo>
                  <a:cubicBezTo>
                    <a:pt x="1" y="6"/>
                    <a:pt x="4" y="7"/>
                    <a:pt x="5" y="7"/>
                  </a:cubicBezTo>
                  <a:cubicBezTo>
                    <a:pt x="2" y="5"/>
                    <a:pt x="4" y="3"/>
                    <a:pt x="4" y="0"/>
                  </a:cubicBezTo>
                  <a:cubicBezTo>
                    <a:pt x="3" y="0"/>
                    <a:pt x="2" y="0"/>
                    <a:pt x="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5527" name="Freeform 97">
              <a:extLst>
                <a:ext uri="{FF2B5EF4-FFF2-40B4-BE49-F238E27FC236}">
                  <a16:creationId xmlns:a16="http://schemas.microsoft.com/office/drawing/2014/main" id="{3C7DB83B-224D-4D5E-B37D-1DE7C360649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4088" y="628650"/>
              <a:ext cx="52388" cy="150813"/>
            </a:xfrm>
            <a:custGeom>
              <a:avLst/>
              <a:gdLst>
                <a:gd name="T0" fmla="*/ 2147483646 w 25"/>
                <a:gd name="T1" fmla="*/ 2147483646 h 72"/>
                <a:gd name="T2" fmla="*/ 2147483646 w 25"/>
                <a:gd name="T3" fmla="*/ 2147483646 h 72"/>
                <a:gd name="T4" fmla="*/ 2147483646 w 25"/>
                <a:gd name="T5" fmla="*/ 2147483646 h 72"/>
                <a:gd name="T6" fmla="*/ 2147483646 w 25"/>
                <a:gd name="T7" fmla="*/ 2147483646 h 72"/>
                <a:gd name="T8" fmla="*/ 2147483646 w 25"/>
                <a:gd name="T9" fmla="*/ 2147483646 h 72"/>
                <a:gd name="T10" fmla="*/ 2147483646 w 25"/>
                <a:gd name="T11" fmla="*/ 2147483646 h 72"/>
                <a:gd name="T12" fmla="*/ 2147483646 w 25"/>
                <a:gd name="T13" fmla="*/ 2147483646 h 72"/>
                <a:gd name="T14" fmla="*/ 2147483646 w 25"/>
                <a:gd name="T15" fmla="*/ 2147483646 h 72"/>
                <a:gd name="T16" fmla="*/ 2147483646 w 25"/>
                <a:gd name="T17" fmla="*/ 2147483646 h 72"/>
                <a:gd name="T18" fmla="*/ 2147483646 w 25"/>
                <a:gd name="T19" fmla="*/ 2147483646 h 72"/>
                <a:gd name="T20" fmla="*/ 2147483646 w 25"/>
                <a:gd name="T21" fmla="*/ 2147483646 h 72"/>
                <a:gd name="T22" fmla="*/ 2147483646 w 25"/>
                <a:gd name="T23" fmla="*/ 2147483646 h 72"/>
                <a:gd name="T24" fmla="*/ 2147483646 w 25"/>
                <a:gd name="T25" fmla="*/ 2147483646 h 72"/>
                <a:gd name="T26" fmla="*/ 2147483646 w 25"/>
                <a:gd name="T27" fmla="*/ 0 h 7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25"/>
                <a:gd name="T43" fmla="*/ 0 h 72"/>
                <a:gd name="T44" fmla="*/ 25 w 25"/>
                <a:gd name="T45" fmla="*/ 72 h 72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25" h="72">
                  <a:moveTo>
                    <a:pt x="25" y="1"/>
                  </a:moveTo>
                  <a:cubicBezTo>
                    <a:pt x="24" y="2"/>
                    <a:pt x="22" y="4"/>
                    <a:pt x="21" y="6"/>
                  </a:cubicBezTo>
                  <a:cubicBezTo>
                    <a:pt x="19" y="10"/>
                    <a:pt x="18" y="14"/>
                    <a:pt x="17" y="18"/>
                  </a:cubicBezTo>
                  <a:cubicBezTo>
                    <a:pt x="14" y="25"/>
                    <a:pt x="11" y="32"/>
                    <a:pt x="9" y="39"/>
                  </a:cubicBezTo>
                  <a:cubicBezTo>
                    <a:pt x="8" y="45"/>
                    <a:pt x="6" y="50"/>
                    <a:pt x="4" y="56"/>
                  </a:cubicBezTo>
                  <a:cubicBezTo>
                    <a:pt x="3" y="60"/>
                    <a:pt x="0" y="68"/>
                    <a:pt x="2" y="72"/>
                  </a:cubicBezTo>
                  <a:cubicBezTo>
                    <a:pt x="3" y="67"/>
                    <a:pt x="4" y="64"/>
                    <a:pt x="8" y="62"/>
                  </a:cubicBezTo>
                  <a:cubicBezTo>
                    <a:pt x="10" y="61"/>
                    <a:pt x="12" y="61"/>
                    <a:pt x="13" y="60"/>
                  </a:cubicBezTo>
                  <a:cubicBezTo>
                    <a:pt x="14" y="60"/>
                    <a:pt x="15" y="61"/>
                    <a:pt x="16" y="60"/>
                  </a:cubicBezTo>
                  <a:cubicBezTo>
                    <a:pt x="14" y="57"/>
                    <a:pt x="13" y="54"/>
                    <a:pt x="12" y="50"/>
                  </a:cubicBezTo>
                  <a:cubicBezTo>
                    <a:pt x="11" y="44"/>
                    <a:pt x="12" y="38"/>
                    <a:pt x="14" y="32"/>
                  </a:cubicBezTo>
                  <a:cubicBezTo>
                    <a:pt x="15" y="26"/>
                    <a:pt x="17" y="20"/>
                    <a:pt x="19" y="15"/>
                  </a:cubicBezTo>
                  <a:cubicBezTo>
                    <a:pt x="20" y="12"/>
                    <a:pt x="21" y="9"/>
                    <a:pt x="21" y="6"/>
                  </a:cubicBezTo>
                  <a:cubicBezTo>
                    <a:pt x="22" y="4"/>
                    <a:pt x="22" y="2"/>
                    <a:pt x="2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5528" name="Freeform 98">
              <a:extLst>
                <a:ext uri="{FF2B5EF4-FFF2-40B4-BE49-F238E27FC236}">
                  <a16:creationId xmlns:a16="http://schemas.microsoft.com/office/drawing/2014/main" id="{52CDCDB0-B725-418D-876D-5FA17290CB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0601" y="1200150"/>
              <a:ext cx="127000" cy="49213"/>
            </a:xfrm>
            <a:custGeom>
              <a:avLst/>
              <a:gdLst>
                <a:gd name="T0" fmla="*/ 0 w 60"/>
                <a:gd name="T1" fmla="*/ 2147483646 h 23"/>
                <a:gd name="T2" fmla="*/ 2147483646 w 60"/>
                <a:gd name="T3" fmla="*/ 2147483646 h 23"/>
                <a:gd name="T4" fmla="*/ 2147483646 w 60"/>
                <a:gd name="T5" fmla="*/ 2147483646 h 23"/>
                <a:gd name="T6" fmla="*/ 2147483646 w 60"/>
                <a:gd name="T7" fmla="*/ 2147483646 h 23"/>
                <a:gd name="T8" fmla="*/ 2147483646 w 60"/>
                <a:gd name="T9" fmla="*/ 2147483646 h 23"/>
                <a:gd name="T10" fmla="*/ 2147483646 w 60"/>
                <a:gd name="T11" fmla="*/ 2147483646 h 23"/>
                <a:gd name="T12" fmla="*/ 2147483646 w 60"/>
                <a:gd name="T13" fmla="*/ 2147483646 h 23"/>
                <a:gd name="T14" fmla="*/ 2147483646 w 60"/>
                <a:gd name="T15" fmla="*/ 2147483646 h 2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60"/>
                <a:gd name="T25" fmla="*/ 0 h 23"/>
                <a:gd name="T26" fmla="*/ 60 w 60"/>
                <a:gd name="T27" fmla="*/ 23 h 23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60" h="23">
                  <a:moveTo>
                    <a:pt x="0" y="3"/>
                  </a:moveTo>
                  <a:cubicBezTo>
                    <a:pt x="1" y="9"/>
                    <a:pt x="3" y="14"/>
                    <a:pt x="10" y="15"/>
                  </a:cubicBezTo>
                  <a:cubicBezTo>
                    <a:pt x="15" y="15"/>
                    <a:pt x="17" y="10"/>
                    <a:pt x="23" y="13"/>
                  </a:cubicBezTo>
                  <a:cubicBezTo>
                    <a:pt x="29" y="17"/>
                    <a:pt x="34" y="20"/>
                    <a:pt x="40" y="22"/>
                  </a:cubicBezTo>
                  <a:cubicBezTo>
                    <a:pt x="48" y="23"/>
                    <a:pt x="54" y="18"/>
                    <a:pt x="60" y="17"/>
                  </a:cubicBezTo>
                  <a:cubicBezTo>
                    <a:pt x="52" y="22"/>
                    <a:pt x="32" y="21"/>
                    <a:pt x="25" y="12"/>
                  </a:cubicBezTo>
                  <a:cubicBezTo>
                    <a:pt x="21" y="6"/>
                    <a:pt x="23" y="0"/>
                    <a:pt x="17" y="7"/>
                  </a:cubicBezTo>
                  <a:cubicBezTo>
                    <a:pt x="13" y="12"/>
                    <a:pt x="5" y="13"/>
                    <a:pt x="2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5529" name="Freeform 99">
              <a:extLst>
                <a:ext uri="{FF2B5EF4-FFF2-40B4-BE49-F238E27FC236}">
                  <a16:creationId xmlns:a16="http://schemas.microsoft.com/office/drawing/2014/main" id="{E5FCF72B-B334-4317-A55F-51DA028E111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3488" y="996950"/>
              <a:ext cx="42863" cy="141288"/>
            </a:xfrm>
            <a:custGeom>
              <a:avLst/>
              <a:gdLst>
                <a:gd name="T0" fmla="*/ 2147483646 w 20"/>
                <a:gd name="T1" fmla="*/ 0 h 67"/>
                <a:gd name="T2" fmla="*/ 2147483646 w 20"/>
                <a:gd name="T3" fmla="*/ 2147483646 h 67"/>
                <a:gd name="T4" fmla="*/ 2147483646 w 20"/>
                <a:gd name="T5" fmla="*/ 2147483646 h 67"/>
                <a:gd name="T6" fmla="*/ 0 w 20"/>
                <a:gd name="T7" fmla="*/ 2147483646 h 67"/>
                <a:gd name="T8" fmla="*/ 2147483646 w 20"/>
                <a:gd name="T9" fmla="*/ 2147483646 h 67"/>
                <a:gd name="T10" fmla="*/ 2147483646 w 20"/>
                <a:gd name="T11" fmla="*/ 2147483646 h 67"/>
                <a:gd name="T12" fmla="*/ 2147483646 w 20"/>
                <a:gd name="T13" fmla="*/ 2147483646 h 6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20"/>
                <a:gd name="T22" fmla="*/ 0 h 67"/>
                <a:gd name="T23" fmla="*/ 20 w 20"/>
                <a:gd name="T24" fmla="*/ 67 h 67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20" h="67">
                  <a:moveTo>
                    <a:pt x="18" y="0"/>
                  </a:moveTo>
                  <a:cubicBezTo>
                    <a:pt x="20" y="7"/>
                    <a:pt x="19" y="22"/>
                    <a:pt x="18" y="30"/>
                  </a:cubicBezTo>
                  <a:cubicBezTo>
                    <a:pt x="17" y="41"/>
                    <a:pt x="12" y="48"/>
                    <a:pt x="6" y="57"/>
                  </a:cubicBezTo>
                  <a:cubicBezTo>
                    <a:pt x="4" y="60"/>
                    <a:pt x="1" y="67"/>
                    <a:pt x="0" y="61"/>
                  </a:cubicBezTo>
                  <a:cubicBezTo>
                    <a:pt x="0" y="58"/>
                    <a:pt x="3" y="53"/>
                    <a:pt x="4" y="51"/>
                  </a:cubicBezTo>
                  <a:cubicBezTo>
                    <a:pt x="7" y="46"/>
                    <a:pt x="8" y="42"/>
                    <a:pt x="10" y="37"/>
                  </a:cubicBezTo>
                  <a:cubicBezTo>
                    <a:pt x="13" y="27"/>
                    <a:pt x="17" y="13"/>
                    <a:pt x="17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5530" name="Freeform 100">
              <a:extLst>
                <a:ext uri="{FF2B5EF4-FFF2-40B4-BE49-F238E27FC236}">
                  <a16:creationId xmlns:a16="http://schemas.microsoft.com/office/drawing/2014/main" id="{96AEBA2F-DB0C-4ED6-B9D2-6213C2E345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5026" y="6353175"/>
              <a:ext cx="117475" cy="58738"/>
            </a:xfrm>
            <a:custGeom>
              <a:avLst/>
              <a:gdLst>
                <a:gd name="T0" fmla="*/ 2147483646 w 55"/>
                <a:gd name="T1" fmla="*/ 0 h 28"/>
                <a:gd name="T2" fmla="*/ 2147483646 w 55"/>
                <a:gd name="T3" fmla="*/ 2147483646 h 28"/>
                <a:gd name="T4" fmla="*/ 2147483646 w 55"/>
                <a:gd name="T5" fmla="*/ 2147483646 h 28"/>
                <a:gd name="T6" fmla="*/ 2147483646 w 55"/>
                <a:gd name="T7" fmla="*/ 2147483646 h 28"/>
                <a:gd name="T8" fmla="*/ 2147483646 w 55"/>
                <a:gd name="T9" fmla="*/ 2147483646 h 28"/>
                <a:gd name="T10" fmla="*/ 2147483646 w 55"/>
                <a:gd name="T11" fmla="*/ 2147483646 h 28"/>
                <a:gd name="T12" fmla="*/ 2147483646 w 55"/>
                <a:gd name="T13" fmla="*/ 2147483646 h 28"/>
                <a:gd name="T14" fmla="*/ 2147483646 w 55"/>
                <a:gd name="T15" fmla="*/ 2147483646 h 28"/>
                <a:gd name="T16" fmla="*/ 2147483646 w 55"/>
                <a:gd name="T17" fmla="*/ 2147483646 h 28"/>
                <a:gd name="T18" fmla="*/ 2147483646 w 55"/>
                <a:gd name="T19" fmla="*/ 2147483646 h 28"/>
                <a:gd name="T20" fmla="*/ 2147483646 w 55"/>
                <a:gd name="T21" fmla="*/ 2147483646 h 28"/>
                <a:gd name="T22" fmla="*/ 2147483646 w 55"/>
                <a:gd name="T23" fmla="*/ 2147483646 h 28"/>
                <a:gd name="T24" fmla="*/ 2147483646 w 55"/>
                <a:gd name="T25" fmla="*/ 2147483646 h 28"/>
                <a:gd name="T26" fmla="*/ 2147483646 w 55"/>
                <a:gd name="T27" fmla="*/ 2147483646 h 28"/>
                <a:gd name="T28" fmla="*/ 2147483646 w 55"/>
                <a:gd name="T29" fmla="*/ 2147483646 h 28"/>
                <a:gd name="T30" fmla="*/ 2147483646 w 55"/>
                <a:gd name="T31" fmla="*/ 2147483646 h 28"/>
                <a:gd name="T32" fmla="*/ 2147483646 w 55"/>
                <a:gd name="T33" fmla="*/ 2147483646 h 2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55"/>
                <a:gd name="T52" fmla="*/ 0 h 28"/>
                <a:gd name="T53" fmla="*/ 55 w 55"/>
                <a:gd name="T54" fmla="*/ 28 h 2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55" h="28">
                  <a:moveTo>
                    <a:pt x="4" y="0"/>
                  </a:moveTo>
                  <a:cubicBezTo>
                    <a:pt x="5" y="2"/>
                    <a:pt x="6" y="4"/>
                    <a:pt x="8" y="6"/>
                  </a:cubicBezTo>
                  <a:cubicBezTo>
                    <a:pt x="10" y="7"/>
                    <a:pt x="11" y="7"/>
                    <a:pt x="12" y="9"/>
                  </a:cubicBezTo>
                  <a:cubicBezTo>
                    <a:pt x="15" y="13"/>
                    <a:pt x="19" y="14"/>
                    <a:pt x="23" y="16"/>
                  </a:cubicBezTo>
                  <a:cubicBezTo>
                    <a:pt x="25" y="17"/>
                    <a:pt x="27" y="17"/>
                    <a:pt x="28" y="18"/>
                  </a:cubicBezTo>
                  <a:cubicBezTo>
                    <a:pt x="30" y="19"/>
                    <a:pt x="31" y="21"/>
                    <a:pt x="34" y="22"/>
                  </a:cubicBezTo>
                  <a:cubicBezTo>
                    <a:pt x="39" y="25"/>
                    <a:pt x="43" y="26"/>
                    <a:pt x="49" y="25"/>
                  </a:cubicBezTo>
                  <a:cubicBezTo>
                    <a:pt x="51" y="25"/>
                    <a:pt x="53" y="25"/>
                    <a:pt x="55" y="27"/>
                  </a:cubicBezTo>
                  <a:cubicBezTo>
                    <a:pt x="53" y="28"/>
                    <a:pt x="48" y="27"/>
                    <a:pt x="45" y="27"/>
                  </a:cubicBezTo>
                  <a:cubicBezTo>
                    <a:pt x="42" y="27"/>
                    <a:pt x="39" y="27"/>
                    <a:pt x="36" y="26"/>
                  </a:cubicBezTo>
                  <a:cubicBezTo>
                    <a:pt x="33" y="26"/>
                    <a:pt x="29" y="26"/>
                    <a:pt x="27" y="24"/>
                  </a:cubicBezTo>
                  <a:cubicBezTo>
                    <a:pt x="26" y="23"/>
                    <a:pt x="25" y="22"/>
                    <a:pt x="24" y="21"/>
                  </a:cubicBezTo>
                  <a:cubicBezTo>
                    <a:pt x="24" y="20"/>
                    <a:pt x="22" y="21"/>
                    <a:pt x="21" y="21"/>
                  </a:cubicBezTo>
                  <a:cubicBezTo>
                    <a:pt x="16" y="20"/>
                    <a:pt x="10" y="19"/>
                    <a:pt x="7" y="14"/>
                  </a:cubicBezTo>
                  <a:cubicBezTo>
                    <a:pt x="6" y="12"/>
                    <a:pt x="8" y="13"/>
                    <a:pt x="5" y="12"/>
                  </a:cubicBezTo>
                  <a:cubicBezTo>
                    <a:pt x="4" y="11"/>
                    <a:pt x="3" y="11"/>
                    <a:pt x="2" y="10"/>
                  </a:cubicBezTo>
                  <a:cubicBezTo>
                    <a:pt x="0" y="7"/>
                    <a:pt x="2" y="4"/>
                    <a:pt x="2" y="1"/>
                  </a:cubicBezTo>
                </a:path>
              </a:pathLst>
            </a:custGeom>
            <a:solidFill>
              <a:srgbClr val="8C6E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5531" name="Oval 101">
              <a:extLst>
                <a:ext uri="{FF2B5EF4-FFF2-40B4-BE49-F238E27FC236}">
                  <a16:creationId xmlns:a16="http://schemas.microsoft.com/office/drawing/2014/main" id="{13A79181-8374-436C-91E7-9D2BB3471F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9026" y="6267450"/>
              <a:ext cx="17463" cy="17463"/>
            </a:xfrm>
            <a:prstGeom prst="ellipse">
              <a:avLst/>
            </a:prstGeom>
            <a:solidFill>
              <a:srgbClr val="CCCBCA"/>
            </a:solidFill>
            <a:ln w="1" cap="rnd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  <a:latin typeface="Calibri" panose="020F0502020204030204" pitchFamily="34" charset="0"/>
              </a:endParaRPr>
            </a:p>
          </p:txBody>
        </p:sp>
        <p:sp>
          <p:nvSpPr>
            <p:cNvPr id="55532" name="Oval 102">
              <a:extLst>
                <a:ext uri="{FF2B5EF4-FFF2-40B4-BE49-F238E27FC236}">
                  <a16:creationId xmlns:a16="http://schemas.microsoft.com/office/drawing/2014/main" id="{06A1F255-31CE-44AD-9372-1E4AE183C5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74901" y="6294438"/>
              <a:ext cx="14288" cy="17463"/>
            </a:xfrm>
            <a:prstGeom prst="ellipse">
              <a:avLst/>
            </a:prstGeom>
            <a:solidFill>
              <a:srgbClr val="CCCBCA"/>
            </a:solidFill>
            <a:ln w="1" cap="rnd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  <a:latin typeface="Calibri" panose="020F0502020204030204" pitchFamily="34" charset="0"/>
              </a:endParaRPr>
            </a:p>
          </p:txBody>
        </p:sp>
        <p:sp>
          <p:nvSpPr>
            <p:cNvPr id="55533" name="Oval 103">
              <a:extLst>
                <a:ext uri="{FF2B5EF4-FFF2-40B4-BE49-F238E27FC236}">
                  <a16:creationId xmlns:a16="http://schemas.microsoft.com/office/drawing/2014/main" id="{4906E414-CF81-41E8-B9F4-22C3FA667C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89188" y="6318250"/>
              <a:ext cx="14288" cy="14288"/>
            </a:xfrm>
            <a:prstGeom prst="ellipse">
              <a:avLst/>
            </a:prstGeom>
            <a:solidFill>
              <a:srgbClr val="CCCBCA"/>
            </a:solidFill>
            <a:ln w="1" cap="rnd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  <a:latin typeface="Calibri" panose="020F0502020204030204" pitchFamily="34" charset="0"/>
              </a:endParaRPr>
            </a:p>
          </p:txBody>
        </p:sp>
        <p:sp>
          <p:nvSpPr>
            <p:cNvPr id="55534" name="Freeform 104">
              <a:extLst>
                <a:ext uri="{FF2B5EF4-FFF2-40B4-BE49-F238E27FC236}">
                  <a16:creationId xmlns:a16="http://schemas.microsoft.com/office/drawing/2014/main" id="{B6EC7B3C-926B-46C9-9FFE-04ED34E596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1938" y="6080125"/>
              <a:ext cx="106363" cy="185738"/>
            </a:xfrm>
            <a:custGeom>
              <a:avLst/>
              <a:gdLst>
                <a:gd name="T0" fmla="*/ 2147483646 w 50"/>
                <a:gd name="T1" fmla="*/ 2147483646 h 88"/>
                <a:gd name="T2" fmla="*/ 2147483646 w 50"/>
                <a:gd name="T3" fmla="*/ 2147483646 h 88"/>
                <a:gd name="T4" fmla="*/ 2147483646 w 50"/>
                <a:gd name="T5" fmla="*/ 2147483646 h 88"/>
                <a:gd name="T6" fmla="*/ 0 w 50"/>
                <a:gd name="T7" fmla="*/ 2147483646 h 88"/>
                <a:gd name="T8" fmla="*/ 2147483646 w 50"/>
                <a:gd name="T9" fmla="*/ 2147483646 h 88"/>
                <a:gd name="T10" fmla="*/ 2147483646 w 50"/>
                <a:gd name="T11" fmla="*/ 2147483646 h 88"/>
                <a:gd name="T12" fmla="*/ 2147483646 w 50"/>
                <a:gd name="T13" fmla="*/ 2147483646 h 88"/>
                <a:gd name="T14" fmla="*/ 2147483646 w 50"/>
                <a:gd name="T15" fmla="*/ 0 h 8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50"/>
                <a:gd name="T25" fmla="*/ 0 h 88"/>
                <a:gd name="T26" fmla="*/ 50 w 50"/>
                <a:gd name="T27" fmla="*/ 88 h 88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50" h="88">
                  <a:moveTo>
                    <a:pt x="35" y="2"/>
                  </a:moveTo>
                  <a:cubicBezTo>
                    <a:pt x="30" y="20"/>
                    <a:pt x="46" y="39"/>
                    <a:pt x="37" y="58"/>
                  </a:cubicBezTo>
                  <a:cubicBezTo>
                    <a:pt x="33" y="66"/>
                    <a:pt x="28" y="72"/>
                    <a:pt x="21" y="78"/>
                  </a:cubicBezTo>
                  <a:cubicBezTo>
                    <a:pt x="14" y="83"/>
                    <a:pt x="7" y="84"/>
                    <a:pt x="0" y="87"/>
                  </a:cubicBezTo>
                  <a:cubicBezTo>
                    <a:pt x="9" y="88"/>
                    <a:pt x="19" y="84"/>
                    <a:pt x="28" y="82"/>
                  </a:cubicBezTo>
                  <a:cubicBezTo>
                    <a:pt x="38" y="79"/>
                    <a:pt x="44" y="70"/>
                    <a:pt x="47" y="60"/>
                  </a:cubicBezTo>
                  <a:cubicBezTo>
                    <a:pt x="50" y="50"/>
                    <a:pt x="48" y="40"/>
                    <a:pt x="45" y="30"/>
                  </a:cubicBezTo>
                  <a:cubicBezTo>
                    <a:pt x="42" y="21"/>
                    <a:pt x="33" y="10"/>
                    <a:pt x="34" y="0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5535" name="Freeform 105">
              <a:extLst>
                <a:ext uri="{FF2B5EF4-FFF2-40B4-BE49-F238E27FC236}">
                  <a16:creationId xmlns:a16="http://schemas.microsoft.com/office/drawing/2014/main" id="{C9B1CF93-7B83-42D7-A300-5E3B1AC61D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3188" y="6248400"/>
              <a:ext cx="347663" cy="136525"/>
            </a:xfrm>
            <a:custGeom>
              <a:avLst/>
              <a:gdLst>
                <a:gd name="T0" fmla="*/ 2147483646 w 164"/>
                <a:gd name="T1" fmla="*/ 2147483646 h 65"/>
                <a:gd name="T2" fmla="*/ 2147483646 w 164"/>
                <a:gd name="T3" fmla="*/ 2147483646 h 65"/>
                <a:gd name="T4" fmla="*/ 2147483646 w 164"/>
                <a:gd name="T5" fmla="*/ 2147483646 h 65"/>
                <a:gd name="T6" fmla="*/ 2147483646 w 164"/>
                <a:gd name="T7" fmla="*/ 2147483646 h 65"/>
                <a:gd name="T8" fmla="*/ 2147483646 w 164"/>
                <a:gd name="T9" fmla="*/ 2147483646 h 65"/>
                <a:gd name="T10" fmla="*/ 2147483646 w 164"/>
                <a:gd name="T11" fmla="*/ 0 h 65"/>
                <a:gd name="T12" fmla="*/ 2147483646 w 164"/>
                <a:gd name="T13" fmla="*/ 2147483646 h 65"/>
                <a:gd name="T14" fmla="*/ 2147483646 w 164"/>
                <a:gd name="T15" fmla="*/ 2147483646 h 65"/>
                <a:gd name="T16" fmla="*/ 2147483646 w 164"/>
                <a:gd name="T17" fmla="*/ 2147483646 h 65"/>
                <a:gd name="T18" fmla="*/ 2147483646 w 164"/>
                <a:gd name="T19" fmla="*/ 2147483646 h 65"/>
                <a:gd name="T20" fmla="*/ 0 w 164"/>
                <a:gd name="T21" fmla="*/ 2147483646 h 6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164"/>
                <a:gd name="T34" fmla="*/ 0 h 65"/>
                <a:gd name="T35" fmla="*/ 164 w 164"/>
                <a:gd name="T36" fmla="*/ 65 h 65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164" h="65">
                  <a:moveTo>
                    <a:pt x="1" y="59"/>
                  </a:moveTo>
                  <a:cubicBezTo>
                    <a:pt x="9" y="56"/>
                    <a:pt x="17" y="54"/>
                    <a:pt x="26" y="52"/>
                  </a:cubicBezTo>
                  <a:cubicBezTo>
                    <a:pt x="36" y="50"/>
                    <a:pt x="46" y="51"/>
                    <a:pt x="57" y="52"/>
                  </a:cubicBezTo>
                  <a:cubicBezTo>
                    <a:pt x="78" y="54"/>
                    <a:pt x="101" y="53"/>
                    <a:pt x="122" y="49"/>
                  </a:cubicBezTo>
                  <a:cubicBezTo>
                    <a:pt x="136" y="46"/>
                    <a:pt x="147" y="42"/>
                    <a:pt x="154" y="28"/>
                  </a:cubicBezTo>
                  <a:cubicBezTo>
                    <a:pt x="158" y="19"/>
                    <a:pt x="158" y="10"/>
                    <a:pt x="157" y="0"/>
                  </a:cubicBezTo>
                  <a:cubicBezTo>
                    <a:pt x="163" y="9"/>
                    <a:pt x="164" y="18"/>
                    <a:pt x="164" y="29"/>
                  </a:cubicBezTo>
                  <a:cubicBezTo>
                    <a:pt x="164" y="37"/>
                    <a:pt x="159" y="43"/>
                    <a:pt x="153" y="49"/>
                  </a:cubicBezTo>
                  <a:cubicBezTo>
                    <a:pt x="140" y="63"/>
                    <a:pt x="118" y="64"/>
                    <a:pt x="101" y="65"/>
                  </a:cubicBezTo>
                  <a:cubicBezTo>
                    <a:pt x="83" y="65"/>
                    <a:pt x="67" y="61"/>
                    <a:pt x="49" y="61"/>
                  </a:cubicBezTo>
                  <a:cubicBezTo>
                    <a:pt x="33" y="61"/>
                    <a:pt x="16" y="62"/>
                    <a:pt x="0" y="61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5536" name="Freeform 106">
              <a:extLst>
                <a:ext uri="{FF2B5EF4-FFF2-40B4-BE49-F238E27FC236}">
                  <a16:creationId xmlns:a16="http://schemas.microsoft.com/office/drawing/2014/main" id="{93FB24DD-0DEF-44CD-979D-28410EB2C2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9951" y="6351588"/>
              <a:ext cx="25400" cy="26988"/>
            </a:xfrm>
            <a:custGeom>
              <a:avLst/>
              <a:gdLst>
                <a:gd name="T0" fmla="*/ 0 w 12"/>
                <a:gd name="T1" fmla="*/ 0 h 13"/>
                <a:gd name="T2" fmla="*/ 2147483646 w 12"/>
                <a:gd name="T3" fmla="*/ 2147483646 h 13"/>
                <a:gd name="T4" fmla="*/ 2147483646 w 12"/>
                <a:gd name="T5" fmla="*/ 2147483646 h 13"/>
                <a:gd name="T6" fmla="*/ 2147483646 w 12"/>
                <a:gd name="T7" fmla="*/ 2147483646 h 13"/>
                <a:gd name="T8" fmla="*/ 2147483646 w 12"/>
                <a:gd name="T9" fmla="*/ 2147483646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2"/>
                <a:gd name="T16" fmla="*/ 0 h 13"/>
                <a:gd name="T17" fmla="*/ 12 w 12"/>
                <a:gd name="T18" fmla="*/ 13 h 1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2" h="13">
                  <a:moveTo>
                    <a:pt x="0" y="0"/>
                  </a:moveTo>
                  <a:cubicBezTo>
                    <a:pt x="0" y="4"/>
                    <a:pt x="0" y="8"/>
                    <a:pt x="3" y="10"/>
                  </a:cubicBezTo>
                  <a:cubicBezTo>
                    <a:pt x="6" y="12"/>
                    <a:pt x="10" y="13"/>
                    <a:pt x="12" y="13"/>
                  </a:cubicBezTo>
                  <a:cubicBezTo>
                    <a:pt x="10" y="12"/>
                    <a:pt x="8" y="10"/>
                    <a:pt x="6" y="9"/>
                  </a:cubicBezTo>
                  <a:cubicBezTo>
                    <a:pt x="4" y="7"/>
                    <a:pt x="1" y="4"/>
                    <a:pt x="2" y="1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5537" name="Freeform 107">
              <a:extLst>
                <a:ext uri="{FF2B5EF4-FFF2-40B4-BE49-F238E27FC236}">
                  <a16:creationId xmlns:a16="http://schemas.microsoft.com/office/drawing/2014/main" id="{A7F19268-CB22-4DFB-AFD3-BEE2B526C1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1701" y="6372225"/>
              <a:ext cx="41275" cy="25400"/>
            </a:xfrm>
            <a:custGeom>
              <a:avLst/>
              <a:gdLst>
                <a:gd name="T0" fmla="*/ 2147483646 w 20"/>
                <a:gd name="T1" fmla="*/ 0 h 12"/>
                <a:gd name="T2" fmla="*/ 2147483646 w 20"/>
                <a:gd name="T3" fmla="*/ 2147483646 h 12"/>
                <a:gd name="T4" fmla="*/ 2147483646 w 20"/>
                <a:gd name="T5" fmla="*/ 2147483646 h 12"/>
                <a:gd name="T6" fmla="*/ 2147483646 w 20"/>
                <a:gd name="T7" fmla="*/ 2147483646 h 12"/>
                <a:gd name="T8" fmla="*/ 2147483646 w 20"/>
                <a:gd name="T9" fmla="*/ 2147483646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0"/>
                <a:gd name="T16" fmla="*/ 0 h 12"/>
                <a:gd name="T17" fmla="*/ 20 w 20"/>
                <a:gd name="T18" fmla="*/ 12 h 1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0" h="12">
                  <a:moveTo>
                    <a:pt x="2" y="0"/>
                  </a:moveTo>
                  <a:cubicBezTo>
                    <a:pt x="0" y="4"/>
                    <a:pt x="7" y="10"/>
                    <a:pt x="11" y="11"/>
                  </a:cubicBezTo>
                  <a:cubicBezTo>
                    <a:pt x="14" y="12"/>
                    <a:pt x="17" y="11"/>
                    <a:pt x="20" y="9"/>
                  </a:cubicBezTo>
                  <a:cubicBezTo>
                    <a:pt x="16" y="8"/>
                    <a:pt x="13" y="10"/>
                    <a:pt x="9" y="8"/>
                  </a:cubicBezTo>
                  <a:cubicBezTo>
                    <a:pt x="6" y="7"/>
                    <a:pt x="2" y="5"/>
                    <a:pt x="2" y="1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5538" name="Freeform 108">
              <a:extLst>
                <a:ext uri="{FF2B5EF4-FFF2-40B4-BE49-F238E27FC236}">
                  <a16:creationId xmlns:a16="http://schemas.microsoft.com/office/drawing/2014/main" id="{EEAFCFA6-56A7-4552-A8C4-6718E11ABD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5676" y="6391275"/>
              <a:ext cx="55563" cy="20638"/>
            </a:xfrm>
            <a:custGeom>
              <a:avLst/>
              <a:gdLst>
                <a:gd name="T0" fmla="*/ 0 w 26"/>
                <a:gd name="T1" fmla="*/ 0 h 10"/>
                <a:gd name="T2" fmla="*/ 2147483646 w 26"/>
                <a:gd name="T3" fmla="*/ 2147483646 h 10"/>
                <a:gd name="T4" fmla="*/ 2147483646 w 26"/>
                <a:gd name="T5" fmla="*/ 2147483646 h 10"/>
                <a:gd name="T6" fmla="*/ 2147483646 w 26"/>
                <a:gd name="T7" fmla="*/ 2147483646 h 10"/>
                <a:gd name="T8" fmla="*/ 2147483646 w 26"/>
                <a:gd name="T9" fmla="*/ 2147483646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0"/>
                <a:gd name="T17" fmla="*/ 26 w 26"/>
                <a:gd name="T18" fmla="*/ 10 h 1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0">
                  <a:moveTo>
                    <a:pt x="0" y="0"/>
                  </a:moveTo>
                  <a:cubicBezTo>
                    <a:pt x="1" y="8"/>
                    <a:pt x="7" y="9"/>
                    <a:pt x="13" y="10"/>
                  </a:cubicBezTo>
                  <a:cubicBezTo>
                    <a:pt x="18" y="10"/>
                    <a:pt x="21" y="7"/>
                    <a:pt x="26" y="5"/>
                  </a:cubicBezTo>
                  <a:cubicBezTo>
                    <a:pt x="21" y="6"/>
                    <a:pt x="17" y="7"/>
                    <a:pt x="12" y="8"/>
                  </a:cubicBezTo>
                  <a:cubicBezTo>
                    <a:pt x="6" y="8"/>
                    <a:pt x="5" y="6"/>
                    <a:pt x="2" y="1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5539" name="Freeform 109">
              <a:extLst>
                <a:ext uri="{FF2B5EF4-FFF2-40B4-BE49-F238E27FC236}">
                  <a16:creationId xmlns:a16="http://schemas.microsoft.com/office/drawing/2014/main" id="{5DBB807B-D5DC-40A1-9187-20FEC5D92FF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7726" y="6308725"/>
              <a:ext cx="28575" cy="17463"/>
            </a:xfrm>
            <a:custGeom>
              <a:avLst/>
              <a:gdLst>
                <a:gd name="T0" fmla="*/ 2147483646 w 13"/>
                <a:gd name="T1" fmla="*/ 2147483646 h 8"/>
                <a:gd name="T2" fmla="*/ 2147483646 w 13"/>
                <a:gd name="T3" fmla="*/ 2147483646 h 8"/>
                <a:gd name="T4" fmla="*/ 2147483646 w 13"/>
                <a:gd name="T5" fmla="*/ 2147483646 h 8"/>
                <a:gd name="T6" fmla="*/ 2147483646 w 13"/>
                <a:gd name="T7" fmla="*/ 2147483646 h 8"/>
                <a:gd name="T8" fmla="*/ 2147483646 w 13"/>
                <a:gd name="T9" fmla="*/ 0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3"/>
                <a:gd name="T16" fmla="*/ 0 h 8"/>
                <a:gd name="T17" fmla="*/ 13 w 13"/>
                <a:gd name="T18" fmla="*/ 8 h 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3" h="8">
                  <a:moveTo>
                    <a:pt x="1" y="1"/>
                  </a:moveTo>
                  <a:cubicBezTo>
                    <a:pt x="0" y="2"/>
                    <a:pt x="3" y="6"/>
                    <a:pt x="5" y="7"/>
                  </a:cubicBezTo>
                  <a:cubicBezTo>
                    <a:pt x="7" y="8"/>
                    <a:pt x="10" y="8"/>
                    <a:pt x="13" y="8"/>
                  </a:cubicBezTo>
                  <a:cubicBezTo>
                    <a:pt x="9" y="8"/>
                    <a:pt x="7" y="6"/>
                    <a:pt x="6" y="3"/>
                  </a:cubicBezTo>
                  <a:cubicBezTo>
                    <a:pt x="5" y="1"/>
                    <a:pt x="5" y="0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5540" name="Freeform 110">
              <a:extLst>
                <a:ext uri="{FF2B5EF4-FFF2-40B4-BE49-F238E27FC236}">
                  <a16:creationId xmlns:a16="http://schemas.microsoft.com/office/drawing/2014/main" id="{5CA7E1C7-132C-4984-BC24-C24AAB0E08D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1538" y="6337300"/>
              <a:ext cx="12700" cy="12700"/>
            </a:xfrm>
            <a:custGeom>
              <a:avLst/>
              <a:gdLst>
                <a:gd name="T0" fmla="*/ 2147483646 w 6"/>
                <a:gd name="T1" fmla="*/ 0 h 6"/>
                <a:gd name="T2" fmla="*/ 2147483646 w 6"/>
                <a:gd name="T3" fmla="*/ 0 h 6"/>
                <a:gd name="T4" fmla="*/ 2147483646 w 6"/>
                <a:gd name="T5" fmla="*/ 2147483646 h 6"/>
                <a:gd name="T6" fmla="*/ 2147483646 w 6"/>
                <a:gd name="T7" fmla="*/ 2147483646 h 6"/>
                <a:gd name="T8" fmla="*/ 2147483646 w 6"/>
                <a:gd name="T9" fmla="*/ 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"/>
                <a:gd name="T16" fmla="*/ 0 h 6"/>
                <a:gd name="T17" fmla="*/ 6 w 6"/>
                <a:gd name="T18" fmla="*/ 6 h 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" h="6">
                  <a:moveTo>
                    <a:pt x="1" y="0"/>
                  </a:moveTo>
                  <a:cubicBezTo>
                    <a:pt x="1" y="0"/>
                    <a:pt x="0" y="0"/>
                    <a:pt x="1" y="0"/>
                  </a:cubicBezTo>
                  <a:cubicBezTo>
                    <a:pt x="3" y="2"/>
                    <a:pt x="4" y="3"/>
                    <a:pt x="4" y="6"/>
                  </a:cubicBezTo>
                  <a:cubicBezTo>
                    <a:pt x="6" y="6"/>
                    <a:pt x="6" y="4"/>
                    <a:pt x="6" y="2"/>
                  </a:cubicBezTo>
                  <a:cubicBezTo>
                    <a:pt x="5" y="0"/>
                    <a:pt x="3" y="0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5541" name="Freeform 111">
              <a:extLst>
                <a:ext uri="{FF2B5EF4-FFF2-40B4-BE49-F238E27FC236}">
                  <a16:creationId xmlns:a16="http://schemas.microsoft.com/office/drawing/2014/main" id="{7784F957-9A2F-4E87-B974-9EBB979214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8051" y="6357938"/>
              <a:ext cx="15875" cy="12700"/>
            </a:xfrm>
            <a:custGeom>
              <a:avLst/>
              <a:gdLst>
                <a:gd name="T0" fmla="*/ 2147483646 w 8"/>
                <a:gd name="T1" fmla="*/ 2147483646 h 6"/>
                <a:gd name="T2" fmla="*/ 2147483646 w 8"/>
                <a:gd name="T3" fmla="*/ 2147483646 h 6"/>
                <a:gd name="T4" fmla="*/ 0 w 8"/>
                <a:gd name="T5" fmla="*/ 2147483646 h 6"/>
                <a:gd name="T6" fmla="*/ 0 60000 65536"/>
                <a:gd name="T7" fmla="*/ 0 60000 65536"/>
                <a:gd name="T8" fmla="*/ 0 60000 65536"/>
                <a:gd name="T9" fmla="*/ 0 w 8"/>
                <a:gd name="T10" fmla="*/ 0 h 6"/>
                <a:gd name="T11" fmla="*/ 8 w 8"/>
                <a:gd name="T12" fmla="*/ 6 h 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8" h="6">
                  <a:moveTo>
                    <a:pt x="1" y="1"/>
                  </a:moveTo>
                  <a:cubicBezTo>
                    <a:pt x="3" y="2"/>
                    <a:pt x="4" y="4"/>
                    <a:pt x="5" y="6"/>
                  </a:cubicBezTo>
                  <a:cubicBezTo>
                    <a:pt x="8" y="3"/>
                    <a:pt x="3" y="0"/>
                    <a:pt x="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5542" name="Freeform 112">
              <a:extLst>
                <a:ext uri="{FF2B5EF4-FFF2-40B4-BE49-F238E27FC236}">
                  <a16:creationId xmlns:a16="http://schemas.microsoft.com/office/drawing/2014/main" id="{77877657-46CD-42C4-B70F-FF6AD3B5AC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5676" y="6376988"/>
              <a:ext cx="19050" cy="15875"/>
            </a:xfrm>
            <a:custGeom>
              <a:avLst/>
              <a:gdLst>
                <a:gd name="T0" fmla="*/ 2147483646 w 9"/>
                <a:gd name="T1" fmla="*/ 2147483646 h 8"/>
                <a:gd name="T2" fmla="*/ 2147483646 w 9"/>
                <a:gd name="T3" fmla="*/ 2147483646 h 8"/>
                <a:gd name="T4" fmla="*/ 2147483646 w 9"/>
                <a:gd name="T5" fmla="*/ 2147483646 h 8"/>
                <a:gd name="T6" fmla="*/ 0 w 9"/>
                <a:gd name="T7" fmla="*/ 2147483646 h 8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9"/>
                <a:gd name="T13" fmla="*/ 0 h 8"/>
                <a:gd name="T14" fmla="*/ 9 w 9"/>
                <a:gd name="T15" fmla="*/ 8 h 8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9" h="8">
                  <a:moveTo>
                    <a:pt x="1" y="1"/>
                  </a:moveTo>
                  <a:cubicBezTo>
                    <a:pt x="2" y="2"/>
                    <a:pt x="3" y="3"/>
                    <a:pt x="4" y="4"/>
                  </a:cubicBezTo>
                  <a:cubicBezTo>
                    <a:pt x="5" y="5"/>
                    <a:pt x="5" y="8"/>
                    <a:pt x="6" y="6"/>
                  </a:cubicBezTo>
                  <a:cubicBezTo>
                    <a:pt x="9" y="3"/>
                    <a:pt x="3" y="0"/>
                    <a:pt x="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5543" name="Freeform 113">
              <a:extLst>
                <a:ext uri="{FF2B5EF4-FFF2-40B4-BE49-F238E27FC236}">
                  <a16:creationId xmlns:a16="http://schemas.microsoft.com/office/drawing/2014/main" id="{58C26731-43D2-48CD-9332-D83612966DA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6638" y="6370638"/>
              <a:ext cx="12700" cy="9525"/>
            </a:xfrm>
            <a:custGeom>
              <a:avLst/>
              <a:gdLst>
                <a:gd name="T0" fmla="*/ 0 w 6"/>
                <a:gd name="T1" fmla="*/ 0 h 5"/>
                <a:gd name="T2" fmla="*/ 2147483646 w 6"/>
                <a:gd name="T3" fmla="*/ 2147483646 h 5"/>
                <a:gd name="T4" fmla="*/ 0 w 6"/>
                <a:gd name="T5" fmla="*/ 0 h 5"/>
                <a:gd name="T6" fmla="*/ 0 60000 65536"/>
                <a:gd name="T7" fmla="*/ 0 60000 65536"/>
                <a:gd name="T8" fmla="*/ 0 60000 65536"/>
                <a:gd name="T9" fmla="*/ 0 w 6"/>
                <a:gd name="T10" fmla="*/ 0 h 5"/>
                <a:gd name="T11" fmla="*/ 6 w 6"/>
                <a:gd name="T12" fmla="*/ 5 h 5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6" h="5">
                  <a:moveTo>
                    <a:pt x="0" y="0"/>
                  </a:moveTo>
                  <a:cubicBezTo>
                    <a:pt x="3" y="0"/>
                    <a:pt x="3" y="4"/>
                    <a:pt x="5" y="5"/>
                  </a:cubicBezTo>
                  <a:cubicBezTo>
                    <a:pt x="6" y="2"/>
                    <a:pt x="3" y="0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5544" name="Freeform 114">
              <a:extLst>
                <a:ext uri="{FF2B5EF4-FFF2-40B4-BE49-F238E27FC236}">
                  <a16:creationId xmlns:a16="http://schemas.microsoft.com/office/drawing/2014/main" id="{C905F63C-EE26-4C39-9AB9-E8946A9D48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5188" y="2189163"/>
              <a:ext cx="290513" cy="265113"/>
            </a:xfrm>
            <a:custGeom>
              <a:avLst/>
              <a:gdLst>
                <a:gd name="T0" fmla="*/ 0 w 137"/>
                <a:gd name="T1" fmla="*/ 0 h 126"/>
                <a:gd name="T2" fmla="*/ 2147483646 w 137"/>
                <a:gd name="T3" fmla="*/ 2147483646 h 126"/>
                <a:gd name="T4" fmla="*/ 2147483646 w 137"/>
                <a:gd name="T5" fmla="*/ 2147483646 h 126"/>
                <a:gd name="T6" fmla="*/ 2147483646 w 137"/>
                <a:gd name="T7" fmla="*/ 2147483646 h 126"/>
                <a:gd name="T8" fmla="*/ 2147483646 w 137"/>
                <a:gd name="T9" fmla="*/ 2147483646 h 126"/>
                <a:gd name="T10" fmla="*/ 2147483646 w 137"/>
                <a:gd name="T11" fmla="*/ 2147483646 h 126"/>
                <a:gd name="T12" fmla="*/ 2147483646 w 137"/>
                <a:gd name="T13" fmla="*/ 2147483646 h 126"/>
                <a:gd name="T14" fmla="*/ 2147483646 w 137"/>
                <a:gd name="T15" fmla="*/ 2147483646 h 126"/>
                <a:gd name="T16" fmla="*/ 2147483646 w 137"/>
                <a:gd name="T17" fmla="*/ 2147483646 h 12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7"/>
                <a:gd name="T28" fmla="*/ 0 h 126"/>
                <a:gd name="T29" fmla="*/ 137 w 137"/>
                <a:gd name="T30" fmla="*/ 126 h 12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7" h="126">
                  <a:moveTo>
                    <a:pt x="0" y="0"/>
                  </a:moveTo>
                  <a:cubicBezTo>
                    <a:pt x="7" y="9"/>
                    <a:pt x="10" y="21"/>
                    <a:pt x="18" y="30"/>
                  </a:cubicBezTo>
                  <a:cubicBezTo>
                    <a:pt x="26" y="41"/>
                    <a:pt x="37" y="50"/>
                    <a:pt x="48" y="57"/>
                  </a:cubicBezTo>
                  <a:cubicBezTo>
                    <a:pt x="76" y="77"/>
                    <a:pt x="114" y="85"/>
                    <a:pt x="137" y="112"/>
                  </a:cubicBezTo>
                  <a:cubicBezTo>
                    <a:pt x="121" y="108"/>
                    <a:pt x="104" y="103"/>
                    <a:pt x="89" y="96"/>
                  </a:cubicBezTo>
                  <a:cubicBezTo>
                    <a:pt x="78" y="91"/>
                    <a:pt x="65" y="82"/>
                    <a:pt x="53" y="79"/>
                  </a:cubicBezTo>
                  <a:cubicBezTo>
                    <a:pt x="29" y="73"/>
                    <a:pt x="26" y="110"/>
                    <a:pt x="20" y="126"/>
                  </a:cubicBezTo>
                  <a:cubicBezTo>
                    <a:pt x="18" y="112"/>
                    <a:pt x="20" y="97"/>
                    <a:pt x="18" y="83"/>
                  </a:cubicBezTo>
                  <a:cubicBezTo>
                    <a:pt x="16" y="69"/>
                    <a:pt x="15" y="40"/>
                    <a:pt x="8" y="30"/>
                  </a:cubicBezTo>
                </a:path>
              </a:pathLst>
            </a:custGeom>
            <a:solidFill>
              <a:srgbClr val="F990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5545" name="Freeform 115">
              <a:extLst>
                <a:ext uri="{FF2B5EF4-FFF2-40B4-BE49-F238E27FC236}">
                  <a16:creationId xmlns:a16="http://schemas.microsoft.com/office/drawing/2014/main" id="{005C6677-8EE6-4D53-8A46-FA211C67AF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1088" y="2205038"/>
              <a:ext cx="74613" cy="58738"/>
            </a:xfrm>
            <a:custGeom>
              <a:avLst/>
              <a:gdLst>
                <a:gd name="T0" fmla="*/ 2147483646 w 35"/>
                <a:gd name="T1" fmla="*/ 2147483646 h 28"/>
                <a:gd name="T2" fmla="*/ 2147483646 w 35"/>
                <a:gd name="T3" fmla="*/ 2147483646 h 28"/>
                <a:gd name="T4" fmla="*/ 2147483646 w 35"/>
                <a:gd name="T5" fmla="*/ 2147483646 h 28"/>
                <a:gd name="T6" fmla="*/ 0 60000 65536"/>
                <a:gd name="T7" fmla="*/ 0 60000 65536"/>
                <a:gd name="T8" fmla="*/ 0 60000 65536"/>
                <a:gd name="T9" fmla="*/ 0 w 35"/>
                <a:gd name="T10" fmla="*/ 0 h 28"/>
                <a:gd name="T11" fmla="*/ 35 w 35"/>
                <a:gd name="T12" fmla="*/ 28 h 2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5" h="28">
                  <a:moveTo>
                    <a:pt x="35" y="4"/>
                  </a:moveTo>
                  <a:cubicBezTo>
                    <a:pt x="11" y="4"/>
                    <a:pt x="20" y="14"/>
                    <a:pt x="33" y="25"/>
                  </a:cubicBezTo>
                  <a:cubicBezTo>
                    <a:pt x="12" y="28"/>
                    <a:pt x="0" y="0"/>
                    <a:pt x="29" y="3"/>
                  </a:cubicBezTo>
                </a:path>
              </a:pathLst>
            </a:custGeom>
            <a:solidFill>
              <a:srgbClr val="F990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5546" name="Freeform 116">
              <a:extLst>
                <a:ext uri="{FF2B5EF4-FFF2-40B4-BE49-F238E27FC236}">
                  <a16:creationId xmlns:a16="http://schemas.microsoft.com/office/drawing/2014/main" id="{CA6582B9-E6FD-4251-A440-1B23A55192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6651" y="2109788"/>
              <a:ext cx="60325" cy="42863"/>
            </a:xfrm>
            <a:custGeom>
              <a:avLst/>
              <a:gdLst>
                <a:gd name="T0" fmla="*/ 2147483646 w 29"/>
                <a:gd name="T1" fmla="*/ 2147483646 h 20"/>
                <a:gd name="T2" fmla="*/ 2147483646 w 29"/>
                <a:gd name="T3" fmla="*/ 2147483646 h 20"/>
                <a:gd name="T4" fmla="*/ 2147483646 w 29"/>
                <a:gd name="T5" fmla="*/ 2147483646 h 20"/>
                <a:gd name="T6" fmla="*/ 2147483646 w 29"/>
                <a:gd name="T7" fmla="*/ 2147483646 h 2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9"/>
                <a:gd name="T13" fmla="*/ 0 h 20"/>
                <a:gd name="T14" fmla="*/ 29 w 29"/>
                <a:gd name="T15" fmla="*/ 20 h 2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9" h="20">
                  <a:moveTo>
                    <a:pt x="29" y="16"/>
                  </a:moveTo>
                  <a:cubicBezTo>
                    <a:pt x="23" y="20"/>
                    <a:pt x="17" y="15"/>
                    <a:pt x="14" y="10"/>
                  </a:cubicBezTo>
                  <a:cubicBezTo>
                    <a:pt x="17" y="7"/>
                    <a:pt x="22" y="5"/>
                    <a:pt x="25" y="2"/>
                  </a:cubicBezTo>
                  <a:cubicBezTo>
                    <a:pt x="11" y="0"/>
                    <a:pt x="0" y="19"/>
                    <a:pt x="18" y="20"/>
                  </a:cubicBezTo>
                </a:path>
              </a:pathLst>
            </a:custGeom>
            <a:solidFill>
              <a:srgbClr val="F990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5547" name="Freeform 117">
              <a:extLst>
                <a:ext uri="{FF2B5EF4-FFF2-40B4-BE49-F238E27FC236}">
                  <a16:creationId xmlns:a16="http://schemas.microsoft.com/office/drawing/2014/main" id="{A23665C6-CA27-4658-94CE-F6C9B34F27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9188" y="2693988"/>
              <a:ext cx="103188" cy="69850"/>
            </a:xfrm>
            <a:custGeom>
              <a:avLst/>
              <a:gdLst>
                <a:gd name="T0" fmla="*/ 2147483646 w 49"/>
                <a:gd name="T1" fmla="*/ 2147483646 h 33"/>
                <a:gd name="T2" fmla="*/ 2147483646 w 49"/>
                <a:gd name="T3" fmla="*/ 2147483646 h 33"/>
                <a:gd name="T4" fmla="*/ 2147483646 w 49"/>
                <a:gd name="T5" fmla="*/ 2147483646 h 33"/>
                <a:gd name="T6" fmla="*/ 2147483646 w 49"/>
                <a:gd name="T7" fmla="*/ 2147483646 h 33"/>
                <a:gd name="T8" fmla="*/ 2147483646 w 49"/>
                <a:gd name="T9" fmla="*/ 0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49"/>
                <a:gd name="T16" fmla="*/ 0 h 33"/>
                <a:gd name="T17" fmla="*/ 49 w 49"/>
                <a:gd name="T18" fmla="*/ 33 h 3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49" h="33">
                  <a:moveTo>
                    <a:pt x="49" y="4"/>
                  </a:moveTo>
                  <a:cubicBezTo>
                    <a:pt x="44" y="5"/>
                    <a:pt x="29" y="7"/>
                    <a:pt x="26" y="12"/>
                  </a:cubicBezTo>
                  <a:cubicBezTo>
                    <a:pt x="21" y="21"/>
                    <a:pt x="30" y="27"/>
                    <a:pt x="38" y="28"/>
                  </a:cubicBezTo>
                  <a:cubicBezTo>
                    <a:pt x="32" y="31"/>
                    <a:pt x="15" y="33"/>
                    <a:pt x="10" y="26"/>
                  </a:cubicBezTo>
                  <a:cubicBezTo>
                    <a:pt x="0" y="11"/>
                    <a:pt x="34" y="3"/>
                    <a:pt x="42" y="0"/>
                  </a:cubicBezTo>
                </a:path>
              </a:pathLst>
            </a:custGeom>
            <a:solidFill>
              <a:srgbClr val="F990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5548" name="Freeform 118">
              <a:extLst>
                <a:ext uri="{FF2B5EF4-FFF2-40B4-BE49-F238E27FC236}">
                  <a16:creationId xmlns:a16="http://schemas.microsoft.com/office/drawing/2014/main" id="{79FC51DD-B769-4A5E-B378-171287B02A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9026" y="3448050"/>
              <a:ext cx="333375" cy="647700"/>
            </a:xfrm>
            <a:custGeom>
              <a:avLst/>
              <a:gdLst>
                <a:gd name="T0" fmla="*/ 2147483646 w 157"/>
                <a:gd name="T1" fmla="*/ 0 h 308"/>
                <a:gd name="T2" fmla="*/ 2147483646 w 157"/>
                <a:gd name="T3" fmla="*/ 2147483646 h 308"/>
                <a:gd name="T4" fmla="*/ 2147483646 w 157"/>
                <a:gd name="T5" fmla="*/ 2147483646 h 308"/>
                <a:gd name="T6" fmla="*/ 2147483646 w 157"/>
                <a:gd name="T7" fmla="*/ 2147483646 h 308"/>
                <a:gd name="T8" fmla="*/ 2147483646 w 157"/>
                <a:gd name="T9" fmla="*/ 2147483646 h 308"/>
                <a:gd name="T10" fmla="*/ 2147483646 w 157"/>
                <a:gd name="T11" fmla="*/ 2147483646 h 308"/>
                <a:gd name="T12" fmla="*/ 2147483646 w 157"/>
                <a:gd name="T13" fmla="*/ 2147483646 h 308"/>
                <a:gd name="T14" fmla="*/ 2147483646 w 157"/>
                <a:gd name="T15" fmla="*/ 2147483646 h 308"/>
                <a:gd name="T16" fmla="*/ 2147483646 w 157"/>
                <a:gd name="T17" fmla="*/ 2147483646 h 308"/>
                <a:gd name="T18" fmla="*/ 2147483646 w 157"/>
                <a:gd name="T19" fmla="*/ 2147483646 h 308"/>
                <a:gd name="T20" fmla="*/ 2147483646 w 157"/>
                <a:gd name="T21" fmla="*/ 2147483646 h 308"/>
                <a:gd name="T22" fmla="*/ 2147483646 w 157"/>
                <a:gd name="T23" fmla="*/ 2147483646 h 308"/>
                <a:gd name="T24" fmla="*/ 2147483646 w 157"/>
                <a:gd name="T25" fmla="*/ 2147483646 h 308"/>
                <a:gd name="T26" fmla="*/ 2147483646 w 157"/>
                <a:gd name="T27" fmla="*/ 2147483646 h 308"/>
                <a:gd name="T28" fmla="*/ 2147483646 w 157"/>
                <a:gd name="T29" fmla="*/ 2147483646 h 308"/>
                <a:gd name="T30" fmla="*/ 2147483646 w 157"/>
                <a:gd name="T31" fmla="*/ 2147483646 h 308"/>
                <a:gd name="T32" fmla="*/ 2147483646 w 157"/>
                <a:gd name="T33" fmla="*/ 2147483646 h 308"/>
                <a:gd name="T34" fmla="*/ 2147483646 w 157"/>
                <a:gd name="T35" fmla="*/ 2147483646 h 308"/>
                <a:gd name="T36" fmla="*/ 2147483646 w 157"/>
                <a:gd name="T37" fmla="*/ 2147483646 h 308"/>
                <a:gd name="T38" fmla="*/ 2147483646 w 157"/>
                <a:gd name="T39" fmla="*/ 2147483646 h 308"/>
                <a:gd name="T40" fmla="*/ 2147483646 w 157"/>
                <a:gd name="T41" fmla="*/ 2147483646 h 308"/>
                <a:gd name="T42" fmla="*/ 2147483646 w 157"/>
                <a:gd name="T43" fmla="*/ 2147483646 h 308"/>
                <a:gd name="T44" fmla="*/ 2147483646 w 157"/>
                <a:gd name="T45" fmla="*/ 2147483646 h 308"/>
                <a:gd name="T46" fmla="*/ 2147483646 w 157"/>
                <a:gd name="T47" fmla="*/ 2147483646 h 308"/>
                <a:gd name="T48" fmla="*/ 2147483646 w 157"/>
                <a:gd name="T49" fmla="*/ 2147483646 h 308"/>
                <a:gd name="T50" fmla="*/ 2147483646 w 157"/>
                <a:gd name="T51" fmla="*/ 2147483646 h 308"/>
                <a:gd name="T52" fmla="*/ 2147483646 w 157"/>
                <a:gd name="T53" fmla="*/ 2147483646 h 308"/>
                <a:gd name="T54" fmla="*/ 2147483646 w 157"/>
                <a:gd name="T55" fmla="*/ 2147483646 h 308"/>
                <a:gd name="T56" fmla="*/ 2147483646 w 157"/>
                <a:gd name="T57" fmla="*/ 2147483646 h 308"/>
                <a:gd name="T58" fmla="*/ 2147483646 w 157"/>
                <a:gd name="T59" fmla="*/ 2147483646 h 308"/>
                <a:gd name="T60" fmla="*/ 2147483646 w 157"/>
                <a:gd name="T61" fmla="*/ 2147483646 h 308"/>
                <a:gd name="T62" fmla="*/ 2147483646 w 157"/>
                <a:gd name="T63" fmla="*/ 2147483646 h 308"/>
                <a:gd name="T64" fmla="*/ 2147483646 w 157"/>
                <a:gd name="T65" fmla="*/ 2147483646 h 308"/>
                <a:gd name="T66" fmla="*/ 2147483646 w 157"/>
                <a:gd name="T67" fmla="*/ 2147483646 h 308"/>
                <a:gd name="T68" fmla="*/ 2147483646 w 157"/>
                <a:gd name="T69" fmla="*/ 2147483646 h 308"/>
                <a:gd name="T70" fmla="*/ 2147483646 w 157"/>
                <a:gd name="T71" fmla="*/ 2147483646 h 308"/>
                <a:gd name="T72" fmla="*/ 2147483646 w 157"/>
                <a:gd name="T73" fmla="*/ 2147483646 h 308"/>
                <a:gd name="T74" fmla="*/ 2147483646 w 157"/>
                <a:gd name="T75" fmla="*/ 2147483646 h 308"/>
                <a:gd name="T76" fmla="*/ 2147483646 w 157"/>
                <a:gd name="T77" fmla="*/ 2147483646 h 308"/>
                <a:gd name="T78" fmla="*/ 2147483646 w 157"/>
                <a:gd name="T79" fmla="*/ 2147483646 h 308"/>
                <a:gd name="T80" fmla="*/ 2147483646 w 157"/>
                <a:gd name="T81" fmla="*/ 2147483646 h 308"/>
                <a:gd name="T82" fmla="*/ 2147483646 w 157"/>
                <a:gd name="T83" fmla="*/ 2147483646 h 308"/>
                <a:gd name="T84" fmla="*/ 2147483646 w 157"/>
                <a:gd name="T85" fmla="*/ 2147483646 h 308"/>
                <a:gd name="T86" fmla="*/ 2147483646 w 157"/>
                <a:gd name="T87" fmla="*/ 0 h 308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157"/>
                <a:gd name="T133" fmla="*/ 0 h 308"/>
                <a:gd name="T134" fmla="*/ 157 w 157"/>
                <a:gd name="T135" fmla="*/ 308 h 308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157" h="308">
                  <a:moveTo>
                    <a:pt x="59" y="0"/>
                  </a:moveTo>
                  <a:cubicBezTo>
                    <a:pt x="59" y="0"/>
                    <a:pt x="51" y="26"/>
                    <a:pt x="42" y="36"/>
                  </a:cubicBezTo>
                  <a:cubicBezTo>
                    <a:pt x="32" y="46"/>
                    <a:pt x="31" y="48"/>
                    <a:pt x="25" y="63"/>
                  </a:cubicBezTo>
                  <a:cubicBezTo>
                    <a:pt x="18" y="78"/>
                    <a:pt x="4" y="93"/>
                    <a:pt x="6" y="104"/>
                  </a:cubicBezTo>
                  <a:cubicBezTo>
                    <a:pt x="8" y="115"/>
                    <a:pt x="8" y="124"/>
                    <a:pt x="6" y="133"/>
                  </a:cubicBezTo>
                  <a:cubicBezTo>
                    <a:pt x="5" y="142"/>
                    <a:pt x="6" y="151"/>
                    <a:pt x="3" y="157"/>
                  </a:cubicBezTo>
                  <a:cubicBezTo>
                    <a:pt x="1" y="163"/>
                    <a:pt x="0" y="165"/>
                    <a:pt x="2" y="172"/>
                  </a:cubicBezTo>
                  <a:cubicBezTo>
                    <a:pt x="4" y="180"/>
                    <a:pt x="7" y="186"/>
                    <a:pt x="7" y="192"/>
                  </a:cubicBezTo>
                  <a:cubicBezTo>
                    <a:pt x="7" y="197"/>
                    <a:pt x="6" y="215"/>
                    <a:pt x="6" y="215"/>
                  </a:cubicBezTo>
                  <a:cubicBezTo>
                    <a:pt x="6" y="215"/>
                    <a:pt x="7" y="217"/>
                    <a:pt x="11" y="217"/>
                  </a:cubicBezTo>
                  <a:cubicBezTo>
                    <a:pt x="11" y="217"/>
                    <a:pt x="10" y="231"/>
                    <a:pt x="11" y="240"/>
                  </a:cubicBezTo>
                  <a:cubicBezTo>
                    <a:pt x="13" y="249"/>
                    <a:pt x="12" y="256"/>
                    <a:pt x="12" y="263"/>
                  </a:cubicBezTo>
                  <a:cubicBezTo>
                    <a:pt x="13" y="271"/>
                    <a:pt x="15" y="278"/>
                    <a:pt x="15" y="287"/>
                  </a:cubicBezTo>
                  <a:cubicBezTo>
                    <a:pt x="16" y="296"/>
                    <a:pt x="17" y="306"/>
                    <a:pt x="28" y="307"/>
                  </a:cubicBezTo>
                  <a:cubicBezTo>
                    <a:pt x="39" y="308"/>
                    <a:pt x="39" y="298"/>
                    <a:pt x="40" y="286"/>
                  </a:cubicBezTo>
                  <a:cubicBezTo>
                    <a:pt x="40" y="273"/>
                    <a:pt x="41" y="270"/>
                    <a:pt x="41" y="261"/>
                  </a:cubicBezTo>
                  <a:cubicBezTo>
                    <a:pt x="40" y="252"/>
                    <a:pt x="40" y="245"/>
                    <a:pt x="42" y="237"/>
                  </a:cubicBezTo>
                  <a:cubicBezTo>
                    <a:pt x="44" y="229"/>
                    <a:pt x="46" y="229"/>
                    <a:pt x="46" y="218"/>
                  </a:cubicBezTo>
                  <a:cubicBezTo>
                    <a:pt x="46" y="207"/>
                    <a:pt x="52" y="182"/>
                    <a:pt x="52" y="182"/>
                  </a:cubicBezTo>
                  <a:cubicBezTo>
                    <a:pt x="52" y="182"/>
                    <a:pt x="54" y="203"/>
                    <a:pt x="53" y="207"/>
                  </a:cubicBezTo>
                  <a:cubicBezTo>
                    <a:pt x="53" y="212"/>
                    <a:pt x="51" y="219"/>
                    <a:pt x="53" y="225"/>
                  </a:cubicBezTo>
                  <a:cubicBezTo>
                    <a:pt x="54" y="232"/>
                    <a:pt x="54" y="239"/>
                    <a:pt x="53" y="244"/>
                  </a:cubicBezTo>
                  <a:cubicBezTo>
                    <a:pt x="53" y="249"/>
                    <a:pt x="52" y="261"/>
                    <a:pt x="56" y="265"/>
                  </a:cubicBezTo>
                  <a:cubicBezTo>
                    <a:pt x="61" y="269"/>
                    <a:pt x="66" y="272"/>
                    <a:pt x="72" y="271"/>
                  </a:cubicBezTo>
                  <a:cubicBezTo>
                    <a:pt x="78" y="270"/>
                    <a:pt x="83" y="258"/>
                    <a:pt x="83" y="251"/>
                  </a:cubicBezTo>
                  <a:cubicBezTo>
                    <a:pt x="82" y="245"/>
                    <a:pt x="84" y="240"/>
                    <a:pt x="84" y="240"/>
                  </a:cubicBezTo>
                  <a:cubicBezTo>
                    <a:pt x="84" y="240"/>
                    <a:pt x="89" y="249"/>
                    <a:pt x="95" y="250"/>
                  </a:cubicBezTo>
                  <a:cubicBezTo>
                    <a:pt x="101" y="251"/>
                    <a:pt x="107" y="244"/>
                    <a:pt x="109" y="235"/>
                  </a:cubicBezTo>
                  <a:cubicBezTo>
                    <a:pt x="111" y="225"/>
                    <a:pt x="114" y="216"/>
                    <a:pt x="115" y="207"/>
                  </a:cubicBezTo>
                  <a:cubicBezTo>
                    <a:pt x="116" y="199"/>
                    <a:pt x="119" y="192"/>
                    <a:pt x="118" y="187"/>
                  </a:cubicBezTo>
                  <a:cubicBezTo>
                    <a:pt x="117" y="182"/>
                    <a:pt x="121" y="168"/>
                    <a:pt x="126" y="167"/>
                  </a:cubicBezTo>
                  <a:cubicBezTo>
                    <a:pt x="126" y="167"/>
                    <a:pt x="127" y="170"/>
                    <a:pt x="127" y="174"/>
                  </a:cubicBezTo>
                  <a:cubicBezTo>
                    <a:pt x="126" y="179"/>
                    <a:pt x="129" y="185"/>
                    <a:pt x="130" y="188"/>
                  </a:cubicBezTo>
                  <a:cubicBezTo>
                    <a:pt x="131" y="191"/>
                    <a:pt x="132" y="198"/>
                    <a:pt x="131" y="203"/>
                  </a:cubicBezTo>
                  <a:cubicBezTo>
                    <a:pt x="129" y="208"/>
                    <a:pt x="124" y="218"/>
                    <a:pt x="128" y="220"/>
                  </a:cubicBezTo>
                  <a:cubicBezTo>
                    <a:pt x="132" y="222"/>
                    <a:pt x="140" y="225"/>
                    <a:pt x="144" y="220"/>
                  </a:cubicBezTo>
                  <a:cubicBezTo>
                    <a:pt x="149" y="214"/>
                    <a:pt x="149" y="210"/>
                    <a:pt x="151" y="199"/>
                  </a:cubicBezTo>
                  <a:cubicBezTo>
                    <a:pt x="153" y="188"/>
                    <a:pt x="156" y="184"/>
                    <a:pt x="154" y="177"/>
                  </a:cubicBezTo>
                  <a:cubicBezTo>
                    <a:pt x="152" y="170"/>
                    <a:pt x="153" y="161"/>
                    <a:pt x="154" y="156"/>
                  </a:cubicBezTo>
                  <a:cubicBezTo>
                    <a:pt x="154" y="150"/>
                    <a:pt x="153" y="145"/>
                    <a:pt x="154" y="136"/>
                  </a:cubicBezTo>
                  <a:cubicBezTo>
                    <a:pt x="154" y="127"/>
                    <a:pt x="155" y="127"/>
                    <a:pt x="154" y="117"/>
                  </a:cubicBezTo>
                  <a:cubicBezTo>
                    <a:pt x="152" y="107"/>
                    <a:pt x="157" y="74"/>
                    <a:pt x="152" y="56"/>
                  </a:cubicBezTo>
                  <a:cubicBezTo>
                    <a:pt x="148" y="39"/>
                    <a:pt x="147" y="23"/>
                    <a:pt x="147" y="23"/>
                  </a:cubicBezTo>
                  <a:lnTo>
                    <a:pt x="59" y="0"/>
                  </a:lnTo>
                  <a:close/>
                </a:path>
              </a:pathLst>
            </a:custGeom>
            <a:solidFill>
              <a:srgbClr val="F8F3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5549" name="Freeform 119">
              <a:extLst>
                <a:ext uri="{FF2B5EF4-FFF2-40B4-BE49-F238E27FC236}">
                  <a16:creationId xmlns:a16="http://schemas.microsoft.com/office/drawing/2014/main" id="{7000D798-E0D9-4BD5-BF09-49235CC9A3A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359026" y="3448050"/>
              <a:ext cx="304800" cy="646113"/>
            </a:xfrm>
            <a:custGeom>
              <a:avLst/>
              <a:gdLst>
                <a:gd name="T0" fmla="*/ 2147483646 w 144"/>
                <a:gd name="T1" fmla="*/ 2147483646 h 307"/>
                <a:gd name="T2" fmla="*/ 2147483646 w 144"/>
                <a:gd name="T3" fmla="*/ 2147483646 h 307"/>
                <a:gd name="T4" fmla="*/ 2147483646 w 144"/>
                <a:gd name="T5" fmla="*/ 2147483646 h 307"/>
                <a:gd name="T6" fmla="*/ 2147483646 w 144"/>
                <a:gd name="T7" fmla="*/ 2147483646 h 307"/>
                <a:gd name="T8" fmla="*/ 2147483646 w 144"/>
                <a:gd name="T9" fmla="*/ 2147483646 h 307"/>
                <a:gd name="T10" fmla="*/ 2147483646 w 144"/>
                <a:gd name="T11" fmla="*/ 2147483646 h 307"/>
                <a:gd name="T12" fmla="*/ 2147483646 w 144"/>
                <a:gd name="T13" fmla="*/ 2147483646 h 307"/>
                <a:gd name="T14" fmla="*/ 2147483646 w 144"/>
                <a:gd name="T15" fmla="*/ 2147483646 h 307"/>
                <a:gd name="T16" fmla="*/ 2147483646 w 144"/>
                <a:gd name="T17" fmla="*/ 2147483646 h 307"/>
                <a:gd name="T18" fmla="*/ 2147483646 w 144"/>
                <a:gd name="T19" fmla="*/ 2147483646 h 307"/>
                <a:gd name="T20" fmla="*/ 2147483646 w 144"/>
                <a:gd name="T21" fmla="*/ 2147483646 h 307"/>
                <a:gd name="T22" fmla="*/ 2147483646 w 144"/>
                <a:gd name="T23" fmla="*/ 2147483646 h 307"/>
                <a:gd name="T24" fmla="*/ 2147483646 w 144"/>
                <a:gd name="T25" fmla="*/ 2147483646 h 307"/>
                <a:gd name="T26" fmla="*/ 2147483646 w 144"/>
                <a:gd name="T27" fmla="*/ 0 h 307"/>
                <a:gd name="T28" fmla="*/ 2147483646 w 144"/>
                <a:gd name="T29" fmla="*/ 2147483646 h 307"/>
                <a:gd name="T30" fmla="*/ 2147483646 w 144"/>
                <a:gd name="T31" fmla="*/ 2147483646 h 307"/>
                <a:gd name="T32" fmla="*/ 2147483646 w 144"/>
                <a:gd name="T33" fmla="*/ 2147483646 h 307"/>
                <a:gd name="T34" fmla="*/ 2147483646 w 144"/>
                <a:gd name="T35" fmla="*/ 2147483646 h 307"/>
                <a:gd name="T36" fmla="*/ 2147483646 w 144"/>
                <a:gd name="T37" fmla="*/ 2147483646 h 307"/>
                <a:gd name="T38" fmla="*/ 2147483646 w 144"/>
                <a:gd name="T39" fmla="*/ 2147483646 h 307"/>
                <a:gd name="T40" fmla="*/ 2147483646 w 144"/>
                <a:gd name="T41" fmla="*/ 2147483646 h 307"/>
                <a:gd name="T42" fmla="*/ 2147483646 w 144"/>
                <a:gd name="T43" fmla="*/ 2147483646 h 307"/>
                <a:gd name="T44" fmla="*/ 2147483646 w 144"/>
                <a:gd name="T45" fmla="*/ 2147483646 h 307"/>
                <a:gd name="T46" fmla="*/ 2147483646 w 144"/>
                <a:gd name="T47" fmla="*/ 2147483646 h 307"/>
                <a:gd name="T48" fmla="*/ 2147483646 w 144"/>
                <a:gd name="T49" fmla="*/ 2147483646 h 307"/>
                <a:gd name="T50" fmla="*/ 2147483646 w 144"/>
                <a:gd name="T51" fmla="*/ 2147483646 h 307"/>
                <a:gd name="T52" fmla="*/ 2147483646 w 144"/>
                <a:gd name="T53" fmla="*/ 2147483646 h 307"/>
                <a:gd name="T54" fmla="*/ 2147483646 w 144"/>
                <a:gd name="T55" fmla="*/ 2147483646 h 307"/>
                <a:gd name="T56" fmla="*/ 2147483646 w 144"/>
                <a:gd name="T57" fmla="*/ 2147483646 h 307"/>
                <a:gd name="T58" fmla="*/ 2147483646 w 144"/>
                <a:gd name="T59" fmla="*/ 2147483646 h 307"/>
                <a:gd name="T60" fmla="*/ 2147483646 w 144"/>
                <a:gd name="T61" fmla="*/ 2147483646 h 307"/>
                <a:gd name="T62" fmla="*/ 2147483646 w 144"/>
                <a:gd name="T63" fmla="*/ 2147483646 h 307"/>
                <a:gd name="T64" fmla="*/ 2147483646 w 144"/>
                <a:gd name="T65" fmla="*/ 2147483646 h 307"/>
                <a:gd name="T66" fmla="*/ 2147483646 w 144"/>
                <a:gd name="T67" fmla="*/ 2147483646 h 307"/>
                <a:gd name="T68" fmla="*/ 2147483646 w 144"/>
                <a:gd name="T69" fmla="*/ 2147483646 h 307"/>
                <a:gd name="T70" fmla="*/ 2147483646 w 144"/>
                <a:gd name="T71" fmla="*/ 2147483646 h 307"/>
                <a:gd name="T72" fmla="*/ 2147483646 w 144"/>
                <a:gd name="T73" fmla="*/ 2147483646 h 307"/>
                <a:gd name="T74" fmla="*/ 2147483646 w 144"/>
                <a:gd name="T75" fmla="*/ 2147483646 h 307"/>
                <a:gd name="T76" fmla="*/ 2147483646 w 144"/>
                <a:gd name="T77" fmla="*/ 2147483646 h 307"/>
                <a:gd name="T78" fmla="*/ 2147483646 w 144"/>
                <a:gd name="T79" fmla="*/ 2147483646 h 307"/>
                <a:gd name="T80" fmla="*/ 2147483646 w 144"/>
                <a:gd name="T81" fmla="*/ 2147483646 h 307"/>
                <a:gd name="T82" fmla="*/ 2147483646 w 144"/>
                <a:gd name="T83" fmla="*/ 2147483646 h 307"/>
                <a:gd name="T84" fmla="*/ 2147483646 w 144"/>
                <a:gd name="T85" fmla="*/ 2147483646 h 307"/>
                <a:gd name="T86" fmla="*/ 2147483646 w 144"/>
                <a:gd name="T87" fmla="*/ 2147483646 h 307"/>
                <a:gd name="T88" fmla="*/ 2147483646 w 144"/>
                <a:gd name="T89" fmla="*/ 2147483646 h 307"/>
                <a:gd name="T90" fmla="*/ 2147483646 w 144"/>
                <a:gd name="T91" fmla="*/ 2147483646 h 307"/>
                <a:gd name="T92" fmla="*/ 2147483646 w 144"/>
                <a:gd name="T93" fmla="*/ 2147483646 h 307"/>
                <a:gd name="T94" fmla="*/ 2147483646 w 144"/>
                <a:gd name="T95" fmla="*/ 2147483646 h 307"/>
                <a:gd name="T96" fmla="*/ 2147483646 w 144"/>
                <a:gd name="T97" fmla="*/ 2147483646 h 307"/>
                <a:gd name="T98" fmla="*/ 2147483646 w 144"/>
                <a:gd name="T99" fmla="*/ 2147483646 h 307"/>
                <a:gd name="T100" fmla="*/ 2147483646 w 144"/>
                <a:gd name="T101" fmla="*/ 2147483646 h 307"/>
                <a:gd name="T102" fmla="*/ 2147483646 w 144"/>
                <a:gd name="T103" fmla="*/ 2147483646 h 307"/>
                <a:gd name="T104" fmla="*/ 2147483646 w 144"/>
                <a:gd name="T105" fmla="*/ 2147483646 h 307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144"/>
                <a:gd name="T160" fmla="*/ 0 h 307"/>
                <a:gd name="T161" fmla="*/ 144 w 144"/>
                <a:gd name="T162" fmla="*/ 307 h 307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144" h="307">
                  <a:moveTo>
                    <a:pt x="27" y="288"/>
                  </a:moveTo>
                  <a:cubicBezTo>
                    <a:pt x="26" y="279"/>
                    <a:pt x="25" y="272"/>
                    <a:pt x="24" y="264"/>
                  </a:cubicBezTo>
                  <a:cubicBezTo>
                    <a:pt x="23" y="257"/>
                    <a:pt x="24" y="250"/>
                    <a:pt x="23" y="241"/>
                  </a:cubicBezTo>
                  <a:cubicBezTo>
                    <a:pt x="21" y="232"/>
                    <a:pt x="22" y="218"/>
                    <a:pt x="22" y="218"/>
                  </a:cubicBezTo>
                  <a:cubicBezTo>
                    <a:pt x="19" y="218"/>
                    <a:pt x="17" y="216"/>
                    <a:pt x="17" y="216"/>
                  </a:cubicBezTo>
                  <a:cubicBezTo>
                    <a:pt x="17" y="216"/>
                    <a:pt x="18" y="198"/>
                    <a:pt x="18" y="193"/>
                  </a:cubicBezTo>
                  <a:cubicBezTo>
                    <a:pt x="19" y="187"/>
                    <a:pt x="16" y="181"/>
                    <a:pt x="14" y="174"/>
                  </a:cubicBezTo>
                  <a:cubicBezTo>
                    <a:pt x="11" y="166"/>
                    <a:pt x="12" y="164"/>
                    <a:pt x="15" y="158"/>
                  </a:cubicBezTo>
                  <a:cubicBezTo>
                    <a:pt x="17" y="152"/>
                    <a:pt x="12" y="141"/>
                    <a:pt x="13" y="132"/>
                  </a:cubicBezTo>
                  <a:cubicBezTo>
                    <a:pt x="14" y="124"/>
                    <a:pt x="20" y="117"/>
                    <a:pt x="18" y="105"/>
                  </a:cubicBezTo>
                  <a:cubicBezTo>
                    <a:pt x="16" y="94"/>
                    <a:pt x="29" y="79"/>
                    <a:pt x="36" y="64"/>
                  </a:cubicBezTo>
                  <a:cubicBezTo>
                    <a:pt x="43" y="49"/>
                    <a:pt x="44" y="47"/>
                    <a:pt x="53" y="37"/>
                  </a:cubicBezTo>
                  <a:cubicBezTo>
                    <a:pt x="61" y="28"/>
                    <a:pt x="68" y="9"/>
                    <a:pt x="70" y="3"/>
                  </a:cubicBezTo>
                  <a:cubicBezTo>
                    <a:pt x="59" y="0"/>
                    <a:pt x="59" y="0"/>
                    <a:pt x="59" y="0"/>
                  </a:cubicBezTo>
                  <a:cubicBezTo>
                    <a:pt x="59" y="0"/>
                    <a:pt x="51" y="26"/>
                    <a:pt x="42" y="36"/>
                  </a:cubicBezTo>
                  <a:cubicBezTo>
                    <a:pt x="32" y="46"/>
                    <a:pt x="31" y="48"/>
                    <a:pt x="25" y="63"/>
                  </a:cubicBezTo>
                  <a:cubicBezTo>
                    <a:pt x="18" y="78"/>
                    <a:pt x="4" y="93"/>
                    <a:pt x="6" y="104"/>
                  </a:cubicBezTo>
                  <a:cubicBezTo>
                    <a:pt x="8" y="115"/>
                    <a:pt x="8" y="124"/>
                    <a:pt x="6" y="133"/>
                  </a:cubicBezTo>
                  <a:cubicBezTo>
                    <a:pt x="5" y="142"/>
                    <a:pt x="6" y="151"/>
                    <a:pt x="3" y="157"/>
                  </a:cubicBezTo>
                  <a:cubicBezTo>
                    <a:pt x="1" y="163"/>
                    <a:pt x="0" y="165"/>
                    <a:pt x="2" y="172"/>
                  </a:cubicBezTo>
                  <a:cubicBezTo>
                    <a:pt x="4" y="180"/>
                    <a:pt x="7" y="186"/>
                    <a:pt x="7" y="192"/>
                  </a:cubicBezTo>
                  <a:cubicBezTo>
                    <a:pt x="7" y="197"/>
                    <a:pt x="6" y="215"/>
                    <a:pt x="6" y="215"/>
                  </a:cubicBezTo>
                  <a:cubicBezTo>
                    <a:pt x="6" y="215"/>
                    <a:pt x="7" y="217"/>
                    <a:pt x="11" y="217"/>
                  </a:cubicBezTo>
                  <a:cubicBezTo>
                    <a:pt x="11" y="217"/>
                    <a:pt x="10" y="231"/>
                    <a:pt x="11" y="240"/>
                  </a:cubicBezTo>
                  <a:cubicBezTo>
                    <a:pt x="13" y="249"/>
                    <a:pt x="12" y="256"/>
                    <a:pt x="12" y="263"/>
                  </a:cubicBezTo>
                  <a:cubicBezTo>
                    <a:pt x="13" y="271"/>
                    <a:pt x="15" y="278"/>
                    <a:pt x="15" y="287"/>
                  </a:cubicBezTo>
                  <a:cubicBezTo>
                    <a:pt x="16" y="296"/>
                    <a:pt x="17" y="306"/>
                    <a:pt x="28" y="307"/>
                  </a:cubicBezTo>
                  <a:cubicBezTo>
                    <a:pt x="31" y="307"/>
                    <a:pt x="33" y="307"/>
                    <a:pt x="34" y="306"/>
                  </a:cubicBezTo>
                  <a:cubicBezTo>
                    <a:pt x="28" y="302"/>
                    <a:pt x="27" y="295"/>
                    <a:pt x="27" y="288"/>
                  </a:cubicBezTo>
                  <a:close/>
                  <a:moveTo>
                    <a:pt x="65" y="245"/>
                  </a:moveTo>
                  <a:cubicBezTo>
                    <a:pt x="65" y="240"/>
                    <a:pt x="66" y="233"/>
                    <a:pt x="64" y="226"/>
                  </a:cubicBezTo>
                  <a:cubicBezTo>
                    <a:pt x="63" y="220"/>
                    <a:pt x="64" y="213"/>
                    <a:pt x="65" y="208"/>
                  </a:cubicBezTo>
                  <a:cubicBezTo>
                    <a:pt x="66" y="204"/>
                    <a:pt x="54" y="181"/>
                    <a:pt x="54" y="181"/>
                  </a:cubicBezTo>
                  <a:cubicBezTo>
                    <a:pt x="55" y="203"/>
                    <a:pt x="53" y="209"/>
                    <a:pt x="53" y="218"/>
                  </a:cubicBezTo>
                  <a:cubicBezTo>
                    <a:pt x="53" y="229"/>
                    <a:pt x="56" y="230"/>
                    <a:pt x="54" y="238"/>
                  </a:cubicBezTo>
                  <a:cubicBezTo>
                    <a:pt x="54" y="239"/>
                    <a:pt x="54" y="239"/>
                    <a:pt x="54" y="239"/>
                  </a:cubicBezTo>
                  <a:cubicBezTo>
                    <a:pt x="54" y="241"/>
                    <a:pt x="53" y="243"/>
                    <a:pt x="53" y="244"/>
                  </a:cubicBezTo>
                  <a:cubicBezTo>
                    <a:pt x="53" y="249"/>
                    <a:pt x="52" y="261"/>
                    <a:pt x="56" y="265"/>
                  </a:cubicBezTo>
                  <a:cubicBezTo>
                    <a:pt x="61" y="269"/>
                    <a:pt x="66" y="272"/>
                    <a:pt x="72" y="271"/>
                  </a:cubicBezTo>
                  <a:cubicBezTo>
                    <a:pt x="72" y="271"/>
                    <a:pt x="73" y="271"/>
                    <a:pt x="73" y="270"/>
                  </a:cubicBezTo>
                  <a:cubicBezTo>
                    <a:pt x="71" y="269"/>
                    <a:pt x="70" y="268"/>
                    <a:pt x="68" y="266"/>
                  </a:cubicBezTo>
                  <a:cubicBezTo>
                    <a:pt x="64" y="262"/>
                    <a:pt x="65" y="250"/>
                    <a:pt x="65" y="245"/>
                  </a:cubicBezTo>
                  <a:close/>
                  <a:moveTo>
                    <a:pt x="140" y="221"/>
                  </a:moveTo>
                  <a:cubicBezTo>
                    <a:pt x="136" y="219"/>
                    <a:pt x="141" y="209"/>
                    <a:pt x="142" y="204"/>
                  </a:cubicBezTo>
                  <a:cubicBezTo>
                    <a:pt x="144" y="199"/>
                    <a:pt x="140" y="193"/>
                    <a:pt x="139" y="190"/>
                  </a:cubicBezTo>
                  <a:cubicBezTo>
                    <a:pt x="138" y="187"/>
                    <a:pt x="133" y="182"/>
                    <a:pt x="133" y="178"/>
                  </a:cubicBezTo>
                  <a:cubicBezTo>
                    <a:pt x="133" y="173"/>
                    <a:pt x="128" y="167"/>
                    <a:pt x="128" y="167"/>
                  </a:cubicBezTo>
                  <a:cubicBezTo>
                    <a:pt x="124" y="168"/>
                    <a:pt x="130" y="180"/>
                    <a:pt x="130" y="186"/>
                  </a:cubicBezTo>
                  <a:cubicBezTo>
                    <a:pt x="130" y="187"/>
                    <a:pt x="130" y="187"/>
                    <a:pt x="130" y="188"/>
                  </a:cubicBezTo>
                  <a:cubicBezTo>
                    <a:pt x="131" y="191"/>
                    <a:pt x="132" y="198"/>
                    <a:pt x="131" y="203"/>
                  </a:cubicBezTo>
                  <a:cubicBezTo>
                    <a:pt x="129" y="208"/>
                    <a:pt x="124" y="218"/>
                    <a:pt x="128" y="220"/>
                  </a:cubicBezTo>
                  <a:cubicBezTo>
                    <a:pt x="131" y="222"/>
                    <a:pt x="137" y="224"/>
                    <a:pt x="141" y="222"/>
                  </a:cubicBezTo>
                  <a:cubicBezTo>
                    <a:pt x="141" y="222"/>
                    <a:pt x="140" y="221"/>
                    <a:pt x="140" y="221"/>
                  </a:cubicBezTo>
                  <a:close/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5550" name="Freeform 120">
              <a:extLst>
                <a:ext uri="{FF2B5EF4-FFF2-40B4-BE49-F238E27FC236}">
                  <a16:creationId xmlns:a16="http://schemas.microsoft.com/office/drawing/2014/main" id="{8EF7A948-4E06-433D-B6B0-10EF170C4A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6826" y="3816350"/>
              <a:ext cx="11113" cy="141288"/>
            </a:xfrm>
            <a:custGeom>
              <a:avLst/>
              <a:gdLst>
                <a:gd name="T0" fmla="*/ 0 w 5"/>
                <a:gd name="T1" fmla="*/ 2147483646 h 67"/>
                <a:gd name="T2" fmla="*/ 2147483646 w 5"/>
                <a:gd name="T3" fmla="*/ 2147483646 h 67"/>
                <a:gd name="T4" fmla="*/ 2147483646 w 5"/>
                <a:gd name="T5" fmla="*/ 2147483646 h 67"/>
                <a:gd name="T6" fmla="*/ 2147483646 w 5"/>
                <a:gd name="T7" fmla="*/ 2147483646 h 67"/>
                <a:gd name="T8" fmla="*/ 2147483646 w 5"/>
                <a:gd name="T9" fmla="*/ 0 h 6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"/>
                <a:gd name="T16" fmla="*/ 0 h 67"/>
                <a:gd name="T17" fmla="*/ 5 w 5"/>
                <a:gd name="T18" fmla="*/ 67 h 6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" h="67">
                  <a:moveTo>
                    <a:pt x="0" y="67"/>
                  </a:moveTo>
                  <a:cubicBezTo>
                    <a:pt x="0" y="61"/>
                    <a:pt x="2" y="56"/>
                    <a:pt x="2" y="51"/>
                  </a:cubicBezTo>
                  <a:cubicBezTo>
                    <a:pt x="2" y="46"/>
                    <a:pt x="2" y="40"/>
                    <a:pt x="1" y="35"/>
                  </a:cubicBezTo>
                  <a:cubicBezTo>
                    <a:pt x="0" y="29"/>
                    <a:pt x="0" y="26"/>
                    <a:pt x="1" y="20"/>
                  </a:cubicBezTo>
                  <a:cubicBezTo>
                    <a:pt x="2" y="14"/>
                    <a:pt x="5" y="6"/>
                    <a:pt x="5" y="0"/>
                  </a:cubicBezTo>
                </a:path>
              </a:pathLst>
            </a:custGeom>
            <a:noFill/>
            <a:ln w="2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5551" name="Freeform 121">
              <a:extLst>
                <a:ext uri="{FF2B5EF4-FFF2-40B4-BE49-F238E27FC236}">
                  <a16:creationId xmlns:a16="http://schemas.microsoft.com/office/drawing/2014/main" id="{3B93AD19-864C-4626-8E67-1249CE6295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9026" y="3448050"/>
              <a:ext cx="333375" cy="647700"/>
            </a:xfrm>
            <a:custGeom>
              <a:avLst/>
              <a:gdLst>
                <a:gd name="T0" fmla="*/ 2147483646 w 157"/>
                <a:gd name="T1" fmla="*/ 0 h 308"/>
                <a:gd name="T2" fmla="*/ 2147483646 w 157"/>
                <a:gd name="T3" fmla="*/ 2147483646 h 308"/>
                <a:gd name="T4" fmla="*/ 2147483646 w 157"/>
                <a:gd name="T5" fmla="*/ 2147483646 h 308"/>
                <a:gd name="T6" fmla="*/ 2147483646 w 157"/>
                <a:gd name="T7" fmla="*/ 2147483646 h 308"/>
                <a:gd name="T8" fmla="*/ 2147483646 w 157"/>
                <a:gd name="T9" fmla="*/ 2147483646 h 308"/>
                <a:gd name="T10" fmla="*/ 2147483646 w 157"/>
                <a:gd name="T11" fmla="*/ 2147483646 h 308"/>
                <a:gd name="T12" fmla="*/ 2147483646 w 157"/>
                <a:gd name="T13" fmla="*/ 2147483646 h 308"/>
                <a:gd name="T14" fmla="*/ 2147483646 w 157"/>
                <a:gd name="T15" fmla="*/ 2147483646 h 308"/>
                <a:gd name="T16" fmla="*/ 2147483646 w 157"/>
                <a:gd name="T17" fmla="*/ 2147483646 h 308"/>
                <a:gd name="T18" fmla="*/ 2147483646 w 157"/>
                <a:gd name="T19" fmla="*/ 2147483646 h 308"/>
                <a:gd name="T20" fmla="*/ 2147483646 w 157"/>
                <a:gd name="T21" fmla="*/ 2147483646 h 308"/>
                <a:gd name="T22" fmla="*/ 2147483646 w 157"/>
                <a:gd name="T23" fmla="*/ 2147483646 h 308"/>
                <a:gd name="T24" fmla="*/ 2147483646 w 157"/>
                <a:gd name="T25" fmla="*/ 2147483646 h 308"/>
                <a:gd name="T26" fmla="*/ 2147483646 w 157"/>
                <a:gd name="T27" fmla="*/ 2147483646 h 308"/>
                <a:gd name="T28" fmla="*/ 2147483646 w 157"/>
                <a:gd name="T29" fmla="*/ 2147483646 h 308"/>
                <a:gd name="T30" fmla="*/ 2147483646 w 157"/>
                <a:gd name="T31" fmla="*/ 2147483646 h 308"/>
                <a:gd name="T32" fmla="*/ 2147483646 w 157"/>
                <a:gd name="T33" fmla="*/ 2147483646 h 308"/>
                <a:gd name="T34" fmla="*/ 2147483646 w 157"/>
                <a:gd name="T35" fmla="*/ 2147483646 h 308"/>
                <a:gd name="T36" fmla="*/ 2147483646 w 157"/>
                <a:gd name="T37" fmla="*/ 2147483646 h 308"/>
                <a:gd name="T38" fmla="*/ 2147483646 w 157"/>
                <a:gd name="T39" fmla="*/ 2147483646 h 308"/>
                <a:gd name="T40" fmla="*/ 2147483646 w 157"/>
                <a:gd name="T41" fmla="*/ 2147483646 h 308"/>
                <a:gd name="T42" fmla="*/ 2147483646 w 157"/>
                <a:gd name="T43" fmla="*/ 2147483646 h 308"/>
                <a:gd name="T44" fmla="*/ 2147483646 w 157"/>
                <a:gd name="T45" fmla="*/ 2147483646 h 308"/>
                <a:gd name="T46" fmla="*/ 2147483646 w 157"/>
                <a:gd name="T47" fmla="*/ 2147483646 h 308"/>
                <a:gd name="T48" fmla="*/ 2147483646 w 157"/>
                <a:gd name="T49" fmla="*/ 2147483646 h 308"/>
                <a:gd name="T50" fmla="*/ 2147483646 w 157"/>
                <a:gd name="T51" fmla="*/ 2147483646 h 308"/>
                <a:gd name="T52" fmla="*/ 2147483646 w 157"/>
                <a:gd name="T53" fmla="*/ 2147483646 h 308"/>
                <a:gd name="T54" fmla="*/ 2147483646 w 157"/>
                <a:gd name="T55" fmla="*/ 2147483646 h 308"/>
                <a:gd name="T56" fmla="*/ 2147483646 w 157"/>
                <a:gd name="T57" fmla="*/ 2147483646 h 308"/>
                <a:gd name="T58" fmla="*/ 2147483646 w 157"/>
                <a:gd name="T59" fmla="*/ 2147483646 h 308"/>
                <a:gd name="T60" fmla="*/ 2147483646 w 157"/>
                <a:gd name="T61" fmla="*/ 2147483646 h 308"/>
                <a:gd name="T62" fmla="*/ 2147483646 w 157"/>
                <a:gd name="T63" fmla="*/ 2147483646 h 308"/>
                <a:gd name="T64" fmla="*/ 2147483646 w 157"/>
                <a:gd name="T65" fmla="*/ 2147483646 h 308"/>
                <a:gd name="T66" fmla="*/ 2147483646 w 157"/>
                <a:gd name="T67" fmla="*/ 2147483646 h 308"/>
                <a:gd name="T68" fmla="*/ 2147483646 w 157"/>
                <a:gd name="T69" fmla="*/ 2147483646 h 308"/>
                <a:gd name="T70" fmla="*/ 2147483646 w 157"/>
                <a:gd name="T71" fmla="*/ 2147483646 h 308"/>
                <a:gd name="T72" fmla="*/ 2147483646 w 157"/>
                <a:gd name="T73" fmla="*/ 2147483646 h 308"/>
                <a:gd name="T74" fmla="*/ 2147483646 w 157"/>
                <a:gd name="T75" fmla="*/ 2147483646 h 308"/>
                <a:gd name="T76" fmla="*/ 2147483646 w 157"/>
                <a:gd name="T77" fmla="*/ 2147483646 h 308"/>
                <a:gd name="T78" fmla="*/ 2147483646 w 157"/>
                <a:gd name="T79" fmla="*/ 2147483646 h 308"/>
                <a:gd name="T80" fmla="*/ 2147483646 w 157"/>
                <a:gd name="T81" fmla="*/ 2147483646 h 308"/>
                <a:gd name="T82" fmla="*/ 2147483646 w 157"/>
                <a:gd name="T83" fmla="*/ 2147483646 h 308"/>
                <a:gd name="T84" fmla="*/ 2147483646 w 157"/>
                <a:gd name="T85" fmla="*/ 2147483646 h 308"/>
                <a:gd name="T86" fmla="*/ 2147483646 w 157"/>
                <a:gd name="T87" fmla="*/ 0 h 308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157"/>
                <a:gd name="T133" fmla="*/ 0 h 308"/>
                <a:gd name="T134" fmla="*/ 157 w 157"/>
                <a:gd name="T135" fmla="*/ 308 h 308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157" h="308">
                  <a:moveTo>
                    <a:pt x="59" y="0"/>
                  </a:moveTo>
                  <a:cubicBezTo>
                    <a:pt x="59" y="0"/>
                    <a:pt x="51" y="26"/>
                    <a:pt x="42" y="36"/>
                  </a:cubicBezTo>
                  <a:cubicBezTo>
                    <a:pt x="32" y="46"/>
                    <a:pt x="31" y="48"/>
                    <a:pt x="25" y="63"/>
                  </a:cubicBezTo>
                  <a:cubicBezTo>
                    <a:pt x="18" y="78"/>
                    <a:pt x="4" y="93"/>
                    <a:pt x="6" y="104"/>
                  </a:cubicBezTo>
                  <a:cubicBezTo>
                    <a:pt x="8" y="115"/>
                    <a:pt x="8" y="124"/>
                    <a:pt x="6" y="133"/>
                  </a:cubicBezTo>
                  <a:cubicBezTo>
                    <a:pt x="5" y="142"/>
                    <a:pt x="6" y="151"/>
                    <a:pt x="3" y="157"/>
                  </a:cubicBezTo>
                  <a:cubicBezTo>
                    <a:pt x="1" y="163"/>
                    <a:pt x="0" y="165"/>
                    <a:pt x="2" y="172"/>
                  </a:cubicBezTo>
                  <a:cubicBezTo>
                    <a:pt x="4" y="180"/>
                    <a:pt x="7" y="186"/>
                    <a:pt x="7" y="192"/>
                  </a:cubicBezTo>
                  <a:cubicBezTo>
                    <a:pt x="7" y="197"/>
                    <a:pt x="6" y="215"/>
                    <a:pt x="6" y="215"/>
                  </a:cubicBezTo>
                  <a:cubicBezTo>
                    <a:pt x="6" y="215"/>
                    <a:pt x="7" y="217"/>
                    <a:pt x="11" y="217"/>
                  </a:cubicBezTo>
                  <a:cubicBezTo>
                    <a:pt x="11" y="217"/>
                    <a:pt x="10" y="231"/>
                    <a:pt x="11" y="240"/>
                  </a:cubicBezTo>
                  <a:cubicBezTo>
                    <a:pt x="13" y="249"/>
                    <a:pt x="12" y="256"/>
                    <a:pt x="12" y="263"/>
                  </a:cubicBezTo>
                  <a:cubicBezTo>
                    <a:pt x="13" y="271"/>
                    <a:pt x="15" y="278"/>
                    <a:pt x="15" y="287"/>
                  </a:cubicBezTo>
                  <a:cubicBezTo>
                    <a:pt x="16" y="296"/>
                    <a:pt x="17" y="306"/>
                    <a:pt x="28" y="307"/>
                  </a:cubicBezTo>
                  <a:cubicBezTo>
                    <a:pt x="39" y="308"/>
                    <a:pt x="39" y="298"/>
                    <a:pt x="40" y="286"/>
                  </a:cubicBezTo>
                  <a:cubicBezTo>
                    <a:pt x="40" y="273"/>
                    <a:pt x="41" y="270"/>
                    <a:pt x="41" y="261"/>
                  </a:cubicBezTo>
                  <a:cubicBezTo>
                    <a:pt x="40" y="252"/>
                    <a:pt x="40" y="245"/>
                    <a:pt x="42" y="237"/>
                  </a:cubicBezTo>
                  <a:cubicBezTo>
                    <a:pt x="44" y="229"/>
                    <a:pt x="46" y="229"/>
                    <a:pt x="46" y="218"/>
                  </a:cubicBezTo>
                  <a:cubicBezTo>
                    <a:pt x="46" y="207"/>
                    <a:pt x="52" y="182"/>
                    <a:pt x="52" y="182"/>
                  </a:cubicBezTo>
                  <a:cubicBezTo>
                    <a:pt x="52" y="182"/>
                    <a:pt x="54" y="203"/>
                    <a:pt x="53" y="207"/>
                  </a:cubicBezTo>
                  <a:cubicBezTo>
                    <a:pt x="53" y="212"/>
                    <a:pt x="51" y="219"/>
                    <a:pt x="53" y="225"/>
                  </a:cubicBezTo>
                  <a:cubicBezTo>
                    <a:pt x="54" y="232"/>
                    <a:pt x="54" y="239"/>
                    <a:pt x="53" y="244"/>
                  </a:cubicBezTo>
                  <a:cubicBezTo>
                    <a:pt x="53" y="249"/>
                    <a:pt x="52" y="261"/>
                    <a:pt x="56" y="265"/>
                  </a:cubicBezTo>
                  <a:cubicBezTo>
                    <a:pt x="61" y="269"/>
                    <a:pt x="66" y="272"/>
                    <a:pt x="72" y="271"/>
                  </a:cubicBezTo>
                  <a:cubicBezTo>
                    <a:pt x="78" y="270"/>
                    <a:pt x="83" y="258"/>
                    <a:pt x="83" y="251"/>
                  </a:cubicBezTo>
                  <a:cubicBezTo>
                    <a:pt x="82" y="245"/>
                    <a:pt x="84" y="240"/>
                    <a:pt x="84" y="240"/>
                  </a:cubicBezTo>
                  <a:cubicBezTo>
                    <a:pt x="84" y="240"/>
                    <a:pt x="89" y="249"/>
                    <a:pt x="95" y="250"/>
                  </a:cubicBezTo>
                  <a:cubicBezTo>
                    <a:pt x="101" y="251"/>
                    <a:pt x="107" y="244"/>
                    <a:pt x="109" y="235"/>
                  </a:cubicBezTo>
                  <a:cubicBezTo>
                    <a:pt x="111" y="225"/>
                    <a:pt x="114" y="216"/>
                    <a:pt x="115" y="207"/>
                  </a:cubicBezTo>
                  <a:cubicBezTo>
                    <a:pt x="116" y="199"/>
                    <a:pt x="119" y="192"/>
                    <a:pt x="118" y="187"/>
                  </a:cubicBezTo>
                  <a:cubicBezTo>
                    <a:pt x="117" y="182"/>
                    <a:pt x="121" y="168"/>
                    <a:pt x="126" y="167"/>
                  </a:cubicBezTo>
                  <a:cubicBezTo>
                    <a:pt x="126" y="167"/>
                    <a:pt x="127" y="170"/>
                    <a:pt x="127" y="174"/>
                  </a:cubicBezTo>
                  <a:cubicBezTo>
                    <a:pt x="126" y="179"/>
                    <a:pt x="129" y="185"/>
                    <a:pt x="130" y="188"/>
                  </a:cubicBezTo>
                  <a:cubicBezTo>
                    <a:pt x="131" y="191"/>
                    <a:pt x="132" y="198"/>
                    <a:pt x="131" y="203"/>
                  </a:cubicBezTo>
                  <a:cubicBezTo>
                    <a:pt x="129" y="208"/>
                    <a:pt x="124" y="218"/>
                    <a:pt x="128" y="220"/>
                  </a:cubicBezTo>
                  <a:cubicBezTo>
                    <a:pt x="132" y="222"/>
                    <a:pt x="140" y="225"/>
                    <a:pt x="144" y="220"/>
                  </a:cubicBezTo>
                  <a:cubicBezTo>
                    <a:pt x="149" y="214"/>
                    <a:pt x="149" y="210"/>
                    <a:pt x="151" y="199"/>
                  </a:cubicBezTo>
                  <a:cubicBezTo>
                    <a:pt x="153" y="188"/>
                    <a:pt x="156" y="184"/>
                    <a:pt x="154" y="177"/>
                  </a:cubicBezTo>
                  <a:cubicBezTo>
                    <a:pt x="152" y="170"/>
                    <a:pt x="153" y="161"/>
                    <a:pt x="154" y="156"/>
                  </a:cubicBezTo>
                  <a:cubicBezTo>
                    <a:pt x="154" y="150"/>
                    <a:pt x="153" y="145"/>
                    <a:pt x="154" y="136"/>
                  </a:cubicBezTo>
                  <a:cubicBezTo>
                    <a:pt x="154" y="127"/>
                    <a:pt x="155" y="127"/>
                    <a:pt x="154" y="117"/>
                  </a:cubicBezTo>
                  <a:cubicBezTo>
                    <a:pt x="152" y="107"/>
                    <a:pt x="157" y="74"/>
                    <a:pt x="152" y="56"/>
                  </a:cubicBezTo>
                  <a:cubicBezTo>
                    <a:pt x="148" y="39"/>
                    <a:pt x="147" y="23"/>
                    <a:pt x="147" y="23"/>
                  </a:cubicBezTo>
                  <a:lnTo>
                    <a:pt x="59" y="0"/>
                  </a:lnTo>
                  <a:close/>
                </a:path>
              </a:pathLst>
            </a:custGeom>
            <a:noFill/>
            <a:ln w="2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5552" name="Freeform 122">
              <a:extLst>
                <a:ext uri="{FF2B5EF4-FFF2-40B4-BE49-F238E27FC236}">
                  <a16:creationId xmlns:a16="http://schemas.microsoft.com/office/drawing/2014/main" id="{1155D35B-B06F-4731-87BC-3F7B97AB49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1251" y="3719513"/>
              <a:ext cx="12700" cy="187325"/>
            </a:xfrm>
            <a:custGeom>
              <a:avLst/>
              <a:gdLst>
                <a:gd name="T0" fmla="*/ 2147483646 w 6"/>
                <a:gd name="T1" fmla="*/ 2147483646 h 89"/>
                <a:gd name="T2" fmla="*/ 2147483646 w 6"/>
                <a:gd name="T3" fmla="*/ 2147483646 h 89"/>
                <a:gd name="T4" fmla="*/ 2147483646 w 6"/>
                <a:gd name="T5" fmla="*/ 2147483646 h 89"/>
                <a:gd name="T6" fmla="*/ 2147483646 w 6"/>
                <a:gd name="T7" fmla="*/ 2147483646 h 89"/>
                <a:gd name="T8" fmla="*/ 2147483646 w 6"/>
                <a:gd name="T9" fmla="*/ 0 h 8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"/>
                <a:gd name="T16" fmla="*/ 0 h 89"/>
                <a:gd name="T17" fmla="*/ 6 w 6"/>
                <a:gd name="T18" fmla="*/ 89 h 8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" h="89">
                  <a:moveTo>
                    <a:pt x="1" y="89"/>
                  </a:moveTo>
                  <a:cubicBezTo>
                    <a:pt x="1" y="82"/>
                    <a:pt x="5" y="75"/>
                    <a:pt x="5" y="68"/>
                  </a:cubicBezTo>
                  <a:cubicBezTo>
                    <a:pt x="6" y="61"/>
                    <a:pt x="3" y="53"/>
                    <a:pt x="3" y="45"/>
                  </a:cubicBezTo>
                  <a:cubicBezTo>
                    <a:pt x="3" y="37"/>
                    <a:pt x="2" y="30"/>
                    <a:pt x="1" y="22"/>
                  </a:cubicBezTo>
                  <a:cubicBezTo>
                    <a:pt x="0" y="15"/>
                    <a:pt x="1" y="8"/>
                    <a:pt x="1" y="0"/>
                  </a:cubicBezTo>
                </a:path>
              </a:pathLst>
            </a:custGeom>
            <a:noFill/>
            <a:ln w="2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5553" name="Freeform 123">
              <a:extLst>
                <a:ext uri="{FF2B5EF4-FFF2-40B4-BE49-F238E27FC236}">
                  <a16:creationId xmlns:a16="http://schemas.microsoft.com/office/drawing/2014/main" id="{60C1D2AE-D34F-4B90-B458-A5DC3D7702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8076" y="3854450"/>
              <a:ext cx="12700" cy="25400"/>
            </a:xfrm>
            <a:custGeom>
              <a:avLst/>
              <a:gdLst>
                <a:gd name="T0" fmla="*/ 0 w 6"/>
                <a:gd name="T1" fmla="*/ 0 h 12"/>
                <a:gd name="T2" fmla="*/ 2147483646 w 6"/>
                <a:gd name="T3" fmla="*/ 2147483646 h 12"/>
                <a:gd name="T4" fmla="*/ 0 60000 65536"/>
                <a:gd name="T5" fmla="*/ 0 60000 65536"/>
                <a:gd name="T6" fmla="*/ 0 w 6"/>
                <a:gd name="T7" fmla="*/ 0 h 12"/>
                <a:gd name="T8" fmla="*/ 6 w 6"/>
                <a:gd name="T9" fmla="*/ 12 h 12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6" h="12">
                  <a:moveTo>
                    <a:pt x="0" y="0"/>
                  </a:moveTo>
                  <a:cubicBezTo>
                    <a:pt x="5" y="2"/>
                    <a:pt x="6" y="8"/>
                    <a:pt x="4" y="12"/>
                  </a:cubicBezTo>
                </a:path>
              </a:pathLst>
            </a:custGeom>
            <a:noFill/>
            <a:ln w="2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5554" name="Freeform 124">
              <a:extLst>
                <a:ext uri="{FF2B5EF4-FFF2-40B4-BE49-F238E27FC236}">
                  <a16:creationId xmlns:a16="http://schemas.microsoft.com/office/drawing/2014/main" id="{FFC73528-A264-4A76-8F04-DEE81A35BE2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0301" y="4051300"/>
              <a:ext cx="38100" cy="28575"/>
            </a:xfrm>
            <a:custGeom>
              <a:avLst/>
              <a:gdLst>
                <a:gd name="T0" fmla="*/ 2147483646 w 18"/>
                <a:gd name="T1" fmla="*/ 2147483646 h 13"/>
                <a:gd name="T2" fmla="*/ 2147483646 w 18"/>
                <a:gd name="T3" fmla="*/ 2147483646 h 13"/>
                <a:gd name="T4" fmla="*/ 0 w 18"/>
                <a:gd name="T5" fmla="*/ 2147483646 h 13"/>
                <a:gd name="T6" fmla="*/ 0 60000 65536"/>
                <a:gd name="T7" fmla="*/ 0 60000 65536"/>
                <a:gd name="T8" fmla="*/ 0 60000 65536"/>
                <a:gd name="T9" fmla="*/ 0 w 18"/>
                <a:gd name="T10" fmla="*/ 0 h 13"/>
                <a:gd name="T11" fmla="*/ 18 w 18"/>
                <a:gd name="T12" fmla="*/ 13 h 13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8" h="13">
                  <a:moveTo>
                    <a:pt x="18" y="13"/>
                  </a:moveTo>
                  <a:cubicBezTo>
                    <a:pt x="18" y="1"/>
                    <a:pt x="13" y="0"/>
                    <a:pt x="3" y="2"/>
                  </a:cubicBezTo>
                  <a:cubicBezTo>
                    <a:pt x="0" y="5"/>
                    <a:pt x="0" y="9"/>
                    <a:pt x="0" y="12"/>
                  </a:cubicBezTo>
                </a:path>
              </a:pathLst>
            </a:custGeom>
            <a:noFill/>
            <a:ln w="2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5555" name="Freeform 125">
              <a:extLst>
                <a:ext uri="{FF2B5EF4-FFF2-40B4-BE49-F238E27FC236}">
                  <a16:creationId xmlns:a16="http://schemas.microsoft.com/office/drawing/2014/main" id="{50C94A33-0B38-427B-8335-33A88139F0C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0151" y="3810000"/>
              <a:ext cx="14288" cy="22225"/>
            </a:xfrm>
            <a:custGeom>
              <a:avLst/>
              <a:gdLst>
                <a:gd name="T0" fmla="*/ 0 w 7"/>
                <a:gd name="T1" fmla="*/ 2147483646 h 11"/>
                <a:gd name="T2" fmla="*/ 2147483646 w 7"/>
                <a:gd name="T3" fmla="*/ 0 h 11"/>
                <a:gd name="T4" fmla="*/ 0 60000 65536"/>
                <a:gd name="T5" fmla="*/ 0 60000 65536"/>
                <a:gd name="T6" fmla="*/ 0 w 7"/>
                <a:gd name="T7" fmla="*/ 0 h 11"/>
                <a:gd name="T8" fmla="*/ 7 w 7"/>
                <a:gd name="T9" fmla="*/ 11 h 1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7" h="11">
                  <a:moveTo>
                    <a:pt x="0" y="11"/>
                  </a:moveTo>
                  <a:cubicBezTo>
                    <a:pt x="0" y="6"/>
                    <a:pt x="3" y="1"/>
                    <a:pt x="7" y="0"/>
                  </a:cubicBezTo>
                </a:path>
              </a:pathLst>
            </a:custGeom>
            <a:noFill/>
            <a:ln w="2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5556" name="Freeform 126">
              <a:extLst>
                <a:ext uri="{FF2B5EF4-FFF2-40B4-BE49-F238E27FC236}">
                  <a16:creationId xmlns:a16="http://schemas.microsoft.com/office/drawing/2014/main" id="{24653C00-CF01-4766-AA35-6D8B39708DA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7938" y="3803650"/>
              <a:ext cx="7938" cy="11113"/>
            </a:xfrm>
            <a:custGeom>
              <a:avLst/>
              <a:gdLst>
                <a:gd name="T0" fmla="*/ 2147483646 w 4"/>
                <a:gd name="T1" fmla="*/ 2147483646 h 5"/>
                <a:gd name="T2" fmla="*/ 2147483646 w 4"/>
                <a:gd name="T3" fmla="*/ 0 h 5"/>
                <a:gd name="T4" fmla="*/ 0 60000 65536"/>
                <a:gd name="T5" fmla="*/ 0 60000 65536"/>
                <a:gd name="T6" fmla="*/ 0 w 4"/>
                <a:gd name="T7" fmla="*/ 0 h 5"/>
                <a:gd name="T8" fmla="*/ 4 w 4"/>
                <a:gd name="T9" fmla="*/ 5 h 5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4" h="5">
                  <a:moveTo>
                    <a:pt x="1" y="5"/>
                  </a:moveTo>
                  <a:cubicBezTo>
                    <a:pt x="0" y="3"/>
                    <a:pt x="1" y="1"/>
                    <a:pt x="4" y="0"/>
                  </a:cubicBezTo>
                </a:path>
              </a:pathLst>
            </a:custGeom>
            <a:noFill/>
            <a:ln w="2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5557" name="Freeform 127">
              <a:extLst>
                <a:ext uri="{FF2B5EF4-FFF2-40B4-BE49-F238E27FC236}">
                  <a16:creationId xmlns:a16="http://schemas.microsoft.com/office/drawing/2014/main" id="{09B0CE76-ADBB-44B2-B112-78EA9B4E60E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4138" y="3783013"/>
              <a:ext cx="6350" cy="15875"/>
            </a:xfrm>
            <a:custGeom>
              <a:avLst/>
              <a:gdLst>
                <a:gd name="T0" fmla="*/ 2147483646 w 3"/>
                <a:gd name="T1" fmla="*/ 2147483646 h 8"/>
                <a:gd name="T2" fmla="*/ 0 w 3"/>
                <a:gd name="T3" fmla="*/ 0 h 8"/>
                <a:gd name="T4" fmla="*/ 0 60000 65536"/>
                <a:gd name="T5" fmla="*/ 0 60000 65536"/>
                <a:gd name="T6" fmla="*/ 0 w 3"/>
                <a:gd name="T7" fmla="*/ 0 h 8"/>
                <a:gd name="T8" fmla="*/ 3 w 3"/>
                <a:gd name="T9" fmla="*/ 8 h 8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" h="8">
                  <a:moveTo>
                    <a:pt x="1" y="8"/>
                  </a:moveTo>
                  <a:cubicBezTo>
                    <a:pt x="3" y="6"/>
                    <a:pt x="1" y="2"/>
                    <a:pt x="0" y="0"/>
                  </a:cubicBezTo>
                </a:path>
              </a:pathLst>
            </a:custGeom>
            <a:noFill/>
            <a:ln w="2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5558" name="Freeform 128">
              <a:extLst>
                <a:ext uri="{FF2B5EF4-FFF2-40B4-BE49-F238E27FC236}">
                  <a16:creationId xmlns:a16="http://schemas.microsoft.com/office/drawing/2014/main" id="{F15BA850-5CA0-4BBF-AE30-AA92861A81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3651" y="3590925"/>
              <a:ext cx="22225" cy="188913"/>
            </a:xfrm>
            <a:custGeom>
              <a:avLst/>
              <a:gdLst>
                <a:gd name="T0" fmla="*/ 2147483646 w 11"/>
                <a:gd name="T1" fmla="*/ 0 h 90"/>
                <a:gd name="T2" fmla="*/ 2147483646 w 11"/>
                <a:gd name="T3" fmla="*/ 2147483646 h 90"/>
                <a:gd name="T4" fmla="*/ 2147483646 w 11"/>
                <a:gd name="T5" fmla="*/ 2147483646 h 90"/>
                <a:gd name="T6" fmla="*/ 0 w 11"/>
                <a:gd name="T7" fmla="*/ 2147483646 h 9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1"/>
                <a:gd name="T13" fmla="*/ 0 h 90"/>
                <a:gd name="T14" fmla="*/ 11 w 11"/>
                <a:gd name="T15" fmla="*/ 90 h 9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1" h="90">
                  <a:moveTo>
                    <a:pt x="11" y="0"/>
                  </a:moveTo>
                  <a:cubicBezTo>
                    <a:pt x="6" y="5"/>
                    <a:pt x="5" y="17"/>
                    <a:pt x="3" y="24"/>
                  </a:cubicBezTo>
                  <a:cubicBezTo>
                    <a:pt x="2" y="31"/>
                    <a:pt x="0" y="35"/>
                    <a:pt x="1" y="42"/>
                  </a:cubicBezTo>
                  <a:cubicBezTo>
                    <a:pt x="3" y="57"/>
                    <a:pt x="1" y="74"/>
                    <a:pt x="0" y="90"/>
                  </a:cubicBezTo>
                </a:path>
              </a:pathLst>
            </a:custGeom>
            <a:noFill/>
            <a:ln w="2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5559" name="Freeform 129">
              <a:extLst>
                <a:ext uri="{FF2B5EF4-FFF2-40B4-BE49-F238E27FC236}">
                  <a16:creationId xmlns:a16="http://schemas.microsoft.com/office/drawing/2014/main" id="{88539BE3-C869-4240-8AAD-8DA58404A8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5401" y="3597275"/>
              <a:ext cx="28575" cy="166688"/>
            </a:xfrm>
            <a:custGeom>
              <a:avLst/>
              <a:gdLst>
                <a:gd name="T0" fmla="*/ 2147483646 w 14"/>
                <a:gd name="T1" fmla="*/ 0 h 79"/>
                <a:gd name="T2" fmla="*/ 2147483646 w 14"/>
                <a:gd name="T3" fmla="*/ 2147483646 h 79"/>
                <a:gd name="T4" fmla="*/ 2147483646 w 14"/>
                <a:gd name="T5" fmla="*/ 2147483646 h 79"/>
                <a:gd name="T6" fmla="*/ 0 w 14"/>
                <a:gd name="T7" fmla="*/ 2147483646 h 79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4"/>
                <a:gd name="T13" fmla="*/ 0 h 79"/>
                <a:gd name="T14" fmla="*/ 14 w 14"/>
                <a:gd name="T15" fmla="*/ 79 h 79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4" h="79">
                  <a:moveTo>
                    <a:pt x="14" y="0"/>
                  </a:moveTo>
                  <a:cubicBezTo>
                    <a:pt x="13" y="0"/>
                    <a:pt x="12" y="21"/>
                    <a:pt x="12" y="25"/>
                  </a:cubicBezTo>
                  <a:cubicBezTo>
                    <a:pt x="10" y="32"/>
                    <a:pt x="8" y="39"/>
                    <a:pt x="7" y="47"/>
                  </a:cubicBezTo>
                  <a:cubicBezTo>
                    <a:pt x="4" y="57"/>
                    <a:pt x="3" y="69"/>
                    <a:pt x="0" y="79"/>
                  </a:cubicBezTo>
                </a:path>
              </a:pathLst>
            </a:custGeom>
            <a:noFill/>
            <a:ln w="2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5560" name="Freeform 130">
              <a:extLst>
                <a:ext uri="{FF2B5EF4-FFF2-40B4-BE49-F238E27FC236}">
                  <a16:creationId xmlns:a16="http://schemas.microsoft.com/office/drawing/2014/main" id="{EA964732-1130-40CB-9B8E-2362E83AB0C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5701" y="3676650"/>
              <a:ext cx="44450" cy="103188"/>
            </a:xfrm>
            <a:custGeom>
              <a:avLst/>
              <a:gdLst>
                <a:gd name="T0" fmla="*/ 2147483646 w 21"/>
                <a:gd name="T1" fmla="*/ 0 h 49"/>
                <a:gd name="T2" fmla="*/ 2147483646 w 21"/>
                <a:gd name="T3" fmla="*/ 2147483646 h 49"/>
                <a:gd name="T4" fmla="*/ 2147483646 w 21"/>
                <a:gd name="T5" fmla="*/ 2147483646 h 49"/>
                <a:gd name="T6" fmla="*/ 0 w 21"/>
                <a:gd name="T7" fmla="*/ 2147483646 h 49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"/>
                <a:gd name="T13" fmla="*/ 0 h 49"/>
                <a:gd name="T14" fmla="*/ 21 w 21"/>
                <a:gd name="T15" fmla="*/ 49 h 49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" h="49">
                  <a:moveTo>
                    <a:pt x="21" y="0"/>
                  </a:moveTo>
                  <a:cubicBezTo>
                    <a:pt x="19" y="7"/>
                    <a:pt x="15" y="15"/>
                    <a:pt x="11" y="21"/>
                  </a:cubicBezTo>
                  <a:cubicBezTo>
                    <a:pt x="9" y="25"/>
                    <a:pt x="6" y="28"/>
                    <a:pt x="4" y="31"/>
                  </a:cubicBezTo>
                  <a:cubicBezTo>
                    <a:pt x="2" y="37"/>
                    <a:pt x="3" y="44"/>
                    <a:pt x="0" y="49"/>
                  </a:cubicBezTo>
                </a:path>
              </a:pathLst>
            </a:custGeom>
            <a:noFill/>
            <a:ln w="2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5561" name="Freeform 131">
              <a:extLst>
                <a:ext uri="{FF2B5EF4-FFF2-40B4-BE49-F238E27FC236}">
                  <a16:creationId xmlns:a16="http://schemas.microsoft.com/office/drawing/2014/main" id="{F703CA1D-2623-431D-BC02-26687C1C89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4426" y="1290638"/>
              <a:ext cx="666750" cy="2286000"/>
            </a:xfrm>
            <a:custGeom>
              <a:avLst/>
              <a:gdLst>
                <a:gd name="T0" fmla="*/ 2147483646 w 315"/>
                <a:gd name="T1" fmla="*/ 2147483646 h 1086"/>
                <a:gd name="T2" fmla="*/ 2147483646 w 315"/>
                <a:gd name="T3" fmla="*/ 2147483646 h 1086"/>
                <a:gd name="T4" fmla="*/ 2147483646 w 315"/>
                <a:gd name="T5" fmla="*/ 2147483646 h 1086"/>
                <a:gd name="T6" fmla="*/ 2147483646 w 315"/>
                <a:gd name="T7" fmla="*/ 2147483646 h 1086"/>
                <a:gd name="T8" fmla="*/ 2147483646 w 315"/>
                <a:gd name="T9" fmla="*/ 2147483646 h 1086"/>
                <a:gd name="T10" fmla="*/ 2147483646 w 315"/>
                <a:gd name="T11" fmla="*/ 2147483646 h 1086"/>
                <a:gd name="T12" fmla="*/ 2147483646 w 315"/>
                <a:gd name="T13" fmla="*/ 2147483646 h 1086"/>
                <a:gd name="T14" fmla="*/ 2147483646 w 315"/>
                <a:gd name="T15" fmla="*/ 2147483646 h 1086"/>
                <a:gd name="T16" fmla="*/ 2147483646 w 315"/>
                <a:gd name="T17" fmla="*/ 2147483646 h 1086"/>
                <a:gd name="T18" fmla="*/ 2147483646 w 315"/>
                <a:gd name="T19" fmla="*/ 2147483646 h 1086"/>
                <a:gd name="T20" fmla="*/ 2147483646 w 315"/>
                <a:gd name="T21" fmla="*/ 2147483646 h 1086"/>
                <a:gd name="T22" fmla="*/ 2147483646 w 315"/>
                <a:gd name="T23" fmla="*/ 2147483646 h 1086"/>
                <a:gd name="T24" fmla="*/ 2147483646 w 315"/>
                <a:gd name="T25" fmla="*/ 2147483646 h 1086"/>
                <a:gd name="T26" fmla="*/ 2147483646 w 315"/>
                <a:gd name="T27" fmla="*/ 2147483646 h 1086"/>
                <a:gd name="T28" fmla="*/ 2147483646 w 315"/>
                <a:gd name="T29" fmla="*/ 2147483646 h 1086"/>
                <a:gd name="T30" fmla="*/ 2147483646 w 315"/>
                <a:gd name="T31" fmla="*/ 2147483646 h 1086"/>
                <a:gd name="T32" fmla="*/ 0 w 315"/>
                <a:gd name="T33" fmla="*/ 2147483646 h 1086"/>
                <a:gd name="T34" fmla="*/ 2147483646 w 315"/>
                <a:gd name="T35" fmla="*/ 2147483646 h 1086"/>
                <a:gd name="T36" fmla="*/ 2147483646 w 315"/>
                <a:gd name="T37" fmla="*/ 2147483646 h 1086"/>
                <a:gd name="T38" fmla="*/ 2147483646 w 315"/>
                <a:gd name="T39" fmla="*/ 2147483646 h 1086"/>
                <a:gd name="T40" fmla="*/ 2147483646 w 315"/>
                <a:gd name="T41" fmla="*/ 2147483646 h 1086"/>
                <a:gd name="T42" fmla="*/ 2147483646 w 315"/>
                <a:gd name="T43" fmla="*/ 2147483646 h 1086"/>
                <a:gd name="T44" fmla="*/ 2147483646 w 315"/>
                <a:gd name="T45" fmla="*/ 2147483646 h 1086"/>
                <a:gd name="T46" fmla="*/ 2147483646 w 315"/>
                <a:gd name="T47" fmla="*/ 2147483646 h 1086"/>
                <a:gd name="T48" fmla="*/ 2147483646 w 315"/>
                <a:gd name="T49" fmla="*/ 2147483646 h 1086"/>
                <a:gd name="T50" fmla="*/ 2147483646 w 315"/>
                <a:gd name="T51" fmla="*/ 2147483646 h 1086"/>
                <a:gd name="T52" fmla="*/ 2147483646 w 315"/>
                <a:gd name="T53" fmla="*/ 2147483646 h 1086"/>
                <a:gd name="T54" fmla="*/ 2147483646 w 315"/>
                <a:gd name="T55" fmla="*/ 2147483646 h 1086"/>
                <a:gd name="T56" fmla="*/ 2147483646 w 315"/>
                <a:gd name="T57" fmla="*/ 2147483646 h 1086"/>
                <a:gd name="T58" fmla="*/ 2147483646 w 315"/>
                <a:gd name="T59" fmla="*/ 2147483646 h 1086"/>
                <a:gd name="T60" fmla="*/ 2147483646 w 315"/>
                <a:gd name="T61" fmla="*/ 2147483646 h 1086"/>
                <a:gd name="T62" fmla="*/ 2147483646 w 315"/>
                <a:gd name="T63" fmla="*/ 2147483646 h 1086"/>
                <a:gd name="T64" fmla="*/ 2147483646 w 315"/>
                <a:gd name="T65" fmla="*/ 2147483646 h 1086"/>
                <a:gd name="T66" fmla="*/ 2147483646 w 315"/>
                <a:gd name="T67" fmla="*/ 2147483646 h 1086"/>
                <a:gd name="T68" fmla="*/ 2147483646 w 315"/>
                <a:gd name="T69" fmla="*/ 2147483646 h 1086"/>
                <a:gd name="T70" fmla="*/ 2147483646 w 315"/>
                <a:gd name="T71" fmla="*/ 2147483646 h 1086"/>
                <a:gd name="T72" fmla="*/ 2147483646 w 315"/>
                <a:gd name="T73" fmla="*/ 2147483646 h 1086"/>
                <a:gd name="T74" fmla="*/ 2147483646 w 315"/>
                <a:gd name="T75" fmla="*/ 2147483646 h 1086"/>
                <a:gd name="T76" fmla="*/ 2147483646 w 315"/>
                <a:gd name="T77" fmla="*/ 2147483646 h 1086"/>
                <a:gd name="T78" fmla="*/ 2147483646 w 315"/>
                <a:gd name="T79" fmla="*/ 2147483646 h 1086"/>
                <a:gd name="T80" fmla="*/ 2147483646 w 315"/>
                <a:gd name="T81" fmla="*/ 2147483646 h 1086"/>
                <a:gd name="T82" fmla="*/ 2147483646 w 315"/>
                <a:gd name="T83" fmla="*/ 2147483646 h 1086"/>
                <a:gd name="T84" fmla="*/ 2147483646 w 315"/>
                <a:gd name="T85" fmla="*/ 2147483646 h 1086"/>
                <a:gd name="T86" fmla="*/ 2147483646 w 315"/>
                <a:gd name="T87" fmla="*/ 2147483646 h 108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315"/>
                <a:gd name="T133" fmla="*/ 0 h 1086"/>
                <a:gd name="T134" fmla="*/ 315 w 315"/>
                <a:gd name="T135" fmla="*/ 1086 h 108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315" h="1086">
                  <a:moveTo>
                    <a:pt x="121" y="461"/>
                  </a:moveTo>
                  <a:cubicBezTo>
                    <a:pt x="121" y="461"/>
                    <a:pt x="122" y="516"/>
                    <a:pt x="122" y="524"/>
                  </a:cubicBezTo>
                  <a:cubicBezTo>
                    <a:pt x="121" y="532"/>
                    <a:pt x="120" y="545"/>
                    <a:pt x="121" y="552"/>
                  </a:cubicBezTo>
                  <a:cubicBezTo>
                    <a:pt x="122" y="560"/>
                    <a:pt x="121" y="573"/>
                    <a:pt x="125" y="578"/>
                  </a:cubicBezTo>
                  <a:cubicBezTo>
                    <a:pt x="129" y="583"/>
                    <a:pt x="114" y="596"/>
                    <a:pt x="117" y="607"/>
                  </a:cubicBezTo>
                  <a:cubicBezTo>
                    <a:pt x="119" y="617"/>
                    <a:pt x="115" y="625"/>
                    <a:pt x="114" y="631"/>
                  </a:cubicBezTo>
                  <a:cubicBezTo>
                    <a:pt x="112" y="636"/>
                    <a:pt x="109" y="642"/>
                    <a:pt x="110" y="645"/>
                  </a:cubicBezTo>
                  <a:cubicBezTo>
                    <a:pt x="112" y="649"/>
                    <a:pt x="104" y="653"/>
                    <a:pt x="107" y="663"/>
                  </a:cubicBezTo>
                  <a:cubicBezTo>
                    <a:pt x="110" y="673"/>
                    <a:pt x="109" y="678"/>
                    <a:pt x="106" y="683"/>
                  </a:cubicBezTo>
                  <a:cubicBezTo>
                    <a:pt x="104" y="689"/>
                    <a:pt x="102" y="700"/>
                    <a:pt x="101" y="710"/>
                  </a:cubicBezTo>
                  <a:cubicBezTo>
                    <a:pt x="100" y="720"/>
                    <a:pt x="91" y="742"/>
                    <a:pt x="90" y="752"/>
                  </a:cubicBezTo>
                  <a:cubicBezTo>
                    <a:pt x="90" y="762"/>
                    <a:pt x="85" y="794"/>
                    <a:pt x="83" y="809"/>
                  </a:cubicBezTo>
                  <a:cubicBezTo>
                    <a:pt x="81" y="824"/>
                    <a:pt x="80" y="845"/>
                    <a:pt x="70" y="861"/>
                  </a:cubicBezTo>
                  <a:cubicBezTo>
                    <a:pt x="60" y="877"/>
                    <a:pt x="49" y="894"/>
                    <a:pt x="50" y="902"/>
                  </a:cubicBezTo>
                  <a:cubicBezTo>
                    <a:pt x="51" y="910"/>
                    <a:pt x="48" y="920"/>
                    <a:pt x="45" y="927"/>
                  </a:cubicBezTo>
                  <a:cubicBezTo>
                    <a:pt x="42" y="935"/>
                    <a:pt x="38" y="953"/>
                    <a:pt x="30" y="970"/>
                  </a:cubicBezTo>
                  <a:cubicBezTo>
                    <a:pt x="22" y="986"/>
                    <a:pt x="0" y="1035"/>
                    <a:pt x="0" y="1035"/>
                  </a:cubicBezTo>
                  <a:cubicBezTo>
                    <a:pt x="0" y="1035"/>
                    <a:pt x="43" y="1042"/>
                    <a:pt x="74" y="1058"/>
                  </a:cubicBezTo>
                  <a:cubicBezTo>
                    <a:pt x="106" y="1075"/>
                    <a:pt x="145" y="1086"/>
                    <a:pt x="145" y="1086"/>
                  </a:cubicBezTo>
                  <a:cubicBezTo>
                    <a:pt x="145" y="1086"/>
                    <a:pt x="148" y="1071"/>
                    <a:pt x="146" y="1055"/>
                  </a:cubicBezTo>
                  <a:cubicBezTo>
                    <a:pt x="144" y="1038"/>
                    <a:pt x="146" y="1032"/>
                    <a:pt x="150" y="1023"/>
                  </a:cubicBezTo>
                  <a:cubicBezTo>
                    <a:pt x="155" y="1014"/>
                    <a:pt x="158" y="1014"/>
                    <a:pt x="159" y="997"/>
                  </a:cubicBezTo>
                  <a:cubicBezTo>
                    <a:pt x="160" y="980"/>
                    <a:pt x="158" y="973"/>
                    <a:pt x="165" y="965"/>
                  </a:cubicBezTo>
                  <a:cubicBezTo>
                    <a:pt x="173" y="958"/>
                    <a:pt x="179" y="956"/>
                    <a:pt x="182" y="944"/>
                  </a:cubicBezTo>
                  <a:cubicBezTo>
                    <a:pt x="185" y="931"/>
                    <a:pt x="195" y="923"/>
                    <a:pt x="198" y="908"/>
                  </a:cubicBezTo>
                  <a:cubicBezTo>
                    <a:pt x="201" y="894"/>
                    <a:pt x="200" y="872"/>
                    <a:pt x="206" y="856"/>
                  </a:cubicBezTo>
                  <a:cubicBezTo>
                    <a:pt x="212" y="839"/>
                    <a:pt x="206" y="833"/>
                    <a:pt x="216" y="817"/>
                  </a:cubicBezTo>
                  <a:cubicBezTo>
                    <a:pt x="226" y="800"/>
                    <a:pt x="233" y="796"/>
                    <a:pt x="239" y="768"/>
                  </a:cubicBezTo>
                  <a:cubicBezTo>
                    <a:pt x="244" y="739"/>
                    <a:pt x="242" y="734"/>
                    <a:pt x="248" y="721"/>
                  </a:cubicBezTo>
                  <a:cubicBezTo>
                    <a:pt x="253" y="707"/>
                    <a:pt x="253" y="710"/>
                    <a:pt x="256" y="691"/>
                  </a:cubicBezTo>
                  <a:cubicBezTo>
                    <a:pt x="259" y="672"/>
                    <a:pt x="261" y="663"/>
                    <a:pt x="266" y="659"/>
                  </a:cubicBezTo>
                  <a:cubicBezTo>
                    <a:pt x="271" y="655"/>
                    <a:pt x="271" y="652"/>
                    <a:pt x="269" y="637"/>
                  </a:cubicBezTo>
                  <a:cubicBezTo>
                    <a:pt x="266" y="622"/>
                    <a:pt x="267" y="619"/>
                    <a:pt x="269" y="594"/>
                  </a:cubicBezTo>
                  <a:cubicBezTo>
                    <a:pt x="271" y="568"/>
                    <a:pt x="271" y="544"/>
                    <a:pt x="273" y="524"/>
                  </a:cubicBezTo>
                  <a:cubicBezTo>
                    <a:pt x="275" y="505"/>
                    <a:pt x="273" y="484"/>
                    <a:pt x="275" y="472"/>
                  </a:cubicBezTo>
                  <a:cubicBezTo>
                    <a:pt x="278" y="459"/>
                    <a:pt x="283" y="442"/>
                    <a:pt x="282" y="424"/>
                  </a:cubicBezTo>
                  <a:cubicBezTo>
                    <a:pt x="281" y="406"/>
                    <a:pt x="291" y="365"/>
                    <a:pt x="291" y="339"/>
                  </a:cubicBezTo>
                  <a:cubicBezTo>
                    <a:pt x="292" y="313"/>
                    <a:pt x="294" y="310"/>
                    <a:pt x="297" y="304"/>
                  </a:cubicBezTo>
                  <a:cubicBezTo>
                    <a:pt x="299" y="298"/>
                    <a:pt x="302" y="291"/>
                    <a:pt x="301" y="282"/>
                  </a:cubicBezTo>
                  <a:cubicBezTo>
                    <a:pt x="300" y="273"/>
                    <a:pt x="303" y="268"/>
                    <a:pt x="307" y="260"/>
                  </a:cubicBezTo>
                  <a:cubicBezTo>
                    <a:pt x="312" y="252"/>
                    <a:pt x="315" y="232"/>
                    <a:pt x="309" y="213"/>
                  </a:cubicBezTo>
                  <a:cubicBezTo>
                    <a:pt x="303" y="195"/>
                    <a:pt x="278" y="89"/>
                    <a:pt x="265" y="78"/>
                  </a:cubicBezTo>
                  <a:cubicBezTo>
                    <a:pt x="265" y="78"/>
                    <a:pt x="202" y="0"/>
                    <a:pt x="149" y="52"/>
                  </a:cubicBezTo>
                  <a:cubicBezTo>
                    <a:pt x="96" y="104"/>
                    <a:pt x="93" y="264"/>
                    <a:pt x="102" y="283"/>
                  </a:cubicBezTo>
                </a:path>
              </a:pathLst>
            </a:custGeom>
            <a:solidFill>
              <a:srgbClr val="F77C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5562" name="Freeform 132">
              <a:extLst>
                <a:ext uri="{FF2B5EF4-FFF2-40B4-BE49-F238E27FC236}">
                  <a16:creationId xmlns:a16="http://schemas.microsoft.com/office/drawing/2014/main" id="{EE7F59DA-293C-4DA9-9344-6F4A70FBBC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4426" y="2152650"/>
              <a:ext cx="336550" cy="1330325"/>
            </a:xfrm>
            <a:custGeom>
              <a:avLst/>
              <a:gdLst>
                <a:gd name="T0" fmla="*/ 2147483646 w 159"/>
                <a:gd name="T1" fmla="*/ 2147483646 h 633"/>
                <a:gd name="T2" fmla="*/ 2147483646 w 159"/>
                <a:gd name="T3" fmla="*/ 2147483646 h 633"/>
                <a:gd name="T4" fmla="*/ 2147483646 w 159"/>
                <a:gd name="T5" fmla="*/ 2147483646 h 633"/>
                <a:gd name="T6" fmla="*/ 2147483646 w 159"/>
                <a:gd name="T7" fmla="*/ 2147483646 h 633"/>
                <a:gd name="T8" fmla="*/ 2147483646 w 159"/>
                <a:gd name="T9" fmla="*/ 2147483646 h 633"/>
                <a:gd name="T10" fmla="*/ 2147483646 w 159"/>
                <a:gd name="T11" fmla="*/ 2147483646 h 633"/>
                <a:gd name="T12" fmla="*/ 2147483646 w 159"/>
                <a:gd name="T13" fmla="*/ 2147483646 h 633"/>
                <a:gd name="T14" fmla="*/ 2147483646 w 159"/>
                <a:gd name="T15" fmla="*/ 2147483646 h 633"/>
                <a:gd name="T16" fmla="*/ 2147483646 w 159"/>
                <a:gd name="T17" fmla="*/ 2147483646 h 633"/>
                <a:gd name="T18" fmla="*/ 2147483646 w 159"/>
                <a:gd name="T19" fmla="*/ 2147483646 h 633"/>
                <a:gd name="T20" fmla="*/ 2147483646 w 159"/>
                <a:gd name="T21" fmla="*/ 2147483646 h 633"/>
                <a:gd name="T22" fmla="*/ 2147483646 w 159"/>
                <a:gd name="T23" fmla="*/ 2147483646 h 633"/>
                <a:gd name="T24" fmla="*/ 2147483646 w 159"/>
                <a:gd name="T25" fmla="*/ 2147483646 h 633"/>
                <a:gd name="T26" fmla="*/ 2147483646 w 159"/>
                <a:gd name="T27" fmla="*/ 0 h 633"/>
                <a:gd name="T28" fmla="*/ 2147483646 w 159"/>
                <a:gd name="T29" fmla="*/ 2147483646 h 633"/>
                <a:gd name="T30" fmla="*/ 2147483646 w 159"/>
                <a:gd name="T31" fmla="*/ 2147483646 h 633"/>
                <a:gd name="T32" fmla="*/ 2147483646 w 159"/>
                <a:gd name="T33" fmla="*/ 2147483646 h 633"/>
                <a:gd name="T34" fmla="*/ 2147483646 w 159"/>
                <a:gd name="T35" fmla="*/ 2147483646 h 633"/>
                <a:gd name="T36" fmla="*/ 2147483646 w 159"/>
                <a:gd name="T37" fmla="*/ 2147483646 h 633"/>
                <a:gd name="T38" fmla="*/ 2147483646 w 159"/>
                <a:gd name="T39" fmla="*/ 2147483646 h 633"/>
                <a:gd name="T40" fmla="*/ 2147483646 w 159"/>
                <a:gd name="T41" fmla="*/ 2147483646 h 633"/>
                <a:gd name="T42" fmla="*/ 2147483646 w 159"/>
                <a:gd name="T43" fmla="*/ 2147483646 h 633"/>
                <a:gd name="T44" fmla="*/ 2147483646 w 159"/>
                <a:gd name="T45" fmla="*/ 2147483646 h 633"/>
                <a:gd name="T46" fmla="*/ 2147483646 w 159"/>
                <a:gd name="T47" fmla="*/ 2147483646 h 633"/>
                <a:gd name="T48" fmla="*/ 2147483646 w 159"/>
                <a:gd name="T49" fmla="*/ 2147483646 h 633"/>
                <a:gd name="T50" fmla="*/ 2147483646 w 159"/>
                <a:gd name="T51" fmla="*/ 2147483646 h 633"/>
                <a:gd name="T52" fmla="*/ 2147483646 w 159"/>
                <a:gd name="T53" fmla="*/ 2147483646 h 633"/>
                <a:gd name="T54" fmla="*/ 2147483646 w 159"/>
                <a:gd name="T55" fmla="*/ 2147483646 h 633"/>
                <a:gd name="T56" fmla="*/ 2147483646 w 159"/>
                <a:gd name="T57" fmla="*/ 2147483646 h 633"/>
                <a:gd name="T58" fmla="*/ 2147483646 w 159"/>
                <a:gd name="T59" fmla="*/ 2147483646 h 633"/>
                <a:gd name="T60" fmla="*/ 0 w 159"/>
                <a:gd name="T61" fmla="*/ 2147483646 h 633"/>
                <a:gd name="T62" fmla="*/ 2147483646 w 159"/>
                <a:gd name="T63" fmla="*/ 2147483646 h 633"/>
                <a:gd name="T64" fmla="*/ 2147483646 w 159"/>
                <a:gd name="T65" fmla="*/ 2147483646 h 633"/>
                <a:gd name="T66" fmla="*/ 2147483646 w 159"/>
                <a:gd name="T67" fmla="*/ 2147483646 h 633"/>
                <a:gd name="T68" fmla="*/ 2147483646 w 159"/>
                <a:gd name="T69" fmla="*/ 2147483646 h 633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159"/>
                <a:gd name="T106" fmla="*/ 0 h 633"/>
                <a:gd name="T107" fmla="*/ 159 w 159"/>
                <a:gd name="T108" fmla="*/ 633 h 633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159" h="633">
                  <a:moveTo>
                    <a:pt x="80" y="506"/>
                  </a:moveTo>
                  <a:cubicBezTo>
                    <a:pt x="79" y="497"/>
                    <a:pt x="91" y="481"/>
                    <a:pt x="100" y="465"/>
                  </a:cubicBezTo>
                  <a:cubicBezTo>
                    <a:pt x="110" y="449"/>
                    <a:pt x="111" y="428"/>
                    <a:pt x="113" y="413"/>
                  </a:cubicBezTo>
                  <a:cubicBezTo>
                    <a:pt x="115" y="397"/>
                    <a:pt x="120" y="366"/>
                    <a:pt x="121" y="356"/>
                  </a:cubicBezTo>
                  <a:cubicBezTo>
                    <a:pt x="121" y="346"/>
                    <a:pt x="131" y="324"/>
                    <a:pt x="131" y="314"/>
                  </a:cubicBezTo>
                  <a:cubicBezTo>
                    <a:pt x="132" y="304"/>
                    <a:pt x="134" y="293"/>
                    <a:pt x="137" y="287"/>
                  </a:cubicBezTo>
                  <a:cubicBezTo>
                    <a:pt x="139" y="282"/>
                    <a:pt x="140" y="277"/>
                    <a:pt x="137" y="267"/>
                  </a:cubicBezTo>
                  <a:cubicBezTo>
                    <a:pt x="134" y="257"/>
                    <a:pt x="142" y="252"/>
                    <a:pt x="141" y="249"/>
                  </a:cubicBezTo>
                  <a:cubicBezTo>
                    <a:pt x="139" y="245"/>
                    <a:pt x="142" y="240"/>
                    <a:pt x="144" y="234"/>
                  </a:cubicBezTo>
                  <a:cubicBezTo>
                    <a:pt x="146" y="229"/>
                    <a:pt x="149" y="221"/>
                    <a:pt x="147" y="210"/>
                  </a:cubicBezTo>
                  <a:cubicBezTo>
                    <a:pt x="145" y="200"/>
                    <a:pt x="159" y="187"/>
                    <a:pt x="155" y="182"/>
                  </a:cubicBezTo>
                  <a:cubicBezTo>
                    <a:pt x="152" y="177"/>
                    <a:pt x="152" y="164"/>
                    <a:pt x="151" y="156"/>
                  </a:cubicBezTo>
                  <a:cubicBezTo>
                    <a:pt x="150" y="149"/>
                    <a:pt x="151" y="136"/>
                    <a:pt x="152" y="128"/>
                  </a:cubicBezTo>
                  <a:cubicBezTo>
                    <a:pt x="153" y="119"/>
                    <a:pt x="122" y="0"/>
                    <a:pt x="122" y="0"/>
                  </a:cubicBezTo>
                  <a:cubicBezTo>
                    <a:pt x="122" y="0"/>
                    <a:pt x="131" y="81"/>
                    <a:pt x="125" y="95"/>
                  </a:cubicBezTo>
                  <a:cubicBezTo>
                    <a:pt x="121" y="106"/>
                    <a:pt x="125" y="120"/>
                    <a:pt x="121" y="123"/>
                  </a:cubicBezTo>
                  <a:cubicBezTo>
                    <a:pt x="120" y="130"/>
                    <a:pt x="120" y="138"/>
                    <a:pt x="121" y="143"/>
                  </a:cubicBezTo>
                  <a:cubicBezTo>
                    <a:pt x="122" y="151"/>
                    <a:pt x="121" y="164"/>
                    <a:pt x="125" y="169"/>
                  </a:cubicBezTo>
                  <a:cubicBezTo>
                    <a:pt x="129" y="174"/>
                    <a:pt x="114" y="187"/>
                    <a:pt x="117" y="198"/>
                  </a:cubicBezTo>
                  <a:cubicBezTo>
                    <a:pt x="119" y="208"/>
                    <a:pt x="115" y="216"/>
                    <a:pt x="114" y="222"/>
                  </a:cubicBezTo>
                  <a:cubicBezTo>
                    <a:pt x="112" y="227"/>
                    <a:pt x="109" y="233"/>
                    <a:pt x="110" y="236"/>
                  </a:cubicBezTo>
                  <a:cubicBezTo>
                    <a:pt x="112" y="240"/>
                    <a:pt x="104" y="244"/>
                    <a:pt x="107" y="254"/>
                  </a:cubicBezTo>
                  <a:cubicBezTo>
                    <a:pt x="110" y="264"/>
                    <a:pt x="109" y="269"/>
                    <a:pt x="106" y="274"/>
                  </a:cubicBezTo>
                  <a:cubicBezTo>
                    <a:pt x="104" y="280"/>
                    <a:pt x="102" y="291"/>
                    <a:pt x="101" y="301"/>
                  </a:cubicBezTo>
                  <a:cubicBezTo>
                    <a:pt x="100" y="311"/>
                    <a:pt x="91" y="333"/>
                    <a:pt x="90" y="343"/>
                  </a:cubicBezTo>
                  <a:cubicBezTo>
                    <a:pt x="90" y="353"/>
                    <a:pt x="85" y="385"/>
                    <a:pt x="83" y="400"/>
                  </a:cubicBezTo>
                  <a:cubicBezTo>
                    <a:pt x="81" y="415"/>
                    <a:pt x="80" y="436"/>
                    <a:pt x="70" y="452"/>
                  </a:cubicBezTo>
                  <a:cubicBezTo>
                    <a:pt x="60" y="468"/>
                    <a:pt x="49" y="485"/>
                    <a:pt x="50" y="493"/>
                  </a:cubicBezTo>
                  <a:cubicBezTo>
                    <a:pt x="51" y="501"/>
                    <a:pt x="48" y="511"/>
                    <a:pt x="45" y="518"/>
                  </a:cubicBezTo>
                  <a:cubicBezTo>
                    <a:pt x="42" y="526"/>
                    <a:pt x="38" y="544"/>
                    <a:pt x="30" y="561"/>
                  </a:cubicBezTo>
                  <a:cubicBezTo>
                    <a:pt x="22" y="577"/>
                    <a:pt x="0" y="626"/>
                    <a:pt x="0" y="626"/>
                  </a:cubicBezTo>
                  <a:cubicBezTo>
                    <a:pt x="0" y="626"/>
                    <a:pt x="14" y="628"/>
                    <a:pt x="32" y="633"/>
                  </a:cubicBezTo>
                  <a:cubicBezTo>
                    <a:pt x="38" y="620"/>
                    <a:pt x="54" y="586"/>
                    <a:pt x="60" y="573"/>
                  </a:cubicBezTo>
                  <a:cubicBezTo>
                    <a:pt x="69" y="557"/>
                    <a:pt x="72" y="539"/>
                    <a:pt x="75" y="531"/>
                  </a:cubicBezTo>
                  <a:cubicBezTo>
                    <a:pt x="78" y="524"/>
                    <a:pt x="81" y="514"/>
                    <a:pt x="80" y="506"/>
                  </a:cubicBezTo>
                  <a:close/>
                </a:path>
              </a:pathLst>
            </a:custGeom>
            <a:solidFill>
              <a:srgbClr val="F990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5563" name="Freeform 133">
              <a:extLst>
                <a:ext uri="{FF2B5EF4-FFF2-40B4-BE49-F238E27FC236}">
                  <a16:creationId xmlns:a16="http://schemas.microsoft.com/office/drawing/2014/main" id="{CB214AEB-4578-42C4-B8A7-05EFCA665E3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7938" y="3521075"/>
              <a:ext cx="69850" cy="30163"/>
            </a:xfrm>
            <a:custGeom>
              <a:avLst/>
              <a:gdLst>
                <a:gd name="T0" fmla="*/ 2147483646 w 33"/>
                <a:gd name="T1" fmla="*/ 2147483646 h 14"/>
                <a:gd name="T2" fmla="*/ 0 w 33"/>
                <a:gd name="T3" fmla="*/ 0 h 14"/>
                <a:gd name="T4" fmla="*/ 2147483646 w 33"/>
                <a:gd name="T5" fmla="*/ 2147483646 h 14"/>
                <a:gd name="T6" fmla="*/ 2147483646 w 33"/>
                <a:gd name="T7" fmla="*/ 2147483646 h 14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33"/>
                <a:gd name="T13" fmla="*/ 0 h 14"/>
                <a:gd name="T14" fmla="*/ 33 w 33"/>
                <a:gd name="T15" fmla="*/ 14 h 14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33" h="14">
                  <a:moveTo>
                    <a:pt x="27" y="11"/>
                  </a:moveTo>
                  <a:cubicBezTo>
                    <a:pt x="19" y="7"/>
                    <a:pt x="9" y="3"/>
                    <a:pt x="0" y="0"/>
                  </a:cubicBezTo>
                  <a:cubicBezTo>
                    <a:pt x="11" y="5"/>
                    <a:pt x="22" y="10"/>
                    <a:pt x="33" y="14"/>
                  </a:cubicBezTo>
                  <a:cubicBezTo>
                    <a:pt x="31" y="13"/>
                    <a:pt x="29" y="12"/>
                    <a:pt x="27" y="11"/>
                  </a:cubicBezTo>
                  <a:close/>
                </a:path>
              </a:pathLst>
            </a:custGeom>
            <a:solidFill>
              <a:srgbClr val="F990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5564" name="Freeform 134">
              <a:extLst>
                <a:ext uri="{FF2B5EF4-FFF2-40B4-BE49-F238E27FC236}">
                  <a16:creationId xmlns:a16="http://schemas.microsoft.com/office/drawing/2014/main" id="{3A96FA64-E7FE-49B0-8D61-E19874D673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2838" y="3468688"/>
              <a:ext cx="84138" cy="42863"/>
            </a:xfrm>
            <a:custGeom>
              <a:avLst/>
              <a:gdLst>
                <a:gd name="T0" fmla="*/ 2147483646 w 40"/>
                <a:gd name="T1" fmla="*/ 2147483646 h 20"/>
                <a:gd name="T2" fmla="*/ 0 w 40"/>
                <a:gd name="T3" fmla="*/ 0 h 20"/>
                <a:gd name="T4" fmla="*/ 2147483646 w 40"/>
                <a:gd name="T5" fmla="*/ 2147483646 h 20"/>
                <a:gd name="T6" fmla="*/ 2147483646 w 40"/>
                <a:gd name="T7" fmla="*/ 2147483646 h 2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40"/>
                <a:gd name="T13" fmla="*/ 0 h 20"/>
                <a:gd name="T14" fmla="*/ 40 w 40"/>
                <a:gd name="T15" fmla="*/ 20 h 2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40" h="20">
                  <a:moveTo>
                    <a:pt x="40" y="9"/>
                  </a:moveTo>
                  <a:cubicBezTo>
                    <a:pt x="40" y="9"/>
                    <a:pt x="13" y="1"/>
                    <a:pt x="0" y="0"/>
                  </a:cubicBezTo>
                  <a:cubicBezTo>
                    <a:pt x="0" y="0"/>
                    <a:pt x="1" y="8"/>
                    <a:pt x="35" y="20"/>
                  </a:cubicBezTo>
                  <a:cubicBezTo>
                    <a:pt x="35" y="20"/>
                    <a:pt x="37" y="16"/>
                    <a:pt x="40" y="9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5565" name="Freeform 135">
              <a:extLst>
                <a:ext uri="{FF2B5EF4-FFF2-40B4-BE49-F238E27FC236}">
                  <a16:creationId xmlns:a16="http://schemas.microsoft.com/office/drawing/2014/main" id="{6743D652-BF7F-4307-A2FD-820A3174CAD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4426" y="1328738"/>
              <a:ext cx="666750" cy="2247900"/>
            </a:xfrm>
            <a:custGeom>
              <a:avLst/>
              <a:gdLst>
                <a:gd name="T0" fmla="*/ 2147483646 w 315"/>
                <a:gd name="T1" fmla="*/ 2147483646 h 1068"/>
                <a:gd name="T2" fmla="*/ 2147483646 w 315"/>
                <a:gd name="T3" fmla="*/ 2147483646 h 1068"/>
                <a:gd name="T4" fmla="*/ 2147483646 w 315"/>
                <a:gd name="T5" fmla="*/ 2147483646 h 1068"/>
                <a:gd name="T6" fmla="*/ 2147483646 w 315"/>
                <a:gd name="T7" fmla="*/ 2147483646 h 1068"/>
                <a:gd name="T8" fmla="*/ 2147483646 w 315"/>
                <a:gd name="T9" fmla="*/ 2147483646 h 1068"/>
                <a:gd name="T10" fmla="*/ 2147483646 w 315"/>
                <a:gd name="T11" fmla="*/ 2147483646 h 1068"/>
                <a:gd name="T12" fmla="*/ 2147483646 w 315"/>
                <a:gd name="T13" fmla="*/ 2147483646 h 1068"/>
                <a:gd name="T14" fmla="*/ 2147483646 w 315"/>
                <a:gd name="T15" fmla="*/ 2147483646 h 1068"/>
                <a:gd name="T16" fmla="*/ 2147483646 w 315"/>
                <a:gd name="T17" fmla="*/ 2147483646 h 1068"/>
                <a:gd name="T18" fmla="*/ 2147483646 w 315"/>
                <a:gd name="T19" fmla="*/ 2147483646 h 1068"/>
                <a:gd name="T20" fmla="*/ 2147483646 w 315"/>
                <a:gd name="T21" fmla="*/ 2147483646 h 1068"/>
                <a:gd name="T22" fmla="*/ 2147483646 w 315"/>
                <a:gd name="T23" fmla="*/ 2147483646 h 1068"/>
                <a:gd name="T24" fmla="*/ 2147483646 w 315"/>
                <a:gd name="T25" fmla="*/ 2147483646 h 1068"/>
                <a:gd name="T26" fmla="*/ 2147483646 w 315"/>
                <a:gd name="T27" fmla="*/ 2147483646 h 1068"/>
                <a:gd name="T28" fmla="*/ 2147483646 w 315"/>
                <a:gd name="T29" fmla="*/ 2147483646 h 1068"/>
                <a:gd name="T30" fmla="*/ 2147483646 w 315"/>
                <a:gd name="T31" fmla="*/ 2147483646 h 1068"/>
                <a:gd name="T32" fmla="*/ 0 w 315"/>
                <a:gd name="T33" fmla="*/ 2147483646 h 1068"/>
                <a:gd name="T34" fmla="*/ 2147483646 w 315"/>
                <a:gd name="T35" fmla="*/ 2147483646 h 1068"/>
                <a:gd name="T36" fmla="*/ 2147483646 w 315"/>
                <a:gd name="T37" fmla="*/ 2147483646 h 1068"/>
                <a:gd name="T38" fmla="*/ 2147483646 w 315"/>
                <a:gd name="T39" fmla="*/ 2147483646 h 1068"/>
                <a:gd name="T40" fmla="*/ 2147483646 w 315"/>
                <a:gd name="T41" fmla="*/ 2147483646 h 1068"/>
                <a:gd name="T42" fmla="*/ 2147483646 w 315"/>
                <a:gd name="T43" fmla="*/ 2147483646 h 1068"/>
                <a:gd name="T44" fmla="*/ 2147483646 w 315"/>
                <a:gd name="T45" fmla="*/ 2147483646 h 1068"/>
                <a:gd name="T46" fmla="*/ 2147483646 w 315"/>
                <a:gd name="T47" fmla="*/ 2147483646 h 1068"/>
                <a:gd name="T48" fmla="*/ 2147483646 w 315"/>
                <a:gd name="T49" fmla="*/ 2147483646 h 1068"/>
                <a:gd name="T50" fmla="*/ 2147483646 w 315"/>
                <a:gd name="T51" fmla="*/ 2147483646 h 1068"/>
                <a:gd name="T52" fmla="*/ 2147483646 w 315"/>
                <a:gd name="T53" fmla="*/ 2147483646 h 1068"/>
                <a:gd name="T54" fmla="*/ 2147483646 w 315"/>
                <a:gd name="T55" fmla="*/ 2147483646 h 1068"/>
                <a:gd name="T56" fmla="*/ 2147483646 w 315"/>
                <a:gd name="T57" fmla="*/ 2147483646 h 1068"/>
                <a:gd name="T58" fmla="*/ 2147483646 w 315"/>
                <a:gd name="T59" fmla="*/ 2147483646 h 1068"/>
                <a:gd name="T60" fmla="*/ 2147483646 w 315"/>
                <a:gd name="T61" fmla="*/ 2147483646 h 1068"/>
                <a:gd name="T62" fmla="*/ 2147483646 w 315"/>
                <a:gd name="T63" fmla="*/ 2147483646 h 1068"/>
                <a:gd name="T64" fmla="*/ 2147483646 w 315"/>
                <a:gd name="T65" fmla="*/ 2147483646 h 1068"/>
                <a:gd name="T66" fmla="*/ 2147483646 w 315"/>
                <a:gd name="T67" fmla="*/ 2147483646 h 1068"/>
                <a:gd name="T68" fmla="*/ 2147483646 w 315"/>
                <a:gd name="T69" fmla="*/ 2147483646 h 1068"/>
                <a:gd name="T70" fmla="*/ 2147483646 w 315"/>
                <a:gd name="T71" fmla="*/ 2147483646 h 1068"/>
                <a:gd name="T72" fmla="*/ 2147483646 w 315"/>
                <a:gd name="T73" fmla="*/ 2147483646 h 1068"/>
                <a:gd name="T74" fmla="*/ 2147483646 w 315"/>
                <a:gd name="T75" fmla="*/ 2147483646 h 1068"/>
                <a:gd name="T76" fmla="*/ 2147483646 w 315"/>
                <a:gd name="T77" fmla="*/ 2147483646 h 1068"/>
                <a:gd name="T78" fmla="*/ 2147483646 w 315"/>
                <a:gd name="T79" fmla="*/ 2147483646 h 1068"/>
                <a:gd name="T80" fmla="*/ 2147483646 w 315"/>
                <a:gd name="T81" fmla="*/ 2147483646 h 1068"/>
                <a:gd name="T82" fmla="*/ 2147483646 w 315"/>
                <a:gd name="T83" fmla="*/ 2147483646 h 1068"/>
                <a:gd name="T84" fmla="*/ 2147483646 w 315"/>
                <a:gd name="T85" fmla="*/ 2147483646 h 1068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315"/>
                <a:gd name="T130" fmla="*/ 0 h 1068"/>
                <a:gd name="T131" fmla="*/ 315 w 315"/>
                <a:gd name="T132" fmla="*/ 1068 h 1068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315" h="1068">
                  <a:moveTo>
                    <a:pt x="121" y="443"/>
                  </a:moveTo>
                  <a:cubicBezTo>
                    <a:pt x="121" y="443"/>
                    <a:pt x="122" y="498"/>
                    <a:pt x="122" y="506"/>
                  </a:cubicBezTo>
                  <a:cubicBezTo>
                    <a:pt x="121" y="514"/>
                    <a:pt x="120" y="527"/>
                    <a:pt x="121" y="534"/>
                  </a:cubicBezTo>
                  <a:cubicBezTo>
                    <a:pt x="122" y="542"/>
                    <a:pt x="121" y="555"/>
                    <a:pt x="125" y="560"/>
                  </a:cubicBezTo>
                  <a:cubicBezTo>
                    <a:pt x="129" y="565"/>
                    <a:pt x="114" y="578"/>
                    <a:pt x="117" y="589"/>
                  </a:cubicBezTo>
                  <a:cubicBezTo>
                    <a:pt x="119" y="599"/>
                    <a:pt x="115" y="607"/>
                    <a:pt x="114" y="613"/>
                  </a:cubicBezTo>
                  <a:cubicBezTo>
                    <a:pt x="112" y="618"/>
                    <a:pt x="109" y="624"/>
                    <a:pt x="110" y="627"/>
                  </a:cubicBezTo>
                  <a:cubicBezTo>
                    <a:pt x="112" y="631"/>
                    <a:pt x="104" y="635"/>
                    <a:pt x="107" y="645"/>
                  </a:cubicBezTo>
                  <a:cubicBezTo>
                    <a:pt x="110" y="655"/>
                    <a:pt x="109" y="660"/>
                    <a:pt x="106" y="665"/>
                  </a:cubicBezTo>
                  <a:cubicBezTo>
                    <a:pt x="104" y="671"/>
                    <a:pt x="102" y="682"/>
                    <a:pt x="101" y="692"/>
                  </a:cubicBezTo>
                  <a:cubicBezTo>
                    <a:pt x="100" y="702"/>
                    <a:pt x="91" y="724"/>
                    <a:pt x="90" y="734"/>
                  </a:cubicBezTo>
                  <a:cubicBezTo>
                    <a:pt x="90" y="744"/>
                    <a:pt x="85" y="776"/>
                    <a:pt x="83" y="791"/>
                  </a:cubicBezTo>
                  <a:cubicBezTo>
                    <a:pt x="81" y="806"/>
                    <a:pt x="80" y="827"/>
                    <a:pt x="70" y="843"/>
                  </a:cubicBezTo>
                  <a:cubicBezTo>
                    <a:pt x="60" y="859"/>
                    <a:pt x="49" y="876"/>
                    <a:pt x="50" y="884"/>
                  </a:cubicBezTo>
                  <a:cubicBezTo>
                    <a:pt x="51" y="892"/>
                    <a:pt x="48" y="902"/>
                    <a:pt x="45" y="909"/>
                  </a:cubicBezTo>
                  <a:cubicBezTo>
                    <a:pt x="42" y="917"/>
                    <a:pt x="38" y="935"/>
                    <a:pt x="30" y="952"/>
                  </a:cubicBezTo>
                  <a:cubicBezTo>
                    <a:pt x="22" y="968"/>
                    <a:pt x="0" y="1017"/>
                    <a:pt x="0" y="1017"/>
                  </a:cubicBezTo>
                  <a:cubicBezTo>
                    <a:pt x="0" y="1017"/>
                    <a:pt x="43" y="1024"/>
                    <a:pt x="74" y="1040"/>
                  </a:cubicBezTo>
                  <a:cubicBezTo>
                    <a:pt x="106" y="1057"/>
                    <a:pt x="145" y="1068"/>
                    <a:pt x="145" y="1068"/>
                  </a:cubicBezTo>
                  <a:cubicBezTo>
                    <a:pt x="145" y="1068"/>
                    <a:pt x="148" y="1053"/>
                    <a:pt x="146" y="1037"/>
                  </a:cubicBezTo>
                  <a:cubicBezTo>
                    <a:pt x="144" y="1020"/>
                    <a:pt x="146" y="1014"/>
                    <a:pt x="150" y="1005"/>
                  </a:cubicBezTo>
                  <a:cubicBezTo>
                    <a:pt x="155" y="996"/>
                    <a:pt x="158" y="996"/>
                    <a:pt x="159" y="979"/>
                  </a:cubicBezTo>
                  <a:cubicBezTo>
                    <a:pt x="160" y="962"/>
                    <a:pt x="158" y="955"/>
                    <a:pt x="165" y="947"/>
                  </a:cubicBezTo>
                  <a:cubicBezTo>
                    <a:pt x="173" y="940"/>
                    <a:pt x="179" y="938"/>
                    <a:pt x="182" y="926"/>
                  </a:cubicBezTo>
                  <a:cubicBezTo>
                    <a:pt x="185" y="913"/>
                    <a:pt x="195" y="905"/>
                    <a:pt x="198" y="890"/>
                  </a:cubicBezTo>
                  <a:cubicBezTo>
                    <a:pt x="201" y="876"/>
                    <a:pt x="200" y="854"/>
                    <a:pt x="206" y="838"/>
                  </a:cubicBezTo>
                  <a:cubicBezTo>
                    <a:pt x="212" y="821"/>
                    <a:pt x="206" y="815"/>
                    <a:pt x="216" y="799"/>
                  </a:cubicBezTo>
                  <a:cubicBezTo>
                    <a:pt x="226" y="782"/>
                    <a:pt x="233" y="778"/>
                    <a:pt x="239" y="750"/>
                  </a:cubicBezTo>
                  <a:cubicBezTo>
                    <a:pt x="244" y="721"/>
                    <a:pt x="242" y="716"/>
                    <a:pt x="248" y="703"/>
                  </a:cubicBezTo>
                  <a:cubicBezTo>
                    <a:pt x="253" y="689"/>
                    <a:pt x="253" y="692"/>
                    <a:pt x="256" y="673"/>
                  </a:cubicBezTo>
                  <a:cubicBezTo>
                    <a:pt x="259" y="654"/>
                    <a:pt x="261" y="645"/>
                    <a:pt x="266" y="641"/>
                  </a:cubicBezTo>
                  <a:cubicBezTo>
                    <a:pt x="271" y="637"/>
                    <a:pt x="271" y="634"/>
                    <a:pt x="269" y="619"/>
                  </a:cubicBezTo>
                  <a:cubicBezTo>
                    <a:pt x="266" y="604"/>
                    <a:pt x="267" y="601"/>
                    <a:pt x="269" y="576"/>
                  </a:cubicBezTo>
                  <a:cubicBezTo>
                    <a:pt x="271" y="550"/>
                    <a:pt x="271" y="526"/>
                    <a:pt x="273" y="506"/>
                  </a:cubicBezTo>
                  <a:cubicBezTo>
                    <a:pt x="275" y="487"/>
                    <a:pt x="273" y="466"/>
                    <a:pt x="275" y="454"/>
                  </a:cubicBezTo>
                  <a:cubicBezTo>
                    <a:pt x="278" y="441"/>
                    <a:pt x="283" y="424"/>
                    <a:pt x="282" y="406"/>
                  </a:cubicBezTo>
                  <a:cubicBezTo>
                    <a:pt x="281" y="388"/>
                    <a:pt x="291" y="347"/>
                    <a:pt x="291" y="321"/>
                  </a:cubicBezTo>
                  <a:cubicBezTo>
                    <a:pt x="292" y="295"/>
                    <a:pt x="294" y="292"/>
                    <a:pt x="297" y="286"/>
                  </a:cubicBezTo>
                  <a:cubicBezTo>
                    <a:pt x="299" y="280"/>
                    <a:pt x="302" y="273"/>
                    <a:pt x="301" y="264"/>
                  </a:cubicBezTo>
                  <a:cubicBezTo>
                    <a:pt x="300" y="255"/>
                    <a:pt x="303" y="250"/>
                    <a:pt x="307" y="242"/>
                  </a:cubicBezTo>
                  <a:cubicBezTo>
                    <a:pt x="312" y="234"/>
                    <a:pt x="315" y="214"/>
                    <a:pt x="309" y="195"/>
                  </a:cubicBezTo>
                  <a:cubicBezTo>
                    <a:pt x="303" y="177"/>
                    <a:pt x="278" y="71"/>
                    <a:pt x="265" y="60"/>
                  </a:cubicBezTo>
                  <a:cubicBezTo>
                    <a:pt x="265" y="60"/>
                    <a:pt x="227" y="0"/>
                    <a:pt x="169" y="30"/>
                  </a:cubicBezTo>
                </a:path>
              </a:pathLst>
            </a:custGeom>
            <a:noFill/>
            <a:ln w="4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5566" name="Freeform 136">
              <a:extLst>
                <a:ext uri="{FF2B5EF4-FFF2-40B4-BE49-F238E27FC236}">
                  <a16:creationId xmlns:a16="http://schemas.microsoft.com/office/drawing/2014/main" id="{AE32BF5D-C23B-4D97-953D-B1E6DA811F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2551" y="1714500"/>
              <a:ext cx="33338" cy="546100"/>
            </a:xfrm>
            <a:custGeom>
              <a:avLst/>
              <a:gdLst>
                <a:gd name="T0" fmla="*/ 2147483646 w 16"/>
                <a:gd name="T1" fmla="*/ 2147483646 h 260"/>
                <a:gd name="T2" fmla="*/ 2147483646 w 16"/>
                <a:gd name="T3" fmla="*/ 2147483646 h 260"/>
                <a:gd name="T4" fmla="*/ 2147483646 w 16"/>
                <a:gd name="T5" fmla="*/ 2147483646 h 260"/>
                <a:gd name="T6" fmla="*/ 2147483646 w 16"/>
                <a:gd name="T7" fmla="*/ 2147483646 h 260"/>
                <a:gd name="T8" fmla="*/ 2147483646 w 16"/>
                <a:gd name="T9" fmla="*/ 2147483646 h 260"/>
                <a:gd name="T10" fmla="*/ 2147483646 w 16"/>
                <a:gd name="T11" fmla="*/ 2147483646 h 260"/>
                <a:gd name="T12" fmla="*/ 2147483646 w 16"/>
                <a:gd name="T13" fmla="*/ 0 h 26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6"/>
                <a:gd name="T22" fmla="*/ 0 h 260"/>
                <a:gd name="T23" fmla="*/ 16 w 16"/>
                <a:gd name="T24" fmla="*/ 260 h 260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6" h="260">
                  <a:moveTo>
                    <a:pt x="9" y="260"/>
                  </a:moveTo>
                  <a:cubicBezTo>
                    <a:pt x="9" y="260"/>
                    <a:pt x="6" y="238"/>
                    <a:pt x="4" y="219"/>
                  </a:cubicBezTo>
                  <a:cubicBezTo>
                    <a:pt x="2" y="199"/>
                    <a:pt x="5" y="193"/>
                    <a:pt x="2" y="181"/>
                  </a:cubicBezTo>
                  <a:cubicBezTo>
                    <a:pt x="0" y="170"/>
                    <a:pt x="1" y="176"/>
                    <a:pt x="2" y="161"/>
                  </a:cubicBezTo>
                  <a:cubicBezTo>
                    <a:pt x="4" y="147"/>
                    <a:pt x="8" y="128"/>
                    <a:pt x="6" y="109"/>
                  </a:cubicBezTo>
                  <a:cubicBezTo>
                    <a:pt x="3" y="91"/>
                    <a:pt x="7" y="70"/>
                    <a:pt x="10" y="56"/>
                  </a:cubicBezTo>
                  <a:cubicBezTo>
                    <a:pt x="12" y="42"/>
                    <a:pt x="16" y="0"/>
                    <a:pt x="16" y="0"/>
                  </a:cubicBezTo>
                </a:path>
              </a:pathLst>
            </a:custGeom>
            <a:noFill/>
            <a:ln w="4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5567" name="Freeform 137">
              <a:extLst>
                <a:ext uri="{FF2B5EF4-FFF2-40B4-BE49-F238E27FC236}">
                  <a16:creationId xmlns:a16="http://schemas.microsoft.com/office/drawing/2014/main" id="{3CD87990-038B-43D4-AB94-E977AB4EE33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6351" y="1724025"/>
              <a:ext cx="84138" cy="290513"/>
            </a:xfrm>
            <a:custGeom>
              <a:avLst/>
              <a:gdLst>
                <a:gd name="T0" fmla="*/ 2147483646 w 40"/>
                <a:gd name="T1" fmla="*/ 2147483646 h 138"/>
                <a:gd name="T2" fmla="*/ 2147483646 w 40"/>
                <a:gd name="T3" fmla="*/ 2147483646 h 138"/>
                <a:gd name="T4" fmla="*/ 2147483646 w 40"/>
                <a:gd name="T5" fmla="*/ 2147483646 h 138"/>
                <a:gd name="T6" fmla="*/ 0 w 40"/>
                <a:gd name="T7" fmla="*/ 0 h 138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40"/>
                <a:gd name="T13" fmla="*/ 0 h 138"/>
                <a:gd name="T14" fmla="*/ 40 w 40"/>
                <a:gd name="T15" fmla="*/ 138 h 138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40" h="138">
                  <a:moveTo>
                    <a:pt x="40" y="138"/>
                  </a:moveTo>
                  <a:cubicBezTo>
                    <a:pt x="40" y="138"/>
                    <a:pt x="40" y="126"/>
                    <a:pt x="32" y="109"/>
                  </a:cubicBezTo>
                  <a:cubicBezTo>
                    <a:pt x="25" y="91"/>
                    <a:pt x="22" y="81"/>
                    <a:pt x="17" y="62"/>
                  </a:cubicBezTo>
                  <a:cubicBezTo>
                    <a:pt x="12" y="43"/>
                    <a:pt x="0" y="0"/>
                    <a:pt x="0" y="0"/>
                  </a:cubicBezTo>
                </a:path>
              </a:pathLst>
            </a:custGeom>
            <a:noFill/>
            <a:ln w="4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5568" name="Freeform 138">
              <a:extLst>
                <a:ext uri="{FF2B5EF4-FFF2-40B4-BE49-F238E27FC236}">
                  <a16:creationId xmlns:a16="http://schemas.microsoft.com/office/drawing/2014/main" id="{F5277AAD-98BE-40F5-A468-588B893A4B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2876" y="2498725"/>
              <a:ext cx="187325" cy="31750"/>
            </a:xfrm>
            <a:custGeom>
              <a:avLst/>
              <a:gdLst>
                <a:gd name="T0" fmla="*/ 0 w 88"/>
                <a:gd name="T1" fmla="*/ 2147483646 h 15"/>
                <a:gd name="T2" fmla="*/ 2147483646 w 88"/>
                <a:gd name="T3" fmla="*/ 2147483646 h 15"/>
                <a:gd name="T4" fmla="*/ 2147483646 w 88"/>
                <a:gd name="T5" fmla="*/ 2147483646 h 15"/>
                <a:gd name="T6" fmla="*/ 0 60000 65536"/>
                <a:gd name="T7" fmla="*/ 0 60000 65536"/>
                <a:gd name="T8" fmla="*/ 0 60000 65536"/>
                <a:gd name="T9" fmla="*/ 0 w 88"/>
                <a:gd name="T10" fmla="*/ 0 h 15"/>
                <a:gd name="T11" fmla="*/ 88 w 88"/>
                <a:gd name="T12" fmla="*/ 15 h 15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88" h="15">
                  <a:moveTo>
                    <a:pt x="0" y="2"/>
                  </a:moveTo>
                  <a:cubicBezTo>
                    <a:pt x="11" y="4"/>
                    <a:pt x="23" y="0"/>
                    <a:pt x="35" y="1"/>
                  </a:cubicBezTo>
                  <a:cubicBezTo>
                    <a:pt x="53" y="2"/>
                    <a:pt x="70" y="8"/>
                    <a:pt x="88" y="15"/>
                  </a:cubicBezTo>
                </a:path>
              </a:pathLst>
            </a:custGeom>
            <a:noFill/>
            <a:ln w="2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5569" name="Freeform 139">
              <a:extLst>
                <a:ext uri="{FF2B5EF4-FFF2-40B4-BE49-F238E27FC236}">
                  <a16:creationId xmlns:a16="http://schemas.microsoft.com/office/drawing/2014/main" id="{2EA47ACA-4FE7-4EC0-8169-918F3E31065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7326" y="2547938"/>
              <a:ext cx="214313" cy="74613"/>
            </a:xfrm>
            <a:custGeom>
              <a:avLst/>
              <a:gdLst>
                <a:gd name="T0" fmla="*/ 0 w 101"/>
                <a:gd name="T1" fmla="*/ 0 h 36"/>
                <a:gd name="T2" fmla="*/ 2147483646 w 101"/>
                <a:gd name="T3" fmla="*/ 2147483646 h 36"/>
                <a:gd name="T4" fmla="*/ 0 60000 65536"/>
                <a:gd name="T5" fmla="*/ 0 60000 65536"/>
                <a:gd name="T6" fmla="*/ 0 w 101"/>
                <a:gd name="T7" fmla="*/ 0 h 36"/>
                <a:gd name="T8" fmla="*/ 101 w 101"/>
                <a:gd name="T9" fmla="*/ 36 h 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01" h="36">
                  <a:moveTo>
                    <a:pt x="0" y="0"/>
                  </a:moveTo>
                  <a:cubicBezTo>
                    <a:pt x="36" y="5"/>
                    <a:pt x="68" y="21"/>
                    <a:pt x="101" y="36"/>
                  </a:cubicBezTo>
                </a:path>
              </a:pathLst>
            </a:custGeom>
            <a:noFill/>
            <a:ln w="2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5570" name="Freeform 140">
              <a:extLst>
                <a:ext uri="{FF2B5EF4-FFF2-40B4-BE49-F238E27FC236}">
                  <a16:creationId xmlns:a16="http://schemas.microsoft.com/office/drawing/2014/main" id="{4BE38CDB-7B1C-47E4-B3A6-0CC9F710C0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4301" y="2609850"/>
              <a:ext cx="146050" cy="77788"/>
            </a:xfrm>
            <a:custGeom>
              <a:avLst/>
              <a:gdLst>
                <a:gd name="T0" fmla="*/ 2147483646 w 69"/>
                <a:gd name="T1" fmla="*/ 2147483646 h 37"/>
                <a:gd name="T2" fmla="*/ 2147483646 w 69"/>
                <a:gd name="T3" fmla="*/ 2147483646 h 37"/>
                <a:gd name="T4" fmla="*/ 0 w 69"/>
                <a:gd name="T5" fmla="*/ 2147483646 h 37"/>
                <a:gd name="T6" fmla="*/ 2147483646 w 69"/>
                <a:gd name="T7" fmla="*/ 2147483646 h 37"/>
                <a:gd name="T8" fmla="*/ 2147483646 w 69"/>
                <a:gd name="T9" fmla="*/ 2147483646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9"/>
                <a:gd name="T16" fmla="*/ 0 h 37"/>
                <a:gd name="T17" fmla="*/ 69 w 69"/>
                <a:gd name="T18" fmla="*/ 37 h 3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9" h="37">
                  <a:moveTo>
                    <a:pt x="69" y="12"/>
                  </a:moveTo>
                  <a:cubicBezTo>
                    <a:pt x="68" y="8"/>
                    <a:pt x="50" y="4"/>
                    <a:pt x="46" y="3"/>
                  </a:cubicBezTo>
                  <a:cubicBezTo>
                    <a:pt x="32" y="0"/>
                    <a:pt x="10" y="3"/>
                    <a:pt x="0" y="14"/>
                  </a:cubicBezTo>
                  <a:cubicBezTo>
                    <a:pt x="5" y="19"/>
                    <a:pt x="17" y="17"/>
                    <a:pt x="24" y="18"/>
                  </a:cubicBezTo>
                  <a:cubicBezTo>
                    <a:pt x="41" y="21"/>
                    <a:pt x="54" y="29"/>
                    <a:pt x="68" y="37"/>
                  </a:cubicBezTo>
                </a:path>
              </a:pathLst>
            </a:custGeom>
            <a:noFill/>
            <a:ln w="2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5571" name="Freeform 141">
              <a:extLst>
                <a:ext uri="{FF2B5EF4-FFF2-40B4-BE49-F238E27FC236}">
                  <a16:creationId xmlns:a16="http://schemas.microsoft.com/office/drawing/2014/main" id="{6FD13E94-D21B-4419-BC10-9F7A5B3054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5101" y="2719388"/>
              <a:ext cx="166688" cy="90488"/>
            </a:xfrm>
            <a:custGeom>
              <a:avLst/>
              <a:gdLst>
                <a:gd name="T0" fmla="*/ 2147483646 w 79"/>
                <a:gd name="T1" fmla="*/ 0 h 43"/>
                <a:gd name="T2" fmla="*/ 2147483646 w 79"/>
                <a:gd name="T3" fmla="*/ 2147483646 h 43"/>
                <a:gd name="T4" fmla="*/ 2147483646 w 79"/>
                <a:gd name="T5" fmla="*/ 2147483646 h 43"/>
                <a:gd name="T6" fmla="*/ 0 w 79"/>
                <a:gd name="T7" fmla="*/ 2147483646 h 43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79"/>
                <a:gd name="T13" fmla="*/ 0 h 43"/>
                <a:gd name="T14" fmla="*/ 79 w 79"/>
                <a:gd name="T15" fmla="*/ 43 h 43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79" h="43">
                  <a:moveTo>
                    <a:pt x="37" y="0"/>
                  </a:moveTo>
                  <a:cubicBezTo>
                    <a:pt x="38" y="10"/>
                    <a:pt x="79" y="16"/>
                    <a:pt x="71" y="33"/>
                  </a:cubicBezTo>
                  <a:cubicBezTo>
                    <a:pt x="66" y="43"/>
                    <a:pt x="56" y="31"/>
                    <a:pt x="51" y="27"/>
                  </a:cubicBezTo>
                  <a:cubicBezTo>
                    <a:pt x="36" y="15"/>
                    <a:pt x="20" y="9"/>
                    <a:pt x="0" y="12"/>
                  </a:cubicBezTo>
                </a:path>
              </a:pathLst>
            </a:custGeom>
            <a:noFill/>
            <a:ln w="2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5572" name="Freeform 142">
              <a:extLst>
                <a:ext uri="{FF2B5EF4-FFF2-40B4-BE49-F238E27FC236}">
                  <a16:creationId xmlns:a16="http://schemas.microsoft.com/office/drawing/2014/main" id="{67B388F1-9DD0-42C4-83CA-E943A0B34D6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1888" y="4067175"/>
              <a:ext cx="31750" cy="22225"/>
            </a:xfrm>
            <a:custGeom>
              <a:avLst/>
              <a:gdLst>
                <a:gd name="T0" fmla="*/ 2147483646 w 15"/>
                <a:gd name="T1" fmla="*/ 0 h 11"/>
                <a:gd name="T2" fmla="*/ 2147483646 w 15"/>
                <a:gd name="T3" fmla="*/ 2147483646 h 11"/>
                <a:gd name="T4" fmla="*/ 2147483646 w 15"/>
                <a:gd name="T5" fmla="*/ 2147483646 h 11"/>
                <a:gd name="T6" fmla="*/ 2147483646 w 15"/>
                <a:gd name="T7" fmla="*/ 2147483646 h 11"/>
                <a:gd name="T8" fmla="*/ 2147483646 w 15"/>
                <a:gd name="T9" fmla="*/ 2147483646 h 11"/>
                <a:gd name="T10" fmla="*/ 2147483646 w 15"/>
                <a:gd name="T11" fmla="*/ 2147483646 h 1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5"/>
                <a:gd name="T19" fmla="*/ 0 h 11"/>
                <a:gd name="T20" fmla="*/ 15 w 15"/>
                <a:gd name="T21" fmla="*/ 11 h 11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5" h="11">
                  <a:moveTo>
                    <a:pt x="1" y="0"/>
                  </a:moveTo>
                  <a:cubicBezTo>
                    <a:pt x="1" y="3"/>
                    <a:pt x="0" y="5"/>
                    <a:pt x="3" y="7"/>
                  </a:cubicBezTo>
                  <a:cubicBezTo>
                    <a:pt x="5" y="9"/>
                    <a:pt x="6" y="9"/>
                    <a:pt x="9" y="9"/>
                  </a:cubicBezTo>
                  <a:cubicBezTo>
                    <a:pt x="11" y="10"/>
                    <a:pt x="12" y="11"/>
                    <a:pt x="13" y="9"/>
                  </a:cubicBezTo>
                  <a:cubicBezTo>
                    <a:pt x="15" y="8"/>
                    <a:pt x="14" y="6"/>
                    <a:pt x="14" y="4"/>
                  </a:cubicBezTo>
                  <a:cubicBezTo>
                    <a:pt x="12" y="7"/>
                    <a:pt x="6" y="6"/>
                    <a:pt x="2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5573" name="Freeform 143">
              <a:extLst>
                <a:ext uri="{FF2B5EF4-FFF2-40B4-BE49-F238E27FC236}">
                  <a16:creationId xmlns:a16="http://schemas.microsoft.com/office/drawing/2014/main" id="{FAAB9B0E-6C92-4CE2-89FA-57FA7218D7E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6488" y="3879850"/>
              <a:ext cx="6350" cy="19050"/>
            </a:xfrm>
            <a:custGeom>
              <a:avLst/>
              <a:gdLst>
                <a:gd name="T0" fmla="*/ 0 w 3"/>
                <a:gd name="T1" fmla="*/ 0 h 9"/>
                <a:gd name="T2" fmla="*/ 2147483646 w 3"/>
                <a:gd name="T3" fmla="*/ 2147483646 h 9"/>
                <a:gd name="T4" fmla="*/ 2147483646 w 3"/>
                <a:gd name="T5" fmla="*/ 0 h 9"/>
                <a:gd name="T6" fmla="*/ 0 60000 65536"/>
                <a:gd name="T7" fmla="*/ 0 60000 65536"/>
                <a:gd name="T8" fmla="*/ 0 60000 65536"/>
                <a:gd name="T9" fmla="*/ 0 w 3"/>
                <a:gd name="T10" fmla="*/ 0 h 9"/>
                <a:gd name="T11" fmla="*/ 3 w 3"/>
                <a:gd name="T12" fmla="*/ 9 h 9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" h="9">
                  <a:moveTo>
                    <a:pt x="0" y="0"/>
                  </a:moveTo>
                  <a:cubicBezTo>
                    <a:pt x="1" y="3"/>
                    <a:pt x="0" y="6"/>
                    <a:pt x="1" y="9"/>
                  </a:cubicBezTo>
                  <a:cubicBezTo>
                    <a:pt x="3" y="6"/>
                    <a:pt x="3" y="3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5574" name="Freeform 144">
              <a:extLst>
                <a:ext uri="{FF2B5EF4-FFF2-40B4-BE49-F238E27FC236}">
                  <a16:creationId xmlns:a16="http://schemas.microsoft.com/office/drawing/2014/main" id="{CCE4DAFE-6C32-410A-AB4B-59B31ED4CBE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0338" y="2508250"/>
              <a:ext cx="100013" cy="53975"/>
            </a:xfrm>
            <a:custGeom>
              <a:avLst/>
              <a:gdLst>
                <a:gd name="T0" fmla="*/ 0 w 47"/>
                <a:gd name="T1" fmla="*/ 2147483646 h 26"/>
                <a:gd name="T2" fmla="*/ 2147483646 w 47"/>
                <a:gd name="T3" fmla="*/ 2147483646 h 26"/>
                <a:gd name="T4" fmla="*/ 2147483646 w 47"/>
                <a:gd name="T5" fmla="*/ 0 h 26"/>
                <a:gd name="T6" fmla="*/ 0 60000 65536"/>
                <a:gd name="T7" fmla="*/ 0 60000 65536"/>
                <a:gd name="T8" fmla="*/ 0 60000 65536"/>
                <a:gd name="T9" fmla="*/ 0 w 47"/>
                <a:gd name="T10" fmla="*/ 0 h 26"/>
                <a:gd name="T11" fmla="*/ 47 w 47"/>
                <a:gd name="T12" fmla="*/ 26 h 2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47" h="26">
                  <a:moveTo>
                    <a:pt x="0" y="26"/>
                  </a:moveTo>
                  <a:cubicBezTo>
                    <a:pt x="6" y="6"/>
                    <a:pt x="28" y="4"/>
                    <a:pt x="47" y="5"/>
                  </a:cubicBezTo>
                  <a:cubicBezTo>
                    <a:pt x="32" y="2"/>
                    <a:pt x="16" y="3"/>
                    <a:pt x="2" y="0"/>
                  </a:cubicBezTo>
                </a:path>
              </a:pathLst>
            </a:custGeom>
            <a:solidFill>
              <a:srgbClr val="F990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5575" name="Freeform 145">
              <a:extLst>
                <a:ext uri="{FF2B5EF4-FFF2-40B4-BE49-F238E27FC236}">
                  <a16:creationId xmlns:a16="http://schemas.microsoft.com/office/drawing/2014/main" id="{F843A4AF-C255-4249-BA30-1699D0492F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4776" y="2744788"/>
              <a:ext cx="146050" cy="136525"/>
            </a:xfrm>
            <a:custGeom>
              <a:avLst/>
              <a:gdLst>
                <a:gd name="T0" fmla="*/ 2147483646 w 69"/>
                <a:gd name="T1" fmla="*/ 2147483646 h 65"/>
                <a:gd name="T2" fmla="*/ 2147483646 w 69"/>
                <a:gd name="T3" fmla="*/ 2147483646 h 65"/>
                <a:gd name="T4" fmla="*/ 2147483646 w 69"/>
                <a:gd name="T5" fmla="*/ 2147483646 h 65"/>
                <a:gd name="T6" fmla="*/ 2147483646 w 69"/>
                <a:gd name="T7" fmla="*/ 2147483646 h 65"/>
                <a:gd name="T8" fmla="*/ 0 w 69"/>
                <a:gd name="T9" fmla="*/ 2147483646 h 6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9"/>
                <a:gd name="T16" fmla="*/ 0 h 65"/>
                <a:gd name="T17" fmla="*/ 69 w 69"/>
                <a:gd name="T18" fmla="*/ 65 h 6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9" h="65">
                  <a:moveTo>
                    <a:pt x="5" y="25"/>
                  </a:moveTo>
                  <a:cubicBezTo>
                    <a:pt x="6" y="2"/>
                    <a:pt x="62" y="0"/>
                    <a:pt x="69" y="17"/>
                  </a:cubicBezTo>
                  <a:cubicBezTo>
                    <a:pt x="63" y="21"/>
                    <a:pt x="52" y="15"/>
                    <a:pt x="44" y="16"/>
                  </a:cubicBezTo>
                  <a:cubicBezTo>
                    <a:pt x="37" y="16"/>
                    <a:pt x="27" y="19"/>
                    <a:pt x="22" y="23"/>
                  </a:cubicBezTo>
                  <a:cubicBezTo>
                    <a:pt x="11" y="32"/>
                    <a:pt x="3" y="51"/>
                    <a:pt x="0" y="65"/>
                  </a:cubicBezTo>
                </a:path>
              </a:pathLst>
            </a:custGeom>
            <a:solidFill>
              <a:srgbClr val="F990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5576" name="Freeform 146">
              <a:extLst>
                <a:ext uri="{FF2B5EF4-FFF2-40B4-BE49-F238E27FC236}">
                  <a16:creationId xmlns:a16="http://schemas.microsoft.com/office/drawing/2014/main" id="{EB67C906-B6DA-4A94-8160-C628A4A3124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6838" y="1655763"/>
              <a:ext cx="52388" cy="100013"/>
            </a:xfrm>
            <a:custGeom>
              <a:avLst/>
              <a:gdLst>
                <a:gd name="T0" fmla="*/ 0 w 25"/>
                <a:gd name="T1" fmla="*/ 2147483646 h 48"/>
                <a:gd name="T2" fmla="*/ 2147483646 w 25"/>
                <a:gd name="T3" fmla="*/ 2147483646 h 48"/>
                <a:gd name="T4" fmla="*/ 2147483646 w 25"/>
                <a:gd name="T5" fmla="*/ 2147483646 h 48"/>
                <a:gd name="T6" fmla="*/ 2147483646 w 25"/>
                <a:gd name="T7" fmla="*/ 2147483646 h 48"/>
                <a:gd name="T8" fmla="*/ 2147483646 w 25"/>
                <a:gd name="T9" fmla="*/ 2147483646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"/>
                <a:gd name="T16" fmla="*/ 0 h 48"/>
                <a:gd name="T17" fmla="*/ 25 w 25"/>
                <a:gd name="T18" fmla="*/ 48 h 4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" h="48">
                  <a:moveTo>
                    <a:pt x="0" y="40"/>
                  </a:moveTo>
                  <a:cubicBezTo>
                    <a:pt x="4" y="32"/>
                    <a:pt x="2" y="17"/>
                    <a:pt x="13" y="18"/>
                  </a:cubicBezTo>
                  <a:cubicBezTo>
                    <a:pt x="17" y="25"/>
                    <a:pt x="19" y="39"/>
                    <a:pt x="18" y="48"/>
                  </a:cubicBezTo>
                  <a:cubicBezTo>
                    <a:pt x="19" y="41"/>
                    <a:pt x="25" y="16"/>
                    <a:pt x="19" y="10"/>
                  </a:cubicBezTo>
                  <a:cubicBezTo>
                    <a:pt x="10" y="0"/>
                    <a:pt x="3" y="27"/>
                    <a:pt x="2" y="35"/>
                  </a:cubicBezTo>
                </a:path>
              </a:pathLst>
            </a:custGeom>
            <a:solidFill>
              <a:srgbClr val="F990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5577" name="Freeform 147">
              <a:extLst>
                <a:ext uri="{FF2B5EF4-FFF2-40B4-BE49-F238E27FC236}">
                  <a16:creationId xmlns:a16="http://schemas.microsoft.com/office/drawing/2014/main" id="{ABD12085-CFA1-4069-89F4-8B9907C23D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6188" y="1663700"/>
              <a:ext cx="44450" cy="79375"/>
            </a:xfrm>
            <a:custGeom>
              <a:avLst/>
              <a:gdLst>
                <a:gd name="T0" fmla="*/ 2147483646 w 21"/>
                <a:gd name="T1" fmla="*/ 2147483646 h 38"/>
                <a:gd name="T2" fmla="*/ 2147483646 w 21"/>
                <a:gd name="T3" fmla="*/ 2147483646 h 38"/>
                <a:gd name="T4" fmla="*/ 2147483646 w 21"/>
                <a:gd name="T5" fmla="*/ 2147483646 h 38"/>
                <a:gd name="T6" fmla="*/ 2147483646 w 21"/>
                <a:gd name="T7" fmla="*/ 2147483646 h 38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"/>
                <a:gd name="T13" fmla="*/ 0 h 38"/>
                <a:gd name="T14" fmla="*/ 21 w 21"/>
                <a:gd name="T15" fmla="*/ 38 h 38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" h="38">
                  <a:moveTo>
                    <a:pt x="21" y="38"/>
                  </a:moveTo>
                  <a:cubicBezTo>
                    <a:pt x="20" y="32"/>
                    <a:pt x="17" y="24"/>
                    <a:pt x="12" y="20"/>
                  </a:cubicBezTo>
                  <a:cubicBezTo>
                    <a:pt x="7" y="24"/>
                    <a:pt x="7" y="31"/>
                    <a:pt x="6" y="37"/>
                  </a:cubicBezTo>
                  <a:cubicBezTo>
                    <a:pt x="0" y="27"/>
                    <a:pt x="11" y="0"/>
                    <a:pt x="15" y="18"/>
                  </a:cubicBezTo>
                </a:path>
              </a:pathLst>
            </a:custGeom>
            <a:solidFill>
              <a:srgbClr val="F990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</p:grpSp>
      <p:grpSp>
        <p:nvGrpSpPr>
          <p:cNvPr id="55299" name="woman-with-osteoporosis-stooped-posture">
            <a:extLst>
              <a:ext uri="{FF2B5EF4-FFF2-40B4-BE49-F238E27FC236}">
                <a16:creationId xmlns:a16="http://schemas.microsoft.com/office/drawing/2014/main" id="{60CEA333-1DD3-4813-87F6-614B10E2A17B}"/>
              </a:ext>
            </a:extLst>
          </p:cNvPr>
          <p:cNvGrpSpPr>
            <a:grpSpLocks/>
          </p:cNvGrpSpPr>
          <p:nvPr/>
        </p:nvGrpSpPr>
        <p:grpSpPr bwMode="auto">
          <a:xfrm>
            <a:off x="6934200" y="1447800"/>
            <a:ext cx="1449388" cy="4829175"/>
            <a:chOff x="4957762" y="569912"/>
            <a:chExt cx="1822451" cy="6075364"/>
          </a:xfrm>
        </p:grpSpPr>
        <p:sp>
          <p:nvSpPr>
            <p:cNvPr id="55302" name="AutoShape 149">
              <a:extLst>
                <a:ext uri="{FF2B5EF4-FFF2-40B4-BE49-F238E27FC236}">
                  <a16:creationId xmlns:a16="http://schemas.microsoft.com/office/drawing/2014/main" id="{B41C516B-11F1-437E-A0C7-FD244DA27E36}"/>
                </a:ext>
              </a:extLst>
            </p:cNvPr>
            <p:cNvSpPr>
              <a:spLocks noChangeAspect="1" noChangeArrowheads="1" noTextEdit="1"/>
            </p:cNvSpPr>
            <p:nvPr/>
          </p:nvSpPr>
          <p:spPr bwMode="auto">
            <a:xfrm>
              <a:off x="5000625" y="571500"/>
              <a:ext cx="1770063" cy="60721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5303" name="Freeform 151">
              <a:extLst>
                <a:ext uri="{FF2B5EF4-FFF2-40B4-BE49-F238E27FC236}">
                  <a16:creationId xmlns:a16="http://schemas.microsoft.com/office/drawing/2014/main" id="{B8C3F836-F9F2-47C6-B696-1AA58D036F45}"/>
                </a:ext>
              </a:extLst>
            </p:cNvPr>
            <p:cNvSpPr>
              <a:spLocks/>
            </p:cNvSpPr>
            <p:nvPr/>
          </p:nvSpPr>
          <p:spPr bwMode="auto">
            <a:xfrm>
              <a:off x="5618163" y="6450013"/>
              <a:ext cx="957263" cy="195263"/>
            </a:xfrm>
            <a:custGeom>
              <a:avLst/>
              <a:gdLst>
                <a:gd name="T0" fmla="*/ 2147483646 w 420"/>
                <a:gd name="T1" fmla="*/ 2147483646 h 86"/>
                <a:gd name="T2" fmla="*/ 2147483646 w 420"/>
                <a:gd name="T3" fmla="*/ 2147483646 h 86"/>
                <a:gd name="T4" fmla="*/ 2147483646 w 420"/>
                <a:gd name="T5" fmla="*/ 2147483646 h 86"/>
                <a:gd name="T6" fmla="*/ 2147483646 w 420"/>
                <a:gd name="T7" fmla="*/ 2147483646 h 86"/>
                <a:gd name="T8" fmla="*/ 2147483646 w 420"/>
                <a:gd name="T9" fmla="*/ 2147483646 h 86"/>
                <a:gd name="T10" fmla="*/ 2147483646 w 420"/>
                <a:gd name="T11" fmla="*/ 2147483646 h 86"/>
                <a:gd name="T12" fmla="*/ 2147483646 w 420"/>
                <a:gd name="T13" fmla="*/ 2147483646 h 86"/>
                <a:gd name="T14" fmla="*/ 2147483646 w 420"/>
                <a:gd name="T15" fmla="*/ 2147483646 h 86"/>
                <a:gd name="T16" fmla="*/ 2147483646 w 420"/>
                <a:gd name="T17" fmla="*/ 0 h 86"/>
                <a:gd name="T18" fmla="*/ 2147483646 w 420"/>
                <a:gd name="T19" fmla="*/ 2147483646 h 8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420"/>
                <a:gd name="T31" fmla="*/ 0 h 86"/>
                <a:gd name="T32" fmla="*/ 420 w 420"/>
                <a:gd name="T33" fmla="*/ 86 h 8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420" h="86">
                  <a:moveTo>
                    <a:pt x="16" y="13"/>
                  </a:moveTo>
                  <a:cubicBezTo>
                    <a:pt x="16" y="13"/>
                    <a:pt x="0" y="19"/>
                    <a:pt x="4" y="32"/>
                  </a:cubicBezTo>
                  <a:cubicBezTo>
                    <a:pt x="8" y="45"/>
                    <a:pt x="13" y="59"/>
                    <a:pt x="13" y="59"/>
                  </a:cubicBezTo>
                  <a:cubicBezTo>
                    <a:pt x="13" y="59"/>
                    <a:pt x="44" y="86"/>
                    <a:pt x="101" y="85"/>
                  </a:cubicBezTo>
                  <a:cubicBezTo>
                    <a:pt x="158" y="83"/>
                    <a:pt x="229" y="64"/>
                    <a:pt x="262" y="66"/>
                  </a:cubicBezTo>
                  <a:cubicBezTo>
                    <a:pt x="295" y="68"/>
                    <a:pt x="393" y="84"/>
                    <a:pt x="420" y="55"/>
                  </a:cubicBezTo>
                  <a:cubicBezTo>
                    <a:pt x="419" y="22"/>
                    <a:pt x="419" y="22"/>
                    <a:pt x="419" y="22"/>
                  </a:cubicBezTo>
                  <a:cubicBezTo>
                    <a:pt x="419" y="22"/>
                    <a:pt x="419" y="17"/>
                    <a:pt x="404" y="15"/>
                  </a:cubicBezTo>
                  <a:cubicBezTo>
                    <a:pt x="389" y="13"/>
                    <a:pt x="194" y="0"/>
                    <a:pt x="194" y="0"/>
                  </a:cubicBezTo>
                  <a:lnTo>
                    <a:pt x="16" y="13"/>
                  </a:lnTo>
                  <a:close/>
                </a:path>
              </a:pathLst>
            </a:custGeom>
            <a:solidFill>
              <a:srgbClr val="AF95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5304" name="Freeform 152">
              <a:extLst>
                <a:ext uri="{FF2B5EF4-FFF2-40B4-BE49-F238E27FC236}">
                  <a16:creationId xmlns:a16="http://schemas.microsoft.com/office/drawing/2014/main" id="{C4652276-05AF-477B-B3E3-8E24F271B775}"/>
                </a:ext>
              </a:extLst>
            </p:cNvPr>
            <p:cNvSpPr>
              <a:spLocks/>
            </p:cNvSpPr>
            <p:nvPr/>
          </p:nvSpPr>
          <p:spPr bwMode="auto">
            <a:xfrm>
              <a:off x="5645150" y="6565900"/>
              <a:ext cx="930275" cy="79375"/>
            </a:xfrm>
            <a:custGeom>
              <a:avLst/>
              <a:gdLst>
                <a:gd name="T0" fmla="*/ 2147483646 w 408"/>
                <a:gd name="T1" fmla="*/ 2147483646 h 35"/>
                <a:gd name="T2" fmla="*/ 2147483646 w 408"/>
                <a:gd name="T3" fmla="*/ 2147483646 h 35"/>
                <a:gd name="T4" fmla="*/ 0 w 408"/>
                <a:gd name="T5" fmla="*/ 2147483646 h 35"/>
                <a:gd name="T6" fmla="*/ 2147483646 w 408"/>
                <a:gd name="T7" fmla="*/ 2147483646 h 35"/>
                <a:gd name="T8" fmla="*/ 2147483646 w 408"/>
                <a:gd name="T9" fmla="*/ 2147483646 h 35"/>
                <a:gd name="T10" fmla="*/ 2147483646 w 408"/>
                <a:gd name="T11" fmla="*/ 2147483646 h 35"/>
                <a:gd name="T12" fmla="*/ 2147483646 w 408"/>
                <a:gd name="T13" fmla="*/ 2147483646 h 35"/>
                <a:gd name="T14" fmla="*/ 2147483646 w 408"/>
                <a:gd name="T15" fmla="*/ 0 h 35"/>
                <a:gd name="T16" fmla="*/ 2147483646 w 408"/>
                <a:gd name="T17" fmla="*/ 2147483646 h 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408"/>
                <a:gd name="T28" fmla="*/ 0 h 35"/>
                <a:gd name="T29" fmla="*/ 408 w 408"/>
                <a:gd name="T30" fmla="*/ 35 h 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408" h="35">
                  <a:moveTo>
                    <a:pt x="250" y="9"/>
                  </a:moveTo>
                  <a:cubicBezTo>
                    <a:pt x="217" y="7"/>
                    <a:pt x="144" y="25"/>
                    <a:pt x="86" y="27"/>
                  </a:cubicBezTo>
                  <a:cubicBezTo>
                    <a:pt x="39" y="28"/>
                    <a:pt x="10" y="11"/>
                    <a:pt x="0" y="4"/>
                  </a:cubicBezTo>
                  <a:cubicBezTo>
                    <a:pt x="1" y="6"/>
                    <a:pt x="1" y="8"/>
                    <a:pt x="1" y="8"/>
                  </a:cubicBezTo>
                  <a:cubicBezTo>
                    <a:pt x="1" y="8"/>
                    <a:pt x="32" y="35"/>
                    <a:pt x="89" y="34"/>
                  </a:cubicBezTo>
                  <a:cubicBezTo>
                    <a:pt x="146" y="32"/>
                    <a:pt x="217" y="13"/>
                    <a:pt x="250" y="15"/>
                  </a:cubicBezTo>
                  <a:cubicBezTo>
                    <a:pt x="283" y="17"/>
                    <a:pt x="381" y="33"/>
                    <a:pt x="408" y="4"/>
                  </a:cubicBezTo>
                  <a:cubicBezTo>
                    <a:pt x="408" y="0"/>
                    <a:pt x="408" y="0"/>
                    <a:pt x="408" y="0"/>
                  </a:cubicBezTo>
                  <a:cubicBezTo>
                    <a:pt x="376" y="25"/>
                    <a:pt x="283" y="11"/>
                    <a:pt x="250" y="9"/>
                  </a:cubicBezTo>
                  <a:close/>
                </a:path>
              </a:pathLst>
            </a:custGeom>
            <a:solidFill>
              <a:srgbClr val="D8BF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5305" name="Freeform 153">
              <a:extLst>
                <a:ext uri="{FF2B5EF4-FFF2-40B4-BE49-F238E27FC236}">
                  <a16:creationId xmlns:a16="http://schemas.microsoft.com/office/drawing/2014/main" id="{64EBE84E-FD54-4F74-A244-70367D030583}"/>
                </a:ext>
              </a:extLst>
            </p:cNvPr>
            <p:cNvSpPr>
              <a:spLocks/>
            </p:cNvSpPr>
            <p:nvPr/>
          </p:nvSpPr>
          <p:spPr bwMode="auto">
            <a:xfrm>
              <a:off x="5618163" y="6450013"/>
              <a:ext cx="957263" cy="195263"/>
            </a:xfrm>
            <a:custGeom>
              <a:avLst/>
              <a:gdLst>
                <a:gd name="T0" fmla="*/ 2147483646 w 420"/>
                <a:gd name="T1" fmla="*/ 2147483646 h 86"/>
                <a:gd name="T2" fmla="*/ 2147483646 w 420"/>
                <a:gd name="T3" fmla="*/ 2147483646 h 86"/>
                <a:gd name="T4" fmla="*/ 2147483646 w 420"/>
                <a:gd name="T5" fmla="*/ 2147483646 h 86"/>
                <a:gd name="T6" fmla="*/ 2147483646 w 420"/>
                <a:gd name="T7" fmla="*/ 2147483646 h 86"/>
                <a:gd name="T8" fmla="*/ 2147483646 w 420"/>
                <a:gd name="T9" fmla="*/ 2147483646 h 86"/>
                <a:gd name="T10" fmla="*/ 2147483646 w 420"/>
                <a:gd name="T11" fmla="*/ 2147483646 h 86"/>
                <a:gd name="T12" fmla="*/ 2147483646 w 420"/>
                <a:gd name="T13" fmla="*/ 2147483646 h 86"/>
                <a:gd name="T14" fmla="*/ 2147483646 w 420"/>
                <a:gd name="T15" fmla="*/ 2147483646 h 86"/>
                <a:gd name="T16" fmla="*/ 2147483646 w 420"/>
                <a:gd name="T17" fmla="*/ 0 h 86"/>
                <a:gd name="T18" fmla="*/ 2147483646 w 420"/>
                <a:gd name="T19" fmla="*/ 2147483646 h 8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420"/>
                <a:gd name="T31" fmla="*/ 0 h 86"/>
                <a:gd name="T32" fmla="*/ 420 w 420"/>
                <a:gd name="T33" fmla="*/ 86 h 8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420" h="86">
                  <a:moveTo>
                    <a:pt x="16" y="13"/>
                  </a:moveTo>
                  <a:cubicBezTo>
                    <a:pt x="16" y="13"/>
                    <a:pt x="0" y="19"/>
                    <a:pt x="4" y="32"/>
                  </a:cubicBezTo>
                  <a:cubicBezTo>
                    <a:pt x="8" y="45"/>
                    <a:pt x="13" y="59"/>
                    <a:pt x="13" y="59"/>
                  </a:cubicBezTo>
                  <a:cubicBezTo>
                    <a:pt x="13" y="59"/>
                    <a:pt x="44" y="86"/>
                    <a:pt x="101" y="85"/>
                  </a:cubicBezTo>
                  <a:cubicBezTo>
                    <a:pt x="158" y="83"/>
                    <a:pt x="229" y="64"/>
                    <a:pt x="262" y="66"/>
                  </a:cubicBezTo>
                  <a:cubicBezTo>
                    <a:pt x="295" y="68"/>
                    <a:pt x="393" y="84"/>
                    <a:pt x="420" y="55"/>
                  </a:cubicBezTo>
                  <a:cubicBezTo>
                    <a:pt x="419" y="22"/>
                    <a:pt x="419" y="22"/>
                    <a:pt x="419" y="22"/>
                  </a:cubicBezTo>
                  <a:cubicBezTo>
                    <a:pt x="419" y="22"/>
                    <a:pt x="419" y="17"/>
                    <a:pt x="404" y="15"/>
                  </a:cubicBezTo>
                  <a:cubicBezTo>
                    <a:pt x="389" y="13"/>
                    <a:pt x="194" y="0"/>
                    <a:pt x="194" y="0"/>
                  </a:cubicBezTo>
                  <a:lnTo>
                    <a:pt x="16" y="13"/>
                  </a:lnTo>
                  <a:close/>
                </a:path>
              </a:pathLst>
            </a:custGeom>
            <a:noFill/>
            <a:ln w="3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5306" name="Freeform 154">
              <a:extLst>
                <a:ext uri="{FF2B5EF4-FFF2-40B4-BE49-F238E27FC236}">
                  <a16:creationId xmlns:a16="http://schemas.microsoft.com/office/drawing/2014/main" id="{60724286-DD82-4966-A0AD-B96700834983}"/>
                </a:ext>
              </a:extLst>
            </p:cNvPr>
            <p:cNvSpPr>
              <a:spLocks/>
            </p:cNvSpPr>
            <p:nvPr/>
          </p:nvSpPr>
          <p:spPr bwMode="auto">
            <a:xfrm>
              <a:off x="5634038" y="5951538"/>
              <a:ext cx="981075" cy="608013"/>
            </a:xfrm>
            <a:custGeom>
              <a:avLst/>
              <a:gdLst>
                <a:gd name="T0" fmla="*/ 2147483646 w 431"/>
                <a:gd name="T1" fmla="*/ 2147483646 h 268"/>
                <a:gd name="T2" fmla="*/ 2147483646 w 431"/>
                <a:gd name="T3" fmla="*/ 2147483646 h 268"/>
                <a:gd name="T4" fmla="*/ 2147483646 w 431"/>
                <a:gd name="T5" fmla="*/ 2147483646 h 268"/>
                <a:gd name="T6" fmla="*/ 2147483646 w 431"/>
                <a:gd name="T7" fmla="*/ 2147483646 h 268"/>
                <a:gd name="T8" fmla="*/ 2147483646 w 431"/>
                <a:gd name="T9" fmla="*/ 2147483646 h 268"/>
                <a:gd name="T10" fmla="*/ 2147483646 w 431"/>
                <a:gd name="T11" fmla="*/ 2147483646 h 268"/>
                <a:gd name="T12" fmla="*/ 2147483646 w 431"/>
                <a:gd name="T13" fmla="*/ 2147483646 h 268"/>
                <a:gd name="T14" fmla="*/ 2147483646 w 431"/>
                <a:gd name="T15" fmla="*/ 2147483646 h 268"/>
                <a:gd name="T16" fmla="*/ 2147483646 w 431"/>
                <a:gd name="T17" fmla="*/ 2147483646 h 268"/>
                <a:gd name="T18" fmla="*/ 2147483646 w 431"/>
                <a:gd name="T19" fmla="*/ 2147483646 h 268"/>
                <a:gd name="T20" fmla="*/ 2147483646 w 431"/>
                <a:gd name="T21" fmla="*/ 2147483646 h 268"/>
                <a:gd name="T22" fmla="*/ 2147483646 w 431"/>
                <a:gd name="T23" fmla="*/ 2147483646 h 268"/>
                <a:gd name="T24" fmla="*/ 2147483646 w 431"/>
                <a:gd name="T25" fmla="*/ 2147483646 h 268"/>
                <a:gd name="T26" fmla="*/ 2147483646 w 431"/>
                <a:gd name="T27" fmla="*/ 2147483646 h 268"/>
                <a:gd name="T28" fmla="*/ 2147483646 w 431"/>
                <a:gd name="T29" fmla="*/ 2147483646 h 268"/>
                <a:gd name="T30" fmla="*/ 2147483646 w 431"/>
                <a:gd name="T31" fmla="*/ 2147483646 h 268"/>
                <a:gd name="T32" fmla="*/ 2147483646 w 431"/>
                <a:gd name="T33" fmla="*/ 2147483646 h 268"/>
                <a:gd name="T34" fmla="*/ 2147483646 w 431"/>
                <a:gd name="T35" fmla="*/ 2147483646 h 268"/>
                <a:gd name="T36" fmla="*/ 2147483646 w 431"/>
                <a:gd name="T37" fmla="*/ 2147483646 h 268"/>
                <a:gd name="T38" fmla="*/ 2147483646 w 431"/>
                <a:gd name="T39" fmla="*/ 2147483646 h 268"/>
                <a:gd name="T40" fmla="*/ 2147483646 w 431"/>
                <a:gd name="T41" fmla="*/ 2147483646 h 268"/>
                <a:gd name="T42" fmla="*/ 2147483646 w 431"/>
                <a:gd name="T43" fmla="*/ 0 h 268"/>
                <a:gd name="T44" fmla="*/ 2147483646 w 431"/>
                <a:gd name="T45" fmla="*/ 2147483646 h 268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w 431"/>
                <a:gd name="T70" fmla="*/ 0 h 268"/>
                <a:gd name="T71" fmla="*/ 431 w 431"/>
                <a:gd name="T72" fmla="*/ 268 h 268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T69" t="T70" r="T71" b="T72"/>
              <a:pathLst>
                <a:path w="431" h="268">
                  <a:moveTo>
                    <a:pt x="266" y="10"/>
                  </a:moveTo>
                  <a:cubicBezTo>
                    <a:pt x="266" y="10"/>
                    <a:pt x="277" y="58"/>
                    <a:pt x="260" y="77"/>
                  </a:cubicBezTo>
                  <a:cubicBezTo>
                    <a:pt x="243" y="96"/>
                    <a:pt x="210" y="123"/>
                    <a:pt x="200" y="127"/>
                  </a:cubicBezTo>
                  <a:cubicBezTo>
                    <a:pt x="191" y="132"/>
                    <a:pt x="155" y="157"/>
                    <a:pt x="142" y="163"/>
                  </a:cubicBezTo>
                  <a:cubicBezTo>
                    <a:pt x="129" y="169"/>
                    <a:pt x="85" y="194"/>
                    <a:pt x="74" y="198"/>
                  </a:cubicBezTo>
                  <a:cubicBezTo>
                    <a:pt x="62" y="201"/>
                    <a:pt x="56" y="208"/>
                    <a:pt x="49" y="209"/>
                  </a:cubicBezTo>
                  <a:cubicBezTo>
                    <a:pt x="41" y="211"/>
                    <a:pt x="29" y="216"/>
                    <a:pt x="25" y="215"/>
                  </a:cubicBezTo>
                  <a:cubicBezTo>
                    <a:pt x="12" y="214"/>
                    <a:pt x="4" y="216"/>
                    <a:pt x="4" y="216"/>
                  </a:cubicBezTo>
                  <a:cubicBezTo>
                    <a:pt x="4" y="216"/>
                    <a:pt x="0" y="240"/>
                    <a:pt x="14" y="244"/>
                  </a:cubicBezTo>
                  <a:cubicBezTo>
                    <a:pt x="14" y="244"/>
                    <a:pt x="17" y="253"/>
                    <a:pt x="31" y="253"/>
                  </a:cubicBezTo>
                  <a:cubicBezTo>
                    <a:pt x="31" y="253"/>
                    <a:pt x="40" y="261"/>
                    <a:pt x="46" y="260"/>
                  </a:cubicBezTo>
                  <a:cubicBezTo>
                    <a:pt x="51" y="259"/>
                    <a:pt x="54" y="257"/>
                    <a:pt x="54" y="257"/>
                  </a:cubicBezTo>
                  <a:cubicBezTo>
                    <a:pt x="54" y="257"/>
                    <a:pt x="59" y="266"/>
                    <a:pt x="68" y="266"/>
                  </a:cubicBezTo>
                  <a:cubicBezTo>
                    <a:pt x="77" y="267"/>
                    <a:pt x="85" y="260"/>
                    <a:pt x="88" y="259"/>
                  </a:cubicBezTo>
                  <a:cubicBezTo>
                    <a:pt x="88" y="259"/>
                    <a:pt x="90" y="268"/>
                    <a:pt x="99" y="267"/>
                  </a:cubicBezTo>
                  <a:cubicBezTo>
                    <a:pt x="108" y="265"/>
                    <a:pt x="124" y="263"/>
                    <a:pt x="124" y="263"/>
                  </a:cubicBezTo>
                  <a:cubicBezTo>
                    <a:pt x="124" y="263"/>
                    <a:pt x="252" y="249"/>
                    <a:pt x="265" y="246"/>
                  </a:cubicBezTo>
                  <a:cubicBezTo>
                    <a:pt x="279" y="243"/>
                    <a:pt x="278" y="244"/>
                    <a:pt x="290" y="247"/>
                  </a:cubicBezTo>
                  <a:cubicBezTo>
                    <a:pt x="303" y="249"/>
                    <a:pt x="395" y="255"/>
                    <a:pt x="413" y="234"/>
                  </a:cubicBezTo>
                  <a:cubicBezTo>
                    <a:pt x="431" y="213"/>
                    <a:pt x="424" y="189"/>
                    <a:pt x="417" y="165"/>
                  </a:cubicBezTo>
                  <a:cubicBezTo>
                    <a:pt x="411" y="142"/>
                    <a:pt x="399" y="113"/>
                    <a:pt x="397" y="82"/>
                  </a:cubicBezTo>
                  <a:cubicBezTo>
                    <a:pt x="395" y="52"/>
                    <a:pt x="391" y="0"/>
                    <a:pt x="391" y="0"/>
                  </a:cubicBezTo>
                  <a:lnTo>
                    <a:pt x="266" y="10"/>
                  </a:lnTo>
                  <a:close/>
                </a:path>
              </a:pathLst>
            </a:custGeom>
            <a:solidFill>
              <a:srgbClr val="F8F3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5307" name="Freeform 155">
              <a:extLst>
                <a:ext uri="{FF2B5EF4-FFF2-40B4-BE49-F238E27FC236}">
                  <a16:creationId xmlns:a16="http://schemas.microsoft.com/office/drawing/2014/main" id="{ACF7DE9F-5C45-4F88-AFFE-55EB023FC091}"/>
                </a:ext>
              </a:extLst>
            </p:cNvPr>
            <p:cNvSpPr>
              <a:spLocks/>
            </p:cNvSpPr>
            <p:nvPr/>
          </p:nvSpPr>
          <p:spPr bwMode="auto">
            <a:xfrm>
              <a:off x="5634038" y="5951538"/>
              <a:ext cx="981075" cy="608013"/>
            </a:xfrm>
            <a:custGeom>
              <a:avLst/>
              <a:gdLst>
                <a:gd name="T0" fmla="*/ 2147483646 w 431"/>
                <a:gd name="T1" fmla="*/ 2147483646 h 268"/>
                <a:gd name="T2" fmla="*/ 2147483646 w 431"/>
                <a:gd name="T3" fmla="*/ 2147483646 h 268"/>
                <a:gd name="T4" fmla="*/ 2147483646 w 431"/>
                <a:gd name="T5" fmla="*/ 2147483646 h 268"/>
                <a:gd name="T6" fmla="*/ 2147483646 w 431"/>
                <a:gd name="T7" fmla="*/ 2147483646 h 268"/>
                <a:gd name="T8" fmla="*/ 2147483646 w 431"/>
                <a:gd name="T9" fmla="*/ 2147483646 h 268"/>
                <a:gd name="T10" fmla="*/ 2147483646 w 431"/>
                <a:gd name="T11" fmla="*/ 2147483646 h 268"/>
                <a:gd name="T12" fmla="*/ 2147483646 w 431"/>
                <a:gd name="T13" fmla="*/ 2147483646 h 268"/>
                <a:gd name="T14" fmla="*/ 2147483646 w 431"/>
                <a:gd name="T15" fmla="*/ 2147483646 h 268"/>
                <a:gd name="T16" fmla="*/ 2147483646 w 431"/>
                <a:gd name="T17" fmla="*/ 2147483646 h 268"/>
                <a:gd name="T18" fmla="*/ 2147483646 w 431"/>
                <a:gd name="T19" fmla="*/ 2147483646 h 268"/>
                <a:gd name="T20" fmla="*/ 2147483646 w 431"/>
                <a:gd name="T21" fmla="*/ 2147483646 h 268"/>
                <a:gd name="T22" fmla="*/ 2147483646 w 431"/>
                <a:gd name="T23" fmla="*/ 2147483646 h 268"/>
                <a:gd name="T24" fmla="*/ 2147483646 w 431"/>
                <a:gd name="T25" fmla="*/ 2147483646 h 268"/>
                <a:gd name="T26" fmla="*/ 2147483646 w 431"/>
                <a:gd name="T27" fmla="*/ 2147483646 h 268"/>
                <a:gd name="T28" fmla="*/ 2147483646 w 431"/>
                <a:gd name="T29" fmla="*/ 2147483646 h 268"/>
                <a:gd name="T30" fmla="*/ 2147483646 w 431"/>
                <a:gd name="T31" fmla="*/ 2147483646 h 268"/>
                <a:gd name="T32" fmla="*/ 2147483646 w 431"/>
                <a:gd name="T33" fmla="*/ 2147483646 h 268"/>
                <a:gd name="T34" fmla="*/ 2147483646 w 431"/>
                <a:gd name="T35" fmla="*/ 2147483646 h 268"/>
                <a:gd name="T36" fmla="*/ 2147483646 w 431"/>
                <a:gd name="T37" fmla="*/ 2147483646 h 268"/>
                <a:gd name="T38" fmla="*/ 2147483646 w 431"/>
                <a:gd name="T39" fmla="*/ 2147483646 h 268"/>
                <a:gd name="T40" fmla="*/ 2147483646 w 431"/>
                <a:gd name="T41" fmla="*/ 2147483646 h 268"/>
                <a:gd name="T42" fmla="*/ 2147483646 w 431"/>
                <a:gd name="T43" fmla="*/ 0 h 268"/>
                <a:gd name="T44" fmla="*/ 2147483646 w 431"/>
                <a:gd name="T45" fmla="*/ 2147483646 h 268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w 431"/>
                <a:gd name="T70" fmla="*/ 0 h 268"/>
                <a:gd name="T71" fmla="*/ 431 w 431"/>
                <a:gd name="T72" fmla="*/ 268 h 268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T69" t="T70" r="T71" b="T72"/>
              <a:pathLst>
                <a:path w="431" h="268">
                  <a:moveTo>
                    <a:pt x="266" y="10"/>
                  </a:moveTo>
                  <a:cubicBezTo>
                    <a:pt x="266" y="10"/>
                    <a:pt x="277" y="58"/>
                    <a:pt x="260" y="77"/>
                  </a:cubicBezTo>
                  <a:cubicBezTo>
                    <a:pt x="243" y="96"/>
                    <a:pt x="210" y="123"/>
                    <a:pt x="200" y="127"/>
                  </a:cubicBezTo>
                  <a:cubicBezTo>
                    <a:pt x="191" y="132"/>
                    <a:pt x="155" y="157"/>
                    <a:pt x="142" y="163"/>
                  </a:cubicBezTo>
                  <a:cubicBezTo>
                    <a:pt x="129" y="169"/>
                    <a:pt x="85" y="194"/>
                    <a:pt x="74" y="198"/>
                  </a:cubicBezTo>
                  <a:cubicBezTo>
                    <a:pt x="62" y="201"/>
                    <a:pt x="56" y="208"/>
                    <a:pt x="49" y="209"/>
                  </a:cubicBezTo>
                  <a:cubicBezTo>
                    <a:pt x="41" y="211"/>
                    <a:pt x="29" y="216"/>
                    <a:pt x="25" y="215"/>
                  </a:cubicBezTo>
                  <a:cubicBezTo>
                    <a:pt x="12" y="214"/>
                    <a:pt x="4" y="216"/>
                    <a:pt x="4" y="216"/>
                  </a:cubicBezTo>
                  <a:cubicBezTo>
                    <a:pt x="4" y="216"/>
                    <a:pt x="0" y="240"/>
                    <a:pt x="14" y="244"/>
                  </a:cubicBezTo>
                  <a:cubicBezTo>
                    <a:pt x="14" y="244"/>
                    <a:pt x="17" y="253"/>
                    <a:pt x="31" y="253"/>
                  </a:cubicBezTo>
                  <a:cubicBezTo>
                    <a:pt x="31" y="253"/>
                    <a:pt x="40" y="261"/>
                    <a:pt x="46" y="260"/>
                  </a:cubicBezTo>
                  <a:cubicBezTo>
                    <a:pt x="51" y="259"/>
                    <a:pt x="54" y="257"/>
                    <a:pt x="54" y="257"/>
                  </a:cubicBezTo>
                  <a:cubicBezTo>
                    <a:pt x="54" y="257"/>
                    <a:pt x="59" y="266"/>
                    <a:pt x="68" y="266"/>
                  </a:cubicBezTo>
                  <a:cubicBezTo>
                    <a:pt x="77" y="267"/>
                    <a:pt x="85" y="260"/>
                    <a:pt x="88" y="259"/>
                  </a:cubicBezTo>
                  <a:cubicBezTo>
                    <a:pt x="88" y="259"/>
                    <a:pt x="90" y="268"/>
                    <a:pt x="99" y="267"/>
                  </a:cubicBezTo>
                  <a:cubicBezTo>
                    <a:pt x="108" y="265"/>
                    <a:pt x="124" y="263"/>
                    <a:pt x="124" y="263"/>
                  </a:cubicBezTo>
                  <a:cubicBezTo>
                    <a:pt x="124" y="263"/>
                    <a:pt x="252" y="249"/>
                    <a:pt x="265" y="246"/>
                  </a:cubicBezTo>
                  <a:cubicBezTo>
                    <a:pt x="279" y="243"/>
                    <a:pt x="278" y="244"/>
                    <a:pt x="290" y="247"/>
                  </a:cubicBezTo>
                  <a:cubicBezTo>
                    <a:pt x="303" y="249"/>
                    <a:pt x="395" y="255"/>
                    <a:pt x="413" y="234"/>
                  </a:cubicBezTo>
                  <a:cubicBezTo>
                    <a:pt x="431" y="213"/>
                    <a:pt x="424" y="189"/>
                    <a:pt x="417" y="165"/>
                  </a:cubicBezTo>
                  <a:cubicBezTo>
                    <a:pt x="411" y="142"/>
                    <a:pt x="399" y="113"/>
                    <a:pt x="397" y="82"/>
                  </a:cubicBezTo>
                  <a:cubicBezTo>
                    <a:pt x="395" y="52"/>
                    <a:pt x="391" y="0"/>
                    <a:pt x="391" y="0"/>
                  </a:cubicBezTo>
                  <a:lnTo>
                    <a:pt x="266" y="10"/>
                  </a:lnTo>
                  <a:close/>
                </a:path>
              </a:pathLst>
            </a:custGeom>
            <a:noFill/>
            <a:ln w="3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5308" name="Freeform 156">
              <a:extLst>
                <a:ext uri="{FF2B5EF4-FFF2-40B4-BE49-F238E27FC236}">
                  <a16:creationId xmlns:a16="http://schemas.microsoft.com/office/drawing/2014/main" id="{BC81C124-3D58-4045-B6C1-232807B3DF93}"/>
                </a:ext>
              </a:extLst>
            </p:cNvPr>
            <p:cNvSpPr>
              <a:spLocks/>
            </p:cNvSpPr>
            <p:nvPr/>
          </p:nvSpPr>
          <p:spPr bwMode="auto">
            <a:xfrm>
              <a:off x="5664200" y="6426200"/>
              <a:ext cx="125413" cy="79375"/>
            </a:xfrm>
            <a:custGeom>
              <a:avLst/>
              <a:gdLst>
                <a:gd name="T0" fmla="*/ 2147483646 w 55"/>
                <a:gd name="T1" fmla="*/ 2147483646 h 35"/>
                <a:gd name="T2" fmla="*/ 2147483646 w 55"/>
                <a:gd name="T3" fmla="*/ 2147483646 h 35"/>
                <a:gd name="T4" fmla="*/ 2147483646 w 55"/>
                <a:gd name="T5" fmla="*/ 2147483646 h 35"/>
                <a:gd name="T6" fmla="*/ 2147483646 w 55"/>
                <a:gd name="T7" fmla="*/ 2147483646 h 35"/>
                <a:gd name="T8" fmla="*/ 2147483646 w 55"/>
                <a:gd name="T9" fmla="*/ 2147483646 h 35"/>
                <a:gd name="T10" fmla="*/ 2147483646 w 55"/>
                <a:gd name="T11" fmla="*/ 2147483646 h 35"/>
                <a:gd name="T12" fmla="*/ 2147483646 w 55"/>
                <a:gd name="T13" fmla="*/ 2147483646 h 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55"/>
                <a:gd name="T22" fmla="*/ 0 h 35"/>
                <a:gd name="T23" fmla="*/ 55 w 55"/>
                <a:gd name="T24" fmla="*/ 35 h 35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55" h="35">
                  <a:moveTo>
                    <a:pt x="2" y="35"/>
                  </a:moveTo>
                  <a:cubicBezTo>
                    <a:pt x="1" y="31"/>
                    <a:pt x="0" y="23"/>
                    <a:pt x="4" y="19"/>
                  </a:cubicBezTo>
                  <a:cubicBezTo>
                    <a:pt x="4" y="19"/>
                    <a:pt x="6" y="19"/>
                    <a:pt x="7" y="18"/>
                  </a:cubicBezTo>
                  <a:cubicBezTo>
                    <a:pt x="8" y="17"/>
                    <a:pt x="10" y="17"/>
                    <a:pt x="11" y="16"/>
                  </a:cubicBezTo>
                  <a:cubicBezTo>
                    <a:pt x="13" y="16"/>
                    <a:pt x="15" y="15"/>
                    <a:pt x="17" y="14"/>
                  </a:cubicBezTo>
                  <a:cubicBezTo>
                    <a:pt x="23" y="10"/>
                    <a:pt x="30" y="5"/>
                    <a:pt x="37" y="4"/>
                  </a:cubicBezTo>
                  <a:cubicBezTo>
                    <a:pt x="43" y="2"/>
                    <a:pt x="49" y="0"/>
                    <a:pt x="55" y="1"/>
                  </a:cubicBezTo>
                </a:path>
              </a:pathLst>
            </a:custGeom>
            <a:noFill/>
            <a:ln w="3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5309" name="Freeform 157">
              <a:extLst>
                <a:ext uri="{FF2B5EF4-FFF2-40B4-BE49-F238E27FC236}">
                  <a16:creationId xmlns:a16="http://schemas.microsoft.com/office/drawing/2014/main" id="{2DDB9315-249E-4258-AD95-BD4309708EA7}"/>
                </a:ext>
              </a:extLst>
            </p:cNvPr>
            <p:cNvSpPr>
              <a:spLocks/>
            </p:cNvSpPr>
            <p:nvPr/>
          </p:nvSpPr>
          <p:spPr bwMode="auto">
            <a:xfrm>
              <a:off x="5702300" y="6438900"/>
              <a:ext cx="114300" cy="88900"/>
            </a:xfrm>
            <a:custGeom>
              <a:avLst/>
              <a:gdLst>
                <a:gd name="T0" fmla="*/ 2147483646 w 50"/>
                <a:gd name="T1" fmla="*/ 2147483646 h 39"/>
                <a:gd name="T2" fmla="*/ 0 w 50"/>
                <a:gd name="T3" fmla="*/ 2147483646 h 39"/>
                <a:gd name="T4" fmla="*/ 2147483646 w 50"/>
                <a:gd name="T5" fmla="*/ 2147483646 h 39"/>
                <a:gd name="T6" fmla="*/ 2147483646 w 50"/>
                <a:gd name="T7" fmla="*/ 2147483646 h 39"/>
                <a:gd name="T8" fmla="*/ 2147483646 w 50"/>
                <a:gd name="T9" fmla="*/ 2147483646 h 39"/>
                <a:gd name="T10" fmla="*/ 2147483646 w 50"/>
                <a:gd name="T11" fmla="*/ 2147483646 h 39"/>
                <a:gd name="T12" fmla="*/ 2147483646 w 50"/>
                <a:gd name="T13" fmla="*/ 2147483646 h 39"/>
                <a:gd name="T14" fmla="*/ 2147483646 w 50"/>
                <a:gd name="T15" fmla="*/ 2147483646 h 39"/>
                <a:gd name="T16" fmla="*/ 2147483646 w 50"/>
                <a:gd name="T17" fmla="*/ 0 h 39"/>
                <a:gd name="T18" fmla="*/ 2147483646 w 50"/>
                <a:gd name="T19" fmla="*/ 0 h 3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50"/>
                <a:gd name="T31" fmla="*/ 0 h 39"/>
                <a:gd name="T32" fmla="*/ 50 w 50"/>
                <a:gd name="T33" fmla="*/ 39 h 39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50" h="39">
                  <a:moveTo>
                    <a:pt x="2" y="39"/>
                  </a:moveTo>
                  <a:cubicBezTo>
                    <a:pt x="1" y="38"/>
                    <a:pt x="0" y="33"/>
                    <a:pt x="0" y="30"/>
                  </a:cubicBezTo>
                  <a:cubicBezTo>
                    <a:pt x="0" y="28"/>
                    <a:pt x="1" y="26"/>
                    <a:pt x="3" y="24"/>
                  </a:cubicBezTo>
                  <a:cubicBezTo>
                    <a:pt x="4" y="23"/>
                    <a:pt x="6" y="23"/>
                    <a:pt x="7" y="22"/>
                  </a:cubicBezTo>
                  <a:cubicBezTo>
                    <a:pt x="10" y="21"/>
                    <a:pt x="11" y="20"/>
                    <a:pt x="14" y="19"/>
                  </a:cubicBezTo>
                  <a:cubicBezTo>
                    <a:pt x="17" y="17"/>
                    <a:pt x="21" y="14"/>
                    <a:pt x="24" y="12"/>
                  </a:cubicBezTo>
                  <a:cubicBezTo>
                    <a:pt x="28" y="9"/>
                    <a:pt x="31" y="7"/>
                    <a:pt x="35" y="5"/>
                  </a:cubicBezTo>
                  <a:cubicBezTo>
                    <a:pt x="38" y="4"/>
                    <a:pt x="41" y="4"/>
                    <a:pt x="44" y="3"/>
                  </a:cubicBezTo>
                  <a:cubicBezTo>
                    <a:pt x="46" y="2"/>
                    <a:pt x="48" y="1"/>
                    <a:pt x="50" y="0"/>
                  </a:cubicBezTo>
                  <a:cubicBezTo>
                    <a:pt x="50" y="0"/>
                    <a:pt x="50" y="0"/>
                    <a:pt x="49" y="0"/>
                  </a:cubicBezTo>
                </a:path>
              </a:pathLst>
            </a:custGeom>
            <a:noFill/>
            <a:ln w="3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5310" name="Freeform 158">
              <a:extLst>
                <a:ext uri="{FF2B5EF4-FFF2-40B4-BE49-F238E27FC236}">
                  <a16:creationId xmlns:a16="http://schemas.microsoft.com/office/drawing/2014/main" id="{BA68039A-DC68-40DC-A692-6EB017E4E46D}"/>
                </a:ext>
              </a:extLst>
            </p:cNvPr>
            <p:cNvSpPr>
              <a:spLocks/>
            </p:cNvSpPr>
            <p:nvPr/>
          </p:nvSpPr>
          <p:spPr bwMode="auto">
            <a:xfrm>
              <a:off x="5754688" y="6465888"/>
              <a:ext cx="100013" cy="68263"/>
            </a:xfrm>
            <a:custGeom>
              <a:avLst/>
              <a:gdLst>
                <a:gd name="T0" fmla="*/ 2147483646 w 44"/>
                <a:gd name="T1" fmla="*/ 2147483646 h 30"/>
                <a:gd name="T2" fmla="*/ 2147483646 w 44"/>
                <a:gd name="T3" fmla="*/ 2147483646 h 30"/>
                <a:gd name="T4" fmla="*/ 2147483646 w 44"/>
                <a:gd name="T5" fmla="*/ 2147483646 h 30"/>
                <a:gd name="T6" fmla="*/ 2147483646 w 44"/>
                <a:gd name="T7" fmla="*/ 2147483646 h 30"/>
                <a:gd name="T8" fmla="*/ 2147483646 w 44"/>
                <a:gd name="T9" fmla="*/ 2147483646 h 30"/>
                <a:gd name="T10" fmla="*/ 2147483646 w 44"/>
                <a:gd name="T11" fmla="*/ 2147483646 h 30"/>
                <a:gd name="T12" fmla="*/ 2147483646 w 44"/>
                <a:gd name="T13" fmla="*/ 2147483646 h 30"/>
                <a:gd name="T14" fmla="*/ 2147483646 w 44"/>
                <a:gd name="T15" fmla="*/ 2147483646 h 3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44"/>
                <a:gd name="T25" fmla="*/ 0 h 30"/>
                <a:gd name="T26" fmla="*/ 44 w 44"/>
                <a:gd name="T27" fmla="*/ 30 h 30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44" h="30">
                  <a:moveTo>
                    <a:pt x="2" y="30"/>
                  </a:moveTo>
                  <a:cubicBezTo>
                    <a:pt x="0" y="30"/>
                    <a:pt x="1" y="24"/>
                    <a:pt x="2" y="23"/>
                  </a:cubicBezTo>
                  <a:cubicBezTo>
                    <a:pt x="2" y="21"/>
                    <a:pt x="4" y="21"/>
                    <a:pt x="5" y="20"/>
                  </a:cubicBezTo>
                  <a:cubicBezTo>
                    <a:pt x="8" y="18"/>
                    <a:pt x="11" y="16"/>
                    <a:pt x="13" y="14"/>
                  </a:cubicBezTo>
                  <a:cubicBezTo>
                    <a:pt x="15" y="12"/>
                    <a:pt x="16" y="11"/>
                    <a:pt x="18" y="9"/>
                  </a:cubicBezTo>
                  <a:cubicBezTo>
                    <a:pt x="23" y="6"/>
                    <a:pt x="27" y="3"/>
                    <a:pt x="32" y="1"/>
                  </a:cubicBezTo>
                  <a:cubicBezTo>
                    <a:pt x="35" y="0"/>
                    <a:pt x="40" y="1"/>
                    <a:pt x="44" y="1"/>
                  </a:cubicBezTo>
                  <a:cubicBezTo>
                    <a:pt x="44" y="1"/>
                    <a:pt x="44" y="1"/>
                    <a:pt x="44" y="1"/>
                  </a:cubicBezTo>
                </a:path>
              </a:pathLst>
            </a:custGeom>
            <a:noFill/>
            <a:ln w="3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5311" name="Freeform 159">
              <a:extLst>
                <a:ext uri="{FF2B5EF4-FFF2-40B4-BE49-F238E27FC236}">
                  <a16:creationId xmlns:a16="http://schemas.microsoft.com/office/drawing/2014/main" id="{2B6F647B-D178-48F6-B1F5-99E5872DAE62}"/>
                </a:ext>
              </a:extLst>
            </p:cNvPr>
            <p:cNvSpPr>
              <a:spLocks/>
            </p:cNvSpPr>
            <p:nvPr/>
          </p:nvSpPr>
          <p:spPr bwMode="auto">
            <a:xfrm>
              <a:off x="5834063" y="6489700"/>
              <a:ext cx="84138" cy="49213"/>
            </a:xfrm>
            <a:custGeom>
              <a:avLst/>
              <a:gdLst>
                <a:gd name="T0" fmla="*/ 2147483646 w 37"/>
                <a:gd name="T1" fmla="*/ 2147483646 h 22"/>
                <a:gd name="T2" fmla="*/ 2147483646 w 37"/>
                <a:gd name="T3" fmla="*/ 2147483646 h 22"/>
                <a:gd name="T4" fmla="*/ 2147483646 w 37"/>
                <a:gd name="T5" fmla="*/ 2147483646 h 22"/>
                <a:gd name="T6" fmla="*/ 2147483646 w 37"/>
                <a:gd name="T7" fmla="*/ 0 h 22"/>
                <a:gd name="T8" fmla="*/ 2147483646 w 37"/>
                <a:gd name="T9" fmla="*/ 2147483646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7"/>
                <a:gd name="T16" fmla="*/ 0 h 22"/>
                <a:gd name="T17" fmla="*/ 37 w 37"/>
                <a:gd name="T18" fmla="*/ 22 h 2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7" h="22">
                  <a:moveTo>
                    <a:pt x="1" y="22"/>
                  </a:moveTo>
                  <a:cubicBezTo>
                    <a:pt x="0" y="18"/>
                    <a:pt x="0" y="12"/>
                    <a:pt x="2" y="8"/>
                  </a:cubicBezTo>
                  <a:cubicBezTo>
                    <a:pt x="4" y="4"/>
                    <a:pt x="7" y="4"/>
                    <a:pt x="11" y="3"/>
                  </a:cubicBezTo>
                  <a:cubicBezTo>
                    <a:pt x="15" y="2"/>
                    <a:pt x="19" y="1"/>
                    <a:pt x="23" y="0"/>
                  </a:cubicBezTo>
                  <a:cubicBezTo>
                    <a:pt x="27" y="0"/>
                    <a:pt x="32" y="1"/>
                    <a:pt x="37" y="1"/>
                  </a:cubicBezTo>
                </a:path>
              </a:pathLst>
            </a:custGeom>
            <a:noFill/>
            <a:ln w="3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5312" name="Freeform 160">
              <a:extLst>
                <a:ext uri="{FF2B5EF4-FFF2-40B4-BE49-F238E27FC236}">
                  <a16:creationId xmlns:a16="http://schemas.microsoft.com/office/drawing/2014/main" id="{E6E1CA67-3D87-4FEF-9E3E-4F79B11B9E47}"/>
                </a:ext>
              </a:extLst>
            </p:cNvPr>
            <p:cNvSpPr>
              <a:spLocks/>
            </p:cNvSpPr>
            <p:nvPr/>
          </p:nvSpPr>
          <p:spPr bwMode="auto">
            <a:xfrm>
              <a:off x="5688013" y="6438900"/>
              <a:ext cx="7938" cy="20638"/>
            </a:xfrm>
            <a:custGeom>
              <a:avLst/>
              <a:gdLst>
                <a:gd name="T0" fmla="*/ 2147483646 w 3"/>
                <a:gd name="T1" fmla="*/ 0 h 9"/>
                <a:gd name="T2" fmla="*/ 0 w 3"/>
                <a:gd name="T3" fmla="*/ 2147483646 h 9"/>
                <a:gd name="T4" fmla="*/ 0 60000 65536"/>
                <a:gd name="T5" fmla="*/ 0 60000 65536"/>
                <a:gd name="T6" fmla="*/ 0 w 3"/>
                <a:gd name="T7" fmla="*/ 0 h 9"/>
                <a:gd name="T8" fmla="*/ 3 w 3"/>
                <a:gd name="T9" fmla="*/ 9 h 9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" h="9">
                  <a:moveTo>
                    <a:pt x="2" y="0"/>
                  </a:moveTo>
                  <a:cubicBezTo>
                    <a:pt x="3" y="2"/>
                    <a:pt x="3" y="9"/>
                    <a:pt x="0" y="9"/>
                  </a:cubicBezTo>
                </a:path>
              </a:pathLst>
            </a:custGeom>
            <a:noFill/>
            <a:ln w="3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5313" name="Freeform 161">
              <a:extLst>
                <a:ext uri="{FF2B5EF4-FFF2-40B4-BE49-F238E27FC236}">
                  <a16:creationId xmlns:a16="http://schemas.microsoft.com/office/drawing/2014/main" id="{24071487-99BF-4241-8A12-4AEE89F45AA7}"/>
                </a:ext>
              </a:extLst>
            </p:cNvPr>
            <p:cNvSpPr>
              <a:spLocks/>
            </p:cNvSpPr>
            <p:nvPr/>
          </p:nvSpPr>
          <p:spPr bwMode="auto">
            <a:xfrm>
              <a:off x="5643563" y="6442075"/>
              <a:ext cx="26988" cy="26988"/>
            </a:xfrm>
            <a:custGeom>
              <a:avLst/>
              <a:gdLst>
                <a:gd name="T0" fmla="*/ 0 w 12"/>
                <a:gd name="T1" fmla="*/ 0 h 12"/>
                <a:gd name="T2" fmla="*/ 2147483646 w 12"/>
                <a:gd name="T3" fmla="*/ 2147483646 h 12"/>
                <a:gd name="T4" fmla="*/ 2147483646 w 12"/>
                <a:gd name="T5" fmla="*/ 2147483646 h 12"/>
                <a:gd name="T6" fmla="*/ 2147483646 w 12"/>
                <a:gd name="T7" fmla="*/ 2147483646 h 12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2"/>
                <a:gd name="T13" fmla="*/ 0 h 12"/>
                <a:gd name="T14" fmla="*/ 12 w 12"/>
                <a:gd name="T15" fmla="*/ 12 h 12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2" h="12">
                  <a:moveTo>
                    <a:pt x="0" y="0"/>
                  </a:moveTo>
                  <a:cubicBezTo>
                    <a:pt x="1" y="1"/>
                    <a:pt x="1" y="3"/>
                    <a:pt x="1" y="4"/>
                  </a:cubicBezTo>
                  <a:cubicBezTo>
                    <a:pt x="2" y="5"/>
                    <a:pt x="2" y="7"/>
                    <a:pt x="3" y="8"/>
                  </a:cubicBezTo>
                  <a:cubicBezTo>
                    <a:pt x="5" y="11"/>
                    <a:pt x="9" y="12"/>
                    <a:pt x="12" y="12"/>
                  </a:cubicBezTo>
                </a:path>
              </a:pathLst>
            </a:custGeom>
            <a:noFill/>
            <a:ln w="3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5314" name="Freeform 162">
              <a:extLst>
                <a:ext uri="{FF2B5EF4-FFF2-40B4-BE49-F238E27FC236}">
                  <a16:creationId xmlns:a16="http://schemas.microsoft.com/office/drawing/2014/main" id="{68AD36B5-F812-4531-BEC1-957E097B8E04}"/>
                </a:ext>
              </a:extLst>
            </p:cNvPr>
            <p:cNvSpPr>
              <a:spLocks/>
            </p:cNvSpPr>
            <p:nvPr/>
          </p:nvSpPr>
          <p:spPr bwMode="auto">
            <a:xfrm>
              <a:off x="5670550" y="6462713"/>
              <a:ext cx="36513" cy="28575"/>
            </a:xfrm>
            <a:custGeom>
              <a:avLst/>
              <a:gdLst>
                <a:gd name="T0" fmla="*/ 0 w 16"/>
                <a:gd name="T1" fmla="*/ 2147483646 h 13"/>
                <a:gd name="T2" fmla="*/ 2147483646 w 16"/>
                <a:gd name="T3" fmla="*/ 2147483646 h 13"/>
                <a:gd name="T4" fmla="*/ 2147483646 w 16"/>
                <a:gd name="T5" fmla="*/ 2147483646 h 13"/>
                <a:gd name="T6" fmla="*/ 2147483646 w 16"/>
                <a:gd name="T7" fmla="*/ 2147483646 h 13"/>
                <a:gd name="T8" fmla="*/ 2147483646 w 16"/>
                <a:gd name="T9" fmla="*/ 0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6"/>
                <a:gd name="T16" fmla="*/ 0 h 13"/>
                <a:gd name="T17" fmla="*/ 16 w 16"/>
                <a:gd name="T18" fmla="*/ 13 h 1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6" h="13">
                  <a:moveTo>
                    <a:pt x="0" y="5"/>
                  </a:moveTo>
                  <a:cubicBezTo>
                    <a:pt x="2" y="7"/>
                    <a:pt x="4" y="11"/>
                    <a:pt x="6" y="13"/>
                  </a:cubicBezTo>
                  <a:cubicBezTo>
                    <a:pt x="7" y="12"/>
                    <a:pt x="8" y="12"/>
                    <a:pt x="10" y="11"/>
                  </a:cubicBezTo>
                  <a:cubicBezTo>
                    <a:pt x="11" y="10"/>
                    <a:pt x="13" y="9"/>
                    <a:pt x="14" y="7"/>
                  </a:cubicBezTo>
                  <a:cubicBezTo>
                    <a:pt x="16" y="5"/>
                    <a:pt x="15" y="2"/>
                    <a:pt x="12" y="0"/>
                  </a:cubicBezTo>
                </a:path>
              </a:pathLst>
            </a:custGeom>
            <a:noFill/>
            <a:ln w="3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5315" name="Freeform 163">
              <a:extLst>
                <a:ext uri="{FF2B5EF4-FFF2-40B4-BE49-F238E27FC236}">
                  <a16:creationId xmlns:a16="http://schemas.microsoft.com/office/drawing/2014/main" id="{7CE10078-83B9-4B38-B9B8-3190B5F47878}"/>
                </a:ext>
              </a:extLst>
            </p:cNvPr>
            <p:cNvSpPr>
              <a:spLocks/>
            </p:cNvSpPr>
            <p:nvPr/>
          </p:nvSpPr>
          <p:spPr bwMode="auto">
            <a:xfrm>
              <a:off x="5703888" y="6481763"/>
              <a:ext cx="41275" cy="30163"/>
            </a:xfrm>
            <a:custGeom>
              <a:avLst/>
              <a:gdLst>
                <a:gd name="T0" fmla="*/ 0 w 18"/>
                <a:gd name="T1" fmla="*/ 2147483646 h 13"/>
                <a:gd name="T2" fmla="*/ 2147483646 w 18"/>
                <a:gd name="T3" fmla="*/ 2147483646 h 13"/>
                <a:gd name="T4" fmla="*/ 2147483646 w 18"/>
                <a:gd name="T5" fmla="*/ 2147483646 h 13"/>
                <a:gd name="T6" fmla="*/ 2147483646 w 18"/>
                <a:gd name="T7" fmla="*/ 2147483646 h 13"/>
                <a:gd name="T8" fmla="*/ 2147483646 w 18"/>
                <a:gd name="T9" fmla="*/ 2147483646 h 13"/>
                <a:gd name="T10" fmla="*/ 2147483646 w 18"/>
                <a:gd name="T11" fmla="*/ 2147483646 h 1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8"/>
                <a:gd name="T19" fmla="*/ 0 h 13"/>
                <a:gd name="T20" fmla="*/ 18 w 18"/>
                <a:gd name="T21" fmla="*/ 13 h 1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8" h="13">
                  <a:moveTo>
                    <a:pt x="0" y="7"/>
                  </a:moveTo>
                  <a:cubicBezTo>
                    <a:pt x="2" y="7"/>
                    <a:pt x="4" y="8"/>
                    <a:pt x="6" y="9"/>
                  </a:cubicBezTo>
                  <a:cubicBezTo>
                    <a:pt x="7" y="10"/>
                    <a:pt x="8" y="12"/>
                    <a:pt x="8" y="12"/>
                  </a:cubicBezTo>
                  <a:cubicBezTo>
                    <a:pt x="10" y="13"/>
                    <a:pt x="14" y="11"/>
                    <a:pt x="16" y="9"/>
                  </a:cubicBezTo>
                  <a:cubicBezTo>
                    <a:pt x="18" y="8"/>
                    <a:pt x="18" y="6"/>
                    <a:pt x="17" y="3"/>
                  </a:cubicBezTo>
                  <a:cubicBezTo>
                    <a:pt x="16" y="2"/>
                    <a:pt x="12" y="0"/>
                    <a:pt x="11" y="1"/>
                  </a:cubicBezTo>
                </a:path>
              </a:pathLst>
            </a:custGeom>
            <a:noFill/>
            <a:ln w="3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5316" name="Freeform 164">
              <a:extLst>
                <a:ext uri="{FF2B5EF4-FFF2-40B4-BE49-F238E27FC236}">
                  <a16:creationId xmlns:a16="http://schemas.microsoft.com/office/drawing/2014/main" id="{716858B9-D685-4A46-9AF0-DF095C22A52D}"/>
                </a:ext>
              </a:extLst>
            </p:cNvPr>
            <p:cNvSpPr>
              <a:spLocks/>
            </p:cNvSpPr>
            <p:nvPr/>
          </p:nvSpPr>
          <p:spPr bwMode="auto">
            <a:xfrm>
              <a:off x="5759450" y="6502400"/>
              <a:ext cx="36513" cy="31750"/>
            </a:xfrm>
            <a:custGeom>
              <a:avLst/>
              <a:gdLst>
                <a:gd name="T0" fmla="*/ 0 w 16"/>
                <a:gd name="T1" fmla="*/ 2147483646 h 14"/>
                <a:gd name="T2" fmla="*/ 2147483646 w 16"/>
                <a:gd name="T3" fmla="*/ 2147483646 h 14"/>
                <a:gd name="T4" fmla="*/ 2147483646 w 16"/>
                <a:gd name="T5" fmla="*/ 2147483646 h 14"/>
                <a:gd name="T6" fmla="*/ 2147483646 w 16"/>
                <a:gd name="T7" fmla="*/ 2147483646 h 14"/>
                <a:gd name="T8" fmla="*/ 2147483646 w 16"/>
                <a:gd name="T9" fmla="*/ 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6"/>
                <a:gd name="T16" fmla="*/ 0 h 14"/>
                <a:gd name="T17" fmla="*/ 16 w 16"/>
                <a:gd name="T18" fmla="*/ 14 h 1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6" h="14">
                  <a:moveTo>
                    <a:pt x="0" y="7"/>
                  </a:moveTo>
                  <a:cubicBezTo>
                    <a:pt x="3" y="7"/>
                    <a:pt x="5" y="10"/>
                    <a:pt x="6" y="12"/>
                  </a:cubicBezTo>
                  <a:cubicBezTo>
                    <a:pt x="9" y="14"/>
                    <a:pt x="11" y="12"/>
                    <a:pt x="13" y="10"/>
                  </a:cubicBezTo>
                  <a:cubicBezTo>
                    <a:pt x="15" y="8"/>
                    <a:pt x="16" y="5"/>
                    <a:pt x="15" y="3"/>
                  </a:cubicBezTo>
                  <a:cubicBezTo>
                    <a:pt x="15" y="1"/>
                    <a:pt x="9" y="0"/>
                    <a:pt x="10" y="0"/>
                  </a:cubicBezTo>
                </a:path>
              </a:pathLst>
            </a:custGeom>
            <a:noFill/>
            <a:ln w="3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5317" name="Freeform 165">
              <a:extLst>
                <a:ext uri="{FF2B5EF4-FFF2-40B4-BE49-F238E27FC236}">
                  <a16:creationId xmlns:a16="http://schemas.microsoft.com/office/drawing/2014/main" id="{CC199F41-6BC7-4F6E-B59E-2421E8789718}"/>
                </a:ext>
              </a:extLst>
            </p:cNvPr>
            <p:cNvSpPr>
              <a:spLocks/>
            </p:cNvSpPr>
            <p:nvPr/>
          </p:nvSpPr>
          <p:spPr bwMode="auto">
            <a:xfrm>
              <a:off x="5843588" y="6496050"/>
              <a:ext cx="30163" cy="30163"/>
            </a:xfrm>
            <a:custGeom>
              <a:avLst/>
              <a:gdLst>
                <a:gd name="T0" fmla="*/ 0 w 13"/>
                <a:gd name="T1" fmla="*/ 2147483646 h 13"/>
                <a:gd name="T2" fmla="*/ 2147483646 w 13"/>
                <a:gd name="T3" fmla="*/ 2147483646 h 13"/>
                <a:gd name="T4" fmla="*/ 2147483646 w 13"/>
                <a:gd name="T5" fmla="*/ 2147483646 h 13"/>
                <a:gd name="T6" fmla="*/ 2147483646 w 13"/>
                <a:gd name="T7" fmla="*/ 0 h 13"/>
                <a:gd name="T8" fmla="*/ 2147483646 w 13"/>
                <a:gd name="T9" fmla="*/ 0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3"/>
                <a:gd name="T16" fmla="*/ 0 h 13"/>
                <a:gd name="T17" fmla="*/ 13 w 13"/>
                <a:gd name="T18" fmla="*/ 13 h 1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3" h="13">
                  <a:moveTo>
                    <a:pt x="0" y="4"/>
                  </a:moveTo>
                  <a:cubicBezTo>
                    <a:pt x="3" y="4"/>
                    <a:pt x="5" y="6"/>
                    <a:pt x="7" y="8"/>
                  </a:cubicBezTo>
                  <a:cubicBezTo>
                    <a:pt x="8" y="10"/>
                    <a:pt x="7" y="13"/>
                    <a:pt x="10" y="11"/>
                  </a:cubicBezTo>
                  <a:cubicBezTo>
                    <a:pt x="13" y="8"/>
                    <a:pt x="11" y="2"/>
                    <a:pt x="7" y="0"/>
                  </a:cubicBezTo>
                  <a:cubicBezTo>
                    <a:pt x="7" y="0"/>
                    <a:pt x="7" y="0"/>
                    <a:pt x="7" y="0"/>
                  </a:cubicBezTo>
                </a:path>
              </a:pathLst>
            </a:custGeom>
            <a:noFill/>
            <a:ln w="3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5318" name="Freeform 166">
              <a:extLst>
                <a:ext uri="{FF2B5EF4-FFF2-40B4-BE49-F238E27FC236}">
                  <a16:creationId xmlns:a16="http://schemas.microsoft.com/office/drawing/2014/main" id="{2CC50F0A-A2A7-4E41-8081-3E6E5C9C3F3F}"/>
                </a:ext>
              </a:extLst>
            </p:cNvPr>
            <p:cNvSpPr>
              <a:spLocks/>
            </p:cNvSpPr>
            <p:nvPr/>
          </p:nvSpPr>
          <p:spPr bwMode="auto">
            <a:xfrm>
              <a:off x="6373813" y="6175375"/>
              <a:ext cx="80963" cy="188913"/>
            </a:xfrm>
            <a:custGeom>
              <a:avLst/>
              <a:gdLst>
                <a:gd name="T0" fmla="*/ 2147483646 w 35"/>
                <a:gd name="T1" fmla="*/ 0 h 83"/>
                <a:gd name="T2" fmla="*/ 2147483646 w 35"/>
                <a:gd name="T3" fmla="*/ 2147483646 h 83"/>
                <a:gd name="T4" fmla="*/ 0 w 35"/>
                <a:gd name="T5" fmla="*/ 2147483646 h 83"/>
                <a:gd name="T6" fmla="*/ 0 60000 65536"/>
                <a:gd name="T7" fmla="*/ 0 60000 65536"/>
                <a:gd name="T8" fmla="*/ 0 60000 65536"/>
                <a:gd name="T9" fmla="*/ 0 w 35"/>
                <a:gd name="T10" fmla="*/ 0 h 83"/>
                <a:gd name="T11" fmla="*/ 35 w 35"/>
                <a:gd name="T12" fmla="*/ 83 h 83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5" h="83">
                  <a:moveTo>
                    <a:pt x="30" y="0"/>
                  </a:moveTo>
                  <a:cubicBezTo>
                    <a:pt x="27" y="15"/>
                    <a:pt x="34" y="31"/>
                    <a:pt x="34" y="46"/>
                  </a:cubicBezTo>
                  <a:cubicBezTo>
                    <a:pt x="35" y="68"/>
                    <a:pt x="18" y="75"/>
                    <a:pt x="0" y="83"/>
                  </a:cubicBezTo>
                </a:path>
              </a:pathLst>
            </a:custGeom>
            <a:noFill/>
            <a:ln w="3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5319" name="Freeform 167">
              <a:extLst>
                <a:ext uri="{FF2B5EF4-FFF2-40B4-BE49-F238E27FC236}">
                  <a16:creationId xmlns:a16="http://schemas.microsoft.com/office/drawing/2014/main" id="{3D95268E-F2FF-4463-8F29-4F2116FFAAC9}"/>
                </a:ext>
              </a:extLst>
            </p:cNvPr>
            <p:cNvSpPr>
              <a:spLocks/>
            </p:cNvSpPr>
            <p:nvPr/>
          </p:nvSpPr>
          <p:spPr bwMode="auto">
            <a:xfrm>
              <a:off x="5619750" y="6511925"/>
              <a:ext cx="287338" cy="73025"/>
            </a:xfrm>
            <a:custGeom>
              <a:avLst/>
              <a:gdLst>
                <a:gd name="T0" fmla="*/ 2147483646 w 126"/>
                <a:gd name="T1" fmla="*/ 0 h 32"/>
                <a:gd name="T2" fmla="*/ 2147483646 w 126"/>
                <a:gd name="T3" fmla="*/ 2147483646 h 32"/>
                <a:gd name="T4" fmla="*/ 0 60000 65536"/>
                <a:gd name="T5" fmla="*/ 0 60000 65536"/>
                <a:gd name="T6" fmla="*/ 0 w 126"/>
                <a:gd name="T7" fmla="*/ 0 h 32"/>
                <a:gd name="T8" fmla="*/ 126 w 126"/>
                <a:gd name="T9" fmla="*/ 32 h 32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26" h="32">
                  <a:moveTo>
                    <a:pt x="3" y="0"/>
                  </a:moveTo>
                  <a:cubicBezTo>
                    <a:pt x="3" y="0"/>
                    <a:pt x="0" y="32"/>
                    <a:pt x="126" y="20"/>
                  </a:cubicBezTo>
                </a:path>
              </a:pathLst>
            </a:custGeom>
            <a:noFill/>
            <a:ln w="3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5320" name="Freeform 168">
              <a:extLst>
                <a:ext uri="{FF2B5EF4-FFF2-40B4-BE49-F238E27FC236}">
                  <a16:creationId xmlns:a16="http://schemas.microsoft.com/office/drawing/2014/main" id="{FD027D72-9EA5-4375-9332-650E17040101}"/>
                </a:ext>
              </a:extLst>
            </p:cNvPr>
            <p:cNvSpPr>
              <a:spLocks/>
            </p:cNvSpPr>
            <p:nvPr/>
          </p:nvSpPr>
          <p:spPr bwMode="auto">
            <a:xfrm>
              <a:off x="5818188" y="6286500"/>
              <a:ext cx="396875" cy="300038"/>
            </a:xfrm>
            <a:custGeom>
              <a:avLst/>
              <a:gdLst>
                <a:gd name="T0" fmla="*/ 2147483646 w 174"/>
                <a:gd name="T1" fmla="*/ 2147483646 h 132"/>
                <a:gd name="T2" fmla="*/ 2147483646 w 174"/>
                <a:gd name="T3" fmla="*/ 2147483646 h 132"/>
                <a:gd name="T4" fmla="*/ 2147483646 w 174"/>
                <a:gd name="T5" fmla="*/ 2147483646 h 132"/>
                <a:gd name="T6" fmla="*/ 2147483646 w 174"/>
                <a:gd name="T7" fmla="*/ 2147483646 h 132"/>
                <a:gd name="T8" fmla="*/ 2147483646 w 174"/>
                <a:gd name="T9" fmla="*/ 2147483646 h 132"/>
                <a:gd name="T10" fmla="*/ 2147483646 w 174"/>
                <a:gd name="T11" fmla="*/ 2147483646 h 132"/>
                <a:gd name="T12" fmla="*/ 2147483646 w 174"/>
                <a:gd name="T13" fmla="*/ 2147483646 h 132"/>
                <a:gd name="T14" fmla="*/ 2147483646 w 174"/>
                <a:gd name="T15" fmla="*/ 2147483646 h 132"/>
                <a:gd name="T16" fmla="*/ 2147483646 w 174"/>
                <a:gd name="T17" fmla="*/ 2147483646 h 132"/>
                <a:gd name="T18" fmla="*/ 2147483646 w 174"/>
                <a:gd name="T19" fmla="*/ 2147483646 h 132"/>
                <a:gd name="T20" fmla="*/ 2147483646 w 174"/>
                <a:gd name="T21" fmla="*/ 2147483646 h 132"/>
                <a:gd name="T22" fmla="*/ 2147483646 w 174"/>
                <a:gd name="T23" fmla="*/ 2147483646 h 13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174"/>
                <a:gd name="T37" fmla="*/ 0 h 132"/>
                <a:gd name="T38" fmla="*/ 174 w 174"/>
                <a:gd name="T39" fmla="*/ 132 h 132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174" h="132">
                  <a:moveTo>
                    <a:pt x="70" y="3"/>
                  </a:moveTo>
                  <a:cubicBezTo>
                    <a:pt x="70" y="3"/>
                    <a:pt x="17" y="34"/>
                    <a:pt x="9" y="35"/>
                  </a:cubicBezTo>
                  <a:cubicBezTo>
                    <a:pt x="1" y="37"/>
                    <a:pt x="0" y="42"/>
                    <a:pt x="1" y="51"/>
                  </a:cubicBezTo>
                  <a:cubicBezTo>
                    <a:pt x="1" y="59"/>
                    <a:pt x="3" y="62"/>
                    <a:pt x="12" y="70"/>
                  </a:cubicBezTo>
                  <a:cubicBezTo>
                    <a:pt x="21" y="78"/>
                    <a:pt x="32" y="88"/>
                    <a:pt x="35" y="100"/>
                  </a:cubicBezTo>
                  <a:cubicBezTo>
                    <a:pt x="39" y="112"/>
                    <a:pt x="35" y="126"/>
                    <a:pt x="52" y="129"/>
                  </a:cubicBezTo>
                  <a:cubicBezTo>
                    <a:pt x="68" y="132"/>
                    <a:pt x="116" y="131"/>
                    <a:pt x="127" y="130"/>
                  </a:cubicBezTo>
                  <a:cubicBezTo>
                    <a:pt x="138" y="128"/>
                    <a:pt x="160" y="127"/>
                    <a:pt x="165" y="113"/>
                  </a:cubicBezTo>
                  <a:cubicBezTo>
                    <a:pt x="170" y="99"/>
                    <a:pt x="174" y="103"/>
                    <a:pt x="156" y="85"/>
                  </a:cubicBezTo>
                  <a:cubicBezTo>
                    <a:pt x="137" y="67"/>
                    <a:pt x="117" y="56"/>
                    <a:pt x="105" y="46"/>
                  </a:cubicBezTo>
                  <a:cubicBezTo>
                    <a:pt x="93" y="35"/>
                    <a:pt x="84" y="26"/>
                    <a:pt x="81" y="19"/>
                  </a:cubicBezTo>
                  <a:cubicBezTo>
                    <a:pt x="79" y="12"/>
                    <a:pt x="78" y="0"/>
                    <a:pt x="7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5321" name="Freeform 169">
              <a:extLst>
                <a:ext uri="{FF2B5EF4-FFF2-40B4-BE49-F238E27FC236}">
                  <a16:creationId xmlns:a16="http://schemas.microsoft.com/office/drawing/2014/main" id="{13CF1311-00BC-4394-BB72-987CB03CEA21}"/>
                </a:ext>
              </a:extLst>
            </p:cNvPr>
            <p:cNvSpPr>
              <a:spLocks/>
            </p:cNvSpPr>
            <p:nvPr/>
          </p:nvSpPr>
          <p:spPr bwMode="auto">
            <a:xfrm>
              <a:off x="5818188" y="6378575"/>
              <a:ext cx="392113" cy="207963"/>
            </a:xfrm>
            <a:custGeom>
              <a:avLst/>
              <a:gdLst>
                <a:gd name="T0" fmla="*/ 2147483646 w 172"/>
                <a:gd name="T1" fmla="*/ 2147483646 h 92"/>
                <a:gd name="T2" fmla="*/ 2147483646 w 172"/>
                <a:gd name="T3" fmla="*/ 2147483646 h 92"/>
                <a:gd name="T4" fmla="*/ 2147483646 w 172"/>
                <a:gd name="T5" fmla="*/ 2147483646 h 92"/>
                <a:gd name="T6" fmla="*/ 2147483646 w 172"/>
                <a:gd name="T7" fmla="*/ 2147483646 h 92"/>
                <a:gd name="T8" fmla="*/ 2147483646 w 172"/>
                <a:gd name="T9" fmla="*/ 2147483646 h 92"/>
                <a:gd name="T10" fmla="*/ 2147483646 w 172"/>
                <a:gd name="T11" fmla="*/ 0 h 92"/>
                <a:gd name="T12" fmla="*/ 2147483646 w 172"/>
                <a:gd name="T13" fmla="*/ 2147483646 h 92"/>
                <a:gd name="T14" fmla="*/ 2147483646 w 172"/>
                <a:gd name="T15" fmla="*/ 2147483646 h 92"/>
                <a:gd name="T16" fmla="*/ 2147483646 w 172"/>
                <a:gd name="T17" fmla="*/ 2147483646 h 92"/>
                <a:gd name="T18" fmla="*/ 2147483646 w 172"/>
                <a:gd name="T19" fmla="*/ 2147483646 h 92"/>
                <a:gd name="T20" fmla="*/ 2147483646 w 172"/>
                <a:gd name="T21" fmla="*/ 2147483646 h 92"/>
                <a:gd name="T22" fmla="*/ 2147483646 w 172"/>
                <a:gd name="T23" fmla="*/ 2147483646 h 92"/>
                <a:gd name="T24" fmla="*/ 2147483646 w 172"/>
                <a:gd name="T25" fmla="*/ 2147483646 h 92"/>
                <a:gd name="T26" fmla="*/ 2147483646 w 172"/>
                <a:gd name="T27" fmla="*/ 2147483646 h 9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172"/>
                <a:gd name="T43" fmla="*/ 0 h 92"/>
                <a:gd name="T44" fmla="*/ 172 w 172"/>
                <a:gd name="T45" fmla="*/ 92 h 92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172" h="92">
                  <a:moveTo>
                    <a:pt x="165" y="56"/>
                  </a:moveTo>
                  <a:cubicBezTo>
                    <a:pt x="159" y="70"/>
                    <a:pt x="138" y="71"/>
                    <a:pt x="127" y="72"/>
                  </a:cubicBezTo>
                  <a:cubicBezTo>
                    <a:pt x="116" y="74"/>
                    <a:pt x="68" y="75"/>
                    <a:pt x="51" y="72"/>
                  </a:cubicBezTo>
                  <a:cubicBezTo>
                    <a:pt x="35" y="69"/>
                    <a:pt x="40" y="67"/>
                    <a:pt x="37" y="55"/>
                  </a:cubicBezTo>
                  <a:cubicBezTo>
                    <a:pt x="34" y="43"/>
                    <a:pt x="17" y="29"/>
                    <a:pt x="8" y="20"/>
                  </a:cubicBezTo>
                  <a:cubicBezTo>
                    <a:pt x="2" y="15"/>
                    <a:pt x="3" y="4"/>
                    <a:pt x="2" y="0"/>
                  </a:cubicBezTo>
                  <a:cubicBezTo>
                    <a:pt x="0" y="3"/>
                    <a:pt x="0" y="6"/>
                    <a:pt x="1" y="11"/>
                  </a:cubicBezTo>
                  <a:cubicBezTo>
                    <a:pt x="1" y="19"/>
                    <a:pt x="3" y="22"/>
                    <a:pt x="12" y="30"/>
                  </a:cubicBezTo>
                  <a:cubicBezTo>
                    <a:pt x="21" y="38"/>
                    <a:pt x="32" y="48"/>
                    <a:pt x="35" y="60"/>
                  </a:cubicBezTo>
                  <a:cubicBezTo>
                    <a:pt x="39" y="72"/>
                    <a:pt x="35" y="86"/>
                    <a:pt x="52" y="89"/>
                  </a:cubicBezTo>
                  <a:cubicBezTo>
                    <a:pt x="68" y="92"/>
                    <a:pt x="116" y="91"/>
                    <a:pt x="127" y="90"/>
                  </a:cubicBezTo>
                  <a:cubicBezTo>
                    <a:pt x="138" y="88"/>
                    <a:pt x="160" y="87"/>
                    <a:pt x="165" y="73"/>
                  </a:cubicBezTo>
                  <a:cubicBezTo>
                    <a:pt x="169" y="62"/>
                    <a:pt x="172" y="62"/>
                    <a:pt x="165" y="55"/>
                  </a:cubicBezTo>
                  <a:cubicBezTo>
                    <a:pt x="165" y="55"/>
                    <a:pt x="165" y="55"/>
                    <a:pt x="165" y="56"/>
                  </a:cubicBezTo>
                  <a:close/>
                </a:path>
              </a:pathLst>
            </a:custGeom>
            <a:solidFill>
              <a:srgbClr val="EAEA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5322" name="Freeform 170">
              <a:extLst>
                <a:ext uri="{FF2B5EF4-FFF2-40B4-BE49-F238E27FC236}">
                  <a16:creationId xmlns:a16="http://schemas.microsoft.com/office/drawing/2014/main" id="{6F5CC194-9E49-4777-B854-40A06F086CC9}"/>
                </a:ext>
              </a:extLst>
            </p:cNvPr>
            <p:cNvSpPr>
              <a:spLocks/>
            </p:cNvSpPr>
            <p:nvPr/>
          </p:nvSpPr>
          <p:spPr bwMode="auto">
            <a:xfrm>
              <a:off x="5818188" y="6286500"/>
              <a:ext cx="396875" cy="300038"/>
            </a:xfrm>
            <a:custGeom>
              <a:avLst/>
              <a:gdLst>
                <a:gd name="T0" fmla="*/ 2147483646 w 174"/>
                <a:gd name="T1" fmla="*/ 2147483646 h 132"/>
                <a:gd name="T2" fmla="*/ 2147483646 w 174"/>
                <a:gd name="T3" fmla="*/ 2147483646 h 132"/>
                <a:gd name="T4" fmla="*/ 2147483646 w 174"/>
                <a:gd name="T5" fmla="*/ 2147483646 h 132"/>
                <a:gd name="T6" fmla="*/ 2147483646 w 174"/>
                <a:gd name="T7" fmla="*/ 2147483646 h 132"/>
                <a:gd name="T8" fmla="*/ 2147483646 w 174"/>
                <a:gd name="T9" fmla="*/ 2147483646 h 132"/>
                <a:gd name="T10" fmla="*/ 2147483646 w 174"/>
                <a:gd name="T11" fmla="*/ 2147483646 h 132"/>
                <a:gd name="T12" fmla="*/ 2147483646 w 174"/>
                <a:gd name="T13" fmla="*/ 2147483646 h 132"/>
                <a:gd name="T14" fmla="*/ 2147483646 w 174"/>
                <a:gd name="T15" fmla="*/ 2147483646 h 132"/>
                <a:gd name="T16" fmla="*/ 2147483646 w 174"/>
                <a:gd name="T17" fmla="*/ 2147483646 h 132"/>
                <a:gd name="T18" fmla="*/ 2147483646 w 174"/>
                <a:gd name="T19" fmla="*/ 2147483646 h 132"/>
                <a:gd name="T20" fmla="*/ 2147483646 w 174"/>
                <a:gd name="T21" fmla="*/ 2147483646 h 132"/>
                <a:gd name="T22" fmla="*/ 2147483646 w 174"/>
                <a:gd name="T23" fmla="*/ 2147483646 h 13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174"/>
                <a:gd name="T37" fmla="*/ 0 h 132"/>
                <a:gd name="T38" fmla="*/ 174 w 174"/>
                <a:gd name="T39" fmla="*/ 132 h 132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174" h="132">
                  <a:moveTo>
                    <a:pt x="70" y="3"/>
                  </a:moveTo>
                  <a:cubicBezTo>
                    <a:pt x="70" y="3"/>
                    <a:pt x="17" y="34"/>
                    <a:pt x="9" y="35"/>
                  </a:cubicBezTo>
                  <a:cubicBezTo>
                    <a:pt x="1" y="37"/>
                    <a:pt x="0" y="42"/>
                    <a:pt x="1" y="51"/>
                  </a:cubicBezTo>
                  <a:cubicBezTo>
                    <a:pt x="1" y="59"/>
                    <a:pt x="3" y="62"/>
                    <a:pt x="12" y="70"/>
                  </a:cubicBezTo>
                  <a:cubicBezTo>
                    <a:pt x="21" y="78"/>
                    <a:pt x="32" y="88"/>
                    <a:pt x="35" y="100"/>
                  </a:cubicBezTo>
                  <a:cubicBezTo>
                    <a:pt x="39" y="112"/>
                    <a:pt x="35" y="126"/>
                    <a:pt x="52" y="129"/>
                  </a:cubicBezTo>
                  <a:cubicBezTo>
                    <a:pt x="68" y="132"/>
                    <a:pt x="116" y="131"/>
                    <a:pt x="127" y="130"/>
                  </a:cubicBezTo>
                  <a:cubicBezTo>
                    <a:pt x="138" y="128"/>
                    <a:pt x="160" y="127"/>
                    <a:pt x="165" y="113"/>
                  </a:cubicBezTo>
                  <a:cubicBezTo>
                    <a:pt x="170" y="99"/>
                    <a:pt x="174" y="103"/>
                    <a:pt x="156" y="85"/>
                  </a:cubicBezTo>
                  <a:cubicBezTo>
                    <a:pt x="137" y="67"/>
                    <a:pt x="117" y="56"/>
                    <a:pt x="105" y="46"/>
                  </a:cubicBezTo>
                  <a:cubicBezTo>
                    <a:pt x="93" y="35"/>
                    <a:pt x="84" y="26"/>
                    <a:pt x="81" y="19"/>
                  </a:cubicBezTo>
                  <a:cubicBezTo>
                    <a:pt x="79" y="12"/>
                    <a:pt x="78" y="0"/>
                    <a:pt x="70" y="3"/>
                  </a:cubicBezTo>
                  <a:close/>
                </a:path>
              </a:pathLst>
            </a:custGeom>
            <a:noFill/>
            <a:ln w="3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5323" name="Freeform 171">
              <a:extLst>
                <a:ext uri="{FF2B5EF4-FFF2-40B4-BE49-F238E27FC236}">
                  <a16:creationId xmlns:a16="http://schemas.microsoft.com/office/drawing/2014/main" id="{5684FE8A-765B-4CC0-9A41-826D766C20D5}"/>
                </a:ext>
              </a:extLst>
            </p:cNvPr>
            <p:cNvSpPr>
              <a:spLocks/>
            </p:cNvSpPr>
            <p:nvPr/>
          </p:nvSpPr>
          <p:spPr bwMode="auto">
            <a:xfrm>
              <a:off x="5848350" y="6300788"/>
              <a:ext cx="120650" cy="101600"/>
            </a:xfrm>
            <a:custGeom>
              <a:avLst/>
              <a:gdLst>
                <a:gd name="T0" fmla="*/ 2147483646 w 53"/>
                <a:gd name="T1" fmla="*/ 2147483646 h 45"/>
                <a:gd name="T2" fmla="*/ 2147483646 w 53"/>
                <a:gd name="T3" fmla="*/ 2147483646 h 45"/>
                <a:gd name="T4" fmla="*/ 2147483646 w 53"/>
                <a:gd name="T5" fmla="*/ 2147483646 h 45"/>
                <a:gd name="T6" fmla="*/ 2147483646 w 53"/>
                <a:gd name="T7" fmla="*/ 2147483646 h 45"/>
                <a:gd name="T8" fmla="*/ 2147483646 w 53"/>
                <a:gd name="T9" fmla="*/ 2147483646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3"/>
                <a:gd name="T16" fmla="*/ 0 h 45"/>
                <a:gd name="T17" fmla="*/ 53 w 53"/>
                <a:gd name="T18" fmla="*/ 45 h 4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3" h="45">
                  <a:moveTo>
                    <a:pt x="1" y="21"/>
                  </a:moveTo>
                  <a:cubicBezTo>
                    <a:pt x="1" y="21"/>
                    <a:pt x="34" y="3"/>
                    <a:pt x="42" y="2"/>
                  </a:cubicBezTo>
                  <a:cubicBezTo>
                    <a:pt x="50" y="0"/>
                    <a:pt x="53" y="20"/>
                    <a:pt x="41" y="27"/>
                  </a:cubicBezTo>
                  <a:cubicBezTo>
                    <a:pt x="29" y="33"/>
                    <a:pt x="4" y="45"/>
                    <a:pt x="2" y="37"/>
                  </a:cubicBezTo>
                  <a:cubicBezTo>
                    <a:pt x="0" y="28"/>
                    <a:pt x="1" y="21"/>
                    <a:pt x="1" y="21"/>
                  </a:cubicBezTo>
                  <a:close/>
                </a:path>
              </a:pathLst>
            </a:custGeom>
            <a:solidFill>
              <a:srgbClr val="A0A0A0"/>
            </a:solidFill>
            <a:ln w="3" cap="rnd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fr-FR"/>
            </a:p>
          </p:txBody>
        </p:sp>
        <p:sp>
          <p:nvSpPr>
            <p:cNvPr id="55324" name="Freeform 172">
              <a:extLst>
                <a:ext uri="{FF2B5EF4-FFF2-40B4-BE49-F238E27FC236}">
                  <a16:creationId xmlns:a16="http://schemas.microsoft.com/office/drawing/2014/main" id="{79970EB6-2880-4DDB-9433-5953846EFE23}"/>
                </a:ext>
              </a:extLst>
            </p:cNvPr>
            <p:cNvSpPr>
              <a:spLocks/>
            </p:cNvSpPr>
            <p:nvPr/>
          </p:nvSpPr>
          <p:spPr bwMode="auto">
            <a:xfrm>
              <a:off x="5870575" y="6354763"/>
              <a:ext cx="180975" cy="179388"/>
            </a:xfrm>
            <a:custGeom>
              <a:avLst/>
              <a:gdLst>
                <a:gd name="T0" fmla="*/ 0 w 79"/>
                <a:gd name="T1" fmla="*/ 2147483646 h 79"/>
                <a:gd name="T2" fmla="*/ 2147483646 w 79"/>
                <a:gd name="T3" fmla="*/ 2147483646 h 79"/>
                <a:gd name="T4" fmla="*/ 2147483646 w 79"/>
                <a:gd name="T5" fmla="*/ 0 h 79"/>
                <a:gd name="T6" fmla="*/ 0 60000 65536"/>
                <a:gd name="T7" fmla="*/ 0 60000 65536"/>
                <a:gd name="T8" fmla="*/ 0 60000 65536"/>
                <a:gd name="T9" fmla="*/ 0 w 79"/>
                <a:gd name="T10" fmla="*/ 0 h 79"/>
                <a:gd name="T11" fmla="*/ 79 w 79"/>
                <a:gd name="T12" fmla="*/ 79 h 79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79" h="79">
                  <a:moveTo>
                    <a:pt x="0" y="16"/>
                  </a:moveTo>
                  <a:cubicBezTo>
                    <a:pt x="0" y="16"/>
                    <a:pt x="22" y="79"/>
                    <a:pt x="50" y="64"/>
                  </a:cubicBezTo>
                  <a:cubicBezTo>
                    <a:pt x="79" y="47"/>
                    <a:pt x="33" y="17"/>
                    <a:pt x="34" y="0"/>
                  </a:cubicBezTo>
                </a:path>
              </a:pathLst>
            </a:custGeom>
            <a:noFill/>
            <a:ln w="3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5325" name="Freeform 173">
              <a:extLst>
                <a:ext uri="{FF2B5EF4-FFF2-40B4-BE49-F238E27FC236}">
                  <a16:creationId xmlns:a16="http://schemas.microsoft.com/office/drawing/2014/main" id="{35251BE2-4A8D-45A7-B917-3EF1A79D1192}"/>
                </a:ext>
              </a:extLst>
            </p:cNvPr>
            <p:cNvSpPr>
              <a:spLocks/>
            </p:cNvSpPr>
            <p:nvPr/>
          </p:nvSpPr>
          <p:spPr bwMode="auto">
            <a:xfrm>
              <a:off x="5929313" y="6362700"/>
              <a:ext cx="82550" cy="153988"/>
            </a:xfrm>
            <a:custGeom>
              <a:avLst/>
              <a:gdLst>
                <a:gd name="T0" fmla="*/ 2147483646 w 36"/>
                <a:gd name="T1" fmla="*/ 0 h 68"/>
                <a:gd name="T2" fmla="*/ 2147483646 w 36"/>
                <a:gd name="T3" fmla="*/ 2147483646 h 68"/>
                <a:gd name="T4" fmla="*/ 2147483646 w 36"/>
                <a:gd name="T5" fmla="*/ 2147483646 h 68"/>
                <a:gd name="T6" fmla="*/ 0 w 36"/>
                <a:gd name="T7" fmla="*/ 2147483646 h 68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36"/>
                <a:gd name="T13" fmla="*/ 0 h 68"/>
                <a:gd name="T14" fmla="*/ 36 w 36"/>
                <a:gd name="T15" fmla="*/ 68 h 68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36" h="68">
                  <a:moveTo>
                    <a:pt x="5" y="0"/>
                  </a:moveTo>
                  <a:cubicBezTo>
                    <a:pt x="5" y="0"/>
                    <a:pt x="11" y="16"/>
                    <a:pt x="20" y="26"/>
                  </a:cubicBezTo>
                  <a:cubicBezTo>
                    <a:pt x="29" y="37"/>
                    <a:pt x="36" y="49"/>
                    <a:pt x="25" y="57"/>
                  </a:cubicBezTo>
                  <a:cubicBezTo>
                    <a:pt x="10" y="68"/>
                    <a:pt x="0" y="57"/>
                    <a:pt x="0" y="57"/>
                  </a:cubicBezTo>
                </a:path>
              </a:pathLst>
            </a:custGeom>
            <a:noFill/>
            <a:ln w="3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5326" name="Freeform 174">
              <a:extLst>
                <a:ext uri="{FF2B5EF4-FFF2-40B4-BE49-F238E27FC236}">
                  <a16:creationId xmlns:a16="http://schemas.microsoft.com/office/drawing/2014/main" id="{22167A21-DC4E-4265-923C-89951129FB90}"/>
                </a:ext>
              </a:extLst>
            </p:cNvPr>
            <p:cNvSpPr>
              <a:spLocks/>
            </p:cNvSpPr>
            <p:nvPr/>
          </p:nvSpPr>
          <p:spPr bwMode="auto">
            <a:xfrm>
              <a:off x="5938838" y="6538913"/>
              <a:ext cx="25400" cy="25400"/>
            </a:xfrm>
            <a:custGeom>
              <a:avLst/>
              <a:gdLst>
                <a:gd name="T0" fmla="*/ 2147483646 w 11"/>
                <a:gd name="T1" fmla="*/ 2147483646 h 11"/>
                <a:gd name="T2" fmla="*/ 2147483646 w 11"/>
                <a:gd name="T3" fmla="*/ 2147483646 h 11"/>
                <a:gd name="T4" fmla="*/ 0 w 11"/>
                <a:gd name="T5" fmla="*/ 2147483646 h 11"/>
                <a:gd name="T6" fmla="*/ 2147483646 w 11"/>
                <a:gd name="T7" fmla="*/ 0 h 11"/>
                <a:gd name="T8" fmla="*/ 2147483646 w 11"/>
                <a:gd name="T9" fmla="*/ 2147483646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"/>
                <a:gd name="T16" fmla="*/ 0 h 11"/>
                <a:gd name="T17" fmla="*/ 11 w 11"/>
                <a:gd name="T18" fmla="*/ 11 h 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" h="11">
                  <a:moveTo>
                    <a:pt x="11" y="5"/>
                  </a:moveTo>
                  <a:cubicBezTo>
                    <a:pt x="11" y="9"/>
                    <a:pt x="9" y="11"/>
                    <a:pt x="6" y="11"/>
                  </a:cubicBezTo>
                  <a:cubicBezTo>
                    <a:pt x="3" y="11"/>
                    <a:pt x="0" y="9"/>
                    <a:pt x="0" y="6"/>
                  </a:cubicBezTo>
                  <a:cubicBezTo>
                    <a:pt x="0" y="3"/>
                    <a:pt x="2" y="0"/>
                    <a:pt x="5" y="0"/>
                  </a:cubicBezTo>
                  <a:cubicBezTo>
                    <a:pt x="8" y="0"/>
                    <a:pt x="11" y="2"/>
                    <a:pt x="11" y="5"/>
                  </a:cubicBezTo>
                  <a:close/>
                </a:path>
              </a:pathLst>
            </a:custGeom>
            <a:solidFill>
              <a:srgbClr val="A0A0A0"/>
            </a:solidFill>
            <a:ln w="3" cap="rnd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fr-FR"/>
            </a:p>
          </p:txBody>
        </p:sp>
        <p:sp>
          <p:nvSpPr>
            <p:cNvPr id="55327" name="Freeform 175">
              <a:extLst>
                <a:ext uri="{FF2B5EF4-FFF2-40B4-BE49-F238E27FC236}">
                  <a16:creationId xmlns:a16="http://schemas.microsoft.com/office/drawing/2014/main" id="{AC1BD641-5047-4BAF-9407-BA95825F212B}"/>
                </a:ext>
              </a:extLst>
            </p:cNvPr>
            <p:cNvSpPr>
              <a:spLocks/>
            </p:cNvSpPr>
            <p:nvPr/>
          </p:nvSpPr>
          <p:spPr bwMode="auto">
            <a:xfrm>
              <a:off x="6043613" y="6538913"/>
              <a:ext cx="25400" cy="25400"/>
            </a:xfrm>
            <a:custGeom>
              <a:avLst/>
              <a:gdLst>
                <a:gd name="T0" fmla="*/ 2147483646 w 11"/>
                <a:gd name="T1" fmla="*/ 2147483646 h 11"/>
                <a:gd name="T2" fmla="*/ 2147483646 w 11"/>
                <a:gd name="T3" fmla="*/ 2147483646 h 11"/>
                <a:gd name="T4" fmla="*/ 0 w 11"/>
                <a:gd name="T5" fmla="*/ 2147483646 h 11"/>
                <a:gd name="T6" fmla="*/ 2147483646 w 11"/>
                <a:gd name="T7" fmla="*/ 0 h 11"/>
                <a:gd name="T8" fmla="*/ 2147483646 w 11"/>
                <a:gd name="T9" fmla="*/ 2147483646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"/>
                <a:gd name="T16" fmla="*/ 0 h 11"/>
                <a:gd name="T17" fmla="*/ 11 w 11"/>
                <a:gd name="T18" fmla="*/ 11 h 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" h="11">
                  <a:moveTo>
                    <a:pt x="11" y="5"/>
                  </a:moveTo>
                  <a:cubicBezTo>
                    <a:pt x="11" y="9"/>
                    <a:pt x="9" y="11"/>
                    <a:pt x="6" y="11"/>
                  </a:cubicBezTo>
                  <a:cubicBezTo>
                    <a:pt x="2" y="11"/>
                    <a:pt x="0" y="9"/>
                    <a:pt x="0" y="6"/>
                  </a:cubicBezTo>
                  <a:cubicBezTo>
                    <a:pt x="0" y="3"/>
                    <a:pt x="2" y="0"/>
                    <a:pt x="5" y="0"/>
                  </a:cubicBezTo>
                  <a:cubicBezTo>
                    <a:pt x="8" y="0"/>
                    <a:pt x="11" y="2"/>
                    <a:pt x="11" y="5"/>
                  </a:cubicBezTo>
                  <a:close/>
                </a:path>
              </a:pathLst>
            </a:custGeom>
            <a:solidFill>
              <a:srgbClr val="A0A0A0"/>
            </a:solidFill>
            <a:ln w="3" cap="rnd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fr-FR"/>
            </a:p>
          </p:txBody>
        </p:sp>
        <p:sp>
          <p:nvSpPr>
            <p:cNvPr id="55328" name="Freeform 176">
              <a:extLst>
                <a:ext uri="{FF2B5EF4-FFF2-40B4-BE49-F238E27FC236}">
                  <a16:creationId xmlns:a16="http://schemas.microsoft.com/office/drawing/2014/main" id="{BEA0559E-08B0-4BD7-A30E-48822B40BD93}"/>
                </a:ext>
              </a:extLst>
            </p:cNvPr>
            <p:cNvSpPr>
              <a:spLocks/>
            </p:cNvSpPr>
            <p:nvPr/>
          </p:nvSpPr>
          <p:spPr bwMode="auto">
            <a:xfrm>
              <a:off x="6146800" y="6518275"/>
              <a:ext cx="25400" cy="26988"/>
            </a:xfrm>
            <a:custGeom>
              <a:avLst/>
              <a:gdLst>
                <a:gd name="T0" fmla="*/ 2147483646 w 11"/>
                <a:gd name="T1" fmla="*/ 2147483646 h 12"/>
                <a:gd name="T2" fmla="*/ 2147483646 w 11"/>
                <a:gd name="T3" fmla="*/ 2147483646 h 12"/>
                <a:gd name="T4" fmla="*/ 0 w 11"/>
                <a:gd name="T5" fmla="*/ 2147483646 h 12"/>
                <a:gd name="T6" fmla="*/ 2147483646 w 11"/>
                <a:gd name="T7" fmla="*/ 0 h 12"/>
                <a:gd name="T8" fmla="*/ 2147483646 w 11"/>
                <a:gd name="T9" fmla="*/ 2147483646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"/>
                <a:gd name="T16" fmla="*/ 0 h 12"/>
                <a:gd name="T17" fmla="*/ 11 w 11"/>
                <a:gd name="T18" fmla="*/ 12 h 1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" h="12">
                  <a:moveTo>
                    <a:pt x="11" y="6"/>
                  </a:moveTo>
                  <a:cubicBezTo>
                    <a:pt x="11" y="9"/>
                    <a:pt x="9" y="12"/>
                    <a:pt x="5" y="12"/>
                  </a:cubicBezTo>
                  <a:cubicBezTo>
                    <a:pt x="2" y="12"/>
                    <a:pt x="0" y="9"/>
                    <a:pt x="0" y="6"/>
                  </a:cubicBezTo>
                  <a:cubicBezTo>
                    <a:pt x="0" y="3"/>
                    <a:pt x="2" y="0"/>
                    <a:pt x="5" y="0"/>
                  </a:cubicBezTo>
                  <a:cubicBezTo>
                    <a:pt x="8" y="0"/>
                    <a:pt x="11" y="3"/>
                    <a:pt x="11" y="6"/>
                  </a:cubicBezTo>
                  <a:close/>
                </a:path>
              </a:pathLst>
            </a:custGeom>
            <a:solidFill>
              <a:srgbClr val="A0A0A0"/>
            </a:solidFill>
            <a:ln w="3" cap="rnd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fr-FR"/>
            </a:p>
          </p:txBody>
        </p:sp>
        <p:sp>
          <p:nvSpPr>
            <p:cNvPr id="55329" name="Freeform 177">
              <a:extLst>
                <a:ext uri="{FF2B5EF4-FFF2-40B4-BE49-F238E27FC236}">
                  <a16:creationId xmlns:a16="http://schemas.microsoft.com/office/drawing/2014/main" id="{6254F63A-4CC9-4EF9-BC2F-94F6757FF085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9675" y="596900"/>
              <a:ext cx="1008063" cy="1176338"/>
            </a:xfrm>
            <a:custGeom>
              <a:avLst/>
              <a:gdLst>
                <a:gd name="T0" fmla="*/ 2147483646 w 443"/>
                <a:gd name="T1" fmla="*/ 2147483646 h 518"/>
                <a:gd name="T2" fmla="*/ 2147483646 w 443"/>
                <a:gd name="T3" fmla="*/ 2147483646 h 518"/>
                <a:gd name="T4" fmla="*/ 2147483646 w 443"/>
                <a:gd name="T5" fmla="*/ 2147483646 h 518"/>
                <a:gd name="T6" fmla="*/ 2147483646 w 443"/>
                <a:gd name="T7" fmla="*/ 2147483646 h 518"/>
                <a:gd name="T8" fmla="*/ 2147483646 w 443"/>
                <a:gd name="T9" fmla="*/ 2147483646 h 518"/>
                <a:gd name="T10" fmla="*/ 2147483646 w 443"/>
                <a:gd name="T11" fmla="*/ 2147483646 h 518"/>
                <a:gd name="T12" fmla="*/ 2147483646 w 443"/>
                <a:gd name="T13" fmla="*/ 2147483646 h 518"/>
                <a:gd name="T14" fmla="*/ 2147483646 w 443"/>
                <a:gd name="T15" fmla="*/ 2147483646 h 518"/>
                <a:gd name="T16" fmla="*/ 2147483646 w 443"/>
                <a:gd name="T17" fmla="*/ 2147483646 h 518"/>
                <a:gd name="T18" fmla="*/ 2147483646 w 443"/>
                <a:gd name="T19" fmla="*/ 2147483646 h 518"/>
                <a:gd name="T20" fmla="*/ 2147483646 w 443"/>
                <a:gd name="T21" fmla="*/ 2147483646 h 518"/>
                <a:gd name="T22" fmla="*/ 2147483646 w 443"/>
                <a:gd name="T23" fmla="*/ 2147483646 h 518"/>
                <a:gd name="T24" fmla="*/ 2147483646 w 443"/>
                <a:gd name="T25" fmla="*/ 2147483646 h 518"/>
                <a:gd name="T26" fmla="*/ 2147483646 w 443"/>
                <a:gd name="T27" fmla="*/ 2147483646 h 518"/>
                <a:gd name="T28" fmla="*/ 2147483646 w 443"/>
                <a:gd name="T29" fmla="*/ 2147483646 h 518"/>
                <a:gd name="T30" fmla="*/ 2147483646 w 443"/>
                <a:gd name="T31" fmla="*/ 2147483646 h 518"/>
                <a:gd name="T32" fmla="*/ 2147483646 w 443"/>
                <a:gd name="T33" fmla="*/ 2147483646 h 518"/>
                <a:gd name="T34" fmla="*/ 2147483646 w 443"/>
                <a:gd name="T35" fmla="*/ 2147483646 h 518"/>
                <a:gd name="T36" fmla="*/ 2147483646 w 443"/>
                <a:gd name="T37" fmla="*/ 2147483646 h 518"/>
                <a:gd name="T38" fmla="*/ 2147483646 w 443"/>
                <a:gd name="T39" fmla="*/ 2147483646 h 518"/>
                <a:gd name="T40" fmla="*/ 2147483646 w 443"/>
                <a:gd name="T41" fmla="*/ 2147483646 h 518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443"/>
                <a:gd name="T64" fmla="*/ 0 h 518"/>
                <a:gd name="T65" fmla="*/ 443 w 443"/>
                <a:gd name="T66" fmla="*/ 518 h 518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443" h="518">
                  <a:moveTo>
                    <a:pt x="11" y="108"/>
                  </a:moveTo>
                  <a:cubicBezTo>
                    <a:pt x="11" y="108"/>
                    <a:pt x="0" y="133"/>
                    <a:pt x="2" y="177"/>
                  </a:cubicBezTo>
                  <a:cubicBezTo>
                    <a:pt x="4" y="220"/>
                    <a:pt x="6" y="222"/>
                    <a:pt x="8" y="228"/>
                  </a:cubicBezTo>
                  <a:cubicBezTo>
                    <a:pt x="10" y="235"/>
                    <a:pt x="18" y="254"/>
                    <a:pt x="16" y="263"/>
                  </a:cubicBezTo>
                  <a:cubicBezTo>
                    <a:pt x="14" y="273"/>
                    <a:pt x="10" y="299"/>
                    <a:pt x="9" y="307"/>
                  </a:cubicBezTo>
                  <a:cubicBezTo>
                    <a:pt x="8" y="314"/>
                    <a:pt x="6" y="322"/>
                    <a:pt x="14" y="326"/>
                  </a:cubicBezTo>
                  <a:cubicBezTo>
                    <a:pt x="21" y="329"/>
                    <a:pt x="40" y="330"/>
                    <a:pt x="43" y="334"/>
                  </a:cubicBezTo>
                  <a:cubicBezTo>
                    <a:pt x="45" y="338"/>
                    <a:pt x="49" y="341"/>
                    <a:pt x="48" y="350"/>
                  </a:cubicBezTo>
                  <a:cubicBezTo>
                    <a:pt x="48" y="358"/>
                    <a:pt x="54" y="358"/>
                    <a:pt x="56" y="359"/>
                  </a:cubicBezTo>
                  <a:cubicBezTo>
                    <a:pt x="56" y="359"/>
                    <a:pt x="56" y="368"/>
                    <a:pt x="61" y="370"/>
                  </a:cubicBezTo>
                  <a:cubicBezTo>
                    <a:pt x="65" y="373"/>
                    <a:pt x="76" y="381"/>
                    <a:pt x="81" y="392"/>
                  </a:cubicBezTo>
                  <a:cubicBezTo>
                    <a:pt x="86" y="404"/>
                    <a:pt x="93" y="421"/>
                    <a:pt x="113" y="408"/>
                  </a:cubicBezTo>
                  <a:cubicBezTo>
                    <a:pt x="113" y="408"/>
                    <a:pt x="129" y="414"/>
                    <a:pt x="144" y="405"/>
                  </a:cubicBezTo>
                  <a:cubicBezTo>
                    <a:pt x="159" y="395"/>
                    <a:pt x="168" y="393"/>
                    <a:pt x="172" y="395"/>
                  </a:cubicBezTo>
                  <a:cubicBezTo>
                    <a:pt x="172" y="395"/>
                    <a:pt x="236" y="429"/>
                    <a:pt x="242" y="435"/>
                  </a:cubicBezTo>
                  <a:cubicBezTo>
                    <a:pt x="248" y="441"/>
                    <a:pt x="257" y="459"/>
                    <a:pt x="256" y="474"/>
                  </a:cubicBezTo>
                  <a:cubicBezTo>
                    <a:pt x="254" y="489"/>
                    <a:pt x="303" y="518"/>
                    <a:pt x="286" y="512"/>
                  </a:cubicBezTo>
                  <a:cubicBezTo>
                    <a:pt x="443" y="290"/>
                    <a:pt x="443" y="290"/>
                    <a:pt x="443" y="290"/>
                  </a:cubicBezTo>
                  <a:cubicBezTo>
                    <a:pt x="443" y="290"/>
                    <a:pt x="353" y="360"/>
                    <a:pt x="323" y="263"/>
                  </a:cubicBezTo>
                  <a:cubicBezTo>
                    <a:pt x="293" y="167"/>
                    <a:pt x="285" y="62"/>
                    <a:pt x="216" y="31"/>
                  </a:cubicBezTo>
                  <a:cubicBezTo>
                    <a:pt x="147" y="0"/>
                    <a:pt x="34" y="53"/>
                    <a:pt x="11" y="108"/>
                  </a:cubicBezTo>
                  <a:close/>
                </a:path>
              </a:pathLst>
            </a:custGeom>
            <a:solidFill>
              <a:srgbClr val="F8F3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5330" name="Freeform 178">
              <a:extLst>
                <a:ext uri="{FF2B5EF4-FFF2-40B4-BE49-F238E27FC236}">
                  <a16:creationId xmlns:a16="http://schemas.microsoft.com/office/drawing/2014/main" id="{BF5171F4-1B37-44B4-83A5-2F4E3035A86D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9675" y="596900"/>
              <a:ext cx="1008063" cy="1176338"/>
            </a:xfrm>
            <a:custGeom>
              <a:avLst/>
              <a:gdLst>
                <a:gd name="T0" fmla="*/ 2147483646 w 443"/>
                <a:gd name="T1" fmla="*/ 2147483646 h 518"/>
                <a:gd name="T2" fmla="*/ 2147483646 w 443"/>
                <a:gd name="T3" fmla="*/ 2147483646 h 518"/>
                <a:gd name="T4" fmla="*/ 2147483646 w 443"/>
                <a:gd name="T5" fmla="*/ 2147483646 h 518"/>
                <a:gd name="T6" fmla="*/ 2147483646 w 443"/>
                <a:gd name="T7" fmla="*/ 2147483646 h 518"/>
                <a:gd name="T8" fmla="*/ 2147483646 w 443"/>
                <a:gd name="T9" fmla="*/ 2147483646 h 518"/>
                <a:gd name="T10" fmla="*/ 2147483646 w 443"/>
                <a:gd name="T11" fmla="*/ 2147483646 h 518"/>
                <a:gd name="T12" fmla="*/ 2147483646 w 443"/>
                <a:gd name="T13" fmla="*/ 2147483646 h 518"/>
                <a:gd name="T14" fmla="*/ 2147483646 w 443"/>
                <a:gd name="T15" fmla="*/ 2147483646 h 518"/>
                <a:gd name="T16" fmla="*/ 2147483646 w 443"/>
                <a:gd name="T17" fmla="*/ 2147483646 h 518"/>
                <a:gd name="T18" fmla="*/ 2147483646 w 443"/>
                <a:gd name="T19" fmla="*/ 2147483646 h 518"/>
                <a:gd name="T20" fmla="*/ 2147483646 w 443"/>
                <a:gd name="T21" fmla="*/ 2147483646 h 518"/>
                <a:gd name="T22" fmla="*/ 2147483646 w 443"/>
                <a:gd name="T23" fmla="*/ 2147483646 h 518"/>
                <a:gd name="T24" fmla="*/ 2147483646 w 443"/>
                <a:gd name="T25" fmla="*/ 2147483646 h 518"/>
                <a:gd name="T26" fmla="*/ 2147483646 w 443"/>
                <a:gd name="T27" fmla="*/ 2147483646 h 518"/>
                <a:gd name="T28" fmla="*/ 2147483646 w 443"/>
                <a:gd name="T29" fmla="*/ 2147483646 h 518"/>
                <a:gd name="T30" fmla="*/ 2147483646 w 443"/>
                <a:gd name="T31" fmla="*/ 2147483646 h 518"/>
                <a:gd name="T32" fmla="*/ 2147483646 w 443"/>
                <a:gd name="T33" fmla="*/ 2147483646 h 518"/>
                <a:gd name="T34" fmla="*/ 2147483646 w 443"/>
                <a:gd name="T35" fmla="*/ 2147483646 h 518"/>
                <a:gd name="T36" fmla="*/ 2147483646 w 443"/>
                <a:gd name="T37" fmla="*/ 2147483646 h 518"/>
                <a:gd name="T38" fmla="*/ 2147483646 w 443"/>
                <a:gd name="T39" fmla="*/ 2147483646 h 518"/>
                <a:gd name="T40" fmla="*/ 2147483646 w 443"/>
                <a:gd name="T41" fmla="*/ 2147483646 h 518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443"/>
                <a:gd name="T64" fmla="*/ 0 h 518"/>
                <a:gd name="T65" fmla="*/ 443 w 443"/>
                <a:gd name="T66" fmla="*/ 518 h 518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443" h="518">
                  <a:moveTo>
                    <a:pt x="11" y="108"/>
                  </a:moveTo>
                  <a:cubicBezTo>
                    <a:pt x="11" y="108"/>
                    <a:pt x="0" y="133"/>
                    <a:pt x="2" y="177"/>
                  </a:cubicBezTo>
                  <a:cubicBezTo>
                    <a:pt x="4" y="220"/>
                    <a:pt x="6" y="222"/>
                    <a:pt x="8" y="228"/>
                  </a:cubicBezTo>
                  <a:cubicBezTo>
                    <a:pt x="10" y="235"/>
                    <a:pt x="18" y="254"/>
                    <a:pt x="16" y="263"/>
                  </a:cubicBezTo>
                  <a:cubicBezTo>
                    <a:pt x="14" y="273"/>
                    <a:pt x="10" y="299"/>
                    <a:pt x="9" y="307"/>
                  </a:cubicBezTo>
                  <a:cubicBezTo>
                    <a:pt x="8" y="314"/>
                    <a:pt x="6" y="322"/>
                    <a:pt x="14" y="326"/>
                  </a:cubicBezTo>
                  <a:cubicBezTo>
                    <a:pt x="21" y="329"/>
                    <a:pt x="40" y="330"/>
                    <a:pt x="43" y="334"/>
                  </a:cubicBezTo>
                  <a:cubicBezTo>
                    <a:pt x="45" y="338"/>
                    <a:pt x="49" y="341"/>
                    <a:pt x="48" y="350"/>
                  </a:cubicBezTo>
                  <a:cubicBezTo>
                    <a:pt x="48" y="358"/>
                    <a:pt x="54" y="358"/>
                    <a:pt x="56" y="359"/>
                  </a:cubicBezTo>
                  <a:cubicBezTo>
                    <a:pt x="56" y="359"/>
                    <a:pt x="56" y="368"/>
                    <a:pt x="61" y="370"/>
                  </a:cubicBezTo>
                  <a:cubicBezTo>
                    <a:pt x="65" y="373"/>
                    <a:pt x="76" y="381"/>
                    <a:pt x="81" y="392"/>
                  </a:cubicBezTo>
                  <a:cubicBezTo>
                    <a:pt x="86" y="404"/>
                    <a:pt x="93" y="421"/>
                    <a:pt x="113" y="408"/>
                  </a:cubicBezTo>
                  <a:cubicBezTo>
                    <a:pt x="113" y="408"/>
                    <a:pt x="129" y="414"/>
                    <a:pt x="144" y="405"/>
                  </a:cubicBezTo>
                  <a:cubicBezTo>
                    <a:pt x="159" y="395"/>
                    <a:pt x="168" y="393"/>
                    <a:pt x="172" y="395"/>
                  </a:cubicBezTo>
                  <a:cubicBezTo>
                    <a:pt x="172" y="395"/>
                    <a:pt x="236" y="429"/>
                    <a:pt x="242" y="435"/>
                  </a:cubicBezTo>
                  <a:cubicBezTo>
                    <a:pt x="248" y="441"/>
                    <a:pt x="257" y="459"/>
                    <a:pt x="256" y="474"/>
                  </a:cubicBezTo>
                  <a:cubicBezTo>
                    <a:pt x="254" y="489"/>
                    <a:pt x="303" y="518"/>
                    <a:pt x="286" y="512"/>
                  </a:cubicBezTo>
                  <a:cubicBezTo>
                    <a:pt x="443" y="290"/>
                    <a:pt x="443" y="290"/>
                    <a:pt x="443" y="290"/>
                  </a:cubicBezTo>
                  <a:cubicBezTo>
                    <a:pt x="443" y="290"/>
                    <a:pt x="353" y="360"/>
                    <a:pt x="323" y="263"/>
                  </a:cubicBezTo>
                  <a:cubicBezTo>
                    <a:pt x="293" y="167"/>
                    <a:pt x="285" y="62"/>
                    <a:pt x="216" y="31"/>
                  </a:cubicBezTo>
                  <a:cubicBezTo>
                    <a:pt x="147" y="0"/>
                    <a:pt x="34" y="53"/>
                    <a:pt x="11" y="108"/>
                  </a:cubicBezTo>
                  <a:close/>
                </a:path>
              </a:pathLst>
            </a:custGeom>
            <a:noFill/>
            <a:ln w="3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5331" name="Freeform 179">
              <a:extLst>
                <a:ext uri="{FF2B5EF4-FFF2-40B4-BE49-F238E27FC236}">
                  <a16:creationId xmlns:a16="http://schemas.microsoft.com/office/drawing/2014/main" id="{E9C19000-3A19-475C-ADF0-72027EF315E3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7762" y="569912"/>
              <a:ext cx="954088" cy="792163"/>
            </a:xfrm>
            <a:custGeom>
              <a:avLst/>
              <a:gdLst>
                <a:gd name="T0" fmla="*/ 2147483646 w 419"/>
                <a:gd name="T1" fmla="*/ 2147483646 h 349"/>
                <a:gd name="T2" fmla="*/ 2147483646 w 419"/>
                <a:gd name="T3" fmla="*/ 2147483646 h 349"/>
                <a:gd name="T4" fmla="*/ 2147483646 w 419"/>
                <a:gd name="T5" fmla="*/ 2147483646 h 349"/>
                <a:gd name="T6" fmla="*/ 2147483646 w 419"/>
                <a:gd name="T7" fmla="*/ 2147483646 h 349"/>
                <a:gd name="T8" fmla="*/ 2147483646 w 419"/>
                <a:gd name="T9" fmla="*/ 2147483646 h 349"/>
                <a:gd name="T10" fmla="*/ 2147483646 w 419"/>
                <a:gd name="T11" fmla="*/ 2147483646 h 349"/>
                <a:gd name="T12" fmla="*/ 2147483646 w 419"/>
                <a:gd name="T13" fmla="*/ 2147483646 h 349"/>
                <a:gd name="T14" fmla="*/ 2147483646 w 419"/>
                <a:gd name="T15" fmla="*/ 2147483646 h 349"/>
                <a:gd name="T16" fmla="*/ 2147483646 w 419"/>
                <a:gd name="T17" fmla="*/ 2147483646 h 349"/>
                <a:gd name="T18" fmla="*/ 2147483646 w 419"/>
                <a:gd name="T19" fmla="*/ 2147483646 h 349"/>
                <a:gd name="T20" fmla="*/ 2147483646 w 419"/>
                <a:gd name="T21" fmla="*/ 2147483646 h 349"/>
                <a:gd name="T22" fmla="*/ 2147483646 w 419"/>
                <a:gd name="T23" fmla="*/ 2147483646 h 349"/>
                <a:gd name="T24" fmla="*/ 2147483646 w 419"/>
                <a:gd name="T25" fmla="*/ 2147483646 h 349"/>
                <a:gd name="T26" fmla="*/ 2147483646 w 419"/>
                <a:gd name="T27" fmla="*/ 2147483646 h 349"/>
                <a:gd name="T28" fmla="*/ 2147483646 w 419"/>
                <a:gd name="T29" fmla="*/ 2147483646 h 349"/>
                <a:gd name="T30" fmla="*/ 2147483646 w 419"/>
                <a:gd name="T31" fmla="*/ 2147483646 h 349"/>
                <a:gd name="T32" fmla="*/ 2147483646 w 419"/>
                <a:gd name="T33" fmla="*/ 2147483646 h 349"/>
                <a:gd name="T34" fmla="*/ 2147483646 w 419"/>
                <a:gd name="T35" fmla="*/ 2147483646 h 349"/>
                <a:gd name="T36" fmla="*/ 2147483646 w 419"/>
                <a:gd name="T37" fmla="*/ 2147483646 h 349"/>
                <a:gd name="T38" fmla="*/ 2147483646 w 419"/>
                <a:gd name="T39" fmla="*/ 2147483646 h 349"/>
                <a:gd name="T40" fmla="*/ 2147483646 w 419"/>
                <a:gd name="T41" fmla="*/ 2147483646 h 349"/>
                <a:gd name="T42" fmla="*/ 2147483646 w 419"/>
                <a:gd name="T43" fmla="*/ 2147483646 h 349"/>
                <a:gd name="T44" fmla="*/ 2147483646 w 419"/>
                <a:gd name="T45" fmla="*/ 2147483646 h 349"/>
                <a:gd name="T46" fmla="*/ 2147483646 w 419"/>
                <a:gd name="T47" fmla="*/ 2147483646 h 349"/>
                <a:gd name="T48" fmla="*/ 2147483646 w 419"/>
                <a:gd name="T49" fmla="*/ 2147483646 h 349"/>
                <a:gd name="T50" fmla="*/ 2147483646 w 419"/>
                <a:gd name="T51" fmla="*/ 2147483646 h 349"/>
                <a:gd name="T52" fmla="*/ 2147483646 w 419"/>
                <a:gd name="T53" fmla="*/ 2147483646 h 349"/>
                <a:gd name="T54" fmla="*/ 2147483646 w 419"/>
                <a:gd name="T55" fmla="*/ 2147483646 h 349"/>
                <a:gd name="T56" fmla="*/ 2147483646 w 419"/>
                <a:gd name="T57" fmla="*/ 2147483646 h 349"/>
                <a:gd name="T58" fmla="*/ 2147483646 w 419"/>
                <a:gd name="T59" fmla="*/ 2147483646 h 349"/>
                <a:gd name="T60" fmla="*/ 2147483646 w 419"/>
                <a:gd name="T61" fmla="*/ 2147483646 h 349"/>
                <a:gd name="T62" fmla="*/ 2147483646 w 419"/>
                <a:gd name="T63" fmla="*/ 2147483646 h 349"/>
                <a:gd name="T64" fmla="*/ 2147483646 w 419"/>
                <a:gd name="T65" fmla="*/ 2147483646 h 349"/>
                <a:gd name="T66" fmla="*/ 2147483646 w 419"/>
                <a:gd name="T67" fmla="*/ 2147483646 h 349"/>
                <a:gd name="T68" fmla="*/ 2147483646 w 419"/>
                <a:gd name="T69" fmla="*/ 2147483646 h 349"/>
                <a:gd name="T70" fmla="*/ 2147483646 w 419"/>
                <a:gd name="T71" fmla="*/ 2147483646 h 349"/>
                <a:gd name="T72" fmla="*/ 2147483646 w 419"/>
                <a:gd name="T73" fmla="*/ 2147483646 h 349"/>
                <a:gd name="T74" fmla="*/ 2147483646 w 419"/>
                <a:gd name="T75" fmla="*/ 2147483646 h 349"/>
                <a:gd name="T76" fmla="*/ 2147483646 w 419"/>
                <a:gd name="T77" fmla="*/ 2147483646 h 349"/>
                <a:gd name="T78" fmla="*/ 2147483646 w 419"/>
                <a:gd name="T79" fmla="*/ 2147483646 h 349"/>
                <a:gd name="T80" fmla="*/ 2147483646 w 419"/>
                <a:gd name="T81" fmla="*/ 2147483646 h 349"/>
                <a:gd name="T82" fmla="*/ 2147483646 w 419"/>
                <a:gd name="T83" fmla="*/ 2147483646 h 349"/>
                <a:gd name="T84" fmla="*/ 2147483646 w 419"/>
                <a:gd name="T85" fmla="*/ 2147483646 h 349"/>
                <a:gd name="T86" fmla="*/ 2147483646 w 419"/>
                <a:gd name="T87" fmla="*/ 2147483646 h 349"/>
                <a:gd name="T88" fmla="*/ 2147483646 w 419"/>
                <a:gd name="T89" fmla="*/ 2147483646 h 349"/>
                <a:gd name="T90" fmla="*/ 2147483646 w 419"/>
                <a:gd name="T91" fmla="*/ 2147483646 h 349"/>
                <a:gd name="T92" fmla="*/ 2147483646 w 419"/>
                <a:gd name="T93" fmla="*/ 2147483646 h 349"/>
                <a:gd name="T94" fmla="*/ 2147483646 w 419"/>
                <a:gd name="T95" fmla="*/ 2147483646 h 349"/>
                <a:gd name="T96" fmla="*/ 2147483646 w 419"/>
                <a:gd name="T97" fmla="*/ 2147483646 h 349"/>
                <a:gd name="T98" fmla="*/ 2147483646 w 419"/>
                <a:gd name="T99" fmla="*/ 2147483646 h 349"/>
                <a:gd name="T100" fmla="*/ 2147483646 w 419"/>
                <a:gd name="T101" fmla="*/ 2147483646 h 349"/>
                <a:gd name="T102" fmla="*/ 2147483646 w 419"/>
                <a:gd name="T103" fmla="*/ 2147483646 h 349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419"/>
                <a:gd name="T157" fmla="*/ 0 h 349"/>
                <a:gd name="T158" fmla="*/ 419 w 419"/>
                <a:gd name="T159" fmla="*/ 349 h 349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419" h="349">
                  <a:moveTo>
                    <a:pt x="30" y="196"/>
                  </a:moveTo>
                  <a:cubicBezTo>
                    <a:pt x="30" y="196"/>
                    <a:pt x="28" y="153"/>
                    <a:pt x="33" y="136"/>
                  </a:cubicBezTo>
                  <a:cubicBezTo>
                    <a:pt x="33" y="136"/>
                    <a:pt x="48" y="123"/>
                    <a:pt x="62" y="133"/>
                  </a:cubicBezTo>
                  <a:cubicBezTo>
                    <a:pt x="76" y="143"/>
                    <a:pt x="107" y="161"/>
                    <a:pt x="119" y="172"/>
                  </a:cubicBezTo>
                  <a:cubicBezTo>
                    <a:pt x="132" y="184"/>
                    <a:pt x="147" y="198"/>
                    <a:pt x="159" y="196"/>
                  </a:cubicBezTo>
                  <a:cubicBezTo>
                    <a:pt x="172" y="194"/>
                    <a:pt x="183" y="185"/>
                    <a:pt x="187" y="177"/>
                  </a:cubicBezTo>
                  <a:cubicBezTo>
                    <a:pt x="191" y="168"/>
                    <a:pt x="200" y="160"/>
                    <a:pt x="213" y="162"/>
                  </a:cubicBezTo>
                  <a:cubicBezTo>
                    <a:pt x="225" y="164"/>
                    <a:pt x="240" y="185"/>
                    <a:pt x="238" y="220"/>
                  </a:cubicBezTo>
                  <a:cubicBezTo>
                    <a:pt x="238" y="220"/>
                    <a:pt x="250" y="245"/>
                    <a:pt x="266" y="253"/>
                  </a:cubicBezTo>
                  <a:cubicBezTo>
                    <a:pt x="282" y="261"/>
                    <a:pt x="290" y="273"/>
                    <a:pt x="285" y="288"/>
                  </a:cubicBezTo>
                  <a:cubicBezTo>
                    <a:pt x="279" y="304"/>
                    <a:pt x="268" y="332"/>
                    <a:pt x="279" y="349"/>
                  </a:cubicBezTo>
                  <a:cubicBezTo>
                    <a:pt x="279" y="349"/>
                    <a:pt x="273" y="318"/>
                    <a:pt x="286" y="295"/>
                  </a:cubicBezTo>
                  <a:cubicBezTo>
                    <a:pt x="300" y="272"/>
                    <a:pt x="289" y="270"/>
                    <a:pt x="289" y="270"/>
                  </a:cubicBezTo>
                  <a:cubicBezTo>
                    <a:pt x="289" y="270"/>
                    <a:pt x="300" y="268"/>
                    <a:pt x="295" y="299"/>
                  </a:cubicBezTo>
                  <a:cubicBezTo>
                    <a:pt x="293" y="314"/>
                    <a:pt x="288" y="327"/>
                    <a:pt x="297" y="336"/>
                  </a:cubicBezTo>
                  <a:cubicBezTo>
                    <a:pt x="297" y="336"/>
                    <a:pt x="289" y="323"/>
                    <a:pt x="296" y="309"/>
                  </a:cubicBezTo>
                  <a:cubicBezTo>
                    <a:pt x="303" y="294"/>
                    <a:pt x="306" y="283"/>
                    <a:pt x="299" y="273"/>
                  </a:cubicBezTo>
                  <a:cubicBezTo>
                    <a:pt x="299" y="273"/>
                    <a:pt x="314" y="283"/>
                    <a:pt x="314" y="295"/>
                  </a:cubicBezTo>
                  <a:cubicBezTo>
                    <a:pt x="313" y="307"/>
                    <a:pt x="328" y="339"/>
                    <a:pt x="348" y="340"/>
                  </a:cubicBezTo>
                  <a:cubicBezTo>
                    <a:pt x="348" y="340"/>
                    <a:pt x="319" y="325"/>
                    <a:pt x="319" y="305"/>
                  </a:cubicBezTo>
                  <a:cubicBezTo>
                    <a:pt x="319" y="284"/>
                    <a:pt x="308" y="271"/>
                    <a:pt x="308" y="271"/>
                  </a:cubicBezTo>
                  <a:cubicBezTo>
                    <a:pt x="308" y="271"/>
                    <a:pt x="327" y="312"/>
                    <a:pt x="343" y="317"/>
                  </a:cubicBezTo>
                  <a:cubicBezTo>
                    <a:pt x="359" y="322"/>
                    <a:pt x="366" y="327"/>
                    <a:pt x="370" y="331"/>
                  </a:cubicBezTo>
                  <a:cubicBezTo>
                    <a:pt x="370" y="331"/>
                    <a:pt x="359" y="314"/>
                    <a:pt x="344" y="312"/>
                  </a:cubicBezTo>
                  <a:cubicBezTo>
                    <a:pt x="330" y="309"/>
                    <a:pt x="319" y="288"/>
                    <a:pt x="319" y="271"/>
                  </a:cubicBezTo>
                  <a:cubicBezTo>
                    <a:pt x="319" y="271"/>
                    <a:pt x="343" y="304"/>
                    <a:pt x="359" y="306"/>
                  </a:cubicBezTo>
                  <a:cubicBezTo>
                    <a:pt x="359" y="306"/>
                    <a:pt x="332" y="289"/>
                    <a:pt x="337" y="270"/>
                  </a:cubicBezTo>
                  <a:cubicBezTo>
                    <a:pt x="337" y="270"/>
                    <a:pt x="351" y="293"/>
                    <a:pt x="362" y="298"/>
                  </a:cubicBezTo>
                  <a:cubicBezTo>
                    <a:pt x="374" y="302"/>
                    <a:pt x="385" y="314"/>
                    <a:pt x="385" y="327"/>
                  </a:cubicBezTo>
                  <a:cubicBezTo>
                    <a:pt x="385" y="327"/>
                    <a:pt x="387" y="304"/>
                    <a:pt x="365" y="295"/>
                  </a:cubicBezTo>
                  <a:cubicBezTo>
                    <a:pt x="342" y="286"/>
                    <a:pt x="349" y="261"/>
                    <a:pt x="349" y="261"/>
                  </a:cubicBezTo>
                  <a:cubicBezTo>
                    <a:pt x="349" y="261"/>
                    <a:pt x="369" y="291"/>
                    <a:pt x="382" y="292"/>
                  </a:cubicBezTo>
                  <a:cubicBezTo>
                    <a:pt x="394" y="293"/>
                    <a:pt x="401" y="312"/>
                    <a:pt x="415" y="295"/>
                  </a:cubicBezTo>
                  <a:cubicBezTo>
                    <a:pt x="415" y="295"/>
                    <a:pt x="403" y="303"/>
                    <a:pt x="397" y="295"/>
                  </a:cubicBezTo>
                  <a:cubicBezTo>
                    <a:pt x="391" y="288"/>
                    <a:pt x="387" y="290"/>
                    <a:pt x="379" y="285"/>
                  </a:cubicBezTo>
                  <a:cubicBezTo>
                    <a:pt x="370" y="281"/>
                    <a:pt x="367" y="257"/>
                    <a:pt x="367" y="257"/>
                  </a:cubicBezTo>
                  <a:cubicBezTo>
                    <a:pt x="367" y="257"/>
                    <a:pt x="390" y="299"/>
                    <a:pt x="413" y="286"/>
                  </a:cubicBezTo>
                  <a:cubicBezTo>
                    <a:pt x="413" y="286"/>
                    <a:pt x="390" y="293"/>
                    <a:pt x="380" y="266"/>
                  </a:cubicBezTo>
                  <a:cubicBezTo>
                    <a:pt x="380" y="266"/>
                    <a:pt x="391" y="283"/>
                    <a:pt x="401" y="279"/>
                  </a:cubicBezTo>
                  <a:cubicBezTo>
                    <a:pt x="401" y="279"/>
                    <a:pt x="383" y="270"/>
                    <a:pt x="379" y="251"/>
                  </a:cubicBezTo>
                  <a:cubicBezTo>
                    <a:pt x="379" y="251"/>
                    <a:pt x="404" y="281"/>
                    <a:pt x="419" y="278"/>
                  </a:cubicBezTo>
                  <a:cubicBezTo>
                    <a:pt x="419" y="278"/>
                    <a:pt x="394" y="267"/>
                    <a:pt x="388" y="251"/>
                  </a:cubicBezTo>
                  <a:cubicBezTo>
                    <a:pt x="388" y="251"/>
                    <a:pt x="404" y="263"/>
                    <a:pt x="414" y="253"/>
                  </a:cubicBezTo>
                  <a:cubicBezTo>
                    <a:pt x="414" y="253"/>
                    <a:pt x="377" y="256"/>
                    <a:pt x="371" y="219"/>
                  </a:cubicBezTo>
                  <a:cubicBezTo>
                    <a:pt x="366" y="182"/>
                    <a:pt x="373" y="154"/>
                    <a:pt x="362" y="124"/>
                  </a:cubicBezTo>
                  <a:cubicBezTo>
                    <a:pt x="350" y="94"/>
                    <a:pt x="340" y="80"/>
                    <a:pt x="324" y="63"/>
                  </a:cubicBezTo>
                  <a:cubicBezTo>
                    <a:pt x="308" y="47"/>
                    <a:pt x="298" y="26"/>
                    <a:pt x="279" y="19"/>
                  </a:cubicBezTo>
                  <a:cubicBezTo>
                    <a:pt x="260" y="12"/>
                    <a:pt x="235" y="0"/>
                    <a:pt x="216" y="1"/>
                  </a:cubicBezTo>
                  <a:cubicBezTo>
                    <a:pt x="198" y="3"/>
                    <a:pt x="188" y="1"/>
                    <a:pt x="168" y="9"/>
                  </a:cubicBezTo>
                  <a:cubicBezTo>
                    <a:pt x="148" y="18"/>
                    <a:pt x="108" y="38"/>
                    <a:pt x="98" y="48"/>
                  </a:cubicBezTo>
                  <a:cubicBezTo>
                    <a:pt x="88" y="57"/>
                    <a:pt x="57" y="76"/>
                    <a:pt x="50" y="81"/>
                  </a:cubicBezTo>
                  <a:cubicBezTo>
                    <a:pt x="44" y="86"/>
                    <a:pt x="0" y="116"/>
                    <a:pt x="30" y="196"/>
                  </a:cubicBezTo>
                  <a:close/>
                </a:path>
              </a:pathLst>
            </a:custGeom>
            <a:solidFill>
              <a:srgbClr val="77430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5332" name="Freeform 180">
              <a:extLst>
                <a:ext uri="{FF2B5EF4-FFF2-40B4-BE49-F238E27FC236}">
                  <a16:creationId xmlns:a16="http://schemas.microsoft.com/office/drawing/2014/main" id="{0EDBB772-5A25-416C-B6B6-AF67A8D4680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994275" y="839788"/>
              <a:ext cx="917575" cy="522288"/>
            </a:xfrm>
            <a:custGeom>
              <a:avLst/>
              <a:gdLst>
                <a:gd name="T0" fmla="*/ 2147483646 w 403"/>
                <a:gd name="T1" fmla="*/ 2147483646 h 230"/>
                <a:gd name="T2" fmla="*/ 2147483646 w 403"/>
                <a:gd name="T3" fmla="*/ 2147483646 h 230"/>
                <a:gd name="T4" fmla="*/ 2147483646 w 403"/>
                <a:gd name="T5" fmla="*/ 2147483646 h 230"/>
                <a:gd name="T6" fmla="*/ 2147483646 w 403"/>
                <a:gd name="T7" fmla="*/ 2147483646 h 230"/>
                <a:gd name="T8" fmla="*/ 2147483646 w 403"/>
                <a:gd name="T9" fmla="*/ 2147483646 h 230"/>
                <a:gd name="T10" fmla="*/ 2147483646 w 403"/>
                <a:gd name="T11" fmla="*/ 2147483646 h 230"/>
                <a:gd name="T12" fmla="*/ 2147483646 w 403"/>
                <a:gd name="T13" fmla="*/ 2147483646 h 230"/>
                <a:gd name="T14" fmla="*/ 2147483646 w 403"/>
                <a:gd name="T15" fmla="*/ 2147483646 h 230"/>
                <a:gd name="T16" fmla="*/ 2147483646 w 403"/>
                <a:gd name="T17" fmla="*/ 2147483646 h 230"/>
                <a:gd name="T18" fmla="*/ 2147483646 w 403"/>
                <a:gd name="T19" fmla="*/ 2147483646 h 230"/>
                <a:gd name="T20" fmla="*/ 2147483646 w 403"/>
                <a:gd name="T21" fmla="*/ 2147483646 h 230"/>
                <a:gd name="T22" fmla="*/ 2147483646 w 403"/>
                <a:gd name="T23" fmla="*/ 2147483646 h 230"/>
                <a:gd name="T24" fmla="*/ 2147483646 w 403"/>
                <a:gd name="T25" fmla="*/ 2147483646 h 230"/>
                <a:gd name="T26" fmla="*/ 2147483646 w 403"/>
                <a:gd name="T27" fmla="*/ 2147483646 h 230"/>
                <a:gd name="T28" fmla="*/ 2147483646 w 403"/>
                <a:gd name="T29" fmla="*/ 2147483646 h 230"/>
                <a:gd name="T30" fmla="*/ 2147483646 w 403"/>
                <a:gd name="T31" fmla="*/ 2147483646 h 230"/>
                <a:gd name="T32" fmla="*/ 2147483646 w 403"/>
                <a:gd name="T33" fmla="*/ 2147483646 h 230"/>
                <a:gd name="T34" fmla="*/ 2147483646 w 403"/>
                <a:gd name="T35" fmla="*/ 2147483646 h 230"/>
                <a:gd name="T36" fmla="*/ 2147483646 w 403"/>
                <a:gd name="T37" fmla="*/ 2147483646 h 230"/>
                <a:gd name="T38" fmla="*/ 2147483646 w 403"/>
                <a:gd name="T39" fmla="*/ 2147483646 h 230"/>
                <a:gd name="T40" fmla="*/ 2147483646 w 403"/>
                <a:gd name="T41" fmla="*/ 2147483646 h 230"/>
                <a:gd name="T42" fmla="*/ 2147483646 w 403"/>
                <a:gd name="T43" fmla="*/ 2147483646 h 230"/>
                <a:gd name="T44" fmla="*/ 2147483646 w 403"/>
                <a:gd name="T45" fmla="*/ 2147483646 h 230"/>
                <a:gd name="T46" fmla="*/ 2147483646 w 403"/>
                <a:gd name="T47" fmla="*/ 2147483646 h 230"/>
                <a:gd name="T48" fmla="*/ 2147483646 w 403"/>
                <a:gd name="T49" fmla="*/ 2147483646 h 230"/>
                <a:gd name="T50" fmla="*/ 2147483646 w 403"/>
                <a:gd name="T51" fmla="*/ 2147483646 h 230"/>
                <a:gd name="T52" fmla="*/ 2147483646 w 403"/>
                <a:gd name="T53" fmla="*/ 2147483646 h 230"/>
                <a:gd name="T54" fmla="*/ 2147483646 w 403"/>
                <a:gd name="T55" fmla="*/ 2147483646 h 230"/>
                <a:gd name="T56" fmla="*/ 2147483646 w 403"/>
                <a:gd name="T57" fmla="*/ 2147483646 h 230"/>
                <a:gd name="T58" fmla="*/ 2147483646 w 403"/>
                <a:gd name="T59" fmla="*/ 2147483646 h 230"/>
                <a:gd name="T60" fmla="*/ 2147483646 w 403"/>
                <a:gd name="T61" fmla="*/ 2147483646 h 230"/>
                <a:gd name="T62" fmla="*/ 2147483646 w 403"/>
                <a:gd name="T63" fmla="*/ 2147483646 h 230"/>
                <a:gd name="T64" fmla="*/ 2147483646 w 403"/>
                <a:gd name="T65" fmla="*/ 2147483646 h 230"/>
                <a:gd name="T66" fmla="*/ 2147483646 w 403"/>
                <a:gd name="T67" fmla="*/ 2147483646 h 230"/>
                <a:gd name="T68" fmla="*/ 2147483646 w 403"/>
                <a:gd name="T69" fmla="*/ 2147483646 h 230"/>
                <a:gd name="T70" fmla="*/ 2147483646 w 403"/>
                <a:gd name="T71" fmla="*/ 2147483646 h 230"/>
                <a:gd name="T72" fmla="*/ 2147483646 w 403"/>
                <a:gd name="T73" fmla="*/ 2147483646 h 230"/>
                <a:gd name="T74" fmla="*/ 2147483646 w 403"/>
                <a:gd name="T75" fmla="*/ 2147483646 h 230"/>
                <a:gd name="T76" fmla="*/ 2147483646 w 403"/>
                <a:gd name="T77" fmla="*/ 2147483646 h 230"/>
                <a:gd name="T78" fmla="*/ 2147483646 w 403"/>
                <a:gd name="T79" fmla="*/ 2147483646 h 230"/>
                <a:gd name="T80" fmla="*/ 2147483646 w 403"/>
                <a:gd name="T81" fmla="*/ 2147483646 h 230"/>
                <a:gd name="T82" fmla="*/ 2147483646 w 403"/>
                <a:gd name="T83" fmla="*/ 2147483646 h 230"/>
                <a:gd name="T84" fmla="*/ 2147483646 w 403"/>
                <a:gd name="T85" fmla="*/ 2147483646 h 230"/>
                <a:gd name="T86" fmla="*/ 2147483646 w 403"/>
                <a:gd name="T87" fmla="*/ 2147483646 h 23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403"/>
                <a:gd name="T133" fmla="*/ 0 h 230"/>
                <a:gd name="T134" fmla="*/ 403 w 403"/>
                <a:gd name="T135" fmla="*/ 230 h 230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403" h="230">
                  <a:moveTo>
                    <a:pt x="385" y="167"/>
                  </a:moveTo>
                  <a:cubicBezTo>
                    <a:pt x="381" y="166"/>
                    <a:pt x="376" y="164"/>
                    <a:pt x="372" y="160"/>
                  </a:cubicBezTo>
                  <a:cubicBezTo>
                    <a:pt x="372" y="160"/>
                    <a:pt x="371" y="159"/>
                    <a:pt x="370" y="159"/>
                  </a:cubicBezTo>
                  <a:cubicBezTo>
                    <a:pt x="369" y="159"/>
                    <a:pt x="368" y="159"/>
                    <a:pt x="367" y="159"/>
                  </a:cubicBezTo>
                  <a:cubicBezTo>
                    <a:pt x="374" y="165"/>
                    <a:pt x="382" y="171"/>
                    <a:pt x="391" y="169"/>
                  </a:cubicBezTo>
                  <a:cubicBezTo>
                    <a:pt x="389" y="169"/>
                    <a:pt x="387" y="168"/>
                    <a:pt x="385" y="167"/>
                  </a:cubicBezTo>
                  <a:close/>
                  <a:moveTo>
                    <a:pt x="368" y="153"/>
                  </a:moveTo>
                  <a:cubicBezTo>
                    <a:pt x="366" y="151"/>
                    <a:pt x="365" y="149"/>
                    <a:pt x="364" y="147"/>
                  </a:cubicBezTo>
                  <a:cubicBezTo>
                    <a:pt x="364" y="147"/>
                    <a:pt x="367" y="151"/>
                    <a:pt x="371" y="155"/>
                  </a:cubicBezTo>
                  <a:cubicBezTo>
                    <a:pt x="376" y="157"/>
                    <a:pt x="379" y="157"/>
                    <a:pt x="383" y="160"/>
                  </a:cubicBezTo>
                  <a:cubicBezTo>
                    <a:pt x="384" y="160"/>
                    <a:pt x="384" y="160"/>
                    <a:pt x="385" y="160"/>
                  </a:cubicBezTo>
                  <a:cubicBezTo>
                    <a:pt x="385" y="160"/>
                    <a:pt x="371" y="153"/>
                    <a:pt x="365" y="139"/>
                  </a:cubicBezTo>
                  <a:cubicBezTo>
                    <a:pt x="359" y="131"/>
                    <a:pt x="354" y="124"/>
                    <a:pt x="354" y="124"/>
                  </a:cubicBezTo>
                  <a:cubicBezTo>
                    <a:pt x="354" y="124"/>
                    <a:pt x="357" y="148"/>
                    <a:pt x="366" y="153"/>
                  </a:cubicBezTo>
                  <a:cubicBezTo>
                    <a:pt x="367" y="153"/>
                    <a:pt x="367" y="153"/>
                    <a:pt x="368" y="153"/>
                  </a:cubicBezTo>
                  <a:close/>
                  <a:moveTo>
                    <a:pt x="222" y="101"/>
                  </a:moveTo>
                  <a:cubicBezTo>
                    <a:pt x="222" y="101"/>
                    <a:pt x="234" y="126"/>
                    <a:pt x="250" y="134"/>
                  </a:cubicBezTo>
                  <a:cubicBezTo>
                    <a:pt x="264" y="141"/>
                    <a:pt x="271" y="150"/>
                    <a:pt x="270" y="161"/>
                  </a:cubicBezTo>
                  <a:cubicBezTo>
                    <a:pt x="271" y="159"/>
                    <a:pt x="272" y="157"/>
                    <a:pt x="272" y="155"/>
                  </a:cubicBezTo>
                  <a:cubicBezTo>
                    <a:pt x="273" y="154"/>
                    <a:pt x="273" y="153"/>
                    <a:pt x="274" y="151"/>
                  </a:cubicBezTo>
                  <a:cubicBezTo>
                    <a:pt x="273" y="151"/>
                    <a:pt x="273" y="151"/>
                    <a:pt x="273" y="151"/>
                  </a:cubicBezTo>
                  <a:cubicBezTo>
                    <a:pt x="273" y="151"/>
                    <a:pt x="273" y="151"/>
                    <a:pt x="274" y="151"/>
                  </a:cubicBezTo>
                  <a:cubicBezTo>
                    <a:pt x="276" y="138"/>
                    <a:pt x="269" y="128"/>
                    <a:pt x="254" y="120"/>
                  </a:cubicBezTo>
                  <a:cubicBezTo>
                    <a:pt x="238" y="112"/>
                    <a:pt x="224" y="97"/>
                    <a:pt x="224" y="97"/>
                  </a:cubicBezTo>
                  <a:cubicBezTo>
                    <a:pt x="225" y="62"/>
                    <a:pt x="206" y="43"/>
                    <a:pt x="199" y="41"/>
                  </a:cubicBezTo>
                  <a:cubicBezTo>
                    <a:pt x="187" y="37"/>
                    <a:pt x="176" y="43"/>
                    <a:pt x="172" y="52"/>
                  </a:cubicBezTo>
                  <a:cubicBezTo>
                    <a:pt x="168" y="60"/>
                    <a:pt x="160" y="61"/>
                    <a:pt x="147" y="63"/>
                  </a:cubicBezTo>
                  <a:cubicBezTo>
                    <a:pt x="134" y="65"/>
                    <a:pt x="119" y="62"/>
                    <a:pt x="106" y="51"/>
                  </a:cubicBezTo>
                  <a:cubicBezTo>
                    <a:pt x="94" y="40"/>
                    <a:pt x="63" y="19"/>
                    <a:pt x="50" y="10"/>
                  </a:cubicBezTo>
                  <a:cubicBezTo>
                    <a:pt x="36" y="0"/>
                    <a:pt x="19" y="12"/>
                    <a:pt x="19" y="12"/>
                  </a:cubicBezTo>
                  <a:cubicBezTo>
                    <a:pt x="18" y="15"/>
                    <a:pt x="19" y="11"/>
                    <a:pt x="18" y="16"/>
                  </a:cubicBezTo>
                  <a:cubicBezTo>
                    <a:pt x="22" y="14"/>
                    <a:pt x="35" y="6"/>
                    <a:pt x="46" y="14"/>
                  </a:cubicBezTo>
                  <a:cubicBezTo>
                    <a:pt x="60" y="24"/>
                    <a:pt x="91" y="42"/>
                    <a:pt x="103" y="53"/>
                  </a:cubicBezTo>
                  <a:cubicBezTo>
                    <a:pt x="116" y="65"/>
                    <a:pt x="131" y="79"/>
                    <a:pt x="143" y="77"/>
                  </a:cubicBezTo>
                  <a:cubicBezTo>
                    <a:pt x="156" y="75"/>
                    <a:pt x="167" y="66"/>
                    <a:pt x="171" y="58"/>
                  </a:cubicBezTo>
                  <a:cubicBezTo>
                    <a:pt x="175" y="49"/>
                    <a:pt x="184" y="41"/>
                    <a:pt x="197" y="43"/>
                  </a:cubicBezTo>
                  <a:cubicBezTo>
                    <a:pt x="209" y="45"/>
                    <a:pt x="224" y="66"/>
                    <a:pt x="222" y="101"/>
                  </a:cubicBezTo>
                  <a:close/>
                  <a:moveTo>
                    <a:pt x="14" y="77"/>
                  </a:moveTo>
                  <a:cubicBezTo>
                    <a:pt x="14" y="77"/>
                    <a:pt x="13" y="65"/>
                    <a:pt x="13" y="51"/>
                  </a:cubicBezTo>
                  <a:cubicBezTo>
                    <a:pt x="13" y="34"/>
                    <a:pt x="16" y="30"/>
                    <a:pt x="18" y="16"/>
                  </a:cubicBezTo>
                  <a:cubicBezTo>
                    <a:pt x="12" y="34"/>
                    <a:pt x="0" y="40"/>
                    <a:pt x="14" y="77"/>
                  </a:cubicBezTo>
                  <a:close/>
                  <a:moveTo>
                    <a:pt x="387" y="138"/>
                  </a:moveTo>
                  <a:cubicBezTo>
                    <a:pt x="384" y="136"/>
                    <a:pt x="381" y="133"/>
                    <a:pt x="379" y="131"/>
                  </a:cubicBezTo>
                  <a:cubicBezTo>
                    <a:pt x="375" y="129"/>
                    <a:pt x="372" y="128"/>
                    <a:pt x="369" y="125"/>
                  </a:cubicBezTo>
                  <a:cubicBezTo>
                    <a:pt x="370" y="128"/>
                    <a:pt x="372" y="131"/>
                    <a:pt x="374" y="133"/>
                  </a:cubicBezTo>
                  <a:cubicBezTo>
                    <a:pt x="377" y="135"/>
                    <a:pt x="382" y="137"/>
                    <a:pt x="387" y="138"/>
                  </a:cubicBezTo>
                  <a:close/>
                  <a:moveTo>
                    <a:pt x="332" y="149"/>
                  </a:moveTo>
                  <a:cubicBezTo>
                    <a:pt x="327" y="143"/>
                    <a:pt x="324" y="137"/>
                    <a:pt x="324" y="137"/>
                  </a:cubicBezTo>
                  <a:cubicBezTo>
                    <a:pt x="322" y="147"/>
                    <a:pt x="328" y="157"/>
                    <a:pt x="335" y="164"/>
                  </a:cubicBezTo>
                  <a:cubicBezTo>
                    <a:pt x="332" y="158"/>
                    <a:pt x="332" y="153"/>
                    <a:pt x="332" y="149"/>
                  </a:cubicBezTo>
                  <a:close/>
                  <a:moveTo>
                    <a:pt x="398" y="134"/>
                  </a:moveTo>
                  <a:cubicBezTo>
                    <a:pt x="398" y="134"/>
                    <a:pt x="393" y="134"/>
                    <a:pt x="387" y="133"/>
                  </a:cubicBezTo>
                  <a:cubicBezTo>
                    <a:pt x="388" y="135"/>
                    <a:pt x="390" y="136"/>
                    <a:pt x="392" y="137"/>
                  </a:cubicBezTo>
                  <a:cubicBezTo>
                    <a:pt x="394" y="137"/>
                    <a:pt x="396" y="136"/>
                    <a:pt x="398" y="134"/>
                  </a:cubicBezTo>
                  <a:close/>
                  <a:moveTo>
                    <a:pt x="382" y="151"/>
                  </a:moveTo>
                  <a:cubicBezTo>
                    <a:pt x="386" y="153"/>
                    <a:pt x="389" y="154"/>
                    <a:pt x="392" y="154"/>
                  </a:cubicBezTo>
                  <a:cubicBezTo>
                    <a:pt x="389" y="152"/>
                    <a:pt x="385" y="149"/>
                    <a:pt x="382" y="146"/>
                  </a:cubicBezTo>
                  <a:cubicBezTo>
                    <a:pt x="374" y="143"/>
                    <a:pt x="368" y="133"/>
                    <a:pt x="368" y="133"/>
                  </a:cubicBezTo>
                  <a:cubicBezTo>
                    <a:pt x="370" y="137"/>
                    <a:pt x="372" y="141"/>
                    <a:pt x="374" y="144"/>
                  </a:cubicBezTo>
                  <a:cubicBezTo>
                    <a:pt x="377" y="146"/>
                    <a:pt x="379" y="149"/>
                    <a:pt x="382" y="151"/>
                  </a:cubicBezTo>
                  <a:close/>
                  <a:moveTo>
                    <a:pt x="323" y="174"/>
                  </a:moveTo>
                  <a:cubicBezTo>
                    <a:pt x="325" y="177"/>
                    <a:pt x="329" y="178"/>
                    <a:pt x="332" y="179"/>
                  </a:cubicBezTo>
                  <a:cubicBezTo>
                    <a:pt x="332" y="179"/>
                    <a:pt x="333" y="179"/>
                    <a:pt x="333" y="179"/>
                  </a:cubicBezTo>
                  <a:cubicBezTo>
                    <a:pt x="327" y="173"/>
                    <a:pt x="319" y="164"/>
                    <a:pt x="320" y="154"/>
                  </a:cubicBezTo>
                  <a:cubicBezTo>
                    <a:pt x="313" y="146"/>
                    <a:pt x="307" y="138"/>
                    <a:pt x="307" y="138"/>
                  </a:cubicBezTo>
                  <a:cubicBezTo>
                    <a:pt x="307" y="149"/>
                    <a:pt x="311" y="161"/>
                    <a:pt x="317" y="169"/>
                  </a:cubicBezTo>
                  <a:cubicBezTo>
                    <a:pt x="319" y="171"/>
                    <a:pt x="321" y="173"/>
                    <a:pt x="323" y="174"/>
                  </a:cubicBezTo>
                  <a:close/>
                  <a:moveTo>
                    <a:pt x="303" y="152"/>
                  </a:moveTo>
                  <a:cubicBezTo>
                    <a:pt x="303" y="153"/>
                    <a:pt x="303" y="153"/>
                    <a:pt x="303" y="153"/>
                  </a:cubicBezTo>
                  <a:cubicBezTo>
                    <a:pt x="303" y="153"/>
                    <a:pt x="303" y="153"/>
                    <a:pt x="303" y="153"/>
                  </a:cubicBezTo>
                  <a:cubicBezTo>
                    <a:pt x="303" y="153"/>
                    <a:pt x="303" y="153"/>
                    <a:pt x="303" y="152"/>
                  </a:cubicBezTo>
                  <a:close/>
                  <a:moveTo>
                    <a:pt x="263" y="230"/>
                  </a:moveTo>
                  <a:cubicBezTo>
                    <a:pt x="263" y="230"/>
                    <a:pt x="260" y="217"/>
                    <a:pt x="262" y="202"/>
                  </a:cubicBezTo>
                  <a:cubicBezTo>
                    <a:pt x="262" y="196"/>
                    <a:pt x="262" y="190"/>
                    <a:pt x="264" y="184"/>
                  </a:cubicBezTo>
                  <a:cubicBezTo>
                    <a:pt x="259" y="199"/>
                    <a:pt x="255" y="217"/>
                    <a:pt x="263" y="230"/>
                  </a:cubicBezTo>
                  <a:close/>
                  <a:moveTo>
                    <a:pt x="270" y="176"/>
                  </a:moveTo>
                  <a:cubicBezTo>
                    <a:pt x="276" y="166"/>
                    <a:pt x="277" y="160"/>
                    <a:pt x="277" y="156"/>
                  </a:cubicBezTo>
                  <a:cubicBezTo>
                    <a:pt x="276" y="158"/>
                    <a:pt x="275" y="160"/>
                    <a:pt x="274" y="162"/>
                  </a:cubicBezTo>
                  <a:cubicBezTo>
                    <a:pt x="270" y="169"/>
                    <a:pt x="268" y="177"/>
                    <a:pt x="266" y="184"/>
                  </a:cubicBezTo>
                  <a:cubicBezTo>
                    <a:pt x="267" y="181"/>
                    <a:pt x="269" y="179"/>
                    <a:pt x="270" y="176"/>
                  </a:cubicBezTo>
                  <a:close/>
                  <a:moveTo>
                    <a:pt x="381" y="176"/>
                  </a:moveTo>
                  <a:cubicBezTo>
                    <a:pt x="375" y="169"/>
                    <a:pt x="371" y="171"/>
                    <a:pt x="363" y="166"/>
                  </a:cubicBezTo>
                  <a:cubicBezTo>
                    <a:pt x="358" y="164"/>
                    <a:pt x="354" y="155"/>
                    <a:pt x="353" y="148"/>
                  </a:cubicBezTo>
                  <a:cubicBezTo>
                    <a:pt x="344" y="139"/>
                    <a:pt x="337" y="128"/>
                    <a:pt x="337" y="128"/>
                  </a:cubicBezTo>
                  <a:cubicBezTo>
                    <a:pt x="337" y="128"/>
                    <a:pt x="334" y="139"/>
                    <a:pt x="338" y="149"/>
                  </a:cubicBezTo>
                  <a:cubicBezTo>
                    <a:pt x="341" y="152"/>
                    <a:pt x="343" y="155"/>
                    <a:pt x="346" y="159"/>
                  </a:cubicBezTo>
                  <a:cubicBezTo>
                    <a:pt x="348" y="160"/>
                    <a:pt x="350" y="161"/>
                    <a:pt x="352" y="162"/>
                  </a:cubicBezTo>
                  <a:cubicBezTo>
                    <a:pt x="359" y="165"/>
                    <a:pt x="364" y="169"/>
                    <a:pt x="367" y="173"/>
                  </a:cubicBezTo>
                  <a:cubicBezTo>
                    <a:pt x="379" y="175"/>
                    <a:pt x="385" y="192"/>
                    <a:pt x="399" y="176"/>
                  </a:cubicBezTo>
                  <a:cubicBezTo>
                    <a:pt x="399" y="176"/>
                    <a:pt x="387" y="184"/>
                    <a:pt x="381" y="176"/>
                  </a:cubicBezTo>
                  <a:close/>
                  <a:moveTo>
                    <a:pt x="395" y="155"/>
                  </a:moveTo>
                  <a:cubicBezTo>
                    <a:pt x="393" y="156"/>
                    <a:pt x="391" y="156"/>
                    <a:pt x="389" y="155"/>
                  </a:cubicBezTo>
                  <a:cubicBezTo>
                    <a:pt x="394" y="158"/>
                    <a:pt x="399" y="160"/>
                    <a:pt x="403" y="159"/>
                  </a:cubicBezTo>
                  <a:cubicBezTo>
                    <a:pt x="403" y="159"/>
                    <a:pt x="400" y="158"/>
                    <a:pt x="395" y="155"/>
                  </a:cubicBezTo>
                  <a:close/>
                  <a:moveTo>
                    <a:pt x="349" y="176"/>
                  </a:moveTo>
                  <a:cubicBezTo>
                    <a:pt x="346" y="175"/>
                    <a:pt x="344" y="174"/>
                    <a:pt x="342" y="172"/>
                  </a:cubicBezTo>
                  <a:cubicBezTo>
                    <a:pt x="337" y="170"/>
                    <a:pt x="333" y="167"/>
                    <a:pt x="328" y="163"/>
                  </a:cubicBezTo>
                  <a:cubicBezTo>
                    <a:pt x="334" y="169"/>
                    <a:pt x="340" y="177"/>
                    <a:pt x="346" y="179"/>
                  </a:cubicBezTo>
                  <a:cubicBezTo>
                    <a:pt x="358" y="183"/>
                    <a:pt x="369" y="195"/>
                    <a:pt x="369" y="208"/>
                  </a:cubicBezTo>
                  <a:cubicBezTo>
                    <a:pt x="369" y="208"/>
                    <a:pt x="371" y="185"/>
                    <a:pt x="349" y="176"/>
                  </a:cubicBezTo>
                  <a:close/>
                  <a:moveTo>
                    <a:pt x="361" y="172"/>
                  </a:moveTo>
                  <a:cubicBezTo>
                    <a:pt x="359" y="170"/>
                    <a:pt x="357" y="168"/>
                    <a:pt x="355" y="167"/>
                  </a:cubicBezTo>
                  <a:cubicBezTo>
                    <a:pt x="357" y="169"/>
                    <a:pt x="359" y="171"/>
                    <a:pt x="361" y="172"/>
                  </a:cubicBezTo>
                  <a:close/>
                  <a:moveTo>
                    <a:pt x="328" y="193"/>
                  </a:moveTo>
                  <a:cubicBezTo>
                    <a:pt x="319" y="191"/>
                    <a:pt x="311" y="182"/>
                    <a:pt x="307" y="171"/>
                  </a:cubicBezTo>
                  <a:cubicBezTo>
                    <a:pt x="307" y="171"/>
                    <a:pt x="307" y="171"/>
                    <a:pt x="307" y="172"/>
                  </a:cubicBezTo>
                  <a:cubicBezTo>
                    <a:pt x="307" y="175"/>
                    <a:pt x="308" y="178"/>
                    <a:pt x="309" y="181"/>
                  </a:cubicBezTo>
                  <a:cubicBezTo>
                    <a:pt x="315" y="189"/>
                    <a:pt x="321" y="196"/>
                    <a:pt x="327" y="198"/>
                  </a:cubicBezTo>
                  <a:cubicBezTo>
                    <a:pt x="343" y="203"/>
                    <a:pt x="350" y="208"/>
                    <a:pt x="354" y="212"/>
                  </a:cubicBezTo>
                  <a:cubicBezTo>
                    <a:pt x="354" y="212"/>
                    <a:pt x="343" y="195"/>
                    <a:pt x="328" y="193"/>
                  </a:cubicBezTo>
                  <a:close/>
                  <a:moveTo>
                    <a:pt x="277" y="138"/>
                  </a:moveTo>
                  <a:cubicBezTo>
                    <a:pt x="277" y="138"/>
                    <a:pt x="285" y="139"/>
                    <a:pt x="278" y="154"/>
                  </a:cubicBezTo>
                  <a:cubicBezTo>
                    <a:pt x="280" y="157"/>
                    <a:pt x="282" y="164"/>
                    <a:pt x="279" y="180"/>
                  </a:cubicBezTo>
                  <a:cubicBezTo>
                    <a:pt x="277" y="195"/>
                    <a:pt x="272" y="208"/>
                    <a:pt x="281" y="217"/>
                  </a:cubicBezTo>
                  <a:cubicBezTo>
                    <a:pt x="281" y="217"/>
                    <a:pt x="273" y="205"/>
                    <a:pt x="279" y="191"/>
                  </a:cubicBezTo>
                  <a:cubicBezTo>
                    <a:pt x="279" y="184"/>
                    <a:pt x="281" y="175"/>
                    <a:pt x="283" y="166"/>
                  </a:cubicBezTo>
                  <a:cubicBezTo>
                    <a:pt x="283" y="162"/>
                    <a:pt x="284" y="158"/>
                    <a:pt x="284" y="155"/>
                  </a:cubicBezTo>
                  <a:cubicBezTo>
                    <a:pt x="284" y="155"/>
                    <a:pt x="284" y="155"/>
                    <a:pt x="283" y="154"/>
                  </a:cubicBezTo>
                  <a:cubicBezTo>
                    <a:pt x="283" y="154"/>
                    <a:pt x="284" y="155"/>
                    <a:pt x="284" y="155"/>
                  </a:cubicBezTo>
                  <a:cubicBezTo>
                    <a:pt x="285" y="135"/>
                    <a:pt x="277" y="138"/>
                    <a:pt x="277" y="138"/>
                  </a:cubicBezTo>
                  <a:close/>
                  <a:moveTo>
                    <a:pt x="281" y="188"/>
                  </a:moveTo>
                  <a:cubicBezTo>
                    <a:pt x="284" y="181"/>
                    <a:pt x="287" y="174"/>
                    <a:pt x="287" y="168"/>
                  </a:cubicBezTo>
                  <a:cubicBezTo>
                    <a:pt x="286" y="171"/>
                    <a:pt x="285" y="173"/>
                    <a:pt x="284" y="176"/>
                  </a:cubicBezTo>
                  <a:cubicBezTo>
                    <a:pt x="281" y="180"/>
                    <a:pt x="281" y="185"/>
                    <a:pt x="281" y="188"/>
                  </a:cubicBezTo>
                  <a:close/>
                  <a:moveTo>
                    <a:pt x="303" y="186"/>
                  </a:moveTo>
                  <a:cubicBezTo>
                    <a:pt x="303" y="178"/>
                    <a:pt x="302" y="172"/>
                    <a:pt x="300" y="166"/>
                  </a:cubicBezTo>
                  <a:cubicBezTo>
                    <a:pt x="301" y="168"/>
                    <a:pt x="302" y="170"/>
                    <a:pt x="303" y="171"/>
                  </a:cubicBezTo>
                  <a:cubicBezTo>
                    <a:pt x="302" y="168"/>
                    <a:pt x="301" y="165"/>
                    <a:pt x="301" y="162"/>
                  </a:cubicBezTo>
                  <a:cubicBezTo>
                    <a:pt x="302" y="150"/>
                    <a:pt x="287" y="141"/>
                    <a:pt x="287" y="141"/>
                  </a:cubicBezTo>
                  <a:cubicBezTo>
                    <a:pt x="291" y="146"/>
                    <a:pt x="292" y="153"/>
                    <a:pt x="290" y="160"/>
                  </a:cubicBezTo>
                  <a:cubicBezTo>
                    <a:pt x="294" y="164"/>
                    <a:pt x="298" y="170"/>
                    <a:pt x="298" y="176"/>
                  </a:cubicBezTo>
                  <a:cubicBezTo>
                    <a:pt x="297" y="188"/>
                    <a:pt x="312" y="220"/>
                    <a:pt x="332" y="221"/>
                  </a:cubicBezTo>
                  <a:cubicBezTo>
                    <a:pt x="332" y="221"/>
                    <a:pt x="303" y="206"/>
                    <a:pt x="303" y="186"/>
                  </a:cubicBezTo>
                  <a:close/>
                </a:path>
              </a:pathLst>
            </a:custGeom>
            <a:solidFill>
              <a:srgbClr val="60340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5333" name="Freeform 181">
              <a:extLst>
                <a:ext uri="{FF2B5EF4-FFF2-40B4-BE49-F238E27FC236}">
                  <a16:creationId xmlns:a16="http://schemas.microsoft.com/office/drawing/2014/main" id="{95E7F179-589B-4551-97C0-3FD6E0C668B9}"/>
                </a:ext>
              </a:extLst>
            </p:cNvPr>
            <p:cNvSpPr>
              <a:spLocks/>
            </p:cNvSpPr>
            <p:nvPr/>
          </p:nvSpPr>
          <p:spPr bwMode="auto">
            <a:xfrm>
              <a:off x="5373688" y="968375"/>
              <a:ext cx="12700" cy="36513"/>
            </a:xfrm>
            <a:custGeom>
              <a:avLst/>
              <a:gdLst>
                <a:gd name="T0" fmla="*/ 2147483646 w 5"/>
                <a:gd name="T1" fmla="*/ 0 h 16"/>
                <a:gd name="T2" fmla="*/ 2147483646 w 5"/>
                <a:gd name="T3" fmla="*/ 2147483646 h 16"/>
                <a:gd name="T4" fmla="*/ 0 60000 65536"/>
                <a:gd name="T5" fmla="*/ 0 60000 65536"/>
                <a:gd name="T6" fmla="*/ 0 w 5"/>
                <a:gd name="T7" fmla="*/ 0 h 16"/>
                <a:gd name="T8" fmla="*/ 5 w 5"/>
                <a:gd name="T9" fmla="*/ 16 h 1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5" h="16">
                  <a:moveTo>
                    <a:pt x="4" y="0"/>
                  </a:moveTo>
                  <a:cubicBezTo>
                    <a:pt x="0" y="4"/>
                    <a:pt x="3" y="12"/>
                    <a:pt x="5" y="16"/>
                  </a:cubicBezTo>
                </a:path>
              </a:pathLst>
            </a:custGeom>
            <a:noFill/>
            <a:ln w="3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5334" name="Freeform 182">
              <a:extLst>
                <a:ext uri="{FF2B5EF4-FFF2-40B4-BE49-F238E27FC236}">
                  <a16:creationId xmlns:a16="http://schemas.microsoft.com/office/drawing/2014/main" id="{40C64181-1A0D-4EA8-995D-E8CAF0893FB7}"/>
                </a:ext>
              </a:extLst>
            </p:cNvPr>
            <p:cNvSpPr>
              <a:spLocks/>
            </p:cNvSpPr>
            <p:nvPr/>
          </p:nvSpPr>
          <p:spPr bwMode="auto">
            <a:xfrm>
              <a:off x="5397500" y="957263"/>
              <a:ext cx="58738" cy="88900"/>
            </a:xfrm>
            <a:custGeom>
              <a:avLst/>
              <a:gdLst>
                <a:gd name="T0" fmla="*/ 2147483646 w 26"/>
                <a:gd name="T1" fmla="*/ 2147483646 h 39"/>
                <a:gd name="T2" fmla="*/ 2147483646 w 26"/>
                <a:gd name="T3" fmla="*/ 2147483646 h 39"/>
                <a:gd name="T4" fmla="*/ 2147483646 w 26"/>
                <a:gd name="T5" fmla="*/ 2147483646 h 39"/>
                <a:gd name="T6" fmla="*/ 2147483646 w 26"/>
                <a:gd name="T7" fmla="*/ 2147483646 h 39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6"/>
                <a:gd name="T13" fmla="*/ 0 h 39"/>
                <a:gd name="T14" fmla="*/ 26 w 26"/>
                <a:gd name="T15" fmla="*/ 39 h 39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6" h="39">
                  <a:moveTo>
                    <a:pt x="26" y="6"/>
                  </a:moveTo>
                  <a:cubicBezTo>
                    <a:pt x="24" y="2"/>
                    <a:pt x="14" y="0"/>
                    <a:pt x="10" y="2"/>
                  </a:cubicBezTo>
                  <a:cubicBezTo>
                    <a:pt x="5" y="4"/>
                    <a:pt x="2" y="12"/>
                    <a:pt x="1" y="17"/>
                  </a:cubicBezTo>
                  <a:cubicBezTo>
                    <a:pt x="0" y="23"/>
                    <a:pt x="12" y="39"/>
                    <a:pt x="18" y="38"/>
                  </a:cubicBezTo>
                </a:path>
              </a:pathLst>
            </a:custGeom>
            <a:noFill/>
            <a:ln w="3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5335" name="Freeform 183">
              <a:extLst>
                <a:ext uri="{FF2B5EF4-FFF2-40B4-BE49-F238E27FC236}">
                  <a16:creationId xmlns:a16="http://schemas.microsoft.com/office/drawing/2014/main" id="{AF484872-58FE-4D5F-9752-085A7F547167}"/>
                </a:ext>
              </a:extLst>
            </p:cNvPr>
            <p:cNvSpPr>
              <a:spLocks/>
            </p:cNvSpPr>
            <p:nvPr/>
          </p:nvSpPr>
          <p:spPr bwMode="auto">
            <a:xfrm>
              <a:off x="5403850" y="1004888"/>
              <a:ext cx="61913" cy="120650"/>
            </a:xfrm>
            <a:custGeom>
              <a:avLst/>
              <a:gdLst>
                <a:gd name="T0" fmla="*/ 2147483646 w 27"/>
                <a:gd name="T1" fmla="*/ 2147483646 h 53"/>
                <a:gd name="T2" fmla="*/ 2147483646 w 27"/>
                <a:gd name="T3" fmla="*/ 2147483646 h 53"/>
                <a:gd name="T4" fmla="*/ 2147483646 w 27"/>
                <a:gd name="T5" fmla="*/ 2147483646 h 53"/>
                <a:gd name="T6" fmla="*/ 2147483646 w 27"/>
                <a:gd name="T7" fmla="*/ 2147483646 h 53"/>
                <a:gd name="T8" fmla="*/ 2147483646 w 27"/>
                <a:gd name="T9" fmla="*/ 2147483646 h 53"/>
                <a:gd name="T10" fmla="*/ 2147483646 w 27"/>
                <a:gd name="T11" fmla="*/ 2147483646 h 53"/>
                <a:gd name="T12" fmla="*/ 2147483646 w 27"/>
                <a:gd name="T13" fmla="*/ 2147483646 h 5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27"/>
                <a:gd name="T22" fmla="*/ 0 h 53"/>
                <a:gd name="T23" fmla="*/ 27 w 27"/>
                <a:gd name="T24" fmla="*/ 53 h 53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27" h="53">
                  <a:moveTo>
                    <a:pt x="15" y="25"/>
                  </a:moveTo>
                  <a:cubicBezTo>
                    <a:pt x="12" y="26"/>
                    <a:pt x="7" y="27"/>
                    <a:pt x="6" y="29"/>
                  </a:cubicBezTo>
                  <a:cubicBezTo>
                    <a:pt x="3" y="31"/>
                    <a:pt x="5" y="33"/>
                    <a:pt x="6" y="36"/>
                  </a:cubicBezTo>
                  <a:cubicBezTo>
                    <a:pt x="6" y="43"/>
                    <a:pt x="0" y="47"/>
                    <a:pt x="6" y="53"/>
                  </a:cubicBezTo>
                  <a:cubicBezTo>
                    <a:pt x="6" y="47"/>
                    <a:pt x="14" y="44"/>
                    <a:pt x="18" y="41"/>
                  </a:cubicBezTo>
                  <a:cubicBezTo>
                    <a:pt x="23" y="37"/>
                    <a:pt x="26" y="32"/>
                    <a:pt x="26" y="26"/>
                  </a:cubicBezTo>
                  <a:cubicBezTo>
                    <a:pt x="27" y="17"/>
                    <a:pt x="19" y="0"/>
                    <a:pt x="7" y="3"/>
                  </a:cubicBezTo>
                </a:path>
              </a:pathLst>
            </a:custGeom>
            <a:noFill/>
            <a:ln w="3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5336" name="Freeform 184">
              <a:extLst>
                <a:ext uri="{FF2B5EF4-FFF2-40B4-BE49-F238E27FC236}">
                  <a16:creationId xmlns:a16="http://schemas.microsoft.com/office/drawing/2014/main" id="{2EABFA7A-E7FF-44CF-8820-D48FC73853D8}"/>
                </a:ext>
              </a:extLst>
            </p:cNvPr>
            <p:cNvSpPr>
              <a:spLocks/>
            </p:cNvSpPr>
            <p:nvPr/>
          </p:nvSpPr>
          <p:spPr bwMode="auto">
            <a:xfrm>
              <a:off x="5426075" y="996950"/>
              <a:ext cx="20638" cy="4763"/>
            </a:xfrm>
            <a:custGeom>
              <a:avLst/>
              <a:gdLst>
                <a:gd name="T0" fmla="*/ 2147483646 w 9"/>
                <a:gd name="T1" fmla="*/ 0 h 2"/>
                <a:gd name="T2" fmla="*/ 2147483646 w 9"/>
                <a:gd name="T3" fmla="*/ 2147483646 h 2"/>
                <a:gd name="T4" fmla="*/ 0 60000 65536"/>
                <a:gd name="T5" fmla="*/ 0 60000 65536"/>
                <a:gd name="T6" fmla="*/ 0 w 9"/>
                <a:gd name="T7" fmla="*/ 0 h 2"/>
                <a:gd name="T8" fmla="*/ 9 w 9"/>
                <a:gd name="T9" fmla="*/ 2 h 2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9" h="2">
                  <a:moveTo>
                    <a:pt x="1" y="0"/>
                  </a:moveTo>
                  <a:cubicBezTo>
                    <a:pt x="0" y="1"/>
                    <a:pt x="7" y="2"/>
                    <a:pt x="9" y="2"/>
                  </a:cubicBezTo>
                </a:path>
              </a:pathLst>
            </a:custGeom>
            <a:noFill/>
            <a:ln w="3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5337" name="Freeform 185">
              <a:extLst>
                <a:ext uri="{FF2B5EF4-FFF2-40B4-BE49-F238E27FC236}">
                  <a16:creationId xmlns:a16="http://schemas.microsoft.com/office/drawing/2014/main" id="{A5D4F4C1-5FB6-45C0-83AC-C11709AA84DC}"/>
                </a:ext>
              </a:extLst>
            </p:cNvPr>
            <p:cNvSpPr>
              <a:spLocks/>
            </p:cNvSpPr>
            <p:nvPr/>
          </p:nvSpPr>
          <p:spPr bwMode="auto">
            <a:xfrm>
              <a:off x="5421313" y="1065213"/>
              <a:ext cx="80963" cy="117475"/>
            </a:xfrm>
            <a:custGeom>
              <a:avLst/>
              <a:gdLst>
                <a:gd name="T0" fmla="*/ 2147483646 w 35"/>
                <a:gd name="T1" fmla="*/ 0 h 52"/>
                <a:gd name="T2" fmla="*/ 2147483646 w 35"/>
                <a:gd name="T3" fmla="*/ 2147483646 h 52"/>
                <a:gd name="T4" fmla="*/ 2147483646 w 35"/>
                <a:gd name="T5" fmla="*/ 2147483646 h 52"/>
                <a:gd name="T6" fmla="*/ 0 w 35"/>
                <a:gd name="T7" fmla="*/ 2147483646 h 52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35"/>
                <a:gd name="T13" fmla="*/ 0 h 52"/>
                <a:gd name="T14" fmla="*/ 35 w 35"/>
                <a:gd name="T15" fmla="*/ 52 h 52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35" h="52">
                  <a:moveTo>
                    <a:pt x="35" y="0"/>
                  </a:moveTo>
                  <a:cubicBezTo>
                    <a:pt x="34" y="1"/>
                    <a:pt x="33" y="14"/>
                    <a:pt x="32" y="17"/>
                  </a:cubicBezTo>
                  <a:cubicBezTo>
                    <a:pt x="31" y="23"/>
                    <a:pt x="29" y="29"/>
                    <a:pt x="26" y="34"/>
                  </a:cubicBezTo>
                  <a:cubicBezTo>
                    <a:pt x="20" y="44"/>
                    <a:pt x="10" y="52"/>
                    <a:pt x="0" y="41"/>
                  </a:cubicBezTo>
                </a:path>
              </a:pathLst>
            </a:custGeom>
            <a:noFill/>
            <a:ln w="3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5338" name="Freeform 186">
              <a:extLst>
                <a:ext uri="{FF2B5EF4-FFF2-40B4-BE49-F238E27FC236}">
                  <a16:creationId xmlns:a16="http://schemas.microsoft.com/office/drawing/2014/main" id="{8CF8C7E4-87E1-4A0D-950E-5599E1331416}"/>
                </a:ext>
              </a:extLst>
            </p:cNvPr>
            <p:cNvSpPr>
              <a:spLocks/>
            </p:cNvSpPr>
            <p:nvPr/>
          </p:nvSpPr>
          <p:spPr bwMode="auto">
            <a:xfrm>
              <a:off x="5441950" y="1219200"/>
              <a:ext cx="23813" cy="153988"/>
            </a:xfrm>
            <a:custGeom>
              <a:avLst/>
              <a:gdLst>
                <a:gd name="T0" fmla="*/ 2147483646 w 10"/>
                <a:gd name="T1" fmla="*/ 0 h 68"/>
                <a:gd name="T2" fmla="*/ 2147483646 w 10"/>
                <a:gd name="T3" fmla="*/ 2147483646 h 68"/>
                <a:gd name="T4" fmla="*/ 2147483646 w 10"/>
                <a:gd name="T5" fmla="*/ 2147483646 h 68"/>
                <a:gd name="T6" fmla="*/ 0 w 10"/>
                <a:gd name="T7" fmla="*/ 2147483646 h 68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0"/>
                <a:gd name="T13" fmla="*/ 0 h 68"/>
                <a:gd name="T14" fmla="*/ 10 w 10"/>
                <a:gd name="T15" fmla="*/ 68 h 68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0" h="68">
                  <a:moveTo>
                    <a:pt x="4" y="0"/>
                  </a:moveTo>
                  <a:cubicBezTo>
                    <a:pt x="7" y="2"/>
                    <a:pt x="8" y="16"/>
                    <a:pt x="9" y="20"/>
                  </a:cubicBezTo>
                  <a:cubicBezTo>
                    <a:pt x="10" y="26"/>
                    <a:pt x="10" y="32"/>
                    <a:pt x="9" y="38"/>
                  </a:cubicBezTo>
                  <a:cubicBezTo>
                    <a:pt x="8" y="49"/>
                    <a:pt x="3" y="58"/>
                    <a:pt x="0" y="68"/>
                  </a:cubicBezTo>
                </a:path>
              </a:pathLst>
            </a:custGeom>
            <a:noFill/>
            <a:ln w="3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5339" name="Freeform 187">
              <a:extLst>
                <a:ext uri="{FF2B5EF4-FFF2-40B4-BE49-F238E27FC236}">
                  <a16:creationId xmlns:a16="http://schemas.microsoft.com/office/drawing/2014/main" id="{8320E20E-5B6B-4AC5-B2CC-7C866069555F}"/>
                </a:ext>
              </a:extLst>
            </p:cNvPr>
            <p:cNvSpPr>
              <a:spLocks/>
            </p:cNvSpPr>
            <p:nvPr/>
          </p:nvSpPr>
          <p:spPr bwMode="auto">
            <a:xfrm>
              <a:off x="5402263" y="1489075"/>
              <a:ext cx="60325" cy="6350"/>
            </a:xfrm>
            <a:custGeom>
              <a:avLst/>
              <a:gdLst>
                <a:gd name="T0" fmla="*/ 0 w 27"/>
                <a:gd name="T1" fmla="*/ 2147483646 h 3"/>
                <a:gd name="T2" fmla="*/ 2147483646 w 27"/>
                <a:gd name="T3" fmla="*/ 2147483646 h 3"/>
                <a:gd name="T4" fmla="*/ 2147483646 w 27"/>
                <a:gd name="T5" fmla="*/ 0 h 3"/>
                <a:gd name="T6" fmla="*/ 2147483646 w 27"/>
                <a:gd name="T7" fmla="*/ 2147483646 h 3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7"/>
                <a:gd name="T13" fmla="*/ 0 h 3"/>
                <a:gd name="T14" fmla="*/ 27 w 27"/>
                <a:gd name="T15" fmla="*/ 3 h 3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7" h="3">
                  <a:moveTo>
                    <a:pt x="0" y="2"/>
                  </a:moveTo>
                  <a:cubicBezTo>
                    <a:pt x="6" y="1"/>
                    <a:pt x="9" y="1"/>
                    <a:pt x="12" y="1"/>
                  </a:cubicBezTo>
                  <a:cubicBezTo>
                    <a:pt x="14" y="0"/>
                    <a:pt x="17" y="0"/>
                    <a:pt x="19" y="0"/>
                  </a:cubicBezTo>
                  <a:cubicBezTo>
                    <a:pt x="22" y="1"/>
                    <a:pt x="26" y="0"/>
                    <a:pt x="27" y="3"/>
                  </a:cubicBezTo>
                </a:path>
              </a:pathLst>
            </a:custGeom>
            <a:noFill/>
            <a:ln w="3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5340" name="Freeform 188">
              <a:extLst>
                <a:ext uri="{FF2B5EF4-FFF2-40B4-BE49-F238E27FC236}">
                  <a16:creationId xmlns:a16="http://schemas.microsoft.com/office/drawing/2014/main" id="{7E6B111C-CD0C-424B-8938-16CE426DBCD9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8888" y="1298575"/>
              <a:ext cx="34925" cy="22225"/>
            </a:xfrm>
            <a:custGeom>
              <a:avLst/>
              <a:gdLst>
                <a:gd name="T0" fmla="*/ 0 w 15"/>
                <a:gd name="T1" fmla="*/ 2147483646 h 10"/>
                <a:gd name="T2" fmla="*/ 2147483646 w 15"/>
                <a:gd name="T3" fmla="*/ 2147483646 h 10"/>
                <a:gd name="T4" fmla="*/ 0 w 15"/>
                <a:gd name="T5" fmla="*/ 2147483646 h 10"/>
                <a:gd name="T6" fmla="*/ 0 60000 65536"/>
                <a:gd name="T7" fmla="*/ 0 60000 65536"/>
                <a:gd name="T8" fmla="*/ 0 60000 65536"/>
                <a:gd name="T9" fmla="*/ 0 w 15"/>
                <a:gd name="T10" fmla="*/ 0 h 10"/>
                <a:gd name="T11" fmla="*/ 15 w 15"/>
                <a:gd name="T12" fmla="*/ 10 h 1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5" h="10">
                  <a:moveTo>
                    <a:pt x="0" y="10"/>
                  </a:moveTo>
                  <a:cubicBezTo>
                    <a:pt x="2" y="9"/>
                    <a:pt x="14" y="0"/>
                    <a:pt x="15" y="9"/>
                  </a:cubicBezTo>
                  <a:cubicBezTo>
                    <a:pt x="12" y="8"/>
                    <a:pt x="3" y="8"/>
                    <a:pt x="0" y="10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5341" name="Freeform 189">
              <a:extLst>
                <a:ext uri="{FF2B5EF4-FFF2-40B4-BE49-F238E27FC236}">
                  <a16:creationId xmlns:a16="http://schemas.microsoft.com/office/drawing/2014/main" id="{4AA01A7D-97BF-40F2-B0F4-A6439892FD70}"/>
                </a:ext>
              </a:extLst>
            </p:cNvPr>
            <p:cNvSpPr>
              <a:spLocks/>
            </p:cNvSpPr>
            <p:nvPr/>
          </p:nvSpPr>
          <p:spPr bwMode="auto">
            <a:xfrm>
              <a:off x="5105400" y="1284288"/>
              <a:ext cx="36513" cy="44450"/>
            </a:xfrm>
            <a:custGeom>
              <a:avLst/>
              <a:gdLst>
                <a:gd name="T0" fmla="*/ 2147483646 w 16"/>
                <a:gd name="T1" fmla="*/ 0 h 19"/>
                <a:gd name="T2" fmla="*/ 0 w 16"/>
                <a:gd name="T3" fmla="*/ 2147483646 h 19"/>
                <a:gd name="T4" fmla="*/ 0 60000 65536"/>
                <a:gd name="T5" fmla="*/ 0 60000 65536"/>
                <a:gd name="T6" fmla="*/ 0 w 16"/>
                <a:gd name="T7" fmla="*/ 0 h 19"/>
                <a:gd name="T8" fmla="*/ 16 w 16"/>
                <a:gd name="T9" fmla="*/ 19 h 19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6" h="19">
                  <a:moveTo>
                    <a:pt x="6" y="0"/>
                  </a:moveTo>
                  <a:cubicBezTo>
                    <a:pt x="6" y="0"/>
                    <a:pt x="16" y="15"/>
                    <a:pt x="0" y="19"/>
                  </a:cubicBezTo>
                </a:path>
              </a:pathLst>
            </a:custGeom>
            <a:noFill/>
            <a:ln w="3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5342" name="Freeform 190">
              <a:extLst>
                <a:ext uri="{FF2B5EF4-FFF2-40B4-BE49-F238E27FC236}">
                  <a16:creationId xmlns:a16="http://schemas.microsoft.com/office/drawing/2014/main" id="{98821425-E244-46E8-956D-EAE3E307F775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2388" y="1284288"/>
              <a:ext cx="82550" cy="79375"/>
            </a:xfrm>
            <a:custGeom>
              <a:avLst/>
              <a:gdLst>
                <a:gd name="T0" fmla="*/ 0 w 36"/>
                <a:gd name="T1" fmla="*/ 0 h 35"/>
                <a:gd name="T2" fmla="*/ 2147483646 w 36"/>
                <a:gd name="T3" fmla="*/ 2147483646 h 35"/>
                <a:gd name="T4" fmla="*/ 2147483646 w 36"/>
                <a:gd name="T5" fmla="*/ 2147483646 h 35"/>
                <a:gd name="T6" fmla="*/ 0 60000 65536"/>
                <a:gd name="T7" fmla="*/ 0 60000 65536"/>
                <a:gd name="T8" fmla="*/ 0 60000 65536"/>
                <a:gd name="T9" fmla="*/ 0 w 36"/>
                <a:gd name="T10" fmla="*/ 0 h 35"/>
                <a:gd name="T11" fmla="*/ 36 w 36"/>
                <a:gd name="T12" fmla="*/ 35 h 35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6" h="35">
                  <a:moveTo>
                    <a:pt x="0" y="0"/>
                  </a:moveTo>
                  <a:cubicBezTo>
                    <a:pt x="0" y="0"/>
                    <a:pt x="15" y="11"/>
                    <a:pt x="19" y="14"/>
                  </a:cubicBezTo>
                  <a:cubicBezTo>
                    <a:pt x="23" y="16"/>
                    <a:pt x="34" y="27"/>
                    <a:pt x="36" y="35"/>
                  </a:cubicBezTo>
                </a:path>
              </a:pathLst>
            </a:custGeom>
            <a:noFill/>
            <a:ln w="3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5343" name="Freeform 191">
              <a:extLst>
                <a:ext uri="{FF2B5EF4-FFF2-40B4-BE49-F238E27FC236}">
                  <a16:creationId xmlns:a16="http://schemas.microsoft.com/office/drawing/2014/main" id="{13DC7B37-48FE-4FCA-B284-C5C23302EDEC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3013" y="1039813"/>
              <a:ext cx="109538" cy="44450"/>
            </a:xfrm>
            <a:custGeom>
              <a:avLst/>
              <a:gdLst>
                <a:gd name="T0" fmla="*/ 0 w 48"/>
                <a:gd name="T1" fmla="*/ 2147483646 h 20"/>
                <a:gd name="T2" fmla="*/ 2147483646 w 48"/>
                <a:gd name="T3" fmla="*/ 2147483646 h 20"/>
                <a:gd name="T4" fmla="*/ 2147483646 w 48"/>
                <a:gd name="T5" fmla="*/ 2147483646 h 20"/>
                <a:gd name="T6" fmla="*/ 0 60000 65536"/>
                <a:gd name="T7" fmla="*/ 0 60000 65536"/>
                <a:gd name="T8" fmla="*/ 0 60000 65536"/>
                <a:gd name="T9" fmla="*/ 0 w 48"/>
                <a:gd name="T10" fmla="*/ 0 h 20"/>
                <a:gd name="T11" fmla="*/ 48 w 48"/>
                <a:gd name="T12" fmla="*/ 20 h 2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48" h="20">
                  <a:moveTo>
                    <a:pt x="0" y="20"/>
                  </a:moveTo>
                  <a:cubicBezTo>
                    <a:pt x="0" y="20"/>
                    <a:pt x="9" y="0"/>
                    <a:pt x="22" y="4"/>
                  </a:cubicBezTo>
                  <a:cubicBezTo>
                    <a:pt x="34" y="7"/>
                    <a:pt x="48" y="16"/>
                    <a:pt x="48" y="16"/>
                  </a:cubicBezTo>
                </a:path>
              </a:pathLst>
            </a:custGeom>
            <a:noFill/>
            <a:ln w="4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5344" name="Freeform 192">
              <a:extLst>
                <a:ext uri="{FF2B5EF4-FFF2-40B4-BE49-F238E27FC236}">
                  <a16:creationId xmlns:a16="http://schemas.microsoft.com/office/drawing/2014/main" id="{F7516A2A-C1A2-4648-A982-54A3D389A90B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2538" y="1103313"/>
              <a:ext cx="73025" cy="30163"/>
            </a:xfrm>
            <a:custGeom>
              <a:avLst/>
              <a:gdLst>
                <a:gd name="T0" fmla="*/ 0 w 32"/>
                <a:gd name="T1" fmla="*/ 2147483646 h 13"/>
                <a:gd name="T2" fmla="*/ 2147483646 w 32"/>
                <a:gd name="T3" fmla="*/ 2147483646 h 13"/>
                <a:gd name="T4" fmla="*/ 2147483646 w 32"/>
                <a:gd name="T5" fmla="*/ 2147483646 h 13"/>
                <a:gd name="T6" fmla="*/ 2147483646 w 32"/>
                <a:gd name="T7" fmla="*/ 2147483646 h 13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32"/>
                <a:gd name="T13" fmla="*/ 0 h 13"/>
                <a:gd name="T14" fmla="*/ 32 w 32"/>
                <a:gd name="T15" fmla="*/ 13 h 13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32" h="13">
                  <a:moveTo>
                    <a:pt x="0" y="12"/>
                  </a:moveTo>
                  <a:cubicBezTo>
                    <a:pt x="3" y="13"/>
                    <a:pt x="7" y="10"/>
                    <a:pt x="9" y="9"/>
                  </a:cubicBezTo>
                  <a:cubicBezTo>
                    <a:pt x="12" y="8"/>
                    <a:pt x="14" y="7"/>
                    <a:pt x="17" y="6"/>
                  </a:cubicBezTo>
                  <a:cubicBezTo>
                    <a:pt x="21" y="4"/>
                    <a:pt x="28" y="0"/>
                    <a:pt x="32" y="2"/>
                  </a:cubicBezTo>
                </a:path>
              </a:pathLst>
            </a:custGeom>
            <a:noFill/>
            <a:ln w="3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5345" name="Freeform 193">
              <a:extLst>
                <a:ext uri="{FF2B5EF4-FFF2-40B4-BE49-F238E27FC236}">
                  <a16:creationId xmlns:a16="http://schemas.microsoft.com/office/drawing/2014/main" id="{060F5A9F-8F01-45DE-8F15-0476C7DA6B57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3650" y="1089025"/>
              <a:ext cx="52388" cy="34925"/>
            </a:xfrm>
            <a:custGeom>
              <a:avLst/>
              <a:gdLst>
                <a:gd name="T0" fmla="*/ 2147483646 w 23"/>
                <a:gd name="T1" fmla="*/ 2147483646 h 15"/>
                <a:gd name="T2" fmla="*/ 2147483646 w 23"/>
                <a:gd name="T3" fmla="*/ 2147483646 h 15"/>
                <a:gd name="T4" fmla="*/ 2147483646 w 23"/>
                <a:gd name="T5" fmla="*/ 2147483646 h 15"/>
                <a:gd name="T6" fmla="*/ 2147483646 w 23"/>
                <a:gd name="T7" fmla="*/ 2147483646 h 15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3"/>
                <a:gd name="T13" fmla="*/ 0 h 15"/>
                <a:gd name="T14" fmla="*/ 23 w 23"/>
                <a:gd name="T15" fmla="*/ 15 h 15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3" h="15">
                  <a:moveTo>
                    <a:pt x="23" y="5"/>
                  </a:moveTo>
                  <a:cubicBezTo>
                    <a:pt x="23" y="5"/>
                    <a:pt x="23" y="5"/>
                    <a:pt x="23" y="5"/>
                  </a:cubicBezTo>
                  <a:cubicBezTo>
                    <a:pt x="16" y="4"/>
                    <a:pt x="7" y="0"/>
                    <a:pt x="1" y="5"/>
                  </a:cubicBezTo>
                  <a:cubicBezTo>
                    <a:pt x="1" y="8"/>
                    <a:pt x="0" y="13"/>
                    <a:pt x="3" y="15"/>
                  </a:cubicBezTo>
                </a:path>
              </a:pathLst>
            </a:custGeom>
            <a:noFill/>
            <a:ln w="3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5346" name="Freeform 194">
              <a:extLst>
                <a:ext uri="{FF2B5EF4-FFF2-40B4-BE49-F238E27FC236}">
                  <a16:creationId xmlns:a16="http://schemas.microsoft.com/office/drawing/2014/main" id="{31C0E01A-6E86-4ADC-931A-315A013DADA8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2538" y="1116013"/>
              <a:ext cx="28575" cy="4763"/>
            </a:xfrm>
            <a:custGeom>
              <a:avLst/>
              <a:gdLst>
                <a:gd name="T0" fmla="*/ 2147483646 w 13"/>
                <a:gd name="T1" fmla="*/ 2147483646 h 2"/>
                <a:gd name="T2" fmla="*/ 0 w 13"/>
                <a:gd name="T3" fmla="*/ 0 h 2"/>
                <a:gd name="T4" fmla="*/ 0 60000 65536"/>
                <a:gd name="T5" fmla="*/ 0 60000 65536"/>
                <a:gd name="T6" fmla="*/ 0 w 13"/>
                <a:gd name="T7" fmla="*/ 0 h 2"/>
                <a:gd name="T8" fmla="*/ 13 w 13"/>
                <a:gd name="T9" fmla="*/ 2 h 2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3" h="2">
                  <a:moveTo>
                    <a:pt x="13" y="1"/>
                  </a:moveTo>
                  <a:cubicBezTo>
                    <a:pt x="8" y="2"/>
                    <a:pt x="4" y="1"/>
                    <a:pt x="0" y="0"/>
                  </a:cubicBezTo>
                </a:path>
              </a:pathLst>
            </a:custGeom>
            <a:noFill/>
            <a:ln w="3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5347" name="Freeform 195">
              <a:extLst>
                <a:ext uri="{FF2B5EF4-FFF2-40B4-BE49-F238E27FC236}">
                  <a16:creationId xmlns:a16="http://schemas.microsoft.com/office/drawing/2014/main" id="{469344D3-A737-472D-9427-DF695394B4FF}"/>
                </a:ext>
              </a:extLst>
            </p:cNvPr>
            <p:cNvSpPr>
              <a:spLocks/>
            </p:cNvSpPr>
            <p:nvPr/>
          </p:nvSpPr>
          <p:spPr bwMode="auto">
            <a:xfrm>
              <a:off x="5095875" y="1116013"/>
              <a:ext cx="31750" cy="103188"/>
            </a:xfrm>
            <a:custGeom>
              <a:avLst/>
              <a:gdLst>
                <a:gd name="T0" fmla="*/ 2147483646 w 14"/>
                <a:gd name="T1" fmla="*/ 0 h 45"/>
                <a:gd name="T2" fmla="*/ 2147483646 w 14"/>
                <a:gd name="T3" fmla="*/ 2147483646 h 45"/>
                <a:gd name="T4" fmla="*/ 2147483646 w 14"/>
                <a:gd name="T5" fmla="*/ 2147483646 h 45"/>
                <a:gd name="T6" fmla="*/ 2147483646 w 14"/>
                <a:gd name="T7" fmla="*/ 2147483646 h 45"/>
                <a:gd name="T8" fmla="*/ 2147483646 w 14"/>
                <a:gd name="T9" fmla="*/ 2147483646 h 45"/>
                <a:gd name="T10" fmla="*/ 2147483646 w 14"/>
                <a:gd name="T11" fmla="*/ 2147483646 h 45"/>
                <a:gd name="T12" fmla="*/ 2147483646 w 14"/>
                <a:gd name="T13" fmla="*/ 2147483646 h 45"/>
                <a:gd name="T14" fmla="*/ 2147483646 w 14"/>
                <a:gd name="T15" fmla="*/ 2147483646 h 4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14"/>
                <a:gd name="T25" fmla="*/ 0 h 45"/>
                <a:gd name="T26" fmla="*/ 14 w 14"/>
                <a:gd name="T27" fmla="*/ 45 h 45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14" h="45">
                  <a:moveTo>
                    <a:pt x="14" y="0"/>
                  </a:moveTo>
                  <a:cubicBezTo>
                    <a:pt x="13" y="1"/>
                    <a:pt x="12" y="4"/>
                    <a:pt x="11" y="5"/>
                  </a:cubicBezTo>
                  <a:cubicBezTo>
                    <a:pt x="10" y="7"/>
                    <a:pt x="8" y="9"/>
                    <a:pt x="7" y="10"/>
                  </a:cubicBezTo>
                  <a:cubicBezTo>
                    <a:pt x="6" y="12"/>
                    <a:pt x="5" y="13"/>
                    <a:pt x="3" y="14"/>
                  </a:cubicBezTo>
                  <a:cubicBezTo>
                    <a:pt x="1" y="16"/>
                    <a:pt x="0" y="16"/>
                    <a:pt x="1" y="18"/>
                  </a:cubicBezTo>
                  <a:cubicBezTo>
                    <a:pt x="2" y="22"/>
                    <a:pt x="6" y="23"/>
                    <a:pt x="8" y="26"/>
                  </a:cubicBezTo>
                  <a:cubicBezTo>
                    <a:pt x="9" y="28"/>
                    <a:pt x="10" y="30"/>
                    <a:pt x="10" y="33"/>
                  </a:cubicBezTo>
                  <a:cubicBezTo>
                    <a:pt x="10" y="37"/>
                    <a:pt x="10" y="41"/>
                    <a:pt x="12" y="45"/>
                  </a:cubicBezTo>
                </a:path>
              </a:pathLst>
            </a:custGeom>
            <a:noFill/>
            <a:ln w="3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5348" name="Freeform 196">
              <a:extLst>
                <a:ext uri="{FF2B5EF4-FFF2-40B4-BE49-F238E27FC236}">
                  <a16:creationId xmlns:a16="http://schemas.microsoft.com/office/drawing/2014/main" id="{F3E39A2D-6B94-467B-8223-A2BEC8FB0445}"/>
                </a:ext>
              </a:extLst>
            </p:cNvPr>
            <p:cNvSpPr>
              <a:spLocks/>
            </p:cNvSpPr>
            <p:nvPr/>
          </p:nvSpPr>
          <p:spPr bwMode="auto">
            <a:xfrm>
              <a:off x="5038725" y="596900"/>
              <a:ext cx="557213" cy="322263"/>
            </a:xfrm>
            <a:custGeom>
              <a:avLst/>
              <a:gdLst>
                <a:gd name="T0" fmla="*/ 2147483646 w 244"/>
                <a:gd name="T1" fmla="*/ 2147483646 h 142"/>
                <a:gd name="T2" fmla="*/ 2147483646 w 244"/>
                <a:gd name="T3" fmla="*/ 2147483646 h 142"/>
                <a:gd name="T4" fmla="*/ 2147483646 w 244"/>
                <a:gd name="T5" fmla="*/ 2147483646 h 142"/>
                <a:gd name="T6" fmla="*/ 2147483646 w 244"/>
                <a:gd name="T7" fmla="*/ 2147483646 h 142"/>
                <a:gd name="T8" fmla="*/ 2147483646 w 244"/>
                <a:gd name="T9" fmla="*/ 2147483646 h 142"/>
                <a:gd name="T10" fmla="*/ 2147483646 w 244"/>
                <a:gd name="T11" fmla="*/ 2147483646 h 142"/>
                <a:gd name="T12" fmla="*/ 2147483646 w 244"/>
                <a:gd name="T13" fmla="*/ 2147483646 h 142"/>
                <a:gd name="T14" fmla="*/ 2147483646 w 244"/>
                <a:gd name="T15" fmla="*/ 2147483646 h 142"/>
                <a:gd name="T16" fmla="*/ 2147483646 w 244"/>
                <a:gd name="T17" fmla="*/ 2147483646 h 142"/>
                <a:gd name="T18" fmla="*/ 2147483646 w 244"/>
                <a:gd name="T19" fmla="*/ 2147483646 h 142"/>
                <a:gd name="T20" fmla="*/ 2147483646 w 244"/>
                <a:gd name="T21" fmla="*/ 2147483646 h 142"/>
                <a:gd name="T22" fmla="*/ 2147483646 w 244"/>
                <a:gd name="T23" fmla="*/ 2147483646 h 142"/>
                <a:gd name="T24" fmla="*/ 2147483646 w 244"/>
                <a:gd name="T25" fmla="*/ 2147483646 h 142"/>
                <a:gd name="T26" fmla="*/ 2147483646 w 244"/>
                <a:gd name="T27" fmla="*/ 2147483646 h 142"/>
                <a:gd name="T28" fmla="*/ 2147483646 w 244"/>
                <a:gd name="T29" fmla="*/ 2147483646 h 142"/>
                <a:gd name="T30" fmla="*/ 2147483646 w 244"/>
                <a:gd name="T31" fmla="*/ 2147483646 h 142"/>
                <a:gd name="T32" fmla="*/ 2147483646 w 244"/>
                <a:gd name="T33" fmla="*/ 2147483646 h 142"/>
                <a:gd name="T34" fmla="*/ 2147483646 w 244"/>
                <a:gd name="T35" fmla="*/ 2147483646 h 142"/>
                <a:gd name="T36" fmla="*/ 2147483646 w 244"/>
                <a:gd name="T37" fmla="*/ 2147483646 h 142"/>
                <a:gd name="T38" fmla="*/ 2147483646 w 244"/>
                <a:gd name="T39" fmla="*/ 0 h 142"/>
                <a:gd name="T40" fmla="*/ 2147483646 w 244"/>
                <a:gd name="T41" fmla="*/ 2147483646 h 142"/>
                <a:gd name="T42" fmla="*/ 2147483646 w 244"/>
                <a:gd name="T43" fmla="*/ 2147483646 h 142"/>
                <a:gd name="T44" fmla="*/ 2147483646 w 244"/>
                <a:gd name="T45" fmla="*/ 2147483646 h 142"/>
                <a:gd name="T46" fmla="*/ 2147483646 w 244"/>
                <a:gd name="T47" fmla="*/ 2147483646 h 142"/>
                <a:gd name="T48" fmla="*/ 2147483646 w 244"/>
                <a:gd name="T49" fmla="*/ 2147483646 h 142"/>
                <a:gd name="T50" fmla="*/ 2147483646 w 244"/>
                <a:gd name="T51" fmla="*/ 2147483646 h 142"/>
                <a:gd name="T52" fmla="*/ 2147483646 w 244"/>
                <a:gd name="T53" fmla="*/ 2147483646 h 142"/>
                <a:gd name="T54" fmla="*/ 2147483646 w 244"/>
                <a:gd name="T55" fmla="*/ 2147483646 h 142"/>
                <a:gd name="T56" fmla="*/ 2147483646 w 244"/>
                <a:gd name="T57" fmla="*/ 2147483646 h 142"/>
                <a:gd name="T58" fmla="*/ 2147483646 w 244"/>
                <a:gd name="T59" fmla="*/ 2147483646 h 142"/>
                <a:gd name="T60" fmla="*/ 2147483646 w 244"/>
                <a:gd name="T61" fmla="*/ 2147483646 h 142"/>
                <a:gd name="T62" fmla="*/ 2147483646 w 244"/>
                <a:gd name="T63" fmla="*/ 2147483646 h 142"/>
                <a:gd name="T64" fmla="*/ 2147483646 w 244"/>
                <a:gd name="T65" fmla="*/ 2147483646 h 142"/>
                <a:gd name="T66" fmla="*/ 2147483646 w 244"/>
                <a:gd name="T67" fmla="*/ 2147483646 h 142"/>
                <a:gd name="T68" fmla="*/ 2147483646 w 244"/>
                <a:gd name="T69" fmla="*/ 2147483646 h 142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244"/>
                <a:gd name="T106" fmla="*/ 0 h 142"/>
                <a:gd name="T107" fmla="*/ 244 w 244"/>
                <a:gd name="T108" fmla="*/ 142 h 142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244" h="142">
                  <a:moveTo>
                    <a:pt x="0" y="109"/>
                  </a:moveTo>
                  <a:cubicBezTo>
                    <a:pt x="9" y="105"/>
                    <a:pt x="19" y="103"/>
                    <a:pt x="30" y="109"/>
                  </a:cubicBezTo>
                  <a:cubicBezTo>
                    <a:pt x="46" y="117"/>
                    <a:pt x="55" y="131"/>
                    <a:pt x="68" y="142"/>
                  </a:cubicBezTo>
                  <a:cubicBezTo>
                    <a:pt x="60" y="134"/>
                    <a:pt x="51" y="123"/>
                    <a:pt x="46" y="113"/>
                  </a:cubicBezTo>
                  <a:cubicBezTo>
                    <a:pt x="51" y="116"/>
                    <a:pt x="55" y="119"/>
                    <a:pt x="59" y="122"/>
                  </a:cubicBezTo>
                  <a:cubicBezTo>
                    <a:pt x="56" y="121"/>
                    <a:pt x="53" y="119"/>
                    <a:pt x="53" y="116"/>
                  </a:cubicBezTo>
                  <a:cubicBezTo>
                    <a:pt x="54" y="117"/>
                    <a:pt x="56" y="117"/>
                    <a:pt x="58" y="117"/>
                  </a:cubicBezTo>
                  <a:cubicBezTo>
                    <a:pt x="55" y="116"/>
                    <a:pt x="53" y="114"/>
                    <a:pt x="52" y="111"/>
                  </a:cubicBezTo>
                  <a:cubicBezTo>
                    <a:pt x="53" y="112"/>
                    <a:pt x="54" y="112"/>
                    <a:pt x="55" y="112"/>
                  </a:cubicBezTo>
                  <a:cubicBezTo>
                    <a:pt x="53" y="110"/>
                    <a:pt x="51" y="108"/>
                    <a:pt x="50" y="106"/>
                  </a:cubicBezTo>
                  <a:cubicBezTo>
                    <a:pt x="54" y="107"/>
                    <a:pt x="58" y="110"/>
                    <a:pt x="62" y="109"/>
                  </a:cubicBezTo>
                  <a:cubicBezTo>
                    <a:pt x="57" y="104"/>
                    <a:pt x="52" y="99"/>
                    <a:pt x="47" y="95"/>
                  </a:cubicBezTo>
                  <a:cubicBezTo>
                    <a:pt x="68" y="94"/>
                    <a:pt x="87" y="103"/>
                    <a:pt x="101" y="116"/>
                  </a:cubicBezTo>
                  <a:cubicBezTo>
                    <a:pt x="96" y="108"/>
                    <a:pt x="87" y="96"/>
                    <a:pt x="79" y="90"/>
                  </a:cubicBezTo>
                  <a:cubicBezTo>
                    <a:pt x="88" y="92"/>
                    <a:pt x="97" y="97"/>
                    <a:pt x="105" y="102"/>
                  </a:cubicBezTo>
                  <a:cubicBezTo>
                    <a:pt x="100" y="100"/>
                    <a:pt x="96" y="96"/>
                    <a:pt x="96" y="91"/>
                  </a:cubicBezTo>
                  <a:cubicBezTo>
                    <a:pt x="99" y="90"/>
                    <a:pt x="102" y="91"/>
                    <a:pt x="105" y="92"/>
                  </a:cubicBezTo>
                  <a:cubicBezTo>
                    <a:pt x="103" y="91"/>
                    <a:pt x="101" y="89"/>
                    <a:pt x="100" y="87"/>
                  </a:cubicBezTo>
                  <a:cubicBezTo>
                    <a:pt x="104" y="86"/>
                    <a:pt x="111" y="88"/>
                    <a:pt x="114" y="91"/>
                  </a:cubicBezTo>
                  <a:cubicBezTo>
                    <a:pt x="110" y="86"/>
                    <a:pt x="104" y="81"/>
                    <a:pt x="103" y="75"/>
                  </a:cubicBezTo>
                  <a:cubicBezTo>
                    <a:pt x="125" y="82"/>
                    <a:pt x="141" y="98"/>
                    <a:pt x="156" y="116"/>
                  </a:cubicBezTo>
                  <a:cubicBezTo>
                    <a:pt x="142" y="99"/>
                    <a:pt x="127" y="84"/>
                    <a:pt x="116" y="65"/>
                  </a:cubicBezTo>
                  <a:cubicBezTo>
                    <a:pt x="132" y="75"/>
                    <a:pt x="155" y="80"/>
                    <a:pt x="165" y="98"/>
                  </a:cubicBezTo>
                  <a:cubicBezTo>
                    <a:pt x="158" y="96"/>
                    <a:pt x="157" y="87"/>
                    <a:pt x="156" y="80"/>
                  </a:cubicBezTo>
                  <a:cubicBezTo>
                    <a:pt x="154" y="71"/>
                    <a:pt x="150" y="62"/>
                    <a:pt x="150" y="53"/>
                  </a:cubicBezTo>
                  <a:cubicBezTo>
                    <a:pt x="158" y="56"/>
                    <a:pt x="170" y="59"/>
                    <a:pt x="176" y="66"/>
                  </a:cubicBezTo>
                  <a:cubicBezTo>
                    <a:pt x="169" y="65"/>
                    <a:pt x="163" y="57"/>
                    <a:pt x="161" y="51"/>
                  </a:cubicBezTo>
                  <a:cubicBezTo>
                    <a:pt x="165" y="49"/>
                    <a:pt x="170" y="51"/>
                    <a:pt x="174" y="53"/>
                  </a:cubicBezTo>
                  <a:cubicBezTo>
                    <a:pt x="171" y="50"/>
                    <a:pt x="167" y="48"/>
                    <a:pt x="166" y="43"/>
                  </a:cubicBezTo>
                  <a:cubicBezTo>
                    <a:pt x="169" y="44"/>
                    <a:pt x="172" y="45"/>
                    <a:pt x="174" y="46"/>
                  </a:cubicBezTo>
                  <a:cubicBezTo>
                    <a:pt x="172" y="41"/>
                    <a:pt x="164" y="36"/>
                    <a:pt x="166" y="30"/>
                  </a:cubicBezTo>
                  <a:cubicBezTo>
                    <a:pt x="177" y="35"/>
                    <a:pt x="194" y="36"/>
                    <a:pt x="202" y="46"/>
                  </a:cubicBezTo>
                  <a:cubicBezTo>
                    <a:pt x="195" y="41"/>
                    <a:pt x="187" y="32"/>
                    <a:pt x="184" y="24"/>
                  </a:cubicBezTo>
                  <a:cubicBezTo>
                    <a:pt x="201" y="20"/>
                    <a:pt x="218" y="35"/>
                    <a:pt x="229" y="45"/>
                  </a:cubicBezTo>
                  <a:cubicBezTo>
                    <a:pt x="220" y="37"/>
                    <a:pt x="204" y="29"/>
                    <a:pt x="198" y="17"/>
                  </a:cubicBezTo>
                  <a:cubicBezTo>
                    <a:pt x="208" y="11"/>
                    <a:pt x="236" y="30"/>
                    <a:pt x="244" y="36"/>
                  </a:cubicBezTo>
                  <a:cubicBezTo>
                    <a:pt x="232" y="33"/>
                    <a:pt x="216" y="18"/>
                    <a:pt x="207" y="8"/>
                  </a:cubicBezTo>
                  <a:cubicBezTo>
                    <a:pt x="212" y="7"/>
                    <a:pt x="219" y="10"/>
                    <a:pt x="224" y="12"/>
                  </a:cubicBezTo>
                  <a:cubicBezTo>
                    <a:pt x="217" y="11"/>
                    <a:pt x="209" y="7"/>
                    <a:pt x="201" y="5"/>
                  </a:cubicBezTo>
                  <a:cubicBezTo>
                    <a:pt x="189" y="2"/>
                    <a:pt x="175" y="0"/>
                    <a:pt x="163" y="0"/>
                  </a:cubicBezTo>
                  <a:cubicBezTo>
                    <a:pt x="153" y="0"/>
                    <a:pt x="135" y="1"/>
                    <a:pt x="126" y="7"/>
                  </a:cubicBezTo>
                  <a:cubicBezTo>
                    <a:pt x="133" y="4"/>
                    <a:pt x="153" y="6"/>
                    <a:pt x="159" y="11"/>
                  </a:cubicBezTo>
                  <a:cubicBezTo>
                    <a:pt x="155" y="12"/>
                    <a:pt x="151" y="10"/>
                    <a:pt x="147" y="10"/>
                  </a:cubicBezTo>
                  <a:cubicBezTo>
                    <a:pt x="149" y="10"/>
                    <a:pt x="151" y="12"/>
                    <a:pt x="153" y="12"/>
                  </a:cubicBezTo>
                  <a:cubicBezTo>
                    <a:pt x="152" y="12"/>
                    <a:pt x="150" y="13"/>
                    <a:pt x="148" y="13"/>
                  </a:cubicBezTo>
                  <a:cubicBezTo>
                    <a:pt x="150" y="14"/>
                    <a:pt x="152" y="15"/>
                    <a:pt x="154" y="15"/>
                  </a:cubicBezTo>
                  <a:cubicBezTo>
                    <a:pt x="144" y="11"/>
                    <a:pt x="120" y="10"/>
                    <a:pt x="110" y="13"/>
                  </a:cubicBezTo>
                  <a:cubicBezTo>
                    <a:pt x="118" y="15"/>
                    <a:pt x="125" y="17"/>
                    <a:pt x="132" y="21"/>
                  </a:cubicBezTo>
                  <a:cubicBezTo>
                    <a:pt x="117" y="21"/>
                    <a:pt x="102" y="18"/>
                    <a:pt x="88" y="21"/>
                  </a:cubicBezTo>
                  <a:cubicBezTo>
                    <a:pt x="96" y="21"/>
                    <a:pt x="110" y="28"/>
                    <a:pt x="115" y="35"/>
                  </a:cubicBezTo>
                  <a:cubicBezTo>
                    <a:pt x="109" y="34"/>
                    <a:pt x="101" y="34"/>
                    <a:pt x="96" y="31"/>
                  </a:cubicBezTo>
                  <a:cubicBezTo>
                    <a:pt x="99" y="32"/>
                    <a:pt x="102" y="33"/>
                    <a:pt x="106" y="34"/>
                  </a:cubicBezTo>
                  <a:cubicBezTo>
                    <a:pt x="100" y="34"/>
                    <a:pt x="94" y="32"/>
                    <a:pt x="88" y="35"/>
                  </a:cubicBezTo>
                  <a:cubicBezTo>
                    <a:pt x="90" y="36"/>
                    <a:pt x="93" y="37"/>
                    <a:pt x="96" y="38"/>
                  </a:cubicBezTo>
                  <a:cubicBezTo>
                    <a:pt x="84" y="38"/>
                    <a:pt x="74" y="39"/>
                    <a:pt x="63" y="44"/>
                  </a:cubicBezTo>
                  <a:cubicBezTo>
                    <a:pt x="71" y="47"/>
                    <a:pt x="80" y="48"/>
                    <a:pt x="87" y="52"/>
                  </a:cubicBezTo>
                  <a:cubicBezTo>
                    <a:pt x="76" y="54"/>
                    <a:pt x="52" y="47"/>
                    <a:pt x="44" y="54"/>
                  </a:cubicBezTo>
                  <a:cubicBezTo>
                    <a:pt x="51" y="54"/>
                    <a:pt x="62" y="57"/>
                    <a:pt x="68" y="61"/>
                  </a:cubicBezTo>
                  <a:cubicBezTo>
                    <a:pt x="63" y="62"/>
                    <a:pt x="59" y="60"/>
                    <a:pt x="54" y="60"/>
                  </a:cubicBezTo>
                  <a:cubicBezTo>
                    <a:pt x="48" y="61"/>
                    <a:pt x="43" y="64"/>
                    <a:pt x="37" y="64"/>
                  </a:cubicBezTo>
                  <a:cubicBezTo>
                    <a:pt x="47" y="66"/>
                    <a:pt x="56" y="67"/>
                    <a:pt x="65" y="73"/>
                  </a:cubicBezTo>
                  <a:cubicBezTo>
                    <a:pt x="52" y="78"/>
                    <a:pt x="36" y="67"/>
                    <a:pt x="22" y="74"/>
                  </a:cubicBezTo>
                  <a:cubicBezTo>
                    <a:pt x="27" y="76"/>
                    <a:pt x="33" y="76"/>
                    <a:pt x="37" y="79"/>
                  </a:cubicBezTo>
                  <a:cubicBezTo>
                    <a:pt x="30" y="82"/>
                    <a:pt x="23" y="86"/>
                    <a:pt x="15" y="88"/>
                  </a:cubicBezTo>
                  <a:cubicBezTo>
                    <a:pt x="19" y="87"/>
                    <a:pt x="23" y="87"/>
                    <a:pt x="27" y="88"/>
                  </a:cubicBezTo>
                  <a:cubicBezTo>
                    <a:pt x="24" y="89"/>
                    <a:pt x="21" y="89"/>
                    <a:pt x="19" y="90"/>
                  </a:cubicBezTo>
                  <a:cubicBezTo>
                    <a:pt x="23" y="91"/>
                    <a:pt x="28" y="92"/>
                    <a:pt x="32" y="95"/>
                  </a:cubicBezTo>
                  <a:cubicBezTo>
                    <a:pt x="24" y="94"/>
                    <a:pt x="16" y="94"/>
                    <a:pt x="8" y="95"/>
                  </a:cubicBezTo>
                  <a:cubicBezTo>
                    <a:pt x="14" y="94"/>
                    <a:pt x="20" y="96"/>
                    <a:pt x="26" y="98"/>
                  </a:cubicBezTo>
                  <a:cubicBezTo>
                    <a:pt x="21" y="99"/>
                    <a:pt x="15" y="99"/>
                    <a:pt x="11" y="100"/>
                  </a:cubicBezTo>
                  <a:cubicBezTo>
                    <a:pt x="7" y="101"/>
                    <a:pt x="4" y="105"/>
                    <a:pt x="1" y="104"/>
                  </a:cubicBezTo>
                </a:path>
              </a:pathLst>
            </a:custGeom>
            <a:solidFill>
              <a:srgbClr val="874C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5349" name="Freeform 197">
              <a:extLst>
                <a:ext uri="{FF2B5EF4-FFF2-40B4-BE49-F238E27FC236}">
                  <a16:creationId xmlns:a16="http://schemas.microsoft.com/office/drawing/2014/main" id="{6700CD86-C7A5-4198-96A1-A5A0EE8FC35D}"/>
                </a:ext>
              </a:extLst>
            </p:cNvPr>
            <p:cNvSpPr>
              <a:spLocks/>
            </p:cNvSpPr>
            <p:nvPr/>
          </p:nvSpPr>
          <p:spPr bwMode="auto">
            <a:xfrm>
              <a:off x="5434013" y="730250"/>
              <a:ext cx="374650" cy="406400"/>
            </a:xfrm>
            <a:custGeom>
              <a:avLst/>
              <a:gdLst>
                <a:gd name="T0" fmla="*/ 2147483646 w 165"/>
                <a:gd name="T1" fmla="*/ 2147483646 h 179"/>
                <a:gd name="T2" fmla="*/ 2147483646 w 165"/>
                <a:gd name="T3" fmla="*/ 2147483646 h 179"/>
                <a:gd name="T4" fmla="*/ 2147483646 w 165"/>
                <a:gd name="T5" fmla="*/ 2147483646 h 179"/>
                <a:gd name="T6" fmla="*/ 2147483646 w 165"/>
                <a:gd name="T7" fmla="*/ 2147483646 h 179"/>
                <a:gd name="T8" fmla="*/ 2147483646 w 165"/>
                <a:gd name="T9" fmla="*/ 2147483646 h 179"/>
                <a:gd name="T10" fmla="*/ 2147483646 w 165"/>
                <a:gd name="T11" fmla="*/ 2147483646 h 179"/>
                <a:gd name="T12" fmla="*/ 2147483646 w 165"/>
                <a:gd name="T13" fmla="*/ 2147483646 h 179"/>
                <a:gd name="T14" fmla="*/ 2147483646 w 165"/>
                <a:gd name="T15" fmla="*/ 2147483646 h 179"/>
                <a:gd name="T16" fmla="*/ 2147483646 w 165"/>
                <a:gd name="T17" fmla="*/ 2147483646 h 179"/>
                <a:gd name="T18" fmla="*/ 2147483646 w 165"/>
                <a:gd name="T19" fmla="*/ 2147483646 h 179"/>
                <a:gd name="T20" fmla="*/ 2147483646 w 165"/>
                <a:gd name="T21" fmla="*/ 2147483646 h 179"/>
                <a:gd name="T22" fmla="*/ 2147483646 w 165"/>
                <a:gd name="T23" fmla="*/ 2147483646 h 179"/>
                <a:gd name="T24" fmla="*/ 2147483646 w 165"/>
                <a:gd name="T25" fmla="*/ 2147483646 h 179"/>
                <a:gd name="T26" fmla="*/ 2147483646 w 165"/>
                <a:gd name="T27" fmla="*/ 2147483646 h 179"/>
                <a:gd name="T28" fmla="*/ 2147483646 w 165"/>
                <a:gd name="T29" fmla="*/ 2147483646 h 179"/>
                <a:gd name="T30" fmla="*/ 2147483646 w 165"/>
                <a:gd name="T31" fmla="*/ 2147483646 h 179"/>
                <a:gd name="T32" fmla="*/ 2147483646 w 165"/>
                <a:gd name="T33" fmla="*/ 2147483646 h 179"/>
                <a:gd name="T34" fmla="*/ 2147483646 w 165"/>
                <a:gd name="T35" fmla="*/ 2147483646 h 179"/>
                <a:gd name="T36" fmla="*/ 2147483646 w 165"/>
                <a:gd name="T37" fmla="*/ 2147483646 h 179"/>
                <a:gd name="T38" fmla="*/ 2147483646 w 165"/>
                <a:gd name="T39" fmla="*/ 2147483646 h 179"/>
                <a:gd name="T40" fmla="*/ 2147483646 w 165"/>
                <a:gd name="T41" fmla="*/ 2147483646 h 179"/>
                <a:gd name="T42" fmla="*/ 0 w 165"/>
                <a:gd name="T43" fmla="*/ 2147483646 h 179"/>
                <a:gd name="T44" fmla="*/ 2147483646 w 165"/>
                <a:gd name="T45" fmla="*/ 2147483646 h 179"/>
                <a:gd name="T46" fmla="*/ 2147483646 w 165"/>
                <a:gd name="T47" fmla="*/ 2147483646 h 179"/>
                <a:gd name="T48" fmla="*/ 2147483646 w 165"/>
                <a:gd name="T49" fmla="*/ 2147483646 h 179"/>
                <a:gd name="T50" fmla="*/ 2147483646 w 165"/>
                <a:gd name="T51" fmla="*/ 2147483646 h 179"/>
                <a:gd name="T52" fmla="*/ 2147483646 w 165"/>
                <a:gd name="T53" fmla="*/ 2147483646 h 179"/>
                <a:gd name="T54" fmla="*/ 2147483646 w 165"/>
                <a:gd name="T55" fmla="*/ 2147483646 h 179"/>
                <a:gd name="T56" fmla="*/ 2147483646 w 165"/>
                <a:gd name="T57" fmla="*/ 2147483646 h 179"/>
                <a:gd name="T58" fmla="*/ 2147483646 w 165"/>
                <a:gd name="T59" fmla="*/ 2147483646 h 179"/>
                <a:gd name="T60" fmla="*/ 2147483646 w 165"/>
                <a:gd name="T61" fmla="*/ 2147483646 h 179"/>
                <a:gd name="T62" fmla="*/ 2147483646 w 165"/>
                <a:gd name="T63" fmla="*/ 2147483646 h 179"/>
                <a:gd name="T64" fmla="*/ 2147483646 w 165"/>
                <a:gd name="T65" fmla="*/ 2147483646 h 179"/>
                <a:gd name="T66" fmla="*/ 2147483646 w 165"/>
                <a:gd name="T67" fmla="*/ 2147483646 h 179"/>
                <a:gd name="T68" fmla="*/ 2147483646 w 165"/>
                <a:gd name="T69" fmla="*/ 2147483646 h 179"/>
                <a:gd name="T70" fmla="*/ 2147483646 w 165"/>
                <a:gd name="T71" fmla="*/ 2147483646 h 179"/>
                <a:gd name="T72" fmla="*/ 2147483646 w 165"/>
                <a:gd name="T73" fmla="*/ 2147483646 h 179"/>
                <a:gd name="T74" fmla="*/ 2147483646 w 165"/>
                <a:gd name="T75" fmla="*/ 2147483646 h 179"/>
                <a:gd name="T76" fmla="*/ 2147483646 w 165"/>
                <a:gd name="T77" fmla="*/ 2147483646 h 179"/>
                <a:gd name="T78" fmla="*/ 2147483646 w 165"/>
                <a:gd name="T79" fmla="*/ 2147483646 h 179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w 165"/>
                <a:gd name="T121" fmla="*/ 0 h 179"/>
                <a:gd name="T122" fmla="*/ 165 w 165"/>
                <a:gd name="T123" fmla="*/ 179 h 179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T120" t="T121" r="T122" b="T123"/>
              <a:pathLst>
                <a:path w="165" h="179">
                  <a:moveTo>
                    <a:pt x="120" y="7"/>
                  </a:moveTo>
                  <a:cubicBezTo>
                    <a:pt x="135" y="29"/>
                    <a:pt x="148" y="53"/>
                    <a:pt x="150" y="80"/>
                  </a:cubicBezTo>
                  <a:cubicBezTo>
                    <a:pt x="151" y="94"/>
                    <a:pt x="150" y="108"/>
                    <a:pt x="151" y="122"/>
                  </a:cubicBezTo>
                  <a:cubicBezTo>
                    <a:pt x="151" y="138"/>
                    <a:pt x="158" y="151"/>
                    <a:pt x="165" y="165"/>
                  </a:cubicBezTo>
                  <a:cubicBezTo>
                    <a:pt x="157" y="156"/>
                    <a:pt x="155" y="147"/>
                    <a:pt x="151" y="137"/>
                  </a:cubicBezTo>
                  <a:cubicBezTo>
                    <a:pt x="151" y="144"/>
                    <a:pt x="154" y="150"/>
                    <a:pt x="156" y="157"/>
                  </a:cubicBezTo>
                  <a:cubicBezTo>
                    <a:pt x="155" y="153"/>
                    <a:pt x="153" y="149"/>
                    <a:pt x="151" y="146"/>
                  </a:cubicBezTo>
                  <a:cubicBezTo>
                    <a:pt x="152" y="149"/>
                    <a:pt x="153" y="152"/>
                    <a:pt x="153" y="155"/>
                  </a:cubicBezTo>
                  <a:cubicBezTo>
                    <a:pt x="147" y="149"/>
                    <a:pt x="145" y="138"/>
                    <a:pt x="143" y="130"/>
                  </a:cubicBezTo>
                  <a:cubicBezTo>
                    <a:pt x="139" y="119"/>
                    <a:pt x="137" y="107"/>
                    <a:pt x="133" y="95"/>
                  </a:cubicBezTo>
                  <a:cubicBezTo>
                    <a:pt x="134" y="104"/>
                    <a:pt x="134" y="113"/>
                    <a:pt x="135" y="123"/>
                  </a:cubicBezTo>
                  <a:cubicBezTo>
                    <a:pt x="138" y="140"/>
                    <a:pt x="145" y="157"/>
                    <a:pt x="152" y="172"/>
                  </a:cubicBezTo>
                  <a:cubicBezTo>
                    <a:pt x="146" y="159"/>
                    <a:pt x="138" y="147"/>
                    <a:pt x="134" y="133"/>
                  </a:cubicBezTo>
                  <a:cubicBezTo>
                    <a:pt x="132" y="126"/>
                    <a:pt x="132" y="119"/>
                    <a:pt x="130" y="112"/>
                  </a:cubicBezTo>
                  <a:cubicBezTo>
                    <a:pt x="128" y="131"/>
                    <a:pt x="134" y="159"/>
                    <a:pt x="145" y="176"/>
                  </a:cubicBezTo>
                  <a:cubicBezTo>
                    <a:pt x="143" y="172"/>
                    <a:pt x="140" y="169"/>
                    <a:pt x="138" y="165"/>
                  </a:cubicBezTo>
                  <a:cubicBezTo>
                    <a:pt x="130" y="153"/>
                    <a:pt x="126" y="140"/>
                    <a:pt x="122" y="126"/>
                  </a:cubicBezTo>
                  <a:cubicBezTo>
                    <a:pt x="124" y="135"/>
                    <a:pt x="128" y="147"/>
                    <a:pt x="128" y="157"/>
                  </a:cubicBezTo>
                  <a:cubicBezTo>
                    <a:pt x="122" y="153"/>
                    <a:pt x="122" y="144"/>
                    <a:pt x="119" y="139"/>
                  </a:cubicBezTo>
                  <a:cubicBezTo>
                    <a:pt x="118" y="142"/>
                    <a:pt x="119" y="144"/>
                    <a:pt x="120" y="146"/>
                  </a:cubicBezTo>
                  <a:cubicBezTo>
                    <a:pt x="119" y="143"/>
                    <a:pt x="116" y="138"/>
                    <a:pt x="114" y="135"/>
                  </a:cubicBezTo>
                  <a:cubicBezTo>
                    <a:pt x="115" y="137"/>
                    <a:pt x="115" y="140"/>
                    <a:pt x="115" y="141"/>
                  </a:cubicBezTo>
                  <a:cubicBezTo>
                    <a:pt x="111" y="138"/>
                    <a:pt x="109" y="133"/>
                    <a:pt x="106" y="129"/>
                  </a:cubicBezTo>
                  <a:cubicBezTo>
                    <a:pt x="106" y="134"/>
                    <a:pt x="108" y="138"/>
                    <a:pt x="107" y="142"/>
                  </a:cubicBezTo>
                  <a:cubicBezTo>
                    <a:pt x="104" y="138"/>
                    <a:pt x="101" y="132"/>
                    <a:pt x="98" y="127"/>
                  </a:cubicBezTo>
                  <a:cubicBezTo>
                    <a:pt x="92" y="143"/>
                    <a:pt x="105" y="166"/>
                    <a:pt x="114" y="178"/>
                  </a:cubicBezTo>
                  <a:cubicBezTo>
                    <a:pt x="102" y="166"/>
                    <a:pt x="86" y="148"/>
                    <a:pt x="84" y="130"/>
                  </a:cubicBezTo>
                  <a:cubicBezTo>
                    <a:pt x="82" y="146"/>
                    <a:pt x="94" y="169"/>
                    <a:pt x="105" y="179"/>
                  </a:cubicBezTo>
                  <a:cubicBezTo>
                    <a:pt x="93" y="167"/>
                    <a:pt x="84" y="152"/>
                    <a:pt x="74" y="138"/>
                  </a:cubicBezTo>
                  <a:cubicBezTo>
                    <a:pt x="80" y="146"/>
                    <a:pt x="83" y="155"/>
                    <a:pt x="87" y="164"/>
                  </a:cubicBezTo>
                  <a:cubicBezTo>
                    <a:pt x="85" y="159"/>
                    <a:pt x="81" y="155"/>
                    <a:pt x="80" y="150"/>
                  </a:cubicBezTo>
                  <a:cubicBezTo>
                    <a:pt x="81" y="154"/>
                    <a:pt x="83" y="159"/>
                    <a:pt x="85" y="164"/>
                  </a:cubicBezTo>
                  <a:cubicBezTo>
                    <a:pt x="83" y="161"/>
                    <a:pt x="82" y="158"/>
                    <a:pt x="80" y="155"/>
                  </a:cubicBezTo>
                  <a:cubicBezTo>
                    <a:pt x="83" y="160"/>
                    <a:pt x="88" y="167"/>
                    <a:pt x="88" y="173"/>
                  </a:cubicBezTo>
                  <a:cubicBezTo>
                    <a:pt x="75" y="164"/>
                    <a:pt x="71" y="147"/>
                    <a:pt x="64" y="134"/>
                  </a:cubicBezTo>
                  <a:cubicBezTo>
                    <a:pt x="66" y="141"/>
                    <a:pt x="72" y="148"/>
                    <a:pt x="74" y="155"/>
                  </a:cubicBezTo>
                  <a:cubicBezTo>
                    <a:pt x="67" y="151"/>
                    <a:pt x="61" y="145"/>
                    <a:pt x="56" y="140"/>
                  </a:cubicBezTo>
                  <a:cubicBezTo>
                    <a:pt x="59" y="145"/>
                    <a:pt x="64" y="151"/>
                    <a:pt x="66" y="157"/>
                  </a:cubicBezTo>
                  <a:cubicBezTo>
                    <a:pt x="61" y="153"/>
                    <a:pt x="58" y="148"/>
                    <a:pt x="53" y="145"/>
                  </a:cubicBezTo>
                  <a:cubicBezTo>
                    <a:pt x="56" y="148"/>
                    <a:pt x="58" y="152"/>
                    <a:pt x="60" y="155"/>
                  </a:cubicBezTo>
                  <a:cubicBezTo>
                    <a:pt x="54" y="149"/>
                    <a:pt x="47" y="143"/>
                    <a:pt x="40" y="141"/>
                  </a:cubicBezTo>
                  <a:cubicBezTo>
                    <a:pt x="41" y="144"/>
                    <a:pt x="42" y="149"/>
                    <a:pt x="42" y="153"/>
                  </a:cubicBezTo>
                  <a:cubicBezTo>
                    <a:pt x="34" y="136"/>
                    <a:pt x="33" y="118"/>
                    <a:pt x="25" y="102"/>
                  </a:cubicBezTo>
                  <a:cubicBezTo>
                    <a:pt x="20" y="93"/>
                    <a:pt x="12" y="75"/>
                    <a:pt x="0" y="73"/>
                  </a:cubicBezTo>
                  <a:cubicBezTo>
                    <a:pt x="16" y="82"/>
                    <a:pt x="40" y="91"/>
                    <a:pt x="44" y="111"/>
                  </a:cubicBezTo>
                  <a:cubicBezTo>
                    <a:pt x="43" y="105"/>
                    <a:pt x="42" y="101"/>
                    <a:pt x="40" y="95"/>
                  </a:cubicBezTo>
                  <a:cubicBezTo>
                    <a:pt x="44" y="102"/>
                    <a:pt x="49" y="110"/>
                    <a:pt x="54" y="116"/>
                  </a:cubicBezTo>
                  <a:cubicBezTo>
                    <a:pt x="53" y="112"/>
                    <a:pt x="50" y="107"/>
                    <a:pt x="52" y="104"/>
                  </a:cubicBezTo>
                  <a:cubicBezTo>
                    <a:pt x="55" y="108"/>
                    <a:pt x="58" y="114"/>
                    <a:pt x="62" y="118"/>
                  </a:cubicBezTo>
                  <a:cubicBezTo>
                    <a:pt x="59" y="108"/>
                    <a:pt x="55" y="99"/>
                    <a:pt x="52" y="89"/>
                  </a:cubicBezTo>
                  <a:cubicBezTo>
                    <a:pt x="50" y="83"/>
                    <a:pt x="48" y="69"/>
                    <a:pt x="43" y="65"/>
                  </a:cubicBezTo>
                  <a:cubicBezTo>
                    <a:pt x="54" y="82"/>
                    <a:pt x="67" y="94"/>
                    <a:pt x="73" y="113"/>
                  </a:cubicBezTo>
                  <a:cubicBezTo>
                    <a:pt x="75" y="102"/>
                    <a:pt x="65" y="90"/>
                    <a:pt x="66" y="78"/>
                  </a:cubicBezTo>
                  <a:cubicBezTo>
                    <a:pt x="71" y="84"/>
                    <a:pt x="75" y="92"/>
                    <a:pt x="80" y="100"/>
                  </a:cubicBezTo>
                  <a:cubicBezTo>
                    <a:pt x="79" y="97"/>
                    <a:pt x="77" y="95"/>
                    <a:pt x="78" y="92"/>
                  </a:cubicBezTo>
                  <a:cubicBezTo>
                    <a:pt x="83" y="97"/>
                    <a:pt x="86" y="103"/>
                    <a:pt x="89" y="108"/>
                  </a:cubicBezTo>
                  <a:cubicBezTo>
                    <a:pt x="88" y="92"/>
                    <a:pt x="81" y="76"/>
                    <a:pt x="78" y="60"/>
                  </a:cubicBezTo>
                  <a:cubicBezTo>
                    <a:pt x="82" y="67"/>
                    <a:pt x="88" y="73"/>
                    <a:pt x="92" y="80"/>
                  </a:cubicBezTo>
                  <a:cubicBezTo>
                    <a:pt x="97" y="88"/>
                    <a:pt x="100" y="97"/>
                    <a:pt x="103" y="105"/>
                  </a:cubicBezTo>
                  <a:cubicBezTo>
                    <a:pt x="100" y="93"/>
                    <a:pt x="100" y="81"/>
                    <a:pt x="97" y="68"/>
                  </a:cubicBezTo>
                  <a:cubicBezTo>
                    <a:pt x="93" y="52"/>
                    <a:pt x="88" y="35"/>
                    <a:pt x="80" y="20"/>
                  </a:cubicBezTo>
                  <a:cubicBezTo>
                    <a:pt x="97" y="44"/>
                    <a:pt x="111" y="74"/>
                    <a:pt x="119" y="101"/>
                  </a:cubicBezTo>
                  <a:cubicBezTo>
                    <a:pt x="117" y="99"/>
                    <a:pt x="116" y="97"/>
                    <a:pt x="115" y="93"/>
                  </a:cubicBezTo>
                  <a:cubicBezTo>
                    <a:pt x="112" y="81"/>
                    <a:pt x="111" y="67"/>
                    <a:pt x="108" y="54"/>
                  </a:cubicBezTo>
                  <a:cubicBezTo>
                    <a:pt x="103" y="36"/>
                    <a:pt x="93" y="21"/>
                    <a:pt x="86" y="4"/>
                  </a:cubicBezTo>
                  <a:cubicBezTo>
                    <a:pt x="93" y="22"/>
                    <a:pt x="107" y="38"/>
                    <a:pt x="113" y="57"/>
                  </a:cubicBezTo>
                  <a:cubicBezTo>
                    <a:pt x="109" y="46"/>
                    <a:pt x="101" y="33"/>
                    <a:pt x="101" y="21"/>
                  </a:cubicBezTo>
                  <a:cubicBezTo>
                    <a:pt x="103" y="27"/>
                    <a:pt x="106" y="32"/>
                    <a:pt x="109" y="36"/>
                  </a:cubicBezTo>
                  <a:cubicBezTo>
                    <a:pt x="108" y="33"/>
                    <a:pt x="105" y="30"/>
                    <a:pt x="105" y="26"/>
                  </a:cubicBezTo>
                  <a:cubicBezTo>
                    <a:pt x="107" y="29"/>
                    <a:pt x="108" y="32"/>
                    <a:pt x="111" y="34"/>
                  </a:cubicBezTo>
                  <a:cubicBezTo>
                    <a:pt x="110" y="25"/>
                    <a:pt x="102" y="16"/>
                    <a:pt x="100" y="7"/>
                  </a:cubicBezTo>
                  <a:cubicBezTo>
                    <a:pt x="104" y="11"/>
                    <a:pt x="110" y="21"/>
                    <a:pt x="113" y="27"/>
                  </a:cubicBezTo>
                  <a:cubicBezTo>
                    <a:pt x="108" y="18"/>
                    <a:pt x="103" y="9"/>
                    <a:pt x="100" y="0"/>
                  </a:cubicBezTo>
                  <a:cubicBezTo>
                    <a:pt x="104" y="5"/>
                    <a:pt x="109" y="11"/>
                    <a:pt x="113" y="17"/>
                  </a:cubicBezTo>
                  <a:cubicBezTo>
                    <a:pt x="118" y="25"/>
                    <a:pt x="121" y="33"/>
                    <a:pt x="125" y="42"/>
                  </a:cubicBezTo>
                  <a:cubicBezTo>
                    <a:pt x="122" y="35"/>
                    <a:pt x="136" y="70"/>
                    <a:pt x="137" y="72"/>
                  </a:cubicBezTo>
                  <a:cubicBezTo>
                    <a:pt x="129" y="64"/>
                    <a:pt x="128" y="51"/>
                    <a:pt x="125" y="40"/>
                  </a:cubicBezTo>
                  <a:cubicBezTo>
                    <a:pt x="122" y="28"/>
                    <a:pt x="117" y="15"/>
                    <a:pt x="113" y="4"/>
                  </a:cubicBezTo>
                  <a:cubicBezTo>
                    <a:pt x="121" y="16"/>
                    <a:pt x="123" y="33"/>
                    <a:pt x="131" y="43"/>
                  </a:cubicBezTo>
                  <a:cubicBezTo>
                    <a:pt x="128" y="31"/>
                    <a:pt x="123" y="18"/>
                    <a:pt x="119" y="8"/>
                  </a:cubicBezTo>
                </a:path>
              </a:pathLst>
            </a:custGeom>
            <a:solidFill>
              <a:srgbClr val="874C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5350" name="Freeform 198">
              <a:extLst>
                <a:ext uri="{FF2B5EF4-FFF2-40B4-BE49-F238E27FC236}">
                  <a16:creationId xmlns:a16="http://schemas.microsoft.com/office/drawing/2014/main" id="{C019A4E4-CB41-4FD6-A200-0497B534CC2B}"/>
                </a:ext>
              </a:extLst>
            </p:cNvPr>
            <p:cNvSpPr>
              <a:spLocks/>
            </p:cNvSpPr>
            <p:nvPr/>
          </p:nvSpPr>
          <p:spPr bwMode="auto">
            <a:xfrm>
              <a:off x="5661025" y="804863"/>
              <a:ext cx="109538" cy="250825"/>
            </a:xfrm>
            <a:custGeom>
              <a:avLst/>
              <a:gdLst>
                <a:gd name="T0" fmla="*/ 2147483646 w 48"/>
                <a:gd name="T1" fmla="*/ 0 h 110"/>
                <a:gd name="T2" fmla="*/ 2147483646 w 48"/>
                <a:gd name="T3" fmla="*/ 2147483646 h 110"/>
                <a:gd name="T4" fmla="*/ 2147483646 w 48"/>
                <a:gd name="T5" fmla="*/ 2147483646 h 110"/>
                <a:gd name="T6" fmla="*/ 2147483646 w 48"/>
                <a:gd name="T7" fmla="*/ 2147483646 h 110"/>
                <a:gd name="T8" fmla="*/ 2147483646 w 48"/>
                <a:gd name="T9" fmla="*/ 2147483646 h 110"/>
                <a:gd name="T10" fmla="*/ 2147483646 w 48"/>
                <a:gd name="T11" fmla="*/ 2147483646 h 110"/>
                <a:gd name="T12" fmla="*/ 2147483646 w 48"/>
                <a:gd name="T13" fmla="*/ 2147483646 h 110"/>
                <a:gd name="T14" fmla="*/ 2147483646 w 48"/>
                <a:gd name="T15" fmla="*/ 2147483646 h 110"/>
                <a:gd name="T16" fmla="*/ 2147483646 w 48"/>
                <a:gd name="T17" fmla="*/ 2147483646 h 110"/>
                <a:gd name="T18" fmla="*/ 2147483646 w 48"/>
                <a:gd name="T19" fmla="*/ 2147483646 h 110"/>
                <a:gd name="T20" fmla="*/ 2147483646 w 48"/>
                <a:gd name="T21" fmla="*/ 2147483646 h 110"/>
                <a:gd name="T22" fmla="*/ 2147483646 w 48"/>
                <a:gd name="T23" fmla="*/ 2147483646 h 110"/>
                <a:gd name="T24" fmla="*/ 2147483646 w 48"/>
                <a:gd name="T25" fmla="*/ 2147483646 h 110"/>
                <a:gd name="T26" fmla="*/ 2147483646 w 48"/>
                <a:gd name="T27" fmla="*/ 2147483646 h 110"/>
                <a:gd name="T28" fmla="*/ 2147483646 w 48"/>
                <a:gd name="T29" fmla="*/ 2147483646 h 110"/>
                <a:gd name="T30" fmla="*/ 2147483646 w 48"/>
                <a:gd name="T31" fmla="*/ 2147483646 h 110"/>
                <a:gd name="T32" fmla="*/ 2147483646 w 48"/>
                <a:gd name="T33" fmla="*/ 2147483646 h 110"/>
                <a:gd name="T34" fmla="*/ 2147483646 w 48"/>
                <a:gd name="T35" fmla="*/ 2147483646 h 110"/>
                <a:gd name="T36" fmla="*/ 2147483646 w 48"/>
                <a:gd name="T37" fmla="*/ 2147483646 h 110"/>
                <a:gd name="T38" fmla="*/ 2147483646 w 48"/>
                <a:gd name="T39" fmla="*/ 2147483646 h 110"/>
                <a:gd name="T40" fmla="*/ 2147483646 w 48"/>
                <a:gd name="T41" fmla="*/ 2147483646 h 110"/>
                <a:gd name="T42" fmla="*/ 2147483646 w 48"/>
                <a:gd name="T43" fmla="*/ 2147483646 h 110"/>
                <a:gd name="T44" fmla="*/ 0 w 48"/>
                <a:gd name="T45" fmla="*/ 2147483646 h 110"/>
                <a:gd name="T46" fmla="*/ 2147483646 w 48"/>
                <a:gd name="T47" fmla="*/ 2147483646 h 110"/>
                <a:gd name="T48" fmla="*/ 2147483646 w 48"/>
                <a:gd name="T49" fmla="*/ 2147483646 h 110"/>
                <a:gd name="T50" fmla="*/ 2147483646 w 48"/>
                <a:gd name="T51" fmla="*/ 2147483646 h 110"/>
                <a:gd name="T52" fmla="*/ 2147483646 w 48"/>
                <a:gd name="T53" fmla="*/ 2147483646 h 110"/>
                <a:gd name="T54" fmla="*/ 2147483646 w 48"/>
                <a:gd name="T55" fmla="*/ 2147483646 h 110"/>
                <a:gd name="T56" fmla="*/ 2147483646 w 48"/>
                <a:gd name="T57" fmla="*/ 2147483646 h 110"/>
                <a:gd name="T58" fmla="*/ 2147483646 w 48"/>
                <a:gd name="T59" fmla="*/ 2147483646 h 110"/>
                <a:gd name="T60" fmla="*/ 2147483646 w 48"/>
                <a:gd name="T61" fmla="*/ 2147483646 h 110"/>
                <a:gd name="T62" fmla="*/ 2147483646 w 48"/>
                <a:gd name="T63" fmla="*/ 2147483646 h 110"/>
                <a:gd name="T64" fmla="*/ 2147483646 w 48"/>
                <a:gd name="T65" fmla="*/ 2147483646 h 110"/>
                <a:gd name="T66" fmla="*/ 2147483646 w 48"/>
                <a:gd name="T67" fmla="*/ 2147483646 h 110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8"/>
                <a:gd name="T103" fmla="*/ 0 h 110"/>
                <a:gd name="T104" fmla="*/ 48 w 48"/>
                <a:gd name="T105" fmla="*/ 110 h 110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8" h="110">
                  <a:moveTo>
                    <a:pt x="31" y="0"/>
                  </a:moveTo>
                  <a:cubicBezTo>
                    <a:pt x="39" y="12"/>
                    <a:pt x="42" y="33"/>
                    <a:pt x="43" y="48"/>
                  </a:cubicBezTo>
                  <a:cubicBezTo>
                    <a:pt x="45" y="64"/>
                    <a:pt x="42" y="83"/>
                    <a:pt x="48" y="98"/>
                  </a:cubicBezTo>
                  <a:cubicBezTo>
                    <a:pt x="43" y="82"/>
                    <a:pt x="39" y="61"/>
                    <a:pt x="39" y="45"/>
                  </a:cubicBezTo>
                  <a:cubicBezTo>
                    <a:pt x="40" y="52"/>
                    <a:pt x="41" y="65"/>
                    <a:pt x="38" y="72"/>
                  </a:cubicBezTo>
                  <a:cubicBezTo>
                    <a:pt x="33" y="66"/>
                    <a:pt x="35" y="55"/>
                    <a:pt x="33" y="49"/>
                  </a:cubicBezTo>
                  <a:cubicBezTo>
                    <a:pt x="34" y="51"/>
                    <a:pt x="33" y="53"/>
                    <a:pt x="33" y="54"/>
                  </a:cubicBezTo>
                  <a:cubicBezTo>
                    <a:pt x="32" y="50"/>
                    <a:pt x="31" y="44"/>
                    <a:pt x="27" y="43"/>
                  </a:cubicBezTo>
                  <a:cubicBezTo>
                    <a:pt x="27" y="47"/>
                    <a:pt x="28" y="51"/>
                    <a:pt x="29" y="55"/>
                  </a:cubicBezTo>
                  <a:cubicBezTo>
                    <a:pt x="27" y="52"/>
                    <a:pt x="26" y="48"/>
                    <a:pt x="23" y="45"/>
                  </a:cubicBezTo>
                  <a:cubicBezTo>
                    <a:pt x="21" y="49"/>
                    <a:pt x="23" y="57"/>
                    <a:pt x="23" y="63"/>
                  </a:cubicBezTo>
                  <a:cubicBezTo>
                    <a:pt x="23" y="75"/>
                    <a:pt x="28" y="101"/>
                    <a:pt x="20" y="110"/>
                  </a:cubicBezTo>
                  <a:cubicBezTo>
                    <a:pt x="18" y="104"/>
                    <a:pt x="19" y="97"/>
                    <a:pt x="18" y="92"/>
                  </a:cubicBezTo>
                  <a:cubicBezTo>
                    <a:pt x="16" y="85"/>
                    <a:pt x="14" y="78"/>
                    <a:pt x="12" y="71"/>
                  </a:cubicBezTo>
                  <a:cubicBezTo>
                    <a:pt x="12" y="78"/>
                    <a:pt x="15" y="87"/>
                    <a:pt x="13" y="92"/>
                  </a:cubicBezTo>
                  <a:cubicBezTo>
                    <a:pt x="11" y="88"/>
                    <a:pt x="11" y="83"/>
                    <a:pt x="11" y="79"/>
                  </a:cubicBezTo>
                  <a:cubicBezTo>
                    <a:pt x="11" y="81"/>
                    <a:pt x="12" y="83"/>
                    <a:pt x="11" y="85"/>
                  </a:cubicBezTo>
                  <a:cubicBezTo>
                    <a:pt x="10" y="82"/>
                    <a:pt x="9" y="79"/>
                    <a:pt x="9" y="76"/>
                  </a:cubicBezTo>
                  <a:cubicBezTo>
                    <a:pt x="8" y="80"/>
                    <a:pt x="9" y="85"/>
                    <a:pt x="8" y="89"/>
                  </a:cubicBezTo>
                  <a:cubicBezTo>
                    <a:pt x="9" y="90"/>
                    <a:pt x="7" y="86"/>
                    <a:pt x="7" y="85"/>
                  </a:cubicBezTo>
                  <a:cubicBezTo>
                    <a:pt x="7" y="88"/>
                    <a:pt x="7" y="92"/>
                    <a:pt x="5" y="95"/>
                  </a:cubicBezTo>
                  <a:cubicBezTo>
                    <a:pt x="7" y="82"/>
                    <a:pt x="9" y="74"/>
                    <a:pt x="7" y="61"/>
                  </a:cubicBezTo>
                  <a:cubicBezTo>
                    <a:pt x="5" y="49"/>
                    <a:pt x="2" y="38"/>
                    <a:pt x="0" y="27"/>
                  </a:cubicBezTo>
                  <a:cubicBezTo>
                    <a:pt x="6" y="39"/>
                    <a:pt x="8" y="53"/>
                    <a:pt x="13" y="66"/>
                  </a:cubicBezTo>
                  <a:cubicBezTo>
                    <a:pt x="9" y="59"/>
                    <a:pt x="12" y="50"/>
                    <a:pt x="12" y="43"/>
                  </a:cubicBezTo>
                  <a:cubicBezTo>
                    <a:pt x="15" y="47"/>
                    <a:pt x="16" y="52"/>
                    <a:pt x="16" y="57"/>
                  </a:cubicBezTo>
                  <a:cubicBezTo>
                    <a:pt x="15" y="48"/>
                    <a:pt x="14" y="35"/>
                    <a:pt x="17" y="28"/>
                  </a:cubicBezTo>
                  <a:cubicBezTo>
                    <a:pt x="19" y="32"/>
                    <a:pt x="18" y="37"/>
                    <a:pt x="20" y="42"/>
                  </a:cubicBezTo>
                  <a:cubicBezTo>
                    <a:pt x="20" y="39"/>
                    <a:pt x="20" y="35"/>
                    <a:pt x="20" y="32"/>
                  </a:cubicBezTo>
                  <a:cubicBezTo>
                    <a:pt x="21" y="34"/>
                    <a:pt x="23" y="35"/>
                    <a:pt x="24" y="38"/>
                  </a:cubicBezTo>
                  <a:cubicBezTo>
                    <a:pt x="26" y="20"/>
                    <a:pt x="30" y="22"/>
                    <a:pt x="35" y="37"/>
                  </a:cubicBezTo>
                  <a:cubicBezTo>
                    <a:pt x="35" y="29"/>
                    <a:pt x="33" y="21"/>
                    <a:pt x="33" y="14"/>
                  </a:cubicBezTo>
                  <a:cubicBezTo>
                    <a:pt x="34" y="19"/>
                    <a:pt x="37" y="24"/>
                    <a:pt x="39" y="30"/>
                  </a:cubicBezTo>
                  <a:cubicBezTo>
                    <a:pt x="36" y="21"/>
                    <a:pt x="33" y="12"/>
                    <a:pt x="30" y="3"/>
                  </a:cubicBezTo>
                </a:path>
              </a:pathLst>
            </a:custGeom>
            <a:solidFill>
              <a:srgbClr val="9E560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5351" name="Freeform 199">
              <a:extLst>
                <a:ext uri="{FF2B5EF4-FFF2-40B4-BE49-F238E27FC236}">
                  <a16:creationId xmlns:a16="http://schemas.microsoft.com/office/drawing/2014/main" id="{EF895552-FD7A-4FB7-9139-CB4C20C67A3E}"/>
                </a:ext>
              </a:extLst>
            </p:cNvPr>
            <p:cNvSpPr>
              <a:spLocks/>
            </p:cNvSpPr>
            <p:nvPr/>
          </p:nvSpPr>
          <p:spPr bwMode="auto">
            <a:xfrm>
              <a:off x="5502275" y="935038"/>
              <a:ext cx="152400" cy="147638"/>
            </a:xfrm>
            <a:custGeom>
              <a:avLst/>
              <a:gdLst>
                <a:gd name="T0" fmla="*/ 2147483646 w 67"/>
                <a:gd name="T1" fmla="*/ 2147483646 h 65"/>
                <a:gd name="T2" fmla="*/ 0 w 67"/>
                <a:gd name="T3" fmla="*/ 2147483646 h 65"/>
                <a:gd name="T4" fmla="*/ 2147483646 w 67"/>
                <a:gd name="T5" fmla="*/ 2147483646 h 65"/>
                <a:gd name="T6" fmla="*/ 2147483646 w 67"/>
                <a:gd name="T7" fmla="*/ 2147483646 h 65"/>
                <a:gd name="T8" fmla="*/ 2147483646 w 67"/>
                <a:gd name="T9" fmla="*/ 2147483646 h 65"/>
                <a:gd name="T10" fmla="*/ 2147483646 w 67"/>
                <a:gd name="T11" fmla="*/ 2147483646 h 65"/>
                <a:gd name="T12" fmla="*/ 2147483646 w 67"/>
                <a:gd name="T13" fmla="*/ 2147483646 h 65"/>
                <a:gd name="T14" fmla="*/ 2147483646 w 67"/>
                <a:gd name="T15" fmla="*/ 2147483646 h 65"/>
                <a:gd name="T16" fmla="*/ 2147483646 w 67"/>
                <a:gd name="T17" fmla="*/ 2147483646 h 65"/>
                <a:gd name="T18" fmla="*/ 2147483646 w 67"/>
                <a:gd name="T19" fmla="*/ 0 h 65"/>
                <a:gd name="T20" fmla="*/ 2147483646 w 67"/>
                <a:gd name="T21" fmla="*/ 2147483646 h 65"/>
                <a:gd name="T22" fmla="*/ 2147483646 w 67"/>
                <a:gd name="T23" fmla="*/ 2147483646 h 65"/>
                <a:gd name="T24" fmla="*/ 2147483646 w 67"/>
                <a:gd name="T25" fmla="*/ 2147483646 h 65"/>
                <a:gd name="T26" fmla="*/ 2147483646 w 67"/>
                <a:gd name="T27" fmla="*/ 2147483646 h 65"/>
                <a:gd name="T28" fmla="*/ 2147483646 w 67"/>
                <a:gd name="T29" fmla="*/ 2147483646 h 65"/>
                <a:gd name="T30" fmla="*/ 2147483646 w 67"/>
                <a:gd name="T31" fmla="*/ 2147483646 h 65"/>
                <a:gd name="T32" fmla="*/ 2147483646 w 67"/>
                <a:gd name="T33" fmla="*/ 2147483646 h 65"/>
                <a:gd name="T34" fmla="*/ 2147483646 w 67"/>
                <a:gd name="T35" fmla="*/ 2147483646 h 65"/>
                <a:gd name="T36" fmla="*/ 2147483646 w 67"/>
                <a:gd name="T37" fmla="*/ 2147483646 h 65"/>
                <a:gd name="T38" fmla="*/ 2147483646 w 67"/>
                <a:gd name="T39" fmla="*/ 2147483646 h 65"/>
                <a:gd name="T40" fmla="*/ 2147483646 w 67"/>
                <a:gd name="T41" fmla="*/ 2147483646 h 65"/>
                <a:gd name="T42" fmla="*/ 2147483646 w 67"/>
                <a:gd name="T43" fmla="*/ 2147483646 h 65"/>
                <a:gd name="T44" fmla="*/ 2147483646 w 67"/>
                <a:gd name="T45" fmla="*/ 2147483646 h 65"/>
                <a:gd name="T46" fmla="*/ 2147483646 w 67"/>
                <a:gd name="T47" fmla="*/ 2147483646 h 65"/>
                <a:gd name="T48" fmla="*/ 2147483646 w 67"/>
                <a:gd name="T49" fmla="*/ 2147483646 h 65"/>
                <a:gd name="T50" fmla="*/ 2147483646 w 67"/>
                <a:gd name="T51" fmla="*/ 2147483646 h 65"/>
                <a:gd name="T52" fmla="*/ 2147483646 w 67"/>
                <a:gd name="T53" fmla="*/ 2147483646 h 65"/>
                <a:gd name="T54" fmla="*/ 2147483646 w 67"/>
                <a:gd name="T55" fmla="*/ 2147483646 h 65"/>
                <a:gd name="T56" fmla="*/ 2147483646 w 67"/>
                <a:gd name="T57" fmla="*/ 2147483646 h 65"/>
                <a:gd name="T58" fmla="*/ 2147483646 w 67"/>
                <a:gd name="T59" fmla="*/ 2147483646 h 65"/>
                <a:gd name="T60" fmla="*/ 2147483646 w 67"/>
                <a:gd name="T61" fmla="*/ 2147483646 h 65"/>
                <a:gd name="T62" fmla="*/ 2147483646 w 67"/>
                <a:gd name="T63" fmla="*/ 2147483646 h 65"/>
                <a:gd name="T64" fmla="*/ 2147483646 w 67"/>
                <a:gd name="T65" fmla="*/ 2147483646 h 65"/>
                <a:gd name="T66" fmla="*/ 2147483646 w 67"/>
                <a:gd name="T67" fmla="*/ 2147483646 h 65"/>
                <a:gd name="T68" fmla="*/ 2147483646 w 67"/>
                <a:gd name="T69" fmla="*/ 2147483646 h 65"/>
                <a:gd name="T70" fmla="*/ 2147483646 w 67"/>
                <a:gd name="T71" fmla="*/ 2147483646 h 65"/>
                <a:gd name="T72" fmla="*/ 2147483646 w 67"/>
                <a:gd name="T73" fmla="*/ 2147483646 h 65"/>
                <a:gd name="T74" fmla="*/ 2147483646 w 67"/>
                <a:gd name="T75" fmla="*/ 2147483646 h 65"/>
                <a:gd name="T76" fmla="*/ 2147483646 w 67"/>
                <a:gd name="T77" fmla="*/ 2147483646 h 65"/>
                <a:gd name="T78" fmla="*/ 2147483646 w 67"/>
                <a:gd name="T79" fmla="*/ 2147483646 h 65"/>
                <a:gd name="T80" fmla="*/ 2147483646 w 67"/>
                <a:gd name="T81" fmla="*/ 2147483646 h 65"/>
                <a:gd name="T82" fmla="*/ 2147483646 w 67"/>
                <a:gd name="T83" fmla="*/ 2147483646 h 65"/>
                <a:gd name="T84" fmla="*/ 2147483646 w 67"/>
                <a:gd name="T85" fmla="*/ 2147483646 h 65"/>
                <a:gd name="T86" fmla="*/ 2147483646 w 67"/>
                <a:gd name="T87" fmla="*/ 2147483646 h 65"/>
                <a:gd name="T88" fmla="*/ 2147483646 w 67"/>
                <a:gd name="T89" fmla="*/ 2147483646 h 65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67"/>
                <a:gd name="T136" fmla="*/ 0 h 65"/>
                <a:gd name="T137" fmla="*/ 67 w 67"/>
                <a:gd name="T138" fmla="*/ 65 h 65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67" h="65">
                  <a:moveTo>
                    <a:pt x="13" y="38"/>
                  </a:moveTo>
                  <a:cubicBezTo>
                    <a:pt x="10" y="28"/>
                    <a:pt x="8" y="14"/>
                    <a:pt x="0" y="6"/>
                  </a:cubicBezTo>
                  <a:cubicBezTo>
                    <a:pt x="9" y="14"/>
                    <a:pt x="18" y="28"/>
                    <a:pt x="22" y="38"/>
                  </a:cubicBezTo>
                  <a:cubicBezTo>
                    <a:pt x="19" y="34"/>
                    <a:pt x="17" y="28"/>
                    <a:pt x="18" y="23"/>
                  </a:cubicBezTo>
                  <a:cubicBezTo>
                    <a:pt x="20" y="27"/>
                    <a:pt x="22" y="30"/>
                    <a:pt x="24" y="35"/>
                  </a:cubicBezTo>
                  <a:cubicBezTo>
                    <a:pt x="24" y="33"/>
                    <a:pt x="23" y="31"/>
                    <a:pt x="23" y="30"/>
                  </a:cubicBezTo>
                  <a:cubicBezTo>
                    <a:pt x="26" y="32"/>
                    <a:pt x="27" y="37"/>
                    <a:pt x="30" y="40"/>
                  </a:cubicBezTo>
                  <a:cubicBezTo>
                    <a:pt x="29" y="35"/>
                    <a:pt x="27" y="31"/>
                    <a:pt x="27" y="26"/>
                  </a:cubicBezTo>
                  <a:cubicBezTo>
                    <a:pt x="32" y="32"/>
                    <a:pt x="37" y="37"/>
                    <a:pt x="39" y="45"/>
                  </a:cubicBezTo>
                  <a:cubicBezTo>
                    <a:pt x="39" y="30"/>
                    <a:pt x="34" y="12"/>
                    <a:pt x="25" y="0"/>
                  </a:cubicBezTo>
                  <a:cubicBezTo>
                    <a:pt x="27" y="5"/>
                    <a:pt x="31" y="9"/>
                    <a:pt x="34" y="13"/>
                  </a:cubicBezTo>
                  <a:cubicBezTo>
                    <a:pt x="41" y="22"/>
                    <a:pt x="44" y="31"/>
                    <a:pt x="47" y="41"/>
                  </a:cubicBezTo>
                  <a:cubicBezTo>
                    <a:pt x="47" y="35"/>
                    <a:pt x="46" y="28"/>
                    <a:pt x="44" y="22"/>
                  </a:cubicBezTo>
                  <a:cubicBezTo>
                    <a:pt x="45" y="26"/>
                    <a:pt x="47" y="29"/>
                    <a:pt x="49" y="32"/>
                  </a:cubicBezTo>
                  <a:cubicBezTo>
                    <a:pt x="48" y="30"/>
                    <a:pt x="48" y="28"/>
                    <a:pt x="47" y="26"/>
                  </a:cubicBezTo>
                  <a:cubicBezTo>
                    <a:pt x="48" y="28"/>
                    <a:pt x="50" y="29"/>
                    <a:pt x="51" y="30"/>
                  </a:cubicBezTo>
                  <a:cubicBezTo>
                    <a:pt x="51" y="24"/>
                    <a:pt x="49" y="19"/>
                    <a:pt x="48" y="13"/>
                  </a:cubicBezTo>
                  <a:cubicBezTo>
                    <a:pt x="49" y="17"/>
                    <a:pt x="52" y="21"/>
                    <a:pt x="54" y="25"/>
                  </a:cubicBezTo>
                  <a:cubicBezTo>
                    <a:pt x="54" y="22"/>
                    <a:pt x="53" y="18"/>
                    <a:pt x="52" y="15"/>
                  </a:cubicBezTo>
                  <a:cubicBezTo>
                    <a:pt x="60" y="26"/>
                    <a:pt x="64" y="46"/>
                    <a:pt x="67" y="59"/>
                  </a:cubicBezTo>
                  <a:cubicBezTo>
                    <a:pt x="63" y="51"/>
                    <a:pt x="59" y="42"/>
                    <a:pt x="55" y="34"/>
                  </a:cubicBezTo>
                  <a:cubicBezTo>
                    <a:pt x="56" y="39"/>
                    <a:pt x="57" y="45"/>
                    <a:pt x="57" y="50"/>
                  </a:cubicBezTo>
                  <a:cubicBezTo>
                    <a:pt x="56" y="46"/>
                    <a:pt x="54" y="43"/>
                    <a:pt x="52" y="39"/>
                  </a:cubicBezTo>
                  <a:cubicBezTo>
                    <a:pt x="52" y="40"/>
                    <a:pt x="51" y="41"/>
                    <a:pt x="51" y="42"/>
                  </a:cubicBezTo>
                  <a:cubicBezTo>
                    <a:pt x="50" y="40"/>
                    <a:pt x="49" y="39"/>
                    <a:pt x="48" y="37"/>
                  </a:cubicBezTo>
                  <a:cubicBezTo>
                    <a:pt x="49" y="40"/>
                    <a:pt x="49" y="43"/>
                    <a:pt x="51" y="45"/>
                  </a:cubicBezTo>
                  <a:cubicBezTo>
                    <a:pt x="49" y="43"/>
                    <a:pt x="48" y="42"/>
                    <a:pt x="47" y="41"/>
                  </a:cubicBezTo>
                  <a:cubicBezTo>
                    <a:pt x="47" y="45"/>
                    <a:pt x="49" y="49"/>
                    <a:pt x="48" y="53"/>
                  </a:cubicBezTo>
                  <a:cubicBezTo>
                    <a:pt x="45" y="50"/>
                    <a:pt x="43" y="45"/>
                    <a:pt x="43" y="41"/>
                  </a:cubicBezTo>
                  <a:cubicBezTo>
                    <a:pt x="43" y="43"/>
                    <a:pt x="43" y="46"/>
                    <a:pt x="44" y="47"/>
                  </a:cubicBezTo>
                  <a:cubicBezTo>
                    <a:pt x="43" y="45"/>
                    <a:pt x="41" y="43"/>
                    <a:pt x="40" y="41"/>
                  </a:cubicBezTo>
                  <a:cubicBezTo>
                    <a:pt x="40" y="44"/>
                    <a:pt x="40" y="47"/>
                    <a:pt x="40" y="51"/>
                  </a:cubicBezTo>
                  <a:cubicBezTo>
                    <a:pt x="36" y="47"/>
                    <a:pt x="35" y="40"/>
                    <a:pt x="31" y="35"/>
                  </a:cubicBezTo>
                  <a:cubicBezTo>
                    <a:pt x="29" y="38"/>
                    <a:pt x="30" y="43"/>
                    <a:pt x="31" y="45"/>
                  </a:cubicBezTo>
                  <a:cubicBezTo>
                    <a:pt x="30" y="41"/>
                    <a:pt x="29" y="36"/>
                    <a:pt x="26" y="34"/>
                  </a:cubicBezTo>
                  <a:cubicBezTo>
                    <a:pt x="27" y="44"/>
                    <a:pt x="34" y="55"/>
                    <a:pt x="38" y="65"/>
                  </a:cubicBezTo>
                  <a:cubicBezTo>
                    <a:pt x="30" y="56"/>
                    <a:pt x="26" y="44"/>
                    <a:pt x="20" y="35"/>
                  </a:cubicBezTo>
                  <a:cubicBezTo>
                    <a:pt x="21" y="41"/>
                    <a:pt x="25" y="47"/>
                    <a:pt x="27" y="54"/>
                  </a:cubicBezTo>
                  <a:cubicBezTo>
                    <a:pt x="24" y="48"/>
                    <a:pt x="21" y="41"/>
                    <a:pt x="17" y="35"/>
                  </a:cubicBezTo>
                  <a:cubicBezTo>
                    <a:pt x="19" y="39"/>
                    <a:pt x="20" y="42"/>
                    <a:pt x="21" y="46"/>
                  </a:cubicBezTo>
                  <a:cubicBezTo>
                    <a:pt x="18" y="42"/>
                    <a:pt x="16" y="38"/>
                    <a:pt x="15" y="33"/>
                  </a:cubicBezTo>
                  <a:cubicBezTo>
                    <a:pt x="15" y="40"/>
                    <a:pt x="19" y="46"/>
                    <a:pt x="21" y="53"/>
                  </a:cubicBezTo>
                  <a:cubicBezTo>
                    <a:pt x="17" y="47"/>
                    <a:pt x="14" y="41"/>
                    <a:pt x="12" y="35"/>
                  </a:cubicBezTo>
                  <a:cubicBezTo>
                    <a:pt x="12" y="37"/>
                    <a:pt x="11" y="40"/>
                    <a:pt x="11" y="42"/>
                  </a:cubicBezTo>
                  <a:cubicBezTo>
                    <a:pt x="11" y="41"/>
                    <a:pt x="10" y="37"/>
                    <a:pt x="10" y="38"/>
                  </a:cubicBezTo>
                </a:path>
              </a:pathLst>
            </a:custGeom>
            <a:solidFill>
              <a:srgbClr val="9E560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5352" name="Freeform 200">
              <a:extLst>
                <a:ext uri="{FF2B5EF4-FFF2-40B4-BE49-F238E27FC236}">
                  <a16:creationId xmlns:a16="http://schemas.microsoft.com/office/drawing/2014/main" id="{4CEA7773-D27A-417E-8202-102551FEC9EC}"/>
                </a:ext>
              </a:extLst>
            </p:cNvPr>
            <p:cNvSpPr>
              <a:spLocks/>
            </p:cNvSpPr>
            <p:nvPr/>
          </p:nvSpPr>
          <p:spPr bwMode="auto">
            <a:xfrm>
              <a:off x="5299075" y="577850"/>
              <a:ext cx="234950" cy="157163"/>
            </a:xfrm>
            <a:custGeom>
              <a:avLst/>
              <a:gdLst>
                <a:gd name="T0" fmla="*/ 2147483646 w 103"/>
                <a:gd name="T1" fmla="*/ 2147483646 h 69"/>
                <a:gd name="T2" fmla="*/ 2147483646 w 103"/>
                <a:gd name="T3" fmla="*/ 2147483646 h 69"/>
                <a:gd name="T4" fmla="*/ 2147483646 w 103"/>
                <a:gd name="T5" fmla="*/ 2147483646 h 69"/>
                <a:gd name="T6" fmla="*/ 2147483646 w 103"/>
                <a:gd name="T7" fmla="*/ 2147483646 h 69"/>
                <a:gd name="T8" fmla="*/ 2147483646 w 103"/>
                <a:gd name="T9" fmla="*/ 2147483646 h 69"/>
                <a:gd name="T10" fmla="*/ 2147483646 w 103"/>
                <a:gd name="T11" fmla="*/ 2147483646 h 69"/>
                <a:gd name="T12" fmla="*/ 2147483646 w 103"/>
                <a:gd name="T13" fmla="*/ 2147483646 h 69"/>
                <a:gd name="T14" fmla="*/ 2147483646 w 103"/>
                <a:gd name="T15" fmla="*/ 2147483646 h 69"/>
                <a:gd name="T16" fmla="*/ 2147483646 w 103"/>
                <a:gd name="T17" fmla="*/ 2147483646 h 69"/>
                <a:gd name="T18" fmla="*/ 2147483646 w 103"/>
                <a:gd name="T19" fmla="*/ 2147483646 h 69"/>
                <a:gd name="T20" fmla="*/ 2147483646 w 103"/>
                <a:gd name="T21" fmla="*/ 2147483646 h 69"/>
                <a:gd name="T22" fmla="*/ 2147483646 w 103"/>
                <a:gd name="T23" fmla="*/ 2147483646 h 69"/>
                <a:gd name="T24" fmla="*/ 2147483646 w 103"/>
                <a:gd name="T25" fmla="*/ 2147483646 h 69"/>
                <a:gd name="T26" fmla="*/ 2147483646 w 103"/>
                <a:gd name="T27" fmla="*/ 2147483646 h 69"/>
                <a:gd name="T28" fmla="*/ 2147483646 w 103"/>
                <a:gd name="T29" fmla="*/ 2147483646 h 69"/>
                <a:gd name="T30" fmla="*/ 2147483646 w 103"/>
                <a:gd name="T31" fmla="*/ 2147483646 h 69"/>
                <a:gd name="T32" fmla="*/ 2147483646 w 103"/>
                <a:gd name="T33" fmla="*/ 2147483646 h 69"/>
                <a:gd name="T34" fmla="*/ 2147483646 w 103"/>
                <a:gd name="T35" fmla="*/ 2147483646 h 69"/>
                <a:gd name="T36" fmla="*/ 2147483646 w 103"/>
                <a:gd name="T37" fmla="*/ 2147483646 h 69"/>
                <a:gd name="T38" fmla="*/ 2147483646 w 103"/>
                <a:gd name="T39" fmla="*/ 2147483646 h 69"/>
                <a:gd name="T40" fmla="*/ 2147483646 w 103"/>
                <a:gd name="T41" fmla="*/ 2147483646 h 69"/>
                <a:gd name="T42" fmla="*/ 2147483646 w 103"/>
                <a:gd name="T43" fmla="*/ 2147483646 h 69"/>
                <a:gd name="T44" fmla="*/ 2147483646 w 103"/>
                <a:gd name="T45" fmla="*/ 2147483646 h 69"/>
                <a:gd name="T46" fmla="*/ 2147483646 w 103"/>
                <a:gd name="T47" fmla="*/ 2147483646 h 69"/>
                <a:gd name="T48" fmla="*/ 2147483646 w 103"/>
                <a:gd name="T49" fmla="*/ 2147483646 h 69"/>
                <a:gd name="T50" fmla="*/ 2147483646 w 103"/>
                <a:gd name="T51" fmla="*/ 2147483646 h 69"/>
                <a:gd name="T52" fmla="*/ 2147483646 w 103"/>
                <a:gd name="T53" fmla="*/ 2147483646 h 69"/>
                <a:gd name="T54" fmla="*/ 2147483646 w 103"/>
                <a:gd name="T55" fmla="*/ 2147483646 h 69"/>
                <a:gd name="T56" fmla="*/ 2147483646 w 103"/>
                <a:gd name="T57" fmla="*/ 2147483646 h 69"/>
                <a:gd name="T58" fmla="*/ 0 w 103"/>
                <a:gd name="T59" fmla="*/ 2147483646 h 69"/>
                <a:gd name="T60" fmla="*/ 2147483646 w 103"/>
                <a:gd name="T61" fmla="*/ 2147483646 h 69"/>
                <a:gd name="T62" fmla="*/ 2147483646 w 103"/>
                <a:gd name="T63" fmla="*/ 2147483646 h 69"/>
                <a:gd name="T64" fmla="*/ 2147483646 w 103"/>
                <a:gd name="T65" fmla="*/ 2147483646 h 69"/>
                <a:gd name="T66" fmla="*/ 2147483646 w 103"/>
                <a:gd name="T67" fmla="*/ 2147483646 h 69"/>
                <a:gd name="T68" fmla="*/ 2147483646 w 103"/>
                <a:gd name="T69" fmla="*/ 2147483646 h 69"/>
                <a:gd name="T70" fmla="*/ 2147483646 w 103"/>
                <a:gd name="T71" fmla="*/ 2147483646 h 69"/>
                <a:gd name="T72" fmla="*/ 2147483646 w 103"/>
                <a:gd name="T73" fmla="*/ 2147483646 h 69"/>
                <a:gd name="T74" fmla="*/ 2147483646 w 103"/>
                <a:gd name="T75" fmla="*/ 2147483646 h 69"/>
                <a:gd name="T76" fmla="*/ 2147483646 w 103"/>
                <a:gd name="T77" fmla="*/ 2147483646 h 69"/>
                <a:gd name="T78" fmla="*/ 2147483646 w 103"/>
                <a:gd name="T79" fmla="*/ 2147483646 h 69"/>
                <a:gd name="T80" fmla="*/ 2147483646 w 103"/>
                <a:gd name="T81" fmla="*/ 2147483646 h 69"/>
                <a:gd name="T82" fmla="*/ 2147483646 w 103"/>
                <a:gd name="T83" fmla="*/ 2147483646 h 69"/>
                <a:gd name="T84" fmla="*/ 2147483646 w 103"/>
                <a:gd name="T85" fmla="*/ 2147483646 h 69"/>
                <a:gd name="T86" fmla="*/ 2147483646 w 103"/>
                <a:gd name="T87" fmla="*/ 2147483646 h 69"/>
                <a:gd name="T88" fmla="*/ 2147483646 w 103"/>
                <a:gd name="T89" fmla="*/ 2147483646 h 69"/>
                <a:gd name="T90" fmla="*/ 2147483646 w 103"/>
                <a:gd name="T91" fmla="*/ 2147483646 h 69"/>
                <a:gd name="T92" fmla="*/ 2147483646 w 103"/>
                <a:gd name="T93" fmla="*/ 2147483646 h 69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w 103"/>
                <a:gd name="T142" fmla="*/ 0 h 69"/>
                <a:gd name="T143" fmla="*/ 103 w 103"/>
                <a:gd name="T144" fmla="*/ 69 h 69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T141" t="T142" r="T143" b="T144"/>
              <a:pathLst>
                <a:path w="103" h="69">
                  <a:moveTo>
                    <a:pt x="44" y="4"/>
                  </a:moveTo>
                  <a:cubicBezTo>
                    <a:pt x="57" y="0"/>
                    <a:pt x="79" y="2"/>
                    <a:pt x="91" y="10"/>
                  </a:cubicBezTo>
                  <a:cubicBezTo>
                    <a:pt x="84" y="8"/>
                    <a:pt x="75" y="8"/>
                    <a:pt x="68" y="6"/>
                  </a:cubicBezTo>
                  <a:cubicBezTo>
                    <a:pt x="73" y="8"/>
                    <a:pt x="78" y="8"/>
                    <a:pt x="83" y="10"/>
                  </a:cubicBezTo>
                  <a:cubicBezTo>
                    <a:pt x="76" y="9"/>
                    <a:pt x="67" y="11"/>
                    <a:pt x="60" y="9"/>
                  </a:cubicBezTo>
                  <a:cubicBezTo>
                    <a:pt x="73" y="11"/>
                    <a:pt x="96" y="14"/>
                    <a:pt x="103" y="27"/>
                  </a:cubicBezTo>
                  <a:cubicBezTo>
                    <a:pt x="97" y="27"/>
                    <a:pt x="87" y="21"/>
                    <a:pt x="80" y="19"/>
                  </a:cubicBezTo>
                  <a:cubicBezTo>
                    <a:pt x="71" y="17"/>
                    <a:pt x="62" y="16"/>
                    <a:pt x="53" y="14"/>
                  </a:cubicBezTo>
                  <a:cubicBezTo>
                    <a:pt x="57" y="16"/>
                    <a:pt x="63" y="17"/>
                    <a:pt x="67" y="18"/>
                  </a:cubicBezTo>
                  <a:cubicBezTo>
                    <a:pt x="63" y="18"/>
                    <a:pt x="59" y="17"/>
                    <a:pt x="55" y="18"/>
                  </a:cubicBezTo>
                  <a:cubicBezTo>
                    <a:pt x="57" y="18"/>
                    <a:pt x="60" y="21"/>
                    <a:pt x="61" y="21"/>
                  </a:cubicBezTo>
                  <a:cubicBezTo>
                    <a:pt x="59" y="21"/>
                    <a:pt x="56" y="22"/>
                    <a:pt x="54" y="22"/>
                  </a:cubicBezTo>
                  <a:cubicBezTo>
                    <a:pt x="56" y="24"/>
                    <a:pt x="58" y="25"/>
                    <a:pt x="61" y="26"/>
                  </a:cubicBezTo>
                  <a:cubicBezTo>
                    <a:pt x="58" y="26"/>
                    <a:pt x="55" y="26"/>
                    <a:pt x="52" y="26"/>
                  </a:cubicBezTo>
                  <a:cubicBezTo>
                    <a:pt x="53" y="28"/>
                    <a:pt x="55" y="30"/>
                    <a:pt x="57" y="31"/>
                  </a:cubicBezTo>
                  <a:cubicBezTo>
                    <a:pt x="56" y="31"/>
                    <a:pt x="54" y="32"/>
                    <a:pt x="53" y="31"/>
                  </a:cubicBezTo>
                  <a:cubicBezTo>
                    <a:pt x="53" y="32"/>
                    <a:pt x="53" y="33"/>
                    <a:pt x="54" y="34"/>
                  </a:cubicBezTo>
                  <a:cubicBezTo>
                    <a:pt x="50" y="33"/>
                    <a:pt x="45" y="31"/>
                    <a:pt x="41" y="30"/>
                  </a:cubicBezTo>
                  <a:cubicBezTo>
                    <a:pt x="43" y="32"/>
                    <a:pt x="46" y="34"/>
                    <a:pt x="47" y="37"/>
                  </a:cubicBezTo>
                  <a:cubicBezTo>
                    <a:pt x="43" y="37"/>
                    <a:pt x="39" y="34"/>
                    <a:pt x="34" y="35"/>
                  </a:cubicBezTo>
                  <a:cubicBezTo>
                    <a:pt x="36" y="38"/>
                    <a:pt x="39" y="39"/>
                    <a:pt x="41" y="40"/>
                  </a:cubicBezTo>
                  <a:cubicBezTo>
                    <a:pt x="39" y="39"/>
                    <a:pt x="36" y="38"/>
                    <a:pt x="33" y="37"/>
                  </a:cubicBezTo>
                  <a:cubicBezTo>
                    <a:pt x="34" y="43"/>
                    <a:pt x="40" y="48"/>
                    <a:pt x="45" y="51"/>
                  </a:cubicBezTo>
                  <a:cubicBezTo>
                    <a:pt x="37" y="49"/>
                    <a:pt x="31" y="45"/>
                    <a:pt x="24" y="41"/>
                  </a:cubicBezTo>
                  <a:cubicBezTo>
                    <a:pt x="30" y="46"/>
                    <a:pt x="35" y="50"/>
                    <a:pt x="39" y="57"/>
                  </a:cubicBezTo>
                  <a:cubicBezTo>
                    <a:pt x="33" y="54"/>
                    <a:pt x="26" y="50"/>
                    <a:pt x="21" y="46"/>
                  </a:cubicBezTo>
                  <a:cubicBezTo>
                    <a:pt x="25" y="50"/>
                    <a:pt x="31" y="54"/>
                    <a:pt x="33" y="60"/>
                  </a:cubicBezTo>
                  <a:cubicBezTo>
                    <a:pt x="30" y="58"/>
                    <a:pt x="28" y="56"/>
                    <a:pt x="26" y="54"/>
                  </a:cubicBezTo>
                  <a:cubicBezTo>
                    <a:pt x="29" y="59"/>
                    <a:pt x="29" y="65"/>
                    <a:pt x="33" y="69"/>
                  </a:cubicBezTo>
                  <a:cubicBezTo>
                    <a:pt x="30" y="54"/>
                    <a:pt x="9" y="41"/>
                    <a:pt x="0" y="30"/>
                  </a:cubicBezTo>
                  <a:cubicBezTo>
                    <a:pt x="7" y="33"/>
                    <a:pt x="12" y="38"/>
                    <a:pt x="19" y="41"/>
                  </a:cubicBezTo>
                  <a:cubicBezTo>
                    <a:pt x="16" y="38"/>
                    <a:pt x="13" y="35"/>
                    <a:pt x="12" y="30"/>
                  </a:cubicBezTo>
                  <a:cubicBezTo>
                    <a:pt x="16" y="32"/>
                    <a:pt x="20" y="36"/>
                    <a:pt x="24" y="38"/>
                  </a:cubicBezTo>
                  <a:cubicBezTo>
                    <a:pt x="23" y="35"/>
                    <a:pt x="22" y="33"/>
                    <a:pt x="20" y="31"/>
                  </a:cubicBezTo>
                  <a:cubicBezTo>
                    <a:pt x="24" y="32"/>
                    <a:pt x="27" y="34"/>
                    <a:pt x="31" y="33"/>
                  </a:cubicBezTo>
                  <a:cubicBezTo>
                    <a:pt x="30" y="32"/>
                    <a:pt x="28" y="29"/>
                    <a:pt x="26" y="28"/>
                  </a:cubicBezTo>
                  <a:cubicBezTo>
                    <a:pt x="29" y="28"/>
                    <a:pt x="33" y="28"/>
                    <a:pt x="36" y="28"/>
                  </a:cubicBezTo>
                  <a:cubicBezTo>
                    <a:pt x="35" y="27"/>
                    <a:pt x="34" y="25"/>
                    <a:pt x="33" y="24"/>
                  </a:cubicBezTo>
                  <a:cubicBezTo>
                    <a:pt x="36" y="24"/>
                    <a:pt x="39" y="25"/>
                    <a:pt x="43" y="26"/>
                  </a:cubicBezTo>
                  <a:cubicBezTo>
                    <a:pt x="41" y="24"/>
                    <a:pt x="38" y="22"/>
                    <a:pt x="37" y="19"/>
                  </a:cubicBezTo>
                  <a:cubicBezTo>
                    <a:pt x="41" y="21"/>
                    <a:pt x="46" y="21"/>
                    <a:pt x="50" y="21"/>
                  </a:cubicBezTo>
                  <a:cubicBezTo>
                    <a:pt x="49" y="20"/>
                    <a:pt x="47" y="19"/>
                    <a:pt x="46" y="18"/>
                  </a:cubicBezTo>
                  <a:cubicBezTo>
                    <a:pt x="49" y="18"/>
                    <a:pt x="52" y="18"/>
                    <a:pt x="55" y="16"/>
                  </a:cubicBezTo>
                  <a:cubicBezTo>
                    <a:pt x="51" y="14"/>
                    <a:pt x="46" y="13"/>
                    <a:pt x="41" y="12"/>
                  </a:cubicBezTo>
                  <a:cubicBezTo>
                    <a:pt x="47" y="10"/>
                    <a:pt x="52" y="11"/>
                    <a:pt x="58" y="9"/>
                  </a:cubicBezTo>
                  <a:cubicBezTo>
                    <a:pt x="55" y="8"/>
                    <a:pt x="53" y="6"/>
                    <a:pt x="51" y="5"/>
                  </a:cubicBezTo>
                  <a:cubicBezTo>
                    <a:pt x="52" y="4"/>
                    <a:pt x="53" y="4"/>
                    <a:pt x="55" y="4"/>
                  </a:cubicBezTo>
                </a:path>
              </a:pathLst>
            </a:custGeom>
            <a:solidFill>
              <a:srgbClr val="9E560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5353" name="Freeform 201">
              <a:extLst>
                <a:ext uri="{FF2B5EF4-FFF2-40B4-BE49-F238E27FC236}">
                  <a16:creationId xmlns:a16="http://schemas.microsoft.com/office/drawing/2014/main" id="{D5DDC733-14D1-46CC-85E3-D22FEAA3BF2E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8413" y="739775"/>
              <a:ext cx="168275" cy="117475"/>
            </a:xfrm>
            <a:custGeom>
              <a:avLst/>
              <a:gdLst>
                <a:gd name="T0" fmla="*/ 0 w 74"/>
                <a:gd name="T1" fmla="*/ 2147483646 h 52"/>
                <a:gd name="T2" fmla="*/ 2147483646 w 74"/>
                <a:gd name="T3" fmla="*/ 2147483646 h 52"/>
                <a:gd name="T4" fmla="*/ 2147483646 w 74"/>
                <a:gd name="T5" fmla="*/ 2147483646 h 52"/>
                <a:gd name="T6" fmla="*/ 2147483646 w 74"/>
                <a:gd name="T7" fmla="*/ 2147483646 h 52"/>
                <a:gd name="T8" fmla="*/ 2147483646 w 74"/>
                <a:gd name="T9" fmla="*/ 2147483646 h 52"/>
                <a:gd name="T10" fmla="*/ 2147483646 w 74"/>
                <a:gd name="T11" fmla="*/ 2147483646 h 52"/>
                <a:gd name="T12" fmla="*/ 2147483646 w 74"/>
                <a:gd name="T13" fmla="*/ 2147483646 h 52"/>
                <a:gd name="T14" fmla="*/ 2147483646 w 74"/>
                <a:gd name="T15" fmla="*/ 2147483646 h 52"/>
                <a:gd name="T16" fmla="*/ 2147483646 w 74"/>
                <a:gd name="T17" fmla="*/ 2147483646 h 52"/>
                <a:gd name="T18" fmla="*/ 2147483646 w 74"/>
                <a:gd name="T19" fmla="*/ 2147483646 h 52"/>
                <a:gd name="T20" fmla="*/ 2147483646 w 74"/>
                <a:gd name="T21" fmla="*/ 2147483646 h 52"/>
                <a:gd name="T22" fmla="*/ 2147483646 w 74"/>
                <a:gd name="T23" fmla="*/ 2147483646 h 52"/>
                <a:gd name="T24" fmla="*/ 2147483646 w 74"/>
                <a:gd name="T25" fmla="*/ 2147483646 h 52"/>
                <a:gd name="T26" fmla="*/ 2147483646 w 74"/>
                <a:gd name="T27" fmla="*/ 2147483646 h 52"/>
                <a:gd name="T28" fmla="*/ 2147483646 w 74"/>
                <a:gd name="T29" fmla="*/ 2147483646 h 52"/>
                <a:gd name="T30" fmla="*/ 2147483646 w 74"/>
                <a:gd name="T31" fmla="*/ 2147483646 h 52"/>
                <a:gd name="T32" fmla="*/ 2147483646 w 74"/>
                <a:gd name="T33" fmla="*/ 2147483646 h 52"/>
                <a:gd name="T34" fmla="*/ 2147483646 w 74"/>
                <a:gd name="T35" fmla="*/ 2147483646 h 52"/>
                <a:gd name="T36" fmla="*/ 2147483646 w 74"/>
                <a:gd name="T37" fmla="*/ 2147483646 h 52"/>
                <a:gd name="T38" fmla="*/ 2147483646 w 74"/>
                <a:gd name="T39" fmla="*/ 2147483646 h 52"/>
                <a:gd name="T40" fmla="*/ 2147483646 w 74"/>
                <a:gd name="T41" fmla="*/ 2147483646 h 52"/>
                <a:gd name="T42" fmla="*/ 2147483646 w 74"/>
                <a:gd name="T43" fmla="*/ 0 h 52"/>
                <a:gd name="T44" fmla="*/ 2147483646 w 74"/>
                <a:gd name="T45" fmla="*/ 2147483646 h 52"/>
                <a:gd name="T46" fmla="*/ 2147483646 w 74"/>
                <a:gd name="T47" fmla="*/ 2147483646 h 52"/>
                <a:gd name="T48" fmla="*/ 2147483646 w 74"/>
                <a:gd name="T49" fmla="*/ 2147483646 h 52"/>
                <a:gd name="T50" fmla="*/ 2147483646 w 74"/>
                <a:gd name="T51" fmla="*/ 2147483646 h 52"/>
                <a:gd name="T52" fmla="*/ 2147483646 w 74"/>
                <a:gd name="T53" fmla="*/ 2147483646 h 52"/>
                <a:gd name="T54" fmla="*/ 2147483646 w 74"/>
                <a:gd name="T55" fmla="*/ 2147483646 h 52"/>
                <a:gd name="T56" fmla="*/ 2147483646 w 74"/>
                <a:gd name="T57" fmla="*/ 2147483646 h 52"/>
                <a:gd name="T58" fmla="*/ 2147483646 w 74"/>
                <a:gd name="T59" fmla="*/ 2147483646 h 52"/>
                <a:gd name="T60" fmla="*/ 2147483646 w 74"/>
                <a:gd name="T61" fmla="*/ 2147483646 h 52"/>
                <a:gd name="T62" fmla="*/ 2147483646 w 74"/>
                <a:gd name="T63" fmla="*/ 2147483646 h 52"/>
                <a:gd name="T64" fmla="*/ 2147483646 w 74"/>
                <a:gd name="T65" fmla="*/ 2147483646 h 52"/>
                <a:gd name="T66" fmla="*/ 2147483646 w 74"/>
                <a:gd name="T67" fmla="*/ 2147483646 h 52"/>
                <a:gd name="T68" fmla="*/ 2147483646 w 74"/>
                <a:gd name="T69" fmla="*/ 2147483646 h 52"/>
                <a:gd name="T70" fmla="*/ 2147483646 w 74"/>
                <a:gd name="T71" fmla="*/ 2147483646 h 52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74"/>
                <a:gd name="T109" fmla="*/ 0 h 52"/>
                <a:gd name="T110" fmla="*/ 74 w 74"/>
                <a:gd name="T111" fmla="*/ 52 h 52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74" h="52">
                  <a:moveTo>
                    <a:pt x="0" y="34"/>
                  </a:moveTo>
                  <a:cubicBezTo>
                    <a:pt x="10" y="36"/>
                    <a:pt x="22" y="44"/>
                    <a:pt x="28" y="52"/>
                  </a:cubicBezTo>
                  <a:cubicBezTo>
                    <a:pt x="22" y="48"/>
                    <a:pt x="15" y="41"/>
                    <a:pt x="14" y="34"/>
                  </a:cubicBezTo>
                  <a:cubicBezTo>
                    <a:pt x="17" y="36"/>
                    <a:pt x="20" y="40"/>
                    <a:pt x="24" y="41"/>
                  </a:cubicBezTo>
                  <a:cubicBezTo>
                    <a:pt x="23" y="40"/>
                    <a:pt x="21" y="38"/>
                    <a:pt x="20" y="36"/>
                  </a:cubicBezTo>
                  <a:cubicBezTo>
                    <a:pt x="22" y="37"/>
                    <a:pt x="24" y="38"/>
                    <a:pt x="26" y="39"/>
                  </a:cubicBezTo>
                  <a:cubicBezTo>
                    <a:pt x="22" y="35"/>
                    <a:pt x="19" y="30"/>
                    <a:pt x="16" y="25"/>
                  </a:cubicBezTo>
                  <a:cubicBezTo>
                    <a:pt x="21" y="26"/>
                    <a:pt x="25" y="27"/>
                    <a:pt x="30" y="27"/>
                  </a:cubicBezTo>
                  <a:cubicBezTo>
                    <a:pt x="27" y="26"/>
                    <a:pt x="25" y="24"/>
                    <a:pt x="24" y="23"/>
                  </a:cubicBezTo>
                  <a:cubicBezTo>
                    <a:pt x="36" y="22"/>
                    <a:pt x="59" y="25"/>
                    <a:pt x="66" y="36"/>
                  </a:cubicBezTo>
                  <a:cubicBezTo>
                    <a:pt x="57" y="29"/>
                    <a:pt x="46" y="26"/>
                    <a:pt x="36" y="19"/>
                  </a:cubicBezTo>
                  <a:cubicBezTo>
                    <a:pt x="44" y="19"/>
                    <a:pt x="51" y="23"/>
                    <a:pt x="59" y="23"/>
                  </a:cubicBezTo>
                  <a:cubicBezTo>
                    <a:pt x="55" y="23"/>
                    <a:pt x="51" y="21"/>
                    <a:pt x="48" y="18"/>
                  </a:cubicBezTo>
                  <a:cubicBezTo>
                    <a:pt x="52" y="17"/>
                    <a:pt x="56" y="19"/>
                    <a:pt x="60" y="19"/>
                  </a:cubicBezTo>
                  <a:cubicBezTo>
                    <a:pt x="57" y="18"/>
                    <a:pt x="56" y="17"/>
                    <a:pt x="54" y="16"/>
                  </a:cubicBezTo>
                  <a:cubicBezTo>
                    <a:pt x="58" y="16"/>
                    <a:pt x="62" y="17"/>
                    <a:pt x="66" y="17"/>
                  </a:cubicBezTo>
                  <a:cubicBezTo>
                    <a:pt x="64" y="16"/>
                    <a:pt x="62" y="14"/>
                    <a:pt x="60" y="14"/>
                  </a:cubicBezTo>
                  <a:cubicBezTo>
                    <a:pt x="63" y="14"/>
                    <a:pt x="67" y="14"/>
                    <a:pt x="70" y="13"/>
                  </a:cubicBezTo>
                  <a:cubicBezTo>
                    <a:pt x="69" y="12"/>
                    <a:pt x="67" y="10"/>
                    <a:pt x="65" y="9"/>
                  </a:cubicBezTo>
                  <a:cubicBezTo>
                    <a:pt x="68" y="10"/>
                    <a:pt x="71" y="11"/>
                    <a:pt x="74" y="11"/>
                  </a:cubicBezTo>
                  <a:cubicBezTo>
                    <a:pt x="71" y="9"/>
                    <a:pt x="69" y="10"/>
                    <a:pt x="65" y="9"/>
                  </a:cubicBezTo>
                  <a:cubicBezTo>
                    <a:pt x="57" y="7"/>
                    <a:pt x="48" y="4"/>
                    <a:pt x="39" y="0"/>
                  </a:cubicBezTo>
                  <a:cubicBezTo>
                    <a:pt x="45" y="3"/>
                    <a:pt x="51" y="7"/>
                    <a:pt x="56" y="12"/>
                  </a:cubicBezTo>
                  <a:cubicBezTo>
                    <a:pt x="51" y="11"/>
                    <a:pt x="47" y="10"/>
                    <a:pt x="44" y="9"/>
                  </a:cubicBezTo>
                  <a:cubicBezTo>
                    <a:pt x="44" y="13"/>
                    <a:pt x="47" y="15"/>
                    <a:pt x="50" y="17"/>
                  </a:cubicBezTo>
                  <a:cubicBezTo>
                    <a:pt x="46" y="16"/>
                    <a:pt x="43" y="14"/>
                    <a:pt x="39" y="14"/>
                  </a:cubicBezTo>
                  <a:cubicBezTo>
                    <a:pt x="40" y="15"/>
                    <a:pt x="41" y="17"/>
                    <a:pt x="43" y="18"/>
                  </a:cubicBezTo>
                  <a:cubicBezTo>
                    <a:pt x="38" y="18"/>
                    <a:pt x="33" y="18"/>
                    <a:pt x="28" y="19"/>
                  </a:cubicBezTo>
                  <a:cubicBezTo>
                    <a:pt x="30" y="21"/>
                    <a:pt x="33" y="22"/>
                    <a:pt x="37" y="23"/>
                  </a:cubicBezTo>
                  <a:cubicBezTo>
                    <a:pt x="31" y="21"/>
                    <a:pt x="24" y="21"/>
                    <a:pt x="18" y="21"/>
                  </a:cubicBezTo>
                  <a:cubicBezTo>
                    <a:pt x="20" y="22"/>
                    <a:pt x="21" y="25"/>
                    <a:pt x="24" y="26"/>
                  </a:cubicBezTo>
                  <a:cubicBezTo>
                    <a:pt x="20" y="27"/>
                    <a:pt x="16" y="27"/>
                    <a:pt x="13" y="29"/>
                  </a:cubicBezTo>
                  <a:cubicBezTo>
                    <a:pt x="14" y="30"/>
                    <a:pt x="14" y="31"/>
                    <a:pt x="15" y="32"/>
                  </a:cubicBezTo>
                  <a:cubicBezTo>
                    <a:pt x="14" y="32"/>
                    <a:pt x="12" y="33"/>
                    <a:pt x="11" y="33"/>
                  </a:cubicBezTo>
                  <a:cubicBezTo>
                    <a:pt x="12" y="35"/>
                    <a:pt x="14" y="37"/>
                    <a:pt x="16" y="38"/>
                  </a:cubicBezTo>
                  <a:cubicBezTo>
                    <a:pt x="12" y="37"/>
                    <a:pt x="3" y="37"/>
                    <a:pt x="1" y="36"/>
                  </a:cubicBezTo>
                </a:path>
              </a:pathLst>
            </a:custGeom>
            <a:solidFill>
              <a:srgbClr val="9E560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5354" name="Freeform 202">
              <a:extLst>
                <a:ext uri="{FF2B5EF4-FFF2-40B4-BE49-F238E27FC236}">
                  <a16:creationId xmlns:a16="http://schemas.microsoft.com/office/drawing/2014/main" id="{FA0CE7CD-04C7-4F96-82C8-1199BD6B0C67}"/>
                </a:ext>
              </a:extLst>
            </p:cNvPr>
            <p:cNvSpPr>
              <a:spLocks/>
            </p:cNvSpPr>
            <p:nvPr/>
          </p:nvSpPr>
          <p:spPr bwMode="auto">
            <a:xfrm>
              <a:off x="5200650" y="676275"/>
              <a:ext cx="157163" cy="100013"/>
            </a:xfrm>
            <a:custGeom>
              <a:avLst/>
              <a:gdLst>
                <a:gd name="T0" fmla="*/ 2147483646 w 69"/>
                <a:gd name="T1" fmla="*/ 2147483646 h 44"/>
                <a:gd name="T2" fmla="*/ 2147483646 w 69"/>
                <a:gd name="T3" fmla="*/ 2147483646 h 44"/>
                <a:gd name="T4" fmla="*/ 2147483646 w 69"/>
                <a:gd name="T5" fmla="*/ 2147483646 h 44"/>
                <a:gd name="T6" fmla="*/ 2147483646 w 69"/>
                <a:gd name="T7" fmla="*/ 2147483646 h 44"/>
                <a:gd name="T8" fmla="*/ 2147483646 w 69"/>
                <a:gd name="T9" fmla="*/ 2147483646 h 44"/>
                <a:gd name="T10" fmla="*/ 2147483646 w 69"/>
                <a:gd name="T11" fmla="*/ 2147483646 h 44"/>
                <a:gd name="T12" fmla="*/ 2147483646 w 69"/>
                <a:gd name="T13" fmla="*/ 2147483646 h 44"/>
                <a:gd name="T14" fmla="*/ 2147483646 w 69"/>
                <a:gd name="T15" fmla="*/ 2147483646 h 44"/>
                <a:gd name="T16" fmla="*/ 2147483646 w 69"/>
                <a:gd name="T17" fmla="*/ 2147483646 h 44"/>
                <a:gd name="T18" fmla="*/ 2147483646 w 69"/>
                <a:gd name="T19" fmla="*/ 2147483646 h 44"/>
                <a:gd name="T20" fmla="*/ 2147483646 w 69"/>
                <a:gd name="T21" fmla="*/ 2147483646 h 44"/>
                <a:gd name="T22" fmla="*/ 2147483646 w 69"/>
                <a:gd name="T23" fmla="*/ 2147483646 h 44"/>
                <a:gd name="T24" fmla="*/ 2147483646 w 69"/>
                <a:gd name="T25" fmla="*/ 2147483646 h 44"/>
                <a:gd name="T26" fmla="*/ 2147483646 w 69"/>
                <a:gd name="T27" fmla="*/ 2147483646 h 44"/>
                <a:gd name="T28" fmla="*/ 2147483646 w 69"/>
                <a:gd name="T29" fmla="*/ 2147483646 h 44"/>
                <a:gd name="T30" fmla="*/ 2147483646 w 69"/>
                <a:gd name="T31" fmla="*/ 2147483646 h 44"/>
                <a:gd name="T32" fmla="*/ 2147483646 w 69"/>
                <a:gd name="T33" fmla="*/ 2147483646 h 44"/>
                <a:gd name="T34" fmla="*/ 2147483646 w 69"/>
                <a:gd name="T35" fmla="*/ 2147483646 h 44"/>
                <a:gd name="T36" fmla="*/ 2147483646 w 69"/>
                <a:gd name="T37" fmla="*/ 2147483646 h 44"/>
                <a:gd name="T38" fmla="*/ 2147483646 w 69"/>
                <a:gd name="T39" fmla="*/ 2147483646 h 44"/>
                <a:gd name="T40" fmla="*/ 2147483646 w 69"/>
                <a:gd name="T41" fmla="*/ 2147483646 h 44"/>
                <a:gd name="T42" fmla="*/ 2147483646 w 69"/>
                <a:gd name="T43" fmla="*/ 2147483646 h 44"/>
                <a:gd name="T44" fmla="*/ 2147483646 w 69"/>
                <a:gd name="T45" fmla="*/ 2147483646 h 44"/>
                <a:gd name="T46" fmla="*/ 2147483646 w 69"/>
                <a:gd name="T47" fmla="*/ 2147483646 h 44"/>
                <a:gd name="T48" fmla="*/ 2147483646 w 69"/>
                <a:gd name="T49" fmla="*/ 2147483646 h 44"/>
                <a:gd name="T50" fmla="*/ 2147483646 w 69"/>
                <a:gd name="T51" fmla="*/ 0 h 44"/>
                <a:gd name="T52" fmla="*/ 2147483646 w 69"/>
                <a:gd name="T53" fmla="*/ 2147483646 h 44"/>
                <a:gd name="T54" fmla="*/ 2147483646 w 69"/>
                <a:gd name="T55" fmla="*/ 2147483646 h 44"/>
                <a:gd name="T56" fmla="*/ 2147483646 w 69"/>
                <a:gd name="T57" fmla="*/ 2147483646 h 44"/>
                <a:gd name="T58" fmla="*/ 2147483646 w 69"/>
                <a:gd name="T59" fmla="*/ 2147483646 h 44"/>
                <a:gd name="T60" fmla="*/ 2147483646 w 69"/>
                <a:gd name="T61" fmla="*/ 2147483646 h 44"/>
                <a:gd name="T62" fmla="*/ 2147483646 w 69"/>
                <a:gd name="T63" fmla="*/ 2147483646 h 44"/>
                <a:gd name="T64" fmla="*/ 2147483646 w 69"/>
                <a:gd name="T65" fmla="*/ 2147483646 h 44"/>
                <a:gd name="T66" fmla="*/ 2147483646 w 69"/>
                <a:gd name="T67" fmla="*/ 2147483646 h 44"/>
                <a:gd name="T68" fmla="*/ 2147483646 w 69"/>
                <a:gd name="T69" fmla="*/ 2147483646 h 44"/>
                <a:gd name="T70" fmla="*/ 2147483646 w 69"/>
                <a:gd name="T71" fmla="*/ 2147483646 h 44"/>
                <a:gd name="T72" fmla="*/ 2147483646 w 69"/>
                <a:gd name="T73" fmla="*/ 2147483646 h 44"/>
                <a:gd name="T74" fmla="*/ 2147483646 w 69"/>
                <a:gd name="T75" fmla="*/ 2147483646 h 44"/>
                <a:gd name="T76" fmla="*/ 2147483646 w 69"/>
                <a:gd name="T77" fmla="*/ 2147483646 h 44"/>
                <a:gd name="T78" fmla="*/ 2147483646 w 69"/>
                <a:gd name="T79" fmla="*/ 2147483646 h 44"/>
                <a:gd name="T80" fmla="*/ 2147483646 w 69"/>
                <a:gd name="T81" fmla="*/ 2147483646 h 44"/>
                <a:gd name="T82" fmla="*/ 2147483646 w 69"/>
                <a:gd name="T83" fmla="*/ 2147483646 h 44"/>
                <a:gd name="T84" fmla="*/ 2147483646 w 69"/>
                <a:gd name="T85" fmla="*/ 2147483646 h 44"/>
                <a:gd name="T86" fmla="*/ 2147483646 w 69"/>
                <a:gd name="T87" fmla="*/ 2147483646 h 44"/>
                <a:gd name="T88" fmla="*/ 2147483646 w 69"/>
                <a:gd name="T89" fmla="*/ 2147483646 h 44"/>
                <a:gd name="T90" fmla="*/ 2147483646 w 69"/>
                <a:gd name="T91" fmla="*/ 2147483646 h 44"/>
                <a:gd name="T92" fmla="*/ 0 w 69"/>
                <a:gd name="T93" fmla="*/ 2147483646 h 44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w 69"/>
                <a:gd name="T142" fmla="*/ 0 h 44"/>
                <a:gd name="T143" fmla="*/ 69 w 69"/>
                <a:gd name="T144" fmla="*/ 44 h 44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T141" t="T142" r="T143" b="T144"/>
              <a:pathLst>
                <a:path w="69" h="44">
                  <a:moveTo>
                    <a:pt x="2" y="27"/>
                  </a:moveTo>
                  <a:cubicBezTo>
                    <a:pt x="15" y="33"/>
                    <a:pt x="37" y="32"/>
                    <a:pt x="49" y="44"/>
                  </a:cubicBezTo>
                  <a:cubicBezTo>
                    <a:pt x="43" y="44"/>
                    <a:pt x="34" y="35"/>
                    <a:pt x="31" y="30"/>
                  </a:cubicBezTo>
                  <a:cubicBezTo>
                    <a:pt x="33" y="31"/>
                    <a:pt x="36" y="32"/>
                    <a:pt x="38" y="33"/>
                  </a:cubicBezTo>
                  <a:cubicBezTo>
                    <a:pt x="36" y="32"/>
                    <a:pt x="34" y="32"/>
                    <a:pt x="32" y="31"/>
                  </a:cubicBezTo>
                  <a:cubicBezTo>
                    <a:pt x="33" y="31"/>
                    <a:pt x="35" y="31"/>
                    <a:pt x="36" y="30"/>
                  </a:cubicBezTo>
                  <a:cubicBezTo>
                    <a:pt x="34" y="29"/>
                    <a:pt x="33" y="28"/>
                    <a:pt x="31" y="26"/>
                  </a:cubicBezTo>
                  <a:cubicBezTo>
                    <a:pt x="33" y="26"/>
                    <a:pt x="35" y="27"/>
                    <a:pt x="36" y="27"/>
                  </a:cubicBezTo>
                  <a:cubicBezTo>
                    <a:pt x="33" y="22"/>
                    <a:pt x="30" y="21"/>
                    <a:pt x="25" y="18"/>
                  </a:cubicBezTo>
                  <a:cubicBezTo>
                    <a:pt x="31" y="19"/>
                    <a:pt x="38" y="22"/>
                    <a:pt x="44" y="25"/>
                  </a:cubicBezTo>
                  <a:cubicBezTo>
                    <a:pt x="49" y="28"/>
                    <a:pt x="55" y="31"/>
                    <a:pt x="60" y="34"/>
                  </a:cubicBezTo>
                  <a:cubicBezTo>
                    <a:pt x="63" y="36"/>
                    <a:pt x="67" y="38"/>
                    <a:pt x="69" y="41"/>
                  </a:cubicBezTo>
                  <a:cubicBezTo>
                    <a:pt x="64" y="38"/>
                    <a:pt x="61" y="33"/>
                    <a:pt x="56" y="30"/>
                  </a:cubicBezTo>
                  <a:cubicBezTo>
                    <a:pt x="53" y="27"/>
                    <a:pt x="46" y="24"/>
                    <a:pt x="43" y="21"/>
                  </a:cubicBezTo>
                  <a:cubicBezTo>
                    <a:pt x="51" y="24"/>
                    <a:pt x="59" y="27"/>
                    <a:pt x="66" y="33"/>
                  </a:cubicBezTo>
                  <a:cubicBezTo>
                    <a:pt x="58" y="26"/>
                    <a:pt x="50" y="19"/>
                    <a:pt x="41" y="14"/>
                  </a:cubicBezTo>
                  <a:cubicBezTo>
                    <a:pt x="50" y="15"/>
                    <a:pt x="60" y="19"/>
                    <a:pt x="67" y="26"/>
                  </a:cubicBezTo>
                  <a:cubicBezTo>
                    <a:pt x="62" y="23"/>
                    <a:pt x="56" y="17"/>
                    <a:pt x="53" y="12"/>
                  </a:cubicBezTo>
                  <a:cubicBezTo>
                    <a:pt x="54" y="13"/>
                    <a:pt x="56" y="14"/>
                    <a:pt x="57" y="15"/>
                  </a:cubicBezTo>
                  <a:cubicBezTo>
                    <a:pt x="56" y="14"/>
                    <a:pt x="55" y="13"/>
                    <a:pt x="54" y="12"/>
                  </a:cubicBezTo>
                  <a:cubicBezTo>
                    <a:pt x="56" y="13"/>
                    <a:pt x="57" y="13"/>
                    <a:pt x="58" y="14"/>
                  </a:cubicBezTo>
                  <a:cubicBezTo>
                    <a:pt x="56" y="13"/>
                    <a:pt x="55" y="12"/>
                    <a:pt x="54" y="11"/>
                  </a:cubicBezTo>
                  <a:cubicBezTo>
                    <a:pt x="55" y="11"/>
                    <a:pt x="56" y="11"/>
                    <a:pt x="58" y="11"/>
                  </a:cubicBezTo>
                  <a:cubicBezTo>
                    <a:pt x="56" y="9"/>
                    <a:pt x="53" y="8"/>
                    <a:pt x="51" y="6"/>
                  </a:cubicBezTo>
                  <a:cubicBezTo>
                    <a:pt x="53" y="6"/>
                    <a:pt x="55" y="7"/>
                    <a:pt x="57" y="7"/>
                  </a:cubicBezTo>
                  <a:cubicBezTo>
                    <a:pt x="51" y="4"/>
                    <a:pt x="45" y="1"/>
                    <a:pt x="39" y="0"/>
                  </a:cubicBezTo>
                  <a:cubicBezTo>
                    <a:pt x="43" y="2"/>
                    <a:pt x="48" y="2"/>
                    <a:pt x="50" y="6"/>
                  </a:cubicBezTo>
                  <a:cubicBezTo>
                    <a:pt x="45" y="6"/>
                    <a:pt x="38" y="3"/>
                    <a:pt x="33" y="2"/>
                  </a:cubicBezTo>
                  <a:cubicBezTo>
                    <a:pt x="37" y="5"/>
                    <a:pt x="43" y="3"/>
                    <a:pt x="46" y="8"/>
                  </a:cubicBezTo>
                  <a:cubicBezTo>
                    <a:pt x="40" y="9"/>
                    <a:pt x="34" y="7"/>
                    <a:pt x="29" y="6"/>
                  </a:cubicBezTo>
                  <a:cubicBezTo>
                    <a:pt x="23" y="5"/>
                    <a:pt x="18" y="7"/>
                    <a:pt x="13" y="6"/>
                  </a:cubicBezTo>
                  <a:cubicBezTo>
                    <a:pt x="21" y="8"/>
                    <a:pt x="31" y="9"/>
                    <a:pt x="38" y="14"/>
                  </a:cubicBezTo>
                  <a:cubicBezTo>
                    <a:pt x="32" y="12"/>
                    <a:pt x="26" y="11"/>
                    <a:pt x="20" y="10"/>
                  </a:cubicBezTo>
                  <a:cubicBezTo>
                    <a:pt x="24" y="12"/>
                    <a:pt x="29" y="12"/>
                    <a:pt x="32" y="14"/>
                  </a:cubicBezTo>
                  <a:cubicBezTo>
                    <a:pt x="31" y="15"/>
                    <a:pt x="28" y="15"/>
                    <a:pt x="26" y="14"/>
                  </a:cubicBezTo>
                  <a:cubicBezTo>
                    <a:pt x="28" y="15"/>
                    <a:pt x="29" y="15"/>
                    <a:pt x="31" y="16"/>
                  </a:cubicBezTo>
                  <a:cubicBezTo>
                    <a:pt x="26" y="14"/>
                    <a:pt x="17" y="14"/>
                    <a:pt x="13" y="16"/>
                  </a:cubicBezTo>
                  <a:cubicBezTo>
                    <a:pt x="17" y="16"/>
                    <a:pt x="21" y="17"/>
                    <a:pt x="24" y="19"/>
                  </a:cubicBezTo>
                  <a:cubicBezTo>
                    <a:pt x="22" y="19"/>
                    <a:pt x="19" y="19"/>
                    <a:pt x="17" y="18"/>
                  </a:cubicBezTo>
                  <a:cubicBezTo>
                    <a:pt x="20" y="20"/>
                    <a:pt x="24" y="21"/>
                    <a:pt x="27" y="23"/>
                  </a:cubicBezTo>
                  <a:cubicBezTo>
                    <a:pt x="25" y="23"/>
                    <a:pt x="23" y="23"/>
                    <a:pt x="21" y="22"/>
                  </a:cubicBezTo>
                  <a:cubicBezTo>
                    <a:pt x="23" y="24"/>
                    <a:pt x="25" y="25"/>
                    <a:pt x="27" y="26"/>
                  </a:cubicBezTo>
                  <a:cubicBezTo>
                    <a:pt x="22" y="25"/>
                    <a:pt x="16" y="23"/>
                    <a:pt x="11" y="24"/>
                  </a:cubicBezTo>
                  <a:cubicBezTo>
                    <a:pt x="14" y="26"/>
                    <a:pt x="19" y="27"/>
                    <a:pt x="23" y="28"/>
                  </a:cubicBezTo>
                  <a:cubicBezTo>
                    <a:pt x="20" y="27"/>
                    <a:pt x="18" y="26"/>
                    <a:pt x="15" y="26"/>
                  </a:cubicBezTo>
                  <a:cubicBezTo>
                    <a:pt x="18" y="28"/>
                    <a:pt x="21" y="30"/>
                    <a:pt x="24" y="31"/>
                  </a:cubicBezTo>
                  <a:cubicBezTo>
                    <a:pt x="16" y="29"/>
                    <a:pt x="8" y="28"/>
                    <a:pt x="0" y="29"/>
                  </a:cubicBezTo>
                </a:path>
              </a:pathLst>
            </a:custGeom>
            <a:solidFill>
              <a:srgbClr val="9E560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5355" name="Freeform 203">
              <a:extLst>
                <a:ext uri="{FF2B5EF4-FFF2-40B4-BE49-F238E27FC236}">
                  <a16:creationId xmlns:a16="http://schemas.microsoft.com/office/drawing/2014/main" id="{97793837-3FBF-4327-8D8F-1C41FD0E32F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7762" y="569912"/>
              <a:ext cx="954088" cy="792163"/>
            </a:xfrm>
            <a:custGeom>
              <a:avLst/>
              <a:gdLst>
                <a:gd name="T0" fmla="*/ 2147483646 w 419"/>
                <a:gd name="T1" fmla="*/ 2147483646 h 349"/>
                <a:gd name="T2" fmla="*/ 2147483646 w 419"/>
                <a:gd name="T3" fmla="*/ 2147483646 h 349"/>
                <a:gd name="T4" fmla="*/ 2147483646 w 419"/>
                <a:gd name="T5" fmla="*/ 2147483646 h 349"/>
                <a:gd name="T6" fmla="*/ 2147483646 w 419"/>
                <a:gd name="T7" fmla="*/ 2147483646 h 349"/>
                <a:gd name="T8" fmla="*/ 2147483646 w 419"/>
                <a:gd name="T9" fmla="*/ 2147483646 h 349"/>
                <a:gd name="T10" fmla="*/ 2147483646 w 419"/>
                <a:gd name="T11" fmla="*/ 2147483646 h 349"/>
                <a:gd name="T12" fmla="*/ 2147483646 w 419"/>
                <a:gd name="T13" fmla="*/ 2147483646 h 349"/>
                <a:gd name="T14" fmla="*/ 2147483646 w 419"/>
                <a:gd name="T15" fmla="*/ 2147483646 h 349"/>
                <a:gd name="T16" fmla="*/ 2147483646 w 419"/>
                <a:gd name="T17" fmla="*/ 2147483646 h 349"/>
                <a:gd name="T18" fmla="*/ 2147483646 w 419"/>
                <a:gd name="T19" fmla="*/ 2147483646 h 349"/>
                <a:gd name="T20" fmla="*/ 2147483646 w 419"/>
                <a:gd name="T21" fmla="*/ 2147483646 h 349"/>
                <a:gd name="T22" fmla="*/ 2147483646 w 419"/>
                <a:gd name="T23" fmla="*/ 2147483646 h 349"/>
                <a:gd name="T24" fmla="*/ 2147483646 w 419"/>
                <a:gd name="T25" fmla="*/ 2147483646 h 349"/>
                <a:gd name="T26" fmla="*/ 2147483646 w 419"/>
                <a:gd name="T27" fmla="*/ 2147483646 h 349"/>
                <a:gd name="T28" fmla="*/ 2147483646 w 419"/>
                <a:gd name="T29" fmla="*/ 2147483646 h 349"/>
                <a:gd name="T30" fmla="*/ 2147483646 w 419"/>
                <a:gd name="T31" fmla="*/ 2147483646 h 349"/>
                <a:gd name="T32" fmla="*/ 2147483646 w 419"/>
                <a:gd name="T33" fmla="*/ 2147483646 h 349"/>
                <a:gd name="T34" fmla="*/ 2147483646 w 419"/>
                <a:gd name="T35" fmla="*/ 2147483646 h 349"/>
                <a:gd name="T36" fmla="*/ 2147483646 w 419"/>
                <a:gd name="T37" fmla="*/ 2147483646 h 349"/>
                <a:gd name="T38" fmla="*/ 2147483646 w 419"/>
                <a:gd name="T39" fmla="*/ 2147483646 h 349"/>
                <a:gd name="T40" fmla="*/ 2147483646 w 419"/>
                <a:gd name="T41" fmla="*/ 2147483646 h 349"/>
                <a:gd name="T42" fmla="*/ 2147483646 w 419"/>
                <a:gd name="T43" fmla="*/ 2147483646 h 349"/>
                <a:gd name="T44" fmla="*/ 2147483646 w 419"/>
                <a:gd name="T45" fmla="*/ 2147483646 h 349"/>
                <a:gd name="T46" fmla="*/ 2147483646 w 419"/>
                <a:gd name="T47" fmla="*/ 2147483646 h 349"/>
                <a:gd name="T48" fmla="*/ 2147483646 w 419"/>
                <a:gd name="T49" fmla="*/ 2147483646 h 349"/>
                <a:gd name="T50" fmla="*/ 2147483646 w 419"/>
                <a:gd name="T51" fmla="*/ 2147483646 h 349"/>
                <a:gd name="T52" fmla="*/ 2147483646 w 419"/>
                <a:gd name="T53" fmla="*/ 2147483646 h 349"/>
                <a:gd name="T54" fmla="*/ 2147483646 w 419"/>
                <a:gd name="T55" fmla="*/ 2147483646 h 349"/>
                <a:gd name="T56" fmla="*/ 2147483646 w 419"/>
                <a:gd name="T57" fmla="*/ 2147483646 h 349"/>
                <a:gd name="T58" fmla="*/ 2147483646 w 419"/>
                <a:gd name="T59" fmla="*/ 2147483646 h 349"/>
                <a:gd name="T60" fmla="*/ 2147483646 w 419"/>
                <a:gd name="T61" fmla="*/ 2147483646 h 349"/>
                <a:gd name="T62" fmla="*/ 2147483646 w 419"/>
                <a:gd name="T63" fmla="*/ 2147483646 h 349"/>
                <a:gd name="T64" fmla="*/ 2147483646 w 419"/>
                <a:gd name="T65" fmla="*/ 2147483646 h 349"/>
                <a:gd name="T66" fmla="*/ 2147483646 w 419"/>
                <a:gd name="T67" fmla="*/ 2147483646 h 349"/>
                <a:gd name="T68" fmla="*/ 2147483646 w 419"/>
                <a:gd name="T69" fmla="*/ 2147483646 h 349"/>
                <a:gd name="T70" fmla="*/ 2147483646 w 419"/>
                <a:gd name="T71" fmla="*/ 2147483646 h 349"/>
                <a:gd name="T72" fmla="*/ 2147483646 w 419"/>
                <a:gd name="T73" fmla="*/ 2147483646 h 349"/>
                <a:gd name="T74" fmla="*/ 2147483646 w 419"/>
                <a:gd name="T75" fmla="*/ 2147483646 h 349"/>
                <a:gd name="T76" fmla="*/ 2147483646 w 419"/>
                <a:gd name="T77" fmla="*/ 2147483646 h 349"/>
                <a:gd name="T78" fmla="*/ 2147483646 w 419"/>
                <a:gd name="T79" fmla="*/ 2147483646 h 349"/>
                <a:gd name="T80" fmla="*/ 2147483646 w 419"/>
                <a:gd name="T81" fmla="*/ 2147483646 h 349"/>
                <a:gd name="T82" fmla="*/ 2147483646 w 419"/>
                <a:gd name="T83" fmla="*/ 2147483646 h 349"/>
                <a:gd name="T84" fmla="*/ 2147483646 w 419"/>
                <a:gd name="T85" fmla="*/ 2147483646 h 349"/>
                <a:gd name="T86" fmla="*/ 2147483646 w 419"/>
                <a:gd name="T87" fmla="*/ 2147483646 h 349"/>
                <a:gd name="T88" fmla="*/ 2147483646 w 419"/>
                <a:gd name="T89" fmla="*/ 2147483646 h 349"/>
                <a:gd name="T90" fmla="*/ 2147483646 w 419"/>
                <a:gd name="T91" fmla="*/ 2147483646 h 349"/>
                <a:gd name="T92" fmla="*/ 2147483646 w 419"/>
                <a:gd name="T93" fmla="*/ 2147483646 h 349"/>
                <a:gd name="T94" fmla="*/ 2147483646 w 419"/>
                <a:gd name="T95" fmla="*/ 2147483646 h 349"/>
                <a:gd name="T96" fmla="*/ 2147483646 w 419"/>
                <a:gd name="T97" fmla="*/ 2147483646 h 349"/>
                <a:gd name="T98" fmla="*/ 2147483646 w 419"/>
                <a:gd name="T99" fmla="*/ 2147483646 h 349"/>
                <a:gd name="T100" fmla="*/ 2147483646 w 419"/>
                <a:gd name="T101" fmla="*/ 2147483646 h 349"/>
                <a:gd name="T102" fmla="*/ 2147483646 w 419"/>
                <a:gd name="T103" fmla="*/ 2147483646 h 349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419"/>
                <a:gd name="T157" fmla="*/ 0 h 349"/>
                <a:gd name="T158" fmla="*/ 419 w 419"/>
                <a:gd name="T159" fmla="*/ 349 h 349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419" h="349">
                  <a:moveTo>
                    <a:pt x="30" y="196"/>
                  </a:moveTo>
                  <a:cubicBezTo>
                    <a:pt x="30" y="196"/>
                    <a:pt x="28" y="153"/>
                    <a:pt x="33" y="136"/>
                  </a:cubicBezTo>
                  <a:cubicBezTo>
                    <a:pt x="33" y="136"/>
                    <a:pt x="48" y="123"/>
                    <a:pt x="62" y="133"/>
                  </a:cubicBezTo>
                  <a:cubicBezTo>
                    <a:pt x="76" y="143"/>
                    <a:pt x="107" y="161"/>
                    <a:pt x="119" y="172"/>
                  </a:cubicBezTo>
                  <a:cubicBezTo>
                    <a:pt x="132" y="184"/>
                    <a:pt x="147" y="198"/>
                    <a:pt x="159" y="196"/>
                  </a:cubicBezTo>
                  <a:cubicBezTo>
                    <a:pt x="172" y="194"/>
                    <a:pt x="183" y="185"/>
                    <a:pt x="187" y="177"/>
                  </a:cubicBezTo>
                  <a:cubicBezTo>
                    <a:pt x="191" y="168"/>
                    <a:pt x="200" y="160"/>
                    <a:pt x="213" y="162"/>
                  </a:cubicBezTo>
                  <a:cubicBezTo>
                    <a:pt x="225" y="164"/>
                    <a:pt x="240" y="185"/>
                    <a:pt x="238" y="220"/>
                  </a:cubicBezTo>
                  <a:cubicBezTo>
                    <a:pt x="238" y="220"/>
                    <a:pt x="250" y="245"/>
                    <a:pt x="266" y="253"/>
                  </a:cubicBezTo>
                  <a:cubicBezTo>
                    <a:pt x="282" y="261"/>
                    <a:pt x="290" y="273"/>
                    <a:pt x="285" y="288"/>
                  </a:cubicBezTo>
                  <a:cubicBezTo>
                    <a:pt x="279" y="304"/>
                    <a:pt x="268" y="332"/>
                    <a:pt x="279" y="349"/>
                  </a:cubicBezTo>
                  <a:cubicBezTo>
                    <a:pt x="279" y="349"/>
                    <a:pt x="273" y="318"/>
                    <a:pt x="286" y="295"/>
                  </a:cubicBezTo>
                  <a:cubicBezTo>
                    <a:pt x="300" y="272"/>
                    <a:pt x="289" y="270"/>
                    <a:pt x="289" y="270"/>
                  </a:cubicBezTo>
                  <a:cubicBezTo>
                    <a:pt x="289" y="270"/>
                    <a:pt x="300" y="268"/>
                    <a:pt x="295" y="299"/>
                  </a:cubicBezTo>
                  <a:cubicBezTo>
                    <a:pt x="293" y="314"/>
                    <a:pt x="288" y="327"/>
                    <a:pt x="297" y="336"/>
                  </a:cubicBezTo>
                  <a:cubicBezTo>
                    <a:pt x="297" y="336"/>
                    <a:pt x="289" y="323"/>
                    <a:pt x="296" y="309"/>
                  </a:cubicBezTo>
                  <a:cubicBezTo>
                    <a:pt x="303" y="294"/>
                    <a:pt x="306" y="283"/>
                    <a:pt x="299" y="273"/>
                  </a:cubicBezTo>
                  <a:cubicBezTo>
                    <a:pt x="299" y="273"/>
                    <a:pt x="314" y="283"/>
                    <a:pt x="314" y="295"/>
                  </a:cubicBezTo>
                  <a:cubicBezTo>
                    <a:pt x="313" y="307"/>
                    <a:pt x="328" y="339"/>
                    <a:pt x="348" y="340"/>
                  </a:cubicBezTo>
                  <a:cubicBezTo>
                    <a:pt x="348" y="340"/>
                    <a:pt x="319" y="325"/>
                    <a:pt x="319" y="305"/>
                  </a:cubicBezTo>
                  <a:cubicBezTo>
                    <a:pt x="319" y="284"/>
                    <a:pt x="308" y="271"/>
                    <a:pt x="308" y="271"/>
                  </a:cubicBezTo>
                  <a:cubicBezTo>
                    <a:pt x="308" y="271"/>
                    <a:pt x="327" y="312"/>
                    <a:pt x="343" y="317"/>
                  </a:cubicBezTo>
                  <a:cubicBezTo>
                    <a:pt x="359" y="322"/>
                    <a:pt x="366" y="327"/>
                    <a:pt x="370" y="331"/>
                  </a:cubicBezTo>
                  <a:cubicBezTo>
                    <a:pt x="370" y="331"/>
                    <a:pt x="359" y="314"/>
                    <a:pt x="344" y="312"/>
                  </a:cubicBezTo>
                  <a:cubicBezTo>
                    <a:pt x="330" y="309"/>
                    <a:pt x="319" y="288"/>
                    <a:pt x="319" y="271"/>
                  </a:cubicBezTo>
                  <a:cubicBezTo>
                    <a:pt x="319" y="271"/>
                    <a:pt x="343" y="304"/>
                    <a:pt x="359" y="306"/>
                  </a:cubicBezTo>
                  <a:cubicBezTo>
                    <a:pt x="359" y="306"/>
                    <a:pt x="332" y="289"/>
                    <a:pt x="337" y="270"/>
                  </a:cubicBezTo>
                  <a:cubicBezTo>
                    <a:pt x="337" y="270"/>
                    <a:pt x="351" y="293"/>
                    <a:pt x="362" y="298"/>
                  </a:cubicBezTo>
                  <a:cubicBezTo>
                    <a:pt x="374" y="302"/>
                    <a:pt x="385" y="314"/>
                    <a:pt x="385" y="327"/>
                  </a:cubicBezTo>
                  <a:cubicBezTo>
                    <a:pt x="385" y="327"/>
                    <a:pt x="387" y="304"/>
                    <a:pt x="365" y="295"/>
                  </a:cubicBezTo>
                  <a:cubicBezTo>
                    <a:pt x="342" y="286"/>
                    <a:pt x="349" y="261"/>
                    <a:pt x="349" y="261"/>
                  </a:cubicBezTo>
                  <a:cubicBezTo>
                    <a:pt x="349" y="261"/>
                    <a:pt x="369" y="291"/>
                    <a:pt x="382" y="292"/>
                  </a:cubicBezTo>
                  <a:cubicBezTo>
                    <a:pt x="394" y="293"/>
                    <a:pt x="401" y="312"/>
                    <a:pt x="415" y="295"/>
                  </a:cubicBezTo>
                  <a:cubicBezTo>
                    <a:pt x="415" y="295"/>
                    <a:pt x="403" y="303"/>
                    <a:pt x="397" y="295"/>
                  </a:cubicBezTo>
                  <a:cubicBezTo>
                    <a:pt x="391" y="288"/>
                    <a:pt x="387" y="290"/>
                    <a:pt x="379" y="285"/>
                  </a:cubicBezTo>
                  <a:cubicBezTo>
                    <a:pt x="370" y="281"/>
                    <a:pt x="367" y="257"/>
                    <a:pt x="367" y="257"/>
                  </a:cubicBezTo>
                  <a:cubicBezTo>
                    <a:pt x="367" y="257"/>
                    <a:pt x="390" y="299"/>
                    <a:pt x="413" y="286"/>
                  </a:cubicBezTo>
                  <a:cubicBezTo>
                    <a:pt x="413" y="286"/>
                    <a:pt x="390" y="293"/>
                    <a:pt x="380" y="266"/>
                  </a:cubicBezTo>
                  <a:cubicBezTo>
                    <a:pt x="380" y="266"/>
                    <a:pt x="391" y="283"/>
                    <a:pt x="401" y="279"/>
                  </a:cubicBezTo>
                  <a:cubicBezTo>
                    <a:pt x="401" y="279"/>
                    <a:pt x="383" y="270"/>
                    <a:pt x="379" y="251"/>
                  </a:cubicBezTo>
                  <a:cubicBezTo>
                    <a:pt x="379" y="251"/>
                    <a:pt x="404" y="281"/>
                    <a:pt x="419" y="278"/>
                  </a:cubicBezTo>
                  <a:cubicBezTo>
                    <a:pt x="419" y="278"/>
                    <a:pt x="394" y="267"/>
                    <a:pt x="388" y="251"/>
                  </a:cubicBezTo>
                  <a:cubicBezTo>
                    <a:pt x="388" y="251"/>
                    <a:pt x="404" y="263"/>
                    <a:pt x="414" y="253"/>
                  </a:cubicBezTo>
                  <a:cubicBezTo>
                    <a:pt x="414" y="253"/>
                    <a:pt x="377" y="256"/>
                    <a:pt x="371" y="219"/>
                  </a:cubicBezTo>
                  <a:cubicBezTo>
                    <a:pt x="366" y="182"/>
                    <a:pt x="373" y="154"/>
                    <a:pt x="362" y="124"/>
                  </a:cubicBezTo>
                  <a:cubicBezTo>
                    <a:pt x="350" y="94"/>
                    <a:pt x="340" y="80"/>
                    <a:pt x="324" y="63"/>
                  </a:cubicBezTo>
                  <a:cubicBezTo>
                    <a:pt x="308" y="47"/>
                    <a:pt x="298" y="26"/>
                    <a:pt x="279" y="19"/>
                  </a:cubicBezTo>
                  <a:cubicBezTo>
                    <a:pt x="260" y="12"/>
                    <a:pt x="235" y="0"/>
                    <a:pt x="216" y="1"/>
                  </a:cubicBezTo>
                  <a:cubicBezTo>
                    <a:pt x="198" y="3"/>
                    <a:pt x="188" y="1"/>
                    <a:pt x="168" y="9"/>
                  </a:cubicBezTo>
                  <a:cubicBezTo>
                    <a:pt x="148" y="18"/>
                    <a:pt x="108" y="38"/>
                    <a:pt x="98" y="48"/>
                  </a:cubicBezTo>
                  <a:cubicBezTo>
                    <a:pt x="88" y="57"/>
                    <a:pt x="57" y="76"/>
                    <a:pt x="50" y="81"/>
                  </a:cubicBezTo>
                  <a:cubicBezTo>
                    <a:pt x="44" y="86"/>
                    <a:pt x="0" y="116"/>
                    <a:pt x="30" y="196"/>
                  </a:cubicBezTo>
                  <a:close/>
                </a:path>
              </a:pathLst>
            </a:custGeom>
            <a:noFill/>
            <a:ln w="3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5356" name="Freeform 204">
              <a:extLst>
                <a:ext uri="{FF2B5EF4-FFF2-40B4-BE49-F238E27FC236}">
                  <a16:creationId xmlns:a16="http://schemas.microsoft.com/office/drawing/2014/main" id="{903BF1EA-ADAB-4699-8E98-BC45F853CDD7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9675" y="773113"/>
              <a:ext cx="52388" cy="131763"/>
            </a:xfrm>
            <a:custGeom>
              <a:avLst/>
              <a:gdLst>
                <a:gd name="T0" fmla="*/ 2147483646 w 23"/>
                <a:gd name="T1" fmla="*/ 2147483646 h 58"/>
                <a:gd name="T2" fmla="*/ 2147483646 w 23"/>
                <a:gd name="T3" fmla="*/ 2147483646 h 58"/>
                <a:gd name="T4" fmla="*/ 2147483646 w 23"/>
                <a:gd name="T5" fmla="*/ 2147483646 h 58"/>
                <a:gd name="T6" fmla="*/ 2147483646 w 23"/>
                <a:gd name="T7" fmla="*/ 2147483646 h 58"/>
                <a:gd name="T8" fmla="*/ 2147483646 w 23"/>
                <a:gd name="T9" fmla="*/ 2147483646 h 58"/>
                <a:gd name="T10" fmla="*/ 2147483646 w 23"/>
                <a:gd name="T11" fmla="*/ 2147483646 h 58"/>
                <a:gd name="T12" fmla="*/ 2147483646 w 23"/>
                <a:gd name="T13" fmla="*/ 2147483646 h 58"/>
                <a:gd name="T14" fmla="*/ 2147483646 w 23"/>
                <a:gd name="T15" fmla="*/ 2147483646 h 58"/>
                <a:gd name="T16" fmla="*/ 2147483646 w 23"/>
                <a:gd name="T17" fmla="*/ 2147483646 h 58"/>
                <a:gd name="T18" fmla="*/ 2147483646 w 23"/>
                <a:gd name="T19" fmla="*/ 2147483646 h 58"/>
                <a:gd name="T20" fmla="*/ 2147483646 w 23"/>
                <a:gd name="T21" fmla="*/ 2147483646 h 58"/>
                <a:gd name="T22" fmla="*/ 2147483646 w 23"/>
                <a:gd name="T23" fmla="*/ 2147483646 h 58"/>
                <a:gd name="T24" fmla="*/ 2147483646 w 23"/>
                <a:gd name="T25" fmla="*/ 2147483646 h 58"/>
                <a:gd name="T26" fmla="*/ 2147483646 w 23"/>
                <a:gd name="T27" fmla="*/ 2147483646 h 58"/>
                <a:gd name="T28" fmla="*/ 2147483646 w 23"/>
                <a:gd name="T29" fmla="*/ 2147483646 h 58"/>
                <a:gd name="T30" fmla="*/ 2147483646 w 23"/>
                <a:gd name="T31" fmla="*/ 2147483646 h 58"/>
                <a:gd name="T32" fmla="*/ 2147483646 w 23"/>
                <a:gd name="T33" fmla="*/ 2147483646 h 58"/>
                <a:gd name="T34" fmla="*/ 2147483646 w 23"/>
                <a:gd name="T35" fmla="*/ 2147483646 h 58"/>
                <a:gd name="T36" fmla="*/ 2147483646 w 23"/>
                <a:gd name="T37" fmla="*/ 2147483646 h 58"/>
                <a:gd name="T38" fmla="*/ 2147483646 w 23"/>
                <a:gd name="T39" fmla="*/ 2147483646 h 58"/>
                <a:gd name="T40" fmla="*/ 2147483646 w 23"/>
                <a:gd name="T41" fmla="*/ 2147483646 h 58"/>
                <a:gd name="T42" fmla="*/ 2147483646 w 23"/>
                <a:gd name="T43" fmla="*/ 2147483646 h 58"/>
                <a:gd name="T44" fmla="*/ 2147483646 w 23"/>
                <a:gd name="T45" fmla="*/ 2147483646 h 58"/>
                <a:gd name="T46" fmla="*/ 2147483646 w 23"/>
                <a:gd name="T47" fmla="*/ 2147483646 h 58"/>
                <a:gd name="T48" fmla="*/ 2147483646 w 23"/>
                <a:gd name="T49" fmla="*/ 2147483646 h 58"/>
                <a:gd name="T50" fmla="*/ 2147483646 w 23"/>
                <a:gd name="T51" fmla="*/ 2147483646 h 58"/>
                <a:gd name="T52" fmla="*/ 2147483646 w 23"/>
                <a:gd name="T53" fmla="*/ 2147483646 h 58"/>
                <a:gd name="T54" fmla="*/ 2147483646 w 23"/>
                <a:gd name="T55" fmla="*/ 2147483646 h 58"/>
                <a:gd name="T56" fmla="*/ 2147483646 w 23"/>
                <a:gd name="T57" fmla="*/ 2147483646 h 58"/>
                <a:gd name="T58" fmla="*/ 2147483646 w 23"/>
                <a:gd name="T59" fmla="*/ 2147483646 h 58"/>
                <a:gd name="T60" fmla="*/ 2147483646 w 23"/>
                <a:gd name="T61" fmla="*/ 2147483646 h 58"/>
                <a:gd name="T62" fmla="*/ 2147483646 w 23"/>
                <a:gd name="T63" fmla="*/ 2147483646 h 58"/>
                <a:gd name="T64" fmla="*/ 2147483646 w 23"/>
                <a:gd name="T65" fmla="*/ 2147483646 h 58"/>
                <a:gd name="T66" fmla="*/ 2147483646 w 23"/>
                <a:gd name="T67" fmla="*/ 2147483646 h 58"/>
                <a:gd name="T68" fmla="*/ 2147483646 w 23"/>
                <a:gd name="T69" fmla="*/ 2147483646 h 58"/>
                <a:gd name="T70" fmla="*/ 2147483646 w 23"/>
                <a:gd name="T71" fmla="*/ 2147483646 h 58"/>
                <a:gd name="T72" fmla="*/ 2147483646 w 23"/>
                <a:gd name="T73" fmla="*/ 2147483646 h 58"/>
                <a:gd name="T74" fmla="*/ 2147483646 w 23"/>
                <a:gd name="T75" fmla="*/ 2147483646 h 58"/>
                <a:gd name="T76" fmla="*/ 2147483646 w 23"/>
                <a:gd name="T77" fmla="*/ 2147483646 h 58"/>
                <a:gd name="T78" fmla="*/ 2147483646 w 23"/>
                <a:gd name="T79" fmla="*/ 2147483646 h 58"/>
                <a:gd name="T80" fmla="*/ 2147483646 w 23"/>
                <a:gd name="T81" fmla="*/ 2147483646 h 58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23"/>
                <a:gd name="T124" fmla="*/ 0 h 58"/>
                <a:gd name="T125" fmla="*/ 23 w 23"/>
                <a:gd name="T126" fmla="*/ 58 h 58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23" h="58">
                  <a:moveTo>
                    <a:pt x="9" y="41"/>
                  </a:moveTo>
                  <a:cubicBezTo>
                    <a:pt x="7" y="40"/>
                    <a:pt x="5" y="41"/>
                    <a:pt x="4" y="42"/>
                  </a:cubicBezTo>
                  <a:cubicBezTo>
                    <a:pt x="6" y="40"/>
                    <a:pt x="8" y="39"/>
                    <a:pt x="4" y="39"/>
                  </a:cubicBezTo>
                  <a:cubicBezTo>
                    <a:pt x="5" y="38"/>
                    <a:pt x="7" y="36"/>
                    <a:pt x="4" y="36"/>
                  </a:cubicBezTo>
                  <a:cubicBezTo>
                    <a:pt x="5" y="35"/>
                    <a:pt x="7" y="34"/>
                    <a:pt x="5" y="33"/>
                  </a:cubicBezTo>
                  <a:cubicBezTo>
                    <a:pt x="6" y="32"/>
                    <a:pt x="8" y="26"/>
                    <a:pt x="8" y="26"/>
                  </a:cubicBezTo>
                  <a:cubicBezTo>
                    <a:pt x="9" y="24"/>
                    <a:pt x="11" y="21"/>
                    <a:pt x="11" y="19"/>
                  </a:cubicBezTo>
                  <a:cubicBezTo>
                    <a:pt x="13" y="18"/>
                    <a:pt x="14" y="15"/>
                    <a:pt x="12" y="13"/>
                  </a:cubicBezTo>
                  <a:cubicBezTo>
                    <a:pt x="14" y="13"/>
                    <a:pt x="14" y="12"/>
                    <a:pt x="14" y="10"/>
                  </a:cubicBezTo>
                  <a:cubicBezTo>
                    <a:pt x="14" y="9"/>
                    <a:pt x="15" y="8"/>
                    <a:pt x="16" y="7"/>
                  </a:cubicBezTo>
                  <a:cubicBezTo>
                    <a:pt x="18" y="5"/>
                    <a:pt x="20" y="4"/>
                    <a:pt x="23" y="3"/>
                  </a:cubicBezTo>
                  <a:cubicBezTo>
                    <a:pt x="22" y="2"/>
                    <a:pt x="21" y="2"/>
                    <a:pt x="20" y="2"/>
                  </a:cubicBezTo>
                  <a:cubicBezTo>
                    <a:pt x="21" y="1"/>
                    <a:pt x="21" y="1"/>
                    <a:pt x="22" y="1"/>
                  </a:cubicBezTo>
                  <a:cubicBezTo>
                    <a:pt x="21" y="0"/>
                    <a:pt x="15" y="2"/>
                    <a:pt x="14" y="3"/>
                  </a:cubicBezTo>
                  <a:cubicBezTo>
                    <a:pt x="15" y="3"/>
                    <a:pt x="16" y="3"/>
                    <a:pt x="16" y="4"/>
                  </a:cubicBezTo>
                  <a:cubicBezTo>
                    <a:pt x="15" y="4"/>
                    <a:pt x="13" y="5"/>
                    <a:pt x="12" y="6"/>
                  </a:cubicBezTo>
                  <a:cubicBezTo>
                    <a:pt x="13" y="6"/>
                    <a:pt x="14" y="6"/>
                    <a:pt x="15" y="7"/>
                  </a:cubicBezTo>
                  <a:cubicBezTo>
                    <a:pt x="14" y="8"/>
                    <a:pt x="11" y="8"/>
                    <a:pt x="10" y="9"/>
                  </a:cubicBezTo>
                  <a:cubicBezTo>
                    <a:pt x="11" y="10"/>
                    <a:pt x="11" y="10"/>
                    <a:pt x="12" y="10"/>
                  </a:cubicBezTo>
                  <a:cubicBezTo>
                    <a:pt x="12" y="10"/>
                    <a:pt x="5" y="15"/>
                    <a:pt x="10" y="15"/>
                  </a:cubicBezTo>
                  <a:cubicBezTo>
                    <a:pt x="9" y="16"/>
                    <a:pt x="8" y="16"/>
                    <a:pt x="8" y="17"/>
                  </a:cubicBezTo>
                  <a:cubicBezTo>
                    <a:pt x="8" y="18"/>
                    <a:pt x="8" y="19"/>
                    <a:pt x="8" y="19"/>
                  </a:cubicBezTo>
                  <a:cubicBezTo>
                    <a:pt x="8" y="20"/>
                    <a:pt x="5" y="23"/>
                    <a:pt x="7" y="24"/>
                  </a:cubicBezTo>
                  <a:cubicBezTo>
                    <a:pt x="7" y="25"/>
                    <a:pt x="4" y="28"/>
                    <a:pt x="6" y="28"/>
                  </a:cubicBezTo>
                  <a:cubicBezTo>
                    <a:pt x="5" y="28"/>
                    <a:pt x="4" y="29"/>
                    <a:pt x="4" y="30"/>
                  </a:cubicBezTo>
                  <a:cubicBezTo>
                    <a:pt x="4" y="30"/>
                    <a:pt x="5" y="30"/>
                    <a:pt x="5" y="30"/>
                  </a:cubicBezTo>
                  <a:cubicBezTo>
                    <a:pt x="4" y="32"/>
                    <a:pt x="2" y="33"/>
                    <a:pt x="1" y="35"/>
                  </a:cubicBezTo>
                  <a:cubicBezTo>
                    <a:pt x="2" y="35"/>
                    <a:pt x="2" y="35"/>
                    <a:pt x="2" y="35"/>
                  </a:cubicBezTo>
                  <a:cubicBezTo>
                    <a:pt x="2" y="36"/>
                    <a:pt x="1" y="37"/>
                    <a:pt x="1" y="38"/>
                  </a:cubicBezTo>
                  <a:cubicBezTo>
                    <a:pt x="1" y="38"/>
                    <a:pt x="2" y="39"/>
                    <a:pt x="2" y="39"/>
                  </a:cubicBezTo>
                  <a:cubicBezTo>
                    <a:pt x="2" y="40"/>
                    <a:pt x="0" y="41"/>
                    <a:pt x="1" y="43"/>
                  </a:cubicBezTo>
                  <a:cubicBezTo>
                    <a:pt x="2" y="42"/>
                    <a:pt x="2" y="43"/>
                    <a:pt x="3" y="42"/>
                  </a:cubicBezTo>
                  <a:cubicBezTo>
                    <a:pt x="3" y="43"/>
                    <a:pt x="1" y="45"/>
                    <a:pt x="3" y="45"/>
                  </a:cubicBezTo>
                  <a:cubicBezTo>
                    <a:pt x="3" y="47"/>
                    <a:pt x="1" y="47"/>
                    <a:pt x="1" y="49"/>
                  </a:cubicBezTo>
                  <a:cubicBezTo>
                    <a:pt x="2" y="49"/>
                    <a:pt x="2" y="49"/>
                    <a:pt x="2" y="49"/>
                  </a:cubicBezTo>
                  <a:cubicBezTo>
                    <a:pt x="2" y="50"/>
                    <a:pt x="2" y="52"/>
                    <a:pt x="2" y="54"/>
                  </a:cubicBezTo>
                  <a:cubicBezTo>
                    <a:pt x="2" y="55"/>
                    <a:pt x="2" y="57"/>
                    <a:pt x="1" y="58"/>
                  </a:cubicBezTo>
                  <a:cubicBezTo>
                    <a:pt x="1" y="57"/>
                    <a:pt x="2" y="53"/>
                    <a:pt x="3" y="52"/>
                  </a:cubicBezTo>
                  <a:cubicBezTo>
                    <a:pt x="3" y="50"/>
                    <a:pt x="3" y="48"/>
                    <a:pt x="4" y="46"/>
                  </a:cubicBezTo>
                  <a:cubicBezTo>
                    <a:pt x="4" y="45"/>
                    <a:pt x="4" y="43"/>
                    <a:pt x="5" y="42"/>
                  </a:cubicBezTo>
                  <a:cubicBezTo>
                    <a:pt x="6" y="42"/>
                    <a:pt x="7" y="42"/>
                    <a:pt x="8" y="41"/>
                  </a:cubicBezTo>
                </a:path>
              </a:pathLst>
            </a:custGeom>
            <a:solidFill>
              <a:srgbClr val="60340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5357" name="Freeform 205">
              <a:extLst>
                <a:ext uri="{FF2B5EF4-FFF2-40B4-BE49-F238E27FC236}">
                  <a16:creationId xmlns:a16="http://schemas.microsoft.com/office/drawing/2014/main" id="{CFDB8881-A9FE-441C-B9AD-2E9F97A01346}"/>
                </a:ext>
              </a:extLst>
            </p:cNvPr>
            <p:cNvSpPr>
              <a:spLocks/>
            </p:cNvSpPr>
            <p:nvPr/>
          </p:nvSpPr>
          <p:spPr bwMode="auto">
            <a:xfrm>
              <a:off x="5441950" y="1096963"/>
              <a:ext cx="150813" cy="296863"/>
            </a:xfrm>
            <a:custGeom>
              <a:avLst/>
              <a:gdLst>
                <a:gd name="T0" fmla="*/ 2147483646 w 66"/>
                <a:gd name="T1" fmla="*/ 0 h 131"/>
                <a:gd name="T2" fmla="*/ 2147483646 w 66"/>
                <a:gd name="T3" fmla="*/ 0 h 131"/>
                <a:gd name="T4" fmla="*/ 2147483646 w 66"/>
                <a:gd name="T5" fmla="*/ 2147483646 h 131"/>
                <a:gd name="T6" fmla="*/ 2147483646 w 66"/>
                <a:gd name="T7" fmla="*/ 2147483646 h 131"/>
                <a:gd name="T8" fmla="*/ 2147483646 w 66"/>
                <a:gd name="T9" fmla="*/ 2147483646 h 131"/>
                <a:gd name="T10" fmla="*/ 2147483646 w 66"/>
                <a:gd name="T11" fmla="*/ 2147483646 h 131"/>
                <a:gd name="T12" fmla="*/ 2147483646 w 66"/>
                <a:gd name="T13" fmla="*/ 2147483646 h 131"/>
                <a:gd name="T14" fmla="*/ 2147483646 w 66"/>
                <a:gd name="T15" fmla="*/ 2147483646 h 131"/>
                <a:gd name="T16" fmla="*/ 2147483646 w 66"/>
                <a:gd name="T17" fmla="*/ 2147483646 h 131"/>
                <a:gd name="T18" fmla="*/ 2147483646 w 66"/>
                <a:gd name="T19" fmla="*/ 2147483646 h 131"/>
                <a:gd name="T20" fmla="*/ 2147483646 w 66"/>
                <a:gd name="T21" fmla="*/ 2147483646 h 131"/>
                <a:gd name="T22" fmla="*/ 2147483646 w 66"/>
                <a:gd name="T23" fmla="*/ 2147483646 h 131"/>
                <a:gd name="T24" fmla="*/ 2147483646 w 66"/>
                <a:gd name="T25" fmla="*/ 2147483646 h 131"/>
                <a:gd name="T26" fmla="*/ 2147483646 w 66"/>
                <a:gd name="T27" fmla="*/ 2147483646 h 131"/>
                <a:gd name="T28" fmla="*/ 2147483646 w 66"/>
                <a:gd name="T29" fmla="*/ 2147483646 h 131"/>
                <a:gd name="T30" fmla="*/ 2147483646 w 66"/>
                <a:gd name="T31" fmla="*/ 2147483646 h 131"/>
                <a:gd name="T32" fmla="*/ 2147483646 w 66"/>
                <a:gd name="T33" fmla="*/ 0 h 131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66"/>
                <a:gd name="T52" fmla="*/ 0 h 131"/>
                <a:gd name="T53" fmla="*/ 66 w 66"/>
                <a:gd name="T54" fmla="*/ 131 h 131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66" h="131">
                  <a:moveTo>
                    <a:pt x="25" y="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4" y="12"/>
                    <a:pt x="26" y="23"/>
                    <a:pt x="16" y="32"/>
                  </a:cubicBezTo>
                  <a:cubicBezTo>
                    <a:pt x="14" y="34"/>
                    <a:pt x="12" y="36"/>
                    <a:pt x="10" y="37"/>
                  </a:cubicBezTo>
                  <a:cubicBezTo>
                    <a:pt x="8" y="38"/>
                    <a:pt x="3" y="38"/>
                    <a:pt x="3" y="38"/>
                  </a:cubicBezTo>
                  <a:cubicBezTo>
                    <a:pt x="0" y="42"/>
                    <a:pt x="7" y="53"/>
                    <a:pt x="8" y="56"/>
                  </a:cubicBezTo>
                  <a:cubicBezTo>
                    <a:pt x="15" y="69"/>
                    <a:pt x="14" y="81"/>
                    <a:pt x="12" y="95"/>
                  </a:cubicBezTo>
                  <a:cubicBezTo>
                    <a:pt x="11" y="100"/>
                    <a:pt x="11" y="106"/>
                    <a:pt x="9" y="111"/>
                  </a:cubicBezTo>
                  <a:cubicBezTo>
                    <a:pt x="7" y="116"/>
                    <a:pt x="4" y="121"/>
                    <a:pt x="4" y="127"/>
                  </a:cubicBezTo>
                  <a:cubicBezTo>
                    <a:pt x="4" y="128"/>
                    <a:pt x="4" y="129"/>
                    <a:pt x="4" y="131"/>
                  </a:cubicBezTo>
                  <a:cubicBezTo>
                    <a:pt x="8" y="116"/>
                    <a:pt x="20" y="104"/>
                    <a:pt x="24" y="89"/>
                  </a:cubicBezTo>
                  <a:cubicBezTo>
                    <a:pt x="28" y="76"/>
                    <a:pt x="29" y="62"/>
                    <a:pt x="35" y="50"/>
                  </a:cubicBezTo>
                  <a:cubicBezTo>
                    <a:pt x="38" y="43"/>
                    <a:pt x="43" y="37"/>
                    <a:pt x="50" y="36"/>
                  </a:cubicBezTo>
                  <a:cubicBezTo>
                    <a:pt x="57" y="36"/>
                    <a:pt x="62" y="38"/>
                    <a:pt x="64" y="44"/>
                  </a:cubicBezTo>
                  <a:cubicBezTo>
                    <a:pt x="66" y="31"/>
                    <a:pt x="56" y="31"/>
                    <a:pt x="47" y="24"/>
                  </a:cubicBezTo>
                  <a:cubicBezTo>
                    <a:pt x="43" y="21"/>
                    <a:pt x="40" y="18"/>
                    <a:pt x="37" y="13"/>
                  </a:cubicBezTo>
                  <a:cubicBezTo>
                    <a:pt x="34" y="10"/>
                    <a:pt x="30" y="2"/>
                    <a:pt x="27" y="0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5358" name="Freeform 206">
              <a:extLst>
                <a:ext uri="{FF2B5EF4-FFF2-40B4-BE49-F238E27FC236}">
                  <a16:creationId xmlns:a16="http://schemas.microsoft.com/office/drawing/2014/main" id="{C2F1922F-9A39-4639-B641-513A6619599E}"/>
                </a:ext>
              </a:extLst>
            </p:cNvPr>
            <p:cNvSpPr>
              <a:spLocks/>
            </p:cNvSpPr>
            <p:nvPr/>
          </p:nvSpPr>
          <p:spPr bwMode="auto">
            <a:xfrm>
              <a:off x="5592763" y="1236663"/>
              <a:ext cx="30163" cy="134938"/>
            </a:xfrm>
            <a:custGeom>
              <a:avLst/>
              <a:gdLst>
                <a:gd name="T0" fmla="*/ 2147483646 w 13"/>
                <a:gd name="T1" fmla="*/ 0 h 59"/>
                <a:gd name="T2" fmla="*/ 2147483646 w 13"/>
                <a:gd name="T3" fmla="*/ 2147483646 h 59"/>
                <a:gd name="T4" fmla="*/ 2147483646 w 13"/>
                <a:gd name="T5" fmla="*/ 2147483646 h 59"/>
                <a:gd name="T6" fmla="*/ 2147483646 w 13"/>
                <a:gd name="T7" fmla="*/ 2147483646 h 59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3"/>
                <a:gd name="T13" fmla="*/ 0 h 59"/>
                <a:gd name="T14" fmla="*/ 13 w 13"/>
                <a:gd name="T15" fmla="*/ 59 h 59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3" h="59">
                  <a:moveTo>
                    <a:pt x="12" y="0"/>
                  </a:moveTo>
                  <a:cubicBezTo>
                    <a:pt x="7" y="7"/>
                    <a:pt x="3" y="19"/>
                    <a:pt x="1" y="27"/>
                  </a:cubicBezTo>
                  <a:cubicBezTo>
                    <a:pt x="0" y="34"/>
                    <a:pt x="1" y="55"/>
                    <a:pt x="7" y="59"/>
                  </a:cubicBezTo>
                  <a:cubicBezTo>
                    <a:pt x="2" y="44"/>
                    <a:pt x="7" y="16"/>
                    <a:pt x="13" y="2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5359" name="Freeform 207">
              <a:extLst>
                <a:ext uri="{FF2B5EF4-FFF2-40B4-BE49-F238E27FC236}">
                  <a16:creationId xmlns:a16="http://schemas.microsoft.com/office/drawing/2014/main" id="{393837A8-4441-43AC-B526-85C8CE861564}"/>
                </a:ext>
              </a:extLst>
            </p:cNvPr>
            <p:cNvSpPr>
              <a:spLocks/>
            </p:cNvSpPr>
            <p:nvPr/>
          </p:nvSpPr>
          <p:spPr bwMode="auto">
            <a:xfrm>
              <a:off x="5640388" y="1230313"/>
              <a:ext cx="61913" cy="109538"/>
            </a:xfrm>
            <a:custGeom>
              <a:avLst/>
              <a:gdLst>
                <a:gd name="T0" fmla="*/ 0 w 27"/>
                <a:gd name="T1" fmla="*/ 2147483646 h 48"/>
                <a:gd name="T2" fmla="*/ 2147483646 w 27"/>
                <a:gd name="T3" fmla="*/ 0 h 48"/>
                <a:gd name="T4" fmla="*/ 2147483646 w 27"/>
                <a:gd name="T5" fmla="*/ 2147483646 h 48"/>
                <a:gd name="T6" fmla="*/ 2147483646 w 27"/>
                <a:gd name="T7" fmla="*/ 2147483646 h 48"/>
                <a:gd name="T8" fmla="*/ 2147483646 w 27"/>
                <a:gd name="T9" fmla="*/ 2147483646 h 48"/>
                <a:gd name="T10" fmla="*/ 2147483646 w 27"/>
                <a:gd name="T11" fmla="*/ 2147483646 h 4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7"/>
                <a:gd name="T19" fmla="*/ 0 h 48"/>
                <a:gd name="T20" fmla="*/ 27 w 27"/>
                <a:gd name="T21" fmla="*/ 48 h 48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7" h="48">
                  <a:moveTo>
                    <a:pt x="0" y="22"/>
                  </a:moveTo>
                  <a:cubicBezTo>
                    <a:pt x="5" y="16"/>
                    <a:pt x="4" y="6"/>
                    <a:pt x="8" y="0"/>
                  </a:cubicBezTo>
                  <a:cubicBezTo>
                    <a:pt x="11" y="6"/>
                    <a:pt x="10" y="15"/>
                    <a:pt x="13" y="23"/>
                  </a:cubicBezTo>
                  <a:cubicBezTo>
                    <a:pt x="17" y="32"/>
                    <a:pt x="21" y="40"/>
                    <a:pt x="27" y="48"/>
                  </a:cubicBezTo>
                  <a:cubicBezTo>
                    <a:pt x="17" y="39"/>
                    <a:pt x="13" y="26"/>
                    <a:pt x="8" y="14"/>
                  </a:cubicBezTo>
                  <a:cubicBezTo>
                    <a:pt x="6" y="17"/>
                    <a:pt x="2" y="21"/>
                    <a:pt x="1" y="24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5360" name="Freeform 208">
              <a:extLst>
                <a:ext uri="{FF2B5EF4-FFF2-40B4-BE49-F238E27FC236}">
                  <a16:creationId xmlns:a16="http://schemas.microsoft.com/office/drawing/2014/main" id="{4F5D7B14-CDC6-4724-90CF-E4E1741AD088}"/>
                </a:ext>
              </a:extLst>
            </p:cNvPr>
            <p:cNvSpPr>
              <a:spLocks/>
            </p:cNvSpPr>
            <p:nvPr/>
          </p:nvSpPr>
          <p:spPr bwMode="auto">
            <a:xfrm>
              <a:off x="5692775" y="1273175"/>
              <a:ext cx="57150" cy="57150"/>
            </a:xfrm>
            <a:custGeom>
              <a:avLst/>
              <a:gdLst>
                <a:gd name="T0" fmla="*/ 2147483646 w 25"/>
                <a:gd name="T1" fmla="*/ 2147483646 h 25"/>
                <a:gd name="T2" fmla="*/ 2147483646 w 25"/>
                <a:gd name="T3" fmla="*/ 2147483646 h 25"/>
                <a:gd name="T4" fmla="*/ 2147483646 w 25"/>
                <a:gd name="T5" fmla="*/ 0 h 25"/>
                <a:gd name="T6" fmla="*/ 0 60000 65536"/>
                <a:gd name="T7" fmla="*/ 0 60000 65536"/>
                <a:gd name="T8" fmla="*/ 0 60000 65536"/>
                <a:gd name="T9" fmla="*/ 0 w 25"/>
                <a:gd name="T10" fmla="*/ 0 h 25"/>
                <a:gd name="T11" fmla="*/ 25 w 25"/>
                <a:gd name="T12" fmla="*/ 25 h 25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5" h="25">
                  <a:moveTo>
                    <a:pt x="4" y="2"/>
                  </a:moveTo>
                  <a:cubicBezTo>
                    <a:pt x="0" y="4"/>
                    <a:pt x="19" y="24"/>
                    <a:pt x="25" y="25"/>
                  </a:cubicBezTo>
                  <a:cubicBezTo>
                    <a:pt x="25" y="12"/>
                    <a:pt x="5" y="10"/>
                    <a:pt x="2" y="0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5361" name="Freeform 209">
              <a:extLst>
                <a:ext uri="{FF2B5EF4-FFF2-40B4-BE49-F238E27FC236}">
                  <a16:creationId xmlns:a16="http://schemas.microsoft.com/office/drawing/2014/main" id="{04829FE7-C342-42C6-B947-B5143E0724F1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7625" y="1289050"/>
              <a:ext cx="80963" cy="82550"/>
            </a:xfrm>
            <a:custGeom>
              <a:avLst/>
              <a:gdLst>
                <a:gd name="T0" fmla="*/ 0 w 35"/>
                <a:gd name="T1" fmla="*/ 0 h 36"/>
                <a:gd name="T2" fmla="*/ 2147483646 w 35"/>
                <a:gd name="T3" fmla="*/ 2147483646 h 36"/>
                <a:gd name="T4" fmla="*/ 2147483646 w 35"/>
                <a:gd name="T5" fmla="*/ 2147483646 h 36"/>
                <a:gd name="T6" fmla="*/ 2147483646 w 35"/>
                <a:gd name="T7" fmla="*/ 2147483646 h 36"/>
                <a:gd name="T8" fmla="*/ 2147483646 w 35"/>
                <a:gd name="T9" fmla="*/ 2147483646 h 36"/>
                <a:gd name="T10" fmla="*/ 2147483646 w 35"/>
                <a:gd name="T11" fmla="*/ 2147483646 h 36"/>
                <a:gd name="T12" fmla="*/ 2147483646 w 35"/>
                <a:gd name="T13" fmla="*/ 2147483646 h 36"/>
                <a:gd name="T14" fmla="*/ 2147483646 w 35"/>
                <a:gd name="T15" fmla="*/ 2147483646 h 36"/>
                <a:gd name="T16" fmla="*/ 2147483646 w 35"/>
                <a:gd name="T17" fmla="*/ 2147483646 h 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35"/>
                <a:gd name="T28" fmla="*/ 0 h 36"/>
                <a:gd name="T29" fmla="*/ 35 w 35"/>
                <a:gd name="T30" fmla="*/ 36 h 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35" h="36">
                  <a:moveTo>
                    <a:pt x="0" y="0"/>
                  </a:moveTo>
                  <a:cubicBezTo>
                    <a:pt x="10" y="6"/>
                    <a:pt x="18" y="13"/>
                    <a:pt x="26" y="22"/>
                  </a:cubicBezTo>
                  <a:cubicBezTo>
                    <a:pt x="29" y="25"/>
                    <a:pt x="32" y="28"/>
                    <a:pt x="34" y="32"/>
                  </a:cubicBezTo>
                  <a:cubicBezTo>
                    <a:pt x="35" y="34"/>
                    <a:pt x="35" y="35"/>
                    <a:pt x="33" y="35"/>
                  </a:cubicBezTo>
                  <a:cubicBezTo>
                    <a:pt x="32" y="35"/>
                    <a:pt x="31" y="35"/>
                    <a:pt x="30" y="35"/>
                  </a:cubicBezTo>
                  <a:cubicBezTo>
                    <a:pt x="28" y="35"/>
                    <a:pt x="26" y="35"/>
                    <a:pt x="25" y="36"/>
                  </a:cubicBezTo>
                  <a:cubicBezTo>
                    <a:pt x="27" y="32"/>
                    <a:pt x="25" y="28"/>
                    <a:pt x="23" y="25"/>
                  </a:cubicBezTo>
                  <a:cubicBezTo>
                    <a:pt x="20" y="21"/>
                    <a:pt x="17" y="17"/>
                    <a:pt x="15" y="13"/>
                  </a:cubicBezTo>
                  <a:cubicBezTo>
                    <a:pt x="11" y="8"/>
                    <a:pt x="7" y="5"/>
                    <a:pt x="1" y="1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5362" name="Freeform 210">
              <a:extLst>
                <a:ext uri="{FF2B5EF4-FFF2-40B4-BE49-F238E27FC236}">
                  <a16:creationId xmlns:a16="http://schemas.microsoft.com/office/drawing/2014/main" id="{58C781FA-6E56-48A1-9B8C-2E113109CDF2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8413" y="1128713"/>
              <a:ext cx="46038" cy="123825"/>
            </a:xfrm>
            <a:custGeom>
              <a:avLst/>
              <a:gdLst>
                <a:gd name="T0" fmla="*/ 2147483646 w 20"/>
                <a:gd name="T1" fmla="*/ 2147483646 h 55"/>
                <a:gd name="T2" fmla="*/ 2147483646 w 20"/>
                <a:gd name="T3" fmla="*/ 2147483646 h 55"/>
                <a:gd name="T4" fmla="*/ 2147483646 w 20"/>
                <a:gd name="T5" fmla="*/ 2147483646 h 55"/>
                <a:gd name="T6" fmla="*/ 2147483646 w 20"/>
                <a:gd name="T7" fmla="*/ 2147483646 h 55"/>
                <a:gd name="T8" fmla="*/ 2147483646 w 20"/>
                <a:gd name="T9" fmla="*/ 2147483646 h 55"/>
                <a:gd name="T10" fmla="*/ 2147483646 w 20"/>
                <a:gd name="T11" fmla="*/ 2147483646 h 55"/>
                <a:gd name="T12" fmla="*/ 2147483646 w 20"/>
                <a:gd name="T13" fmla="*/ 2147483646 h 55"/>
                <a:gd name="T14" fmla="*/ 2147483646 w 20"/>
                <a:gd name="T15" fmla="*/ 2147483646 h 55"/>
                <a:gd name="T16" fmla="*/ 2147483646 w 20"/>
                <a:gd name="T17" fmla="*/ 2147483646 h 55"/>
                <a:gd name="T18" fmla="*/ 0 w 20"/>
                <a:gd name="T19" fmla="*/ 2147483646 h 55"/>
                <a:gd name="T20" fmla="*/ 0 w 20"/>
                <a:gd name="T21" fmla="*/ 2147483646 h 55"/>
                <a:gd name="T22" fmla="*/ 2147483646 w 20"/>
                <a:gd name="T23" fmla="*/ 0 h 5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20"/>
                <a:gd name="T37" fmla="*/ 0 h 55"/>
                <a:gd name="T38" fmla="*/ 20 w 20"/>
                <a:gd name="T39" fmla="*/ 55 h 55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20" h="55">
                  <a:moveTo>
                    <a:pt x="3" y="1"/>
                  </a:moveTo>
                  <a:cubicBezTo>
                    <a:pt x="3" y="3"/>
                    <a:pt x="3" y="5"/>
                    <a:pt x="5" y="6"/>
                  </a:cubicBezTo>
                  <a:cubicBezTo>
                    <a:pt x="7" y="9"/>
                    <a:pt x="7" y="9"/>
                    <a:pt x="7" y="12"/>
                  </a:cubicBezTo>
                  <a:cubicBezTo>
                    <a:pt x="6" y="15"/>
                    <a:pt x="7" y="16"/>
                    <a:pt x="9" y="18"/>
                  </a:cubicBezTo>
                  <a:cubicBezTo>
                    <a:pt x="10" y="20"/>
                    <a:pt x="12" y="21"/>
                    <a:pt x="13" y="23"/>
                  </a:cubicBezTo>
                  <a:cubicBezTo>
                    <a:pt x="14" y="25"/>
                    <a:pt x="13" y="27"/>
                    <a:pt x="13" y="30"/>
                  </a:cubicBezTo>
                  <a:cubicBezTo>
                    <a:pt x="14" y="32"/>
                    <a:pt x="15" y="35"/>
                    <a:pt x="16" y="38"/>
                  </a:cubicBezTo>
                  <a:cubicBezTo>
                    <a:pt x="18" y="43"/>
                    <a:pt x="20" y="49"/>
                    <a:pt x="20" y="55"/>
                  </a:cubicBezTo>
                  <a:cubicBezTo>
                    <a:pt x="16" y="43"/>
                    <a:pt x="11" y="31"/>
                    <a:pt x="4" y="22"/>
                  </a:cubicBezTo>
                  <a:cubicBezTo>
                    <a:pt x="3" y="20"/>
                    <a:pt x="1" y="18"/>
                    <a:pt x="0" y="15"/>
                  </a:cubicBezTo>
                  <a:cubicBezTo>
                    <a:pt x="0" y="13"/>
                    <a:pt x="0" y="12"/>
                    <a:pt x="0" y="10"/>
                  </a:cubicBezTo>
                  <a:cubicBezTo>
                    <a:pt x="0" y="7"/>
                    <a:pt x="2" y="3"/>
                    <a:pt x="1" y="0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5363" name="Freeform 211">
              <a:extLst>
                <a:ext uri="{FF2B5EF4-FFF2-40B4-BE49-F238E27FC236}">
                  <a16:creationId xmlns:a16="http://schemas.microsoft.com/office/drawing/2014/main" id="{0C344D6C-BB8B-4628-A5EC-19167429E7CE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9363" y="1077913"/>
              <a:ext cx="66675" cy="31750"/>
            </a:xfrm>
            <a:custGeom>
              <a:avLst/>
              <a:gdLst>
                <a:gd name="T0" fmla="*/ 2147483646 w 29"/>
                <a:gd name="T1" fmla="*/ 2147483646 h 14"/>
                <a:gd name="T2" fmla="*/ 2147483646 w 29"/>
                <a:gd name="T3" fmla="*/ 2147483646 h 14"/>
                <a:gd name="T4" fmla="*/ 2147483646 w 29"/>
                <a:gd name="T5" fmla="*/ 2147483646 h 14"/>
                <a:gd name="T6" fmla="*/ 2147483646 w 29"/>
                <a:gd name="T7" fmla="*/ 2147483646 h 14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9"/>
                <a:gd name="T13" fmla="*/ 0 h 14"/>
                <a:gd name="T14" fmla="*/ 29 w 29"/>
                <a:gd name="T15" fmla="*/ 14 h 14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9" h="14">
                  <a:moveTo>
                    <a:pt x="4" y="14"/>
                  </a:moveTo>
                  <a:cubicBezTo>
                    <a:pt x="0" y="0"/>
                    <a:pt x="22" y="5"/>
                    <a:pt x="29" y="7"/>
                  </a:cubicBezTo>
                  <a:cubicBezTo>
                    <a:pt x="23" y="2"/>
                    <a:pt x="15" y="1"/>
                    <a:pt x="8" y="2"/>
                  </a:cubicBezTo>
                  <a:cubicBezTo>
                    <a:pt x="0" y="3"/>
                    <a:pt x="2" y="8"/>
                    <a:pt x="4" y="14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5364" name="Freeform 212">
              <a:extLst>
                <a:ext uri="{FF2B5EF4-FFF2-40B4-BE49-F238E27FC236}">
                  <a16:creationId xmlns:a16="http://schemas.microsoft.com/office/drawing/2014/main" id="{43472BBA-1C32-43AE-B4CB-B8E911BD686A}"/>
                </a:ext>
              </a:extLst>
            </p:cNvPr>
            <p:cNvSpPr>
              <a:spLocks/>
            </p:cNvSpPr>
            <p:nvPr/>
          </p:nvSpPr>
          <p:spPr bwMode="auto">
            <a:xfrm>
              <a:off x="5173663" y="930275"/>
              <a:ext cx="171450" cy="103188"/>
            </a:xfrm>
            <a:custGeom>
              <a:avLst/>
              <a:gdLst>
                <a:gd name="T0" fmla="*/ 2147483646 w 75"/>
                <a:gd name="T1" fmla="*/ 0 h 45"/>
                <a:gd name="T2" fmla="*/ 2147483646 w 75"/>
                <a:gd name="T3" fmla="*/ 2147483646 h 45"/>
                <a:gd name="T4" fmla="*/ 2147483646 w 75"/>
                <a:gd name="T5" fmla="*/ 2147483646 h 45"/>
                <a:gd name="T6" fmla="*/ 2147483646 w 75"/>
                <a:gd name="T7" fmla="*/ 2147483646 h 45"/>
                <a:gd name="T8" fmla="*/ 2147483646 w 75"/>
                <a:gd name="T9" fmla="*/ 2147483646 h 45"/>
                <a:gd name="T10" fmla="*/ 2147483646 w 75"/>
                <a:gd name="T11" fmla="*/ 2147483646 h 45"/>
                <a:gd name="T12" fmla="*/ 2147483646 w 75"/>
                <a:gd name="T13" fmla="*/ 2147483646 h 45"/>
                <a:gd name="T14" fmla="*/ 2147483646 w 75"/>
                <a:gd name="T15" fmla="*/ 2147483646 h 45"/>
                <a:gd name="T16" fmla="*/ 2147483646 w 75"/>
                <a:gd name="T17" fmla="*/ 2147483646 h 45"/>
                <a:gd name="T18" fmla="*/ 2147483646 w 75"/>
                <a:gd name="T19" fmla="*/ 2147483646 h 45"/>
                <a:gd name="T20" fmla="*/ 0 w 75"/>
                <a:gd name="T21" fmla="*/ 2147483646 h 4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75"/>
                <a:gd name="T34" fmla="*/ 0 h 45"/>
                <a:gd name="T35" fmla="*/ 75 w 75"/>
                <a:gd name="T36" fmla="*/ 45 h 45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75" h="45">
                  <a:moveTo>
                    <a:pt x="1" y="0"/>
                  </a:moveTo>
                  <a:cubicBezTo>
                    <a:pt x="9" y="5"/>
                    <a:pt x="16" y="13"/>
                    <a:pt x="23" y="18"/>
                  </a:cubicBezTo>
                  <a:cubicBezTo>
                    <a:pt x="29" y="23"/>
                    <a:pt x="35" y="28"/>
                    <a:pt x="41" y="32"/>
                  </a:cubicBezTo>
                  <a:cubicBezTo>
                    <a:pt x="46" y="36"/>
                    <a:pt x="51" y="39"/>
                    <a:pt x="57" y="40"/>
                  </a:cubicBezTo>
                  <a:cubicBezTo>
                    <a:pt x="62" y="41"/>
                    <a:pt x="70" y="41"/>
                    <a:pt x="75" y="38"/>
                  </a:cubicBezTo>
                  <a:cubicBezTo>
                    <a:pt x="72" y="41"/>
                    <a:pt x="67" y="43"/>
                    <a:pt x="63" y="44"/>
                  </a:cubicBezTo>
                  <a:cubicBezTo>
                    <a:pt x="59" y="45"/>
                    <a:pt x="55" y="43"/>
                    <a:pt x="51" y="42"/>
                  </a:cubicBezTo>
                  <a:cubicBezTo>
                    <a:pt x="42" y="39"/>
                    <a:pt x="33" y="35"/>
                    <a:pt x="25" y="29"/>
                  </a:cubicBezTo>
                  <a:cubicBezTo>
                    <a:pt x="19" y="24"/>
                    <a:pt x="15" y="19"/>
                    <a:pt x="10" y="13"/>
                  </a:cubicBezTo>
                  <a:cubicBezTo>
                    <a:pt x="8" y="10"/>
                    <a:pt x="7" y="8"/>
                    <a:pt x="5" y="5"/>
                  </a:cubicBezTo>
                  <a:cubicBezTo>
                    <a:pt x="3" y="4"/>
                    <a:pt x="2" y="3"/>
                    <a:pt x="0" y="1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5365" name="Freeform 213">
              <a:extLst>
                <a:ext uri="{FF2B5EF4-FFF2-40B4-BE49-F238E27FC236}">
                  <a16:creationId xmlns:a16="http://schemas.microsoft.com/office/drawing/2014/main" id="{BB2D0810-BA5B-4027-A623-0B77D1528084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7613" y="869950"/>
              <a:ext cx="123825" cy="79375"/>
            </a:xfrm>
            <a:custGeom>
              <a:avLst/>
              <a:gdLst>
                <a:gd name="T0" fmla="*/ 2147483646 w 54"/>
                <a:gd name="T1" fmla="*/ 2147483646 h 35"/>
                <a:gd name="T2" fmla="*/ 2147483646 w 54"/>
                <a:gd name="T3" fmla="*/ 2147483646 h 35"/>
                <a:gd name="T4" fmla="*/ 2147483646 w 54"/>
                <a:gd name="T5" fmla="*/ 2147483646 h 35"/>
                <a:gd name="T6" fmla="*/ 2147483646 w 54"/>
                <a:gd name="T7" fmla="*/ 2147483646 h 35"/>
                <a:gd name="T8" fmla="*/ 2147483646 w 54"/>
                <a:gd name="T9" fmla="*/ 2147483646 h 35"/>
                <a:gd name="T10" fmla="*/ 2147483646 w 54"/>
                <a:gd name="T11" fmla="*/ 2147483646 h 35"/>
                <a:gd name="T12" fmla="*/ 2147483646 w 54"/>
                <a:gd name="T13" fmla="*/ 2147483646 h 35"/>
                <a:gd name="T14" fmla="*/ 2147483646 w 54"/>
                <a:gd name="T15" fmla="*/ 2147483646 h 35"/>
                <a:gd name="T16" fmla="*/ 2147483646 w 54"/>
                <a:gd name="T17" fmla="*/ 2147483646 h 35"/>
                <a:gd name="T18" fmla="*/ 2147483646 w 54"/>
                <a:gd name="T19" fmla="*/ 2147483646 h 35"/>
                <a:gd name="T20" fmla="*/ 2147483646 w 54"/>
                <a:gd name="T21" fmla="*/ 2147483646 h 35"/>
                <a:gd name="T22" fmla="*/ 2147483646 w 54"/>
                <a:gd name="T23" fmla="*/ 2147483646 h 3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54"/>
                <a:gd name="T37" fmla="*/ 0 h 35"/>
                <a:gd name="T38" fmla="*/ 54 w 54"/>
                <a:gd name="T39" fmla="*/ 35 h 35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54" h="35">
                  <a:moveTo>
                    <a:pt x="4" y="6"/>
                  </a:moveTo>
                  <a:cubicBezTo>
                    <a:pt x="8" y="2"/>
                    <a:pt x="18" y="0"/>
                    <a:pt x="23" y="1"/>
                  </a:cubicBezTo>
                  <a:cubicBezTo>
                    <a:pt x="27" y="2"/>
                    <a:pt x="32" y="5"/>
                    <a:pt x="36" y="8"/>
                  </a:cubicBezTo>
                  <a:cubicBezTo>
                    <a:pt x="42" y="12"/>
                    <a:pt x="48" y="16"/>
                    <a:pt x="54" y="20"/>
                  </a:cubicBezTo>
                  <a:cubicBezTo>
                    <a:pt x="53" y="20"/>
                    <a:pt x="52" y="19"/>
                    <a:pt x="51" y="19"/>
                  </a:cubicBezTo>
                  <a:cubicBezTo>
                    <a:pt x="49" y="18"/>
                    <a:pt x="47" y="17"/>
                    <a:pt x="44" y="16"/>
                  </a:cubicBezTo>
                  <a:cubicBezTo>
                    <a:pt x="41" y="15"/>
                    <a:pt x="38" y="13"/>
                    <a:pt x="34" y="11"/>
                  </a:cubicBezTo>
                  <a:cubicBezTo>
                    <a:pt x="28" y="9"/>
                    <a:pt x="21" y="9"/>
                    <a:pt x="15" y="9"/>
                  </a:cubicBezTo>
                  <a:cubicBezTo>
                    <a:pt x="3" y="9"/>
                    <a:pt x="2" y="25"/>
                    <a:pt x="2" y="35"/>
                  </a:cubicBezTo>
                  <a:cubicBezTo>
                    <a:pt x="0" y="33"/>
                    <a:pt x="1" y="28"/>
                    <a:pt x="1" y="26"/>
                  </a:cubicBezTo>
                  <a:cubicBezTo>
                    <a:pt x="1" y="22"/>
                    <a:pt x="1" y="18"/>
                    <a:pt x="1" y="15"/>
                  </a:cubicBezTo>
                  <a:cubicBezTo>
                    <a:pt x="2" y="12"/>
                    <a:pt x="4" y="9"/>
                    <a:pt x="3" y="6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5366" name="Freeform 214">
              <a:extLst>
                <a:ext uri="{FF2B5EF4-FFF2-40B4-BE49-F238E27FC236}">
                  <a16:creationId xmlns:a16="http://schemas.microsoft.com/office/drawing/2014/main" id="{7EE18207-E6DA-4AE5-98E5-30F123A58952}"/>
                </a:ext>
              </a:extLst>
            </p:cNvPr>
            <p:cNvSpPr>
              <a:spLocks/>
            </p:cNvSpPr>
            <p:nvPr/>
          </p:nvSpPr>
          <p:spPr bwMode="auto">
            <a:xfrm>
              <a:off x="5418138" y="1066800"/>
              <a:ext cx="39688" cy="46038"/>
            </a:xfrm>
            <a:custGeom>
              <a:avLst/>
              <a:gdLst>
                <a:gd name="T0" fmla="*/ 2147483646 w 18"/>
                <a:gd name="T1" fmla="*/ 2147483646 h 20"/>
                <a:gd name="T2" fmla="*/ 2147483646 w 18"/>
                <a:gd name="T3" fmla="*/ 2147483646 h 20"/>
                <a:gd name="T4" fmla="*/ 2147483646 w 18"/>
                <a:gd name="T5" fmla="*/ 2147483646 h 20"/>
                <a:gd name="T6" fmla="*/ 2147483646 w 18"/>
                <a:gd name="T7" fmla="*/ 2147483646 h 20"/>
                <a:gd name="T8" fmla="*/ 2147483646 w 18"/>
                <a:gd name="T9" fmla="*/ 2147483646 h 20"/>
                <a:gd name="T10" fmla="*/ 2147483646 w 18"/>
                <a:gd name="T11" fmla="*/ 2147483646 h 20"/>
                <a:gd name="T12" fmla="*/ 2147483646 w 18"/>
                <a:gd name="T13" fmla="*/ 2147483646 h 20"/>
                <a:gd name="T14" fmla="*/ 2147483646 w 18"/>
                <a:gd name="T15" fmla="*/ 2147483646 h 2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18"/>
                <a:gd name="T25" fmla="*/ 0 h 20"/>
                <a:gd name="T26" fmla="*/ 18 w 18"/>
                <a:gd name="T27" fmla="*/ 20 h 20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18" h="20">
                  <a:moveTo>
                    <a:pt x="9" y="1"/>
                  </a:moveTo>
                  <a:cubicBezTo>
                    <a:pt x="8" y="0"/>
                    <a:pt x="3" y="1"/>
                    <a:pt x="2" y="2"/>
                  </a:cubicBezTo>
                  <a:cubicBezTo>
                    <a:pt x="1" y="3"/>
                    <a:pt x="2" y="6"/>
                    <a:pt x="2" y="8"/>
                  </a:cubicBezTo>
                  <a:cubicBezTo>
                    <a:pt x="2" y="10"/>
                    <a:pt x="2" y="13"/>
                    <a:pt x="2" y="15"/>
                  </a:cubicBezTo>
                  <a:cubicBezTo>
                    <a:pt x="2" y="17"/>
                    <a:pt x="2" y="16"/>
                    <a:pt x="1" y="18"/>
                  </a:cubicBezTo>
                  <a:cubicBezTo>
                    <a:pt x="1" y="18"/>
                    <a:pt x="0" y="19"/>
                    <a:pt x="1" y="20"/>
                  </a:cubicBezTo>
                  <a:cubicBezTo>
                    <a:pt x="2" y="14"/>
                    <a:pt x="8" y="14"/>
                    <a:pt x="12" y="11"/>
                  </a:cubicBezTo>
                  <a:cubicBezTo>
                    <a:pt x="18" y="7"/>
                    <a:pt x="12" y="6"/>
                    <a:pt x="10" y="2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5367" name="Freeform 215">
              <a:extLst>
                <a:ext uri="{FF2B5EF4-FFF2-40B4-BE49-F238E27FC236}">
                  <a16:creationId xmlns:a16="http://schemas.microsoft.com/office/drawing/2014/main" id="{80C52F32-309F-4607-BD0D-2B53F2FAD130}"/>
                </a:ext>
              </a:extLst>
            </p:cNvPr>
            <p:cNvSpPr>
              <a:spLocks/>
            </p:cNvSpPr>
            <p:nvPr/>
          </p:nvSpPr>
          <p:spPr bwMode="auto">
            <a:xfrm>
              <a:off x="5405438" y="966788"/>
              <a:ext cx="49213" cy="77788"/>
            </a:xfrm>
            <a:custGeom>
              <a:avLst/>
              <a:gdLst>
                <a:gd name="T0" fmla="*/ 2147483646 w 21"/>
                <a:gd name="T1" fmla="*/ 2147483646 h 34"/>
                <a:gd name="T2" fmla="*/ 2147483646 w 21"/>
                <a:gd name="T3" fmla="*/ 2147483646 h 34"/>
                <a:gd name="T4" fmla="*/ 0 w 21"/>
                <a:gd name="T5" fmla="*/ 2147483646 h 34"/>
                <a:gd name="T6" fmla="*/ 2147483646 w 21"/>
                <a:gd name="T7" fmla="*/ 2147483646 h 34"/>
                <a:gd name="T8" fmla="*/ 2147483646 w 21"/>
                <a:gd name="T9" fmla="*/ 2147483646 h 34"/>
                <a:gd name="T10" fmla="*/ 2147483646 w 21"/>
                <a:gd name="T11" fmla="*/ 2147483646 h 34"/>
                <a:gd name="T12" fmla="*/ 2147483646 w 21"/>
                <a:gd name="T13" fmla="*/ 2147483646 h 34"/>
                <a:gd name="T14" fmla="*/ 2147483646 w 21"/>
                <a:gd name="T15" fmla="*/ 2147483646 h 34"/>
                <a:gd name="T16" fmla="*/ 2147483646 w 21"/>
                <a:gd name="T17" fmla="*/ 2147483646 h 34"/>
                <a:gd name="T18" fmla="*/ 2147483646 w 21"/>
                <a:gd name="T19" fmla="*/ 2147483646 h 34"/>
                <a:gd name="T20" fmla="*/ 2147483646 w 21"/>
                <a:gd name="T21" fmla="*/ 2147483646 h 34"/>
                <a:gd name="T22" fmla="*/ 2147483646 w 21"/>
                <a:gd name="T23" fmla="*/ 2147483646 h 34"/>
                <a:gd name="T24" fmla="*/ 2147483646 w 21"/>
                <a:gd name="T25" fmla="*/ 2147483646 h 34"/>
                <a:gd name="T26" fmla="*/ 2147483646 w 21"/>
                <a:gd name="T27" fmla="*/ 2147483646 h 34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21"/>
                <a:gd name="T43" fmla="*/ 0 h 34"/>
                <a:gd name="T44" fmla="*/ 21 w 21"/>
                <a:gd name="T45" fmla="*/ 34 h 34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21" h="34">
                  <a:moveTo>
                    <a:pt x="14" y="31"/>
                  </a:moveTo>
                  <a:cubicBezTo>
                    <a:pt x="13" y="34"/>
                    <a:pt x="5" y="26"/>
                    <a:pt x="4" y="25"/>
                  </a:cubicBezTo>
                  <a:cubicBezTo>
                    <a:pt x="1" y="21"/>
                    <a:pt x="0" y="16"/>
                    <a:pt x="0" y="12"/>
                  </a:cubicBezTo>
                  <a:cubicBezTo>
                    <a:pt x="1" y="7"/>
                    <a:pt x="5" y="2"/>
                    <a:pt x="9" y="1"/>
                  </a:cubicBezTo>
                  <a:cubicBezTo>
                    <a:pt x="12" y="0"/>
                    <a:pt x="14" y="1"/>
                    <a:pt x="16" y="2"/>
                  </a:cubicBezTo>
                  <a:cubicBezTo>
                    <a:pt x="18" y="3"/>
                    <a:pt x="20" y="4"/>
                    <a:pt x="21" y="6"/>
                  </a:cubicBezTo>
                  <a:cubicBezTo>
                    <a:pt x="17" y="5"/>
                    <a:pt x="11" y="3"/>
                    <a:pt x="8" y="7"/>
                  </a:cubicBezTo>
                  <a:cubicBezTo>
                    <a:pt x="6" y="9"/>
                    <a:pt x="8" y="10"/>
                    <a:pt x="10" y="11"/>
                  </a:cubicBezTo>
                  <a:cubicBezTo>
                    <a:pt x="8" y="10"/>
                    <a:pt x="3" y="11"/>
                    <a:pt x="2" y="13"/>
                  </a:cubicBezTo>
                  <a:cubicBezTo>
                    <a:pt x="1" y="15"/>
                    <a:pt x="2" y="20"/>
                    <a:pt x="3" y="22"/>
                  </a:cubicBezTo>
                  <a:cubicBezTo>
                    <a:pt x="5" y="24"/>
                    <a:pt x="9" y="22"/>
                    <a:pt x="12" y="23"/>
                  </a:cubicBezTo>
                  <a:cubicBezTo>
                    <a:pt x="14" y="24"/>
                    <a:pt x="15" y="25"/>
                    <a:pt x="16" y="27"/>
                  </a:cubicBezTo>
                  <a:cubicBezTo>
                    <a:pt x="16" y="29"/>
                    <a:pt x="16" y="29"/>
                    <a:pt x="16" y="31"/>
                  </a:cubicBezTo>
                  <a:cubicBezTo>
                    <a:pt x="16" y="31"/>
                    <a:pt x="16" y="32"/>
                    <a:pt x="16" y="32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5368" name="Freeform 216">
              <a:extLst>
                <a:ext uri="{FF2B5EF4-FFF2-40B4-BE49-F238E27FC236}">
                  <a16:creationId xmlns:a16="http://schemas.microsoft.com/office/drawing/2014/main" id="{1EB8C6AD-9F14-47A7-AC3F-10F4BEBCD503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0800" y="1377950"/>
              <a:ext cx="65088" cy="61913"/>
            </a:xfrm>
            <a:custGeom>
              <a:avLst/>
              <a:gdLst>
                <a:gd name="T0" fmla="*/ 2147483646 w 29"/>
                <a:gd name="T1" fmla="*/ 2147483646 h 27"/>
                <a:gd name="T2" fmla="*/ 0 w 29"/>
                <a:gd name="T3" fmla="*/ 2147483646 h 27"/>
                <a:gd name="T4" fmla="*/ 2147483646 w 29"/>
                <a:gd name="T5" fmla="*/ 2147483646 h 27"/>
                <a:gd name="T6" fmla="*/ 2147483646 w 29"/>
                <a:gd name="T7" fmla="*/ 2147483646 h 27"/>
                <a:gd name="T8" fmla="*/ 2147483646 w 29"/>
                <a:gd name="T9" fmla="*/ 2147483646 h 27"/>
                <a:gd name="T10" fmla="*/ 2147483646 w 29"/>
                <a:gd name="T11" fmla="*/ 2147483646 h 27"/>
                <a:gd name="T12" fmla="*/ 2147483646 w 29"/>
                <a:gd name="T13" fmla="*/ 2147483646 h 27"/>
                <a:gd name="T14" fmla="*/ 2147483646 w 29"/>
                <a:gd name="T15" fmla="*/ 2147483646 h 27"/>
                <a:gd name="T16" fmla="*/ 2147483646 w 29"/>
                <a:gd name="T17" fmla="*/ 2147483646 h 27"/>
                <a:gd name="T18" fmla="*/ 2147483646 w 29"/>
                <a:gd name="T19" fmla="*/ 2147483646 h 27"/>
                <a:gd name="T20" fmla="*/ 2147483646 w 29"/>
                <a:gd name="T21" fmla="*/ 2147483646 h 27"/>
                <a:gd name="T22" fmla="*/ 2147483646 w 29"/>
                <a:gd name="T23" fmla="*/ 0 h 27"/>
                <a:gd name="T24" fmla="*/ 2147483646 w 29"/>
                <a:gd name="T25" fmla="*/ 2147483646 h 27"/>
                <a:gd name="T26" fmla="*/ 2147483646 w 29"/>
                <a:gd name="T27" fmla="*/ 2147483646 h 27"/>
                <a:gd name="T28" fmla="*/ 2147483646 w 29"/>
                <a:gd name="T29" fmla="*/ 2147483646 h 27"/>
                <a:gd name="T30" fmla="*/ 2147483646 w 29"/>
                <a:gd name="T31" fmla="*/ 2147483646 h 27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29"/>
                <a:gd name="T49" fmla="*/ 0 h 27"/>
                <a:gd name="T50" fmla="*/ 29 w 29"/>
                <a:gd name="T51" fmla="*/ 27 h 27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29" h="27">
                  <a:moveTo>
                    <a:pt x="1" y="4"/>
                  </a:moveTo>
                  <a:cubicBezTo>
                    <a:pt x="0" y="4"/>
                    <a:pt x="0" y="7"/>
                    <a:pt x="0" y="7"/>
                  </a:cubicBezTo>
                  <a:cubicBezTo>
                    <a:pt x="0" y="9"/>
                    <a:pt x="0" y="10"/>
                    <a:pt x="1" y="11"/>
                  </a:cubicBezTo>
                  <a:cubicBezTo>
                    <a:pt x="2" y="12"/>
                    <a:pt x="3" y="13"/>
                    <a:pt x="4" y="14"/>
                  </a:cubicBezTo>
                  <a:cubicBezTo>
                    <a:pt x="5" y="14"/>
                    <a:pt x="6" y="14"/>
                    <a:pt x="7" y="14"/>
                  </a:cubicBezTo>
                  <a:cubicBezTo>
                    <a:pt x="7" y="15"/>
                    <a:pt x="7" y="17"/>
                    <a:pt x="7" y="18"/>
                  </a:cubicBezTo>
                  <a:cubicBezTo>
                    <a:pt x="8" y="20"/>
                    <a:pt x="8" y="21"/>
                    <a:pt x="9" y="23"/>
                  </a:cubicBezTo>
                  <a:cubicBezTo>
                    <a:pt x="10" y="24"/>
                    <a:pt x="11" y="25"/>
                    <a:pt x="12" y="26"/>
                  </a:cubicBezTo>
                  <a:cubicBezTo>
                    <a:pt x="13" y="27"/>
                    <a:pt x="14" y="25"/>
                    <a:pt x="15" y="24"/>
                  </a:cubicBezTo>
                  <a:cubicBezTo>
                    <a:pt x="16" y="23"/>
                    <a:pt x="17" y="21"/>
                    <a:pt x="18" y="19"/>
                  </a:cubicBezTo>
                  <a:cubicBezTo>
                    <a:pt x="20" y="16"/>
                    <a:pt x="21" y="13"/>
                    <a:pt x="23" y="11"/>
                  </a:cubicBezTo>
                  <a:cubicBezTo>
                    <a:pt x="25" y="7"/>
                    <a:pt x="27" y="4"/>
                    <a:pt x="29" y="0"/>
                  </a:cubicBezTo>
                  <a:cubicBezTo>
                    <a:pt x="26" y="1"/>
                    <a:pt x="23" y="1"/>
                    <a:pt x="20" y="2"/>
                  </a:cubicBezTo>
                  <a:cubicBezTo>
                    <a:pt x="18" y="2"/>
                    <a:pt x="16" y="2"/>
                    <a:pt x="14" y="3"/>
                  </a:cubicBezTo>
                  <a:cubicBezTo>
                    <a:pt x="11" y="3"/>
                    <a:pt x="9" y="4"/>
                    <a:pt x="7" y="4"/>
                  </a:cubicBezTo>
                  <a:cubicBezTo>
                    <a:pt x="5" y="4"/>
                    <a:pt x="3" y="4"/>
                    <a:pt x="1" y="4"/>
                  </a:cubicBezTo>
                </a:path>
              </a:pathLst>
            </a:custGeom>
            <a:solidFill>
              <a:srgbClr val="E5A4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5369" name="Freeform 217">
              <a:extLst>
                <a:ext uri="{FF2B5EF4-FFF2-40B4-BE49-F238E27FC236}">
                  <a16:creationId xmlns:a16="http://schemas.microsoft.com/office/drawing/2014/main" id="{D85716D6-174D-4C37-99DF-DB58953F8D5A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0800" y="1377950"/>
              <a:ext cx="65088" cy="61913"/>
            </a:xfrm>
            <a:custGeom>
              <a:avLst/>
              <a:gdLst>
                <a:gd name="T0" fmla="*/ 0 w 29"/>
                <a:gd name="T1" fmla="*/ 2147483646 h 27"/>
                <a:gd name="T2" fmla="*/ 2147483646 w 29"/>
                <a:gd name="T3" fmla="*/ 0 h 27"/>
                <a:gd name="T4" fmla="*/ 2147483646 w 29"/>
                <a:gd name="T5" fmla="*/ 2147483646 h 27"/>
                <a:gd name="T6" fmla="*/ 0 60000 65536"/>
                <a:gd name="T7" fmla="*/ 0 60000 65536"/>
                <a:gd name="T8" fmla="*/ 0 60000 65536"/>
                <a:gd name="T9" fmla="*/ 0 w 29"/>
                <a:gd name="T10" fmla="*/ 0 h 27"/>
                <a:gd name="T11" fmla="*/ 29 w 29"/>
                <a:gd name="T12" fmla="*/ 27 h 27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9" h="27">
                  <a:moveTo>
                    <a:pt x="0" y="4"/>
                  </a:moveTo>
                  <a:cubicBezTo>
                    <a:pt x="0" y="4"/>
                    <a:pt x="23" y="1"/>
                    <a:pt x="29" y="0"/>
                  </a:cubicBezTo>
                  <a:cubicBezTo>
                    <a:pt x="29" y="0"/>
                    <a:pt x="15" y="25"/>
                    <a:pt x="13" y="27"/>
                  </a:cubicBezTo>
                </a:path>
              </a:pathLst>
            </a:custGeom>
            <a:noFill/>
            <a:ln w="3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5370" name="Freeform 218">
              <a:extLst>
                <a:ext uri="{FF2B5EF4-FFF2-40B4-BE49-F238E27FC236}">
                  <a16:creationId xmlns:a16="http://schemas.microsoft.com/office/drawing/2014/main" id="{869DEE02-8566-4AC3-8927-2ED0BF97D8C2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6675" y="1377950"/>
              <a:ext cx="49213" cy="34925"/>
            </a:xfrm>
            <a:custGeom>
              <a:avLst/>
              <a:gdLst>
                <a:gd name="T0" fmla="*/ 0 w 22"/>
                <a:gd name="T1" fmla="*/ 2147483646 h 15"/>
                <a:gd name="T2" fmla="*/ 2147483646 w 22"/>
                <a:gd name="T3" fmla="*/ 0 h 15"/>
                <a:gd name="T4" fmla="*/ 0 60000 65536"/>
                <a:gd name="T5" fmla="*/ 0 60000 65536"/>
                <a:gd name="T6" fmla="*/ 0 w 22"/>
                <a:gd name="T7" fmla="*/ 0 h 15"/>
                <a:gd name="T8" fmla="*/ 22 w 22"/>
                <a:gd name="T9" fmla="*/ 15 h 15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22" h="15">
                  <a:moveTo>
                    <a:pt x="0" y="15"/>
                  </a:moveTo>
                  <a:cubicBezTo>
                    <a:pt x="0" y="15"/>
                    <a:pt x="14" y="6"/>
                    <a:pt x="22" y="0"/>
                  </a:cubicBezTo>
                </a:path>
              </a:pathLst>
            </a:custGeom>
            <a:noFill/>
            <a:ln w="3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5371" name="Freeform 219">
              <a:extLst>
                <a:ext uri="{FF2B5EF4-FFF2-40B4-BE49-F238E27FC236}">
                  <a16:creationId xmlns:a16="http://schemas.microsoft.com/office/drawing/2014/main" id="{60D1AEE1-42EC-456A-8694-C740A0F67328}"/>
                </a:ext>
              </a:extLst>
            </p:cNvPr>
            <p:cNvSpPr>
              <a:spLocks/>
            </p:cNvSpPr>
            <p:nvPr/>
          </p:nvSpPr>
          <p:spPr bwMode="auto">
            <a:xfrm>
              <a:off x="5091113" y="1116013"/>
              <a:ext cx="23813" cy="30163"/>
            </a:xfrm>
            <a:custGeom>
              <a:avLst/>
              <a:gdLst>
                <a:gd name="T0" fmla="*/ 2147483646 w 10"/>
                <a:gd name="T1" fmla="*/ 2147483646 h 13"/>
                <a:gd name="T2" fmla="*/ 0 w 10"/>
                <a:gd name="T3" fmla="*/ 2147483646 h 13"/>
                <a:gd name="T4" fmla="*/ 2147483646 w 10"/>
                <a:gd name="T5" fmla="*/ 2147483646 h 13"/>
                <a:gd name="T6" fmla="*/ 2147483646 w 10"/>
                <a:gd name="T7" fmla="*/ 2147483646 h 13"/>
                <a:gd name="T8" fmla="*/ 2147483646 w 10"/>
                <a:gd name="T9" fmla="*/ 2147483646 h 13"/>
                <a:gd name="T10" fmla="*/ 2147483646 w 10"/>
                <a:gd name="T11" fmla="*/ 2147483646 h 13"/>
                <a:gd name="T12" fmla="*/ 2147483646 w 10"/>
                <a:gd name="T13" fmla="*/ 2147483646 h 13"/>
                <a:gd name="T14" fmla="*/ 2147483646 w 10"/>
                <a:gd name="T15" fmla="*/ 2147483646 h 13"/>
                <a:gd name="T16" fmla="*/ 2147483646 w 10"/>
                <a:gd name="T17" fmla="*/ 2147483646 h 13"/>
                <a:gd name="T18" fmla="*/ 2147483646 w 10"/>
                <a:gd name="T19" fmla="*/ 0 h 13"/>
                <a:gd name="T20" fmla="*/ 2147483646 w 10"/>
                <a:gd name="T21" fmla="*/ 2147483646 h 1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10"/>
                <a:gd name="T34" fmla="*/ 0 h 13"/>
                <a:gd name="T35" fmla="*/ 10 w 10"/>
                <a:gd name="T36" fmla="*/ 13 h 13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10" h="13">
                  <a:moveTo>
                    <a:pt x="1" y="2"/>
                  </a:moveTo>
                  <a:cubicBezTo>
                    <a:pt x="0" y="3"/>
                    <a:pt x="0" y="2"/>
                    <a:pt x="0" y="3"/>
                  </a:cubicBezTo>
                  <a:cubicBezTo>
                    <a:pt x="0" y="5"/>
                    <a:pt x="1" y="7"/>
                    <a:pt x="2" y="9"/>
                  </a:cubicBezTo>
                  <a:cubicBezTo>
                    <a:pt x="3" y="10"/>
                    <a:pt x="4" y="13"/>
                    <a:pt x="5" y="13"/>
                  </a:cubicBezTo>
                  <a:cubicBezTo>
                    <a:pt x="6" y="13"/>
                    <a:pt x="7" y="12"/>
                    <a:pt x="8" y="11"/>
                  </a:cubicBezTo>
                  <a:cubicBezTo>
                    <a:pt x="8" y="11"/>
                    <a:pt x="9" y="10"/>
                    <a:pt x="9" y="9"/>
                  </a:cubicBezTo>
                  <a:cubicBezTo>
                    <a:pt x="10" y="9"/>
                    <a:pt x="10" y="8"/>
                    <a:pt x="10" y="7"/>
                  </a:cubicBezTo>
                  <a:cubicBezTo>
                    <a:pt x="9" y="6"/>
                    <a:pt x="9" y="5"/>
                    <a:pt x="8" y="3"/>
                  </a:cubicBezTo>
                  <a:cubicBezTo>
                    <a:pt x="8" y="2"/>
                    <a:pt x="7" y="1"/>
                    <a:pt x="6" y="1"/>
                  </a:cubicBezTo>
                  <a:cubicBezTo>
                    <a:pt x="6" y="0"/>
                    <a:pt x="6" y="0"/>
                    <a:pt x="5" y="0"/>
                  </a:cubicBezTo>
                  <a:cubicBezTo>
                    <a:pt x="4" y="1"/>
                    <a:pt x="2" y="2"/>
                    <a:pt x="1" y="2"/>
                  </a:cubicBezTo>
                </a:path>
              </a:pathLst>
            </a:custGeom>
            <a:solidFill>
              <a:srgbClr val="6689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5372" name="Freeform 220">
              <a:extLst>
                <a:ext uri="{FF2B5EF4-FFF2-40B4-BE49-F238E27FC236}">
                  <a16:creationId xmlns:a16="http://schemas.microsoft.com/office/drawing/2014/main" id="{70866CB3-14BF-4B14-A8E5-0EF127D966DB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9525" y="1120775"/>
              <a:ext cx="14288" cy="28575"/>
            </a:xfrm>
            <a:custGeom>
              <a:avLst/>
              <a:gdLst>
                <a:gd name="T0" fmla="*/ 0 w 6"/>
                <a:gd name="T1" fmla="*/ 0 h 12"/>
                <a:gd name="T2" fmla="*/ 2147483646 w 6"/>
                <a:gd name="T3" fmla="*/ 2147483646 h 12"/>
                <a:gd name="T4" fmla="*/ 0 60000 65536"/>
                <a:gd name="T5" fmla="*/ 0 60000 65536"/>
                <a:gd name="T6" fmla="*/ 0 w 6"/>
                <a:gd name="T7" fmla="*/ 0 h 12"/>
                <a:gd name="T8" fmla="*/ 6 w 6"/>
                <a:gd name="T9" fmla="*/ 12 h 12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6" h="12">
                  <a:moveTo>
                    <a:pt x="0" y="0"/>
                  </a:moveTo>
                  <a:cubicBezTo>
                    <a:pt x="0" y="6"/>
                    <a:pt x="2" y="8"/>
                    <a:pt x="6" y="12"/>
                  </a:cubicBezTo>
                </a:path>
              </a:pathLst>
            </a:custGeom>
            <a:noFill/>
            <a:ln w="3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5373" name="Freeform 221">
              <a:extLst>
                <a:ext uri="{FF2B5EF4-FFF2-40B4-BE49-F238E27FC236}">
                  <a16:creationId xmlns:a16="http://schemas.microsoft.com/office/drawing/2014/main" id="{C4AAE11D-4501-41A6-B00D-0AA3472D6418}"/>
                </a:ext>
              </a:extLst>
            </p:cNvPr>
            <p:cNvSpPr>
              <a:spLocks/>
            </p:cNvSpPr>
            <p:nvPr/>
          </p:nvSpPr>
          <p:spPr bwMode="auto">
            <a:xfrm>
              <a:off x="5105400" y="1114425"/>
              <a:ext cx="11113" cy="20638"/>
            </a:xfrm>
            <a:custGeom>
              <a:avLst/>
              <a:gdLst>
                <a:gd name="T0" fmla="*/ 0 w 5"/>
                <a:gd name="T1" fmla="*/ 0 h 9"/>
                <a:gd name="T2" fmla="*/ 2147483646 w 5"/>
                <a:gd name="T3" fmla="*/ 2147483646 h 9"/>
                <a:gd name="T4" fmla="*/ 2147483646 w 5"/>
                <a:gd name="T5" fmla="*/ 2147483646 h 9"/>
                <a:gd name="T6" fmla="*/ 0 60000 65536"/>
                <a:gd name="T7" fmla="*/ 0 60000 65536"/>
                <a:gd name="T8" fmla="*/ 0 60000 65536"/>
                <a:gd name="T9" fmla="*/ 0 w 5"/>
                <a:gd name="T10" fmla="*/ 0 h 9"/>
                <a:gd name="T11" fmla="*/ 5 w 5"/>
                <a:gd name="T12" fmla="*/ 9 h 9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5" h="9">
                  <a:moveTo>
                    <a:pt x="0" y="0"/>
                  </a:moveTo>
                  <a:cubicBezTo>
                    <a:pt x="1" y="0"/>
                    <a:pt x="2" y="2"/>
                    <a:pt x="3" y="4"/>
                  </a:cubicBezTo>
                  <a:cubicBezTo>
                    <a:pt x="4" y="5"/>
                    <a:pt x="5" y="7"/>
                    <a:pt x="5" y="9"/>
                  </a:cubicBezTo>
                </a:path>
              </a:pathLst>
            </a:custGeom>
            <a:noFill/>
            <a:ln w="3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5374" name="Freeform 222">
              <a:extLst>
                <a:ext uri="{FF2B5EF4-FFF2-40B4-BE49-F238E27FC236}">
                  <a16:creationId xmlns:a16="http://schemas.microsoft.com/office/drawing/2014/main" id="{F964E911-D1B7-45B4-9F6B-65CCAE622108}"/>
                </a:ext>
              </a:extLst>
            </p:cNvPr>
            <p:cNvSpPr>
              <a:spLocks/>
            </p:cNvSpPr>
            <p:nvPr/>
          </p:nvSpPr>
          <p:spPr bwMode="auto">
            <a:xfrm>
              <a:off x="5091113" y="1123950"/>
              <a:ext cx="12700" cy="15875"/>
            </a:xfrm>
            <a:custGeom>
              <a:avLst/>
              <a:gdLst>
                <a:gd name="T0" fmla="*/ 2147483646 w 5"/>
                <a:gd name="T1" fmla="*/ 2147483646 h 7"/>
                <a:gd name="T2" fmla="*/ 2147483646 w 5"/>
                <a:gd name="T3" fmla="*/ 2147483646 h 7"/>
                <a:gd name="T4" fmla="*/ 2147483646 w 5"/>
                <a:gd name="T5" fmla="*/ 2147483646 h 7"/>
                <a:gd name="T6" fmla="*/ 2147483646 w 5"/>
                <a:gd name="T7" fmla="*/ 2147483646 h 7"/>
                <a:gd name="T8" fmla="*/ 2147483646 w 5"/>
                <a:gd name="T9" fmla="*/ 2147483646 h 7"/>
                <a:gd name="T10" fmla="*/ 2147483646 w 5"/>
                <a:gd name="T11" fmla="*/ 0 h 7"/>
                <a:gd name="T12" fmla="*/ 2147483646 w 5"/>
                <a:gd name="T13" fmla="*/ 2147483646 h 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5"/>
                <a:gd name="T22" fmla="*/ 0 h 7"/>
                <a:gd name="T23" fmla="*/ 5 w 5"/>
                <a:gd name="T24" fmla="*/ 7 h 7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5" h="7">
                  <a:moveTo>
                    <a:pt x="1" y="1"/>
                  </a:moveTo>
                  <a:cubicBezTo>
                    <a:pt x="0" y="2"/>
                    <a:pt x="1" y="4"/>
                    <a:pt x="2" y="5"/>
                  </a:cubicBezTo>
                  <a:cubicBezTo>
                    <a:pt x="3" y="6"/>
                    <a:pt x="4" y="7"/>
                    <a:pt x="4" y="7"/>
                  </a:cubicBezTo>
                  <a:cubicBezTo>
                    <a:pt x="5" y="7"/>
                    <a:pt x="5" y="6"/>
                    <a:pt x="5" y="6"/>
                  </a:cubicBezTo>
                  <a:cubicBezTo>
                    <a:pt x="5" y="4"/>
                    <a:pt x="4" y="2"/>
                    <a:pt x="3" y="1"/>
                  </a:cubicBezTo>
                  <a:cubicBezTo>
                    <a:pt x="3" y="1"/>
                    <a:pt x="3" y="0"/>
                    <a:pt x="2" y="0"/>
                  </a:cubicBezTo>
                  <a:cubicBezTo>
                    <a:pt x="2" y="0"/>
                    <a:pt x="1" y="1"/>
                    <a:pt x="1" y="1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5375" name="Freeform 223">
              <a:extLst>
                <a:ext uri="{FF2B5EF4-FFF2-40B4-BE49-F238E27FC236}">
                  <a16:creationId xmlns:a16="http://schemas.microsoft.com/office/drawing/2014/main" id="{B813F5E3-D2A8-4071-90DF-680976760E1A}"/>
                </a:ext>
              </a:extLst>
            </p:cNvPr>
            <p:cNvSpPr>
              <a:spLocks/>
            </p:cNvSpPr>
            <p:nvPr/>
          </p:nvSpPr>
          <p:spPr bwMode="auto">
            <a:xfrm>
              <a:off x="5091113" y="1116013"/>
              <a:ext cx="20638" cy="14288"/>
            </a:xfrm>
            <a:custGeom>
              <a:avLst/>
              <a:gdLst>
                <a:gd name="T0" fmla="*/ 0 w 9"/>
                <a:gd name="T1" fmla="*/ 2147483646 h 6"/>
                <a:gd name="T2" fmla="*/ 0 w 9"/>
                <a:gd name="T3" fmla="*/ 2147483646 h 6"/>
                <a:gd name="T4" fmla="*/ 2147483646 w 9"/>
                <a:gd name="T5" fmla="*/ 2147483646 h 6"/>
                <a:gd name="T6" fmla="*/ 2147483646 w 9"/>
                <a:gd name="T7" fmla="*/ 2147483646 h 6"/>
                <a:gd name="T8" fmla="*/ 2147483646 w 9"/>
                <a:gd name="T9" fmla="*/ 2147483646 h 6"/>
                <a:gd name="T10" fmla="*/ 2147483646 w 9"/>
                <a:gd name="T11" fmla="*/ 2147483646 h 6"/>
                <a:gd name="T12" fmla="*/ 2147483646 w 9"/>
                <a:gd name="T13" fmla="*/ 2147483646 h 6"/>
                <a:gd name="T14" fmla="*/ 2147483646 w 9"/>
                <a:gd name="T15" fmla="*/ 2147483646 h 6"/>
                <a:gd name="T16" fmla="*/ 2147483646 w 9"/>
                <a:gd name="T17" fmla="*/ 2147483646 h 6"/>
                <a:gd name="T18" fmla="*/ 2147483646 w 9"/>
                <a:gd name="T19" fmla="*/ 2147483646 h 6"/>
                <a:gd name="T20" fmla="*/ 0 w 9"/>
                <a:gd name="T21" fmla="*/ 2147483646 h 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9"/>
                <a:gd name="T34" fmla="*/ 0 h 6"/>
                <a:gd name="T35" fmla="*/ 9 w 9"/>
                <a:gd name="T36" fmla="*/ 6 h 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9" h="6">
                  <a:moveTo>
                    <a:pt x="0" y="3"/>
                  </a:moveTo>
                  <a:cubicBezTo>
                    <a:pt x="0" y="3"/>
                    <a:pt x="0" y="4"/>
                    <a:pt x="0" y="4"/>
                  </a:cubicBezTo>
                  <a:cubicBezTo>
                    <a:pt x="1" y="4"/>
                    <a:pt x="0" y="3"/>
                    <a:pt x="1" y="3"/>
                  </a:cubicBezTo>
                  <a:cubicBezTo>
                    <a:pt x="2" y="3"/>
                    <a:pt x="3" y="3"/>
                    <a:pt x="3" y="4"/>
                  </a:cubicBezTo>
                  <a:cubicBezTo>
                    <a:pt x="4" y="4"/>
                    <a:pt x="4" y="4"/>
                    <a:pt x="4" y="5"/>
                  </a:cubicBezTo>
                  <a:cubicBezTo>
                    <a:pt x="5" y="5"/>
                    <a:pt x="5" y="6"/>
                    <a:pt x="6" y="6"/>
                  </a:cubicBezTo>
                  <a:cubicBezTo>
                    <a:pt x="6" y="6"/>
                    <a:pt x="8" y="5"/>
                    <a:pt x="8" y="4"/>
                  </a:cubicBezTo>
                  <a:cubicBezTo>
                    <a:pt x="9" y="3"/>
                    <a:pt x="7" y="2"/>
                    <a:pt x="6" y="1"/>
                  </a:cubicBezTo>
                  <a:cubicBezTo>
                    <a:pt x="5" y="0"/>
                    <a:pt x="5" y="1"/>
                    <a:pt x="4" y="1"/>
                  </a:cubicBezTo>
                  <a:cubicBezTo>
                    <a:pt x="4" y="1"/>
                    <a:pt x="3" y="1"/>
                    <a:pt x="2" y="2"/>
                  </a:cubicBezTo>
                  <a:cubicBezTo>
                    <a:pt x="1" y="2"/>
                    <a:pt x="1" y="2"/>
                    <a:pt x="0" y="3"/>
                  </a:cubicBezTo>
                </a:path>
              </a:pathLst>
            </a:custGeom>
            <a:solidFill>
              <a:srgbClr val="4154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5376" name="Freeform 224">
              <a:extLst>
                <a:ext uri="{FF2B5EF4-FFF2-40B4-BE49-F238E27FC236}">
                  <a16:creationId xmlns:a16="http://schemas.microsoft.com/office/drawing/2014/main" id="{48939E8E-52F5-4860-BE1E-5E05414706D5}"/>
                </a:ext>
              </a:extLst>
            </p:cNvPr>
            <p:cNvSpPr>
              <a:spLocks/>
            </p:cNvSpPr>
            <p:nvPr/>
          </p:nvSpPr>
          <p:spPr bwMode="auto">
            <a:xfrm>
              <a:off x="5095875" y="1135063"/>
              <a:ext cx="4763" cy="4763"/>
            </a:xfrm>
            <a:custGeom>
              <a:avLst/>
              <a:gdLst>
                <a:gd name="T0" fmla="*/ 2147483646 w 2"/>
                <a:gd name="T1" fmla="*/ 0 h 2"/>
                <a:gd name="T2" fmla="*/ 2147483646 w 2"/>
                <a:gd name="T3" fmla="*/ 2147483646 h 2"/>
                <a:gd name="T4" fmla="*/ 0 w 2"/>
                <a:gd name="T5" fmla="*/ 2147483646 h 2"/>
                <a:gd name="T6" fmla="*/ 0 w 2"/>
                <a:gd name="T7" fmla="*/ 0 h 2"/>
                <a:gd name="T8" fmla="*/ 2147483646 w 2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"/>
                <a:gd name="T16" fmla="*/ 0 h 2"/>
                <a:gd name="T17" fmla="*/ 2 w 2"/>
                <a:gd name="T18" fmla="*/ 2 h 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" h="2">
                  <a:moveTo>
                    <a:pt x="2" y="0"/>
                  </a:moveTo>
                  <a:cubicBezTo>
                    <a:pt x="2" y="1"/>
                    <a:pt x="2" y="2"/>
                    <a:pt x="1" y="2"/>
                  </a:cubicBezTo>
                  <a:cubicBezTo>
                    <a:pt x="1" y="2"/>
                    <a:pt x="0" y="2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1" y="0"/>
                    <a:pt x="2" y="0"/>
                    <a:pt x="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5377" name="Freeform 225">
              <a:extLst>
                <a:ext uri="{FF2B5EF4-FFF2-40B4-BE49-F238E27FC236}">
                  <a16:creationId xmlns:a16="http://schemas.microsoft.com/office/drawing/2014/main" id="{C5450367-D1BE-4E36-9715-746D65481D25}"/>
                </a:ext>
              </a:extLst>
            </p:cNvPr>
            <p:cNvSpPr>
              <a:spLocks/>
            </p:cNvSpPr>
            <p:nvPr/>
          </p:nvSpPr>
          <p:spPr bwMode="auto">
            <a:xfrm>
              <a:off x="5103813" y="1130300"/>
              <a:ext cx="7938" cy="14288"/>
            </a:xfrm>
            <a:custGeom>
              <a:avLst/>
              <a:gdLst>
                <a:gd name="T0" fmla="*/ 2147483646 w 4"/>
                <a:gd name="T1" fmla="*/ 2147483646 h 6"/>
                <a:gd name="T2" fmla="*/ 2147483646 w 4"/>
                <a:gd name="T3" fmla="*/ 2147483646 h 6"/>
                <a:gd name="T4" fmla="*/ 0 w 4"/>
                <a:gd name="T5" fmla="*/ 2147483646 h 6"/>
                <a:gd name="T6" fmla="*/ 2147483646 w 4"/>
                <a:gd name="T7" fmla="*/ 2147483646 h 6"/>
                <a:gd name="T8" fmla="*/ 2147483646 w 4"/>
                <a:gd name="T9" fmla="*/ 2147483646 h 6"/>
                <a:gd name="T10" fmla="*/ 2147483646 w 4"/>
                <a:gd name="T11" fmla="*/ 0 h 6"/>
                <a:gd name="T12" fmla="*/ 2147483646 w 4"/>
                <a:gd name="T13" fmla="*/ 2147483646 h 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4"/>
                <a:gd name="T22" fmla="*/ 0 h 6"/>
                <a:gd name="T23" fmla="*/ 4 w 4"/>
                <a:gd name="T24" fmla="*/ 6 h 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4" h="6">
                  <a:moveTo>
                    <a:pt x="1" y="1"/>
                  </a:moveTo>
                  <a:cubicBezTo>
                    <a:pt x="1" y="2"/>
                    <a:pt x="2" y="3"/>
                    <a:pt x="1" y="4"/>
                  </a:cubicBezTo>
                  <a:cubicBezTo>
                    <a:pt x="1" y="4"/>
                    <a:pt x="0" y="4"/>
                    <a:pt x="0" y="4"/>
                  </a:cubicBezTo>
                  <a:cubicBezTo>
                    <a:pt x="0" y="5"/>
                    <a:pt x="0" y="6"/>
                    <a:pt x="1" y="6"/>
                  </a:cubicBezTo>
                  <a:cubicBezTo>
                    <a:pt x="2" y="6"/>
                    <a:pt x="3" y="4"/>
                    <a:pt x="4" y="3"/>
                  </a:cubicBezTo>
                  <a:cubicBezTo>
                    <a:pt x="4" y="2"/>
                    <a:pt x="4" y="1"/>
                    <a:pt x="3" y="0"/>
                  </a:cubicBezTo>
                  <a:cubicBezTo>
                    <a:pt x="2" y="0"/>
                    <a:pt x="2" y="1"/>
                    <a:pt x="1" y="1"/>
                  </a:cubicBezTo>
                </a:path>
              </a:pathLst>
            </a:custGeom>
            <a:solidFill>
              <a:srgbClr val="99D3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5378" name="Freeform 226">
              <a:extLst>
                <a:ext uri="{FF2B5EF4-FFF2-40B4-BE49-F238E27FC236}">
                  <a16:creationId xmlns:a16="http://schemas.microsoft.com/office/drawing/2014/main" id="{40A4EE66-BE59-4ED6-B98F-3385A286C0C7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1900" y="1246188"/>
              <a:ext cx="26988" cy="88900"/>
            </a:xfrm>
            <a:custGeom>
              <a:avLst/>
              <a:gdLst>
                <a:gd name="T0" fmla="*/ 2147483646 w 12"/>
                <a:gd name="T1" fmla="*/ 0 h 39"/>
                <a:gd name="T2" fmla="*/ 2147483646 w 12"/>
                <a:gd name="T3" fmla="*/ 2147483646 h 39"/>
                <a:gd name="T4" fmla="*/ 2147483646 w 12"/>
                <a:gd name="T5" fmla="*/ 2147483646 h 39"/>
                <a:gd name="T6" fmla="*/ 2147483646 w 12"/>
                <a:gd name="T7" fmla="*/ 2147483646 h 39"/>
                <a:gd name="T8" fmla="*/ 2147483646 w 12"/>
                <a:gd name="T9" fmla="*/ 2147483646 h 39"/>
                <a:gd name="T10" fmla="*/ 2147483646 w 12"/>
                <a:gd name="T11" fmla="*/ 2147483646 h 39"/>
                <a:gd name="T12" fmla="*/ 2147483646 w 12"/>
                <a:gd name="T13" fmla="*/ 2147483646 h 39"/>
                <a:gd name="T14" fmla="*/ 2147483646 w 12"/>
                <a:gd name="T15" fmla="*/ 2147483646 h 39"/>
                <a:gd name="T16" fmla="*/ 2147483646 w 12"/>
                <a:gd name="T17" fmla="*/ 2147483646 h 3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2"/>
                <a:gd name="T28" fmla="*/ 0 h 39"/>
                <a:gd name="T29" fmla="*/ 12 w 12"/>
                <a:gd name="T30" fmla="*/ 39 h 39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2" h="39">
                  <a:moveTo>
                    <a:pt x="4" y="0"/>
                  </a:moveTo>
                  <a:cubicBezTo>
                    <a:pt x="5" y="2"/>
                    <a:pt x="3" y="5"/>
                    <a:pt x="3" y="7"/>
                  </a:cubicBezTo>
                  <a:cubicBezTo>
                    <a:pt x="3" y="9"/>
                    <a:pt x="2" y="11"/>
                    <a:pt x="2" y="14"/>
                  </a:cubicBezTo>
                  <a:cubicBezTo>
                    <a:pt x="1" y="17"/>
                    <a:pt x="1" y="21"/>
                    <a:pt x="1" y="25"/>
                  </a:cubicBezTo>
                  <a:cubicBezTo>
                    <a:pt x="1" y="28"/>
                    <a:pt x="0" y="32"/>
                    <a:pt x="2" y="35"/>
                  </a:cubicBezTo>
                  <a:cubicBezTo>
                    <a:pt x="4" y="38"/>
                    <a:pt x="8" y="38"/>
                    <a:pt x="12" y="39"/>
                  </a:cubicBezTo>
                  <a:cubicBezTo>
                    <a:pt x="8" y="39"/>
                    <a:pt x="4" y="35"/>
                    <a:pt x="3" y="31"/>
                  </a:cubicBezTo>
                  <a:cubicBezTo>
                    <a:pt x="2" y="28"/>
                    <a:pt x="2" y="24"/>
                    <a:pt x="2" y="21"/>
                  </a:cubicBezTo>
                  <a:cubicBezTo>
                    <a:pt x="2" y="15"/>
                    <a:pt x="4" y="8"/>
                    <a:pt x="3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5379" name="Freeform 227">
              <a:extLst>
                <a:ext uri="{FF2B5EF4-FFF2-40B4-BE49-F238E27FC236}">
                  <a16:creationId xmlns:a16="http://schemas.microsoft.com/office/drawing/2014/main" id="{976D6EE4-7C82-4CE4-9127-4FE7F50DABCB}"/>
                </a:ext>
              </a:extLst>
            </p:cNvPr>
            <p:cNvSpPr>
              <a:spLocks/>
            </p:cNvSpPr>
            <p:nvPr/>
          </p:nvSpPr>
          <p:spPr bwMode="auto">
            <a:xfrm>
              <a:off x="5106988" y="1287463"/>
              <a:ext cx="12700" cy="33338"/>
            </a:xfrm>
            <a:custGeom>
              <a:avLst/>
              <a:gdLst>
                <a:gd name="T0" fmla="*/ 0 w 5"/>
                <a:gd name="T1" fmla="*/ 2147483646 h 15"/>
                <a:gd name="T2" fmla="*/ 2147483646 w 5"/>
                <a:gd name="T3" fmla="*/ 2147483646 h 15"/>
                <a:gd name="T4" fmla="*/ 2147483646 w 5"/>
                <a:gd name="T5" fmla="*/ 0 h 15"/>
                <a:gd name="T6" fmla="*/ 2147483646 w 5"/>
                <a:gd name="T7" fmla="*/ 2147483646 h 15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5"/>
                <a:gd name="T13" fmla="*/ 0 h 15"/>
                <a:gd name="T14" fmla="*/ 5 w 5"/>
                <a:gd name="T15" fmla="*/ 15 h 15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5" h="15">
                  <a:moveTo>
                    <a:pt x="0" y="14"/>
                  </a:moveTo>
                  <a:cubicBezTo>
                    <a:pt x="2" y="15"/>
                    <a:pt x="5" y="10"/>
                    <a:pt x="5" y="8"/>
                  </a:cubicBezTo>
                  <a:cubicBezTo>
                    <a:pt x="5" y="6"/>
                    <a:pt x="3" y="0"/>
                    <a:pt x="1" y="0"/>
                  </a:cubicBezTo>
                  <a:cubicBezTo>
                    <a:pt x="2" y="5"/>
                    <a:pt x="4" y="9"/>
                    <a:pt x="1" y="1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5380" name="Freeform 228">
              <a:extLst>
                <a:ext uri="{FF2B5EF4-FFF2-40B4-BE49-F238E27FC236}">
                  <a16:creationId xmlns:a16="http://schemas.microsoft.com/office/drawing/2014/main" id="{0FBB3C88-BBA6-4B2C-B59E-81549EF5348D}"/>
                </a:ext>
              </a:extLst>
            </p:cNvPr>
            <p:cNvSpPr>
              <a:spLocks/>
            </p:cNvSpPr>
            <p:nvPr/>
          </p:nvSpPr>
          <p:spPr bwMode="auto">
            <a:xfrm>
              <a:off x="5103813" y="1144588"/>
              <a:ext cx="23813" cy="60325"/>
            </a:xfrm>
            <a:custGeom>
              <a:avLst/>
              <a:gdLst>
                <a:gd name="T0" fmla="*/ 2147483646 w 11"/>
                <a:gd name="T1" fmla="*/ 2147483646 h 27"/>
                <a:gd name="T2" fmla="*/ 2147483646 w 11"/>
                <a:gd name="T3" fmla="*/ 2147483646 h 27"/>
                <a:gd name="T4" fmla="*/ 2147483646 w 11"/>
                <a:gd name="T5" fmla="*/ 2147483646 h 27"/>
                <a:gd name="T6" fmla="*/ 2147483646 w 11"/>
                <a:gd name="T7" fmla="*/ 2147483646 h 27"/>
                <a:gd name="T8" fmla="*/ 2147483646 w 11"/>
                <a:gd name="T9" fmla="*/ 2147483646 h 27"/>
                <a:gd name="T10" fmla="*/ 2147483646 w 11"/>
                <a:gd name="T11" fmla="*/ 2147483646 h 27"/>
                <a:gd name="T12" fmla="*/ 2147483646 w 11"/>
                <a:gd name="T13" fmla="*/ 0 h 27"/>
                <a:gd name="T14" fmla="*/ 2147483646 w 11"/>
                <a:gd name="T15" fmla="*/ 2147483646 h 2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11"/>
                <a:gd name="T25" fmla="*/ 0 h 27"/>
                <a:gd name="T26" fmla="*/ 11 w 11"/>
                <a:gd name="T27" fmla="*/ 27 h 27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11" h="27">
                  <a:moveTo>
                    <a:pt x="1" y="5"/>
                  </a:moveTo>
                  <a:cubicBezTo>
                    <a:pt x="0" y="8"/>
                    <a:pt x="6" y="11"/>
                    <a:pt x="8" y="13"/>
                  </a:cubicBezTo>
                  <a:cubicBezTo>
                    <a:pt x="10" y="17"/>
                    <a:pt x="9" y="23"/>
                    <a:pt x="11" y="27"/>
                  </a:cubicBezTo>
                  <a:cubicBezTo>
                    <a:pt x="10" y="24"/>
                    <a:pt x="11" y="20"/>
                    <a:pt x="11" y="17"/>
                  </a:cubicBezTo>
                  <a:cubicBezTo>
                    <a:pt x="11" y="14"/>
                    <a:pt x="9" y="12"/>
                    <a:pt x="8" y="10"/>
                  </a:cubicBezTo>
                  <a:cubicBezTo>
                    <a:pt x="6" y="9"/>
                    <a:pt x="3" y="8"/>
                    <a:pt x="3" y="7"/>
                  </a:cubicBezTo>
                  <a:cubicBezTo>
                    <a:pt x="2" y="5"/>
                    <a:pt x="4" y="2"/>
                    <a:pt x="5" y="0"/>
                  </a:cubicBezTo>
                  <a:cubicBezTo>
                    <a:pt x="3" y="2"/>
                    <a:pt x="2" y="5"/>
                    <a:pt x="1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5381" name="Freeform 229">
              <a:extLst>
                <a:ext uri="{FF2B5EF4-FFF2-40B4-BE49-F238E27FC236}">
                  <a16:creationId xmlns:a16="http://schemas.microsoft.com/office/drawing/2014/main" id="{508ACA31-8B3E-475A-ABEE-ABCE337B2A19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8413" y="1098550"/>
              <a:ext cx="12700" cy="15875"/>
            </a:xfrm>
            <a:custGeom>
              <a:avLst/>
              <a:gdLst>
                <a:gd name="T0" fmla="*/ 0 w 6"/>
                <a:gd name="T1" fmla="*/ 2147483646 h 7"/>
                <a:gd name="T2" fmla="*/ 2147483646 w 6"/>
                <a:gd name="T3" fmla="*/ 2147483646 h 7"/>
                <a:gd name="T4" fmla="*/ 2147483646 w 6"/>
                <a:gd name="T5" fmla="*/ 2147483646 h 7"/>
                <a:gd name="T6" fmla="*/ 2147483646 w 6"/>
                <a:gd name="T7" fmla="*/ 0 h 7"/>
                <a:gd name="T8" fmla="*/ 0 w 6"/>
                <a:gd name="T9" fmla="*/ 2147483646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"/>
                <a:gd name="T16" fmla="*/ 0 h 7"/>
                <a:gd name="T17" fmla="*/ 6 w 6"/>
                <a:gd name="T18" fmla="*/ 7 h 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" h="7">
                  <a:moveTo>
                    <a:pt x="0" y="2"/>
                  </a:moveTo>
                  <a:cubicBezTo>
                    <a:pt x="1" y="3"/>
                    <a:pt x="0" y="6"/>
                    <a:pt x="2" y="7"/>
                  </a:cubicBezTo>
                  <a:cubicBezTo>
                    <a:pt x="2" y="7"/>
                    <a:pt x="5" y="7"/>
                    <a:pt x="6" y="7"/>
                  </a:cubicBezTo>
                  <a:cubicBezTo>
                    <a:pt x="3" y="6"/>
                    <a:pt x="4" y="3"/>
                    <a:pt x="3" y="0"/>
                  </a:cubicBezTo>
                  <a:cubicBezTo>
                    <a:pt x="2" y="1"/>
                    <a:pt x="1" y="1"/>
                    <a:pt x="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5382" name="Freeform 230">
              <a:extLst>
                <a:ext uri="{FF2B5EF4-FFF2-40B4-BE49-F238E27FC236}">
                  <a16:creationId xmlns:a16="http://schemas.microsoft.com/office/drawing/2014/main" id="{5238C585-5EB7-4051-99AD-5FDF7613063C}"/>
                </a:ext>
              </a:extLst>
            </p:cNvPr>
            <p:cNvSpPr>
              <a:spLocks/>
            </p:cNvSpPr>
            <p:nvPr/>
          </p:nvSpPr>
          <p:spPr bwMode="auto">
            <a:xfrm>
              <a:off x="5032375" y="917575"/>
              <a:ext cx="31750" cy="165100"/>
            </a:xfrm>
            <a:custGeom>
              <a:avLst/>
              <a:gdLst>
                <a:gd name="T0" fmla="*/ 2147483646 w 14"/>
                <a:gd name="T1" fmla="*/ 0 h 73"/>
                <a:gd name="T2" fmla="*/ 2147483646 w 14"/>
                <a:gd name="T3" fmla="*/ 2147483646 h 73"/>
                <a:gd name="T4" fmla="*/ 2147483646 w 14"/>
                <a:gd name="T5" fmla="*/ 2147483646 h 73"/>
                <a:gd name="T6" fmla="*/ 2147483646 w 14"/>
                <a:gd name="T7" fmla="*/ 2147483646 h 73"/>
                <a:gd name="T8" fmla="*/ 2147483646 w 14"/>
                <a:gd name="T9" fmla="*/ 2147483646 h 73"/>
                <a:gd name="T10" fmla="*/ 2147483646 w 14"/>
                <a:gd name="T11" fmla="*/ 2147483646 h 73"/>
                <a:gd name="T12" fmla="*/ 2147483646 w 14"/>
                <a:gd name="T13" fmla="*/ 2147483646 h 73"/>
                <a:gd name="T14" fmla="*/ 2147483646 w 14"/>
                <a:gd name="T15" fmla="*/ 2147483646 h 73"/>
                <a:gd name="T16" fmla="*/ 2147483646 w 14"/>
                <a:gd name="T17" fmla="*/ 2147483646 h 73"/>
                <a:gd name="T18" fmla="*/ 2147483646 w 14"/>
                <a:gd name="T19" fmla="*/ 2147483646 h 73"/>
                <a:gd name="T20" fmla="*/ 2147483646 w 14"/>
                <a:gd name="T21" fmla="*/ 2147483646 h 73"/>
                <a:gd name="T22" fmla="*/ 2147483646 w 14"/>
                <a:gd name="T23" fmla="*/ 2147483646 h 73"/>
                <a:gd name="T24" fmla="*/ 2147483646 w 14"/>
                <a:gd name="T25" fmla="*/ 2147483646 h 73"/>
                <a:gd name="T26" fmla="*/ 2147483646 w 14"/>
                <a:gd name="T27" fmla="*/ 0 h 73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14"/>
                <a:gd name="T43" fmla="*/ 0 h 73"/>
                <a:gd name="T44" fmla="*/ 14 w 14"/>
                <a:gd name="T45" fmla="*/ 73 h 73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14" h="73">
                  <a:moveTo>
                    <a:pt x="4" y="0"/>
                  </a:moveTo>
                  <a:cubicBezTo>
                    <a:pt x="3" y="1"/>
                    <a:pt x="2" y="4"/>
                    <a:pt x="2" y="5"/>
                  </a:cubicBezTo>
                  <a:cubicBezTo>
                    <a:pt x="1" y="10"/>
                    <a:pt x="2" y="14"/>
                    <a:pt x="1" y="18"/>
                  </a:cubicBezTo>
                  <a:cubicBezTo>
                    <a:pt x="1" y="26"/>
                    <a:pt x="0" y="33"/>
                    <a:pt x="1" y="40"/>
                  </a:cubicBezTo>
                  <a:cubicBezTo>
                    <a:pt x="1" y="46"/>
                    <a:pt x="1" y="52"/>
                    <a:pt x="2" y="58"/>
                  </a:cubicBezTo>
                  <a:cubicBezTo>
                    <a:pt x="2" y="62"/>
                    <a:pt x="2" y="70"/>
                    <a:pt x="4" y="73"/>
                  </a:cubicBezTo>
                  <a:cubicBezTo>
                    <a:pt x="5" y="69"/>
                    <a:pt x="5" y="66"/>
                    <a:pt x="8" y="62"/>
                  </a:cubicBezTo>
                  <a:cubicBezTo>
                    <a:pt x="9" y="61"/>
                    <a:pt x="10" y="60"/>
                    <a:pt x="12" y="59"/>
                  </a:cubicBezTo>
                  <a:cubicBezTo>
                    <a:pt x="13" y="59"/>
                    <a:pt x="14" y="59"/>
                    <a:pt x="14" y="58"/>
                  </a:cubicBezTo>
                  <a:cubicBezTo>
                    <a:pt x="12" y="55"/>
                    <a:pt x="9" y="53"/>
                    <a:pt x="7" y="50"/>
                  </a:cubicBezTo>
                  <a:cubicBezTo>
                    <a:pt x="4" y="45"/>
                    <a:pt x="4" y="38"/>
                    <a:pt x="3" y="33"/>
                  </a:cubicBezTo>
                  <a:cubicBezTo>
                    <a:pt x="2" y="26"/>
                    <a:pt x="3" y="20"/>
                    <a:pt x="2" y="14"/>
                  </a:cubicBezTo>
                  <a:cubicBezTo>
                    <a:pt x="2" y="11"/>
                    <a:pt x="2" y="8"/>
                    <a:pt x="2" y="5"/>
                  </a:cubicBezTo>
                  <a:cubicBezTo>
                    <a:pt x="2" y="3"/>
                    <a:pt x="2" y="2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5383" name="Freeform 231">
              <a:extLst>
                <a:ext uri="{FF2B5EF4-FFF2-40B4-BE49-F238E27FC236}">
                  <a16:creationId xmlns:a16="http://schemas.microsoft.com/office/drawing/2014/main" id="{37CF8591-9A29-4536-90BD-66130C930D2C}"/>
                </a:ext>
              </a:extLst>
            </p:cNvPr>
            <p:cNvSpPr>
              <a:spLocks/>
            </p:cNvSpPr>
            <p:nvPr/>
          </p:nvSpPr>
          <p:spPr bwMode="auto">
            <a:xfrm>
              <a:off x="5224463" y="1484313"/>
              <a:ext cx="138113" cy="44450"/>
            </a:xfrm>
            <a:custGeom>
              <a:avLst/>
              <a:gdLst>
                <a:gd name="T0" fmla="*/ 0 w 61"/>
                <a:gd name="T1" fmla="*/ 2147483646 h 19"/>
                <a:gd name="T2" fmla="*/ 2147483646 w 61"/>
                <a:gd name="T3" fmla="*/ 2147483646 h 19"/>
                <a:gd name="T4" fmla="*/ 2147483646 w 61"/>
                <a:gd name="T5" fmla="*/ 2147483646 h 19"/>
                <a:gd name="T6" fmla="*/ 2147483646 w 61"/>
                <a:gd name="T7" fmla="*/ 2147483646 h 19"/>
                <a:gd name="T8" fmla="*/ 2147483646 w 61"/>
                <a:gd name="T9" fmla="*/ 2147483646 h 19"/>
                <a:gd name="T10" fmla="*/ 2147483646 w 61"/>
                <a:gd name="T11" fmla="*/ 2147483646 h 19"/>
                <a:gd name="T12" fmla="*/ 2147483646 w 61"/>
                <a:gd name="T13" fmla="*/ 2147483646 h 19"/>
                <a:gd name="T14" fmla="*/ 2147483646 w 61"/>
                <a:gd name="T15" fmla="*/ 2147483646 h 1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61"/>
                <a:gd name="T25" fmla="*/ 0 h 19"/>
                <a:gd name="T26" fmla="*/ 61 w 61"/>
                <a:gd name="T27" fmla="*/ 19 h 19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61" h="19">
                  <a:moveTo>
                    <a:pt x="0" y="10"/>
                  </a:moveTo>
                  <a:cubicBezTo>
                    <a:pt x="3" y="15"/>
                    <a:pt x="7" y="19"/>
                    <a:pt x="13" y="18"/>
                  </a:cubicBezTo>
                  <a:cubicBezTo>
                    <a:pt x="19" y="16"/>
                    <a:pt x="19" y="11"/>
                    <a:pt x="25" y="12"/>
                  </a:cubicBezTo>
                  <a:cubicBezTo>
                    <a:pt x="32" y="13"/>
                    <a:pt x="37" y="15"/>
                    <a:pt x="44" y="14"/>
                  </a:cubicBezTo>
                  <a:cubicBezTo>
                    <a:pt x="51" y="13"/>
                    <a:pt x="56" y="7"/>
                    <a:pt x="61" y="3"/>
                  </a:cubicBezTo>
                  <a:cubicBezTo>
                    <a:pt x="55" y="11"/>
                    <a:pt x="36" y="16"/>
                    <a:pt x="26" y="10"/>
                  </a:cubicBezTo>
                  <a:cubicBezTo>
                    <a:pt x="21" y="6"/>
                    <a:pt x="21" y="0"/>
                    <a:pt x="17" y="8"/>
                  </a:cubicBezTo>
                  <a:cubicBezTo>
                    <a:pt x="15" y="14"/>
                    <a:pt x="8" y="18"/>
                    <a:pt x="3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5384" name="Freeform 232">
              <a:extLst>
                <a:ext uri="{FF2B5EF4-FFF2-40B4-BE49-F238E27FC236}">
                  <a16:creationId xmlns:a16="http://schemas.microsoft.com/office/drawing/2014/main" id="{BBD9C995-3B65-47D4-A0E5-AAA17E43F581}"/>
                </a:ext>
              </a:extLst>
            </p:cNvPr>
            <p:cNvSpPr>
              <a:spLocks/>
            </p:cNvSpPr>
            <p:nvPr/>
          </p:nvSpPr>
          <p:spPr bwMode="auto">
            <a:xfrm>
              <a:off x="5434013" y="1196975"/>
              <a:ext cx="28575" cy="155575"/>
            </a:xfrm>
            <a:custGeom>
              <a:avLst/>
              <a:gdLst>
                <a:gd name="T0" fmla="*/ 0 w 13"/>
                <a:gd name="T1" fmla="*/ 0 h 69"/>
                <a:gd name="T2" fmla="*/ 2147483646 w 13"/>
                <a:gd name="T3" fmla="*/ 2147483646 h 69"/>
                <a:gd name="T4" fmla="*/ 2147483646 w 13"/>
                <a:gd name="T5" fmla="*/ 2147483646 h 69"/>
                <a:gd name="T6" fmla="*/ 2147483646 w 13"/>
                <a:gd name="T7" fmla="*/ 2147483646 h 69"/>
                <a:gd name="T8" fmla="*/ 2147483646 w 13"/>
                <a:gd name="T9" fmla="*/ 2147483646 h 69"/>
                <a:gd name="T10" fmla="*/ 2147483646 w 13"/>
                <a:gd name="T11" fmla="*/ 2147483646 h 69"/>
                <a:gd name="T12" fmla="*/ 0 w 13"/>
                <a:gd name="T13" fmla="*/ 2147483646 h 6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3"/>
                <a:gd name="T22" fmla="*/ 0 h 69"/>
                <a:gd name="T23" fmla="*/ 13 w 13"/>
                <a:gd name="T24" fmla="*/ 69 h 69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3" h="69">
                  <a:moveTo>
                    <a:pt x="0" y="0"/>
                  </a:moveTo>
                  <a:cubicBezTo>
                    <a:pt x="6" y="6"/>
                    <a:pt x="9" y="20"/>
                    <a:pt x="11" y="28"/>
                  </a:cubicBezTo>
                  <a:cubicBezTo>
                    <a:pt x="13" y="39"/>
                    <a:pt x="11" y="47"/>
                    <a:pt x="8" y="58"/>
                  </a:cubicBezTo>
                  <a:cubicBezTo>
                    <a:pt x="7" y="61"/>
                    <a:pt x="7" y="69"/>
                    <a:pt x="4" y="63"/>
                  </a:cubicBezTo>
                  <a:cubicBezTo>
                    <a:pt x="2" y="61"/>
                    <a:pt x="4" y="55"/>
                    <a:pt x="5" y="52"/>
                  </a:cubicBezTo>
                  <a:cubicBezTo>
                    <a:pt x="5" y="47"/>
                    <a:pt x="5" y="43"/>
                    <a:pt x="5" y="38"/>
                  </a:cubicBezTo>
                  <a:cubicBezTo>
                    <a:pt x="5" y="27"/>
                    <a:pt x="5" y="13"/>
                    <a:pt x="0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5385" name="Freeform 233">
              <a:extLst>
                <a:ext uri="{FF2B5EF4-FFF2-40B4-BE49-F238E27FC236}">
                  <a16:creationId xmlns:a16="http://schemas.microsoft.com/office/drawing/2014/main" id="{2FDF06E3-B6A9-4BC7-A27D-6D10DAA1EF63}"/>
                </a:ext>
              </a:extLst>
            </p:cNvPr>
            <p:cNvSpPr>
              <a:spLocks/>
            </p:cNvSpPr>
            <p:nvPr/>
          </p:nvSpPr>
          <p:spPr bwMode="auto">
            <a:xfrm>
              <a:off x="5635625" y="6491288"/>
              <a:ext cx="125413" cy="58738"/>
            </a:xfrm>
            <a:custGeom>
              <a:avLst/>
              <a:gdLst>
                <a:gd name="T0" fmla="*/ 2147483646 w 55"/>
                <a:gd name="T1" fmla="*/ 0 h 26"/>
                <a:gd name="T2" fmla="*/ 2147483646 w 55"/>
                <a:gd name="T3" fmla="*/ 2147483646 h 26"/>
                <a:gd name="T4" fmla="*/ 2147483646 w 55"/>
                <a:gd name="T5" fmla="*/ 2147483646 h 26"/>
                <a:gd name="T6" fmla="*/ 2147483646 w 55"/>
                <a:gd name="T7" fmla="*/ 2147483646 h 26"/>
                <a:gd name="T8" fmla="*/ 2147483646 w 55"/>
                <a:gd name="T9" fmla="*/ 2147483646 h 26"/>
                <a:gd name="T10" fmla="*/ 2147483646 w 55"/>
                <a:gd name="T11" fmla="*/ 2147483646 h 26"/>
                <a:gd name="T12" fmla="*/ 2147483646 w 55"/>
                <a:gd name="T13" fmla="*/ 2147483646 h 26"/>
                <a:gd name="T14" fmla="*/ 2147483646 w 55"/>
                <a:gd name="T15" fmla="*/ 2147483646 h 26"/>
                <a:gd name="T16" fmla="*/ 2147483646 w 55"/>
                <a:gd name="T17" fmla="*/ 2147483646 h 26"/>
                <a:gd name="T18" fmla="*/ 2147483646 w 55"/>
                <a:gd name="T19" fmla="*/ 2147483646 h 26"/>
                <a:gd name="T20" fmla="*/ 2147483646 w 55"/>
                <a:gd name="T21" fmla="*/ 2147483646 h 26"/>
                <a:gd name="T22" fmla="*/ 2147483646 w 55"/>
                <a:gd name="T23" fmla="*/ 2147483646 h 26"/>
                <a:gd name="T24" fmla="*/ 2147483646 w 55"/>
                <a:gd name="T25" fmla="*/ 2147483646 h 26"/>
                <a:gd name="T26" fmla="*/ 2147483646 w 55"/>
                <a:gd name="T27" fmla="*/ 2147483646 h 26"/>
                <a:gd name="T28" fmla="*/ 2147483646 w 55"/>
                <a:gd name="T29" fmla="*/ 2147483646 h 26"/>
                <a:gd name="T30" fmla="*/ 2147483646 w 55"/>
                <a:gd name="T31" fmla="*/ 2147483646 h 26"/>
                <a:gd name="T32" fmla="*/ 2147483646 w 55"/>
                <a:gd name="T33" fmla="*/ 2147483646 h 2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55"/>
                <a:gd name="T52" fmla="*/ 0 h 26"/>
                <a:gd name="T53" fmla="*/ 55 w 55"/>
                <a:gd name="T54" fmla="*/ 26 h 2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55" h="26">
                  <a:moveTo>
                    <a:pt x="3" y="0"/>
                  </a:moveTo>
                  <a:cubicBezTo>
                    <a:pt x="4" y="2"/>
                    <a:pt x="5" y="4"/>
                    <a:pt x="8" y="5"/>
                  </a:cubicBezTo>
                  <a:cubicBezTo>
                    <a:pt x="10" y="6"/>
                    <a:pt x="10" y="7"/>
                    <a:pt x="12" y="9"/>
                  </a:cubicBezTo>
                  <a:cubicBezTo>
                    <a:pt x="15" y="12"/>
                    <a:pt x="19" y="14"/>
                    <a:pt x="23" y="15"/>
                  </a:cubicBezTo>
                  <a:cubicBezTo>
                    <a:pt x="25" y="16"/>
                    <a:pt x="27" y="16"/>
                    <a:pt x="28" y="17"/>
                  </a:cubicBezTo>
                  <a:cubicBezTo>
                    <a:pt x="30" y="18"/>
                    <a:pt x="31" y="20"/>
                    <a:pt x="34" y="21"/>
                  </a:cubicBezTo>
                  <a:cubicBezTo>
                    <a:pt x="39" y="23"/>
                    <a:pt x="43" y="24"/>
                    <a:pt x="49" y="24"/>
                  </a:cubicBezTo>
                  <a:cubicBezTo>
                    <a:pt x="51" y="24"/>
                    <a:pt x="53" y="23"/>
                    <a:pt x="55" y="25"/>
                  </a:cubicBezTo>
                  <a:cubicBezTo>
                    <a:pt x="53" y="26"/>
                    <a:pt x="48" y="25"/>
                    <a:pt x="46" y="26"/>
                  </a:cubicBezTo>
                  <a:cubicBezTo>
                    <a:pt x="42" y="26"/>
                    <a:pt x="39" y="26"/>
                    <a:pt x="36" y="25"/>
                  </a:cubicBezTo>
                  <a:cubicBezTo>
                    <a:pt x="33" y="25"/>
                    <a:pt x="29" y="25"/>
                    <a:pt x="27" y="23"/>
                  </a:cubicBezTo>
                  <a:cubicBezTo>
                    <a:pt x="26" y="22"/>
                    <a:pt x="25" y="21"/>
                    <a:pt x="24" y="20"/>
                  </a:cubicBezTo>
                  <a:cubicBezTo>
                    <a:pt x="24" y="20"/>
                    <a:pt x="22" y="20"/>
                    <a:pt x="21" y="20"/>
                  </a:cubicBezTo>
                  <a:cubicBezTo>
                    <a:pt x="16" y="19"/>
                    <a:pt x="10" y="19"/>
                    <a:pt x="7" y="14"/>
                  </a:cubicBezTo>
                  <a:cubicBezTo>
                    <a:pt x="6" y="12"/>
                    <a:pt x="8" y="13"/>
                    <a:pt x="5" y="11"/>
                  </a:cubicBezTo>
                  <a:cubicBezTo>
                    <a:pt x="4" y="11"/>
                    <a:pt x="3" y="11"/>
                    <a:pt x="2" y="10"/>
                  </a:cubicBezTo>
                  <a:cubicBezTo>
                    <a:pt x="0" y="7"/>
                    <a:pt x="2" y="4"/>
                    <a:pt x="2" y="1"/>
                  </a:cubicBezTo>
                </a:path>
              </a:pathLst>
            </a:custGeom>
            <a:solidFill>
              <a:srgbClr val="8C6E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5386" name="Freeform 234">
              <a:extLst>
                <a:ext uri="{FF2B5EF4-FFF2-40B4-BE49-F238E27FC236}">
                  <a16:creationId xmlns:a16="http://schemas.microsoft.com/office/drawing/2014/main" id="{545D5B8E-7A33-476E-B3CB-CF5EEE9B024D}"/>
                </a:ext>
              </a:extLst>
            </p:cNvPr>
            <p:cNvSpPr>
              <a:spLocks/>
            </p:cNvSpPr>
            <p:nvPr/>
          </p:nvSpPr>
          <p:spPr bwMode="auto">
            <a:xfrm>
              <a:off x="5905500" y="6391275"/>
              <a:ext cx="17463" cy="19050"/>
            </a:xfrm>
            <a:custGeom>
              <a:avLst/>
              <a:gdLst>
                <a:gd name="T0" fmla="*/ 2147483646 w 8"/>
                <a:gd name="T1" fmla="*/ 2147483646 h 8"/>
                <a:gd name="T2" fmla="*/ 2147483646 w 8"/>
                <a:gd name="T3" fmla="*/ 2147483646 h 8"/>
                <a:gd name="T4" fmla="*/ 0 w 8"/>
                <a:gd name="T5" fmla="*/ 2147483646 h 8"/>
                <a:gd name="T6" fmla="*/ 2147483646 w 8"/>
                <a:gd name="T7" fmla="*/ 0 h 8"/>
                <a:gd name="T8" fmla="*/ 2147483646 w 8"/>
                <a:gd name="T9" fmla="*/ 2147483646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"/>
                <a:gd name="T16" fmla="*/ 0 h 8"/>
                <a:gd name="T17" fmla="*/ 8 w 8"/>
                <a:gd name="T18" fmla="*/ 8 h 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8" h="8">
                  <a:moveTo>
                    <a:pt x="8" y="4"/>
                  </a:moveTo>
                  <a:cubicBezTo>
                    <a:pt x="8" y="6"/>
                    <a:pt x="7" y="8"/>
                    <a:pt x="4" y="8"/>
                  </a:cubicBezTo>
                  <a:cubicBezTo>
                    <a:pt x="2" y="8"/>
                    <a:pt x="1" y="6"/>
                    <a:pt x="0" y="4"/>
                  </a:cubicBezTo>
                  <a:cubicBezTo>
                    <a:pt x="0" y="2"/>
                    <a:pt x="2" y="0"/>
                    <a:pt x="4" y="0"/>
                  </a:cubicBezTo>
                  <a:cubicBezTo>
                    <a:pt x="6" y="0"/>
                    <a:pt x="8" y="2"/>
                    <a:pt x="8" y="4"/>
                  </a:cubicBezTo>
                  <a:close/>
                </a:path>
              </a:pathLst>
            </a:custGeom>
            <a:solidFill>
              <a:srgbClr val="CCCBCA"/>
            </a:solidFill>
            <a:ln w="1" cap="rnd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fr-FR"/>
            </a:p>
          </p:txBody>
        </p:sp>
        <p:sp>
          <p:nvSpPr>
            <p:cNvPr id="55387" name="Freeform 235">
              <a:extLst>
                <a:ext uri="{FF2B5EF4-FFF2-40B4-BE49-F238E27FC236}">
                  <a16:creationId xmlns:a16="http://schemas.microsoft.com/office/drawing/2014/main" id="{C82B47E5-47F9-4F14-8F71-003EE34824FE}"/>
                </a:ext>
              </a:extLst>
            </p:cNvPr>
            <p:cNvSpPr>
              <a:spLocks/>
            </p:cNvSpPr>
            <p:nvPr/>
          </p:nvSpPr>
          <p:spPr bwMode="auto">
            <a:xfrm>
              <a:off x="5921375" y="6421438"/>
              <a:ext cx="17463" cy="15875"/>
            </a:xfrm>
            <a:custGeom>
              <a:avLst/>
              <a:gdLst>
                <a:gd name="T0" fmla="*/ 2147483646 w 8"/>
                <a:gd name="T1" fmla="*/ 2147483646 h 7"/>
                <a:gd name="T2" fmla="*/ 2147483646 w 8"/>
                <a:gd name="T3" fmla="*/ 2147483646 h 7"/>
                <a:gd name="T4" fmla="*/ 0 w 8"/>
                <a:gd name="T5" fmla="*/ 2147483646 h 7"/>
                <a:gd name="T6" fmla="*/ 2147483646 w 8"/>
                <a:gd name="T7" fmla="*/ 0 h 7"/>
                <a:gd name="T8" fmla="*/ 2147483646 w 8"/>
                <a:gd name="T9" fmla="*/ 2147483646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"/>
                <a:gd name="T16" fmla="*/ 0 h 7"/>
                <a:gd name="T17" fmla="*/ 8 w 8"/>
                <a:gd name="T18" fmla="*/ 7 h 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8" h="7">
                  <a:moveTo>
                    <a:pt x="8" y="4"/>
                  </a:moveTo>
                  <a:cubicBezTo>
                    <a:pt x="8" y="6"/>
                    <a:pt x="6" y="7"/>
                    <a:pt x="4" y="7"/>
                  </a:cubicBezTo>
                  <a:cubicBezTo>
                    <a:pt x="2" y="7"/>
                    <a:pt x="0" y="6"/>
                    <a:pt x="0" y="4"/>
                  </a:cubicBezTo>
                  <a:cubicBezTo>
                    <a:pt x="0" y="2"/>
                    <a:pt x="2" y="0"/>
                    <a:pt x="4" y="0"/>
                  </a:cubicBezTo>
                  <a:cubicBezTo>
                    <a:pt x="6" y="0"/>
                    <a:pt x="8" y="1"/>
                    <a:pt x="8" y="4"/>
                  </a:cubicBezTo>
                  <a:close/>
                </a:path>
              </a:pathLst>
            </a:custGeom>
            <a:solidFill>
              <a:srgbClr val="CCCBCA"/>
            </a:solidFill>
            <a:ln w="1" cap="rnd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fr-FR"/>
            </a:p>
          </p:txBody>
        </p:sp>
        <p:sp>
          <p:nvSpPr>
            <p:cNvPr id="55388" name="Oval 236">
              <a:extLst>
                <a:ext uri="{FF2B5EF4-FFF2-40B4-BE49-F238E27FC236}">
                  <a16:creationId xmlns:a16="http://schemas.microsoft.com/office/drawing/2014/main" id="{6EA1974F-A0A5-4F3F-8C11-7CC6133FDB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37250" y="6443663"/>
              <a:ext cx="17463" cy="19050"/>
            </a:xfrm>
            <a:prstGeom prst="ellipse">
              <a:avLst/>
            </a:prstGeom>
            <a:solidFill>
              <a:srgbClr val="CCCBCA"/>
            </a:solidFill>
            <a:ln w="1" cap="rnd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  <a:latin typeface="Calibri" panose="020F0502020204030204" pitchFamily="34" charset="0"/>
              </a:endParaRPr>
            </a:p>
          </p:txBody>
        </p:sp>
        <p:sp>
          <p:nvSpPr>
            <p:cNvPr id="55389" name="Freeform 237">
              <a:extLst>
                <a:ext uri="{FF2B5EF4-FFF2-40B4-BE49-F238E27FC236}">
                  <a16:creationId xmlns:a16="http://schemas.microsoft.com/office/drawing/2014/main" id="{B7BD3B63-CB2C-44E0-9793-5013DA6FE6ED}"/>
                </a:ext>
              </a:extLst>
            </p:cNvPr>
            <p:cNvSpPr>
              <a:spLocks/>
            </p:cNvSpPr>
            <p:nvPr/>
          </p:nvSpPr>
          <p:spPr bwMode="auto">
            <a:xfrm>
              <a:off x="6381750" y="6175375"/>
              <a:ext cx="107950" cy="200025"/>
            </a:xfrm>
            <a:custGeom>
              <a:avLst/>
              <a:gdLst>
                <a:gd name="T0" fmla="*/ 2147483646 w 48"/>
                <a:gd name="T1" fmla="*/ 2147483646 h 88"/>
                <a:gd name="T2" fmla="*/ 2147483646 w 48"/>
                <a:gd name="T3" fmla="*/ 2147483646 h 88"/>
                <a:gd name="T4" fmla="*/ 2147483646 w 48"/>
                <a:gd name="T5" fmla="*/ 2147483646 h 88"/>
                <a:gd name="T6" fmla="*/ 0 w 48"/>
                <a:gd name="T7" fmla="*/ 2147483646 h 88"/>
                <a:gd name="T8" fmla="*/ 2147483646 w 48"/>
                <a:gd name="T9" fmla="*/ 2147483646 h 88"/>
                <a:gd name="T10" fmla="*/ 2147483646 w 48"/>
                <a:gd name="T11" fmla="*/ 2147483646 h 88"/>
                <a:gd name="T12" fmla="*/ 2147483646 w 48"/>
                <a:gd name="T13" fmla="*/ 2147483646 h 88"/>
                <a:gd name="T14" fmla="*/ 2147483646 w 48"/>
                <a:gd name="T15" fmla="*/ 0 h 8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48"/>
                <a:gd name="T25" fmla="*/ 0 h 88"/>
                <a:gd name="T26" fmla="*/ 48 w 48"/>
                <a:gd name="T27" fmla="*/ 88 h 88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48" h="88">
                  <a:moveTo>
                    <a:pt x="33" y="1"/>
                  </a:moveTo>
                  <a:cubicBezTo>
                    <a:pt x="28" y="20"/>
                    <a:pt x="44" y="38"/>
                    <a:pt x="36" y="57"/>
                  </a:cubicBezTo>
                  <a:cubicBezTo>
                    <a:pt x="33" y="66"/>
                    <a:pt x="27" y="72"/>
                    <a:pt x="20" y="77"/>
                  </a:cubicBezTo>
                  <a:cubicBezTo>
                    <a:pt x="14" y="82"/>
                    <a:pt x="7" y="84"/>
                    <a:pt x="0" y="87"/>
                  </a:cubicBezTo>
                  <a:cubicBezTo>
                    <a:pt x="9" y="88"/>
                    <a:pt x="19" y="84"/>
                    <a:pt x="27" y="81"/>
                  </a:cubicBezTo>
                  <a:cubicBezTo>
                    <a:pt x="37" y="78"/>
                    <a:pt x="43" y="69"/>
                    <a:pt x="46" y="59"/>
                  </a:cubicBezTo>
                  <a:cubicBezTo>
                    <a:pt x="48" y="49"/>
                    <a:pt x="47" y="38"/>
                    <a:pt x="43" y="29"/>
                  </a:cubicBezTo>
                  <a:cubicBezTo>
                    <a:pt x="40" y="20"/>
                    <a:pt x="30" y="9"/>
                    <a:pt x="31" y="0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5390" name="Freeform 238">
              <a:extLst>
                <a:ext uri="{FF2B5EF4-FFF2-40B4-BE49-F238E27FC236}">
                  <a16:creationId xmlns:a16="http://schemas.microsoft.com/office/drawing/2014/main" id="{5BA7777F-8EC0-4DEF-A126-C7D7087D13D3}"/>
                </a:ext>
              </a:extLst>
            </p:cNvPr>
            <p:cNvSpPr>
              <a:spLocks/>
            </p:cNvSpPr>
            <p:nvPr/>
          </p:nvSpPr>
          <p:spPr bwMode="auto">
            <a:xfrm>
              <a:off x="6215063" y="6353175"/>
              <a:ext cx="368300" cy="152400"/>
            </a:xfrm>
            <a:custGeom>
              <a:avLst/>
              <a:gdLst>
                <a:gd name="T0" fmla="*/ 0 w 162"/>
                <a:gd name="T1" fmla="*/ 2147483646 h 67"/>
                <a:gd name="T2" fmla="*/ 2147483646 w 162"/>
                <a:gd name="T3" fmla="*/ 2147483646 h 67"/>
                <a:gd name="T4" fmla="*/ 2147483646 w 162"/>
                <a:gd name="T5" fmla="*/ 2147483646 h 67"/>
                <a:gd name="T6" fmla="*/ 2147483646 w 162"/>
                <a:gd name="T7" fmla="*/ 2147483646 h 67"/>
                <a:gd name="T8" fmla="*/ 2147483646 w 162"/>
                <a:gd name="T9" fmla="*/ 2147483646 h 67"/>
                <a:gd name="T10" fmla="*/ 2147483646 w 162"/>
                <a:gd name="T11" fmla="*/ 0 h 67"/>
                <a:gd name="T12" fmla="*/ 2147483646 w 162"/>
                <a:gd name="T13" fmla="*/ 2147483646 h 67"/>
                <a:gd name="T14" fmla="*/ 2147483646 w 162"/>
                <a:gd name="T15" fmla="*/ 2147483646 h 67"/>
                <a:gd name="T16" fmla="*/ 2147483646 w 162"/>
                <a:gd name="T17" fmla="*/ 2147483646 h 67"/>
                <a:gd name="T18" fmla="*/ 2147483646 w 162"/>
                <a:gd name="T19" fmla="*/ 2147483646 h 67"/>
                <a:gd name="T20" fmla="*/ 0 w 162"/>
                <a:gd name="T21" fmla="*/ 2147483646 h 6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162"/>
                <a:gd name="T34" fmla="*/ 0 h 67"/>
                <a:gd name="T35" fmla="*/ 162 w 162"/>
                <a:gd name="T36" fmla="*/ 67 h 67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162" h="67">
                  <a:moveTo>
                    <a:pt x="0" y="63"/>
                  </a:moveTo>
                  <a:cubicBezTo>
                    <a:pt x="8" y="60"/>
                    <a:pt x="16" y="57"/>
                    <a:pt x="25" y="55"/>
                  </a:cubicBezTo>
                  <a:cubicBezTo>
                    <a:pt x="35" y="53"/>
                    <a:pt x="45" y="54"/>
                    <a:pt x="56" y="55"/>
                  </a:cubicBezTo>
                  <a:cubicBezTo>
                    <a:pt x="77" y="56"/>
                    <a:pt x="100" y="55"/>
                    <a:pt x="120" y="50"/>
                  </a:cubicBezTo>
                  <a:cubicBezTo>
                    <a:pt x="134" y="46"/>
                    <a:pt x="146" y="42"/>
                    <a:pt x="152" y="28"/>
                  </a:cubicBezTo>
                  <a:cubicBezTo>
                    <a:pt x="156" y="18"/>
                    <a:pt x="156" y="10"/>
                    <a:pt x="154" y="0"/>
                  </a:cubicBezTo>
                  <a:cubicBezTo>
                    <a:pt x="160" y="9"/>
                    <a:pt x="162" y="18"/>
                    <a:pt x="162" y="29"/>
                  </a:cubicBezTo>
                  <a:cubicBezTo>
                    <a:pt x="162" y="37"/>
                    <a:pt x="158" y="43"/>
                    <a:pt x="152" y="49"/>
                  </a:cubicBezTo>
                  <a:cubicBezTo>
                    <a:pt x="139" y="63"/>
                    <a:pt x="118" y="65"/>
                    <a:pt x="100" y="66"/>
                  </a:cubicBezTo>
                  <a:cubicBezTo>
                    <a:pt x="82" y="67"/>
                    <a:pt x="66" y="63"/>
                    <a:pt x="48" y="63"/>
                  </a:cubicBezTo>
                  <a:cubicBezTo>
                    <a:pt x="32" y="64"/>
                    <a:pt x="16" y="66"/>
                    <a:pt x="0" y="65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5391" name="Freeform 239">
              <a:extLst>
                <a:ext uri="{FF2B5EF4-FFF2-40B4-BE49-F238E27FC236}">
                  <a16:creationId xmlns:a16="http://schemas.microsoft.com/office/drawing/2014/main" id="{3FAEB7C8-2071-4F3D-AFD3-73993CDF84B3}"/>
                </a:ext>
              </a:extLst>
            </p:cNvPr>
            <p:cNvSpPr>
              <a:spLocks/>
            </p:cNvSpPr>
            <p:nvPr/>
          </p:nvSpPr>
          <p:spPr bwMode="auto">
            <a:xfrm>
              <a:off x="5672138" y="6489700"/>
              <a:ext cx="28575" cy="26988"/>
            </a:xfrm>
            <a:custGeom>
              <a:avLst/>
              <a:gdLst>
                <a:gd name="T0" fmla="*/ 0 w 12"/>
                <a:gd name="T1" fmla="*/ 0 h 12"/>
                <a:gd name="T2" fmla="*/ 2147483646 w 12"/>
                <a:gd name="T3" fmla="*/ 2147483646 h 12"/>
                <a:gd name="T4" fmla="*/ 2147483646 w 12"/>
                <a:gd name="T5" fmla="*/ 2147483646 h 12"/>
                <a:gd name="T6" fmla="*/ 2147483646 w 12"/>
                <a:gd name="T7" fmla="*/ 2147483646 h 12"/>
                <a:gd name="T8" fmla="*/ 2147483646 w 12"/>
                <a:gd name="T9" fmla="*/ 0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2"/>
                <a:gd name="T16" fmla="*/ 0 h 12"/>
                <a:gd name="T17" fmla="*/ 12 w 12"/>
                <a:gd name="T18" fmla="*/ 12 h 1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2" h="12">
                  <a:moveTo>
                    <a:pt x="0" y="0"/>
                  </a:moveTo>
                  <a:cubicBezTo>
                    <a:pt x="0" y="3"/>
                    <a:pt x="0" y="7"/>
                    <a:pt x="3" y="9"/>
                  </a:cubicBezTo>
                  <a:cubicBezTo>
                    <a:pt x="5" y="11"/>
                    <a:pt x="9" y="12"/>
                    <a:pt x="12" y="12"/>
                  </a:cubicBezTo>
                  <a:cubicBezTo>
                    <a:pt x="10" y="11"/>
                    <a:pt x="7" y="9"/>
                    <a:pt x="6" y="8"/>
                  </a:cubicBezTo>
                  <a:cubicBezTo>
                    <a:pt x="3" y="6"/>
                    <a:pt x="1" y="3"/>
                    <a:pt x="1" y="0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5392" name="Freeform 240">
              <a:extLst>
                <a:ext uri="{FF2B5EF4-FFF2-40B4-BE49-F238E27FC236}">
                  <a16:creationId xmlns:a16="http://schemas.microsoft.com/office/drawing/2014/main" id="{2A57DA39-352B-481A-8BD5-C6DF73F4556E}"/>
                </a:ext>
              </a:extLst>
            </p:cNvPr>
            <p:cNvSpPr>
              <a:spLocks/>
            </p:cNvSpPr>
            <p:nvPr/>
          </p:nvSpPr>
          <p:spPr bwMode="auto">
            <a:xfrm>
              <a:off x="5707063" y="6510338"/>
              <a:ext cx="46038" cy="26988"/>
            </a:xfrm>
            <a:custGeom>
              <a:avLst/>
              <a:gdLst>
                <a:gd name="T0" fmla="*/ 2147483646 w 20"/>
                <a:gd name="T1" fmla="*/ 0 h 12"/>
                <a:gd name="T2" fmla="*/ 2147483646 w 20"/>
                <a:gd name="T3" fmla="*/ 2147483646 h 12"/>
                <a:gd name="T4" fmla="*/ 2147483646 w 20"/>
                <a:gd name="T5" fmla="*/ 2147483646 h 12"/>
                <a:gd name="T6" fmla="*/ 2147483646 w 20"/>
                <a:gd name="T7" fmla="*/ 2147483646 h 12"/>
                <a:gd name="T8" fmla="*/ 2147483646 w 20"/>
                <a:gd name="T9" fmla="*/ 2147483646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0"/>
                <a:gd name="T16" fmla="*/ 0 h 12"/>
                <a:gd name="T17" fmla="*/ 20 w 20"/>
                <a:gd name="T18" fmla="*/ 12 h 1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0" h="12">
                  <a:moveTo>
                    <a:pt x="1" y="0"/>
                  </a:moveTo>
                  <a:cubicBezTo>
                    <a:pt x="0" y="4"/>
                    <a:pt x="7" y="10"/>
                    <a:pt x="10" y="11"/>
                  </a:cubicBezTo>
                  <a:cubicBezTo>
                    <a:pt x="14" y="12"/>
                    <a:pt x="17" y="11"/>
                    <a:pt x="20" y="8"/>
                  </a:cubicBezTo>
                  <a:cubicBezTo>
                    <a:pt x="16" y="7"/>
                    <a:pt x="13" y="9"/>
                    <a:pt x="9" y="8"/>
                  </a:cubicBezTo>
                  <a:cubicBezTo>
                    <a:pt x="6" y="7"/>
                    <a:pt x="2" y="4"/>
                    <a:pt x="2" y="1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5393" name="Freeform 241">
              <a:extLst>
                <a:ext uri="{FF2B5EF4-FFF2-40B4-BE49-F238E27FC236}">
                  <a16:creationId xmlns:a16="http://schemas.microsoft.com/office/drawing/2014/main" id="{1A2F6CF6-6170-475D-A71B-70D58BEF5496}"/>
                </a:ext>
              </a:extLst>
            </p:cNvPr>
            <p:cNvSpPr>
              <a:spLocks/>
            </p:cNvSpPr>
            <p:nvPr/>
          </p:nvSpPr>
          <p:spPr bwMode="auto">
            <a:xfrm>
              <a:off x="5765800" y="6527800"/>
              <a:ext cx="58738" cy="22225"/>
            </a:xfrm>
            <a:custGeom>
              <a:avLst/>
              <a:gdLst>
                <a:gd name="T0" fmla="*/ 0 w 26"/>
                <a:gd name="T1" fmla="*/ 0 h 10"/>
                <a:gd name="T2" fmla="*/ 2147483646 w 26"/>
                <a:gd name="T3" fmla="*/ 2147483646 h 10"/>
                <a:gd name="T4" fmla="*/ 2147483646 w 26"/>
                <a:gd name="T5" fmla="*/ 2147483646 h 10"/>
                <a:gd name="T6" fmla="*/ 2147483646 w 26"/>
                <a:gd name="T7" fmla="*/ 2147483646 h 10"/>
                <a:gd name="T8" fmla="*/ 2147483646 w 26"/>
                <a:gd name="T9" fmla="*/ 2147483646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0"/>
                <a:gd name="T17" fmla="*/ 26 w 26"/>
                <a:gd name="T18" fmla="*/ 10 h 1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0">
                  <a:moveTo>
                    <a:pt x="0" y="0"/>
                  </a:moveTo>
                  <a:cubicBezTo>
                    <a:pt x="1" y="8"/>
                    <a:pt x="7" y="9"/>
                    <a:pt x="13" y="10"/>
                  </a:cubicBezTo>
                  <a:cubicBezTo>
                    <a:pt x="19" y="10"/>
                    <a:pt x="21" y="7"/>
                    <a:pt x="26" y="5"/>
                  </a:cubicBezTo>
                  <a:cubicBezTo>
                    <a:pt x="21" y="6"/>
                    <a:pt x="17" y="7"/>
                    <a:pt x="12" y="7"/>
                  </a:cubicBezTo>
                  <a:cubicBezTo>
                    <a:pt x="7" y="8"/>
                    <a:pt x="5" y="6"/>
                    <a:pt x="2" y="1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5394" name="Freeform 242">
              <a:extLst>
                <a:ext uri="{FF2B5EF4-FFF2-40B4-BE49-F238E27FC236}">
                  <a16:creationId xmlns:a16="http://schemas.microsoft.com/office/drawing/2014/main" id="{9B60675A-C9F2-465E-924E-B250CCAD7D91}"/>
                </a:ext>
              </a:extLst>
            </p:cNvPr>
            <p:cNvSpPr>
              <a:spLocks/>
            </p:cNvSpPr>
            <p:nvPr/>
          </p:nvSpPr>
          <p:spPr bwMode="auto">
            <a:xfrm>
              <a:off x="5645150" y="6443663"/>
              <a:ext cx="31750" cy="19050"/>
            </a:xfrm>
            <a:custGeom>
              <a:avLst/>
              <a:gdLst>
                <a:gd name="T0" fmla="*/ 2147483646 w 14"/>
                <a:gd name="T1" fmla="*/ 2147483646 h 8"/>
                <a:gd name="T2" fmla="*/ 2147483646 w 14"/>
                <a:gd name="T3" fmla="*/ 2147483646 h 8"/>
                <a:gd name="T4" fmla="*/ 2147483646 w 14"/>
                <a:gd name="T5" fmla="*/ 2147483646 h 8"/>
                <a:gd name="T6" fmla="*/ 2147483646 w 14"/>
                <a:gd name="T7" fmla="*/ 2147483646 h 8"/>
                <a:gd name="T8" fmla="*/ 2147483646 w 14"/>
                <a:gd name="T9" fmla="*/ 0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4"/>
                <a:gd name="T16" fmla="*/ 0 h 8"/>
                <a:gd name="T17" fmla="*/ 14 w 14"/>
                <a:gd name="T18" fmla="*/ 8 h 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4" h="8">
                  <a:moveTo>
                    <a:pt x="2" y="1"/>
                  </a:moveTo>
                  <a:cubicBezTo>
                    <a:pt x="0" y="1"/>
                    <a:pt x="4" y="6"/>
                    <a:pt x="6" y="7"/>
                  </a:cubicBezTo>
                  <a:cubicBezTo>
                    <a:pt x="8" y="8"/>
                    <a:pt x="11" y="7"/>
                    <a:pt x="14" y="7"/>
                  </a:cubicBezTo>
                  <a:cubicBezTo>
                    <a:pt x="11" y="7"/>
                    <a:pt x="8" y="6"/>
                    <a:pt x="7" y="3"/>
                  </a:cubicBezTo>
                  <a:cubicBezTo>
                    <a:pt x="6" y="0"/>
                    <a:pt x="6" y="0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5395" name="Freeform 243">
              <a:extLst>
                <a:ext uri="{FF2B5EF4-FFF2-40B4-BE49-F238E27FC236}">
                  <a16:creationId xmlns:a16="http://schemas.microsoft.com/office/drawing/2014/main" id="{8529265C-E9F0-463E-9C33-6FA6D92D03D2}"/>
                </a:ext>
              </a:extLst>
            </p:cNvPr>
            <p:cNvSpPr>
              <a:spLocks/>
            </p:cNvSpPr>
            <p:nvPr/>
          </p:nvSpPr>
          <p:spPr bwMode="auto">
            <a:xfrm>
              <a:off x="5675313" y="6470650"/>
              <a:ext cx="11113" cy="14288"/>
            </a:xfrm>
            <a:custGeom>
              <a:avLst/>
              <a:gdLst>
                <a:gd name="T0" fmla="*/ 2147483646 w 5"/>
                <a:gd name="T1" fmla="*/ 0 h 6"/>
                <a:gd name="T2" fmla="*/ 0 w 5"/>
                <a:gd name="T3" fmla="*/ 0 h 6"/>
                <a:gd name="T4" fmla="*/ 2147483646 w 5"/>
                <a:gd name="T5" fmla="*/ 2147483646 h 6"/>
                <a:gd name="T6" fmla="*/ 2147483646 w 5"/>
                <a:gd name="T7" fmla="*/ 2147483646 h 6"/>
                <a:gd name="T8" fmla="*/ 2147483646 w 5"/>
                <a:gd name="T9" fmla="*/ 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"/>
                <a:gd name="T16" fmla="*/ 0 h 6"/>
                <a:gd name="T17" fmla="*/ 5 w 5"/>
                <a:gd name="T18" fmla="*/ 6 h 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" h="6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2" y="2"/>
                    <a:pt x="4" y="4"/>
                    <a:pt x="4" y="6"/>
                  </a:cubicBezTo>
                  <a:cubicBezTo>
                    <a:pt x="5" y="6"/>
                    <a:pt x="5" y="4"/>
                    <a:pt x="5" y="3"/>
                  </a:cubicBezTo>
                  <a:cubicBezTo>
                    <a:pt x="4" y="0"/>
                    <a:pt x="3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5396" name="Freeform 244">
              <a:extLst>
                <a:ext uri="{FF2B5EF4-FFF2-40B4-BE49-F238E27FC236}">
                  <a16:creationId xmlns:a16="http://schemas.microsoft.com/office/drawing/2014/main" id="{59E9D567-2129-483E-BE02-80233EFD1F4F}"/>
                </a:ext>
              </a:extLst>
            </p:cNvPr>
            <p:cNvSpPr>
              <a:spLocks/>
            </p:cNvSpPr>
            <p:nvPr/>
          </p:nvSpPr>
          <p:spPr bwMode="auto">
            <a:xfrm>
              <a:off x="5713413" y="6494463"/>
              <a:ext cx="19050" cy="12700"/>
            </a:xfrm>
            <a:custGeom>
              <a:avLst/>
              <a:gdLst>
                <a:gd name="T0" fmla="*/ 0 w 8"/>
                <a:gd name="T1" fmla="*/ 2147483646 h 6"/>
                <a:gd name="T2" fmla="*/ 2147483646 w 8"/>
                <a:gd name="T3" fmla="*/ 2147483646 h 6"/>
                <a:gd name="T4" fmla="*/ 0 w 8"/>
                <a:gd name="T5" fmla="*/ 2147483646 h 6"/>
                <a:gd name="T6" fmla="*/ 0 60000 65536"/>
                <a:gd name="T7" fmla="*/ 0 60000 65536"/>
                <a:gd name="T8" fmla="*/ 0 60000 65536"/>
                <a:gd name="T9" fmla="*/ 0 w 8"/>
                <a:gd name="T10" fmla="*/ 0 h 6"/>
                <a:gd name="T11" fmla="*/ 8 w 8"/>
                <a:gd name="T12" fmla="*/ 6 h 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8" h="6">
                  <a:moveTo>
                    <a:pt x="0" y="1"/>
                  </a:moveTo>
                  <a:cubicBezTo>
                    <a:pt x="3" y="1"/>
                    <a:pt x="4" y="4"/>
                    <a:pt x="5" y="6"/>
                  </a:cubicBezTo>
                  <a:cubicBezTo>
                    <a:pt x="8" y="2"/>
                    <a:pt x="3" y="0"/>
                    <a:pt x="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5397" name="Freeform 245">
              <a:extLst>
                <a:ext uri="{FF2B5EF4-FFF2-40B4-BE49-F238E27FC236}">
                  <a16:creationId xmlns:a16="http://schemas.microsoft.com/office/drawing/2014/main" id="{D1410B22-942D-4210-8F40-B13D9BFC0FCD}"/>
                </a:ext>
              </a:extLst>
            </p:cNvPr>
            <p:cNvSpPr>
              <a:spLocks/>
            </p:cNvSpPr>
            <p:nvPr/>
          </p:nvSpPr>
          <p:spPr bwMode="auto">
            <a:xfrm>
              <a:off x="5765800" y="6511925"/>
              <a:ext cx="20638" cy="17463"/>
            </a:xfrm>
            <a:custGeom>
              <a:avLst/>
              <a:gdLst>
                <a:gd name="T0" fmla="*/ 2147483646 w 9"/>
                <a:gd name="T1" fmla="*/ 2147483646 h 8"/>
                <a:gd name="T2" fmla="*/ 2147483646 w 9"/>
                <a:gd name="T3" fmla="*/ 2147483646 h 8"/>
                <a:gd name="T4" fmla="*/ 2147483646 w 9"/>
                <a:gd name="T5" fmla="*/ 2147483646 h 8"/>
                <a:gd name="T6" fmla="*/ 0 w 9"/>
                <a:gd name="T7" fmla="*/ 2147483646 h 8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9"/>
                <a:gd name="T13" fmla="*/ 0 h 8"/>
                <a:gd name="T14" fmla="*/ 9 w 9"/>
                <a:gd name="T15" fmla="*/ 8 h 8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9" h="8">
                  <a:moveTo>
                    <a:pt x="1" y="2"/>
                  </a:moveTo>
                  <a:cubicBezTo>
                    <a:pt x="1" y="2"/>
                    <a:pt x="3" y="3"/>
                    <a:pt x="4" y="4"/>
                  </a:cubicBezTo>
                  <a:cubicBezTo>
                    <a:pt x="5" y="5"/>
                    <a:pt x="5" y="8"/>
                    <a:pt x="6" y="6"/>
                  </a:cubicBezTo>
                  <a:cubicBezTo>
                    <a:pt x="9" y="3"/>
                    <a:pt x="2" y="0"/>
                    <a:pt x="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5398" name="Freeform 246">
              <a:extLst>
                <a:ext uri="{FF2B5EF4-FFF2-40B4-BE49-F238E27FC236}">
                  <a16:creationId xmlns:a16="http://schemas.microsoft.com/office/drawing/2014/main" id="{5C709184-93C2-44B0-9E88-64390D4BCE50}"/>
                </a:ext>
              </a:extLst>
            </p:cNvPr>
            <p:cNvSpPr>
              <a:spLocks/>
            </p:cNvSpPr>
            <p:nvPr/>
          </p:nvSpPr>
          <p:spPr bwMode="auto">
            <a:xfrm>
              <a:off x="5849938" y="6502400"/>
              <a:ext cx="14288" cy="14288"/>
            </a:xfrm>
            <a:custGeom>
              <a:avLst/>
              <a:gdLst>
                <a:gd name="T0" fmla="*/ 0 w 6"/>
                <a:gd name="T1" fmla="*/ 0 h 6"/>
                <a:gd name="T2" fmla="*/ 2147483646 w 6"/>
                <a:gd name="T3" fmla="*/ 2147483646 h 6"/>
                <a:gd name="T4" fmla="*/ 0 w 6"/>
                <a:gd name="T5" fmla="*/ 2147483646 h 6"/>
                <a:gd name="T6" fmla="*/ 0 60000 65536"/>
                <a:gd name="T7" fmla="*/ 0 60000 65536"/>
                <a:gd name="T8" fmla="*/ 0 60000 65536"/>
                <a:gd name="T9" fmla="*/ 0 w 6"/>
                <a:gd name="T10" fmla="*/ 0 h 6"/>
                <a:gd name="T11" fmla="*/ 6 w 6"/>
                <a:gd name="T12" fmla="*/ 6 h 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6" h="6">
                  <a:moveTo>
                    <a:pt x="0" y="0"/>
                  </a:moveTo>
                  <a:cubicBezTo>
                    <a:pt x="4" y="1"/>
                    <a:pt x="4" y="4"/>
                    <a:pt x="6" y="6"/>
                  </a:cubicBezTo>
                  <a:cubicBezTo>
                    <a:pt x="6" y="2"/>
                    <a:pt x="4" y="0"/>
                    <a:pt x="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5399" name="Freeform 247">
              <a:extLst>
                <a:ext uri="{FF2B5EF4-FFF2-40B4-BE49-F238E27FC236}">
                  <a16:creationId xmlns:a16="http://schemas.microsoft.com/office/drawing/2014/main" id="{0E7931F4-CFE4-489D-883B-B023FEB45913}"/>
                </a:ext>
              </a:extLst>
            </p:cNvPr>
            <p:cNvSpPr>
              <a:spLocks/>
            </p:cNvSpPr>
            <p:nvPr/>
          </p:nvSpPr>
          <p:spPr bwMode="auto">
            <a:xfrm>
              <a:off x="5426075" y="1492250"/>
              <a:ext cx="171450" cy="127000"/>
            </a:xfrm>
            <a:custGeom>
              <a:avLst/>
              <a:gdLst>
                <a:gd name="T0" fmla="*/ 0 w 75"/>
                <a:gd name="T1" fmla="*/ 2147483646 h 56"/>
                <a:gd name="T2" fmla="*/ 2147483646 w 75"/>
                <a:gd name="T3" fmla="*/ 2147483646 h 56"/>
                <a:gd name="T4" fmla="*/ 2147483646 w 75"/>
                <a:gd name="T5" fmla="*/ 2147483646 h 56"/>
                <a:gd name="T6" fmla="*/ 2147483646 w 75"/>
                <a:gd name="T7" fmla="*/ 2147483646 h 56"/>
                <a:gd name="T8" fmla="*/ 2147483646 w 75"/>
                <a:gd name="T9" fmla="*/ 2147483646 h 56"/>
                <a:gd name="T10" fmla="*/ 2147483646 w 75"/>
                <a:gd name="T11" fmla="*/ 2147483646 h 56"/>
                <a:gd name="T12" fmla="*/ 2147483646 w 75"/>
                <a:gd name="T13" fmla="*/ 2147483646 h 56"/>
                <a:gd name="T14" fmla="*/ 2147483646 w 75"/>
                <a:gd name="T15" fmla="*/ 2147483646 h 56"/>
                <a:gd name="T16" fmla="*/ 2147483646 w 75"/>
                <a:gd name="T17" fmla="*/ 2147483646 h 56"/>
                <a:gd name="T18" fmla="*/ 2147483646 w 75"/>
                <a:gd name="T19" fmla="*/ 2147483646 h 56"/>
                <a:gd name="T20" fmla="*/ 2147483646 w 75"/>
                <a:gd name="T21" fmla="*/ 2147483646 h 5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75"/>
                <a:gd name="T34" fmla="*/ 0 h 56"/>
                <a:gd name="T35" fmla="*/ 75 w 75"/>
                <a:gd name="T36" fmla="*/ 56 h 5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75" h="56">
                  <a:moveTo>
                    <a:pt x="0" y="1"/>
                  </a:moveTo>
                  <a:cubicBezTo>
                    <a:pt x="3" y="1"/>
                    <a:pt x="7" y="0"/>
                    <a:pt x="11" y="1"/>
                  </a:cubicBezTo>
                  <a:cubicBezTo>
                    <a:pt x="18" y="5"/>
                    <a:pt x="25" y="8"/>
                    <a:pt x="32" y="10"/>
                  </a:cubicBezTo>
                  <a:cubicBezTo>
                    <a:pt x="43" y="13"/>
                    <a:pt x="56" y="14"/>
                    <a:pt x="62" y="24"/>
                  </a:cubicBezTo>
                  <a:cubicBezTo>
                    <a:pt x="65" y="29"/>
                    <a:pt x="66" y="34"/>
                    <a:pt x="69" y="39"/>
                  </a:cubicBezTo>
                  <a:cubicBezTo>
                    <a:pt x="71" y="44"/>
                    <a:pt x="71" y="51"/>
                    <a:pt x="75" y="56"/>
                  </a:cubicBezTo>
                  <a:cubicBezTo>
                    <a:pt x="71" y="51"/>
                    <a:pt x="69" y="44"/>
                    <a:pt x="66" y="39"/>
                  </a:cubicBezTo>
                  <a:cubicBezTo>
                    <a:pt x="64" y="35"/>
                    <a:pt x="61" y="32"/>
                    <a:pt x="58" y="29"/>
                  </a:cubicBezTo>
                  <a:cubicBezTo>
                    <a:pt x="55" y="27"/>
                    <a:pt x="51" y="27"/>
                    <a:pt x="48" y="26"/>
                  </a:cubicBezTo>
                  <a:cubicBezTo>
                    <a:pt x="44" y="24"/>
                    <a:pt x="41" y="22"/>
                    <a:pt x="38" y="20"/>
                  </a:cubicBezTo>
                  <a:cubicBezTo>
                    <a:pt x="26" y="13"/>
                    <a:pt x="14" y="7"/>
                    <a:pt x="2" y="1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5400" name="Freeform 248">
              <a:extLst>
                <a:ext uri="{FF2B5EF4-FFF2-40B4-BE49-F238E27FC236}">
                  <a16:creationId xmlns:a16="http://schemas.microsoft.com/office/drawing/2014/main" id="{23CCCB61-D31C-4CBE-B0E8-FAFA87C72B34}"/>
                </a:ext>
              </a:extLst>
            </p:cNvPr>
            <p:cNvSpPr>
              <a:spLocks/>
            </p:cNvSpPr>
            <p:nvPr/>
          </p:nvSpPr>
          <p:spPr bwMode="auto">
            <a:xfrm>
              <a:off x="5692775" y="1209675"/>
              <a:ext cx="55563" cy="61913"/>
            </a:xfrm>
            <a:custGeom>
              <a:avLst/>
              <a:gdLst>
                <a:gd name="T0" fmla="*/ 2147483646 w 24"/>
                <a:gd name="T1" fmla="*/ 0 h 27"/>
                <a:gd name="T2" fmla="*/ 2147483646 w 24"/>
                <a:gd name="T3" fmla="*/ 2147483646 h 27"/>
                <a:gd name="T4" fmla="*/ 2147483646 w 24"/>
                <a:gd name="T5" fmla="*/ 2147483646 h 27"/>
                <a:gd name="T6" fmla="*/ 2147483646 w 24"/>
                <a:gd name="T7" fmla="*/ 2147483646 h 27"/>
                <a:gd name="T8" fmla="*/ 2147483646 w 24"/>
                <a:gd name="T9" fmla="*/ 2147483646 h 27"/>
                <a:gd name="T10" fmla="*/ 0 w 24"/>
                <a:gd name="T11" fmla="*/ 0 h 2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4"/>
                <a:gd name="T19" fmla="*/ 0 h 27"/>
                <a:gd name="T20" fmla="*/ 24 w 24"/>
                <a:gd name="T21" fmla="*/ 27 h 27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4" h="27">
                  <a:moveTo>
                    <a:pt x="1" y="0"/>
                  </a:moveTo>
                  <a:cubicBezTo>
                    <a:pt x="2" y="6"/>
                    <a:pt x="4" y="14"/>
                    <a:pt x="8" y="18"/>
                  </a:cubicBezTo>
                  <a:cubicBezTo>
                    <a:pt x="12" y="23"/>
                    <a:pt x="18" y="25"/>
                    <a:pt x="24" y="27"/>
                  </a:cubicBezTo>
                  <a:cubicBezTo>
                    <a:pt x="18" y="22"/>
                    <a:pt x="14" y="16"/>
                    <a:pt x="10" y="10"/>
                  </a:cubicBezTo>
                  <a:cubicBezTo>
                    <a:pt x="8" y="7"/>
                    <a:pt x="7" y="6"/>
                    <a:pt x="5" y="4"/>
                  </a:cubicBezTo>
                  <a:cubicBezTo>
                    <a:pt x="3" y="3"/>
                    <a:pt x="1" y="2"/>
                    <a:pt x="0" y="0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5401" name="Freeform 249">
              <a:extLst>
                <a:ext uri="{FF2B5EF4-FFF2-40B4-BE49-F238E27FC236}">
                  <a16:creationId xmlns:a16="http://schemas.microsoft.com/office/drawing/2014/main" id="{753AC31C-3A26-42AF-B23B-5683088227D0}"/>
                </a:ext>
              </a:extLst>
            </p:cNvPr>
            <p:cNvSpPr>
              <a:spLocks/>
            </p:cNvSpPr>
            <p:nvPr/>
          </p:nvSpPr>
          <p:spPr bwMode="auto">
            <a:xfrm>
              <a:off x="5772150" y="1271588"/>
              <a:ext cx="52388" cy="38100"/>
            </a:xfrm>
            <a:custGeom>
              <a:avLst/>
              <a:gdLst>
                <a:gd name="T0" fmla="*/ 0 w 23"/>
                <a:gd name="T1" fmla="*/ 2147483646 h 17"/>
                <a:gd name="T2" fmla="*/ 2147483646 w 23"/>
                <a:gd name="T3" fmla="*/ 2147483646 h 17"/>
                <a:gd name="T4" fmla="*/ 2147483646 w 23"/>
                <a:gd name="T5" fmla="*/ 0 h 17"/>
                <a:gd name="T6" fmla="*/ 2147483646 w 23"/>
                <a:gd name="T7" fmla="*/ 2147483646 h 17"/>
                <a:gd name="T8" fmla="*/ 2147483646 w 23"/>
                <a:gd name="T9" fmla="*/ 2147483646 h 17"/>
                <a:gd name="T10" fmla="*/ 2147483646 w 23"/>
                <a:gd name="T11" fmla="*/ 2147483646 h 17"/>
                <a:gd name="T12" fmla="*/ 2147483646 w 23"/>
                <a:gd name="T13" fmla="*/ 2147483646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23"/>
                <a:gd name="T22" fmla="*/ 0 h 17"/>
                <a:gd name="T23" fmla="*/ 23 w 23"/>
                <a:gd name="T24" fmla="*/ 17 h 17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23" h="17">
                  <a:moveTo>
                    <a:pt x="0" y="1"/>
                  </a:moveTo>
                  <a:cubicBezTo>
                    <a:pt x="1" y="2"/>
                    <a:pt x="3" y="3"/>
                    <a:pt x="5" y="3"/>
                  </a:cubicBezTo>
                  <a:cubicBezTo>
                    <a:pt x="6" y="3"/>
                    <a:pt x="7" y="1"/>
                    <a:pt x="6" y="0"/>
                  </a:cubicBezTo>
                  <a:cubicBezTo>
                    <a:pt x="8" y="4"/>
                    <a:pt x="11" y="7"/>
                    <a:pt x="14" y="9"/>
                  </a:cubicBezTo>
                  <a:cubicBezTo>
                    <a:pt x="17" y="11"/>
                    <a:pt x="21" y="14"/>
                    <a:pt x="23" y="17"/>
                  </a:cubicBezTo>
                  <a:cubicBezTo>
                    <a:pt x="21" y="16"/>
                    <a:pt x="19" y="15"/>
                    <a:pt x="17" y="14"/>
                  </a:cubicBezTo>
                  <a:cubicBezTo>
                    <a:pt x="12" y="12"/>
                    <a:pt x="3" y="9"/>
                    <a:pt x="1" y="3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5402" name="Freeform 250">
              <a:extLst>
                <a:ext uri="{FF2B5EF4-FFF2-40B4-BE49-F238E27FC236}">
                  <a16:creationId xmlns:a16="http://schemas.microsoft.com/office/drawing/2014/main" id="{4814CE06-8276-403C-9D4A-5B3849C09B2A}"/>
                </a:ext>
              </a:extLst>
            </p:cNvPr>
            <p:cNvSpPr>
              <a:spLocks/>
            </p:cNvSpPr>
            <p:nvPr/>
          </p:nvSpPr>
          <p:spPr bwMode="auto">
            <a:xfrm>
              <a:off x="5864225" y="2941638"/>
              <a:ext cx="915988" cy="3138488"/>
            </a:xfrm>
            <a:custGeom>
              <a:avLst/>
              <a:gdLst>
                <a:gd name="T0" fmla="*/ 0 w 402"/>
                <a:gd name="T1" fmla="*/ 2147483646 h 1382"/>
                <a:gd name="T2" fmla="*/ 2147483646 w 402"/>
                <a:gd name="T3" fmla="*/ 2147483646 h 1382"/>
                <a:gd name="T4" fmla="*/ 2147483646 w 402"/>
                <a:gd name="T5" fmla="*/ 2147483646 h 1382"/>
                <a:gd name="T6" fmla="*/ 2147483646 w 402"/>
                <a:gd name="T7" fmla="*/ 2147483646 h 1382"/>
                <a:gd name="T8" fmla="*/ 2147483646 w 402"/>
                <a:gd name="T9" fmla="*/ 2147483646 h 1382"/>
                <a:gd name="T10" fmla="*/ 2147483646 w 402"/>
                <a:gd name="T11" fmla="*/ 2147483646 h 1382"/>
                <a:gd name="T12" fmla="*/ 2147483646 w 402"/>
                <a:gd name="T13" fmla="*/ 2147483646 h 1382"/>
                <a:gd name="T14" fmla="*/ 2147483646 w 402"/>
                <a:gd name="T15" fmla="*/ 2147483646 h 1382"/>
                <a:gd name="T16" fmla="*/ 2147483646 w 402"/>
                <a:gd name="T17" fmla="*/ 2147483646 h 1382"/>
                <a:gd name="T18" fmla="*/ 2147483646 w 402"/>
                <a:gd name="T19" fmla="*/ 2147483646 h 1382"/>
                <a:gd name="T20" fmla="*/ 2147483646 w 402"/>
                <a:gd name="T21" fmla="*/ 2147483646 h 1382"/>
                <a:gd name="T22" fmla="*/ 2147483646 w 402"/>
                <a:gd name="T23" fmla="*/ 2147483646 h 1382"/>
                <a:gd name="T24" fmla="*/ 2147483646 w 402"/>
                <a:gd name="T25" fmla="*/ 2147483646 h 1382"/>
                <a:gd name="T26" fmla="*/ 2147483646 w 402"/>
                <a:gd name="T27" fmla="*/ 2147483646 h 1382"/>
                <a:gd name="T28" fmla="*/ 2147483646 w 402"/>
                <a:gd name="T29" fmla="*/ 2147483646 h 1382"/>
                <a:gd name="T30" fmla="*/ 2147483646 w 402"/>
                <a:gd name="T31" fmla="*/ 2147483646 h 1382"/>
                <a:gd name="T32" fmla="*/ 2147483646 w 402"/>
                <a:gd name="T33" fmla="*/ 0 h 1382"/>
                <a:gd name="T34" fmla="*/ 0 w 402"/>
                <a:gd name="T35" fmla="*/ 2147483646 h 1382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402"/>
                <a:gd name="T55" fmla="*/ 0 h 1382"/>
                <a:gd name="T56" fmla="*/ 402 w 402"/>
                <a:gd name="T57" fmla="*/ 1382 h 1382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402" h="1382">
                  <a:moveTo>
                    <a:pt x="0" y="92"/>
                  </a:moveTo>
                  <a:cubicBezTo>
                    <a:pt x="0" y="92"/>
                    <a:pt x="12" y="138"/>
                    <a:pt x="21" y="170"/>
                  </a:cubicBezTo>
                  <a:cubicBezTo>
                    <a:pt x="29" y="201"/>
                    <a:pt x="44" y="262"/>
                    <a:pt x="41" y="338"/>
                  </a:cubicBezTo>
                  <a:cubicBezTo>
                    <a:pt x="37" y="413"/>
                    <a:pt x="66" y="630"/>
                    <a:pt x="84" y="687"/>
                  </a:cubicBezTo>
                  <a:cubicBezTo>
                    <a:pt x="103" y="745"/>
                    <a:pt x="88" y="772"/>
                    <a:pt x="100" y="802"/>
                  </a:cubicBezTo>
                  <a:cubicBezTo>
                    <a:pt x="111" y="832"/>
                    <a:pt x="127" y="879"/>
                    <a:pt x="135" y="930"/>
                  </a:cubicBezTo>
                  <a:cubicBezTo>
                    <a:pt x="143" y="980"/>
                    <a:pt x="160" y="1103"/>
                    <a:pt x="158" y="1143"/>
                  </a:cubicBezTo>
                  <a:cubicBezTo>
                    <a:pt x="157" y="1184"/>
                    <a:pt x="162" y="1321"/>
                    <a:pt x="165" y="1352"/>
                  </a:cubicBezTo>
                  <a:cubicBezTo>
                    <a:pt x="165" y="1352"/>
                    <a:pt x="231" y="1382"/>
                    <a:pt x="295" y="1350"/>
                  </a:cubicBezTo>
                  <a:cubicBezTo>
                    <a:pt x="295" y="1350"/>
                    <a:pt x="303" y="1251"/>
                    <a:pt x="320" y="1189"/>
                  </a:cubicBezTo>
                  <a:cubicBezTo>
                    <a:pt x="337" y="1126"/>
                    <a:pt x="345" y="994"/>
                    <a:pt x="330" y="950"/>
                  </a:cubicBezTo>
                  <a:cubicBezTo>
                    <a:pt x="315" y="906"/>
                    <a:pt x="306" y="844"/>
                    <a:pt x="306" y="809"/>
                  </a:cubicBezTo>
                  <a:cubicBezTo>
                    <a:pt x="306" y="773"/>
                    <a:pt x="305" y="721"/>
                    <a:pt x="312" y="693"/>
                  </a:cubicBezTo>
                  <a:cubicBezTo>
                    <a:pt x="318" y="664"/>
                    <a:pt x="318" y="583"/>
                    <a:pt x="323" y="533"/>
                  </a:cubicBezTo>
                  <a:cubicBezTo>
                    <a:pt x="328" y="482"/>
                    <a:pt x="332" y="365"/>
                    <a:pt x="343" y="349"/>
                  </a:cubicBezTo>
                  <a:cubicBezTo>
                    <a:pt x="355" y="334"/>
                    <a:pt x="389" y="245"/>
                    <a:pt x="396" y="191"/>
                  </a:cubicBezTo>
                  <a:cubicBezTo>
                    <a:pt x="402" y="138"/>
                    <a:pt x="394" y="37"/>
                    <a:pt x="374" y="0"/>
                  </a:cubicBezTo>
                  <a:lnTo>
                    <a:pt x="0" y="92"/>
                  </a:lnTo>
                  <a:close/>
                </a:path>
              </a:pathLst>
            </a:custGeom>
            <a:solidFill>
              <a:srgbClr val="F4C4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5403" name="Freeform 251">
              <a:extLst>
                <a:ext uri="{FF2B5EF4-FFF2-40B4-BE49-F238E27FC236}">
                  <a16:creationId xmlns:a16="http://schemas.microsoft.com/office/drawing/2014/main" id="{DE7707AD-DFE5-44BB-8A07-8BDB7617F810}"/>
                </a:ext>
              </a:extLst>
            </p:cNvPr>
            <p:cNvSpPr>
              <a:spLocks/>
            </p:cNvSpPr>
            <p:nvPr/>
          </p:nvSpPr>
          <p:spPr bwMode="auto">
            <a:xfrm>
              <a:off x="6362700" y="2941638"/>
              <a:ext cx="417513" cy="3101975"/>
            </a:xfrm>
            <a:custGeom>
              <a:avLst/>
              <a:gdLst>
                <a:gd name="T0" fmla="*/ 2147483646 w 183"/>
                <a:gd name="T1" fmla="*/ 0 h 1366"/>
                <a:gd name="T2" fmla="*/ 2147483646 w 183"/>
                <a:gd name="T3" fmla="*/ 2147483646 h 1366"/>
                <a:gd name="T4" fmla="*/ 2147483646 w 183"/>
                <a:gd name="T5" fmla="*/ 2147483646 h 1366"/>
                <a:gd name="T6" fmla="*/ 2147483646 w 183"/>
                <a:gd name="T7" fmla="*/ 2147483646 h 1366"/>
                <a:gd name="T8" fmla="*/ 2147483646 w 183"/>
                <a:gd name="T9" fmla="*/ 2147483646 h 1366"/>
                <a:gd name="T10" fmla="*/ 2147483646 w 183"/>
                <a:gd name="T11" fmla="*/ 2147483646 h 1366"/>
                <a:gd name="T12" fmla="*/ 2147483646 w 183"/>
                <a:gd name="T13" fmla="*/ 2147483646 h 1366"/>
                <a:gd name="T14" fmla="*/ 2147483646 w 183"/>
                <a:gd name="T15" fmla="*/ 2147483646 h 1366"/>
                <a:gd name="T16" fmla="*/ 2147483646 w 183"/>
                <a:gd name="T17" fmla="*/ 2147483646 h 1366"/>
                <a:gd name="T18" fmla="*/ 2147483646 w 183"/>
                <a:gd name="T19" fmla="*/ 2147483646 h 1366"/>
                <a:gd name="T20" fmla="*/ 0 w 183"/>
                <a:gd name="T21" fmla="*/ 2147483646 h 1366"/>
                <a:gd name="T22" fmla="*/ 2147483646 w 183"/>
                <a:gd name="T23" fmla="*/ 2147483646 h 1366"/>
                <a:gd name="T24" fmla="*/ 2147483646 w 183"/>
                <a:gd name="T25" fmla="*/ 2147483646 h 1366"/>
                <a:gd name="T26" fmla="*/ 2147483646 w 183"/>
                <a:gd name="T27" fmla="*/ 2147483646 h 1366"/>
                <a:gd name="T28" fmla="*/ 2147483646 w 183"/>
                <a:gd name="T29" fmla="*/ 2147483646 h 1366"/>
                <a:gd name="T30" fmla="*/ 2147483646 w 183"/>
                <a:gd name="T31" fmla="*/ 2147483646 h 1366"/>
                <a:gd name="T32" fmla="*/ 2147483646 w 183"/>
                <a:gd name="T33" fmla="*/ 2147483646 h 1366"/>
                <a:gd name="T34" fmla="*/ 2147483646 w 183"/>
                <a:gd name="T35" fmla="*/ 2147483646 h 1366"/>
                <a:gd name="T36" fmla="*/ 2147483646 w 183"/>
                <a:gd name="T37" fmla="*/ 2147483646 h 1366"/>
                <a:gd name="T38" fmla="*/ 2147483646 w 183"/>
                <a:gd name="T39" fmla="*/ 0 h 136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w 183"/>
                <a:gd name="T61" fmla="*/ 0 h 1366"/>
                <a:gd name="T62" fmla="*/ 183 w 183"/>
                <a:gd name="T63" fmla="*/ 1366 h 136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T60" t="T61" r="T62" b="T63"/>
              <a:pathLst>
                <a:path w="183" h="1366">
                  <a:moveTo>
                    <a:pt x="155" y="0"/>
                  </a:moveTo>
                  <a:cubicBezTo>
                    <a:pt x="134" y="5"/>
                    <a:pt x="134" y="5"/>
                    <a:pt x="134" y="5"/>
                  </a:cubicBezTo>
                  <a:cubicBezTo>
                    <a:pt x="153" y="45"/>
                    <a:pt x="160" y="140"/>
                    <a:pt x="154" y="191"/>
                  </a:cubicBezTo>
                  <a:cubicBezTo>
                    <a:pt x="147" y="245"/>
                    <a:pt x="114" y="334"/>
                    <a:pt x="102" y="349"/>
                  </a:cubicBezTo>
                  <a:cubicBezTo>
                    <a:pt x="90" y="365"/>
                    <a:pt x="87" y="482"/>
                    <a:pt x="82" y="533"/>
                  </a:cubicBezTo>
                  <a:cubicBezTo>
                    <a:pt x="77" y="583"/>
                    <a:pt x="77" y="664"/>
                    <a:pt x="70" y="693"/>
                  </a:cubicBezTo>
                  <a:cubicBezTo>
                    <a:pt x="63" y="721"/>
                    <a:pt x="65" y="773"/>
                    <a:pt x="65" y="809"/>
                  </a:cubicBezTo>
                  <a:cubicBezTo>
                    <a:pt x="65" y="844"/>
                    <a:pt x="73" y="906"/>
                    <a:pt x="88" y="950"/>
                  </a:cubicBezTo>
                  <a:cubicBezTo>
                    <a:pt x="103" y="994"/>
                    <a:pt x="95" y="1126"/>
                    <a:pt x="78" y="1189"/>
                  </a:cubicBezTo>
                  <a:cubicBezTo>
                    <a:pt x="61" y="1251"/>
                    <a:pt x="53" y="1350"/>
                    <a:pt x="53" y="1350"/>
                  </a:cubicBezTo>
                  <a:cubicBezTo>
                    <a:pt x="35" y="1359"/>
                    <a:pt x="17" y="1363"/>
                    <a:pt x="0" y="1364"/>
                  </a:cubicBezTo>
                  <a:cubicBezTo>
                    <a:pt x="23" y="1366"/>
                    <a:pt x="49" y="1363"/>
                    <a:pt x="76" y="1350"/>
                  </a:cubicBezTo>
                  <a:cubicBezTo>
                    <a:pt x="76" y="1350"/>
                    <a:pt x="84" y="1251"/>
                    <a:pt x="101" y="1189"/>
                  </a:cubicBezTo>
                  <a:cubicBezTo>
                    <a:pt x="118" y="1126"/>
                    <a:pt x="126" y="994"/>
                    <a:pt x="111" y="950"/>
                  </a:cubicBezTo>
                  <a:cubicBezTo>
                    <a:pt x="96" y="906"/>
                    <a:pt x="87" y="844"/>
                    <a:pt x="87" y="809"/>
                  </a:cubicBezTo>
                  <a:cubicBezTo>
                    <a:pt x="87" y="773"/>
                    <a:pt x="86" y="721"/>
                    <a:pt x="93" y="693"/>
                  </a:cubicBezTo>
                  <a:cubicBezTo>
                    <a:pt x="99" y="664"/>
                    <a:pt x="99" y="583"/>
                    <a:pt x="104" y="533"/>
                  </a:cubicBezTo>
                  <a:cubicBezTo>
                    <a:pt x="109" y="482"/>
                    <a:pt x="113" y="365"/>
                    <a:pt x="124" y="349"/>
                  </a:cubicBezTo>
                  <a:cubicBezTo>
                    <a:pt x="136" y="334"/>
                    <a:pt x="170" y="245"/>
                    <a:pt x="177" y="191"/>
                  </a:cubicBezTo>
                  <a:cubicBezTo>
                    <a:pt x="183" y="138"/>
                    <a:pt x="175" y="37"/>
                    <a:pt x="155" y="0"/>
                  </a:cubicBezTo>
                  <a:close/>
                </a:path>
              </a:pathLst>
            </a:custGeom>
            <a:solidFill>
              <a:srgbClr val="F2A7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5404" name="Freeform 252">
              <a:extLst>
                <a:ext uri="{FF2B5EF4-FFF2-40B4-BE49-F238E27FC236}">
                  <a16:creationId xmlns:a16="http://schemas.microsoft.com/office/drawing/2014/main" id="{36DBDEF7-D884-45A6-BE29-AC19880C8B55}"/>
                </a:ext>
              </a:extLst>
            </p:cNvPr>
            <p:cNvSpPr>
              <a:spLocks/>
            </p:cNvSpPr>
            <p:nvPr/>
          </p:nvSpPr>
          <p:spPr bwMode="auto">
            <a:xfrm>
              <a:off x="5864225" y="2941638"/>
              <a:ext cx="860425" cy="3109913"/>
            </a:xfrm>
            <a:custGeom>
              <a:avLst/>
              <a:gdLst>
                <a:gd name="T0" fmla="*/ 2147483646 w 378"/>
                <a:gd name="T1" fmla="*/ 2147483646 h 1369"/>
                <a:gd name="T2" fmla="*/ 2147483646 w 378"/>
                <a:gd name="T3" fmla="*/ 2147483646 h 1369"/>
                <a:gd name="T4" fmla="*/ 2147483646 w 378"/>
                <a:gd name="T5" fmla="*/ 2147483646 h 1369"/>
                <a:gd name="T6" fmla="*/ 2147483646 w 378"/>
                <a:gd name="T7" fmla="*/ 2147483646 h 1369"/>
                <a:gd name="T8" fmla="*/ 2147483646 w 378"/>
                <a:gd name="T9" fmla="*/ 2147483646 h 1369"/>
                <a:gd name="T10" fmla="*/ 2147483646 w 378"/>
                <a:gd name="T11" fmla="*/ 2147483646 h 1369"/>
                <a:gd name="T12" fmla="*/ 2147483646 w 378"/>
                <a:gd name="T13" fmla="*/ 2147483646 h 1369"/>
                <a:gd name="T14" fmla="*/ 2147483646 w 378"/>
                <a:gd name="T15" fmla="*/ 2147483646 h 1369"/>
                <a:gd name="T16" fmla="*/ 2147483646 w 378"/>
                <a:gd name="T17" fmla="*/ 2147483646 h 1369"/>
                <a:gd name="T18" fmla="*/ 2147483646 w 378"/>
                <a:gd name="T19" fmla="*/ 0 h 1369"/>
                <a:gd name="T20" fmla="*/ 0 w 378"/>
                <a:gd name="T21" fmla="*/ 2147483646 h 1369"/>
                <a:gd name="T22" fmla="*/ 2147483646 w 378"/>
                <a:gd name="T23" fmla="*/ 2147483646 h 1369"/>
                <a:gd name="T24" fmla="*/ 2147483646 w 378"/>
                <a:gd name="T25" fmla="*/ 2147483646 h 1369"/>
                <a:gd name="T26" fmla="*/ 2147483646 w 378"/>
                <a:gd name="T27" fmla="*/ 2147483646 h 1369"/>
                <a:gd name="T28" fmla="*/ 2147483646 w 378"/>
                <a:gd name="T29" fmla="*/ 2147483646 h 1369"/>
                <a:gd name="T30" fmla="*/ 2147483646 w 378"/>
                <a:gd name="T31" fmla="*/ 2147483646 h 1369"/>
                <a:gd name="T32" fmla="*/ 2147483646 w 378"/>
                <a:gd name="T33" fmla="*/ 2147483646 h 1369"/>
                <a:gd name="T34" fmla="*/ 2147483646 w 378"/>
                <a:gd name="T35" fmla="*/ 2147483646 h 1369"/>
                <a:gd name="T36" fmla="*/ 2147483646 w 378"/>
                <a:gd name="T37" fmla="*/ 2147483646 h 1369"/>
                <a:gd name="T38" fmla="*/ 2147483646 w 378"/>
                <a:gd name="T39" fmla="*/ 2147483646 h 1369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w 378"/>
                <a:gd name="T61" fmla="*/ 0 h 1369"/>
                <a:gd name="T62" fmla="*/ 378 w 378"/>
                <a:gd name="T63" fmla="*/ 1369 h 1369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T60" t="T61" r="T62" b="T63"/>
              <a:pathLst>
                <a:path w="378" h="1369">
                  <a:moveTo>
                    <a:pt x="202" y="1352"/>
                  </a:moveTo>
                  <a:cubicBezTo>
                    <a:pt x="198" y="1321"/>
                    <a:pt x="193" y="1184"/>
                    <a:pt x="195" y="1143"/>
                  </a:cubicBezTo>
                  <a:cubicBezTo>
                    <a:pt x="197" y="1103"/>
                    <a:pt x="180" y="980"/>
                    <a:pt x="171" y="930"/>
                  </a:cubicBezTo>
                  <a:cubicBezTo>
                    <a:pt x="163" y="879"/>
                    <a:pt x="148" y="832"/>
                    <a:pt x="136" y="802"/>
                  </a:cubicBezTo>
                  <a:cubicBezTo>
                    <a:pt x="124" y="772"/>
                    <a:pt x="139" y="745"/>
                    <a:pt x="121" y="687"/>
                  </a:cubicBezTo>
                  <a:cubicBezTo>
                    <a:pt x="102" y="630"/>
                    <a:pt x="74" y="413"/>
                    <a:pt x="77" y="338"/>
                  </a:cubicBezTo>
                  <a:cubicBezTo>
                    <a:pt x="81" y="262"/>
                    <a:pt x="65" y="201"/>
                    <a:pt x="57" y="170"/>
                  </a:cubicBezTo>
                  <a:cubicBezTo>
                    <a:pt x="49" y="138"/>
                    <a:pt x="37" y="92"/>
                    <a:pt x="37" y="92"/>
                  </a:cubicBezTo>
                  <a:cubicBezTo>
                    <a:pt x="378" y="8"/>
                    <a:pt x="378" y="8"/>
                    <a:pt x="378" y="8"/>
                  </a:cubicBezTo>
                  <a:cubicBezTo>
                    <a:pt x="376" y="5"/>
                    <a:pt x="375" y="2"/>
                    <a:pt x="374" y="0"/>
                  </a:cubicBezTo>
                  <a:cubicBezTo>
                    <a:pt x="0" y="92"/>
                    <a:pt x="0" y="92"/>
                    <a:pt x="0" y="92"/>
                  </a:cubicBezTo>
                  <a:cubicBezTo>
                    <a:pt x="0" y="92"/>
                    <a:pt x="12" y="138"/>
                    <a:pt x="21" y="170"/>
                  </a:cubicBezTo>
                  <a:cubicBezTo>
                    <a:pt x="29" y="201"/>
                    <a:pt x="44" y="262"/>
                    <a:pt x="41" y="338"/>
                  </a:cubicBezTo>
                  <a:cubicBezTo>
                    <a:pt x="37" y="413"/>
                    <a:pt x="66" y="630"/>
                    <a:pt x="84" y="687"/>
                  </a:cubicBezTo>
                  <a:cubicBezTo>
                    <a:pt x="103" y="745"/>
                    <a:pt x="88" y="772"/>
                    <a:pt x="100" y="802"/>
                  </a:cubicBezTo>
                  <a:cubicBezTo>
                    <a:pt x="111" y="832"/>
                    <a:pt x="127" y="879"/>
                    <a:pt x="135" y="930"/>
                  </a:cubicBezTo>
                  <a:cubicBezTo>
                    <a:pt x="143" y="980"/>
                    <a:pt x="160" y="1103"/>
                    <a:pt x="158" y="1143"/>
                  </a:cubicBezTo>
                  <a:cubicBezTo>
                    <a:pt x="157" y="1184"/>
                    <a:pt x="162" y="1321"/>
                    <a:pt x="165" y="1352"/>
                  </a:cubicBezTo>
                  <a:cubicBezTo>
                    <a:pt x="165" y="1352"/>
                    <a:pt x="203" y="1369"/>
                    <a:pt x="249" y="1364"/>
                  </a:cubicBezTo>
                  <a:cubicBezTo>
                    <a:pt x="221" y="1361"/>
                    <a:pt x="202" y="1352"/>
                    <a:pt x="202" y="1352"/>
                  </a:cubicBezTo>
                  <a:close/>
                </a:path>
              </a:pathLst>
            </a:custGeom>
            <a:solidFill>
              <a:srgbClr val="F9CF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5405" name="Freeform 253">
              <a:extLst>
                <a:ext uri="{FF2B5EF4-FFF2-40B4-BE49-F238E27FC236}">
                  <a16:creationId xmlns:a16="http://schemas.microsoft.com/office/drawing/2014/main" id="{F8FAECF4-24B9-4273-A3E9-1EE4789B0449}"/>
                </a:ext>
              </a:extLst>
            </p:cNvPr>
            <p:cNvSpPr>
              <a:spLocks/>
            </p:cNvSpPr>
            <p:nvPr/>
          </p:nvSpPr>
          <p:spPr bwMode="auto">
            <a:xfrm>
              <a:off x="5864225" y="2941638"/>
              <a:ext cx="915988" cy="3138488"/>
            </a:xfrm>
            <a:custGeom>
              <a:avLst/>
              <a:gdLst>
                <a:gd name="T0" fmla="*/ 0 w 402"/>
                <a:gd name="T1" fmla="*/ 2147483646 h 1382"/>
                <a:gd name="T2" fmla="*/ 2147483646 w 402"/>
                <a:gd name="T3" fmla="*/ 2147483646 h 1382"/>
                <a:gd name="T4" fmla="*/ 2147483646 w 402"/>
                <a:gd name="T5" fmla="*/ 2147483646 h 1382"/>
                <a:gd name="T6" fmla="*/ 2147483646 w 402"/>
                <a:gd name="T7" fmla="*/ 2147483646 h 1382"/>
                <a:gd name="T8" fmla="*/ 2147483646 w 402"/>
                <a:gd name="T9" fmla="*/ 2147483646 h 1382"/>
                <a:gd name="T10" fmla="*/ 2147483646 w 402"/>
                <a:gd name="T11" fmla="*/ 2147483646 h 1382"/>
                <a:gd name="T12" fmla="*/ 2147483646 w 402"/>
                <a:gd name="T13" fmla="*/ 2147483646 h 1382"/>
                <a:gd name="T14" fmla="*/ 2147483646 w 402"/>
                <a:gd name="T15" fmla="*/ 2147483646 h 1382"/>
                <a:gd name="T16" fmla="*/ 2147483646 w 402"/>
                <a:gd name="T17" fmla="*/ 2147483646 h 1382"/>
                <a:gd name="T18" fmla="*/ 2147483646 w 402"/>
                <a:gd name="T19" fmla="*/ 2147483646 h 1382"/>
                <a:gd name="T20" fmla="*/ 2147483646 w 402"/>
                <a:gd name="T21" fmla="*/ 2147483646 h 1382"/>
                <a:gd name="T22" fmla="*/ 2147483646 w 402"/>
                <a:gd name="T23" fmla="*/ 2147483646 h 1382"/>
                <a:gd name="T24" fmla="*/ 2147483646 w 402"/>
                <a:gd name="T25" fmla="*/ 2147483646 h 1382"/>
                <a:gd name="T26" fmla="*/ 2147483646 w 402"/>
                <a:gd name="T27" fmla="*/ 2147483646 h 1382"/>
                <a:gd name="T28" fmla="*/ 2147483646 w 402"/>
                <a:gd name="T29" fmla="*/ 2147483646 h 1382"/>
                <a:gd name="T30" fmla="*/ 2147483646 w 402"/>
                <a:gd name="T31" fmla="*/ 2147483646 h 1382"/>
                <a:gd name="T32" fmla="*/ 2147483646 w 402"/>
                <a:gd name="T33" fmla="*/ 0 h 1382"/>
                <a:gd name="T34" fmla="*/ 0 w 402"/>
                <a:gd name="T35" fmla="*/ 2147483646 h 1382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402"/>
                <a:gd name="T55" fmla="*/ 0 h 1382"/>
                <a:gd name="T56" fmla="*/ 402 w 402"/>
                <a:gd name="T57" fmla="*/ 1382 h 1382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402" h="1382">
                  <a:moveTo>
                    <a:pt x="0" y="92"/>
                  </a:moveTo>
                  <a:cubicBezTo>
                    <a:pt x="0" y="92"/>
                    <a:pt x="12" y="138"/>
                    <a:pt x="21" y="170"/>
                  </a:cubicBezTo>
                  <a:cubicBezTo>
                    <a:pt x="29" y="201"/>
                    <a:pt x="44" y="262"/>
                    <a:pt x="41" y="338"/>
                  </a:cubicBezTo>
                  <a:cubicBezTo>
                    <a:pt x="37" y="413"/>
                    <a:pt x="66" y="630"/>
                    <a:pt x="84" y="687"/>
                  </a:cubicBezTo>
                  <a:cubicBezTo>
                    <a:pt x="103" y="745"/>
                    <a:pt x="88" y="772"/>
                    <a:pt x="100" y="802"/>
                  </a:cubicBezTo>
                  <a:cubicBezTo>
                    <a:pt x="111" y="832"/>
                    <a:pt x="127" y="879"/>
                    <a:pt x="135" y="930"/>
                  </a:cubicBezTo>
                  <a:cubicBezTo>
                    <a:pt x="143" y="980"/>
                    <a:pt x="160" y="1103"/>
                    <a:pt x="158" y="1143"/>
                  </a:cubicBezTo>
                  <a:cubicBezTo>
                    <a:pt x="157" y="1184"/>
                    <a:pt x="162" y="1321"/>
                    <a:pt x="165" y="1352"/>
                  </a:cubicBezTo>
                  <a:cubicBezTo>
                    <a:pt x="165" y="1352"/>
                    <a:pt x="231" y="1382"/>
                    <a:pt x="295" y="1350"/>
                  </a:cubicBezTo>
                  <a:cubicBezTo>
                    <a:pt x="295" y="1350"/>
                    <a:pt x="303" y="1251"/>
                    <a:pt x="320" y="1189"/>
                  </a:cubicBezTo>
                  <a:cubicBezTo>
                    <a:pt x="337" y="1126"/>
                    <a:pt x="345" y="994"/>
                    <a:pt x="330" y="950"/>
                  </a:cubicBezTo>
                  <a:cubicBezTo>
                    <a:pt x="315" y="906"/>
                    <a:pt x="306" y="844"/>
                    <a:pt x="306" y="809"/>
                  </a:cubicBezTo>
                  <a:cubicBezTo>
                    <a:pt x="306" y="773"/>
                    <a:pt x="305" y="721"/>
                    <a:pt x="312" y="693"/>
                  </a:cubicBezTo>
                  <a:cubicBezTo>
                    <a:pt x="318" y="664"/>
                    <a:pt x="318" y="583"/>
                    <a:pt x="323" y="533"/>
                  </a:cubicBezTo>
                  <a:cubicBezTo>
                    <a:pt x="328" y="482"/>
                    <a:pt x="332" y="365"/>
                    <a:pt x="343" y="349"/>
                  </a:cubicBezTo>
                  <a:cubicBezTo>
                    <a:pt x="355" y="334"/>
                    <a:pt x="389" y="245"/>
                    <a:pt x="396" y="191"/>
                  </a:cubicBezTo>
                  <a:cubicBezTo>
                    <a:pt x="402" y="138"/>
                    <a:pt x="394" y="37"/>
                    <a:pt x="374" y="0"/>
                  </a:cubicBezTo>
                  <a:lnTo>
                    <a:pt x="0" y="92"/>
                  </a:lnTo>
                  <a:close/>
                </a:path>
              </a:pathLst>
            </a:custGeom>
            <a:noFill/>
            <a:ln w="4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5406" name="Freeform 254">
              <a:extLst>
                <a:ext uri="{FF2B5EF4-FFF2-40B4-BE49-F238E27FC236}">
                  <a16:creationId xmlns:a16="http://schemas.microsoft.com/office/drawing/2014/main" id="{D46BA36D-BF25-4536-8E3B-D16CAD2A14D5}"/>
                </a:ext>
              </a:extLst>
            </p:cNvPr>
            <p:cNvSpPr>
              <a:spLocks/>
            </p:cNvSpPr>
            <p:nvPr/>
          </p:nvSpPr>
          <p:spPr bwMode="auto">
            <a:xfrm>
              <a:off x="5440363" y="3538538"/>
              <a:ext cx="320675" cy="552450"/>
            </a:xfrm>
            <a:custGeom>
              <a:avLst/>
              <a:gdLst>
                <a:gd name="T0" fmla="*/ 2147483646 w 141"/>
                <a:gd name="T1" fmla="*/ 0 h 243"/>
                <a:gd name="T2" fmla="*/ 2147483646 w 141"/>
                <a:gd name="T3" fmla="*/ 2147483646 h 243"/>
                <a:gd name="T4" fmla="*/ 2147483646 w 141"/>
                <a:gd name="T5" fmla="*/ 2147483646 h 243"/>
                <a:gd name="T6" fmla="*/ 2147483646 w 141"/>
                <a:gd name="T7" fmla="*/ 2147483646 h 243"/>
                <a:gd name="T8" fmla="*/ 2147483646 w 141"/>
                <a:gd name="T9" fmla="*/ 2147483646 h 243"/>
                <a:gd name="T10" fmla="*/ 2147483646 w 141"/>
                <a:gd name="T11" fmla="*/ 2147483646 h 243"/>
                <a:gd name="T12" fmla="*/ 2147483646 w 141"/>
                <a:gd name="T13" fmla="*/ 2147483646 h 243"/>
                <a:gd name="T14" fmla="*/ 2147483646 w 141"/>
                <a:gd name="T15" fmla="*/ 2147483646 h 243"/>
                <a:gd name="T16" fmla="*/ 2147483646 w 141"/>
                <a:gd name="T17" fmla="*/ 2147483646 h 243"/>
                <a:gd name="T18" fmla="*/ 2147483646 w 141"/>
                <a:gd name="T19" fmla="*/ 2147483646 h 243"/>
                <a:gd name="T20" fmla="*/ 2147483646 w 141"/>
                <a:gd name="T21" fmla="*/ 2147483646 h 243"/>
                <a:gd name="T22" fmla="*/ 2147483646 w 141"/>
                <a:gd name="T23" fmla="*/ 2147483646 h 243"/>
                <a:gd name="T24" fmla="*/ 2147483646 w 141"/>
                <a:gd name="T25" fmla="*/ 2147483646 h 243"/>
                <a:gd name="T26" fmla="*/ 2147483646 w 141"/>
                <a:gd name="T27" fmla="*/ 2147483646 h 243"/>
                <a:gd name="T28" fmla="*/ 2147483646 w 141"/>
                <a:gd name="T29" fmla="*/ 2147483646 h 243"/>
                <a:gd name="T30" fmla="*/ 2147483646 w 141"/>
                <a:gd name="T31" fmla="*/ 2147483646 h 243"/>
                <a:gd name="T32" fmla="*/ 2147483646 w 141"/>
                <a:gd name="T33" fmla="*/ 2147483646 h 243"/>
                <a:gd name="T34" fmla="*/ 2147483646 w 141"/>
                <a:gd name="T35" fmla="*/ 2147483646 h 243"/>
                <a:gd name="T36" fmla="*/ 2147483646 w 141"/>
                <a:gd name="T37" fmla="*/ 2147483646 h 243"/>
                <a:gd name="T38" fmla="*/ 2147483646 w 141"/>
                <a:gd name="T39" fmla="*/ 2147483646 h 243"/>
                <a:gd name="T40" fmla="*/ 2147483646 w 141"/>
                <a:gd name="T41" fmla="*/ 2147483646 h 243"/>
                <a:gd name="T42" fmla="*/ 2147483646 w 141"/>
                <a:gd name="T43" fmla="*/ 2147483646 h 243"/>
                <a:gd name="T44" fmla="*/ 2147483646 w 141"/>
                <a:gd name="T45" fmla="*/ 0 h 243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w 141"/>
                <a:gd name="T70" fmla="*/ 0 h 243"/>
                <a:gd name="T71" fmla="*/ 141 w 141"/>
                <a:gd name="T72" fmla="*/ 243 h 243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T69" t="T70" r="T71" b="T72"/>
              <a:pathLst>
                <a:path w="141" h="243">
                  <a:moveTo>
                    <a:pt x="31" y="0"/>
                  </a:moveTo>
                  <a:cubicBezTo>
                    <a:pt x="31" y="0"/>
                    <a:pt x="30" y="21"/>
                    <a:pt x="28" y="38"/>
                  </a:cubicBezTo>
                  <a:cubicBezTo>
                    <a:pt x="25" y="55"/>
                    <a:pt x="23" y="80"/>
                    <a:pt x="15" y="99"/>
                  </a:cubicBezTo>
                  <a:cubicBezTo>
                    <a:pt x="6" y="118"/>
                    <a:pt x="0" y="132"/>
                    <a:pt x="4" y="145"/>
                  </a:cubicBezTo>
                  <a:cubicBezTo>
                    <a:pt x="8" y="157"/>
                    <a:pt x="12" y="169"/>
                    <a:pt x="13" y="183"/>
                  </a:cubicBezTo>
                  <a:cubicBezTo>
                    <a:pt x="14" y="196"/>
                    <a:pt x="16" y="209"/>
                    <a:pt x="21" y="213"/>
                  </a:cubicBezTo>
                  <a:cubicBezTo>
                    <a:pt x="27" y="217"/>
                    <a:pt x="38" y="220"/>
                    <a:pt x="43" y="222"/>
                  </a:cubicBezTo>
                  <a:cubicBezTo>
                    <a:pt x="47" y="223"/>
                    <a:pt x="52" y="230"/>
                    <a:pt x="61" y="233"/>
                  </a:cubicBezTo>
                  <a:cubicBezTo>
                    <a:pt x="69" y="236"/>
                    <a:pt x="80" y="241"/>
                    <a:pt x="89" y="242"/>
                  </a:cubicBezTo>
                  <a:cubicBezTo>
                    <a:pt x="99" y="243"/>
                    <a:pt x="115" y="240"/>
                    <a:pt x="121" y="242"/>
                  </a:cubicBezTo>
                  <a:cubicBezTo>
                    <a:pt x="121" y="242"/>
                    <a:pt x="125" y="229"/>
                    <a:pt x="120" y="226"/>
                  </a:cubicBezTo>
                  <a:cubicBezTo>
                    <a:pt x="120" y="226"/>
                    <a:pt x="132" y="225"/>
                    <a:pt x="136" y="225"/>
                  </a:cubicBezTo>
                  <a:cubicBezTo>
                    <a:pt x="140" y="225"/>
                    <a:pt x="139" y="217"/>
                    <a:pt x="136" y="213"/>
                  </a:cubicBezTo>
                  <a:cubicBezTo>
                    <a:pt x="136" y="213"/>
                    <a:pt x="141" y="206"/>
                    <a:pt x="138" y="200"/>
                  </a:cubicBezTo>
                  <a:cubicBezTo>
                    <a:pt x="134" y="194"/>
                    <a:pt x="131" y="189"/>
                    <a:pt x="121" y="189"/>
                  </a:cubicBezTo>
                  <a:cubicBezTo>
                    <a:pt x="112" y="189"/>
                    <a:pt x="108" y="192"/>
                    <a:pt x="106" y="187"/>
                  </a:cubicBezTo>
                  <a:cubicBezTo>
                    <a:pt x="105" y="183"/>
                    <a:pt x="94" y="179"/>
                    <a:pt x="92" y="173"/>
                  </a:cubicBezTo>
                  <a:cubicBezTo>
                    <a:pt x="91" y="167"/>
                    <a:pt x="89" y="157"/>
                    <a:pt x="86" y="152"/>
                  </a:cubicBezTo>
                  <a:cubicBezTo>
                    <a:pt x="83" y="148"/>
                    <a:pt x="84" y="146"/>
                    <a:pt x="85" y="142"/>
                  </a:cubicBezTo>
                  <a:cubicBezTo>
                    <a:pt x="86" y="139"/>
                    <a:pt x="82" y="145"/>
                    <a:pt x="85" y="131"/>
                  </a:cubicBezTo>
                  <a:cubicBezTo>
                    <a:pt x="88" y="116"/>
                    <a:pt x="100" y="83"/>
                    <a:pt x="101" y="67"/>
                  </a:cubicBezTo>
                  <a:cubicBezTo>
                    <a:pt x="102" y="51"/>
                    <a:pt x="102" y="18"/>
                    <a:pt x="102" y="18"/>
                  </a:cubicBezTo>
                  <a:lnTo>
                    <a:pt x="31" y="0"/>
                  </a:lnTo>
                  <a:close/>
                </a:path>
              </a:pathLst>
            </a:custGeom>
            <a:solidFill>
              <a:srgbClr val="F8F3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5407" name="Freeform 255">
              <a:extLst>
                <a:ext uri="{FF2B5EF4-FFF2-40B4-BE49-F238E27FC236}">
                  <a16:creationId xmlns:a16="http://schemas.microsoft.com/office/drawing/2014/main" id="{C9A8E81F-C1A3-4AB8-80C4-2579348A1FE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441950" y="3535363"/>
              <a:ext cx="290513" cy="552450"/>
            </a:xfrm>
            <a:custGeom>
              <a:avLst/>
              <a:gdLst>
                <a:gd name="T0" fmla="*/ 2147483646 w 127"/>
                <a:gd name="T1" fmla="*/ 2147483646 h 243"/>
                <a:gd name="T2" fmla="*/ 2147483646 w 127"/>
                <a:gd name="T3" fmla="*/ 2147483646 h 243"/>
                <a:gd name="T4" fmla="*/ 2147483646 w 127"/>
                <a:gd name="T5" fmla="*/ 2147483646 h 243"/>
                <a:gd name="T6" fmla="*/ 2147483646 w 127"/>
                <a:gd name="T7" fmla="*/ 2147483646 h 243"/>
                <a:gd name="T8" fmla="*/ 2147483646 w 127"/>
                <a:gd name="T9" fmla="*/ 2147483646 h 243"/>
                <a:gd name="T10" fmla="*/ 2147483646 w 127"/>
                <a:gd name="T11" fmla="*/ 2147483646 h 243"/>
                <a:gd name="T12" fmla="*/ 2147483646 w 127"/>
                <a:gd name="T13" fmla="*/ 2147483646 h 243"/>
                <a:gd name="T14" fmla="*/ 2147483646 w 127"/>
                <a:gd name="T15" fmla="*/ 0 h 243"/>
                <a:gd name="T16" fmla="*/ 2147483646 w 127"/>
                <a:gd name="T17" fmla="*/ 2147483646 h 243"/>
                <a:gd name="T18" fmla="*/ 2147483646 w 127"/>
                <a:gd name="T19" fmla="*/ 2147483646 h 243"/>
                <a:gd name="T20" fmla="*/ 2147483646 w 127"/>
                <a:gd name="T21" fmla="*/ 2147483646 h 243"/>
                <a:gd name="T22" fmla="*/ 2147483646 w 127"/>
                <a:gd name="T23" fmla="*/ 2147483646 h 243"/>
                <a:gd name="T24" fmla="*/ 2147483646 w 127"/>
                <a:gd name="T25" fmla="*/ 2147483646 h 243"/>
                <a:gd name="T26" fmla="*/ 2147483646 w 127"/>
                <a:gd name="T27" fmla="*/ 2147483646 h 243"/>
                <a:gd name="T28" fmla="*/ 2147483646 w 127"/>
                <a:gd name="T29" fmla="*/ 2147483646 h 243"/>
                <a:gd name="T30" fmla="*/ 2147483646 w 127"/>
                <a:gd name="T31" fmla="*/ 2147483646 h 243"/>
                <a:gd name="T32" fmla="*/ 2147483646 w 127"/>
                <a:gd name="T33" fmla="*/ 2147483646 h 243"/>
                <a:gd name="T34" fmla="*/ 2147483646 w 127"/>
                <a:gd name="T35" fmla="*/ 2147483646 h 243"/>
                <a:gd name="T36" fmla="*/ 2147483646 w 127"/>
                <a:gd name="T37" fmla="*/ 2147483646 h 243"/>
                <a:gd name="T38" fmla="*/ 2147483646 w 127"/>
                <a:gd name="T39" fmla="*/ 2147483646 h 243"/>
                <a:gd name="T40" fmla="*/ 2147483646 w 127"/>
                <a:gd name="T41" fmla="*/ 2147483646 h 243"/>
                <a:gd name="T42" fmla="*/ 2147483646 w 127"/>
                <a:gd name="T43" fmla="*/ 2147483646 h 243"/>
                <a:gd name="T44" fmla="*/ 2147483646 w 127"/>
                <a:gd name="T45" fmla="*/ 2147483646 h 243"/>
                <a:gd name="T46" fmla="*/ 2147483646 w 127"/>
                <a:gd name="T47" fmla="*/ 2147483646 h 243"/>
                <a:gd name="T48" fmla="*/ 2147483646 w 127"/>
                <a:gd name="T49" fmla="*/ 2147483646 h 243"/>
                <a:gd name="T50" fmla="*/ 2147483646 w 127"/>
                <a:gd name="T51" fmla="*/ 2147483646 h 243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127"/>
                <a:gd name="T79" fmla="*/ 0 h 243"/>
                <a:gd name="T80" fmla="*/ 127 w 127"/>
                <a:gd name="T81" fmla="*/ 243 h 243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127" h="243">
                  <a:moveTo>
                    <a:pt x="58" y="222"/>
                  </a:moveTo>
                  <a:cubicBezTo>
                    <a:pt x="53" y="220"/>
                    <a:pt x="42" y="218"/>
                    <a:pt x="37" y="213"/>
                  </a:cubicBezTo>
                  <a:cubicBezTo>
                    <a:pt x="31" y="209"/>
                    <a:pt x="29" y="196"/>
                    <a:pt x="28" y="183"/>
                  </a:cubicBezTo>
                  <a:cubicBezTo>
                    <a:pt x="27" y="169"/>
                    <a:pt x="23" y="157"/>
                    <a:pt x="19" y="145"/>
                  </a:cubicBezTo>
                  <a:cubicBezTo>
                    <a:pt x="16" y="132"/>
                    <a:pt x="22" y="118"/>
                    <a:pt x="30" y="99"/>
                  </a:cubicBezTo>
                  <a:cubicBezTo>
                    <a:pt x="38" y="80"/>
                    <a:pt x="40" y="55"/>
                    <a:pt x="43" y="38"/>
                  </a:cubicBezTo>
                  <a:cubicBezTo>
                    <a:pt x="44" y="26"/>
                    <a:pt x="46" y="11"/>
                    <a:pt x="46" y="4"/>
                  </a:cubicBezTo>
                  <a:cubicBezTo>
                    <a:pt x="30" y="0"/>
                    <a:pt x="30" y="0"/>
                    <a:pt x="30" y="0"/>
                  </a:cubicBezTo>
                  <a:cubicBezTo>
                    <a:pt x="30" y="0"/>
                    <a:pt x="29" y="21"/>
                    <a:pt x="27" y="38"/>
                  </a:cubicBezTo>
                  <a:cubicBezTo>
                    <a:pt x="24" y="55"/>
                    <a:pt x="23" y="80"/>
                    <a:pt x="14" y="99"/>
                  </a:cubicBezTo>
                  <a:cubicBezTo>
                    <a:pt x="6" y="118"/>
                    <a:pt x="0" y="132"/>
                    <a:pt x="3" y="145"/>
                  </a:cubicBezTo>
                  <a:cubicBezTo>
                    <a:pt x="7" y="157"/>
                    <a:pt x="11" y="169"/>
                    <a:pt x="12" y="183"/>
                  </a:cubicBezTo>
                  <a:cubicBezTo>
                    <a:pt x="14" y="196"/>
                    <a:pt x="15" y="209"/>
                    <a:pt x="21" y="213"/>
                  </a:cubicBezTo>
                  <a:cubicBezTo>
                    <a:pt x="26" y="218"/>
                    <a:pt x="37" y="220"/>
                    <a:pt x="42" y="222"/>
                  </a:cubicBezTo>
                  <a:cubicBezTo>
                    <a:pt x="47" y="224"/>
                    <a:pt x="51" y="230"/>
                    <a:pt x="60" y="233"/>
                  </a:cubicBezTo>
                  <a:cubicBezTo>
                    <a:pt x="68" y="236"/>
                    <a:pt x="79" y="241"/>
                    <a:pt x="89" y="242"/>
                  </a:cubicBezTo>
                  <a:cubicBezTo>
                    <a:pt x="93" y="243"/>
                    <a:pt x="98" y="242"/>
                    <a:pt x="103" y="242"/>
                  </a:cubicBezTo>
                  <a:cubicBezTo>
                    <a:pt x="94" y="240"/>
                    <a:pt x="84" y="236"/>
                    <a:pt x="76" y="233"/>
                  </a:cubicBezTo>
                  <a:cubicBezTo>
                    <a:pt x="67" y="230"/>
                    <a:pt x="63" y="224"/>
                    <a:pt x="58" y="222"/>
                  </a:cubicBezTo>
                  <a:close/>
                  <a:moveTo>
                    <a:pt x="122" y="189"/>
                  </a:moveTo>
                  <a:cubicBezTo>
                    <a:pt x="123" y="190"/>
                    <a:pt x="125" y="190"/>
                    <a:pt x="127" y="190"/>
                  </a:cubicBezTo>
                  <a:cubicBezTo>
                    <a:pt x="125" y="189"/>
                    <a:pt x="124" y="189"/>
                    <a:pt x="122" y="189"/>
                  </a:cubicBezTo>
                  <a:close/>
                  <a:moveTo>
                    <a:pt x="120" y="242"/>
                  </a:moveTo>
                  <a:cubicBezTo>
                    <a:pt x="120" y="242"/>
                    <a:pt x="120" y="242"/>
                    <a:pt x="120" y="242"/>
                  </a:cubicBezTo>
                  <a:cubicBezTo>
                    <a:pt x="120" y="242"/>
                    <a:pt x="120" y="242"/>
                    <a:pt x="119" y="242"/>
                  </a:cubicBezTo>
                  <a:cubicBezTo>
                    <a:pt x="120" y="242"/>
                    <a:pt x="120" y="242"/>
                    <a:pt x="120" y="242"/>
                  </a:cubicBezTo>
                  <a:close/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5408" name="Freeform 256">
              <a:extLst>
                <a:ext uri="{FF2B5EF4-FFF2-40B4-BE49-F238E27FC236}">
                  <a16:creationId xmlns:a16="http://schemas.microsoft.com/office/drawing/2014/main" id="{F40B53D5-E36F-452E-9F4C-B9CB3B6E5A2E}"/>
                </a:ext>
              </a:extLst>
            </p:cNvPr>
            <p:cNvSpPr>
              <a:spLocks/>
            </p:cNvSpPr>
            <p:nvPr/>
          </p:nvSpPr>
          <p:spPr bwMode="auto">
            <a:xfrm>
              <a:off x="5441950" y="3535363"/>
              <a:ext cx="322263" cy="552450"/>
            </a:xfrm>
            <a:custGeom>
              <a:avLst/>
              <a:gdLst>
                <a:gd name="T0" fmla="*/ 2147483646 w 141"/>
                <a:gd name="T1" fmla="*/ 0 h 243"/>
                <a:gd name="T2" fmla="*/ 2147483646 w 141"/>
                <a:gd name="T3" fmla="*/ 2147483646 h 243"/>
                <a:gd name="T4" fmla="*/ 2147483646 w 141"/>
                <a:gd name="T5" fmla="*/ 2147483646 h 243"/>
                <a:gd name="T6" fmla="*/ 2147483646 w 141"/>
                <a:gd name="T7" fmla="*/ 2147483646 h 243"/>
                <a:gd name="T8" fmla="*/ 2147483646 w 141"/>
                <a:gd name="T9" fmla="*/ 2147483646 h 243"/>
                <a:gd name="T10" fmla="*/ 2147483646 w 141"/>
                <a:gd name="T11" fmla="*/ 2147483646 h 243"/>
                <a:gd name="T12" fmla="*/ 2147483646 w 141"/>
                <a:gd name="T13" fmla="*/ 2147483646 h 243"/>
                <a:gd name="T14" fmla="*/ 2147483646 w 141"/>
                <a:gd name="T15" fmla="*/ 2147483646 h 243"/>
                <a:gd name="T16" fmla="*/ 2147483646 w 141"/>
                <a:gd name="T17" fmla="*/ 2147483646 h 243"/>
                <a:gd name="T18" fmla="*/ 2147483646 w 141"/>
                <a:gd name="T19" fmla="*/ 2147483646 h 243"/>
                <a:gd name="T20" fmla="*/ 2147483646 w 141"/>
                <a:gd name="T21" fmla="*/ 2147483646 h 243"/>
                <a:gd name="T22" fmla="*/ 2147483646 w 141"/>
                <a:gd name="T23" fmla="*/ 2147483646 h 243"/>
                <a:gd name="T24" fmla="*/ 2147483646 w 141"/>
                <a:gd name="T25" fmla="*/ 2147483646 h 243"/>
                <a:gd name="T26" fmla="*/ 2147483646 w 141"/>
                <a:gd name="T27" fmla="*/ 2147483646 h 243"/>
                <a:gd name="T28" fmla="*/ 2147483646 w 141"/>
                <a:gd name="T29" fmla="*/ 2147483646 h 243"/>
                <a:gd name="T30" fmla="*/ 2147483646 w 141"/>
                <a:gd name="T31" fmla="*/ 2147483646 h 243"/>
                <a:gd name="T32" fmla="*/ 2147483646 w 141"/>
                <a:gd name="T33" fmla="*/ 2147483646 h 243"/>
                <a:gd name="T34" fmla="*/ 2147483646 w 141"/>
                <a:gd name="T35" fmla="*/ 2147483646 h 243"/>
                <a:gd name="T36" fmla="*/ 2147483646 w 141"/>
                <a:gd name="T37" fmla="*/ 2147483646 h 243"/>
                <a:gd name="T38" fmla="*/ 2147483646 w 141"/>
                <a:gd name="T39" fmla="*/ 2147483646 h 243"/>
                <a:gd name="T40" fmla="*/ 2147483646 w 141"/>
                <a:gd name="T41" fmla="*/ 2147483646 h 243"/>
                <a:gd name="T42" fmla="*/ 2147483646 w 141"/>
                <a:gd name="T43" fmla="*/ 2147483646 h 243"/>
                <a:gd name="T44" fmla="*/ 2147483646 w 141"/>
                <a:gd name="T45" fmla="*/ 0 h 243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w 141"/>
                <a:gd name="T70" fmla="*/ 0 h 243"/>
                <a:gd name="T71" fmla="*/ 141 w 141"/>
                <a:gd name="T72" fmla="*/ 243 h 243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T69" t="T70" r="T71" b="T72"/>
              <a:pathLst>
                <a:path w="141" h="243">
                  <a:moveTo>
                    <a:pt x="30" y="0"/>
                  </a:moveTo>
                  <a:cubicBezTo>
                    <a:pt x="30" y="0"/>
                    <a:pt x="29" y="21"/>
                    <a:pt x="27" y="38"/>
                  </a:cubicBezTo>
                  <a:cubicBezTo>
                    <a:pt x="24" y="55"/>
                    <a:pt x="23" y="80"/>
                    <a:pt x="14" y="99"/>
                  </a:cubicBezTo>
                  <a:cubicBezTo>
                    <a:pt x="6" y="118"/>
                    <a:pt x="0" y="132"/>
                    <a:pt x="3" y="145"/>
                  </a:cubicBezTo>
                  <a:cubicBezTo>
                    <a:pt x="7" y="157"/>
                    <a:pt x="11" y="169"/>
                    <a:pt x="12" y="183"/>
                  </a:cubicBezTo>
                  <a:cubicBezTo>
                    <a:pt x="14" y="196"/>
                    <a:pt x="15" y="209"/>
                    <a:pt x="21" y="213"/>
                  </a:cubicBezTo>
                  <a:cubicBezTo>
                    <a:pt x="26" y="218"/>
                    <a:pt x="37" y="220"/>
                    <a:pt x="42" y="222"/>
                  </a:cubicBezTo>
                  <a:cubicBezTo>
                    <a:pt x="47" y="224"/>
                    <a:pt x="51" y="230"/>
                    <a:pt x="60" y="233"/>
                  </a:cubicBezTo>
                  <a:cubicBezTo>
                    <a:pt x="68" y="236"/>
                    <a:pt x="79" y="241"/>
                    <a:pt x="89" y="242"/>
                  </a:cubicBezTo>
                  <a:cubicBezTo>
                    <a:pt x="98" y="243"/>
                    <a:pt x="115" y="240"/>
                    <a:pt x="120" y="242"/>
                  </a:cubicBezTo>
                  <a:cubicBezTo>
                    <a:pt x="120" y="242"/>
                    <a:pt x="124" y="230"/>
                    <a:pt x="119" y="227"/>
                  </a:cubicBezTo>
                  <a:cubicBezTo>
                    <a:pt x="119" y="227"/>
                    <a:pt x="131" y="225"/>
                    <a:pt x="135" y="225"/>
                  </a:cubicBezTo>
                  <a:cubicBezTo>
                    <a:pt x="139" y="225"/>
                    <a:pt x="139" y="217"/>
                    <a:pt x="136" y="213"/>
                  </a:cubicBezTo>
                  <a:cubicBezTo>
                    <a:pt x="136" y="213"/>
                    <a:pt x="141" y="206"/>
                    <a:pt x="137" y="200"/>
                  </a:cubicBezTo>
                  <a:cubicBezTo>
                    <a:pt x="133" y="194"/>
                    <a:pt x="130" y="189"/>
                    <a:pt x="121" y="189"/>
                  </a:cubicBezTo>
                  <a:cubicBezTo>
                    <a:pt x="111" y="189"/>
                    <a:pt x="107" y="192"/>
                    <a:pt x="106" y="187"/>
                  </a:cubicBezTo>
                  <a:cubicBezTo>
                    <a:pt x="104" y="183"/>
                    <a:pt x="93" y="179"/>
                    <a:pt x="92" y="173"/>
                  </a:cubicBezTo>
                  <a:cubicBezTo>
                    <a:pt x="91" y="167"/>
                    <a:pt x="89" y="157"/>
                    <a:pt x="86" y="153"/>
                  </a:cubicBezTo>
                  <a:cubicBezTo>
                    <a:pt x="83" y="148"/>
                    <a:pt x="83" y="146"/>
                    <a:pt x="85" y="142"/>
                  </a:cubicBezTo>
                  <a:cubicBezTo>
                    <a:pt x="86" y="139"/>
                    <a:pt x="82" y="145"/>
                    <a:pt x="85" y="131"/>
                  </a:cubicBezTo>
                  <a:cubicBezTo>
                    <a:pt x="88" y="116"/>
                    <a:pt x="100" y="83"/>
                    <a:pt x="100" y="67"/>
                  </a:cubicBezTo>
                  <a:cubicBezTo>
                    <a:pt x="101" y="51"/>
                    <a:pt x="101" y="18"/>
                    <a:pt x="101" y="18"/>
                  </a:cubicBezTo>
                  <a:lnTo>
                    <a:pt x="30" y="0"/>
                  </a:lnTo>
                  <a:close/>
                </a:path>
              </a:pathLst>
            </a:custGeom>
            <a:noFill/>
            <a:ln w="3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5409" name="Freeform 257">
              <a:extLst>
                <a:ext uri="{FF2B5EF4-FFF2-40B4-BE49-F238E27FC236}">
                  <a16:creationId xmlns:a16="http://schemas.microsoft.com/office/drawing/2014/main" id="{1AD2A602-76EF-440E-9E23-F423F0CB1DAA}"/>
                </a:ext>
              </a:extLst>
            </p:cNvPr>
            <p:cNvSpPr>
              <a:spLocks/>
            </p:cNvSpPr>
            <p:nvPr/>
          </p:nvSpPr>
          <p:spPr bwMode="auto">
            <a:xfrm>
              <a:off x="5470525" y="3902075"/>
              <a:ext cx="69850" cy="142875"/>
            </a:xfrm>
            <a:custGeom>
              <a:avLst/>
              <a:gdLst>
                <a:gd name="T0" fmla="*/ 2147483646 w 31"/>
                <a:gd name="T1" fmla="*/ 2147483646 h 63"/>
                <a:gd name="T2" fmla="*/ 2147483646 w 31"/>
                <a:gd name="T3" fmla="*/ 2147483646 h 63"/>
                <a:gd name="T4" fmla="*/ 2147483646 w 31"/>
                <a:gd name="T5" fmla="*/ 2147483646 h 63"/>
                <a:gd name="T6" fmla="*/ 2147483646 w 31"/>
                <a:gd name="T7" fmla="*/ 2147483646 h 63"/>
                <a:gd name="T8" fmla="*/ 0 w 31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1"/>
                <a:gd name="T16" fmla="*/ 0 h 63"/>
                <a:gd name="T17" fmla="*/ 31 w 31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1" h="63">
                  <a:moveTo>
                    <a:pt x="31" y="63"/>
                  </a:moveTo>
                  <a:cubicBezTo>
                    <a:pt x="29" y="59"/>
                    <a:pt x="24" y="57"/>
                    <a:pt x="22" y="53"/>
                  </a:cubicBezTo>
                  <a:cubicBezTo>
                    <a:pt x="19" y="48"/>
                    <a:pt x="17" y="42"/>
                    <a:pt x="15" y="36"/>
                  </a:cubicBezTo>
                  <a:cubicBezTo>
                    <a:pt x="13" y="29"/>
                    <a:pt x="9" y="23"/>
                    <a:pt x="7" y="16"/>
                  </a:cubicBezTo>
                  <a:cubicBezTo>
                    <a:pt x="5" y="10"/>
                    <a:pt x="4" y="4"/>
                    <a:pt x="0" y="0"/>
                  </a:cubicBezTo>
                </a:path>
              </a:pathLst>
            </a:custGeom>
            <a:noFill/>
            <a:ln w="3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5410" name="Freeform 258">
              <a:extLst>
                <a:ext uri="{FF2B5EF4-FFF2-40B4-BE49-F238E27FC236}">
                  <a16:creationId xmlns:a16="http://schemas.microsoft.com/office/drawing/2014/main" id="{67D5C1D2-3912-4D66-80CD-6175F86916E1}"/>
                </a:ext>
              </a:extLst>
            </p:cNvPr>
            <p:cNvSpPr>
              <a:spLocks/>
            </p:cNvSpPr>
            <p:nvPr/>
          </p:nvSpPr>
          <p:spPr bwMode="auto">
            <a:xfrm>
              <a:off x="5507038" y="3835400"/>
              <a:ext cx="3175" cy="19050"/>
            </a:xfrm>
            <a:custGeom>
              <a:avLst/>
              <a:gdLst>
                <a:gd name="T0" fmla="*/ 2147483646 w 2"/>
                <a:gd name="T1" fmla="*/ 0 h 8"/>
                <a:gd name="T2" fmla="*/ 2147483646 w 2"/>
                <a:gd name="T3" fmla="*/ 2147483646 h 8"/>
                <a:gd name="T4" fmla="*/ 0 60000 65536"/>
                <a:gd name="T5" fmla="*/ 0 60000 65536"/>
                <a:gd name="T6" fmla="*/ 0 w 2"/>
                <a:gd name="T7" fmla="*/ 0 h 8"/>
                <a:gd name="T8" fmla="*/ 2 w 2"/>
                <a:gd name="T9" fmla="*/ 8 h 8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2" h="8">
                  <a:moveTo>
                    <a:pt x="1" y="0"/>
                  </a:moveTo>
                  <a:cubicBezTo>
                    <a:pt x="0" y="2"/>
                    <a:pt x="2" y="6"/>
                    <a:pt x="2" y="8"/>
                  </a:cubicBezTo>
                </a:path>
              </a:pathLst>
            </a:custGeom>
            <a:noFill/>
            <a:ln w="3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5411" name="Freeform 259">
              <a:extLst>
                <a:ext uri="{FF2B5EF4-FFF2-40B4-BE49-F238E27FC236}">
                  <a16:creationId xmlns:a16="http://schemas.microsoft.com/office/drawing/2014/main" id="{90C6B868-CC30-4796-9CCF-832705A52DA2}"/>
                </a:ext>
              </a:extLst>
            </p:cNvPr>
            <p:cNvSpPr>
              <a:spLocks/>
            </p:cNvSpPr>
            <p:nvPr/>
          </p:nvSpPr>
          <p:spPr bwMode="auto">
            <a:xfrm>
              <a:off x="5538788" y="3913188"/>
              <a:ext cx="26988" cy="82550"/>
            </a:xfrm>
            <a:custGeom>
              <a:avLst/>
              <a:gdLst>
                <a:gd name="T0" fmla="*/ 0 w 12"/>
                <a:gd name="T1" fmla="*/ 0 h 36"/>
                <a:gd name="T2" fmla="*/ 2147483646 w 12"/>
                <a:gd name="T3" fmla="*/ 2147483646 h 36"/>
                <a:gd name="T4" fmla="*/ 2147483646 w 12"/>
                <a:gd name="T5" fmla="*/ 2147483646 h 36"/>
                <a:gd name="T6" fmla="*/ 0 60000 65536"/>
                <a:gd name="T7" fmla="*/ 0 60000 65536"/>
                <a:gd name="T8" fmla="*/ 0 60000 65536"/>
                <a:gd name="T9" fmla="*/ 0 w 12"/>
                <a:gd name="T10" fmla="*/ 0 h 36"/>
                <a:gd name="T11" fmla="*/ 12 w 12"/>
                <a:gd name="T12" fmla="*/ 36 h 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2" h="36">
                  <a:moveTo>
                    <a:pt x="0" y="0"/>
                  </a:moveTo>
                  <a:cubicBezTo>
                    <a:pt x="0" y="6"/>
                    <a:pt x="3" y="12"/>
                    <a:pt x="5" y="17"/>
                  </a:cubicBezTo>
                  <a:cubicBezTo>
                    <a:pt x="7" y="23"/>
                    <a:pt x="9" y="30"/>
                    <a:pt x="12" y="36"/>
                  </a:cubicBezTo>
                </a:path>
              </a:pathLst>
            </a:custGeom>
            <a:noFill/>
            <a:ln w="3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5412" name="Freeform 260">
              <a:extLst>
                <a:ext uri="{FF2B5EF4-FFF2-40B4-BE49-F238E27FC236}">
                  <a16:creationId xmlns:a16="http://schemas.microsoft.com/office/drawing/2014/main" id="{E42AA741-6701-460E-A048-260CB30663D8}"/>
                </a:ext>
              </a:extLst>
            </p:cNvPr>
            <p:cNvSpPr>
              <a:spLocks/>
            </p:cNvSpPr>
            <p:nvPr/>
          </p:nvSpPr>
          <p:spPr bwMode="auto">
            <a:xfrm>
              <a:off x="5672138" y="4051300"/>
              <a:ext cx="39688" cy="4763"/>
            </a:xfrm>
            <a:custGeom>
              <a:avLst/>
              <a:gdLst>
                <a:gd name="T0" fmla="*/ 2147483646 w 17"/>
                <a:gd name="T1" fmla="*/ 0 h 2"/>
                <a:gd name="T2" fmla="*/ 0 w 17"/>
                <a:gd name="T3" fmla="*/ 2147483646 h 2"/>
                <a:gd name="T4" fmla="*/ 0 60000 65536"/>
                <a:gd name="T5" fmla="*/ 0 60000 65536"/>
                <a:gd name="T6" fmla="*/ 0 w 17"/>
                <a:gd name="T7" fmla="*/ 0 h 2"/>
                <a:gd name="T8" fmla="*/ 17 w 17"/>
                <a:gd name="T9" fmla="*/ 2 h 2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7" h="2">
                  <a:moveTo>
                    <a:pt x="17" y="0"/>
                  </a:moveTo>
                  <a:cubicBezTo>
                    <a:pt x="11" y="0"/>
                    <a:pt x="6" y="2"/>
                    <a:pt x="0" y="2"/>
                  </a:cubicBezTo>
                </a:path>
              </a:pathLst>
            </a:custGeom>
            <a:noFill/>
            <a:ln w="3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5413" name="Freeform 261">
              <a:extLst>
                <a:ext uri="{FF2B5EF4-FFF2-40B4-BE49-F238E27FC236}">
                  <a16:creationId xmlns:a16="http://schemas.microsoft.com/office/drawing/2014/main" id="{0C7F2871-3BA2-465F-B9F6-48B51F6F3FBB}"/>
                </a:ext>
              </a:extLst>
            </p:cNvPr>
            <p:cNvSpPr>
              <a:spLocks/>
            </p:cNvSpPr>
            <p:nvPr/>
          </p:nvSpPr>
          <p:spPr bwMode="auto">
            <a:xfrm>
              <a:off x="5580063" y="4013200"/>
              <a:ext cx="71438" cy="33338"/>
            </a:xfrm>
            <a:custGeom>
              <a:avLst/>
              <a:gdLst>
                <a:gd name="T0" fmla="*/ 2147483646 w 32"/>
                <a:gd name="T1" fmla="*/ 2147483646 h 15"/>
                <a:gd name="T2" fmla="*/ 2147483646 w 32"/>
                <a:gd name="T3" fmla="*/ 2147483646 h 15"/>
                <a:gd name="T4" fmla="*/ 0 w 32"/>
                <a:gd name="T5" fmla="*/ 0 h 15"/>
                <a:gd name="T6" fmla="*/ 0 60000 65536"/>
                <a:gd name="T7" fmla="*/ 0 60000 65536"/>
                <a:gd name="T8" fmla="*/ 0 60000 65536"/>
                <a:gd name="T9" fmla="*/ 0 w 32"/>
                <a:gd name="T10" fmla="*/ 0 h 15"/>
                <a:gd name="T11" fmla="*/ 32 w 32"/>
                <a:gd name="T12" fmla="*/ 15 h 15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2" h="15">
                  <a:moveTo>
                    <a:pt x="32" y="15"/>
                  </a:moveTo>
                  <a:cubicBezTo>
                    <a:pt x="26" y="12"/>
                    <a:pt x="20" y="10"/>
                    <a:pt x="14" y="7"/>
                  </a:cubicBezTo>
                  <a:cubicBezTo>
                    <a:pt x="9" y="5"/>
                    <a:pt x="5" y="2"/>
                    <a:pt x="0" y="0"/>
                  </a:cubicBezTo>
                </a:path>
              </a:pathLst>
            </a:custGeom>
            <a:noFill/>
            <a:ln w="3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5414" name="Freeform 262">
              <a:extLst>
                <a:ext uri="{FF2B5EF4-FFF2-40B4-BE49-F238E27FC236}">
                  <a16:creationId xmlns:a16="http://schemas.microsoft.com/office/drawing/2014/main" id="{34C2FEAE-C79C-4FE2-8EE7-0772DB9E6BAB}"/>
                </a:ext>
              </a:extLst>
            </p:cNvPr>
            <p:cNvSpPr>
              <a:spLocks/>
            </p:cNvSpPr>
            <p:nvPr/>
          </p:nvSpPr>
          <p:spPr bwMode="auto">
            <a:xfrm>
              <a:off x="5562600" y="3863975"/>
              <a:ext cx="33338" cy="96838"/>
            </a:xfrm>
            <a:custGeom>
              <a:avLst/>
              <a:gdLst>
                <a:gd name="T0" fmla="*/ 0 w 14"/>
                <a:gd name="T1" fmla="*/ 0 h 43"/>
                <a:gd name="T2" fmla="*/ 2147483646 w 14"/>
                <a:gd name="T3" fmla="*/ 2147483646 h 43"/>
                <a:gd name="T4" fmla="*/ 2147483646 w 14"/>
                <a:gd name="T5" fmla="*/ 2147483646 h 43"/>
                <a:gd name="T6" fmla="*/ 0 60000 65536"/>
                <a:gd name="T7" fmla="*/ 0 60000 65536"/>
                <a:gd name="T8" fmla="*/ 0 60000 65536"/>
                <a:gd name="T9" fmla="*/ 0 w 14"/>
                <a:gd name="T10" fmla="*/ 0 h 43"/>
                <a:gd name="T11" fmla="*/ 14 w 14"/>
                <a:gd name="T12" fmla="*/ 43 h 43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4" h="43">
                  <a:moveTo>
                    <a:pt x="0" y="0"/>
                  </a:moveTo>
                  <a:cubicBezTo>
                    <a:pt x="2" y="9"/>
                    <a:pt x="4" y="19"/>
                    <a:pt x="7" y="28"/>
                  </a:cubicBezTo>
                  <a:cubicBezTo>
                    <a:pt x="8" y="33"/>
                    <a:pt x="10" y="40"/>
                    <a:pt x="14" y="43"/>
                  </a:cubicBezTo>
                </a:path>
              </a:pathLst>
            </a:custGeom>
            <a:noFill/>
            <a:ln w="3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5415" name="Freeform 263">
              <a:extLst>
                <a:ext uri="{FF2B5EF4-FFF2-40B4-BE49-F238E27FC236}">
                  <a16:creationId xmlns:a16="http://schemas.microsoft.com/office/drawing/2014/main" id="{23B427C4-FC42-4054-900C-B25A9F285631}"/>
                </a:ext>
              </a:extLst>
            </p:cNvPr>
            <p:cNvSpPr>
              <a:spLocks/>
            </p:cNvSpPr>
            <p:nvPr/>
          </p:nvSpPr>
          <p:spPr bwMode="auto">
            <a:xfrm>
              <a:off x="5603875" y="3970338"/>
              <a:ext cx="55563" cy="33338"/>
            </a:xfrm>
            <a:custGeom>
              <a:avLst/>
              <a:gdLst>
                <a:gd name="T0" fmla="*/ 0 w 24"/>
                <a:gd name="T1" fmla="*/ 0 h 15"/>
                <a:gd name="T2" fmla="*/ 2147483646 w 24"/>
                <a:gd name="T3" fmla="*/ 2147483646 h 15"/>
                <a:gd name="T4" fmla="*/ 2147483646 w 24"/>
                <a:gd name="T5" fmla="*/ 2147483646 h 15"/>
                <a:gd name="T6" fmla="*/ 0 60000 65536"/>
                <a:gd name="T7" fmla="*/ 0 60000 65536"/>
                <a:gd name="T8" fmla="*/ 0 60000 65536"/>
                <a:gd name="T9" fmla="*/ 0 w 24"/>
                <a:gd name="T10" fmla="*/ 0 h 15"/>
                <a:gd name="T11" fmla="*/ 24 w 24"/>
                <a:gd name="T12" fmla="*/ 15 h 15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4" h="15">
                  <a:moveTo>
                    <a:pt x="0" y="0"/>
                  </a:moveTo>
                  <a:cubicBezTo>
                    <a:pt x="4" y="2"/>
                    <a:pt x="9" y="6"/>
                    <a:pt x="12" y="8"/>
                  </a:cubicBezTo>
                  <a:cubicBezTo>
                    <a:pt x="16" y="10"/>
                    <a:pt x="21" y="12"/>
                    <a:pt x="24" y="15"/>
                  </a:cubicBezTo>
                </a:path>
              </a:pathLst>
            </a:custGeom>
            <a:noFill/>
            <a:ln w="3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5416" name="Freeform 264">
              <a:extLst>
                <a:ext uri="{FF2B5EF4-FFF2-40B4-BE49-F238E27FC236}">
                  <a16:creationId xmlns:a16="http://schemas.microsoft.com/office/drawing/2014/main" id="{DE1E4804-3CBF-4CC5-B9BD-25E37D98BD16}"/>
                </a:ext>
              </a:extLst>
            </p:cNvPr>
            <p:cNvSpPr>
              <a:spLocks/>
            </p:cNvSpPr>
            <p:nvPr/>
          </p:nvSpPr>
          <p:spPr bwMode="auto">
            <a:xfrm>
              <a:off x="5680075" y="4003675"/>
              <a:ext cx="73025" cy="19050"/>
            </a:xfrm>
            <a:custGeom>
              <a:avLst/>
              <a:gdLst>
                <a:gd name="T0" fmla="*/ 0 w 32"/>
                <a:gd name="T1" fmla="*/ 0 h 8"/>
                <a:gd name="T2" fmla="*/ 2147483646 w 32"/>
                <a:gd name="T3" fmla="*/ 2147483646 h 8"/>
                <a:gd name="T4" fmla="*/ 2147483646 w 32"/>
                <a:gd name="T5" fmla="*/ 2147483646 h 8"/>
                <a:gd name="T6" fmla="*/ 0 60000 65536"/>
                <a:gd name="T7" fmla="*/ 0 60000 65536"/>
                <a:gd name="T8" fmla="*/ 0 60000 65536"/>
                <a:gd name="T9" fmla="*/ 0 w 32"/>
                <a:gd name="T10" fmla="*/ 0 h 8"/>
                <a:gd name="T11" fmla="*/ 32 w 32"/>
                <a:gd name="T12" fmla="*/ 8 h 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2" h="8">
                  <a:moveTo>
                    <a:pt x="0" y="0"/>
                  </a:moveTo>
                  <a:cubicBezTo>
                    <a:pt x="5" y="3"/>
                    <a:pt x="15" y="1"/>
                    <a:pt x="20" y="2"/>
                  </a:cubicBezTo>
                  <a:cubicBezTo>
                    <a:pt x="25" y="2"/>
                    <a:pt x="29" y="4"/>
                    <a:pt x="32" y="8"/>
                  </a:cubicBezTo>
                </a:path>
              </a:pathLst>
            </a:custGeom>
            <a:noFill/>
            <a:ln w="3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5417" name="Freeform 265">
              <a:extLst>
                <a:ext uri="{FF2B5EF4-FFF2-40B4-BE49-F238E27FC236}">
                  <a16:creationId xmlns:a16="http://schemas.microsoft.com/office/drawing/2014/main" id="{3D94293B-87EF-4586-B661-7A12AA9D0319}"/>
                </a:ext>
              </a:extLst>
            </p:cNvPr>
            <p:cNvSpPr>
              <a:spLocks/>
            </p:cNvSpPr>
            <p:nvPr/>
          </p:nvSpPr>
          <p:spPr bwMode="auto">
            <a:xfrm>
              <a:off x="5724525" y="4033838"/>
              <a:ext cx="28575" cy="12700"/>
            </a:xfrm>
            <a:custGeom>
              <a:avLst/>
              <a:gdLst>
                <a:gd name="T0" fmla="*/ 2147483646 w 12"/>
                <a:gd name="T1" fmla="*/ 2147483646 h 6"/>
                <a:gd name="T2" fmla="*/ 2147483646 w 12"/>
                <a:gd name="T3" fmla="*/ 2147483646 h 6"/>
                <a:gd name="T4" fmla="*/ 0 w 12"/>
                <a:gd name="T5" fmla="*/ 2147483646 h 6"/>
                <a:gd name="T6" fmla="*/ 0 60000 65536"/>
                <a:gd name="T7" fmla="*/ 0 60000 65536"/>
                <a:gd name="T8" fmla="*/ 0 60000 65536"/>
                <a:gd name="T9" fmla="*/ 0 w 12"/>
                <a:gd name="T10" fmla="*/ 0 h 6"/>
                <a:gd name="T11" fmla="*/ 12 w 12"/>
                <a:gd name="T12" fmla="*/ 6 h 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2" h="6">
                  <a:moveTo>
                    <a:pt x="11" y="6"/>
                  </a:moveTo>
                  <a:cubicBezTo>
                    <a:pt x="8" y="3"/>
                    <a:pt x="12" y="0"/>
                    <a:pt x="8" y="1"/>
                  </a:cubicBezTo>
                  <a:cubicBezTo>
                    <a:pt x="4" y="1"/>
                    <a:pt x="0" y="2"/>
                    <a:pt x="0" y="6"/>
                  </a:cubicBezTo>
                </a:path>
              </a:pathLst>
            </a:custGeom>
            <a:noFill/>
            <a:ln w="3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5418" name="Freeform 266">
              <a:extLst>
                <a:ext uri="{FF2B5EF4-FFF2-40B4-BE49-F238E27FC236}">
                  <a16:creationId xmlns:a16="http://schemas.microsoft.com/office/drawing/2014/main" id="{147DB0AB-BB63-4F4E-B8A7-F2771AC385A5}"/>
                </a:ext>
              </a:extLst>
            </p:cNvPr>
            <p:cNvSpPr>
              <a:spLocks/>
            </p:cNvSpPr>
            <p:nvPr/>
          </p:nvSpPr>
          <p:spPr bwMode="auto">
            <a:xfrm>
              <a:off x="5688013" y="4075113"/>
              <a:ext cx="25400" cy="7938"/>
            </a:xfrm>
            <a:custGeom>
              <a:avLst/>
              <a:gdLst>
                <a:gd name="T0" fmla="*/ 2147483646 w 11"/>
                <a:gd name="T1" fmla="*/ 2147483646 h 4"/>
                <a:gd name="T2" fmla="*/ 2147483646 w 11"/>
                <a:gd name="T3" fmla="*/ 2147483646 h 4"/>
                <a:gd name="T4" fmla="*/ 2147483646 w 11"/>
                <a:gd name="T5" fmla="*/ 0 h 4"/>
                <a:gd name="T6" fmla="*/ 0 w 11"/>
                <a:gd name="T7" fmla="*/ 2147483646 h 4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1"/>
                <a:gd name="T13" fmla="*/ 0 h 4"/>
                <a:gd name="T14" fmla="*/ 11 w 11"/>
                <a:gd name="T15" fmla="*/ 4 h 4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1" h="4">
                  <a:moveTo>
                    <a:pt x="11" y="4"/>
                  </a:moveTo>
                  <a:cubicBezTo>
                    <a:pt x="11" y="3"/>
                    <a:pt x="10" y="3"/>
                    <a:pt x="10" y="2"/>
                  </a:cubicBezTo>
                  <a:cubicBezTo>
                    <a:pt x="9" y="0"/>
                    <a:pt x="8" y="0"/>
                    <a:pt x="6" y="0"/>
                  </a:cubicBezTo>
                  <a:cubicBezTo>
                    <a:pt x="3" y="0"/>
                    <a:pt x="0" y="0"/>
                    <a:pt x="0" y="4"/>
                  </a:cubicBezTo>
                </a:path>
              </a:pathLst>
            </a:custGeom>
            <a:noFill/>
            <a:ln w="3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5419" name="Freeform 267">
              <a:extLst>
                <a:ext uri="{FF2B5EF4-FFF2-40B4-BE49-F238E27FC236}">
                  <a16:creationId xmlns:a16="http://schemas.microsoft.com/office/drawing/2014/main" id="{D5E9CAF0-7275-44E6-AFD9-AA63F048B915}"/>
                </a:ext>
              </a:extLst>
            </p:cNvPr>
            <p:cNvSpPr>
              <a:spLocks/>
            </p:cNvSpPr>
            <p:nvPr/>
          </p:nvSpPr>
          <p:spPr bwMode="auto">
            <a:xfrm>
              <a:off x="5467350" y="1192213"/>
              <a:ext cx="1293813" cy="2451100"/>
            </a:xfrm>
            <a:custGeom>
              <a:avLst/>
              <a:gdLst>
                <a:gd name="T0" fmla="*/ 2147483646 w 568"/>
                <a:gd name="T1" fmla="*/ 2147483646 h 1079"/>
                <a:gd name="T2" fmla="*/ 2147483646 w 568"/>
                <a:gd name="T3" fmla="*/ 2147483646 h 1079"/>
                <a:gd name="T4" fmla="*/ 2147483646 w 568"/>
                <a:gd name="T5" fmla="*/ 2147483646 h 1079"/>
                <a:gd name="T6" fmla="*/ 2147483646 w 568"/>
                <a:gd name="T7" fmla="*/ 2147483646 h 1079"/>
                <a:gd name="T8" fmla="*/ 2147483646 w 568"/>
                <a:gd name="T9" fmla="*/ 2147483646 h 1079"/>
                <a:gd name="T10" fmla="*/ 2147483646 w 568"/>
                <a:gd name="T11" fmla="*/ 2147483646 h 1079"/>
                <a:gd name="T12" fmla="*/ 2147483646 w 568"/>
                <a:gd name="T13" fmla="*/ 2147483646 h 1079"/>
                <a:gd name="T14" fmla="*/ 2147483646 w 568"/>
                <a:gd name="T15" fmla="*/ 2147483646 h 1079"/>
                <a:gd name="T16" fmla="*/ 2147483646 w 568"/>
                <a:gd name="T17" fmla="*/ 2147483646 h 1079"/>
                <a:gd name="T18" fmla="*/ 2147483646 w 568"/>
                <a:gd name="T19" fmla="*/ 2147483646 h 1079"/>
                <a:gd name="T20" fmla="*/ 0 w 568"/>
                <a:gd name="T21" fmla="*/ 2147483646 h 1079"/>
                <a:gd name="T22" fmla="*/ 2147483646 w 568"/>
                <a:gd name="T23" fmla="*/ 2147483646 h 1079"/>
                <a:gd name="T24" fmla="*/ 2147483646 w 568"/>
                <a:gd name="T25" fmla="*/ 2147483646 h 1079"/>
                <a:gd name="T26" fmla="*/ 2147483646 w 568"/>
                <a:gd name="T27" fmla="*/ 2147483646 h 1079"/>
                <a:gd name="T28" fmla="*/ 2147483646 w 568"/>
                <a:gd name="T29" fmla="*/ 2147483646 h 1079"/>
                <a:gd name="T30" fmla="*/ 2147483646 w 568"/>
                <a:gd name="T31" fmla="*/ 2147483646 h 1079"/>
                <a:gd name="T32" fmla="*/ 2147483646 w 568"/>
                <a:gd name="T33" fmla="*/ 2147483646 h 1079"/>
                <a:gd name="T34" fmla="*/ 2147483646 w 568"/>
                <a:gd name="T35" fmla="*/ 2147483646 h 1079"/>
                <a:gd name="T36" fmla="*/ 2147483646 w 568"/>
                <a:gd name="T37" fmla="*/ 2147483646 h 1079"/>
                <a:gd name="T38" fmla="*/ 2147483646 w 568"/>
                <a:gd name="T39" fmla="*/ 2147483646 h 1079"/>
                <a:gd name="T40" fmla="*/ 2147483646 w 568"/>
                <a:gd name="T41" fmla="*/ 2147483646 h 1079"/>
                <a:gd name="T42" fmla="*/ 2147483646 w 568"/>
                <a:gd name="T43" fmla="*/ 2147483646 h 1079"/>
                <a:gd name="T44" fmla="*/ 2147483646 w 568"/>
                <a:gd name="T45" fmla="*/ 2147483646 h 1079"/>
                <a:gd name="T46" fmla="*/ 2147483646 w 568"/>
                <a:gd name="T47" fmla="*/ 2147483646 h 1079"/>
                <a:gd name="T48" fmla="*/ 2147483646 w 568"/>
                <a:gd name="T49" fmla="*/ 2147483646 h 1079"/>
                <a:gd name="T50" fmla="*/ 2147483646 w 568"/>
                <a:gd name="T51" fmla="*/ 2147483646 h 1079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568"/>
                <a:gd name="T79" fmla="*/ 0 h 1079"/>
                <a:gd name="T80" fmla="*/ 568 w 568"/>
                <a:gd name="T81" fmla="*/ 1079 h 1079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568" h="1079">
                  <a:moveTo>
                    <a:pt x="253" y="15"/>
                  </a:moveTo>
                  <a:cubicBezTo>
                    <a:pt x="238" y="12"/>
                    <a:pt x="131" y="0"/>
                    <a:pt x="84" y="83"/>
                  </a:cubicBezTo>
                  <a:cubicBezTo>
                    <a:pt x="37" y="167"/>
                    <a:pt x="40" y="205"/>
                    <a:pt x="44" y="263"/>
                  </a:cubicBezTo>
                  <a:cubicBezTo>
                    <a:pt x="48" y="321"/>
                    <a:pt x="63" y="377"/>
                    <a:pt x="60" y="405"/>
                  </a:cubicBezTo>
                  <a:cubicBezTo>
                    <a:pt x="57" y="434"/>
                    <a:pt x="53" y="476"/>
                    <a:pt x="63" y="495"/>
                  </a:cubicBezTo>
                  <a:cubicBezTo>
                    <a:pt x="73" y="513"/>
                    <a:pt x="78" y="526"/>
                    <a:pt x="78" y="526"/>
                  </a:cubicBezTo>
                  <a:cubicBezTo>
                    <a:pt x="78" y="526"/>
                    <a:pt x="81" y="556"/>
                    <a:pt x="78" y="576"/>
                  </a:cubicBezTo>
                  <a:cubicBezTo>
                    <a:pt x="76" y="596"/>
                    <a:pt x="71" y="663"/>
                    <a:pt x="66" y="694"/>
                  </a:cubicBezTo>
                  <a:cubicBezTo>
                    <a:pt x="61" y="724"/>
                    <a:pt x="56" y="811"/>
                    <a:pt x="52" y="831"/>
                  </a:cubicBezTo>
                  <a:cubicBezTo>
                    <a:pt x="48" y="852"/>
                    <a:pt x="27" y="963"/>
                    <a:pt x="22" y="976"/>
                  </a:cubicBezTo>
                  <a:cubicBezTo>
                    <a:pt x="16" y="988"/>
                    <a:pt x="0" y="1029"/>
                    <a:pt x="0" y="1029"/>
                  </a:cubicBezTo>
                  <a:cubicBezTo>
                    <a:pt x="0" y="1029"/>
                    <a:pt x="43" y="1079"/>
                    <a:pt x="111" y="1065"/>
                  </a:cubicBezTo>
                  <a:cubicBezTo>
                    <a:pt x="111" y="1065"/>
                    <a:pt x="145" y="951"/>
                    <a:pt x="151" y="930"/>
                  </a:cubicBezTo>
                  <a:cubicBezTo>
                    <a:pt x="157" y="910"/>
                    <a:pt x="167" y="880"/>
                    <a:pt x="167" y="880"/>
                  </a:cubicBezTo>
                  <a:cubicBezTo>
                    <a:pt x="167" y="880"/>
                    <a:pt x="213" y="880"/>
                    <a:pt x="257" y="854"/>
                  </a:cubicBezTo>
                  <a:cubicBezTo>
                    <a:pt x="301" y="827"/>
                    <a:pt x="373" y="814"/>
                    <a:pt x="404" y="810"/>
                  </a:cubicBezTo>
                  <a:cubicBezTo>
                    <a:pt x="436" y="806"/>
                    <a:pt x="504" y="805"/>
                    <a:pt x="522" y="797"/>
                  </a:cubicBezTo>
                  <a:cubicBezTo>
                    <a:pt x="541" y="789"/>
                    <a:pt x="563" y="774"/>
                    <a:pt x="563" y="774"/>
                  </a:cubicBezTo>
                  <a:cubicBezTo>
                    <a:pt x="563" y="774"/>
                    <a:pt x="568" y="756"/>
                    <a:pt x="556" y="745"/>
                  </a:cubicBezTo>
                  <a:cubicBezTo>
                    <a:pt x="543" y="734"/>
                    <a:pt x="538" y="726"/>
                    <a:pt x="541" y="716"/>
                  </a:cubicBezTo>
                  <a:cubicBezTo>
                    <a:pt x="544" y="707"/>
                    <a:pt x="546" y="694"/>
                    <a:pt x="536" y="683"/>
                  </a:cubicBezTo>
                  <a:cubicBezTo>
                    <a:pt x="526" y="672"/>
                    <a:pt x="502" y="662"/>
                    <a:pt x="504" y="640"/>
                  </a:cubicBezTo>
                  <a:cubicBezTo>
                    <a:pt x="506" y="617"/>
                    <a:pt x="505" y="571"/>
                    <a:pt x="497" y="534"/>
                  </a:cubicBezTo>
                  <a:cubicBezTo>
                    <a:pt x="489" y="497"/>
                    <a:pt x="482" y="475"/>
                    <a:pt x="483" y="445"/>
                  </a:cubicBezTo>
                  <a:cubicBezTo>
                    <a:pt x="484" y="414"/>
                    <a:pt x="480" y="256"/>
                    <a:pt x="392" y="108"/>
                  </a:cubicBezTo>
                  <a:cubicBezTo>
                    <a:pt x="382" y="91"/>
                    <a:pt x="320" y="31"/>
                    <a:pt x="253" y="15"/>
                  </a:cubicBezTo>
                  <a:close/>
                </a:path>
              </a:pathLst>
            </a:custGeom>
            <a:solidFill>
              <a:srgbClr val="F77C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5420" name="Freeform 268">
              <a:extLst>
                <a:ext uri="{FF2B5EF4-FFF2-40B4-BE49-F238E27FC236}">
                  <a16:creationId xmlns:a16="http://schemas.microsoft.com/office/drawing/2014/main" id="{BEE7AD98-9AF6-4135-AF73-9BB07A948C0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467350" y="1192213"/>
              <a:ext cx="1293813" cy="2362200"/>
            </a:xfrm>
            <a:custGeom>
              <a:avLst/>
              <a:gdLst>
                <a:gd name="T0" fmla="*/ 2147483646 w 568"/>
                <a:gd name="T1" fmla="*/ 2147483646 h 1040"/>
                <a:gd name="T2" fmla="*/ 2147483646 w 568"/>
                <a:gd name="T3" fmla="*/ 2147483646 h 1040"/>
                <a:gd name="T4" fmla="*/ 2147483646 w 568"/>
                <a:gd name="T5" fmla="*/ 2147483646 h 1040"/>
                <a:gd name="T6" fmla="*/ 2147483646 w 568"/>
                <a:gd name="T7" fmla="*/ 2147483646 h 1040"/>
                <a:gd name="T8" fmla="*/ 2147483646 w 568"/>
                <a:gd name="T9" fmla="*/ 2147483646 h 1040"/>
                <a:gd name="T10" fmla="*/ 2147483646 w 568"/>
                <a:gd name="T11" fmla="*/ 2147483646 h 1040"/>
                <a:gd name="T12" fmla="*/ 2147483646 w 568"/>
                <a:gd name="T13" fmla="*/ 2147483646 h 1040"/>
                <a:gd name="T14" fmla="*/ 2147483646 w 568"/>
                <a:gd name="T15" fmla="*/ 2147483646 h 1040"/>
                <a:gd name="T16" fmla="*/ 2147483646 w 568"/>
                <a:gd name="T17" fmla="*/ 2147483646 h 1040"/>
                <a:gd name="T18" fmla="*/ 2147483646 w 568"/>
                <a:gd name="T19" fmla="*/ 2147483646 h 1040"/>
                <a:gd name="T20" fmla="*/ 2147483646 w 568"/>
                <a:gd name="T21" fmla="*/ 2147483646 h 1040"/>
                <a:gd name="T22" fmla="*/ 2147483646 w 568"/>
                <a:gd name="T23" fmla="*/ 2147483646 h 1040"/>
                <a:gd name="T24" fmla="*/ 2147483646 w 568"/>
                <a:gd name="T25" fmla="*/ 2147483646 h 1040"/>
                <a:gd name="T26" fmla="*/ 2147483646 w 568"/>
                <a:gd name="T27" fmla="*/ 2147483646 h 1040"/>
                <a:gd name="T28" fmla="*/ 2147483646 w 568"/>
                <a:gd name="T29" fmla="*/ 2147483646 h 1040"/>
                <a:gd name="T30" fmla="*/ 2147483646 w 568"/>
                <a:gd name="T31" fmla="*/ 2147483646 h 1040"/>
                <a:gd name="T32" fmla="*/ 2147483646 w 568"/>
                <a:gd name="T33" fmla="*/ 2147483646 h 1040"/>
                <a:gd name="T34" fmla="*/ 2147483646 w 568"/>
                <a:gd name="T35" fmla="*/ 2147483646 h 1040"/>
                <a:gd name="T36" fmla="*/ 0 w 568"/>
                <a:gd name="T37" fmla="*/ 2147483646 h 1040"/>
                <a:gd name="T38" fmla="*/ 2147483646 w 568"/>
                <a:gd name="T39" fmla="*/ 2147483646 h 1040"/>
                <a:gd name="T40" fmla="*/ 2147483646 w 568"/>
                <a:gd name="T41" fmla="*/ 2147483646 h 1040"/>
                <a:gd name="T42" fmla="*/ 2147483646 w 568"/>
                <a:gd name="T43" fmla="*/ 2147483646 h 1040"/>
                <a:gd name="T44" fmla="*/ 2147483646 w 568"/>
                <a:gd name="T45" fmla="*/ 2147483646 h 1040"/>
                <a:gd name="T46" fmla="*/ 2147483646 w 568"/>
                <a:gd name="T47" fmla="*/ 2147483646 h 1040"/>
                <a:gd name="T48" fmla="*/ 2147483646 w 568"/>
                <a:gd name="T49" fmla="*/ 2147483646 h 1040"/>
                <a:gd name="T50" fmla="*/ 2147483646 w 568"/>
                <a:gd name="T51" fmla="*/ 2147483646 h 1040"/>
                <a:gd name="T52" fmla="*/ 2147483646 w 568"/>
                <a:gd name="T53" fmla="*/ 2147483646 h 1040"/>
                <a:gd name="T54" fmla="*/ 2147483646 w 568"/>
                <a:gd name="T55" fmla="*/ 2147483646 h 1040"/>
                <a:gd name="T56" fmla="*/ 2147483646 w 568"/>
                <a:gd name="T57" fmla="*/ 2147483646 h 1040"/>
                <a:gd name="T58" fmla="*/ 2147483646 w 568"/>
                <a:gd name="T59" fmla="*/ 2147483646 h 1040"/>
                <a:gd name="T60" fmla="*/ 2147483646 w 568"/>
                <a:gd name="T61" fmla="*/ 2147483646 h 1040"/>
                <a:gd name="T62" fmla="*/ 2147483646 w 568"/>
                <a:gd name="T63" fmla="*/ 2147483646 h 1040"/>
                <a:gd name="T64" fmla="*/ 2147483646 w 568"/>
                <a:gd name="T65" fmla="*/ 2147483646 h 1040"/>
                <a:gd name="T66" fmla="*/ 2147483646 w 568"/>
                <a:gd name="T67" fmla="*/ 2147483646 h 1040"/>
                <a:gd name="T68" fmla="*/ 2147483646 w 568"/>
                <a:gd name="T69" fmla="*/ 2147483646 h 1040"/>
                <a:gd name="T70" fmla="*/ 2147483646 w 568"/>
                <a:gd name="T71" fmla="*/ 2147483646 h 1040"/>
                <a:gd name="T72" fmla="*/ 2147483646 w 568"/>
                <a:gd name="T73" fmla="*/ 2147483646 h 1040"/>
                <a:gd name="T74" fmla="*/ 2147483646 w 568"/>
                <a:gd name="T75" fmla="*/ 2147483646 h 1040"/>
                <a:gd name="T76" fmla="*/ 2147483646 w 568"/>
                <a:gd name="T77" fmla="*/ 2147483646 h 1040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568"/>
                <a:gd name="T118" fmla="*/ 0 h 1040"/>
                <a:gd name="T119" fmla="*/ 568 w 568"/>
                <a:gd name="T120" fmla="*/ 1040 h 1040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568" h="1040">
                  <a:moveTo>
                    <a:pt x="59" y="416"/>
                  </a:moveTo>
                  <a:cubicBezTo>
                    <a:pt x="57" y="434"/>
                    <a:pt x="56" y="456"/>
                    <a:pt x="57" y="473"/>
                  </a:cubicBezTo>
                  <a:cubicBezTo>
                    <a:pt x="58" y="463"/>
                    <a:pt x="59" y="454"/>
                    <a:pt x="60" y="446"/>
                  </a:cubicBezTo>
                  <a:cubicBezTo>
                    <a:pt x="61" y="438"/>
                    <a:pt x="60" y="428"/>
                    <a:pt x="59" y="416"/>
                  </a:cubicBezTo>
                  <a:close/>
                  <a:moveTo>
                    <a:pt x="556" y="745"/>
                  </a:moveTo>
                  <a:cubicBezTo>
                    <a:pt x="543" y="734"/>
                    <a:pt x="538" y="726"/>
                    <a:pt x="541" y="716"/>
                  </a:cubicBezTo>
                  <a:cubicBezTo>
                    <a:pt x="544" y="707"/>
                    <a:pt x="546" y="694"/>
                    <a:pt x="536" y="683"/>
                  </a:cubicBezTo>
                  <a:cubicBezTo>
                    <a:pt x="528" y="674"/>
                    <a:pt x="509" y="665"/>
                    <a:pt x="504" y="649"/>
                  </a:cubicBezTo>
                  <a:cubicBezTo>
                    <a:pt x="505" y="662"/>
                    <a:pt x="504" y="672"/>
                    <a:pt x="504" y="680"/>
                  </a:cubicBezTo>
                  <a:cubicBezTo>
                    <a:pt x="502" y="703"/>
                    <a:pt x="526" y="713"/>
                    <a:pt x="536" y="723"/>
                  </a:cubicBezTo>
                  <a:cubicBezTo>
                    <a:pt x="546" y="734"/>
                    <a:pt x="544" y="747"/>
                    <a:pt x="541" y="757"/>
                  </a:cubicBezTo>
                  <a:cubicBezTo>
                    <a:pt x="538" y="766"/>
                    <a:pt x="542" y="773"/>
                    <a:pt x="552" y="782"/>
                  </a:cubicBezTo>
                  <a:cubicBezTo>
                    <a:pt x="559" y="778"/>
                    <a:pt x="563" y="774"/>
                    <a:pt x="563" y="774"/>
                  </a:cubicBezTo>
                  <a:cubicBezTo>
                    <a:pt x="563" y="774"/>
                    <a:pt x="568" y="756"/>
                    <a:pt x="556" y="745"/>
                  </a:cubicBezTo>
                  <a:close/>
                  <a:moveTo>
                    <a:pt x="78" y="576"/>
                  </a:moveTo>
                  <a:cubicBezTo>
                    <a:pt x="76" y="596"/>
                    <a:pt x="71" y="663"/>
                    <a:pt x="66" y="694"/>
                  </a:cubicBezTo>
                  <a:cubicBezTo>
                    <a:pt x="61" y="724"/>
                    <a:pt x="56" y="811"/>
                    <a:pt x="52" y="831"/>
                  </a:cubicBezTo>
                  <a:cubicBezTo>
                    <a:pt x="48" y="852"/>
                    <a:pt x="27" y="963"/>
                    <a:pt x="22" y="976"/>
                  </a:cubicBezTo>
                  <a:cubicBezTo>
                    <a:pt x="16" y="988"/>
                    <a:pt x="0" y="1029"/>
                    <a:pt x="0" y="1029"/>
                  </a:cubicBezTo>
                  <a:cubicBezTo>
                    <a:pt x="0" y="1029"/>
                    <a:pt x="4" y="1033"/>
                    <a:pt x="12" y="1040"/>
                  </a:cubicBezTo>
                  <a:cubicBezTo>
                    <a:pt x="15" y="1030"/>
                    <a:pt x="19" y="1021"/>
                    <a:pt x="22" y="1016"/>
                  </a:cubicBezTo>
                  <a:cubicBezTo>
                    <a:pt x="27" y="1003"/>
                    <a:pt x="48" y="892"/>
                    <a:pt x="52" y="872"/>
                  </a:cubicBezTo>
                  <a:cubicBezTo>
                    <a:pt x="56" y="851"/>
                    <a:pt x="61" y="765"/>
                    <a:pt x="66" y="734"/>
                  </a:cubicBezTo>
                  <a:cubicBezTo>
                    <a:pt x="71" y="704"/>
                    <a:pt x="76" y="636"/>
                    <a:pt x="78" y="616"/>
                  </a:cubicBezTo>
                  <a:cubicBezTo>
                    <a:pt x="81" y="602"/>
                    <a:pt x="80" y="582"/>
                    <a:pt x="79" y="572"/>
                  </a:cubicBezTo>
                  <a:cubicBezTo>
                    <a:pt x="79" y="574"/>
                    <a:pt x="79" y="575"/>
                    <a:pt x="78" y="576"/>
                  </a:cubicBezTo>
                  <a:close/>
                  <a:moveTo>
                    <a:pt x="497" y="534"/>
                  </a:moveTo>
                  <a:cubicBezTo>
                    <a:pt x="489" y="497"/>
                    <a:pt x="482" y="475"/>
                    <a:pt x="483" y="445"/>
                  </a:cubicBezTo>
                  <a:cubicBezTo>
                    <a:pt x="484" y="414"/>
                    <a:pt x="480" y="256"/>
                    <a:pt x="392" y="108"/>
                  </a:cubicBezTo>
                  <a:cubicBezTo>
                    <a:pt x="382" y="91"/>
                    <a:pt x="320" y="31"/>
                    <a:pt x="253" y="15"/>
                  </a:cubicBezTo>
                  <a:cubicBezTo>
                    <a:pt x="238" y="12"/>
                    <a:pt x="131" y="0"/>
                    <a:pt x="84" y="83"/>
                  </a:cubicBezTo>
                  <a:cubicBezTo>
                    <a:pt x="43" y="156"/>
                    <a:pt x="40" y="195"/>
                    <a:pt x="43" y="242"/>
                  </a:cubicBezTo>
                  <a:cubicBezTo>
                    <a:pt x="45" y="210"/>
                    <a:pt x="53" y="166"/>
                    <a:pt x="82" y="114"/>
                  </a:cubicBezTo>
                  <a:cubicBezTo>
                    <a:pt x="129" y="31"/>
                    <a:pt x="237" y="31"/>
                    <a:pt x="252" y="34"/>
                  </a:cubicBezTo>
                  <a:cubicBezTo>
                    <a:pt x="318" y="49"/>
                    <a:pt x="382" y="131"/>
                    <a:pt x="392" y="148"/>
                  </a:cubicBezTo>
                  <a:cubicBezTo>
                    <a:pt x="480" y="296"/>
                    <a:pt x="484" y="454"/>
                    <a:pt x="483" y="485"/>
                  </a:cubicBezTo>
                  <a:cubicBezTo>
                    <a:pt x="482" y="515"/>
                    <a:pt x="489" y="537"/>
                    <a:pt x="497" y="574"/>
                  </a:cubicBezTo>
                  <a:cubicBezTo>
                    <a:pt x="501" y="594"/>
                    <a:pt x="503" y="615"/>
                    <a:pt x="504" y="635"/>
                  </a:cubicBezTo>
                  <a:cubicBezTo>
                    <a:pt x="505" y="611"/>
                    <a:pt x="504" y="569"/>
                    <a:pt x="497" y="534"/>
                  </a:cubicBezTo>
                  <a:close/>
                </a:path>
              </a:pathLst>
            </a:custGeom>
            <a:solidFill>
              <a:srgbClr val="F990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5421" name="Freeform 269">
              <a:extLst>
                <a:ext uri="{FF2B5EF4-FFF2-40B4-BE49-F238E27FC236}">
                  <a16:creationId xmlns:a16="http://schemas.microsoft.com/office/drawing/2014/main" id="{A68D0801-78CD-4E9B-ACE4-C36E99E6FEFC}"/>
                </a:ext>
              </a:extLst>
            </p:cNvPr>
            <p:cNvSpPr>
              <a:spLocks/>
            </p:cNvSpPr>
            <p:nvPr/>
          </p:nvSpPr>
          <p:spPr bwMode="auto">
            <a:xfrm>
              <a:off x="5467350" y="1192213"/>
              <a:ext cx="1293813" cy="2451100"/>
            </a:xfrm>
            <a:custGeom>
              <a:avLst/>
              <a:gdLst>
                <a:gd name="T0" fmla="*/ 2147483646 w 568"/>
                <a:gd name="T1" fmla="*/ 2147483646 h 1079"/>
                <a:gd name="T2" fmla="*/ 2147483646 w 568"/>
                <a:gd name="T3" fmla="*/ 2147483646 h 1079"/>
                <a:gd name="T4" fmla="*/ 2147483646 w 568"/>
                <a:gd name="T5" fmla="*/ 2147483646 h 1079"/>
                <a:gd name="T6" fmla="*/ 2147483646 w 568"/>
                <a:gd name="T7" fmla="*/ 2147483646 h 1079"/>
                <a:gd name="T8" fmla="*/ 2147483646 w 568"/>
                <a:gd name="T9" fmla="*/ 2147483646 h 1079"/>
                <a:gd name="T10" fmla="*/ 2147483646 w 568"/>
                <a:gd name="T11" fmla="*/ 2147483646 h 1079"/>
                <a:gd name="T12" fmla="*/ 2147483646 w 568"/>
                <a:gd name="T13" fmla="*/ 2147483646 h 1079"/>
                <a:gd name="T14" fmla="*/ 2147483646 w 568"/>
                <a:gd name="T15" fmla="*/ 2147483646 h 1079"/>
                <a:gd name="T16" fmla="*/ 2147483646 w 568"/>
                <a:gd name="T17" fmla="*/ 2147483646 h 1079"/>
                <a:gd name="T18" fmla="*/ 2147483646 w 568"/>
                <a:gd name="T19" fmla="*/ 2147483646 h 1079"/>
                <a:gd name="T20" fmla="*/ 0 w 568"/>
                <a:gd name="T21" fmla="*/ 2147483646 h 1079"/>
                <a:gd name="T22" fmla="*/ 2147483646 w 568"/>
                <a:gd name="T23" fmla="*/ 2147483646 h 1079"/>
                <a:gd name="T24" fmla="*/ 2147483646 w 568"/>
                <a:gd name="T25" fmla="*/ 2147483646 h 1079"/>
                <a:gd name="T26" fmla="*/ 2147483646 w 568"/>
                <a:gd name="T27" fmla="*/ 2147483646 h 1079"/>
                <a:gd name="T28" fmla="*/ 2147483646 w 568"/>
                <a:gd name="T29" fmla="*/ 2147483646 h 1079"/>
                <a:gd name="T30" fmla="*/ 2147483646 w 568"/>
                <a:gd name="T31" fmla="*/ 2147483646 h 1079"/>
                <a:gd name="T32" fmla="*/ 2147483646 w 568"/>
                <a:gd name="T33" fmla="*/ 2147483646 h 1079"/>
                <a:gd name="T34" fmla="*/ 2147483646 w 568"/>
                <a:gd name="T35" fmla="*/ 2147483646 h 1079"/>
                <a:gd name="T36" fmla="*/ 2147483646 w 568"/>
                <a:gd name="T37" fmla="*/ 2147483646 h 1079"/>
                <a:gd name="T38" fmla="*/ 2147483646 w 568"/>
                <a:gd name="T39" fmla="*/ 2147483646 h 1079"/>
                <a:gd name="T40" fmla="*/ 2147483646 w 568"/>
                <a:gd name="T41" fmla="*/ 2147483646 h 1079"/>
                <a:gd name="T42" fmla="*/ 2147483646 w 568"/>
                <a:gd name="T43" fmla="*/ 2147483646 h 1079"/>
                <a:gd name="T44" fmla="*/ 2147483646 w 568"/>
                <a:gd name="T45" fmla="*/ 2147483646 h 1079"/>
                <a:gd name="T46" fmla="*/ 2147483646 w 568"/>
                <a:gd name="T47" fmla="*/ 2147483646 h 1079"/>
                <a:gd name="T48" fmla="*/ 2147483646 w 568"/>
                <a:gd name="T49" fmla="*/ 2147483646 h 1079"/>
                <a:gd name="T50" fmla="*/ 2147483646 w 568"/>
                <a:gd name="T51" fmla="*/ 2147483646 h 1079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568"/>
                <a:gd name="T79" fmla="*/ 0 h 1079"/>
                <a:gd name="T80" fmla="*/ 568 w 568"/>
                <a:gd name="T81" fmla="*/ 1079 h 1079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568" h="1079">
                  <a:moveTo>
                    <a:pt x="253" y="15"/>
                  </a:moveTo>
                  <a:cubicBezTo>
                    <a:pt x="238" y="12"/>
                    <a:pt x="131" y="0"/>
                    <a:pt x="84" y="83"/>
                  </a:cubicBezTo>
                  <a:cubicBezTo>
                    <a:pt x="37" y="167"/>
                    <a:pt x="40" y="205"/>
                    <a:pt x="44" y="263"/>
                  </a:cubicBezTo>
                  <a:cubicBezTo>
                    <a:pt x="48" y="321"/>
                    <a:pt x="63" y="377"/>
                    <a:pt x="60" y="405"/>
                  </a:cubicBezTo>
                  <a:cubicBezTo>
                    <a:pt x="57" y="434"/>
                    <a:pt x="53" y="476"/>
                    <a:pt x="63" y="495"/>
                  </a:cubicBezTo>
                  <a:cubicBezTo>
                    <a:pt x="73" y="513"/>
                    <a:pt x="78" y="526"/>
                    <a:pt x="78" y="526"/>
                  </a:cubicBezTo>
                  <a:cubicBezTo>
                    <a:pt x="78" y="526"/>
                    <a:pt x="81" y="556"/>
                    <a:pt x="78" y="576"/>
                  </a:cubicBezTo>
                  <a:cubicBezTo>
                    <a:pt x="76" y="596"/>
                    <a:pt x="71" y="663"/>
                    <a:pt x="66" y="694"/>
                  </a:cubicBezTo>
                  <a:cubicBezTo>
                    <a:pt x="61" y="724"/>
                    <a:pt x="56" y="811"/>
                    <a:pt x="52" y="831"/>
                  </a:cubicBezTo>
                  <a:cubicBezTo>
                    <a:pt x="48" y="852"/>
                    <a:pt x="27" y="963"/>
                    <a:pt x="22" y="976"/>
                  </a:cubicBezTo>
                  <a:cubicBezTo>
                    <a:pt x="16" y="988"/>
                    <a:pt x="0" y="1029"/>
                    <a:pt x="0" y="1029"/>
                  </a:cubicBezTo>
                  <a:cubicBezTo>
                    <a:pt x="0" y="1029"/>
                    <a:pt x="43" y="1079"/>
                    <a:pt x="111" y="1065"/>
                  </a:cubicBezTo>
                  <a:cubicBezTo>
                    <a:pt x="111" y="1065"/>
                    <a:pt x="145" y="951"/>
                    <a:pt x="151" y="930"/>
                  </a:cubicBezTo>
                  <a:cubicBezTo>
                    <a:pt x="157" y="910"/>
                    <a:pt x="167" y="880"/>
                    <a:pt x="167" y="880"/>
                  </a:cubicBezTo>
                  <a:cubicBezTo>
                    <a:pt x="167" y="880"/>
                    <a:pt x="213" y="880"/>
                    <a:pt x="257" y="854"/>
                  </a:cubicBezTo>
                  <a:cubicBezTo>
                    <a:pt x="301" y="827"/>
                    <a:pt x="373" y="814"/>
                    <a:pt x="404" y="810"/>
                  </a:cubicBezTo>
                  <a:cubicBezTo>
                    <a:pt x="436" y="806"/>
                    <a:pt x="504" y="805"/>
                    <a:pt x="522" y="797"/>
                  </a:cubicBezTo>
                  <a:cubicBezTo>
                    <a:pt x="541" y="789"/>
                    <a:pt x="563" y="774"/>
                    <a:pt x="563" y="774"/>
                  </a:cubicBezTo>
                  <a:cubicBezTo>
                    <a:pt x="563" y="774"/>
                    <a:pt x="568" y="756"/>
                    <a:pt x="556" y="745"/>
                  </a:cubicBezTo>
                  <a:cubicBezTo>
                    <a:pt x="543" y="734"/>
                    <a:pt x="538" y="726"/>
                    <a:pt x="541" y="716"/>
                  </a:cubicBezTo>
                  <a:cubicBezTo>
                    <a:pt x="544" y="707"/>
                    <a:pt x="546" y="694"/>
                    <a:pt x="536" y="683"/>
                  </a:cubicBezTo>
                  <a:cubicBezTo>
                    <a:pt x="526" y="672"/>
                    <a:pt x="502" y="662"/>
                    <a:pt x="504" y="640"/>
                  </a:cubicBezTo>
                  <a:cubicBezTo>
                    <a:pt x="506" y="617"/>
                    <a:pt x="505" y="571"/>
                    <a:pt x="497" y="534"/>
                  </a:cubicBezTo>
                  <a:cubicBezTo>
                    <a:pt x="489" y="497"/>
                    <a:pt x="482" y="475"/>
                    <a:pt x="483" y="445"/>
                  </a:cubicBezTo>
                  <a:cubicBezTo>
                    <a:pt x="484" y="414"/>
                    <a:pt x="480" y="256"/>
                    <a:pt x="392" y="108"/>
                  </a:cubicBezTo>
                  <a:cubicBezTo>
                    <a:pt x="382" y="91"/>
                    <a:pt x="320" y="31"/>
                    <a:pt x="253" y="15"/>
                  </a:cubicBezTo>
                  <a:close/>
                </a:path>
              </a:pathLst>
            </a:custGeom>
            <a:noFill/>
            <a:ln w="4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5422" name="Freeform 270">
              <a:extLst>
                <a:ext uri="{FF2B5EF4-FFF2-40B4-BE49-F238E27FC236}">
                  <a16:creationId xmlns:a16="http://schemas.microsoft.com/office/drawing/2014/main" id="{32F1E5F8-72CE-4710-B1A3-05073A6E2768}"/>
                </a:ext>
              </a:extLst>
            </p:cNvPr>
            <p:cNvSpPr>
              <a:spLocks/>
            </p:cNvSpPr>
            <p:nvPr/>
          </p:nvSpPr>
          <p:spPr bwMode="auto">
            <a:xfrm>
              <a:off x="5848350" y="1504950"/>
              <a:ext cx="250825" cy="1685925"/>
            </a:xfrm>
            <a:custGeom>
              <a:avLst/>
              <a:gdLst>
                <a:gd name="T0" fmla="*/ 2147483646 w 110"/>
                <a:gd name="T1" fmla="*/ 0 h 742"/>
                <a:gd name="T2" fmla="*/ 2147483646 w 110"/>
                <a:gd name="T3" fmla="*/ 2147483646 h 742"/>
                <a:gd name="T4" fmla="*/ 2147483646 w 110"/>
                <a:gd name="T5" fmla="*/ 2147483646 h 742"/>
                <a:gd name="T6" fmla="*/ 2147483646 w 110"/>
                <a:gd name="T7" fmla="*/ 2147483646 h 742"/>
                <a:gd name="T8" fmla="*/ 2147483646 w 110"/>
                <a:gd name="T9" fmla="*/ 2147483646 h 742"/>
                <a:gd name="T10" fmla="*/ 2147483646 w 110"/>
                <a:gd name="T11" fmla="*/ 2147483646 h 742"/>
                <a:gd name="T12" fmla="*/ 2147483646 w 110"/>
                <a:gd name="T13" fmla="*/ 2147483646 h 742"/>
                <a:gd name="T14" fmla="*/ 2147483646 w 110"/>
                <a:gd name="T15" fmla="*/ 2147483646 h 742"/>
                <a:gd name="T16" fmla="*/ 2147483646 w 110"/>
                <a:gd name="T17" fmla="*/ 2147483646 h 742"/>
                <a:gd name="T18" fmla="*/ 0 w 110"/>
                <a:gd name="T19" fmla="*/ 2147483646 h 74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10"/>
                <a:gd name="T31" fmla="*/ 0 h 742"/>
                <a:gd name="T32" fmla="*/ 110 w 110"/>
                <a:gd name="T33" fmla="*/ 742 h 742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10" h="742">
                  <a:moveTo>
                    <a:pt x="110" y="0"/>
                  </a:moveTo>
                  <a:cubicBezTo>
                    <a:pt x="110" y="0"/>
                    <a:pt x="100" y="49"/>
                    <a:pt x="99" y="72"/>
                  </a:cubicBezTo>
                  <a:cubicBezTo>
                    <a:pt x="98" y="95"/>
                    <a:pt x="98" y="104"/>
                    <a:pt x="89" y="161"/>
                  </a:cubicBezTo>
                  <a:cubicBezTo>
                    <a:pt x="81" y="217"/>
                    <a:pt x="69" y="294"/>
                    <a:pt x="66" y="329"/>
                  </a:cubicBezTo>
                  <a:cubicBezTo>
                    <a:pt x="64" y="364"/>
                    <a:pt x="59" y="402"/>
                    <a:pt x="63" y="430"/>
                  </a:cubicBezTo>
                  <a:cubicBezTo>
                    <a:pt x="66" y="458"/>
                    <a:pt x="71" y="473"/>
                    <a:pt x="60" y="509"/>
                  </a:cubicBezTo>
                  <a:cubicBezTo>
                    <a:pt x="49" y="545"/>
                    <a:pt x="51" y="546"/>
                    <a:pt x="49" y="561"/>
                  </a:cubicBezTo>
                  <a:cubicBezTo>
                    <a:pt x="48" y="575"/>
                    <a:pt x="51" y="566"/>
                    <a:pt x="40" y="591"/>
                  </a:cubicBezTo>
                  <a:cubicBezTo>
                    <a:pt x="29" y="616"/>
                    <a:pt x="29" y="625"/>
                    <a:pt x="19" y="661"/>
                  </a:cubicBezTo>
                  <a:cubicBezTo>
                    <a:pt x="9" y="697"/>
                    <a:pt x="0" y="742"/>
                    <a:pt x="0" y="742"/>
                  </a:cubicBezTo>
                </a:path>
              </a:pathLst>
            </a:custGeom>
            <a:noFill/>
            <a:ln w="4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5423" name="Freeform 271">
              <a:extLst>
                <a:ext uri="{FF2B5EF4-FFF2-40B4-BE49-F238E27FC236}">
                  <a16:creationId xmlns:a16="http://schemas.microsoft.com/office/drawing/2014/main" id="{7AD478CE-CDCE-43BC-B0EE-B4756549760F}"/>
                </a:ext>
              </a:extLst>
            </p:cNvPr>
            <p:cNvSpPr>
              <a:spLocks/>
            </p:cNvSpPr>
            <p:nvPr/>
          </p:nvSpPr>
          <p:spPr bwMode="auto">
            <a:xfrm>
              <a:off x="5595938" y="1989138"/>
              <a:ext cx="49213" cy="395288"/>
            </a:xfrm>
            <a:custGeom>
              <a:avLst/>
              <a:gdLst>
                <a:gd name="T0" fmla="*/ 2147483646 w 22"/>
                <a:gd name="T1" fmla="*/ 2147483646 h 174"/>
                <a:gd name="T2" fmla="*/ 0 w 22"/>
                <a:gd name="T3" fmla="*/ 0 h 174"/>
                <a:gd name="T4" fmla="*/ 0 60000 65536"/>
                <a:gd name="T5" fmla="*/ 0 60000 65536"/>
                <a:gd name="T6" fmla="*/ 0 w 22"/>
                <a:gd name="T7" fmla="*/ 0 h 174"/>
                <a:gd name="T8" fmla="*/ 22 w 22"/>
                <a:gd name="T9" fmla="*/ 174 h 17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22" h="174">
                  <a:moveTo>
                    <a:pt x="22" y="174"/>
                  </a:moveTo>
                  <a:cubicBezTo>
                    <a:pt x="22" y="174"/>
                    <a:pt x="16" y="61"/>
                    <a:pt x="0" y="0"/>
                  </a:cubicBezTo>
                </a:path>
              </a:pathLst>
            </a:custGeom>
            <a:noFill/>
            <a:ln w="4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5424" name="Freeform 272">
              <a:extLst>
                <a:ext uri="{FF2B5EF4-FFF2-40B4-BE49-F238E27FC236}">
                  <a16:creationId xmlns:a16="http://schemas.microsoft.com/office/drawing/2014/main" id="{BCBEA8CC-9B90-4E81-B694-2129B7A1ADD1}"/>
                </a:ext>
              </a:extLst>
            </p:cNvPr>
            <p:cNvSpPr>
              <a:spLocks/>
            </p:cNvSpPr>
            <p:nvPr/>
          </p:nvSpPr>
          <p:spPr bwMode="auto">
            <a:xfrm>
              <a:off x="6096000" y="1952625"/>
              <a:ext cx="114300" cy="74613"/>
            </a:xfrm>
            <a:custGeom>
              <a:avLst/>
              <a:gdLst>
                <a:gd name="T0" fmla="*/ 0 w 50"/>
                <a:gd name="T1" fmla="*/ 2147483646 h 33"/>
                <a:gd name="T2" fmla="*/ 2147483646 w 50"/>
                <a:gd name="T3" fmla="*/ 2147483646 h 33"/>
                <a:gd name="T4" fmla="*/ 2147483646 w 50"/>
                <a:gd name="T5" fmla="*/ 0 h 33"/>
                <a:gd name="T6" fmla="*/ 0 60000 65536"/>
                <a:gd name="T7" fmla="*/ 0 60000 65536"/>
                <a:gd name="T8" fmla="*/ 0 60000 65536"/>
                <a:gd name="T9" fmla="*/ 0 w 50"/>
                <a:gd name="T10" fmla="*/ 0 h 33"/>
                <a:gd name="T11" fmla="*/ 50 w 50"/>
                <a:gd name="T12" fmla="*/ 33 h 33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50" h="33">
                  <a:moveTo>
                    <a:pt x="0" y="33"/>
                  </a:moveTo>
                  <a:cubicBezTo>
                    <a:pt x="0" y="33"/>
                    <a:pt x="15" y="23"/>
                    <a:pt x="17" y="22"/>
                  </a:cubicBezTo>
                  <a:cubicBezTo>
                    <a:pt x="29" y="15"/>
                    <a:pt x="39" y="7"/>
                    <a:pt x="50" y="0"/>
                  </a:cubicBezTo>
                </a:path>
              </a:pathLst>
            </a:custGeom>
            <a:noFill/>
            <a:ln w="4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5425" name="Freeform 273">
              <a:extLst>
                <a:ext uri="{FF2B5EF4-FFF2-40B4-BE49-F238E27FC236}">
                  <a16:creationId xmlns:a16="http://schemas.microsoft.com/office/drawing/2014/main" id="{8BA272D4-03CE-4A1C-AC95-7F24163591E3}"/>
                </a:ext>
              </a:extLst>
            </p:cNvPr>
            <p:cNvSpPr>
              <a:spLocks/>
            </p:cNvSpPr>
            <p:nvPr/>
          </p:nvSpPr>
          <p:spPr bwMode="auto">
            <a:xfrm>
              <a:off x="5989638" y="2159000"/>
              <a:ext cx="392113" cy="231775"/>
            </a:xfrm>
            <a:custGeom>
              <a:avLst/>
              <a:gdLst>
                <a:gd name="T0" fmla="*/ 0 w 172"/>
                <a:gd name="T1" fmla="*/ 2147483646 h 102"/>
                <a:gd name="T2" fmla="*/ 2147483646 w 172"/>
                <a:gd name="T3" fmla="*/ 2147483646 h 102"/>
                <a:gd name="T4" fmla="*/ 2147483646 w 172"/>
                <a:gd name="T5" fmla="*/ 2147483646 h 102"/>
                <a:gd name="T6" fmla="*/ 2147483646 w 172"/>
                <a:gd name="T7" fmla="*/ 2147483646 h 102"/>
                <a:gd name="T8" fmla="*/ 2147483646 w 172"/>
                <a:gd name="T9" fmla="*/ 2147483646 h 102"/>
                <a:gd name="T10" fmla="*/ 2147483646 w 172"/>
                <a:gd name="T11" fmla="*/ 2147483646 h 102"/>
                <a:gd name="T12" fmla="*/ 2147483646 w 172"/>
                <a:gd name="T13" fmla="*/ 0 h 10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72"/>
                <a:gd name="T22" fmla="*/ 0 h 102"/>
                <a:gd name="T23" fmla="*/ 172 w 172"/>
                <a:gd name="T24" fmla="*/ 102 h 102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72" h="102">
                  <a:moveTo>
                    <a:pt x="0" y="101"/>
                  </a:moveTo>
                  <a:cubicBezTo>
                    <a:pt x="3" y="102"/>
                    <a:pt x="7" y="100"/>
                    <a:pt x="10" y="99"/>
                  </a:cubicBezTo>
                  <a:cubicBezTo>
                    <a:pt x="21" y="95"/>
                    <a:pt x="30" y="90"/>
                    <a:pt x="40" y="85"/>
                  </a:cubicBezTo>
                  <a:cubicBezTo>
                    <a:pt x="48" y="82"/>
                    <a:pt x="56" y="78"/>
                    <a:pt x="63" y="74"/>
                  </a:cubicBezTo>
                  <a:cubicBezTo>
                    <a:pt x="70" y="69"/>
                    <a:pt x="76" y="63"/>
                    <a:pt x="83" y="58"/>
                  </a:cubicBezTo>
                  <a:cubicBezTo>
                    <a:pt x="99" y="46"/>
                    <a:pt x="118" y="35"/>
                    <a:pt x="135" y="25"/>
                  </a:cubicBezTo>
                  <a:cubicBezTo>
                    <a:pt x="148" y="18"/>
                    <a:pt x="159" y="8"/>
                    <a:pt x="172" y="0"/>
                  </a:cubicBezTo>
                </a:path>
              </a:pathLst>
            </a:custGeom>
            <a:noFill/>
            <a:ln w="4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5426" name="Freeform 274">
              <a:extLst>
                <a:ext uri="{FF2B5EF4-FFF2-40B4-BE49-F238E27FC236}">
                  <a16:creationId xmlns:a16="http://schemas.microsoft.com/office/drawing/2014/main" id="{A9D559D6-B7C1-4D9E-980D-689CBCDFB7A4}"/>
                </a:ext>
              </a:extLst>
            </p:cNvPr>
            <p:cNvSpPr>
              <a:spLocks/>
            </p:cNvSpPr>
            <p:nvPr/>
          </p:nvSpPr>
          <p:spPr bwMode="auto">
            <a:xfrm>
              <a:off x="5995988" y="2568575"/>
              <a:ext cx="119063" cy="47625"/>
            </a:xfrm>
            <a:custGeom>
              <a:avLst/>
              <a:gdLst>
                <a:gd name="T0" fmla="*/ 0 w 52"/>
                <a:gd name="T1" fmla="*/ 2147483646 h 21"/>
                <a:gd name="T2" fmla="*/ 2147483646 w 52"/>
                <a:gd name="T3" fmla="*/ 2147483646 h 21"/>
                <a:gd name="T4" fmla="*/ 2147483646 w 52"/>
                <a:gd name="T5" fmla="*/ 2147483646 h 21"/>
                <a:gd name="T6" fmla="*/ 2147483646 w 52"/>
                <a:gd name="T7" fmla="*/ 2147483646 h 21"/>
                <a:gd name="T8" fmla="*/ 2147483646 w 52"/>
                <a:gd name="T9" fmla="*/ 0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2"/>
                <a:gd name="T16" fmla="*/ 0 h 21"/>
                <a:gd name="T17" fmla="*/ 52 w 52"/>
                <a:gd name="T18" fmla="*/ 21 h 2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2" h="21">
                  <a:moveTo>
                    <a:pt x="0" y="21"/>
                  </a:moveTo>
                  <a:cubicBezTo>
                    <a:pt x="3" y="21"/>
                    <a:pt x="6" y="18"/>
                    <a:pt x="9" y="17"/>
                  </a:cubicBezTo>
                  <a:cubicBezTo>
                    <a:pt x="13" y="16"/>
                    <a:pt x="17" y="16"/>
                    <a:pt x="22" y="15"/>
                  </a:cubicBezTo>
                  <a:cubicBezTo>
                    <a:pt x="27" y="13"/>
                    <a:pt x="31" y="12"/>
                    <a:pt x="36" y="9"/>
                  </a:cubicBezTo>
                  <a:cubicBezTo>
                    <a:pt x="42" y="7"/>
                    <a:pt x="47" y="3"/>
                    <a:pt x="52" y="0"/>
                  </a:cubicBezTo>
                </a:path>
              </a:pathLst>
            </a:custGeom>
            <a:noFill/>
            <a:ln w="4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5427" name="Freeform 275">
              <a:extLst>
                <a:ext uri="{FF2B5EF4-FFF2-40B4-BE49-F238E27FC236}">
                  <a16:creationId xmlns:a16="http://schemas.microsoft.com/office/drawing/2014/main" id="{E61D364C-BD4B-4C59-8CBE-4E1112AE94DD}"/>
                </a:ext>
              </a:extLst>
            </p:cNvPr>
            <p:cNvSpPr>
              <a:spLocks/>
            </p:cNvSpPr>
            <p:nvPr/>
          </p:nvSpPr>
          <p:spPr bwMode="auto">
            <a:xfrm>
              <a:off x="5980113" y="2625725"/>
              <a:ext cx="241300" cy="63500"/>
            </a:xfrm>
            <a:custGeom>
              <a:avLst/>
              <a:gdLst>
                <a:gd name="T0" fmla="*/ 0 w 106"/>
                <a:gd name="T1" fmla="*/ 2147483646 h 28"/>
                <a:gd name="T2" fmla="*/ 2147483646 w 106"/>
                <a:gd name="T3" fmla="*/ 2147483646 h 28"/>
                <a:gd name="T4" fmla="*/ 2147483646 w 106"/>
                <a:gd name="T5" fmla="*/ 2147483646 h 28"/>
                <a:gd name="T6" fmla="*/ 2147483646 w 106"/>
                <a:gd name="T7" fmla="*/ 0 h 28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06"/>
                <a:gd name="T13" fmla="*/ 0 h 28"/>
                <a:gd name="T14" fmla="*/ 106 w 106"/>
                <a:gd name="T15" fmla="*/ 28 h 28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06" h="28">
                  <a:moveTo>
                    <a:pt x="0" y="27"/>
                  </a:moveTo>
                  <a:cubicBezTo>
                    <a:pt x="4" y="28"/>
                    <a:pt x="13" y="25"/>
                    <a:pt x="17" y="23"/>
                  </a:cubicBezTo>
                  <a:cubicBezTo>
                    <a:pt x="26" y="20"/>
                    <a:pt x="35" y="17"/>
                    <a:pt x="44" y="14"/>
                  </a:cubicBezTo>
                  <a:cubicBezTo>
                    <a:pt x="64" y="8"/>
                    <a:pt x="87" y="11"/>
                    <a:pt x="106" y="0"/>
                  </a:cubicBezTo>
                </a:path>
              </a:pathLst>
            </a:custGeom>
            <a:noFill/>
            <a:ln w="4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5428" name="Freeform 276">
              <a:extLst>
                <a:ext uri="{FF2B5EF4-FFF2-40B4-BE49-F238E27FC236}">
                  <a16:creationId xmlns:a16="http://schemas.microsoft.com/office/drawing/2014/main" id="{2BB4CDFD-286A-41F8-A188-CFDE6DC12955}"/>
                </a:ext>
              </a:extLst>
            </p:cNvPr>
            <p:cNvSpPr>
              <a:spLocks/>
            </p:cNvSpPr>
            <p:nvPr/>
          </p:nvSpPr>
          <p:spPr bwMode="auto">
            <a:xfrm>
              <a:off x="6064250" y="1730375"/>
              <a:ext cx="87313" cy="74613"/>
            </a:xfrm>
            <a:custGeom>
              <a:avLst/>
              <a:gdLst>
                <a:gd name="T0" fmla="*/ 0 w 38"/>
                <a:gd name="T1" fmla="*/ 2147483646 h 33"/>
                <a:gd name="T2" fmla="*/ 2147483646 w 38"/>
                <a:gd name="T3" fmla="*/ 0 h 33"/>
                <a:gd name="T4" fmla="*/ 0 60000 65536"/>
                <a:gd name="T5" fmla="*/ 0 60000 65536"/>
                <a:gd name="T6" fmla="*/ 0 w 38"/>
                <a:gd name="T7" fmla="*/ 0 h 33"/>
                <a:gd name="T8" fmla="*/ 38 w 38"/>
                <a:gd name="T9" fmla="*/ 33 h 33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8" h="33">
                  <a:moveTo>
                    <a:pt x="0" y="33"/>
                  </a:moveTo>
                  <a:cubicBezTo>
                    <a:pt x="21" y="24"/>
                    <a:pt x="27" y="20"/>
                    <a:pt x="38" y="0"/>
                  </a:cubicBezTo>
                </a:path>
              </a:pathLst>
            </a:custGeom>
            <a:noFill/>
            <a:ln w="4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5429" name="Freeform 277">
              <a:extLst>
                <a:ext uri="{FF2B5EF4-FFF2-40B4-BE49-F238E27FC236}">
                  <a16:creationId xmlns:a16="http://schemas.microsoft.com/office/drawing/2014/main" id="{DC1DDED1-F1BF-4087-A43F-E25BCB703FAE}"/>
                </a:ext>
              </a:extLst>
            </p:cNvPr>
            <p:cNvSpPr>
              <a:spLocks/>
            </p:cNvSpPr>
            <p:nvPr/>
          </p:nvSpPr>
          <p:spPr bwMode="auto">
            <a:xfrm>
              <a:off x="5727700" y="3995738"/>
              <a:ext cx="25400" cy="17463"/>
            </a:xfrm>
            <a:custGeom>
              <a:avLst/>
              <a:gdLst>
                <a:gd name="T0" fmla="*/ 2147483646 w 11"/>
                <a:gd name="T1" fmla="*/ 2147483646 h 8"/>
                <a:gd name="T2" fmla="*/ 0 w 11"/>
                <a:gd name="T3" fmla="*/ 2147483646 h 8"/>
                <a:gd name="T4" fmla="*/ 0 60000 65536"/>
                <a:gd name="T5" fmla="*/ 0 60000 65536"/>
                <a:gd name="T6" fmla="*/ 0 w 11"/>
                <a:gd name="T7" fmla="*/ 0 h 8"/>
                <a:gd name="T8" fmla="*/ 11 w 11"/>
                <a:gd name="T9" fmla="*/ 8 h 8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1" h="8">
                  <a:moveTo>
                    <a:pt x="8" y="8"/>
                  </a:moveTo>
                  <a:cubicBezTo>
                    <a:pt x="11" y="2"/>
                    <a:pt x="3" y="0"/>
                    <a:pt x="0" y="6"/>
                  </a:cubicBezTo>
                </a:path>
              </a:pathLst>
            </a:custGeom>
            <a:noFill/>
            <a:ln w="3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5430" name="Freeform 278">
              <a:extLst>
                <a:ext uri="{FF2B5EF4-FFF2-40B4-BE49-F238E27FC236}">
                  <a16:creationId xmlns:a16="http://schemas.microsoft.com/office/drawing/2014/main" id="{7FFDE943-B5A9-418D-B235-7A6FFA97B3C7}"/>
                </a:ext>
              </a:extLst>
            </p:cNvPr>
            <p:cNvSpPr>
              <a:spLocks/>
            </p:cNvSpPr>
            <p:nvPr/>
          </p:nvSpPr>
          <p:spPr bwMode="auto">
            <a:xfrm>
              <a:off x="5791200" y="2305050"/>
              <a:ext cx="184150" cy="796925"/>
            </a:xfrm>
            <a:custGeom>
              <a:avLst/>
              <a:gdLst>
                <a:gd name="T0" fmla="*/ 2147483646 w 81"/>
                <a:gd name="T1" fmla="*/ 0 h 351"/>
                <a:gd name="T2" fmla="*/ 2147483646 w 81"/>
                <a:gd name="T3" fmla="*/ 2147483646 h 351"/>
                <a:gd name="T4" fmla="*/ 2147483646 w 81"/>
                <a:gd name="T5" fmla="*/ 2147483646 h 351"/>
                <a:gd name="T6" fmla="*/ 2147483646 w 81"/>
                <a:gd name="T7" fmla="*/ 2147483646 h 351"/>
                <a:gd name="T8" fmla="*/ 2147483646 w 81"/>
                <a:gd name="T9" fmla="*/ 2147483646 h 351"/>
                <a:gd name="T10" fmla="*/ 2147483646 w 81"/>
                <a:gd name="T11" fmla="*/ 2147483646 h 351"/>
                <a:gd name="T12" fmla="*/ 2147483646 w 81"/>
                <a:gd name="T13" fmla="*/ 2147483646 h 351"/>
                <a:gd name="T14" fmla="*/ 0 w 81"/>
                <a:gd name="T15" fmla="*/ 2147483646 h 351"/>
                <a:gd name="T16" fmla="*/ 2147483646 w 81"/>
                <a:gd name="T17" fmla="*/ 2147483646 h 351"/>
                <a:gd name="T18" fmla="*/ 2147483646 w 81"/>
                <a:gd name="T19" fmla="*/ 2147483646 h 351"/>
                <a:gd name="T20" fmla="*/ 2147483646 w 81"/>
                <a:gd name="T21" fmla="*/ 2147483646 h 351"/>
                <a:gd name="T22" fmla="*/ 2147483646 w 81"/>
                <a:gd name="T23" fmla="*/ 2147483646 h 351"/>
                <a:gd name="T24" fmla="*/ 2147483646 w 81"/>
                <a:gd name="T25" fmla="*/ 2147483646 h 35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81"/>
                <a:gd name="T40" fmla="*/ 0 h 351"/>
                <a:gd name="T41" fmla="*/ 81 w 81"/>
                <a:gd name="T42" fmla="*/ 351 h 351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81" h="351">
                  <a:moveTo>
                    <a:pt x="77" y="0"/>
                  </a:moveTo>
                  <a:cubicBezTo>
                    <a:pt x="78" y="29"/>
                    <a:pt x="67" y="53"/>
                    <a:pt x="73" y="80"/>
                  </a:cubicBezTo>
                  <a:cubicBezTo>
                    <a:pt x="78" y="108"/>
                    <a:pt x="72" y="125"/>
                    <a:pt x="63" y="152"/>
                  </a:cubicBezTo>
                  <a:cubicBezTo>
                    <a:pt x="55" y="177"/>
                    <a:pt x="64" y="201"/>
                    <a:pt x="55" y="227"/>
                  </a:cubicBezTo>
                  <a:cubicBezTo>
                    <a:pt x="42" y="269"/>
                    <a:pt x="25" y="306"/>
                    <a:pt x="16" y="351"/>
                  </a:cubicBezTo>
                  <a:cubicBezTo>
                    <a:pt x="15" y="326"/>
                    <a:pt x="28" y="300"/>
                    <a:pt x="33" y="276"/>
                  </a:cubicBezTo>
                  <a:cubicBezTo>
                    <a:pt x="37" y="254"/>
                    <a:pt x="50" y="229"/>
                    <a:pt x="49" y="207"/>
                  </a:cubicBezTo>
                  <a:cubicBezTo>
                    <a:pt x="48" y="184"/>
                    <a:pt x="17" y="167"/>
                    <a:pt x="0" y="154"/>
                  </a:cubicBezTo>
                  <a:cubicBezTo>
                    <a:pt x="12" y="150"/>
                    <a:pt x="23" y="167"/>
                    <a:pt x="32" y="164"/>
                  </a:cubicBezTo>
                  <a:cubicBezTo>
                    <a:pt x="47" y="160"/>
                    <a:pt x="41" y="137"/>
                    <a:pt x="42" y="125"/>
                  </a:cubicBezTo>
                  <a:cubicBezTo>
                    <a:pt x="62" y="130"/>
                    <a:pt x="58" y="104"/>
                    <a:pt x="59" y="90"/>
                  </a:cubicBezTo>
                  <a:cubicBezTo>
                    <a:pt x="60" y="79"/>
                    <a:pt x="59" y="66"/>
                    <a:pt x="61" y="54"/>
                  </a:cubicBezTo>
                  <a:cubicBezTo>
                    <a:pt x="65" y="40"/>
                    <a:pt x="76" y="31"/>
                    <a:pt x="81" y="18"/>
                  </a:cubicBezTo>
                </a:path>
              </a:pathLst>
            </a:custGeom>
            <a:solidFill>
              <a:srgbClr val="F990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5431" name="Freeform 279">
              <a:extLst>
                <a:ext uri="{FF2B5EF4-FFF2-40B4-BE49-F238E27FC236}">
                  <a16:creationId xmlns:a16="http://schemas.microsoft.com/office/drawing/2014/main" id="{9E31F2D5-6B3C-4E5F-92DA-35C71FF683FC}"/>
                </a:ext>
              </a:extLst>
            </p:cNvPr>
            <p:cNvSpPr>
              <a:spLocks/>
            </p:cNvSpPr>
            <p:nvPr/>
          </p:nvSpPr>
          <p:spPr bwMode="auto">
            <a:xfrm>
              <a:off x="6064250" y="1419225"/>
              <a:ext cx="79375" cy="111125"/>
            </a:xfrm>
            <a:custGeom>
              <a:avLst/>
              <a:gdLst>
                <a:gd name="T0" fmla="*/ 2147483646 w 35"/>
                <a:gd name="T1" fmla="*/ 2147483646 h 49"/>
                <a:gd name="T2" fmla="*/ 2147483646 w 35"/>
                <a:gd name="T3" fmla="*/ 2147483646 h 49"/>
                <a:gd name="T4" fmla="*/ 2147483646 w 35"/>
                <a:gd name="T5" fmla="*/ 2147483646 h 49"/>
                <a:gd name="T6" fmla="*/ 2147483646 w 35"/>
                <a:gd name="T7" fmla="*/ 2147483646 h 49"/>
                <a:gd name="T8" fmla="*/ 0 w 35"/>
                <a:gd name="T9" fmla="*/ 2147483646 h 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"/>
                <a:gd name="T16" fmla="*/ 0 h 49"/>
                <a:gd name="T17" fmla="*/ 35 w 35"/>
                <a:gd name="T18" fmla="*/ 49 h 4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" h="49">
                  <a:moveTo>
                    <a:pt x="4" y="49"/>
                  </a:moveTo>
                  <a:cubicBezTo>
                    <a:pt x="1" y="46"/>
                    <a:pt x="12" y="35"/>
                    <a:pt x="19" y="32"/>
                  </a:cubicBezTo>
                  <a:cubicBezTo>
                    <a:pt x="21" y="38"/>
                    <a:pt x="24" y="42"/>
                    <a:pt x="25" y="49"/>
                  </a:cubicBezTo>
                  <a:cubicBezTo>
                    <a:pt x="24" y="37"/>
                    <a:pt x="35" y="15"/>
                    <a:pt x="23" y="9"/>
                  </a:cubicBezTo>
                  <a:cubicBezTo>
                    <a:pt x="6" y="0"/>
                    <a:pt x="4" y="36"/>
                    <a:pt x="0" y="45"/>
                  </a:cubicBezTo>
                </a:path>
              </a:pathLst>
            </a:custGeom>
            <a:solidFill>
              <a:srgbClr val="F990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5432" name="Freeform 280">
              <a:extLst>
                <a:ext uri="{FF2B5EF4-FFF2-40B4-BE49-F238E27FC236}">
                  <a16:creationId xmlns:a16="http://schemas.microsoft.com/office/drawing/2014/main" id="{1D74441D-FA2A-451A-887A-134666BA245B}"/>
                </a:ext>
              </a:extLst>
            </p:cNvPr>
            <p:cNvSpPr>
              <a:spLocks/>
            </p:cNvSpPr>
            <p:nvPr/>
          </p:nvSpPr>
          <p:spPr bwMode="auto">
            <a:xfrm>
              <a:off x="6340475" y="2700338"/>
              <a:ext cx="347663" cy="180975"/>
            </a:xfrm>
            <a:custGeom>
              <a:avLst/>
              <a:gdLst>
                <a:gd name="T0" fmla="*/ 2147483646 w 153"/>
                <a:gd name="T1" fmla="*/ 0 h 80"/>
                <a:gd name="T2" fmla="*/ 2147483646 w 153"/>
                <a:gd name="T3" fmla="*/ 2147483646 h 80"/>
                <a:gd name="T4" fmla="*/ 0 w 153"/>
                <a:gd name="T5" fmla="*/ 2147483646 h 80"/>
                <a:gd name="T6" fmla="*/ 2147483646 w 153"/>
                <a:gd name="T7" fmla="*/ 2147483646 h 80"/>
                <a:gd name="T8" fmla="*/ 2147483646 w 153"/>
                <a:gd name="T9" fmla="*/ 2147483646 h 80"/>
                <a:gd name="T10" fmla="*/ 2147483646 w 153"/>
                <a:gd name="T11" fmla="*/ 2147483646 h 80"/>
                <a:gd name="T12" fmla="*/ 2147483646 w 153"/>
                <a:gd name="T13" fmla="*/ 2147483646 h 80"/>
                <a:gd name="T14" fmla="*/ 2147483646 w 153"/>
                <a:gd name="T15" fmla="*/ 2147483646 h 8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153"/>
                <a:gd name="T25" fmla="*/ 0 h 80"/>
                <a:gd name="T26" fmla="*/ 153 w 153"/>
                <a:gd name="T27" fmla="*/ 80 h 80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153" h="80">
                  <a:moveTo>
                    <a:pt x="122" y="0"/>
                  </a:moveTo>
                  <a:cubicBezTo>
                    <a:pt x="122" y="26"/>
                    <a:pt x="105" y="35"/>
                    <a:pt x="83" y="41"/>
                  </a:cubicBezTo>
                  <a:cubicBezTo>
                    <a:pt x="55" y="48"/>
                    <a:pt x="21" y="59"/>
                    <a:pt x="0" y="80"/>
                  </a:cubicBezTo>
                  <a:cubicBezTo>
                    <a:pt x="11" y="65"/>
                    <a:pt x="30" y="71"/>
                    <a:pt x="45" y="68"/>
                  </a:cubicBezTo>
                  <a:cubicBezTo>
                    <a:pt x="59" y="64"/>
                    <a:pt x="74" y="58"/>
                    <a:pt x="89" y="54"/>
                  </a:cubicBezTo>
                  <a:cubicBezTo>
                    <a:pt x="99" y="51"/>
                    <a:pt x="108" y="43"/>
                    <a:pt x="118" y="43"/>
                  </a:cubicBezTo>
                  <a:cubicBezTo>
                    <a:pt x="130" y="42"/>
                    <a:pt x="138" y="48"/>
                    <a:pt x="149" y="46"/>
                  </a:cubicBezTo>
                  <a:cubicBezTo>
                    <a:pt x="153" y="35"/>
                    <a:pt x="145" y="16"/>
                    <a:pt x="136" y="9"/>
                  </a:cubicBezTo>
                </a:path>
              </a:pathLst>
            </a:custGeom>
            <a:solidFill>
              <a:srgbClr val="F990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5433" name="Freeform 281">
              <a:extLst>
                <a:ext uri="{FF2B5EF4-FFF2-40B4-BE49-F238E27FC236}">
                  <a16:creationId xmlns:a16="http://schemas.microsoft.com/office/drawing/2014/main" id="{7ECD59CC-D092-414E-920F-3226EBCBA97E}"/>
                </a:ext>
              </a:extLst>
            </p:cNvPr>
            <p:cNvSpPr>
              <a:spLocks/>
            </p:cNvSpPr>
            <p:nvPr/>
          </p:nvSpPr>
          <p:spPr bwMode="auto">
            <a:xfrm>
              <a:off x="6578600" y="2868613"/>
              <a:ext cx="155575" cy="76200"/>
            </a:xfrm>
            <a:custGeom>
              <a:avLst/>
              <a:gdLst>
                <a:gd name="T0" fmla="*/ 2147483646 w 68"/>
                <a:gd name="T1" fmla="*/ 0 h 34"/>
                <a:gd name="T2" fmla="*/ 0 w 68"/>
                <a:gd name="T3" fmla="*/ 2147483646 h 34"/>
                <a:gd name="T4" fmla="*/ 2147483646 w 68"/>
                <a:gd name="T5" fmla="*/ 2147483646 h 34"/>
                <a:gd name="T6" fmla="*/ 0 60000 65536"/>
                <a:gd name="T7" fmla="*/ 0 60000 65536"/>
                <a:gd name="T8" fmla="*/ 0 60000 65536"/>
                <a:gd name="T9" fmla="*/ 0 w 68"/>
                <a:gd name="T10" fmla="*/ 0 h 34"/>
                <a:gd name="T11" fmla="*/ 68 w 68"/>
                <a:gd name="T12" fmla="*/ 34 h 3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68" h="34">
                  <a:moveTo>
                    <a:pt x="52" y="0"/>
                  </a:moveTo>
                  <a:cubicBezTo>
                    <a:pt x="65" y="22"/>
                    <a:pt x="11" y="20"/>
                    <a:pt x="0" y="29"/>
                  </a:cubicBezTo>
                  <a:cubicBezTo>
                    <a:pt x="23" y="17"/>
                    <a:pt x="47" y="34"/>
                    <a:pt x="68" y="23"/>
                  </a:cubicBezTo>
                </a:path>
              </a:pathLst>
            </a:custGeom>
            <a:solidFill>
              <a:srgbClr val="F990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</p:grpSp>
      <p:sp>
        <p:nvSpPr>
          <p:cNvPr id="41989" name="Text Box 281">
            <a:extLst>
              <a:ext uri="{FF2B5EF4-FFF2-40B4-BE49-F238E27FC236}">
                <a16:creationId xmlns:a16="http://schemas.microsoft.com/office/drawing/2014/main" id="{3D553B53-9CE1-4C93-B394-505853CFF3D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572000" y="5562600"/>
            <a:ext cx="1549400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600">
                <a:solidFill>
                  <a:srgbClr val="0070C0"/>
                </a:solidFill>
              </a:rPr>
              <a:t>Normal woman</a:t>
            </a:r>
          </a:p>
        </p:txBody>
      </p:sp>
      <p:sp>
        <p:nvSpPr>
          <p:cNvPr id="41990" name="Text Box 282">
            <a:extLst>
              <a:ext uri="{FF2B5EF4-FFF2-40B4-BE49-F238E27FC236}">
                <a16:creationId xmlns:a16="http://schemas.microsoft.com/office/drawing/2014/main" id="{F7DC99A1-E746-4543-ACDA-175295A1029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299450" y="5510213"/>
            <a:ext cx="1722438" cy="5810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600">
                <a:solidFill>
                  <a:srgbClr val="0070C0"/>
                </a:solidFill>
              </a:rPr>
              <a:t>Woman with</a:t>
            </a:r>
          </a:p>
          <a:p>
            <a:pPr eaLnBrk="1" hangingPunct="1">
              <a:defRPr/>
            </a:pPr>
            <a:r>
              <a:rPr lang="fr-FR" altLang="x-none" sz="1600">
                <a:solidFill>
                  <a:srgbClr val="0070C0"/>
                </a:solidFill>
              </a:rPr>
              <a:t>vertebral fracture</a:t>
            </a:r>
          </a:p>
        </p:txBody>
      </p:sp>
    </p:spTree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010" name="Rectangle 2">
            <a:extLst>
              <a:ext uri="{FF2B5EF4-FFF2-40B4-BE49-F238E27FC236}">
                <a16:creationId xmlns:a16="http://schemas.microsoft.com/office/drawing/2014/main" id="{C7535206-29C8-4160-9E99-36FF2B63B75D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Oedema</a:t>
            </a:r>
          </a:p>
        </p:txBody>
      </p:sp>
      <p:grpSp>
        <p:nvGrpSpPr>
          <p:cNvPr id="56322" name="illustration-of-person-with-oedema">
            <a:extLst>
              <a:ext uri="{FF2B5EF4-FFF2-40B4-BE49-F238E27FC236}">
                <a16:creationId xmlns:a16="http://schemas.microsoft.com/office/drawing/2014/main" id="{048D2C91-0C61-47BA-BCF3-2D4E47E49378}"/>
              </a:ext>
            </a:extLst>
          </p:cNvPr>
          <p:cNvGrpSpPr>
            <a:grpSpLocks/>
          </p:cNvGrpSpPr>
          <p:nvPr/>
        </p:nvGrpSpPr>
        <p:grpSpPr bwMode="auto">
          <a:xfrm>
            <a:off x="3432175" y="1249363"/>
            <a:ext cx="1978025" cy="5059362"/>
            <a:chOff x="1057" y="714"/>
            <a:chExt cx="1246" cy="3187"/>
          </a:xfrm>
        </p:grpSpPr>
        <p:grpSp>
          <p:nvGrpSpPr>
            <p:cNvPr id="56459" name="Group 4">
              <a:extLst>
                <a:ext uri="{FF2B5EF4-FFF2-40B4-BE49-F238E27FC236}">
                  <a16:creationId xmlns:a16="http://schemas.microsoft.com/office/drawing/2014/main" id="{FD7FAA0D-45D8-4DFE-BD32-2E05D2B4578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057" y="714"/>
              <a:ext cx="1246" cy="3187"/>
              <a:chOff x="1057" y="714"/>
              <a:chExt cx="1246" cy="3187"/>
            </a:xfrm>
          </p:grpSpPr>
          <p:sp>
            <p:nvSpPr>
              <p:cNvPr id="56477" name="Freeform 5">
                <a:extLst>
                  <a:ext uri="{FF2B5EF4-FFF2-40B4-BE49-F238E27FC236}">
                    <a16:creationId xmlns:a16="http://schemas.microsoft.com/office/drawing/2014/main" id="{038C79CC-F755-4BFF-9E16-6DF567D31D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9" y="735"/>
                <a:ext cx="350" cy="598"/>
              </a:xfrm>
              <a:custGeom>
                <a:avLst/>
                <a:gdLst>
                  <a:gd name="T0" fmla="*/ 71 w 306"/>
                  <a:gd name="T1" fmla="*/ 215 h 524"/>
                  <a:gd name="T2" fmla="*/ 71 w 306"/>
                  <a:gd name="T3" fmla="*/ 218 h 524"/>
                  <a:gd name="T4" fmla="*/ 63 w 306"/>
                  <a:gd name="T5" fmla="*/ 286 h 524"/>
                  <a:gd name="T6" fmla="*/ 30 w 306"/>
                  <a:gd name="T7" fmla="*/ 292 h 524"/>
                  <a:gd name="T8" fmla="*/ 80 w 306"/>
                  <a:gd name="T9" fmla="*/ 397 h 524"/>
                  <a:gd name="T10" fmla="*/ 88 w 306"/>
                  <a:gd name="T11" fmla="*/ 434 h 524"/>
                  <a:gd name="T12" fmla="*/ 0 w 306"/>
                  <a:gd name="T13" fmla="*/ 656 h 524"/>
                  <a:gd name="T14" fmla="*/ 236 w 306"/>
                  <a:gd name="T15" fmla="*/ 776 h 524"/>
                  <a:gd name="T16" fmla="*/ 435 w 306"/>
                  <a:gd name="T17" fmla="*/ 690 h 524"/>
                  <a:gd name="T18" fmla="*/ 366 w 306"/>
                  <a:gd name="T19" fmla="*/ 504 h 524"/>
                  <a:gd name="T20" fmla="*/ 397 w 306"/>
                  <a:gd name="T21" fmla="*/ 458 h 524"/>
                  <a:gd name="T22" fmla="*/ 429 w 306"/>
                  <a:gd name="T23" fmla="*/ 434 h 524"/>
                  <a:gd name="T24" fmla="*/ 454 w 306"/>
                  <a:gd name="T25" fmla="*/ 386 h 524"/>
                  <a:gd name="T26" fmla="*/ 437 w 306"/>
                  <a:gd name="T27" fmla="*/ 351 h 524"/>
                  <a:gd name="T28" fmla="*/ 455 w 306"/>
                  <a:gd name="T29" fmla="*/ 224 h 524"/>
                  <a:gd name="T30" fmla="*/ 391 w 306"/>
                  <a:gd name="T31" fmla="*/ 74 h 524"/>
                  <a:gd name="T32" fmla="*/ 157 w 306"/>
                  <a:gd name="T33" fmla="*/ 62 h 524"/>
                  <a:gd name="T34" fmla="*/ 71 w 306"/>
                  <a:gd name="T35" fmla="*/ 215 h 524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306" h="524">
                    <a:moveTo>
                      <a:pt x="47" y="145"/>
                    </a:moveTo>
                    <a:cubicBezTo>
                      <a:pt x="47" y="145"/>
                      <a:pt x="47" y="145"/>
                      <a:pt x="47" y="146"/>
                    </a:cubicBezTo>
                    <a:cubicBezTo>
                      <a:pt x="46" y="150"/>
                      <a:pt x="42" y="169"/>
                      <a:pt x="42" y="193"/>
                    </a:cubicBezTo>
                    <a:cubicBezTo>
                      <a:pt x="42" y="193"/>
                      <a:pt x="25" y="183"/>
                      <a:pt x="20" y="196"/>
                    </a:cubicBezTo>
                    <a:cubicBezTo>
                      <a:pt x="15" y="209"/>
                      <a:pt x="19" y="269"/>
                      <a:pt x="53" y="267"/>
                    </a:cubicBezTo>
                    <a:cubicBezTo>
                      <a:pt x="53" y="267"/>
                      <a:pt x="55" y="285"/>
                      <a:pt x="59" y="292"/>
                    </a:cubicBezTo>
                    <a:cubicBezTo>
                      <a:pt x="59" y="292"/>
                      <a:pt x="63" y="396"/>
                      <a:pt x="0" y="442"/>
                    </a:cubicBezTo>
                    <a:cubicBezTo>
                      <a:pt x="0" y="442"/>
                      <a:pt x="14" y="520"/>
                      <a:pt x="157" y="522"/>
                    </a:cubicBezTo>
                    <a:cubicBezTo>
                      <a:pt x="301" y="524"/>
                      <a:pt x="290" y="464"/>
                      <a:pt x="290" y="464"/>
                    </a:cubicBezTo>
                    <a:cubicBezTo>
                      <a:pt x="290" y="464"/>
                      <a:pt x="236" y="454"/>
                      <a:pt x="245" y="339"/>
                    </a:cubicBezTo>
                    <a:cubicBezTo>
                      <a:pt x="245" y="339"/>
                      <a:pt x="261" y="323"/>
                      <a:pt x="265" y="308"/>
                    </a:cubicBezTo>
                    <a:cubicBezTo>
                      <a:pt x="265" y="308"/>
                      <a:pt x="278" y="311"/>
                      <a:pt x="287" y="292"/>
                    </a:cubicBezTo>
                    <a:cubicBezTo>
                      <a:pt x="296" y="274"/>
                      <a:pt x="300" y="267"/>
                      <a:pt x="303" y="259"/>
                    </a:cubicBezTo>
                    <a:cubicBezTo>
                      <a:pt x="306" y="251"/>
                      <a:pt x="306" y="234"/>
                      <a:pt x="292" y="237"/>
                    </a:cubicBezTo>
                    <a:cubicBezTo>
                      <a:pt x="292" y="237"/>
                      <a:pt x="306" y="193"/>
                      <a:pt x="304" y="151"/>
                    </a:cubicBezTo>
                    <a:cubicBezTo>
                      <a:pt x="303" y="109"/>
                      <a:pt x="291" y="67"/>
                      <a:pt x="261" y="50"/>
                    </a:cubicBezTo>
                    <a:cubicBezTo>
                      <a:pt x="232" y="33"/>
                      <a:pt x="152" y="0"/>
                      <a:pt x="105" y="41"/>
                    </a:cubicBezTo>
                    <a:cubicBezTo>
                      <a:pt x="58" y="82"/>
                      <a:pt x="47" y="145"/>
                      <a:pt x="47" y="145"/>
                    </a:cubicBezTo>
                    <a:close/>
                  </a:path>
                </a:pathLst>
              </a:custGeom>
              <a:solidFill>
                <a:srgbClr val="F8F3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6478" name="Freeform 6">
                <a:extLst>
                  <a:ext uri="{FF2B5EF4-FFF2-40B4-BE49-F238E27FC236}">
                    <a16:creationId xmlns:a16="http://schemas.microsoft.com/office/drawing/2014/main" id="{4487F940-ADB4-4F71-93B2-4DCE40AD20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7" y="758"/>
                <a:ext cx="353" cy="575"/>
              </a:xfrm>
              <a:custGeom>
                <a:avLst/>
                <a:gdLst>
                  <a:gd name="T0" fmla="*/ 71 w 309"/>
                  <a:gd name="T1" fmla="*/ 186 h 504"/>
                  <a:gd name="T2" fmla="*/ 66 w 309"/>
                  <a:gd name="T3" fmla="*/ 253 h 504"/>
                  <a:gd name="T4" fmla="*/ 30 w 309"/>
                  <a:gd name="T5" fmla="*/ 260 h 504"/>
                  <a:gd name="T6" fmla="*/ 54 w 309"/>
                  <a:gd name="T7" fmla="*/ 359 h 504"/>
                  <a:gd name="T8" fmla="*/ 82 w 309"/>
                  <a:gd name="T9" fmla="*/ 367 h 504"/>
                  <a:gd name="T10" fmla="*/ 83 w 309"/>
                  <a:gd name="T11" fmla="*/ 394 h 504"/>
                  <a:gd name="T12" fmla="*/ 88 w 309"/>
                  <a:gd name="T13" fmla="*/ 404 h 504"/>
                  <a:gd name="T14" fmla="*/ 75 w 309"/>
                  <a:gd name="T15" fmla="*/ 504 h 504"/>
                  <a:gd name="T16" fmla="*/ 39 w 309"/>
                  <a:gd name="T17" fmla="*/ 687 h 504"/>
                  <a:gd name="T18" fmla="*/ 410 w 309"/>
                  <a:gd name="T19" fmla="*/ 713 h 504"/>
                  <a:gd name="T20" fmla="*/ 436 w 309"/>
                  <a:gd name="T21" fmla="*/ 656 h 504"/>
                  <a:gd name="T22" fmla="*/ 369 w 309"/>
                  <a:gd name="T23" fmla="*/ 509 h 504"/>
                  <a:gd name="T24" fmla="*/ 369 w 309"/>
                  <a:gd name="T25" fmla="*/ 475 h 504"/>
                  <a:gd name="T26" fmla="*/ 398 w 309"/>
                  <a:gd name="T27" fmla="*/ 428 h 504"/>
                  <a:gd name="T28" fmla="*/ 416 w 309"/>
                  <a:gd name="T29" fmla="*/ 426 h 504"/>
                  <a:gd name="T30" fmla="*/ 459 w 309"/>
                  <a:gd name="T31" fmla="*/ 340 h 504"/>
                  <a:gd name="T32" fmla="*/ 442 w 309"/>
                  <a:gd name="T33" fmla="*/ 319 h 504"/>
                  <a:gd name="T34" fmla="*/ 441 w 309"/>
                  <a:gd name="T35" fmla="*/ 324 h 504"/>
                  <a:gd name="T36" fmla="*/ 442 w 309"/>
                  <a:gd name="T37" fmla="*/ 104 h 504"/>
                  <a:gd name="T38" fmla="*/ 157 w 309"/>
                  <a:gd name="T39" fmla="*/ 30 h 504"/>
                  <a:gd name="T40" fmla="*/ 71 w 309"/>
                  <a:gd name="T41" fmla="*/ 184 h 504"/>
                  <a:gd name="T42" fmla="*/ 75 w 309"/>
                  <a:gd name="T43" fmla="*/ 184 h 504"/>
                  <a:gd name="T44" fmla="*/ 391 w 309"/>
                  <a:gd name="T45" fmla="*/ 48 h 504"/>
                  <a:gd name="T46" fmla="*/ 455 w 309"/>
                  <a:gd name="T47" fmla="*/ 204 h 504"/>
                  <a:gd name="T48" fmla="*/ 438 w 309"/>
                  <a:gd name="T49" fmla="*/ 319 h 504"/>
                  <a:gd name="T50" fmla="*/ 439 w 309"/>
                  <a:gd name="T51" fmla="*/ 325 h 504"/>
                  <a:gd name="T52" fmla="*/ 451 w 309"/>
                  <a:gd name="T53" fmla="*/ 331 h 504"/>
                  <a:gd name="T54" fmla="*/ 428 w 309"/>
                  <a:gd name="T55" fmla="*/ 403 h 504"/>
                  <a:gd name="T56" fmla="*/ 398 w 309"/>
                  <a:gd name="T57" fmla="*/ 424 h 504"/>
                  <a:gd name="T58" fmla="*/ 398 w 309"/>
                  <a:gd name="T59" fmla="*/ 424 h 504"/>
                  <a:gd name="T60" fmla="*/ 398 w 309"/>
                  <a:gd name="T61" fmla="*/ 424 h 504"/>
                  <a:gd name="T62" fmla="*/ 378 w 309"/>
                  <a:gd name="T63" fmla="*/ 456 h 504"/>
                  <a:gd name="T64" fmla="*/ 366 w 309"/>
                  <a:gd name="T65" fmla="*/ 471 h 504"/>
                  <a:gd name="T66" fmla="*/ 398 w 309"/>
                  <a:gd name="T67" fmla="*/ 637 h 504"/>
                  <a:gd name="T68" fmla="*/ 432 w 309"/>
                  <a:gd name="T69" fmla="*/ 659 h 504"/>
                  <a:gd name="T70" fmla="*/ 406 w 309"/>
                  <a:gd name="T71" fmla="*/ 708 h 504"/>
                  <a:gd name="T72" fmla="*/ 42 w 309"/>
                  <a:gd name="T73" fmla="*/ 683 h 504"/>
                  <a:gd name="T74" fmla="*/ 7 w 309"/>
                  <a:gd name="T75" fmla="*/ 629 h 504"/>
                  <a:gd name="T76" fmla="*/ 2 w 309"/>
                  <a:gd name="T77" fmla="*/ 626 h 504"/>
                  <a:gd name="T78" fmla="*/ 94 w 309"/>
                  <a:gd name="T79" fmla="*/ 408 h 504"/>
                  <a:gd name="T80" fmla="*/ 90 w 309"/>
                  <a:gd name="T81" fmla="*/ 391 h 504"/>
                  <a:gd name="T82" fmla="*/ 85 w 309"/>
                  <a:gd name="T83" fmla="*/ 366 h 504"/>
                  <a:gd name="T84" fmla="*/ 58 w 309"/>
                  <a:gd name="T85" fmla="*/ 355 h 504"/>
                  <a:gd name="T86" fmla="*/ 35 w 309"/>
                  <a:gd name="T87" fmla="*/ 261 h 504"/>
                  <a:gd name="T88" fmla="*/ 61 w 309"/>
                  <a:gd name="T89" fmla="*/ 257 h 504"/>
                  <a:gd name="T90" fmla="*/ 64 w 309"/>
                  <a:gd name="T91" fmla="*/ 259 h 504"/>
                  <a:gd name="T92" fmla="*/ 75 w 309"/>
                  <a:gd name="T93" fmla="*/ 187 h 504"/>
                  <a:gd name="T94" fmla="*/ 73 w 309"/>
                  <a:gd name="T95" fmla="*/ 186 h 504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0" t="0" r="r" b="b"/>
                <a:pathLst>
                  <a:path w="309" h="504">
                    <a:moveTo>
                      <a:pt x="49" y="125"/>
                    </a:moveTo>
                    <a:cubicBezTo>
                      <a:pt x="47" y="124"/>
                      <a:pt x="47" y="124"/>
                      <a:pt x="47" y="124"/>
                    </a:cubicBezTo>
                    <a:cubicBezTo>
                      <a:pt x="47" y="124"/>
                      <a:pt x="47" y="125"/>
                      <a:pt x="47" y="125"/>
                    </a:cubicBezTo>
                    <a:cubicBezTo>
                      <a:pt x="46" y="130"/>
                      <a:pt x="42" y="149"/>
                      <a:pt x="42" y="173"/>
                    </a:cubicBezTo>
                    <a:cubicBezTo>
                      <a:pt x="44" y="173"/>
                      <a:pt x="44" y="173"/>
                      <a:pt x="44" y="173"/>
                    </a:cubicBezTo>
                    <a:cubicBezTo>
                      <a:pt x="45" y="171"/>
                      <a:pt x="45" y="171"/>
                      <a:pt x="45" y="171"/>
                    </a:cubicBezTo>
                    <a:cubicBezTo>
                      <a:pt x="45" y="171"/>
                      <a:pt x="39" y="167"/>
                      <a:pt x="32" y="167"/>
                    </a:cubicBezTo>
                    <a:cubicBezTo>
                      <a:pt x="29" y="167"/>
                      <a:pt x="27" y="167"/>
                      <a:pt x="25" y="169"/>
                    </a:cubicBezTo>
                    <a:cubicBezTo>
                      <a:pt x="23" y="170"/>
                      <a:pt x="21" y="172"/>
                      <a:pt x="20" y="175"/>
                    </a:cubicBezTo>
                    <a:cubicBezTo>
                      <a:pt x="19" y="178"/>
                      <a:pt x="18" y="183"/>
                      <a:pt x="18" y="190"/>
                    </a:cubicBezTo>
                    <a:cubicBezTo>
                      <a:pt x="18" y="201"/>
                      <a:pt x="20" y="215"/>
                      <a:pt x="25" y="227"/>
                    </a:cubicBezTo>
                    <a:cubicBezTo>
                      <a:pt x="28" y="233"/>
                      <a:pt x="32" y="238"/>
                      <a:pt x="36" y="242"/>
                    </a:cubicBezTo>
                    <a:cubicBezTo>
                      <a:pt x="41" y="246"/>
                      <a:pt x="46" y="249"/>
                      <a:pt x="53" y="249"/>
                    </a:cubicBezTo>
                    <a:cubicBezTo>
                      <a:pt x="54" y="249"/>
                      <a:pt x="54" y="249"/>
                      <a:pt x="55" y="249"/>
                    </a:cubicBezTo>
                    <a:cubicBezTo>
                      <a:pt x="55" y="247"/>
                      <a:pt x="55" y="247"/>
                      <a:pt x="55" y="247"/>
                    </a:cubicBezTo>
                    <a:cubicBezTo>
                      <a:pt x="53" y="247"/>
                      <a:pt x="53" y="247"/>
                      <a:pt x="53" y="247"/>
                    </a:cubicBezTo>
                    <a:cubicBezTo>
                      <a:pt x="53" y="247"/>
                      <a:pt x="53" y="251"/>
                      <a:pt x="54" y="257"/>
                    </a:cubicBezTo>
                    <a:cubicBezTo>
                      <a:pt x="55" y="260"/>
                      <a:pt x="55" y="263"/>
                      <a:pt x="56" y="265"/>
                    </a:cubicBezTo>
                    <a:cubicBezTo>
                      <a:pt x="57" y="268"/>
                      <a:pt x="58" y="271"/>
                      <a:pt x="59" y="273"/>
                    </a:cubicBezTo>
                    <a:cubicBezTo>
                      <a:pt x="61" y="272"/>
                      <a:pt x="61" y="272"/>
                      <a:pt x="61" y="272"/>
                    </a:cubicBezTo>
                    <a:cubicBezTo>
                      <a:pt x="59" y="272"/>
                      <a:pt x="59" y="272"/>
                      <a:pt x="59" y="272"/>
                    </a:cubicBezTo>
                    <a:cubicBezTo>
                      <a:pt x="59" y="272"/>
                      <a:pt x="59" y="272"/>
                      <a:pt x="59" y="272"/>
                    </a:cubicBezTo>
                    <a:cubicBezTo>
                      <a:pt x="59" y="273"/>
                      <a:pt x="59" y="274"/>
                      <a:pt x="59" y="275"/>
                    </a:cubicBezTo>
                    <a:cubicBezTo>
                      <a:pt x="59" y="284"/>
                      <a:pt x="58" y="310"/>
                      <a:pt x="51" y="339"/>
                    </a:cubicBezTo>
                    <a:cubicBezTo>
                      <a:pt x="43" y="368"/>
                      <a:pt x="28" y="400"/>
                      <a:pt x="0" y="421"/>
                    </a:cubicBezTo>
                    <a:cubicBezTo>
                      <a:pt x="0" y="421"/>
                      <a:pt x="0" y="422"/>
                      <a:pt x="0" y="423"/>
                    </a:cubicBezTo>
                    <a:cubicBezTo>
                      <a:pt x="0" y="423"/>
                      <a:pt x="4" y="443"/>
                      <a:pt x="26" y="463"/>
                    </a:cubicBezTo>
                    <a:cubicBezTo>
                      <a:pt x="48" y="483"/>
                      <a:pt x="88" y="503"/>
                      <a:pt x="159" y="504"/>
                    </a:cubicBezTo>
                    <a:cubicBezTo>
                      <a:pt x="162" y="504"/>
                      <a:pt x="164" y="504"/>
                      <a:pt x="167" y="504"/>
                    </a:cubicBezTo>
                    <a:cubicBezTo>
                      <a:pt x="226" y="504"/>
                      <a:pt x="257" y="493"/>
                      <a:pt x="275" y="480"/>
                    </a:cubicBezTo>
                    <a:cubicBezTo>
                      <a:pt x="292" y="467"/>
                      <a:pt x="294" y="453"/>
                      <a:pt x="294" y="446"/>
                    </a:cubicBezTo>
                    <a:cubicBezTo>
                      <a:pt x="294" y="444"/>
                      <a:pt x="294" y="443"/>
                      <a:pt x="294" y="443"/>
                    </a:cubicBezTo>
                    <a:cubicBezTo>
                      <a:pt x="294" y="442"/>
                      <a:pt x="293" y="442"/>
                      <a:pt x="292" y="442"/>
                    </a:cubicBezTo>
                    <a:cubicBezTo>
                      <a:pt x="292" y="442"/>
                      <a:pt x="292" y="442"/>
                      <a:pt x="292" y="442"/>
                    </a:cubicBezTo>
                    <a:cubicBezTo>
                      <a:pt x="291" y="441"/>
                      <a:pt x="280" y="439"/>
                      <a:pt x="269" y="425"/>
                    </a:cubicBezTo>
                    <a:cubicBezTo>
                      <a:pt x="258" y="412"/>
                      <a:pt x="248" y="387"/>
                      <a:pt x="248" y="343"/>
                    </a:cubicBezTo>
                    <a:cubicBezTo>
                      <a:pt x="248" y="336"/>
                      <a:pt x="248" y="328"/>
                      <a:pt x="249" y="319"/>
                    </a:cubicBezTo>
                    <a:cubicBezTo>
                      <a:pt x="247" y="319"/>
                      <a:pt x="247" y="319"/>
                      <a:pt x="247" y="319"/>
                    </a:cubicBezTo>
                    <a:cubicBezTo>
                      <a:pt x="248" y="320"/>
                      <a:pt x="248" y="320"/>
                      <a:pt x="248" y="320"/>
                    </a:cubicBezTo>
                    <a:cubicBezTo>
                      <a:pt x="248" y="320"/>
                      <a:pt x="252" y="316"/>
                      <a:pt x="257" y="310"/>
                    </a:cubicBezTo>
                    <a:cubicBezTo>
                      <a:pt x="261" y="304"/>
                      <a:pt x="267" y="297"/>
                      <a:pt x="269" y="288"/>
                    </a:cubicBezTo>
                    <a:cubicBezTo>
                      <a:pt x="267" y="288"/>
                      <a:pt x="267" y="288"/>
                      <a:pt x="267" y="288"/>
                    </a:cubicBezTo>
                    <a:cubicBezTo>
                      <a:pt x="266" y="290"/>
                      <a:pt x="266" y="290"/>
                      <a:pt x="266" y="290"/>
                    </a:cubicBezTo>
                    <a:cubicBezTo>
                      <a:pt x="266" y="290"/>
                      <a:pt x="267" y="290"/>
                      <a:pt x="269" y="290"/>
                    </a:cubicBezTo>
                    <a:cubicBezTo>
                      <a:pt x="271" y="290"/>
                      <a:pt x="275" y="290"/>
                      <a:pt x="279" y="287"/>
                    </a:cubicBezTo>
                    <a:cubicBezTo>
                      <a:pt x="283" y="285"/>
                      <a:pt x="287" y="280"/>
                      <a:pt x="291" y="273"/>
                    </a:cubicBezTo>
                    <a:cubicBezTo>
                      <a:pt x="299" y="255"/>
                      <a:pt x="304" y="248"/>
                      <a:pt x="307" y="240"/>
                    </a:cubicBezTo>
                    <a:cubicBezTo>
                      <a:pt x="308" y="237"/>
                      <a:pt x="308" y="233"/>
                      <a:pt x="308" y="229"/>
                    </a:cubicBezTo>
                    <a:cubicBezTo>
                      <a:pt x="308" y="226"/>
                      <a:pt x="308" y="222"/>
                      <a:pt x="306" y="220"/>
                    </a:cubicBezTo>
                    <a:cubicBezTo>
                      <a:pt x="305" y="218"/>
                      <a:pt x="304" y="217"/>
                      <a:pt x="302" y="216"/>
                    </a:cubicBezTo>
                    <a:cubicBezTo>
                      <a:pt x="301" y="215"/>
                      <a:pt x="299" y="215"/>
                      <a:pt x="297" y="215"/>
                    </a:cubicBezTo>
                    <a:cubicBezTo>
                      <a:pt x="296" y="215"/>
                      <a:pt x="295" y="215"/>
                      <a:pt x="294" y="215"/>
                    </a:cubicBezTo>
                    <a:cubicBezTo>
                      <a:pt x="294" y="217"/>
                      <a:pt x="294" y="217"/>
                      <a:pt x="294" y="217"/>
                    </a:cubicBezTo>
                    <a:cubicBezTo>
                      <a:pt x="296" y="218"/>
                      <a:pt x="296" y="218"/>
                      <a:pt x="296" y="218"/>
                    </a:cubicBezTo>
                    <a:cubicBezTo>
                      <a:pt x="296" y="218"/>
                      <a:pt x="309" y="178"/>
                      <a:pt x="309" y="138"/>
                    </a:cubicBezTo>
                    <a:cubicBezTo>
                      <a:pt x="309" y="135"/>
                      <a:pt x="309" y="133"/>
                      <a:pt x="308" y="131"/>
                    </a:cubicBezTo>
                    <a:cubicBezTo>
                      <a:pt x="308" y="109"/>
                      <a:pt x="304" y="88"/>
                      <a:pt x="297" y="70"/>
                    </a:cubicBezTo>
                    <a:cubicBezTo>
                      <a:pt x="290" y="52"/>
                      <a:pt x="280" y="37"/>
                      <a:pt x="264" y="28"/>
                    </a:cubicBezTo>
                    <a:cubicBezTo>
                      <a:pt x="245" y="17"/>
                      <a:pt x="205" y="0"/>
                      <a:pt x="165" y="0"/>
                    </a:cubicBezTo>
                    <a:cubicBezTo>
                      <a:pt x="144" y="0"/>
                      <a:pt x="122" y="5"/>
                      <a:pt x="105" y="20"/>
                    </a:cubicBezTo>
                    <a:cubicBezTo>
                      <a:pt x="58" y="61"/>
                      <a:pt x="47" y="124"/>
                      <a:pt x="47" y="124"/>
                    </a:cubicBezTo>
                    <a:cubicBezTo>
                      <a:pt x="49" y="125"/>
                      <a:pt x="49" y="125"/>
                      <a:pt x="49" y="125"/>
                    </a:cubicBezTo>
                    <a:cubicBezTo>
                      <a:pt x="47" y="124"/>
                      <a:pt x="47" y="124"/>
                      <a:pt x="47" y="124"/>
                    </a:cubicBezTo>
                    <a:cubicBezTo>
                      <a:pt x="49" y="125"/>
                      <a:pt x="49" y="125"/>
                      <a:pt x="49" y="125"/>
                    </a:cubicBezTo>
                    <a:cubicBezTo>
                      <a:pt x="51" y="125"/>
                      <a:pt x="51" y="125"/>
                      <a:pt x="51" y="125"/>
                    </a:cubicBezTo>
                    <a:cubicBezTo>
                      <a:pt x="51" y="125"/>
                      <a:pt x="51" y="125"/>
                      <a:pt x="51" y="124"/>
                    </a:cubicBezTo>
                    <a:cubicBezTo>
                      <a:pt x="52" y="117"/>
                      <a:pt x="65" y="60"/>
                      <a:pt x="108" y="23"/>
                    </a:cubicBezTo>
                    <a:cubicBezTo>
                      <a:pt x="124" y="9"/>
                      <a:pt x="144" y="4"/>
                      <a:pt x="165" y="4"/>
                    </a:cubicBezTo>
                    <a:cubicBezTo>
                      <a:pt x="204" y="4"/>
                      <a:pt x="244" y="21"/>
                      <a:pt x="262" y="32"/>
                    </a:cubicBezTo>
                    <a:cubicBezTo>
                      <a:pt x="277" y="40"/>
                      <a:pt x="287" y="54"/>
                      <a:pt x="293" y="72"/>
                    </a:cubicBezTo>
                    <a:cubicBezTo>
                      <a:pt x="300" y="89"/>
                      <a:pt x="304" y="110"/>
                      <a:pt x="304" y="131"/>
                    </a:cubicBezTo>
                    <a:cubicBezTo>
                      <a:pt x="305" y="133"/>
                      <a:pt x="305" y="135"/>
                      <a:pt x="305" y="138"/>
                    </a:cubicBezTo>
                    <a:cubicBezTo>
                      <a:pt x="305" y="157"/>
                      <a:pt x="301" y="177"/>
                      <a:pt x="298" y="192"/>
                    </a:cubicBezTo>
                    <a:cubicBezTo>
                      <a:pt x="297" y="199"/>
                      <a:pt x="295" y="205"/>
                      <a:pt x="294" y="210"/>
                    </a:cubicBezTo>
                    <a:cubicBezTo>
                      <a:pt x="293" y="212"/>
                      <a:pt x="293" y="214"/>
                      <a:pt x="293" y="215"/>
                    </a:cubicBezTo>
                    <a:cubicBezTo>
                      <a:pt x="292" y="216"/>
                      <a:pt x="292" y="217"/>
                      <a:pt x="292" y="217"/>
                    </a:cubicBezTo>
                    <a:cubicBezTo>
                      <a:pt x="292" y="217"/>
                      <a:pt x="292" y="218"/>
                      <a:pt x="292" y="218"/>
                    </a:cubicBezTo>
                    <a:cubicBezTo>
                      <a:pt x="293" y="219"/>
                      <a:pt x="294" y="219"/>
                      <a:pt x="294" y="219"/>
                    </a:cubicBezTo>
                    <a:cubicBezTo>
                      <a:pt x="295" y="219"/>
                      <a:pt x="296" y="219"/>
                      <a:pt x="297" y="219"/>
                    </a:cubicBezTo>
                    <a:cubicBezTo>
                      <a:pt x="298" y="219"/>
                      <a:pt x="300" y="219"/>
                      <a:pt x="300" y="220"/>
                    </a:cubicBezTo>
                    <a:cubicBezTo>
                      <a:pt x="302" y="220"/>
                      <a:pt x="303" y="222"/>
                      <a:pt x="303" y="223"/>
                    </a:cubicBezTo>
                    <a:cubicBezTo>
                      <a:pt x="304" y="225"/>
                      <a:pt x="304" y="227"/>
                      <a:pt x="304" y="229"/>
                    </a:cubicBezTo>
                    <a:cubicBezTo>
                      <a:pt x="304" y="233"/>
                      <a:pt x="304" y="236"/>
                      <a:pt x="303" y="238"/>
                    </a:cubicBezTo>
                    <a:cubicBezTo>
                      <a:pt x="300" y="246"/>
                      <a:pt x="296" y="253"/>
                      <a:pt x="287" y="271"/>
                    </a:cubicBezTo>
                    <a:cubicBezTo>
                      <a:pt x="284" y="278"/>
                      <a:pt x="280" y="282"/>
                      <a:pt x="277" y="284"/>
                    </a:cubicBezTo>
                    <a:cubicBezTo>
                      <a:pt x="273" y="286"/>
                      <a:pt x="270" y="286"/>
                      <a:pt x="269" y="286"/>
                    </a:cubicBezTo>
                    <a:cubicBezTo>
                      <a:pt x="268" y="286"/>
                      <a:pt x="268" y="286"/>
                      <a:pt x="267" y="286"/>
                    </a:cubicBezTo>
                    <a:cubicBezTo>
                      <a:pt x="267" y="286"/>
                      <a:pt x="267" y="286"/>
                      <a:pt x="267" y="286"/>
                    </a:cubicBezTo>
                    <a:cubicBezTo>
                      <a:pt x="267" y="286"/>
                      <a:pt x="267" y="286"/>
                      <a:pt x="267" y="286"/>
                    </a:cubicBezTo>
                    <a:cubicBezTo>
                      <a:pt x="267" y="286"/>
                      <a:pt x="267" y="286"/>
                      <a:pt x="267" y="286"/>
                    </a:cubicBezTo>
                    <a:cubicBezTo>
                      <a:pt x="267" y="286"/>
                      <a:pt x="267" y="286"/>
                      <a:pt x="267" y="286"/>
                    </a:cubicBezTo>
                    <a:cubicBezTo>
                      <a:pt x="267" y="286"/>
                      <a:pt x="267" y="286"/>
                      <a:pt x="267" y="286"/>
                    </a:cubicBezTo>
                    <a:cubicBezTo>
                      <a:pt x="267" y="286"/>
                      <a:pt x="267" y="286"/>
                      <a:pt x="267" y="286"/>
                    </a:cubicBezTo>
                    <a:cubicBezTo>
                      <a:pt x="267" y="286"/>
                      <a:pt x="267" y="286"/>
                      <a:pt x="267" y="286"/>
                    </a:cubicBezTo>
                    <a:cubicBezTo>
                      <a:pt x="266" y="286"/>
                      <a:pt x="265" y="286"/>
                      <a:pt x="265" y="287"/>
                    </a:cubicBezTo>
                    <a:cubicBezTo>
                      <a:pt x="263" y="295"/>
                      <a:pt x="258" y="302"/>
                      <a:pt x="254" y="308"/>
                    </a:cubicBezTo>
                    <a:cubicBezTo>
                      <a:pt x="251" y="311"/>
                      <a:pt x="249" y="313"/>
                      <a:pt x="248" y="315"/>
                    </a:cubicBezTo>
                    <a:cubicBezTo>
                      <a:pt x="247" y="316"/>
                      <a:pt x="246" y="316"/>
                      <a:pt x="246" y="317"/>
                    </a:cubicBezTo>
                    <a:cubicBezTo>
                      <a:pt x="245" y="317"/>
                      <a:pt x="245" y="317"/>
                      <a:pt x="245" y="317"/>
                    </a:cubicBezTo>
                    <a:cubicBezTo>
                      <a:pt x="245" y="318"/>
                      <a:pt x="245" y="318"/>
                      <a:pt x="245" y="319"/>
                    </a:cubicBezTo>
                    <a:cubicBezTo>
                      <a:pt x="244" y="327"/>
                      <a:pt x="244" y="335"/>
                      <a:pt x="244" y="343"/>
                    </a:cubicBezTo>
                    <a:cubicBezTo>
                      <a:pt x="244" y="389"/>
                      <a:pt x="255" y="415"/>
                      <a:pt x="267" y="429"/>
                    </a:cubicBezTo>
                    <a:cubicBezTo>
                      <a:pt x="279" y="443"/>
                      <a:pt x="291" y="445"/>
                      <a:pt x="291" y="446"/>
                    </a:cubicBezTo>
                    <a:cubicBezTo>
                      <a:pt x="292" y="444"/>
                      <a:pt x="292" y="444"/>
                      <a:pt x="292" y="444"/>
                    </a:cubicBezTo>
                    <a:cubicBezTo>
                      <a:pt x="290" y="444"/>
                      <a:pt x="290" y="444"/>
                      <a:pt x="290" y="444"/>
                    </a:cubicBezTo>
                    <a:cubicBezTo>
                      <a:pt x="290" y="444"/>
                      <a:pt x="290" y="444"/>
                      <a:pt x="290" y="444"/>
                    </a:cubicBezTo>
                    <a:cubicBezTo>
                      <a:pt x="290" y="444"/>
                      <a:pt x="290" y="445"/>
                      <a:pt x="290" y="446"/>
                    </a:cubicBezTo>
                    <a:cubicBezTo>
                      <a:pt x="290" y="452"/>
                      <a:pt x="288" y="465"/>
                      <a:pt x="272" y="477"/>
                    </a:cubicBezTo>
                    <a:cubicBezTo>
                      <a:pt x="256" y="489"/>
                      <a:pt x="225" y="500"/>
                      <a:pt x="167" y="500"/>
                    </a:cubicBezTo>
                    <a:cubicBezTo>
                      <a:pt x="165" y="500"/>
                      <a:pt x="162" y="500"/>
                      <a:pt x="160" y="500"/>
                    </a:cubicBezTo>
                    <a:cubicBezTo>
                      <a:pt x="88" y="499"/>
                      <a:pt x="49" y="479"/>
                      <a:pt x="28" y="460"/>
                    </a:cubicBezTo>
                    <a:cubicBezTo>
                      <a:pt x="18" y="450"/>
                      <a:pt x="12" y="441"/>
                      <a:pt x="8" y="434"/>
                    </a:cubicBezTo>
                    <a:cubicBezTo>
                      <a:pt x="6" y="430"/>
                      <a:pt x="5" y="427"/>
                      <a:pt x="4" y="425"/>
                    </a:cubicBezTo>
                    <a:cubicBezTo>
                      <a:pt x="4" y="424"/>
                      <a:pt x="4" y="423"/>
                      <a:pt x="4" y="423"/>
                    </a:cubicBezTo>
                    <a:cubicBezTo>
                      <a:pt x="4" y="422"/>
                      <a:pt x="4" y="422"/>
                      <a:pt x="4" y="422"/>
                    </a:cubicBezTo>
                    <a:cubicBezTo>
                      <a:pt x="4" y="422"/>
                      <a:pt x="4" y="422"/>
                      <a:pt x="4" y="422"/>
                    </a:cubicBezTo>
                    <a:cubicBezTo>
                      <a:pt x="2" y="422"/>
                      <a:pt x="2" y="422"/>
                      <a:pt x="2" y="422"/>
                    </a:cubicBezTo>
                    <a:cubicBezTo>
                      <a:pt x="3" y="424"/>
                      <a:pt x="3" y="424"/>
                      <a:pt x="3" y="424"/>
                    </a:cubicBezTo>
                    <a:cubicBezTo>
                      <a:pt x="32" y="403"/>
                      <a:pt x="47" y="370"/>
                      <a:pt x="54" y="340"/>
                    </a:cubicBezTo>
                    <a:cubicBezTo>
                      <a:pt x="62" y="311"/>
                      <a:pt x="63" y="284"/>
                      <a:pt x="63" y="275"/>
                    </a:cubicBezTo>
                    <a:cubicBezTo>
                      <a:pt x="63" y="273"/>
                      <a:pt x="63" y="272"/>
                      <a:pt x="63" y="272"/>
                    </a:cubicBezTo>
                    <a:cubicBezTo>
                      <a:pt x="63" y="271"/>
                      <a:pt x="63" y="271"/>
                      <a:pt x="63" y="270"/>
                    </a:cubicBezTo>
                    <a:cubicBezTo>
                      <a:pt x="62" y="269"/>
                      <a:pt x="61" y="267"/>
                      <a:pt x="60" y="264"/>
                    </a:cubicBezTo>
                    <a:cubicBezTo>
                      <a:pt x="59" y="261"/>
                      <a:pt x="58" y="256"/>
                      <a:pt x="58" y="252"/>
                    </a:cubicBezTo>
                    <a:cubicBezTo>
                      <a:pt x="57" y="251"/>
                      <a:pt x="57" y="249"/>
                      <a:pt x="57" y="248"/>
                    </a:cubicBezTo>
                    <a:cubicBezTo>
                      <a:pt x="57" y="247"/>
                      <a:pt x="57" y="246"/>
                      <a:pt x="57" y="246"/>
                    </a:cubicBezTo>
                    <a:cubicBezTo>
                      <a:pt x="57" y="245"/>
                      <a:pt x="56" y="244"/>
                      <a:pt x="55" y="245"/>
                    </a:cubicBezTo>
                    <a:cubicBezTo>
                      <a:pt x="54" y="245"/>
                      <a:pt x="54" y="245"/>
                      <a:pt x="53" y="245"/>
                    </a:cubicBezTo>
                    <a:cubicBezTo>
                      <a:pt x="47" y="245"/>
                      <a:pt x="43" y="243"/>
                      <a:pt x="39" y="239"/>
                    </a:cubicBezTo>
                    <a:cubicBezTo>
                      <a:pt x="33" y="234"/>
                      <a:pt x="29" y="226"/>
                      <a:pt x="26" y="217"/>
                    </a:cubicBezTo>
                    <a:cubicBezTo>
                      <a:pt x="23" y="207"/>
                      <a:pt x="22" y="198"/>
                      <a:pt x="22" y="190"/>
                    </a:cubicBezTo>
                    <a:cubicBezTo>
                      <a:pt x="22" y="184"/>
                      <a:pt x="23" y="179"/>
                      <a:pt x="24" y="176"/>
                    </a:cubicBezTo>
                    <a:cubicBezTo>
                      <a:pt x="25" y="174"/>
                      <a:pt x="26" y="173"/>
                      <a:pt x="27" y="172"/>
                    </a:cubicBezTo>
                    <a:cubicBezTo>
                      <a:pt x="28" y="171"/>
                      <a:pt x="30" y="171"/>
                      <a:pt x="32" y="171"/>
                    </a:cubicBezTo>
                    <a:cubicBezTo>
                      <a:pt x="34" y="171"/>
                      <a:pt x="37" y="172"/>
                      <a:pt x="40" y="173"/>
                    </a:cubicBezTo>
                    <a:cubicBezTo>
                      <a:pt x="41" y="173"/>
                      <a:pt x="42" y="173"/>
                      <a:pt x="42" y="174"/>
                    </a:cubicBezTo>
                    <a:cubicBezTo>
                      <a:pt x="43" y="174"/>
                      <a:pt x="43" y="174"/>
                      <a:pt x="43" y="174"/>
                    </a:cubicBezTo>
                    <a:cubicBezTo>
                      <a:pt x="43" y="174"/>
                      <a:pt x="43" y="174"/>
                      <a:pt x="43" y="174"/>
                    </a:cubicBezTo>
                    <a:cubicBezTo>
                      <a:pt x="44" y="175"/>
                      <a:pt x="45" y="175"/>
                      <a:pt x="45" y="174"/>
                    </a:cubicBezTo>
                    <a:cubicBezTo>
                      <a:pt x="46" y="174"/>
                      <a:pt x="46" y="173"/>
                      <a:pt x="46" y="173"/>
                    </a:cubicBezTo>
                    <a:cubicBezTo>
                      <a:pt x="46" y="149"/>
                      <a:pt x="50" y="131"/>
                      <a:pt x="51" y="126"/>
                    </a:cubicBezTo>
                    <a:cubicBezTo>
                      <a:pt x="51" y="125"/>
                      <a:pt x="51" y="125"/>
                      <a:pt x="51" y="125"/>
                    </a:cubicBezTo>
                    <a:cubicBezTo>
                      <a:pt x="51" y="125"/>
                      <a:pt x="51" y="125"/>
                      <a:pt x="51" y="125"/>
                    </a:cubicBezTo>
                    <a:lnTo>
                      <a:pt x="49" y="125"/>
                    </a:lnTo>
                    <a:close/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6479" name="Freeform 7">
                <a:extLst>
                  <a:ext uri="{FF2B5EF4-FFF2-40B4-BE49-F238E27FC236}">
                    <a16:creationId xmlns:a16="http://schemas.microsoft.com/office/drawing/2014/main" id="{2E09852B-DB40-4FD6-AC4E-86D107B039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9" y="877"/>
                <a:ext cx="61" cy="51"/>
              </a:xfrm>
              <a:custGeom>
                <a:avLst/>
                <a:gdLst>
                  <a:gd name="T0" fmla="*/ 1 w 54"/>
                  <a:gd name="T1" fmla="*/ 9 h 44"/>
                  <a:gd name="T2" fmla="*/ 71 w 54"/>
                  <a:gd name="T3" fmla="*/ 68 h 44"/>
                  <a:gd name="T4" fmla="*/ 46 w 54"/>
                  <a:gd name="T5" fmla="*/ 22 h 44"/>
                  <a:gd name="T6" fmla="*/ 1 w 54"/>
                  <a:gd name="T7" fmla="*/ 9 h 4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4" h="44">
                    <a:moveTo>
                      <a:pt x="1" y="6"/>
                    </a:moveTo>
                    <a:cubicBezTo>
                      <a:pt x="0" y="11"/>
                      <a:pt x="43" y="13"/>
                      <a:pt x="50" y="44"/>
                    </a:cubicBezTo>
                    <a:cubicBezTo>
                      <a:pt x="50" y="44"/>
                      <a:pt x="54" y="27"/>
                      <a:pt x="32" y="14"/>
                    </a:cubicBezTo>
                    <a:cubicBezTo>
                      <a:pt x="10" y="0"/>
                      <a:pt x="4" y="1"/>
                      <a:pt x="1" y="6"/>
                    </a:cubicBezTo>
                    <a:close/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6480" name="Freeform 8">
                <a:extLst>
                  <a:ext uri="{FF2B5EF4-FFF2-40B4-BE49-F238E27FC236}">
                    <a16:creationId xmlns:a16="http://schemas.microsoft.com/office/drawing/2014/main" id="{005644E7-E9A6-423B-B67F-EC2A426627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5" y="850"/>
                <a:ext cx="94" cy="27"/>
              </a:xfrm>
              <a:custGeom>
                <a:avLst/>
                <a:gdLst>
                  <a:gd name="T0" fmla="*/ 123 w 82"/>
                  <a:gd name="T1" fmla="*/ 18 h 24"/>
                  <a:gd name="T2" fmla="*/ 55 w 82"/>
                  <a:gd name="T3" fmla="*/ 18 h 24"/>
                  <a:gd name="T4" fmla="*/ 1 w 82"/>
                  <a:gd name="T5" fmla="*/ 34 h 24"/>
                  <a:gd name="T6" fmla="*/ 10 w 82"/>
                  <a:gd name="T7" fmla="*/ 26 h 24"/>
                  <a:gd name="T8" fmla="*/ 52 w 82"/>
                  <a:gd name="T9" fmla="*/ 10 h 24"/>
                  <a:gd name="T10" fmla="*/ 123 w 82"/>
                  <a:gd name="T11" fmla="*/ 18 h 2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2" h="24">
                    <a:moveTo>
                      <a:pt x="81" y="12"/>
                    </a:moveTo>
                    <a:cubicBezTo>
                      <a:pt x="80" y="17"/>
                      <a:pt x="58" y="2"/>
                      <a:pt x="37" y="12"/>
                    </a:cubicBezTo>
                    <a:cubicBezTo>
                      <a:pt x="16" y="22"/>
                      <a:pt x="5" y="20"/>
                      <a:pt x="1" y="24"/>
                    </a:cubicBezTo>
                    <a:cubicBezTo>
                      <a:pt x="1" y="24"/>
                      <a:pt x="0" y="21"/>
                      <a:pt x="7" y="18"/>
                    </a:cubicBezTo>
                    <a:cubicBezTo>
                      <a:pt x="14" y="15"/>
                      <a:pt x="30" y="10"/>
                      <a:pt x="34" y="7"/>
                    </a:cubicBezTo>
                    <a:cubicBezTo>
                      <a:pt x="38" y="3"/>
                      <a:pt x="82" y="0"/>
                      <a:pt x="81" y="12"/>
                    </a:cubicBezTo>
                    <a:close/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6481" name="Freeform 9">
                <a:extLst>
                  <a:ext uri="{FF2B5EF4-FFF2-40B4-BE49-F238E27FC236}">
                    <a16:creationId xmlns:a16="http://schemas.microsoft.com/office/drawing/2014/main" id="{62FBB762-3E1A-46D2-8FDC-28DB862276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9" y="883"/>
                <a:ext cx="63" cy="30"/>
              </a:xfrm>
              <a:custGeom>
                <a:avLst/>
                <a:gdLst>
                  <a:gd name="T0" fmla="*/ 80 w 55"/>
                  <a:gd name="T1" fmla="*/ 32 h 26"/>
                  <a:gd name="T2" fmla="*/ 60 w 55"/>
                  <a:gd name="T3" fmla="*/ 36 h 26"/>
                  <a:gd name="T4" fmla="*/ 0 w 55"/>
                  <a:gd name="T5" fmla="*/ 23 h 26"/>
                  <a:gd name="T6" fmla="*/ 34 w 55"/>
                  <a:gd name="T7" fmla="*/ 2 h 26"/>
                  <a:gd name="T8" fmla="*/ 80 w 55"/>
                  <a:gd name="T9" fmla="*/ 32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5" h="26">
                    <a:moveTo>
                      <a:pt x="53" y="21"/>
                    </a:moveTo>
                    <a:cubicBezTo>
                      <a:pt x="51" y="24"/>
                      <a:pt x="46" y="22"/>
                      <a:pt x="39" y="23"/>
                    </a:cubicBezTo>
                    <a:cubicBezTo>
                      <a:pt x="31" y="24"/>
                      <a:pt x="7" y="26"/>
                      <a:pt x="0" y="15"/>
                    </a:cubicBezTo>
                    <a:cubicBezTo>
                      <a:pt x="0" y="15"/>
                      <a:pt x="7" y="0"/>
                      <a:pt x="23" y="2"/>
                    </a:cubicBezTo>
                    <a:cubicBezTo>
                      <a:pt x="38" y="5"/>
                      <a:pt x="55" y="17"/>
                      <a:pt x="53" y="2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6482" name="Freeform 10">
                <a:extLst>
                  <a:ext uri="{FF2B5EF4-FFF2-40B4-BE49-F238E27FC236}">
                    <a16:creationId xmlns:a16="http://schemas.microsoft.com/office/drawing/2014/main" id="{780F18C2-99CF-4513-92FF-C89B1DAC2A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1" y="917"/>
                <a:ext cx="54" cy="31"/>
              </a:xfrm>
              <a:custGeom>
                <a:avLst/>
                <a:gdLst>
                  <a:gd name="T0" fmla="*/ 1 w 47"/>
                  <a:gd name="T1" fmla="*/ 11 h 27"/>
                  <a:gd name="T2" fmla="*/ 24 w 47"/>
                  <a:gd name="T3" fmla="*/ 28 h 27"/>
                  <a:gd name="T4" fmla="*/ 71 w 47"/>
                  <a:gd name="T5" fmla="*/ 38 h 27"/>
                  <a:gd name="T6" fmla="*/ 37 w 47"/>
                  <a:gd name="T7" fmla="*/ 2 h 27"/>
                  <a:gd name="T8" fmla="*/ 1 w 47"/>
                  <a:gd name="T9" fmla="*/ 11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7" h="27">
                    <a:moveTo>
                      <a:pt x="1" y="8"/>
                    </a:moveTo>
                    <a:cubicBezTo>
                      <a:pt x="0" y="13"/>
                      <a:pt x="8" y="11"/>
                      <a:pt x="16" y="18"/>
                    </a:cubicBezTo>
                    <a:cubicBezTo>
                      <a:pt x="24" y="25"/>
                      <a:pt x="37" y="27"/>
                      <a:pt x="47" y="25"/>
                    </a:cubicBezTo>
                    <a:cubicBezTo>
                      <a:pt x="47" y="25"/>
                      <a:pt x="46" y="7"/>
                      <a:pt x="24" y="2"/>
                    </a:cubicBezTo>
                    <a:cubicBezTo>
                      <a:pt x="12" y="0"/>
                      <a:pt x="1" y="8"/>
                      <a:pt x="1" y="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6483" name="Freeform 11">
                <a:extLst>
                  <a:ext uri="{FF2B5EF4-FFF2-40B4-BE49-F238E27FC236}">
                    <a16:creationId xmlns:a16="http://schemas.microsoft.com/office/drawing/2014/main" id="{1F6C87AF-C30E-4A8A-9515-08918ACF38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3" y="909"/>
                <a:ext cx="44" cy="24"/>
              </a:xfrm>
              <a:custGeom>
                <a:avLst/>
                <a:gdLst>
                  <a:gd name="T0" fmla="*/ 2 w 39"/>
                  <a:gd name="T1" fmla="*/ 3 h 21"/>
                  <a:gd name="T2" fmla="*/ 2 w 39"/>
                  <a:gd name="T3" fmla="*/ 3 h 21"/>
                  <a:gd name="T4" fmla="*/ 12 w 39"/>
                  <a:gd name="T5" fmla="*/ 2 h 21"/>
                  <a:gd name="T6" fmla="*/ 34 w 39"/>
                  <a:gd name="T7" fmla="*/ 8 h 21"/>
                  <a:gd name="T8" fmla="*/ 53 w 39"/>
                  <a:gd name="T9" fmla="*/ 30 h 21"/>
                  <a:gd name="T10" fmla="*/ 55 w 39"/>
                  <a:gd name="T11" fmla="*/ 30 h 21"/>
                  <a:gd name="T12" fmla="*/ 56 w 39"/>
                  <a:gd name="T13" fmla="*/ 29 h 21"/>
                  <a:gd name="T14" fmla="*/ 36 w 39"/>
                  <a:gd name="T15" fmla="*/ 7 h 21"/>
                  <a:gd name="T16" fmla="*/ 12 w 39"/>
                  <a:gd name="T17" fmla="*/ 0 h 21"/>
                  <a:gd name="T18" fmla="*/ 1 w 39"/>
                  <a:gd name="T19" fmla="*/ 1 h 21"/>
                  <a:gd name="T20" fmla="*/ 0 w 39"/>
                  <a:gd name="T21" fmla="*/ 2 h 21"/>
                  <a:gd name="T22" fmla="*/ 2 w 39"/>
                  <a:gd name="T23" fmla="*/ 3 h 2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9" h="21">
                    <a:moveTo>
                      <a:pt x="2" y="3"/>
                    </a:moveTo>
                    <a:cubicBezTo>
                      <a:pt x="2" y="3"/>
                      <a:pt x="2" y="3"/>
                      <a:pt x="2" y="3"/>
                    </a:cubicBezTo>
                    <a:cubicBezTo>
                      <a:pt x="3" y="3"/>
                      <a:pt x="6" y="2"/>
                      <a:pt x="9" y="2"/>
                    </a:cubicBezTo>
                    <a:cubicBezTo>
                      <a:pt x="13" y="2"/>
                      <a:pt x="19" y="3"/>
                      <a:pt x="24" y="5"/>
                    </a:cubicBezTo>
                    <a:cubicBezTo>
                      <a:pt x="29" y="8"/>
                      <a:pt x="34" y="12"/>
                      <a:pt x="37" y="20"/>
                    </a:cubicBezTo>
                    <a:cubicBezTo>
                      <a:pt x="37" y="20"/>
                      <a:pt x="38" y="21"/>
                      <a:pt x="38" y="20"/>
                    </a:cubicBezTo>
                    <a:cubicBezTo>
                      <a:pt x="39" y="20"/>
                      <a:pt x="39" y="20"/>
                      <a:pt x="39" y="19"/>
                    </a:cubicBezTo>
                    <a:cubicBezTo>
                      <a:pt x="36" y="11"/>
                      <a:pt x="30" y="6"/>
                      <a:pt x="25" y="4"/>
                    </a:cubicBezTo>
                    <a:cubicBezTo>
                      <a:pt x="19" y="1"/>
                      <a:pt x="13" y="0"/>
                      <a:pt x="9" y="0"/>
                    </a:cubicBezTo>
                    <a:cubicBezTo>
                      <a:pt x="4" y="0"/>
                      <a:pt x="1" y="1"/>
                      <a:pt x="1" y="1"/>
                    </a:cubicBezTo>
                    <a:cubicBezTo>
                      <a:pt x="1" y="1"/>
                      <a:pt x="0" y="2"/>
                      <a:pt x="0" y="2"/>
                    </a:cubicBezTo>
                    <a:cubicBezTo>
                      <a:pt x="0" y="3"/>
                      <a:pt x="1" y="3"/>
                      <a:pt x="2" y="3"/>
                    </a:cubicBezTo>
                    <a:close/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6484" name="Freeform 12">
                <a:extLst>
                  <a:ext uri="{FF2B5EF4-FFF2-40B4-BE49-F238E27FC236}">
                    <a16:creationId xmlns:a16="http://schemas.microsoft.com/office/drawing/2014/main" id="{259B0F05-9BD6-43FA-8D4F-6DBE4DD321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4" y="877"/>
                <a:ext cx="48" cy="15"/>
              </a:xfrm>
              <a:custGeom>
                <a:avLst/>
                <a:gdLst>
                  <a:gd name="T0" fmla="*/ 63 w 42"/>
                  <a:gd name="T1" fmla="*/ 17 h 13"/>
                  <a:gd name="T2" fmla="*/ 21 w 42"/>
                  <a:gd name="T3" fmla="*/ 0 h 13"/>
                  <a:gd name="T4" fmla="*/ 0 w 42"/>
                  <a:gd name="T5" fmla="*/ 3 h 13"/>
                  <a:gd name="T6" fmla="*/ 0 w 42"/>
                  <a:gd name="T7" fmla="*/ 7 h 13"/>
                  <a:gd name="T8" fmla="*/ 1 w 42"/>
                  <a:gd name="T9" fmla="*/ 8 h 13"/>
                  <a:gd name="T10" fmla="*/ 21 w 42"/>
                  <a:gd name="T11" fmla="*/ 2 h 13"/>
                  <a:gd name="T12" fmla="*/ 49 w 42"/>
                  <a:gd name="T13" fmla="*/ 10 h 13"/>
                  <a:gd name="T14" fmla="*/ 56 w 42"/>
                  <a:gd name="T15" fmla="*/ 17 h 13"/>
                  <a:gd name="T16" fmla="*/ 61 w 42"/>
                  <a:gd name="T17" fmla="*/ 18 h 13"/>
                  <a:gd name="T18" fmla="*/ 61 w 42"/>
                  <a:gd name="T19" fmla="*/ 18 h 13"/>
                  <a:gd name="T20" fmla="*/ 63 w 42"/>
                  <a:gd name="T21" fmla="*/ 18 h 13"/>
                  <a:gd name="T22" fmla="*/ 63 w 42"/>
                  <a:gd name="T23" fmla="*/ 17 h 1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42" h="13">
                    <a:moveTo>
                      <a:pt x="42" y="11"/>
                    </a:moveTo>
                    <a:cubicBezTo>
                      <a:pt x="42" y="11"/>
                      <a:pt x="30" y="0"/>
                      <a:pt x="14" y="0"/>
                    </a:cubicBezTo>
                    <a:cubicBezTo>
                      <a:pt x="10" y="0"/>
                      <a:pt x="5" y="1"/>
                      <a:pt x="0" y="3"/>
                    </a:cubicBezTo>
                    <a:cubicBezTo>
                      <a:pt x="0" y="3"/>
                      <a:pt x="0" y="4"/>
                      <a:pt x="0" y="4"/>
                    </a:cubicBezTo>
                    <a:cubicBezTo>
                      <a:pt x="0" y="5"/>
                      <a:pt x="1" y="5"/>
                      <a:pt x="1" y="5"/>
                    </a:cubicBezTo>
                    <a:cubicBezTo>
                      <a:pt x="6" y="3"/>
                      <a:pt x="10" y="2"/>
                      <a:pt x="14" y="2"/>
                    </a:cubicBezTo>
                    <a:cubicBezTo>
                      <a:pt x="21" y="2"/>
                      <a:pt x="28" y="4"/>
                      <a:pt x="33" y="7"/>
                    </a:cubicBezTo>
                    <a:cubicBezTo>
                      <a:pt x="35" y="8"/>
                      <a:pt x="37" y="10"/>
                      <a:pt x="38" y="11"/>
                    </a:cubicBezTo>
                    <a:cubicBezTo>
                      <a:pt x="39" y="11"/>
                      <a:pt x="39" y="12"/>
                      <a:pt x="40" y="12"/>
                    </a:cubicBezTo>
                    <a:cubicBezTo>
                      <a:pt x="40" y="12"/>
                      <a:pt x="40" y="12"/>
                      <a:pt x="40" y="12"/>
                    </a:cubicBezTo>
                    <a:cubicBezTo>
                      <a:pt x="41" y="13"/>
                      <a:pt x="41" y="13"/>
                      <a:pt x="42" y="12"/>
                    </a:cubicBezTo>
                    <a:cubicBezTo>
                      <a:pt x="42" y="12"/>
                      <a:pt x="42" y="11"/>
                      <a:pt x="42" y="11"/>
                    </a:cubicBezTo>
                    <a:close/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6485" name="Freeform 13">
                <a:extLst>
                  <a:ext uri="{FF2B5EF4-FFF2-40B4-BE49-F238E27FC236}">
                    <a16:creationId xmlns:a16="http://schemas.microsoft.com/office/drawing/2014/main" id="{C6B7C8CF-7694-4730-B578-C2EF745D5F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7" y="940"/>
                <a:ext cx="15" cy="22"/>
              </a:xfrm>
              <a:custGeom>
                <a:avLst/>
                <a:gdLst>
                  <a:gd name="T0" fmla="*/ 20 w 13"/>
                  <a:gd name="T1" fmla="*/ 0 h 19"/>
                  <a:gd name="T2" fmla="*/ 17 w 13"/>
                  <a:gd name="T3" fmla="*/ 29 h 19"/>
                  <a:gd name="T4" fmla="*/ 20 w 13"/>
                  <a:gd name="T5" fmla="*/ 0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9">
                    <a:moveTo>
                      <a:pt x="13" y="0"/>
                    </a:moveTo>
                    <a:cubicBezTo>
                      <a:pt x="13" y="0"/>
                      <a:pt x="0" y="8"/>
                      <a:pt x="11" y="19"/>
                    </a:cubicBezTo>
                    <a:cubicBezTo>
                      <a:pt x="11" y="19"/>
                      <a:pt x="5" y="9"/>
                      <a:pt x="13" y="0"/>
                    </a:cubicBezTo>
                    <a:close/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6486" name="Freeform 14">
                <a:extLst>
                  <a:ext uri="{FF2B5EF4-FFF2-40B4-BE49-F238E27FC236}">
                    <a16:creationId xmlns:a16="http://schemas.microsoft.com/office/drawing/2014/main" id="{DE5D7986-7853-4FA9-9221-542F2BDEE6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3" y="956"/>
                <a:ext cx="20" cy="23"/>
              </a:xfrm>
              <a:custGeom>
                <a:avLst/>
                <a:gdLst>
                  <a:gd name="T0" fmla="*/ 19 w 17"/>
                  <a:gd name="T1" fmla="*/ 0 h 20"/>
                  <a:gd name="T2" fmla="*/ 0 w 17"/>
                  <a:gd name="T3" fmla="*/ 24 h 20"/>
                  <a:gd name="T4" fmla="*/ 19 w 17"/>
                  <a:gd name="T5" fmla="*/ 0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20">
                    <a:moveTo>
                      <a:pt x="12" y="0"/>
                    </a:moveTo>
                    <a:cubicBezTo>
                      <a:pt x="12" y="0"/>
                      <a:pt x="13" y="14"/>
                      <a:pt x="0" y="16"/>
                    </a:cubicBezTo>
                    <a:cubicBezTo>
                      <a:pt x="0" y="16"/>
                      <a:pt x="17" y="20"/>
                      <a:pt x="12" y="0"/>
                    </a:cubicBezTo>
                    <a:close/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6487" name="Freeform 15">
                <a:extLst>
                  <a:ext uri="{FF2B5EF4-FFF2-40B4-BE49-F238E27FC236}">
                    <a16:creationId xmlns:a16="http://schemas.microsoft.com/office/drawing/2014/main" id="{18DAD57D-C208-4F4A-95C4-82D9468ABA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0" y="952"/>
                <a:ext cx="7" cy="17"/>
              </a:xfrm>
              <a:custGeom>
                <a:avLst/>
                <a:gdLst>
                  <a:gd name="T0" fmla="*/ 6 w 6"/>
                  <a:gd name="T1" fmla="*/ 1 h 15"/>
                  <a:gd name="T2" fmla="*/ 0 w 6"/>
                  <a:gd name="T3" fmla="*/ 7 h 15"/>
                  <a:gd name="T4" fmla="*/ 1 w 6"/>
                  <a:gd name="T5" fmla="*/ 11 h 15"/>
                  <a:gd name="T6" fmla="*/ 2 w 6"/>
                  <a:gd name="T7" fmla="*/ 22 h 15"/>
                  <a:gd name="T8" fmla="*/ 9 w 6"/>
                  <a:gd name="T9" fmla="*/ 11 h 15"/>
                  <a:gd name="T10" fmla="*/ 6 w 6"/>
                  <a:gd name="T11" fmla="*/ 2 h 1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" h="15">
                    <a:moveTo>
                      <a:pt x="3" y="1"/>
                    </a:moveTo>
                    <a:cubicBezTo>
                      <a:pt x="2" y="0"/>
                      <a:pt x="0" y="3"/>
                      <a:pt x="0" y="4"/>
                    </a:cubicBezTo>
                    <a:cubicBezTo>
                      <a:pt x="0" y="6"/>
                      <a:pt x="0" y="6"/>
                      <a:pt x="1" y="8"/>
                    </a:cubicBezTo>
                    <a:cubicBezTo>
                      <a:pt x="4" y="11"/>
                      <a:pt x="1" y="12"/>
                      <a:pt x="2" y="15"/>
                    </a:cubicBezTo>
                    <a:cubicBezTo>
                      <a:pt x="4" y="15"/>
                      <a:pt x="6" y="10"/>
                      <a:pt x="6" y="8"/>
                    </a:cubicBezTo>
                    <a:cubicBezTo>
                      <a:pt x="6" y="5"/>
                      <a:pt x="5" y="3"/>
                      <a:pt x="3" y="2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6488" name="Freeform 16">
                <a:extLst>
                  <a:ext uri="{FF2B5EF4-FFF2-40B4-BE49-F238E27FC236}">
                    <a16:creationId xmlns:a16="http://schemas.microsoft.com/office/drawing/2014/main" id="{C53C8A38-60B4-4668-8ABC-870A55D731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8" y="946"/>
                <a:ext cx="13" cy="15"/>
              </a:xfrm>
              <a:custGeom>
                <a:avLst/>
                <a:gdLst>
                  <a:gd name="T0" fmla="*/ 15 w 12"/>
                  <a:gd name="T1" fmla="*/ 3 h 13"/>
                  <a:gd name="T2" fmla="*/ 10 w 12"/>
                  <a:gd name="T3" fmla="*/ 0 h 13"/>
                  <a:gd name="T4" fmla="*/ 3 w 12"/>
                  <a:gd name="T5" fmla="*/ 7 h 13"/>
                  <a:gd name="T6" fmla="*/ 4 w 12"/>
                  <a:gd name="T7" fmla="*/ 20 h 13"/>
                  <a:gd name="T8" fmla="*/ 4 w 12"/>
                  <a:gd name="T9" fmla="*/ 16 h 13"/>
                  <a:gd name="T10" fmla="*/ 11 w 12"/>
                  <a:gd name="T11" fmla="*/ 12 h 13"/>
                  <a:gd name="T12" fmla="*/ 15 w 12"/>
                  <a:gd name="T13" fmla="*/ 3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3">
                    <a:moveTo>
                      <a:pt x="12" y="3"/>
                    </a:moveTo>
                    <a:cubicBezTo>
                      <a:pt x="12" y="2"/>
                      <a:pt x="9" y="0"/>
                      <a:pt x="7" y="0"/>
                    </a:cubicBezTo>
                    <a:cubicBezTo>
                      <a:pt x="5" y="0"/>
                      <a:pt x="4" y="3"/>
                      <a:pt x="3" y="4"/>
                    </a:cubicBezTo>
                    <a:cubicBezTo>
                      <a:pt x="2" y="6"/>
                      <a:pt x="0" y="12"/>
                      <a:pt x="4" y="13"/>
                    </a:cubicBezTo>
                    <a:cubicBezTo>
                      <a:pt x="4" y="12"/>
                      <a:pt x="4" y="11"/>
                      <a:pt x="4" y="10"/>
                    </a:cubicBezTo>
                    <a:cubicBezTo>
                      <a:pt x="5" y="9"/>
                      <a:pt x="6" y="9"/>
                      <a:pt x="8" y="8"/>
                    </a:cubicBezTo>
                    <a:cubicBezTo>
                      <a:pt x="10" y="8"/>
                      <a:pt x="12" y="5"/>
                      <a:pt x="12" y="3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6489" name="Freeform 17">
                <a:extLst>
                  <a:ext uri="{FF2B5EF4-FFF2-40B4-BE49-F238E27FC236}">
                    <a16:creationId xmlns:a16="http://schemas.microsoft.com/office/drawing/2014/main" id="{57011AC8-4266-486F-9583-E86CE767B3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8" y="1054"/>
                <a:ext cx="39" cy="13"/>
              </a:xfrm>
              <a:custGeom>
                <a:avLst/>
                <a:gdLst>
                  <a:gd name="T0" fmla="*/ 0 w 34"/>
                  <a:gd name="T1" fmla="*/ 2 h 11"/>
                  <a:gd name="T2" fmla="*/ 2 w 34"/>
                  <a:gd name="T3" fmla="*/ 7 h 11"/>
                  <a:gd name="T4" fmla="*/ 24 w 34"/>
                  <a:gd name="T5" fmla="*/ 8 h 11"/>
                  <a:gd name="T6" fmla="*/ 41 w 34"/>
                  <a:gd name="T7" fmla="*/ 13 h 11"/>
                  <a:gd name="T8" fmla="*/ 52 w 34"/>
                  <a:gd name="T9" fmla="*/ 18 h 11"/>
                  <a:gd name="T10" fmla="*/ 23 w 34"/>
                  <a:gd name="T11" fmla="*/ 2 h 11"/>
                  <a:gd name="T12" fmla="*/ 1 w 34"/>
                  <a:gd name="T13" fmla="*/ 2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4" h="11">
                    <a:moveTo>
                      <a:pt x="0" y="2"/>
                    </a:moveTo>
                    <a:cubicBezTo>
                      <a:pt x="0" y="4"/>
                      <a:pt x="0" y="5"/>
                      <a:pt x="2" y="4"/>
                    </a:cubicBezTo>
                    <a:cubicBezTo>
                      <a:pt x="7" y="4"/>
                      <a:pt x="11" y="4"/>
                      <a:pt x="16" y="5"/>
                    </a:cubicBezTo>
                    <a:cubicBezTo>
                      <a:pt x="20" y="5"/>
                      <a:pt x="23" y="7"/>
                      <a:pt x="27" y="8"/>
                    </a:cubicBezTo>
                    <a:cubicBezTo>
                      <a:pt x="30" y="9"/>
                      <a:pt x="32" y="10"/>
                      <a:pt x="34" y="11"/>
                    </a:cubicBezTo>
                    <a:cubicBezTo>
                      <a:pt x="29" y="6"/>
                      <a:pt x="22" y="4"/>
                      <a:pt x="15" y="2"/>
                    </a:cubicBezTo>
                    <a:cubicBezTo>
                      <a:pt x="12" y="1"/>
                      <a:pt x="4" y="0"/>
                      <a:pt x="1" y="2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6490" name="Freeform 18">
                <a:extLst>
                  <a:ext uri="{FF2B5EF4-FFF2-40B4-BE49-F238E27FC236}">
                    <a16:creationId xmlns:a16="http://schemas.microsoft.com/office/drawing/2014/main" id="{DDC40B9F-B9E6-48D6-ACA3-36FE74F5A7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8" y="996"/>
                <a:ext cx="8" cy="13"/>
              </a:xfrm>
              <a:custGeom>
                <a:avLst/>
                <a:gdLst>
                  <a:gd name="T0" fmla="*/ 10 w 7"/>
                  <a:gd name="T1" fmla="*/ 6 h 11"/>
                  <a:gd name="T2" fmla="*/ 3 w 7"/>
                  <a:gd name="T3" fmla="*/ 9 h 11"/>
                  <a:gd name="T4" fmla="*/ 2 w 7"/>
                  <a:gd name="T5" fmla="*/ 17 h 11"/>
                  <a:gd name="T6" fmla="*/ 8 w 7"/>
                  <a:gd name="T7" fmla="*/ 2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11">
                    <a:moveTo>
                      <a:pt x="7" y="3"/>
                    </a:moveTo>
                    <a:cubicBezTo>
                      <a:pt x="5" y="3"/>
                      <a:pt x="4" y="4"/>
                      <a:pt x="3" y="6"/>
                    </a:cubicBezTo>
                    <a:cubicBezTo>
                      <a:pt x="3" y="7"/>
                      <a:pt x="3" y="10"/>
                      <a:pt x="2" y="10"/>
                    </a:cubicBezTo>
                    <a:cubicBezTo>
                      <a:pt x="0" y="11"/>
                      <a:pt x="0" y="0"/>
                      <a:pt x="5" y="2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6491" name="Freeform 19">
                <a:extLst>
                  <a:ext uri="{FF2B5EF4-FFF2-40B4-BE49-F238E27FC236}">
                    <a16:creationId xmlns:a16="http://schemas.microsoft.com/office/drawing/2014/main" id="{D23DAFC2-3B9D-484E-8AD0-526CA46208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5" y="1061"/>
                <a:ext cx="45" cy="56"/>
              </a:xfrm>
              <a:custGeom>
                <a:avLst/>
                <a:gdLst>
                  <a:gd name="T0" fmla="*/ 1 w 39"/>
                  <a:gd name="T1" fmla="*/ 0 h 49"/>
                  <a:gd name="T2" fmla="*/ 31 w 39"/>
                  <a:gd name="T3" fmla="*/ 45 h 49"/>
                  <a:gd name="T4" fmla="*/ 50 w 39"/>
                  <a:gd name="T5" fmla="*/ 63 h 49"/>
                  <a:gd name="T6" fmla="*/ 60 w 39"/>
                  <a:gd name="T7" fmla="*/ 73 h 49"/>
                  <a:gd name="T8" fmla="*/ 50 w 39"/>
                  <a:gd name="T9" fmla="*/ 65 h 49"/>
                  <a:gd name="T10" fmla="*/ 31 w 39"/>
                  <a:gd name="T11" fmla="*/ 54 h 49"/>
                  <a:gd name="T12" fmla="*/ 12 w 39"/>
                  <a:gd name="T13" fmla="*/ 34 h 49"/>
                  <a:gd name="T14" fmla="*/ 0 w 39"/>
                  <a:gd name="T15" fmla="*/ 1 h 4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9" h="49">
                    <a:moveTo>
                      <a:pt x="1" y="0"/>
                    </a:moveTo>
                    <a:cubicBezTo>
                      <a:pt x="4" y="11"/>
                      <a:pt x="12" y="21"/>
                      <a:pt x="20" y="30"/>
                    </a:cubicBezTo>
                    <a:cubicBezTo>
                      <a:pt x="24" y="34"/>
                      <a:pt x="28" y="38"/>
                      <a:pt x="32" y="42"/>
                    </a:cubicBezTo>
                    <a:cubicBezTo>
                      <a:pt x="34" y="44"/>
                      <a:pt x="36" y="47"/>
                      <a:pt x="39" y="49"/>
                    </a:cubicBezTo>
                    <a:cubicBezTo>
                      <a:pt x="36" y="49"/>
                      <a:pt x="34" y="46"/>
                      <a:pt x="32" y="44"/>
                    </a:cubicBezTo>
                    <a:cubicBezTo>
                      <a:pt x="28" y="42"/>
                      <a:pt x="24" y="39"/>
                      <a:pt x="20" y="36"/>
                    </a:cubicBezTo>
                    <a:cubicBezTo>
                      <a:pt x="16" y="32"/>
                      <a:pt x="12" y="28"/>
                      <a:pt x="8" y="23"/>
                    </a:cubicBezTo>
                    <a:cubicBezTo>
                      <a:pt x="3" y="16"/>
                      <a:pt x="2" y="9"/>
                      <a:pt x="0" y="1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6492" name="Freeform 20">
                <a:extLst>
                  <a:ext uri="{FF2B5EF4-FFF2-40B4-BE49-F238E27FC236}">
                    <a16:creationId xmlns:a16="http://schemas.microsoft.com/office/drawing/2014/main" id="{EB79E1AC-55FC-4F60-BFE4-7917B22C28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8" y="1122"/>
                <a:ext cx="8" cy="11"/>
              </a:xfrm>
              <a:custGeom>
                <a:avLst/>
                <a:gdLst>
                  <a:gd name="T0" fmla="*/ 0 w 7"/>
                  <a:gd name="T1" fmla="*/ 0 h 10"/>
                  <a:gd name="T2" fmla="*/ 7 w 7"/>
                  <a:gd name="T3" fmla="*/ 4 h 10"/>
                  <a:gd name="T4" fmla="*/ 10 w 7"/>
                  <a:gd name="T5" fmla="*/ 13 h 10"/>
                  <a:gd name="T6" fmla="*/ 0 w 7"/>
                  <a:gd name="T7" fmla="*/ 2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10">
                    <a:moveTo>
                      <a:pt x="0" y="0"/>
                    </a:moveTo>
                    <a:cubicBezTo>
                      <a:pt x="1" y="2"/>
                      <a:pt x="3" y="3"/>
                      <a:pt x="4" y="4"/>
                    </a:cubicBezTo>
                    <a:cubicBezTo>
                      <a:pt x="5" y="6"/>
                      <a:pt x="6" y="8"/>
                      <a:pt x="7" y="10"/>
                    </a:cubicBezTo>
                    <a:cubicBezTo>
                      <a:pt x="3" y="8"/>
                      <a:pt x="3" y="4"/>
                      <a:pt x="0" y="2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6493" name="Freeform 21">
                <a:extLst>
                  <a:ext uri="{FF2B5EF4-FFF2-40B4-BE49-F238E27FC236}">
                    <a16:creationId xmlns:a16="http://schemas.microsoft.com/office/drawing/2014/main" id="{E9E915A6-8EDB-4296-B6A9-18C67816C6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1" y="1142"/>
                <a:ext cx="37" cy="13"/>
              </a:xfrm>
              <a:custGeom>
                <a:avLst/>
                <a:gdLst>
                  <a:gd name="T0" fmla="*/ 1 w 32"/>
                  <a:gd name="T1" fmla="*/ 0 h 11"/>
                  <a:gd name="T2" fmla="*/ 27 w 32"/>
                  <a:gd name="T3" fmla="*/ 8 h 11"/>
                  <a:gd name="T4" fmla="*/ 50 w 32"/>
                  <a:gd name="T5" fmla="*/ 9 h 11"/>
                  <a:gd name="T6" fmla="*/ 0 w 32"/>
                  <a:gd name="T7" fmla="*/ 2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2" h="11">
                    <a:moveTo>
                      <a:pt x="1" y="0"/>
                    </a:moveTo>
                    <a:cubicBezTo>
                      <a:pt x="5" y="3"/>
                      <a:pt x="12" y="4"/>
                      <a:pt x="17" y="5"/>
                    </a:cubicBezTo>
                    <a:cubicBezTo>
                      <a:pt x="21" y="6"/>
                      <a:pt x="28" y="8"/>
                      <a:pt x="32" y="6"/>
                    </a:cubicBezTo>
                    <a:cubicBezTo>
                      <a:pt x="21" y="11"/>
                      <a:pt x="10" y="5"/>
                      <a:pt x="0" y="2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6494" name="Freeform 22">
                <a:extLst>
                  <a:ext uri="{FF2B5EF4-FFF2-40B4-BE49-F238E27FC236}">
                    <a16:creationId xmlns:a16="http://schemas.microsoft.com/office/drawing/2014/main" id="{5C6737B1-E790-4927-8C94-C37B11DE85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6" y="1118"/>
                <a:ext cx="15" cy="10"/>
              </a:xfrm>
              <a:custGeom>
                <a:avLst/>
                <a:gdLst>
                  <a:gd name="T0" fmla="*/ 16 w 13"/>
                  <a:gd name="T1" fmla="*/ 0 h 9"/>
                  <a:gd name="T2" fmla="*/ 8 w 13"/>
                  <a:gd name="T3" fmla="*/ 8 h 9"/>
                  <a:gd name="T4" fmla="*/ 0 w 13"/>
                  <a:gd name="T5" fmla="*/ 11 h 9"/>
                  <a:gd name="T6" fmla="*/ 20 w 13"/>
                  <a:gd name="T7" fmla="*/ 2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9">
                    <a:moveTo>
                      <a:pt x="10" y="0"/>
                    </a:moveTo>
                    <a:cubicBezTo>
                      <a:pt x="9" y="1"/>
                      <a:pt x="7" y="3"/>
                      <a:pt x="5" y="5"/>
                    </a:cubicBezTo>
                    <a:cubicBezTo>
                      <a:pt x="4" y="6"/>
                      <a:pt x="2" y="7"/>
                      <a:pt x="0" y="8"/>
                    </a:cubicBezTo>
                    <a:cubicBezTo>
                      <a:pt x="4" y="9"/>
                      <a:pt x="11" y="6"/>
                      <a:pt x="13" y="2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6495" name="Freeform 23">
                <a:extLst>
                  <a:ext uri="{FF2B5EF4-FFF2-40B4-BE49-F238E27FC236}">
                    <a16:creationId xmlns:a16="http://schemas.microsoft.com/office/drawing/2014/main" id="{CD654980-DA77-46BF-806D-14B922DE94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8" y="1011"/>
                <a:ext cx="31" cy="80"/>
              </a:xfrm>
              <a:custGeom>
                <a:avLst/>
                <a:gdLst>
                  <a:gd name="T0" fmla="*/ 1 w 27"/>
                  <a:gd name="T1" fmla="*/ 102 h 70"/>
                  <a:gd name="T2" fmla="*/ 0 w 27"/>
                  <a:gd name="T3" fmla="*/ 103 h 70"/>
                  <a:gd name="T4" fmla="*/ 8 w 27"/>
                  <a:gd name="T5" fmla="*/ 75 h 70"/>
                  <a:gd name="T6" fmla="*/ 17 w 27"/>
                  <a:gd name="T7" fmla="*/ 51 h 70"/>
                  <a:gd name="T8" fmla="*/ 30 w 27"/>
                  <a:gd name="T9" fmla="*/ 19 h 70"/>
                  <a:gd name="T10" fmla="*/ 41 w 27"/>
                  <a:gd name="T11" fmla="*/ 0 h 70"/>
                  <a:gd name="T12" fmla="*/ 33 w 27"/>
                  <a:gd name="T13" fmla="*/ 31 h 70"/>
                  <a:gd name="T14" fmla="*/ 37 w 27"/>
                  <a:gd name="T15" fmla="*/ 45 h 70"/>
                  <a:gd name="T16" fmla="*/ 30 w 27"/>
                  <a:gd name="T17" fmla="*/ 56 h 70"/>
                  <a:gd name="T18" fmla="*/ 30 w 27"/>
                  <a:gd name="T19" fmla="*/ 35 h 70"/>
                  <a:gd name="T20" fmla="*/ 18 w 27"/>
                  <a:gd name="T21" fmla="*/ 71 h 70"/>
                  <a:gd name="T22" fmla="*/ 2 w 27"/>
                  <a:gd name="T23" fmla="*/ 104 h 7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7" h="70">
                    <a:moveTo>
                      <a:pt x="1" y="68"/>
                    </a:moveTo>
                    <a:cubicBezTo>
                      <a:pt x="1" y="68"/>
                      <a:pt x="0" y="69"/>
                      <a:pt x="0" y="69"/>
                    </a:cubicBezTo>
                    <a:cubicBezTo>
                      <a:pt x="0" y="64"/>
                      <a:pt x="3" y="56"/>
                      <a:pt x="5" y="51"/>
                    </a:cubicBezTo>
                    <a:cubicBezTo>
                      <a:pt x="7" y="45"/>
                      <a:pt x="9" y="40"/>
                      <a:pt x="11" y="34"/>
                    </a:cubicBezTo>
                    <a:cubicBezTo>
                      <a:pt x="14" y="27"/>
                      <a:pt x="17" y="20"/>
                      <a:pt x="20" y="13"/>
                    </a:cubicBezTo>
                    <a:cubicBezTo>
                      <a:pt x="22" y="9"/>
                      <a:pt x="24" y="4"/>
                      <a:pt x="27" y="0"/>
                    </a:cubicBezTo>
                    <a:cubicBezTo>
                      <a:pt x="27" y="7"/>
                      <a:pt x="24" y="15"/>
                      <a:pt x="22" y="21"/>
                    </a:cubicBezTo>
                    <a:cubicBezTo>
                      <a:pt x="24" y="22"/>
                      <a:pt x="24" y="28"/>
                      <a:pt x="24" y="30"/>
                    </a:cubicBezTo>
                    <a:cubicBezTo>
                      <a:pt x="24" y="34"/>
                      <a:pt x="22" y="35"/>
                      <a:pt x="20" y="38"/>
                    </a:cubicBezTo>
                    <a:cubicBezTo>
                      <a:pt x="20" y="34"/>
                      <a:pt x="23" y="27"/>
                      <a:pt x="20" y="24"/>
                    </a:cubicBezTo>
                    <a:cubicBezTo>
                      <a:pt x="16" y="31"/>
                      <a:pt x="16" y="40"/>
                      <a:pt x="12" y="47"/>
                    </a:cubicBezTo>
                    <a:cubicBezTo>
                      <a:pt x="9" y="55"/>
                      <a:pt x="6" y="64"/>
                      <a:pt x="2" y="70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6496" name="Freeform 24">
                <a:extLst>
                  <a:ext uri="{FF2B5EF4-FFF2-40B4-BE49-F238E27FC236}">
                    <a16:creationId xmlns:a16="http://schemas.microsoft.com/office/drawing/2014/main" id="{866FAA19-2115-4C7E-B8E9-1081E84CB1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6" y="977"/>
                <a:ext cx="5" cy="65"/>
              </a:xfrm>
              <a:custGeom>
                <a:avLst/>
                <a:gdLst>
                  <a:gd name="T0" fmla="*/ 8 w 4"/>
                  <a:gd name="T1" fmla="*/ 82 h 57"/>
                  <a:gd name="T2" fmla="*/ 6 w 4"/>
                  <a:gd name="T3" fmla="*/ 35 h 57"/>
                  <a:gd name="T4" fmla="*/ 1 w 4"/>
                  <a:gd name="T5" fmla="*/ 15 h 57"/>
                  <a:gd name="T6" fmla="*/ 0 w 4"/>
                  <a:gd name="T7" fmla="*/ 0 h 57"/>
                  <a:gd name="T8" fmla="*/ 1 w 4"/>
                  <a:gd name="T9" fmla="*/ 57 h 57"/>
                  <a:gd name="T10" fmla="*/ 5 w 4"/>
                  <a:gd name="T11" fmla="*/ 84 h 5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" h="57">
                    <a:moveTo>
                      <a:pt x="4" y="55"/>
                    </a:moveTo>
                    <a:cubicBezTo>
                      <a:pt x="4" y="45"/>
                      <a:pt x="3" y="35"/>
                      <a:pt x="3" y="24"/>
                    </a:cubicBezTo>
                    <a:cubicBezTo>
                      <a:pt x="2" y="19"/>
                      <a:pt x="2" y="15"/>
                      <a:pt x="1" y="10"/>
                    </a:cubicBezTo>
                    <a:cubicBezTo>
                      <a:pt x="1" y="7"/>
                      <a:pt x="1" y="3"/>
                      <a:pt x="0" y="0"/>
                    </a:cubicBezTo>
                    <a:cubicBezTo>
                      <a:pt x="0" y="13"/>
                      <a:pt x="0" y="26"/>
                      <a:pt x="1" y="39"/>
                    </a:cubicBezTo>
                    <a:cubicBezTo>
                      <a:pt x="1" y="45"/>
                      <a:pt x="1" y="51"/>
                      <a:pt x="2" y="57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6497" name="Freeform 25">
                <a:extLst>
                  <a:ext uri="{FF2B5EF4-FFF2-40B4-BE49-F238E27FC236}">
                    <a16:creationId xmlns:a16="http://schemas.microsoft.com/office/drawing/2014/main" id="{BA4C0890-152E-4300-A4AA-EF7395AB9D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4" y="955"/>
                <a:ext cx="20" cy="56"/>
              </a:xfrm>
              <a:custGeom>
                <a:avLst/>
                <a:gdLst>
                  <a:gd name="T0" fmla="*/ 0 w 17"/>
                  <a:gd name="T1" fmla="*/ 3 h 49"/>
                  <a:gd name="T2" fmla="*/ 21 w 17"/>
                  <a:gd name="T3" fmla="*/ 17 h 49"/>
                  <a:gd name="T4" fmla="*/ 21 w 17"/>
                  <a:gd name="T5" fmla="*/ 45 h 49"/>
                  <a:gd name="T6" fmla="*/ 28 w 17"/>
                  <a:gd name="T7" fmla="*/ 54 h 49"/>
                  <a:gd name="T8" fmla="*/ 25 w 17"/>
                  <a:gd name="T9" fmla="*/ 65 h 49"/>
                  <a:gd name="T10" fmla="*/ 15 w 17"/>
                  <a:gd name="T11" fmla="*/ 65 h 49"/>
                  <a:gd name="T12" fmla="*/ 9 w 17"/>
                  <a:gd name="T13" fmla="*/ 73 h 49"/>
                  <a:gd name="T14" fmla="*/ 13 w 17"/>
                  <a:gd name="T15" fmla="*/ 64 h 49"/>
                  <a:gd name="T16" fmla="*/ 21 w 17"/>
                  <a:gd name="T17" fmla="*/ 61 h 49"/>
                  <a:gd name="T18" fmla="*/ 21 w 17"/>
                  <a:gd name="T19" fmla="*/ 54 h 49"/>
                  <a:gd name="T20" fmla="*/ 15 w 17"/>
                  <a:gd name="T21" fmla="*/ 43 h 49"/>
                  <a:gd name="T22" fmla="*/ 16 w 17"/>
                  <a:gd name="T23" fmla="*/ 18 h 49"/>
                  <a:gd name="T24" fmla="*/ 0 w 17"/>
                  <a:gd name="T25" fmla="*/ 8 h 49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7" h="49">
                    <a:moveTo>
                      <a:pt x="0" y="3"/>
                    </a:moveTo>
                    <a:cubicBezTo>
                      <a:pt x="6" y="0"/>
                      <a:pt x="13" y="4"/>
                      <a:pt x="13" y="11"/>
                    </a:cubicBezTo>
                    <a:cubicBezTo>
                      <a:pt x="13" y="18"/>
                      <a:pt x="9" y="24"/>
                      <a:pt x="13" y="30"/>
                    </a:cubicBezTo>
                    <a:cubicBezTo>
                      <a:pt x="15" y="32"/>
                      <a:pt x="17" y="33"/>
                      <a:pt x="17" y="36"/>
                    </a:cubicBezTo>
                    <a:cubicBezTo>
                      <a:pt x="17" y="38"/>
                      <a:pt x="16" y="43"/>
                      <a:pt x="15" y="44"/>
                    </a:cubicBezTo>
                    <a:cubicBezTo>
                      <a:pt x="14" y="45"/>
                      <a:pt x="11" y="43"/>
                      <a:pt x="9" y="44"/>
                    </a:cubicBezTo>
                    <a:cubicBezTo>
                      <a:pt x="8" y="45"/>
                      <a:pt x="6" y="48"/>
                      <a:pt x="6" y="49"/>
                    </a:cubicBezTo>
                    <a:cubicBezTo>
                      <a:pt x="5" y="47"/>
                      <a:pt x="6" y="44"/>
                      <a:pt x="8" y="43"/>
                    </a:cubicBezTo>
                    <a:cubicBezTo>
                      <a:pt x="10" y="42"/>
                      <a:pt x="12" y="42"/>
                      <a:pt x="13" y="40"/>
                    </a:cubicBezTo>
                    <a:cubicBezTo>
                      <a:pt x="14" y="39"/>
                      <a:pt x="14" y="37"/>
                      <a:pt x="13" y="36"/>
                    </a:cubicBezTo>
                    <a:cubicBezTo>
                      <a:pt x="12" y="33"/>
                      <a:pt x="10" y="32"/>
                      <a:pt x="9" y="29"/>
                    </a:cubicBezTo>
                    <a:cubicBezTo>
                      <a:pt x="8" y="24"/>
                      <a:pt x="11" y="18"/>
                      <a:pt x="10" y="12"/>
                    </a:cubicBezTo>
                    <a:cubicBezTo>
                      <a:pt x="9" y="10"/>
                      <a:pt x="3" y="0"/>
                      <a:pt x="0" y="5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6498" name="Freeform 26">
                <a:extLst>
                  <a:ext uri="{FF2B5EF4-FFF2-40B4-BE49-F238E27FC236}">
                    <a16:creationId xmlns:a16="http://schemas.microsoft.com/office/drawing/2014/main" id="{B32B2E6D-7118-48C3-BC50-BFE9B2748F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6" y="714"/>
                <a:ext cx="357" cy="291"/>
              </a:xfrm>
              <a:custGeom>
                <a:avLst/>
                <a:gdLst>
                  <a:gd name="T0" fmla="*/ 373 w 313"/>
                  <a:gd name="T1" fmla="*/ 83 h 255"/>
                  <a:gd name="T2" fmla="*/ 250 w 313"/>
                  <a:gd name="T3" fmla="*/ 9 h 255"/>
                  <a:gd name="T4" fmla="*/ 57 w 313"/>
                  <a:gd name="T5" fmla="*/ 129 h 255"/>
                  <a:gd name="T6" fmla="*/ 41 w 313"/>
                  <a:gd name="T7" fmla="*/ 167 h 255"/>
                  <a:gd name="T8" fmla="*/ 17 w 313"/>
                  <a:gd name="T9" fmla="*/ 223 h 255"/>
                  <a:gd name="T10" fmla="*/ 25 w 313"/>
                  <a:gd name="T11" fmla="*/ 267 h 255"/>
                  <a:gd name="T12" fmla="*/ 0 w 313"/>
                  <a:gd name="T13" fmla="*/ 270 h 255"/>
                  <a:gd name="T14" fmla="*/ 29 w 313"/>
                  <a:gd name="T15" fmla="*/ 274 h 255"/>
                  <a:gd name="T16" fmla="*/ 29 w 313"/>
                  <a:gd name="T17" fmla="*/ 307 h 255"/>
                  <a:gd name="T18" fmla="*/ 55 w 313"/>
                  <a:gd name="T19" fmla="*/ 316 h 255"/>
                  <a:gd name="T20" fmla="*/ 71 w 313"/>
                  <a:gd name="T21" fmla="*/ 275 h 255"/>
                  <a:gd name="T22" fmla="*/ 74 w 313"/>
                  <a:gd name="T23" fmla="*/ 240 h 255"/>
                  <a:gd name="T24" fmla="*/ 91 w 313"/>
                  <a:gd name="T25" fmla="*/ 207 h 255"/>
                  <a:gd name="T26" fmla="*/ 104 w 313"/>
                  <a:gd name="T27" fmla="*/ 165 h 255"/>
                  <a:gd name="T28" fmla="*/ 122 w 313"/>
                  <a:gd name="T29" fmla="*/ 139 h 255"/>
                  <a:gd name="T30" fmla="*/ 152 w 313"/>
                  <a:gd name="T31" fmla="*/ 113 h 255"/>
                  <a:gd name="T32" fmla="*/ 206 w 313"/>
                  <a:gd name="T33" fmla="*/ 82 h 255"/>
                  <a:gd name="T34" fmla="*/ 181 w 313"/>
                  <a:gd name="T35" fmla="*/ 156 h 255"/>
                  <a:gd name="T36" fmla="*/ 221 w 313"/>
                  <a:gd name="T37" fmla="*/ 112 h 255"/>
                  <a:gd name="T38" fmla="*/ 257 w 313"/>
                  <a:gd name="T39" fmla="*/ 72 h 255"/>
                  <a:gd name="T40" fmla="*/ 336 w 313"/>
                  <a:gd name="T41" fmla="*/ 89 h 255"/>
                  <a:gd name="T42" fmla="*/ 368 w 313"/>
                  <a:gd name="T43" fmla="*/ 102 h 255"/>
                  <a:gd name="T44" fmla="*/ 392 w 313"/>
                  <a:gd name="T45" fmla="*/ 126 h 255"/>
                  <a:gd name="T46" fmla="*/ 431 w 313"/>
                  <a:gd name="T47" fmla="*/ 215 h 255"/>
                  <a:gd name="T48" fmla="*/ 425 w 313"/>
                  <a:gd name="T49" fmla="*/ 312 h 255"/>
                  <a:gd name="T50" fmla="*/ 422 w 313"/>
                  <a:gd name="T51" fmla="*/ 379 h 255"/>
                  <a:gd name="T52" fmla="*/ 436 w 313"/>
                  <a:gd name="T53" fmla="*/ 379 h 255"/>
                  <a:gd name="T54" fmla="*/ 445 w 313"/>
                  <a:gd name="T55" fmla="*/ 349 h 255"/>
                  <a:gd name="T56" fmla="*/ 456 w 313"/>
                  <a:gd name="T57" fmla="*/ 267 h 255"/>
                  <a:gd name="T58" fmla="*/ 445 w 313"/>
                  <a:gd name="T59" fmla="*/ 151 h 255"/>
                  <a:gd name="T60" fmla="*/ 373 w 313"/>
                  <a:gd name="T61" fmla="*/ 83 h 255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0" t="0" r="r" b="b"/>
                <a:pathLst>
                  <a:path w="313" h="255">
                    <a:moveTo>
                      <a:pt x="252" y="56"/>
                    </a:moveTo>
                    <a:cubicBezTo>
                      <a:pt x="252" y="56"/>
                      <a:pt x="230" y="0"/>
                      <a:pt x="168" y="6"/>
                    </a:cubicBezTo>
                    <a:cubicBezTo>
                      <a:pt x="106" y="13"/>
                      <a:pt x="44" y="70"/>
                      <a:pt x="39" y="87"/>
                    </a:cubicBezTo>
                    <a:cubicBezTo>
                      <a:pt x="33" y="103"/>
                      <a:pt x="35" y="101"/>
                      <a:pt x="28" y="112"/>
                    </a:cubicBezTo>
                    <a:cubicBezTo>
                      <a:pt x="21" y="122"/>
                      <a:pt x="7" y="135"/>
                      <a:pt x="11" y="150"/>
                    </a:cubicBezTo>
                    <a:cubicBezTo>
                      <a:pt x="14" y="166"/>
                      <a:pt x="25" y="177"/>
                      <a:pt x="17" y="180"/>
                    </a:cubicBezTo>
                    <a:cubicBezTo>
                      <a:pt x="9" y="183"/>
                      <a:pt x="0" y="182"/>
                      <a:pt x="0" y="182"/>
                    </a:cubicBezTo>
                    <a:cubicBezTo>
                      <a:pt x="0" y="182"/>
                      <a:pt x="15" y="186"/>
                      <a:pt x="19" y="184"/>
                    </a:cubicBezTo>
                    <a:cubicBezTo>
                      <a:pt x="19" y="184"/>
                      <a:pt x="17" y="197"/>
                      <a:pt x="19" y="207"/>
                    </a:cubicBezTo>
                    <a:cubicBezTo>
                      <a:pt x="19" y="207"/>
                      <a:pt x="31" y="206"/>
                      <a:pt x="37" y="213"/>
                    </a:cubicBezTo>
                    <a:cubicBezTo>
                      <a:pt x="37" y="213"/>
                      <a:pt x="47" y="202"/>
                      <a:pt x="47" y="185"/>
                    </a:cubicBezTo>
                    <a:cubicBezTo>
                      <a:pt x="48" y="168"/>
                      <a:pt x="50" y="161"/>
                      <a:pt x="50" y="161"/>
                    </a:cubicBezTo>
                    <a:cubicBezTo>
                      <a:pt x="50" y="161"/>
                      <a:pt x="59" y="155"/>
                      <a:pt x="61" y="139"/>
                    </a:cubicBezTo>
                    <a:cubicBezTo>
                      <a:pt x="64" y="123"/>
                      <a:pt x="66" y="118"/>
                      <a:pt x="70" y="111"/>
                    </a:cubicBezTo>
                    <a:cubicBezTo>
                      <a:pt x="74" y="104"/>
                      <a:pt x="77" y="102"/>
                      <a:pt x="82" y="94"/>
                    </a:cubicBezTo>
                    <a:cubicBezTo>
                      <a:pt x="87" y="86"/>
                      <a:pt x="91" y="82"/>
                      <a:pt x="103" y="76"/>
                    </a:cubicBezTo>
                    <a:cubicBezTo>
                      <a:pt x="115" y="69"/>
                      <a:pt x="134" y="66"/>
                      <a:pt x="139" y="55"/>
                    </a:cubicBezTo>
                    <a:cubicBezTo>
                      <a:pt x="139" y="55"/>
                      <a:pt x="140" y="88"/>
                      <a:pt x="122" y="105"/>
                    </a:cubicBezTo>
                    <a:cubicBezTo>
                      <a:pt x="122" y="105"/>
                      <a:pt x="142" y="87"/>
                      <a:pt x="149" y="75"/>
                    </a:cubicBezTo>
                    <a:cubicBezTo>
                      <a:pt x="155" y="63"/>
                      <a:pt x="167" y="50"/>
                      <a:pt x="173" y="48"/>
                    </a:cubicBezTo>
                    <a:cubicBezTo>
                      <a:pt x="173" y="48"/>
                      <a:pt x="217" y="47"/>
                      <a:pt x="227" y="60"/>
                    </a:cubicBezTo>
                    <a:cubicBezTo>
                      <a:pt x="233" y="68"/>
                      <a:pt x="248" y="68"/>
                      <a:pt x="248" y="68"/>
                    </a:cubicBezTo>
                    <a:cubicBezTo>
                      <a:pt x="248" y="68"/>
                      <a:pt x="255" y="77"/>
                      <a:pt x="265" y="84"/>
                    </a:cubicBezTo>
                    <a:cubicBezTo>
                      <a:pt x="275" y="91"/>
                      <a:pt x="292" y="125"/>
                      <a:pt x="290" y="145"/>
                    </a:cubicBezTo>
                    <a:cubicBezTo>
                      <a:pt x="288" y="165"/>
                      <a:pt x="286" y="194"/>
                      <a:pt x="287" y="209"/>
                    </a:cubicBezTo>
                    <a:cubicBezTo>
                      <a:pt x="288" y="224"/>
                      <a:pt x="287" y="246"/>
                      <a:pt x="284" y="255"/>
                    </a:cubicBezTo>
                    <a:cubicBezTo>
                      <a:pt x="284" y="255"/>
                      <a:pt x="292" y="252"/>
                      <a:pt x="294" y="255"/>
                    </a:cubicBezTo>
                    <a:cubicBezTo>
                      <a:pt x="294" y="255"/>
                      <a:pt x="296" y="251"/>
                      <a:pt x="300" y="235"/>
                    </a:cubicBezTo>
                    <a:cubicBezTo>
                      <a:pt x="305" y="219"/>
                      <a:pt x="310" y="197"/>
                      <a:pt x="308" y="180"/>
                    </a:cubicBezTo>
                    <a:cubicBezTo>
                      <a:pt x="308" y="180"/>
                      <a:pt x="313" y="127"/>
                      <a:pt x="300" y="102"/>
                    </a:cubicBezTo>
                    <a:cubicBezTo>
                      <a:pt x="278" y="63"/>
                      <a:pt x="256" y="66"/>
                      <a:pt x="252" y="56"/>
                    </a:cubicBezTo>
                    <a:close/>
                  </a:path>
                </a:pathLst>
              </a:custGeom>
              <a:solidFill>
                <a:srgbClr val="9835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6499" name="Freeform 27">
                <a:extLst>
                  <a:ext uri="{FF2B5EF4-FFF2-40B4-BE49-F238E27FC236}">
                    <a16:creationId xmlns:a16="http://schemas.microsoft.com/office/drawing/2014/main" id="{C8B72FD4-969A-4492-8973-58DE5D953CE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531" y="774"/>
                <a:ext cx="155" cy="183"/>
              </a:xfrm>
              <a:custGeom>
                <a:avLst/>
                <a:gdLst>
                  <a:gd name="T0" fmla="*/ 204 w 135"/>
                  <a:gd name="T1" fmla="*/ 0 h 161"/>
                  <a:gd name="T2" fmla="*/ 130 w 135"/>
                  <a:gd name="T3" fmla="*/ 32 h 161"/>
                  <a:gd name="T4" fmla="*/ 96 w 135"/>
                  <a:gd name="T5" fmla="*/ 58 h 161"/>
                  <a:gd name="T6" fmla="*/ 80 w 135"/>
                  <a:gd name="T7" fmla="*/ 85 h 161"/>
                  <a:gd name="T8" fmla="*/ 68 w 135"/>
                  <a:gd name="T9" fmla="*/ 126 h 161"/>
                  <a:gd name="T10" fmla="*/ 48 w 135"/>
                  <a:gd name="T11" fmla="*/ 158 h 161"/>
                  <a:gd name="T12" fmla="*/ 44 w 135"/>
                  <a:gd name="T13" fmla="*/ 193 h 161"/>
                  <a:gd name="T14" fmla="*/ 33 w 135"/>
                  <a:gd name="T15" fmla="*/ 227 h 161"/>
                  <a:gd name="T16" fmla="*/ 48 w 135"/>
                  <a:gd name="T17" fmla="*/ 236 h 161"/>
                  <a:gd name="T18" fmla="*/ 63 w 135"/>
                  <a:gd name="T19" fmla="*/ 196 h 161"/>
                  <a:gd name="T20" fmla="*/ 69 w 135"/>
                  <a:gd name="T21" fmla="*/ 160 h 161"/>
                  <a:gd name="T22" fmla="*/ 84 w 135"/>
                  <a:gd name="T23" fmla="*/ 128 h 161"/>
                  <a:gd name="T24" fmla="*/ 99 w 135"/>
                  <a:gd name="T25" fmla="*/ 86 h 161"/>
                  <a:gd name="T26" fmla="*/ 116 w 135"/>
                  <a:gd name="T27" fmla="*/ 63 h 161"/>
                  <a:gd name="T28" fmla="*/ 149 w 135"/>
                  <a:gd name="T29" fmla="*/ 35 h 161"/>
                  <a:gd name="T30" fmla="*/ 184 w 135"/>
                  <a:gd name="T31" fmla="*/ 20 h 161"/>
                  <a:gd name="T32" fmla="*/ 204 w 135"/>
                  <a:gd name="T33" fmla="*/ 0 h 161"/>
                  <a:gd name="T34" fmla="*/ 1 w 135"/>
                  <a:gd name="T35" fmla="*/ 192 h 161"/>
                  <a:gd name="T36" fmla="*/ 1 w 135"/>
                  <a:gd name="T37" fmla="*/ 192 h 161"/>
                  <a:gd name="T38" fmla="*/ 0 w 135"/>
                  <a:gd name="T39" fmla="*/ 192 h 161"/>
                  <a:gd name="T40" fmla="*/ 1 w 135"/>
                  <a:gd name="T41" fmla="*/ 192 h 16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135" h="161">
                    <a:moveTo>
                      <a:pt x="135" y="0"/>
                    </a:moveTo>
                    <a:cubicBezTo>
                      <a:pt x="129" y="12"/>
                      <a:pt x="97" y="16"/>
                      <a:pt x="85" y="22"/>
                    </a:cubicBezTo>
                    <a:cubicBezTo>
                      <a:pt x="73" y="29"/>
                      <a:pt x="69" y="32"/>
                      <a:pt x="64" y="40"/>
                    </a:cubicBezTo>
                    <a:cubicBezTo>
                      <a:pt x="59" y="49"/>
                      <a:pt x="57" y="51"/>
                      <a:pt x="53" y="58"/>
                    </a:cubicBezTo>
                    <a:cubicBezTo>
                      <a:pt x="49" y="64"/>
                      <a:pt x="47" y="70"/>
                      <a:pt x="44" y="86"/>
                    </a:cubicBezTo>
                    <a:cubicBezTo>
                      <a:pt x="41" y="102"/>
                      <a:pt x="32" y="107"/>
                      <a:pt x="32" y="107"/>
                    </a:cubicBezTo>
                    <a:cubicBezTo>
                      <a:pt x="32" y="107"/>
                      <a:pt x="30" y="115"/>
                      <a:pt x="29" y="132"/>
                    </a:cubicBezTo>
                    <a:cubicBezTo>
                      <a:pt x="29" y="142"/>
                      <a:pt x="25" y="151"/>
                      <a:pt x="22" y="155"/>
                    </a:cubicBezTo>
                    <a:cubicBezTo>
                      <a:pt x="25" y="156"/>
                      <a:pt x="29" y="157"/>
                      <a:pt x="32" y="161"/>
                    </a:cubicBezTo>
                    <a:cubicBezTo>
                      <a:pt x="32" y="161"/>
                      <a:pt x="42" y="150"/>
                      <a:pt x="42" y="133"/>
                    </a:cubicBezTo>
                    <a:cubicBezTo>
                      <a:pt x="43" y="116"/>
                      <a:pt x="45" y="109"/>
                      <a:pt x="45" y="109"/>
                    </a:cubicBezTo>
                    <a:cubicBezTo>
                      <a:pt x="45" y="109"/>
                      <a:pt x="54" y="103"/>
                      <a:pt x="56" y="87"/>
                    </a:cubicBezTo>
                    <a:cubicBezTo>
                      <a:pt x="59" y="71"/>
                      <a:pt x="61" y="66"/>
                      <a:pt x="65" y="59"/>
                    </a:cubicBezTo>
                    <a:cubicBezTo>
                      <a:pt x="69" y="52"/>
                      <a:pt x="72" y="50"/>
                      <a:pt x="77" y="42"/>
                    </a:cubicBezTo>
                    <a:cubicBezTo>
                      <a:pt x="82" y="34"/>
                      <a:pt x="86" y="30"/>
                      <a:pt x="98" y="24"/>
                    </a:cubicBezTo>
                    <a:cubicBezTo>
                      <a:pt x="105" y="20"/>
                      <a:pt x="113" y="17"/>
                      <a:pt x="121" y="14"/>
                    </a:cubicBezTo>
                    <a:cubicBezTo>
                      <a:pt x="132" y="9"/>
                      <a:pt x="135" y="0"/>
                      <a:pt x="135" y="0"/>
                    </a:cubicBezTo>
                    <a:close/>
                    <a:moveTo>
                      <a:pt x="1" y="131"/>
                    </a:moveTo>
                    <a:cubicBezTo>
                      <a:pt x="1" y="131"/>
                      <a:pt x="1" y="131"/>
                      <a:pt x="1" y="131"/>
                    </a:cubicBezTo>
                    <a:cubicBezTo>
                      <a:pt x="1" y="131"/>
                      <a:pt x="0" y="131"/>
                      <a:pt x="0" y="131"/>
                    </a:cubicBezTo>
                    <a:cubicBezTo>
                      <a:pt x="0" y="131"/>
                      <a:pt x="1" y="131"/>
                      <a:pt x="1" y="131"/>
                    </a:cubicBezTo>
                    <a:close/>
                  </a:path>
                </a:pathLst>
              </a:custGeom>
              <a:solidFill>
                <a:srgbClr val="6C25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6500" name="Freeform 28">
                <a:extLst>
                  <a:ext uri="{FF2B5EF4-FFF2-40B4-BE49-F238E27FC236}">
                    <a16:creationId xmlns:a16="http://schemas.microsoft.com/office/drawing/2014/main" id="{92CD5B40-5FDA-4536-81DB-94DDC97049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6" y="719"/>
                <a:ext cx="355" cy="290"/>
              </a:xfrm>
              <a:custGeom>
                <a:avLst/>
                <a:gdLst>
                  <a:gd name="T0" fmla="*/ 264 w 311"/>
                  <a:gd name="T1" fmla="*/ 0 h 254"/>
                  <a:gd name="T2" fmla="*/ 55 w 311"/>
                  <a:gd name="T3" fmla="*/ 122 h 254"/>
                  <a:gd name="T4" fmla="*/ 13 w 311"/>
                  <a:gd name="T5" fmla="*/ 210 h 254"/>
                  <a:gd name="T6" fmla="*/ 27 w 311"/>
                  <a:gd name="T7" fmla="*/ 256 h 254"/>
                  <a:gd name="T8" fmla="*/ 25 w 311"/>
                  <a:gd name="T9" fmla="*/ 260 h 254"/>
                  <a:gd name="T10" fmla="*/ 0 w 311"/>
                  <a:gd name="T11" fmla="*/ 266 h 254"/>
                  <a:gd name="T12" fmla="*/ 25 w 311"/>
                  <a:gd name="T13" fmla="*/ 268 h 254"/>
                  <a:gd name="T14" fmla="*/ 30 w 311"/>
                  <a:gd name="T15" fmla="*/ 305 h 254"/>
                  <a:gd name="T16" fmla="*/ 54 w 311"/>
                  <a:gd name="T17" fmla="*/ 314 h 254"/>
                  <a:gd name="T18" fmla="*/ 75 w 311"/>
                  <a:gd name="T19" fmla="*/ 237 h 254"/>
                  <a:gd name="T20" fmla="*/ 75 w 311"/>
                  <a:gd name="T21" fmla="*/ 235 h 254"/>
                  <a:gd name="T22" fmla="*/ 123 w 311"/>
                  <a:gd name="T23" fmla="*/ 136 h 254"/>
                  <a:gd name="T24" fmla="*/ 210 w 311"/>
                  <a:gd name="T25" fmla="*/ 75 h 254"/>
                  <a:gd name="T26" fmla="*/ 202 w 311"/>
                  <a:gd name="T27" fmla="*/ 105 h 254"/>
                  <a:gd name="T28" fmla="*/ 223 w 311"/>
                  <a:gd name="T29" fmla="*/ 107 h 254"/>
                  <a:gd name="T30" fmla="*/ 257 w 311"/>
                  <a:gd name="T31" fmla="*/ 65 h 254"/>
                  <a:gd name="T32" fmla="*/ 323 w 311"/>
                  <a:gd name="T33" fmla="*/ 75 h 254"/>
                  <a:gd name="T34" fmla="*/ 369 w 311"/>
                  <a:gd name="T35" fmla="*/ 96 h 254"/>
                  <a:gd name="T36" fmla="*/ 404 w 311"/>
                  <a:gd name="T37" fmla="*/ 135 h 254"/>
                  <a:gd name="T38" fmla="*/ 425 w 311"/>
                  <a:gd name="T39" fmla="*/ 306 h 254"/>
                  <a:gd name="T40" fmla="*/ 418 w 311"/>
                  <a:gd name="T41" fmla="*/ 377 h 254"/>
                  <a:gd name="T42" fmla="*/ 433 w 311"/>
                  <a:gd name="T43" fmla="*/ 374 h 254"/>
                  <a:gd name="T44" fmla="*/ 450 w 311"/>
                  <a:gd name="T45" fmla="*/ 344 h 254"/>
                  <a:gd name="T46" fmla="*/ 461 w 311"/>
                  <a:gd name="T47" fmla="*/ 261 h 254"/>
                  <a:gd name="T48" fmla="*/ 386 w 311"/>
                  <a:gd name="T49" fmla="*/ 84 h 254"/>
                  <a:gd name="T50" fmla="*/ 378 w 311"/>
                  <a:gd name="T51" fmla="*/ 76 h 254"/>
                  <a:gd name="T52" fmla="*/ 404 w 311"/>
                  <a:gd name="T53" fmla="*/ 99 h 254"/>
                  <a:gd name="T54" fmla="*/ 457 w 311"/>
                  <a:gd name="T55" fmla="*/ 261 h 254"/>
                  <a:gd name="T56" fmla="*/ 444 w 311"/>
                  <a:gd name="T57" fmla="*/ 343 h 254"/>
                  <a:gd name="T58" fmla="*/ 434 w 311"/>
                  <a:gd name="T59" fmla="*/ 374 h 254"/>
                  <a:gd name="T60" fmla="*/ 434 w 311"/>
                  <a:gd name="T61" fmla="*/ 370 h 254"/>
                  <a:gd name="T62" fmla="*/ 423 w 311"/>
                  <a:gd name="T63" fmla="*/ 374 h 254"/>
                  <a:gd name="T64" fmla="*/ 429 w 311"/>
                  <a:gd name="T65" fmla="*/ 292 h 254"/>
                  <a:gd name="T66" fmla="*/ 408 w 311"/>
                  <a:gd name="T67" fmla="*/ 130 h 254"/>
                  <a:gd name="T68" fmla="*/ 370 w 311"/>
                  <a:gd name="T69" fmla="*/ 94 h 254"/>
                  <a:gd name="T70" fmla="*/ 368 w 311"/>
                  <a:gd name="T71" fmla="*/ 92 h 254"/>
                  <a:gd name="T72" fmla="*/ 265 w 311"/>
                  <a:gd name="T73" fmla="*/ 64 h 254"/>
                  <a:gd name="T74" fmla="*/ 249 w 311"/>
                  <a:gd name="T75" fmla="*/ 71 h 254"/>
                  <a:gd name="T76" fmla="*/ 180 w 311"/>
                  <a:gd name="T77" fmla="*/ 148 h 254"/>
                  <a:gd name="T78" fmla="*/ 210 w 311"/>
                  <a:gd name="T79" fmla="*/ 75 h 254"/>
                  <a:gd name="T80" fmla="*/ 151 w 311"/>
                  <a:gd name="T81" fmla="*/ 104 h 254"/>
                  <a:gd name="T82" fmla="*/ 103 w 311"/>
                  <a:gd name="T83" fmla="*/ 158 h 254"/>
                  <a:gd name="T84" fmla="*/ 73 w 311"/>
                  <a:gd name="T85" fmla="*/ 231 h 254"/>
                  <a:gd name="T86" fmla="*/ 72 w 311"/>
                  <a:gd name="T87" fmla="*/ 232 h 254"/>
                  <a:gd name="T88" fmla="*/ 54 w 311"/>
                  <a:gd name="T89" fmla="*/ 307 h 254"/>
                  <a:gd name="T90" fmla="*/ 56 w 311"/>
                  <a:gd name="T91" fmla="*/ 309 h 254"/>
                  <a:gd name="T92" fmla="*/ 31 w 311"/>
                  <a:gd name="T93" fmla="*/ 303 h 254"/>
                  <a:gd name="T94" fmla="*/ 31 w 311"/>
                  <a:gd name="T95" fmla="*/ 265 h 254"/>
                  <a:gd name="T96" fmla="*/ 2 w 311"/>
                  <a:gd name="T97" fmla="*/ 264 h 254"/>
                  <a:gd name="T98" fmla="*/ 8 w 311"/>
                  <a:gd name="T99" fmla="*/ 266 h 254"/>
                  <a:gd name="T100" fmla="*/ 31 w 311"/>
                  <a:gd name="T101" fmla="*/ 261 h 254"/>
                  <a:gd name="T102" fmla="*/ 18 w 311"/>
                  <a:gd name="T103" fmla="*/ 210 h 254"/>
                  <a:gd name="T104" fmla="*/ 60 w 311"/>
                  <a:gd name="T105" fmla="*/ 123 h 254"/>
                  <a:gd name="T106" fmla="*/ 348 w 311"/>
                  <a:gd name="T107" fmla="*/ 42 h 254"/>
                  <a:gd name="T108" fmla="*/ 374 w 311"/>
                  <a:gd name="T109" fmla="*/ 80 h 254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</a:gdLst>
                <a:ahLst/>
                <a:cxnLst>
                  <a:cxn ang="T110">
                    <a:pos x="T0" y="T1"/>
                  </a:cxn>
                  <a:cxn ang="T111">
                    <a:pos x="T2" y="T3"/>
                  </a:cxn>
                  <a:cxn ang="T112">
                    <a:pos x="T4" y="T5"/>
                  </a:cxn>
                  <a:cxn ang="T113">
                    <a:pos x="T6" y="T7"/>
                  </a:cxn>
                  <a:cxn ang="T114">
                    <a:pos x="T8" y="T9"/>
                  </a:cxn>
                  <a:cxn ang="T115">
                    <a:pos x="T10" y="T11"/>
                  </a:cxn>
                  <a:cxn ang="T116">
                    <a:pos x="T12" y="T13"/>
                  </a:cxn>
                  <a:cxn ang="T117">
                    <a:pos x="T14" y="T15"/>
                  </a:cxn>
                  <a:cxn ang="T118">
                    <a:pos x="T16" y="T17"/>
                  </a:cxn>
                  <a:cxn ang="T119">
                    <a:pos x="T18" y="T19"/>
                  </a:cxn>
                  <a:cxn ang="T120">
                    <a:pos x="T20" y="T21"/>
                  </a:cxn>
                  <a:cxn ang="T121">
                    <a:pos x="T22" y="T23"/>
                  </a:cxn>
                  <a:cxn ang="T122">
                    <a:pos x="T24" y="T25"/>
                  </a:cxn>
                  <a:cxn ang="T123">
                    <a:pos x="T26" y="T27"/>
                  </a:cxn>
                  <a:cxn ang="T124">
                    <a:pos x="T28" y="T29"/>
                  </a:cxn>
                  <a:cxn ang="T125">
                    <a:pos x="T30" y="T31"/>
                  </a:cxn>
                  <a:cxn ang="T126">
                    <a:pos x="T32" y="T33"/>
                  </a:cxn>
                  <a:cxn ang="T127">
                    <a:pos x="T34" y="T35"/>
                  </a:cxn>
                  <a:cxn ang="T128">
                    <a:pos x="T36" y="T37"/>
                  </a:cxn>
                  <a:cxn ang="T129">
                    <a:pos x="T38" y="T39"/>
                  </a:cxn>
                  <a:cxn ang="T130">
                    <a:pos x="T40" y="T41"/>
                  </a:cxn>
                  <a:cxn ang="T131">
                    <a:pos x="T42" y="T43"/>
                  </a:cxn>
                  <a:cxn ang="T132">
                    <a:pos x="T44" y="T45"/>
                  </a:cxn>
                  <a:cxn ang="T133">
                    <a:pos x="T46" y="T47"/>
                  </a:cxn>
                  <a:cxn ang="T134">
                    <a:pos x="T48" y="T49"/>
                  </a:cxn>
                  <a:cxn ang="T135">
                    <a:pos x="T50" y="T51"/>
                  </a:cxn>
                  <a:cxn ang="T136">
                    <a:pos x="T52" y="T53"/>
                  </a:cxn>
                  <a:cxn ang="T137">
                    <a:pos x="T54" y="T55"/>
                  </a:cxn>
                  <a:cxn ang="T138">
                    <a:pos x="T56" y="T57"/>
                  </a:cxn>
                  <a:cxn ang="T139">
                    <a:pos x="T58" y="T59"/>
                  </a:cxn>
                  <a:cxn ang="T140">
                    <a:pos x="T60" y="T61"/>
                  </a:cxn>
                  <a:cxn ang="T141">
                    <a:pos x="T62" y="T63"/>
                  </a:cxn>
                  <a:cxn ang="T142">
                    <a:pos x="T64" y="T65"/>
                  </a:cxn>
                  <a:cxn ang="T143">
                    <a:pos x="T66" y="T67"/>
                  </a:cxn>
                  <a:cxn ang="T144">
                    <a:pos x="T68" y="T69"/>
                  </a:cxn>
                  <a:cxn ang="T145">
                    <a:pos x="T70" y="T71"/>
                  </a:cxn>
                  <a:cxn ang="T146">
                    <a:pos x="T72" y="T73"/>
                  </a:cxn>
                  <a:cxn ang="T147">
                    <a:pos x="T74" y="T75"/>
                  </a:cxn>
                  <a:cxn ang="T148">
                    <a:pos x="T76" y="T77"/>
                  </a:cxn>
                  <a:cxn ang="T149">
                    <a:pos x="T78" y="T79"/>
                  </a:cxn>
                  <a:cxn ang="T150">
                    <a:pos x="T80" y="T81"/>
                  </a:cxn>
                  <a:cxn ang="T151">
                    <a:pos x="T82" y="T83"/>
                  </a:cxn>
                  <a:cxn ang="T152">
                    <a:pos x="T84" y="T85"/>
                  </a:cxn>
                  <a:cxn ang="T153">
                    <a:pos x="T86" y="T87"/>
                  </a:cxn>
                  <a:cxn ang="T154">
                    <a:pos x="T88" y="T89"/>
                  </a:cxn>
                  <a:cxn ang="T155">
                    <a:pos x="T90" y="T91"/>
                  </a:cxn>
                  <a:cxn ang="T156">
                    <a:pos x="T92" y="T93"/>
                  </a:cxn>
                  <a:cxn ang="T157">
                    <a:pos x="T94" y="T95"/>
                  </a:cxn>
                  <a:cxn ang="T158">
                    <a:pos x="T96" y="T97"/>
                  </a:cxn>
                  <a:cxn ang="T159">
                    <a:pos x="T98" y="T99"/>
                  </a:cxn>
                  <a:cxn ang="T160">
                    <a:pos x="T100" y="T101"/>
                  </a:cxn>
                  <a:cxn ang="T161">
                    <a:pos x="T102" y="T103"/>
                  </a:cxn>
                  <a:cxn ang="T162">
                    <a:pos x="T104" y="T105"/>
                  </a:cxn>
                  <a:cxn ang="T163">
                    <a:pos x="T106" y="T107"/>
                  </a:cxn>
                  <a:cxn ang="T164">
                    <a:pos x="T108" y="T109"/>
                  </a:cxn>
                </a:cxnLst>
                <a:rect l="0" t="0" r="r" b="b"/>
                <a:pathLst>
                  <a:path w="311" h="254">
                    <a:moveTo>
                      <a:pt x="252" y="52"/>
                    </a:moveTo>
                    <a:cubicBezTo>
                      <a:pt x="254" y="52"/>
                      <a:pt x="254" y="52"/>
                      <a:pt x="254" y="52"/>
                    </a:cubicBezTo>
                    <a:cubicBezTo>
                      <a:pt x="254" y="52"/>
                      <a:pt x="249" y="39"/>
                      <a:pt x="237" y="26"/>
                    </a:cubicBezTo>
                    <a:cubicBezTo>
                      <a:pt x="225" y="13"/>
                      <a:pt x="205" y="0"/>
                      <a:pt x="177" y="0"/>
                    </a:cubicBezTo>
                    <a:cubicBezTo>
                      <a:pt x="174" y="0"/>
                      <a:pt x="171" y="1"/>
                      <a:pt x="168" y="1"/>
                    </a:cubicBezTo>
                    <a:cubicBezTo>
                      <a:pt x="137" y="4"/>
                      <a:pt x="106" y="20"/>
                      <a:pt x="81" y="37"/>
                    </a:cubicBezTo>
                    <a:cubicBezTo>
                      <a:pt x="69" y="46"/>
                      <a:pt x="59" y="55"/>
                      <a:pt x="52" y="63"/>
                    </a:cubicBezTo>
                    <a:cubicBezTo>
                      <a:pt x="44" y="71"/>
                      <a:pt x="39" y="78"/>
                      <a:pt x="37" y="82"/>
                    </a:cubicBezTo>
                    <a:cubicBezTo>
                      <a:pt x="35" y="90"/>
                      <a:pt x="34" y="94"/>
                      <a:pt x="32" y="97"/>
                    </a:cubicBezTo>
                    <a:cubicBezTo>
                      <a:pt x="31" y="99"/>
                      <a:pt x="30" y="101"/>
                      <a:pt x="26" y="107"/>
                    </a:cubicBezTo>
                    <a:cubicBezTo>
                      <a:pt x="23" y="111"/>
                      <a:pt x="19" y="116"/>
                      <a:pt x="15" y="122"/>
                    </a:cubicBezTo>
                    <a:cubicBezTo>
                      <a:pt x="12" y="128"/>
                      <a:pt x="9" y="134"/>
                      <a:pt x="9" y="141"/>
                    </a:cubicBezTo>
                    <a:cubicBezTo>
                      <a:pt x="9" y="143"/>
                      <a:pt x="9" y="145"/>
                      <a:pt x="9" y="147"/>
                    </a:cubicBezTo>
                    <a:cubicBezTo>
                      <a:pt x="10" y="153"/>
                      <a:pt x="13" y="158"/>
                      <a:pt x="15" y="162"/>
                    </a:cubicBezTo>
                    <a:cubicBezTo>
                      <a:pt x="16" y="165"/>
                      <a:pt x="17" y="167"/>
                      <a:pt x="17" y="168"/>
                    </a:cubicBezTo>
                    <a:cubicBezTo>
                      <a:pt x="18" y="170"/>
                      <a:pt x="18" y="171"/>
                      <a:pt x="18" y="172"/>
                    </a:cubicBezTo>
                    <a:cubicBezTo>
                      <a:pt x="18" y="173"/>
                      <a:pt x="18" y="173"/>
                      <a:pt x="18" y="174"/>
                    </a:cubicBezTo>
                    <a:cubicBezTo>
                      <a:pt x="18" y="174"/>
                      <a:pt x="17" y="174"/>
                      <a:pt x="17" y="175"/>
                    </a:cubicBezTo>
                    <a:cubicBezTo>
                      <a:pt x="15" y="175"/>
                      <a:pt x="15" y="175"/>
                      <a:pt x="15" y="175"/>
                    </a:cubicBezTo>
                    <a:cubicBezTo>
                      <a:pt x="17" y="175"/>
                      <a:pt x="17" y="175"/>
                      <a:pt x="17" y="175"/>
                    </a:cubicBezTo>
                    <a:cubicBezTo>
                      <a:pt x="13" y="176"/>
                      <a:pt x="8" y="176"/>
                      <a:pt x="5" y="176"/>
                    </a:cubicBezTo>
                    <a:cubicBezTo>
                      <a:pt x="3" y="176"/>
                      <a:pt x="2" y="176"/>
                      <a:pt x="1" y="176"/>
                    </a:cubicBezTo>
                    <a:cubicBezTo>
                      <a:pt x="1" y="176"/>
                      <a:pt x="0" y="176"/>
                      <a:pt x="0" y="176"/>
                    </a:cubicBezTo>
                    <a:cubicBezTo>
                      <a:pt x="0" y="179"/>
                      <a:pt x="0" y="179"/>
                      <a:pt x="0" y="179"/>
                    </a:cubicBezTo>
                    <a:cubicBezTo>
                      <a:pt x="0" y="179"/>
                      <a:pt x="10" y="182"/>
                      <a:pt x="16" y="182"/>
                    </a:cubicBezTo>
                    <a:cubicBezTo>
                      <a:pt x="17" y="182"/>
                      <a:pt x="18" y="182"/>
                      <a:pt x="19" y="181"/>
                    </a:cubicBezTo>
                    <a:cubicBezTo>
                      <a:pt x="19" y="180"/>
                      <a:pt x="19" y="180"/>
                      <a:pt x="19" y="180"/>
                    </a:cubicBezTo>
                    <a:cubicBezTo>
                      <a:pt x="17" y="180"/>
                      <a:pt x="17" y="180"/>
                      <a:pt x="17" y="180"/>
                    </a:cubicBezTo>
                    <a:cubicBezTo>
                      <a:pt x="17" y="180"/>
                      <a:pt x="17" y="185"/>
                      <a:pt x="17" y="191"/>
                    </a:cubicBezTo>
                    <a:cubicBezTo>
                      <a:pt x="17" y="195"/>
                      <a:pt x="17" y="199"/>
                      <a:pt x="18" y="204"/>
                    </a:cubicBezTo>
                    <a:cubicBezTo>
                      <a:pt x="18" y="205"/>
                      <a:pt x="18" y="205"/>
                      <a:pt x="18" y="205"/>
                    </a:cubicBezTo>
                    <a:cubicBezTo>
                      <a:pt x="20" y="205"/>
                      <a:pt x="20" y="205"/>
                      <a:pt x="20" y="205"/>
                    </a:cubicBezTo>
                    <a:cubicBezTo>
                      <a:pt x="20" y="205"/>
                      <a:pt x="20" y="205"/>
                      <a:pt x="20" y="205"/>
                    </a:cubicBezTo>
                    <a:cubicBezTo>
                      <a:pt x="20" y="205"/>
                      <a:pt x="21" y="205"/>
                      <a:pt x="22" y="205"/>
                    </a:cubicBezTo>
                    <a:cubicBezTo>
                      <a:pt x="26" y="204"/>
                      <a:pt x="32" y="205"/>
                      <a:pt x="35" y="210"/>
                    </a:cubicBezTo>
                    <a:cubicBezTo>
                      <a:pt x="36" y="211"/>
                      <a:pt x="36" y="211"/>
                      <a:pt x="36" y="211"/>
                    </a:cubicBezTo>
                    <a:cubicBezTo>
                      <a:pt x="38" y="210"/>
                      <a:pt x="38" y="210"/>
                      <a:pt x="38" y="210"/>
                    </a:cubicBezTo>
                    <a:cubicBezTo>
                      <a:pt x="38" y="210"/>
                      <a:pt x="48" y="198"/>
                      <a:pt x="49" y="181"/>
                    </a:cubicBezTo>
                    <a:cubicBezTo>
                      <a:pt x="49" y="173"/>
                      <a:pt x="50" y="167"/>
                      <a:pt x="50" y="163"/>
                    </a:cubicBezTo>
                    <a:cubicBezTo>
                      <a:pt x="50" y="161"/>
                      <a:pt x="51" y="159"/>
                      <a:pt x="51" y="159"/>
                    </a:cubicBezTo>
                    <a:cubicBezTo>
                      <a:pt x="51" y="158"/>
                      <a:pt x="51" y="158"/>
                      <a:pt x="51" y="157"/>
                    </a:cubicBezTo>
                    <a:cubicBezTo>
                      <a:pt x="51" y="157"/>
                      <a:pt x="51" y="157"/>
                      <a:pt x="51" y="157"/>
                    </a:cubicBezTo>
                    <a:cubicBezTo>
                      <a:pt x="50" y="157"/>
                      <a:pt x="50" y="157"/>
                      <a:pt x="50" y="157"/>
                    </a:cubicBezTo>
                    <a:cubicBezTo>
                      <a:pt x="51" y="158"/>
                      <a:pt x="51" y="158"/>
                      <a:pt x="51" y="158"/>
                    </a:cubicBezTo>
                    <a:cubicBezTo>
                      <a:pt x="51" y="158"/>
                      <a:pt x="60" y="152"/>
                      <a:pt x="63" y="135"/>
                    </a:cubicBezTo>
                    <a:cubicBezTo>
                      <a:pt x="66" y="119"/>
                      <a:pt x="68" y="114"/>
                      <a:pt x="72" y="108"/>
                    </a:cubicBezTo>
                    <a:cubicBezTo>
                      <a:pt x="74" y="104"/>
                      <a:pt x="75" y="102"/>
                      <a:pt x="77" y="100"/>
                    </a:cubicBezTo>
                    <a:cubicBezTo>
                      <a:pt x="79" y="97"/>
                      <a:pt x="81" y="95"/>
                      <a:pt x="83" y="91"/>
                    </a:cubicBezTo>
                    <a:cubicBezTo>
                      <a:pt x="86" y="87"/>
                      <a:pt x="88" y="84"/>
                      <a:pt x="91" y="81"/>
                    </a:cubicBezTo>
                    <a:cubicBezTo>
                      <a:pt x="94" y="79"/>
                      <a:pt x="98" y="76"/>
                      <a:pt x="104" y="73"/>
                    </a:cubicBezTo>
                    <a:cubicBezTo>
                      <a:pt x="110" y="70"/>
                      <a:pt x="117" y="67"/>
                      <a:pt x="124" y="64"/>
                    </a:cubicBezTo>
                    <a:cubicBezTo>
                      <a:pt x="131" y="61"/>
                      <a:pt x="138" y="57"/>
                      <a:pt x="141" y="51"/>
                    </a:cubicBezTo>
                    <a:cubicBezTo>
                      <a:pt x="139" y="51"/>
                      <a:pt x="139" y="51"/>
                      <a:pt x="139" y="51"/>
                    </a:cubicBezTo>
                    <a:cubicBezTo>
                      <a:pt x="138" y="51"/>
                      <a:pt x="138" y="51"/>
                      <a:pt x="138" y="51"/>
                    </a:cubicBezTo>
                    <a:cubicBezTo>
                      <a:pt x="138" y="51"/>
                      <a:pt x="138" y="51"/>
                      <a:pt x="138" y="51"/>
                    </a:cubicBezTo>
                    <a:cubicBezTo>
                      <a:pt x="138" y="53"/>
                      <a:pt x="138" y="61"/>
                      <a:pt x="136" y="71"/>
                    </a:cubicBezTo>
                    <a:cubicBezTo>
                      <a:pt x="133" y="81"/>
                      <a:pt x="129" y="93"/>
                      <a:pt x="121" y="100"/>
                    </a:cubicBezTo>
                    <a:cubicBezTo>
                      <a:pt x="123" y="103"/>
                      <a:pt x="123" y="103"/>
                      <a:pt x="123" y="103"/>
                    </a:cubicBezTo>
                    <a:cubicBezTo>
                      <a:pt x="123" y="103"/>
                      <a:pt x="128" y="98"/>
                      <a:pt x="134" y="92"/>
                    </a:cubicBezTo>
                    <a:cubicBezTo>
                      <a:pt x="140" y="85"/>
                      <a:pt x="147" y="78"/>
                      <a:pt x="150" y="72"/>
                    </a:cubicBezTo>
                    <a:cubicBezTo>
                      <a:pt x="153" y="66"/>
                      <a:pt x="158" y="60"/>
                      <a:pt x="162" y="55"/>
                    </a:cubicBezTo>
                    <a:cubicBezTo>
                      <a:pt x="165" y="53"/>
                      <a:pt x="167" y="50"/>
                      <a:pt x="169" y="49"/>
                    </a:cubicBezTo>
                    <a:cubicBezTo>
                      <a:pt x="171" y="47"/>
                      <a:pt x="172" y="46"/>
                      <a:pt x="174" y="46"/>
                    </a:cubicBezTo>
                    <a:cubicBezTo>
                      <a:pt x="173" y="44"/>
                      <a:pt x="173" y="44"/>
                      <a:pt x="173" y="44"/>
                    </a:cubicBezTo>
                    <a:cubicBezTo>
                      <a:pt x="173" y="46"/>
                      <a:pt x="173" y="46"/>
                      <a:pt x="173" y="46"/>
                    </a:cubicBezTo>
                    <a:cubicBezTo>
                      <a:pt x="173" y="46"/>
                      <a:pt x="175" y="46"/>
                      <a:pt x="178" y="46"/>
                    </a:cubicBezTo>
                    <a:cubicBezTo>
                      <a:pt x="184" y="46"/>
                      <a:pt x="194" y="46"/>
                      <a:pt x="204" y="48"/>
                    </a:cubicBezTo>
                    <a:cubicBezTo>
                      <a:pt x="209" y="48"/>
                      <a:pt x="213" y="49"/>
                      <a:pt x="217" y="51"/>
                    </a:cubicBezTo>
                    <a:cubicBezTo>
                      <a:pt x="221" y="52"/>
                      <a:pt x="224" y="54"/>
                      <a:pt x="226" y="56"/>
                    </a:cubicBezTo>
                    <a:cubicBezTo>
                      <a:pt x="229" y="61"/>
                      <a:pt x="234" y="63"/>
                      <a:pt x="238" y="64"/>
                    </a:cubicBezTo>
                    <a:cubicBezTo>
                      <a:pt x="242" y="65"/>
                      <a:pt x="246" y="65"/>
                      <a:pt x="247" y="65"/>
                    </a:cubicBezTo>
                    <a:cubicBezTo>
                      <a:pt x="248" y="65"/>
                      <a:pt x="248" y="65"/>
                      <a:pt x="248" y="65"/>
                    </a:cubicBezTo>
                    <a:cubicBezTo>
                      <a:pt x="248" y="64"/>
                      <a:pt x="248" y="64"/>
                      <a:pt x="248" y="64"/>
                    </a:cubicBezTo>
                    <a:cubicBezTo>
                      <a:pt x="247" y="65"/>
                      <a:pt x="247" y="65"/>
                      <a:pt x="247" y="65"/>
                    </a:cubicBezTo>
                    <a:cubicBezTo>
                      <a:pt x="247" y="65"/>
                      <a:pt x="254" y="74"/>
                      <a:pt x="264" y="81"/>
                    </a:cubicBezTo>
                    <a:cubicBezTo>
                      <a:pt x="266" y="83"/>
                      <a:pt x="269" y="86"/>
                      <a:pt x="272" y="90"/>
                    </a:cubicBezTo>
                    <a:cubicBezTo>
                      <a:pt x="280" y="102"/>
                      <a:pt x="289" y="124"/>
                      <a:pt x="288" y="138"/>
                    </a:cubicBezTo>
                    <a:cubicBezTo>
                      <a:pt x="288" y="139"/>
                      <a:pt x="288" y="140"/>
                      <a:pt x="288" y="141"/>
                    </a:cubicBezTo>
                    <a:cubicBezTo>
                      <a:pt x="287" y="157"/>
                      <a:pt x="285" y="180"/>
                      <a:pt x="285" y="196"/>
                    </a:cubicBezTo>
                    <a:cubicBezTo>
                      <a:pt x="285" y="199"/>
                      <a:pt x="285" y="203"/>
                      <a:pt x="286" y="206"/>
                    </a:cubicBezTo>
                    <a:cubicBezTo>
                      <a:pt x="286" y="209"/>
                      <a:pt x="286" y="213"/>
                      <a:pt x="286" y="218"/>
                    </a:cubicBezTo>
                    <a:cubicBezTo>
                      <a:pt x="286" y="224"/>
                      <a:pt x="286" y="231"/>
                      <a:pt x="285" y="237"/>
                    </a:cubicBezTo>
                    <a:cubicBezTo>
                      <a:pt x="284" y="242"/>
                      <a:pt x="284" y="247"/>
                      <a:pt x="282" y="250"/>
                    </a:cubicBezTo>
                    <a:cubicBezTo>
                      <a:pt x="281" y="253"/>
                      <a:pt x="281" y="253"/>
                      <a:pt x="281" y="253"/>
                    </a:cubicBezTo>
                    <a:cubicBezTo>
                      <a:pt x="284" y="252"/>
                      <a:pt x="284" y="252"/>
                      <a:pt x="284" y="252"/>
                    </a:cubicBezTo>
                    <a:cubicBezTo>
                      <a:pt x="285" y="252"/>
                      <a:pt x="285" y="252"/>
                      <a:pt x="285" y="252"/>
                    </a:cubicBezTo>
                    <a:cubicBezTo>
                      <a:pt x="286" y="252"/>
                      <a:pt x="288" y="251"/>
                      <a:pt x="290" y="251"/>
                    </a:cubicBezTo>
                    <a:cubicBezTo>
                      <a:pt x="290" y="251"/>
                      <a:pt x="291" y="251"/>
                      <a:pt x="291" y="251"/>
                    </a:cubicBezTo>
                    <a:cubicBezTo>
                      <a:pt x="292" y="252"/>
                      <a:pt x="292" y="252"/>
                      <a:pt x="292" y="252"/>
                    </a:cubicBezTo>
                    <a:cubicBezTo>
                      <a:pt x="294" y="254"/>
                      <a:pt x="294" y="254"/>
                      <a:pt x="294" y="254"/>
                    </a:cubicBezTo>
                    <a:cubicBezTo>
                      <a:pt x="295" y="252"/>
                      <a:pt x="295" y="252"/>
                      <a:pt x="295" y="252"/>
                    </a:cubicBezTo>
                    <a:cubicBezTo>
                      <a:pt x="295" y="252"/>
                      <a:pt x="297" y="247"/>
                      <a:pt x="302" y="231"/>
                    </a:cubicBezTo>
                    <a:cubicBezTo>
                      <a:pt x="306" y="217"/>
                      <a:pt x="310" y="199"/>
                      <a:pt x="310" y="183"/>
                    </a:cubicBezTo>
                    <a:cubicBezTo>
                      <a:pt x="310" y="181"/>
                      <a:pt x="310" y="178"/>
                      <a:pt x="310" y="176"/>
                    </a:cubicBezTo>
                    <a:cubicBezTo>
                      <a:pt x="308" y="176"/>
                      <a:pt x="308" y="176"/>
                      <a:pt x="308" y="176"/>
                    </a:cubicBezTo>
                    <a:cubicBezTo>
                      <a:pt x="310" y="176"/>
                      <a:pt x="310" y="176"/>
                      <a:pt x="310" y="176"/>
                    </a:cubicBezTo>
                    <a:cubicBezTo>
                      <a:pt x="310" y="176"/>
                      <a:pt x="311" y="166"/>
                      <a:pt x="311" y="153"/>
                    </a:cubicBezTo>
                    <a:cubicBezTo>
                      <a:pt x="311" y="135"/>
                      <a:pt x="309" y="112"/>
                      <a:pt x="301" y="97"/>
                    </a:cubicBezTo>
                    <a:cubicBezTo>
                      <a:pt x="290" y="78"/>
                      <a:pt x="279" y="68"/>
                      <a:pt x="270" y="63"/>
                    </a:cubicBezTo>
                    <a:cubicBezTo>
                      <a:pt x="266" y="60"/>
                      <a:pt x="262" y="58"/>
                      <a:pt x="259" y="57"/>
                    </a:cubicBezTo>
                    <a:cubicBezTo>
                      <a:pt x="257" y="56"/>
                      <a:pt x="256" y="55"/>
                      <a:pt x="255" y="54"/>
                    </a:cubicBezTo>
                    <a:cubicBezTo>
                      <a:pt x="255" y="53"/>
                      <a:pt x="254" y="53"/>
                      <a:pt x="254" y="52"/>
                    </a:cubicBezTo>
                    <a:cubicBezTo>
                      <a:pt x="254" y="52"/>
                      <a:pt x="254" y="52"/>
                      <a:pt x="254" y="52"/>
                    </a:cubicBezTo>
                    <a:cubicBezTo>
                      <a:pt x="254" y="52"/>
                      <a:pt x="254" y="52"/>
                      <a:pt x="254" y="52"/>
                    </a:cubicBezTo>
                    <a:cubicBezTo>
                      <a:pt x="252" y="52"/>
                      <a:pt x="252" y="52"/>
                      <a:pt x="252" y="52"/>
                    </a:cubicBezTo>
                    <a:cubicBezTo>
                      <a:pt x="251" y="53"/>
                      <a:pt x="251" y="53"/>
                      <a:pt x="251" y="53"/>
                    </a:cubicBezTo>
                    <a:cubicBezTo>
                      <a:pt x="251" y="54"/>
                      <a:pt x="252" y="55"/>
                      <a:pt x="253" y="56"/>
                    </a:cubicBezTo>
                    <a:cubicBezTo>
                      <a:pt x="257" y="60"/>
                      <a:pt x="264" y="62"/>
                      <a:pt x="272" y="67"/>
                    </a:cubicBezTo>
                    <a:cubicBezTo>
                      <a:pt x="280" y="73"/>
                      <a:pt x="289" y="82"/>
                      <a:pt x="299" y="99"/>
                    </a:cubicBezTo>
                    <a:cubicBezTo>
                      <a:pt x="306" y="112"/>
                      <a:pt x="308" y="135"/>
                      <a:pt x="308" y="153"/>
                    </a:cubicBezTo>
                    <a:cubicBezTo>
                      <a:pt x="308" y="159"/>
                      <a:pt x="307" y="165"/>
                      <a:pt x="307" y="169"/>
                    </a:cubicBezTo>
                    <a:cubicBezTo>
                      <a:pt x="307" y="173"/>
                      <a:pt x="307" y="176"/>
                      <a:pt x="307" y="176"/>
                    </a:cubicBezTo>
                    <a:cubicBezTo>
                      <a:pt x="307" y="176"/>
                      <a:pt x="307" y="176"/>
                      <a:pt x="307" y="176"/>
                    </a:cubicBezTo>
                    <a:cubicBezTo>
                      <a:pt x="307" y="176"/>
                      <a:pt x="307" y="176"/>
                      <a:pt x="307" y="176"/>
                    </a:cubicBezTo>
                    <a:cubicBezTo>
                      <a:pt x="307" y="178"/>
                      <a:pt x="307" y="181"/>
                      <a:pt x="307" y="183"/>
                    </a:cubicBezTo>
                    <a:cubicBezTo>
                      <a:pt x="307" y="198"/>
                      <a:pt x="303" y="217"/>
                      <a:pt x="299" y="230"/>
                    </a:cubicBezTo>
                    <a:cubicBezTo>
                      <a:pt x="297" y="238"/>
                      <a:pt x="295" y="244"/>
                      <a:pt x="294" y="247"/>
                    </a:cubicBezTo>
                    <a:cubicBezTo>
                      <a:pt x="293" y="248"/>
                      <a:pt x="293" y="249"/>
                      <a:pt x="293" y="250"/>
                    </a:cubicBezTo>
                    <a:cubicBezTo>
                      <a:pt x="292" y="250"/>
                      <a:pt x="292" y="250"/>
                      <a:pt x="292" y="250"/>
                    </a:cubicBezTo>
                    <a:cubicBezTo>
                      <a:pt x="292" y="251"/>
                      <a:pt x="292" y="251"/>
                      <a:pt x="292" y="251"/>
                    </a:cubicBezTo>
                    <a:cubicBezTo>
                      <a:pt x="292" y="251"/>
                      <a:pt x="292" y="251"/>
                      <a:pt x="292" y="251"/>
                    </a:cubicBezTo>
                    <a:cubicBezTo>
                      <a:pt x="294" y="251"/>
                      <a:pt x="294" y="251"/>
                      <a:pt x="294" y="251"/>
                    </a:cubicBezTo>
                    <a:cubicBezTo>
                      <a:pt x="295" y="250"/>
                      <a:pt x="295" y="250"/>
                      <a:pt x="295" y="250"/>
                    </a:cubicBezTo>
                    <a:cubicBezTo>
                      <a:pt x="294" y="250"/>
                      <a:pt x="293" y="249"/>
                      <a:pt x="292" y="249"/>
                    </a:cubicBezTo>
                    <a:cubicBezTo>
                      <a:pt x="292" y="248"/>
                      <a:pt x="291" y="248"/>
                      <a:pt x="290" y="248"/>
                    </a:cubicBezTo>
                    <a:cubicBezTo>
                      <a:pt x="286" y="248"/>
                      <a:pt x="283" y="249"/>
                      <a:pt x="283" y="249"/>
                    </a:cubicBezTo>
                    <a:cubicBezTo>
                      <a:pt x="284" y="251"/>
                      <a:pt x="284" y="251"/>
                      <a:pt x="284" y="251"/>
                    </a:cubicBezTo>
                    <a:cubicBezTo>
                      <a:pt x="285" y="251"/>
                      <a:pt x="285" y="251"/>
                      <a:pt x="285" y="251"/>
                    </a:cubicBezTo>
                    <a:cubicBezTo>
                      <a:pt x="287" y="248"/>
                      <a:pt x="287" y="243"/>
                      <a:pt x="288" y="237"/>
                    </a:cubicBezTo>
                    <a:cubicBezTo>
                      <a:pt x="289" y="231"/>
                      <a:pt x="289" y="224"/>
                      <a:pt x="289" y="218"/>
                    </a:cubicBezTo>
                    <a:cubicBezTo>
                      <a:pt x="289" y="213"/>
                      <a:pt x="289" y="209"/>
                      <a:pt x="289" y="205"/>
                    </a:cubicBezTo>
                    <a:cubicBezTo>
                      <a:pt x="288" y="203"/>
                      <a:pt x="288" y="199"/>
                      <a:pt x="288" y="196"/>
                    </a:cubicBezTo>
                    <a:cubicBezTo>
                      <a:pt x="288" y="180"/>
                      <a:pt x="290" y="158"/>
                      <a:pt x="291" y="141"/>
                    </a:cubicBezTo>
                    <a:cubicBezTo>
                      <a:pt x="291" y="140"/>
                      <a:pt x="291" y="139"/>
                      <a:pt x="291" y="138"/>
                    </a:cubicBezTo>
                    <a:cubicBezTo>
                      <a:pt x="291" y="128"/>
                      <a:pt x="288" y="115"/>
                      <a:pt x="282" y="103"/>
                    </a:cubicBezTo>
                    <a:cubicBezTo>
                      <a:pt x="280" y="98"/>
                      <a:pt x="277" y="93"/>
                      <a:pt x="274" y="88"/>
                    </a:cubicBezTo>
                    <a:cubicBezTo>
                      <a:pt x="271" y="84"/>
                      <a:pt x="268" y="81"/>
                      <a:pt x="266" y="79"/>
                    </a:cubicBezTo>
                    <a:cubicBezTo>
                      <a:pt x="261" y="75"/>
                      <a:pt x="257" y="71"/>
                      <a:pt x="254" y="68"/>
                    </a:cubicBezTo>
                    <a:cubicBezTo>
                      <a:pt x="252" y="67"/>
                      <a:pt x="251" y="65"/>
                      <a:pt x="250" y="64"/>
                    </a:cubicBezTo>
                    <a:cubicBezTo>
                      <a:pt x="250" y="64"/>
                      <a:pt x="250" y="63"/>
                      <a:pt x="249" y="63"/>
                    </a:cubicBezTo>
                    <a:cubicBezTo>
                      <a:pt x="249" y="63"/>
                      <a:pt x="249" y="63"/>
                      <a:pt x="249" y="63"/>
                    </a:cubicBezTo>
                    <a:cubicBezTo>
                      <a:pt x="249" y="62"/>
                      <a:pt x="249" y="62"/>
                      <a:pt x="249" y="62"/>
                    </a:cubicBezTo>
                    <a:cubicBezTo>
                      <a:pt x="248" y="62"/>
                      <a:pt x="248" y="62"/>
                      <a:pt x="248" y="62"/>
                    </a:cubicBezTo>
                    <a:cubicBezTo>
                      <a:pt x="247" y="62"/>
                      <a:pt x="247" y="62"/>
                      <a:pt x="247" y="62"/>
                    </a:cubicBezTo>
                    <a:cubicBezTo>
                      <a:pt x="246" y="62"/>
                      <a:pt x="243" y="62"/>
                      <a:pt x="239" y="61"/>
                    </a:cubicBezTo>
                    <a:cubicBezTo>
                      <a:pt x="235" y="60"/>
                      <a:pt x="231" y="58"/>
                      <a:pt x="228" y="55"/>
                    </a:cubicBezTo>
                    <a:cubicBezTo>
                      <a:pt x="226" y="52"/>
                      <a:pt x="222" y="50"/>
                      <a:pt x="218" y="48"/>
                    </a:cubicBezTo>
                    <a:cubicBezTo>
                      <a:pt x="206" y="43"/>
                      <a:pt x="187" y="43"/>
                      <a:pt x="178" y="43"/>
                    </a:cubicBezTo>
                    <a:cubicBezTo>
                      <a:pt x="175" y="43"/>
                      <a:pt x="173" y="43"/>
                      <a:pt x="173" y="43"/>
                    </a:cubicBezTo>
                    <a:cubicBezTo>
                      <a:pt x="173" y="43"/>
                      <a:pt x="173" y="43"/>
                      <a:pt x="173" y="43"/>
                    </a:cubicBezTo>
                    <a:cubicBezTo>
                      <a:pt x="173" y="43"/>
                      <a:pt x="173" y="43"/>
                      <a:pt x="173" y="43"/>
                    </a:cubicBezTo>
                    <a:cubicBezTo>
                      <a:pt x="171" y="44"/>
                      <a:pt x="169" y="45"/>
                      <a:pt x="167" y="47"/>
                    </a:cubicBezTo>
                    <a:cubicBezTo>
                      <a:pt x="160" y="52"/>
                      <a:pt x="153" y="61"/>
                      <a:pt x="148" y="70"/>
                    </a:cubicBezTo>
                    <a:cubicBezTo>
                      <a:pt x="144" y="76"/>
                      <a:pt x="138" y="83"/>
                      <a:pt x="132" y="90"/>
                    </a:cubicBezTo>
                    <a:cubicBezTo>
                      <a:pt x="129" y="93"/>
                      <a:pt x="126" y="95"/>
                      <a:pt x="124" y="97"/>
                    </a:cubicBezTo>
                    <a:cubicBezTo>
                      <a:pt x="122" y="99"/>
                      <a:pt x="121" y="100"/>
                      <a:pt x="121" y="100"/>
                    </a:cubicBezTo>
                    <a:cubicBezTo>
                      <a:pt x="122" y="101"/>
                      <a:pt x="122" y="101"/>
                      <a:pt x="122" y="101"/>
                    </a:cubicBezTo>
                    <a:cubicBezTo>
                      <a:pt x="123" y="103"/>
                      <a:pt x="123" y="103"/>
                      <a:pt x="123" y="103"/>
                    </a:cubicBezTo>
                    <a:cubicBezTo>
                      <a:pt x="132" y="94"/>
                      <a:pt x="136" y="82"/>
                      <a:pt x="139" y="72"/>
                    </a:cubicBezTo>
                    <a:cubicBezTo>
                      <a:pt x="141" y="61"/>
                      <a:pt x="141" y="53"/>
                      <a:pt x="141" y="51"/>
                    </a:cubicBezTo>
                    <a:cubicBezTo>
                      <a:pt x="141" y="51"/>
                      <a:pt x="141" y="51"/>
                      <a:pt x="141" y="51"/>
                    </a:cubicBezTo>
                    <a:cubicBezTo>
                      <a:pt x="138" y="50"/>
                      <a:pt x="138" y="50"/>
                      <a:pt x="138" y="50"/>
                    </a:cubicBezTo>
                    <a:cubicBezTo>
                      <a:pt x="136" y="55"/>
                      <a:pt x="130" y="58"/>
                      <a:pt x="123" y="61"/>
                    </a:cubicBezTo>
                    <a:cubicBezTo>
                      <a:pt x="116" y="64"/>
                      <a:pt x="108" y="67"/>
                      <a:pt x="102" y="70"/>
                    </a:cubicBezTo>
                    <a:cubicBezTo>
                      <a:pt x="96" y="74"/>
                      <a:pt x="92" y="76"/>
                      <a:pt x="89" y="79"/>
                    </a:cubicBezTo>
                    <a:cubicBezTo>
                      <a:pt x="85" y="82"/>
                      <a:pt x="83" y="85"/>
                      <a:pt x="81" y="89"/>
                    </a:cubicBezTo>
                    <a:cubicBezTo>
                      <a:pt x="78" y="93"/>
                      <a:pt x="76" y="96"/>
                      <a:pt x="74" y="98"/>
                    </a:cubicBezTo>
                    <a:cubicBezTo>
                      <a:pt x="73" y="101"/>
                      <a:pt x="71" y="103"/>
                      <a:pt x="69" y="106"/>
                    </a:cubicBezTo>
                    <a:cubicBezTo>
                      <a:pt x="65" y="113"/>
                      <a:pt x="63" y="119"/>
                      <a:pt x="60" y="135"/>
                    </a:cubicBezTo>
                    <a:cubicBezTo>
                      <a:pt x="59" y="143"/>
                      <a:pt x="56" y="148"/>
                      <a:pt x="53" y="151"/>
                    </a:cubicBezTo>
                    <a:cubicBezTo>
                      <a:pt x="52" y="153"/>
                      <a:pt x="51" y="154"/>
                      <a:pt x="50" y="154"/>
                    </a:cubicBezTo>
                    <a:cubicBezTo>
                      <a:pt x="50" y="155"/>
                      <a:pt x="50" y="155"/>
                      <a:pt x="49" y="155"/>
                    </a:cubicBezTo>
                    <a:cubicBezTo>
                      <a:pt x="49" y="155"/>
                      <a:pt x="49" y="155"/>
                      <a:pt x="49" y="155"/>
                    </a:cubicBezTo>
                    <a:cubicBezTo>
                      <a:pt x="49" y="155"/>
                      <a:pt x="49" y="155"/>
                      <a:pt x="49" y="155"/>
                    </a:cubicBezTo>
                    <a:cubicBezTo>
                      <a:pt x="49" y="156"/>
                      <a:pt x="49" y="156"/>
                      <a:pt x="49" y="156"/>
                    </a:cubicBezTo>
                    <a:cubicBezTo>
                      <a:pt x="48" y="156"/>
                      <a:pt x="48" y="156"/>
                      <a:pt x="48" y="156"/>
                    </a:cubicBezTo>
                    <a:cubicBezTo>
                      <a:pt x="48" y="156"/>
                      <a:pt x="46" y="164"/>
                      <a:pt x="46" y="181"/>
                    </a:cubicBezTo>
                    <a:cubicBezTo>
                      <a:pt x="45" y="189"/>
                      <a:pt x="43" y="196"/>
                      <a:pt x="40" y="200"/>
                    </a:cubicBezTo>
                    <a:cubicBezTo>
                      <a:pt x="39" y="203"/>
                      <a:pt x="38" y="205"/>
                      <a:pt x="37" y="206"/>
                    </a:cubicBezTo>
                    <a:cubicBezTo>
                      <a:pt x="36" y="206"/>
                      <a:pt x="36" y="207"/>
                      <a:pt x="36" y="207"/>
                    </a:cubicBezTo>
                    <a:cubicBezTo>
                      <a:pt x="36" y="208"/>
                      <a:pt x="36" y="208"/>
                      <a:pt x="36" y="208"/>
                    </a:cubicBezTo>
                    <a:cubicBezTo>
                      <a:pt x="35" y="208"/>
                      <a:pt x="35" y="208"/>
                      <a:pt x="35" y="208"/>
                    </a:cubicBezTo>
                    <a:cubicBezTo>
                      <a:pt x="37" y="209"/>
                      <a:pt x="37" y="209"/>
                      <a:pt x="37" y="209"/>
                    </a:cubicBezTo>
                    <a:cubicBezTo>
                      <a:pt x="38" y="208"/>
                      <a:pt x="38" y="208"/>
                      <a:pt x="38" y="208"/>
                    </a:cubicBezTo>
                    <a:cubicBezTo>
                      <a:pt x="33" y="202"/>
                      <a:pt x="26" y="202"/>
                      <a:pt x="22" y="202"/>
                    </a:cubicBezTo>
                    <a:cubicBezTo>
                      <a:pt x="20" y="202"/>
                      <a:pt x="19" y="202"/>
                      <a:pt x="19" y="202"/>
                    </a:cubicBezTo>
                    <a:cubicBezTo>
                      <a:pt x="19" y="203"/>
                      <a:pt x="19" y="203"/>
                      <a:pt x="19" y="203"/>
                    </a:cubicBezTo>
                    <a:cubicBezTo>
                      <a:pt x="21" y="203"/>
                      <a:pt x="21" y="203"/>
                      <a:pt x="21" y="203"/>
                    </a:cubicBezTo>
                    <a:cubicBezTo>
                      <a:pt x="20" y="199"/>
                      <a:pt x="20" y="195"/>
                      <a:pt x="20" y="191"/>
                    </a:cubicBezTo>
                    <a:cubicBezTo>
                      <a:pt x="20" y="188"/>
                      <a:pt x="20" y="185"/>
                      <a:pt x="20" y="183"/>
                    </a:cubicBezTo>
                    <a:cubicBezTo>
                      <a:pt x="20" y="181"/>
                      <a:pt x="20" y="180"/>
                      <a:pt x="20" y="180"/>
                    </a:cubicBezTo>
                    <a:cubicBezTo>
                      <a:pt x="21" y="178"/>
                      <a:pt x="21" y="178"/>
                      <a:pt x="21" y="178"/>
                    </a:cubicBezTo>
                    <a:cubicBezTo>
                      <a:pt x="18" y="179"/>
                      <a:pt x="18" y="179"/>
                      <a:pt x="18" y="179"/>
                    </a:cubicBezTo>
                    <a:cubicBezTo>
                      <a:pt x="18" y="179"/>
                      <a:pt x="17" y="179"/>
                      <a:pt x="16" y="179"/>
                    </a:cubicBezTo>
                    <a:cubicBezTo>
                      <a:pt x="13" y="179"/>
                      <a:pt x="9" y="178"/>
                      <a:pt x="6" y="178"/>
                    </a:cubicBezTo>
                    <a:cubicBezTo>
                      <a:pt x="5" y="177"/>
                      <a:pt x="3" y="177"/>
                      <a:pt x="2" y="177"/>
                    </a:cubicBezTo>
                    <a:cubicBezTo>
                      <a:pt x="1" y="176"/>
                      <a:pt x="0" y="176"/>
                      <a:pt x="0" y="176"/>
                    </a:cubicBezTo>
                    <a:cubicBezTo>
                      <a:pt x="0" y="178"/>
                      <a:pt x="0" y="178"/>
                      <a:pt x="0" y="178"/>
                    </a:cubicBezTo>
                    <a:cubicBezTo>
                      <a:pt x="0" y="179"/>
                      <a:pt x="0" y="179"/>
                      <a:pt x="0" y="179"/>
                    </a:cubicBezTo>
                    <a:cubicBezTo>
                      <a:pt x="0" y="179"/>
                      <a:pt x="2" y="179"/>
                      <a:pt x="5" y="179"/>
                    </a:cubicBezTo>
                    <a:cubicBezTo>
                      <a:pt x="8" y="179"/>
                      <a:pt x="13" y="179"/>
                      <a:pt x="18" y="177"/>
                    </a:cubicBezTo>
                    <a:cubicBezTo>
                      <a:pt x="19" y="177"/>
                      <a:pt x="19" y="177"/>
                      <a:pt x="19" y="177"/>
                    </a:cubicBezTo>
                    <a:cubicBezTo>
                      <a:pt x="18" y="177"/>
                      <a:pt x="18" y="177"/>
                      <a:pt x="18" y="177"/>
                    </a:cubicBezTo>
                    <a:cubicBezTo>
                      <a:pt x="19" y="177"/>
                      <a:pt x="20" y="176"/>
                      <a:pt x="21" y="176"/>
                    </a:cubicBezTo>
                    <a:cubicBezTo>
                      <a:pt x="21" y="175"/>
                      <a:pt x="21" y="174"/>
                      <a:pt x="21" y="172"/>
                    </a:cubicBezTo>
                    <a:cubicBezTo>
                      <a:pt x="21" y="171"/>
                      <a:pt x="21" y="169"/>
                      <a:pt x="20" y="167"/>
                    </a:cubicBezTo>
                    <a:cubicBezTo>
                      <a:pt x="18" y="162"/>
                      <a:pt x="14" y="154"/>
                      <a:pt x="12" y="146"/>
                    </a:cubicBezTo>
                    <a:cubicBezTo>
                      <a:pt x="12" y="144"/>
                      <a:pt x="12" y="143"/>
                      <a:pt x="12" y="141"/>
                    </a:cubicBezTo>
                    <a:cubicBezTo>
                      <a:pt x="12" y="135"/>
                      <a:pt x="14" y="129"/>
                      <a:pt x="18" y="124"/>
                    </a:cubicBezTo>
                    <a:cubicBezTo>
                      <a:pt x="21" y="118"/>
                      <a:pt x="26" y="113"/>
                      <a:pt x="29" y="108"/>
                    </a:cubicBezTo>
                    <a:cubicBezTo>
                      <a:pt x="33" y="103"/>
                      <a:pt x="34" y="101"/>
                      <a:pt x="35" y="98"/>
                    </a:cubicBezTo>
                    <a:cubicBezTo>
                      <a:pt x="37" y="95"/>
                      <a:pt x="37" y="91"/>
                      <a:pt x="40" y="83"/>
                    </a:cubicBezTo>
                    <a:cubicBezTo>
                      <a:pt x="41" y="79"/>
                      <a:pt x="46" y="73"/>
                      <a:pt x="54" y="65"/>
                    </a:cubicBezTo>
                    <a:cubicBezTo>
                      <a:pt x="76" y="42"/>
                      <a:pt x="122" y="8"/>
                      <a:pt x="168" y="4"/>
                    </a:cubicBezTo>
                    <a:cubicBezTo>
                      <a:pt x="171" y="4"/>
                      <a:pt x="175" y="3"/>
                      <a:pt x="177" y="3"/>
                    </a:cubicBezTo>
                    <a:cubicBezTo>
                      <a:pt x="204" y="3"/>
                      <a:pt x="223" y="16"/>
                      <a:pt x="234" y="28"/>
                    </a:cubicBezTo>
                    <a:cubicBezTo>
                      <a:pt x="240" y="34"/>
                      <a:pt x="244" y="40"/>
                      <a:pt x="247" y="45"/>
                    </a:cubicBezTo>
                    <a:cubicBezTo>
                      <a:pt x="248" y="47"/>
                      <a:pt x="249" y="49"/>
                      <a:pt x="250" y="51"/>
                    </a:cubicBezTo>
                    <a:cubicBezTo>
                      <a:pt x="250" y="51"/>
                      <a:pt x="250" y="52"/>
                      <a:pt x="251" y="52"/>
                    </a:cubicBezTo>
                    <a:cubicBezTo>
                      <a:pt x="251" y="53"/>
                      <a:pt x="251" y="53"/>
                      <a:pt x="251" y="53"/>
                    </a:cubicBezTo>
                    <a:cubicBezTo>
                      <a:pt x="252" y="52"/>
                      <a:pt x="252" y="52"/>
                      <a:pt x="252" y="52"/>
                    </a:cubicBezTo>
                    <a:cubicBezTo>
                      <a:pt x="251" y="53"/>
                      <a:pt x="251" y="53"/>
                      <a:pt x="251" y="53"/>
                    </a:cubicBezTo>
                    <a:lnTo>
                      <a:pt x="252" y="52"/>
                    </a:lnTo>
                    <a:close/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6501" name="Freeform 29">
                <a:extLst>
                  <a:ext uri="{FF2B5EF4-FFF2-40B4-BE49-F238E27FC236}">
                    <a16:creationId xmlns:a16="http://schemas.microsoft.com/office/drawing/2014/main" id="{902567D0-F96F-4FF7-9656-15CEE539E8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4" y="1036"/>
                <a:ext cx="45" cy="116"/>
              </a:xfrm>
              <a:custGeom>
                <a:avLst/>
                <a:gdLst>
                  <a:gd name="T0" fmla="*/ 48 w 39"/>
                  <a:gd name="T1" fmla="*/ 3 h 102"/>
                  <a:gd name="T2" fmla="*/ 28 w 39"/>
                  <a:gd name="T3" fmla="*/ 0 h 102"/>
                  <a:gd name="T4" fmla="*/ 36 w 39"/>
                  <a:gd name="T5" fmla="*/ 30 h 102"/>
                  <a:gd name="T6" fmla="*/ 37 w 39"/>
                  <a:gd name="T7" fmla="*/ 72 h 102"/>
                  <a:gd name="T8" fmla="*/ 0 w 39"/>
                  <a:gd name="T9" fmla="*/ 122 h 102"/>
                  <a:gd name="T10" fmla="*/ 29 w 39"/>
                  <a:gd name="T11" fmla="*/ 97 h 102"/>
                  <a:gd name="T12" fmla="*/ 17 w 39"/>
                  <a:gd name="T13" fmla="*/ 140 h 102"/>
                  <a:gd name="T14" fmla="*/ 38 w 39"/>
                  <a:gd name="T15" fmla="*/ 96 h 102"/>
                  <a:gd name="T16" fmla="*/ 33 w 39"/>
                  <a:gd name="T17" fmla="*/ 150 h 102"/>
                  <a:gd name="T18" fmla="*/ 51 w 39"/>
                  <a:gd name="T19" fmla="*/ 96 h 102"/>
                  <a:gd name="T20" fmla="*/ 59 w 39"/>
                  <a:gd name="T21" fmla="*/ 45 h 102"/>
                  <a:gd name="T22" fmla="*/ 48 w 39"/>
                  <a:gd name="T23" fmla="*/ 3 h 10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9" h="102">
                    <a:moveTo>
                      <a:pt x="31" y="3"/>
                    </a:moveTo>
                    <a:cubicBezTo>
                      <a:pt x="31" y="3"/>
                      <a:pt x="23" y="5"/>
                      <a:pt x="18" y="0"/>
                    </a:cubicBezTo>
                    <a:cubicBezTo>
                      <a:pt x="18" y="0"/>
                      <a:pt x="20" y="11"/>
                      <a:pt x="23" y="20"/>
                    </a:cubicBezTo>
                    <a:cubicBezTo>
                      <a:pt x="27" y="29"/>
                      <a:pt x="30" y="38"/>
                      <a:pt x="24" y="48"/>
                    </a:cubicBezTo>
                    <a:cubicBezTo>
                      <a:pt x="18" y="58"/>
                      <a:pt x="11" y="82"/>
                      <a:pt x="0" y="83"/>
                    </a:cubicBezTo>
                    <a:cubicBezTo>
                      <a:pt x="0" y="83"/>
                      <a:pt x="14" y="77"/>
                      <a:pt x="19" y="66"/>
                    </a:cubicBezTo>
                    <a:cubicBezTo>
                      <a:pt x="19" y="66"/>
                      <a:pt x="10" y="81"/>
                      <a:pt x="11" y="95"/>
                    </a:cubicBezTo>
                    <a:cubicBezTo>
                      <a:pt x="11" y="95"/>
                      <a:pt x="18" y="70"/>
                      <a:pt x="25" y="65"/>
                    </a:cubicBezTo>
                    <a:cubicBezTo>
                      <a:pt x="25" y="65"/>
                      <a:pt x="20" y="89"/>
                      <a:pt x="22" y="102"/>
                    </a:cubicBezTo>
                    <a:cubicBezTo>
                      <a:pt x="22" y="102"/>
                      <a:pt x="23" y="82"/>
                      <a:pt x="33" y="65"/>
                    </a:cubicBezTo>
                    <a:cubicBezTo>
                      <a:pt x="33" y="65"/>
                      <a:pt x="39" y="40"/>
                      <a:pt x="38" y="31"/>
                    </a:cubicBezTo>
                    <a:cubicBezTo>
                      <a:pt x="38" y="31"/>
                      <a:pt x="31" y="11"/>
                      <a:pt x="31" y="3"/>
                    </a:cubicBezTo>
                    <a:close/>
                  </a:path>
                </a:pathLst>
              </a:custGeom>
              <a:solidFill>
                <a:srgbClr val="9835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6502" name="Freeform 30">
                <a:extLst>
                  <a:ext uri="{FF2B5EF4-FFF2-40B4-BE49-F238E27FC236}">
                    <a16:creationId xmlns:a16="http://schemas.microsoft.com/office/drawing/2014/main" id="{5CE0E320-E795-499F-B6FF-9A492068A5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4" y="1033"/>
                <a:ext cx="45" cy="119"/>
              </a:xfrm>
              <a:custGeom>
                <a:avLst/>
                <a:gdLst>
                  <a:gd name="T0" fmla="*/ 48 w 39"/>
                  <a:gd name="T1" fmla="*/ 7 h 105"/>
                  <a:gd name="T2" fmla="*/ 40 w 39"/>
                  <a:gd name="T3" fmla="*/ 8 h 105"/>
                  <a:gd name="T4" fmla="*/ 24 w 39"/>
                  <a:gd name="T5" fmla="*/ 0 h 105"/>
                  <a:gd name="T6" fmla="*/ 33 w 39"/>
                  <a:gd name="T7" fmla="*/ 35 h 105"/>
                  <a:gd name="T8" fmla="*/ 36 w 39"/>
                  <a:gd name="T9" fmla="*/ 74 h 105"/>
                  <a:gd name="T10" fmla="*/ 10 w 39"/>
                  <a:gd name="T11" fmla="*/ 118 h 105"/>
                  <a:gd name="T12" fmla="*/ 0 w 39"/>
                  <a:gd name="T13" fmla="*/ 125 h 105"/>
                  <a:gd name="T14" fmla="*/ 12 w 39"/>
                  <a:gd name="T15" fmla="*/ 121 h 105"/>
                  <a:gd name="T16" fmla="*/ 28 w 39"/>
                  <a:gd name="T17" fmla="*/ 99 h 105"/>
                  <a:gd name="T18" fmla="*/ 16 w 39"/>
                  <a:gd name="T19" fmla="*/ 143 h 105"/>
                  <a:gd name="T20" fmla="*/ 21 w 39"/>
                  <a:gd name="T21" fmla="*/ 137 h 105"/>
                  <a:gd name="T22" fmla="*/ 36 w 39"/>
                  <a:gd name="T23" fmla="*/ 107 h 105"/>
                  <a:gd name="T24" fmla="*/ 38 w 39"/>
                  <a:gd name="T25" fmla="*/ 99 h 105"/>
                  <a:gd name="T26" fmla="*/ 31 w 39"/>
                  <a:gd name="T27" fmla="*/ 144 h 105"/>
                  <a:gd name="T28" fmla="*/ 36 w 39"/>
                  <a:gd name="T29" fmla="*/ 153 h 105"/>
                  <a:gd name="T30" fmla="*/ 53 w 39"/>
                  <a:gd name="T31" fmla="*/ 99 h 105"/>
                  <a:gd name="T32" fmla="*/ 53 w 39"/>
                  <a:gd name="T33" fmla="*/ 99 h 105"/>
                  <a:gd name="T34" fmla="*/ 60 w 39"/>
                  <a:gd name="T35" fmla="*/ 50 h 105"/>
                  <a:gd name="T36" fmla="*/ 60 w 39"/>
                  <a:gd name="T37" fmla="*/ 48 h 105"/>
                  <a:gd name="T38" fmla="*/ 50 w 39"/>
                  <a:gd name="T39" fmla="*/ 8 h 105"/>
                  <a:gd name="T40" fmla="*/ 48 w 39"/>
                  <a:gd name="T41" fmla="*/ 7 h 105"/>
                  <a:gd name="T42" fmla="*/ 44 w 39"/>
                  <a:gd name="T43" fmla="*/ 9 h 105"/>
                  <a:gd name="T44" fmla="*/ 55 w 39"/>
                  <a:gd name="T45" fmla="*/ 50 h 105"/>
                  <a:gd name="T46" fmla="*/ 55 w 39"/>
                  <a:gd name="T47" fmla="*/ 50 h 105"/>
                  <a:gd name="T48" fmla="*/ 52 w 39"/>
                  <a:gd name="T49" fmla="*/ 80 h 105"/>
                  <a:gd name="T50" fmla="*/ 50 w 39"/>
                  <a:gd name="T51" fmla="*/ 97 h 105"/>
                  <a:gd name="T52" fmla="*/ 50 w 39"/>
                  <a:gd name="T53" fmla="*/ 97 h 105"/>
                  <a:gd name="T54" fmla="*/ 33 w 39"/>
                  <a:gd name="T55" fmla="*/ 153 h 105"/>
                  <a:gd name="T56" fmla="*/ 36 w 39"/>
                  <a:gd name="T57" fmla="*/ 144 h 105"/>
                  <a:gd name="T58" fmla="*/ 40 w 39"/>
                  <a:gd name="T59" fmla="*/ 103 h 105"/>
                  <a:gd name="T60" fmla="*/ 42 w 39"/>
                  <a:gd name="T61" fmla="*/ 95 h 105"/>
                  <a:gd name="T62" fmla="*/ 29 w 39"/>
                  <a:gd name="T63" fmla="*/ 108 h 105"/>
                  <a:gd name="T64" fmla="*/ 17 w 39"/>
                  <a:gd name="T65" fmla="*/ 143 h 105"/>
                  <a:gd name="T66" fmla="*/ 20 w 39"/>
                  <a:gd name="T67" fmla="*/ 138 h 105"/>
                  <a:gd name="T68" fmla="*/ 29 w 39"/>
                  <a:gd name="T69" fmla="*/ 105 h 105"/>
                  <a:gd name="T70" fmla="*/ 31 w 39"/>
                  <a:gd name="T71" fmla="*/ 102 h 105"/>
                  <a:gd name="T72" fmla="*/ 28 w 39"/>
                  <a:gd name="T73" fmla="*/ 100 h 105"/>
                  <a:gd name="T74" fmla="*/ 2 w 39"/>
                  <a:gd name="T75" fmla="*/ 121 h 105"/>
                  <a:gd name="T76" fmla="*/ 0 w 39"/>
                  <a:gd name="T77" fmla="*/ 122 h 105"/>
                  <a:gd name="T78" fmla="*/ 14 w 39"/>
                  <a:gd name="T79" fmla="*/ 121 h 105"/>
                  <a:gd name="T80" fmla="*/ 38 w 39"/>
                  <a:gd name="T81" fmla="*/ 76 h 105"/>
                  <a:gd name="T82" fmla="*/ 38 w 39"/>
                  <a:gd name="T83" fmla="*/ 33 h 105"/>
                  <a:gd name="T84" fmla="*/ 31 w 39"/>
                  <a:gd name="T85" fmla="*/ 8 h 105"/>
                  <a:gd name="T86" fmla="*/ 28 w 39"/>
                  <a:gd name="T87" fmla="*/ 3 h 105"/>
                  <a:gd name="T88" fmla="*/ 40 w 39"/>
                  <a:gd name="T89" fmla="*/ 11 h 105"/>
                  <a:gd name="T90" fmla="*/ 48 w 39"/>
                  <a:gd name="T91" fmla="*/ 9 h 105"/>
                  <a:gd name="T92" fmla="*/ 48 w 39"/>
                  <a:gd name="T93" fmla="*/ 9 h 105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</a:gdLst>
                <a:ahLst/>
                <a:cxnLst>
                  <a:cxn ang="T94">
                    <a:pos x="T0" y="T1"/>
                  </a:cxn>
                  <a:cxn ang="T95">
                    <a:pos x="T2" y="T3"/>
                  </a:cxn>
                  <a:cxn ang="T96">
                    <a:pos x="T4" y="T5"/>
                  </a:cxn>
                  <a:cxn ang="T97">
                    <a:pos x="T6" y="T7"/>
                  </a:cxn>
                  <a:cxn ang="T98">
                    <a:pos x="T8" y="T9"/>
                  </a:cxn>
                  <a:cxn ang="T99">
                    <a:pos x="T10" y="T11"/>
                  </a:cxn>
                  <a:cxn ang="T100">
                    <a:pos x="T12" y="T13"/>
                  </a:cxn>
                  <a:cxn ang="T101">
                    <a:pos x="T14" y="T15"/>
                  </a:cxn>
                  <a:cxn ang="T102">
                    <a:pos x="T16" y="T17"/>
                  </a:cxn>
                  <a:cxn ang="T103">
                    <a:pos x="T18" y="T19"/>
                  </a:cxn>
                  <a:cxn ang="T104">
                    <a:pos x="T20" y="T21"/>
                  </a:cxn>
                  <a:cxn ang="T105">
                    <a:pos x="T22" y="T23"/>
                  </a:cxn>
                  <a:cxn ang="T106">
                    <a:pos x="T24" y="T25"/>
                  </a:cxn>
                  <a:cxn ang="T107">
                    <a:pos x="T26" y="T27"/>
                  </a:cxn>
                  <a:cxn ang="T108">
                    <a:pos x="T28" y="T29"/>
                  </a:cxn>
                  <a:cxn ang="T109">
                    <a:pos x="T30" y="T31"/>
                  </a:cxn>
                  <a:cxn ang="T110">
                    <a:pos x="T32" y="T33"/>
                  </a:cxn>
                  <a:cxn ang="T111">
                    <a:pos x="T34" y="T35"/>
                  </a:cxn>
                  <a:cxn ang="T112">
                    <a:pos x="T36" y="T37"/>
                  </a:cxn>
                  <a:cxn ang="T113">
                    <a:pos x="T38" y="T39"/>
                  </a:cxn>
                  <a:cxn ang="T114">
                    <a:pos x="T40" y="T41"/>
                  </a:cxn>
                  <a:cxn ang="T115">
                    <a:pos x="T42" y="T43"/>
                  </a:cxn>
                  <a:cxn ang="T116">
                    <a:pos x="T44" y="T45"/>
                  </a:cxn>
                  <a:cxn ang="T117">
                    <a:pos x="T46" y="T47"/>
                  </a:cxn>
                  <a:cxn ang="T118">
                    <a:pos x="T48" y="T49"/>
                  </a:cxn>
                  <a:cxn ang="T119">
                    <a:pos x="T50" y="T51"/>
                  </a:cxn>
                  <a:cxn ang="T120">
                    <a:pos x="T52" y="T53"/>
                  </a:cxn>
                  <a:cxn ang="T121">
                    <a:pos x="T54" y="T55"/>
                  </a:cxn>
                  <a:cxn ang="T122">
                    <a:pos x="T56" y="T57"/>
                  </a:cxn>
                  <a:cxn ang="T123">
                    <a:pos x="T58" y="T59"/>
                  </a:cxn>
                  <a:cxn ang="T124">
                    <a:pos x="T60" y="T61"/>
                  </a:cxn>
                  <a:cxn ang="T125">
                    <a:pos x="T62" y="T63"/>
                  </a:cxn>
                  <a:cxn ang="T126">
                    <a:pos x="T64" y="T65"/>
                  </a:cxn>
                  <a:cxn ang="T127">
                    <a:pos x="T66" y="T67"/>
                  </a:cxn>
                  <a:cxn ang="T128">
                    <a:pos x="T68" y="T69"/>
                  </a:cxn>
                  <a:cxn ang="T129">
                    <a:pos x="T70" y="T71"/>
                  </a:cxn>
                  <a:cxn ang="T130">
                    <a:pos x="T72" y="T73"/>
                  </a:cxn>
                  <a:cxn ang="T131">
                    <a:pos x="T74" y="T75"/>
                  </a:cxn>
                  <a:cxn ang="T132">
                    <a:pos x="T76" y="T77"/>
                  </a:cxn>
                  <a:cxn ang="T133">
                    <a:pos x="T78" y="T79"/>
                  </a:cxn>
                  <a:cxn ang="T134">
                    <a:pos x="T80" y="T81"/>
                  </a:cxn>
                  <a:cxn ang="T135">
                    <a:pos x="T82" y="T83"/>
                  </a:cxn>
                  <a:cxn ang="T136">
                    <a:pos x="T84" y="T85"/>
                  </a:cxn>
                  <a:cxn ang="T137">
                    <a:pos x="T86" y="T87"/>
                  </a:cxn>
                  <a:cxn ang="T138">
                    <a:pos x="T88" y="T89"/>
                  </a:cxn>
                  <a:cxn ang="T139">
                    <a:pos x="T90" y="T91"/>
                  </a:cxn>
                  <a:cxn ang="T140">
                    <a:pos x="T92" y="T93"/>
                  </a:cxn>
                </a:cxnLst>
                <a:rect l="0" t="0" r="r" b="b"/>
                <a:pathLst>
                  <a:path w="39" h="105">
                    <a:moveTo>
                      <a:pt x="31" y="6"/>
                    </a:moveTo>
                    <a:cubicBezTo>
                      <a:pt x="31" y="4"/>
                      <a:pt x="31" y="4"/>
                      <a:pt x="31" y="4"/>
                    </a:cubicBezTo>
                    <a:cubicBezTo>
                      <a:pt x="31" y="4"/>
                      <a:pt x="31" y="4"/>
                      <a:pt x="31" y="4"/>
                    </a:cubicBezTo>
                    <a:cubicBezTo>
                      <a:pt x="30" y="4"/>
                      <a:pt x="29" y="5"/>
                      <a:pt x="26" y="5"/>
                    </a:cubicBezTo>
                    <a:cubicBezTo>
                      <a:pt x="24" y="5"/>
                      <a:pt x="21" y="4"/>
                      <a:pt x="19" y="2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17" y="4"/>
                      <a:pt x="17" y="4"/>
                      <a:pt x="17" y="4"/>
                    </a:cubicBezTo>
                    <a:cubicBezTo>
                      <a:pt x="17" y="4"/>
                      <a:pt x="19" y="15"/>
                      <a:pt x="22" y="24"/>
                    </a:cubicBezTo>
                    <a:cubicBezTo>
                      <a:pt x="24" y="29"/>
                      <a:pt x="26" y="34"/>
                      <a:pt x="26" y="39"/>
                    </a:cubicBezTo>
                    <a:cubicBezTo>
                      <a:pt x="26" y="43"/>
                      <a:pt x="25" y="46"/>
                      <a:pt x="23" y="50"/>
                    </a:cubicBezTo>
                    <a:cubicBezTo>
                      <a:pt x="19" y="55"/>
                      <a:pt x="16" y="64"/>
                      <a:pt x="13" y="71"/>
                    </a:cubicBezTo>
                    <a:cubicBezTo>
                      <a:pt x="11" y="75"/>
                      <a:pt x="9" y="78"/>
                      <a:pt x="7" y="81"/>
                    </a:cubicBezTo>
                    <a:cubicBezTo>
                      <a:pt x="4" y="83"/>
                      <a:pt x="2" y="84"/>
                      <a:pt x="0" y="84"/>
                    </a:cubicBezTo>
                    <a:cubicBezTo>
                      <a:pt x="0" y="86"/>
                      <a:pt x="0" y="86"/>
                      <a:pt x="0" y="86"/>
                    </a:cubicBezTo>
                    <a:cubicBezTo>
                      <a:pt x="1" y="87"/>
                      <a:pt x="1" y="87"/>
                      <a:pt x="1" y="87"/>
                    </a:cubicBezTo>
                    <a:cubicBezTo>
                      <a:pt x="1" y="87"/>
                      <a:pt x="4" y="86"/>
                      <a:pt x="8" y="83"/>
                    </a:cubicBezTo>
                    <a:cubicBezTo>
                      <a:pt x="13" y="80"/>
                      <a:pt x="18" y="76"/>
                      <a:pt x="20" y="70"/>
                    </a:cubicBezTo>
                    <a:cubicBezTo>
                      <a:pt x="18" y="68"/>
                      <a:pt x="18" y="68"/>
                      <a:pt x="18" y="68"/>
                    </a:cubicBezTo>
                    <a:cubicBezTo>
                      <a:pt x="18" y="69"/>
                      <a:pt x="10" y="81"/>
                      <a:pt x="10" y="95"/>
                    </a:cubicBezTo>
                    <a:cubicBezTo>
                      <a:pt x="10" y="96"/>
                      <a:pt x="10" y="97"/>
                      <a:pt x="10" y="98"/>
                    </a:cubicBezTo>
                    <a:cubicBezTo>
                      <a:pt x="13" y="98"/>
                      <a:pt x="13" y="98"/>
                      <a:pt x="13" y="98"/>
                    </a:cubicBezTo>
                    <a:cubicBezTo>
                      <a:pt x="13" y="98"/>
                      <a:pt x="13" y="97"/>
                      <a:pt x="14" y="94"/>
                    </a:cubicBezTo>
                    <a:cubicBezTo>
                      <a:pt x="15" y="91"/>
                      <a:pt x="17" y="85"/>
                      <a:pt x="19" y="80"/>
                    </a:cubicBezTo>
                    <a:cubicBezTo>
                      <a:pt x="20" y="78"/>
                      <a:pt x="21" y="75"/>
                      <a:pt x="23" y="73"/>
                    </a:cubicBezTo>
                    <a:cubicBezTo>
                      <a:pt x="24" y="72"/>
                      <a:pt x="25" y="70"/>
                      <a:pt x="26" y="69"/>
                    </a:cubicBezTo>
                    <a:cubicBezTo>
                      <a:pt x="25" y="68"/>
                      <a:pt x="25" y="68"/>
                      <a:pt x="25" y="68"/>
                    </a:cubicBezTo>
                    <a:cubicBezTo>
                      <a:pt x="24" y="68"/>
                      <a:pt x="24" y="68"/>
                      <a:pt x="24" y="68"/>
                    </a:cubicBezTo>
                    <a:cubicBezTo>
                      <a:pt x="24" y="68"/>
                      <a:pt x="20" y="86"/>
                      <a:pt x="20" y="99"/>
                    </a:cubicBezTo>
                    <a:cubicBezTo>
                      <a:pt x="20" y="101"/>
                      <a:pt x="20" y="103"/>
                      <a:pt x="20" y="105"/>
                    </a:cubicBezTo>
                    <a:cubicBezTo>
                      <a:pt x="23" y="105"/>
                      <a:pt x="23" y="105"/>
                      <a:pt x="23" y="105"/>
                    </a:cubicBezTo>
                    <a:cubicBezTo>
                      <a:pt x="23" y="105"/>
                      <a:pt x="23" y="104"/>
                      <a:pt x="23" y="104"/>
                    </a:cubicBezTo>
                    <a:cubicBezTo>
                      <a:pt x="24" y="100"/>
                      <a:pt x="26" y="83"/>
                      <a:pt x="35" y="68"/>
                    </a:cubicBezTo>
                    <a:cubicBezTo>
                      <a:pt x="35" y="68"/>
                      <a:pt x="35" y="68"/>
                      <a:pt x="35" y="68"/>
                    </a:cubicBezTo>
                    <a:cubicBezTo>
                      <a:pt x="35" y="68"/>
                      <a:pt x="35" y="68"/>
                      <a:pt x="35" y="68"/>
                    </a:cubicBezTo>
                    <a:cubicBezTo>
                      <a:pt x="35" y="68"/>
                      <a:pt x="39" y="47"/>
                      <a:pt x="39" y="37"/>
                    </a:cubicBezTo>
                    <a:cubicBezTo>
                      <a:pt x="39" y="35"/>
                      <a:pt x="39" y="35"/>
                      <a:pt x="39" y="34"/>
                    </a:cubicBezTo>
                    <a:cubicBezTo>
                      <a:pt x="39" y="33"/>
                      <a:pt x="39" y="33"/>
                      <a:pt x="39" y="33"/>
                    </a:cubicBezTo>
                    <a:cubicBezTo>
                      <a:pt x="39" y="33"/>
                      <a:pt x="39" y="33"/>
                      <a:pt x="39" y="33"/>
                    </a:cubicBezTo>
                    <a:cubicBezTo>
                      <a:pt x="39" y="33"/>
                      <a:pt x="39" y="32"/>
                      <a:pt x="38" y="30"/>
                    </a:cubicBezTo>
                    <a:cubicBezTo>
                      <a:pt x="36" y="24"/>
                      <a:pt x="33" y="12"/>
                      <a:pt x="32" y="5"/>
                    </a:cubicBezTo>
                    <a:cubicBezTo>
                      <a:pt x="32" y="4"/>
                      <a:pt x="32" y="4"/>
                      <a:pt x="32" y="4"/>
                    </a:cubicBezTo>
                    <a:cubicBezTo>
                      <a:pt x="31" y="4"/>
                      <a:pt x="31" y="4"/>
                      <a:pt x="31" y="4"/>
                    </a:cubicBezTo>
                    <a:cubicBezTo>
                      <a:pt x="31" y="6"/>
                      <a:pt x="31" y="6"/>
                      <a:pt x="31" y="6"/>
                    </a:cubicBezTo>
                    <a:cubicBezTo>
                      <a:pt x="29" y="6"/>
                      <a:pt x="29" y="6"/>
                      <a:pt x="29" y="6"/>
                    </a:cubicBezTo>
                    <a:cubicBezTo>
                      <a:pt x="30" y="10"/>
                      <a:pt x="31" y="17"/>
                      <a:pt x="33" y="23"/>
                    </a:cubicBezTo>
                    <a:cubicBezTo>
                      <a:pt x="35" y="29"/>
                      <a:pt x="36" y="34"/>
                      <a:pt x="36" y="34"/>
                    </a:cubicBezTo>
                    <a:cubicBezTo>
                      <a:pt x="38" y="34"/>
                      <a:pt x="38" y="34"/>
                      <a:pt x="38" y="34"/>
                    </a:cubicBezTo>
                    <a:cubicBezTo>
                      <a:pt x="36" y="34"/>
                      <a:pt x="36" y="34"/>
                      <a:pt x="36" y="34"/>
                    </a:cubicBezTo>
                    <a:cubicBezTo>
                      <a:pt x="36" y="35"/>
                      <a:pt x="36" y="36"/>
                      <a:pt x="36" y="37"/>
                    </a:cubicBezTo>
                    <a:cubicBezTo>
                      <a:pt x="36" y="42"/>
                      <a:pt x="35" y="49"/>
                      <a:pt x="34" y="56"/>
                    </a:cubicBezTo>
                    <a:cubicBezTo>
                      <a:pt x="34" y="59"/>
                      <a:pt x="33" y="62"/>
                      <a:pt x="33" y="64"/>
                    </a:cubicBezTo>
                    <a:cubicBezTo>
                      <a:pt x="32" y="66"/>
                      <a:pt x="32" y="67"/>
                      <a:pt x="32" y="67"/>
                    </a:cubicBezTo>
                    <a:cubicBezTo>
                      <a:pt x="33" y="68"/>
                      <a:pt x="33" y="68"/>
                      <a:pt x="33" y="68"/>
                    </a:cubicBezTo>
                    <a:cubicBezTo>
                      <a:pt x="32" y="67"/>
                      <a:pt x="32" y="67"/>
                      <a:pt x="32" y="67"/>
                    </a:cubicBezTo>
                    <a:cubicBezTo>
                      <a:pt x="22" y="84"/>
                      <a:pt x="20" y="104"/>
                      <a:pt x="20" y="104"/>
                    </a:cubicBezTo>
                    <a:cubicBezTo>
                      <a:pt x="22" y="105"/>
                      <a:pt x="22" y="105"/>
                      <a:pt x="22" y="105"/>
                    </a:cubicBezTo>
                    <a:cubicBezTo>
                      <a:pt x="23" y="104"/>
                      <a:pt x="23" y="104"/>
                      <a:pt x="23" y="104"/>
                    </a:cubicBezTo>
                    <a:cubicBezTo>
                      <a:pt x="23" y="103"/>
                      <a:pt x="23" y="101"/>
                      <a:pt x="23" y="99"/>
                    </a:cubicBezTo>
                    <a:cubicBezTo>
                      <a:pt x="23" y="92"/>
                      <a:pt x="24" y="85"/>
                      <a:pt x="25" y="79"/>
                    </a:cubicBezTo>
                    <a:cubicBezTo>
                      <a:pt x="25" y="76"/>
                      <a:pt x="26" y="73"/>
                      <a:pt x="26" y="71"/>
                    </a:cubicBezTo>
                    <a:cubicBezTo>
                      <a:pt x="26" y="69"/>
                      <a:pt x="26" y="68"/>
                      <a:pt x="26" y="68"/>
                    </a:cubicBezTo>
                    <a:cubicBezTo>
                      <a:pt x="27" y="65"/>
                      <a:pt x="27" y="65"/>
                      <a:pt x="27" y="65"/>
                    </a:cubicBezTo>
                    <a:cubicBezTo>
                      <a:pt x="24" y="67"/>
                      <a:pt x="24" y="67"/>
                      <a:pt x="24" y="67"/>
                    </a:cubicBezTo>
                    <a:cubicBezTo>
                      <a:pt x="22" y="68"/>
                      <a:pt x="20" y="71"/>
                      <a:pt x="19" y="74"/>
                    </a:cubicBezTo>
                    <a:cubicBezTo>
                      <a:pt x="14" y="83"/>
                      <a:pt x="10" y="97"/>
                      <a:pt x="10" y="98"/>
                    </a:cubicBezTo>
                    <a:cubicBezTo>
                      <a:pt x="11" y="98"/>
                      <a:pt x="11" y="98"/>
                      <a:pt x="11" y="98"/>
                    </a:cubicBezTo>
                    <a:cubicBezTo>
                      <a:pt x="13" y="98"/>
                      <a:pt x="13" y="98"/>
                      <a:pt x="13" y="98"/>
                    </a:cubicBezTo>
                    <a:cubicBezTo>
                      <a:pt x="13" y="97"/>
                      <a:pt x="13" y="96"/>
                      <a:pt x="13" y="95"/>
                    </a:cubicBezTo>
                    <a:cubicBezTo>
                      <a:pt x="13" y="89"/>
                      <a:pt x="14" y="83"/>
                      <a:pt x="16" y="78"/>
                    </a:cubicBezTo>
                    <a:cubicBezTo>
                      <a:pt x="17" y="75"/>
                      <a:pt x="18" y="73"/>
                      <a:pt x="19" y="72"/>
                    </a:cubicBezTo>
                    <a:cubicBezTo>
                      <a:pt x="19" y="71"/>
                      <a:pt x="20" y="71"/>
                      <a:pt x="20" y="71"/>
                    </a:cubicBezTo>
                    <a:cubicBezTo>
                      <a:pt x="20" y="70"/>
                      <a:pt x="20" y="70"/>
                      <a:pt x="20" y="70"/>
                    </a:cubicBezTo>
                    <a:cubicBezTo>
                      <a:pt x="19" y="69"/>
                      <a:pt x="19" y="69"/>
                      <a:pt x="19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5" y="74"/>
                      <a:pt x="11" y="78"/>
                      <a:pt x="7" y="80"/>
                    </a:cubicBezTo>
                    <a:cubicBezTo>
                      <a:pt x="5" y="82"/>
                      <a:pt x="3" y="83"/>
                      <a:pt x="2" y="83"/>
                    </a:cubicBezTo>
                    <a:cubicBezTo>
                      <a:pt x="1" y="84"/>
                      <a:pt x="0" y="84"/>
                      <a:pt x="0" y="84"/>
                    </a:cubicBezTo>
                    <a:cubicBezTo>
                      <a:pt x="0" y="84"/>
                      <a:pt x="0" y="84"/>
                      <a:pt x="0" y="84"/>
                    </a:cubicBezTo>
                    <a:cubicBezTo>
                      <a:pt x="0" y="87"/>
                      <a:pt x="0" y="87"/>
                      <a:pt x="0" y="87"/>
                    </a:cubicBezTo>
                    <a:cubicBezTo>
                      <a:pt x="4" y="87"/>
                      <a:pt x="6" y="85"/>
                      <a:pt x="9" y="83"/>
                    </a:cubicBezTo>
                    <a:cubicBezTo>
                      <a:pt x="12" y="79"/>
                      <a:pt x="15" y="73"/>
                      <a:pt x="18" y="67"/>
                    </a:cubicBezTo>
                    <a:cubicBezTo>
                      <a:pt x="21" y="61"/>
                      <a:pt x="23" y="55"/>
                      <a:pt x="25" y="52"/>
                    </a:cubicBezTo>
                    <a:cubicBezTo>
                      <a:pt x="28" y="47"/>
                      <a:pt x="29" y="43"/>
                      <a:pt x="29" y="39"/>
                    </a:cubicBezTo>
                    <a:cubicBezTo>
                      <a:pt x="29" y="33"/>
                      <a:pt x="27" y="28"/>
                      <a:pt x="25" y="23"/>
                    </a:cubicBezTo>
                    <a:cubicBezTo>
                      <a:pt x="23" y="18"/>
                      <a:pt x="22" y="14"/>
                      <a:pt x="21" y="10"/>
                    </a:cubicBezTo>
                    <a:cubicBezTo>
                      <a:pt x="21" y="8"/>
                      <a:pt x="20" y="6"/>
                      <a:pt x="20" y="5"/>
                    </a:cubicBezTo>
                    <a:cubicBezTo>
                      <a:pt x="20" y="4"/>
                      <a:pt x="20" y="3"/>
                      <a:pt x="20" y="3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7" y="5"/>
                      <a:pt x="17" y="5"/>
                      <a:pt x="17" y="5"/>
                    </a:cubicBezTo>
                    <a:cubicBezTo>
                      <a:pt x="20" y="7"/>
                      <a:pt x="24" y="8"/>
                      <a:pt x="26" y="8"/>
                    </a:cubicBezTo>
                    <a:cubicBezTo>
                      <a:pt x="29" y="8"/>
                      <a:pt x="31" y="7"/>
                      <a:pt x="31" y="7"/>
                    </a:cubicBezTo>
                    <a:cubicBezTo>
                      <a:pt x="31" y="6"/>
                      <a:pt x="31" y="6"/>
                      <a:pt x="31" y="6"/>
                    </a:cubicBezTo>
                    <a:cubicBezTo>
                      <a:pt x="29" y="6"/>
                      <a:pt x="29" y="6"/>
                      <a:pt x="29" y="6"/>
                    </a:cubicBezTo>
                    <a:lnTo>
                      <a:pt x="31" y="6"/>
                    </a:lnTo>
                    <a:close/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6503" name="Freeform 31">
                <a:extLst>
                  <a:ext uri="{FF2B5EF4-FFF2-40B4-BE49-F238E27FC236}">
                    <a16:creationId xmlns:a16="http://schemas.microsoft.com/office/drawing/2014/main" id="{9DFD4B5A-B984-4EF2-A893-B2AFBE07AF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8" y="749"/>
                <a:ext cx="91" cy="44"/>
              </a:xfrm>
              <a:custGeom>
                <a:avLst/>
                <a:gdLst>
                  <a:gd name="T0" fmla="*/ 2 w 80"/>
                  <a:gd name="T1" fmla="*/ 30 h 39"/>
                  <a:gd name="T2" fmla="*/ 9 w 80"/>
                  <a:gd name="T3" fmla="*/ 29 h 39"/>
                  <a:gd name="T4" fmla="*/ 17 w 80"/>
                  <a:gd name="T5" fmla="*/ 21 h 39"/>
                  <a:gd name="T6" fmla="*/ 20 w 80"/>
                  <a:gd name="T7" fmla="*/ 16 h 39"/>
                  <a:gd name="T8" fmla="*/ 43 w 80"/>
                  <a:gd name="T9" fmla="*/ 7 h 39"/>
                  <a:gd name="T10" fmla="*/ 52 w 80"/>
                  <a:gd name="T11" fmla="*/ 3 h 39"/>
                  <a:gd name="T12" fmla="*/ 78 w 80"/>
                  <a:gd name="T13" fmla="*/ 12 h 39"/>
                  <a:gd name="T14" fmla="*/ 114 w 80"/>
                  <a:gd name="T15" fmla="*/ 53 h 39"/>
                  <a:gd name="T16" fmla="*/ 114 w 80"/>
                  <a:gd name="T17" fmla="*/ 53 h 39"/>
                  <a:gd name="T18" fmla="*/ 115 w 80"/>
                  <a:gd name="T19" fmla="*/ 55 h 39"/>
                  <a:gd name="T20" fmla="*/ 118 w 80"/>
                  <a:gd name="T21" fmla="*/ 55 h 39"/>
                  <a:gd name="T22" fmla="*/ 118 w 80"/>
                  <a:gd name="T23" fmla="*/ 52 h 39"/>
                  <a:gd name="T24" fmla="*/ 116 w 80"/>
                  <a:gd name="T25" fmla="*/ 52 h 39"/>
                  <a:gd name="T26" fmla="*/ 115 w 80"/>
                  <a:gd name="T27" fmla="*/ 52 h 39"/>
                  <a:gd name="T28" fmla="*/ 116 w 80"/>
                  <a:gd name="T29" fmla="*/ 52 h 39"/>
                  <a:gd name="T30" fmla="*/ 83 w 80"/>
                  <a:gd name="T31" fmla="*/ 10 h 39"/>
                  <a:gd name="T32" fmla="*/ 52 w 80"/>
                  <a:gd name="T33" fmla="*/ 0 h 39"/>
                  <a:gd name="T34" fmla="*/ 41 w 80"/>
                  <a:gd name="T35" fmla="*/ 1 h 39"/>
                  <a:gd name="T36" fmla="*/ 19 w 80"/>
                  <a:gd name="T37" fmla="*/ 12 h 39"/>
                  <a:gd name="T38" fmla="*/ 10 w 80"/>
                  <a:gd name="T39" fmla="*/ 21 h 39"/>
                  <a:gd name="T40" fmla="*/ 7 w 80"/>
                  <a:gd name="T41" fmla="*/ 24 h 39"/>
                  <a:gd name="T42" fmla="*/ 2 w 80"/>
                  <a:gd name="T43" fmla="*/ 26 h 39"/>
                  <a:gd name="T44" fmla="*/ 0 w 80"/>
                  <a:gd name="T45" fmla="*/ 29 h 39"/>
                  <a:gd name="T46" fmla="*/ 2 w 80"/>
                  <a:gd name="T47" fmla="*/ 30 h 39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80" h="39">
                    <a:moveTo>
                      <a:pt x="2" y="21"/>
                    </a:moveTo>
                    <a:cubicBezTo>
                      <a:pt x="3" y="21"/>
                      <a:pt x="4" y="21"/>
                      <a:pt x="6" y="20"/>
                    </a:cubicBezTo>
                    <a:cubicBezTo>
                      <a:pt x="7" y="19"/>
                      <a:pt x="9" y="17"/>
                      <a:pt x="11" y="15"/>
                    </a:cubicBezTo>
                    <a:cubicBezTo>
                      <a:pt x="12" y="14"/>
                      <a:pt x="14" y="12"/>
                      <a:pt x="14" y="11"/>
                    </a:cubicBezTo>
                    <a:cubicBezTo>
                      <a:pt x="19" y="8"/>
                      <a:pt x="24" y="6"/>
                      <a:pt x="29" y="4"/>
                    </a:cubicBezTo>
                    <a:cubicBezTo>
                      <a:pt x="31" y="4"/>
                      <a:pt x="33" y="3"/>
                      <a:pt x="35" y="3"/>
                    </a:cubicBezTo>
                    <a:cubicBezTo>
                      <a:pt x="42" y="3"/>
                      <a:pt x="49" y="6"/>
                      <a:pt x="54" y="9"/>
                    </a:cubicBezTo>
                    <a:cubicBezTo>
                      <a:pt x="63" y="16"/>
                      <a:pt x="70" y="27"/>
                      <a:pt x="77" y="37"/>
                    </a:cubicBezTo>
                    <a:cubicBezTo>
                      <a:pt x="77" y="37"/>
                      <a:pt x="77" y="37"/>
                      <a:pt x="77" y="37"/>
                    </a:cubicBezTo>
                    <a:cubicBezTo>
                      <a:pt x="78" y="38"/>
                      <a:pt x="78" y="38"/>
                      <a:pt x="78" y="38"/>
                    </a:cubicBezTo>
                    <a:cubicBezTo>
                      <a:pt x="78" y="39"/>
                      <a:pt x="79" y="39"/>
                      <a:pt x="80" y="38"/>
                    </a:cubicBezTo>
                    <a:cubicBezTo>
                      <a:pt x="80" y="38"/>
                      <a:pt x="80" y="37"/>
                      <a:pt x="80" y="36"/>
                    </a:cubicBezTo>
                    <a:cubicBezTo>
                      <a:pt x="79" y="36"/>
                      <a:pt x="79" y="36"/>
                      <a:pt x="79" y="36"/>
                    </a:cubicBezTo>
                    <a:cubicBezTo>
                      <a:pt x="78" y="36"/>
                      <a:pt x="78" y="36"/>
                      <a:pt x="78" y="36"/>
                    </a:cubicBezTo>
                    <a:cubicBezTo>
                      <a:pt x="79" y="36"/>
                      <a:pt x="79" y="36"/>
                      <a:pt x="79" y="36"/>
                    </a:cubicBezTo>
                    <a:cubicBezTo>
                      <a:pt x="73" y="26"/>
                      <a:pt x="66" y="14"/>
                      <a:pt x="56" y="7"/>
                    </a:cubicBezTo>
                    <a:cubicBezTo>
                      <a:pt x="50" y="3"/>
                      <a:pt x="43" y="0"/>
                      <a:pt x="35" y="0"/>
                    </a:cubicBezTo>
                    <a:cubicBezTo>
                      <a:pt x="33" y="0"/>
                      <a:pt x="31" y="1"/>
                      <a:pt x="28" y="1"/>
                    </a:cubicBezTo>
                    <a:cubicBezTo>
                      <a:pt x="23" y="3"/>
                      <a:pt x="17" y="5"/>
                      <a:pt x="13" y="9"/>
                    </a:cubicBezTo>
                    <a:cubicBezTo>
                      <a:pt x="11" y="10"/>
                      <a:pt x="9" y="13"/>
                      <a:pt x="7" y="15"/>
                    </a:cubicBezTo>
                    <a:cubicBezTo>
                      <a:pt x="6" y="16"/>
                      <a:pt x="5" y="17"/>
                      <a:pt x="4" y="17"/>
                    </a:cubicBezTo>
                    <a:cubicBezTo>
                      <a:pt x="3" y="18"/>
                      <a:pt x="2" y="18"/>
                      <a:pt x="2" y="18"/>
                    </a:cubicBezTo>
                    <a:cubicBezTo>
                      <a:pt x="1" y="18"/>
                      <a:pt x="0" y="19"/>
                      <a:pt x="0" y="20"/>
                    </a:cubicBezTo>
                    <a:cubicBezTo>
                      <a:pt x="0" y="21"/>
                      <a:pt x="1" y="21"/>
                      <a:pt x="2" y="21"/>
                    </a:cubicBezTo>
                    <a:close/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6504" name="Freeform 32">
                <a:extLst>
                  <a:ext uri="{FF2B5EF4-FFF2-40B4-BE49-F238E27FC236}">
                    <a16:creationId xmlns:a16="http://schemas.microsoft.com/office/drawing/2014/main" id="{3CD807B5-DC8E-4D98-9572-7353EFD22B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2" y="730"/>
                <a:ext cx="102" cy="54"/>
              </a:xfrm>
              <a:custGeom>
                <a:avLst/>
                <a:gdLst>
                  <a:gd name="T0" fmla="*/ 1 w 89"/>
                  <a:gd name="T1" fmla="*/ 62 h 47"/>
                  <a:gd name="T2" fmla="*/ 1 w 89"/>
                  <a:gd name="T3" fmla="*/ 63 h 47"/>
                  <a:gd name="T4" fmla="*/ 2 w 89"/>
                  <a:gd name="T5" fmla="*/ 64 h 47"/>
                  <a:gd name="T6" fmla="*/ 3 w 89"/>
                  <a:gd name="T7" fmla="*/ 64 h 47"/>
                  <a:gd name="T8" fmla="*/ 8 w 89"/>
                  <a:gd name="T9" fmla="*/ 56 h 47"/>
                  <a:gd name="T10" fmla="*/ 13 w 89"/>
                  <a:gd name="T11" fmla="*/ 47 h 47"/>
                  <a:gd name="T12" fmla="*/ 25 w 89"/>
                  <a:gd name="T13" fmla="*/ 28 h 47"/>
                  <a:gd name="T14" fmla="*/ 62 w 89"/>
                  <a:gd name="T15" fmla="*/ 7 h 47"/>
                  <a:gd name="T16" fmla="*/ 73 w 89"/>
                  <a:gd name="T17" fmla="*/ 3 h 47"/>
                  <a:gd name="T18" fmla="*/ 92 w 89"/>
                  <a:gd name="T19" fmla="*/ 8 h 47"/>
                  <a:gd name="T20" fmla="*/ 111 w 89"/>
                  <a:gd name="T21" fmla="*/ 15 h 47"/>
                  <a:gd name="T22" fmla="*/ 130 w 89"/>
                  <a:gd name="T23" fmla="*/ 30 h 47"/>
                  <a:gd name="T24" fmla="*/ 133 w 89"/>
                  <a:gd name="T25" fmla="*/ 30 h 47"/>
                  <a:gd name="T26" fmla="*/ 133 w 89"/>
                  <a:gd name="T27" fmla="*/ 28 h 47"/>
                  <a:gd name="T28" fmla="*/ 113 w 89"/>
                  <a:gd name="T29" fmla="*/ 11 h 47"/>
                  <a:gd name="T30" fmla="*/ 93 w 89"/>
                  <a:gd name="T31" fmla="*/ 2 h 47"/>
                  <a:gd name="T32" fmla="*/ 73 w 89"/>
                  <a:gd name="T33" fmla="*/ 0 h 47"/>
                  <a:gd name="T34" fmla="*/ 61 w 89"/>
                  <a:gd name="T35" fmla="*/ 1 h 47"/>
                  <a:gd name="T36" fmla="*/ 22 w 89"/>
                  <a:gd name="T37" fmla="*/ 24 h 47"/>
                  <a:gd name="T38" fmla="*/ 9 w 89"/>
                  <a:gd name="T39" fmla="*/ 45 h 47"/>
                  <a:gd name="T40" fmla="*/ 3 w 89"/>
                  <a:gd name="T41" fmla="*/ 54 h 47"/>
                  <a:gd name="T42" fmla="*/ 0 w 89"/>
                  <a:gd name="T43" fmla="*/ 64 h 47"/>
                  <a:gd name="T44" fmla="*/ 0 w 89"/>
                  <a:gd name="T45" fmla="*/ 71 h 47"/>
                  <a:gd name="T46" fmla="*/ 3 w 89"/>
                  <a:gd name="T47" fmla="*/ 64 h 47"/>
                  <a:gd name="T48" fmla="*/ 3 w 89"/>
                  <a:gd name="T49" fmla="*/ 62 h 47"/>
                  <a:gd name="T50" fmla="*/ 1 w 89"/>
                  <a:gd name="T51" fmla="*/ 62 h 47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89" h="47">
                    <a:moveTo>
                      <a:pt x="1" y="41"/>
                    </a:moveTo>
                    <a:cubicBezTo>
                      <a:pt x="1" y="42"/>
                      <a:pt x="1" y="42"/>
                      <a:pt x="1" y="42"/>
                    </a:cubicBezTo>
                    <a:cubicBezTo>
                      <a:pt x="2" y="43"/>
                      <a:pt x="2" y="43"/>
                      <a:pt x="2" y="43"/>
                    </a:cubicBezTo>
                    <a:cubicBezTo>
                      <a:pt x="3" y="43"/>
                      <a:pt x="3" y="43"/>
                      <a:pt x="3" y="43"/>
                    </a:cubicBezTo>
                    <a:cubicBezTo>
                      <a:pt x="3" y="41"/>
                      <a:pt x="4" y="39"/>
                      <a:pt x="5" y="37"/>
                    </a:cubicBezTo>
                    <a:cubicBezTo>
                      <a:pt x="6" y="35"/>
                      <a:pt x="8" y="33"/>
                      <a:pt x="9" y="31"/>
                    </a:cubicBezTo>
                    <a:cubicBezTo>
                      <a:pt x="11" y="26"/>
                      <a:pt x="13" y="22"/>
                      <a:pt x="17" y="18"/>
                    </a:cubicBezTo>
                    <a:cubicBezTo>
                      <a:pt x="23" y="12"/>
                      <a:pt x="32" y="6"/>
                      <a:pt x="41" y="4"/>
                    </a:cubicBezTo>
                    <a:cubicBezTo>
                      <a:pt x="43" y="3"/>
                      <a:pt x="46" y="3"/>
                      <a:pt x="49" y="3"/>
                    </a:cubicBezTo>
                    <a:cubicBezTo>
                      <a:pt x="53" y="3"/>
                      <a:pt x="57" y="4"/>
                      <a:pt x="61" y="5"/>
                    </a:cubicBezTo>
                    <a:cubicBezTo>
                      <a:pt x="66" y="6"/>
                      <a:pt x="70" y="8"/>
                      <a:pt x="74" y="10"/>
                    </a:cubicBezTo>
                    <a:cubicBezTo>
                      <a:pt x="79" y="13"/>
                      <a:pt x="82" y="16"/>
                      <a:pt x="86" y="20"/>
                    </a:cubicBezTo>
                    <a:cubicBezTo>
                      <a:pt x="86" y="21"/>
                      <a:pt x="87" y="21"/>
                      <a:pt x="88" y="20"/>
                    </a:cubicBezTo>
                    <a:cubicBezTo>
                      <a:pt x="89" y="20"/>
                      <a:pt x="89" y="19"/>
                      <a:pt x="88" y="18"/>
                    </a:cubicBezTo>
                    <a:cubicBezTo>
                      <a:pt x="84" y="14"/>
                      <a:pt x="81" y="10"/>
                      <a:pt x="75" y="8"/>
                    </a:cubicBezTo>
                    <a:cubicBezTo>
                      <a:pt x="71" y="5"/>
                      <a:pt x="67" y="3"/>
                      <a:pt x="62" y="2"/>
                    </a:cubicBezTo>
                    <a:cubicBezTo>
                      <a:pt x="58" y="1"/>
                      <a:pt x="53" y="0"/>
                      <a:pt x="49" y="0"/>
                    </a:cubicBezTo>
                    <a:cubicBezTo>
                      <a:pt x="46" y="0"/>
                      <a:pt x="43" y="0"/>
                      <a:pt x="40" y="1"/>
                    </a:cubicBezTo>
                    <a:cubicBezTo>
                      <a:pt x="31" y="3"/>
                      <a:pt x="21" y="9"/>
                      <a:pt x="15" y="16"/>
                    </a:cubicBezTo>
                    <a:cubicBezTo>
                      <a:pt x="11" y="20"/>
                      <a:pt x="8" y="25"/>
                      <a:pt x="6" y="30"/>
                    </a:cubicBezTo>
                    <a:cubicBezTo>
                      <a:pt x="5" y="32"/>
                      <a:pt x="4" y="34"/>
                      <a:pt x="3" y="36"/>
                    </a:cubicBezTo>
                    <a:cubicBezTo>
                      <a:pt x="2" y="38"/>
                      <a:pt x="0" y="40"/>
                      <a:pt x="0" y="43"/>
                    </a:cubicBezTo>
                    <a:cubicBezTo>
                      <a:pt x="0" y="47"/>
                      <a:pt x="0" y="47"/>
                      <a:pt x="0" y="47"/>
                    </a:cubicBezTo>
                    <a:cubicBezTo>
                      <a:pt x="3" y="43"/>
                      <a:pt x="3" y="43"/>
                      <a:pt x="3" y="43"/>
                    </a:cubicBezTo>
                    <a:cubicBezTo>
                      <a:pt x="4" y="43"/>
                      <a:pt x="4" y="42"/>
                      <a:pt x="3" y="41"/>
                    </a:cubicBezTo>
                    <a:cubicBezTo>
                      <a:pt x="2" y="41"/>
                      <a:pt x="1" y="41"/>
                      <a:pt x="1" y="41"/>
                    </a:cubicBezTo>
                    <a:close/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6505" name="Freeform 33">
                <a:extLst>
                  <a:ext uri="{FF2B5EF4-FFF2-40B4-BE49-F238E27FC236}">
                    <a16:creationId xmlns:a16="http://schemas.microsoft.com/office/drawing/2014/main" id="{B030A2F8-8DD8-4B68-925B-85ADC23C91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3" y="737"/>
                <a:ext cx="151" cy="93"/>
              </a:xfrm>
              <a:custGeom>
                <a:avLst/>
                <a:gdLst>
                  <a:gd name="T0" fmla="*/ 197 w 132"/>
                  <a:gd name="T1" fmla="*/ 1 h 81"/>
                  <a:gd name="T2" fmla="*/ 193 w 132"/>
                  <a:gd name="T3" fmla="*/ 0 h 81"/>
                  <a:gd name="T4" fmla="*/ 188 w 132"/>
                  <a:gd name="T5" fmla="*/ 1 h 81"/>
                  <a:gd name="T6" fmla="*/ 181 w 132"/>
                  <a:gd name="T7" fmla="*/ 2 h 81"/>
                  <a:gd name="T8" fmla="*/ 144 w 132"/>
                  <a:gd name="T9" fmla="*/ 9 h 81"/>
                  <a:gd name="T10" fmla="*/ 74 w 132"/>
                  <a:gd name="T11" fmla="*/ 48 h 81"/>
                  <a:gd name="T12" fmla="*/ 35 w 132"/>
                  <a:gd name="T13" fmla="*/ 82 h 81"/>
                  <a:gd name="T14" fmla="*/ 15 w 132"/>
                  <a:gd name="T15" fmla="*/ 99 h 81"/>
                  <a:gd name="T16" fmla="*/ 1 w 132"/>
                  <a:gd name="T17" fmla="*/ 119 h 81"/>
                  <a:gd name="T18" fmla="*/ 1 w 132"/>
                  <a:gd name="T19" fmla="*/ 123 h 81"/>
                  <a:gd name="T20" fmla="*/ 3 w 132"/>
                  <a:gd name="T21" fmla="*/ 122 h 81"/>
                  <a:gd name="T22" fmla="*/ 19 w 132"/>
                  <a:gd name="T23" fmla="*/ 101 h 81"/>
                  <a:gd name="T24" fmla="*/ 39 w 132"/>
                  <a:gd name="T25" fmla="*/ 86 h 81"/>
                  <a:gd name="T26" fmla="*/ 77 w 132"/>
                  <a:gd name="T27" fmla="*/ 52 h 81"/>
                  <a:gd name="T28" fmla="*/ 145 w 132"/>
                  <a:gd name="T29" fmla="*/ 13 h 81"/>
                  <a:gd name="T30" fmla="*/ 183 w 132"/>
                  <a:gd name="T31" fmla="*/ 8 h 81"/>
                  <a:gd name="T32" fmla="*/ 188 w 132"/>
                  <a:gd name="T33" fmla="*/ 7 h 81"/>
                  <a:gd name="T34" fmla="*/ 193 w 132"/>
                  <a:gd name="T35" fmla="*/ 3 h 81"/>
                  <a:gd name="T36" fmla="*/ 194 w 132"/>
                  <a:gd name="T37" fmla="*/ 3 h 81"/>
                  <a:gd name="T38" fmla="*/ 198 w 132"/>
                  <a:gd name="T39" fmla="*/ 3 h 81"/>
                  <a:gd name="T40" fmla="*/ 197 w 132"/>
                  <a:gd name="T41" fmla="*/ 1 h 8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132" h="81">
                    <a:moveTo>
                      <a:pt x="131" y="1"/>
                    </a:moveTo>
                    <a:cubicBezTo>
                      <a:pt x="130" y="0"/>
                      <a:pt x="130" y="0"/>
                      <a:pt x="129" y="0"/>
                    </a:cubicBezTo>
                    <a:cubicBezTo>
                      <a:pt x="128" y="0"/>
                      <a:pt x="126" y="0"/>
                      <a:pt x="125" y="1"/>
                    </a:cubicBezTo>
                    <a:cubicBezTo>
                      <a:pt x="123" y="1"/>
                      <a:pt x="122" y="2"/>
                      <a:pt x="121" y="2"/>
                    </a:cubicBezTo>
                    <a:cubicBezTo>
                      <a:pt x="113" y="3"/>
                      <a:pt x="104" y="4"/>
                      <a:pt x="96" y="6"/>
                    </a:cubicBezTo>
                    <a:cubicBezTo>
                      <a:pt x="80" y="11"/>
                      <a:pt x="63" y="21"/>
                      <a:pt x="50" y="32"/>
                    </a:cubicBezTo>
                    <a:cubicBezTo>
                      <a:pt x="41" y="40"/>
                      <a:pt x="33" y="47"/>
                      <a:pt x="24" y="54"/>
                    </a:cubicBezTo>
                    <a:cubicBezTo>
                      <a:pt x="19" y="57"/>
                      <a:pt x="14" y="60"/>
                      <a:pt x="10" y="65"/>
                    </a:cubicBezTo>
                    <a:cubicBezTo>
                      <a:pt x="6" y="69"/>
                      <a:pt x="4" y="74"/>
                      <a:pt x="1" y="79"/>
                    </a:cubicBezTo>
                    <a:cubicBezTo>
                      <a:pt x="0" y="79"/>
                      <a:pt x="1" y="80"/>
                      <a:pt x="1" y="81"/>
                    </a:cubicBezTo>
                    <a:cubicBezTo>
                      <a:pt x="2" y="81"/>
                      <a:pt x="3" y="81"/>
                      <a:pt x="3" y="80"/>
                    </a:cubicBezTo>
                    <a:cubicBezTo>
                      <a:pt x="6" y="75"/>
                      <a:pt x="9" y="71"/>
                      <a:pt x="13" y="67"/>
                    </a:cubicBezTo>
                    <a:cubicBezTo>
                      <a:pt x="16" y="63"/>
                      <a:pt x="21" y="60"/>
                      <a:pt x="26" y="57"/>
                    </a:cubicBezTo>
                    <a:cubicBezTo>
                      <a:pt x="35" y="50"/>
                      <a:pt x="43" y="42"/>
                      <a:pt x="52" y="34"/>
                    </a:cubicBezTo>
                    <a:cubicBezTo>
                      <a:pt x="65" y="23"/>
                      <a:pt x="81" y="14"/>
                      <a:pt x="97" y="9"/>
                    </a:cubicBezTo>
                    <a:cubicBezTo>
                      <a:pt x="105" y="7"/>
                      <a:pt x="113" y="6"/>
                      <a:pt x="122" y="5"/>
                    </a:cubicBezTo>
                    <a:cubicBezTo>
                      <a:pt x="123" y="4"/>
                      <a:pt x="124" y="4"/>
                      <a:pt x="125" y="4"/>
                    </a:cubicBezTo>
                    <a:cubicBezTo>
                      <a:pt x="127" y="3"/>
                      <a:pt x="128" y="3"/>
                      <a:pt x="129" y="3"/>
                    </a:cubicBezTo>
                    <a:cubicBezTo>
                      <a:pt x="129" y="3"/>
                      <a:pt x="130" y="3"/>
                      <a:pt x="130" y="3"/>
                    </a:cubicBezTo>
                    <a:cubicBezTo>
                      <a:pt x="131" y="4"/>
                      <a:pt x="131" y="3"/>
                      <a:pt x="132" y="3"/>
                    </a:cubicBezTo>
                    <a:cubicBezTo>
                      <a:pt x="132" y="2"/>
                      <a:pt x="132" y="1"/>
                      <a:pt x="131" y="1"/>
                    </a:cubicBezTo>
                    <a:close/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6506" name="Freeform 34">
                <a:extLst>
                  <a:ext uri="{FF2B5EF4-FFF2-40B4-BE49-F238E27FC236}">
                    <a16:creationId xmlns:a16="http://schemas.microsoft.com/office/drawing/2014/main" id="{3280F13A-94A1-425A-9B0E-405944DF84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3" y="811"/>
                <a:ext cx="83" cy="110"/>
              </a:xfrm>
              <a:custGeom>
                <a:avLst/>
                <a:gdLst>
                  <a:gd name="T0" fmla="*/ 3 w 73"/>
                  <a:gd name="T1" fmla="*/ 143 h 96"/>
                  <a:gd name="T2" fmla="*/ 13 w 73"/>
                  <a:gd name="T3" fmla="*/ 133 h 96"/>
                  <a:gd name="T4" fmla="*/ 17 w 73"/>
                  <a:gd name="T5" fmla="*/ 119 h 96"/>
                  <a:gd name="T6" fmla="*/ 25 w 73"/>
                  <a:gd name="T7" fmla="*/ 89 h 96"/>
                  <a:gd name="T8" fmla="*/ 58 w 73"/>
                  <a:gd name="T9" fmla="*/ 44 h 96"/>
                  <a:gd name="T10" fmla="*/ 89 w 73"/>
                  <a:gd name="T11" fmla="*/ 24 h 96"/>
                  <a:gd name="T12" fmla="*/ 89 w 73"/>
                  <a:gd name="T13" fmla="*/ 24 h 96"/>
                  <a:gd name="T14" fmla="*/ 97 w 73"/>
                  <a:gd name="T15" fmla="*/ 19 h 96"/>
                  <a:gd name="T16" fmla="*/ 107 w 73"/>
                  <a:gd name="T17" fmla="*/ 3 h 96"/>
                  <a:gd name="T18" fmla="*/ 106 w 73"/>
                  <a:gd name="T19" fmla="*/ 1 h 96"/>
                  <a:gd name="T20" fmla="*/ 103 w 73"/>
                  <a:gd name="T21" fmla="*/ 1 h 96"/>
                  <a:gd name="T22" fmla="*/ 94 w 73"/>
                  <a:gd name="T23" fmla="*/ 15 h 96"/>
                  <a:gd name="T24" fmla="*/ 86 w 73"/>
                  <a:gd name="T25" fmla="*/ 21 h 96"/>
                  <a:gd name="T26" fmla="*/ 88 w 73"/>
                  <a:gd name="T27" fmla="*/ 21 h 96"/>
                  <a:gd name="T28" fmla="*/ 86 w 73"/>
                  <a:gd name="T29" fmla="*/ 21 h 96"/>
                  <a:gd name="T30" fmla="*/ 56 w 73"/>
                  <a:gd name="T31" fmla="*/ 39 h 96"/>
                  <a:gd name="T32" fmla="*/ 20 w 73"/>
                  <a:gd name="T33" fmla="*/ 87 h 96"/>
                  <a:gd name="T34" fmla="*/ 11 w 73"/>
                  <a:gd name="T35" fmla="*/ 117 h 96"/>
                  <a:gd name="T36" fmla="*/ 9 w 73"/>
                  <a:gd name="T37" fmla="*/ 132 h 96"/>
                  <a:gd name="T38" fmla="*/ 1 w 73"/>
                  <a:gd name="T39" fmla="*/ 141 h 96"/>
                  <a:gd name="T40" fmla="*/ 1 w 73"/>
                  <a:gd name="T41" fmla="*/ 143 h 96"/>
                  <a:gd name="T42" fmla="*/ 3 w 73"/>
                  <a:gd name="T43" fmla="*/ 143 h 9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73" h="96">
                    <a:moveTo>
                      <a:pt x="3" y="95"/>
                    </a:moveTo>
                    <a:cubicBezTo>
                      <a:pt x="6" y="93"/>
                      <a:pt x="8" y="91"/>
                      <a:pt x="9" y="88"/>
                    </a:cubicBezTo>
                    <a:cubicBezTo>
                      <a:pt x="10" y="85"/>
                      <a:pt x="11" y="82"/>
                      <a:pt x="11" y="79"/>
                    </a:cubicBezTo>
                    <a:cubicBezTo>
                      <a:pt x="12" y="72"/>
                      <a:pt x="15" y="66"/>
                      <a:pt x="17" y="59"/>
                    </a:cubicBezTo>
                    <a:cubicBezTo>
                      <a:pt x="21" y="47"/>
                      <a:pt x="29" y="37"/>
                      <a:pt x="40" y="29"/>
                    </a:cubicBezTo>
                    <a:cubicBezTo>
                      <a:pt x="46" y="24"/>
                      <a:pt x="54" y="22"/>
                      <a:pt x="61" y="16"/>
                    </a:cubicBezTo>
                    <a:cubicBezTo>
                      <a:pt x="61" y="16"/>
                      <a:pt x="61" y="16"/>
                      <a:pt x="61" y="16"/>
                    </a:cubicBezTo>
                    <a:cubicBezTo>
                      <a:pt x="63" y="15"/>
                      <a:pt x="65" y="14"/>
                      <a:pt x="66" y="13"/>
                    </a:cubicBezTo>
                    <a:cubicBezTo>
                      <a:pt x="70" y="10"/>
                      <a:pt x="71" y="6"/>
                      <a:pt x="73" y="3"/>
                    </a:cubicBezTo>
                    <a:cubicBezTo>
                      <a:pt x="73" y="2"/>
                      <a:pt x="73" y="1"/>
                      <a:pt x="72" y="1"/>
                    </a:cubicBezTo>
                    <a:cubicBezTo>
                      <a:pt x="72" y="0"/>
                      <a:pt x="71" y="0"/>
                      <a:pt x="70" y="1"/>
                    </a:cubicBezTo>
                    <a:cubicBezTo>
                      <a:pt x="68" y="5"/>
                      <a:pt x="67" y="8"/>
                      <a:pt x="64" y="10"/>
                    </a:cubicBezTo>
                    <a:cubicBezTo>
                      <a:pt x="63" y="12"/>
                      <a:pt x="61" y="13"/>
                      <a:pt x="59" y="14"/>
                    </a:cubicBezTo>
                    <a:cubicBezTo>
                      <a:pt x="60" y="14"/>
                      <a:pt x="60" y="14"/>
                      <a:pt x="60" y="14"/>
                    </a:cubicBezTo>
                    <a:cubicBezTo>
                      <a:pt x="59" y="14"/>
                      <a:pt x="59" y="14"/>
                      <a:pt x="59" y="14"/>
                    </a:cubicBezTo>
                    <a:cubicBezTo>
                      <a:pt x="53" y="19"/>
                      <a:pt x="45" y="21"/>
                      <a:pt x="38" y="26"/>
                    </a:cubicBezTo>
                    <a:cubicBezTo>
                      <a:pt x="27" y="35"/>
                      <a:pt x="19" y="45"/>
                      <a:pt x="14" y="58"/>
                    </a:cubicBezTo>
                    <a:cubicBezTo>
                      <a:pt x="12" y="65"/>
                      <a:pt x="10" y="71"/>
                      <a:pt x="8" y="78"/>
                    </a:cubicBezTo>
                    <a:cubicBezTo>
                      <a:pt x="8" y="81"/>
                      <a:pt x="7" y="84"/>
                      <a:pt x="6" y="87"/>
                    </a:cubicBezTo>
                    <a:cubicBezTo>
                      <a:pt x="5" y="89"/>
                      <a:pt x="3" y="91"/>
                      <a:pt x="1" y="93"/>
                    </a:cubicBezTo>
                    <a:cubicBezTo>
                      <a:pt x="1" y="93"/>
                      <a:pt x="0" y="94"/>
                      <a:pt x="1" y="95"/>
                    </a:cubicBezTo>
                    <a:cubicBezTo>
                      <a:pt x="1" y="96"/>
                      <a:pt x="2" y="96"/>
                      <a:pt x="3" y="95"/>
                    </a:cubicBezTo>
                    <a:close/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6507" name="Freeform 35">
                <a:extLst>
                  <a:ext uri="{FF2B5EF4-FFF2-40B4-BE49-F238E27FC236}">
                    <a16:creationId xmlns:a16="http://schemas.microsoft.com/office/drawing/2014/main" id="{E4A4CCC8-BF4E-4C6F-8F2E-14E8D25A3D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4" y="893"/>
                <a:ext cx="41" cy="34"/>
              </a:xfrm>
              <a:custGeom>
                <a:avLst/>
                <a:gdLst>
                  <a:gd name="T0" fmla="*/ 49 w 36"/>
                  <a:gd name="T1" fmla="*/ 1 h 29"/>
                  <a:gd name="T2" fmla="*/ 34 w 36"/>
                  <a:gd name="T3" fmla="*/ 21 h 29"/>
                  <a:gd name="T4" fmla="*/ 21 w 36"/>
                  <a:gd name="T5" fmla="*/ 30 h 29"/>
                  <a:gd name="T6" fmla="*/ 1 w 36"/>
                  <a:gd name="T7" fmla="*/ 41 h 29"/>
                  <a:gd name="T8" fmla="*/ 0 w 36"/>
                  <a:gd name="T9" fmla="*/ 46 h 29"/>
                  <a:gd name="T10" fmla="*/ 2 w 36"/>
                  <a:gd name="T11" fmla="*/ 47 h 29"/>
                  <a:gd name="T12" fmla="*/ 24 w 36"/>
                  <a:gd name="T13" fmla="*/ 35 h 29"/>
                  <a:gd name="T14" fmla="*/ 36 w 36"/>
                  <a:gd name="T15" fmla="*/ 25 h 29"/>
                  <a:gd name="T16" fmla="*/ 52 w 36"/>
                  <a:gd name="T17" fmla="*/ 6 h 29"/>
                  <a:gd name="T18" fmla="*/ 52 w 36"/>
                  <a:gd name="T19" fmla="*/ 1 h 29"/>
                  <a:gd name="T20" fmla="*/ 49 w 36"/>
                  <a:gd name="T21" fmla="*/ 1 h 2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6" h="29">
                    <a:moveTo>
                      <a:pt x="33" y="1"/>
                    </a:moveTo>
                    <a:cubicBezTo>
                      <a:pt x="29" y="5"/>
                      <a:pt x="27" y="9"/>
                      <a:pt x="23" y="13"/>
                    </a:cubicBezTo>
                    <a:cubicBezTo>
                      <a:pt x="20" y="15"/>
                      <a:pt x="17" y="18"/>
                      <a:pt x="14" y="19"/>
                    </a:cubicBezTo>
                    <a:cubicBezTo>
                      <a:pt x="10" y="22"/>
                      <a:pt x="5" y="25"/>
                      <a:pt x="1" y="26"/>
                    </a:cubicBezTo>
                    <a:cubicBezTo>
                      <a:pt x="0" y="26"/>
                      <a:pt x="0" y="27"/>
                      <a:pt x="0" y="28"/>
                    </a:cubicBezTo>
                    <a:cubicBezTo>
                      <a:pt x="0" y="29"/>
                      <a:pt x="1" y="29"/>
                      <a:pt x="2" y="29"/>
                    </a:cubicBezTo>
                    <a:cubicBezTo>
                      <a:pt x="7" y="28"/>
                      <a:pt x="12" y="25"/>
                      <a:pt x="16" y="22"/>
                    </a:cubicBezTo>
                    <a:cubicBezTo>
                      <a:pt x="19" y="20"/>
                      <a:pt x="22" y="17"/>
                      <a:pt x="25" y="15"/>
                    </a:cubicBezTo>
                    <a:cubicBezTo>
                      <a:pt x="29" y="11"/>
                      <a:pt x="32" y="7"/>
                      <a:pt x="35" y="3"/>
                    </a:cubicBezTo>
                    <a:cubicBezTo>
                      <a:pt x="36" y="3"/>
                      <a:pt x="36" y="2"/>
                      <a:pt x="35" y="1"/>
                    </a:cubicBezTo>
                    <a:cubicBezTo>
                      <a:pt x="35" y="0"/>
                      <a:pt x="34" y="0"/>
                      <a:pt x="33" y="1"/>
                    </a:cubicBezTo>
                    <a:close/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6508" name="Freeform 36">
                <a:extLst>
                  <a:ext uri="{FF2B5EF4-FFF2-40B4-BE49-F238E27FC236}">
                    <a16:creationId xmlns:a16="http://schemas.microsoft.com/office/drawing/2014/main" id="{C231B770-E8B8-4254-8E3C-FADE9A72BF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5" y="861"/>
                <a:ext cx="25" cy="74"/>
              </a:xfrm>
              <a:custGeom>
                <a:avLst/>
                <a:gdLst>
                  <a:gd name="T0" fmla="*/ 0 w 22"/>
                  <a:gd name="T1" fmla="*/ 2 h 64"/>
                  <a:gd name="T2" fmla="*/ 0 w 22"/>
                  <a:gd name="T3" fmla="*/ 3 h 64"/>
                  <a:gd name="T4" fmla="*/ 3 w 22"/>
                  <a:gd name="T5" fmla="*/ 29 h 64"/>
                  <a:gd name="T6" fmla="*/ 18 w 22"/>
                  <a:gd name="T7" fmla="*/ 53 h 64"/>
                  <a:gd name="T8" fmla="*/ 28 w 22"/>
                  <a:gd name="T9" fmla="*/ 97 h 64"/>
                  <a:gd name="T10" fmla="*/ 31 w 22"/>
                  <a:gd name="T11" fmla="*/ 99 h 64"/>
                  <a:gd name="T12" fmla="*/ 32 w 22"/>
                  <a:gd name="T13" fmla="*/ 96 h 64"/>
                  <a:gd name="T14" fmla="*/ 22 w 22"/>
                  <a:gd name="T15" fmla="*/ 52 h 64"/>
                  <a:gd name="T16" fmla="*/ 9 w 22"/>
                  <a:gd name="T17" fmla="*/ 28 h 64"/>
                  <a:gd name="T18" fmla="*/ 3 w 22"/>
                  <a:gd name="T19" fmla="*/ 3 h 64"/>
                  <a:gd name="T20" fmla="*/ 3 w 22"/>
                  <a:gd name="T21" fmla="*/ 2 h 64"/>
                  <a:gd name="T22" fmla="*/ 1 w 22"/>
                  <a:gd name="T23" fmla="*/ 0 h 64"/>
                  <a:gd name="T24" fmla="*/ 0 w 22"/>
                  <a:gd name="T25" fmla="*/ 2 h 6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2" h="64">
                    <a:moveTo>
                      <a:pt x="0" y="2"/>
                    </a:moveTo>
                    <a:cubicBezTo>
                      <a:pt x="0" y="2"/>
                      <a:pt x="0" y="2"/>
                      <a:pt x="0" y="3"/>
                    </a:cubicBezTo>
                    <a:cubicBezTo>
                      <a:pt x="0" y="8"/>
                      <a:pt x="2" y="14"/>
                      <a:pt x="3" y="19"/>
                    </a:cubicBezTo>
                    <a:cubicBezTo>
                      <a:pt x="6" y="25"/>
                      <a:pt x="10" y="29"/>
                      <a:pt x="12" y="35"/>
                    </a:cubicBezTo>
                    <a:cubicBezTo>
                      <a:pt x="15" y="44"/>
                      <a:pt x="18" y="53"/>
                      <a:pt x="19" y="63"/>
                    </a:cubicBezTo>
                    <a:cubicBezTo>
                      <a:pt x="19" y="63"/>
                      <a:pt x="20" y="64"/>
                      <a:pt x="21" y="64"/>
                    </a:cubicBezTo>
                    <a:cubicBezTo>
                      <a:pt x="22" y="64"/>
                      <a:pt x="22" y="63"/>
                      <a:pt x="22" y="62"/>
                    </a:cubicBezTo>
                    <a:cubicBezTo>
                      <a:pt x="21" y="52"/>
                      <a:pt x="18" y="43"/>
                      <a:pt x="15" y="34"/>
                    </a:cubicBezTo>
                    <a:cubicBezTo>
                      <a:pt x="12" y="28"/>
                      <a:pt x="8" y="23"/>
                      <a:pt x="6" y="18"/>
                    </a:cubicBezTo>
                    <a:cubicBezTo>
                      <a:pt x="4" y="13"/>
                      <a:pt x="3" y="7"/>
                      <a:pt x="3" y="3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1"/>
                      <a:pt x="2" y="0"/>
                      <a:pt x="1" y="0"/>
                    </a:cubicBezTo>
                    <a:cubicBezTo>
                      <a:pt x="0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6509" name="Freeform 37">
                <a:extLst>
                  <a:ext uri="{FF2B5EF4-FFF2-40B4-BE49-F238E27FC236}">
                    <a16:creationId xmlns:a16="http://schemas.microsoft.com/office/drawing/2014/main" id="{2D92231E-E414-4C70-A544-02E9A00C60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5" y="2256"/>
                <a:ext cx="148" cy="284"/>
              </a:xfrm>
              <a:custGeom>
                <a:avLst/>
                <a:gdLst>
                  <a:gd name="T0" fmla="*/ 176 w 129"/>
                  <a:gd name="T1" fmla="*/ 81 h 249"/>
                  <a:gd name="T2" fmla="*/ 178 w 129"/>
                  <a:gd name="T3" fmla="*/ 117 h 249"/>
                  <a:gd name="T4" fmla="*/ 181 w 129"/>
                  <a:gd name="T5" fmla="*/ 167 h 249"/>
                  <a:gd name="T6" fmla="*/ 188 w 129"/>
                  <a:gd name="T7" fmla="*/ 241 h 249"/>
                  <a:gd name="T8" fmla="*/ 176 w 129"/>
                  <a:gd name="T9" fmla="*/ 294 h 249"/>
                  <a:gd name="T10" fmla="*/ 157 w 129"/>
                  <a:gd name="T11" fmla="*/ 287 h 249"/>
                  <a:gd name="T12" fmla="*/ 132 w 129"/>
                  <a:gd name="T13" fmla="*/ 255 h 249"/>
                  <a:gd name="T14" fmla="*/ 128 w 129"/>
                  <a:gd name="T15" fmla="*/ 204 h 249"/>
                  <a:gd name="T16" fmla="*/ 122 w 129"/>
                  <a:gd name="T17" fmla="*/ 172 h 249"/>
                  <a:gd name="T18" fmla="*/ 110 w 129"/>
                  <a:gd name="T19" fmla="*/ 186 h 249"/>
                  <a:gd name="T20" fmla="*/ 96 w 129"/>
                  <a:gd name="T21" fmla="*/ 206 h 249"/>
                  <a:gd name="T22" fmla="*/ 95 w 129"/>
                  <a:gd name="T23" fmla="*/ 224 h 249"/>
                  <a:gd name="T24" fmla="*/ 100 w 129"/>
                  <a:gd name="T25" fmla="*/ 262 h 249"/>
                  <a:gd name="T26" fmla="*/ 123 w 129"/>
                  <a:gd name="T27" fmla="*/ 276 h 249"/>
                  <a:gd name="T28" fmla="*/ 125 w 129"/>
                  <a:gd name="T29" fmla="*/ 295 h 249"/>
                  <a:gd name="T30" fmla="*/ 150 w 129"/>
                  <a:gd name="T31" fmla="*/ 302 h 249"/>
                  <a:gd name="T32" fmla="*/ 151 w 129"/>
                  <a:gd name="T33" fmla="*/ 320 h 249"/>
                  <a:gd name="T34" fmla="*/ 171 w 129"/>
                  <a:gd name="T35" fmla="*/ 352 h 249"/>
                  <a:gd name="T36" fmla="*/ 158 w 129"/>
                  <a:gd name="T37" fmla="*/ 358 h 249"/>
                  <a:gd name="T38" fmla="*/ 133 w 129"/>
                  <a:gd name="T39" fmla="*/ 359 h 249"/>
                  <a:gd name="T40" fmla="*/ 93 w 129"/>
                  <a:gd name="T41" fmla="*/ 334 h 249"/>
                  <a:gd name="T42" fmla="*/ 55 w 129"/>
                  <a:gd name="T43" fmla="*/ 299 h 249"/>
                  <a:gd name="T44" fmla="*/ 32 w 129"/>
                  <a:gd name="T45" fmla="*/ 286 h 249"/>
                  <a:gd name="T46" fmla="*/ 26 w 129"/>
                  <a:gd name="T47" fmla="*/ 262 h 249"/>
                  <a:gd name="T48" fmla="*/ 17 w 129"/>
                  <a:gd name="T49" fmla="*/ 219 h 249"/>
                  <a:gd name="T50" fmla="*/ 1 w 129"/>
                  <a:gd name="T51" fmla="*/ 176 h 249"/>
                  <a:gd name="T52" fmla="*/ 9 w 129"/>
                  <a:gd name="T53" fmla="*/ 119 h 249"/>
                  <a:gd name="T54" fmla="*/ 24 w 129"/>
                  <a:gd name="T55" fmla="*/ 33 h 249"/>
                  <a:gd name="T56" fmla="*/ 176 w 129"/>
                  <a:gd name="T57" fmla="*/ 81 h 249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129" h="249">
                    <a:moveTo>
                      <a:pt x="116" y="54"/>
                    </a:moveTo>
                    <a:cubicBezTo>
                      <a:pt x="116" y="54"/>
                      <a:pt x="117" y="68"/>
                      <a:pt x="118" y="79"/>
                    </a:cubicBezTo>
                    <a:cubicBezTo>
                      <a:pt x="119" y="89"/>
                      <a:pt x="119" y="98"/>
                      <a:pt x="120" y="112"/>
                    </a:cubicBezTo>
                    <a:cubicBezTo>
                      <a:pt x="120" y="126"/>
                      <a:pt x="123" y="153"/>
                      <a:pt x="125" y="162"/>
                    </a:cubicBezTo>
                    <a:cubicBezTo>
                      <a:pt x="126" y="172"/>
                      <a:pt x="129" y="195"/>
                      <a:pt x="116" y="198"/>
                    </a:cubicBezTo>
                    <a:cubicBezTo>
                      <a:pt x="107" y="200"/>
                      <a:pt x="104" y="194"/>
                      <a:pt x="104" y="194"/>
                    </a:cubicBezTo>
                    <a:cubicBezTo>
                      <a:pt x="104" y="194"/>
                      <a:pt x="90" y="185"/>
                      <a:pt x="87" y="172"/>
                    </a:cubicBezTo>
                    <a:cubicBezTo>
                      <a:pt x="84" y="158"/>
                      <a:pt x="89" y="147"/>
                      <a:pt x="85" y="138"/>
                    </a:cubicBezTo>
                    <a:cubicBezTo>
                      <a:pt x="81" y="129"/>
                      <a:pt x="80" y="116"/>
                      <a:pt x="80" y="116"/>
                    </a:cubicBezTo>
                    <a:cubicBezTo>
                      <a:pt x="80" y="116"/>
                      <a:pt x="76" y="119"/>
                      <a:pt x="73" y="125"/>
                    </a:cubicBezTo>
                    <a:cubicBezTo>
                      <a:pt x="70" y="130"/>
                      <a:pt x="67" y="137"/>
                      <a:pt x="64" y="139"/>
                    </a:cubicBezTo>
                    <a:cubicBezTo>
                      <a:pt x="60" y="141"/>
                      <a:pt x="62" y="145"/>
                      <a:pt x="63" y="151"/>
                    </a:cubicBezTo>
                    <a:cubicBezTo>
                      <a:pt x="63" y="156"/>
                      <a:pt x="66" y="177"/>
                      <a:pt x="66" y="177"/>
                    </a:cubicBezTo>
                    <a:cubicBezTo>
                      <a:pt x="66" y="177"/>
                      <a:pt x="79" y="178"/>
                      <a:pt x="81" y="186"/>
                    </a:cubicBezTo>
                    <a:cubicBezTo>
                      <a:pt x="82" y="194"/>
                      <a:pt x="83" y="199"/>
                      <a:pt x="83" y="199"/>
                    </a:cubicBezTo>
                    <a:cubicBezTo>
                      <a:pt x="83" y="199"/>
                      <a:pt x="95" y="199"/>
                      <a:pt x="99" y="203"/>
                    </a:cubicBezTo>
                    <a:cubicBezTo>
                      <a:pt x="103" y="207"/>
                      <a:pt x="100" y="216"/>
                      <a:pt x="100" y="216"/>
                    </a:cubicBezTo>
                    <a:cubicBezTo>
                      <a:pt x="100" y="216"/>
                      <a:pt x="117" y="226"/>
                      <a:pt x="113" y="238"/>
                    </a:cubicBezTo>
                    <a:cubicBezTo>
                      <a:pt x="112" y="241"/>
                      <a:pt x="105" y="241"/>
                      <a:pt x="105" y="241"/>
                    </a:cubicBezTo>
                    <a:cubicBezTo>
                      <a:pt x="105" y="241"/>
                      <a:pt x="100" y="249"/>
                      <a:pt x="88" y="242"/>
                    </a:cubicBezTo>
                    <a:cubicBezTo>
                      <a:pt x="76" y="235"/>
                      <a:pt x="68" y="229"/>
                      <a:pt x="62" y="225"/>
                    </a:cubicBezTo>
                    <a:cubicBezTo>
                      <a:pt x="56" y="222"/>
                      <a:pt x="39" y="206"/>
                      <a:pt x="37" y="202"/>
                    </a:cubicBezTo>
                    <a:cubicBezTo>
                      <a:pt x="37" y="202"/>
                      <a:pt x="25" y="195"/>
                      <a:pt x="21" y="193"/>
                    </a:cubicBezTo>
                    <a:cubicBezTo>
                      <a:pt x="18" y="191"/>
                      <a:pt x="19" y="185"/>
                      <a:pt x="17" y="177"/>
                    </a:cubicBezTo>
                    <a:cubicBezTo>
                      <a:pt x="16" y="169"/>
                      <a:pt x="15" y="152"/>
                      <a:pt x="11" y="147"/>
                    </a:cubicBezTo>
                    <a:cubicBezTo>
                      <a:pt x="7" y="142"/>
                      <a:pt x="0" y="131"/>
                      <a:pt x="1" y="118"/>
                    </a:cubicBezTo>
                    <a:cubicBezTo>
                      <a:pt x="1" y="106"/>
                      <a:pt x="3" y="95"/>
                      <a:pt x="6" y="80"/>
                    </a:cubicBezTo>
                    <a:cubicBezTo>
                      <a:pt x="8" y="65"/>
                      <a:pt x="18" y="35"/>
                      <a:pt x="16" y="22"/>
                    </a:cubicBezTo>
                    <a:cubicBezTo>
                      <a:pt x="16" y="22"/>
                      <a:pt x="82" y="0"/>
                      <a:pt x="116" y="54"/>
                    </a:cubicBezTo>
                    <a:close/>
                  </a:path>
                </a:pathLst>
              </a:custGeom>
              <a:solidFill>
                <a:srgbClr val="F8F3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6510" name="Freeform 38">
                <a:extLst>
                  <a:ext uri="{FF2B5EF4-FFF2-40B4-BE49-F238E27FC236}">
                    <a16:creationId xmlns:a16="http://schemas.microsoft.com/office/drawing/2014/main" id="{988F9A97-6D86-4F59-9B47-1BBFC4D896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4" y="2274"/>
                <a:ext cx="148" cy="264"/>
              </a:xfrm>
              <a:custGeom>
                <a:avLst/>
                <a:gdLst>
                  <a:gd name="T0" fmla="*/ 180 w 129"/>
                  <a:gd name="T1" fmla="*/ 144 h 231"/>
                  <a:gd name="T2" fmla="*/ 181 w 129"/>
                  <a:gd name="T3" fmla="*/ 265 h 231"/>
                  <a:gd name="T4" fmla="*/ 162 w 129"/>
                  <a:gd name="T5" fmla="*/ 265 h 231"/>
                  <a:gd name="T6" fmla="*/ 162 w 129"/>
                  <a:gd name="T7" fmla="*/ 264 h 231"/>
                  <a:gd name="T8" fmla="*/ 162 w 129"/>
                  <a:gd name="T9" fmla="*/ 264 h 231"/>
                  <a:gd name="T10" fmla="*/ 135 w 129"/>
                  <a:gd name="T11" fmla="*/ 231 h 231"/>
                  <a:gd name="T12" fmla="*/ 126 w 129"/>
                  <a:gd name="T13" fmla="*/ 161 h 231"/>
                  <a:gd name="T14" fmla="*/ 122 w 129"/>
                  <a:gd name="T15" fmla="*/ 147 h 231"/>
                  <a:gd name="T16" fmla="*/ 92 w 129"/>
                  <a:gd name="T17" fmla="*/ 185 h 231"/>
                  <a:gd name="T18" fmla="*/ 99 w 129"/>
                  <a:gd name="T19" fmla="*/ 243 h 231"/>
                  <a:gd name="T20" fmla="*/ 117 w 129"/>
                  <a:gd name="T21" fmla="*/ 249 h 231"/>
                  <a:gd name="T22" fmla="*/ 126 w 129"/>
                  <a:gd name="T23" fmla="*/ 275 h 231"/>
                  <a:gd name="T24" fmla="*/ 150 w 129"/>
                  <a:gd name="T25" fmla="*/ 282 h 231"/>
                  <a:gd name="T26" fmla="*/ 150 w 129"/>
                  <a:gd name="T27" fmla="*/ 296 h 231"/>
                  <a:gd name="T28" fmla="*/ 151 w 129"/>
                  <a:gd name="T29" fmla="*/ 302 h 231"/>
                  <a:gd name="T30" fmla="*/ 168 w 129"/>
                  <a:gd name="T31" fmla="*/ 331 h 231"/>
                  <a:gd name="T32" fmla="*/ 161 w 129"/>
                  <a:gd name="T33" fmla="*/ 333 h 231"/>
                  <a:gd name="T34" fmla="*/ 157 w 129"/>
                  <a:gd name="T35" fmla="*/ 335 h 231"/>
                  <a:gd name="T36" fmla="*/ 157 w 129"/>
                  <a:gd name="T37" fmla="*/ 335 h 231"/>
                  <a:gd name="T38" fmla="*/ 88 w 129"/>
                  <a:gd name="T39" fmla="*/ 303 h 231"/>
                  <a:gd name="T40" fmla="*/ 60 w 129"/>
                  <a:gd name="T41" fmla="*/ 274 h 231"/>
                  <a:gd name="T42" fmla="*/ 34 w 129"/>
                  <a:gd name="T43" fmla="*/ 259 h 231"/>
                  <a:gd name="T44" fmla="*/ 24 w 129"/>
                  <a:gd name="T45" fmla="*/ 202 h 231"/>
                  <a:gd name="T46" fmla="*/ 13 w 129"/>
                  <a:gd name="T47" fmla="*/ 95 h 231"/>
                  <a:gd name="T48" fmla="*/ 26 w 129"/>
                  <a:gd name="T49" fmla="*/ 9 h 231"/>
                  <a:gd name="T50" fmla="*/ 126 w 129"/>
                  <a:gd name="T51" fmla="*/ 17 h 231"/>
                  <a:gd name="T52" fmla="*/ 177 w 129"/>
                  <a:gd name="T53" fmla="*/ 56 h 231"/>
                  <a:gd name="T54" fmla="*/ 26 w 129"/>
                  <a:gd name="T55" fmla="*/ 8 h 231"/>
                  <a:gd name="T56" fmla="*/ 17 w 129"/>
                  <a:gd name="T57" fmla="*/ 55 h 231"/>
                  <a:gd name="T58" fmla="*/ 15 w 129"/>
                  <a:gd name="T59" fmla="*/ 198 h 231"/>
                  <a:gd name="T60" fmla="*/ 28 w 129"/>
                  <a:gd name="T61" fmla="*/ 257 h 231"/>
                  <a:gd name="T62" fmla="*/ 55 w 129"/>
                  <a:gd name="T63" fmla="*/ 281 h 231"/>
                  <a:gd name="T64" fmla="*/ 73 w 129"/>
                  <a:gd name="T65" fmla="*/ 301 h 231"/>
                  <a:gd name="T66" fmla="*/ 158 w 129"/>
                  <a:gd name="T67" fmla="*/ 341 h 231"/>
                  <a:gd name="T68" fmla="*/ 166 w 129"/>
                  <a:gd name="T69" fmla="*/ 337 h 231"/>
                  <a:gd name="T70" fmla="*/ 172 w 129"/>
                  <a:gd name="T71" fmla="*/ 313 h 231"/>
                  <a:gd name="T72" fmla="*/ 157 w 129"/>
                  <a:gd name="T73" fmla="*/ 290 h 231"/>
                  <a:gd name="T74" fmla="*/ 126 w 129"/>
                  <a:gd name="T75" fmla="*/ 273 h 231"/>
                  <a:gd name="T76" fmla="*/ 122 w 129"/>
                  <a:gd name="T77" fmla="*/ 245 h 231"/>
                  <a:gd name="T78" fmla="*/ 104 w 129"/>
                  <a:gd name="T79" fmla="*/ 240 h 231"/>
                  <a:gd name="T80" fmla="*/ 99 w 129"/>
                  <a:gd name="T81" fmla="*/ 189 h 231"/>
                  <a:gd name="T82" fmla="*/ 122 w 129"/>
                  <a:gd name="T83" fmla="*/ 155 h 231"/>
                  <a:gd name="T84" fmla="*/ 124 w 129"/>
                  <a:gd name="T85" fmla="*/ 153 h 231"/>
                  <a:gd name="T86" fmla="*/ 124 w 129"/>
                  <a:gd name="T87" fmla="*/ 150 h 231"/>
                  <a:gd name="T88" fmla="*/ 126 w 129"/>
                  <a:gd name="T89" fmla="*/ 184 h 231"/>
                  <a:gd name="T90" fmla="*/ 145 w 129"/>
                  <a:gd name="T91" fmla="*/ 258 h 231"/>
                  <a:gd name="T92" fmla="*/ 161 w 129"/>
                  <a:gd name="T93" fmla="*/ 272 h 231"/>
                  <a:gd name="T94" fmla="*/ 194 w 129"/>
                  <a:gd name="T95" fmla="*/ 257 h 231"/>
                  <a:gd name="T96" fmla="*/ 182 w 129"/>
                  <a:gd name="T97" fmla="*/ 94 h 231"/>
                  <a:gd name="T98" fmla="*/ 180 w 129"/>
                  <a:gd name="T99" fmla="*/ 55 h 231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0" t="0" r="r" b="b"/>
                <a:pathLst>
                  <a:path w="129" h="231">
                    <a:moveTo>
                      <a:pt x="117" y="38"/>
                    </a:moveTo>
                    <a:cubicBezTo>
                      <a:pt x="115" y="38"/>
                      <a:pt x="115" y="38"/>
                      <a:pt x="115" y="38"/>
                    </a:cubicBezTo>
                    <a:cubicBezTo>
                      <a:pt x="115" y="38"/>
                      <a:pt x="116" y="52"/>
                      <a:pt x="117" y="63"/>
                    </a:cubicBezTo>
                    <a:cubicBezTo>
                      <a:pt x="118" y="73"/>
                      <a:pt x="118" y="82"/>
                      <a:pt x="119" y="96"/>
                    </a:cubicBezTo>
                    <a:cubicBezTo>
                      <a:pt x="119" y="110"/>
                      <a:pt x="122" y="137"/>
                      <a:pt x="124" y="146"/>
                    </a:cubicBezTo>
                    <a:cubicBezTo>
                      <a:pt x="124" y="150"/>
                      <a:pt x="125" y="155"/>
                      <a:pt x="125" y="161"/>
                    </a:cubicBezTo>
                    <a:cubicBezTo>
                      <a:pt x="125" y="165"/>
                      <a:pt x="124" y="170"/>
                      <a:pt x="123" y="174"/>
                    </a:cubicBezTo>
                    <a:cubicBezTo>
                      <a:pt x="122" y="175"/>
                      <a:pt x="121" y="177"/>
                      <a:pt x="120" y="178"/>
                    </a:cubicBezTo>
                    <a:cubicBezTo>
                      <a:pt x="119" y="179"/>
                      <a:pt x="118" y="180"/>
                      <a:pt x="116" y="180"/>
                    </a:cubicBezTo>
                    <a:cubicBezTo>
                      <a:pt x="115" y="180"/>
                      <a:pt x="114" y="180"/>
                      <a:pt x="113" y="180"/>
                    </a:cubicBezTo>
                    <a:cubicBezTo>
                      <a:pt x="111" y="180"/>
                      <a:pt x="109" y="180"/>
                      <a:pt x="108" y="179"/>
                    </a:cubicBezTo>
                    <a:cubicBezTo>
                      <a:pt x="108" y="178"/>
                      <a:pt x="108" y="178"/>
                      <a:pt x="107" y="178"/>
                    </a:cubicBezTo>
                    <a:cubicBezTo>
                      <a:pt x="107" y="177"/>
                      <a:pt x="107" y="177"/>
                      <a:pt x="107" y="177"/>
                    </a:cubicBezTo>
                    <a:cubicBezTo>
                      <a:pt x="107" y="177"/>
                      <a:pt x="107" y="177"/>
                      <a:pt x="107" y="177"/>
                    </a:cubicBezTo>
                    <a:cubicBezTo>
                      <a:pt x="107" y="177"/>
                      <a:pt x="107" y="177"/>
                      <a:pt x="107" y="177"/>
                    </a:cubicBezTo>
                    <a:cubicBezTo>
                      <a:pt x="107" y="177"/>
                      <a:pt x="107" y="177"/>
                      <a:pt x="107" y="177"/>
                    </a:cubicBezTo>
                    <a:cubicBezTo>
                      <a:pt x="107" y="177"/>
                      <a:pt x="107" y="177"/>
                      <a:pt x="107" y="177"/>
                    </a:cubicBezTo>
                    <a:cubicBezTo>
                      <a:pt x="107" y="177"/>
                      <a:pt x="107" y="177"/>
                      <a:pt x="107" y="177"/>
                    </a:cubicBezTo>
                    <a:cubicBezTo>
                      <a:pt x="107" y="177"/>
                      <a:pt x="107" y="177"/>
                      <a:pt x="107" y="177"/>
                    </a:cubicBezTo>
                    <a:cubicBezTo>
                      <a:pt x="107" y="177"/>
                      <a:pt x="107" y="177"/>
                      <a:pt x="107" y="177"/>
                    </a:cubicBezTo>
                    <a:cubicBezTo>
                      <a:pt x="106" y="176"/>
                      <a:pt x="106" y="176"/>
                      <a:pt x="106" y="176"/>
                    </a:cubicBezTo>
                    <a:cubicBezTo>
                      <a:pt x="106" y="176"/>
                      <a:pt x="106" y="176"/>
                      <a:pt x="106" y="176"/>
                    </a:cubicBezTo>
                    <a:cubicBezTo>
                      <a:pt x="105" y="176"/>
                      <a:pt x="102" y="173"/>
                      <a:pt x="98" y="170"/>
                    </a:cubicBezTo>
                    <a:cubicBezTo>
                      <a:pt x="95" y="166"/>
                      <a:pt x="91" y="161"/>
                      <a:pt x="90" y="155"/>
                    </a:cubicBezTo>
                    <a:cubicBezTo>
                      <a:pt x="89" y="152"/>
                      <a:pt x="89" y="148"/>
                      <a:pt x="89" y="145"/>
                    </a:cubicBezTo>
                    <a:cubicBezTo>
                      <a:pt x="89" y="140"/>
                      <a:pt x="90" y="136"/>
                      <a:pt x="90" y="132"/>
                    </a:cubicBezTo>
                    <a:cubicBezTo>
                      <a:pt x="90" y="128"/>
                      <a:pt x="89" y="125"/>
                      <a:pt x="88" y="121"/>
                    </a:cubicBezTo>
                    <a:cubicBezTo>
                      <a:pt x="86" y="117"/>
                      <a:pt x="85" y="112"/>
                      <a:pt x="84" y="108"/>
                    </a:cubicBezTo>
                    <a:cubicBezTo>
                      <a:pt x="84" y="105"/>
                      <a:pt x="84" y="104"/>
                      <a:pt x="84" y="102"/>
                    </a:cubicBezTo>
                    <a:cubicBezTo>
                      <a:pt x="83" y="101"/>
                      <a:pt x="83" y="100"/>
                      <a:pt x="83" y="100"/>
                    </a:cubicBezTo>
                    <a:cubicBezTo>
                      <a:pt x="83" y="97"/>
                      <a:pt x="83" y="97"/>
                      <a:pt x="83" y="97"/>
                    </a:cubicBezTo>
                    <a:cubicBezTo>
                      <a:pt x="80" y="99"/>
                      <a:pt x="80" y="99"/>
                      <a:pt x="80" y="99"/>
                    </a:cubicBezTo>
                    <a:cubicBezTo>
                      <a:pt x="80" y="99"/>
                      <a:pt x="75" y="101"/>
                      <a:pt x="72" y="108"/>
                    </a:cubicBezTo>
                    <a:cubicBezTo>
                      <a:pt x="71" y="111"/>
                      <a:pt x="69" y="114"/>
                      <a:pt x="68" y="116"/>
                    </a:cubicBezTo>
                    <a:cubicBezTo>
                      <a:pt x="66" y="119"/>
                      <a:pt x="65" y="121"/>
                      <a:pt x="64" y="122"/>
                    </a:cubicBezTo>
                    <a:cubicBezTo>
                      <a:pt x="63" y="122"/>
                      <a:pt x="62" y="123"/>
                      <a:pt x="61" y="124"/>
                    </a:cubicBezTo>
                    <a:cubicBezTo>
                      <a:pt x="61" y="125"/>
                      <a:pt x="61" y="126"/>
                      <a:pt x="61" y="127"/>
                    </a:cubicBezTo>
                    <a:cubicBezTo>
                      <a:pt x="61" y="130"/>
                      <a:pt x="61" y="132"/>
                      <a:pt x="62" y="135"/>
                    </a:cubicBezTo>
                    <a:cubicBezTo>
                      <a:pt x="62" y="141"/>
                      <a:pt x="65" y="162"/>
                      <a:pt x="65" y="162"/>
                    </a:cubicBezTo>
                    <a:cubicBezTo>
                      <a:pt x="65" y="163"/>
                      <a:pt x="65" y="163"/>
                      <a:pt x="65" y="163"/>
                    </a:cubicBezTo>
                    <a:cubicBezTo>
                      <a:pt x="67" y="163"/>
                      <a:pt x="67" y="163"/>
                      <a:pt x="67" y="163"/>
                    </a:cubicBezTo>
                    <a:cubicBezTo>
                      <a:pt x="67" y="163"/>
                      <a:pt x="67" y="163"/>
                      <a:pt x="67" y="163"/>
                    </a:cubicBezTo>
                    <a:cubicBezTo>
                      <a:pt x="68" y="163"/>
                      <a:pt x="71" y="164"/>
                      <a:pt x="74" y="165"/>
                    </a:cubicBezTo>
                    <a:cubicBezTo>
                      <a:pt x="75" y="165"/>
                      <a:pt x="77" y="166"/>
                      <a:pt x="78" y="167"/>
                    </a:cubicBezTo>
                    <a:cubicBezTo>
                      <a:pt x="79" y="168"/>
                      <a:pt x="80" y="169"/>
                      <a:pt x="80" y="170"/>
                    </a:cubicBezTo>
                    <a:cubicBezTo>
                      <a:pt x="81" y="179"/>
                      <a:pt x="82" y="184"/>
                      <a:pt x="82" y="184"/>
                    </a:cubicBezTo>
                    <a:cubicBezTo>
                      <a:pt x="83" y="185"/>
                      <a:pt x="83" y="185"/>
                      <a:pt x="83" y="185"/>
                    </a:cubicBezTo>
                    <a:cubicBezTo>
                      <a:pt x="84" y="185"/>
                      <a:pt x="84" y="185"/>
                      <a:pt x="84" y="185"/>
                    </a:cubicBezTo>
                    <a:cubicBezTo>
                      <a:pt x="85" y="185"/>
                      <a:pt x="85" y="185"/>
                      <a:pt x="85" y="185"/>
                    </a:cubicBezTo>
                    <a:cubicBezTo>
                      <a:pt x="86" y="185"/>
                      <a:pt x="89" y="185"/>
                      <a:pt x="92" y="186"/>
                    </a:cubicBezTo>
                    <a:cubicBezTo>
                      <a:pt x="93" y="186"/>
                      <a:pt x="95" y="186"/>
                      <a:pt x="96" y="187"/>
                    </a:cubicBezTo>
                    <a:cubicBezTo>
                      <a:pt x="97" y="187"/>
                      <a:pt x="98" y="188"/>
                      <a:pt x="99" y="189"/>
                    </a:cubicBezTo>
                    <a:cubicBezTo>
                      <a:pt x="100" y="190"/>
                      <a:pt x="100" y="192"/>
                      <a:pt x="100" y="194"/>
                    </a:cubicBezTo>
                    <a:cubicBezTo>
                      <a:pt x="100" y="195"/>
                      <a:pt x="100" y="197"/>
                      <a:pt x="100" y="198"/>
                    </a:cubicBezTo>
                    <a:cubicBezTo>
                      <a:pt x="99" y="198"/>
                      <a:pt x="99" y="199"/>
                      <a:pt x="99" y="199"/>
                    </a:cubicBezTo>
                    <a:cubicBezTo>
                      <a:pt x="99" y="199"/>
                      <a:pt x="99" y="199"/>
                      <a:pt x="99" y="199"/>
                    </a:cubicBezTo>
                    <a:cubicBezTo>
                      <a:pt x="99" y="199"/>
                      <a:pt x="99" y="199"/>
                      <a:pt x="99" y="199"/>
                    </a:cubicBezTo>
                    <a:cubicBezTo>
                      <a:pt x="99" y="201"/>
                      <a:pt x="99" y="201"/>
                      <a:pt x="99" y="201"/>
                    </a:cubicBezTo>
                    <a:cubicBezTo>
                      <a:pt x="100" y="202"/>
                      <a:pt x="100" y="202"/>
                      <a:pt x="100" y="202"/>
                    </a:cubicBezTo>
                    <a:cubicBezTo>
                      <a:pt x="100" y="202"/>
                      <a:pt x="100" y="202"/>
                      <a:pt x="100" y="202"/>
                    </a:cubicBezTo>
                    <a:cubicBezTo>
                      <a:pt x="101" y="202"/>
                      <a:pt x="104" y="204"/>
                      <a:pt x="107" y="207"/>
                    </a:cubicBezTo>
                    <a:cubicBezTo>
                      <a:pt x="110" y="210"/>
                      <a:pt x="112" y="214"/>
                      <a:pt x="112" y="218"/>
                    </a:cubicBezTo>
                    <a:cubicBezTo>
                      <a:pt x="112" y="219"/>
                      <a:pt x="112" y="220"/>
                      <a:pt x="112" y="221"/>
                    </a:cubicBezTo>
                    <a:cubicBezTo>
                      <a:pt x="112" y="221"/>
                      <a:pt x="112" y="221"/>
                      <a:pt x="111" y="222"/>
                    </a:cubicBezTo>
                    <a:cubicBezTo>
                      <a:pt x="110" y="222"/>
                      <a:pt x="109" y="223"/>
                      <a:pt x="108" y="223"/>
                    </a:cubicBezTo>
                    <a:cubicBezTo>
                      <a:pt x="107" y="223"/>
                      <a:pt x="107" y="223"/>
                      <a:pt x="106" y="223"/>
                    </a:cubicBezTo>
                    <a:cubicBezTo>
                      <a:pt x="106" y="223"/>
                      <a:pt x="106" y="223"/>
                      <a:pt x="106" y="223"/>
                    </a:cubicBezTo>
                    <a:cubicBezTo>
                      <a:pt x="106" y="223"/>
                      <a:pt x="106" y="223"/>
                      <a:pt x="106" y="223"/>
                    </a:cubicBezTo>
                    <a:cubicBezTo>
                      <a:pt x="105" y="223"/>
                      <a:pt x="105" y="223"/>
                      <a:pt x="105" y="223"/>
                    </a:cubicBezTo>
                    <a:cubicBezTo>
                      <a:pt x="104" y="224"/>
                      <a:pt x="104" y="224"/>
                      <a:pt x="104" y="224"/>
                    </a:cubicBezTo>
                    <a:cubicBezTo>
                      <a:pt x="105" y="224"/>
                      <a:pt x="105" y="224"/>
                      <a:pt x="105" y="224"/>
                    </a:cubicBezTo>
                    <a:cubicBezTo>
                      <a:pt x="104" y="224"/>
                      <a:pt x="104" y="224"/>
                      <a:pt x="104" y="224"/>
                    </a:cubicBezTo>
                    <a:cubicBezTo>
                      <a:pt x="104" y="224"/>
                      <a:pt x="104" y="224"/>
                      <a:pt x="104" y="224"/>
                    </a:cubicBezTo>
                    <a:cubicBezTo>
                      <a:pt x="105" y="224"/>
                      <a:pt x="105" y="224"/>
                      <a:pt x="105" y="224"/>
                    </a:cubicBezTo>
                    <a:cubicBezTo>
                      <a:pt x="104" y="224"/>
                      <a:pt x="104" y="224"/>
                      <a:pt x="104" y="224"/>
                    </a:cubicBezTo>
                    <a:cubicBezTo>
                      <a:pt x="104" y="224"/>
                      <a:pt x="104" y="224"/>
                      <a:pt x="104" y="224"/>
                    </a:cubicBezTo>
                    <a:cubicBezTo>
                      <a:pt x="103" y="225"/>
                      <a:pt x="101" y="227"/>
                      <a:pt x="98" y="227"/>
                    </a:cubicBezTo>
                    <a:cubicBezTo>
                      <a:pt x="96" y="227"/>
                      <a:pt x="93" y="226"/>
                      <a:pt x="90" y="224"/>
                    </a:cubicBezTo>
                    <a:cubicBezTo>
                      <a:pt x="78" y="217"/>
                      <a:pt x="71" y="211"/>
                      <a:pt x="64" y="207"/>
                    </a:cubicBezTo>
                    <a:cubicBezTo>
                      <a:pt x="63" y="207"/>
                      <a:pt x="60" y="205"/>
                      <a:pt x="58" y="203"/>
                    </a:cubicBezTo>
                    <a:cubicBezTo>
                      <a:pt x="54" y="200"/>
                      <a:pt x="50" y="196"/>
                      <a:pt x="46" y="193"/>
                    </a:cubicBezTo>
                    <a:cubicBezTo>
                      <a:pt x="44" y="191"/>
                      <a:pt x="43" y="189"/>
                      <a:pt x="42" y="188"/>
                    </a:cubicBezTo>
                    <a:cubicBezTo>
                      <a:pt x="40" y="186"/>
                      <a:pt x="40" y="185"/>
                      <a:pt x="39" y="185"/>
                    </a:cubicBezTo>
                    <a:cubicBezTo>
                      <a:pt x="39" y="184"/>
                      <a:pt x="39" y="184"/>
                      <a:pt x="39" y="184"/>
                    </a:cubicBezTo>
                    <a:cubicBezTo>
                      <a:pt x="38" y="184"/>
                      <a:pt x="38" y="184"/>
                      <a:pt x="38" y="184"/>
                    </a:cubicBezTo>
                    <a:cubicBezTo>
                      <a:pt x="38" y="184"/>
                      <a:pt x="35" y="182"/>
                      <a:pt x="32" y="181"/>
                    </a:cubicBezTo>
                    <a:cubicBezTo>
                      <a:pt x="29" y="179"/>
                      <a:pt x="25" y="177"/>
                      <a:pt x="24" y="176"/>
                    </a:cubicBezTo>
                    <a:cubicBezTo>
                      <a:pt x="23" y="175"/>
                      <a:pt x="23" y="175"/>
                      <a:pt x="23" y="174"/>
                    </a:cubicBezTo>
                    <a:cubicBezTo>
                      <a:pt x="22" y="173"/>
                      <a:pt x="22" y="171"/>
                      <a:pt x="21" y="169"/>
                    </a:cubicBezTo>
                    <a:cubicBezTo>
                      <a:pt x="21" y="167"/>
                      <a:pt x="21" y="164"/>
                      <a:pt x="20" y="161"/>
                    </a:cubicBezTo>
                    <a:cubicBezTo>
                      <a:pt x="19" y="157"/>
                      <a:pt x="19" y="151"/>
                      <a:pt x="18" y="145"/>
                    </a:cubicBezTo>
                    <a:cubicBezTo>
                      <a:pt x="17" y="142"/>
                      <a:pt x="17" y="139"/>
                      <a:pt x="16" y="136"/>
                    </a:cubicBezTo>
                    <a:cubicBezTo>
                      <a:pt x="16" y="134"/>
                      <a:pt x="15" y="132"/>
                      <a:pt x="14" y="130"/>
                    </a:cubicBezTo>
                    <a:cubicBezTo>
                      <a:pt x="10" y="125"/>
                      <a:pt x="4" y="115"/>
                      <a:pt x="4" y="104"/>
                    </a:cubicBezTo>
                    <a:cubicBezTo>
                      <a:pt x="4" y="103"/>
                      <a:pt x="4" y="103"/>
                      <a:pt x="4" y="102"/>
                    </a:cubicBezTo>
                    <a:cubicBezTo>
                      <a:pt x="4" y="90"/>
                      <a:pt x="6" y="79"/>
                      <a:pt x="9" y="64"/>
                    </a:cubicBezTo>
                    <a:cubicBezTo>
                      <a:pt x="10" y="57"/>
                      <a:pt x="13" y="48"/>
                      <a:pt x="15" y="38"/>
                    </a:cubicBezTo>
                    <a:cubicBezTo>
                      <a:pt x="17" y="28"/>
                      <a:pt x="19" y="18"/>
                      <a:pt x="19" y="10"/>
                    </a:cubicBezTo>
                    <a:cubicBezTo>
                      <a:pt x="19" y="9"/>
                      <a:pt x="19" y="7"/>
                      <a:pt x="19" y="6"/>
                    </a:cubicBezTo>
                    <a:cubicBezTo>
                      <a:pt x="17" y="6"/>
                      <a:pt x="17" y="6"/>
                      <a:pt x="17" y="6"/>
                    </a:cubicBezTo>
                    <a:cubicBezTo>
                      <a:pt x="18" y="8"/>
                      <a:pt x="18" y="8"/>
                      <a:pt x="18" y="8"/>
                    </a:cubicBezTo>
                    <a:cubicBezTo>
                      <a:pt x="18" y="8"/>
                      <a:pt x="18" y="8"/>
                      <a:pt x="18" y="8"/>
                    </a:cubicBezTo>
                    <a:cubicBezTo>
                      <a:pt x="21" y="7"/>
                      <a:pt x="34" y="4"/>
                      <a:pt x="49" y="4"/>
                    </a:cubicBezTo>
                    <a:cubicBezTo>
                      <a:pt x="60" y="4"/>
                      <a:pt x="72" y="5"/>
                      <a:pt x="84" y="11"/>
                    </a:cubicBezTo>
                    <a:cubicBezTo>
                      <a:pt x="95" y="16"/>
                      <a:pt x="107" y="24"/>
                      <a:pt x="116" y="39"/>
                    </a:cubicBezTo>
                    <a:cubicBezTo>
                      <a:pt x="117" y="38"/>
                      <a:pt x="117" y="38"/>
                      <a:pt x="117" y="38"/>
                    </a:cubicBezTo>
                    <a:cubicBezTo>
                      <a:pt x="115" y="38"/>
                      <a:pt x="115" y="38"/>
                      <a:pt x="115" y="38"/>
                    </a:cubicBezTo>
                    <a:cubicBezTo>
                      <a:pt x="117" y="38"/>
                      <a:pt x="117" y="38"/>
                      <a:pt x="117" y="38"/>
                    </a:cubicBezTo>
                    <a:cubicBezTo>
                      <a:pt x="119" y="37"/>
                      <a:pt x="119" y="37"/>
                      <a:pt x="119" y="37"/>
                    </a:cubicBezTo>
                    <a:cubicBezTo>
                      <a:pt x="110" y="22"/>
                      <a:pt x="98" y="12"/>
                      <a:pt x="85" y="7"/>
                    </a:cubicBezTo>
                    <a:cubicBezTo>
                      <a:pt x="73" y="1"/>
                      <a:pt x="60" y="0"/>
                      <a:pt x="49" y="0"/>
                    </a:cubicBezTo>
                    <a:cubicBezTo>
                      <a:pt x="31" y="0"/>
                      <a:pt x="17" y="5"/>
                      <a:pt x="17" y="5"/>
                    </a:cubicBezTo>
                    <a:cubicBezTo>
                      <a:pt x="15" y="5"/>
                      <a:pt x="15" y="5"/>
                      <a:pt x="15" y="5"/>
                    </a:cubicBezTo>
                    <a:cubicBezTo>
                      <a:pt x="15" y="7"/>
                      <a:pt x="15" y="7"/>
                      <a:pt x="15" y="7"/>
                    </a:cubicBezTo>
                    <a:cubicBezTo>
                      <a:pt x="15" y="8"/>
                      <a:pt x="15" y="9"/>
                      <a:pt x="15" y="10"/>
                    </a:cubicBezTo>
                    <a:cubicBezTo>
                      <a:pt x="15" y="17"/>
                      <a:pt x="13" y="27"/>
                      <a:pt x="11" y="37"/>
                    </a:cubicBezTo>
                    <a:cubicBezTo>
                      <a:pt x="9" y="47"/>
                      <a:pt x="6" y="56"/>
                      <a:pt x="5" y="63"/>
                    </a:cubicBezTo>
                    <a:cubicBezTo>
                      <a:pt x="2" y="79"/>
                      <a:pt x="0" y="90"/>
                      <a:pt x="0" y="102"/>
                    </a:cubicBezTo>
                    <a:cubicBezTo>
                      <a:pt x="0" y="103"/>
                      <a:pt x="0" y="103"/>
                      <a:pt x="0" y="104"/>
                    </a:cubicBezTo>
                    <a:cubicBezTo>
                      <a:pt x="0" y="116"/>
                      <a:pt x="7" y="127"/>
                      <a:pt x="10" y="132"/>
                    </a:cubicBezTo>
                    <a:cubicBezTo>
                      <a:pt x="11" y="133"/>
                      <a:pt x="12" y="135"/>
                      <a:pt x="12" y="137"/>
                    </a:cubicBezTo>
                    <a:cubicBezTo>
                      <a:pt x="13" y="141"/>
                      <a:pt x="14" y="145"/>
                      <a:pt x="15" y="150"/>
                    </a:cubicBezTo>
                    <a:cubicBezTo>
                      <a:pt x="15" y="154"/>
                      <a:pt x="16" y="159"/>
                      <a:pt x="16" y="162"/>
                    </a:cubicBezTo>
                    <a:cubicBezTo>
                      <a:pt x="17" y="165"/>
                      <a:pt x="17" y="169"/>
                      <a:pt x="18" y="172"/>
                    </a:cubicBezTo>
                    <a:cubicBezTo>
                      <a:pt x="18" y="173"/>
                      <a:pt x="18" y="175"/>
                      <a:pt x="19" y="176"/>
                    </a:cubicBezTo>
                    <a:cubicBezTo>
                      <a:pt x="19" y="177"/>
                      <a:pt x="20" y="178"/>
                      <a:pt x="21" y="179"/>
                    </a:cubicBezTo>
                    <a:cubicBezTo>
                      <a:pt x="23" y="180"/>
                      <a:pt x="27" y="182"/>
                      <a:pt x="30" y="184"/>
                    </a:cubicBezTo>
                    <a:cubicBezTo>
                      <a:pt x="34" y="186"/>
                      <a:pt x="37" y="188"/>
                      <a:pt x="37" y="188"/>
                    </a:cubicBezTo>
                    <a:cubicBezTo>
                      <a:pt x="38" y="186"/>
                      <a:pt x="38" y="186"/>
                      <a:pt x="38" y="186"/>
                    </a:cubicBezTo>
                    <a:cubicBezTo>
                      <a:pt x="36" y="187"/>
                      <a:pt x="36" y="187"/>
                      <a:pt x="36" y="187"/>
                    </a:cubicBezTo>
                    <a:cubicBezTo>
                      <a:pt x="36" y="187"/>
                      <a:pt x="37" y="188"/>
                      <a:pt x="37" y="189"/>
                    </a:cubicBezTo>
                    <a:cubicBezTo>
                      <a:pt x="40" y="192"/>
                      <a:pt x="45" y="197"/>
                      <a:pt x="49" y="201"/>
                    </a:cubicBezTo>
                    <a:cubicBezTo>
                      <a:pt x="54" y="205"/>
                      <a:pt x="59" y="209"/>
                      <a:pt x="62" y="211"/>
                    </a:cubicBezTo>
                    <a:cubicBezTo>
                      <a:pt x="68" y="214"/>
                      <a:pt x="75" y="220"/>
                      <a:pt x="88" y="228"/>
                    </a:cubicBezTo>
                    <a:cubicBezTo>
                      <a:pt x="91" y="230"/>
                      <a:pt x="95" y="231"/>
                      <a:pt x="98" y="231"/>
                    </a:cubicBezTo>
                    <a:cubicBezTo>
                      <a:pt x="101" y="231"/>
                      <a:pt x="103" y="230"/>
                      <a:pt x="105" y="228"/>
                    </a:cubicBezTo>
                    <a:cubicBezTo>
                      <a:pt x="107" y="227"/>
                      <a:pt x="107" y="226"/>
                      <a:pt x="107" y="226"/>
                    </a:cubicBezTo>
                    <a:cubicBezTo>
                      <a:pt x="106" y="225"/>
                      <a:pt x="106" y="225"/>
                      <a:pt x="106" y="225"/>
                    </a:cubicBezTo>
                    <a:cubicBezTo>
                      <a:pt x="106" y="227"/>
                      <a:pt x="106" y="227"/>
                      <a:pt x="106" y="227"/>
                    </a:cubicBezTo>
                    <a:cubicBezTo>
                      <a:pt x="106" y="227"/>
                      <a:pt x="108" y="227"/>
                      <a:pt x="110" y="226"/>
                    </a:cubicBezTo>
                    <a:cubicBezTo>
                      <a:pt x="111" y="226"/>
                      <a:pt x="112" y="226"/>
                      <a:pt x="113" y="225"/>
                    </a:cubicBezTo>
                    <a:cubicBezTo>
                      <a:pt x="114" y="225"/>
                      <a:pt x="115" y="224"/>
                      <a:pt x="116" y="222"/>
                    </a:cubicBezTo>
                    <a:cubicBezTo>
                      <a:pt x="116" y="221"/>
                      <a:pt x="116" y="219"/>
                      <a:pt x="116" y="218"/>
                    </a:cubicBezTo>
                    <a:cubicBezTo>
                      <a:pt x="116" y="215"/>
                      <a:pt x="115" y="212"/>
                      <a:pt x="114" y="210"/>
                    </a:cubicBezTo>
                    <a:cubicBezTo>
                      <a:pt x="110" y="203"/>
                      <a:pt x="102" y="198"/>
                      <a:pt x="102" y="198"/>
                    </a:cubicBezTo>
                    <a:cubicBezTo>
                      <a:pt x="101" y="200"/>
                      <a:pt x="101" y="200"/>
                      <a:pt x="101" y="200"/>
                    </a:cubicBezTo>
                    <a:cubicBezTo>
                      <a:pt x="103" y="200"/>
                      <a:pt x="103" y="200"/>
                      <a:pt x="103" y="200"/>
                    </a:cubicBezTo>
                    <a:cubicBezTo>
                      <a:pt x="103" y="200"/>
                      <a:pt x="104" y="197"/>
                      <a:pt x="104" y="194"/>
                    </a:cubicBezTo>
                    <a:cubicBezTo>
                      <a:pt x="104" y="191"/>
                      <a:pt x="104" y="188"/>
                      <a:pt x="102" y="186"/>
                    </a:cubicBezTo>
                    <a:cubicBezTo>
                      <a:pt x="100" y="185"/>
                      <a:pt x="99" y="184"/>
                      <a:pt x="97" y="183"/>
                    </a:cubicBezTo>
                    <a:cubicBezTo>
                      <a:pt x="91" y="181"/>
                      <a:pt x="85" y="181"/>
                      <a:pt x="84" y="181"/>
                    </a:cubicBezTo>
                    <a:cubicBezTo>
                      <a:pt x="84" y="183"/>
                      <a:pt x="84" y="183"/>
                      <a:pt x="84" y="183"/>
                    </a:cubicBezTo>
                    <a:cubicBezTo>
                      <a:pt x="86" y="183"/>
                      <a:pt x="86" y="183"/>
                      <a:pt x="86" y="183"/>
                    </a:cubicBezTo>
                    <a:cubicBezTo>
                      <a:pt x="86" y="183"/>
                      <a:pt x="86" y="182"/>
                      <a:pt x="86" y="179"/>
                    </a:cubicBezTo>
                    <a:cubicBezTo>
                      <a:pt x="85" y="177"/>
                      <a:pt x="85" y="174"/>
                      <a:pt x="84" y="170"/>
                    </a:cubicBezTo>
                    <a:cubicBezTo>
                      <a:pt x="83" y="167"/>
                      <a:pt x="82" y="165"/>
                      <a:pt x="80" y="164"/>
                    </a:cubicBezTo>
                    <a:cubicBezTo>
                      <a:pt x="78" y="162"/>
                      <a:pt x="74" y="160"/>
                      <a:pt x="72" y="160"/>
                    </a:cubicBezTo>
                    <a:cubicBezTo>
                      <a:pt x="69" y="159"/>
                      <a:pt x="67" y="159"/>
                      <a:pt x="67" y="159"/>
                    </a:cubicBezTo>
                    <a:cubicBezTo>
                      <a:pt x="67" y="161"/>
                      <a:pt x="67" y="161"/>
                      <a:pt x="67" y="161"/>
                    </a:cubicBezTo>
                    <a:cubicBezTo>
                      <a:pt x="69" y="161"/>
                      <a:pt x="69" y="161"/>
                      <a:pt x="69" y="161"/>
                    </a:cubicBezTo>
                    <a:cubicBezTo>
                      <a:pt x="69" y="161"/>
                      <a:pt x="68" y="156"/>
                      <a:pt x="68" y="150"/>
                    </a:cubicBezTo>
                    <a:cubicBezTo>
                      <a:pt x="67" y="144"/>
                      <a:pt x="66" y="137"/>
                      <a:pt x="66" y="134"/>
                    </a:cubicBezTo>
                    <a:cubicBezTo>
                      <a:pt x="65" y="131"/>
                      <a:pt x="65" y="129"/>
                      <a:pt x="65" y="127"/>
                    </a:cubicBezTo>
                    <a:cubicBezTo>
                      <a:pt x="65" y="126"/>
                      <a:pt x="65" y="126"/>
                      <a:pt x="65" y="126"/>
                    </a:cubicBezTo>
                    <a:cubicBezTo>
                      <a:pt x="65" y="125"/>
                      <a:pt x="65" y="125"/>
                      <a:pt x="66" y="125"/>
                    </a:cubicBezTo>
                    <a:cubicBezTo>
                      <a:pt x="68" y="123"/>
                      <a:pt x="70" y="121"/>
                      <a:pt x="71" y="118"/>
                    </a:cubicBezTo>
                    <a:cubicBezTo>
                      <a:pt x="73" y="116"/>
                      <a:pt x="74" y="112"/>
                      <a:pt x="76" y="109"/>
                    </a:cubicBezTo>
                    <a:cubicBezTo>
                      <a:pt x="77" y="107"/>
                      <a:pt x="79" y="105"/>
                      <a:pt x="80" y="104"/>
                    </a:cubicBezTo>
                    <a:cubicBezTo>
                      <a:pt x="81" y="103"/>
                      <a:pt x="81" y="103"/>
                      <a:pt x="82" y="102"/>
                    </a:cubicBezTo>
                    <a:cubicBezTo>
                      <a:pt x="82" y="102"/>
                      <a:pt x="82" y="102"/>
                      <a:pt x="82" y="102"/>
                    </a:cubicBezTo>
                    <a:cubicBezTo>
                      <a:pt x="82" y="102"/>
                      <a:pt x="82" y="102"/>
                      <a:pt x="82" y="102"/>
                    </a:cubicBezTo>
                    <a:cubicBezTo>
                      <a:pt x="82" y="102"/>
                      <a:pt x="82" y="102"/>
                      <a:pt x="82" y="102"/>
                    </a:cubicBezTo>
                    <a:cubicBezTo>
                      <a:pt x="82" y="101"/>
                      <a:pt x="82" y="101"/>
                      <a:pt x="82" y="101"/>
                    </a:cubicBezTo>
                    <a:cubicBezTo>
                      <a:pt x="82" y="102"/>
                      <a:pt x="82" y="102"/>
                      <a:pt x="82" y="102"/>
                    </a:cubicBezTo>
                    <a:cubicBezTo>
                      <a:pt x="82" y="102"/>
                      <a:pt x="82" y="102"/>
                      <a:pt x="82" y="102"/>
                    </a:cubicBezTo>
                    <a:cubicBezTo>
                      <a:pt x="82" y="101"/>
                      <a:pt x="82" y="101"/>
                      <a:pt x="82" y="101"/>
                    </a:cubicBezTo>
                    <a:cubicBezTo>
                      <a:pt x="82" y="102"/>
                      <a:pt x="82" y="102"/>
                      <a:pt x="82" y="102"/>
                    </a:cubicBezTo>
                    <a:cubicBezTo>
                      <a:pt x="81" y="100"/>
                      <a:pt x="81" y="100"/>
                      <a:pt x="81" y="100"/>
                    </a:cubicBezTo>
                    <a:cubicBezTo>
                      <a:pt x="79" y="100"/>
                      <a:pt x="79" y="100"/>
                      <a:pt x="79" y="100"/>
                    </a:cubicBezTo>
                    <a:cubicBezTo>
                      <a:pt x="79" y="101"/>
                      <a:pt x="80" y="114"/>
                      <a:pt x="84" y="123"/>
                    </a:cubicBezTo>
                    <a:cubicBezTo>
                      <a:pt x="85" y="126"/>
                      <a:pt x="86" y="129"/>
                      <a:pt x="86" y="132"/>
                    </a:cubicBezTo>
                    <a:cubicBezTo>
                      <a:pt x="86" y="136"/>
                      <a:pt x="85" y="140"/>
                      <a:pt x="85" y="145"/>
                    </a:cubicBezTo>
                    <a:cubicBezTo>
                      <a:pt x="85" y="148"/>
                      <a:pt x="85" y="152"/>
                      <a:pt x="86" y="156"/>
                    </a:cubicBezTo>
                    <a:cubicBezTo>
                      <a:pt x="88" y="163"/>
                      <a:pt x="92" y="169"/>
                      <a:pt x="96" y="173"/>
                    </a:cubicBezTo>
                    <a:cubicBezTo>
                      <a:pt x="100" y="177"/>
                      <a:pt x="104" y="180"/>
                      <a:pt x="104" y="180"/>
                    </a:cubicBezTo>
                    <a:cubicBezTo>
                      <a:pt x="105" y="178"/>
                      <a:pt x="105" y="178"/>
                      <a:pt x="105" y="178"/>
                    </a:cubicBezTo>
                    <a:cubicBezTo>
                      <a:pt x="103" y="179"/>
                      <a:pt x="103" y="179"/>
                      <a:pt x="103" y="179"/>
                    </a:cubicBezTo>
                    <a:cubicBezTo>
                      <a:pt x="104" y="179"/>
                      <a:pt x="104" y="180"/>
                      <a:pt x="106" y="182"/>
                    </a:cubicBezTo>
                    <a:cubicBezTo>
                      <a:pt x="107" y="183"/>
                      <a:pt x="110" y="184"/>
                      <a:pt x="113" y="184"/>
                    </a:cubicBezTo>
                    <a:cubicBezTo>
                      <a:pt x="115" y="184"/>
                      <a:pt x="116" y="184"/>
                      <a:pt x="117" y="184"/>
                    </a:cubicBezTo>
                    <a:cubicBezTo>
                      <a:pt x="120" y="184"/>
                      <a:pt x="122" y="182"/>
                      <a:pt x="123" y="181"/>
                    </a:cubicBezTo>
                    <a:cubicBezTo>
                      <a:pt x="126" y="178"/>
                      <a:pt x="127" y="175"/>
                      <a:pt x="128" y="172"/>
                    </a:cubicBezTo>
                    <a:cubicBezTo>
                      <a:pt x="129" y="168"/>
                      <a:pt x="129" y="164"/>
                      <a:pt x="129" y="161"/>
                    </a:cubicBezTo>
                    <a:cubicBezTo>
                      <a:pt x="129" y="155"/>
                      <a:pt x="128" y="149"/>
                      <a:pt x="128" y="146"/>
                    </a:cubicBezTo>
                    <a:cubicBezTo>
                      <a:pt x="126" y="137"/>
                      <a:pt x="123" y="109"/>
                      <a:pt x="123" y="96"/>
                    </a:cubicBezTo>
                    <a:cubicBezTo>
                      <a:pt x="122" y="81"/>
                      <a:pt x="122" y="73"/>
                      <a:pt x="121" y="63"/>
                    </a:cubicBezTo>
                    <a:cubicBezTo>
                      <a:pt x="121" y="57"/>
                      <a:pt x="120" y="51"/>
                      <a:pt x="120" y="46"/>
                    </a:cubicBezTo>
                    <a:cubicBezTo>
                      <a:pt x="120" y="41"/>
                      <a:pt x="119" y="38"/>
                      <a:pt x="119" y="38"/>
                    </a:cubicBezTo>
                    <a:cubicBezTo>
                      <a:pt x="119" y="37"/>
                      <a:pt x="119" y="37"/>
                      <a:pt x="119" y="37"/>
                    </a:cubicBezTo>
                    <a:cubicBezTo>
                      <a:pt x="119" y="37"/>
                      <a:pt x="119" y="37"/>
                      <a:pt x="119" y="37"/>
                    </a:cubicBezTo>
                    <a:lnTo>
                      <a:pt x="117" y="38"/>
                    </a:lnTo>
                    <a:close/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6511" name="Freeform 39">
                <a:extLst>
                  <a:ext uri="{FF2B5EF4-FFF2-40B4-BE49-F238E27FC236}">
                    <a16:creationId xmlns:a16="http://schemas.microsoft.com/office/drawing/2014/main" id="{14E1F2B8-224A-4BEA-9B3F-F11C75ACEA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6" y="2388"/>
                <a:ext cx="25" cy="101"/>
              </a:xfrm>
              <a:custGeom>
                <a:avLst/>
                <a:gdLst>
                  <a:gd name="T0" fmla="*/ 31 w 22"/>
                  <a:gd name="T1" fmla="*/ 131 h 88"/>
                  <a:gd name="T2" fmla="*/ 20 w 22"/>
                  <a:gd name="T3" fmla="*/ 64 h 88"/>
                  <a:gd name="T4" fmla="*/ 11 w 22"/>
                  <a:gd name="T5" fmla="*/ 38 h 88"/>
                  <a:gd name="T6" fmla="*/ 7 w 22"/>
                  <a:gd name="T7" fmla="*/ 11 h 88"/>
                  <a:gd name="T8" fmla="*/ 7 w 22"/>
                  <a:gd name="T9" fmla="*/ 2 h 88"/>
                  <a:gd name="T10" fmla="*/ 3 w 22"/>
                  <a:gd name="T11" fmla="*/ 0 h 88"/>
                  <a:gd name="T12" fmla="*/ 1 w 22"/>
                  <a:gd name="T13" fmla="*/ 1 h 88"/>
                  <a:gd name="T14" fmla="*/ 0 w 22"/>
                  <a:gd name="T15" fmla="*/ 11 h 88"/>
                  <a:gd name="T16" fmla="*/ 8 w 22"/>
                  <a:gd name="T17" fmla="*/ 39 h 88"/>
                  <a:gd name="T18" fmla="*/ 15 w 22"/>
                  <a:gd name="T19" fmla="*/ 68 h 88"/>
                  <a:gd name="T20" fmla="*/ 26 w 22"/>
                  <a:gd name="T21" fmla="*/ 132 h 88"/>
                  <a:gd name="T22" fmla="*/ 30 w 22"/>
                  <a:gd name="T23" fmla="*/ 133 h 88"/>
                  <a:gd name="T24" fmla="*/ 31 w 22"/>
                  <a:gd name="T25" fmla="*/ 131 h 8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2" h="88">
                    <a:moveTo>
                      <a:pt x="21" y="86"/>
                    </a:moveTo>
                    <a:cubicBezTo>
                      <a:pt x="18" y="72"/>
                      <a:pt x="17" y="57"/>
                      <a:pt x="14" y="43"/>
                    </a:cubicBezTo>
                    <a:cubicBezTo>
                      <a:pt x="12" y="37"/>
                      <a:pt x="11" y="30"/>
                      <a:pt x="8" y="25"/>
                    </a:cubicBezTo>
                    <a:cubicBezTo>
                      <a:pt x="6" y="19"/>
                      <a:pt x="4" y="14"/>
                      <a:pt x="4" y="8"/>
                    </a:cubicBezTo>
                    <a:cubicBezTo>
                      <a:pt x="4" y="6"/>
                      <a:pt x="4" y="4"/>
                      <a:pt x="4" y="2"/>
                    </a:cubicBezTo>
                    <a:cubicBezTo>
                      <a:pt x="5" y="1"/>
                      <a:pt x="4" y="0"/>
                      <a:pt x="3" y="0"/>
                    </a:cubicBezTo>
                    <a:cubicBezTo>
                      <a:pt x="2" y="0"/>
                      <a:pt x="1" y="0"/>
                      <a:pt x="1" y="1"/>
                    </a:cubicBezTo>
                    <a:cubicBezTo>
                      <a:pt x="0" y="4"/>
                      <a:pt x="0" y="6"/>
                      <a:pt x="0" y="8"/>
                    </a:cubicBezTo>
                    <a:cubicBezTo>
                      <a:pt x="0" y="15"/>
                      <a:pt x="2" y="21"/>
                      <a:pt x="5" y="26"/>
                    </a:cubicBezTo>
                    <a:cubicBezTo>
                      <a:pt x="7" y="32"/>
                      <a:pt x="9" y="38"/>
                      <a:pt x="10" y="44"/>
                    </a:cubicBezTo>
                    <a:cubicBezTo>
                      <a:pt x="13" y="58"/>
                      <a:pt x="14" y="72"/>
                      <a:pt x="18" y="87"/>
                    </a:cubicBezTo>
                    <a:cubicBezTo>
                      <a:pt x="18" y="88"/>
                      <a:pt x="19" y="88"/>
                      <a:pt x="20" y="88"/>
                    </a:cubicBezTo>
                    <a:cubicBezTo>
                      <a:pt x="21" y="88"/>
                      <a:pt x="22" y="87"/>
                      <a:pt x="21" y="86"/>
                    </a:cubicBezTo>
                    <a:close/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6512" name="Freeform 40">
                <a:extLst>
                  <a:ext uri="{FF2B5EF4-FFF2-40B4-BE49-F238E27FC236}">
                    <a16:creationId xmlns:a16="http://schemas.microsoft.com/office/drawing/2014/main" id="{8B783C0E-0194-46C7-8120-94A3B3CB3E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8" y="2371"/>
                <a:ext cx="11" cy="22"/>
              </a:xfrm>
              <a:custGeom>
                <a:avLst/>
                <a:gdLst>
                  <a:gd name="T0" fmla="*/ 13 w 10"/>
                  <a:gd name="T1" fmla="*/ 27 h 19"/>
                  <a:gd name="T2" fmla="*/ 13 w 10"/>
                  <a:gd name="T3" fmla="*/ 25 h 19"/>
                  <a:gd name="T4" fmla="*/ 10 w 10"/>
                  <a:gd name="T5" fmla="*/ 12 h 19"/>
                  <a:gd name="T6" fmla="*/ 4 w 10"/>
                  <a:gd name="T7" fmla="*/ 2 h 19"/>
                  <a:gd name="T8" fmla="*/ 2 w 10"/>
                  <a:gd name="T9" fmla="*/ 1 h 19"/>
                  <a:gd name="T10" fmla="*/ 0 w 10"/>
                  <a:gd name="T11" fmla="*/ 3 h 19"/>
                  <a:gd name="T12" fmla="*/ 3 w 10"/>
                  <a:gd name="T13" fmla="*/ 16 h 19"/>
                  <a:gd name="T14" fmla="*/ 9 w 10"/>
                  <a:gd name="T15" fmla="*/ 25 h 19"/>
                  <a:gd name="T16" fmla="*/ 9 w 10"/>
                  <a:gd name="T17" fmla="*/ 27 h 19"/>
                  <a:gd name="T18" fmla="*/ 10 w 10"/>
                  <a:gd name="T19" fmla="*/ 29 h 19"/>
                  <a:gd name="T20" fmla="*/ 13 w 10"/>
                  <a:gd name="T21" fmla="*/ 27 h 1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0" h="19">
                    <a:moveTo>
                      <a:pt x="10" y="17"/>
                    </a:moveTo>
                    <a:cubicBezTo>
                      <a:pt x="10" y="17"/>
                      <a:pt x="10" y="17"/>
                      <a:pt x="10" y="16"/>
                    </a:cubicBezTo>
                    <a:cubicBezTo>
                      <a:pt x="10" y="13"/>
                      <a:pt x="8" y="10"/>
                      <a:pt x="7" y="8"/>
                    </a:cubicBezTo>
                    <a:cubicBezTo>
                      <a:pt x="6" y="6"/>
                      <a:pt x="4" y="4"/>
                      <a:pt x="4" y="2"/>
                    </a:cubicBezTo>
                    <a:cubicBezTo>
                      <a:pt x="4" y="1"/>
                      <a:pt x="3" y="0"/>
                      <a:pt x="2" y="1"/>
                    </a:cubicBezTo>
                    <a:cubicBezTo>
                      <a:pt x="1" y="1"/>
                      <a:pt x="0" y="2"/>
                      <a:pt x="0" y="3"/>
                    </a:cubicBezTo>
                    <a:cubicBezTo>
                      <a:pt x="1" y="6"/>
                      <a:pt x="2" y="8"/>
                      <a:pt x="3" y="10"/>
                    </a:cubicBezTo>
                    <a:cubicBezTo>
                      <a:pt x="5" y="12"/>
                      <a:pt x="6" y="14"/>
                      <a:pt x="6" y="16"/>
                    </a:cubicBezTo>
                    <a:cubicBezTo>
                      <a:pt x="6" y="17"/>
                      <a:pt x="6" y="17"/>
                      <a:pt x="6" y="17"/>
                    </a:cubicBezTo>
                    <a:cubicBezTo>
                      <a:pt x="5" y="18"/>
                      <a:pt x="6" y="19"/>
                      <a:pt x="7" y="19"/>
                    </a:cubicBezTo>
                    <a:cubicBezTo>
                      <a:pt x="8" y="19"/>
                      <a:pt x="9" y="18"/>
                      <a:pt x="10" y="17"/>
                    </a:cubicBezTo>
                    <a:close/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6513" name="Freeform 41">
                <a:extLst>
                  <a:ext uri="{FF2B5EF4-FFF2-40B4-BE49-F238E27FC236}">
                    <a16:creationId xmlns:a16="http://schemas.microsoft.com/office/drawing/2014/main" id="{B6961857-9072-4823-9BD7-C2442DB6FD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3" y="2442"/>
                <a:ext cx="28" cy="36"/>
              </a:xfrm>
              <a:custGeom>
                <a:avLst/>
                <a:gdLst>
                  <a:gd name="T0" fmla="*/ 2 w 24"/>
                  <a:gd name="T1" fmla="*/ 44 h 32"/>
                  <a:gd name="T2" fmla="*/ 2 w 24"/>
                  <a:gd name="T3" fmla="*/ 18 h 32"/>
                  <a:gd name="T4" fmla="*/ 1 w 24"/>
                  <a:gd name="T5" fmla="*/ 18 h 32"/>
                  <a:gd name="T6" fmla="*/ 2 w 24"/>
                  <a:gd name="T7" fmla="*/ 19 h 32"/>
                  <a:gd name="T8" fmla="*/ 2 w 24"/>
                  <a:gd name="T9" fmla="*/ 18 h 32"/>
                  <a:gd name="T10" fmla="*/ 9 w 24"/>
                  <a:gd name="T11" fmla="*/ 10 h 32"/>
                  <a:gd name="T12" fmla="*/ 19 w 24"/>
                  <a:gd name="T13" fmla="*/ 2 h 32"/>
                  <a:gd name="T14" fmla="*/ 21 w 24"/>
                  <a:gd name="T15" fmla="*/ 2 h 32"/>
                  <a:gd name="T16" fmla="*/ 30 w 24"/>
                  <a:gd name="T17" fmla="*/ 9 h 32"/>
                  <a:gd name="T18" fmla="*/ 34 w 24"/>
                  <a:gd name="T19" fmla="*/ 11 h 32"/>
                  <a:gd name="T20" fmla="*/ 35 w 24"/>
                  <a:gd name="T21" fmla="*/ 12 h 32"/>
                  <a:gd name="T22" fmla="*/ 35 w 24"/>
                  <a:gd name="T23" fmla="*/ 12 h 32"/>
                  <a:gd name="T24" fmla="*/ 37 w 24"/>
                  <a:gd name="T25" fmla="*/ 14 h 32"/>
                  <a:gd name="T26" fmla="*/ 37 w 24"/>
                  <a:gd name="T27" fmla="*/ 12 h 32"/>
                  <a:gd name="T28" fmla="*/ 34 w 24"/>
                  <a:gd name="T29" fmla="*/ 8 h 32"/>
                  <a:gd name="T30" fmla="*/ 21 w 24"/>
                  <a:gd name="T31" fmla="*/ 0 h 32"/>
                  <a:gd name="T32" fmla="*/ 19 w 24"/>
                  <a:gd name="T33" fmla="*/ 0 h 32"/>
                  <a:gd name="T34" fmla="*/ 6 w 24"/>
                  <a:gd name="T35" fmla="*/ 9 h 32"/>
                  <a:gd name="T36" fmla="*/ 0 w 24"/>
                  <a:gd name="T37" fmla="*/ 18 h 32"/>
                  <a:gd name="T38" fmla="*/ 0 w 24"/>
                  <a:gd name="T39" fmla="*/ 18 h 32"/>
                  <a:gd name="T40" fmla="*/ 0 w 24"/>
                  <a:gd name="T41" fmla="*/ 44 h 32"/>
                  <a:gd name="T42" fmla="*/ 1 w 24"/>
                  <a:gd name="T43" fmla="*/ 46 h 32"/>
                  <a:gd name="T44" fmla="*/ 2 w 24"/>
                  <a:gd name="T45" fmla="*/ 44 h 3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24" h="32">
                    <a:moveTo>
                      <a:pt x="2" y="31"/>
                    </a:moveTo>
                    <a:cubicBezTo>
                      <a:pt x="2" y="12"/>
                      <a:pt x="2" y="12"/>
                      <a:pt x="2" y="12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2" y="13"/>
                      <a:pt x="2" y="13"/>
                      <a:pt x="2" y="13"/>
                    </a:cubicBezTo>
                    <a:cubicBezTo>
                      <a:pt x="2" y="12"/>
                      <a:pt x="2" y="12"/>
                      <a:pt x="2" y="12"/>
                    </a:cubicBezTo>
                    <a:cubicBezTo>
                      <a:pt x="3" y="11"/>
                      <a:pt x="4" y="9"/>
                      <a:pt x="6" y="7"/>
                    </a:cubicBezTo>
                    <a:cubicBezTo>
                      <a:pt x="8" y="4"/>
                      <a:pt x="10" y="2"/>
                      <a:pt x="12" y="2"/>
                    </a:cubicBezTo>
                    <a:cubicBezTo>
                      <a:pt x="13" y="2"/>
                      <a:pt x="13" y="2"/>
                      <a:pt x="13" y="2"/>
                    </a:cubicBezTo>
                    <a:cubicBezTo>
                      <a:pt x="16" y="2"/>
                      <a:pt x="18" y="4"/>
                      <a:pt x="19" y="6"/>
                    </a:cubicBezTo>
                    <a:cubicBezTo>
                      <a:pt x="20" y="7"/>
                      <a:pt x="21" y="8"/>
                      <a:pt x="21" y="8"/>
                    </a:cubicBezTo>
                    <a:cubicBezTo>
                      <a:pt x="22" y="9"/>
                      <a:pt x="22" y="9"/>
                      <a:pt x="22" y="9"/>
                    </a:cubicBezTo>
                    <a:cubicBezTo>
                      <a:pt x="22" y="9"/>
                      <a:pt x="22" y="9"/>
                      <a:pt x="22" y="9"/>
                    </a:cubicBezTo>
                    <a:cubicBezTo>
                      <a:pt x="22" y="10"/>
                      <a:pt x="22" y="10"/>
                      <a:pt x="23" y="10"/>
                    </a:cubicBezTo>
                    <a:cubicBezTo>
                      <a:pt x="23" y="10"/>
                      <a:pt x="24" y="9"/>
                      <a:pt x="23" y="9"/>
                    </a:cubicBezTo>
                    <a:cubicBezTo>
                      <a:pt x="23" y="9"/>
                      <a:pt x="23" y="7"/>
                      <a:pt x="21" y="5"/>
                    </a:cubicBezTo>
                    <a:cubicBezTo>
                      <a:pt x="19" y="2"/>
                      <a:pt x="16" y="0"/>
                      <a:pt x="13" y="0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8" y="1"/>
                      <a:pt x="5" y="4"/>
                      <a:pt x="3" y="6"/>
                    </a:cubicBezTo>
                    <a:cubicBezTo>
                      <a:pt x="1" y="9"/>
                      <a:pt x="0" y="12"/>
                      <a:pt x="0" y="1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31"/>
                      <a:pt x="0" y="31"/>
                      <a:pt x="0" y="31"/>
                    </a:cubicBezTo>
                    <a:cubicBezTo>
                      <a:pt x="0" y="31"/>
                      <a:pt x="1" y="32"/>
                      <a:pt x="1" y="32"/>
                    </a:cubicBezTo>
                    <a:cubicBezTo>
                      <a:pt x="2" y="32"/>
                      <a:pt x="2" y="31"/>
                      <a:pt x="2" y="31"/>
                    </a:cubicBezTo>
                    <a:close/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6514" name="Freeform 42">
                <a:extLst>
                  <a:ext uri="{FF2B5EF4-FFF2-40B4-BE49-F238E27FC236}">
                    <a16:creationId xmlns:a16="http://schemas.microsoft.com/office/drawing/2014/main" id="{02C3C9C9-556A-473A-BF16-B416372728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9" y="2453"/>
                <a:ext cx="59" cy="80"/>
              </a:xfrm>
              <a:custGeom>
                <a:avLst/>
                <a:gdLst>
                  <a:gd name="T0" fmla="*/ 12 w 51"/>
                  <a:gd name="T1" fmla="*/ 3 h 70"/>
                  <a:gd name="T2" fmla="*/ 12 w 51"/>
                  <a:gd name="T3" fmla="*/ 3 h 70"/>
                  <a:gd name="T4" fmla="*/ 14 w 51"/>
                  <a:gd name="T5" fmla="*/ 15 h 70"/>
                  <a:gd name="T6" fmla="*/ 12 w 51"/>
                  <a:gd name="T7" fmla="*/ 22 h 70"/>
                  <a:gd name="T8" fmla="*/ 9 w 51"/>
                  <a:gd name="T9" fmla="*/ 29 h 70"/>
                  <a:gd name="T10" fmla="*/ 0 w 51"/>
                  <a:gd name="T11" fmla="*/ 34 h 70"/>
                  <a:gd name="T12" fmla="*/ 10 w 51"/>
                  <a:gd name="T13" fmla="*/ 33 h 70"/>
                  <a:gd name="T14" fmla="*/ 10 w 51"/>
                  <a:gd name="T15" fmla="*/ 33 h 70"/>
                  <a:gd name="T16" fmla="*/ 10 w 51"/>
                  <a:gd name="T17" fmla="*/ 33 h 70"/>
                  <a:gd name="T18" fmla="*/ 10 w 51"/>
                  <a:gd name="T19" fmla="*/ 33 h 70"/>
                  <a:gd name="T20" fmla="*/ 10 w 51"/>
                  <a:gd name="T21" fmla="*/ 33 h 70"/>
                  <a:gd name="T22" fmla="*/ 10 w 51"/>
                  <a:gd name="T23" fmla="*/ 33 h 70"/>
                  <a:gd name="T24" fmla="*/ 10 w 51"/>
                  <a:gd name="T25" fmla="*/ 33 h 70"/>
                  <a:gd name="T26" fmla="*/ 36 w 51"/>
                  <a:gd name="T27" fmla="*/ 49 h 70"/>
                  <a:gd name="T28" fmla="*/ 42 w 51"/>
                  <a:gd name="T29" fmla="*/ 58 h 70"/>
                  <a:gd name="T30" fmla="*/ 43 w 51"/>
                  <a:gd name="T31" fmla="*/ 62 h 70"/>
                  <a:gd name="T32" fmla="*/ 45 w 51"/>
                  <a:gd name="T33" fmla="*/ 63 h 70"/>
                  <a:gd name="T34" fmla="*/ 45 w 51"/>
                  <a:gd name="T35" fmla="*/ 64 h 70"/>
                  <a:gd name="T36" fmla="*/ 49 w 51"/>
                  <a:gd name="T37" fmla="*/ 65 h 70"/>
                  <a:gd name="T38" fmla="*/ 51 w 51"/>
                  <a:gd name="T39" fmla="*/ 66 h 70"/>
                  <a:gd name="T40" fmla="*/ 66 w 51"/>
                  <a:gd name="T41" fmla="*/ 80 h 70"/>
                  <a:gd name="T42" fmla="*/ 72 w 51"/>
                  <a:gd name="T43" fmla="*/ 97 h 70"/>
                  <a:gd name="T44" fmla="*/ 72 w 51"/>
                  <a:gd name="T45" fmla="*/ 101 h 70"/>
                  <a:gd name="T46" fmla="*/ 75 w 51"/>
                  <a:gd name="T47" fmla="*/ 104 h 70"/>
                  <a:gd name="T48" fmla="*/ 79 w 51"/>
                  <a:gd name="T49" fmla="*/ 102 h 70"/>
                  <a:gd name="T50" fmla="*/ 79 w 51"/>
                  <a:gd name="T51" fmla="*/ 97 h 70"/>
                  <a:gd name="T52" fmla="*/ 69 w 51"/>
                  <a:gd name="T53" fmla="*/ 74 h 70"/>
                  <a:gd name="T54" fmla="*/ 52 w 51"/>
                  <a:gd name="T55" fmla="*/ 63 h 70"/>
                  <a:gd name="T56" fmla="*/ 50 w 51"/>
                  <a:gd name="T57" fmla="*/ 62 h 70"/>
                  <a:gd name="T58" fmla="*/ 50 w 51"/>
                  <a:gd name="T59" fmla="*/ 62 h 70"/>
                  <a:gd name="T60" fmla="*/ 50 w 51"/>
                  <a:gd name="T61" fmla="*/ 62 h 70"/>
                  <a:gd name="T62" fmla="*/ 50 w 51"/>
                  <a:gd name="T63" fmla="*/ 62 h 70"/>
                  <a:gd name="T64" fmla="*/ 50 w 51"/>
                  <a:gd name="T65" fmla="*/ 62 h 70"/>
                  <a:gd name="T66" fmla="*/ 50 w 51"/>
                  <a:gd name="T67" fmla="*/ 62 h 70"/>
                  <a:gd name="T68" fmla="*/ 50 w 51"/>
                  <a:gd name="T69" fmla="*/ 62 h 70"/>
                  <a:gd name="T70" fmla="*/ 50 w 51"/>
                  <a:gd name="T71" fmla="*/ 62 h 70"/>
                  <a:gd name="T72" fmla="*/ 50 w 51"/>
                  <a:gd name="T73" fmla="*/ 62 h 70"/>
                  <a:gd name="T74" fmla="*/ 50 w 51"/>
                  <a:gd name="T75" fmla="*/ 62 h 70"/>
                  <a:gd name="T76" fmla="*/ 50 w 51"/>
                  <a:gd name="T77" fmla="*/ 62 h 70"/>
                  <a:gd name="T78" fmla="*/ 50 w 51"/>
                  <a:gd name="T79" fmla="*/ 62 h 70"/>
                  <a:gd name="T80" fmla="*/ 49 w 51"/>
                  <a:gd name="T81" fmla="*/ 56 h 70"/>
                  <a:gd name="T82" fmla="*/ 42 w 51"/>
                  <a:gd name="T83" fmla="*/ 45 h 70"/>
                  <a:gd name="T84" fmla="*/ 10 w 51"/>
                  <a:gd name="T85" fmla="*/ 27 h 70"/>
                  <a:gd name="T86" fmla="*/ 10 w 51"/>
                  <a:gd name="T87" fmla="*/ 27 h 70"/>
                  <a:gd name="T88" fmla="*/ 10 w 51"/>
                  <a:gd name="T89" fmla="*/ 30 h 70"/>
                  <a:gd name="T90" fmla="*/ 12 w 51"/>
                  <a:gd name="T91" fmla="*/ 33 h 70"/>
                  <a:gd name="T92" fmla="*/ 19 w 51"/>
                  <a:gd name="T93" fmla="*/ 24 h 70"/>
                  <a:gd name="T94" fmla="*/ 20 w 51"/>
                  <a:gd name="T95" fmla="*/ 15 h 70"/>
                  <a:gd name="T96" fmla="*/ 19 w 51"/>
                  <a:gd name="T97" fmla="*/ 2 h 70"/>
                  <a:gd name="T98" fmla="*/ 16 w 51"/>
                  <a:gd name="T99" fmla="*/ 0 h 70"/>
                  <a:gd name="T100" fmla="*/ 12 w 51"/>
                  <a:gd name="T101" fmla="*/ 3 h 70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0" t="0" r="r" b="b"/>
                <a:pathLst>
                  <a:path w="51" h="70">
                    <a:moveTo>
                      <a:pt x="8" y="3"/>
                    </a:moveTo>
                    <a:cubicBezTo>
                      <a:pt x="8" y="3"/>
                      <a:pt x="8" y="3"/>
                      <a:pt x="8" y="3"/>
                    </a:cubicBezTo>
                    <a:cubicBezTo>
                      <a:pt x="8" y="3"/>
                      <a:pt x="9" y="6"/>
                      <a:pt x="9" y="10"/>
                    </a:cubicBezTo>
                    <a:cubicBezTo>
                      <a:pt x="9" y="12"/>
                      <a:pt x="9" y="13"/>
                      <a:pt x="8" y="15"/>
                    </a:cubicBezTo>
                    <a:cubicBezTo>
                      <a:pt x="8" y="17"/>
                      <a:pt x="7" y="18"/>
                      <a:pt x="6" y="19"/>
                    </a:cubicBezTo>
                    <a:cubicBezTo>
                      <a:pt x="0" y="23"/>
                      <a:pt x="0" y="23"/>
                      <a:pt x="0" y="23"/>
                    </a:cubicBezTo>
                    <a:cubicBezTo>
                      <a:pt x="7" y="22"/>
                      <a:pt x="7" y="22"/>
                      <a:pt x="7" y="22"/>
                    </a:cubicBezTo>
                    <a:cubicBezTo>
                      <a:pt x="7" y="22"/>
                      <a:pt x="7" y="22"/>
                      <a:pt x="7" y="22"/>
                    </a:cubicBezTo>
                    <a:cubicBezTo>
                      <a:pt x="7" y="22"/>
                      <a:pt x="7" y="22"/>
                      <a:pt x="7" y="22"/>
                    </a:cubicBezTo>
                    <a:cubicBezTo>
                      <a:pt x="7" y="22"/>
                      <a:pt x="7" y="22"/>
                      <a:pt x="7" y="22"/>
                    </a:cubicBezTo>
                    <a:cubicBezTo>
                      <a:pt x="7" y="22"/>
                      <a:pt x="7" y="22"/>
                      <a:pt x="7" y="22"/>
                    </a:cubicBezTo>
                    <a:cubicBezTo>
                      <a:pt x="7" y="22"/>
                      <a:pt x="7" y="22"/>
                      <a:pt x="7" y="22"/>
                    </a:cubicBezTo>
                    <a:cubicBezTo>
                      <a:pt x="7" y="22"/>
                      <a:pt x="7" y="22"/>
                      <a:pt x="7" y="22"/>
                    </a:cubicBezTo>
                    <a:cubicBezTo>
                      <a:pt x="9" y="22"/>
                      <a:pt x="16" y="23"/>
                      <a:pt x="23" y="33"/>
                    </a:cubicBezTo>
                    <a:cubicBezTo>
                      <a:pt x="26" y="36"/>
                      <a:pt x="27" y="38"/>
                      <a:pt x="27" y="39"/>
                    </a:cubicBezTo>
                    <a:cubicBezTo>
                      <a:pt x="28" y="40"/>
                      <a:pt x="28" y="41"/>
                      <a:pt x="28" y="41"/>
                    </a:cubicBezTo>
                    <a:cubicBezTo>
                      <a:pt x="28" y="42"/>
                      <a:pt x="29" y="42"/>
                      <a:pt x="29" y="42"/>
                    </a:cubicBezTo>
                    <a:cubicBezTo>
                      <a:pt x="29" y="43"/>
                      <a:pt x="29" y="43"/>
                      <a:pt x="29" y="43"/>
                    </a:cubicBezTo>
                    <a:cubicBezTo>
                      <a:pt x="30" y="44"/>
                      <a:pt x="30" y="44"/>
                      <a:pt x="31" y="44"/>
                    </a:cubicBezTo>
                    <a:cubicBezTo>
                      <a:pt x="31" y="45"/>
                      <a:pt x="32" y="45"/>
                      <a:pt x="33" y="45"/>
                    </a:cubicBezTo>
                    <a:cubicBezTo>
                      <a:pt x="35" y="46"/>
                      <a:pt x="39" y="49"/>
                      <a:pt x="42" y="53"/>
                    </a:cubicBezTo>
                    <a:cubicBezTo>
                      <a:pt x="45" y="57"/>
                      <a:pt x="47" y="61"/>
                      <a:pt x="47" y="65"/>
                    </a:cubicBezTo>
                    <a:cubicBezTo>
                      <a:pt x="47" y="66"/>
                      <a:pt x="47" y="67"/>
                      <a:pt x="47" y="67"/>
                    </a:cubicBezTo>
                    <a:cubicBezTo>
                      <a:pt x="47" y="68"/>
                      <a:pt x="47" y="69"/>
                      <a:pt x="48" y="70"/>
                    </a:cubicBezTo>
                    <a:cubicBezTo>
                      <a:pt x="49" y="70"/>
                      <a:pt x="50" y="69"/>
                      <a:pt x="51" y="68"/>
                    </a:cubicBezTo>
                    <a:cubicBezTo>
                      <a:pt x="51" y="67"/>
                      <a:pt x="51" y="66"/>
                      <a:pt x="51" y="65"/>
                    </a:cubicBezTo>
                    <a:cubicBezTo>
                      <a:pt x="51" y="60"/>
                      <a:pt x="48" y="54"/>
                      <a:pt x="45" y="50"/>
                    </a:cubicBezTo>
                    <a:cubicBezTo>
                      <a:pt x="41" y="46"/>
                      <a:pt x="37" y="43"/>
                      <a:pt x="34" y="42"/>
                    </a:cubicBezTo>
                    <a:cubicBezTo>
                      <a:pt x="33" y="41"/>
                      <a:pt x="32" y="41"/>
                      <a:pt x="32" y="41"/>
                    </a:cubicBezTo>
                    <a:cubicBezTo>
                      <a:pt x="32" y="41"/>
                      <a:pt x="32" y="41"/>
                      <a:pt x="32" y="41"/>
                    </a:cubicBezTo>
                    <a:cubicBezTo>
                      <a:pt x="32" y="41"/>
                      <a:pt x="32" y="41"/>
                      <a:pt x="32" y="41"/>
                    </a:cubicBezTo>
                    <a:cubicBezTo>
                      <a:pt x="32" y="41"/>
                      <a:pt x="32" y="41"/>
                      <a:pt x="32" y="41"/>
                    </a:cubicBezTo>
                    <a:cubicBezTo>
                      <a:pt x="32" y="41"/>
                      <a:pt x="32" y="41"/>
                      <a:pt x="32" y="41"/>
                    </a:cubicBezTo>
                    <a:cubicBezTo>
                      <a:pt x="32" y="41"/>
                      <a:pt x="32" y="41"/>
                      <a:pt x="32" y="41"/>
                    </a:cubicBezTo>
                    <a:cubicBezTo>
                      <a:pt x="32" y="41"/>
                      <a:pt x="32" y="41"/>
                      <a:pt x="32" y="41"/>
                    </a:cubicBezTo>
                    <a:cubicBezTo>
                      <a:pt x="32" y="41"/>
                      <a:pt x="32" y="41"/>
                      <a:pt x="32" y="41"/>
                    </a:cubicBezTo>
                    <a:cubicBezTo>
                      <a:pt x="32" y="41"/>
                      <a:pt x="32" y="41"/>
                      <a:pt x="32" y="41"/>
                    </a:cubicBezTo>
                    <a:cubicBezTo>
                      <a:pt x="32" y="41"/>
                      <a:pt x="32" y="41"/>
                      <a:pt x="32" y="41"/>
                    </a:cubicBezTo>
                    <a:cubicBezTo>
                      <a:pt x="32" y="41"/>
                      <a:pt x="32" y="41"/>
                      <a:pt x="32" y="41"/>
                    </a:cubicBezTo>
                    <a:cubicBezTo>
                      <a:pt x="32" y="41"/>
                      <a:pt x="32" y="41"/>
                      <a:pt x="32" y="41"/>
                    </a:cubicBezTo>
                    <a:cubicBezTo>
                      <a:pt x="32" y="40"/>
                      <a:pt x="32" y="39"/>
                      <a:pt x="31" y="38"/>
                    </a:cubicBezTo>
                    <a:cubicBezTo>
                      <a:pt x="30" y="36"/>
                      <a:pt x="29" y="34"/>
                      <a:pt x="27" y="30"/>
                    </a:cubicBezTo>
                    <a:cubicBezTo>
                      <a:pt x="19" y="19"/>
                      <a:pt x="10" y="18"/>
                      <a:pt x="7" y="18"/>
                    </a:cubicBezTo>
                    <a:cubicBezTo>
                      <a:pt x="7" y="18"/>
                      <a:pt x="7" y="18"/>
                      <a:pt x="7" y="18"/>
                    </a:cubicBezTo>
                    <a:cubicBezTo>
                      <a:pt x="7" y="20"/>
                      <a:pt x="7" y="20"/>
                      <a:pt x="7" y="20"/>
                    </a:cubicBezTo>
                    <a:cubicBezTo>
                      <a:pt x="8" y="22"/>
                      <a:pt x="8" y="22"/>
                      <a:pt x="8" y="22"/>
                    </a:cubicBezTo>
                    <a:cubicBezTo>
                      <a:pt x="10" y="21"/>
                      <a:pt x="11" y="18"/>
                      <a:pt x="12" y="16"/>
                    </a:cubicBezTo>
                    <a:cubicBezTo>
                      <a:pt x="13" y="14"/>
                      <a:pt x="13" y="12"/>
                      <a:pt x="13" y="10"/>
                    </a:cubicBezTo>
                    <a:cubicBezTo>
                      <a:pt x="13" y="5"/>
                      <a:pt x="12" y="2"/>
                      <a:pt x="12" y="2"/>
                    </a:cubicBezTo>
                    <a:cubicBezTo>
                      <a:pt x="12" y="1"/>
                      <a:pt x="11" y="0"/>
                      <a:pt x="10" y="0"/>
                    </a:cubicBezTo>
                    <a:cubicBezTo>
                      <a:pt x="9" y="1"/>
                      <a:pt x="8" y="2"/>
                      <a:pt x="8" y="3"/>
                    </a:cubicBezTo>
                    <a:close/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6515" name="Freeform 43">
                <a:extLst>
                  <a:ext uri="{FF2B5EF4-FFF2-40B4-BE49-F238E27FC236}">
                    <a16:creationId xmlns:a16="http://schemas.microsoft.com/office/drawing/2014/main" id="{303B013A-6A11-422E-A86D-35F3536524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1" y="2495"/>
                <a:ext cx="23" cy="11"/>
              </a:xfrm>
              <a:custGeom>
                <a:avLst/>
                <a:gdLst>
                  <a:gd name="T0" fmla="*/ 28 w 20"/>
                  <a:gd name="T1" fmla="*/ 9 h 9"/>
                  <a:gd name="T2" fmla="*/ 18 w 20"/>
                  <a:gd name="T3" fmla="*/ 2 h 9"/>
                  <a:gd name="T4" fmla="*/ 2 w 20"/>
                  <a:gd name="T5" fmla="*/ 0 h 9"/>
                  <a:gd name="T6" fmla="*/ 0 w 20"/>
                  <a:gd name="T7" fmla="*/ 2 h 9"/>
                  <a:gd name="T8" fmla="*/ 2 w 20"/>
                  <a:gd name="T9" fmla="*/ 7 h 9"/>
                  <a:gd name="T10" fmla="*/ 17 w 20"/>
                  <a:gd name="T11" fmla="*/ 11 h 9"/>
                  <a:gd name="T12" fmla="*/ 23 w 20"/>
                  <a:gd name="T13" fmla="*/ 15 h 9"/>
                  <a:gd name="T14" fmla="*/ 24 w 20"/>
                  <a:gd name="T15" fmla="*/ 15 h 9"/>
                  <a:gd name="T16" fmla="*/ 29 w 20"/>
                  <a:gd name="T17" fmla="*/ 13 h 9"/>
                  <a:gd name="T18" fmla="*/ 28 w 20"/>
                  <a:gd name="T19" fmla="*/ 9 h 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0" h="9">
                    <a:moveTo>
                      <a:pt x="18" y="5"/>
                    </a:moveTo>
                    <a:cubicBezTo>
                      <a:pt x="18" y="5"/>
                      <a:pt x="16" y="4"/>
                      <a:pt x="12" y="2"/>
                    </a:cubicBezTo>
                    <a:cubicBezTo>
                      <a:pt x="9" y="1"/>
                      <a:pt x="5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3"/>
                      <a:pt x="1" y="4"/>
                      <a:pt x="2" y="4"/>
                    </a:cubicBezTo>
                    <a:cubicBezTo>
                      <a:pt x="4" y="4"/>
                      <a:pt x="8" y="5"/>
                      <a:pt x="11" y="6"/>
                    </a:cubicBezTo>
                    <a:cubicBezTo>
                      <a:pt x="13" y="7"/>
                      <a:pt x="14" y="7"/>
                      <a:pt x="15" y="8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7" y="9"/>
                      <a:pt x="19" y="8"/>
                      <a:pt x="19" y="7"/>
                    </a:cubicBezTo>
                    <a:cubicBezTo>
                      <a:pt x="20" y="6"/>
                      <a:pt x="19" y="5"/>
                      <a:pt x="18" y="5"/>
                    </a:cubicBezTo>
                    <a:close/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6516" name="Freeform 44">
                <a:extLst>
                  <a:ext uri="{FF2B5EF4-FFF2-40B4-BE49-F238E27FC236}">
                    <a16:creationId xmlns:a16="http://schemas.microsoft.com/office/drawing/2014/main" id="{F46F6D5F-4738-4FF6-942B-446EB1B463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2" y="2481"/>
                <a:ext cx="12" cy="5"/>
              </a:xfrm>
              <a:custGeom>
                <a:avLst/>
                <a:gdLst>
                  <a:gd name="T0" fmla="*/ 12 w 10"/>
                  <a:gd name="T1" fmla="*/ 0 h 5"/>
                  <a:gd name="T2" fmla="*/ 1 w 10"/>
                  <a:gd name="T3" fmla="*/ 1 h 5"/>
                  <a:gd name="T4" fmla="*/ 0 w 10"/>
                  <a:gd name="T5" fmla="*/ 3 h 5"/>
                  <a:gd name="T6" fmla="*/ 2 w 10"/>
                  <a:gd name="T7" fmla="*/ 5 h 5"/>
                  <a:gd name="T8" fmla="*/ 14 w 10"/>
                  <a:gd name="T9" fmla="*/ 4 h 5"/>
                  <a:gd name="T10" fmla="*/ 16 w 10"/>
                  <a:gd name="T11" fmla="*/ 2 h 5"/>
                  <a:gd name="T12" fmla="*/ 12 w 10"/>
                  <a:gd name="T13" fmla="*/ 0 h 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5">
                    <a:moveTo>
                      <a:pt x="7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2"/>
                      <a:pt x="0" y="3"/>
                    </a:cubicBezTo>
                    <a:cubicBezTo>
                      <a:pt x="0" y="4"/>
                      <a:pt x="1" y="5"/>
                      <a:pt x="2" y="5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9" y="4"/>
                      <a:pt x="10" y="3"/>
                      <a:pt x="9" y="2"/>
                    </a:cubicBezTo>
                    <a:cubicBezTo>
                      <a:pt x="9" y="1"/>
                      <a:pt x="8" y="0"/>
                      <a:pt x="7" y="0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6517" name="Freeform 45">
                <a:extLst>
                  <a:ext uri="{FF2B5EF4-FFF2-40B4-BE49-F238E27FC236}">
                    <a16:creationId xmlns:a16="http://schemas.microsoft.com/office/drawing/2014/main" id="{5AD9030D-D912-40CE-9752-97D6A4F79F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7" y="1132"/>
                <a:ext cx="136" cy="162"/>
              </a:xfrm>
              <a:custGeom>
                <a:avLst/>
                <a:gdLst>
                  <a:gd name="T0" fmla="*/ 136 w 119"/>
                  <a:gd name="T1" fmla="*/ 0 h 142"/>
                  <a:gd name="T2" fmla="*/ 93 w 119"/>
                  <a:gd name="T3" fmla="*/ 19 h 142"/>
                  <a:gd name="T4" fmla="*/ 56 w 119"/>
                  <a:gd name="T5" fmla="*/ 30 h 142"/>
                  <a:gd name="T6" fmla="*/ 25 w 119"/>
                  <a:gd name="T7" fmla="*/ 35 h 142"/>
                  <a:gd name="T8" fmla="*/ 15 w 119"/>
                  <a:gd name="T9" fmla="*/ 52 h 142"/>
                  <a:gd name="T10" fmla="*/ 63 w 119"/>
                  <a:gd name="T11" fmla="*/ 140 h 142"/>
                  <a:gd name="T12" fmla="*/ 53 w 119"/>
                  <a:gd name="T13" fmla="*/ 211 h 142"/>
                  <a:gd name="T14" fmla="*/ 125 w 119"/>
                  <a:gd name="T15" fmla="*/ 192 h 142"/>
                  <a:gd name="T16" fmla="*/ 155 w 119"/>
                  <a:gd name="T17" fmla="*/ 177 h 142"/>
                  <a:gd name="T18" fmla="*/ 170 w 119"/>
                  <a:gd name="T19" fmla="*/ 156 h 142"/>
                  <a:gd name="T20" fmla="*/ 137 w 119"/>
                  <a:gd name="T21" fmla="*/ 1 h 14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19" h="142">
                    <a:moveTo>
                      <a:pt x="91" y="0"/>
                    </a:moveTo>
                    <a:cubicBezTo>
                      <a:pt x="82" y="1"/>
                      <a:pt x="71" y="10"/>
                      <a:pt x="62" y="13"/>
                    </a:cubicBezTo>
                    <a:cubicBezTo>
                      <a:pt x="54" y="15"/>
                      <a:pt x="46" y="18"/>
                      <a:pt x="38" y="20"/>
                    </a:cubicBezTo>
                    <a:cubicBezTo>
                      <a:pt x="31" y="22"/>
                      <a:pt x="24" y="24"/>
                      <a:pt x="17" y="24"/>
                    </a:cubicBezTo>
                    <a:cubicBezTo>
                      <a:pt x="4" y="24"/>
                      <a:pt x="0" y="24"/>
                      <a:pt x="10" y="35"/>
                    </a:cubicBezTo>
                    <a:cubicBezTo>
                      <a:pt x="24" y="52"/>
                      <a:pt x="36" y="73"/>
                      <a:pt x="42" y="95"/>
                    </a:cubicBezTo>
                    <a:cubicBezTo>
                      <a:pt x="47" y="112"/>
                      <a:pt x="40" y="126"/>
                      <a:pt x="35" y="142"/>
                    </a:cubicBezTo>
                    <a:cubicBezTo>
                      <a:pt x="50" y="134"/>
                      <a:pt x="68" y="134"/>
                      <a:pt x="83" y="129"/>
                    </a:cubicBezTo>
                    <a:cubicBezTo>
                      <a:pt x="90" y="127"/>
                      <a:pt x="97" y="123"/>
                      <a:pt x="104" y="119"/>
                    </a:cubicBezTo>
                    <a:cubicBezTo>
                      <a:pt x="112" y="114"/>
                      <a:pt x="119" y="113"/>
                      <a:pt x="114" y="105"/>
                    </a:cubicBezTo>
                    <a:cubicBezTo>
                      <a:pt x="100" y="80"/>
                      <a:pt x="85" y="37"/>
                      <a:pt x="92" y="1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6518" name="Freeform 46">
                <a:extLst>
                  <a:ext uri="{FF2B5EF4-FFF2-40B4-BE49-F238E27FC236}">
                    <a16:creationId xmlns:a16="http://schemas.microsoft.com/office/drawing/2014/main" id="{13982AE9-6BFF-4204-83F8-44DE14199C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2" y="1091"/>
                <a:ext cx="145" cy="91"/>
              </a:xfrm>
              <a:custGeom>
                <a:avLst/>
                <a:gdLst>
                  <a:gd name="T0" fmla="*/ 186 w 127"/>
                  <a:gd name="T1" fmla="*/ 83 h 80"/>
                  <a:gd name="T2" fmla="*/ 135 w 127"/>
                  <a:gd name="T3" fmla="*/ 78 h 80"/>
                  <a:gd name="T4" fmla="*/ 74 w 127"/>
                  <a:gd name="T5" fmla="*/ 64 h 80"/>
                  <a:gd name="T6" fmla="*/ 38 w 127"/>
                  <a:gd name="T7" fmla="*/ 35 h 80"/>
                  <a:gd name="T8" fmla="*/ 0 w 127"/>
                  <a:gd name="T9" fmla="*/ 0 h 80"/>
                  <a:gd name="T10" fmla="*/ 43 w 127"/>
                  <a:gd name="T11" fmla="*/ 52 h 80"/>
                  <a:gd name="T12" fmla="*/ 90 w 127"/>
                  <a:gd name="T13" fmla="*/ 76 h 80"/>
                  <a:gd name="T14" fmla="*/ 130 w 127"/>
                  <a:gd name="T15" fmla="*/ 96 h 80"/>
                  <a:gd name="T16" fmla="*/ 190 w 127"/>
                  <a:gd name="T17" fmla="*/ 116 h 8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27" h="80">
                    <a:moveTo>
                      <a:pt x="125" y="56"/>
                    </a:moveTo>
                    <a:cubicBezTo>
                      <a:pt x="119" y="62"/>
                      <a:pt x="98" y="56"/>
                      <a:pt x="90" y="54"/>
                    </a:cubicBezTo>
                    <a:cubicBezTo>
                      <a:pt x="77" y="51"/>
                      <a:pt x="63" y="46"/>
                      <a:pt x="50" y="43"/>
                    </a:cubicBezTo>
                    <a:cubicBezTo>
                      <a:pt x="40" y="39"/>
                      <a:pt x="34" y="31"/>
                      <a:pt x="25" y="24"/>
                    </a:cubicBezTo>
                    <a:cubicBezTo>
                      <a:pt x="14" y="17"/>
                      <a:pt x="8" y="10"/>
                      <a:pt x="0" y="0"/>
                    </a:cubicBezTo>
                    <a:cubicBezTo>
                      <a:pt x="10" y="15"/>
                      <a:pt x="13" y="26"/>
                      <a:pt x="29" y="35"/>
                    </a:cubicBezTo>
                    <a:cubicBezTo>
                      <a:pt x="40" y="41"/>
                      <a:pt x="50" y="47"/>
                      <a:pt x="60" y="52"/>
                    </a:cubicBezTo>
                    <a:cubicBezTo>
                      <a:pt x="70" y="57"/>
                      <a:pt x="79" y="61"/>
                      <a:pt x="88" y="65"/>
                    </a:cubicBezTo>
                    <a:cubicBezTo>
                      <a:pt x="101" y="72"/>
                      <a:pt x="112" y="80"/>
                      <a:pt x="127" y="79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6519" name="Freeform 47">
                <a:extLst>
                  <a:ext uri="{FF2B5EF4-FFF2-40B4-BE49-F238E27FC236}">
                    <a16:creationId xmlns:a16="http://schemas.microsoft.com/office/drawing/2014/main" id="{587FCEC8-C50D-42A5-BF55-94776794BA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4" y="1032"/>
                <a:ext cx="58" cy="29"/>
              </a:xfrm>
              <a:custGeom>
                <a:avLst/>
                <a:gdLst>
                  <a:gd name="T0" fmla="*/ 0 w 51"/>
                  <a:gd name="T1" fmla="*/ 1 h 26"/>
                  <a:gd name="T2" fmla="*/ 17 w 51"/>
                  <a:gd name="T3" fmla="*/ 4 h 26"/>
                  <a:gd name="T4" fmla="*/ 41 w 51"/>
                  <a:gd name="T5" fmla="*/ 12 h 26"/>
                  <a:gd name="T6" fmla="*/ 75 w 51"/>
                  <a:gd name="T7" fmla="*/ 12 h 26"/>
                  <a:gd name="T8" fmla="*/ 63 w 51"/>
                  <a:gd name="T9" fmla="*/ 36 h 26"/>
                  <a:gd name="T10" fmla="*/ 2 w 51"/>
                  <a:gd name="T11" fmla="*/ 28 h 26"/>
                  <a:gd name="T12" fmla="*/ 2 w 51"/>
                  <a:gd name="T13" fmla="*/ 4 h 2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1" h="26">
                    <a:moveTo>
                      <a:pt x="0" y="1"/>
                    </a:moveTo>
                    <a:cubicBezTo>
                      <a:pt x="3" y="0"/>
                      <a:pt x="8" y="3"/>
                      <a:pt x="11" y="4"/>
                    </a:cubicBezTo>
                    <a:cubicBezTo>
                      <a:pt x="17" y="6"/>
                      <a:pt x="22" y="8"/>
                      <a:pt x="28" y="9"/>
                    </a:cubicBezTo>
                    <a:cubicBezTo>
                      <a:pt x="35" y="10"/>
                      <a:pt x="45" y="11"/>
                      <a:pt x="51" y="9"/>
                    </a:cubicBezTo>
                    <a:cubicBezTo>
                      <a:pt x="46" y="14"/>
                      <a:pt x="45" y="20"/>
                      <a:pt x="42" y="26"/>
                    </a:cubicBezTo>
                    <a:cubicBezTo>
                      <a:pt x="29" y="20"/>
                      <a:pt x="17" y="14"/>
                      <a:pt x="2" y="20"/>
                    </a:cubicBezTo>
                    <a:cubicBezTo>
                      <a:pt x="4" y="15"/>
                      <a:pt x="4" y="8"/>
                      <a:pt x="2" y="4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6520" name="Freeform 48">
                <a:extLst>
                  <a:ext uri="{FF2B5EF4-FFF2-40B4-BE49-F238E27FC236}">
                    <a16:creationId xmlns:a16="http://schemas.microsoft.com/office/drawing/2014/main" id="{1CA0944A-B8FB-4251-8698-CC6636D512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3" y="775"/>
                <a:ext cx="174" cy="90"/>
              </a:xfrm>
              <a:custGeom>
                <a:avLst/>
                <a:gdLst>
                  <a:gd name="T0" fmla="*/ 0 w 152"/>
                  <a:gd name="T1" fmla="*/ 74 h 79"/>
                  <a:gd name="T2" fmla="*/ 8 w 152"/>
                  <a:gd name="T3" fmla="*/ 73 h 79"/>
                  <a:gd name="T4" fmla="*/ 21 w 152"/>
                  <a:gd name="T5" fmla="*/ 59 h 79"/>
                  <a:gd name="T6" fmla="*/ 38 w 152"/>
                  <a:gd name="T7" fmla="*/ 36 h 79"/>
                  <a:gd name="T8" fmla="*/ 62 w 152"/>
                  <a:gd name="T9" fmla="*/ 9 h 79"/>
                  <a:gd name="T10" fmla="*/ 84 w 152"/>
                  <a:gd name="T11" fmla="*/ 2 h 79"/>
                  <a:gd name="T12" fmla="*/ 111 w 152"/>
                  <a:gd name="T13" fmla="*/ 1 h 79"/>
                  <a:gd name="T14" fmla="*/ 164 w 152"/>
                  <a:gd name="T15" fmla="*/ 27 h 79"/>
                  <a:gd name="T16" fmla="*/ 211 w 152"/>
                  <a:gd name="T17" fmla="*/ 66 h 79"/>
                  <a:gd name="T18" fmla="*/ 228 w 152"/>
                  <a:gd name="T19" fmla="*/ 117 h 79"/>
                  <a:gd name="T20" fmla="*/ 199 w 152"/>
                  <a:gd name="T21" fmla="*/ 72 h 79"/>
                  <a:gd name="T22" fmla="*/ 160 w 152"/>
                  <a:gd name="T23" fmla="*/ 36 h 79"/>
                  <a:gd name="T24" fmla="*/ 90 w 152"/>
                  <a:gd name="T25" fmla="*/ 13 h 79"/>
                  <a:gd name="T26" fmla="*/ 55 w 152"/>
                  <a:gd name="T27" fmla="*/ 41 h 79"/>
                  <a:gd name="T28" fmla="*/ 1 w 152"/>
                  <a:gd name="T29" fmla="*/ 73 h 79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52" h="79">
                    <a:moveTo>
                      <a:pt x="0" y="50"/>
                    </a:moveTo>
                    <a:cubicBezTo>
                      <a:pt x="2" y="48"/>
                      <a:pt x="3" y="50"/>
                      <a:pt x="5" y="49"/>
                    </a:cubicBezTo>
                    <a:cubicBezTo>
                      <a:pt x="9" y="47"/>
                      <a:pt x="11" y="44"/>
                      <a:pt x="14" y="40"/>
                    </a:cubicBezTo>
                    <a:cubicBezTo>
                      <a:pt x="17" y="35"/>
                      <a:pt x="21" y="30"/>
                      <a:pt x="25" y="25"/>
                    </a:cubicBezTo>
                    <a:cubicBezTo>
                      <a:pt x="30" y="18"/>
                      <a:pt x="34" y="11"/>
                      <a:pt x="41" y="6"/>
                    </a:cubicBezTo>
                    <a:cubicBezTo>
                      <a:pt x="47" y="1"/>
                      <a:pt x="48" y="2"/>
                      <a:pt x="56" y="2"/>
                    </a:cubicBezTo>
                    <a:cubicBezTo>
                      <a:pt x="62" y="2"/>
                      <a:pt x="68" y="1"/>
                      <a:pt x="74" y="1"/>
                    </a:cubicBezTo>
                    <a:cubicBezTo>
                      <a:pt x="88" y="0"/>
                      <a:pt x="97" y="13"/>
                      <a:pt x="109" y="18"/>
                    </a:cubicBezTo>
                    <a:cubicBezTo>
                      <a:pt x="122" y="24"/>
                      <a:pt x="134" y="32"/>
                      <a:pt x="141" y="45"/>
                    </a:cubicBezTo>
                    <a:cubicBezTo>
                      <a:pt x="147" y="56"/>
                      <a:pt x="149" y="67"/>
                      <a:pt x="152" y="79"/>
                    </a:cubicBezTo>
                    <a:cubicBezTo>
                      <a:pt x="150" y="68"/>
                      <a:pt x="140" y="57"/>
                      <a:pt x="133" y="48"/>
                    </a:cubicBezTo>
                    <a:cubicBezTo>
                      <a:pt x="125" y="38"/>
                      <a:pt x="117" y="31"/>
                      <a:pt x="107" y="25"/>
                    </a:cubicBezTo>
                    <a:cubicBezTo>
                      <a:pt x="93" y="16"/>
                      <a:pt x="77" y="9"/>
                      <a:pt x="60" y="9"/>
                    </a:cubicBezTo>
                    <a:cubicBezTo>
                      <a:pt x="51" y="9"/>
                      <a:pt x="43" y="21"/>
                      <a:pt x="37" y="28"/>
                    </a:cubicBezTo>
                    <a:cubicBezTo>
                      <a:pt x="28" y="36"/>
                      <a:pt x="14" y="48"/>
                      <a:pt x="1" y="49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6521" name="Freeform 49">
                <a:extLst>
                  <a:ext uri="{FF2B5EF4-FFF2-40B4-BE49-F238E27FC236}">
                    <a16:creationId xmlns:a16="http://schemas.microsoft.com/office/drawing/2014/main" id="{4EB9B536-A333-4265-B1AC-9836457334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7" y="790"/>
                <a:ext cx="73" cy="67"/>
              </a:xfrm>
              <a:custGeom>
                <a:avLst/>
                <a:gdLst>
                  <a:gd name="T0" fmla="*/ 95 w 64"/>
                  <a:gd name="T1" fmla="*/ 0 h 59"/>
                  <a:gd name="T2" fmla="*/ 91 w 64"/>
                  <a:gd name="T3" fmla="*/ 16 h 59"/>
                  <a:gd name="T4" fmla="*/ 82 w 64"/>
                  <a:gd name="T5" fmla="*/ 20 h 59"/>
                  <a:gd name="T6" fmla="*/ 49 w 64"/>
                  <a:gd name="T7" fmla="*/ 30 h 59"/>
                  <a:gd name="T8" fmla="*/ 0 w 64"/>
                  <a:gd name="T9" fmla="*/ 86 h 59"/>
                  <a:gd name="T10" fmla="*/ 43 w 64"/>
                  <a:gd name="T11" fmla="*/ 22 h 59"/>
                  <a:gd name="T12" fmla="*/ 72 w 64"/>
                  <a:gd name="T13" fmla="*/ 11 h 59"/>
                  <a:gd name="T14" fmla="*/ 89 w 64"/>
                  <a:gd name="T15" fmla="*/ 2 h 5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4" h="59">
                    <a:moveTo>
                      <a:pt x="64" y="0"/>
                    </a:moveTo>
                    <a:cubicBezTo>
                      <a:pt x="64" y="3"/>
                      <a:pt x="63" y="9"/>
                      <a:pt x="61" y="11"/>
                    </a:cubicBezTo>
                    <a:cubicBezTo>
                      <a:pt x="59" y="14"/>
                      <a:pt x="59" y="13"/>
                      <a:pt x="55" y="14"/>
                    </a:cubicBezTo>
                    <a:cubicBezTo>
                      <a:pt x="48" y="15"/>
                      <a:pt x="40" y="16"/>
                      <a:pt x="33" y="20"/>
                    </a:cubicBezTo>
                    <a:cubicBezTo>
                      <a:pt x="19" y="27"/>
                      <a:pt x="8" y="46"/>
                      <a:pt x="0" y="59"/>
                    </a:cubicBezTo>
                    <a:cubicBezTo>
                      <a:pt x="8" y="43"/>
                      <a:pt x="12" y="23"/>
                      <a:pt x="29" y="15"/>
                    </a:cubicBezTo>
                    <a:cubicBezTo>
                      <a:pt x="35" y="13"/>
                      <a:pt x="42" y="10"/>
                      <a:pt x="48" y="8"/>
                    </a:cubicBezTo>
                    <a:cubicBezTo>
                      <a:pt x="52" y="6"/>
                      <a:pt x="56" y="2"/>
                      <a:pt x="60" y="2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6522" name="Freeform 50">
                <a:extLst>
                  <a:ext uri="{FF2B5EF4-FFF2-40B4-BE49-F238E27FC236}">
                    <a16:creationId xmlns:a16="http://schemas.microsoft.com/office/drawing/2014/main" id="{5860D9E9-77EA-495E-8FFD-14B13D150B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6" y="962"/>
                <a:ext cx="19" cy="39"/>
              </a:xfrm>
              <a:custGeom>
                <a:avLst/>
                <a:gdLst>
                  <a:gd name="T0" fmla="*/ 0 w 16"/>
                  <a:gd name="T1" fmla="*/ 11 h 34"/>
                  <a:gd name="T2" fmla="*/ 14 w 16"/>
                  <a:gd name="T3" fmla="*/ 0 h 34"/>
                  <a:gd name="T4" fmla="*/ 17 w 16"/>
                  <a:gd name="T5" fmla="*/ 11 h 34"/>
                  <a:gd name="T6" fmla="*/ 27 w 16"/>
                  <a:gd name="T7" fmla="*/ 47 h 34"/>
                  <a:gd name="T8" fmla="*/ 12 w 16"/>
                  <a:gd name="T9" fmla="*/ 52 h 34"/>
                  <a:gd name="T10" fmla="*/ 10 w 16"/>
                  <a:gd name="T11" fmla="*/ 26 h 34"/>
                  <a:gd name="T12" fmla="*/ 0 w 16"/>
                  <a:gd name="T13" fmla="*/ 13 h 3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34">
                    <a:moveTo>
                      <a:pt x="0" y="8"/>
                    </a:moveTo>
                    <a:cubicBezTo>
                      <a:pt x="1" y="6"/>
                      <a:pt x="5" y="0"/>
                      <a:pt x="8" y="0"/>
                    </a:cubicBezTo>
                    <a:cubicBezTo>
                      <a:pt x="11" y="1"/>
                      <a:pt x="10" y="5"/>
                      <a:pt x="10" y="8"/>
                    </a:cubicBezTo>
                    <a:cubicBezTo>
                      <a:pt x="10" y="16"/>
                      <a:pt x="12" y="25"/>
                      <a:pt x="16" y="31"/>
                    </a:cubicBezTo>
                    <a:cubicBezTo>
                      <a:pt x="12" y="31"/>
                      <a:pt x="9" y="32"/>
                      <a:pt x="7" y="34"/>
                    </a:cubicBezTo>
                    <a:cubicBezTo>
                      <a:pt x="6" y="29"/>
                      <a:pt x="8" y="22"/>
                      <a:pt x="6" y="17"/>
                    </a:cubicBezTo>
                    <a:cubicBezTo>
                      <a:pt x="5" y="14"/>
                      <a:pt x="2" y="12"/>
                      <a:pt x="0" y="9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6523" name="Freeform 51">
                <a:extLst>
                  <a:ext uri="{FF2B5EF4-FFF2-40B4-BE49-F238E27FC236}">
                    <a16:creationId xmlns:a16="http://schemas.microsoft.com/office/drawing/2014/main" id="{154299B6-7818-4F89-8183-23AC3683D8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8" y="1016"/>
                <a:ext cx="14" cy="31"/>
              </a:xfrm>
              <a:custGeom>
                <a:avLst/>
                <a:gdLst>
                  <a:gd name="T0" fmla="*/ 8 w 12"/>
                  <a:gd name="T1" fmla="*/ 2 h 28"/>
                  <a:gd name="T2" fmla="*/ 8 w 12"/>
                  <a:gd name="T3" fmla="*/ 0 h 28"/>
                  <a:gd name="T4" fmla="*/ 1 w 12"/>
                  <a:gd name="T5" fmla="*/ 38 h 28"/>
                  <a:gd name="T6" fmla="*/ 2 w 12"/>
                  <a:gd name="T7" fmla="*/ 9 h 2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28">
                    <a:moveTo>
                      <a:pt x="5" y="2"/>
                    </a:moveTo>
                    <a:cubicBezTo>
                      <a:pt x="5" y="1"/>
                      <a:pt x="4" y="1"/>
                      <a:pt x="5" y="0"/>
                    </a:cubicBezTo>
                    <a:cubicBezTo>
                      <a:pt x="12" y="6"/>
                      <a:pt x="4" y="22"/>
                      <a:pt x="1" y="28"/>
                    </a:cubicBezTo>
                    <a:cubicBezTo>
                      <a:pt x="0" y="23"/>
                      <a:pt x="8" y="9"/>
                      <a:pt x="2" y="6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6524" name="Freeform 52">
                <a:extLst>
                  <a:ext uri="{FF2B5EF4-FFF2-40B4-BE49-F238E27FC236}">
                    <a16:creationId xmlns:a16="http://schemas.microsoft.com/office/drawing/2014/main" id="{43DAA6CC-60BC-43A3-A8D4-75779988A8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7" y="887"/>
                <a:ext cx="34" cy="71"/>
              </a:xfrm>
              <a:custGeom>
                <a:avLst/>
                <a:gdLst>
                  <a:gd name="T0" fmla="*/ 40 w 30"/>
                  <a:gd name="T1" fmla="*/ 0 h 63"/>
                  <a:gd name="T2" fmla="*/ 20 w 30"/>
                  <a:gd name="T3" fmla="*/ 18 h 63"/>
                  <a:gd name="T4" fmla="*/ 3 w 30"/>
                  <a:gd name="T5" fmla="*/ 38 h 63"/>
                  <a:gd name="T6" fmla="*/ 7 w 30"/>
                  <a:gd name="T7" fmla="*/ 63 h 63"/>
                  <a:gd name="T8" fmla="*/ 12 w 30"/>
                  <a:gd name="T9" fmla="*/ 77 h 63"/>
                  <a:gd name="T10" fmla="*/ 18 w 30"/>
                  <a:gd name="T11" fmla="*/ 90 h 63"/>
                  <a:gd name="T12" fmla="*/ 25 w 30"/>
                  <a:gd name="T13" fmla="*/ 66 h 63"/>
                  <a:gd name="T14" fmla="*/ 16 w 30"/>
                  <a:gd name="T15" fmla="*/ 46 h 63"/>
                  <a:gd name="T16" fmla="*/ 26 w 30"/>
                  <a:gd name="T17" fmla="*/ 41 h 63"/>
                  <a:gd name="T18" fmla="*/ 29 w 30"/>
                  <a:gd name="T19" fmla="*/ 29 h 63"/>
                  <a:gd name="T20" fmla="*/ 44 w 30"/>
                  <a:gd name="T21" fmla="*/ 7 h 6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0" h="63">
                    <a:moveTo>
                      <a:pt x="27" y="0"/>
                    </a:moveTo>
                    <a:cubicBezTo>
                      <a:pt x="17" y="0"/>
                      <a:pt x="18" y="4"/>
                      <a:pt x="14" y="12"/>
                    </a:cubicBezTo>
                    <a:cubicBezTo>
                      <a:pt x="11" y="17"/>
                      <a:pt x="5" y="21"/>
                      <a:pt x="3" y="27"/>
                    </a:cubicBezTo>
                    <a:cubicBezTo>
                      <a:pt x="0" y="32"/>
                      <a:pt x="2" y="38"/>
                      <a:pt x="4" y="44"/>
                    </a:cubicBezTo>
                    <a:cubicBezTo>
                      <a:pt x="6" y="47"/>
                      <a:pt x="8" y="49"/>
                      <a:pt x="9" y="53"/>
                    </a:cubicBezTo>
                    <a:cubicBezTo>
                      <a:pt x="10" y="56"/>
                      <a:pt x="10" y="61"/>
                      <a:pt x="12" y="63"/>
                    </a:cubicBezTo>
                    <a:cubicBezTo>
                      <a:pt x="12" y="58"/>
                      <a:pt x="17" y="50"/>
                      <a:pt x="17" y="46"/>
                    </a:cubicBezTo>
                    <a:cubicBezTo>
                      <a:pt x="16" y="41"/>
                      <a:pt x="8" y="39"/>
                      <a:pt x="11" y="32"/>
                    </a:cubicBezTo>
                    <a:cubicBezTo>
                      <a:pt x="13" y="30"/>
                      <a:pt x="16" y="30"/>
                      <a:pt x="18" y="28"/>
                    </a:cubicBezTo>
                    <a:cubicBezTo>
                      <a:pt x="19" y="26"/>
                      <a:pt x="19" y="22"/>
                      <a:pt x="20" y="20"/>
                    </a:cubicBezTo>
                    <a:cubicBezTo>
                      <a:pt x="23" y="15"/>
                      <a:pt x="26" y="9"/>
                      <a:pt x="30" y="4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6525" name="Freeform 53">
                <a:extLst>
                  <a:ext uri="{FF2B5EF4-FFF2-40B4-BE49-F238E27FC236}">
                    <a16:creationId xmlns:a16="http://schemas.microsoft.com/office/drawing/2014/main" id="{B55E80EC-B9C2-418E-9A8D-009790550B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0" y="865"/>
                <a:ext cx="37" cy="19"/>
              </a:xfrm>
              <a:custGeom>
                <a:avLst/>
                <a:gdLst>
                  <a:gd name="T0" fmla="*/ 50 w 32"/>
                  <a:gd name="T1" fmla="*/ 3 h 17"/>
                  <a:gd name="T2" fmla="*/ 45 w 32"/>
                  <a:gd name="T3" fmla="*/ 23 h 17"/>
                  <a:gd name="T4" fmla="*/ 0 w 32"/>
                  <a:gd name="T5" fmla="*/ 0 h 17"/>
                  <a:gd name="T6" fmla="*/ 45 w 32"/>
                  <a:gd name="T7" fmla="*/ 2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2" h="17">
                    <a:moveTo>
                      <a:pt x="32" y="3"/>
                    </a:moveTo>
                    <a:cubicBezTo>
                      <a:pt x="30" y="7"/>
                      <a:pt x="29" y="13"/>
                      <a:pt x="29" y="17"/>
                    </a:cubicBezTo>
                    <a:cubicBezTo>
                      <a:pt x="23" y="7"/>
                      <a:pt x="8" y="8"/>
                      <a:pt x="0" y="0"/>
                    </a:cubicBezTo>
                    <a:cubicBezTo>
                      <a:pt x="11" y="0"/>
                      <a:pt x="20" y="1"/>
                      <a:pt x="29" y="2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6526" name="Freeform 54">
                <a:extLst>
                  <a:ext uri="{FF2B5EF4-FFF2-40B4-BE49-F238E27FC236}">
                    <a16:creationId xmlns:a16="http://schemas.microsoft.com/office/drawing/2014/main" id="{6A37A728-E9C0-4A2E-91E1-6B779357C4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9" y="925"/>
                <a:ext cx="30" cy="18"/>
              </a:xfrm>
              <a:custGeom>
                <a:avLst/>
                <a:gdLst>
                  <a:gd name="T0" fmla="*/ 16 w 26"/>
                  <a:gd name="T1" fmla="*/ 0 h 15"/>
                  <a:gd name="T2" fmla="*/ 1 w 26"/>
                  <a:gd name="T3" fmla="*/ 20 h 15"/>
                  <a:gd name="T4" fmla="*/ 40 w 26"/>
                  <a:gd name="T5" fmla="*/ 24 h 15"/>
                  <a:gd name="T6" fmla="*/ 16 w 26"/>
                  <a:gd name="T7" fmla="*/ 2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15">
                    <a:moveTo>
                      <a:pt x="10" y="0"/>
                    </a:moveTo>
                    <a:cubicBezTo>
                      <a:pt x="5" y="2"/>
                      <a:pt x="0" y="6"/>
                      <a:pt x="1" y="12"/>
                    </a:cubicBezTo>
                    <a:cubicBezTo>
                      <a:pt x="9" y="13"/>
                      <a:pt x="17" y="15"/>
                      <a:pt x="26" y="14"/>
                    </a:cubicBezTo>
                    <a:cubicBezTo>
                      <a:pt x="26" y="4"/>
                      <a:pt x="19" y="2"/>
                      <a:pt x="10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6527" name="Freeform 55">
                <a:extLst>
                  <a:ext uri="{FF2B5EF4-FFF2-40B4-BE49-F238E27FC236}">
                    <a16:creationId xmlns:a16="http://schemas.microsoft.com/office/drawing/2014/main" id="{82891A38-A939-45A0-A2AB-B735CA3C92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5" y="996"/>
                <a:ext cx="76" cy="46"/>
              </a:xfrm>
              <a:custGeom>
                <a:avLst/>
                <a:gdLst>
                  <a:gd name="T0" fmla="*/ 98 w 67"/>
                  <a:gd name="T1" fmla="*/ 38 h 40"/>
                  <a:gd name="T2" fmla="*/ 78 w 67"/>
                  <a:gd name="T3" fmla="*/ 7 h 40"/>
                  <a:gd name="T4" fmla="*/ 53 w 67"/>
                  <a:gd name="T5" fmla="*/ 7 h 40"/>
                  <a:gd name="T6" fmla="*/ 40 w 67"/>
                  <a:gd name="T7" fmla="*/ 0 h 40"/>
                  <a:gd name="T8" fmla="*/ 23 w 67"/>
                  <a:gd name="T9" fmla="*/ 3 h 40"/>
                  <a:gd name="T10" fmla="*/ 0 w 67"/>
                  <a:gd name="T11" fmla="*/ 16 h 40"/>
                  <a:gd name="T12" fmla="*/ 10 w 67"/>
                  <a:gd name="T13" fmla="*/ 37 h 40"/>
                  <a:gd name="T14" fmla="*/ 40 w 67"/>
                  <a:gd name="T15" fmla="*/ 49 h 40"/>
                  <a:gd name="T16" fmla="*/ 96 w 67"/>
                  <a:gd name="T17" fmla="*/ 44 h 4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7" h="40">
                    <a:moveTo>
                      <a:pt x="67" y="25"/>
                    </a:moveTo>
                    <a:cubicBezTo>
                      <a:pt x="64" y="19"/>
                      <a:pt x="61" y="7"/>
                      <a:pt x="54" y="4"/>
                    </a:cubicBezTo>
                    <a:cubicBezTo>
                      <a:pt x="48" y="2"/>
                      <a:pt x="42" y="6"/>
                      <a:pt x="36" y="4"/>
                    </a:cubicBezTo>
                    <a:cubicBezTo>
                      <a:pt x="32" y="3"/>
                      <a:pt x="30" y="0"/>
                      <a:pt x="27" y="0"/>
                    </a:cubicBezTo>
                    <a:cubicBezTo>
                      <a:pt x="24" y="0"/>
                      <a:pt x="19" y="2"/>
                      <a:pt x="16" y="3"/>
                    </a:cubicBezTo>
                    <a:cubicBezTo>
                      <a:pt x="10" y="5"/>
                      <a:pt x="6" y="9"/>
                      <a:pt x="0" y="10"/>
                    </a:cubicBezTo>
                    <a:cubicBezTo>
                      <a:pt x="0" y="13"/>
                      <a:pt x="5" y="21"/>
                      <a:pt x="7" y="24"/>
                    </a:cubicBezTo>
                    <a:cubicBezTo>
                      <a:pt x="12" y="30"/>
                      <a:pt x="20" y="31"/>
                      <a:pt x="27" y="32"/>
                    </a:cubicBezTo>
                    <a:cubicBezTo>
                      <a:pt x="31" y="33"/>
                      <a:pt x="67" y="40"/>
                      <a:pt x="66" y="29"/>
                    </a:cubicBezTo>
                  </a:path>
                </a:pathLst>
              </a:custGeom>
              <a:solidFill>
                <a:srgbClr val="FAD3C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6528" name="Freeform 56">
                <a:extLst>
                  <a:ext uri="{FF2B5EF4-FFF2-40B4-BE49-F238E27FC236}">
                    <a16:creationId xmlns:a16="http://schemas.microsoft.com/office/drawing/2014/main" id="{0269E5F2-AC28-4091-A2E5-A2D5CE71F0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4" y="994"/>
                <a:ext cx="91" cy="33"/>
              </a:xfrm>
              <a:custGeom>
                <a:avLst/>
                <a:gdLst>
                  <a:gd name="T0" fmla="*/ 0 w 79"/>
                  <a:gd name="T1" fmla="*/ 17 h 29"/>
                  <a:gd name="T2" fmla="*/ 14 w 79"/>
                  <a:gd name="T3" fmla="*/ 17 h 29"/>
                  <a:gd name="T4" fmla="*/ 32 w 79"/>
                  <a:gd name="T5" fmla="*/ 10 h 29"/>
                  <a:gd name="T6" fmla="*/ 47 w 79"/>
                  <a:gd name="T7" fmla="*/ 2 h 29"/>
                  <a:gd name="T8" fmla="*/ 59 w 79"/>
                  <a:gd name="T9" fmla="*/ 0 h 29"/>
                  <a:gd name="T10" fmla="*/ 75 w 79"/>
                  <a:gd name="T11" fmla="*/ 8 h 29"/>
                  <a:gd name="T12" fmla="*/ 97 w 79"/>
                  <a:gd name="T13" fmla="*/ 8 h 29"/>
                  <a:gd name="T14" fmla="*/ 111 w 79"/>
                  <a:gd name="T15" fmla="*/ 25 h 29"/>
                  <a:gd name="T16" fmla="*/ 116 w 79"/>
                  <a:gd name="T17" fmla="*/ 35 h 29"/>
                  <a:gd name="T18" fmla="*/ 121 w 79"/>
                  <a:gd name="T19" fmla="*/ 43 h 29"/>
                  <a:gd name="T20" fmla="*/ 105 w 79"/>
                  <a:gd name="T21" fmla="*/ 26 h 29"/>
                  <a:gd name="T22" fmla="*/ 94 w 79"/>
                  <a:gd name="T23" fmla="*/ 11 h 29"/>
                  <a:gd name="T24" fmla="*/ 86 w 79"/>
                  <a:gd name="T25" fmla="*/ 11 h 29"/>
                  <a:gd name="T26" fmla="*/ 77 w 79"/>
                  <a:gd name="T27" fmla="*/ 13 h 29"/>
                  <a:gd name="T28" fmla="*/ 61 w 79"/>
                  <a:gd name="T29" fmla="*/ 8 h 29"/>
                  <a:gd name="T30" fmla="*/ 30 w 79"/>
                  <a:gd name="T31" fmla="*/ 15 h 29"/>
                  <a:gd name="T32" fmla="*/ 16 w 79"/>
                  <a:gd name="T33" fmla="*/ 18 h 29"/>
                  <a:gd name="T34" fmla="*/ 2 w 79"/>
                  <a:gd name="T35" fmla="*/ 15 h 29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79" h="29">
                    <a:moveTo>
                      <a:pt x="0" y="11"/>
                    </a:moveTo>
                    <a:cubicBezTo>
                      <a:pt x="0" y="10"/>
                      <a:pt x="7" y="11"/>
                      <a:pt x="9" y="11"/>
                    </a:cubicBezTo>
                    <a:cubicBezTo>
                      <a:pt x="13" y="10"/>
                      <a:pt x="17" y="8"/>
                      <a:pt x="21" y="7"/>
                    </a:cubicBezTo>
                    <a:cubicBezTo>
                      <a:pt x="24" y="6"/>
                      <a:pt x="28" y="4"/>
                      <a:pt x="31" y="2"/>
                    </a:cubicBezTo>
                    <a:cubicBezTo>
                      <a:pt x="34" y="2"/>
                      <a:pt x="36" y="0"/>
                      <a:pt x="38" y="0"/>
                    </a:cubicBezTo>
                    <a:cubicBezTo>
                      <a:pt x="43" y="0"/>
                      <a:pt x="45" y="5"/>
                      <a:pt x="49" y="5"/>
                    </a:cubicBezTo>
                    <a:cubicBezTo>
                      <a:pt x="54" y="6"/>
                      <a:pt x="59" y="2"/>
                      <a:pt x="63" y="5"/>
                    </a:cubicBezTo>
                    <a:cubicBezTo>
                      <a:pt x="67" y="7"/>
                      <a:pt x="70" y="13"/>
                      <a:pt x="72" y="17"/>
                    </a:cubicBezTo>
                    <a:cubicBezTo>
                      <a:pt x="73" y="19"/>
                      <a:pt x="75" y="22"/>
                      <a:pt x="76" y="24"/>
                    </a:cubicBezTo>
                    <a:cubicBezTo>
                      <a:pt x="77" y="26"/>
                      <a:pt x="78" y="28"/>
                      <a:pt x="79" y="29"/>
                    </a:cubicBezTo>
                    <a:cubicBezTo>
                      <a:pt x="76" y="26"/>
                      <a:pt x="72" y="22"/>
                      <a:pt x="69" y="18"/>
                    </a:cubicBezTo>
                    <a:cubicBezTo>
                      <a:pt x="67" y="15"/>
                      <a:pt x="65" y="10"/>
                      <a:pt x="62" y="8"/>
                    </a:cubicBezTo>
                    <a:cubicBezTo>
                      <a:pt x="60" y="7"/>
                      <a:pt x="58" y="8"/>
                      <a:pt x="56" y="8"/>
                    </a:cubicBezTo>
                    <a:cubicBezTo>
                      <a:pt x="54" y="8"/>
                      <a:pt x="52" y="8"/>
                      <a:pt x="50" y="9"/>
                    </a:cubicBezTo>
                    <a:cubicBezTo>
                      <a:pt x="46" y="9"/>
                      <a:pt x="44" y="6"/>
                      <a:pt x="40" y="5"/>
                    </a:cubicBezTo>
                    <a:cubicBezTo>
                      <a:pt x="35" y="2"/>
                      <a:pt x="26" y="9"/>
                      <a:pt x="20" y="10"/>
                    </a:cubicBezTo>
                    <a:cubicBezTo>
                      <a:pt x="17" y="11"/>
                      <a:pt x="13" y="11"/>
                      <a:pt x="10" y="12"/>
                    </a:cubicBezTo>
                    <a:cubicBezTo>
                      <a:pt x="6" y="13"/>
                      <a:pt x="4" y="13"/>
                      <a:pt x="2" y="10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6529" name="Freeform 57">
                <a:extLst>
                  <a:ext uri="{FF2B5EF4-FFF2-40B4-BE49-F238E27FC236}">
                    <a16:creationId xmlns:a16="http://schemas.microsoft.com/office/drawing/2014/main" id="{86BD6195-9189-419F-9032-B22BCE8AD2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4" y="1005"/>
                <a:ext cx="96" cy="24"/>
              </a:xfrm>
              <a:custGeom>
                <a:avLst/>
                <a:gdLst>
                  <a:gd name="T0" fmla="*/ 0 w 84"/>
                  <a:gd name="T1" fmla="*/ 1 h 21"/>
                  <a:gd name="T2" fmla="*/ 9 w 84"/>
                  <a:gd name="T3" fmla="*/ 2 h 21"/>
                  <a:gd name="T4" fmla="*/ 22 w 84"/>
                  <a:gd name="T5" fmla="*/ 3 h 21"/>
                  <a:gd name="T6" fmla="*/ 49 w 84"/>
                  <a:gd name="T7" fmla="*/ 8 h 21"/>
                  <a:gd name="T8" fmla="*/ 101 w 84"/>
                  <a:gd name="T9" fmla="*/ 21 h 21"/>
                  <a:gd name="T10" fmla="*/ 118 w 84"/>
                  <a:gd name="T11" fmla="*/ 27 h 21"/>
                  <a:gd name="T12" fmla="*/ 126 w 84"/>
                  <a:gd name="T13" fmla="*/ 31 h 21"/>
                  <a:gd name="T14" fmla="*/ 117 w 84"/>
                  <a:gd name="T15" fmla="*/ 30 h 21"/>
                  <a:gd name="T16" fmla="*/ 107 w 84"/>
                  <a:gd name="T17" fmla="*/ 25 h 21"/>
                  <a:gd name="T18" fmla="*/ 82 w 84"/>
                  <a:gd name="T19" fmla="*/ 17 h 21"/>
                  <a:gd name="T20" fmla="*/ 33 w 84"/>
                  <a:gd name="T21" fmla="*/ 9 h 21"/>
                  <a:gd name="T22" fmla="*/ 15 w 84"/>
                  <a:gd name="T23" fmla="*/ 7 h 21"/>
                  <a:gd name="T24" fmla="*/ 8 w 84"/>
                  <a:gd name="T25" fmla="*/ 2 h 21"/>
                  <a:gd name="T26" fmla="*/ 2 w 84"/>
                  <a:gd name="T27" fmla="*/ 0 h 2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84" h="21">
                    <a:moveTo>
                      <a:pt x="0" y="1"/>
                    </a:moveTo>
                    <a:cubicBezTo>
                      <a:pt x="2" y="0"/>
                      <a:pt x="4" y="1"/>
                      <a:pt x="6" y="2"/>
                    </a:cubicBezTo>
                    <a:cubicBezTo>
                      <a:pt x="9" y="2"/>
                      <a:pt x="12" y="2"/>
                      <a:pt x="15" y="3"/>
                    </a:cubicBezTo>
                    <a:cubicBezTo>
                      <a:pt x="21" y="4"/>
                      <a:pt x="27" y="4"/>
                      <a:pt x="33" y="5"/>
                    </a:cubicBezTo>
                    <a:cubicBezTo>
                      <a:pt x="45" y="7"/>
                      <a:pt x="56" y="10"/>
                      <a:pt x="67" y="14"/>
                    </a:cubicBezTo>
                    <a:cubicBezTo>
                      <a:pt x="71" y="15"/>
                      <a:pt x="75" y="16"/>
                      <a:pt x="79" y="18"/>
                    </a:cubicBezTo>
                    <a:cubicBezTo>
                      <a:pt x="80" y="19"/>
                      <a:pt x="83" y="20"/>
                      <a:pt x="84" y="21"/>
                    </a:cubicBezTo>
                    <a:cubicBezTo>
                      <a:pt x="81" y="21"/>
                      <a:pt x="80" y="21"/>
                      <a:pt x="78" y="20"/>
                    </a:cubicBezTo>
                    <a:cubicBezTo>
                      <a:pt x="76" y="19"/>
                      <a:pt x="74" y="18"/>
                      <a:pt x="72" y="17"/>
                    </a:cubicBezTo>
                    <a:cubicBezTo>
                      <a:pt x="67" y="15"/>
                      <a:pt x="61" y="13"/>
                      <a:pt x="55" y="11"/>
                    </a:cubicBezTo>
                    <a:cubicBezTo>
                      <a:pt x="45" y="8"/>
                      <a:pt x="33" y="7"/>
                      <a:pt x="22" y="6"/>
                    </a:cubicBezTo>
                    <a:cubicBezTo>
                      <a:pt x="18" y="5"/>
                      <a:pt x="14" y="4"/>
                      <a:pt x="10" y="4"/>
                    </a:cubicBezTo>
                    <a:cubicBezTo>
                      <a:pt x="8" y="3"/>
                      <a:pt x="6" y="3"/>
                      <a:pt x="5" y="2"/>
                    </a:cubicBezTo>
                    <a:cubicBezTo>
                      <a:pt x="4" y="2"/>
                      <a:pt x="2" y="0"/>
                      <a:pt x="2" y="0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6530" name="Freeform 58">
                <a:extLst>
                  <a:ext uri="{FF2B5EF4-FFF2-40B4-BE49-F238E27FC236}">
                    <a16:creationId xmlns:a16="http://schemas.microsoft.com/office/drawing/2014/main" id="{ECD3DFF8-99CE-45A6-98E3-800490F354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6" y="1017"/>
                <a:ext cx="77" cy="21"/>
              </a:xfrm>
              <a:custGeom>
                <a:avLst/>
                <a:gdLst>
                  <a:gd name="T0" fmla="*/ 0 w 68"/>
                  <a:gd name="T1" fmla="*/ 0 h 19"/>
                  <a:gd name="T2" fmla="*/ 14 w 68"/>
                  <a:gd name="T3" fmla="*/ 11 h 19"/>
                  <a:gd name="T4" fmla="*/ 26 w 68"/>
                  <a:gd name="T5" fmla="*/ 14 h 19"/>
                  <a:gd name="T6" fmla="*/ 55 w 68"/>
                  <a:gd name="T7" fmla="*/ 19 h 19"/>
                  <a:gd name="T8" fmla="*/ 78 w 68"/>
                  <a:gd name="T9" fmla="*/ 21 h 19"/>
                  <a:gd name="T10" fmla="*/ 96 w 68"/>
                  <a:gd name="T11" fmla="*/ 14 h 19"/>
                  <a:gd name="T12" fmla="*/ 99 w 68"/>
                  <a:gd name="T13" fmla="*/ 13 h 19"/>
                  <a:gd name="T14" fmla="*/ 84 w 68"/>
                  <a:gd name="T15" fmla="*/ 25 h 19"/>
                  <a:gd name="T16" fmla="*/ 52 w 68"/>
                  <a:gd name="T17" fmla="*/ 23 h 19"/>
                  <a:gd name="T18" fmla="*/ 20 w 68"/>
                  <a:gd name="T19" fmla="*/ 17 h 19"/>
                  <a:gd name="T20" fmla="*/ 7 w 68"/>
                  <a:gd name="T21" fmla="*/ 11 h 19"/>
                  <a:gd name="T22" fmla="*/ 1 w 68"/>
                  <a:gd name="T23" fmla="*/ 2 h 19"/>
                  <a:gd name="T24" fmla="*/ 0 w 68"/>
                  <a:gd name="T25" fmla="*/ 1 h 19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68" h="19">
                    <a:moveTo>
                      <a:pt x="0" y="0"/>
                    </a:moveTo>
                    <a:cubicBezTo>
                      <a:pt x="4" y="2"/>
                      <a:pt x="7" y="5"/>
                      <a:pt x="10" y="8"/>
                    </a:cubicBezTo>
                    <a:cubicBezTo>
                      <a:pt x="13" y="9"/>
                      <a:pt x="15" y="10"/>
                      <a:pt x="18" y="11"/>
                    </a:cubicBezTo>
                    <a:cubicBezTo>
                      <a:pt x="24" y="12"/>
                      <a:pt x="31" y="14"/>
                      <a:pt x="38" y="14"/>
                    </a:cubicBezTo>
                    <a:cubicBezTo>
                      <a:pt x="43" y="15"/>
                      <a:pt x="48" y="15"/>
                      <a:pt x="54" y="15"/>
                    </a:cubicBezTo>
                    <a:cubicBezTo>
                      <a:pt x="59" y="15"/>
                      <a:pt x="62" y="14"/>
                      <a:pt x="66" y="11"/>
                    </a:cubicBezTo>
                    <a:cubicBezTo>
                      <a:pt x="66" y="11"/>
                      <a:pt x="67" y="10"/>
                      <a:pt x="68" y="10"/>
                    </a:cubicBezTo>
                    <a:cubicBezTo>
                      <a:pt x="65" y="16"/>
                      <a:pt x="63" y="19"/>
                      <a:pt x="57" y="19"/>
                    </a:cubicBezTo>
                    <a:cubicBezTo>
                      <a:pt x="50" y="19"/>
                      <a:pt x="43" y="19"/>
                      <a:pt x="36" y="17"/>
                    </a:cubicBezTo>
                    <a:cubicBezTo>
                      <a:pt x="29" y="16"/>
                      <a:pt x="21" y="16"/>
                      <a:pt x="14" y="13"/>
                    </a:cubicBezTo>
                    <a:cubicBezTo>
                      <a:pt x="11" y="12"/>
                      <a:pt x="7" y="11"/>
                      <a:pt x="4" y="8"/>
                    </a:cubicBezTo>
                    <a:cubicBezTo>
                      <a:pt x="2" y="6"/>
                      <a:pt x="2" y="4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6531" name="Freeform 59">
                <a:extLst>
                  <a:ext uri="{FF2B5EF4-FFF2-40B4-BE49-F238E27FC236}">
                    <a16:creationId xmlns:a16="http://schemas.microsoft.com/office/drawing/2014/main" id="{4EC748DD-A921-4DA3-822B-F05833EBC0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8" y="884"/>
                <a:ext cx="29" cy="25"/>
              </a:xfrm>
              <a:custGeom>
                <a:avLst/>
                <a:gdLst>
                  <a:gd name="T0" fmla="*/ 36 w 25"/>
                  <a:gd name="T1" fmla="*/ 7 h 22"/>
                  <a:gd name="T2" fmla="*/ 39 w 25"/>
                  <a:gd name="T3" fmla="*/ 15 h 22"/>
                  <a:gd name="T4" fmla="*/ 20 w 25"/>
                  <a:gd name="T5" fmla="*/ 32 h 22"/>
                  <a:gd name="T6" fmla="*/ 0 w 25"/>
                  <a:gd name="T7" fmla="*/ 15 h 22"/>
                  <a:gd name="T8" fmla="*/ 2 w 25"/>
                  <a:gd name="T9" fmla="*/ 7 h 22"/>
                  <a:gd name="T10" fmla="*/ 36 w 25"/>
                  <a:gd name="T11" fmla="*/ 7 h 2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5" h="22">
                    <a:moveTo>
                      <a:pt x="23" y="4"/>
                    </a:moveTo>
                    <a:cubicBezTo>
                      <a:pt x="24" y="6"/>
                      <a:pt x="25" y="8"/>
                      <a:pt x="25" y="10"/>
                    </a:cubicBezTo>
                    <a:cubicBezTo>
                      <a:pt x="25" y="16"/>
                      <a:pt x="19" y="22"/>
                      <a:pt x="13" y="22"/>
                    </a:cubicBezTo>
                    <a:cubicBezTo>
                      <a:pt x="6" y="22"/>
                      <a:pt x="0" y="16"/>
                      <a:pt x="0" y="10"/>
                    </a:cubicBezTo>
                    <a:cubicBezTo>
                      <a:pt x="0" y="8"/>
                      <a:pt x="1" y="6"/>
                      <a:pt x="2" y="4"/>
                    </a:cubicBezTo>
                    <a:cubicBezTo>
                      <a:pt x="4" y="0"/>
                      <a:pt x="19" y="0"/>
                      <a:pt x="23" y="4"/>
                    </a:cubicBezTo>
                    <a:close/>
                  </a:path>
                </a:pathLst>
              </a:custGeom>
              <a:solidFill>
                <a:srgbClr val="7538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6532" name="Freeform 60">
                <a:extLst>
                  <a:ext uri="{FF2B5EF4-FFF2-40B4-BE49-F238E27FC236}">
                    <a16:creationId xmlns:a16="http://schemas.microsoft.com/office/drawing/2014/main" id="{C5BB73B4-FF6D-4F5C-934A-150715B31E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5" y="917"/>
                <a:ext cx="29" cy="24"/>
              </a:xfrm>
              <a:custGeom>
                <a:avLst/>
                <a:gdLst>
                  <a:gd name="T0" fmla="*/ 39 w 25"/>
                  <a:gd name="T1" fmla="*/ 11 h 21"/>
                  <a:gd name="T2" fmla="*/ 20 w 25"/>
                  <a:gd name="T3" fmla="*/ 31 h 21"/>
                  <a:gd name="T4" fmla="*/ 0 w 25"/>
                  <a:gd name="T5" fmla="*/ 11 h 21"/>
                  <a:gd name="T6" fmla="*/ 2 w 25"/>
                  <a:gd name="T7" fmla="*/ 2 h 21"/>
                  <a:gd name="T8" fmla="*/ 39 w 25"/>
                  <a:gd name="T9" fmla="*/ 11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21">
                    <a:moveTo>
                      <a:pt x="25" y="8"/>
                    </a:moveTo>
                    <a:cubicBezTo>
                      <a:pt x="25" y="15"/>
                      <a:pt x="19" y="21"/>
                      <a:pt x="13" y="21"/>
                    </a:cubicBezTo>
                    <a:cubicBezTo>
                      <a:pt x="6" y="21"/>
                      <a:pt x="0" y="15"/>
                      <a:pt x="0" y="8"/>
                    </a:cubicBezTo>
                    <a:cubicBezTo>
                      <a:pt x="0" y="6"/>
                      <a:pt x="1" y="4"/>
                      <a:pt x="2" y="2"/>
                    </a:cubicBezTo>
                    <a:cubicBezTo>
                      <a:pt x="5" y="0"/>
                      <a:pt x="22" y="3"/>
                      <a:pt x="25" y="8"/>
                    </a:cubicBezTo>
                    <a:close/>
                  </a:path>
                </a:pathLst>
              </a:custGeom>
              <a:solidFill>
                <a:srgbClr val="7538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6533" name="Freeform 61">
                <a:extLst>
                  <a:ext uri="{FF2B5EF4-FFF2-40B4-BE49-F238E27FC236}">
                    <a16:creationId xmlns:a16="http://schemas.microsoft.com/office/drawing/2014/main" id="{77AA695D-A37F-4E85-9D9D-41DF88C93A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8" y="885"/>
                <a:ext cx="29" cy="24"/>
              </a:xfrm>
              <a:custGeom>
                <a:avLst/>
                <a:gdLst>
                  <a:gd name="T0" fmla="*/ 36 w 25"/>
                  <a:gd name="T1" fmla="*/ 3 h 21"/>
                  <a:gd name="T2" fmla="*/ 36 w 25"/>
                  <a:gd name="T3" fmla="*/ 3 h 21"/>
                  <a:gd name="T4" fmla="*/ 37 w 25"/>
                  <a:gd name="T5" fmla="*/ 13 h 21"/>
                  <a:gd name="T6" fmla="*/ 20 w 25"/>
                  <a:gd name="T7" fmla="*/ 30 h 21"/>
                  <a:gd name="T8" fmla="*/ 1 w 25"/>
                  <a:gd name="T9" fmla="*/ 13 h 21"/>
                  <a:gd name="T10" fmla="*/ 2 w 25"/>
                  <a:gd name="T11" fmla="*/ 3 h 21"/>
                  <a:gd name="T12" fmla="*/ 8 w 25"/>
                  <a:gd name="T13" fmla="*/ 1 h 21"/>
                  <a:gd name="T14" fmla="*/ 17 w 25"/>
                  <a:gd name="T15" fmla="*/ 1 h 21"/>
                  <a:gd name="T16" fmla="*/ 36 w 25"/>
                  <a:gd name="T17" fmla="*/ 3 h 21"/>
                  <a:gd name="T18" fmla="*/ 36 w 25"/>
                  <a:gd name="T19" fmla="*/ 3 h 21"/>
                  <a:gd name="T20" fmla="*/ 36 w 25"/>
                  <a:gd name="T21" fmla="*/ 3 h 21"/>
                  <a:gd name="T22" fmla="*/ 36 w 25"/>
                  <a:gd name="T23" fmla="*/ 3 h 21"/>
                  <a:gd name="T24" fmla="*/ 37 w 25"/>
                  <a:gd name="T25" fmla="*/ 3 h 21"/>
                  <a:gd name="T26" fmla="*/ 17 w 25"/>
                  <a:gd name="T27" fmla="*/ 0 h 21"/>
                  <a:gd name="T28" fmla="*/ 8 w 25"/>
                  <a:gd name="T29" fmla="*/ 0 h 21"/>
                  <a:gd name="T30" fmla="*/ 1 w 25"/>
                  <a:gd name="T31" fmla="*/ 3 h 21"/>
                  <a:gd name="T32" fmla="*/ 0 w 25"/>
                  <a:gd name="T33" fmla="*/ 13 h 21"/>
                  <a:gd name="T34" fmla="*/ 20 w 25"/>
                  <a:gd name="T35" fmla="*/ 31 h 21"/>
                  <a:gd name="T36" fmla="*/ 39 w 25"/>
                  <a:gd name="T37" fmla="*/ 13 h 21"/>
                  <a:gd name="T38" fmla="*/ 37 w 25"/>
                  <a:gd name="T39" fmla="*/ 3 h 21"/>
                  <a:gd name="T40" fmla="*/ 37 w 25"/>
                  <a:gd name="T41" fmla="*/ 3 h 21"/>
                  <a:gd name="T42" fmla="*/ 37 w 25"/>
                  <a:gd name="T43" fmla="*/ 3 h 21"/>
                  <a:gd name="T44" fmla="*/ 36 w 25"/>
                  <a:gd name="T45" fmla="*/ 3 h 21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25" h="21">
                    <a:moveTo>
                      <a:pt x="23" y="3"/>
                    </a:moveTo>
                    <a:cubicBezTo>
                      <a:pt x="23" y="3"/>
                      <a:pt x="23" y="3"/>
                      <a:pt x="23" y="3"/>
                    </a:cubicBezTo>
                    <a:cubicBezTo>
                      <a:pt x="24" y="5"/>
                      <a:pt x="24" y="7"/>
                      <a:pt x="24" y="9"/>
                    </a:cubicBezTo>
                    <a:cubicBezTo>
                      <a:pt x="24" y="15"/>
                      <a:pt x="19" y="20"/>
                      <a:pt x="13" y="20"/>
                    </a:cubicBezTo>
                    <a:cubicBezTo>
                      <a:pt x="6" y="20"/>
                      <a:pt x="1" y="15"/>
                      <a:pt x="1" y="9"/>
                    </a:cubicBezTo>
                    <a:cubicBezTo>
                      <a:pt x="1" y="7"/>
                      <a:pt x="1" y="5"/>
                      <a:pt x="2" y="3"/>
                    </a:cubicBezTo>
                    <a:cubicBezTo>
                      <a:pt x="2" y="2"/>
                      <a:pt x="4" y="2"/>
                      <a:pt x="5" y="1"/>
                    </a:cubicBezTo>
                    <a:cubicBezTo>
                      <a:pt x="7" y="1"/>
                      <a:pt x="9" y="1"/>
                      <a:pt x="11" y="1"/>
                    </a:cubicBezTo>
                    <a:cubicBezTo>
                      <a:pt x="16" y="1"/>
                      <a:pt x="21" y="2"/>
                      <a:pt x="23" y="3"/>
                    </a:cubicBezTo>
                    <a:cubicBezTo>
                      <a:pt x="23" y="3"/>
                      <a:pt x="23" y="3"/>
                      <a:pt x="23" y="3"/>
                    </a:cubicBezTo>
                    <a:cubicBezTo>
                      <a:pt x="23" y="3"/>
                      <a:pt x="23" y="3"/>
                      <a:pt x="23" y="3"/>
                    </a:cubicBezTo>
                    <a:cubicBezTo>
                      <a:pt x="23" y="3"/>
                      <a:pt x="23" y="3"/>
                      <a:pt x="23" y="3"/>
                    </a:cubicBezTo>
                    <a:cubicBezTo>
                      <a:pt x="24" y="3"/>
                      <a:pt x="24" y="3"/>
                      <a:pt x="24" y="3"/>
                    </a:cubicBezTo>
                    <a:cubicBezTo>
                      <a:pt x="21" y="1"/>
                      <a:pt x="16" y="0"/>
                      <a:pt x="11" y="0"/>
                    </a:cubicBezTo>
                    <a:cubicBezTo>
                      <a:pt x="9" y="0"/>
                      <a:pt x="7" y="0"/>
                      <a:pt x="5" y="0"/>
                    </a:cubicBezTo>
                    <a:cubicBezTo>
                      <a:pt x="3" y="1"/>
                      <a:pt x="2" y="1"/>
                      <a:pt x="1" y="3"/>
                    </a:cubicBezTo>
                    <a:cubicBezTo>
                      <a:pt x="0" y="4"/>
                      <a:pt x="0" y="6"/>
                      <a:pt x="0" y="9"/>
                    </a:cubicBezTo>
                    <a:cubicBezTo>
                      <a:pt x="0" y="16"/>
                      <a:pt x="5" y="21"/>
                      <a:pt x="13" y="21"/>
                    </a:cubicBezTo>
                    <a:cubicBezTo>
                      <a:pt x="20" y="21"/>
                      <a:pt x="25" y="16"/>
                      <a:pt x="25" y="9"/>
                    </a:cubicBezTo>
                    <a:cubicBezTo>
                      <a:pt x="25" y="6"/>
                      <a:pt x="25" y="4"/>
                      <a:pt x="24" y="3"/>
                    </a:cubicBezTo>
                    <a:cubicBezTo>
                      <a:pt x="24" y="3"/>
                      <a:pt x="24" y="3"/>
                      <a:pt x="24" y="3"/>
                    </a:cubicBezTo>
                    <a:cubicBezTo>
                      <a:pt x="24" y="3"/>
                      <a:pt x="24" y="3"/>
                      <a:pt x="24" y="3"/>
                    </a:cubicBezTo>
                    <a:lnTo>
                      <a:pt x="23" y="3"/>
                    </a:lnTo>
                    <a:close/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6534" name="Freeform 62">
                <a:extLst>
                  <a:ext uri="{FF2B5EF4-FFF2-40B4-BE49-F238E27FC236}">
                    <a16:creationId xmlns:a16="http://schemas.microsoft.com/office/drawing/2014/main" id="{718EC30B-0D02-4DCD-8238-6C5382A432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5" y="919"/>
                <a:ext cx="29" cy="22"/>
              </a:xfrm>
              <a:custGeom>
                <a:avLst/>
                <a:gdLst>
                  <a:gd name="T0" fmla="*/ 39 w 25"/>
                  <a:gd name="T1" fmla="*/ 10 h 20"/>
                  <a:gd name="T2" fmla="*/ 37 w 25"/>
                  <a:gd name="T3" fmla="*/ 10 h 20"/>
                  <a:gd name="T4" fmla="*/ 20 w 25"/>
                  <a:gd name="T5" fmla="*/ 25 h 20"/>
                  <a:gd name="T6" fmla="*/ 1 w 25"/>
                  <a:gd name="T7" fmla="*/ 10 h 20"/>
                  <a:gd name="T8" fmla="*/ 2 w 25"/>
                  <a:gd name="T9" fmla="*/ 1 h 20"/>
                  <a:gd name="T10" fmla="*/ 2 w 25"/>
                  <a:gd name="T11" fmla="*/ 1 h 20"/>
                  <a:gd name="T12" fmla="*/ 2 w 25"/>
                  <a:gd name="T13" fmla="*/ 1 h 20"/>
                  <a:gd name="T14" fmla="*/ 9 w 25"/>
                  <a:gd name="T15" fmla="*/ 1 h 20"/>
                  <a:gd name="T16" fmla="*/ 27 w 25"/>
                  <a:gd name="T17" fmla="*/ 3 h 20"/>
                  <a:gd name="T18" fmla="*/ 37 w 25"/>
                  <a:gd name="T19" fmla="*/ 11 h 20"/>
                  <a:gd name="T20" fmla="*/ 39 w 25"/>
                  <a:gd name="T21" fmla="*/ 10 h 20"/>
                  <a:gd name="T22" fmla="*/ 37 w 25"/>
                  <a:gd name="T23" fmla="*/ 10 h 20"/>
                  <a:gd name="T24" fmla="*/ 39 w 25"/>
                  <a:gd name="T25" fmla="*/ 10 h 20"/>
                  <a:gd name="T26" fmla="*/ 39 w 25"/>
                  <a:gd name="T27" fmla="*/ 10 h 20"/>
                  <a:gd name="T28" fmla="*/ 27 w 25"/>
                  <a:gd name="T29" fmla="*/ 2 h 20"/>
                  <a:gd name="T30" fmla="*/ 9 w 25"/>
                  <a:gd name="T31" fmla="*/ 0 h 20"/>
                  <a:gd name="T32" fmla="*/ 2 w 25"/>
                  <a:gd name="T33" fmla="*/ 1 h 20"/>
                  <a:gd name="T34" fmla="*/ 2 w 25"/>
                  <a:gd name="T35" fmla="*/ 1 h 20"/>
                  <a:gd name="T36" fmla="*/ 2 w 25"/>
                  <a:gd name="T37" fmla="*/ 1 h 20"/>
                  <a:gd name="T38" fmla="*/ 0 w 25"/>
                  <a:gd name="T39" fmla="*/ 10 h 20"/>
                  <a:gd name="T40" fmla="*/ 20 w 25"/>
                  <a:gd name="T41" fmla="*/ 26 h 20"/>
                  <a:gd name="T42" fmla="*/ 39 w 25"/>
                  <a:gd name="T43" fmla="*/ 10 h 20"/>
                  <a:gd name="T44" fmla="*/ 39 w 25"/>
                  <a:gd name="T45" fmla="*/ 10 h 20"/>
                  <a:gd name="T46" fmla="*/ 39 w 25"/>
                  <a:gd name="T47" fmla="*/ 10 h 20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25" h="20">
                    <a:moveTo>
                      <a:pt x="25" y="7"/>
                    </a:moveTo>
                    <a:cubicBezTo>
                      <a:pt x="24" y="7"/>
                      <a:pt x="24" y="7"/>
                      <a:pt x="24" y="7"/>
                    </a:cubicBezTo>
                    <a:cubicBezTo>
                      <a:pt x="24" y="14"/>
                      <a:pt x="19" y="19"/>
                      <a:pt x="13" y="19"/>
                    </a:cubicBezTo>
                    <a:cubicBezTo>
                      <a:pt x="6" y="19"/>
                      <a:pt x="1" y="14"/>
                      <a:pt x="1" y="7"/>
                    </a:cubicBezTo>
                    <a:cubicBezTo>
                      <a:pt x="1" y="5"/>
                      <a:pt x="1" y="3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1"/>
                      <a:pt x="4" y="1"/>
                      <a:pt x="6" y="1"/>
                    </a:cubicBezTo>
                    <a:cubicBezTo>
                      <a:pt x="9" y="1"/>
                      <a:pt x="13" y="1"/>
                      <a:pt x="17" y="3"/>
                    </a:cubicBezTo>
                    <a:cubicBezTo>
                      <a:pt x="20" y="4"/>
                      <a:pt x="23" y="6"/>
                      <a:pt x="24" y="8"/>
                    </a:cubicBezTo>
                    <a:cubicBezTo>
                      <a:pt x="25" y="7"/>
                      <a:pt x="25" y="7"/>
                      <a:pt x="25" y="7"/>
                    </a:cubicBezTo>
                    <a:cubicBezTo>
                      <a:pt x="24" y="7"/>
                      <a:pt x="24" y="7"/>
                      <a:pt x="24" y="7"/>
                    </a:cubicBezTo>
                    <a:cubicBezTo>
                      <a:pt x="25" y="7"/>
                      <a:pt x="25" y="7"/>
                      <a:pt x="25" y="7"/>
                    </a:cubicBezTo>
                    <a:cubicBezTo>
                      <a:pt x="25" y="7"/>
                      <a:pt x="25" y="7"/>
                      <a:pt x="25" y="7"/>
                    </a:cubicBezTo>
                    <a:cubicBezTo>
                      <a:pt x="24" y="5"/>
                      <a:pt x="21" y="3"/>
                      <a:pt x="17" y="2"/>
                    </a:cubicBezTo>
                    <a:cubicBezTo>
                      <a:pt x="13" y="0"/>
                      <a:pt x="9" y="0"/>
                      <a:pt x="6" y="0"/>
                    </a:cubicBezTo>
                    <a:cubicBezTo>
                      <a:pt x="4" y="0"/>
                      <a:pt x="3" y="0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0" y="3"/>
                      <a:pt x="0" y="5"/>
                      <a:pt x="0" y="7"/>
                    </a:cubicBezTo>
                    <a:cubicBezTo>
                      <a:pt x="0" y="14"/>
                      <a:pt x="6" y="20"/>
                      <a:pt x="13" y="20"/>
                    </a:cubicBezTo>
                    <a:cubicBezTo>
                      <a:pt x="20" y="20"/>
                      <a:pt x="25" y="14"/>
                      <a:pt x="25" y="7"/>
                    </a:cubicBezTo>
                    <a:cubicBezTo>
                      <a:pt x="25" y="7"/>
                      <a:pt x="25" y="7"/>
                      <a:pt x="25" y="7"/>
                    </a:cubicBezTo>
                    <a:cubicBezTo>
                      <a:pt x="25" y="7"/>
                      <a:pt x="25" y="7"/>
                      <a:pt x="25" y="7"/>
                    </a:cubicBezTo>
                    <a:close/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6535" name="Freeform 63">
                <a:extLst>
                  <a:ext uri="{FF2B5EF4-FFF2-40B4-BE49-F238E27FC236}">
                    <a16:creationId xmlns:a16="http://schemas.microsoft.com/office/drawing/2014/main" id="{39A70E93-835F-4CF7-BA9F-005FC41C34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9" y="903"/>
                <a:ext cx="5" cy="6"/>
              </a:xfrm>
              <a:custGeom>
                <a:avLst/>
                <a:gdLst>
                  <a:gd name="T0" fmla="*/ 8 w 4"/>
                  <a:gd name="T1" fmla="*/ 5 h 6"/>
                  <a:gd name="T2" fmla="*/ 6 w 4"/>
                  <a:gd name="T3" fmla="*/ 0 h 6"/>
                  <a:gd name="T4" fmla="*/ 0 w 4"/>
                  <a:gd name="T5" fmla="*/ 6 h 6"/>
                  <a:gd name="T6" fmla="*/ 6 w 4"/>
                  <a:gd name="T7" fmla="*/ 5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6">
                    <a:moveTo>
                      <a:pt x="4" y="5"/>
                    </a:moveTo>
                    <a:cubicBezTo>
                      <a:pt x="3" y="5"/>
                      <a:pt x="2" y="2"/>
                      <a:pt x="3" y="0"/>
                    </a:cubicBezTo>
                    <a:cubicBezTo>
                      <a:pt x="2" y="2"/>
                      <a:pt x="1" y="4"/>
                      <a:pt x="0" y="6"/>
                    </a:cubicBezTo>
                    <a:cubicBezTo>
                      <a:pt x="1" y="6"/>
                      <a:pt x="2" y="6"/>
                      <a:pt x="3" y="5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6536" name="Freeform 64">
                <a:extLst>
                  <a:ext uri="{FF2B5EF4-FFF2-40B4-BE49-F238E27FC236}">
                    <a16:creationId xmlns:a16="http://schemas.microsoft.com/office/drawing/2014/main" id="{16B3619E-3FDB-47DF-A5A5-8B6B077FB8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5" y="927"/>
                <a:ext cx="4" cy="5"/>
              </a:xfrm>
              <a:custGeom>
                <a:avLst/>
                <a:gdLst>
                  <a:gd name="T0" fmla="*/ 0 w 4"/>
                  <a:gd name="T1" fmla="*/ 3 h 5"/>
                  <a:gd name="T2" fmla="*/ 4 w 4"/>
                  <a:gd name="T3" fmla="*/ 0 h 5"/>
                  <a:gd name="T4" fmla="*/ 4 w 4"/>
                  <a:gd name="T5" fmla="*/ 5 h 5"/>
                  <a:gd name="T6" fmla="*/ 1 w 4"/>
                  <a:gd name="T7" fmla="*/ 4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5">
                    <a:moveTo>
                      <a:pt x="0" y="3"/>
                    </a:moveTo>
                    <a:cubicBezTo>
                      <a:pt x="2" y="4"/>
                      <a:pt x="3" y="2"/>
                      <a:pt x="4" y="0"/>
                    </a:cubicBezTo>
                    <a:cubicBezTo>
                      <a:pt x="3" y="2"/>
                      <a:pt x="4" y="3"/>
                      <a:pt x="4" y="5"/>
                    </a:cubicBezTo>
                    <a:cubicBezTo>
                      <a:pt x="3" y="5"/>
                      <a:pt x="2" y="5"/>
                      <a:pt x="1" y="4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6537" name="Freeform 65">
                <a:extLst>
                  <a:ext uri="{FF2B5EF4-FFF2-40B4-BE49-F238E27FC236}">
                    <a16:creationId xmlns:a16="http://schemas.microsoft.com/office/drawing/2014/main" id="{FD26BAB3-1C6B-4355-BFEC-3FFCABB33C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8" y="884"/>
                <a:ext cx="63" cy="28"/>
              </a:xfrm>
              <a:custGeom>
                <a:avLst/>
                <a:gdLst>
                  <a:gd name="T0" fmla="*/ 81 w 55"/>
                  <a:gd name="T1" fmla="*/ 32 h 24"/>
                  <a:gd name="T2" fmla="*/ 80 w 55"/>
                  <a:gd name="T3" fmla="*/ 30 h 24"/>
                  <a:gd name="T4" fmla="*/ 79 w 55"/>
                  <a:gd name="T5" fmla="*/ 32 h 24"/>
                  <a:gd name="T6" fmla="*/ 73 w 55"/>
                  <a:gd name="T7" fmla="*/ 34 h 24"/>
                  <a:gd name="T8" fmla="*/ 65 w 55"/>
                  <a:gd name="T9" fmla="*/ 32 h 24"/>
                  <a:gd name="T10" fmla="*/ 61 w 55"/>
                  <a:gd name="T11" fmla="*/ 34 h 24"/>
                  <a:gd name="T12" fmla="*/ 41 w 55"/>
                  <a:gd name="T13" fmla="*/ 35 h 24"/>
                  <a:gd name="T14" fmla="*/ 18 w 55"/>
                  <a:gd name="T15" fmla="*/ 32 h 24"/>
                  <a:gd name="T16" fmla="*/ 2 w 55"/>
                  <a:gd name="T17" fmla="*/ 21 h 24"/>
                  <a:gd name="T18" fmla="*/ 1 w 55"/>
                  <a:gd name="T19" fmla="*/ 22 h 24"/>
                  <a:gd name="T20" fmla="*/ 2 w 55"/>
                  <a:gd name="T21" fmla="*/ 22 h 24"/>
                  <a:gd name="T22" fmla="*/ 3 w 55"/>
                  <a:gd name="T23" fmla="*/ 21 h 24"/>
                  <a:gd name="T24" fmla="*/ 11 w 55"/>
                  <a:gd name="T25" fmla="*/ 11 h 24"/>
                  <a:gd name="T26" fmla="*/ 30 w 55"/>
                  <a:gd name="T27" fmla="*/ 2 h 24"/>
                  <a:gd name="T28" fmla="*/ 34 w 55"/>
                  <a:gd name="T29" fmla="*/ 2 h 24"/>
                  <a:gd name="T30" fmla="*/ 65 w 55"/>
                  <a:gd name="T31" fmla="*/ 16 h 24"/>
                  <a:gd name="T32" fmla="*/ 76 w 55"/>
                  <a:gd name="T33" fmla="*/ 26 h 24"/>
                  <a:gd name="T34" fmla="*/ 80 w 55"/>
                  <a:gd name="T35" fmla="*/ 29 h 24"/>
                  <a:gd name="T36" fmla="*/ 80 w 55"/>
                  <a:gd name="T37" fmla="*/ 30 h 24"/>
                  <a:gd name="T38" fmla="*/ 80 w 55"/>
                  <a:gd name="T39" fmla="*/ 30 h 24"/>
                  <a:gd name="T40" fmla="*/ 81 w 55"/>
                  <a:gd name="T41" fmla="*/ 32 h 24"/>
                  <a:gd name="T42" fmla="*/ 82 w 55"/>
                  <a:gd name="T43" fmla="*/ 32 h 24"/>
                  <a:gd name="T44" fmla="*/ 82 w 55"/>
                  <a:gd name="T45" fmla="*/ 30 h 24"/>
                  <a:gd name="T46" fmla="*/ 82 w 55"/>
                  <a:gd name="T47" fmla="*/ 27 h 24"/>
                  <a:gd name="T48" fmla="*/ 64 w 55"/>
                  <a:gd name="T49" fmla="*/ 11 h 24"/>
                  <a:gd name="T50" fmla="*/ 36 w 55"/>
                  <a:gd name="T51" fmla="*/ 0 h 24"/>
                  <a:gd name="T52" fmla="*/ 30 w 55"/>
                  <a:gd name="T53" fmla="*/ 0 h 24"/>
                  <a:gd name="T54" fmla="*/ 8 w 55"/>
                  <a:gd name="T55" fmla="*/ 11 h 24"/>
                  <a:gd name="T56" fmla="*/ 1 w 55"/>
                  <a:gd name="T57" fmla="*/ 21 h 24"/>
                  <a:gd name="T58" fmla="*/ 0 w 55"/>
                  <a:gd name="T59" fmla="*/ 22 h 24"/>
                  <a:gd name="T60" fmla="*/ 1 w 55"/>
                  <a:gd name="T61" fmla="*/ 22 h 24"/>
                  <a:gd name="T62" fmla="*/ 18 w 55"/>
                  <a:gd name="T63" fmla="*/ 35 h 24"/>
                  <a:gd name="T64" fmla="*/ 41 w 55"/>
                  <a:gd name="T65" fmla="*/ 39 h 24"/>
                  <a:gd name="T66" fmla="*/ 61 w 55"/>
                  <a:gd name="T67" fmla="*/ 37 h 24"/>
                  <a:gd name="T68" fmla="*/ 65 w 55"/>
                  <a:gd name="T69" fmla="*/ 35 h 24"/>
                  <a:gd name="T70" fmla="*/ 73 w 55"/>
                  <a:gd name="T71" fmla="*/ 37 h 24"/>
                  <a:gd name="T72" fmla="*/ 80 w 55"/>
                  <a:gd name="T73" fmla="*/ 35 h 24"/>
                  <a:gd name="T74" fmla="*/ 82 w 55"/>
                  <a:gd name="T75" fmla="*/ 32 h 24"/>
                  <a:gd name="T76" fmla="*/ 81 w 55"/>
                  <a:gd name="T77" fmla="*/ 32 h 24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0" t="0" r="r" b="b"/>
                <a:pathLst>
                  <a:path w="55" h="24">
                    <a:moveTo>
                      <a:pt x="54" y="20"/>
                    </a:moveTo>
                    <a:cubicBezTo>
                      <a:pt x="53" y="19"/>
                      <a:pt x="53" y="19"/>
                      <a:pt x="53" y="19"/>
                    </a:cubicBezTo>
                    <a:cubicBezTo>
                      <a:pt x="53" y="20"/>
                      <a:pt x="53" y="20"/>
                      <a:pt x="52" y="20"/>
                    </a:cubicBezTo>
                    <a:cubicBezTo>
                      <a:pt x="51" y="21"/>
                      <a:pt x="51" y="21"/>
                      <a:pt x="49" y="21"/>
                    </a:cubicBezTo>
                    <a:cubicBezTo>
                      <a:pt x="48" y="21"/>
                      <a:pt x="46" y="20"/>
                      <a:pt x="44" y="20"/>
                    </a:cubicBezTo>
                    <a:cubicBezTo>
                      <a:pt x="43" y="20"/>
                      <a:pt x="41" y="21"/>
                      <a:pt x="40" y="21"/>
                    </a:cubicBezTo>
                    <a:cubicBezTo>
                      <a:pt x="37" y="21"/>
                      <a:pt x="32" y="22"/>
                      <a:pt x="27" y="22"/>
                    </a:cubicBezTo>
                    <a:cubicBezTo>
                      <a:pt x="22" y="22"/>
                      <a:pt x="17" y="21"/>
                      <a:pt x="12" y="20"/>
                    </a:cubicBezTo>
                    <a:cubicBezTo>
                      <a:pt x="8" y="19"/>
                      <a:pt x="4" y="16"/>
                      <a:pt x="2" y="13"/>
                    </a:cubicBezTo>
                    <a:cubicBezTo>
                      <a:pt x="1" y="14"/>
                      <a:pt x="1" y="14"/>
                      <a:pt x="1" y="14"/>
                    </a:cubicBezTo>
                    <a:cubicBezTo>
                      <a:pt x="2" y="14"/>
                      <a:pt x="2" y="14"/>
                      <a:pt x="2" y="14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3" y="12"/>
                      <a:pt x="5" y="10"/>
                      <a:pt x="8" y="7"/>
                    </a:cubicBezTo>
                    <a:cubicBezTo>
                      <a:pt x="11" y="4"/>
                      <a:pt x="15" y="2"/>
                      <a:pt x="20" y="2"/>
                    </a:cubicBezTo>
                    <a:cubicBezTo>
                      <a:pt x="21" y="2"/>
                      <a:pt x="22" y="2"/>
                      <a:pt x="23" y="2"/>
                    </a:cubicBezTo>
                    <a:cubicBezTo>
                      <a:pt x="31" y="4"/>
                      <a:pt x="38" y="7"/>
                      <a:pt x="44" y="10"/>
                    </a:cubicBezTo>
                    <a:cubicBezTo>
                      <a:pt x="47" y="12"/>
                      <a:pt x="49" y="14"/>
                      <a:pt x="51" y="16"/>
                    </a:cubicBezTo>
                    <a:cubicBezTo>
                      <a:pt x="52" y="16"/>
                      <a:pt x="52" y="17"/>
                      <a:pt x="53" y="18"/>
                    </a:cubicBezTo>
                    <a:cubicBezTo>
                      <a:pt x="53" y="18"/>
                      <a:pt x="53" y="19"/>
                      <a:pt x="53" y="19"/>
                    </a:cubicBezTo>
                    <a:cubicBezTo>
                      <a:pt x="53" y="19"/>
                      <a:pt x="53" y="19"/>
                      <a:pt x="53" y="19"/>
                    </a:cubicBezTo>
                    <a:cubicBezTo>
                      <a:pt x="54" y="20"/>
                      <a:pt x="54" y="20"/>
                      <a:pt x="54" y="20"/>
                    </a:cubicBezTo>
                    <a:cubicBezTo>
                      <a:pt x="55" y="20"/>
                      <a:pt x="55" y="20"/>
                      <a:pt x="55" y="20"/>
                    </a:cubicBezTo>
                    <a:cubicBezTo>
                      <a:pt x="55" y="19"/>
                      <a:pt x="55" y="19"/>
                      <a:pt x="55" y="19"/>
                    </a:cubicBezTo>
                    <a:cubicBezTo>
                      <a:pt x="55" y="18"/>
                      <a:pt x="55" y="17"/>
                      <a:pt x="55" y="17"/>
                    </a:cubicBezTo>
                    <a:cubicBezTo>
                      <a:pt x="53" y="14"/>
                      <a:pt x="48" y="10"/>
                      <a:pt x="43" y="7"/>
                    </a:cubicBezTo>
                    <a:cubicBezTo>
                      <a:pt x="37" y="4"/>
                      <a:pt x="31" y="2"/>
                      <a:pt x="24" y="0"/>
                    </a:cubicBezTo>
                    <a:cubicBezTo>
                      <a:pt x="22" y="0"/>
                      <a:pt x="21" y="0"/>
                      <a:pt x="20" y="0"/>
                    </a:cubicBezTo>
                    <a:cubicBezTo>
                      <a:pt x="13" y="0"/>
                      <a:pt x="8" y="3"/>
                      <a:pt x="5" y="7"/>
                    </a:cubicBezTo>
                    <a:cubicBezTo>
                      <a:pt x="2" y="10"/>
                      <a:pt x="1" y="13"/>
                      <a:pt x="1" y="13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1" y="14"/>
                      <a:pt x="1" y="14"/>
                      <a:pt x="1" y="14"/>
                    </a:cubicBezTo>
                    <a:cubicBezTo>
                      <a:pt x="3" y="18"/>
                      <a:pt x="7" y="21"/>
                      <a:pt x="12" y="22"/>
                    </a:cubicBezTo>
                    <a:cubicBezTo>
                      <a:pt x="16" y="23"/>
                      <a:pt x="22" y="24"/>
                      <a:pt x="27" y="24"/>
                    </a:cubicBezTo>
                    <a:cubicBezTo>
                      <a:pt x="32" y="24"/>
                      <a:pt x="37" y="23"/>
                      <a:pt x="40" y="23"/>
                    </a:cubicBezTo>
                    <a:cubicBezTo>
                      <a:pt x="41" y="23"/>
                      <a:pt x="43" y="22"/>
                      <a:pt x="44" y="22"/>
                    </a:cubicBezTo>
                    <a:cubicBezTo>
                      <a:pt x="46" y="22"/>
                      <a:pt x="48" y="23"/>
                      <a:pt x="49" y="23"/>
                    </a:cubicBezTo>
                    <a:cubicBezTo>
                      <a:pt x="51" y="23"/>
                      <a:pt x="52" y="23"/>
                      <a:pt x="53" y="22"/>
                    </a:cubicBezTo>
                    <a:cubicBezTo>
                      <a:pt x="54" y="22"/>
                      <a:pt x="55" y="21"/>
                      <a:pt x="55" y="20"/>
                    </a:cubicBezTo>
                    <a:lnTo>
                      <a:pt x="54" y="20"/>
                    </a:lnTo>
                    <a:close/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6538" name="Freeform 66">
                <a:extLst>
                  <a:ext uri="{FF2B5EF4-FFF2-40B4-BE49-F238E27FC236}">
                    <a16:creationId xmlns:a16="http://schemas.microsoft.com/office/drawing/2014/main" id="{067E331E-D3F9-4ABC-9918-5455957AC0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1" y="919"/>
                <a:ext cx="55" cy="29"/>
              </a:xfrm>
              <a:custGeom>
                <a:avLst/>
                <a:gdLst>
                  <a:gd name="T0" fmla="*/ 1 w 48"/>
                  <a:gd name="T1" fmla="*/ 10 h 26"/>
                  <a:gd name="T2" fmla="*/ 0 w 48"/>
                  <a:gd name="T3" fmla="*/ 10 h 26"/>
                  <a:gd name="T4" fmla="*/ 0 w 48"/>
                  <a:gd name="T5" fmla="*/ 11 h 26"/>
                  <a:gd name="T6" fmla="*/ 2 w 48"/>
                  <a:gd name="T7" fmla="*/ 15 h 26"/>
                  <a:gd name="T8" fmla="*/ 10 w 48"/>
                  <a:gd name="T9" fmla="*/ 19 h 26"/>
                  <a:gd name="T10" fmla="*/ 22 w 48"/>
                  <a:gd name="T11" fmla="*/ 25 h 26"/>
                  <a:gd name="T12" fmla="*/ 61 w 48"/>
                  <a:gd name="T13" fmla="*/ 36 h 26"/>
                  <a:gd name="T14" fmla="*/ 71 w 48"/>
                  <a:gd name="T15" fmla="*/ 35 h 26"/>
                  <a:gd name="T16" fmla="*/ 72 w 48"/>
                  <a:gd name="T17" fmla="*/ 35 h 26"/>
                  <a:gd name="T18" fmla="*/ 72 w 48"/>
                  <a:gd name="T19" fmla="*/ 33 h 26"/>
                  <a:gd name="T20" fmla="*/ 65 w 48"/>
                  <a:gd name="T21" fmla="*/ 20 h 26"/>
                  <a:gd name="T22" fmla="*/ 37 w 48"/>
                  <a:gd name="T23" fmla="*/ 0 h 26"/>
                  <a:gd name="T24" fmla="*/ 29 w 48"/>
                  <a:gd name="T25" fmla="*/ 0 h 26"/>
                  <a:gd name="T26" fmla="*/ 0 w 48"/>
                  <a:gd name="T27" fmla="*/ 9 h 26"/>
                  <a:gd name="T28" fmla="*/ 0 w 48"/>
                  <a:gd name="T29" fmla="*/ 9 h 26"/>
                  <a:gd name="T30" fmla="*/ 0 w 48"/>
                  <a:gd name="T31" fmla="*/ 10 h 26"/>
                  <a:gd name="T32" fmla="*/ 1 w 48"/>
                  <a:gd name="T33" fmla="*/ 10 h 26"/>
                  <a:gd name="T34" fmla="*/ 2 w 48"/>
                  <a:gd name="T35" fmla="*/ 11 h 26"/>
                  <a:gd name="T36" fmla="*/ 2 w 48"/>
                  <a:gd name="T37" fmla="*/ 11 h 26"/>
                  <a:gd name="T38" fmla="*/ 29 w 48"/>
                  <a:gd name="T39" fmla="*/ 2 h 26"/>
                  <a:gd name="T40" fmla="*/ 34 w 48"/>
                  <a:gd name="T41" fmla="*/ 2 h 26"/>
                  <a:gd name="T42" fmla="*/ 64 w 48"/>
                  <a:gd name="T43" fmla="*/ 21 h 26"/>
                  <a:gd name="T44" fmla="*/ 69 w 48"/>
                  <a:gd name="T45" fmla="*/ 31 h 26"/>
                  <a:gd name="T46" fmla="*/ 70 w 48"/>
                  <a:gd name="T47" fmla="*/ 33 h 26"/>
                  <a:gd name="T48" fmla="*/ 70 w 48"/>
                  <a:gd name="T49" fmla="*/ 33 h 26"/>
                  <a:gd name="T50" fmla="*/ 70 w 48"/>
                  <a:gd name="T51" fmla="*/ 35 h 26"/>
                  <a:gd name="T52" fmla="*/ 71 w 48"/>
                  <a:gd name="T53" fmla="*/ 33 h 26"/>
                  <a:gd name="T54" fmla="*/ 71 w 48"/>
                  <a:gd name="T55" fmla="*/ 32 h 26"/>
                  <a:gd name="T56" fmla="*/ 61 w 48"/>
                  <a:gd name="T57" fmla="*/ 33 h 26"/>
                  <a:gd name="T58" fmla="*/ 25 w 48"/>
                  <a:gd name="T59" fmla="*/ 23 h 26"/>
                  <a:gd name="T60" fmla="*/ 9 w 48"/>
                  <a:gd name="T61" fmla="*/ 15 h 26"/>
                  <a:gd name="T62" fmla="*/ 3 w 48"/>
                  <a:gd name="T63" fmla="*/ 12 h 26"/>
                  <a:gd name="T64" fmla="*/ 2 w 48"/>
                  <a:gd name="T65" fmla="*/ 11 h 26"/>
                  <a:gd name="T66" fmla="*/ 2 w 48"/>
                  <a:gd name="T67" fmla="*/ 10 h 26"/>
                  <a:gd name="T68" fmla="*/ 1 w 48"/>
                  <a:gd name="T69" fmla="*/ 10 h 26"/>
                  <a:gd name="T70" fmla="*/ 2 w 48"/>
                  <a:gd name="T71" fmla="*/ 11 h 26"/>
                  <a:gd name="T72" fmla="*/ 1 w 48"/>
                  <a:gd name="T73" fmla="*/ 10 h 2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48" h="26">
                    <a:moveTo>
                      <a:pt x="1" y="7"/>
                    </a:moveTo>
                    <a:cubicBezTo>
                      <a:pt x="0" y="7"/>
                      <a:pt x="0" y="7"/>
                      <a:pt x="0" y="7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9"/>
                      <a:pt x="1" y="10"/>
                      <a:pt x="2" y="11"/>
                    </a:cubicBezTo>
                    <a:cubicBezTo>
                      <a:pt x="3" y="12"/>
                      <a:pt x="5" y="12"/>
                      <a:pt x="7" y="13"/>
                    </a:cubicBezTo>
                    <a:cubicBezTo>
                      <a:pt x="10" y="14"/>
                      <a:pt x="13" y="16"/>
                      <a:pt x="15" y="18"/>
                    </a:cubicBezTo>
                    <a:cubicBezTo>
                      <a:pt x="22" y="24"/>
                      <a:pt x="31" y="26"/>
                      <a:pt x="40" y="26"/>
                    </a:cubicBezTo>
                    <a:cubicBezTo>
                      <a:pt x="42" y="26"/>
                      <a:pt x="45" y="26"/>
                      <a:pt x="47" y="25"/>
                    </a:cubicBezTo>
                    <a:cubicBezTo>
                      <a:pt x="48" y="25"/>
                      <a:pt x="48" y="25"/>
                      <a:pt x="48" y="25"/>
                    </a:cubicBezTo>
                    <a:cubicBezTo>
                      <a:pt x="48" y="24"/>
                      <a:pt x="48" y="24"/>
                      <a:pt x="48" y="24"/>
                    </a:cubicBezTo>
                    <a:cubicBezTo>
                      <a:pt x="48" y="24"/>
                      <a:pt x="48" y="20"/>
                      <a:pt x="44" y="14"/>
                    </a:cubicBezTo>
                    <a:cubicBezTo>
                      <a:pt x="41" y="9"/>
                      <a:pt x="35" y="3"/>
                      <a:pt x="24" y="0"/>
                    </a:cubicBezTo>
                    <a:cubicBezTo>
                      <a:pt x="22" y="0"/>
                      <a:pt x="21" y="0"/>
                      <a:pt x="19" y="0"/>
                    </a:cubicBezTo>
                    <a:cubicBezTo>
                      <a:pt x="9" y="0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4" y="6"/>
                      <a:pt x="11" y="2"/>
                      <a:pt x="19" y="2"/>
                    </a:cubicBezTo>
                    <a:cubicBezTo>
                      <a:pt x="20" y="2"/>
                      <a:pt x="22" y="2"/>
                      <a:pt x="23" y="2"/>
                    </a:cubicBezTo>
                    <a:cubicBezTo>
                      <a:pt x="34" y="4"/>
                      <a:pt x="40" y="10"/>
                      <a:pt x="43" y="15"/>
                    </a:cubicBezTo>
                    <a:cubicBezTo>
                      <a:pt x="44" y="18"/>
                      <a:pt x="45" y="20"/>
                      <a:pt x="45" y="22"/>
                    </a:cubicBezTo>
                    <a:cubicBezTo>
                      <a:pt x="46" y="23"/>
                      <a:pt x="46" y="23"/>
                      <a:pt x="46" y="24"/>
                    </a:cubicBezTo>
                    <a:cubicBezTo>
                      <a:pt x="46" y="24"/>
                      <a:pt x="46" y="24"/>
                      <a:pt x="46" y="24"/>
                    </a:cubicBezTo>
                    <a:cubicBezTo>
                      <a:pt x="46" y="25"/>
                      <a:pt x="46" y="25"/>
                      <a:pt x="46" y="25"/>
                    </a:cubicBezTo>
                    <a:cubicBezTo>
                      <a:pt x="47" y="24"/>
                      <a:pt x="47" y="24"/>
                      <a:pt x="47" y="24"/>
                    </a:cubicBezTo>
                    <a:cubicBezTo>
                      <a:pt x="47" y="23"/>
                      <a:pt x="47" y="23"/>
                      <a:pt x="47" y="23"/>
                    </a:cubicBezTo>
                    <a:cubicBezTo>
                      <a:pt x="45" y="24"/>
                      <a:pt x="42" y="24"/>
                      <a:pt x="40" y="24"/>
                    </a:cubicBezTo>
                    <a:cubicBezTo>
                      <a:pt x="32" y="24"/>
                      <a:pt x="23" y="22"/>
                      <a:pt x="17" y="17"/>
                    </a:cubicBezTo>
                    <a:cubicBezTo>
                      <a:pt x="13" y="13"/>
                      <a:pt x="9" y="12"/>
                      <a:pt x="6" y="11"/>
                    </a:cubicBezTo>
                    <a:cubicBezTo>
                      <a:pt x="5" y="10"/>
                      <a:pt x="3" y="10"/>
                      <a:pt x="3" y="9"/>
                    </a:cubicBezTo>
                    <a:cubicBezTo>
                      <a:pt x="2" y="9"/>
                      <a:pt x="2" y="8"/>
                      <a:pt x="2" y="8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2" y="8"/>
                      <a:pt x="2" y="8"/>
                      <a:pt x="2" y="8"/>
                    </a:cubicBezTo>
                    <a:lnTo>
                      <a:pt x="1" y="7"/>
                    </a:lnTo>
                    <a:close/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6539" name="Freeform 67">
                <a:extLst>
                  <a:ext uri="{FF2B5EF4-FFF2-40B4-BE49-F238E27FC236}">
                    <a16:creationId xmlns:a16="http://schemas.microsoft.com/office/drawing/2014/main" id="{CE7F7DF6-47F7-4A74-81EC-4D93147058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7" y="884"/>
                <a:ext cx="45" cy="32"/>
              </a:xfrm>
              <a:custGeom>
                <a:avLst/>
                <a:gdLst>
                  <a:gd name="T0" fmla="*/ 0 w 39"/>
                  <a:gd name="T1" fmla="*/ 38 h 28"/>
                  <a:gd name="T2" fmla="*/ 24 w 39"/>
                  <a:gd name="T3" fmla="*/ 30 h 28"/>
                  <a:gd name="T4" fmla="*/ 60 w 39"/>
                  <a:gd name="T5" fmla="*/ 42 h 28"/>
                  <a:gd name="T6" fmla="*/ 20 w 39"/>
                  <a:gd name="T7" fmla="*/ 13 h 28"/>
                  <a:gd name="T8" fmla="*/ 17 w 39"/>
                  <a:gd name="T9" fmla="*/ 3 h 28"/>
                  <a:gd name="T10" fmla="*/ 1 w 39"/>
                  <a:gd name="T11" fmla="*/ 15 h 2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9" h="28">
                    <a:moveTo>
                      <a:pt x="0" y="25"/>
                    </a:moveTo>
                    <a:cubicBezTo>
                      <a:pt x="3" y="20"/>
                      <a:pt x="11" y="20"/>
                      <a:pt x="16" y="20"/>
                    </a:cubicBezTo>
                    <a:cubicBezTo>
                      <a:pt x="25" y="21"/>
                      <a:pt x="31" y="25"/>
                      <a:pt x="39" y="28"/>
                    </a:cubicBezTo>
                    <a:cubicBezTo>
                      <a:pt x="31" y="20"/>
                      <a:pt x="17" y="21"/>
                      <a:pt x="13" y="9"/>
                    </a:cubicBezTo>
                    <a:cubicBezTo>
                      <a:pt x="13" y="7"/>
                      <a:pt x="13" y="4"/>
                      <a:pt x="11" y="3"/>
                    </a:cubicBezTo>
                    <a:cubicBezTo>
                      <a:pt x="7" y="0"/>
                      <a:pt x="2" y="8"/>
                      <a:pt x="1" y="10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6540" name="Freeform 68">
                <a:extLst>
                  <a:ext uri="{FF2B5EF4-FFF2-40B4-BE49-F238E27FC236}">
                    <a16:creationId xmlns:a16="http://schemas.microsoft.com/office/drawing/2014/main" id="{FDC9E00A-0E55-40AD-9749-BD7C5CB252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7" y="867"/>
                <a:ext cx="28" cy="39"/>
              </a:xfrm>
              <a:custGeom>
                <a:avLst/>
                <a:gdLst>
                  <a:gd name="T0" fmla="*/ 0 w 25"/>
                  <a:gd name="T1" fmla="*/ 1 h 34"/>
                  <a:gd name="T2" fmla="*/ 9 w 25"/>
                  <a:gd name="T3" fmla="*/ 13 h 34"/>
                  <a:gd name="T4" fmla="*/ 9 w 25"/>
                  <a:gd name="T5" fmla="*/ 13 h 34"/>
                  <a:gd name="T6" fmla="*/ 25 w 25"/>
                  <a:gd name="T7" fmla="*/ 24 h 34"/>
                  <a:gd name="T8" fmla="*/ 32 w 25"/>
                  <a:gd name="T9" fmla="*/ 32 h 34"/>
                  <a:gd name="T10" fmla="*/ 27 w 25"/>
                  <a:gd name="T11" fmla="*/ 34 h 34"/>
                  <a:gd name="T12" fmla="*/ 31 w 25"/>
                  <a:gd name="T13" fmla="*/ 52 h 34"/>
                  <a:gd name="T14" fmla="*/ 35 w 25"/>
                  <a:gd name="T15" fmla="*/ 26 h 34"/>
                  <a:gd name="T16" fmla="*/ 35 w 25"/>
                  <a:gd name="T17" fmla="*/ 2 h 34"/>
                  <a:gd name="T18" fmla="*/ 22 w 25"/>
                  <a:gd name="T19" fmla="*/ 1 h 3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5" h="34">
                    <a:moveTo>
                      <a:pt x="0" y="1"/>
                    </a:moveTo>
                    <a:cubicBezTo>
                      <a:pt x="2" y="2"/>
                      <a:pt x="10" y="6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10" y="11"/>
                      <a:pt x="15" y="13"/>
                      <a:pt x="18" y="16"/>
                    </a:cubicBezTo>
                    <a:cubicBezTo>
                      <a:pt x="20" y="17"/>
                      <a:pt x="22" y="19"/>
                      <a:pt x="23" y="21"/>
                    </a:cubicBezTo>
                    <a:cubicBezTo>
                      <a:pt x="24" y="24"/>
                      <a:pt x="21" y="24"/>
                      <a:pt x="19" y="23"/>
                    </a:cubicBezTo>
                    <a:cubicBezTo>
                      <a:pt x="21" y="26"/>
                      <a:pt x="21" y="31"/>
                      <a:pt x="22" y="34"/>
                    </a:cubicBezTo>
                    <a:cubicBezTo>
                      <a:pt x="25" y="28"/>
                      <a:pt x="25" y="24"/>
                      <a:pt x="25" y="17"/>
                    </a:cubicBezTo>
                    <a:cubicBezTo>
                      <a:pt x="24" y="13"/>
                      <a:pt x="23" y="6"/>
                      <a:pt x="25" y="2"/>
                    </a:cubicBezTo>
                    <a:cubicBezTo>
                      <a:pt x="22" y="0"/>
                      <a:pt x="19" y="1"/>
                      <a:pt x="16" y="1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6541" name="Freeform 69">
                <a:extLst>
                  <a:ext uri="{FF2B5EF4-FFF2-40B4-BE49-F238E27FC236}">
                    <a16:creationId xmlns:a16="http://schemas.microsoft.com/office/drawing/2014/main" id="{336F0A27-7F9E-4380-B38A-43AAE1E9E7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9" y="1017"/>
                <a:ext cx="13" cy="10"/>
              </a:xfrm>
              <a:custGeom>
                <a:avLst/>
                <a:gdLst>
                  <a:gd name="T0" fmla="*/ 8 w 11"/>
                  <a:gd name="T1" fmla="*/ 0 h 9"/>
                  <a:gd name="T2" fmla="*/ 18 w 11"/>
                  <a:gd name="T3" fmla="*/ 3 h 9"/>
                  <a:gd name="T4" fmla="*/ 15 w 11"/>
                  <a:gd name="T5" fmla="*/ 10 h 9"/>
                  <a:gd name="T6" fmla="*/ 7 w 11"/>
                  <a:gd name="T7" fmla="*/ 2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9">
                    <a:moveTo>
                      <a:pt x="5" y="0"/>
                    </a:moveTo>
                    <a:cubicBezTo>
                      <a:pt x="8" y="0"/>
                      <a:pt x="11" y="1"/>
                      <a:pt x="11" y="3"/>
                    </a:cubicBezTo>
                    <a:cubicBezTo>
                      <a:pt x="11" y="5"/>
                      <a:pt x="10" y="7"/>
                      <a:pt x="9" y="7"/>
                    </a:cubicBezTo>
                    <a:cubicBezTo>
                      <a:pt x="5" y="9"/>
                      <a:pt x="0" y="6"/>
                      <a:pt x="4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6542" name="Freeform 70">
                <a:extLst>
                  <a:ext uri="{FF2B5EF4-FFF2-40B4-BE49-F238E27FC236}">
                    <a16:creationId xmlns:a16="http://schemas.microsoft.com/office/drawing/2014/main" id="{A90ED3FF-CBE5-4EDC-8C37-EADC845DC5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4" y="1022"/>
                <a:ext cx="6" cy="6"/>
              </a:xfrm>
              <a:custGeom>
                <a:avLst/>
                <a:gdLst>
                  <a:gd name="T0" fmla="*/ 6 w 5"/>
                  <a:gd name="T1" fmla="*/ 0 h 5"/>
                  <a:gd name="T2" fmla="*/ 1 w 5"/>
                  <a:gd name="T3" fmla="*/ 6 h 5"/>
                  <a:gd name="T4" fmla="*/ 8 w 5"/>
                  <a:gd name="T5" fmla="*/ 6 h 5"/>
                  <a:gd name="T6" fmla="*/ 7 w 5"/>
                  <a:gd name="T7" fmla="*/ 0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5">
                    <a:moveTo>
                      <a:pt x="3" y="0"/>
                    </a:moveTo>
                    <a:cubicBezTo>
                      <a:pt x="2" y="0"/>
                      <a:pt x="0" y="2"/>
                      <a:pt x="1" y="3"/>
                    </a:cubicBezTo>
                    <a:cubicBezTo>
                      <a:pt x="2" y="5"/>
                      <a:pt x="4" y="4"/>
                      <a:pt x="5" y="3"/>
                    </a:cubicBezTo>
                    <a:cubicBezTo>
                      <a:pt x="5" y="2"/>
                      <a:pt x="4" y="1"/>
                      <a:pt x="4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6543" name="Freeform 71">
                <a:extLst>
                  <a:ext uri="{FF2B5EF4-FFF2-40B4-BE49-F238E27FC236}">
                    <a16:creationId xmlns:a16="http://schemas.microsoft.com/office/drawing/2014/main" id="{129160B1-EF9F-4734-A66D-B2DE00D13B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9" y="887"/>
                <a:ext cx="27" cy="13"/>
              </a:xfrm>
              <a:custGeom>
                <a:avLst/>
                <a:gdLst>
                  <a:gd name="T0" fmla="*/ 2 w 23"/>
                  <a:gd name="T1" fmla="*/ 2 h 12"/>
                  <a:gd name="T2" fmla="*/ 1 w 23"/>
                  <a:gd name="T3" fmla="*/ 13 h 12"/>
                  <a:gd name="T4" fmla="*/ 13 w 23"/>
                  <a:gd name="T5" fmla="*/ 12 h 12"/>
                  <a:gd name="T6" fmla="*/ 25 w 23"/>
                  <a:gd name="T7" fmla="*/ 11 h 12"/>
                  <a:gd name="T8" fmla="*/ 36 w 23"/>
                  <a:gd name="T9" fmla="*/ 13 h 12"/>
                  <a:gd name="T10" fmla="*/ 22 w 23"/>
                  <a:gd name="T11" fmla="*/ 0 h 12"/>
                  <a:gd name="T12" fmla="*/ 2 w 23"/>
                  <a:gd name="T13" fmla="*/ 3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" h="12">
                    <a:moveTo>
                      <a:pt x="2" y="2"/>
                    </a:moveTo>
                    <a:cubicBezTo>
                      <a:pt x="2" y="4"/>
                      <a:pt x="0" y="8"/>
                      <a:pt x="1" y="10"/>
                    </a:cubicBezTo>
                    <a:cubicBezTo>
                      <a:pt x="2" y="12"/>
                      <a:pt x="6" y="9"/>
                      <a:pt x="8" y="9"/>
                    </a:cubicBezTo>
                    <a:cubicBezTo>
                      <a:pt x="11" y="8"/>
                      <a:pt x="13" y="8"/>
                      <a:pt x="15" y="8"/>
                    </a:cubicBezTo>
                    <a:cubicBezTo>
                      <a:pt x="17" y="9"/>
                      <a:pt x="20" y="10"/>
                      <a:pt x="22" y="10"/>
                    </a:cubicBezTo>
                    <a:cubicBezTo>
                      <a:pt x="23" y="4"/>
                      <a:pt x="19" y="1"/>
                      <a:pt x="14" y="0"/>
                    </a:cubicBezTo>
                    <a:cubicBezTo>
                      <a:pt x="10" y="0"/>
                      <a:pt x="5" y="0"/>
                      <a:pt x="2" y="3"/>
                    </a:cubicBezTo>
                  </a:path>
                </a:pathLst>
              </a:custGeom>
              <a:solidFill>
                <a:srgbClr val="5926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6544" name="Freeform 72">
                <a:extLst>
                  <a:ext uri="{FF2B5EF4-FFF2-40B4-BE49-F238E27FC236}">
                    <a16:creationId xmlns:a16="http://schemas.microsoft.com/office/drawing/2014/main" id="{695C3EB1-4EDF-480C-BCEF-947C27F5B4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7" y="920"/>
                <a:ext cx="28" cy="15"/>
              </a:xfrm>
              <a:custGeom>
                <a:avLst/>
                <a:gdLst>
                  <a:gd name="T0" fmla="*/ 0 w 24"/>
                  <a:gd name="T1" fmla="*/ 2 h 13"/>
                  <a:gd name="T2" fmla="*/ 0 w 24"/>
                  <a:gd name="T3" fmla="*/ 8 h 13"/>
                  <a:gd name="T4" fmla="*/ 6 w 24"/>
                  <a:gd name="T5" fmla="*/ 9 h 13"/>
                  <a:gd name="T6" fmla="*/ 18 w 24"/>
                  <a:gd name="T7" fmla="*/ 10 h 13"/>
                  <a:gd name="T8" fmla="*/ 26 w 24"/>
                  <a:gd name="T9" fmla="*/ 16 h 13"/>
                  <a:gd name="T10" fmla="*/ 32 w 24"/>
                  <a:gd name="T11" fmla="*/ 16 h 13"/>
                  <a:gd name="T12" fmla="*/ 1 w 24"/>
                  <a:gd name="T13" fmla="*/ 1 h 13"/>
                  <a:gd name="T14" fmla="*/ 0 w 24"/>
                  <a:gd name="T15" fmla="*/ 1 h 1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4" h="13">
                    <a:moveTo>
                      <a:pt x="0" y="2"/>
                    </a:moveTo>
                    <a:cubicBezTo>
                      <a:pt x="0" y="2"/>
                      <a:pt x="0" y="4"/>
                      <a:pt x="0" y="5"/>
                    </a:cubicBezTo>
                    <a:cubicBezTo>
                      <a:pt x="1" y="5"/>
                      <a:pt x="3" y="6"/>
                      <a:pt x="3" y="6"/>
                    </a:cubicBezTo>
                    <a:cubicBezTo>
                      <a:pt x="6" y="6"/>
                      <a:pt x="8" y="6"/>
                      <a:pt x="11" y="7"/>
                    </a:cubicBezTo>
                    <a:cubicBezTo>
                      <a:pt x="13" y="8"/>
                      <a:pt x="15" y="9"/>
                      <a:pt x="16" y="10"/>
                    </a:cubicBezTo>
                    <a:cubicBezTo>
                      <a:pt x="18" y="12"/>
                      <a:pt x="19" y="13"/>
                      <a:pt x="20" y="10"/>
                    </a:cubicBezTo>
                    <a:cubicBezTo>
                      <a:pt x="24" y="3"/>
                      <a:pt x="6" y="0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</a:path>
                </a:pathLst>
              </a:custGeom>
              <a:solidFill>
                <a:srgbClr val="5926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6545" name="Oval 73">
                <a:extLst>
                  <a:ext uri="{FF2B5EF4-FFF2-40B4-BE49-F238E27FC236}">
                    <a16:creationId xmlns:a16="http://schemas.microsoft.com/office/drawing/2014/main" id="{28096D3C-AA15-4DA4-988C-C248599CB8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66" y="889"/>
                <a:ext cx="14" cy="14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546" name="Oval 74">
                <a:extLst>
                  <a:ext uri="{FF2B5EF4-FFF2-40B4-BE49-F238E27FC236}">
                    <a16:creationId xmlns:a16="http://schemas.microsoft.com/office/drawing/2014/main" id="{6A92B684-CE2C-47D4-B720-0EA1E2A14E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93" y="921"/>
                <a:ext cx="14" cy="14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547" name="Freeform 75">
                <a:extLst>
                  <a:ext uri="{FF2B5EF4-FFF2-40B4-BE49-F238E27FC236}">
                    <a16:creationId xmlns:a16="http://schemas.microsoft.com/office/drawing/2014/main" id="{9DB6333E-7C4A-48C0-8961-09395E19EA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6" y="900"/>
                <a:ext cx="14" cy="8"/>
              </a:xfrm>
              <a:custGeom>
                <a:avLst/>
                <a:gdLst>
                  <a:gd name="T0" fmla="*/ 0 w 12"/>
                  <a:gd name="T1" fmla="*/ 0 h 7"/>
                  <a:gd name="T2" fmla="*/ 18 w 12"/>
                  <a:gd name="T3" fmla="*/ 1 h 7"/>
                  <a:gd name="T4" fmla="*/ 0 w 12"/>
                  <a:gd name="T5" fmla="*/ 2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7">
                    <a:moveTo>
                      <a:pt x="0" y="0"/>
                    </a:moveTo>
                    <a:cubicBezTo>
                      <a:pt x="1" y="3"/>
                      <a:pt x="8" y="2"/>
                      <a:pt x="11" y="1"/>
                    </a:cubicBezTo>
                    <a:cubicBezTo>
                      <a:pt x="12" y="7"/>
                      <a:pt x="0" y="6"/>
                      <a:pt x="0" y="2"/>
                    </a:cubicBezTo>
                  </a:path>
                </a:pathLst>
              </a:custGeom>
              <a:solidFill>
                <a:srgbClr val="9B4C2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6548" name="Freeform 76">
                <a:extLst>
                  <a:ext uri="{FF2B5EF4-FFF2-40B4-BE49-F238E27FC236}">
                    <a16:creationId xmlns:a16="http://schemas.microsoft.com/office/drawing/2014/main" id="{2E5710C8-F0FD-49EC-8003-FB2431C23A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1" y="930"/>
                <a:ext cx="11" cy="8"/>
              </a:xfrm>
              <a:custGeom>
                <a:avLst/>
                <a:gdLst>
                  <a:gd name="T0" fmla="*/ 1 w 10"/>
                  <a:gd name="T1" fmla="*/ 0 h 7"/>
                  <a:gd name="T2" fmla="*/ 13 w 10"/>
                  <a:gd name="T3" fmla="*/ 8 h 7"/>
                  <a:gd name="T4" fmla="*/ 4 w 10"/>
                  <a:gd name="T5" fmla="*/ 10 h 7"/>
                  <a:gd name="T6" fmla="*/ 0 w 10"/>
                  <a:gd name="T7" fmla="*/ 1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7">
                    <a:moveTo>
                      <a:pt x="1" y="0"/>
                    </a:moveTo>
                    <a:cubicBezTo>
                      <a:pt x="1" y="4"/>
                      <a:pt x="7" y="5"/>
                      <a:pt x="10" y="5"/>
                    </a:cubicBezTo>
                    <a:cubicBezTo>
                      <a:pt x="10" y="7"/>
                      <a:pt x="6" y="7"/>
                      <a:pt x="4" y="7"/>
                    </a:cubicBezTo>
                    <a:cubicBezTo>
                      <a:pt x="1" y="6"/>
                      <a:pt x="1" y="4"/>
                      <a:pt x="0" y="1"/>
                    </a:cubicBezTo>
                  </a:path>
                </a:pathLst>
              </a:custGeom>
              <a:solidFill>
                <a:srgbClr val="9B4C2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6549" name="Oval 77">
                <a:extLst>
                  <a:ext uri="{FF2B5EF4-FFF2-40B4-BE49-F238E27FC236}">
                    <a16:creationId xmlns:a16="http://schemas.microsoft.com/office/drawing/2014/main" id="{BA0CBA68-F191-40EE-BA5A-95752E1F7A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75" y="893"/>
                <a:ext cx="7" cy="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550" name="Oval 78">
                <a:extLst>
                  <a:ext uri="{FF2B5EF4-FFF2-40B4-BE49-F238E27FC236}">
                    <a16:creationId xmlns:a16="http://schemas.microsoft.com/office/drawing/2014/main" id="{3A75404F-C515-4AD1-9D80-7FB8271C59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02" y="929"/>
                <a:ext cx="7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6551" name="Freeform 79">
                <a:extLst>
                  <a:ext uri="{FF2B5EF4-FFF2-40B4-BE49-F238E27FC236}">
                    <a16:creationId xmlns:a16="http://schemas.microsoft.com/office/drawing/2014/main" id="{98C4980F-B8F2-4DDF-B654-24A0457B92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3" y="758"/>
                <a:ext cx="68" cy="29"/>
              </a:xfrm>
              <a:custGeom>
                <a:avLst/>
                <a:gdLst>
                  <a:gd name="T0" fmla="*/ 0 w 60"/>
                  <a:gd name="T1" fmla="*/ 10 h 26"/>
                  <a:gd name="T2" fmla="*/ 18 w 60"/>
                  <a:gd name="T3" fmla="*/ 1 h 26"/>
                  <a:gd name="T4" fmla="*/ 33 w 60"/>
                  <a:gd name="T5" fmla="*/ 0 h 26"/>
                  <a:gd name="T6" fmla="*/ 57 w 60"/>
                  <a:gd name="T7" fmla="*/ 3 h 26"/>
                  <a:gd name="T8" fmla="*/ 68 w 60"/>
                  <a:gd name="T9" fmla="*/ 13 h 26"/>
                  <a:gd name="T10" fmla="*/ 78 w 60"/>
                  <a:gd name="T11" fmla="*/ 25 h 26"/>
                  <a:gd name="T12" fmla="*/ 87 w 60"/>
                  <a:gd name="T13" fmla="*/ 36 h 26"/>
                  <a:gd name="T14" fmla="*/ 75 w 60"/>
                  <a:gd name="T15" fmla="*/ 28 h 26"/>
                  <a:gd name="T16" fmla="*/ 51 w 60"/>
                  <a:gd name="T17" fmla="*/ 17 h 26"/>
                  <a:gd name="T18" fmla="*/ 20 w 60"/>
                  <a:gd name="T19" fmla="*/ 10 h 26"/>
                  <a:gd name="T20" fmla="*/ 2 w 60"/>
                  <a:gd name="T21" fmla="*/ 11 h 2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0" h="26">
                    <a:moveTo>
                      <a:pt x="0" y="7"/>
                    </a:moveTo>
                    <a:cubicBezTo>
                      <a:pt x="4" y="5"/>
                      <a:pt x="7" y="2"/>
                      <a:pt x="12" y="1"/>
                    </a:cubicBezTo>
                    <a:cubicBezTo>
                      <a:pt x="15" y="0"/>
                      <a:pt x="19" y="0"/>
                      <a:pt x="23" y="0"/>
                    </a:cubicBezTo>
                    <a:cubicBezTo>
                      <a:pt x="28" y="0"/>
                      <a:pt x="34" y="0"/>
                      <a:pt x="39" y="3"/>
                    </a:cubicBezTo>
                    <a:cubicBezTo>
                      <a:pt x="42" y="5"/>
                      <a:pt x="45" y="6"/>
                      <a:pt x="47" y="10"/>
                    </a:cubicBezTo>
                    <a:cubicBezTo>
                      <a:pt x="50" y="12"/>
                      <a:pt x="52" y="15"/>
                      <a:pt x="54" y="18"/>
                    </a:cubicBezTo>
                    <a:cubicBezTo>
                      <a:pt x="56" y="20"/>
                      <a:pt x="59" y="23"/>
                      <a:pt x="60" y="26"/>
                    </a:cubicBezTo>
                    <a:cubicBezTo>
                      <a:pt x="57" y="25"/>
                      <a:pt x="54" y="23"/>
                      <a:pt x="51" y="20"/>
                    </a:cubicBezTo>
                    <a:cubicBezTo>
                      <a:pt x="47" y="16"/>
                      <a:pt x="40" y="14"/>
                      <a:pt x="35" y="12"/>
                    </a:cubicBezTo>
                    <a:cubicBezTo>
                      <a:pt x="28" y="9"/>
                      <a:pt x="21" y="8"/>
                      <a:pt x="14" y="7"/>
                    </a:cubicBezTo>
                    <a:cubicBezTo>
                      <a:pt x="10" y="7"/>
                      <a:pt x="6" y="7"/>
                      <a:pt x="2" y="8"/>
                    </a:cubicBezTo>
                  </a:path>
                </a:pathLst>
              </a:custGeom>
              <a:solidFill>
                <a:srgbClr val="6C25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6552" name="Freeform 80">
                <a:extLst>
                  <a:ext uri="{FF2B5EF4-FFF2-40B4-BE49-F238E27FC236}">
                    <a16:creationId xmlns:a16="http://schemas.microsoft.com/office/drawing/2014/main" id="{79C22AB3-028F-402F-BCFB-06F368148C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2" y="808"/>
                <a:ext cx="73" cy="75"/>
              </a:xfrm>
              <a:custGeom>
                <a:avLst/>
                <a:gdLst>
                  <a:gd name="T0" fmla="*/ 71 w 64"/>
                  <a:gd name="T1" fmla="*/ 25 h 66"/>
                  <a:gd name="T2" fmla="*/ 54 w 64"/>
                  <a:gd name="T3" fmla="*/ 34 h 66"/>
                  <a:gd name="T4" fmla="*/ 38 w 64"/>
                  <a:gd name="T5" fmla="*/ 44 h 66"/>
                  <a:gd name="T6" fmla="*/ 1 w 64"/>
                  <a:gd name="T7" fmla="*/ 97 h 66"/>
                  <a:gd name="T8" fmla="*/ 19 w 64"/>
                  <a:gd name="T9" fmla="*/ 58 h 66"/>
                  <a:gd name="T10" fmla="*/ 42 w 64"/>
                  <a:gd name="T11" fmla="*/ 32 h 66"/>
                  <a:gd name="T12" fmla="*/ 64 w 64"/>
                  <a:gd name="T13" fmla="*/ 18 h 66"/>
                  <a:gd name="T14" fmla="*/ 75 w 64"/>
                  <a:gd name="T15" fmla="*/ 10 h 66"/>
                  <a:gd name="T16" fmla="*/ 95 w 64"/>
                  <a:gd name="T17" fmla="*/ 0 h 6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4" h="66">
                    <a:moveTo>
                      <a:pt x="47" y="17"/>
                    </a:moveTo>
                    <a:cubicBezTo>
                      <a:pt x="46" y="21"/>
                      <a:pt x="39" y="21"/>
                      <a:pt x="36" y="23"/>
                    </a:cubicBezTo>
                    <a:cubicBezTo>
                      <a:pt x="32" y="25"/>
                      <a:pt x="28" y="27"/>
                      <a:pt x="25" y="30"/>
                    </a:cubicBezTo>
                    <a:cubicBezTo>
                      <a:pt x="14" y="39"/>
                      <a:pt x="6" y="53"/>
                      <a:pt x="1" y="66"/>
                    </a:cubicBezTo>
                    <a:cubicBezTo>
                      <a:pt x="0" y="57"/>
                      <a:pt x="8" y="47"/>
                      <a:pt x="13" y="40"/>
                    </a:cubicBezTo>
                    <a:cubicBezTo>
                      <a:pt x="17" y="33"/>
                      <a:pt x="22" y="27"/>
                      <a:pt x="28" y="22"/>
                    </a:cubicBezTo>
                    <a:cubicBezTo>
                      <a:pt x="33" y="18"/>
                      <a:pt x="38" y="15"/>
                      <a:pt x="43" y="12"/>
                    </a:cubicBezTo>
                    <a:cubicBezTo>
                      <a:pt x="46" y="10"/>
                      <a:pt x="48" y="9"/>
                      <a:pt x="51" y="7"/>
                    </a:cubicBezTo>
                    <a:cubicBezTo>
                      <a:pt x="56" y="5"/>
                      <a:pt x="60" y="2"/>
                      <a:pt x="64" y="0"/>
                    </a:cubicBezTo>
                  </a:path>
                </a:pathLst>
              </a:custGeom>
              <a:solidFill>
                <a:srgbClr val="6C25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6553" name="Freeform 81">
                <a:extLst>
                  <a:ext uri="{FF2B5EF4-FFF2-40B4-BE49-F238E27FC236}">
                    <a16:creationId xmlns:a16="http://schemas.microsoft.com/office/drawing/2014/main" id="{0BC88BCE-2A70-4745-9F84-F8E5133F4A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6" y="879"/>
                <a:ext cx="37" cy="43"/>
              </a:xfrm>
              <a:custGeom>
                <a:avLst/>
                <a:gdLst>
                  <a:gd name="T0" fmla="*/ 50 w 32"/>
                  <a:gd name="T1" fmla="*/ 0 h 38"/>
                  <a:gd name="T2" fmla="*/ 37 w 32"/>
                  <a:gd name="T3" fmla="*/ 16 h 38"/>
                  <a:gd name="T4" fmla="*/ 23 w 32"/>
                  <a:gd name="T5" fmla="*/ 31 h 38"/>
                  <a:gd name="T6" fmla="*/ 12 w 32"/>
                  <a:gd name="T7" fmla="*/ 45 h 38"/>
                  <a:gd name="T8" fmla="*/ 0 w 32"/>
                  <a:gd name="T9" fmla="*/ 55 h 38"/>
                  <a:gd name="T10" fmla="*/ 25 w 32"/>
                  <a:gd name="T11" fmla="*/ 42 h 38"/>
                  <a:gd name="T12" fmla="*/ 36 w 32"/>
                  <a:gd name="T13" fmla="*/ 33 h 38"/>
                  <a:gd name="T14" fmla="*/ 50 w 32"/>
                  <a:gd name="T15" fmla="*/ 14 h 3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2" h="38">
                    <a:moveTo>
                      <a:pt x="32" y="0"/>
                    </a:moveTo>
                    <a:cubicBezTo>
                      <a:pt x="29" y="3"/>
                      <a:pt x="27" y="8"/>
                      <a:pt x="24" y="11"/>
                    </a:cubicBezTo>
                    <a:cubicBezTo>
                      <a:pt x="20" y="14"/>
                      <a:pt x="18" y="17"/>
                      <a:pt x="15" y="21"/>
                    </a:cubicBezTo>
                    <a:cubicBezTo>
                      <a:pt x="13" y="24"/>
                      <a:pt x="10" y="28"/>
                      <a:pt x="8" y="31"/>
                    </a:cubicBezTo>
                    <a:cubicBezTo>
                      <a:pt x="6" y="34"/>
                      <a:pt x="4" y="36"/>
                      <a:pt x="0" y="38"/>
                    </a:cubicBezTo>
                    <a:cubicBezTo>
                      <a:pt x="5" y="34"/>
                      <a:pt x="11" y="33"/>
                      <a:pt x="16" y="29"/>
                    </a:cubicBezTo>
                    <a:cubicBezTo>
                      <a:pt x="19" y="27"/>
                      <a:pt x="21" y="25"/>
                      <a:pt x="23" y="23"/>
                    </a:cubicBezTo>
                    <a:cubicBezTo>
                      <a:pt x="25" y="20"/>
                      <a:pt x="32" y="14"/>
                      <a:pt x="32" y="10"/>
                    </a:cubicBezTo>
                  </a:path>
                </a:pathLst>
              </a:custGeom>
              <a:solidFill>
                <a:srgbClr val="6C25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6554" name="Freeform 82">
                <a:extLst>
                  <a:ext uri="{FF2B5EF4-FFF2-40B4-BE49-F238E27FC236}">
                    <a16:creationId xmlns:a16="http://schemas.microsoft.com/office/drawing/2014/main" id="{ABD660BC-E6D2-4607-9CC8-4642A54302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3" y="745"/>
                <a:ext cx="67" cy="66"/>
              </a:xfrm>
              <a:custGeom>
                <a:avLst/>
                <a:gdLst>
                  <a:gd name="T0" fmla="*/ 89 w 58"/>
                  <a:gd name="T1" fmla="*/ 1 h 58"/>
                  <a:gd name="T2" fmla="*/ 70 w 58"/>
                  <a:gd name="T3" fmla="*/ 9 h 58"/>
                  <a:gd name="T4" fmla="*/ 60 w 58"/>
                  <a:gd name="T5" fmla="*/ 19 h 58"/>
                  <a:gd name="T6" fmla="*/ 36 w 58"/>
                  <a:gd name="T7" fmla="*/ 36 h 58"/>
                  <a:gd name="T8" fmla="*/ 0 w 58"/>
                  <a:gd name="T9" fmla="*/ 85 h 58"/>
                  <a:gd name="T10" fmla="*/ 42 w 58"/>
                  <a:gd name="T11" fmla="*/ 18 h 58"/>
                  <a:gd name="T12" fmla="*/ 85 w 58"/>
                  <a:gd name="T13" fmla="*/ 0 h 5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8" h="58">
                    <a:moveTo>
                      <a:pt x="58" y="1"/>
                    </a:moveTo>
                    <a:cubicBezTo>
                      <a:pt x="54" y="3"/>
                      <a:pt x="50" y="3"/>
                      <a:pt x="46" y="6"/>
                    </a:cubicBezTo>
                    <a:cubicBezTo>
                      <a:pt x="43" y="8"/>
                      <a:pt x="41" y="10"/>
                      <a:pt x="39" y="13"/>
                    </a:cubicBezTo>
                    <a:cubicBezTo>
                      <a:pt x="34" y="18"/>
                      <a:pt x="28" y="21"/>
                      <a:pt x="23" y="25"/>
                    </a:cubicBezTo>
                    <a:cubicBezTo>
                      <a:pt x="12" y="34"/>
                      <a:pt x="8" y="48"/>
                      <a:pt x="0" y="58"/>
                    </a:cubicBezTo>
                    <a:cubicBezTo>
                      <a:pt x="6" y="41"/>
                      <a:pt x="14" y="25"/>
                      <a:pt x="27" y="12"/>
                    </a:cubicBezTo>
                    <a:cubicBezTo>
                      <a:pt x="35" y="4"/>
                      <a:pt x="44" y="0"/>
                      <a:pt x="55" y="0"/>
                    </a:cubicBezTo>
                  </a:path>
                </a:pathLst>
              </a:custGeom>
              <a:solidFill>
                <a:srgbClr val="6C25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6555" name="Freeform 83">
                <a:extLst>
                  <a:ext uri="{FF2B5EF4-FFF2-40B4-BE49-F238E27FC236}">
                    <a16:creationId xmlns:a16="http://schemas.microsoft.com/office/drawing/2014/main" id="{CED9835E-A915-4F68-8D27-659D2F7247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8" y="887"/>
                <a:ext cx="16" cy="59"/>
              </a:xfrm>
              <a:custGeom>
                <a:avLst/>
                <a:gdLst>
                  <a:gd name="T0" fmla="*/ 1 w 14"/>
                  <a:gd name="T1" fmla="*/ 0 h 52"/>
                  <a:gd name="T2" fmla="*/ 10 w 14"/>
                  <a:gd name="T3" fmla="*/ 16 h 52"/>
                  <a:gd name="T4" fmla="*/ 17 w 14"/>
                  <a:gd name="T5" fmla="*/ 36 h 52"/>
                  <a:gd name="T6" fmla="*/ 21 w 14"/>
                  <a:gd name="T7" fmla="*/ 56 h 52"/>
                  <a:gd name="T8" fmla="*/ 21 w 14"/>
                  <a:gd name="T9" fmla="*/ 76 h 52"/>
                  <a:gd name="T10" fmla="*/ 19 w 14"/>
                  <a:gd name="T11" fmla="*/ 60 h 52"/>
                  <a:gd name="T12" fmla="*/ 11 w 14"/>
                  <a:gd name="T13" fmla="*/ 40 h 52"/>
                  <a:gd name="T14" fmla="*/ 2 w 14"/>
                  <a:gd name="T15" fmla="*/ 19 h 52"/>
                  <a:gd name="T16" fmla="*/ 0 w 14"/>
                  <a:gd name="T17" fmla="*/ 1 h 5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4" h="52">
                    <a:moveTo>
                      <a:pt x="1" y="0"/>
                    </a:moveTo>
                    <a:cubicBezTo>
                      <a:pt x="1" y="4"/>
                      <a:pt x="5" y="8"/>
                      <a:pt x="7" y="11"/>
                    </a:cubicBezTo>
                    <a:cubicBezTo>
                      <a:pt x="9" y="16"/>
                      <a:pt x="10" y="20"/>
                      <a:pt x="11" y="25"/>
                    </a:cubicBezTo>
                    <a:cubicBezTo>
                      <a:pt x="12" y="30"/>
                      <a:pt x="14" y="34"/>
                      <a:pt x="14" y="38"/>
                    </a:cubicBezTo>
                    <a:cubicBezTo>
                      <a:pt x="14" y="43"/>
                      <a:pt x="13" y="47"/>
                      <a:pt x="14" y="52"/>
                    </a:cubicBezTo>
                    <a:cubicBezTo>
                      <a:pt x="12" y="48"/>
                      <a:pt x="13" y="44"/>
                      <a:pt x="13" y="41"/>
                    </a:cubicBezTo>
                    <a:cubicBezTo>
                      <a:pt x="12" y="36"/>
                      <a:pt x="10" y="31"/>
                      <a:pt x="8" y="27"/>
                    </a:cubicBezTo>
                    <a:cubicBezTo>
                      <a:pt x="6" y="22"/>
                      <a:pt x="4" y="18"/>
                      <a:pt x="2" y="13"/>
                    </a:cubicBezTo>
                    <a:cubicBezTo>
                      <a:pt x="1" y="9"/>
                      <a:pt x="1" y="5"/>
                      <a:pt x="0" y="1"/>
                    </a:cubicBezTo>
                  </a:path>
                </a:pathLst>
              </a:custGeom>
              <a:solidFill>
                <a:srgbClr val="6C25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6556" name="Freeform 84">
                <a:extLst>
                  <a:ext uri="{FF2B5EF4-FFF2-40B4-BE49-F238E27FC236}">
                    <a16:creationId xmlns:a16="http://schemas.microsoft.com/office/drawing/2014/main" id="{F2469D07-B4C8-4072-B35E-C1CFE6E128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6" y="953"/>
                <a:ext cx="9" cy="44"/>
              </a:xfrm>
              <a:custGeom>
                <a:avLst/>
                <a:gdLst>
                  <a:gd name="T0" fmla="*/ 0 w 8"/>
                  <a:gd name="T1" fmla="*/ 0 h 39"/>
                  <a:gd name="T2" fmla="*/ 2 w 8"/>
                  <a:gd name="T3" fmla="*/ 34 h 39"/>
                  <a:gd name="T4" fmla="*/ 2 w 8"/>
                  <a:gd name="T5" fmla="*/ 56 h 39"/>
                  <a:gd name="T6" fmla="*/ 3 w 8"/>
                  <a:gd name="T7" fmla="*/ 56 h 39"/>
                  <a:gd name="T8" fmla="*/ 1 w 8"/>
                  <a:gd name="T9" fmla="*/ 2 h 3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39">
                    <a:moveTo>
                      <a:pt x="0" y="0"/>
                    </a:moveTo>
                    <a:cubicBezTo>
                      <a:pt x="3" y="7"/>
                      <a:pt x="2" y="17"/>
                      <a:pt x="2" y="24"/>
                    </a:cubicBezTo>
                    <a:cubicBezTo>
                      <a:pt x="2" y="29"/>
                      <a:pt x="1" y="34"/>
                      <a:pt x="2" y="39"/>
                    </a:cubicBezTo>
                    <a:cubicBezTo>
                      <a:pt x="3" y="39"/>
                      <a:pt x="3" y="39"/>
                      <a:pt x="3" y="39"/>
                    </a:cubicBezTo>
                    <a:cubicBezTo>
                      <a:pt x="8" y="29"/>
                      <a:pt x="3" y="13"/>
                      <a:pt x="1" y="2"/>
                    </a:cubicBezTo>
                  </a:path>
                </a:pathLst>
              </a:custGeom>
              <a:solidFill>
                <a:srgbClr val="6C25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6557" name="Freeform 85">
                <a:extLst>
                  <a:ext uri="{FF2B5EF4-FFF2-40B4-BE49-F238E27FC236}">
                    <a16:creationId xmlns:a16="http://schemas.microsoft.com/office/drawing/2014/main" id="{69DDD566-A1BA-46F8-96F9-B9A7451C1F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9" y="1042"/>
                <a:ext cx="15" cy="44"/>
              </a:xfrm>
              <a:custGeom>
                <a:avLst/>
                <a:gdLst>
                  <a:gd name="T0" fmla="*/ 0 w 13"/>
                  <a:gd name="T1" fmla="*/ 0 h 39"/>
                  <a:gd name="T2" fmla="*/ 12 w 13"/>
                  <a:gd name="T3" fmla="*/ 24 h 39"/>
                  <a:gd name="T4" fmla="*/ 16 w 13"/>
                  <a:gd name="T5" fmla="*/ 56 h 39"/>
                  <a:gd name="T6" fmla="*/ 14 w 13"/>
                  <a:gd name="T7" fmla="*/ 19 h 39"/>
                  <a:gd name="T8" fmla="*/ 10 w 13"/>
                  <a:gd name="T9" fmla="*/ 8 h 39"/>
                  <a:gd name="T10" fmla="*/ 2 w 13"/>
                  <a:gd name="T11" fmla="*/ 1 h 3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" h="39">
                    <a:moveTo>
                      <a:pt x="0" y="0"/>
                    </a:moveTo>
                    <a:cubicBezTo>
                      <a:pt x="0" y="7"/>
                      <a:pt x="6" y="11"/>
                      <a:pt x="8" y="17"/>
                    </a:cubicBezTo>
                    <a:cubicBezTo>
                      <a:pt x="11" y="24"/>
                      <a:pt x="10" y="32"/>
                      <a:pt x="10" y="39"/>
                    </a:cubicBezTo>
                    <a:cubicBezTo>
                      <a:pt x="13" y="30"/>
                      <a:pt x="12" y="22"/>
                      <a:pt x="9" y="13"/>
                    </a:cubicBezTo>
                    <a:cubicBezTo>
                      <a:pt x="8" y="11"/>
                      <a:pt x="7" y="8"/>
                      <a:pt x="7" y="5"/>
                    </a:cubicBezTo>
                    <a:cubicBezTo>
                      <a:pt x="6" y="2"/>
                      <a:pt x="5" y="1"/>
                      <a:pt x="2" y="1"/>
                    </a:cubicBezTo>
                  </a:path>
                </a:pathLst>
              </a:custGeom>
              <a:solidFill>
                <a:srgbClr val="6C25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6558" name="Freeform 86">
                <a:extLst>
                  <a:ext uri="{FF2B5EF4-FFF2-40B4-BE49-F238E27FC236}">
                    <a16:creationId xmlns:a16="http://schemas.microsoft.com/office/drawing/2014/main" id="{8D19628C-82DD-4291-B033-2BBECB86AD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6" y="749"/>
                <a:ext cx="114" cy="81"/>
              </a:xfrm>
              <a:custGeom>
                <a:avLst/>
                <a:gdLst>
                  <a:gd name="T0" fmla="*/ 148 w 100"/>
                  <a:gd name="T1" fmla="*/ 0 h 71"/>
                  <a:gd name="T2" fmla="*/ 127 w 100"/>
                  <a:gd name="T3" fmla="*/ 8 h 71"/>
                  <a:gd name="T4" fmla="*/ 105 w 100"/>
                  <a:gd name="T5" fmla="*/ 19 h 71"/>
                  <a:gd name="T6" fmla="*/ 71 w 100"/>
                  <a:gd name="T7" fmla="*/ 44 h 71"/>
                  <a:gd name="T8" fmla="*/ 35 w 100"/>
                  <a:gd name="T9" fmla="*/ 75 h 71"/>
                  <a:gd name="T10" fmla="*/ 0 w 100"/>
                  <a:gd name="T11" fmla="*/ 105 h 71"/>
                  <a:gd name="T12" fmla="*/ 49 w 100"/>
                  <a:gd name="T13" fmla="*/ 74 h 71"/>
                  <a:gd name="T14" fmla="*/ 30 w 100"/>
                  <a:gd name="T15" fmla="*/ 87 h 71"/>
                  <a:gd name="T16" fmla="*/ 44 w 100"/>
                  <a:gd name="T17" fmla="*/ 78 h 71"/>
                  <a:gd name="T18" fmla="*/ 40 w 100"/>
                  <a:gd name="T19" fmla="*/ 87 h 71"/>
                  <a:gd name="T20" fmla="*/ 62 w 100"/>
                  <a:gd name="T21" fmla="*/ 66 h 71"/>
                  <a:gd name="T22" fmla="*/ 87 w 100"/>
                  <a:gd name="T23" fmla="*/ 46 h 71"/>
                  <a:gd name="T24" fmla="*/ 47 w 100"/>
                  <a:gd name="T25" fmla="*/ 71 h 71"/>
                  <a:gd name="T26" fmla="*/ 64 w 100"/>
                  <a:gd name="T27" fmla="*/ 55 h 71"/>
                  <a:gd name="T28" fmla="*/ 57 w 100"/>
                  <a:gd name="T29" fmla="*/ 59 h 71"/>
                  <a:gd name="T30" fmla="*/ 91 w 100"/>
                  <a:gd name="T31" fmla="*/ 31 h 71"/>
                  <a:gd name="T32" fmla="*/ 84 w 100"/>
                  <a:gd name="T33" fmla="*/ 38 h 71"/>
                  <a:gd name="T34" fmla="*/ 121 w 100"/>
                  <a:gd name="T35" fmla="*/ 13 h 71"/>
                  <a:gd name="T36" fmla="*/ 146 w 100"/>
                  <a:gd name="T37" fmla="*/ 2 h 71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100" h="71">
                    <a:moveTo>
                      <a:pt x="100" y="0"/>
                    </a:moveTo>
                    <a:cubicBezTo>
                      <a:pt x="97" y="3"/>
                      <a:pt x="89" y="3"/>
                      <a:pt x="85" y="5"/>
                    </a:cubicBezTo>
                    <a:cubicBezTo>
                      <a:pt x="80" y="7"/>
                      <a:pt x="75" y="10"/>
                      <a:pt x="71" y="13"/>
                    </a:cubicBezTo>
                    <a:cubicBezTo>
                      <a:pt x="63" y="18"/>
                      <a:pt x="55" y="23"/>
                      <a:pt x="47" y="30"/>
                    </a:cubicBezTo>
                    <a:cubicBezTo>
                      <a:pt x="40" y="37"/>
                      <a:pt x="33" y="46"/>
                      <a:pt x="24" y="51"/>
                    </a:cubicBezTo>
                    <a:cubicBezTo>
                      <a:pt x="15" y="57"/>
                      <a:pt x="7" y="62"/>
                      <a:pt x="0" y="71"/>
                    </a:cubicBezTo>
                    <a:cubicBezTo>
                      <a:pt x="10" y="62"/>
                      <a:pt x="22" y="56"/>
                      <a:pt x="33" y="50"/>
                    </a:cubicBezTo>
                    <a:cubicBezTo>
                      <a:pt x="29" y="51"/>
                      <a:pt x="24" y="56"/>
                      <a:pt x="20" y="59"/>
                    </a:cubicBezTo>
                    <a:cubicBezTo>
                      <a:pt x="24" y="58"/>
                      <a:pt x="27" y="55"/>
                      <a:pt x="30" y="53"/>
                    </a:cubicBezTo>
                    <a:cubicBezTo>
                      <a:pt x="29" y="55"/>
                      <a:pt x="28" y="57"/>
                      <a:pt x="27" y="59"/>
                    </a:cubicBezTo>
                    <a:cubicBezTo>
                      <a:pt x="33" y="55"/>
                      <a:pt x="36" y="49"/>
                      <a:pt x="41" y="45"/>
                    </a:cubicBezTo>
                    <a:cubicBezTo>
                      <a:pt x="46" y="40"/>
                      <a:pt x="53" y="35"/>
                      <a:pt x="59" y="31"/>
                    </a:cubicBezTo>
                    <a:cubicBezTo>
                      <a:pt x="51" y="31"/>
                      <a:pt x="38" y="42"/>
                      <a:pt x="32" y="47"/>
                    </a:cubicBezTo>
                    <a:cubicBezTo>
                      <a:pt x="35" y="44"/>
                      <a:pt x="41" y="41"/>
                      <a:pt x="43" y="37"/>
                    </a:cubicBezTo>
                    <a:cubicBezTo>
                      <a:pt x="42" y="38"/>
                      <a:pt x="40" y="39"/>
                      <a:pt x="39" y="40"/>
                    </a:cubicBezTo>
                    <a:cubicBezTo>
                      <a:pt x="46" y="34"/>
                      <a:pt x="54" y="27"/>
                      <a:pt x="61" y="21"/>
                    </a:cubicBezTo>
                    <a:cubicBezTo>
                      <a:pt x="60" y="23"/>
                      <a:pt x="58" y="24"/>
                      <a:pt x="57" y="25"/>
                    </a:cubicBezTo>
                    <a:cubicBezTo>
                      <a:pt x="65" y="19"/>
                      <a:pt x="73" y="13"/>
                      <a:pt x="82" y="9"/>
                    </a:cubicBezTo>
                    <a:cubicBezTo>
                      <a:pt x="86" y="7"/>
                      <a:pt x="94" y="2"/>
                      <a:pt x="98" y="2"/>
                    </a:cubicBezTo>
                  </a:path>
                </a:pathLst>
              </a:custGeom>
              <a:solidFill>
                <a:srgbClr val="BF4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6559" name="Freeform 87">
                <a:extLst>
                  <a:ext uri="{FF2B5EF4-FFF2-40B4-BE49-F238E27FC236}">
                    <a16:creationId xmlns:a16="http://schemas.microsoft.com/office/drawing/2014/main" id="{B416AD6F-7201-42DB-A8C9-BA3A365A06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8" y="737"/>
                <a:ext cx="53" cy="25"/>
              </a:xfrm>
              <a:custGeom>
                <a:avLst/>
                <a:gdLst>
                  <a:gd name="T0" fmla="*/ 61 w 46"/>
                  <a:gd name="T1" fmla="*/ 0 h 22"/>
                  <a:gd name="T2" fmla="*/ 29 w 46"/>
                  <a:gd name="T3" fmla="*/ 7 h 22"/>
                  <a:gd name="T4" fmla="*/ 0 w 46"/>
                  <a:gd name="T5" fmla="*/ 32 h 22"/>
                  <a:gd name="T6" fmla="*/ 23 w 46"/>
                  <a:gd name="T7" fmla="*/ 13 h 22"/>
                  <a:gd name="T8" fmla="*/ 8 w 46"/>
                  <a:gd name="T9" fmla="*/ 30 h 22"/>
                  <a:gd name="T10" fmla="*/ 24 w 46"/>
                  <a:gd name="T11" fmla="*/ 17 h 22"/>
                  <a:gd name="T12" fmla="*/ 12 w 46"/>
                  <a:gd name="T13" fmla="*/ 30 h 22"/>
                  <a:gd name="T14" fmla="*/ 70 w 46"/>
                  <a:gd name="T15" fmla="*/ 2 h 22"/>
                  <a:gd name="T16" fmla="*/ 31 w 46"/>
                  <a:gd name="T17" fmla="*/ 11 h 22"/>
                  <a:gd name="T18" fmla="*/ 50 w 46"/>
                  <a:gd name="T19" fmla="*/ 1 h 2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6" h="22">
                    <a:moveTo>
                      <a:pt x="40" y="0"/>
                    </a:moveTo>
                    <a:cubicBezTo>
                      <a:pt x="32" y="0"/>
                      <a:pt x="26" y="1"/>
                      <a:pt x="19" y="4"/>
                    </a:cubicBezTo>
                    <a:cubicBezTo>
                      <a:pt x="13" y="7"/>
                      <a:pt x="2" y="16"/>
                      <a:pt x="0" y="22"/>
                    </a:cubicBezTo>
                    <a:cubicBezTo>
                      <a:pt x="4" y="17"/>
                      <a:pt x="9" y="12"/>
                      <a:pt x="15" y="9"/>
                    </a:cubicBezTo>
                    <a:cubicBezTo>
                      <a:pt x="12" y="12"/>
                      <a:pt x="5" y="16"/>
                      <a:pt x="5" y="20"/>
                    </a:cubicBezTo>
                    <a:cubicBezTo>
                      <a:pt x="8" y="17"/>
                      <a:pt x="12" y="13"/>
                      <a:pt x="16" y="11"/>
                    </a:cubicBezTo>
                    <a:cubicBezTo>
                      <a:pt x="13" y="14"/>
                      <a:pt x="10" y="17"/>
                      <a:pt x="8" y="20"/>
                    </a:cubicBezTo>
                    <a:cubicBezTo>
                      <a:pt x="20" y="11"/>
                      <a:pt x="31" y="3"/>
                      <a:pt x="46" y="2"/>
                    </a:cubicBezTo>
                    <a:cubicBezTo>
                      <a:pt x="38" y="0"/>
                      <a:pt x="27" y="3"/>
                      <a:pt x="20" y="8"/>
                    </a:cubicBezTo>
                    <a:cubicBezTo>
                      <a:pt x="24" y="7"/>
                      <a:pt x="29" y="3"/>
                      <a:pt x="32" y="1"/>
                    </a:cubicBezTo>
                  </a:path>
                </a:pathLst>
              </a:custGeom>
              <a:solidFill>
                <a:srgbClr val="BF4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6560" name="Freeform 88">
                <a:extLst>
                  <a:ext uri="{FF2B5EF4-FFF2-40B4-BE49-F238E27FC236}">
                    <a16:creationId xmlns:a16="http://schemas.microsoft.com/office/drawing/2014/main" id="{7D9DBC29-97EE-41B6-B8B1-E31263B169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7" y="726"/>
                <a:ext cx="41" cy="9"/>
              </a:xfrm>
              <a:custGeom>
                <a:avLst/>
                <a:gdLst>
                  <a:gd name="T0" fmla="*/ 54 w 36"/>
                  <a:gd name="T1" fmla="*/ 0 h 8"/>
                  <a:gd name="T2" fmla="*/ 0 w 36"/>
                  <a:gd name="T3" fmla="*/ 11 h 8"/>
                  <a:gd name="T4" fmla="*/ 21 w 36"/>
                  <a:gd name="T5" fmla="*/ 8 h 8"/>
                  <a:gd name="T6" fmla="*/ 13 w 36"/>
                  <a:gd name="T7" fmla="*/ 11 h 8"/>
                  <a:gd name="T8" fmla="*/ 50 w 36"/>
                  <a:gd name="T9" fmla="*/ 2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" h="8">
                    <a:moveTo>
                      <a:pt x="36" y="0"/>
                    </a:moveTo>
                    <a:cubicBezTo>
                      <a:pt x="23" y="0"/>
                      <a:pt x="11" y="2"/>
                      <a:pt x="0" y="8"/>
                    </a:cubicBezTo>
                    <a:cubicBezTo>
                      <a:pt x="5" y="7"/>
                      <a:pt x="10" y="6"/>
                      <a:pt x="14" y="5"/>
                    </a:cubicBezTo>
                    <a:cubicBezTo>
                      <a:pt x="12" y="5"/>
                      <a:pt x="10" y="6"/>
                      <a:pt x="9" y="8"/>
                    </a:cubicBezTo>
                    <a:cubicBezTo>
                      <a:pt x="17" y="7"/>
                      <a:pt x="26" y="3"/>
                      <a:pt x="34" y="2"/>
                    </a:cubicBezTo>
                  </a:path>
                </a:pathLst>
              </a:custGeom>
              <a:solidFill>
                <a:srgbClr val="BF4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6561" name="Freeform 89">
                <a:extLst>
                  <a:ext uri="{FF2B5EF4-FFF2-40B4-BE49-F238E27FC236}">
                    <a16:creationId xmlns:a16="http://schemas.microsoft.com/office/drawing/2014/main" id="{0CDCBFF3-FF03-4E06-9C9F-8848F9AED1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7" y="856"/>
                <a:ext cx="25" cy="45"/>
              </a:xfrm>
              <a:custGeom>
                <a:avLst/>
                <a:gdLst>
                  <a:gd name="T0" fmla="*/ 31 w 22"/>
                  <a:gd name="T1" fmla="*/ 0 h 40"/>
                  <a:gd name="T2" fmla="*/ 10 w 22"/>
                  <a:gd name="T3" fmla="*/ 33 h 40"/>
                  <a:gd name="T4" fmla="*/ 0 w 22"/>
                  <a:gd name="T5" fmla="*/ 57 h 40"/>
                  <a:gd name="T6" fmla="*/ 17 w 22"/>
                  <a:gd name="T7" fmla="*/ 27 h 40"/>
                  <a:gd name="T8" fmla="*/ 32 w 22"/>
                  <a:gd name="T9" fmla="*/ 1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40">
                    <a:moveTo>
                      <a:pt x="21" y="0"/>
                    </a:moveTo>
                    <a:cubicBezTo>
                      <a:pt x="15" y="1"/>
                      <a:pt x="10" y="17"/>
                      <a:pt x="7" y="23"/>
                    </a:cubicBezTo>
                    <a:cubicBezTo>
                      <a:pt x="5" y="28"/>
                      <a:pt x="2" y="34"/>
                      <a:pt x="0" y="40"/>
                    </a:cubicBezTo>
                    <a:cubicBezTo>
                      <a:pt x="5" y="34"/>
                      <a:pt x="8" y="26"/>
                      <a:pt x="11" y="19"/>
                    </a:cubicBezTo>
                    <a:cubicBezTo>
                      <a:pt x="15" y="13"/>
                      <a:pt x="18" y="7"/>
                      <a:pt x="22" y="1"/>
                    </a:cubicBezTo>
                  </a:path>
                </a:pathLst>
              </a:custGeom>
              <a:solidFill>
                <a:srgbClr val="BF4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6562" name="Freeform 90">
                <a:extLst>
                  <a:ext uri="{FF2B5EF4-FFF2-40B4-BE49-F238E27FC236}">
                    <a16:creationId xmlns:a16="http://schemas.microsoft.com/office/drawing/2014/main" id="{C783336B-B00D-4D9E-A1ED-EA85FEBB03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2" y="788"/>
                <a:ext cx="52" cy="105"/>
              </a:xfrm>
              <a:custGeom>
                <a:avLst/>
                <a:gdLst>
                  <a:gd name="T0" fmla="*/ 0 w 46"/>
                  <a:gd name="T1" fmla="*/ 0 h 92"/>
                  <a:gd name="T2" fmla="*/ 16 w 46"/>
                  <a:gd name="T3" fmla="*/ 17 h 92"/>
                  <a:gd name="T4" fmla="*/ 29 w 46"/>
                  <a:gd name="T5" fmla="*/ 31 h 92"/>
                  <a:gd name="T6" fmla="*/ 52 w 46"/>
                  <a:gd name="T7" fmla="*/ 58 h 92"/>
                  <a:gd name="T8" fmla="*/ 60 w 46"/>
                  <a:gd name="T9" fmla="*/ 95 h 92"/>
                  <a:gd name="T10" fmla="*/ 67 w 46"/>
                  <a:gd name="T11" fmla="*/ 137 h 92"/>
                  <a:gd name="T12" fmla="*/ 57 w 46"/>
                  <a:gd name="T13" fmla="*/ 87 h 92"/>
                  <a:gd name="T14" fmla="*/ 58 w 46"/>
                  <a:gd name="T15" fmla="*/ 110 h 92"/>
                  <a:gd name="T16" fmla="*/ 55 w 46"/>
                  <a:gd name="T17" fmla="*/ 103 h 92"/>
                  <a:gd name="T18" fmla="*/ 55 w 46"/>
                  <a:gd name="T19" fmla="*/ 105 h 92"/>
                  <a:gd name="T20" fmla="*/ 49 w 46"/>
                  <a:gd name="T21" fmla="*/ 72 h 92"/>
                  <a:gd name="T22" fmla="*/ 37 w 46"/>
                  <a:gd name="T23" fmla="*/ 53 h 92"/>
                  <a:gd name="T24" fmla="*/ 47 w 46"/>
                  <a:gd name="T25" fmla="*/ 62 h 92"/>
                  <a:gd name="T26" fmla="*/ 27 w 46"/>
                  <a:gd name="T27" fmla="*/ 35 h 92"/>
                  <a:gd name="T28" fmla="*/ 1 w 46"/>
                  <a:gd name="T29" fmla="*/ 0 h 92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46" h="92">
                    <a:moveTo>
                      <a:pt x="0" y="0"/>
                    </a:moveTo>
                    <a:cubicBezTo>
                      <a:pt x="1" y="5"/>
                      <a:pt x="8" y="8"/>
                      <a:pt x="11" y="11"/>
                    </a:cubicBezTo>
                    <a:cubicBezTo>
                      <a:pt x="14" y="14"/>
                      <a:pt x="17" y="18"/>
                      <a:pt x="20" y="21"/>
                    </a:cubicBezTo>
                    <a:cubicBezTo>
                      <a:pt x="27" y="27"/>
                      <a:pt x="32" y="32"/>
                      <a:pt x="36" y="39"/>
                    </a:cubicBezTo>
                    <a:cubicBezTo>
                      <a:pt x="41" y="47"/>
                      <a:pt x="41" y="55"/>
                      <a:pt x="42" y="64"/>
                    </a:cubicBezTo>
                    <a:cubicBezTo>
                      <a:pt x="43" y="73"/>
                      <a:pt x="46" y="83"/>
                      <a:pt x="46" y="92"/>
                    </a:cubicBezTo>
                    <a:cubicBezTo>
                      <a:pt x="44" y="82"/>
                      <a:pt x="43" y="69"/>
                      <a:pt x="39" y="59"/>
                    </a:cubicBezTo>
                    <a:cubicBezTo>
                      <a:pt x="39" y="64"/>
                      <a:pt x="39" y="69"/>
                      <a:pt x="40" y="74"/>
                    </a:cubicBezTo>
                    <a:cubicBezTo>
                      <a:pt x="39" y="72"/>
                      <a:pt x="39" y="70"/>
                      <a:pt x="38" y="69"/>
                    </a:cubicBezTo>
                    <a:cubicBezTo>
                      <a:pt x="38" y="70"/>
                      <a:pt x="38" y="71"/>
                      <a:pt x="38" y="71"/>
                    </a:cubicBezTo>
                    <a:cubicBezTo>
                      <a:pt x="35" y="66"/>
                      <a:pt x="35" y="55"/>
                      <a:pt x="34" y="48"/>
                    </a:cubicBezTo>
                    <a:cubicBezTo>
                      <a:pt x="32" y="43"/>
                      <a:pt x="28" y="40"/>
                      <a:pt x="26" y="35"/>
                    </a:cubicBezTo>
                    <a:cubicBezTo>
                      <a:pt x="29" y="36"/>
                      <a:pt x="31" y="39"/>
                      <a:pt x="33" y="41"/>
                    </a:cubicBezTo>
                    <a:cubicBezTo>
                      <a:pt x="30" y="34"/>
                      <a:pt x="24" y="29"/>
                      <a:pt x="19" y="24"/>
                    </a:cubicBezTo>
                    <a:cubicBezTo>
                      <a:pt x="12" y="18"/>
                      <a:pt x="9" y="6"/>
                      <a:pt x="1" y="0"/>
                    </a:cubicBezTo>
                  </a:path>
                </a:pathLst>
              </a:custGeom>
              <a:solidFill>
                <a:srgbClr val="BF4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6563" name="Freeform 91">
                <a:extLst>
                  <a:ext uri="{FF2B5EF4-FFF2-40B4-BE49-F238E27FC236}">
                    <a16:creationId xmlns:a16="http://schemas.microsoft.com/office/drawing/2014/main" id="{14C15069-EF6B-4043-94B2-58023D2E3F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9" y="915"/>
                <a:ext cx="10" cy="55"/>
              </a:xfrm>
              <a:custGeom>
                <a:avLst/>
                <a:gdLst>
                  <a:gd name="T0" fmla="*/ 5 w 8"/>
                  <a:gd name="T1" fmla="*/ 0 h 48"/>
                  <a:gd name="T2" fmla="*/ 14 w 8"/>
                  <a:gd name="T3" fmla="*/ 38 h 48"/>
                  <a:gd name="T4" fmla="*/ 14 w 8"/>
                  <a:gd name="T5" fmla="*/ 72 h 48"/>
                  <a:gd name="T6" fmla="*/ 10 w 8"/>
                  <a:gd name="T7" fmla="*/ 44 h 48"/>
                  <a:gd name="T8" fmla="*/ 10 w 8"/>
                  <a:gd name="T9" fmla="*/ 57 h 48"/>
                  <a:gd name="T10" fmla="*/ 10 w 8"/>
                  <a:gd name="T11" fmla="*/ 50 h 48"/>
                  <a:gd name="T12" fmla="*/ 10 w 8"/>
                  <a:gd name="T13" fmla="*/ 61 h 48"/>
                  <a:gd name="T14" fmla="*/ 0 w 8"/>
                  <a:gd name="T15" fmla="*/ 19 h 48"/>
                  <a:gd name="T16" fmla="*/ 8 w 8"/>
                  <a:gd name="T17" fmla="*/ 34 h 48"/>
                  <a:gd name="T18" fmla="*/ 8 w 8"/>
                  <a:gd name="T19" fmla="*/ 32 h 48"/>
                  <a:gd name="T20" fmla="*/ 10 w 8"/>
                  <a:gd name="T21" fmla="*/ 34 h 48"/>
                  <a:gd name="T22" fmla="*/ 6 w 8"/>
                  <a:gd name="T23" fmla="*/ 19 h 48"/>
                  <a:gd name="T24" fmla="*/ 0 w 8"/>
                  <a:gd name="T25" fmla="*/ 3 h 4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8" h="48">
                    <a:moveTo>
                      <a:pt x="2" y="0"/>
                    </a:moveTo>
                    <a:cubicBezTo>
                      <a:pt x="3" y="8"/>
                      <a:pt x="7" y="16"/>
                      <a:pt x="7" y="25"/>
                    </a:cubicBezTo>
                    <a:cubicBezTo>
                      <a:pt x="7" y="32"/>
                      <a:pt x="5" y="41"/>
                      <a:pt x="7" y="48"/>
                    </a:cubicBezTo>
                    <a:cubicBezTo>
                      <a:pt x="6" y="42"/>
                      <a:pt x="8" y="35"/>
                      <a:pt x="5" y="29"/>
                    </a:cubicBezTo>
                    <a:cubicBezTo>
                      <a:pt x="5" y="32"/>
                      <a:pt x="4" y="35"/>
                      <a:pt x="5" y="38"/>
                    </a:cubicBezTo>
                    <a:cubicBezTo>
                      <a:pt x="5" y="36"/>
                      <a:pt x="4" y="35"/>
                      <a:pt x="5" y="33"/>
                    </a:cubicBezTo>
                    <a:cubicBezTo>
                      <a:pt x="5" y="35"/>
                      <a:pt x="5" y="38"/>
                      <a:pt x="5" y="40"/>
                    </a:cubicBezTo>
                    <a:cubicBezTo>
                      <a:pt x="5" y="31"/>
                      <a:pt x="3" y="22"/>
                      <a:pt x="0" y="13"/>
                    </a:cubicBezTo>
                    <a:cubicBezTo>
                      <a:pt x="2" y="16"/>
                      <a:pt x="3" y="20"/>
                      <a:pt x="4" y="23"/>
                    </a:cubicBezTo>
                    <a:cubicBezTo>
                      <a:pt x="4" y="23"/>
                      <a:pt x="4" y="21"/>
                      <a:pt x="4" y="21"/>
                    </a:cubicBezTo>
                    <a:cubicBezTo>
                      <a:pt x="5" y="21"/>
                      <a:pt x="5" y="22"/>
                      <a:pt x="5" y="23"/>
                    </a:cubicBezTo>
                    <a:cubicBezTo>
                      <a:pt x="5" y="20"/>
                      <a:pt x="3" y="16"/>
                      <a:pt x="3" y="13"/>
                    </a:cubicBezTo>
                    <a:cubicBezTo>
                      <a:pt x="2" y="10"/>
                      <a:pt x="2" y="4"/>
                      <a:pt x="0" y="3"/>
                    </a:cubicBezTo>
                  </a:path>
                </a:pathLst>
              </a:custGeom>
              <a:solidFill>
                <a:srgbClr val="BF4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6564" name="Freeform 92">
                <a:extLst>
                  <a:ext uri="{FF2B5EF4-FFF2-40B4-BE49-F238E27FC236}">
                    <a16:creationId xmlns:a16="http://schemas.microsoft.com/office/drawing/2014/main" id="{83390F87-D5DB-41AB-A1C5-799096CF11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7" y="2413"/>
                <a:ext cx="433" cy="1487"/>
              </a:xfrm>
              <a:custGeom>
                <a:avLst/>
                <a:gdLst>
                  <a:gd name="T0" fmla="*/ 103 w 379"/>
                  <a:gd name="T1" fmla="*/ 0 h 1303"/>
                  <a:gd name="T2" fmla="*/ 98 w 379"/>
                  <a:gd name="T3" fmla="*/ 441 h 1303"/>
                  <a:gd name="T4" fmla="*/ 104 w 379"/>
                  <a:gd name="T5" fmla="*/ 639 h 1303"/>
                  <a:gd name="T6" fmla="*/ 95 w 379"/>
                  <a:gd name="T7" fmla="*/ 817 h 1303"/>
                  <a:gd name="T8" fmla="*/ 93 w 379"/>
                  <a:gd name="T9" fmla="*/ 970 h 1303"/>
                  <a:gd name="T10" fmla="*/ 71 w 379"/>
                  <a:gd name="T11" fmla="*/ 1180 h 1303"/>
                  <a:gd name="T12" fmla="*/ 88 w 379"/>
                  <a:gd name="T13" fmla="*/ 1302 h 1303"/>
                  <a:gd name="T14" fmla="*/ 97 w 379"/>
                  <a:gd name="T15" fmla="*/ 1373 h 1303"/>
                  <a:gd name="T16" fmla="*/ 106 w 379"/>
                  <a:gd name="T17" fmla="*/ 1414 h 1303"/>
                  <a:gd name="T18" fmla="*/ 125 w 379"/>
                  <a:gd name="T19" fmla="*/ 1476 h 1303"/>
                  <a:gd name="T20" fmla="*/ 137 w 379"/>
                  <a:gd name="T21" fmla="*/ 1555 h 1303"/>
                  <a:gd name="T22" fmla="*/ 146 w 379"/>
                  <a:gd name="T23" fmla="*/ 1649 h 1303"/>
                  <a:gd name="T24" fmla="*/ 127 w 379"/>
                  <a:gd name="T25" fmla="*/ 1686 h 1303"/>
                  <a:gd name="T26" fmla="*/ 86 w 379"/>
                  <a:gd name="T27" fmla="*/ 1751 h 1303"/>
                  <a:gd name="T28" fmla="*/ 54 w 379"/>
                  <a:gd name="T29" fmla="*/ 1833 h 1303"/>
                  <a:gd name="T30" fmla="*/ 25 w 379"/>
                  <a:gd name="T31" fmla="*/ 1860 h 1303"/>
                  <a:gd name="T32" fmla="*/ 7 w 379"/>
                  <a:gd name="T33" fmla="*/ 1884 h 1303"/>
                  <a:gd name="T34" fmla="*/ 19 w 379"/>
                  <a:gd name="T35" fmla="*/ 1893 h 1303"/>
                  <a:gd name="T36" fmla="*/ 30 w 379"/>
                  <a:gd name="T37" fmla="*/ 1906 h 1303"/>
                  <a:gd name="T38" fmla="*/ 38 w 379"/>
                  <a:gd name="T39" fmla="*/ 1904 h 1303"/>
                  <a:gd name="T40" fmla="*/ 49 w 379"/>
                  <a:gd name="T41" fmla="*/ 1917 h 1303"/>
                  <a:gd name="T42" fmla="*/ 66 w 379"/>
                  <a:gd name="T43" fmla="*/ 1916 h 1303"/>
                  <a:gd name="T44" fmla="*/ 82 w 379"/>
                  <a:gd name="T45" fmla="*/ 1920 h 1303"/>
                  <a:gd name="T46" fmla="*/ 101 w 379"/>
                  <a:gd name="T47" fmla="*/ 1916 h 1303"/>
                  <a:gd name="T48" fmla="*/ 125 w 379"/>
                  <a:gd name="T49" fmla="*/ 1933 h 1303"/>
                  <a:gd name="T50" fmla="*/ 174 w 379"/>
                  <a:gd name="T51" fmla="*/ 1929 h 1303"/>
                  <a:gd name="T52" fmla="*/ 182 w 379"/>
                  <a:gd name="T53" fmla="*/ 1920 h 1303"/>
                  <a:gd name="T54" fmla="*/ 227 w 379"/>
                  <a:gd name="T55" fmla="*/ 1906 h 1303"/>
                  <a:gd name="T56" fmla="*/ 287 w 379"/>
                  <a:gd name="T57" fmla="*/ 1842 h 1303"/>
                  <a:gd name="T58" fmla="*/ 354 w 379"/>
                  <a:gd name="T59" fmla="*/ 1817 h 1303"/>
                  <a:gd name="T60" fmla="*/ 354 w 379"/>
                  <a:gd name="T61" fmla="*/ 1730 h 1303"/>
                  <a:gd name="T62" fmla="*/ 337 w 379"/>
                  <a:gd name="T63" fmla="*/ 1690 h 1303"/>
                  <a:gd name="T64" fmla="*/ 334 w 379"/>
                  <a:gd name="T65" fmla="*/ 1660 h 1303"/>
                  <a:gd name="T66" fmla="*/ 342 w 379"/>
                  <a:gd name="T67" fmla="*/ 1635 h 1303"/>
                  <a:gd name="T68" fmla="*/ 356 w 379"/>
                  <a:gd name="T69" fmla="*/ 1559 h 1303"/>
                  <a:gd name="T70" fmla="*/ 364 w 379"/>
                  <a:gd name="T71" fmla="*/ 1476 h 1303"/>
                  <a:gd name="T72" fmla="*/ 377 w 379"/>
                  <a:gd name="T73" fmla="*/ 1401 h 1303"/>
                  <a:gd name="T74" fmla="*/ 410 w 379"/>
                  <a:gd name="T75" fmla="*/ 1248 h 1303"/>
                  <a:gd name="T76" fmla="*/ 416 w 379"/>
                  <a:gd name="T77" fmla="*/ 1133 h 1303"/>
                  <a:gd name="T78" fmla="*/ 418 w 379"/>
                  <a:gd name="T79" fmla="*/ 993 h 1303"/>
                  <a:gd name="T80" fmla="*/ 427 w 379"/>
                  <a:gd name="T81" fmla="*/ 912 h 1303"/>
                  <a:gd name="T82" fmla="*/ 459 w 379"/>
                  <a:gd name="T83" fmla="*/ 806 h 1303"/>
                  <a:gd name="T84" fmla="*/ 475 w 379"/>
                  <a:gd name="T85" fmla="*/ 706 h 1303"/>
                  <a:gd name="T86" fmla="*/ 482 w 379"/>
                  <a:gd name="T87" fmla="*/ 601 h 1303"/>
                  <a:gd name="T88" fmla="*/ 542 w 379"/>
                  <a:gd name="T89" fmla="*/ 372 h 1303"/>
                  <a:gd name="T90" fmla="*/ 558 w 379"/>
                  <a:gd name="T91" fmla="*/ 58 h 1303"/>
                  <a:gd name="T92" fmla="*/ 103 w 379"/>
                  <a:gd name="T93" fmla="*/ 0 h 1303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</a:gdLst>
                <a:ahLst/>
                <a:cxnLst>
                  <a:cxn ang="T94">
                    <a:pos x="T0" y="T1"/>
                  </a:cxn>
                  <a:cxn ang="T95">
                    <a:pos x="T2" y="T3"/>
                  </a:cxn>
                  <a:cxn ang="T96">
                    <a:pos x="T4" y="T5"/>
                  </a:cxn>
                  <a:cxn ang="T97">
                    <a:pos x="T6" y="T7"/>
                  </a:cxn>
                  <a:cxn ang="T98">
                    <a:pos x="T8" y="T9"/>
                  </a:cxn>
                  <a:cxn ang="T99">
                    <a:pos x="T10" y="T11"/>
                  </a:cxn>
                  <a:cxn ang="T100">
                    <a:pos x="T12" y="T13"/>
                  </a:cxn>
                  <a:cxn ang="T101">
                    <a:pos x="T14" y="T15"/>
                  </a:cxn>
                  <a:cxn ang="T102">
                    <a:pos x="T16" y="T17"/>
                  </a:cxn>
                  <a:cxn ang="T103">
                    <a:pos x="T18" y="T19"/>
                  </a:cxn>
                  <a:cxn ang="T104">
                    <a:pos x="T20" y="T21"/>
                  </a:cxn>
                  <a:cxn ang="T105">
                    <a:pos x="T22" y="T23"/>
                  </a:cxn>
                  <a:cxn ang="T106">
                    <a:pos x="T24" y="T25"/>
                  </a:cxn>
                  <a:cxn ang="T107">
                    <a:pos x="T26" y="T27"/>
                  </a:cxn>
                  <a:cxn ang="T108">
                    <a:pos x="T28" y="T29"/>
                  </a:cxn>
                  <a:cxn ang="T109">
                    <a:pos x="T30" y="T31"/>
                  </a:cxn>
                  <a:cxn ang="T110">
                    <a:pos x="T32" y="T33"/>
                  </a:cxn>
                  <a:cxn ang="T111">
                    <a:pos x="T34" y="T35"/>
                  </a:cxn>
                  <a:cxn ang="T112">
                    <a:pos x="T36" y="T37"/>
                  </a:cxn>
                  <a:cxn ang="T113">
                    <a:pos x="T38" y="T39"/>
                  </a:cxn>
                  <a:cxn ang="T114">
                    <a:pos x="T40" y="T41"/>
                  </a:cxn>
                  <a:cxn ang="T115">
                    <a:pos x="T42" y="T43"/>
                  </a:cxn>
                  <a:cxn ang="T116">
                    <a:pos x="T44" y="T45"/>
                  </a:cxn>
                  <a:cxn ang="T117">
                    <a:pos x="T46" y="T47"/>
                  </a:cxn>
                  <a:cxn ang="T118">
                    <a:pos x="T48" y="T49"/>
                  </a:cxn>
                  <a:cxn ang="T119">
                    <a:pos x="T50" y="T51"/>
                  </a:cxn>
                  <a:cxn ang="T120">
                    <a:pos x="T52" y="T53"/>
                  </a:cxn>
                  <a:cxn ang="T121">
                    <a:pos x="T54" y="T55"/>
                  </a:cxn>
                  <a:cxn ang="T122">
                    <a:pos x="T56" y="T57"/>
                  </a:cxn>
                  <a:cxn ang="T123">
                    <a:pos x="T58" y="T59"/>
                  </a:cxn>
                  <a:cxn ang="T124">
                    <a:pos x="T60" y="T61"/>
                  </a:cxn>
                  <a:cxn ang="T125">
                    <a:pos x="T62" y="T63"/>
                  </a:cxn>
                  <a:cxn ang="T126">
                    <a:pos x="T64" y="T65"/>
                  </a:cxn>
                  <a:cxn ang="T127">
                    <a:pos x="T66" y="T67"/>
                  </a:cxn>
                  <a:cxn ang="T128">
                    <a:pos x="T68" y="T69"/>
                  </a:cxn>
                  <a:cxn ang="T129">
                    <a:pos x="T70" y="T71"/>
                  </a:cxn>
                  <a:cxn ang="T130">
                    <a:pos x="T72" y="T73"/>
                  </a:cxn>
                  <a:cxn ang="T131">
                    <a:pos x="T74" y="T75"/>
                  </a:cxn>
                  <a:cxn ang="T132">
                    <a:pos x="T76" y="T77"/>
                  </a:cxn>
                  <a:cxn ang="T133">
                    <a:pos x="T78" y="T79"/>
                  </a:cxn>
                  <a:cxn ang="T134">
                    <a:pos x="T80" y="T81"/>
                  </a:cxn>
                  <a:cxn ang="T135">
                    <a:pos x="T82" y="T83"/>
                  </a:cxn>
                  <a:cxn ang="T136">
                    <a:pos x="T84" y="T85"/>
                  </a:cxn>
                  <a:cxn ang="T137">
                    <a:pos x="T86" y="T87"/>
                  </a:cxn>
                  <a:cxn ang="T138">
                    <a:pos x="T88" y="T89"/>
                  </a:cxn>
                  <a:cxn ang="T139">
                    <a:pos x="T90" y="T91"/>
                  </a:cxn>
                  <a:cxn ang="T140">
                    <a:pos x="T92" y="T93"/>
                  </a:cxn>
                </a:cxnLst>
                <a:rect l="0" t="0" r="r" b="b"/>
                <a:pathLst>
                  <a:path w="379" h="1303">
                    <a:moveTo>
                      <a:pt x="69" y="0"/>
                    </a:moveTo>
                    <a:cubicBezTo>
                      <a:pt x="69" y="0"/>
                      <a:pt x="59" y="223"/>
                      <a:pt x="66" y="296"/>
                    </a:cubicBezTo>
                    <a:cubicBezTo>
                      <a:pt x="74" y="368"/>
                      <a:pt x="73" y="394"/>
                      <a:pt x="70" y="430"/>
                    </a:cubicBezTo>
                    <a:cubicBezTo>
                      <a:pt x="66" y="466"/>
                      <a:pt x="65" y="521"/>
                      <a:pt x="64" y="549"/>
                    </a:cubicBezTo>
                    <a:cubicBezTo>
                      <a:pt x="63" y="578"/>
                      <a:pt x="72" y="624"/>
                      <a:pt x="62" y="653"/>
                    </a:cubicBezTo>
                    <a:cubicBezTo>
                      <a:pt x="53" y="681"/>
                      <a:pt x="37" y="752"/>
                      <a:pt x="47" y="794"/>
                    </a:cubicBezTo>
                    <a:cubicBezTo>
                      <a:pt x="58" y="837"/>
                      <a:pt x="59" y="857"/>
                      <a:pt x="59" y="876"/>
                    </a:cubicBezTo>
                    <a:cubicBezTo>
                      <a:pt x="59" y="895"/>
                      <a:pt x="61" y="912"/>
                      <a:pt x="65" y="924"/>
                    </a:cubicBezTo>
                    <a:cubicBezTo>
                      <a:pt x="70" y="937"/>
                      <a:pt x="71" y="939"/>
                      <a:pt x="71" y="952"/>
                    </a:cubicBezTo>
                    <a:cubicBezTo>
                      <a:pt x="71" y="964"/>
                      <a:pt x="78" y="977"/>
                      <a:pt x="83" y="993"/>
                    </a:cubicBezTo>
                    <a:cubicBezTo>
                      <a:pt x="89" y="1009"/>
                      <a:pt x="92" y="1025"/>
                      <a:pt x="92" y="1046"/>
                    </a:cubicBezTo>
                    <a:cubicBezTo>
                      <a:pt x="92" y="1067"/>
                      <a:pt x="82" y="1098"/>
                      <a:pt x="98" y="1109"/>
                    </a:cubicBezTo>
                    <a:cubicBezTo>
                      <a:pt x="98" y="1109"/>
                      <a:pt x="94" y="1125"/>
                      <a:pt x="85" y="1134"/>
                    </a:cubicBezTo>
                    <a:cubicBezTo>
                      <a:pt x="77" y="1142"/>
                      <a:pt x="63" y="1161"/>
                      <a:pt x="58" y="1178"/>
                    </a:cubicBezTo>
                    <a:cubicBezTo>
                      <a:pt x="53" y="1196"/>
                      <a:pt x="43" y="1225"/>
                      <a:pt x="36" y="1233"/>
                    </a:cubicBezTo>
                    <a:cubicBezTo>
                      <a:pt x="29" y="1242"/>
                      <a:pt x="21" y="1248"/>
                      <a:pt x="17" y="1251"/>
                    </a:cubicBezTo>
                    <a:cubicBezTo>
                      <a:pt x="12" y="1254"/>
                      <a:pt x="0" y="1260"/>
                      <a:pt x="4" y="1268"/>
                    </a:cubicBezTo>
                    <a:cubicBezTo>
                      <a:pt x="7" y="1276"/>
                      <a:pt x="13" y="1274"/>
                      <a:pt x="13" y="1274"/>
                    </a:cubicBezTo>
                    <a:cubicBezTo>
                      <a:pt x="13" y="1274"/>
                      <a:pt x="15" y="1281"/>
                      <a:pt x="20" y="1282"/>
                    </a:cubicBezTo>
                    <a:cubicBezTo>
                      <a:pt x="24" y="1283"/>
                      <a:pt x="25" y="1281"/>
                      <a:pt x="25" y="1281"/>
                    </a:cubicBezTo>
                    <a:cubicBezTo>
                      <a:pt x="25" y="1281"/>
                      <a:pt x="27" y="1287"/>
                      <a:pt x="33" y="1290"/>
                    </a:cubicBezTo>
                    <a:cubicBezTo>
                      <a:pt x="40" y="1293"/>
                      <a:pt x="45" y="1289"/>
                      <a:pt x="45" y="1289"/>
                    </a:cubicBezTo>
                    <a:cubicBezTo>
                      <a:pt x="45" y="1289"/>
                      <a:pt x="48" y="1291"/>
                      <a:pt x="55" y="1292"/>
                    </a:cubicBezTo>
                    <a:cubicBezTo>
                      <a:pt x="63" y="1293"/>
                      <a:pt x="67" y="1289"/>
                      <a:pt x="67" y="1289"/>
                    </a:cubicBezTo>
                    <a:cubicBezTo>
                      <a:pt x="67" y="1289"/>
                      <a:pt x="69" y="1298"/>
                      <a:pt x="83" y="1300"/>
                    </a:cubicBezTo>
                    <a:cubicBezTo>
                      <a:pt x="97" y="1302"/>
                      <a:pt x="112" y="1303"/>
                      <a:pt x="116" y="1298"/>
                    </a:cubicBezTo>
                    <a:cubicBezTo>
                      <a:pt x="119" y="1294"/>
                      <a:pt x="122" y="1292"/>
                      <a:pt x="122" y="1292"/>
                    </a:cubicBezTo>
                    <a:cubicBezTo>
                      <a:pt x="122" y="1292"/>
                      <a:pt x="143" y="1296"/>
                      <a:pt x="152" y="1282"/>
                    </a:cubicBezTo>
                    <a:cubicBezTo>
                      <a:pt x="161" y="1269"/>
                      <a:pt x="171" y="1241"/>
                      <a:pt x="193" y="1239"/>
                    </a:cubicBezTo>
                    <a:cubicBezTo>
                      <a:pt x="214" y="1238"/>
                      <a:pt x="228" y="1235"/>
                      <a:pt x="237" y="1222"/>
                    </a:cubicBezTo>
                    <a:cubicBezTo>
                      <a:pt x="246" y="1209"/>
                      <a:pt x="246" y="1178"/>
                      <a:pt x="237" y="1164"/>
                    </a:cubicBezTo>
                    <a:cubicBezTo>
                      <a:pt x="228" y="1149"/>
                      <a:pt x="226" y="1144"/>
                      <a:pt x="226" y="1137"/>
                    </a:cubicBezTo>
                    <a:cubicBezTo>
                      <a:pt x="226" y="1130"/>
                      <a:pt x="226" y="1123"/>
                      <a:pt x="224" y="1117"/>
                    </a:cubicBezTo>
                    <a:cubicBezTo>
                      <a:pt x="223" y="1111"/>
                      <a:pt x="225" y="1108"/>
                      <a:pt x="229" y="1101"/>
                    </a:cubicBezTo>
                    <a:cubicBezTo>
                      <a:pt x="234" y="1094"/>
                      <a:pt x="241" y="1073"/>
                      <a:pt x="239" y="1049"/>
                    </a:cubicBezTo>
                    <a:cubicBezTo>
                      <a:pt x="237" y="1026"/>
                      <a:pt x="236" y="1013"/>
                      <a:pt x="244" y="993"/>
                    </a:cubicBezTo>
                    <a:cubicBezTo>
                      <a:pt x="251" y="972"/>
                      <a:pt x="252" y="958"/>
                      <a:pt x="253" y="943"/>
                    </a:cubicBezTo>
                    <a:cubicBezTo>
                      <a:pt x="253" y="928"/>
                      <a:pt x="272" y="869"/>
                      <a:pt x="275" y="840"/>
                    </a:cubicBezTo>
                    <a:cubicBezTo>
                      <a:pt x="279" y="810"/>
                      <a:pt x="282" y="783"/>
                      <a:pt x="279" y="762"/>
                    </a:cubicBezTo>
                    <a:cubicBezTo>
                      <a:pt x="276" y="741"/>
                      <a:pt x="280" y="686"/>
                      <a:pt x="280" y="668"/>
                    </a:cubicBezTo>
                    <a:cubicBezTo>
                      <a:pt x="279" y="650"/>
                      <a:pt x="280" y="629"/>
                      <a:pt x="286" y="613"/>
                    </a:cubicBezTo>
                    <a:cubicBezTo>
                      <a:pt x="292" y="597"/>
                      <a:pt x="306" y="565"/>
                      <a:pt x="308" y="542"/>
                    </a:cubicBezTo>
                    <a:cubicBezTo>
                      <a:pt x="311" y="519"/>
                      <a:pt x="322" y="495"/>
                      <a:pt x="319" y="475"/>
                    </a:cubicBezTo>
                    <a:cubicBezTo>
                      <a:pt x="316" y="455"/>
                      <a:pt x="318" y="425"/>
                      <a:pt x="323" y="405"/>
                    </a:cubicBezTo>
                    <a:cubicBezTo>
                      <a:pt x="328" y="384"/>
                      <a:pt x="360" y="307"/>
                      <a:pt x="363" y="251"/>
                    </a:cubicBezTo>
                    <a:cubicBezTo>
                      <a:pt x="366" y="196"/>
                      <a:pt x="379" y="93"/>
                      <a:pt x="374" y="39"/>
                    </a:cubicBezTo>
                    <a:cubicBezTo>
                      <a:pt x="69" y="0"/>
                      <a:pt x="69" y="0"/>
                      <a:pt x="69" y="0"/>
                    </a:cubicBezTo>
                  </a:path>
                </a:pathLst>
              </a:custGeom>
              <a:solidFill>
                <a:srgbClr val="F8F3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6565" name="Freeform 93">
                <a:extLst>
                  <a:ext uri="{FF2B5EF4-FFF2-40B4-BE49-F238E27FC236}">
                    <a16:creationId xmlns:a16="http://schemas.microsoft.com/office/drawing/2014/main" id="{F6F54F63-AD82-48FA-BA9D-F15C25403C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4" y="2413"/>
                <a:ext cx="356" cy="1487"/>
              </a:xfrm>
              <a:custGeom>
                <a:avLst/>
                <a:gdLst>
                  <a:gd name="T0" fmla="*/ 459 w 311"/>
                  <a:gd name="T1" fmla="*/ 58 h 1303"/>
                  <a:gd name="T2" fmla="*/ 1 w 311"/>
                  <a:gd name="T3" fmla="*/ 0 h 1303"/>
                  <a:gd name="T4" fmla="*/ 0 w 311"/>
                  <a:gd name="T5" fmla="*/ 7 h 1303"/>
                  <a:gd name="T6" fmla="*/ 406 w 311"/>
                  <a:gd name="T7" fmla="*/ 58 h 1303"/>
                  <a:gd name="T8" fmla="*/ 388 w 311"/>
                  <a:gd name="T9" fmla="*/ 372 h 1303"/>
                  <a:gd name="T10" fmla="*/ 329 w 311"/>
                  <a:gd name="T11" fmla="*/ 601 h 1303"/>
                  <a:gd name="T12" fmla="*/ 323 w 311"/>
                  <a:gd name="T13" fmla="*/ 706 h 1303"/>
                  <a:gd name="T14" fmla="*/ 308 w 311"/>
                  <a:gd name="T15" fmla="*/ 806 h 1303"/>
                  <a:gd name="T16" fmla="*/ 272 w 311"/>
                  <a:gd name="T17" fmla="*/ 912 h 1303"/>
                  <a:gd name="T18" fmla="*/ 263 w 311"/>
                  <a:gd name="T19" fmla="*/ 993 h 1303"/>
                  <a:gd name="T20" fmla="*/ 262 w 311"/>
                  <a:gd name="T21" fmla="*/ 1133 h 1303"/>
                  <a:gd name="T22" fmla="*/ 259 w 311"/>
                  <a:gd name="T23" fmla="*/ 1248 h 1303"/>
                  <a:gd name="T24" fmla="*/ 224 w 311"/>
                  <a:gd name="T25" fmla="*/ 1401 h 1303"/>
                  <a:gd name="T26" fmla="*/ 209 w 311"/>
                  <a:gd name="T27" fmla="*/ 1476 h 1303"/>
                  <a:gd name="T28" fmla="*/ 203 w 311"/>
                  <a:gd name="T29" fmla="*/ 1559 h 1303"/>
                  <a:gd name="T30" fmla="*/ 214 w 311"/>
                  <a:gd name="T31" fmla="*/ 1639 h 1303"/>
                  <a:gd name="T32" fmla="*/ 226 w 311"/>
                  <a:gd name="T33" fmla="*/ 1659 h 1303"/>
                  <a:gd name="T34" fmla="*/ 230 w 311"/>
                  <a:gd name="T35" fmla="*/ 1703 h 1303"/>
                  <a:gd name="T36" fmla="*/ 219 w 311"/>
                  <a:gd name="T37" fmla="*/ 1735 h 1303"/>
                  <a:gd name="T38" fmla="*/ 199 w 311"/>
                  <a:gd name="T39" fmla="*/ 1817 h 1303"/>
                  <a:gd name="T40" fmla="*/ 134 w 311"/>
                  <a:gd name="T41" fmla="*/ 1842 h 1303"/>
                  <a:gd name="T42" fmla="*/ 72 w 311"/>
                  <a:gd name="T43" fmla="*/ 1906 h 1303"/>
                  <a:gd name="T44" fmla="*/ 27 w 311"/>
                  <a:gd name="T45" fmla="*/ 1920 h 1303"/>
                  <a:gd name="T46" fmla="*/ 18 w 311"/>
                  <a:gd name="T47" fmla="*/ 1929 h 1303"/>
                  <a:gd name="T48" fmla="*/ 17 w 311"/>
                  <a:gd name="T49" fmla="*/ 1930 h 1303"/>
                  <a:gd name="T50" fmla="*/ 22 w 311"/>
                  <a:gd name="T51" fmla="*/ 1933 h 1303"/>
                  <a:gd name="T52" fmla="*/ 72 w 311"/>
                  <a:gd name="T53" fmla="*/ 1929 h 1303"/>
                  <a:gd name="T54" fmla="*/ 81 w 311"/>
                  <a:gd name="T55" fmla="*/ 1920 h 1303"/>
                  <a:gd name="T56" fmla="*/ 126 w 311"/>
                  <a:gd name="T57" fmla="*/ 1906 h 1303"/>
                  <a:gd name="T58" fmla="*/ 188 w 311"/>
                  <a:gd name="T59" fmla="*/ 1842 h 1303"/>
                  <a:gd name="T60" fmla="*/ 253 w 311"/>
                  <a:gd name="T61" fmla="*/ 1817 h 1303"/>
                  <a:gd name="T62" fmla="*/ 253 w 311"/>
                  <a:gd name="T63" fmla="*/ 1730 h 1303"/>
                  <a:gd name="T64" fmla="*/ 237 w 311"/>
                  <a:gd name="T65" fmla="*/ 1690 h 1303"/>
                  <a:gd name="T66" fmla="*/ 235 w 311"/>
                  <a:gd name="T67" fmla="*/ 1660 h 1303"/>
                  <a:gd name="T68" fmla="*/ 242 w 311"/>
                  <a:gd name="T69" fmla="*/ 1635 h 1303"/>
                  <a:gd name="T70" fmla="*/ 256 w 311"/>
                  <a:gd name="T71" fmla="*/ 1559 h 1303"/>
                  <a:gd name="T72" fmla="*/ 263 w 311"/>
                  <a:gd name="T73" fmla="*/ 1476 h 1303"/>
                  <a:gd name="T74" fmla="*/ 278 w 311"/>
                  <a:gd name="T75" fmla="*/ 1401 h 1303"/>
                  <a:gd name="T76" fmla="*/ 310 w 311"/>
                  <a:gd name="T77" fmla="*/ 1248 h 1303"/>
                  <a:gd name="T78" fmla="*/ 317 w 311"/>
                  <a:gd name="T79" fmla="*/ 1133 h 1303"/>
                  <a:gd name="T80" fmla="*/ 318 w 311"/>
                  <a:gd name="T81" fmla="*/ 993 h 1303"/>
                  <a:gd name="T82" fmla="*/ 327 w 311"/>
                  <a:gd name="T83" fmla="*/ 912 h 1303"/>
                  <a:gd name="T84" fmla="*/ 361 w 311"/>
                  <a:gd name="T85" fmla="*/ 806 h 1303"/>
                  <a:gd name="T86" fmla="*/ 377 w 311"/>
                  <a:gd name="T87" fmla="*/ 706 h 1303"/>
                  <a:gd name="T88" fmla="*/ 382 w 311"/>
                  <a:gd name="T89" fmla="*/ 601 h 1303"/>
                  <a:gd name="T90" fmla="*/ 443 w 311"/>
                  <a:gd name="T91" fmla="*/ 372 h 1303"/>
                  <a:gd name="T92" fmla="*/ 459 w 311"/>
                  <a:gd name="T93" fmla="*/ 58 h 1303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</a:gdLst>
                <a:ahLst/>
                <a:cxnLst>
                  <a:cxn ang="T94">
                    <a:pos x="T0" y="T1"/>
                  </a:cxn>
                  <a:cxn ang="T95">
                    <a:pos x="T2" y="T3"/>
                  </a:cxn>
                  <a:cxn ang="T96">
                    <a:pos x="T4" y="T5"/>
                  </a:cxn>
                  <a:cxn ang="T97">
                    <a:pos x="T6" y="T7"/>
                  </a:cxn>
                  <a:cxn ang="T98">
                    <a:pos x="T8" y="T9"/>
                  </a:cxn>
                  <a:cxn ang="T99">
                    <a:pos x="T10" y="T11"/>
                  </a:cxn>
                  <a:cxn ang="T100">
                    <a:pos x="T12" y="T13"/>
                  </a:cxn>
                  <a:cxn ang="T101">
                    <a:pos x="T14" y="T15"/>
                  </a:cxn>
                  <a:cxn ang="T102">
                    <a:pos x="T16" y="T17"/>
                  </a:cxn>
                  <a:cxn ang="T103">
                    <a:pos x="T18" y="T19"/>
                  </a:cxn>
                  <a:cxn ang="T104">
                    <a:pos x="T20" y="T21"/>
                  </a:cxn>
                  <a:cxn ang="T105">
                    <a:pos x="T22" y="T23"/>
                  </a:cxn>
                  <a:cxn ang="T106">
                    <a:pos x="T24" y="T25"/>
                  </a:cxn>
                  <a:cxn ang="T107">
                    <a:pos x="T26" y="T27"/>
                  </a:cxn>
                  <a:cxn ang="T108">
                    <a:pos x="T28" y="T29"/>
                  </a:cxn>
                  <a:cxn ang="T109">
                    <a:pos x="T30" y="T31"/>
                  </a:cxn>
                  <a:cxn ang="T110">
                    <a:pos x="T32" y="T33"/>
                  </a:cxn>
                  <a:cxn ang="T111">
                    <a:pos x="T34" y="T35"/>
                  </a:cxn>
                  <a:cxn ang="T112">
                    <a:pos x="T36" y="T37"/>
                  </a:cxn>
                  <a:cxn ang="T113">
                    <a:pos x="T38" y="T39"/>
                  </a:cxn>
                  <a:cxn ang="T114">
                    <a:pos x="T40" y="T41"/>
                  </a:cxn>
                  <a:cxn ang="T115">
                    <a:pos x="T42" y="T43"/>
                  </a:cxn>
                  <a:cxn ang="T116">
                    <a:pos x="T44" y="T45"/>
                  </a:cxn>
                  <a:cxn ang="T117">
                    <a:pos x="T46" y="T47"/>
                  </a:cxn>
                  <a:cxn ang="T118">
                    <a:pos x="T48" y="T49"/>
                  </a:cxn>
                  <a:cxn ang="T119">
                    <a:pos x="T50" y="T51"/>
                  </a:cxn>
                  <a:cxn ang="T120">
                    <a:pos x="T52" y="T53"/>
                  </a:cxn>
                  <a:cxn ang="T121">
                    <a:pos x="T54" y="T55"/>
                  </a:cxn>
                  <a:cxn ang="T122">
                    <a:pos x="T56" y="T57"/>
                  </a:cxn>
                  <a:cxn ang="T123">
                    <a:pos x="T58" y="T59"/>
                  </a:cxn>
                  <a:cxn ang="T124">
                    <a:pos x="T60" y="T61"/>
                  </a:cxn>
                  <a:cxn ang="T125">
                    <a:pos x="T62" y="T63"/>
                  </a:cxn>
                  <a:cxn ang="T126">
                    <a:pos x="T64" y="T65"/>
                  </a:cxn>
                  <a:cxn ang="T127">
                    <a:pos x="T66" y="T67"/>
                  </a:cxn>
                  <a:cxn ang="T128">
                    <a:pos x="T68" y="T69"/>
                  </a:cxn>
                  <a:cxn ang="T129">
                    <a:pos x="T70" y="T71"/>
                  </a:cxn>
                  <a:cxn ang="T130">
                    <a:pos x="T72" y="T73"/>
                  </a:cxn>
                  <a:cxn ang="T131">
                    <a:pos x="T74" y="T75"/>
                  </a:cxn>
                  <a:cxn ang="T132">
                    <a:pos x="T76" y="T77"/>
                  </a:cxn>
                  <a:cxn ang="T133">
                    <a:pos x="T78" y="T79"/>
                  </a:cxn>
                  <a:cxn ang="T134">
                    <a:pos x="T80" y="T81"/>
                  </a:cxn>
                  <a:cxn ang="T135">
                    <a:pos x="T82" y="T83"/>
                  </a:cxn>
                  <a:cxn ang="T136">
                    <a:pos x="T84" y="T85"/>
                  </a:cxn>
                  <a:cxn ang="T137">
                    <a:pos x="T86" y="T87"/>
                  </a:cxn>
                  <a:cxn ang="T138">
                    <a:pos x="T88" y="T89"/>
                  </a:cxn>
                  <a:cxn ang="T139">
                    <a:pos x="T90" y="T91"/>
                  </a:cxn>
                  <a:cxn ang="T140">
                    <a:pos x="T92" y="T93"/>
                  </a:cxn>
                </a:cxnLst>
                <a:rect l="0" t="0" r="r" b="b"/>
                <a:pathLst>
                  <a:path w="311" h="1303">
                    <a:moveTo>
                      <a:pt x="306" y="39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0" y="4"/>
                    </a:cubicBezTo>
                    <a:cubicBezTo>
                      <a:pt x="271" y="39"/>
                      <a:pt x="271" y="39"/>
                      <a:pt x="271" y="39"/>
                    </a:cubicBezTo>
                    <a:cubicBezTo>
                      <a:pt x="275" y="93"/>
                      <a:pt x="262" y="196"/>
                      <a:pt x="259" y="251"/>
                    </a:cubicBezTo>
                    <a:cubicBezTo>
                      <a:pt x="257" y="307"/>
                      <a:pt x="224" y="384"/>
                      <a:pt x="219" y="405"/>
                    </a:cubicBezTo>
                    <a:cubicBezTo>
                      <a:pt x="215" y="425"/>
                      <a:pt x="213" y="455"/>
                      <a:pt x="215" y="475"/>
                    </a:cubicBezTo>
                    <a:cubicBezTo>
                      <a:pt x="218" y="495"/>
                      <a:pt x="207" y="519"/>
                      <a:pt x="205" y="542"/>
                    </a:cubicBezTo>
                    <a:cubicBezTo>
                      <a:pt x="202" y="565"/>
                      <a:pt x="188" y="597"/>
                      <a:pt x="182" y="613"/>
                    </a:cubicBezTo>
                    <a:cubicBezTo>
                      <a:pt x="176" y="629"/>
                      <a:pt x="175" y="650"/>
                      <a:pt x="176" y="668"/>
                    </a:cubicBezTo>
                    <a:cubicBezTo>
                      <a:pt x="177" y="686"/>
                      <a:pt x="172" y="741"/>
                      <a:pt x="175" y="762"/>
                    </a:cubicBezTo>
                    <a:cubicBezTo>
                      <a:pt x="179" y="783"/>
                      <a:pt x="175" y="810"/>
                      <a:pt x="172" y="840"/>
                    </a:cubicBezTo>
                    <a:cubicBezTo>
                      <a:pt x="168" y="869"/>
                      <a:pt x="149" y="928"/>
                      <a:pt x="149" y="943"/>
                    </a:cubicBezTo>
                    <a:cubicBezTo>
                      <a:pt x="149" y="958"/>
                      <a:pt x="147" y="972"/>
                      <a:pt x="140" y="993"/>
                    </a:cubicBezTo>
                    <a:cubicBezTo>
                      <a:pt x="133" y="1013"/>
                      <a:pt x="133" y="1026"/>
                      <a:pt x="135" y="1049"/>
                    </a:cubicBezTo>
                    <a:cubicBezTo>
                      <a:pt x="137" y="1073"/>
                      <a:pt x="146" y="1096"/>
                      <a:pt x="142" y="1102"/>
                    </a:cubicBezTo>
                    <a:cubicBezTo>
                      <a:pt x="138" y="1109"/>
                      <a:pt x="149" y="1110"/>
                      <a:pt x="150" y="1116"/>
                    </a:cubicBezTo>
                    <a:cubicBezTo>
                      <a:pt x="151" y="1122"/>
                      <a:pt x="154" y="1138"/>
                      <a:pt x="154" y="1145"/>
                    </a:cubicBezTo>
                    <a:cubicBezTo>
                      <a:pt x="154" y="1152"/>
                      <a:pt x="142" y="1162"/>
                      <a:pt x="146" y="1167"/>
                    </a:cubicBezTo>
                    <a:cubicBezTo>
                      <a:pt x="157" y="1181"/>
                      <a:pt x="142" y="1209"/>
                      <a:pt x="133" y="1222"/>
                    </a:cubicBezTo>
                    <a:cubicBezTo>
                      <a:pt x="124" y="1235"/>
                      <a:pt x="110" y="1238"/>
                      <a:pt x="89" y="1239"/>
                    </a:cubicBezTo>
                    <a:cubicBezTo>
                      <a:pt x="68" y="1241"/>
                      <a:pt x="57" y="1269"/>
                      <a:pt x="48" y="1282"/>
                    </a:cubicBezTo>
                    <a:cubicBezTo>
                      <a:pt x="39" y="1296"/>
                      <a:pt x="18" y="1292"/>
                      <a:pt x="18" y="1292"/>
                    </a:cubicBezTo>
                    <a:cubicBezTo>
                      <a:pt x="18" y="1292"/>
                      <a:pt x="15" y="1294"/>
                      <a:pt x="12" y="1298"/>
                    </a:cubicBezTo>
                    <a:cubicBezTo>
                      <a:pt x="11" y="1299"/>
                      <a:pt x="11" y="1299"/>
                      <a:pt x="11" y="1299"/>
                    </a:cubicBezTo>
                    <a:cubicBezTo>
                      <a:pt x="12" y="1300"/>
                      <a:pt x="13" y="1300"/>
                      <a:pt x="15" y="1300"/>
                    </a:cubicBezTo>
                    <a:cubicBezTo>
                      <a:pt x="29" y="1302"/>
                      <a:pt x="44" y="1303"/>
                      <a:pt x="48" y="1298"/>
                    </a:cubicBezTo>
                    <a:cubicBezTo>
                      <a:pt x="51" y="1294"/>
                      <a:pt x="54" y="1292"/>
                      <a:pt x="54" y="1292"/>
                    </a:cubicBezTo>
                    <a:cubicBezTo>
                      <a:pt x="54" y="1292"/>
                      <a:pt x="75" y="1296"/>
                      <a:pt x="84" y="1282"/>
                    </a:cubicBezTo>
                    <a:cubicBezTo>
                      <a:pt x="93" y="1269"/>
                      <a:pt x="103" y="1241"/>
                      <a:pt x="125" y="1239"/>
                    </a:cubicBezTo>
                    <a:cubicBezTo>
                      <a:pt x="146" y="1238"/>
                      <a:pt x="160" y="1235"/>
                      <a:pt x="169" y="1222"/>
                    </a:cubicBezTo>
                    <a:cubicBezTo>
                      <a:pt x="178" y="1209"/>
                      <a:pt x="178" y="1178"/>
                      <a:pt x="169" y="1164"/>
                    </a:cubicBezTo>
                    <a:cubicBezTo>
                      <a:pt x="160" y="1149"/>
                      <a:pt x="158" y="1144"/>
                      <a:pt x="158" y="1137"/>
                    </a:cubicBezTo>
                    <a:cubicBezTo>
                      <a:pt x="158" y="1130"/>
                      <a:pt x="158" y="1123"/>
                      <a:pt x="156" y="1117"/>
                    </a:cubicBezTo>
                    <a:cubicBezTo>
                      <a:pt x="155" y="1111"/>
                      <a:pt x="157" y="1108"/>
                      <a:pt x="161" y="1101"/>
                    </a:cubicBezTo>
                    <a:cubicBezTo>
                      <a:pt x="166" y="1094"/>
                      <a:pt x="173" y="1073"/>
                      <a:pt x="171" y="1049"/>
                    </a:cubicBezTo>
                    <a:cubicBezTo>
                      <a:pt x="169" y="1026"/>
                      <a:pt x="168" y="1013"/>
                      <a:pt x="176" y="993"/>
                    </a:cubicBezTo>
                    <a:cubicBezTo>
                      <a:pt x="183" y="972"/>
                      <a:pt x="184" y="958"/>
                      <a:pt x="185" y="943"/>
                    </a:cubicBezTo>
                    <a:cubicBezTo>
                      <a:pt x="185" y="928"/>
                      <a:pt x="204" y="869"/>
                      <a:pt x="207" y="840"/>
                    </a:cubicBezTo>
                    <a:cubicBezTo>
                      <a:pt x="211" y="810"/>
                      <a:pt x="214" y="783"/>
                      <a:pt x="211" y="762"/>
                    </a:cubicBezTo>
                    <a:cubicBezTo>
                      <a:pt x="208" y="741"/>
                      <a:pt x="212" y="686"/>
                      <a:pt x="212" y="668"/>
                    </a:cubicBezTo>
                    <a:cubicBezTo>
                      <a:pt x="211" y="650"/>
                      <a:pt x="212" y="629"/>
                      <a:pt x="218" y="613"/>
                    </a:cubicBezTo>
                    <a:cubicBezTo>
                      <a:pt x="224" y="597"/>
                      <a:pt x="238" y="565"/>
                      <a:pt x="240" y="542"/>
                    </a:cubicBezTo>
                    <a:cubicBezTo>
                      <a:pt x="243" y="519"/>
                      <a:pt x="254" y="495"/>
                      <a:pt x="251" y="475"/>
                    </a:cubicBezTo>
                    <a:cubicBezTo>
                      <a:pt x="248" y="455"/>
                      <a:pt x="250" y="425"/>
                      <a:pt x="255" y="405"/>
                    </a:cubicBezTo>
                    <a:cubicBezTo>
                      <a:pt x="260" y="384"/>
                      <a:pt x="292" y="307"/>
                      <a:pt x="295" y="251"/>
                    </a:cubicBezTo>
                    <a:cubicBezTo>
                      <a:pt x="298" y="196"/>
                      <a:pt x="311" y="93"/>
                      <a:pt x="306" y="39"/>
                    </a:cubicBezTo>
                    <a:close/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6566" name="Freeform 94">
                <a:extLst>
                  <a:ext uri="{FF2B5EF4-FFF2-40B4-BE49-F238E27FC236}">
                    <a16:creationId xmlns:a16="http://schemas.microsoft.com/office/drawing/2014/main" id="{B0F9BA75-E020-4C5A-B88F-2F5F8A0385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8" y="2410"/>
                <a:ext cx="429" cy="1491"/>
              </a:xfrm>
              <a:custGeom>
                <a:avLst/>
                <a:gdLst>
                  <a:gd name="T0" fmla="*/ 103 w 376"/>
                  <a:gd name="T1" fmla="*/ 573 h 1307"/>
                  <a:gd name="T2" fmla="*/ 87 w 376"/>
                  <a:gd name="T3" fmla="*/ 972 h 1307"/>
                  <a:gd name="T4" fmla="*/ 99 w 376"/>
                  <a:gd name="T5" fmla="*/ 1396 h 1307"/>
                  <a:gd name="T6" fmla="*/ 130 w 376"/>
                  <a:gd name="T7" fmla="*/ 1636 h 1307"/>
                  <a:gd name="T8" fmla="*/ 123 w 376"/>
                  <a:gd name="T9" fmla="*/ 1685 h 1307"/>
                  <a:gd name="T10" fmla="*/ 22 w 376"/>
                  <a:gd name="T11" fmla="*/ 1858 h 1307"/>
                  <a:gd name="T12" fmla="*/ 9 w 376"/>
                  <a:gd name="T13" fmla="*/ 1897 h 1307"/>
                  <a:gd name="T14" fmla="*/ 18 w 376"/>
                  <a:gd name="T15" fmla="*/ 1902 h 1307"/>
                  <a:gd name="T16" fmla="*/ 35 w 376"/>
                  <a:gd name="T17" fmla="*/ 1906 h 1307"/>
                  <a:gd name="T18" fmla="*/ 66 w 376"/>
                  <a:gd name="T19" fmla="*/ 1921 h 1307"/>
                  <a:gd name="T20" fmla="*/ 102 w 376"/>
                  <a:gd name="T21" fmla="*/ 1921 h 1307"/>
                  <a:gd name="T22" fmla="*/ 149 w 376"/>
                  <a:gd name="T23" fmla="*/ 1940 h 1307"/>
                  <a:gd name="T24" fmla="*/ 181 w 376"/>
                  <a:gd name="T25" fmla="*/ 1926 h 1307"/>
                  <a:gd name="T26" fmla="*/ 191 w 376"/>
                  <a:gd name="T27" fmla="*/ 1926 h 1307"/>
                  <a:gd name="T28" fmla="*/ 285 w 376"/>
                  <a:gd name="T29" fmla="*/ 1847 h 1307"/>
                  <a:gd name="T30" fmla="*/ 340 w 376"/>
                  <a:gd name="T31" fmla="*/ 1708 h 1307"/>
                  <a:gd name="T32" fmla="*/ 341 w 376"/>
                  <a:gd name="T33" fmla="*/ 1642 h 1307"/>
                  <a:gd name="T34" fmla="*/ 364 w 376"/>
                  <a:gd name="T35" fmla="*/ 1478 h 1307"/>
                  <a:gd name="T36" fmla="*/ 415 w 376"/>
                  <a:gd name="T37" fmla="*/ 1136 h 1307"/>
                  <a:gd name="T38" fmla="*/ 426 w 376"/>
                  <a:gd name="T39" fmla="*/ 916 h 1307"/>
                  <a:gd name="T40" fmla="*/ 481 w 376"/>
                  <a:gd name="T41" fmla="*/ 605 h 1307"/>
                  <a:gd name="T42" fmla="*/ 557 w 376"/>
                  <a:gd name="T43" fmla="*/ 62 h 1307"/>
                  <a:gd name="T44" fmla="*/ 555 w 376"/>
                  <a:gd name="T45" fmla="*/ 65 h 1307"/>
                  <a:gd name="T46" fmla="*/ 507 w 376"/>
                  <a:gd name="T47" fmla="*/ 509 h 1307"/>
                  <a:gd name="T48" fmla="*/ 470 w 376"/>
                  <a:gd name="T49" fmla="*/ 719 h 1307"/>
                  <a:gd name="T50" fmla="*/ 412 w 376"/>
                  <a:gd name="T51" fmla="*/ 1002 h 1307"/>
                  <a:gd name="T52" fmla="*/ 387 w 376"/>
                  <a:gd name="T53" fmla="*/ 1335 h 1307"/>
                  <a:gd name="T54" fmla="*/ 350 w 376"/>
                  <a:gd name="T55" fmla="*/ 1563 h 1307"/>
                  <a:gd name="T56" fmla="*/ 329 w 376"/>
                  <a:gd name="T57" fmla="*/ 1658 h 1307"/>
                  <a:gd name="T58" fmla="*/ 357 w 376"/>
                  <a:gd name="T59" fmla="*/ 1777 h 1307"/>
                  <a:gd name="T60" fmla="*/ 238 w 376"/>
                  <a:gd name="T61" fmla="*/ 1878 h 1307"/>
                  <a:gd name="T62" fmla="*/ 179 w 376"/>
                  <a:gd name="T63" fmla="*/ 1920 h 1307"/>
                  <a:gd name="T64" fmla="*/ 161 w 376"/>
                  <a:gd name="T65" fmla="*/ 1932 h 1307"/>
                  <a:gd name="T66" fmla="*/ 103 w 376"/>
                  <a:gd name="T67" fmla="*/ 1919 h 1307"/>
                  <a:gd name="T68" fmla="*/ 102 w 376"/>
                  <a:gd name="T69" fmla="*/ 1919 h 1307"/>
                  <a:gd name="T70" fmla="*/ 84 w 376"/>
                  <a:gd name="T71" fmla="*/ 1920 h 1307"/>
                  <a:gd name="T72" fmla="*/ 67 w 376"/>
                  <a:gd name="T73" fmla="*/ 1917 h 1307"/>
                  <a:gd name="T74" fmla="*/ 67 w 376"/>
                  <a:gd name="T75" fmla="*/ 1917 h 1307"/>
                  <a:gd name="T76" fmla="*/ 64 w 376"/>
                  <a:gd name="T77" fmla="*/ 1917 h 1307"/>
                  <a:gd name="T78" fmla="*/ 40 w 376"/>
                  <a:gd name="T79" fmla="*/ 1910 h 1307"/>
                  <a:gd name="T80" fmla="*/ 38 w 376"/>
                  <a:gd name="T81" fmla="*/ 1906 h 1307"/>
                  <a:gd name="T82" fmla="*/ 33 w 376"/>
                  <a:gd name="T83" fmla="*/ 1906 h 1307"/>
                  <a:gd name="T84" fmla="*/ 33 w 376"/>
                  <a:gd name="T85" fmla="*/ 1905 h 1307"/>
                  <a:gd name="T86" fmla="*/ 33 w 376"/>
                  <a:gd name="T87" fmla="*/ 1905 h 1307"/>
                  <a:gd name="T88" fmla="*/ 21 w 376"/>
                  <a:gd name="T89" fmla="*/ 1895 h 1307"/>
                  <a:gd name="T90" fmla="*/ 18 w 376"/>
                  <a:gd name="T91" fmla="*/ 1895 h 1307"/>
                  <a:gd name="T92" fmla="*/ 15 w 376"/>
                  <a:gd name="T93" fmla="*/ 1893 h 1307"/>
                  <a:gd name="T94" fmla="*/ 17 w 376"/>
                  <a:gd name="T95" fmla="*/ 1869 h 1307"/>
                  <a:gd name="T96" fmla="*/ 128 w 376"/>
                  <a:gd name="T97" fmla="*/ 1689 h 1307"/>
                  <a:gd name="T98" fmla="*/ 137 w 376"/>
                  <a:gd name="T99" fmla="*/ 1635 h 1307"/>
                  <a:gd name="T100" fmla="*/ 105 w 376"/>
                  <a:gd name="T101" fmla="*/ 1396 h 1307"/>
                  <a:gd name="T102" fmla="*/ 94 w 376"/>
                  <a:gd name="T103" fmla="*/ 973 h 1307"/>
                  <a:gd name="T104" fmla="*/ 108 w 376"/>
                  <a:gd name="T105" fmla="*/ 573 h 1307"/>
                  <a:gd name="T106" fmla="*/ 104 w 376"/>
                  <a:gd name="T107" fmla="*/ 3 h 1307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0" t="0" r="r" b="b"/>
                <a:pathLst>
                  <a:path w="376" h="1307">
                    <a:moveTo>
                      <a:pt x="68" y="3"/>
                    </a:moveTo>
                    <a:cubicBezTo>
                      <a:pt x="66" y="3"/>
                      <a:pt x="66" y="3"/>
                      <a:pt x="66" y="3"/>
                    </a:cubicBezTo>
                    <a:cubicBezTo>
                      <a:pt x="66" y="3"/>
                      <a:pt x="61" y="118"/>
                      <a:pt x="61" y="210"/>
                    </a:cubicBezTo>
                    <a:cubicBezTo>
                      <a:pt x="61" y="246"/>
                      <a:pt x="61" y="278"/>
                      <a:pt x="63" y="299"/>
                    </a:cubicBezTo>
                    <a:cubicBezTo>
                      <a:pt x="68" y="339"/>
                      <a:pt x="69" y="365"/>
                      <a:pt x="69" y="386"/>
                    </a:cubicBezTo>
                    <a:cubicBezTo>
                      <a:pt x="69" y="403"/>
                      <a:pt x="68" y="416"/>
                      <a:pt x="67" y="433"/>
                    </a:cubicBezTo>
                    <a:cubicBezTo>
                      <a:pt x="63" y="469"/>
                      <a:pt x="62" y="524"/>
                      <a:pt x="61" y="552"/>
                    </a:cubicBezTo>
                    <a:cubicBezTo>
                      <a:pt x="61" y="554"/>
                      <a:pt x="61" y="556"/>
                      <a:pt x="61" y="558"/>
                    </a:cubicBezTo>
                    <a:cubicBezTo>
                      <a:pt x="61" y="575"/>
                      <a:pt x="64" y="598"/>
                      <a:pt x="64" y="619"/>
                    </a:cubicBezTo>
                    <a:cubicBezTo>
                      <a:pt x="64" y="632"/>
                      <a:pt x="63" y="645"/>
                      <a:pt x="59" y="655"/>
                    </a:cubicBezTo>
                    <a:cubicBezTo>
                      <a:pt x="52" y="677"/>
                      <a:pt x="41" y="724"/>
                      <a:pt x="41" y="764"/>
                    </a:cubicBezTo>
                    <a:cubicBezTo>
                      <a:pt x="41" y="776"/>
                      <a:pt x="42" y="788"/>
                      <a:pt x="45" y="798"/>
                    </a:cubicBezTo>
                    <a:cubicBezTo>
                      <a:pt x="55" y="840"/>
                      <a:pt x="56" y="860"/>
                      <a:pt x="56" y="879"/>
                    </a:cubicBezTo>
                    <a:cubicBezTo>
                      <a:pt x="56" y="898"/>
                      <a:pt x="58" y="915"/>
                      <a:pt x="63" y="928"/>
                    </a:cubicBezTo>
                    <a:cubicBezTo>
                      <a:pt x="65" y="934"/>
                      <a:pt x="66" y="938"/>
                      <a:pt x="67" y="941"/>
                    </a:cubicBezTo>
                    <a:cubicBezTo>
                      <a:pt x="67" y="945"/>
                      <a:pt x="68" y="949"/>
                      <a:pt x="68" y="955"/>
                    </a:cubicBezTo>
                    <a:cubicBezTo>
                      <a:pt x="68" y="968"/>
                      <a:pt x="75" y="981"/>
                      <a:pt x="80" y="997"/>
                    </a:cubicBezTo>
                    <a:cubicBezTo>
                      <a:pt x="86" y="1012"/>
                      <a:pt x="89" y="1028"/>
                      <a:pt x="89" y="1049"/>
                    </a:cubicBezTo>
                    <a:cubicBezTo>
                      <a:pt x="89" y="1060"/>
                      <a:pt x="86" y="1074"/>
                      <a:pt x="86" y="1087"/>
                    </a:cubicBezTo>
                    <a:cubicBezTo>
                      <a:pt x="86" y="1093"/>
                      <a:pt x="87" y="1098"/>
                      <a:pt x="88" y="1102"/>
                    </a:cubicBezTo>
                    <a:cubicBezTo>
                      <a:pt x="89" y="1107"/>
                      <a:pt x="92" y="1111"/>
                      <a:pt x="96" y="1114"/>
                    </a:cubicBezTo>
                    <a:cubicBezTo>
                      <a:pt x="97" y="1112"/>
                      <a:pt x="97" y="1112"/>
                      <a:pt x="97" y="1112"/>
                    </a:cubicBezTo>
                    <a:cubicBezTo>
                      <a:pt x="95" y="1112"/>
                      <a:pt x="95" y="1112"/>
                      <a:pt x="95" y="1112"/>
                    </a:cubicBezTo>
                    <a:cubicBezTo>
                      <a:pt x="95" y="1112"/>
                      <a:pt x="95" y="1112"/>
                      <a:pt x="95" y="1112"/>
                    </a:cubicBezTo>
                    <a:cubicBezTo>
                      <a:pt x="94" y="1115"/>
                      <a:pt x="90" y="1129"/>
                      <a:pt x="83" y="1135"/>
                    </a:cubicBezTo>
                    <a:cubicBezTo>
                      <a:pt x="74" y="1144"/>
                      <a:pt x="60" y="1163"/>
                      <a:pt x="55" y="1181"/>
                    </a:cubicBezTo>
                    <a:cubicBezTo>
                      <a:pt x="53" y="1190"/>
                      <a:pt x="49" y="1201"/>
                      <a:pt x="45" y="1212"/>
                    </a:cubicBezTo>
                    <a:cubicBezTo>
                      <a:pt x="43" y="1217"/>
                      <a:pt x="41" y="1222"/>
                      <a:pt x="39" y="1226"/>
                    </a:cubicBezTo>
                    <a:cubicBezTo>
                      <a:pt x="37" y="1230"/>
                      <a:pt x="35" y="1233"/>
                      <a:pt x="33" y="1235"/>
                    </a:cubicBezTo>
                    <a:cubicBezTo>
                      <a:pt x="26" y="1244"/>
                      <a:pt x="19" y="1249"/>
                      <a:pt x="15" y="1252"/>
                    </a:cubicBezTo>
                    <a:cubicBezTo>
                      <a:pt x="13" y="1253"/>
                      <a:pt x="9" y="1255"/>
                      <a:pt x="6" y="1258"/>
                    </a:cubicBezTo>
                    <a:cubicBezTo>
                      <a:pt x="5" y="1259"/>
                      <a:pt x="3" y="1261"/>
                      <a:pt x="2" y="1262"/>
                    </a:cubicBezTo>
                    <a:cubicBezTo>
                      <a:pt x="1" y="1264"/>
                      <a:pt x="0" y="1266"/>
                      <a:pt x="0" y="1268"/>
                    </a:cubicBezTo>
                    <a:cubicBezTo>
                      <a:pt x="0" y="1269"/>
                      <a:pt x="1" y="1271"/>
                      <a:pt x="1" y="1272"/>
                    </a:cubicBezTo>
                    <a:cubicBezTo>
                      <a:pt x="2" y="1275"/>
                      <a:pt x="4" y="1276"/>
                      <a:pt x="6" y="1278"/>
                    </a:cubicBezTo>
                    <a:cubicBezTo>
                      <a:pt x="7" y="1279"/>
                      <a:pt x="9" y="1279"/>
                      <a:pt x="10" y="1279"/>
                    </a:cubicBezTo>
                    <a:cubicBezTo>
                      <a:pt x="12" y="1279"/>
                      <a:pt x="12" y="1279"/>
                      <a:pt x="13" y="1279"/>
                    </a:cubicBezTo>
                    <a:cubicBezTo>
                      <a:pt x="12" y="1277"/>
                      <a:pt x="12" y="1277"/>
                      <a:pt x="12" y="1277"/>
                    </a:cubicBezTo>
                    <a:cubicBezTo>
                      <a:pt x="10" y="1277"/>
                      <a:pt x="10" y="1277"/>
                      <a:pt x="10" y="1277"/>
                    </a:cubicBezTo>
                    <a:cubicBezTo>
                      <a:pt x="10" y="1277"/>
                      <a:pt x="11" y="1279"/>
                      <a:pt x="12" y="1281"/>
                    </a:cubicBezTo>
                    <a:cubicBezTo>
                      <a:pt x="13" y="1283"/>
                      <a:pt x="15" y="1286"/>
                      <a:pt x="18" y="1287"/>
                    </a:cubicBezTo>
                    <a:cubicBezTo>
                      <a:pt x="20" y="1287"/>
                      <a:pt x="21" y="1287"/>
                      <a:pt x="21" y="1287"/>
                    </a:cubicBezTo>
                    <a:cubicBezTo>
                      <a:pt x="23" y="1287"/>
                      <a:pt x="24" y="1287"/>
                      <a:pt x="25" y="1286"/>
                    </a:cubicBezTo>
                    <a:cubicBezTo>
                      <a:pt x="26" y="1286"/>
                      <a:pt x="26" y="1285"/>
                      <a:pt x="26" y="1284"/>
                    </a:cubicBezTo>
                    <a:cubicBezTo>
                      <a:pt x="24" y="1284"/>
                      <a:pt x="24" y="1284"/>
                      <a:pt x="24" y="1284"/>
                    </a:cubicBezTo>
                    <a:cubicBezTo>
                      <a:pt x="22" y="1285"/>
                      <a:pt x="22" y="1285"/>
                      <a:pt x="22" y="1285"/>
                    </a:cubicBezTo>
                    <a:cubicBezTo>
                      <a:pt x="22" y="1285"/>
                      <a:pt x="23" y="1287"/>
                      <a:pt x="24" y="1289"/>
                    </a:cubicBezTo>
                    <a:cubicBezTo>
                      <a:pt x="25" y="1291"/>
                      <a:pt x="28" y="1293"/>
                      <a:pt x="32" y="1295"/>
                    </a:cubicBezTo>
                    <a:cubicBezTo>
                      <a:pt x="34" y="1296"/>
                      <a:pt x="36" y="1296"/>
                      <a:pt x="38" y="1296"/>
                    </a:cubicBezTo>
                    <a:cubicBezTo>
                      <a:pt x="42" y="1296"/>
                      <a:pt x="45" y="1294"/>
                      <a:pt x="45" y="1294"/>
                    </a:cubicBezTo>
                    <a:cubicBezTo>
                      <a:pt x="44" y="1292"/>
                      <a:pt x="44" y="1292"/>
                      <a:pt x="44" y="1292"/>
                    </a:cubicBezTo>
                    <a:cubicBezTo>
                      <a:pt x="43" y="1294"/>
                      <a:pt x="43" y="1294"/>
                      <a:pt x="43" y="1294"/>
                    </a:cubicBezTo>
                    <a:cubicBezTo>
                      <a:pt x="44" y="1294"/>
                      <a:pt x="47" y="1296"/>
                      <a:pt x="54" y="1297"/>
                    </a:cubicBezTo>
                    <a:cubicBezTo>
                      <a:pt x="55" y="1297"/>
                      <a:pt x="56" y="1297"/>
                      <a:pt x="57" y="1297"/>
                    </a:cubicBezTo>
                    <a:cubicBezTo>
                      <a:pt x="63" y="1297"/>
                      <a:pt x="67" y="1294"/>
                      <a:pt x="68" y="1294"/>
                    </a:cubicBezTo>
                    <a:cubicBezTo>
                      <a:pt x="66" y="1292"/>
                      <a:pt x="66" y="1292"/>
                      <a:pt x="66" y="1292"/>
                    </a:cubicBezTo>
                    <a:cubicBezTo>
                      <a:pt x="65" y="1292"/>
                      <a:pt x="65" y="1292"/>
                      <a:pt x="65" y="1292"/>
                    </a:cubicBezTo>
                    <a:cubicBezTo>
                      <a:pt x="65" y="1293"/>
                      <a:pt x="65" y="1295"/>
                      <a:pt x="67" y="1298"/>
                    </a:cubicBezTo>
                    <a:cubicBezTo>
                      <a:pt x="70" y="1301"/>
                      <a:pt x="74" y="1304"/>
                      <a:pt x="81" y="1305"/>
                    </a:cubicBezTo>
                    <a:cubicBezTo>
                      <a:pt x="88" y="1306"/>
                      <a:pt x="95" y="1307"/>
                      <a:pt x="101" y="1307"/>
                    </a:cubicBezTo>
                    <a:cubicBezTo>
                      <a:pt x="104" y="1307"/>
                      <a:pt x="107" y="1307"/>
                      <a:pt x="110" y="1306"/>
                    </a:cubicBezTo>
                    <a:cubicBezTo>
                      <a:pt x="112" y="1305"/>
                      <a:pt x="115" y="1305"/>
                      <a:pt x="116" y="1303"/>
                    </a:cubicBezTo>
                    <a:cubicBezTo>
                      <a:pt x="118" y="1300"/>
                      <a:pt x="119" y="1299"/>
                      <a:pt x="120" y="1298"/>
                    </a:cubicBezTo>
                    <a:cubicBezTo>
                      <a:pt x="121" y="1297"/>
                      <a:pt x="121" y="1297"/>
                      <a:pt x="121" y="1297"/>
                    </a:cubicBezTo>
                    <a:cubicBezTo>
                      <a:pt x="122" y="1297"/>
                      <a:pt x="122" y="1297"/>
                      <a:pt x="122" y="1297"/>
                    </a:cubicBezTo>
                    <a:cubicBezTo>
                      <a:pt x="122" y="1297"/>
                      <a:pt x="122" y="1297"/>
                      <a:pt x="122" y="1297"/>
                    </a:cubicBezTo>
                    <a:cubicBezTo>
                      <a:pt x="122" y="1297"/>
                      <a:pt x="122" y="1297"/>
                      <a:pt x="122" y="1297"/>
                    </a:cubicBezTo>
                    <a:cubicBezTo>
                      <a:pt x="121" y="1295"/>
                      <a:pt x="121" y="1295"/>
                      <a:pt x="121" y="1295"/>
                    </a:cubicBezTo>
                    <a:cubicBezTo>
                      <a:pt x="120" y="1297"/>
                      <a:pt x="120" y="1297"/>
                      <a:pt x="120" y="1297"/>
                    </a:cubicBezTo>
                    <a:cubicBezTo>
                      <a:pt x="120" y="1297"/>
                      <a:pt x="123" y="1297"/>
                      <a:pt x="128" y="1297"/>
                    </a:cubicBezTo>
                    <a:cubicBezTo>
                      <a:pt x="131" y="1297"/>
                      <a:pt x="136" y="1297"/>
                      <a:pt x="140" y="1295"/>
                    </a:cubicBezTo>
                    <a:cubicBezTo>
                      <a:pt x="145" y="1294"/>
                      <a:pt x="149" y="1291"/>
                      <a:pt x="153" y="1286"/>
                    </a:cubicBezTo>
                    <a:cubicBezTo>
                      <a:pt x="157" y="1279"/>
                      <a:pt x="162" y="1269"/>
                      <a:pt x="168" y="1260"/>
                    </a:cubicBezTo>
                    <a:cubicBezTo>
                      <a:pt x="171" y="1256"/>
                      <a:pt x="175" y="1252"/>
                      <a:pt x="179" y="1249"/>
                    </a:cubicBezTo>
                    <a:cubicBezTo>
                      <a:pt x="183" y="1246"/>
                      <a:pt x="187" y="1245"/>
                      <a:pt x="192" y="1244"/>
                    </a:cubicBezTo>
                    <a:cubicBezTo>
                      <a:pt x="202" y="1243"/>
                      <a:pt x="211" y="1242"/>
                      <a:pt x="219" y="1240"/>
                    </a:cubicBezTo>
                    <a:cubicBezTo>
                      <a:pt x="227" y="1237"/>
                      <a:pt x="233" y="1233"/>
                      <a:pt x="237" y="1226"/>
                    </a:cubicBezTo>
                    <a:cubicBezTo>
                      <a:pt x="242" y="1219"/>
                      <a:pt x="244" y="1208"/>
                      <a:pt x="244" y="1197"/>
                    </a:cubicBezTo>
                    <a:cubicBezTo>
                      <a:pt x="244" y="1185"/>
                      <a:pt x="242" y="1174"/>
                      <a:pt x="237" y="1166"/>
                    </a:cubicBezTo>
                    <a:cubicBezTo>
                      <a:pt x="233" y="1158"/>
                      <a:pt x="230" y="1154"/>
                      <a:pt x="229" y="1150"/>
                    </a:cubicBezTo>
                    <a:cubicBezTo>
                      <a:pt x="227" y="1146"/>
                      <a:pt x="227" y="1144"/>
                      <a:pt x="227" y="1140"/>
                    </a:cubicBezTo>
                    <a:cubicBezTo>
                      <a:pt x="227" y="1133"/>
                      <a:pt x="227" y="1126"/>
                      <a:pt x="225" y="1119"/>
                    </a:cubicBezTo>
                    <a:cubicBezTo>
                      <a:pt x="225" y="1118"/>
                      <a:pt x="225" y="1117"/>
                      <a:pt x="225" y="1117"/>
                    </a:cubicBezTo>
                    <a:cubicBezTo>
                      <a:pt x="225" y="1115"/>
                      <a:pt x="225" y="1113"/>
                      <a:pt x="226" y="1112"/>
                    </a:cubicBezTo>
                    <a:cubicBezTo>
                      <a:pt x="227" y="1110"/>
                      <a:pt x="228" y="1108"/>
                      <a:pt x="230" y="1105"/>
                    </a:cubicBezTo>
                    <a:cubicBezTo>
                      <a:pt x="232" y="1102"/>
                      <a:pt x="235" y="1096"/>
                      <a:pt x="237" y="1088"/>
                    </a:cubicBezTo>
                    <a:cubicBezTo>
                      <a:pt x="239" y="1080"/>
                      <a:pt x="240" y="1071"/>
                      <a:pt x="240" y="1060"/>
                    </a:cubicBezTo>
                    <a:cubicBezTo>
                      <a:pt x="240" y="1058"/>
                      <a:pt x="240" y="1055"/>
                      <a:pt x="240" y="1052"/>
                    </a:cubicBezTo>
                    <a:cubicBezTo>
                      <a:pt x="239" y="1043"/>
                      <a:pt x="239" y="1036"/>
                      <a:pt x="239" y="1029"/>
                    </a:cubicBezTo>
                    <a:cubicBezTo>
                      <a:pt x="239" y="1018"/>
                      <a:pt x="240" y="1009"/>
                      <a:pt x="245" y="996"/>
                    </a:cubicBezTo>
                    <a:cubicBezTo>
                      <a:pt x="252" y="975"/>
                      <a:pt x="253" y="962"/>
                      <a:pt x="254" y="946"/>
                    </a:cubicBezTo>
                    <a:cubicBezTo>
                      <a:pt x="254" y="943"/>
                      <a:pt x="255" y="936"/>
                      <a:pt x="257" y="928"/>
                    </a:cubicBezTo>
                    <a:cubicBezTo>
                      <a:pt x="262" y="904"/>
                      <a:pt x="274" y="866"/>
                      <a:pt x="276" y="843"/>
                    </a:cubicBezTo>
                    <a:cubicBezTo>
                      <a:pt x="279" y="822"/>
                      <a:pt x="281" y="802"/>
                      <a:pt x="281" y="785"/>
                    </a:cubicBezTo>
                    <a:cubicBezTo>
                      <a:pt x="281" y="778"/>
                      <a:pt x="281" y="771"/>
                      <a:pt x="280" y="765"/>
                    </a:cubicBezTo>
                    <a:cubicBezTo>
                      <a:pt x="279" y="759"/>
                      <a:pt x="279" y="751"/>
                      <a:pt x="279" y="742"/>
                    </a:cubicBezTo>
                    <a:cubicBezTo>
                      <a:pt x="279" y="719"/>
                      <a:pt x="281" y="690"/>
                      <a:pt x="281" y="675"/>
                    </a:cubicBezTo>
                    <a:cubicBezTo>
                      <a:pt x="281" y="674"/>
                      <a:pt x="281" y="672"/>
                      <a:pt x="281" y="671"/>
                    </a:cubicBezTo>
                    <a:cubicBezTo>
                      <a:pt x="281" y="667"/>
                      <a:pt x="280" y="664"/>
                      <a:pt x="280" y="660"/>
                    </a:cubicBezTo>
                    <a:cubicBezTo>
                      <a:pt x="280" y="645"/>
                      <a:pt x="282" y="630"/>
                      <a:pt x="287" y="617"/>
                    </a:cubicBezTo>
                    <a:cubicBezTo>
                      <a:pt x="292" y="601"/>
                      <a:pt x="307" y="569"/>
                      <a:pt x="309" y="545"/>
                    </a:cubicBezTo>
                    <a:cubicBezTo>
                      <a:pt x="312" y="525"/>
                      <a:pt x="320" y="504"/>
                      <a:pt x="320" y="484"/>
                    </a:cubicBezTo>
                    <a:cubicBezTo>
                      <a:pt x="320" y="482"/>
                      <a:pt x="320" y="480"/>
                      <a:pt x="320" y="477"/>
                    </a:cubicBezTo>
                    <a:cubicBezTo>
                      <a:pt x="319" y="471"/>
                      <a:pt x="319" y="464"/>
                      <a:pt x="319" y="457"/>
                    </a:cubicBezTo>
                    <a:cubicBezTo>
                      <a:pt x="319" y="441"/>
                      <a:pt x="321" y="422"/>
                      <a:pt x="324" y="408"/>
                    </a:cubicBezTo>
                    <a:cubicBezTo>
                      <a:pt x="325" y="403"/>
                      <a:pt x="328" y="394"/>
                      <a:pt x="332" y="383"/>
                    </a:cubicBezTo>
                    <a:cubicBezTo>
                      <a:pt x="343" y="350"/>
                      <a:pt x="362" y="296"/>
                      <a:pt x="364" y="254"/>
                    </a:cubicBezTo>
                    <a:cubicBezTo>
                      <a:pt x="366" y="207"/>
                      <a:pt x="376" y="126"/>
                      <a:pt x="376" y="69"/>
                    </a:cubicBezTo>
                    <a:cubicBezTo>
                      <a:pt x="376" y="59"/>
                      <a:pt x="376" y="50"/>
                      <a:pt x="375" y="42"/>
                    </a:cubicBezTo>
                    <a:cubicBezTo>
                      <a:pt x="375" y="41"/>
                      <a:pt x="375" y="41"/>
                      <a:pt x="375" y="41"/>
                    </a:cubicBezTo>
                    <a:cubicBezTo>
                      <a:pt x="66" y="0"/>
                      <a:pt x="66" y="0"/>
                      <a:pt x="66" y="0"/>
                    </a:cubicBezTo>
                    <a:cubicBezTo>
                      <a:pt x="66" y="3"/>
                      <a:pt x="66" y="3"/>
                      <a:pt x="66" y="3"/>
                    </a:cubicBezTo>
                    <a:cubicBezTo>
                      <a:pt x="68" y="3"/>
                      <a:pt x="68" y="3"/>
                      <a:pt x="68" y="3"/>
                    </a:cubicBezTo>
                    <a:cubicBezTo>
                      <a:pt x="67" y="5"/>
                      <a:pt x="67" y="5"/>
                      <a:pt x="67" y="5"/>
                    </a:cubicBezTo>
                    <a:cubicBezTo>
                      <a:pt x="373" y="44"/>
                      <a:pt x="373" y="44"/>
                      <a:pt x="373" y="44"/>
                    </a:cubicBezTo>
                    <a:cubicBezTo>
                      <a:pt x="373" y="42"/>
                      <a:pt x="373" y="42"/>
                      <a:pt x="373" y="42"/>
                    </a:cubicBezTo>
                    <a:cubicBezTo>
                      <a:pt x="371" y="43"/>
                      <a:pt x="371" y="43"/>
                      <a:pt x="371" y="43"/>
                    </a:cubicBezTo>
                    <a:cubicBezTo>
                      <a:pt x="372" y="50"/>
                      <a:pt x="372" y="59"/>
                      <a:pt x="372" y="69"/>
                    </a:cubicBezTo>
                    <a:cubicBezTo>
                      <a:pt x="372" y="125"/>
                      <a:pt x="362" y="207"/>
                      <a:pt x="360" y="254"/>
                    </a:cubicBezTo>
                    <a:cubicBezTo>
                      <a:pt x="359" y="282"/>
                      <a:pt x="350" y="315"/>
                      <a:pt x="341" y="343"/>
                    </a:cubicBezTo>
                    <a:cubicBezTo>
                      <a:pt x="336" y="358"/>
                      <a:pt x="332" y="371"/>
                      <a:pt x="328" y="382"/>
                    </a:cubicBezTo>
                    <a:cubicBezTo>
                      <a:pt x="324" y="393"/>
                      <a:pt x="321" y="402"/>
                      <a:pt x="320" y="407"/>
                    </a:cubicBezTo>
                    <a:cubicBezTo>
                      <a:pt x="317" y="422"/>
                      <a:pt x="315" y="440"/>
                      <a:pt x="315" y="457"/>
                    </a:cubicBezTo>
                    <a:cubicBezTo>
                      <a:pt x="315" y="465"/>
                      <a:pt x="315" y="472"/>
                      <a:pt x="316" y="478"/>
                    </a:cubicBezTo>
                    <a:cubicBezTo>
                      <a:pt x="316" y="480"/>
                      <a:pt x="316" y="482"/>
                      <a:pt x="316" y="484"/>
                    </a:cubicBezTo>
                    <a:cubicBezTo>
                      <a:pt x="316" y="502"/>
                      <a:pt x="308" y="524"/>
                      <a:pt x="305" y="545"/>
                    </a:cubicBezTo>
                    <a:cubicBezTo>
                      <a:pt x="303" y="568"/>
                      <a:pt x="289" y="600"/>
                      <a:pt x="283" y="616"/>
                    </a:cubicBezTo>
                    <a:cubicBezTo>
                      <a:pt x="278" y="629"/>
                      <a:pt x="276" y="645"/>
                      <a:pt x="276" y="660"/>
                    </a:cubicBezTo>
                    <a:cubicBezTo>
                      <a:pt x="276" y="664"/>
                      <a:pt x="277" y="668"/>
                      <a:pt x="277" y="671"/>
                    </a:cubicBezTo>
                    <a:cubicBezTo>
                      <a:pt x="277" y="672"/>
                      <a:pt x="277" y="674"/>
                      <a:pt x="277" y="675"/>
                    </a:cubicBezTo>
                    <a:cubicBezTo>
                      <a:pt x="277" y="690"/>
                      <a:pt x="275" y="719"/>
                      <a:pt x="275" y="742"/>
                    </a:cubicBezTo>
                    <a:cubicBezTo>
                      <a:pt x="275" y="751"/>
                      <a:pt x="275" y="759"/>
                      <a:pt x="276" y="765"/>
                    </a:cubicBezTo>
                    <a:cubicBezTo>
                      <a:pt x="277" y="771"/>
                      <a:pt x="277" y="778"/>
                      <a:pt x="277" y="785"/>
                    </a:cubicBezTo>
                    <a:cubicBezTo>
                      <a:pt x="277" y="802"/>
                      <a:pt x="275" y="822"/>
                      <a:pt x="272" y="843"/>
                    </a:cubicBezTo>
                    <a:cubicBezTo>
                      <a:pt x="271" y="857"/>
                      <a:pt x="265" y="879"/>
                      <a:pt x="260" y="899"/>
                    </a:cubicBezTo>
                    <a:cubicBezTo>
                      <a:pt x="257" y="910"/>
                      <a:pt x="255" y="919"/>
                      <a:pt x="253" y="927"/>
                    </a:cubicBezTo>
                    <a:cubicBezTo>
                      <a:pt x="251" y="936"/>
                      <a:pt x="250" y="942"/>
                      <a:pt x="250" y="946"/>
                    </a:cubicBezTo>
                    <a:cubicBezTo>
                      <a:pt x="249" y="961"/>
                      <a:pt x="248" y="974"/>
                      <a:pt x="241" y="995"/>
                    </a:cubicBezTo>
                    <a:cubicBezTo>
                      <a:pt x="236" y="1008"/>
                      <a:pt x="235" y="1018"/>
                      <a:pt x="235" y="1029"/>
                    </a:cubicBezTo>
                    <a:cubicBezTo>
                      <a:pt x="235" y="1036"/>
                      <a:pt x="235" y="1043"/>
                      <a:pt x="236" y="1053"/>
                    </a:cubicBezTo>
                    <a:cubicBezTo>
                      <a:pt x="236" y="1055"/>
                      <a:pt x="236" y="1058"/>
                      <a:pt x="236" y="1060"/>
                    </a:cubicBezTo>
                    <a:cubicBezTo>
                      <a:pt x="236" y="1070"/>
                      <a:pt x="235" y="1080"/>
                      <a:pt x="233" y="1087"/>
                    </a:cubicBezTo>
                    <a:cubicBezTo>
                      <a:pt x="231" y="1095"/>
                      <a:pt x="228" y="1100"/>
                      <a:pt x="227" y="1103"/>
                    </a:cubicBezTo>
                    <a:cubicBezTo>
                      <a:pt x="225" y="1106"/>
                      <a:pt x="224" y="1108"/>
                      <a:pt x="223" y="1110"/>
                    </a:cubicBezTo>
                    <a:cubicBezTo>
                      <a:pt x="222" y="1112"/>
                      <a:pt x="221" y="1114"/>
                      <a:pt x="221" y="1117"/>
                    </a:cubicBezTo>
                    <a:cubicBezTo>
                      <a:pt x="221" y="1118"/>
                      <a:pt x="221" y="1119"/>
                      <a:pt x="221" y="1120"/>
                    </a:cubicBezTo>
                    <a:cubicBezTo>
                      <a:pt x="223" y="1126"/>
                      <a:pt x="223" y="1133"/>
                      <a:pt x="223" y="1140"/>
                    </a:cubicBezTo>
                    <a:cubicBezTo>
                      <a:pt x="223" y="1144"/>
                      <a:pt x="223" y="1147"/>
                      <a:pt x="225" y="1151"/>
                    </a:cubicBezTo>
                    <a:cubicBezTo>
                      <a:pt x="227" y="1155"/>
                      <a:pt x="230" y="1160"/>
                      <a:pt x="234" y="1168"/>
                    </a:cubicBezTo>
                    <a:cubicBezTo>
                      <a:pt x="238" y="1175"/>
                      <a:pt x="240" y="1186"/>
                      <a:pt x="240" y="1197"/>
                    </a:cubicBezTo>
                    <a:cubicBezTo>
                      <a:pt x="240" y="1207"/>
                      <a:pt x="238" y="1218"/>
                      <a:pt x="234" y="1224"/>
                    </a:cubicBezTo>
                    <a:cubicBezTo>
                      <a:pt x="230" y="1230"/>
                      <a:pt x="225" y="1234"/>
                      <a:pt x="218" y="1236"/>
                    </a:cubicBezTo>
                    <a:cubicBezTo>
                      <a:pt x="211" y="1238"/>
                      <a:pt x="202" y="1239"/>
                      <a:pt x="191" y="1240"/>
                    </a:cubicBezTo>
                    <a:cubicBezTo>
                      <a:pt x="186" y="1241"/>
                      <a:pt x="181" y="1243"/>
                      <a:pt x="176" y="1246"/>
                    </a:cubicBezTo>
                    <a:cubicBezTo>
                      <a:pt x="170" y="1251"/>
                      <a:pt x="165" y="1258"/>
                      <a:pt x="160" y="1265"/>
                    </a:cubicBezTo>
                    <a:cubicBezTo>
                      <a:pt x="156" y="1272"/>
                      <a:pt x="152" y="1279"/>
                      <a:pt x="149" y="1284"/>
                    </a:cubicBezTo>
                    <a:cubicBezTo>
                      <a:pt x="147" y="1288"/>
                      <a:pt x="143" y="1290"/>
                      <a:pt x="139" y="1292"/>
                    </a:cubicBezTo>
                    <a:cubicBezTo>
                      <a:pt x="135" y="1293"/>
                      <a:pt x="131" y="1293"/>
                      <a:pt x="128" y="1293"/>
                    </a:cubicBezTo>
                    <a:cubicBezTo>
                      <a:pt x="126" y="1293"/>
                      <a:pt x="124" y="1293"/>
                      <a:pt x="123" y="1293"/>
                    </a:cubicBezTo>
                    <a:cubicBezTo>
                      <a:pt x="122" y="1293"/>
                      <a:pt x="122" y="1293"/>
                      <a:pt x="121" y="1293"/>
                    </a:cubicBezTo>
                    <a:cubicBezTo>
                      <a:pt x="121" y="1293"/>
                      <a:pt x="121" y="1293"/>
                      <a:pt x="121" y="1293"/>
                    </a:cubicBezTo>
                    <a:cubicBezTo>
                      <a:pt x="120" y="1293"/>
                      <a:pt x="120" y="1293"/>
                      <a:pt x="120" y="1293"/>
                    </a:cubicBezTo>
                    <a:cubicBezTo>
                      <a:pt x="120" y="1293"/>
                      <a:pt x="120" y="1293"/>
                      <a:pt x="120" y="1293"/>
                    </a:cubicBezTo>
                    <a:cubicBezTo>
                      <a:pt x="119" y="1293"/>
                      <a:pt x="117" y="1295"/>
                      <a:pt x="113" y="1300"/>
                    </a:cubicBezTo>
                    <a:cubicBezTo>
                      <a:pt x="112" y="1301"/>
                      <a:pt x="111" y="1302"/>
                      <a:pt x="109" y="1302"/>
                    </a:cubicBezTo>
                    <a:cubicBezTo>
                      <a:pt x="107" y="1303"/>
                      <a:pt x="104" y="1303"/>
                      <a:pt x="101" y="1303"/>
                    </a:cubicBezTo>
                    <a:cubicBezTo>
                      <a:pt x="95" y="1303"/>
                      <a:pt x="88" y="1302"/>
                      <a:pt x="82" y="1301"/>
                    </a:cubicBezTo>
                    <a:cubicBezTo>
                      <a:pt x="75" y="1300"/>
                      <a:pt x="72" y="1297"/>
                      <a:pt x="70" y="1295"/>
                    </a:cubicBezTo>
                    <a:cubicBezTo>
                      <a:pt x="69" y="1294"/>
                      <a:pt x="69" y="1293"/>
                      <a:pt x="69" y="1293"/>
                    </a:cubicBezTo>
                    <a:cubicBezTo>
                      <a:pt x="69" y="1292"/>
                      <a:pt x="69" y="1292"/>
                      <a:pt x="69" y="1292"/>
                    </a:cubicBezTo>
                    <a:cubicBezTo>
                      <a:pt x="68" y="1292"/>
                      <a:pt x="68" y="1292"/>
                      <a:pt x="68" y="1292"/>
                    </a:cubicBezTo>
                    <a:cubicBezTo>
                      <a:pt x="68" y="1292"/>
                      <a:pt x="68" y="1292"/>
                      <a:pt x="68" y="1292"/>
                    </a:cubicBezTo>
                    <a:cubicBezTo>
                      <a:pt x="68" y="1292"/>
                      <a:pt x="68" y="1292"/>
                      <a:pt x="68" y="1292"/>
                    </a:cubicBezTo>
                    <a:cubicBezTo>
                      <a:pt x="68" y="1292"/>
                      <a:pt x="68" y="1292"/>
                      <a:pt x="68" y="1292"/>
                    </a:cubicBezTo>
                    <a:cubicBezTo>
                      <a:pt x="68" y="1292"/>
                      <a:pt x="68" y="1292"/>
                      <a:pt x="68" y="1292"/>
                    </a:cubicBezTo>
                    <a:cubicBezTo>
                      <a:pt x="68" y="1292"/>
                      <a:pt x="68" y="1292"/>
                      <a:pt x="68" y="1292"/>
                    </a:cubicBezTo>
                    <a:cubicBezTo>
                      <a:pt x="68" y="1289"/>
                      <a:pt x="68" y="1289"/>
                      <a:pt x="68" y="1289"/>
                    </a:cubicBezTo>
                    <a:cubicBezTo>
                      <a:pt x="65" y="1291"/>
                      <a:pt x="65" y="1291"/>
                      <a:pt x="65" y="1291"/>
                    </a:cubicBezTo>
                    <a:cubicBezTo>
                      <a:pt x="65" y="1291"/>
                      <a:pt x="65" y="1291"/>
                      <a:pt x="65" y="1291"/>
                    </a:cubicBezTo>
                    <a:cubicBezTo>
                      <a:pt x="65" y="1291"/>
                      <a:pt x="62" y="1293"/>
                      <a:pt x="57" y="1293"/>
                    </a:cubicBezTo>
                    <a:cubicBezTo>
                      <a:pt x="56" y="1293"/>
                      <a:pt x="55" y="1293"/>
                      <a:pt x="55" y="1293"/>
                    </a:cubicBezTo>
                    <a:cubicBezTo>
                      <a:pt x="51" y="1293"/>
                      <a:pt x="49" y="1292"/>
                      <a:pt x="47" y="1291"/>
                    </a:cubicBezTo>
                    <a:cubicBezTo>
                      <a:pt x="47" y="1291"/>
                      <a:pt x="46" y="1291"/>
                      <a:pt x="46" y="1291"/>
                    </a:cubicBezTo>
                    <a:cubicBezTo>
                      <a:pt x="46" y="1291"/>
                      <a:pt x="46" y="1291"/>
                      <a:pt x="46" y="1291"/>
                    </a:cubicBezTo>
                    <a:cubicBezTo>
                      <a:pt x="46" y="1291"/>
                      <a:pt x="46" y="1291"/>
                      <a:pt x="46" y="1291"/>
                    </a:cubicBezTo>
                    <a:cubicBezTo>
                      <a:pt x="45" y="1291"/>
                      <a:pt x="45" y="1291"/>
                      <a:pt x="45" y="1291"/>
                    </a:cubicBezTo>
                    <a:cubicBezTo>
                      <a:pt x="46" y="1291"/>
                      <a:pt x="46" y="1291"/>
                      <a:pt x="46" y="1291"/>
                    </a:cubicBezTo>
                    <a:cubicBezTo>
                      <a:pt x="46" y="1291"/>
                      <a:pt x="46" y="1291"/>
                      <a:pt x="46" y="1291"/>
                    </a:cubicBezTo>
                    <a:cubicBezTo>
                      <a:pt x="45" y="1291"/>
                      <a:pt x="45" y="1291"/>
                      <a:pt x="45" y="1291"/>
                    </a:cubicBezTo>
                    <a:cubicBezTo>
                      <a:pt x="46" y="1291"/>
                      <a:pt x="46" y="1291"/>
                      <a:pt x="46" y="1291"/>
                    </a:cubicBezTo>
                    <a:cubicBezTo>
                      <a:pt x="44" y="1290"/>
                      <a:pt x="44" y="1290"/>
                      <a:pt x="44" y="1290"/>
                    </a:cubicBezTo>
                    <a:cubicBezTo>
                      <a:pt x="43" y="1291"/>
                      <a:pt x="43" y="1291"/>
                      <a:pt x="43" y="1291"/>
                    </a:cubicBezTo>
                    <a:cubicBezTo>
                      <a:pt x="43" y="1291"/>
                      <a:pt x="43" y="1291"/>
                      <a:pt x="43" y="1291"/>
                    </a:cubicBezTo>
                    <a:cubicBezTo>
                      <a:pt x="43" y="1291"/>
                      <a:pt x="43" y="1291"/>
                      <a:pt x="43" y="1291"/>
                    </a:cubicBezTo>
                    <a:cubicBezTo>
                      <a:pt x="43" y="1291"/>
                      <a:pt x="43" y="1291"/>
                      <a:pt x="43" y="1291"/>
                    </a:cubicBezTo>
                    <a:cubicBezTo>
                      <a:pt x="43" y="1291"/>
                      <a:pt x="43" y="1291"/>
                      <a:pt x="43" y="1291"/>
                    </a:cubicBezTo>
                    <a:cubicBezTo>
                      <a:pt x="43" y="1291"/>
                      <a:pt x="43" y="1291"/>
                      <a:pt x="43" y="1291"/>
                    </a:cubicBezTo>
                    <a:cubicBezTo>
                      <a:pt x="43" y="1291"/>
                      <a:pt x="41" y="1292"/>
                      <a:pt x="38" y="1292"/>
                    </a:cubicBezTo>
                    <a:cubicBezTo>
                      <a:pt x="36" y="1292"/>
                      <a:pt x="35" y="1292"/>
                      <a:pt x="33" y="1291"/>
                    </a:cubicBezTo>
                    <a:cubicBezTo>
                      <a:pt x="30" y="1290"/>
                      <a:pt x="28" y="1288"/>
                      <a:pt x="27" y="1286"/>
                    </a:cubicBezTo>
                    <a:cubicBezTo>
                      <a:pt x="27" y="1286"/>
                      <a:pt x="26" y="1285"/>
                      <a:pt x="26" y="1284"/>
                    </a:cubicBezTo>
                    <a:cubicBezTo>
                      <a:pt x="26" y="1284"/>
                      <a:pt x="26" y="1284"/>
                      <a:pt x="26" y="1284"/>
                    </a:cubicBezTo>
                    <a:cubicBezTo>
                      <a:pt x="26" y="1283"/>
                      <a:pt x="26" y="1283"/>
                      <a:pt x="26" y="1283"/>
                    </a:cubicBezTo>
                    <a:cubicBezTo>
                      <a:pt x="26" y="1283"/>
                      <a:pt x="26" y="1283"/>
                      <a:pt x="26" y="1283"/>
                    </a:cubicBezTo>
                    <a:cubicBezTo>
                      <a:pt x="25" y="1284"/>
                      <a:pt x="25" y="1284"/>
                      <a:pt x="25" y="1284"/>
                    </a:cubicBezTo>
                    <a:cubicBezTo>
                      <a:pt x="26" y="1283"/>
                      <a:pt x="26" y="1283"/>
                      <a:pt x="26" y="1283"/>
                    </a:cubicBezTo>
                    <a:cubicBezTo>
                      <a:pt x="26" y="1283"/>
                      <a:pt x="26" y="1283"/>
                      <a:pt x="26" y="1283"/>
                    </a:cubicBezTo>
                    <a:cubicBezTo>
                      <a:pt x="25" y="1284"/>
                      <a:pt x="25" y="1284"/>
                      <a:pt x="25" y="1284"/>
                    </a:cubicBezTo>
                    <a:cubicBezTo>
                      <a:pt x="26" y="1283"/>
                      <a:pt x="26" y="1283"/>
                      <a:pt x="26" y="1283"/>
                    </a:cubicBezTo>
                    <a:cubicBezTo>
                      <a:pt x="22" y="1284"/>
                      <a:pt x="22" y="1284"/>
                      <a:pt x="22" y="1284"/>
                    </a:cubicBezTo>
                    <a:cubicBezTo>
                      <a:pt x="23" y="1284"/>
                      <a:pt x="23" y="1284"/>
                      <a:pt x="23" y="1284"/>
                    </a:cubicBezTo>
                    <a:cubicBezTo>
                      <a:pt x="22" y="1283"/>
                      <a:pt x="22" y="1283"/>
                      <a:pt x="22" y="1283"/>
                    </a:cubicBezTo>
                    <a:cubicBezTo>
                      <a:pt x="22" y="1284"/>
                      <a:pt x="22" y="1284"/>
                      <a:pt x="22" y="1284"/>
                    </a:cubicBezTo>
                    <a:cubicBezTo>
                      <a:pt x="23" y="1284"/>
                      <a:pt x="23" y="1284"/>
                      <a:pt x="23" y="1284"/>
                    </a:cubicBezTo>
                    <a:cubicBezTo>
                      <a:pt x="22" y="1283"/>
                      <a:pt x="22" y="1283"/>
                      <a:pt x="22" y="1283"/>
                    </a:cubicBezTo>
                    <a:cubicBezTo>
                      <a:pt x="22" y="1283"/>
                      <a:pt x="22" y="1283"/>
                      <a:pt x="22" y="1283"/>
                    </a:cubicBezTo>
                    <a:cubicBezTo>
                      <a:pt x="22" y="1283"/>
                      <a:pt x="22" y="1283"/>
                      <a:pt x="22" y="1283"/>
                    </a:cubicBezTo>
                    <a:cubicBezTo>
                      <a:pt x="22" y="1283"/>
                      <a:pt x="22" y="1283"/>
                      <a:pt x="22" y="1283"/>
                    </a:cubicBezTo>
                    <a:cubicBezTo>
                      <a:pt x="22" y="1283"/>
                      <a:pt x="22" y="1283"/>
                      <a:pt x="22" y="1283"/>
                    </a:cubicBezTo>
                    <a:cubicBezTo>
                      <a:pt x="22" y="1283"/>
                      <a:pt x="22" y="1283"/>
                      <a:pt x="22" y="1283"/>
                    </a:cubicBezTo>
                    <a:cubicBezTo>
                      <a:pt x="22" y="1283"/>
                      <a:pt x="22" y="1283"/>
                      <a:pt x="21" y="1283"/>
                    </a:cubicBezTo>
                    <a:cubicBezTo>
                      <a:pt x="21" y="1283"/>
                      <a:pt x="20" y="1283"/>
                      <a:pt x="19" y="1283"/>
                    </a:cubicBezTo>
                    <a:cubicBezTo>
                      <a:pt x="18" y="1283"/>
                      <a:pt x="16" y="1281"/>
                      <a:pt x="15" y="1279"/>
                    </a:cubicBezTo>
                    <a:cubicBezTo>
                      <a:pt x="15" y="1278"/>
                      <a:pt x="14" y="1278"/>
                      <a:pt x="14" y="1277"/>
                    </a:cubicBezTo>
                    <a:cubicBezTo>
                      <a:pt x="14" y="1276"/>
                      <a:pt x="14" y="1276"/>
                      <a:pt x="14" y="1276"/>
                    </a:cubicBezTo>
                    <a:cubicBezTo>
                      <a:pt x="14" y="1276"/>
                      <a:pt x="14" y="1276"/>
                      <a:pt x="14" y="1276"/>
                    </a:cubicBezTo>
                    <a:cubicBezTo>
                      <a:pt x="14" y="1276"/>
                      <a:pt x="14" y="1276"/>
                      <a:pt x="14" y="1276"/>
                    </a:cubicBezTo>
                    <a:cubicBezTo>
                      <a:pt x="13" y="1274"/>
                      <a:pt x="13" y="1274"/>
                      <a:pt x="13" y="1274"/>
                    </a:cubicBezTo>
                    <a:cubicBezTo>
                      <a:pt x="11" y="1275"/>
                      <a:pt x="11" y="1275"/>
                      <a:pt x="11" y="1275"/>
                    </a:cubicBezTo>
                    <a:cubicBezTo>
                      <a:pt x="12" y="1276"/>
                      <a:pt x="12" y="1276"/>
                      <a:pt x="12" y="1276"/>
                    </a:cubicBezTo>
                    <a:cubicBezTo>
                      <a:pt x="11" y="1275"/>
                      <a:pt x="11" y="1275"/>
                      <a:pt x="11" y="1275"/>
                    </a:cubicBezTo>
                    <a:cubicBezTo>
                      <a:pt x="11" y="1275"/>
                      <a:pt x="11" y="1275"/>
                      <a:pt x="11" y="1275"/>
                    </a:cubicBezTo>
                    <a:cubicBezTo>
                      <a:pt x="12" y="1276"/>
                      <a:pt x="12" y="1276"/>
                      <a:pt x="12" y="1276"/>
                    </a:cubicBezTo>
                    <a:cubicBezTo>
                      <a:pt x="11" y="1275"/>
                      <a:pt x="11" y="1275"/>
                      <a:pt x="11" y="1275"/>
                    </a:cubicBezTo>
                    <a:cubicBezTo>
                      <a:pt x="11" y="1275"/>
                      <a:pt x="11" y="1275"/>
                      <a:pt x="10" y="1275"/>
                    </a:cubicBezTo>
                    <a:cubicBezTo>
                      <a:pt x="10" y="1275"/>
                      <a:pt x="9" y="1275"/>
                      <a:pt x="8" y="1274"/>
                    </a:cubicBezTo>
                    <a:cubicBezTo>
                      <a:pt x="7" y="1274"/>
                      <a:pt x="6" y="1272"/>
                      <a:pt x="5" y="1270"/>
                    </a:cubicBezTo>
                    <a:cubicBezTo>
                      <a:pt x="4" y="1269"/>
                      <a:pt x="4" y="1269"/>
                      <a:pt x="4" y="1268"/>
                    </a:cubicBezTo>
                    <a:cubicBezTo>
                      <a:pt x="4" y="1267"/>
                      <a:pt x="5" y="1266"/>
                      <a:pt x="6" y="1265"/>
                    </a:cubicBezTo>
                    <a:cubicBezTo>
                      <a:pt x="7" y="1263"/>
                      <a:pt x="9" y="1261"/>
                      <a:pt x="11" y="1259"/>
                    </a:cubicBezTo>
                    <a:cubicBezTo>
                      <a:pt x="13" y="1258"/>
                      <a:pt x="15" y="1257"/>
                      <a:pt x="17" y="1255"/>
                    </a:cubicBezTo>
                    <a:cubicBezTo>
                      <a:pt x="21" y="1252"/>
                      <a:pt x="29" y="1247"/>
                      <a:pt x="36" y="1238"/>
                    </a:cubicBezTo>
                    <a:cubicBezTo>
                      <a:pt x="38" y="1235"/>
                      <a:pt x="40" y="1232"/>
                      <a:pt x="42" y="1227"/>
                    </a:cubicBezTo>
                    <a:cubicBezTo>
                      <a:pt x="48" y="1215"/>
                      <a:pt x="55" y="1195"/>
                      <a:pt x="59" y="1182"/>
                    </a:cubicBezTo>
                    <a:cubicBezTo>
                      <a:pt x="64" y="1165"/>
                      <a:pt x="77" y="1147"/>
                      <a:pt x="86" y="1138"/>
                    </a:cubicBezTo>
                    <a:cubicBezTo>
                      <a:pt x="90" y="1134"/>
                      <a:pt x="94" y="1127"/>
                      <a:pt x="96" y="1122"/>
                    </a:cubicBezTo>
                    <a:cubicBezTo>
                      <a:pt x="98" y="1117"/>
                      <a:pt x="99" y="1113"/>
                      <a:pt x="99" y="1113"/>
                    </a:cubicBezTo>
                    <a:cubicBezTo>
                      <a:pt x="99" y="1111"/>
                      <a:pt x="99" y="1111"/>
                      <a:pt x="99" y="1111"/>
                    </a:cubicBezTo>
                    <a:cubicBezTo>
                      <a:pt x="98" y="1111"/>
                      <a:pt x="98" y="1111"/>
                      <a:pt x="98" y="1111"/>
                    </a:cubicBezTo>
                    <a:cubicBezTo>
                      <a:pt x="95" y="1108"/>
                      <a:pt x="93" y="1105"/>
                      <a:pt x="92" y="1101"/>
                    </a:cubicBezTo>
                    <a:cubicBezTo>
                      <a:pt x="90" y="1097"/>
                      <a:pt x="90" y="1092"/>
                      <a:pt x="90" y="1087"/>
                    </a:cubicBezTo>
                    <a:cubicBezTo>
                      <a:pt x="90" y="1075"/>
                      <a:pt x="93" y="1061"/>
                      <a:pt x="93" y="1049"/>
                    </a:cubicBezTo>
                    <a:cubicBezTo>
                      <a:pt x="93" y="1028"/>
                      <a:pt x="90" y="1011"/>
                      <a:pt x="84" y="995"/>
                    </a:cubicBezTo>
                    <a:cubicBezTo>
                      <a:pt x="79" y="979"/>
                      <a:pt x="72" y="967"/>
                      <a:pt x="72" y="955"/>
                    </a:cubicBezTo>
                    <a:cubicBezTo>
                      <a:pt x="72" y="948"/>
                      <a:pt x="71" y="945"/>
                      <a:pt x="71" y="941"/>
                    </a:cubicBezTo>
                    <a:cubicBezTo>
                      <a:pt x="70" y="937"/>
                      <a:pt x="68" y="933"/>
                      <a:pt x="66" y="927"/>
                    </a:cubicBezTo>
                    <a:cubicBezTo>
                      <a:pt x="62" y="914"/>
                      <a:pt x="60" y="898"/>
                      <a:pt x="60" y="879"/>
                    </a:cubicBezTo>
                    <a:cubicBezTo>
                      <a:pt x="60" y="860"/>
                      <a:pt x="59" y="839"/>
                      <a:pt x="48" y="797"/>
                    </a:cubicBezTo>
                    <a:cubicBezTo>
                      <a:pt x="46" y="787"/>
                      <a:pt x="45" y="776"/>
                      <a:pt x="45" y="764"/>
                    </a:cubicBezTo>
                    <a:cubicBezTo>
                      <a:pt x="45" y="725"/>
                      <a:pt x="56" y="678"/>
                      <a:pt x="63" y="656"/>
                    </a:cubicBezTo>
                    <a:cubicBezTo>
                      <a:pt x="67" y="645"/>
                      <a:pt x="68" y="632"/>
                      <a:pt x="68" y="619"/>
                    </a:cubicBezTo>
                    <a:cubicBezTo>
                      <a:pt x="68" y="597"/>
                      <a:pt x="65" y="575"/>
                      <a:pt x="65" y="558"/>
                    </a:cubicBezTo>
                    <a:cubicBezTo>
                      <a:pt x="65" y="556"/>
                      <a:pt x="65" y="554"/>
                      <a:pt x="65" y="552"/>
                    </a:cubicBezTo>
                    <a:cubicBezTo>
                      <a:pt x="66" y="524"/>
                      <a:pt x="67" y="469"/>
                      <a:pt x="71" y="433"/>
                    </a:cubicBezTo>
                    <a:cubicBezTo>
                      <a:pt x="72" y="417"/>
                      <a:pt x="73" y="403"/>
                      <a:pt x="73" y="386"/>
                    </a:cubicBezTo>
                    <a:cubicBezTo>
                      <a:pt x="73" y="364"/>
                      <a:pt x="72" y="339"/>
                      <a:pt x="67" y="298"/>
                    </a:cubicBezTo>
                    <a:cubicBezTo>
                      <a:pt x="65" y="278"/>
                      <a:pt x="65" y="246"/>
                      <a:pt x="65" y="210"/>
                    </a:cubicBezTo>
                    <a:cubicBezTo>
                      <a:pt x="65" y="164"/>
                      <a:pt x="66" y="112"/>
                      <a:pt x="67" y="72"/>
                    </a:cubicBezTo>
                    <a:cubicBezTo>
                      <a:pt x="68" y="52"/>
                      <a:pt x="68" y="34"/>
                      <a:pt x="69" y="22"/>
                    </a:cubicBezTo>
                    <a:cubicBezTo>
                      <a:pt x="69" y="10"/>
                      <a:pt x="70" y="3"/>
                      <a:pt x="70" y="3"/>
                    </a:cubicBezTo>
                    <a:cubicBezTo>
                      <a:pt x="68" y="3"/>
                      <a:pt x="68" y="3"/>
                      <a:pt x="68" y="3"/>
                    </a:cubicBezTo>
                    <a:cubicBezTo>
                      <a:pt x="67" y="5"/>
                      <a:pt x="67" y="5"/>
                      <a:pt x="67" y="5"/>
                    </a:cubicBezTo>
                    <a:cubicBezTo>
                      <a:pt x="68" y="3"/>
                      <a:pt x="68" y="3"/>
                      <a:pt x="68" y="3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6567" name="Freeform 95">
                <a:extLst>
                  <a:ext uri="{FF2B5EF4-FFF2-40B4-BE49-F238E27FC236}">
                    <a16:creationId xmlns:a16="http://schemas.microsoft.com/office/drawing/2014/main" id="{5A5F4BDF-4166-437D-88A6-83C0A12C80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6" y="3683"/>
                <a:ext cx="50" cy="9"/>
              </a:xfrm>
              <a:custGeom>
                <a:avLst/>
                <a:gdLst>
                  <a:gd name="T0" fmla="*/ 0 w 44"/>
                  <a:gd name="T1" fmla="*/ 1 h 8"/>
                  <a:gd name="T2" fmla="*/ 65 w 44"/>
                  <a:gd name="T3" fmla="*/ 0 h 8"/>
                  <a:gd name="T4" fmla="*/ 0 w 44"/>
                  <a:gd name="T5" fmla="*/ 1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4" h="8">
                    <a:moveTo>
                      <a:pt x="0" y="1"/>
                    </a:moveTo>
                    <a:cubicBezTo>
                      <a:pt x="0" y="1"/>
                      <a:pt x="29" y="8"/>
                      <a:pt x="44" y="0"/>
                    </a:cubicBezTo>
                    <a:cubicBezTo>
                      <a:pt x="44" y="0"/>
                      <a:pt x="5" y="4"/>
                      <a:pt x="0" y="1"/>
                    </a:cubicBezTo>
                    <a:close/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6568" name="Freeform 96">
                <a:extLst>
                  <a:ext uri="{FF2B5EF4-FFF2-40B4-BE49-F238E27FC236}">
                    <a16:creationId xmlns:a16="http://schemas.microsoft.com/office/drawing/2014/main" id="{21D217B6-47FA-4C13-821C-8FA690ADFC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3" y="3708"/>
                <a:ext cx="14" cy="30"/>
              </a:xfrm>
              <a:custGeom>
                <a:avLst/>
                <a:gdLst>
                  <a:gd name="T0" fmla="*/ 15 w 12"/>
                  <a:gd name="T1" fmla="*/ 0 h 26"/>
                  <a:gd name="T2" fmla="*/ 13 w 12"/>
                  <a:gd name="T3" fmla="*/ 27 h 26"/>
                  <a:gd name="T4" fmla="*/ 0 w 12"/>
                  <a:gd name="T5" fmla="*/ 40 h 26"/>
                  <a:gd name="T6" fmla="*/ 19 w 12"/>
                  <a:gd name="T7" fmla="*/ 17 h 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26">
                    <a:moveTo>
                      <a:pt x="9" y="0"/>
                    </a:moveTo>
                    <a:cubicBezTo>
                      <a:pt x="9" y="5"/>
                      <a:pt x="10" y="11"/>
                      <a:pt x="8" y="17"/>
                    </a:cubicBezTo>
                    <a:cubicBezTo>
                      <a:pt x="6" y="20"/>
                      <a:pt x="3" y="24"/>
                      <a:pt x="0" y="26"/>
                    </a:cubicBezTo>
                    <a:cubicBezTo>
                      <a:pt x="7" y="24"/>
                      <a:pt x="11" y="17"/>
                      <a:pt x="12" y="11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6569" name="Freeform 97">
                <a:extLst>
                  <a:ext uri="{FF2B5EF4-FFF2-40B4-BE49-F238E27FC236}">
                    <a16:creationId xmlns:a16="http://schemas.microsoft.com/office/drawing/2014/main" id="{89544582-9EA6-402E-B7A2-68C719A0CB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9" y="3835"/>
                <a:ext cx="23" cy="33"/>
              </a:xfrm>
              <a:custGeom>
                <a:avLst/>
                <a:gdLst>
                  <a:gd name="T0" fmla="*/ 30 w 20"/>
                  <a:gd name="T1" fmla="*/ 1 h 29"/>
                  <a:gd name="T2" fmla="*/ 20 w 20"/>
                  <a:gd name="T3" fmla="*/ 9 h 29"/>
                  <a:gd name="T4" fmla="*/ 8 w 20"/>
                  <a:gd name="T5" fmla="*/ 18 h 29"/>
                  <a:gd name="T6" fmla="*/ 2 w 20"/>
                  <a:gd name="T7" fmla="*/ 43 h 29"/>
                  <a:gd name="T8" fmla="*/ 3 w 20"/>
                  <a:gd name="T9" fmla="*/ 30 h 29"/>
                  <a:gd name="T10" fmla="*/ 10 w 20"/>
                  <a:gd name="T11" fmla="*/ 19 h 29"/>
                  <a:gd name="T12" fmla="*/ 23 w 20"/>
                  <a:gd name="T13" fmla="*/ 10 h 29"/>
                  <a:gd name="T14" fmla="*/ 29 w 20"/>
                  <a:gd name="T15" fmla="*/ 0 h 2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0" h="29">
                    <a:moveTo>
                      <a:pt x="20" y="1"/>
                    </a:moveTo>
                    <a:cubicBezTo>
                      <a:pt x="15" y="1"/>
                      <a:pt x="16" y="3"/>
                      <a:pt x="13" y="6"/>
                    </a:cubicBezTo>
                    <a:cubicBezTo>
                      <a:pt x="11" y="9"/>
                      <a:pt x="8" y="10"/>
                      <a:pt x="5" y="12"/>
                    </a:cubicBezTo>
                    <a:cubicBezTo>
                      <a:pt x="1" y="16"/>
                      <a:pt x="0" y="23"/>
                      <a:pt x="2" y="29"/>
                    </a:cubicBezTo>
                    <a:cubicBezTo>
                      <a:pt x="4" y="28"/>
                      <a:pt x="3" y="23"/>
                      <a:pt x="3" y="20"/>
                    </a:cubicBezTo>
                    <a:cubicBezTo>
                      <a:pt x="3" y="18"/>
                      <a:pt x="5" y="15"/>
                      <a:pt x="7" y="13"/>
                    </a:cubicBezTo>
                    <a:cubicBezTo>
                      <a:pt x="9" y="11"/>
                      <a:pt x="12" y="9"/>
                      <a:pt x="15" y="7"/>
                    </a:cubicBezTo>
                    <a:cubicBezTo>
                      <a:pt x="17" y="5"/>
                      <a:pt x="17" y="3"/>
                      <a:pt x="19" y="0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6570" name="Freeform 98">
                <a:extLst>
                  <a:ext uri="{FF2B5EF4-FFF2-40B4-BE49-F238E27FC236}">
                    <a16:creationId xmlns:a16="http://schemas.microsoft.com/office/drawing/2014/main" id="{591D7299-596E-43A5-8937-BB359265D4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3" y="3832"/>
                <a:ext cx="40" cy="46"/>
              </a:xfrm>
              <a:custGeom>
                <a:avLst/>
                <a:gdLst>
                  <a:gd name="T0" fmla="*/ 40 w 35"/>
                  <a:gd name="T1" fmla="*/ 0 h 41"/>
                  <a:gd name="T2" fmla="*/ 38 w 35"/>
                  <a:gd name="T3" fmla="*/ 12 h 41"/>
                  <a:gd name="T4" fmla="*/ 29 w 35"/>
                  <a:gd name="T5" fmla="*/ 19 h 41"/>
                  <a:gd name="T6" fmla="*/ 11 w 35"/>
                  <a:gd name="T7" fmla="*/ 31 h 41"/>
                  <a:gd name="T8" fmla="*/ 1 w 35"/>
                  <a:gd name="T9" fmla="*/ 44 h 41"/>
                  <a:gd name="T10" fmla="*/ 0 w 35"/>
                  <a:gd name="T11" fmla="*/ 53 h 41"/>
                  <a:gd name="T12" fmla="*/ 3 w 35"/>
                  <a:gd name="T13" fmla="*/ 58 h 41"/>
                  <a:gd name="T14" fmla="*/ 7 w 35"/>
                  <a:gd name="T15" fmla="*/ 39 h 41"/>
                  <a:gd name="T16" fmla="*/ 24 w 35"/>
                  <a:gd name="T17" fmla="*/ 25 h 41"/>
                  <a:gd name="T18" fmla="*/ 40 w 35"/>
                  <a:gd name="T19" fmla="*/ 1 h 41"/>
                  <a:gd name="T20" fmla="*/ 40 w 35"/>
                  <a:gd name="T21" fmla="*/ 0 h 4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5" h="41">
                    <a:moveTo>
                      <a:pt x="27" y="0"/>
                    </a:moveTo>
                    <a:cubicBezTo>
                      <a:pt x="27" y="3"/>
                      <a:pt x="27" y="7"/>
                      <a:pt x="25" y="9"/>
                    </a:cubicBezTo>
                    <a:cubicBezTo>
                      <a:pt x="23" y="10"/>
                      <a:pt x="21" y="12"/>
                      <a:pt x="19" y="13"/>
                    </a:cubicBezTo>
                    <a:cubicBezTo>
                      <a:pt x="16" y="16"/>
                      <a:pt x="12" y="19"/>
                      <a:pt x="8" y="22"/>
                    </a:cubicBezTo>
                    <a:cubicBezTo>
                      <a:pt x="5" y="23"/>
                      <a:pt x="2" y="28"/>
                      <a:pt x="1" y="31"/>
                    </a:cubicBezTo>
                    <a:cubicBezTo>
                      <a:pt x="0" y="33"/>
                      <a:pt x="0" y="35"/>
                      <a:pt x="0" y="37"/>
                    </a:cubicBezTo>
                    <a:cubicBezTo>
                      <a:pt x="1" y="40"/>
                      <a:pt x="1" y="39"/>
                      <a:pt x="3" y="41"/>
                    </a:cubicBezTo>
                    <a:cubicBezTo>
                      <a:pt x="3" y="37"/>
                      <a:pt x="2" y="32"/>
                      <a:pt x="4" y="28"/>
                    </a:cubicBezTo>
                    <a:cubicBezTo>
                      <a:pt x="7" y="24"/>
                      <a:pt x="12" y="21"/>
                      <a:pt x="16" y="18"/>
                    </a:cubicBezTo>
                    <a:cubicBezTo>
                      <a:pt x="20" y="14"/>
                      <a:pt x="35" y="8"/>
                      <a:pt x="27" y="1"/>
                    </a:cubicBezTo>
                    <a:cubicBezTo>
                      <a:pt x="27" y="0"/>
                      <a:pt x="27" y="0"/>
                      <a:pt x="27" y="0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6571" name="Freeform 99">
                <a:extLst>
                  <a:ext uri="{FF2B5EF4-FFF2-40B4-BE49-F238E27FC236}">
                    <a16:creationId xmlns:a16="http://schemas.microsoft.com/office/drawing/2014/main" id="{E814D251-E5AA-423F-9D22-07D4A24591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3" y="3832"/>
                <a:ext cx="38" cy="52"/>
              </a:xfrm>
              <a:custGeom>
                <a:avLst/>
                <a:gdLst>
                  <a:gd name="T0" fmla="*/ 47 w 33"/>
                  <a:gd name="T1" fmla="*/ 1 h 46"/>
                  <a:gd name="T2" fmla="*/ 44 w 33"/>
                  <a:gd name="T3" fmla="*/ 9 h 46"/>
                  <a:gd name="T4" fmla="*/ 43 w 33"/>
                  <a:gd name="T5" fmla="*/ 12 h 46"/>
                  <a:gd name="T6" fmla="*/ 32 w 33"/>
                  <a:gd name="T7" fmla="*/ 23 h 46"/>
                  <a:gd name="T8" fmla="*/ 16 w 33"/>
                  <a:gd name="T9" fmla="*/ 36 h 46"/>
                  <a:gd name="T10" fmla="*/ 1 w 33"/>
                  <a:gd name="T11" fmla="*/ 51 h 46"/>
                  <a:gd name="T12" fmla="*/ 9 w 33"/>
                  <a:gd name="T13" fmla="*/ 67 h 46"/>
                  <a:gd name="T14" fmla="*/ 9 w 33"/>
                  <a:gd name="T15" fmla="*/ 47 h 46"/>
                  <a:gd name="T16" fmla="*/ 26 w 33"/>
                  <a:gd name="T17" fmla="*/ 33 h 46"/>
                  <a:gd name="T18" fmla="*/ 44 w 33"/>
                  <a:gd name="T19" fmla="*/ 18 h 46"/>
                  <a:gd name="T20" fmla="*/ 47 w 33"/>
                  <a:gd name="T21" fmla="*/ 0 h 46"/>
                  <a:gd name="T22" fmla="*/ 47 w 33"/>
                  <a:gd name="T23" fmla="*/ 1 h 4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3" h="46">
                    <a:moveTo>
                      <a:pt x="31" y="1"/>
                    </a:moveTo>
                    <a:cubicBezTo>
                      <a:pt x="29" y="1"/>
                      <a:pt x="30" y="4"/>
                      <a:pt x="29" y="6"/>
                    </a:cubicBezTo>
                    <a:cubicBezTo>
                      <a:pt x="29" y="8"/>
                      <a:pt x="29" y="7"/>
                      <a:pt x="28" y="9"/>
                    </a:cubicBezTo>
                    <a:cubicBezTo>
                      <a:pt x="25" y="11"/>
                      <a:pt x="23" y="14"/>
                      <a:pt x="21" y="16"/>
                    </a:cubicBezTo>
                    <a:cubicBezTo>
                      <a:pt x="18" y="20"/>
                      <a:pt x="14" y="22"/>
                      <a:pt x="10" y="25"/>
                    </a:cubicBezTo>
                    <a:cubicBezTo>
                      <a:pt x="7" y="27"/>
                      <a:pt x="2" y="31"/>
                      <a:pt x="1" y="35"/>
                    </a:cubicBezTo>
                    <a:cubicBezTo>
                      <a:pt x="0" y="39"/>
                      <a:pt x="1" y="45"/>
                      <a:pt x="6" y="46"/>
                    </a:cubicBezTo>
                    <a:cubicBezTo>
                      <a:pt x="4" y="43"/>
                      <a:pt x="4" y="36"/>
                      <a:pt x="6" y="33"/>
                    </a:cubicBezTo>
                    <a:cubicBezTo>
                      <a:pt x="9" y="28"/>
                      <a:pt x="13" y="26"/>
                      <a:pt x="17" y="23"/>
                    </a:cubicBezTo>
                    <a:cubicBezTo>
                      <a:pt x="21" y="19"/>
                      <a:pt x="26" y="16"/>
                      <a:pt x="29" y="12"/>
                    </a:cubicBezTo>
                    <a:cubicBezTo>
                      <a:pt x="33" y="8"/>
                      <a:pt x="32" y="5"/>
                      <a:pt x="31" y="0"/>
                    </a:cubicBezTo>
                    <a:cubicBezTo>
                      <a:pt x="31" y="1"/>
                      <a:pt x="31" y="1"/>
                      <a:pt x="31" y="1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6572" name="Freeform 100">
                <a:extLst>
                  <a:ext uri="{FF2B5EF4-FFF2-40B4-BE49-F238E27FC236}">
                    <a16:creationId xmlns:a16="http://schemas.microsoft.com/office/drawing/2014/main" id="{784A3D12-FCE5-4818-842D-2C826F0411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9" y="3836"/>
                <a:ext cx="40" cy="53"/>
              </a:xfrm>
              <a:custGeom>
                <a:avLst/>
                <a:gdLst>
                  <a:gd name="T0" fmla="*/ 51 w 35"/>
                  <a:gd name="T1" fmla="*/ 0 h 46"/>
                  <a:gd name="T2" fmla="*/ 27 w 35"/>
                  <a:gd name="T3" fmla="*/ 20 h 46"/>
                  <a:gd name="T4" fmla="*/ 9 w 35"/>
                  <a:gd name="T5" fmla="*/ 36 h 46"/>
                  <a:gd name="T6" fmla="*/ 1 w 35"/>
                  <a:gd name="T7" fmla="*/ 54 h 46"/>
                  <a:gd name="T8" fmla="*/ 9 w 35"/>
                  <a:gd name="T9" fmla="*/ 70 h 46"/>
                  <a:gd name="T10" fmla="*/ 7 w 35"/>
                  <a:gd name="T11" fmla="*/ 52 h 46"/>
                  <a:gd name="T12" fmla="*/ 11 w 35"/>
                  <a:gd name="T13" fmla="*/ 40 h 46"/>
                  <a:gd name="T14" fmla="*/ 22 w 35"/>
                  <a:gd name="T15" fmla="*/ 28 h 46"/>
                  <a:gd name="T16" fmla="*/ 30 w 35"/>
                  <a:gd name="T17" fmla="*/ 21 h 46"/>
                  <a:gd name="T18" fmla="*/ 40 w 35"/>
                  <a:gd name="T19" fmla="*/ 16 h 46"/>
                  <a:gd name="T20" fmla="*/ 53 w 35"/>
                  <a:gd name="T21" fmla="*/ 0 h 46"/>
                  <a:gd name="T22" fmla="*/ 51 w 35"/>
                  <a:gd name="T23" fmla="*/ 0 h 4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5" h="46">
                    <a:moveTo>
                      <a:pt x="34" y="0"/>
                    </a:moveTo>
                    <a:cubicBezTo>
                      <a:pt x="31" y="6"/>
                      <a:pt x="24" y="10"/>
                      <a:pt x="18" y="13"/>
                    </a:cubicBezTo>
                    <a:cubicBezTo>
                      <a:pt x="13" y="15"/>
                      <a:pt x="10" y="19"/>
                      <a:pt x="6" y="23"/>
                    </a:cubicBezTo>
                    <a:cubicBezTo>
                      <a:pt x="3" y="27"/>
                      <a:pt x="0" y="30"/>
                      <a:pt x="1" y="36"/>
                    </a:cubicBezTo>
                    <a:cubicBezTo>
                      <a:pt x="2" y="39"/>
                      <a:pt x="3" y="45"/>
                      <a:pt x="6" y="46"/>
                    </a:cubicBezTo>
                    <a:cubicBezTo>
                      <a:pt x="8" y="43"/>
                      <a:pt x="4" y="37"/>
                      <a:pt x="4" y="34"/>
                    </a:cubicBezTo>
                    <a:cubicBezTo>
                      <a:pt x="4" y="31"/>
                      <a:pt x="6" y="28"/>
                      <a:pt x="8" y="26"/>
                    </a:cubicBezTo>
                    <a:cubicBezTo>
                      <a:pt x="11" y="23"/>
                      <a:pt x="12" y="21"/>
                      <a:pt x="15" y="18"/>
                    </a:cubicBezTo>
                    <a:cubicBezTo>
                      <a:pt x="16" y="15"/>
                      <a:pt x="18" y="16"/>
                      <a:pt x="20" y="14"/>
                    </a:cubicBezTo>
                    <a:cubicBezTo>
                      <a:pt x="23" y="13"/>
                      <a:pt x="25" y="11"/>
                      <a:pt x="27" y="10"/>
                    </a:cubicBezTo>
                    <a:cubicBezTo>
                      <a:pt x="32" y="8"/>
                      <a:pt x="35" y="6"/>
                      <a:pt x="35" y="0"/>
                    </a:cubicBezTo>
                    <a:cubicBezTo>
                      <a:pt x="34" y="0"/>
                      <a:pt x="34" y="0"/>
                      <a:pt x="34" y="0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6573" name="Freeform 101">
                <a:extLst>
                  <a:ext uri="{FF2B5EF4-FFF2-40B4-BE49-F238E27FC236}">
                    <a16:creationId xmlns:a16="http://schemas.microsoft.com/office/drawing/2014/main" id="{DDB0F586-DBC6-4836-8E58-17D57F4C0C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9" y="3849"/>
                <a:ext cx="35" cy="27"/>
              </a:xfrm>
              <a:custGeom>
                <a:avLst/>
                <a:gdLst>
                  <a:gd name="T0" fmla="*/ 0 w 31"/>
                  <a:gd name="T1" fmla="*/ 18 h 24"/>
                  <a:gd name="T2" fmla="*/ 8 w 31"/>
                  <a:gd name="T3" fmla="*/ 16 h 24"/>
                  <a:gd name="T4" fmla="*/ 19 w 31"/>
                  <a:gd name="T5" fmla="*/ 16 h 24"/>
                  <a:gd name="T6" fmla="*/ 36 w 31"/>
                  <a:gd name="T7" fmla="*/ 32 h 24"/>
                  <a:gd name="T8" fmla="*/ 41 w 31"/>
                  <a:gd name="T9" fmla="*/ 30 h 24"/>
                  <a:gd name="T10" fmla="*/ 43 w 31"/>
                  <a:gd name="T11" fmla="*/ 16 h 24"/>
                  <a:gd name="T12" fmla="*/ 33 w 31"/>
                  <a:gd name="T13" fmla="*/ 0 h 24"/>
                  <a:gd name="T14" fmla="*/ 23 w 31"/>
                  <a:gd name="T15" fmla="*/ 0 h 24"/>
                  <a:gd name="T16" fmla="*/ 38 w 31"/>
                  <a:gd name="T17" fmla="*/ 8 h 24"/>
                  <a:gd name="T18" fmla="*/ 38 w 31"/>
                  <a:gd name="T19" fmla="*/ 27 h 24"/>
                  <a:gd name="T20" fmla="*/ 23 w 31"/>
                  <a:gd name="T21" fmla="*/ 12 h 24"/>
                  <a:gd name="T22" fmla="*/ 3 w 31"/>
                  <a:gd name="T23" fmla="*/ 12 h 24"/>
                  <a:gd name="T24" fmla="*/ 0 w 31"/>
                  <a:gd name="T25" fmla="*/ 18 h 2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1" h="24">
                    <a:moveTo>
                      <a:pt x="0" y="12"/>
                    </a:moveTo>
                    <a:cubicBezTo>
                      <a:pt x="2" y="12"/>
                      <a:pt x="3" y="12"/>
                      <a:pt x="5" y="11"/>
                    </a:cubicBezTo>
                    <a:cubicBezTo>
                      <a:pt x="7" y="11"/>
                      <a:pt x="10" y="10"/>
                      <a:pt x="13" y="11"/>
                    </a:cubicBezTo>
                    <a:cubicBezTo>
                      <a:pt x="18" y="14"/>
                      <a:pt x="21" y="18"/>
                      <a:pt x="25" y="22"/>
                    </a:cubicBezTo>
                    <a:cubicBezTo>
                      <a:pt x="27" y="24"/>
                      <a:pt x="28" y="24"/>
                      <a:pt x="28" y="21"/>
                    </a:cubicBezTo>
                    <a:cubicBezTo>
                      <a:pt x="29" y="18"/>
                      <a:pt x="30" y="15"/>
                      <a:pt x="30" y="11"/>
                    </a:cubicBezTo>
                    <a:cubicBezTo>
                      <a:pt x="31" y="5"/>
                      <a:pt x="29" y="1"/>
                      <a:pt x="23" y="0"/>
                    </a:cubicBezTo>
                    <a:cubicBezTo>
                      <a:pt x="20" y="0"/>
                      <a:pt x="18" y="0"/>
                      <a:pt x="16" y="0"/>
                    </a:cubicBezTo>
                    <a:cubicBezTo>
                      <a:pt x="20" y="1"/>
                      <a:pt x="26" y="1"/>
                      <a:pt x="27" y="5"/>
                    </a:cubicBezTo>
                    <a:cubicBezTo>
                      <a:pt x="29" y="9"/>
                      <a:pt x="28" y="15"/>
                      <a:pt x="27" y="19"/>
                    </a:cubicBezTo>
                    <a:cubicBezTo>
                      <a:pt x="25" y="16"/>
                      <a:pt x="20" y="11"/>
                      <a:pt x="16" y="9"/>
                    </a:cubicBezTo>
                    <a:cubicBezTo>
                      <a:pt x="13" y="8"/>
                      <a:pt x="6" y="6"/>
                      <a:pt x="3" y="9"/>
                    </a:cubicBezTo>
                    <a:cubicBezTo>
                      <a:pt x="0" y="12"/>
                      <a:pt x="0" y="12"/>
                      <a:pt x="0" y="12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6574" name="Freeform 102">
                <a:extLst>
                  <a:ext uri="{FF2B5EF4-FFF2-40B4-BE49-F238E27FC236}">
                    <a16:creationId xmlns:a16="http://schemas.microsoft.com/office/drawing/2014/main" id="{4E471325-8D6D-4718-9D8B-D860A12DC2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1" y="3856"/>
                <a:ext cx="20" cy="14"/>
              </a:xfrm>
              <a:custGeom>
                <a:avLst/>
                <a:gdLst>
                  <a:gd name="T0" fmla="*/ 0 w 17"/>
                  <a:gd name="T1" fmla="*/ 13 h 13"/>
                  <a:gd name="T2" fmla="*/ 11 w 17"/>
                  <a:gd name="T3" fmla="*/ 12 h 13"/>
                  <a:gd name="T4" fmla="*/ 21 w 17"/>
                  <a:gd name="T5" fmla="*/ 16 h 13"/>
                  <a:gd name="T6" fmla="*/ 26 w 17"/>
                  <a:gd name="T7" fmla="*/ 5 h 13"/>
                  <a:gd name="T8" fmla="*/ 16 w 17"/>
                  <a:gd name="T9" fmla="*/ 0 h 13"/>
                  <a:gd name="T10" fmla="*/ 22 w 17"/>
                  <a:gd name="T11" fmla="*/ 4 h 13"/>
                  <a:gd name="T12" fmla="*/ 21 w 17"/>
                  <a:gd name="T13" fmla="*/ 14 h 13"/>
                  <a:gd name="T14" fmla="*/ 1 w 17"/>
                  <a:gd name="T15" fmla="*/ 11 h 1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7" h="13">
                    <a:moveTo>
                      <a:pt x="0" y="10"/>
                    </a:moveTo>
                    <a:cubicBezTo>
                      <a:pt x="1" y="8"/>
                      <a:pt x="5" y="8"/>
                      <a:pt x="7" y="9"/>
                    </a:cubicBezTo>
                    <a:cubicBezTo>
                      <a:pt x="10" y="10"/>
                      <a:pt x="11" y="13"/>
                      <a:pt x="13" y="13"/>
                    </a:cubicBezTo>
                    <a:cubicBezTo>
                      <a:pt x="14" y="11"/>
                      <a:pt x="17" y="8"/>
                      <a:pt x="16" y="5"/>
                    </a:cubicBezTo>
                    <a:cubicBezTo>
                      <a:pt x="16" y="2"/>
                      <a:pt x="13" y="0"/>
                      <a:pt x="10" y="0"/>
                    </a:cubicBezTo>
                    <a:cubicBezTo>
                      <a:pt x="9" y="2"/>
                      <a:pt x="13" y="2"/>
                      <a:pt x="14" y="4"/>
                    </a:cubicBezTo>
                    <a:cubicBezTo>
                      <a:pt x="15" y="6"/>
                      <a:pt x="14" y="9"/>
                      <a:pt x="13" y="11"/>
                    </a:cubicBezTo>
                    <a:cubicBezTo>
                      <a:pt x="10" y="9"/>
                      <a:pt x="5" y="6"/>
                      <a:pt x="1" y="8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6575" name="Freeform 103">
                <a:extLst>
                  <a:ext uri="{FF2B5EF4-FFF2-40B4-BE49-F238E27FC236}">
                    <a16:creationId xmlns:a16="http://schemas.microsoft.com/office/drawing/2014/main" id="{E053DB0B-17C1-4BC5-8010-0E40E1AF4A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5" y="3856"/>
                <a:ext cx="21" cy="14"/>
              </a:xfrm>
              <a:custGeom>
                <a:avLst/>
                <a:gdLst>
                  <a:gd name="T0" fmla="*/ 0 w 18"/>
                  <a:gd name="T1" fmla="*/ 12 h 13"/>
                  <a:gd name="T2" fmla="*/ 16 w 18"/>
                  <a:gd name="T3" fmla="*/ 16 h 13"/>
                  <a:gd name="T4" fmla="*/ 19 w 18"/>
                  <a:gd name="T5" fmla="*/ 0 h 13"/>
                  <a:gd name="T6" fmla="*/ 16 w 18"/>
                  <a:gd name="T7" fmla="*/ 13 h 13"/>
                  <a:gd name="T8" fmla="*/ 6 w 18"/>
                  <a:gd name="T9" fmla="*/ 6 h 13"/>
                  <a:gd name="T10" fmla="*/ 0 w 18"/>
                  <a:gd name="T11" fmla="*/ 12 h 1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8" h="13">
                    <a:moveTo>
                      <a:pt x="0" y="9"/>
                    </a:moveTo>
                    <a:cubicBezTo>
                      <a:pt x="5" y="6"/>
                      <a:pt x="8" y="9"/>
                      <a:pt x="10" y="13"/>
                    </a:cubicBezTo>
                    <a:cubicBezTo>
                      <a:pt x="11" y="8"/>
                      <a:pt x="18" y="5"/>
                      <a:pt x="12" y="0"/>
                    </a:cubicBezTo>
                    <a:cubicBezTo>
                      <a:pt x="14" y="4"/>
                      <a:pt x="11" y="7"/>
                      <a:pt x="10" y="10"/>
                    </a:cubicBezTo>
                    <a:cubicBezTo>
                      <a:pt x="9" y="7"/>
                      <a:pt x="6" y="7"/>
                      <a:pt x="3" y="6"/>
                    </a:cubicBezTo>
                    <a:cubicBezTo>
                      <a:pt x="0" y="9"/>
                      <a:pt x="0" y="9"/>
                      <a:pt x="0" y="9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6576" name="Freeform 104">
                <a:extLst>
                  <a:ext uri="{FF2B5EF4-FFF2-40B4-BE49-F238E27FC236}">
                    <a16:creationId xmlns:a16="http://schemas.microsoft.com/office/drawing/2014/main" id="{8EEBA9D4-553F-4B7E-83B9-A38605D0F2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1" y="3848"/>
                <a:ext cx="15" cy="12"/>
              </a:xfrm>
              <a:custGeom>
                <a:avLst/>
                <a:gdLst>
                  <a:gd name="T0" fmla="*/ 0 w 13"/>
                  <a:gd name="T1" fmla="*/ 10 h 11"/>
                  <a:gd name="T2" fmla="*/ 12 w 13"/>
                  <a:gd name="T3" fmla="*/ 14 h 11"/>
                  <a:gd name="T4" fmla="*/ 10 w 13"/>
                  <a:gd name="T5" fmla="*/ 0 h 11"/>
                  <a:gd name="T6" fmla="*/ 12 w 13"/>
                  <a:gd name="T7" fmla="*/ 11 h 11"/>
                  <a:gd name="T8" fmla="*/ 2 w 13"/>
                  <a:gd name="T9" fmla="*/ 5 h 11"/>
                  <a:gd name="T10" fmla="*/ 0 w 13"/>
                  <a:gd name="T11" fmla="*/ 10 h 1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" h="11">
                    <a:moveTo>
                      <a:pt x="0" y="7"/>
                    </a:moveTo>
                    <a:cubicBezTo>
                      <a:pt x="3" y="6"/>
                      <a:pt x="8" y="7"/>
                      <a:pt x="8" y="11"/>
                    </a:cubicBezTo>
                    <a:cubicBezTo>
                      <a:pt x="10" y="6"/>
                      <a:pt x="13" y="3"/>
                      <a:pt x="7" y="0"/>
                    </a:cubicBezTo>
                    <a:cubicBezTo>
                      <a:pt x="10" y="3"/>
                      <a:pt x="8" y="4"/>
                      <a:pt x="8" y="8"/>
                    </a:cubicBezTo>
                    <a:cubicBezTo>
                      <a:pt x="7" y="6"/>
                      <a:pt x="3" y="4"/>
                      <a:pt x="2" y="5"/>
                    </a:cubicBezTo>
                    <a:cubicBezTo>
                      <a:pt x="0" y="7"/>
                      <a:pt x="0" y="7"/>
                      <a:pt x="0" y="7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6577" name="Freeform 105">
                <a:extLst>
                  <a:ext uri="{FF2B5EF4-FFF2-40B4-BE49-F238E27FC236}">
                    <a16:creationId xmlns:a16="http://schemas.microsoft.com/office/drawing/2014/main" id="{19062D5B-486C-453F-BE8B-4BC45560CC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5" y="3846"/>
                <a:ext cx="8" cy="7"/>
              </a:xfrm>
              <a:custGeom>
                <a:avLst/>
                <a:gdLst>
                  <a:gd name="T0" fmla="*/ 0 w 7"/>
                  <a:gd name="T1" fmla="*/ 6 h 6"/>
                  <a:gd name="T2" fmla="*/ 3 w 7"/>
                  <a:gd name="T3" fmla="*/ 9 h 6"/>
                  <a:gd name="T4" fmla="*/ 10 w 7"/>
                  <a:gd name="T5" fmla="*/ 1 h 6"/>
                  <a:gd name="T6" fmla="*/ 9 w 7"/>
                  <a:gd name="T7" fmla="*/ 0 h 6"/>
                  <a:gd name="T8" fmla="*/ 7 w 7"/>
                  <a:gd name="T9" fmla="*/ 7 h 6"/>
                  <a:gd name="T10" fmla="*/ 1 w 7"/>
                  <a:gd name="T11" fmla="*/ 2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" h="6">
                    <a:moveTo>
                      <a:pt x="0" y="3"/>
                    </a:moveTo>
                    <a:cubicBezTo>
                      <a:pt x="1" y="3"/>
                      <a:pt x="2" y="4"/>
                      <a:pt x="3" y="6"/>
                    </a:cubicBezTo>
                    <a:cubicBezTo>
                      <a:pt x="4" y="4"/>
                      <a:pt x="6" y="3"/>
                      <a:pt x="7" y="1"/>
                    </a:cubicBezTo>
                    <a:cubicBezTo>
                      <a:pt x="7" y="1"/>
                      <a:pt x="6" y="1"/>
                      <a:pt x="6" y="0"/>
                    </a:cubicBezTo>
                    <a:cubicBezTo>
                      <a:pt x="6" y="2"/>
                      <a:pt x="4" y="3"/>
                      <a:pt x="4" y="4"/>
                    </a:cubicBezTo>
                    <a:cubicBezTo>
                      <a:pt x="3" y="3"/>
                      <a:pt x="2" y="2"/>
                      <a:pt x="1" y="2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6578" name="Freeform 106">
                <a:extLst>
                  <a:ext uri="{FF2B5EF4-FFF2-40B4-BE49-F238E27FC236}">
                    <a16:creationId xmlns:a16="http://schemas.microsoft.com/office/drawing/2014/main" id="{5AD6E56C-9D4F-4A4E-83B2-7B9EC84B4C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1" y="3878"/>
                <a:ext cx="7" cy="13"/>
              </a:xfrm>
              <a:custGeom>
                <a:avLst/>
                <a:gdLst>
                  <a:gd name="T0" fmla="*/ 0 w 6"/>
                  <a:gd name="T1" fmla="*/ 17 h 11"/>
                  <a:gd name="T2" fmla="*/ 9 w 6"/>
                  <a:gd name="T3" fmla="*/ 0 h 11"/>
                  <a:gd name="T4" fmla="*/ 8 w 6"/>
                  <a:gd name="T5" fmla="*/ 8 h 11"/>
                  <a:gd name="T6" fmla="*/ 1 w 6"/>
                  <a:gd name="T7" fmla="*/ 18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11">
                    <a:moveTo>
                      <a:pt x="0" y="10"/>
                    </a:moveTo>
                    <a:cubicBezTo>
                      <a:pt x="1" y="7"/>
                      <a:pt x="4" y="3"/>
                      <a:pt x="6" y="0"/>
                    </a:cubicBezTo>
                    <a:cubicBezTo>
                      <a:pt x="5" y="2"/>
                      <a:pt x="5" y="3"/>
                      <a:pt x="5" y="5"/>
                    </a:cubicBezTo>
                    <a:cubicBezTo>
                      <a:pt x="4" y="8"/>
                      <a:pt x="2" y="8"/>
                      <a:pt x="1" y="11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6579" name="Freeform 107">
                <a:extLst>
                  <a:ext uri="{FF2B5EF4-FFF2-40B4-BE49-F238E27FC236}">
                    <a16:creationId xmlns:a16="http://schemas.microsoft.com/office/drawing/2014/main" id="{20E50762-84B4-4D10-AB34-CDD75F317A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8" y="3045"/>
                <a:ext cx="31" cy="56"/>
              </a:xfrm>
              <a:custGeom>
                <a:avLst/>
                <a:gdLst>
                  <a:gd name="T0" fmla="*/ 1 w 27"/>
                  <a:gd name="T1" fmla="*/ 0 h 49"/>
                  <a:gd name="T2" fmla="*/ 17 w 27"/>
                  <a:gd name="T3" fmla="*/ 17 h 49"/>
                  <a:gd name="T4" fmla="*/ 20 w 27"/>
                  <a:gd name="T5" fmla="*/ 38 h 49"/>
                  <a:gd name="T6" fmla="*/ 41 w 27"/>
                  <a:gd name="T7" fmla="*/ 73 h 49"/>
                  <a:gd name="T8" fmla="*/ 13 w 27"/>
                  <a:gd name="T9" fmla="*/ 40 h 49"/>
                  <a:gd name="T10" fmla="*/ 0 w 27"/>
                  <a:gd name="T11" fmla="*/ 3 h 4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7" h="49">
                    <a:moveTo>
                      <a:pt x="1" y="0"/>
                    </a:moveTo>
                    <a:cubicBezTo>
                      <a:pt x="4" y="5"/>
                      <a:pt x="9" y="6"/>
                      <a:pt x="11" y="11"/>
                    </a:cubicBezTo>
                    <a:cubicBezTo>
                      <a:pt x="12" y="16"/>
                      <a:pt x="12" y="20"/>
                      <a:pt x="13" y="25"/>
                    </a:cubicBezTo>
                    <a:cubicBezTo>
                      <a:pt x="14" y="34"/>
                      <a:pt x="18" y="44"/>
                      <a:pt x="27" y="49"/>
                    </a:cubicBezTo>
                    <a:cubicBezTo>
                      <a:pt x="16" y="45"/>
                      <a:pt x="11" y="38"/>
                      <a:pt x="9" y="27"/>
                    </a:cubicBezTo>
                    <a:cubicBezTo>
                      <a:pt x="8" y="17"/>
                      <a:pt x="10" y="9"/>
                      <a:pt x="0" y="3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6580" name="Freeform 108">
                <a:extLst>
                  <a:ext uri="{FF2B5EF4-FFF2-40B4-BE49-F238E27FC236}">
                    <a16:creationId xmlns:a16="http://schemas.microsoft.com/office/drawing/2014/main" id="{54F1988D-CC03-4BFF-B39F-8E9B628AB5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1" y="3036"/>
                <a:ext cx="13" cy="50"/>
              </a:xfrm>
              <a:custGeom>
                <a:avLst/>
                <a:gdLst>
                  <a:gd name="T0" fmla="*/ 11 w 11"/>
                  <a:gd name="T1" fmla="*/ 8 h 44"/>
                  <a:gd name="T2" fmla="*/ 9 w 11"/>
                  <a:gd name="T3" fmla="*/ 44 h 44"/>
                  <a:gd name="T4" fmla="*/ 8 w 11"/>
                  <a:gd name="T5" fmla="*/ 56 h 44"/>
                  <a:gd name="T6" fmla="*/ 0 w 11"/>
                  <a:gd name="T7" fmla="*/ 65 h 44"/>
                  <a:gd name="T8" fmla="*/ 17 w 11"/>
                  <a:gd name="T9" fmla="*/ 40 h 44"/>
                  <a:gd name="T10" fmla="*/ 15 w 11"/>
                  <a:gd name="T11" fmla="*/ 0 h 4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44">
                    <a:moveTo>
                      <a:pt x="7" y="5"/>
                    </a:moveTo>
                    <a:cubicBezTo>
                      <a:pt x="7" y="13"/>
                      <a:pt x="7" y="21"/>
                      <a:pt x="6" y="30"/>
                    </a:cubicBezTo>
                    <a:cubicBezTo>
                      <a:pt x="6" y="32"/>
                      <a:pt x="6" y="35"/>
                      <a:pt x="5" y="38"/>
                    </a:cubicBezTo>
                    <a:cubicBezTo>
                      <a:pt x="4" y="41"/>
                      <a:pt x="1" y="42"/>
                      <a:pt x="0" y="44"/>
                    </a:cubicBezTo>
                    <a:cubicBezTo>
                      <a:pt x="6" y="39"/>
                      <a:pt x="9" y="35"/>
                      <a:pt x="10" y="27"/>
                    </a:cubicBezTo>
                    <a:cubicBezTo>
                      <a:pt x="11" y="18"/>
                      <a:pt x="11" y="8"/>
                      <a:pt x="9" y="0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6581" name="Freeform 109">
                <a:extLst>
                  <a:ext uri="{FF2B5EF4-FFF2-40B4-BE49-F238E27FC236}">
                    <a16:creationId xmlns:a16="http://schemas.microsoft.com/office/drawing/2014/main" id="{49F26DE9-4CCE-46FF-8091-FC0DEAEC1A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3" y="3852"/>
                <a:ext cx="16" cy="24"/>
              </a:xfrm>
              <a:custGeom>
                <a:avLst/>
                <a:gdLst>
                  <a:gd name="T0" fmla="*/ 1 w 14"/>
                  <a:gd name="T1" fmla="*/ 31 h 21"/>
                  <a:gd name="T2" fmla="*/ 3 w 14"/>
                  <a:gd name="T3" fmla="*/ 9 h 21"/>
                  <a:gd name="T4" fmla="*/ 10 w 14"/>
                  <a:gd name="T5" fmla="*/ 8 h 21"/>
                  <a:gd name="T6" fmla="*/ 19 w 14"/>
                  <a:gd name="T7" fmla="*/ 0 h 21"/>
                  <a:gd name="T8" fmla="*/ 9 w 14"/>
                  <a:gd name="T9" fmla="*/ 27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21">
                    <a:moveTo>
                      <a:pt x="1" y="21"/>
                    </a:moveTo>
                    <a:cubicBezTo>
                      <a:pt x="2" y="17"/>
                      <a:pt x="0" y="9"/>
                      <a:pt x="3" y="6"/>
                    </a:cubicBezTo>
                    <a:cubicBezTo>
                      <a:pt x="4" y="5"/>
                      <a:pt x="5" y="5"/>
                      <a:pt x="7" y="5"/>
                    </a:cubicBezTo>
                    <a:cubicBezTo>
                      <a:pt x="9" y="4"/>
                      <a:pt x="11" y="1"/>
                      <a:pt x="13" y="0"/>
                    </a:cubicBezTo>
                    <a:cubicBezTo>
                      <a:pt x="14" y="5"/>
                      <a:pt x="8" y="13"/>
                      <a:pt x="6" y="18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6582" name="Freeform 110">
                <a:extLst>
                  <a:ext uri="{FF2B5EF4-FFF2-40B4-BE49-F238E27FC236}">
                    <a16:creationId xmlns:a16="http://schemas.microsoft.com/office/drawing/2014/main" id="{AC90AD21-8798-4B9B-A97C-1886558FB2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3" y="3670"/>
                <a:ext cx="103" cy="33"/>
              </a:xfrm>
              <a:custGeom>
                <a:avLst/>
                <a:gdLst>
                  <a:gd name="T0" fmla="*/ 0 w 90"/>
                  <a:gd name="T1" fmla="*/ 18 h 29"/>
                  <a:gd name="T2" fmla="*/ 17 w 90"/>
                  <a:gd name="T3" fmla="*/ 20 h 29"/>
                  <a:gd name="T4" fmla="*/ 35 w 90"/>
                  <a:gd name="T5" fmla="*/ 23 h 29"/>
                  <a:gd name="T6" fmla="*/ 64 w 90"/>
                  <a:gd name="T7" fmla="*/ 23 h 29"/>
                  <a:gd name="T8" fmla="*/ 103 w 90"/>
                  <a:gd name="T9" fmla="*/ 13 h 29"/>
                  <a:gd name="T10" fmla="*/ 135 w 90"/>
                  <a:gd name="T11" fmla="*/ 0 h 29"/>
                  <a:gd name="T12" fmla="*/ 102 w 90"/>
                  <a:gd name="T13" fmla="*/ 26 h 29"/>
                  <a:gd name="T14" fmla="*/ 61 w 90"/>
                  <a:gd name="T15" fmla="*/ 39 h 29"/>
                  <a:gd name="T16" fmla="*/ 19 w 90"/>
                  <a:gd name="T17" fmla="*/ 35 h 29"/>
                  <a:gd name="T18" fmla="*/ 0 w 90"/>
                  <a:gd name="T19" fmla="*/ 20 h 2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90" h="29">
                    <a:moveTo>
                      <a:pt x="0" y="12"/>
                    </a:moveTo>
                    <a:cubicBezTo>
                      <a:pt x="4" y="12"/>
                      <a:pt x="8" y="13"/>
                      <a:pt x="11" y="14"/>
                    </a:cubicBezTo>
                    <a:cubicBezTo>
                      <a:pt x="16" y="15"/>
                      <a:pt x="20" y="16"/>
                      <a:pt x="24" y="16"/>
                    </a:cubicBezTo>
                    <a:cubicBezTo>
                      <a:pt x="31" y="17"/>
                      <a:pt x="36" y="17"/>
                      <a:pt x="43" y="16"/>
                    </a:cubicBezTo>
                    <a:cubicBezTo>
                      <a:pt x="52" y="14"/>
                      <a:pt x="61" y="12"/>
                      <a:pt x="69" y="9"/>
                    </a:cubicBezTo>
                    <a:cubicBezTo>
                      <a:pt x="76" y="6"/>
                      <a:pt x="83" y="2"/>
                      <a:pt x="90" y="0"/>
                    </a:cubicBezTo>
                    <a:cubicBezTo>
                      <a:pt x="84" y="7"/>
                      <a:pt x="76" y="12"/>
                      <a:pt x="68" y="18"/>
                    </a:cubicBezTo>
                    <a:cubicBezTo>
                      <a:pt x="60" y="24"/>
                      <a:pt x="50" y="24"/>
                      <a:pt x="40" y="26"/>
                    </a:cubicBezTo>
                    <a:cubicBezTo>
                      <a:pt x="31" y="28"/>
                      <a:pt x="22" y="29"/>
                      <a:pt x="13" y="24"/>
                    </a:cubicBezTo>
                    <a:cubicBezTo>
                      <a:pt x="9" y="22"/>
                      <a:pt x="4" y="18"/>
                      <a:pt x="0" y="14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6583" name="Freeform 111">
                <a:extLst>
                  <a:ext uri="{FF2B5EF4-FFF2-40B4-BE49-F238E27FC236}">
                    <a16:creationId xmlns:a16="http://schemas.microsoft.com/office/drawing/2014/main" id="{9D37A6F1-DAA2-4145-8AB5-D93D273D18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5" y="3827"/>
                <a:ext cx="25" cy="19"/>
              </a:xfrm>
              <a:custGeom>
                <a:avLst/>
                <a:gdLst>
                  <a:gd name="T0" fmla="*/ 32 w 22"/>
                  <a:gd name="T1" fmla="*/ 1 h 17"/>
                  <a:gd name="T2" fmla="*/ 1 w 22"/>
                  <a:gd name="T3" fmla="*/ 0 h 17"/>
                  <a:gd name="T4" fmla="*/ 8 w 22"/>
                  <a:gd name="T5" fmla="*/ 11 h 17"/>
                  <a:gd name="T6" fmla="*/ 0 w 22"/>
                  <a:gd name="T7" fmla="*/ 23 h 17"/>
                  <a:gd name="T8" fmla="*/ 26 w 22"/>
                  <a:gd name="T9" fmla="*/ 3 h 17"/>
                  <a:gd name="T10" fmla="*/ 32 w 22"/>
                  <a:gd name="T11" fmla="*/ 1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2" h="17">
                    <a:moveTo>
                      <a:pt x="22" y="1"/>
                    </a:moveTo>
                    <a:cubicBezTo>
                      <a:pt x="18" y="7"/>
                      <a:pt x="6" y="3"/>
                      <a:pt x="1" y="0"/>
                    </a:cubicBezTo>
                    <a:cubicBezTo>
                      <a:pt x="2" y="3"/>
                      <a:pt x="5" y="5"/>
                      <a:pt x="5" y="8"/>
                    </a:cubicBezTo>
                    <a:cubicBezTo>
                      <a:pt x="5" y="12"/>
                      <a:pt x="2" y="14"/>
                      <a:pt x="0" y="17"/>
                    </a:cubicBezTo>
                    <a:cubicBezTo>
                      <a:pt x="3" y="10"/>
                      <a:pt x="16" y="9"/>
                      <a:pt x="18" y="3"/>
                    </a:cubicBezTo>
                    <a:cubicBezTo>
                      <a:pt x="22" y="1"/>
                      <a:pt x="22" y="1"/>
                      <a:pt x="22" y="1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6584" name="Freeform 112">
                <a:extLst>
                  <a:ext uri="{FF2B5EF4-FFF2-40B4-BE49-F238E27FC236}">
                    <a16:creationId xmlns:a16="http://schemas.microsoft.com/office/drawing/2014/main" id="{585A33D1-A6E3-46CD-B9BA-F1C98FD683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9" y="3829"/>
                <a:ext cx="10" cy="14"/>
              </a:xfrm>
              <a:custGeom>
                <a:avLst/>
                <a:gdLst>
                  <a:gd name="T0" fmla="*/ 12 w 9"/>
                  <a:gd name="T1" fmla="*/ 0 h 12"/>
                  <a:gd name="T2" fmla="*/ 0 w 9"/>
                  <a:gd name="T3" fmla="*/ 1 h 12"/>
                  <a:gd name="T4" fmla="*/ 2 w 9"/>
                  <a:gd name="T5" fmla="*/ 19 h 12"/>
                  <a:gd name="T6" fmla="*/ 10 w 9"/>
                  <a:gd name="T7" fmla="*/ 1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12">
                    <a:moveTo>
                      <a:pt x="9" y="0"/>
                    </a:moveTo>
                    <a:cubicBezTo>
                      <a:pt x="6" y="1"/>
                      <a:pt x="3" y="1"/>
                      <a:pt x="0" y="1"/>
                    </a:cubicBezTo>
                    <a:cubicBezTo>
                      <a:pt x="3" y="6"/>
                      <a:pt x="4" y="6"/>
                      <a:pt x="2" y="12"/>
                    </a:cubicBezTo>
                    <a:cubicBezTo>
                      <a:pt x="3" y="9"/>
                      <a:pt x="5" y="2"/>
                      <a:pt x="7" y="1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6585" name="Freeform 113">
                <a:extLst>
                  <a:ext uri="{FF2B5EF4-FFF2-40B4-BE49-F238E27FC236}">
                    <a16:creationId xmlns:a16="http://schemas.microsoft.com/office/drawing/2014/main" id="{7A3ED97C-66F9-425A-8903-F7A16E5B3B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5" y="3829"/>
                <a:ext cx="10" cy="15"/>
              </a:xfrm>
              <a:custGeom>
                <a:avLst/>
                <a:gdLst>
                  <a:gd name="T0" fmla="*/ 12 w 9"/>
                  <a:gd name="T1" fmla="*/ 0 h 13"/>
                  <a:gd name="T2" fmla="*/ 0 w 9"/>
                  <a:gd name="T3" fmla="*/ 2 h 13"/>
                  <a:gd name="T4" fmla="*/ 0 w 9"/>
                  <a:gd name="T5" fmla="*/ 20 h 13"/>
                  <a:gd name="T6" fmla="*/ 9 w 9"/>
                  <a:gd name="T7" fmla="*/ 3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13">
                    <a:moveTo>
                      <a:pt x="9" y="0"/>
                    </a:moveTo>
                    <a:cubicBezTo>
                      <a:pt x="6" y="0"/>
                      <a:pt x="3" y="2"/>
                      <a:pt x="0" y="2"/>
                    </a:cubicBezTo>
                    <a:cubicBezTo>
                      <a:pt x="5" y="5"/>
                      <a:pt x="1" y="9"/>
                      <a:pt x="0" y="13"/>
                    </a:cubicBezTo>
                    <a:cubicBezTo>
                      <a:pt x="4" y="8"/>
                      <a:pt x="6" y="9"/>
                      <a:pt x="6" y="3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6586" name="Freeform 114">
                <a:extLst>
                  <a:ext uri="{FF2B5EF4-FFF2-40B4-BE49-F238E27FC236}">
                    <a16:creationId xmlns:a16="http://schemas.microsoft.com/office/drawing/2014/main" id="{4B23C7AA-B75C-4A85-977A-44D4B184A5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1" y="3737"/>
                <a:ext cx="29" cy="27"/>
              </a:xfrm>
              <a:custGeom>
                <a:avLst/>
                <a:gdLst>
                  <a:gd name="T0" fmla="*/ 35 w 26"/>
                  <a:gd name="T1" fmla="*/ 0 h 24"/>
                  <a:gd name="T2" fmla="*/ 20 w 26"/>
                  <a:gd name="T3" fmla="*/ 9 h 24"/>
                  <a:gd name="T4" fmla="*/ 11 w 26"/>
                  <a:gd name="T5" fmla="*/ 20 h 24"/>
                  <a:gd name="T6" fmla="*/ 0 w 26"/>
                  <a:gd name="T7" fmla="*/ 34 h 24"/>
                  <a:gd name="T8" fmla="*/ 25 w 26"/>
                  <a:gd name="T9" fmla="*/ 16 h 24"/>
                  <a:gd name="T10" fmla="*/ 31 w 26"/>
                  <a:gd name="T11" fmla="*/ 27 h 24"/>
                  <a:gd name="T12" fmla="*/ 33 w 26"/>
                  <a:gd name="T13" fmla="*/ 32 h 24"/>
                  <a:gd name="T14" fmla="*/ 36 w 26"/>
                  <a:gd name="T15" fmla="*/ 16 h 2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6" h="24">
                    <a:moveTo>
                      <a:pt x="25" y="0"/>
                    </a:moveTo>
                    <a:cubicBezTo>
                      <a:pt x="23" y="3"/>
                      <a:pt x="17" y="3"/>
                      <a:pt x="14" y="6"/>
                    </a:cubicBezTo>
                    <a:cubicBezTo>
                      <a:pt x="12" y="8"/>
                      <a:pt x="10" y="11"/>
                      <a:pt x="8" y="14"/>
                    </a:cubicBezTo>
                    <a:cubicBezTo>
                      <a:pt x="6" y="18"/>
                      <a:pt x="2" y="21"/>
                      <a:pt x="0" y="24"/>
                    </a:cubicBezTo>
                    <a:cubicBezTo>
                      <a:pt x="7" y="24"/>
                      <a:pt x="10" y="9"/>
                      <a:pt x="18" y="11"/>
                    </a:cubicBezTo>
                    <a:cubicBezTo>
                      <a:pt x="21" y="12"/>
                      <a:pt x="21" y="16"/>
                      <a:pt x="22" y="19"/>
                    </a:cubicBezTo>
                    <a:cubicBezTo>
                      <a:pt x="22" y="21"/>
                      <a:pt x="22" y="24"/>
                      <a:pt x="24" y="22"/>
                    </a:cubicBezTo>
                    <a:cubicBezTo>
                      <a:pt x="26" y="21"/>
                      <a:pt x="26" y="13"/>
                      <a:pt x="26" y="11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6587" name="Freeform 115">
                <a:extLst>
                  <a:ext uri="{FF2B5EF4-FFF2-40B4-BE49-F238E27FC236}">
                    <a16:creationId xmlns:a16="http://schemas.microsoft.com/office/drawing/2014/main" id="{01370BE2-B6AA-4A67-B310-81721212CA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0" y="3053"/>
                <a:ext cx="86" cy="68"/>
              </a:xfrm>
              <a:custGeom>
                <a:avLst/>
                <a:gdLst>
                  <a:gd name="T0" fmla="*/ 7 w 75"/>
                  <a:gd name="T1" fmla="*/ 1 h 59"/>
                  <a:gd name="T2" fmla="*/ 18 w 75"/>
                  <a:gd name="T3" fmla="*/ 31 h 59"/>
                  <a:gd name="T4" fmla="*/ 41 w 75"/>
                  <a:gd name="T5" fmla="*/ 63 h 59"/>
                  <a:gd name="T6" fmla="*/ 114 w 75"/>
                  <a:gd name="T7" fmla="*/ 75 h 59"/>
                  <a:gd name="T8" fmla="*/ 34 w 75"/>
                  <a:gd name="T9" fmla="*/ 77 h 59"/>
                  <a:gd name="T10" fmla="*/ 8 w 75"/>
                  <a:gd name="T11" fmla="*/ 46 h 59"/>
                  <a:gd name="T12" fmla="*/ 0 w 75"/>
                  <a:gd name="T13" fmla="*/ 2 h 5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5" h="59">
                    <a:moveTo>
                      <a:pt x="4" y="1"/>
                    </a:moveTo>
                    <a:cubicBezTo>
                      <a:pt x="11" y="0"/>
                      <a:pt x="11" y="16"/>
                      <a:pt x="12" y="20"/>
                    </a:cubicBezTo>
                    <a:cubicBezTo>
                      <a:pt x="14" y="31"/>
                      <a:pt x="18" y="36"/>
                      <a:pt x="27" y="42"/>
                    </a:cubicBezTo>
                    <a:cubicBezTo>
                      <a:pt x="41" y="51"/>
                      <a:pt x="59" y="48"/>
                      <a:pt x="75" y="49"/>
                    </a:cubicBezTo>
                    <a:cubicBezTo>
                      <a:pt x="71" y="59"/>
                      <a:pt x="31" y="53"/>
                      <a:pt x="23" y="50"/>
                    </a:cubicBezTo>
                    <a:cubicBezTo>
                      <a:pt x="15" y="46"/>
                      <a:pt x="7" y="39"/>
                      <a:pt x="5" y="30"/>
                    </a:cubicBezTo>
                    <a:cubicBezTo>
                      <a:pt x="3" y="22"/>
                      <a:pt x="7" y="9"/>
                      <a:pt x="0" y="2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6588" name="Freeform 116">
                <a:extLst>
                  <a:ext uri="{FF2B5EF4-FFF2-40B4-BE49-F238E27FC236}">
                    <a16:creationId xmlns:a16="http://schemas.microsoft.com/office/drawing/2014/main" id="{DDA863D4-53D6-4288-8235-E5960DEB25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8" y="3051"/>
                <a:ext cx="15" cy="37"/>
              </a:xfrm>
              <a:custGeom>
                <a:avLst/>
                <a:gdLst>
                  <a:gd name="T0" fmla="*/ 10 w 13"/>
                  <a:gd name="T1" fmla="*/ 0 h 32"/>
                  <a:gd name="T2" fmla="*/ 0 w 13"/>
                  <a:gd name="T3" fmla="*/ 50 h 32"/>
                  <a:gd name="T4" fmla="*/ 16 w 13"/>
                  <a:gd name="T5" fmla="*/ 29 h 32"/>
                  <a:gd name="T6" fmla="*/ 14 w 13"/>
                  <a:gd name="T7" fmla="*/ 1 h 3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32">
                    <a:moveTo>
                      <a:pt x="7" y="0"/>
                    </a:moveTo>
                    <a:cubicBezTo>
                      <a:pt x="7" y="13"/>
                      <a:pt x="4" y="20"/>
                      <a:pt x="0" y="32"/>
                    </a:cubicBezTo>
                    <a:cubicBezTo>
                      <a:pt x="4" y="29"/>
                      <a:pt x="8" y="24"/>
                      <a:pt x="10" y="19"/>
                    </a:cubicBezTo>
                    <a:cubicBezTo>
                      <a:pt x="13" y="12"/>
                      <a:pt x="10" y="8"/>
                      <a:pt x="9" y="1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6589" name="Freeform 117">
                <a:extLst>
                  <a:ext uri="{FF2B5EF4-FFF2-40B4-BE49-F238E27FC236}">
                    <a16:creationId xmlns:a16="http://schemas.microsoft.com/office/drawing/2014/main" id="{2163011D-7BFB-4651-8986-EA25E5F8E3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4" y="2518"/>
                <a:ext cx="67" cy="384"/>
              </a:xfrm>
              <a:custGeom>
                <a:avLst/>
                <a:gdLst>
                  <a:gd name="T0" fmla="*/ 76 w 59"/>
                  <a:gd name="T1" fmla="*/ 0 h 336"/>
                  <a:gd name="T2" fmla="*/ 45 w 59"/>
                  <a:gd name="T3" fmla="*/ 134 h 336"/>
                  <a:gd name="T4" fmla="*/ 48 w 59"/>
                  <a:gd name="T5" fmla="*/ 263 h 336"/>
                  <a:gd name="T6" fmla="*/ 11 w 59"/>
                  <a:gd name="T7" fmla="*/ 375 h 336"/>
                  <a:gd name="T8" fmla="*/ 8 w 59"/>
                  <a:gd name="T9" fmla="*/ 502 h 336"/>
                  <a:gd name="T10" fmla="*/ 65 w 59"/>
                  <a:gd name="T11" fmla="*/ 333 h 336"/>
                  <a:gd name="T12" fmla="*/ 77 w 59"/>
                  <a:gd name="T13" fmla="*/ 232 h 336"/>
                  <a:gd name="T14" fmla="*/ 78 w 59"/>
                  <a:gd name="T15" fmla="*/ 182 h 336"/>
                  <a:gd name="T16" fmla="*/ 85 w 59"/>
                  <a:gd name="T17" fmla="*/ 118 h 3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9" h="336">
                    <a:moveTo>
                      <a:pt x="52" y="0"/>
                    </a:moveTo>
                    <a:cubicBezTo>
                      <a:pt x="51" y="30"/>
                      <a:pt x="33" y="58"/>
                      <a:pt x="31" y="89"/>
                    </a:cubicBezTo>
                    <a:cubicBezTo>
                      <a:pt x="29" y="118"/>
                      <a:pt x="35" y="147"/>
                      <a:pt x="33" y="176"/>
                    </a:cubicBezTo>
                    <a:cubicBezTo>
                      <a:pt x="32" y="204"/>
                      <a:pt x="16" y="225"/>
                      <a:pt x="8" y="251"/>
                    </a:cubicBezTo>
                    <a:cubicBezTo>
                      <a:pt x="0" y="276"/>
                      <a:pt x="3" y="310"/>
                      <a:pt x="5" y="336"/>
                    </a:cubicBezTo>
                    <a:cubicBezTo>
                      <a:pt x="23" y="303"/>
                      <a:pt x="36" y="260"/>
                      <a:pt x="44" y="223"/>
                    </a:cubicBezTo>
                    <a:cubicBezTo>
                      <a:pt x="49" y="201"/>
                      <a:pt x="52" y="178"/>
                      <a:pt x="53" y="156"/>
                    </a:cubicBezTo>
                    <a:cubicBezTo>
                      <a:pt x="54" y="145"/>
                      <a:pt x="54" y="133"/>
                      <a:pt x="54" y="122"/>
                    </a:cubicBezTo>
                    <a:cubicBezTo>
                      <a:pt x="54" y="108"/>
                      <a:pt x="59" y="93"/>
                      <a:pt x="58" y="79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6590" name="Freeform 118">
                <a:extLst>
                  <a:ext uri="{FF2B5EF4-FFF2-40B4-BE49-F238E27FC236}">
                    <a16:creationId xmlns:a16="http://schemas.microsoft.com/office/drawing/2014/main" id="{0CC2F9F1-B9FE-4B84-B184-DF67B0A9B2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1" y="3398"/>
                <a:ext cx="32" cy="122"/>
              </a:xfrm>
              <a:custGeom>
                <a:avLst/>
                <a:gdLst>
                  <a:gd name="T0" fmla="*/ 7 w 28"/>
                  <a:gd name="T1" fmla="*/ 158 h 107"/>
                  <a:gd name="T2" fmla="*/ 3 w 28"/>
                  <a:gd name="T3" fmla="*/ 76 h 107"/>
                  <a:gd name="T4" fmla="*/ 39 w 28"/>
                  <a:gd name="T5" fmla="*/ 0 h 107"/>
                  <a:gd name="T6" fmla="*/ 24 w 28"/>
                  <a:gd name="T7" fmla="*/ 114 h 10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" h="107">
                    <a:moveTo>
                      <a:pt x="4" y="107"/>
                    </a:moveTo>
                    <a:cubicBezTo>
                      <a:pt x="9" y="88"/>
                      <a:pt x="0" y="71"/>
                      <a:pt x="3" y="52"/>
                    </a:cubicBezTo>
                    <a:cubicBezTo>
                      <a:pt x="5" y="36"/>
                      <a:pt x="18" y="14"/>
                      <a:pt x="26" y="0"/>
                    </a:cubicBezTo>
                    <a:cubicBezTo>
                      <a:pt x="28" y="26"/>
                      <a:pt x="19" y="52"/>
                      <a:pt x="16" y="77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6591" name="Freeform 119">
                <a:extLst>
                  <a:ext uri="{FF2B5EF4-FFF2-40B4-BE49-F238E27FC236}">
                    <a16:creationId xmlns:a16="http://schemas.microsoft.com/office/drawing/2014/main" id="{C1EF372A-92E4-4116-9898-DC99AFEEF2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7" y="3015"/>
                <a:ext cx="64" cy="82"/>
              </a:xfrm>
              <a:custGeom>
                <a:avLst/>
                <a:gdLst>
                  <a:gd name="T0" fmla="*/ 0 w 56"/>
                  <a:gd name="T1" fmla="*/ 8 h 72"/>
                  <a:gd name="T2" fmla="*/ 25 w 56"/>
                  <a:gd name="T3" fmla="*/ 74 h 72"/>
                  <a:gd name="T4" fmla="*/ 75 w 56"/>
                  <a:gd name="T5" fmla="*/ 87 h 72"/>
                  <a:gd name="T6" fmla="*/ 39 w 56"/>
                  <a:gd name="T7" fmla="*/ 50 h 72"/>
                  <a:gd name="T8" fmla="*/ 2 w 56"/>
                  <a:gd name="T9" fmla="*/ 0 h 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72">
                    <a:moveTo>
                      <a:pt x="0" y="5"/>
                    </a:moveTo>
                    <a:cubicBezTo>
                      <a:pt x="7" y="19"/>
                      <a:pt x="7" y="38"/>
                      <a:pt x="17" y="50"/>
                    </a:cubicBezTo>
                    <a:cubicBezTo>
                      <a:pt x="22" y="57"/>
                      <a:pt x="43" y="72"/>
                      <a:pt x="51" y="59"/>
                    </a:cubicBezTo>
                    <a:cubicBezTo>
                      <a:pt x="56" y="51"/>
                      <a:pt x="31" y="43"/>
                      <a:pt x="26" y="34"/>
                    </a:cubicBezTo>
                    <a:cubicBezTo>
                      <a:pt x="19" y="23"/>
                      <a:pt x="19" y="1"/>
                      <a:pt x="2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6592" name="Freeform 120">
                <a:extLst>
                  <a:ext uri="{FF2B5EF4-FFF2-40B4-BE49-F238E27FC236}">
                    <a16:creationId xmlns:a16="http://schemas.microsoft.com/office/drawing/2014/main" id="{A7DA3D72-1B7F-437F-BD1B-B608780B89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9" y="2458"/>
                <a:ext cx="161" cy="525"/>
              </a:xfrm>
              <a:custGeom>
                <a:avLst/>
                <a:gdLst>
                  <a:gd name="T0" fmla="*/ 61 w 141"/>
                  <a:gd name="T1" fmla="*/ 0 h 460"/>
                  <a:gd name="T2" fmla="*/ 21 w 141"/>
                  <a:gd name="T3" fmla="*/ 0 h 460"/>
                  <a:gd name="T4" fmla="*/ 9 w 141"/>
                  <a:gd name="T5" fmla="*/ 92 h 460"/>
                  <a:gd name="T6" fmla="*/ 24 w 141"/>
                  <a:gd name="T7" fmla="*/ 229 h 460"/>
                  <a:gd name="T8" fmla="*/ 18 w 141"/>
                  <a:gd name="T9" fmla="*/ 340 h 460"/>
                  <a:gd name="T10" fmla="*/ 29 w 141"/>
                  <a:gd name="T11" fmla="*/ 445 h 460"/>
                  <a:gd name="T12" fmla="*/ 38 w 141"/>
                  <a:gd name="T13" fmla="*/ 635 h 460"/>
                  <a:gd name="T14" fmla="*/ 116 w 141"/>
                  <a:gd name="T15" fmla="*/ 675 h 460"/>
                  <a:gd name="T16" fmla="*/ 162 w 141"/>
                  <a:gd name="T17" fmla="*/ 684 h 460"/>
                  <a:gd name="T18" fmla="*/ 186 w 141"/>
                  <a:gd name="T19" fmla="*/ 677 h 460"/>
                  <a:gd name="T20" fmla="*/ 183 w 141"/>
                  <a:gd name="T21" fmla="*/ 609 h 460"/>
                  <a:gd name="T22" fmla="*/ 154 w 141"/>
                  <a:gd name="T23" fmla="*/ 515 h 460"/>
                  <a:gd name="T24" fmla="*/ 160 w 141"/>
                  <a:gd name="T25" fmla="*/ 406 h 460"/>
                  <a:gd name="T26" fmla="*/ 164 w 141"/>
                  <a:gd name="T27" fmla="*/ 283 h 460"/>
                  <a:gd name="T28" fmla="*/ 175 w 141"/>
                  <a:gd name="T29" fmla="*/ 99 h 460"/>
                  <a:gd name="T30" fmla="*/ 61 w 141"/>
                  <a:gd name="T31" fmla="*/ 0 h 460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41" h="460">
                    <a:moveTo>
                      <a:pt x="40" y="0"/>
                    </a:moveTo>
                    <a:cubicBezTo>
                      <a:pt x="14" y="0"/>
                      <a:pt x="14" y="0"/>
                      <a:pt x="14" y="0"/>
                    </a:cubicBezTo>
                    <a:cubicBezTo>
                      <a:pt x="9" y="20"/>
                      <a:pt x="7" y="40"/>
                      <a:pt x="6" y="62"/>
                    </a:cubicBezTo>
                    <a:cubicBezTo>
                      <a:pt x="6" y="93"/>
                      <a:pt x="15" y="123"/>
                      <a:pt x="16" y="154"/>
                    </a:cubicBezTo>
                    <a:cubicBezTo>
                      <a:pt x="17" y="179"/>
                      <a:pt x="12" y="204"/>
                      <a:pt x="12" y="229"/>
                    </a:cubicBezTo>
                    <a:cubicBezTo>
                      <a:pt x="11" y="253"/>
                      <a:pt x="17" y="276"/>
                      <a:pt x="19" y="300"/>
                    </a:cubicBezTo>
                    <a:cubicBezTo>
                      <a:pt x="23" y="342"/>
                      <a:pt x="0" y="388"/>
                      <a:pt x="25" y="427"/>
                    </a:cubicBezTo>
                    <a:cubicBezTo>
                      <a:pt x="36" y="444"/>
                      <a:pt x="60" y="450"/>
                      <a:pt x="78" y="454"/>
                    </a:cubicBezTo>
                    <a:cubicBezTo>
                      <a:pt x="88" y="456"/>
                      <a:pt x="99" y="460"/>
                      <a:pt x="109" y="460"/>
                    </a:cubicBezTo>
                    <a:cubicBezTo>
                      <a:pt x="115" y="460"/>
                      <a:pt x="120" y="459"/>
                      <a:pt x="125" y="456"/>
                    </a:cubicBezTo>
                    <a:cubicBezTo>
                      <a:pt x="141" y="444"/>
                      <a:pt x="132" y="424"/>
                      <a:pt x="123" y="410"/>
                    </a:cubicBezTo>
                    <a:cubicBezTo>
                      <a:pt x="111" y="387"/>
                      <a:pt x="103" y="372"/>
                      <a:pt x="103" y="346"/>
                    </a:cubicBezTo>
                    <a:cubicBezTo>
                      <a:pt x="103" y="321"/>
                      <a:pt x="107" y="298"/>
                      <a:pt x="108" y="273"/>
                    </a:cubicBezTo>
                    <a:cubicBezTo>
                      <a:pt x="109" y="245"/>
                      <a:pt x="101" y="217"/>
                      <a:pt x="110" y="190"/>
                    </a:cubicBezTo>
                    <a:cubicBezTo>
                      <a:pt x="123" y="150"/>
                      <a:pt x="135" y="107"/>
                      <a:pt x="117" y="67"/>
                    </a:cubicBezTo>
                    <a:cubicBezTo>
                      <a:pt x="101" y="28"/>
                      <a:pt x="81" y="13"/>
                      <a:pt x="40" y="0"/>
                    </a:cubicBezTo>
                  </a:path>
                </a:pathLst>
              </a:custGeom>
              <a:solidFill>
                <a:srgbClr val="FCF9F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6593" name="Freeform 121">
                <a:extLst>
                  <a:ext uri="{FF2B5EF4-FFF2-40B4-BE49-F238E27FC236}">
                    <a16:creationId xmlns:a16="http://schemas.microsoft.com/office/drawing/2014/main" id="{E9D8E0DE-D2A2-475D-A1CD-4BC24A4732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6" y="3149"/>
                <a:ext cx="166" cy="519"/>
              </a:xfrm>
              <a:custGeom>
                <a:avLst/>
                <a:gdLst>
                  <a:gd name="T0" fmla="*/ 90 w 145"/>
                  <a:gd name="T1" fmla="*/ 0 h 455"/>
                  <a:gd name="T2" fmla="*/ 69 w 145"/>
                  <a:gd name="T3" fmla="*/ 9 h 455"/>
                  <a:gd name="T4" fmla="*/ 25 w 145"/>
                  <a:gd name="T5" fmla="*/ 232 h 455"/>
                  <a:gd name="T6" fmla="*/ 45 w 145"/>
                  <a:gd name="T7" fmla="*/ 336 h 455"/>
                  <a:gd name="T8" fmla="*/ 48 w 145"/>
                  <a:gd name="T9" fmla="*/ 389 h 455"/>
                  <a:gd name="T10" fmla="*/ 69 w 145"/>
                  <a:gd name="T11" fmla="*/ 437 h 455"/>
                  <a:gd name="T12" fmla="*/ 84 w 145"/>
                  <a:gd name="T13" fmla="*/ 533 h 455"/>
                  <a:gd name="T14" fmla="*/ 92 w 145"/>
                  <a:gd name="T15" fmla="*/ 632 h 455"/>
                  <a:gd name="T16" fmla="*/ 126 w 145"/>
                  <a:gd name="T17" fmla="*/ 675 h 455"/>
                  <a:gd name="T18" fmla="*/ 126 w 145"/>
                  <a:gd name="T19" fmla="*/ 675 h 455"/>
                  <a:gd name="T20" fmla="*/ 205 w 145"/>
                  <a:gd name="T21" fmla="*/ 640 h 455"/>
                  <a:gd name="T22" fmla="*/ 180 w 145"/>
                  <a:gd name="T23" fmla="*/ 586 h 455"/>
                  <a:gd name="T24" fmla="*/ 153 w 145"/>
                  <a:gd name="T25" fmla="*/ 497 h 455"/>
                  <a:gd name="T26" fmla="*/ 106 w 145"/>
                  <a:gd name="T27" fmla="*/ 435 h 455"/>
                  <a:gd name="T28" fmla="*/ 97 w 145"/>
                  <a:gd name="T29" fmla="*/ 331 h 455"/>
                  <a:gd name="T30" fmla="*/ 82 w 145"/>
                  <a:gd name="T31" fmla="*/ 212 h 455"/>
                  <a:gd name="T32" fmla="*/ 126 w 145"/>
                  <a:gd name="T33" fmla="*/ 104 h 455"/>
                  <a:gd name="T34" fmla="*/ 90 w 145"/>
                  <a:gd name="T35" fmla="*/ 0 h 45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145" h="455">
                    <a:moveTo>
                      <a:pt x="60" y="0"/>
                    </a:moveTo>
                    <a:cubicBezTo>
                      <a:pt x="45" y="6"/>
                      <a:pt x="45" y="6"/>
                      <a:pt x="45" y="6"/>
                    </a:cubicBezTo>
                    <a:cubicBezTo>
                      <a:pt x="0" y="6"/>
                      <a:pt x="12" y="131"/>
                      <a:pt x="17" y="156"/>
                    </a:cubicBezTo>
                    <a:cubicBezTo>
                      <a:pt x="21" y="182"/>
                      <a:pt x="33" y="199"/>
                      <a:pt x="30" y="227"/>
                    </a:cubicBezTo>
                    <a:cubicBezTo>
                      <a:pt x="29" y="239"/>
                      <a:pt x="28" y="251"/>
                      <a:pt x="32" y="262"/>
                    </a:cubicBezTo>
                    <a:cubicBezTo>
                      <a:pt x="36" y="274"/>
                      <a:pt x="42" y="283"/>
                      <a:pt x="45" y="295"/>
                    </a:cubicBezTo>
                    <a:cubicBezTo>
                      <a:pt x="51" y="317"/>
                      <a:pt x="47" y="337"/>
                      <a:pt x="56" y="359"/>
                    </a:cubicBezTo>
                    <a:cubicBezTo>
                      <a:pt x="65" y="383"/>
                      <a:pt x="63" y="401"/>
                      <a:pt x="61" y="426"/>
                    </a:cubicBezTo>
                    <a:cubicBezTo>
                      <a:pt x="60" y="447"/>
                      <a:pt x="61" y="455"/>
                      <a:pt x="84" y="455"/>
                    </a:cubicBezTo>
                    <a:cubicBezTo>
                      <a:pt x="84" y="455"/>
                      <a:pt x="84" y="455"/>
                      <a:pt x="84" y="455"/>
                    </a:cubicBezTo>
                    <a:cubicBezTo>
                      <a:pt x="99" y="455"/>
                      <a:pt x="128" y="446"/>
                      <a:pt x="136" y="431"/>
                    </a:cubicBezTo>
                    <a:cubicBezTo>
                      <a:pt x="145" y="413"/>
                      <a:pt x="131" y="405"/>
                      <a:pt x="120" y="395"/>
                    </a:cubicBezTo>
                    <a:cubicBezTo>
                      <a:pt x="100" y="378"/>
                      <a:pt x="111" y="356"/>
                      <a:pt x="102" y="335"/>
                    </a:cubicBezTo>
                    <a:cubicBezTo>
                      <a:pt x="94" y="317"/>
                      <a:pt x="75" y="313"/>
                      <a:pt x="71" y="293"/>
                    </a:cubicBezTo>
                    <a:cubicBezTo>
                      <a:pt x="65" y="270"/>
                      <a:pt x="69" y="246"/>
                      <a:pt x="65" y="223"/>
                    </a:cubicBezTo>
                    <a:cubicBezTo>
                      <a:pt x="60" y="197"/>
                      <a:pt x="52" y="170"/>
                      <a:pt x="55" y="143"/>
                    </a:cubicBezTo>
                    <a:cubicBezTo>
                      <a:pt x="59" y="116"/>
                      <a:pt x="71" y="93"/>
                      <a:pt x="84" y="70"/>
                    </a:cubicBezTo>
                    <a:cubicBezTo>
                      <a:pt x="100" y="40"/>
                      <a:pt x="89" y="14"/>
                      <a:pt x="60" y="0"/>
                    </a:cubicBezTo>
                  </a:path>
                </a:pathLst>
              </a:custGeom>
              <a:solidFill>
                <a:srgbClr val="FB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6594" name="Freeform 122">
                <a:extLst>
                  <a:ext uri="{FF2B5EF4-FFF2-40B4-BE49-F238E27FC236}">
                    <a16:creationId xmlns:a16="http://schemas.microsoft.com/office/drawing/2014/main" id="{E0F97563-CBA2-40B0-97EA-778EA66271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1" y="3686"/>
                <a:ext cx="31" cy="68"/>
              </a:xfrm>
              <a:custGeom>
                <a:avLst/>
                <a:gdLst>
                  <a:gd name="T0" fmla="*/ 29 w 27"/>
                  <a:gd name="T1" fmla="*/ 0 h 60"/>
                  <a:gd name="T2" fmla="*/ 24 w 27"/>
                  <a:gd name="T3" fmla="*/ 3 h 60"/>
                  <a:gd name="T4" fmla="*/ 18 w 27"/>
                  <a:gd name="T5" fmla="*/ 41 h 60"/>
                  <a:gd name="T6" fmla="*/ 8 w 27"/>
                  <a:gd name="T7" fmla="*/ 87 h 60"/>
                  <a:gd name="T8" fmla="*/ 29 w 27"/>
                  <a:gd name="T9" fmla="*/ 42 h 60"/>
                  <a:gd name="T10" fmla="*/ 39 w 27"/>
                  <a:gd name="T11" fmla="*/ 18 h 60"/>
                  <a:gd name="T12" fmla="*/ 29 w 27"/>
                  <a:gd name="T13" fmla="*/ 0 h 6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7" h="60">
                    <a:moveTo>
                      <a:pt x="19" y="0"/>
                    </a:moveTo>
                    <a:cubicBezTo>
                      <a:pt x="16" y="3"/>
                      <a:pt x="16" y="3"/>
                      <a:pt x="16" y="3"/>
                    </a:cubicBezTo>
                    <a:cubicBezTo>
                      <a:pt x="9" y="12"/>
                      <a:pt x="14" y="19"/>
                      <a:pt x="12" y="28"/>
                    </a:cubicBezTo>
                    <a:cubicBezTo>
                      <a:pt x="10" y="38"/>
                      <a:pt x="0" y="49"/>
                      <a:pt x="5" y="60"/>
                    </a:cubicBezTo>
                    <a:cubicBezTo>
                      <a:pt x="18" y="59"/>
                      <a:pt x="16" y="37"/>
                      <a:pt x="19" y="29"/>
                    </a:cubicBezTo>
                    <a:cubicBezTo>
                      <a:pt x="22" y="23"/>
                      <a:pt x="27" y="20"/>
                      <a:pt x="26" y="12"/>
                    </a:cubicBezTo>
                    <a:cubicBezTo>
                      <a:pt x="25" y="7"/>
                      <a:pt x="21" y="4"/>
                      <a:pt x="19" y="0"/>
                    </a:cubicBezTo>
                  </a:path>
                </a:pathLst>
              </a:custGeom>
              <a:solidFill>
                <a:srgbClr val="FDFC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6595" name="Freeform 123">
                <a:extLst>
                  <a:ext uri="{FF2B5EF4-FFF2-40B4-BE49-F238E27FC236}">
                    <a16:creationId xmlns:a16="http://schemas.microsoft.com/office/drawing/2014/main" id="{8407A4C1-A73F-4187-9247-37B5D9B4D1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3" y="3700"/>
                <a:ext cx="146" cy="122"/>
              </a:xfrm>
              <a:custGeom>
                <a:avLst/>
                <a:gdLst>
                  <a:gd name="T0" fmla="*/ 159 w 128"/>
                  <a:gd name="T1" fmla="*/ 0 h 107"/>
                  <a:gd name="T2" fmla="*/ 128 w 128"/>
                  <a:gd name="T3" fmla="*/ 10 h 107"/>
                  <a:gd name="T4" fmla="*/ 120 w 128"/>
                  <a:gd name="T5" fmla="*/ 10 h 107"/>
                  <a:gd name="T6" fmla="*/ 89 w 128"/>
                  <a:gd name="T7" fmla="*/ 3 h 107"/>
                  <a:gd name="T8" fmla="*/ 89 w 128"/>
                  <a:gd name="T9" fmla="*/ 3 h 107"/>
                  <a:gd name="T10" fmla="*/ 64 w 128"/>
                  <a:gd name="T11" fmla="*/ 30 h 107"/>
                  <a:gd name="T12" fmla="*/ 34 w 128"/>
                  <a:gd name="T13" fmla="*/ 67 h 107"/>
                  <a:gd name="T14" fmla="*/ 19 w 128"/>
                  <a:gd name="T15" fmla="*/ 108 h 107"/>
                  <a:gd name="T16" fmla="*/ 10 w 128"/>
                  <a:gd name="T17" fmla="*/ 124 h 107"/>
                  <a:gd name="T18" fmla="*/ 0 w 128"/>
                  <a:gd name="T19" fmla="*/ 141 h 107"/>
                  <a:gd name="T20" fmla="*/ 10 w 128"/>
                  <a:gd name="T21" fmla="*/ 151 h 107"/>
                  <a:gd name="T22" fmla="*/ 17 w 128"/>
                  <a:gd name="T23" fmla="*/ 151 h 107"/>
                  <a:gd name="T24" fmla="*/ 24 w 128"/>
                  <a:gd name="T25" fmla="*/ 149 h 107"/>
                  <a:gd name="T26" fmla="*/ 27 w 128"/>
                  <a:gd name="T27" fmla="*/ 149 h 107"/>
                  <a:gd name="T28" fmla="*/ 40 w 128"/>
                  <a:gd name="T29" fmla="*/ 155 h 107"/>
                  <a:gd name="T30" fmla="*/ 42 w 128"/>
                  <a:gd name="T31" fmla="*/ 155 h 107"/>
                  <a:gd name="T32" fmla="*/ 52 w 128"/>
                  <a:gd name="T33" fmla="*/ 155 h 107"/>
                  <a:gd name="T34" fmla="*/ 59 w 128"/>
                  <a:gd name="T35" fmla="*/ 156 h 107"/>
                  <a:gd name="T36" fmla="*/ 73 w 128"/>
                  <a:gd name="T37" fmla="*/ 158 h 107"/>
                  <a:gd name="T38" fmla="*/ 99 w 128"/>
                  <a:gd name="T39" fmla="*/ 136 h 107"/>
                  <a:gd name="T40" fmla="*/ 113 w 128"/>
                  <a:gd name="T41" fmla="*/ 93 h 107"/>
                  <a:gd name="T42" fmla="*/ 137 w 128"/>
                  <a:gd name="T43" fmla="*/ 64 h 107"/>
                  <a:gd name="T44" fmla="*/ 165 w 128"/>
                  <a:gd name="T45" fmla="*/ 2 h 107"/>
                  <a:gd name="T46" fmla="*/ 159 w 128"/>
                  <a:gd name="T47" fmla="*/ 0 h 107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128" h="107">
                    <a:moveTo>
                      <a:pt x="107" y="0"/>
                    </a:moveTo>
                    <a:cubicBezTo>
                      <a:pt x="104" y="5"/>
                      <a:pt x="91" y="6"/>
                      <a:pt x="86" y="7"/>
                    </a:cubicBezTo>
                    <a:cubicBezTo>
                      <a:pt x="84" y="7"/>
                      <a:pt x="83" y="7"/>
                      <a:pt x="81" y="7"/>
                    </a:cubicBezTo>
                    <a:cubicBezTo>
                      <a:pt x="74" y="7"/>
                      <a:pt x="68" y="3"/>
                      <a:pt x="60" y="3"/>
                    </a:cubicBezTo>
                    <a:cubicBezTo>
                      <a:pt x="60" y="3"/>
                      <a:pt x="60" y="3"/>
                      <a:pt x="60" y="3"/>
                    </a:cubicBezTo>
                    <a:cubicBezTo>
                      <a:pt x="51" y="3"/>
                      <a:pt x="48" y="14"/>
                      <a:pt x="43" y="20"/>
                    </a:cubicBezTo>
                    <a:cubicBezTo>
                      <a:pt x="36" y="29"/>
                      <a:pt x="29" y="37"/>
                      <a:pt x="23" y="46"/>
                    </a:cubicBezTo>
                    <a:cubicBezTo>
                      <a:pt x="19" y="55"/>
                      <a:pt x="16" y="64"/>
                      <a:pt x="13" y="73"/>
                    </a:cubicBezTo>
                    <a:cubicBezTo>
                      <a:pt x="12" y="77"/>
                      <a:pt x="10" y="81"/>
                      <a:pt x="7" y="84"/>
                    </a:cubicBezTo>
                    <a:cubicBezTo>
                      <a:pt x="5" y="87"/>
                      <a:pt x="0" y="92"/>
                      <a:pt x="0" y="96"/>
                    </a:cubicBezTo>
                    <a:cubicBezTo>
                      <a:pt x="0" y="101"/>
                      <a:pt x="3" y="102"/>
                      <a:pt x="7" y="102"/>
                    </a:cubicBezTo>
                    <a:cubicBezTo>
                      <a:pt x="8" y="102"/>
                      <a:pt x="10" y="102"/>
                      <a:pt x="11" y="102"/>
                    </a:cubicBezTo>
                    <a:cubicBezTo>
                      <a:pt x="13" y="101"/>
                      <a:pt x="15" y="101"/>
                      <a:pt x="16" y="101"/>
                    </a:cubicBezTo>
                    <a:cubicBezTo>
                      <a:pt x="17" y="101"/>
                      <a:pt x="18" y="101"/>
                      <a:pt x="18" y="101"/>
                    </a:cubicBezTo>
                    <a:cubicBezTo>
                      <a:pt x="22" y="103"/>
                      <a:pt x="23" y="104"/>
                      <a:pt x="27" y="104"/>
                    </a:cubicBezTo>
                    <a:cubicBezTo>
                      <a:pt x="27" y="104"/>
                      <a:pt x="28" y="104"/>
                      <a:pt x="28" y="104"/>
                    </a:cubicBezTo>
                    <a:cubicBezTo>
                      <a:pt x="31" y="104"/>
                      <a:pt x="33" y="104"/>
                      <a:pt x="35" y="104"/>
                    </a:cubicBezTo>
                    <a:cubicBezTo>
                      <a:pt x="36" y="104"/>
                      <a:pt x="38" y="104"/>
                      <a:pt x="40" y="105"/>
                    </a:cubicBezTo>
                    <a:cubicBezTo>
                      <a:pt x="44" y="106"/>
                      <a:pt x="46" y="107"/>
                      <a:pt x="49" y="107"/>
                    </a:cubicBezTo>
                    <a:cubicBezTo>
                      <a:pt x="57" y="107"/>
                      <a:pt x="63" y="101"/>
                      <a:pt x="67" y="91"/>
                    </a:cubicBezTo>
                    <a:cubicBezTo>
                      <a:pt x="70" y="82"/>
                      <a:pt x="71" y="72"/>
                      <a:pt x="76" y="63"/>
                    </a:cubicBezTo>
                    <a:cubicBezTo>
                      <a:pt x="80" y="55"/>
                      <a:pt x="85" y="49"/>
                      <a:pt x="92" y="43"/>
                    </a:cubicBezTo>
                    <a:cubicBezTo>
                      <a:pt x="96" y="41"/>
                      <a:pt x="128" y="5"/>
                      <a:pt x="111" y="2"/>
                    </a:cubicBezTo>
                    <a:cubicBezTo>
                      <a:pt x="107" y="0"/>
                      <a:pt x="107" y="0"/>
                      <a:pt x="107" y="0"/>
                    </a:cubicBezTo>
                  </a:path>
                </a:pathLst>
              </a:custGeom>
              <a:solidFill>
                <a:srgbClr val="FC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6596" name="Freeform 124">
                <a:extLst>
                  <a:ext uri="{FF2B5EF4-FFF2-40B4-BE49-F238E27FC236}">
                    <a16:creationId xmlns:a16="http://schemas.microsoft.com/office/drawing/2014/main" id="{D1826B4C-A0C8-4F11-A0FB-7CC7DB199B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9" y="3864"/>
                <a:ext cx="25" cy="20"/>
              </a:xfrm>
              <a:custGeom>
                <a:avLst/>
                <a:gdLst>
                  <a:gd name="T0" fmla="*/ 9 w 22"/>
                  <a:gd name="T1" fmla="*/ 0 h 18"/>
                  <a:gd name="T2" fmla="*/ 0 w 22"/>
                  <a:gd name="T3" fmla="*/ 12 h 18"/>
                  <a:gd name="T4" fmla="*/ 8 w 22"/>
                  <a:gd name="T5" fmla="*/ 24 h 18"/>
                  <a:gd name="T6" fmla="*/ 9 w 22"/>
                  <a:gd name="T7" fmla="*/ 24 h 18"/>
                  <a:gd name="T8" fmla="*/ 15 w 22"/>
                  <a:gd name="T9" fmla="*/ 20 h 18"/>
                  <a:gd name="T10" fmla="*/ 19 w 22"/>
                  <a:gd name="T11" fmla="*/ 18 h 18"/>
                  <a:gd name="T12" fmla="*/ 20 w 22"/>
                  <a:gd name="T13" fmla="*/ 18 h 18"/>
                  <a:gd name="T14" fmla="*/ 22 w 22"/>
                  <a:gd name="T15" fmla="*/ 18 h 18"/>
                  <a:gd name="T16" fmla="*/ 26 w 22"/>
                  <a:gd name="T17" fmla="*/ 18 h 18"/>
                  <a:gd name="T18" fmla="*/ 17 w 22"/>
                  <a:gd name="T19" fmla="*/ 2 h 18"/>
                  <a:gd name="T20" fmla="*/ 11 w 22"/>
                  <a:gd name="T21" fmla="*/ 0 h 18"/>
                  <a:gd name="T22" fmla="*/ 9 w 22"/>
                  <a:gd name="T23" fmla="*/ 0 h 18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2" h="18">
                    <a:moveTo>
                      <a:pt x="6" y="0"/>
                    </a:moveTo>
                    <a:cubicBezTo>
                      <a:pt x="1" y="0"/>
                      <a:pt x="0" y="4"/>
                      <a:pt x="0" y="9"/>
                    </a:cubicBezTo>
                    <a:cubicBezTo>
                      <a:pt x="0" y="13"/>
                      <a:pt x="2" y="18"/>
                      <a:pt x="5" y="18"/>
                    </a:cubicBezTo>
                    <a:cubicBezTo>
                      <a:pt x="6" y="18"/>
                      <a:pt x="6" y="18"/>
                      <a:pt x="6" y="18"/>
                    </a:cubicBezTo>
                    <a:cubicBezTo>
                      <a:pt x="8" y="18"/>
                      <a:pt x="9" y="15"/>
                      <a:pt x="10" y="14"/>
                    </a:cubicBezTo>
                    <a:cubicBezTo>
                      <a:pt x="11" y="13"/>
                      <a:pt x="12" y="13"/>
                      <a:pt x="13" y="13"/>
                    </a:cubicBezTo>
                    <a:cubicBezTo>
                      <a:pt x="13" y="13"/>
                      <a:pt x="14" y="13"/>
                      <a:pt x="14" y="13"/>
                    </a:cubicBezTo>
                    <a:cubicBezTo>
                      <a:pt x="14" y="13"/>
                      <a:pt x="15" y="13"/>
                      <a:pt x="15" y="13"/>
                    </a:cubicBezTo>
                    <a:cubicBezTo>
                      <a:pt x="16" y="13"/>
                      <a:pt x="17" y="13"/>
                      <a:pt x="18" y="13"/>
                    </a:cubicBezTo>
                    <a:cubicBezTo>
                      <a:pt x="22" y="10"/>
                      <a:pt x="14" y="2"/>
                      <a:pt x="11" y="2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7" y="0"/>
                      <a:pt x="6" y="0"/>
                      <a:pt x="6" y="0"/>
                    </a:cubicBezTo>
                  </a:path>
                </a:pathLst>
              </a:custGeom>
              <a:solidFill>
                <a:srgbClr val="FDFC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6597" name="Freeform 125">
                <a:extLst>
                  <a:ext uri="{FF2B5EF4-FFF2-40B4-BE49-F238E27FC236}">
                    <a16:creationId xmlns:a16="http://schemas.microsoft.com/office/drawing/2014/main" id="{763F0A71-15EC-4E5E-8AE6-355160BC33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7" y="3868"/>
                <a:ext cx="17" cy="14"/>
              </a:xfrm>
              <a:custGeom>
                <a:avLst/>
                <a:gdLst>
                  <a:gd name="T0" fmla="*/ 10 w 15"/>
                  <a:gd name="T1" fmla="*/ 0 h 12"/>
                  <a:gd name="T2" fmla="*/ 9 w 15"/>
                  <a:gd name="T3" fmla="*/ 18 h 12"/>
                  <a:gd name="T4" fmla="*/ 10 w 15"/>
                  <a:gd name="T5" fmla="*/ 19 h 12"/>
                  <a:gd name="T6" fmla="*/ 12 w 15"/>
                  <a:gd name="T7" fmla="*/ 2 h 12"/>
                  <a:gd name="T8" fmla="*/ 11 w 15"/>
                  <a:gd name="T9" fmla="*/ 0 h 12"/>
                  <a:gd name="T10" fmla="*/ 10 w 15"/>
                  <a:gd name="T11" fmla="*/ 0 h 1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" h="12">
                    <a:moveTo>
                      <a:pt x="7" y="0"/>
                    </a:moveTo>
                    <a:cubicBezTo>
                      <a:pt x="5" y="0"/>
                      <a:pt x="0" y="11"/>
                      <a:pt x="6" y="11"/>
                    </a:cubicBezTo>
                    <a:cubicBezTo>
                      <a:pt x="6" y="11"/>
                      <a:pt x="7" y="12"/>
                      <a:pt x="7" y="12"/>
                    </a:cubicBezTo>
                    <a:cubicBezTo>
                      <a:pt x="12" y="12"/>
                      <a:pt x="15" y="4"/>
                      <a:pt x="9" y="2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8" y="0"/>
                      <a:pt x="8" y="0"/>
                      <a:pt x="7" y="0"/>
                    </a:cubicBezTo>
                  </a:path>
                </a:pathLst>
              </a:custGeom>
              <a:solidFill>
                <a:srgbClr val="FDFC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6598" name="Freeform 126">
                <a:extLst>
                  <a:ext uri="{FF2B5EF4-FFF2-40B4-BE49-F238E27FC236}">
                    <a16:creationId xmlns:a16="http://schemas.microsoft.com/office/drawing/2014/main" id="{7FBF40DB-C122-43B5-B7FA-68671D9242B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267" y="3868"/>
                <a:ext cx="15" cy="11"/>
              </a:xfrm>
              <a:custGeom>
                <a:avLst/>
                <a:gdLst>
                  <a:gd name="T0" fmla="*/ 2 w 13"/>
                  <a:gd name="T1" fmla="*/ 1 h 10"/>
                  <a:gd name="T2" fmla="*/ 10 w 13"/>
                  <a:gd name="T3" fmla="*/ 13 h 10"/>
                  <a:gd name="T4" fmla="*/ 12 w 13"/>
                  <a:gd name="T5" fmla="*/ 13 h 10"/>
                  <a:gd name="T6" fmla="*/ 2 w 13"/>
                  <a:gd name="T7" fmla="*/ 1 h 10"/>
                  <a:gd name="T8" fmla="*/ 0 w 13"/>
                  <a:gd name="T9" fmla="*/ 0 h 10"/>
                  <a:gd name="T10" fmla="*/ 2 w 13"/>
                  <a:gd name="T11" fmla="*/ 1 h 10"/>
                  <a:gd name="T12" fmla="*/ 2 w 13"/>
                  <a:gd name="T13" fmla="*/ 1 h 10"/>
                  <a:gd name="T14" fmla="*/ 0 w 13"/>
                  <a:gd name="T15" fmla="*/ 0 h 1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3" h="10">
                    <a:moveTo>
                      <a:pt x="2" y="1"/>
                    </a:moveTo>
                    <a:cubicBezTo>
                      <a:pt x="1" y="4"/>
                      <a:pt x="4" y="10"/>
                      <a:pt x="7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13" y="8"/>
                      <a:pt x="5" y="3"/>
                      <a:pt x="2" y="1"/>
                    </a:cubicBezTo>
                    <a:moveTo>
                      <a:pt x="0" y="0"/>
                    </a:moveTo>
                    <a:cubicBezTo>
                      <a:pt x="0" y="0"/>
                      <a:pt x="1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FDFC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6599" name="Freeform 127">
                <a:extLst>
                  <a:ext uri="{FF2B5EF4-FFF2-40B4-BE49-F238E27FC236}">
                    <a16:creationId xmlns:a16="http://schemas.microsoft.com/office/drawing/2014/main" id="{BE847685-B153-44EC-8D4F-C7FE13F2E0E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256" y="3859"/>
                <a:ext cx="8" cy="10"/>
              </a:xfrm>
              <a:custGeom>
                <a:avLst/>
                <a:gdLst>
                  <a:gd name="T0" fmla="*/ 1 w 7"/>
                  <a:gd name="T1" fmla="*/ 1 h 9"/>
                  <a:gd name="T2" fmla="*/ 0 w 7"/>
                  <a:gd name="T3" fmla="*/ 1 h 9"/>
                  <a:gd name="T4" fmla="*/ 1 w 7"/>
                  <a:gd name="T5" fmla="*/ 4 h 9"/>
                  <a:gd name="T6" fmla="*/ 8 w 7"/>
                  <a:gd name="T7" fmla="*/ 12 h 9"/>
                  <a:gd name="T8" fmla="*/ 9 w 7"/>
                  <a:gd name="T9" fmla="*/ 12 h 9"/>
                  <a:gd name="T10" fmla="*/ 9 w 7"/>
                  <a:gd name="T11" fmla="*/ 11 h 9"/>
                  <a:gd name="T12" fmla="*/ 10 w 7"/>
                  <a:gd name="T13" fmla="*/ 10 h 9"/>
                  <a:gd name="T14" fmla="*/ 10 w 7"/>
                  <a:gd name="T15" fmla="*/ 9 h 9"/>
                  <a:gd name="T16" fmla="*/ 1 w 7"/>
                  <a:gd name="T17" fmla="*/ 1 h 9"/>
                  <a:gd name="T18" fmla="*/ 0 w 7"/>
                  <a:gd name="T19" fmla="*/ 1 h 9"/>
                  <a:gd name="T20" fmla="*/ 0 w 7"/>
                  <a:gd name="T21" fmla="*/ 1 h 9"/>
                  <a:gd name="T22" fmla="*/ 0 w 7"/>
                  <a:gd name="T23" fmla="*/ 1 h 9"/>
                  <a:gd name="T24" fmla="*/ 0 w 7"/>
                  <a:gd name="T25" fmla="*/ 1 h 9"/>
                  <a:gd name="T26" fmla="*/ 0 w 7"/>
                  <a:gd name="T27" fmla="*/ 1 h 9"/>
                  <a:gd name="T28" fmla="*/ 0 w 7"/>
                  <a:gd name="T29" fmla="*/ 1 h 9"/>
                  <a:gd name="T30" fmla="*/ 0 w 7"/>
                  <a:gd name="T31" fmla="*/ 0 h 9"/>
                  <a:gd name="T32" fmla="*/ 0 w 7"/>
                  <a:gd name="T33" fmla="*/ 1 h 9"/>
                  <a:gd name="T34" fmla="*/ 0 w 7"/>
                  <a:gd name="T35" fmla="*/ 0 h 9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7" h="9">
                    <a:moveTo>
                      <a:pt x="1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0" y="2"/>
                      <a:pt x="1" y="3"/>
                      <a:pt x="1" y="4"/>
                    </a:cubicBezTo>
                    <a:cubicBezTo>
                      <a:pt x="1" y="5"/>
                      <a:pt x="3" y="9"/>
                      <a:pt x="5" y="9"/>
                    </a:cubicBezTo>
                    <a:cubicBezTo>
                      <a:pt x="5" y="9"/>
                      <a:pt x="6" y="9"/>
                      <a:pt x="6" y="9"/>
                    </a:cubicBezTo>
                    <a:cubicBezTo>
                      <a:pt x="6" y="9"/>
                      <a:pt x="6" y="9"/>
                      <a:pt x="6" y="8"/>
                    </a:cubicBezTo>
                    <a:cubicBezTo>
                      <a:pt x="6" y="8"/>
                      <a:pt x="7" y="7"/>
                      <a:pt x="7" y="7"/>
                    </a:cubicBezTo>
                    <a:cubicBezTo>
                      <a:pt x="7" y="7"/>
                      <a:pt x="7" y="6"/>
                      <a:pt x="7" y="6"/>
                    </a:cubicBezTo>
                    <a:cubicBezTo>
                      <a:pt x="7" y="4"/>
                      <a:pt x="3" y="1"/>
                      <a:pt x="1" y="1"/>
                    </a:cubicBezTo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FDFC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6600" name="Freeform 128">
                <a:extLst>
                  <a:ext uri="{FF2B5EF4-FFF2-40B4-BE49-F238E27FC236}">
                    <a16:creationId xmlns:a16="http://schemas.microsoft.com/office/drawing/2014/main" id="{86E38478-89D8-44C8-83A0-CDC2430E6B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3" y="3866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1 w 1"/>
                  <a:gd name="T3" fmla="*/ 1 h 2"/>
                  <a:gd name="T4" fmla="*/ 0 w 1"/>
                  <a:gd name="T5" fmla="*/ 2 h 2"/>
                  <a:gd name="T6" fmla="*/ 1 w 1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2"/>
                      <a:pt x="0" y="2"/>
                    </a:cubicBezTo>
                    <a:cubicBezTo>
                      <a:pt x="1" y="2"/>
                      <a:pt x="1" y="1"/>
                      <a:pt x="1" y="0"/>
                    </a:cubicBezTo>
                  </a:path>
                </a:pathLst>
              </a:custGeom>
              <a:solidFill>
                <a:srgbClr val="BBB7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6601" name="Freeform 129">
                <a:extLst>
                  <a:ext uri="{FF2B5EF4-FFF2-40B4-BE49-F238E27FC236}">
                    <a16:creationId xmlns:a16="http://schemas.microsoft.com/office/drawing/2014/main" id="{A7DC000E-5554-4B20-AD78-8696B550FB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5" y="3821"/>
                <a:ext cx="21" cy="15"/>
              </a:xfrm>
              <a:custGeom>
                <a:avLst/>
                <a:gdLst>
                  <a:gd name="T0" fmla="*/ 19 w 18"/>
                  <a:gd name="T1" fmla="*/ 0 h 13"/>
                  <a:gd name="T2" fmla="*/ 6 w 18"/>
                  <a:gd name="T3" fmla="*/ 1 h 13"/>
                  <a:gd name="T4" fmla="*/ 0 w 18"/>
                  <a:gd name="T5" fmla="*/ 8 h 13"/>
                  <a:gd name="T6" fmla="*/ 1 w 18"/>
                  <a:gd name="T7" fmla="*/ 8 h 13"/>
                  <a:gd name="T8" fmla="*/ 6 w 18"/>
                  <a:gd name="T9" fmla="*/ 7 h 13"/>
                  <a:gd name="T10" fmla="*/ 9 w 18"/>
                  <a:gd name="T11" fmla="*/ 3 h 13"/>
                  <a:gd name="T12" fmla="*/ 11 w 18"/>
                  <a:gd name="T13" fmla="*/ 7 h 13"/>
                  <a:gd name="T14" fmla="*/ 6 w 18"/>
                  <a:gd name="T15" fmla="*/ 20 h 13"/>
                  <a:gd name="T16" fmla="*/ 7 w 18"/>
                  <a:gd name="T17" fmla="*/ 20 h 13"/>
                  <a:gd name="T18" fmla="*/ 15 w 18"/>
                  <a:gd name="T19" fmla="*/ 16 h 13"/>
                  <a:gd name="T20" fmla="*/ 27 w 18"/>
                  <a:gd name="T21" fmla="*/ 3 h 13"/>
                  <a:gd name="T22" fmla="*/ 19 w 18"/>
                  <a:gd name="T23" fmla="*/ 0 h 1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8" h="13">
                    <a:moveTo>
                      <a:pt x="12" y="0"/>
                    </a:moveTo>
                    <a:cubicBezTo>
                      <a:pt x="8" y="0"/>
                      <a:pt x="4" y="1"/>
                      <a:pt x="3" y="1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1" y="5"/>
                    </a:cubicBezTo>
                    <a:cubicBezTo>
                      <a:pt x="1" y="5"/>
                      <a:pt x="2" y="4"/>
                      <a:pt x="3" y="4"/>
                    </a:cubicBezTo>
                    <a:cubicBezTo>
                      <a:pt x="4" y="4"/>
                      <a:pt x="5" y="3"/>
                      <a:pt x="6" y="3"/>
                    </a:cubicBezTo>
                    <a:cubicBezTo>
                      <a:pt x="6" y="3"/>
                      <a:pt x="7" y="4"/>
                      <a:pt x="7" y="4"/>
                    </a:cubicBezTo>
                    <a:cubicBezTo>
                      <a:pt x="8" y="6"/>
                      <a:pt x="3" y="11"/>
                      <a:pt x="3" y="13"/>
                    </a:cubicBezTo>
                    <a:cubicBezTo>
                      <a:pt x="3" y="13"/>
                      <a:pt x="3" y="13"/>
                      <a:pt x="4" y="13"/>
                    </a:cubicBezTo>
                    <a:cubicBezTo>
                      <a:pt x="5" y="13"/>
                      <a:pt x="8" y="11"/>
                      <a:pt x="9" y="10"/>
                    </a:cubicBezTo>
                    <a:cubicBezTo>
                      <a:pt x="11" y="8"/>
                      <a:pt x="16" y="6"/>
                      <a:pt x="17" y="3"/>
                    </a:cubicBezTo>
                    <a:cubicBezTo>
                      <a:pt x="18" y="1"/>
                      <a:pt x="15" y="0"/>
                      <a:pt x="12" y="0"/>
                    </a:cubicBezTo>
                  </a:path>
                </a:pathLst>
              </a:custGeom>
              <a:solidFill>
                <a:srgbClr val="FDFC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6602" name="Freeform 130">
                <a:extLst>
                  <a:ext uri="{FF2B5EF4-FFF2-40B4-BE49-F238E27FC236}">
                    <a16:creationId xmlns:a16="http://schemas.microsoft.com/office/drawing/2014/main" id="{888C33E0-CEAB-48DE-90C7-DC039465F4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8" y="3850"/>
                <a:ext cx="21" cy="18"/>
              </a:xfrm>
              <a:custGeom>
                <a:avLst/>
                <a:gdLst>
                  <a:gd name="T0" fmla="*/ 0 w 18"/>
                  <a:gd name="T1" fmla="*/ 8 h 16"/>
                  <a:gd name="T2" fmla="*/ 29 w 18"/>
                  <a:gd name="T3" fmla="*/ 23 h 16"/>
                  <a:gd name="T4" fmla="*/ 25 w 18"/>
                  <a:gd name="T5" fmla="*/ 7 h 16"/>
                  <a:gd name="T6" fmla="*/ 2 w 18"/>
                  <a:gd name="T7" fmla="*/ 3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16">
                    <a:moveTo>
                      <a:pt x="0" y="5"/>
                    </a:moveTo>
                    <a:cubicBezTo>
                      <a:pt x="8" y="3"/>
                      <a:pt x="13" y="11"/>
                      <a:pt x="18" y="16"/>
                    </a:cubicBezTo>
                    <a:cubicBezTo>
                      <a:pt x="18" y="12"/>
                      <a:pt x="18" y="7"/>
                      <a:pt x="15" y="4"/>
                    </a:cubicBezTo>
                    <a:cubicBezTo>
                      <a:pt x="13" y="1"/>
                      <a:pt x="5" y="0"/>
                      <a:pt x="2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6603" name="Freeform 131">
                <a:extLst>
                  <a:ext uri="{FF2B5EF4-FFF2-40B4-BE49-F238E27FC236}">
                    <a16:creationId xmlns:a16="http://schemas.microsoft.com/office/drawing/2014/main" id="{8AD9131A-873D-4CDC-AB03-F1C1D0842B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6" y="3857"/>
                <a:ext cx="10" cy="8"/>
              </a:xfrm>
              <a:custGeom>
                <a:avLst/>
                <a:gdLst>
                  <a:gd name="T0" fmla="*/ 0 w 9"/>
                  <a:gd name="T1" fmla="*/ 8 h 7"/>
                  <a:gd name="T2" fmla="*/ 11 w 9"/>
                  <a:gd name="T3" fmla="*/ 10 h 7"/>
                  <a:gd name="T4" fmla="*/ 11 w 9"/>
                  <a:gd name="T5" fmla="*/ 2 h 7"/>
                  <a:gd name="T6" fmla="*/ 3 w 9"/>
                  <a:gd name="T7" fmla="*/ 2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7">
                    <a:moveTo>
                      <a:pt x="0" y="5"/>
                    </a:moveTo>
                    <a:cubicBezTo>
                      <a:pt x="3" y="3"/>
                      <a:pt x="6" y="7"/>
                      <a:pt x="8" y="7"/>
                    </a:cubicBezTo>
                    <a:cubicBezTo>
                      <a:pt x="8" y="6"/>
                      <a:pt x="9" y="3"/>
                      <a:pt x="8" y="2"/>
                    </a:cubicBezTo>
                    <a:cubicBezTo>
                      <a:pt x="7" y="0"/>
                      <a:pt x="5" y="1"/>
                      <a:pt x="3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6604" name="Freeform 132">
                <a:extLst>
                  <a:ext uri="{FF2B5EF4-FFF2-40B4-BE49-F238E27FC236}">
                    <a16:creationId xmlns:a16="http://schemas.microsoft.com/office/drawing/2014/main" id="{C4DA4D47-8EB3-41BA-A52A-104F06DD4D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1" y="3858"/>
                <a:ext cx="6" cy="4"/>
              </a:xfrm>
              <a:custGeom>
                <a:avLst/>
                <a:gdLst>
                  <a:gd name="T0" fmla="*/ 0 w 5"/>
                  <a:gd name="T1" fmla="*/ 3 h 4"/>
                  <a:gd name="T2" fmla="*/ 7 w 5"/>
                  <a:gd name="T3" fmla="*/ 4 h 4"/>
                  <a:gd name="T4" fmla="*/ 8 w 5"/>
                  <a:gd name="T5" fmla="*/ 0 h 4"/>
                  <a:gd name="T6" fmla="*/ 2 w 5"/>
                  <a:gd name="T7" fmla="*/ 1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4">
                    <a:moveTo>
                      <a:pt x="0" y="3"/>
                    </a:moveTo>
                    <a:cubicBezTo>
                      <a:pt x="1" y="3"/>
                      <a:pt x="3" y="3"/>
                      <a:pt x="4" y="4"/>
                    </a:cubicBezTo>
                    <a:cubicBezTo>
                      <a:pt x="5" y="3"/>
                      <a:pt x="5" y="2"/>
                      <a:pt x="5" y="0"/>
                    </a:cubicBezTo>
                    <a:cubicBezTo>
                      <a:pt x="4" y="0"/>
                      <a:pt x="3" y="0"/>
                      <a:pt x="2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6605" name="Freeform 133">
                <a:extLst>
                  <a:ext uri="{FF2B5EF4-FFF2-40B4-BE49-F238E27FC236}">
                    <a16:creationId xmlns:a16="http://schemas.microsoft.com/office/drawing/2014/main" id="{402D2B4C-6FF2-46A0-8856-FE7EB34F18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6" y="3850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3 w 3"/>
                  <a:gd name="T3" fmla="*/ 3 h 3"/>
                  <a:gd name="T4" fmla="*/ 3 w 3"/>
                  <a:gd name="T5" fmla="*/ 1 h 3"/>
                  <a:gd name="T6" fmla="*/ 0 w 3"/>
                  <a:gd name="T7" fmla="*/ 1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1" y="2"/>
                      <a:pt x="2" y="3"/>
                      <a:pt x="3" y="3"/>
                    </a:cubicBezTo>
                    <a:cubicBezTo>
                      <a:pt x="3" y="2"/>
                      <a:pt x="3" y="1"/>
                      <a:pt x="3" y="1"/>
                    </a:cubicBezTo>
                    <a:cubicBezTo>
                      <a:pt x="2" y="0"/>
                      <a:pt x="1" y="1"/>
                      <a:pt x="0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6606" name="Freeform 134">
                <a:extLst>
                  <a:ext uri="{FF2B5EF4-FFF2-40B4-BE49-F238E27FC236}">
                    <a16:creationId xmlns:a16="http://schemas.microsoft.com/office/drawing/2014/main" id="{BA8E4BCF-4B86-4E40-9279-FF57ABDCBD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1" y="2413"/>
                <a:ext cx="433" cy="1487"/>
              </a:xfrm>
              <a:custGeom>
                <a:avLst/>
                <a:gdLst>
                  <a:gd name="T0" fmla="*/ 464 w 379"/>
                  <a:gd name="T1" fmla="*/ 0 h 1303"/>
                  <a:gd name="T2" fmla="*/ 467 w 379"/>
                  <a:gd name="T3" fmla="*/ 441 h 1303"/>
                  <a:gd name="T4" fmla="*/ 462 w 379"/>
                  <a:gd name="T5" fmla="*/ 639 h 1303"/>
                  <a:gd name="T6" fmla="*/ 470 w 379"/>
                  <a:gd name="T7" fmla="*/ 817 h 1303"/>
                  <a:gd name="T8" fmla="*/ 473 w 379"/>
                  <a:gd name="T9" fmla="*/ 970 h 1303"/>
                  <a:gd name="T10" fmla="*/ 495 w 379"/>
                  <a:gd name="T11" fmla="*/ 1180 h 1303"/>
                  <a:gd name="T12" fmla="*/ 478 w 379"/>
                  <a:gd name="T13" fmla="*/ 1302 h 1303"/>
                  <a:gd name="T14" fmla="*/ 468 w 379"/>
                  <a:gd name="T15" fmla="*/ 1373 h 1303"/>
                  <a:gd name="T16" fmla="*/ 460 w 379"/>
                  <a:gd name="T17" fmla="*/ 1414 h 1303"/>
                  <a:gd name="T18" fmla="*/ 441 w 379"/>
                  <a:gd name="T19" fmla="*/ 1476 h 1303"/>
                  <a:gd name="T20" fmla="*/ 430 w 379"/>
                  <a:gd name="T21" fmla="*/ 1555 h 1303"/>
                  <a:gd name="T22" fmla="*/ 419 w 379"/>
                  <a:gd name="T23" fmla="*/ 1649 h 1303"/>
                  <a:gd name="T24" fmla="*/ 439 w 379"/>
                  <a:gd name="T25" fmla="*/ 1686 h 1303"/>
                  <a:gd name="T26" fmla="*/ 479 w 379"/>
                  <a:gd name="T27" fmla="*/ 1751 h 1303"/>
                  <a:gd name="T28" fmla="*/ 513 w 379"/>
                  <a:gd name="T29" fmla="*/ 1833 h 1303"/>
                  <a:gd name="T30" fmla="*/ 542 w 379"/>
                  <a:gd name="T31" fmla="*/ 1860 h 1303"/>
                  <a:gd name="T32" fmla="*/ 559 w 379"/>
                  <a:gd name="T33" fmla="*/ 1884 h 1303"/>
                  <a:gd name="T34" fmla="*/ 546 w 379"/>
                  <a:gd name="T35" fmla="*/ 1893 h 1303"/>
                  <a:gd name="T36" fmla="*/ 537 w 379"/>
                  <a:gd name="T37" fmla="*/ 1906 h 1303"/>
                  <a:gd name="T38" fmla="*/ 528 w 379"/>
                  <a:gd name="T39" fmla="*/ 1904 h 1303"/>
                  <a:gd name="T40" fmla="*/ 515 w 379"/>
                  <a:gd name="T41" fmla="*/ 1917 h 1303"/>
                  <a:gd name="T42" fmla="*/ 498 w 379"/>
                  <a:gd name="T43" fmla="*/ 1916 h 1303"/>
                  <a:gd name="T44" fmla="*/ 483 w 379"/>
                  <a:gd name="T45" fmla="*/ 1920 h 1303"/>
                  <a:gd name="T46" fmla="*/ 465 w 379"/>
                  <a:gd name="T47" fmla="*/ 1916 h 1303"/>
                  <a:gd name="T48" fmla="*/ 442 w 379"/>
                  <a:gd name="T49" fmla="*/ 1933 h 1303"/>
                  <a:gd name="T50" fmla="*/ 394 w 379"/>
                  <a:gd name="T51" fmla="*/ 1929 h 1303"/>
                  <a:gd name="T52" fmla="*/ 385 w 379"/>
                  <a:gd name="T53" fmla="*/ 1920 h 1303"/>
                  <a:gd name="T54" fmla="*/ 338 w 379"/>
                  <a:gd name="T55" fmla="*/ 1906 h 1303"/>
                  <a:gd name="T56" fmla="*/ 279 w 379"/>
                  <a:gd name="T57" fmla="*/ 1842 h 1303"/>
                  <a:gd name="T58" fmla="*/ 213 w 379"/>
                  <a:gd name="T59" fmla="*/ 1817 h 1303"/>
                  <a:gd name="T60" fmla="*/ 213 w 379"/>
                  <a:gd name="T61" fmla="*/ 1730 h 1303"/>
                  <a:gd name="T62" fmla="*/ 228 w 379"/>
                  <a:gd name="T63" fmla="*/ 1690 h 1303"/>
                  <a:gd name="T64" fmla="*/ 231 w 379"/>
                  <a:gd name="T65" fmla="*/ 1660 h 1303"/>
                  <a:gd name="T66" fmla="*/ 223 w 379"/>
                  <a:gd name="T67" fmla="*/ 1635 h 1303"/>
                  <a:gd name="T68" fmla="*/ 209 w 379"/>
                  <a:gd name="T69" fmla="*/ 1559 h 1303"/>
                  <a:gd name="T70" fmla="*/ 202 w 379"/>
                  <a:gd name="T71" fmla="*/ 1476 h 1303"/>
                  <a:gd name="T72" fmla="*/ 190 w 379"/>
                  <a:gd name="T73" fmla="*/ 1401 h 1303"/>
                  <a:gd name="T74" fmla="*/ 155 w 379"/>
                  <a:gd name="T75" fmla="*/ 1248 h 1303"/>
                  <a:gd name="T76" fmla="*/ 149 w 379"/>
                  <a:gd name="T77" fmla="*/ 1133 h 1303"/>
                  <a:gd name="T78" fmla="*/ 149 w 379"/>
                  <a:gd name="T79" fmla="*/ 993 h 1303"/>
                  <a:gd name="T80" fmla="*/ 139 w 379"/>
                  <a:gd name="T81" fmla="*/ 912 h 1303"/>
                  <a:gd name="T82" fmla="*/ 106 w 379"/>
                  <a:gd name="T83" fmla="*/ 806 h 1303"/>
                  <a:gd name="T84" fmla="*/ 90 w 379"/>
                  <a:gd name="T85" fmla="*/ 706 h 1303"/>
                  <a:gd name="T86" fmla="*/ 83 w 379"/>
                  <a:gd name="T87" fmla="*/ 601 h 1303"/>
                  <a:gd name="T88" fmla="*/ 24 w 379"/>
                  <a:gd name="T89" fmla="*/ 372 h 1303"/>
                  <a:gd name="T90" fmla="*/ 8 w 379"/>
                  <a:gd name="T91" fmla="*/ 58 h 1303"/>
                  <a:gd name="T92" fmla="*/ 464 w 379"/>
                  <a:gd name="T93" fmla="*/ 0 h 1303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</a:gdLst>
                <a:ahLst/>
                <a:cxnLst>
                  <a:cxn ang="T94">
                    <a:pos x="T0" y="T1"/>
                  </a:cxn>
                  <a:cxn ang="T95">
                    <a:pos x="T2" y="T3"/>
                  </a:cxn>
                  <a:cxn ang="T96">
                    <a:pos x="T4" y="T5"/>
                  </a:cxn>
                  <a:cxn ang="T97">
                    <a:pos x="T6" y="T7"/>
                  </a:cxn>
                  <a:cxn ang="T98">
                    <a:pos x="T8" y="T9"/>
                  </a:cxn>
                  <a:cxn ang="T99">
                    <a:pos x="T10" y="T11"/>
                  </a:cxn>
                  <a:cxn ang="T100">
                    <a:pos x="T12" y="T13"/>
                  </a:cxn>
                  <a:cxn ang="T101">
                    <a:pos x="T14" y="T15"/>
                  </a:cxn>
                  <a:cxn ang="T102">
                    <a:pos x="T16" y="T17"/>
                  </a:cxn>
                  <a:cxn ang="T103">
                    <a:pos x="T18" y="T19"/>
                  </a:cxn>
                  <a:cxn ang="T104">
                    <a:pos x="T20" y="T21"/>
                  </a:cxn>
                  <a:cxn ang="T105">
                    <a:pos x="T22" y="T23"/>
                  </a:cxn>
                  <a:cxn ang="T106">
                    <a:pos x="T24" y="T25"/>
                  </a:cxn>
                  <a:cxn ang="T107">
                    <a:pos x="T26" y="T27"/>
                  </a:cxn>
                  <a:cxn ang="T108">
                    <a:pos x="T28" y="T29"/>
                  </a:cxn>
                  <a:cxn ang="T109">
                    <a:pos x="T30" y="T31"/>
                  </a:cxn>
                  <a:cxn ang="T110">
                    <a:pos x="T32" y="T33"/>
                  </a:cxn>
                  <a:cxn ang="T111">
                    <a:pos x="T34" y="T35"/>
                  </a:cxn>
                  <a:cxn ang="T112">
                    <a:pos x="T36" y="T37"/>
                  </a:cxn>
                  <a:cxn ang="T113">
                    <a:pos x="T38" y="T39"/>
                  </a:cxn>
                  <a:cxn ang="T114">
                    <a:pos x="T40" y="T41"/>
                  </a:cxn>
                  <a:cxn ang="T115">
                    <a:pos x="T42" y="T43"/>
                  </a:cxn>
                  <a:cxn ang="T116">
                    <a:pos x="T44" y="T45"/>
                  </a:cxn>
                  <a:cxn ang="T117">
                    <a:pos x="T46" y="T47"/>
                  </a:cxn>
                  <a:cxn ang="T118">
                    <a:pos x="T48" y="T49"/>
                  </a:cxn>
                  <a:cxn ang="T119">
                    <a:pos x="T50" y="T51"/>
                  </a:cxn>
                  <a:cxn ang="T120">
                    <a:pos x="T52" y="T53"/>
                  </a:cxn>
                  <a:cxn ang="T121">
                    <a:pos x="T54" y="T55"/>
                  </a:cxn>
                  <a:cxn ang="T122">
                    <a:pos x="T56" y="T57"/>
                  </a:cxn>
                  <a:cxn ang="T123">
                    <a:pos x="T58" y="T59"/>
                  </a:cxn>
                  <a:cxn ang="T124">
                    <a:pos x="T60" y="T61"/>
                  </a:cxn>
                  <a:cxn ang="T125">
                    <a:pos x="T62" y="T63"/>
                  </a:cxn>
                  <a:cxn ang="T126">
                    <a:pos x="T64" y="T65"/>
                  </a:cxn>
                  <a:cxn ang="T127">
                    <a:pos x="T66" y="T67"/>
                  </a:cxn>
                  <a:cxn ang="T128">
                    <a:pos x="T68" y="T69"/>
                  </a:cxn>
                  <a:cxn ang="T129">
                    <a:pos x="T70" y="T71"/>
                  </a:cxn>
                  <a:cxn ang="T130">
                    <a:pos x="T72" y="T73"/>
                  </a:cxn>
                  <a:cxn ang="T131">
                    <a:pos x="T74" y="T75"/>
                  </a:cxn>
                  <a:cxn ang="T132">
                    <a:pos x="T76" y="T77"/>
                  </a:cxn>
                  <a:cxn ang="T133">
                    <a:pos x="T78" y="T79"/>
                  </a:cxn>
                  <a:cxn ang="T134">
                    <a:pos x="T80" y="T81"/>
                  </a:cxn>
                  <a:cxn ang="T135">
                    <a:pos x="T82" y="T83"/>
                  </a:cxn>
                  <a:cxn ang="T136">
                    <a:pos x="T84" y="T85"/>
                  </a:cxn>
                  <a:cxn ang="T137">
                    <a:pos x="T86" y="T87"/>
                  </a:cxn>
                  <a:cxn ang="T138">
                    <a:pos x="T88" y="T89"/>
                  </a:cxn>
                  <a:cxn ang="T139">
                    <a:pos x="T90" y="T91"/>
                  </a:cxn>
                  <a:cxn ang="T140">
                    <a:pos x="T92" y="T93"/>
                  </a:cxn>
                </a:cxnLst>
                <a:rect l="0" t="0" r="r" b="b"/>
                <a:pathLst>
                  <a:path w="379" h="1303">
                    <a:moveTo>
                      <a:pt x="311" y="0"/>
                    </a:moveTo>
                    <a:cubicBezTo>
                      <a:pt x="311" y="0"/>
                      <a:pt x="320" y="223"/>
                      <a:pt x="313" y="296"/>
                    </a:cubicBezTo>
                    <a:cubicBezTo>
                      <a:pt x="305" y="368"/>
                      <a:pt x="307" y="394"/>
                      <a:pt x="310" y="430"/>
                    </a:cubicBezTo>
                    <a:cubicBezTo>
                      <a:pt x="313" y="466"/>
                      <a:pt x="314" y="521"/>
                      <a:pt x="315" y="549"/>
                    </a:cubicBezTo>
                    <a:cubicBezTo>
                      <a:pt x="316" y="578"/>
                      <a:pt x="308" y="624"/>
                      <a:pt x="317" y="653"/>
                    </a:cubicBezTo>
                    <a:cubicBezTo>
                      <a:pt x="327" y="681"/>
                      <a:pt x="342" y="752"/>
                      <a:pt x="332" y="794"/>
                    </a:cubicBezTo>
                    <a:cubicBezTo>
                      <a:pt x="321" y="837"/>
                      <a:pt x="320" y="857"/>
                      <a:pt x="320" y="876"/>
                    </a:cubicBezTo>
                    <a:cubicBezTo>
                      <a:pt x="320" y="895"/>
                      <a:pt x="318" y="912"/>
                      <a:pt x="314" y="924"/>
                    </a:cubicBezTo>
                    <a:cubicBezTo>
                      <a:pt x="310" y="937"/>
                      <a:pt x="309" y="939"/>
                      <a:pt x="309" y="952"/>
                    </a:cubicBezTo>
                    <a:cubicBezTo>
                      <a:pt x="309" y="964"/>
                      <a:pt x="301" y="977"/>
                      <a:pt x="296" y="993"/>
                    </a:cubicBezTo>
                    <a:cubicBezTo>
                      <a:pt x="291" y="1009"/>
                      <a:pt x="288" y="1025"/>
                      <a:pt x="288" y="1046"/>
                    </a:cubicBezTo>
                    <a:cubicBezTo>
                      <a:pt x="288" y="1067"/>
                      <a:pt x="297" y="1098"/>
                      <a:pt x="281" y="1109"/>
                    </a:cubicBezTo>
                    <a:cubicBezTo>
                      <a:pt x="281" y="1109"/>
                      <a:pt x="286" y="1125"/>
                      <a:pt x="294" y="1134"/>
                    </a:cubicBezTo>
                    <a:cubicBezTo>
                      <a:pt x="303" y="1142"/>
                      <a:pt x="316" y="1161"/>
                      <a:pt x="321" y="1178"/>
                    </a:cubicBezTo>
                    <a:cubicBezTo>
                      <a:pt x="326" y="1196"/>
                      <a:pt x="337" y="1225"/>
                      <a:pt x="344" y="1233"/>
                    </a:cubicBezTo>
                    <a:cubicBezTo>
                      <a:pt x="351" y="1242"/>
                      <a:pt x="358" y="1248"/>
                      <a:pt x="363" y="1251"/>
                    </a:cubicBezTo>
                    <a:cubicBezTo>
                      <a:pt x="367" y="1254"/>
                      <a:pt x="379" y="1260"/>
                      <a:pt x="375" y="1268"/>
                    </a:cubicBezTo>
                    <a:cubicBezTo>
                      <a:pt x="372" y="1276"/>
                      <a:pt x="366" y="1274"/>
                      <a:pt x="366" y="1274"/>
                    </a:cubicBezTo>
                    <a:cubicBezTo>
                      <a:pt x="366" y="1274"/>
                      <a:pt x="364" y="1281"/>
                      <a:pt x="360" y="1282"/>
                    </a:cubicBezTo>
                    <a:cubicBezTo>
                      <a:pt x="355" y="1283"/>
                      <a:pt x="354" y="1281"/>
                      <a:pt x="354" y="1281"/>
                    </a:cubicBezTo>
                    <a:cubicBezTo>
                      <a:pt x="354" y="1281"/>
                      <a:pt x="353" y="1287"/>
                      <a:pt x="346" y="1290"/>
                    </a:cubicBezTo>
                    <a:cubicBezTo>
                      <a:pt x="339" y="1293"/>
                      <a:pt x="334" y="1289"/>
                      <a:pt x="334" y="1289"/>
                    </a:cubicBezTo>
                    <a:cubicBezTo>
                      <a:pt x="334" y="1289"/>
                      <a:pt x="331" y="1291"/>
                      <a:pt x="324" y="1292"/>
                    </a:cubicBezTo>
                    <a:cubicBezTo>
                      <a:pt x="317" y="1293"/>
                      <a:pt x="312" y="1289"/>
                      <a:pt x="312" y="1289"/>
                    </a:cubicBezTo>
                    <a:cubicBezTo>
                      <a:pt x="312" y="1289"/>
                      <a:pt x="311" y="1298"/>
                      <a:pt x="297" y="1300"/>
                    </a:cubicBezTo>
                    <a:cubicBezTo>
                      <a:pt x="283" y="1302"/>
                      <a:pt x="267" y="1303"/>
                      <a:pt x="264" y="1298"/>
                    </a:cubicBezTo>
                    <a:cubicBezTo>
                      <a:pt x="260" y="1294"/>
                      <a:pt x="258" y="1292"/>
                      <a:pt x="258" y="1292"/>
                    </a:cubicBezTo>
                    <a:cubicBezTo>
                      <a:pt x="258" y="1292"/>
                      <a:pt x="236" y="1296"/>
                      <a:pt x="227" y="1282"/>
                    </a:cubicBezTo>
                    <a:cubicBezTo>
                      <a:pt x="219" y="1269"/>
                      <a:pt x="208" y="1241"/>
                      <a:pt x="187" y="1239"/>
                    </a:cubicBezTo>
                    <a:cubicBezTo>
                      <a:pt x="165" y="1238"/>
                      <a:pt x="152" y="1235"/>
                      <a:pt x="143" y="1222"/>
                    </a:cubicBezTo>
                    <a:cubicBezTo>
                      <a:pt x="134" y="1209"/>
                      <a:pt x="134" y="1178"/>
                      <a:pt x="143" y="1164"/>
                    </a:cubicBezTo>
                    <a:cubicBezTo>
                      <a:pt x="152" y="1149"/>
                      <a:pt x="153" y="1144"/>
                      <a:pt x="153" y="1137"/>
                    </a:cubicBezTo>
                    <a:cubicBezTo>
                      <a:pt x="153" y="1130"/>
                      <a:pt x="154" y="1123"/>
                      <a:pt x="155" y="1117"/>
                    </a:cubicBezTo>
                    <a:cubicBezTo>
                      <a:pt x="156" y="1111"/>
                      <a:pt x="154" y="1108"/>
                      <a:pt x="150" y="1101"/>
                    </a:cubicBezTo>
                    <a:cubicBezTo>
                      <a:pt x="146" y="1094"/>
                      <a:pt x="138" y="1073"/>
                      <a:pt x="140" y="1049"/>
                    </a:cubicBezTo>
                    <a:cubicBezTo>
                      <a:pt x="142" y="1026"/>
                      <a:pt x="143" y="1013"/>
                      <a:pt x="136" y="993"/>
                    </a:cubicBezTo>
                    <a:cubicBezTo>
                      <a:pt x="128" y="972"/>
                      <a:pt x="127" y="958"/>
                      <a:pt x="127" y="943"/>
                    </a:cubicBezTo>
                    <a:cubicBezTo>
                      <a:pt x="126" y="928"/>
                      <a:pt x="107" y="869"/>
                      <a:pt x="104" y="840"/>
                    </a:cubicBezTo>
                    <a:cubicBezTo>
                      <a:pt x="100" y="810"/>
                      <a:pt x="97" y="783"/>
                      <a:pt x="100" y="762"/>
                    </a:cubicBezTo>
                    <a:cubicBezTo>
                      <a:pt x="104" y="741"/>
                      <a:pt x="99" y="686"/>
                      <a:pt x="100" y="668"/>
                    </a:cubicBezTo>
                    <a:cubicBezTo>
                      <a:pt x="100" y="650"/>
                      <a:pt x="100" y="629"/>
                      <a:pt x="94" y="613"/>
                    </a:cubicBezTo>
                    <a:cubicBezTo>
                      <a:pt x="88" y="597"/>
                      <a:pt x="74" y="565"/>
                      <a:pt x="71" y="542"/>
                    </a:cubicBezTo>
                    <a:cubicBezTo>
                      <a:pt x="68" y="519"/>
                      <a:pt x="58" y="495"/>
                      <a:pt x="60" y="475"/>
                    </a:cubicBezTo>
                    <a:cubicBezTo>
                      <a:pt x="63" y="455"/>
                      <a:pt x="61" y="425"/>
                      <a:pt x="56" y="405"/>
                    </a:cubicBezTo>
                    <a:cubicBezTo>
                      <a:pt x="52" y="384"/>
                      <a:pt x="19" y="307"/>
                      <a:pt x="16" y="251"/>
                    </a:cubicBezTo>
                    <a:cubicBezTo>
                      <a:pt x="14" y="196"/>
                      <a:pt x="0" y="93"/>
                      <a:pt x="5" y="39"/>
                    </a:cubicBezTo>
                    <a:cubicBezTo>
                      <a:pt x="311" y="0"/>
                      <a:pt x="311" y="0"/>
                      <a:pt x="311" y="0"/>
                    </a:cubicBezTo>
                  </a:path>
                </a:pathLst>
              </a:custGeom>
              <a:solidFill>
                <a:srgbClr val="F8F3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6607" name="Freeform 135">
                <a:extLst>
                  <a:ext uri="{FF2B5EF4-FFF2-40B4-BE49-F238E27FC236}">
                    <a16:creationId xmlns:a16="http://schemas.microsoft.com/office/drawing/2014/main" id="{AD8014E2-4E2A-48DE-9D24-853B447269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1" y="2413"/>
                <a:ext cx="355" cy="1487"/>
              </a:xfrm>
              <a:custGeom>
                <a:avLst/>
                <a:gdLst>
                  <a:gd name="T0" fmla="*/ 8 w 311"/>
                  <a:gd name="T1" fmla="*/ 58 h 1303"/>
                  <a:gd name="T2" fmla="*/ 462 w 311"/>
                  <a:gd name="T3" fmla="*/ 0 h 1303"/>
                  <a:gd name="T4" fmla="*/ 462 w 311"/>
                  <a:gd name="T5" fmla="*/ 7 h 1303"/>
                  <a:gd name="T6" fmla="*/ 62 w 311"/>
                  <a:gd name="T7" fmla="*/ 58 h 1303"/>
                  <a:gd name="T8" fmla="*/ 76 w 311"/>
                  <a:gd name="T9" fmla="*/ 372 h 1303"/>
                  <a:gd name="T10" fmla="*/ 137 w 311"/>
                  <a:gd name="T11" fmla="*/ 601 h 1303"/>
                  <a:gd name="T12" fmla="*/ 144 w 311"/>
                  <a:gd name="T13" fmla="*/ 706 h 1303"/>
                  <a:gd name="T14" fmla="*/ 159 w 311"/>
                  <a:gd name="T15" fmla="*/ 806 h 1303"/>
                  <a:gd name="T16" fmla="*/ 192 w 311"/>
                  <a:gd name="T17" fmla="*/ 912 h 1303"/>
                  <a:gd name="T18" fmla="*/ 201 w 311"/>
                  <a:gd name="T19" fmla="*/ 993 h 1303"/>
                  <a:gd name="T20" fmla="*/ 202 w 311"/>
                  <a:gd name="T21" fmla="*/ 1133 h 1303"/>
                  <a:gd name="T22" fmla="*/ 209 w 311"/>
                  <a:gd name="T23" fmla="*/ 1248 h 1303"/>
                  <a:gd name="T24" fmla="*/ 241 w 311"/>
                  <a:gd name="T25" fmla="*/ 1401 h 1303"/>
                  <a:gd name="T26" fmla="*/ 255 w 311"/>
                  <a:gd name="T27" fmla="*/ 1476 h 1303"/>
                  <a:gd name="T28" fmla="*/ 261 w 311"/>
                  <a:gd name="T29" fmla="*/ 1559 h 1303"/>
                  <a:gd name="T30" fmla="*/ 252 w 311"/>
                  <a:gd name="T31" fmla="*/ 1639 h 1303"/>
                  <a:gd name="T32" fmla="*/ 240 w 311"/>
                  <a:gd name="T33" fmla="*/ 1659 h 1303"/>
                  <a:gd name="T34" fmla="*/ 233 w 311"/>
                  <a:gd name="T35" fmla="*/ 1703 h 1303"/>
                  <a:gd name="T36" fmla="*/ 245 w 311"/>
                  <a:gd name="T37" fmla="*/ 1735 h 1303"/>
                  <a:gd name="T38" fmla="*/ 265 w 311"/>
                  <a:gd name="T39" fmla="*/ 1817 h 1303"/>
                  <a:gd name="T40" fmla="*/ 330 w 311"/>
                  <a:gd name="T41" fmla="*/ 1842 h 1303"/>
                  <a:gd name="T42" fmla="*/ 390 w 311"/>
                  <a:gd name="T43" fmla="*/ 1906 h 1303"/>
                  <a:gd name="T44" fmla="*/ 435 w 311"/>
                  <a:gd name="T45" fmla="*/ 1920 h 1303"/>
                  <a:gd name="T46" fmla="*/ 445 w 311"/>
                  <a:gd name="T47" fmla="*/ 1929 h 1303"/>
                  <a:gd name="T48" fmla="*/ 445 w 311"/>
                  <a:gd name="T49" fmla="*/ 1930 h 1303"/>
                  <a:gd name="T50" fmla="*/ 442 w 311"/>
                  <a:gd name="T51" fmla="*/ 1933 h 1303"/>
                  <a:gd name="T52" fmla="*/ 393 w 311"/>
                  <a:gd name="T53" fmla="*/ 1929 h 1303"/>
                  <a:gd name="T54" fmla="*/ 385 w 311"/>
                  <a:gd name="T55" fmla="*/ 1920 h 1303"/>
                  <a:gd name="T56" fmla="*/ 338 w 311"/>
                  <a:gd name="T57" fmla="*/ 1906 h 1303"/>
                  <a:gd name="T58" fmla="*/ 277 w 311"/>
                  <a:gd name="T59" fmla="*/ 1842 h 1303"/>
                  <a:gd name="T60" fmla="*/ 212 w 311"/>
                  <a:gd name="T61" fmla="*/ 1817 h 1303"/>
                  <a:gd name="T62" fmla="*/ 212 w 311"/>
                  <a:gd name="T63" fmla="*/ 1730 h 1303"/>
                  <a:gd name="T64" fmla="*/ 228 w 311"/>
                  <a:gd name="T65" fmla="*/ 1690 h 1303"/>
                  <a:gd name="T66" fmla="*/ 231 w 311"/>
                  <a:gd name="T67" fmla="*/ 1660 h 1303"/>
                  <a:gd name="T68" fmla="*/ 223 w 311"/>
                  <a:gd name="T69" fmla="*/ 1635 h 1303"/>
                  <a:gd name="T70" fmla="*/ 209 w 311"/>
                  <a:gd name="T71" fmla="*/ 1559 h 1303"/>
                  <a:gd name="T72" fmla="*/ 202 w 311"/>
                  <a:gd name="T73" fmla="*/ 1476 h 1303"/>
                  <a:gd name="T74" fmla="*/ 189 w 311"/>
                  <a:gd name="T75" fmla="*/ 1401 h 1303"/>
                  <a:gd name="T76" fmla="*/ 155 w 311"/>
                  <a:gd name="T77" fmla="*/ 1248 h 1303"/>
                  <a:gd name="T78" fmla="*/ 148 w 311"/>
                  <a:gd name="T79" fmla="*/ 1133 h 1303"/>
                  <a:gd name="T80" fmla="*/ 148 w 311"/>
                  <a:gd name="T81" fmla="*/ 993 h 1303"/>
                  <a:gd name="T82" fmla="*/ 139 w 311"/>
                  <a:gd name="T83" fmla="*/ 912 h 1303"/>
                  <a:gd name="T84" fmla="*/ 105 w 311"/>
                  <a:gd name="T85" fmla="*/ 806 h 1303"/>
                  <a:gd name="T86" fmla="*/ 89 w 311"/>
                  <a:gd name="T87" fmla="*/ 706 h 1303"/>
                  <a:gd name="T88" fmla="*/ 83 w 311"/>
                  <a:gd name="T89" fmla="*/ 601 h 1303"/>
                  <a:gd name="T90" fmla="*/ 24 w 311"/>
                  <a:gd name="T91" fmla="*/ 372 h 1303"/>
                  <a:gd name="T92" fmla="*/ 8 w 311"/>
                  <a:gd name="T93" fmla="*/ 58 h 1303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</a:gdLst>
                <a:ahLst/>
                <a:cxnLst>
                  <a:cxn ang="T94">
                    <a:pos x="T0" y="T1"/>
                  </a:cxn>
                  <a:cxn ang="T95">
                    <a:pos x="T2" y="T3"/>
                  </a:cxn>
                  <a:cxn ang="T96">
                    <a:pos x="T4" y="T5"/>
                  </a:cxn>
                  <a:cxn ang="T97">
                    <a:pos x="T6" y="T7"/>
                  </a:cxn>
                  <a:cxn ang="T98">
                    <a:pos x="T8" y="T9"/>
                  </a:cxn>
                  <a:cxn ang="T99">
                    <a:pos x="T10" y="T11"/>
                  </a:cxn>
                  <a:cxn ang="T100">
                    <a:pos x="T12" y="T13"/>
                  </a:cxn>
                  <a:cxn ang="T101">
                    <a:pos x="T14" y="T15"/>
                  </a:cxn>
                  <a:cxn ang="T102">
                    <a:pos x="T16" y="T17"/>
                  </a:cxn>
                  <a:cxn ang="T103">
                    <a:pos x="T18" y="T19"/>
                  </a:cxn>
                  <a:cxn ang="T104">
                    <a:pos x="T20" y="T21"/>
                  </a:cxn>
                  <a:cxn ang="T105">
                    <a:pos x="T22" y="T23"/>
                  </a:cxn>
                  <a:cxn ang="T106">
                    <a:pos x="T24" y="T25"/>
                  </a:cxn>
                  <a:cxn ang="T107">
                    <a:pos x="T26" y="T27"/>
                  </a:cxn>
                  <a:cxn ang="T108">
                    <a:pos x="T28" y="T29"/>
                  </a:cxn>
                  <a:cxn ang="T109">
                    <a:pos x="T30" y="T31"/>
                  </a:cxn>
                  <a:cxn ang="T110">
                    <a:pos x="T32" y="T33"/>
                  </a:cxn>
                  <a:cxn ang="T111">
                    <a:pos x="T34" y="T35"/>
                  </a:cxn>
                  <a:cxn ang="T112">
                    <a:pos x="T36" y="T37"/>
                  </a:cxn>
                  <a:cxn ang="T113">
                    <a:pos x="T38" y="T39"/>
                  </a:cxn>
                  <a:cxn ang="T114">
                    <a:pos x="T40" y="T41"/>
                  </a:cxn>
                  <a:cxn ang="T115">
                    <a:pos x="T42" y="T43"/>
                  </a:cxn>
                  <a:cxn ang="T116">
                    <a:pos x="T44" y="T45"/>
                  </a:cxn>
                  <a:cxn ang="T117">
                    <a:pos x="T46" y="T47"/>
                  </a:cxn>
                  <a:cxn ang="T118">
                    <a:pos x="T48" y="T49"/>
                  </a:cxn>
                  <a:cxn ang="T119">
                    <a:pos x="T50" y="T51"/>
                  </a:cxn>
                  <a:cxn ang="T120">
                    <a:pos x="T52" y="T53"/>
                  </a:cxn>
                  <a:cxn ang="T121">
                    <a:pos x="T54" y="T55"/>
                  </a:cxn>
                  <a:cxn ang="T122">
                    <a:pos x="T56" y="T57"/>
                  </a:cxn>
                  <a:cxn ang="T123">
                    <a:pos x="T58" y="T59"/>
                  </a:cxn>
                  <a:cxn ang="T124">
                    <a:pos x="T60" y="T61"/>
                  </a:cxn>
                  <a:cxn ang="T125">
                    <a:pos x="T62" y="T63"/>
                  </a:cxn>
                  <a:cxn ang="T126">
                    <a:pos x="T64" y="T65"/>
                  </a:cxn>
                  <a:cxn ang="T127">
                    <a:pos x="T66" y="T67"/>
                  </a:cxn>
                  <a:cxn ang="T128">
                    <a:pos x="T68" y="T69"/>
                  </a:cxn>
                  <a:cxn ang="T129">
                    <a:pos x="T70" y="T71"/>
                  </a:cxn>
                  <a:cxn ang="T130">
                    <a:pos x="T72" y="T73"/>
                  </a:cxn>
                  <a:cxn ang="T131">
                    <a:pos x="T74" y="T75"/>
                  </a:cxn>
                  <a:cxn ang="T132">
                    <a:pos x="T76" y="T77"/>
                  </a:cxn>
                  <a:cxn ang="T133">
                    <a:pos x="T78" y="T79"/>
                  </a:cxn>
                  <a:cxn ang="T134">
                    <a:pos x="T80" y="T81"/>
                  </a:cxn>
                  <a:cxn ang="T135">
                    <a:pos x="T82" y="T83"/>
                  </a:cxn>
                  <a:cxn ang="T136">
                    <a:pos x="T84" y="T85"/>
                  </a:cxn>
                  <a:cxn ang="T137">
                    <a:pos x="T86" y="T87"/>
                  </a:cxn>
                  <a:cxn ang="T138">
                    <a:pos x="T88" y="T89"/>
                  </a:cxn>
                  <a:cxn ang="T139">
                    <a:pos x="T90" y="T91"/>
                  </a:cxn>
                  <a:cxn ang="T140">
                    <a:pos x="T92" y="T93"/>
                  </a:cxn>
                </a:cxnLst>
                <a:rect l="0" t="0" r="r" b="b"/>
                <a:pathLst>
                  <a:path w="311" h="1303">
                    <a:moveTo>
                      <a:pt x="5" y="39"/>
                    </a:moveTo>
                    <a:cubicBezTo>
                      <a:pt x="311" y="0"/>
                      <a:pt x="311" y="0"/>
                      <a:pt x="311" y="0"/>
                    </a:cubicBezTo>
                    <a:cubicBezTo>
                      <a:pt x="311" y="0"/>
                      <a:pt x="311" y="1"/>
                      <a:pt x="311" y="4"/>
                    </a:cubicBezTo>
                    <a:cubicBezTo>
                      <a:pt x="41" y="39"/>
                      <a:pt x="41" y="39"/>
                      <a:pt x="41" y="39"/>
                    </a:cubicBezTo>
                    <a:cubicBezTo>
                      <a:pt x="36" y="93"/>
                      <a:pt x="49" y="196"/>
                      <a:pt x="52" y="251"/>
                    </a:cubicBezTo>
                    <a:cubicBezTo>
                      <a:pt x="55" y="307"/>
                      <a:pt x="87" y="384"/>
                      <a:pt x="92" y="405"/>
                    </a:cubicBezTo>
                    <a:cubicBezTo>
                      <a:pt x="97" y="425"/>
                      <a:pt x="99" y="455"/>
                      <a:pt x="96" y="475"/>
                    </a:cubicBezTo>
                    <a:cubicBezTo>
                      <a:pt x="93" y="495"/>
                      <a:pt x="104" y="519"/>
                      <a:pt x="107" y="542"/>
                    </a:cubicBezTo>
                    <a:cubicBezTo>
                      <a:pt x="109" y="565"/>
                      <a:pt x="123" y="597"/>
                      <a:pt x="129" y="613"/>
                    </a:cubicBezTo>
                    <a:cubicBezTo>
                      <a:pt x="135" y="629"/>
                      <a:pt x="136" y="650"/>
                      <a:pt x="135" y="668"/>
                    </a:cubicBezTo>
                    <a:cubicBezTo>
                      <a:pt x="135" y="686"/>
                      <a:pt x="139" y="741"/>
                      <a:pt x="136" y="762"/>
                    </a:cubicBezTo>
                    <a:cubicBezTo>
                      <a:pt x="133" y="783"/>
                      <a:pt x="136" y="810"/>
                      <a:pt x="140" y="840"/>
                    </a:cubicBezTo>
                    <a:cubicBezTo>
                      <a:pt x="143" y="869"/>
                      <a:pt x="162" y="928"/>
                      <a:pt x="162" y="943"/>
                    </a:cubicBezTo>
                    <a:cubicBezTo>
                      <a:pt x="163" y="958"/>
                      <a:pt x="164" y="972"/>
                      <a:pt x="171" y="993"/>
                    </a:cubicBezTo>
                    <a:cubicBezTo>
                      <a:pt x="179" y="1013"/>
                      <a:pt x="178" y="1026"/>
                      <a:pt x="176" y="1049"/>
                    </a:cubicBezTo>
                    <a:cubicBezTo>
                      <a:pt x="174" y="1073"/>
                      <a:pt x="165" y="1096"/>
                      <a:pt x="170" y="1102"/>
                    </a:cubicBezTo>
                    <a:cubicBezTo>
                      <a:pt x="174" y="1109"/>
                      <a:pt x="162" y="1110"/>
                      <a:pt x="161" y="1116"/>
                    </a:cubicBezTo>
                    <a:cubicBezTo>
                      <a:pt x="160" y="1122"/>
                      <a:pt x="157" y="1138"/>
                      <a:pt x="157" y="1145"/>
                    </a:cubicBezTo>
                    <a:cubicBezTo>
                      <a:pt x="157" y="1152"/>
                      <a:pt x="170" y="1162"/>
                      <a:pt x="165" y="1167"/>
                    </a:cubicBezTo>
                    <a:cubicBezTo>
                      <a:pt x="154" y="1181"/>
                      <a:pt x="169" y="1209"/>
                      <a:pt x="178" y="1222"/>
                    </a:cubicBezTo>
                    <a:cubicBezTo>
                      <a:pt x="187" y="1235"/>
                      <a:pt x="201" y="1238"/>
                      <a:pt x="222" y="1239"/>
                    </a:cubicBezTo>
                    <a:cubicBezTo>
                      <a:pt x="244" y="1241"/>
                      <a:pt x="254" y="1269"/>
                      <a:pt x="263" y="1282"/>
                    </a:cubicBezTo>
                    <a:cubicBezTo>
                      <a:pt x="272" y="1296"/>
                      <a:pt x="293" y="1292"/>
                      <a:pt x="293" y="1292"/>
                    </a:cubicBezTo>
                    <a:cubicBezTo>
                      <a:pt x="293" y="1292"/>
                      <a:pt x="296" y="1294"/>
                      <a:pt x="300" y="1298"/>
                    </a:cubicBezTo>
                    <a:cubicBezTo>
                      <a:pt x="300" y="1299"/>
                      <a:pt x="300" y="1299"/>
                      <a:pt x="300" y="1299"/>
                    </a:cubicBezTo>
                    <a:cubicBezTo>
                      <a:pt x="299" y="1300"/>
                      <a:pt x="298" y="1300"/>
                      <a:pt x="297" y="1300"/>
                    </a:cubicBezTo>
                    <a:cubicBezTo>
                      <a:pt x="283" y="1302"/>
                      <a:pt x="267" y="1303"/>
                      <a:pt x="264" y="1298"/>
                    </a:cubicBezTo>
                    <a:cubicBezTo>
                      <a:pt x="260" y="1294"/>
                      <a:pt x="258" y="1292"/>
                      <a:pt x="258" y="1292"/>
                    </a:cubicBezTo>
                    <a:cubicBezTo>
                      <a:pt x="258" y="1292"/>
                      <a:pt x="236" y="1296"/>
                      <a:pt x="227" y="1282"/>
                    </a:cubicBezTo>
                    <a:cubicBezTo>
                      <a:pt x="219" y="1269"/>
                      <a:pt x="208" y="1241"/>
                      <a:pt x="187" y="1239"/>
                    </a:cubicBezTo>
                    <a:cubicBezTo>
                      <a:pt x="165" y="1238"/>
                      <a:pt x="152" y="1235"/>
                      <a:pt x="143" y="1222"/>
                    </a:cubicBezTo>
                    <a:cubicBezTo>
                      <a:pt x="134" y="1209"/>
                      <a:pt x="134" y="1178"/>
                      <a:pt x="143" y="1164"/>
                    </a:cubicBezTo>
                    <a:cubicBezTo>
                      <a:pt x="152" y="1149"/>
                      <a:pt x="153" y="1144"/>
                      <a:pt x="153" y="1137"/>
                    </a:cubicBezTo>
                    <a:cubicBezTo>
                      <a:pt x="153" y="1130"/>
                      <a:pt x="154" y="1123"/>
                      <a:pt x="155" y="1117"/>
                    </a:cubicBezTo>
                    <a:cubicBezTo>
                      <a:pt x="156" y="1111"/>
                      <a:pt x="154" y="1108"/>
                      <a:pt x="150" y="1101"/>
                    </a:cubicBezTo>
                    <a:cubicBezTo>
                      <a:pt x="146" y="1094"/>
                      <a:pt x="138" y="1073"/>
                      <a:pt x="140" y="1049"/>
                    </a:cubicBezTo>
                    <a:cubicBezTo>
                      <a:pt x="142" y="1026"/>
                      <a:pt x="143" y="1013"/>
                      <a:pt x="136" y="993"/>
                    </a:cubicBezTo>
                    <a:cubicBezTo>
                      <a:pt x="128" y="972"/>
                      <a:pt x="127" y="958"/>
                      <a:pt x="127" y="943"/>
                    </a:cubicBezTo>
                    <a:cubicBezTo>
                      <a:pt x="126" y="928"/>
                      <a:pt x="107" y="869"/>
                      <a:pt x="104" y="840"/>
                    </a:cubicBezTo>
                    <a:cubicBezTo>
                      <a:pt x="100" y="810"/>
                      <a:pt x="97" y="783"/>
                      <a:pt x="100" y="762"/>
                    </a:cubicBezTo>
                    <a:cubicBezTo>
                      <a:pt x="104" y="741"/>
                      <a:pt x="99" y="686"/>
                      <a:pt x="100" y="668"/>
                    </a:cubicBezTo>
                    <a:cubicBezTo>
                      <a:pt x="100" y="650"/>
                      <a:pt x="100" y="629"/>
                      <a:pt x="94" y="613"/>
                    </a:cubicBezTo>
                    <a:cubicBezTo>
                      <a:pt x="88" y="597"/>
                      <a:pt x="74" y="565"/>
                      <a:pt x="71" y="542"/>
                    </a:cubicBezTo>
                    <a:cubicBezTo>
                      <a:pt x="68" y="519"/>
                      <a:pt x="58" y="495"/>
                      <a:pt x="60" y="475"/>
                    </a:cubicBezTo>
                    <a:cubicBezTo>
                      <a:pt x="63" y="455"/>
                      <a:pt x="61" y="425"/>
                      <a:pt x="56" y="405"/>
                    </a:cubicBezTo>
                    <a:cubicBezTo>
                      <a:pt x="52" y="384"/>
                      <a:pt x="19" y="307"/>
                      <a:pt x="16" y="251"/>
                    </a:cubicBezTo>
                    <a:cubicBezTo>
                      <a:pt x="14" y="196"/>
                      <a:pt x="0" y="93"/>
                      <a:pt x="5" y="39"/>
                    </a:cubicBezTo>
                    <a:close/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6608" name="Freeform 136">
                <a:extLst>
                  <a:ext uri="{FF2B5EF4-FFF2-40B4-BE49-F238E27FC236}">
                    <a16:creationId xmlns:a16="http://schemas.microsoft.com/office/drawing/2014/main" id="{60921F09-EDAB-427E-87A0-6EE4362D47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3" y="2410"/>
                <a:ext cx="430" cy="1491"/>
              </a:xfrm>
              <a:custGeom>
                <a:avLst/>
                <a:gdLst>
                  <a:gd name="T0" fmla="*/ 462 w 376"/>
                  <a:gd name="T1" fmla="*/ 443 h 1307"/>
                  <a:gd name="T2" fmla="*/ 462 w 376"/>
                  <a:gd name="T3" fmla="*/ 918 h 1307"/>
                  <a:gd name="T4" fmla="*/ 464 w 376"/>
                  <a:gd name="T5" fmla="*/ 1377 h 1307"/>
                  <a:gd name="T6" fmla="*/ 428 w 376"/>
                  <a:gd name="T7" fmla="*/ 1614 h 1307"/>
                  <a:gd name="T8" fmla="*/ 420 w 376"/>
                  <a:gd name="T9" fmla="*/ 1666 h 1307"/>
                  <a:gd name="T10" fmla="*/ 509 w 376"/>
                  <a:gd name="T11" fmla="*/ 1838 h 1307"/>
                  <a:gd name="T12" fmla="*/ 556 w 376"/>
                  <a:gd name="T13" fmla="*/ 1886 h 1307"/>
                  <a:gd name="T14" fmla="*/ 546 w 376"/>
                  <a:gd name="T15" fmla="*/ 1893 h 1307"/>
                  <a:gd name="T16" fmla="*/ 546 w 376"/>
                  <a:gd name="T17" fmla="*/ 1893 h 1307"/>
                  <a:gd name="T18" fmla="*/ 534 w 376"/>
                  <a:gd name="T19" fmla="*/ 1905 h 1307"/>
                  <a:gd name="T20" fmla="*/ 529 w 376"/>
                  <a:gd name="T21" fmla="*/ 1906 h 1307"/>
                  <a:gd name="T22" fmla="*/ 525 w 376"/>
                  <a:gd name="T23" fmla="*/ 1905 h 1307"/>
                  <a:gd name="T24" fmla="*/ 525 w 376"/>
                  <a:gd name="T25" fmla="*/ 1905 h 1307"/>
                  <a:gd name="T26" fmla="*/ 499 w 376"/>
                  <a:gd name="T27" fmla="*/ 1917 h 1307"/>
                  <a:gd name="T28" fmla="*/ 499 w 376"/>
                  <a:gd name="T29" fmla="*/ 1917 h 1307"/>
                  <a:gd name="T30" fmla="*/ 495 w 376"/>
                  <a:gd name="T31" fmla="*/ 1917 h 1307"/>
                  <a:gd name="T32" fmla="*/ 481 w 376"/>
                  <a:gd name="T33" fmla="*/ 1920 h 1307"/>
                  <a:gd name="T34" fmla="*/ 465 w 376"/>
                  <a:gd name="T35" fmla="*/ 1917 h 1307"/>
                  <a:gd name="T36" fmla="*/ 461 w 376"/>
                  <a:gd name="T37" fmla="*/ 1919 h 1307"/>
                  <a:gd name="T38" fmla="*/ 439 w 376"/>
                  <a:gd name="T39" fmla="*/ 1931 h 1307"/>
                  <a:gd name="T40" fmla="*/ 383 w 376"/>
                  <a:gd name="T41" fmla="*/ 1920 h 1307"/>
                  <a:gd name="T42" fmla="*/ 340 w 376"/>
                  <a:gd name="T43" fmla="*/ 1906 h 1307"/>
                  <a:gd name="T44" fmla="*/ 212 w 376"/>
                  <a:gd name="T45" fmla="*/ 1817 h 1307"/>
                  <a:gd name="T46" fmla="*/ 231 w 376"/>
                  <a:gd name="T47" fmla="*/ 1663 h 1307"/>
                  <a:gd name="T48" fmla="*/ 209 w 376"/>
                  <a:gd name="T49" fmla="*/ 1573 h 1307"/>
                  <a:gd name="T50" fmla="*/ 184 w 376"/>
                  <a:gd name="T51" fmla="*/ 1377 h 1307"/>
                  <a:gd name="T52" fmla="*/ 149 w 376"/>
                  <a:gd name="T53" fmla="*/ 1002 h 1307"/>
                  <a:gd name="T54" fmla="*/ 90 w 376"/>
                  <a:gd name="T55" fmla="*/ 719 h 1307"/>
                  <a:gd name="T56" fmla="*/ 24 w 376"/>
                  <a:gd name="T57" fmla="*/ 378 h 1307"/>
                  <a:gd name="T58" fmla="*/ 462 w 376"/>
                  <a:gd name="T59" fmla="*/ 8 h 1307"/>
                  <a:gd name="T60" fmla="*/ 1 w 376"/>
                  <a:gd name="T61" fmla="*/ 62 h 1307"/>
                  <a:gd name="T62" fmla="*/ 66 w 376"/>
                  <a:gd name="T63" fmla="*/ 569 h 1307"/>
                  <a:gd name="T64" fmla="*/ 101 w 376"/>
                  <a:gd name="T65" fmla="*/ 810 h 1307"/>
                  <a:gd name="T66" fmla="*/ 146 w 376"/>
                  <a:gd name="T67" fmla="*/ 1101 h 1307"/>
                  <a:gd name="T68" fmla="*/ 180 w 376"/>
                  <a:gd name="T69" fmla="*/ 1378 h 1307"/>
                  <a:gd name="T70" fmla="*/ 204 w 376"/>
                  <a:gd name="T71" fmla="*/ 1573 h 1307"/>
                  <a:gd name="T72" fmla="*/ 226 w 376"/>
                  <a:gd name="T73" fmla="*/ 1662 h 1307"/>
                  <a:gd name="T74" fmla="*/ 208 w 376"/>
                  <a:gd name="T75" fmla="*/ 1821 h 1307"/>
                  <a:gd name="T76" fmla="*/ 335 w 376"/>
                  <a:gd name="T77" fmla="*/ 1910 h 1307"/>
                  <a:gd name="T78" fmla="*/ 380 w 376"/>
                  <a:gd name="T79" fmla="*/ 1926 h 1307"/>
                  <a:gd name="T80" fmla="*/ 440 w 376"/>
                  <a:gd name="T81" fmla="*/ 1938 h 1307"/>
                  <a:gd name="T82" fmla="*/ 479 w 376"/>
                  <a:gd name="T83" fmla="*/ 1926 h 1307"/>
                  <a:gd name="T84" fmla="*/ 508 w 376"/>
                  <a:gd name="T85" fmla="*/ 1923 h 1307"/>
                  <a:gd name="T86" fmla="*/ 525 w 376"/>
                  <a:gd name="T87" fmla="*/ 1906 h 1307"/>
                  <a:gd name="T88" fmla="*/ 548 w 376"/>
                  <a:gd name="T89" fmla="*/ 1896 h 1307"/>
                  <a:gd name="T90" fmla="*/ 562 w 376"/>
                  <a:gd name="T91" fmla="*/ 1888 h 1307"/>
                  <a:gd name="T92" fmla="*/ 512 w 376"/>
                  <a:gd name="T93" fmla="*/ 1833 h 1307"/>
                  <a:gd name="T94" fmla="*/ 422 w 376"/>
                  <a:gd name="T95" fmla="*/ 1654 h 1307"/>
                  <a:gd name="T96" fmla="*/ 430 w 376"/>
                  <a:gd name="T97" fmla="*/ 1636 h 1307"/>
                  <a:gd name="T98" fmla="*/ 464 w 376"/>
                  <a:gd name="T99" fmla="*/ 1396 h 1307"/>
                  <a:gd name="T100" fmla="*/ 475 w 376"/>
                  <a:gd name="T101" fmla="*/ 972 h 1307"/>
                  <a:gd name="T102" fmla="*/ 459 w 376"/>
                  <a:gd name="T103" fmla="*/ 573 h 1307"/>
                  <a:gd name="T104" fmla="*/ 462 w 376"/>
                  <a:gd name="T105" fmla="*/ 1 h 1307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0" t="0" r="r" b="b"/>
                <a:pathLst>
                  <a:path w="376" h="1307">
                    <a:moveTo>
                      <a:pt x="309" y="3"/>
                    </a:moveTo>
                    <a:cubicBezTo>
                      <a:pt x="307" y="3"/>
                      <a:pt x="307" y="3"/>
                      <a:pt x="307" y="3"/>
                    </a:cubicBezTo>
                    <a:cubicBezTo>
                      <a:pt x="307" y="3"/>
                      <a:pt x="307" y="10"/>
                      <a:pt x="308" y="22"/>
                    </a:cubicBezTo>
                    <a:cubicBezTo>
                      <a:pt x="309" y="59"/>
                      <a:pt x="312" y="141"/>
                      <a:pt x="312" y="210"/>
                    </a:cubicBezTo>
                    <a:cubicBezTo>
                      <a:pt x="312" y="246"/>
                      <a:pt x="311" y="278"/>
                      <a:pt x="309" y="298"/>
                    </a:cubicBezTo>
                    <a:cubicBezTo>
                      <a:pt x="305" y="339"/>
                      <a:pt x="303" y="364"/>
                      <a:pt x="303" y="386"/>
                    </a:cubicBezTo>
                    <a:cubicBezTo>
                      <a:pt x="303" y="403"/>
                      <a:pt x="304" y="417"/>
                      <a:pt x="306" y="433"/>
                    </a:cubicBezTo>
                    <a:cubicBezTo>
                      <a:pt x="309" y="469"/>
                      <a:pt x="310" y="524"/>
                      <a:pt x="311" y="552"/>
                    </a:cubicBezTo>
                    <a:cubicBezTo>
                      <a:pt x="311" y="554"/>
                      <a:pt x="311" y="556"/>
                      <a:pt x="311" y="558"/>
                    </a:cubicBezTo>
                    <a:cubicBezTo>
                      <a:pt x="311" y="575"/>
                      <a:pt x="309" y="597"/>
                      <a:pt x="309" y="619"/>
                    </a:cubicBezTo>
                    <a:cubicBezTo>
                      <a:pt x="309" y="632"/>
                      <a:pt x="310" y="645"/>
                      <a:pt x="313" y="656"/>
                    </a:cubicBezTo>
                    <a:cubicBezTo>
                      <a:pt x="320" y="678"/>
                      <a:pt x="331" y="725"/>
                      <a:pt x="331" y="764"/>
                    </a:cubicBezTo>
                    <a:cubicBezTo>
                      <a:pt x="331" y="776"/>
                      <a:pt x="330" y="787"/>
                      <a:pt x="328" y="797"/>
                    </a:cubicBezTo>
                    <a:cubicBezTo>
                      <a:pt x="317" y="839"/>
                      <a:pt x="316" y="860"/>
                      <a:pt x="316" y="879"/>
                    </a:cubicBezTo>
                    <a:cubicBezTo>
                      <a:pt x="316" y="898"/>
                      <a:pt x="314" y="914"/>
                      <a:pt x="310" y="927"/>
                    </a:cubicBezTo>
                    <a:cubicBezTo>
                      <a:pt x="308" y="933"/>
                      <a:pt x="307" y="937"/>
                      <a:pt x="306" y="941"/>
                    </a:cubicBezTo>
                    <a:cubicBezTo>
                      <a:pt x="305" y="945"/>
                      <a:pt x="305" y="948"/>
                      <a:pt x="305" y="955"/>
                    </a:cubicBezTo>
                    <a:cubicBezTo>
                      <a:pt x="305" y="967"/>
                      <a:pt x="297" y="979"/>
                      <a:pt x="292" y="995"/>
                    </a:cubicBezTo>
                    <a:cubicBezTo>
                      <a:pt x="287" y="1011"/>
                      <a:pt x="284" y="1028"/>
                      <a:pt x="284" y="1049"/>
                    </a:cubicBezTo>
                    <a:cubicBezTo>
                      <a:pt x="284" y="1061"/>
                      <a:pt x="286" y="1075"/>
                      <a:pt x="286" y="1087"/>
                    </a:cubicBezTo>
                    <a:cubicBezTo>
                      <a:pt x="286" y="1092"/>
                      <a:pt x="286" y="1097"/>
                      <a:pt x="285" y="1101"/>
                    </a:cubicBezTo>
                    <a:cubicBezTo>
                      <a:pt x="283" y="1105"/>
                      <a:pt x="281" y="1108"/>
                      <a:pt x="278" y="1111"/>
                    </a:cubicBezTo>
                    <a:cubicBezTo>
                      <a:pt x="277" y="1111"/>
                      <a:pt x="277" y="1111"/>
                      <a:pt x="277" y="1111"/>
                    </a:cubicBezTo>
                    <a:cubicBezTo>
                      <a:pt x="277" y="1113"/>
                      <a:pt x="277" y="1113"/>
                      <a:pt x="277" y="1113"/>
                    </a:cubicBezTo>
                    <a:cubicBezTo>
                      <a:pt x="277" y="1113"/>
                      <a:pt x="278" y="1117"/>
                      <a:pt x="281" y="1122"/>
                    </a:cubicBezTo>
                    <a:cubicBezTo>
                      <a:pt x="283" y="1127"/>
                      <a:pt x="286" y="1134"/>
                      <a:pt x="291" y="1138"/>
                    </a:cubicBezTo>
                    <a:cubicBezTo>
                      <a:pt x="299" y="1147"/>
                      <a:pt x="312" y="1165"/>
                      <a:pt x="317" y="1182"/>
                    </a:cubicBezTo>
                    <a:cubicBezTo>
                      <a:pt x="320" y="1191"/>
                      <a:pt x="324" y="1203"/>
                      <a:pt x="328" y="1213"/>
                    </a:cubicBezTo>
                    <a:cubicBezTo>
                      <a:pt x="330" y="1218"/>
                      <a:pt x="332" y="1223"/>
                      <a:pt x="334" y="1227"/>
                    </a:cubicBezTo>
                    <a:cubicBezTo>
                      <a:pt x="336" y="1232"/>
                      <a:pt x="338" y="1235"/>
                      <a:pt x="340" y="1238"/>
                    </a:cubicBezTo>
                    <a:cubicBezTo>
                      <a:pt x="347" y="1247"/>
                      <a:pt x="355" y="1252"/>
                      <a:pt x="359" y="1255"/>
                    </a:cubicBezTo>
                    <a:cubicBezTo>
                      <a:pt x="361" y="1257"/>
                      <a:pt x="365" y="1259"/>
                      <a:pt x="367" y="1261"/>
                    </a:cubicBezTo>
                    <a:cubicBezTo>
                      <a:pt x="369" y="1262"/>
                      <a:pt x="370" y="1263"/>
                      <a:pt x="371" y="1265"/>
                    </a:cubicBezTo>
                    <a:cubicBezTo>
                      <a:pt x="372" y="1266"/>
                      <a:pt x="372" y="1267"/>
                      <a:pt x="372" y="1268"/>
                    </a:cubicBezTo>
                    <a:cubicBezTo>
                      <a:pt x="372" y="1269"/>
                      <a:pt x="372" y="1269"/>
                      <a:pt x="372" y="1270"/>
                    </a:cubicBezTo>
                    <a:cubicBezTo>
                      <a:pt x="371" y="1272"/>
                      <a:pt x="369" y="1274"/>
                      <a:pt x="368" y="1274"/>
                    </a:cubicBezTo>
                    <a:cubicBezTo>
                      <a:pt x="367" y="1275"/>
                      <a:pt x="367" y="1275"/>
                      <a:pt x="366" y="1275"/>
                    </a:cubicBezTo>
                    <a:cubicBezTo>
                      <a:pt x="365" y="1275"/>
                      <a:pt x="365" y="1275"/>
                      <a:pt x="365" y="1275"/>
                    </a:cubicBezTo>
                    <a:cubicBezTo>
                      <a:pt x="365" y="1275"/>
                      <a:pt x="365" y="1275"/>
                      <a:pt x="365" y="1275"/>
                    </a:cubicBezTo>
                    <a:cubicBezTo>
                      <a:pt x="365" y="1275"/>
                      <a:pt x="365" y="1275"/>
                      <a:pt x="365" y="1275"/>
                    </a:cubicBezTo>
                    <a:cubicBezTo>
                      <a:pt x="365" y="1276"/>
                      <a:pt x="365" y="1276"/>
                      <a:pt x="365" y="1276"/>
                    </a:cubicBezTo>
                    <a:cubicBezTo>
                      <a:pt x="365" y="1275"/>
                      <a:pt x="365" y="1275"/>
                      <a:pt x="365" y="1275"/>
                    </a:cubicBezTo>
                    <a:cubicBezTo>
                      <a:pt x="365" y="1275"/>
                      <a:pt x="365" y="1275"/>
                      <a:pt x="365" y="1275"/>
                    </a:cubicBezTo>
                    <a:cubicBezTo>
                      <a:pt x="365" y="1276"/>
                      <a:pt x="365" y="1276"/>
                      <a:pt x="365" y="1276"/>
                    </a:cubicBezTo>
                    <a:cubicBezTo>
                      <a:pt x="365" y="1275"/>
                      <a:pt x="365" y="1275"/>
                      <a:pt x="365" y="1275"/>
                    </a:cubicBezTo>
                    <a:cubicBezTo>
                      <a:pt x="363" y="1274"/>
                      <a:pt x="363" y="1274"/>
                      <a:pt x="363" y="1274"/>
                    </a:cubicBezTo>
                    <a:cubicBezTo>
                      <a:pt x="363" y="1276"/>
                      <a:pt x="363" y="1276"/>
                      <a:pt x="363" y="1276"/>
                    </a:cubicBezTo>
                    <a:cubicBezTo>
                      <a:pt x="363" y="1276"/>
                      <a:pt x="363" y="1276"/>
                      <a:pt x="363" y="1276"/>
                    </a:cubicBezTo>
                    <a:cubicBezTo>
                      <a:pt x="362" y="1276"/>
                      <a:pt x="362" y="1278"/>
                      <a:pt x="361" y="1280"/>
                    </a:cubicBezTo>
                    <a:cubicBezTo>
                      <a:pt x="360" y="1281"/>
                      <a:pt x="358" y="1283"/>
                      <a:pt x="357" y="1283"/>
                    </a:cubicBezTo>
                    <a:cubicBezTo>
                      <a:pt x="356" y="1283"/>
                      <a:pt x="355" y="1283"/>
                      <a:pt x="355" y="1283"/>
                    </a:cubicBezTo>
                    <a:cubicBezTo>
                      <a:pt x="355" y="1283"/>
                      <a:pt x="354" y="1283"/>
                      <a:pt x="354" y="1283"/>
                    </a:cubicBezTo>
                    <a:cubicBezTo>
                      <a:pt x="354" y="1283"/>
                      <a:pt x="354" y="1283"/>
                      <a:pt x="354" y="1283"/>
                    </a:cubicBezTo>
                    <a:cubicBezTo>
                      <a:pt x="354" y="1283"/>
                      <a:pt x="354" y="1283"/>
                      <a:pt x="354" y="1283"/>
                    </a:cubicBezTo>
                    <a:cubicBezTo>
                      <a:pt x="354" y="1284"/>
                      <a:pt x="354" y="1284"/>
                      <a:pt x="354" y="1284"/>
                    </a:cubicBezTo>
                    <a:cubicBezTo>
                      <a:pt x="354" y="1284"/>
                      <a:pt x="354" y="1284"/>
                      <a:pt x="354" y="1284"/>
                    </a:cubicBezTo>
                    <a:cubicBezTo>
                      <a:pt x="354" y="1283"/>
                      <a:pt x="354" y="1283"/>
                      <a:pt x="354" y="1283"/>
                    </a:cubicBezTo>
                    <a:cubicBezTo>
                      <a:pt x="354" y="1284"/>
                      <a:pt x="354" y="1284"/>
                      <a:pt x="354" y="1284"/>
                    </a:cubicBezTo>
                    <a:cubicBezTo>
                      <a:pt x="354" y="1284"/>
                      <a:pt x="354" y="1284"/>
                      <a:pt x="354" y="1284"/>
                    </a:cubicBezTo>
                    <a:cubicBezTo>
                      <a:pt x="351" y="1283"/>
                      <a:pt x="351" y="1283"/>
                      <a:pt x="351" y="1283"/>
                    </a:cubicBezTo>
                    <a:cubicBezTo>
                      <a:pt x="351" y="1284"/>
                      <a:pt x="351" y="1284"/>
                      <a:pt x="351" y="1284"/>
                    </a:cubicBezTo>
                    <a:cubicBezTo>
                      <a:pt x="351" y="1283"/>
                      <a:pt x="351" y="1283"/>
                      <a:pt x="351" y="1283"/>
                    </a:cubicBezTo>
                    <a:cubicBezTo>
                      <a:pt x="351" y="1283"/>
                      <a:pt x="351" y="1283"/>
                      <a:pt x="351" y="1283"/>
                    </a:cubicBezTo>
                    <a:cubicBezTo>
                      <a:pt x="351" y="1284"/>
                      <a:pt x="351" y="1284"/>
                      <a:pt x="351" y="1284"/>
                    </a:cubicBezTo>
                    <a:cubicBezTo>
                      <a:pt x="351" y="1283"/>
                      <a:pt x="351" y="1283"/>
                      <a:pt x="351" y="1283"/>
                    </a:cubicBezTo>
                    <a:cubicBezTo>
                      <a:pt x="351" y="1284"/>
                      <a:pt x="350" y="1285"/>
                      <a:pt x="349" y="1287"/>
                    </a:cubicBezTo>
                    <a:cubicBezTo>
                      <a:pt x="348" y="1288"/>
                      <a:pt x="346" y="1290"/>
                      <a:pt x="343" y="1291"/>
                    </a:cubicBezTo>
                    <a:cubicBezTo>
                      <a:pt x="342" y="1292"/>
                      <a:pt x="340" y="1292"/>
                      <a:pt x="339" y="1292"/>
                    </a:cubicBezTo>
                    <a:cubicBezTo>
                      <a:pt x="337" y="1292"/>
                      <a:pt x="336" y="1292"/>
                      <a:pt x="335" y="1291"/>
                    </a:cubicBezTo>
                    <a:cubicBezTo>
                      <a:pt x="334" y="1291"/>
                      <a:pt x="334" y="1291"/>
                      <a:pt x="333" y="1291"/>
                    </a:cubicBezTo>
                    <a:cubicBezTo>
                      <a:pt x="333" y="1291"/>
                      <a:pt x="333" y="1291"/>
                      <a:pt x="333" y="1291"/>
                    </a:cubicBezTo>
                    <a:cubicBezTo>
                      <a:pt x="333" y="1291"/>
                      <a:pt x="333" y="1291"/>
                      <a:pt x="333" y="1291"/>
                    </a:cubicBezTo>
                    <a:cubicBezTo>
                      <a:pt x="333" y="1291"/>
                      <a:pt x="333" y="1291"/>
                      <a:pt x="333" y="1291"/>
                    </a:cubicBezTo>
                    <a:cubicBezTo>
                      <a:pt x="333" y="1291"/>
                      <a:pt x="333" y="1291"/>
                      <a:pt x="333" y="1291"/>
                    </a:cubicBezTo>
                    <a:cubicBezTo>
                      <a:pt x="333" y="1291"/>
                      <a:pt x="333" y="1291"/>
                      <a:pt x="333" y="1291"/>
                    </a:cubicBezTo>
                    <a:cubicBezTo>
                      <a:pt x="333" y="1291"/>
                      <a:pt x="333" y="1291"/>
                      <a:pt x="333" y="1291"/>
                    </a:cubicBezTo>
                    <a:cubicBezTo>
                      <a:pt x="333" y="1291"/>
                      <a:pt x="333" y="1291"/>
                      <a:pt x="333" y="1291"/>
                    </a:cubicBezTo>
                    <a:cubicBezTo>
                      <a:pt x="332" y="1290"/>
                      <a:pt x="332" y="1290"/>
                      <a:pt x="332" y="1290"/>
                    </a:cubicBezTo>
                    <a:cubicBezTo>
                      <a:pt x="331" y="1291"/>
                      <a:pt x="331" y="1291"/>
                      <a:pt x="331" y="1291"/>
                    </a:cubicBezTo>
                    <a:cubicBezTo>
                      <a:pt x="331" y="1291"/>
                      <a:pt x="331" y="1291"/>
                      <a:pt x="331" y="1291"/>
                    </a:cubicBezTo>
                    <a:cubicBezTo>
                      <a:pt x="331" y="1291"/>
                      <a:pt x="331" y="1291"/>
                      <a:pt x="331" y="1291"/>
                    </a:cubicBezTo>
                    <a:cubicBezTo>
                      <a:pt x="331" y="1291"/>
                      <a:pt x="331" y="1291"/>
                      <a:pt x="331" y="1291"/>
                    </a:cubicBezTo>
                    <a:cubicBezTo>
                      <a:pt x="331" y="1291"/>
                      <a:pt x="331" y="1291"/>
                      <a:pt x="331" y="1291"/>
                    </a:cubicBezTo>
                    <a:cubicBezTo>
                      <a:pt x="331" y="1291"/>
                      <a:pt x="331" y="1291"/>
                      <a:pt x="331" y="1291"/>
                    </a:cubicBezTo>
                    <a:cubicBezTo>
                      <a:pt x="331" y="1291"/>
                      <a:pt x="328" y="1292"/>
                      <a:pt x="322" y="1293"/>
                    </a:cubicBezTo>
                    <a:cubicBezTo>
                      <a:pt x="321" y="1293"/>
                      <a:pt x="320" y="1293"/>
                      <a:pt x="320" y="1293"/>
                    </a:cubicBezTo>
                    <a:cubicBezTo>
                      <a:pt x="317" y="1293"/>
                      <a:pt x="315" y="1292"/>
                      <a:pt x="313" y="1292"/>
                    </a:cubicBezTo>
                    <a:cubicBezTo>
                      <a:pt x="313" y="1291"/>
                      <a:pt x="312" y="1291"/>
                      <a:pt x="312" y="1291"/>
                    </a:cubicBezTo>
                    <a:cubicBezTo>
                      <a:pt x="311" y="1291"/>
                      <a:pt x="311" y="1291"/>
                      <a:pt x="311" y="1291"/>
                    </a:cubicBezTo>
                    <a:cubicBezTo>
                      <a:pt x="311" y="1291"/>
                      <a:pt x="311" y="1291"/>
                      <a:pt x="311" y="1291"/>
                    </a:cubicBezTo>
                    <a:cubicBezTo>
                      <a:pt x="311" y="1291"/>
                      <a:pt x="311" y="1291"/>
                      <a:pt x="311" y="1291"/>
                    </a:cubicBezTo>
                    <a:cubicBezTo>
                      <a:pt x="308" y="1289"/>
                      <a:pt x="308" y="1289"/>
                      <a:pt x="308" y="1289"/>
                    </a:cubicBezTo>
                    <a:cubicBezTo>
                      <a:pt x="308" y="1292"/>
                      <a:pt x="308" y="1292"/>
                      <a:pt x="308" y="1292"/>
                    </a:cubicBezTo>
                    <a:cubicBezTo>
                      <a:pt x="308" y="1292"/>
                      <a:pt x="308" y="1292"/>
                      <a:pt x="308" y="1292"/>
                    </a:cubicBezTo>
                    <a:cubicBezTo>
                      <a:pt x="308" y="1292"/>
                      <a:pt x="308" y="1292"/>
                      <a:pt x="308" y="1292"/>
                    </a:cubicBezTo>
                    <a:cubicBezTo>
                      <a:pt x="308" y="1292"/>
                      <a:pt x="308" y="1292"/>
                      <a:pt x="308" y="1292"/>
                    </a:cubicBezTo>
                    <a:cubicBezTo>
                      <a:pt x="308" y="1292"/>
                      <a:pt x="308" y="1292"/>
                      <a:pt x="308" y="1292"/>
                    </a:cubicBezTo>
                    <a:cubicBezTo>
                      <a:pt x="308" y="1292"/>
                      <a:pt x="308" y="1292"/>
                      <a:pt x="308" y="1292"/>
                    </a:cubicBezTo>
                    <a:cubicBezTo>
                      <a:pt x="308" y="1292"/>
                      <a:pt x="307" y="1294"/>
                      <a:pt x="306" y="1296"/>
                    </a:cubicBezTo>
                    <a:cubicBezTo>
                      <a:pt x="304" y="1298"/>
                      <a:pt x="301" y="1300"/>
                      <a:pt x="294" y="1301"/>
                    </a:cubicBezTo>
                    <a:cubicBezTo>
                      <a:pt x="288" y="1302"/>
                      <a:pt x="281" y="1303"/>
                      <a:pt x="275" y="1303"/>
                    </a:cubicBezTo>
                    <a:cubicBezTo>
                      <a:pt x="272" y="1303"/>
                      <a:pt x="269" y="1303"/>
                      <a:pt x="267" y="1302"/>
                    </a:cubicBezTo>
                    <a:cubicBezTo>
                      <a:pt x="265" y="1302"/>
                      <a:pt x="264" y="1301"/>
                      <a:pt x="263" y="1300"/>
                    </a:cubicBezTo>
                    <a:cubicBezTo>
                      <a:pt x="260" y="1295"/>
                      <a:pt x="257" y="1293"/>
                      <a:pt x="257" y="1293"/>
                    </a:cubicBezTo>
                    <a:cubicBezTo>
                      <a:pt x="256" y="1293"/>
                      <a:pt x="256" y="1293"/>
                      <a:pt x="256" y="1293"/>
                    </a:cubicBezTo>
                    <a:cubicBezTo>
                      <a:pt x="255" y="1293"/>
                      <a:pt x="255" y="1293"/>
                      <a:pt x="255" y="1293"/>
                    </a:cubicBezTo>
                    <a:cubicBezTo>
                      <a:pt x="255" y="1293"/>
                      <a:pt x="255" y="1293"/>
                      <a:pt x="255" y="1293"/>
                    </a:cubicBezTo>
                    <a:cubicBezTo>
                      <a:pt x="254" y="1293"/>
                      <a:pt x="252" y="1293"/>
                      <a:pt x="249" y="1293"/>
                    </a:cubicBezTo>
                    <a:cubicBezTo>
                      <a:pt x="245" y="1293"/>
                      <a:pt x="241" y="1293"/>
                      <a:pt x="237" y="1292"/>
                    </a:cubicBezTo>
                    <a:cubicBezTo>
                      <a:pt x="233" y="1290"/>
                      <a:pt x="230" y="1288"/>
                      <a:pt x="227" y="1284"/>
                    </a:cubicBezTo>
                    <a:cubicBezTo>
                      <a:pt x="223" y="1278"/>
                      <a:pt x="218" y="1267"/>
                      <a:pt x="211" y="1258"/>
                    </a:cubicBezTo>
                    <a:cubicBezTo>
                      <a:pt x="208" y="1254"/>
                      <a:pt x="204" y="1249"/>
                      <a:pt x="200" y="1246"/>
                    </a:cubicBezTo>
                    <a:cubicBezTo>
                      <a:pt x="196" y="1243"/>
                      <a:pt x="191" y="1241"/>
                      <a:pt x="185" y="1240"/>
                    </a:cubicBezTo>
                    <a:cubicBezTo>
                      <a:pt x="174" y="1239"/>
                      <a:pt x="166" y="1238"/>
                      <a:pt x="159" y="1236"/>
                    </a:cubicBezTo>
                    <a:cubicBezTo>
                      <a:pt x="152" y="1234"/>
                      <a:pt x="146" y="1230"/>
                      <a:pt x="142" y="1224"/>
                    </a:cubicBezTo>
                    <a:cubicBezTo>
                      <a:pt x="138" y="1218"/>
                      <a:pt x="136" y="1207"/>
                      <a:pt x="136" y="1197"/>
                    </a:cubicBezTo>
                    <a:cubicBezTo>
                      <a:pt x="136" y="1186"/>
                      <a:pt x="138" y="1175"/>
                      <a:pt x="142" y="1168"/>
                    </a:cubicBezTo>
                    <a:cubicBezTo>
                      <a:pt x="147" y="1160"/>
                      <a:pt x="150" y="1155"/>
                      <a:pt x="151" y="1151"/>
                    </a:cubicBezTo>
                    <a:cubicBezTo>
                      <a:pt x="153" y="1147"/>
                      <a:pt x="153" y="1144"/>
                      <a:pt x="153" y="1140"/>
                    </a:cubicBezTo>
                    <a:cubicBezTo>
                      <a:pt x="153" y="1133"/>
                      <a:pt x="154" y="1126"/>
                      <a:pt x="155" y="1120"/>
                    </a:cubicBezTo>
                    <a:cubicBezTo>
                      <a:pt x="155" y="1119"/>
                      <a:pt x="155" y="1118"/>
                      <a:pt x="155" y="1117"/>
                    </a:cubicBezTo>
                    <a:cubicBezTo>
                      <a:pt x="155" y="1114"/>
                      <a:pt x="155" y="1112"/>
                      <a:pt x="154" y="1110"/>
                    </a:cubicBezTo>
                    <a:cubicBezTo>
                      <a:pt x="153" y="1108"/>
                      <a:pt x="151" y="1106"/>
                      <a:pt x="150" y="1103"/>
                    </a:cubicBezTo>
                    <a:cubicBezTo>
                      <a:pt x="148" y="1100"/>
                      <a:pt x="145" y="1095"/>
                      <a:pt x="143" y="1087"/>
                    </a:cubicBezTo>
                    <a:cubicBezTo>
                      <a:pt x="141" y="1080"/>
                      <a:pt x="140" y="1070"/>
                      <a:pt x="140" y="1060"/>
                    </a:cubicBezTo>
                    <a:cubicBezTo>
                      <a:pt x="140" y="1058"/>
                      <a:pt x="140" y="1055"/>
                      <a:pt x="140" y="1053"/>
                    </a:cubicBezTo>
                    <a:cubicBezTo>
                      <a:pt x="141" y="1043"/>
                      <a:pt x="142" y="1036"/>
                      <a:pt x="142" y="1029"/>
                    </a:cubicBezTo>
                    <a:cubicBezTo>
                      <a:pt x="142" y="1018"/>
                      <a:pt x="140" y="1008"/>
                      <a:pt x="136" y="995"/>
                    </a:cubicBezTo>
                    <a:cubicBezTo>
                      <a:pt x="128" y="974"/>
                      <a:pt x="127" y="961"/>
                      <a:pt x="127" y="946"/>
                    </a:cubicBezTo>
                    <a:cubicBezTo>
                      <a:pt x="127" y="942"/>
                      <a:pt x="125" y="936"/>
                      <a:pt x="123" y="927"/>
                    </a:cubicBezTo>
                    <a:cubicBezTo>
                      <a:pt x="118" y="903"/>
                      <a:pt x="106" y="864"/>
                      <a:pt x="104" y="843"/>
                    </a:cubicBezTo>
                    <a:cubicBezTo>
                      <a:pt x="101" y="822"/>
                      <a:pt x="99" y="802"/>
                      <a:pt x="99" y="785"/>
                    </a:cubicBezTo>
                    <a:cubicBezTo>
                      <a:pt x="99" y="778"/>
                      <a:pt x="99" y="771"/>
                      <a:pt x="100" y="765"/>
                    </a:cubicBezTo>
                    <a:cubicBezTo>
                      <a:pt x="101" y="759"/>
                      <a:pt x="102" y="751"/>
                      <a:pt x="102" y="742"/>
                    </a:cubicBezTo>
                    <a:cubicBezTo>
                      <a:pt x="102" y="719"/>
                      <a:pt x="100" y="690"/>
                      <a:pt x="100" y="675"/>
                    </a:cubicBezTo>
                    <a:cubicBezTo>
                      <a:pt x="100" y="674"/>
                      <a:pt x="100" y="672"/>
                      <a:pt x="100" y="671"/>
                    </a:cubicBezTo>
                    <a:cubicBezTo>
                      <a:pt x="100" y="668"/>
                      <a:pt x="100" y="664"/>
                      <a:pt x="100" y="660"/>
                    </a:cubicBezTo>
                    <a:cubicBezTo>
                      <a:pt x="100" y="645"/>
                      <a:pt x="99" y="629"/>
                      <a:pt x="94" y="616"/>
                    </a:cubicBezTo>
                    <a:cubicBezTo>
                      <a:pt x="88" y="600"/>
                      <a:pt x="74" y="568"/>
                      <a:pt x="71" y="545"/>
                    </a:cubicBezTo>
                    <a:cubicBezTo>
                      <a:pt x="69" y="524"/>
                      <a:pt x="60" y="502"/>
                      <a:pt x="60" y="484"/>
                    </a:cubicBezTo>
                    <a:cubicBezTo>
                      <a:pt x="60" y="482"/>
                      <a:pt x="60" y="480"/>
                      <a:pt x="60" y="478"/>
                    </a:cubicBezTo>
                    <a:cubicBezTo>
                      <a:pt x="61" y="472"/>
                      <a:pt x="62" y="465"/>
                      <a:pt x="62" y="457"/>
                    </a:cubicBezTo>
                    <a:cubicBezTo>
                      <a:pt x="62" y="440"/>
                      <a:pt x="60" y="422"/>
                      <a:pt x="56" y="407"/>
                    </a:cubicBezTo>
                    <a:cubicBezTo>
                      <a:pt x="55" y="402"/>
                      <a:pt x="52" y="393"/>
                      <a:pt x="48" y="382"/>
                    </a:cubicBezTo>
                    <a:cubicBezTo>
                      <a:pt x="37" y="349"/>
                      <a:pt x="18" y="295"/>
                      <a:pt x="16" y="254"/>
                    </a:cubicBezTo>
                    <a:cubicBezTo>
                      <a:pt x="14" y="207"/>
                      <a:pt x="4" y="125"/>
                      <a:pt x="4" y="69"/>
                    </a:cubicBezTo>
                    <a:cubicBezTo>
                      <a:pt x="4" y="59"/>
                      <a:pt x="4" y="50"/>
                      <a:pt x="5" y="43"/>
                    </a:cubicBezTo>
                    <a:cubicBezTo>
                      <a:pt x="3" y="42"/>
                      <a:pt x="3" y="42"/>
                      <a:pt x="3" y="42"/>
                    </a:cubicBezTo>
                    <a:cubicBezTo>
                      <a:pt x="3" y="44"/>
                      <a:pt x="3" y="44"/>
                      <a:pt x="3" y="44"/>
                    </a:cubicBezTo>
                    <a:cubicBezTo>
                      <a:pt x="309" y="5"/>
                      <a:pt x="309" y="5"/>
                      <a:pt x="309" y="5"/>
                    </a:cubicBezTo>
                    <a:cubicBezTo>
                      <a:pt x="309" y="3"/>
                      <a:pt x="309" y="3"/>
                      <a:pt x="309" y="3"/>
                    </a:cubicBezTo>
                    <a:cubicBezTo>
                      <a:pt x="307" y="3"/>
                      <a:pt x="307" y="3"/>
                      <a:pt x="307" y="3"/>
                    </a:cubicBezTo>
                    <a:cubicBezTo>
                      <a:pt x="309" y="3"/>
                      <a:pt x="309" y="3"/>
                      <a:pt x="309" y="3"/>
                    </a:cubicBezTo>
                    <a:cubicBezTo>
                      <a:pt x="309" y="1"/>
                      <a:pt x="309" y="1"/>
                      <a:pt x="309" y="1"/>
                    </a:cubicBezTo>
                    <a:cubicBezTo>
                      <a:pt x="1" y="41"/>
                      <a:pt x="1" y="41"/>
                      <a:pt x="1" y="41"/>
                    </a:cubicBezTo>
                    <a:cubicBezTo>
                      <a:pt x="1" y="42"/>
                      <a:pt x="1" y="42"/>
                      <a:pt x="1" y="42"/>
                    </a:cubicBezTo>
                    <a:cubicBezTo>
                      <a:pt x="0" y="50"/>
                      <a:pt x="0" y="59"/>
                      <a:pt x="0" y="69"/>
                    </a:cubicBezTo>
                    <a:cubicBezTo>
                      <a:pt x="0" y="126"/>
                      <a:pt x="10" y="207"/>
                      <a:pt x="12" y="254"/>
                    </a:cubicBezTo>
                    <a:cubicBezTo>
                      <a:pt x="14" y="282"/>
                      <a:pt x="23" y="316"/>
                      <a:pt x="32" y="345"/>
                    </a:cubicBezTo>
                    <a:cubicBezTo>
                      <a:pt x="36" y="359"/>
                      <a:pt x="41" y="372"/>
                      <a:pt x="45" y="383"/>
                    </a:cubicBezTo>
                    <a:cubicBezTo>
                      <a:pt x="48" y="394"/>
                      <a:pt x="51" y="403"/>
                      <a:pt x="52" y="408"/>
                    </a:cubicBezTo>
                    <a:cubicBezTo>
                      <a:pt x="56" y="422"/>
                      <a:pt x="58" y="441"/>
                      <a:pt x="58" y="457"/>
                    </a:cubicBezTo>
                    <a:cubicBezTo>
                      <a:pt x="58" y="464"/>
                      <a:pt x="57" y="471"/>
                      <a:pt x="56" y="477"/>
                    </a:cubicBezTo>
                    <a:cubicBezTo>
                      <a:pt x="56" y="480"/>
                      <a:pt x="56" y="482"/>
                      <a:pt x="56" y="484"/>
                    </a:cubicBezTo>
                    <a:cubicBezTo>
                      <a:pt x="56" y="504"/>
                      <a:pt x="65" y="525"/>
                      <a:pt x="67" y="545"/>
                    </a:cubicBezTo>
                    <a:cubicBezTo>
                      <a:pt x="70" y="569"/>
                      <a:pt x="84" y="601"/>
                      <a:pt x="90" y="617"/>
                    </a:cubicBezTo>
                    <a:cubicBezTo>
                      <a:pt x="95" y="630"/>
                      <a:pt x="96" y="645"/>
                      <a:pt x="96" y="660"/>
                    </a:cubicBezTo>
                    <a:cubicBezTo>
                      <a:pt x="96" y="664"/>
                      <a:pt x="96" y="667"/>
                      <a:pt x="96" y="671"/>
                    </a:cubicBezTo>
                    <a:cubicBezTo>
                      <a:pt x="96" y="672"/>
                      <a:pt x="96" y="674"/>
                      <a:pt x="96" y="675"/>
                    </a:cubicBezTo>
                    <a:cubicBezTo>
                      <a:pt x="96" y="690"/>
                      <a:pt x="98" y="719"/>
                      <a:pt x="98" y="742"/>
                    </a:cubicBezTo>
                    <a:cubicBezTo>
                      <a:pt x="98" y="751"/>
                      <a:pt x="97" y="759"/>
                      <a:pt x="96" y="765"/>
                    </a:cubicBezTo>
                    <a:cubicBezTo>
                      <a:pt x="95" y="771"/>
                      <a:pt x="95" y="778"/>
                      <a:pt x="95" y="785"/>
                    </a:cubicBezTo>
                    <a:cubicBezTo>
                      <a:pt x="95" y="802"/>
                      <a:pt x="97" y="822"/>
                      <a:pt x="100" y="843"/>
                    </a:cubicBezTo>
                    <a:cubicBezTo>
                      <a:pt x="102" y="858"/>
                      <a:pt x="107" y="880"/>
                      <a:pt x="113" y="900"/>
                    </a:cubicBezTo>
                    <a:cubicBezTo>
                      <a:pt x="115" y="911"/>
                      <a:pt x="118" y="920"/>
                      <a:pt x="120" y="928"/>
                    </a:cubicBezTo>
                    <a:cubicBezTo>
                      <a:pt x="121" y="936"/>
                      <a:pt x="123" y="943"/>
                      <a:pt x="123" y="946"/>
                    </a:cubicBezTo>
                    <a:cubicBezTo>
                      <a:pt x="123" y="962"/>
                      <a:pt x="124" y="975"/>
                      <a:pt x="132" y="996"/>
                    </a:cubicBezTo>
                    <a:cubicBezTo>
                      <a:pt x="136" y="1009"/>
                      <a:pt x="138" y="1018"/>
                      <a:pt x="138" y="1029"/>
                    </a:cubicBezTo>
                    <a:cubicBezTo>
                      <a:pt x="138" y="1036"/>
                      <a:pt x="137" y="1043"/>
                      <a:pt x="136" y="1052"/>
                    </a:cubicBezTo>
                    <a:cubicBezTo>
                      <a:pt x="136" y="1055"/>
                      <a:pt x="136" y="1058"/>
                      <a:pt x="136" y="1060"/>
                    </a:cubicBezTo>
                    <a:cubicBezTo>
                      <a:pt x="136" y="1071"/>
                      <a:pt x="138" y="1080"/>
                      <a:pt x="140" y="1088"/>
                    </a:cubicBezTo>
                    <a:cubicBezTo>
                      <a:pt x="142" y="1096"/>
                      <a:pt x="144" y="1102"/>
                      <a:pt x="146" y="1105"/>
                    </a:cubicBezTo>
                    <a:cubicBezTo>
                      <a:pt x="148" y="1108"/>
                      <a:pt x="149" y="1110"/>
                      <a:pt x="150" y="1112"/>
                    </a:cubicBezTo>
                    <a:cubicBezTo>
                      <a:pt x="151" y="1113"/>
                      <a:pt x="151" y="1115"/>
                      <a:pt x="151" y="1117"/>
                    </a:cubicBezTo>
                    <a:cubicBezTo>
                      <a:pt x="151" y="1117"/>
                      <a:pt x="151" y="1118"/>
                      <a:pt x="151" y="1119"/>
                    </a:cubicBezTo>
                    <a:cubicBezTo>
                      <a:pt x="150" y="1126"/>
                      <a:pt x="149" y="1133"/>
                      <a:pt x="149" y="1140"/>
                    </a:cubicBezTo>
                    <a:cubicBezTo>
                      <a:pt x="149" y="1144"/>
                      <a:pt x="149" y="1146"/>
                      <a:pt x="148" y="1150"/>
                    </a:cubicBezTo>
                    <a:cubicBezTo>
                      <a:pt x="146" y="1154"/>
                      <a:pt x="143" y="1158"/>
                      <a:pt x="139" y="1166"/>
                    </a:cubicBezTo>
                    <a:cubicBezTo>
                      <a:pt x="134" y="1174"/>
                      <a:pt x="132" y="1185"/>
                      <a:pt x="132" y="1197"/>
                    </a:cubicBezTo>
                    <a:cubicBezTo>
                      <a:pt x="132" y="1208"/>
                      <a:pt x="134" y="1219"/>
                      <a:pt x="139" y="1226"/>
                    </a:cubicBezTo>
                    <a:cubicBezTo>
                      <a:pt x="144" y="1233"/>
                      <a:pt x="150" y="1237"/>
                      <a:pt x="157" y="1240"/>
                    </a:cubicBezTo>
                    <a:cubicBezTo>
                      <a:pt x="165" y="1242"/>
                      <a:pt x="174" y="1243"/>
                      <a:pt x="185" y="1244"/>
                    </a:cubicBezTo>
                    <a:cubicBezTo>
                      <a:pt x="190" y="1245"/>
                      <a:pt x="194" y="1246"/>
                      <a:pt x="198" y="1249"/>
                    </a:cubicBezTo>
                    <a:cubicBezTo>
                      <a:pt x="203" y="1254"/>
                      <a:pt x="208" y="1260"/>
                      <a:pt x="213" y="1267"/>
                    </a:cubicBezTo>
                    <a:cubicBezTo>
                      <a:pt x="217" y="1274"/>
                      <a:pt x="220" y="1281"/>
                      <a:pt x="224" y="1286"/>
                    </a:cubicBezTo>
                    <a:cubicBezTo>
                      <a:pt x="227" y="1291"/>
                      <a:pt x="231" y="1294"/>
                      <a:pt x="236" y="1295"/>
                    </a:cubicBezTo>
                    <a:cubicBezTo>
                      <a:pt x="241" y="1297"/>
                      <a:pt x="245" y="1297"/>
                      <a:pt x="249" y="1297"/>
                    </a:cubicBezTo>
                    <a:cubicBezTo>
                      <a:pt x="253" y="1297"/>
                      <a:pt x="256" y="1297"/>
                      <a:pt x="256" y="1297"/>
                    </a:cubicBezTo>
                    <a:cubicBezTo>
                      <a:pt x="256" y="1295"/>
                      <a:pt x="256" y="1295"/>
                      <a:pt x="256" y="1295"/>
                    </a:cubicBezTo>
                    <a:cubicBezTo>
                      <a:pt x="254" y="1297"/>
                      <a:pt x="254" y="1297"/>
                      <a:pt x="254" y="1297"/>
                    </a:cubicBezTo>
                    <a:cubicBezTo>
                      <a:pt x="254" y="1297"/>
                      <a:pt x="254" y="1297"/>
                      <a:pt x="254" y="1297"/>
                    </a:cubicBezTo>
                    <a:cubicBezTo>
                      <a:pt x="255" y="1297"/>
                      <a:pt x="257" y="1299"/>
                      <a:pt x="260" y="1303"/>
                    </a:cubicBezTo>
                    <a:cubicBezTo>
                      <a:pt x="262" y="1305"/>
                      <a:pt x="264" y="1305"/>
                      <a:pt x="266" y="1306"/>
                    </a:cubicBezTo>
                    <a:cubicBezTo>
                      <a:pt x="269" y="1307"/>
                      <a:pt x="272" y="1307"/>
                      <a:pt x="275" y="1307"/>
                    </a:cubicBezTo>
                    <a:cubicBezTo>
                      <a:pt x="281" y="1307"/>
                      <a:pt x="288" y="1306"/>
                      <a:pt x="295" y="1305"/>
                    </a:cubicBezTo>
                    <a:cubicBezTo>
                      <a:pt x="302" y="1304"/>
                      <a:pt x="307" y="1301"/>
                      <a:pt x="309" y="1298"/>
                    </a:cubicBezTo>
                    <a:cubicBezTo>
                      <a:pt x="311" y="1295"/>
                      <a:pt x="312" y="1293"/>
                      <a:pt x="312" y="1292"/>
                    </a:cubicBezTo>
                    <a:cubicBezTo>
                      <a:pt x="310" y="1292"/>
                      <a:pt x="310" y="1292"/>
                      <a:pt x="310" y="1292"/>
                    </a:cubicBezTo>
                    <a:cubicBezTo>
                      <a:pt x="309" y="1294"/>
                      <a:pt x="309" y="1294"/>
                      <a:pt x="309" y="1294"/>
                    </a:cubicBezTo>
                    <a:cubicBezTo>
                      <a:pt x="309" y="1294"/>
                      <a:pt x="313" y="1297"/>
                      <a:pt x="320" y="1297"/>
                    </a:cubicBezTo>
                    <a:cubicBezTo>
                      <a:pt x="321" y="1297"/>
                      <a:pt x="321" y="1297"/>
                      <a:pt x="322" y="1297"/>
                    </a:cubicBezTo>
                    <a:cubicBezTo>
                      <a:pt x="330" y="1296"/>
                      <a:pt x="333" y="1294"/>
                      <a:pt x="333" y="1294"/>
                    </a:cubicBezTo>
                    <a:cubicBezTo>
                      <a:pt x="332" y="1292"/>
                      <a:pt x="332" y="1292"/>
                      <a:pt x="332" y="1292"/>
                    </a:cubicBezTo>
                    <a:cubicBezTo>
                      <a:pt x="331" y="1294"/>
                      <a:pt x="331" y="1294"/>
                      <a:pt x="331" y="1294"/>
                    </a:cubicBezTo>
                    <a:cubicBezTo>
                      <a:pt x="331" y="1294"/>
                      <a:pt x="334" y="1296"/>
                      <a:pt x="339" y="1296"/>
                    </a:cubicBezTo>
                    <a:cubicBezTo>
                      <a:pt x="341" y="1296"/>
                      <a:pt x="343" y="1296"/>
                      <a:pt x="345" y="1295"/>
                    </a:cubicBezTo>
                    <a:cubicBezTo>
                      <a:pt x="348" y="1293"/>
                      <a:pt x="351" y="1291"/>
                      <a:pt x="352" y="1289"/>
                    </a:cubicBezTo>
                    <a:cubicBezTo>
                      <a:pt x="354" y="1287"/>
                      <a:pt x="354" y="1285"/>
                      <a:pt x="354" y="1285"/>
                    </a:cubicBezTo>
                    <a:cubicBezTo>
                      <a:pt x="352" y="1284"/>
                      <a:pt x="352" y="1284"/>
                      <a:pt x="352" y="1284"/>
                    </a:cubicBezTo>
                    <a:cubicBezTo>
                      <a:pt x="351" y="1284"/>
                      <a:pt x="351" y="1284"/>
                      <a:pt x="351" y="1284"/>
                    </a:cubicBezTo>
                    <a:cubicBezTo>
                      <a:pt x="351" y="1285"/>
                      <a:pt x="351" y="1286"/>
                      <a:pt x="352" y="1286"/>
                    </a:cubicBezTo>
                    <a:cubicBezTo>
                      <a:pt x="352" y="1287"/>
                      <a:pt x="353" y="1287"/>
                      <a:pt x="355" y="1287"/>
                    </a:cubicBezTo>
                    <a:cubicBezTo>
                      <a:pt x="356" y="1287"/>
                      <a:pt x="357" y="1287"/>
                      <a:pt x="358" y="1287"/>
                    </a:cubicBezTo>
                    <a:cubicBezTo>
                      <a:pt x="361" y="1286"/>
                      <a:pt x="363" y="1283"/>
                      <a:pt x="364" y="1281"/>
                    </a:cubicBezTo>
                    <a:cubicBezTo>
                      <a:pt x="366" y="1279"/>
                      <a:pt x="366" y="1277"/>
                      <a:pt x="366" y="1277"/>
                    </a:cubicBezTo>
                    <a:cubicBezTo>
                      <a:pt x="364" y="1277"/>
                      <a:pt x="364" y="1277"/>
                      <a:pt x="364" y="1277"/>
                    </a:cubicBezTo>
                    <a:cubicBezTo>
                      <a:pt x="364" y="1279"/>
                      <a:pt x="364" y="1279"/>
                      <a:pt x="364" y="1279"/>
                    </a:cubicBezTo>
                    <a:cubicBezTo>
                      <a:pt x="364" y="1279"/>
                      <a:pt x="365" y="1279"/>
                      <a:pt x="366" y="1279"/>
                    </a:cubicBezTo>
                    <a:cubicBezTo>
                      <a:pt x="367" y="1279"/>
                      <a:pt x="369" y="1279"/>
                      <a:pt x="371" y="1278"/>
                    </a:cubicBezTo>
                    <a:cubicBezTo>
                      <a:pt x="372" y="1276"/>
                      <a:pt x="374" y="1275"/>
                      <a:pt x="375" y="1272"/>
                    </a:cubicBezTo>
                    <a:cubicBezTo>
                      <a:pt x="376" y="1271"/>
                      <a:pt x="376" y="1269"/>
                      <a:pt x="376" y="1268"/>
                    </a:cubicBezTo>
                    <a:cubicBezTo>
                      <a:pt x="376" y="1266"/>
                      <a:pt x="375" y="1264"/>
                      <a:pt x="374" y="1262"/>
                    </a:cubicBezTo>
                    <a:cubicBezTo>
                      <a:pt x="372" y="1260"/>
                      <a:pt x="370" y="1258"/>
                      <a:pt x="368" y="1256"/>
                    </a:cubicBezTo>
                    <a:cubicBezTo>
                      <a:pt x="365" y="1255"/>
                      <a:pt x="363" y="1253"/>
                      <a:pt x="362" y="1252"/>
                    </a:cubicBezTo>
                    <a:cubicBezTo>
                      <a:pt x="358" y="1249"/>
                      <a:pt x="350" y="1244"/>
                      <a:pt x="343" y="1235"/>
                    </a:cubicBezTo>
                    <a:cubicBezTo>
                      <a:pt x="342" y="1233"/>
                      <a:pt x="340" y="1230"/>
                      <a:pt x="338" y="1226"/>
                    </a:cubicBezTo>
                    <a:cubicBezTo>
                      <a:pt x="332" y="1213"/>
                      <a:pt x="325" y="1194"/>
                      <a:pt x="321" y="1181"/>
                    </a:cubicBezTo>
                    <a:cubicBezTo>
                      <a:pt x="316" y="1163"/>
                      <a:pt x="302" y="1144"/>
                      <a:pt x="293" y="1135"/>
                    </a:cubicBezTo>
                    <a:cubicBezTo>
                      <a:pt x="290" y="1132"/>
                      <a:pt x="286" y="1126"/>
                      <a:pt x="284" y="1121"/>
                    </a:cubicBezTo>
                    <a:cubicBezTo>
                      <a:pt x="283" y="1118"/>
                      <a:pt x="282" y="1116"/>
                      <a:pt x="282" y="1114"/>
                    </a:cubicBezTo>
                    <a:cubicBezTo>
                      <a:pt x="282" y="1113"/>
                      <a:pt x="281" y="1113"/>
                      <a:pt x="281" y="1112"/>
                    </a:cubicBezTo>
                    <a:cubicBezTo>
                      <a:pt x="281" y="1112"/>
                      <a:pt x="281" y="1112"/>
                      <a:pt x="281" y="1112"/>
                    </a:cubicBezTo>
                    <a:cubicBezTo>
                      <a:pt x="279" y="1112"/>
                      <a:pt x="279" y="1112"/>
                      <a:pt x="279" y="1112"/>
                    </a:cubicBezTo>
                    <a:cubicBezTo>
                      <a:pt x="280" y="1114"/>
                      <a:pt x="280" y="1114"/>
                      <a:pt x="280" y="1114"/>
                    </a:cubicBezTo>
                    <a:cubicBezTo>
                      <a:pt x="284" y="1111"/>
                      <a:pt x="287" y="1107"/>
                      <a:pt x="288" y="1102"/>
                    </a:cubicBezTo>
                    <a:cubicBezTo>
                      <a:pt x="290" y="1098"/>
                      <a:pt x="290" y="1093"/>
                      <a:pt x="290" y="1087"/>
                    </a:cubicBezTo>
                    <a:cubicBezTo>
                      <a:pt x="290" y="1074"/>
                      <a:pt x="287" y="1060"/>
                      <a:pt x="288" y="1049"/>
                    </a:cubicBezTo>
                    <a:cubicBezTo>
                      <a:pt x="288" y="1028"/>
                      <a:pt x="291" y="1012"/>
                      <a:pt x="296" y="997"/>
                    </a:cubicBezTo>
                    <a:cubicBezTo>
                      <a:pt x="301" y="981"/>
                      <a:pt x="309" y="968"/>
                      <a:pt x="309" y="955"/>
                    </a:cubicBezTo>
                    <a:cubicBezTo>
                      <a:pt x="309" y="949"/>
                      <a:pt x="309" y="945"/>
                      <a:pt x="310" y="941"/>
                    </a:cubicBezTo>
                    <a:cubicBezTo>
                      <a:pt x="310" y="938"/>
                      <a:pt x="312" y="934"/>
                      <a:pt x="314" y="928"/>
                    </a:cubicBezTo>
                    <a:cubicBezTo>
                      <a:pt x="318" y="915"/>
                      <a:pt x="320" y="898"/>
                      <a:pt x="320" y="879"/>
                    </a:cubicBezTo>
                    <a:cubicBezTo>
                      <a:pt x="320" y="860"/>
                      <a:pt x="321" y="840"/>
                      <a:pt x="332" y="798"/>
                    </a:cubicBezTo>
                    <a:cubicBezTo>
                      <a:pt x="334" y="788"/>
                      <a:pt x="335" y="776"/>
                      <a:pt x="335" y="764"/>
                    </a:cubicBezTo>
                    <a:cubicBezTo>
                      <a:pt x="335" y="724"/>
                      <a:pt x="324" y="677"/>
                      <a:pt x="317" y="655"/>
                    </a:cubicBezTo>
                    <a:cubicBezTo>
                      <a:pt x="314" y="645"/>
                      <a:pt x="313" y="632"/>
                      <a:pt x="313" y="619"/>
                    </a:cubicBezTo>
                    <a:cubicBezTo>
                      <a:pt x="313" y="598"/>
                      <a:pt x="315" y="575"/>
                      <a:pt x="315" y="558"/>
                    </a:cubicBezTo>
                    <a:cubicBezTo>
                      <a:pt x="315" y="556"/>
                      <a:pt x="315" y="554"/>
                      <a:pt x="315" y="552"/>
                    </a:cubicBezTo>
                    <a:cubicBezTo>
                      <a:pt x="314" y="524"/>
                      <a:pt x="313" y="469"/>
                      <a:pt x="310" y="433"/>
                    </a:cubicBezTo>
                    <a:cubicBezTo>
                      <a:pt x="308" y="416"/>
                      <a:pt x="307" y="403"/>
                      <a:pt x="307" y="386"/>
                    </a:cubicBezTo>
                    <a:cubicBezTo>
                      <a:pt x="307" y="365"/>
                      <a:pt x="309" y="339"/>
                      <a:pt x="313" y="299"/>
                    </a:cubicBezTo>
                    <a:cubicBezTo>
                      <a:pt x="315" y="278"/>
                      <a:pt x="316" y="246"/>
                      <a:pt x="316" y="210"/>
                    </a:cubicBezTo>
                    <a:cubicBezTo>
                      <a:pt x="316" y="118"/>
                      <a:pt x="311" y="3"/>
                      <a:pt x="311" y="3"/>
                    </a:cubicBezTo>
                    <a:cubicBezTo>
                      <a:pt x="311" y="0"/>
                      <a:pt x="311" y="0"/>
                      <a:pt x="311" y="0"/>
                    </a:cubicBezTo>
                    <a:cubicBezTo>
                      <a:pt x="309" y="1"/>
                      <a:pt x="309" y="1"/>
                      <a:pt x="309" y="1"/>
                    </a:cubicBezTo>
                    <a:cubicBezTo>
                      <a:pt x="309" y="3"/>
                      <a:pt x="309" y="3"/>
                      <a:pt x="309" y="3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6609" name="Freeform 137">
                <a:extLst>
                  <a:ext uri="{FF2B5EF4-FFF2-40B4-BE49-F238E27FC236}">
                    <a16:creationId xmlns:a16="http://schemas.microsoft.com/office/drawing/2014/main" id="{0F412730-D8A4-4977-951C-789C33FA8F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4" y="3683"/>
                <a:ext cx="51" cy="9"/>
              </a:xfrm>
              <a:custGeom>
                <a:avLst/>
                <a:gdLst>
                  <a:gd name="T0" fmla="*/ 68 w 44"/>
                  <a:gd name="T1" fmla="*/ 1 h 8"/>
                  <a:gd name="T2" fmla="*/ 0 w 44"/>
                  <a:gd name="T3" fmla="*/ 0 h 8"/>
                  <a:gd name="T4" fmla="*/ 68 w 44"/>
                  <a:gd name="T5" fmla="*/ 1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4" h="8">
                    <a:moveTo>
                      <a:pt x="44" y="1"/>
                    </a:moveTo>
                    <a:cubicBezTo>
                      <a:pt x="44" y="1"/>
                      <a:pt x="16" y="8"/>
                      <a:pt x="0" y="0"/>
                    </a:cubicBezTo>
                    <a:cubicBezTo>
                      <a:pt x="0" y="0"/>
                      <a:pt x="39" y="4"/>
                      <a:pt x="44" y="1"/>
                    </a:cubicBezTo>
                    <a:close/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6610" name="Freeform 138">
                <a:extLst>
                  <a:ext uri="{FF2B5EF4-FFF2-40B4-BE49-F238E27FC236}">
                    <a16:creationId xmlns:a16="http://schemas.microsoft.com/office/drawing/2014/main" id="{8ABB92EA-CCCD-4795-BAE5-A0135CD586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3" y="3708"/>
                <a:ext cx="14" cy="30"/>
              </a:xfrm>
              <a:custGeom>
                <a:avLst/>
                <a:gdLst>
                  <a:gd name="T0" fmla="*/ 6 w 12"/>
                  <a:gd name="T1" fmla="*/ 0 h 26"/>
                  <a:gd name="T2" fmla="*/ 8 w 12"/>
                  <a:gd name="T3" fmla="*/ 27 h 26"/>
                  <a:gd name="T4" fmla="*/ 19 w 12"/>
                  <a:gd name="T5" fmla="*/ 40 h 26"/>
                  <a:gd name="T6" fmla="*/ 0 w 12"/>
                  <a:gd name="T7" fmla="*/ 17 h 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26">
                    <a:moveTo>
                      <a:pt x="3" y="0"/>
                    </a:moveTo>
                    <a:cubicBezTo>
                      <a:pt x="4" y="5"/>
                      <a:pt x="2" y="11"/>
                      <a:pt x="5" y="17"/>
                    </a:cubicBezTo>
                    <a:cubicBezTo>
                      <a:pt x="6" y="20"/>
                      <a:pt x="9" y="24"/>
                      <a:pt x="12" y="26"/>
                    </a:cubicBezTo>
                    <a:cubicBezTo>
                      <a:pt x="6" y="24"/>
                      <a:pt x="1" y="17"/>
                      <a:pt x="0" y="11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6611" name="Freeform 139">
                <a:extLst>
                  <a:ext uri="{FF2B5EF4-FFF2-40B4-BE49-F238E27FC236}">
                    <a16:creationId xmlns:a16="http://schemas.microsoft.com/office/drawing/2014/main" id="{48FA813E-1E45-42E1-82E3-78FAD921E0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9" y="3835"/>
                <a:ext cx="23" cy="33"/>
              </a:xfrm>
              <a:custGeom>
                <a:avLst/>
                <a:gdLst>
                  <a:gd name="T0" fmla="*/ 0 w 20"/>
                  <a:gd name="T1" fmla="*/ 1 h 29"/>
                  <a:gd name="T2" fmla="*/ 9 w 20"/>
                  <a:gd name="T3" fmla="*/ 9 h 29"/>
                  <a:gd name="T4" fmla="*/ 21 w 20"/>
                  <a:gd name="T5" fmla="*/ 18 h 29"/>
                  <a:gd name="T6" fmla="*/ 26 w 20"/>
                  <a:gd name="T7" fmla="*/ 43 h 29"/>
                  <a:gd name="T8" fmla="*/ 24 w 20"/>
                  <a:gd name="T9" fmla="*/ 30 h 29"/>
                  <a:gd name="T10" fmla="*/ 18 w 20"/>
                  <a:gd name="T11" fmla="*/ 19 h 29"/>
                  <a:gd name="T12" fmla="*/ 8 w 20"/>
                  <a:gd name="T13" fmla="*/ 10 h 29"/>
                  <a:gd name="T14" fmla="*/ 1 w 20"/>
                  <a:gd name="T15" fmla="*/ 0 h 29"/>
                  <a:gd name="T16" fmla="*/ 0 w 20"/>
                  <a:gd name="T17" fmla="*/ 1 h 2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0" h="29">
                    <a:moveTo>
                      <a:pt x="0" y="1"/>
                    </a:moveTo>
                    <a:cubicBezTo>
                      <a:pt x="4" y="1"/>
                      <a:pt x="4" y="3"/>
                      <a:pt x="6" y="6"/>
                    </a:cubicBezTo>
                    <a:cubicBezTo>
                      <a:pt x="8" y="9"/>
                      <a:pt x="11" y="10"/>
                      <a:pt x="14" y="12"/>
                    </a:cubicBezTo>
                    <a:cubicBezTo>
                      <a:pt x="18" y="16"/>
                      <a:pt x="20" y="23"/>
                      <a:pt x="17" y="29"/>
                    </a:cubicBezTo>
                    <a:cubicBezTo>
                      <a:pt x="15" y="28"/>
                      <a:pt x="17" y="23"/>
                      <a:pt x="16" y="20"/>
                    </a:cubicBezTo>
                    <a:cubicBezTo>
                      <a:pt x="16" y="18"/>
                      <a:pt x="14" y="15"/>
                      <a:pt x="12" y="13"/>
                    </a:cubicBezTo>
                    <a:cubicBezTo>
                      <a:pt x="10" y="11"/>
                      <a:pt x="7" y="9"/>
                      <a:pt x="5" y="7"/>
                    </a:cubicBezTo>
                    <a:cubicBezTo>
                      <a:pt x="3" y="5"/>
                      <a:pt x="3" y="3"/>
                      <a:pt x="1" y="0"/>
                    </a:cubicBezTo>
                    <a:cubicBezTo>
                      <a:pt x="0" y="1"/>
                      <a:pt x="0" y="1"/>
                      <a:pt x="0" y="1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6612" name="Freeform 140">
                <a:extLst>
                  <a:ext uri="{FF2B5EF4-FFF2-40B4-BE49-F238E27FC236}">
                    <a16:creationId xmlns:a16="http://schemas.microsoft.com/office/drawing/2014/main" id="{39AC2D98-4B92-4C78-AF75-F2F729DAEC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7" y="3832"/>
                <a:ext cx="40" cy="46"/>
              </a:xfrm>
              <a:custGeom>
                <a:avLst/>
                <a:gdLst>
                  <a:gd name="T0" fmla="*/ 11 w 35"/>
                  <a:gd name="T1" fmla="*/ 0 h 41"/>
                  <a:gd name="T2" fmla="*/ 15 w 35"/>
                  <a:gd name="T3" fmla="*/ 12 h 41"/>
                  <a:gd name="T4" fmla="*/ 24 w 35"/>
                  <a:gd name="T5" fmla="*/ 19 h 41"/>
                  <a:gd name="T6" fmla="*/ 40 w 35"/>
                  <a:gd name="T7" fmla="*/ 31 h 41"/>
                  <a:gd name="T8" fmla="*/ 53 w 35"/>
                  <a:gd name="T9" fmla="*/ 44 h 41"/>
                  <a:gd name="T10" fmla="*/ 53 w 35"/>
                  <a:gd name="T11" fmla="*/ 53 h 41"/>
                  <a:gd name="T12" fmla="*/ 48 w 35"/>
                  <a:gd name="T13" fmla="*/ 58 h 41"/>
                  <a:gd name="T14" fmla="*/ 46 w 35"/>
                  <a:gd name="T15" fmla="*/ 39 h 41"/>
                  <a:gd name="T16" fmla="*/ 29 w 35"/>
                  <a:gd name="T17" fmla="*/ 25 h 41"/>
                  <a:gd name="T18" fmla="*/ 11 w 35"/>
                  <a:gd name="T19" fmla="*/ 1 h 41"/>
                  <a:gd name="T20" fmla="*/ 11 w 35"/>
                  <a:gd name="T21" fmla="*/ 0 h 4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5" h="41">
                    <a:moveTo>
                      <a:pt x="8" y="0"/>
                    </a:moveTo>
                    <a:cubicBezTo>
                      <a:pt x="9" y="3"/>
                      <a:pt x="8" y="7"/>
                      <a:pt x="10" y="9"/>
                    </a:cubicBezTo>
                    <a:cubicBezTo>
                      <a:pt x="12" y="10"/>
                      <a:pt x="15" y="12"/>
                      <a:pt x="16" y="13"/>
                    </a:cubicBezTo>
                    <a:cubicBezTo>
                      <a:pt x="20" y="16"/>
                      <a:pt x="23" y="19"/>
                      <a:pt x="27" y="22"/>
                    </a:cubicBezTo>
                    <a:cubicBezTo>
                      <a:pt x="30" y="23"/>
                      <a:pt x="33" y="28"/>
                      <a:pt x="35" y="31"/>
                    </a:cubicBezTo>
                    <a:cubicBezTo>
                      <a:pt x="35" y="33"/>
                      <a:pt x="35" y="35"/>
                      <a:pt x="35" y="37"/>
                    </a:cubicBezTo>
                    <a:cubicBezTo>
                      <a:pt x="35" y="40"/>
                      <a:pt x="35" y="39"/>
                      <a:pt x="32" y="41"/>
                    </a:cubicBezTo>
                    <a:cubicBezTo>
                      <a:pt x="32" y="37"/>
                      <a:pt x="33" y="32"/>
                      <a:pt x="31" y="28"/>
                    </a:cubicBezTo>
                    <a:cubicBezTo>
                      <a:pt x="29" y="24"/>
                      <a:pt x="23" y="21"/>
                      <a:pt x="19" y="18"/>
                    </a:cubicBezTo>
                    <a:cubicBezTo>
                      <a:pt x="15" y="14"/>
                      <a:pt x="0" y="8"/>
                      <a:pt x="8" y="1"/>
                    </a:cubicBezTo>
                    <a:cubicBezTo>
                      <a:pt x="8" y="0"/>
                      <a:pt x="8" y="0"/>
                      <a:pt x="8" y="0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6613" name="Freeform 141">
                <a:extLst>
                  <a:ext uri="{FF2B5EF4-FFF2-40B4-BE49-F238E27FC236}">
                    <a16:creationId xmlns:a16="http://schemas.microsoft.com/office/drawing/2014/main" id="{38713CF6-1B31-4489-8EC4-5AC6579688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0" y="3832"/>
                <a:ext cx="37" cy="52"/>
              </a:xfrm>
              <a:custGeom>
                <a:avLst/>
                <a:gdLst>
                  <a:gd name="T0" fmla="*/ 2 w 32"/>
                  <a:gd name="T1" fmla="*/ 1 h 46"/>
                  <a:gd name="T2" fmla="*/ 3 w 32"/>
                  <a:gd name="T3" fmla="*/ 9 h 46"/>
                  <a:gd name="T4" fmla="*/ 8 w 32"/>
                  <a:gd name="T5" fmla="*/ 12 h 46"/>
                  <a:gd name="T6" fmla="*/ 17 w 32"/>
                  <a:gd name="T7" fmla="*/ 23 h 46"/>
                  <a:gd name="T8" fmla="*/ 36 w 32"/>
                  <a:gd name="T9" fmla="*/ 36 h 46"/>
                  <a:gd name="T10" fmla="*/ 49 w 32"/>
                  <a:gd name="T11" fmla="*/ 51 h 46"/>
                  <a:gd name="T12" fmla="*/ 40 w 32"/>
                  <a:gd name="T13" fmla="*/ 67 h 46"/>
                  <a:gd name="T14" fmla="*/ 42 w 32"/>
                  <a:gd name="T15" fmla="*/ 47 h 46"/>
                  <a:gd name="T16" fmla="*/ 23 w 32"/>
                  <a:gd name="T17" fmla="*/ 33 h 46"/>
                  <a:gd name="T18" fmla="*/ 3 w 32"/>
                  <a:gd name="T19" fmla="*/ 18 h 46"/>
                  <a:gd name="T20" fmla="*/ 2 w 32"/>
                  <a:gd name="T21" fmla="*/ 0 h 46"/>
                  <a:gd name="T22" fmla="*/ 2 w 32"/>
                  <a:gd name="T23" fmla="*/ 1 h 4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2" h="46">
                    <a:moveTo>
                      <a:pt x="2" y="1"/>
                    </a:moveTo>
                    <a:cubicBezTo>
                      <a:pt x="3" y="1"/>
                      <a:pt x="3" y="4"/>
                      <a:pt x="3" y="6"/>
                    </a:cubicBezTo>
                    <a:cubicBezTo>
                      <a:pt x="4" y="8"/>
                      <a:pt x="3" y="7"/>
                      <a:pt x="5" y="9"/>
                    </a:cubicBezTo>
                    <a:cubicBezTo>
                      <a:pt x="7" y="11"/>
                      <a:pt x="9" y="14"/>
                      <a:pt x="11" y="16"/>
                    </a:cubicBezTo>
                    <a:cubicBezTo>
                      <a:pt x="14" y="20"/>
                      <a:pt x="19" y="22"/>
                      <a:pt x="23" y="25"/>
                    </a:cubicBezTo>
                    <a:cubicBezTo>
                      <a:pt x="26" y="27"/>
                      <a:pt x="31" y="31"/>
                      <a:pt x="31" y="35"/>
                    </a:cubicBezTo>
                    <a:cubicBezTo>
                      <a:pt x="32" y="39"/>
                      <a:pt x="31" y="45"/>
                      <a:pt x="26" y="46"/>
                    </a:cubicBezTo>
                    <a:cubicBezTo>
                      <a:pt x="28" y="43"/>
                      <a:pt x="29" y="36"/>
                      <a:pt x="27" y="33"/>
                    </a:cubicBezTo>
                    <a:cubicBezTo>
                      <a:pt x="24" y="28"/>
                      <a:pt x="20" y="26"/>
                      <a:pt x="15" y="23"/>
                    </a:cubicBezTo>
                    <a:cubicBezTo>
                      <a:pt x="11" y="19"/>
                      <a:pt x="7" y="16"/>
                      <a:pt x="3" y="12"/>
                    </a:cubicBezTo>
                    <a:cubicBezTo>
                      <a:pt x="0" y="8"/>
                      <a:pt x="1" y="5"/>
                      <a:pt x="2" y="0"/>
                    </a:cubicBezTo>
                    <a:cubicBezTo>
                      <a:pt x="2" y="1"/>
                      <a:pt x="2" y="1"/>
                      <a:pt x="2" y="1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6614" name="Freeform 142">
                <a:extLst>
                  <a:ext uri="{FF2B5EF4-FFF2-40B4-BE49-F238E27FC236}">
                    <a16:creationId xmlns:a16="http://schemas.microsoft.com/office/drawing/2014/main" id="{2693595C-DEC4-4A55-9C87-77D8A5FF22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3" y="3836"/>
                <a:ext cx="39" cy="53"/>
              </a:xfrm>
              <a:custGeom>
                <a:avLst/>
                <a:gdLst>
                  <a:gd name="T0" fmla="*/ 1 w 34"/>
                  <a:gd name="T1" fmla="*/ 0 h 46"/>
                  <a:gd name="T2" fmla="*/ 24 w 34"/>
                  <a:gd name="T3" fmla="*/ 20 h 46"/>
                  <a:gd name="T4" fmla="*/ 42 w 34"/>
                  <a:gd name="T5" fmla="*/ 36 h 46"/>
                  <a:gd name="T6" fmla="*/ 50 w 34"/>
                  <a:gd name="T7" fmla="*/ 54 h 46"/>
                  <a:gd name="T8" fmla="*/ 42 w 34"/>
                  <a:gd name="T9" fmla="*/ 70 h 46"/>
                  <a:gd name="T10" fmla="*/ 45 w 34"/>
                  <a:gd name="T11" fmla="*/ 52 h 46"/>
                  <a:gd name="T12" fmla="*/ 39 w 34"/>
                  <a:gd name="T13" fmla="*/ 40 h 46"/>
                  <a:gd name="T14" fmla="*/ 30 w 34"/>
                  <a:gd name="T15" fmla="*/ 28 h 46"/>
                  <a:gd name="T16" fmla="*/ 21 w 34"/>
                  <a:gd name="T17" fmla="*/ 21 h 46"/>
                  <a:gd name="T18" fmla="*/ 10 w 34"/>
                  <a:gd name="T19" fmla="*/ 16 h 46"/>
                  <a:gd name="T20" fmla="*/ 0 w 34"/>
                  <a:gd name="T21" fmla="*/ 0 h 46"/>
                  <a:gd name="T22" fmla="*/ 1 w 34"/>
                  <a:gd name="T23" fmla="*/ 0 h 4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4" h="46">
                    <a:moveTo>
                      <a:pt x="1" y="0"/>
                    </a:moveTo>
                    <a:cubicBezTo>
                      <a:pt x="4" y="6"/>
                      <a:pt x="11" y="10"/>
                      <a:pt x="16" y="13"/>
                    </a:cubicBezTo>
                    <a:cubicBezTo>
                      <a:pt x="21" y="15"/>
                      <a:pt x="24" y="19"/>
                      <a:pt x="28" y="23"/>
                    </a:cubicBezTo>
                    <a:cubicBezTo>
                      <a:pt x="32" y="27"/>
                      <a:pt x="34" y="30"/>
                      <a:pt x="33" y="36"/>
                    </a:cubicBezTo>
                    <a:cubicBezTo>
                      <a:pt x="32" y="39"/>
                      <a:pt x="31" y="45"/>
                      <a:pt x="28" y="46"/>
                    </a:cubicBezTo>
                    <a:cubicBezTo>
                      <a:pt x="26" y="43"/>
                      <a:pt x="30" y="37"/>
                      <a:pt x="30" y="34"/>
                    </a:cubicBezTo>
                    <a:cubicBezTo>
                      <a:pt x="30" y="31"/>
                      <a:pt x="28" y="28"/>
                      <a:pt x="26" y="26"/>
                    </a:cubicBezTo>
                    <a:cubicBezTo>
                      <a:pt x="24" y="23"/>
                      <a:pt x="22" y="21"/>
                      <a:pt x="20" y="18"/>
                    </a:cubicBezTo>
                    <a:cubicBezTo>
                      <a:pt x="18" y="15"/>
                      <a:pt x="17" y="16"/>
                      <a:pt x="14" y="14"/>
                    </a:cubicBezTo>
                    <a:cubicBezTo>
                      <a:pt x="12" y="13"/>
                      <a:pt x="10" y="11"/>
                      <a:pt x="7" y="10"/>
                    </a:cubicBezTo>
                    <a:cubicBezTo>
                      <a:pt x="2" y="8"/>
                      <a:pt x="0" y="6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6615" name="Freeform 143">
                <a:extLst>
                  <a:ext uri="{FF2B5EF4-FFF2-40B4-BE49-F238E27FC236}">
                    <a16:creationId xmlns:a16="http://schemas.microsoft.com/office/drawing/2014/main" id="{CBDA8B29-9CBF-4F33-9AE4-EC051CBB0D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7" y="3849"/>
                <a:ext cx="36" cy="27"/>
              </a:xfrm>
              <a:custGeom>
                <a:avLst/>
                <a:gdLst>
                  <a:gd name="T0" fmla="*/ 49 w 31"/>
                  <a:gd name="T1" fmla="*/ 18 h 24"/>
                  <a:gd name="T2" fmla="*/ 39 w 31"/>
                  <a:gd name="T3" fmla="*/ 16 h 24"/>
                  <a:gd name="T4" fmla="*/ 27 w 31"/>
                  <a:gd name="T5" fmla="*/ 16 h 24"/>
                  <a:gd name="T6" fmla="*/ 8 w 31"/>
                  <a:gd name="T7" fmla="*/ 32 h 24"/>
                  <a:gd name="T8" fmla="*/ 2 w 31"/>
                  <a:gd name="T9" fmla="*/ 30 h 24"/>
                  <a:gd name="T10" fmla="*/ 0 w 31"/>
                  <a:gd name="T11" fmla="*/ 16 h 24"/>
                  <a:gd name="T12" fmla="*/ 12 w 31"/>
                  <a:gd name="T13" fmla="*/ 0 h 24"/>
                  <a:gd name="T14" fmla="*/ 22 w 31"/>
                  <a:gd name="T15" fmla="*/ 0 h 24"/>
                  <a:gd name="T16" fmla="*/ 3 w 31"/>
                  <a:gd name="T17" fmla="*/ 8 h 24"/>
                  <a:gd name="T18" fmla="*/ 3 w 31"/>
                  <a:gd name="T19" fmla="*/ 27 h 24"/>
                  <a:gd name="T20" fmla="*/ 22 w 31"/>
                  <a:gd name="T21" fmla="*/ 12 h 24"/>
                  <a:gd name="T22" fmla="*/ 42 w 31"/>
                  <a:gd name="T23" fmla="*/ 12 h 24"/>
                  <a:gd name="T24" fmla="*/ 49 w 31"/>
                  <a:gd name="T25" fmla="*/ 18 h 2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1" h="24">
                    <a:moveTo>
                      <a:pt x="31" y="12"/>
                    </a:moveTo>
                    <a:cubicBezTo>
                      <a:pt x="29" y="12"/>
                      <a:pt x="27" y="12"/>
                      <a:pt x="25" y="11"/>
                    </a:cubicBezTo>
                    <a:cubicBezTo>
                      <a:pt x="23" y="11"/>
                      <a:pt x="20" y="10"/>
                      <a:pt x="17" y="11"/>
                    </a:cubicBezTo>
                    <a:cubicBezTo>
                      <a:pt x="12" y="14"/>
                      <a:pt x="9" y="18"/>
                      <a:pt x="5" y="22"/>
                    </a:cubicBezTo>
                    <a:cubicBezTo>
                      <a:pt x="3" y="24"/>
                      <a:pt x="2" y="24"/>
                      <a:pt x="2" y="21"/>
                    </a:cubicBezTo>
                    <a:cubicBezTo>
                      <a:pt x="1" y="18"/>
                      <a:pt x="1" y="15"/>
                      <a:pt x="0" y="11"/>
                    </a:cubicBezTo>
                    <a:cubicBezTo>
                      <a:pt x="0" y="5"/>
                      <a:pt x="1" y="1"/>
                      <a:pt x="8" y="0"/>
                    </a:cubicBezTo>
                    <a:cubicBezTo>
                      <a:pt x="10" y="0"/>
                      <a:pt x="12" y="0"/>
                      <a:pt x="14" y="0"/>
                    </a:cubicBezTo>
                    <a:cubicBezTo>
                      <a:pt x="11" y="1"/>
                      <a:pt x="5" y="1"/>
                      <a:pt x="3" y="5"/>
                    </a:cubicBezTo>
                    <a:cubicBezTo>
                      <a:pt x="2" y="9"/>
                      <a:pt x="3" y="15"/>
                      <a:pt x="3" y="19"/>
                    </a:cubicBezTo>
                    <a:cubicBezTo>
                      <a:pt x="5" y="16"/>
                      <a:pt x="10" y="11"/>
                      <a:pt x="14" y="9"/>
                    </a:cubicBezTo>
                    <a:cubicBezTo>
                      <a:pt x="17" y="8"/>
                      <a:pt x="25" y="6"/>
                      <a:pt x="27" y="9"/>
                    </a:cubicBezTo>
                    <a:cubicBezTo>
                      <a:pt x="31" y="12"/>
                      <a:pt x="31" y="12"/>
                      <a:pt x="31" y="12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6616" name="Freeform 144">
                <a:extLst>
                  <a:ext uri="{FF2B5EF4-FFF2-40B4-BE49-F238E27FC236}">
                    <a16:creationId xmlns:a16="http://schemas.microsoft.com/office/drawing/2014/main" id="{4C478214-BDE4-424A-BDE7-BB92869FB0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9" y="3856"/>
                <a:ext cx="21" cy="14"/>
              </a:xfrm>
              <a:custGeom>
                <a:avLst/>
                <a:gdLst>
                  <a:gd name="T0" fmla="*/ 29 w 18"/>
                  <a:gd name="T1" fmla="*/ 13 h 13"/>
                  <a:gd name="T2" fmla="*/ 16 w 18"/>
                  <a:gd name="T3" fmla="*/ 12 h 13"/>
                  <a:gd name="T4" fmla="*/ 7 w 18"/>
                  <a:gd name="T5" fmla="*/ 16 h 13"/>
                  <a:gd name="T6" fmla="*/ 1 w 18"/>
                  <a:gd name="T7" fmla="*/ 5 h 13"/>
                  <a:gd name="T8" fmla="*/ 13 w 18"/>
                  <a:gd name="T9" fmla="*/ 0 h 13"/>
                  <a:gd name="T10" fmla="*/ 6 w 18"/>
                  <a:gd name="T11" fmla="*/ 4 h 13"/>
                  <a:gd name="T12" fmla="*/ 7 w 18"/>
                  <a:gd name="T13" fmla="*/ 14 h 13"/>
                  <a:gd name="T14" fmla="*/ 26 w 18"/>
                  <a:gd name="T15" fmla="*/ 11 h 13"/>
                  <a:gd name="T16" fmla="*/ 29 w 18"/>
                  <a:gd name="T17" fmla="*/ 13 h 1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8" h="13">
                    <a:moveTo>
                      <a:pt x="18" y="10"/>
                    </a:moveTo>
                    <a:cubicBezTo>
                      <a:pt x="16" y="8"/>
                      <a:pt x="12" y="8"/>
                      <a:pt x="10" y="9"/>
                    </a:cubicBezTo>
                    <a:cubicBezTo>
                      <a:pt x="8" y="10"/>
                      <a:pt x="6" y="13"/>
                      <a:pt x="4" y="13"/>
                    </a:cubicBezTo>
                    <a:cubicBezTo>
                      <a:pt x="3" y="11"/>
                      <a:pt x="0" y="8"/>
                      <a:pt x="1" y="5"/>
                    </a:cubicBezTo>
                    <a:cubicBezTo>
                      <a:pt x="2" y="2"/>
                      <a:pt x="5" y="0"/>
                      <a:pt x="8" y="0"/>
                    </a:cubicBezTo>
                    <a:cubicBezTo>
                      <a:pt x="8" y="2"/>
                      <a:pt x="4" y="2"/>
                      <a:pt x="3" y="4"/>
                    </a:cubicBezTo>
                    <a:cubicBezTo>
                      <a:pt x="3" y="6"/>
                      <a:pt x="3" y="9"/>
                      <a:pt x="4" y="11"/>
                    </a:cubicBezTo>
                    <a:cubicBezTo>
                      <a:pt x="7" y="9"/>
                      <a:pt x="12" y="6"/>
                      <a:pt x="16" y="8"/>
                    </a:cubicBezTo>
                    <a:cubicBezTo>
                      <a:pt x="18" y="10"/>
                      <a:pt x="18" y="10"/>
                      <a:pt x="18" y="10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6617" name="Freeform 145">
                <a:extLst>
                  <a:ext uri="{FF2B5EF4-FFF2-40B4-BE49-F238E27FC236}">
                    <a16:creationId xmlns:a16="http://schemas.microsoft.com/office/drawing/2014/main" id="{E095F96E-0DAE-4436-ABF2-9C5380D69F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6" y="3856"/>
                <a:ext cx="19" cy="14"/>
              </a:xfrm>
              <a:custGeom>
                <a:avLst/>
                <a:gdLst>
                  <a:gd name="T0" fmla="*/ 23 w 17"/>
                  <a:gd name="T1" fmla="*/ 12 h 13"/>
                  <a:gd name="T2" fmla="*/ 10 w 17"/>
                  <a:gd name="T3" fmla="*/ 16 h 13"/>
                  <a:gd name="T4" fmla="*/ 8 w 17"/>
                  <a:gd name="T5" fmla="*/ 0 h 13"/>
                  <a:gd name="T6" fmla="*/ 10 w 17"/>
                  <a:gd name="T7" fmla="*/ 13 h 13"/>
                  <a:gd name="T8" fmla="*/ 20 w 17"/>
                  <a:gd name="T9" fmla="*/ 6 h 13"/>
                  <a:gd name="T10" fmla="*/ 23 w 17"/>
                  <a:gd name="T11" fmla="*/ 12 h 1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7" h="13">
                    <a:moveTo>
                      <a:pt x="17" y="9"/>
                    </a:moveTo>
                    <a:cubicBezTo>
                      <a:pt x="13" y="6"/>
                      <a:pt x="9" y="9"/>
                      <a:pt x="7" y="13"/>
                    </a:cubicBezTo>
                    <a:cubicBezTo>
                      <a:pt x="6" y="8"/>
                      <a:pt x="0" y="5"/>
                      <a:pt x="5" y="0"/>
                    </a:cubicBezTo>
                    <a:cubicBezTo>
                      <a:pt x="4" y="4"/>
                      <a:pt x="7" y="7"/>
                      <a:pt x="7" y="10"/>
                    </a:cubicBezTo>
                    <a:cubicBezTo>
                      <a:pt x="9" y="7"/>
                      <a:pt x="11" y="7"/>
                      <a:pt x="14" y="6"/>
                    </a:cubicBezTo>
                    <a:cubicBezTo>
                      <a:pt x="17" y="9"/>
                      <a:pt x="17" y="9"/>
                      <a:pt x="17" y="9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6618" name="Freeform 146">
                <a:extLst>
                  <a:ext uri="{FF2B5EF4-FFF2-40B4-BE49-F238E27FC236}">
                    <a16:creationId xmlns:a16="http://schemas.microsoft.com/office/drawing/2014/main" id="{06FCBBED-30F4-42D9-AB9B-9A8F5F2261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5" y="3848"/>
                <a:ext cx="14" cy="12"/>
              </a:xfrm>
              <a:custGeom>
                <a:avLst/>
                <a:gdLst>
                  <a:gd name="T0" fmla="*/ 19 w 12"/>
                  <a:gd name="T1" fmla="*/ 10 h 11"/>
                  <a:gd name="T2" fmla="*/ 7 w 12"/>
                  <a:gd name="T3" fmla="*/ 14 h 11"/>
                  <a:gd name="T4" fmla="*/ 8 w 12"/>
                  <a:gd name="T5" fmla="*/ 0 h 11"/>
                  <a:gd name="T6" fmla="*/ 7 w 12"/>
                  <a:gd name="T7" fmla="*/ 11 h 11"/>
                  <a:gd name="T8" fmla="*/ 18 w 12"/>
                  <a:gd name="T9" fmla="*/ 5 h 11"/>
                  <a:gd name="T10" fmla="*/ 19 w 12"/>
                  <a:gd name="T11" fmla="*/ 10 h 1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11">
                    <a:moveTo>
                      <a:pt x="12" y="7"/>
                    </a:moveTo>
                    <a:cubicBezTo>
                      <a:pt x="9" y="6"/>
                      <a:pt x="4" y="7"/>
                      <a:pt x="4" y="11"/>
                    </a:cubicBezTo>
                    <a:cubicBezTo>
                      <a:pt x="3" y="6"/>
                      <a:pt x="0" y="3"/>
                      <a:pt x="5" y="0"/>
                    </a:cubicBezTo>
                    <a:cubicBezTo>
                      <a:pt x="2" y="3"/>
                      <a:pt x="4" y="4"/>
                      <a:pt x="4" y="8"/>
                    </a:cubicBezTo>
                    <a:cubicBezTo>
                      <a:pt x="5" y="6"/>
                      <a:pt x="9" y="4"/>
                      <a:pt x="11" y="5"/>
                    </a:cubicBezTo>
                    <a:cubicBezTo>
                      <a:pt x="12" y="7"/>
                      <a:pt x="12" y="7"/>
                      <a:pt x="12" y="7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6619" name="Freeform 147">
                <a:extLst>
                  <a:ext uri="{FF2B5EF4-FFF2-40B4-BE49-F238E27FC236}">
                    <a16:creationId xmlns:a16="http://schemas.microsoft.com/office/drawing/2014/main" id="{F471F7DD-44A6-4253-8A89-5E60745E20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8" y="3846"/>
                <a:ext cx="8" cy="7"/>
              </a:xfrm>
              <a:custGeom>
                <a:avLst/>
                <a:gdLst>
                  <a:gd name="T0" fmla="*/ 10 w 7"/>
                  <a:gd name="T1" fmla="*/ 6 h 6"/>
                  <a:gd name="T2" fmla="*/ 8 w 7"/>
                  <a:gd name="T3" fmla="*/ 9 h 6"/>
                  <a:gd name="T4" fmla="*/ 0 w 7"/>
                  <a:gd name="T5" fmla="*/ 1 h 6"/>
                  <a:gd name="T6" fmla="*/ 1 w 7"/>
                  <a:gd name="T7" fmla="*/ 0 h 6"/>
                  <a:gd name="T8" fmla="*/ 7 w 7"/>
                  <a:gd name="T9" fmla="*/ 7 h 6"/>
                  <a:gd name="T10" fmla="*/ 9 w 7"/>
                  <a:gd name="T11" fmla="*/ 2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" h="6">
                    <a:moveTo>
                      <a:pt x="7" y="3"/>
                    </a:moveTo>
                    <a:cubicBezTo>
                      <a:pt x="6" y="3"/>
                      <a:pt x="5" y="4"/>
                      <a:pt x="5" y="6"/>
                    </a:cubicBezTo>
                    <a:cubicBezTo>
                      <a:pt x="3" y="4"/>
                      <a:pt x="2" y="3"/>
                      <a:pt x="0" y="1"/>
                    </a:cubicBezTo>
                    <a:cubicBezTo>
                      <a:pt x="0" y="1"/>
                      <a:pt x="1" y="1"/>
                      <a:pt x="1" y="0"/>
                    </a:cubicBezTo>
                    <a:cubicBezTo>
                      <a:pt x="2" y="2"/>
                      <a:pt x="3" y="3"/>
                      <a:pt x="4" y="4"/>
                    </a:cubicBezTo>
                    <a:cubicBezTo>
                      <a:pt x="4" y="3"/>
                      <a:pt x="6" y="2"/>
                      <a:pt x="6" y="2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6620" name="Freeform 148">
                <a:extLst>
                  <a:ext uri="{FF2B5EF4-FFF2-40B4-BE49-F238E27FC236}">
                    <a16:creationId xmlns:a16="http://schemas.microsoft.com/office/drawing/2014/main" id="{56FB7720-0E76-449E-B227-205122C18E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3" y="3878"/>
                <a:ext cx="6" cy="13"/>
              </a:xfrm>
              <a:custGeom>
                <a:avLst/>
                <a:gdLst>
                  <a:gd name="T0" fmla="*/ 8 w 5"/>
                  <a:gd name="T1" fmla="*/ 17 h 11"/>
                  <a:gd name="T2" fmla="*/ 0 w 5"/>
                  <a:gd name="T3" fmla="*/ 0 h 11"/>
                  <a:gd name="T4" fmla="*/ 0 w 5"/>
                  <a:gd name="T5" fmla="*/ 8 h 11"/>
                  <a:gd name="T6" fmla="*/ 8 w 5"/>
                  <a:gd name="T7" fmla="*/ 18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11">
                    <a:moveTo>
                      <a:pt x="5" y="10"/>
                    </a:moveTo>
                    <a:cubicBezTo>
                      <a:pt x="5" y="7"/>
                      <a:pt x="2" y="3"/>
                      <a:pt x="0" y="0"/>
                    </a:cubicBezTo>
                    <a:cubicBezTo>
                      <a:pt x="0" y="2"/>
                      <a:pt x="0" y="3"/>
                      <a:pt x="0" y="5"/>
                    </a:cubicBezTo>
                    <a:cubicBezTo>
                      <a:pt x="1" y="8"/>
                      <a:pt x="3" y="8"/>
                      <a:pt x="5" y="11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6621" name="Freeform 149">
                <a:extLst>
                  <a:ext uri="{FF2B5EF4-FFF2-40B4-BE49-F238E27FC236}">
                    <a16:creationId xmlns:a16="http://schemas.microsoft.com/office/drawing/2014/main" id="{A4D5F580-EE84-4F01-8395-FFD3981381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2" y="3045"/>
                <a:ext cx="31" cy="56"/>
              </a:xfrm>
              <a:custGeom>
                <a:avLst/>
                <a:gdLst>
                  <a:gd name="T0" fmla="*/ 38 w 27"/>
                  <a:gd name="T1" fmla="*/ 0 h 49"/>
                  <a:gd name="T2" fmla="*/ 24 w 27"/>
                  <a:gd name="T3" fmla="*/ 17 h 49"/>
                  <a:gd name="T4" fmla="*/ 21 w 27"/>
                  <a:gd name="T5" fmla="*/ 38 h 49"/>
                  <a:gd name="T6" fmla="*/ 0 w 27"/>
                  <a:gd name="T7" fmla="*/ 73 h 49"/>
                  <a:gd name="T8" fmla="*/ 26 w 27"/>
                  <a:gd name="T9" fmla="*/ 40 h 49"/>
                  <a:gd name="T10" fmla="*/ 41 w 27"/>
                  <a:gd name="T11" fmla="*/ 3 h 4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7" h="49">
                    <a:moveTo>
                      <a:pt x="25" y="0"/>
                    </a:moveTo>
                    <a:cubicBezTo>
                      <a:pt x="22" y="5"/>
                      <a:pt x="18" y="6"/>
                      <a:pt x="16" y="11"/>
                    </a:cubicBezTo>
                    <a:cubicBezTo>
                      <a:pt x="14" y="16"/>
                      <a:pt x="14" y="20"/>
                      <a:pt x="14" y="25"/>
                    </a:cubicBezTo>
                    <a:cubicBezTo>
                      <a:pt x="12" y="34"/>
                      <a:pt x="8" y="44"/>
                      <a:pt x="0" y="49"/>
                    </a:cubicBezTo>
                    <a:cubicBezTo>
                      <a:pt x="10" y="45"/>
                      <a:pt x="15" y="38"/>
                      <a:pt x="17" y="27"/>
                    </a:cubicBezTo>
                    <a:cubicBezTo>
                      <a:pt x="19" y="17"/>
                      <a:pt x="16" y="9"/>
                      <a:pt x="27" y="3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6622" name="Freeform 150">
                <a:extLst>
                  <a:ext uri="{FF2B5EF4-FFF2-40B4-BE49-F238E27FC236}">
                    <a16:creationId xmlns:a16="http://schemas.microsoft.com/office/drawing/2014/main" id="{37CE8B9B-3206-4865-92DF-8F93541DFC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7" y="3036"/>
                <a:ext cx="13" cy="50"/>
              </a:xfrm>
              <a:custGeom>
                <a:avLst/>
                <a:gdLst>
                  <a:gd name="T0" fmla="*/ 7 w 11"/>
                  <a:gd name="T1" fmla="*/ 8 h 44"/>
                  <a:gd name="T2" fmla="*/ 7 w 11"/>
                  <a:gd name="T3" fmla="*/ 44 h 44"/>
                  <a:gd name="T4" fmla="*/ 8 w 11"/>
                  <a:gd name="T5" fmla="*/ 56 h 44"/>
                  <a:gd name="T6" fmla="*/ 18 w 11"/>
                  <a:gd name="T7" fmla="*/ 65 h 44"/>
                  <a:gd name="T8" fmla="*/ 0 w 11"/>
                  <a:gd name="T9" fmla="*/ 40 h 44"/>
                  <a:gd name="T10" fmla="*/ 1 w 11"/>
                  <a:gd name="T11" fmla="*/ 0 h 4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44">
                    <a:moveTo>
                      <a:pt x="4" y="5"/>
                    </a:moveTo>
                    <a:cubicBezTo>
                      <a:pt x="4" y="13"/>
                      <a:pt x="3" y="21"/>
                      <a:pt x="4" y="30"/>
                    </a:cubicBezTo>
                    <a:cubicBezTo>
                      <a:pt x="4" y="32"/>
                      <a:pt x="4" y="35"/>
                      <a:pt x="5" y="38"/>
                    </a:cubicBezTo>
                    <a:cubicBezTo>
                      <a:pt x="7" y="41"/>
                      <a:pt x="9" y="42"/>
                      <a:pt x="11" y="44"/>
                    </a:cubicBezTo>
                    <a:cubicBezTo>
                      <a:pt x="4" y="39"/>
                      <a:pt x="1" y="35"/>
                      <a:pt x="0" y="27"/>
                    </a:cubicBezTo>
                    <a:cubicBezTo>
                      <a:pt x="0" y="18"/>
                      <a:pt x="0" y="8"/>
                      <a:pt x="1" y="0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6623" name="Freeform 151">
                <a:extLst>
                  <a:ext uri="{FF2B5EF4-FFF2-40B4-BE49-F238E27FC236}">
                    <a16:creationId xmlns:a16="http://schemas.microsoft.com/office/drawing/2014/main" id="{CADACAFE-7112-421A-BC4A-BD83B3F5C3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2" y="3852"/>
                <a:ext cx="16" cy="24"/>
              </a:xfrm>
              <a:custGeom>
                <a:avLst/>
                <a:gdLst>
                  <a:gd name="T0" fmla="*/ 21 w 14"/>
                  <a:gd name="T1" fmla="*/ 31 h 21"/>
                  <a:gd name="T2" fmla="*/ 18 w 14"/>
                  <a:gd name="T3" fmla="*/ 9 h 21"/>
                  <a:gd name="T4" fmla="*/ 10 w 14"/>
                  <a:gd name="T5" fmla="*/ 8 h 21"/>
                  <a:gd name="T6" fmla="*/ 1 w 14"/>
                  <a:gd name="T7" fmla="*/ 0 h 21"/>
                  <a:gd name="T8" fmla="*/ 11 w 14"/>
                  <a:gd name="T9" fmla="*/ 27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21">
                    <a:moveTo>
                      <a:pt x="14" y="21"/>
                    </a:moveTo>
                    <a:cubicBezTo>
                      <a:pt x="12" y="17"/>
                      <a:pt x="14" y="9"/>
                      <a:pt x="12" y="6"/>
                    </a:cubicBezTo>
                    <a:cubicBezTo>
                      <a:pt x="10" y="5"/>
                      <a:pt x="9" y="5"/>
                      <a:pt x="7" y="5"/>
                    </a:cubicBezTo>
                    <a:cubicBezTo>
                      <a:pt x="5" y="4"/>
                      <a:pt x="3" y="1"/>
                      <a:pt x="1" y="0"/>
                    </a:cubicBezTo>
                    <a:cubicBezTo>
                      <a:pt x="0" y="5"/>
                      <a:pt x="6" y="13"/>
                      <a:pt x="8" y="18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6624" name="Freeform 152">
                <a:extLst>
                  <a:ext uri="{FF2B5EF4-FFF2-40B4-BE49-F238E27FC236}">
                    <a16:creationId xmlns:a16="http://schemas.microsoft.com/office/drawing/2014/main" id="{70D65511-9202-4EB7-96ED-5C3BC1FB3B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4" y="3670"/>
                <a:ext cx="103" cy="33"/>
              </a:xfrm>
              <a:custGeom>
                <a:avLst/>
                <a:gdLst>
                  <a:gd name="T0" fmla="*/ 135 w 90"/>
                  <a:gd name="T1" fmla="*/ 18 h 29"/>
                  <a:gd name="T2" fmla="*/ 118 w 90"/>
                  <a:gd name="T3" fmla="*/ 20 h 29"/>
                  <a:gd name="T4" fmla="*/ 100 w 90"/>
                  <a:gd name="T5" fmla="*/ 23 h 29"/>
                  <a:gd name="T6" fmla="*/ 72 w 90"/>
                  <a:gd name="T7" fmla="*/ 23 h 29"/>
                  <a:gd name="T8" fmla="*/ 31 w 90"/>
                  <a:gd name="T9" fmla="*/ 13 h 29"/>
                  <a:gd name="T10" fmla="*/ 0 w 90"/>
                  <a:gd name="T11" fmla="*/ 0 h 29"/>
                  <a:gd name="T12" fmla="*/ 33 w 90"/>
                  <a:gd name="T13" fmla="*/ 26 h 29"/>
                  <a:gd name="T14" fmla="*/ 74 w 90"/>
                  <a:gd name="T15" fmla="*/ 39 h 29"/>
                  <a:gd name="T16" fmla="*/ 116 w 90"/>
                  <a:gd name="T17" fmla="*/ 35 h 29"/>
                  <a:gd name="T18" fmla="*/ 135 w 90"/>
                  <a:gd name="T19" fmla="*/ 20 h 2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90" h="29">
                    <a:moveTo>
                      <a:pt x="90" y="12"/>
                    </a:moveTo>
                    <a:cubicBezTo>
                      <a:pt x="86" y="12"/>
                      <a:pt x="82" y="13"/>
                      <a:pt x="79" y="14"/>
                    </a:cubicBezTo>
                    <a:cubicBezTo>
                      <a:pt x="75" y="15"/>
                      <a:pt x="71" y="16"/>
                      <a:pt x="66" y="16"/>
                    </a:cubicBezTo>
                    <a:cubicBezTo>
                      <a:pt x="59" y="17"/>
                      <a:pt x="55" y="17"/>
                      <a:pt x="48" y="16"/>
                    </a:cubicBezTo>
                    <a:cubicBezTo>
                      <a:pt x="39" y="14"/>
                      <a:pt x="30" y="12"/>
                      <a:pt x="21" y="9"/>
                    </a:cubicBezTo>
                    <a:cubicBezTo>
                      <a:pt x="14" y="6"/>
                      <a:pt x="7" y="2"/>
                      <a:pt x="0" y="0"/>
                    </a:cubicBezTo>
                    <a:cubicBezTo>
                      <a:pt x="6" y="7"/>
                      <a:pt x="15" y="12"/>
                      <a:pt x="22" y="18"/>
                    </a:cubicBezTo>
                    <a:cubicBezTo>
                      <a:pt x="31" y="24"/>
                      <a:pt x="40" y="24"/>
                      <a:pt x="50" y="26"/>
                    </a:cubicBezTo>
                    <a:cubicBezTo>
                      <a:pt x="60" y="28"/>
                      <a:pt x="68" y="29"/>
                      <a:pt x="77" y="24"/>
                    </a:cubicBezTo>
                    <a:cubicBezTo>
                      <a:pt x="82" y="22"/>
                      <a:pt x="87" y="18"/>
                      <a:pt x="90" y="14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6625" name="Freeform 153">
                <a:extLst>
                  <a:ext uri="{FF2B5EF4-FFF2-40B4-BE49-F238E27FC236}">
                    <a16:creationId xmlns:a16="http://schemas.microsoft.com/office/drawing/2014/main" id="{E3F772D6-3015-4DED-A22B-FFC7A4A2DF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0" y="3827"/>
                <a:ext cx="27" cy="19"/>
              </a:xfrm>
              <a:custGeom>
                <a:avLst/>
                <a:gdLst>
                  <a:gd name="T0" fmla="*/ 0 w 23"/>
                  <a:gd name="T1" fmla="*/ 1 h 17"/>
                  <a:gd name="T2" fmla="*/ 36 w 23"/>
                  <a:gd name="T3" fmla="*/ 0 h 17"/>
                  <a:gd name="T4" fmla="*/ 29 w 23"/>
                  <a:gd name="T5" fmla="*/ 11 h 17"/>
                  <a:gd name="T6" fmla="*/ 38 w 23"/>
                  <a:gd name="T7" fmla="*/ 23 h 17"/>
                  <a:gd name="T8" fmla="*/ 7 w 23"/>
                  <a:gd name="T9" fmla="*/ 3 h 17"/>
                  <a:gd name="T10" fmla="*/ 0 w 23"/>
                  <a:gd name="T11" fmla="*/ 1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3" h="17">
                    <a:moveTo>
                      <a:pt x="0" y="1"/>
                    </a:moveTo>
                    <a:cubicBezTo>
                      <a:pt x="5" y="7"/>
                      <a:pt x="16" y="3"/>
                      <a:pt x="22" y="0"/>
                    </a:cubicBezTo>
                    <a:cubicBezTo>
                      <a:pt x="20" y="3"/>
                      <a:pt x="18" y="5"/>
                      <a:pt x="18" y="8"/>
                    </a:cubicBezTo>
                    <a:cubicBezTo>
                      <a:pt x="18" y="12"/>
                      <a:pt x="20" y="14"/>
                      <a:pt x="23" y="17"/>
                    </a:cubicBezTo>
                    <a:cubicBezTo>
                      <a:pt x="20" y="10"/>
                      <a:pt x="7" y="9"/>
                      <a:pt x="4" y="3"/>
                    </a:cubicBezTo>
                    <a:cubicBezTo>
                      <a:pt x="0" y="1"/>
                      <a:pt x="0" y="1"/>
                      <a:pt x="0" y="1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6626" name="Freeform 154">
                <a:extLst>
                  <a:ext uri="{FF2B5EF4-FFF2-40B4-BE49-F238E27FC236}">
                    <a16:creationId xmlns:a16="http://schemas.microsoft.com/office/drawing/2014/main" id="{6E7B5E21-07E2-4D10-A36D-FFF40E0993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1" y="3829"/>
                <a:ext cx="11" cy="14"/>
              </a:xfrm>
              <a:custGeom>
                <a:avLst/>
                <a:gdLst>
                  <a:gd name="T0" fmla="*/ 0 w 9"/>
                  <a:gd name="T1" fmla="*/ 0 h 12"/>
                  <a:gd name="T2" fmla="*/ 16 w 9"/>
                  <a:gd name="T3" fmla="*/ 1 h 12"/>
                  <a:gd name="T4" fmla="*/ 13 w 9"/>
                  <a:gd name="T5" fmla="*/ 19 h 12"/>
                  <a:gd name="T6" fmla="*/ 2 w 9"/>
                  <a:gd name="T7" fmla="*/ 1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12">
                    <a:moveTo>
                      <a:pt x="0" y="0"/>
                    </a:moveTo>
                    <a:cubicBezTo>
                      <a:pt x="3" y="1"/>
                      <a:pt x="6" y="1"/>
                      <a:pt x="9" y="1"/>
                    </a:cubicBezTo>
                    <a:cubicBezTo>
                      <a:pt x="6" y="6"/>
                      <a:pt x="6" y="6"/>
                      <a:pt x="7" y="12"/>
                    </a:cubicBezTo>
                    <a:cubicBezTo>
                      <a:pt x="6" y="9"/>
                      <a:pt x="4" y="2"/>
                      <a:pt x="2" y="1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6627" name="Freeform 155">
                <a:extLst>
                  <a:ext uri="{FF2B5EF4-FFF2-40B4-BE49-F238E27FC236}">
                    <a16:creationId xmlns:a16="http://schemas.microsoft.com/office/drawing/2014/main" id="{66AE3931-61D2-40C2-9CC6-3DA01925E6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7" y="3829"/>
                <a:ext cx="9" cy="15"/>
              </a:xfrm>
              <a:custGeom>
                <a:avLst/>
                <a:gdLst>
                  <a:gd name="T0" fmla="*/ 0 w 8"/>
                  <a:gd name="T1" fmla="*/ 0 h 13"/>
                  <a:gd name="T2" fmla="*/ 11 w 8"/>
                  <a:gd name="T3" fmla="*/ 2 h 13"/>
                  <a:gd name="T4" fmla="*/ 11 w 8"/>
                  <a:gd name="T5" fmla="*/ 20 h 13"/>
                  <a:gd name="T6" fmla="*/ 3 w 8"/>
                  <a:gd name="T7" fmla="*/ 3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13">
                    <a:moveTo>
                      <a:pt x="0" y="0"/>
                    </a:moveTo>
                    <a:cubicBezTo>
                      <a:pt x="2" y="0"/>
                      <a:pt x="5" y="2"/>
                      <a:pt x="8" y="2"/>
                    </a:cubicBezTo>
                    <a:cubicBezTo>
                      <a:pt x="4" y="5"/>
                      <a:pt x="7" y="9"/>
                      <a:pt x="8" y="13"/>
                    </a:cubicBezTo>
                    <a:cubicBezTo>
                      <a:pt x="4" y="8"/>
                      <a:pt x="3" y="9"/>
                      <a:pt x="3" y="3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6628" name="Freeform 156">
                <a:extLst>
                  <a:ext uri="{FF2B5EF4-FFF2-40B4-BE49-F238E27FC236}">
                    <a16:creationId xmlns:a16="http://schemas.microsoft.com/office/drawing/2014/main" id="{9A72CDFD-7661-4F97-BA0F-A4BC1222F2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0" y="3737"/>
                <a:ext cx="30" cy="27"/>
              </a:xfrm>
              <a:custGeom>
                <a:avLst/>
                <a:gdLst>
                  <a:gd name="T0" fmla="*/ 1 w 26"/>
                  <a:gd name="T1" fmla="*/ 0 h 24"/>
                  <a:gd name="T2" fmla="*/ 18 w 26"/>
                  <a:gd name="T3" fmla="*/ 9 h 24"/>
                  <a:gd name="T4" fmla="*/ 28 w 26"/>
                  <a:gd name="T5" fmla="*/ 20 h 24"/>
                  <a:gd name="T6" fmla="*/ 40 w 26"/>
                  <a:gd name="T7" fmla="*/ 34 h 24"/>
                  <a:gd name="T8" fmla="*/ 14 w 26"/>
                  <a:gd name="T9" fmla="*/ 16 h 24"/>
                  <a:gd name="T10" fmla="*/ 8 w 26"/>
                  <a:gd name="T11" fmla="*/ 27 h 24"/>
                  <a:gd name="T12" fmla="*/ 2 w 26"/>
                  <a:gd name="T13" fmla="*/ 32 h 24"/>
                  <a:gd name="T14" fmla="*/ 0 w 26"/>
                  <a:gd name="T15" fmla="*/ 16 h 2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6" h="24">
                    <a:moveTo>
                      <a:pt x="1" y="0"/>
                    </a:moveTo>
                    <a:cubicBezTo>
                      <a:pt x="3" y="3"/>
                      <a:pt x="9" y="3"/>
                      <a:pt x="12" y="6"/>
                    </a:cubicBezTo>
                    <a:cubicBezTo>
                      <a:pt x="14" y="8"/>
                      <a:pt x="16" y="11"/>
                      <a:pt x="18" y="14"/>
                    </a:cubicBezTo>
                    <a:cubicBezTo>
                      <a:pt x="20" y="18"/>
                      <a:pt x="24" y="21"/>
                      <a:pt x="26" y="24"/>
                    </a:cubicBezTo>
                    <a:cubicBezTo>
                      <a:pt x="20" y="24"/>
                      <a:pt x="16" y="9"/>
                      <a:pt x="9" y="11"/>
                    </a:cubicBezTo>
                    <a:cubicBezTo>
                      <a:pt x="6" y="12"/>
                      <a:pt x="5" y="16"/>
                      <a:pt x="5" y="19"/>
                    </a:cubicBezTo>
                    <a:cubicBezTo>
                      <a:pt x="4" y="21"/>
                      <a:pt x="4" y="24"/>
                      <a:pt x="2" y="22"/>
                    </a:cubicBezTo>
                    <a:cubicBezTo>
                      <a:pt x="1" y="21"/>
                      <a:pt x="0" y="13"/>
                      <a:pt x="0" y="11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6629" name="Freeform 157">
                <a:extLst>
                  <a:ext uri="{FF2B5EF4-FFF2-40B4-BE49-F238E27FC236}">
                    <a16:creationId xmlns:a16="http://schemas.microsoft.com/office/drawing/2014/main" id="{77B7F64F-FEC6-401C-ACDF-47DAF13498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4" y="3053"/>
                <a:ext cx="87" cy="68"/>
              </a:xfrm>
              <a:custGeom>
                <a:avLst/>
                <a:gdLst>
                  <a:gd name="T0" fmla="*/ 108 w 76"/>
                  <a:gd name="T1" fmla="*/ 1 h 59"/>
                  <a:gd name="T2" fmla="*/ 94 w 76"/>
                  <a:gd name="T3" fmla="*/ 31 h 59"/>
                  <a:gd name="T4" fmla="*/ 72 w 76"/>
                  <a:gd name="T5" fmla="*/ 63 h 59"/>
                  <a:gd name="T6" fmla="*/ 0 w 76"/>
                  <a:gd name="T7" fmla="*/ 75 h 59"/>
                  <a:gd name="T8" fmla="*/ 79 w 76"/>
                  <a:gd name="T9" fmla="*/ 77 h 59"/>
                  <a:gd name="T10" fmla="*/ 105 w 76"/>
                  <a:gd name="T11" fmla="*/ 46 h 59"/>
                  <a:gd name="T12" fmla="*/ 114 w 76"/>
                  <a:gd name="T13" fmla="*/ 2 h 5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6" h="59">
                    <a:moveTo>
                      <a:pt x="72" y="1"/>
                    </a:moveTo>
                    <a:cubicBezTo>
                      <a:pt x="65" y="0"/>
                      <a:pt x="64" y="16"/>
                      <a:pt x="63" y="20"/>
                    </a:cubicBezTo>
                    <a:cubicBezTo>
                      <a:pt x="61" y="31"/>
                      <a:pt x="57" y="36"/>
                      <a:pt x="48" y="42"/>
                    </a:cubicBezTo>
                    <a:cubicBezTo>
                      <a:pt x="34" y="51"/>
                      <a:pt x="16" y="48"/>
                      <a:pt x="0" y="49"/>
                    </a:cubicBezTo>
                    <a:cubicBezTo>
                      <a:pt x="4" y="59"/>
                      <a:pt x="44" y="53"/>
                      <a:pt x="52" y="50"/>
                    </a:cubicBezTo>
                    <a:cubicBezTo>
                      <a:pt x="60" y="46"/>
                      <a:pt x="68" y="39"/>
                      <a:pt x="70" y="30"/>
                    </a:cubicBezTo>
                    <a:cubicBezTo>
                      <a:pt x="73" y="22"/>
                      <a:pt x="68" y="9"/>
                      <a:pt x="76" y="2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6630" name="Freeform 158">
                <a:extLst>
                  <a:ext uri="{FF2B5EF4-FFF2-40B4-BE49-F238E27FC236}">
                    <a16:creationId xmlns:a16="http://schemas.microsoft.com/office/drawing/2014/main" id="{235CB7E7-2255-4B24-B265-59B6260224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7" y="3051"/>
                <a:ext cx="16" cy="37"/>
              </a:xfrm>
              <a:custGeom>
                <a:avLst/>
                <a:gdLst>
                  <a:gd name="T0" fmla="*/ 9 w 14"/>
                  <a:gd name="T1" fmla="*/ 0 h 32"/>
                  <a:gd name="T2" fmla="*/ 21 w 14"/>
                  <a:gd name="T3" fmla="*/ 50 h 32"/>
                  <a:gd name="T4" fmla="*/ 3 w 14"/>
                  <a:gd name="T5" fmla="*/ 29 h 32"/>
                  <a:gd name="T6" fmla="*/ 8 w 14"/>
                  <a:gd name="T7" fmla="*/ 1 h 3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32">
                    <a:moveTo>
                      <a:pt x="6" y="0"/>
                    </a:moveTo>
                    <a:cubicBezTo>
                      <a:pt x="6" y="13"/>
                      <a:pt x="9" y="20"/>
                      <a:pt x="14" y="32"/>
                    </a:cubicBezTo>
                    <a:cubicBezTo>
                      <a:pt x="9" y="29"/>
                      <a:pt x="5" y="24"/>
                      <a:pt x="3" y="19"/>
                    </a:cubicBezTo>
                    <a:cubicBezTo>
                      <a:pt x="0" y="12"/>
                      <a:pt x="3" y="8"/>
                      <a:pt x="5" y="1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6631" name="Freeform 159">
                <a:extLst>
                  <a:ext uri="{FF2B5EF4-FFF2-40B4-BE49-F238E27FC236}">
                    <a16:creationId xmlns:a16="http://schemas.microsoft.com/office/drawing/2014/main" id="{C092D6F1-8300-4ECE-AF21-1FD150DF23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9" y="2518"/>
                <a:ext cx="68" cy="384"/>
              </a:xfrm>
              <a:custGeom>
                <a:avLst/>
                <a:gdLst>
                  <a:gd name="T0" fmla="*/ 12 w 59"/>
                  <a:gd name="T1" fmla="*/ 0 h 336"/>
                  <a:gd name="T2" fmla="*/ 43 w 59"/>
                  <a:gd name="T3" fmla="*/ 134 h 336"/>
                  <a:gd name="T4" fmla="*/ 40 w 59"/>
                  <a:gd name="T5" fmla="*/ 263 h 336"/>
                  <a:gd name="T6" fmla="*/ 78 w 59"/>
                  <a:gd name="T7" fmla="*/ 375 h 336"/>
                  <a:gd name="T8" fmla="*/ 82 w 59"/>
                  <a:gd name="T9" fmla="*/ 502 h 336"/>
                  <a:gd name="T10" fmla="*/ 23 w 59"/>
                  <a:gd name="T11" fmla="*/ 333 h 336"/>
                  <a:gd name="T12" fmla="*/ 9 w 59"/>
                  <a:gd name="T13" fmla="*/ 232 h 336"/>
                  <a:gd name="T14" fmla="*/ 8 w 59"/>
                  <a:gd name="T15" fmla="*/ 182 h 336"/>
                  <a:gd name="T16" fmla="*/ 1 w 59"/>
                  <a:gd name="T17" fmla="*/ 118 h 3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9" h="336">
                    <a:moveTo>
                      <a:pt x="8" y="0"/>
                    </a:moveTo>
                    <a:cubicBezTo>
                      <a:pt x="8" y="30"/>
                      <a:pt x="26" y="58"/>
                      <a:pt x="28" y="89"/>
                    </a:cubicBezTo>
                    <a:cubicBezTo>
                      <a:pt x="31" y="118"/>
                      <a:pt x="24" y="147"/>
                      <a:pt x="26" y="176"/>
                    </a:cubicBezTo>
                    <a:cubicBezTo>
                      <a:pt x="28" y="204"/>
                      <a:pt x="43" y="225"/>
                      <a:pt x="51" y="251"/>
                    </a:cubicBezTo>
                    <a:cubicBezTo>
                      <a:pt x="59" y="276"/>
                      <a:pt x="56" y="310"/>
                      <a:pt x="54" y="336"/>
                    </a:cubicBezTo>
                    <a:cubicBezTo>
                      <a:pt x="36" y="303"/>
                      <a:pt x="23" y="260"/>
                      <a:pt x="15" y="223"/>
                    </a:cubicBezTo>
                    <a:cubicBezTo>
                      <a:pt x="10" y="201"/>
                      <a:pt x="7" y="178"/>
                      <a:pt x="6" y="156"/>
                    </a:cubicBezTo>
                    <a:cubicBezTo>
                      <a:pt x="5" y="145"/>
                      <a:pt x="5" y="133"/>
                      <a:pt x="5" y="122"/>
                    </a:cubicBezTo>
                    <a:cubicBezTo>
                      <a:pt x="5" y="108"/>
                      <a:pt x="0" y="93"/>
                      <a:pt x="1" y="79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6632" name="Freeform 160">
                <a:extLst>
                  <a:ext uri="{FF2B5EF4-FFF2-40B4-BE49-F238E27FC236}">
                    <a16:creationId xmlns:a16="http://schemas.microsoft.com/office/drawing/2014/main" id="{00C88A2E-6F51-4C8C-B53C-D70592E62B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8" y="3398"/>
                <a:ext cx="32" cy="122"/>
              </a:xfrm>
              <a:custGeom>
                <a:avLst/>
                <a:gdLst>
                  <a:gd name="T0" fmla="*/ 34 w 28"/>
                  <a:gd name="T1" fmla="*/ 158 h 107"/>
                  <a:gd name="T2" fmla="*/ 38 w 28"/>
                  <a:gd name="T3" fmla="*/ 76 h 107"/>
                  <a:gd name="T4" fmla="*/ 1 w 28"/>
                  <a:gd name="T5" fmla="*/ 0 h 107"/>
                  <a:gd name="T6" fmla="*/ 17 w 28"/>
                  <a:gd name="T7" fmla="*/ 114 h 10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" h="107">
                    <a:moveTo>
                      <a:pt x="23" y="107"/>
                    </a:moveTo>
                    <a:cubicBezTo>
                      <a:pt x="19" y="88"/>
                      <a:pt x="28" y="71"/>
                      <a:pt x="25" y="52"/>
                    </a:cubicBezTo>
                    <a:cubicBezTo>
                      <a:pt x="22" y="36"/>
                      <a:pt x="9" y="14"/>
                      <a:pt x="1" y="0"/>
                    </a:cubicBezTo>
                    <a:cubicBezTo>
                      <a:pt x="0" y="26"/>
                      <a:pt x="8" y="52"/>
                      <a:pt x="11" y="77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6633" name="Freeform 161">
                <a:extLst>
                  <a:ext uri="{FF2B5EF4-FFF2-40B4-BE49-F238E27FC236}">
                    <a16:creationId xmlns:a16="http://schemas.microsoft.com/office/drawing/2014/main" id="{055A16EF-C6D4-4229-8264-C32DE1E8FA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9" y="3015"/>
                <a:ext cx="65" cy="82"/>
              </a:xfrm>
              <a:custGeom>
                <a:avLst/>
                <a:gdLst>
                  <a:gd name="T0" fmla="*/ 84 w 57"/>
                  <a:gd name="T1" fmla="*/ 8 h 72"/>
                  <a:gd name="T2" fmla="*/ 57 w 57"/>
                  <a:gd name="T3" fmla="*/ 74 h 72"/>
                  <a:gd name="T4" fmla="*/ 8 w 57"/>
                  <a:gd name="T5" fmla="*/ 87 h 72"/>
                  <a:gd name="T6" fmla="*/ 44 w 57"/>
                  <a:gd name="T7" fmla="*/ 50 h 72"/>
                  <a:gd name="T8" fmla="*/ 81 w 57"/>
                  <a:gd name="T9" fmla="*/ 0 h 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7" h="72">
                    <a:moveTo>
                      <a:pt x="57" y="5"/>
                    </a:moveTo>
                    <a:cubicBezTo>
                      <a:pt x="49" y="19"/>
                      <a:pt x="49" y="38"/>
                      <a:pt x="39" y="50"/>
                    </a:cubicBezTo>
                    <a:cubicBezTo>
                      <a:pt x="34" y="57"/>
                      <a:pt x="13" y="72"/>
                      <a:pt x="5" y="59"/>
                    </a:cubicBezTo>
                    <a:cubicBezTo>
                      <a:pt x="0" y="51"/>
                      <a:pt x="25" y="43"/>
                      <a:pt x="30" y="34"/>
                    </a:cubicBezTo>
                    <a:cubicBezTo>
                      <a:pt x="37" y="23"/>
                      <a:pt x="37" y="1"/>
                      <a:pt x="54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6634" name="Freeform 162">
                <a:extLst>
                  <a:ext uri="{FF2B5EF4-FFF2-40B4-BE49-F238E27FC236}">
                    <a16:creationId xmlns:a16="http://schemas.microsoft.com/office/drawing/2014/main" id="{7A25DADB-E1D5-489B-81F7-4766A1B77A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0" y="2458"/>
                <a:ext cx="161" cy="525"/>
              </a:xfrm>
              <a:custGeom>
                <a:avLst/>
                <a:gdLst>
                  <a:gd name="T0" fmla="*/ 190 w 141"/>
                  <a:gd name="T1" fmla="*/ 0 h 460"/>
                  <a:gd name="T2" fmla="*/ 150 w 141"/>
                  <a:gd name="T3" fmla="*/ 0 h 460"/>
                  <a:gd name="T4" fmla="*/ 35 w 141"/>
                  <a:gd name="T5" fmla="*/ 99 h 460"/>
                  <a:gd name="T6" fmla="*/ 48 w 141"/>
                  <a:gd name="T7" fmla="*/ 283 h 460"/>
                  <a:gd name="T8" fmla="*/ 49 w 141"/>
                  <a:gd name="T9" fmla="*/ 406 h 460"/>
                  <a:gd name="T10" fmla="*/ 56 w 141"/>
                  <a:gd name="T11" fmla="*/ 515 h 460"/>
                  <a:gd name="T12" fmla="*/ 27 w 141"/>
                  <a:gd name="T13" fmla="*/ 609 h 460"/>
                  <a:gd name="T14" fmla="*/ 24 w 141"/>
                  <a:gd name="T15" fmla="*/ 677 h 460"/>
                  <a:gd name="T16" fmla="*/ 48 w 141"/>
                  <a:gd name="T17" fmla="*/ 684 h 460"/>
                  <a:gd name="T18" fmla="*/ 94 w 141"/>
                  <a:gd name="T19" fmla="*/ 675 h 460"/>
                  <a:gd name="T20" fmla="*/ 172 w 141"/>
                  <a:gd name="T21" fmla="*/ 635 h 460"/>
                  <a:gd name="T22" fmla="*/ 182 w 141"/>
                  <a:gd name="T23" fmla="*/ 445 h 460"/>
                  <a:gd name="T24" fmla="*/ 193 w 141"/>
                  <a:gd name="T25" fmla="*/ 340 h 460"/>
                  <a:gd name="T26" fmla="*/ 186 w 141"/>
                  <a:gd name="T27" fmla="*/ 229 h 460"/>
                  <a:gd name="T28" fmla="*/ 201 w 141"/>
                  <a:gd name="T29" fmla="*/ 92 h 460"/>
                  <a:gd name="T30" fmla="*/ 190 w 141"/>
                  <a:gd name="T31" fmla="*/ 0 h 460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41" h="460">
                    <a:moveTo>
                      <a:pt x="127" y="0"/>
                    </a:moveTo>
                    <a:cubicBezTo>
                      <a:pt x="101" y="0"/>
                      <a:pt x="101" y="0"/>
                      <a:pt x="101" y="0"/>
                    </a:cubicBezTo>
                    <a:cubicBezTo>
                      <a:pt x="60" y="13"/>
                      <a:pt x="41" y="28"/>
                      <a:pt x="24" y="67"/>
                    </a:cubicBezTo>
                    <a:cubicBezTo>
                      <a:pt x="7" y="107"/>
                      <a:pt x="19" y="150"/>
                      <a:pt x="32" y="190"/>
                    </a:cubicBezTo>
                    <a:cubicBezTo>
                      <a:pt x="40" y="217"/>
                      <a:pt x="32" y="245"/>
                      <a:pt x="33" y="273"/>
                    </a:cubicBezTo>
                    <a:cubicBezTo>
                      <a:pt x="34" y="298"/>
                      <a:pt x="38" y="321"/>
                      <a:pt x="38" y="346"/>
                    </a:cubicBezTo>
                    <a:cubicBezTo>
                      <a:pt x="38" y="372"/>
                      <a:pt x="30" y="387"/>
                      <a:pt x="18" y="410"/>
                    </a:cubicBezTo>
                    <a:cubicBezTo>
                      <a:pt x="10" y="424"/>
                      <a:pt x="0" y="444"/>
                      <a:pt x="16" y="456"/>
                    </a:cubicBezTo>
                    <a:cubicBezTo>
                      <a:pt x="21" y="459"/>
                      <a:pt x="27" y="460"/>
                      <a:pt x="32" y="460"/>
                    </a:cubicBezTo>
                    <a:cubicBezTo>
                      <a:pt x="43" y="460"/>
                      <a:pt x="54" y="456"/>
                      <a:pt x="63" y="454"/>
                    </a:cubicBezTo>
                    <a:cubicBezTo>
                      <a:pt x="82" y="450"/>
                      <a:pt x="105" y="444"/>
                      <a:pt x="116" y="427"/>
                    </a:cubicBezTo>
                    <a:cubicBezTo>
                      <a:pt x="141" y="388"/>
                      <a:pt x="118" y="342"/>
                      <a:pt x="122" y="300"/>
                    </a:cubicBezTo>
                    <a:cubicBezTo>
                      <a:pt x="125" y="276"/>
                      <a:pt x="130" y="253"/>
                      <a:pt x="130" y="229"/>
                    </a:cubicBezTo>
                    <a:cubicBezTo>
                      <a:pt x="130" y="204"/>
                      <a:pt x="124" y="179"/>
                      <a:pt x="125" y="154"/>
                    </a:cubicBezTo>
                    <a:cubicBezTo>
                      <a:pt x="126" y="123"/>
                      <a:pt x="135" y="93"/>
                      <a:pt x="135" y="62"/>
                    </a:cubicBezTo>
                    <a:cubicBezTo>
                      <a:pt x="135" y="40"/>
                      <a:pt x="132" y="20"/>
                      <a:pt x="127" y="0"/>
                    </a:cubicBezTo>
                  </a:path>
                </a:pathLst>
              </a:custGeom>
              <a:solidFill>
                <a:srgbClr val="FCF9F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6635" name="Freeform 163">
                <a:extLst>
                  <a:ext uri="{FF2B5EF4-FFF2-40B4-BE49-F238E27FC236}">
                    <a16:creationId xmlns:a16="http://schemas.microsoft.com/office/drawing/2014/main" id="{09CB84A4-3DA5-448E-A085-9C81241DC7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9" y="3149"/>
                <a:ext cx="165" cy="519"/>
              </a:xfrm>
              <a:custGeom>
                <a:avLst/>
                <a:gdLst>
                  <a:gd name="T0" fmla="*/ 127 w 145"/>
                  <a:gd name="T1" fmla="*/ 0 h 455"/>
                  <a:gd name="T2" fmla="*/ 92 w 145"/>
                  <a:gd name="T3" fmla="*/ 104 h 455"/>
                  <a:gd name="T4" fmla="*/ 132 w 145"/>
                  <a:gd name="T5" fmla="*/ 212 h 455"/>
                  <a:gd name="T6" fmla="*/ 119 w 145"/>
                  <a:gd name="T7" fmla="*/ 331 h 455"/>
                  <a:gd name="T8" fmla="*/ 110 w 145"/>
                  <a:gd name="T9" fmla="*/ 435 h 455"/>
                  <a:gd name="T10" fmla="*/ 64 w 145"/>
                  <a:gd name="T11" fmla="*/ 497 h 455"/>
                  <a:gd name="T12" fmla="*/ 36 w 145"/>
                  <a:gd name="T13" fmla="*/ 586 h 455"/>
                  <a:gd name="T14" fmla="*/ 13 w 145"/>
                  <a:gd name="T15" fmla="*/ 640 h 455"/>
                  <a:gd name="T16" fmla="*/ 90 w 145"/>
                  <a:gd name="T17" fmla="*/ 675 h 455"/>
                  <a:gd name="T18" fmla="*/ 92 w 145"/>
                  <a:gd name="T19" fmla="*/ 675 h 455"/>
                  <a:gd name="T20" fmla="*/ 124 w 145"/>
                  <a:gd name="T21" fmla="*/ 632 h 455"/>
                  <a:gd name="T22" fmla="*/ 132 w 145"/>
                  <a:gd name="T23" fmla="*/ 533 h 455"/>
                  <a:gd name="T24" fmla="*/ 148 w 145"/>
                  <a:gd name="T25" fmla="*/ 437 h 455"/>
                  <a:gd name="T26" fmla="*/ 168 w 145"/>
                  <a:gd name="T27" fmla="*/ 389 h 455"/>
                  <a:gd name="T28" fmla="*/ 170 w 145"/>
                  <a:gd name="T29" fmla="*/ 336 h 455"/>
                  <a:gd name="T30" fmla="*/ 190 w 145"/>
                  <a:gd name="T31" fmla="*/ 232 h 455"/>
                  <a:gd name="T32" fmla="*/ 148 w 145"/>
                  <a:gd name="T33" fmla="*/ 9 h 455"/>
                  <a:gd name="T34" fmla="*/ 127 w 145"/>
                  <a:gd name="T35" fmla="*/ 0 h 45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145" h="455">
                    <a:moveTo>
                      <a:pt x="86" y="0"/>
                    </a:moveTo>
                    <a:cubicBezTo>
                      <a:pt x="57" y="14"/>
                      <a:pt x="45" y="40"/>
                      <a:pt x="62" y="70"/>
                    </a:cubicBezTo>
                    <a:cubicBezTo>
                      <a:pt x="75" y="93"/>
                      <a:pt x="87" y="116"/>
                      <a:pt x="90" y="143"/>
                    </a:cubicBezTo>
                    <a:cubicBezTo>
                      <a:pt x="94" y="170"/>
                      <a:pt x="86" y="197"/>
                      <a:pt x="81" y="223"/>
                    </a:cubicBezTo>
                    <a:cubicBezTo>
                      <a:pt x="76" y="246"/>
                      <a:pt x="80" y="270"/>
                      <a:pt x="75" y="293"/>
                    </a:cubicBezTo>
                    <a:cubicBezTo>
                      <a:pt x="70" y="313"/>
                      <a:pt x="51" y="317"/>
                      <a:pt x="43" y="335"/>
                    </a:cubicBezTo>
                    <a:cubicBezTo>
                      <a:pt x="34" y="356"/>
                      <a:pt x="45" y="378"/>
                      <a:pt x="25" y="395"/>
                    </a:cubicBezTo>
                    <a:cubicBezTo>
                      <a:pt x="14" y="405"/>
                      <a:pt x="0" y="413"/>
                      <a:pt x="9" y="431"/>
                    </a:cubicBezTo>
                    <a:cubicBezTo>
                      <a:pt x="17" y="446"/>
                      <a:pt x="46" y="455"/>
                      <a:pt x="61" y="455"/>
                    </a:cubicBezTo>
                    <a:cubicBezTo>
                      <a:pt x="61" y="455"/>
                      <a:pt x="62" y="455"/>
                      <a:pt x="62" y="455"/>
                    </a:cubicBezTo>
                    <a:cubicBezTo>
                      <a:pt x="84" y="455"/>
                      <a:pt x="85" y="447"/>
                      <a:pt x="84" y="426"/>
                    </a:cubicBezTo>
                    <a:cubicBezTo>
                      <a:pt x="83" y="401"/>
                      <a:pt x="80" y="383"/>
                      <a:pt x="90" y="359"/>
                    </a:cubicBezTo>
                    <a:cubicBezTo>
                      <a:pt x="98" y="337"/>
                      <a:pt x="95" y="317"/>
                      <a:pt x="100" y="295"/>
                    </a:cubicBezTo>
                    <a:cubicBezTo>
                      <a:pt x="103" y="283"/>
                      <a:pt x="110" y="274"/>
                      <a:pt x="114" y="262"/>
                    </a:cubicBezTo>
                    <a:cubicBezTo>
                      <a:pt x="118" y="251"/>
                      <a:pt x="116" y="239"/>
                      <a:pt x="115" y="227"/>
                    </a:cubicBezTo>
                    <a:cubicBezTo>
                      <a:pt x="113" y="199"/>
                      <a:pt x="124" y="182"/>
                      <a:pt x="129" y="156"/>
                    </a:cubicBezTo>
                    <a:cubicBezTo>
                      <a:pt x="133" y="131"/>
                      <a:pt x="145" y="6"/>
                      <a:pt x="100" y="6"/>
                    </a:cubicBezTo>
                    <a:cubicBezTo>
                      <a:pt x="86" y="0"/>
                      <a:pt x="86" y="0"/>
                      <a:pt x="86" y="0"/>
                    </a:cubicBezTo>
                  </a:path>
                </a:pathLst>
              </a:custGeom>
              <a:solidFill>
                <a:srgbClr val="FB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6636" name="Freeform 164">
                <a:extLst>
                  <a:ext uri="{FF2B5EF4-FFF2-40B4-BE49-F238E27FC236}">
                    <a16:creationId xmlns:a16="http://schemas.microsoft.com/office/drawing/2014/main" id="{18581FE7-2FA0-40D3-B203-637B4AB31F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9" y="3686"/>
                <a:ext cx="30" cy="68"/>
              </a:xfrm>
              <a:custGeom>
                <a:avLst/>
                <a:gdLst>
                  <a:gd name="T0" fmla="*/ 12 w 26"/>
                  <a:gd name="T1" fmla="*/ 0 h 60"/>
                  <a:gd name="T2" fmla="*/ 0 w 26"/>
                  <a:gd name="T3" fmla="*/ 18 h 60"/>
                  <a:gd name="T4" fmla="*/ 10 w 26"/>
                  <a:gd name="T5" fmla="*/ 42 h 60"/>
                  <a:gd name="T6" fmla="*/ 32 w 26"/>
                  <a:gd name="T7" fmla="*/ 87 h 60"/>
                  <a:gd name="T8" fmla="*/ 21 w 26"/>
                  <a:gd name="T9" fmla="*/ 41 h 60"/>
                  <a:gd name="T10" fmla="*/ 17 w 26"/>
                  <a:gd name="T11" fmla="*/ 3 h 60"/>
                  <a:gd name="T12" fmla="*/ 12 w 26"/>
                  <a:gd name="T13" fmla="*/ 0 h 6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" h="60">
                    <a:moveTo>
                      <a:pt x="8" y="0"/>
                    </a:moveTo>
                    <a:cubicBezTo>
                      <a:pt x="6" y="4"/>
                      <a:pt x="1" y="7"/>
                      <a:pt x="0" y="12"/>
                    </a:cubicBezTo>
                    <a:cubicBezTo>
                      <a:pt x="0" y="20"/>
                      <a:pt x="5" y="23"/>
                      <a:pt x="7" y="29"/>
                    </a:cubicBezTo>
                    <a:cubicBezTo>
                      <a:pt x="10" y="37"/>
                      <a:pt x="9" y="59"/>
                      <a:pt x="21" y="60"/>
                    </a:cubicBezTo>
                    <a:cubicBezTo>
                      <a:pt x="26" y="49"/>
                      <a:pt x="16" y="38"/>
                      <a:pt x="14" y="28"/>
                    </a:cubicBezTo>
                    <a:cubicBezTo>
                      <a:pt x="12" y="19"/>
                      <a:pt x="18" y="12"/>
                      <a:pt x="11" y="3"/>
                    </a:cubicBezTo>
                    <a:cubicBezTo>
                      <a:pt x="8" y="0"/>
                      <a:pt x="8" y="0"/>
                      <a:pt x="8" y="0"/>
                    </a:cubicBezTo>
                  </a:path>
                </a:pathLst>
              </a:custGeom>
              <a:solidFill>
                <a:srgbClr val="FDFC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6637" name="Freeform 165">
                <a:extLst>
                  <a:ext uri="{FF2B5EF4-FFF2-40B4-BE49-F238E27FC236}">
                    <a16:creationId xmlns:a16="http://schemas.microsoft.com/office/drawing/2014/main" id="{C114F12E-98D9-421E-9F31-09FDBE1479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1" y="3700"/>
                <a:ext cx="148" cy="122"/>
              </a:xfrm>
              <a:custGeom>
                <a:avLst/>
                <a:gdLst>
                  <a:gd name="T0" fmla="*/ 33 w 129"/>
                  <a:gd name="T1" fmla="*/ 0 h 107"/>
                  <a:gd name="T2" fmla="*/ 26 w 129"/>
                  <a:gd name="T3" fmla="*/ 2 h 107"/>
                  <a:gd name="T4" fmla="*/ 54 w 129"/>
                  <a:gd name="T5" fmla="*/ 64 h 107"/>
                  <a:gd name="T6" fmla="*/ 79 w 129"/>
                  <a:gd name="T7" fmla="*/ 93 h 107"/>
                  <a:gd name="T8" fmla="*/ 92 w 129"/>
                  <a:gd name="T9" fmla="*/ 136 h 107"/>
                  <a:gd name="T10" fmla="*/ 119 w 129"/>
                  <a:gd name="T11" fmla="*/ 158 h 107"/>
                  <a:gd name="T12" fmla="*/ 133 w 129"/>
                  <a:gd name="T13" fmla="*/ 156 h 107"/>
                  <a:gd name="T14" fmla="*/ 142 w 129"/>
                  <a:gd name="T15" fmla="*/ 155 h 107"/>
                  <a:gd name="T16" fmla="*/ 151 w 129"/>
                  <a:gd name="T17" fmla="*/ 155 h 107"/>
                  <a:gd name="T18" fmla="*/ 153 w 129"/>
                  <a:gd name="T19" fmla="*/ 155 h 107"/>
                  <a:gd name="T20" fmla="*/ 166 w 129"/>
                  <a:gd name="T21" fmla="*/ 149 h 107"/>
                  <a:gd name="T22" fmla="*/ 169 w 129"/>
                  <a:gd name="T23" fmla="*/ 149 h 107"/>
                  <a:gd name="T24" fmla="*/ 177 w 129"/>
                  <a:gd name="T25" fmla="*/ 151 h 107"/>
                  <a:gd name="T26" fmla="*/ 185 w 129"/>
                  <a:gd name="T27" fmla="*/ 151 h 107"/>
                  <a:gd name="T28" fmla="*/ 194 w 129"/>
                  <a:gd name="T29" fmla="*/ 141 h 107"/>
                  <a:gd name="T30" fmla="*/ 182 w 129"/>
                  <a:gd name="T31" fmla="*/ 124 h 107"/>
                  <a:gd name="T32" fmla="*/ 173 w 129"/>
                  <a:gd name="T33" fmla="*/ 108 h 107"/>
                  <a:gd name="T34" fmla="*/ 158 w 129"/>
                  <a:gd name="T35" fmla="*/ 67 h 107"/>
                  <a:gd name="T36" fmla="*/ 128 w 129"/>
                  <a:gd name="T37" fmla="*/ 30 h 107"/>
                  <a:gd name="T38" fmla="*/ 104 w 129"/>
                  <a:gd name="T39" fmla="*/ 3 h 107"/>
                  <a:gd name="T40" fmla="*/ 102 w 129"/>
                  <a:gd name="T41" fmla="*/ 3 h 107"/>
                  <a:gd name="T42" fmla="*/ 71 w 129"/>
                  <a:gd name="T43" fmla="*/ 10 h 107"/>
                  <a:gd name="T44" fmla="*/ 64 w 129"/>
                  <a:gd name="T45" fmla="*/ 10 h 107"/>
                  <a:gd name="T46" fmla="*/ 33 w 129"/>
                  <a:gd name="T47" fmla="*/ 0 h 107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129" h="107">
                    <a:moveTo>
                      <a:pt x="22" y="0"/>
                    </a:moveTo>
                    <a:cubicBezTo>
                      <a:pt x="17" y="2"/>
                      <a:pt x="17" y="2"/>
                      <a:pt x="17" y="2"/>
                    </a:cubicBezTo>
                    <a:cubicBezTo>
                      <a:pt x="0" y="5"/>
                      <a:pt x="33" y="41"/>
                      <a:pt x="36" y="43"/>
                    </a:cubicBezTo>
                    <a:cubicBezTo>
                      <a:pt x="43" y="49"/>
                      <a:pt x="48" y="55"/>
                      <a:pt x="52" y="63"/>
                    </a:cubicBezTo>
                    <a:cubicBezTo>
                      <a:pt x="57" y="72"/>
                      <a:pt x="58" y="82"/>
                      <a:pt x="61" y="91"/>
                    </a:cubicBezTo>
                    <a:cubicBezTo>
                      <a:pt x="65" y="101"/>
                      <a:pt x="71" y="107"/>
                      <a:pt x="79" y="107"/>
                    </a:cubicBezTo>
                    <a:cubicBezTo>
                      <a:pt x="82" y="107"/>
                      <a:pt x="85" y="106"/>
                      <a:pt x="88" y="105"/>
                    </a:cubicBezTo>
                    <a:cubicBezTo>
                      <a:pt x="90" y="104"/>
                      <a:pt x="92" y="104"/>
                      <a:pt x="94" y="104"/>
                    </a:cubicBezTo>
                    <a:cubicBezTo>
                      <a:pt x="96" y="104"/>
                      <a:pt x="98" y="104"/>
                      <a:pt x="100" y="104"/>
                    </a:cubicBezTo>
                    <a:cubicBezTo>
                      <a:pt x="101" y="104"/>
                      <a:pt x="101" y="104"/>
                      <a:pt x="101" y="104"/>
                    </a:cubicBezTo>
                    <a:cubicBezTo>
                      <a:pt x="105" y="104"/>
                      <a:pt x="106" y="103"/>
                      <a:pt x="110" y="101"/>
                    </a:cubicBezTo>
                    <a:cubicBezTo>
                      <a:pt x="111" y="101"/>
                      <a:pt x="111" y="101"/>
                      <a:pt x="112" y="101"/>
                    </a:cubicBezTo>
                    <a:cubicBezTo>
                      <a:pt x="114" y="101"/>
                      <a:pt x="115" y="101"/>
                      <a:pt x="117" y="102"/>
                    </a:cubicBezTo>
                    <a:cubicBezTo>
                      <a:pt x="118" y="102"/>
                      <a:pt x="120" y="102"/>
                      <a:pt x="122" y="102"/>
                    </a:cubicBezTo>
                    <a:cubicBezTo>
                      <a:pt x="126" y="102"/>
                      <a:pt x="129" y="101"/>
                      <a:pt x="128" y="96"/>
                    </a:cubicBezTo>
                    <a:cubicBezTo>
                      <a:pt x="128" y="92"/>
                      <a:pt x="123" y="87"/>
                      <a:pt x="121" y="84"/>
                    </a:cubicBezTo>
                    <a:cubicBezTo>
                      <a:pt x="119" y="81"/>
                      <a:pt x="117" y="77"/>
                      <a:pt x="115" y="73"/>
                    </a:cubicBezTo>
                    <a:cubicBezTo>
                      <a:pt x="113" y="64"/>
                      <a:pt x="110" y="55"/>
                      <a:pt x="105" y="46"/>
                    </a:cubicBezTo>
                    <a:cubicBezTo>
                      <a:pt x="100" y="37"/>
                      <a:pt x="92" y="29"/>
                      <a:pt x="85" y="20"/>
                    </a:cubicBezTo>
                    <a:cubicBezTo>
                      <a:pt x="80" y="14"/>
                      <a:pt x="78" y="3"/>
                      <a:pt x="69" y="3"/>
                    </a:cubicBezTo>
                    <a:cubicBezTo>
                      <a:pt x="68" y="3"/>
                      <a:pt x="68" y="3"/>
                      <a:pt x="68" y="3"/>
                    </a:cubicBezTo>
                    <a:cubicBezTo>
                      <a:pt x="60" y="3"/>
                      <a:pt x="54" y="7"/>
                      <a:pt x="47" y="7"/>
                    </a:cubicBezTo>
                    <a:cubicBezTo>
                      <a:pt x="46" y="7"/>
                      <a:pt x="44" y="7"/>
                      <a:pt x="43" y="7"/>
                    </a:cubicBezTo>
                    <a:cubicBezTo>
                      <a:pt x="37" y="6"/>
                      <a:pt x="25" y="5"/>
                      <a:pt x="22" y="0"/>
                    </a:cubicBezTo>
                  </a:path>
                </a:pathLst>
              </a:custGeom>
              <a:solidFill>
                <a:srgbClr val="FC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6638" name="Freeform 166">
                <a:extLst>
                  <a:ext uri="{FF2B5EF4-FFF2-40B4-BE49-F238E27FC236}">
                    <a16:creationId xmlns:a16="http://schemas.microsoft.com/office/drawing/2014/main" id="{09EE6F21-6DD5-4439-94F6-03E67C6971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6" y="3864"/>
                <a:ext cx="27" cy="20"/>
              </a:xfrm>
              <a:custGeom>
                <a:avLst/>
                <a:gdLst>
                  <a:gd name="T0" fmla="*/ 27 w 23"/>
                  <a:gd name="T1" fmla="*/ 0 h 18"/>
                  <a:gd name="T2" fmla="*/ 25 w 23"/>
                  <a:gd name="T3" fmla="*/ 0 h 18"/>
                  <a:gd name="T4" fmla="*/ 18 w 23"/>
                  <a:gd name="T5" fmla="*/ 2 h 18"/>
                  <a:gd name="T6" fmla="*/ 7 w 23"/>
                  <a:gd name="T7" fmla="*/ 18 h 18"/>
                  <a:gd name="T8" fmla="*/ 11 w 23"/>
                  <a:gd name="T9" fmla="*/ 18 h 18"/>
                  <a:gd name="T10" fmla="*/ 13 w 23"/>
                  <a:gd name="T11" fmla="*/ 18 h 18"/>
                  <a:gd name="T12" fmla="*/ 15 w 23"/>
                  <a:gd name="T13" fmla="*/ 18 h 18"/>
                  <a:gd name="T14" fmla="*/ 19 w 23"/>
                  <a:gd name="T15" fmla="*/ 20 h 18"/>
                  <a:gd name="T16" fmla="*/ 26 w 23"/>
                  <a:gd name="T17" fmla="*/ 24 h 18"/>
                  <a:gd name="T18" fmla="*/ 27 w 23"/>
                  <a:gd name="T19" fmla="*/ 24 h 18"/>
                  <a:gd name="T20" fmla="*/ 38 w 23"/>
                  <a:gd name="T21" fmla="*/ 12 h 18"/>
                  <a:gd name="T22" fmla="*/ 27 w 23"/>
                  <a:gd name="T23" fmla="*/ 0 h 18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3" h="18">
                    <a:moveTo>
                      <a:pt x="17" y="0"/>
                    </a:moveTo>
                    <a:cubicBezTo>
                      <a:pt x="16" y="0"/>
                      <a:pt x="15" y="0"/>
                      <a:pt x="15" y="0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8" y="2"/>
                      <a:pt x="0" y="10"/>
                      <a:pt x="4" y="13"/>
                    </a:cubicBezTo>
                    <a:cubicBezTo>
                      <a:pt x="5" y="13"/>
                      <a:pt x="6" y="13"/>
                      <a:pt x="7" y="13"/>
                    </a:cubicBezTo>
                    <a:cubicBezTo>
                      <a:pt x="8" y="13"/>
                      <a:pt x="8" y="13"/>
                      <a:pt x="8" y="13"/>
                    </a:cubicBezTo>
                    <a:cubicBezTo>
                      <a:pt x="9" y="13"/>
                      <a:pt x="9" y="13"/>
                      <a:pt x="9" y="13"/>
                    </a:cubicBezTo>
                    <a:cubicBezTo>
                      <a:pt x="10" y="13"/>
                      <a:pt x="11" y="13"/>
                      <a:pt x="12" y="14"/>
                    </a:cubicBezTo>
                    <a:cubicBezTo>
                      <a:pt x="14" y="15"/>
                      <a:pt x="14" y="18"/>
                      <a:pt x="16" y="18"/>
                    </a:cubicBezTo>
                    <a:cubicBezTo>
                      <a:pt x="16" y="18"/>
                      <a:pt x="17" y="18"/>
                      <a:pt x="17" y="18"/>
                    </a:cubicBezTo>
                    <a:cubicBezTo>
                      <a:pt x="21" y="18"/>
                      <a:pt x="23" y="13"/>
                      <a:pt x="23" y="9"/>
                    </a:cubicBezTo>
                    <a:cubicBezTo>
                      <a:pt x="23" y="4"/>
                      <a:pt x="21" y="0"/>
                      <a:pt x="17" y="0"/>
                    </a:cubicBezTo>
                  </a:path>
                </a:pathLst>
              </a:custGeom>
              <a:solidFill>
                <a:srgbClr val="FDFC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6639" name="Freeform 167">
                <a:extLst>
                  <a:ext uri="{FF2B5EF4-FFF2-40B4-BE49-F238E27FC236}">
                    <a16:creationId xmlns:a16="http://schemas.microsoft.com/office/drawing/2014/main" id="{7BF5B1AF-A335-4AB5-BF37-3878AA0DA4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6" y="3868"/>
                <a:ext cx="17" cy="14"/>
              </a:xfrm>
              <a:custGeom>
                <a:avLst/>
                <a:gdLst>
                  <a:gd name="T0" fmla="*/ 11 w 15"/>
                  <a:gd name="T1" fmla="*/ 0 h 12"/>
                  <a:gd name="T2" fmla="*/ 10 w 15"/>
                  <a:gd name="T3" fmla="*/ 0 h 12"/>
                  <a:gd name="T4" fmla="*/ 9 w 15"/>
                  <a:gd name="T5" fmla="*/ 2 h 12"/>
                  <a:gd name="T6" fmla="*/ 11 w 15"/>
                  <a:gd name="T7" fmla="*/ 19 h 12"/>
                  <a:gd name="T8" fmla="*/ 12 w 15"/>
                  <a:gd name="T9" fmla="*/ 18 h 12"/>
                  <a:gd name="T10" fmla="*/ 11 w 15"/>
                  <a:gd name="T11" fmla="*/ 0 h 1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" h="12">
                    <a:moveTo>
                      <a:pt x="8" y="0"/>
                    </a:moveTo>
                    <a:cubicBezTo>
                      <a:pt x="8" y="0"/>
                      <a:pt x="8" y="0"/>
                      <a:pt x="7" y="0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0" y="4"/>
                      <a:pt x="3" y="12"/>
                      <a:pt x="8" y="12"/>
                    </a:cubicBezTo>
                    <a:cubicBezTo>
                      <a:pt x="9" y="12"/>
                      <a:pt x="9" y="11"/>
                      <a:pt x="9" y="11"/>
                    </a:cubicBezTo>
                    <a:cubicBezTo>
                      <a:pt x="15" y="11"/>
                      <a:pt x="11" y="0"/>
                      <a:pt x="8" y="0"/>
                    </a:cubicBezTo>
                  </a:path>
                </a:pathLst>
              </a:custGeom>
              <a:solidFill>
                <a:srgbClr val="FDFC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6640" name="Freeform 168">
                <a:extLst>
                  <a:ext uri="{FF2B5EF4-FFF2-40B4-BE49-F238E27FC236}">
                    <a16:creationId xmlns:a16="http://schemas.microsoft.com/office/drawing/2014/main" id="{3D84975A-8CAD-42D0-A2D3-2EF9F9C2508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088" y="3868"/>
                <a:ext cx="15" cy="11"/>
              </a:xfrm>
              <a:custGeom>
                <a:avLst/>
                <a:gdLst>
                  <a:gd name="T0" fmla="*/ 18 w 13"/>
                  <a:gd name="T1" fmla="*/ 1 h 10"/>
                  <a:gd name="T2" fmla="*/ 8 w 13"/>
                  <a:gd name="T3" fmla="*/ 13 h 10"/>
                  <a:gd name="T4" fmla="*/ 9 w 13"/>
                  <a:gd name="T5" fmla="*/ 13 h 10"/>
                  <a:gd name="T6" fmla="*/ 18 w 13"/>
                  <a:gd name="T7" fmla="*/ 1 h 10"/>
                  <a:gd name="T8" fmla="*/ 20 w 13"/>
                  <a:gd name="T9" fmla="*/ 0 h 10"/>
                  <a:gd name="T10" fmla="*/ 18 w 13"/>
                  <a:gd name="T11" fmla="*/ 1 h 10"/>
                  <a:gd name="T12" fmla="*/ 18 w 13"/>
                  <a:gd name="T13" fmla="*/ 1 h 10"/>
                  <a:gd name="T14" fmla="*/ 20 w 13"/>
                  <a:gd name="T15" fmla="*/ 0 h 1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3" h="10">
                    <a:moveTo>
                      <a:pt x="12" y="1"/>
                    </a:moveTo>
                    <a:cubicBezTo>
                      <a:pt x="8" y="3"/>
                      <a:pt x="0" y="8"/>
                      <a:pt x="5" y="10"/>
                    </a:cubicBezTo>
                    <a:cubicBezTo>
                      <a:pt x="5" y="10"/>
                      <a:pt x="6" y="10"/>
                      <a:pt x="6" y="10"/>
                    </a:cubicBezTo>
                    <a:cubicBezTo>
                      <a:pt x="9" y="10"/>
                      <a:pt x="12" y="4"/>
                      <a:pt x="12" y="1"/>
                    </a:cubicBezTo>
                    <a:moveTo>
                      <a:pt x="13" y="0"/>
                    </a:moveTo>
                    <a:cubicBezTo>
                      <a:pt x="12" y="1"/>
                      <a:pt x="12" y="1"/>
                      <a:pt x="12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2" y="1"/>
                      <a:pt x="13" y="0"/>
                      <a:pt x="13" y="0"/>
                    </a:cubicBezTo>
                  </a:path>
                </a:pathLst>
              </a:custGeom>
              <a:solidFill>
                <a:srgbClr val="FDFC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6641" name="Freeform 169">
                <a:extLst>
                  <a:ext uri="{FF2B5EF4-FFF2-40B4-BE49-F238E27FC236}">
                    <a16:creationId xmlns:a16="http://schemas.microsoft.com/office/drawing/2014/main" id="{5826713A-68C2-4E20-9F68-BBB9A0B6875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106" y="3859"/>
                <a:ext cx="9" cy="10"/>
              </a:xfrm>
              <a:custGeom>
                <a:avLst/>
                <a:gdLst>
                  <a:gd name="T0" fmla="*/ 9 w 8"/>
                  <a:gd name="T1" fmla="*/ 1 h 9"/>
                  <a:gd name="T2" fmla="*/ 0 w 8"/>
                  <a:gd name="T3" fmla="*/ 9 h 9"/>
                  <a:gd name="T4" fmla="*/ 1 w 8"/>
                  <a:gd name="T5" fmla="*/ 10 h 9"/>
                  <a:gd name="T6" fmla="*/ 1 w 8"/>
                  <a:gd name="T7" fmla="*/ 11 h 9"/>
                  <a:gd name="T8" fmla="*/ 1 w 8"/>
                  <a:gd name="T9" fmla="*/ 12 h 9"/>
                  <a:gd name="T10" fmla="*/ 2 w 8"/>
                  <a:gd name="T11" fmla="*/ 12 h 9"/>
                  <a:gd name="T12" fmla="*/ 9 w 8"/>
                  <a:gd name="T13" fmla="*/ 4 h 9"/>
                  <a:gd name="T14" fmla="*/ 10 w 8"/>
                  <a:gd name="T15" fmla="*/ 1 h 9"/>
                  <a:gd name="T16" fmla="*/ 9 w 8"/>
                  <a:gd name="T17" fmla="*/ 1 h 9"/>
                  <a:gd name="T18" fmla="*/ 10 w 8"/>
                  <a:gd name="T19" fmla="*/ 1 h 9"/>
                  <a:gd name="T20" fmla="*/ 10 w 8"/>
                  <a:gd name="T21" fmla="*/ 1 h 9"/>
                  <a:gd name="T22" fmla="*/ 10 w 8"/>
                  <a:gd name="T23" fmla="*/ 1 h 9"/>
                  <a:gd name="T24" fmla="*/ 11 w 8"/>
                  <a:gd name="T25" fmla="*/ 1 h 9"/>
                  <a:gd name="T26" fmla="*/ 10 w 8"/>
                  <a:gd name="T27" fmla="*/ 1 h 9"/>
                  <a:gd name="T28" fmla="*/ 10 w 8"/>
                  <a:gd name="T29" fmla="*/ 1 h 9"/>
                  <a:gd name="T30" fmla="*/ 10 w 8"/>
                  <a:gd name="T31" fmla="*/ 0 h 9"/>
                  <a:gd name="T32" fmla="*/ 10 w 8"/>
                  <a:gd name="T33" fmla="*/ 1 h 9"/>
                  <a:gd name="T34" fmla="*/ 10 w 8"/>
                  <a:gd name="T35" fmla="*/ 0 h 9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8" h="9">
                    <a:moveTo>
                      <a:pt x="6" y="1"/>
                    </a:moveTo>
                    <a:cubicBezTo>
                      <a:pt x="4" y="1"/>
                      <a:pt x="1" y="4"/>
                      <a:pt x="0" y="6"/>
                    </a:cubicBezTo>
                    <a:cubicBezTo>
                      <a:pt x="0" y="6"/>
                      <a:pt x="0" y="7"/>
                      <a:pt x="1" y="7"/>
                    </a:cubicBezTo>
                    <a:cubicBezTo>
                      <a:pt x="1" y="7"/>
                      <a:pt x="1" y="8"/>
                      <a:pt x="1" y="8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4" y="9"/>
                      <a:pt x="6" y="5"/>
                      <a:pt x="6" y="4"/>
                    </a:cubicBezTo>
                    <a:cubicBezTo>
                      <a:pt x="7" y="3"/>
                      <a:pt x="7" y="2"/>
                      <a:pt x="7" y="1"/>
                    </a:cubicBezTo>
                    <a:cubicBezTo>
                      <a:pt x="7" y="1"/>
                      <a:pt x="7" y="1"/>
                      <a:pt x="6" y="1"/>
                    </a:cubicBezTo>
                    <a:moveTo>
                      <a:pt x="7" y="1"/>
                    </a:moveTo>
                    <a:cubicBezTo>
                      <a:pt x="7" y="1"/>
                      <a:pt x="7" y="1"/>
                      <a:pt x="7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1"/>
                      <a:pt x="7" y="1"/>
                      <a:pt x="8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1"/>
                      <a:pt x="7" y="1"/>
                      <a:pt x="7" y="1"/>
                    </a:cubicBezTo>
                    <a:moveTo>
                      <a:pt x="7" y="0"/>
                    </a:moveTo>
                    <a:cubicBezTo>
                      <a:pt x="7" y="0"/>
                      <a:pt x="7" y="0"/>
                      <a:pt x="7" y="1"/>
                    </a:cubicBezTo>
                    <a:cubicBezTo>
                      <a:pt x="7" y="0"/>
                      <a:pt x="7" y="0"/>
                      <a:pt x="7" y="0"/>
                    </a:cubicBezTo>
                  </a:path>
                </a:pathLst>
              </a:custGeom>
              <a:solidFill>
                <a:srgbClr val="FDFC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6642" name="Freeform 170">
                <a:extLst>
                  <a:ext uri="{FF2B5EF4-FFF2-40B4-BE49-F238E27FC236}">
                    <a16:creationId xmlns:a16="http://schemas.microsoft.com/office/drawing/2014/main" id="{74CA4B60-DE20-46F4-8EA4-D720E6DE1D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6" y="3866"/>
                <a:ext cx="1" cy="2"/>
              </a:xfrm>
              <a:custGeom>
                <a:avLst/>
                <a:gdLst>
                  <a:gd name="T0" fmla="*/ 0 w 1"/>
                  <a:gd name="T1" fmla="*/ 0 h 2"/>
                  <a:gd name="T2" fmla="*/ 1 w 1"/>
                  <a:gd name="T3" fmla="*/ 2 h 2"/>
                  <a:gd name="T4" fmla="*/ 1 w 1"/>
                  <a:gd name="T5" fmla="*/ 1 h 2"/>
                  <a:gd name="T6" fmla="*/ 0 w 1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2"/>
                      <a:pt x="1" y="2"/>
                    </a:cubicBezTo>
                    <a:cubicBezTo>
                      <a:pt x="1" y="2"/>
                      <a:pt x="1" y="1"/>
                      <a:pt x="1" y="1"/>
                    </a:cubicBezTo>
                    <a:cubicBezTo>
                      <a:pt x="0" y="1"/>
                      <a:pt x="0" y="0"/>
                      <a:pt x="0" y="0"/>
                    </a:cubicBezTo>
                  </a:path>
                </a:pathLst>
              </a:custGeom>
              <a:solidFill>
                <a:srgbClr val="BBB7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6643" name="Freeform 171">
                <a:extLst>
                  <a:ext uri="{FF2B5EF4-FFF2-40B4-BE49-F238E27FC236}">
                    <a16:creationId xmlns:a16="http://schemas.microsoft.com/office/drawing/2014/main" id="{07D614D3-E2AA-49F9-8225-E506CD2EB2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5" y="3821"/>
                <a:ext cx="20" cy="15"/>
              </a:xfrm>
              <a:custGeom>
                <a:avLst/>
                <a:gdLst>
                  <a:gd name="T0" fmla="*/ 9 w 17"/>
                  <a:gd name="T1" fmla="*/ 0 h 13"/>
                  <a:gd name="T2" fmla="*/ 1 w 17"/>
                  <a:gd name="T3" fmla="*/ 3 h 13"/>
                  <a:gd name="T4" fmla="*/ 15 w 17"/>
                  <a:gd name="T5" fmla="*/ 16 h 13"/>
                  <a:gd name="T6" fmla="*/ 22 w 17"/>
                  <a:gd name="T7" fmla="*/ 20 h 13"/>
                  <a:gd name="T8" fmla="*/ 22 w 17"/>
                  <a:gd name="T9" fmla="*/ 20 h 13"/>
                  <a:gd name="T10" fmla="*/ 16 w 17"/>
                  <a:gd name="T11" fmla="*/ 7 h 13"/>
                  <a:gd name="T12" fmla="*/ 19 w 17"/>
                  <a:gd name="T13" fmla="*/ 3 h 13"/>
                  <a:gd name="T14" fmla="*/ 22 w 17"/>
                  <a:gd name="T15" fmla="*/ 7 h 13"/>
                  <a:gd name="T16" fmla="*/ 28 w 17"/>
                  <a:gd name="T17" fmla="*/ 8 h 13"/>
                  <a:gd name="T18" fmla="*/ 28 w 17"/>
                  <a:gd name="T19" fmla="*/ 8 h 13"/>
                  <a:gd name="T20" fmla="*/ 22 w 17"/>
                  <a:gd name="T21" fmla="*/ 1 h 13"/>
                  <a:gd name="T22" fmla="*/ 9 w 17"/>
                  <a:gd name="T23" fmla="*/ 0 h 1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7" h="13">
                    <a:moveTo>
                      <a:pt x="6" y="0"/>
                    </a:moveTo>
                    <a:cubicBezTo>
                      <a:pt x="2" y="0"/>
                      <a:pt x="0" y="1"/>
                      <a:pt x="1" y="3"/>
                    </a:cubicBezTo>
                    <a:cubicBezTo>
                      <a:pt x="2" y="6"/>
                      <a:pt x="6" y="8"/>
                      <a:pt x="9" y="10"/>
                    </a:cubicBezTo>
                    <a:cubicBezTo>
                      <a:pt x="10" y="11"/>
                      <a:pt x="12" y="13"/>
                      <a:pt x="14" y="13"/>
                    </a:cubicBezTo>
                    <a:cubicBezTo>
                      <a:pt x="14" y="13"/>
                      <a:pt x="14" y="13"/>
                      <a:pt x="14" y="13"/>
                    </a:cubicBezTo>
                    <a:cubicBezTo>
                      <a:pt x="14" y="11"/>
                      <a:pt x="9" y="6"/>
                      <a:pt x="10" y="4"/>
                    </a:cubicBezTo>
                    <a:cubicBezTo>
                      <a:pt x="10" y="4"/>
                      <a:pt x="11" y="3"/>
                      <a:pt x="12" y="3"/>
                    </a:cubicBezTo>
                    <a:cubicBezTo>
                      <a:pt x="12" y="3"/>
                      <a:pt x="13" y="4"/>
                      <a:pt x="14" y="4"/>
                    </a:cubicBezTo>
                    <a:cubicBezTo>
                      <a:pt x="15" y="4"/>
                      <a:pt x="16" y="5"/>
                      <a:pt x="17" y="5"/>
                    </a:cubicBezTo>
                    <a:cubicBezTo>
                      <a:pt x="17" y="5"/>
                      <a:pt x="17" y="5"/>
                      <a:pt x="17" y="5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13" y="1"/>
                      <a:pt x="9" y="0"/>
                      <a:pt x="6" y="0"/>
                    </a:cubicBezTo>
                  </a:path>
                </a:pathLst>
              </a:custGeom>
              <a:solidFill>
                <a:srgbClr val="FDFC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6644" name="Freeform 172">
                <a:extLst>
                  <a:ext uri="{FF2B5EF4-FFF2-40B4-BE49-F238E27FC236}">
                    <a16:creationId xmlns:a16="http://schemas.microsoft.com/office/drawing/2014/main" id="{E19FA2D9-2A62-4AF0-AE6C-B321F5E035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2" y="3850"/>
                <a:ext cx="21" cy="18"/>
              </a:xfrm>
              <a:custGeom>
                <a:avLst/>
                <a:gdLst>
                  <a:gd name="T0" fmla="*/ 25 w 19"/>
                  <a:gd name="T1" fmla="*/ 8 h 16"/>
                  <a:gd name="T2" fmla="*/ 1 w 19"/>
                  <a:gd name="T3" fmla="*/ 23 h 16"/>
                  <a:gd name="T4" fmla="*/ 3 w 19"/>
                  <a:gd name="T5" fmla="*/ 7 h 16"/>
                  <a:gd name="T6" fmla="*/ 22 w 19"/>
                  <a:gd name="T7" fmla="*/ 3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16">
                    <a:moveTo>
                      <a:pt x="19" y="5"/>
                    </a:moveTo>
                    <a:cubicBezTo>
                      <a:pt x="11" y="3"/>
                      <a:pt x="5" y="11"/>
                      <a:pt x="1" y="16"/>
                    </a:cubicBezTo>
                    <a:cubicBezTo>
                      <a:pt x="0" y="12"/>
                      <a:pt x="0" y="7"/>
                      <a:pt x="3" y="4"/>
                    </a:cubicBezTo>
                    <a:cubicBezTo>
                      <a:pt x="6" y="1"/>
                      <a:pt x="13" y="0"/>
                      <a:pt x="16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6645" name="Freeform 173">
                <a:extLst>
                  <a:ext uri="{FF2B5EF4-FFF2-40B4-BE49-F238E27FC236}">
                    <a16:creationId xmlns:a16="http://schemas.microsoft.com/office/drawing/2014/main" id="{A090C812-F792-43BA-8311-6F76A5246B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4" y="3857"/>
                <a:ext cx="10" cy="8"/>
              </a:xfrm>
              <a:custGeom>
                <a:avLst/>
                <a:gdLst>
                  <a:gd name="T0" fmla="*/ 12 w 9"/>
                  <a:gd name="T1" fmla="*/ 8 h 7"/>
                  <a:gd name="T2" fmla="*/ 1 w 9"/>
                  <a:gd name="T3" fmla="*/ 10 h 7"/>
                  <a:gd name="T4" fmla="*/ 1 w 9"/>
                  <a:gd name="T5" fmla="*/ 2 h 7"/>
                  <a:gd name="T6" fmla="*/ 9 w 9"/>
                  <a:gd name="T7" fmla="*/ 2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7">
                    <a:moveTo>
                      <a:pt x="9" y="5"/>
                    </a:moveTo>
                    <a:cubicBezTo>
                      <a:pt x="6" y="3"/>
                      <a:pt x="3" y="7"/>
                      <a:pt x="1" y="7"/>
                    </a:cubicBezTo>
                    <a:cubicBezTo>
                      <a:pt x="1" y="6"/>
                      <a:pt x="0" y="3"/>
                      <a:pt x="1" y="2"/>
                    </a:cubicBezTo>
                    <a:cubicBezTo>
                      <a:pt x="2" y="0"/>
                      <a:pt x="5" y="1"/>
                      <a:pt x="6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6646" name="Freeform 174">
                <a:extLst>
                  <a:ext uri="{FF2B5EF4-FFF2-40B4-BE49-F238E27FC236}">
                    <a16:creationId xmlns:a16="http://schemas.microsoft.com/office/drawing/2014/main" id="{B50E533E-ABF8-4B75-BC13-38418361A8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4" y="3858"/>
                <a:ext cx="5" cy="4"/>
              </a:xfrm>
              <a:custGeom>
                <a:avLst/>
                <a:gdLst>
                  <a:gd name="T0" fmla="*/ 5 w 5"/>
                  <a:gd name="T1" fmla="*/ 3 h 4"/>
                  <a:gd name="T2" fmla="*/ 2 w 5"/>
                  <a:gd name="T3" fmla="*/ 4 h 4"/>
                  <a:gd name="T4" fmla="*/ 1 w 5"/>
                  <a:gd name="T5" fmla="*/ 0 h 4"/>
                  <a:gd name="T6" fmla="*/ 3 w 5"/>
                  <a:gd name="T7" fmla="*/ 1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4">
                    <a:moveTo>
                      <a:pt x="5" y="3"/>
                    </a:moveTo>
                    <a:cubicBezTo>
                      <a:pt x="4" y="3"/>
                      <a:pt x="3" y="3"/>
                      <a:pt x="2" y="4"/>
                    </a:cubicBezTo>
                    <a:cubicBezTo>
                      <a:pt x="1" y="3"/>
                      <a:pt x="0" y="2"/>
                      <a:pt x="1" y="0"/>
                    </a:cubicBezTo>
                    <a:cubicBezTo>
                      <a:pt x="2" y="0"/>
                      <a:pt x="2" y="0"/>
                      <a:pt x="3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6647" name="Freeform 175">
                <a:extLst>
                  <a:ext uri="{FF2B5EF4-FFF2-40B4-BE49-F238E27FC236}">
                    <a16:creationId xmlns:a16="http://schemas.microsoft.com/office/drawing/2014/main" id="{462CF42F-C24D-43D3-886B-BD6AE78D35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1" y="3850"/>
                <a:ext cx="3" cy="3"/>
              </a:xfrm>
              <a:custGeom>
                <a:avLst/>
                <a:gdLst>
                  <a:gd name="T0" fmla="*/ 3 w 3"/>
                  <a:gd name="T1" fmla="*/ 2 h 3"/>
                  <a:gd name="T2" fmla="*/ 0 w 3"/>
                  <a:gd name="T3" fmla="*/ 3 h 3"/>
                  <a:gd name="T4" fmla="*/ 0 w 3"/>
                  <a:gd name="T5" fmla="*/ 1 h 3"/>
                  <a:gd name="T6" fmla="*/ 3 w 3"/>
                  <a:gd name="T7" fmla="*/ 1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2"/>
                      <a:pt x="1" y="3"/>
                      <a:pt x="0" y="3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2" y="1"/>
                      <a:pt x="3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6648" name="Freeform 176">
                <a:extLst>
                  <a:ext uri="{FF2B5EF4-FFF2-40B4-BE49-F238E27FC236}">
                    <a16:creationId xmlns:a16="http://schemas.microsoft.com/office/drawing/2014/main" id="{18216B4F-6380-444E-9372-4097C1B3EF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5" y="2370"/>
                <a:ext cx="25" cy="99"/>
              </a:xfrm>
              <a:custGeom>
                <a:avLst/>
                <a:gdLst>
                  <a:gd name="T0" fmla="*/ 25 w 22"/>
                  <a:gd name="T1" fmla="*/ 0 h 87"/>
                  <a:gd name="T2" fmla="*/ 23 w 22"/>
                  <a:gd name="T3" fmla="*/ 31 h 87"/>
                  <a:gd name="T4" fmla="*/ 10 w 22"/>
                  <a:gd name="T5" fmla="*/ 57 h 87"/>
                  <a:gd name="T6" fmla="*/ 13 w 22"/>
                  <a:gd name="T7" fmla="*/ 97 h 87"/>
                  <a:gd name="T8" fmla="*/ 8 w 22"/>
                  <a:gd name="T9" fmla="*/ 129 h 87"/>
                  <a:gd name="T10" fmla="*/ 8 w 22"/>
                  <a:gd name="T11" fmla="*/ 96 h 87"/>
                  <a:gd name="T12" fmla="*/ 1 w 22"/>
                  <a:gd name="T13" fmla="*/ 63 h 87"/>
                  <a:gd name="T14" fmla="*/ 7 w 22"/>
                  <a:gd name="T15" fmla="*/ 35 h 87"/>
                  <a:gd name="T16" fmla="*/ 20 w 22"/>
                  <a:gd name="T17" fmla="*/ 3 h 8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2" h="87">
                    <a:moveTo>
                      <a:pt x="17" y="0"/>
                    </a:moveTo>
                    <a:cubicBezTo>
                      <a:pt x="19" y="8"/>
                      <a:pt x="22" y="14"/>
                      <a:pt x="16" y="21"/>
                    </a:cubicBezTo>
                    <a:cubicBezTo>
                      <a:pt x="11" y="27"/>
                      <a:pt x="7" y="31"/>
                      <a:pt x="7" y="39"/>
                    </a:cubicBezTo>
                    <a:cubicBezTo>
                      <a:pt x="7" y="49"/>
                      <a:pt x="8" y="57"/>
                      <a:pt x="9" y="66"/>
                    </a:cubicBezTo>
                    <a:cubicBezTo>
                      <a:pt x="9" y="71"/>
                      <a:pt x="11" y="85"/>
                      <a:pt x="5" y="87"/>
                    </a:cubicBezTo>
                    <a:cubicBezTo>
                      <a:pt x="5" y="80"/>
                      <a:pt x="5" y="73"/>
                      <a:pt x="5" y="65"/>
                    </a:cubicBezTo>
                    <a:cubicBezTo>
                      <a:pt x="4" y="58"/>
                      <a:pt x="1" y="50"/>
                      <a:pt x="1" y="42"/>
                    </a:cubicBezTo>
                    <a:cubicBezTo>
                      <a:pt x="0" y="36"/>
                      <a:pt x="1" y="29"/>
                      <a:pt x="4" y="24"/>
                    </a:cubicBezTo>
                    <a:cubicBezTo>
                      <a:pt x="7" y="16"/>
                      <a:pt x="15" y="13"/>
                      <a:pt x="14" y="3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6649" name="Freeform 177">
                <a:extLst>
                  <a:ext uri="{FF2B5EF4-FFF2-40B4-BE49-F238E27FC236}">
                    <a16:creationId xmlns:a16="http://schemas.microsoft.com/office/drawing/2014/main" id="{B17042C8-6970-4F25-90E2-67338C95F6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7" y="2280"/>
                <a:ext cx="111" cy="71"/>
              </a:xfrm>
              <a:custGeom>
                <a:avLst/>
                <a:gdLst>
                  <a:gd name="T0" fmla="*/ 2 w 97"/>
                  <a:gd name="T1" fmla="*/ 9 h 62"/>
                  <a:gd name="T2" fmla="*/ 0 w 97"/>
                  <a:gd name="T3" fmla="*/ 45 h 62"/>
                  <a:gd name="T4" fmla="*/ 51 w 97"/>
                  <a:gd name="T5" fmla="*/ 41 h 62"/>
                  <a:gd name="T6" fmla="*/ 72 w 97"/>
                  <a:gd name="T7" fmla="*/ 50 h 62"/>
                  <a:gd name="T8" fmla="*/ 93 w 97"/>
                  <a:gd name="T9" fmla="*/ 52 h 62"/>
                  <a:gd name="T10" fmla="*/ 143 w 97"/>
                  <a:gd name="T11" fmla="*/ 93 h 62"/>
                  <a:gd name="T12" fmla="*/ 137 w 97"/>
                  <a:gd name="T13" fmla="*/ 52 h 62"/>
                  <a:gd name="T14" fmla="*/ 105 w 97"/>
                  <a:gd name="T15" fmla="*/ 22 h 62"/>
                  <a:gd name="T16" fmla="*/ 64 w 97"/>
                  <a:gd name="T17" fmla="*/ 9 h 62"/>
                  <a:gd name="T18" fmla="*/ 13 w 97"/>
                  <a:gd name="T19" fmla="*/ 8 h 6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97" h="62">
                    <a:moveTo>
                      <a:pt x="2" y="6"/>
                    </a:moveTo>
                    <a:cubicBezTo>
                      <a:pt x="2" y="14"/>
                      <a:pt x="0" y="23"/>
                      <a:pt x="0" y="30"/>
                    </a:cubicBezTo>
                    <a:cubicBezTo>
                      <a:pt x="11" y="32"/>
                      <a:pt x="23" y="23"/>
                      <a:pt x="34" y="27"/>
                    </a:cubicBezTo>
                    <a:cubicBezTo>
                      <a:pt x="40" y="29"/>
                      <a:pt x="40" y="34"/>
                      <a:pt x="48" y="33"/>
                    </a:cubicBezTo>
                    <a:cubicBezTo>
                      <a:pt x="53" y="33"/>
                      <a:pt x="57" y="33"/>
                      <a:pt x="62" y="34"/>
                    </a:cubicBezTo>
                    <a:cubicBezTo>
                      <a:pt x="78" y="39"/>
                      <a:pt x="85" y="51"/>
                      <a:pt x="95" y="62"/>
                    </a:cubicBezTo>
                    <a:cubicBezTo>
                      <a:pt x="97" y="55"/>
                      <a:pt x="96" y="41"/>
                      <a:pt x="92" y="34"/>
                    </a:cubicBezTo>
                    <a:cubicBezTo>
                      <a:pt x="87" y="25"/>
                      <a:pt x="80" y="18"/>
                      <a:pt x="70" y="15"/>
                    </a:cubicBezTo>
                    <a:cubicBezTo>
                      <a:pt x="61" y="11"/>
                      <a:pt x="52" y="8"/>
                      <a:pt x="43" y="6"/>
                    </a:cubicBezTo>
                    <a:cubicBezTo>
                      <a:pt x="34" y="5"/>
                      <a:pt x="17" y="0"/>
                      <a:pt x="9" y="5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6650" name="Freeform 178">
                <a:extLst>
                  <a:ext uri="{FF2B5EF4-FFF2-40B4-BE49-F238E27FC236}">
                    <a16:creationId xmlns:a16="http://schemas.microsoft.com/office/drawing/2014/main" id="{E477E83F-5BF1-4A5D-BC23-68C445077E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9" y="2396"/>
                <a:ext cx="24" cy="82"/>
              </a:xfrm>
              <a:custGeom>
                <a:avLst/>
                <a:gdLst>
                  <a:gd name="T0" fmla="*/ 7 w 21"/>
                  <a:gd name="T1" fmla="*/ 0 h 72"/>
                  <a:gd name="T2" fmla="*/ 17 w 21"/>
                  <a:gd name="T3" fmla="*/ 50 h 72"/>
                  <a:gd name="T4" fmla="*/ 29 w 21"/>
                  <a:gd name="T5" fmla="*/ 93 h 72"/>
                  <a:gd name="T6" fmla="*/ 22 w 21"/>
                  <a:gd name="T7" fmla="*/ 103 h 72"/>
                  <a:gd name="T8" fmla="*/ 15 w 21"/>
                  <a:gd name="T9" fmla="*/ 76 h 72"/>
                  <a:gd name="T10" fmla="*/ 7 w 21"/>
                  <a:gd name="T11" fmla="*/ 46 h 72"/>
                  <a:gd name="T12" fmla="*/ 3 w 21"/>
                  <a:gd name="T13" fmla="*/ 7 h 7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1" h="72">
                    <a:moveTo>
                      <a:pt x="4" y="0"/>
                    </a:moveTo>
                    <a:cubicBezTo>
                      <a:pt x="0" y="11"/>
                      <a:pt x="9" y="24"/>
                      <a:pt x="11" y="34"/>
                    </a:cubicBezTo>
                    <a:cubicBezTo>
                      <a:pt x="14" y="44"/>
                      <a:pt x="17" y="53"/>
                      <a:pt x="19" y="63"/>
                    </a:cubicBezTo>
                    <a:cubicBezTo>
                      <a:pt x="20" y="68"/>
                      <a:pt x="21" y="72"/>
                      <a:pt x="15" y="69"/>
                    </a:cubicBezTo>
                    <a:cubicBezTo>
                      <a:pt x="9" y="66"/>
                      <a:pt x="11" y="58"/>
                      <a:pt x="10" y="52"/>
                    </a:cubicBezTo>
                    <a:cubicBezTo>
                      <a:pt x="8" y="45"/>
                      <a:pt x="5" y="39"/>
                      <a:pt x="4" y="31"/>
                    </a:cubicBezTo>
                    <a:cubicBezTo>
                      <a:pt x="3" y="22"/>
                      <a:pt x="3" y="13"/>
                      <a:pt x="3" y="4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6651" name="Freeform 179">
                <a:extLst>
                  <a:ext uri="{FF2B5EF4-FFF2-40B4-BE49-F238E27FC236}">
                    <a16:creationId xmlns:a16="http://schemas.microsoft.com/office/drawing/2014/main" id="{7771E542-0590-440D-8C89-CEA772EC88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1" y="2323"/>
                <a:ext cx="24" cy="86"/>
              </a:xfrm>
              <a:custGeom>
                <a:avLst/>
                <a:gdLst>
                  <a:gd name="T0" fmla="*/ 31 w 21"/>
                  <a:gd name="T1" fmla="*/ 0 h 75"/>
                  <a:gd name="T2" fmla="*/ 17 w 21"/>
                  <a:gd name="T3" fmla="*/ 114 h 75"/>
                  <a:gd name="T4" fmla="*/ 19 w 21"/>
                  <a:gd name="T5" fmla="*/ 53 h 75"/>
                  <a:gd name="T6" fmla="*/ 30 w 21"/>
                  <a:gd name="T7" fmla="*/ 7 h 7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75">
                    <a:moveTo>
                      <a:pt x="21" y="0"/>
                    </a:moveTo>
                    <a:cubicBezTo>
                      <a:pt x="17" y="27"/>
                      <a:pt x="0" y="47"/>
                      <a:pt x="11" y="75"/>
                    </a:cubicBezTo>
                    <a:cubicBezTo>
                      <a:pt x="12" y="62"/>
                      <a:pt x="10" y="49"/>
                      <a:pt x="13" y="35"/>
                    </a:cubicBezTo>
                    <a:cubicBezTo>
                      <a:pt x="15" y="25"/>
                      <a:pt x="21" y="14"/>
                      <a:pt x="20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6652" name="Freeform 180">
                <a:extLst>
                  <a:ext uri="{FF2B5EF4-FFF2-40B4-BE49-F238E27FC236}">
                    <a16:creationId xmlns:a16="http://schemas.microsoft.com/office/drawing/2014/main" id="{5CC1A192-F01A-46FA-9A0C-91A52C8B45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8" y="2444"/>
                <a:ext cx="16" cy="34"/>
              </a:xfrm>
              <a:custGeom>
                <a:avLst/>
                <a:gdLst>
                  <a:gd name="T0" fmla="*/ 13 w 14"/>
                  <a:gd name="T1" fmla="*/ 3 h 30"/>
                  <a:gd name="T2" fmla="*/ 1 w 14"/>
                  <a:gd name="T3" fmla="*/ 35 h 30"/>
                  <a:gd name="T4" fmla="*/ 15 w 14"/>
                  <a:gd name="T5" fmla="*/ 40 h 30"/>
                  <a:gd name="T6" fmla="*/ 17 w 14"/>
                  <a:gd name="T7" fmla="*/ 8 h 3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30">
                    <a:moveTo>
                      <a:pt x="9" y="3"/>
                    </a:moveTo>
                    <a:cubicBezTo>
                      <a:pt x="2" y="0"/>
                      <a:pt x="0" y="19"/>
                      <a:pt x="1" y="24"/>
                    </a:cubicBezTo>
                    <a:cubicBezTo>
                      <a:pt x="2" y="27"/>
                      <a:pt x="7" y="30"/>
                      <a:pt x="10" y="27"/>
                    </a:cubicBezTo>
                    <a:cubicBezTo>
                      <a:pt x="14" y="23"/>
                      <a:pt x="13" y="9"/>
                      <a:pt x="11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6653" name="Freeform 181">
                <a:extLst>
                  <a:ext uri="{FF2B5EF4-FFF2-40B4-BE49-F238E27FC236}">
                    <a16:creationId xmlns:a16="http://schemas.microsoft.com/office/drawing/2014/main" id="{D708DAA8-3BCD-4F06-9324-4CB5EB2819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8" y="2256"/>
                <a:ext cx="148" cy="284"/>
              </a:xfrm>
              <a:custGeom>
                <a:avLst/>
                <a:gdLst>
                  <a:gd name="T0" fmla="*/ 20 w 129"/>
                  <a:gd name="T1" fmla="*/ 81 h 249"/>
                  <a:gd name="T2" fmla="*/ 17 w 129"/>
                  <a:gd name="T3" fmla="*/ 117 h 249"/>
                  <a:gd name="T4" fmla="*/ 13 w 129"/>
                  <a:gd name="T5" fmla="*/ 167 h 249"/>
                  <a:gd name="T6" fmla="*/ 8 w 129"/>
                  <a:gd name="T7" fmla="*/ 241 h 249"/>
                  <a:gd name="T8" fmla="*/ 20 w 129"/>
                  <a:gd name="T9" fmla="*/ 294 h 249"/>
                  <a:gd name="T10" fmla="*/ 38 w 129"/>
                  <a:gd name="T11" fmla="*/ 287 h 249"/>
                  <a:gd name="T12" fmla="*/ 63 w 129"/>
                  <a:gd name="T13" fmla="*/ 255 h 249"/>
                  <a:gd name="T14" fmla="*/ 65 w 129"/>
                  <a:gd name="T15" fmla="*/ 204 h 249"/>
                  <a:gd name="T16" fmla="*/ 73 w 129"/>
                  <a:gd name="T17" fmla="*/ 172 h 249"/>
                  <a:gd name="T18" fmla="*/ 84 w 129"/>
                  <a:gd name="T19" fmla="*/ 186 h 249"/>
                  <a:gd name="T20" fmla="*/ 99 w 129"/>
                  <a:gd name="T21" fmla="*/ 206 h 249"/>
                  <a:gd name="T22" fmla="*/ 101 w 129"/>
                  <a:gd name="T23" fmla="*/ 224 h 249"/>
                  <a:gd name="T24" fmla="*/ 95 w 129"/>
                  <a:gd name="T25" fmla="*/ 262 h 249"/>
                  <a:gd name="T26" fmla="*/ 72 w 129"/>
                  <a:gd name="T27" fmla="*/ 276 h 249"/>
                  <a:gd name="T28" fmla="*/ 70 w 129"/>
                  <a:gd name="T29" fmla="*/ 295 h 249"/>
                  <a:gd name="T30" fmla="*/ 45 w 129"/>
                  <a:gd name="T31" fmla="*/ 302 h 249"/>
                  <a:gd name="T32" fmla="*/ 44 w 129"/>
                  <a:gd name="T33" fmla="*/ 320 h 249"/>
                  <a:gd name="T34" fmla="*/ 24 w 129"/>
                  <a:gd name="T35" fmla="*/ 352 h 249"/>
                  <a:gd name="T36" fmla="*/ 37 w 129"/>
                  <a:gd name="T37" fmla="*/ 358 h 249"/>
                  <a:gd name="T38" fmla="*/ 63 w 129"/>
                  <a:gd name="T39" fmla="*/ 359 h 249"/>
                  <a:gd name="T40" fmla="*/ 101 w 129"/>
                  <a:gd name="T41" fmla="*/ 334 h 249"/>
                  <a:gd name="T42" fmla="*/ 141 w 129"/>
                  <a:gd name="T43" fmla="*/ 299 h 249"/>
                  <a:gd name="T44" fmla="*/ 163 w 129"/>
                  <a:gd name="T45" fmla="*/ 286 h 249"/>
                  <a:gd name="T46" fmla="*/ 169 w 129"/>
                  <a:gd name="T47" fmla="*/ 262 h 249"/>
                  <a:gd name="T48" fmla="*/ 178 w 129"/>
                  <a:gd name="T49" fmla="*/ 219 h 249"/>
                  <a:gd name="T50" fmla="*/ 195 w 129"/>
                  <a:gd name="T51" fmla="*/ 176 h 249"/>
                  <a:gd name="T52" fmla="*/ 186 w 129"/>
                  <a:gd name="T53" fmla="*/ 119 h 249"/>
                  <a:gd name="T54" fmla="*/ 171 w 129"/>
                  <a:gd name="T55" fmla="*/ 33 h 249"/>
                  <a:gd name="T56" fmla="*/ 20 w 129"/>
                  <a:gd name="T57" fmla="*/ 81 h 249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129" h="249">
                    <a:moveTo>
                      <a:pt x="13" y="54"/>
                    </a:moveTo>
                    <a:cubicBezTo>
                      <a:pt x="13" y="54"/>
                      <a:pt x="12" y="68"/>
                      <a:pt x="11" y="79"/>
                    </a:cubicBezTo>
                    <a:cubicBezTo>
                      <a:pt x="10" y="89"/>
                      <a:pt x="10" y="98"/>
                      <a:pt x="9" y="112"/>
                    </a:cubicBezTo>
                    <a:cubicBezTo>
                      <a:pt x="9" y="126"/>
                      <a:pt x="6" y="153"/>
                      <a:pt x="5" y="162"/>
                    </a:cubicBezTo>
                    <a:cubicBezTo>
                      <a:pt x="3" y="172"/>
                      <a:pt x="0" y="195"/>
                      <a:pt x="13" y="198"/>
                    </a:cubicBezTo>
                    <a:cubicBezTo>
                      <a:pt x="22" y="200"/>
                      <a:pt x="25" y="194"/>
                      <a:pt x="25" y="194"/>
                    </a:cubicBezTo>
                    <a:cubicBezTo>
                      <a:pt x="25" y="194"/>
                      <a:pt x="39" y="185"/>
                      <a:pt x="42" y="172"/>
                    </a:cubicBezTo>
                    <a:cubicBezTo>
                      <a:pt x="45" y="158"/>
                      <a:pt x="40" y="147"/>
                      <a:pt x="44" y="138"/>
                    </a:cubicBezTo>
                    <a:cubicBezTo>
                      <a:pt x="48" y="129"/>
                      <a:pt x="49" y="116"/>
                      <a:pt x="49" y="116"/>
                    </a:cubicBezTo>
                    <a:cubicBezTo>
                      <a:pt x="49" y="116"/>
                      <a:pt x="53" y="119"/>
                      <a:pt x="56" y="125"/>
                    </a:cubicBezTo>
                    <a:cubicBezTo>
                      <a:pt x="59" y="130"/>
                      <a:pt x="62" y="137"/>
                      <a:pt x="65" y="139"/>
                    </a:cubicBezTo>
                    <a:cubicBezTo>
                      <a:pt x="69" y="141"/>
                      <a:pt x="67" y="145"/>
                      <a:pt x="67" y="151"/>
                    </a:cubicBezTo>
                    <a:cubicBezTo>
                      <a:pt x="66" y="156"/>
                      <a:pt x="63" y="177"/>
                      <a:pt x="63" y="177"/>
                    </a:cubicBezTo>
                    <a:cubicBezTo>
                      <a:pt x="63" y="177"/>
                      <a:pt x="50" y="178"/>
                      <a:pt x="48" y="186"/>
                    </a:cubicBezTo>
                    <a:cubicBezTo>
                      <a:pt x="47" y="194"/>
                      <a:pt x="46" y="199"/>
                      <a:pt x="46" y="199"/>
                    </a:cubicBezTo>
                    <a:cubicBezTo>
                      <a:pt x="46" y="199"/>
                      <a:pt x="34" y="199"/>
                      <a:pt x="30" y="203"/>
                    </a:cubicBezTo>
                    <a:cubicBezTo>
                      <a:pt x="26" y="207"/>
                      <a:pt x="29" y="216"/>
                      <a:pt x="29" y="216"/>
                    </a:cubicBezTo>
                    <a:cubicBezTo>
                      <a:pt x="29" y="216"/>
                      <a:pt x="12" y="226"/>
                      <a:pt x="16" y="238"/>
                    </a:cubicBezTo>
                    <a:cubicBezTo>
                      <a:pt x="18" y="241"/>
                      <a:pt x="24" y="241"/>
                      <a:pt x="24" y="241"/>
                    </a:cubicBezTo>
                    <a:cubicBezTo>
                      <a:pt x="24" y="241"/>
                      <a:pt x="30" y="249"/>
                      <a:pt x="42" y="242"/>
                    </a:cubicBezTo>
                    <a:cubicBezTo>
                      <a:pt x="53" y="235"/>
                      <a:pt x="61" y="229"/>
                      <a:pt x="67" y="225"/>
                    </a:cubicBezTo>
                    <a:cubicBezTo>
                      <a:pt x="73" y="222"/>
                      <a:pt x="90" y="206"/>
                      <a:pt x="93" y="202"/>
                    </a:cubicBezTo>
                    <a:cubicBezTo>
                      <a:pt x="93" y="202"/>
                      <a:pt x="105" y="195"/>
                      <a:pt x="108" y="193"/>
                    </a:cubicBezTo>
                    <a:cubicBezTo>
                      <a:pt x="111" y="191"/>
                      <a:pt x="110" y="185"/>
                      <a:pt x="112" y="177"/>
                    </a:cubicBezTo>
                    <a:cubicBezTo>
                      <a:pt x="113" y="169"/>
                      <a:pt x="114" y="152"/>
                      <a:pt x="118" y="147"/>
                    </a:cubicBezTo>
                    <a:cubicBezTo>
                      <a:pt x="122" y="142"/>
                      <a:pt x="129" y="131"/>
                      <a:pt x="129" y="118"/>
                    </a:cubicBezTo>
                    <a:cubicBezTo>
                      <a:pt x="128" y="106"/>
                      <a:pt x="126" y="95"/>
                      <a:pt x="123" y="80"/>
                    </a:cubicBezTo>
                    <a:cubicBezTo>
                      <a:pt x="121" y="65"/>
                      <a:pt x="111" y="35"/>
                      <a:pt x="113" y="22"/>
                    </a:cubicBezTo>
                    <a:cubicBezTo>
                      <a:pt x="113" y="22"/>
                      <a:pt x="47" y="0"/>
                      <a:pt x="13" y="54"/>
                    </a:cubicBezTo>
                    <a:close/>
                  </a:path>
                </a:pathLst>
              </a:custGeom>
              <a:solidFill>
                <a:srgbClr val="F8F3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6654" name="Freeform 182">
                <a:extLst>
                  <a:ext uri="{FF2B5EF4-FFF2-40B4-BE49-F238E27FC236}">
                    <a16:creationId xmlns:a16="http://schemas.microsoft.com/office/drawing/2014/main" id="{5C8E68A5-A847-4A1F-8B5F-788AC59601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9" y="2274"/>
                <a:ext cx="149" cy="264"/>
              </a:xfrm>
              <a:custGeom>
                <a:avLst/>
                <a:gdLst>
                  <a:gd name="T0" fmla="*/ 11 w 130"/>
                  <a:gd name="T1" fmla="*/ 94 h 231"/>
                  <a:gd name="T2" fmla="*/ 2 w 130"/>
                  <a:gd name="T3" fmla="*/ 262 h 231"/>
                  <a:gd name="T4" fmla="*/ 34 w 130"/>
                  <a:gd name="T5" fmla="*/ 272 h 231"/>
                  <a:gd name="T6" fmla="*/ 50 w 130"/>
                  <a:gd name="T7" fmla="*/ 258 h 231"/>
                  <a:gd name="T8" fmla="*/ 69 w 130"/>
                  <a:gd name="T9" fmla="*/ 184 h 231"/>
                  <a:gd name="T10" fmla="*/ 71 w 130"/>
                  <a:gd name="T11" fmla="*/ 150 h 231"/>
                  <a:gd name="T12" fmla="*/ 71 w 130"/>
                  <a:gd name="T13" fmla="*/ 153 h 231"/>
                  <a:gd name="T14" fmla="*/ 96 w 130"/>
                  <a:gd name="T15" fmla="*/ 189 h 231"/>
                  <a:gd name="T16" fmla="*/ 91 w 130"/>
                  <a:gd name="T17" fmla="*/ 240 h 231"/>
                  <a:gd name="T18" fmla="*/ 73 w 130"/>
                  <a:gd name="T19" fmla="*/ 245 h 231"/>
                  <a:gd name="T20" fmla="*/ 69 w 130"/>
                  <a:gd name="T21" fmla="*/ 273 h 231"/>
                  <a:gd name="T22" fmla="*/ 42 w 130"/>
                  <a:gd name="T23" fmla="*/ 278 h 231"/>
                  <a:gd name="T24" fmla="*/ 41 w 130"/>
                  <a:gd name="T25" fmla="*/ 295 h 231"/>
                  <a:gd name="T26" fmla="*/ 21 w 130"/>
                  <a:gd name="T27" fmla="*/ 331 h 231"/>
                  <a:gd name="T28" fmla="*/ 34 w 130"/>
                  <a:gd name="T29" fmla="*/ 336 h 231"/>
                  <a:gd name="T30" fmla="*/ 63 w 130"/>
                  <a:gd name="T31" fmla="*/ 341 h 231"/>
                  <a:gd name="T32" fmla="*/ 135 w 130"/>
                  <a:gd name="T33" fmla="*/ 283 h 231"/>
                  <a:gd name="T34" fmla="*/ 149 w 130"/>
                  <a:gd name="T35" fmla="*/ 274 h 231"/>
                  <a:gd name="T36" fmla="*/ 171 w 130"/>
                  <a:gd name="T37" fmla="*/ 241 h 231"/>
                  <a:gd name="T38" fmla="*/ 196 w 130"/>
                  <a:gd name="T39" fmla="*/ 155 h 231"/>
                  <a:gd name="T40" fmla="*/ 172 w 130"/>
                  <a:gd name="T41" fmla="*/ 15 h 231"/>
                  <a:gd name="T42" fmla="*/ 120 w 130"/>
                  <a:gd name="T43" fmla="*/ 0 h 231"/>
                  <a:gd name="T44" fmla="*/ 15 w 130"/>
                  <a:gd name="T45" fmla="*/ 56 h 231"/>
                  <a:gd name="T46" fmla="*/ 120 w 130"/>
                  <a:gd name="T47" fmla="*/ 7 h 231"/>
                  <a:gd name="T48" fmla="*/ 167 w 130"/>
                  <a:gd name="T49" fmla="*/ 11 h 231"/>
                  <a:gd name="T50" fmla="*/ 172 w 130"/>
                  <a:gd name="T51" fmla="*/ 56 h 231"/>
                  <a:gd name="T52" fmla="*/ 173 w 130"/>
                  <a:gd name="T53" fmla="*/ 194 h 231"/>
                  <a:gd name="T54" fmla="*/ 162 w 130"/>
                  <a:gd name="T55" fmla="*/ 255 h 231"/>
                  <a:gd name="T56" fmla="*/ 136 w 130"/>
                  <a:gd name="T57" fmla="*/ 274 h 231"/>
                  <a:gd name="T58" fmla="*/ 116 w 130"/>
                  <a:gd name="T59" fmla="*/ 295 h 231"/>
                  <a:gd name="T60" fmla="*/ 39 w 130"/>
                  <a:gd name="T61" fmla="*/ 336 h 231"/>
                  <a:gd name="T62" fmla="*/ 38 w 130"/>
                  <a:gd name="T63" fmla="*/ 335 h 231"/>
                  <a:gd name="T64" fmla="*/ 37 w 130"/>
                  <a:gd name="T65" fmla="*/ 335 h 231"/>
                  <a:gd name="T66" fmla="*/ 34 w 130"/>
                  <a:gd name="T67" fmla="*/ 333 h 231"/>
                  <a:gd name="T68" fmla="*/ 25 w 130"/>
                  <a:gd name="T69" fmla="*/ 326 h 231"/>
                  <a:gd name="T70" fmla="*/ 44 w 130"/>
                  <a:gd name="T71" fmla="*/ 302 h 231"/>
                  <a:gd name="T72" fmla="*/ 45 w 130"/>
                  <a:gd name="T73" fmla="*/ 296 h 231"/>
                  <a:gd name="T74" fmla="*/ 62 w 130"/>
                  <a:gd name="T75" fmla="*/ 275 h 231"/>
                  <a:gd name="T76" fmla="*/ 71 w 130"/>
                  <a:gd name="T77" fmla="*/ 274 h 231"/>
                  <a:gd name="T78" fmla="*/ 92 w 130"/>
                  <a:gd name="T79" fmla="*/ 243 h 231"/>
                  <a:gd name="T80" fmla="*/ 96 w 130"/>
                  <a:gd name="T81" fmla="*/ 241 h 231"/>
                  <a:gd name="T82" fmla="*/ 100 w 130"/>
                  <a:gd name="T83" fmla="*/ 182 h 231"/>
                  <a:gd name="T84" fmla="*/ 70 w 130"/>
                  <a:gd name="T85" fmla="*/ 145 h 231"/>
                  <a:gd name="T86" fmla="*/ 61 w 130"/>
                  <a:gd name="T87" fmla="*/ 198 h 231"/>
                  <a:gd name="T88" fmla="*/ 38 w 130"/>
                  <a:gd name="T89" fmla="*/ 262 h 231"/>
                  <a:gd name="T90" fmla="*/ 33 w 130"/>
                  <a:gd name="T91" fmla="*/ 264 h 231"/>
                  <a:gd name="T92" fmla="*/ 33 w 130"/>
                  <a:gd name="T93" fmla="*/ 264 h 231"/>
                  <a:gd name="T94" fmla="*/ 24 w 130"/>
                  <a:gd name="T95" fmla="*/ 269 h 231"/>
                  <a:gd name="T96" fmla="*/ 7 w 130"/>
                  <a:gd name="T97" fmla="*/ 240 h 231"/>
                  <a:gd name="T98" fmla="*/ 21 w 130"/>
                  <a:gd name="T99" fmla="*/ 56 h 231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0" t="0" r="r" b="b"/>
                <a:pathLst>
                  <a:path w="130" h="231">
                    <a:moveTo>
                      <a:pt x="12" y="38"/>
                    </a:moveTo>
                    <a:cubicBezTo>
                      <a:pt x="10" y="38"/>
                      <a:pt x="10" y="38"/>
                      <a:pt x="10" y="38"/>
                    </a:cubicBezTo>
                    <a:cubicBezTo>
                      <a:pt x="10" y="38"/>
                      <a:pt x="10" y="41"/>
                      <a:pt x="9" y="46"/>
                    </a:cubicBezTo>
                    <a:cubicBezTo>
                      <a:pt x="9" y="51"/>
                      <a:pt x="8" y="57"/>
                      <a:pt x="8" y="63"/>
                    </a:cubicBezTo>
                    <a:cubicBezTo>
                      <a:pt x="7" y="73"/>
                      <a:pt x="7" y="81"/>
                      <a:pt x="6" y="96"/>
                    </a:cubicBezTo>
                    <a:cubicBezTo>
                      <a:pt x="6" y="109"/>
                      <a:pt x="3" y="137"/>
                      <a:pt x="2" y="146"/>
                    </a:cubicBezTo>
                    <a:cubicBezTo>
                      <a:pt x="1" y="149"/>
                      <a:pt x="0" y="155"/>
                      <a:pt x="0" y="161"/>
                    </a:cubicBezTo>
                    <a:cubicBezTo>
                      <a:pt x="0" y="166"/>
                      <a:pt x="1" y="171"/>
                      <a:pt x="2" y="175"/>
                    </a:cubicBezTo>
                    <a:cubicBezTo>
                      <a:pt x="3" y="177"/>
                      <a:pt x="4" y="179"/>
                      <a:pt x="6" y="181"/>
                    </a:cubicBezTo>
                    <a:cubicBezTo>
                      <a:pt x="8" y="182"/>
                      <a:pt x="10" y="184"/>
                      <a:pt x="12" y="184"/>
                    </a:cubicBezTo>
                    <a:cubicBezTo>
                      <a:pt x="13" y="184"/>
                      <a:pt x="15" y="184"/>
                      <a:pt x="16" y="184"/>
                    </a:cubicBezTo>
                    <a:cubicBezTo>
                      <a:pt x="19" y="184"/>
                      <a:pt x="22" y="183"/>
                      <a:pt x="23" y="182"/>
                    </a:cubicBezTo>
                    <a:cubicBezTo>
                      <a:pt x="25" y="180"/>
                      <a:pt x="26" y="179"/>
                      <a:pt x="26" y="179"/>
                    </a:cubicBezTo>
                    <a:cubicBezTo>
                      <a:pt x="24" y="178"/>
                      <a:pt x="24" y="178"/>
                      <a:pt x="24" y="178"/>
                    </a:cubicBezTo>
                    <a:cubicBezTo>
                      <a:pt x="25" y="180"/>
                      <a:pt x="25" y="180"/>
                      <a:pt x="25" y="180"/>
                    </a:cubicBezTo>
                    <a:cubicBezTo>
                      <a:pt x="25" y="180"/>
                      <a:pt x="29" y="177"/>
                      <a:pt x="33" y="173"/>
                    </a:cubicBezTo>
                    <a:cubicBezTo>
                      <a:pt x="37" y="169"/>
                      <a:pt x="42" y="163"/>
                      <a:pt x="43" y="156"/>
                    </a:cubicBezTo>
                    <a:cubicBezTo>
                      <a:pt x="44" y="152"/>
                      <a:pt x="44" y="148"/>
                      <a:pt x="44" y="145"/>
                    </a:cubicBezTo>
                    <a:cubicBezTo>
                      <a:pt x="44" y="140"/>
                      <a:pt x="44" y="136"/>
                      <a:pt x="44" y="132"/>
                    </a:cubicBezTo>
                    <a:cubicBezTo>
                      <a:pt x="44" y="129"/>
                      <a:pt x="44" y="126"/>
                      <a:pt x="45" y="123"/>
                    </a:cubicBezTo>
                    <a:cubicBezTo>
                      <a:pt x="49" y="114"/>
                      <a:pt x="50" y="101"/>
                      <a:pt x="50" y="100"/>
                    </a:cubicBezTo>
                    <a:cubicBezTo>
                      <a:pt x="48" y="100"/>
                      <a:pt x="48" y="100"/>
                      <a:pt x="48" y="100"/>
                    </a:cubicBezTo>
                    <a:cubicBezTo>
                      <a:pt x="47" y="102"/>
                      <a:pt x="47" y="102"/>
                      <a:pt x="47" y="102"/>
                    </a:cubicBezTo>
                    <a:cubicBezTo>
                      <a:pt x="47" y="101"/>
                      <a:pt x="47" y="101"/>
                      <a:pt x="47" y="101"/>
                    </a:cubicBezTo>
                    <a:cubicBezTo>
                      <a:pt x="47" y="102"/>
                      <a:pt x="47" y="102"/>
                      <a:pt x="47" y="102"/>
                    </a:cubicBezTo>
                    <a:cubicBezTo>
                      <a:pt x="47" y="102"/>
                      <a:pt x="47" y="102"/>
                      <a:pt x="47" y="102"/>
                    </a:cubicBezTo>
                    <a:cubicBezTo>
                      <a:pt x="47" y="101"/>
                      <a:pt x="47" y="101"/>
                      <a:pt x="47" y="101"/>
                    </a:cubicBezTo>
                    <a:cubicBezTo>
                      <a:pt x="47" y="102"/>
                      <a:pt x="47" y="102"/>
                      <a:pt x="47" y="102"/>
                    </a:cubicBezTo>
                    <a:cubicBezTo>
                      <a:pt x="47" y="102"/>
                      <a:pt x="51" y="104"/>
                      <a:pt x="53" y="109"/>
                    </a:cubicBezTo>
                    <a:cubicBezTo>
                      <a:pt x="55" y="112"/>
                      <a:pt x="56" y="116"/>
                      <a:pt x="58" y="118"/>
                    </a:cubicBezTo>
                    <a:cubicBezTo>
                      <a:pt x="60" y="121"/>
                      <a:pt x="61" y="123"/>
                      <a:pt x="63" y="125"/>
                    </a:cubicBezTo>
                    <a:cubicBezTo>
                      <a:pt x="64" y="125"/>
                      <a:pt x="64" y="125"/>
                      <a:pt x="64" y="126"/>
                    </a:cubicBezTo>
                    <a:cubicBezTo>
                      <a:pt x="64" y="126"/>
                      <a:pt x="64" y="126"/>
                      <a:pt x="64" y="127"/>
                    </a:cubicBezTo>
                    <a:cubicBezTo>
                      <a:pt x="64" y="129"/>
                      <a:pt x="64" y="131"/>
                      <a:pt x="64" y="134"/>
                    </a:cubicBezTo>
                    <a:cubicBezTo>
                      <a:pt x="63" y="137"/>
                      <a:pt x="62" y="144"/>
                      <a:pt x="62" y="150"/>
                    </a:cubicBezTo>
                    <a:cubicBezTo>
                      <a:pt x="61" y="156"/>
                      <a:pt x="60" y="161"/>
                      <a:pt x="60" y="161"/>
                    </a:cubicBezTo>
                    <a:cubicBezTo>
                      <a:pt x="62" y="161"/>
                      <a:pt x="62" y="161"/>
                      <a:pt x="62" y="161"/>
                    </a:cubicBezTo>
                    <a:cubicBezTo>
                      <a:pt x="62" y="159"/>
                      <a:pt x="62" y="159"/>
                      <a:pt x="62" y="159"/>
                    </a:cubicBezTo>
                    <a:cubicBezTo>
                      <a:pt x="62" y="159"/>
                      <a:pt x="58" y="159"/>
                      <a:pt x="55" y="161"/>
                    </a:cubicBezTo>
                    <a:cubicBezTo>
                      <a:pt x="53" y="161"/>
                      <a:pt x="51" y="162"/>
                      <a:pt x="49" y="164"/>
                    </a:cubicBezTo>
                    <a:cubicBezTo>
                      <a:pt x="47" y="165"/>
                      <a:pt x="46" y="167"/>
                      <a:pt x="45" y="170"/>
                    </a:cubicBezTo>
                    <a:cubicBezTo>
                      <a:pt x="45" y="174"/>
                      <a:pt x="44" y="177"/>
                      <a:pt x="43" y="179"/>
                    </a:cubicBezTo>
                    <a:cubicBezTo>
                      <a:pt x="43" y="182"/>
                      <a:pt x="43" y="183"/>
                      <a:pt x="43" y="183"/>
                    </a:cubicBezTo>
                    <a:cubicBezTo>
                      <a:pt x="45" y="183"/>
                      <a:pt x="45" y="183"/>
                      <a:pt x="45" y="183"/>
                    </a:cubicBezTo>
                    <a:cubicBezTo>
                      <a:pt x="45" y="181"/>
                      <a:pt x="45" y="181"/>
                      <a:pt x="45" y="181"/>
                    </a:cubicBezTo>
                    <a:cubicBezTo>
                      <a:pt x="45" y="181"/>
                      <a:pt x="42" y="181"/>
                      <a:pt x="38" y="182"/>
                    </a:cubicBezTo>
                    <a:cubicBezTo>
                      <a:pt x="36" y="182"/>
                      <a:pt x="34" y="182"/>
                      <a:pt x="32" y="183"/>
                    </a:cubicBezTo>
                    <a:cubicBezTo>
                      <a:pt x="31" y="184"/>
                      <a:pt x="29" y="185"/>
                      <a:pt x="28" y="186"/>
                    </a:cubicBezTo>
                    <a:cubicBezTo>
                      <a:pt x="26" y="188"/>
                      <a:pt x="25" y="191"/>
                      <a:pt x="25" y="194"/>
                    </a:cubicBezTo>
                    <a:cubicBezTo>
                      <a:pt x="25" y="197"/>
                      <a:pt x="26" y="200"/>
                      <a:pt x="26" y="200"/>
                    </a:cubicBezTo>
                    <a:cubicBezTo>
                      <a:pt x="28" y="200"/>
                      <a:pt x="28" y="200"/>
                      <a:pt x="28" y="200"/>
                    </a:cubicBezTo>
                    <a:cubicBezTo>
                      <a:pt x="27" y="198"/>
                      <a:pt x="27" y="198"/>
                      <a:pt x="27" y="198"/>
                    </a:cubicBezTo>
                    <a:cubicBezTo>
                      <a:pt x="27" y="198"/>
                      <a:pt x="23" y="200"/>
                      <a:pt x="20" y="204"/>
                    </a:cubicBezTo>
                    <a:cubicBezTo>
                      <a:pt x="18" y="205"/>
                      <a:pt x="17" y="207"/>
                      <a:pt x="15" y="210"/>
                    </a:cubicBezTo>
                    <a:cubicBezTo>
                      <a:pt x="14" y="212"/>
                      <a:pt x="13" y="215"/>
                      <a:pt x="13" y="218"/>
                    </a:cubicBezTo>
                    <a:cubicBezTo>
                      <a:pt x="13" y="219"/>
                      <a:pt x="13" y="221"/>
                      <a:pt x="14" y="222"/>
                    </a:cubicBezTo>
                    <a:cubicBezTo>
                      <a:pt x="14" y="224"/>
                      <a:pt x="15" y="225"/>
                      <a:pt x="16" y="225"/>
                    </a:cubicBezTo>
                    <a:cubicBezTo>
                      <a:pt x="18" y="226"/>
                      <a:pt x="19" y="226"/>
                      <a:pt x="21" y="227"/>
                    </a:cubicBezTo>
                    <a:cubicBezTo>
                      <a:pt x="22" y="227"/>
                      <a:pt x="23" y="227"/>
                      <a:pt x="23" y="227"/>
                    </a:cubicBezTo>
                    <a:cubicBezTo>
                      <a:pt x="23" y="225"/>
                      <a:pt x="23" y="225"/>
                      <a:pt x="23" y="225"/>
                    </a:cubicBezTo>
                    <a:cubicBezTo>
                      <a:pt x="22" y="226"/>
                      <a:pt x="22" y="226"/>
                      <a:pt x="22" y="226"/>
                    </a:cubicBezTo>
                    <a:cubicBezTo>
                      <a:pt x="22" y="226"/>
                      <a:pt x="22" y="227"/>
                      <a:pt x="24" y="228"/>
                    </a:cubicBezTo>
                    <a:cubicBezTo>
                      <a:pt x="26" y="230"/>
                      <a:pt x="28" y="231"/>
                      <a:pt x="31" y="231"/>
                    </a:cubicBezTo>
                    <a:cubicBezTo>
                      <a:pt x="34" y="231"/>
                      <a:pt x="38" y="230"/>
                      <a:pt x="42" y="228"/>
                    </a:cubicBezTo>
                    <a:cubicBezTo>
                      <a:pt x="54" y="220"/>
                      <a:pt x="61" y="214"/>
                      <a:pt x="67" y="211"/>
                    </a:cubicBezTo>
                    <a:cubicBezTo>
                      <a:pt x="69" y="210"/>
                      <a:pt x="71" y="208"/>
                      <a:pt x="74" y="206"/>
                    </a:cubicBezTo>
                    <a:cubicBezTo>
                      <a:pt x="77" y="203"/>
                      <a:pt x="82" y="199"/>
                      <a:pt x="86" y="195"/>
                    </a:cubicBezTo>
                    <a:cubicBezTo>
                      <a:pt x="87" y="194"/>
                      <a:pt x="89" y="192"/>
                      <a:pt x="90" y="190"/>
                    </a:cubicBezTo>
                    <a:cubicBezTo>
                      <a:pt x="92" y="189"/>
                      <a:pt x="93" y="188"/>
                      <a:pt x="93" y="187"/>
                    </a:cubicBezTo>
                    <a:cubicBezTo>
                      <a:pt x="92" y="186"/>
                      <a:pt x="92" y="186"/>
                      <a:pt x="92" y="186"/>
                    </a:cubicBezTo>
                    <a:cubicBezTo>
                      <a:pt x="92" y="188"/>
                      <a:pt x="92" y="188"/>
                      <a:pt x="92" y="188"/>
                    </a:cubicBezTo>
                    <a:cubicBezTo>
                      <a:pt x="93" y="188"/>
                      <a:pt x="96" y="186"/>
                      <a:pt x="99" y="184"/>
                    </a:cubicBezTo>
                    <a:cubicBezTo>
                      <a:pt x="102" y="182"/>
                      <a:pt x="106" y="180"/>
                      <a:pt x="108" y="179"/>
                    </a:cubicBezTo>
                    <a:cubicBezTo>
                      <a:pt x="109" y="178"/>
                      <a:pt x="110" y="177"/>
                      <a:pt x="110" y="176"/>
                    </a:cubicBezTo>
                    <a:cubicBezTo>
                      <a:pt x="111" y="174"/>
                      <a:pt x="111" y="172"/>
                      <a:pt x="112" y="169"/>
                    </a:cubicBezTo>
                    <a:cubicBezTo>
                      <a:pt x="112" y="167"/>
                      <a:pt x="112" y="164"/>
                      <a:pt x="113" y="162"/>
                    </a:cubicBezTo>
                    <a:cubicBezTo>
                      <a:pt x="114" y="158"/>
                      <a:pt x="114" y="151"/>
                      <a:pt x="115" y="145"/>
                    </a:cubicBezTo>
                    <a:cubicBezTo>
                      <a:pt x="116" y="143"/>
                      <a:pt x="116" y="140"/>
                      <a:pt x="117" y="137"/>
                    </a:cubicBezTo>
                    <a:cubicBezTo>
                      <a:pt x="117" y="135"/>
                      <a:pt x="118" y="133"/>
                      <a:pt x="119" y="132"/>
                    </a:cubicBezTo>
                    <a:cubicBezTo>
                      <a:pt x="122" y="127"/>
                      <a:pt x="130" y="116"/>
                      <a:pt x="130" y="104"/>
                    </a:cubicBezTo>
                    <a:cubicBezTo>
                      <a:pt x="130" y="103"/>
                      <a:pt x="130" y="103"/>
                      <a:pt x="130" y="102"/>
                    </a:cubicBezTo>
                    <a:cubicBezTo>
                      <a:pt x="129" y="90"/>
                      <a:pt x="127" y="79"/>
                      <a:pt x="124" y="63"/>
                    </a:cubicBezTo>
                    <a:cubicBezTo>
                      <a:pt x="123" y="56"/>
                      <a:pt x="120" y="47"/>
                      <a:pt x="118" y="37"/>
                    </a:cubicBezTo>
                    <a:cubicBezTo>
                      <a:pt x="116" y="27"/>
                      <a:pt x="114" y="17"/>
                      <a:pt x="114" y="10"/>
                    </a:cubicBezTo>
                    <a:cubicBezTo>
                      <a:pt x="114" y="9"/>
                      <a:pt x="114" y="8"/>
                      <a:pt x="114" y="7"/>
                    </a:cubicBezTo>
                    <a:cubicBezTo>
                      <a:pt x="114" y="5"/>
                      <a:pt x="114" y="5"/>
                      <a:pt x="114" y="5"/>
                    </a:cubicBezTo>
                    <a:cubicBezTo>
                      <a:pt x="113" y="5"/>
                      <a:pt x="113" y="5"/>
                      <a:pt x="113" y="5"/>
                    </a:cubicBezTo>
                    <a:cubicBezTo>
                      <a:pt x="112" y="5"/>
                      <a:pt x="98" y="0"/>
                      <a:pt x="80" y="0"/>
                    </a:cubicBezTo>
                    <a:cubicBezTo>
                      <a:pt x="69" y="0"/>
                      <a:pt x="56" y="1"/>
                      <a:pt x="44" y="7"/>
                    </a:cubicBezTo>
                    <a:cubicBezTo>
                      <a:pt x="31" y="12"/>
                      <a:pt x="20" y="22"/>
                      <a:pt x="10" y="37"/>
                    </a:cubicBezTo>
                    <a:cubicBezTo>
                      <a:pt x="10" y="37"/>
                      <a:pt x="10" y="37"/>
                      <a:pt x="10" y="37"/>
                    </a:cubicBezTo>
                    <a:cubicBezTo>
                      <a:pt x="10" y="38"/>
                      <a:pt x="10" y="38"/>
                      <a:pt x="10" y="38"/>
                    </a:cubicBezTo>
                    <a:cubicBezTo>
                      <a:pt x="12" y="38"/>
                      <a:pt x="12" y="38"/>
                      <a:pt x="12" y="38"/>
                    </a:cubicBezTo>
                    <a:cubicBezTo>
                      <a:pt x="14" y="39"/>
                      <a:pt x="14" y="39"/>
                      <a:pt x="14" y="39"/>
                    </a:cubicBezTo>
                    <a:cubicBezTo>
                      <a:pt x="23" y="24"/>
                      <a:pt x="34" y="16"/>
                      <a:pt x="45" y="11"/>
                    </a:cubicBezTo>
                    <a:cubicBezTo>
                      <a:pt x="57" y="5"/>
                      <a:pt x="69" y="4"/>
                      <a:pt x="80" y="4"/>
                    </a:cubicBezTo>
                    <a:cubicBezTo>
                      <a:pt x="89" y="4"/>
                      <a:pt x="97" y="5"/>
                      <a:pt x="102" y="6"/>
                    </a:cubicBezTo>
                    <a:cubicBezTo>
                      <a:pt x="105" y="7"/>
                      <a:pt x="107" y="7"/>
                      <a:pt x="109" y="8"/>
                    </a:cubicBezTo>
                    <a:cubicBezTo>
                      <a:pt x="110" y="8"/>
                      <a:pt x="110" y="8"/>
                      <a:pt x="111" y="8"/>
                    </a:cubicBezTo>
                    <a:cubicBezTo>
                      <a:pt x="111" y="8"/>
                      <a:pt x="111" y="8"/>
                      <a:pt x="111" y="8"/>
                    </a:cubicBezTo>
                    <a:cubicBezTo>
                      <a:pt x="112" y="6"/>
                      <a:pt x="112" y="6"/>
                      <a:pt x="112" y="6"/>
                    </a:cubicBezTo>
                    <a:cubicBezTo>
                      <a:pt x="110" y="6"/>
                      <a:pt x="110" y="6"/>
                      <a:pt x="110" y="6"/>
                    </a:cubicBezTo>
                    <a:cubicBezTo>
                      <a:pt x="110" y="7"/>
                      <a:pt x="110" y="9"/>
                      <a:pt x="110" y="10"/>
                    </a:cubicBezTo>
                    <a:cubicBezTo>
                      <a:pt x="110" y="18"/>
                      <a:pt x="112" y="28"/>
                      <a:pt x="114" y="38"/>
                    </a:cubicBezTo>
                    <a:cubicBezTo>
                      <a:pt x="117" y="48"/>
                      <a:pt x="119" y="57"/>
                      <a:pt x="120" y="64"/>
                    </a:cubicBezTo>
                    <a:cubicBezTo>
                      <a:pt x="123" y="79"/>
                      <a:pt x="125" y="90"/>
                      <a:pt x="126" y="102"/>
                    </a:cubicBezTo>
                    <a:cubicBezTo>
                      <a:pt x="126" y="103"/>
                      <a:pt x="126" y="103"/>
                      <a:pt x="126" y="104"/>
                    </a:cubicBezTo>
                    <a:cubicBezTo>
                      <a:pt x="126" y="115"/>
                      <a:pt x="119" y="125"/>
                      <a:pt x="115" y="130"/>
                    </a:cubicBezTo>
                    <a:cubicBezTo>
                      <a:pt x="114" y="132"/>
                      <a:pt x="114" y="134"/>
                      <a:pt x="113" y="136"/>
                    </a:cubicBezTo>
                    <a:cubicBezTo>
                      <a:pt x="112" y="140"/>
                      <a:pt x="111" y="145"/>
                      <a:pt x="111" y="149"/>
                    </a:cubicBezTo>
                    <a:cubicBezTo>
                      <a:pt x="110" y="154"/>
                      <a:pt x="109" y="158"/>
                      <a:pt x="109" y="161"/>
                    </a:cubicBezTo>
                    <a:cubicBezTo>
                      <a:pt x="108" y="165"/>
                      <a:pt x="108" y="168"/>
                      <a:pt x="107" y="171"/>
                    </a:cubicBezTo>
                    <a:cubicBezTo>
                      <a:pt x="107" y="172"/>
                      <a:pt x="107" y="174"/>
                      <a:pt x="107" y="174"/>
                    </a:cubicBezTo>
                    <a:cubicBezTo>
                      <a:pt x="106" y="175"/>
                      <a:pt x="106" y="175"/>
                      <a:pt x="106" y="176"/>
                    </a:cubicBezTo>
                    <a:cubicBezTo>
                      <a:pt x="104" y="177"/>
                      <a:pt x="100" y="179"/>
                      <a:pt x="97" y="181"/>
                    </a:cubicBezTo>
                    <a:cubicBezTo>
                      <a:pt x="94" y="182"/>
                      <a:pt x="91" y="184"/>
                      <a:pt x="91" y="184"/>
                    </a:cubicBezTo>
                    <a:cubicBezTo>
                      <a:pt x="90" y="184"/>
                      <a:pt x="90" y="184"/>
                      <a:pt x="90" y="184"/>
                    </a:cubicBezTo>
                    <a:cubicBezTo>
                      <a:pt x="90" y="185"/>
                      <a:pt x="90" y="185"/>
                      <a:pt x="90" y="185"/>
                    </a:cubicBezTo>
                    <a:cubicBezTo>
                      <a:pt x="90" y="185"/>
                      <a:pt x="89" y="186"/>
                      <a:pt x="89" y="187"/>
                    </a:cubicBezTo>
                    <a:cubicBezTo>
                      <a:pt x="86" y="189"/>
                      <a:pt x="82" y="194"/>
                      <a:pt x="77" y="198"/>
                    </a:cubicBezTo>
                    <a:cubicBezTo>
                      <a:pt x="72" y="202"/>
                      <a:pt x="67" y="206"/>
                      <a:pt x="65" y="207"/>
                    </a:cubicBezTo>
                    <a:cubicBezTo>
                      <a:pt x="59" y="211"/>
                      <a:pt x="51" y="217"/>
                      <a:pt x="39" y="224"/>
                    </a:cubicBezTo>
                    <a:cubicBezTo>
                      <a:pt x="36" y="226"/>
                      <a:pt x="33" y="227"/>
                      <a:pt x="31" y="227"/>
                    </a:cubicBezTo>
                    <a:cubicBezTo>
                      <a:pt x="29" y="227"/>
                      <a:pt x="28" y="226"/>
                      <a:pt x="26" y="225"/>
                    </a:cubicBezTo>
                    <a:cubicBezTo>
                      <a:pt x="26" y="225"/>
                      <a:pt x="26" y="224"/>
                      <a:pt x="25" y="224"/>
                    </a:cubicBezTo>
                    <a:cubicBezTo>
                      <a:pt x="25" y="224"/>
                      <a:pt x="25" y="224"/>
                      <a:pt x="25" y="224"/>
                    </a:cubicBezTo>
                    <a:cubicBezTo>
                      <a:pt x="25" y="224"/>
                      <a:pt x="25" y="224"/>
                      <a:pt x="25" y="224"/>
                    </a:cubicBezTo>
                    <a:cubicBezTo>
                      <a:pt x="25" y="224"/>
                      <a:pt x="25" y="224"/>
                      <a:pt x="25" y="224"/>
                    </a:cubicBezTo>
                    <a:cubicBezTo>
                      <a:pt x="24" y="224"/>
                      <a:pt x="24" y="224"/>
                      <a:pt x="24" y="224"/>
                    </a:cubicBezTo>
                    <a:cubicBezTo>
                      <a:pt x="25" y="224"/>
                      <a:pt x="25" y="224"/>
                      <a:pt x="25" y="224"/>
                    </a:cubicBezTo>
                    <a:cubicBezTo>
                      <a:pt x="25" y="224"/>
                      <a:pt x="25" y="224"/>
                      <a:pt x="25" y="224"/>
                    </a:cubicBezTo>
                    <a:cubicBezTo>
                      <a:pt x="24" y="224"/>
                      <a:pt x="24" y="224"/>
                      <a:pt x="24" y="224"/>
                    </a:cubicBezTo>
                    <a:cubicBezTo>
                      <a:pt x="25" y="224"/>
                      <a:pt x="25" y="224"/>
                      <a:pt x="25" y="224"/>
                    </a:cubicBezTo>
                    <a:cubicBezTo>
                      <a:pt x="24" y="223"/>
                      <a:pt x="24" y="223"/>
                      <a:pt x="24" y="223"/>
                    </a:cubicBezTo>
                    <a:cubicBezTo>
                      <a:pt x="23" y="223"/>
                      <a:pt x="23" y="223"/>
                      <a:pt x="23" y="223"/>
                    </a:cubicBezTo>
                    <a:cubicBezTo>
                      <a:pt x="23" y="223"/>
                      <a:pt x="23" y="223"/>
                      <a:pt x="23" y="223"/>
                    </a:cubicBezTo>
                    <a:cubicBezTo>
                      <a:pt x="23" y="223"/>
                      <a:pt x="21" y="223"/>
                      <a:pt x="20" y="222"/>
                    </a:cubicBezTo>
                    <a:cubicBezTo>
                      <a:pt x="19" y="222"/>
                      <a:pt x="18" y="222"/>
                      <a:pt x="18" y="222"/>
                    </a:cubicBezTo>
                    <a:cubicBezTo>
                      <a:pt x="18" y="221"/>
                      <a:pt x="17" y="221"/>
                      <a:pt x="17" y="221"/>
                    </a:cubicBezTo>
                    <a:cubicBezTo>
                      <a:pt x="17" y="220"/>
                      <a:pt x="17" y="219"/>
                      <a:pt x="17" y="218"/>
                    </a:cubicBezTo>
                    <a:cubicBezTo>
                      <a:pt x="17" y="216"/>
                      <a:pt x="18" y="214"/>
                      <a:pt x="19" y="212"/>
                    </a:cubicBezTo>
                    <a:cubicBezTo>
                      <a:pt x="20" y="209"/>
                      <a:pt x="23" y="206"/>
                      <a:pt x="25" y="204"/>
                    </a:cubicBezTo>
                    <a:cubicBezTo>
                      <a:pt x="26" y="203"/>
                      <a:pt x="27" y="203"/>
                      <a:pt x="28" y="202"/>
                    </a:cubicBezTo>
                    <a:cubicBezTo>
                      <a:pt x="29" y="202"/>
                      <a:pt x="29" y="202"/>
                      <a:pt x="29" y="202"/>
                    </a:cubicBezTo>
                    <a:cubicBezTo>
                      <a:pt x="29" y="202"/>
                      <a:pt x="29" y="202"/>
                      <a:pt x="29" y="202"/>
                    </a:cubicBezTo>
                    <a:cubicBezTo>
                      <a:pt x="30" y="201"/>
                      <a:pt x="30" y="201"/>
                      <a:pt x="30" y="201"/>
                    </a:cubicBezTo>
                    <a:cubicBezTo>
                      <a:pt x="30" y="199"/>
                      <a:pt x="30" y="199"/>
                      <a:pt x="30" y="199"/>
                    </a:cubicBezTo>
                    <a:cubicBezTo>
                      <a:pt x="30" y="199"/>
                      <a:pt x="30" y="199"/>
                      <a:pt x="30" y="199"/>
                    </a:cubicBezTo>
                    <a:cubicBezTo>
                      <a:pt x="30" y="199"/>
                      <a:pt x="29" y="196"/>
                      <a:pt x="29" y="194"/>
                    </a:cubicBezTo>
                    <a:cubicBezTo>
                      <a:pt x="29" y="192"/>
                      <a:pt x="30" y="190"/>
                      <a:pt x="31" y="189"/>
                    </a:cubicBezTo>
                    <a:cubicBezTo>
                      <a:pt x="31" y="188"/>
                      <a:pt x="32" y="187"/>
                      <a:pt x="34" y="187"/>
                    </a:cubicBezTo>
                    <a:cubicBezTo>
                      <a:pt x="36" y="186"/>
                      <a:pt x="39" y="186"/>
                      <a:pt x="41" y="185"/>
                    </a:cubicBezTo>
                    <a:cubicBezTo>
                      <a:pt x="42" y="185"/>
                      <a:pt x="43" y="185"/>
                      <a:pt x="44" y="185"/>
                    </a:cubicBezTo>
                    <a:cubicBezTo>
                      <a:pt x="44" y="185"/>
                      <a:pt x="45" y="185"/>
                      <a:pt x="45" y="185"/>
                    </a:cubicBezTo>
                    <a:cubicBezTo>
                      <a:pt x="46" y="185"/>
                      <a:pt x="46" y="185"/>
                      <a:pt x="46" y="185"/>
                    </a:cubicBezTo>
                    <a:cubicBezTo>
                      <a:pt x="47" y="184"/>
                      <a:pt x="47" y="184"/>
                      <a:pt x="47" y="184"/>
                    </a:cubicBezTo>
                    <a:cubicBezTo>
                      <a:pt x="47" y="184"/>
                      <a:pt x="48" y="179"/>
                      <a:pt x="49" y="170"/>
                    </a:cubicBezTo>
                    <a:cubicBezTo>
                      <a:pt x="50" y="169"/>
                      <a:pt x="50" y="168"/>
                      <a:pt x="52" y="167"/>
                    </a:cubicBezTo>
                    <a:cubicBezTo>
                      <a:pt x="53" y="165"/>
                      <a:pt x="56" y="164"/>
                      <a:pt x="58" y="164"/>
                    </a:cubicBezTo>
                    <a:cubicBezTo>
                      <a:pt x="59" y="164"/>
                      <a:pt x="60" y="163"/>
                      <a:pt x="61" y="163"/>
                    </a:cubicBezTo>
                    <a:cubicBezTo>
                      <a:pt x="62" y="163"/>
                      <a:pt x="62" y="163"/>
                      <a:pt x="62" y="163"/>
                    </a:cubicBezTo>
                    <a:cubicBezTo>
                      <a:pt x="62" y="163"/>
                      <a:pt x="62" y="163"/>
                      <a:pt x="62" y="163"/>
                    </a:cubicBezTo>
                    <a:cubicBezTo>
                      <a:pt x="64" y="163"/>
                      <a:pt x="64" y="163"/>
                      <a:pt x="64" y="163"/>
                    </a:cubicBezTo>
                    <a:cubicBezTo>
                      <a:pt x="64" y="162"/>
                      <a:pt x="64" y="162"/>
                      <a:pt x="64" y="162"/>
                    </a:cubicBezTo>
                    <a:cubicBezTo>
                      <a:pt x="64" y="162"/>
                      <a:pt x="67" y="141"/>
                      <a:pt x="68" y="135"/>
                    </a:cubicBezTo>
                    <a:cubicBezTo>
                      <a:pt x="68" y="132"/>
                      <a:pt x="68" y="130"/>
                      <a:pt x="68" y="127"/>
                    </a:cubicBezTo>
                    <a:cubicBezTo>
                      <a:pt x="68" y="126"/>
                      <a:pt x="68" y="125"/>
                      <a:pt x="68" y="124"/>
                    </a:cubicBezTo>
                    <a:cubicBezTo>
                      <a:pt x="67" y="123"/>
                      <a:pt x="67" y="122"/>
                      <a:pt x="66" y="122"/>
                    </a:cubicBezTo>
                    <a:cubicBezTo>
                      <a:pt x="65" y="121"/>
                      <a:pt x="63" y="119"/>
                      <a:pt x="61" y="116"/>
                    </a:cubicBezTo>
                    <a:cubicBezTo>
                      <a:pt x="60" y="114"/>
                      <a:pt x="58" y="111"/>
                      <a:pt x="57" y="108"/>
                    </a:cubicBezTo>
                    <a:cubicBezTo>
                      <a:pt x="54" y="101"/>
                      <a:pt x="49" y="99"/>
                      <a:pt x="49" y="99"/>
                    </a:cubicBezTo>
                    <a:cubicBezTo>
                      <a:pt x="46" y="97"/>
                      <a:pt x="46" y="97"/>
                      <a:pt x="46" y="97"/>
                    </a:cubicBezTo>
                    <a:cubicBezTo>
                      <a:pt x="46" y="100"/>
                      <a:pt x="46" y="100"/>
                      <a:pt x="46" y="100"/>
                    </a:cubicBezTo>
                    <a:cubicBezTo>
                      <a:pt x="46" y="100"/>
                      <a:pt x="46" y="101"/>
                      <a:pt x="46" y="102"/>
                    </a:cubicBezTo>
                    <a:cubicBezTo>
                      <a:pt x="45" y="106"/>
                      <a:pt x="44" y="115"/>
                      <a:pt x="41" y="121"/>
                    </a:cubicBezTo>
                    <a:cubicBezTo>
                      <a:pt x="40" y="125"/>
                      <a:pt x="40" y="128"/>
                      <a:pt x="40" y="132"/>
                    </a:cubicBezTo>
                    <a:cubicBezTo>
                      <a:pt x="40" y="136"/>
                      <a:pt x="40" y="140"/>
                      <a:pt x="40" y="145"/>
                    </a:cubicBezTo>
                    <a:cubicBezTo>
                      <a:pt x="40" y="148"/>
                      <a:pt x="40" y="152"/>
                      <a:pt x="39" y="155"/>
                    </a:cubicBezTo>
                    <a:cubicBezTo>
                      <a:pt x="38" y="161"/>
                      <a:pt x="34" y="167"/>
                      <a:pt x="30" y="170"/>
                    </a:cubicBezTo>
                    <a:cubicBezTo>
                      <a:pt x="28" y="172"/>
                      <a:pt x="26" y="174"/>
                      <a:pt x="25" y="175"/>
                    </a:cubicBezTo>
                    <a:cubicBezTo>
                      <a:pt x="24" y="175"/>
                      <a:pt x="24" y="176"/>
                      <a:pt x="23" y="176"/>
                    </a:cubicBezTo>
                    <a:cubicBezTo>
                      <a:pt x="23" y="176"/>
                      <a:pt x="23" y="176"/>
                      <a:pt x="23" y="176"/>
                    </a:cubicBezTo>
                    <a:cubicBezTo>
                      <a:pt x="23" y="176"/>
                      <a:pt x="23" y="176"/>
                      <a:pt x="23" y="176"/>
                    </a:cubicBezTo>
                    <a:cubicBezTo>
                      <a:pt x="22" y="177"/>
                      <a:pt x="22" y="177"/>
                      <a:pt x="22" y="177"/>
                    </a:cubicBezTo>
                    <a:cubicBezTo>
                      <a:pt x="22" y="177"/>
                      <a:pt x="22" y="177"/>
                      <a:pt x="22" y="177"/>
                    </a:cubicBezTo>
                    <a:cubicBezTo>
                      <a:pt x="22" y="177"/>
                      <a:pt x="22" y="177"/>
                      <a:pt x="22" y="177"/>
                    </a:cubicBezTo>
                    <a:cubicBezTo>
                      <a:pt x="22" y="177"/>
                      <a:pt x="22" y="177"/>
                      <a:pt x="22" y="177"/>
                    </a:cubicBezTo>
                    <a:cubicBezTo>
                      <a:pt x="22" y="177"/>
                      <a:pt x="22" y="177"/>
                      <a:pt x="22" y="177"/>
                    </a:cubicBezTo>
                    <a:cubicBezTo>
                      <a:pt x="22" y="177"/>
                      <a:pt x="22" y="177"/>
                      <a:pt x="22" y="177"/>
                    </a:cubicBezTo>
                    <a:cubicBezTo>
                      <a:pt x="22" y="177"/>
                      <a:pt x="22" y="177"/>
                      <a:pt x="22" y="177"/>
                    </a:cubicBezTo>
                    <a:cubicBezTo>
                      <a:pt x="22" y="177"/>
                      <a:pt x="22" y="178"/>
                      <a:pt x="21" y="179"/>
                    </a:cubicBezTo>
                    <a:cubicBezTo>
                      <a:pt x="20" y="180"/>
                      <a:pt x="18" y="180"/>
                      <a:pt x="16" y="180"/>
                    </a:cubicBezTo>
                    <a:cubicBezTo>
                      <a:pt x="15" y="180"/>
                      <a:pt x="14" y="180"/>
                      <a:pt x="13" y="180"/>
                    </a:cubicBezTo>
                    <a:cubicBezTo>
                      <a:pt x="11" y="180"/>
                      <a:pt x="10" y="179"/>
                      <a:pt x="9" y="178"/>
                    </a:cubicBezTo>
                    <a:cubicBezTo>
                      <a:pt x="7" y="176"/>
                      <a:pt x="6" y="174"/>
                      <a:pt x="5" y="171"/>
                    </a:cubicBezTo>
                    <a:cubicBezTo>
                      <a:pt x="5" y="168"/>
                      <a:pt x="4" y="164"/>
                      <a:pt x="4" y="161"/>
                    </a:cubicBezTo>
                    <a:cubicBezTo>
                      <a:pt x="4" y="155"/>
                      <a:pt x="5" y="150"/>
                      <a:pt x="5" y="146"/>
                    </a:cubicBezTo>
                    <a:cubicBezTo>
                      <a:pt x="7" y="137"/>
                      <a:pt x="10" y="110"/>
                      <a:pt x="10" y="96"/>
                    </a:cubicBezTo>
                    <a:cubicBezTo>
                      <a:pt x="11" y="82"/>
                      <a:pt x="11" y="73"/>
                      <a:pt x="12" y="63"/>
                    </a:cubicBezTo>
                    <a:cubicBezTo>
                      <a:pt x="13" y="52"/>
                      <a:pt x="14" y="38"/>
                      <a:pt x="14" y="38"/>
                    </a:cubicBezTo>
                    <a:cubicBezTo>
                      <a:pt x="12" y="38"/>
                      <a:pt x="12" y="38"/>
                      <a:pt x="12" y="38"/>
                    </a:cubicBezTo>
                    <a:cubicBezTo>
                      <a:pt x="14" y="39"/>
                      <a:pt x="14" y="39"/>
                      <a:pt x="14" y="39"/>
                    </a:cubicBezTo>
                    <a:lnTo>
                      <a:pt x="12" y="38"/>
                    </a:lnTo>
                    <a:close/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6655" name="Freeform 183">
                <a:extLst>
                  <a:ext uri="{FF2B5EF4-FFF2-40B4-BE49-F238E27FC236}">
                    <a16:creationId xmlns:a16="http://schemas.microsoft.com/office/drawing/2014/main" id="{7D29DAF4-0FA1-4BB5-925E-847CF7EB33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0" y="2388"/>
                <a:ext cx="26" cy="101"/>
              </a:xfrm>
              <a:custGeom>
                <a:avLst/>
                <a:gdLst>
                  <a:gd name="T0" fmla="*/ 8 w 23"/>
                  <a:gd name="T1" fmla="*/ 132 h 88"/>
                  <a:gd name="T2" fmla="*/ 18 w 23"/>
                  <a:gd name="T3" fmla="*/ 68 h 88"/>
                  <a:gd name="T4" fmla="*/ 24 w 23"/>
                  <a:gd name="T5" fmla="*/ 39 h 88"/>
                  <a:gd name="T6" fmla="*/ 33 w 23"/>
                  <a:gd name="T7" fmla="*/ 11 h 88"/>
                  <a:gd name="T8" fmla="*/ 32 w 23"/>
                  <a:gd name="T9" fmla="*/ 1 h 88"/>
                  <a:gd name="T10" fmla="*/ 27 w 23"/>
                  <a:gd name="T11" fmla="*/ 0 h 88"/>
                  <a:gd name="T12" fmla="*/ 26 w 23"/>
                  <a:gd name="T13" fmla="*/ 2 h 88"/>
                  <a:gd name="T14" fmla="*/ 27 w 23"/>
                  <a:gd name="T15" fmla="*/ 11 h 88"/>
                  <a:gd name="T16" fmla="*/ 20 w 23"/>
                  <a:gd name="T17" fmla="*/ 38 h 88"/>
                  <a:gd name="T18" fmla="*/ 11 w 23"/>
                  <a:gd name="T19" fmla="*/ 64 h 88"/>
                  <a:gd name="T20" fmla="*/ 1 w 23"/>
                  <a:gd name="T21" fmla="*/ 131 h 88"/>
                  <a:gd name="T22" fmla="*/ 2 w 23"/>
                  <a:gd name="T23" fmla="*/ 133 h 88"/>
                  <a:gd name="T24" fmla="*/ 8 w 23"/>
                  <a:gd name="T25" fmla="*/ 132 h 8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3" h="88">
                    <a:moveTo>
                      <a:pt x="5" y="87"/>
                    </a:moveTo>
                    <a:cubicBezTo>
                      <a:pt x="8" y="72"/>
                      <a:pt x="9" y="58"/>
                      <a:pt x="12" y="44"/>
                    </a:cubicBezTo>
                    <a:cubicBezTo>
                      <a:pt x="14" y="38"/>
                      <a:pt x="15" y="32"/>
                      <a:pt x="17" y="26"/>
                    </a:cubicBezTo>
                    <a:cubicBezTo>
                      <a:pt x="20" y="21"/>
                      <a:pt x="23" y="15"/>
                      <a:pt x="23" y="8"/>
                    </a:cubicBezTo>
                    <a:cubicBezTo>
                      <a:pt x="23" y="6"/>
                      <a:pt x="22" y="4"/>
                      <a:pt x="22" y="1"/>
                    </a:cubicBezTo>
                    <a:cubicBezTo>
                      <a:pt x="21" y="0"/>
                      <a:pt x="20" y="0"/>
                      <a:pt x="19" y="0"/>
                    </a:cubicBezTo>
                    <a:cubicBezTo>
                      <a:pt x="18" y="0"/>
                      <a:pt x="17" y="1"/>
                      <a:pt x="18" y="2"/>
                    </a:cubicBezTo>
                    <a:cubicBezTo>
                      <a:pt x="18" y="4"/>
                      <a:pt x="19" y="6"/>
                      <a:pt x="19" y="8"/>
                    </a:cubicBezTo>
                    <a:cubicBezTo>
                      <a:pt x="19" y="14"/>
                      <a:pt x="16" y="19"/>
                      <a:pt x="14" y="25"/>
                    </a:cubicBezTo>
                    <a:cubicBezTo>
                      <a:pt x="11" y="30"/>
                      <a:pt x="10" y="37"/>
                      <a:pt x="8" y="43"/>
                    </a:cubicBezTo>
                    <a:cubicBezTo>
                      <a:pt x="5" y="57"/>
                      <a:pt x="4" y="72"/>
                      <a:pt x="1" y="86"/>
                    </a:cubicBezTo>
                    <a:cubicBezTo>
                      <a:pt x="0" y="87"/>
                      <a:pt x="1" y="88"/>
                      <a:pt x="2" y="88"/>
                    </a:cubicBezTo>
                    <a:cubicBezTo>
                      <a:pt x="3" y="88"/>
                      <a:pt x="4" y="88"/>
                      <a:pt x="5" y="87"/>
                    </a:cubicBezTo>
                    <a:close/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6656" name="Freeform 184">
                <a:extLst>
                  <a:ext uri="{FF2B5EF4-FFF2-40B4-BE49-F238E27FC236}">
                    <a16:creationId xmlns:a16="http://schemas.microsoft.com/office/drawing/2014/main" id="{E76E2416-3303-49A5-9157-04EAA4465D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2" y="2371"/>
                <a:ext cx="11" cy="22"/>
              </a:xfrm>
              <a:custGeom>
                <a:avLst/>
                <a:gdLst>
                  <a:gd name="T0" fmla="*/ 4 w 10"/>
                  <a:gd name="T1" fmla="*/ 27 h 19"/>
                  <a:gd name="T2" fmla="*/ 4 w 10"/>
                  <a:gd name="T3" fmla="*/ 25 h 19"/>
                  <a:gd name="T4" fmla="*/ 10 w 10"/>
                  <a:gd name="T5" fmla="*/ 16 h 19"/>
                  <a:gd name="T6" fmla="*/ 13 w 10"/>
                  <a:gd name="T7" fmla="*/ 3 h 19"/>
                  <a:gd name="T8" fmla="*/ 11 w 10"/>
                  <a:gd name="T9" fmla="*/ 1 h 19"/>
                  <a:gd name="T10" fmla="*/ 9 w 10"/>
                  <a:gd name="T11" fmla="*/ 2 h 19"/>
                  <a:gd name="T12" fmla="*/ 3 w 10"/>
                  <a:gd name="T13" fmla="*/ 12 h 19"/>
                  <a:gd name="T14" fmla="*/ 0 w 10"/>
                  <a:gd name="T15" fmla="*/ 25 h 19"/>
                  <a:gd name="T16" fmla="*/ 1 w 10"/>
                  <a:gd name="T17" fmla="*/ 27 h 19"/>
                  <a:gd name="T18" fmla="*/ 3 w 10"/>
                  <a:gd name="T19" fmla="*/ 29 h 19"/>
                  <a:gd name="T20" fmla="*/ 4 w 10"/>
                  <a:gd name="T21" fmla="*/ 27 h 1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0" h="19">
                    <a:moveTo>
                      <a:pt x="4" y="17"/>
                    </a:moveTo>
                    <a:cubicBezTo>
                      <a:pt x="4" y="16"/>
                      <a:pt x="4" y="16"/>
                      <a:pt x="4" y="16"/>
                    </a:cubicBezTo>
                    <a:cubicBezTo>
                      <a:pt x="4" y="14"/>
                      <a:pt x="5" y="12"/>
                      <a:pt x="7" y="10"/>
                    </a:cubicBezTo>
                    <a:cubicBezTo>
                      <a:pt x="8" y="8"/>
                      <a:pt x="9" y="6"/>
                      <a:pt x="10" y="3"/>
                    </a:cubicBezTo>
                    <a:cubicBezTo>
                      <a:pt x="10" y="2"/>
                      <a:pt x="9" y="1"/>
                      <a:pt x="8" y="1"/>
                    </a:cubicBezTo>
                    <a:cubicBezTo>
                      <a:pt x="7" y="0"/>
                      <a:pt x="6" y="1"/>
                      <a:pt x="6" y="2"/>
                    </a:cubicBezTo>
                    <a:cubicBezTo>
                      <a:pt x="6" y="4"/>
                      <a:pt x="5" y="6"/>
                      <a:pt x="3" y="8"/>
                    </a:cubicBezTo>
                    <a:cubicBezTo>
                      <a:pt x="2" y="10"/>
                      <a:pt x="0" y="13"/>
                      <a:pt x="0" y="16"/>
                    </a:cubicBezTo>
                    <a:cubicBezTo>
                      <a:pt x="0" y="17"/>
                      <a:pt x="0" y="17"/>
                      <a:pt x="1" y="17"/>
                    </a:cubicBezTo>
                    <a:cubicBezTo>
                      <a:pt x="1" y="18"/>
                      <a:pt x="2" y="19"/>
                      <a:pt x="3" y="19"/>
                    </a:cubicBezTo>
                    <a:cubicBezTo>
                      <a:pt x="4" y="19"/>
                      <a:pt x="5" y="18"/>
                      <a:pt x="4" y="17"/>
                    </a:cubicBezTo>
                    <a:close/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6657" name="Freeform 185">
                <a:extLst>
                  <a:ext uri="{FF2B5EF4-FFF2-40B4-BE49-F238E27FC236}">
                    <a16:creationId xmlns:a16="http://schemas.microsoft.com/office/drawing/2014/main" id="{86A3ABDD-E959-4207-860A-C8384D40AF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1" y="2442"/>
                <a:ext cx="27" cy="36"/>
              </a:xfrm>
              <a:custGeom>
                <a:avLst/>
                <a:gdLst>
                  <a:gd name="T0" fmla="*/ 34 w 24"/>
                  <a:gd name="T1" fmla="*/ 44 h 32"/>
                  <a:gd name="T2" fmla="*/ 34 w 24"/>
                  <a:gd name="T3" fmla="*/ 18 h 32"/>
                  <a:gd name="T4" fmla="*/ 34 w 24"/>
                  <a:gd name="T5" fmla="*/ 18 h 32"/>
                  <a:gd name="T6" fmla="*/ 30 w 24"/>
                  <a:gd name="T7" fmla="*/ 9 h 32"/>
                  <a:gd name="T8" fmla="*/ 18 w 24"/>
                  <a:gd name="T9" fmla="*/ 0 h 32"/>
                  <a:gd name="T10" fmla="*/ 16 w 24"/>
                  <a:gd name="T11" fmla="*/ 0 h 32"/>
                  <a:gd name="T12" fmla="*/ 3 w 24"/>
                  <a:gd name="T13" fmla="*/ 8 h 32"/>
                  <a:gd name="T14" fmla="*/ 1 w 24"/>
                  <a:gd name="T15" fmla="*/ 12 h 32"/>
                  <a:gd name="T16" fmla="*/ 1 w 24"/>
                  <a:gd name="T17" fmla="*/ 14 h 32"/>
                  <a:gd name="T18" fmla="*/ 2 w 24"/>
                  <a:gd name="T19" fmla="*/ 12 h 32"/>
                  <a:gd name="T20" fmla="*/ 3 w 24"/>
                  <a:gd name="T21" fmla="*/ 12 h 32"/>
                  <a:gd name="T22" fmla="*/ 8 w 24"/>
                  <a:gd name="T23" fmla="*/ 8 h 32"/>
                  <a:gd name="T24" fmla="*/ 16 w 24"/>
                  <a:gd name="T25" fmla="*/ 2 h 32"/>
                  <a:gd name="T26" fmla="*/ 18 w 24"/>
                  <a:gd name="T27" fmla="*/ 2 h 32"/>
                  <a:gd name="T28" fmla="*/ 27 w 24"/>
                  <a:gd name="T29" fmla="*/ 11 h 32"/>
                  <a:gd name="T30" fmla="*/ 30 w 24"/>
                  <a:gd name="T31" fmla="*/ 16 h 32"/>
                  <a:gd name="T32" fmla="*/ 32 w 24"/>
                  <a:gd name="T33" fmla="*/ 18 h 32"/>
                  <a:gd name="T34" fmla="*/ 32 w 24"/>
                  <a:gd name="T35" fmla="*/ 19 h 32"/>
                  <a:gd name="T36" fmla="*/ 33 w 24"/>
                  <a:gd name="T37" fmla="*/ 18 h 32"/>
                  <a:gd name="T38" fmla="*/ 32 w 24"/>
                  <a:gd name="T39" fmla="*/ 18 h 32"/>
                  <a:gd name="T40" fmla="*/ 32 w 24"/>
                  <a:gd name="T41" fmla="*/ 44 h 32"/>
                  <a:gd name="T42" fmla="*/ 33 w 24"/>
                  <a:gd name="T43" fmla="*/ 46 h 32"/>
                  <a:gd name="T44" fmla="*/ 34 w 24"/>
                  <a:gd name="T45" fmla="*/ 44 h 3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24" h="32">
                    <a:moveTo>
                      <a:pt x="24" y="31"/>
                    </a:moveTo>
                    <a:cubicBezTo>
                      <a:pt x="24" y="12"/>
                      <a:pt x="24" y="12"/>
                      <a:pt x="24" y="12"/>
                    </a:cubicBezTo>
                    <a:cubicBezTo>
                      <a:pt x="24" y="12"/>
                      <a:pt x="24" y="12"/>
                      <a:pt x="24" y="12"/>
                    </a:cubicBezTo>
                    <a:cubicBezTo>
                      <a:pt x="24" y="12"/>
                      <a:pt x="23" y="9"/>
                      <a:pt x="21" y="6"/>
                    </a:cubicBezTo>
                    <a:cubicBezTo>
                      <a:pt x="19" y="4"/>
                      <a:pt x="16" y="1"/>
                      <a:pt x="12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8" y="0"/>
                      <a:pt x="5" y="2"/>
                      <a:pt x="3" y="5"/>
                    </a:cubicBezTo>
                    <a:cubicBezTo>
                      <a:pt x="2" y="7"/>
                      <a:pt x="1" y="9"/>
                      <a:pt x="1" y="9"/>
                    </a:cubicBezTo>
                    <a:cubicBezTo>
                      <a:pt x="0" y="9"/>
                      <a:pt x="1" y="10"/>
                      <a:pt x="1" y="10"/>
                    </a:cubicBezTo>
                    <a:cubicBezTo>
                      <a:pt x="2" y="10"/>
                      <a:pt x="2" y="10"/>
                      <a:pt x="2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8"/>
                      <a:pt x="4" y="7"/>
                      <a:pt x="5" y="5"/>
                    </a:cubicBezTo>
                    <a:cubicBezTo>
                      <a:pt x="7" y="4"/>
                      <a:pt x="9" y="2"/>
                      <a:pt x="11" y="2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5" y="2"/>
                      <a:pt x="17" y="5"/>
                      <a:pt x="19" y="8"/>
                    </a:cubicBezTo>
                    <a:cubicBezTo>
                      <a:pt x="20" y="9"/>
                      <a:pt x="21" y="10"/>
                      <a:pt x="21" y="11"/>
                    </a:cubicBezTo>
                    <a:cubicBezTo>
                      <a:pt x="21" y="12"/>
                      <a:pt x="22" y="12"/>
                      <a:pt x="22" y="12"/>
                    </a:cubicBezTo>
                    <a:cubicBezTo>
                      <a:pt x="22" y="13"/>
                      <a:pt x="22" y="13"/>
                      <a:pt x="22" y="13"/>
                    </a:cubicBezTo>
                    <a:cubicBezTo>
                      <a:pt x="23" y="12"/>
                      <a:pt x="23" y="12"/>
                      <a:pt x="23" y="12"/>
                    </a:cubicBezTo>
                    <a:cubicBezTo>
                      <a:pt x="22" y="12"/>
                      <a:pt x="22" y="12"/>
                      <a:pt x="22" y="12"/>
                    </a:cubicBezTo>
                    <a:cubicBezTo>
                      <a:pt x="22" y="31"/>
                      <a:pt x="22" y="31"/>
                      <a:pt x="22" y="31"/>
                    </a:cubicBezTo>
                    <a:cubicBezTo>
                      <a:pt x="22" y="31"/>
                      <a:pt x="22" y="32"/>
                      <a:pt x="23" y="32"/>
                    </a:cubicBezTo>
                    <a:cubicBezTo>
                      <a:pt x="23" y="32"/>
                      <a:pt x="24" y="31"/>
                      <a:pt x="24" y="31"/>
                    </a:cubicBezTo>
                    <a:close/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6658" name="Freeform 186">
                <a:extLst>
                  <a:ext uri="{FF2B5EF4-FFF2-40B4-BE49-F238E27FC236}">
                    <a16:creationId xmlns:a16="http://schemas.microsoft.com/office/drawing/2014/main" id="{45F979F5-00AF-4385-9AE3-E3AF83B0BB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3" y="2453"/>
                <a:ext cx="60" cy="80"/>
              </a:xfrm>
              <a:custGeom>
                <a:avLst/>
                <a:gdLst>
                  <a:gd name="T0" fmla="*/ 60 w 52"/>
                  <a:gd name="T1" fmla="*/ 2 h 70"/>
                  <a:gd name="T2" fmla="*/ 59 w 52"/>
                  <a:gd name="T3" fmla="*/ 15 h 70"/>
                  <a:gd name="T4" fmla="*/ 60 w 52"/>
                  <a:gd name="T5" fmla="*/ 24 h 70"/>
                  <a:gd name="T6" fmla="*/ 67 w 52"/>
                  <a:gd name="T7" fmla="*/ 33 h 70"/>
                  <a:gd name="T8" fmla="*/ 68 w 52"/>
                  <a:gd name="T9" fmla="*/ 30 h 70"/>
                  <a:gd name="T10" fmla="*/ 68 w 52"/>
                  <a:gd name="T11" fmla="*/ 27 h 70"/>
                  <a:gd name="T12" fmla="*/ 68 w 52"/>
                  <a:gd name="T13" fmla="*/ 27 h 70"/>
                  <a:gd name="T14" fmla="*/ 37 w 52"/>
                  <a:gd name="T15" fmla="*/ 45 h 70"/>
                  <a:gd name="T16" fmla="*/ 31 w 52"/>
                  <a:gd name="T17" fmla="*/ 55 h 70"/>
                  <a:gd name="T18" fmla="*/ 29 w 52"/>
                  <a:gd name="T19" fmla="*/ 61 h 70"/>
                  <a:gd name="T20" fmla="*/ 29 w 52"/>
                  <a:gd name="T21" fmla="*/ 62 h 70"/>
                  <a:gd name="T22" fmla="*/ 29 w 52"/>
                  <a:gd name="T23" fmla="*/ 62 h 70"/>
                  <a:gd name="T24" fmla="*/ 29 w 52"/>
                  <a:gd name="T25" fmla="*/ 62 h 70"/>
                  <a:gd name="T26" fmla="*/ 29 w 52"/>
                  <a:gd name="T27" fmla="*/ 62 h 70"/>
                  <a:gd name="T28" fmla="*/ 29 w 52"/>
                  <a:gd name="T29" fmla="*/ 62 h 70"/>
                  <a:gd name="T30" fmla="*/ 29 w 52"/>
                  <a:gd name="T31" fmla="*/ 62 h 70"/>
                  <a:gd name="T32" fmla="*/ 29 w 52"/>
                  <a:gd name="T33" fmla="*/ 62 h 70"/>
                  <a:gd name="T34" fmla="*/ 29 w 52"/>
                  <a:gd name="T35" fmla="*/ 62 h 70"/>
                  <a:gd name="T36" fmla="*/ 29 w 52"/>
                  <a:gd name="T37" fmla="*/ 62 h 70"/>
                  <a:gd name="T38" fmla="*/ 29 w 52"/>
                  <a:gd name="T39" fmla="*/ 62 h 70"/>
                  <a:gd name="T40" fmla="*/ 29 w 52"/>
                  <a:gd name="T41" fmla="*/ 62 h 70"/>
                  <a:gd name="T42" fmla="*/ 29 w 52"/>
                  <a:gd name="T43" fmla="*/ 62 h 70"/>
                  <a:gd name="T44" fmla="*/ 29 w 52"/>
                  <a:gd name="T45" fmla="*/ 62 h 70"/>
                  <a:gd name="T46" fmla="*/ 27 w 52"/>
                  <a:gd name="T47" fmla="*/ 63 h 70"/>
                  <a:gd name="T48" fmla="*/ 9 w 52"/>
                  <a:gd name="T49" fmla="*/ 74 h 70"/>
                  <a:gd name="T50" fmla="*/ 0 w 52"/>
                  <a:gd name="T51" fmla="*/ 97 h 70"/>
                  <a:gd name="T52" fmla="*/ 0 w 52"/>
                  <a:gd name="T53" fmla="*/ 102 h 70"/>
                  <a:gd name="T54" fmla="*/ 3 w 52"/>
                  <a:gd name="T55" fmla="*/ 104 h 70"/>
                  <a:gd name="T56" fmla="*/ 7 w 52"/>
                  <a:gd name="T57" fmla="*/ 101 h 70"/>
                  <a:gd name="T58" fmla="*/ 7 w 52"/>
                  <a:gd name="T59" fmla="*/ 97 h 70"/>
                  <a:gd name="T60" fmla="*/ 14 w 52"/>
                  <a:gd name="T61" fmla="*/ 80 h 70"/>
                  <a:gd name="T62" fmla="*/ 28 w 52"/>
                  <a:gd name="T63" fmla="*/ 66 h 70"/>
                  <a:gd name="T64" fmla="*/ 32 w 52"/>
                  <a:gd name="T65" fmla="*/ 65 h 70"/>
                  <a:gd name="T66" fmla="*/ 33 w 52"/>
                  <a:gd name="T67" fmla="*/ 63 h 70"/>
                  <a:gd name="T68" fmla="*/ 36 w 52"/>
                  <a:gd name="T69" fmla="*/ 58 h 70"/>
                  <a:gd name="T70" fmla="*/ 43 w 52"/>
                  <a:gd name="T71" fmla="*/ 49 h 70"/>
                  <a:gd name="T72" fmla="*/ 68 w 52"/>
                  <a:gd name="T73" fmla="*/ 33 h 70"/>
                  <a:gd name="T74" fmla="*/ 68 w 52"/>
                  <a:gd name="T75" fmla="*/ 33 h 70"/>
                  <a:gd name="T76" fmla="*/ 68 w 52"/>
                  <a:gd name="T77" fmla="*/ 33 h 70"/>
                  <a:gd name="T78" fmla="*/ 68 w 52"/>
                  <a:gd name="T79" fmla="*/ 33 h 70"/>
                  <a:gd name="T80" fmla="*/ 68 w 52"/>
                  <a:gd name="T81" fmla="*/ 33 h 70"/>
                  <a:gd name="T82" fmla="*/ 68 w 52"/>
                  <a:gd name="T83" fmla="*/ 33 h 70"/>
                  <a:gd name="T84" fmla="*/ 68 w 52"/>
                  <a:gd name="T85" fmla="*/ 33 h 70"/>
                  <a:gd name="T86" fmla="*/ 68 w 52"/>
                  <a:gd name="T87" fmla="*/ 33 h 70"/>
                  <a:gd name="T88" fmla="*/ 80 w 52"/>
                  <a:gd name="T89" fmla="*/ 34 h 70"/>
                  <a:gd name="T90" fmla="*/ 69 w 52"/>
                  <a:gd name="T91" fmla="*/ 29 h 70"/>
                  <a:gd name="T92" fmla="*/ 67 w 52"/>
                  <a:gd name="T93" fmla="*/ 22 h 70"/>
                  <a:gd name="T94" fmla="*/ 63 w 52"/>
                  <a:gd name="T95" fmla="*/ 15 h 70"/>
                  <a:gd name="T96" fmla="*/ 63 w 52"/>
                  <a:gd name="T97" fmla="*/ 8 h 70"/>
                  <a:gd name="T98" fmla="*/ 67 w 52"/>
                  <a:gd name="T99" fmla="*/ 3 h 70"/>
                  <a:gd name="T100" fmla="*/ 67 w 52"/>
                  <a:gd name="T101" fmla="*/ 3 h 70"/>
                  <a:gd name="T102" fmla="*/ 67 w 52"/>
                  <a:gd name="T103" fmla="*/ 3 h 70"/>
                  <a:gd name="T104" fmla="*/ 62 w 52"/>
                  <a:gd name="T105" fmla="*/ 0 h 70"/>
                  <a:gd name="T106" fmla="*/ 60 w 52"/>
                  <a:gd name="T107" fmla="*/ 2 h 70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0" t="0" r="r" b="b"/>
                <a:pathLst>
                  <a:path w="52" h="70">
                    <a:moveTo>
                      <a:pt x="39" y="2"/>
                    </a:moveTo>
                    <a:cubicBezTo>
                      <a:pt x="39" y="2"/>
                      <a:pt x="38" y="5"/>
                      <a:pt x="38" y="10"/>
                    </a:cubicBezTo>
                    <a:cubicBezTo>
                      <a:pt x="38" y="12"/>
                      <a:pt x="38" y="14"/>
                      <a:pt x="39" y="16"/>
                    </a:cubicBezTo>
                    <a:cubicBezTo>
                      <a:pt x="40" y="18"/>
                      <a:pt x="41" y="21"/>
                      <a:pt x="43" y="22"/>
                    </a:cubicBezTo>
                    <a:cubicBezTo>
                      <a:pt x="44" y="20"/>
                      <a:pt x="44" y="20"/>
                      <a:pt x="44" y="20"/>
                    </a:cubicBezTo>
                    <a:cubicBezTo>
                      <a:pt x="44" y="18"/>
                      <a:pt x="44" y="18"/>
                      <a:pt x="44" y="18"/>
                    </a:cubicBezTo>
                    <a:cubicBezTo>
                      <a:pt x="44" y="18"/>
                      <a:pt x="44" y="18"/>
                      <a:pt x="44" y="18"/>
                    </a:cubicBezTo>
                    <a:cubicBezTo>
                      <a:pt x="41" y="18"/>
                      <a:pt x="32" y="19"/>
                      <a:pt x="24" y="30"/>
                    </a:cubicBezTo>
                    <a:cubicBezTo>
                      <a:pt x="22" y="33"/>
                      <a:pt x="21" y="36"/>
                      <a:pt x="20" y="37"/>
                    </a:cubicBezTo>
                    <a:cubicBezTo>
                      <a:pt x="20" y="38"/>
                      <a:pt x="19" y="39"/>
                      <a:pt x="19" y="40"/>
                    </a:cubicBezTo>
                    <a:cubicBezTo>
                      <a:pt x="19" y="40"/>
                      <a:pt x="19" y="41"/>
                      <a:pt x="19" y="41"/>
                    </a:cubicBezTo>
                    <a:cubicBezTo>
                      <a:pt x="19" y="41"/>
                      <a:pt x="19" y="41"/>
                      <a:pt x="19" y="41"/>
                    </a:cubicBezTo>
                    <a:cubicBezTo>
                      <a:pt x="19" y="41"/>
                      <a:pt x="19" y="41"/>
                      <a:pt x="19" y="41"/>
                    </a:cubicBezTo>
                    <a:cubicBezTo>
                      <a:pt x="19" y="41"/>
                      <a:pt x="19" y="41"/>
                      <a:pt x="19" y="41"/>
                    </a:cubicBezTo>
                    <a:cubicBezTo>
                      <a:pt x="19" y="41"/>
                      <a:pt x="19" y="41"/>
                      <a:pt x="19" y="41"/>
                    </a:cubicBezTo>
                    <a:cubicBezTo>
                      <a:pt x="19" y="41"/>
                      <a:pt x="19" y="41"/>
                      <a:pt x="19" y="41"/>
                    </a:cubicBezTo>
                    <a:cubicBezTo>
                      <a:pt x="19" y="41"/>
                      <a:pt x="19" y="41"/>
                      <a:pt x="19" y="41"/>
                    </a:cubicBezTo>
                    <a:cubicBezTo>
                      <a:pt x="19" y="41"/>
                      <a:pt x="19" y="41"/>
                      <a:pt x="19" y="41"/>
                    </a:cubicBezTo>
                    <a:cubicBezTo>
                      <a:pt x="19" y="41"/>
                      <a:pt x="19" y="41"/>
                      <a:pt x="19" y="41"/>
                    </a:cubicBezTo>
                    <a:cubicBezTo>
                      <a:pt x="19" y="41"/>
                      <a:pt x="19" y="41"/>
                      <a:pt x="19" y="41"/>
                    </a:cubicBezTo>
                    <a:cubicBezTo>
                      <a:pt x="19" y="41"/>
                      <a:pt x="19" y="41"/>
                      <a:pt x="19" y="41"/>
                    </a:cubicBezTo>
                    <a:cubicBezTo>
                      <a:pt x="19" y="41"/>
                      <a:pt x="19" y="41"/>
                      <a:pt x="19" y="41"/>
                    </a:cubicBezTo>
                    <a:cubicBezTo>
                      <a:pt x="19" y="41"/>
                      <a:pt x="19" y="41"/>
                      <a:pt x="19" y="41"/>
                    </a:cubicBezTo>
                    <a:cubicBezTo>
                      <a:pt x="18" y="41"/>
                      <a:pt x="18" y="41"/>
                      <a:pt x="17" y="42"/>
                    </a:cubicBezTo>
                    <a:cubicBezTo>
                      <a:pt x="14" y="43"/>
                      <a:pt x="10" y="46"/>
                      <a:pt x="6" y="50"/>
                    </a:cubicBezTo>
                    <a:cubicBezTo>
                      <a:pt x="3" y="54"/>
                      <a:pt x="0" y="60"/>
                      <a:pt x="0" y="65"/>
                    </a:cubicBezTo>
                    <a:cubicBezTo>
                      <a:pt x="0" y="66"/>
                      <a:pt x="0" y="67"/>
                      <a:pt x="0" y="68"/>
                    </a:cubicBezTo>
                    <a:cubicBezTo>
                      <a:pt x="1" y="69"/>
                      <a:pt x="2" y="70"/>
                      <a:pt x="3" y="70"/>
                    </a:cubicBezTo>
                    <a:cubicBezTo>
                      <a:pt x="4" y="69"/>
                      <a:pt x="5" y="68"/>
                      <a:pt x="4" y="67"/>
                    </a:cubicBezTo>
                    <a:cubicBezTo>
                      <a:pt x="4" y="67"/>
                      <a:pt x="4" y="66"/>
                      <a:pt x="4" y="65"/>
                    </a:cubicBezTo>
                    <a:cubicBezTo>
                      <a:pt x="4" y="61"/>
                      <a:pt x="6" y="57"/>
                      <a:pt x="9" y="53"/>
                    </a:cubicBezTo>
                    <a:cubicBezTo>
                      <a:pt x="12" y="49"/>
                      <a:pt x="16" y="46"/>
                      <a:pt x="18" y="45"/>
                    </a:cubicBezTo>
                    <a:cubicBezTo>
                      <a:pt x="20" y="45"/>
                      <a:pt x="20" y="44"/>
                      <a:pt x="21" y="44"/>
                    </a:cubicBezTo>
                    <a:cubicBezTo>
                      <a:pt x="22" y="43"/>
                      <a:pt x="22" y="43"/>
                      <a:pt x="22" y="42"/>
                    </a:cubicBezTo>
                    <a:cubicBezTo>
                      <a:pt x="23" y="41"/>
                      <a:pt x="23" y="41"/>
                      <a:pt x="23" y="39"/>
                    </a:cubicBezTo>
                    <a:cubicBezTo>
                      <a:pt x="24" y="38"/>
                      <a:pt x="25" y="36"/>
                      <a:pt x="28" y="33"/>
                    </a:cubicBezTo>
                    <a:cubicBezTo>
                      <a:pt x="35" y="23"/>
                      <a:pt x="42" y="22"/>
                      <a:pt x="44" y="22"/>
                    </a:cubicBezTo>
                    <a:cubicBezTo>
                      <a:pt x="44" y="22"/>
                      <a:pt x="44" y="22"/>
                      <a:pt x="44" y="22"/>
                    </a:cubicBezTo>
                    <a:cubicBezTo>
                      <a:pt x="44" y="22"/>
                      <a:pt x="44" y="22"/>
                      <a:pt x="44" y="22"/>
                    </a:cubicBezTo>
                    <a:cubicBezTo>
                      <a:pt x="44" y="22"/>
                      <a:pt x="44" y="22"/>
                      <a:pt x="44" y="22"/>
                    </a:cubicBezTo>
                    <a:cubicBezTo>
                      <a:pt x="44" y="22"/>
                      <a:pt x="44" y="22"/>
                      <a:pt x="44" y="22"/>
                    </a:cubicBezTo>
                    <a:cubicBezTo>
                      <a:pt x="44" y="22"/>
                      <a:pt x="44" y="22"/>
                      <a:pt x="44" y="22"/>
                    </a:cubicBezTo>
                    <a:cubicBezTo>
                      <a:pt x="44" y="22"/>
                      <a:pt x="44" y="22"/>
                      <a:pt x="44" y="22"/>
                    </a:cubicBezTo>
                    <a:cubicBezTo>
                      <a:pt x="44" y="22"/>
                      <a:pt x="44" y="22"/>
                      <a:pt x="44" y="22"/>
                    </a:cubicBezTo>
                    <a:cubicBezTo>
                      <a:pt x="52" y="23"/>
                      <a:pt x="52" y="23"/>
                      <a:pt x="52" y="23"/>
                    </a:cubicBezTo>
                    <a:cubicBezTo>
                      <a:pt x="45" y="19"/>
                      <a:pt x="45" y="19"/>
                      <a:pt x="45" y="19"/>
                    </a:cubicBezTo>
                    <a:cubicBezTo>
                      <a:pt x="44" y="18"/>
                      <a:pt x="43" y="17"/>
                      <a:pt x="43" y="15"/>
                    </a:cubicBezTo>
                    <a:cubicBezTo>
                      <a:pt x="42" y="13"/>
                      <a:pt x="42" y="12"/>
                      <a:pt x="42" y="10"/>
                    </a:cubicBezTo>
                    <a:cubicBezTo>
                      <a:pt x="42" y="8"/>
                      <a:pt x="42" y="6"/>
                      <a:pt x="42" y="5"/>
                    </a:cubicBezTo>
                    <a:cubicBezTo>
                      <a:pt x="43" y="4"/>
                      <a:pt x="43" y="4"/>
                      <a:pt x="43" y="3"/>
                    </a:cubicBezTo>
                    <a:cubicBezTo>
                      <a:pt x="43" y="3"/>
                      <a:pt x="43" y="3"/>
                      <a:pt x="43" y="3"/>
                    </a:cubicBezTo>
                    <a:cubicBezTo>
                      <a:pt x="43" y="3"/>
                      <a:pt x="43" y="3"/>
                      <a:pt x="43" y="3"/>
                    </a:cubicBezTo>
                    <a:cubicBezTo>
                      <a:pt x="43" y="2"/>
                      <a:pt x="43" y="1"/>
                      <a:pt x="41" y="0"/>
                    </a:cubicBezTo>
                    <a:cubicBezTo>
                      <a:pt x="40" y="0"/>
                      <a:pt x="39" y="1"/>
                      <a:pt x="39" y="2"/>
                    </a:cubicBezTo>
                    <a:close/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6659" name="Freeform 187">
                <a:extLst>
                  <a:ext uri="{FF2B5EF4-FFF2-40B4-BE49-F238E27FC236}">
                    <a16:creationId xmlns:a16="http://schemas.microsoft.com/office/drawing/2014/main" id="{A3261D18-715A-4E89-A592-B92D6BCE2E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8" y="2495"/>
                <a:ext cx="22" cy="11"/>
              </a:xfrm>
              <a:custGeom>
                <a:avLst/>
                <a:gdLst>
                  <a:gd name="T0" fmla="*/ 3 w 19"/>
                  <a:gd name="T1" fmla="*/ 15 h 9"/>
                  <a:gd name="T2" fmla="*/ 7 w 19"/>
                  <a:gd name="T3" fmla="*/ 15 h 9"/>
                  <a:gd name="T4" fmla="*/ 27 w 19"/>
                  <a:gd name="T5" fmla="*/ 7 h 9"/>
                  <a:gd name="T6" fmla="*/ 29 w 19"/>
                  <a:gd name="T7" fmla="*/ 2 h 9"/>
                  <a:gd name="T8" fmla="*/ 27 w 19"/>
                  <a:gd name="T9" fmla="*/ 0 h 9"/>
                  <a:gd name="T10" fmla="*/ 10 w 19"/>
                  <a:gd name="T11" fmla="*/ 2 h 9"/>
                  <a:gd name="T12" fmla="*/ 1 w 19"/>
                  <a:gd name="T13" fmla="*/ 9 h 9"/>
                  <a:gd name="T14" fmla="*/ 0 w 19"/>
                  <a:gd name="T15" fmla="*/ 13 h 9"/>
                  <a:gd name="T16" fmla="*/ 3 w 19"/>
                  <a:gd name="T17" fmla="*/ 15 h 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9" h="9">
                    <a:moveTo>
                      <a:pt x="3" y="8"/>
                    </a:moveTo>
                    <a:cubicBezTo>
                      <a:pt x="3" y="8"/>
                      <a:pt x="3" y="8"/>
                      <a:pt x="4" y="8"/>
                    </a:cubicBezTo>
                    <a:cubicBezTo>
                      <a:pt x="7" y="7"/>
                      <a:pt x="13" y="4"/>
                      <a:pt x="17" y="4"/>
                    </a:cubicBezTo>
                    <a:cubicBezTo>
                      <a:pt x="19" y="4"/>
                      <a:pt x="19" y="3"/>
                      <a:pt x="19" y="2"/>
                    </a:cubicBezTo>
                    <a:cubicBezTo>
                      <a:pt x="19" y="1"/>
                      <a:pt x="18" y="0"/>
                      <a:pt x="17" y="0"/>
                    </a:cubicBezTo>
                    <a:cubicBezTo>
                      <a:pt x="14" y="0"/>
                      <a:pt x="10" y="1"/>
                      <a:pt x="7" y="2"/>
                    </a:cubicBezTo>
                    <a:cubicBezTo>
                      <a:pt x="3" y="4"/>
                      <a:pt x="1" y="5"/>
                      <a:pt x="1" y="5"/>
                    </a:cubicBezTo>
                    <a:cubicBezTo>
                      <a:pt x="0" y="5"/>
                      <a:pt x="0" y="6"/>
                      <a:pt x="0" y="7"/>
                    </a:cubicBezTo>
                    <a:cubicBezTo>
                      <a:pt x="0" y="8"/>
                      <a:pt x="2" y="9"/>
                      <a:pt x="3" y="8"/>
                    </a:cubicBezTo>
                    <a:close/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6660" name="Freeform 188">
                <a:extLst>
                  <a:ext uri="{FF2B5EF4-FFF2-40B4-BE49-F238E27FC236}">
                    <a16:creationId xmlns:a16="http://schemas.microsoft.com/office/drawing/2014/main" id="{5C551E2A-34D2-46AB-9CE3-D14F7431EE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9" y="2481"/>
                <a:ext cx="10" cy="5"/>
              </a:xfrm>
              <a:custGeom>
                <a:avLst/>
                <a:gdLst>
                  <a:gd name="T0" fmla="*/ 1 w 9"/>
                  <a:gd name="T1" fmla="*/ 4 h 5"/>
                  <a:gd name="T2" fmla="*/ 10 w 9"/>
                  <a:gd name="T3" fmla="*/ 5 h 5"/>
                  <a:gd name="T4" fmla="*/ 12 w 9"/>
                  <a:gd name="T5" fmla="*/ 3 h 5"/>
                  <a:gd name="T6" fmla="*/ 11 w 9"/>
                  <a:gd name="T7" fmla="*/ 1 h 5"/>
                  <a:gd name="T8" fmla="*/ 2 w 9"/>
                  <a:gd name="T9" fmla="*/ 0 h 5"/>
                  <a:gd name="T10" fmla="*/ 0 w 9"/>
                  <a:gd name="T11" fmla="*/ 2 h 5"/>
                  <a:gd name="T12" fmla="*/ 1 w 9"/>
                  <a:gd name="T13" fmla="*/ 4 h 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5">
                    <a:moveTo>
                      <a:pt x="1" y="4"/>
                    </a:moveTo>
                    <a:cubicBezTo>
                      <a:pt x="7" y="5"/>
                      <a:pt x="7" y="5"/>
                      <a:pt x="7" y="5"/>
                    </a:cubicBezTo>
                    <a:cubicBezTo>
                      <a:pt x="8" y="5"/>
                      <a:pt x="9" y="4"/>
                      <a:pt x="9" y="3"/>
                    </a:cubicBezTo>
                    <a:cubicBezTo>
                      <a:pt x="9" y="2"/>
                      <a:pt x="9" y="1"/>
                      <a:pt x="8" y="1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3"/>
                      <a:pt x="0" y="4"/>
                      <a:pt x="1" y="4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6661" name="Freeform 189">
                <a:extLst>
                  <a:ext uri="{FF2B5EF4-FFF2-40B4-BE49-F238E27FC236}">
                    <a16:creationId xmlns:a16="http://schemas.microsoft.com/office/drawing/2014/main" id="{683E4CCD-F698-4C7E-AF21-2DCF459C5B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1" y="2370"/>
                <a:ext cx="25" cy="99"/>
              </a:xfrm>
              <a:custGeom>
                <a:avLst/>
                <a:gdLst>
                  <a:gd name="T0" fmla="*/ 8 w 22"/>
                  <a:gd name="T1" fmla="*/ 0 h 87"/>
                  <a:gd name="T2" fmla="*/ 9 w 22"/>
                  <a:gd name="T3" fmla="*/ 31 h 87"/>
                  <a:gd name="T4" fmla="*/ 22 w 22"/>
                  <a:gd name="T5" fmla="*/ 57 h 87"/>
                  <a:gd name="T6" fmla="*/ 19 w 22"/>
                  <a:gd name="T7" fmla="*/ 97 h 87"/>
                  <a:gd name="T8" fmla="*/ 25 w 22"/>
                  <a:gd name="T9" fmla="*/ 129 h 87"/>
                  <a:gd name="T10" fmla="*/ 26 w 22"/>
                  <a:gd name="T11" fmla="*/ 96 h 87"/>
                  <a:gd name="T12" fmla="*/ 32 w 22"/>
                  <a:gd name="T13" fmla="*/ 63 h 87"/>
                  <a:gd name="T14" fmla="*/ 26 w 22"/>
                  <a:gd name="T15" fmla="*/ 35 h 87"/>
                  <a:gd name="T16" fmla="*/ 11 w 22"/>
                  <a:gd name="T17" fmla="*/ 3 h 8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2" h="87">
                    <a:moveTo>
                      <a:pt x="5" y="0"/>
                    </a:moveTo>
                    <a:cubicBezTo>
                      <a:pt x="3" y="8"/>
                      <a:pt x="0" y="14"/>
                      <a:pt x="6" y="21"/>
                    </a:cubicBezTo>
                    <a:cubicBezTo>
                      <a:pt x="11" y="27"/>
                      <a:pt x="15" y="31"/>
                      <a:pt x="15" y="39"/>
                    </a:cubicBezTo>
                    <a:cubicBezTo>
                      <a:pt x="15" y="49"/>
                      <a:pt x="14" y="57"/>
                      <a:pt x="13" y="66"/>
                    </a:cubicBezTo>
                    <a:cubicBezTo>
                      <a:pt x="13" y="71"/>
                      <a:pt x="11" y="85"/>
                      <a:pt x="17" y="87"/>
                    </a:cubicBezTo>
                    <a:cubicBezTo>
                      <a:pt x="18" y="80"/>
                      <a:pt x="17" y="73"/>
                      <a:pt x="18" y="65"/>
                    </a:cubicBezTo>
                    <a:cubicBezTo>
                      <a:pt x="19" y="58"/>
                      <a:pt x="21" y="50"/>
                      <a:pt x="22" y="42"/>
                    </a:cubicBezTo>
                    <a:cubicBezTo>
                      <a:pt x="22" y="36"/>
                      <a:pt x="21" y="29"/>
                      <a:pt x="18" y="24"/>
                    </a:cubicBezTo>
                    <a:cubicBezTo>
                      <a:pt x="15" y="16"/>
                      <a:pt x="7" y="13"/>
                      <a:pt x="8" y="3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6662" name="Freeform 190">
                <a:extLst>
                  <a:ext uri="{FF2B5EF4-FFF2-40B4-BE49-F238E27FC236}">
                    <a16:creationId xmlns:a16="http://schemas.microsoft.com/office/drawing/2014/main" id="{6D2DFE20-897A-446A-B4E0-F79B3DDCB6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3" y="2280"/>
                <a:ext cx="111" cy="71"/>
              </a:xfrm>
              <a:custGeom>
                <a:avLst/>
                <a:gdLst>
                  <a:gd name="T0" fmla="*/ 143 w 97"/>
                  <a:gd name="T1" fmla="*/ 9 h 62"/>
                  <a:gd name="T2" fmla="*/ 145 w 97"/>
                  <a:gd name="T3" fmla="*/ 45 h 62"/>
                  <a:gd name="T4" fmla="*/ 96 w 97"/>
                  <a:gd name="T5" fmla="*/ 41 h 62"/>
                  <a:gd name="T6" fmla="*/ 73 w 97"/>
                  <a:gd name="T7" fmla="*/ 50 h 62"/>
                  <a:gd name="T8" fmla="*/ 53 w 97"/>
                  <a:gd name="T9" fmla="*/ 52 h 62"/>
                  <a:gd name="T10" fmla="*/ 2 w 97"/>
                  <a:gd name="T11" fmla="*/ 93 h 62"/>
                  <a:gd name="T12" fmla="*/ 8 w 97"/>
                  <a:gd name="T13" fmla="*/ 52 h 62"/>
                  <a:gd name="T14" fmla="*/ 40 w 97"/>
                  <a:gd name="T15" fmla="*/ 22 h 62"/>
                  <a:gd name="T16" fmla="*/ 81 w 97"/>
                  <a:gd name="T17" fmla="*/ 9 h 62"/>
                  <a:gd name="T18" fmla="*/ 134 w 97"/>
                  <a:gd name="T19" fmla="*/ 8 h 6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97" h="62">
                    <a:moveTo>
                      <a:pt x="95" y="6"/>
                    </a:moveTo>
                    <a:cubicBezTo>
                      <a:pt x="95" y="14"/>
                      <a:pt x="97" y="23"/>
                      <a:pt x="97" y="30"/>
                    </a:cubicBezTo>
                    <a:cubicBezTo>
                      <a:pt x="86" y="32"/>
                      <a:pt x="74" y="23"/>
                      <a:pt x="64" y="27"/>
                    </a:cubicBezTo>
                    <a:cubicBezTo>
                      <a:pt x="57" y="29"/>
                      <a:pt x="57" y="34"/>
                      <a:pt x="49" y="33"/>
                    </a:cubicBezTo>
                    <a:cubicBezTo>
                      <a:pt x="44" y="33"/>
                      <a:pt x="40" y="33"/>
                      <a:pt x="35" y="34"/>
                    </a:cubicBezTo>
                    <a:cubicBezTo>
                      <a:pt x="19" y="39"/>
                      <a:pt x="12" y="51"/>
                      <a:pt x="2" y="62"/>
                    </a:cubicBezTo>
                    <a:cubicBezTo>
                      <a:pt x="0" y="55"/>
                      <a:pt x="1" y="41"/>
                      <a:pt x="5" y="34"/>
                    </a:cubicBezTo>
                    <a:cubicBezTo>
                      <a:pt x="10" y="25"/>
                      <a:pt x="17" y="18"/>
                      <a:pt x="27" y="15"/>
                    </a:cubicBezTo>
                    <a:cubicBezTo>
                      <a:pt x="36" y="11"/>
                      <a:pt x="45" y="8"/>
                      <a:pt x="54" y="6"/>
                    </a:cubicBezTo>
                    <a:cubicBezTo>
                      <a:pt x="63" y="5"/>
                      <a:pt x="80" y="0"/>
                      <a:pt x="89" y="5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6663" name="Freeform 191">
                <a:extLst>
                  <a:ext uri="{FF2B5EF4-FFF2-40B4-BE49-F238E27FC236}">
                    <a16:creationId xmlns:a16="http://schemas.microsoft.com/office/drawing/2014/main" id="{BFA8D90D-8D7F-4A6F-A4A8-734C8795A9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8" y="2396"/>
                <a:ext cx="24" cy="82"/>
              </a:xfrm>
              <a:custGeom>
                <a:avLst/>
                <a:gdLst>
                  <a:gd name="T0" fmla="*/ 25 w 21"/>
                  <a:gd name="T1" fmla="*/ 0 h 72"/>
                  <a:gd name="T2" fmla="*/ 15 w 21"/>
                  <a:gd name="T3" fmla="*/ 50 h 72"/>
                  <a:gd name="T4" fmla="*/ 2 w 21"/>
                  <a:gd name="T5" fmla="*/ 93 h 72"/>
                  <a:gd name="T6" fmla="*/ 9 w 21"/>
                  <a:gd name="T7" fmla="*/ 103 h 72"/>
                  <a:gd name="T8" fmla="*/ 18 w 21"/>
                  <a:gd name="T9" fmla="*/ 76 h 72"/>
                  <a:gd name="T10" fmla="*/ 25 w 21"/>
                  <a:gd name="T11" fmla="*/ 46 h 72"/>
                  <a:gd name="T12" fmla="*/ 27 w 21"/>
                  <a:gd name="T13" fmla="*/ 7 h 7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1" h="72">
                    <a:moveTo>
                      <a:pt x="17" y="0"/>
                    </a:moveTo>
                    <a:cubicBezTo>
                      <a:pt x="21" y="11"/>
                      <a:pt x="12" y="24"/>
                      <a:pt x="10" y="34"/>
                    </a:cubicBezTo>
                    <a:cubicBezTo>
                      <a:pt x="7" y="44"/>
                      <a:pt x="4" y="53"/>
                      <a:pt x="2" y="63"/>
                    </a:cubicBezTo>
                    <a:cubicBezTo>
                      <a:pt x="1" y="68"/>
                      <a:pt x="0" y="72"/>
                      <a:pt x="6" y="69"/>
                    </a:cubicBezTo>
                    <a:cubicBezTo>
                      <a:pt x="12" y="66"/>
                      <a:pt x="10" y="58"/>
                      <a:pt x="12" y="52"/>
                    </a:cubicBezTo>
                    <a:cubicBezTo>
                      <a:pt x="13" y="45"/>
                      <a:pt x="16" y="39"/>
                      <a:pt x="17" y="31"/>
                    </a:cubicBezTo>
                    <a:cubicBezTo>
                      <a:pt x="18" y="22"/>
                      <a:pt x="18" y="13"/>
                      <a:pt x="18" y="4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6664" name="Freeform 192">
                <a:extLst>
                  <a:ext uri="{FF2B5EF4-FFF2-40B4-BE49-F238E27FC236}">
                    <a16:creationId xmlns:a16="http://schemas.microsoft.com/office/drawing/2014/main" id="{AF3159DF-3AF1-4160-BA39-4E6C29FD95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6" y="2323"/>
                <a:ext cx="24" cy="86"/>
              </a:xfrm>
              <a:custGeom>
                <a:avLst/>
                <a:gdLst>
                  <a:gd name="T0" fmla="*/ 0 w 21"/>
                  <a:gd name="T1" fmla="*/ 0 h 75"/>
                  <a:gd name="T2" fmla="*/ 15 w 21"/>
                  <a:gd name="T3" fmla="*/ 114 h 75"/>
                  <a:gd name="T4" fmla="*/ 11 w 21"/>
                  <a:gd name="T5" fmla="*/ 53 h 75"/>
                  <a:gd name="T6" fmla="*/ 1 w 21"/>
                  <a:gd name="T7" fmla="*/ 7 h 7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75">
                    <a:moveTo>
                      <a:pt x="0" y="0"/>
                    </a:moveTo>
                    <a:cubicBezTo>
                      <a:pt x="5" y="27"/>
                      <a:pt x="21" y="47"/>
                      <a:pt x="10" y="75"/>
                    </a:cubicBezTo>
                    <a:cubicBezTo>
                      <a:pt x="9" y="62"/>
                      <a:pt x="11" y="49"/>
                      <a:pt x="8" y="35"/>
                    </a:cubicBezTo>
                    <a:cubicBezTo>
                      <a:pt x="6" y="25"/>
                      <a:pt x="0" y="14"/>
                      <a:pt x="1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6665" name="Freeform 193">
                <a:extLst>
                  <a:ext uri="{FF2B5EF4-FFF2-40B4-BE49-F238E27FC236}">
                    <a16:creationId xmlns:a16="http://schemas.microsoft.com/office/drawing/2014/main" id="{D2E761B9-93E5-49D5-95FD-DBD2639402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7" y="2444"/>
                <a:ext cx="16" cy="34"/>
              </a:xfrm>
              <a:custGeom>
                <a:avLst/>
                <a:gdLst>
                  <a:gd name="T0" fmla="*/ 8 w 14"/>
                  <a:gd name="T1" fmla="*/ 3 h 30"/>
                  <a:gd name="T2" fmla="*/ 19 w 14"/>
                  <a:gd name="T3" fmla="*/ 35 h 30"/>
                  <a:gd name="T4" fmla="*/ 7 w 14"/>
                  <a:gd name="T5" fmla="*/ 40 h 30"/>
                  <a:gd name="T6" fmla="*/ 3 w 14"/>
                  <a:gd name="T7" fmla="*/ 8 h 3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30">
                    <a:moveTo>
                      <a:pt x="5" y="3"/>
                    </a:moveTo>
                    <a:cubicBezTo>
                      <a:pt x="12" y="0"/>
                      <a:pt x="14" y="19"/>
                      <a:pt x="13" y="24"/>
                    </a:cubicBezTo>
                    <a:cubicBezTo>
                      <a:pt x="12" y="27"/>
                      <a:pt x="7" y="30"/>
                      <a:pt x="4" y="27"/>
                    </a:cubicBezTo>
                    <a:cubicBezTo>
                      <a:pt x="0" y="23"/>
                      <a:pt x="1" y="9"/>
                      <a:pt x="3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6666" name="Freeform 194">
                <a:extLst>
                  <a:ext uri="{FF2B5EF4-FFF2-40B4-BE49-F238E27FC236}">
                    <a16:creationId xmlns:a16="http://schemas.microsoft.com/office/drawing/2014/main" id="{A3722D5D-8C92-4B11-94A8-69DD22EAD3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4" y="2016"/>
                <a:ext cx="777" cy="473"/>
              </a:xfrm>
              <a:custGeom>
                <a:avLst/>
                <a:gdLst>
                  <a:gd name="T0" fmla="*/ 65 w 680"/>
                  <a:gd name="T1" fmla="*/ 147 h 414"/>
                  <a:gd name="T2" fmla="*/ 30 w 680"/>
                  <a:gd name="T3" fmla="*/ 305 h 414"/>
                  <a:gd name="T4" fmla="*/ 18 w 680"/>
                  <a:gd name="T5" fmla="*/ 438 h 414"/>
                  <a:gd name="T6" fmla="*/ 10 w 680"/>
                  <a:gd name="T7" fmla="*/ 473 h 414"/>
                  <a:gd name="T8" fmla="*/ 0 w 680"/>
                  <a:gd name="T9" fmla="*/ 513 h 414"/>
                  <a:gd name="T10" fmla="*/ 22 w 680"/>
                  <a:gd name="T11" fmla="*/ 532 h 414"/>
                  <a:gd name="T12" fmla="*/ 91 w 680"/>
                  <a:gd name="T13" fmla="*/ 559 h 414"/>
                  <a:gd name="T14" fmla="*/ 296 w 680"/>
                  <a:gd name="T15" fmla="*/ 608 h 414"/>
                  <a:gd name="T16" fmla="*/ 483 w 680"/>
                  <a:gd name="T17" fmla="*/ 594 h 414"/>
                  <a:gd name="T18" fmla="*/ 484 w 680"/>
                  <a:gd name="T19" fmla="*/ 568 h 414"/>
                  <a:gd name="T20" fmla="*/ 492 w 680"/>
                  <a:gd name="T21" fmla="*/ 548 h 414"/>
                  <a:gd name="T22" fmla="*/ 500 w 680"/>
                  <a:gd name="T23" fmla="*/ 521 h 414"/>
                  <a:gd name="T24" fmla="*/ 510 w 680"/>
                  <a:gd name="T25" fmla="*/ 598 h 414"/>
                  <a:gd name="T26" fmla="*/ 556 w 680"/>
                  <a:gd name="T27" fmla="*/ 607 h 414"/>
                  <a:gd name="T28" fmla="*/ 718 w 680"/>
                  <a:gd name="T29" fmla="*/ 601 h 414"/>
                  <a:gd name="T30" fmla="*/ 886 w 680"/>
                  <a:gd name="T31" fmla="*/ 595 h 414"/>
                  <a:gd name="T32" fmla="*/ 943 w 680"/>
                  <a:gd name="T33" fmla="*/ 583 h 414"/>
                  <a:gd name="T34" fmla="*/ 987 w 680"/>
                  <a:gd name="T35" fmla="*/ 574 h 414"/>
                  <a:gd name="T36" fmla="*/ 1006 w 680"/>
                  <a:gd name="T37" fmla="*/ 516 h 414"/>
                  <a:gd name="T38" fmla="*/ 982 w 680"/>
                  <a:gd name="T39" fmla="*/ 327 h 414"/>
                  <a:gd name="T40" fmla="*/ 955 w 680"/>
                  <a:gd name="T41" fmla="*/ 221 h 414"/>
                  <a:gd name="T42" fmla="*/ 922 w 680"/>
                  <a:gd name="T43" fmla="*/ 109 h 414"/>
                  <a:gd name="T44" fmla="*/ 65 w 680"/>
                  <a:gd name="T45" fmla="*/ 147 h 4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680" h="414">
                    <a:moveTo>
                      <a:pt x="44" y="99"/>
                    </a:moveTo>
                    <a:cubicBezTo>
                      <a:pt x="44" y="99"/>
                      <a:pt x="28" y="133"/>
                      <a:pt x="20" y="205"/>
                    </a:cubicBezTo>
                    <a:cubicBezTo>
                      <a:pt x="12" y="277"/>
                      <a:pt x="12" y="286"/>
                      <a:pt x="12" y="293"/>
                    </a:cubicBezTo>
                    <a:cubicBezTo>
                      <a:pt x="12" y="300"/>
                      <a:pt x="12" y="304"/>
                      <a:pt x="7" y="317"/>
                    </a:cubicBezTo>
                    <a:cubicBezTo>
                      <a:pt x="2" y="330"/>
                      <a:pt x="0" y="335"/>
                      <a:pt x="0" y="344"/>
                    </a:cubicBezTo>
                    <a:cubicBezTo>
                      <a:pt x="0" y="353"/>
                      <a:pt x="3" y="352"/>
                      <a:pt x="15" y="357"/>
                    </a:cubicBezTo>
                    <a:cubicBezTo>
                      <a:pt x="27" y="362"/>
                      <a:pt x="44" y="365"/>
                      <a:pt x="61" y="375"/>
                    </a:cubicBezTo>
                    <a:cubicBezTo>
                      <a:pt x="78" y="385"/>
                      <a:pt x="156" y="403"/>
                      <a:pt x="199" y="408"/>
                    </a:cubicBezTo>
                    <a:cubicBezTo>
                      <a:pt x="242" y="413"/>
                      <a:pt x="314" y="414"/>
                      <a:pt x="324" y="398"/>
                    </a:cubicBezTo>
                    <a:cubicBezTo>
                      <a:pt x="324" y="398"/>
                      <a:pt x="326" y="387"/>
                      <a:pt x="325" y="381"/>
                    </a:cubicBezTo>
                    <a:cubicBezTo>
                      <a:pt x="324" y="375"/>
                      <a:pt x="328" y="378"/>
                      <a:pt x="330" y="368"/>
                    </a:cubicBezTo>
                    <a:cubicBezTo>
                      <a:pt x="332" y="358"/>
                      <a:pt x="335" y="349"/>
                      <a:pt x="335" y="349"/>
                    </a:cubicBezTo>
                    <a:cubicBezTo>
                      <a:pt x="335" y="349"/>
                      <a:pt x="330" y="399"/>
                      <a:pt x="341" y="401"/>
                    </a:cubicBezTo>
                    <a:cubicBezTo>
                      <a:pt x="352" y="403"/>
                      <a:pt x="360" y="404"/>
                      <a:pt x="373" y="407"/>
                    </a:cubicBezTo>
                    <a:cubicBezTo>
                      <a:pt x="386" y="410"/>
                      <a:pt x="437" y="404"/>
                      <a:pt x="481" y="403"/>
                    </a:cubicBezTo>
                    <a:cubicBezTo>
                      <a:pt x="525" y="402"/>
                      <a:pt x="576" y="399"/>
                      <a:pt x="593" y="399"/>
                    </a:cubicBezTo>
                    <a:cubicBezTo>
                      <a:pt x="610" y="399"/>
                      <a:pt x="622" y="394"/>
                      <a:pt x="632" y="390"/>
                    </a:cubicBezTo>
                    <a:cubicBezTo>
                      <a:pt x="642" y="386"/>
                      <a:pt x="654" y="386"/>
                      <a:pt x="662" y="384"/>
                    </a:cubicBezTo>
                    <a:cubicBezTo>
                      <a:pt x="670" y="382"/>
                      <a:pt x="680" y="374"/>
                      <a:pt x="674" y="347"/>
                    </a:cubicBezTo>
                    <a:cubicBezTo>
                      <a:pt x="668" y="320"/>
                      <a:pt x="667" y="249"/>
                      <a:pt x="658" y="219"/>
                    </a:cubicBezTo>
                    <a:cubicBezTo>
                      <a:pt x="649" y="189"/>
                      <a:pt x="648" y="175"/>
                      <a:pt x="641" y="148"/>
                    </a:cubicBezTo>
                    <a:cubicBezTo>
                      <a:pt x="634" y="121"/>
                      <a:pt x="618" y="73"/>
                      <a:pt x="618" y="73"/>
                    </a:cubicBezTo>
                    <a:cubicBezTo>
                      <a:pt x="618" y="73"/>
                      <a:pt x="185" y="0"/>
                      <a:pt x="44" y="99"/>
                    </a:cubicBezTo>
                    <a:close/>
                  </a:path>
                </a:pathLst>
              </a:custGeom>
              <a:solidFill>
                <a:srgbClr val="F197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6667" name="Freeform 195">
                <a:extLst>
                  <a:ext uri="{FF2B5EF4-FFF2-40B4-BE49-F238E27FC236}">
                    <a16:creationId xmlns:a16="http://schemas.microsoft.com/office/drawing/2014/main" id="{CD335DAD-D651-4534-83B9-8E49028295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4" y="2069"/>
                <a:ext cx="377" cy="417"/>
              </a:xfrm>
              <a:custGeom>
                <a:avLst/>
                <a:gdLst>
                  <a:gd name="T0" fmla="*/ 74 w 330"/>
                  <a:gd name="T1" fmla="*/ 365 h 366"/>
                  <a:gd name="T2" fmla="*/ 86 w 330"/>
                  <a:gd name="T3" fmla="*/ 235 h 366"/>
                  <a:gd name="T4" fmla="*/ 122 w 330"/>
                  <a:gd name="T5" fmla="*/ 77 h 366"/>
                  <a:gd name="T6" fmla="*/ 492 w 330"/>
                  <a:gd name="T7" fmla="*/ 1 h 366"/>
                  <a:gd name="T8" fmla="*/ 65 w 330"/>
                  <a:gd name="T9" fmla="*/ 77 h 366"/>
                  <a:gd name="T10" fmla="*/ 30 w 330"/>
                  <a:gd name="T11" fmla="*/ 235 h 366"/>
                  <a:gd name="T12" fmla="*/ 18 w 330"/>
                  <a:gd name="T13" fmla="*/ 365 h 366"/>
                  <a:gd name="T14" fmla="*/ 10 w 330"/>
                  <a:gd name="T15" fmla="*/ 401 h 366"/>
                  <a:gd name="T16" fmla="*/ 0 w 330"/>
                  <a:gd name="T17" fmla="*/ 441 h 366"/>
                  <a:gd name="T18" fmla="*/ 22 w 330"/>
                  <a:gd name="T19" fmla="*/ 459 h 366"/>
                  <a:gd name="T20" fmla="*/ 91 w 330"/>
                  <a:gd name="T21" fmla="*/ 487 h 366"/>
                  <a:gd name="T22" fmla="*/ 296 w 330"/>
                  <a:gd name="T23" fmla="*/ 534 h 366"/>
                  <a:gd name="T24" fmla="*/ 410 w 330"/>
                  <a:gd name="T25" fmla="*/ 540 h 366"/>
                  <a:gd name="T26" fmla="*/ 354 w 330"/>
                  <a:gd name="T27" fmla="*/ 534 h 366"/>
                  <a:gd name="T28" fmla="*/ 147 w 330"/>
                  <a:gd name="T29" fmla="*/ 487 h 366"/>
                  <a:gd name="T30" fmla="*/ 80 w 330"/>
                  <a:gd name="T31" fmla="*/ 459 h 366"/>
                  <a:gd name="T32" fmla="*/ 56 w 330"/>
                  <a:gd name="T33" fmla="*/ 441 h 366"/>
                  <a:gd name="T34" fmla="*/ 66 w 330"/>
                  <a:gd name="T35" fmla="*/ 401 h 366"/>
                  <a:gd name="T36" fmla="*/ 74 w 330"/>
                  <a:gd name="T37" fmla="*/ 365 h 36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330" h="366">
                    <a:moveTo>
                      <a:pt x="50" y="247"/>
                    </a:moveTo>
                    <a:cubicBezTo>
                      <a:pt x="50" y="240"/>
                      <a:pt x="50" y="231"/>
                      <a:pt x="58" y="159"/>
                    </a:cubicBezTo>
                    <a:cubicBezTo>
                      <a:pt x="66" y="87"/>
                      <a:pt x="82" y="53"/>
                      <a:pt x="82" y="53"/>
                    </a:cubicBezTo>
                    <a:cubicBezTo>
                      <a:pt x="136" y="15"/>
                      <a:pt x="231" y="3"/>
                      <a:pt x="330" y="1"/>
                    </a:cubicBezTo>
                    <a:cubicBezTo>
                      <a:pt x="219" y="0"/>
                      <a:pt x="105" y="11"/>
                      <a:pt x="44" y="53"/>
                    </a:cubicBezTo>
                    <a:cubicBezTo>
                      <a:pt x="44" y="53"/>
                      <a:pt x="28" y="87"/>
                      <a:pt x="20" y="159"/>
                    </a:cubicBezTo>
                    <a:cubicBezTo>
                      <a:pt x="12" y="231"/>
                      <a:pt x="12" y="240"/>
                      <a:pt x="12" y="247"/>
                    </a:cubicBezTo>
                    <a:cubicBezTo>
                      <a:pt x="12" y="254"/>
                      <a:pt x="12" y="258"/>
                      <a:pt x="7" y="271"/>
                    </a:cubicBezTo>
                    <a:cubicBezTo>
                      <a:pt x="2" y="284"/>
                      <a:pt x="0" y="289"/>
                      <a:pt x="0" y="298"/>
                    </a:cubicBezTo>
                    <a:cubicBezTo>
                      <a:pt x="0" y="307"/>
                      <a:pt x="3" y="306"/>
                      <a:pt x="15" y="311"/>
                    </a:cubicBezTo>
                    <a:cubicBezTo>
                      <a:pt x="27" y="316"/>
                      <a:pt x="44" y="319"/>
                      <a:pt x="61" y="329"/>
                    </a:cubicBezTo>
                    <a:cubicBezTo>
                      <a:pt x="78" y="339"/>
                      <a:pt x="156" y="357"/>
                      <a:pt x="199" y="362"/>
                    </a:cubicBezTo>
                    <a:cubicBezTo>
                      <a:pt x="221" y="365"/>
                      <a:pt x="250" y="366"/>
                      <a:pt x="275" y="365"/>
                    </a:cubicBezTo>
                    <a:cubicBezTo>
                      <a:pt x="261" y="364"/>
                      <a:pt x="248" y="363"/>
                      <a:pt x="237" y="362"/>
                    </a:cubicBezTo>
                    <a:cubicBezTo>
                      <a:pt x="194" y="357"/>
                      <a:pt x="116" y="339"/>
                      <a:pt x="99" y="329"/>
                    </a:cubicBezTo>
                    <a:cubicBezTo>
                      <a:pt x="82" y="319"/>
                      <a:pt x="65" y="316"/>
                      <a:pt x="53" y="311"/>
                    </a:cubicBezTo>
                    <a:cubicBezTo>
                      <a:pt x="41" y="306"/>
                      <a:pt x="38" y="307"/>
                      <a:pt x="38" y="298"/>
                    </a:cubicBezTo>
                    <a:cubicBezTo>
                      <a:pt x="38" y="289"/>
                      <a:pt x="40" y="284"/>
                      <a:pt x="45" y="271"/>
                    </a:cubicBezTo>
                    <a:cubicBezTo>
                      <a:pt x="50" y="258"/>
                      <a:pt x="50" y="254"/>
                      <a:pt x="50" y="247"/>
                    </a:cubicBezTo>
                    <a:close/>
                  </a:path>
                </a:pathLst>
              </a:custGeom>
              <a:solidFill>
                <a:srgbClr val="F6BF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6668" name="Freeform 196">
                <a:extLst>
                  <a:ext uri="{FF2B5EF4-FFF2-40B4-BE49-F238E27FC236}">
                    <a16:creationId xmlns:a16="http://schemas.microsoft.com/office/drawing/2014/main" id="{85FB1E0C-CBFD-4BA2-8DBD-EAE9A7CC49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2" y="2068"/>
                <a:ext cx="777" cy="419"/>
              </a:xfrm>
              <a:custGeom>
                <a:avLst/>
                <a:gdLst>
                  <a:gd name="T0" fmla="*/ 65 w 680"/>
                  <a:gd name="T1" fmla="*/ 77 h 368"/>
                  <a:gd name="T2" fmla="*/ 19 w 680"/>
                  <a:gd name="T3" fmla="*/ 337 h 368"/>
                  <a:gd name="T4" fmla="*/ 17 w 680"/>
                  <a:gd name="T5" fmla="*/ 380 h 368"/>
                  <a:gd name="T6" fmla="*/ 2 w 680"/>
                  <a:gd name="T7" fmla="*/ 422 h 368"/>
                  <a:gd name="T8" fmla="*/ 1 w 680"/>
                  <a:gd name="T9" fmla="*/ 450 h 368"/>
                  <a:gd name="T10" fmla="*/ 11 w 680"/>
                  <a:gd name="T11" fmla="*/ 459 h 368"/>
                  <a:gd name="T12" fmla="*/ 93 w 680"/>
                  <a:gd name="T13" fmla="*/ 490 h 368"/>
                  <a:gd name="T14" fmla="*/ 301 w 680"/>
                  <a:gd name="T15" fmla="*/ 540 h 368"/>
                  <a:gd name="T16" fmla="*/ 450 w 680"/>
                  <a:gd name="T17" fmla="*/ 540 h 368"/>
                  <a:gd name="T18" fmla="*/ 489 w 680"/>
                  <a:gd name="T19" fmla="*/ 523 h 368"/>
                  <a:gd name="T20" fmla="*/ 489 w 680"/>
                  <a:gd name="T21" fmla="*/ 521 h 368"/>
                  <a:gd name="T22" fmla="*/ 491 w 680"/>
                  <a:gd name="T23" fmla="*/ 496 h 368"/>
                  <a:gd name="T24" fmla="*/ 491 w 680"/>
                  <a:gd name="T25" fmla="*/ 492 h 368"/>
                  <a:gd name="T26" fmla="*/ 498 w 680"/>
                  <a:gd name="T27" fmla="*/ 477 h 368"/>
                  <a:gd name="T28" fmla="*/ 504 w 680"/>
                  <a:gd name="T29" fmla="*/ 451 h 368"/>
                  <a:gd name="T30" fmla="*/ 503 w 680"/>
                  <a:gd name="T31" fmla="*/ 449 h 368"/>
                  <a:gd name="T32" fmla="*/ 498 w 680"/>
                  <a:gd name="T33" fmla="*/ 483 h 368"/>
                  <a:gd name="T34" fmla="*/ 504 w 680"/>
                  <a:gd name="T35" fmla="*/ 523 h 368"/>
                  <a:gd name="T36" fmla="*/ 512 w 680"/>
                  <a:gd name="T37" fmla="*/ 529 h 368"/>
                  <a:gd name="T38" fmla="*/ 577 w 680"/>
                  <a:gd name="T39" fmla="*/ 540 h 368"/>
                  <a:gd name="T40" fmla="*/ 888 w 680"/>
                  <a:gd name="T41" fmla="*/ 525 h 368"/>
                  <a:gd name="T42" fmla="*/ 970 w 680"/>
                  <a:gd name="T43" fmla="*/ 507 h 368"/>
                  <a:gd name="T44" fmla="*/ 1007 w 680"/>
                  <a:gd name="T45" fmla="*/ 493 h 368"/>
                  <a:gd name="T46" fmla="*/ 1012 w 680"/>
                  <a:gd name="T47" fmla="*/ 446 h 368"/>
                  <a:gd name="T48" fmla="*/ 987 w 680"/>
                  <a:gd name="T49" fmla="*/ 255 h 368"/>
                  <a:gd name="T50" fmla="*/ 928 w 680"/>
                  <a:gd name="T51" fmla="*/ 40 h 368"/>
                  <a:gd name="T52" fmla="*/ 924 w 680"/>
                  <a:gd name="T53" fmla="*/ 39 h 368"/>
                  <a:gd name="T54" fmla="*/ 240 w 680"/>
                  <a:gd name="T55" fmla="*/ 17 h 368"/>
                  <a:gd name="T56" fmla="*/ 65 w 680"/>
                  <a:gd name="T57" fmla="*/ 77 h 368"/>
                  <a:gd name="T58" fmla="*/ 70 w 680"/>
                  <a:gd name="T59" fmla="*/ 79 h 368"/>
                  <a:gd name="T60" fmla="*/ 241 w 680"/>
                  <a:gd name="T61" fmla="*/ 22 h 368"/>
                  <a:gd name="T62" fmla="*/ 782 w 680"/>
                  <a:gd name="T63" fmla="*/ 25 h 368"/>
                  <a:gd name="T64" fmla="*/ 914 w 680"/>
                  <a:gd name="T65" fmla="*/ 43 h 368"/>
                  <a:gd name="T66" fmla="*/ 924 w 680"/>
                  <a:gd name="T67" fmla="*/ 41 h 368"/>
                  <a:gd name="T68" fmla="*/ 927 w 680"/>
                  <a:gd name="T69" fmla="*/ 55 h 368"/>
                  <a:gd name="T70" fmla="*/ 982 w 680"/>
                  <a:gd name="T71" fmla="*/ 258 h 368"/>
                  <a:gd name="T72" fmla="*/ 1006 w 680"/>
                  <a:gd name="T73" fmla="*/ 446 h 368"/>
                  <a:gd name="T74" fmla="*/ 1003 w 680"/>
                  <a:gd name="T75" fmla="*/ 490 h 368"/>
                  <a:gd name="T76" fmla="*/ 969 w 680"/>
                  <a:gd name="T77" fmla="*/ 500 h 368"/>
                  <a:gd name="T78" fmla="*/ 888 w 680"/>
                  <a:gd name="T79" fmla="*/ 520 h 368"/>
                  <a:gd name="T80" fmla="*/ 577 w 680"/>
                  <a:gd name="T81" fmla="*/ 533 h 368"/>
                  <a:gd name="T82" fmla="*/ 512 w 680"/>
                  <a:gd name="T83" fmla="*/ 523 h 368"/>
                  <a:gd name="T84" fmla="*/ 507 w 680"/>
                  <a:gd name="T85" fmla="*/ 517 h 368"/>
                  <a:gd name="T86" fmla="*/ 504 w 680"/>
                  <a:gd name="T87" fmla="*/ 459 h 368"/>
                  <a:gd name="T88" fmla="*/ 505 w 680"/>
                  <a:gd name="T89" fmla="*/ 449 h 368"/>
                  <a:gd name="T90" fmla="*/ 492 w 680"/>
                  <a:gd name="T91" fmla="*/ 477 h 368"/>
                  <a:gd name="T92" fmla="*/ 487 w 680"/>
                  <a:gd name="T93" fmla="*/ 488 h 368"/>
                  <a:gd name="T94" fmla="*/ 484 w 680"/>
                  <a:gd name="T95" fmla="*/ 496 h 368"/>
                  <a:gd name="T96" fmla="*/ 484 w 680"/>
                  <a:gd name="T97" fmla="*/ 514 h 368"/>
                  <a:gd name="T98" fmla="*/ 483 w 680"/>
                  <a:gd name="T99" fmla="*/ 521 h 368"/>
                  <a:gd name="T100" fmla="*/ 483 w 680"/>
                  <a:gd name="T101" fmla="*/ 520 h 368"/>
                  <a:gd name="T102" fmla="*/ 436 w 680"/>
                  <a:gd name="T103" fmla="*/ 535 h 368"/>
                  <a:gd name="T104" fmla="*/ 301 w 680"/>
                  <a:gd name="T105" fmla="*/ 533 h 368"/>
                  <a:gd name="T106" fmla="*/ 128 w 680"/>
                  <a:gd name="T107" fmla="*/ 498 h 368"/>
                  <a:gd name="T108" fmla="*/ 27 w 680"/>
                  <a:gd name="T109" fmla="*/ 458 h 368"/>
                  <a:gd name="T110" fmla="*/ 8 w 680"/>
                  <a:gd name="T111" fmla="*/ 447 h 368"/>
                  <a:gd name="T112" fmla="*/ 9 w 680"/>
                  <a:gd name="T113" fmla="*/ 425 h 368"/>
                  <a:gd name="T114" fmla="*/ 22 w 680"/>
                  <a:gd name="T115" fmla="*/ 381 h 368"/>
                  <a:gd name="T116" fmla="*/ 25 w 680"/>
                  <a:gd name="T117" fmla="*/ 338 h 368"/>
                  <a:gd name="T118" fmla="*/ 58 w 680"/>
                  <a:gd name="T119" fmla="*/ 120 h 368"/>
                  <a:gd name="T120" fmla="*/ 71 w 680"/>
                  <a:gd name="T121" fmla="*/ 83 h 368"/>
                  <a:gd name="T122" fmla="*/ 72 w 680"/>
                  <a:gd name="T123" fmla="*/ 82 h 368"/>
                  <a:gd name="T124" fmla="*/ 71 w 680"/>
                  <a:gd name="T125" fmla="*/ 83 h 368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0" t="0" r="r" b="b"/>
                <a:pathLst>
                  <a:path w="680" h="368">
                    <a:moveTo>
                      <a:pt x="46" y="54"/>
                    </a:moveTo>
                    <a:cubicBezTo>
                      <a:pt x="44" y="53"/>
                      <a:pt x="44" y="53"/>
                      <a:pt x="44" y="53"/>
                    </a:cubicBezTo>
                    <a:cubicBezTo>
                      <a:pt x="44" y="53"/>
                      <a:pt x="28" y="88"/>
                      <a:pt x="20" y="160"/>
                    </a:cubicBezTo>
                    <a:cubicBezTo>
                      <a:pt x="16" y="196"/>
                      <a:pt x="14" y="216"/>
                      <a:pt x="13" y="228"/>
                    </a:cubicBezTo>
                    <a:cubicBezTo>
                      <a:pt x="12" y="240"/>
                      <a:pt x="12" y="244"/>
                      <a:pt x="12" y="248"/>
                    </a:cubicBezTo>
                    <a:cubicBezTo>
                      <a:pt x="12" y="252"/>
                      <a:pt x="12" y="254"/>
                      <a:pt x="11" y="257"/>
                    </a:cubicBezTo>
                    <a:cubicBezTo>
                      <a:pt x="11" y="261"/>
                      <a:pt x="10" y="265"/>
                      <a:pt x="7" y="271"/>
                    </a:cubicBezTo>
                    <a:cubicBezTo>
                      <a:pt x="5" y="278"/>
                      <a:pt x="3" y="282"/>
                      <a:pt x="2" y="286"/>
                    </a:cubicBezTo>
                    <a:cubicBezTo>
                      <a:pt x="1" y="291"/>
                      <a:pt x="0" y="294"/>
                      <a:pt x="0" y="299"/>
                    </a:cubicBezTo>
                    <a:cubicBezTo>
                      <a:pt x="0" y="301"/>
                      <a:pt x="0" y="303"/>
                      <a:pt x="1" y="305"/>
                    </a:cubicBezTo>
                    <a:cubicBezTo>
                      <a:pt x="1" y="306"/>
                      <a:pt x="2" y="307"/>
                      <a:pt x="3" y="308"/>
                    </a:cubicBezTo>
                    <a:cubicBezTo>
                      <a:pt x="4" y="309"/>
                      <a:pt x="6" y="310"/>
                      <a:pt x="8" y="311"/>
                    </a:cubicBezTo>
                    <a:cubicBezTo>
                      <a:pt x="10" y="312"/>
                      <a:pt x="13" y="312"/>
                      <a:pt x="16" y="314"/>
                    </a:cubicBezTo>
                    <a:cubicBezTo>
                      <a:pt x="29" y="319"/>
                      <a:pt x="45" y="322"/>
                      <a:pt x="62" y="332"/>
                    </a:cubicBezTo>
                    <a:cubicBezTo>
                      <a:pt x="67" y="334"/>
                      <a:pt x="75" y="337"/>
                      <a:pt x="85" y="341"/>
                    </a:cubicBezTo>
                    <a:cubicBezTo>
                      <a:pt x="116" y="350"/>
                      <a:pt x="168" y="361"/>
                      <a:pt x="201" y="365"/>
                    </a:cubicBezTo>
                    <a:cubicBezTo>
                      <a:pt x="217" y="367"/>
                      <a:pt x="238" y="368"/>
                      <a:pt x="258" y="368"/>
                    </a:cubicBezTo>
                    <a:cubicBezTo>
                      <a:pt x="274" y="368"/>
                      <a:pt x="290" y="367"/>
                      <a:pt x="302" y="365"/>
                    </a:cubicBezTo>
                    <a:cubicBezTo>
                      <a:pt x="308" y="364"/>
                      <a:pt x="314" y="363"/>
                      <a:pt x="318" y="361"/>
                    </a:cubicBezTo>
                    <a:cubicBezTo>
                      <a:pt x="322" y="359"/>
                      <a:pt x="326" y="357"/>
                      <a:pt x="328" y="354"/>
                    </a:cubicBezTo>
                    <a:cubicBezTo>
                      <a:pt x="328" y="354"/>
                      <a:pt x="328" y="354"/>
                      <a:pt x="328" y="354"/>
                    </a:cubicBezTo>
                    <a:cubicBezTo>
                      <a:pt x="328" y="353"/>
                      <a:pt x="328" y="353"/>
                      <a:pt x="328" y="353"/>
                    </a:cubicBezTo>
                    <a:cubicBezTo>
                      <a:pt x="328" y="353"/>
                      <a:pt x="329" y="346"/>
                      <a:pt x="329" y="340"/>
                    </a:cubicBezTo>
                    <a:cubicBezTo>
                      <a:pt x="329" y="339"/>
                      <a:pt x="329" y="337"/>
                      <a:pt x="329" y="336"/>
                    </a:cubicBezTo>
                    <a:cubicBezTo>
                      <a:pt x="329" y="335"/>
                      <a:pt x="329" y="335"/>
                      <a:pt x="329" y="334"/>
                    </a:cubicBezTo>
                    <a:cubicBezTo>
                      <a:pt x="329" y="334"/>
                      <a:pt x="329" y="334"/>
                      <a:pt x="329" y="333"/>
                    </a:cubicBezTo>
                    <a:cubicBezTo>
                      <a:pt x="329" y="333"/>
                      <a:pt x="330" y="332"/>
                      <a:pt x="331" y="331"/>
                    </a:cubicBezTo>
                    <a:cubicBezTo>
                      <a:pt x="332" y="329"/>
                      <a:pt x="333" y="327"/>
                      <a:pt x="334" y="323"/>
                    </a:cubicBezTo>
                    <a:cubicBezTo>
                      <a:pt x="335" y="318"/>
                      <a:pt x="336" y="314"/>
                      <a:pt x="337" y="310"/>
                    </a:cubicBezTo>
                    <a:cubicBezTo>
                      <a:pt x="338" y="309"/>
                      <a:pt x="338" y="307"/>
                      <a:pt x="338" y="306"/>
                    </a:cubicBezTo>
                    <a:cubicBezTo>
                      <a:pt x="339" y="305"/>
                      <a:pt x="339" y="305"/>
                      <a:pt x="339" y="305"/>
                    </a:cubicBezTo>
                    <a:cubicBezTo>
                      <a:pt x="337" y="304"/>
                      <a:pt x="337" y="304"/>
                      <a:pt x="337" y="304"/>
                    </a:cubicBezTo>
                    <a:cubicBezTo>
                      <a:pt x="335" y="304"/>
                      <a:pt x="335" y="304"/>
                      <a:pt x="335" y="304"/>
                    </a:cubicBezTo>
                    <a:cubicBezTo>
                      <a:pt x="335" y="304"/>
                      <a:pt x="334" y="315"/>
                      <a:pt x="334" y="327"/>
                    </a:cubicBezTo>
                    <a:cubicBezTo>
                      <a:pt x="334" y="334"/>
                      <a:pt x="334" y="341"/>
                      <a:pt x="335" y="347"/>
                    </a:cubicBezTo>
                    <a:cubicBezTo>
                      <a:pt x="336" y="349"/>
                      <a:pt x="337" y="352"/>
                      <a:pt x="338" y="354"/>
                    </a:cubicBezTo>
                    <a:cubicBezTo>
                      <a:pt x="338" y="355"/>
                      <a:pt x="339" y="356"/>
                      <a:pt x="340" y="357"/>
                    </a:cubicBezTo>
                    <a:cubicBezTo>
                      <a:pt x="341" y="357"/>
                      <a:pt x="342" y="358"/>
                      <a:pt x="343" y="358"/>
                    </a:cubicBezTo>
                    <a:cubicBezTo>
                      <a:pt x="354" y="360"/>
                      <a:pt x="362" y="361"/>
                      <a:pt x="375" y="364"/>
                    </a:cubicBezTo>
                    <a:cubicBezTo>
                      <a:pt x="377" y="365"/>
                      <a:pt x="382" y="365"/>
                      <a:pt x="387" y="365"/>
                    </a:cubicBezTo>
                    <a:cubicBezTo>
                      <a:pt x="408" y="365"/>
                      <a:pt x="448" y="361"/>
                      <a:pt x="483" y="360"/>
                    </a:cubicBezTo>
                    <a:cubicBezTo>
                      <a:pt x="527" y="359"/>
                      <a:pt x="578" y="356"/>
                      <a:pt x="595" y="356"/>
                    </a:cubicBezTo>
                    <a:cubicBezTo>
                      <a:pt x="612" y="356"/>
                      <a:pt x="625" y="351"/>
                      <a:pt x="635" y="347"/>
                    </a:cubicBezTo>
                    <a:cubicBezTo>
                      <a:pt x="639" y="345"/>
                      <a:pt x="645" y="344"/>
                      <a:pt x="650" y="343"/>
                    </a:cubicBezTo>
                    <a:cubicBezTo>
                      <a:pt x="655" y="342"/>
                      <a:pt x="660" y="342"/>
                      <a:pt x="664" y="341"/>
                    </a:cubicBezTo>
                    <a:cubicBezTo>
                      <a:pt x="668" y="340"/>
                      <a:pt x="672" y="338"/>
                      <a:pt x="675" y="334"/>
                    </a:cubicBezTo>
                    <a:cubicBezTo>
                      <a:pt x="678" y="330"/>
                      <a:pt x="680" y="325"/>
                      <a:pt x="680" y="317"/>
                    </a:cubicBezTo>
                    <a:cubicBezTo>
                      <a:pt x="680" y="312"/>
                      <a:pt x="679" y="307"/>
                      <a:pt x="678" y="302"/>
                    </a:cubicBezTo>
                    <a:cubicBezTo>
                      <a:pt x="675" y="288"/>
                      <a:pt x="673" y="264"/>
                      <a:pt x="671" y="239"/>
                    </a:cubicBezTo>
                    <a:cubicBezTo>
                      <a:pt x="669" y="214"/>
                      <a:pt x="667" y="189"/>
                      <a:pt x="662" y="173"/>
                    </a:cubicBezTo>
                    <a:cubicBezTo>
                      <a:pt x="653" y="144"/>
                      <a:pt x="652" y="130"/>
                      <a:pt x="645" y="102"/>
                    </a:cubicBezTo>
                    <a:cubicBezTo>
                      <a:pt x="638" y="75"/>
                      <a:pt x="622" y="27"/>
                      <a:pt x="622" y="27"/>
                    </a:cubicBezTo>
                    <a:cubicBezTo>
                      <a:pt x="622" y="26"/>
                      <a:pt x="622" y="26"/>
                      <a:pt x="622" y="26"/>
                    </a:cubicBezTo>
                    <a:cubicBezTo>
                      <a:pt x="620" y="26"/>
                      <a:pt x="620" y="26"/>
                      <a:pt x="620" y="26"/>
                    </a:cubicBezTo>
                    <a:cubicBezTo>
                      <a:pt x="620" y="26"/>
                      <a:pt x="466" y="0"/>
                      <a:pt x="312" y="0"/>
                    </a:cubicBezTo>
                    <a:cubicBezTo>
                      <a:pt x="260" y="0"/>
                      <a:pt x="207" y="3"/>
                      <a:pt x="161" y="11"/>
                    </a:cubicBezTo>
                    <a:cubicBezTo>
                      <a:pt x="114" y="19"/>
                      <a:pt x="74" y="32"/>
                      <a:pt x="45" y="52"/>
                    </a:cubicBezTo>
                    <a:cubicBezTo>
                      <a:pt x="44" y="53"/>
                      <a:pt x="44" y="53"/>
                      <a:pt x="44" y="53"/>
                    </a:cubicBezTo>
                    <a:cubicBezTo>
                      <a:pt x="44" y="53"/>
                      <a:pt x="44" y="53"/>
                      <a:pt x="44" y="53"/>
                    </a:cubicBezTo>
                    <a:cubicBezTo>
                      <a:pt x="46" y="54"/>
                      <a:pt x="46" y="54"/>
                      <a:pt x="46" y="54"/>
                    </a:cubicBezTo>
                    <a:cubicBezTo>
                      <a:pt x="47" y="56"/>
                      <a:pt x="47" y="56"/>
                      <a:pt x="47" y="56"/>
                    </a:cubicBezTo>
                    <a:cubicBezTo>
                      <a:pt x="75" y="36"/>
                      <a:pt x="115" y="23"/>
                      <a:pt x="162" y="15"/>
                    </a:cubicBezTo>
                    <a:cubicBezTo>
                      <a:pt x="208" y="7"/>
                      <a:pt x="260" y="4"/>
                      <a:pt x="312" y="4"/>
                    </a:cubicBezTo>
                    <a:cubicBezTo>
                      <a:pt x="389" y="4"/>
                      <a:pt x="466" y="11"/>
                      <a:pt x="524" y="17"/>
                    </a:cubicBezTo>
                    <a:cubicBezTo>
                      <a:pt x="552" y="20"/>
                      <a:pt x="576" y="23"/>
                      <a:pt x="593" y="26"/>
                    </a:cubicBezTo>
                    <a:cubicBezTo>
                      <a:pt x="602" y="27"/>
                      <a:pt x="608" y="28"/>
                      <a:pt x="613" y="29"/>
                    </a:cubicBezTo>
                    <a:cubicBezTo>
                      <a:pt x="617" y="30"/>
                      <a:pt x="620" y="30"/>
                      <a:pt x="620" y="30"/>
                    </a:cubicBezTo>
                    <a:cubicBezTo>
                      <a:pt x="620" y="28"/>
                      <a:pt x="620" y="28"/>
                      <a:pt x="620" y="28"/>
                    </a:cubicBezTo>
                    <a:cubicBezTo>
                      <a:pt x="618" y="29"/>
                      <a:pt x="618" y="29"/>
                      <a:pt x="618" y="29"/>
                    </a:cubicBezTo>
                    <a:cubicBezTo>
                      <a:pt x="618" y="29"/>
                      <a:pt x="619" y="32"/>
                      <a:pt x="621" y="37"/>
                    </a:cubicBezTo>
                    <a:cubicBezTo>
                      <a:pt x="626" y="51"/>
                      <a:pt x="636" y="83"/>
                      <a:pt x="641" y="104"/>
                    </a:cubicBezTo>
                    <a:cubicBezTo>
                      <a:pt x="648" y="130"/>
                      <a:pt x="649" y="144"/>
                      <a:pt x="658" y="175"/>
                    </a:cubicBezTo>
                    <a:cubicBezTo>
                      <a:pt x="662" y="189"/>
                      <a:pt x="665" y="214"/>
                      <a:pt x="667" y="239"/>
                    </a:cubicBezTo>
                    <a:cubicBezTo>
                      <a:pt x="669" y="264"/>
                      <a:pt x="671" y="289"/>
                      <a:pt x="674" y="302"/>
                    </a:cubicBezTo>
                    <a:cubicBezTo>
                      <a:pt x="675" y="308"/>
                      <a:pt x="676" y="313"/>
                      <a:pt x="676" y="317"/>
                    </a:cubicBezTo>
                    <a:cubicBezTo>
                      <a:pt x="676" y="324"/>
                      <a:pt x="674" y="329"/>
                      <a:pt x="672" y="332"/>
                    </a:cubicBezTo>
                    <a:cubicBezTo>
                      <a:pt x="669" y="335"/>
                      <a:pt x="666" y="336"/>
                      <a:pt x="664" y="337"/>
                    </a:cubicBezTo>
                    <a:cubicBezTo>
                      <a:pt x="660" y="338"/>
                      <a:pt x="655" y="339"/>
                      <a:pt x="649" y="339"/>
                    </a:cubicBezTo>
                    <a:cubicBezTo>
                      <a:pt x="644" y="340"/>
                      <a:pt x="639" y="341"/>
                      <a:pt x="633" y="343"/>
                    </a:cubicBezTo>
                    <a:cubicBezTo>
                      <a:pt x="623" y="347"/>
                      <a:pt x="612" y="352"/>
                      <a:pt x="595" y="352"/>
                    </a:cubicBezTo>
                    <a:cubicBezTo>
                      <a:pt x="578" y="352"/>
                      <a:pt x="527" y="355"/>
                      <a:pt x="483" y="356"/>
                    </a:cubicBezTo>
                    <a:cubicBezTo>
                      <a:pt x="448" y="357"/>
                      <a:pt x="408" y="361"/>
                      <a:pt x="387" y="361"/>
                    </a:cubicBezTo>
                    <a:cubicBezTo>
                      <a:pt x="382" y="361"/>
                      <a:pt x="378" y="361"/>
                      <a:pt x="375" y="360"/>
                    </a:cubicBezTo>
                    <a:cubicBezTo>
                      <a:pt x="362" y="357"/>
                      <a:pt x="354" y="356"/>
                      <a:pt x="343" y="354"/>
                    </a:cubicBezTo>
                    <a:cubicBezTo>
                      <a:pt x="343" y="354"/>
                      <a:pt x="343" y="354"/>
                      <a:pt x="342" y="354"/>
                    </a:cubicBezTo>
                    <a:cubicBezTo>
                      <a:pt x="342" y="353"/>
                      <a:pt x="341" y="352"/>
                      <a:pt x="340" y="350"/>
                    </a:cubicBezTo>
                    <a:cubicBezTo>
                      <a:pt x="338" y="345"/>
                      <a:pt x="338" y="336"/>
                      <a:pt x="338" y="327"/>
                    </a:cubicBezTo>
                    <a:cubicBezTo>
                      <a:pt x="338" y="321"/>
                      <a:pt x="338" y="316"/>
                      <a:pt x="338" y="311"/>
                    </a:cubicBezTo>
                    <a:cubicBezTo>
                      <a:pt x="339" y="309"/>
                      <a:pt x="339" y="307"/>
                      <a:pt x="339" y="306"/>
                    </a:cubicBezTo>
                    <a:cubicBezTo>
                      <a:pt x="339" y="305"/>
                      <a:pt x="339" y="304"/>
                      <a:pt x="339" y="304"/>
                    </a:cubicBezTo>
                    <a:cubicBezTo>
                      <a:pt x="335" y="303"/>
                      <a:pt x="335" y="303"/>
                      <a:pt x="335" y="303"/>
                    </a:cubicBezTo>
                    <a:cubicBezTo>
                      <a:pt x="335" y="303"/>
                      <a:pt x="332" y="312"/>
                      <a:pt x="330" y="323"/>
                    </a:cubicBezTo>
                    <a:cubicBezTo>
                      <a:pt x="329" y="327"/>
                      <a:pt x="328" y="328"/>
                      <a:pt x="327" y="329"/>
                    </a:cubicBezTo>
                    <a:cubicBezTo>
                      <a:pt x="327" y="330"/>
                      <a:pt x="326" y="330"/>
                      <a:pt x="326" y="331"/>
                    </a:cubicBezTo>
                    <a:cubicBezTo>
                      <a:pt x="325" y="332"/>
                      <a:pt x="325" y="333"/>
                      <a:pt x="325" y="334"/>
                    </a:cubicBezTo>
                    <a:cubicBezTo>
                      <a:pt x="325" y="335"/>
                      <a:pt x="325" y="336"/>
                      <a:pt x="325" y="336"/>
                    </a:cubicBezTo>
                    <a:cubicBezTo>
                      <a:pt x="325" y="337"/>
                      <a:pt x="325" y="339"/>
                      <a:pt x="325" y="340"/>
                    </a:cubicBezTo>
                    <a:cubicBezTo>
                      <a:pt x="325" y="343"/>
                      <a:pt x="325" y="346"/>
                      <a:pt x="325" y="348"/>
                    </a:cubicBezTo>
                    <a:cubicBezTo>
                      <a:pt x="325" y="350"/>
                      <a:pt x="324" y="351"/>
                      <a:pt x="324" y="351"/>
                    </a:cubicBezTo>
                    <a:cubicBezTo>
                      <a:pt x="324" y="352"/>
                      <a:pt x="324" y="353"/>
                      <a:pt x="324" y="353"/>
                    </a:cubicBezTo>
                    <a:cubicBezTo>
                      <a:pt x="326" y="353"/>
                      <a:pt x="326" y="353"/>
                      <a:pt x="326" y="353"/>
                    </a:cubicBezTo>
                    <a:cubicBezTo>
                      <a:pt x="324" y="352"/>
                      <a:pt x="324" y="352"/>
                      <a:pt x="324" y="352"/>
                    </a:cubicBezTo>
                    <a:cubicBezTo>
                      <a:pt x="323" y="354"/>
                      <a:pt x="321" y="356"/>
                      <a:pt x="317" y="357"/>
                    </a:cubicBezTo>
                    <a:cubicBezTo>
                      <a:pt x="311" y="360"/>
                      <a:pt x="302" y="362"/>
                      <a:pt x="292" y="363"/>
                    </a:cubicBezTo>
                    <a:cubicBezTo>
                      <a:pt x="282" y="364"/>
                      <a:pt x="270" y="364"/>
                      <a:pt x="258" y="364"/>
                    </a:cubicBezTo>
                    <a:cubicBezTo>
                      <a:pt x="238" y="364"/>
                      <a:pt x="218" y="363"/>
                      <a:pt x="201" y="361"/>
                    </a:cubicBezTo>
                    <a:cubicBezTo>
                      <a:pt x="180" y="359"/>
                      <a:pt x="150" y="353"/>
                      <a:pt x="123" y="346"/>
                    </a:cubicBezTo>
                    <a:cubicBezTo>
                      <a:pt x="109" y="343"/>
                      <a:pt x="97" y="340"/>
                      <a:pt x="86" y="337"/>
                    </a:cubicBezTo>
                    <a:cubicBezTo>
                      <a:pt x="76" y="334"/>
                      <a:pt x="68" y="331"/>
                      <a:pt x="64" y="328"/>
                    </a:cubicBezTo>
                    <a:cubicBezTo>
                      <a:pt x="47" y="318"/>
                      <a:pt x="29" y="315"/>
                      <a:pt x="18" y="310"/>
                    </a:cubicBezTo>
                    <a:cubicBezTo>
                      <a:pt x="12" y="308"/>
                      <a:pt x="8" y="307"/>
                      <a:pt x="6" y="305"/>
                    </a:cubicBezTo>
                    <a:cubicBezTo>
                      <a:pt x="5" y="305"/>
                      <a:pt x="5" y="304"/>
                      <a:pt x="5" y="303"/>
                    </a:cubicBezTo>
                    <a:cubicBezTo>
                      <a:pt x="4" y="303"/>
                      <a:pt x="4" y="301"/>
                      <a:pt x="4" y="299"/>
                    </a:cubicBezTo>
                    <a:cubicBezTo>
                      <a:pt x="4" y="295"/>
                      <a:pt x="4" y="291"/>
                      <a:pt x="6" y="288"/>
                    </a:cubicBezTo>
                    <a:cubicBezTo>
                      <a:pt x="7" y="284"/>
                      <a:pt x="8" y="279"/>
                      <a:pt x="11" y="273"/>
                    </a:cubicBezTo>
                    <a:cubicBezTo>
                      <a:pt x="13" y="266"/>
                      <a:pt x="15" y="262"/>
                      <a:pt x="15" y="258"/>
                    </a:cubicBezTo>
                    <a:cubicBezTo>
                      <a:pt x="16" y="254"/>
                      <a:pt x="16" y="251"/>
                      <a:pt x="16" y="248"/>
                    </a:cubicBezTo>
                    <a:cubicBezTo>
                      <a:pt x="16" y="245"/>
                      <a:pt x="16" y="241"/>
                      <a:pt x="17" y="229"/>
                    </a:cubicBezTo>
                    <a:cubicBezTo>
                      <a:pt x="18" y="216"/>
                      <a:pt x="20" y="196"/>
                      <a:pt x="24" y="160"/>
                    </a:cubicBezTo>
                    <a:cubicBezTo>
                      <a:pt x="28" y="124"/>
                      <a:pt x="34" y="98"/>
                      <a:pt x="39" y="81"/>
                    </a:cubicBezTo>
                    <a:cubicBezTo>
                      <a:pt x="41" y="72"/>
                      <a:pt x="44" y="65"/>
                      <a:pt x="45" y="61"/>
                    </a:cubicBezTo>
                    <a:cubicBezTo>
                      <a:pt x="46" y="59"/>
                      <a:pt x="47" y="57"/>
                      <a:pt x="47" y="56"/>
                    </a:cubicBezTo>
                    <a:cubicBezTo>
                      <a:pt x="47" y="56"/>
                      <a:pt x="48" y="55"/>
                      <a:pt x="48" y="55"/>
                    </a:cubicBezTo>
                    <a:cubicBezTo>
                      <a:pt x="48" y="55"/>
                      <a:pt x="48" y="55"/>
                      <a:pt x="48" y="55"/>
                    </a:cubicBezTo>
                    <a:cubicBezTo>
                      <a:pt x="46" y="54"/>
                      <a:pt x="46" y="54"/>
                      <a:pt x="46" y="54"/>
                    </a:cubicBezTo>
                    <a:cubicBezTo>
                      <a:pt x="47" y="56"/>
                      <a:pt x="47" y="56"/>
                      <a:pt x="47" y="56"/>
                    </a:cubicBezTo>
                    <a:lnTo>
                      <a:pt x="46" y="54"/>
                    </a:lnTo>
                    <a:close/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6669" name="Freeform 197">
                <a:extLst>
                  <a:ext uri="{FF2B5EF4-FFF2-40B4-BE49-F238E27FC236}">
                    <a16:creationId xmlns:a16="http://schemas.microsoft.com/office/drawing/2014/main" id="{1DA3C00F-6A77-4A81-B916-C2DA00DB63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7" y="1231"/>
                <a:ext cx="1246" cy="1113"/>
              </a:xfrm>
              <a:custGeom>
                <a:avLst/>
                <a:gdLst>
                  <a:gd name="T0" fmla="*/ 1262 w 1090"/>
                  <a:gd name="T1" fmla="*/ 1132 h 975"/>
                  <a:gd name="T2" fmla="*/ 1222 w 1090"/>
                  <a:gd name="T3" fmla="*/ 1047 h 975"/>
                  <a:gd name="T4" fmla="*/ 1215 w 1090"/>
                  <a:gd name="T5" fmla="*/ 902 h 975"/>
                  <a:gd name="T6" fmla="*/ 1207 w 1090"/>
                  <a:gd name="T7" fmla="*/ 767 h 975"/>
                  <a:gd name="T8" fmla="*/ 1201 w 1090"/>
                  <a:gd name="T9" fmla="*/ 598 h 975"/>
                  <a:gd name="T10" fmla="*/ 1245 w 1090"/>
                  <a:gd name="T11" fmla="*/ 670 h 975"/>
                  <a:gd name="T12" fmla="*/ 1276 w 1090"/>
                  <a:gd name="T13" fmla="*/ 799 h 975"/>
                  <a:gd name="T14" fmla="*/ 1297 w 1090"/>
                  <a:gd name="T15" fmla="*/ 895 h 975"/>
                  <a:gd name="T16" fmla="*/ 1326 w 1090"/>
                  <a:gd name="T17" fmla="*/ 1021 h 975"/>
                  <a:gd name="T18" fmla="*/ 1348 w 1090"/>
                  <a:gd name="T19" fmla="*/ 1159 h 975"/>
                  <a:gd name="T20" fmla="*/ 1384 w 1090"/>
                  <a:gd name="T21" fmla="*/ 1295 h 975"/>
                  <a:gd name="T22" fmla="*/ 1428 w 1090"/>
                  <a:gd name="T23" fmla="*/ 1451 h 975"/>
                  <a:gd name="T24" fmla="*/ 1580 w 1090"/>
                  <a:gd name="T25" fmla="*/ 1369 h 975"/>
                  <a:gd name="T26" fmla="*/ 1619 w 1090"/>
                  <a:gd name="T27" fmla="*/ 1392 h 975"/>
                  <a:gd name="T28" fmla="*/ 1606 w 1090"/>
                  <a:gd name="T29" fmla="*/ 1207 h 975"/>
                  <a:gd name="T30" fmla="*/ 1541 w 1090"/>
                  <a:gd name="T31" fmla="*/ 914 h 975"/>
                  <a:gd name="T32" fmla="*/ 1451 w 1090"/>
                  <a:gd name="T33" fmla="*/ 578 h 975"/>
                  <a:gd name="T34" fmla="*/ 1248 w 1090"/>
                  <a:gd name="T35" fmla="*/ 72 h 975"/>
                  <a:gd name="T36" fmla="*/ 1095 w 1090"/>
                  <a:gd name="T37" fmla="*/ 38 h 975"/>
                  <a:gd name="T38" fmla="*/ 1045 w 1090"/>
                  <a:gd name="T39" fmla="*/ 38 h 975"/>
                  <a:gd name="T40" fmla="*/ 605 w 1090"/>
                  <a:gd name="T41" fmla="*/ 1 h 975"/>
                  <a:gd name="T42" fmla="*/ 538 w 1090"/>
                  <a:gd name="T43" fmla="*/ 24 h 975"/>
                  <a:gd name="T44" fmla="*/ 472 w 1090"/>
                  <a:gd name="T45" fmla="*/ 31 h 975"/>
                  <a:gd name="T46" fmla="*/ 239 w 1090"/>
                  <a:gd name="T47" fmla="*/ 264 h 975"/>
                  <a:gd name="T48" fmla="*/ 117 w 1090"/>
                  <a:gd name="T49" fmla="*/ 820 h 975"/>
                  <a:gd name="T50" fmla="*/ 70 w 1090"/>
                  <a:gd name="T51" fmla="*/ 1041 h 975"/>
                  <a:gd name="T52" fmla="*/ 8 w 1090"/>
                  <a:gd name="T53" fmla="*/ 1320 h 975"/>
                  <a:gd name="T54" fmla="*/ 39 w 1090"/>
                  <a:gd name="T55" fmla="*/ 1428 h 975"/>
                  <a:gd name="T56" fmla="*/ 198 w 1090"/>
                  <a:gd name="T57" fmla="*/ 1417 h 975"/>
                  <a:gd name="T58" fmla="*/ 226 w 1090"/>
                  <a:gd name="T59" fmla="*/ 1411 h 975"/>
                  <a:gd name="T60" fmla="*/ 258 w 1090"/>
                  <a:gd name="T61" fmla="*/ 1216 h 975"/>
                  <a:gd name="T62" fmla="*/ 291 w 1090"/>
                  <a:gd name="T63" fmla="*/ 1106 h 975"/>
                  <a:gd name="T64" fmla="*/ 324 w 1090"/>
                  <a:gd name="T65" fmla="*/ 939 h 975"/>
                  <a:gd name="T66" fmla="*/ 336 w 1090"/>
                  <a:gd name="T67" fmla="*/ 849 h 975"/>
                  <a:gd name="T68" fmla="*/ 359 w 1090"/>
                  <a:gd name="T69" fmla="*/ 739 h 975"/>
                  <a:gd name="T70" fmla="*/ 438 w 1090"/>
                  <a:gd name="T71" fmla="*/ 543 h 975"/>
                  <a:gd name="T72" fmla="*/ 440 w 1090"/>
                  <a:gd name="T73" fmla="*/ 635 h 975"/>
                  <a:gd name="T74" fmla="*/ 434 w 1090"/>
                  <a:gd name="T75" fmla="*/ 828 h 975"/>
                  <a:gd name="T76" fmla="*/ 418 w 1090"/>
                  <a:gd name="T77" fmla="*/ 989 h 975"/>
                  <a:gd name="T78" fmla="*/ 390 w 1090"/>
                  <a:gd name="T79" fmla="*/ 1089 h 975"/>
                  <a:gd name="T80" fmla="*/ 385 w 1090"/>
                  <a:gd name="T81" fmla="*/ 1191 h 975"/>
                  <a:gd name="T82" fmla="*/ 521 w 1090"/>
                  <a:gd name="T83" fmla="*/ 1147 h 975"/>
                  <a:gd name="T84" fmla="*/ 957 w 1090"/>
                  <a:gd name="T85" fmla="*/ 1138 h 975"/>
                  <a:gd name="T86" fmla="*/ 1139 w 1090"/>
                  <a:gd name="T87" fmla="*/ 1159 h 975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1090" h="975">
                    <a:moveTo>
                      <a:pt x="835" y="792"/>
                    </a:moveTo>
                    <a:cubicBezTo>
                      <a:pt x="852" y="797"/>
                      <a:pt x="854" y="782"/>
                      <a:pt x="845" y="761"/>
                    </a:cubicBezTo>
                    <a:cubicBezTo>
                      <a:pt x="836" y="739"/>
                      <a:pt x="841" y="754"/>
                      <a:pt x="829" y="732"/>
                    </a:cubicBezTo>
                    <a:cubicBezTo>
                      <a:pt x="817" y="710"/>
                      <a:pt x="823" y="727"/>
                      <a:pt x="818" y="703"/>
                    </a:cubicBezTo>
                    <a:cubicBezTo>
                      <a:pt x="813" y="679"/>
                      <a:pt x="810" y="687"/>
                      <a:pt x="810" y="665"/>
                    </a:cubicBezTo>
                    <a:cubicBezTo>
                      <a:pt x="810" y="643"/>
                      <a:pt x="819" y="645"/>
                      <a:pt x="814" y="606"/>
                    </a:cubicBezTo>
                    <a:cubicBezTo>
                      <a:pt x="809" y="567"/>
                      <a:pt x="811" y="594"/>
                      <a:pt x="814" y="564"/>
                    </a:cubicBezTo>
                    <a:cubicBezTo>
                      <a:pt x="817" y="534"/>
                      <a:pt x="803" y="539"/>
                      <a:pt x="808" y="516"/>
                    </a:cubicBezTo>
                    <a:cubicBezTo>
                      <a:pt x="812" y="494"/>
                      <a:pt x="818" y="471"/>
                      <a:pt x="808" y="451"/>
                    </a:cubicBezTo>
                    <a:cubicBezTo>
                      <a:pt x="798" y="431"/>
                      <a:pt x="795" y="411"/>
                      <a:pt x="804" y="402"/>
                    </a:cubicBezTo>
                    <a:cubicBezTo>
                      <a:pt x="813" y="392"/>
                      <a:pt x="812" y="361"/>
                      <a:pt x="812" y="361"/>
                    </a:cubicBezTo>
                    <a:cubicBezTo>
                      <a:pt x="812" y="361"/>
                      <a:pt x="824" y="421"/>
                      <a:pt x="834" y="450"/>
                    </a:cubicBezTo>
                    <a:cubicBezTo>
                      <a:pt x="845" y="478"/>
                      <a:pt x="851" y="484"/>
                      <a:pt x="849" y="497"/>
                    </a:cubicBezTo>
                    <a:cubicBezTo>
                      <a:pt x="847" y="510"/>
                      <a:pt x="849" y="519"/>
                      <a:pt x="854" y="537"/>
                    </a:cubicBezTo>
                    <a:cubicBezTo>
                      <a:pt x="860" y="556"/>
                      <a:pt x="865" y="556"/>
                      <a:pt x="865" y="571"/>
                    </a:cubicBezTo>
                    <a:cubicBezTo>
                      <a:pt x="865" y="587"/>
                      <a:pt x="861" y="586"/>
                      <a:pt x="869" y="602"/>
                    </a:cubicBezTo>
                    <a:cubicBezTo>
                      <a:pt x="878" y="617"/>
                      <a:pt x="875" y="612"/>
                      <a:pt x="873" y="632"/>
                    </a:cubicBezTo>
                    <a:cubicBezTo>
                      <a:pt x="871" y="651"/>
                      <a:pt x="872" y="652"/>
                      <a:pt x="888" y="686"/>
                    </a:cubicBezTo>
                    <a:cubicBezTo>
                      <a:pt x="903" y="720"/>
                      <a:pt x="894" y="719"/>
                      <a:pt x="895" y="744"/>
                    </a:cubicBezTo>
                    <a:cubicBezTo>
                      <a:pt x="895" y="768"/>
                      <a:pt x="895" y="765"/>
                      <a:pt x="902" y="779"/>
                    </a:cubicBezTo>
                    <a:cubicBezTo>
                      <a:pt x="908" y="794"/>
                      <a:pt x="910" y="800"/>
                      <a:pt x="917" y="817"/>
                    </a:cubicBezTo>
                    <a:cubicBezTo>
                      <a:pt x="923" y="835"/>
                      <a:pt x="923" y="844"/>
                      <a:pt x="926" y="870"/>
                    </a:cubicBezTo>
                    <a:cubicBezTo>
                      <a:pt x="928" y="896"/>
                      <a:pt x="937" y="923"/>
                      <a:pt x="939" y="949"/>
                    </a:cubicBezTo>
                    <a:cubicBezTo>
                      <a:pt x="940" y="975"/>
                      <a:pt x="956" y="975"/>
                      <a:pt x="956" y="975"/>
                    </a:cubicBezTo>
                    <a:cubicBezTo>
                      <a:pt x="958" y="952"/>
                      <a:pt x="958" y="952"/>
                      <a:pt x="958" y="952"/>
                    </a:cubicBezTo>
                    <a:cubicBezTo>
                      <a:pt x="989" y="901"/>
                      <a:pt x="1058" y="920"/>
                      <a:pt x="1058" y="920"/>
                    </a:cubicBezTo>
                    <a:cubicBezTo>
                      <a:pt x="1056" y="930"/>
                      <a:pt x="1064" y="960"/>
                      <a:pt x="1064" y="960"/>
                    </a:cubicBezTo>
                    <a:cubicBezTo>
                      <a:pt x="1064" y="960"/>
                      <a:pt x="1078" y="947"/>
                      <a:pt x="1084" y="936"/>
                    </a:cubicBezTo>
                    <a:cubicBezTo>
                      <a:pt x="1090" y="926"/>
                      <a:pt x="1088" y="908"/>
                      <a:pt x="1085" y="887"/>
                    </a:cubicBezTo>
                    <a:cubicBezTo>
                      <a:pt x="1082" y="866"/>
                      <a:pt x="1078" y="838"/>
                      <a:pt x="1075" y="811"/>
                    </a:cubicBezTo>
                    <a:cubicBezTo>
                      <a:pt x="1072" y="783"/>
                      <a:pt x="1052" y="724"/>
                      <a:pt x="1045" y="700"/>
                    </a:cubicBezTo>
                    <a:cubicBezTo>
                      <a:pt x="1037" y="677"/>
                      <a:pt x="1035" y="637"/>
                      <a:pt x="1031" y="615"/>
                    </a:cubicBezTo>
                    <a:cubicBezTo>
                      <a:pt x="1027" y="594"/>
                      <a:pt x="1015" y="569"/>
                      <a:pt x="1012" y="551"/>
                    </a:cubicBezTo>
                    <a:cubicBezTo>
                      <a:pt x="1009" y="533"/>
                      <a:pt x="984" y="430"/>
                      <a:pt x="971" y="388"/>
                    </a:cubicBezTo>
                    <a:cubicBezTo>
                      <a:pt x="958" y="347"/>
                      <a:pt x="951" y="278"/>
                      <a:pt x="930" y="177"/>
                    </a:cubicBezTo>
                    <a:cubicBezTo>
                      <a:pt x="910" y="76"/>
                      <a:pt x="853" y="60"/>
                      <a:pt x="835" y="48"/>
                    </a:cubicBezTo>
                    <a:cubicBezTo>
                      <a:pt x="817" y="37"/>
                      <a:pt x="805" y="37"/>
                      <a:pt x="778" y="31"/>
                    </a:cubicBezTo>
                    <a:cubicBezTo>
                      <a:pt x="750" y="25"/>
                      <a:pt x="751" y="26"/>
                      <a:pt x="733" y="25"/>
                    </a:cubicBezTo>
                    <a:cubicBezTo>
                      <a:pt x="727" y="25"/>
                      <a:pt x="723" y="26"/>
                      <a:pt x="719" y="27"/>
                    </a:cubicBezTo>
                    <a:cubicBezTo>
                      <a:pt x="712" y="29"/>
                      <a:pt x="708" y="30"/>
                      <a:pt x="700" y="25"/>
                    </a:cubicBezTo>
                    <a:cubicBezTo>
                      <a:pt x="688" y="16"/>
                      <a:pt x="681" y="17"/>
                      <a:pt x="681" y="17"/>
                    </a:cubicBezTo>
                    <a:cubicBezTo>
                      <a:pt x="667" y="74"/>
                      <a:pt x="459" y="90"/>
                      <a:pt x="405" y="1"/>
                    </a:cubicBezTo>
                    <a:cubicBezTo>
                      <a:pt x="405" y="1"/>
                      <a:pt x="399" y="0"/>
                      <a:pt x="386" y="9"/>
                    </a:cubicBezTo>
                    <a:cubicBezTo>
                      <a:pt x="374" y="17"/>
                      <a:pt x="378" y="16"/>
                      <a:pt x="360" y="16"/>
                    </a:cubicBezTo>
                    <a:cubicBezTo>
                      <a:pt x="356" y="17"/>
                      <a:pt x="353" y="17"/>
                      <a:pt x="350" y="17"/>
                    </a:cubicBezTo>
                    <a:cubicBezTo>
                      <a:pt x="342" y="17"/>
                      <a:pt x="337" y="17"/>
                      <a:pt x="316" y="21"/>
                    </a:cubicBezTo>
                    <a:cubicBezTo>
                      <a:pt x="288" y="27"/>
                      <a:pt x="285" y="20"/>
                      <a:pt x="267" y="31"/>
                    </a:cubicBezTo>
                    <a:cubicBezTo>
                      <a:pt x="249" y="43"/>
                      <a:pt x="181" y="76"/>
                      <a:pt x="160" y="177"/>
                    </a:cubicBezTo>
                    <a:cubicBezTo>
                      <a:pt x="139" y="278"/>
                      <a:pt x="133" y="347"/>
                      <a:pt x="120" y="388"/>
                    </a:cubicBezTo>
                    <a:cubicBezTo>
                      <a:pt x="107" y="430"/>
                      <a:pt x="81" y="533"/>
                      <a:pt x="78" y="551"/>
                    </a:cubicBezTo>
                    <a:cubicBezTo>
                      <a:pt x="75" y="569"/>
                      <a:pt x="63" y="594"/>
                      <a:pt x="59" y="615"/>
                    </a:cubicBezTo>
                    <a:cubicBezTo>
                      <a:pt x="55" y="637"/>
                      <a:pt x="53" y="677"/>
                      <a:pt x="46" y="700"/>
                    </a:cubicBezTo>
                    <a:cubicBezTo>
                      <a:pt x="38" y="724"/>
                      <a:pt x="18" y="783"/>
                      <a:pt x="15" y="811"/>
                    </a:cubicBezTo>
                    <a:cubicBezTo>
                      <a:pt x="12" y="838"/>
                      <a:pt x="9" y="866"/>
                      <a:pt x="5" y="887"/>
                    </a:cubicBezTo>
                    <a:cubicBezTo>
                      <a:pt x="2" y="908"/>
                      <a:pt x="0" y="926"/>
                      <a:pt x="6" y="936"/>
                    </a:cubicBezTo>
                    <a:cubicBezTo>
                      <a:pt x="12" y="947"/>
                      <a:pt x="26" y="960"/>
                      <a:pt x="26" y="960"/>
                    </a:cubicBezTo>
                    <a:cubicBezTo>
                      <a:pt x="26" y="960"/>
                      <a:pt x="34" y="930"/>
                      <a:pt x="32" y="920"/>
                    </a:cubicBezTo>
                    <a:cubicBezTo>
                      <a:pt x="32" y="920"/>
                      <a:pt x="101" y="901"/>
                      <a:pt x="132" y="952"/>
                    </a:cubicBezTo>
                    <a:cubicBezTo>
                      <a:pt x="134" y="975"/>
                      <a:pt x="134" y="975"/>
                      <a:pt x="134" y="975"/>
                    </a:cubicBezTo>
                    <a:cubicBezTo>
                      <a:pt x="134" y="975"/>
                      <a:pt x="150" y="975"/>
                      <a:pt x="151" y="949"/>
                    </a:cubicBezTo>
                    <a:cubicBezTo>
                      <a:pt x="153" y="923"/>
                      <a:pt x="162" y="896"/>
                      <a:pt x="164" y="870"/>
                    </a:cubicBezTo>
                    <a:cubicBezTo>
                      <a:pt x="167" y="844"/>
                      <a:pt x="167" y="835"/>
                      <a:pt x="173" y="817"/>
                    </a:cubicBezTo>
                    <a:cubicBezTo>
                      <a:pt x="180" y="800"/>
                      <a:pt x="182" y="794"/>
                      <a:pt x="188" y="779"/>
                    </a:cubicBezTo>
                    <a:cubicBezTo>
                      <a:pt x="195" y="765"/>
                      <a:pt x="195" y="768"/>
                      <a:pt x="195" y="744"/>
                    </a:cubicBezTo>
                    <a:cubicBezTo>
                      <a:pt x="196" y="719"/>
                      <a:pt x="187" y="720"/>
                      <a:pt x="203" y="686"/>
                    </a:cubicBezTo>
                    <a:cubicBezTo>
                      <a:pt x="218" y="652"/>
                      <a:pt x="219" y="651"/>
                      <a:pt x="217" y="632"/>
                    </a:cubicBezTo>
                    <a:cubicBezTo>
                      <a:pt x="215" y="612"/>
                      <a:pt x="212" y="617"/>
                      <a:pt x="221" y="602"/>
                    </a:cubicBezTo>
                    <a:cubicBezTo>
                      <a:pt x="229" y="586"/>
                      <a:pt x="225" y="587"/>
                      <a:pt x="225" y="571"/>
                    </a:cubicBezTo>
                    <a:cubicBezTo>
                      <a:pt x="225" y="556"/>
                      <a:pt x="231" y="556"/>
                      <a:pt x="236" y="537"/>
                    </a:cubicBezTo>
                    <a:cubicBezTo>
                      <a:pt x="241" y="519"/>
                      <a:pt x="243" y="510"/>
                      <a:pt x="241" y="497"/>
                    </a:cubicBezTo>
                    <a:cubicBezTo>
                      <a:pt x="239" y="484"/>
                      <a:pt x="245" y="478"/>
                      <a:pt x="256" y="450"/>
                    </a:cubicBezTo>
                    <a:cubicBezTo>
                      <a:pt x="266" y="421"/>
                      <a:pt x="293" y="365"/>
                      <a:pt x="293" y="365"/>
                    </a:cubicBezTo>
                    <a:cubicBezTo>
                      <a:pt x="293" y="365"/>
                      <a:pt x="290" y="374"/>
                      <a:pt x="299" y="384"/>
                    </a:cubicBezTo>
                    <a:cubicBezTo>
                      <a:pt x="308" y="393"/>
                      <a:pt x="305" y="407"/>
                      <a:pt x="295" y="427"/>
                    </a:cubicBezTo>
                    <a:cubicBezTo>
                      <a:pt x="286" y="447"/>
                      <a:pt x="282" y="480"/>
                      <a:pt x="287" y="502"/>
                    </a:cubicBezTo>
                    <a:cubicBezTo>
                      <a:pt x="291" y="525"/>
                      <a:pt x="287" y="526"/>
                      <a:pt x="290" y="556"/>
                    </a:cubicBezTo>
                    <a:cubicBezTo>
                      <a:pt x="293" y="586"/>
                      <a:pt x="295" y="559"/>
                      <a:pt x="290" y="598"/>
                    </a:cubicBezTo>
                    <a:cubicBezTo>
                      <a:pt x="285" y="637"/>
                      <a:pt x="280" y="643"/>
                      <a:pt x="280" y="665"/>
                    </a:cubicBezTo>
                    <a:cubicBezTo>
                      <a:pt x="280" y="687"/>
                      <a:pt x="277" y="679"/>
                      <a:pt x="272" y="703"/>
                    </a:cubicBezTo>
                    <a:cubicBezTo>
                      <a:pt x="267" y="727"/>
                      <a:pt x="273" y="710"/>
                      <a:pt x="261" y="732"/>
                    </a:cubicBezTo>
                    <a:cubicBezTo>
                      <a:pt x="249" y="754"/>
                      <a:pt x="252" y="741"/>
                      <a:pt x="248" y="764"/>
                    </a:cubicBezTo>
                    <a:cubicBezTo>
                      <a:pt x="244" y="787"/>
                      <a:pt x="239" y="811"/>
                      <a:pt x="258" y="801"/>
                    </a:cubicBezTo>
                    <a:cubicBezTo>
                      <a:pt x="258" y="801"/>
                      <a:pt x="272" y="788"/>
                      <a:pt x="287" y="788"/>
                    </a:cubicBezTo>
                    <a:cubicBezTo>
                      <a:pt x="302" y="788"/>
                      <a:pt x="337" y="778"/>
                      <a:pt x="349" y="771"/>
                    </a:cubicBezTo>
                    <a:cubicBezTo>
                      <a:pt x="361" y="764"/>
                      <a:pt x="363" y="765"/>
                      <a:pt x="378" y="764"/>
                    </a:cubicBezTo>
                    <a:cubicBezTo>
                      <a:pt x="393" y="763"/>
                      <a:pt x="609" y="759"/>
                      <a:pt x="640" y="765"/>
                    </a:cubicBezTo>
                    <a:cubicBezTo>
                      <a:pt x="671" y="771"/>
                      <a:pt x="696" y="766"/>
                      <a:pt x="720" y="771"/>
                    </a:cubicBezTo>
                    <a:cubicBezTo>
                      <a:pt x="744" y="776"/>
                      <a:pt x="748" y="778"/>
                      <a:pt x="762" y="779"/>
                    </a:cubicBezTo>
                    <a:cubicBezTo>
                      <a:pt x="776" y="780"/>
                      <a:pt x="823" y="788"/>
                      <a:pt x="835" y="792"/>
                    </a:cubicBezTo>
                  </a:path>
                </a:pathLst>
              </a:custGeom>
              <a:solidFill>
                <a:srgbClr val="FCEC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6670" name="Freeform 198">
                <a:extLst>
                  <a:ext uri="{FF2B5EF4-FFF2-40B4-BE49-F238E27FC236}">
                    <a16:creationId xmlns:a16="http://schemas.microsoft.com/office/drawing/2014/main" id="{4F6C603A-D07F-4169-B4F6-10F1DBB249D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057" y="1231"/>
                <a:ext cx="1244" cy="1113"/>
              </a:xfrm>
              <a:custGeom>
                <a:avLst/>
                <a:gdLst>
                  <a:gd name="T0" fmla="*/ 137 w 1088"/>
                  <a:gd name="T1" fmla="*/ 1369 h 975"/>
                  <a:gd name="T2" fmla="*/ 137 w 1088"/>
                  <a:gd name="T3" fmla="*/ 1370 h 975"/>
                  <a:gd name="T4" fmla="*/ 198 w 1088"/>
                  <a:gd name="T5" fmla="*/ 1417 h 975"/>
                  <a:gd name="T6" fmla="*/ 200 w 1088"/>
                  <a:gd name="T7" fmla="*/ 1451 h 975"/>
                  <a:gd name="T8" fmla="*/ 226 w 1088"/>
                  <a:gd name="T9" fmla="*/ 1411 h 975"/>
                  <a:gd name="T10" fmla="*/ 231 w 1088"/>
                  <a:gd name="T11" fmla="*/ 1371 h 975"/>
                  <a:gd name="T12" fmla="*/ 137 w 1088"/>
                  <a:gd name="T13" fmla="*/ 1369 h 975"/>
                  <a:gd name="T14" fmla="*/ 576 w 1088"/>
                  <a:gd name="T15" fmla="*/ 13 h 975"/>
                  <a:gd name="T16" fmla="*/ 539 w 1088"/>
                  <a:gd name="T17" fmla="*/ 24 h 975"/>
                  <a:gd name="T18" fmla="*/ 472 w 1088"/>
                  <a:gd name="T19" fmla="*/ 31 h 975"/>
                  <a:gd name="T20" fmla="*/ 399 w 1088"/>
                  <a:gd name="T21" fmla="*/ 46 h 975"/>
                  <a:gd name="T22" fmla="*/ 239 w 1088"/>
                  <a:gd name="T23" fmla="*/ 264 h 975"/>
                  <a:gd name="T24" fmla="*/ 180 w 1088"/>
                  <a:gd name="T25" fmla="*/ 578 h 975"/>
                  <a:gd name="T26" fmla="*/ 117 w 1088"/>
                  <a:gd name="T27" fmla="*/ 820 h 975"/>
                  <a:gd name="T28" fmla="*/ 88 w 1088"/>
                  <a:gd name="T29" fmla="*/ 914 h 975"/>
                  <a:gd name="T30" fmla="*/ 70 w 1088"/>
                  <a:gd name="T31" fmla="*/ 1041 h 975"/>
                  <a:gd name="T32" fmla="*/ 22 w 1088"/>
                  <a:gd name="T33" fmla="*/ 1207 h 975"/>
                  <a:gd name="T34" fmla="*/ 8 w 1088"/>
                  <a:gd name="T35" fmla="*/ 1320 h 975"/>
                  <a:gd name="T36" fmla="*/ 9 w 1088"/>
                  <a:gd name="T37" fmla="*/ 1392 h 975"/>
                  <a:gd name="T38" fmla="*/ 39 w 1088"/>
                  <a:gd name="T39" fmla="*/ 1428 h 975"/>
                  <a:gd name="T40" fmla="*/ 48 w 1088"/>
                  <a:gd name="T41" fmla="*/ 1369 h 975"/>
                  <a:gd name="T42" fmla="*/ 93 w 1088"/>
                  <a:gd name="T43" fmla="*/ 1364 h 975"/>
                  <a:gd name="T44" fmla="*/ 97 w 1088"/>
                  <a:gd name="T45" fmla="*/ 1320 h 975"/>
                  <a:gd name="T46" fmla="*/ 112 w 1088"/>
                  <a:gd name="T47" fmla="*/ 1207 h 975"/>
                  <a:gd name="T48" fmla="*/ 158 w 1088"/>
                  <a:gd name="T49" fmla="*/ 1041 h 975"/>
                  <a:gd name="T50" fmla="*/ 178 w 1088"/>
                  <a:gd name="T51" fmla="*/ 914 h 975"/>
                  <a:gd name="T52" fmla="*/ 207 w 1088"/>
                  <a:gd name="T53" fmla="*/ 820 h 975"/>
                  <a:gd name="T54" fmla="*/ 270 w 1088"/>
                  <a:gd name="T55" fmla="*/ 578 h 975"/>
                  <a:gd name="T56" fmla="*/ 329 w 1088"/>
                  <a:gd name="T57" fmla="*/ 264 h 975"/>
                  <a:gd name="T58" fmla="*/ 489 w 1088"/>
                  <a:gd name="T59" fmla="*/ 46 h 975"/>
                  <a:gd name="T60" fmla="*/ 563 w 1088"/>
                  <a:gd name="T61" fmla="*/ 31 h 975"/>
                  <a:gd name="T62" fmla="*/ 623 w 1088"/>
                  <a:gd name="T63" fmla="*/ 25 h 975"/>
                  <a:gd name="T64" fmla="*/ 605 w 1088"/>
                  <a:gd name="T65" fmla="*/ 1 h 975"/>
                  <a:gd name="T66" fmla="*/ 576 w 1088"/>
                  <a:gd name="T67" fmla="*/ 13 h 975"/>
                  <a:gd name="T68" fmla="*/ 1166 w 1088"/>
                  <a:gd name="T69" fmla="*/ 1147 h 975"/>
                  <a:gd name="T70" fmla="*/ 1046 w 1088"/>
                  <a:gd name="T71" fmla="*/ 1138 h 975"/>
                  <a:gd name="T72" fmla="*/ 843 w 1088"/>
                  <a:gd name="T73" fmla="*/ 1134 h 975"/>
                  <a:gd name="T74" fmla="*/ 957 w 1088"/>
                  <a:gd name="T75" fmla="*/ 1138 h 975"/>
                  <a:gd name="T76" fmla="*/ 1076 w 1088"/>
                  <a:gd name="T77" fmla="*/ 1147 h 975"/>
                  <a:gd name="T78" fmla="*/ 1139 w 1088"/>
                  <a:gd name="T79" fmla="*/ 1159 h 975"/>
                  <a:gd name="T80" fmla="*/ 1249 w 1088"/>
                  <a:gd name="T81" fmla="*/ 1178 h 975"/>
                  <a:gd name="T82" fmla="*/ 1270 w 1088"/>
                  <a:gd name="T83" fmla="*/ 1166 h 975"/>
                  <a:gd name="T84" fmla="*/ 1229 w 1088"/>
                  <a:gd name="T85" fmla="*/ 1159 h 975"/>
                  <a:gd name="T86" fmla="*/ 1166 w 1088"/>
                  <a:gd name="T87" fmla="*/ 1147 h 975"/>
                  <a:gd name="T88" fmla="*/ 1581 w 1088"/>
                  <a:gd name="T89" fmla="*/ 1370 h 975"/>
                  <a:gd name="T90" fmla="*/ 1590 w 1088"/>
                  <a:gd name="T91" fmla="*/ 1428 h 975"/>
                  <a:gd name="T92" fmla="*/ 1620 w 1088"/>
                  <a:gd name="T93" fmla="*/ 1392 h 975"/>
                  <a:gd name="T94" fmla="*/ 1626 w 1088"/>
                  <a:gd name="T95" fmla="*/ 1364 h 975"/>
                  <a:gd name="T96" fmla="*/ 1581 w 1088"/>
                  <a:gd name="T97" fmla="*/ 1370 h 975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1088" h="975">
                    <a:moveTo>
                      <a:pt x="92" y="920"/>
                    </a:moveTo>
                    <a:cubicBezTo>
                      <a:pt x="92" y="921"/>
                      <a:pt x="92" y="921"/>
                      <a:pt x="92" y="921"/>
                    </a:cubicBezTo>
                    <a:cubicBezTo>
                      <a:pt x="107" y="925"/>
                      <a:pt x="122" y="935"/>
                      <a:pt x="132" y="952"/>
                    </a:cubicBezTo>
                    <a:cubicBezTo>
                      <a:pt x="134" y="975"/>
                      <a:pt x="134" y="975"/>
                      <a:pt x="134" y="975"/>
                    </a:cubicBezTo>
                    <a:cubicBezTo>
                      <a:pt x="134" y="975"/>
                      <a:pt x="150" y="975"/>
                      <a:pt x="151" y="949"/>
                    </a:cubicBezTo>
                    <a:cubicBezTo>
                      <a:pt x="152" y="940"/>
                      <a:pt x="153" y="931"/>
                      <a:pt x="155" y="922"/>
                    </a:cubicBezTo>
                    <a:cubicBezTo>
                      <a:pt x="125" y="911"/>
                      <a:pt x="92" y="920"/>
                      <a:pt x="92" y="920"/>
                    </a:cubicBezTo>
                    <a:close/>
                    <a:moveTo>
                      <a:pt x="386" y="9"/>
                    </a:moveTo>
                    <a:cubicBezTo>
                      <a:pt x="374" y="17"/>
                      <a:pt x="378" y="16"/>
                      <a:pt x="360" y="16"/>
                    </a:cubicBezTo>
                    <a:cubicBezTo>
                      <a:pt x="343" y="17"/>
                      <a:pt x="344" y="15"/>
                      <a:pt x="316" y="21"/>
                    </a:cubicBezTo>
                    <a:cubicBezTo>
                      <a:pt x="288" y="27"/>
                      <a:pt x="285" y="20"/>
                      <a:pt x="267" y="31"/>
                    </a:cubicBezTo>
                    <a:cubicBezTo>
                      <a:pt x="249" y="43"/>
                      <a:pt x="181" y="76"/>
                      <a:pt x="160" y="177"/>
                    </a:cubicBezTo>
                    <a:cubicBezTo>
                      <a:pt x="139" y="278"/>
                      <a:pt x="133" y="347"/>
                      <a:pt x="120" y="388"/>
                    </a:cubicBezTo>
                    <a:cubicBezTo>
                      <a:pt x="107" y="430"/>
                      <a:pt x="81" y="533"/>
                      <a:pt x="78" y="551"/>
                    </a:cubicBezTo>
                    <a:cubicBezTo>
                      <a:pt x="75" y="569"/>
                      <a:pt x="63" y="594"/>
                      <a:pt x="59" y="615"/>
                    </a:cubicBezTo>
                    <a:cubicBezTo>
                      <a:pt x="55" y="637"/>
                      <a:pt x="53" y="677"/>
                      <a:pt x="46" y="700"/>
                    </a:cubicBezTo>
                    <a:cubicBezTo>
                      <a:pt x="38" y="724"/>
                      <a:pt x="18" y="783"/>
                      <a:pt x="15" y="811"/>
                    </a:cubicBezTo>
                    <a:cubicBezTo>
                      <a:pt x="12" y="838"/>
                      <a:pt x="9" y="866"/>
                      <a:pt x="5" y="887"/>
                    </a:cubicBezTo>
                    <a:cubicBezTo>
                      <a:pt x="2" y="908"/>
                      <a:pt x="0" y="926"/>
                      <a:pt x="6" y="936"/>
                    </a:cubicBezTo>
                    <a:cubicBezTo>
                      <a:pt x="12" y="947"/>
                      <a:pt x="26" y="960"/>
                      <a:pt x="26" y="960"/>
                    </a:cubicBezTo>
                    <a:cubicBezTo>
                      <a:pt x="26" y="960"/>
                      <a:pt x="34" y="930"/>
                      <a:pt x="32" y="920"/>
                    </a:cubicBezTo>
                    <a:cubicBezTo>
                      <a:pt x="32" y="920"/>
                      <a:pt x="45" y="917"/>
                      <a:pt x="62" y="917"/>
                    </a:cubicBezTo>
                    <a:cubicBezTo>
                      <a:pt x="62" y="908"/>
                      <a:pt x="64" y="898"/>
                      <a:pt x="65" y="887"/>
                    </a:cubicBezTo>
                    <a:cubicBezTo>
                      <a:pt x="69" y="866"/>
                      <a:pt x="72" y="838"/>
                      <a:pt x="75" y="811"/>
                    </a:cubicBezTo>
                    <a:cubicBezTo>
                      <a:pt x="78" y="783"/>
                      <a:pt x="98" y="724"/>
                      <a:pt x="106" y="700"/>
                    </a:cubicBezTo>
                    <a:cubicBezTo>
                      <a:pt x="113" y="677"/>
                      <a:pt x="115" y="637"/>
                      <a:pt x="119" y="615"/>
                    </a:cubicBezTo>
                    <a:cubicBezTo>
                      <a:pt x="123" y="594"/>
                      <a:pt x="135" y="569"/>
                      <a:pt x="138" y="551"/>
                    </a:cubicBezTo>
                    <a:cubicBezTo>
                      <a:pt x="141" y="533"/>
                      <a:pt x="167" y="430"/>
                      <a:pt x="180" y="388"/>
                    </a:cubicBezTo>
                    <a:cubicBezTo>
                      <a:pt x="193" y="347"/>
                      <a:pt x="199" y="278"/>
                      <a:pt x="220" y="177"/>
                    </a:cubicBezTo>
                    <a:cubicBezTo>
                      <a:pt x="241" y="76"/>
                      <a:pt x="309" y="43"/>
                      <a:pt x="327" y="31"/>
                    </a:cubicBezTo>
                    <a:cubicBezTo>
                      <a:pt x="345" y="20"/>
                      <a:pt x="348" y="27"/>
                      <a:pt x="376" y="21"/>
                    </a:cubicBezTo>
                    <a:cubicBezTo>
                      <a:pt x="402" y="16"/>
                      <a:pt x="403" y="17"/>
                      <a:pt x="417" y="17"/>
                    </a:cubicBezTo>
                    <a:cubicBezTo>
                      <a:pt x="412" y="12"/>
                      <a:pt x="408" y="7"/>
                      <a:pt x="405" y="1"/>
                    </a:cubicBezTo>
                    <a:cubicBezTo>
                      <a:pt x="405" y="1"/>
                      <a:pt x="399" y="0"/>
                      <a:pt x="386" y="9"/>
                    </a:cubicBezTo>
                    <a:close/>
                    <a:moveTo>
                      <a:pt x="780" y="771"/>
                    </a:moveTo>
                    <a:cubicBezTo>
                      <a:pt x="756" y="766"/>
                      <a:pt x="731" y="771"/>
                      <a:pt x="700" y="765"/>
                    </a:cubicBezTo>
                    <a:cubicBezTo>
                      <a:pt x="685" y="762"/>
                      <a:pt x="623" y="762"/>
                      <a:pt x="564" y="762"/>
                    </a:cubicBezTo>
                    <a:cubicBezTo>
                      <a:pt x="600" y="762"/>
                      <a:pt x="630" y="763"/>
                      <a:pt x="640" y="765"/>
                    </a:cubicBezTo>
                    <a:cubicBezTo>
                      <a:pt x="671" y="771"/>
                      <a:pt x="696" y="766"/>
                      <a:pt x="720" y="771"/>
                    </a:cubicBezTo>
                    <a:cubicBezTo>
                      <a:pt x="744" y="776"/>
                      <a:pt x="748" y="778"/>
                      <a:pt x="762" y="779"/>
                    </a:cubicBezTo>
                    <a:cubicBezTo>
                      <a:pt x="776" y="780"/>
                      <a:pt x="823" y="788"/>
                      <a:pt x="835" y="792"/>
                    </a:cubicBezTo>
                    <a:cubicBezTo>
                      <a:pt x="845" y="795"/>
                      <a:pt x="850" y="791"/>
                      <a:pt x="850" y="783"/>
                    </a:cubicBezTo>
                    <a:cubicBezTo>
                      <a:pt x="838" y="781"/>
                      <a:pt x="828" y="779"/>
                      <a:pt x="822" y="779"/>
                    </a:cubicBezTo>
                    <a:cubicBezTo>
                      <a:pt x="808" y="778"/>
                      <a:pt x="804" y="776"/>
                      <a:pt x="780" y="771"/>
                    </a:cubicBezTo>
                    <a:close/>
                    <a:moveTo>
                      <a:pt x="1058" y="921"/>
                    </a:moveTo>
                    <a:cubicBezTo>
                      <a:pt x="1057" y="931"/>
                      <a:pt x="1064" y="960"/>
                      <a:pt x="1064" y="960"/>
                    </a:cubicBezTo>
                    <a:cubicBezTo>
                      <a:pt x="1064" y="960"/>
                      <a:pt x="1078" y="947"/>
                      <a:pt x="1084" y="936"/>
                    </a:cubicBezTo>
                    <a:cubicBezTo>
                      <a:pt x="1087" y="931"/>
                      <a:pt x="1088" y="925"/>
                      <a:pt x="1088" y="917"/>
                    </a:cubicBezTo>
                    <a:cubicBezTo>
                      <a:pt x="1079" y="917"/>
                      <a:pt x="1068" y="918"/>
                      <a:pt x="1058" y="921"/>
                    </a:cubicBezTo>
                    <a:close/>
                  </a:path>
                </a:pathLst>
              </a:custGeom>
              <a:solidFill>
                <a:srgbClr val="FCEF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6671" name="Freeform 199">
                <a:extLst>
                  <a:ext uri="{FF2B5EF4-FFF2-40B4-BE49-F238E27FC236}">
                    <a16:creationId xmlns:a16="http://schemas.microsoft.com/office/drawing/2014/main" id="{7B0A10EB-4F74-4CBD-B901-98F5F98474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7" y="1230"/>
                <a:ext cx="1246" cy="1116"/>
              </a:xfrm>
              <a:custGeom>
                <a:avLst/>
                <a:gdLst>
                  <a:gd name="T0" fmla="*/ 1241 w 1090"/>
                  <a:gd name="T1" fmla="*/ 1087 h 978"/>
                  <a:gd name="T2" fmla="*/ 1217 w 1090"/>
                  <a:gd name="T3" fmla="*/ 962 h 978"/>
                  <a:gd name="T4" fmla="*/ 1213 w 1090"/>
                  <a:gd name="T5" fmla="*/ 800 h 978"/>
                  <a:gd name="T6" fmla="*/ 1213 w 1090"/>
                  <a:gd name="T7" fmla="*/ 534 h 978"/>
                  <a:gd name="T8" fmla="*/ 1275 w 1090"/>
                  <a:gd name="T9" fmla="*/ 801 h 978"/>
                  <a:gd name="T10" fmla="*/ 1300 w 1090"/>
                  <a:gd name="T11" fmla="*/ 957 h 978"/>
                  <a:gd name="T12" fmla="*/ 1344 w 1090"/>
                  <a:gd name="T13" fmla="*/ 1161 h 978"/>
                  <a:gd name="T14" fmla="*/ 1431 w 1090"/>
                  <a:gd name="T15" fmla="*/ 1415 h 978"/>
                  <a:gd name="T16" fmla="*/ 1578 w 1090"/>
                  <a:gd name="T17" fmla="*/ 1368 h 978"/>
                  <a:gd name="T18" fmla="*/ 1624 w 1090"/>
                  <a:gd name="T19" fmla="*/ 1319 h 978"/>
                  <a:gd name="T20" fmla="*/ 1452 w 1090"/>
                  <a:gd name="T21" fmla="*/ 579 h 978"/>
                  <a:gd name="T22" fmla="*/ 1093 w 1090"/>
                  <a:gd name="T23" fmla="*/ 35 h 978"/>
                  <a:gd name="T24" fmla="*/ 928 w 1090"/>
                  <a:gd name="T25" fmla="*/ 83 h 978"/>
                  <a:gd name="T26" fmla="*/ 557 w 1090"/>
                  <a:gd name="T27" fmla="*/ 22 h 978"/>
                  <a:gd name="T28" fmla="*/ 176 w 1090"/>
                  <a:gd name="T29" fmla="*/ 579 h 978"/>
                  <a:gd name="T30" fmla="*/ 3 w 1090"/>
                  <a:gd name="T31" fmla="*/ 1319 h 978"/>
                  <a:gd name="T32" fmla="*/ 51 w 1090"/>
                  <a:gd name="T33" fmla="*/ 1368 h 978"/>
                  <a:gd name="T34" fmla="*/ 199 w 1090"/>
                  <a:gd name="T35" fmla="*/ 1453 h 978"/>
                  <a:gd name="T36" fmla="*/ 294 w 1090"/>
                  <a:gd name="T37" fmla="*/ 1134 h 978"/>
                  <a:gd name="T38" fmla="*/ 324 w 1090"/>
                  <a:gd name="T39" fmla="*/ 916 h 978"/>
                  <a:gd name="T40" fmla="*/ 364 w 1090"/>
                  <a:gd name="T41" fmla="*/ 738 h 978"/>
                  <a:gd name="T42" fmla="*/ 436 w 1090"/>
                  <a:gd name="T43" fmla="*/ 548 h 978"/>
                  <a:gd name="T44" fmla="*/ 434 w 1090"/>
                  <a:gd name="T45" fmla="*/ 850 h 978"/>
                  <a:gd name="T46" fmla="*/ 404 w 1090"/>
                  <a:gd name="T47" fmla="*/ 1045 h 978"/>
                  <a:gd name="T48" fmla="*/ 367 w 1090"/>
                  <a:gd name="T49" fmla="*/ 1137 h 978"/>
                  <a:gd name="T50" fmla="*/ 401 w 1090"/>
                  <a:gd name="T51" fmla="*/ 1183 h 978"/>
                  <a:gd name="T52" fmla="*/ 957 w 1090"/>
                  <a:gd name="T53" fmla="*/ 1141 h 978"/>
                  <a:gd name="T54" fmla="*/ 1139 w 1090"/>
                  <a:gd name="T55" fmla="*/ 1156 h 978"/>
                  <a:gd name="T56" fmla="*/ 520 w 1090"/>
                  <a:gd name="T57" fmla="*/ 1145 h 978"/>
                  <a:gd name="T58" fmla="*/ 368 w 1090"/>
                  <a:gd name="T59" fmla="*/ 1188 h 978"/>
                  <a:gd name="T60" fmla="*/ 405 w 1090"/>
                  <a:gd name="T61" fmla="*/ 1068 h 978"/>
                  <a:gd name="T62" fmla="*/ 440 w 1090"/>
                  <a:gd name="T63" fmla="*/ 855 h 978"/>
                  <a:gd name="T64" fmla="*/ 458 w 1090"/>
                  <a:gd name="T65" fmla="*/ 592 h 978"/>
                  <a:gd name="T66" fmla="*/ 364 w 1090"/>
                  <a:gd name="T67" fmla="*/ 709 h 978"/>
                  <a:gd name="T68" fmla="*/ 327 w 1090"/>
                  <a:gd name="T69" fmla="*/ 895 h 978"/>
                  <a:gd name="T70" fmla="*/ 290 w 1090"/>
                  <a:gd name="T71" fmla="*/ 1103 h 978"/>
                  <a:gd name="T72" fmla="*/ 210 w 1090"/>
                  <a:gd name="T73" fmla="*/ 1442 h 978"/>
                  <a:gd name="T74" fmla="*/ 200 w 1090"/>
                  <a:gd name="T75" fmla="*/ 1447 h 978"/>
                  <a:gd name="T76" fmla="*/ 45 w 1090"/>
                  <a:gd name="T77" fmla="*/ 1369 h 978"/>
                  <a:gd name="T78" fmla="*/ 7 w 1090"/>
                  <a:gd name="T79" fmla="*/ 1365 h 978"/>
                  <a:gd name="T80" fmla="*/ 145 w 1090"/>
                  <a:gd name="T81" fmla="*/ 713 h 978"/>
                  <a:gd name="T82" fmla="*/ 522 w 1090"/>
                  <a:gd name="T83" fmla="*/ 30 h 978"/>
                  <a:gd name="T84" fmla="*/ 605 w 1090"/>
                  <a:gd name="T85" fmla="*/ 7 h 978"/>
                  <a:gd name="T86" fmla="*/ 999 w 1090"/>
                  <a:gd name="T87" fmla="*/ 58 h 978"/>
                  <a:gd name="T88" fmla="*/ 1020 w 1090"/>
                  <a:gd name="T89" fmla="*/ 30 h 978"/>
                  <a:gd name="T90" fmla="*/ 1245 w 1090"/>
                  <a:gd name="T91" fmla="*/ 75 h 978"/>
                  <a:gd name="T92" fmla="*/ 1545 w 1090"/>
                  <a:gd name="T93" fmla="*/ 978 h 978"/>
                  <a:gd name="T94" fmla="*/ 1588 w 1090"/>
                  <a:gd name="T95" fmla="*/ 1424 h 978"/>
                  <a:gd name="T96" fmla="*/ 1580 w 1090"/>
                  <a:gd name="T97" fmla="*/ 1367 h 978"/>
                  <a:gd name="T98" fmla="*/ 1428 w 1090"/>
                  <a:gd name="T99" fmla="*/ 1447 h 978"/>
                  <a:gd name="T100" fmla="*/ 1350 w 1090"/>
                  <a:gd name="T101" fmla="*/ 1159 h 978"/>
                  <a:gd name="T102" fmla="*/ 1305 w 1090"/>
                  <a:gd name="T103" fmla="*/ 957 h 978"/>
                  <a:gd name="T104" fmla="*/ 1279 w 1090"/>
                  <a:gd name="T105" fmla="*/ 800 h 978"/>
                  <a:gd name="T106" fmla="*/ 1207 w 1090"/>
                  <a:gd name="T107" fmla="*/ 534 h 978"/>
                  <a:gd name="T108" fmla="*/ 1203 w 1090"/>
                  <a:gd name="T109" fmla="*/ 782 h 978"/>
                  <a:gd name="T110" fmla="*/ 1214 w 1090"/>
                  <a:gd name="T111" fmla="*/ 933 h 978"/>
                  <a:gd name="T112" fmla="*/ 1229 w 1090"/>
                  <a:gd name="T113" fmla="*/ 1077 h 978"/>
                  <a:gd name="T114" fmla="*/ 1249 w 1090"/>
                  <a:gd name="T115" fmla="*/ 1175 h 978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</a:gdLst>
                <a:ahLst/>
                <a:cxnLst>
                  <a:cxn ang="T116">
                    <a:pos x="T0" y="T1"/>
                  </a:cxn>
                  <a:cxn ang="T117">
                    <a:pos x="T2" y="T3"/>
                  </a:cxn>
                  <a:cxn ang="T118">
                    <a:pos x="T4" y="T5"/>
                  </a:cxn>
                  <a:cxn ang="T119">
                    <a:pos x="T6" y="T7"/>
                  </a:cxn>
                  <a:cxn ang="T120">
                    <a:pos x="T8" y="T9"/>
                  </a:cxn>
                  <a:cxn ang="T121">
                    <a:pos x="T10" y="T11"/>
                  </a:cxn>
                  <a:cxn ang="T122">
                    <a:pos x="T12" y="T13"/>
                  </a:cxn>
                  <a:cxn ang="T123">
                    <a:pos x="T14" y="T15"/>
                  </a:cxn>
                  <a:cxn ang="T124">
                    <a:pos x="T16" y="T17"/>
                  </a:cxn>
                  <a:cxn ang="T125">
                    <a:pos x="T18" y="T19"/>
                  </a:cxn>
                  <a:cxn ang="T126">
                    <a:pos x="T20" y="T21"/>
                  </a:cxn>
                  <a:cxn ang="T127">
                    <a:pos x="T22" y="T23"/>
                  </a:cxn>
                  <a:cxn ang="T128">
                    <a:pos x="T24" y="T25"/>
                  </a:cxn>
                  <a:cxn ang="T129">
                    <a:pos x="T26" y="T27"/>
                  </a:cxn>
                  <a:cxn ang="T130">
                    <a:pos x="T28" y="T29"/>
                  </a:cxn>
                  <a:cxn ang="T131">
                    <a:pos x="T30" y="T31"/>
                  </a:cxn>
                  <a:cxn ang="T132">
                    <a:pos x="T32" y="T33"/>
                  </a:cxn>
                  <a:cxn ang="T133">
                    <a:pos x="T34" y="T35"/>
                  </a:cxn>
                  <a:cxn ang="T134">
                    <a:pos x="T36" y="T37"/>
                  </a:cxn>
                  <a:cxn ang="T135">
                    <a:pos x="T38" y="T39"/>
                  </a:cxn>
                  <a:cxn ang="T136">
                    <a:pos x="T40" y="T41"/>
                  </a:cxn>
                  <a:cxn ang="T137">
                    <a:pos x="T42" y="T43"/>
                  </a:cxn>
                  <a:cxn ang="T138">
                    <a:pos x="T44" y="T45"/>
                  </a:cxn>
                  <a:cxn ang="T139">
                    <a:pos x="T46" y="T47"/>
                  </a:cxn>
                  <a:cxn ang="T140">
                    <a:pos x="T48" y="T49"/>
                  </a:cxn>
                  <a:cxn ang="T141">
                    <a:pos x="T50" y="T51"/>
                  </a:cxn>
                  <a:cxn ang="T142">
                    <a:pos x="T52" y="T53"/>
                  </a:cxn>
                  <a:cxn ang="T143">
                    <a:pos x="T54" y="T55"/>
                  </a:cxn>
                  <a:cxn ang="T144">
                    <a:pos x="T56" y="T57"/>
                  </a:cxn>
                  <a:cxn ang="T145">
                    <a:pos x="T58" y="T59"/>
                  </a:cxn>
                  <a:cxn ang="T146">
                    <a:pos x="T60" y="T61"/>
                  </a:cxn>
                  <a:cxn ang="T147">
                    <a:pos x="T62" y="T63"/>
                  </a:cxn>
                  <a:cxn ang="T148">
                    <a:pos x="T64" y="T65"/>
                  </a:cxn>
                  <a:cxn ang="T149">
                    <a:pos x="T66" y="T67"/>
                  </a:cxn>
                  <a:cxn ang="T150">
                    <a:pos x="T68" y="T69"/>
                  </a:cxn>
                  <a:cxn ang="T151">
                    <a:pos x="T70" y="T71"/>
                  </a:cxn>
                  <a:cxn ang="T152">
                    <a:pos x="T72" y="T73"/>
                  </a:cxn>
                  <a:cxn ang="T153">
                    <a:pos x="T74" y="T75"/>
                  </a:cxn>
                  <a:cxn ang="T154">
                    <a:pos x="T76" y="T77"/>
                  </a:cxn>
                  <a:cxn ang="T155">
                    <a:pos x="T78" y="T79"/>
                  </a:cxn>
                  <a:cxn ang="T156">
                    <a:pos x="T80" y="T81"/>
                  </a:cxn>
                  <a:cxn ang="T157">
                    <a:pos x="T82" y="T83"/>
                  </a:cxn>
                  <a:cxn ang="T158">
                    <a:pos x="T84" y="T85"/>
                  </a:cxn>
                  <a:cxn ang="T159">
                    <a:pos x="T86" y="T87"/>
                  </a:cxn>
                  <a:cxn ang="T160">
                    <a:pos x="T88" y="T89"/>
                  </a:cxn>
                  <a:cxn ang="T161">
                    <a:pos x="T90" y="T91"/>
                  </a:cxn>
                  <a:cxn ang="T162">
                    <a:pos x="T92" y="T93"/>
                  </a:cxn>
                  <a:cxn ang="T163">
                    <a:pos x="T94" y="T95"/>
                  </a:cxn>
                  <a:cxn ang="T164">
                    <a:pos x="T96" y="T97"/>
                  </a:cxn>
                  <a:cxn ang="T165">
                    <a:pos x="T98" y="T99"/>
                  </a:cxn>
                  <a:cxn ang="T166">
                    <a:pos x="T100" y="T101"/>
                  </a:cxn>
                  <a:cxn ang="T167">
                    <a:pos x="T102" y="T103"/>
                  </a:cxn>
                  <a:cxn ang="T168">
                    <a:pos x="T104" y="T105"/>
                  </a:cxn>
                  <a:cxn ang="T169">
                    <a:pos x="T106" y="T107"/>
                  </a:cxn>
                  <a:cxn ang="T170">
                    <a:pos x="T108" y="T109"/>
                  </a:cxn>
                  <a:cxn ang="T171">
                    <a:pos x="T110" y="T111"/>
                  </a:cxn>
                  <a:cxn ang="T172">
                    <a:pos x="T112" y="T113"/>
                  </a:cxn>
                  <a:cxn ang="T173">
                    <a:pos x="T114" y="T115"/>
                  </a:cxn>
                </a:cxnLst>
                <a:rect l="0" t="0" r="r" b="b"/>
                <a:pathLst>
                  <a:path w="1090" h="978">
                    <a:moveTo>
                      <a:pt x="835" y="793"/>
                    </a:moveTo>
                    <a:cubicBezTo>
                      <a:pt x="834" y="795"/>
                      <a:pt x="834" y="795"/>
                      <a:pt x="834" y="795"/>
                    </a:cubicBezTo>
                    <a:cubicBezTo>
                      <a:pt x="837" y="796"/>
                      <a:pt x="839" y="796"/>
                      <a:pt x="841" y="796"/>
                    </a:cubicBezTo>
                    <a:cubicBezTo>
                      <a:pt x="845" y="796"/>
                      <a:pt x="848" y="795"/>
                      <a:pt x="850" y="792"/>
                    </a:cubicBezTo>
                    <a:cubicBezTo>
                      <a:pt x="851" y="790"/>
                      <a:pt x="852" y="786"/>
                      <a:pt x="852" y="783"/>
                    </a:cubicBezTo>
                    <a:cubicBezTo>
                      <a:pt x="852" y="777"/>
                      <a:pt x="850" y="769"/>
                      <a:pt x="847" y="761"/>
                    </a:cubicBezTo>
                    <a:cubicBezTo>
                      <a:pt x="845" y="756"/>
                      <a:pt x="843" y="753"/>
                      <a:pt x="842" y="751"/>
                    </a:cubicBezTo>
                    <a:cubicBezTo>
                      <a:pt x="841" y="748"/>
                      <a:pt x="840" y="747"/>
                      <a:pt x="839" y="745"/>
                    </a:cubicBezTo>
                    <a:cubicBezTo>
                      <a:pt x="837" y="743"/>
                      <a:pt x="835" y="740"/>
                      <a:pt x="831" y="732"/>
                    </a:cubicBezTo>
                    <a:cubicBezTo>
                      <a:pt x="828" y="727"/>
                      <a:pt x="826" y="723"/>
                      <a:pt x="825" y="721"/>
                    </a:cubicBezTo>
                    <a:cubicBezTo>
                      <a:pt x="824" y="720"/>
                      <a:pt x="823" y="719"/>
                      <a:pt x="823" y="719"/>
                    </a:cubicBezTo>
                    <a:cubicBezTo>
                      <a:pt x="823" y="718"/>
                      <a:pt x="823" y="718"/>
                      <a:pt x="823" y="718"/>
                    </a:cubicBezTo>
                    <a:cubicBezTo>
                      <a:pt x="823" y="717"/>
                      <a:pt x="822" y="716"/>
                      <a:pt x="822" y="714"/>
                    </a:cubicBezTo>
                    <a:cubicBezTo>
                      <a:pt x="822" y="712"/>
                      <a:pt x="821" y="709"/>
                      <a:pt x="820" y="704"/>
                    </a:cubicBezTo>
                    <a:cubicBezTo>
                      <a:pt x="818" y="692"/>
                      <a:pt x="815" y="687"/>
                      <a:pt x="814" y="684"/>
                    </a:cubicBezTo>
                    <a:cubicBezTo>
                      <a:pt x="813" y="682"/>
                      <a:pt x="813" y="680"/>
                      <a:pt x="813" y="678"/>
                    </a:cubicBezTo>
                    <a:cubicBezTo>
                      <a:pt x="812" y="675"/>
                      <a:pt x="812" y="671"/>
                      <a:pt x="812" y="666"/>
                    </a:cubicBezTo>
                    <a:cubicBezTo>
                      <a:pt x="812" y="658"/>
                      <a:pt x="813" y="653"/>
                      <a:pt x="815" y="648"/>
                    </a:cubicBezTo>
                    <a:cubicBezTo>
                      <a:pt x="816" y="643"/>
                      <a:pt x="817" y="637"/>
                      <a:pt x="817" y="628"/>
                    </a:cubicBezTo>
                    <a:cubicBezTo>
                      <a:pt x="817" y="622"/>
                      <a:pt x="817" y="616"/>
                      <a:pt x="816" y="607"/>
                    </a:cubicBezTo>
                    <a:cubicBezTo>
                      <a:pt x="814" y="598"/>
                      <a:pt x="814" y="593"/>
                      <a:pt x="813" y="589"/>
                    </a:cubicBezTo>
                    <a:cubicBezTo>
                      <a:pt x="813" y="586"/>
                      <a:pt x="812" y="584"/>
                      <a:pt x="812" y="583"/>
                    </a:cubicBezTo>
                    <a:cubicBezTo>
                      <a:pt x="813" y="583"/>
                      <a:pt x="813" y="583"/>
                      <a:pt x="813" y="582"/>
                    </a:cubicBezTo>
                    <a:cubicBezTo>
                      <a:pt x="813" y="581"/>
                      <a:pt x="813" y="580"/>
                      <a:pt x="814" y="578"/>
                    </a:cubicBezTo>
                    <a:cubicBezTo>
                      <a:pt x="814" y="575"/>
                      <a:pt x="815" y="571"/>
                      <a:pt x="816" y="565"/>
                    </a:cubicBezTo>
                    <a:cubicBezTo>
                      <a:pt x="816" y="562"/>
                      <a:pt x="816" y="559"/>
                      <a:pt x="816" y="557"/>
                    </a:cubicBezTo>
                    <a:cubicBezTo>
                      <a:pt x="816" y="548"/>
                      <a:pt x="814" y="542"/>
                      <a:pt x="812" y="538"/>
                    </a:cubicBezTo>
                    <a:cubicBezTo>
                      <a:pt x="811" y="534"/>
                      <a:pt x="809" y="531"/>
                      <a:pt x="809" y="526"/>
                    </a:cubicBezTo>
                    <a:cubicBezTo>
                      <a:pt x="809" y="524"/>
                      <a:pt x="809" y="521"/>
                      <a:pt x="810" y="518"/>
                    </a:cubicBezTo>
                    <a:cubicBezTo>
                      <a:pt x="813" y="505"/>
                      <a:pt x="815" y="491"/>
                      <a:pt x="815" y="478"/>
                    </a:cubicBezTo>
                    <a:cubicBezTo>
                      <a:pt x="815" y="469"/>
                      <a:pt x="814" y="460"/>
                      <a:pt x="810" y="451"/>
                    </a:cubicBezTo>
                    <a:cubicBezTo>
                      <a:pt x="804" y="439"/>
                      <a:pt x="800" y="427"/>
                      <a:pt x="801" y="418"/>
                    </a:cubicBezTo>
                    <a:cubicBezTo>
                      <a:pt x="801" y="412"/>
                      <a:pt x="802" y="408"/>
                      <a:pt x="805" y="404"/>
                    </a:cubicBezTo>
                    <a:cubicBezTo>
                      <a:pt x="809" y="400"/>
                      <a:pt x="810" y="395"/>
                      <a:pt x="811" y="388"/>
                    </a:cubicBezTo>
                    <a:cubicBezTo>
                      <a:pt x="812" y="382"/>
                      <a:pt x="813" y="375"/>
                      <a:pt x="813" y="370"/>
                    </a:cubicBezTo>
                    <a:cubicBezTo>
                      <a:pt x="813" y="363"/>
                      <a:pt x="812" y="359"/>
                      <a:pt x="812" y="359"/>
                    </a:cubicBezTo>
                    <a:cubicBezTo>
                      <a:pt x="810" y="359"/>
                      <a:pt x="810" y="359"/>
                      <a:pt x="810" y="359"/>
                    </a:cubicBezTo>
                    <a:cubicBezTo>
                      <a:pt x="808" y="359"/>
                      <a:pt x="808" y="359"/>
                      <a:pt x="808" y="359"/>
                    </a:cubicBezTo>
                    <a:cubicBezTo>
                      <a:pt x="808" y="359"/>
                      <a:pt x="812" y="375"/>
                      <a:pt x="816" y="395"/>
                    </a:cubicBezTo>
                    <a:cubicBezTo>
                      <a:pt x="821" y="414"/>
                      <a:pt x="827" y="437"/>
                      <a:pt x="832" y="452"/>
                    </a:cubicBezTo>
                    <a:cubicBezTo>
                      <a:pt x="837" y="464"/>
                      <a:pt x="841" y="472"/>
                      <a:pt x="844" y="478"/>
                    </a:cubicBezTo>
                    <a:cubicBezTo>
                      <a:pt x="846" y="485"/>
                      <a:pt x="848" y="489"/>
                      <a:pt x="848" y="493"/>
                    </a:cubicBezTo>
                    <a:cubicBezTo>
                      <a:pt x="848" y="494"/>
                      <a:pt x="847" y="496"/>
                      <a:pt x="847" y="497"/>
                    </a:cubicBezTo>
                    <a:cubicBezTo>
                      <a:pt x="847" y="501"/>
                      <a:pt x="847" y="504"/>
                      <a:pt x="847" y="507"/>
                    </a:cubicBezTo>
                    <a:cubicBezTo>
                      <a:pt x="847" y="516"/>
                      <a:pt x="849" y="525"/>
                      <a:pt x="853" y="539"/>
                    </a:cubicBezTo>
                    <a:cubicBezTo>
                      <a:pt x="855" y="548"/>
                      <a:pt x="858" y="553"/>
                      <a:pt x="860" y="557"/>
                    </a:cubicBezTo>
                    <a:cubicBezTo>
                      <a:pt x="862" y="561"/>
                      <a:pt x="863" y="565"/>
                      <a:pt x="863" y="572"/>
                    </a:cubicBezTo>
                    <a:cubicBezTo>
                      <a:pt x="863" y="580"/>
                      <a:pt x="862" y="583"/>
                      <a:pt x="862" y="587"/>
                    </a:cubicBezTo>
                    <a:cubicBezTo>
                      <a:pt x="862" y="589"/>
                      <a:pt x="862" y="591"/>
                      <a:pt x="863" y="594"/>
                    </a:cubicBezTo>
                    <a:cubicBezTo>
                      <a:pt x="864" y="596"/>
                      <a:pt x="865" y="600"/>
                      <a:pt x="868" y="604"/>
                    </a:cubicBezTo>
                    <a:cubicBezTo>
                      <a:pt x="870" y="608"/>
                      <a:pt x="871" y="610"/>
                      <a:pt x="872" y="612"/>
                    </a:cubicBezTo>
                    <a:cubicBezTo>
                      <a:pt x="873" y="614"/>
                      <a:pt x="873" y="615"/>
                      <a:pt x="873" y="617"/>
                    </a:cubicBezTo>
                    <a:cubicBezTo>
                      <a:pt x="873" y="619"/>
                      <a:pt x="872" y="623"/>
                      <a:pt x="871" y="632"/>
                    </a:cubicBezTo>
                    <a:cubicBezTo>
                      <a:pt x="871" y="637"/>
                      <a:pt x="870" y="641"/>
                      <a:pt x="870" y="644"/>
                    </a:cubicBezTo>
                    <a:cubicBezTo>
                      <a:pt x="870" y="649"/>
                      <a:pt x="871" y="654"/>
                      <a:pt x="874" y="661"/>
                    </a:cubicBezTo>
                    <a:cubicBezTo>
                      <a:pt x="876" y="667"/>
                      <a:pt x="880" y="675"/>
                      <a:pt x="886" y="688"/>
                    </a:cubicBezTo>
                    <a:cubicBezTo>
                      <a:pt x="893" y="704"/>
                      <a:pt x="895" y="712"/>
                      <a:pt x="895" y="718"/>
                    </a:cubicBezTo>
                    <a:cubicBezTo>
                      <a:pt x="895" y="721"/>
                      <a:pt x="894" y="725"/>
                      <a:pt x="894" y="728"/>
                    </a:cubicBezTo>
                    <a:cubicBezTo>
                      <a:pt x="893" y="732"/>
                      <a:pt x="893" y="736"/>
                      <a:pt x="893" y="742"/>
                    </a:cubicBezTo>
                    <a:cubicBezTo>
                      <a:pt x="893" y="743"/>
                      <a:pt x="893" y="744"/>
                      <a:pt x="893" y="745"/>
                    </a:cubicBezTo>
                    <a:cubicBezTo>
                      <a:pt x="893" y="757"/>
                      <a:pt x="893" y="763"/>
                      <a:pt x="894" y="767"/>
                    </a:cubicBezTo>
                    <a:cubicBezTo>
                      <a:pt x="895" y="769"/>
                      <a:pt x="895" y="771"/>
                      <a:pt x="896" y="773"/>
                    </a:cubicBezTo>
                    <a:cubicBezTo>
                      <a:pt x="897" y="775"/>
                      <a:pt x="898" y="778"/>
                      <a:pt x="900" y="781"/>
                    </a:cubicBezTo>
                    <a:cubicBezTo>
                      <a:pt x="906" y="795"/>
                      <a:pt x="908" y="801"/>
                      <a:pt x="915" y="819"/>
                    </a:cubicBezTo>
                    <a:cubicBezTo>
                      <a:pt x="918" y="827"/>
                      <a:pt x="920" y="834"/>
                      <a:pt x="921" y="841"/>
                    </a:cubicBezTo>
                    <a:cubicBezTo>
                      <a:pt x="922" y="849"/>
                      <a:pt x="923" y="858"/>
                      <a:pt x="924" y="871"/>
                    </a:cubicBezTo>
                    <a:cubicBezTo>
                      <a:pt x="926" y="897"/>
                      <a:pt x="936" y="924"/>
                      <a:pt x="937" y="950"/>
                    </a:cubicBezTo>
                    <a:cubicBezTo>
                      <a:pt x="937" y="963"/>
                      <a:pt x="942" y="971"/>
                      <a:pt x="946" y="974"/>
                    </a:cubicBezTo>
                    <a:cubicBezTo>
                      <a:pt x="951" y="978"/>
                      <a:pt x="955" y="978"/>
                      <a:pt x="956" y="978"/>
                    </a:cubicBezTo>
                    <a:cubicBezTo>
                      <a:pt x="957" y="978"/>
                      <a:pt x="957" y="978"/>
                      <a:pt x="957" y="978"/>
                    </a:cubicBezTo>
                    <a:cubicBezTo>
                      <a:pt x="960" y="953"/>
                      <a:pt x="960" y="953"/>
                      <a:pt x="960" y="953"/>
                    </a:cubicBezTo>
                    <a:cubicBezTo>
                      <a:pt x="958" y="953"/>
                      <a:pt x="958" y="953"/>
                      <a:pt x="958" y="953"/>
                    </a:cubicBezTo>
                    <a:cubicBezTo>
                      <a:pt x="960" y="954"/>
                      <a:pt x="960" y="954"/>
                      <a:pt x="960" y="954"/>
                    </a:cubicBezTo>
                    <a:cubicBezTo>
                      <a:pt x="968" y="940"/>
                      <a:pt x="979" y="931"/>
                      <a:pt x="991" y="926"/>
                    </a:cubicBezTo>
                    <a:cubicBezTo>
                      <a:pt x="1004" y="921"/>
                      <a:pt x="1016" y="920"/>
                      <a:pt x="1027" y="920"/>
                    </a:cubicBezTo>
                    <a:cubicBezTo>
                      <a:pt x="1036" y="920"/>
                      <a:pt x="1043" y="921"/>
                      <a:pt x="1049" y="922"/>
                    </a:cubicBezTo>
                    <a:cubicBezTo>
                      <a:pt x="1052" y="922"/>
                      <a:pt x="1054" y="922"/>
                      <a:pt x="1055" y="923"/>
                    </a:cubicBezTo>
                    <a:cubicBezTo>
                      <a:pt x="1056" y="923"/>
                      <a:pt x="1056" y="923"/>
                      <a:pt x="1057" y="923"/>
                    </a:cubicBezTo>
                    <a:cubicBezTo>
                      <a:pt x="1057" y="923"/>
                      <a:pt x="1057" y="923"/>
                      <a:pt x="1057" y="923"/>
                    </a:cubicBezTo>
                    <a:cubicBezTo>
                      <a:pt x="1058" y="921"/>
                      <a:pt x="1058" y="921"/>
                      <a:pt x="1058" y="921"/>
                    </a:cubicBezTo>
                    <a:cubicBezTo>
                      <a:pt x="1056" y="921"/>
                      <a:pt x="1056" y="921"/>
                      <a:pt x="1056" y="921"/>
                    </a:cubicBezTo>
                    <a:cubicBezTo>
                      <a:pt x="1056" y="922"/>
                      <a:pt x="1056" y="923"/>
                      <a:pt x="1056" y="924"/>
                    </a:cubicBezTo>
                    <a:cubicBezTo>
                      <a:pt x="1056" y="931"/>
                      <a:pt x="1057" y="940"/>
                      <a:pt x="1059" y="947"/>
                    </a:cubicBezTo>
                    <a:cubicBezTo>
                      <a:pt x="1060" y="955"/>
                      <a:pt x="1062" y="961"/>
                      <a:pt x="1062" y="961"/>
                    </a:cubicBezTo>
                    <a:cubicBezTo>
                      <a:pt x="1063" y="965"/>
                      <a:pt x="1063" y="965"/>
                      <a:pt x="1063" y="965"/>
                    </a:cubicBezTo>
                    <a:cubicBezTo>
                      <a:pt x="1065" y="962"/>
                      <a:pt x="1065" y="962"/>
                      <a:pt x="1065" y="962"/>
                    </a:cubicBezTo>
                    <a:cubicBezTo>
                      <a:pt x="1065" y="962"/>
                      <a:pt x="1069" y="959"/>
                      <a:pt x="1073" y="954"/>
                    </a:cubicBezTo>
                    <a:cubicBezTo>
                      <a:pt x="1078" y="950"/>
                      <a:pt x="1083" y="944"/>
                      <a:pt x="1086" y="938"/>
                    </a:cubicBezTo>
                    <a:cubicBezTo>
                      <a:pt x="1089" y="933"/>
                      <a:pt x="1090" y="926"/>
                      <a:pt x="1090" y="918"/>
                    </a:cubicBezTo>
                    <a:cubicBezTo>
                      <a:pt x="1090" y="909"/>
                      <a:pt x="1088" y="899"/>
                      <a:pt x="1087" y="888"/>
                    </a:cubicBezTo>
                    <a:cubicBezTo>
                      <a:pt x="1084" y="867"/>
                      <a:pt x="1080" y="839"/>
                      <a:pt x="1077" y="811"/>
                    </a:cubicBezTo>
                    <a:cubicBezTo>
                      <a:pt x="1075" y="797"/>
                      <a:pt x="1069" y="775"/>
                      <a:pt x="1063" y="754"/>
                    </a:cubicBezTo>
                    <a:cubicBezTo>
                      <a:pt x="1057" y="733"/>
                      <a:pt x="1050" y="712"/>
                      <a:pt x="1046" y="701"/>
                    </a:cubicBezTo>
                    <a:cubicBezTo>
                      <a:pt x="1043" y="689"/>
                      <a:pt x="1041" y="673"/>
                      <a:pt x="1038" y="658"/>
                    </a:cubicBezTo>
                    <a:cubicBezTo>
                      <a:pt x="1036" y="642"/>
                      <a:pt x="1035" y="627"/>
                      <a:pt x="1033" y="616"/>
                    </a:cubicBezTo>
                    <a:cubicBezTo>
                      <a:pt x="1031" y="605"/>
                      <a:pt x="1027" y="593"/>
                      <a:pt x="1023" y="582"/>
                    </a:cubicBezTo>
                    <a:cubicBezTo>
                      <a:pt x="1019" y="571"/>
                      <a:pt x="1016" y="561"/>
                      <a:pt x="1014" y="552"/>
                    </a:cubicBezTo>
                    <a:cubicBezTo>
                      <a:pt x="1012" y="542"/>
                      <a:pt x="1005" y="512"/>
                      <a:pt x="997" y="479"/>
                    </a:cubicBezTo>
                    <a:cubicBezTo>
                      <a:pt x="989" y="446"/>
                      <a:pt x="979" y="409"/>
                      <a:pt x="972" y="389"/>
                    </a:cubicBezTo>
                    <a:cubicBezTo>
                      <a:pt x="960" y="348"/>
                      <a:pt x="953" y="279"/>
                      <a:pt x="932" y="177"/>
                    </a:cubicBezTo>
                    <a:cubicBezTo>
                      <a:pt x="922" y="126"/>
                      <a:pt x="902" y="97"/>
                      <a:pt x="883" y="79"/>
                    </a:cubicBezTo>
                    <a:cubicBezTo>
                      <a:pt x="873" y="69"/>
                      <a:pt x="864" y="63"/>
                      <a:pt x="856" y="58"/>
                    </a:cubicBezTo>
                    <a:cubicBezTo>
                      <a:pt x="847" y="54"/>
                      <a:pt x="840" y="51"/>
                      <a:pt x="836" y="48"/>
                    </a:cubicBezTo>
                    <a:cubicBezTo>
                      <a:pt x="827" y="42"/>
                      <a:pt x="819" y="39"/>
                      <a:pt x="810" y="37"/>
                    </a:cubicBezTo>
                    <a:cubicBezTo>
                      <a:pt x="802" y="35"/>
                      <a:pt x="792" y="33"/>
                      <a:pt x="778" y="30"/>
                    </a:cubicBezTo>
                    <a:cubicBezTo>
                      <a:pt x="764" y="27"/>
                      <a:pt x="757" y="26"/>
                      <a:pt x="752" y="25"/>
                    </a:cubicBezTo>
                    <a:cubicBezTo>
                      <a:pt x="746" y="25"/>
                      <a:pt x="742" y="25"/>
                      <a:pt x="733" y="24"/>
                    </a:cubicBezTo>
                    <a:cubicBezTo>
                      <a:pt x="732" y="24"/>
                      <a:pt x="732" y="24"/>
                      <a:pt x="731" y="24"/>
                    </a:cubicBezTo>
                    <a:cubicBezTo>
                      <a:pt x="726" y="24"/>
                      <a:pt x="722" y="25"/>
                      <a:pt x="718" y="26"/>
                    </a:cubicBezTo>
                    <a:cubicBezTo>
                      <a:pt x="715" y="27"/>
                      <a:pt x="713" y="28"/>
                      <a:pt x="710" y="28"/>
                    </a:cubicBezTo>
                    <a:cubicBezTo>
                      <a:pt x="708" y="28"/>
                      <a:pt x="705" y="27"/>
                      <a:pt x="701" y="24"/>
                    </a:cubicBezTo>
                    <a:cubicBezTo>
                      <a:pt x="690" y="17"/>
                      <a:pt x="684" y="16"/>
                      <a:pt x="682" y="16"/>
                    </a:cubicBezTo>
                    <a:cubicBezTo>
                      <a:pt x="681" y="16"/>
                      <a:pt x="681" y="16"/>
                      <a:pt x="681" y="16"/>
                    </a:cubicBezTo>
                    <a:cubicBezTo>
                      <a:pt x="680" y="16"/>
                      <a:pt x="680" y="16"/>
                      <a:pt x="680" y="16"/>
                    </a:cubicBezTo>
                    <a:cubicBezTo>
                      <a:pt x="679" y="18"/>
                      <a:pt x="679" y="18"/>
                      <a:pt x="679" y="18"/>
                    </a:cubicBezTo>
                    <a:cubicBezTo>
                      <a:pt x="678" y="24"/>
                      <a:pt x="673" y="30"/>
                      <a:pt x="666" y="36"/>
                    </a:cubicBezTo>
                    <a:cubicBezTo>
                      <a:pt x="656" y="44"/>
                      <a:pt x="640" y="51"/>
                      <a:pt x="621" y="56"/>
                    </a:cubicBezTo>
                    <a:cubicBezTo>
                      <a:pt x="603" y="60"/>
                      <a:pt x="581" y="63"/>
                      <a:pt x="558" y="63"/>
                    </a:cubicBezTo>
                    <a:cubicBezTo>
                      <a:pt x="528" y="63"/>
                      <a:pt x="497" y="58"/>
                      <a:pt x="470" y="48"/>
                    </a:cubicBezTo>
                    <a:cubicBezTo>
                      <a:pt x="443" y="38"/>
                      <a:pt x="420" y="23"/>
                      <a:pt x="407" y="1"/>
                    </a:cubicBezTo>
                    <a:cubicBezTo>
                      <a:pt x="406" y="0"/>
                      <a:pt x="406" y="0"/>
                      <a:pt x="406" y="0"/>
                    </a:cubicBezTo>
                    <a:cubicBezTo>
                      <a:pt x="405" y="0"/>
                      <a:pt x="405" y="0"/>
                      <a:pt x="405" y="0"/>
                    </a:cubicBezTo>
                    <a:cubicBezTo>
                      <a:pt x="405" y="0"/>
                      <a:pt x="405" y="0"/>
                      <a:pt x="405" y="0"/>
                    </a:cubicBezTo>
                    <a:cubicBezTo>
                      <a:pt x="403" y="0"/>
                      <a:pt x="396" y="1"/>
                      <a:pt x="385" y="8"/>
                    </a:cubicBezTo>
                    <a:cubicBezTo>
                      <a:pt x="382" y="10"/>
                      <a:pt x="380" y="12"/>
                      <a:pt x="378" y="13"/>
                    </a:cubicBezTo>
                    <a:cubicBezTo>
                      <a:pt x="376" y="14"/>
                      <a:pt x="375" y="15"/>
                      <a:pt x="373" y="15"/>
                    </a:cubicBezTo>
                    <a:cubicBezTo>
                      <a:pt x="370" y="15"/>
                      <a:pt x="367" y="15"/>
                      <a:pt x="360" y="15"/>
                    </a:cubicBezTo>
                    <a:cubicBezTo>
                      <a:pt x="356" y="16"/>
                      <a:pt x="353" y="16"/>
                      <a:pt x="350" y="16"/>
                    </a:cubicBezTo>
                    <a:cubicBezTo>
                      <a:pt x="350" y="16"/>
                      <a:pt x="350" y="16"/>
                      <a:pt x="350" y="16"/>
                    </a:cubicBezTo>
                    <a:cubicBezTo>
                      <a:pt x="341" y="16"/>
                      <a:pt x="336" y="16"/>
                      <a:pt x="316" y="20"/>
                    </a:cubicBezTo>
                    <a:cubicBezTo>
                      <a:pt x="302" y="23"/>
                      <a:pt x="294" y="23"/>
                      <a:pt x="288" y="23"/>
                    </a:cubicBezTo>
                    <a:cubicBezTo>
                      <a:pt x="281" y="23"/>
                      <a:pt x="275" y="25"/>
                      <a:pt x="266" y="31"/>
                    </a:cubicBezTo>
                    <a:cubicBezTo>
                      <a:pt x="261" y="34"/>
                      <a:pt x="254" y="38"/>
                      <a:pt x="244" y="44"/>
                    </a:cubicBezTo>
                    <a:cubicBezTo>
                      <a:pt x="216" y="63"/>
                      <a:pt x="174" y="101"/>
                      <a:pt x="158" y="177"/>
                    </a:cubicBezTo>
                    <a:cubicBezTo>
                      <a:pt x="137" y="279"/>
                      <a:pt x="131" y="348"/>
                      <a:pt x="118" y="389"/>
                    </a:cubicBezTo>
                    <a:cubicBezTo>
                      <a:pt x="111" y="409"/>
                      <a:pt x="102" y="446"/>
                      <a:pt x="93" y="479"/>
                    </a:cubicBezTo>
                    <a:cubicBezTo>
                      <a:pt x="85" y="512"/>
                      <a:pt x="78" y="542"/>
                      <a:pt x="76" y="552"/>
                    </a:cubicBezTo>
                    <a:cubicBezTo>
                      <a:pt x="75" y="561"/>
                      <a:pt x="71" y="571"/>
                      <a:pt x="67" y="582"/>
                    </a:cubicBezTo>
                    <a:cubicBezTo>
                      <a:pt x="63" y="593"/>
                      <a:pt x="59" y="605"/>
                      <a:pt x="57" y="616"/>
                    </a:cubicBezTo>
                    <a:cubicBezTo>
                      <a:pt x="55" y="627"/>
                      <a:pt x="54" y="642"/>
                      <a:pt x="52" y="658"/>
                    </a:cubicBezTo>
                    <a:cubicBezTo>
                      <a:pt x="50" y="673"/>
                      <a:pt x="47" y="689"/>
                      <a:pt x="44" y="701"/>
                    </a:cubicBezTo>
                    <a:cubicBezTo>
                      <a:pt x="40" y="712"/>
                      <a:pt x="33" y="733"/>
                      <a:pt x="27" y="754"/>
                    </a:cubicBezTo>
                    <a:cubicBezTo>
                      <a:pt x="21" y="775"/>
                      <a:pt x="15" y="797"/>
                      <a:pt x="13" y="811"/>
                    </a:cubicBezTo>
                    <a:cubicBezTo>
                      <a:pt x="10" y="839"/>
                      <a:pt x="7" y="867"/>
                      <a:pt x="3" y="888"/>
                    </a:cubicBezTo>
                    <a:cubicBezTo>
                      <a:pt x="2" y="899"/>
                      <a:pt x="0" y="909"/>
                      <a:pt x="0" y="918"/>
                    </a:cubicBezTo>
                    <a:cubicBezTo>
                      <a:pt x="0" y="926"/>
                      <a:pt x="1" y="933"/>
                      <a:pt x="4" y="938"/>
                    </a:cubicBezTo>
                    <a:cubicBezTo>
                      <a:pt x="7" y="944"/>
                      <a:pt x="12" y="950"/>
                      <a:pt x="17" y="954"/>
                    </a:cubicBezTo>
                    <a:cubicBezTo>
                      <a:pt x="21" y="959"/>
                      <a:pt x="25" y="962"/>
                      <a:pt x="25" y="962"/>
                    </a:cubicBezTo>
                    <a:cubicBezTo>
                      <a:pt x="27" y="965"/>
                      <a:pt x="27" y="965"/>
                      <a:pt x="27" y="965"/>
                    </a:cubicBezTo>
                    <a:cubicBezTo>
                      <a:pt x="28" y="961"/>
                      <a:pt x="28" y="961"/>
                      <a:pt x="28" y="961"/>
                    </a:cubicBezTo>
                    <a:cubicBezTo>
                      <a:pt x="28" y="961"/>
                      <a:pt x="30" y="955"/>
                      <a:pt x="31" y="947"/>
                    </a:cubicBezTo>
                    <a:cubicBezTo>
                      <a:pt x="33" y="940"/>
                      <a:pt x="34" y="931"/>
                      <a:pt x="34" y="924"/>
                    </a:cubicBezTo>
                    <a:cubicBezTo>
                      <a:pt x="34" y="923"/>
                      <a:pt x="34" y="922"/>
                      <a:pt x="34" y="921"/>
                    </a:cubicBezTo>
                    <a:cubicBezTo>
                      <a:pt x="32" y="921"/>
                      <a:pt x="32" y="921"/>
                      <a:pt x="32" y="921"/>
                    </a:cubicBezTo>
                    <a:cubicBezTo>
                      <a:pt x="33" y="923"/>
                      <a:pt x="33" y="923"/>
                      <a:pt x="33" y="923"/>
                    </a:cubicBezTo>
                    <a:cubicBezTo>
                      <a:pt x="33" y="923"/>
                      <a:pt x="33" y="923"/>
                      <a:pt x="33" y="923"/>
                    </a:cubicBezTo>
                    <a:cubicBezTo>
                      <a:pt x="36" y="923"/>
                      <a:pt x="48" y="920"/>
                      <a:pt x="63" y="920"/>
                    </a:cubicBezTo>
                    <a:cubicBezTo>
                      <a:pt x="74" y="920"/>
                      <a:pt x="87" y="921"/>
                      <a:pt x="99" y="926"/>
                    </a:cubicBezTo>
                    <a:cubicBezTo>
                      <a:pt x="111" y="931"/>
                      <a:pt x="122" y="940"/>
                      <a:pt x="131" y="954"/>
                    </a:cubicBezTo>
                    <a:cubicBezTo>
                      <a:pt x="132" y="953"/>
                      <a:pt x="132" y="953"/>
                      <a:pt x="132" y="953"/>
                    </a:cubicBezTo>
                    <a:cubicBezTo>
                      <a:pt x="130" y="953"/>
                      <a:pt x="130" y="953"/>
                      <a:pt x="130" y="953"/>
                    </a:cubicBezTo>
                    <a:cubicBezTo>
                      <a:pt x="133" y="978"/>
                      <a:pt x="133" y="978"/>
                      <a:pt x="133" y="978"/>
                    </a:cubicBezTo>
                    <a:cubicBezTo>
                      <a:pt x="135" y="978"/>
                      <a:pt x="135" y="978"/>
                      <a:pt x="135" y="978"/>
                    </a:cubicBezTo>
                    <a:cubicBezTo>
                      <a:pt x="135" y="978"/>
                      <a:pt x="139" y="978"/>
                      <a:pt x="144" y="974"/>
                    </a:cubicBezTo>
                    <a:cubicBezTo>
                      <a:pt x="148" y="971"/>
                      <a:pt x="153" y="963"/>
                      <a:pt x="153" y="950"/>
                    </a:cubicBezTo>
                    <a:cubicBezTo>
                      <a:pt x="155" y="924"/>
                      <a:pt x="164" y="897"/>
                      <a:pt x="166" y="871"/>
                    </a:cubicBezTo>
                    <a:cubicBezTo>
                      <a:pt x="168" y="858"/>
                      <a:pt x="168" y="849"/>
                      <a:pt x="169" y="841"/>
                    </a:cubicBezTo>
                    <a:cubicBezTo>
                      <a:pt x="171" y="834"/>
                      <a:pt x="172" y="827"/>
                      <a:pt x="175" y="819"/>
                    </a:cubicBezTo>
                    <a:cubicBezTo>
                      <a:pt x="182" y="801"/>
                      <a:pt x="184" y="795"/>
                      <a:pt x="190" y="781"/>
                    </a:cubicBezTo>
                    <a:cubicBezTo>
                      <a:pt x="192" y="778"/>
                      <a:pt x="193" y="775"/>
                      <a:pt x="194" y="773"/>
                    </a:cubicBezTo>
                    <a:cubicBezTo>
                      <a:pt x="195" y="770"/>
                      <a:pt x="196" y="767"/>
                      <a:pt x="197" y="763"/>
                    </a:cubicBezTo>
                    <a:cubicBezTo>
                      <a:pt x="197" y="759"/>
                      <a:pt x="197" y="754"/>
                      <a:pt x="197" y="745"/>
                    </a:cubicBezTo>
                    <a:cubicBezTo>
                      <a:pt x="197" y="744"/>
                      <a:pt x="198" y="743"/>
                      <a:pt x="198" y="742"/>
                    </a:cubicBezTo>
                    <a:cubicBezTo>
                      <a:pt x="198" y="736"/>
                      <a:pt x="197" y="732"/>
                      <a:pt x="196" y="728"/>
                    </a:cubicBezTo>
                    <a:cubicBezTo>
                      <a:pt x="196" y="725"/>
                      <a:pt x="195" y="721"/>
                      <a:pt x="195" y="718"/>
                    </a:cubicBezTo>
                    <a:cubicBezTo>
                      <a:pt x="195" y="712"/>
                      <a:pt x="197" y="704"/>
                      <a:pt x="204" y="688"/>
                    </a:cubicBezTo>
                    <a:cubicBezTo>
                      <a:pt x="210" y="675"/>
                      <a:pt x="214" y="667"/>
                      <a:pt x="216" y="661"/>
                    </a:cubicBezTo>
                    <a:cubicBezTo>
                      <a:pt x="219" y="654"/>
                      <a:pt x="220" y="649"/>
                      <a:pt x="220" y="644"/>
                    </a:cubicBezTo>
                    <a:cubicBezTo>
                      <a:pt x="220" y="641"/>
                      <a:pt x="219" y="637"/>
                      <a:pt x="219" y="632"/>
                    </a:cubicBezTo>
                    <a:cubicBezTo>
                      <a:pt x="218" y="623"/>
                      <a:pt x="217" y="619"/>
                      <a:pt x="217" y="617"/>
                    </a:cubicBezTo>
                    <a:cubicBezTo>
                      <a:pt x="217" y="615"/>
                      <a:pt x="217" y="614"/>
                      <a:pt x="218" y="612"/>
                    </a:cubicBezTo>
                    <a:cubicBezTo>
                      <a:pt x="219" y="610"/>
                      <a:pt x="220" y="608"/>
                      <a:pt x="223" y="604"/>
                    </a:cubicBezTo>
                    <a:cubicBezTo>
                      <a:pt x="225" y="600"/>
                      <a:pt x="226" y="596"/>
                      <a:pt x="227" y="594"/>
                    </a:cubicBezTo>
                    <a:cubicBezTo>
                      <a:pt x="228" y="591"/>
                      <a:pt x="228" y="589"/>
                      <a:pt x="228" y="587"/>
                    </a:cubicBezTo>
                    <a:cubicBezTo>
                      <a:pt x="228" y="583"/>
                      <a:pt x="227" y="580"/>
                      <a:pt x="227" y="572"/>
                    </a:cubicBezTo>
                    <a:cubicBezTo>
                      <a:pt x="227" y="565"/>
                      <a:pt x="229" y="561"/>
                      <a:pt x="230" y="557"/>
                    </a:cubicBezTo>
                    <a:cubicBezTo>
                      <a:pt x="232" y="553"/>
                      <a:pt x="235" y="548"/>
                      <a:pt x="238" y="539"/>
                    </a:cubicBezTo>
                    <a:cubicBezTo>
                      <a:pt x="241" y="525"/>
                      <a:pt x="244" y="516"/>
                      <a:pt x="244" y="507"/>
                    </a:cubicBezTo>
                    <a:cubicBezTo>
                      <a:pt x="244" y="504"/>
                      <a:pt x="243" y="501"/>
                      <a:pt x="243" y="497"/>
                    </a:cubicBezTo>
                    <a:cubicBezTo>
                      <a:pt x="243" y="496"/>
                      <a:pt x="243" y="494"/>
                      <a:pt x="243" y="493"/>
                    </a:cubicBezTo>
                    <a:cubicBezTo>
                      <a:pt x="243" y="489"/>
                      <a:pt x="244" y="485"/>
                      <a:pt x="247" y="478"/>
                    </a:cubicBezTo>
                    <a:cubicBezTo>
                      <a:pt x="249" y="472"/>
                      <a:pt x="253" y="464"/>
                      <a:pt x="258" y="452"/>
                    </a:cubicBezTo>
                    <a:cubicBezTo>
                      <a:pt x="263" y="437"/>
                      <a:pt x="272" y="416"/>
                      <a:pt x="280" y="397"/>
                    </a:cubicBezTo>
                    <a:cubicBezTo>
                      <a:pt x="284" y="388"/>
                      <a:pt x="288" y="380"/>
                      <a:pt x="291" y="374"/>
                    </a:cubicBezTo>
                    <a:cubicBezTo>
                      <a:pt x="294" y="368"/>
                      <a:pt x="295" y="364"/>
                      <a:pt x="295" y="364"/>
                    </a:cubicBezTo>
                    <a:cubicBezTo>
                      <a:pt x="294" y="363"/>
                      <a:pt x="294" y="363"/>
                      <a:pt x="294" y="363"/>
                    </a:cubicBezTo>
                    <a:cubicBezTo>
                      <a:pt x="292" y="363"/>
                      <a:pt x="292" y="363"/>
                      <a:pt x="292" y="363"/>
                    </a:cubicBezTo>
                    <a:cubicBezTo>
                      <a:pt x="292" y="363"/>
                      <a:pt x="291" y="365"/>
                      <a:pt x="291" y="369"/>
                    </a:cubicBezTo>
                    <a:cubicBezTo>
                      <a:pt x="291" y="373"/>
                      <a:pt x="292" y="380"/>
                      <a:pt x="298" y="386"/>
                    </a:cubicBezTo>
                    <a:cubicBezTo>
                      <a:pt x="301" y="390"/>
                      <a:pt x="303" y="394"/>
                      <a:pt x="303" y="399"/>
                    </a:cubicBezTo>
                    <a:cubicBezTo>
                      <a:pt x="303" y="406"/>
                      <a:pt x="299" y="415"/>
                      <a:pt x="294" y="427"/>
                    </a:cubicBezTo>
                    <a:cubicBezTo>
                      <a:pt x="287" y="442"/>
                      <a:pt x="283" y="462"/>
                      <a:pt x="283" y="481"/>
                    </a:cubicBezTo>
                    <a:cubicBezTo>
                      <a:pt x="283" y="489"/>
                      <a:pt x="284" y="497"/>
                      <a:pt x="285" y="504"/>
                    </a:cubicBezTo>
                    <a:cubicBezTo>
                      <a:pt x="287" y="513"/>
                      <a:pt x="287" y="518"/>
                      <a:pt x="287" y="523"/>
                    </a:cubicBezTo>
                    <a:cubicBezTo>
                      <a:pt x="287" y="527"/>
                      <a:pt x="287" y="531"/>
                      <a:pt x="287" y="537"/>
                    </a:cubicBezTo>
                    <a:cubicBezTo>
                      <a:pt x="287" y="542"/>
                      <a:pt x="287" y="548"/>
                      <a:pt x="288" y="557"/>
                    </a:cubicBezTo>
                    <a:cubicBezTo>
                      <a:pt x="289" y="566"/>
                      <a:pt x="290" y="570"/>
                      <a:pt x="290" y="572"/>
                    </a:cubicBezTo>
                    <a:cubicBezTo>
                      <a:pt x="291" y="573"/>
                      <a:pt x="291" y="574"/>
                      <a:pt x="291" y="574"/>
                    </a:cubicBezTo>
                    <a:cubicBezTo>
                      <a:pt x="291" y="575"/>
                      <a:pt x="291" y="575"/>
                      <a:pt x="291" y="575"/>
                    </a:cubicBezTo>
                    <a:cubicBezTo>
                      <a:pt x="291" y="576"/>
                      <a:pt x="291" y="578"/>
                      <a:pt x="290" y="581"/>
                    </a:cubicBezTo>
                    <a:cubicBezTo>
                      <a:pt x="290" y="585"/>
                      <a:pt x="289" y="590"/>
                      <a:pt x="288" y="599"/>
                    </a:cubicBezTo>
                    <a:cubicBezTo>
                      <a:pt x="286" y="618"/>
                      <a:pt x="283" y="629"/>
                      <a:pt x="281" y="638"/>
                    </a:cubicBezTo>
                    <a:cubicBezTo>
                      <a:pt x="279" y="648"/>
                      <a:pt x="278" y="655"/>
                      <a:pt x="278" y="666"/>
                    </a:cubicBezTo>
                    <a:cubicBezTo>
                      <a:pt x="278" y="671"/>
                      <a:pt x="278" y="675"/>
                      <a:pt x="277" y="678"/>
                    </a:cubicBezTo>
                    <a:cubicBezTo>
                      <a:pt x="277" y="681"/>
                      <a:pt x="276" y="683"/>
                      <a:pt x="275" y="687"/>
                    </a:cubicBezTo>
                    <a:cubicBezTo>
                      <a:pt x="274" y="690"/>
                      <a:pt x="272" y="695"/>
                      <a:pt x="270" y="704"/>
                    </a:cubicBezTo>
                    <a:cubicBezTo>
                      <a:pt x="269" y="710"/>
                      <a:pt x="268" y="713"/>
                      <a:pt x="268" y="715"/>
                    </a:cubicBezTo>
                    <a:cubicBezTo>
                      <a:pt x="268" y="717"/>
                      <a:pt x="268" y="718"/>
                      <a:pt x="267" y="718"/>
                    </a:cubicBezTo>
                    <a:cubicBezTo>
                      <a:pt x="267" y="718"/>
                      <a:pt x="267" y="719"/>
                      <a:pt x="267" y="719"/>
                    </a:cubicBezTo>
                    <a:cubicBezTo>
                      <a:pt x="267" y="720"/>
                      <a:pt x="266" y="721"/>
                      <a:pt x="265" y="722"/>
                    </a:cubicBezTo>
                    <a:cubicBezTo>
                      <a:pt x="264" y="724"/>
                      <a:pt x="262" y="727"/>
                      <a:pt x="259" y="732"/>
                    </a:cubicBezTo>
                    <a:cubicBezTo>
                      <a:pt x="256" y="738"/>
                      <a:pt x="254" y="741"/>
                      <a:pt x="253" y="743"/>
                    </a:cubicBezTo>
                    <a:cubicBezTo>
                      <a:pt x="252" y="745"/>
                      <a:pt x="251" y="746"/>
                      <a:pt x="250" y="747"/>
                    </a:cubicBezTo>
                    <a:cubicBezTo>
                      <a:pt x="249" y="748"/>
                      <a:pt x="249" y="750"/>
                      <a:pt x="248" y="752"/>
                    </a:cubicBezTo>
                    <a:cubicBezTo>
                      <a:pt x="248" y="755"/>
                      <a:pt x="247" y="758"/>
                      <a:pt x="246" y="765"/>
                    </a:cubicBezTo>
                    <a:cubicBezTo>
                      <a:pt x="244" y="775"/>
                      <a:pt x="242" y="785"/>
                      <a:pt x="242" y="793"/>
                    </a:cubicBezTo>
                    <a:cubicBezTo>
                      <a:pt x="242" y="797"/>
                      <a:pt x="243" y="800"/>
                      <a:pt x="244" y="802"/>
                    </a:cubicBezTo>
                    <a:cubicBezTo>
                      <a:pt x="244" y="803"/>
                      <a:pt x="245" y="804"/>
                      <a:pt x="247" y="805"/>
                    </a:cubicBezTo>
                    <a:cubicBezTo>
                      <a:pt x="248" y="806"/>
                      <a:pt x="249" y="806"/>
                      <a:pt x="251" y="806"/>
                    </a:cubicBezTo>
                    <a:cubicBezTo>
                      <a:pt x="253" y="806"/>
                      <a:pt x="256" y="805"/>
                      <a:pt x="259" y="804"/>
                    </a:cubicBezTo>
                    <a:cubicBezTo>
                      <a:pt x="259" y="804"/>
                      <a:pt x="259" y="804"/>
                      <a:pt x="259" y="804"/>
                    </a:cubicBezTo>
                    <a:cubicBezTo>
                      <a:pt x="259" y="803"/>
                      <a:pt x="259" y="803"/>
                      <a:pt x="259" y="803"/>
                    </a:cubicBezTo>
                    <a:cubicBezTo>
                      <a:pt x="259" y="803"/>
                      <a:pt x="259" y="803"/>
                      <a:pt x="259" y="803"/>
                    </a:cubicBezTo>
                    <a:cubicBezTo>
                      <a:pt x="260" y="803"/>
                      <a:pt x="264" y="800"/>
                      <a:pt x="269" y="797"/>
                    </a:cubicBezTo>
                    <a:cubicBezTo>
                      <a:pt x="274" y="794"/>
                      <a:pt x="281" y="791"/>
                      <a:pt x="287" y="791"/>
                    </a:cubicBezTo>
                    <a:cubicBezTo>
                      <a:pt x="295" y="791"/>
                      <a:pt x="307" y="788"/>
                      <a:pt x="320" y="785"/>
                    </a:cubicBezTo>
                    <a:cubicBezTo>
                      <a:pt x="332" y="782"/>
                      <a:pt x="344" y="777"/>
                      <a:pt x="350" y="774"/>
                    </a:cubicBezTo>
                    <a:cubicBezTo>
                      <a:pt x="356" y="770"/>
                      <a:pt x="359" y="769"/>
                      <a:pt x="363" y="768"/>
                    </a:cubicBezTo>
                    <a:cubicBezTo>
                      <a:pt x="366" y="768"/>
                      <a:pt x="371" y="767"/>
                      <a:pt x="378" y="767"/>
                    </a:cubicBezTo>
                    <a:cubicBezTo>
                      <a:pt x="382" y="767"/>
                      <a:pt x="405" y="766"/>
                      <a:pt x="434" y="766"/>
                    </a:cubicBezTo>
                    <a:cubicBezTo>
                      <a:pt x="464" y="765"/>
                      <a:pt x="501" y="765"/>
                      <a:pt x="536" y="765"/>
                    </a:cubicBezTo>
                    <a:cubicBezTo>
                      <a:pt x="560" y="765"/>
                      <a:pt x="583" y="765"/>
                      <a:pt x="601" y="765"/>
                    </a:cubicBezTo>
                    <a:cubicBezTo>
                      <a:pt x="620" y="766"/>
                      <a:pt x="634" y="767"/>
                      <a:pt x="640" y="768"/>
                    </a:cubicBezTo>
                    <a:cubicBezTo>
                      <a:pt x="671" y="774"/>
                      <a:pt x="696" y="769"/>
                      <a:pt x="720" y="774"/>
                    </a:cubicBezTo>
                    <a:cubicBezTo>
                      <a:pt x="732" y="776"/>
                      <a:pt x="739" y="778"/>
                      <a:pt x="744" y="779"/>
                    </a:cubicBezTo>
                    <a:cubicBezTo>
                      <a:pt x="750" y="781"/>
                      <a:pt x="755" y="781"/>
                      <a:pt x="762" y="782"/>
                    </a:cubicBezTo>
                    <a:cubicBezTo>
                      <a:pt x="769" y="782"/>
                      <a:pt x="784" y="785"/>
                      <a:pt x="799" y="787"/>
                    </a:cubicBezTo>
                    <a:cubicBezTo>
                      <a:pt x="814" y="790"/>
                      <a:pt x="828" y="793"/>
                      <a:pt x="834" y="795"/>
                    </a:cubicBezTo>
                    <a:cubicBezTo>
                      <a:pt x="835" y="793"/>
                      <a:pt x="835" y="793"/>
                      <a:pt x="835" y="793"/>
                    </a:cubicBezTo>
                    <a:cubicBezTo>
                      <a:pt x="836" y="791"/>
                      <a:pt x="836" y="791"/>
                      <a:pt x="836" y="791"/>
                    </a:cubicBezTo>
                    <a:cubicBezTo>
                      <a:pt x="829" y="789"/>
                      <a:pt x="814" y="786"/>
                      <a:pt x="799" y="784"/>
                    </a:cubicBezTo>
                    <a:cubicBezTo>
                      <a:pt x="784" y="781"/>
                      <a:pt x="769" y="779"/>
                      <a:pt x="762" y="778"/>
                    </a:cubicBezTo>
                    <a:cubicBezTo>
                      <a:pt x="755" y="778"/>
                      <a:pt x="751" y="777"/>
                      <a:pt x="745" y="776"/>
                    </a:cubicBezTo>
                    <a:cubicBezTo>
                      <a:pt x="739" y="774"/>
                      <a:pt x="732" y="773"/>
                      <a:pt x="720" y="770"/>
                    </a:cubicBezTo>
                    <a:cubicBezTo>
                      <a:pt x="696" y="765"/>
                      <a:pt x="671" y="770"/>
                      <a:pt x="640" y="764"/>
                    </a:cubicBezTo>
                    <a:cubicBezTo>
                      <a:pt x="634" y="763"/>
                      <a:pt x="620" y="762"/>
                      <a:pt x="601" y="761"/>
                    </a:cubicBezTo>
                    <a:cubicBezTo>
                      <a:pt x="583" y="761"/>
                      <a:pt x="560" y="761"/>
                      <a:pt x="536" y="761"/>
                    </a:cubicBezTo>
                    <a:cubicBezTo>
                      <a:pt x="501" y="761"/>
                      <a:pt x="464" y="761"/>
                      <a:pt x="434" y="762"/>
                    </a:cubicBezTo>
                    <a:cubicBezTo>
                      <a:pt x="404" y="762"/>
                      <a:pt x="382" y="763"/>
                      <a:pt x="378" y="763"/>
                    </a:cubicBezTo>
                    <a:cubicBezTo>
                      <a:pt x="370" y="764"/>
                      <a:pt x="366" y="763"/>
                      <a:pt x="362" y="764"/>
                    </a:cubicBezTo>
                    <a:cubicBezTo>
                      <a:pt x="358" y="765"/>
                      <a:pt x="354" y="767"/>
                      <a:pt x="348" y="770"/>
                    </a:cubicBezTo>
                    <a:cubicBezTo>
                      <a:pt x="342" y="774"/>
                      <a:pt x="331" y="778"/>
                      <a:pt x="319" y="781"/>
                    </a:cubicBezTo>
                    <a:cubicBezTo>
                      <a:pt x="307" y="785"/>
                      <a:pt x="294" y="787"/>
                      <a:pt x="287" y="787"/>
                    </a:cubicBezTo>
                    <a:cubicBezTo>
                      <a:pt x="279" y="787"/>
                      <a:pt x="271" y="790"/>
                      <a:pt x="266" y="794"/>
                    </a:cubicBezTo>
                    <a:cubicBezTo>
                      <a:pt x="260" y="797"/>
                      <a:pt x="257" y="800"/>
                      <a:pt x="257" y="801"/>
                    </a:cubicBezTo>
                    <a:cubicBezTo>
                      <a:pt x="258" y="802"/>
                      <a:pt x="258" y="802"/>
                      <a:pt x="258" y="802"/>
                    </a:cubicBezTo>
                    <a:cubicBezTo>
                      <a:pt x="257" y="800"/>
                      <a:pt x="257" y="800"/>
                      <a:pt x="257" y="800"/>
                    </a:cubicBezTo>
                    <a:cubicBezTo>
                      <a:pt x="254" y="802"/>
                      <a:pt x="252" y="802"/>
                      <a:pt x="251" y="802"/>
                    </a:cubicBezTo>
                    <a:cubicBezTo>
                      <a:pt x="250" y="802"/>
                      <a:pt x="249" y="802"/>
                      <a:pt x="249" y="802"/>
                    </a:cubicBezTo>
                    <a:cubicBezTo>
                      <a:pt x="248" y="801"/>
                      <a:pt x="247" y="801"/>
                      <a:pt x="247" y="799"/>
                    </a:cubicBezTo>
                    <a:cubicBezTo>
                      <a:pt x="246" y="798"/>
                      <a:pt x="246" y="795"/>
                      <a:pt x="246" y="793"/>
                    </a:cubicBezTo>
                    <a:cubicBezTo>
                      <a:pt x="246" y="786"/>
                      <a:pt x="248" y="776"/>
                      <a:pt x="250" y="765"/>
                    </a:cubicBezTo>
                    <a:cubicBezTo>
                      <a:pt x="251" y="760"/>
                      <a:pt x="252" y="756"/>
                      <a:pt x="252" y="754"/>
                    </a:cubicBezTo>
                    <a:cubicBezTo>
                      <a:pt x="252" y="752"/>
                      <a:pt x="253" y="751"/>
                      <a:pt x="253" y="750"/>
                    </a:cubicBezTo>
                    <a:cubicBezTo>
                      <a:pt x="253" y="749"/>
                      <a:pt x="254" y="748"/>
                      <a:pt x="256" y="746"/>
                    </a:cubicBezTo>
                    <a:cubicBezTo>
                      <a:pt x="257" y="744"/>
                      <a:pt x="259" y="740"/>
                      <a:pt x="263" y="734"/>
                    </a:cubicBezTo>
                    <a:cubicBezTo>
                      <a:pt x="266" y="728"/>
                      <a:pt x="268" y="725"/>
                      <a:pt x="269" y="724"/>
                    </a:cubicBezTo>
                    <a:cubicBezTo>
                      <a:pt x="270" y="722"/>
                      <a:pt x="270" y="722"/>
                      <a:pt x="271" y="721"/>
                    </a:cubicBezTo>
                    <a:cubicBezTo>
                      <a:pt x="271" y="720"/>
                      <a:pt x="271" y="720"/>
                      <a:pt x="271" y="719"/>
                    </a:cubicBezTo>
                    <a:cubicBezTo>
                      <a:pt x="272" y="718"/>
                      <a:pt x="272" y="717"/>
                      <a:pt x="272" y="715"/>
                    </a:cubicBezTo>
                    <a:cubicBezTo>
                      <a:pt x="272" y="713"/>
                      <a:pt x="273" y="709"/>
                      <a:pt x="274" y="704"/>
                    </a:cubicBezTo>
                    <a:cubicBezTo>
                      <a:pt x="276" y="692"/>
                      <a:pt x="278" y="689"/>
                      <a:pt x="280" y="685"/>
                    </a:cubicBezTo>
                    <a:cubicBezTo>
                      <a:pt x="280" y="683"/>
                      <a:pt x="281" y="681"/>
                      <a:pt x="281" y="678"/>
                    </a:cubicBezTo>
                    <a:cubicBezTo>
                      <a:pt x="282" y="675"/>
                      <a:pt x="282" y="672"/>
                      <a:pt x="282" y="666"/>
                    </a:cubicBezTo>
                    <a:cubicBezTo>
                      <a:pt x="282" y="655"/>
                      <a:pt x="283" y="648"/>
                      <a:pt x="285" y="639"/>
                    </a:cubicBezTo>
                    <a:cubicBezTo>
                      <a:pt x="287" y="630"/>
                      <a:pt x="289" y="619"/>
                      <a:pt x="292" y="599"/>
                    </a:cubicBezTo>
                    <a:cubicBezTo>
                      <a:pt x="293" y="591"/>
                      <a:pt x="294" y="585"/>
                      <a:pt x="294" y="582"/>
                    </a:cubicBezTo>
                    <a:cubicBezTo>
                      <a:pt x="295" y="578"/>
                      <a:pt x="295" y="577"/>
                      <a:pt x="295" y="575"/>
                    </a:cubicBezTo>
                    <a:cubicBezTo>
                      <a:pt x="295" y="575"/>
                      <a:pt x="295" y="574"/>
                      <a:pt x="295" y="573"/>
                    </a:cubicBezTo>
                    <a:cubicBezTo>
                      <a:pt x="294" y="572"/>
                      <a:pt x="294" y="571"/>
                      <a:pt x="294" y="569"/>
                    </a:cubicBezTo>
                    <a:cubicBezTo>
                      <a:pt x="293" y="567"/>
                      <a:pt x="293" y="563"/>
                      <a:pt x="292" y="557"/>
                    </a:cubicBezTo>
                    <a:cubicBezTo>
                      <a:pt x="291" y="548"/>
                      <a:pt x="291" y="542"/>
                      <a:pt x="291" y="537"/>
                    </a:cubicBezTo>
                    <a:cubicBezTo>
                      <a:pt x="291" y="531"/>
                      <a:pt x="291" y="527"/>
                      <a:pt x="291" y="523"/>
                    </a:cubicBezTo>
                    <a:cubicBezTo>
                      <a:pt x="291" y="518"/>
                      <a:pt x="291" y="512"/>
                      <a:pt x="289" y="503"/>
                    </a:cubicBezTo>
                    <a:cubicBezTo>
                      <a:pt x="288" y="496"/>
                      <a:pt x="287" y="489"/>
                      <a:pt x="287" y="481"/>
                    </a:cubicBezTo>
                    <a:cubicBezTo>
                      <a:pt x="287" y="463"/>
                      <a:pt x="291" y="443"/>
                      <a:pt x="297" y="429"/>
                    </a:cubicBezTo>
                    <a:cubicBezTo>
                      <a:pt x="303" y="417"/>
                      <a:pt x="307" y="407"/>
                      <a:pt x="307" y="399"/>
                    </a:cubicBezTo>
                    <a:cubicBezTo>
                      <a:pt x="307" y="393"/>
                      <a:pt x="305" y="388"/>
                      <a:pt x="301" y="383"/>
                    </a:cubicBezTo>
                    <a:cubicBezTo>
                      <a:pt x="296" y="378"/>
                      <a:pt x="295" y="373"/>
                      <a:pt x="295" y="369"/>
                    </a:cubicBezTo>
                    <a:cubicBezTo>
                      <a:pt x="295" y="367"/>
                      <a:pt x="295" y="366"/>
                      <a:pt x="295" y="365"/>
                    </a:cubicBezTo>
                    <a:cubicBezTo>
                      <a:pt x="295" y="365"/>
                      <a:pt x="295" y="364"/>
                      <a:pt x="295" y="364"/>
                    </a:cubicBezTo>
                    <a:cubicBezTo>
                      <a:pt x="295" y="364"/>
                      <a:pt x="295" y="364"/>
                      <a:pt x="295" y="364"/>
                    </a:cubicBezTo>
                    <a:cubicBezTo>
                      <a:pt x="295" y="364"/>
                      <a:pt x="295" y="364"/>
                      <a:pt x="295" y="364"/>
                    </a:cubicBezTo>
                    <a:cubicBezTo>
                      <a:pt x="292" y="363"/>
                      <a:pt x="292" y="363"/>
                      <a:pt x="292" y="363"/>
                    </a:cubicBezTo>
                    <a:cubicBezTo>
                      <a:pt x="292" y="363"/>
                      <a:pt x="264" y="421"/>
                      <a:pt x="254" y="450"/>
                    </a:cubicBezTo>
                    <a:cubicBezTo>
                      <a:pt x="249" y="463"/>
                      <a:pt x="246" y="471"/>
                      <a:pt x="243" y="477"/>
                    </a:cubicBezTo>
                    <a:cubicBezTo>
                      <a:pt x="240" y="483"/>
                      <a:pt x="239" y="488"/>
                      <a:pt x="239" y="493"/>
                    </a:cubicBezTo>
                    <a:cubicBezTo>
                      <a:pt x="239" y="495"/>
                      <a:pt x="239" y="496"/>
                      <a:pt x="239" y="498"/>
                    </a:cubicBezTo>
                    <a:cubicBezTo>
                      <a:pt x="239" y="501"/>
                      <a:pt x="240" y="504"/>
                      <a:pt x="240" y="507"/>
                    </a:cubicBezTo>
                    <a:cubicBezTo>
                      <a:pt x="240" y="516"/>
                      <a:pt x="238" y="524"/>
                      <a:pt x="234" y="538"/>
                    </a:cubicBezTo>
                    <a:cubicBezTo>
                      <a:pt x="231" y="547"/>
                      <a:pt x="229" y="551"/>
                      <a:pt x="227" y="555"/>
                    </a:cubicBezTo>
                    <a:cubicBezTo>
                      <a:pt x="225" y="560"/>
                      <a:pt x="223" y="564"/>
                      <a:pt x="223" y="572"/>
                    </a:cubicBezTo>
                    <a:cubicBezTo>
                      <a:pt x="223" y="580"/>
                      <a:pt x="224" y="584"/>
                      <a:pt x="224" y="587"/>
                    </a:cubicBezTo>
                    <a:cubicBezTo>
                      <a:pt x="224" y="589"/>
                      <a:pt x="224" y="590"/>
                      <a:pt x="223" y="593"/>
                    </a:cubicBezTo>
                    <a:cubicBezTo>
                      <a:pt x="222" y="595"/>
                      <a:pt x="221" y="598"/>
                      <a:pt x="219" y="602"/>
                    </a:cubicBezTo>
                    <a:cubicBezTo>
                      <a:pt x="217" y="606"/>
                      <a:pt x="215" y="609"/>
                      <a:pt x="214" y="611"/>
                    </a:cubicBezTo>
                    <a:cubicBezTo>
                      <a:pt x="213" y="613"/>
                      <a:pt x="213" y="615"/>
                      <a:pt x="213" y="617"/>
                    </a:cubicBezTo>
                    <a:cubicBezTo>
                      <a:pt x="213" y="620"/>
                      <a:pt x="214" y="624"/>
                      <a:pt x="215" y="633"/>
                    </a:cubicBezTo>
                    <a:cubicBezTo>
                      <a:pt x="215" y="637"/>
                      <a:pt x="216" y="641"/>
                      <a:pt x="216" y="644"/>
                    </a:cubicBezTo>
                    <a:cubicBezTo>
                      <a:pt x="216" y="649"/>
                      <a:pt x="215" y="653"/>
                      <a:pt x="213" y="659"/>
                    </a:cubicBezTo>
                    <a:cubicBezTo>
                      <a:pt x="210" y="665"/>
                      <a:pt x="207" y="673"/>
                      <a:pt x="201" y="686"/>
                    </a:cubicBezTo>
                    <a:cubicBezTo>
                      <a:pt x="193" y="702"/>
                      <a:pt x="191" y="711"/>
                      <a:pt x="191" y="718"/>
                    </a:cubicBezTo>
                    <a:cubicBezTo>
                      <a:pt x="191" y="722"/>
                      <a:pt x="192" y="725"/>
                      <a:pt x="192" y="729"/>
                    </a:cubicBezTo>
                    <a:cubicBezTo>
                      <a:pt x="193" y="733"/>
                      <a:pt x="194" y="737"/>
                      <a:pt x="194" y="742"/>
                    </a:cubicBezTo>
                    <a:cubicBezTo>
                      <a:pt x="194" y="743"/>
                      <a:pt x="193" y="744"/>
                      <a:pt x="193" y="745"/>
                    </a:cubicBezTo>
                    <a:cubicBezTo>
                      <a:pt x="193" y="757"/>
                      <a:pt x="193" y="762"/>
                      <a:pt x="192" y="766"/>
                    </a:cubicBezTo>
                    <a:cubicBezTo>
                      <a:pt x="192" y="768"/>
                      <a:pt x="191" y="769"/>
                      <a:pt x="190" y="772"/>
                    </a:cubicBezTo>
                    <a:cubicBezTo>
                      <a:pt x="189" y="774"/>
                      <a:pt x="188" y="776"/>
                      <a:pt x="187" y="780"/>
                    </a:cubicBezTo>
                    <a:cubicBezTo>
                      <a:pt x="180" y="794"/>
                      <a:pt x="178" y="800"/>
                      <a:pt x="172" y="817"/>
                    </a:cubicBezTo>
                    <a:cubicBezTo>
                      <a:pt x="168" y="826"/>
                      <a:pt x="167" y="833"/>
                      <a:pt x="165" y="841"/>
                    </a:cubicBezTo>
                    <a:cubicBezTo>
                      <a:pt x="164" y="849"/>
                      <a:pt x="164" y="857"/>
                      <a:pt x="162" y="870"/>
                    </a:cubicBezTo>
                    <a:cubicBezTo>
                      <a:pt x="160" y="896"/>
                      <a:pt x="151" y="923"/>
                      <a:pt x="149" y="950"/>
                    </a:cubicBezTo>
                    <a:cubicBezTo>
                      <a:pt x="149" y="962"/>
                      <a:pt x="145" y="968"/>
                      <a:pt x="141" y="971"/>
                    </a:cubicBezTo>
                    <a:cubicBezTo>
                      <a:pt x="139" y="973"/>
                      <a:pt x="138" y="974"/>
                      <a:pt x="136" y="974"/>
                    </a:cubicBezTo>
                    <a:cubicBezTo>
                      <a:pt x="136" y="974"/>
                      <a:pt x="135" y="974"/>
                      <a:pt x="135" y="974"/>
                    </a:cubicBezTo>
                    <a:cubicBezTo>
                      <a:pt x="134" y="974"/>
                      <a:pt x="134" y="974"/>
                      <a:pt x="134" y="974"/>
                    </a:cubicBezTo>
                    <a:cubicBezTo>
                      <a:pt x="134" y="974"/>
                      <a:pt x="134" y="974"/>
                      <a:pt x="134" y="974"/>
                    </a:cubicBezTo>
                    <a:cubicBezTo>
                      <a:pt x="134" y="975"/>
                      <a:pt x="134" y="975"/>
                      <a:pt x="134" y="975"/>
                    </a:cubicBezTo>
                    <a:cubicBezTo>
                      <a:pt x="134" y="974"/>
                      <a:pt x="134" y="974"/>
                      <a:pt x="134" y="974"/>
                    </a:cubicBezTo>
                    <a:cubicBezTo>
                      <a:pt x="134" y="974"/>
                      <a:pt x="134" y="974"/>
                      <a:pt x="134" y="974"/>
                    </a:cubicBezTo>
                    <a:cubicBezTo>
                      <a:pt x="134" y="975"/>
                      <a:pt x="134" y="975"/>
                      <a:pt x="134" y="975"/>
                    </a:cubicBezTo>
                    <a:cubicBezTo>
                      <a:pt x="134" y="974"/>
                      <a:pt x="134" y="974"/>
                      <a:pt x="134" y="974"/>
                    </a:cubicBezTo>
                    <a:cubicBezTo>
                      <a:pt x="134" y="976"/>
                      <a:pt x="134" y="976"/>
                      <a:pt x="134" y="976"/>
                    </a:cubicBezTo>
                    <a:cubicBezTo>
                      <a:pt x="136" y="976"/>
                      <a:pt x="136" y="976"/>
                      <a:pt x="136" y="976"/>
                    </a:cubicBezTo>
                    <a:cubicBezTo>
                      <a:pt x="134" y="952"/>
                      <a:pt x="134" y="952"/>
                      <a:pt x="134" y="952"/>
                    </a:cubicBezTo>
                    <a:cubicBezTo>
                      <a:pt x="134" y="952"/>
                      <a:pt x="134" y="952"/>
                      <a:pt x="134" y="952"/>
                    </a:cubicBezTo>
                    <a:cubicBezTo>
                      <a:pt x="125" y="937"/>
                      <a:pt x="113" y="928"/>
                      <a:pt x="100" y="923"/>
                    </a:cubicBezTo>
                    <a:cubicBezTo>
                      <a:pt x="87" y="917"/>
                      <a:pt x="74" y="916"/>
                      <a:pt x="63" y="916"/>
                    </a:cubicBezTo>
                    <a:cubicBezTo>
                      <a:pt x="45" y="916"/>
                      <a:pt x="32" y="920"/>
                      <a:pt x="32" y="920"/>
                    </a:cubicBezTo>
                    <a:cubicBezTo>
                      <a:pt x="30" y="920"/>
                      <a:pt x="30" y="920"/>
                      <a:pt x="30" y="920"/>
                    </a:cubicBezTo>
                    <a:cubicBezTo>
                      <a:pt x="30" y="922"/>
                      <a:pt x="30" y="922"/>
                      <a:pt x="30" y="922"/>
                    </a:cubicBezTo>
                    <a:cubicBezTo>
                      <a:pt x="30" y="922"/>
                      <a:pt x="30" y="923"/>
                      <a:pt x="30" y="924"/>
                    </a:cubicBezTo>
                    <a:cubicBezTo>
                      <a:pt x="30" y="930"/>
                      <a:pt x="29" y="939"/>
                      <a:pt x="27" y="947"/>
                    </a:cubicBezTo>
                    <a:cubicBezTo>
                      <a:pt x="27" y="950"/>
                      <a:pt x="26" y="954"/>
                      <a:pt x="25" y="956"/>
                    </a:cubicBezTo>
                    <a:cubicBezTo>
                      <a:pt x="25" y="959"/>
                      <a:pt x="24" y="960"/>
                      <a:pt x="24" y="960"/>
                    </a:cubicBezTo>
                    <a:cubicBezTo>
                      <a:pt x="26" y="961"/>
                      <a:pt x="26" y="961"/>
                      <a:pt x="26" y="961"/>
                    </a:cubicBezTo>
                    <a:cubicBezTo>
                      <a:pt x="27" y="959"/>
                      <a:pt x="27" y="959"/>
                      <a:pt x="27" y="959"/>
                    </a:cubicBezTo>
                    <a:cubicBezTo>
                      <a:pt x="27" y="959"/>
                      <a:pt x="27" y="959"/>
                      <a:pt x="27" y="959"/>
                    </a:cubicBezTo>
                    <a:cubicBezTo>
                      <a:pt x="24" y="956"/>
                      <a:pt x="13" y="945"/>
                      <a:pt x="8" y="936"/>
                    </a:cubicBezTo>
                    <a:cubicBezTo>
                      <a:pt x="5" y="932"/>
                      <a:pt x="4" y="926"/>
                      <a:pt x="4" y="918"/>
                    </a:cubicBezTo>
                    <a:cubicBezTo>
                      <a:pt x="4" y="910"/>
                      <a:pt x="6" y="900"/>
                      <a:pt x="7" y="888"/>
                    </a:cubicBezTo>
                    <a:cubicBezTo>
                      <a:pt x="11" y="868"/>
                      <a:pt x="14" y="840"/>
                      <a:pt x="17" y="812"/>
                    </a:cubicBezTo>
                    <a:cubicBezTo>
                      <a:pt x="19" y="798"/>
                      <a:pt x="25" y="776"/>
                      <a:pt x="31" y="755"/>
                    </a:cubicBezTo>
                    <a:cubicBezTo>
                      <a:pt x="37" y="734"/>
                      <a:pt x="44" y="714"/>
                      <a:pt x="48" y="702"/>
                    </a:cubicBezTo>
                    <a:cubicBezTo>
                      <a:pt x="51" y="690"/>
                      <a:pt x="54" y="674"/>
                      <a:pt x="56" y="658"/>
                    </a:cubicBezTo>
                    <a:cubicBezTo>
                      <a:pt x="58" y="643"/>
                      <a:pt x="59" y="627"/>
                      <a:pt x="61" y="617"/>
                    </a:cubicBezTo>
                    <a:cubicBezTo>
                      <a:pt x="63" y="606"/>
                      <a:pt x="67" y="595"/>
                      <a:pt x="71" y="584"/>
                    </a:cubicBezTo>
                    <a:cubicBezTo>
                      <a:pt x="75" y="573"/>
                      <a:pt x="78" y="562"/>
                      <a:pt x="80" y="552"/>
                    </a:cubicBezTo>
                    <a:cubicBezTo>
                      <a:pt x="82" y="544"/>
                      <a:pt x="89" y="513"/>
                      <a:pt x="97" y="480"/>
                    </a:cubicBezTo>
                    <a:cubicBezTo>
                      <a:pt x="105" y="447"/>
                      <a:pt x="115" y="411"/>
                      <a:pt x="121" y="390"/>
                    </a:cubicBezTo>
                    <a:cubicBezTo>
                      <a:pt x="135" y="348"/>
                      <a:pt x="141" y="279"/>
                      <a:pt x="162" y="178"/>
                    </a:cubicBezTo>
                    <a:cubicBezTo>
                      <a:pt x="172" y="128"/>
                      <a:pt x="194" y="95"/>
                      <a:pt x="216" y="73"/>
                    </a:cubicBezTo>
                    <a:cubicBezTo>
                      <a:pt x="227" y="62"/>
                      <a:pt x="237" y="54"/>
                      <a:pt x="246" y="47"/>
                    </a:cubicBezTo>
                    <a:cubicBezTo>
                      <a:pt x="256" y="41"/>
                      <a:pt x="263" y="37"/>
                      <a:pt x="268" y="34"/>
                    </a:cubicBezTo>
                    <a:cubicBezTo>
                      <a:pt x="277" y="28"/>
                      <a:pt x="282" y="27"/>
                      <a:pt x="288" y="27"/>
                    </a:cubicBezTo>
                    <a:cubicBezTo>
                      <a:pt x="294" y="27"/>
                      <a:pt x="302" y="27"/>
                      <a:pt x="317" y="24"/>
                    </a:cubicBezTo>
                    <a:cubicBezTo>
                      <a:pt x="337" y="20"/>
                      <a:pt x="342" y="20"/>
                      <a:pt x="350" y="20"/>
                    </a:cubicBezTo>
                    <a:cubicBezTo>
                      <a:pt x="350" y="20"/>
                      <a:pt x="350" y="20"/>
                      <a:pt x="350" y="20"/>
                    </a:cubicBezTo>
                    <a:cubicBezTo>
                      <a:pt x="353" y="20"/>
                      <a:pt x="356" y="20"/>
                      <a:pt x="360" y="19"/>
                    </a:cubicBezTo>
                    <a:cubicBezTo>
                      <a:pt x="369" y="19"/>
                      <a:pt x="372" y="19"/>
                      <a:pt x="376" y="18"/>
                    </a:cubicBezTo>
                    <a:cubicBezTo>
                      <a:pt x="377" y="18"/>
                      <a:pt x="379" y="17"/>
                      <a:pt x="381" y="16"/>
                    </a:cubicBezTo>
                    <a:cubicBezTo>
                      <a:pt x="382" y="15"/>
                      <a:pt x="384" y="13"/>
                      <a:pt x="387" y="11"/>
                    </a:cubicBezTo>
                    <a:cubicBezTo>
                      <a:pt x="398" y="4"/>
                      <a:pt x="404" y="4"/>
                      <a:pt x="405" y="4"/>
                    </a:cubicBezTo>
                    <a:cubicBezTo>
                      <a:pt x="405" y="4"/>
                      <a:pt x="405" y="4"/>
                      <a:pt x="405" y="4"/>
                    </a:cubicBezTo>
                    <a:cubicBezTo>
                      <a:pt x="405" y="4"/>
                      <a:pt x="405" y="4"/>
                      <a:pt x="405" y="4"/>
                    </a:cubicBezTo>
                    <a:cubicBezTo>
                      <a:pt x="405" y="3"/>
                      <a:pt x="405" y="3"/>
                      <a:pt x="405" y="3"/>
                    </a:cubicBezTo>
                    <a:cubicBezTo>
                      <a:pt x="405" y="4"/>
                      <a:pt x="405" y="4"/>
                      <a:pt x="405" y="4"/>
                    </a:cubicBezTo>
                    <a:cubicBezTo>
                      <a:pt x="405" y="4"/>
                      <a:pt x="405" y="4"/>
                      <a:pt x="405" y="4"/>
                    </a:cubicBezTo>
                    <a:cubicBezTo>
                      <a:pt x="405" y="3"/>
                      <a:pt x="405" y="3"/>
                      <a:pt x="405" y="3"/>
                    </a:cubicBezTo>
                    <a:cubicBezTo>
                      <a:pt x="405" y="4"/>
                      <a:pt x="405" y="4"/>
                      <a:pt x="405" y="4"/>
                    </a:cubicBezTo>
                    <a:cubicBezTo>
                      <a:pt x="405" y="2"/>
                      <a:pt x="405" y="2"/>
                      <a:pt x="405" y="2"/>
                    </a:cubicBezTo>
                    <a:cubicBezTo>
                      <a:pt x="403" y="3"/>
                      <a:pt x="403" y="3"/>
                      <a:pt x="403" y="3"/>
                    </a:cubicBezTo>
                    <a:cubicBezTo>
                      <a:pt x="417" y="26"/>
                      <a:pt x="441" y="42"/>
                      <a:pt x="468" y="52"/>
                    </a:cubicBezTo>
                    <a:cubicBezTo>
                      <a:pt x="496" y="62"/>
                      <a:pt x="528" y="67"/>
                      <a:pt x="558" y="67"/>
                    </a:cubicBezTo>
                    <a:cubicBezTo>
                      <a:pt x="589" y="67"/>
                      <a:pt x="618" y="62"/>
                      <a:pt x="640" y="54"/>
                    </a:cubicBezTo>
                    <a:cubicBezTo>
                      <a:pt x="652" y="50"/>
                      <a:pt x="661" y="45"/>
                      <a:pt x="669" y="39"/>
                    </a:cubicBezTo>
                    <a:cubicBezTo>
                      <a:pt x="676" y="33"/>
                      <a:pt x="681" y="26"/>
                      <a:pt x="683" y="19"/>
                    </a:cubicBezTo>
                    <a:cubicBezTo>
                      <a:pt x="681" y="18"/>
                      <a:pt x="681" y="18"/>
                      <a:pt x="681" y="18"/>
                    </a:cubicBezTo>
                    <a:cubicBezTo>
                      <a:pt x="682" y="20"/>
                      <a:pt x="682" y="20"/>
                      <a:pt x="682" y="20"/>
                    </a:cubicBezTo>
                    <a:cubicBezTo>
                      <a:pt x="682" y="19"/>
                      <a:pt x="682" y="19"/>
                      <a:pt x="682" y="19"/>
                    </a:cubicBezTo>
                    <a:cubicBezTo>
                      <a:pt x="682" y="20"/>
                      <a:pt x="682" y="20"/>
                      <a:pt x="682" y="20"/>
                    </a:cubicBezTo>
                    <a:cubicBezTo>
                      <a:pt x="682" y="20"/>
                      <a:pt x="682" y="20"/>
                      <a:pt x="682" y="20"/>
                    </a:cubicBezTo>
                    <a:cubicBezTo>
                      <a:pt x="682" y="19"/>
                      <a:pt x="682" y="19"/>
                      <a:pt x="682" y="19"/>
                    </a:cubicBezTo>
                    <a:cubicBezTo>
                      <a:pt x="682" y="20"/>
                      <a:pt x="682" y="20"/>
                      <a:pt x="682" y="20"/>
                    </a:cubicBezTo>
                    <a:cubicBezTo>
                      <a:pt x="682" y="20"/>
                      <a:pt x="682" y="20"/>
                      <a:pt x="682" y="20"/>
                    </a:cubicBezTo>
                    <a:cubicBezTo>
                      <a:pt x="683" y="20"/>
                      <a:pt x="689" y="20"/>
                      <a:pt x="699" y="27"/>
                    </a:cubicBezTo>
                    <a:cubicBezTo>
                      <a:pt x="703" y="30"/>
                      <a:pt x="707" y="32"/>
                      <a:pt x="710" y="32"/>
                    </a:cubicBezTo>
                    <a:cubicBezTo>
                      <a:pt x="714" y="32"/>
                      <a:pt x="716" y="31"/>
                      <a:pt x="719" y="30"/>
                    </a:cubicBezTo>
                    <a:cubicBezTo>
                      <a:pt x="723" y="29"/>
                      <a:pt x="726" y="28"/>
                      <a:pt x="731" y="28"/>
                    </a:cubicBezTo>
                    <a:cubicBezTo>
                      <a:pt x="732" y="28"/>
                      <a:pt x="732" y="28"/>
                      <a:pt x="733" y="28"/>
                    </a:cubicBezTo>
                    <a:cubicBezTo>
                      <a:pt x="742" y="29"/>
                      <a:pt x="746" y="29"/>
                      <a:pt x="751" y="29"/>
                    </a:cubicBezTo>
                    <a:cubicBezTo>
                      <a:pt x="756" y="30"/>
                      <a:pt x="763" y="31"/>
                      <a:pt x="777" y="34"/>
                    </a:cubicBezTo>
                    <a:cubicBezTo>
                      <a:pt x="791" y="37"/>
                      <a:pt x="801" y="39"/>
                      <a:pt x="809" y="41"/>
                    </a:cubicBezTo>
                    <a:cubicBezTo>
                      <a:pt x="818" y="43"/>
                      <a:pt x="825" y="45"/>
                      <a:pt x="834" y="51"/>
                    </a:cubicBezTo>
                    <a:cubicBezTo>
                      <a:pt x="839" y="54"/>
                      <a:pt x="846" y="57"/>
                      <a:pt x="854" y="62"/>
                    </a:cubicBezTo>
                    <a:cubicBezTo>
                      <a:pt x="866" y="69"/>
                      <a:pt x="881" y="79"/>
                      <a:pt x="894" y="97"/>
                    </a:cubicBezTo>
                    <a:cubicBezTo>
                      <a:pt x="908" y="115"/>
                      <a:pt x="921" y="140"/>
                      <a:pt x="928" y="178"/>
                    </a:cubicBezTo>
                    <a:cubicBezTo>
                      <a:pt x="949" y="279"/>
                      <a:pt x="956" y="348"/>
                      <a:pt x="969" y="390"/>
                    </a:cubicBezTo>
                    <a:cubicBezTo>
                      <a:pt x="975" y="411"/>
                      <a:pt x="985" y="447"/>
                      <a:pt x="993" y="480"/>
                    </a:cubicBezTo>
                    <a:cubicBezTo>
                      <a:pt x="1001" y="513"/>
                      <a:pt x="1009" y="544"/>
                      <a:pt x="1010" y="552"/>
                    </a:cubicBezTo>
                    <a:cubicBezTo>
                      <a:pt x="1012" y="562"/>
                      <a:pt x="1016" y="573"/>
                      <a:pt x="1019" y="584"/>
                    </a:cubicBezTo>
                    <a:cubicBezTo>
                      <a:pt x="1023" y="595"/>
                      <a:pt x="1027" y="606"/>
                      <a:pt x="1029" y="617"/>
                    </a:cubicBezTo>
                    <a:cubicBezTo>
                      <a:pt x="1031" y="627"/>
                      <a:pt x="1032" y="643"/>
                      <a:pt x="1035" y="658"/>
                    </a:cubicBezTo>
                    <a:cubicBezTo>
                      <a:pt x="1037" y="674"/>
                      <a:pt x="1039" y="690"/>
                      <a:pt x="1043" y="702"/>
                    </a:cubicBezTo>
                    <a:cubicBezTo>
                      <a:pt x="1046" y="714"/>
                      <a:pt x="1053" y="734"/>
                      <a:pt x="1059" y="755"/>
                    </a:cubicBezTo>
                    <a:cubicBezTo>
                      <a:pt x="1066" y="776"/>
                      <a:pt x="1071" y="798"/>
                      <a:pt x="1073" y="812"/>
                    </a:cubicBezTo>
                    <a:cubicBezTo>
                      <a:pt x="1076" y="840"/>
                      <a:pt x="1080" y="868"/>
                      <a:pt x="1083" y="888"/>
                    </a:cubicBezTo>
                    <a:cubicBezTo>
                      <a:pt x="1085" y="900"/>
                      <a:pt x="1086" y="910"/>
                      <a:pt x="1086" y="918"/>
                    </a:cubicBezTo>
                    <a:cubicBezTo>
                      <a:pt x="1086" y="926"/>
                      <a:pt x="1085" y="932"/>
                      <a:pt x="1082" y="936"/>
                    </a:cubicBezTo>
                    <a:cubicBezTo>
                      <a:pt x="1080" y="941"/>
                      <a:pt x="1075" y="947"/>
                      <a:pt x="1070" y="952"/>
                    </a:cubicBezTo>
                    <a:cubicBezTo>
                      <a:pt x="1068" y="954"/>
                      <a:pt x="1066" y="956"/>
                      <a:pt x="1065" y="957"/>
                    </a:cubicBezTo>
                    <a:cubicBezTo>
                      <a:pt x="1064" y="958"/>
                      <a:pt x="1064" y="958"/>
                      <a:pt x="1063" y="959"/>
                    </a:cubicBezTo>
                    <a:cubicBezTo>
                      <a:pt x="1063" y="959"/>
                      <a:pt x="1063" y="959"/>
                      <a:pt x="1063" y="959"/>
                    </a:cubicBezTo>
                    <a:cubicBezTo>
                      <a:pt x="1064" y="961"/>
                      <a:pt x="1064" y="961"/>
                      <a:pt x="1064" y="961"/>
                    </a:cubicBezTo>
                    <a:cubicBezTo>
                      <a:pt x="1066" y="960"/>
                      <a:pt x="1066" y="960"/>
                      <a:pt x="1066" y="960"/>
                    </a:cubicBezTo>
                    <a:cubicBezTo>
                      <a:pt x="1066" y="960"/>
                      <a:pt x="1066" y="959"/>
                      <a:pt x="1065" y="956"/>
                    </a:cubicBezTo>
                    <a:cubicBezTo>
                      <a:pt x="1064" y="953"/>
                      <a:pt x="1063" y="947"/>
                      <a:pt x="1062" y="941"/>
                    </a:cubicBezTo>
                    <a:cubicBezTo>
                      <a:pt x="1061" y="935"/>
                      <a:pt x="1060" y="929"/>
                      <a:pt x="1060" y="924"/>
                    </a:cubicBezTo>
                    <a:cubicBezTo>
                      <a:pt x="1060" y="923"/>
                      <a:pt x="1060" y="922"/>
                      <a:pt x="1060" y="922"/>
                    </a:cubicBezTo>
                    <a:cubicBezTo>
                      <a:pt x="1060" y="920"/>
                      <a:pt x="1060" y="920"/>
                      <a:pt x="1060" y="920"/>
                    </a:cubicBezTo>
                    <a:cubicBezTo>
                      <a:pt x="1058" y="920"/>
                      <a:pt x="1058" y="920"/>
                      <a:pt x="1058" y="920"/>
                    </a:cubicBezTo>
                    <a:cubicBezTo>
                      <a:pt x="1058" y="920"/>
                      <a:pt x="1045" y="916"/>
                      <a:pt x="1027" y="916"/>
                    </a:cubicBezTo>
                    <a:cubicBezTo>
                      <a:pt x="1016" y="916"/>
                      <a:pt x="1003" y="917"/>
                      <a:pt x="990" y="923"/>
                    </a:cubicBezTo>
                    <a:cubicBezTo>
                      <a:pt x="977" y="928"/>
                      <a:pt x="965" y="937"/>
                      <a:pt x="956" y="952"/>
                    </a:cubicBezTo>
                    <a:cubicBezTo>
                      <a:pt x="956" y="952"/>
                      <a:pt x="956" y="952"/>
                      <a:pt x="956" y="952"/>
                    </a:cubicBezTo>
                    <a:cubicBezTo>
                      <a:pt x="954" y="976"/>
                      <a:pt x="954" y="976"/>
                      <a:pt x="954" y="976"/>
                    </a:cubicBezTo>
                    <a:cubicBezTo>
                      <a:pt x="956" y="976"/>
                      <a:pt x="956" y="976"/>
                      <a:pt x="956" y="976"/>
                    </a:cubicBezTo>
                    <a:cubicBezTo>
                      <a:pt x="956" y="974"/>
                      <a:pt x="956" y="974"/>
                      <a:pt x="956" y="974"/>
                    </a:cubicBezTo>
                    <a:cubicBezTo>
                      <a:pt x="956" y="975"/>
                      <a:pt x="956" y="975"/>
                      <a:pt x="956" y="975"/>
                    </a:cubicBezTo>
                    <a:cubicBezTo>
                      <a:pt x="956" y="974"/>
                      <a:pt x="956" y="974"/>
                      <a:pt x="956" y="974"/>
                    </a:cubicBezTo>
                    <a:cubicBezTo>
                      <a:pt x="956" y="974"/>
                      <a:pt x="956" y="974"/>
                      <a:pt x="956" y="974"/>
                    </a:cubicBezTo>
                    <a:cubicBezTo>
                      <a:pt x="956" y="975"/>
                      <a:pt x="956" y="975"/>
                      <a:pt x="956" y="975"/>
                    </a:cubicBezTo>
                    <a:cubicBezTo>
                      <a:pt x="956" y="974"/>
                      <a:pt x="956" y="974"/>
                      <a:pt x="956" y="974"/>
                    </a:cubicBezTo>
                    <a:cubicBezTo>
                      <a:pt x="956" y="974"/>
                      <a:pt x="952" y="974"/>
                      <a:pt x="949" y="971"/>
                    </a:cubicBezTo>
                    <a:cubicBezTo>
                      <a:pt x="945" y="968"/>
                      <a:pt x="941" y="962"/>
                      <a:pt x="941" y="950"/>
                    </a:cubicBezTo>
                    <a:cubicBezTo>
                      <a:pt x="939" y="923"/>
                      <a:pt x="930" y="896"/>
                      <a:pt x="928" y="870"/>
                    </a:cubicBezTo>
                    <a:cubicBezTo>
                      <a:pt x="927" y="857"/>
                      <a:pt x="926" y="849"/>
                      <a:pt x="925" y="841"/>
                    </a:cubicBezTo>
                    <a:cubicBezTo>
                      <a:pt x="924" y="833"/>
                      <a:pt x="922" y="826"/>
                      <a:pt x="919" y="817"/>
                    </a:cubicBezTo>
                    <a:cubicBezTo>
                      <a:pt x="912" y="800"/>
                      <a:pt x="910" y="794"/>
                      <a:pt x="904" y="780"/>
                    </a:cubicBezTo>
                    <a:cubicBezTo>
                      <a:pt x="902" y="776"/>
                      <a:pt x="901" y="774"/>
                      <a:pt x="900" y="772"/>
                    </a:cubicBezTo>
                    <a:cubicBezTo>
                      <a:pt x="899" y="768"/>
                      <a:pt x="898" y="767"/>
                      <a:pt x="897" y="763"/>
                    </a:cubicBezTo>
                    <a:cubicBezTo>
                      <a:pt x="897" y="759"/>
                      <a:pt x="897" y="754"/>
                      <a:pt x="897" y="745"/>
                    </a:cubicBezTo>
                    <a:cubicBezTo>
                      <a:pt x="897" y="744"/>
                      <a:pt x="897" y="743"/>
                      <a:pt x="897" y="742"/>
                    </a:cubicBezTo>
                    <a:cubicBezTo>
                      <a:pt x="897" y="737"/>
                      <a:pt x="897" y="733"/>
                      <a:pt x="898" y="729"/>
                    </a:cubicBezTo>
                    <a:cubicBezTo>
                      <a:pt x="898" y="725"/>
                      <a:pt x="899" y="722"/>
                      <a:pt x="899" y="718"/>
                    </a:cubicBezTo>
                    <a:cubicBezTo>
                      <a:pt x="899" y="711"/>
                      <a:pt x="897" y="702"/>
                      <a:pt x="889" y="686"/>
                    </a:cubicBezTo>
                    <a:cubicBezTo>
                      <a:pt x="883" y="673"/>
                      <a:pt x="880" y="665"/>
                      <a:pt x="877" y="659"/>
                    </a:cubicBezTo>
                    <a:cubicBezTo>
                      <a:pt x="875" y="653"/>
                      <a:pt x="874" y="649"/>
                      <a:pt x="874" y="644"/>
                    </a:cubicBezTo>
                    <a:cubicBezTo>
                      <a:pt x="874" y="641"/>
                      <a:pt x="875" y="637"/>
                      <a:pt x="875" y="633"/>
                    </a:cubicBezTo>
                    <a:cubicBezTo>
                      <a:pt x="876" y="624"/>
                      <a:pt x="877" y="620"/>
                      <a:pt x="877" y="617"/>
                    </a:cubicBezTo>
                    <a:cubicBezTo>
                      <a:pt x="877" y="615"/>
                      <a:pt x="877" y="613"/>
                      <a:pt x="876" y="611"/>
                    </a:cubicBezTo>
                    <a:cubicBezTo>
                      <a:pt x="875" y="609"/>
                      <a:pt x="873" y="606"/>
                      <a:pt x="871" y="602"/>
                    </a:cubicBezTo>
                    <a:cubicBezTo>
                      <a:pt x="869" y="598"/>
                      <a:pt x="868" y="595"/>
                      <a:pt x="867" y="593"/>
                    </a:cubicBezTo>
                    <a:cubicBezTo>
                      <a:pt x="866" y="590"/>
                      <a:pt x="866" y="589"/>
                      <a:pt x="866" y="587"/>
                    </a:cubicBezTo>
                    <a:cubicBezTo>
                      <a:pt x="866" y="584"/>
                      <a:pt x="867" y="580"/>
                      <a:pt x="867" y="572"/>
                    </a:cubicBezTo>
                    <a:cubicBezTo>
                      <a:pt x="867" y="564"/>
                      <a:pt x="865" y="560"/>
                      <a:pt x="863" y="555"/>
                    </a:cubicBezTo>
                    <a:cubicBezTo>
                      <a:pt x="861" y="551"/>
                      <a:pt x="859" y="547"/>
                      <a:pt x="856" y="538"/>
                    </a:cubicBezTo>
                    <a:cubicBezTo>
                      <a:pt x="853" y="524"/>
                      <a:pt x="851" y="516"/>
                      <a:pt x="851" y="507"/>
                    </a:cubicBezTo>
                    <a:cubicBezTo>
                      <a:pt x="851" y="504"/>
                      <a:pt x="851" y="501"/>
                      <a:pt x="851" y="498"/>
                    </a:cubicBezTo>
                    <a:cubicBezTo>
                      <a:pt x="851" y="496"/>
                      <a:pt x="852" y="495"/>
                      <a:pt x="852" y="493"/>
                    </a:cubicBezTo>
                    <a:cubicBezTo>
                      <a:pt x="852" y="488"/>
                      <a:pt x="850" y="483"/>
                      <a:pt x="847" y="477"/>
                    </a:cubicBezTo>
                    <a:cubicBezTo>
                      <a:pt x="845" y="471"/>
                      <a:pt x="841" y="463"/>
                      <a:pt x="836" y="450"/>
                    </a:cubicBezTo>
                    <a:cubicBezTo>
                      <a:pt x="831" y="436"/>
                      <a:pt x="825" y="413"/>
                      <a:pt x="820" y="394"/>
                    </a:cubicBezTo>
                    <a:cubicBezTo>
                      <a:pt x="818" y="384"/>
                      <a:pt x="816" y="375"/>
                      <a:pt x="814" y="369"/>
                    </a:cubicBezTo>
                    <a:cubicBezTo>
                      <a:pt x="813" y="362"/>
                      <a:pt x="812" y="358"/>
                      <a:pt x="812" y="358"/>
                    </a:cubicBezTo>
                    <a:cubicBezTo>
                      <a:pt x="808" y="359"/>
                      <a:pt x="808" y="359"/>
                      <a:pt x="808" y="359"/>
                    </a:cubicBezTo>
                    <a:cubicBezTo>
                      <a:pt x="808" y="359"/>
                      <a:pt x="808" y="360"/>
                      <a:pt x="808" y="362"/>
                    </a:cubicBezTo>
                    <a:cubicBezTo>
                      <a:pt x="808" y="364"/>
                      <a:pt x="809" y="367"/>
                      <a:pt x="809" y="370"/>
                    </a:cubicBezTo>
                    <a:cubicBezTo>
                      <a:pt x="809" y="375"/>
                      <a:pt x="808" y="382"/>
                      <a:pt x="807" y="388"/>
                    </a:cubicBezTo>
                    <a:cubicBezTo>
                      <a:pt x="806" y="394"/>
                      <a:pt x="805" y="399"/>
                      <a:pt x="802" y="401"/>
                    </a:cubicBezTo>
                    <a:cubicBezTo>
                      <a:pt x="798" y="406"/>
                      <a:pt x="796" y="412"/>
                      <a:pt x="797" y="418"/>
                    </a:cubicBezTo>
                    <a:cubicBezTo>
                      <a:pt x="797" y="428"/>
                      <a:pt x="800" y="440"/>
                      <a:pt x="806" y="453"/>
                    </a:cubicBezTo>
                    <a:cubicBezTo>
                      <a:pt x="810" y="461"/>
                      <a:pt x="811" y="469"/>
                      <a:pt x="811" y="478"/>
                    </a:cubicBezTo>
                    <a:cubicBezTo>
                      <a:pt x="811" y="491"/>
                      <a:pt x="809" y="504"/>
                      <a:pt x="806" y="517"/>
                    </a:cubicBezTo>
                    <a:cubicBezTo>
                      <a:pt x="805" y="520"/>
                      <a:pt x="805" y="523"/>
                      <a:pt x="805" y="526"/>
                    </a:cubicBezTo>
                    <a:cubicBezTo>
                      <a:pt x="805" y="532"/>
                      <a:pt x="807" y="536"/>
                      <a:pt x="809" y="540"/>
                    </a:cubicBezTo>
                    <a:cubicBezTo>
                      <a:pt x="810" y="544"/>
                      <a:pt x="812" y="548"/>
                      <a:pt x="812" y="557"/>
                    </a:cubicBezTo>
                    <a:cubicBezTo>
                      <a:pt x="812" y="559"/>
                      <a:pt x="812" y="562"/>
                      <a:pt x="812" y="565"/>
                    </a:cubicBezTo>
                    <a:cubicBezTo>
                      <a:pt x="811" y="573"/>
                      <a:pt x="810" y="577"/>
                      <a:pt x="809" y="579"/>
                    </a:cubicBezTo>
                    <a:cubicBezTo>
                      <a:pt x="809" y="580"/>
                      <a:pt x="809" y="580"/>
                      <a:pt x="809" y="581"/>
                    </a:cubicBezTo>
                    <a:cubicBezTo>
                      <a:pt x="809" y="582"/>
                      <a:pt x="808" y="582"/>
                      <a:pt x="808" y="583"/>
                    </a:cubicBezTo>
                    <a:cubicBezTo>
                      <a:pt x="809" y="584"/>
                      <a:pt x="809" y="586"/>
                      <a:pt x="809" y="590"/>
                    </a:cubicBezTo>
                    <a:cubicBezTo>
                      <a:pt x="810" y="593"/>
                      <a:pt x="810" y="598"/>
                      <a:pt x="812" y="607"/>
                    </a:cubicBezTo>
                    <a:cubicBezTo>
                      <a:pt x="813" y="616"/>
                      <a:pt x="813" y="623"/>
                      <a:pt x="813" y="628"/>
                    </a:cubicBezTo>
                    <a:cubicBezTo>
                      <a:pt x="813" y="637"/>
                      <a:pt x="812" y="642"/>
                      <a:pt x="811" y="647"/>
                    </a:cubicBezTo>
                    <a:cubicBezTo>
                      <a:pt x="809" y="652"/>
                      <a:pt x="808" y="657"/>
                      <a:pt x="808" y="666"/>
                    </a:cubicBezTo>
                    <a:cubicBezTo>
                      <a:pt x="808" y="672"/>
                      <a:pt x="808" y="675"/>
                      <a:pt x="809" y="678"/>
                    </a:cubicBezTo>
                    <a:cubicBezTo>
                      <a:pt x="809" y="682"/>
                      <a:pt x="810" y="685"/>
                      <a:pt x="812" y="688"/>
                    </a:cubicBezTo>
                    <a:cubicBezTo>
                      <a:pt x="813" y="691"/>
                      <a:pt x="814" y="695"/>
                      <a:pt x="816" y="704"/>
                    </a:cubicBezTo>
                    <a:cubicBezTo>
                      <a:pt x="817" y="710"/>
                      <a:pt x="818" y="714"/>
                      <a:pt x="818" y="716"/>
                    </a:cubicBezTo>
                    <a:cubicBezTo>
                      <a:pt x="819" y="717"/>
                      <a:pt x="819" y="718"/>
                      <a:pt x="819" y="719"/>
                    </a:cubicBezTo>
                    <a:cubicBezTo>
                      <a:pt x="819" y="720"/>
                      <a:pt x="819" y="720"/>
                      <a:pt x="820" y="721"/>
                    </a:cubicBezTo>
                    <a:cubicBezTo>
                      <a:pt x="820" y="722"/>
                      <a:pt x="821" y="723"/>
                      <a:pt x="822" y="725"/>
                    </a:cubicBezTo>
                    <a:cubicBezTo>
                      <a:pt x="823" y="726"/>
                      <a:pt x="825" y="729"/>
                      <a:pt x="827" y="734"/>
                    </a:cubicBezTo>
                    <a:cubicBezTo>
                      <a:pt x="830" y="739"/>
                      <a:pt x="832" y="743"/>
                      <a:pt x="834" y="745"/>
                    </a:cubicBezTo>
                    <a:cubicBezTo>
                      <a:pt x="835" y="746"/>
                      <a:pt x="835" y="747"/>
                      <a:pt x="836" y="748"/>
                    </a:cubicBezTo>
                    <a:cubicBezTo>
                      <a:pt x="837" y="749"/>
                      <a:pt x="837" y="750"/>
                      <a:pt x="838" y="752"/>
                    </a:cubicBezTo>
                    <a:cubicBezTo>
                      <a:pt x="839" y="754"/>
                      <a:pt x="841" y="757"/>
                      <a:pt x="843" y="763"/>
                    </a:cubicBezTo>
                    <a:cubicBezTo>
                      <a:pt x="846" y="771"/>
                      <a:pt x="848" y="778"/>
                      <a:pt x="848" y="783"/>
                    </a:cubicBezTo>
                    <a:cubicBezTo>
                      <a:pt x="848" y="786"/>
                      <a:pt x="848" y="788"/>
                      <a:pt x="846" y="790"/>
                    </a:cubicBezTo>
                    <a:cubicBezTo>
                      <a:pt x="845" y="791"/>
                      <a:pt x="844" y="792"/>
                      <a:pt x="841" y="792"/>
                    </a:cubicBezTo>
                    <a:cubicBezTo>
                      <a:pt x="839" y="792"/>
                      <a:pt x="838" y="792"/>
                      <a:pt x="836" y="791"/>
                    </a:cubicBezTo>
                    <a:cubicBezTo>
                      <a:pt x="835" y="793"/>
                      <a:pt x="835" y="793"/>
                      <a:pt x="835" y="793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6672" name="Freeform 200">
                <a:extLst>
                  <a:ext uri="{FF2B5EF4-FFF2-40B4-BE49-F238E27FC236}">
                    <a16:creationId xmlns:a16="http://schemas.microsoft.com/office/drawing/2014/main" id="{B12DB35E-C460-4163-9A99-6F9911CA09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3" y="2279"/>
                <a:ext cx="33" cy="32"/>
              </a:xfrm>
              <a:custGeom>
                <a:avLst/>
                <a:gdLst>
                  <a:gd name="T0" fmla="*/ 40 w 29"/>
                  <a:gd name="T1" fmla="*/ 1 h 28"/>
                  <a:gd name="T2" fmla="*/ 20 w 29"/>
                  <a:gd name="T3" fmla="*/ 8 h 28"/>
                  <a:gd name="T4" fmla="*/ 8 w 29"/>
                  <a:gd name="T5" fmla="*/ 15 h 28"/>
                  <a:gd name="T6" fmla="*/ 0 w 29"/>
                  <a:gd name="T7" fmla="*/ 29 h 28"/>
                  <a:gd name="T8" fmla="*/ 3 w 29"/>
                  <a:gd name="T9" fmla="*/ 40 h 28"/>
                  <a:gd name="T10" fmla="*/ 9 w 29"/>
                  <a:gd name="T11" fmla="*/ 40 h 28"/>
                  <a:gd name="T12" fmla="*/ 10 w 29"/>
                  <a:gd name="T13" fmla="*/ 38 h 28"/>
                  <a:gd name="T14" fmla="*/ 7 w 29"/>
                  <a:gd name="T15" fmla="*/ 29 h 28"/>
                  <a:gd name="T16" fmla="*/ 11 w 29"/>
                  <a:gd name="T17" fmla="*/ 19 h 28"/>
                  <a:gd name="T18" fmla="*/ 30 w 29"/>
                  <a:gd name="T19" fmla="*/ 10 h 28"/>
                  <a:gd name="T20" fmla="*/ 36 w 29"/>
                  <a:gd name="T21" fmla="*/ 8 h 28"/>
                  <a:gd name="T22" fmla="*/ 40 w 29"/>
                  <a:gd name="T23" fmla="*/ 8 h 28"/>
                  <a:gd name="T24" fmla="*/ 41 w 29"/>
                  <a:gd name="T25" fmla="*/ 7 h 28"/>
                  <a:gd name="T26" fmla="*/ 43 w 29"/>
                  <a:gd name="T27" fmla="*/ 2 h 28"/>
                  <a:gd name="T28" fmla="*/ 40 w 29"/>
                  <a:gd name="T29" fmla="*/ 1 h 2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29" h="28">
                    <a:moveTo>
                      <a:pt x="27" y="1"/>
                    </a:moveTo>
                    <a:cubicBezTo>
                      <a:pt x="27" y="1"/>
                      <a:pt x="20" y="2"/>
                      <a:pt x="14" y="5"/>
                    </a:cubicBezTo>
                    <a:cubicBezTo>
                      <a:pt x="11" y="6"/>
                      <a:pt x="8" y="8"/>
                      <a:pt x="5" y="10"/>
                    </a:cubicBezTo>
                    <a:cubicBezTo>
                      <a:pt x="2" y="13"/>
                      <a:pt x="0" y="16"/>
                      <a:pt x="0" y="19"/>
                    </a:cubicBezTo>
                    <a:cubicBezTo>
                      <a:pt x="0" y="22"/>
                      <a:pt x="1" y="24"/>
                      <a:pt x="3" y="27"/>
                    </a:cubicBezTo>
                    <a:cubicBezTo>
                      <a:pt x="4" y="28"/>
                      <a:pt x="5" y="28"/>
                      <a:pt x="6" y="27"/>
                    </a:cubicBezTo>
                    <a:cubicBezTo>
                      <a:pt x="7" y="27"/>
                      <a:pt x="7" y="25"/>
                      <a:pt x="7" y="25"/>
                    </a:cubicBezTo>
                    <a:cubicBezTo>
                      <a:pt x="5" y="22"/>
                      <a:pt x="4" y="21"/>
                      <a:pt x="4" y="19"/>
                    </a:cubicBezTo>
                    <a:cubicBezTo>
                      <a:pt x="4" y="17"/>
                      <a:pt x="6" y="15"/>
                      <a:pt x="8" y="13"/>
                    </a:cubicBezTo>
                    <a:cubicBezTo>
                      <a:pt x="11" y="10"/>
                      <a:pt x="16" y="8"/>
                      <a:pt x="20" y="7"/>
                    </a:cubicBezTo>
                    <a:cubicBezTo>
                      <a:pt x="22" y="6"/>
                      <a:pt x="24" y="5"/>
                      <a:pt x="25" y="5"/>
                    </a:cubicBezTo>
                    <a:cubicBezTo>
                      <a:pt x="26" y="5"/>
                      <a:pt x="27" y="5"/>
                      <a:pt x="27" y="5"/>
                    </a:cubicBezTo>
                    <a:cubicBezTo>
                      <a:pt x="27" y="4"/>
                      <a:pt x="28" y="4"/>
                      <a:pt x="28" y="4"/>
                    </a:cubicBezTo>
                    <a:cubicBezTo>
                      <a:pt x="29" y="4"/>
                      <a:pt x="29" y="3"/>
                      <a:pt x="29" y="2"/>
                    </a:cubicBezTo>
                    <a:cubicBezTo>
                      <a:pt x="29" y="1"/>
                      <a:pt x="28" y="0"/>
                      <a:pt x="27" y="1"/>
                    </a:cubicBezTo>
                    <a:close/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6673" name="Freeform 201">
                <a:extLst>
                  <a:ext uri="{FF2B5EF4-FFF2-40B4-BE49-F238E27FC236}">
                    <a16:creationId xmlns:a16="http://schemas.microsoft.com/office/drawing/2014/main" id="{74A76068-E4E0-4E09-A918-039B84D1BC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6" y="2312"/>
                <a:ext cx="16" cy="34"/>
              </a:xfrm>
              <a:custGeom>
                <a:avLst/>
                <a:gdLst>
                  <a:gd name="T0" fmla="*/ 0 w 14"/>
                  <a:gd name="T1" fmla="*/ 7 h 30"/>
                  <a:gd name="T2" fmla="*/ 1 w 14"/>
                  <a:gd name="T3" fmla="*/ 7 h 30"/>
                  <a:gd name="T4" fmla="*/ 9 w 14"/>
                  <a:gd name="T5" fmla="*/ 18 h 30"/>
                  <a:gd name="T6" fmla="*/ 15 w 14"/>
                  <a:gd name="T7" fmla="*/ 32 h 30"/>
                  <a:gd name="T8" fmla="*/ 11 w 14"/>
                  <a:gd name="T9" fmla="*/ 37 h 30"/>
                  <a:gd name="T10" fmla="*/ 11 w 14"/>
                  <a:gd name="T11" fmla="*/ 42 h 30"/>
                  <a:gd name="T12" fmla="*/ 15 w 14"/>
                  <a:gd name="T13" fmla="*/ 42 h 30"/>
                  <a:gd name="T14" fmla="*/ 21 w 14"/>
                  <a:gd name="T15" fmla="*/ 32 h 30"/>
                  <a:gd name="T16" fmla="*/ 13 w 14"/>
                  <a:gd name="T17" fmla="*/ 11 h 30"/>
                  <a:gd name="T18" fmla="*/ 3 w 14"/>
                  <a:gd name="T19" fmla="*/ 1 h 30"/>
                  <a:gd name="T20" fmla="*/ 0 w 14"/>
                  <a:gd name="T21" fmla="*/ 1 h 30"/>
                  <a:gd name="T22" fmla="*/ 0 w 14"/>
                  <a:gd name="T23" fmla="*/ 7 h 3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4" h="30">
                    <a:moveTo>
                      <a:pt x="0" y="4"/>
                    </a:moveTo>
                    <a:cubicBezTo>
                      <a:pt x="1" y="4"/>
                      <a:pt x="1" y="4"/>
                      <a:pt x="1" y="4"/>
                    </a:cubicBezTo>
                    <a:cubicBezTo>
                      <a:pt x="2" y="5"/>
                      <a:pt x="4" y="8"/>
                      <a:pt x="6" y="12"/>
                    </a:cubicBezTo>
                    <a:cubicBezTo>
                      <a:pt x="8" y="15"/>
                      <a:pt x="10" y="19"/>
                      <a:pt x="10" y="22"/>
                    </a:cubicBezTo>
                    <a:cubicBezTo>
                      <a:pt x="10" y="24"/>
                      <a:pt x="10" y="25"/>
                      <a:pt x="8" y="26"/>
                    </a:cubicBezTo>
                    <a:cubicBezTo>
                      <a:pt x="7" y="27"/>
                      <a:pt x="7" y="28"/>
                      <a:pt x="8" y="29"/>
                    </a:cubicBezTo>
                    <a:cubicBezTo>
                      <a:pt x="8" y="30"/>
                      <a:pt x="10" y="30"/>
                      <a:pt x="10" y="29"/>
                    </a:cubicBezTo>
                    <a:cubicBezTo>
                      <a:pt x="13" y="27"/>
                      <a:pt x="14" y="25"/>
                      <a:pt x="14" y="22"/>
                    </a:cubicBezTo>
                    <a:cubicBezTo>
                      <a:pt x="14" y="17"/>
                      <a:pt x="11" y="12"/>
                      <a:pt x="9" y="8"/>
                    </a:cubicBezTo>
                    <a:cubicBezTo>
                      <a:pt x="6" y="4"/>
                      <a:pt x="3" y="1"/>
                      <a:pt x="3" y="1"/>
                    </a:cubicBezTo>
                    <a:cubicBezTo>
                      <a:pt x="2" y="0"/>
                      <a:pt x="1" y="0"/>
                      <a:pt x="0" y="1"/>
                    </a:cubicBezTo>
                    <a:cubicBezTo>
                      <a:pt x="0" y="2"/>
                      <a:pt x="0" y="3"/>
                      <a:pt x="0" y="4"/>
                    </a:cubicBezTo>
                    <a:close/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6674" name="Freeform 202">
                <a:extLst>
                  <a:ext uri="{FF2B5EF4-FFF2-40B4-BE49-F238E27FC236}">
                    <a16:creationId xmlns:a16="http://schemas.microsoft.com/office/drawing/2014/main" id="{1098B831-E31C-4C3F-BA78-1A70B66085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7" y="2315"/>
                <a:ext cx="17" cy="28"/>
              </a:xfrm>
              <a:custGeom>
                <a:avLst/>
                <a:gdLst>
                  <a:gd name="T0" fmla="*/ 16 w 15"/>
                  <a:gd name="T1" fmla="*/ 0 h 24"/>
                  <a:gd name="T2" fmla="*/ 9 w 15"/>
                  <a:gd name="T3" fmla="*/ 11 h 24"/>
                  <a:gd name="T4" fmla="*/ 2 w 15"/>
                  <a:gd name="T5" fmla="*/ 21 h 24"/>
                  <a:gd name="T6" fmla="*/ 0 w 15"/>
                  <a:gd name="T7" fmla="*/ 30 h 24"/>
                  <a:gd name="T8" fmla="*/ 1 w 15"/>
                  <a:gd name="T9" fmla="*/ 37 h 24"/>
                  <a:gd name="T10" fmla="*/ 3 w 15"/>
                  <a:gd name="T11" fmla="*/ 37 h 24"/>
                  <a:gd name="T12" fmla="*/ 7 w 15"/>
                  <a:gd name="T13" fmla="*/ 32 h 24"/>
                  <a:gd name="T14" fmla="*/ 7 w 15"/>
                  <a:gd name="T15" fmla="*/ 30 h 24"/>
                  <a:gd name="T16" fmla="*/ 8 w 15"/>
                  <a:gd name="T17" fmla="*/ 25 h 24"/>
                  <a:gd name="T18" fmla="*/ 16 w 15"/>
                  <a:gd name="T19" fmla="*/ 11 h 24"/>
                  <a:gd name="T20" fmla="*/ 19 w 15"/>
                  <a:gd name="T21" fmla="*/ 7 h 24"/>
                  <a:gd name="T22" fmla="*/ 20 w 15"/>
                  <a:gd name="T23" fmla="*/ 6 h 24"/>
                  <a:gd name="T24" fmla="*/ 20 w 15"/>
                  <a:gd name="T25" fmla="*/ 6 h 24"/>
                  <a:gd name="T26" fmla="*/ 20 w 15"/>
                  <a:gd name="T27" fmla="*/ 0 h 24"/>
                  <a:gd name="T28" fmla="*/ 16 w 15"/>
                  <a:gd name="T29" fmla="*/ 0 h 24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5" h="24">
                    <a:moveTo>
                      <a:pt x="11" y="0"/>
                    </a:moveTo>
                    <a:cubicBezTo>
                      <a:pt x="11" y="0"/>
                      <a:pt x="9" y="3"/>
                      <a:pt x="6" y="7"/>
                    </a:cubicBezTo>
                    <a:cubicBezTo>
                      <a:pt x="4" y="9"/>
                      <a:pt x="3" y="11"/>
                      <a:pt x="2" y="13"/>
                    </a:cubicBezTo>
                    <a:cubicBezTo>
                      <a:pt x="0" y="15"/>
                      <a:pt x="0" y="17"/>
                      <a:pt x="0" y="19"/>
                    </a:cubicBezTo>
                    <a:cubicBezTo>
                      <a:pt x="0" y="20"/>
                      <a:pt x="0" y="22"/>
                      <a:pt x="1" y="23"/>
                    </a:cubicBezTo>
                    <a:cubicBezTo>
                      <a:pt x="1" y="24"/>
                      <a:pt x="2" y="24"/>
                      <a:pt x="3" y="23"/>
                    </a:cubicBezTo>
                    <a:cubicBezTo>
                      <a:pt x="4" y="23"/>
                      <a:pt x="4" y="21"/>
                      <a:pt x="4" y="20"/>
                    </a:cubicBezTo>
                    <a:cubicBezTo>
                      <a:pt x="4" y="20"/>
                      <a:pt x="4" y="20"/>
                      <a:pt x="4" y="19"/>
                    </a:cubicBezTo>
                    <a:cubicBezTo>
                      <a:pt x="4" y="18"/>
                      <a:pt x="4" y="16"/>
                      <a:pt x="5" y="15"/>
                    </a:cubicBezTo>
                    <a:cubicBezTo>
                      <a:pt x="7" y="12"/>
                      <a:pt x="9" y="9"/>
                      <a:pt x="11" y="7"/>
                    </a:cubicBezTo>
                    <a:cubicBezTo>
                      <a:pt x="12" y="6"/>
                      <a:pt x="13" y="5"/>
                      <a:pt x="13" y="4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5" y="2"/>
                      <a:pt x="15" y="1"/>
                      <a:pt x="14" y="0"/>
                    </a:cubicBezTo>
                    <a:cubicBezTo>
                      <a:pt x="14" y="0"/>
                      <a:pt x="12" y="0"/>
                      <a:pt x="11" y="0"/>
                    </a:cubicBezTo>
                    <a:close/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6675" name="Freeform 203">
                <a:extLst>
                  <a:ext uri="{FF2B5EF4-FFF2-40B4-BE49-F238E27FC236}">
                    <a16:creationId xmlns:a16="http://schemas.microsoft.com/office/drawing/2014/main" id="{87E16C9A-D6E5-4CFC-B62A-847465413A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4" y="2279"/>
                <a:ext cx="31" cy="30"/>
              </a:xfrm>
              <a:custGeom>
                <a:avLst/>
                <a:gdLst>
                  <a:gd name="T0" fmla="*/ 1 w 27"/>
                  <a:gd name="T1" fmla="*/ 4 h 27"/>
                  <a:gd name="T2" fmla="*/ 2 w 27"/>
                  <a:gd name="T3" fmla="*/ 8 h 27"/>
                  <a:gd name="T4" fmla="*/ 23 w 27"/>
                  <a:gd name="T5" fmla="*/ 12 h 27"/>
                  <a:gd name="T6" fmla="*/ 32 w 27"/>
                  <a:gd name="T7" fmla="*/ 20 h 27"/>
                  <a:gd name="T8" fmla="*/ 34 w 27"/>
                  <a:gd name="T9" fmla="*/ 24 h 27"/>
                  <a:gd name="T10" fmla="*/ 32 w 27"/>
                  <a:gd name="T11" fmla="*/ 32 h 27"/>
                  <a:gd name="T12" fmla="*/ 32 w 27"/>
                  <a:gd name="T13" fmla="*/ 36 h 27"/>
                  <a:gd name="T14" fmla="*/ 37 w 27"/>
                  <a:gd name="T15" fmla="*/ 36 h 27"/>
                  <a:gd name="T16" fmla="*/ 41 w 27"/>
                  <a:gd name="T17" fmla="*/ 24 h 27"/>
                  <a:gd name="T18" fmla="*/ 34 w 27"/>
                  <a:gd name="T19" fmla="*/ 13 h 27"/>
                  <a:gd name="T20" fmla="*/ 15 w 27"/>
                  <a:gd name="T21" fmla="*/ 3 h 27"/>
                  <a:gd name="T22" fmla="*/ 2 w 27"/>
                  <a:gd name="T23" fmla="*/ 1 h 27"/>
                  <a:gd name="T24" fmla="*/ 0 w 27"/>
                  <a:gd name="T25" fmla="*/ 2 h 27"/>
                  <a:gd name="T26" fmla="*/ 1 w 27"/>
                  <a:gd name="T27" fmla="*/ 4 h 2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7" h="27">
                    <a:moveTo>
                      <a:pt x="1" y="4"/>
                    </a:moveTo>
                    <a:cubicBezTo>
                      <a:pt x="1" y="4"/>
                      <a:pt x="2" y="4"/>
                      <a:pt x="2" y="5"/>
                    </a:cubicBezTo>
                    <a:cubicBezTo>
                      <a:pt x="5" y="5"/>
                      <a:pt x="10" y="7"/>
                      <a:pt x="15" y="9"/>
                    </a:cubicBezTo>
                    <a:cubicBezTo>
                      <a:pt x="17" y="11"/>
                      <a:pt x="19" y="12"/>
                      <a:pt x="21" y="14"/>
                    </a:cubicBezTo>
                    <a:cubicBezTo>
                      <a:pt x="23" y="15"/>
                      <a:pt x="23" y="17"/>
                      <a:pt x="23" y="18"/>
                    </a:cubicBezTo>
                    <a:cubicBezTo>
                      <a:pt x="23" y="20"/>
                      <a:pt x="23" y="21"/>
                      <a:pt x="21" y="23"/>
                    </a:cubicBezTo>
                    <a:cubicBezTo>
                      <a:pt x="20" y="24"/>
                      <a:pt x="20" y="25"/>
                      <a:pt x="21" y="26"/>
                    </a:cubicBezTo>
                    <a:cubicBezTo>
                      <a:pt x="22" y="27"/>
                      <a:pt x="23" y="27"/>
                      <a:pt x="24" y="26"/>
                    </a:cubicBezTo>
                    <a:cubicBezTo>
                      <a:pt x="26" y="23"/>
                      <a:pt x="27" y="21"/>
                      <a:pt x="27" y="18"/>
                    </a:cubicBezTo>
                    <a:cubicBezTo>
                      <a:pt x="27" y="15"/>
                      <a:pt x="25" y="12"/>
                      <a:pt x="23" y="10"/>
                    </a:cubicBezTo>
                    <a:cubicBezTo>
                      <a:pt x="19" y="7"/>
                      <a:pt x="14" y="5"/>
                      <a:pt x="10" y="3"/>
                    </a:cubicBezTo>
                    <a:cubicBezTo>
                      <a:pt x="6" y="1"/>
                      <a:pt x="2" y="1"/>
                      <a:pt x="2" y="1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3"/>
                      <a:pt x="0" y="4"/>
                      <a:pt x="1" y="4"/>
                    </a:cubicBezTo>
                    <a:close/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6676" name="Freeform 204">
                <a:extLst>
                  <a:ext uri="{FF2B5EF4-FFF2-40B4-BE49-F238E27FC236}">
                    <a16:creationId xmlns:a16="http://schemas.microsoft.com/office/drawing/2014/main" id="{B0676372-14F5-47E8-B540-948D7E7228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2" y="1556"/>
                <a:ext cx="140" cy="594"/>
              </a:xfrm>
              <a:custGeom>
                <a:avLst/>
                <a:gdLst>
                  <a:gd name="T0" fmla="*/ 156 w 123"/>
                  <a:gd name="T1" fmla="*/ 0 h 520"/>
                  <a:gd name="T2" fmla="*/ 167 w 123"/>
                  <a:gd name="T3" fmla="*/ 177 h 520"/>
                  <a:gd name="T4" fmla="*/ 148 w 123"/>
                  <a:gd name="T5" fmla="*/ 276 h 520"/>
                  <a:gd name="T6" fmla="*/ 158 w 123"/>
                  <a:gd name="T7" fmla="*/ 297 h 520"/>
                  <a:gd name="T8" fmla="*/ 139 w 123"/>
                  <a:gd name="T9" fmla="*/ 324 h 520"/>
                  <a:gd name="T10" fmla="*/ 122 w 123"/>
                  <a:gd name="T11" fmla="*/ 366 h 520"/>
                  <a:gd name="T12" fmla="*/ 129 w 123"/>
                  <a:gd name="T13" fmla="*/ 401 h 520"/>
                  <a:gd name="T14" fmla="*/ 84 w 123"/>
                  <a:gd name="T15" fmla="*/ 455 h 520"/>
                  <a:gd name="T16" fmla="*/ 105 w 123"/>
                  <a:gd name="T17" fmla="*/ 520 h 520"/>
                  <a:gd name="T18" fmla="*/ 88 w 123"/>
                  <a:gd name="T19" fmla="*/ 552 h 520"/>
                  <a:gd name="T20" fmla="*/ 92 w 123"/>
                  <a:gd name="T21" fmla="*/ 589 h 520"/>
                  <a:gd name="T22" fmla="*/ 36 w 123"/>
                  <a:gd name="T23" fmla="*/ 689 h 520"/>
                  <a:gd name="T24" fmla="*/ 2 w 123"/>
                  <a:gd name="T25" fmla="*/ 776 h 520"/>
                  <a:gd name="T26" fmla="*/ 19 w 123"/>
                  <a:gd name="T27" fmla="*/ 623 h 520"/>
                  <a:gd name="T28" fmla="*/ 25 w 123"/>
                  <a:gd name="T29" fmla="*/ 495 h 520"/>
                  <a:gd name="T30" fmla="*/ 68 w 123"/>
                  <a:gd name="T31" fmla="*/ 328 h 520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23" h="520">
                    <a:moveTo>
                      <a:pt x="105" y="0"/>
                    </a:moveTo>
                    <a:cubicBezTo>
                      <a:pt x="119" y="28"/>
                      <a:pt x="123" y="88"/>
                      <a:pt x="113" y="119"/>
                    </a:cubicBezTo>
                    <a:cubicBezTo>
                      <a:pt x="105" y="145"/>
                      <a:pt x="97" y="159"/>
                      <a:pt x="100" y="186"/>
                    </a:cubicBezTo>
                    <a:cubicBezTo>
                      <a:pt x="101" y="192"/>
                      <a:pt x="108" y="192"/>
                      <a:pt x="107" y="200"/>
                    </a:cubicBezTo>
                    <a:cubicBezTo>
                      <a:pt x="106" y="207"/>
                      <a:pt x="97" y="212"/>
                      <a:pt x="94" y="218"/>
                    </a:cubicBezTo>
                    <a:cubicBezTo>
                      <a:pt x="87" y="228"/>
                      <a:pt x="83" y="232"/>
                      <a:pt x="83" y="245"/>
                    </a:cubicBezTo>
                    <a:cubicBezTo>
                      <a:pt x="82" y="253"/>
                      <a:pt x="89" y="259"/>
                      <a:pt x="87" y="269"/>
                    </a:cubicBezTo>
                    <a:cubicBezTo>
                      <a:pt x="84" y="284"/>
                      <a:pt x="66" y="293"/>
                      <a:pt x="57" y="305"/>
                    </a:cubicBezTo>
                    <a:cubicBezTo>
                      <a:pt x="79" y="319"/>
                      <a:pt x="80" y="326"/>
                      <a:pt x="71" y="348"/>
                    </a:cubicBezTo>
                    <a:cubicBezTo>
                      <a:pt x="68" y="356"/>
                      <a:pt x="62" y="359"/>
                      <a:pt x="60" y="370"/>
                    </a:cubicBezTo>
                    <a:cubicBezTo>
                      <a:pt x="59" y="379"/>
                      <a:pt x="64" y="388"/>
                      <a:pt x="62" y="396"/>
                    </a:cubicBezTo>
                    <a:cubicBezTo>
                      <a:pt x="55" y="417"/>
                      <a:pt x="35" y="441"/>
                      <a:pt x="25" y="462"/>
                    </a:cubicBezTo>
                    <a:cubicBezTo>
                      <a:pt x="16" y="481"/>
                      <a:pt x="12" y="504"/>
                      <a:pt x="2" y="520"/>
                    </a:cubicBezTo>
                    <a:cubicBezTo>
                      <a:pt x="0" y="487"/>
                      <a:pt x="11" y="451"/>
                      <a:pt x="13" y="418"/>
                    </a:cubicBezTo>
                    <a:cubicBezTo>
                      <a:pt x="15" y="389"/>
                      <a:pt x="13" y="360"/>
                      <a:pt x="17" y="332"/>
                    </a:cubicBezTo>
                    <a:cubicBezTo>
                      <a:pt x="23" y="294"/>
                      <a:pt x="43" y="258"/>
                      <a:pt x="47" y="220"/>
                    </a:cubicBezTo>
                  </a:path>
                </a:pathLst>
              </a:custGeom>
              <a:solidFill>
                <a:srgbClr val="FCEF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</p:grpSp>
        <p:sp>
          <p:nvSpPr>
            <p:cNvPr id="56460" name="Freeform 205">
              <a:extLst>
                <a:ext uri="{FF2B5EF4-FFF2-40B4-BE49-F238E27FC236}">
                  <a16:creationId xmlns:a16="http://schemas.microsoft.com/office/drawing/2014/main" id="{73D50552-5E62-4143-90D5-672865DBA60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1" y="1710"/>
              <a:ext cx="220" cy="425"/>
            </a:xfrm>
            <a:custGeom>
              <a:avLst/>
              <a:gdLst>
                <a:gd name="T0" fmla="*/ 101 w 193"/>
                <a:gd name="T1" fmla="*/ 7 h 372"/>
                <a:gd name="T2" fmla="*/ 87 w 193"/>
                <a:gd name="T3" fmla="*/ 287 h 372"/>
                <a:gd name="T4" fmla="*/ 64 w 193"/>
                <a:gd name="T5" fmla="*/ 428 h 372"/>
                <a:gd name="T6" fmla="*/ 8 w 193"/>
                <a:gd name="T7" fmla="*/ 555 h 372"/>
                <a:gd name="T8" fmla="*/ 131 w 193"/>
                <a:gd name="T9" fmla="*/ 506 h 372"/>
                <a:gd name="T10" fmla="*/ 213 w 193"/>
                <a:gd name="T11" fmla="*/ 471 h 372"/>
                <a:gd name="T12" fmla="*/ 286 w 193"/>
                <a:gd name="T13" fmla="*/ 451 h 372"/>
                <a:gd name="T14" fmla="*/ 173 w 193"/>
                <a:gd name="T15" fmla="*/ 440 h 372"/>
                <a:gd name="T16" fmla="*/ 226 w 193"/>
                <a:gd name="T17" fmla="*/ 395 h 372"/>
                <a:gd name="T18" fmla="*/ 168 w 193"/>
                <a:gd name="T19" fmla="*/ 394 h 372"/>
                <a:gd name="T20" fmla="*/ 165 w 193"/>
                <a:gd name="T21" fmla="*/ 360 h 372"/>
                <a:gd name="T22" fmla="*/ 133 w 193"/>
                <a:gd name="T23" fmla="*/ 318 h 372"/>
                <a:gd name="T24" fmla="*/ 140 w 193"/>
                <a:gd name="T25" fmla="*/ 264 h 372"/>
                <a:gd name="T26" fmla="*/ 109 w 193"/>
                <a:gd name="T27" fmla="*/ 218 h 372"/>
                <a:gd name="T28" fmla="*/ 104 w 193"/>
                <a:gd name="T29" fmla="*/ 145 h 372"/>
                <a:gd name="T30" fmla="*/ 84 w 193"/>
                <a:gd name="T31" fmla="*/ 83 h 372"/>
                <a:gd name="T32" fmla="*/ 91 w 193"/>
                <a:gd name="T33" fmla="*/ 0 h 37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93" h="372">
                  <a:moveTo>
                    <a:pt x="68" y="4"/>
                  </a:moveTo>
                  <a:cubicBezTo>
                    <a:pt x="13" y="32"/>
                    <a:pt x="67" y="151"/>
                    <a:pt x="59" y="193"/>
                  </a:cubicBezTo>
                  <a:cubicBezTo>
                    <a:pt x="53" y="223"/>
                    <a:pt x="52" y="256"/>
                    <a:pt x="43" y="287"/>
                  </a:cubicBezTo>
                  <a:cubicBezTo>
                    <a:pt x="35" y="312"/>
                    <a:pt x="0" y="344"/>
                    <a:pt x="5" y="372"/>
                  </a:cubicBezTo>
                  <a:cubicBezTo>
                    <a:pt x="30" y="357"/>
                    <a:pt x="63" y="353"/>
                    <a:pt x="89" y="340"/>
                  </a:cubicBezTo>
                  <a:cubicBezTo>
                    <a:pt x="112" y="328"/>
                    <a:pt x="116" y="319"/>
                    <a:pt x="144" y="316"/>
                  </a:cubicBezTo>
                  <a:cubicBezTo>
                    <a:pt x="160" y="314"/>
                    <a:pt x="181" y="314"/>
                    <a:pt x="193" y="303"/>
                  </a:cubicBezTo>
                  <a:cubicBezTo>
                    <a:pt x="179" y="301"/>
                    <a:pt x="125" y="303"/>
                    <a:pt x="117" y="295"/>
                  </a:cubicBezTo>
                  <a:cubicBezTo>
                    <a:pt x="104" y="282"/>
                    <a:pt x="142" y="269"/>
                    <a:pt x="153" y="265"/>
                  </a:cubicBezTo>
                  <a:cubicBezTo>
                    <a:pt x="144" y="263"/>
                    <a:pt x="118" y="268"/>
                    <a:pt x="113" y="264"/>
                  </a:cubicBezTo>
                  <a:cubicBezTo>
                    <a:pt x="99" y="256"/>
                    <a:pt x="116" y="253"/>
                    <a:pt x="111" y="242"/>
                  </a:cubicBezTo>
                  <a:cubicBezTo>
                    <a:pt x="103" y="224"/>
                    <a:pt x="92" y="232"/>
                    <a:pt x="90" y="213"/>
                  </a:cubicBezTo>
                  <a:cubicBezTo>
                    <a:pt x="89" y="202"/>
                    <a:pt x="101" y="191"/>
                    <a:pt x="95" y="177"/>
                  </a:cubicBezTo>
                  <a:cubicBezTo>
                    <a:pt x="89" y="164"/>
                    <a:pt x="77" y="161"/>
                    <a:pt x="74" y="146"/>
                  </a:cubicBezTo>
                  <a:cubicBezTo>
                    <a:pt x="71" y="124"/>
                    <a:pt x="81" y="117"/>
                    <a:pt x="70" y="97"/>
                  </a:cubicBezTo>
                  <a:cubicBezTo>
                    <a:pt x="61" y="79"/>
                    <a:pt x="57" y="79"/>
                    <a:pt x="57" y="56"/>
                  </a:cubicBezTo>
                  <a:cubicBezTo>
                    <a:pt x="56" y="39"/>
                    <a:pt x="48" y="13"/>
                    <a:pt x="61" y="0"/>
                  </a:cubicBezTo>
                </a:path>
              </a:pathLst>
            </a:custGeom>
            <a:solidFill>
              <a:srgbClr val="FCEF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6461" name="Freeform 206">
              <a:extLst>
                <a:ext uri="{FF2B5EF4-FFF2-40B4-BE49-F238E27FC236}">
                  <a16:creationId xmlns:a16="http://schemas.microsoft.com/office/drawing/2014/main" id="{3C2000AD-0236-4081-95E8-53C44DA1145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9" y="1285"/>
              <a:ext cx="332" cy="986"/>
            </a:xfrm>
            <a:custGeom>
              <a:avLst/>
              <a:gdLst>
                <a:gd name="T0" fmla="*/ 11 w 291"/>
                <a:gd name="T1" fmla="*/ 0 h 864"/>
                <a:gd name="T2" fmla="*/ 0 w 291"/>
                <a:gd name="T3" fmla="*/ 1 h 864"/>
                <a:gd name="T4" fmla="*/ 9 w 291"/>
                <a:gd name="T5" fmla="*/ 3 h 864"/>
                <a:gd name="T6" fmla="*/ 92 w 291"/>
                <a:gd name="T7" fmla="*/ 76 h 864"/>
                <a:gd name="T8" fmla="*/ 173 w 291"/>
                <a:gd name="T9" fmla="*/ 301 h 864"/>
                <a:gd name="T10" fmla="*/ 202 w 291"/>
                <a:gd name="T11" fmla="*/ 485 h 864"/>
                <a:gd name="T12" fmla="*/ 218 w 291"/>
                <a:gd name="T13" fmla="*/ 534 h 864"/>
                <a:gd name="T14" fmla="*/ 214 w 291"/>
                <a:gd name="T15" fmla="*/ 600 h 864"/>
                <a:gd name="T16" fmla="*/ 229 w 291"/>
                <a:gd name="T17" fmla="*/ 670 h 864"/>
                <a:gd name="T18" fmla="*/ 225 w 291"/>
                <a:gd name="T19" fmla="*/ 747 h 864"/>
                <a:gd name="T20" fmla="*/ 252 w 291"/>
                <a:gd name="T21" fmla="*/ 781 h 864"/>
                <a:gd name="T22" fmla="*/ 257 w 291"/>
                <a:gd name="T23" fmla="*/ 833 h 864"/>
                <a:gd name="T24" fmla="*/ 293 w 291"/>
                <a:gd name="T25" fmla="*/ 852 h 864"/>
                <a:gd name="T26" fmla="*/ 314 w 291"/>
                <a:gd name="T27" fmla="*/ 906 h 864"/>
                <a:gd name="T28" fmla="*/ 343 w 291"/>
                <a:gd name="T29" fmla="*/ 1097 h 864"/>
                <a:gd name="T30" fmla="*/ 339 w 291"/>
                <a:gd name="T31" fmla="*/ 1189 h 864"/>
                <a:gd name="T32" fmla="*/ 366 w 291"/>
                <a:gd name="T33" fmla="*/ 1236 h 864"/>
                <a:gd name="T34" fmla="*/ 323 w 291"/>
                <a:gd name="T35" fmla="*/ 1280 h 864"/>
                <a:gd name="T36" fmla="*/ 348 w 291"/>
                <a:gd name="T37" fmla="*/ 1276 h 864"/>
                <a:gd name="T38" fmla="*/ 384 w 291"/>
                <a:gd name="T39" fmla="*/ 1280 h 864"/>
                <a:gd name="T40" fmla="*/ 422 w 291"/>
                <a:gd name="T41" fmla="*/ 1284 h 864"/>
                <a:gd name="T42" fmla="*/ 432 w 291"/>
                <a:gd name="T43" fmla="*/ 1283 h 864"/>
                <a:gd name="T44" fmla="*/ 405 w 291"/>
                <a:gd name="T45" fmla="*/ 1117 h 864"/>
                <a:gd name="T46" fmla="*/ 361 w 291"/>
                <a:gd name="T47" fmla="*/ 989 h 864"/>
                <a:gd name="T48" fmla="*/ 337 w 291"/>
                <a:gd name="T49" fmla="*/ 860 h 864"/>
                <a:gd name="T50" fmla="*/ 207 w 291"/>
                <a:gd name="T51" fmla="*/ 245 h 864"/>
                <a:gd name="T52" fmla="*/ 160 w 291"/>
                <a:gd name="T53" fmla="*/ 91 h 864"/>
                <a:gd name="T54" fmla="*/ 11 w 291"/>
                <a:gd name="T55" fmla="*/ 0 h 864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291" h="864">
                  <a:moveTo>
                    <a:pt x="8" y="0"/>
                  </a:moveTo>
                  <a:cubicBezTo>
                    <a:pt x="5" y="0"/>
                    <a:pt x="2" y="0"/>
                    <a:pt x="0" y="1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26" y="16"/>
                    <a:pt x="46" y="36"/>
                    <a:pt x="62" y="52"/>
                  </a:cubicBezTo>
                  <a:cubicBezTo>
                    <a:pt x="101" y="92"/>
                    <a:pt x="112" y="148"/>
                    <a:pt x="117" y="202"/>
                  </a:cubicBezTo>
                  <a:cubicBezTo>
                    <a:pt x="120" y="242"/>
                    <a:pt x="128" y="287"/>
                    <a:pt x="136" y="326"/>
                  </a:cubicBezTo>
                  <a:cubicBezTo>
                    <a:pt x="139" y="337"/>
                    <a:pt x="145" y="348"/>
                    <a:pt x="146" y="359"/>
                  </a:cubicBezTo>
                  <a:cubicBezTo>
                    <a:pt x="148" y="374"/>
                    <a:pt x="143" y="389"/>
                    <a:pt x="145" y="404"/>
                  </a:cubicBezTo>
                  <a:cubicBezTo>
                    <a:pt x="147" y="421"/>
                    <a:pt x="155" y="432"/>
                    <a:pt x="154" y="450"/>
                  </a:cubicBezTo>
                  <a:cubicBezTo>
                    <a:pt x="153" y="469"/>
                    <a:pt x="142" y="485"/>
                    <a:pt x="152" y="503"/>
                  </a:cubicBezTo>
                  <a:cubicBezTo>
                    <a:pt x="158" y="514"/>
                    <a:pt x="166" y="513"/>
                    <a:pt x="170" y="525"/>
                  </a:cubicBezTo>
                  <a:cubicBezTo>
                    <a:pt x="174" y="537"/>
                    <a:pt x="166" y="550"/>
                    <a:pt x="173" y="561"/>
                  </a:cubicBezTo>
                  <a:cubicBezTo>
                    <a:pt x="180" y="573"/>
                    <a:pt x="189" y="568"/>
                    <a:pt x="197" y="574"/>
                  </a:cubicBezTo>
                  <a:cubicBezTo>
                    <a:pt x="208" y="584"/>
                    <a:pt x="208" y="594"/>
                    <a:pt x="211" y="610"/>
                  </a:cubicBezTo>
                  <a:cubicBezTo>
                    <a:pt x="219" y="653"/>
                    <a:pt x="223" y="696"/>
                    <a:pt x="231" y="738"/>
                  </a:cubicBezTo>
                  <a:cubicBezTo>
                    <a:pt x="236" y="762"/>
                    <a:pt x="227" y="778"/>
                    <a:pt x="228" y="800"/>
                  </a:cubicBezTo>
                  <a:cubicBezTo>
                    <a:pt x="229" y="818"/>
                    <a:pt x="237" y="819"/>
                    <a:pt x="246" y="832"/>
                  </a:cubicBezTo>
                  <a:cubicBezTo>
                    <a:pt x="236" y="839"/>
                    <a:pt x="223" y="850"/>
                    <a:pt x="217" y="861"/>
                  </a:cubicBezTo>
                  <a:cubicBezTo>
                    <a:pt x="223" y="860"/>
                    <a:pt x="228" y="859"/>
                    <a:pt x="234" y="859"/>
                  </a:cubicBezTo>
                  <a:cubicBezTo>
                    <a:pt x="242" y="859"/>
                    <a:pt x="251" y="860"/>
                    <a:pt x="259" y="861"/>
                  </a:cubicBezTo>
                  <a:cubicBezTo>
                    <a:pt x="267" y="862"/>
                    <a:pt x="276" y="864"/>
                    <a:pt x="284" y="864"/>
                  </a:cubicBezTo>
                  <a:cubicBezTo>
                    <a:pt x="286" y="864"/>
                    <a:pt x="289" y="864"/>
                    <a:pt x="291" y="863"/>
                  </a:cubicBezTo>
                  <a:cubicBezTo>
                    <a:pt x="284" y="826"/>
                    <a:pt x="279" y="789"/>
                    <a:pt x="273" y="752"/>
                  </a:cubicBezTo>
                  <a:cubicBezTo>
                    <a:pt x="268" y="721"/>
                    <a:pt x="251" y="697"/>
                    <a:pt x="243" y="666"/>
                  </a:cubicBezTo>
                  <a:cubicBezTo>
                    <a:pt x="237" y="638"/>
                    <a:pt x="234" y="608"/>
                    <a:pt x="227" y="579"/>
                  </a:cubicBezTo>
                  <a:cubicBezTo>
                    <a:pt x="192" y="443"/>
                    <a:pt x="173" y="302"/>
                    <a:pt x="139" y="165"/>
                  </a:cubicBezTo>
                  <a:cubicBezTo>
                    <a:pt x="131" y="130"/>
                    <a:pt x="129" y="91"/>
                    <a:pt x="108" y="61"/>
                  </a:cubicBezTo>
                  <a:cubicBezTo>
                    <a:pt x="92" y="38"/>
                    <a:pt x="39" y="0"/>
                    <a:pt x="8" y="0"/>
                  </a:cubicBezTo>
                </a:path>
              </a:pathLst>
            </a:custGeom>
            <a:solidFill>
              <a:srgbClr val="FCE4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6462" name="Freeform 207">
              <a:extLst>
                <a:ext uri="{FF2B5EF4-FFF2-40B4-BE49-F238E27FC236}">
                  <a16:creationId xmlns:a16="http://schemas.microsoft.com/office/drawing/2014/main" id="{E655000A-4B14-449F-A01B-570D3D956C7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6" y="1486"/>
              <a:ext cx="28" cy="165"/>
            </a:xfrm>
            <a:custGeom>
              <a:avLst/>
              <a:gdLst>
                <a:gd name="T0" fmla="*/ 35 w 25"/>
                <a:gd name="T1" fmla="*/ 211 h 145"/>
                <a:gd name="T2" fmla="*/ 35 w 25"/>
                <a:gd name="T3" fmla="*/ 204 h 145"/>
                <a:gd name="T4" fmla="*/ 31 w 25"/>
                <a:gd name="T5" fmla="*/ 184 h 145"/>
                <a:gd name="T6" fmla="*/ 22 w 25"/>
                <a:gd name="T7" fmla="*/ 167 h 145"/>
                <a:gd name="T8" fmla="*/ 17 w 25"/>
                <a:gd name="T9" fmla="*/ 112 h 145"/>
                <a:gd name="T10" fmla="*/ 13 w 25"/>
                <a:gd name="T11" fmla="*/ 57 h 145"/>
                <a:gd name="T12" fmla="*/ 4 w 25"/>
                <a:gd name="T13" fmla="*/ 1 h 145"/>
                <a:gd name="T14" fmla="*/ 2 w 25"/>
                <a:gd name="T15" fmla="*/ 0 h 145"/>
                <a:gd name="T16" fmla="*/ 1 w 25"/>
                <a:gd name="T17" fmla="*/ 3 h 145"/>
                <a:gd name="T18" fmla="*/ 9 w 25"/>
                <a:gd name="T19" fmla="*/ 57 h 145"/>
                <a:gd name="T20" fmla="*/ 11 w 25"/>
                <a:gd name="T21" fmla="*/ 114 h 145"/>
                <a:gd name="T22" fmla="*/ 17 w 25"/>
                <a:gd name="T23" fmla="*/ 170 h 145"/>
                <a:gd name="T24" fmla="*/ 25 w 25"/>
                <a:gd name="T25" fmla="*/ 188 h 145"/>
                <a:gd name="T26" fmla="*/ 30 w 25"/>
                <a:gd name="T27" fmla="*/ 204 h 145"/>
                <a:gd name="T28" fmla="*/ 30 w 25"/>
                <a:gd name="T29" fmla="*/ 209 h 145"/>
                <a:gd name="T30" fmla="*/ 32 w 25"/>
                <a:gd name="T31" fmla="*/ 213 h 145"/>
                <a:gd name="T32" fmla="*/ 35 w 25"/>
                <a:gd name="T33" fmla="*/ 211 h 14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25" h="145">
                  <a:moveTo>
                    <a:pt x="25" y="143"/>
                  </a:moveTo>
                  <a:cubicBezTo>
                    <a:pt x="25" y="141"/>
                    <a:pt x="25" y="140"/>
                    <a:pt x="25" y="138"/>
                  </a:cubicBezTo>
                  <a:cubicBezTo>
                    <a:pt x="25" y="133"/>
                    <a:pt x="24" y="128"/>
                    <a:pt x="22" y="125"/>
                  </a:cubicBezTo>
                  <a:cubicBezTo>
                    <a:pt x="20" y="121"/>
                    <a:pt x="18" y="118"/>
                    <a:pt x="16" y="113"/>
                  </a:cubicBezTo>
                  <a:cubicBezTo>
                    <a:pt x="12" y="102"/>
                    <a:pt x="13" y="89"/>
                    <a:pt x="12" y="76"/>
                  </a:cubicBezTo>
                  <a:cubicBezTo>
                    <a:pt x="12" y="66"/>
                    <a:pt x="11" y="52"/>
                    <a:pt x="10" y="39"/>
                  </a:cubicBezTo>
                  <a:cubicBezTo>
                    <a:pt x="9" y="25"/>
                    <a:pt x="8" y="12"/>
                    <a:pt x="4" y="1"/>
                  </a:cubicBezTo>
                  <a:cubicBezTo>
                    <a:pt x="4" y="0"/>
                    <a:pt x="3" y="0"/>
                    <a:pt x="2" y="0"/>
                  </a:cubicBezTo>
                  <a:cubicBezTo>
                    <a:pt x="1" y="0"/>
                    <a:pt x="0" y="1"/>
                    <a:pt x="1" y="3"/>
                  </a:cubicBezTo>
                  <a:cubicBezTo>
                    <a:pt x="4" y="12"/>
                    <a:pt x="6" y="26"/>
                    <a:pt x="6" y="39"/>
                  </a:cubicBezTo>
                  <a:cubicBezTo>
                    <a:pt x="7" y="52"/>
                    <a:pt x="8" y="66"/>
                    <a:pt x="8" y="77"/>
                  </a:cubicBezTo>
                  <a:cubicBezTo>
                    <a:pt x="9" y="89"/>
                    <a:pt x="8" y="102"/>
                    <a:pt x="12" y="115"/>
                  </a:cubicBezTo>
                  <a:cubicBezTo>
                    <a:pt x="14" y="120"/>
                    <a:pt x="17" y="123"/>
                    <a:pt x="18" y="127"/>
                  </a:cubicBezTo>
                  <a:cubicBezTo>
                    <a:pt x="20" y="130"/>
                    <a:pt x="21" y="133"/>
                    <a:pt x="21" y="138"/>
                  </a:cubicBezTo>
                  <a:cubicBezTo>
                    <a:pt x="21" y="139"/>
                    <a:pt x="21" y="141"/>
                    <a:pt x="21" y="142"/>
                  </a:cubicBezTo>
                  <a:cubicBezTo>
                    <a:pt x="21" y="143"/>
                    <a:pt x="22" y="144"/>
                    <a:pt x="23" y="144"/>
                  </a:cubicBezTo>
                  <a:cubicBezTo>
                    <a:pt x="24" y="145"/>
                    <a:pt x="25" y="144"/>
                    <a:pt x="25" y="143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6463" name="Freeform 208">
              <a:extLst>
                <a:ext uri="{FF2B5EF4-FFF2-40B4-BE49-F238E27FC236}">
                  <a16:creationId xmlns:a16="http://schemas.microsoft.com/office/drawing/2014/main" id="{F2E9223D-FCEC-4BCF-B6D6-6A49FD62AB4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4" y="1539"/>
              <a:ext cx="15" cy="111"/>
            </a:xfrm>
            <a:custGeom>
              <a:avLst/>
              <a:gdLst>
                <a:gd name="T0" fmla="*/ 17 w 13"/>
                <a:gd name="T1" fmla="*/ 143 h 97"/>
                <a:gd name="T2" fmla="*/ 17 w 13"/>
                <a:gd name="T3" fmla="*/ 138 h 97"/>
                <a:gd name="T4" fmla="*/ 10 w 13"/>
                <a:gd name="T5" fmla="*/ 112 h 97"/>
                <a:gd name="T6" fmla="*/ 7 w 13"/>
                <a:gd name="T7" fmla="*/ 87 h 97"/>
                <a:gd name="T8" fmla="*/ 7 w 13"/>
                <a:gd name="T9" fmla="*/ 82 h 97"/>
                <a:gd name="T10" fmla="*/ 14 w 13"/>
                <a:gd name="T11" fmla="*/ 45 h 97"/>
                <a:gd name="T12" fmla="*/ 20 w 13"/>
                <a:gd name="T13" fmla="*/ 13 h 97"/>
                <a:gd name="T14" fmla="*/ 18 w 13"/>
                <a:gd name="T15" fmla="*/ 1 h 97"/>
                <a:gd name="T16" fmla="*/ 14 w 13"/>
                <a:gd name="T17" fmla="*/ 0 h 97"/>
                <a:gd name="T18" fmla="*/ 12 w 13"/>
                <a:gd name="T19" fmla="*/ 3 h 97"/>
                <a:gd name="T20" fmla="*/ 14 w 13"/>
                <a:gd name="T21" fmla="*/ 13 h 97"/>
                <a:gd name="T22" fmla="*/ 8 w 13"/>
                <a:gd name="T23" fmla="*/ 45 h 97"/>
                <a:gd name="T24" fmla="*/ 0 w 13"/>
                <a:gd name="T25" fmla="*/ 81 h 97"/>
                <a:gd name="T26" fmla="*/ 0 w 13"/>
                <a:gd name="T27" fmla="*/ 87 h 97"/>
                <a:gd name="T28" fmla="*/ 7 w 13"/>
                <a:gd name="T29" fmla="*/ 114 h 97"/>
                <a:gd name="T30" fmla="*/ 10 w 13"/>
                <a:gd name="T31" fmla="*/ 138 h 97"/>
                <a:gd name="T32" fmla="*/ 10 w 13"/>
                <a:gd name="T33" fmla="*/ 143 h 97"/>
                <a:gd name="T34" fmla="*/ 14 w 13"/>
                <a:gd name="T35" fmla="*/ 145 h 97"/>
                <a:gd name="T36" fmla="*/ 17 w 13"/>
                <a:gd name="T37" fmla="*/ 143 h 97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3" h="97">
                  <a:moveTo>
                    <a:pt x="11" y="95"/>
                  </a:moveTo>
                  <a:cubicBezTo>
                    <a:pt x="11" y="95"/>
                    <a:pt x="11" y="94"/>
                    <a:pt x="11" y="93"/>
                  </a:cubicBezTo>
                  <a:cubicBezTo>
                    <a:pt x="11" y="87"/>
                    <a:pt x="9" y="81"/>
                    <a:pt x="7" y="75"/>
                  </a:cubicBezTo>
                  <a:cubicBezTo>
                    <a:pt x="6" y="69"/>
                    <a:pt x="4" y="63"/>
                    <a:pt x="4" y="58"/>
                  </a:cubicBezTo>
                  <a:cubicBezTo>
                    <a:pt x="4" y="57"/>
                    <a:pt x="4" y="56"/>
                    <a:pt x="4" y="55"/>
                  </a:cubicBezTo>
                  <a:cubicBezTo>
                    <a:pt x="5" y="47"/>
                    <a:pt x="8" y="39"/>
                    <a:pt x="9" y="30"/>
                  </a:cubicBezTo>
                  <a:cubicBezTo>
                    <a:pt x="10" y="23"/>
                    <a:pt x="13" y="17"/>
                    <a:pt x="13" y="9"/>
                  </a:cubicBezTo>
                  <a:cubicBezTo>
                    <a:pt x="13" y="6"/>
                    <a:pt x="13" y="4"/>
                    <a:pt x="12" y="1"/>
                  </a:cubicBezTo>
                  <a:cubicBezTo>
                    <a:pt x="12" y="0"/>
                    <a:pt x="10" y="0"/>
                    <a:pt x="9" y="0"/>
                  </a:cubicBezTo>
                  <a:cubicBezTo>
                    <a:pt x="8" y="0"/>
                    <a:pt x="8" y="2"/>
                    <a:pt x="8" y="3"/>
                  </a:cubicBezTo>
                  <a:cubicBezTo>
                    <a:pt x="9" y="5"/>
                    <a:pt x="9" y="7"/>
                    <a:pt x="9" y="9"/>
                  </a:cubicBezTo>
                  <a:cubicBezTo>
                    <a:pt x="9" y="15"/>
                    <a:pt x="6" y="22"/>
                    <a:pt x="5" y="30"/>
                  </a:cubicBezTo>
                  <a:cubicBezTo>
                    <a:pt x="5" y="38"/>
                    <a:pt x="2" y="45"/>
                    <a:pt x="0" y="54"/>
                  </a:cubicBezTo>
                  <a:cubicBezTo>
                    <a:pt x="0" y="55"/>
                    <a:pt x="0" y="57"/>
                    <a:pt x="0" y="58"/>
                  </a:cubicBezTo>
                  <a:cubicBezTo>
                    <a:pt x="0" y="64"/>
                    <a:pt x="2" y="70"/>
                    <a:pt x="4" y="76"/>
                  </a:cubicBezTo>
                  <a:cubicBezTo>
                    <a:pt x="5" y="82"/>
                    <a:pt x="7" y="87"/>
                    <a:pt x="7" y="93"/>
                  </a:cubicBezTo>
                  <a:cubicBezTo>
                    <a:pt x="7" y="94"/>
                    <a:pt x="7" y="94"/>
                    <a:pt x="7" y="95"/>
                  </a:cubicBezTo>
                  <a:cubicBezTo>
                    <a:pt x="7" y="96"/>
                    <a:pt x="8" y="97"/>
                    <a:pt x="9" y="97"/>
                  </a:cubicBezTo>
                  <a:cubicBezTo>
                    <a:pt x="10" y="97"/>
                    <a:pt x="11" y="96"/>
                    <a:pt x="11" y="95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6464" name="Freeform 209">
              <a:extLst>
                <a:ext uri="{FF2B5EF4-FFF2-40B4-BE49-F238E27FC236}">
                  <a16:creationId xmlns:a16="http://schemas.microsoft.com/office/drawing/2014/main" id="{785219BE-AC9C-4023-ACAC-280855B4461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8" y="1252"/>
              <a:ext cx="288" cy="94"/>
            </a:xfrm>
            <a:custGeom>
              <a:avLst/>
              <a:gdLst>
                <a:gd name="T0" fmla="*/ 7 w 252"/>
                <a:gd name="T1" fmla="*/ 7 h 83"/>
                <a:gd name="T2" fmla="*/ 95 w 252"/>
                <a:gd name="T3" fmla="*/ 77 h 83"/>
                <a:gd name="T4" fmla="*/ 205 w 252"/>
                <a:gd name="T5" fmla="*/ 108 h 83"/>
                <a:gd name="T6" fmla="*/ 295 w 252"/>
                <a:gd name="T7" fmla="*/ 117 h 83"/>
                <a:gd name="T8" fmla="*/ 376 w 252"/>
                <a:gd name="T9" fmla="*/ 100 h 83"/>
                <a:gd name="T10" fmla="*/ 264 w 252"/>
                <a:gd name="T11" fmla="*/ 118 h 83"/>
                <a:gd name="T12" fmla="*/ 153 w 252"/>
                <a:gd name="T13" fmla="*/ 101 h 83"/>
                <a:gd name="T14" fmla="*/ 17 w 252"/>
                <a:gd name="T15" fmla="*/ 35 h 83"/>
                <a:gd name="T16" fmla="*/ 0 w 252"/>
                <a:gd name="T17" fmla="*/ 0 h 8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52" h="83">
                  <a:moveTo>
                    <a:pt x="4" y="4"/>
                  </a:moveTo>
                  <a:cubicBezTo>
                    <a:pt x="19" y="31"/>
                    <a:pt x="35" y="44"/>
                    <a:pt x="64" y="53"/>
                  </a:cubicBezTo>
                  <a:cubicBezTo>
                    <a:pt x="88" y="61"/>
                    <a:pt x="112" y="70"/>
                    <a:pt x="137" y="74"/>
                  </a:cubicBezTo>
                  <a:cubicBezTo>
                    <a:pt x="157" y="78"/>
                    <a:pt x="177" y="81"/>
                    <a:pt x="198" y="80"/>
                  </a:cubicBezTo>
                  <a:cubicBezTo>
                    <a:pt x="216" y="78"/>
                    <a:pt x="234" y="71"/>
                    <a:pt x="252" y="69"/>
                  </a:cubicBezTo>
                  <a:cubicBezTo>
                    <a:pt x="227" y="73"/>
                    <a:pt x="203" y="80"/>
                    <a:pt x="177" y="81"/>
                  </a:cubicBezTo>
                  <a:cubicBezTo>
                    <a:pt x="153" y="83"/>
                    <a:pt x="124" y="79"/>
                    <a:pt x="102" y="70"/>
                  </a:cubicBezTo>
                  <a:cubicBezTo>
                    <a:pt x="70" y="56"/>
                    <a:pt x="34" y="54"/>
                    <a:pt x="11" y="24"/>
                  </a:cubicBezTo>
                  <a:cubicBezTo>
                    <a:pt x="5" y="16"/>
                    <a:pt x="4" y="8"/>
                    <a:pt x="0" y="0"/>
                  </a:cubicBezTo>
                </a:path>
              </a:pathLst>
            </a:custGeom>
            <a:solidFill>
              <a:srgbClr val="FDD1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6465" name="Freeform 210">
              <a:extLst>
                <a:ext uri="{FF2B5EF4-FFF2-40B4-BE49-F238E27FC236}">
                  <a16:creationId xmlns:a16="http://schemas.microsoft.com/office/drawing/2014/main" id="{568E9DA9-7724-48B8-95C6-5B5EFF56BB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2" y="1253"/>
              <a:ext cx="211" cy="98"/>
            </a:xfrm>
            <a:custGeom>
              <a:avLst/>
              <a:gdLst>
                <a:gd name="T0" fmla="*/ 96 w 184"/>
                <a:gd name="T1" fmla="*/ 2 h 86"/>
                <a:gd name="T2" fmla="*/ 110 w 184"/>
                <a:gd name="T3" fmla="*/ 0 h 86"/>
                <a:gd name="T4" fmla="*/ 163 w 184"/>
                <a:gd name="T5" fmla="*/ 65 h 86"/>
                <a:gd name="T6" fmla="*/ 212 w 184"/>
                <a:gd name="T7" fmla="*/ 97 h 86"/>
                <a:gd name="T8" fmla="*/ 278 w 184"/>
                <a:gd name="T9" fmla="*/ 128 h 86"/>
                <a:gd name="T10" fmla="*/ 150 w 184"/>
                <a:gd name="T11" fmla="*/ 71 h 86"/>
                <a:gd name="T12" fmla="*/ 93 w 184"/>
                <a:gd name="T13" fmla="*/ 31 h 86"/>
                <a:gd name="T14" fmla="*/ 0 w 184"/>
                <a:gd name="T15" fmla="*/ 27 h 86"/>
                <a:gd name="T16" fmla="*/ 17 w 184"/>
                <a:gd name="T17" fmla="*/ 11 h 8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4" h="86">
                  <a:moveTo>
                    <a:pt x="64" y="2"/>
                  </a:moveTo>
                  <a:cubicBezTo>
                    <a:pt x="67" y="0"/>
                    <a:pt x="70" y="0"/>
                    <a:pt x="73" y="0"/>
                  </a:cubicBezTo>
                  <a:cubicBezTo>
                    <a:pt x="76" y="22"/>
                    <a:pt x="91" y="32"/>
                    <a:pt x="108" y="44"/>
                  </a:cubicBezTo>
                  <a:cubicBezTo>
                    <a:pt x="119" y="51"/>
                    <a:pt x="128" y="60"/>
                    <a:pt x="140" y="66"/>
                  </a:cubicBezTo>
                  <a:cubicBezTo>
                    <a:pt x="154" y="74"/>
                    <a:pt x="171" y="77"/>
                    <a:pt x="184" y="86"/>
                  </a:cubicBezTo>
                  <a:cubicBezTo>
                    <a:pt x="154" y="76"/>
                    <a:pt x="127" y="63"/>
                    <a:pt x="99" y="47"/>
                  </a:cubicBezTo>
                  <a:cubicBezTo>
                    <a:pt x="86" y="39"/>
                    <a:pt x="75" y="29"/>
                    <a:pt x="62" y="21"/>
                  </a:cubicBezTo>
                  <a:cubicBezTo>
                    <a:pt x="46" y="11"/>
                    <a:pt x="17" y="12"/>
                    <a:pt x="0" y="18"/>
                  </a:cubicBezTo>
                  <a:cubicBezTo>
                    <a:pt x="1" y="14"/>
                    <a:pt x="7" y="10"/>
                    <a:pt x="11" y="8"/>
                  </a:cubicBezTo>
                </a:path>
              </a:pathLst>
            </a:custGeom>
            <a:solidFill>
              <a:srgbClr val="FCEF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6466" name="Freeform 211">
              <a:extLst>
                <a:ext uri="{FF2B5EF4-FFF2-40B4-BE49-F238E27FC236}">
                  <a16:creationId xmlns:a16="http://schemas.microsoft.com/office/drawing/2014/main" id="{25CB107D-D710-46CA-8EB1-641FF65917C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5" y="1478"/>
              <a:ext cx="46" cy="212"/>
            </a:xfrm>
            <a:custGeom>
              <a:avLst/>
              <a:gdLst>
                <a:gd name="T0" fmla="*/ 2 w 40"/>
                <a:gd name="T1" fmla="*/ 0 h 186"/>
                <a:gd name="T2" fmla="*/ 16 w 40"/>
                <a:gd name="T3" fmla="*/ 108 h 186"/>
                <a:gd name="T4" fmla="*/ 16 w 40"/>
                <a:gd name="T5" fmla="*/ 141 h 186"/>
                <a:gd name="T6" fmla="*/ 30 w 40"/>
                <a:gd name="T7" fmla="*/ 170 h 186"/>
                <a:gd name="T8" fmla="*/ 38 w 40"/>
                <a:gd name="T9" fmla="*/ 226 h 186"/>
                <a:gd name="T10" fmla="*/ 52 w 40"/>
                <a:gd name="T11" fmla="*/ 276 h 186"/>
                <a:gd name="T12" fmla="*/ 61 w 40"/>
                <a:gd name="T13" fmla="*/ 252 h 186"/>
                <a:gd name="T14" fmla="*/ 54 w 40"/>
                <a:gd name="T15" fmla="*/ 233 h 186"/>
                <a:gd name="T16" fmla="*/ 43 w 40"/>
                <a:gd name="T17" fmla="*/ 168 h 186"/>
                <a:gd name="T18" fmla="*/ 32 w 40"/>
                <a:gd name="T19" fmla="*/ 148 h 186"/>
                <a:gd name="T20" fmla="*/ 24 w 40"/>
                <a:gd name="T21" fmla="*/ 104 h 186"/>
                <a:gd name="T22" fmla="*/ 14 w 40"/>
                <a:gd name="T23" fmla="*/ 40 h 186"/>
                <a:gd name="T24" fmla="*/ 1 w 40"/>
                <a:gd name="T25" fmla="*/ 8 h 186"/>
                <a:gd name="T26" fmla="*/ 2 w 40"/>
                <a:gd name="T27" fmla="*/ 0 h 18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40" h="186">
                  <a:moveTo>
                    <a:pt x="2" y="0"/>
                  </a:moveTo>
                  <a:cubicBezTo>
                    <a:pt x="0" y="24"/>
                    <a:pt x="11" y="49"/>
                    <a:pt x="10" y="73"/>
                  </a:cubicBezTo>
                  <a:cubicBezTo>
                    <a:pt x="10" y="81"/>
                    <a:pt x="8" y="89"/>
                    <a:pt x="10" y="96"/>
                  </a:cubicBezTo>
                  <a:cubicBezTo>
                    <a:pt x="11" y="105"/>
                    <a:pt x="16" y="108"/>
                    <a:pt x="20" y="115"/>
                  </a:cubicBezTo>
                  <a:cubicBezTo>
                    <a:pt x="25" y="127"/>
                    <a:pt x="20" y="141"/>
                    <a:pt x="25" y="153"/>
                  </a:cubicBezTo>
                  <a:cubicBezTo>
                    <a:pt x="31" y="166"/>
                    <a:pt x="33" y="172"/>
                    <a:pt x="34" y="186"/>
                  </a:cubicBezTo>
                  <a:cubicBezTo>
                    <a:pt x="36" y="182"/>
                    <a:pt x="39" y="175"/>
                    <a:pt x="40" y="170"/>
                  </a:cubicBezTo>
                  <a:cubicBezTo>
                    <a:pt x="40" y="162"/>
                    <a:pt x="40" y="164"/>
                    <a:pt x="36" y="157"/>
                  </a:cubicBezTo>
                  <a:cubicBezTo>
                    <a:pt x="30" y="144"/>
                    <a:pt x="32" y="127"/>
                    <a:pt x="28" y="113"/>
                  </a:cubicBezTo>
                  <a:cubicBezTo>
                    <a:pt x="26" y="107"/>
                    <a:pt x="24" y="105"/>
                    <a:pt x="21" y="100"/>
                  </a:cubicBezTo>
                  <a:cubicBezTo>
                    <a:pt x="16" y="92"/>
                    <a:pt x="16" y="80"/>
                    <a:pt x="16" y="70"/>
                  </a:cubicBezTo>
                  <a:cubicBezTo>
                    <a:pt x="15" y="55"/>
                    <a:pt x="14" y="40"/>
                    <a:pt x="9" y="27"/>
                  </a:cubicBezTo>
                  <a:cubicBezTo>
                    <a:pt x="7" y="20"/>
                    <a:pt x="6" y="10"/>
                    <a:pt x="1" y="5"/>
                  </a:cubicBezTo>
                  <a:cubicBezTo>
                    <a:pt x="2" y="0"/>
                    <a:pt x="2" y="0"/>
                    <a:pt x="2" y="0"/>
                  </a:cubicBezTo>
                </a:path>
              </a:pathLst>
            </a:custGeom>
            <a:solidFill>
              <a:srgbClr val="FCEF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6467" name="Freeform 212">
              <a:extLst>
                <a:ext uri="{FF2B5EF4-FFF2-40B4-BE49-F238E27FC236}">
                  <a16:creationId xmlns:a16="http://schemas.microsoft.com/office/drawing/2014/main" id="{21B2E6F8-6694-44EB-914E-D495856B55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9" y="1683"/>
              <a:ext cx="502" cy="73"/>
            </a:xfrm>
            <a:custGeom>
              <a:avLst/>
              <a:gdLst>
                <a:gd name="T0" fmla="*/ 0 w 439"/>
                <a:gd name="T1" fmla="*/ 0 h 64"/>
                <a:gd name="T2" fmla="*/ 27 w 439"/>
                <a:gd name="T3" fmla="*/ 25 h 64"/>
                <a:gd name="T4" fmla="*/ 72 w 439"/>
                <a:gd name="T5" fmla="*/ 56 h 64"/>
                <a:gd name="T6" fmla="*/ 175 w 439"/>
                <a:gd name="T7" fmla="*/ 83 h 64"/>
                <a:gd name="T8" fmla="*/ 332 w 439"/>
                <a:gd name="T9" fmla="*/ 54 h 64"/>
                <a:gd name="T10" fmla="*/ 488 w 439"/>
                <a:gd name="T11" fmla="*/ 56 h 64"/>
                <a:gd name="T12" fmla="*/ 656 w 439"/>
                <a:gd name="T13" fmla="*/ 62 h 64"/>
                <a:gd name="T14" fmla="*/ 484 w 439"/>
                <a:gd name="T15" fmla="*/ 67 h 64"/>
                <a:gd name="T16" fmla="*/ 393 w 439"/>
                <a:gd name="T17" fmla="*/ 55 h 64"/>
                <a:gd name="T18" fmla="*/ 253 w 439"/>
                <a:gd name="T19" fmla="*/ 83 h 64"/>
                <a:gd name="T20" fmla="*/ 112 w 439"/>
                <a:gd name="T21" fmla="*/ 84 h 64"/>
                <a:gd name="T22" fmla="*/ 7 w 439"/>
                <a:gd name="T23" fmla="*/ 3 h 64"/>
                <a:gd name="T24" fmla="*/ 0 w 439"/>
                <a:gd name="T25" fmla="*/ 0 h 6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39" h="64">
                  <a:moveTo>
                    <a:pt x="0" y="0"/>
                  </a:moveTo>
                  <a:cubicBezTo>
                    <a:pt x="7" y="3"/>
                    <a:pt x="12" y="12"/>
                    <a:pt x="18" y="17"/>
                  </a:cubicBezTo>
                  <a:cubicBezTo>
                    <a:pt x="27" y="25"/>
                    <a:pt x="38" y="32"/>
                    <a:pt x="48" y="38"/>
                  </a:cubicBezTo>
                  <a:cubicBezTo>
                    <a:pt x="68" y="48"/>
                    <a:pt x="94" y="55"/>
                    <a:pt x="117" y="56"/>
                  </a:cubicBezTo>
                  <a:cubicBezTo>
                    <a:pt x="152" y="58"/>
                    <a:pt x="189" y="46"/>
                    <a:pt x="222" y="36"/>
                  </a:cubicBezTo>
                  <a:cubicBezTo>
                    <a:pt x="260" y="25"/>
                    <a:pt x="288" y="35"/>
                    <a:pt x="326" y="38"/>
                  </a:cubicBezTo>
                  <a:cubicBezTo>
                    <a:pt x="364" y="42"/>
                    <a:pt x="402" y="47"/>
                    <a:pt x="439" y="41"/>
                  </a:cubicBezTo>
                  <a:cubicBezTo>
                    <a:pt x="404" y="62"/>
                    <a:pt x="364" y="54"/>
                    <a:pt x="324" y="46"/>
                  </a:cubicBezTo>
                  <a:cubicBezTo>
                    <a:pt x="303" y="42"/>
                    <a:pt x="282" y="37"/>
                    <a:pt x="263" y="37"/>
                  </a:cubicBezTo>
                  <a:cubicBezTo>
                    <a:pt x="232" y="37"/>
                    <a:pt x="200" y="52"/>
                    <a:pt x="169" y="56"/>
                  </a:cubicBezTo>
                  <a:cubicBezTo>
                    <a:pt x="139" y="60"/>
                    <a:pt x="105" y="64"/>
                    <a:pt x="75" y="57"/>
                  </a:cubicBezTo>
                  <a:cubicBezTo>
                    <a:pt x="52" y="51"/>
                    <a:pt x="10" y="29"/>
                    <a:pt x="4" y="3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FDD1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6468" name="Freeform 213">
              <a:extLst>
                <a:ext uri="{FF2B5EF4-FFF2-40B4-BE49-F238E27FC236}">
                  <a16:creationId xmlns:a16="http://schemas.microsoft.com/office/drawing/2014/main" id="{B2028CE1-CF17-4FFA-A79D-578A630729C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2" y="1520"/>
              <a:ext cx="1" cy="3"/>
            </a:xfrm>
            <a:custGeom>
              <a:avLst/>
              <a:gdLst>
                <a:gd name="T0" fmla="*/ 0 w 1"/>
                <a:gd name="T1" fmla="*/ 0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0 w 1"/>
                <a:gd name="T9" fmla="*/ 0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3">
                  <a:moveTo>
                    <a:pt x="0" y="0"/>
                  </a:move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2"/>
                    <a:pt x="0" y="1"/>
                    <a:pt x="0" y="0"/>
                  </a:cubicBezTo>
                </a:path>
              </a:pathLst>
            </a:custGeom>
            <a:solidFill>
              <a:srgbClr val="FCED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6469" name="Freeform 214">
              <a:extLst>
                <a:ext uri="{FF2B5EF4-FFF2-40B4-BE49-F238E27FC236}">
                  <a16:creationId xmlns:a16="http://schemas.microsoft.com/office/drawing/2014/main" id="{CEF809CD-61A5-47AB-943B-0BECFCEED5C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2" y="1513"/>
              <a:ext cx="7" cy="13"/>
            </a:xfrm>
            <a:custGeom>
              <a:avLst/>
              <a:gdLst>
                <a:gd name="T0" fmla="*/ 0 w 6"/>
                <a:gd name="T1" fmla="*/ 0 h 11"/>
                <a:gd name="T2" fmla="*/ 0 w 6"/>
                <a:gd name="T3" fmla="*/ 9 h 11"/>
                <a:gd name="T4" fmla="*/ 0 w 6"/>
                <a:gd name="T5" fmla="*/ 15 h 11"/>
                <a:gd name="T6" fmla="*/ 9 w 6"/>
                <a:gd name="T7" fmla="*/ 18 h 11"/>
                <a:gd name="T8" fmla="*/ 0 w 6"/>
                <a:gd name="T9" fmla="*/ 0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11">
                  <a:moveTo>
                    <a:pt x="0" y="0"/>
                  </a:moveTo>
                  <a:cubicBezTo>
                    <a:pt x="0" y="6"/>
                    <a:pt x="0" y="6"/>
                    <a:pt x="0" y="6"/>
                  </a:cubicBezTo>
                  <a:cubicBezTo>
                    <a:pt x="0" y="7"/>
                    <a:pt x="0" y="8"/>
                    <a:pt x="0" y="9"/>
                  </a:cubicBezTo>
                  <a:cubicBezTo>
                    <a:pt x="2" y="9"/>
                    <a:pt x="4" y="10"/>
                    <a:pt x="6" y="11"/>
                  </a:cubicBezTo>
                  <a:cubicBezTo>
                    <a:pt x="4" y="6"/>
                    <a:pt x="2" y="3"/>
                    <a:pt x="0" y="0"/>
                  </a:cubicBezTo>
                </a:path>
              </a:pathLst>
            </a:custGeom>
            <a:solidFill>
              <a:srgbClr val="FCEF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6470" name="Freeform 215">
              <a:extLst>
                <a:ext uri="{FF2B5EF4-FFF2-40B4-BE49-F238E27FC236}">
                  <a16:creationId xmlns:a16="http://schemas.microsoft.com/office/drawing/2014/main" id="{51CB13E2-B778-4C9C-AB70-355A2CB8600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0" y="1526"/>
              <a:ext cx="267" cy="211"/>
            </a:xfrm>
            <a:custGeom>
              <a:avLst/>
              <a:gdLst>
                <a:gd name="T0" fmla="*/ 0 w 234"/>
                <a:gd name="T1" fmla="*/ 0 h 185"/>
                <a:gd name="T2" fmla="*/ 1 w 234"/>
                <a:gd name="T3" fmla="*/ 9 h 185"/>
                <a:gd name="T4" fmla="*/ 17 w 234"/>
                <a:gd name="T5" fmla="*/ 94 h 185"/>
                <a:gd name="T6" fmla="*/ 22 w 234"/>
                <a:gd name="T7" fmla="*/ 105 h 185"/>
                <a:gd name="T8" fmla="*/ 24 w 234"/>
                <a:gd name="T9" fmla="*/ 116 h 185"/>
                <a:gd name="T10" fmla="*/ 73 w 234"/>
                <a:gd name="T11" fmla="*/ 220 h 185"/>
                <a:gd name="T12" fmla="*/ 209 w 234"/>
                <a:gd name="T13" fmla="*/ 274 h 185"/>
                <a:gd name="T14" fmla="*/ 229 w 234"/>
                <a:gd name="T15" fmla="*/ 275 h 185"/>
                <a:gd name="T16" fmla="*/ 348 w 234"/>
                <a:gd name="T17" fmla="*/ 204 h 185"/>
                <a:gd name="T18" fmla="*/ 126 w 234"/>
                <a:gd name="T19" fmla="*/ 155 h 185"/>
                <a:gd name="T20" fmla="*/ 52 w 234"/>
                <a:gd name="T21" fmla="*/ 65 h 185"/>
                <a:gd name="T22" fmla="*/ 0 w 234"/>
                <a:gd name="T23" fmla="*/ 0 h 18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34" h="185">
                  <a:moveTo>
                    <a:pt x="0" y="0"/>
                  </a:moveTo>
                  <a:cubicBezTo>
                    <a:pt x="1" y="2"/>
                    <a:pt x="1" y="4"/>
                    <a:pt x="1" y="6"/>
                  </a:cubicBezTo>
                  <a:cubicBezTo>
                    <a:pt x="6" y="23"/>
                    <a:pt x="7" y="47"/>
                    <a:pt x="11" y="63"/>
                  </a:cubicBezTo>
                  <a:cubicBezTo>
                    <a:pt x="13" y="65"/>
                    <a:pt x="14" y="67"/>
                    <a:pt x="15" y="71"/>
                  </a:cubicBezTo>
                  <a:cubicBezTo>
                    <a:pt x="16" y="73"/>
                    <a:pt x="16" y="76"/>
                    <a:pt x="16" y="78"/>
                  </a:cubicBezTo>
                  <a:cubicBezTo>
                    <a:pt x="25" y="103"/>
                    <a:pt x="26" y="130"/>
                    <a:pt x="49" y="148"/>
                  </a:cubicBezTo>
                  <a:cubicBezTo>
                    <a:pt x="76" y="170"/>
                    <a:pt x="105" y="179"/>
                    <a:pt x="140" y="184"/>
                  </a:cubicBezTo>
                  <a:cubicBezTo>
                    <a:pt x="144" y="184"/>
                    <a:pt x="149" y="185"/>
                    <a:pt x="154" y="185"/>
                  </a:cubicBezTo>
                  <a:cubicBezTo>
                    <a:pt x="186" y="185"/>
                    <a:pt x="234" y="173"/>
                    <a:pt x="234" y="138"/>
                  </a:cubicBezTo>
                  <a:cubicBezTo>
                    <a:pt x="188" y="121"/>
                    <a:pt x="127" y="138"/>
                    <a:pt x="84" y="104"/>
                  </a:cubicBezTo>
                  <a:cubicBezTo>
                    <a:pt x="65" y="88"/>
                    <a:pt x="48" y="65"/>
                    <a:pt x="35" y="44"/>
                  </a:cubicBezTo>
                  <a:cubicBezTo>
                    <a:pt x="28" y="33"/>
                    <a:pt x="14" y="8"/>
                    <a:pt x="0" y="0"/>
                  </a:cubicBezTo>
                </a:path>
              </a:pathLst>
            </a:custGeom>
            <a:solidFill>
              <a:srgbClr val="FCED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6471" name="Freeform 216">
              <a:extLst>
                <a:ext uri="{FF2B5EF4-FFF2-40B4-BE49-F238E27FC236}">
                  <a16:creationId xmlns:a16="http://schemas.microsoft.com/office/drawing/2014/main" id="{86E4BA3D-EB80-497B-8D46-119E53081B6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389" y="1526"/>
              <a:ext cx="19" cy="89"/>
            </a:xfrm>
            <a:custGeom>
              <a:avLst/>
              <a:gdLst>
                <a:gd name="T0" fmla="*/ 17 w 17"/>
                <a:gd name="T1" fmla="*/ 94 h 78"/>
                <a:gd name="T2" fmla="*/ 20 w 17"/>
                <a:gd name="T3" fmla="*/ 104 h 78"/>
                <a:gd name="T4" fmla="*/ 23 w 17"/>
                <a:gd name="T5" fmla="*/ 116 h 78"/>
                <a:gd name="T6" fmla="*/ 22 w 17"/>
                <a:gd name="T7" fmla="*/ 105 h 78"/>
                <a:gd name="T8" fmla="*/ 17 w 17"/>
                <a:gd name="T9" fmla="*/ 94 h 78"/>
                <a:gd name="T10" fmla="*/ 0 w 17"/>
                <a:gd name="T11" fmla="*/ 0 h 78"/>
                <a:gd name="T12" fmla="*/ 2 w 17"/>
                <a:gd name="T13" fmla="*/ 9 h 78"/>
                <a:gd name="T14" fmla="*/ 1 w 17"/>
                <a:gd name="T15" fmla="*/ 0 h 78"/>
                <a:gd name="T16" fmla="*/ 0 w 17"/>
                <a:gd name="T17" fmla="*/ 0 h 7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7" h="78">
                  <a:moveTo>
                    <a:pt x="12" y="63"/>
                  </a:moveTo>
                  <a:cubicBezTo>
                    <a:pt x="13" y="66"/>
                    <a:pt x="14" y="68"/>
                    <a:pt x="14" y="70"/>
                  </a:cubicBezTo>
                  <a:cubicBezTo>
                    <a:pt x="16" y="72"/>
                    <a:pt x="16" y="75"/>
                    <a:pt x="17" y="78"/>
                  </a:cubicBezTo>
                  <a:cubicBezTo>
                    <a:pt x="17" y="76"/>
                    <a:pt x="17" y="73"/>
                    <a:pt x="16" y="71"/>
                  </a:cubicBezTo>
                  <a:cubicBezTo>
                    <a:pt x="15" y="67"/>
                    <a:pt x="14" y="65"/>
                    <a:pt x="12" y="63"/>
                  </a:cubicBezTo>
                  <a:moveTo>
                    <a:pt x="0" y="0"/>
                  </a:moveTo>
                  <a:cubicBezTo>
                    <a:pt x="1" y="1"/>
                    <a:pt x="2" y="3"/>
                    <a:pt x="2" y="6"/>
                  </a:cubicBezTo>
                  <a:cubicBezTo>
                    <a:pt x="2" y="4"/>
                    <a:pt x="2" y="2"/>
                    <a:pt x="1" y="0"/>
                  </a:cubicBezTo>
                  <a:cubicBezTo>
                    <a:pt x="1" y="0"/>
                    <a:pt x="1" y="0"/>
                    <a:pt x="0" y="0"/>
                  </a:cubicBezTo>
                </a:path>
              </a:pathLst>
            </a:custGeom>
            <a:solidFill>
              <a:srgbClr val="FCEF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6472" name="Freeform 217">
              <a:extLst>
                <a:ext uri="{FF2B5EF4-FFF2-40B4-BE49-F238E27FC236}">
                  <a16:creationId xmlns:a16="http://schemas.microsoft.com/office/drawing/2014/main" id="{19859FE0-463F-470A-9D4D-1F62A19F7A1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8" y="1672"/>
              <a:ext cx="156" cy="49"/>
            </a:xfrm>
            <a:custGeom>
              <a:avLst/>
              <a:gdLst>
                <a:gd name="T0" fmla="*/ 112 w 136"/>
                <a:gd name="T1" fmla="*/ 0 h 43"/>
                <a:gd name="T2" fmla="*/ 38 w 136"/>
                <a:gd name="T3" fmla="*/ 2 h 43"/>
                <a:gd name="T4" fmla="*/ 0 w 136"/>
                <a:gd name="T5" fmla="*/ 19 h 43"/>
                <a:gd name="T6" fmla="*/ 155 w 136"/>
                <a:gd name="T7" fmla="*/ 64 h 43"/>
                <a:gd name="T8" fmla="*/ 203 w 136"/>
                <a:gd name="T9" fmla="*/ 35 h 43"/>
                <a:gd name="T10" fmla="*/ 112 w 136"/>
                <a:gd name="T11" fmla="*/ 0 h 4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6" h="43">
                  <a:moveTo>
                    <a:pt x="74" y="0"/>
                  </a:moveTo>
                  <a:cubicBezTo>
                    <a:pt x="54" y="0"/>
                    <a:pt x="33" y="2"/>
                    <a:pt x="25" y="2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11" y="25"/>
                    <a:pt x="67" y="43"/>
                    <a:pt x="103" y="43"/>
                  </a:cubicBezTo>
                  <a:cubicBezTo>
                    <a:pt x="122" y="43"/>
                    <a:pt x="136" y="38"/>
                    <a:pt x="134" y="24"/>
                  </a:cubicBezTo>
                  <a:cubicBezTo>
                    <a:pt x="132" y="4"/>
                    <a:pt x="103" y="0"/>
                    <a:pt x="74" y="0"/>
                  </a:cubicBezTo>
                </a:path>
              </a:pathLst>
            </a:custGeom>
            <a:solidFill>
              <a:srgbClr val="FCED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6473" name="Freeform 218">
              <a:extLst>
                <a:ext uri="{FF2B5EF4-FFF2-40B4-BE49-F238E27FC236}">
                  <a16:creationId xmlns:a16="http://schemas.microsoft.com/office/drawing/2014/main" id="{F3C0906E-7572-4C96-AB01-0107FBC3A5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2" y="2388"/>
              <a:ext cx="71" cy="81"/>
            </a:xfrm>
            <a:custGeom>
              <a:avLst/>
              <a:gdLst>
                <a:gd name="T0" fmla="*/ 0 w 62"/>
                <a:gd name="T1" fmla="*/ 0 h 71"/>
                <a:gd name="T2" fmla="*/ 25 w 62"/>
                <a:gd name="T3" fmla="*/ 13 h 71"/>
                <a:gd name="T4" fmla="*/ 54 w 62"/>
                <a:gd name="T5" fmla="*/ 18 h 71"/>
                <a:gd name="T6" fmla="*/ 80 w 62"/>
                <a:gd name="T7" fmla="*/ 34 h 71"/>
                <a:gd name="T8" fmla="*/ 93 w 62"/>
                <a:gd name="T9" fmla="*/ 105 h 71"/>
                <a:gd name="T10" fmla="*/ 64 w 62"/>
                <a:gd name="T11" fmla="*/ 96 h 71"/>
                <a:gd name="T12" fmla="*/ 61 w 62"/>
                <a:gd name="T13" fmla="*/ 56 h 71"/>
                <a:gd name="T14" fmla="*/ 53 w 62"/>
                <a:gd name="T15" fmla="*/ 29 h 71"/>
                <a:gd name="T16" fmla="*/ 30 w 62"/>
                <a:gd name="T17" fmla="*/ 27 h 71"/>
                <a:gd name="T18" fmla="*/ 1 w 62"/>
                <a:gd name="T19" fmla="*/ 3 h 7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2" h="71">
                  <a:moveTo>
                    <a:pt x="0" y="0"/>
                  </a:moveTo>
                  <a:cubicBezTo>
                    <a:pt x="6" y="0"/>
                    <a:pt x="12" y="7"/>
                    <a:pt x="17" y="9"/>
                  </a:cubicBezTo>
                  <a:cubicBezTo>
                    <a:pt x="23" y="10"/>
                    <a:pt x="30" y="10"/>
                    <a:pt x="36" y="12"/>
                  </a:cubicBezTo>
                  <a:cubicBezTo>
                    <a:pt x="43" y="14"/>
                    <a:pt x="46" y="20"/>
                    <a:pt x="53" y="23"/>
                  </a:cubicBezTo>
                  <a:cubicBezTo>
                    <a:pt x="50" y="41"/>
                    <a:pt x="47" y="57"/>
                    <a:pt x="62" y="71"/>
                  </a:cubicBezTo>
                  <a:cubicBezTo>
                    <a:pt x="55" y="71"/>
                    <a:pt x="47" y="71"/>
                    <a:pt x="43" y="65"/>
                  </a:cubicBezTo>
                  <a:cubicBezTo>
                    <a:pt x="39" y="58"/>
                    <a:pt x="40" y="45"/>
                    <a:pt x="40" y="38"/>
                  </a:cubicBezTo>
                  <a:cubicBezTo>
                    <a:pt x="41" y="28"/>
                    <a:pt x="45" y="21"/>
                    <a:pt x="35" y="19"/>
                  </a:cubicBezTo>
                  <a:cubicBezTo>
                    <a:pt x="29" y="19"/>
                    <a:pt x="25" y="20"/>
                    <a:pt x="20" y="18"/>
                  </a:cubicBezTo>
                  <a:cubicBezTo>
                    <a:pt x="13" y="14"/>
                    <a:pt x="7" y="8"/>
                    <a:pt x="1" y="3"/>
                  </a:cubicBezTo>
                </a:path>
              </a:pathLst>
            </a:custGeom>
            <a:solidFill>
              <a:srgbClr val="E87A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6474" name="Freeform 219">
              <a:extLst>
                <a:ext uri="{FF2B5EF4-FFF2-40B4-BE49-F238E27FC236}">
                  <a16:creationId xmlns:a16="http://schemas.microsoft.com/office/drawing/2014/main" id="{E5954616-5E11-4F5A-9A55-1D6DFA87A94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6" y="2139"/>
              <a:ext cx="78" cy="321"/>
            </a:xfrm>
            <a:custGeom>
              <a:avLst/>
              <a:gdLst>
                <a:gd name="T0" fmla="*/ 2 w 68"/>
                <a:gd name="T1" fmla="*/ 0 h 281"/>
                <a:gd name="T2" fmla="*/ 26 w 68"/>
                <a:gd name="T3" fmla="*/ 9 h 281"/>
                <a:gd name="T4" fmla="*/ 37 w 68"/>
                <a:gd name="T5" fmla="*/ 25 h 281"/>
                <a:gd name="T6" fmla="*/ 61 w 68"/>
                <a:gd name="T7" fmla="*/ 107 h 281"/>
                <a:gd name="T8" fmla="*/ 86 w 68"/>
                <a:gd name="T9" fmla="*/ 255 h 281"/>
                <a:gd name="T10" fmla="*/ 101 w 68"/>
                <a:gd name="T11" fmla="*/ 369 h 281"/>
                <a:gd name="T12" fmla="*/ 84 w 68"/>
                <a:gd name="T13" fmla="*/ 398 h 281"/>
                <a:gd name="T14" fmla="*/ 39 w 68"/>
                <a:gd name="T15" fmla="*/ 419 h 281"/>
                <a:gd name="T16" fmla="*/ 72 w 68"/>
                <a:gd name="T17" fmla="*/ 312 h 281"/>
                <a:gd name="T18" fmla="*/ 53 w 68"/>
                <a:gd name="T19" fmla="*/ 231 h 281"/>
                <a:gd name="T20" fmla="*/ 47 w 68"/>
                <a:gd name="T21" fmla="*/ 153 h 281"/>
                <a:gd name="T22" fmla="*/ 24 w 68"/>
                <a:gd name="T23" fmla="*/ 53 h 281"/>
                <a:gd name="T24" fmla="*/ 0 w 68"/>
                <a:gd name="T25" fmla="*/ 0 h 28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8" h="281">
                  <a:moveTo>
                    <a:pt x="2" y="0"/>
                  </a:moveTo>
                  <a:cubicBezTo>
                    <a:pt x="6" y="4"/>
                    <a:pt x="12" y="3"/>
                    <a:pt x="17" y="6"/>
                  </a:cubicBezTo>
                  <a:cubicBezTo>
                    <a:pt x="22" y="9"/>
                    <a:pt x="21" y="11"/>
                    <a:pt x="24" y="17"/>
                  </a:cubicBezTo>
                  <a:cubicBezTo>
                    <a:pt x="31" y="34"/>
                    <a:pt x="35" y="54"/>
                    <a:pt x="40" y="72"/>
                  </a:cubicBezTo>
                  <a:cubicBezTo>
                    <a:pt x="48" y="105"/>
                    <a:pt x="51" y="138"/>
                    <a:pt x="57" y="171"/>
                  </a:cubicBezTo>
                  <a:cubicBezTo>
                    <a:pt x="61" y="195"/>
                    <a:pt x="68" y="223"/>
                    <a:pt x="67" y="248"/>
                  </a:cubicBezTo>
                  <a:cubicBezTo>
                    <a:pt x="67" y="259"/>
                    <a:pt x="65" y="263"/>
                    <a:pt x="56" y="267"/>
                  </a:cubicBezTo>
                  <a:cubicBezTo>
                    <a:pt x="48" y="271"/>
                    <a:pt x="33" y="281"/>
                    <a:pt x="26" y="281"/>
                  </a:cubicBezTo>
                  <a:cubicBezTo>
                    <a:pt x="39" y="259"/>
                    <a:pt x="51" y="237"/>
                    <a:pt x="48" y="209"/>
                  </a:cubicBezTo>
                  <a:cubicBezTo>
                    <a:pt x="46" y="191"/>
                    <a:pt x="38" y="173"/>
                    <a:pt x="35" y="155"/>
                  </a:cubicBezTo>
                  <a:cubicBezTo>
                    <a:pt x="32" y="137"/>
                    <a:pt x="32" y="120"/>
                    <a:pt x="31" y="102"/>
                  </a:cubicBezTo>
                  <a:cubicBezTo>
                    <a:pt x="30" y="78"/>
                    <a:pt x="23" y="58"/>
                    <a:pt x="16" y="35"/>
                  </a:cubicBezTo>
                  <a:cubicBezTo>
                    <a:pt x="12" y="24"/>
                    <a:pt x="10" y="7"/>
                    <a:pt x="0" y="0"/>
                  </a:cubicBezTo>
                </a:path>
              </a:pathLst>
            </a:custGeom>
            <a:solidFill>
              <a:srgbClr val="E87A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6475" name="Freeform 220">
              <a:extLst>
                <a:ext uri="{FF2B5EF4-FFF2-40B4-BE49-F238E27FC236}">
                  <a16:creationId xmlns:a16="http://schemas.microsoft.com/office/drawing/2014/main" id="{0B8BB370-4C51-43B7-943A-49D2E1920D1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4" y="2475"/>
              <a:ext cx="213" cy="99"/>
            </a:xfrm>
            <a:custGeom>
              <a:avLst/>
              <a:gdLst>
                <a:gd name="T0" fmla="*/ 270 w 186"/>
                <a:gd name="T1" fmla="*/ 15 h 87"/>
                <a:gd name="T2" fmla="*/ 210 w 186"/>
                <a:gd name="T3" fmla="*/ 28 h 87"/>
                <a:gd name="T4" fmla="*/ 136 w 186"/>
                <a:gd name="T5" fmla="*/ 22 h 87"/>
                <a:gd name="T6" fmla="*/ 60 w 186"/>
                <a:gd name="T7" fmla="*/ 11 h 87"/>
                <a:gd name="T8" fmla="*/ 0 w 186"/>
                <a:gd name="T9" fmla="*/ 0 h 87"/>
                <a:gd name="T10" fmla="*/ 194 w 186"/>
                <a:gd name="T11" fmla="*/ 64 h 87"/>
                <a:gd name="T12" fmla="*/ 268 w 186"/>
                <a:gd name="T13" fmla="*/ 129 h 87"/>
                <a:gd name="T14" fmla="*/ 278 w 186"/>
                <a:gd name="T15" fmla="*/ 63 h 8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86" h="87">
                  <a:moveTo>
                    <a:pt x="180" y="10"/>
                  </a:moveTo>
                  <a:cubicBezTo>
                    <a:pt x="172" y="19"/>
                    <a:pt x="151" y="18"/>
                    <a:pt x="140" y="19"/>
                  </a:cubicBezTo>
                  <a:cubicBezTo>
                    <a:pt x="123" y="20"/>
                    <a:pt x="108" y="19"/>
                    <a:pt x="91" y="15"/>
                  </a:cubicBezTo>
                  <a:cubicBezTo>
                    <a:pt x="73" y="12"/>
                    <a:pt x="56" y="13"/>
                    <a:pt x="39" y="8"/>
                  </a:cubicBezTo>
                  <a:cubicBezTo>
                    <a:pt x="26" y="5"/>
                    <a:pt x="13" y="2"/>
                    <a:pt x="0" y="0"/>
                  </a:cubicBezTo>
                  <a:cubicBezTo>
                    <a:pt x="35" y="31"/>
                    <a:pt x="85" y="34"/>
                    <a:pt x="129" y="43"/>
                  </a:cubicBezTo>
                  <a:cubicBezTo>
                    <a:pt x="157" y="49"/>
                    <a:pt x="156" y="73"/>
                    <a:pt x="178" y="87"/>
                  </a:cubicBezTo>
                  <a:cubicBezTo>
                    <a:pt x="182" y="73"/>
                    <a:pt x="186" y="57"/>
                    <a:pt x="185" y="42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6476" name="Freeform 221">
              <a:extLst>
                <a:ext uri="{FF2B5EF4-FFF2-40B4-BE49-F238E27FC236}">
                  <a16:creationId xmlns:a16="http://schemas.microsoft.com/office/drawing/2014/main" id="{CA7F497F-4FCB-4C03-92CF-B852D5FB19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0" y="2476"/>
              <a:ext cx="161" cy="87"/>
            </a:xfrm>
            <a:custGeom>
              <a:avLst/>
              <a:gdLst>
                <a:gd name="T0" fmla="*/ 3 w 141"/>
                <a:gd name="T1" fmla="*/ 19 h 76"/>
                <a:gd name="T2" fmla="*/ 51 w 141"/>
                <a:gd name="T3" fmla="*/ 19 h 76"/>
                <a:gd name="T4" fmla="*/ 110 w 141"/>
                <a:gd name="T5" fmla="*/ 22 h 76"/>
                <a:gd name="T6" fmla="*/ 210 w 141"/>
                <a:gd name="T7" fmla="*/ 10 h 76"/>
                <a:gd name="T8" fmla="*/ 73 w 141"/>
                <a:gd name="T9" fmla="*/ 40 h 76"/>
                <a:gd name="T10" fmla="*/ 10 w 141"/>
                <a:gd name="T11" fmla="*/ 114 h 76"/>
                <a:gd name="T12" fmla="*/ 0 w 141"/>
                <a:gd name="T13" fmla="*/ 73 h 7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1" h="76">
                  <a:moveTo>
                    <a:pt x="3" y="13"/>
                  </a:moveTo>
                  <a:cubicBezTo>
                    <a:pt x="12" y="9"/>
                    <a:pt x="24" y="12"/>
                    <a:pt x="34" y="13"/>
                  </a:cubicBezTo>
                  <a:cubicBezTo>
                    <a:pt x="47" y="14"/>
                    <a:pt x="61" y="16"/>
                    <a:pt x="74" y="15"/>
                  </a:cubicBezTo>
                  <a:cubicBezTo>
                    <a:pt x="95" y="15"/>
                    <a:pt x="120" y="0"/>
                    <a:pt x="141" y="7"/>
                  </a:cubicBezTo>
                  <a:cubicBezTo>
                    <a:pt x="111" y="18"/>
                    <a:pt x="80" y="21"/>
                    <a:pt x="49" y="27"/>
                  </a:cubicBezTo>
                  <a:cubicBezTo>
                    <a:pt x="26" y="31"/>
                    <a:pt x="14" y="56"/>
                    <a:pt x="7" y="76"/>
                  </a:cubicBezTo>
                  <a:cubicBezTo>
                    <a:pt x="4" y="68"/>
                    <a:pt x="4" y="56"/>
                    <a:pt x="0" y="49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</p:grpSp>
      <p:grpSp>
        <p:nvGrpSpPr>
          <p:cNvPr id="56323" name="bilateral-lower-limb-edema-illustration">
            <a:extLst>
              <a:ext uri="{FF2B5EF4-FFF2-40B4-BE49-F238E27FC236}">
                <a16:creationId xmlns:a16="http://schemas.microsoft.com/office/drawing/2014/main" id="{78132024-E6C2-4DFE-8E11-197491A23CE6}"/>
              </a:ext>
            </a:extLst>
          </p:cNvPr>
          <p:cNvGrpSpPr>
            <a:grpSpLocks/>
          </p:cNvGrpSpPr>
          <p:nvPr/>
        </p:nvGrpSpPr>
        <p:grpSpPr bwMode="auto">
          <a:xfrm>
            <a:off x="6629400" y="2401888"/>
            <a:ext cx="2455863" cy="3351212"/>
            <a:chOff x="3119" y="1536"/>
            <a:chExt cx="1547" cy="2111"/>
          </a:xfrm>
        </p:grpSpPr>
        <p:sp>
          <p:nvSpPr>
            <p:cNvPr id="56324" name="Rectangle 223">
              <a:extLst>
                <a:ext uri="{FF2B5EF4-FFF2-40B4-BE49-F238E27FC236}">
                  <a16:creationId xmlns:a16="http://schemas.microsoft.com/office/drawing/2014/main" id="{A5962CC0-02CA-40EC-9186-EED4709173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21" y="1540"/>
              <a:ext cx="1543" cy="2104"/>
            </a:xfrm>
            <a:prstGeom prst="rect">
              <a:avLst/>
            </a:prstGeom>
            <a:solidFill>
              <a:srgbClr val="7DAD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325" name="Rectangle 224">
              <a:extLst>
                <a:ext uri="{FF2B5EF4-FFF2-40B4-BE49-F238E27FC236}">
                  <a16:creationId xmlns:a16="http://schemas.microsoft.com/office/drawing/2014/main" id="{3E0D2943-723D-4C2D-81FA-1228DB80B2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21" y="1540"/>
              <a:ext cx="1543" cy="210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326" name="Freeform 225">
              <a:extLst>
                <a:ext uri="{FF2B5EF4-FFF2-40B4-BE49-F238E27FC236}">
                  <a16:creationId xmlns:a16="http://schemas.microsoft.com/office/drawing/2014/main" id="{16C3E942-D691-43F8-85A1-0E3A629BD2F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8" y="1824"/>
              <a:ext cx="155" cy="299"/>
            </a:xfrm>
            <a:custGeom>
              <a:avLst/>
              <a:gdLst>
                <a:gd name="T0" fmla="*/ 201 w 129"/>
                <a:gd name="T1" fmla="*/ 94 h 249"/>
                <a:gd name="T2" fmla="*/ 205 w 129"/>
                <a:gd name="T3" fmla="*/ 137 h 249"/>
                <a:gd name="T4" fmla="*/ 208 w 129"/>
                <a:gd name="T5" fmla="*/ 193 h 249"/>
                <a:gd name="T6" fmla="*/ 216 w 129"/>
                <a:gd name="T7" fmla="*/ 281 h 249"/>
                <a:gd name="T8" fmla="*/ 201 w 129"/>
                <a:gd name="T9" fmla="*/ 343 h 249"/>
                <a:gd name="T10" fmla="*/ 180 w 129"/>
                <a:gd name="T11" fmla="*/ 336 h 249"/>
                <a:gd name="T12" fmla="*/ 151 w 129"/>
                <a:gd name="T13" fmla="*/ 299 h 249"/>
                <a:gd name="T14" fmla="*/ 148 w 129"/>
                <a:gd name="T15" fmla="*/ 239 h 249"/>
                <a:gd name="T16" fmla="*/ 138 w 129"/>
                <a:gd name="T17" fmla="*/ 201 h 249"/>
                <a:gd name="T18" fmla="*/ 127 w 129"/>
                <a:gd name="T19" fmla="*/ 216 h 249"/>
                <a:gd name="T20" fmla="*/ 112 w 129"/>
                <a:gd name="T21" fmla="*/ 241 h 249"/>
                <a:gd name="T22" fmla="*/ 109 w 129"/>
                <a:gd name="T23" fmla="*/ 261 h 249"/>
                <a:gd name="T24" fmla="*/ 114 w 129"/>
                <a:gd name="T25" fmla="*/ 307 h 249"/>
                <a:gd name="T26" fmla="*/ 141 w 129"/>
                <a:gd name="T27" fmla="*/ 322 h 249"/>
                <a:gd name="T28" fmla="*/ 144 w 129"/>
                <a:gd name="T29" fmla="*/ 345 h 249"/>
                <a:gd name="T30" fmla="*/ 172 w 129"/>
                <a:gd name="T31" fmla="*/ 352 h 249"/>
                <a:gd name="T32" fmla="*/ 173 w 129"/>
                <a:gd name="T33" fmla="*/ 373 h 249"/>
                <a:gd name="T34" fmla="*/ 196 w 129"/>
                <a:gd name="T35" fmla="*/ 412 h 249"/>
                <a:gd name="T36" fmla="*/ 181 w 129"/>
                <a:gd name="T37" fmla="*/ 417 h 249"/>
                <a:gd name="T38" fmla="*/ 153 w 129"/>
                <a:gd name="T39" fmla="*/ 419 h 249"/>
                <a:gd name="T40" fmla="*/ 107 w 129"/>
                <a:gd name="T41" fmla="*/ 389 h 249"/>
                <a:gd name="T42" fmla="*/ 64 w 129"/>
                <a:gd name="T43" fmla="*/ 351 h 249"/>
                <a:gd name="T44" fmla="*/ 36 w 129"/>
                <a:gd name="T45" fmla="*/ 335 h 249"/>
                <a:gd name="T46" fmla="*/ 29 w 129"/>
                <a:gd name="T47" fmla="*/ 307 h 249"/>
                <a:gd name="T48" fmla="*/ 19 w 129"/>
                <a:gd name="T49" fmla="*/ 256 h 249"/>
                <a:gd name="T50" fmla="*/ 1 w 129"/>
                <a:gd name="T51" fmla="*/ 205 h 249"/>
                <a:gd name="T52" fmla="*/ 10 w 129"/>
                <a:gd name="T53" fmla="*/ 138 h 249"/>
                <a:gd name="T54" fmla="*/ 28 w 129"/>
                <a:gd name="T55" fmla="*/ 37 h 249"/>
                <a:gd name="T56" fmla="*/ 201 w 129"/>
                <a:gd name="T57" fmla="*/ 94 h 249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129" h="249">
                  <a:moveTo>
                    <a:pt x="116" y="54"/>
                  </a:moveTo>
                  <a:cubicBezTo>
                    <a:pt x="116" y="54"/>
                    <a:pt x="117" y="68"/>
                    <a:pt x="118" y="79"/>
                  </a:cubicBezTo>
                  <a:cubicBezTo>
                    <a:pt x="119" y="89"/>
                    <a:pt x="119" y="98"/>
                    <a:pt x="120" y="112"/>
                  </a:cubicBezTo>
                  <a:cubicBezTo>
                    <a:pt x="120" y="126"/>
                    <a:pt x="123" y="153"/>
                    <a:pt x="125" y="162"/>
                  </a:cubicBezTo>
                  <a:cubicBezTo>
                    <a:pt x="126" y="172"/>
                    <a:pt x="129" y="195"/>
                    <a:pt x="116" y="198"/>
                  </a:cubicBezTo>
                  <a:cubicBezTo>
                    <a:pt x="107" y="200"/>
                    <a:pt x="104" y="194"/>
                    <a:pt x="104" y="194"/>
                  </a:cubicBezTo>
                  <a:cubicBezTo>
                    <a:pt x="104" y="194"/>
                    <a:pt x="90" y="185"/>
                    <a:pt x="87" y="172"/>
                  </a:cubicBezTo>
                  <a:cubicBezTo>
                    <a:pt x="84" y="158"/>
                    <a:pt x="89" y="147"/>
                    <a:pt x="85" y="138"/>
                  </a:cubicBezTo>
                  <a:cubicBezTo>
                    <a:pt x="81" y="129"/>
                    <a:pt x="80" y="116"/>
                    <a:pt x="80" y="116"/>
                  </a:cubicBezTo>
                  <a:cubicBezTo>
                    <a:pt x="80" y="116"/>
                    <a:pt x="76" y="119"/>
                    <a:pt x="73" y="125"/>
                  </a:cubicBezTo>
                  <a:cubicBezTo>
                    <a:pt x="70" y="130"/>
                    <a:pt x="67" y="137"/>
                    <a:pt x="64" y="139"/>
                  </a:cubicBezTo>
                  <a:cubicBezTo>
                    <a:pt x="61" y="141"/>
                    <a:pt x="62" y="145"/>
                    <a:pt x="63" y="151"/>
                  </a:cubicBezTo>
                  <a:cubicBezTo>
                    <a:pt x="63" y="156"/>
                    <a:pt x="66" y="177"/>
                    <a:pt x="66" y="177"/>
                  </a:cubicBezTo>
                  <a:cubicBezTo>
                    <a:pt x="66" y="177"/>
                    <a:pt x="79" y="178"/>
                    <a:pt x="81" y="186"/>
                  </a:cubicBezTo>
                  <a:cubicBezTo>
                    <a:pt x="82" y="194"/>
                    <a:pt x="83" y="199"/>
                    <a:pt x="83" y="199"/>
                  </a:cubicBezTo>
                  <a:cubicBezTo>
                    <a:pt x="83" y="199"/>
                    <a:pt x="95" y="199"/>
                    <a:pt x="99" y="203"/>
                  </a:cubicBezTo>
                  <a:cubicBezTo>
                    <a:pt x="103" y="207"/>
                    <a:pt x="100" y="216"/>
                    <a:pt x="100" y="216"/>
                  </a:cubicBezTo>
                  <a:cubicBezTo>
                    <a:pt x="100" y="216"/>
                    <a:pt x="117" y="226"/>
                    <a:pt x="113" y="238"/>
                  </a:cubicBezTo>
                  <a:cubicBezTo>
                    <a:pt x="112" y="241"/>
                    <a:pt x="105" y="241"/>
                    <a:pt x="105" y="241"/>
                  </a:cubicBezTo>
                  <a:cubicBezTo>
                    <a:pt x="105" y="241"/>
                    <a:pt x="100" y="249"/>
                    <a:pt x="88" y="242"/>
                  </a:cubicBezTo>
                  <a:cubicBezTo>
                    <a:pt x="76" y="235"/>
                    <a:pt x="68" y="229"/>
                    <a:pt x="62" y="225"/>
                  </a:cubicBezTo>
                  <a:cubicBezTo>
                    <a:pt x="56" y="222"/>
                    <a:pt x="39" y="206"/>
                    <a:pt x="37" y="202"/>
                  </a:cubicBezTo>
                  <a:cubicBezTo>
                    <a:pt x="37" y="202"/>
                    <a:pt x="25" y="195"/>
                    <a:pt x="21" y="193"/>
                  </a:cubicBezTo>
                  <a:cubicBezTo>
                    <a:pt x="18" y="191"/>
                    <a:pt x="19" y="185"/>
                    <a:pt x="17" y="177"/>
                  </a:cubicBezTo>
                  <a:cubicBezTo>
                    <a:pt x="16" y="169"/>
                    <a:pt x="15" y="152"/>
                    <a:pt x="11" y="147"/>
                  </a:cubicBezTo>
                  <a:cubicBezTo>
                    <a:pt x="7" y="142"/>
                    <a:pt x="0" y="131"/>
                    <a:pt x="1" y="118"/>
                  </a:cubicBezTo>
                  <a:cubicBezTo>
                    <a:pt x="1" y="106"/>
                    <a:pt x="3" y="95"/>
                    <a:pt x="6" y="80"/>
                  </a:cubicBezTo>
                  <a:cubicBezTo>
                    <a:pt x="8" y="65"/>
                    <a:pt x="18" y="35"/>
                    <a:pt x="16" y="22"/>
                  </a:cubicBezTo>
                  <a:cubicBezTo>
                    <a:pt x="16" y="22"/>
                    <a:pt x="82" y="0"/>
                    <a:pt x="116" y="54"/>
                  </a:cubicBezTo>
                  <a:close/>
                </a:path>
              </a:pathLst>
            </a:custGeom>
            <a:solidFill>
              <a:srgbClr val="F8F3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6327" name="Freeform 226">
              <a:extLst>
                <a:ext uri="{FF2B5EF4-FFF2-40B4-BE49-F238E27FC236}">
                  <a16:creationId xmlns:a16="http://schemas.microsoft.com/office/drawing/2014/main" id="{B5F8AC45-392F-4426-A5A2-86F9016FF9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7" y="1843"/>
              <a:ext cx="155" cy="277"/>
            </a:xfrm>
            <a:custGeom>
              <a:avLst/>
              <a:gdLst>
                <a:gd name="T0" fmla="*/ 207 w 129"/>
                <a:gd name="T1" fmla="*/ 165 h 231"/>
                <a:gd name="T2" fmla="*/ 208 w 129"/>
                <a:gd name="T3" fmla="*/ 306 h 231"/>
                <a:gd name="T4" fmla="*/ 186 w 129"/>
                <a:gd name="T5" fmla="*/ 306 h 231"/>
                <a:gd name="T6" fmla="*/ 186 w 129"/>
                <a:gd name="T7" fmla="*/ 305 h 231"/>
                <a:gd name="T8" fmla="*/ 186 w 129"/>
                <a:gd name="T9" fmla="*/ 305 h 231"/>
                <a:gd name="T10" fmla="*/ 156 w 129"/>
                <a:gd name="T11" fmla="*/ 267 h 231"/>
                <a:gd name="T12" fmla="*/ 145 w 129"/>
                <a:gd name="T13" fmla="*/ 187 h 231"/>
                <a:gd name="T14" fmla="*/ 138 w 129"/>
                <a:gd name="T15" fmla="*/ 171 h 231"/>
                <a:gd name="T16" fmla="*/ 106 w 129"/>
                <a:gd name="T17" fmla="*/ 215 h 231"/>
                <a:gd name="T18" fmla="*/ 114 w 129"/>
                <a:gd name="T19" fmla="*/ 281 h 231"/>
                <a:gd name="T20" fmla="*/ 136 w 129"/>
                <a:gd name="T21" fmla="*/ 288 h 231"/>
                <a:gd name="T22" fmla="*/ 145 w 129"/>
                <a:gd name="T23" fmla="*/ 319 h 231"/>
                <a:gd name="T24" fmla="*/ 172 w 129"/>
                <a:gd name="T25" fmla="*/ 326 h 231"/>
                <a:gd name="T26" fmla="*/ 172 w 129"/>
                <a:gd name="T27" fmla="*/ 344 h 231"/>
                <a:gd name="T28" fmla="*/ 173 w 129"/>
                <a:gd name="T29" fmla="*/ 348 h 231"/>
                <a:gd name="T30" fmla="*/ 192 w 129"/>
                <a:gd name="T31" fmla="*/ 383 h 231"/>
                <a:gd name="T32" fmla="*/ 184 w 129"/>
                <a:gd name="T33" fmla="*/ 384 h 231"/>
                <a:gd name="T34" fmla="*/ 180 w 129"/>
                <a:gd name="T35" fmla="*/ 387 h 231"/>
                <a:gd name="T36" fmla="*/ 180 w 129"/>
                <a:gd name="T37" fmla="*/ 387 h 231"/>
                <a:gd name="T38" fmla="*/ 101 w 129"/>
                <a:gd name="T39" fmla="*/ 349 h 231"/>
                <a:gd name="T40" fmla="*/ 67 w 129"/>
                <a:gd name="T41" fmla="*/ 318 h 231"/>
                <a:gd name="T42" fmla="*/ 41 w 129"/>
                <a:gd name="T43" fmla="*/ 301 h 231"/>
                <a:gd name="T44" fmla="*/ 28 w 129"/>
                <a:gd name="T45" fmla="*/ 234 h 231"/>
                <a:gd name="T46" fmla="*/ 16 w 129"/>
                <a:gd name="T47" fmla="*/ 110 h 231"/>
                <a:gd name="T48" fmla="*/ 29 w 129"/>
                <a:gd name="T49" fmla="*/ 10 h 231"/>
                <a:gd name="T50" fmla="*/ 145 w 129"/>
                <a:gd name="T51" fmla="*/ 19 h 231"/>
                <a:gd name="T52" fmla="*/ 203 w 129"/>
                <a:gd name="T53" fmla="*/ 66 h 231"/>
                <a:gd name="T54" fmla="*/ 29 w 129"/>
                <a:gd name="T55" fmla="*/ 8 h 231"/>
                <a:gd name="T56" fmla="*/ 19 w 129"/>
                <a:gd name="T57" fmla="*/ 64 h 231"/>
                <a:gd name="T58" fmla="*/ 17 w 129"/>
                <a:gd name="T59" fmla="*/ 227 h 231"/>
                <a:gd name="T60" fmla="*/ 31 w 129"/>
                <a:gd name="T61" fmla="*/ 296 h 231"/>
                <a:gd name="T62" fmla="*/ 64 w 129"/>
                <a:gd name="T63" fmla="*/ 324 h 231"/>
                <a:gd name="T64" fmla="*/ 85 w 129"/>
                <a:gd name="T65" fmla="*/ 347 h 231"/>
                <a:gd name="T66" fmla="*/ 181 w 129"/>
                <a:gd name="T67" fmla="*/ 392 h 231"/>
                <a:gd name="T68" fmla="*/ 191 w 129"/>
                <a:gd name="T69" fmla="*/ 390 h 231"/>
                <a:gd name="T70" fmla="*/ 198 w 129"/>
                <a:gd name="T71" fmla="*/ 362 h 231"/>
                <a:gd name="T72" fmla="*/ 180 w 129"/>
                <a:gd name="T73" fmla="*/ 335 h 231"/>
                <a:gd name="T74" fmla="*/ 145 w 129"/>
                <a:gd name="T75" fmla="*/ 315 h 231"/>
                <a:gd name="T76" fmla="*/ 138 w 129"/>
                <a:gd name="T77" fmla="*/ 283 h 231"/>
                <a:gd name="T78" fmla="*/ 120 w 129"/>
                <a:gd name="T79" fmla="*/ 277 h 231"/>
                <a:gd name="T80" fmla="*/ 113 w 129"/>
                <a:gd name="T81" fmla="*/ 217 h 231"/>
                <a:gd name="T82" fmla="*/ 138 w 129"/>
                <a:gd name="T83" fmla="*/ 180 h 231"/>
                <a:gd name="T84" fmla="*/ 143 w 129"/>
                <a:gd name="T85" fmla="*/ 175 h 231"/>
                <a:gd name="T86" fmla="*/ 143 w 129"/>
                <a:gd name="T87" fmla="*/ 174 h 231"/>
                <a:gd name="T88" fmla="*/ 145 w 129"/>
                <a:gd name="T89" fmla="*/ 211 h 231"/>
                <a:gd name="T90" fmla="*/ 166 w 129"/>
                <a:gd name="T91" fmla="*/ 297 h 231"/>
                <a:gd name="T92" fmla="*/ 184 w 129"/>
                <a:gd name="T93" fmla="*/ 313 h 231"/>
                <a:gd name="T94" fmla="*/ 222 w 129"/>
                <a:gd name="T95" fmla="*/ 296 h 231"/>
                <a:gd name="T96" fmla="*/ 209 w 129"/>
                <a:gd name="T97" fmla="*/ 109 h 231"/>
                <a:gd name="T98" fmla="*/ 207 w 129"/>
                <a:gd name="T99" fmla="*/ 64 h 231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129" h="231">
                  <a:moveTo>
                    <a:pt x="117" y="38"/>
                  </a:moveTo>
                  <a:cubicBezTo>
                    <a:pt x="115" y="38"/>
                    <a:pt x="115" y="38"/>
                    <a:pt x="115" y="38"/>
                  </a:cubicBezTo>
                  <a:cubicBezTo>
                    <a:pt x="115" y="38"/>
                    <a:pt x="116" y="52"/>
                    <a:pt x="117" y="63"/>
                  </a:cubicBezTo>
                  <a:cubicBezTo>
                    <a:pt x="118" y="73"/>
                    <a:pt x="118" y="82"/>
                    <a:pt x="119" y="96"/>
                  </a:cubicBezTo>
                  <a:cubicBezTo>
                    <a:pt x="119" y="110"/>
                    <a:pt x="122" y="137"/>
                    <a:pt x="124" y="146"/>
                  </a:cubicBezTo>
                  <a:cubicBezTo>
                    <a:pt x="124" y="150"/>
                    <a:pt x="125" y="155"/>
                    <a:pt x="125" y="161"/>
                  </a:cubicBezTo>
                  <a:cubicBezTo>
                    <a:pt x="125" y="165"/>
                    <a:pt x="124" y="170"/>
                    <a:pt x="123" y="174"/>
                  </a:cubicBezTo>
                  <a:cubicBezTo>
                    <a:pt x="122" y="175"/>
                    <a:pt x="121" y="177"/>
                    <a:pt x="120" y="178"/>
                  </a:cubicBezTo>
                  <a:cubicBezTo>
                    <a:pt x="119" y="179"/>
                    <a:pt x="118" y="180"/>
                    <a:pt x="116" y="180"/>
                  </a:cubicBezTo>
                  <a:cubicBezTo>
                    <a:pt x="115" y="180"/>
                    <a:pt x="114" y="180"/>
                    <a:pt x="113" y="180"/>
                  </a:cubicBezTo>
                  <a:cubicBezTo>
                    <a:pt x="111" y="180"/>
                    <a:pt x="109" y="180"/>
                    <a:pt x="108" y="179"/>
                  </a:cubicBezTo>
                  <a:cubicBezTo>
                    <a:pt x="108" y="178"/>
                    <a:pt x="108" y="178"/>
                    <a:pt x="107" y="178"/>
                  </a:cubicBezTo>
                  <a:cubicBezTo>
                    <a:pt x="107" y="177"/>
                    <a:pt x="107" y="177"/>
                    <a:pt x="107" y="177"/>
                  </a:cubicBezTo>
                  <a:cubicBezTo>
                    <a:pt x="107" y="177"/>
                    <a:pt x="107" y="177"/>
                    <a:pt x="107" y="177"/>
                  </a:cubicBezTo>
                  <a:cubicBezTo>
                    <a:pt x="107" y="177"/>
                    <a:pt x="107" y="177"/>
                    <a:pt x="107" y="177"/>
                  </a:cubicBezTo>
                  <a:cubicBezTo>
                    <a:pt x="107" y="177"/>
                    <a:pt x="107" y="177"/>
                    <a:pt x="107" y="177"/>
                  </a:cubicBezTo>
                  <a:cubicBezTo>
                    <a:pt x="107" y="177"/>
                    <a:pt x="107" y="177"/>
                    <a:pt x="107" y="177"/>
                  </a:cubicBezTo>
                  <a:cubicBezTo>
                    <a:pt x="107" y="177"/>
                    <a:pt x="107" y="177"/>
                    <a:pt x="107" y="177"/>
                  </a:cubicBezTo>
                  <a:cubicBezTo>
                    <a:pt x="107" y="177"/>
                    <a:pt x="107" y="177"/>
                    <a:pt x="107" y="177"/>
                  </a:cubicBezTo>
                  <a:cubicBezTo>
                    <a:pt x="107" y="177"/>
                    <a:pt x="107" y="177"/>
                    <a:pt x="107" y="177"/>
                  </a:cubicBezTo>
                  <a:cubicBezTo>
                    <a:pt x="106" y="176"/>
                    <a:pt x="106" y="176"/>
                    <a:pt x="106" y="176"/>
                  </a:cubicBezTo>
                  <a:cubicBezTo>
                    <a:pt x="106" y="176"/>
                    <a:pt x="106" y="176"/>
                    <a:pt x="106" y="176"/>
                  </a:cubicBezTo>
                  <a:cubicBezTo>
                    <a:pt x="105" y="176"/>
                    <a:pt x="102" y="173"/>
                    <a:pt x="98" y="170"/>
                  </a:cubicBezTo>
                  <a:cubicBezTo>
                    <a:pt x="95" y="166"/>
                    <a:pt x="91" y="161"/>
                    <a:pt x="90" y="155"/>
                  </a:cubicBezTo>
                  <a:cubicBezTo>
                    <a:pt x="89" y="152"/>
                    <a:pt x="89" y="148"/>
                    <a:pt x="89" y="145"/>
                  </a:cubicBezTo>
                  <a:cubicBezTo>
                    <a:pt x="89" y="140"/>
                    <a:pt x="90" y="136"/>
                    <a:pt x="90" y="132"/>
                  </a:cubicBezTo>
                  <a:cubicBezTo>
                    <a:pt x="90" y="128"/>
                    <a:pt x="89" y="125"/>
                    <a:pt x="88" y="121"/>
                  </a:cubicBezTo>
                  <a:cubicBezTo>
                    <a:pt x="86" y="117"/>
                    <a:pt x="85" y="112"/>
                    <a:pt x="84" y="108"/>
                  </a:cubicBezTo>
                  <a:cubicBezTo>
                    <a:pt x="84" y="105"/>
                    <a:pt x="84" y="104"/>
                    <a:pt x="84" y="102"/>
                  </a:cubicBezTo>
                  <a:cubicBezTo>
                    <a:pt x="83" y="101"/>
                    <a:pt x="83" y="100"/>
                    <a:pt x="83" y="100"/>
                  </a:cubicBezTo>
                  <a:cubicBezTo>
                    <a:pt x="83" y="97"/>
                    <a:pt x="83" y="97"/>
                    <a:pt x="83" y="97"/>
                  </a:cubicBezTo>
                  <a:cubicBezTo>
                    <a:pt x="80" y="99"/>
                    <a:pt x="80" y="99"/>
                    <a:pt x="80" y="99"/>
                  </a:cubicBezTo>
                  <a:cubicBezTo>
                    <a:pt x="80" y="99"/>
                    <a:pt x="75" y="101"/>
                    <a:pt x="72" y="108"/>
                  </a:cubicBezTo>
                  <a:cubicBezTo>
                    <a:pt x="71" y="111"/>
                    <a:pt x="69" y="114"/>
                    <a:pt x="68" y="116"/>
                  </a:cubicBezTo>
                  <a:cubicBezTo>
                    <a:pt x="66" y="119"/>
                    <a:pt x="65" y="121"/>
                    <a:pt x="64" y="122"/>
                  </a:cubicBezTo>
                  <a:cubicBezTo>
                    <a:pt x="63" y="122"/>
                    <a:pt x="62" y="123"/>
                    <a:pt x="61" y="124"/>
                  </a:cubicBezTo>
                  <a:cubicBezTo>
                    <a:pt x="61" y="125"/>
                    <a:pt x="61" y="126"/>
                    <a:pt x="61" y="127"/>
                  </a:cubicBezTo>
                  <a:cubicBezTo>
                    <a:pt x="61" y="130"/>
                    <a:pt x="61" y="132"/>
                    <a:pt x="62" y="135"/>
                  </a:cubicBezTo>
                  <a:cubicBezTo>
                    <a:pt x="62" y="141"/>
                    <a:pt x="65" y="162"/>
                    <a:pt x="65" y="162"/>
                  </a:cubicBezTo>
                  <a:cubicBezTo>
                    <a:pt x="66" y="163"/>
                    <a:pt x="66" y="163"/>
                    <a:pt x="66" y="163"/>
                  </a:cubicBezTo>
                  <a:cubicBezTo>
                    <a:pt x="67" y="163"/>
                    <a:pt x="67" y="163"/>
                    <a:pt x="67" y="163"/>
                  </a:cubicBezTo>
                  <a:cubicBezTo>
                    <a:pt x="67" y="163"/>
                    <a:pt x="67" y="163"/>
                    <a:pt x="67" y="163"/>
                  </a:cubicBezTo>
                  <a:cubicBezTo>
                    <a:pt x="68" y="163"/>
                    <a:pt x="71" y="164"/>
                    <a:pt x="74" y="165"/>
                  </a:cubicBezTo>
                  <a:cubicBezTo>
                    <a:pt x="75" y="165"/>
                    <a:pt x="77" y="166"/>
                    <a:pt x="78" y="167"/>
                  </a:cubicBezTo>
                  <a:cubicBezTo>
                    <a:pt x="79" y="168"/>
                    <a:pt x="80" y="169"/>
                    <a:pt x="80" y="170"/>
                  </a:cubicBezTo>
                  <a:cubicBezTo>
                    <a:pt x="81" y="179"/>
                    <a:pt x="82" y="184"/>
                    <a:pt x="82" y="184"/>
                  </a:cubicBezTo>
                  <a:cubicBezTo>
                    <a:pt x="83" y="185"/>
                    <a:pt x="83" y="185"/>
                    <a:pt x="83" y="185"/>
                  </a:cubicBezTo>
                  <a:cubicBezTo>
                    <a:pt x="84" y="185"/>
                    <a:pt x="84" y="185"/>
                    <a:pt x="84" y="185"/>
                  </a:cubicBezTo>
                  <a:cubicBezTo>
                    <a:pt x="85" y="185"/>
                    <a:pt x="85" y="185"/>
                    <a:pt x="85" y="185"/>
                  </a:cubicBezTo>
                  <a:cubicBezTo>
                    <a:pt x="86" y="185"/>
                    <a:pt x="89" y="185"/>
                    <a:pt x="92" y="186"/>
                  </a:cubicBezTo>
                  <a:cubicBezTo>
                    <a:pt x="93" y="186"/>
                    <a:pt x="95" y="186"/>
                    <a:pt x="96" y="187"/>
                  </a:cubicBezTo>
                  <a:cubicBezTo>
                    <a:pt x="97" y="187"/>
                    <a:pt x="98" y="188"/>
                    <a:pt x="99" y="189"/>
                  </a:cubicBezTo>
                  <a:cubicBezTo>
                    <a:pt x="100" y="190"/>
                    <a:pt x="100" y="192"/>
                    <a:pt x="100" y="194"/>
                  </a:cubicBezTo>
                  <a:cubicBezTo>
                    <a:pt x="100" y="195"/>
                    <a:pt x="100" y="197"/>
                    <a:pt x="100" y="198"/>
                  </a:cubicBezTo>
                  <a:cubicBezTo>
                    <a:pt x="99" y="198"/>
                    <a:pt x="99" y="199"/>
                    <a:pt x="99" y="199"/>
                  </a:cubicBezTo>
                  <a:cubicBezTo>
                    <a:pt x="99" y="199"/>
                    <a:pt x="99" y="199"/>
                    <a:pt x="99" y="199"/>
                  </a:cubicBezTo>
                  <a:cubicBezTo>
                    <a:pt x="99" y="199"/>
                    <a:pt x="99" y="199"/>
                    <a:pt x="99" y="199"/>
                  </a:cubicBezTo>
                  <a:cubicBezTo>
                    <a:pt x="99" y="201"/>
                    <a:pt x="99" y="201"/>
                    <a:pt x="99" y="201"/>
                  </a:cubicBezTo>
                  <a:cubicBezTo>
                    <a:pt x="100" y="202"/>
                    <a:pt x="100" y="202"/>
                    <a:pt x="100" y="202"/>
                  </a:cubicBezTo>
                  <a:cubicBezTo>
                    <a:pt x="100" y="202"/>
                    <a:pt x="100" y="202"/>
                    <a:pt x="100" y="202"/>
                  </a:cubicBezTo>
                  <a:cubicBezTo>
                    <a:pt x="101" y="202"/>
                    <a:pt x="104" y="204"/>
                    <a:pt x="107" y="207"/>
                  </a:cubicBezTo>
                  <a:cubicBezTo>
                    <a:pt x="110" y="210"/>
                    <a:pt x="112" y="214"/>
                    <a:pt x="112" y="218"/>
                  </a:cubicBezTo>
                  <a:cubicBezTo>
                    <a:pt x="112" y="219"/>
                    <a:pt x="112" y="220"/>
                    <a:pt x="112" y="221"/>
                  </a:cubicBezTo>
                  <a:cubicBezTo>
                    <a:pt x="112" y="221"/>
                    <a:pt x="112" y="221"/>
                    <a:pt x="111" y="222"/>
                  </a:cubicBezTo>
                  <a:cubicBezTo>
                    <a:pt x="110" y="222"/>
                    <a:pt x="109" y="223"/>
                    <a:pt x="108" y="223"/>
                  </a:cubicBezTo>
                  <a:cubicBezTo>
                    <a:pt x="107" y="223"/>
                    <a:pt x="107" y="223"/>
                    <a:pt x="106" y="223"/>
                  </a:cubicBezTo>
                  <a:cubicBezTo>
                    <a:pt x="106" y="223"/>
                    <a:pt x="106" y="223"/>
                    <a:pt x="106" y="223"/>
                  </a:cubicBezTo>
                  <a:cubicBezTo>
                    <a:pt x="106" y="223"/>
                    <a:pt x="106" y="223"/>
                    <a:pt x="106" y="223"/>
                  </a:cubicBezTo>
                  <a:cubicBezTo>
                    <a:pt x="105" y="223"/>
                    <a:pt x="105" y="223"/>
                    <a:pt x="105" y="223"/>
                  </a:cubicBezTo>
                  <a:cubicBezTo>
                    <a:pt x="104" y="224"/>
                    <a:pt x="104" y="224"/>
                    <a:pt x="104" y="224"/>
                  </a:cubicBezTo>
                  <a:cubicBezTo>
                    <a:pt x="105" y="224"/>
                    <a:pt x="105" y="224"/>
                    <a:pt x="105" y="224"/>
                  </a:cubicBezTo>
                  <a:cubicBezTo>
                    <a:pt x="104" y="224"/>
                    <a:pt x="104" y="224"/>
                    <a:pt x="104" y="224"/>
                  </a:cubicBezTo>
                  <a:cubicBezTo>
                    <a:pt x="104" y="224"/>
                    <a:pt x="104" y="224"/>
                    <a:pt x="104" y="224"/>
                  </a:cubicBezTo>
                  <a:cubicBezTo>
                    <a:pt x="105" y="224"/>
                    <a:pt x="105" y="224"/>
                    <a:pt x="105" y="224"/>
                  </a:cubicBezTo>
                  <a:cubicBezTo>
                    <a:pt x="104" y="224"/>
                    <a:pt x="104" y="224"/>
                    <a:pt x="104" y="224"/>
                  </a:cubicBezTo>
                  <a:cubicBezTo>
                    <a:pt x="104" y="224"/>
                    <a:pt x="104" y="224"/>
                    <a:pt x="104" y="224"/>
                  </a:cubicBezTo>
                  <a:cubicBezTo>
                    <a:pt x="103" y="225"/>
                    <a:pt x="101" y="227"/>
                    <a:pt x="98" y="227"/>
                  </a:cubicBezTo>
                  <a:cubicBezTo>
                    <a:pt x="96" y="227"/>
                    <a:pt x="93" y="226"/>
                    <a:pt x="90" y="224"/>
                  </a:cubicBezTo>
                  <a:cubicBezTo>
                    <a:pt x="78" y="217"/>
                    <a:pt x="71" y="211"/>
                    <a:pt x="64" y="207"/>
                  </a:cubicBezTo>
                  <a:cubicBezTo>
                    <a:pt x="63" y="207"/>
                    <a:pt x="60" y="205"/>
                    <a:pt x="58" y="203"/>
                  </a:cubicBezTo>
                  <a:cubicBezTo>
                    <a:pt x="54" y="200"/>
                    <a:pt x="50" y="196"/>
                    <a:pt x="46" y="193"/>
                  </a:cubicBezTo>
                  <a:cubicBezTo>
                    <a:pt x="44" y="191"/>
                    <a:pt x="43" y="189"/>
                    <a:pt x="42" y="188"/>
                  </a:cubicBezTo>
                  <a:cubicBezTo>
                    <a:pt x="40" y="186"/>
                    <a:pt x="40" y="185"/>
                    <a:pt x="39" y="185"/>
                  </a:cubicBezTo>
                  <a:cubicBezTo>
                    <a:pt x="39" y="184"/>
                    <a:pt x="39" y="184"/>
                    <a:pt x="39" y="184"/>
                  </a:cubicBezTo>
                  <a:cubicBezTo>
                    <a:pt x="38" y="184"/>
                    <a:pt x="38" y="184"/>
                    <a:pt x="38" y="184"/>
                  </a:cubicBezTo>
                  <a:cubicBezTo>
                    <a:pt x="38" y="184"/>
                    <a:pt x="35" y="182"/>
                    <a:pt x="32" y="181"/>
                  </a:cubicBezTo>
                  <a:cubicBezTo>
                    <a:pt x="29" y="179"/>
                    <a:pt x="25" y="177"/>
                    <a:pt x="24" y="176"/>
                  </a:cubicBezTo>
                  <a:cubicBezTo>
                    <a:pt x="23" y="175"/>
                    <a:pt x="23" y="175"/>
                    <a:pt x="23" y="174"/>
                  </a:cubicBezTo>
                  <a:cubicBezTo>
                    <a:pt x="22" y="173"/>
                    <a:pt x="22" y="171"/>
                    <a:pt x="21" y="169"/>
                  </a:cubicBezTo>
                  <a:cubicBezTo>
                    <a:pt x="21" y="167"/>
                    <a:pt x="21" y="164"/>
                    <a:pt x="20" y="161"/>
                  </a:cubicBezTo>
                  <a:cubicBezTo>
                    <a:pt x="19" y="157"/>
                    <a:pt x="19" y="151"/>
                    <a:pt x="18" y="145"/>
                  </a:cubicBezTo>
                  <a:cubicBezTo>
                    <a:pt x="17" y="142"/>
                    <a:pt x="17" y="139"/>
                    <a:pt x="16" y="136"/>
                  </a:cubicBezTo>
                  <a:cubicBezTo>
                    <a:pt x="16" y="134"/>
                    <a:pt x="15" y="132"/>
                    <a:pt x="14" y="130"/>
                  </a:cubicBezTo>
                  <a:cubicBezTo>
                    <a:pt x="10" y="125"/>
                    <a:pt x="4" y="115"/>
                    <a:pt x="4" y="104"/>
                  </a:cubicBezTo>
                  <a:cubicBezTo>
                    <a:pt x="4" y="103"/>
                    <a:pt x="4" y="103"/>
                    <a:pt x="4" y="102"/>
                  </a:cubicBezTo>
                  <a:cubicBezTo>
                    <a:pt x="4" y="90"/>
                    <a:pt x="6" y="79"/>
                    <a:pt x="9" y="64"/>
                  </a:cubicBezTo>
                  <a:cubicBezTo>
                    <a:pt x="10" y="57"/>
                    <a:pt x="13" y="48"/>
                    <a:pt x="15" y="38"/>
                  </a:cubicBezTo>
                  <a:cubicBezTo>
                    <a:pt x="17" y="28"/>
                    <a:pt x="19" y="18"/>
                    <a:pt x="19" y="10"/>
                  </a:cubicBezTo>
                  <a:cubicBezTo>
                    <a:pt x="19" y="9"/>
                    <a:pt x="19" y="7"/>
                    <a:pt x="19" y="6"/>
                  </a:cubicBezTo>
                  <a:cubicBezTo>
                    <a:pt x="17" y="6"/>
                    <a:pt x="17" y="6"/>
                    <a:pt x="17" y="6"/>
                  </a:cubicBezTo>
                  <a:cubicBezTo>
                    <a:pt x="18" y="8"/>
                    <a:pt x="18" y="8"/>
                    <a:pt x="18" y="8"/>
                  </a:cubicBezTo>
                  <a:cubicBezTo>
                    <a:pt x="18" y="8"/>
                    <a:pt x="18" y="8"/>
                    <a:pt x="18" y="8"/>
                  </a:cubicBezTo>
                  <a:cubicBezTo>
                    <a:pt x="21" y="7"/>
                    <a:pt x="34" y="4"/>
                    <a:pt x="49" y="4"/>
                  </a:cubicBezTo>
                  <a:cubicBezTo>
                    <a:pt x="60" y="4"/>
                    <a:pt x="72" y="5"/>
                    <a:pt x="84" y="11"/>
                  </a:cubicBezTo>
                  <a:cubicBezTo>
                    <a:pt x="95" y="16"/>
                    <a:pt x="107" y="24"/>
                    <a:pt x="116" y="39"/>
                  </a:cubicBezTo>
                  <a:cubicBezTo>
                    <a:pt x="117" y="38"/>
                    <a:pt x="117" y="38"/>
                    <a:pt x="117" y="38"/>
                  </a:cubicBezTo>
                  <a:cubicBezTo>
                    <a:pt x="115" y="38"/>
                    <a:pt x="115" y="38"/>
                    <a:pt x="115" y="38"/>
                  </a:cubicBezTo>
                  <a:cubicBezTo>
                    <a:pt x="117" y="38"/>
                    <a:pt x="117" y="38"/>
                    <a:pt x="117" y="38"/>
                  </a:cubicBezTo>
                  <a:cubicBezTo>
                    <a:pt x="119" y="37"/>
                    <a:pt x="119" y="37"/>
                    <a:pt x="119" y="37"/>
                  </a:cubicBezTo>
                  <a:cubicBezTo>
                    <a:pt x="110" y="22"/>
                    <a:pt x="98" y="12"/>
                    <a:pt x="85" y="7"/>
                  </a:cubicBezTo>
                  <a:cubicBezTo>
                    <a:pt x="73" y="1"/>
                    <a:pt x="60" y="0"/>
                    <a:pt x="49" y="0"/>
                  </a:cubicBezTo>
                  <a:cubicBezTo>
                    <a:pt x="31" y="0"/>
                    <a:pt x="17" y="5"/>
                    <a:pt x="17" y="5"/>
                  </a:cubicBezTo>
                  <a:cubicBezTo>
                    <a:pt x="15" y="5"/>
                    <a:pt x="15" y="5"/>
                    <a:pt x="15" y="5"/>
                  </a:cubicBezTo>
                  <a:cubicBezTo>
                    <a:pt x="15" y="7"/>
                    <a:pt x="15" y="7"/>
                    <a:pt x="15" y="7"/>
                  </a:cubicBezTo>
                  <a:cubicBezTo>
                    <a:pt x="15" y="8"/>
                    <a:pt x="15" y="9"/>
                    <a:pt x="15" y="10"/>
                  </a:cubicBezTo>
                  <a:cubicBezTo>
                    <a:pt x="16" y="17"/>
                    <a:pt x="13" y="27"/>
                    <a:pt x="11" y="37"/>
                  </a:cubicBezTo>
                  <a:cubicBezTo>
                    <a:pt x="9" y="47"/>
                    <a:pt x="6" y="56"/>
                    <a:pt x="5" y="63"/>
                  </a:cubicBezTo>
                  <a:cubicBezTo>
                    <a:pt x="2" y="79"/>
                    <a:pt x="0" y="90"/>
                    <a:pt x="0" y="102"/>
                  </a:cubicBezTo>
                  <a:cubicBezTo>
                    <a:pt x="0" y="103"/>
                    <a:pt x="0" y="103"/>
                    <a:pt x="0" y="104"/>
                  </a:cubicBezTo>
                  <a:cubicBezTo>
                    <a:pt x="0" y="116"/>
                    <a:pt x="7" y="127"/>
                    <a:pt x="10" y="132"/>
                  </a:cubicBezTo>
                  <a:cubicBezTo>
                    <a:pt x="11" y="133"/>
                    <a:pt x="12" y="135"/>
                    <a:pt x="12" y="137"/>
                  </a:cubicBezTo>
                  <a:cubicBezTo>
                    <a:pt x="13" y="141"/>
                    <a:pt x="14" y="145"/>
                    <a:pt x="15" y="150"/>
                  </a:cubicBezTo>
                  <a:cubicBezTo>
                    <a:pt x="15" y="154"/>
                    <a:pt x="16" y="159"/>
                    <a:pt x="16" y="162"/>
                  </a:cubicBezTo>
                  <a:cubicBezTo>
                    <a:pt x="17" y="165"/>
                    <a:pt x="17" y="169"/>
                    <a:pt x="18" y="172"/>
                  </a:cubicBezTo>
                  <a:cubicBezTo>
                    <a:pt x="18" y="173"/>
                    <a:pt x="18" y="175"/>
                    <a:pt x="19" y="176"/>
                  </a:cubicBezTo>
                  <a:cubicBezTo>
                    <a:pt x="19" y="177"/>
                    <a:pt x="20" y="178"/>
                    <a:pt x="21" y="179"/>
                  </a:cubicBezTo>
                  <a:cubicBezTo>
                    <a:pt x="23" y="180"/>
                    <a:pt x="27" y="182"/>
                    <a:pt x="30" y="184"/>
                  </a:cubicBezTo>
                  <a:cubicBezTo>
                    <a:pt x="34" y="186"/>
                    <a:pt x="37" y="188"/>
                    <a:pt x="37" y="188"/>
                  </a:cubicBezTo>
                  <a:cubicBezTo>
                    <a:pt x="38" y="186"/>
                    <a:pt x="38" y="186"/>
                    <a:pt x="38" y="186"/>
                  </a:cubicBezTo>
                  <a:cubicBezTo>
                    <a:pt x="36" y="187"/>
                    <a:pt x="36" y="187"/>
                    <a:pt x="36" y="187"/>
                  </a:cubicBezTo>
                  <a:cubicBezTo>
                    <a:pt x="36" y="187"/>
                    <a:pt x="37" y="188"/>
                    <a:pt x="37" y="189"/>
                  </a:cubicBezTo>
                  <a:cubicBezTo>
                    <a:pt x="40" y="192"/>
                    <a:pt x="45" y="197"/>
                    <a:pt x="49" y="201"/>
                  </a:cubicBezTo>
                  <a:cubicBezTo>
                    <a:pt x="54" y="205"/>
                    <a:pt x="59" y="209"/>
                    <a:pt x="62" y="211"/>
                  </a:cubicBezTo>
                  <a:cubicBezTo>
                    <a:pt x="68" y="214"/>
                    <a:pt x="75" y="220"/>
                    <a:pt x="88" y="228"/>
                  </a:cubicBezTo>
                  <a:cubicBezTo>
                    <a:pt x="91" y="230"/>
                    <a:pt x="95" y="231"/>
                    <a:pt x="98" y="231"/>
                  </a:cubicBezTo>
                  <a:cubicBezTo>
                    <a:pt x="101" y="231"/>
                    <a:pt x="103" y="230"/>
                    <a:pt x="105" y="228"/>
                  </a:cubicBezTo>
                  <a:cubicBezTo>
                    <a:pt x="107" y="227"/>
                    <a:pt x="107" y="226"/>
                    <a:pt x="107" y="226"/>
                  </a:cubicBezTo>
                  <a:cubicBezTo>
                    <a:pt x="106" y="225"/>
                    <a:pt x="106" y="225"/>
                    <a:pt x="106" y="225"/>
                  </a:cubicBezTo>
                  <a:cubicBezTo>
                    <a:pt x="106" y="227"/>
                    <a:pt x="106" y="227"/>
                    <a:pt x="106" y="227"/>
                  </a:cubicBezTo>
                  <a:cubicBezTo>
                    <a:pt x="106" y="227"/>
                    <a:pt x="108" y="227"/>
                    <a:pt x="110" y="226"/>
                  </a:cubicBezTo>
                  <a:cubicBezTo>
                    <a:pt x="111" y="226"/>
                    <a:pt x="112" y="226"/>
                    <a:pt x="113" y="225"/>
                  </a:cubicBezTo>
                  <a:cubicBezTo>
                    <a:pt x="114" y="225"/>
                    <a:pt x="115" y="224"/>
                    <a:pt x="116" y="222"/>
                  </a:cubicBezTo>
                  <a:cubicBezTo>
                    <a:pt x="116" y="221"/>
                    <a:pt x="116" y="219"/>
                    <a:pt x="116" y="218"/>
                  </a:cubicBezTo>
                  <a:cubicBezTo>
                    <a:pt x="116" y="215"/>
                    <a:pt x="115" y="212"/>
                    <a:pt x="114" y="210"/>
                  </a:cubicBezTo>
                  <a:cubicBezTo>
                    <a:pt x="110" y="203"/>
                    <a:pt x="102" y="198"/>
                    <a:pt x="102" y="198"/>
                  </a:cubicBezTo>
                  <a:cubicBezTo>
                    <a:pt x="101" y="200"/>
                    <a:pt x="101" y="200"/>
                    <a:pt x="101" y="200"/>
                  </a:cubicBezTo>
                  <a:cubicBezTo>
                    <a:pt x="103" y="200"/>
                    <a:pt x="103" y="200"/>
                    <a:pt x="103" y="200"/>
                  </a:cubicBezTo>
                  <a:cubicBezTo>
                    <a:pt x="103" y="200"/>
                    <a:pt x="104" y="197"/>
                    <a:pt x="104" y="194"/>
                  </a:cubicBezTo>
                  <a:cubicBezTo>
                    <a:pt x="104" y="191"/>
                    <a:pt x="104" y="188"/>
                    <a:pt x="102" y="186"/>
                  </a:cubicBezTo>
                  <a:cubicBezTo>
                    <a:pt x="100" y="185"/>
                    <a:pt x="99" y="184"/>
                    <a:pt x="97" y="183"/>
                  </a:cubicBezTo>
                  <a:cubicBezTo>
                    <a:pt x="91" y="181"/>
                    <a:pt x="85" y="181"/>
                    <a:pt x="84" y="181"/>
                  </a:cubicBezTo>
                  <a:cubicBezTo>
                    <a:pt x="84" y="183"/>
                    <a:pt x="84" y="183"/>
                    <a:pt x="84" y="183"/>
                  </a:cubicBezTo>
                  <a:cubicBezTo>
                    <a:pt x="86" y="183"/>
                    <a:pt x="86" y="183"/>
                    <a:pt x="86" y="183"/>
                  </a:cubicBezTo>
                  <a:cubicBezTo>
                    <a:pt x="86" y="183"/>
                    <a:pt x="86" y="182"/>
                    <a:pt x="86" y="179"/>
                  </a:cubicBezTo>
                  <a:cubicBezTo>
                    <a:pt x="85" y="177"/>
                    <a:pt x="85" y="174"/>
                    <a:pt x="84" y="170"/>
                  </a:cubicBezTo>
                  <a:cubicBezTo>
                    <a:pt x="83" y="167"/>
                    <a:pt x="82" y="165"/>
                    <a:pt x="80" y="164"/>
                  </a:cubicBezTo>
                  <a:cubicBezTo>
                    <a:pt x="78" y="162"/>
                    <a:pt x="74" y="160"/>
                    <a:pt x="72" y="160"/>
                  </a:cubicBezTo>
                  <a:cubicBezTo>
                    <a:pt x="69" y="159"/>
                    <a:pt x="67" y="159"/>
                    <a:pt x="67" y="159"/>
                  </a:cubicBezTo>
                  <a:cubicBezTo>
                    <a:pt x="67" y="161"/>
                    <a:pt x="67" y="161"/>
                    <a:pt x="67" y="161"/>
                  </a:cubicBezTo>
                  <a:cubicBezTo>
                    <a:pt x="69" y="161"/>
                    <a:pt x="69" y="161"/>
                    <a:pt x="69" y="161"/>
                  </a:cubicBezTo>
                  <a:cubicBezTo>
                    <a:pt x="69" y="161"/>
                    <a:pt x="68" y="156"/>
                    <a:pt x="68" y="150"/>
                  </a:cubicBezTo>
                  <a:cubicBezTo>
                    <a:pt x="67" y="144"/>
                    <a:pt x="66" y="137"/>
                    <a:pt x="66" y="134"/>
                  </a:cubicBezTo>
                  <a:cubicBezTo>
                    <a:pt x="65" y="131"/>
                    <a:pt x="65" y="129"/>
                    <a:pt x="65" y="127"/>
                  </a:cubicBezTo>
                  <a:cubicBezTo>
                    <a:pt x="65" y="126"/>
                    <a:pt x="65" y="126"/>
                    <a:pt x="65" y="126"/>
                  </a:cubicBezTo>
                  <a:cubicBezTo>
                    <a:pt x="65" y="125"/>
                    <a:pt x="65" y="125"/>
                    <a:pt x="66" y="125"/>
                  </a:cubicBezTo>
                  <a:cubicBezTo>
                    <a:pt x="68" y="123"/>
                    <a:pt x="70" y="121"/>
                    <a:pt x="71" y="118"/>
                  </a:cubicBezTo>
                  <a:cubicBezTo>
                    <a:pt x="73" y="116"/>
                    <a:pt x="75" y="112"/>
                    <a:pt x="76" y="109"/>
                  </a:cubicBezTo>
                  <a:cubicBezTo>
                    <a:pt x="77" y="107"/>
                    <a:pt x="79" y="105"/>
                    <a:pt x="80" y="104"/>
                  </a:cubicBezTo>
                  <a:cubicBezTo>
                    <a:pt x="81" y="103"/>
                    <a:pt x="81" y="103"/>
                    <a:pt x="82" y="102"/>
                  </a:cubicBezTo>
                  <a:cubicBezTo>
                    <a:pt x="82" y="102"/>
                    <a:pt x="82" y="102"/>
                    <a:pt x="82" y="102"/>
                  </a:cubicBezTo>
                  <a:cubicBezTo>
                    <a:pt x="82" y="102"/>
                    <a:pt x="82" y="102"/>
                    <a:pt x="82" y="102"/>
                  </a:cubicBezTo>
                  <a:cubicBezTo>
                    <a:pt x="82" y="102"/>
                    <a:pt x="82" y="102"/>
                    <a:pt x="82" y="102"/>
                  </a:cubicBezTo>
                  <a:cubicBezTo>
                    <a:pt x="82" y="101"/>
                    <a:pt x="82" y="101"/>
                    <a:pt x="82" y="101"/>
                  </a:cubicBezTo>
                  <a:cubicBezTo>
                    <a:pt x="82" y="102"/>
                    <a:pt x="82" y="102"/>
                    <a:pt x="82" y="102"/>
                  </a:cubicBezTo>
                  <a:cubicBezTo>
                    <a:pt x="82" y="102"/>
                    <a:pt x="82" y="102"/>
                    <a:pt x="82" y="102"/>
                  </a:cubicBezTo>
                  <a:cubicBezTo>
                    <a:pt x="82" y="101"/>
                    <a:pt x="82" y="101"/>
                    <a:pt x="82" y="101"/>
                  </a:cubicBezTo>
                  <a:cubicBezTo>
                    <a:pt x="82" y="102"/>
                    <a:pt x="82" y="102"/>
                    <a:pt x="82" y="102"/>
                  </a:cubicBezTo>
                  <a:cubicBezTo>
                    <a:pt x="81" y="100"/>
                    <a:pt x="81" y="100"/>
                    <a:pt x="81" y="100"/>
                  </a:cubicBezTo>
                  <a:cubicBezTo>
                    <a:pt x="79" y="100"/>
                    <a:pt x="79" y="100"/>
                    <a:pt x="79" y="100"/>
                  </a:cubicBezTo>
                  <a:cubicBezTo>
                    <a:pt x="79" y="101"/>
                    <a:pt x="80" y="114"/>
                    <a:pt x="84" y="123"/>
                  </a:cubicBezTo>
                  <a:cubicBezTo>
                    <a:pt x="85" y="126"/>
                    <a:pt x="86" y="129"/>
                    <a:pt x="86" y="132"/>
                  </a:cubicBezTo>
                  <a:cubicBezTo>
                    <a:pt x="86" y="136"/>
                    <a:pt x="85" y="140"/>
                    <a:pt x="85" y="145"/>
                  </a:cubicBezTo>
                  <a:cubicBezTo>
                    <a:pt x="85" y="148"/>
                    <a:pt x="85" y="152"/>
                    <a:pt x="86" y="156"/>
                  </a:cubicBezTo>
                  <a:cubicBezTo>
                    <a:pt x="88" y="163"/>
                    <a:pt x="92" y="169"/>
                    <a:pt x="96" y="173"/>
                  </a:cubicBezTo>
                  <a:cubicBezTo>
                    <a:pt x="100" y="177"/>
                    <a:pt x="104" y="180"/>
                    <a:pt x="104" y="180"/>
                  </a:cubicBezTo>
                  <a:cubicBezTo>
                    <a:pt x="105" y="178"/>
                    <a:pt x="105" y="178"/>
                    <a:pt x="105" y="178"/>
                  </a:cubicBezTo>
                  <a:cubicBezTo>
                    <a:pt x="103" y="179"/>
                    <a:pt x="103" y="179"/>
                    <a:pt x="103" y="179"/>
                  </a:cubicBezTo>
                  <a:cubicBezTo>
                    <a:pt x="104" y="179"/>
                    <a:pt x="104" y="180"/>
                    <a:pt x="106" y="182"/>
                  </a:cubicBezTo>
                  <a:cubicBezTo>
                    <a:pt x="107" y="183"/>
                    <a:pt x="110" y="184"/>
                    <a:pt x="113" y="184"/>
                  </a:cubicBezTo>
                  <a:cubicBezTo>
                    <a:pt x="115" y="184"/>
                    <a:pt x="116" y="184"/>
                    <a:pt x="117" y="184"/>
                  </a:cubicBezTo>
                  <a:cubicBezTo>
                    <a:pt x="120" y="184"/>
                    <a:pt x="122" y="182"/>
                    <a:pt x="123" y="181"/>
                  </a:cubicBezTo>
                  <a:cubicBezTo>
                    <a:pt x="126" y="178"/>
                    <a:pt x="127" y="175"/>
                    <a:pt x="128" y="172"/>
                  </a:cubicBezTo>
                  <a:cubicBezTo>
                    <a:pt x="129" y="168"/>
                    <a:pt x="129" y="164"/>
                    <a:pt x="129" y="161"/>
                  </a:cubicBezTo>
                  <a:cubicBezTo>
                    <a:pt x="129" y="155"/>
                    <a:pt x="128" y="149"/>
                    <a:pt x="128" y="146"/>
                  </a:cubicBezTo>
                  <a:cubicBezTo>
                    <a:pt x="126" y="137"/>
                    <a:pt x="123" y="109"/>
                    <a:pt x="123" y="96"/>
                  </a:cubicBezTo>
                  <a:cubicBezTo>
                    <a:pt x="122" y="81"/>
                    <a:pt x="122" y="73"/>
                    <a:pt x="121" y="63"/>
                  </a:cubicBezTo>
                  <a:cubicBezTo>
                    <a:pt x="121" y="57"/>
                    <a:pt x="120" y="51"/>
                    <a:pt x="120" y="46"/>
                  </a:cubicBezTo>
                  <a:cubicBezTo>
                    <a:pt x="120" y="41"/>
                    <a:pt x="119" y="38"/>
                    <a:pt x="119" y="38"/>
                  </a:cubicBezTo>
                  <a:cubicBezTo>
                    <a:pt x="119" y="37"/>
                    <a:pt x="119" y="37"/>
                    <a:pt x="119" y="37"/>
                  </a:cubicBezTo>
                  <a:cubicBezTo>
                    <a:pt x="119" y="37"/>
                    <a:pt x="119" y="37"/>
                    <a:pt x="119" y="37"/>
                  </a:cubicBezTo>
                  <a:lnTo>
                    <a:pt x="117" y="38"/>
                  </a:ln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6328" name="Freeform 227">
              <a:extLst>
                <a:ext uri="{FF2B5EF4-FFF2-40B4-BE49-F238E27FC236}">
                  <a16:creationId xmlns:a16="http://schemas.microsoft.com/office/drawing/2014/main" id="{E83B11F4-419D-47DD-834E-F0B1FE63C5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0" y="1963"/>
              <a:ext cx="26" cy="106"/>
            </a:xfrm>
            <a:custGeom>
              <a:avLst/>
              <a:gdLst>
                <a:gd name="T0" fmla="*/ 35 w 22"/>
                <a:gd name="T1" fmla="*/ 151 h 88"/>
                <a:gd name="T2" fmla="*/ 24 w 22"/>
                <a:gd name="T3" fmla="*/ 76 h 88"/>
                <a:gd name="T4" fmla="*/ 13 w 22"/>
                <a:gd name="T5" fmla="*/ 43 h 88"/>
                <a:gd name="T6" fmla="*/ 7 w 22"/>
                <a:gd name="T7" fmla="*/ 14 h 88"/>
                <a:gd name="T8" fmla="*/ 7 w 22"/>
                <a:gd name="T9" fmla="*/ 2 h 88"/>
                <a:gd name="T10" fmla="*/ 6 w 22"/>
                <a:gd name="T11" fmla="*/ 0 h 88"/>
                <a:gd name="T12" fmla="*/ 1 w 22"/>
                <a:gd name="T13" fmla="*/ 1 h 88"/>
                <a:gd name="T14" fmla="*/ 0 w 22"/>
                <a:gd name="T15" fmla="*/ 14 h 88"/>
                <a:gd name="T16" fmla="*/ 8 w 22"/>
                <a:gd name="T17" fmla="*/ 45 h 88"/>
                <a:gd name="T18" fmla="*/ 17 w 22"/>
                <a:gd name="T19" fmla="*/ 77 h 88"/>
                <a:gd name="T20" fmla="*/ 30 w 22"/>
                <a:gd name="T21" fmla="*/ 152 h 88"/>
                <a:gd name="T22" fmla="*/ 33 w 22"/>
                <a:gd name="T23" fmla="*/ 154 h 88"/>
                <a:gd name="T24" fmla="*/ 35 w 22"/>
                <a:gd name="T25" fmla="*/ 151 h 8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2" h="88">
                  <a:moveTo>
                    <a:pt x="21" y="86"/>
                  </a:moveTo>
                  <a:cubicBezTo>
                    <a:pt x="18" y="72"/>
                    <a:pt x="17" y="57"/>
                    <a:pt x="14" y="43"/>
                  </a:cubicBezTo>
                  <a:cubicBezTo>
                    <a:pt x="12" y="37"/>
                    <a:pt x="11" y="30"/>
                    <a:pt x="8" y="25"/>
                  </a:cubicBezTo>
                  <a:cubicBezTo>
                    <a:pt x="6" y="19"/>
                    <a:pt x="4" y="14"/>
                    <a:pt x="4" y="8"/>
                  </a:cubicBezTo>
                  <a:cubicBezTo>
                    <a:pt x="4" y="6"/>
                    <a:pt x="4" y="4"/>
                    <a:pt x="4" y="2"/>
                  </a:cubicBezTo>
                  <a:cubicBezTo>
                    <a:pt x="5" y="1"/>
                    <a:pt x="4" y="0"/>
                    <a:pt x="3" y="0"/>
                  </a:cubicBezTo>
                  <a:cubicBezTo>
                    <a:pt x="2" y="0"/>
                    <a:pt x="1" y="0"/>
                    <a:pt x="1" y="1"/>
                  </a:cubicBezTo>
                  <a:cubicBezTo>
                    <a:pt x="0" y="4"/>
                    <a:pt x="0" y="6"/>
                    <a:pt x="0" y="8"/>
                  </a:cubicBezTo>
                  <a:cubicBezTo>
                    <a:pt x="0" y="15"/>
                    <a:pt x="2" y="21"/>
                    <a:pt x="5" y="26"/>
                  </a:cubicBezTo>
                  <a:cubicBezTo>
                    <a:pt x="7" y="32"/>
                    <a:pt x="9" y="38"/>
                    <a:pt x="10" y="44"/>
                  </a:cubicBezTo>
                  <a:cubicBezTo>
                    <a:pt x="13" y="58"/>
                    <a:pt x="14" y="72"/>
                    <a:pt x="18" y="87"/>
                  </a:cubicBezTo>
                  <a:cubicBezTo>
                    <a:pt x="18" y="88"/>
                    <a:pt x="19" y="88"/>
                    <a:pt x="20" y="88"/>
                  </a:cubicBezTo>
                  <a:cubicBezTo>
                    <a:pt x="21" y="88"/>
                    <a:pt x="22" y="87"/>
                    <a:pt x="21" y="86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6329" name="Freeform 228">
              <a:extLst>
                <a:ext uri="{FF2B5EF4-FFF2-40B4-BE49-F238E27FC236}">
                  <a16:creationId xmlns:a16="http://schemas.microsoft.com/office/drawing/2014/main" id="{AF97FF24-B535-4B88-8A36-10D4DA112F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4" y="1945"/>
              <a:ext cx="12" cy="23"/>
            </a:xfrm>
            <a:custGeom>
              <a:avLst/>
              <a:gdLst>
                <a:gd name="T0" fmla="*/ 17 w 10"/>
                <a:gd name="T1" fmla="*/ 30 h 19"/>
                <a:gd name="T2" fmla="*/ 17 w 10"/>
                <a:gd name="T3" fmla="*/ 28 h 19"/>
                <a:gd name="T4" fmla="*/ 12 w 10"/>
                <a:gd name="T5" fmla="*/ 15 h 19"/>
                <a:gd name="T6" fmla="*/ 7 w 10"/>
                <a:gd name="T7" fmla="*/ 2 h 19"/>
                <a:gd name="T8" fmla="*/ 2 w 10"/>
                <a:gd name="T9" fmla="*/ 1 h 19"/>
                <a:gd name="T10" fmla="*/ 0 w 10"/>
                <a:gd name="T11" fmla="*/ 6 h 19"/>
                <a:gd name="T12" fmla="*/ 6 w 10"/>
                <a:gd name="T13" fmla="*/ 18 h 19"/>
                <a:gd name="T14" fmla="*/ 10 w 10"/>
                <a:gd name="T15" fmla="*/ 28 h 19"/>
                <a:gd name="T16" fmla="*/ 10 w 10"/>
                <a:gd name="T17" fmla="*/ 30 h 19"/>
                <a:gd name="T18" fmla="*/ 12 w 10"/>
                <a:gd name="T19" fmla="*/ 34 h 19"/>
                <a:gd name="T20" fmla="*/ 17 w 10"/>
                <a:gd name="T21" fmla="*/ 30 h 1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0" h="19">
                  <a:moveTo>
                    <a:pt x="10" y="17"/>
                  </a:moveTo>
                  <a:cubicBezTo>
                    <a:pt x="10" y="17"/>
                    <a:pt x="10" y="17"/>
                    <a:pt x="10" y="16"/>
                  </a:cubicBezTo>
                  <a:cubicBezTo>
                    <a:pt x="10" y="13"/>
                    <a:pt x="8" y="10"/>
                    <a:pt x="7" y="8"/>
                  </a:cubicBezTo>
                  <a:cubicBezTo>
                    <a:pt x="6" y="6"/>
                    <a:pt x="5" y="4"/>
                    <a:pt x="4" y="2"/>
                  </a:cubicBezTo>
                  <a:cubicBezTo>
                    <a:pt x="4" y="1"/>
                    <a:pt x="3" y="0"/>
                    <a:pt x="2" y="1"/>
                  </a:cubicBezTo>
                  <a:cubicBezTo>
                    <a:pt x="1" y="1"/>
                    <a:pt x="0" y="2"/>
                    <a:pt x="0" y="3"/>
                  </a:cubicBezTo>
                  <a:cubicBezTo>
                    <a:pt x="1" y="6"/>
                    <a:pt x="2" y="8"/>
                    <a:pt x="3" y="10"/>
                  </a:cubicBezTo>
                  <a:cubicBezTo>
                    <a:pt x="5" y="12"/>
                    <a:pt x="6" y="14"/>
                    <a:pt x="6" y="16"/>
                  </a:cubicBezTo>
                  <a:cubicBezTo>
                    <a:pt x="6" y="17"/>
                    <a:pt x="6" y="17"/>
                    <a:pt x="6" y="17"/>
                  </a:cubicBezTo>
                  <a:cubicBezTo>
                    <a:pt x="5" y="18"/>
                    <a:pt x="6" y="19"/>
                    <a:pt x="7" y="19"/>
                  </a:cubicBezTo>
                  <a:cubicBezTo>
                    <a:pt x="8" y="19"/>
                    <a:pt x="9" y="18"/>
                    <a:pt x="10" y="17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6330" name="Freeform 229">
              <a:extLst>
                <a:ext uri="{FF2B5EF4-FFF2-40B4-BE49-F238E27FC236}">
                  <a16:creationId xmlns:a16="http://schemas.microsoft.com/office/drawing/2014/main" id="{6779409C-A53B-4F18-A56D-748C7A2708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2" y="2019"/>
              <a:ext cx="28" cy="39"/>
            </a:xfrm>
            <a:custGeom>
              <a:avLst/>
              <a:gdLst>
                <a:gd name="T0" fmla="*/ 2 w 24"/>
                <a:gd name="T1" fmla="*/ 56 h 32"/>
                <a:gd name="T2" fmla="*/ 2 w 24"/>
                <a:gd name="T3" fmla="*/ 22 h 32"/>
                <a:gd name="T4" fmla="*/ 1 w 24"/>
                <a:gd name="T5" fmla="*/ 22 h 32"/>
                <a:gd name="T6" fmla="*/ 2 w 24"/>
                <a:gd name="T7" fmla="*/ 24 h 32"/>
                <a:gd name="T8" fmla="*/ 2 w 24"/>
                <a:gd name="T9" fmla="*/ 22 h 32"/>
                <a:gd name="T10" fmla="*/ 9 w 24"/>
                <a:gd name="T11" fmla="*/ 13 h 32"/>
                <a:gd name="T12" fmla="*/ 19 w 24"/>
                <a:gd name="T13" fmla="*/ 2 h 32"/>
                <a:gd name="T14" fmla="*/ 21 w 24"/>
                <a:gd name="T15" fmla="*/ 2 h 32"/>
                <a:gd name="T16" fmla="*/ 30 w 24"/>
                <a:gd name="T17" fmla="*/ 11 h 32"/>
                <a:gd name="T18" fmla="*/ 34 w 24"/>
                <a:gd name="T19" fmla="*/ 15 h 32"/>
                <a:gd name="T20" fmla="*/ 35 w 24"/>
                <a:gd name="T21" fmla="*/ 16 h 32"/>
                <a:gd name="T22" fmla="*/ 35 w 24"/>
                <a:gd name="T23" fmla="*/ 16 h 32"/>
                <a:gd name="T24" fmla="*/ 37 w 24"/>
                <a:gd name="T25" fmla="*/ 18 h 32"/>
                <a:gd name="T26" fmla="*/ 37 w 24"/>
                <a:gd name="T27" fmla="*/ 16 h 32"/>
                <a:gd name="T28" fmla="*/ 34 w 24"/>
                <a:gd name="T29" fmla="*/ 9 h 32"/>
                <a:gd name="T30" fmla="*/ 21 w 24"/>
                <a:gd name="T31" fmla="*/ 0 h 32"/>
                <a:gd name="T32" fmla="*/ 19 w 24"/>
                <a:gd name="T33" fmla="*/ 0 h 32"/>
                <a:gd name="T34" fmla="*/ 6 w 24"/>
                <a:gd name="T35" fmla="*/ 11 h 32"/>
                <a:gd name="T36" fmla="*/ 0 w 24"/>
                <a:gd name="T37" fmla="*/ 22 h 32"/>
                <a:gd name="T38" fmla="*/ 0 w 24"/>
                <a:gd name="T39" fmla="*/ 22 h 32"/>
                <a:gd name="T40" fmla="*/ 0 w 24"/>
                <a:gd name="T41" fmla="*/ 56 h 32"/>
                <a:gd name="T42" fmla="*/ 1 w 24"/>
                <a:gd name="T43" fmla="*/ 59 h 32"/>
                <a:gd name="T44" fmla="*/ 2 w 24"/>
                <a:gd name="T45" fmla="*/ 56 h 32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24" h="32">
                  <a:moveTo>
                    <a:pt x="2" y="31"/>
                  </a:moveTo>
                  <a:cubicBezTo>
                    <a:pt x="2" y="12"/>
                    <a:pt x="2" y="12"/>
                    <a:pt x="2" y="12"/>
                  </a:cubicBezTo>
                  <a:cubicBezTo>
                    <a:pt x="1" y="12"/>
                    <a:pt x="1" y="12"/>
                    <a:pt x="1" y="12"/>
                  </a:cubicBezTo>
                  <a:cubicBezTo>
                    <a:pt x="2" y="13"/>
                    <a:pt x="2" y="13"/>
                    <a:pt x="2" y="13"/>
                  </a:cubicBezTo>
                  <a:cubicBezTo>
                    <a:pt x="2" y="12"/>
                    <a:pt x="2" y="12"/>
                    <a:pt x="2" y="12"/>
                  </a:cubicBezTo>
                  <a:cubicBezTo>
                    <a:pt x="3" y="11"/>
                    <a:pt x="4" y="9"/>
                    <a:pt x="6" y="7"/>
                  </a:cubicBezTo>
                  <a:cubicBezTo>
                    <a:pt x="8" y="4"/>
                    <a:pt x="10" y="2"/>
                    <a:pt x="12" y="2"/>
                  </a:cubicBezTo>
                  <a:cubicBezTo>
                    <a:pt x="13" y="2"/>
                    <a:pt x="13" y="2"/>
                    <a:pt x="13" y="2"/>
                  </a:cubicBezTo>
                  <a:cubicBezTo>
                    <a:pt x="16" y="2"/>
                    <a:pt x="18" y="4"/>
                    <a:pt x="19" y="6"/>
                  </a:cubicBezTo>
                  <a:cubicBezTo>
                    <a:pt x="20" y="7"/>
                    <a:pt x="21" y="8"/>
                    <a:pt x="21" y="8"/>
                  </a:cubicBezTo>
                  <a:cubicBezTo>
                    <a:pt x="22" y="9"/>
                    <a:pt x="22" y="9"/>
                    <a:pt x="22" y="9"/>
                  </a:cubicBezTo>
                  <a:cubicBezTo>
                    <a:pt x="22" y="9"/>
                    <a:pt x="22" y="9"/>
                    <a:pt x="22" y="9"/>
                  </a:cubicBezTo>
                  <a:cubicBezTo>
                    <a:pt x="22" y="10"/>
                    <a:pt x="22" y="10"/>
                    <a:pt x="23" y="10"/>
                  </a:cubicBezTo>
                  <a:cubicBezTo>
                    <a:pt x="23" y="10"/>
                    <a:pt x="24" y="9"/>
                    <a:pt x="23" y="9"/>
                  </a:cubicBezTo>
                  <a:cubicBezTo>
                    <a:pt x="23" y="9"/>
                    <a:pt x="23" y="7"/>
                    <a:pt x="21" y="5"/>
                  </a:cubicBezTo>
                  <a:cubicBezTo>
                    <a:pt x="19" y="2"/>
                    <a:pt x="16" y="0"/>
                    <a:pt x="13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8" y="1"/>
                    <a:pt x="5" y="4"/>
                    <a:pt x="3" y="6"/>
                  </a:cubicBezTo>
                  <a:cubicBezTo>
                    <a:pt x="1" y="9"/>
                    <a:pt x="0" y="12"/>
                    <a:pt x="0" y="12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31"/>
                    <a:pt x="0" y="31"/>
                    <a:pt x="0" y="31"/>
                  </a:cubicBezTo>
                  <a:cubicBezTo>
                    <a:pt x="0" y="31"/>
                    <a:pt x="1" y="32"/>
                    <a:pt x="1" y="32"/>
                  </a:cubicBezTo>
                  <a:cubicBezTo>
                    <a:pt x="2" y="32"/>
                    <a:pt x="2" y="31"/>
                    <a:pt x="2" y="31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6331" name="Freeform 230">
              <a:extLst>
                <a:ext uri="{FF2B5EF4-FFF2-40B4-BE49-F238E27FC236}">
                  <a16:creationId xmlns:a16="http://schemas.microsoft.com/office/drawing/2014/main" id="{AFC88067-5F89-49E7-9986-F022630504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5" y="2031"/>
              <a:ext cx="61" cy="84"/>
            </a:xfrm>
            <a:custGeom>
              <a:avLst/>
              <a:gdLst>
                <a:gd name="T0" fmla="*/ 14 w 51"/>
                <a:gd name="T1" fmla="*/ 6 h 70"/>
                <a:gd name="T2" fmla="*/ 14 w 51"/>
                <a:gd name="T3" fmla="*/ 6 h 70"/>
                <a:gd name="T4" fmla="*/ 16 w 51"/>
                <a:gd name="T5" fmla="*/ 17 h 70"/>
                <a:gd name="T6" fmla="*/ 14 w 51"/>
                <a:gd name="T7" fmla="*/ 26 h 70"/>
                <a:gd name="T8" fmla="*/ 10 w 51"/>
                <a:gd name="T9" fmla="*/ 34 h 70"/>
                <a:gd name="T10" fmla="*/ 0 w 51"/>
                <a:gd name="T11" fmla="*/ 41 h 70"/>
                <a:gd name="T12" fmla="*/ 12 w 51"/>
                <a:gd name="T13" fmla="*/ 37 h 70"/>
                <a:gd name="T14" fmla="*/ 12 w 51"/>
                <a:gd name="T15" fmla="*/ 37 h 70"/>
                <a:gd name="T16" fmla="*/ 12 w 51"/>
                <a:gd name="T17" fmla="*/ 37 h 70"/>
                <a:gd name="T18" fmla="*/ 12 w 51"/>
                <a:gd name="T19" fmla="*/ 37 h 70"/>
                <a:gd name="T20" fmla="*/ 12 w 51"/>
                <a:gd name="T21" fmla="*/ 37 h 70"/>
                <a:gd name="T22" fmla="*/ 12 w 51"/>
                <a:gd name="T23" fmla="*/ 37 h 70"/>
                <a:gd name="T24" fmla="*/ 12 w 51"/>
                <a:gd name="T25" fmla="*/ 37 h 70"/>
                <a:gd name="T26" fmla="*/ 39 w 51"/>
                <a:gd name="T27" fmla="*/ 58 h 70"/>
                <a:gd name="T28" fmla="*/ 45 w 51"/>
                <a:gd name="T29" fmla="*/ 67 h 70"/>
                <a:gd name="T30" fmla="*/ 47 w 51"/>
                <a:gd name="T31" fmla="*/ 71 h 70"/>
                <a:gd name="T32" fmla="*/ 50 w 51"/>
                <a:gd name="T33" fmla="*/ 72 h 70"/>
                <a:gd name="T34" fmla="*/ 50 w 51"/>
                <a:gd name="T35" fmla="*/ 74 h 70"/>
                <a:gd name="T36" fmla="*/ 53 w 51"/>
                <a:gd name="T37" fmla="*/ 77 h 70"/>
                <a:gd name="T38" fmla="*/ 56 w 51"/>
                <a:gd name="T39" fmla="*/ 78 h 70"/>
                <a:gd name="T40" fmla="*/ 72 w 51"/>
                <a:gd name="T41" fmla="*/ 92 h 70"/>
                <a:gd name="T42" fmla="*/ 80 w 51"/>
                <a:gd name="T43" fmla="*/ 113 h 70"/>
                <a:gd name="T44" fmla="*/ 80 w 51"/>
                <a:gd name="T45" fmla="*/ 115 h 70"/>
                <a:gd name="T46" fmla="*/ 81 w 51"/>
                <a:gd name="T47" fmla="*/ 121 h 70"/>
                <a:gd name="T48" fmla="*/ 87 w 51"/>
                <a:gd name="T49" fmla="*/ 118 h 70"/>
                <a:gd name="T50" fmla="*/ 87 w 51"/>
                <a:gd name="T51" fmla="*/ 113 h 70"/>
                <a:gd name="T52" fmla="*/ 78 w 51"/>
                <a:gd name="T53" fmla="*/ 86 h 70"/>
                <a:gd name="T54" fmla="*/ 59 w 51"/>
                <a:gd name="T55" fmla="*/ 72 h 70"/>
                <a:gd name="T56" fmla="*/ 54 w 51"/>
                <a:gd name="T57" fmla="*/ 71 h 70"/>
                <a:gd name="T58" fmla="*/ 54 w 51"/>
                <a:gd name="T59" fmla="*/ 71 h 70"/>
                <a:gd name="T60" fmla="*/ 54 w 51"/>
                <a:gd name="T61" fmla="*/ 71 h 70"/>
                <a:gd name="T62" fmla="*/ 54 w 51"/>
                <a:gd name="T63" fmla="*/ 71 h 70"/>
                <a:gd name="T64" fmla="*/ 54 w 51"/>
                <a:gd name="T65" fmla="*/ 71 h 70"/>
                <a:gd name="T66" fmla="*/ 54 w 51"/>
                <a:gd name="T67" fmla="*/ 71 h 70"/>
                <a:gd name="T68" fmla="*/ 54 w 51"/>
                <a:gd name="T69" fmla="*/ 71 h 70"/>
                <a:gd name="T70" fmla="*/ 54 w 51"/>
                <a:gd name="T71" fmla="*/ 71 h 70"/>
                <a:gd name="T72" fmla="*/ 54 w 51"/>
                <a:gd name="T73" fmla="*/ 71 h 70"/>
                <a:gd name="T74" fmla="*/ 54 w 51"/>
                <a:gd name="T75" fmla="*/ 71 h 70"/>
                <a:gd name="T76" fmla="*/ 54 w 51"/>
                <a:gd name="T77" fmla="*/ 71 h 70"/>
                <a:gd name="T78" fmla="*/ 54 w 51"/>
                <a:gd name="T79" fmla="*/ 71 h 70"/>
                <a:gd name="T80" fmla="*/ 53 w 51"/>
                <a:gd name="T81" fmla="*/ 66 h 70"/>
                <a:gd name="T82" fmla="*/ 45 w 51"/>
                <a:gd name="T83" fmla="*/ 52 h 70"/>
                <a:gd name="T84" fmla="*/ 12 w 51"/>
                <a:gd name="T85" fmla="*/ 31 h 70"/>
                <a:gd name="T86" fmla="*/ 12 w 51"/>
                <a:gd name="T87" fmla="*/ 31 h 70"/>
                <a:gd name="T88" fmla="*/ 12 w 51"/>
                <a:gd name="T89" fmla="*/ 35 h 70"/>
                <a:gd name="T90" fmla="*/ 14 w 51"/>
                <a:gd name="T91" fmla="*/ 37 h 70"/>
                <a:gd name="T92" fmla="*/ 20 w 51"/>
                <a:gd name="T93" fmla="*/ 28 h 70"/>
                <a:gd name="T94" fmla="*/ 23 w 51"/>
                <a:gd name="T95" fmla="*/ 17 h 70"/>
                <a:gd name="T96" fmla="*/ 20 w 51"/>
                <a:gd name="T97" fmla="*/ 2 h 70"/>
                <a:gd name="T98" fmla="*/ 17 w 51"/>
                <a:gd name="T99" fmla="*/ 0 h 70"/>
                <a:gd name="T100" fmla="*/ 14 w 51"/>
                <a:gd name="T101" fmla="*/ 6 h 70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51" h="70">
                  <a:moveTo>
                    <a:pt x="8" y="3"/>
                  </a:moveTo>
                  <a:cubicBezTo>
                    <a:pt x="8" y="3"/>
                    <a:pt x="8" y="3"/>
                    <a:pt x="8" y="3"/>
                  </a:cubicBezTo>
                  <a:cubicBezTo>
                    <a:pt x="8" y="3"/>
                    <a:pt x="9" y="6"/>
                    <a:pt x="9" y="10"/>
                  </a:cubicBezTo>
                  <a:cubicBezTo>
                    <a:pt x="9" y="12"/>
                    <a:pt x="9" y="13"/>
                    <a:pt x="8" y="15"/>
                  </a:cubicBezTo>
                  <a:cubicBezTo>
                    <a:pt x="8" y="17"/>
                    <a:pt x="7" y="18"/>
                    <a:pt x="6" y="19"/>
                  </a:cubicBezTo>
                  <a:cubicBezTo>
                    <a:pt x="0" y="23"/>
                    <a:pt x="0" y="23"/>
                    <a:pt x="0" y="23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9" y="22"/>
                    <a:pt x="16" y="23"/>
                    <a:pt x="23" y="33"/>
                  </a:cubicBezTo>
                  <a:cubicBezTo>
                    <a:pt x="26" y="36"/>
                    <a:pt x="27" y="38"/>
                    <a:pt x="27" y="39"/>
                  </a:cubicBezTo>
                  <a:cubicBezTo>
                    <a:pt x="28" y="40"/>
                    <a:pt x="28" y="41"/>
                    <a:pt x="28" y="41"/>
                  </a:cubicBezTo>
                  <a:cubicBezTo>
                    <a:pt x="28" y="42"/>
                    <a:pt x="29" y="42"/>
                    <a:pt x="29" y="42"/>
                  </a:cubicBezTo>
                  <a:cubicBezTo>
                    <a:pt x="29" y="43"/>
                    <a:pt x="29" y="43"/>
                    <a:pt x="29" y="43"/>
                  </a:cubicBezTo>
                  <a:cubicBezTo>
                    <a:pt x="30" y="44"/>
                    <a:pt x="30" y="44"/>
                    <a:pt x="31" y="44"/>
                  </a:cubicBezTo>
                  <a:cubicBezTo>
                    <a:pt x="31" y="45"/>
                    <a:pt x="32" y="45"/>
                    <a:pt x="33" y="45"/>
                  </a:cubicBezTo>
                  <a:cubicBezTo>
                    <a:pt x="35" y="46"/>
                    <a:pt x="39" y="49"/>
                    <a:pt x="42" y="53"/>
                  </a:cubicBezTo>
                  <a:cubicBezTo>
                    <a:pt x="45" y="57"/>
                    <a:pt x="47" y="61"/>
                    <a:pt x="47" y="65"/>
                  </a:cubicBezTo>
                  <a:cubicBezTo>
                    <a:pt x="47" y="66"/>
                    <a:pt x="47" y="67"/>
                    <a:pt x="47" y="67"/>
                  </a:cubicBezTo>
                  <a:cubicBezTo>
                    <a:pt x="47" y="68"/>
                    <a:pt x="47" y="69"/>
                    <a:pt x="48" y="70"/>
                  </a:cubicBezTo>
                  <a:cubicBezTo>
                    <a:pt x="49" y="70"/>
                    <a:pt x="50" y="69"/>
                    <a:pt x="51" y="68"/>
                  </a:cubicBezTo>
                  <a:cubicBezTo>
                    <a:pt x="51" y="67"/>
                    <a:pt x="51" y="66"/>
                    <a:pt x="51" y="65"/>
                  </a:cubicBezTo>
                  <a:cubicBezTo>
                    <a:pt x="51" y="60"/>
                    <a:pt x="48" y="54"/>
                    <a:pt x="45" y="50"/>
                  </a:cubicBezTo>
                  <a:cubicBezTo>
                    <a:pt x="41" y="46"/>
                    <a:pt x="37" y="43"/>
                    <a:pt x="34" y="42"/>
                  </a:cubicBezTo>
                  <a:cubicBezTo>
                    <a:pt x="33" y="41"/>
                    <a:pt x="32" y="41"/>
                    <a:pt x="32" y="41"/>
                  </a:cubicBezTo>
                  <a:cubicBezTo>
                    <a:pt x="32" y="41"/>
                    <a:pt x="32" y="41"/>
                    <a:pt x="32" y="41"/>
                  </a:cubicBezTo>
                  <a:cubicBezTo>
                    <a:pt x="32" y="41"/>
                    <a:pt x="32" y="41"/>
                    <a:pt x="32" y="41"/>
                  </a:cubicBezTo>
                  <a:cubicBezTo>
                    <a:pt x="32" y="41"/>
                    <a:pt x="32" y="41"/>
                    <a:pt x="32" y="41"/>
                  </a:cubicBezTo>
                  <a:cubicBezTo>
                    <a:pt x="32" y="41"/>
                    <a:pt x="32" y="41"/>
                    <a:pt x="32" y="41"/>
                  </a:cubicBezTo>
                  <a:cubicBezTo>
                    <a:pt x="32" y="41"/>
                    <a:pt x="32" y="41"/>
                    <a:pt x="32" y="41"/>
                  </a:cubicBezTo>
                  <a:cubicBezTo>
                    <a:pt x="32" y="41"/>
                    <a:pt x="32" y="41"/>
                    <a:pt x="32" y="41"/>
                  </a:cubicBezTo>
                  <a:cubicBezTo>
                    <a:pt x="32" y="41"/>
                    <a:pt x="32" y="41"/>
                    <a:pt x="32" y="41"/>
                  </a:cubicBezTo>
                  <a:cubicBezTo>
                    <a:pt x="32" y="41"/>
                    <a:pt x="32" y="41"/>
                    <a:pt x="32" y="41"/>
                  </a:cubicBezTo>
                  <a:cubicBezTo>
                    <a:pt x="32" y="41"/>
                    <a:pt x="32" y="41"/>
                    <a:pt x="32" y="41"/>
                  </a:cubicBezTo>
                  <a:cubicBezTo>
                    <a:pt x="32" y="41"/>
                    <a:pt x="32" y="41"/>
                    <a:pt x="32" y="41"/>
                  </a:cubicBezTo>
                  <a:cubicBezTo>
                    <a:pt x="32" y="41"/>
                    <a:pt x="32" y="41"/>
                    <a:pt x="32" y="41"/>
                  </a:cubicBezTo>
                  <a:cubicBezTo>
                    <a:pt x="32" y="40"/>
                    <a:pt x="32" y="39"/>
                    <a:pt x="31" y="38"/>
                  </a:cubicBezTo>
                  <a:cubicBezTo>
                    <a:pt x="30" y="36"/>
                    <a:pt x="29" y="34"/>
                    <a:pt x="27" y="30"/>
                  </a:cubicBezTo>
                  <a:cubicBezTo>
                    <a:pt x="19" y="19"/>
                    <a:pt x="10" y="18"/>
                    <a:pt x="7" y="18"/>
                  </a:cubicBezTo>
                  <a:cubicBezTo>
                    <a:pt x="7" y="18"/>
                    <a:pt x="7" y="18"/>
                    <a:pt x="7" y="18"/>
                  </a:cubicBezTo>
                  <a:cubicBezTo>
                    <a:pt x="7" y="20"/>
                    <a:pt x="7" y="20"/>
                    <a:pt x="7" y="20"/>
                  </a:cubicBezTo>
                  <a:cubicBezTo>
                    <a:pt x="8" y="22"/>
                    <a:pt x="8" y="22"/>
                    <a:pt x="8" y="22"/>
                  </a:cubicBezTo>
                  <a:cubicBezTo>
                    <a:pt x="10" y="21"/>
                    <a:pt x="11" y="18"/>
                    <a:pt x="12" y="16"/>
                  </a:cubicBezTo>
                  <a:cubicBezTo>
                    <a:pt x="13" y="14"/>
                    <a:pt x="13" y="12"/>
                    <a:pt x="13" y="10"/>
                  </a:cubicBezTo>
                  <a:cubicBezTo>
                    <a:pt x="13" y="5"/>
                    <a:pt x="12" y="2"/>
                    <a:pt x="12" y="2"/>
                  </a:cubicBezTo>
                  <a:cubicBezTo>
                    <a:pt x="12" y="1"/>
                    <a:pt x="11" y="0"/>
                    <a:pt x="10" y="0"/>
                  </a:cubicBezTo>
                  <a:cubicBezTo>
                    <a:pt x="9" y="1"/>
                    <a:pt x="8" y="2"/>
                    <a:pt x="8" y="3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6332" name="Freeform 231">
              <a:extLst>
                <a:ext uri="{FF2B5EF4-FFF2-40B4-BE49-F238E27FC236}">
                  <a16:creationId xmlns:a16="http://schemas.microsoft.com/office/drawing/2014/main" id="{E9A56C07-8FA8-4D8F-B57F-E9E7DDEEB44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9" y="2076"/>
              <a:ext cx="24" cy="11"/>
            </a:xfrm>
            <a:custGeom>
              <a:avLst/>
              <a:gdLst>
                <a:gd name="T0" fmla="*/ 31 w 20"/>
                <a:gd name="T1" fmla="*/ 9 h 9"/>
                <a:gd name="T2" fmla="*/ 20 w 20"/>
                <a:gd name="T3" fmla="*/ 2 h 9"/>
                <a:gd name="T4" fmla="*/ 2 w 20"/>
                <a:gd name="T5" fmla="*/ 0 h 9"/>
                <a:gd name="T6" fmla="*/ 0 w 20"/>
                <a:gd name="T7" fmla="*/ 2 h 9"/>
                <a:gd name="T8" fmla="*/ 2 w 20"/>
                <a:gd name="T9" fmla="*/ 7 h 9"/>
                <a:gd name="T10" fmla="*/ 19 w 20"/>
                <a:gd name="T11" fmla="*/ 11 h 9"/>
                <a:gd name="T12" fmla="*/ 26 w 20"/>
                <a:gd name="T13" fmla="*/ 15 h 9"/>
                <a:gd name="T14" fmla="*/ 28 w 20"/>
                <a:gd name="T15" fmla="*/ 15 h 9"/>
                <a:gd name="T16" fmla="*/ 34 w 20"/>
                <a:gd name="T17" fmla="*/ 13 h 9"/>
                <a:gd name="T18" fmla="*/ 31 w 20"/>
                <a:gd name="T19" fmla="*/ 9 h 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0" h="9">
                  <a:moveTo>
                    <a:pt x="18" y="5"/>
                  </a:moveTo>
                  <a:cubicBezTo>
                    <a:pt x="18" y="5"/>
                    <a:pt x="16" y="4"/>
                    <a:pt x="12" y="2"/>
                  </a:cubicBezTo>
                  <a:cubicBezTo>
                    <a:pt x="9" y="1"/>
                    <a:pt x="5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ubicBezTo>
                    <a:pt x="4" y="4"/>
                    <a:pt x="8" y="5"/>
                    <a:pt x="11" y="6"/>
                  </a:cubicBezTo>
                  <a:cubicBezTo>
                    <a:pt x="13" y="7"/>
                    <a:pt x="14" y="7"/>
                    <a:pt x="15" y="8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17" y="9"/>
                    <a:pt x="19" y="8"/>
                    <a:pt x="19" y="7"/>
                  </a:cubicBezTo>
                  <a:cubicBezTo>
                    <a:pt x="20" y="6"/>
                    <a:pt x="19" y="5"/>
                    <a:pt x="18" y="5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6333" name="Freeform 232">
              <a:extLst>
                <a:ext uri="{FF2B5EF4-FFF2-40B4-BE49-F238E27FC236}">
                  <a16:creationId xmlns:a16="http://schemas.microsoft.com/office/drawing/2014/main" id="{616EA30F-5823-45F0-860B-CB70F0D343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9" y="2060"/>
              <a:ext cx="12" cy="6"/>
            </a:xfrm>
            <a:custGeom>
              <a:avLst/>
              <a:gdLst>
                <a:gd name="T0" fmla="*/ 12 w 10"/>
                <a:gd name="T1" fmla="*/ 0 h 5"/>
                <a:gd name="T2" fmla="*/ 1 w 10"/>
                <a:gd name="T3" fmla="*/ 1 h 5"/>
                <a:gd name="T4" fmla="*/ 0 w 10"/>
                <a:gd name="T5" fmla="*/ 6 h 5"/>
                <a:gd name="T6" fmla="*/ 2 w 10"/>
                <a:gd name="T7" fmla="*/ 8 h 5"/>
                <a:gd name="T8" fmla="*/ 14 w 10"/>
                <a:gd name="T9" fmla="*/ 7 h 5"/>
                <a:gd name="T10" fmla="*/ 16 w 10"/>
                <a:gd name="T11" fmla="*/ 2 h 5"/>
                <a:gd name="T12" fmla="*/ 12 w 10"/>
                <a:gd name="T13" fmla="*/ 0 h 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" h="5">
                  <a:moveTo>
                    <a:pt x="7" y="0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2"/>
                    <a:pt x="0" y="3"/>
                  </a:cubicBezTo>
                  <a:cubicBezTo>
                    <a:pt x="0" y="4"/>
                    <a:pt x="1" y="5"/>
                    <a:pt x="2" y="5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9" y="4"/>
                    <a:pt x="10" y="3"/>
                    <a:pt x="9" y="2"/>
                  </a:cubicBezTo>
                  <a:cubicBezTo>
                    <a:pt x="9" y="1"/>
                    <a:pt x="8" y="0"/>
                    <a:pt x="7" y="0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6334" name="Freeform 233">
              <a:extLst>
                <a:ext uri="{FF2B5EF4-FFF2-40B4-BE49-F238E27FC236}">
                  <a16:creationId xmlns:a16="http://schemas.microsoft.com/office/drawing/2014/main" id="{B2942F8F-DDDC-47CB-A021-5C4EB723DE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7" y="1989"/>
              <a:ext cx="454" cy="1563"/>
            </a:xfrm>
            <a:custGeom>
              <a:avLst/>
              <a:gdLst>
                <a:gd name="T0" fmla="*/ 119 w 379"/>
                <a:gd name="T1" fmla="*/ 0 h 1303"/>
                <a:gd name="T2" fmla="*/ 114 w 379"/>
                <a:gd name="T3" fmla="*/ 511 h 1303"/>
                <a:gd name="T4" fmla="*/ 121 w 379"/>
                <a:gd name="T5" fmla="*/ 743 h 1303"/>
                <a:gd name="T6" fmla="*/ 110 w 379"/>
                <a:gd name="T7" fmla="*/ 948 h 1303"/>
                <a:gd name="T8" fmla="*/ 107 w 379"/>
                <a:gd name="T9" fmla="*/ 1126 h 1303"/>
                <a:gd name="T10" fmla="*/ 80 w 379"/>
                <a:gd name="T11" fmla="*/ 1370 h 1303"/>
                <a:gd name="T12" fmla="*/ 102 w 379"/>
                <a:gd name="T13" fmla="*/ 1513 h 1303"/>
                <a:gd name="T14" fmla="*/ 111 w 379"/>
                <a:gd name="T15" fmla="*/ 1594 h 1303"/>
                <a:gd name="T16" fmla="*/ 122 w 379"/>
                <a:gd name="T17" fmla="*/ 1643 h 1303"/>
                <a:gd name="T18" fmla="*/ 143 w 379"/>
                <a:gd name="T19" fmla="*/ 1714 h 1303"/>
                <a:gd name="T20" fmla="*/ 158 w 379"/>
                <a:gd name="T21" fmla="*/ 1805 h 1303"/>
                <a:gd name="T22" fmla="*/ 168 w 379"/>
                <a:gd name="T23" fmla="*/ 1913 h 1303"/>
                <a:gd name="T24" fmla="*/ 146 w 379"/>
                <a:gd name="T25" fmla="*/ 1956 h 1303"/>
                <a:gd name="T26" fmla="*/ 99 w 379"/>
                <a:gd name="T27" fmla="*/ 2033 h 1303"/>
                <a:gd name="T28" fmla="*/ 62 w 379"/>
                <a:gd name="T29" fmla="*/ 2128 h 1303"/>
                <a:gd name="T30" fmla="*/ 29 w 379"/>
                <a:gd name="T31" fmla="*/ 2160 h 1303"/>
                <a:gd name="T32" fmla="*/ 7 w 379"/>
                <a:gd name="T33" fmla="*/ 2188 h 1303"/>
                <a:gd name="T34" fmla="*/ 23 w 379"/>
                <a:gd name="T35" fmla="*/ 2199 h 1303"/>
                <a:gd name="T36" fmla="*/ 35 w 379"/>
                <a:gd name="T37" fmla="*/ 2213 h 1303"/>
                <a:gd name="T38" fmla="*/ 43 w 379"/>
                <a:gd name="T39" fmla="*/ 2212 h 1303"/>
                <a:gd name="T40" fmla="*/ 57 w 379"/>
                <a:gd name="T41" fmla="*/ 2226 h 1303"/>
                <a:gd name="T42" fmla="*/ 78 w 379"/>
                <a:gd name="T43" fmla="*/ 2224 h 1303"/>
                <a:gd name="T44" fmla="*/ 95 w 379"/>
                <a:gd name="T45" fmla="*/ 2230 h 1303"/>
                <a:gd name="T46" fmla="*/ 115 w 379"/>
                <a:gd name="T47" fmla="*/ 2224 h 1303"/>
                <a:gd name="T48" fmla="*/ 143 w 379"/>
                <a:gd name="T49" fmla="*/ 2243 h 1303"/>
                <a:gd name="T50" fmla="*/ 200 w 379"/>
                <a:gd name="T51" fmla="*/ 2241 h 1303"/>
                <a:gd name="T52" fmla="*/ 210 w 379"/>
                <a:gd name="T53" fmla="*/ 2230 h 1303"/>
                <a:gd name="T54" fmla="*/ 261 w 379"/>
                <a:gd name="T55" fmla="*/ 2213 h 1303"/>
                <a:gd name="T56" fmla="*/ 332 w 379"/>
                <a:gd name="T57" fmla="*/ 2139 h 1303"/>
                <a:gd name="T58" fmla="*/ 407 w 379"/>
                <a:gd name="T59" fmla="*/ 2110 h 1303"/>
                <a:gd name="T60" fmla="*/ 407 w 379"/>
                <a:gd name="T61" fmla="*/ 2009 h 1303"/>
                <a:gd name="T62" fmla="*/ 389 w 379"/>
                <a:gd name="T63" fmla="*/ 1962 h 1303"/>
                <a:gd name="T64" fmla="*/ 385 w 379"/>
                <a:gd name="T65" fmla="*/ 1928 h 1303"/>
                <a:gd name="T66" fmla="*/ 393 w 379"/>
                <a:gd name="T67" fmla="*/ 1901 h 1303"/>
                <a:gd name="T68" fmla="*/ 411 w 379"/>
                <a:gd name="T69" fmla="*/ 1810 h 1303"/>
                <a:gd name="T70" fmla="*/ 419 w 379"/>
                <a:gd name="T71" fmla="*/ 1714 h 1303"/>
                <a:gd name="T72" fmla="*/ 435 w 379"/>
                <a:gd name="T73" fmla="*/ 1628 h 1303"/>
                <a:gd name="T74" fmla="*/ 472 w 379"/>
                <a:gd name="T75" fmla="*/ 1450 h 1303"/>
                <a:gd name="T76" fmla="*/ 479 w 379"/>
                <a:gd name="T77" fmla="*/ 1315 h 1303"/>
                <a:gd name="T78" fmla="*/ 480 w 379"/>
                <a:gd name="T79" fmla="*/ 1153 h 1303"/>
                <a:gd name="T80" fmla="*/ 492 w 379"/>
                <a:gd name="T81" fmla="*/ 1058 h 1303"/>
                <a:gd name="T82" fmla="*/ 529 w 379"/>
                <a:gd name="T83" fmla="*/ 936 h 1303"/>
                <a:gd name="T84" fmla="*/ 549 w 379"/>
                <a:gd name="T85" fmla="*/ 820 h 1303"/>
                <a:gd name="T86" fmla="*/ 556 w 379"/>
                <a:gd name="T87" fmla="*/ 699 h 1303"/>
                <a:gd name="T88" fmla="*/ 624 w 379"/>
                <a:gd name="T89" fmla="*/ 433 h 1303"/>
                <a:gd name="T90" fmla="*/ 643 w 379"/>
                <a:gd name="T91" fmla="*/ 67 h 1303"/>
                <a:gd name="T92" fmla="*/ 119 w 379"/>
                <a:gd name="T93" fmla="*/ 0 h 1303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0" t="0" r="r" b="b"/>
              <a:pathLst>
                <a:path w="379" h="1303">
                  <a:moveTo>
                    <a:pt x="69" y="0"/>
                  </a:moveTo>
                  <a:cubicBezTo>
                    <a:pt x="69" y="0"/>
                    <a:pt x="59" y="223"/>
                    <a:pt x="66" y="296"/>
                  </a:cubicBezTo>
                  <a:cubicBezTo>
                    <a:pt x="74" y="368"/>
                    <a:pt x="73" y="394"/>
                    <a:pt x="70" y="430"/>
                  </a:cubicBezTo>
                  <a:cubicBezTo>
                    <a:pt x="66" y="466"/>
                    <a:pt x="65" y="521"/>
                    <a:pt x="64" y="549"/>
                  </a:cubicBezTo>
                  <a:cubicBezTo>
                    <a:pt x="63" y="578"/>
                    <a:pt x="72" y="624"/>
                    <a:pt x="62" y="653"/>
                  </a:cubicBezTo>
                  <a:cubicBezTo>
                    <a:pt x="53" y="681"/>
                    <a:pt x="37" y="752"/>
                    <a:pt x="47" y="794"/>
                  </a:cubicBezTo>
                  <a:cubicBezTo>
                    <a:pt x="58" y="837"/>
                    <a:pt x="59" y="857"/>
                    <a:pt x="59" y="876"/>
                  </a:cubicBezTo>
                  <a:cubicBezTo>
                    <a:pt x="59" y="895"/>
                    <a:pt x="61" y="912"/>
                    <a:pt x="65" y="924"/>
                  </a:cubicBezTo>
                  <a:cubicBezTo>
                    <a:pt x="70" y="937"/>
                    <a:pt x="71" y="939"/>
                    <a:pt x="71" y="952"/>
                  </a:cubicBezTo>
                  <a:cubicBezTo>
                    <a:pt x="71" y="964"/>
                    <a:pt x="78" y="977"/>
                    <a:pt x="83" y="993"/>
                  </a:cubicBezTo>
                  <a:cubicBezTo>
                    <a:pt x="89" y="1009"/>
                    <a:pt x="92" y="1025"/>
                    <a:pt x="92" y="1046"/>
                  </a:cubicBezTo>
                  <a:cubicBezTo>
                    <a:pt x="92" y="1067"/>
                    <a:pt x="82" y="1098"/>
                    <a:pt x="98" y="1109"/>
                  </a:cubicBezTo>
                  <a:cubicBezTo>
                    <a:pt x="98" y="1109"/>
                    <a:pt x="94" y="1125"/>
                    <a:pt x="85" y="1134"/>
                  </a:cubicBezTo>
                  <a:cubicBezTo>
                    <a:pt x="77" y="1142"/>
                    <a:pt x="63" y="1161"/>
                    <a:pt x="58" y="1178"/>
                  </a:cubicBezTo>
                  <a:cubicBezTo>
                    <a:pt x="53" y="1196"/>
                    <a:pt x="43" y="1225"/>
                    <a:pt x="36" y="1233"/>
                  </a:cubicBezTo>
                  <a:cubicBezTo>
                    <a:pt x="29" y="1242"/>
                    <a:pt x="21" y="1248"/>
                    <a:pt x="17" y="1251"/>
                  </a:cubicBezTo>
                  <a:cubicBezTo>
                    <a:pt x="12" y="1254"/>
                    <a:pt x="0" y="1260"/>
                    <a:pt x="4" y="1268"/>
                  </a:cubicBezTo>
                  <a:cubicBezTo>
                    <a:pt x="7" y="1276"/>
                    <a:pt x="13" y="1274"/>
                    <a:pt x="13" y="1274"/>
                  </a:cubicBezTo>
                  <a:cubicBezTo>
                    <a:pt x="13" y="1274"/>
                    <a:pt x="15" y="1281"/>
                    <a:pt x="20" y="1282"/>
                  </a:cubicBezTo>
                  <a:cubicBezTo>
                    <a:pt x="24" y="1283"/>
                    <a:pt x="25" y="1281"/>
                    <a:pt x="25" y="1281"/>
                  </a:cubicBezTo>
                  <a:cubicBezTo>
                    <a:pt x="25" y="1281"/>
                    <a:pt x="27" y="1287"/>
                    <a:pt x="33" y="1290"/>
                  </a:cubicBezTo>
                  <a:cubicBezTo>
                    <a:pt x="40" y="1293"/>
                    <a:pt x="45" y="1289"/>
                    <a:pt x="45" y="1289"/>
                  </a:cubicBezTo>
                  <a:cubicBezTo>
                    <a:pt x="45" y="1289"/>
                    <a:pt x="48" y="1291"/>
                    <a:pt x="55" y="1292"/>
                  </a:cubicBezTo>
                  <a:cubicBezTo>
                    <a:pt x="63" y="1293"/>
                    <a:pt x="67" y="1289"/>
                    <a:pt x="67" y="1289"/>
                  </a:cubicBezTo>
                  <a:cubicBezTo>
                    <a:pt x="67" y="1289"/>
                    <a:pt x="69" y="1298"/>
                    <a:pt x="83" y="1300"/>
                  </a:cubicBezTo>
                  <a:cubicBezTo>
                    <a:pt x="97" y="1302"/>
                    <a:pt x="112" y="1303"/>
                    <a:pt x="116" y="1298"/>
                  </a:cubicBezTo>
                  <a:cubicBezTo>
                    <a:pt x="119" y="1294"/>
                    <a:pt x="122" y="1292"/>
                    <a:pt x="122" y="1292"/>
                  </a:cubicBezTo>
                  <a:cubicBezTo>
                    <a:pt x="122" y="1292"/>
                    <a:pt x="143" y="1296"/>
                    <a:pt x="152" y="1282"/>
                  </a:cubicBezTo>
                  <a:cubicBezTo>
                    <a:pt x="161" y="1269"/>
                    <a:pt x="171" y="1241"/>
                    <a:pt x="193" y="1239"/>
                  </a:cubicBezTo>
                  <a:cubicBezTo>
                    <a:pt x="214" y="1238"/>
                    <a:pt x="228" y="1235"/>
                    <a:pt x="237" y="1222"/>
                  </a:cubicBezTo>
                  <a:cubicBezTo>
                    <a:pt x="246" y="1209"/>
                    <a:pt x="246" y="1178"/>
                    <a:pt x="237" y="1164"/>
                  </a:cubicBezTo>
                  <a:cubicBezTo>
                    <a:pt x="228" y="1149"/>
                    <a:pt x="226" y="1144"/>
                    <a:pt x="226" y="1137"/>
                  </a:cubicBezTo>
                  <a:cubicBezTo>
                    <a:pt x="226" y="1130"/>
                    <a:pt x="226" y="1123"/>
                    <a:pt x="224" y="1117"/>
                  </a:cubicBezTo>
                  <a:cubicBezTo>
                    <a:pt x="223" y="1111"/>
                    <a:pt x="225" y="1108"/>
                    <a:pt x="229" y="1101"/>
                  </a:cubicBezTo>
                  <a:cubicBezTo>
                    <a:pt x="234" y="1094"/>
                    <a:pt x="241" y="1073"/>
                    <a:pt x="239" y="1049"/>
                  </a:cubicBezTo>
                  <a:cubicBezTo>
                    <a:pt x="237" y="1026"/>
                    <a:pt x="236" y="1013"/>
                    <a:pt x="244" y="993"/>
                  </a:cubicBezTo>
                  <a:cubicBezTo>
                    <a:pt x="251" y="972"/>
                    <a:pt x="252" y="958"/>
                    <a:pt x="253" y="943"/>
                  </a:cubicBezTo>
                  <a:cubicBezTo>
                    <a:pt x="253" y="928"/>
                    <a:pt x="272" y="869"/>
                    <a:pt x="275" y="840"/>
                  </a:cubicBezTo>
                  <a:cubicBezTo>
                    <a:pt x="279" y="810"/>
                    <a:pt x="282" y="783"/>
                    <a:pt x="279" y="762"/>
                  </a:cubicBezTo>
                  <a:cubicBezTo>
                    <a:pt x="276" y="741"/>
                    <a:pt x="280" y="686"/>
                    <a:pt x="280" y="668"/>
                  </a:cubicBezTo>
                  <a:cubicBezTo>
                    <a:pt x="279" y="650"/>
                    <a:pt x="280" y="629"/>
                    <a:pt x="286" y="613"/>
                  </a:cubicBezTo>
                  <a:cubicBezTo>
                    <a:pt x="292" y="597"/>
                    <a:pt x="306" y="565"/>
                    <a:pt x="308" y="542"/>
                  </a:cubicBezTo>
                  <a:cubicBezTo>
                    <a:pt x="311" y="519"/>
                    <a:pt x="322" y="495"/>
                    <a:pt x="319" y="475"/>
                  </a:cubicBezTo>
                  <a:cubicBezTo>
                    <a:pt x="316" y="455"/>
                    <a:pt x="318" y="425"/>
                    <a:pt x="323" y="405"/>
                  </a:cubicBezTo>
                  <a:cubicBezTo>
                    <a:pt x="328" y="384"/>
                    <a:pt x="360" y="307"/>
                    <a:pt x="363" y="251"/>
                  </a:cubicBezTo>
                  <a:cubicBezTo>
                    <a:pt x="366" y="196"/>
                    <a:pt x="379" y="93"/>
                    <a:pt x="374" y="39"/>
                  </a:cubicBezTo>
                  <a:cubicBezTo>
                    <a:pt x="69" y="0"/>
                    <a:pt x="69" y="0"/>
                    <a:pt x="69" y="0"/>
                  </a:cubicBezTo>
                </a:path>
              </a:pathLst>
            </a:custGeom>
            <a:solidFill>
              <a:srgbClr val="F8F3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6335" name="Freeform 234">
              <a:extLst>
                <a:ext uri="{FF2B5EF4-FFF2-40B4-BE49-F238E27FC236}">
                  <a16:creationId xmlns:a16="http://schemas.microsoft.com/office/drawing/2014/main" id="{3C215E55-1C38-486F-901B-5B17C5E9DE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9" y="1989"/>
              <a:ext cx="372" cy="1563"/>
            </a:xfrm>
            <a:custGeom>
              <a:avLst/>
              <a:gdLst>
                <a:gd name="T0" fmla="*/ 524 w 311"/>
                <a:gd name="T1" fmla="*/ 67 h 1303"/>
                <a:gd name="T2" fmla="*/ 1 w 311"/>
                <a:gd name="T3" fmla="*/ 0 h 1303"/>
                <a:gd name="T4" fmla="*/ 0 w 311"/>
                <a:gd name="T5" fmla="*/ 7 h 1303"/>
                <a:gd name="T6" fmla="*/ 464 w 311"/>
                <a:gd name="T7" fmla="*/ 67 h 1303"/>
                <a:gd name="T8" fmla="*/ 444 w 311"/>
                <a:gd name="T9" fmla="*/ 433 h 1303"/>
                <a:gd name="T10" fmla="*/ 374 w 311"/>
                <a:gd name="T11" fmla="*/ 699 h 1303"/>
                <a:gd name="T12" fmla="*/ 367 w 311"/>
                <a:gd name="T13" fmla="*/ 820 h 1303"/>
                <a:gd name="T14" fmla="*/ 350 w 311"/>
                <a:gd name="T15" fmla="*/ 936 h 1303"/>
                <a:gd name="T16" fmla="*/ 312 w 311"/>
                <a:gd name="T17" fmla="*/ 1058 h 1303"/>
                <a:gd name="T18" fmla="*/ 301 w 311"/>
                <a:gd name="T19" fmla="*/ 1153 h 1303"/>
                <a:gd name="T20" fmla="*/ 299 w 311"/>
                <a:gd name="T21" fmla="*/ 1315 h 1303"/>
                <a:gd name="T22" fmla="*/ 294 w 311"/>
                <a:gd name="T23" fmla="*/ 1450 h 1303"/>
                <a:gd name="T24" fmla="*/ 255 w 311"/>
                <a:gd name="T25" fmla="*/ 1628 h 1303"/>
                <a:gd name="T26" fmla="*/ 239 w 311"/>
                <a:gd name="T27" fmla="*/ 1714 h 1303"/>
                <a:gd name="T28" fmla="*/ 231 w 311"/>
                <a:gd name="T29" fmla="*/ 1810 h 1303"/>
                <a:gd name="T30" fmla="*/ 243 w 311"/>
                <a:gd name="T31" fmla="*/ 1902 h 1303"/>
                <a:gd name="T32" fmla="*/ 256 w 311"/>
                <a:gd name="T33" fmla="*/ 1926 h 1303"/>
                <a:gd name="T34" fmla="*/ 263 w 311"/>
                <a:gd name="T35" fmla="*/ 1976 h 1303"/>
                <a:gd name="T36" fmla="*/ 250 w 311"/>
                <a:gd name="T37" fmla="*/ 2014 h 1303"/>
                <a:gd name="T38" fmla="*/ 227 w 311"/>
                <a:gd name="T39" fmla="*/ 2110 h 1303"/>
                <a:gd name="T40" fmla="*/ 152 w 311"/>
                <a:gd name="T41" fmla="*/ 2139 h 1303"/>
                <a:gd name="T42" fmla="*/ 81 w 311"/>
                <a:gd name="T43" fmla="*/ 2213 h 1303"/>
                <a:gd name="T44" fmla="*/ 31 w 311"/>
                <a:gd name="T45" fmla="*/ 2230 h 1303"/>
                <a:gd name="T46" fmla="*/ 20 w 311"/>
                <a:gd name="T47" fmla="*/ 2241 h 1303"/>
                <a:gd name="T48" fmla="*/ 19 w 311"/>
                <a:gd name="T49" fmla="*/ 2242 h 1303"/>
                <a:gd name="T50" fmla="*/ 26 w 311"/>
                <a:gd name="T51" fmla="*/ 2243 h 1303"/>
                <a:gd name="T52" fmla="*/ 81 w 311"/>
                <a:gd name="T53" fmla="*/ 2241 h 1303"/>
                <a:gd name="T54" fmla="*/ 93 w 311"/>
                <a:gd name="T55" fmla="*/ 2230 h 1303"/>
                <a:gd name="T56" fmla="*/ 144 w 311"/>
                <a:gd name="T57" fmla="*/ 2213 h 1303"/>
                <a:gd name="T58" fmla="*/ 214 w 311"/>
                <a:gd name="T59" fmla="*/ 2139 h 1303"/>
                <a:gd name="T60" fmla="*/ 289 w 311"/>
                <a:gd name="T61" fmla="*/ 2110 h 1303"/>
                <a:gd name="T62" fmla="*/ 289 w 311"/>
                <a:gd name="T63" fmla="*/ 2009 h 1303"/>
                <a:gd name="T64" fmla="*/ 270 w 311"/>
                <a:gd name="T65" fmla="*/ 1962 h 1303"/>
                <a:gd name="T66" fmla="*/ 268 w 311"/>
                <a:gd name="T67" fmla="*/ 1928 h 1303"/>
                <a:gd name="T68" fmla="*/ 276 w 311"/>
                <a:gd name="T69" fmla="*/ 1901 h 1303"/>
                <a:gd name="T70" fmla="*/ 293 w 311"/>
                <a:gd name="T71" fmla="*/ 1810 h 1303"/>
                <a:gd name="T72" fmla="*/ 301 w 311"/>
                <a:gd name="T73" fmla="*/ 1714 h 1303"/>
                <a:gd name="T74" fmla="*/ 316 w 311"/>
                <a:gd name="T75" fmla="*/ 1628 h 1303"/>
                <a:gd name="T76" fmla="*/ 355 w 311"/>
                <a:gd name="T77" fmla="*/ 1450 h 1303"/>
                <a:gd name="T78" fmla="*/ 360 w 311"/>
                <a:gd name="T79" fmla="*/ 1315 h 1303"/>
                <a:gd name="T80" fmla="*/ 364 w 311"/>
                <a:gd name="T81" fmla="*/ 1153 h 1303"/>
                <a:gd name="T82" fmla="*/ 373 w 311"/>
                <a:gd name="T83" fmla="*/ 1058 h 1303"/>
                <a:gd name="T84" fmla="*/ 410 w 311"/>
                <a:gd name="T85" fmla="*/ 936 h 1303"/>
                <a:gd name="T86" fmla="*/ 429 w 311"/>
                <a:gd name="T87" fmla="*/ 820 h 1303"/>
                <a:gd name="T88" fmla="*/ 437 w 311"/>
                <a:gd name="T89" fmla="*/ 699 h 1303"/>
                <a:gd name="T90" fmla="*/ 505 w 311"/>
                <a:gd name="T91" fmla="*/ 433 h 1303"/>
                <a:gd name="T92" fmla="*/ 524 w 311"/>
                <a:gd name="T93" fmla="*/ 67 h 1303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0" t="0" r="r" b="b"/>
              <a:pathLst>
                <a:path w="311" h="1303">
                  <a:moveTo>
                    <a:pt x="306" y="39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1"/>
                    <a:pt x="0" y="4"/>
                  </a:cubicBezTo>
                  <a:cubicBezTo>
                    <a:pt x="271" y="39"/>
                    <a:pt x="271" y="39"/>
                    <a:pt x="271" y="39"/>
                  </a:cubicBezTo>
                  <a:cubicBezTo>
                    <a:pt x="275" y="93"/>
                    <a:pt x="262" y="196"/>
                    <a:pt x="259" y="251"/>
                  </a:cubicBezTo>
                  <a:cubicBezTo>
                    <a:pt x="257" y="307"/>
                    <a:pt x="224" y="384"/>
                    <a:pt x="219" y="405"/>
                  </a:cubicBezTo>
                  <a:cubicBezTo>
                    <a:pt x="215" y="425"/>
                    <a:pt x="213" y="455"/>
                    <a:pt x="215" y="475"/>
                  </a:cubicBezTo>
                  <a:cubicBezTo>
                    <a:pt x="218" y="495"/>
                    <a:pt x="207" y="519"/>
                    <a:pt x="205" y="542"/>
                  </a:cubicBezTo>
                  <a:cubicBezTo>
                    <a:pt x="202" y="565"/>
                    <a:pt x="188" y="597"/>
                    <a:pt x="182" y="613"/>
                  </a:cubicBezTo>
                  <a:cubicBezTo>
                    <a:pt x="176" y="629"/>
                    <a:pt x="175" y="650"/>
                    <a:pt x="176" y="668"/>
                  </a:cubicBezTo>
                  <a:cubicBezTo>
                    <a:pt x="177" y="686"/>
                    <a:pt x="172" y="741"/>
                    <a:pt x="175" y="762"/>
                  </a:cubicBezTo>
                  <a:cubicBezTo>
                    <a:pt x="179" y="783"/>
                    <a:pt x="175" y="810"/>
                    <a:pt x="172" y="840"/>
                  </a:cubicBezTo>
                  <a:cubicBezTo>
                    <a:pt x="168" y="869"/>
                    <a:pt x="149" y="928"/>
                    <a:pt x="149" y="943"/>
                  </a:cubicBezTo>
                  <a:cubicBezTo>
                    <a:pt x="149" y="958"/>
                    <a:pt x="147" y="972"/>
                    <a:pt x="140" y="993"/>
                  </a:cubicBezTo>
                  <a:cubicBezTo>
                    <a:pt x="133" y="1013"/>
                    <a:pt x="133" y="1026"/>
                    <a:pt x="135" y="1049"/>
                  </a:cubicBezTo>
                  <a:cubicBezTo>
                    <a:pt x="137" y="1073"/>
                    <a:pt x="146" y="1096"/>
                    <a:pt x="142" y="1102"/>
                  </a:cubicBezTo>
                  <a:cubicBezTo>
                    <a:pt x="138" y="1109"/>
                    <a:pt x="149" y="1110"/>
                    <a:pt x="150" y="1116"/>
                  </a:cubicBezTo>
                  <a:cubicBezTo>
                    <a:pt x="151" y="1122"/>
                    <a:pt x="154" y="1138"/>
                    <a:pt x="154" y="1145"/>
                  </a:cubicBezTo>
                  <a:cubicBezTo>
                    <a:pt x="154" y="1152"/>
                    <a:pt x="142" y="1162"/>
                    <a:pt x="146" y="1167"/>
                  </a:cubicBezTo>
                  <a:cubicBezTo>
                    <a:pt x="157" y="1181"/>
                    <a:pt x="142" y="1209"/>
                    <a:pt x="133" y="1222"/>
                  </a:cubicBezTo>
                  <a:cubicBezTo>
                    <a:pt x="124" y="1235"/>
                    <a:pt x="110" y="1238"/>
                    <a:pt x="89" y="1239"/>
                  </a:cubicBezTo>
                  <a:cubicBezTo>
                    <a:pt x="68" y="1241"/>
                    <a:pt x="57" y="1269"/>
                    <a:pt x="48" y="1282"/>
                  </a:cubicBezTo>
                  <a:cubicBezTo>
                    <a:pt x="39" y="1296"/>
                    <a:pt x="18" y="1292"/>
                    <a:pt x="18" y="1292"/>
                  </a:cubicBezTo>
                  <a:cubicBezTo>
                    <a:pt x="18" y="1292"/>
                    <a:pt x="15" y="1294"/>
                    <a:pt x="12" y="1298"/>
                  </a:cubicBezTo>
                  <a:cubicBezTo>
                    <a:pt x="11" y="1299"/>
                    <a:pt x="11" y="1299"/>
                    <a:pt x="11" y="1299"/>
                  </a:cubicBezTo>
                  <a:cubicBezTo>
                    <a:pt x="12" y="1300"/>
                    <a:pt x="13" y="1300"/>
                    <a:pt x="15" y="1300"/>
                  </a:cubicBezTo>
                  <a:cubicBezTo>
                    <a:pt x="29" y="1302"/>
                    <a:pt x="44" y="1303"/>
                    <a:pt x="48" y="1298"/>
                  </a:cubicBezTo>
                  <a:cubicBezTo>
                    <a:pt x="51" y="1294"/>
                    <a:pt x="54" y="1292"/>
                    <a:pt x="54" y="1292"/>
                  </a:cubicBezTo>
                  <a:cubicBezTo>
                    <a:pt x="54" y="1292"/>
                    <a:pt x="75" y="1296"/>
                    <a:pt x="84" y="1282"/>
                  </a:cubicBezTo>
                  <a:cubicBezTo>
                    <a:pt x="93" y="1269"/>
                    <a:pt x="103" y="1241"/>
                    <a:pt x="125" y="1239"/>
                  </a:cubicBezTo>
                  <a:cubicBezTo>
                    <a:pt x="146" y="1238"/>
                    <a:pt x="160" y="1235"/>
                    <a:pt x="169" y="1222"/>
                  </a:cubicBezTo>
                  <a:cubicBezTo>
                    <a:pt x="178" y="1209"/>
                    <a:pt x="178" y="1178"/>
                    <a:pt x="169" y="1164"/>
                  </a:cubicBezTo>
                  <a:cubicBezTo>
                    <a:pt x="160" y="1149"/>
                    <a:pt x="158" y="1144"/>
                    <a:pt x="158" y="1137"/>
                  </a:cubicBezTo>
                  <a:cubicBezTo>
                    <a:pt x="158" y="1130"/>
                    <a:pt x="158" y="1123"/>
                    <a:pt x="156" y="1117"/>
                  </a:cubicBezTo>
                  <a:cubicBezTo>
                    <a:pt x="155" y="1111"/>
                    <a:pt x="157" y="1108"/>
                    <a:pt x="161" y="1101"/>
                  </a:cubicBezTo>
                  <a:cubicBezTo>
                    <a:pt x="166" y="1094"/>
                    <a:pt x="173" y="1073"/>
                    <a:pt x="171" y="1049"/>
                  </a:cubicBezTo>
                  <a:cubicBezTo>
                    <a:pt x="169" y="1026"/>
                    <a:pt x="168" y="1013"/>
                    <a:pt x="176" y="993"/>
                  </a:cubicBezTo>
                  <a:cubicBezTo>
                    <a:pt x="183" y="972"/>
                    <a:pt x="184" y="958"/>
                    <a:pt x="185" y="943"/>
                  </a:cubicBezTo>
                  <a:cubicBezTo>
                    <a:pt x="185" y="928"/>
                    <a:pt x="204" y="869"/>
                    <a:pt x="207" y="840"/>
                  </a:cubicBezTo>
                  <a:cubicBezTo>
                    <a:pt x="211" y="810"/>
                    <a:pt x="214" y="783"/>
                    <a:pt x="211" y="762"/>
                  </a:cubicBezTo>
                  <a:cubicBezTo>
                    <a:pt x="208" y="741"/>
                    <a:pt x="212" y="686"/>
                    <a:pt x="212" y="668"/>
                  </a:cubicBezTo>
                  <a:cubicBezTo>
                    <a:pt x="211" y="650"/>
                    <a:pt x="212" y="629"/>
                    <a:pt x="218" y="613"/>
                  </a:cubicBezTo>
                  <a:cubicBezTo>
                    <a:pt x="224" y="597"/>
                    <a:pt x="238" y="565"/>
                    <a:pt x="240" y="542"/>
                  </a:cubicBezTo>
                  <a:cubicBezTo>
                    <a:pt x="243" y="519"/>
                    <a:pt x="254" y="495"/>
                    <a:pt x="251" y="475"/>
                  </a:cubicBezTo>
                  <a:cubicBezTo>
                    <a:pt x="248" y="455"/>
                    <a:pt x="250" y="425"/>
                    <a:pt x="255" y="405"/>
                  </a:cubicBezTo>
                  <a:cubicBezTo>
                    <a:pt x="260" y="384"/>
                    <a:pt x="292" y="307"/>
                    <a:pt x="295" y="251"/>
                  </a:cubicBezTo>
                  <a:cubicBezTo>
                    <a:pt x="298" y="196"/>
                    <a:pt x="311" y="93"/>
                    <a:pt x="306" y="39"/>
                  </a:cubicBezTo>
                  <a:close/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6336" name="Freeform 235">
              <a:extLst>
                <a:ext uri="{FF2B5EF4-FFF2-40B4-BE49-F238E27FC236}">
                  <a16:creationId xmlns:a16="http://schemas.microsoft.com/office/drawing/2014/main" id="{5451861A-383F-44C3-9FAF-7E52D674CEF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8" y="1986"/>
              <a:ext cx="451" cy="1567"/>
            </a:xfrm>
            <a:custGeom>
              <a:avLst/>
              <a:gdLst>
                <a:gd name="T0" fmla="*/ 120 w 376"/>
                <a:gd name="T1" fmla="*/ 665 h 1307"/>
                <a:gd name="T2" fmla="*/ 102 w 376"/>
                <a:gd name="T3" fmla="*/ 1128 h 1307"/>
                <a:gd name="T4" fmla="*/ 115 w 376"/>
                <a:gd name="T5" fmla="*/ 1621 h 1307"/>
                <a:gd name="T6" fmla="*/ 152 w 376"/>
                <a:gd name="T7" fmla="*/ 1899 h 1307"/>
                <a:gd name="T8" fmla="*/ 144 w 376"/>
                <a:gd name="T9" fmla="*/ 1957 h 1307"/>
                <a:gd name="T10" fmla="*/ 26 w 376"/>
                <a:gd name="T11" fmla="*/ 2158 h 1307"/>
                <a:gd name="T12" fmla="*/ 10 w 376"/>
                <a:gd name="T13" fmla="*/ 2202 h 1307"/>
                <a:gd name="T14" fmla="*/ 20 w 376"/>
                <a:gd name="T15" fmla="*/ 2208 h 1307"/>
                <a:gd name="T16" fmla="*/ 42 w 376"/>
                <a:gd name="T17" fmla="*/ 2212 h 1307"/>
                <a:gd name="T18" fmla="*/ 78 w 376"/>
                <a:gd name="T19" fmla="*/ 2230 h 1307"/>
                <a:gd name="T20" fmla="*/ 118 w 376"/>
                <a:gd name="T21" fmla="*/ 2230 h 1307"/>
                <a:gd name="T22" fmla="*/ 174 w 376"/>
                <a:gd name="T23" fmla="*/ 2253 h 1307"/>
                <a:gd name="T24" fmla="*/ 210 w 376"/>
                <a:gd name="T25" fmla="*/ 2235 h 1307"/>
                <a:gd name="T26" fmla="*/ 222 w 376"/>
                <a:gd name="T27" fmla="*/ 2235 h 1307"/>
                <a:gd name="T28" fmla="*/ 331 w 376"/>
                <a:gd name="T29" fmla="*/ 2144 h 1307"/>
                <a:gd name="T30" fmla="*/ 396 w 376"/>
                <a:gd name="T31" fmla="*/ 1982 h 1307"/>
                <a:gd name="T32" fmla="*/ 397 w 376"/>
                <a:gd name="T33" fmla="*/ 1905 h 1307"/>
                <a:gd name="T34" fmla="*/ 423 w 376"/>
                <a:gd name="T35" fmla="*/ 1717 h 1307"/>
                <a:gd name="T36" fmla="*/ 483 w 376"/>
                <a:gd name="T37" fmla="*/ 1318 h 1307"/>
                <a:gd name="T38" fmla="*/ 495 w 376"/>
                <a:gd name="T39" fmla="*/ 1063 h 1307"/>
                <a:gd name="T40" fmla="*/ 560 w 376"/>
                <a:gd name="T41" fmla="*/ 703 h 1307"/>
                <a:gd name="T42" fmla="*/ 648 w 376"/>
                <a:gd name="T43" fmla="*/ 71 h 1307"/>
                <a:gd name="T44" fmla="*/ 643 w 376"/>
                <a:gd name="T45" fmla="*/ 77 h 1307"/>
                <a:gd name="T46" fmla="*/ 589 w 376"/>
                <a:gd name="T47" fmla="*/ 591 h 1307"/>
                <a:gd name="T48" fmla="*/ 546 w 376"/>
                <a:gd name="T49" fmla="*/ 833 h 1307"/>
                <a:gd name="T50" fmla="*/ 477 w 376"/>
                <a:gd name="T51" fmla="*/ 1163 h 1307"/>
                <a:gd name="T52" fmla="*/ 449 w 376"/>
                <a:gd name="T53" fmla="*/ 1549 h 1307"/>
                <a:gd name="T54" fmla="*/ 407 w 376"/>
                <a:gd name="T55" fmla="*/ 1814 h 1307"/>
                <a:gd name="T56" fmla="*/ 381 w 376"/>
                <a:gd name="T57" fmla="*/ 1924 h 1307"/>
                <a:gd name="T58" fmla="*/ 414 w 376"/>
                <a:gd name="T59" fmla="*/ 2062 h 1307"/>
                <a:gd name="T60" fmla="*/ 276 w 376"/>
                <a:gd name="T61" fmla="*/ 2181 h 1307"/>
                <a:gd name="T62" fmla="*/ 210 w 376"/>
                <a:gd name="T63" fmla="*/ 2228 h 1307"/>
                <a:gd name="T64" fmla="*/ 188 w 376"/>
                <a:gd name="T65" fmla="*/ 2244 h 1307"/>
                <a:gd name="T66" fmla="*/ 120 w 376"/>
                <a:gd name="T67" fmla="*/ 2226 h 1307"/>
                <a:gd name="T68" fmla="*/ 118 w 376"/>
                <a:gd name="T69" fmla="*/ 2226 h 1307"/>
                <a:gd name="T70" fmla="*/ 98 w 376"/>
                <a:gd name="T71" fmla="*/ 2228 h 1307"/>
                <a:gd name="T72" fmla="*/ 79 w 376"/>
                <a:gd name="T73" fmla="*/ 2225 h 1307"/>
                <a:gd name="T74" fmla="*/ 79 w 376"/>
                <a:gd name="T75" fmla="*/ 2225 h 1307"/>
                <a:gd name="T76" fmla="*/ 74 w 376"/>
                <a:gd name="T77" fmla="*/ 2225 h 1307"/>
                <a:gd name="T78" fmla="*/ 46 w 376"/>
                <a:gd name="T79" fmla="*/ 2217 h 1307"/>
                <a:gd name="T80" fmla="*/ 43 w 376"/>
                <a:gd name="T81" fmla="*/ 2212 h 1307"/>
                <a:gd name="T82" fmla="*/ 37 w 376"/>
                <a:gd name="T83" fmla="*/ 2212 h 1307"/>
                <a:gd name="T84" fmla="*/ 37 w 376"/>
                <a:gd name="T85" fmla="*/ 2211 h 1307"/>
                <a:gd name="T86" fmla="*/ 37 w 376"/>
                <a:gd name="T87" fmla="*/ 2211 h 1307"/>
                <a:gd name="T88" fmla="*/ 24 w 376"/>
                <a:gd name="T89" fmla="*/ 2199 h 1307"/>
                <a:gd name="T90" fmla="*/ 20 w 376"/>
                <a:gd name="T91" fmla="*/ 2199 h 1307"/>
                <a:gd name="T92" fmla="*/ 17 w 376"/>
                <a:gd name="T93" fmla="*/ 2198 h 1307"/>
                <a:gd name="T94" fmla="*/ 19 w 376"/>
                <a:gd name="T95" fmla="*/ 2169 h 1307"/>
                <a:gd name="T96" fmla="*/ 149 w 376"/>
                <a:gd name="T97" fmla="*/ 1960 h 1307"/>
                <a:gd name="T98" fmla="*/ 158 w 376"/>
                <a:gd name="T99" fmla="*/ 1898 h 1307"/>
                <a:gd name="T100" fmla="*/ 122 w 376"/>
                <a:gd name="T101" fmla="*/ 1621 h 1307"/>
                <a:gd name="T102" fmla="*/ 109 w 376"/>
                <a:gd name="T103" fmla="*/ 1129 h 1307"/>
                <a:gd name="T104" fmla="*/ 127 w 376"/>
                <a:gd name="T105" fmla="*/ 665 h 1307"/>
                <a:gd name="T106" fmla="*/ 121 w 376"/>
                <a:gd name="T107" fmla="*/ 6 h 1307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0" t="0" r="r" b="b"/>
              <a:pathLst>
                <a:path w="376" h="1307">
                  <a:moveTo>
                    <a:pt x="68" y="3"/>
                  </a:moveTo>
                  <a:cubicBezTo>
                    <a:pt x="66" y="3"/>
                    <a:pt x="66" y="3"/>
                    <a:pt x="66" y="3"/>
                  </a:cubicBezTo>
                  <a:cubicBezTo>
                    <a:pt x="66" y="3"/>
                    <a:pt x="61" y="118"/>
                    <a:pt x="61" y="210"/>
                  </a:cubicBezTo>
                  <a:cubicBezTo>
                    <a:pt x="61" y="246"/>
                    <a:pt x="61" y="278"/>
                    <a:pt x="63" y="299"/>
                  </a:cubicBezTo>
                  <a:cubicBezTo>
                    <a:pt x="68" y="339"/>
                    <a:pt x="69" y="365"/>
                    <a:pt x="69" y="386"/>
                  </a:cubicBezTo>
                  <a:cubicBezTo>
                    <a:pt x="69" y="403"/>
                    <a:pt x="68" y="416"/>
                    <a:pt x="67" y="433"/>
                  </a:cubicBezTo>
                  <a:cubicBezTo>
                    <a:pt x="63" y="469"/>
                    <a:pt x="62" y="524"/>
                    <a:pt x="61" y="552"/>
                  </a:cubicBezTo>
                  <a:cubicBezTo>
                    <a:pt x="61" y="554"/>
                    <a:pt x="61" y="556"/>
                    <a:pt x="61" y="558"/>
                  </a:cubicBezTo>
                  <a:cubicBezTo>
                    <a:pt x="61" y="575"/>
                    <a:pt x="64" y="598"/>
                    <a:pt x="64" y="619"/>
                  </a:cubicBezTo>
                  <a:cubicBezTo>
                    <a:pt x="64" y="632"/>
                    <a:pt x="63" y="645"/>
                    <a:pt x="59" y="655"/>
                  </a:cubicBezTo>
                  <a:cubicBezTo>
                    <a:pt x="52" y="677"/>
                    <a:pt x="41" y="724"/>
                    <a:pt x="41" y="764"/>
                  </a:cubicBezTo>
                  <a:cubicBezTo>
                    <a:pt x="41" y="776"/>
                    <a:pt x="42" y="788"/>
                    <a:pt x="45" y="798"/>
                  </a:cubicBezTo>
                  <a:cubicBezTo>
                    <a:pt x="55" y="840"/>
                    <a:pt x="56" y="860"/>
                    <a:pt x="56" y="879"/>
                  </a:cubicBezTo>
                  <a:cubicBezTo>
                    <a:pt x="56" y="898"/>
                    <a:pt x="58" y="915"/>
                    <a:pt x="63" y="928"/>
                  </a:cubicBezTo>
                  <a:cubicBezTo>
                    <a:pt x="65" y="934"/>
                    <a:pt x="66" y="938"/>
                    <a:pt x="67" y="941"/>
                  </a:cubicBezTo>
                  <a:cubicBezTo>
                    <a:pt x="67" y="945"/>
                    <a:pt x="68" y="949"/>
                    <a:pt x="68" y="955"/>
                  </a:cubicBezTo>
                  <a:cubicBezTo>
                    <a:pt x="68" y="968"/>
                    <a:pt x="75" y="981"/>
                    <a:pt x="80" y="997"/>
                  </a:cubicBezTo>
                  <a:cubicBezTo>
                    <a:pt x="86" y="1012"/>
                    <a:pt x="89" y="1028"/>
                    <a:pt x="89" y="1049"/>
                  </a:cubicBezTo>
                  <a:cubicBezTo>
                    <a:pt x="89" y="1060"/>
                    <a:pt x="86" y="1074"/>
                    <a:pt x="86" y="1087"/>
                  </a:cubicBezTo>
                  <a:cubicBezTo>
                    <a:pt x="86" y="1093"/>
                    <a:pt x="87" y="1098"/>
                    <a:pt x="88" y="1102"/>
                  </a:cubicBezTo>
                  <a:cubicBezTo>
                    <a:pt x="89" y="1107"/>
                    <a:pt x="92" y="1111"/>
                    <a:pt x="96" y="1114"/>
                  </a:cubicBezTo>
                  <a:cubicBezTo>
                    <a:pt x="97" y="1112"/>
                    <a:pt x="97" y="1112"/>
                    <a:pt x="97" y="1112"/>
                  </a:cubicBezTo>
                  <a:cubicBezTo>
                    <a:pt x="95" y="1112"/>
                    <a:pt x="95" y="1112"/>
                    <a:pt x="95" y="1112"/>
                  </a:cubicBezTo>
                  <a:cubicBezTo>
                    <a:pt x="95" y="1112"/>
                    <a:pt x="95" y="1112"/>
                    <a:pt x="95" y="1112"/>
                  </a:cubicBezTo>
                  <a:cubicBezTo>
                    <a:pt x="94" y="1115"/>
                    <a:pt x="90" y="1129"/>
                    <a:pt x="83" y="1135"/>
                  </a:cubicBezTo>
                  <a:cubicBezTo>
                    <a:pt x="74" y="1144"/>
                    <a:pt x="60" y="1163"/>
                    <a:pt x="55" y="1181"/>
                  </a:cubicBezTo>
                  <a:cubicBezTo>
                    <a:pt x="53" y="1190"/>
                    <a:pt x="49" y="1201"/>
                    <a:pt x="45" y="1212"/>
                  </a:cubicBezTo>
                  <a:cubicBezTo>
                    <a:pt x="43" y="1217"/>
                    <a:pt x="41" y="1222"/>
                    <a:pt x="39" y="1226"/>
                  </a:cubicBezTo>
                  <a:cubicBezTo>
                    <a:pt x="37" y="1230"/>
                    <a:pt x="35" y="1233"/>
                    <a:pt x="33" y="1235"/>
                  </a:cubicBezTo>
                  <a:cubicBezTo>
                    <a:pt x="26" y="1244"/>
                    <a:pt x="19" y="1249"/>
                    <a:pt x="15" y="1252"/>
                  </a:cubicBezTo>
                  <a:cubicBezTo>
                    <a:pt x="13" y="1253"/>
                    <a:pt x="9" y="1255"/>
                    <a:pt x="6" y="1258"/>
                  </a:cubicBezTo>
                  <a:cubicBezTo>
                    <a:pt x="5" y="1259"/>
                    <a:pt x="3" y="1261"/>
                    <a:pt x="2" y="1262"/>
                  </a:cubicBezTo>
                  <a:cubicBezTo>
                    <a:pt x="1" y="1264"/>
                    <a:pt x="0" y="1266"/>
                    <a:pt x="0" y="1268"/>
                  </a:cubicBezTo>
                  <a:cubicBezTo>
                    <a:pt x="0" y="1269"/>
                    <a:pt x="1" y="1271"/>
                    <a:pt x="1" y="1272"/>
                  </a:cubicBezTo>
                  <a:cubicBezTo>
                    <a:pt x="2" y="1275"/>
                    <a:pt x="4" y="1276"/>
                    <a:pt x="6" y="1278"/>
                  </a:cubicBezTo>
                  <a:cubicBezTo>
                    <a:pt x="7" y="1279"/>
                    <a:pt x="9" y="1279"/>
                    <a:pt x="10" y="1279"/>
                  </a:cubicBezTo>
                  <a:cubicBezTo>
                    <a:pt x="12" y="1279"/>
                    <a:pt x="12" y="1279"/>
                    <a:pt x="13" y="1279"/>
                  </a:cubicBezTo>
                  <a:cubicBezTo>
                    <a:pt x="12" y="1277"/>
                    <a:pt x="12" y="1277"/>
                    <a:pt x="12" y="1277"/>
                  </a:cubicBezTo>
                  <a:cubicBezTo>
                    <a:pt x="10" y="1277"/>
                    <a:pt x="10" y="1277"/>
                    <a:pt x="10" y="1277"/>
                  </a:cubicBezTo>
                  <a:cubicBezTo>
                    <a:pt x="10" y="1277"/>
                    <a:pt x="11" y="1279"/>
                    <a:pt x="12" y="1281"/>
                  </a:cubicBezTo>
                  <a:cubicBezTo>
                    <a:pt x="13" y="1283"/>
                    <a:pt x="15" y="1286"/>
                    <a:pt x="18" y="1287"/>
                  </a:cubicBezTo>
                  <a:cubicBezTo>
                    <a:pt x="20" y="1287"/>
                    <a:pt x="21" y="1287"/>
                    <a:pt x="21" y="1287"/>
                  </a:cubicBezTo>
                  <a:cubicBezTo>
                    <a:pt x="23" y="1287"/>
                    <a:pt x="24" y="1287"/>
                    <a:pt x="25" y="1286"/>
                  </a:cubicBezTo>
                  <a:cubicBezTo>
                    <a:pt x="26" y="1286"/>
                    <a:pt x="26" y="1285"/>
                    <a:pt x="26" y="1284"/>
                  </a:cubicBezTo>
                  <a:cubicBezTo>
                    <a:pt x="24" y="1284"/>
                    <a:pt x="24" y="1284"/>
                    <a:pt x="24" y="1284"/>
                  </a:cubicBezTo>
                  <a:cubicBezTo>
                    <a:pt x="22" y="1285"/>
                    <a:pt x="22" y="1285"/>
                    <a:pt x="22" y="1285"/>
                  </a:cubicBezTo>
                  <a:cubicBezTo>
                    <a:pt x="22" y="1285"/>
                    <a:pt x="23" y="1287"/>
                    <a:pt x="24" y="1289"/>
                  </a:cubicBezTo>
                  <a:cubicBezTo>
                    <a:pt x="25" y="1291"/>
                    <a:pt x="28" y="1293"/>
                    <a:pt x="32" y="1295"/>
                  </a:cubicBezTo>
                  <a:cubicBezTo>
                    <a:pt x="34" y="1296"/>
                    <a:pt x="36" y="1296"/>
                    <a:pt x="38" y="1296"/>
                  </a:cubicBezTo>
                  <a:cubicBezTo>
                    <a:pt x="42" y="1296"/>
                    <a:pt x="45" y="1294"/>
                    <a:pt x="45" y="1294"/>
                  </a:cubicBezTo>
                  <a:cubicBezTo>
                    <a:pt x="44" y="1292"/>
                    <a:pt x="44" y="1292"/>
                    <a:pt x="44" y="1292"/>
                  </a:cubicBezTo>
                  <a:cubicBezTo>
                    <a:pt x="43" y="1294"/>
                    <a:pt x="43" y="1294"/>
                    <a:pt x="43" y="1294"/>
                  </a:cubicBezTo>
                  <a:cubicBezTo>
                    <a:pt x="44" y="1294"/>
                    <a:pt x="47" y="1296"/>
                    <a:pt x="54" y="1297"/>
                  </a:cubicBezTo>
                  <a:cubicBezTo>
                    <a:pt x="55" y="1297"/>
                    <a:pt x="56" y="1297"/>
                    <a:pt x="57" y="1297"/>
                  </a:cubicBezTo>
                  <a:cubicBezTo>
                    <a:pt x="63" y="1297"/>
                    <a:pt x="67" y="1294"/>
                    <a:pt x="68" y="1294"/>
                  </a:cubicBezTo>
                  <a:cubicBezTo>
                    <a:pt x="66" y="1292"/>
                    <a:pt x="66" y="1292"/>
                    <a:pt x="66" y="1292"/>
                  </a:cubicBezTo>
                  <a:cubicBezTo>
                    <a:pt x="65" y="1292"/>
                    <a:pt x="65" y="1292"/>
                    <a:pt x="65" y="1292"/>
                  </a:cubicBezTo>
                  <a:cubicBezTo>
                    <a:pt x="65" y="1293"/>
                    <a:pt x="65" y="1295"/>
                    <a:pt x="67" y="1298"/>
                  </a:cubicBezTo>
                  <a:cubicBezTo>
                    <a:pt x="70" y="1301"/>
                    <a:pt x="74" y="1304"/>
                    <a:pt x="81" y="1305"/>
                  </a:cubicBezTo>
                  <a:cubicBezTo>
                    <a:pt x="88" y="1306"/>
                    <a:pt x="95" y="1307"/>
                    <a:pt x="101" y="1307"/>
                  </a:cubicBezTo>
                  <a:cubicBezTo>
                    <a:pt x="104" y="1307"/>
                    <a:pt x="107" y="1307"/>
                    <a:pt x="110" y="1306"/>
                  </a:cubicBezTo>
                  <a:cubicBezTo>
                    <a:pt x="112" y="1305"/>
                    <a:pt x="115" y="1305"/>
                    <a:pt x="116" y="1303"/>
                  </a:cubicBezTo>
                  <a:cubicBezTo>
                    <a:pt x="118" y="1300"/>
                    <a:pt x="119" y="1299"/>
                    <a:pt x="120" y="1298"/>
                  </a:cubicBezTo>
                  <a:cubicBezTo>
                    <a:pt x="121" y="1297"/>
                    <a:pt x="121" y="1297"/>
                    <a:pt x="122" y="1297"/>
                  </a:cubicBezTo>
                  <a:cubicBezTo>
                    <a:pt x="122" y="1297"/>
                    <a:pt x="122" y="1297"/>
                    <a:pt x="122" y="1297"/>
                  </a:cubicBezTo>
                  <a:cubicBezTo>
                    <a:pt x="122" y="1297"/>
                    <a:pt x="122" y="1297"/>
                    <a:pt x="122" y="1297"/>
                  </a:cubicBezTo>
                  <a:cubicBezTo>
                    <a:pt x="122" y="1297"/>
                    <a:pt x="122" y="1297"/>
                    <a:pt x="122" y="1297"/>
                  </a:cubicBezTo>
                  <a:cubicBezTo>
                    <a:pt x="121" y="1295"/>
                    <a:pt x="121" y="1295"/>
                    <a:pt x="121" y="1295"/>
                  </a:cubicBezTo>
                  <a:cubicBezTo>
                    <a:pt x="120" y="1297"/>
                    <a:pt x="120" y="1297"/>
                    <a:pt x="120" y="1297"/>
                  </a:cubicBezTo>
                  <a:cubicBezTo>
                    <a:pt x="120" y="1297"/>
                    <a:pt x="123" y="1297"/>
                    <a:pt x="128" y="1297"/>
                  </a:cubicBezTo>
                  <a:cubicBezTo>
                    <a:pt x="131" y="1297"/>
                    <a:pt x="136" y="1297"/>
                    <a:pt x="140" y="1295"/>
                  </a:cubicBezTo>
                  <a:cubicBezTo>
                    <a:pt x="145" y="1294"/>
                    <a:pt x="149" y="1291"/>
                    <a:pt x="153" y="1286"/>
                  </a:cubicBezTo>
                  <a:cubicBezTo>
                    <a:pt x="157" y="1279"/>
                    <a:pt x="162" y="1269"/>
                    <a:pt x="168" y="1260"/>
                  </a:cubicBezTo>
                  <a:cubicBezTo>
                    <a:pt x="171" y="1256"/>
                    <a:pt x="175" y="1252"/>
                    <a:pt x="179" y="1249"/>
                  </a:cubicBezTo>
                  <a:cubicBezTo>
                    <a:pt x="183" y="1246"/>
                    <a:pt x="187" y="1245"/>
                    <a:pt x="192" y="1244"/>
                  </a:cubicBezTo>
                  <a:cubicBezTo>
                    <a:pt x="202" y="1243"/>
                    <a:pt x="211" y="1242"/>
                    <a:pt x="219" y="1240"/>
                  </a:cubicBezTo>
                  <a:cubicBezTo>
                    <a:pt x="227" y="1237"/>
                    <a:pt x="233" y="1233"/>
                    <a:pt x="237" y="1226"/>
                  </a:cubicBezTo>
                  <a:cubicBezTo>
                    <a:pt x="242" y="1219"/>
                    <a:pt x="244" y="1208"/>
                    <a:pt x="244" y="1197"/>
                  </a:cubicBezTo>
                  <a:cubicBezTo>
                    <a:pt x="244" y="1185"/>
                    <a:pt x="242" y="1174"/>
                    <a:pt x="237" y="1166"/>
                  </a:cubicBezTo>
                  <a:cubicBezTo>
                    <a:pt x="233" y="1158"/>
                    <a:pt x="230" y="1154"/>
                    <a:pt x="229" y="1150"/>
                  </a:cubicBezTo>
                  <a:cubicBezTo>
                    <a:pt x="227" y="1146"/>
                    <a:pt x="227" y="1144"/>
                    <a:pt x="227" y="1140"/>
                  </a:cubicBezTo>
                  <a:cubicBezTo>
                    <a:pt x="227" y="1133"/>
                    <a:pt x="227" y="1126"/>
                    <a:pt x="225" y="1119"/>
                  </a:cubicBezTo>
                  <a:cubicBezTo>
                    <a:pt x="225" y="1118"/>
                    <a:pt x="225" y="1117"/>
                    <a:pt x="225" y="1117"/>
                  </a:cubicBezTo>
                  <a:cubicBezTo>
                    <a:pt x="225" y="1115"/>
                    <a:pt x="225" y="1113"/>
                    <a:pt x="226" y="1112"/>
                  </a:cubicBezTo>
                  <a:cubicBezTo>
                    <a:pt x="227" y="1110"/>
                    <a:pt x="228" y="1108"/>
                    <a:pt x="230" y="1105"/>
                  </a:cubicBezTo>
                  <a:cubicBezTo>
                    <a:pt x="232" y="1102"/>
                    <a:pt x="235" y="1096"/>
                    <a:pt x="237" y="1088"/>
                  </a:cubicBezTo>
                  <a:cubicBezTo>
                    <a:pt x="239" y="1080"/>
                    <a:pt x="240" y="1071"/>
                    <a:pt x="240" y="1060"/>
                  </a:cubicBezTo>
                  <a:cubicBezTo>
                    <a:pt x="240" y="1058"/>
                    <a:pt x="240" y="1055"/>
                    <a:pt x="240" y="1052"/>
                  </a:cubicBezTo>
                  <a:cubicBezTo>
                    <a:pt x="239" y="1043"/>
                    <a:pt x="239" y="1036"/>
                    <a:pt x="239" y="1029"/>
                  </a:cubicBezTo>
                  <a:cubicBezTo>
                    <a:pt x="239" y="1018"/>
                    <a:pt x="240" y="1009"/>
                    <a:pt x="245" y="996"/>
                  </a:cubicBezTo>
                  <a:cubicBezTo>
                    <a:pt x="252" y="975"/>
                    <a:pt x="253" y="962"/>
                    <a:pt x="254" y="946"/>
                  </a:cubicBezTo>
                  <a:cubicBezTo>
                    <a:pt x="254" y="943"/>
                    <a:pt x="255" y="936"/>
                    <a:pt x="257" y="928"/>
                  </a:cubicBezTo>
                  <a:cubicBezTo>
                    <a:pt x="262" y="904"/>
                    <a:pt x="274" y="866"/>
                    <a:pt x="276" y="843"/>
                  </a:cubicBezTo>
                  <a:cubicBezTo>
                    <a:pt x="279" y="822"/>
                    <a:pt x="281" y="802"/>
                    <a:pt x="281" y="785"/>
                  </a:cubicBezTo>
                  <a:cubicBezTo>
                    <a:pt x="281" y="778"/>
                    <a:pt x="281" y="771"/>
                    <a:pt x="280" y="765"/>
                  </a:cubicBezTo>
                  <a:cubicBezTo>
                    <a:pt x="279" y="759"/>
                    <a:pt x="279" y="751"/>
                    <a:pt x="279" y="742"/>
                  </a:cubicBezTo>
                  <a:cubicBezTo>
                    <a:pt x="279" y="719"/>
                    <a:pt x="281" y="690"/>
                    <a:pt x="281" y="675"/>
                  </a:cubicBezTo>
                  <a:cubicBezTo>
                    <a:pt x="281" y="674"/>
                    <a:pt x="281" y="672"/>
                    <a:pt x="281" y="671"/>
                  </a:cubicBezTo>
                  <a:cubicBezTo>
                    <a:pt x="281" y="667"/>
                    <a:pt x="280" y="664"/>
                    <a:pt x="280" y="660"/>
                  </a:cubicBezTo>
                  <a:cubicBezTo>
                    <a:pt x="280" y="645"/>
                    <a:pt x="282" y="630"/>
                    <a:pt x="287" y="617"/>
                  </a:cubicBezTo>
                  <a:cubicBezTo>
                    <a:pt x="292" y="601"/>
                    <a:pt x="307" y="569"/>
                    <a:pt x="309" y="545"/>
                  </a:cubicBezTo>
                  <a:cubicBezTo>
                    <a:pt x="312" y="525"/>
                    <a:pt x="320" y="504"/>
                    <a:pt x="320" y="484"/>
                  </a:cubicBezTo>
                  <a:cubicBezTo>
                    <a:pt x="320" y="482"/>
                    <a:pt x="320" y="480"/>
                    <a:pt x="320" y="477"/>
                  </a:cubicBezTo>
                  <a:cubicBezTo>
                    <a:pt x="319" y="471"/>
                    <a:pt x="319" y="464"/>
                    <a:pt x="319" y="457"/>
                  </a:cubicBezTo>
                  <a:cubicBezTo>
                    <a:pt x="319" y="441"/>
                    <a:pt x="321" y="422"/>
                    <a:pt x="324" y="408"/>
                  </a:cubicBezTo>
                  <a:cubicBezTo>
                    <a:pt x="325" y="403"/>
                    <a:pt x="328" y="394"/>
                    <a:pt x="332" y="383"/>
                  </a:cubicBezTo>
                  <a:cubicBezTo>
                    <a:pt x="343" y="350"/>
                    <a:pt x="362" y="296"/>
                    <a:pt x="364" y="254"/>
                  </a:cubicBezTo>
                  <a:cubicBezTo>
                    <a:pt x="366" y="207"/>
                    <a:pt x="376" y="126"/>
                    <a:pt x="376" y="69"/>
                  </a:cubicBezTo>
                  <a:cubicBezTo>
                    <a:pt x="376" y="59"/>
                    <a:pt x="376" y="50"/>
                    <a:pt x="375" y="42"/>
                  </a:cubicBezTo>
                  <a:cubicBezTo>
                    <a:pt x="375" y="41"/>
                    <a:pt x="375" y="41"/>
                    <a:pt x="375" y="41"/>
                  </a:cubicBezTo>
                  <a:cubicBezTo>
                    <a:pt x="66" y="0"/>
                    <a:pt x="66" y="0"/>
                    <a:pt x="66" y="0"/>
                  </a:cubicBezTo>
                  <a:cubicBezTo>
                    <a:pt x="66" y="3"/>
                    <a:pt x="66" y="3"/>
                    <a:pt x="66" y="3"/>
                  </a:cubicBezTo>
                  <a:cubicBezTo>
                    <a:pt x="68" y="3"/>
                    <a:pt x="68" y="3"/>
                    <a:pt x="68" y="3"/>
                  </a:cubicBezTo>
                  <a:cubicBezTo>
                    <a:pt x="67" y="5"/>
                    <a:pt x="67" y="5"/>
                    <a:pt x="67" y="5"/>
                  </a:cubicBezTo>
                  <a:cubicBezTo>
                    <a:pt x="373" y="44"/>
                    <a:pt x="373" y="44"/>
                    <a:pt x="373" y="44"/>
                  </a:cubicBezTo>
                  <a:cubicBezTo>
                    <a:pt x="373" y="42"/>
                    <a:pt x="373" y="42"/>
                    <a:pt x="373" y="42"/>
                  </a:cubicBezTo>
                  <a:cubicBezTo>
                    <a:pt x="371" y="43"/>
                    <a:pt x="371" y="43"/>
                    <a:pt x="371" y="43"/>
                  </a:cubicBezTo>
                  <a:cubicBezTo>
                    <a:pt x="372" y="50"/>
                    <a:pt x="372" y="59"/>
                    <a:pt x="372" y="69"/>
                  </a:cubicBezTo>
                  <a:cubicBezTo>
                    <a:pt x="372" y="125"/>
                    <a:pt x="362" y="207"/>
                    <a:pt x="360" y="254"/>
                  </a:cubicBezTo>
                  <a:cubicBezTo>
                    <a:pt x="359" y="282"/>
                    <a:pt x="350" y="315"/>
                    <a:pt x="341" y="343"/>
                  </a:cubicBezTo>
                  <a:cubicBezTo>
                    <a:pt x="336" y="358"/>
                    <a:pt x="332" y="371"/>
                    <a:pt x="328" y="382"/>
                  </a:cubicBezTo>
                  <a:cubicBezTo>
                    <a:pt x="324" y="393"/>
                    <a:pt x="321" y="402"/>
                    <a:pt x="320" y="407"/>
                  </a:cubicBezTo>
                  <a:cubicBezTo>
                    <a:pt x="317" y="422"/>
                    <a:pt x="315" y="440"/>
                    <a:pt x="315" y="457"/>
                  </a:cubicBezTo>
                  <a:cubicBezTo>
                    <a:pt x="315" y="465"/>
                    <a:pt x="315" y="472"/>
                    <a:pt x="316" y="478"/>
                  </a:cubicBezTo>
                  <a:cubicBezTo>
                    <a:pt x="316" y="480"/>
                    <a:pt x="316" y="482"/>
                    <a:pt x="316" y="484"/>
                  </a:cubicBezTo>
                  <a:cubicBezTo>
                    <a:pt x="316" y="502"/>
                    <a:pt x="308" y="524"/>
                    <a:pt x="305" y="545"/>
                  </a:cubicBezTo>
                  <a:cubicBezTo>
                    <a:pt x="303" y="568"/>
                    <a:pt x="289" y="600"/>
                    <a:pt x="283" y="616"/>
                  </a:cubicBezTo>
                  <a:cubicBezTo>
                    <a:pt x="278" y="629"/>
                    <a:pt x="276" y="645"/>
                    <a:pt x="276" y="660"/>
                  </a:cubicBezTo>
                  <a:cubicBezTo>
                    <a:pt x="276" y="664"/>
                    <a:pt x="277" y="668"/>
                    <a:pt x="277" y="671"/>
                  </a:cubicBezTo>
                  <a:cubicBezTo>
                    <a:pt x="277" y="672"/>
                    <a:pt x="277" y="674"/>
                    <a:pt x="277" y="675"/>
                  </a:cubicBezTo>
                  <a:cubicBezTo>
                    <a:pt x="277" y="690"/>
                    <a:pt x="275" y="719"/>
                    <a:pt x="275" y="742"/>
                  </a:cubicBezTo>
                  <a:cubicBezTo>
                    <a:pt x="275" y="751"/>
                    <a:pt x="275" y="759"/>
                    <a:pt x="276" y="765"/>
                  </a:cubicBezTo>
                  <a:cubicBezTo>
                    <a:pt x="277" y="771"/>
                    <a:pt x="277" y="778"/>
                    <a:pt x="277" y="785"/>
                  </a:cubicBezTo>
                  <a:cubicBezTo>
                    <a:pt x="277" y="802"/>
                    <a:pt x="275" y="822"/>
                    <a:pt x="272" y="843"/>
                  </a:cubicBezTo>
                  <a:cubicBezTo>
                    <a:pt x="271" y="857"/>
                    <a:pt x="265" y="879"/>
                    <a:pt x="260" y="899"/>
                  </a:cubicBezTo>
                  <a:cubicBezTo>
                    <a:pt x="257" y="910"/>
                    <a:pt x="255" y="919"/>
                    <a:pt x="253" y="927"/>
                  </a:cubicBezTo>
                  <a:cubicBezTo>
                    <a:pt x="251" y="936"/>
                    <a:pt x="250" y="942"/>
                    <a:pt x="250" y="946"/>
                  </a:cubicBezTo>
                  <a:cubicBezTo>
                    <a:pt x="249" y="961"/>
                    <a:pt x="248" y="974"/>
                    <a:pt x="241" y="995"/>
                  </a:cubicBezTo>
                  <a:cubicBezTo>
                    <a:pt x="236" y="1008"/>
                    <a:pt x="235" y="1018"/>
                    <a:pt x="235" y="1029"/>
                  </a:cubicBezTo>
                  <a:cubicBezTo>
                    <a:pt x="235" y="1036"/>
                    <a:pt x="235" y="1043"/>
                    <a:pt x="236" y="1053"/>
                  </a:cubicBezTo>
                  <a:cubicBezTo>
                    <a:pt x="236" y="1055"/>
                    <a:pt x="236" y="1058"/>
                    <a:pt x="236" y="1060"/>
                  </a:cubicBezTo>
                  <a:cubicBezTo>
                    <a:pt x="236" y="1070"/>
                    <a:pt x="235" y="1080"/>
                    <a:pt x="233" y="1087"/>
                  </a:cubicBezTo>
                  <a:cubicBezTo>
                    <a:pt x="231" y="1095"/>
                    <a:pt x="228" y="1100"/>
                    <a:pt x="227" y="1103"/>
                  </a:cubicBezTo>
                  <a:cubicBezTo>
                    <a:pt x="225" y="1106"/>
                    <a:pt x="224" y="1108"/>
                    <a:pt x="223" y="1110"/>
                  </a:cubicBezTo>
                  <a:cubicBezTo>
                    <a:pt x="222" y="1112"/>
                    <a:pt x="221" y="1114"/>
                    <a:pt x="221" y="1117"/>
                  </a:cubicBezTo>
                  <a:cubicBezTo>
                    <a:pt x="221" y="1118"/>
                    <a:pt x="221" y="1119"/>
                    <a:pt x="221" y="1120"/>
                  </a:cubicBezTo>
                  <a:cubicBezTo>
                    <a:pt x="223" y="1126"/>
                    <a:pt x="223" y="1133"/>
                    <a:pt x="223" y="1140"/>
                  </a:cubicBezTo>
                  <a:cubicBezTo>
                    <a:pt x="223" y="1144"/>
                    <a:pt x="223" y="1147"/>
                    <a:pt x="225" y="1151"/>
                  </a:cubicBezTo>
                  <a:cubicBezTo>
                    <a:pt x="227" y="1155"/>
                    <a:pt x="230" y="1160"/>
                    <a:pt x="234" y="1168"/>
                  </a:cubicBezTo>
                  <a:cubicBezTo>
                    <a:pt x="238" y="1175"/>
                    <a:pt x="240" y="1186"/>
                    <a:pt x="240" y="1197"/>
                  </a:cubicBezTo>
                  <a:cubicBezTo>
                    <a:pt x="240" y="1207"/>
                    <a:pt x="238" y="1218"/>
                    <a:pt x="234" y="1224"/>
                  </a:cubicBezTo>
                  <a:cubicBezTo>
                    <a:pt x="230" y="1230"/>
                    <a:pt x="225" y="1234"/>
                    <a:pt x="218" y="1236"/>
                  </a:cubicBezTo>
                  <a:cubicBezTo>
                    <a:pt x="211" y="1238"/>
                    <a:pt x="202" y="1239"/>
                    <a:pt x="191" y="1240"/>
                  </a:cubicBezTo>
                  <a:cubicBezTo>
                    <a:pt x="186" y="1241"/>
                    <a:pt x="181" y="1243"/>
                    <a:pt x="176" y="1246"/>
                  </a:cubicBezTo>
                  <a:cubicBezTo>
                    <a:pt x="170" y="1251"/>
                    <a:pt x="165" y="1258"/>
                    <a:pt x="160" y="1265"/>
                  </a:cubicBezTo>
                  <a:cubicBezTo>
                    <a:pt x="156" y="1272"/>
                    <a:pt x="152" y="1279"/>
                    <a:pt x="149" y="1284"/>
                  </a:cubicBezTo>
                  <a:cubicBezTo>
                    <a:pt x="147" y="1288"/>
                    <a:pt x="143" y="1290"/>
                    <a:pt x="139" y="1292"/>
                  </a:cubicBezTo>
                  <a:cubicBezTo>
                    <a:pt x="135" y="1293"/>
                    <a:pt x="131" y="1293"/>
                    <a:pt x="128" y="1293"/>
                  </a:cubicBezTo>
                  <a:cubicBezTo>
                    <a:pt x="126" y="1293"/>
                    <a:pt x="124" y="1293"/>
                    <a:pt x="123" y="1293"/>
                  </a:cubicBezTo>
                  <a:cubicBezTo>
                    <a:pt x="122" y="1293"/>
                    <a:pt x="122" y="1293"/>
                    <a:pt x="122" y="1293"/>
                  </a:cubicBezTo>
                  <a:cubicBezTo>
                    <a:pt x="121" y="1293"/>
                    <a:pt x="121" y="1293"/>
                    <a:pt x="121" y="1293"/>
                  </a:cubicBezTo>
                  <a:cubicBezTo>
                    <a:pt x="120" y="1293"/>
                    <a:pt x="120" y="1293"/>
                    <a:pt x="120" y="1293"/>
                  </a:cubicBezTo>
                  <a:cubicBezTo>
                    <a:pt x="120" y="1293"/>
                    <a:pt x="120" y="1293"/>
                    <a:pt x="120" y="1293"/>
                  </a:cubicBezTo>
                  <a:cubicBezTo>
                    <a:pt x="119" y="1293"/>
                    <a:pt x="117" y="1295"/>
                    <a:pt x="113" y="1300"/>
                  </a:cubicBezTo>
                  <a:cubicBezTo>
                    <a:pt x="112" y="1301"/>
                    <a:pt x="111" y="1302"/>
                    <a:pt x="109" y="1302"/>
                  </a:cubicBezTo>
                  <a:cubicBezTo>
                    <a:pt x="107" y="1303"/>
                    <a:pt x="104" y="1303"/>
                    <a:pt x="101" y="1303"/>
                  </a:cubicBezTo>
                  <a:cubicBezTo>
                    <a:pt x="95" y="1303"/>
                    <a:pt x="88" y="1302"/>
                    <a:pt x="82" y="1301"/>
                  </a:cubicBezTo>
                  <a:cubicBezTo>
                    <a:pt x="75" y="1300"/>
                    <a:pt x="72" y="1297"/>
                    <a:pt x="70" y="1295"/>
                  </a:cubicBezTo>
                  <a:cubicBezTo>
                    <a:pt x="69" y="1294"/>
                    <a:pt x="69" y="1293"/>
                    <a:pt x="69" y="1293"/>
                  </a:cubicBezTo>
                  <a:cubicBezTo>
                    <a:pt x="69" y="1292"/>
                    <a:pt x="69" y="1292"/>
                    <a:pt x="69" y="1292"/>
                  </a:cubicBezTo>
                  <a:cubicBezTo>
                    <a:pt x="68" y="1292"/>
                    <a:pt x="68" y="1292"/>
                    <a:pt x="68" y="1292"/>
                  </a:cubicBezTo>
                  <a:cubicBezTo>
                    <a:pt x="68" y="1292"/>
                    <a:pt x="68" y="1292"/>
                    <a:pt x="68" y="1292"/>
                  </a:cubicBezTo>
                  <a:cubicBezTo>
                    <a:pt x="68" y="1292"/>
                    <a:pt x="68" y="1292"/>
                    <a:pt x="68" y="1292"/>
                  </a:cubicBezTo>
                  <a:cubicBezTo>
                    <a:pt x="68" y="1292"/>
                    <a:pt x="68" y="1292"/>
                    <a:pt x="68" y="1292"/>
                  </a:cubicBezTo>
                  <a:cubicBezTo>
                    <a:pt x="68" y="1292"/>
                    <a:pt x="68" y="1292"/>
                    <a:pt x="68" y="1292"/>
                  </a:cubicBezTo>
                  <a:cubicBezTo>
                    <a:pt x="68" y="1292"/>
                    <a:pt x="68" y="1292"/>
                    <a:pt x="68" y="1292"/>
                  </a:cubicBezTo>
                  <a:cubicBezTo>
                    <a:pt x="68" y="1289"/>
                    <a:pt x="68" y="1289"/>
                    <a:pt x="68" y="1289"/>
                  </a:cubicBezTo>
                  <a:cubicBezTo>
                    <a:pt x="65" y="1291"/>
                    <a:pt x="65" y="1291"/>
                    <a:pt x="65" y="1291"/>
                  </a:cubicBezTo>
                  <a:cubicBezTo>
                    <a:pt x="65" y="1291"/>
                    <a:pt x="65" y="1291"/>
                    <a:pt x="65" y="1291"/>
                  </a:cubicBezTo>
                  <a:cubicBezTo>
                    <a:pt x="65" y="1291"/>
                    <a:pt x="62" y="1293"/>
                    <a:pt x="57" y="1293"/>
                  </a:cubicBezTo>
                  <a:cubicBezTo>
                    <a:pt x="56" y="1293"/>
                    <a:pt x="55" y="1293"/>
                    <a:pt x="55" y="1293"/>
                  </a:cubicBezTo>
                  <a:cubicBezTo>
                    <a:pt x="51" y="1293"/>
                    <a:pt x="49" y="1292"/>
                    <a:pt x="47" y="1291"/>
                  </a:cubicBezTo>
                  <a:cubicBezTo>
                    <a:pt x="47" y="1291"/>
                    <a:pt x="46" y="1291"/>
                    <a:pt x="46" y="1291"/>
                  </a:cubicBezTo>
                  <a:cubicBezTo>
                    <a:pt x="46" y="1291"/>
                    <a:pt x="46" y="1291"/>
                    <a:pt x="46" y="1291"/>
                  </a:cubicBezTo>
                  <a:cubicBezTo>
                    <a:pt x="46" y="1291"/>
                    <a:pt x="46" y="1291"/>
                    <a:pt x="46" y="1291"/>
                  </a:cubicBezTo>
                  <a:cubicBezTo>
                    <a:pt x="45" y="1291"/>
                    <a:pt x="45" y="1291"/>
                    <a:pt x="45" y="1291"/>
                  </a:cubicBezTo>
                  <a:cubicBezTo>
                    <a:pt x="46" y="1291"/>
                    <a:pt x="46" y="1291"/>
                    <a:pt x="46" y="1291"/>
                  </a:cubicBezTo>
                  <a:cubicBezTo>
                    <a:pt x="46" y="1291"/>
                    <a:pt x="46" y="1291"/>
                    <a:pt x="46" y="1291"/>
                  </a:cubicBezTo>
                  <a:cubicBezTo>
                    <a:pt x="45" y="1291"/>
                    <a:pt x="45" y="1291"/>
                    <a:pt x="45" y="1291"/>
                  </a:cubicBezTo>
                  <a:cubicBezTo>
                    <a:pt x="46" y="1291"/>
                    <a:pt x="46" y="1291"/>
                    <a:pt x="46" y="1291"/>
                  </a:cubicBezTo>
                  <a:cubicBezTo>
                    <a:pt x="44" y="1290"/>
                    <a:pt x="44" y="1290"/>
                    <a:pt x="44" y="1290"/>
                  </a:cubicBezTo>
                  <a:cubicBezTo>
                    <a:pt x="43" y="1291"/>
                    <a:pt x="43" y="1291"/>
                    <a:pt x="43" y="1291"/>
                  </a:cubicBezTo>
                  <a:cubicBezTo>
                    <a:pt x="43" y="1291"/>
                    <a:pt x="43" y="1291"/>
                    <a:pt x="43" y="1291"/>
                  </a:cubicBezTo>
                  <a:cubicBezTo>
                    <a:pt x="43" y="1291"/>
                    <a:pt x="43" y="1291"/>
                    <a:pt x="43" y="1291"/>
                  </a:cubicBezTo>
                  <a:cubicBezTo>
                    <a:pt x="43" y="1291"/>
                    <a:pt x="43" y="1291"/>
                    <a:pt x="43" y="1291"/>
                  </a:cubicBezTo>
                  <a:cubicBezTo>
                    <a:pt x="43" y="1291"/>
                    <a:pt x="43" y="1291"/>
                    <a:pt x="43" y="1291"/>
                  </a:cubicBezTo>
                  <a:cubicBezTo>
                    <a:pt x="43" y="1291"/>
                    <a:pt x="43" y="1291"/>
                    <a:pt x="43" y="1291"/>
                  </a:cubicBezTo>
                  <a:cubicBezTo>
                    <a:pt x="43" y="1291"/>
                    <a:pt x="41" y="1292"/>
                    <a:pt x="38" y="1292"/>
                  </a:cubicBezTo>
                  <a:cubicBezTo>
                    <a:pt x="36" y="1292"/>
                    <a:pt x="35" y="1292"/>
                    <a:pt x="33" y="1291"/>
                  </a:cubicBezTo>
                  <a:cubicBezTo>
                    <a:pt x="30" y="1290"/>
                    <a:pt x="28" y="1288"/>
                    <a:pt x="27" y="1286"/>
                  </a:cubicBezTo>
                  <a:cubicBezTo>
                    <a:pt x="27" y="1286"/>
                    <a:pt x="26" y="1285"/>
                    <a:pt x="26" y="1284"/>
                  </a:cubicBezTo>
                  <a:cubicBezTo>
                    <a:pt x="26" y="1284"/>
                    <a:pt x="26" y="1284"/>
                    <a:pt x="26" y="1284"/>
                  </a:cubicBezTo>
                  <a:cubicBezTo>
                    <a:pt x="26" y="1283"/>
                    <a:pt x="26" y="1283"/>
                    <a:pt x="26" y="1283"/>
                  </a:cubicBezTo>
                  <a:cubicBezTo>
                    <a:pt x="26" y="1283"/>
                    <a:pt x="26" y="1283"/>
                    <a:pt x="26" y="1283"/>
                  </a:cubicBezTo>
                  <a:cubicBezTo>
                    <a:pt x="25" y="1284"/>
                    <a:pt x="25" y="1284"/>
                    <a:pt x="25" y="1284"/>
                  </a:cubicBezTo>
                  <a:cubicBezTo>
                    <a:pt x="26" y="1283"/>
                    <a:pt x="26" y="1283"/>
                    <a:pt x="26" y="1283"/>
                  </a:cubicBezTo>
                  <a:cubicBezTo>
                    <a:pt x="26" y="1283"/>
                    <a:pt x="26" y="1283"/>
                    <a:pt x="26" y="1283"/>
                  </a:cubicBezTo>
                  <a:cubicBezTo>
                    <a:pt x="25" y="1284"/>
                    <a:pt x="25" y="1284"/>
                    <a:pt x="25" y="1284"/>
                  </a:cubicBezTo>
                  <a:cubicBezTo>
                    <a:pt x="26" y="1283"/>
                    <a:pt x="26" y="1283"/>
                    <a:pt x="26" y="1283"/>
                  </a:cubicBezTo>
                  <a:cubicBezTo>
                    <a:pt x="22" y="1284"/>
                    <a:pt x="22" y="1284"/>
                    <a:pt x="22" y="1284"/>
                  </a:cubicBezTo>
                  <a:cubicBezTo>
                    <a:pt x="23" y="1284"/>
                    <a:pt x="23" y="1284"/>
                    <a:pt x="23" y="1284"/>
                  </a:cubicBezTo>
                  <a:cubicBezTo>
                    <a:pt x="22" y="1283"/>
                    <a:pt x="22" y="1283"/>
                    <a:pt x="22" y="1283"/>
                  </a:cubicBezTo>
                  <a:cubicBezTo>
                    <a:pt x="22" y="1284"/>
                    <a:pt x="22" y="1284"/>
                    <a:pt x="22" y="1284"/>
                  </a:cubicBezTo>
                  <a:cubicBezTo>
                    <a:pt x="23" y="1284"/>
                    <a:pt x="23" y="1284"/>
                    <a:pt x="23" y="1284"/>
                  </a:cubicBezTo>
                  <a:cubicBezTo>
                    <a:pt x="22" y="1283"/>
                    <a:pt x="22" y="1283"/>
                    <a:pt x="22" y="1283"/>
                  </a:cubicBezTo>
                  <a:cubicBezTo>
                    <a:pt x="22" y="1283"/>
                    <a:pt x="22" y="1283"/>
                    <a:pt x="22" y="1283"/>
                  </a:cubicBezTo>
                  <a:cubicBezTo>
                    <a:pt x="22" y="1283"/>
                    <a:pt x="22" y="1283"/>
                    <a:pt x="22" y="1283"/>
                  </a:cubicBezTo>
                  <a:cubicBezTo>
                    <a:pt x="22" y="1283"/>
                    <a:pt x="22" y="1283"/>
                    <a:pt x="22" y="1283"/>
                  </a:cubicBezTo>
                  <a:cubicBezTo>
                    <a:pt x="22" y="1283"/>
                    <a:pt x="22" y="1283"/>
                    <a:pt x="22" y="1283"/>
                  </a:cubicBezTo>
                  <a:cubicBezTo>
                    <a:pt x="22" y="1283"/>
                    <a:pt x="22" y="1283"/>
                    <a:pt x="22" y="1283"/>
                  </a:cubicBezTo>
                  <a:cubicBezTo>
                    <a:pt x="22" y="1283"/>
                    <a:pt x="22" y="1283"/>
                    <a:pt x="21" y="1283"/>
                  </a:cubicBezTo>
                  <a:cubicBezTo>
                    <a:pt x="21" y="1283"/>
                    <a:pt x="20" y="1283"/>
                    <a:pt x="19" y="1283"/>
                  </a:cubicBezTo>
                  <a:cubicBezTo>
                    <a:pt x="18" y="1283"/>
                    <a:pt x="16" y="1281"/>
                    <a:pt x="15" y="1279"/>
                  </a:cubicBezTo>
                  <a:cubicBezTo>
                    <a:pt x="15" y="1278"/>
                    <a:pt x="14" y="1278"/>
                    <a:pt x="14" y="1277"/>
                  </a:cubicBezTo>
                  <a:cubicBezTo>
                    <a:pt x="14" y="1276"/>
                    <a:pt x="14" y="1276"/>
                    <a:pt x="14" y="1276"/>
                  </a:cubicBezTo>
                  <a:cubicBezTo>
                    <a:pt x="14" y="1276"/>
                    <a:pt x="14" y="1276"/>
                    <a:pt x="14" y="1276"/>
                  </a:cubicBezTo>
                  <a:cubicBezTo>
                    <a:pt x="14" y="1276"/>
                    <a:pt x="14" y="1276"/>
                    <a:pt x="14" y="1276"/>
                  </a:cubicBezTo>
                  <a:cubicBezTo>
                    <a:pt x="13" y="1274"/>
                    <a:pt x="13" y="1274"/>
                    <a:pt x="13" y="1274"/>
                  </a:cubicBezTo>
                  <a:cubicBezTo>
                    <a:pt x="11" y="1275"/>
                    <a:pt x="11" y="1275"/>
                    <a:pt x="11" y="1275"/>
                  </a:cubicBezTo>
                  <a:cubicBezTo>
                    <a:pt x="12" y="1276"/>
                    <a:pt x="12" y="1276"/>
                    <a:pt x="12" y="1276"/>
                  </a:cubicBezTo>
                  <a:cubicBezTo>
                    <a:pt x="11" y="1275"/>
                    <a:pt x="11" y="1275"/>
                    <a:pt x="11" y="1275"/>
                  </a:cubicBezTo>
                  <a:cubicBezTo>
                    <a:pt x="11" y="1275"/>
                    <a:pt x="11" y="1275"/>
                    <a:pt x="11" y="1275"/>
                  </a:cubicBezTo>
                  <a:cubicBezTo>
                    <a:pt x="12" y="1276"/>
                    <a:pt x="12" y="1276"/>
                    <a:pt x="12" y="1276"/>
                  </a:cubicBezTo>
                  <a:cubicBezTo>
                    <a:pt x="11" y="1275"/>
                    <a:pt x="11" y="1275"/>
                    <a:pt x="11" y="1275"/>
                  </a:cubicBezTo>
                  <a:cubicBezTo>
                    <a:pt x="11" y="1275"/>
                    <a:pt x="11" y="1275"/>
                    <a:pt x="10" y="1275"/>
                  </a:cubicBezTo>
                  <a:cubicBezTo>
                    <a:pt x="10" y="1275"/>
                    <a:pt x="9" y="1275"/>
                    <a:pt x="8" y="1274"/>
                  </a:cubicBezTo>
                  <a:cubicBezTo>
                    <a:pt x="7" y="1274"/>
                    <a:pt x="6" y="1272"/>
                    <a:pt x="5" y="1270"/>
                  </a:cubicBezTo>
                  <a:cubicBezTo>
                    <a:pt x="4" y="1269"/>
                    <a:pt x="4" y="1269"/>
                    <a:pt x="4" y="1268"/>
                  </a:cubicBezTo>
                  <a:cubicBezTo>
                    <a:pt x="4" y="1267"/>
                    <a:pt x="5" y="1266"/>
                    <a:pt x="6" y="1265"/>
                  </a:cubicBezTo>
                  <a:cubicBezTo>
                    <a:pt x="7" y="1263"/>
                    <a:pt x="9" y="1261"/>
                    <a:pt x="11" y="1259"/>
                  </a:cubicBezTo>
                  <a:cubicBezTo>
                    <a:pt x="13" y="1258"/>
                    <a:pt x="15" y="1257"/>
                    <a:pt x="17" y="1255"/>
                  </a:cubicBezTo>
                  <a:cubicBezTo>
                    <a:pt x="21" y="1252"/>
                    <a:pt x="29" y="1247"/>
                    <a:pt x="36" y="1238"/>
                  </a:cubicBezTo>
                  <a:cubicBezTo>
                    <a:pt x="38" y="1235"/>
                    <a:pt x="40" y="1232"/>
                    <a:pt x="42" y="1227"/>
                  </a:cubicBezTo>
                  <a:cubicBezTo>
                    <a:pt x="48" y="1215"/>
                    <a:pt x="55" y="1195"/>
                    <a:pt x="59" y="1182"/>
                  </a:cubicBezTo>
                  <a:cubicBezTo>
                    <a:pt x="64" y="1165"/>
                    <a:pt x="77" y="1147"/>
                    <a:pt x="86" y="1138"/>
                  </a:cubicBezTo>
                  <a:cubicBezTo>
                    <a:pt x="90" y="1134"/>
                    <a:pt x="94" y="1127"/>
                    <a:pt x="96" y="1122"/>
                  </a:cubicBezTo>
                  <a:cubicBezTo>
                    <a:pt x="98" y="1117"/>
                    <a:pt x="99" y="1113"/>
                    <a:pt x="99" y="1113"/>
                  </a:cubicBezTo>
                  <a:cubicBezTo>
                    <a:pt x="99" y="1111"/>
                    <a:pt x="99" y="1111"/>
                    <a:pt x="99" y="1111"/>
                  </a:cubicBezTo>
                  <a:cubicBezTo>
                    <a:pt x="98" y="1111"/>
                    <a:pt x="98" y="1111"/>
                    <a:pt x="98" y="1111"/>
                  </a:cubicBezTo>
                  <a:cubicBezTo>
                    <a:pt x="95" y="1108"/>
                    <a:pt x="93" y="1105"/>
                    <a:pt x="92" y="1101"/>
                  </a:cubicBezTo>
                  <a:cubicBezTo>
                    <a:pt x="90" y="1097"/>
                    <a:pt x="90" y="1092"/>
                    <a:pt x="90" y="1087"/>
                  </a:cubicBezTo>
                  <a:cubicBezTo>
                    <a:pt x="90" y="1075"/>
                    <a:pt x="93" y="1061"/>
                    <a:pt x="93" y="1049"/>
                  </a:cubicBezTo>
                  <a:cubicBezTo>
                    <a:pt x="93" y="1028"/>
                    <a:pt x="90" y="1011"/>
                    <a:pt x="84" y="995"/>
                  </a:cubicBezTo>
                  <a:cubicBezTo>
                    <a:pt x="79" y="979"/>
                    <a:pt x="72" y="967"/>
                    <a:pt x="72" y="955"/>
                  </a:cubicBezTo>
                  <a:cubicBezTo>
                    <a:pt x="72" y="948"/>
                    <a:pt x="71" y="945"/>
                    <a:pt x="71" y="941"/>
                  </a:cubicBezTo>
                  <a:cubicBezTo>
                    <a:pt x="70" y="937"/>
                    <a:pt x="68" y="933"/>
                    <a:pt x="66" y="927"/>
                  </a:cubicBezTo>
                  <a:cubicBezTo>
                    <a:pt x="62" y="914"/>
                    <a:pt x="60" y="898"/>
                    <a:pt x="60" y="879"/>
                  </a:cubicBezTo>
                  <a:cubicBezTo>
                    <a:pt x="60" y="860"/>
                    <a:pt x="59" y="839"/>
                    <a:pt x="48" y="797"/>
                  </a:cubicBezTo>
                  <a:cubicBezTo>
                    <a:pt x="46" y="787"/>
                    <a:pt x="45" y="776"/>
                    <a:pt x="45" y="764"/>
                  </a:cubicBezTo>
                  <a:cubicBezTo>
                    <a:pt x="45" y="725"/>
                    <a:pt x="56" y="678"/>
                    <a:pt x="63" y="656"/>
                  </a:cubicBezTo>
                  <a:cubicBezTo>
                    <a:pt x="67" y="645"/>
                    <a:pt x="68" y="632"/>
                    <a:pt x="68" y="619"/>
                  </a:cubicBezTo>
                  <a:cubicBezTo>
                    <a:pt x="68" y="597"/>
                    <a:pt x="65" y="575"/>
                    <a:pt x="65" y="558"/>
                  </a:cubicBezTo>
                  <a:cubicBezTo>
                    <a:pt x="65" y="556"/>
                    <a:pt x="65" y="554"/>
                    <a:pt x="65" y="552"/>
                  </a:cubicBezTo>
                  <a:cubicBezTo>
                    <a:pt x="66" y="524"/>
                    <a:pt x="67" y="469"/>
                    <a:pt x="71" y="433"/>
                  </a:cubicBezTo>
                  <a:cubicBezTo>
                    <a:pt x="72" y="417"/>
                    <a:pt x="73" y="403"/>
                    <a:pt x="73" y="386"/>
                  </a:cubicBezTo>
                  <a:cubicBezTo>
                    <a:pt x="73" y="364"/>
                    <a:pt x="72" y="339"/>
                    <a:pt x="67" y="298"/>
                  </a:cubicBezTo>
                  <a:cubicBezTo>
                    <a:pt x="65" y="278"/>
                    <a:pt x="65" y="246"/>
                    <a:pt x="65" y="210"/>
                  </a:cubicBezTo>
                  <a:cubicBezTo>
                    <a:pt x="65" y="164"/>
                    <a:pt x="66" y="112"/>
                    <a:pt x="67" y="72"/>
                  </a:cubicBezTo>
                  <a:cubicBezTo>
                    <a:pt x="68" y="52"/>
                    <a:pt x="68" y="34"/>
                    <a:pt x="69" y="22"/>
                  </a:cubicBezTo>
                  <a:cubicBezTo>
                    <a:pt x="69" y="10"/>
                    <a:pt x="70" y="3"/>
                    <a:pt x="70" y="3"/>
                  </a:cubicBezTo>
                  <a:cubicBezTo>
                    <a:pt x="68" y="3"/>
                    <a:pt x="68" y="3"/>
                    <a:pt x="68" y="3"/>
                  </a:cubicBezTo>
                  <a:cubicBezTo>
                    <a:pt x="67" y="5"/>
                    <a:pt x="67" y="5"/>
                    <a:pt x="67" y="5"/>
                  </a:cubicBezTo>
                  <a:cubicBezTo>
                    <a:pt x="68" y="3"/>
                    <a:pt x="68" y="3"/>
                    <a:pt x="68" y="3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6337" name="Freeform 236">
              <a:extLst>
                <a:ext uri="{FF2B5EF4-FFF2-40B4-BE49-F238E27FC236}">
                  <a16:creationId xmlns:a16="http://schemas.microsoft.com/office/drawing/2014/main" id="{DA718A54-9A24-4286-A3FB-80257EF1137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3" y="3324"/>
              <a:ext cx="52" cy="10"/>
            </a:xfrm>
            <a:custGeom>
              <a:avLst/>
              <a:gdLst>
                <a:gd name="T0" fmla="*/ 0 w 44"/>
                <a:gd name="T1" fmla="*/ 1 h 8"/>
                <a:gd name="T2" fmla="*/ 72 w 44"/>
                <a:gd name="T3" fmla="*/ 0 h 8"/>
                <a:gd name="T4" fmla="*/ 0 w 44"/>
                <a:gd name="T5" fmla="*/ 1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4" h="8">
                  <a:moveTo>
                    <a:pt x="0" y="1"/>
                  </a:moveTo>
                  <a:cubicBezTo>
                    <a:pt x="0" y="1"/>
                    <a:pt x="29" y="8"/>
                    <a:pt x="44" y="0"/>
                  </a:cubicBezTo>
                  <a:cubicBezTo>
                    <a:pt x="44" y="0"/>
                    <a:pt x="5" y="4"/>
                    <a:pt x="0" y="1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6338" name="Freeform 237">
              <a:extLst>
                <a:ext uri="{FF2B5EF4-FFF2-40B4-BE49-F238E27FC236}">
                  <a16:creationId xmlns:a16="http://schemas.microsoft.com/office/drawing/2014/main" id="{36FE94DA-6BDA-4CF3-8CF6-55B5112644A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6" y="3351"/>
              <a:ext cx="14" cy="31"/>
            </a:xfrm>
            <a:custGeom>
              <a:avLst/>
              <a:gdLst>
                <a:gd name="T0" fmla="*/ 15 w 12"/>
                <a:gd name="T1" fmla="*/ 0 h 26"/>
                <a:gd name="T2" fmla="*/ 13 w 12"/>
                <a:gd name="T3" fmla="*/ 29 h 26"/>
                <a:gd name="T4" fmla="*/ 0 w 12"/>
                <a:gd name="T5" fmla="*/ 44 h 26"/>
                <a:gd name="T6" fmla="*/ 19 w 12"/>
                <a:gd name="T7" fmla="*/ 19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26">
                  <a:moveTo>
                    <a:pt x="9" y="0"/>
                  </a:moveTo>
                  <a:cubicBezTo>
                    <a:pt x="9" y="5"/>
                    <a:pt x="10" y="11"/>
                    <a:pt x="8" y="17"/>
                  </a:cubicBezTo>
                  <a:cubicBezTo>
                    <a:pt x="6" y="20"/>
                    <a:pt x="3" y="24"/>
                    <a:pt x="0" y="26"/>
                  </a:cubicBezTo>
                  <a:cubicBezTo>
                    <a:pt x="7" y="24"/>
                    <a:pt x="11" y="17"/>
                    <a:pt x="12" y="11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6339" name="Freeform 238">
              <a:extLst>
                <a:ext uri="{FF2B5EF4-FFF2-40B4-BE49-F238E27FC236}">
                  <a16:creationId xmlns:a16="http://schemas.microsoft.com/office/drawing/2014/main" id="{EDA6AA21-FED2-4111-B697-1243857B7E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0" y="3484"/>
              <a:ext cx="24" cy="35"/>
            </a:xfrm>
            <a:custGeom>
              <a:avLst/>
              <a:gdLst>
                <a:gd name="T0" fmla="*/ 35 w 20"/>
                <a:gd name="T1" fmla="*/ 1 h 29"/>
                <a:gd name="T2" fmla="*/ 23 w 20"/>
                <a:gd name="T3" fmla="*/ 10 h 29"/>
                <a:gd name="T4" fmla="*/ 8 w 20"/>
                <a:gd name="T5" fmla="*/ 21 h 29"/>
                <a:gd name="T6" fmla="*/ 2 w 20"/>
                <a:gd name="T7" fmla="*/ 51 h 29"/>
                <a:gd name="T8" fmla="*/ 6 w 20"/>
                <a:gd name="T9" fmla="*/ 35 h 29"/>
                <a:gd name="T10" fmla="*/ 12 w 20"/>
                <a:gd name="T11" fmla="*/ 23 h 29"/>
                <a:gd name="T12" fmla="*/ 26 w 20"/>
                <a:gd name="T13" fmla="*/ 12 h 29"/>
                <a:gd name="T14" fmla="*/ 34 w 20"/>
                <a:gd name="T15" fmla="*/ 0 h 2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0" h="29">
                  <a:moveTo>
                    <a:pt x="20" y="1"/>
                  </a:moveTo>
                  <a:cubicBezTo>
                    <a:pt x="15" y="1"/>
                    <a:pt x="16" y="3"/>
                    <a:pt x="13" y="6"/>
                  </a:cubicBezTo>
                  <a:cubicBezTo>
                    <a:pt x="11" y="9"/>
                    <a:pt x="8" y="10"/>
                    <a:pt x="5" y="12"/>
                  </a:cubicBezTo>
                  <a:cubicBezTo>
                    <a:pt x="1" y="16"/>
                    <a:pt x="0" y="23"/>
                    <a:pt x="2" y="29"/>
                  </a:cubicBezTo>
                  <a:cubicBezTo>
                    <a:pt x="4" y="28"/>
                    <a:pt x="3" y="23"/>
                    <a:pt x="3" y="20"/>
                  </a:cubicBezTo>
                  <a:cubicBezTo>
                    <a:pt x="3" y="18"/>
                    <a:pt x="5" y="15"/>
                    <a:pt x="7" y="13"/>
                  </a:cubicBezTo>
                  <a:cubicBezTo>
                    <a:pt x="9" y="11"/>
                    <a:pt x="12" y="9"/>
                    <a:pt x="15" y="7"/>
                  </a:cubicBezTo>
                  <a:cubicBezTo>
                    <a:pt x="17" y="5"/>
                    <a:pt x="17" y="3"/>
                    <a:pt x="19" y="0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6340" name="Freeform 239">
              <a:extLst>
                <a:ext uri="{FF2B5EF4-FFF2-40B4-BE49-F238E27FC236}">
                  <a16:creationId xmlns:a16="http://schemas.microsoft.com/office/drawing/2014/main" id="{BC6E4777-02A8-42F2-B799-F514548BB0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5" y="3480"/>
              <a:ext cx="42" cy="49"/>
            </a:xfrm>
            <a:custGeom>
              <a:avLst/>
              <a:gdLst>
                <a:gd name="T0" fmla="*/ 46 w 35"/>
                <a:gd name="T1" fmla="*/ 0 h 41"/>
                <a:gd name="T2" fmla="*/ 43 w 35"/>
                <a:gd name="T3" fmla="*/ 16 h 41"/>
                <a:gd name="T4" fmla="*/ 34 w 35"/>
                <a:gd name="T5" fmla="*/ 23 h 41"/>
                <a:gd name="T6" fmla="*/ 14 w 35"/>
                <a:gd name="T7" fmla="*/ 37 h 41"/>
                <a:gd name="T8" fmla="*/ 1 w 35"/>
                <a:gd name="T9" fmla="*/ 53 h 41"/>
                <a:gd name="T10" fmla="*/ 0 w 35"/>
                <a:gd name="T11" fmla="*/ 63 h 41"/>
                <a:gd name="T12" fmla="*/ 6 w 35"/>
                <a:gd name="T13" fmla="*/ 71 h 41"/>
                <a:gd name="T14" fmla="*/ 7 w 35"/>
                <a:gd name="T15" fmla="*/ 47 h 41"/>
                <a:gd name="T16" fmla="*/ 28 w 35"/>
                <a:gd name="T17" fmla="*/ 31 h 41"/>
                <a:gd name="T18" fmla="*/ 46 w 35"/>
                <a:gd name="T19" fmla="*/ 1 h 41"/>
                <a:gd name="T20" fmla="*/ 46 w 35"/>
                <a:gd name="T21" fmla="*/ 0 h 4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5" h="41">
                  <a:moveTo>
                    <a:pt x="27" y="0"/>
                  </a:moveTo>
                  <a:cubicBezTo>
                    <a:pt x="27" y="3"/>
                    <a:pt x="27" y="7"/>
                    <a:pt x="25" y="9"/>
                  </a:cubicBezTo>
                  <a:cubicBezTo>
                    <a:pt x="23" y="10"/>
                    <a:pt x="21" y="12"/>
                    <a:pt x="19" y="13"/>
                  </a:cubicBezTo>
                  <a:cubicBezTo>
                    <a:pt x="16" y="16"/>
                    <a:pt x="12" y="19"/>
                    <a:pt x="8" y="22"/>
                  </a:cubicBezTo>
                  <a:cubicBezTo>
                    <a:pt x="5" y="23"/>
                    <a:pt x="2" y="28"/>
                    <a:pt x="1" y="31"/>
                  </a:cubicBezTo>
                  <a:cubicBezTo>
                    <a:pt x="0" y="33"/>
                    <a:pt x="0" y="35"/>
                    <a:pt x="0" y="37"/>
                  </a:cubicBezTo>
                  <a:cubicBezTo>
                    <a:pt x="1" y="40"/>
                    <a:pt x="1" y="39"/>
                    <a:pt x="3" y="41"/>
                  </a:cubicBezTo>
                  <a:cubicBezTo>
                    <a:pt x="3" y="37"/>
                    <a:pt x="2" y="32"/>
                    <a:pt x="4" y="28"/>
                  </a:cubicBezTo>
                  <a:cubicBezTo>
                    <a:pt x="7" y="24"/>
                    <a:pt x="12" y="21"/>
                    <a:pt x="16" y="18"/>
                  </a:cubicBezTo>
                  <a:cubicBezTo>
                    <a:pt x="20" y="14"/>
                    <a:pt x="35" y="8"/>
                    <a:pt x="27" y="1"/>
                  </a:cubicBezTo>
                  <a:cubicBezTo>
                    <a:pt x="27" y="0"/>
                    <a:pt x="27" y="0"/>
                    <a:pt x="27" y="0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6341" name="Freeform 240">
              <a:extLst>
                <a:ext uri="{FF2B5EF4-FFF2-40B4-BE49-F238E27FC236}">
                  <a16:creationId xmlns:a16="http://schemas.microsoft.com/office/drawing/2014/main" id="{15333F88-397B-448D-9E1C-E4C8046302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6" y="3480"/>
              <a:ext cx="40" cy="55"/>
            </a:xfrm>
            <a:custGeom>
              <a:avLst/>
              <a:gdLst>
                <a:gd name="T0" fmla="*/ 56 w 33"/>
                <a:gd name="T1" fmla="*/ 1 h 46"/>
                <a:gd name="T2" fmla="*/ 51 w 33"/>
                <a:gd name="T3" fmla="*/ 10 h 46"/>
                <a:gd name="T4" fmla="*/ 50 w 33"/>
                <a:gd name="T5" fmla="*/ 16 h 46"/>
                <a:gd name="T6" fmla="*/ 36 w 33"/>
                <a:gd name="T7" fmla="*/ 28 h 46"/>
                <a:gd name="T8" fmla="*/ 18 w 33"/>
                <a:gd name="T9" fmla="*/ 43 h 46"/>
                <a:gd name="T10" fmla="*/ 1 w 33"/>
                <a:gd name="T11" fmla="*/ 60 h 46"/>
                <a:gd name="T12" fmla="*/ 10 w 33"/>
                <a:gd name="T13" fmla="*/ 79 h 46"/>
                <a:gd name="T14" fmla="*/ 10 w 33"/>
                <a:gd name="T15" fmla="*/ 56 h 46"/>
                <a:gd name="T16" fmla="*/ 30 w 33"/>
                <a:gd name="T17" fmla="*/ 39 h 46"/>
                <a:gd name="T18" fmla="*/ 51 w 33"/>
                <a:gd name="T19" fmla="*/ 20 h 46"/>
                <a:gd name="T20" fmla="*/ 56 w 33"/>
                <a:gd name="T21" fmla="*/ 0 h 46"/>
                <a:gd name="T22" fmla="*/ 56 w 33"/>
                <a:gd name="T23" fmla="*/ 1 h 4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3" h="46">
                  <a:moveTo>
                    <a:pt x="31" y="1"/>
                  </a:moveTo>
                  <a:cubicBezTo>
                    <a:pt x="29" y="1"/>
                    <a:pt x="30" y="4"/>
                    <a:pt x="29" y="6"/>
                  </a:cubicBezTo>
                  <a:cubicBezTo>
                    <a:pt x="29" y="8"/>
                    <a:pt x="29" y="7"/>
                    <a:pt x="28" y="9"/>
                  </a:cubicBezTo>
                  <a:cubicBezTo>
                    <a:pt x="25" y="11"/>
                    <a:pt x="23" y="14"/>
                    <a:pt x="21" y="16"/>
                  </a:cubicBezTo>
                  <a:cubicBezTo>
                    <a:pt x="18" y="20"/>
                    <a:pt x="14" y="22"/>
                    <a:pt x="10" y="25"/>
                  </a:cubicBezTo>
                  <a:cubicBezTo>
                    <a:pt x="7" y="27"/>
                    <a:pt x="2" y="31"/>
                    <a:pt x="1" y="35"/>
                  </a:cubicBezTo>
                  <a:cubicBezTo>
                    <a:pt x="0" y="39"/>
                    <a:pt x="1" y="45"/>
                    <a:pt x="6" y="46"/>
                  </a:cubicBezTo>
                  <a:cubicBezTo>
                    <a:pt x="4" y="43"/>
                    <a:pt x="4" y="36"/>
                    <a:pt x="6" y="33"/>
                  </a:cubicBezTo>
                  <a:cubicBezTo>
                    <a:pt x="9" y="28"/>
                    <a:pt x="13" y="26"/>
                    <a:pt x="17" y="23"/>
                  </a:cubicBezTo>
                  <a:cubicBezTo>
                    <a:pt x="21" y="19"/>
                    <a:pt x="26" y="16"/>
                    <a:pt x="29" y="12"/>
                  </a:cubicBezTo>
                  <a:cubicBezTo>
                    <a:pt x="33" y="8"/>
                    <a:pt x="32" y="5"/>
                    <a:pt x="31" y="0"/>
                  </a:cubicBezTo>
                  <a:cubicBezTo>
                    <a:pt x="31" y="1"/>
                    <a:pt x="31" y="1"/>
                    <a:pt x="31" y="1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6342" name="Freeform 241">
              <a:extLst>
                <a:ext uri="{FF2B5EF4-FFF2-40B4-BE49-F238E27FC236}">
                  <a16:creationId xmlns:a16="http://schemas.microsoft.com/office/drawing/2014/main" id="{AAD160C9-44B4-49CA-965F-4B63222E1F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3" y="3485"/>
              <a:ext cx="42" cy="55"/>
            </a:xfrm>
            <a:custGeom>
              <a:avLst/>
              <a:gdLst>
                <a:gd name="T0" fmla="*/ 59 w 35"/>
                <a:gd name="T1" fmla="*/ 0 h 46"/>
                <a:gd name="T2" fmla="*/ 31 w 35"/>
                <a:gd name="T3" fmla="*/ 23 h 46"/>
                <a:gd name="T4" fmla="*/ 10 w 35"/>
                <a:gd name="T5" fmla="*/ 39 h 46"/>
                <a:gd name="T6" fmla="*/ 1 w 35"/>
                <a:gd name="T7" fmla="*/ 61 h 46"/>
                <a:gd name="T8" fmla="*/ 10 w 35"/>
                <a:gd name="T9" fmla="*/ 79 h 46"/>
                <a:gd name="T10" fmla="*/ 7 w 35"/>
                <a:gd name="T11" fmla="*/ 59 h 46"/>
                <a:gd name="T12" fmla="*/ 14 w 35"/>
                <a:gd name="T13" fmla="*/ 44 h 46"/>
                <a:gd name="T14" fmla="*/ 26 w 35"/>
                <a:gd name="T15" fmla="*/ 31 h 46"/>
                <a:gd name="T16" fmla="*/ 35 w 35"/>
                <a:gd name="T17" fmla="*/ 24 h 46"/>
                <a:gd name="T18" fmla="*/ 46 w 35"/>
                <a:gd name="T19" fmla="*/ 17 h 46"/>
                <a:gd name="T20" fmla="*/ 60 w 35"/>
                <a:gd name="T21" fmla="*/ 0 h 46"/>
                <a:gd name="T22" fmla="*/ 59 w 35"/>
                <a:gd name="T23" fmla="*/ 0 h 4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5" h="46">
                  <a:moveTo>
                    <a:pt x="34" y="0"/>
                  </a:moveTo>
                  <a:cubicBezTo>
                    <a:pt x="31" y="6"/>
                    <a:pt x="24" y="10"/>
                    <a:pt x="18" y="13"/>
                  </a:cubicBezTo>
                  <a:cubicBezTo>
                    <a:pt x="13" y="15"/>
                    <a:pt x="10" y="19"/>
                    <a:pt x="6" y="23"/>
                  </a:cubicBezTo>
                  <a:cubicBezTo>
                    <a:pt x="3" y="27"/>
                    <a:pt x="0" y="30"/>
                    <a:pt x="1" y="36"/>
                  </a:cubicBezTo>
                  <a:cubicBezTo>
                    <a:pt x="2" y="39"/>
                    <a:pt x="3" y="45"/>
                    <a:pt x="6" y="46"/>
                  </a:cubicBezTo>
                  <a:cubicBezTo>
                    <a:pt x="8" y="43"/>
                    <a:pt x="4" y="37"/>
                    <a:pt x="4" y="34"/>
                  </a:cubicBezTo>
                  <a:cubicBezTo>
                    <a:pt x="4" y="31"/>
                    <a:pt x="6" y="28"/>
                    <a:pt x="8" y="26"/>
                  </a:cubicBezTo>
                  <a:cubicBezTo>
                    <a:pt x="11" y="23"/>
                    <a:pt x="12" y="21"/>
                    <a:pt x="15" y="18"/>
                  </a:cubicBezTo>
                  <a:cubicBezTo>
                    <a:pt x="16" y="15"/>
                    <a:pt x="18" y="16"/>
                    <a:pt x="20" y="14"/>
                  </a:cubicBezTo>
                  <a:cubicBezTo>
                    <a:pt x="23" y="13"/>
                    <a:pt x="25" y="11"/>
                    <a:pt x="27" y="10"/>
                  </a:cubicBezTo>
                  <a:cubicBezTo>
                    <a:pt x="32" y="8"/>
                    <a:pt x="35" y="6"/>
                    <a:pt x="35" y="0"/>
                  </a:cubicBezTo>
                  <a:cubicBezTo>
                    <a:pt x="34" y="0"/>
                    <a:pt x="34" y="0"/>
                    <a:pt x="34" y="0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6343" name="Freeform 242">
              <a:extLst>
                <a:ext uri="{FF2B5EF4-FFF2-40B4-BE49-F238E27FC236}">
                  <a16:creationId xmlns:a16="http://schemas.microsoft.com/office/drawing/2014/main" id="{443B808A-E9CD-4F1E-85E5-96164AACDE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3" y="3498"/>
              <a:ext cx="38" cy="29"/>
            </a:xfrm>
            <a:custGeom>
              <a:avLst/>
              <a:gdLst>
                <a:gd name="T0" fmla="*/ 0 w 31"/>
                <a:gd name="T1" fmla="*/ 22 h 24"/>
                <a:gd name="T2" fmla="*/ 9 w 31"/>
                <a:gd name="T3" fmla="*/ 19 h 24"/>
                <a:gd name="T4" fmla="*/ 25 w 31"/>
                <a:gd name="T5" fmla="*/ 19 h 24"/>
                <a:gd name="T6" fmla="*/ 47 w 31"/>
                <a:gd name="T7" fmla="*/ 40 h 24"/>
                <a:gd name="T8" fmla="*/ 51 w 31"/>
                <a:gd name="T9" fmla="*/ 36 h 24"/>
                <a:gd name="T10" fmla="*/ 55 w 31"/>
                <a:gd name="T11" fmla="*/ 19 h 24"/>
                <a:gd name="T12" fmla="*/ 42 w 31"/>
                <a:gd name="T13" fmla="*/ 0 h 24"/>
                <a:gd name="T14" fmla="*/ 31 w 31"/>
                <a:gd name="T15" fmla="*/ 0 h 24"/>
                <a:gd name="T16" fmla="*/ 49 w 31"/>
                <a:gd name="T17" fmla="*/ 8 h 24"/>
                <a:gd name="T18" fmla="*/ 49 w 31"/>
                <a:gd name="T19" fmla="*/ 34 h 24"/>
                <a:gd name="T20" fmla="*/ 31 w 31"/>
                <a:gd name="T21" fmla="*/ 16 h 24"/>
                <a:gd name="T22" fmla="*/ 6 w 31"/>
                <a:gd name="T23" fmla="*/ 16 h 24"/>
                <a:gd name="T24" fmla="*/ 0 w 31"/>
                <a:gd name="T25" fmla="*/ 22 h 2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1" h="24">
                  <a:moveTo>
                    <a:pt x="0" y="12"/>
                  </a:moveTo>
                  <a:cubicBezTo>
                    <a:pt x="2" y="12"/>
                    <a:pt x="3" y="12"/>
                    <a:pt x="5" y="11"/>
                  </a:cubicBezTo>
                  <a:cubicBezTo>
                    <a:pt x="7" y="11"/>
                    <a:pt x="10" y="10"/>
                    <a:pt x="13" y="11"/>
                  </a:cubicBezTo>
                  <a:cubicBezTo>
                    <a:pt x="18" y="14"/>
                    <a:pt x="21" y="18"/>
                    <a:pt x="25" y="22"/>
                  </a:cubicBezTo>
                  <a:cubicBezTo>
                    <a:pt x="27" y="24"/>
                    <a:pt x="28" y="24"/>
                    <a:pt x="28" y="21"/>
                  </a:cubicBezTo>
                  <a:cubicBezTo>
                    <a:pt x="29" y="18"/>
                    <a:pt x="30" y="15"/>
                    <a:pt x="30" y="11"/>
                  </a:cubicBezTo>
                  <a:cubicBezTo>
                    <a:pt x="31" y="5"/>
                    <a:pt x="29" y="1"/>
                    <a:pt x="23" y="0"/>
                  </a:cubicBezTo>
                  <a:cubicBezTo>
                    <a:pt x="20" y="0"/>
                    <a:pt x="18" y="0"/>
                    <a:pt x="16" y="0"/>
                  </a:cubicBezTo>
                  <a:cubicBezTo>
                    <a:pt x="20" y="1"/>
                    <a:pt x="26" y="1"/>
                    <a:pt x="27" y="5"/>
                  </a:cubicBezTo>
                  <a:cubicBezTo>
                    <a:pt x="29" y="9"/>
                    <a:pt x="28" y="15"/>
                    <a:pt x="27" y="19"/>
                  </a:cubicBezTo>
                  <a:cubicBezTo>
                    <a:pt x="25" y="16"/>
                    <a:pt x="20" y="11"/>
                    <a:pt x="16" y="9"/>
                  </a:cubicBezTo>
                  <a:cubicBezTo>
                    <a:pt x="13" y="8"/>
                    <a:pt x="6" y="6"/>
                    <a:pt x="3" y="9"/>
                  </a:cubicBezTo>
                  <a:cubicBezTo>
                    <a:pt x="0" y="12"/>
                    <a:pt x="0" y="12"/>
                    <a:pt x="0" y="12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6344" name="Freeform 243">
              <a:extLst>
                <a:ext uri="{FF2B5EF4-FFF2-40B4-BE49-F238E27FC236}">
                  <a16:creationId xmlns:a16="http://schemas.microsoft.com/office/drawing/2014/main" id="{5C350030-339A-4B7D-83B4-3E1AF343CE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5" y="3505"/>
              <a:ext cx="20" cy="16"/>
            </a:xfrm>
            <a:custGeom>
              <a:avLst/>
              <a:gdLst>
                <a:gd name="T0" fmla="*/ 0 w 17"/>
                <a:gd name="T1" fmla="*/ 18 h 13"/>
                <a:gd name="T2" fmla="*/ 11 w 17"/>
                <a:gd name="T3" fmla="*/ 17 h 13"/>
                <a:gd name="T4" fmla="*/ 21 w 17"/>
                <a:gd name="T5" fmla="*/ 25 h 13"/>
                <a:gd name="T6" fmla="*/ 26 w 17"/>
                <a:gd name="T7" fmla="*/ 9 h 13"/>
                <a:gd name="T8" fmla="*/ 16 w 17"/>
                <a:gd name="T9" fmla="*/ 0 h 13"/>
                <a:gd name="T10" fmla="*/ 22 w 17"/>
                <a:gd name="T11" fmla="*/ 7 h 13"/>
                <a:gd name="T12" fmla="*/ 21 w 17"/>
                <a:gd name="T13" fmla="*/ 21 h 13"/>
                <a:gd name="T14" fmla="*/ 1 w 17"/>
                <a:gd name="T15" fmla="*/ 15 h 1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7" h="13">
                  <a:moveTo>
                    <a:pt x="0" y="10"/>
                  </a:moveTo>
                  <a:cubicBezTo>
                    <a:pt x="1" y="8"/>
                    <a:pt x="5" y="8"/>
                    <a:pt x="7" y="9"/>
                  </a:cubicBezTo>
                  <a:cubicBezTo>
                    <a:pt x="10" y="10"/>
                    <a:pt x="11" y="13"/>
                    <a:pt x="13" y="13"/>
                  </a:cubicBezTo>
                  <a:cubicBezTo>
                    <a:pt x="14" y="11"/>
                    <a:pt x="17" y="8"/>
                    <a:pt x="16" y="5"/>
                  </a:cubicBezTo>
                  <a:cubicBezTo>
                    <a:pt x="16" y="2"/>
                    <a:pt x="13" y="0"/>
                    <a:pt x="10" y="0"/>
                  </a:cubicBezTo>
                  <a:cubicBezTo>
                    <a:pt x="9" y="2"/>
                    <a:pt x="13" y="2"/>
                    <a:pt x="14" y="4"/>
                  </a:cubicBezTo>
                  <a:cubicBezTo>
                    <a:pt x="15" y="6"/>
                    <a:pt x="14" y="9"/>
                    <a:pt x="13" y="11"/>
                  </a:cubicBezTo>
                  <a:cubicBezTo>
                    <a:pt x="10" y="9"/>
                    <a:pt x="5" y="6"/>
                    <a:pt x="1" y="8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6345" name="Freeform 244">
              <a:extLst>
                <a:ext uri="{FF2B5EF4-FFF2-40B4-BE49-F238E27FC236}">
                  <a16:creationId xmlns:a16="http://schemas.microsoft.com/office/drawing/2014/main" id="{50D9C81A-CE8D-4237-824F-C470E75669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7" y="3505"/>
              <a:ext cx="22" cy="16"/>
            </a:xfrm>
            <a:custGeom>
              <a:avLst/>
              <a:gdLst>
                <a:gd name="T0" fmla="*/ 0 w 18"/>
                <a:gd name="T1" fmla="*/ 17 h 13"/>
                <a:gd name="T2" fmla="*/ 18 w 18"/>
                <a:gd name="T3" fmla="*/ 25 h 13"/>
                <a:gd name="T4" fmla="*/ 22 w 18"/>
                <a:gd name="T5" fmla="*/ 0 h 13"/>
                <a:gd name="T6" fmla="*/ 18 w 18"/>
                <a:gd name="T7" fmla="*/ 18 h 13"/>
                <a:gd name="T8" fmla="*/ 6 w 18"/>
                <a:gd name="T9" fmla="*/ 11 h 13"/>
                <a:gd name="T10" fmla="*/ 0 w 18"/>
                <a:gd name="T11" fmla="*/ 17 h 1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" h="13">
                  <a:moveTo>
                    <a:pt x="0" y="9"/>
                  </a:moveTo>
                  <a:cubicBezTo>
                    <a:pt x="5" y="6"/>
                    <a:pt x="8" y="9"/>
                    <a:pt x="10" y="13"/>
                  </a:cubicBezTo>
                  <a:cubicBezTo>
                    <a:pt x="11" y="8"/>
                    <a:pt x="18" y="5"/>
                    <a:pt x="12" y="0"/>
                  </a:cubicBezTo>
                  <a:cubicBezTo>
                    <a:pt x="14" y="4"/>
                    <a:pt x="11" y="7"/>
                    <a:pt x="10" y="10"/>
                  </a:cubicBezTo>
                  <a:cubicBezTo>
                    <a:pt x="9" y="7"/>
                    <a:pt x="6" y="7"/>
                    <a:pt x="3" y="6"/>
                  </a:cubicBezTo>
                  <a:cubicBezTo>
                    <a:pt x="0" y="9"/>
                    <a:pt x="0" y="9"/>
                    <a:pt x="0" y="9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6346" name="Freeform 245">
              <a:extLst>
                <a:ext uri="{FF2B5EF4-FFF2-40B4-BE49-F238E27FC236}">
                  <a16:creationId xmlns:a16="http://schemas.microsoft.com/office/drawing/2014/main" id="{6D0DEAF9-F227-450F-8E78-93772CD596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3" y="3497"/>
              <a:ext cx="15" cy="13"/>
            </a:xfrm>
            <a:custGeom>
              <a:avLst/>
              <a:gdLst>
                <a:gd name="T0" fmla="*/ 0 w 13"/>
                <a:gd name="T1" fmla="*/ 11 h 11"/>
                <a:gd name="T2" fmla="*/ 12 w 13"/>
                <a:gd name="T3" fmla="*/ 18 h 11"/>
                <a:gd name="T4" fmla="*/ 10 w 13"/>
                <a:gd name="T5" fmla="*/ 0 h 11"/>
                <a:gd name="T6" fmla="*/ 12 w 13"/>
                <a:gd name="T7" fmla="*/ 13 h 11"/>
                <a:gd name="T8" fmla="*/ 2 w 13"/>
                <a:gd name="T9" fmla="*/ 8 h 11"/>
                <a:gd name="T10" fmla="*/ 0 w 13"/>
                <a:gd name="T11" fmla="*/ 11 h 1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" h="11">
                  <a:moveTo>
                    <a:pt x="0" y="7"/>
                  </a:moveTo>
                  <a:cubicBezTo>
                    <a:pt x="3" y="6"/>
                    <a:pt x="8" y="7"/>
                    <a:pt x="8" y="11"/>
                  </a:cubicBezTo>
                  <a:cubicBezTo>
                    <a:pt x="10" y="6"/>
                    <a:pt x="13" y="3"/>
                    <a:pt x="7" y="0"/>
                  </a:cubicBezTo>
                  <a:cubicBezTo>
                    <a:pt x="10" y="3"/>
                    <a:pt x="8" y="4"/>
                    <a:pt x="8" y="8"/>
                  </a:cubicBezTo>
                  <a:cubicBezTo>
                    <a:pt x="7" y="6"/>
                    <a:pt x="3" y="4"/>
                    <a:pt x="2" y="5"/>
                  </a:cubicBezTo>
                  <a:cubicBezTo>
                    <a:pt x="0" y="7"/>
                    <a:pt x="0" y="7"/>
                    <a:pt x="0" y="7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6347" name="Freeform 246">
              <a:extLst>
                <a:ext uri="{FF2B5EF4-FFF2-40B4-BE49-F238E27FC236}">
                  <a16:creationId xmlns:a16="http://schemas.microsoft.com/office/drawing/2014/main" id="{80BCCADD-CF04-4703-87A5-A9FC6E7771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6" y="3496"/>
              <a:ext cx="8" cy="7"/>
            </a:xfrm>
            <a:custGeom>
              <a:avLst/>
              <a:gdLst>
                <a:gd name="T0" fmla="*/ 0 w 7"/>
                <a:gd name="T1" fmla="*/ 6 h 6"/>
                <a:gd name="T2" fmla="*/ 3 w 7"/>
                <a:gd name="T3" fmla="*/ 9 h 6"/>
                <a:gd name="T4" fmla="*/ 10 w 7"/>
                <a:gd name="T5" fmla="*/ 1 h 6"/>
                <a:gd name="T6" fmla="*/ 9 w 7"/>
                <a:gd name="T7" fmla="*/ 0 h 6"/>
                <a:gd name="T8" fmla="*/ 7 w 7"/>
                <a:gd name="T9" fmla="*/ 7 h 6"/>
                <a:gd name="T10" fmla="*/ 1 w 7"/>
                <a:gd name="T11" fmla="*/ 2 h 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" h="6">
                  <a:moveTo>
                    <a:pt x="0" y="3"/>
                  </a:moveTo>
                  <a:cubicBezTo>
                    <a:pt x="1" y="3"/>
                    <a:pt x="2" y="4"/>
                    <a:pt x="3" y="6"/>
                  </a:cubicBezTo>
                  <a:cubicBezTo>
                    <a:pt x="4" y="4"/>
                    <a:pt x="6" y="3"/>
                    <a:pt x="7" y="1"/>
                  </a:cubicBezTo>
                  <a:cubicBezTo>
                    <a:pt x="7" y="1"/>
                    <a:pt x="6" y="1"/>
                    <a:pt x="6" y="0"/>
                  </a:cubicBezTo>
                  <a:cubicBezTo>
                    <a:pt x="6" y="2"/>
                    <a:pt x="4" y="3"/>
                    <a:pt x="4" y="4"/>
                  </a:cubicBezTo>
                  <a:cubicBezTo>
                    <a:pt x="3" y="3"/>
                    <a:pt x="2" y="2"/>
                    <a:pt x="1" y="2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6348" name="Freeform 247">
              <a:extLst>
                <a:ext uri="{FF2B5EF4-FFF2-40B4-BE49-F238E27FC236}">
                  <a16:creationId xmlns:a16="http://schemas.microsoft.com/office/drawing/2014/main" id="{157E0B5E-4CF7-48BD-B885-841A6CF268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9" y="3529"/>
              <a:ext cx="7" cy="13"/>
            </a:xfrm>
            <a:custGeom>
              <a:avLst/>
              <a:gdLst>
                <a:gd name="T0" fmla="*/ 0 w 6"/>
                <a:gd name="T1" fmla="*/ 17 h 11"/>
                <a:gd name="T2" fmla="*/ 9 w 6"/>
                <a:gd name="T3" fmla="*/ 0 h 11"/>
                <a:gd name="T4" fmla="*/ 8 w 6"/>
                <a:gd name="T5" fmla="*/ 8 h 11"/>
                <a:gd name="T6" fmla="*/ 1 w 6"/>
                <a:gd name="T7" fmla="*/ 18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11">
                  <a:moveTo>
                    <a:pt x="0" y="10"/>
                  </a:moveTo>
                  <a:cubicBezTo>
                    <a:pt x="1" y="7"/>
                    <a:pt x="4" y="3"/>
                    <a:pt x="6" y="0"/>
                  </a:cubicBezTo>
                  <a:cubicBezTo>
                    <a:pt x="5" y="2"/>
                    <a:pt x="5" y="3"/>
                    <a:pt x="5" y="5"/>
                  </a:cubicBezTo>
                  <a:cubicBezTo>
                    <a:pt x="4" y="8"/>
                    <a:pt x="2" y="8"/>
                    <a:pt x="1" y="11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6349" name="Freeform 248">
              <a:extLst>
                <a:ext uri="{FF2B5EF4-FFF2-40B4-BE49-F238E27FC236}">
                  <a16:creationId xmlns:a16="http://schemas.microsoft.com/office/drawing/2014/main" id="{F1EE30B9-0CEA-4EE8-9EF0-0C8832A4EA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6" y="2654"/>
              <a:ext cx="32" cy="59"/>
            </a:xfrm>
            <a:custGeom>
              <a:avLst/>
              <a:gdLst>
                <a:gd name="T0" fmla="*/ 1 w 27"/>
                <a:gd name="T1" fmla="*/ 0 h 49"/>
                <a:gd name="T2" fmla="*/ 18 w 27"/>
                <a:gd name="T3" fmla="*/ 19 h 49"/>
                <a:gd name="T4" fmla="*/ 21 w 27"/>
                <a:gd name="T5" fmla="*/ 43 h 49"/>
                <a:gd name="T6" fmla="*/ 45 w 27"/>
                <a:gd name="T7" fmla="*/ 85 h 49"/>
                <a:gd name="T8" fmla="*/ 15 w 27"/>
                <a:gd name="T9" fmla="*/ 48 h 49"/>
                <a:gd name="T10" fmla="*/ 0 w 27"/>
                <a:gd name="T11" fmla="*/ 6 h 4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7" h="49">
                  <a:moveTo>
                    <a:pt x="1" y="0"/>
                  </a:moveTo>
                  <a:cubicBezTo>
                    <a:pt x="4" y="5"/>
                    <a:pt x="9" y="6"/>
                    <a:pt x="11" y="11"/>
                  </a:cubicBezTo>
                  <a:cubicBezTo>
                    <a:pt x="12" y="16"/>
                    <a:pt x="12" y="20"/>
                    <a:pt x="13" y="25"/>
                  </a:cubicBezTo>
                  <a:cubicBezTo>
                    <a:pt x="14" y="34"/>
                    <a:pt x="18" y="44"/>
                    <a:pt x="27" y="49"/>
                  </a:cubicBezTo>
                  <a:cubicBezTo>
                    <a:pt x="16" y="45"/>
                    <a:pt x="11" y="38"/>
                    <a:pt x="9" y="27"/>
                  </a:cubicBezTo>
                  <a:cubicBezTo>
                    <a:pt x="8" y="17"/>
                    <a:pt x="10" y="9"/>
                    <a:pt x="0" y="3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6350" name="Freeform 249">
              <a:extLst>
                <a:ext uri="{FF2B5EF4-FFF2-40B4-BE49-F238E27FC236}">
                  <a16:creationId xmlns:a16="http://schemas.microsoft.com/office/drawing/2014/main" id="{52DD0151-E587-4F63-9D96-2A0E469E3D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4" y="2644"/>
              <a:ext cx="14" cy="53"/>
            </a:xfrm>
            <a:custGeom>
              <a:avLst/>
              <a:gdLst>
                <a:gd name="T0" fmla="*/ 14 w 11"/>
                <a:gd name="T1" fmla="*/ 8 h 44"/>
                <a:gd name="T2" fmla="*/ 13 w 11"/>
                <a:gd name="T3" fmla="*/ 52 h 44"/>
                <a:gd name="T4" fmla="*/ 10 w 11"/>
                <a:gd name="T5" fmla="*/ 66 h 44"/>
                <a:gd name="T6" fmla="*/ 0 w 11"/>
                <a:gd name="T7" fmla="*/ 77 h 44"/>
                <a:gd name="T8" fmla="*/ 22 w 11"/>
                <a:gd name="T9" fmla="*/ 48 h 44"/>
                <a:gd name="T10" fmla="*/ 18 w 11"/>
                <a:gd name="T11" fmla="*/ 0 h 4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" h="44">
                  <a:moveTo>
                    <a:pt x="7" y="5"/>
                  </a:moveTo>
                  <a:cubicBezTo>
                    <a:pt x="7" y="13"/>
                    <a:pt x="7" y="21"/>
                    <a:pt x="6" y="30"/>
                  </a:cubicBezTo>
                  <a:cubicBezTo>
                    <a:pt x="6" y="32"/>
                    <a:pt x="6" y="35"/>
                    <a:pt x="5" y="38"/>
                  </a:cubicBezTo>
                  <a:cubicBezTo>
                    <a:pt x="4" y="41"/>
                    <a:pt x="1" y="42"/>
                    <a:pt x="0" y="44"/>
                  </a:cubicBezTo>
                  <a:cubicBezTo>
                    <a:pt x="6" y="39"/>
                    <a:pt x="9" y="35"/>
                    <a:pt x="10" y="27"/>
                  </a:cubicBezTo>
                  <a:cubicBezTo>
                    <a:pt x="11" y="18"/>
                    <a:pt x="11" y="8"/>
                    <a:pt x="9" y="0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6351" name="Freeform 250">
              <a:extLst>
                <a:ext uri="{FF2B5EF4-FFF2-40B4-BE49-F238E27FC236}">
                  <a16:creationId xmlns:a16="http://schemas.microsoft.com/office/drawing/2014/main" id="{D6BAE5FA-6ED8-44BC-BE62-743498C2B6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0" y="3502"/>
              <a:ext cx="17" cy="25"/>
            </a:xfrm>
            <a:custGeom>
              <a:avLst/>
              <a:gdLst>
                <a:gd name="T0" fmla="*/ 1 w 14"/>
                <a:gd name="T1" fmla="*/ 36 h 21"/>
                <a:gd name="T2" fmla="*/ 6 w 14"/>
                <a:gd name="T3" fmla="*/ 10 h 21"/>
                <a:gd name="T4" fmla="*/ 13 w 14"/>
                <a:gd name="T5" fmla="*/ 8 h 21"/>
                <a:gd name="T6" fmla="*/ 23 w 14"/>
                <a:gd name="T7" fmla="*/ 0 h 21"/>
                <a:gd name="T8" fmla="*/ 11 w 14"/>
                <a:gd name="T9" fmla="*/ 30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21">
                  <a:moveTo>
                    <a:pt x="1" y="21"/>
                  </a:moveTo>
                  <a:cubicBezTo>
                    <a:pt x="2" y="17"/>
                    <a:pt x="0" y="9"/>
                    <a:pt x="3" y="6"/>
                  </a:cubicBezTo>
                  <a:cubicBezTo>
                    <a:pt x="4" y="5"/>
                    <a:pt x="5" y="5"/>
                    <a:pt x="7" y="5"/>
                  </a:cubicBezTo>
                  <a:cubicBezTo>
                    <a:pt x="9" y="4"/>
                    <a:pt x="11" y="1"/>
                    <a:pt x="13" y="0"/>
                  </a:cubicBezTo>
                  <a:cubicBezTo>
                    <a:pt x="14" y="5"/>
                    <a:pt x="8" y="13"/>
                    <a:pt x="6" y="18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6352" name="Freeform 251">
              <a:extLst>
                <a:ext uri="{FF2B5EF4-FFF2-40B4-BE49-F238E27FC236}">
                  <a16:creationId xmlns:a16="http://schemas.microsoft.com/office/drawing/2014/main" id="{F9FCEB99-D4B6-4478-B23A-9B8307CBAB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9" y="3310"/>
              <a:ext cx="108" cy="35"/>
            </a:xfrm>
            <a:custGeom>
              <a:avLst/>
              <a:gdLst>
                <a:gd name="T0" fmla="*/ 0 w 90"/>
                <a:gd name="T1" fmla="*/ 21 h 29"/>
                <a:gd name="T2" fmla="*/ 19 w 90"/>
                <a:gd name="T3" fmla="*/ 25 h 29"/>
                <a:gd name="T4" fmla="*/ 42 w 90"/>
                <a:gd name="T5" fmla="*/ 28 h 29"/>
                <a:gd name="T6" fmla="*/ 74 w 90"/>
                <a:gd name="T7" fmla="*/ 28 h 29"/>
                <a:gd name="T8" fmla="*/ 120 w 90"/>
                <a:gd name="T9" fmla="*/ 16 h 29"/>
                <a:gd name="T10" fmla="*/ 156 w 90"/>
                <a:gd name="T11" fmla="*/ 0 h 29"/>
                <a:gd name="T12" fmla="*/ 118 w 90"/>
                <a:gd name="T13" fmla="*/ 33 h 29"/>
                <a:gd name="T14" fmla="*/ 70 w 90"/>
                <a:gd name="T15" fmla="*/ 45 h 29"/>
                <a:gd name="T16" fmla="*/ 23 w 90"/>
                <a:gd name="T17" fmla="*/ 42 h 29"/>
                <a:gd name="T18" fmla="*/ 0 w 90"/>
                <a:gd name="T19" fmla="*/ 25 h 2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90" h="29">
                  <a:moveTo>
                    <a:pt x="0" y="12"/>
                  </a:moveTo>
                  <a:cubicBezTo>
                    <a:pt x="4" y="12"/>
                    <a:pt x="8" y="13"/>
                    <a:pt x="11" y="14"/>
                  </a:cubicBezTo>
                  <a:cubicBezTo>
                    <a:pt x="16" y="15"/>
                    <a:pt x="20" y="16"/>
                    <a:pt x="24" y="16"/>
                  </a:cubicBezTo>
                  <a:cubicBezTo>
                    <a:pt x="31" y="17"/>
                    <a:pt x="36" y="17"/>
                    <a:pt x="43" y="16"/>
                  </a:cubicBezTo>
                  <a:cubicBezTo>
                    <a:pt x="52" y="14"/>
                    <a:pt x="61" y="12"/>
                    <a:pt x="69" y="9"/>
                  </a:cubicBezTo>
                  <a:cubicBezTo>
                    <a:pt x="76" y="6"/>
                    <a:pt x="83" y="2"/>
                    <a:pt x="90" y="0"/>
                  </a:cubicBezTo>
                  <a:cubicBezTo>
                    <a:pt x="84" y="7"/>
                    <a:pt x="76" y="12"/>
                    <a:pt x="68" y="18"/>
                  </a:cubicBezTo>
                  <a:cubicBezTo>
                    <a:pt x="60" y="24"/>
                    <a:pt x="50" y="24"/>
                    <a:pt x="40" y="26"/>
                  </a:cubicBezTo>
                  <a:cubicBezTo>
                    <a:pt x="31" y="28"/>
                    <a:pt x="22" y="29"/>
                    <a:pt x="13" y="24"/>
                  </a:cubicBezTo>
                  <a:cubicBezTo>
                    <a:pt x="9" y="22"/>
                    <a:pt x="4" y="18"/>
                    <a:pt x="0" y="14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6353" name="Freeform 252">
              <a:extLst>
                <a:ext uri="{FF2B5EF4-FFF2-40B4-BE49-F238E27FC236}">
                  <a16:creationId xmlns:a16="http://schemas.microsoft.com/office/drawing/2014/main" id="{150F7393-D2F5-4B1F-92FC-5EDB9AE921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0" y="3475"/>
              <a:ext cx="27" cy="21"/>
            </a:xfrm>
            <a:custGeom>
              <a:avLst/>
              <a:gdLst>
                <a:gd name="T0" fmla="*/ 41 w 22"/>
                <a:gd name="T1" fmla="*/ 1 h 17"/>
                <a:gd name="T2" fmla="*/ 1 w 22"/>
                <a:gd name="T3" fmla="*/ 0 h 17"/>
                <a:gd name="T4" fmla="*/ 9 w 22"/>
                <a:gd name="T5" fmla="*/ 15 h 17"/>
                <a:gd name="T6" fmla="*/ 0 w 22"/>
                <a:gd name="T7" fmla="*/ 32 h 17"/>
                <a:gd name="T8" fmla="*/ 33 w 22"/>
                <a:gd name="T9" fmla="*/ 6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17">
                  <a:moveTo>
                    <a:pt x="22" y="1"/>
                  </a:moveTo>
                  <a:cubicBezTo>
                    <a:pt x="18" y="7"/>
                    <a:pt x="6" y="3"/>
                    <a:pt x="1" y="0"/>
                  </a:cubicBezTo>
                  <a:cubicBezTo>
                    <a:pt x="2" y="3"/>
                    <a:pt x="5" y="5"/>
                    <a:pt x="5" y="8"/>
                  </a:cubicBezTo>
                  <a:cubicBezTo>
                    <a:pt x="5" y="12"/>
                    <a:pt x="2" y="14"/>
                    <a:pt x="0" y="17"/>
                  </a:cubicBezTo>
                  <a:cubicBezTo>
                    <a:pt x="3" y="10"/>
                    <a:pt x="16" y="9"/>
                    <a:pt x="18" y="3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6354" name="Freeform 253">
              <a:extLst>
                <a:ext uri="{FF2B5EF4-FFF2-40B4-BE49-F238E27FC236}">
                  <a16:creationId xmlns:a16="http://schemas.microsoft.com/office/drawing/2014/main" id="{645B8C5B-D19F-402A-9329-9C1D0A6C6B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3" y="3478"/>
              <a:ext cx="10" cy="14"/>
            </a:xfrm>
            <a:custGeom>
              <a:avLst/>
              <a:gdLst>
                <a:gd name="T0" fmla="*/ 12 w 9"/>
                <a:gd name="T1" fmla="*/ 0 h 12"/>
                <a:gd name="T2" fmla="*/ 0 w 9"/>
                <a:gd name="T3" fmla="*/ 1 h 12"/>
                <a:gd name="T4" fmla="*/ 2 w 9"/>
                <a:gd name="T5" fmla="*/ 19 h 12"/>
                <a:gd name="T6" fmla="*/ 10 w 9"/>
                <a:gd name="T7" fmla="*/ 1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2">
                  <a:moveTo>
                    <a:pt x="9" y="0"/>
                  </a:moveTo>
                  <a:cubicBezTo>
                    <a:pt x="6" y="1"/>
                    <a:pt x="3" y="1"/>
                    <a:pt x="0" y="1"/>
                  </a:cubicBezTo>
                  <a:cubicBezTo>
                    <a:pt x="3" y="6"/>
                    <a:pt x="4" y="6"/>
                    <a:pt x="2" y="12"/>
                  </a:cubicBezTo>
                  <a:cubicBezTo>
                    <a:pt x="3" y="9"/>
                    <a:pt x="5" y="2"/>
                    <a:pt x="7" y="1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6355" name="Freeform 254">
              <a:extLst>
                <a:ext uri="{FF2B5EF4-FFF2-40B4-BE49-F238E27FC236}">
                  <a16:creationId xmlns:a16="http://schemas.microsoft.com/office/drawing/2014/main" id="{E50830D1-0314-43A8-8647-25DC5BB1F8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7" y="3478"/>
              <a:ext cx="11" cy="15"/>
            </a:xfrm>
            <a:custGeom>
              <a:avLst/>
              <a:gdLst>
                <a:gd name="T0" fmla="*/ 16 w 9"/>
                <a:gd name="T1" fmla="*/ 0 h 13"/>
                <a:gd name="T2" fmla="*/ 0 w 9"/>
                <a:gd name="T3" fmla="*/ 2 h 13"/>
                <a:gd name="T4" fmla="*/ 0 w 9"/>
                <a:gd name="T5" fmla="*/ 20 h 13"/>
                <a:gd name="T6" fmla="*/ 11 w 9"/>
                <a:gd name="T7" fmla="*/ 3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3">
                  <a:moveTo>
                    <a:pt x="9" y="0"/>
                  </a:moveTo>
                  <a:cubicBezTo>
                    <a:pt x="6" y="0"/>
                    <a:pt x="3" y="2"/>
                    <a:pt x="0" y="2"/>
                  </a:cubicBezTo>
                  <a:cubicBezTo>
                    <a:pt x="5" y="5"/>
                    <a:pt x="1" y="9"/>
                    <a:pt x="0" y="13"/>
                  </a:cubicBezTo>
                  <a:cubicBezTo>
                    <a:pt x="4" y="8"/>
                    <a:pt x="6" y="9"/>
                    <a:pt x="6" y="3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6356" name="Freeform 255">
              <a:extLst>
                <a:ext uri="{FF2B5EF4-FFF2-40B4-BE49-F238E27FC236}">
                  <a16:creationId xmlns:a16="http://schemas.microsoft.com/office/drawing/2014/main" id="{7D2A8CF1-3454-476C-B289-E591BB175E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2" y="3381"/>
              <a:ext cx="31" cy="28"/>
            </a:xfrm>
            <a:custGeom>
              <a:avLst/>
              <a:gdLst>
                <a:gd name="T0" fmla="*/ 43 w 26"/>
                <a:gd name="T1" fmla="*/ 0 h 24"/>
                <a:gd name="T2" fmla="*/ 24 w 26"/>
                <a:gd name="T3" fmla="*/ 9 h 24"/>
                <a:gd name="T4" fmla="*/ 14 w 26"/>
                <a:gd name="T5" fmla="*/ 22 h 24"/>
                <a:gd name="T6" fmla="*/ 0 w 26"/>
                <a:gd name="T7" fmla="*/ 39 h 24"/>
                <a:gd name="T8" fmla="*/ 30 w 26"/>
                <a:gd name="T9" fmla="*/ 18 h 24"/>
                <a:gd name="T10" fmla="*/ 37 w 26"/>
                <a:gd name="T11" fmla="*/ 30 h 24"/>
                <a:gd name="T12" fmla="*/ 42 w 26"/>
                <a:gd name="T13" fmla="*/ 35 h 24"/>
                <a:gd name="T14" fmla="*/ 44 w 26"/>
                <a:gd name="T15" fmla="*/ 18 h 2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6" h="24">
                  <a:moveTo>
                    <a:pt x="25" y="0"/>
                  </a:moveTo>
                  <a:cubicBezTo>
                    <a:pt x="23" y="3"/>
                    <a:pt x="17" y="3"/>
                    <a:pt x="14" y="6"/>
                  </a:cubicBezTo>
                  <a:cubicBezTo>
                    <a:pt x="12" y="8"/>
                    <a:pt x="10" y="11"/>
                    <a:pt x="8" y="14"/>
                  </a:cubicBezTo>
                  <a:cubicBezTo>
                    <a:pt x="6" y="18"/>
                    <a:pt x="2" y="21"/>
                    <a:pt x="0" y="24"/>
                  </a:cubicBezTo>
                  <a:cubicBezTo>
                    <a:pt x="7" y="24"/>
                    <a:pt x="10" y="9"/>
                    <a:pt x="18" y="11"/>
                  </a:cubicBezTo>
                  <a:cubicBezTo>
                    <a:pt x="21" y="12"/>
                    <a:pt x="21" y="16"/>
                    <a:pt x="22" y="19"/>
                  </a:cubicBezTo>
                  <a:cubicBezTo>
                    <a:pt x="22" y="21"/>
                    <a:pt x="22" y="24"/>
                    <a:pt x="24" y="22"/>
                  </a:cubicBezTo>
                  <a:cubicBezTo>
                    <a:pt x="26" y="21"/>
                    <a:pt x="26" y="13"/>
                    <a:pt x="26" y="11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6357" name="Freeform 256">
              <a:extLst>
                <a:ext uri="{FF2B5EF4-FFF2-40B4-BE49-F238E27FC236}">
                  <a16:creationId xmlns:a16="http://schemas.microsoft.com/office/drawing/2014/main" id="{44E74AF4-438A-46EB-9516-F774CEEB82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7" y="2662"/>
              <a:ext cx="90" cy="71"/>
            </a:xfrm>
            <a:custGeom>
              <a:avLst/>
              <a:gdLst>
                <a:gd name="T0" fmla="*/ 7 w 75"/>
                <a:gd name="T1" fmla="*/ 1 h 59"/>
                <a:gd name="T2" fmla="*/ 20 w 75"/>
                <a:gd name="T3" fmla="*/ 35 h 59"/>
                <a:gd name="T4" fmla="*/ 46 w 75"/>
                <a:gd name="T5" fmla="*/ 73 h 59"/>
                <a:gd name="T6" fmla="*/ 130 w 75"/>
                <a:gd name="T7" fmla="*/ 85 h 59"/>
                <a:gd name="T8" fmla="*/ 41 w 75"/>
                <a:gd name="T9" fmla="*/ 87 h 59"/>
                <a:gd name="T10" fmla="*/ 8 w 75"/>
                <a:gd name="T11" fmla="*/ 52 h 59"/>
                <a:gd name="T12" fmla="*/ 0 w 75"/>
                <a:gd name="T13" fmla="*/ 2 h 5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5" h="59">
                  <a:moveTo>
                    <a:pt x="4" y="1"/>
                  </a:moveTo>
                  <a:cubicBezTo>
                    <a:pt x="11" y="0"/>
                    <a:pt x="11" y="16"/>
                    <a:pt x="12" y="20"/>
                  </a:cubicBezTo>
                  <a:cubicBezTo>
                    <a:pt x="14" y="31"/>
                    <a:pt x="18" y="36"/>
                    <a:pt x="27" y="42"/>
                  </a:cubicBezTo>
                  <a:cubicBezTo>
                    <a:pt x="41" y="51"/>
                    <a:pt x="59" y="48"/>
                    <a:pt x="75" y="49"/>
                  </a:cubicBezTo>
                  <a:cubicBezTo>
                    <a:pt x="71" y="59"/>
                    <a:pt x="31" y="53"/>
                    <a:pt x="23" y="50"/>
                  </a:cubicBezTo>
                  <a:cubicBezTo>
                    <a:pt x="15" y="46"/>
                    <a:pt x="7" y="39"/>
                    <a:pt x="5" y="30"/>
                  </a:cubicBezTo>
                  <a:cubicBezTo>
                    <a:pt x="3" y="22"/>
                    <a:pt x="7" y="9"/>
                    <a:pt x="0" y="2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6358" name="Freeform 257">
              <a:extLst>
                <a:ext uri="{FF2B5EF4-FFF2-40B4-BE49-F238E27FC236}">
                  <a16:creationId xmlns:a16="http://schemas.microsoft.com/office/drawing/2014/main" id="{63A95EBB-090C-4658-9D83-A4F94DD1E8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2" y="2660"/>
              <a:ext cx="15" cy="38"/>
            </a:xfrm>
            <a:custGeom>
              <a:avLst/>
              <a:gdLst>
                <a:gd name="T0" fmla="*/ 10 w 13"/>
                <a:gd name="T1" fmla="*/ 0 h 32"/>
                <a:gd name="T2" fmla="*/ 0 w 13"/>
                <a:gd name="T3" fmla="*/ 53 h 32"/>
                <a:gd name="T4" fmla="*/ 16 w 13"/>
                <a:gd name="T5" fmla="*/ 32 h 32"/>
                <a:gd name="T6" fmla="*/ 14 w 13"/>
                <a:gd name="T7" fmla="*/ 1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32">
                  <a:moveTo>
                    <a:pt x="7" y="0"/>
                  </a:moveTo>
                  <a:cubicBezTo>
                    <a:pt x="7" y="13"/>
                    <a:pt x="4" y="20"/>
                    <a:pt x="0" y="32"/>
                  </a:cubicBezTo>
                  <a:cubicBezTo>
                    <a:pt x="4" y="29"/>
                    <a:pt x="8" y="24"/>
                    <a:pt x="10" y="19"/>
                  </a:cubicBezTo>
                  <a:cubicBezTo>
                    <a:pt x="13" y="12"/>
                    <a:pt x="10" y="8"/>
                    <a:pt x="9" y="1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6359" name="Freeform 258">
              <a:extLst>
                <a:ext uri="{FF2B5EF4-FFF2-40B4-BE49-F238E27FC236}">
                  <a16:creationId xmlns:a16="http://schemas.microsoft.com/office/drawing/2014/main" id="{F09B5007-791D-43D6-8747-3BFB29E314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1" y="2100"/>
              <a:ext cx="70" cy="403"/>
            </a:xfrm>
            <a:custGeom>
              <a:avLst/>
              <a:gdLst>
                <a:gd name="T0" fmla="*/ 88 w 59"/>
                <a:gd name="T1" fmla="*/ 0 h 336"/>
                <a:gd name="T2" fmla="*/ 52 w 59"/>
                <a:gd name="T3" fmla="*/ 154 h 336"/>
                <a:gd name="T4" fmla="*/ 55 w 59"/>
                <a:gd name="T5" fmla="*/ 303 h 336"/>
                <a:gd name="T6" fmla="*/ 13 w 59"/>
                <a:gd name="T7" fmla="*/ 433 h 336"/>
                <a:gd name="T8" fmla="*/ 8 w 59"/>
                <a:gd name="T9" fmla="*/ 579 h 336"/>
                <a:gd name="T10" fmla="*/ 74 w 59"/>
                <a:gd name="T11" fmla="*/ 384 h 336"/>
                <a:gd name="T12" fmla="*/ 89 w 59"/>
                <a:gd name="T13" fmla="*/ 269 h 336"/>
                <a:gd name="T14" fmla="*/ 90 w 59"/>
                <a:gd name="T15" fmla="*/ 210 h 336"/>
                <a:gd name="T16" fmla="*/ 97 w 59"/>
                <a:gd name="T17" fmla="*/ 137 h 3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9" h="336">
                  <a:moveTo>
                    <a:pt x="52" y="0"/>
                  </a:moveTo>
                  <a:cubicBezTo>
                    <a:pt x="51" y="30"/>
                    <a:pt x="33" y="58"/>
                    <a:pt x="31" y="89"/>
                  </a:cubicBezTo>
                  <a:cubicBezTo>
                    <a:pt x="29" y="118"/>
                    <a:pt x="35" y="147"/>
                    <a:pt x="33" y="176"/>
                  </a:cubicBezTo>
                  <a:cubicBezTo>
                    <a:pt x="32" y="204"/>
                    <a:pt x="16" y="225"/>
                    <a:pt x="8" y="251"/>
                  </a:cubicBezTo>
                  <a:cubicBezTo>
                    <a:pt x="0" y="276"/>
                    <a:pt x="3" y="310"/>
                    <a:pt x="5" y="336"/>
                  </a:cubicBezTo>
                  <a:cubicBezTo>
                    <a:pt x="23" y="303"/>
                    <a:pt x="36" y="260"/>
                    <a:pt x="44" y="223"/>
                  </a:cubicBezTo>
                  <a:cubicBezTo>
                    <a:pt x="49" y="201"/>
                    <a:pt x="52" y="178"/>
                    <a:pt x="53" y="156"/>
                  </a:cubicBezTo>
                  <a:cubicBezTo>
                    <a:pt x="54" y="145"/>
                    <a:pt x="54" y="133"/>
                    <a:pt x="54" y="122"/>
                  </a:cubicBezTo>
                  <a:cubicBezTo>
                    <a:pt x="54" y="108"/>
                    <a:pt x="59" y="93"/>
                    <a:pt x="58" y="79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6360" name="Freeform 259">
              <a:extLst>
                <a:ext uri="{FF2B5EF4-FFF2-40B4-BE49-F238E27FC236}">
                  <a16:creationId xmlns:a16="http://schemas.microsoft.com/office/drawing/2014/main" id="{209D24B6-A00F-4761-9BB7-292FC42ECA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4" y="3024"/>
              <a:ext cx="33" cy="129"/>
            </a:xfrm>
            <a:custGeom>
              <a:avLst/>
              <a:gdLst>
                <a:gd name="T0" fmla="*/ 7 w 28"/>
                <a:gd name="T1" fmla="*/ 188 h 107"/>
                <a:gd name="T2" fmla="*/ 6 w 28"/>
                <a:gd name="T3" fmla="*/ 92 h 107"/>
                <a:gd name="T4" fmla="*/ 44 w 28"/>
                <a:gd name="T5" fmla="*/ 0 h 107"/>
                <a:gd name="T6" fmla="*/ 26 w 28"/>
                <a:gd name="T7" fmla="*/ 135 h 10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107">
                  <a:moveTo>
                    <a:pt x="4" y="107"/>
                  </a:moveTo>
                  <a:cubicBezTo>
                    <a:pt x="9" y="88"/>
                    <a:pt x="0" y="71"/>
                    <a:pt x="3" y="52"/>
                  </a:cubicBezTo>
                  <a:cubicBezTo>
                    <a:pt x="5" y="36"/>
                    <a:pt x="18" y="14"/>
                    <a:pt x="26" y="0"/>
                  </a:cubicBezTo>
                  <a:cubicBezTo>
                    <a:pt x="28" y="26"/>
                    <a:pt x="19" y="52"/>
                    <a:pt x="16" y="77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6361" name="Freeform 260">
              <a:extLst>
                <a:ext uri="{FF2B5EF4-FFF2-40B4-BE49-F238E27FC236}">
                  <a16:creationId xmlns:a16="http://schemas.microsoft.com/office/drawing/2014/main" id="{EFE1246C-BB30-4055-BD2E-8F7152318D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5" y="2621"/>
              <a:ext cx="67" cy="87"/>
            </a:xfrm>
            <a:custGeom>
              <a:avLst/>
              <a:gdLst>
                <a:gd name="T0" fmla="*/ 0 w 56"/>
                <a:gd name="T1" fmla="*/ 8 h 72"/>
                <a:gd name="T2" fmla="*/ 29 w 56"/>
                <a:gd name="T3" fmla="*/ 88 h 72"/>
                <a:gd name="T4" fmla="*/ 87 w 56"/>
                <a:gd name="T5" fmla="*/ 104 h 72"/>
                <a:gd name="T6" fmla="*/ 44 w 56"/>
                <a:gd name="T7" fmla="*/ 60 h 72"/>
                <a:gd name="T8" fmla="*/ 2 w 56"/>
                <a:gd name="T9" fmla="*/ 0 h 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" h="72">
                  <a:moveTo>
                    <a:pt x="0" y="5"/>
                  </a:moveTo>
                  <a:cubicBezTo>
                    <a:pt x="7" y="19"/>
                    <a:pt x="7" y="38"/>
                    <a:pt x="17" y="50"/>
                  </a:cubicBezTo>
                  <a:cubicBezTo>
                    <a:pt x="22" y="57"/>
                    <a:pt x="43" y="72"/>
                    <a:pt x="51" y="59"/>
                  </a:cubicBezTo>
                  <a:cubicBezTo>
                    <a:pt x="56" y="51"/>
                    <a:pt x="31" y="43"/>
                    <a:pt x="26" y="34"/>
                  </a:cubicBezTo>
                  <a:cubicBezTo>
                    <a:pt x="19" y="23"/>
                    <a:pt x="19" y="1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6362" name="Freeform 261">
              <a:extLst>
                <a:ext uri="{FF2B5EF4-FFF2-40B4-BE49-F238E27FC236}">
                  <a16:creationId xmlns:a16="http://schemas.microsoft.com/office/drawing/2014/main" id="{1795A82E-09DC-4C53-86C7-AB0810ACEAF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4" y="2036"/>
              <a:ext cx="169" cy="552"/>
            </a:xfrm>
            <a:custGeom>
              <a:avLst/>
              <a:gdLst>
                <a:gd name="T0" fmla="*/ 70 w 141"/>
                <a:gd name="T1" fmla="*/ 0 h 460"/>
                <a:gd name="T2" fmla="*/ 24 w 141"/>
                <a:gd name="T3" fmla="*/ 0 h 460"/>
                <a:gd name="T4" fmla="*/ 10 w 141"/>
                <a:gd name="T5" fmla="*/ 107 h 460"/>
                <a:gd name="T6" fmla="*/ 28 w 141"/>
                <a:gd name="T7" fmla="*/ 266 h 460"/>
                <a:gd name="T8" fmla="*/ 20 w 141"/>
                <a:gd name="T9" fmla="*/ 396 h 460"/>
                <a:gd name="T10" fmla="*/ 34 w 141"/>
                <a:gd name="T11" fmla="*/ 518 h 460"/>
                <a:gd name="T12" fmla="*/ 43 w 141"/>
                <a:gd name="T13" fmla="*/ 737 h 460"/>
                <a:gd name="T14" fmla="*/ 133 w 141"/>
                <a:gd name="T15" fmla="*/ 785 h 460"/>
                <a:gd name="T16" fmla="*/ 188 w 141"/>
                <a:gd name="T17" fmla="*/ 794 h 460"/>
                <a:gd name="T18" fmla="*/ 216 w 141"/>
                <a:gd name="T19" fmla="*/ 787 h 460"/>
                <a:gd name="T20" fmla="*/ 211 w 141"/>
                <a:gd name="T21" fmla="*/ 708 h 460"/>
                <a:gd name="T22" fmla="*/ 176 w 141"/>
                <a:gd name="T23" fmla="*/ 598 h 460"/>
                <a:gd name="T24" fmla="*/ 186 w 141"/>
                <a:gd name="T25" fmla="*/ 473 h 460"/>
                <a:gd name="T26" fmla="*/ 189 w 141"/>
                <a:gd name="T27" fmla="*/ 329 h 460"/>
                <a:gd name="T28" fmla="*/ 201 w 141"/>
                <a:gd name="T29" fmla="*/ 115 h 460"/>
                <a:gd name="T30" fmla="*/ 70 w 141"/>
                <a:gd name="T31" fmla="*/ 0 h 460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41" h="460">
                  <a:moveTo>
                    <a:pt x="40" y="0"/>
                  </a:moveTo>
                  <a:cubicBezTo>
                    <a:pt x="14" y="0"/>
                    <a:pt x="14" y="0"/>
                    <a:pt x="14" y="0"/>
                  </a:cubicBezTo>
                  <a:cubicBezTo>
                    <a:pt x="9" y="20"/>
                    <a:pt x="7" y="40"/>
                    <a:pt x="6" y="62"/>
                  </a:cubicBezTo>
                  <a:cubicBezTo>
                    <a:pt x="6" y="93"/>
                    <a:pt x="15" y="123"/>
                    <a:pt x="16" y="154"/>
                  </a:cubicBezTo>
                  <a:cubicBezTo>
                    <a:pt x="17" y="179"/>
                    <a:pt x="12" y="204"/>
                    <a:pt x="12" y="229"/>
                  </a:cubicBezTo>
                  <a:cubicBezTo>
                    <a:pt x="11" y="253"/>
                    <a:pt x="17" y="276"/>
                    <a:pt x="19" y="300"/>
                  </a:cubicBezTo>
                  <a:cubicBezTo>
                    <a:pt x="23" y="342"/>
                    <a:pt x="0" y="388"/>
                    <a:pt x="25" y="427"/>
                  </a:cubicBezTo>
                  <a:cubicBezTo>
                    <a:pt x="36" y="444"/>
                    <a:pt x="60" y="450"/>
                    <a:pt x="78" y="454"/>
                  </a:cubicBezTo>
                  <a:cubicBezTo>
                    <a:pt x="88" y="456"/>
                    <a:pt x="99" y="460"/>
                    <a:pt x="109" y="460"/>
                  </a:cubicBezTo>
                  <a:cubicBezTo>
                    <a:pt x="115" y="460"/>
                    <a:pt x="120" y="459"/>
                    <a:pt x="125" y="456"/>
                  </a:cubicBezTo>
                  <a:cubicBezTo>
                    <a:pt x="141" y="444"/>
                    <a:pt x="132" y="424"/>
                    <a:pt x="123" y="410"/>
                  </a:cubicBezTo>
                  <a:cubicBezTo>
                    <a:pt x="111" y="387"/>
                    <a:pt x="103" y="372"/>
                    <a:pt x="103" y="346"/>
                  </a:cubicBezTo>
                  <a:cubicBezTo>
                    <a:pt x="103" y="321"/>
                    <a:pt x="107" y="298"/>
                    <a:pt x="108" y="273"/>
                  </a:cubicBezTo>
                  <a:cubicBezTo>
                    <a:pt x="109" y="245"/>
                    <a:pt x="101" y="217"/>
                    <a:pt x="110" y="190"/>
                  </a:cubicBezTo>
                  <a:cubicBezTo>
                    <a:pt x="123" y="150"/>
                    <a:pt x="135" y="107"/>
                    <a:pt x="117" y="67"/>
                  </a:cubicBezTo>
                  <a:cubicBezTo>
                    <a:pt x="101" y="28"/>
                    <a:pt x="81" y="13"/>
                    <a:pt x="40" y="0"/>
                  </a:cubicBezTo>
                </a:path>
              </a:pathLst>
            </a:custGeom>
            <a:solidFill>
              <a:srgbClr val="FCF9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6363" name="Freeform 262">
              <a:extLst>
                <a:ext uri="{FF2B5EF4-FFF2-40B4-BE49-F238E27FC236}">
                  <a16:creationId xmlns:a16="http://schemas.microsoft.com/office/drawing/2014/main" id="{7A6A10A5-C508-4779-8216-BADBA61C3D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9" y="2763"/>
              <a:ext cx="174" cy="546"/>
            </a:xfrm>
            <a:custGeom>
              <a:avLst/>
              <a:gdLst>
                <a:gd name="T0" fmla="*/ 103 w 145"/>
                <a:gd name="T1" fmla="*/ 0 h 455"/>
                <a:gd name="T2" fmla="*/ 78 w 145"/>
                <a:gd name="T3" fmla="*/ 10 h 455"/>
                <a:gd name="T4" fmla="*/ 29 w 145"/>
                <a:gd name="T5" fmla="*/ 269 h 455"/>
                <a:gd name="T6" fmla="*/ 52 w 145"/>
                <a:gd name="T7" fmla="*/ 391 h 455"/>
                <a:gd name="T8" fmla="*/ 55 w 145"/>
                <a:gd name="T9" fmla="*/ 452 h 455"/>
                <a:gd name="T10" fmla="*/ 78 w 145"/>
                <a:gd name="T11" fmla="*/ 510 h 455"/>
                <a:gd name="T12" fmla="*/ 96 w 145"/>
                <a:gd name="T13" fmla="*/ 620 h 455"/>
                <a:gd name="T14" fmla="*/ 106 w 145"/>
                <a:gd name="T15" fmla="*/ 736 h 455"/>
                <a:gd name="T16" fmla="*/ 145 w 145"/>
                <a:gd name="T17" fmla="*/ 786 h 455"/>
                <a:gd name="T18" fmla="*/ 145 w 145"/>
                <a:gd name="T19" fmla="*/ 786 h 455"/>
                <a:gd name="T20" fmla="*/ 235 w 145"/>
                <a:gd name="T21" fmla="*/ 744 h 455"/>
                <a:gd name="T22" fmla="*/ 208 w 145"/>
                <a:gd name="T23" fmla="*/ 683 h 455"/>
                <a:gd name="T24" fmla="*/ 175 w 145"/>
                <a:gd name="T25" fmla="*/ 578 h 455"/>
                <a:gd name="T26" fmla="*/ 122 w 145"/>
                <a:gd name="T27" fmla="*/ 506 h 455"/>
                <a:gd name="T28" fmla="*/ 113 w 145"/>
                <a:gd name="T29" fmla="*/ 386 h 455"/>
                <a:gd name="T30" fmla="*/ 95 w 145"/>
                <a:gd name="T31" fmla="*/ 247 h 455"/>
                <a:gd name="T32" fmla="*/ 145 w 145"/>
                <a:gd name="T33" fmla="*/ 121 h 455"/>
                <a:gd name="T34" fmla="*/ 103 w 145"/>
                <a:gd name="T35" fmla="*/ 0 h 45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45" h="455">
                  <a:moveTo>
                    <a:pt x="60" y="0"/>
                  </a:moveTo>
                  <a:cubicBezTo>
                    <a:pt x="45" y="6"/>
                    <a:pt x="45" y="6"/>
                    <a:pt x="45" y="6"/>
                  </a:cubicBezTo>
                  <a:cubicBezTo>
                    <a:pt x="0" y="6"/>
                    <a:pt x="12" y="131"/>
                    <a:pt x="17" y="156"/>
                  </a:cubicBezTo>
                  <a:cubicBezTo>
                    <a:pt x="21" y="182"/>
                    <a:pt x="33" y="199"/>
                    <a:pt x="30" y="227"/>
                  </a:cubicBezTo>
                  <a:cubicBezTo>
                    <a:pt x="29" y="239"/>
                    <a:pt x="28" y="251"/>
                    <a:pt x="32" y="262"/>
                  </a:cubicBezTo>
                  <a:cubicBezTo>
                    <a:pt x="36" y="274"/>
                    <a:pt x="42" y="283"/>
                    <a:pt x="45" y="295"/>
                  </a:cubicBezTo>
                  <a:cubicBezTo>
                    <a:pt x="51" y="317"/>
                    <a:pt x="47" y="337"/>
                    <a:pt x="56" y="359"/>
                  </a:cubicBezTo>
                  <a:cubicBezTo>
                    <a:pt x="65" y="383"/>
                    <a:pt x="63" y="401"/>
                    <a:pt x="61" y="426"/>
                  </a:cubicBezTo>
                  <a:cubicBezTo>
                    <a:pt x="60" y="447"/>
                    <a:pt x="61" y="455"/>
                    <a:pt x="84" y="455"/>
                  </a:cubicBezTo>
                  <a:cubicBezTo>
                    <a:pt x="84" y="455"/>
                    <a:pt x="84" y="455"/>
                    <a:pt x="84" y="455"/>
                  </a:cubicBezTo>
                  <a:cubicBezTo>
                    <a:pt x="99" y="455"/>
                    <a:pt x="128" y="446"/>
                    <a:pt x="136" y="431"/>
                  </a:cubicBezTo>
                  <a:cubicBezTo>
                    <a:pt x="145" y="413"/>
                    <a:pt x="131" y="405"/>
                    <a:pt x="120" y="395"/>
                  </a:cubicBezTo>
                  <a:cubicBezTo>
                    <a:pt x="100" y="378"/>
                    <a:pt x="111" y="356"/>
                    <a:pt x="102" y="335"/>
                  </a:cubicBezTo>
                  <a:cubicBezTo>
                    <a:pt x="94" y="317"/>
                    <a:pt x="75" y="313"/>
                    <a:pt x="71" y="293"/>
                  </a:cubicBezTo>
                  <a:cubicBezTo>
                    <a:pt x="65" y="270"/>
                    <a:pt x="69" y="246"/>
                    <a:pt x="65" y="223"/>
                  </a:cubicBezTo>
                  <a:cubicBezTo>
                    <a:pt x="60" y="197"/>
                    <a:pt x="52" y="170"/>
                    <a:pt x="55" y="143"/>
                  </a:cubicBezTo>
                  <a:cubicBezTo>
                    <a:pt x="59" y="116"/>
                    <a:pt x="71" y="93"/>
                    <a:pt x="84" y="70"/>
                  </a:cubicBezTo>
                  <a:cubicBezTo>
                    <a:pt x="100" y="40"/>
                    <a:pt x="89" y="14"/>
                    <a:pt x="60" y="0"/>
                  </a:cubicBezTo>
                </a:path>
              </a:pathLst>
            </a:custGeom>
            <a:solidFill>
              <a:srgbClr val="FBF8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6364" name="Freeform 263">
              <a:extLst>
                <a:ext uri="{FF2B5EF4-FFF2-40B4-BE49-F238E27FC236}">
                  <a16:creationId xmlns:a16="http://schemas.microsoft.com/office/drawing/2014/main" id="{6996C9BA-1226-41C7-8623-6D4403B7AE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2" y="3327"/>
              <a:ext cx="33" cy="72"/>
            </a:xfrm>
            <a:custGeom>
              <a:avLst/>
              <a:gdLst>
                <a:gd name="T0" fmla="*/ 34 w 27"/>
                <a:gd name="T1" fmla="*/ 0 h 60"/>
                <a:gd name="T2" fmla="*/ 29 w 27"/>
                <a:gd name="T3" fmla="*/ 6 h 60"/>
                <a:gd name="T4" fmla="*/ 22 w 27"/>
                <a:gd name="T5" fmla="*/ 49 h 60"/>
                <a:gd name="T6" fmla="*/ 9 w 27"/>
                <a:gd name="T7" fmla="*/ 103 h 60"/>
                <a:gd name="T8" fmla="*/ 34 w 27"/>
                <a:gd name="T9" fmla="*/ 50 h 60"/>
                <a:gd name="T10" fmla="*/ 48 w 27"/>
                <a:gd name="T11" fmla="*/ 20 h 60"/>
                <a:gd name="T12" fmla="*/ 34 w 27"/>
                <a:gd name="T13" fmla="*/ 0 h 6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" h="60">
                  <a:moveTo>
                    <a:pt x="19" y="0"/>
                  </a:moveTo>
                  <a:cubicBezTo>
                    <a:pt x="16" y="3"/>
                    <a:pt x="16" y="3"/>
                    <a:pt x="16" y="3"/>
                  </a:cubicBezTo>
                  <a:cubicBezTo>
                    <a:pt x="9" y="12"/>
                    <a:pt x="14" y="19"/>
                    <a:pt x="12" y="28"/>
                  </a:cubicBezTo>
                  <a:cubicBezTo>
                    <a:pt x="10" y="38"/>
                    <a:pt x="0" y="49"/>
                    <a:pt x="5" y="60"/>
                  </a:cubicBezTo>
                  <a:cubicBezTo>
                    <a:pt x="18" y="59"/>
                    <a:pt x="16" y="37"/>
                    <a:pt x="19" y="29"/>
                  </a:cubicBezTo>
                  <a:cubicBezTo>
                    <a:pt x="22" y="23"/>
                    <a:pt x="27" y="20"/>
                    <a:pt x="26" y="12"/>
                  </a:cubicBezTo>
                  <a:cubicBezTo>
                    <a:pt x="25" y="7"/>
                    <a:pt x="21" y="4"/>
                    <a:pt x="19" y="0"/>
                  </a:cubicBezTo>
                </a:path>
              </a:pathLst>
            </a:custGeom>
            <a:solidFill>
              <a:srgbClr val="FDFC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6365" name="Freeform 264">
              <a:extLst>
                <a:ext uri="{FF2B5EF4-FFF2-40B4-BE49-F238E27FC236}">
                  <a16:creationId xmlns:a16="http://schemas.microsoft.com/office/drawing/2014/main" id="{B0F030D4-4944-445C-AD99-870FF9341D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6" y="3342"/>
              <a:ext cx="153" cy="129"/>
            </a:xfrm>
            <a:custGeom>
              <a:avLst/>
              <a:gdLst>
                <a:gd name="T0" fmla="*/ 183 w 128"/>
                <a:gd name="T1" fmla="*/ 0 h 107"/>
                <a:gd name="T2" fmla="*/ 147 w 128"/>
                <a:gd name="T3" fmla="*/ 12 h 107"/>
                <a:gd name="T4" fmla="*/ 139 w 128"/>
                <a:gd name="T5" fmla="*/ 12 h 107"/>
                <a:gd name="T6" fmla="*/ 103 w 128"/>
                <a:gd name="T7" fmla="*/ 6 h 107"/>
                <a:gd name="T8" fmla="*/ 103 w 128"/>
                <a:gd name="T9" fmla="*/ 6 h 107"/>
                <a:gd name="T10" fmla="*/ 73 w 128"/>
                <a:gd name="T11" fmla="*/ 35 h 107"/>
                <a:gd name="T12" fmla="*/ 38 w 128"/>
                <a:gd name="T13" fmla="*/ 80 h 107"/>
                <a:gd name="T14" fmla="*/ 23 w 128"/>
                <a:gd name="T15" fmla="*/ 128 h 107"/>
                <a:gd name="T16" fmla="*/ 12 w 128"/>
                <a:gd name="T17" fmla="*/ 147 h 107"/>
                <a:gd name="T18" fmla="*/ 0 w 128"/>
                <a:gd name="T19" fmla="*/ 169 h 107"/>
                <a:gd name="T20" fmla="*/ 12 w 128"/>
                <a:gd name="T21" fmla="*/ 178 h 107"/>
                <a:gd name="T22" fmla="*/ 19 w 128"/>
                <a:gd name="T23" fmla="*/ 178 h 107"/>
                <a:gd name="T24" fmla="*/ 27 w 128"/>
                <a:gd name="T25" fmla="*/ 177 h 107"/>
                <a:gd name="T26" fmla="*/ 31 w 128"/>
                <a:gd name="T27" fmla="*/ 177 h 107"/>
                <a:gd name="T28" fmla="*/ 45 w 128"/>
                <a:gd name="T29" fmla="*/ 182 h 107"/>
                <a:gd name="T30" fmla="*/ 47 w 128"/>
                <a:gd name="T31" fmla="*/ 182 h 107"/>
                <a:gd name="T32" fmla="*/ 60 w 128"/>
                <a:gd name="T33" fmla="*/ 182 h 107"/>
                <a:gd name="T34" fmla="*/ 68 w 128"/>
                <a:gd name="T35" fmla="*/ 184 h 107"/>
                <a:gd name="T36" fmla="*/ 85 w 128"/>
                <a:gd name="T37" fmla="*/ 188 h 107"/>
                <a:gd name="T38" fmla="*/ 115 w 128"/>
                <a:gd name="T39" fmla="*/ 160 h 107"/>
                <a:gd name="T40" fmla="*/ 130 w 128"/>
                <a:gd name="T41" fmla="*/ 111 h 107"/>
                <a:gd name="T42" fmla="*/ 157 w 128"/>
                <a:gd name="T43" fmla="*/ 76 h 107"/>
                <a:gd name="T44" fmla="*/ 190 w 128"/>
                <a:gd name="T45" fmla="*/ 2 h 107"/>
                <a:gd name="T46" fmla="*/ 183 w 128"/>
                <a:gd name="T47" fmla="*/ 0 h 107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128" h="107">
                  <a:moveTo>
                    <a:pt x="107" y="0"/>
                  </a:moveTo>
                  <a:cubicBezTo>
                    <a:pt x="104" y="5"/>
                    <a:pt x="91" y="6"/>
                    <a:pt x="86" y="7"/>
                  </a:cubicBezTo>
                  <a:cubicBezTo>
                    <a:pt x="84" y="7"/>
                    <a:pt x="83" y="7"/>
                    <a:pt x="81" y="7"/>
                  </a:cubicBezTo>
                  <a:cubicBezTo>
                    <a:pt x="74" y="7"/>
                    <a:pt x="68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51" y="3"/>
                    <a:pt x="48" y="14"/>
                    <a:pt x="43" y="20"/>
                  </a:cubicBezTo>
                  <a:cubicBezTo>
                    <a:pt x="36" y="29"/>
                    <a:pt x="29" y="37"/>
                    <a:pt x="23" y="46"/>
                  </a:cubicBezTo>
                  <a:cubicBezTo>
                    <a:pt x="19" y="55"/>
                    <a:pt x="16" y="64"/>
                    <a:pt x="13" y="73"/>
                  </a:cubicBezTo>
                  <a:cubicBezTo>
                    <a:pt x="12" y="77"/>
                    <a:pt x="10" y="81"/>
                    <a:pt x="7" y="84"/>
                  </a:cubicBezTo>
                  <a:cubicBezTo>
                    <a:pt x="5" y="87"/>
                    <a:pt x="0" y="92"/>
                    <a:pt x="0" y="96"/>
                  </a:cubicBezTo>
                  <a:cubicBezTo>
                    <a:pt x="0" y="101"/>
                    <a:pt x="3" y="102"/>
                    <a:pt x="7" y="102"/>
                  </a:cubicBezTo>
                  <a:cubicBezTo>
                    <a:pt x="8" y="102"/>
                    <a:pt x="10" y="102"/>
                    <a:pt x="11" y="102"/>
                  </a:cubicBezTo>
                  <a:cubicBezTo>
                    <a:pt x="13" y="101"/>
                    <a:pt x="15" y="101"/>
                    <a:pt x="16" y="101"/>
                  </a:cubicBezTo>
                  <a:cubicBezTo>
                    <a:pt x="17" y="101"/>
                    <a:pt x="18" y="101"/>
                    <a:pt x="18" y="101"/>
                  </a:cubicBezTo>
                  <a:cubicBezTo>
                    <a:pt x="22" y="103"/>
                    <a:pt x="23" y="104"/>
                    <a:pt x="27" y="104"/>
                  </a:cubicBezTo>
                  <a:cubicBezTo>
                    <a:pt x="27" y="104"/>
                    <a:pt x="28" y="104"/>
                    <a:pt x="28" y="104"/>
                  </a:cubicBezTo>
                  <a:cubicBezTo>
                    <a:pt x="31" y="104"/>
                    <a:pt x="33" y="104"/>
                    <a:pt x="35" y="104"/>
                  </a:cubicBezTo>
                  <a:cubicBezTo>
                    <a:pt x="36" y="104"/>
                    <a:pt x="38" y="104"/>
                    <a:pt x="40" y="105"/>
                  </a:cubicBezTo>
                  <a:cubicBezTo>
                    <a:pt x="44" y="106"/>
                    <a:pt x="46" y="107"/>
                    <a:pt x="49" y="107"/>
                  </a:cubicBezTo>
                  <a:cubicBezTo>
                    <a:pt x="57" y="107"/>
                    <a:pt x="63" y="101"/>
                    <a:pt x="67" y="91"/>
                  </a:cubicBezTo>
                  <a:cubicBezTo>
                    <a:pt x="70" y="82"/>
                    <a:pt x="71" y="72"/>
                    <a:pt x="76" y="63"/>
                  </a:cubicBezTo>
                  <a:cubicBezTo>
                    <a:pt x="80" y="55"/>
                    <a:pt x="85" y="49"/>
                    <a:pt x="92" y="43"/>
                  </a:cubicBezTo>
                  <a:cubicBezTo>
                    <a:pt x="96" y="41"/>
                    <a:pt x="128" y="5"/>
                    <a:pt x="111" y="2"/>
                  </a:cubicBezTo>
                  <a:cubicBezTo>
                    <a:pt x="107" y="0"/>
                    <a:pt x="107" y="0"/>
                    <a:pt x="107" y="0"/>
                  </a:cubicBezTo>
                </a:path>
              </a:pathLst>
            </a:custGeom>
            <a:solidFill>
              <a:srgbClr val="FCF8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6366" name="Freeform 265">
              <a:extLst>
                <a:ext uri="{FF2B5EF4-FFF2-40B4-BE49-F238E27FC236}">
                  <a16:creationId xmlns:a16="http://schemas.microsoft.com/office/drawing/2014/main" id="{2A5547CB-BF8D-497A-9DF8-42BDB2F5EDC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3" y="3514"/>
              <a:ext cx="27" cy="21"/>
            </a:xfrm>
            <a:custGeom>
              <a:avLst/>
              <a:gdLst>
                <a:gd name="T0" fmla="*/ 11 w 22"/>
                <a:gd name="T1" fmla="*/ 0 h 18"/>
                <a:gd name="T2" fmla="*/ 0 w 22"/>
                <a:gd name="T3" fmla="*/ 15 h 18"/>
                <a:gd name="T4" fmla="*/ 9 w 22"/>
                <a:gd name="T5" fmla="*/ 29 h 18"/>
                <a:gd name="T6" fmla="*/ 11 w 22"/>
                <a:gd name="T7" fmla="*/ 29 h 18"/>
                <a:gd name="T8" fmla="*/ 18 w 22"/>
                <a:gd name="T9" fmla="*/ 22 h 18"/>
                <a:gd name="T10" fmla="*/ 25 w 22"/>
                <a:gd name="T11" fmla="*/ 21 h 18"/>
                <a:gd name="T12" fmla="*/ 26 w 22"/>
                <a:gd name="T13" fmla="*/ 21 h 18"/>
                <a:gd name="T14" fmla="*/ 27 w 22"/>
                <a:gd name="T15" fmla="*/ 21 h 18"/>
                <a:gd name="T16" fmla="*/ 33 w 22"/>
                <a:gd name="T17" fmla="*/ 21 h 18"/>
                <a:gd name="T18" fmla="*/ 21 w 22"/>
                <a:gd name="T19" fmla="*/ 2 h 18"/>
                <a:gd name="T20" fmla="*/ 15 w 22"/>
                <a:gd name="T21" fmla="*/ 0 h 18"/>
                <a:gd name="T22" fmla="*/ 11 w 22"/>
                <a:gd name="T23" fmla="*/ 0 h 1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2" h="18">
                  <a:moveTo>
                    <a:pt x="6" y="0"/>
                  </a:moveTo>
                  <a:cubicBezTo>
                    <a:pt x="1" y="0"/>
                    <a:pt x="0" y="4"/>
                    <a:pt x="0" y="9"/>
                  </a:cubicBezTo>
                  <a:cubicBezTo>
                    <a:pt x="0" y="13"/>
                    <a:pt x="2" y="18"/>
                    <a:pt x="5" y="18"/>
                  </a:cubicBezTo>
                  <a:cubicBezTo>
                    <a:pt x="6" y="18"/>
                    <a:pt x="6" y="18"/>
                    <a:pt x="6" y="18"/>
                  </a:cubicBezTo>
                  <a:cubicBezTo>
                    <a:pt x="8" y="18"/>
                    <a:pt x="9" y="15"/>
                    <a:pt x="10" y="14"/>
                  </a:cubicBezTo>
                  <a:cubicBezTo>
                    <a:pt x="11" y="13"/>
                    <a:pt x="12" y="13"/>
                    <a:pt x="13" y="13"/>
                  </a:cubicBezTo>
                  <a:cubicBezTo>
                    <a:pt x="13" y="13"/>
                    <a:pt x="14" y="13"/>
                    <a:pt x="14" y="13"/>
                  </a:cubicBezTo>
                  <a:cubicBezTo>
                    <a:pt x="14" y="13"/>
                    <a:pt x="15" y="13"/>
                    <a:pt x="15" y="13"/>
                  </a:cubicBezTo>
                  <a:cubicBezTo>
                    <a:pt x="16" y="13"/>
                    <a:pt x="17" y="13"/>
                    <a:pt x="18" y="13"/>
                  </a:cubicBezTo>
                  <a:cubicBezTo>
                    <a:pt x="22" y="10"/>
                    <a:pt x="14" y="2"/>
                    <a:pt x="11" y="2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7" y="0"/>
                    <a:pt x="6" y="0"/>
                    <a:pt x="6" y="0"/>
                  </a:cubicBezTo>
                </a:path>
              </a:pathLst>
            </a:custGeom>
            <a:solidFill>
              <a:srgbClr val="FDFC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6367" name="Freeform 266">
              <a:extLst>
                <a:ext uri="{FF2B5EF4-FFF2-40B4-BE49-F238E27FC236}">
                  <a16:creationId xmlns:a16="http://schemas.microsoft.com/office/drawing/2014/main" id="{0FAA61A4-1BB7-4656-BCAD-E912832ED3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0" y="3519"/>
              <a:ext cx="18" cy="14"/>
            </a:xfrm>
            <a:custGeom>
              <a:avLst/>
              <a:gdLst>
                <a:gd name="T0" fmla="*/ 12 w 15"/>
                <a:gd name="T1" fmla="*/ 0 h 12"/>
                <a:gd name="T2" fmla="*/ 10 w 15"/>
                <a:gd name="T3" fmla="*/ 18 h 12"/>
                <a:gd name="T4" fmla="*/ 12 w 15"/>
                <a:gd name="T5" fmla="*/ 19 h 12"/>
                <a:gd name="T6" fmla="*/ 16 w 15"/>
                <a:gd name="T7" fmla="*/ 2 h 12"/>
                <a:gd name="T8" fmla="*/ 14 w 15"/>
                <a:gd name="T9" fmla="*/ 0 h 12"/>
                <a:gd name="T10" fmla="*/ 12 w 15"/>
                <a:gd name="T11" fmla="*/ 0 h 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" h="12">
                  <a:moveTo>
                    <a:pt x="7" y="0"/>
                  </a:moveTo>
                  <a:cubicBezTo>
                    <a:pt x="5" y="0"/>
                    <a:pt x="0" y="11"/>
                    <a:pt x="6" y="11"/>
                  </a:cubicBezTo>
                  <a:cubicBezTo>
                    <a:pt x="6" y="11"/>
                    <a:pt x="7" y="12"/>
                    <a:pt x="7" y="12"/>
                  </a:cubicBezTo>
                  <a:cubicBezTo>
                    <a:pt x="12" y="12"/>
                    <a:pt x="15" y="4"/>
                    <a:pt x="9" y="2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0"/>
                    <a:pt x="8" y="0"/>
                    <a:pt x="7" y="0"/>
                  </a:cubicBezTo>
                </a:path>
              </a:pathLst>
            </a:custGeom>
            <a:solidFill>
              <a:srgbClr val="FDFC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6368" name="Freeform 267">
              <a:extLst>
                <a:ext uri="{FF2B5EF4-FFF2-40B4-BE49-F238E27FC236}">
                  <a16:creationId xmlns:a16="http://schemas.microsoft.com/office/drawing/2014/main" id="{627A948D-516F-40D9-999E-708CE9F5AEE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479" y="3519"/>
              <a:ext cx="16" cy="12"/>
            </a:xfrm>
            <a:custGeom>
              <a:avLst/>
              <a:gdLst>
                <a:gd name="T0" fmla="*/ 2 w 13"/>
                <a:gd name="T1" fmla="*/ 1 h 10"/>
                <a:gd name="T2" fmla="*/ 14 w 13"/>
                <a:gd name="T3" fmla="*/ 17 h 10"/>
                <a:gd name="T4" fmla="*/ 15 w 13"/>
                <a:gd name="T5" fmla="*/ 17 h 10"/>
                <a:gd name="T6" fmla="*/ 2 w 13"/>
                <a:gd name="T7" fmla="*/ 1 h 10"/>
                <a:gd name="T8" fmla="*/ 0 w 13"/>
                <a:gd name="T9" fmla="*/ 0 h 10"/>
                <a:gd name="T10" fmla="*/ 2 w 13"/>
                <a:gd name="T11" fmla="*/ 1 h 10"/>
                <a:gd name="T12" fmla="*/ 2 w 13"/>
                <a:gd name="T13" fmla="*/ 1 h 10"/>
                <a:gd name="T14" fmla="*/ 0 w 13"/>
                <a:gd name="T15" fmla="*/ 0 h 1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3" h="10">
                  <a:moveTo>
                    <a:pt x="2" y="1"/>
                  </a:moveTo>
                  <a:cubicBezTo>
                    <a:pt x="1" y="4"/>
                    <a:pt x="4" y="10"/>
                    <a:pt x="7" y="10"/>
                  </a:cubicBezTo>
                  <a:cubicBezTo>
                    <a:pt x="8" y="10"/>
                    <a:pt x="8" y="10"/>
                    <a:pt x="8" y="10"/>
                  </a:cubicBezTo>
                  <a:cubicBezTo>
                    <a:pt x="13" y="8"/>
                    <a:pt x="5" y="3"/>
                    <a:pt x="2" y="1"/>
                  </a:cubicBezTo>
                  <a:moveTo>
                    <a:pt x="0" y="0"/>
                  </a:moveTo>
                  <a:cubicBezTo>
                    <a:pt x="0" y="0"/>
                    <a:pt x="1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FDFC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6369" name="Freeform 268">
              <a:extLst>
                <a:ext uri="{FF2B5EF4-FFF2-40B4-BE49-F238E27FC236}">
                  <a16:creationId xmlns:a16="http://schemas.microsoft.com/office/drawing/2014/main" id="{7951CAE6-6416-4999-9D97-CEFFD363F5B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468" y="3509"/>
              <a:ext cx="8" cy="11"/>
            </a:xfrm>
            <a:custGeom>
              <a:avLst/>
              <a:gdLst>
                <a:gd name="T0" fmla="*/ 1 w 7"/>
                <a:gd name="T1" fmla="*/ 1 h 9"/>
                <a:gd name="T2" fmla="*/ 0 w 7"/>
                <a:gd name="T3" fmla="*/ 1 h 9"/>
                <a:gd name="T4" fmla="*/ 1 w 7"/>
                <a:gd name="T5" fmla="*/ 7 h 9"/>
                <a:gd name="T6" fmla="*/ 8 w 7"/>
                <a:gd name="T7" fmla="*/ 16 h 9"/>
                <a:gd name="T8" fmla="*/ 9 w 7"/>
                <a:gd name="T9" fmla="*/ 16 h 9"/>
                <a:gd name="T10" fmla="*/ 9 w 7"/>
                <a:gd name="T11" fmla="*/ 15 h 9"/>
                <a:gd name="T12" fmla="*/ 10 w 7"/>
                <a:gd name="T13" fmla="*/ 13 h 9"/>
                <a:gd name="T14" fmla="*/ 10 w 7"/>
                <a:gd name="T15" fmla="*/ 11 h 9"/>
                <a:gd name="T16" fmla="*/ 1 w 7"/>
                <a:gd name="T17" fmla="*/ 1 h 9"/>
                <a:gd name="T18" fmla="*/ 0 w 7"/>
                <a:gd name="T19" fmla="*/ 1 h 9"/>
                <a:gd name="T20" fmla="*/ 0 w 7"/>
                <a:gd name="T21" fmla="*/ 1 h 9"/>
                <a:gd name="T22" fmla="*/ 0 w 7"/>
                <a:gd name="T23" fmla="*/ 1 h 9"/>
                <a:gd name="T24" fmla="*/ 0 w 7"/>
                <a:gd name="T25" fmla="*/ 1 h 9"/>
                <a:gd name="T26" fmla="*/ 0 w 7"/>
                <a:gd name="T27" fmla="*/ 1 h 9"/>
                <a:gd name="T28" fmla="*/ 0 w 7"/>
                <a:gd name="T29" fmla="*/ 1 h 9"/>
                <a:gd name="T30" fmla="*/ 0 w 7"/>
                <a:gd name="T31" fmla="*/ 0 h 9"/>
                <a:gd name="T32" fmla="*/ 0 w 7"/>
                <a:gd name="T33" fmla="*/ 1 h 9"/>
                <a:gd name="T34" fmla="*/ 0 w 7"/>
                <a:gd name="T35" fmla="*/ 0 h 9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7" h="9">
                  <a:moveTo>
                    <a:pt x="1" y="1"/>
                  </a:moveTo>
                  <a:cubicBezTo>
                    <a:pt x="1" y="1"/>
                    <a:pt x="0" y="1"/>
                    <a:pt x="0" y="1"/>
                  </a:cubicBezTo>
                  <a:cubicBezTo>
                    <a:pt x="0" y="2"/>
                    <a:pt x="1" y="3"/>
                    <a:pt x="1" y="4"/>
                  </a:cubicBezTo>
                  <a:cubicBezTo>
                    <a:pt x="1" y="5"/>
                    <a:pt x="3" y="9"/>
                    <a:pt x="5" y="9"/>
                  </a:cubicBezTo>
                  <a:cubicBezTo>
                    <a:pt x="5" y="9"/>
                    <a:pt x="6" y="9"/>
                    <a:pt x="6" y="9"/>
                  </a:cubicBezTo>
                  <a:cubicBezTo>
                    <a:pt x="6" y="9"/>
                    <a:pt x="6" y="9"/>
                    <a:pt x="6" y="8"/>
                  </a:cubicBezTo>
                  <a:cubicBezTo>
                    <a:pt x="6" y="8"/>
                    <a:pt x="7" y="7"/>
                    <a:pt x="7" y="7"/>
                  </a:cubicBezTo>
                  <a:cubicBezTo>
                    <a:pt x="7" y="7"/>
                    <a:pt x="7" y="6"/>
                    <a:pt x="7" y="6"/>
                  </a:cubicBezTo>
                  <a:cubicBezTo>
                    <a:pt x="7" y="4"/>
                    <a:pt x="3" y="1"/>
                    <a:pt x="1" y="1"/>
                  </a:cubicBezTo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moveTo>
                    <a:pt x="0" y="0"/>
                  </a:moveTo>
                  <a:cubicBezTo>
                    <a:pt x="0" y="0"/>
                    <a:pt x="0" y="0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FDFC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6370" name="Freeform 269">
              <a:extLst>
                <a:ext uri="{FF2B5EF4-FFF2-40B4-BE49-F238E27FC236}">
                  <a16:creationId xmlns:a16="http://schemas.microsoft.com/office/drawing/2014/main" id="{88E19957-78F7-4D60-870B-4D27AB8A4E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5" y="3516"/>
              <a:ext cx="1" cy="3"/>
            </a:xfrm>
            <a:custGeom>
              <a:avLst/>
              <a:gdLst>
                <a:gd name="T0" fmla="*/ 1 w 1"/>
                <a:gd name="T1" fmla="*/ 0 h 2"/>
                <a:gd name="T2" fmla="*/ 1 w 1"/>
                <a:gd name="T3" fmla="*/ 5 h 2"/>
                <a:gd name="T4" fmla="*/ 0 w 1"/>
                <a:gd name="T5" fmla="*/ 8 h 2"/>
                <a:gd name="T6" fmla="*/ 1 w 1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2">
                  <a:moveTo>
                    <a:pt x="1" y="0"/>
                  </a:moveTo>
                  <a:cubicBezTo>
                    <a:pt x="1" y="0"/>
                    <a:pt x="1" y="1"/>
                    <a:pt x="1" y="1"/>
                  </a:cubicBezTo>
                  <a:cubicBezTo>
                    <a:pt x="1" y="1"/>
                    <a:pt x="0" y="2"/>
                    <a:pt x="0" y="2"/>
                  </a:cubicBezTo>
                  <a:cubicBezTo>
                    <a:pt x="1" y="2"/>
                    <a:pt x="1" y="1"/>
                    <a:pt x="1" y="0"/>
                  </a:cubicBezTo>
                </a:path>
              </a:pathLst>
            </a:custGeom>
            <a:solidFill>
              <a:srgbClr val="BBB7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6371" name="Freeform 270">
              <a:extLst>
                <a:ext uri="{FF2B5EF4-FFF2-40B4-BE49-F238E27FC236}">
                  <a16:creationId xmlns:a16="http://schemas.microsoft.com/office/drawing/2014/main" id="{9975DCB8-E69F-451C-99DE-8178853B10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2" y="3469"/>
              <a:ext cx="21" cy="16"/>
            </a:xfrm>
            <a:custGeom>
              <a:avLst/>
              <a:gdLst>
                <a:gd name="T0" fmla="*/ 19 w 18"/>
                <a:gd name="T1" fmla="*/ 0 h 13"/>
                <a:gd name="T2" fmla="*/ 6 w 18"/>
                <a:gd name="T3" fmla="*/ 1 h 13"/>
                <a:gd name="T4" fmla="*/ 0 w 18"/>
                <a:gd name="T5" fmla="*/ 9 h 13"/>
                <a:gd name="T6" fmla="*/ 1 w 18"/>
                <a:gd name="T7" fmla="*/ 9 h 13"/>
                <a:gd name="T8" fmla="*/ 6 w 18"/>
                <a:gd name="T9" fmla="*/ 7 h 13"/>
                <a:gd name="T10" fmla="*/ 9 w 18"/>
                <a:gd name="T11" fmla="*/ 6 h 13"/>
                <a:gd name="T12" fmla="*/ 11 w 18"/>
                <a:gd name="T13" fmla="*/ 7 h 13"/>
                <a:gd name="T14" fmla="*/ 6 w 18"/>
                <a:gd name="T15" fmla="*/ 25 h 13"/>
                <a:gd name="T16" fmla="*/ 7 w 18"/>
                <a:gd name="T17" fmla="*/ 25 h 13"/>
                <a:gd name="T18" fmla="*/ 15 w 18"/>
                <a:gd name="T19" fmla="*/ 18 h 13"/>
                <a:gd name="T20" fmla="*/ 27 w 18"/>
                <a:gd name="T21" fmla="*/ 6 h 13"/>
                <a:gd name="T22" fmla="*/ 19 w 18"/>
                <a:gd name="T23" fmla="*/ 0 h 1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8" h="13">
                  <a:moveTo>
                    <a:pt x="12" y="0"/>
                  </a:moveTo>
                  <a:cubicBezTo>
                    <a:pt x="8" y="0"/>
                    <a:pt x="4" y="1"/>
                    <a:pt x="3" y="1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5"/>
                    <a:pt x="0" y="5"/>
                    <a:pt x="1" y="5"/>
                  </a:cubicBezTo>
                  <a:cubicBezTo>
                    <a:pt x="1" y="5"/>
                    <a:pt x="2" y="4"/>
                    <a:pt x="3" y="4"/>
                  </a:cubicBezTo>
                  <a:cubicBezTo>
                    <a:pt x="4" y="4"/>
                    <a:pt x="5" y="3"/>
                    <a:pt x="6" y="3"/>
                  </a:cubicBezTo>
                  <a:cubicBezTo>
                    <a:pt x="6" y="3"/>
                    <a:pt x="7" y="4"/>
                    <a:pt x="7" y="4"/>
                  </a:cubicBezTo>
                  <a:cubicBezTo>
                    <a:pt x="8" y="6"/>
                    <a:pt x="3" y="11"/>
                    <a:pt x="3" y="13"/>
                  </a:cubicBezTo>
                  <a:cubicBezTo>
                    <a:pt x="3" y="13"/>
                    <a:pt x="3" y="13"/>
                    <a:pt x="4" y="13"/>
                  </a:cubicBezTo>
                  <a:cubicBezTo>
                    <a:pt x="5" y="13"/>
                    <a:pt x="8" y="11"/>
                    <a:pt x="9" y="10"/>
                  </a:cubicBezTo>
                  <a:cubicBezTo>
                    <a:pt x="11" y="8"/>
                    <a:pt x="16" y="6"/>
                    <a:pt x="17" y="3"/>
                  </a:cubicBezTo>
                  <a:cubicBezTo>
                    <a:pt x="18" y="1"/>
                    <a:pt x="15" y="0"/>
                    <a:pt x="12" y="0"/>
                  </a:cubicBezTo>
                </a:path>
              </a:pathLst>
            </a:custGeom>
            <a:solidFill>
              <a:srgbClr val="FDFC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6372" name="Freeform 271">
              <a:extLst>
                <a:ext uri="{FF2B5EF4-FFF2-40B4-BE49-F238E27FC236}">
                  <a16:creationId xmlns:a16="http://schemas.microsoft.com/office/drawing/2014/main" id="{E3371021-A01E-49CA-97AE-2F546E94653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3" y="3499"/>
              <a:ext cx="22" cy="20"/>
            </a:xfrm>
            <a:custGeom>
              <a:avLst/>
              <a:gdLst>
                <a:gd name="T0" fmla="*/ 0 w 18"/>
                <a:gd name="T1" fmla="*/ 10 h 16"/>
                <a:gd name="T2" fmla="*/ 33 w 18"/>
                <a:gd name="T3" fmla="*/ 31 h 16"/>
                <a:gd name="T4" fmla="*/ 27 w 18"/>
                <a:gd name="T5" fmla="*/ 8 h 16"/>
                <a:gd name="T6" fmla="*/ 2 w 18"/>
                <a:gd name="T7" fmla="*/ 6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16">
                  <a:moveTo>
                    <a:pt x="0" y="5"/>
                  </a:moveTo>
                  <a:cubicBezTo>
                    <a:pt x="8" y="3"/>
                    <a:pt x="13" y="11"/>
                    <a:pt x="18" y="16"/>
                  </a:cubicBezTo>
                  <a:cubicBezTo>
                    <a:pt x="18" y="12"/>
                    <a:pt x="18" y="7"/>
                    <a:pt x="15" y="4"/>
                  </a:cubicBezTo>
                  <a:cubicBezTo>
                    <a:pt x="13" y="1"/>
                    <a:pt x="5" y="0"/>
                    <a:pt x="2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6373" name="Freeform 272">
              <a:extLst>
                <a:ext uri="{FF2B5EF4-FFF2-40B4-BE49-F238E27FC236}">
                  <a16:creationId xmlns:a16="http://schemas.microsoft.com/office/drawing/2014/main" id="{D2994389-4538-4958-8F63-1E4E06E447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9" y="3507"/>
              <a:ext cx="11" cy="8"/>
            </a:xfrm>
            <a:custGeom>
              <a:avLst/>
              <a:gdLst>
                <a:gd name="T0" fmla="*/ 0 w 9"/>
                <a:gd name="T1" fmla="*/ 8 h 7"/>
                <a:gd name="T2" fmla="*/ 15 w 9"/>
                <a:gd name="T3" fmla="*/ 10 h 7"/>
                <a:gd name="T4" fmla="*/ 15 w 9"/>
                <a:gd name="T5" fmla="*/ 2 h 7"/>
                <a:gd name="T6" fmla="*/ 6 w 9"/>
                <a:gd name="T7" fmla="*/ 2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7">
                  <a:moveTo>
                    <a:pt x="0" y="5"/>
                  </a:moveTo>
                  <a:cubicBezTo>
                    <a:pt x="3" y="3"/>
                    <a:pt x="6" y="7"/>
                    <a:pt x="8" y="7"/>
                  </a:cubicBezTo>
                  <a:cubicBezTo>
                    <a:pt x="8" y="6"/>
                    <a:pt x="9" y="3"/>
                    <a:pt x="8" y="2"/>
                  </a:cubicBezTo>
                  <a:cubicBezTo>
                    <a:pt x="7" y="0"/>
                    <a:pt x="5" y="1"/>
                    <a:pt x="3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6374" name="Freeform 273">
              <a:extLst>
                <a:ext uri="{FF2B5EF4-FFF2-40B4-BE49-F238E27FC236}">
                  <a16:creationId xmlns:a16="http://schemas.microsoft.com/office/drawing/2014/main" id="{556E3DB1-C7FB-45E4-85C7-DCFF5B3DBD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3" y="3508"/>
              <a:ext cx="6" cy="5"/>
            </a:xfrm>
            <a:custGeom>
              <a:avLst/>
              <a:gdLst>
                <a:gd name="T0" fmla="*/ 0 w 5"/>
                <a:gd name="T1" fmla="*/ 6 h 4"/>
                <a:gd name="T2" fmla="*/ 7 w 5"/>
                <a:gd name="T3" fmla="*/ 8 h 4"/>
                <a:gd name="T4" fmla="*/ 8 w 5"/>
                <a:gd name="T5" fmla="*/ 0 h 4"/>
                <a:gd name="T6" fmla="*/ 2 w 5"/>
                <a:gd name="T7" fmla="*/ 1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4">
                  <a:moveTo>
                    <a:pt x="0" y="3"/>
                  </a:moveTo>
                  <a:cubicBezTo>
                    <a:pt x="1" y="3"/>
                    <a:pt x="3" y="3"/>
                    <a:pt x="4" y="4"/>
                  </a:cubicBezTo>
                  <a:cubicBezTo>
                    <a:pt x="5" y="3"/>
                    <a:pt x="5" y="2"/>
                    <a:pt x="5" y="0"/>
                  </a:cubicBezTo>
                  <a:cubicBezTo>
                    <a:pt x="4" y="0"/>
                    <a:pt x="3" y="0"/>
                    <a:pt x="2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6375" name="Freeform 274">
              <a:extLst>
                <a:ext uri="{FF2B5EF4-FFF2-40B4-BE49-F238E27FC236}">
                  <a16:creationId xmlns:a16="http://schemas.microsoft.com/office/drawing/2014/main" id="{D5CE1B26-0EA7-4158-903A-9A073FAAEA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8" y="3499"/>
              <a:ext cx="3" cy="4"/>
            </a:xfrm>
            <a:custGeom>
              <a:avLst/>
              <a:gdLst>
                <a:gd name="T0" fmla="*/ 0 w 3"/>
                <a:gd name="T1" fmla="*/ 5 h 3"/>
                <a:gd name="T2" fmla="*/ 3 w 3"/>
                <a:gd name="T3" fmla="*/ 7 h 3"/>
                <a:gd name="T4" fmla="*/ 3 w 3"/>
                <a:gd name="T5" fmla="*/ 1 h 3"/>
                <a:gd name="T6" fmla="*/ 0 w 3"/>
                <a:gd name="T7" fmla="*/ 1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1" y="2"/>
                    <a:pt x="2" y="3"/>
                    <a:pt x="3" y="3"/>
                  </a:cubicBezTo>
                  <a:cubicBezTo>
                    <a:pt x="3" y="2"/>
                    <a:pt x="3" y="1"/>
                    <a:pt x="3" y="1"/>
                  </a:cubicBezTo>
                  <a:cubicBezTo>
                    <a:pt x="2" y="0"/>
                    <a:pt x="1" y="1"/>
                    <a:pt x="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6376" name="Freeform 275">
              <a:extLst>
                <a:ext uri="{FF2B5EF4-FFF2-40B4-BE49-F238E27FC236}">
                  <a16:creationId xmlns:a16="http://schemas.microsoft.com/office/drawing/2014/main" id="{44DC81EE-39D3-4050-8351-42AB8F5279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4" y="1989"/>
              <a:ext cx="454" cy="1563"/>
            </a:xfrm>
            <a:custGeom>
              <a:avLst/>
              <a:gdLst>
                <a:gd name="T0" fmla="*/ 535 w 379"/>
                <a:gd name="T1" fmla="*/ 0 h 1303"/>
                <a:gd name="T2" fmla="*/ 538 w 379"/>
                <a:gd name="T3" fmla="*/ 511 h 1303"/>
                <a:gd name="T4" fmla="*/ 532 w 379"/>
                <a:gd name="T5" fmla="*/ 743 h 1303"/>
                <a:gd name="T6" fmla="*/ 541 w 379"/>
                <a:gd name="T7" fmla="*/ 948 h 1303"/>
                <a:gd name="T8" fmla="*/ 545 w 379"/>
                <a:gd name="T9" fmla="*/ 1126 h 1303"/>
                <a:gd name="T10" fmla="*/ 571 w 379"/>
                <a:gd name="T11" fmla="*/ 1370 h 1303"/>
                <a:gd name="T12" fmla="*/ 550 w 379"/>
                <a:gd name="T13" fmla="*/ 1513 h 1303"/>
                <a:gd name="T14" fmla="*/ 539 w 379"/>
                <a:gd name="T15" fmla="*/ 1594 h 1303"/>
                <a:gd name="T16" fmla="*/ 531 w 379"/>
                <a:gd name="T17" fmla="*/ 1643 h 1303"/>
                <a:gd name="T18" fmla="*/ 509 w 379"/>
                <a:gd name="T19" fmla="*/ 1714 h 1303"/>
                <a:gd name="T20" fmla="*/ 495 w 379"/>
                <a:gd name="T21" fmla="*/ 1805 h 1303"/>
                <a:gd name="T22" fmla="*/ 484 w 379"/>
                <a:gd name="T23" fmla="*/ 1913 h 1303"/>
                <a:gd name="T24" fmla="*/ 506 w 379"/>
                <a:gd name="T25" fmla="*/ 1956 h 1303"/>
                <a:gd name="T26" fmla="*/ 552 w 379"/>
                <a:gd name="T27" fmla="*/ 2033 h 1303"/>
                <a:gd name="T28" fmla="*/ 592 w 379"/>
                <a:gd name="T29" fmla="*/ 2128 h 1303"/>
                <a:gd name="T30" fmla="*/ 624 w 379"/>
                <a:gd name="T31" fmla="*/ 2160 h 1303"/>
                <a:gd name="T32" fmla="*/ 644 w 379"/>
                <a:gd name="T33" fmla="*/ 2188 h 1303"/>
                <a:gd name="T34" fmla="*/ 629 w 379"/>
                <a:gd name="T35" fmla="*/ 2199 h 1303"/>
                <a:gd name="T36" fmla="*/ 618 w 379"/>
                <a:gd name="T37" fmla="*/ 2213 h 1303"/>
                <a:gd name="T38" fmla="*/ 609 w 379"/>
                <a:gd name="T39" fmla="*/ 2212 h 1303"/>
                <a:gd name="T40" fmla="*/ 594 w 379"/>
                <a:gd name="T41" fmla="*/ 2226 h 1303"/>
                <a:gd name="T42" fmla="*/ 574 w 379"/>
                <a:gd name="T43" fmla="*/ 2224 h 1303"/>
                <a:gd name="T44" fmla="*/ 557 w 379"/>
                <a:gd name="T45" fmla="*/ 2230 h 1303"/>
                <a:gd name="T46" fmla="*/ 537 w 379"/>
                <a:gd name="T47" fmla="*/ 2224 h 1303"/>
                <a:gd name="T48" fmla="*/ 510 w 379"/>
                <a:gd name="T49" fmla="*/ 2243 h 1303"/>
                <a:gd name="T50" fmla="*/ 454 w 379"/>
                <a:gd name="T51" fmla="*/ 2241 h 1303"/>
                <a:gd name="T52" fmla="*/ 443 w 379"/>
                <a:gd name="T53" fmla="*/ 2230 h 1303"/>
                <a:gd name="T54" fmla="*/ 391 w 379"/>
                <a:gd name="T55" fmla="*/ 2213 h 1303"/>
                <a:gd name="T56" fmla="*/ 321 w 379"/>
                <a:gd name="T57" fmla="*/ 2139 h 1303"/>
                <a:gd name="T58" fmla="*/ 246 w 379"/>
                <a:gd name="T59" fmla="*/ 2110 h 1303"/>
                <a:gd name="T60" fmla="*/ 246 w 379"/>
                <a:gd name="T61" fmla="*/ 2009 h 1303"/>
                <a:gd name="T62" fmla="*/ 262 w 379"/>
                <a:gd name="T63" fmla="*/ 1962 h 1303"/>
                <a:gd name="T64" fmla="*/ 267 w 379"/>
                <a:gd name="T65" fmla="*/ 1928 h 1303"/>
                <a:gd name="T66" fmla="*/ 259 w 379"/>
                <a:gd name="T67" fmla="*/ 1901 h 1303"/>
                <a:gd name="T68" fmla="*/ 241 w 379"/>
                <a:gd name="T69" fmla="*/ 1810 h 1303"/>
                <a:gd name="T70" fmla="*/ 234 w 379"/>
                <a:gd name="T71" fmla="*/ 1714 h 1303"/>
                <a:gd name="T72" fmla="*/ 218 w 379"/>
                <a:gd name="T73" fmla="*/ 1628 h 1303"/>
                <a:gd name="T74" fmla="*/ 180 w 379"/>
                <a:gd name="T75" fmla="*/ 1450 h 1303"/>
                <a:gd name="T76" fmla="*/ 172 w 379"/>
                <a:gd name="T77" fmla="*/ 1315 h 1303"/>
                <a:gd name="T78" fmla="*/ 172 w 379"/>
                <a:gd name="T79" fmla="*/ 1153 h 1303"/>
                <a:gd name="T80" fmla="*/ 162 w 379"/>
                <a:gd name="T81" fmla="*/ 1058 h 1303"/>
                <a:gd name="T82" fmla="*/ 122 w 379"/>
                <a:gd name="T83" fmla="*/ 936 h 1303"/>
                <a:gd name="T84" fmla="*/ 103 w 379"/>
                <a:gd name="T85" fmla="*/ 820 h 1303"/>
                <a:gd name="T86" fmla="*/ 96 w 379"/>
                <a:gd name="T87" fmla="*/ 699 h 1303"/>
                <a:gd name="T88" fmla="*/ 28 w 379"/>
                <a:gd name="T89" fmla="*/ 433 h 1303"/>
                <a:gd name="T90" fmla="*/ 8 w 379"/>
                <a:gd name="T91" fmla="*/ 67 h 1303"/>
                <a:gd name="T92" fmla="*/ 535 w 379"/>
                <a:gd name="T93" fmla="*/ 0 h 1303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0" t="0" r="r" b="b"/>
              <a:pathLst>
                <a:path w="379" h="1303">
                  <a:moveTo>
                    <a:pt x="311" y="0"/>
                  </a:moveTo>
                  <a:cubicBezTo>
                    <a:pt x="311" y="0"/>
                    <a:pt x="320" y="223"/>
                    <a:pt x="313" y="296"/>
                  </a:cubicBezTo>
                  <a:cubicBezTo>
                    <a:pt x="305" y="368"/>
                    <a:pt x="307" y="394"/>
                    <a:pt x="310" y="430"/>
                  </a:cubicBezTo>
                  <a:cubicBezTo>
                    <a:pt x="313" y="466"/>
                    <a:pt x="314" y="521"/>
                    <a:pt x="315" y="549"/>
                  </a:cubicBezTo>
                  <a:cubicBezTo>
                    <a:pt x="316" y="578"/>
                    <a:pt x="308" y="624"/>
                    <a:pt x="317" y="653"/>
                  </a:cubicBezTo>
                  <a:cubicBezTo>
                    <a:pt x="327" y="681"/>
                    <a:pt x="342" y="752"/>
                    <a:pt x="332" y="794"/>
                  </a:cubicBezTo>
                  <a:cubicBezTo>
                    <a:pt x="321" y="837"/>
                    <a:pt x="320" y="857"/>
                    <a:pt x="320" y="876"/>
                  </a:cubicBezTo>
                  <a:cubicBezTo>
                    <a:pt x="320" y="895"/>
                    <a:pt x="318" y="912"/>
                    <a:pt x="314" y="924"/>
                  </a:cubicBezTo>
                  <a:cubicBezTo>
                    <a:pt x="310" y="937"/>
                    <a:pt x="309" y="939"/>
                    <a:pt x="309" y="952"/>
                  </a:cubicBezTo>
                  <a:cubicBezTo>
                    <a:pt x="309" y="964"/>
                    <a:pt x="301" y="977"/>
                    <a:pt x="296" y="993"/>
                  </a:cubicBezTo>
                  <a:cubicBezTo>
                    <a:pt x="291" y="1009"/>
                    <a:pt x="288" y="1025"/>
                    <a:pt x="288" y="1046"/>
                  </a:cubicBezTo>
                  <a:cubicBezTo>
                    <a:pt x="288" y="1067"/>
                    <a:pt x="297" y="1098"/>
                    <a:pt x="281" y="1109"/>
                  </a:cubicBezTo>
                  <a:cubicBezTo>
                    <a:pt x="281" y="1109"/>
                    <a:pt x="286" y="1125"/>
                    <a:pt x="294" y="1134"/>
                  </a:cubicBezTo>
                  <a:cubicBezTo>
                    <a:pt x="303" y="1142"/>
                    <a:pt x="316" y="1161"/>
                    <a:pt x="321" y="1178"/>
                  </a:cubicBezTo>
                  <a:cubicBezTo>
                    <a:pt x="326" y="1196"/>
                    <a:pt x="337" y="1225"/>
                    <a:pt x="344" y="1233"/>
                  </a:cubicBezTo>
                  <a:cubicBezTo>
                    <a:pt x="351" y="1242"/>
                    <a:pt x="358" y="1248"/>
                    <a:pt x="363" y="1251"/>
                  </a:cubicBezTo>
                  <a:cubicBezTo>
                    <a:pt x="367" y="1254"/>
                    <a:pt x="379" y="1260"/>
                    <a:pt x="375" y="1268"/>
                  </a:cubicBezTo>
                  <a:cubicBezTo>
                    <a:pt x="372" y="1276"/>
                    <a:pt x="366" y="1274"/>
                    <a:pt x="366" y="1274"/>
                  </a:cubicBezTo>
                  <a:cubicBezTo>
                    <a:pt x="366" y="1274"/>
                    <a:pt x="364" y="1281"/>
                    <a:pt x="360" y="1282"/>
                  </a:cubicBezTo>
                  <a:cubicBezTo>
                    <a:pt x="355" y="1283"/>
                    <a:pt x="354" y="1281"/>
                    <a:pt x="354" y="1281"/>
                  </a:cubicBezTo>
                  <a:cubicBezTo>
                    <a:pt x="354" y="1281"/>
                    <a:pt x="353" y="1287"/>
                    <a:pt x="346" y="1290"/>
                  </a:cubicBezTo>
                  <a:cubicBezTo>
                    <a:pt x="339" y="1293"/>
                    <a:pt x="334" y="1289"/>
                    <a:pt x="334" y="1289"/>
                  </a:cubicBezTo>
                  <a:cubicBezTo>
                    <a:pt x="334" y="1289"/>
                    <a:pt x="331" y="1291"/>
                    <a:pt x="324" y="1292"/>
                  </a:cubicBezTo>
                  <a:cubicBezTo>
                    <a:pt x="317" y="1293"/>
                    <a:pt x="312" y="1289"/>
                    <a:pt x="312" y="1289"/>
                  </a:cubicBezTo>
                  <a:cubicBezTo>
                    <a:pt x="312" y="1289"/>
                    <a:pt x="311" y="1298"/>
                    <a:pt x="297" y="1300"/>
                  </a:cubicBezTo>
                  <a:cubicBezTo>
                    <a:pt x="283" y="1302"/>
                    <a:pt x="267" y="1303"/>
                    <a:pt x="264" y="1298"/>
                  </a:cubicBezTo>
                  <a:cubicBezTo>
                    <a:pt x="260" y="1294"/>
                    <a:pt x="258" y="1292"/>
                    <a:pt x="258" y="1292"/>
                  </a:cubicBezTo>
                  <a:cubicBezTo>
                    <a:pt x="258" y="1292"/>
                    <a:pt x="236" y="1296"/>
                    <a:pt x="227" y="1282"/>
                  </a:cubicBezTo>
                  <a:cubicBezTo>
                    <a:pt x="219" y="1269"/>
                    <a:pt x="208" y="1241"/>
                    <a:pt x="187" y="1239"/>
                  </a:cubicBezTo>
                  <a:cubicBezTo>
                    <a:pt x="165" y="1238"/>
                    <a:pt x="152" y="1235"/>
                    <a:pt x="143" y="1222"/>
                  </a:cubicBezTo>
                  <a:cubicBezTo>
                    <a:pt x="134" y="1209"/>
                    <a:pt x="134" y="1178"/>
                    <a:pt x="143" y="1164"/>
                  </a:cubicBezTo>
                  <a:cubicBezTo>
                    <a:pt x="152" y="1149"/>
                    <a:pt x="153" y="1144"/>
                    <a:pt x="153" y="1137"/>
                  </a:cubicBezTo>
                  <a:cubicBezTo>
                    <a:pt x="153" y="1130"/>
                    <a:pt x="154" y="1123"/>
                    <a:pt x="155" y="1117"/>
                  </a:cubicBezTo>
                  <a:cubicBezTo>
                    <a:pt x="156" y="1111"/>
                    <a:pt x="154" y="1108"/>
                    <a:pt x="150" y="1101"/>
                  </a:cubicBezTo>
                  <a:cubicBezTo>
                    <a:pt x="146" y="1094"/>
                    <a:pt x="138" y="1073"/>
                    <a:pt x="140" y="1049"/>
                  </a:cubicBezTo>
                  <a:cubicBezTo>
                    <a:pt x="142" y="1026"/>
                    <a:pt x="143" y="1013"/>
                    <a:pt x="136" y="993"/>
                  </a:cubicBezTo>
                  <a:cubicBezTo>
                    <a:pt x="128" y="972"/>
                    <a:pt x="127" y="958"/>
                    <a:pt x="127" y="943"/>
                  </a:cubicBezTo>
                  <a:cubicBezTo>
                    <a:pt x="126" y="928"/>
                    <a:pt x="107" y="869"/>
                    <a:pt x="104" y="840"/>
                  </a:cubicBezTo>
                  <a:cubicBezTo>
                    <a:pt x="100" y="810"/>
                    <a:pt x="97" y="783"/>
                    <a:pt x="100" y="762"/>
                  </a:cubicBezTo>
                  <a:cubicBezTo>
                    <a:pt x="104" y="741"/>
                    <a:pt x="99" y="686"/>
                    <a:pt x="100" y="668"/>
                  </a:cubicBezTo>
                  <a:cubicBezTo>
                    <a:pt x="100" y="650"/>
                    <a:pt x="100" y="629"/>
                    <a:pt x="94" y="613"/>
                  </a:cubicBezTo>
                  <a:cubicBezTo>
                    <a:pt x="88" y="597"/>
                    <a:pt x="74" y="565"/>
                    <a:pt x="71" y="542"/>
                  </a:cubicBezTo>
                  <a:cubicBezTo>
                    <a:pt x="68" y="519"/>
                    <a:pt x="58" y="495"/>
                    <a:pt x="60" y="475"/>
                  </a:cubicBezTo>
                  <a:cubicBezTo>
                    <a:pt x="63" y="455"/>
                    <a:pt x="61" y="425"/>
                    <a:pt x="56" y="405"/>
                  </a:cubicBezTo>
                  <a:cubicBezTo>
                    <a:pt x="52" y="384"/>
                    <a:pt x="19" y="307"/>
                    <a:pt x="16" y="251"/>
                  </a:cubicBezTo>
                  <a:cubicBezTo>
                    <a:pt x="14" y="196"/>
                    <a:pt x="0" y="93"/>
                    <a:pt x="5" y="39"/>
                  </a:cubicBezTo>
                  <a:cubicBezTo>
                    <a:pt x="311" y="0"/>
                    <a:pt x="311" y="0"/>
                    <a:pt x="311" y="0"/>
                  </a:cubicBezTo>
                </a:path>
              </a:pathLst>
            </a:custGeom>
            <a:solidFill>
              <a:srgbClr val="F8F3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6377" name="Freeform 276">
              <a:extLst>
                <a:ext uri="{FF2B5EF4-FFF2-40B4-BE49-F238E27FC236}">
                  <a16:creationId xmlns:a16="http://schemas.microsoft.com/office/drawing/2014/main" id="{8ED1755D-1A16-4653-83F1-58D2FA9C163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4" y="1989"/>
              <a:ext cx="372" cy="1563"/>
            </a:xfrm>
            <a:custGeom>
              <a:avLst/>
              <a:gdLst>
                <a:gd name="T0" fmla="*/ 8 w 311"/>
                <a:gd name="T1" fmla="*/ 67 h 1303"/>
                <a:gd name="T2" fmla="*/ 532 w 311"/>
                <a:gd name="T3" fmla="*/ 0 h 1303"/>
                <a:gd name="T4" fmla="*/ 532 w 311"/>
                <a:gd name="T5" fmla="*/ 7 h 1303"/>
                <a:gd name="T6" fmla="*/ 71 w 311"/>
                <a:gd name="T7" fmla="*/ 67 h 1303"/>
                <a:gd name="T8" fmla="*/ 89 w 311"/>
                <a:gd name="T9" fmla="*/ 433 h 1303"/>
                <a:gd name="T10" fmla="*/ 158 w 311"/>
                <a:gd name="T11" fmla="*/ 699 h 1303"/>
                <a:gd name="T12" fmla="*/ 165 w 311"/>
                <a:gd name="T13" fmla="*/ 820 h 1303"/>
                <a:gd name="T14" fmla="*/ 183 w 311"/>
                <a:gd name="T15" fmla="*/ 936 h 1303"/>
                <a:gd name="T16" fmla="*/ 220 w 311"/>
                <a:gd name="T17" fmla="*/ 1058 h 1303"/>
                <a:gd name="T18" fmla="*/ 231 w 311"/>
                <a:gd name="T19" fmla="*/ 1153 h 1303"/>
                <a:gd name="T20" fmla="*/ 233 w 311"/>
                <a:gd name="T21" fmla="*/ 1315 h 1303"/>
                <a:gd name="T22" fmla="*/ 239 w 311"/>
                <a:gd name="T23" fmla="*/ 1450 h 1303"/>
                <a:gd name="T24" fmla="*/ 278 w 311"/>
                <a:gd name="T25" fmla="*/ 1628 h 1303"/>
                <a:gd name="T26" fmla="*/ 293 w 311"/>
                <a:gd name="T27" fmla="*/ 1714 h 1303"/>
                <a:gd name="T28" fmla="*/ 301 w 311"/>
                <a:gd name="T29" fmla="*/ 1810 h 1303"/>
                <a:gd name="T30" fmla="*/ 291 w 311"/>
                <a:gd name="T31" fmla="*/ 1902 h 1303"/>
                <a:gd name="T32" fmla="*/ 276 w 311"/>
                <a:gd name="T33" fmla="*/ 1926 h 1303"/>
                <a:gd name="T34" fmla="*/ 269 w 311"/>
                <a:gd name="T35" fmla="*/ 1976 h 1303"/>
                <a:gd name="T36" fmla="*/ 282 w 311"/>
                <a:gd name="T37" fmla="*/ 2014 h 1303"/>
                <a:gd name="T38" fmla="*/ 305 w 311"/>
                <a:gd name="T39" fmla="*/ 2110 h 1303"/>
                <a:gd name="T40" fmla="*/ 380 w 311"/>
                <a:gd name="T41" fmla="*/ 2139 h 1303"/>
                <a:gd name="T42" fmla="*/ 451 w 311"/>
                <a:gd name="T43" fmla="*/ 2213 h 1303"/>
                <a:gd name="T44" fmla="*/ 501 w 311"/>
                <a:gd name="T45" fmla="*/ 2230 h 1303"/>
                <a:gd name="T46" fmla="*/ 513 w 311"/>
                <a:gd name="T47" fmla="*/ 2241 h 1303"/>
                <a:gd name="T48" fmla="*/ 513 w 311"/>
                <a:gd name="T49" fmla="*/ 2242 h 1303"/>
                <a:gd name="T50" fmla="*/ 508 w 311"/>
                <a:gd name="T51" fmla="*/ 2243 h 1303"/>
                <a:gd name="T52" fmla="*/ 452 w 311"/>
                <a:gd name="T53" fmla="*/ 2241 h 1303"/>
                <a:gd name="T54" fmla="*/ 443 w 311"/>
                <a:gd name="T55" fmla="*/ 2230 h 1303"/>
                <a:gd name="T56" fmla="*/ 389 w 311"/>
                <a:gd name="T57" fmla="*/ 2213 h 1303"/>
                <a:gd name="T58" fmla="*/ 321 w 311"/>
                <a:gd name="T59" fmla="*/ 2139 h 1303"/>
                <a:gd name="T60" fmla="*/ 245 w 311"/>
                <a:gd name="T61" fmla="*/ 2110 h 1303"/>
                <a:gd name="T62" fmla="*/ 245 w 311"/>
                <a:gd name="T63" fmla="*/ 2009 h 1303"/>
                <a:gd name="T64" fmla="*/ 262 w 311"/>
                <a:gd name="T65" fmla="*/ 1962 h 1303"/>
                <a:gd name="T66" fmla="*/ 264 w 311"/>
                <a:gd name="T67" fmla="*/ 1928 h 1303"/>
                <a:gd name="T68" fmla="*/ 256 w 311"/>
                <a:gd name="T69" fmla="*/ 1901 h 1303"/>
                <a:gd name="T70" fmla="*/ 239 w 311"/>
                <a:gd name="T71" fmla="*/ 1810 h 1303"/>
                <a:gd name="T72" fmla="*/ 233 w 311"/>
                <a:gd name="T73" fmla="*/ 1714 h 1303"/>
                <a:gd name="T74" fmla="*/ 218 w 311"/>
                <a:gd name="T75" fmla="*/ 1628 h 1303"/>
                <a:gd name="T76" fmla="*/ 177 w 311"/>
                <a:gd name="T77" fmla="*/ 1450 h 1303"/>
                <a:gd name="T78" fmla="*/ 172 w 311"/>
                <a:gd name="T79" fmla="*/ 1315 h 1303"/>
                <a:gd name="T80" fmla="*/ 172 w 311"/>
                <a:gd name="T81" fmla="*/ 1153 h 1303"/>
                <a:gd name="T82" fmla="*/ 160 w 311"/>
                <a:gd name="T83" fmla="*/ 1058 h 1303"/>
                <a:gd name="T84" fmla="*/ 122 w 311"/>
                <a:gd name="T85" fmla="*/ 936 h 1303"/>
                <a:gd name="T86" fmla="*/ 103 w 311"/>
                <a:gd name="T87" fmla="*/ 820 h 1303"/>
                <a:gd name="T88" fmla="*/ 96 w 311"/>
                <a:gd name="T89" fmla="*/ 699 h 1303"/>
                <a:gd name="T90" fmla="*/ 28 w 311"/>
                <a:gd name="T91" fmla="*/ 433 h 1303"/>
                <a:gd name="T92" fmla="*/ 8 w 311"/>
                <a:gd name="T93" fmla="*/ 67 h 1303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0" t="0" r="r" b="b"/>
              <a:pathLst>
                <a:path w="311" h="1303">
                  <a:moveTo>
                    <a:pt x="5" y="39"/>
                  </a:moveTo>
                  <a:cubicBezTo>
                    <a:pt x="311" y="0"/>
                    <a:pt x="311" y="0"/>
                    <a:pt x="311" y="0"/>
                  </a:cubicBezTo>
                  <a:cubicBezTo>
                    <a:pt x="311" y="0"/>
                    <a:pt x="311" y="1"/>
                    <a:pt x="311" y="4"/>
                  </a:cubicBezTo>
                  <a:cubicBezTo>
                    <a:pt x="41" y="39"/>
                    <a:pt x="41" y="39"/>
                    <a:pt x="41" y="39"/>
                  </a:cubicBezTo>
                  <a:cubicBezTo>
                    <a:pt x="36" y="93"/>
                    <a:pt x="49" y="196"/>
                    <a:pt x="52" y="251"/>
                  </a:cubicBezTo>
                  <a:cubicBezTo>
                    <a:pt x="55" y="307"/>
                    <a:pt x="87" y="384"/>
                    <a:pt x="92" y="405"/>
                  </a:cubicBezTo>
                  <a:cubicBezTo>
                    <a:pt x="97" y="425"/>
                    <a:pt x="99" y="455"/>
                    <a:pt x="96" y="475"/>
                  </a:cubicBezTo>
                  <a:cubicBezTo>
                    <a:pt x="93" y="495"/>
                    <a:pt x="104" y="519"/>
                    <a:pt x="107" y="542"/>
                  </a:cubicBezTo>
                  <a:cubicBezTo>
                    <a:pt x="109" y="565"/>
                    <a:pt x="123" y="597"/>
                    <a:pt x="129" y="613"/>
                  </a:cubicBezTo>
                  <a:cubicBezTo>
                    <a:pt x="135" y="629"/>
                    <a:pt x="136" y="650"/>
                    <a:pt x="135" y="668"/>
                  </a:cubicBezTo>
                  <a:cubicBezTo>
                    <a:pt x="135" y="686"/>
                    <a:pt x="139" y="741"/>
                    <a:pt x="136" y="762"/>
                  </a:cubicBezTo>
                  <a:cubicBezTo>
                    <a:pt x="133" y="783"/>
                    <a:pt x="136" y="810"/>
                    <a:pt x="140" y="840"/>
                  </a:cubicBezTo>
                  <a:cubicBezTo>
                    <a:pt x="143" y="869"/>
                    <a:pt x="162" y="928"/>
                    <a:pt x="162" y="943"/>
                  </a:cubicBezTo>
                  <a:cubicBezTo>
                    <a:pt x="163" y="958"/>
                    <a:pt x="164" y="972"/>
                    <a:pt x="171" y="993"/>
                  </a:cubicBezTo>
                  <a:cubicBezTo>
                    <a:pt x="179" y="1013"/>
                    <a:pt x="178" y="1026"/>
                    <a:pt x="176" y="1049"/>
                  </a:cubicBezTo>
                  <a:cubicBezTo>
                    <a:pt x="174" y="1073"/>
                    <a:pt x="165" y="1096"/>
                    <a:pt x="170" y="1102"/>
                  </a:cubicBezTo>
                  <a:cubicBezTo>
                    <a:pt x="174" y="1109"/>
                    <a:pt x="162" y="1110"/>
                    <a:pt x="161" y="1116"/>
                  </a:cubicBezTo>
                  <a:cubicBezTo>
                    <a:pt x="160" y="1122"/>
                    <a:pt x="157" y="1138"/>
                    <a:pt x="157" y="1145"/>
                  </a:cubicBezTo>
                  <a:cubicBezTo>
                    <a:pt x="157" y="1152"/>
                    <a:pt x="170" y="1162"/>
                    <a:pt x="165" y="1167"/>
                  </a:cubicBezTo>
                  <a:cubicBezTo>
                    <a:pt x="154" y="1181"/>
                    <a:pt x="169" y="1209"/>
                    <a:pt x="178" y="1222"/>
                  </a:cubicBezTo>
                  <a:cubicBezTo>
                    <a:pt x="187" y="1235"/>
                    <a:pt x="201" y="1238"/>
                    <a:pt x="222" y="1239"/>
                  </a:cubicBezTo>
                  <a:cubicBezTo>
                    <a:pt x="244" y="1241"/>
                    <a:pt x="254" y="1269"/>
                    <a:pt x="263" y="1282"/>
                  </a:cubicBezTo>
                  <a:cubicBezTo>
                    <a:pt x="272" y="1296"/>
                    <a:pt x="293" y="1292"/>
                    <a:pt x="293" y="1292"/>
                  </a:cubicBezTo>
                  <a:cubicBezTo>
                    <a:pt x="293" y="1292"/>
                    <a:pt x="296" y="1294"/>
                    <a:pt x="300" y="1298"/>
                  </a:cubicBezTo>
                  <a:cubicBezTo>
                    <a:pt x="300" y="1299"/>
                    <a:pt x="300" y="1299"/>
                    <a:pt x="300" y="1299"/>
                  </a:cubicBezTo>
                  <a:cubicBezTo>
                    <a:pt x="299" y="1300"/>
                    <a:pt x="298" y="1300"/>
                    <a:pt x="297" y="1300"/>
                  </a:cubicBezTo>
                  <a:cubicBezTo>
                    <a:pt x="283" y="1302"/>
                    <a:pt x="267" y="1303"/>
                    <a:pt x="264" y="1298"/>
                  </a:cubicBezTo>
                  <a:cubicBezTo>
                    <a:pt x="260" y="1294"/>
                    <a:pt x="258" y="1292"/>
                    <a:pt x="258" y="1292"/>
                  </a:cubicBezTo>
                  <a:cubicBezTo>
                    <a:pt x="258" y="1292"/>
                    <a:pt x="236" y="1296"/>
                    <a:pt x="227" y="1282"/>
                  </a:cubicBezTo>
                  <a:cubicBezTo>
                    <a:pt x="219" y="1269"/>
                    <a:pt x="208" y="1241"/>
                    <a:pt x="187" y="1239"/>
                  </a:cubicBezTo>
                  <a:cubicBezTo>
                    <a:pt x="165" y="1238"/>
                    <a:pt x="152" y="1235"/>
                    <a:pt x="143" y="1222"/>
                  </a:cubicBezTo>
                  <a:cubicBezTo>
                    <a:pt x="134" y="1209"/>
                    <a:pt x="134" y="1178"/>
                    <a:pt x="143" y="1164"/>
                  </a:cubicBezTo>
                  <a:cubicBezTo>
                    <a:pt x="152" y="1149"/>
                    <a:pt x="153" y="1144"/>
                    <a:pt x="153" y="1137"/>
                  </a:cubicBezTo>
                  <a:cubicBezTo>
                    <a:pt x="153" y="1130"/>
                    <a:pt x="154" y="1123"/>
                    <a:pt x="155" y="1117"/>
                  </a:cubicBezTo>
                  <a:cubicBezTo>
                    <a:pt x="156" y="1111"/>
                    <a:pt x="154" y="1108"/>
                    <a:pt x="150" y="1101"/>
                  </a:cubicBezTo>
                  <a:cubicBezTo>
                    <a:pt x="146" y="1094"/>
                    <a:pt x="138" y="1073"/>
                    <a:pt x="140" y="1049"/>
                  </a:cubicBezTo>
                  <a:cubicBezTo>
                    <a:pt x="142" y="1026"/>
                    <a:pt x="143" y="1013"/>
                    <a:pt x="136" y="993"/>
                  </a:cubicBezTo>
                  <a:cubicBezTo>
                    <a:pt x="128" y="972"/>
                    <a:pt x="127" y="958"/>
                    <a:pt x="127" y="943"/>
                  </a:cubicBezTo>
                  <a:cubicBezTo>
                    <a:pt x="126" y="928"/>
                    <a:pt x="107" y="869"/>
                    <a:pt x="104" y="840"/>
                  </a:cubicBezTo>
                  <a:cubicBezTo>
                    <a:pt x="100" y="810"/>
                    <a:pt x="97" y="783"/>
                    <a:pt x="100" y="762"/>
                  </a:cubicBezTo>
                  <a:cubicBezTo>
                    <a:pt x="104" y="741"/>
                    <a:pt x="99" y="686"/>
                    <a:pt x="100" y="668"/>
                  </a:cubicBezTo>
                  <a:cubicBezTo>
                    <a:pt x="100" y="650"/>
                    <a:pt x="100" y="629"/>
                    <a:pt x="94" y="613"/>
                  </a:cubicBezTo>
                  <a:cubicBezTo>
                    <a:pt x="88" y="597"/>
                    <a:pt x="74" y="565"/>
                    <a:pt x="71" y="542"/>
                  </a:cubicBezTo>
                  <a:cubicBezTo>
                    <a:pt x="68" y="519"/>
                    <a:pt x="58" y="495"/>
                    <a:pt x="60" y="475"/>
                  </a:cubicBezTo>
                  <a:cubicBezTo>
                    <a:pt x="63" y="455"/>
                    <a:pt x="61" y="425"/>
                    <a:pt x="56" y="405"/>
                  </a:cubicBezTo>
                  <a:cubicBezTo>
                    <a:pt x="52" y="384"/>
                    <a:pt x="19" y="307"/>
                    <a:pt x="16" y="251"/>
                  </a:cubicBezTo>
                  <a:cubicBezTo>
                    <a:pt x="14" y="196"/>
                    <a:pt x="0" y="93"/>
                    <a:pt x="5" y="39"/>
                  </a:cubicBezTo>
                  <a:close/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6378" name="Freeform 277">
              <a:extLst>
                <a:ext uri="{FF2B5EF4-FFF2-40B4-BE49-F238E27FC236}">
                  <a16:creationId xmlns:a16="http://schemas.microsoft.com/office/drawing/2014/main" id="{A1CD8CC5-AEE8-4AD3-94A6-937E46B5EC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6" y="1986"/>
              <a:ext cx="451" cy="1567"/>
            </a:xfrm>
            <a:custGeom>
              <a:avLst/>
              <a:gdLst>
                <a:gd name="T0" fmla="*/ 534 w 376"/>
                <a:gd name="T1" fmla="*/ 513 h 1307"/>
                <a:gd name="T2" fmla="*/ 534 w 376"/>
                <a:gd name="T3" fmla="*/ 1067 h 1307"/>
                <a:gd name="T4" fmla="*/ 535 w 376"/>
                <a:gd name="T5" fmla="*/ 1597 h 1307"/>
                <a:gd name="T6" fmla="*/ 493 w 376"/>
                <a:gd name="T7" fmla="*/ 1873 h 1307"/>
                <a:gd name="T8" fmla="*/ 485 w 376"/>
                <a:gd name="T9" fmla="*/ 1934 h 1307"/>
                <a:gd name="T10" fmla="*/ 587 w 376"/>
                <a:gd name="T11" fmla="*/ 2133 h 1307"/>
                <a:gd name="T12" fmla="*/ 642 w 376"/>
                <a:gd name="T13" fmla="*/ 2189 h 1307"/>
                <a:gd name="T14" fmla="*/ 630 w 376"/>
                <a:gd name="T15" fmla="*/ 2198 h 1307"/>
                <a:gd name="T16" fmla="*/ 630 w 376"/>
                <a:gd name="T17" fmla="*/ 2198 h 1307"/>
                <a:gd name="T18" fmla="*/ 615 w 376"/>
                <a:gd name="T19" fmla="*/ 2211 h 1307"/>
                <a:gd name="T20" fmla="*/ 612 w 376"/>
                <a:gd name="T21" fmla="*/ 2212 h 1307"/>
                <a:gd name="T22" fmla="*/ 606 w 376"/>
                <a:gd name="T23" fmla="*/ 2211 h 1307"/>
                <a:gd name="T24" fmla="*/ 606 w 376"/>
                <a:gd name="T25" fmla="*/ 2211 h 1307"/>
                <a:gd name="T26" fmla="*/ 575 w 376"/>
                <a:gd name="T27" fmla="*/ 2225 h 1307"/>
                <a:gd name="T28" fmla="*/ 575 w 376"/>
                <a:gd name="T29" fmla="*/ 2225 h 1307"/>
                <a:gd name="T30" fmla="*/ 571 w 376"/>
                <a:gd name="T31" fmla="*/ 2225 h 1307"/>
                <a:gd name="T32" fmla="*/ 555 w 376"/>
                <a:gd name="T33" fmla="*/ 2228 h 1307"/>
                <a:gd name="T34" fmla="*/ 536 w 376"/>
                <a:gd name="T35" fmla="*/ 2225 h 1307"/>
                <a:gd name="T36" fmla="*/ 531 w 376"/>
                <a:gd name="T37" fmla="*/ 2226 h 1307"/>
                <a:gd name="T38" fmla="*/ 507 w 376"/>
                <a:gd name="T39" fmla="*/ 2242 h 1307"/>
                <a:gd name="T40" fmla="*/ 441 w 376"/>
                <a:gd name="T41" fmla="*/ 2228 h 1307"/>
                <a:gd name="T42" fmla="*/ 391 w 376"/>
                <a:gd name="T43" fmla="*/ 2212 h 1307"/>
                <a:gd name="T44" fmla="*/ 245 w 376"/>
                <a:gd name="T45" fmla="*/ 2109 h 1307"/>
                <a:gd name="T46" fmla="*/ 267 w 376"/>
                <a:gd name="T47" fmla="*/ 1930 h 1307"/>
                <a:gd name="T48" fmla="*/ 242 w 376"/>
                <a:gd name="T49" fmla="*/ 1827 h 1307"/>
                <a:gd name="T50" fmla="*/ 214 w 376"/>
                <a:gd name="T51" fmla="*/ 1597 h 1307"/>
                <a:gd name="T52" fmla="*/ 173 w 376"/>
                <a:gd name="T53" fmla="*/ 1163 h 1307"/>
                <a:gd name="T54" fmla="*/ 103 w 376"/>
                <a:gd name="T55" fmla="*/ 833 h 1307"/>
                <a:gd name="T56" fmla="*/ 28 w 376"/>
                <a:gd name="T57" fmla="*/ 439 h 1307"/>
                <a:gd name="T58" fmla="*/ 534 w 376"/>
                <a:gd name="T59" fmla="*/ 8 h 1307"/>
                <a:gd name="T60" fmla="*/ 1 w 376"/>
                <a:gd name="T61" fmla="*/ 71 h 1307"/>
                <a:gd name="T62" fmla="*/ 78 w 376"/>
                <a:gd name="T63" fmla="*/ 659 h 1307"/>
                <a:gd name="T64" fmla="*/ 115 w 376"/>
                <a:gd name="T65" fmla="*/ 939 h 1307"/>
                <a:gd name="T66" fmla="*/ 170 w 376"/>
                <a:gd name="T67" fmla="*/ 1279 h 1307"/>
                <a:gd name="T68" fmla="*/ 208 w 376"/>
                <a:gd name="T69" fmla="*/ 1599 h 1307"/>
                <a:gd name="T70" fmla="*/ 235 w 376"/>
                <a:gd name="T71" fmla="*/ 1827 h 1307"/>
                <a:gd name="T72" fmla="*/ 260 w 376"/>
                <a:gd name="T73" fmla="*/ 1929 h 1307"/>
                <a:gd name="T74" fmla="*/ 240 w 376"/>
                <a:gd name="T75" fmla="*/ 2113 h 1307"/>
                <a:gd name="T76" fmla="*/ 387 w 376"/>
                <a:gd name="T77" fmla="*/ 2217 h 1307"/>
                <a:gd name="T78" fmla="*/ 439 w 376"/>
                <a:gd name="T79" fmla="*/ 2235 h 1307"/>
                <a:gd name="T80" fmla="*/ 510 w 376"/>
                <a:gd name="T81" fmla="*/ 2249 h 1307"/>
                <a:gd name="T82" fmla="*/ 553 w 376"/>
                <a:gd name="T83" fmla="*/ 2235 h 1307"/>
                <a:gd name="T84" fmla="*/ 585 w 376"/>
                <a:gd name="T85" fmla="*/ 2234 h 1307"/>
                <a:gd name="T86" fmla="*/ 606 w 376"/>
                <a:gd name="T87" fmla="*/ 2212 h 1307"/>
                <a:gd name="T88" fmla="*/ 632 w 376"/>
                <a:gd name="T89" fmla="*/ 2201 h 1307"/>
                <a:gd name="T90" fmla="*/ 648 w 376"/>
                <a:gd name="T91" fmla="*/ 2192 h 1307"/>
                <a:gd name="T92" fmla="*/ 591 w 376"/>
                <a:gd name="T93" fmla="*/ 2129 h 1307"/>
                <a:gd name="T94" fmla="*/ 486 w 376"/>
                <a:gd name="T95" fmla="*/ 1921 h 1307"/>
                <a:gd name="T96" fmla="*/ 497 w 376"/>
                <a:gd name="T97" fmla="*/ 1899 h 1307"/>
                <a:gd name="T98" fmla="*/ 535 w 376"/>
                <a:gd name="T99" fmla="*/ 1621 h 1307"/>
                <a:gd name="T100" fmla="*/ 547 w 376"/>
                <a:gd name="T101" fmla="*/ 1128 h 1307"/>
                <a:gd name="T102" fmla="*/ 529 w 376"/>
                <a:gd name="T103" fmla="*/ 665 h 1307"/>
                <a:gd name="T104" fmla="*/ 534 w 376"/>
                <a:gd name="T105" fmla="*/ 1 h 1307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376" h="1307">
                  <a:moveTo>
                    <a:pt x="309" y="3"/>
                  </a:moveTo>
                  <a:cubicBezTo>
                    <a:pt x="307" y="3"/>
                    <a:pt x="307" y="3"/>
                    <a:pt x="307" y="3"/>
                  </a:cubicBezTo>
                  <a:cubicBezTo>
                    <a:pt x="307" y="3"/>
                    <a:pt x="307" y="10"/>
                    <a:pt x="308" y="22"/>
                  </a:cubicBezTo>
                  <a:cubicBezTo>
                    <a:pt x="309" y="59"/>
                    <a:pt x="312" y="141"/>
                    <a:pt x="312" y="210"/>
                  </a:cubicBezTo>
                  <a:cubicBezTo>
                    <a:pt x="312" y="246"/>
                    <a:pt x="311" y="278"/>
                    <a:pt x="309" y="298"/>
                  </a:cubicBezTo>
                  <a:cubicBezTo>
                    <a:pt x="305" y="339"/>
                    <a:pt x="303" y="364"/>
                    <a:pt x="303" y="386"/>
                  </a:cubicBezTo>
                  <a:cubicBezTo>
                    <a:pt x="303" y="403"/>
                    <a:pt x="304" y="417"/>
                    <a:pt x="306" y="433"/>
                  </a:cubicBezTo>
                  <a:cubicBezTo>
                    <a:pt x="309" y="469"/>
                    <a:pt x="310" y="524"/>
                    <a:pt x="311" y="552"/>
                  </a:cubicBezTo>
                  <a:cubicBezTo>
                    <a:pt x="311" y="554"/>
                    <a:pt x="311" y="556"/>
                    <a:pt x="311" y="558"/>
                  </a:cubicBezTo>
                  <a:cubicBezTo>
                    <a:pt x="311" y="575"/>
                    <a:pt x="309" y="597"/>
                    <a:pt x="309" y="619"/>
                  </a:cubicBezTo>
                  <a:cubicBezTo>
                    <a:pt x="309" y="632"/>
                    <a:pt x="310" y="645"/>
                    <a:pt x="313" y="656"/>
                  </a:cubicBezTo>
                  <a:cubicBezTo>
                    <a:pt x="320" y="678"/>
                    <a:pt x="331" y="725"/>
                    <a:pt x="331" y="764"/>
                  </a:cubicBezTo>
                  <a:cubicBezTo>
                    <a:pt x="331" y="776"/>
                    <a:pt x="330" y="787"/>
                    <a:pt x="328" y="797"/>
                  </a:cubicBezTo>
                  <a:cubicBezTo>
                    <a:pt x="317" y="839"/>
                    <a:pt x="316" y="860"/>
                    <a:pt x="316" y="879"/>
                  </a:cubicBezTo>
                  <a:cubicBezTo>
                    <a:pt x="316" y="898"/>
                    <a:pt x="314" y="914"/>
                    <a:pt x="310" y="927"/>
                  </a:cubicBezTo>
                  <a:cubicBezTo>
                    <a:pt x="308" y="933"/>
                    <a:pt x="307" y="937"/>
                    <a:pt x="306" y="941"/>
                  </a:cubicBezTo>
                  <a:cubicBezTo>
                    <a:pt x="305" y="945"/>
                    <a:pt x="305" y="948"/>
                    <a:pt x="305" y="955"/>
                  </a:cubicBezTo>
                  <a:cubicBezTo>
                    <a:pt x="305" y="967"/>
                    <a:pt x="297" y="979"/>
                    <a:pt x="292" y="995"/>
                  </a:cubicBezTo>
                  <a:cubicBezTo>
                    <a:pt x="287" y="1011"/>
                    <a:pt x="284" y="1028"/>
                    <a:pt x="284" y="1049"/>
                  </a:cubicBezTo>
                  <a:cubicBezTo>
                    <a:pt x="284" y="1061"/>
                    <a:pt x="286" y="1075"/>
                    <a:pt x="286" y="1087"/>
                  </a:cubicBezTo>
                  <a:cubicBezTo>
                    <a:pt x="286" y="1092"/>
                    <a:pt x="286" y="1097"/>
                    <a:pt x="285" y="1101"/>
                  </a:cubicBezTo>
                  <a:cubicBezTo>
                    <a:pt x="283" y="1105"/>
                    <a:pt x="281" y="1108"/>
                    <a:pt x="278" y="1111"/>
                  </a:cubicBezTo>
                  <a:cubicBezTo>
                    <a:pt x="277" y="1111"/>
                    <a:pt x="277" y="1111"/>
                    <a:pt x="277" y="1111"/>
                  </a:cubicBezTo>
                  <a:cubicBezTo>
                    <a:pt x="277" y="1113"/>
                    <a:pt x="277" y="1113"/>
                    <a:pt x="277" y="1113"/>
                  </a:cubicBezTo>
                  <a:cubicBezTo>
                    <a:pt x="277" y="1113"/>
                    <a:pt x="278" y="1117"/>
                    <a:pt x="281" y="1122"/>
                  </a:cubicBezTo>
                  <a:cubicBezTo>
                    <a:pt x="283" y="1127"/>
                    <a:pt x="286" y="1134"/>
                    <a:pt x="291" y="1138"/>
                  </a:cubicBezTo>
                  <a:cubicBezTo>
                    <a:pt x="299" y="1147"/>
                    <a:pt x="312" y="1165"/>
                    <a:pt x="317" y="1182"/>
                  </a:cubicBezTo>
                  <a:cubicBezTo>
                    <a:pt x="320" y="1191"/>
                    <a:pt x="324" y="1203"/>
                    <a:pt x="328" y="1213"/>
                  </a:cubicBezTo>
                  <a:cubicBezTo>
                    <a:pt x="330" y="1218"/>
                    <a:pt x="332" y="1223"/>
                    <a:pt x="334" y="1227"/>
                  </a:cubicBezTo>
                  <a:cubicBezTo>
                    <a:pt x="336" y="1232"/>
                    <a:pt x="338" y="1235"/>
                    <a:pt x="340" y="1238"/>
                  </a:cubicBezTo>
                  <a:cubicBezTo>
                    <a:pt x="347" y="1247"/>
                    <a:pt x="355" y="1252"/>
                    <a:pt x="359" y="1255"/>
                  </a:cubicBezTo>
                  <a:cubicBezTo>
                    <a:pt x="361" y="1257"/>
                    <a:pt x="365" y="1259"/>
                    <a:pt x="367" y="1261"/>
                  </a:cubicBezTo>
                  <a:cubicBezTo>
                    <a:pt x="369" y="1262"/>
                    <a:pt x="370" y="1263"/>
                    <a:pt x="371" y="1265"/>
                  </a:cubicBezTo>
                  <a:cubicBezTo>
                    <a:pt x="372" y="1266"/>
                    <a:pt x="372" y="1267"/>
                    <a:pt x="372" y="1268"/>
                  </a:cubicBezTo>
                  <a:cubicBezTo>
                    <a:pt x="372" y="1269"/>
                    <a:pt x="372" y="1269"/>
                    <a:pt x="372" y="1270"/>
                  </a:cubicBezTo>
                  <a:cubicBezTo>
                    <a:pt x="371" y="1272"/>
                    <a:pt x="369" y="1274"/>
                    <a:pt x="368" y="1274"/>
                  </a:cubicBezTo>
                  <a:cubicBezTo>
                    <a:pt x="367" y="1275"/>
                    <a:pt x="367" y="1275"/>
                    <a:pt x="366" y="1275"/>
                  </a:cubicBezTo>
                  <a:cubicBezTo>
                    <a:pt x="365" y="1275"/>
                    <a:pt x="365" y="1275"/>
                    <a:pt x="365" y="1275"/>
                  </a:cubicBezTo>
                  <a:cubicBezTo>
                    <a:pt x="365" y="1275"/>
                    <a:pt x="365" y="1275"/>
                    <a:pt x="365" y="1275"/>
                  </a:cubicBezTo>
                  <a:cubicBezTo>
                    <a:pt x="365" y="1275"/>
                    <a:pt x="365" y="1275"/>
                    <a:pt x="365" y="1275"/>
                  </a:cubicBezTo>
                  <a:cubicBezTo>
                    <a:pt x="365" y="1276"/>
                    <a:pt x="365" y="1276"/>
                    <a:pt x="365" y="1276"/>
                  </a:cubicBezTo>
                  <a:cubicBezTo>
                    <a:pt x="365" y="1275"/>
                    <a:pt x="365" y="1275"/>
                    <a:pt x="365" y="1275"/>
                  </a:cubicBezTo>
                  <a:cubicBezTo>
                    <a:pt x="365" y="1275"/>
                    <a:pt x="365" y="1275"/>
                    <a:pt x="365" y="1275"/>
                  </a:cubicBezTo>
                  <a:cubicBezTo>
                    <a:pt x="365" y="1276"/>
                    <a:pt x="365" y="1276"/>
                    <a:pt x="365" y="1276"/>
                  </a:cubicBezTo>
                  <a:cubicBezTo>
                    <a:pt x="365" y="1275"/>
                    <a:pt x="365" y="1275"/>
                    <a:pt x="365" y="1275"/>
                  </a:cubicBezTo>
                  <a:cubicBezTo>
                    <a:pt x="363" y="1274"/>
                    <a:pt x="363" y="1274"/>
                    <a:pt x="363" y="1274"/>
                  </a:cubicBezTo>
                  <a:cubicBezTo>
                    <a:pt x="363" y="1276"/>
                    <a:pt x="363" y="1276"/>
                    <a:pt x="363" y="1276"/>
                  </a:cubicBezTo>
                  <a:cubicBezTo>
                    <a:pt x="363" y="1276"/>
                    <a:pt x="363" y="1276"/>
                    <a:pt x="363" y="1276"/>
                  </a:cubicBezTo>
                  <a:cubicBezTo>
                    <a:pt x="362" y="1276"/>
                    <a:pt x="362" y="1278"/>
                    <a:pt x="361" y="1280"/>
                  </a:cubicBezTo>
                  <a:cubicBezTo>
                    <a:pt x="360" y="1281"/>
                    <a:pt x="358" y="1283"/>
                    <a:pt x="357" y="1283"/>
                  </a:cubicBezTo>
                  <a:cubicBezTo>
                    <a:pt x="356" y="1283"/>
                    <a:pt x="355" y="1283"/>
                    <a:pt x="355" y="1283"/>
                  </a:cubicBezTo>
                  <a:cubicBezTo>
                    <a:pt x="355" y="1283"/>
                    <a:pt x="354" y="1283"/>
                    <a:pt x="354" y="1283"/>
                  </a:cubicBezTo>
                  <a:cubicBezTo>
                    <a:pt x="354" y="1283"/>
                    <a:pt x="354" y="1283"/>
                    <a:pt x="354" y="1283"/>
                  </a:cubicBezTo>
                  <a:cubicBezTo>
                    <a:pt x="354" y="1283"/>
                    <a:pt x="354" y="1283"/>
                    <a:pt x="354" y="1283"/>
                  </a:cubicBezTo>
                  <a:cubicBezTo>
                    <a:pt x="354" y="1284"/>
                    <a:pt x="354" y="1284"/>
                    <a:pt x="354" y="1284"/>
                  </a:cubicBezTo>
                  <a:cubicBezTo>
                    <a:pt x="354" y="1284"/>
                    <a:pt x="354" y="1284"/>
                    <a:pt x="354" y="1284"/>
                  </a:cubicBezTo>
                  <a:cubicBezTo>
                    <a:pt x="354" y="1283"/>
                    <a:pt x="354" y="1283"/>
                    <a:pt x="354" y="1283"/>
                  </a:cubicBezTo>
                  <a:cubicBezTo>
                    <a:pt x="354" y="1284"/>
                    <a:pt x="354" y="1284"/>
                    <a:pt x="354" y="1284"/>
                  </a:cubicBezTo>
                  <a:cubicBezTo>
                    <a:pt x="354" y="1284"/>
                    <a:pt x="354" y="1284"/>
                    <a:pt x="354" y="1284"/>
                  </a:cubicBezTo>
                  <a:cubicBezTo>
                    <a:pt x="351" y="1283"/>
                    <a:pt x="351" y="1283"/>
                    <a:pt x="351" y="1283"/>
                  </a:cubicBezTo>
                  <a:cubicBezTo>
                    <a:pt x="351" y="1284"/>
                    <a:pt x="351" y="1284"/>
                    <a:pt x="351" y="1284"/>
                  </a:cubicBezTo>
                  <a:cubicBezTo>
                    <a:pt x="351" y="1283"/>
                    <a:pt x="351" y="1283"/>
                    <a:pt x="351" y="1283"/>
                  </a:cubicBezTo>
                  <a:cubicBezTo>
                    <a:pt x="351" y="1283"/>
                    <a:pt x="351" y="1283"/>
                    <a:pt x="351" y="1283"/>
                  </a:cubicBezTo>
                  <a:cubicBezTo>
                    <a:pt x="351" y="1284"/>
                    <a:pt x="351" y="1284"/>
                    <a:pt x="351" y="1284"/>
                  </a:cubicBezTo>
                  <a:cubicBezTo>
                    <a:pt x="351" y="1283"/>
                    <a:pt x="351" y="1283"/>
                    <a:pt x="351" y="1283"/>
                  </a:cubicBezTo>
                  <a:cubicBezTo>
                    <a:pt x="351" y="1284"/>
                    <a:pt x="350" y="1285"/>
                    <a:pt x="349" y="1287"/>
                  </a:cubicBezTo>
                  <a:cubicBezTo>
                    <a:pt x="348" y="1288"/>
                    <a:pt x="346" y="1290"/>
                    <a:pt x="343" y="1291"/>
                  </a:cubicBezTo>
                  <a:cubicBezTo>
                    <a:pt x="342" y="1292"/>
                    <a:pt x="340" y="1292"/>
                    <a:pt x="339" y="1292"/>
                  </a:cubicBezTo>
                  <a:cubicBezTo>
                    <a:pt x="337" y="1292"/>
                    <a:pt x="336" y="1292"/>
                    <a:pt x="335" y="1291"/>
                  </a:cubicBezTo>
                  <a:cubicBezTo>
                    <a:pt x="334" y="1291"/>
                    <a:pt x="334" y="1291"/>
                    <a:pt x="333" y="1291"/>
                  </a:cubicBezTo>
                  <a:cubicBezTo>
                    <a:pt x="333" y="1291"/>
                    <a:pt x="333" y="1291"/>
                    <a:pt x="333" y="1291"/>
                  </a:cubicBezTo>
                  <a:cubicBezTo>
                    <a:pt x="333" y="1291"/>
                    <a:pt x="333" y="1291"/>
                    <a:pt x="333" y="1291"/>
                  </a:cubicBezTo>
                  <a:cubicBezTo>
                    <a:pt x="333" y="1291"/>
                    <a:pt x="333" y="1291"/>
                    <a:pt x="333" y="1291"/>
                  </a:cubicBezTo>
                  <a:cubicBezTo>
                    <a:pt x="333" y="1291"/>
                    <a:pt x="333" y="1291"/>
                    <a:pt x="333" y="1291"/>
                  </a:cubicBezTo>
                  <a:cubicBezTo>
                    <a:pt x="333" y="1291"/>
                    <a:pt x="333" y="1291"/>
                    <a:pt x="333" y="1291"/>
                  </a:cubicBezTo>
                  <a:cubicBezTo>
                    <a:pt x="333" y="1291"/>
                    <a:pt x="333" y="1291"/>
                    <a:pt x="333" y="1291"/>
                  </a:cubicBezTo>
                  <a:cubicBezTo>
                    <a:pt x="333" y="1291"/>
                    <a:pt x="333" y="1291"/>
                    <a:pt x="333" y="1291"/>
                  </a:cubicBezTo>
                  <a:cubicBezTo>
                    <a:pt x="332" y="1290"/>
                    <a:pt x="332" y="1290"/>
                    <a:pt x="332" y="1290"/>
                  </a:cubicBezTo>
                  <a:cubicBezTo>
                    <a:pt x="331" y="1291"/>
                    <a:pt x="331" y="1291"/>
                    <a:pt x="331" y="1291"/>
                  </a:cubicBezTo>
                  <a:cubicBezTo>
                    <a:pt x="331" y="1291"/>
                    <a:pt x="331" y="1291"/>
                    <a:pt x="331" y="1291"/>
                  </a:cubicBezTo>
                  <a:cubicBezTo>
                    <a:pt x="331" y="1291"/>
                    <a:pt x="331" y="1291"/>
                    <a:pt x="331" y="1291"/>
                  </a:cubicBezTo>
                  <a:cubicBezTo>
                    <a:pt x="331" y="1291"/>
                    <a:pt x="331" y="1291"/>
                    <a:pt x="331" y="1291"/>
                  </a:cubicBezTo>
                  <a:cubicBezTo>
                    <a:pt x="331" y="1291"/>
                    <a:pt x="331" y="1291"/>
                    <a:pt x="331" y="1291"/>
                  </a:cubicBezTo>
                  <a:cubicBezTo>
                    <a:pt x="331" y="1291"/>
                    <a:pt x="331" y="1291"/>
                    <a:pt x="331" y="1291"/>
                  </a:cubicBezTo>
                  <a:cubicBezTo>
                    <a:pt x="331" y="1291"/>
                    <a:pt x="328" y="1292"/>
                    <a:pt x="322" y="1293"/>
                  </a:cubicBezTo>
                  <a:cubicBezTo>
                    <a:pt x="321" y="1293"/>
                    <a:pt x="320" y="1293"/>
                    <a:pt x="320" y="1293"/>
                  </a:cubicBezTo>
                  <a:cubicBezTo>
                    <a:pt x="317" y="1293"/>
                    <a:pt x="315" y="1292"/>
                    <a:pt x="313" y="1292"/>
                  </a:cubicBezTo>
                  <a:cubicBezTo>
                    <a:pt x="313" y="1291"/>
                    <a:pt x="312" y="1291"/>
                    <a:pt x="312" y="1291"/>
                  </a:cubicBezTo>
                  <a:cubicBezTo>
                    <a:pt x="311" y="1291"/>
                    <a:pt x="311" y="1291"/>
                    <a:pt x="311" y="1291"/>
                  </a:cubicBezTo>
                  <a:cubicBezTo>
                    <a:pt x="311" y="1291"/>
                    <a:pt x="311" y="1291"/>
                    <a:pt x="311" y="1291"/>
                  </a:cubicBezTo>
                  <a:cubicBezTo>
                    <a:pt x="311" y="1291"/>
                    <a:pt x="311" y="1291"/>
                    <a:pt x="311" y="1291"/>
                  </a:cubicBezTo>
                  <a:cubicBezTo>
                    <a:pt x="308" y="1289"/>
                    <a:pt x="308" y="1289"/>
                    <a:pt x="308" y="1289"/>
                  </a:cubicBezTo>
                  <a:cubicBezTo>
                    <a:pt x="308" y="1292"/>
                    <a:pt x="308" y="1292"/>
                    <a:pt x="308" y="1292"/>
                  </a:cubicBezTo>
                  <a:cubicBezTo>
                    <a:pt x="308" y="1292"/>
                    <a:pt x="308" y="1292"/>
                    <a:pt x="308" y="1292"/>
                  </a:cubicBezTo>
                  <a:cubicBezTo>
                    <a:pt x="308" y="1292"/>
                    <a:pt x="308" y="1292"/>
                    <a:pt x="308" y="1292"/>
                  </a:cubicBezTo>
                  <a:cubicBezTo>
                    <a:pt x="308" y="1292"/>
                    <a:pt x="308" y="1292"/>
                    <a:pt x="308" y="1292"/>
                  </a:cubicBezTo>
                  <a:cubicBezTo>
                    <a:pt x="308" y="1292"/>
                    <a:pt x="308" y="1292"/>
                    <a:pt x="308" y="1292"/>
                  </a:cubicBezTo>
                  <a:cubicBezTo>
                    <a:pt x="308" y="1292"/>
                    <a:pt x="308" y="1292"/>
                    <a:pt x="308" y="1292"/>
                  </a:cubicBezTo>
                  <a:cubicBezTo>
                    <a:pt x="308" y="1292"/>
                    <a:pt x="307" y="1294"/>
                    <a:pt x="306" y="1296"/>
                  </a:cubicBezTo>
                  <a:cubicBezTo>
                    <a:pt x="304" y="1298"/>
                    <a:pt x="301" y="1300"/>
                    <a:pt x="294" y="1301"/>
                  </a:cubicBezTo>
                  <a:cubicBezTo>
                    <a:pt x="288" y="1302"/>
                    <a:pt x="281" y="1303"/>
                    <a:pt x="275" y="1303"/>
                  </a:cubicBezTo>
                  <a:cubicBezTo>
                    <a:pt x="272" y="1303"/>
                    <a:pt x="269" y="1303"/>
                    <a:pt x="267" y="1302"/>
                  </a:cubicBezTo>
                  <a:cubicBezTo>
                    <a:pt x="265" y="1302"/>
                    <a:pt x="264" y="1301"/>
                    <a:pt x="263" y="1300"/>
                  </a:cubicBezTo>
                  <a:cubicBezTo>
                    <a:pt x="260" y="1295"/>
                    <a:pt x="257" y="1293"/>
                    <a:pt x="257" y="1293"/>
                  </a:cubicBezTo>
                  <a:cubicBezTo>
                    <a:pt x="256" y="1293"/>
                    <a:pt x="256" y="1293"/>
                    <a:pt x="256" y="1293"/>
                  </a:cubicBezTo>
                  <a:cubicBezTo>
                    <a:pt x="255" y="1293"/>
                    <a:pt x="255" y="1293"/>
                    <a:pt x="255" y="1293"/>
                  </a:cubicBezTo>
                  <a:cubicBezTo>
                    <a:pt x="255" y="1293"/>
                    <a:pt x="255" y="1293"/>
                    <a:pt x="255" y="1293"/>
                  </a:cubicBezTo>
                  <a:cubicBezTo>
                    <a:pt x="254" y="1293"/>
                    <a:pt x="252" y="1293"/>
                    <a:pt x="249" y="1293"/>
                  </a:cubicBezTo>
                  <a:cubicBezTo>
                    <a:pt x="245" y="1293"/>
                    <a:pt x="241" y="1293"/>
                    <a:pt x="237" y="1292"/>
                  </a:cubicBezTo>
                  <a:cubicBezTo>
                    <a:pt x="233" y="1290"/>
                    <a:pt x="230" y="1288"/>
                    <a:pt x="227" y="1284"/>
                  </a:cubicBezTo>
                  <a:cubicBezTo>
                    <a:pt x="223" y="1278"/>
                    <a:pt x="218" y="1267"/>
                    <a:pt x="211" y="1258"/>
                  </a:cubicBezTo>
                  <a:cubicBezTo>
                    <a:pt x="208" y="1254"/>
                    <a:pt x="204" y="1249"/>
                    <a:pt x="200" y="1246"/>
                  </a:cubicBezTo>
                  <a:cubicBezTo>
                    <a:pt x="196" y="1243"/>
                    <a:pt x="191" y="1241"/>
                    <a:pt x="185" y="1240"/>
                  </a:cubicBezTo>
                  <a:cubicBezTo>
                    <a:pt x="174" y="1239"/>
                    <a:pt x="166" y="1238"/>
                    <a:pt x="159" y="1236"/>
                  </a:cubicBezTo>
                  <a:cubicBezTo>
                    <a:pt x="152" y="1234"/>
                    <a:pt x="146" y="1230"/>
                    <a:pt x="142" y="1224"/>
                  </a:cubicBezTo>
                  <a:cubicBezTo>
                    <a:pt x="138" y="1218"/>
                    <a:pt x="136" y="1207"/>
                    <a:pt x="136" y="1197"/>
                  </a:cubicBezTo>
                  <a:cubicBezTo>
                    <a:pt x="136" y="1186"/>
                    <a:pt x="138" y="1175"/>
                    <a:pt x="142" y="1168"/>
                  </a:cubicBezTo>
                  <a:cubicBezTo>
                    <a:pt x="147" y="1160"/>
                    <a:pt x="150" y="1155"/>
                    <a:pt x="151" y="1151"/>
                  </a:cubicBezTo>
                  <a:cubicBezTo>
                    <a:pt x="153" y="1147"/>
                    <a:pt x="153" y="1144"/>
                    <a:pt x="153" y="1140"/>
                  </a:cubicBezTo>
                  <a:cubicBezTo>
                    <a:pt x="153" y="1133"/>
                    <a:pt x="154" y="1126"/>
                    <a:pt x="155" y="1120"/>
                  </a:cubicBezTo>
                  <a:cubicBezTo>
                    <a:pt x="155" y="1119"/>
                    <a:pt x="155" y="1118"/>
                    <a:pt x="155" y="1117"/>
                  </a:cubicBezTo>
                  <a:cubicBezTo>
                    <a:pt x="155" y="1114"/>
                    <a:pt x="155" y="1112"/>
                    <a:pt x="154" y="1110"/>
                  </a:cubicBezTo>
                  <a:cubicBezTo>
                    <a:pt x="153" y="1108"/>
                    <a:pt x="151" y="1106"/>
                    <a:pt x="150" y="1103"/>
                  </a:cubicBezTo>
                  <a:cubicBezTo>
                    <a:pt x="148" y="1100"/>
                    <a:pt x="145" y="1095"/>
                    <a:pt x="143" y="1087"/>
                  </a:cubicBezTo>
                  <a:cubicBezTo>
                    <a:pt x="142" y="1080"/>
                    <a:pt x="140" y="1070"/>
                    <a:pt x="140" y="1060"/>
                  </a:cubicBezTo>
                  <a:cubicBezTo>
                    <a:pt x="140" y="1058"/>
                    <a:pt x="140" y="1055"/>
                    <a:pt x="140" y="1053"/>
                  </a:cubicBezTo>
                  <a:cubicBezTo>
                    <a:pt x="141" y="1043"/>
                    <a:pt x="142" y="1036"/>
                    <a:pt x="142" y="1029"/>
                  </a:cubicBezTo>
                  <a:cubicBezTo>
                    <a:pt x="142" y="1018"/>
                    <a:pt x="140" y="1008"/>
                    <a:pt x="136" y="995"/>
                  </a:cubicBezTo>
                  <a:cubicBezTo>
                    <a:pt x="128" y="974"/>
                    <a:pt x="127" y="961"/>
                    <a:pt x="127" y="946"/>
                  </a:cubicBezTo>
                  <a:cubicBezTo>
                    <a:pt x="127" y="942"/>
                    <a:pt x="125" y="936"/>
                    <a:pt x="123" y="927"/>
                  </a:cubicBezTo>
                  <a:cubicBezTo>
                    <a:pt x="118" y="903"/>
                    <a:pt x="106" y="864"/>
                    <a:pt x="104" y="843"/>
                  </a:cubicBezTo>
                  <a:cubicBezTo>
                    <a:pt x="101" y="822"/>
                    <a:pt x="99" y="802"/>
                    <a:pt x="99" y="785"/>
                  </a:cubicBezTo>
                  <a:cubicBezTo>
                    <a:pt x="99" y="778"/>
                    <a:pt x="99" y="771"/>
                    <a:pt x="100" y="765"/>
                  </a:cubicBezTo>
                  <a:cubicBezTo>
                    <a:pt x="101" y="759"/>
                    <a:pt x="102" y="751"/>
                    <a:pt x="102" y="742"/>
                  </a:cubicBezTo>
                  <a:cubicBezTo>
                    <a:pt x="102" y="719"/>
                    <a:pt x="100" y="690"/>
                    <a:pt x="100" y="675"/>
                  </a:cubicBezTo>
                  <a:cubicBezTo>
                    <a:pt x="100" y="674"/>
                    <a:pt x="100" y="672"/>
                    <a:pt x="100" y="671"/>
                  </a:cubicBezTo>
                  <a:cubicBezTo>
                    <a:pt x="100" y="668"/>
                    <a:pt x="100" y="664"/>
                    <a:pt x="100" y="660"/>
                  </a:cubicBezTo>
                  <a:cubicBezTo>
                    <a:pt x="100" y="645"/>
                    <a:pt x="99" y="629"/>
                    <a:pt x="94" y="616"/>
                  </a:cubicBezTo>
                  <a:cubicBezTo>
                    <a:pt x="88" y="600"/>
                    <a:pt x="74" y="568"/>
                    <a:pt x="71" y="545"/>
                  </a:cubicBezTo>
                  <a:cubicBezTo>
                    <a:pt x="69" y="524"/>
                    <a:pt x="60" y="502"/>
                    <a:pt x="60" y="484"/>
                  </a:cubicBezTo>
                  <a:cubicBezTo>
                    <a:pt x="60" y="482"/>
                    <a:pt x="60" y="480"/>
                    <a:pt x="60" y="478"/>
                  </a:cubicBezTo>
                  <a:cubicBezTo>
                    <a:pt x="61" y="472"/>
                    <a:pt x="62" y="465"/>
                    <a:pt x="62" y="457"/>
                  </a:cubicBezTo>
                  <a:cubicBezTo>
                    <a:pt x="62" y="440"/>
                    <a:pt x="60" y="422"/>
                    <a:pt x="56" y="407"/>
                  </a:cubicBezTo>
                  <a:cubicBezTo>
                    <a:pt x="55" y="402"/>
                    <a:pt x="52" y="393"/>
                    <a:pt x="48" y="382"/>
                  </a:cubicBezTo>
                  <a:cubicBezTo>
                    <a:pt x="37" y="349"/>
                    <a:pt x="18" y="295"/>
                    <a:pt x="16" y="254"/>
                  </a:cubicBezTo>
                  <a:cubicBezTo>
                    <a:pt x="14" y="207"/>
                    <a:pt x="4" y="125"/>
                    <a:pt x="4" y="69"/>
                  </a:cubicBezTo>
                  <a:cubicBezTo>
                    <a:pt x="4" y="59"/>
                    <a:pt x="4" y="50"/>
                    <a:pt x="5" y="43"/>
                  </a:cubicBezTo>
                  <a:cubicBezTo>
                    <a:pt x="3" y="42"/>
                    <a:pt x="3" y="42"/>
                    <a:pt x="3" y="42"/>
                  </a:cubicBezTo>
                  <a:cubicBezTo>
                    <a:pt x="3" y="44"/>
                    <a:pt x="3" y="44"/>
                    <a:pt x="3" y="44"/>
                  </a:cubicBezTo>
                  <a:cubicBezTo>
                    <a:pt x="309" y="5"/>
                    <a:pt x="309" y="5"/>
                    <a:pt x="309" y="5"/>
                  </a:cubicBezTo>
                  <a:cubicBezTo>
                    <a:pt x="309" y="3"/>
                    <a:pt x="309" y="3"/>
                    <a:pt x="309" y="3"/>
                  </a:cubicBezTo>
                  <a:cubicBezTo>
                    <a:pt x="307" y="3"/>
                    <a:pt x="307" y="3"/>
                    <a:pt x="307" y="3"/>
                  </a:cubicBezTo>
                  <a:cubicBezTo>
                    <a:pt x="309" y="3"/>
                    <a:pt x="309" y="3"/>
                    <a:pt x="309" y="3"/>
                  </a:cubicBezTo>
                  <a:cubicBezTo>
                    <a:pt x="309" y="1"/>
                    <a:pt x="309" y="1"/>
                    <a:pt x="309" y="1"/>
                  </a:cubicBezTo>
                  <a:cubicBezTo>
                    <a:pt x="1" y="41"/>
                    <a:pt x="1" y="41"/>
                    <a:pt x="1" y="41"/>
                  </a:cubicBezTo>
                  <a:cubicBezTo>
                    <a:pt x="1" y="42"/>
                    <a:pt x="1" y="42"/>
                    <a:pt x="1" y="42"/>
                  </a:cubicBezTo>
                  <a:cubicBezTo>
                    <a:pt x="0" y="50"/>
                    <a:pt x="0" y="59"/>
                    <a:pt x="0" y="69"/>
                  </a:cubicBezTo>
                  <a:cubicBezTo>
                    <a:pt x="0" y="126"/>
                    <a:pt x="10" y="207"/>
                    <a:pt x="12" y="254"/>
                  </a:cubicBezTo>
                  <a:cubicBezTo>
                    <a:pt x="14" y="282"/>
                    <a:pt x="23" y="316"/>
                    <a:pt x="32" y="345"/>
                  </a:cubicBezTo>
                  <a:cubicBezTo>
                    <a:pt x="36" y="359"/>
                    <a:pt x="41" y="372"/>
                    <a:pt x="45" y="383"/>
                  </a:cubicBezTo>
                  <a:cubicBezTo>
                    <a:pt x="48" y="394"/>
                    <a:pt x="51" y="403"/>
                    <a:pt x="52" y="408"/>
                  </a:cubicBezTo>
                  <a:cubicBezTo>
                    <a:pt x="56" y="422"/>
                    <a:pt x="58" y="441"/>
                    <a:pt x="58" y="457"/>
                  </a:cubicBezTo>
                  <a:cubicBezTo>
                    <a:pt x="58" y="464"/>
                    <a:pt x="57" y="471"/>
                    <a:pt x="56" y="477"/>
                  </a:cubicBezTo>
                  <a:cubicBezTo>
                    <a:pt x="56" y="480"/>
                    <a:pt x="56" y="482"/>
                    <a:pt x="56" y="484"/>
                  </a:cubicBezTo>
                  <a:cubicBezTo>
                    <a:pt x="56" y="504"/>
                    <a:pt x="65" y="525"/>
                    <a:pt x="67" y="545"/>
                  </a:cubicBezTo>
                  <a:cubicBezTo>
                    <a:pt x="70" y="569"/>
                    <a:pt x="84" y="601"/>
                    <a:pt x="90" y="617"/>
                  </a:cubicBezTo>
                  <a:cubicBezTo>
                    <a:pt x="95" y="630"/>
                    <a:pt x="96" y="645"/>
                    <a:pt x="96" y="660"/>
                  </a:cubicBezTo>
                  <a:cubicBezTo>
                    <a:pt x="96" y="664"/>
                    <a:pt x="96" y="667"/>
                    <a:pt x="96" y="671"/>
                  </a:cubicBezTo>
                  <a:cubicBezTo>
                    <a:pt x="96" y="672"/>
                    <a:pt x="96" y="674"/>
                    <a:pt x="96" y="675"/>
                  </a:cubicBezTo>
                  <a:cubicBezTo>
                    <a:pt x="96" y="690"/>
                    <a:pt x="98" y="719"/>
                    <a:pt x="98" y="742"/>
                  </a:cubicBezTo>
                  <a:cubicBezTo>
                    <a:pt x="98" y="751"/>
                    <a:pt x="97" y="759"/>
                    <a:pt x="96" y="765"/>
                  </a:cubicBezTo>
                  <a:cubicBezTo>
                    <a:pt x="95" y="771"/>
                    <a:pt x="95" y="778"/>
                    <a:pt x="95" y="785"/>
                  </a:cubicBezTo>
                  <a:cubicBezTo>
                    <a:pt x="95" y="802"/>
                    <a:pt x="97" y="822"/>
                    <a:pt x="100" y="843"/>
                  </a:cubicBezTo>
                  <a:cubicBezTo>
                    <a:pt x="102" y="858"/>
                    <a:pt x="107" y="880"/>
                    <a:pt x="113" y="900"/>
                  </a:cubicBezTo>
                  <a:cubicBezTo>
                    <a:pt x="115" y="911"/>
                    <a:pt x="118" y="920"/>
                    <a:pt x="120" y="928"/>
                  </a:cubicBezTo>
                  <a:cubicBezTo>
                    <a:pt x="121" y="936"/>
                    <a:pt x="123" y="943"/>
                    <a:pt x="123" y="946"/>
                  </a:cubicBezTo>
                  <a:cubicBezTo>
                    <a:pt x="123" y="962"/>
                    <a:pt x="124" y="975"/>
                    <a:pt x="132" y="996"/>
                  </a:cubicBezTo>
                  <a:cubicBezTo>
                    <a:pt x="136" y="1009"/>
                    <a:pt x="138" y="1018"/>
                    <a:pt x="138" y="1029"/>
                  </a:cubicBezTo>
                  <a:cubicBezTo>
                    <a:pt x="138" y="1036"/>
                    <a:pt x="137" y="1043"/>
                    <a:pt x="136" y="1052"/>
                  </a:cubicBezTo>
                  <a:cubicBezTo>
                    <a:pt x="136" y="1055"/>
                    <a:pt x="136" y="1058"/>
                    <a:pt x="136" y="1060"/>
                  </a:cubicBezTo>
                  <a:cubicBezTo>
                    <a:pt x="136" y="1071"/>
                    <a:pt x="138" y="1080"/>
                    <a:pt x="140" y="1088"/>
                  </a:cubicBezTo>
                  <a:cubicBezTo>
                    <a:pt x="142" y="1096"/>
                    <a:pt x="144" y="1102"/>
                    <a:pt x="146" y="1105"/>
                  </a:cubicBezTo>
                  <a:cubicBezTo>
                    <a:pt x="148" y="1108"/>
                    <a:pt x="149" y="1110"/>
                    <a:pt x="150" y="1112"/>
                  </a:cubicBezTo>
                  <a:cubicBezTo>
                    <a:pt x="151" y="1113"/>
                    <a:pt x="151" y="1115"/>
                    <a:pt x="151" y="1117"/>
                  </a:cubicBezTo>
                  <a:cubicBezTo>
                    <a:pt x="151" y="1117"/>
                    <a:pt x="151" y="1118"/>
                    <a:pt x="151" y="1119"/>
                  </a:cubicBezTo>
                  <a:cubicBezTo>
                    <a:pt x="150" y="1126"/>
                    <a:pt x="149" y="1133"/>
                    <a:pt x="149" y="1140"/>
                  </a:cubicBezTo>
                  <a:cubicBezTo>
                    <a:pt x="149" y="1144"/>
                    <a:pt x="149" y="1146"/>
                    <a:pt x="148" y="1150"/>
                  </a:cubicBezTo>
                  <a:cubicBezTo>
                    <a:pt x="146" y="1154"/>
                    <a:pt x="143" y="1158"/>
                    <a:pt x="139" y="1166"/>
                  </a:cubicBezTo>
                  <a:cubicBezTo>
                    <a:pt x="134" y="1174"/>
                    <a:pt x="132" y="1185"/>
                    <a:pt x="132" y="1197"/>
                  </a:cubicBezTo>
                  <a:cubicBezTo>
                    <a:pt x="132" y="1208"/>
                    <a:pt x="134" y="1219"/>
                    <a:pt x="139" y="1226"/>
                  </a:cubicBezTo>
                  <a:cubicBezTo>
                    <a:pt x="144" y="1233"/>
                    <a:pt x="150" y="1237"/>
                    <a:pt x="157" y="1240"/>
                  </a:cubicBezTo>
                  <a:cubicBezTo>
                    <a:pt x="165" y="1242"/>
                    <a:pt x="174" y="1243"/>
                    <a:pt x="185" y="1244"/>
                  </a:cubicBezTo>
                  <a:cubicBezTo>
                    <a:pt x="190" y="1245"/>
                    <a:pt x="194" y="1246"/>
                    <a:pt x="198" y="1249"/>
                  </a:cubicBezTo>
                  <a:cubicBezTo>
                    <a:pt x="203" y="1254"/>
                    <a:pt x="208" y="1260"/>
                    <a:pt x="213" y="1267"/>
                  </a:cubicBezTo>
                  <a:cubicBezTo>
                    <a:pt x="217" y="1274"/>
                    <a:pt x="220" y="1281"/>
                    <a:pt x="224" y="1286"/>
                  </a:cubicBezTo>
                  <a:cubicBezTo>
                    <a:pt x="227" y="1291"/>
                    <a:pt x="231" y="1294"/>
                    <a:pt x="236" y="1295"/>
                  </a:cubicBezTo>
                  <a:cubicBezTo>
                    <a:pt x="241" y="1297"/>
                    <a:pt x="245" y="1297"/>
                    <a:pt x="249" y="1297"/>
                  </a:cubicBezTo>
                  <a:cubicBezTo>
                    <a:pt x="253" y="1297"/>
                    <a:pt x="256" y="1297"/>
                    <a:pt x="256" y="1297"/>
                  </a:cubicBezTo>
                  <a:cubicBezTo>
                    <a:pt x="256" y="1295"/>
                    <a:pt x="256" y="1295"/>
                    <a:pt x="256" y="1295"/>
                  </a:cubicBezTo>
                  <a:cubicBezTo>
                    <a:pt x="254" y="1297"/>
                    <a:pt x="254" y="1297"/>
                    <a:pt x="254" y="1297"/>
                  </a:cubicBezTo>
                  <a:cubicBezTo>
                    <a:pt x="254" y="1297"/>
                    <a:pt x="254" y="1297"/>
                    <a:pt x="254" y="1297"/>
                  </a:cubicBezTo>
                  <a:cubicBezTo>
                    <a:pt x="255" y="1297"/>
                    <a:pt x="257" y="1299"/>
                    <a:pt x="260" y="1303"/>
                  </a:cubicBezTo>
                  <a:cubicBezTo>
                    <a:pt x="262" y="1305"/>
                    <a:pt x="264" y="1305"/>
                    <a:pt x="266" y="1306"/>
                  </a:cubicBezTo>
                  <a:cubicBezTo>
                    <a:pt x="269" y="1307"/>
                    <a:pt x="272" y="1307"/>
                    <a:pt x="275" y="1307"/>
                  </a:cubicBezTo>
                  <a:cubicBezTo>
                    <a:pt x="281" y="1307"/>
                    <a:pt x="288" y="1306"/>
                    <a:pt x="295" y="1305"/>
                  </a:cubicBezTo>
                  <a:cubicBezTo>
                    <a:pt x="302" y="1304"/>
                    <a:pt x="307" y="1301"/>
                    <a:pt x="309" y="1298"/>
                  </a:cubicBezTo>
                  <a:cubicBezTo>
                    <a:pt x="311" y="1295"/>
                    <a:pt x="312" y="1293"/>
                    <a:pt x="312" y="1292"/>
                  </a:cubicBezTo>
                  <a:cubicBezTo>
                    <a:pt x="310" y="1292"/>
                    <a:pt x="310" y="1292"/>
                    <a:pt x="310" y="1292"/>
                  </a:cubicBezTo>
                  <a:cubicBezTo>
                    <a:pt x="309" y="1294"/>
                    <a:pt x="309" y="1294"/>
                    <a:pt x="309" y="1294"/>
                  </a:cubicBezTo>
                  <a:cubicBezTo>
                    <a:pt x="309" y="1294"/>
                    <a:pt x="313" y="1297"/>
                    <a:pt x="320" y="1297"/>
                  </a:cubicBezTo>
                  <a:cubicBezTo>
                    <a:pt x="321" y="1297"/>
                    <a:pt x="321" y="1297"/>
                    <a:pt x="322" y="1297"/>
                  </a:cubicBezTo>
                  <a:cubicBezTo>
                    <a:pt x="330" y="1296"/>
                    <a:pt x="333" y="1294"/>
                    <a:pt x="333" y="1294"/>
                  </a:cubicBezTo>
                  <a:cubicBezTo>
                    <a:pt x="332" y="1292"/>
                    <a:pt x="332" y="1292"/>
                    <a:pt x="332" y="1292"/>
                  </a:cubicBezTo>
                  <a:cubicBezTo>
                    <a:pt x="331" y="1294"/>
                    <a:pt x="331" y="1294"/>
                    <a:pt x="331" y="1294"/>
                  </a:cubicBezTo>
                  <a:cubicBezTo>
                    <a:pt x="331" y="1294"/>
                    <a:pt x="334" y="1296"/>
                    <a:pt x="339" y="1296"/>
                  </a:cubicBezTo>
                  <a:cubicBezTo>
                    <a:pt x="341" y="1296"/>
                    <a:pt x="343" y="1296"/>
                    <a:pt x="345" y="1295"/>
                  </a:cubicBezTo>
                  <a:cubicBezTo>
                    <a:pt x="348" y="1293"/>
                    <a:pt x="351" y="1291"/>
                    <a:pt x="352" y="1289"/>
                  </a:cubicBezTo>
                  <a:cubicBezTo>
                    <a:pt x="354" y="1287"/>
                    <a:pt x="354" y="1285"/>
                    <a:pt x="354" y="1285"/>
                  </a:cubicBezTo>
                  <a:cubicBezTo>
                    <a:pt x="352" y="1284"/>
                    <a:pt x="352" y="1284"/>
                    <a:pt x="352" y="1284"/>
                  </a:cubicBezTo>
                  <a:cubicBezTo>
                    <a:pt x="351" y="1284"/>
                    <a:pt x="351" y="1284"/>
                    <a:pt x="351" y="1284"/>
                  </a:cubicBezTo>
                  <a:cubicBezTo>
                    <a:pt x="351" y="1285"/>
                    <a:pt x="351" y="1286"/>
                    <a:pt x="352" y="1286"/>
                  </a:cubicBezTo>
                  <a:cubicBezTo>
                    <a:pt x="352" y="1287"/>
                    <a:pt x="353" y="1287"/>
                    <a:pt x="355" y="1287"/>
                  </a:cubicBezTo>
                  <a:cubicBezTo>
                    <a:pt x="356" y="1287"/>
                    <a:pt x="357" y="1287"/>
                    <a:pt x="358" y="1287"/>
                  </a:cubicBezTo>
                  <a:cubicBezTo>
                    <a:pt x="361" y="1286"/>
                    <a:pt x="363" y="1283"/>
                    <a:pt x="364" y="1281"/>
                  </a:cubicBezTo>
                  <a:cubicBezTo>
                    <a:pt x="366" y="1279"/>
                    <a:pt x="366" y="1277"/>
                    <a:pt x="366" y="1277"/>
                  </a:cubicBezTo>
                  <a:cubicBezTo>
                    <a:pt x="364" y="1277"/>
                    <a:pt x="364" y="1277"/>
                    <a:pt x="364" y="1277"/>
                  </a:cubicBezTo>
                  <a:cubicBezTo>
                    <a:pt x="364" y="1279"/>
                    <a:pt x="364" y="1279"/>
                    <a:pt x="364" y="1279"/>
                  </a:cubicBezTo>
                  <a:cubicBezTo>
                    <a:pt x="364" y="1279"/>
                    <a:pt x="365" y="1279"/>
                    <a:pt x="366" y="1279"/>
                  </a:cubicBezTo>
                  <a:cubicBezTo>
                    <a:pt x="367" y="1279"/>
                    <a:pt x="369" y="1279"/>
                    <a:pt x="371" y="1278"/>
                  </a:cubicBezTo>
                  <a:cubicBezTo>
                    <a:pt x="372" y="1276"/>
                    <a:pt x="374" y="1275"/>
                    <a:pt x="375" y="1272"/>
                  </a:cubicBezTo>
                  <a:cubicBezTo>
                    <a:pt x="376" y="1271"/>
                    <a:pt x="376" y="1269"/>
                    <a:pt x="376" y="1268"/>
                  </a:cubicBezTo>
                  <a:cubicBezTo>
                    <a:pt x="376" y="1266"/>
                    <a:pt x="375" y="1264"/>
                    <a:pt x="374" y="1262"/>
                  </a:cubicBezTo>
                  <a:cubicBezTo>
                    <a:pt x="372" y="1260"/>
                    <a:pt x="370" y="1258"/>
                    <a:pt x="368" y="1256"/>
                  </a:cubicBezTo>
                  <a:cubicBezTo>
                    <a:pt x="365" y="1255"/>
                    <a:pt x="363" y="1253"/>
                    <a:pt x="362" y="1252"/>
                  </a:cubicBezTo>
                  <a:cubicBezTo>
                    <a:pt x="358" y="1249"/>
                    <a:pt x="350" y="1244"/>
                    <a:pt x="343" y="1235"/>
                  </a:cubicBezTo>
                  <a:cubicBezTo>
                    <a:pt x="342" y="1233"/>
                    <a:pt x="340" y="1230"/>
                    <a:pt x="338" y="1226"/>
                  </a:cubicBezTo>
                  <a:cubicBezTo>
                    <a:pt x="332" y="1213"/>
                    <a:pt x="325" y="1194"/>
                    <a:pt x="321" y="1181"/>
                  </a:cubicBezTo>
                  <a:cubicBezTo>
                    <a:pt x="316" y="1163"/>
                    <a:pt x="302" y="1144"/>
                    <a:pt x="293" y="1135"/>
                  </a:cubicBezTo>
                  <a:cubicBezTo>
                    <a:pt x="290" y="1132"/>
                    <a:pt x="286" y="1126"/>
                    <a:pt x="284" y="1121"/>
                  </a:cubicBezTo>
                  <a:cubicBezTo>
                    <a:pt x="283" y="1118"/>
                    <a:pt x="282" y="1116"/>
                    <a:pt x="282" y="1114"/>
                  </a:cubicBezTo>
                  <a:cubicBezTo>
                    <a:pt x="282" y="1113"/>
                    <a:pt x="281" y="1113"/>
                    <a:pt x="281" y="1112"/>
                  </a:cubicBezTo>
                  <a:cubicBezTo>
                    <a:pt x="281" y="1112"/>
                    <a:pt x="281" y="1112"/>
                    <a:pt x="281" y="1112"/>
                  </a:cubicBezTo>
                  <a:cubicBezTo>
                    <a:pt x="279" y="1112"/>
                    <a:pt x="279" y="1112"/>
                    <a:pt x="279" y="1112"/>
                  </a:cubicBezTo>
                  <a:cubicBezTo>
                    <a:pt x="280" y="1114"/>
                    <a:pt x="280" y="1114"/>
                    <a:pt x="280" y="1114"/>
                  </a:cubicBezTo>
                  <a:cubicBezTo>
                    <a:pt x="284" y="1111"/>
                    <a:pt x="287" y="1107"/>
                    <a:pt x="288" y="1102"/>
                  </a:cubicBezTo>
                  <a:cubicBezTo>
                    <a:pt x="290" y="1098"/>
                    <a:pt x="290" y="1093"/>
                    <a:pt x="290" y="1087"/>
                  </a:cubicBezTo>
                  <a:cubicBezTo>
                    <a:pt x="290" y="1074"/>
                    <a:pt x="287" y="1060"/>
                    <a:pt x="288" y="1049"/>
                  </a:cubicBezTo>
                  <a:cubicBezTo>
                    <a:pt x="288" y="1028"/>
                    <a:pt x="291" y="1012"/>
                    <a:pt x="296" y="997"/>
                  </a:cubicBezTo>
                  <a:cubicBezTo>
                    <a:pt x="301" y="981"/>
                    <a:pt x="309" y="968"/>
                    <a:pt x="309" y="955"/>
                  </a:cubicBezTo>
                  <a:cubicBezTo>
                    <a:pt x="309" y="949"/>
                    <a:pt x="309" y="945"/>
                    <a:pt x="310" y="941"/>
                  </a:cubicBezTo>
                  <a:cubicBezTo>
                    <a:pt x="310" y="938"/>
                    <a:pt x="312" y="934"/>
                    <a:pt x="314" y="928"/>
                  </a:cubicBezTo>
                  <a:cubicBezTo>
                    <a:pt x="318" y="915"/>
                    <a:pt x="320" y="898"/>
                    <a:pt x="320" y="879"/>
                  </a:cubicBezTo>
                  <a:cubicBezTo>
                    <a:pt x="320" y="860"/>
                    <a:pt x="321" y="840"/>
                    <a:pt x="332" y="798"/>
                  </a:cubicBezTo>
                  <a:cubicBezTo>
                    <a:pt x="334" y="788"/>
                    <a:pt x="335" y="776"/>
                    <a:pt x="335" y="764"/>
                  </a:cubicBezTo>
                  <a:cubicBezTo>
                    <a:pt x="335" y="724"/>
                    <a:pt x="324" y="677"/>
                    <a:pt x="317" y="655"/>
                  </a:cubicBezTo>
                  <a:cubicBezTo>
                    <a:pt x="314" y="645"/>
                    <a:pt x="313" y="632"/>
                    <a:pt x="313" y="619"/>
                  </a:cubicBezTo>
                  <a:cubicBezTo>
                    <a:pt x="313" y="598"/>
                    <a:pt x="315" y="575"/>
                    <a:pt x="315" y="558"/>
                  </a:cubicBezTo>
                  <a:cubicBezTo>
                    <a:pt x="315" y="556"/>
                    <a:pt x="315" y="554"/>
                    <a:pt x="315" y="552"/>
                  </a:cubicBezTo>
                  <a:cubicBezTo>
                    <a:pt x="314" y="524"/>
                    <a:pt x="313" y="469"/>
                    <a:pt x="310" y="433"/>
                  </a:cubicBezTo>
                  <a:cubicBezTo>
                    <a:pt x="308" y="416"/>
                    <a:pt x="307" y="403"/>
                    <a:pt x="307" y="386"/>
                  </a:cubicBezTo>
                  <a:cubicBezTo>
                    <a:pt x="307" y="365"/>
                    <a:pt x="309" y="339"/>
                    <a:pt x="313" y="299"/>
                  </a:cubicBezTo>
                  <a:cubicBezTo>
                    <a:pt x="315" y="278"/>
                    <a:pt x="316" y="246"/>
                    <a:pt x="316" y="210"/>
                  </a:cubicBezTo>
                  <a:cubicBezTo>
                    <a:pt x="316" y="118"/>
                    <a:pt x="311" y="3"/>
                    <a:pt x="311" y="3"/>
                  </a:cubicBezTo>
                  <a:cubicBezTo>
                    <a:pt x="311" y="0"/>
                    <a:pt x="311" y="0"/>
                    <a:pt x="311" y="0"/>
                  </a:cubicBezTo>
                  <a:cubicBezTo>
                    <a:pt x="309" y="1"/>
                    <a:pt x="309" y="1"/>
                    <a:pt x="309" y="1"/>
                  </a:cubicBezTo>
                  <a:cubicBezTo>
                    <a:pt x="309" y="3"/>
                    <a:pt x="309" y="3"/>
                    <a:pt x="309" y="3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6379" name="Freeform 278">
              <a:extLst>
                <a:ext uri="{FF2B5EF4-FFF2-40B4-BE49-F238E27FC236}">
                  <a16:creationId xmlns:a16="http://schemas.microsoft.com/office/drawing/2014/main" id="{E24B52C9-4926-4033-8EB5-43F162DCED3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0" y="3324"/>
              <a:ext cx="53" cy="10"/>
            </a:xfrm>
            <a:custGeom>
              <a:avLst/>
              <a:gdLst>
                <a:gd name="T0" fmla="*/ 77 w 44"/>
                <a:gd name="T1" fmla="*/ 1 h 8"/>
                <a:gd name="T2" fmla="*/ 0 w 44"/>
                <a:gd name="T3" fmla="*/ 0 h 8"/>
                <a:gd name="T4" fmla="*/ 77 w 44"/>
                <a:gd name="T5" fmla="*/ 1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4" h="8">
                  <a:moveTo>
                    <a:pt x="44" y="1"/>
                  </a:moveTo>
                  <a:cubicBezTo>
                    <a:pt x="44" y="1"/>
                    <a:pt x="16" y="8"/>
                    <a:pt x="0" y="0"/>
                  </a:cubicBezTo>
                  <a:cubicBezTo>
                    <a:pt x="0" y="0"/>
                    <a:pt x="39" y="4"/>
                    <a:pt x="44" y="1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6380" name="Freeform 279">
              <a:extLst>
                <a:ext uri="{FF2B5EF4-FFF2-40B4-BE49-F238E27FC236}">
                  <a16:creationId xmlns:a16="http://schemas.microsoft.com/office/drawing/2014/main" id="{5B7E1816-2DE7-4958-985E-CE5BE541733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5" y="3351"/>
              <a:ext cx="14" cy="31"/>
            </a:xfrm>
            <a:custGeom>
              <a:avLst/>
              <a:gdLst>
                <a:gd name="T0" fmla="*/ 6 w 12"/>
                <a:gd name="T1" fmla="*/ 0 h 26"/>
                <a:gd name="T2" fmla="*/ 8 w 12"/>
                <a:gd name="T3" fmla="*/ 29 h 26"/>
                <a:gd name="T4" fmla="*/ 19 w 12"/>
                <a:gd name="T5" fmla="*/ 44 h 26"/>
                <a:gd name="T6" fmla="*/ 0 w 12"/>
                <a:gd name="T7" fmla="*/ 19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26">
                  <a:moveTo>
                    <a:pt x="3" y="0"/>
                  </a:moveTo>
                  <a:cubicBezTo>
                    <a:pt x="4" y="5"/>
                    <a:pt x="2" y="11"/>
                    <a:pt x="5" y="17"/>
                  </a:cubicBezTo>
                  <a:cubicBezTo>
                    <a:pt x="6" y="20"/>
                    <a:pt x="9" y="24"/>
                    <a:pt x="12" y="26"/>
                  </a:cubicBezTo>
                  <a:cubicBezTo>
                    <a:pt x="6" y="24"/>
                    <a:pt x="1" y="17"/>
                    <a:pt x="0" y="11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6381" name="Freeform 280">
              <a:extLst>
                <a:ext uri="{FF2B5EF4-FFF2-40B4-BE49-F238E27FC236}">
                  <a16:creationId xmlns:a16="http://schemas.microsoft.com/office/drawing/2014/main" id="{4FF58838-0009-4985-82A3-6A953A1C84A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2" y="3484"/>
              <a:ext cx="24" cy="35"/>
            </a:xfrm>
            <a:custGeom>
              <a:avLst/>
              <a:gdLst>
                <a:gd name="T0" fmla="*/ 0 w 20"/>
                <a:gd name="T1" fmla="*/ 1 h 29"/>
                <a:gd name="T2" fmla="*/ 10 w 20"/>
                <a:gd name="T3" fmla="*/ 10 h 29"/>
                <a:gd name="T4" fmla="*/ 24 w 20"/>
                <a:gd name="T5" fmla="*/ 21 h 29"/>
                <a:gd name="T6" fmla="*/ 29 w 20"/>
                <a:gd name="T7" fmla="*/ 51 h 29"/>
                <a:gd name="T8" fmla="*/ 28 w 20"/>
                <a:gd name="T9" fmla="*/ 35 h 29"/>
                <a:gd name="T10" fmla="*/ 20 w 20"/>
                <a:gd name="T11" fmla="*/ 23 h 29"/>
                <a:gd name="T12" fmla="*/ 8 w 20"/>
                <a:gd name="T13" fmla="*/ 12 h 29"/>
                <a:gd name="T14" fmla="*/ 1 w 20"/>
                <a:gd name="T15" fmla="*/ 0 h 29"/>
                <a:gd name="T16" fmla="*/ 0 w 20"/>
                <a:gd name="T17" fmla="*/ 1 h 2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" h="29">
                  <a:moveTo>
                    <a:pt x="0" y="1"/>
                  </a:moveTo>
                  <a:cubicBezTo>
                    <a:pt x="4" y="1"/>
                    <a:pt x="4" y="3"/>
                    <a:pt x="6" y="6"/>
                  </a:cubicBezTo>
                  <a:cubicBezTo>
                    <a:pt x="8" y="9"/>
                    <a:pt x="11" y="10"/>
                    <a:pt x="14" y="12"/>
                  </a:cubicBezTo>
                  <a:cubicBezTo>
                    <a:pt x="18" y="16"/>
                    <a:pt x="20" y="23"/>
                    <a:pt x="17" y="29"/>
                  </a:cubicBezTo>
                  <a:cubicBezTo>
                    <a:pt x="15" y="28"/>
                    <a:pt x="17" y="23"/>
                    <a:pt x="16" y="20"/>
                  </a:cubicBezTo>
                  <a:cubicBezTo>
                    <a:pt x="16" y="18"/>
                    <a:pt x="14" y="15"/>
                    <a:pt x="12" y="13"/>
                  </a:cubicBezTo>
                  <a:cubicBezTo>
                    <a:pt x="10" y="11"/>
                    <a:pt x="7" y="9"/>
                    <a:pt x="5" y="7"/>
                  </a:cubicBezTo>
                  <a:cubicBezTo>
                    <a:pt x="3" y="5"/>
                    <a:pt x="3" y="3"/>
                    <a:pt x="1" y="0"/>
                  </a:cubicBezTo>
                  <a:cubicBezTo>
                    <a:pt x="0" y="1"/>
                    <a:pt x="0" y="1"/>
                    <a:pt x="0" y="1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6382" name="Freeform 281">
              <a:extLst>
                <a:ext uri="{FF2B5EF4-FFF2-40B4-BE49-F238E27FC236}">
                  <a16:creationId xmlns:a16="http://schemas.microsoft.com/office/drawing/2014/main" id="{E5DEF3D2-8B05-4AA7-9504-2446DF4E769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8" y="3480"/>
              <a:ext cx="42" cy="49"/>
            </a:xfrm>
            <a:custGeom>
              <a:avLst/>
              <a:gdLst>
                <a:gd name="T0" fmla="*/ 14 w 35"/>
                <a:gd name="T1" fmla="*/ 0 h 41"/>
                <a:gd name="T2" fmla="*/ 17 w 35"/>
                <a:gd name="T3" fmla="*/ 16 h 41"/>
                <a:gd name="T4" fmla="*/ 28 w 35"/>
                <a:gd name="T5" fmla="*/ 23 h 41"/>
                <a:gd name="T6" fmla="*/ 46 w 35"/>
                <a:gd name="T7" fmla="*/ 37 h 41"/>
                <a:gd name="T8" fmla="*/ 60 w 35"/>
                <a:gd name="T9" fmla="*/ 53 h 41"/>
                <a:gd name="T10" fmla="*/ 60 w 35"/>
                <a:gd name="T11" fmla="*/ 63 h 41"/>
                <a:gd name="T12" fmla="*/ 55 w 35"/>
                <a:gd name="T13" fmla="*/ 71 h 41"/>
                <a:gd name="T14" fmla="*/ 53 w 35"/>
                <a:gd name="T15" fmla="*/ 47 h 41"/>
                <a:gd name="T16" fmla="*/ 34 w 35"/>
                <a:gd name="T17" fmla="*/ 31 h 41"/>
                <a:gd name="T18" fmla="*/ 14 w 35"/>
                <a:gd name="T19" fmla="*/ 1 h 41"/>
                <a:gd name="T20" fmla="*/ 14 w 35"/>
                <a:gd name="T21" fmla="*/ 0 h 4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5" h="41">
                  <a:moveTo>
                    <a:pt x="8" y="0"/>
                  </a:moveTo>
                  <a:cubicBezTo>
                    <a:pt x="9" y="3"/>
                    <a:pt x="8" y="7"/>
                    <a:pt x="10" y="9"/>
                  </a:cubicBezTo>
                  <a:cubicBezTo>
                    <a:pt x="12" y="10"/>
                    <a:pt x="15" y="12"/>
                    <a:pt x="16" y="13"/>
                  </a:cubicBezTo>
                  <a:cubicBezTo>
                    <a:pt x="20" y="16"/>
                    <a:pt x="23" y="19"/>
                    <a:pt x="27" y="22"/>
                  </a:cubicBezTo>
                  <a:cubicBezTo>
                    <a:pt x="30" y="23"/>
                    <a:pt x="33" y="28"/>
                    <a:pt x="35" y="31"/>
                  </a:cubicBezTo>
                  <a:cubicBezTo>
                    <a:pt x="35" y="33"/>
                    <a:pt x="35" y="35"/>
                    <a:pt x="35" y="37"/>
                  </a:cubicBezTo>
                  <a:cubicBezTo>
                    <a:pt x="35" y="40"/>
                    <a:pt x="35" y="39"/>
                    <a:pt x="32" y="41"/>
                  </a:cubicBezTo>
                  <a:cubicBezTo>
                    <a:pt x="32" y="37"/>
                    <a:pt x="33" y="32"/>
                    <a:pt x="31" y="28"/>
                  </a:cubicBezTo>
                  <a:cubicBezTo>
                    <a:pt x="29" y="24"/>
                    <a:pt x="23" y="21"/>
                    <a:pt x="19" y="18"/>
                  </a:cubicBezTo>
                  <a:cubicBezTo>
                    <a:pt x="15" y="14"/>
                    <a:pt x="0" y="8"/>
                    <a:pt x="8" y="1"/>
                  </a:cubicBezTo>
                  <a:cubicBezTo>
                    <a:pt x="8" y="0"/>
                    <a:pt x="8" y="0"/>
                    <a:pt x="8" y="0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6383" name="Freeform 282">
              <a:extLst>
                <a:ext uri="{FF2B5EF4-FFF2-40B4-BE49-F238E27FC236}">
                  <a16:creationId xmlns:a16="http://schemas.microsoft.com/office/drawing/2014/main" id="{7B3F42D7-DBB4-4E30-BC9A-FB47E37ACA0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0" y="3480"/>
              <a:ext cx="39" cy="55"/>
            </a:xfrm>
            <a:custGeom>
              <a:avLst/>
              <a:gdLst>
                <a:gd name="T0" fmla="*/ 2 w 32"/>
                <a:gd name="T1" fmla="*/ 1 h 46"/>
                <a:gd name="T2" fmla="*/ 6 w 32"/>
                <a:gd name="T3" fmla="*/ 10 h 46"/>
                <a:gd name="T4" fmla="*/ 9 w 32"/>
                <a:gd name="T5" fmla="*/ 16 h 46"/>
                <a:gd name="T6" fmla="*/ 20 w 32"/>
                <a:gd name="T7" fmla="*/ 28 h 46"/>
                <a:gd name="T8" fmla="*/ 41 w 32"/>
                <a:gd name="T9" fmla="*/ 43 h 46"/>
                <a:gd name="T10" fmla="*/ 56 w 32"/>
                <a:gd name="T11" fmla="*/ 60 h 46"/>
                <a:gd name="T12" fmla="*/ 48 w 32"/>
                <a:gd name="T13" fmla="*/ 79 h 46"/>
                <a:gd name="T14" fmla="*/ 49 w 32"/>
                <a:gd name="T15" fmla="*/ 56 h 46"/>
                <a:gd name="T16" fmla="*/ 27 w 32"/>
                <a:gd name="T17" fmla="*/ 39 h 46"/>
                <a:gd name="T18" fmla="*/ 6 w 32"/>
                <a:gd name="T19" fmla="*/ 20 h 46"/>
                <a:gd name="T20" fmla="*/ 2 w 32"/>
                <a:gd name="T21" fmla="*/ 0 h 46"/>
                <a:gd name="T22" fmla="*/ 2 w 32"/>
                <a:gd name="T23" fmla="*/ 1 h 4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2" h="46">
                  <a:moveTo>
                    <a:pt x="2" y="1"/>
                  </a:moveTo>
                  <a:cubicBezTo>
                    <a:pt x="3" y="1"/>
                    <a:pt x="3" y="4"/>
                    <a:pt x="3" y="6"/>
                  </a:cubicBezTo>
                  <a:cubicBezTo>
                    <a:pt x="4" y="8"/>
                    <a:pt x="3" y="7"/>
                    <a:pt x="5" y="9"/>
                  </a:cubicBezTo>
                  <a:cubicBezTo>
                    <a:pt x="7" y="11"/>
                    <a:pt x="9" y="14"/>
                    <a:pt x="11" y="16"/>
                  </a:cubicBezTo>
                  <a:cubicBezTo>
                    <a:pt x="14" y="20"/>
                    <a:pt x="19" y="22"/>
                    <a:pt x="23" y="25"/>
                  </a:cubicBezTo>
                  <a:cubicBezTo>
                    <a:pt x="26" y="27"/>
                    <a:pt x="31" y="31"/>
                    <a:pt x="31" y="35"/>
                  </a:cubicBezTo>
                  <a:cubicBezTo>
                    <a:pt x="32" y="39"/>
                    <a:pt x="31" y="45"/>
                    <a:pt x="26" y="46"/>
                  </a:cubicBezTo>
                  <a:cubicBezTo>
                    <a:pt x="28" y="43"/>
                    <a:pt x="29" y="36"/>
                    <a:pt x="27" y="33"/>
                  </a:cubicBezTo>
                  <a:cubicBezTo>
                    <a:pt x="24" y="28"/>
                    <a:pt x="20" y="26"/>
                    <a:pt x="15" y="23"/>
                  </a:cubicBezTo>
                  <a:cubicBezTo>
                    <a:pt x="11" y="19"/>
                    <a:pt x="7" y="16"/>
                    <a:pt x="3" y="12"/>
                  </a:cubicBezTo>
                  <a:cubicBezTo>
                    <a:pt x="0" y="8"/>
                    <a:pt x="1" y="5"/>
                    <a:pt x="2" y="0"/>
                  </a:cubicBezTo>
                  <a:cubicBezTo>
                    <a:pt x="2" y="1"/>
                    <a:pt x="2" y="1"/>
                    <a:pt x="2" y="1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6384" name="Freeform 283">
              <a:extLst>
                <a:ext uri="{FF2B5EF4-FFF2-40B4-BE49-F238E27FC236}">
                  <a16:creationId xmlns:a16="http://schemas.microsoft.com/office/drawing/2014/main" id="{85017953-F5E3-4E72-BB72-178CE76DDEC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2" y="3485"/>
              <a:ext cx="40" cy="55"/>
            </a:xfrm>
            <a:custGeom>
              <a:avLst/>
              <a:gdLst>
                <a:gd name="T0" fmla="*/ 1 w 34"/>
                <a:gd name="T1" fmla="*/ 0 h 46"/>
                <a:gd name="T2" fmla="*/ 26 w 34"/>
                <a:gd name="T3" fmla="*/ 23 h 46"/>
                <a:gd name="T4" fmla="*/ 46 w 34"/>
                <a:gd name="T5" fmla="*/ 39 h 46"/>
                <a:gd name="T6" fmla="*/ 54 w 34"/>
                <a:gd name="T7" fmla="*/ 61 h 46"/>
                <a:gd name="T8" fmla="*/ 46 w 34"/>
                <a:gd name="T9" fmla="*/ 79 h 46"/>
                <a:gd name="T10" fmla="*/ 48 w 34"/>
                <a:gd name="T11" fmla="*/ 59 h 46"/>
                <a:gd name="T12" fmla="*/ 42 w 34"/>
                <a:gd name="T13" fmla="*/ 44 h 46"/>
                <a:gd name="T14" fmla="*/ 33 w 34"/>
                <a:gd name="T15" fmla="*/ 31 h 46"/>
                <a:gd name="T16" fmla="*/ 22 w 34"/>
                <a:gd name="T17" fmla="*/ 24 h 46"/>
                <a:gd name="T18" fmla="*/ 11 w 34"/>
                <a:gd name="T19" fmla="*/ 17 h 46"/>
                <a:gd name="T20" fmla="*/ 0 w 34"/>
                <a:gd name="T21" fmla="*/ 0 h 46"/>
                <a:gd name="T22" fmla="*/ 1 w 34"/>
                <a:gd name="T23" fmla="*/ 0 h 4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4" h="46">
                  <a:moveTo>
                    <a:pt x="1" y="0"/>
                  </a:moveTo>
                  <a:cubicBezTo>
                    <a:pt x="4" y="6"/>
                    <a:pt x="11" y="10"/>
                    <a:pt x="16" y="13"/>
                  </a:cubicBezTo>
                  <a:cubicBezTo>
                    <a:pt x="21" y="15"/>
                    <a:pt x="24" y="19"/>
                    <a:pt x="28" y="23"/>
                  </a:cubicBezTo>
                  <a:cubicBezTo>
                    <a:pt x="32" y="27"/>
                    <a:pt x="34" y="30"/>
                    <a:pt x="33" y="36"/>
                  </a:cubicBezTo>
                  <a:cubicBezTo>
                    <a:pt x="32" y="39"/>
                    <a:pt x="31" y="45"/>
                    <a:pt x="28" y="46"/>
                  </a:cubicBezTo>
                  <a:cubicBezTo>
                    <a:pt x="26" y="43"/>
                    <a:pt x="30" y="37"/>
                    <a:pt x="30" y="34"/>
                  </a:cubicBezTo>
                  <a:cubicBezTo>
                    <a:pt x="30" y="31"/>
                    <a:pt x="28" y="28"/>
                    <a:pt x="26" y="26"/>
                  </a:cubicBezTo>
                  <a:cubicBezTo>
                    <a:pt x="24" y="23"/>
                    <a:pt x="22" y="21"/>
                    <a:pt x="20" y="18"/>
                  </a:cubicBezTo>
                  <a:cubicBezTo>
                    <a:pt x="18" y="15"/>
                    <a:pt x="17" y="16"/>
                    <a:pt x="14" y="14"/>
                  </a:cubicBezTo>
                  <a:cubicBezTo>
                    <a:pt x="12" y="13"/>
                    <a:pt x="10" y="11"/>
                    <a:pt x="7" y="10"/>
                  </a:cubicBezTo>
                  <a:cubicBezTo>
                    <a:pt x="2" y="8"/>
                    <a:pt x="0" y="6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6385" name="Freeform 284">
              <a:extLst>
                <a:ext uri="{FF2B5EF4-FFF2-40B4-BE49-F238E27FC236}">
                  <a16:creationId xmlns:a16="http://schemas.microsoft.com/office/drawing/2014/main" id="{9B52ECCF-8D4C-47BE-9505-972659658A0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6" y="3498"/>
              <a:ext cx="37" cy="29"/>
            </a:xfrm>
            <a:custGeom>
              <a:avLst/>
              <a:gdLst>
                <a:gd name="T0" fmla="*/ 53 w 31"/>
                <a:gd name="T1" fmla="*/ 22 h 24"/>
                <a:gd name="T2" fmla="*/ 43 w 31"/>
                <a:gd name="T3" fmla="*/ 19 h 24"/>
                <a:gd name="T4" fmla="*/ 29 w 31"/>
                <a:gd name="T5" fmla="*/ 19 h 24"/>
                <a:gd name="T6" fmla="*/ 8 w 31"/>
                <a:gd name="T7" fmla="*/ 40 h 24"/>
                <a:gd name="T8" fmla="*/ 2 w 31"/>
                <a:gd name="T9" fmla="*/ 36 h 24"/>
                <a:gd name="T10" fmla="*/ 0 w 31"/>
                <a:gd name="T11" fmla="*/ 19 h 24"/>
                <a:gd name="T12" fmla="*/ 14 w 31"/>
                <a:gd name="T13" fmla="*/ 0 h 24"/>
                <a:gd name="T14" fmla="*/ 24 w 31"/>
                <a:gd name="T15" fmla="*/ 0 h 24"/>
                <a:gd name="T16" fmla="*/ 6 w 31"/>
                <a:gd name="T17" fmla="*/ 8 h 24"/>
                <a:gd name="T18" fmla="*/ 6 w 31"/>
                <a:gd name="T19" fmla="*/ 34 h 24"/>
                <a:gd name="T20" fmla="*/ 24 w 31"/>
                <a:gd name="T21" fmla="*/ 16 h 24"/>
                <a:gd name="T22" fmla="*/ 45 w 31"/>
                <a:gd name="T23" fmla="*/ 16 h 24"/>
                <a:gd name="T24" fmla="*/ 53 w 31"/>
                <a:gd name="T25" fmla="*/ 22 h 2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1" h="24">
                  <a:moveTo>
                    <a:pt x="31" y="12"/>
                  </a:moveTo>
                  <a:cubicBezTo>
                    <a:pt x="29" y="12"/>
                    <a:pt x="27" y="12"/>
                    <a:pt x="25" y="11"/>
                  </a:cubicBezTo>
                  <a:cubicBezTo>
                    <a:pt x="23" y="11"/>
                    <a:pt x="20" y="10"/>
                    <a:pt x="17" y="11"/>
                  </a:cubicBezTo>
                  <a:cubicBezTo>
                    <a:pt x="12" y="14"/>
                    <a:pt x="9" y="18"/>
                    <a:pt x="5" y="22"/>
                  </a:cubicBezTo>
                  <a:cubicBezTo>
                    <a:pt x="3" y="24"/>
                    <a:pt x="2" y="24"/>
                    <a:pt x="2" y="21"/>
                  </a:cubicBezTo>
                  <a:cubicBezTo>
                    <a:pt x="1" y="18"/>
                    <a:pt x="1" y="15"/>
                    <a:pt x="0" y="11"/>
                  </a:cubicBezTo>
                  <a:cubicBezTo>
                    <a:pt x="0" y="5"/>
                    <a:pt x="1" y="1"/>
                    <a:pt x="8" y="0"/>
                  </a:cubicBezTo>
                  <a:cubicBezTo>
                    <a:pt x="10" y="0"/>
                    <a:pt x="12" y="0"/>
                    <a:pt x="14" y="0"/>
                  </a:cubicBezTo>
                  <a:cubicBezTo>
                    <a:pt x="11" y="1"/>
                    <a:pt x="5" y="1"/>
                    <a:pt x="3" y="5"/>
                  </a:cubicBezTo>
                  <a:cubicBezTo>
                    <a:pt x="2" y="9"/>
                    <a:pt x="3" y="15"/>
                    <a:pt x="3" y="19"/>
                  </a:cubicBezTo>
                  <a:cubicBezTo>
                    <a:pt x="5" y="16"/>
                    <a:pt x="10" y="11"/>
                    <a:pt x="14" y="9"/>
                  </a:cubicBezTo>
                  <a:cubicBezTo>
                    <a:pt x="17" y="8"/>
                    <a:pt x="25" y="6"/>
                    <a:pt x="27" y="9"/>
                  </a:cubicBezTo>
                  <a:cubicBezTo>
                    <a:pt x="31" y="12"/>
                    <a:pt x="31" y="12"/>
                    <a:pt x="31" y="12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6386" name="Freeform 285">
              <a:extLst>
                <a:ext uri="{FF2B5EF4-FFF2-40B4-BE49-F238E27FC236}">
                  <a16:creationId xmlns:a16="http://schemas.microsoft.com/office/drawing/2014/main" id="{11F95F41-C70E-45DD-8C87-5ECB215CA88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0" y="3505"/>
              <a:ext cx="22" cy="16"/>
            </a:xfrm>
            <a:custGeom>
              <a:avLst/>
              <a:gdLst>
                <a:gd name="T0" fmla="*/ 33 w 18"/>
                <a:gd name="T1" fmla="*/ 18 h 13"/>
                <a:gd name="T2" fmla="*/ 18 w 18"/>
                <a:gd name="T3" fmla="*/ 17 h 13"/>
                <a:gd name="T4" fmla="*/ 7 w 18"/>
                <a:gd name="T5" fmla="*/ 25 h 13"/>
                <a:gd name="T6" fmla="*/ 1 w 18"/>
                <a:gd name="T7" fmla="*/ 9 h 13"/>
                <a:gd name="T8" fmla="*/ 15 w 18"/>
                <a:gd name="T9" fmla="*/ 0 h 13"/>
                <a:gd name="T10" fmla="*/ 6 w 18"/>
                <a:gd name="T11" fmla="*/ 7 h 13"/>
                <a:gd name="T12" fmla="*/ 7 w 18"/>
                <a:gd name="T13" fmla="*/ 21 h 13"/>
                <a:gd name="T14" fmla="*/ 29 w 18"/>
                <a:gd name="T15" fmla="*/ 15 h 13"/>
                <a:gd name="T16" fmla="*/ 33 w 18"/>
                <a:gd name="T17" fmla="*/ 18 h 1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" h="13">
                  <a:moveTo>
                    <a:pt x="18" y="10"/>
                  </a:moveTo>
                  <a:cubicBezTo>
                    <a:pt x="16" y="8"/>
                    <a:pt x="12" y="8"/>
                    <a:pt x="10" y="9"/>
                  </a:cubicBezTo>
                  <a:cubicBezTo>
                    <a:pt x="8" y="10"/>
                    <a:pt x="6" y="13"/>
                    <a:pt x="4" y="13"/>
                  </a:cubicBezTo>
                  <a:cubicBezTo>
                    <a:pt x="3" y="11"/>
                    <a:pt x="0" y="8"/>
                    <a:pt x="1" y="5"/>
                  </a:cubicBezTo>
                  <a:cubicBezTo>
                    <a:pt x="2" y="2"/>
                    <a:pt x="5" y="0"/>
                    <a:pt x="8" y="0"/>
                  </a:cubicBezTo>
                  <a:cubicBezTo>
                    <a:pt x="8" y="2"/>
                    <a:pt x="4" y="2"/>
                    <a:pt x="3" y="4"/>
                  </a:cubicBezTo>
                  <a:cubicBezTo>
                    <a:pt x="3" y="6"/>
                    <a:pt x="3" y="9"/>
                    <a:pt x="4" y="11"/>
                  </a:cubicBezTo>
                  <a:cubicBezTo>
                    <a:pt x="7" y="9"/>
                    <a:pt x="12" y="6"/>
                    <a:pt x="16" y="8"/>
                  </a:cubicBezTo>
                  <a:cubicBezTo>
                    <a:pt x="18" y="10"/>
                    <a:pt x="18" y="10"/>
                    <a:pt x="18" y="10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6387" name="Freeform 286">
              <a:extLst>
                <a:ext uri="{FF2B5EF4-FFF2-40B4-BE49-F238E27FC236}">
                  <a16:creationId xmlns:a16="http://schemas.microsoft.com/office/drawing/2014/main" id="{41DFB73C-235D-4E5F-9762-5491113D6A7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8" y="3505"/>
              <a:ext cx="20" cy="16"/>
            </a:xfrm>
            <a:custGeom>
              <a:avLst/>
              <a:gdLst>
                <a:gd name="T0" fmla="*/ 28 w 17"/>
                <a:gd name="T1" fmla="*/ 17 h 13"/>
                <a:gd name="T2" fmla="*/ 11 w 17"/>
                <a:gd name="T3" fmla="*/ 25 h 13"/>
                <a:gd name="T4" fmla="*/ 8 w 17"/>
                <a:gd name="T5" fmla="*/ 0 h 13"/>
                <a:gd name="T6" fmla="*/ 11 w 17"/>
                <a:gd name="T7" fmla="*/ 18 h 13"/>
                <a:gd name="T8" fmla="*/ 22 w 17"/>
                <a:gd name="T9" fmla="*/ 11 h 13"/>
                <a:gd name="T10" fmla="*/ 28 w 17"/>
                <a:gd name="T11" fmla="*/ 17 h 1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" h="13">
                  <a:moveTo>
                    <a:pt x="17" y="9"/>
                  </a:moveTo>
                  <a:cubicBezTo>
                    <a:pt x="13" y="6"/>
                    <a:pt x="9" y="9"/>
                    <a:pt x="7" y="13"/>
                  </a:cubicBezTo>
                  <a:cubicBezTo>
                    <a:pt x="6" y="8"/>
                    <a:pt x="0" y="5"/>
                    <a:pt x="5" y="0"/>
                  </a:cubicBezTo>
                  <a:cubicBezTo>
                    <a:pt x="4" y="4"/>
                    <a:pt x="7" y="7"/>
                    <a:pt x="7" y="10"/>
                  </a:cubicBezTo>
                  <a:cubicBezTo>
                    <a:pt x="9" y="7"/>
                    <a:pt x="11" y="7"/>
                    <a:pt x="14" y="6"/>
                  </a:cubicBezTo>
                  <a:cubicBezTo>
                    <a:pt x="17" y="9"/>
                    <a:pt x="17" y="9"/>
                    <a:pt x="17" y="9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6388" name="Freeform 287">
              <a:extLst>
                <a:ext uri="{FF2B5EF4-FFF2-40B4-BE49-F238E27FC236}">
                  <a16:creationId xmlns:a16="http://schemas.microsoft.com/office/drawing/2014/main" id="{EA109B03-FDF4-4692-B420-0BC0CB630C3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8" y="3497"/>
              <a:ext cx="14" cy="13"/>
            </a:xfrm>
            <a:custGeom>
              <a:avLst/>
              <a:gdLst>
                <a:gd name="T0" fmla="*/ 19 w 12"/>
                <a:gd name="T1" fmla="*/ 11 h 11"/>
                <a:gd name="T2" fmla="*/ 7 w 12"/>
                <a:gd name="T3" fmla="*/ 18 h 11"/>
                <a:gd name="T4" fmla="*/ 8 w 12"/>
                <a:gd name="T5" fmla="*/ 0 h 11"/>
                <a:gd name="T6" fmla="*/ 7 w 12"/>
                <a:gd name="T7" fmla="*/ 13 h 11"/>
                <a:gd name="T8" fmla="*/ 18 w 12"/>
                <a:gd name="T9" fmla="*/ 8 h 11"/>
                <a:gd name="T10" fmla="*/ 19 w 12"/>
                <a:gd name="T11" fmla="*/ 11 h 1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" h="11">
                  <a:moveTo>
                    <a:pt x="12" y="7"/>
                  </a:moveTo>
                  <a:cubicBezTo>
                    <a:pt x="9" y="6"/>
                    <a:pt x="4" y="7"/>
                    <a:pt x="4" y="11"/>
                  </a:cubicBezTo>
                  <a:cubicBezTo>
                    <a:pt x="3" y="6"/>
                    <a:pt x="0" y="3"/>
                    <a:pt x="5" y="0"/>
                  </a:cubicBezTo>
                  <a:cubicBezTo>
                    <a:pt x="2" y="3"/>
                    <a:pt x="4" y="4"/>
                    <a:pt x="4" y="8"/>
                  </a:cubicBezTo>
                  <a:cubicBezTo>
                    <a:pt x="5" y="6"/>
                    <a:pt x="9" y="4"/>
                    <a:pt x="11" y="5"/>
                  </a:cubicBezTo>
                  <a:cubicBezTo>
                    <a:pt x="12" y="7"/>
                    <a:pt x="12" y="7"/>
                    <a:pt x="12" y="7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6389" name="Freeform 288">
              <a:extLst>
                <a:ext uri="{FF2B5EF4-FFF2-40B4-BE49-F238E27FC236}">
                  <a16:creationId xmlns:a16="http://schemas.microsoft.com/office/drawing/2014/main" id="{1803EFF8-8F95-4FBB-8159-506909D0416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1" y="3496"/>
              <a:ext cx="9" cy="7"/>
            </a:xfrm>
            <a:custGeom>
              <a:avLst/>
              <a:gdLst>
                <a:gd name="T0" fmla="*/ 15 w 7"/>
                <a:gd name="T1" fmla="*/ 6 h 6"/>
                <a:gd name="T2" fmla="*/ 10 w 7"/>
                <a:gd name="T3" fmla="*/ 9 h 6"/>
                <a:gd name="T4" fmla="*/ 0 w 7"/>
                <a:gd name="T5" fmla="*/ 1 h 6"/>
                <a:gd name="T6" fmla="*/ 1 w 7"/>
                <a:gd name="T7" fmla="*/ 0 h 6"/>
                <a:gd name="T8" fmla="*/ 8 w 7"/>
                <a:gd name="T9" fmla="*/ 7 h 6"/>
                <a:gd name="T10" fmla="*/ 13 w 7"/>
                <a:gd name="T11" fmla="*/ 2 h 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" h="6">
                  <a:moveTo>
                    <a:pt x="7" y="3"/>
                  </a:moveTo>
                  <a:cubicBezTo>
                    <a:pt x="6" y="3"/>
                    <a:pt x="5" y="4"/>
                    <a:pt x="5" y="6"/>
                  </a:cubicBezTo>
                  <a:cubicBezTo>
                    <a:pt x="3" y="4"/>
                    <a:pt x="2" y="3"/>
                    <a:pt x="0" y="1"/>
                  </a:cubicBezTo>
                  <a:cubicBezTo>
                    <a:pt x="0" y="1"/>
                    <a:pt x="1" y="1"/>
                    <a:pt x="1" y="0"/>
                  </a:cubicBezTo>
                  <a:cubicBezTo>
                    <a:pt x="2" y="2"/>
                    <a:pt x="3" y="3"/>
                    <a:pt x="4" y="4"/>
                  </a:cubicBezTo>
                  <a:cubicBezTo>
                    <a:pt x="4" y="3"/>
                    <a:pt x="6" y="2"/>
                    <a:pt x="6" y="2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6390" name="Freeform 289">
              <a:extLst>
                <a:ext uri="{FF2B5EF4-FFF2-40B4-BE49-F238E27FC236}">
                  <a16:creationId xmlns:a16="http://schemas.microsoft.com/office/drawing/2014/main" id="{A56F7A1B-C35F-4B9A-90ED-94392FCA6E8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1" y="3529"/>
              <a:ext cx="6" cy="13"/>
            </a:xfrm>
            <a:custGeom>
              <a:avLst/>
              <a:gdLst>
                <a:gd name="T0" fmla="*/ 8 w 5"/>
                <a:gd name="T1" fmla="*/ 17 h 11"/>
                <a:gd name="T2" fmla="*/ 0 w 5"/>
                <a:gd name="T3" fmla="*/ 0 h 11"/>
                <a:gd name="T4" fmla="*/ 0 w 5"/>
                <a:gd name="T5" fmla="*/ 8 h 11"/>
                <a:gd name="T6" fmla="*/ 8 w 5"/>
                <a:gd name="T7" fmla="*/ 18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11">
                  <a:moveTo>
                    <a:pt x="5" y="10"/>
                  </a:moveTo>
                  <a:cubicBezTo>
                    <a:pt x="5" y="7"/>
                    <a:pt x="2" y="3"/>
                    <a:pt x="0" y="0"/>
                  </a:cubicBezTo>
                  <a:cubicBezTo>
                    <a:pt x="0" y="2"/>
                    <a:pt x="0" y="3"/>
                    <a:pt x="0" y="5"/>
                  </a:cubicBezTo>
                  <a:cubicBezTo>
                    <a:pt x="1" y="8"/>
                    <a:pt x="3" y="8"/>
                    <a:pt x="5" y="11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6391" name="Freeform 290">
              <a:extLst>
                <a:ext uri="{FF2B5EF4-FFF2-40B4-BE49-F238E27FC236}">
                  <a16:creationId xmlns:a16="http://schemas.microsoft.com/office/drawing/2014/main" id="{8930766C-D769-41B0-9A25-FC6929BA221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8" y="2654"/>
              <a:ext cx="33" cy="59"/>
            </a:xfrm>
            <a:custGeom>
              <a:avLst/>
              <a:gdLst>
                <a:gd name="T0" fmla="*/ 46 w 27"/>
                <a:gd name="T1" fmla="*/ 0 h 49"/>
                <a:gd name="T2" fmla="*/ 29 w 27"/>
                <a:gd name="T3" fmla="*/ 19 h 49"/>
                <a:gd name="T4" fmla="*/ 26 w 27"/>
                <a:gd name="T5" fmla="*/ 43 h 49"/>
                <a:gd name="T6" fmla="*/ 0 w 27"/>
                <a:gd name="T7" fmla="*/ 85 h 49"/>
                <a:gd name="T8" fmla="*/ 32 w 27"/>
                <a:gd name="T9" fmla="*/ 48 h 49"/>
                <a:gd name="T10" fmla="*/ 49 w 27"/>
                <a:gd name="T11" fmla="*/ 6 h 4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7" h="49">
                  <a:moveTo>
                    <a:pt x="25" y="0"/>
                  </a:moveTo>
                  <a:cubicBezTo>
                    <a:pt x="22" y="5"/>
                    <a:pt x="18" y="6"/>
                    <a:pt x="16" y="11"/>
                  </a:cubicBezTo>
                  <a:cubicBezTo>
                    <a:pt x="14" y="16"/>
                    <a:pt x="14" y="20"/>
                    <a:pt x="14" y="25"/>
                  </a:cubicBezTo>
                  <a:cubicBezTo>
                    <a:pt x="12" y="34"/>
                    <a:pt x="8" y="44"/>
                    <a:pt x="0" y="49"/>
                  </a:cubicBezTo>
                  <a:cubicBezTo>
                    <a:pt x="10" y="45"/>
                    <a:pt x="15" y="38"/>
                    <a:pt x="17" y="27"/>
                  </a:cubicBezTo>
                  <a:cubicBezTo>
                    <a:pt x="19" y="17"/>
                    <a:pt x="16" y="9"/>
                    <a:pt x="27" y="3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6392" name="Freeform 291">
              <a:extLst>
                <a:ext uri="{FF2B5EF4-FFF2-40B4-BE49-F238E27FC236}">
                  <a16:creationId xmlns:a16="http://schemas.microsoft.com/office/drawing/2014/main" id="{F1C2E498-3E52-4B95-99EA-CAB13E3FEE5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9" y="2644"/>
              <a:ext cx="13" cy="53"/>
            </a:xfrm>
            <a:custGeom>
              <a:avLst/>
              <a:gdLst>
                <a:gd name="T0" fmla="*/ 7 w 11"/>
                <a:gd name="T1" fmla="*/ 8 h 44"/>
                <a:gd name="T2" fmla="*/ 7 w 11"/>
                <a:gd name="T3" fmla="*/ 52 h 44"/>
                <a:gd name="T4" fmla="*/ 8 w 11"/>
                <a:gd name="T5" fmla="*/ 66 h 44"/>
                <a:gd name="T6" fmla="*/ 18 w 11"/>
                <a:gd name="T7" fmla="*/ 77 h 44"/>
                <a:gd name="T8" fmla="*/ 0 w 11"/>
                <a:gd name="T9" fmla="*/ 48 h 44"/>
                <a:gd name="T10" fmla="*/ 1 w 11"/>
                <a:gd name="T11" fmla="*/ 0 h 4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" h="44">
                  <a:moveTo>
                    <a:pt x="4" y="5"/>
                  </a:moveTo>
                  <a:cubicBezTo>
                    <a:pt x="4" y="13"/>
                    <a:pt x="3" y="21"/>
                    <a:pt x="4" y="30"/>
                  </a:cubicBezTo>
                  <a:cubicBezTo>
                    <a:pt x="4" y="32"/>
                    <a:pt x="4" y="35"/>
                    <a:pt x="5" y="38"/>
                  </a:cubicBezTo>
                  <a:cubicBezTo>
                    <a:pt x="7" y="41"/>
                    <a:pt x="9" y="42"/>
                    <a:pt x="11" y="44"/>
                  </a:cubicBezTo>
                  <a:cubicBezTo>
                    <a:pt x="4" y="39"/>
                    <a:pt x="1" y="35"/>
                    <a:pt x="0" y="27"/>
                  </a:cubicBezTo>
                  <a:cubicBezTo>
                    <a:pt x="0" y="18"/>
                    <a:pt x="0" y="8"/>
                    <a:pt x="1" y="0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6393" name="Freeform 292">
              <a:extLst>
                <a:ext uri="{FF2B5EF4-FFF2-40B4-BE49-F238E27FC236}">
                  <a16:creationId xmlns:a16="http://schemas.microsoft.com/office/drawing/2014/main" id="{0508E14B-2290-4DFA-9787-20F335556E9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9" y="3502"/>
              <a:ext cx="16" cy="25"/>
            </a:xfrm>
            <a:custGeom>
              <a:avLst/>
              <a:gdLst>
                <a:gd name="T0" fmla="*/ 21 w 14"/>
                <a:gd name="T1" fmla="*/ 36 h 21"/>
                <a:gd name="T2" fmla="*/ 18 w 14"/>
                <a:gd name="T3" fmla="*/ 10 h 21"/>
                <a:gd name="T4" fmla="*/ 10 w 14"/>
                <a:gd name="T5" fmla="*/ 8 h 21"/>
                <a:gd name="T6" fmla="*/ 1 w 14"/>
                <a:gd name="T7" fmla="*/ 0 h 21"/>
                <a:gd name="T8" fmla="*/ 11 w 14"/>
                <a:gd name="T9" fmla="*/ 30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21">
                  <a:moveTo>
                    <a:pt x="14" y="21"/>
                  </a:moveTo>
                  <a:cubicBezTo>
                    <a:pt x="12" y="17"/>
                    <a:pt x="14" y="9"/>
                    <a:pt x="12" y="6"/>
                  </a:cubicBezTo>
                  <a:cubicBezTo>
                    <a:pt x="10" y="5"/>
                    <a:pt x="9" y="5"/>
                    <a:pt x="7" y="5"/>
                  </a:cubicBezTo>
                  <a:cubicBezTo>
                    <a:pt x="5" y="4"/>
                    <a:pt x="3" y="1"/>
                    <a:pt x="1" y="0"/>
                  </a:cubicBezTo>
                  <a:cubicBezTo>
                    <a:pt x="0" y="5"/>
                    <a:pt x="6" y="13"/>
                    <a:pt x="8" y="18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6394" name="Freeform 293">
              <a:extLst>
                <a:ext uri="{FF2B5EF4-FFF2-40B4-BE49-F238E27FC236}">
                  <a16:creationId xmlns:a16="http://schemas.microsoft.com/office/drawing/2014/main" id="{42117297-7500-4941-A24F-FDFB3C481E5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8" y="3310"/>
              <a:ext cx="108" cy="35"/>
            </a:xfrm>
            <a:custGeom>
              <a:avLst/>
              <a:gdLst>
                <a:gd name="T0" fmla="*/ 156 w 90"/>
                <a:gd name="T1" fmla="*/ 21 h 29"/>
                <a:gd name="T2" fmla="*/ 137 w 90"/>
                <a:gd name="T3" fmla="*/ 25 h 29"/>
                <a:gd name="T4" fmla="*/ 114 w 90"/>
                <a:gd name="T5" fmla="*/ 28 h 29"/>
                <a:gd name="T6" fmla="*/ 84 w 90"/>
                <a:gd name="T7" fmla="*/ 28 h 29"/>
                <a:gd name="T8" fmla="*/ 36 w 90"/>
                <a:gd name="T9" fmla="*/ 16 h 29"/>
                <a:gd name="T10" fmla="*/ 0 w 90"/>
                <a:gd name="T11" fmla="*/ 0 h 29"/>
                <a:gd name="T12" fmla="*/ 37 w 90"/>
                <a:gd name="T13" fmla="*/ 33 h 29"/>
                <a:gd name="T14" fmla="*/ 86 w 90"/>
                <a:gd name="T15" fmla="*/ 45 h 29"/>
                <a:gd name="T16" fmla="*/ 132 w 90"/>
                <a:gd name="T17" fmla="*/ 42 h 29"/>
                <a:gd name="T18" fmla="*/ 156 w 90"/>
                <a:gd name="T19" fmla="*/ 25 h 2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90" h="29">
                  <a:moveTo>
                    <a:pt x="90" y="12"/>
                  </a:moveTo>
                  <a:cubicBezTo>
                    <a:pt x="86" y="12"/>
                    <a:pt x="82" y="13"/>
                    <a:pt x="79" y="14"/>
                  </a:cubicBezTo>
                  <a:cubicBezTo>
                    <a:pt x="75" y="15"/>
                    <a:pt x="71" y="16"/>
                    <a:pt x="66" y="16"/>
                  </a:cubicBezTo>
                  <a:cubicBezTo>
                    <a:pt x="59" y="17"/>
                    <a:pt x="55" y="17"/>
                    <a:pt x="48" y="16"/>
                  </a:cubicBezTo>
                  <a:cubicBezTo>
                    <a:pt x="39" y="14"/>
                    <a:pt x="30" y="12"/>
                    <a:pt x="21" y="9"/>
                  </a:cubicBezTo>
                  <a:cubicBezTo>
                    <a:pt x="14" y="6"/>
                    <a:pt x="7" y="2"/>
                    <a:pt x="0" y="0"/>
                  </a:cubicBezTo>
                  <a:cubicBezTo>
                    <a:pt x="6" y="7"/>
                    <a:pt x="15" y="12"/>
                    <a:pt x="22" y="18"/>
                  </a:cubicBezTo>
                  <a:cubicBezTo>
                    <a:pt x="31" y="24"/>
                    <a:pt x="40" y="24"/>
                    <a:pt x="50" y="26"/>
                  </a:cubicBezTo>
                  <a:cubicBezTo>
                    <a:pt x="60" y="28"/>
                    <a:pt x="68" y="29"/>
                    <a:pt x="77" y="24"/>
                  </a:cubicBezTo>
                  <a:cubicBezTo>
                    <a:pt x="82" y="22"/>
                    <a:pt x="87" y="18"/>
                    <a:pt x="90" y="14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6395" name="Freeform 294">
              <a:extLst>
                <a:ext uri="{FF2B5EF4-FFF2-40B4-BE49-F238E27FC236}">
                  <a16:creationId xmlns:a16="http://schemas.microsoft.com/office/drawing/2014/main" id="{B731908D-8103-41E1-8EBF-81C83B57F02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9" y="3475"/>
              <a:ext cx="27" cy="21"/>
            </a:xfrm>
            <a:custGeom>
              <a:avLst/>
              <a:gdLst>
                <a:gd name="T0" fmla="*/ 0 w 23"/>
                <a:gd name="T1" fmla="*/ 1 h 17"/>
                <a:gd name="T2" fmla="*/ 36 w 23"/>
                <a:gd name="T3" fmla="*/ 0 h 17"/>
                <a:gd name="T4" fmla="*/ 29 w 23"/>
                <a:gd name="T5" fmla="*/ 15 h 17"/>
                <a:gd name="T6" fmla="*/ 38 w 23"/>
                <a:gd name="T7" fmla="*/ 32 h 17"/>
                <a:gd name="T8" fmla="*/ 7 w 23"/>
                <a:gd name="T9" fmla="*/ 6 h 17"/>
                <a:gd name="T10" fmla="*/ 0 w 23"/>
                <a:gd name="T11" fmla="*/ 1 h 1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" h="17">
                  <a:moveTo>
                    <a:pt x="0" y="1"/>
                  </a:moveTo>
                  <a:cubicBezTo>
                    <a:pt x="5" y="7"/>
                    <a:pt x="16" y="3"/>
                    <a:pt x="22" y="0"/>
                  </a:cubicBezTo>
                  <a:cubicBezTo>
                    <a:pt x="20" y="3"/>
                    <a:pt x="18" y="5"/>
                    <a:pt x="18" y="8"/>
                  </a:cubicBezTo>
                  <a:cubicBezTo>
                    <a:pt x="18" y="12"/>
                    <a:pt x="20" y="14"/>
                    <a:pt x="23" y="17"/>
                  </a:cubicBezTo>
                  <a:cubicBezTo>
                    <a:pt x="20" y="10"/>
                    <a:pt x="7" y="9"/>
                    <a:pt x="4" y="3"/>
                  </a:cubicBezTo>
                  <a:cubicBezTo>
                    <a:pt x="0" y="1"/>
                    <a:pt x="0" y="1"/>
                    <a:pt x="0" y="1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6396" name="Freeform 295">
              <a:extLst>
                <a:ext uri="{FF2B5EF4-FFF2-40B4-BE49-F238E27FC236}">
                  <a16:creationId xmlns:a16="http://schemas.microsoft.com/office/drawing/2014/main" id="{A7E50489-FB88-4577-ACE3-2AB024B4826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2" y="3478"/>
              <a:ext cx="10" cy="14"/>
            </a:xfrm>
            <a:custGeom>
              <a:avLst/>
              <a:gdLst>
                <a:gd name="T0" fmla="*/ 0 w 9"/>
                <a:gd name="T1" fmla="*/ 0 h 12"/>
                <a:gd name="T2" fmla="*/ 12 w 9"/>
                <a:gd name="T3" fmla="*/ 1 h 12"/>
                <a:gd name="T4" fmla="*/ 10 w 9"/>
                <a:gd name="T5" fmla="*/ 19 h 12"/>
                <a:gd name="T6" fmla="*/ 2 w 9"/>
                <a:gd name="T7" fmla="*/ 1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2">
                  <a:moveTo>
                    <a:pt x="0" y="0"/>
                  </a:moveTo>
                  <a:cubicBezTo>
                    <a:pt x="3" y="1"/>
                    <a:pt x="6" y="1"/>
                    <a:pt x="9" y="1"/>
                  </a:cubicBezTo>
                  <a:cubicBezTo>
                    <a:pt x="6" y="6"/>
                    <a:pt x="6" y="6"/>
                    <a:pt x="7" y="12"/>
                  </a:cubicBezTo>
                  <a:cubicBezTo>
                    <a:pt x="6" y="9"/>
                    <a:pt x="4" y="2"/>
                    <a:pt x="2" y="1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6397" name="Freeform 296">
              <a:extLst>
                <a:ext uri="{FF2B5EF4-FFF2-40B4-BE49-F238E27FC236}">
                  <a16:creationId xmlns:a16="http://schemas.microsoft.com/office/drawing/2014/main" id="{E21C0EA4-0712-4D92-9CDA-D567A2F0D9B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8" y="3478"/>
              <a:ext cx="10" cy="15"/>
            </a:xfrm>
            <a:custGeom>
              <a:avLst/>
              <a:gdLst>
                <a:gd name="T0" fmla="*/ 0 w 8"/>
                <a:gd name="T1" fmla="*/ 0 h 13"/>
                <a:gd name="T2" fmla="*/ 16 w 8"/>
                <a:gd name="T3" fmla="*/ 2 h 13"/>
                <a:gd name="T4" fmla="*/ 16 w 8"/>
                <a:gd name="T5" fmla="*/ 20 h 13"/>
                <a:gd name="T6" fmla="*/ 6 w 8"/>
                <a:gd name="T7" fmla="*/ 3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13">
                  <a:moveTo>
                    <a:pt x="0" y="0"/>
                  </a:moveTo>
                  <a:cubicBezTo>
                    <a:pt x="2" y="0"/>
                    <a:pt x="5" y="2"/>
                    <a:pt x="8" y="2"/>
                  </a:cubicBezTo>
                  <a:cubicBezTo>
                    <a:pt x="4" y="5"/>
                    <a:pt x="7" y="9"/>
                    <a:pt x="8" y="13"/>
                  </a:cubicBezTo>
                  <a:cubicBezTo>
                    <a:pt x="4" y="8"/>
                    <a:pt x="3" y="9"/>
                    <a:pt x="3" y="3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6398" name="Freeform 297">
              <a:extLst>
                <a:ext uri="{FF2B5EF4-FFF2-40B4-BE49-F238E27FC236}">
                  <a16:creationId xmlns:a16="http://schemas.microsoft.com/office/drawing/2014/main" id="{95C7AE97-D36A-4907-A489-DDF019BEFA8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2" y="3381"/>
              <a:ext cx="31" cy="28"/>
            </a:xfrm>
            <a:custGeom>
              <a:avLst/>
              <a:gdLst>
                <a:gd name="T0" fmla="*/ 1 w 26"/>
                <a:gd name="T1" fmla="*/ 0 h 24"/>
                <a:gd name="T2" fmla="*/ 20 w 26"/>
                <a:gd name="T3" fmla="*/ 9 h 24"/>
                <a:gd name="T4" fmla="*/ 30 w 26"/>
                <a:gd name="T5" fmla="*/ 22 h 24"/>
                <a:gd name="T6" fmla="*/ 44 w 26"/>
                <a:gd name="T7" fmla="*/ 39 h 24"/>
                <a:gd name="T8" fmla="*/ 16 w 26"/>
                <a:gd name="T9" fmla="*/ 18 h 24"/>
                <a:gd name="T10" fmla="*/ 8 w 26"/>
                <a:gd name="T11" fmla="*/ 30 h 24"/>
                <a:gd name="T12" fmla="*/ 2 w 26"/>
                <a:gd name="T13" fmla="*/ 35 h 24"/>
                <a:gd name="T14" fmla="*/ 0 w 26"/>
                <a:gd name="T15" fmla="*/ 18 h 2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6" h="24">
                  <a:moveTo>
                    <a:pt x="1" y="0"/>
                  </a:moveTo>
                  <a:cubicBezTo>
                    <a:pt x="3" y="3"/>
                    <a:pt x="9" y="3"/>
                    <a:pt x="12" y="6"/>
                  </a:cubicBezTo>
                  <a:cubicBezTo>
                    <a:pt x="14" y="8"/>
                    <a:pt x="16" y="11"/>
                    <a:pt x="18" y="14"/>
                  </a:cubicBezTo>
                  <a:cubicBezTo>
                    <a:pt x="20" y="18"/>
                    <a:pt x="24" y="21"/>
                    <a:pt x="26" y="24"/>
                  </a:cubicBezTo>
                  <a:cubicBezTo>
                    <a:pt x="20" y="24"/>
                    <a:pt x="16" y="9"/>
                    <a:pt x="9" y="11"/>
                  </a:cubicBezTo>
                  <a:cubicBezTo>
                    <a:pt x="6" y="12"/>
                    <a:pt x="5" y="16"/>
                    <a:pt x="5" y="19"/>
                  </a:cubicBezTo>
                  <a:cubicBezTo>
                    <a:pt x="4" y="21"/>
                    <a:pt x="4" y="24"/>
                    <a:pt x="2" y="22"/>
                  </a:cubicBezTo>
                  <a:cubicBezTo>
                    <a:pt x="1" y="21"/>
                    <a:pt x="0" y="13"/>
                    <a:pt x="0" y="11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6399" name="Freeform 298">
              <a:extLst>
                <a:ext uri="{FF2B5EF4-FFF2-40B4-BE49-F238E27FC236}">
                  <a16:creationId xmlns:a16="http://schemas.microsoft.com/office/drawing/2014/main" id="{132D8B5D-1B62-46B3-88B9-CBB09D47BE1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8" y="2662"/>
              <a:ext cx="91" cy="71"/>
            </a:xfrm>
            <a:custGeom>
              <a:avLst/>
              <a:gdLst>
                <a:gd name="T0" fmla="*/ 123 w 76"/>
                <a:gd name="T1" fmla="*/ 1 h 59"/>
                <a:gd name="T2" fmla="*/ 108 w 76"/>
                <a:gd name="T3" fmla="*/ 35 h 59"/>
                <a:gd name="T4" fmla="*/ 81 w 76"/>
                <a:gd name="T5" fmla="*/ 73 h 59"/>
                <a:gd name="T6" fmla="*/ 0 w 76"/>
                <a:gd name="T7" fmla="*/ 85 h 59"/>
                <a:gd name="T8" fmla="*/ 89 w 76"/>
                <a:gd name="T9" fmla="*/ 87 h 59"/>
                <a:gd name="T10" fmla="*/ 121 w 76"/>
                <a:gd name="T11" fmla="*/ 52 h 59"/>
                <a:gd name="T12" fmla="*/ 131 w 76"/>
                <a:gd name="T13" fmla="*/ 2 h 5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6" h="59">
                  <a:moveTo>
                    <a:pt x="72" y="1"/>
                  </a:moveTo>
                  <a:cubicBezTo>
                    <a:pt x="65" y="0"/>
                    <a:pt x="64" y="16"/>
                    <a:pt x="63" y="20"/>
                  </a:cubicBezTo>
                  <a:cubicBezTo>
                    <a:pt x="61" y="31"/>
                    <a:pt x="57" y="36"/>
                    <a:pt x="48" y="42"/>
                  </a:cubicBezTo>
                  <a:cubicBezTo>
                    <a:pt x="34" y="51"/>
                    <a:pt x="16" y="48"/>
                    <a:pt x="0" y="49"/>
                  </a:cubicBezTo>
                  <a:cubicBezTo>
                    <a:pt x="4" y="59"/>
                    <a:pt x="44" y="53"/>
                    <a:pt x="52" y="50"/>
                  </a:cubicBezTo>
                  <a:cubicBezTo>
                    <a:pt x="60" y="46"/>
                    <a:pt x="68" y="39"/>
                    <a:pt x="70" y="30"/>
                  </a:cubicBezTo>
                  <a:cubicBezTo>
                    <a:pt x="73" y="22"/>
                    <a:pt x="68" y="9"/>
                    <a:pt x="76" y="2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6400" name="Freeform 299">
              <a:extLst>
                <a:ext uri="{FF2B5EF4-FFF2-40B4-BE49-F238E27FC236}">
                  <a16:creationId xmlns:a16="http://schemas.microsoft.com/office/drawing/2014/main" id="{1B9CB53C-B1E1-4681-B2E0-EBC286B68EA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8" y="2660"/>
              <a:ext cx="17" cy="38"/>
            </a:xfrm>
            <a:custGeom>
              <a:avLst/>
              <a:gdLst>
                <a:gd name="T0" fmla="*/ 11 w 14"/>
                <a:gd name="T1" fmla="*/ 0 h 32"/>
                <a:gd name="T2" fmla="*/ 25 w 14"/>
                <a:gd name="T3" fmla="*/ 53 h 32"/>
                <a:gd name="T4" fmla="*/ 6 w 14"/>
                <a:gd name="T5" fmla="*/ 32 h 32"/>
                <a:gd name="T6" fmla="*/ 9 w 14"/>
                <a:gd name="T7" fmla="*/ 1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32">
                  <a:moveTo>
                    <a:pt x="6" y="0"/>
                  </a:moveTo>
                  <a:cubicBezTo>
                    <a:pt x="6" y="13"/>
                    <a:pt x="9" y="20"/>
                    <a:pt x="14" y="32"/>
                  </a:cubicBezTo>
                  <a:cubicBezTo>
                    <a:pt x="9" y="29"/>
                    <a:pt x="5" y="24"/>
                    <a:pt x="3" y="19"/>
                  </a:cubicBezTo>
                  <a:cubicBezTo>
                    <a:pt x="0" y="12"/>
                    <a:pt x="3" y="8"/>
                    <a:pt x="5" y="1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6401" name="Freeform 300">
              <a:extLst>
                <a:ext uri="{FF2B5EF4-FFF2-40B4-BE49-F238E27FC236}">
                  <a16:creationId xmlns:a16="http://schemas.microsoft.com/office/drawing/2014/main" id="{B254384D-F244-415F-9FFF-5A2713DBBC4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4" y="2100"/>
              <a:ext cx="70" cy="403"/>
            </a:xfrm>
            <a:custGeom>
              <a:avLst/>
              <a:gdLst>
                <a:gd name="T0" fmla="*/ 13 w 59"/>
                <a:gd name="T1" fmla="*/ 0 h 336"/>
                <a:gd name="T2" fmla="*/ 46 w 59"/>
                <a:gd name="T3" fmla="*/ 154 h 336"/>
                <a:gd name="T4" fmla="*/ 44 w 59"/>
                <a:gd name="T5" fmla="*/ 303 h 336"/>
                <a:gd name="T6" fmla="*/ 85 w 59"/>
                <a:gd name="T7" fmla="*/ 433 h 336"/>
                <a:gd name="T8" fmla="*/ 90 w 59"/>
                <a:gd name="T9" fmla="*/ 579 h 336"/>
                <a:gd name="T10" fmla="*/ 25 w 59"/>
                <a:gd name="T11" fmla="*/ 384 h 336"/>
                <a:gd name="T12" fmla="*/ 9 w 59"/>
                <a:gd name="T13" fmla="*/ 269 h 336"/>
                <a:gd name="T14" fmla="*/ 8 w 59"/>
                <a:gd name="T15" fmla="*/ 210 h 336"/>
                <a:gd name="T16" fmla="*/ 1 w 59"/>
                <a:gd name="T17" fmla="*/ 137 h 3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9" h="336">
                  <a:moveTo>
                    <a:pt x="8" y="0"/>
                  </a:moveTo>
                  <a:cubicBezTo>
                    <a:pt x="8" y="30"/>
                    <a:pt x="26" y="58"/>
                    <a:pt x="28" y="89"/>
                  </a:cubicBezTo>
                  <a:cubicBezTo>
                    <a:pt x="31" y="118"/>
                    <a:pt x="24" y="147"/>
                    <a:pt x="26" y="176"/>
                  </a:cubicBezTo>
                  <a:cubicBezTo>
                    <a:pt x="28" y="204"/>
                    <a:pt x="43" y="225"/>
                    <a:pt x="51" y="251"/>
                  </a:cubicBezTo>
                  <a:cubicBezTo>
                    <a:pt x="59" y="276"/>
                    <a:pt x="56" y="310"/>
                    <a:pt x="54" y="336"/>
                  </a:cubicBezTo>
                  <a:cubicBezTo>
                    <a:pt x="36" y="303"/>
                    <a:pt x="23" y="260"/>
                    <a:pt x="15" y="223"/>
                  </a:cubicBezTo>
                  <a:cubicBezTo>
                    <a:pt x="10" y="201"/>
                    <a:pt x="7" y="178"/>
                    <a:pt x="6" y="156"/>
                  </a:cubicBezTo>
                  <a:cubicBezTo>
                    <a:pt x="5" y="145"/>
                    <a:pt x="5" y="133"/>
                    <a:pt x="5" y="122"/>
                  </a:cubicBezTo>
                  <a:cubicBezTo>
                    <a:pt x="5" y="108"/>
                    <a:pt x="0" y="93"/>
                    <a:pt x="1" y="79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6402" name="Freeform 301">
              <a:extLst>
                <a:ext uri="{FF2B5EF4-FFF2-40B4-BE49-F238E27FC236}">
                  <a16:creationId xmlns:a16="http://schemas.microsoft.com/office/drawing/2014/main" id="{E90E089E-A5CD-4F0E-AEF4-36DE4CEF6AC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9" y="3024"/>
              <a:ext cx="34" cy="129"/>
            </a:xfrm>
            <a:custGeom>
              <a:avLst/>
              <a:gdLst>
                <a:gd name="T0" fmla="*/ 41 w 28"/>
                <a:gd name="T1" fmla="*/ 188 h 107"/>
                <a:gd name="T2" fmla="*/ 44 w 28"/>
                <a:gd name="T3" fmla="*/ 92 h 107"/>
                <a:gd name="T4" fmla="*/ 1 w 28"/>
                <a:gd name="T5" fmla="*/ 0 h 107"/>
                <a:gd name="T6" fmla="*/ 19 w 28"/>
                <a:gd name="T7" fmla="*/ 135 h 10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107">
                  <a:moveTo>
                    <a:pt x="23" y="107"/>
                  </a:moveTo>
                  <a:cubicBezTo>
                    <a:pt x="19" y="88"/>
                    <a:pt x="28" y="71"/>
                    <a:pt x="25" y="52"/>
                  </a:cubicBezTo>
                  <a:cubicBezTo>
                    <a:pt x="22" y="36"/>
                    <a:pt x="9" y="14"/>
                    <a:pt x="1" y="0"/>
                  </a:cubicBezTo>
                  <a:cubicBezTo>
                    <a:pt x="0" y="26"/>
                    <a:pt x="8" y="52"/>
                    <a:pt x="11" y="77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6403" name="Freeform 302">
              <a:extLst>
                <a:ext uri="{FF2B5EF4-FFF2-40B4-BE49-F238E27FC236}">
                  <a16:creationId xmlns:a16="http://schemas.microsoft.com/office/drawing/2014/main" id="{B150F1CD-184F-4854-A7A2-B166E72F6DC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3" y="2621"/>
              <a:ext cx="68" cy="87"/>
            </a:xfrm>
            <a:custGeom>
              <a:avLst/>
              <a:gdLst>
                <a:gd name="T0" fmla="*/ 97 w 57"/>
                <a:gd name="T1" fmla="*/ 8 h 72"/>
                <a:gd name="T2" fmla="*/ 67 w 57"/>
                <a:gd name="T3" fmla="*/ 88 h 72"/>
                <a:gd name="T4" fmla="*/ 8 w 57"/>
                <a:gd name="T5" fmla="*/ 104 h 72"/>
                <a:gd name="T6" fmla="*/ 51 w 57"/>
                <a:gd name="T7" fmla="*/ 60 h 72"/>
                <a:gd name="T8" fmla="*/ 91 w 57"/>
                <a:gd name="T9" fmla="*/ 0 h 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7" h="72">
                  <a:moveTo>
                    <a:pt x="57" y="5"/>
                  </a:moveTo>
                  <a:cubicBezTo>
                    <a:pt x="49" y="19"/>
                    <a:pt x="49" y="38"/>
                    <a:pt x="39" y="50"/>
                  </a:cubicBezTo>
                  <a:cubicBezTo>
                    <a:pt x="34" y="57"/>
                    <a:pt x="13" y="72"/>
                    <a:pt x="5" y="59"/>
                  </a:cubicBezTo>
                  <a:cubicBezTo>
                    <a:pt x="0" y="51"/>
                    <a:pt x="25" y="43"/>
                    <a:pt x="30" y="34"/>
                  </a:cubicBezTo>
                  <a:cubicBezTo>
                    <a:pt x="37" y="23"/>
                    <a:pt x="37" y="1"/>
                    <a:pt x="5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6404" name="Freeform 303">
              <a:extLst>
                <a:ext uri="{FF2B5EF4-FFF2-40B4-BE49-F238E27FC236}">
                  <a16:creationId xmlns:a16="http://schemas.microsoft.com/office/drawing/2014/main" id="{B17ACA96-22BC-417D-B1F9-E6AB1349A3C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2" y="2036"/>
              <a:ext cx="169" cy="552"/>
            </a:xfrm>
            <a:custGeom>
              <a:avLst/>
              <a:gdLst>
                <a:gd name="T0" fmla="*/ 218 w 141"/>
                <a:gd name="T1" fmla="*/ 0 h 460"/>
                <a:gd name="T2" fmla="*/ 174 w 141"/>
                <a:gd name="T3" fmla="*/ 0 h 460"/>
                <a:gd name="T4" fmla="*/ 42 w 141"/>
                <a:gd name="T5" fmla="*/ 115 h 460"/>
                <a:gd name="T6" fmla="*/ 55 w 141"/>
                <a:gd name="T7" fmla="*/ 329 h 460"/>
                <a:gd name="T8" fmla="*/ 58 w 141"/>
                <a:gd name="T9" fmla="*/ 473 h 460"/>
                <a:gd name="T10" fmla="*/ 66 w 141"/>
                <a:gd name="T11" fmla="*/ 598 h 460"/>
                <a:gd name="T12" fmla="*/ 31 w 141"/>
                <a:gd name="T13" fmla="*/ 708 h 460"/>
                <a:gd name="T14" fmla="*/ 28 w 141"/>
                <a:gd name="T15" fmla="*/ 787 h 460"/>
                <a:gd name="T16" fmla="*/ 55 w 141"/>
                <a:gd name="T17" fmla="*/ 794 h 460"/>
                <a:gd name="T18" fmla="*/ 109 w 141"/>
                <a:gd name="T19" fmla="*/ 785 h 460"/>
                <a:gd name="T20" fmla="*/ 200 w 141"/>
                <a:gd name="T21" fmla="*/ 737 h 460"/>
                <a:gd name="T22" fmla="*/ 210 w 141"/>
                <a:gd name="T23" fmla="*/ 518 h 460"/>
                <a:gd name="T24" fmla="*/ 224 w 141"/>
                <a:gd name="T25" fmla="*/ 396 h 460"/>
                <a:gd name="T26" fmla="*/ 216 w 141"/>
                <a:gd name="T27" fmla="*/ 266 h 460"/>
                <a:gd name="T28" fmla="*/ 233 w 141"/>
                <a:gd name="T29" fmla="*/ 107 h 460"/>
                <a:gd name="T30" fmla="*/ 218 w 141"/>
                <a:gd name="T31" fmla="*/ 0 h 460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41" h="460">
                  <a:moveTo>
                    <a:pt x="127" y="0"/>
                  </a:moveTo>
                  <a:cubicBezTo>
                    <a:pt x="101" y="0"/>
                    <a:pt x="101" y="0"/>
                    <a:pt x="101" y="0"/>
                  </a:cubicBezTo>
                  <a:cubicBezTo>
                    <a:pt x="60" y="13"/>
                    <a:pt x="41" y="28"/>
                    <a:pt x="24" y="67"/>
                  </a:cubicBezTo>
                  <a:cubicBezTo>
                    <a:pt x="7" y="107"/>
                    <a:pt x="19" y="150"/>
                    <a:pt x="32" y="190"/>
                  </a:cubicBezTo>
                  <a:cubicBezTo>
                    <a:pt x="40" y="217"/>
                    <a:pt x="32" y="245"/>
                    <a:pt x="33" y="273"/>
                  </a:cubicBezTo>
                  <a:cubicBezTo>
                    <a:pt x="34" y="298"/>
                    <a:pt x="38" y="321"/>
                    <a:pt x="38" y="346"/>
                  </a:cubicBezTo>
                  <a:cubicBezTo>
                    <a:pt x="38" y="372"/>
                    <a:pt x="30" y="387"/>
                    <a:pt x="18" y="410"/>
                  </a:cubicBezTo>
                  <a:cubicBezTo>
                    <a:pt x="10" y="424"/>
                    <a:pt x="0" y="444"/>
                    <a:pt x="16" y="456"/>
                  </a:cubicBezTo>
                  <a:cubicBezTo>
                    <a:pt x="21" y="459"/>
                    <a:pt x="27" y="460"/>
                    <a:pt x="32" y="460"/>
                  </a:cubicBezTo>
                  <a:cubicBezTo>
                    <a:pt x="43" y="460"/>
                    <a:pt x="54" y="456"/>
                    <a:pt x="63" y="454"/>
                  </a:cubicBezTo>
                  <a:cubicBezTo>
                    <a:pt x="82" y="450"/>
                    <a:pt x="105" y="444"/>
                    <a:pt x="116" y="427"/>
                  </a:cubicBezTo>
                  <a:cubicBezTo>
                    <a:pt x="141" y="388"/>
                    <a:pt x="118" y="342"/>
                    <a:pt x="122" y="300"/>
                  </a:cubicBezTo>
                  <a:cubicBezTo>
                    <a:pt x="125" y="276"/>
                    <a:pt x="130" y="253"/>
                    <a:pt x="130" y="229"/>
                  </a:cubicBezTo>
                  <a:cubicBezTo>
                    <a:pt x="130" y="204"/>
                    <a:pt x="124" y="179"/>
                    <a:pt x="125" y="154"/>
                  </a:cubicBezTo>
                  <a:cubicBezTo>
                    <a:pt x="126" y="123"/>
                    <a:pt x="135" y="93"/>
                    <a:pt x="135" y="62"/>
                  </a:cubicBezTo>
                  <a:cubicBezTo>
                    <a:pt x="135" y="40"/>
                    <a:pt x="132" y="20"/>
                    <a:pt x="127" y="0"/>
                  </a:cubicBezTo>
                </a:path>
              </a:pathLst>
            </a:custGeom>
            <a:solidFill>
              <a:srgbClr val="FCF9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6405" name="Freeform 304">
              <a:extLst>
                <a:ext uri="{FF2B5EF4-FFF2-40B4-BE49-F238E27FC236}">
                  <a16:creationId xmlns:a16="http://schemas.microsoft.com/office/drawing/2014/main" id="{F4E39260-3694-469F-89A0-19DF8DA8EA2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2" y="2763"/>
              <a:ext cx="174" cy="546"/>
            </a:xfrm>
            <a:custGeom>
              <a:avLst/>
              <a:gdLst>
                <a:gd name="T0" fmla="*/ 149 w 145"/>
                <a:gd name="T1" fmla="*/ 0 h 455"/>
                <a:gd name="T2" fmla="*/ 107 w 145"/>
                <a:gd name="T3" fmla="*/ 121 h 455"/>
                <a:gd name="T4" fmla="*/ 156 w 145"/>
                <a:gd name="T5" fmla="*/ 247 h 455"/>
                <a:gd name="T6" fmla="*/ 139 w 145"/>
                <a:gd name="T7" fmla="*/ 386 h 455"/>
                <a:gd name="T8" fmla="*/ 130 w 145"/>
                <a:gd name="T9" fmla="*/ 506 h 455"/>
                <a:gd name="T10" fmla="*/ 74 w 145"/>
                <a:gd name="T11" fmla="*/ 578 h 455"/>
                <a:gd name="T12" fmla="*/ 43 w 145"/>
                <a:gd name="T13" fmla="*/ 683 h 455"/>
                <a:gd name="T14" fmla="*/ 16 w 145"/>
                <a:gd name="T15" fmla="*/ 744 h 455"/>
                <a:gd name="T16" fmla="*/ 106 w 145"/>
                <a:gd name="T17" fmla="*/ 786 h 455"/>
                <a:gd name="T18" fmla="*/ 107 w 145"/>
                <a:gd name="T19" fmla="*/ 786 h 455"/>
                <a:gd name="T20" fmla="*/ 145 w 145"/>
                <a:gd name="T21" fmla="*/ 736 h 455"/>
                <a:gd name="T22" fmla="*/ 156 w 145"/>
                <a:gd name="T23" fmla="*/ 620 h 455"/>
                <a:gd name="T24" fmla="*/ 173 w 145"/>
                <a:gd name="T25" fmla="*/ 510 h 455"/>
                <a:gd name="T26" fmla="*/ 197 w 145"/>
                <a:gd name="T27" fmla="*/ 452 h 455"/>
                <a:gd name="T28" fmla="*/ 199 w 145"/>
                <a:gd name="T29" fmla="*/ 391 h 455"/>
                <a:gd name="T30" fmla="*/ 223 w 145"/>
                <a:gd name="T31" fmla="*/ 269 h 455"/>
                <a:gd name="T32" fmla="*/ 173 w 145"/>
                <a:gd name="T33" fmla="*/ 10 h 455"/>
                <a:gd name="T34" fmla="*/ 149 w 145"/>
                <a:gd name="T35" fmla="*/ 0 h 45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45" h="455">
                  <a:moveTo>
                    <a:pt x="86" y="0"/>
                  </a:moveTo>
                  <a:cubicBezTo>
                    <a:pt x="57" y="14"/>
                    <a:pt x="45" y="40"/>
                    <a:pt x="62" y="70"/>
                  </a:cubicBezTo>
                  <a:cubicBezTo>
                    <a:pt x="75" y="93"/>
                    <a:pt x="87" y="116"/>
                    <a:pt x="90" y="143"/>
                  </a:cubicBezTo>
                  <a:cubicBezTo>
                    <a:pt x="94" y="170"/>
                    <a:pt x="86" y="197"/>
                    <a:pt x="81" y="223"/>
                  </a:cubicBezTo>
                  <a:cubicBezTo>
                    <a:pt x="76" y="246"/>
                    <a:pt x="80" y="270"/>
                    <a:pt x="75" y="293"/>
                  </a:cubicBezTo>
                  <a:cubicBezTo>
                    <a:pt x="70" y="313"/>
                    <a:pt x="51" y="317"/>
                    <a:pt x="43" y="335"/>
                  </a:cubicBezTo>
                  <a:cubicBezTo>
                    <a:pt x="34" y="356"/>
                    <a:pt x="45" y="378"/>
                    <a:pt x="25" y="395"/>
                  </a:cubicBezTo>
                  <a:cubicBezTo>
                    <a:pt x="14" y="405"/>
                    <a:pt x="0" y="413"/>
                    <a:pt x="9" y="431"/>
                  </a:cubicBezTo>
                  <a:cubicBezTo>
                    <a:pt x="17" y="446"/>
                    <a:pt x="46" y="455"/>
                    <a:pt x="61" y="455"/>
                  </a:cubicBezTo>
                  <a:cubicBezTo>
                    <a:pt x="61" y="455"/>
                    <a:pt x="62" y="455"/>
                    <a:pt x="62" y="455"/>
                  </a:cubicBezTo>
                  <a:cubicBezTo>
                    <a:pt x="84" y="455"/>
                    <a:pt x="85" y="447"/>
                    <a:pt x="84" y="426"/>
                  </a:cubicBezTo>
                  <a:cubicBezTo>
                    <a:pt x="83" y="401"/>
                    <a:pt x="80" y="383"/>
                    <a:pt x="90" y="359"/>
                  </a:cubicBezTo>
                  <a:cubicBezTo>
                    <a:pt x="98" y="337"/>
                    <a:pt x="95" y="317"/>
                    <a:pt x="100" y="295"/>
                  </a:cubicBezTo>
                  <a:cubicBezTo>
                    <a:pt x="103" y="283"/>
                    <a:pt x="110" y="274"/>
                    <a:pt x="114" y="262"/>
                  </a:cubicBezTo>
                  <a:cubicBezTo>
                    <a:pt x="118" y="251"/>
                    <a:pt x="116" y="239"/>
                    <a:pt x="115" y="227"/>
                  </a:cubicBezTo>
                  <a:cubicBezTo>
                    <a:pt x="113" y="199"/>
                    <a:pt x="124" y="182"/>
                    <a:pt x="129" y="156"/>
                  </a:cubicBezTo>
                  <a:cubicBezTo>
                    <a:pt x="133" y="131"/>
                    <a:pt x="145" y="6"/>
                    <a:pt x="100" y="6"/>
                  </a:cubicBezTo>
                  <a:cubicBezTo>
                    <a:pt x="86" y="0"/>
                    <a:pt x="86" y="0"/>
                    <a:pt x="86" y="0"/>
                  </a:cubicBezTo>
                </a:path>
              </a:pathLst>
            </a:custGeom>
            <a:solidFill>
              <a:srgbClr val="FBF8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6406" name="Freeform 305">
              <a:extLst>
                <a:ext uri="{FF2B5EF4-FFF2-40B4-BE49-F238E27FC236}">
                  <a16:creationId xmlns:a16="http://schemas.microsoft.com/office/drawing/2014/main" id="{65760956-D960-439E-8CAD-924AC0C215E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1" y="3327"/>
              <a:ext cx="32" cy="72"/>
            </a:xfrm>
            <a:custGeom>
              <a:avLst/>
              <a:gdLst>
                <a:gd name="T0" fmla="*/ 15 w 26"/>
                <a:gd name="T1" fmla="*/ 0 h 60"/>
                <a:gd name="T2" fmla="*/ 0 w 26"/>
                <a:gd name="T3" fmla="*/ 20 h 60"/>
                <a:gd name="T4" fmla="*/ 14 w 26"/>
                <a:gd name="T5" fmla="*/ 50 h 60"/>
                <a:gd name="T6" fmla="*/ 39 w 26"/>
                <a:gd name="T7" fmla="*/ 103 h 60"/>
                <a:gd name="T8" fmla="*/ 26 w 26"/>
                <a:gd name="T9" fmla="*/ 49 h 60"/>
                <a:gd name="T10" fmla="*/ 21 w 26"/>
                <a:gd name="T11" fmla="*/ 6 h 60"/>
                <a:gd name="T12" fmla="*/ 15 w 26"/>
                <a:gd name="T13" fmla="*/ 0 h 6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" h="60">
                  <a:moveTo>
                    <a:pt x="8" y="0"/>
                  </a:moveTo>
                  <a:cubicBezTo>
                    <a:pt x="6" y="4"/>
                    <a:pt x="1" y="7"/>
                    <a:pt x="0" y="12"/>
                  </a:cubicBezTo>
                  <a:cubicBezTo>
                    <a:pt x="0" y="20"/>
                    <a:pt x="5" y="23"/>
                    <a:pt x="7" y="29"/>
                  </a:cubicBezTo>
                  <a:cubicBezTo>
                    <a:pt x="10" y="37"/>
                    <a:pt x="9" y="59"/>
                    <a:pt x="21" y="60"/>
                  </a:cubicBezTo>
                  <a:cubicBezTo>
                    <a:pt x="26" y="49"/>
                    <a:pt x="16" y="38"/>
                    <a:pt x="14" y="28"/>
                  </a:cubicBezTo>
                  <a:cubicBezTo>
                    <a:pt x="12" y="19"/>
                    <a:pt x="18" y="12"/>
                    <a:pt x="11" y="3"/>
                  </a:cubicBezTo>
                  <a:cubicBezTo>
                    <a:pt x="8" y="0"/>
                    <a:pt x="8" y="0"/>
                    <a:pt x="8" y="0"/>
                  </a:cubicBezTo>
                </a:path>
              </a:pathLst>
            </a:custGeom>
            <a:solidFill>
              <a:srgbClr val="FDFC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6407" name="Freeform 306">
              <a:extLst>
                <a:ext uri="{FF2B5EF4-FFF2-40B4-BE49-F238E27FC236}">
                  <a16:creationId xmlns:a16="http://schemas.microsoft.com/office/drawing/2014/main" id="{8DEF2872-515F-4E3F-8526-10DE984D107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6" y="3342"/>
              <a:ext cx="154" cy="129"/>
            </a:xfrm>
            <a:custGeom>
              <a:avLst/>
              <a:gdLst>
                <a:gd name="T0" fmla="*/ 37 w 129"/>
                <a:gd name="T1" fmla="*/ 0 h 107"/>
                <a:gd name="T2" fmla="*/ 29 w 129"/>
                <a:gd name="T3" fmla="*/ 2 h 107"/>
                <a:gd name="T4" fmla="*/ 61 w 129"/>
                <a:gd name="T5" fmla="*/ 76 h 107"/>
                <a:gd name="T6" fmla="*/ 88 w 129"/>
                <a:gd name="T7" fmla="*/ 111 h 107"/>
                <a:gd name="T8" fmla="*/ 104 w 129"/>
                <a:gd name="T9" fmla="*/ 160 h 107"/>
                <a:gd name="T10" fmla="*/ 134 w 129"/>
                <a:gd name="T11" fmla="*/ 188 h 107"/>
                <a:gd name="T12" fmla="*/ 149 w 129"/>
                <a:gd name="T13" fmla="*/ 184 h 107"/>
                <a:gd name="T14" fmla="*/ 160 w 129"/>
                <a:gd name="T15" fmla="*/ 182 h 107"/>
                <a:gd name="T16" fmla="*/ 170 w 129"/>
                <a:gd name="T17" fmla="*/ 182 h 107"/>
                <a:gd name="T18" fmla="*/ 172 w 129"/>
                <a:gd name="T19" fmla="*/ 182 h 107"/>
                <a:gd name="T20" fmla="*/ 186 w 129"/>
                <a:gd name="T21" fmla="*/ 177 h 107"/>
                <a:gd name="T22" fmla="*/ 191 w 129"/>
                <a:gd name="T23" fmla="*/ 177 h 107"/>
                <a:gd name="T24" fmla="*/ 199 w 129"/>
                <a:gd name="T25" fmla="*/ 178 h 107"/>
                <a:gd name="T26" fmla="*/ 208 w 129"/>
                <a:gd name="T27" fmla="*/ 178 h 107"/>
                <a:gd name="T28" fmla="*/ 218 w 129"/>
                <a:gd name="T29" fmla="*/ 169 h 107"/>
                <a:gd name="T30" fmla="*/ 205 w 129"/>
                <a:gd name="T31" fmla="*/ 147 h 107"/>
                <a:gd name="T32" fmla="*/ 196 w 129"/>
                <a:gd name="T33" fmla="*/ 128 h 107"/>
                <a:gd name="T34" fmla="*/ 178 w 129"/>
                <a:gd name="T35" fmla="*/ 80 h 107"/>
                <a:gd name="T36" fmla="*/ 144 w 129"/>
                <a:gd name="T37" fmla="*/ 35 h 107"/>
                <a:gd name="T38" fmla="*/ 117 w 129"/>
                <a:gd name="T39" fmla="*/ 6 h 107"/>
                <a:gd name="T40" fmla="*/ 116 w 129"/>
                <a:gd name="T41" fmla="*/ 6 h 107"/>
                <a:gd name="T42" fmla="*/ 80 w 129"/>
                <a:gd name="T43" fmla="*/ 12 h 107"/>
                <a:gd name="T44" fmla="*/ 73 w 129"/>
                <a:gd name="T45" fmla="*/ 12 h 107"/>
                <a:gd name="T46" fmla="*/ 37 w 129"/>
                <a:gd name="T47" fmla="*/ 0 h 107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129" h="107">
                  <a:moveTo>
                    <a:pt x="22" y="0"/>
                  </a:moveTo>
                  <a:cubicBezTo>
                    <a:pt x="17" y="2"/>
                    <a:pt x="17" y="2"/>
                    <a:pt x="17" y="2"/>
                  </a:cubicBezTo>
                  <a:cubicBezTo>
                    <a:pt x="0" y="5"/>
                    <a:pt x="33" y="41"/>
                    <a:pt x="36" y="43"/>
                  </a:cubicBezTo>
                  <a:cubicBezTo>
                    <a:pt x="43" y="49"/>
                    <a:pt x="48" y="55"/>
                    <a:pt x="52" y="63"/>
                  </a:cubicBezTo>
                  <a:cubicBezTo>
                    <a:pt x="57" y="72"/>
                    <a:pt x="58" y="82"/>
                    <a:pt x="61" y="91"/>
                  </a:cubicBezTo>
                  <a:cubicBezTo>
                    <a:pt x="65" y="101"/>
                    <a:pt x="71" y="107"/>
                    <a:pt x="79" y="107"/>
                  </a:cubicBezTo>
                  <a:cubicBezTo>
                    <a:pt x="82" y="107"/>
                    <a:pt x="85" y="106"/>
                    <a:pt x="88" y="105"/>
                  </a:cubicBezTo>
                  <a:cubicBezTo>
                    <a:pt x="90" y="104"/>
                    <a:pt x="92" y="104"/>
                    <a:pt x="94" y="104"/>
                  </a:cubicBezTo>
                  <a:cubicBezTo>
                    <a:pt x="96" y="104"/>
                    <a:pt x="98" y="104"/>
                    <a:pt x="100" y="104"/>
                  </a:cubicBezTo>
                  <a:cubicBezTo>
                    <a:pt x="101" y="104"/>
                    <a:pt x="101" y="104"/>
                    <a:pt x="101" y="104"/>
                  </a:cubicBezTo>
                  <a:cubicBezTo>
                    <a:pt x="105" y="104"/>
                    <a:pt x="106" y="103"/>
                    <a:pt x="110" y="101"/>
                  </a:cubicBezTo>
                  <a:cubicBezTo>
                    <a:pt x="111" y="101"/>
                    <a:pt x="111" y="101"/>
                    <a:pt x="112" y="101"/>
                  </a:cubicBezTo>
                  <a:cubicBezTo>
                    <a:pt x="114" y="101"/>
                    <a:pt x="115" y="101"/>
                    <a:pt x="117" y="102"/>
                  </a:cubicBezTo>
                  <a:cubicBezTo>
                    <a:pt x="118" y="102"/>
                    <a:pt x="120" y="102"/>
                    <a:pt x="122" y="102"/>
                  </a:cubicBezTo>
                  <a:cubicBezTo>
                    <a:pt x="126" y="102"/>
                    <a:pt x="129" y="101"/>
                    <a:pt x="128" y="96"/>
                  </a:cubicBezTo>
                  <a:cubicBezTo>
                    <a:pt x="128" y="92"/>
                    <a:pt x="123" y="87"/>
                    <a:pt x="121" y="84"/>
                  </a:cubicBezTo>
                  <a:cubicBezTo>
                    <a:pt x="119" y="81"/>
                    <a:pt x="117" y="77"/>
                    <a:pt x="115" y="73"/>
                  </a:cubicBezTo>
                  <a:cubicBezTo>
                    <a:pt x="113" y="64"/>
                    <a:pt x="110" y="55"/>
                    <a:pt x="105" y="46"/>
                  </a:cubicBezTo>
                  <a:cubicBezTo>
                    <a:pt x="100" y="37"/>
                    <a:pt x="92" y="29"/>
                    <a:pt x="85" y="20"/>
                  </a:cubicBezTo>
                  <a:cubicBezTo>
                    <a:pt x="80" y="14"/>
                    <a:pt x="78" y="3"/>
                    <a:pt x="69" y="3"/>
                  </a:cubicBezTo>
                  <a:cubicBezTo>
                    <a:pt x="68" y="3"/>
                    <a:pt x="68" y="3"/>
                    <a:pt x="68" y="3"/>
                  </a:cubicBezTo>
                  <a:cubicBezTo>
                    <a:pt x="60" y="3"/>
                    <a:pt x="54" y="7"/>
                    <a:pt x="47" y="7"/>
                  </a:cubicBezTo>
                  <a:cubicBezTo>
                    <a:pt x="46" y="7"/>
                    <a:pt x="44" y="7"/>
                    <a:pt x="43" y="7"/>
                  </a:cubicBezTo>
                  <a:cubicBezTo>
                    <a:pt x="37" y="6"/>
                    <a:pt x="25" y="5"/>
                    <a:pt x="22" y="0"/>
                  </a:cubicBezTo>
                </a:path>
              </a:pathLst>
            </a:custGeom>
            <a:solidFill>
              <a:srgbClr val="FCF8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6408" name="Freeform 307">
              <a:extLst>
                <a:ext uri="{FF2B5EF4-FFF2-40B4-BE49-F238E27FC236}">
                  <a16:creationId xmlns:a16="http://schemas.microsoft.com/office/drawing/2014/main" id="{03B65209-5133-4535-9C59-15366B750F0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5" y="3514"/>
              <a:ext cx="28" cy="21"/>
            </a:xfrm>
            <a:custGeom>
              <a:avLst/>
              <a:gdLst>
                <a:gd name="T0" fmla="*/ 32 w 23"/>
                <a:gd name="T1" fmla="*/ 0 h 18"/>
                <a:gd name="T2" fmla="*/ 27 w 23"/>
                <a:gd name="T3" fmla="*/ 0 h 18"/>
                <a:gd name="T4" fmla="*/ 19 w 23"/>
                <a:gd name="T5" fmla="*/ 2 h 18"/>
                <a:gd name="T6" fmla="*/ 7 w 23"/>
                <a:gd name="T7" fmla="*/ 21 h 18"/>
                <a:gd name="T8" fmla="*/ 13 w 23"/>
                <a:gd name="T9" fmla="*/ 21 h 18"/>
                <a:gd name="T10" fmla="*/ 15 w 23"/>
                <a:gd name="T11" fmla="*/ 21 h 18"/>
                <a:gd name="T12" fmla="*/ 16 w 23"/>
                <a:gd name="T13" fmla="*/ 21 h 18"/>
                <a:gd name="T14" fmla="*/ 22 w 23"/>
                <a:gd name="T15" fmla="*/ 22 h 18"/>
                <a:gd name="T16" fmla="*/ 28 w 23"/>
                <a:gd name="T17" fmla="*/ 29 h 18"/>
                <a:gd name="T18" fmla="*/ 32 w 23"/>
                <a:gd name="T19" fmla="*/ 29 h 18"/>
                <a:gd name="T20" fmla="*/ 41 w 23"/>
                <a:gd name="T21" fmla="*/ 15 h 18"/>
                <a:gd name="T22" fmla="*/ 32 w 23"/>
                <a:gd name="T23" fmla="*/ 0 h 1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3" h="18">
                  <a:moveTo>
                    <a:pt x="17" y="0"/>
                  </a:moveTo>
                  <a:cubicBezTo>
                    <a:pt x="16" y="0"/>
                    <a:pt x="15" y="0"/>
                    <a:pt x="15" y="0"/>
                  </a:cubicBezTo>
                  <a:cubicBezTo>
                    <a:pt x="11" y="2"/>
                    <a:pt x="11" y="2"/>
                    <a:pt x="11" y="2"/>
                  </a:cubicBezTo>
                  <a:cubicBezTo>
                    <a:pt x="8" y="2"/>
                    <a:pt x="0" y="10"/>
                    <a:pt x="4" y="13"/>
                  </a:cubicBezTo>
                  <a:cubicBezTo>
                    <a:pt x="5" y="13"/>
                    <a:pt x="6" y="13"/>
                    <a:pt x="7" y="13"/>
                  </a:cubicBezTo>
                  <a:cubicBezTo>
                    <a:pt x="8" y="13"/>
                    <a:pt x="8" y="13"/>
                    <a:pt x="8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10" y="13"/>
                    <a:pt x="11" y="13"/>
                    <a:pt x="12" y="14"/>
                  </a:cubicBezTo>
                  <a:cubicBezTo>
                    <a:pt x="14" y="15"/>
                    <a:pt x="14" y="18"/>
                    <a:pt x="16" y="18"/>
                  </a:cubicBezTo>
                  <a:cubicBezTo>
                    <a:pt x="16" y="18"/>
                    <a:pt x="17" y="18"/>
                    <a:pt x="17" y="18"/>
                  </a:cubicBezTo>
                  <a:cubicBezTo>
                    <a:pt x="21" y="18"/>
                    <a:pt x="23" y="13"/>
                    <a:pt x="23" y="9"/>
                  </a:cubicBezTo>
                  <a:cubicBezTo>
                    <a:pt x="23" y="4"/>
                    <a:pt x="21" y="0"/>
                    <a:pt x="17" y="0"/>
                  </a:cubicBezTo>
                </a:path>
              </a:pathLst>
            </a:custGeom>
            <a:solidFill>
              <a:srgbClr val="FDFC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6409" name="Freeform 308">
              <a:extLst>
                <a:ext uri="{FF2B5EF4-FFF2-40B4-BE49-F238E27FC236}">
                  <a16:creationId xmlns:a16="http://schemas.microsoft.com/office/drawing/2014/main" id="{B2D21782-63F2-423C-9642-A94A8745FAB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7" y="3519"/>
              <a:ext cx="18" cy="14"/>
            </a:xfrm>
            <a:custGeom>
              <a:avLst/>
              <a:gdLst>
                <a:gd name="T0" fmla="*/ 14 w 15"/>
                <a:gd name="T1" fmla="*/ 0 h 12"/>
                <a:gd name="T2" fmla="*/ 12 w 15"/>
                <a:gd name="T3" fmla="*/ 0 h 12"/>
                <a:gd name="T4" fmla="*/ 10 w 15"/>
                <a:gd name="T5" fmla="*/ 2 h 12"/>
                <a:gd name="T6" fmla="*/ 14 w 15"/>
                <a:gd name="T7" fmla="*/ 19 h 12"/>
                <a:gd name="T8" fmla="*/ 16 w 15"/>
                <a:gd name="T9" fmla="*/ 18 h 12"/>
                <a:gd name="T10" fmla="*/ 14 w 15"/>
                <a:gd name="T11" fmla="*/ 0 h 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" h="12">
                  <a:moveTo>
                    <a:pt x="8" y="0"/>
                  </a:moveTo>
                  <a:cubicBezTo>
                    <a:pt x="8" y="0"/>
                    <a:pt x="8" y="0"/>
                    <a:pt x="7" y="0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0" y="4"/>
                    <a:pt x="3" y="12"/>
                    <a:pt x="8" y="12"/>
                  </a:cubicBezTo>
                  <a:cubicBezTo>
                    <a:pt x="9" y="12"/>
                    <a:pt x="9" y="11"/>
                    <a:pt x="9" y="11"/>
                  </a:cubicBezTo>
                  <a:cubicBezTo>
                    <a:pt x="15" y="11"/>
                    <a:pt x="11" y="0"/>
                    <a:pt x="8" y="0"/>
                  </a:cubicBezTo>
                </a:path>
              </a:pathLst>
            </a:custGeom>
            <a:solidFill>
              <a:srgbClr val="FDFC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6410" name="Freeform 309">
              <a:extLst>
                <a:ext uri="{FF2B5EF4-FFF2-40B4-BE49-F238E27FC236}">
                  <a16:creationId xmlns:a16="http://schemas.microsoft.com/office/drawing/2014/main" id="{3341C983-264D-4290-8CB9-574BCAE9666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340" y="3519"/>
              <a:ext cx="16" cy="12"/>
            </a:xfrm>
            <a:custGeom>
              <a:avLst/>
              <a:gdLst>
                <a:gd name="T0" fmla="*/ 22 w 13"/>
                <a:gd name="T1" fmla="*/ 1 h 10"/>
                <a:gd name="T2" fmla="*/ 9 w 13"/>
                <a:gd name="T3" fmla="*/ 17 h 10"/>
                <a:gd name="T4" fmla="*/ 11 w 13"/>
                <a:gd name="T5" fmla="*/ 17 h 10"/>
                <a:gd name="T6" fmla="*/ 22 w 13"/>
                <a:gd name="T7" fmla="*/ 1 h 10"/>
                <a:gd name="T8" fmla="*/ 25 w 13"/>
                <a:gd name="T9" fmla="*/ 0 h 10"/>
                <a:gd name="T10" fmla="*/ 22 w 13"/>
                <a:gd name="T11" fmla="*/ 1 h 10"/>
                <a:gd name="T12" fmla="*/ 22 w 13"/>
                <a:gd name="T13" fmla="*/ 1 h 10"/>
                <a:gd name="T14" fmla="*/ 25 w 13"/>
                <a:gd name="T15" fmla="*/ 0 h 1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3" h="10">
                  <a:moveTo>
                    <a:pt x="12" y="1"/>
                  </a:moveTo>
                  <a:cubicBezTo>
                    <a:pt x="8" y="3"/>
                    <a:pt x="0" y="8"/>
                    <a:pt x="5" y="10"/>
                  </a:cubicBezTo>
                  <a:cubicBezTo>
                    <a:pt x="5" y="10"/>
                    <a:pt x="6" y="10"/>
                    <a:pt x="6" y="10"/>
                  </a:cubicBezTo>
                  <a:cubicBezTo>
                    <a:pt x="9" y="10"/>
                    <a:pt x="12" y="4"/>
                    <a:pt x="12" y="1"/>
                  </a:cubicBezTo>
                  <a:moveTo>
                    <a:pt x="13" y="0"/>
                  </a:moveTo>
                  <a:cubicBezTo>
                    <a:pt x="12" y="1"/>
                    <a:pt x="12" y="1"/>
                    <a:pt x="12" y="1"/>
                  </a:cubicBezTo>
                  <a:cubicBezTo>
                    <a:pt x="12" y="1"/>
                    <a:pt x="12" y="1"/>
                    <a:pt x="12" y="1"/>
                  </a:cubicBezTo>
                  <a:cubicBezTo>
                    <a:pt x="12" y="1"/>
                    <a:pt x="13" y="0"/>
                    <a:pt x="13" y="0"/>
                  </a:cubicBezTo>
                </a:path>
              </a:pathLst>
            </a:custGeom>
            <a:solidFill>
              <a:srgbClr val="FDFC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6411" name="Freeform 310">
              <a:extLst>
                <a:ext uri="{FF2B5EF4-FFF2-40B4-BE49-F238E27FC236}">
                  <a16:creationId xmlns:a16="http://schemas.microsoft.com/office/drawing/2014/main" id="{C4C6AF60-E723-43F2-B65A-24C4512AF45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359" y="3509"/>
              <a:ext cx="10" cy="11"/>
            </a:xfrm>
            <a:custGeom>
              <a:avLst/>
              <a:gdLst>
                <a:gd name="T0" fmla="*/ 13 w 8"/>
                <a:gd name="T1" fmla="*/ 1 h 9"/>
                <a:gd name="T2" fmla="*/ 0 w 8"/>
                <a:gd name="T3" fmla="*/ 11 h 9"/>
                <a:gd name="T4" fmla="*/ 1 w 8"/>
                <a:gd name="T5" fmla="*/ 13 h 9"/>
                <a:gd name="T6" fmla="*/ 1 w 8"/>
                <a:gd name="T7" fmla="*/ 15 h 9"/>
                <a:gd name="T8" fmla="*/ 1 w 8"/>
                <a:gd name="T9" fmla="*/ 16 h 9"/>
                <a:gd name="T10" fmla="*/ 5 w 8"/>
                <a:gd name="T11" fmla="*/ 16 h 9"/>
                <a:gd name="T12" fmla="*/ 13 w 8"/>
                <a:gd name="T13" fmla="*/ 7 h 9"/>
                <a:gd name="T14" fmla="*/ 14 w 8"/>
                <a:gd name="T15" fmla="*/ 1 h 9"/>
                <a:gd name="T16" fmla="*/ 13 w 8"/>
                <a:gd name="T17" fmla="*/ 1 h 9"/>
                <a:gd name="T18" fmla="*/ 14 w 8"/>
                <a:gd name="T19" fmla="*/ 1 h 9"/>
                <a:gd name="T20" fmla="*/ 14 w 8"/>
                <a:gd name="T21" fmla="*/ 1 h 9"/>
                <a:gd name="T22" fmla="*/ 14 w 8"/>
                <a:gd name="T23" fmla="*/ 1 h 9"/>
                <a:gd name="T24" fmla="*/ 16 w 8"/>
                <a:gd name="T25" fmla="*/ 1 h 9"/>
                <a:gd name="T26" fmla="*/ 14 w 8"/>
                <a:gd name="T27" fmla="*/ 1 h 9"/>
                <a:gd name="T28" fmla="*/ 14 w 8"/>
                <a:gd name="T29" fmla="*/ 1 h 9"/>
                <a:gd name="T30" fmla="*/ 14 w 8"/>
                <a:gd name="T31" fmla="*/ 0 h 9"/>
                <a:gd name="T32" fmla="*/ 14 w 8"/>
                <a:gd name="T33" fmla="*/ 1 h 9"/>
                <a:gd name="T34" fmla="*/ 14 w 8"/>
                <a:gd name="T35" fmla="*/ 0 h 9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8" h="9">
                  <a:moveTo>
                    <a:pt x="6" y="1"/>
                  </a:moveTo>
                  <a:cubicBezTo>
                    <a:pt x="4" y="1"/>
                    <a:pt x="1" y="4"/>
                    <a:pt x="0" y="6"/>
                  </a:cubicBezTo>
                  <a:cubicBezTo>
                    <a:pt x="0" y="6"/>
                    <a:pt x="0" y="7"/>
                    <a:pt x="1" y="7"/>
                  </a:cubicBezTo>
                  <a:cubicBezTo>
                    <a:pt x="1" y="7"/>
                    <a:pt x="1" y="8"/>
                    <a:pt x="1" y="8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4" y="9"/>
                    <a:pt x="6" y="5"/>
                    <a:pt x="6" y="4"/>
                  </a:cubicBezTo>
                  <a:cubicBezTo>
                    <a:pt x="7" y="3"/>
                    <a:pt x="7" y="2"/>
                    <a:pt x="7" y="1"/>
                  </a:cubicBezTo>
                  <a:cubicBezTo>
                    <a:pt x="7" y="1"/>
                    <a:pt x="7" y="1"/>
                    <a:pt x="6" y="1"/>
                  </a:cubicBezTo>
                  <a:moveTo>
                    <a:pt x="7" y="1"/>
                  </a:moveTo>
                  <a:cubicBezTo>
                    <a:pt x="7" y="1"/>
                    <a:pt x="7" y="1"/>
                    <a:pt x="7" y="1"/>
                  </a:cubicBezTo>
                  <a:cubicBezTo>
                    <a:pt x="7" y="1"/>
                    <a:pt x="7" y="1"/>
                    <a:pt x="7" y="1"/>
                  </a:cubicBezTo>
                  <a:cubicBezTo>
                    <a:pt x="7" y="1"/>
                    <a:pt x="7" y="1"/>
                    <a:pt x="8" y="1"/>
                  </a:cubicBezTo>
                  <a:cubicBezTo>
                    <a:pt x="7" y="1"/>
                    <a:pt x="7" y="1"/>
                    <a:pt x="7" y="1"/>
                  </a:cubicBezTo>
                  <a:cubicBezTo>
                    <a:pt x="7" y="1"/>
                    <a:pt x="7" y="1"/>
                    <a:pt x="7" y="1"/>
                  </a:cubicBezTo>
                  <a:moveTo>
                    <a:pt x="7" y="0"/>
                  </a:moveTo>
                  <a:cubicBezTo>
                    <a:pt x="7" y="0"/>
                    <a:pt x="7" y="0"/>
                    <a:pt x="7" y="1"/>
                  </a:cubicBezTo>
                  <a:cubicBezTo>
                    <a:pt x="7" y="0"/>
                    <a:pt x="7" y="0"/>
                    <a:pt x="7" y="0"/>
                  </a:cubicBezTo>
                </a:path>
              </a:pathLst>
            </a:custGeom>
            <a:solidFill>
              <a:srgbClr val="FDFC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6412" name="Freeform 311">
              <a:extLst>
                <a:ext uri="{FF2B5EF4-FFF2-40B4-BE49-F238E27FC236}">
                  <a16:creationId xmlns:a16="http://schemas.microsoft.com/office/drawing/2014/main" id="{C846490A-4F3A-4084-86F6-0E4964ABEA4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9" y="3516"/>
              <a:ext cx="1" cy="3"/>
            </a:xfrm>
            <a:custGeom>
              <a:avLst/>
              <a:gdLst>
                <a:gd name="T0" fmla="*/ 0 w 1"/>
                <a:gd name="T1" fmla="*/ 0 h 2"/>
                <a:gd name="T2" fmla="*/ 1 w 1"/>
                <a:gd name="T3" fmla="*/ 8 h 2"/>
                <a:gd name="T4" fmla="*/ 1 w 1"/>
                <a:gd name="T5" fmla="*/ 5 h 2"/>
                <a:gd name="T6" fmla="*/ 0 w 1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0" y="1"/>
                    <a:pt x="0" y="2"/>
                    <a:pt x="1" y="2"/>
                  </a:cubicBezTo>
                  <a:cubicBezTo>
                    <a:pt x="1" y="2"/>
                    <a:pt x="1" y="1"/>
                    <a:pt x="1" y="1"/>
                  </a:cubicBezTo>
                  <a:cubicBezTo>
                    <a:pt x="0" y="1"/>
                    <a:pt x="0" y="0"/>
                    <a:pt x="0" y="0"/>
                  </a:cubicBezTo>
                </a:path>
              </a:pathLst>
            </a:custGeom>
            <a:solidFill>
              <a:srgbClr val="BBB7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6413" name="Freeform 312">
              <a:extLst>
                <a:ext uri="{FF2B5EF4-FFF2-40B4-BE49-F238E27FC236}">
                  <a16:creationId xmlns:a16="http://schemas.microsoft.com/office/drawing/2014/main" id="{6F38DCF2-115B-4BCB-9F0B-0E76C3D6D13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3" y="3469"/>
              <a:ext cx="20" cy="16"/>
            </a:xfrm>
            <a:custGeom>
              <a:avLst/>
              <a:gdLst>
                <a:gd name="T0" fmla="*/ 9 w 17"/>
                <a:gd name="T1" fmla="*/ 0 h 13"/>
                <a:gd name="T2" fmla="*/ 1 w 17"/>
                <a:gd name="T3" fmla="*/ 6 h 13"/>
                <a:gd name="T4" fmla="*/ 15 w 17"/>
                <a:gd name="T5" fmla="*/ 18 h 13"/>
                <a:gd name="T6" fmla="*/ 22 w 17"/>
                <a:gd name="T7" fmla="*/ 25 h 13"/>
                <a:gd name="T8" fmla="*/ 22 w 17"/>
                <a:gd name="T9" fmla="*/ 25 h 13"/>
                <a:gd name="T10" fmla="*/ 16 w 17"/>
                <a:gd name="T11" fmla="*/ 7 h 13"/>
                <a:gd name="T12" fmla="*/ 19 w 17"/>
                <a:gd name="T13" fmla="*/ 6 h 13"/>
                <a:gd name="T14" fmla="*/ 22 w 17"/>
                <a:gd name="T15" fmla="*/ 7 h 13"/>
                <a:gd name="T16" fmla="*/ 28 w 17"/>
                <a:gd name="T17" fmla="*/ 9 h 13"/>
                <a:gd name="T18" fmla="*/ 28 w 17"/>
                <a:gd name="T19" fmla="*/ 9 h 13"/>
                <a:gd name="T20" fmla="*/ 22 w 17"/>
                <a:gd name="T21" fmla="*/ 1 h 13"/>
                <a:gd name="T22" fmla="*/ 9 w 17"/>
                <a:gd name="T23" fmla="*/ 0 h 1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7" h="13">
                  <a:moveTo>
                    <a:pt x="6" y="0"/>
                  </a:moveTo>
                  <a:cubicBezTo>
                    <a:pt x="2" y="0"/>
                    <a:pt x="0" y="1"/>
                    <a:pt x="1" y="3"/>
                  </a:cubicBezTo>
                  <a:cubicBezTo>
                    <a:pt x="2" y="6"/>
                    <a:pt x="6" y="8"/>
                    <a:pt x="9" y="10"/>
                  </a:cubicBezTo>
                  <a:cubicBezTo>
                    <a:pt x="10" y="11"/>
                    <a:pt x="12" y="13"/>
                    <a:pt x="14" y="13"/>
                  </a:cubicBezTo>
                  <a:cubicBezTo>
                    <a:pt x="14" y="13"/>
                    <a:pt x="14" y="13"/>
                    <a:pt x="14" y="13"/>
                  </a:cubicBezTo>
                  <a:cubicBezTo>
                    <a:pt x="14" y="11"/>
                    <a:pt x="9" y="6"/>
                    <a:pt x="10" y="4"/>
                  </a:cubicBezTo>
                  <a:cubicBezTo>
                    <a:pt x="10" y="4"/>
                    <a:pt x="11" y="3"/>
                    <a:pt x="12" y="3"/>
                  </a:cubicBezTo>
                  <a:cubicBezTo>
                    <a:pt x="12" y="3"/>
                    <a:pt x="13" y="4"/>
                    <a:pt x="14" y="4"/>
                  </a:cubicBezTo>
                  <a:cubicBezTo>
                    <a:pt x="15" y="4"/>
                    <a:pt x="16" y="5"/>
                    <a:pt x="17" y="5"/>
                  </a:cubicBezTo>
                  <a:cubicBezTo>
                    <a:pt x="17" y="5"/>
                    <a:pt x="17" y="5"/>
                    <a:pt x="17" y="5"/>
                  </a:cubicBezTo>
                  <a:cubicBezTo>
                    <a:pt x="14" y="1"/>
                    <a:pt x="14" y="1"/>
                    <a:pt x="14" y="1"/>
                  </a:cubicBezTo>
                  <a:cubicBezTo>
                    <a:pt x="13" y="1"/>
                    <a:pt x="9" y="0"/>
                    <a:pt x="6" y="0"/>
                  </a:cubicBezTo>
                </a:path>
              </a:pathLst>
            </a:custGeom>
            <a:solidFill>
              <a:srgbClr val="FDFC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6414" name="Freeform 313">
              <a:extLst>
                <a:ext uri="{FF2B5EF4-FFF2-40B4-BE49-F238E27FC236}">
                  <a16:creationId xmlns:a16="http://schemas.microsoft.com/office/drawing/2014/main" id="{0A9295D0-0F44-41B8-85FF-37C2689904C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0" y="3499"/>
              <a:ext cx="23" cy="20"/>
            </a:xfrm>
            <a:custGeom>
              <a:avLst/>
              <a:gdLst>
                <a:gd name="T0" fmla="*/ 34 w 19"/>
                <a:gd name="T1" fmla="*/ 10 h 16"/>
                <a:gd name="T2" fmla="*/ 1 w 19"/>
                <a:gd name="T3" fmla="*/ 31 h 16"/>
                <a:gd name="T4" fmla="*/ 6 w 19"/>
                <a:gd name="T5" fmla="*/ 8 h 16"/>
                <a:gd name="T6" fmla="*/ 28 w 19"/>
                <a:gd name="T7" fmla="*/ 6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16">
                  <a:moveTo>
                    <a:pt x="19" y="5"/>
                  </a:moveTo>
                  <a:cubicBezTo>
                    <a:pt x="11" y="3"/>
                    <a:pt x="5" y="11"/>
                    <a:pt x="1" y="16"/>
                  </a:cubicBezTo>
                  <a:cubicBezTo>
                    <a:pt x="0" y="12"/>
                    <a:pt x="0" y="7"/>
                    <a:pt x="3" y="4"/>
                  </a:cubicBezTo>
                  <a:cubicBezTo>
                    <a:pt x="6" y="1"/>
                    <a:pt x="13" y="0"/>
                    <a:pt x="16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6415" name="Freeform 314">
              <a:extLst>
                <a:ext uri="{FF2B5EF4-FFF2-40B4-BE49-F238E27FC236}">
                  <a16:creationId xmlns:a16="http://schemas.microsoft.com/office/drawing/2014/main" id="{330991D9-1127-444C-B43E-8EB4E839AFE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5" y="3507"/>
              <a:ext cx="11" cy="8"/>
            </a:xfrm>
            <a:custGeom>
              <a:avLst/>
              <a:gdLst>
                <a:gd name="T0" fmla="*/ 16 w 9"/>
                <a:gd name="T1" fmla="*/ 8 h 7"/>
                <a:gd name="T2" fmla="*/ 1 w 9"/>
                <a:gd name="T3" fmla="*/ 10 h 7"/>
                <a:gd name="T4" fmla="*/ 1 w 9"/>
                <a:gd name="T5" fmla="*/ 2 h 7"/>
                <a:gd name="T6" fmla="*/ 11 w 9"/>
                <a:gd name="T7" fmla="*/ 2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7">
                  <a:moveTo>
                    <a:pt x="9" y="5"/>
                  </a:moveTo>
                  <a:cubicBezTo>
                    <a:pt x="6" y="3"/>
                    <a:pt x="3" y="7"/>
                    <a:pt x="1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5" y="1"/>
                    <a:pt x="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6416" name="Freeform 315">
              <a:extLst>
                <a:ext uri="{FF2B5EF4-FFF2-40B4-BE49-F238E27FC236}">
                  <a16:creationId xmlns:a16="http://schemas.microsoft.com/office/drawing/2014/main" id="{2ED7E0B7-A936-4D53-AB2D-36B8710DE09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6" y="3508"/>
              <a:ext cx="6" cy="5"/>
            </a:xfrm>
            <a:custGeom>
              <a:avLst/>
              <a:gdLst>
                <a:gd name="T0" fmla="*/ 8 w 5"/>
                <a:gd name="T1" fmla="*/ 6 h 4"/>
                <a:gd name="T2" fmla="*/ 2 w 5"/>
                <a:gd name="T3" fmla="*/ 8 h 4"/>
                <a:gd name="T4" fmla="*/ 1 w 5"/>
                <a:gd name="T5" fmla="*/ 0 h 4"/>
                <a:gd name="T6" fmla="*/ 6 w 5"/>
                <a:gd name="T7" fmla="*/ 1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4">
                  <a:moveTo>
                    <a:pt x="5" y="3"/>
                  </a:moveTo>
                  <a:cubicBezTo>
                    <a:pt x="4" y="3"/>
                    <a:pt x="3" y="3"/>
                    <a:pt x="2" y="4"/>
                  </a:cubicBezTo>
                  <a:cubicBezTo>
                    <a:pt x="1" y="3"/>
                    <a:pt x="0" y="2"/>
                    <a:pt x="1" y="0"/>
                  </a:cubicBezTo>
                  <a:cubicBezTo>
                    <a:pt x="2" y="0"/>
                    <a:pt x="2" y="0"/>
                    <a:pt x="3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6417" name="Freeform 316">
              <a:extLst>
                <a:ext uri="{FF2B5EF4-FFF2-40B4-BE49-F238E27FC236}">
                  <a16:creationId xmlns:a16="http://schemas.microsoft.com/office/drawing/2014/main" id="{BC5ED032-7076-429B-8A44-2CF1B998A5E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4" y="3499"/>
              <a:ext cx="4" cy="4"/>
            </a:xfrm>
            <a:custGeom>
              <a:avLst/>
              <a:gdLst>
                <a:gd name="T0" fmla="*/ 7 w 3"/>
                <a:gd name="T1" fmla="*/ 5 h 3"/>
                <a:gd name="T2" fmla="*/ 0 w 3"/>
                <a:gd name="T3" fmla="*/ 7 h 3"/>
                <a:gd name="T4" fmla="*/ 0 w 3"/>
                <a:gd name="T5" fmla="*/ 1 h 3"/>
                <a:gd name="T6" fmla="*/ 7 w 3"/>
                <a:gd name="T7" fmla="*/ 1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3">
                  <a:moveTo>
                    <a:pt x="3" y="2"/>
                  </a:moveTo>
                  <a:cubicBezTo>
                    <a:pt x="2" y="2"/>
                    <a:pt x="1" y="3"/>
                    <a:pt x="0" y="3"/>
                  </a:cubicBezTo>
                  <a:cubicBezTo>
                    <a:pt x="0" y="2"/>
                    <a:pt x="0" y="1"/>
                    <a:pt x="0" y="1"/>
                  </a:cubicBezTo>
                  <a:cubicBezTo>
                    <a:pt x="1" y="0"/>
                    <a:pt x="2" y="1"/>
                    <a:pt x="3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6418" name="Freeform 317">
              <a:extLst>
                <a:ext uri="{FF2B5EF4-FFF2-40B4-BE49-F238E27FC236}">
                  <a16:creationId xmlns:a16="http://schemas.microsoft.com/office/drawing/2014/main" id="{E0AD8549-1A7D-43D7-9CE7-BEFA66E503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0" y="1944"/>
              <a:ext cx="27" cy="104"/>
            </a:xfrm>
            <a:custGeom>
              <a:avLst/>
              <a:gdLst>
                <a:gd name="T0" fmla="*/ 32 w 22"/>
                <a:gd name="T1" fmla="*/ 0 h 87"/>
                <a:gd name="T2" fmla="*/ 31 w 22"/>
                <a:gd name="T3" fmla="*/ 36 h 87"/>
                <a:gd name="T4" fmla="*/ 14 w 22"/>
                <a:gd name="T5" fmla="*/ 67 h 87"/>
                <a:gd name="T6" fmla="*/ 17 w 22"/>
                <a:gd name="T7" fmla="*/ 112 h 87"/>
                <a:gd name="T8" fmla="*/ 9 w 22"/>
                <a:gd name="T9" fmla="*/ 148 h 87"/>
                <a:gd name="T10" fmla="*/ 9 w 22"/>
                <a:gd name="T11" fmla="*/ 111 h 87"/>
                <a:gd name="T12" fmla="*/ 1 w 22"/>
                <a:gd name="T13" fmla="*/ 72 h 87"/>
                <a:gd name="T14" fmla="*/ 7 w 22"/>
                <a:gd name="T15" fmla="*/ 42 h 87"/>
                <a:gd name="T16" fmla="*/ 26 w 22"/>
                <a:gd name="T17" fmla="*/ 6 h 8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2" h="87">
                  <a:moveTo>
                    <a:pt x="17" y="0"/>
                  </a:moveTo>
                  <a:cubicBezTo>
                    <a:pt x="19" y="8"/>
                    <a:pt x="22" y="14"/>
                    <a:pt x="16" y="21"/>
                  </a:cubicBezTo>
                  <a:cubicBezTo>
                    <a:pt x="11" y="27"/>
                    <a:pt x="7" y="31"/>
                    <a:pt x="7" y="39"/>
                  </a:cubicBezTo>
                  <a:cubicBezTo>
                    <a:pt x="7" y="49"/>
                    <a:pt x="8" y="57"/>
                    <a:pt x="9" y="66"/>
                  </a:cubicBezTo>
                  <a:cubicBezTo>
                    <a:pt x="9" y="71"/>
                    <a:pt x="11" y="85"/>
                    <a:pt x="5" y="87"/>
                  </a:cubicBezTo>
                  <a:cubicBezTo>
                    <a:pt x="5" y="80"/>
                    <a:pt x="5" y="73"/>
                    <a:pt x="5" y="65"/>
                  </a:cubicBezTo>
                  <a:cubicBezTo>
                    <a:pt x="4" y="58"/>
                    <a:pt x="1" y="50"/>
                    <a:pt x="1" y="42"/>
                  </a:cubicBezTo>
                  <a:cubicBezTo>
                    <a:pt x="0" y="36"/>
                    <a:pt x="1" y="29"/>
                    <a:pt x="4" y="24"/>
                  </a:cubicBezTo>
                  <a:cubicBezTo>
                    <a:pt x="7" y="16"/>
                    <a:pt x="15" y="13"/>
                    <a:pt x="14" y="3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6419" name="Freeform 318">
              <a:extLst>
                <a:ext uri="{FF2B5EF4-FFF2-40B4-BE49-F238E27FC236}">
                  <a16:creationId xmlns:a16="http://schemas.microsoft.com/office/drawing/2014/main" id="{35D7E925-BDBC-4760-A838-74D30A8E49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1" y="1849"/>
              <a:ext cx="116" cy="74"/>
            </a:xfrm>
            <a:custGeom>
              <a:avLst/>
              <a:gdLst>
                <a:gd name="T0" fmla="*/ 2 w 97"/>
                <a:gd name="T1" fmla="*/ 10 h 62"/>
                <a:gd name="T2" fmla="*/ 0 w 97"/>
                <a:gd name="T3" fmla="*/ 51 h 62"/>
                <a:gd name="T4" fmla="*/ 59 w 97"/>
                <a:gd name="T5" fmla="*/ 45 h 62"/>
                <a:gd name="T6" fmla="*/ 81 w 97"/>
                <a:gd name="T7" fmla="*/ 56 h 62"/>
                <a:gd name="T8" fmla="*/ 105 w 97"/>
                <a:gd name="T9" fmla="*/ 58 h 62"/>
                <a:gd name="T10" fmla="*/ 163 w 97"/>
                <a:gd name="T11" fmla="*/ 105 h 62"/>
                <a:gd name="T12" fmla="*/ 158 w 97"/>
                <a:gd name="T13" fmla="*/ 58 h 62"/>
                <a:gd name="T14" fmla="*/ 120 w 97"/>
                <a:gd name="T15" fmla="*/ 25 h 62"/>
                <a:gd name="T16" fmla="*/ 73 w 97"/>
                <a:gd name="T17" fmla="*/ 10 h 62"/>
                <a:gd name="T18" fmla="*/ 16 w 97"/>
                <a:gd name="T19" fmla="*/ 8 h 6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97" h="62">
                  <a:moveTo>
                    <a:pt x="2" y="6"/>
                  </a:moveTo>
                  <a:cubicBezTo>
                    <a:pt x="2" y="14"/>
                    <a:pt x="0" y="23"/>
                    <a:pt x="0" y="30"/>
                  </a:cubicBezTo>
                  <a:cubicBezTo>
                    <a:pt x="11" y="32"/>
                    <a:pt x="23" y="23"/>
                    <a:pt x="34" y="27"/>
                  </a:cubicBezTo>
                  <a:cubicBezTo>
                    <a:pt x="40" y="29"/>
                    <a:pt x="40" y="34"/>
                    <a:pt x="48" y="33"/>
                  </a:cubicBezTo>
                  <a:cubicBezTo>
                    <a:pt x="53" y="33"/>
                    <a:pt x="57" y="33"/>
                    <a:pt x="62" y="34"/>
                  </a:cubicBezTo>
                  <a:cubicBezTo>
                    <a:pt x="78" y="39"/>
                    <a:pt x="85" y="51"/>
                    <a:pt x="95" y="62"/>
                  </a:cubicBezTo>
                  <a:cubicBezTo>
                    <a:pt x="97" y="55"/>
                    <a:pt x="96" y="41"/>
                    <a:pt x="92" y="34"/>
                  </a:cubicBezTo>
                  <a:cubicBezTo>
                    <a:pt x="87" y="25"/>
                    <a:pt x="80" y="18"/>
                    <a:pt x="70" y="15"/>
                  </a:cubicBezTo>
                  <a:cubicBezTo>
                    <a:pt x="61" y="11"/>
                    <a:pt x="52" y="8"/>
                    <a:pt x="43" y="6"/>
                  </a:cubicBezTo>
                  <a:cubicBezTo>
                    <a:pt x="34" y="5"/>
                    <a:pt x="17" y="0"/>
                    <a:pt x="9" y="5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6420" name="Freeform 319">
              <a:extLst>
                <a:ext uri="{FF2B5EF4-FFF2-40B4-BE49-F238E27FC236}">
                  <a16:creationId xmlns:a16="http://schemas.microsoft.com/office/drawing/2014/main" id="{5662D30B-CAB8-47CF-B45B-BADAD9D190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3" y="1971"/>
              <a:ext cx="25" cy="87"/>
            </a:xfrm>
            <a:custGeom>
              <a:avLst/>
              <a:gdLst>
                <a:gd name="T0" fmla="*/ 7 w 21"/>
                <a:gd name="T1" fmla="*/ 0 h 72"/>
                <a:gd name="T2" fmla="*/ 18 w 21"/>
                <a:gd name="T3" fmla="*/ 60 h 72"/>
                <a:gd name="T4" fmla="*/ 32 w 21"/>
                <a:gd name="T5" fmla="*/ 111 h 72"/>
                <a:gd name="T6" fmla="*/ 25 w 21"/>
                <a:gd name="T7" fmla="*/ 121 h 72"/>
                <a:gd name="T8" fmla="*/ 17 w 21"/>
                <a:gd name="T9" fmla="*/ 92 h 72"/>
                <a:gd name="T10" fmla="*/ 7 w 21"/>
                <a:gd name="T11" fmla="*/ 54 h 72"/>
                <a:gd name="T12" fmla="*/ 6 w 21"/>
                <a:gd name="T13" fmla="*/ 7 h 7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" h="72">
                  <a:moveTo>
                    <a:pt x="4" y="0"/>
                  </a:moveTo>
                  <a:cubicBezTo>
                    <a:pt x="0" y="11"/>
                    <a:pt x="9" y="24"/>
                    <a:pt x="11" y="34"/>
                  </a:cubicBezTo>
                  <a:cubicBezTo>
                    <a:pt x="14" y="44"/>
                    <a:pt x="17" y="53"/>
                    <a:pt x="19" y="63"/>
                  </a:cubicBezTo>
                  <a:cubicBezTo>
                    <a:pt x="20" y="68"/>
                    <a:pt x="21" y="72"/>
                    <a:pt x="15" y="69"/>
                  </a:cubicBezTo>
                  <a:cubicBezTo>
                    <a:pt x="9" y="66"/>
                    <a:pt x="11" y="58"/>
                    <a:pt x="10" y="52"/>
                  </a:cubicBezTo>
                  <a:cubicBezTo>
                    <a:pt x="8" y="45"/>
                    <a:pt x="5" y="39"/>
                    <a:pt x="4" y="31"/>
                  </a:cubicBezTo>
                  <a:cubicBezTo>
                    <a:pt x="3" y="22"/>
                    <a:pt x="3" y="13"/>
                    <a:pt x="3" y="4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6421" name="Freeform 320">
              <a:extLst>
                <a:ext uri="{FF2B5EF4-FFF2-40B4-BE49-F238E27FC236}">
                  <a16:creationId xmlns:a16="http://schemas.microsoft.com/office/drawing/2014/main" id="{72330320-285E-4C9E-85E0-8C1205A9B5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3" y="1895"/>
              <a:ext cx="26" cy="90"/>
            </a:xfrm>
            <a:custGeom>
              <a:avLst/>
              <a:gdLst>
                <a:gd name="T0" fmla="*/ 40 w 21"/>
                <a:gd name="T1" fmla="*/ 0 h 75"/>
                <a:gd name="T2" fmla="*/ 21 w 21"/>
                <a:gd name="T3" fmla="*/ 130 h 75"/>
                <a:gd name="T4" fmla="*/ 25 w 21"/>
                <a:gd name="T5" fmla="*/ 60 h 75"/>
                <a:gd name="T6" fmla="*/ 38 w 21"/>
                <a:gd name="T7" fmla="*/ 7 h 7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75">
                  <a:moveTo>
                    <a:pt x="21" y="0"/>
                  </a:moveTo>
                  <a:cubicBezTo>
                    <a:pt x="17" y="27"/>
                    <a:pt x="0" y="47"/>
                    <a:pt x="11" y="75"/>
                  </a:cubicBezTo>
                  <a:cubicBezTo>
                    <a:pt x="12" y="62"/>
                    <a:pt x="10" y="49"/>
                    <a:pt x="13" y="35"/>
                  </a:cubicBezTo>
                  <a:cubicBezTo>
                    <a:pt x="15" y="25"/>
                    <a:pt x="21" y="14"/>
                    <a:pt x="20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6422" name="Freeform 321">
              <a:extLst>
                <a:ext uri="{FF2B5EF4-FFF2-40B4-BE49-F238E27FC236}">
                  <a16:creationId xmlns:a16="http://schemas.microsoft.com/office/drawing/2014/main" id="{9FF80365-220A-4A58-9191-34ED8FA0FB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6" y="2022"/>
              <a:ext cx="17" cy="36"/>
            </a:xfrm>
            <a:custGeom>
              <a:avLst/>
              <a:gdLst>
                <a:gd name="T0" fmla="*/ 16 w 14"/>
                <a:gd name="T1" fmla="*/ 6 h 30"/>
                <a:gd name="T2" fmla="*/ 1 w 14"/>
                <a:gd name="T3" fmla="*/ 42 h 30"/>
                <a:gd name="T4" fmla="*/ 18 w 14"/>
                <a:gd name="T5" fmla="*/ 46 h 30"/>
                <a:gd name="T6" fmla="*/ 19 w 14"/>
                <a:gd name="T7" fmla="*/ 8 h 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30">
                  <a:moveTo>
                    <a:pt x="9" y="3"/>
                  </a:moveTo>
                  <a:cubicBezTo>
                    <a:pt x="2" y="0"/>
                    <a:pt x="0" y="19"/>
                    <a:pt x="1" y="24"/>
                  </a:cubicBezTo>
                  <a:cubicBezTo>
                    <a:pt x="2" y="27"/>
                    <a:pt x="7" y="30"/>
                    <a:pt x="10" y="27"/>
                  </a:cubicBezTo>
                  <a:cubicBezTo>
                    <a:pt x="14" y="23"/>
                    <a:pt x="13" y="9"/>
                    <a:pt x="11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6423" name="Freeform 322">
              <a:extLst>
                <a:ext uri="{FF2B5EF4-FFF2-40B4-BE49-F238E27FC236}">
                  <a16:creationId xmlns:a16="http://schemas.microsoft.com/office/drawing/2014/main" id="{EFBE194F-42EF-4CEC-8E22-77AE240BBCB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3" y="1824"/>
              <a:ext cx="154" cy="299"/>
            </a:xfrm>
            <a:custGeom>
              <a:avLst/>
              <a:gdLst>
                <a:gd name="T0" fmla="*/ 23 w 129"/>
                <a:gd name="T1" fmla="*/ 94 h 249"/>
                <a:gd name="T2" fmla="*/ 19 w 129"/>
                <a:gd name="T3" fmla="*/ 137 h 249"/>
                <a:gd name="T4" fmla="*/ 16 w 129"/>
                <a:gd name="T5" fmla="*/ 193 h 249"/>
                <a:gd name="T6" fmla="*/ 8 w 129"/>
                <a:gd name="T7" fmla="*/ 281 h 249"/>
                <a:gd name="T8" fmla="*/ 23 w 129"/>
                <a:gd name="T9" fmla="*/ 343 h 249"/>
                <a:gd name="T10" fmla="*/ 43 w 129"/>
                <a:gd name="T11" fmla="*/ 336 h 249"/>
                <a:gd name="T12" fmla="*/ 72 w 129"/>
                <a:gd name="T13" fmla="*/ 299 h 249"/>
                <a:gd name="T14" fmla="*/ 75 w 129"/>
                <a:gd name="T15" fmla="*/ 239 h 249"/>
                <a:gd name="T16" fmla="*/ 82 w 129"/>
                <a:gd name="T17" fmla="*/ 201 h 249"/>
                <a:gd name="T18" fmla="*/ 96 w 129"/>
                <a:gd name="T19" fmla="*/ 216 h 249"/>
                <a:gd name="T20" fmla="*/ 111 w 129"/>
                <a:gd name="T21" fmla="*/ 241 h 249"/>
                <a:gd name="T22" fmla="*/ 115 w 129"/>
                <a:gd name="T23" fmla="*/ 261 h 249"/>
                <a:gd name="T24" fmla="*/ 107 w 129"/>
                <a:gd name="T25" fmla="*/ 307 h 249"/>
                <a:gd name="T26" fmla="*/ 81 w 129"/>
                <a:gd name="T27" fmla="*/ 322 h 249"/>
                <a:gd name="T28" fmla="*/ 79 w 129"/>
                <a:gd name="T29" fmla="*/ 345 h 249"/>
                <a:gd name="T30" fmla="*/ 51 w 129"/>
                <a:gd name="T31" fmla="*/ 352 h 249"/>
                <a:gd name="T32" fmla="*/ 50 w 129"/>
                <a:gd name="T33" fmla="*/ 373 h 249"/>
                <a:gd name="T34" fmla="*/ 27 w 129"/>
                <a:gd name="T35" fmla="*/ 412 h 249"/>
                <a:gd name="T36" fmla="*/ 42 w 129"/>
                <a:gd name="T37" fmla="*/ 417 h 249"/>
                <a:gd name="T38" fmla="*/ 72 w 129"/>
                <a:gd name="T39" fmla="*/ 419 h 249"/>
                <a:gd name="T40" fmla="*/ 115 w 129"/>
                <a:gd name="T41" fmla="*/ 389 h 249"/>
                <a:gd name="T42" fmla="*/ 159 w 129"/>
                <a:gd name="T43" fmla="*/ 351 h 249"/>
                <a:gd name="T44" fmla="*/ 184 w 129"/>
                <a:gd name="T45" fmla="*/ 335 h 249"/>
                <a:gd name="T46" fmla="*/ 191 w 129"/>
                <a:gd name="T47" fmla="*/ 307 h 249"/>
                <a:gd name="T48" fmla="*/ 201 w 129"/>
                <a:gd name="T49" fmla="*/ 256 h 249"/>
                <a:gd name="T50" fmla="*/ 220 w 129"/>
                <a:gd name="T51" fmla="*/ 205 h 249"/>
                <a:gd name="T52" fmla="*/ 209 w 129"/>
                <a:gd name="T53" fmla="*/ 138 h 249"/>
                <a:gd name="T54" fmla="*/ 192 w 129"/>
                <a:gd name="T55" fmla="*/ 37 h 249"/>
                <a:gd name="T56" fmla="*/ 23 w 129"/>
                <a:gd name="T57" fmla="*/ 94 h 249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129" h="249">
                  <a:moveTo>
                    <a:pt x="13" y="54"/>
                  </a:moveTo>
                  <a:cubicBezTo>
                    <a:pt x="13" y="54"/>
                    <a:pt x="12" y="68"/>
                    <a:pt x="11" y="79"/>
                  </a:cubicBezTo>
                  <a:cubicBezTo>
                    <a:pt x="10" y="89"/>
                    <a:pt x="10" y="98"/>
                    <a:pt x="9" y="112"/>
                  </a:cubicBezTo>
                  <a:cubicBezTo>
                    <a:pt x="9" y="126"/>
                    <a:pt x="6" y="153"/>
                    <a:pt x="5" y="162"/>
                  </a:cubicBezTo>
                  <a:cubicBezTo>
                    <a:pt x="3" y="172"/>
                    <a:pt x="0" y="195"/>
                    <a:pt x="13" y="198"/>
                  </a:cubicBezTo>
                  <a:cubicBezTo>
                    <a:pt x="22" y="200"/>
                    <a:pt x="25" y="194"/>
                    <a:pt x="25" y="194"/>
                  </a:cubicBezTo>
                  <a:cubicBezTo>
                    <a:pt x="25" y="194"/>
                    <a:pt x="39" y="185"/>
                    <a:pt x="42" y="172"/>
                  </a:cubicBezTo>
                  <a:cubicBezTo>
                    <a:pt x="45" y="158"/>
                    <a:pt x="40" y="147"/>
                    <a:pt x="44" y="138"/>
                  </a:cubicBezTo>
                  <a:cubicBezTo>
                    <a:pt x="48" y="129"/>
                    <a:pt x="49" y="116"/>
                    <a:pt x="49" y="116"/>
                  </a:cubicBezTo>
                  <a:cubicBezTo>
                    <a:pt x="49" y="116"/>
                    <a:pt x="53" y="119"/>
                    <a:pt x="56" y="125"/>
                  </a:cubicBezTo>
                  <a:cubicBezTo>
                    <a:pt x="59" y="130"/>
                    <a:pt x="62" y="137"/>
                    <a:pt x="65" y="139"/>
                  </a:cubicBezTo>
                  <a:cubicBezTo>
                    <a:pt x="69" y="141"/>
                    <a:pt x="67" y="145"/>
                    <a:pt x="67" y="151"/>
                  </a:cubicBezTo>
                  <a:cubicBezTo>
                    <a:pt x="66" y="156"/>
                    <a:pt x="63" y="177"/>
                    <a:pt x="63" y="177"/>
                  </a:cubicBezTo>
                  <a:cubicBezTo>
                    <a:pt x="63" y="177"/>
                    <a:pt x="50" y="178"/>
                    <a:pt x="48" y="186"/>
                  </a:cubicBezTo>
                  <a:cubicBezTo>
                    <a:pt x="47" y="194"/>
                    <a:pt x="46" y="199"/>
                    <a:pt x="46" y="199"/>
                  </a:cubicBezTo>
                  <a:cubicBezTo>
                    <a:pt x="46" y="199"/>
                    <a:pt x="34" y="199"/>
                    <a:pt x="30" y="203"/>
                  </a:cubicBezTo>
                  <a:cubicBezTo>
                    <a:pt x="26" y="207"/>
                    <a:pt x="29" y="216"/>
                    <a:pt x="29" y="216"/>
                  </a:cubicBezTo>
                  <a:cubicBezTo>
                    <a:pt x="29" y="216"/>
                    <a:pt x="12" y="226"/>
                    <a:pt x="16" y="238"/>
                  </a:cubicBezTo>
                  <a:cubicBezTo>
                    <a:pt x="18" y="241"/>
                    <a:pt x="24" y="241"/>
                    <a:pt x="24" y="241"/>
                  </a:cubicBezTo>
                  <a:cubicBezTo>
                    <a:pt x="24" y="241"/>
                    <a:pt x="30" y="249"/>
                    <a:pt x="42" y="242"/>
                  </a:cubicBezTo>
                  <a:cubicBezTo>
                    <a:pt x="53" y="235"/>
                    <a:pt x="61" y="229"/>
                    <a:pt x="67" y="225"/>
                  </a:cubicBezTo>
                  <a:cubicBezTo>
                    <a:pt x="73" y="222"/>
                    <a:pt x="90" y="206"/>
                    <a:pt x="93" y="202"/>
                  </a:cubicBezTo>
                  <a:cubicBezTo>
                    <a:pt x="93" y="202"/>
                    <a:pt x="105" y="195"/>
                    <a:pt x="108" y="193"/>
                  </a:cubicBezTo>
                  <a:cubicBezTo>
                    <a:pt x="111" y="191"/>
                    <a:pt x="110" y="185"/>
                    <a:pt x="112" y="177"/>
                  </a:cubicBezTo>
                  <a:cubicBezTo>
                    <a:pt x="113" y="169"/>
                    <a:pt x="114" y="152"/>
                    <a:pt x="118" y="147"/>
                  </a:cubicBezTo>
                  <a:cubicBezTo>
                    <a:pt x="122" y="142"/>
                    <a:pt x="129" y="131"/>
                    <a:pt x="129" y="118"/>
                  </a:cubicBezTo>
                  <a:cubicBezTo>
                    <a:pt x="128" y="106"/>
                    <a:pt x="126" y="95"/>
                    <a:pt x="123" y="80"/>
                  </a:cubicBezTo>
                  <a:cubicBezTo>
                    <a:pt x="121" y="65"/>
                    <a:pt x="111" y="35"/>
                    <a:pt x="113" y="22"/>
                  </a:cubicBezTo>
                  <a:cubicBezTo>
                    <a:pt x="113" y="22"/>
                    <a:pt x="47" y="0"/>
                    <a:pt x="13" y="54"/>
                  </a:cubicBezTo>
                  <a:close/>
                </a:path>
              </a:pathLst>
            </a:custGeom>
            <a:solidFill>
              <a:srgbClr val="F8F3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6424" name="Freeform 323">
              <a:extLst>
                <a:ext uri="{FF2B5EF4-FFF2-40B4-BE49-F238E27FC236}">
                  <a16:creationId xmlns:a16="http://schemas.microsoft.com/office/drawing/2014/main" id="{B3AB452E-89A8-401C-8673-C1DB4AA6491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4" y="1843"/>
              <a:ext cx="156" cy="277"/>
            </a:xfrm>
            <a:custGeom>
              <a:avLst/>
              <a:gdLst>
                <a:gd name="T0" fmla="*/ 14 w 130"/>
                <a:gd name="T1" fmla="*/ 109 h 231"/>
                <a:gd name="T2" fmla="*/ 2 w 130"/>
                <a:gd name="T3" fmla="*/ 302 h 231"/>
                <a:gd name="T4" fmla="*/ 41 w 130"/>
                <a:gd name="T5" fmla="*/ 313 h 231"/>
                <a:gd name="T6" fmla="*/ 58 w 130"/>
                <a:gd name="T7" fmla="*/ 297 h 231"/>
                <a:gd name="T8" fmla="*/ 78 w 130"/>
                <a:gd name="T9" fmla="*/ 211 h 231"/>
                <a:gd name="T10" fmla="*/ 80 w 130"/>
                <a:gd name="T11" fmla="*/ 174 h 231"/>
                <a:gd name="T12" fmla="*/ 80 w 130"/>
                <a:gd name="T13" fmla="*/ 175 h 231"/>
                <a:gd name="T14" fmla="*/ 110 w 130"/>
                <a:gd name="T15" fmla="*/ 217 h 231"/>
                <a:gd name="T16" fmla="*/ 103 w 130"/>
                <a:gd name="T17" fmla="*/ 277 h 231"/>
                <a:gd name="T18" fmla="*/ 85 w 130"/>
                <a:gd name="T19" fmla="*/ 283 h 231"/>
                <a:gd name="T20" fmla="*/ 78 w 130"/>
                <a:gd name="T21" fmla="*/ 315 h 231"/>
                <a:gd name="T22" fmla="*/ 49 w 130"/>
                <a:gd name="T23" fmla="*/ 320 h 231"/>
                <a:gd name="T24" fmla="*/ 46 w 130"/>
                <a:gd name="T25" fmla="*/ 341 h 231"/>
                <a:gd name="T26" fmla="*/ 24 w 130"/>
                <a:gd name="T27" fmla="*/ 383 h 231"/>
                <a:gd name="T28" fmla="*/ 41 w 130"/>
                <a:gd name="T29" fmla="*/ 389 h 231"/>
                <a:gd name="T30" fmla="*/ 72 w 130"/>
                <a:gd name="T31" fmla="*/ 392 h 231"/>
                <a:gd name="T32" fmla="*/ 156 w 130"/>
                <a:gd name="T33" fmla="*/ 327 h 231"/>
                <a:gd name="T34" fmla="*/ 172 w 130"/>
                <a:gd name="T35" fmla="*/ 318 h 231"/>
                <a:gd name="T36" fmla="*/ 196 w 130"/>
                <a:gd name="T37" fmla="*/ 279 h 231"/>
                <a:gd name="T38" fmla="*/ 224 w 130"/>
                <a:gd name="T39" fmla="*/ 180 h 231"/>
                <a:gd name="T40" fmla="*/ 197 w 130"/>
                <a:gd name="T41" fmla="*/ 17 h 231"/>
                <a:gd name="T42" fmla="*/ 138 w 130"/>
                <a:gd name="T43" fmla="*/ 0 h 231"/>
                <a:gd name="T44" fmla="*/ 17 w 130"/>
                <a:gd name="T45" fmla="*/ 66 h 231"/>
                <a:gd name="T46" fmla="*/ 138 w 130"/>
                <a:gd name="T47" fmla="*/ 7 h 231"/>
                <a:gd name="T48" fmla="*/ 192 w 130"/>
                <a:gd name="T49" fmla="*/ 14 h 231"/>
                <a:gd name="T50" fmla="*/ 197 w 130"/>
                <a:gd name="T51" fmla="*/ 66 h 231"/>
                <a:gd name="T52" fmla="*/ 199 w 130"/>
                <a:gd name="T53" fmla="*/ 224 h 231"/>
                <a:gd name="T54" fmla="*/ 185 w 130"/>
                <a:gd name="T55" fmla="*/ 295 h 231"/>
                <a:gd name="T56" fmla="*/ 157 w 130"/>
                <a:gd name="T57" fmla="*/ 318 h 231"/>
                <a:gd name="T58" fmla="*/ 132 w 130"/>
                <a:gd name="T59" fmla="*/ 341 h 231"/>
                <a:gd name="T60" fmla="*/ 44 w 130"/>
                <a:gd name="T61" fmla="*/ 389 h 231"/>
                <a:gd name="T62" fmla="*/ 43 w 130"/>
                <a:gd name="T63" fmla="*/ 387 h 231"/>
                <a:gd name="T64" fmla="*/ 42 w 130"/>
                <a:gd name="T65" fmla="*/ 387 h 231"/>
                <a:gd name="T66" fmla="*/ 41 w 130"/>
                <a:gd name="T67" fmla="*/ 384 h 231"/>
                <a:gd name="T68" fmla="*/ 29 w 130"/>
                <a:gd name="T69" fmla="*/ 375 h 231"/>
                <a:gd name="T70" fmla="*/ 50 w 130"/>
                <a:gd name="T71" fmla="*/ 348 h 231"/>
                <a:gd name="T72" fmla="*/ 52 w 130"/>
                <a:gd name="T73" fmla="*/ 344 h 231"/>
                <a:gd name="T74" fmla="*/ 71 w 130"/>
                <a:gd name="T75" fmla="*/ 319 h 231"/>
                <a:gd name="T76" fmla="*/ 80 w 130"/>
                <a:gd name="T77" fmla="*/ 318 h 231"/>
                <a:gd name="T78" fmla="*/ 106 w 130"/>
                <a:gd name="T79" fmla="*/ 281 h 231"/>
                <a:gd name="T80" fmla="*/ 110 w 130"/>
                <a:gd name="T81" fmla="*/ 279 h 231"/>
                <a:gd name="T82" fmla="*/ 114 w 130"/>
                <a:gd name="T83" fmla="*/ 210 h 231"/>
                <a:gd name="T84" fmla="*/ 79 w 130"/>
                <a:gd name="T85" fmla="*/ 167 h 231"/>
                <a:gd name="T86" fmla="*/ 70 w 130"/>
                <a:gd name="T87" fmla="*/ 227 h 231"/>
                <a:gd name="T88" fmla="*/ 43 w 130"/>
                <a:gd name="T89" fmla="*/ 302 h 231"/>
                <a:gd name="T90" fmla="*/ 37 w 130"/>
                <a:gd name="T91" fmla="*/ 305 h 231"/>
                <a:gd name="T92" fmla="*/ 37 w 130"/>
                <a:gd name="T93" fmla="*/ 305 h 231"/>
                <a:gd name="T94" fmla="*/ 28 w 130"/>
                <a:gd name="T95" fmla="*/ 311 h 231"/>
                <a:gd name="T96" fmla="*/ 7 w 130"/>
                <a:gd name="T97" fmla="*/ 277 h 231"/>
                <a:gd name="T98" fmla="*/ 24 w 130"/>
                <a:gd name="T99" fmla="*/ 66 h 231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130" h="231">
                  <a:moveTo>
                    <a:pt x="12" y="38"/>
                  </a:moveTo>
                  <a:cubicBezTo>
                    <a:pt x="10" y="38"/>
                    <a:pt x="10" y="38"/>
                    <a:pt x="10" y="38"/>
                  </a:cubicBezTo>
                  <a:cubicBezTo>
                    <a:pt x="10" y="38"/>
                    <a:pt x="10" y="41"/>
                    <a:pt x="9" y="46"/>
                  </a:cubicBezTo>
                  <a:cubicBezTo>
                    <a:pt x="9" y="51"/>
                    <a:pt x="8" y="57"/>
                    <a:pt x="8" y="63"/>
                  </a:cubicBezTo>
                  <a:cubicBezTo>
                    <a:pt x="7" y="73"/>
                    <a:pt x="7" y="81"/>
                    <a:pt x="6" y="96"/>
                  </a:cubicBezTo>
                  <a:cubicBezTo>
                    <a:pt x="6" y="109"/>
                    <a:pt x="3" y="137"/>
                    <a:pt x="2" y="146"/>
                  </a:cubicBezTo>
                  <a:cubicBezTo>
                    <a:pt x="1" y="149"/>
                    <a:pt x="0" y="155"/>
                    <a:pt x="0" y="161"/>
                  </a:cubicBezTo>
                  <a:cubicBezTo>
                    <a:pt x="0" y="166"/>
                    <a:pt x="1" y="171"/>
                    <a:pt x="2" y="175"/>
                  </a:cubicBezTo>
                  <a:cubicBezTo>
                    <a:pt x="3" y="177"/>
                    <a:pt x="4" y="179"/>
                    <a:pt x="6" y="181"/>
                  </a:cubicBezTo>
                  <a:cubicBezTo>
                    <a:pt x="8" y="182"/>
                    <a:pt x="10" y="184"/>
                    <a:pt x="12" y="184"/>
                  </a:cubicBezTo>
                  <a:cubicBezTo>
                    <a:pt x="13" y="184"/>
                    <a:pt x="15" y="184"/>
                    <a:pt x="16" y="184"/>
                  </a:cubicBezTo>
                  <a:cubicBezTo>
                    <a:pt x="19" y="184"/>
                    <a:pt x="22" y="183"/>
                    <a:pt x="23" y="182"/>
                  </a:cubicBezTo>
                  <a:cubicBezTo>
                    <a:pt x="25" y="180"/>
                    <a:pt x="26" y="179"/>
                    <a:pt x="26" y="179"/>
                  </a:cubicBezTo>
                  <a:cubicBezTo>
                    <a:pt x="24" y="178"/>
                    <a:pt x="24" y="178"/>
                    <a:pt x="24" y="178"/>
                  </a:cubicBezTo>
                  <a:cubicBezTo>
                    <a:pt x="25" y="180"/>
                    <a:pt x="25" y="180"/>
                    <a:pt x="25" y="180"/>
                  </a:cubicBezTo>
                  <a:cubicBezTo>
                    <a:pt x="25" y="180"/>
                    <a:pt x="29" y="177"/>
                    <a:pt x="33" y="173"/>
                  </a:cubicBezTo>
                  <a:cubicBezTo>
                    <a:pt x="37" y="169"/>
                    <a:pt x="42" y="163"/>
                    <a:pt x="43" y="156"/>
                  </a:cubicBezTo>
                  <a:cubicBezTo>
                    <a:pt x="44" y="152"/>
                    <a:pt x="44" y="148"/>
                    <a:pt x="44" y="145"/>
                  </a:cubicBezTo>
                  <a:cubicBezTo>
                    <a:pt x="44" y="140"/>
                    <a:pt x="44" y="136"/>
                    <a:pt x="44" y="132"/>
                  </a:cubicBezTo>
                  <a:cubicBezTo>
                    <a:pt x="44" y="129"/>
                    <a:pt x="44" y="126"/>
                    <a:pt x="45" y="123"/>
                  </a:cubicBezTo>
                  <a:cubicBezTo>
                    <a:pt x="49" y="114"/>
                    <a:pt x="50" y="101"/>
                    <a:pt x="50" y="100"/>
                  </a:cubicBezTo>
                  <a:cubicBezTo>
                    <a:pt x="48" y="100"/>
                    <a:pt x="48" y="100"/>
                    <a:pt x="48" y="100"/>
                  </a:cubicBezTo>
                  <a:cubicBezTo>
                    <a:pt x="47" y="102"/>
                    <a:pt x="47" y="102"/>
                    <a:pt x="47" y="102"/>
                  </a:cubicBezTo>
                  <a:cubicBezTo>
                    <a:pt x="47" y="101"/>
                    <a:pt x="47" y="101"/>
                    <a:pt x="47" y="101"/>
                  </a:cubicBezTo>
                  <a:cubicBezTo>
                    <a:pt x="47" y="102"/>
                    <a:pt x="47" y="102"/>
                    <a:pt x="47" y="102"/>
                  </a:cubicBezTo>
                  <a:cubicBezTo>
                    <a:pt x="47" y="102"/>
                    <a:pt x="47" y="102"/>
                    <a:pt x="47" y="102"/>
                  </a:cubicBezTo>
                  <a:cubicBezTo>
                    <a:pt x="47" y="101"/>
                    <a:pt x="47" y="101"/>
                    <a:pt x="47" y="101"/>
                  </a:cubicBezTo>
                  <a:cubicBezTo>
                    <a:pt x="47" y="102"/>
                    <a:pt x="47" y="102"/>
                    <a:pt x="47" y="102"/>
                  </a:cubicBezTo>
                  <a:cubicBezTo>
                    <a:pt x="47" y="102"/>
                    <a:pt x="51" y="104"/>
                    <a:pt x="53" y="109"/>
                  </a:cubicBezTo>
                  <a:cubicBezTo>
                    <a:pt x="55" y="112"/>
                    <a:pt x="56" y="116"/>
                    <a:pt x="58" y="118"/>
                  </a:cubicBezTo>
                  <a:cubicBezTo>
                    <a:pt x="60" y="121"/>
                    <a:pt x="61" y="123"/>
                    <a:pt x="63" y="125"/>
                  </a:cubicBezTo>
                  <a:cubicBezTo>
                    <a:pt x="64" y="125"/>
                    <a:pt x="64" y="125"/>
                    <a:pt x="64" y="126"/>
                  </a:cubicBezTo>
                  <a:cubicBezTo>
                    <a:pt x="64" y="126"/>
                    <a:pt x="64" y="126"/>
                    <a:pt x="64" y="127"/>
                  </a:cubicBezTo>
                  <a:cubicBezTo>
                    <a:pt x="64" y="129"/>
                    <a:pt x="64" y="131"/>
                    <a:pt x="64" y="134"/>
                  </a:cubicBezTo>
                  <a:cubicBezTo>
                    <a:pt x="63" y="137"/>
                    <a:pt x="62" y="144"/>
                    <a:pt x="62" y="150"/>
                  </a:cubicBezTo>
                  <a:cubicBezTo>
                    <a:pt x="61" y="156"/>
                    <a:pt x="60" y="161"/>
                    <a:pt x="60" y="161"/>
                  </a:cubicBezTo>
                  <a:cubicBezTo>
                    <a:pt x="62" y="161"/>
                    <a:pt x="62" y="161"/>
                    <a:pt x="62" y="161"/>
                  </a:cubicBezTo>
                  <a:cubicBezTo>
                    <a:pt x="62" y="159"/>
                    <a:pt x="62" y="159"/>
                    <a:pt x="62" y="159"/>
                  </a:cubicBezTo>
                  <a:cubicBezTo>
                    <a:pt x="62" y="159"/>
                    <a:pt x="58" y="159"/>
                    <a:pt x="55" y="161"/>
                  </a:cubicBezTo>
                  <a:cubicBezTo>
                    <a:pt x="53" y="161"/>
                    <a:pt x="51" y="162"/>
                    <a:pt x="49" y="164"/>
                  </a:cubicBezTo>
                  <a:cubicBezTo>
                    <a:pt x="47" y="165"/>
                    <a:pt x="46" y="167"/>
                    <a:pt x="45" y="170"/>
                  </a:cubicBezTo>
                  <a:cubicBezTo>
                    <a:pt x="45" y="174"/>
                    <a:pt x="44" y="177"/>
                    <a:pt x="43" y="179"/>
                  </a:cubicBezTo>
                  <a:cubicBezTo>
                    <a:pt x="43" y="182"/>
                    <a:pt x="43" y="183"/>
                    <a:pt x="43" y="183"/>
                  </a:cubicBezTo>
                  <a:cubicBezTo>
                    <a:pt x="45" y="183"/>
                    <a:pt x="45" y="183"/>
                    <a:pt x="45" y="183"/>
                  </a:cubicBezTo>
                  <a:cubicBezTo>
                    <a:pt x="45" y="181"/>
                    <a:pt x="45" y="181"/>
                    <a:pt x="45" y="181"/>
                  </a:cubicBezTo>
                  <a:cubicBezTo>
                    <a:pt x="45" y="181"/>
                    <a:pt x="42" y="181"/>
                    <a:pt x="38" y="182"/>
                  </a:cubicBezTo>
                  <a:cubicBezTo>
                    <a:pt x="36" y="182"/>
                    <a:pt x="34" y="182"/>
                    <a:pt x="32" y="183"/>
                  </a:cubicBezTo>
                  <a:cubicBezTo>
                    <a:pt x="31" y="184"/>
                    <a:pt x="29" y="185"/>
                    <a:pt x="28" y="186"/>
                  </a:cubicBezTo>
                  <a:cubicBezTo>
                    <a:pt x="26" y="188"/>
                    <a:pt x="25" y="191"/>
                    <a:pt x="25" y="194"/>
                  </a:cubicBezTo>
                  <a:cubicBezTo>
                    <a:pt x="25" y="197"/>
                    <a:pt x="26" y="200"/>
                    <a:pt x="26" y="200"/>
                  </a:cubicBezTo>
                  <a:cubicBezTo>
                    <a:pt x="28" y="200"/>
                    <a:pt x="28" y="200"/>
                    <a:pt x="28" y="200"/>
                  </a:cubicBezTo>
                  <a:cubicBezTo>
                    <a:pt x="27" y="198"/>
                    <a:pt x="27" y="198"/>
                    <a:pt x="27" y="198"/>
                  </a:cubicBezTo>
                  <a:cubicBezTo>
                    <a:pt x="27" y="198"/>
                    <a:pt x="23" y="200"/>
                    <a:pt x="20" y="204"/>
                  </a:cubicBezTo>
                  <a:cubicBezTo>
                    <a:pt x="18" y="205"/>
                    <a:pt x="17" y="207"/>
                    <a:pt x="15" y="210"/>
                  </a:cubicBezTo>
                  <a:cubicBezTo>
                    <a:pt x="14" y="212"/>
                    <a:pt x="13" y="215"/>
                    <a:pt x="13" y="218"/>
                  </a:cubicBezTo>
                  <a:cubicBezTo>
                    <a:pt x="13" y="219"/>
                    <a:pt x="13" y="221"/>
                    <a:pt x="14" y="222"/>
                  </a:cubicBezTo>
                  <a:cubicBezTo>
                    <a:pt x="14" y="224"/>
                    <a:pt x="15" y="225"/>
                    <a:pt x="16" y="225"/>
                  </a:cubicBezTo>
                  <a:cubicBezTo>
                    <a:pt x="18" y="226"/>
                    <a:pt x="19" y="226"/>
                    <a:pt x="21" y="227"/>
                  </a:cubicBezTo>
                  <a:cubicBezTo>
                    <a:pt x="22" y="227"/>
                    <a:pt x="23" y="227"/>
                    <a:pt x="23" y="227"/>
                  </a:cubicBezTo>
                  <a:cubicBezTo>
                    <a:pt x="23" y="225"/>
                    <a:pt x="23" y="225"/>
                    <a:pt x="23" y="225"/>
                  </a:cubicBezTo>
                  <a:cubicBezTo>
                    <a:pt x="22" y="226"/>
                    <a:pt x="22" y="226"/>
                    <a:pt x="22" y="226"/>
                  </a:cubicBezTo>
                  <a:cubicBezTo>
                    <a:pt x="22" y="226"/>
                    <a:pt x="22" y="227"/>
                    <a:pt x="24" y="228"/>
                  </a:cubicBezTo>
                  <a:cubicBezTo>
                    <a:pt x="26" y="230"/>
                    <a:pt x="28" y="231"/>
                    <a:pt x="31" y="231"/>
                  </a:cubicBezTo>
                  <a:cubicBezTo>
                    <a:pt x="34" y="231"/>
                    <a:pt x="38" y="230"/>
                    <a:pt x="42" y="228"/>
                  </a:cubicBezTo>
                  <a:cubicBezTo>
                    <a:pt x="54" y="220"/>
                    <a:pt x="61" y="214"/>
                    <a:pt x="67" y="211"/>
                  </a:cubicBezTo>
                  <a:cubicBezTo>
                    <a:pt x="69" y="210"/>
                    <a:pt x="71" y="208"/>
                    <a:pt x="74" y="206"/>
                  </a:cubicBezTo>
                  <a:cubicBezTo>
                    <a:pt x="77" y="203"/>
                    <a:pt x="82" y="199"/>
                    <a:pt x="86" y="195"/>
                  </a:cubicBezTo>
                  <a:cubicBezTo>
                    <a:pt x="87" y="194"/>
                    <a:pt x="89" y="192"/>
                    <a:pt x="90" y="190"/>
                  </a:cubicBezTo>
                  <a:cubicBezTo>
                    <a:pt x="92" y="189"/>
                    <a:pt x="93" y="188"/>
                    <a:pt x="93" y="187"/>
                  </a:cubicBezTo>
                  <a:cubicBezTo>
                    <a:pt x="92" y="186"/>
                    <a:pt x="92" y="186"/>
                    <a:pt x="92" y="186"/>
                  </a:cubicBezTo>
                  <a:cubicBezTo>
                    <a:pt x="92" y="188"/>
                    <a:pt x="92" y="188"/>
                    <a:pt x="92" y="188"/>
                  </a:cubicBezTo>
                  <a:cubicBezTo>
                    <a:pt x="93" y="188"/>
                    <a:pt x="96" y="186"/>
                    <a:pt x="99" y="184"/>
                  </a:cubicBezTo>
                  <a:cubicBezTo>
                    <a:pt x="102" y="182"/>
                    <a:pt x="106" y="180"/>
                    <a:pt x="108" y="179"/>
                  </a:cubicBezTo>
                  <a:cubicBezTo>
                    <a:pt x="109" y="178"/>
                    <a:pt x="110" y="177"/>
                    <a:pt x="110" y="176"/>
                  </a:cubicBezTo>
                  <a:cubicBezTo>
                    <a:pt x="111" y="174"/>
                    <a:pt x="111" y="172"/>
                    <a:pt x="112" y="169"/>
                  </a:cubicBezTo>
                  <a:cubicBezTo>
                    <a:pt x="112" y="167"/>
                    <a:pt x="112" y="164"/>
                    <a:pt x="113" y="162"/>
                  </a:cubicBezTo>
                  <a:cubicBezTo>
                    <a:pt x="114" y="158"/>
                    <a:pt x="114" y="151"/>
                    <a:pt x="115" y="145"/>
                  </a:cubicBezTo>
                  <a:cubicBezTo>
                    <a:pt x="116" y="143"/>
                    <a:pt x="116" y="140"/>
                    <a:pt x="117" y="137"/>
                  </a:cubicBezTo>
                  <a:cubicBezTo>
                    <a:pt x="117" y="135"/>
                    <a:pt x="118" y="133"/>
                    <a:pt x="119" y="132"/>
                  </a:cubicBezTo>
                  <a:cubicBezTo>
                    <a:pt x="122" y="127"/>
                    <a:pt x="130" y="116"/>
                    <a:pt x="130" y="104"/>
                  </a:cubicBezTo>
                  <a:cubicBezTo>
                    <a:pt x="130" y="103"/>
                    <a:pt x="130" y="103"/>
                    <a:pt x="130" y="102"/>
                  </a:cubicBezTo>
                  <a:cubicBezTo>
                    <a:pt x="129" y="90"/>
                    <a:pt x="127" y="79"/>
                    <a:pt x="124" y="63"/>
                  </a:cubicBezTo>
                  <a:cubicBezTo>
                    <a:pt x="123" y="56"/>
                    <a:pt x="120" y="47"/>
                    <a:pt x="118" y="37"/>
                  </a:cubicBezTo>
                  <a:cubicBezTo>
                    <a:pt x="116" y="27"/>
                    <a:pt x="114" y="17"/>
                    <a:pt x="114" y="10"/>
                  </a:cubicBezTo>
                  <a:cubicBezTo>
                    <a:pt x="114" y="9"/>
                    <a:pt x="114" y="8"/>
                    <a:pt x="114" y="7"/>
                  </a:cubicBezTo>
                  <a:cubicBezTo>
                    <a:pt x="114" y="5"/>
                    <a:pt x="114" y="5"/>
                    <a:pt x="114" y="5"/>
                  </a:cubicBezTo>
                  <a:cubicBezTo>
                    <a:pt x="113" y="5"/>
                    <a:pt x="113" y="5"/>
                    <a:pt x="113" y="5"/>
                  </a:cubicBezTo>
                  <a:cubicBezTo>
                    <a:pt x="112" y="5"/>
                    <a:pt x="98" y="0"/>
                    <a:pt x="80" y="0"/>
                  </a:cubicBezTo>
                  <a:cubicBezTo>
                    <a:pt x="69" y="0"/>
                    <a:pt x="56" y="1"/>
                    <a:pt x="44" y="7"/>
                  </a:cubicBezTo>
                  <a:cubicBezTo>
                    <a:pt x="31" y="12"/>
                    <a:pt x="20" y="22"/>
                    <a:pt x="10" y="37"/>
                  </a:cubicBezTo>
                  <a:cubicBezTo>
                    <a:pt x="10" y="37"/>
                    <a:pt x="10" y="37"/>
                    <a:pt x="10" y="37"/>
                  </a:cubicBezTo>
                  <a:cubicBezTo>
                    <a:pt x="10" y="38"/>
                    <a:pt x="10" y="38"/>
                    <a:pt x="10" y="38"/>
                  </a:cubicBezTo>
                  <a:cubicBezTo>
                    <a:pt x="12" y="38"/>
                    <a:pt x="12" y="38"/>
                    <a:pt x="12" y="38"/>
                  </a:cubicBezTo>
                  <a:cubicBezTo>
                    <a:pt x="14" y="39"/>
                    <a:pt x="14" y="39"/>
                    <a:pt x="14" y="39"/>
                  </a:cubicBezTo>
                  <a:cubicBezTo>
                    <a:pt x="23" y="24"/>
                    <a:pt x="34" y="16"/>
                    <a:pt x="45" y="11"/>
                  </a:cubicBezTo>
                  <a:cubicBezTo>
                    <a:pt x="57" y="5"/>
                    <a:pt x="69" y="4"/>
                    <a:pt x="80" y="4"/>
                  </a:cubicBezTo>
                  <a:cubicBezTo>
                    <a:pt x="89" y="4"/>
                    <a:pt x="97" y="5"/>
                    <a:pt x="102" y="6"/>
                  </a:cubicBezTo>
                  <a:cubicBezTo>
                    <a:pt x="105" y="7"/>
                    <a:pt x="107" y="7"/>
                    <a:pt x="109" y="8"/>
                  </a:cubicBezTo>
                  <a:cubicBezTo>
                    <a:pt x="110" y="8"/>
                    <a:pt x="110" y="8"/>
                    <a:pt x="111" y="8"/>
                  </a:cubicBezTo>
                  <a:cubicBezTo>
                    <a:pt x="111" y="8"/>
                    <a:pt x="111" y="8"/>
                    <a:pt x="111" y="8"/>
                  </a:cubicBezTo>
                  <a:cubicBezTo>
                    <a:pt x="112" y="6"/>
                    <a:pt x="112" y="6"/>
                    <a:pt x="112" y="6"/>
                  </a:cubicBezTo>
                  <a:cubicBezTo>
                    <a:pt x="110" y="6"/>
                    <a:pt x="110" y="6"/>
                    <a:pt x="110" y="6"/>
                  </a:cubicBezTo>
                  <a:cubicBezTo>
                    <a:pt x="110" y="7"/>
                    <a:pt x="110" y="9"/>
                    <a:pt x="110" y="10"/>
                  </a:cubicBezTo>
                  <a:cubicBezTo>
                    <a:pt x="110" y="18"/>
                    <a:pt x="112" y="28"/>
                    <a:pt x="114" y="38"/>
                  </a:cubicBezTo>
                  <a:cubicBezTo>
                    <a:pt x="117" y="48"/>
                    <a:pt x="119" y="57"/>
                    <a:pt x="120" y="64"/>
                  </a:cubicBezTo>
                  <a:cubicBezTo>
                    <a:pt x="123" y="79"/>
                    <a:pt x="125" y="90"/>
                    <a:pt x="126" y="102"/>
                  </a:cubicBezTo>
                  <a:cubicBezTo>
                    <a:pt x="126" y="103"/>
                    <a:pt x="126" y="103"/>
                    <a:pt x="126" y="104"/>
                  </a:cubicBezTo>
                  <a:cubicBezTo>
                    <a:pt x="126" y="115"/>
                    <a:pt x="119" y="125"/>
                    <a:pt x="115" y="130"/>
                  </a:cubicBezTo>
                  <a:cubicBezTo>
                    <a:pt x="114" y="132"/>
                    <a:pt x="114" y="134"/>
                    <a:pt x="113" y="136"/>
                  </a:cubicBezTo>
                  <a:cubicBezTo>
                    <a:pt x="112" y="140"/>
                    <a:pt x="111" y="145"/>
                    <a:pt x="111" y="149"/>
                  </a:cubicBezTo>
                  <a:cubicBezTo>
                    <a:pt x="110" y="154"/>
                    <a:pt x="109" y="158"/>
                    <a:pt x="109" y="161"/>
                  </a:cubicBezTo>
                  <a:cubicBezTo>
                    <a:pt x="108" y="165"/>
                    <a:pt x="108" y="168"/>
                    <a:pt x="107" y="171"/>
                  </a:cubicBezTo>
                  <a:cubicBezTo>
                    <a:pt x="107" y="172"/>
                    <a:pt x="107" y="174"/>
                    <a:pt x="107" y="174"/>
                  </a:cubicBezTo>
                  <a:cubicBezTo>
                    <a:pt x="106" y="175"/>
                    <a:pt x="106" y="175"/>
                    <a:pt x="106" y="176"/>
                  </a:cubicBezTo>
                  <a:cubicBezTo>
                    <a:pt x="104" y="177"/>
                    <a:pt x="100" y="179"/>
                    <a:pt x="97" y="181"/>
                  </a:cubicBezTo>
                  <a:cubicBezTo>
                    <a:pt x="94" y="182"/>
                    <a:pt x="91" y="184"/>
                    <a:pt x="91" y="184"/>
                  </a:cubicBezTo>
                  <a:cubicBezTo>
                    <a:pt x="90" y="184"/>
                    <a:pt x="90" y="184"/>
                    <a:pt x="90" y="184"/>
                  </a:cubicBezTo>
                  <a:cubicBezTo>
                    <a:pt x="90" y="185"/>
                    <a:pt x="90" y="185"/>
                    <a:pt x="90" y="185"/>
                  </a:cubicBezTo>
                  <a:cubicBezTo>
                    <a:pt x="90" y="185"/>
                    <a:pt x="89" y="186"/>
                    <a:pt x="89" y="187"/>
                  </a:cubicBezTo>
                  <a:cubicBezTo>
                    <a:pt x="86" y="189"/>
                    <a:pt x="82" y="194"/>
                    <a:pt x="77" y="198"/>
                  </a:cubicBezTo>
                  <a:cubicBezTo>
                    <a:pt x="72" y="202"/>
                    <a:pt x="67" y="206"/>
                    <a:pt x="65" y="207"/>
                  </a:cubicBezTo>
                  <a:cubicBezTo>
                    <a:pt x="59" y="211"/>
                    <a:pt x="51" y="217"/>
                    <a:pt x="39" y="224"/>
                  </a:cubicBezTo>
                  <a:cubicBezTo>
                    <a:pt x="36" y="226"/>
                    <a:pt x="33" y="227"/>
                    <a:pt x="31" y="227"/>
                  </a:cubicBezTo>
                  <a:cubicBezTo>
                    <a:pt x="29" y="227"/>
                    <a:pt x="28" y="226"/>
                    <a:pt x="26" y="225"/>
                  </a:cubicBezTo>
                  <a:cubicBezTo>
                    <a:pt x="26" y="225"/>
                    <a:pt x="26" y="224"/>
                    <a:pt x="25" y="224"/>
                  </a:cubicBezTo>
                  <a:cubicBezTo>
                    <a:pt x="25" y="224"/>
                    <a:pt x="25" y="224"/>
                    <a:pt x="25" y="224"/>
                  </a:cubicBezTo>
                  <a:cubicBezTo>
                    <a:pt x="25" y="224"/>
                    <a:pt x="25" y="224"/>
                    <a:pt x="25" y="224"/>
                  </a:cubicBezTo>
                  <a:cubicBezTo>
                    <a:pt x="25" y="224"/>
                    <a:pt x="25" y="224"/>
                    <a:pt x="25" y="224"/>
                  </a:cubicBezTo>
                  <a:cubicBezTo>
                    <a:pt x="24" y="224"/>
                    <a:pt x="24" y="224"/>
                    <a:pt x="24" y="224"/>
                  </a:cubicBezTo>
                  <a:cubicBezTo>
                    <a:pt x="25" y="224"/>
                    <a:pt x="25" y="224"/>
                    <a:pt x="25" y="224"/>
                  </a:cubicBezTo>
                  <a:cubicBezTo>
                    <a:pt x="25" y="224"/>
                    <a:pt x="25" y="224"/>
                    <a:pt x="25" y="224"/>
                  </a:cubicBezTo>
                  <a:cubicBezTo>
                    <a:pt x="24" y="224"/>
                    <a:pt x="24" y="224"/>
                    <a:pt x="24" y="224"/>
                  </a:cubicBezTo>
                  <a:cubicBezTo>
                    <a:pt x="25" y="224"/>
                    <a:pt x="25" y="224"/>
                    <a:pt x="25" y="224"/>
                  </a:cubicBezTo>
                  <a:cubicBezTo>
                    <a:pt x="24" y="223"/>
                    <a:pt x="24" y="223"/>
                    <a:pt x="24" y="223"/>
                  </a:cubicBezTo>
                  <a:cubicBezTo>
                    <a:pt x="23" y="223"/>
                    <a:pt x="23" y="223"/>
                    <a:pt x="23" y="223"/>
                  </a:cubicBezTo>
                  <a:cubicBezTo>
                    <a:pt x="23" y="223"/>
                    <a:pt x="23" y="223"/>
                    <a:pt x="23" y="223"/>
                  </a:cubicBezTo>
                  <a:cubicBezTo>
                    <a:pt x="23" y="223"/>
                    <a:pt x="21" y="223"/>
                    <a:pt x="20" y="222"/>
                  </a:cubicBezTo>
                  <a:cubicBezTo>
                    <a:pt x="19" y="222"/>
                    <a:pt x="18" y="222"/>
                    <a:pt x="18" y="222"/>
                  </a:cubicBezTo>
                  <a:cubicBezTo>
                    <a:pt x="18" y="221"/>
                    <a:pt x="17" y="221"/>
                    <a:pt x="17" y="221"/>
                  </a:cubicBezTo>
                  <a:cubicBezTo>
                    <a:pt x="17" y="220"/>
                    <a:pt x="17" y="219"/>
                    <a:pt x="17" y="218"/>
                  </a:cubicBezTo>
                  <a:cubicBezTo>
                    <a:pt x="17" y="216"/>
                    <a:pt x="18" y="214"/>
                    <a:pt x="19" y="212"/>
                  </a:cubicBezTo>
                  <a:cubicBezTo>
                    <a:pt x="20" y="209"/>
                    <a:pt x="23" y="206"/>
                    <a:pt x="25" y="204"/>
                  </a:cubicBezTo>
                  <a:cubicBezTo>
                    <a:pt x="26" y="203"/>
                    <a:pt x="27" y="203"/>
                    <a:pt x="28" y="202"/>
                  </a:cubicBezTo>
                  <a:cubicBezTo>
                    <a:pt x="29" y="202"/>
                    <a:pt x="29" y="202"/>
                    <a:pt x="29" y="202"/>
                  </a:cubicBezTo>
                  <a:cubicBezTo>
                    <a:pt x="29" y="202"/>
                    <a:pt x="29" y="202"/>
                    <a:pt x="29" y="202"/>
                  </a:cubicBezTo>
                  <a:cubicBezTo>
                    <a:pt x="30" y="201"/>
                    <a:pt x="30" y="201"/>
                    <a:pt x="30" y="201"/>
                  </a:cubicBezTo>
                  <a:cubicBezTo>
                    <a:pt x="30" y="199"/>
                    <a:pt x="30" y="199"/>
                    <a:pt x="30" y="199"/>
                  </a:cubicBezTo>
                  <a:cubicBezTo>
                    <a:pt x="30" y="199"/>
                    <a:pt x="30" y="199"/>
                    <a:pt x="30" y="199"/>
                  </a:cubicBezTo>
                  <a:cubicBezTo>
                    <a:pt x="30" y="199"/>
                    <a:pt x="29" y="196"/>
                    <a:pt x="29" y="194"/>
                  </a:cubicBezTo>
                  <a:cubicBezTo>
                    <a:pt x="29" y="192"/>
                    <a:pt x="30" y="190"/>
                    <a:pt x="31" y="189"/>
                  </a:cubicBezTo>
                  <a:cubicBezTo>
                    <a:pt x="31" y="188"/>
                    <a:pt x="32" y="187"/>
                    <a:pt x="34" y="187"/>
                  </a:cubicBezTo>
                  <a:cubicBezTo>
                    <a:pt x="36" y="186"/>
                    <a:pt x="39" y="186"/>
                    <a:pt x="41" y="185"/>
                  </a:cubicBezTo>
                  <a:cubicBezTo>
                    <a:pt x="42" y="185"/>
                    <a:pt x="43" y="185"/>
                    <a:pt x="44" y="185"/>
                  </a:cubicBezTo>
                  <a:cubicBezTo>
                    <a:pt x="44" y="185"/>
                    <a:pt x="45" y="185"/>
                    <a:pt x="45" y="185"/>
                  </a:cubicBezTo>
                  <a:cubicBezTo>
                    <a:pt x="46" y="185"/>
                    <a:pt x="46" y="185"/>
                    <a:pt x="46" y="185"/>
                  </a:cubicBezTo>
                  <a:cubicBezTo>
                    <a:pt x="47" y="184"/>
                    <a:pt x="47" y="184"/>
                    <a:pt x="47" y="184"/>
                  </a:cubicBezTo>
                  <a:cubicBezTo>
                    <a:pt x="47" y="184"/>
                    <a:pt x="48" y="179"/>
                    <a:pt x="49" y="170"/>
                  </a:cubicBezTo>
                  <a:cubicBezTo>
                    <a:pt x="50" y="169"/>
                    <a:pt x="50" y="168"/>
                    <a:pt x="52" y="167"/>
                  </a:cubicBezTo>
                  <a:cubicBezTo>
                    <a:pt x="53" y="165"/>
                    <a:pt x="56" y="164"/>
                    <a:pt x="58" y="164"/>
                  </a:cubicBezTo>
                  <a:cubicBezTo>
                    <a:pt x="59" y="164"/>
                    <a:pt x="60" y="163"/>
                    <a:pt x="61" y="163"/>
                  </a:cubicBezTo>
                  <a:cubicBezTo>
                    <a:pt x="62" y="163"/>
                    <a:pt x="62" y="163"/>
                    <a:pt x="62" y="163"/>
                  </a:cubicBezTo>
                  <a:cubicBezTo>
                    <a:pt x="62" y="163"/>
                    <a:pt x="62" y="163"/>
                    <a:pt x="62" y="163"/>
                  </a:cubicBezTo>
                  <a:cubicBezTo>
                    <a:pt x="64" y="163"/>
                    <a:pt x="64" y="163"/>
                    <a:pt x="64" y="163"/>
                  </a:cubicBezTo>
                  <a:cubicBezTo>
                    <a:pt x="64" y="162"/>
                    <a:pt x="64" y="162"/>
                    <a:pt x="64" y="162"/>
                  </a:cubicBezTo>
                  <a:cubicBezTo>
                    <a:pt x="64" y="162"/>
                    <a:pt x="67" y="141"/>
                    <a:pt x="68" y="135"/>
                  </a:cubicBezTo>
                  <a:cubicBezTo>
                    <a:pt x="68" y="132"/>
                    <a:pt x="68" y="130"/>
                    <a:pt x="68" y="127"/>
                  </a:cubicBezTo>
                  <a:cubicBezTo>
                    <a:pt x="68" y="126"/>
                    <a:pt x="68" y="125"/>
                    <a:pt x="68" y="124"/>
                  </a:cubicBezTo>
                  <a:cubicBezTo>
                    <a:pt x="67" y="123"/>
                    <a:pt x="67" y="122"/>
                    <a:pt x="66" y="122"/>
                  </a:cubicBezTo>
                  <a:cubicBezTo>
                    <a:pt x="65" y="121"/>
                    <a:pt x="63" y="119"/>
                    <a:pt x="61" y="116"/>
                  </a:cubicBezTo>
                  <a:cubicBezTo>
                    <a:pt x="60" y="114"/>
                    <a:pt x="58" y="111"/>
                    <a:pt x="57" y="108"/>
                  </a:cubicBezTo>
                  <a:cubicBezTo>
                    <a:pt x="54" y="101"/>
                    <a:pt x="49" y="99"/>
                    <a:pt x="49" y="99"/>
                  </a:cubicBezTo>
                  <a:cubicBezTo>
                    <a:pt x="46" y="97"/>
                    <a:pt x="46" y="97"/>
                    <a:pt x="46" y="97"/>
                  </a:cubicBezTo>
                  <a:cubicBezTo>
                    <a:pt x="46" y="100"/>
                    <a:pt x="46" y="100"/>
                    <a:pt x="46" y="100"/>
                  </a:cubicBezTo>
                  <a:cubicBezTo>
                    <a:pt x="46" y="100"/>
                    <a:pt x="46" y="101"/>
                    <a:pt x="46" y="102"/>
                  </a:cubicBezTo>
                  <a:cubicBezTo>
                    <a:pt x="45" y="106"/>
                    <a:pt x="44" y="115"/>
                    <a:pt x="41" y="121"/>
                  </a:cubicBezTo>
                  <a:cubicBezTo>
                    <a:pt x="40" y="125"/>
                    <a:pt x="40" y="128"/>
                    <a:pt x="40" y="132"/>
                  </a:cubicBezTo>
                  <a:cubicBezTo>
                    <a:pt x="40" y="136"/>
                    <a:pt x="40" y="140"/>
                    <a:pt x="40" y="145"/>
                  </a:cubicBezTo>
                  <a:cubicBezTo>
                    <a:pt x="40" y="148"/>
                    <a:pt x="40" y="152"/>
                    <a:pt x="39" y="155"/>
                  </a:cubicBezTo>
                  <a:cubicBezTo>
                    <a:pt x="38" y="161"/>
                    <a:pt x="34" y="167"/>
                    <a:pt x="30" y="170"/>
                  </a:cubicBezTo>
                  <a:cubicBezTo>
                    <a:pt x="28" y="172"/>
                    <a:pt x="26" y="174"/>
                    <a:pt x="25" y="175"/>
                  </a:cubicBezTo>
                  <a:cubicBezTo>
                    <a:pt x="24" y="175"/>
                    <a:pt x="24" y="176"/>
                    <a:pt x="23" y="176"/>
                  </a:cubicBezTo>
                  <a:cubicBezTo>
                    <a:pt x="23" y="176"/>
                    <a:pt x="23" y="176"/>
                    <a:pt x="23" y="176"/>
                  </a:cubicBezTo>
                  <a:cubicBezTo>
                    <a:pt x="23" y="176"/>
                    <a:pt x="23" y="176"/>
                    <a:pt x="23" y="176"/>
                  </a:cubicBezTo>
                  <a:cubicBezTo>
                    <a:pt x="22" y="177"/>
                    <a:pt x="22" y="177"/>
                    <a:pt x="22" y="177"/>
                  </a:cubicBezTo>
                  <a:cubicBezTo>
                    <a:pt x="22" y="177"/>
                    <a:pt x="22" y="177"/>
                    <a:pt x="22" y="177"/>
                  </a:cubicBezTo>
                  <a:cubicBezTo>
                    <a:pt x="22" y="177"/>
                    <a:pt x="22" y="177"/>
                    <a:pt x="22" y="177"/>
                  </a:cubicBezTo>
                  <a:cubicBezTo>
                    <a:pt x="22" y="177"/>
                    <a:pt x="22" y="177"/>
                    <a:pt x="22" y="177"/>
                  </a:cubicBezTo>
                  <a:cubicBezTo>
                    <a:pt x="22" y="177"/>
                    <a:pt x="22" y="177"/>
                    <a:pt x="22" y="177"/>
                  </a:cubicBezTo>
                  <a:cubicBezTo>
                    <a:pt x="22" y="177"/>
                    <a:pt x="22" y="177"/>
                    <a:pt x="22" y="177"/>
                  </a:cubicBezTo>
                  <a:cubicBezTo>
                    <a:pt x="22" y="177"/>
                    <a:pt x="22" y="177"/>
                    <a:pt x="22" y="177"/>
                  </a:cubicBezTo>
                  <a:cubicBezTo>
                    <a:pt x="22" y="177"/>
                    <a:pt x="22" y="178"/>
                    <a:pt x="21" y="179"/>
                  </a:cubicBezTo>
                  <a:cubicBezTo>
                    <a:pt x="20" y="180"/>
                    <a:pt x="18" y="180"/>
                    <a:pt x="16" y="180"/>
                  </a:cubicBezTo>
                  <a:cubicBezTo>
                    <a:pt x="15" y="180"/>
                    <a:pt x="14" y="180"/>
                    <a:pt x="13" y="180"/>
                  </a:cubicBezTo>
                  <a:cubicBezTo>
                    <a:pt x="11" y="180"/>
                    <a:pt x="10" y="179"/>
                    <a:pt x="9" y="178"/>
                  </a:cubicBezTo>
                  <a:cubicBezTo>
                    <a:pt x="7" y="176"/>
                    <a:pt x="6" y="174"/>
                    <a:pt x="5" y="171"/>
                  </a:cubicBezTo>
                  <a:cubicBezTo>
                    <a:pt x="5" y="168"/>
                    <a:pt x="4" y="164"/>
                    <a:pt x="4" y="161"/>
                  </a:cubicBezTo>
                  <a:cubicBezTo>
                    <a:pt x="4" y="155"/>
                    <a:pt x="5" y="150"/>
                    <a:pt x="5" y="146"/>
                  </a:cubicBezTo>
                  <a:cubicBezTo>
                    <a:pt x="7" y="137"/>
                    <a:pt x="10" y="110"/>
                    <a:pt x="10" y="96"/>
                  </a:cubicBezTo>
                  <a:cubicBezTo>
                    <a:pt x="11" y="82"/>
                    <a:pt x="11" y="73"/>
                    <a:pt x="12" y="63"/>
                  </a:cubicBezTo>
                  <a:cubicBezTo>
                    <a:pt x="13" y="52"/>
                    <a:pt x="14" y="38"/>
                    <a:pt x="14" y="38"/>
                  </a:cubicBezTo>
                  <a:cubicBezTo>
                    <a:pt x="12" y="38"/>
                    <a:pt x="12" y="38"/>
                    <a:pt x="12" y="38"/>
                  </a:cubicBezTo>
                  <a:cubicBezTo>
                    <a:pt x="14" y="39"/>
                    <a:pt x="14" y="39"/>
                    <a:pt x="14" y="39"/>
                  </a:cubicBezTo>
                  <a:lnTo>
                    <a:pt x="12" y="38"/>
                  </a:ln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6425" name="Freeform 324">
              <a:extLst>
                <a:ext uri="{FF2B5EF4-FFF2-40B4-BE49-F238E27FC236}">
                  <a16:creationId xmlns:a16="http://schemas.microsoft.com/office/drawing/2014/main" id="{56389176-D973-419C-9919-5C50DDE1AED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9" y="1963"/>
              <a:ext cx="28" cy="106"/>
            </a:xfrm>
            <a:custGeom>
              <a:avLst/>
              <a:gdLst>
                <a:gd name="T0" fmla="*/ 9 w 23"/>
                <a:gd name="T1" fmla="*/ 152 h 88"/>
                <a:gd name="T2" fmla="*/ 22 w 23"/>
                <a:gd name="T3" fmla="*/ 77 h 88"/>
                <a:gd name="T4" fmla="*/ 32 w 23"/>
                <a:gd name="T5" fmla="*/ 45 h 88"/>
                <a:gd name="T6" fmla="*/ 41 w 23"/>
                <a:gd name="T7" fmla="*/ 14 h 88"/>
                <a:gd name="T8" fmla="*/ 40 w 23"/>
                <a:gd name="T9" fmla="*/ 1 h 88"/>
                <a:gd name="T10" fmla="*/ 34 w 23"/>
                <a:gd name="T11" fmla="*/ 0 h 88"/>
                <a:gd name="T12" fmla="*/ 33 w 23"/>
                <a:gd name="T13" fmla="*/ 2 h 88"/>
                <a:gd name="T14" fmla="*/ 34 w 23"/>
                <a:gd name="T15" fmla="*/ 14 h 88"/>
                <a:gd name="T16" fmla="*/ 26 w 23"/>
                <a:gd name="T17" fmla="*/ 43 h 88"/>
                <a:gd name="T18" fmla="*/ 15 w 23"/>
                <a:gd name="T19" fmla="*/ 76 h 88"/>
                <a:gd name="T20" fmla="*/ 1 w 23"/>
                <a:gd name="T21" fmla="*/ 151 h 88"/>
                <a:gd name="T22" fmla="*/ 2 w 23"/>
                <a:gd name="T23" fmla="*/ 154 h 88"/>
                <a:gd name="T24" fmla="*/ 9 w 23"/>
                <a:gd name="T25" fmla="*/ 152 h 8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3" h="88">
                  <a:moveTo>
                    <a:pt x="5" y="87"/>
                  </a:moveTo>
                  <a:cubicBezTo>
                    <a:pt x="8" y="72"/>
                    <a:pt x="9" y="58"/>
                    <a:pt x="12" y="44"/>
                  </a:cubicBezTo>
                  <a:cubicBezTo>
                    <a:pt x="14" y="38"/>
                    <a:pt x="15" y="32"/>
                    <a:pt x="17" y="26"/>
                  </a:cubicBezTo>
                  <a:cubicBezTo>
                    <a:pt x="20" y="21"/>
                    <a:pt x="23" y="15"/>
                    <a:pt x="23" y="8"/>
                  </a:cubicBezTo>
                  <a:cubicBezTo>
                    <a:pt x="23" y="6"/>
                    <a:pt x="22" y="4"/>
                    <a:pt x="22" y="1"/>
                  </a:cubicBezTo>
                  <a:cubicBezTo>
                    <a:pt x="21" y="0"/>
                    <a:pt x="20" y="0"/>
                    <a:pt x="19" y="0"/>
                  </a:cubicBezTo>
                  <a:cubicBezTo>
                    <a:pt x="18" y="0"/>
                    <a:pt x="17" y="1"/>
                    <a:pt x="18" y="2"/>
                  </a:cubicBezTo>
                  <a:cubicBezTo>
                    <a:pt x="18" y="4"/>
                    <a:pt x="19" y="6"/>
                    <a:pt x="19" y="8"/>
                  </a:cubicBezTo>
                  <a:cubicBezTo>
                    <a:pt x="19" y="14"/>
                    <a:pt x="16" y="19"/>
                    <a:pt x="14" y="25"/>
                  </a:cubicBezTo>
                  <a:cubicBezTo>
                    <a:pt x="11" y="30"/>
                    <a:pt x="10" y="37"/>
                    <a:pt x="8" y="43"/>
                  </a:cubicBezTo>
                  <a:cubicBezTo>
                    <a:pt x="5" y="57"/>
                    <a:pt x="4" y="72"/>
                    <a:pt x="1" y="86"/>
                  </a:cubicBezTo>
                  <a:cubicBezTo>
                    <a:pt x="0" y="87"/>
                    <a:pt x="1" y="88"/>
                    <a:pt x="2" y="88"/>
                  </a:cubicBezTo>
                  <a:cubicBezTo>
                    <a:pt x="3" y="88"/>
                    <a:pt x="4" y="88"/>
                    <a:pt x="5" y="87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6426" name="Freeform 325">
              <a:extLst>
                <a:ext uri="{FF2B5EF4-FFF2-40B4-BE49-F238E27FC236}">
                  <a16:creationId xmlns:a16="http://schemas.microsoft.com/office/drawing/2014/main" id="{61846994-A149-4B6B-B7D0-F884D3851B3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9" y="1945"/>
              <a:ext cx="12" cy="23"/>
            </a:xfrm>
            <a:custGeom>
              <a:avLst/>
              <a:gdLst>
                <a:gd name="T0" fmla="*/ 7 w 10"/>
                <a:gd name="T1" fmla="*/ 30 h 19"/>
                <a:gd name="T2" fmla="*/ 7 w 10"/>
                <a:gd name="T3" fmla="*/ 28 h 19"/>
                <a:gd name="T4" fmla="*/ 12 w 10"/>
                <a:gd name="T5" fmla="*/ 18 h 19"/>
                <a:gd name="T6" fmla="*/ 17 w 10"/>
                <a:gd name="T7" fmla="*/ 6 h 19"/>
                <a:gd name="T8" fmla="*/ 14 w 10"/>
                <a:gd name="T9" fmla="*/ 1 h 19"/>
                <a:gd name="T10" fmla="*/ 10 w 10"/>
                <a:gd name="T11" fmla="*/ 2 h 19"/>
                <a:gd name="T12" fmla="*/ 6 w 10"/>
                <a:gd name="T13" fmla="*/ 15 h 19"/>
                <a:gd name="T14" fmla="*/ 0 w 10"/>
                <a:gd name="T15" fmla="*/ 28 h 19"/>
                <a:gd name="T16" fmla="*/ 1 w 10"/>
                <a:gd name="T17" fmla="*/ 30 h 19"/>
                <a:gd name="T18" fmla="*/ 6 w 10"/>
                <a:gd name="T19" fmla="*/ 34 h 19"/>
                <a:gd name="T20" fmla="*/ 7 w 10"/>
                <a:gd name="T21" fmla="*/ 30 h 1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0" h="19">
                  <a:moveTo>
                    <a:pt x="4" y="17"/>
                  </a:moveTo>
                  <a:cubicBezTo>
                    <a:pt x="4" y="16"/>
                    <a:pt x="4" y="16"/>
                    <a:pt x="4" y="16"/>
                  </a:cubicBezTo>
                  <a:cubicBezTo>
                    <a:pt x="4" y="14"/>
                    <a:pt x="5" y="12"/>
                    <a:pt x="7" y="10"/>
                  </a:cubicBezTo>
                  <a:cubicBezTo>
                    <a:pt x="8" y="8"/>
                    <a:pt x="9" y="6"/>
                    <a:pt x="10" y="3"/>
                  </a:cubicBezTo>
                  <a:cubicBezTo>
                    <a:pt x="10" y="2"/>
                    <a:pt x="9" y="1"/>
                    <a:pt x="8" y="1"/>
                  </a:cubicBezTo>
                  <a:cubicBezTo>
                    <a:pt x="7" y="0"/>
                    <a:pt x="6" y="1"/>
                    <a:pt x="6" y="2"/>
                  </a:cubicBezTo>
                  <a:cubicBezTo>
                    <a:pt x="6" y="4"/>
                    <a:pt x="5" y="6"/>
                    <a:pt x="3" y="8"/>
                  </a:cubicBezTo>
                  <a:cubicBezTo>
                    <a:pt x="2" y="10"/>
                    <a:pt x="0" y="13"/>
                    <a:pt x="0" y="16"/>
                  </a:cubicBezTo>
                  <a:cubicBezTo>
                    <a:pt x="0" y="17"/>
                    <a:pt x="0" y="17"/>
                    <a:pt x="1" y="17"/>
                  </a:cubicBezTo>
                  <a:cubicBezTo>
                    <a:pt x="1" y="18"/>
                    <a:pt x="2" y="19"/>
                    <a:pt x="3" y="19"/>
                  </a:cubicBezTo>
                  <a:cubicBezTo>
                    <a:pt x="4" y="19"/>
                    <a:pt x="5" y="18"/>
                    <a:pt x="4" y="17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6427" name="Freeform 326">
              <a:extLst>
                <a:ext uri="{FF2B5EF4-FFF2-40B4-BE49-F238E27FC236}">
                  <a16:creationId xmlns:a16="http://schemas.microsoft.com/office/drawing/2014/main" id="{8C460606-894E-4574-BC75-BF16A211DCE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5" y="2019"/>
              <a:ext cx="29" cy="39"/>
            </a:xfrm>
            <a:custGeom>
              <a:avLst/>
              <a:gdLst>
                <a:gd name="T0" fmla="*/ 42 w 24"/>
                <a:gd name="T1" fmla="*/ 56 h 32"/>
                <a:gd name="T2" fmla="*/ 42 w 24"/>
                <a:gd name="T3" fmla="*/ 22 h 32"/>
                <a:gd name="T4" fmla="*/ 42 w 24"/>
                <a:gd name="T5" fmla="*/ 22 h 32"/>
                <a:gd name="T6" fmla="*/ 36 w 24"/>
                <a:gd name="T7" fmla="*/ 11 h 32"/>
                <a:gd name="T8" fmla="*/ 22 w 24"/>
                <a:gd name="T9" fmla="*/ 0 h 32"/>
                <a:gd name="T10" fmla="*/ 19 w 24"/>
                <a:gd name="T11" fmla="*/ 0 h 32"/>
                <a:gd name="T12" fmla="*/ 6 w 24"/>
                <a:gd name="T13" fmla="*/ 9 h 32"/>
                <a:gd name="T14" fmla="*/ 1 w 24"/>
                <a:gd name="T15" fmla="*/ 16 h 32"/>
                <a:gd name="T16" fmla="*/ 1 w 24"/>
                <a:gd name="T17" fmla="*/ 18 h 32"/>
                <a:gd name="T18" fmla="*/ 2 w 24"/>
                <a:gd name="T19" fmla="*/ 16 h 32"/>
                <a:gd name="T20" fmla="*/ 6 w 24"/>
                <a:gd name="T21" fmla="*/ 16 h 32"/>
                <a:gd name="T22" fmla="*/ 8 w 24"/>
                <a:gd name="T23" fmla="*/ 9 h 32"/>
                <a:gd name="T24" fmla="*/ 19 w 24"/>
                <a:gd name="T25" fmla="*/ 2 h 32"/>
                <a:gd name="T26" fmla="*/ 22 w 24"/>
                <a:gd name="T27" fmla="*/ 2 h 32"/>
                <a:gd name="T28" fmla="*/ 34 w 24"/>
                <a:gd name="T29" fmla="*/ 15 h 32"/>
                <a:gd name="T30" fmla="*/ 36 w 24"/>
                <a:gd name="T31" fmla="*/ 20 h 32"/>
                <a:gd name="T32" fmla="*/ 40 w 24"/>
                <a:gd name="T33" fmla="*/ 22 h 32"/>
                <a:gd name="T34" fmla="*/ 40 w 24"/>
                <a:gd name="T35" fmla="*/ 24 h 32"/>
                <a:gd name="T36" fmla="*/ 41 w 24"/>
                <a:gd name="T37" fmla="*/ 22 h 32"/>
                <a:gd name="T38" fmla="*/ 40 w 24"/>
                <a:gd name="T39" fmla="*/ 22 h 32"/>
                <a:gd name="T40" fmla="*/ 40 w 24"/>
                <a:gd name="T41" fmla="*/ 56 h 32"/>
                <a:gd name="T42" fmla="*/ 41 w 24"/>
                <a:gd name="T43" fmla="*/ 59 h 32"/>
                <a:gd name="T44" fmla="*/ 42 w 24"/>
                <a:gd name="T45" fmla="*/ 56 h 32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24" h="32">
                  <a:moveTo>
                    <a:pt x="24" y="31"/>
                  </a:moveTo>
                  <a:cubicBezTo>
                    <a:pt x="24" y="12"/>
                    <a:pt x="24" y="12"/>
                    <a:pt x="24" y="12"/>
                  </a:cubicBezTo>
                  <a:cubicBezTo>
                    <a:pt x="24" y="12"/>
                    <a:pt x="24" y="12"/>
                    <a:pt x="24" y="12"/>
                  </a:cubicBezTo>
                  <a:cubicBezTo>
                    <a:pt x="24" y="12"/>
                    <a:pt x="23" y="9"/>
                    <a:pt x="21" y="6"/>
                  </a:cubicBezTo>
                  <a:cubicBezTo>
                    <a:pt x="19" y="4"/>
                    <a:pt x="16" y="1"/>
                    <a:pt x="12" y="0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8" y="0"/>
                    <a:pt x="5" y="2"/>
                    <a:pt x="3" y="5"/>
                  </a:cubicBezTo>
                  <a:cubicBezTo>
                    <a:pt x="2" y="7"/>
                    <a:pt x="1" y="9"/>
                    <a:pt x="1" y="9"/>
                  </a:cubicBezTo>
                  <a:cubicBezTo>
                    <a:pt x="0" y="9"/>
                    <a:pt x="1" y="10"/>
                    <a:pt x="1" y="10"/>
                  </a:cubicBezTo>
                  <a:cubicBezTo>
                    <a:pt x="2" y="10"/>
                    <a:pt x="2" y="10"/>
                    <a:pt x="2" y="9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3" y="8"/>
                    <a:pt x="4" y="7"/>
                    <a:pt x="5" y="5"/>
                  </a:cubicBezTo>
                  <a:cubicBezTo>
                    <a:pt x="7" y="4"/>
                    <a:pt x="9" y="2"/>
                    <a:pt x="11" y="2"/>
                  </a:cubicBezTo>
                  <a:cubicBezTo>
                    <a:pt x="12" y="2"/>
                    <a:pt x="12" y="2"/>
                    <a:pt x="12" y="2"/>
                  </a:cubicBezTo>
                  <a:cubicBezTo>
                    <a:pt x="15" y="2"/>
                    <a:pt x="17" y="5"/>
                    <a:pt x="19" y="8"/>
                  </a:cubicBezTo>
                  <a:cubicBezTo>
                    <a:pt x="20" y="9"/>
                    <a:pt x="21" y="10"/>
                    <a:pt x="21" y="11"/>
                  </a:cubicBezTo>
                  <a:cubicBezTo>
                    <a:pt x="21" y="12"/>
                    <a:pt x="22" y="12"/>
                    <a:pt x="22" y="12"/>
                  </a:cubicBezTo>
                  <a:cubicBezTo>
                    <a:pt x="22" y="13"/>
                    <a:pt x="22" y="13"/>
                    <a:pt x="22" y="13"/>
                  </a:cubicBezTo>
                  <a:cubicBezTo>
                    <a:pt x="23" y="12"/>
                    <a:pt x="23" y="12"/>
                    <a:pt x="23" y="12"/>
                  </a:cubicBezTo>
                  <a:cubicBezTo>
                    <a:pt x="22" y="12"/>
                    <a:pt x="22" y="12"/>
                    <a:pt x="22" y="12"/>
                  </a:cubicBezTo>
                  <a:cubicBezTo>
                    <a:pt x="22" y="31"/>
                    <a:pt x="22" y="31"/>
                    <a:pt x="22" y="31"/>
                  </a:cubicBezTo>
                  <a:cubicBezTo>
                    <a:pt x="22" y="31"/>
                    <a:pt x="22" y="32"/>
                    <a:pt x="23" y="32"/>
                  </a:cubicBezTo>
                  <a:cubicBezTo>
                    <a:pt x="23" y="32"/>
                    <a:pt x="24" y="31"/>
                    <a:pt x="24" y="31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6428" name="Freeform 327">
              <a:extLst>
                <a:ext uri="{FF2B5EF4-FFF2-40B4-BE49-F238E27FC236}">
                  <a16:creationId xmlns:a16="http://schemas.microsoft.com/office/drawing/2014/main" id="{815B72EE-AC60-4E12-B43F-802692A7E17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9" y="2031"/>
              <a:ext cx="62" cy="84"/>
            </a:xfrm>
            <a:custGeom>
              <a:avLst/>
              <a:gdLst>
                <a:gd name="T0" fmla="*/ 67 w 52"/>
                <a:gd name="T1" fmla="*/ 2 h 70"/>
                <a:gd name="T2" fmla="*/ 64 w 52"/>
                <a:gd name="T3" fmla="*/ 17 h 70"/>
                <a:gd name="T4" fmla="*/ 67 w 52"/>
                <a:gd name="T5" fmla="*/ 28 h 70"/>
                <a:gd name="T6" fmla="*/ 73 w 52"/>
                <a:gd name="T7" fmla="*/ 37 h 70"/>
                <a:gd name="T8" fmla="*/ 74 w 52"/>
                <a:gd name="T9" fmla="*/ 35 h 70"/>
                <a:gd name="T10" fmla="*/ 74 w 52"/>
                <a:gd name="T11" fmla="*/ 31 h 70"/>
                <a:gd name="T12" fmla="*/ 74 w 52"/>
                <a:gd name="T13" fmla="*/ 31 h 70"/>
                <a:gd name="T14" fmla="*/ 42 w 52"/>
                <a:gd name="T15" fmla="*/ 52 h 70"/>
                <a:gd name="T16" fmla="*/ 35 w 52"/>
                <a:gd name="T17" fmla="*/ 64 h 70"/>
                <a:gd name="T18" fmla="*/ 32 w 52"/>
                <a:gd name="T19" fmla="*/ 70 h 70"/>
                <a:gd name="T20" fmla="*/ 32 w 52"/>
                <a:gd name="T21" fmla="*/ 71 h 70"/>
                <a:gd name="T22" fmla="*/ 32 w 52"/>
                <a:gd name="T23" fmla="*/ 71 h 70"/>
                <a:gd name="T24" fmla="*/ 32 w 52"/>
                <a:gd name="T25" fmla="*/ 71 h 70"/>
                <a:gd name="T26" fmla="*/ 32 w 52"/>
                <a:gd name="T27" fmla="*/ 71 h 70"/>
                <a:gd name="T28" fmla="*/ 32 w 52"/>
                <a:gd name="T29" fmla="*/ 71 h 70"/>
                <a:gd name="T30" fmla="*/ 32 w 52"/>
                <a:gd name="T31" fmla="*/ 71 h 70"/>
                <a:gd name="T32" fmla="*/ 32 w 52"/>
                <a:gd name="T33" fmla="*/ 71 h 70"/>
                <a:gd name="T34" fmla="*/ 32 w 52"/>
                <a:gd name="T35" fmla="*/ 71 h 70"/>
                <a:gd name="T36" fmla="*/ 32 w 52"/>
                <a:gd name="T37" fmla="*/ 71 h 70"/>
                <a:gd name="T38" fmla="*/ 32 w 52"/>
                <a:gd name="T39" fmla="*/ 71 h 70"/>
                <a:gd name="T40" fmla="*/ 32 w 52"/>
                <a:gd name="T41" fmla="*/ 71 h 70"/>
                <a:gd name="T42" fmla="*/ 32 w 52"/>
                <a:gd name="T43" fmla="*/ 71 h 70"/>
                <a:gd name="T44" fmla="*/ 32 w 52"/>
                <a:gd name="T45" fmla="*/ 71 h 70"/>
                <a:gd name="T46" fmla="*/ 29 w 52"/>
                <a:gd name="T47" fmla="*/ 72 h 70"/>
                <a:gd name="T48" fmla="*/ 10 w 52"/>
                <a:gd name="T49" fmla="*/ 86 h 70"/>
                <a:gd name="T50" fmla="*/ 0 w 52"/>
                <a:gd name="T51" fmla="*/ 113 h 70"/>
                <a:gd name="T52" fmla="*/ 0 w 52"/>
                <a:gd name="T53" fmla="*/ 118 h 70"/>
                <a:gd name="T54" fmla="*/ 6 w 52"/>
                <a:gd name="T55" fmla="*/ 121 h 70"/>
                <a:gd name="T56" fmla="*/ 7 w 52"/>
                <a:gd name="T57" fmla="*/ 115 h 70"/>
                <a:gd name="T58" fmla="*/ 7 w 52"/>
                <a:gd name="T59" fmla="*/ 113 h 70"/>
                <a:gd name="T60" fmla="*/ 16 w 52"/>
                <a:gd name="T61" fmla="*/ 92 h 70"/>
                <a:gd name="T62" fmla="*/ 30 w 52"/>
                <a:gd name="T63" fmla="*/ 78 h 70"/>
                <a:gd name="T64" fmla="*/ 36 w 52"/>
                <a:gd name="T65" fmla="*/ 77 h 70"/>
                <a:gd name="T66" fmla="*/ 37 w 52"/>
                <a:gd name="T67" fmla="*/ 72 h 70"/>
                <a:gd name="T68" fmla="*/ 38 w 52"/>
                <a:gd name="T69" fmla="*/ 67 h 70"/>
                <a:gd name="T70" fmla="*/ 47 w 52"/>
                <a:gd name="T71" fmla="*/ 58 h 70"/>
                <a:gd name="T72" fmla="*/ 74 w 52"/>
                <a:gd name="T73" fmla="*/ 37 h 70"/>
                <a:gd name="T74" fmla="*/ 74 w 52"/>
                <a:gd name="T75" fmla="*/ 37 h 70"/>
                <a:gd name="T76" fmla="*/ 74 w 52"/>
                <a:gd name="T77" fmla="*/ 37 h 70"/>
                <a:gd name="T78" fmla="*/ 74 w 52"/>
                <a:gd name="T79" fmla="*/ 37 h 70"/>
                <a:gd name="T80" fmla="*/ 74 w 52"/>
                <a:gd name="T81" fmla="*/ 37 h 70"/>
                <a:gd name="T82" fmla="*/ 74 w 52"/>
                <a:gd name="T83" fmla="*/ 37 h 70"/>
                <a:gd name="T84" fmla="*/ 74 w 52"/>
                <a:gd name="T85" fmla="*/ 37 h 70"/>
                <a:gd name="T86" fmla="*/ 74 w 52"/>
                <a:gd name="T87" fmla="*/ 37 h 70"/>
                <a:gd name="T88" fmla="*/ 88 w 52"/>
                <a:gd name="T89" fmla="*/ 41 h 70"/>
                <a:gd name="T90" fmla="*/ 76 w 52"/>
                <a:gd name="T91" fmla="*/ 34 h 70"/>
                <a:gd name="T92" fmla="*/ 73 w 52"/>
                <a:gd name="T93" fmla="*/ 26 h 70"/>
                <a:gd name="T94" fmla="*/ 72 w 52"/>
                <a:gd name="T95" fmla="*/ 17 h 70"/>
                <a:gd name="T96" fmla="*/ 72 w 52"/>
                <a:gd name="T97" fmla="*/ 8 h 70"/>
                <a:gd name="T98" fmla="*/ 73 w 52"/>
                <a:gd name="T99" fmla="*/ 6 h 70"/>
                <a:gd name="T100" fmla="*/ 73 w 52"/>
                <a:gd name="T101" fmla="*/ 6 h 70"/>
                <a:gd name="T102" fmla="*/ 73 w 52"/>
                <a:gd name="T103" fmla="*/ 6 h 70"/>
                <a:gd name="T104" fmla="*/ 69 w 52"/>
                <a:gd name="T105" fmla="*/ 0 h 70"/>
                <a:gd name="T106" fmla="*/ 67 w 52"/>
                <a:gd name="T107" fmla="*/ 2 h 70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0" t="0" r="r" b="b"/>
              <a:pathLst>
                <a:path w="52" h="70">
                  <a:moveTo>
                    <a:pt x="39" y="2"/>
                  </a:moveTo>
                  <a:cubicBezTo>
                    <a:pt x="39" y="2"/>
                    <a:pt x="38" y="5"/>
                    <a:pt x="38" y="10"/>
                  </a:cubicBezTo>
                  <a:cubicBezTo>
                    <a:pt x="38" y="12"/>
                    <a:pt x="38" y="14"/>
                    <a:pt x="39" y="16"/>
                  </a:cubicBezTo>
                  <a:cubicBezTo>
                    <a:pt x="40" y="18"/>
                    <a:pt x="41" y="21"/>
                    <a:pt x="43" y="22"/>
                  </a:cubicBezTo>
                  <a:cubicBezTo>
                    <a:pt x="44" y="20"/>
                    <a:pt x="44" y="20"/>
                    <a:pt x="44" y="20"/>
                  </a:cubicBezTo>
                  <a:cubicBezTo>
                    <a:pt x="44" y="18"/>
                    <a:pt x="44" y="18"/>
                    <a:pt x="44" y="18"/>
                  </a:cubicBezTo>
                  <a:cubicBezTo>
                    <a:pt x="44" y="18"/>
                    <a:pt x="44" y="18"/>
                    <a:pt x="44" y="18"/>
                  </a:cubicBezTo>
                  <a:cubicBezTo>
                    <a:pt x="41" y="18"/>
                    <a:pt x="32" y="19"/>
                    <a:pt x="24" y="30"/>
                  </a:cubicBezTo>
                  <a:cubicBezTo>
                    <a:pt x="22" y="33"/>
                    <a:pt x="21" y="36"/>
                    <a:pt x="20" y="37"/>
                  </a:cubicBezTo>
                  <a:cubicBezTo>
                    <a:pt x="20" y="38"/>
                    <a:pt x="19" y="39"/>
                    <a:pt x="19" y="40"/>
                  </a:cubicBezTo>
                  <a:cubicBezTo>
                    <a:pt x="19" y="40"/>
                    <a:pt x="19" y="41"/>
                    <a:pt x="19" y="41"/>
                  </a:cubicBezTo>
                  <a:cubicBezTo>
                    <a:pt x="19" y="41"/>
                    <a:pt x="19" y="41"/>
                    <a:pt x="19" y="41"/>
                  </a:cubicBezTo>
                  <a:cubicBezTo>
                    <a:pt x="19" y="41"/>
                    <a:pt x="19" y="41"/>
                    <a:pt x="19" y="41"/>
                  </a:cubicBezTo>
                  <a:cubicBezTo>
                    <a:pt x="19" y="41"/>
                    <a:pt x="19" y="41"/>
                    <a:pt x="19" y="41"/>
                  </a:cubicBezTo>
                  <a:cubicBezTo>
                    <a:pt x="19" y="41"/>
                    <a:pt x="19" y="41"/>
                    <a:pt x="19" y="41"/>
                  </a:cubicBezTo>
                  <a:cubicBezTo>
                    <a:pt x="19" y="41"/>
                    <a:pt x="19" y="41"/>
                    <a:pt x="19" y="41"/>
                  </a:cubicBezTo>
                  <a:cubicBezTo>
                    <a:pt x="19" y="41"/>
                    <a:pt x="19" y="41"/>
                    <a:pt x="19" y="41"/>
                  </a:cubicBezTo>
                  <a:cubicBezTo>
                    <a:pt x="19" y="41"/>
                    <a:pt x="19" y="41"/>
                    <a:pt x="19" y="41"/>
                  </a:cubicBezTo>
                  <a:cubicBezTo>
                    <a:pt x="19" y="41"/>
                    <a:pt x="19" y="41"/>
                    <a:pt x="19" y="41"/>
                  </a:cubicBezTo>
                  <a:cubicBezTo>
                    <a:pt x="19" y="41"/>
                    <a:pt x="19" y="41"/>
                    <a:pt x="19" y="41"/>
                  </a:cubicBezTo>
                  <a:cubicBezTo>
                    <a:pt x="19" y="41"/>
                    <a:pt x="19" y="41"/>
                    <a:pt x="19" y="41"/>
                  </a:cubicBezTo>
                  <a:cubicBezTo>
                    <a:pt x="19" y="41"/>
                    <a:pt x="19" y="41"/>
                    <a:pt x="19" y="41"/>
                  </a:cubicBezTo>
                  <a:cubicBezTo>
                    <a:pt x="19" y="41"/>
                    <a:pt x="19" y="41"/>
                    <a:pt x="19" y="41"/>
                  </a:cubicBezTo>
                  <a:cubicBezTo>
                    <a:pt x="18" y="41"/>
                    <a:pt x="18" y="41"/>
                    <a:pt x="17" y="42"/>
                  </a:cubicBezTo>
                  <a:cubicBezTo>
                    <a:pt x="14" y="43"/>
                    <a:pt x="10" y="46"/>
                    <a:pt x="6" y="50"/>
                  </a:cubicBezTo>
                  <a:cubicBezTo>
                    <a:pt x="3" y="54"/>
                    <a:pt x="0" y="60"/>
                    <a:pt x="0" y="65"/>
                  </a:cubicBezTo>
                  <a:cubicBezTo>
                    <a:pt x="0" y="66"/>
                    <a:pt x="0" y="67"/>
                    <a:pt x="0" y="68"/>
                  </a:cubicBezTo>
                  <a:cubicBezTo>
                    <a:pt x="1" y="69"/>
                    <a:pt x="2" y="70"/>
                    <a:pt x="3" y="70"/>
                  </a:cubicBezTo>
                  <a:cubicBezTo>
                    <a:pt x="4" y="69"/>
                    <a:pt x="5" y="68"/>
                    <a:pt x="4" y="67"/>
                  </a:cubicBezTo>
                  <a:cubicBezTo>
                    <a:pt x="4" y="67"/>
                    <a:pt x="4" y="66"/>
                    <a:pt x="4" y="65"/>
                  </a:cubicBezTo>
                  <a:cubicBezTo>
                    <a:pt x="4" y="61"/>
                    <a:pt x="6" y="57"/>
                    <a:pt x="9" y="53"/>
                  </a:cubicBezTo>
                  <a:cubicBezTo>
                    <a:pt x="12" y="49"/>
                    <a:pt x="16" y="46"/>
                    <a:pt x="18" y="45"/>
                  </a:cubicBezTo>
                  <a:cubicBezTo>
                    <a:pt x="20" y="45"/>
                    <a:pt x="20" y="44"/>
                    <a:pt x="21" y="44"/>
                  </a:cubicBezTo>
                  <a:cubicBezTo>
                    <a:pt x="22" y="43"/>
                    <a:pt x="22" y="43"/>
                    <a:pt x="22" y="42"/>
                  </a:cubicBezTo>
                  <a:cubicBezTo>
                    <a:pt x="23" y="41"/>
                    <a:pt x="23" y="41"/>
                    <a:pt x="23" y="39"/>
                  </a:cubicBezTo>
                  <a:cubicBezTo>
                    <a:pt x="24" y="38"/>
                    <a:pt x="25" y="36"/>
                    <a:pt x="28" y="33"/>
                  </a:cubicBezTo>
                  <a:cubicBezTo>
                    <a:pt x="35" y="23"/>
                    <a:pt x="42" y="22"/>
                    <a:pt x="44" y="22"/>
                  </a:cubicBezTo>
                  <a:cubicBezTo>
                    <a:pt x="44" y="22"/>
                    <a:pt x="44" y="22"/>
                    <a:pt x="44" y="22"/>
                  </a:cubicBezTo>
                  <a:cubicBezTo>
                    <a:pt x="44" y="22"/>
                    <a:pt x="44" y="22"/>
                    <a:pt x="44" y="22"/>
                  </a:cubicBezTo>
                  <a:cubicBezTo>
                    <a:pt x="44" y="22"/>
                    <a:pt x="44" y="22"/>
                    <a:pt x="44" y="22"/>
                  </a:cubicBezTo>
                  <a:cubicBezTo>
                    <a:pt x="44" y="22"/>
                    <a:pt x="44" y="22"/>
                    <a:pt x="44" y="22"/>
                  </a:cubicBezTo>
                  <a:cubicBezTo>
                    <a:pt x="44" y="22"/>
                    <a:pt x="44" y="22"/>
                    <a:pt x="44" y="22"/>
                  </a:cubicBezTo>
                  <a:cubicBezTo>
                    <a:pt x="44" y="22"/>
                    <a:pt x="44" y="22"/>
                    <a:pt x="44" y="22"/>
                  </a:cubicBezTo>
                  <a:cubicBezTo>
                    <a:pt x="44" y="22"/>
                    <a:pt x="44" y="22"/>
                    <a:pt x="44" y="22"/>
                  </a:cubicBezTo>
                  <a:cubicBezTo>
                    <a:pt x="52" y="23"/>
                    <a:pt x="52" y="23"/>
                    <a:pt x="52" y="23"/>
                  </a:cubicBezTo>
                  <a:cubicBezTo>
                    <a:pt x="45" y="19"/>
                    <a:pt x="45" y="19"/>
                    <a:pt x="45" y="19"/>
                  </a:cubicBezTo>
                  <a:cubicBezTo>
                    <a:pt x="44" y="18"/>
                    <a:pt x="43" y="17"/>
                    <a:pt x="43" y="15"/>
                  </a:cubicBezTo>
                  <a:cubicBezTo>
                    <a:pt x="42" y="13"/>
                    <a:pt x="42" y="12"/>
                    <a:pt x="42" y="10"/>
                  </a:cubicBezTo>
                  <a:cubicBezTo>
                    <a:pt x="42" y="8"/>
                    <a:pt x="42" y="6"/>
                    <a:pt x="42" y="5"/>
                  </a:cubicBezTo>
                  <a:cubicBezTo>
                    <a:pt x="43" y="4"/>
                    <a:pt x="43" y="4"/>
                    <a:pt x="43" y="3"/>
                  </a:cubicBezTo>
                  <a:cubicBezTo>
                    <a:pt x="43" y="3"/>
                    <a:pt x="43" y="3"/>
                    <a:pt x="43" y="3"/>
                  </a:cubicBezTo>
                  <a:cubicBezTo>
                    <a:pt x="43" y="3"/>
                    <a:pt x="43" y="3"/>
                    <a:pt x="43" y="3"/>
                  </a:cubicBezTo>
                  <a:cubicBezTo>
                    <a:pt x="43" y="2"/>
                    <a:pt x="43" y="1"/>
                    <a:pt x="41" y="0"/>
                  </a:cubicBezTo>
                  <a:cubicBezTo>
                    <a:pt x="40" y="0"/>
                    <a:pt x="39" y="1"/>
                    <a:pt x="39" y="2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6429" name="Freeform 328">
              <a:extLst>
                <a:ext uri="{FF2B5EF4-FFF2-40B4-BE49-F238E27FC236}">
                  <a16:creationId xmlns:a16="http://schemas.microsoft.com/office/drawing/2014/main" id="{27F09C8B-F18A-4DD4-8BE9-AFA922A3770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4" y="2076"/>
              <a:ext cx="23" cy="11"/>
            </a:xfrm>
            <a:custGeom>
              <a:avLst/>
              <a:gdLst>
                <a:gd name="T0" fmla="*/ 6 w 19"/>
                <a:gd name="T1" fmla="*/ 15 h 9"/>
                <a:gd name="T2" fmla="*/ 7 w 19"/>
                <a:gd name="T3" fmla="*/ 15 h 9"/>
                <a:gd name="T4" fmla="*/ 30 w 19"/>
                <a:gd name="T5" fmla="*/ 7 h 9"/>
                <a:gd name="T6" fmla="*/ 34 w 19"/>
                <a:gd name="T7" fmla="*/ 2 h 9"/>
                <a:gd name="T8" fmla="*/ 30 w 19"/>
                <a:gd name="T9" fmla="*/ 0 h 9"/>
                <a:gd name="T10" fmla="*/ 12 w 19"/>
                <a:gd name="T11" fmla="*/ 2 h 9"/>
                <a:gd name="T12" fmla="*/ 1 w 19"/>
                <a:gd name="T13" fmla="*/ 9 h 9"/>
                <a:gd name="T14" fmla="*/ 0 w 19"/>
                <a:gd name="T15" fmla="*/ 13 h 9"/>
                <a:gd name="T16" fmla="*/ 6 w 19"/>
                <a:gd name="T17" fmla="*/ 15 h 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9" h="9">
                  <a:moveTo>
                    <a:pt x="3" y="8"/>
                  </a:moveTo>
                  <a:cubicBezTo>
                    <a:pt x="3" y="8"/>
                    <a:pt x="3" y="8"/>
                    <a:pt x="4" y="8"/>
                  </a:cubicBezTo>
                  <a:cubicBezTo>
                    <a:pt x="7" y="7"/>
                    <a:pt x="13" y="4"/>
                    <a:pt x="17" y="4"/>
                  </a:cubicBezTo>
                  <a:cubicBezTo>
                    <a:pt x="19" y="4"/>
                    <a:pt x="19" y="3"/>
                    <a:pt x="19" y="2"/>
                  </a:cubicBezTo>
                  <a:cubicBezTo>
                    <a:pt x="19" y="1"/>
                    <a:pt x="18" y="0"/>
                    <a:pt x="17" y="0"/>
                  </a:cubicBezTo>
                  <a:cubicBezTo>
                    <a:pt x="14" y="0"/>
                    <a:pt x="10" y="1"/>
                    <a:pt x="7" y="2"/>
                  </a:cubicBezTo>
                  <a:cubicBezTo>
                    <a:pt x="3" y="4"/>
                    <a:pt x="1" y="5"/>
                    <a:pt x="1" y="5"/>
                  </a:cubicBezTo>
                  <a:cubicBezTo>
                    <a:pt x="0" y="5"/>
                    <a:pt x="0" y="6"/>
                    <a:pt x="0" y="7"/>
                  </a:cubicBezTo>
                  <a:cubicBezTo>
                    <a:pt x="0" y="8"/>
                    <a:pt x="2" y="9"/>
                    <a:pt x="3" y="8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6430" name="Freeform 329">
              <a:extLst>
                <a:ext uri="{FF2B5EF4-FFF2-40B4-BE49-F238E27FC236}">
                  <a16:creationId xmlns:a16="http://schemas.microsoft.com/office/drawing/2014/main" id="{2E9912B4-DC52-4A55-BF94-0F317F8CF73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5" y="2060"/>
              <a:ext cx="11" cy="6"/>
            </a:xfrm>
            <a:custGeom>
              <a:avLst/>
              <a:gdLst>
                <a:gd name="T0" fmla="*/ 1 w 9"/>
                <a:gd name="T1" fmla="*/ 7 h 5"/>
                <a:gd name="T2" fmla="*/ 13 w 9"/>
                <a:gd name="T3" fmla="*/ 8 h 5"/>
                <a:gd name="T4" fmla="*/ 16 w 9"/>
                <a:gd name="T5" fmla="*/ 6 h 5"/>
                <a:gd name="T6" fmla="*/ 15 w 9"/>
                <a:gd name="T7" fmla="*/ 1 h 5"/>
                <a:gd name="T8" fmla="*/ 2 w 9"/>
                <a:gd name="T9" fmla="*/ 0 h 5"/>
                <a:gd name="T10" fmla="*/ 0 w 9"/>
                <a:gd name="T11" fmla="*/ 2 h 5"/>
                <a:gd name="T12" fmla="*/ 1 w 9"/>
                <a:gd name="T13" fmla="*/ 7 h 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" h="5">
                  <a:moveTo>
                    <a:pt x="1" y="4"/>
                  </a:moveTo>
                  <a:cubicBezTo>
                    <a:pt x="7" y="5"/>
                    <a:pt x="7" y="5"/>
                    <a:pt x="7" y="5"/>
                  </a:cubicBezTo>
                  <a:cubicBezTo>
                    <a:pt x="8" y="5"/>
                    <a:pt x="9" y="4"/>
                    <a:pt x="9" y="3"/>
                  </a:cubicBezTo>
                  <a:cubicBezTo>
                    <a:pt x="9" y="2"/>
                    <a:pt x="9" y="1"/>
                    <a:pt x="8" y="1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3"/>
                    <a:pt x="0" y="4"/>
                    <a:pt x="1" y="4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6431" name="Freeform 330">
              <a:extLst>
                <a:ext uri="{FF2B5EF4-FFF2-40B4-BE49-F238E27FC236}">
                  <a16:creationId xmlns:a16="http://schemas.microsoft.com/office/drawing/2014/main" id="{5D7B70AB-684D-4D67-94FF-A6E062F14B1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9" y="1944"/>
              <a:ext cx="26" cy="104"/>
            </a:xfrm>
            <a:custGeom>
              <a:avLst/>
              <a:gdLst>
                <a:gd name="T0" fmla="*/ 8 w 22"/>
                <a:gd name="T1" fmla="*/ 0 h 87"/>
                <a:gd name="T2" fmla="*/ 9 w 22"/>
                <a:gd name="T3" fmla="*/ 36 h 87"/>
                <a:gd name="T4" fmla="*/ 25 w 22"/>
                <a:gd name="T5" fmla="*/ 67 h 87"/>
                <a:gd name="T6" fmla="*/ 21 w 22"/>
                <a:gd name="T7" fmla="*/ 112 h 87"/>
                <a:gd name="T8" fmla="*/ 28 w 22"/>
                <a:gd name="T9" fmla="*/ 148 h 87"/>
                <a:gd name="T10" fmla="*/ 30 w 22"/>
                <a:gd name="T11" fmla="*/ 111 h 87"/>
                <a:gd name="T12" fmla="*/ 37 w 22"/>
                <a:gd name="T13" fmla="*/ 72 h 87"/>
                <a:gd name="T14" fmla="*/ 30 w 22"/>
                <a:gd name="T15" fmla="*/ 42 h 87"/>
                <a:gd name="T16" fmla="*/ 13 w 22"/>
                <a:gd name="T17" fmla="*/ 6 h 8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2" h="87">
                  <a:moveTo>
                    <a:pt x="5" y="0"/>
                  </a:moveTo>
                  <a:cubicBezTo>
                    <a:pt x="3" y="8"/>
                    <a:pt x="0" y="14"/>
                    <a:pt x="6" y="21"/>
                  </a:cubicBezTo>
                  <a:cubicBezTo>
                    <a:pt x="11" y="27"/>
                    <a:pt x="15" y="31"/>
                    <a:pt x="15" y="39"/>
                  </a:cubicBezTo>
                  <a:cubicBezTo>
                    <a:pt x="15" y="49"/>
                    <a:pt x="14" y="57"/>
                    <a:pt x="13" y="66"/>
                  </a:cubicBezTo>
                  <a:cubicBezTo>
                    <a:pt x="13" y="71"/>
                    <a:pt x="11" y="85"/>
                    <a:pt x="17" y="87"/>
                  </a:cubicBezTo>
                  <a:cubicBezTo>
                    <a:pt x="18" y="80"/>
                    <a:pt x="17" y="73"/>
                    <a:pt x="18" y="65"/>
                  </a:cubicBezTo>
                  <a:cubicBezTo>
                    <a:pt x="19" y="58"/>
                    <a:pt x="21" y="50"/>
                    <a:pt x="22" y="42"/>
                  </a:cubicBezTo>
                  <a:cubicBezTo>
                    <a:pt x="22" y="36"/>
                    <a:pt x="21" y="29"/>
                    <a:pt x="18" y="24"/>
                  </a:cubicBezTo>
                  <a:cubicBezTo>
                    <a:pt x="15" y="16"/>
                    <a:pt x="7" y="13"/>
                    <a:pt x="8" y="3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6432" name="Freeform 331">
              <a:extLst>
                <a:ext uri="{FF2B5EF4-FFF2-40B4-BE49-F238E27FC236}">
                  <a16:creationId xmlns:a16="http://schemas.microsoft.com/office/drawing/2014/main" id="{5D0C0F26-2EC6-4D5A-84EF-B90EF04BC57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8" y="1849"/>
              <a:ext cx="117" cy="74"/>
            </a:xfrm>
            <a:custGeom>
              <a:avLst/>
              <a:gdLst>
                <a:gd name="T0" fmla="*/ 168 w 97"/>
                <a:gd name="T1" fmla="*/ 10 h 62"/>
                <a:gd name="T2" fmla="*/ 170 w 97"/>
                <a:gd name="T3" fmla="*/ 51 h 62"/>
                <a:gd name="T4" fmla="*/ 112 w 97"/>
                <a:gd name="T5" fmla="*/ 45 h 62"/>
                <a:gd name="T6" fmla="*/ 86 w 97"/>
                <a:gd name="T7" fmla="*/ 56 h 62"/>
                <a:gd name="T8" fmla="*/ 62 w 97"/>
                <a:gd name="T9" fmla="*/ 58 h 62"/>
                <a:gd name="T10" fmla="*/ 2 w 97"/>
                <a:gd name="T11" fmla="*/ 105 h 62"/>
                <a:gd name="T12" fmla="*/ 8 w 97"/>
                <a:gd name="T13" fmla="*/ 58 h 62"/>
                <a:gd name="T14" fmla="*/ 48 w 97"/>
                <a:gd name="T15" fmla="*/ 25 h 62"/>
                <a:gd name="T16" fmla="*/ 94 w 97"/>
                <a:gd name="T17" fmla="*/ 10 h 62"/>
                <a:gd name="T18" fmla="*/ 156 w 97"/>
                <a:gd name="T19" fmla="*/ 8 h 6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97" h="62">
                  <a:moveTo>
                    <a:pt x="95" y="6"/>
                  </a:moveTo>
                  <a:cubicBezTo>
                    <a:pt x="95" y="14"/>
                    <a:pt x="97" y="23"/>
                    <a:pt x="97" y="30"/>
                  </a:cubicBezTo>
                  <a:cubicBezTo>
                    <a:pt x="86" y="32"/>
                    <a:pt x="74" y="23"/>
                    <a:pt x="64" y="27"/>
                  </a:cubicBezTo>
                  <a:cubicBezTo>
                    <a:pt x="57" y="29"/>
                    <a:pt x="57" y="34"/>
                    <a:pt x="49" y="33"/>
                  </a:cubicBezTo>
                  <a:cubicBezTo>
                    <a:pt x="44" y="33"/>
                    <a:pt x="40" y="33"/>
                    <a:pt x="35" y="34"/>
                  </a:cubicBezTo>
                  <a:cubicBezTo>
                    <a:pt x="19" y="39"/>
                    <a:pt x="12" y="51"/>
                    <a:pt x="2" y="62"/>
                  </a:cubicBezTo>
                  <a:cubicBezTo>
                    <a:pt x="0" y="55"/>
                    <a:pt x="1" y="41"/>
                    <a:pt x="5" y="34"/>
                  </a:cubicBezTo>
                  <a:cubicBezTo>
                    <a:pt x="10" y="25"/>
                    <a:pt x="17" y="18"/>
                    <a:pt x="27" y="15"/>
                  </a:cubicBezTo>
                  <a:cubicBezTo>
                    <a:pt x="36" y="11"/>
                    <a:pt x="45" y="8"/>
                    <a:pt x="54" y="6"/>
                  </a:cubicBezTo>
                  <a:cubicBezTo>
                    <a:pt x="63" y="5"/>
                    <a:pt x="80" y="0"/>
                    <a:pt x="89" y="5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6433" name="Freeform 332">
              <a:extLst>
                <a:ext uri="{FF2B5EF4-FFF2-40B4-BE49-F238E27FC236}">
                  <a16:creationId xmlns:a16="http://schemas.microsoft.com/office/drawing/2014/main" id="{B7734E65-7684-4638-AF2D-FB13EA846A6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8" y="1971"/>
              <a:ext cx="25" cy="87"/>
            </a:xfrm>
            <a:custGeom>
              <a:avLst/>
              <a:gdLst>
                <a:gd name="T0" fmla="*/ 29 w 21"/>
                <a:gd name="T1" fmla="*/ 0 h 72"/>
                <a:gd name="T2" fmla="*/ 17 w 21"/>
                <a:gd name="T3" fmla="*/ 60 h 72"/>
                <a:gd name="T4" fmla="*/ 2 w 21"/>
                <a:gd name="T5" fmla="*/ 111 h 72"/>
                <a:gd name="T6" fmla="*/ 10 w 21"/>
                <a:gd name="T7" fmla="*/ 121 h 72"/>
                <a:gd name="T8" fmla="*/ 20 w 21"/>
                <a:gd name="T9" fmla="*/ 92 h 72"/>
                <a:gd name="T10" fmla="*/ 29 w 21"/>
                <a:gd name="T11" fmla="*/ 54 h 72"/>
                <a:gd name="T12" fmla="*/ 30 w 21"/>
                <a:gd name="T13" fmla="*/ 7 h 7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" h="72">
                  <a:moveTo>
                    <a:pt x="17" y="0"/>
                  </a:moveTo>
                  <a:cubicBezTo>
                    <a:pt x="21" y="11"/>
                    <a:pt x="12" y="24"/>
                    <a:pt x="10" y="34"/>
                  </a:cubicBezTo>
                  <a:cubicBezTo>
                    <a:pt x="7" y="44"/>
                    <a:pt x="4" y="53"/>
                    <a:pt x="2" y="63"/>
                  </a:cubicBezTo>
                  <a:cubicBezTo>
                    <a:pt x="1" y="68"/>
                    <a:pt x="0" y="72"/>
                    <a:pt x="6" y="69"/>
                  </a:cubicBezTo>
                  <a:cubicBezTo>
                    <a:pt x="12" y="66"/>
                    <a:pt x="10" y="58"/>
                    <a:pt x="12" y="52"/>
                  </a:cubicBezTo>
                  <a:cubicBezTo>
                    <a:pt x="13" y="45"/>
                    <a:pt x="16" y="39"/>
                    <a:pt x="17" y="31"/>
                  </a:cubicBezTo>
                  <a:cubicBezTo>
                    <a:pt x="18" y="22"/>
                    <a:pt x="18" y="13"/>
                    <a:pt x="18" y="4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6434" name="Freeform 333">
              <a:extLst>
                <a:ext uri="{FF2B5EF4-FFF2-40B4-BE49-F238E27FC236}">
                  <a16:creationId xmlns:a16="http://schemas.microsoft.com/office/drawing/2014/main" id="{841DEFA0-48FC-46D0-9B6E-C364018FD31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7" y="1895"/>
              <a:ext cx="25" cy="90"/>
            </a:xfrm>
            <a:custGeom>
              <a:avLst/>
              <a:gdLst>
                <a:gd name="T0" fmla="*/ 0 w 21"/>
                <a:gd name="T1" fmla="*/ 0 h 75"/>
                <a:gd name="T2" fmla="*/ 17 w 21"/>
                <a:gd name="T3" fmla="*/ 130 h 75"/>
                <a:gd name="T4" fmla="*/ 14 w 21"/>
                <a:gd name="T5" fmla="*/ 60 h 75"/>
                <a:gd name="T6" fmla="*/ 1 w 21"/>
                <a:gd name="T7" fmla="*/ 7 h 7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75">
                  <a:moveTo>
                    <a:pt x="0" y="0"/>
                  </a:moveTo>
                  <a:cubicBezTo>
                    <a:pt x="5" y="27"/>
                    <a:pt x="21" y="47"/>
                    <a:pt x="10" y="75"/>
                  </a:cubicBezTo>
                  <a:cubicBezTo>
                    <a:pt x="9" y="62"/>
                    <a:pt x="11" y="49"/>
                    <a:pt x="8" y="35"/>
                  </a:cubicBezTo>
                  <a:cubicBezTo>
                    <a:pt x="6" y="25"/>
                    <a:pt x="0" y="14"/>
                    <a:pt x="1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6435" name="Freeform 334">
              <a:extLst>
                <a:ext uri="{FF2B5EF4-FFF2-40B4-BE49-F238E27FC236}">
                  <a16:creationId xmlns:a16="http://schemas.microsoft.com/office/drawing/2014/main" id="{4559E8A7-4877-4600-AC58-8117B222068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2" y="2022"/>
              <a:ext cx="17" cy="36"/>
            </a:xfrm>
            <a:custGeom>
              <a:avLst/>
              <a:gdLst>
                <a:gd name="T0" fmla="*/ 9 w 14"/>
                <a:gd name="T1" fmla="*/ 6 h 30"/>
                <a:gd name="T2" fmla="*/ 23 w 14"/>
                <a:gd name="T3" fmla="*/ 42 h 30"/>
                <a:gd name="T4" fmla="*/ 7 w 14"/>
                <a:gd name="T5" fmla="*/ 46 h 30"/>
                <a:gd name="T6" fmla="*/ 6 w 14"/>
                <a:gd name="T7" fmla="*/ 8 h 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30">
                  <a:moveTo>
                    <a:pt x="5" y="3"/>
                  </a:moveTo>
                  <a:cubicBezTo>
                    <a:pt x="12" y="0"/>
                    <a:pt x="14" y="19"/>
                    <a:pt x="13" y="24"/>
                  </a:cubicBezTo>
                  <a:cubicBezTo>
                    <a:pt x="12" y="27"/>
                    <a:pt x="7" y="30"/>
                    <a:pt x="4" y="27"/>
                  </a:cubicBezTo>
                  <a:cubicBezTo>
                    <a:pt x="0" y="23"/>
                    <a:pt x="1" y="9"/>
                    <a:pt x="3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6436" name="Freeform 335">
              <a:extLst>
                <a:ext uri="{FF2B5EF4-FFF2-40B4-BE49-F238E27FC236}">
                  <a16:creationId xmlns:a16="http://schemas.microsoft.com/office/drawing/2014/main" id="{FED0994B-4B7C-4938-B924-99170200BC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8" y="1572"/>
              <a:ext cx="815" cy="497"/>
            </a:xfrm>
            <a:custGeom>
              <a:avLst/>
              <a:gdLst>
                <a:gd name="T0" fmla="*/ 77 w 680"/>
                <a:gd name="T1" fmla="*/ 172 h 414"/>
                <a:gd name="T2" fmla="*/ 35 w 680"/>
                <a:gd name="T3" fmla="*/ 354 h 414"/>
                <a:gd name="T4" fmla="*/ 20 w 680"/>
                <a:gd name="T5" fmla="*/ 508 h 414"/>
                <a:gd name="T6" fmla="*/ 12 w 680"/>
                <a:gd name="T7" fmla="*/ 549 h 414"/>
                <a:gd name="T8" fmla="*/ 0 w 680"/>
                <a:gd name="T9" fmla="*/ 595 h 414"/>
                <a:gd name="T10" fmla="*/ 26 w 680"/>
                <a:gd name="T11" fmla="*/ 618 h 414"/>
                <a:gd name="T12" fmla="*/ 104 w 680"/>
                <a:gd name="T13" fmla="*/ 648 h 414"/>
                <a:gd name="T14" fmla="*/ 343 w 680"/>
                <a:gd name="T15" fmla="*/ 706 h 414"/>
                <a:gd name="T16" fmla="*/ 557 w 680"/>
                <a:gd name="T17" fmla="*/ 689 h 414"/>
                <a:gd name="T18" fmla="*/ 560 w 680"/>
                <a:gd name="T19" fmla="*/ 659 h 414"/>
                <a:gd name="T20" fmla="*/ 569 w 680"/>
                <a:gd name="T21" fmla="*/ 637 h 414"/>
                <a:gd name="T22" fmla="*/ 578 w 680"/>
                <a:gd name="T23" fmla="*/ 604 h 414"/>
                <a:gd name="T24" fmla="*/ 587 w 680"/>
                <a:gd name="T25" fmla="*/ 693 h 414"/>
                <a:gd name="T26" fmla="*/ 642 w 680"/>
                <a:gd name="T27" fmla="*/ 705 h 414"/>
                <a:gd name="T28" fmla="*/ 827 w 680"/>
                <a:gd name="T29" fmla="*/ 697 h 414"/>
                <a:gd name="T30" fmla="*/ 1021 w 680"/>
                <a:gd name="T31" fmla="*/ 690 h 414"/>
                <a:gd name="T32" fmla="*/ 1087 w 680"/>
                <a:gd name="T33" fmla="*/ 675 h 414"/>
                <a:gd name="T34" fmla="*/ 1139 w 680"/>
                <a:gd name="T35" fmla="*/ 664 h 414"/>
                <a:gd name="T36" fmla="*/ 1160 w 680"/>
                <a:gd name="T37" fmla="*/ 601 h 414"/>
                <a:gd name="T38" fmla="*/ 1134 w 680"/>
                <a:gd name="T39" fmla="*/ 379 h 414"/>
                <a:gd name="T40" fmla="*/ 1103 w 680"/>
                <a:gd name="T41" fmla="*/ 257 h 414"/>
                <a:gd name="T42" fmla="*/ 1064 w 680"/>
                <a:gd name="T43" fmla="*/ 127 h 414"/>
                <a:gd name="T44" fmla="*/ 77 w 680"/>
                <a:gd name="T45" fmla="*/ 172 h 414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680" h="414">
                  <a:moveTo>
                    <a:pt x="44" y="99"/>
                  </a:moveTo>
                  <a:cubicBezTo>
                    <a:pt x="44" y="99"/>
                    <a:pt x="28" y="133"/>
                    <a:pt x="20" y="205"/>
                  </a:cubicBezTo>
                  <a:cubicBezTo>
                    <a:pt x="12" y="277"/>
                    <a:pt x="12" y="286"/>
                    <a:pt x="12" y="293"/>
                  </a:cubicBezTo>
                  <a:cubicBezTo>
                    <a:pt x="12" y="300"/>
                    <a:pt x="12" y="304"/>
                    <a:pt x="7" y="317"/>
                  </a:cubicBezTo>
                  <a:cubicBezTo>
                    <a:pt x="2" y="330"/>
                    <a:pt x="0" y="335"/>
                    <a:pt x="0" y="344"/>
                  </a:cubicBezTo>
                  <a:cubicBezTo>
                    <a:pt x="0" y="353"/>
                    <a:pt x="3" y="352"/>
                    <a:pt x="15" y="357"/>
                  </a:cubicBezTo>
                  <a:cubicBezTo>
                    <a:pt x="27" y="362"/>
                    <a:pt x="44" y="365"/>
                    <a:pt x="61" y="375"/>
                  </a:cubicBezTo>
                  <a:cubicBezTo>
                    <a:pt x="78" y="385"/>
                    <a:pt x="156" y="403"/>
                    <a:pt x="199" y="408"/>
                  </a:cubicBezTo>
                  <a:cubicBezTo>
                    <a:pt x="242" y="413"/>
                    <a:pt x="314" y="414"/>
                    <a:pt x="324" y="398"/>
                  </a:cubicBezTo>
                  <a:cubicBezTo>
                    <a:pt x="324" y="398"/>
                    <a:pt x="326" y="387"/>
                    <a:pt x="325" y="381"/>
                  </a:cubicBezTo>
                  <a:cubicBezTo>
                    <a:pt x="324" y="375"/>
                    <a:pt x="328" y="378"/>
                    <a:pt x="330" y="368"/>
                  </a:cubicBezTo>
                  <a:cubicBezTo>
                    <a:pt x="332" y="358"/>
                    <a:pt x="335" y="349"/>
                    <a:pt x="335" y="349"/>
                  </a:cubicBezTo>
                  <a:cubicBezTo>
                    <a:pt x="335" y="349"/>
                    <a:pt x="330" y="399"/>
                    <a:pt x="341" y="401"/>
                  </a:cubicBezTo>
                  <a:cubicBezTo>
                    <a:pt x="352" y="403"/>
                    <a:pt x="360" y="404"/>
                    <a:pt x="373" y="407"/>
                  </a:cubicBezTo>
                  <a:cubicBezTo>
                    <a:pt x="386" y="410"/>
                    <a:pt x="437" y="404"/>
                    <a:pt x="481" y="403"/>
                  </a:cubicBezTo>
                  <a:cubicBezTo>
                    <a:pt x="525" y="402"/>
                    <a:pt x="576" y="399"/>
                    <a:pt x="593" y="399"/>
                  </a:cubicBezTo>
                  <a:cubicBezTo>
                    <a:pt x="610" y="399"/>
                    <a:pt x="622" y="394"/>
                    <a:pt x="632" y="390"/>
                  </a:cubicBezTo>
                  <a:cubicBezTo>
                    <a:pt x="642" y="386"/>
                    <a:pt x="654" y="386"/>
                    <a:pt x="662" y="384"/>
                  </a:cubicBezTo>
                  <a:cubicBezTo>
                    <a:pt x="670" y="382"/>
                    <a:pt x="680" y="374"/>
                    <a:pt x="674" y="347"/>
                  </a:cubicBezTo>
                  <a:cubicBezTo>
                    <a:pt x="668" y="320"/>
                    <a:pt x="667" y="249"/>
                    <a:pt x="658" y="219"/>
                  </a:cubicBezTo>
                  <a:cubicBezTo>
                    <a:pt x="649" y="189"/>
                    <a:pt x="648" y="175"/>
                    <a:pt x="641" y="148"/>
                  </a:cubicBezTo>
                  <a:cubicBezTo>
                    <a:pt x="634" y="121"/>
                    <a:pt x="618" y="73"/>
                    <a:pt x="618" y="73"/>
                  </a:cubicBezTo>
                  <a:cubicBezTo>
                    <a:pt x="618" y="73"/>
                    <a:pt x="185" y="0"/>
                    <a:pt x="44" y="99"/>
                  </a:cubicBezTo>
                  <a:close/>
                </a:path>
              </a:pathLst>
            </a:custGeom>
            <a:solidFill>
              <a:srgbClr val="F197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6437" name="Freeform 336">
              <a:extLst>
                <a:ext uri="{FF2B5EF4-FFF2-40B4-BE49-F238E27FC236}">
                  <a16:creationId xmlns:a16="http://schemas.microsoft.com/office/drawing/2014/main" id="{2264105F-E4CF-4D0A-A20C-5A60E6DD84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8" y="1627"/>
              <a:ext cx="395" cy="439"/>
            </a:xfrm>
            <a:custGeom>
              <a:avLst/>
              <a:gdLst>
                <a:gd name="T0" fmla="*/ 86 w 330"/>
                <a:gd name="T1" fmla="*/ 426 h 366"/>
                <a:gd name="T2" fmla="*/ 99 w 330"/>
                <a:gd name="T3" fmla="*/ 275 h 366"/>
                <a:gd name="T4" fmla="*/ 140 w 330"/>
                <a:gd name="T5" fmla="*/ 92 h 366"/>
                <a:gd name="T6" fmla="*/ 566 w 330"/>
                <a:gd name="T7" fmla="*/ 1 h 366"/>
                <a:gd name="T8" fmla="*/ 75 w 330"/>
                <a:gd name="T9" fmla="*/ 92 h 366"/>
                <a:gd name="T10" fmla="*/ 35 w 330"/>
                <a:gd name="T11" fmla="*/ 275 h 366"/>
                <a:gd name="T12" fmla="*/ 20 w 330"/>
                <a:gd name="T13" fmla="*/ 426 h 366"/>
                <a:gd name="T14" fmla="*/ 12 w 330"/>
                <a:gd name="T15" fmla="*/ 468 h 366"/>
                <a:gd name="T16" fmla="*/ 0 w 330"/>
                <a:gd name="T17" fmla="*/ 513 h 366"/>
                <a:gd name="T18" fmla="*/ 26 w 330"/>
                <a:gd name="T19" fmla="*/ 536 h 366"/>
                <a:gd name="T20" fmla="*/ 104 w 330"/>
                <a:gd name="T21" fmla="*/ 569 h 366"/>
                <a:gd name="T22" fmla="*/ 341 w 330"/>
                <a:gd name="T23" fmla="*/ 625 h 366"/>
                <a:gd name="T24" fmla="*/ 472 w 330"/>
                <a:gd name="T25" fmla="*/ 630 h 366"/>
                <a:gd name="T26" fmla="*/ 407 w 330"/>
                <a:gd name="T27" fmla="*/ 625 h 366"/>
                <a:gd name="T28" fmla="*/ 170 w 330"/>
                <a:gd name="T29" fmla="*/ 569 h 366"/>
                <a:gd name="T30" fmla="*/ 90 w 330"/>
                <a:gd name="T31" fmla="*/ 536 h 366"/>
                <a:gd name="T32" fmla="*/ 65 w 330"/>
                <a:gd name="T33" fmla="*/ 513 h 366"/>
                <a:gd name="T34" fmla="*/ 78 w 330"/>
                <a:gd name="T35" fmla="*/ 468 h 366"/>
                <a:gd name="T36" fmla="*/ 86 w 330"/>
                <a:gd name="T37" fmla="*/ 426 h 36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330" h="366">
                  <a:moveTo>
                    <a:pt x="50" y="247"/>
                  </a:moveTo>
                  <a:cubicBezTo>
                    <a:pt x="50" y="240"/>
                    <a:pt x="50" y="231"/>
                    <a:pt x="58" y="159"/>
                  </a:cubicBezTo>
                  <a:cubicBezTo>
                    <a:pt x="66" y="87"/>
                    <a:pt x="82" y="53"/>
                    <a:pt x="82" y="53"/>
                  </a:cubicBezTo>
                  <a:cubicBezTo>
                    <a:pt x="136" y="15"/>
                    <a:pt x="231" y="3"/>
                    <a:pt x="330" y="1"/>
                  </a:cubicBezTo>
                  <a:cubicBezTo>
                    <a:pt x="219" y="0"/>
                    <a:pt x="105" y="11"/>
                    <a:pt x="44" y="53"/>
                  </a:cubicBezTo>
                  <a:cubicBezTo>
                    <a:pt x="44" y="53"/>
                    <a:pt x="28" y="87"/>
                    <a:pt x="20" y="159"/>
                  </a:cubicBezTo>
                  <a:cubicBezTo>
                    <a:pt x="12" y="231"/>
                    <a:pt x="12" y="240"/>
                    <a:pt x="12" y="247"/>
                  </a:cubicBezTo>
                  <a:cubicBezTo>
                    <a:pt x="12" y="254"/>
                    <a:pt x="12" y="258"/>
                    <a:pt x="7" y="271"/>
                  </a:cubicBezTo>
                  <a:cubicBezTo>
                    <a:pt x="2" y="284"/>
                    <a:pt x="0" y="289"/>
                    <a:pt x="0" y="298"/>
                  </a:cubicBezTo>
                  <a:cubicBezTo>
                    <a:pt x="0" y="307"/>
                    <a:pt x="3" y="306"/>
                    <a:pt x="15" y="311"/>
                  </a:cubicBezTo>
                  <a:cubicBezTo>
                    <a:pt x="27" y="316"/>
                    <a:pt x="44" y="319"/>
                    <a:pt x="61" y="329"/>
                  </a:cubicBezTo>
                  <a:cubicBezTo>
                    <a:pt x="78" y="339"/>
                    <a:pt x="156" y="357"/>
                    <a:pt x="199" y="362"/>
                  </a:cubicBezTo>
                  <a:cubicBezTo>
                    <a:pt x="221" y="365"/>
                    <a:pt x="250" y="366"/>
                    <a:pt x="275" y="365"/>
                  </a:cubicBezTo>
                  <a:cubicBezTo>
                    <a:pt x="261" y="364"/>
                    <a:pt x="248" y="363"/>
                    <a:pt x="237" y="362"/>
                  </a:cubicBezTo>
                  <a:cubicBezTo>
                    <a:pt x="194" y="357"/>
                    <a:pt x="116" y="339"/>
                    <a:pt x="99" y="329"/>
                  </a:cubicBezTo>
                  <a:cubicBezTo>
                    <a:pt x="82" y="319"/>
                    <a:pt x="65" y="316"/>
                    <a:pt x="53" y="311"/>
                  </a:cubicBezTo>
                  <a:cubicBezTo>
                    <a:pt x="41" y="306"/>
                    <a:pt x="38" y="307"/>
                    <a:pt x="38" y="298"/>
                  </a:cubicBezTo>
                  <a:cubicBezTo>
                    <a:pt x="38" y="289"/>
                    <a:pt x="40" y="284"/>
                    <a:pt x="45" y="271"/>
                  </a:cubicBezTo>
                  <a:cubicBezTo>
                    <a:pt x="50" y="258"/>
                    <a:pt x="50" y="254"/>
                    <a:pt x="50" y="247"/>
                  </a:cubicBezTo>
                  <a:close/>
                </a:path>
              </a:pathLst>
            </a:custGeom>
            <a:solidFill>
              <a:srgbClr val="F6BF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6438" name="Freeform 337">
              <a:extLst>
                <a:ext uri="{FF2B5EF4-FFF2-40B4-BE49-F238E27FC236}">
                  <a16:creationId xmlns:a16="http://schemas.microsoft.com/office/drawing/2014/main" id="{751D5DEA-F317-4876-9D34-86BCD52F3C4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5" y="1626"/>
              <a:ext cx="815" cy="441"/>
            </a:xfrm>
            <a:custGeom>
              <a:avLst/>
              <a:gdLst>
                <a:gd name="T0" fmla="*/ 77 w 680"/>
                <a:gd name="T1" fmla="*/ 92 h 368"/>
                <a:gd name="T2" fmla="*/ 23 w 680"/>
                <a:gd name="T3" fmla="*/ 392 h 368"/>
                <a:gd name="T4" fmla="*/ 19 w 680"/>
                <a:gd name="T5" fmla="*/ 442 h 368"/>
                <a:gd name="T6" fmla="*/ 2 w 680"/>
                <a:gd name="T7" fmla="*/ 493 h 368"/>
                <a:gd name="T8" fmla="*/ 1 w 680"/>
                <a:gd name="T9" fmla="*/ 526 h 368"/>
                <a:gd name="T10" fmla="*/ 14 w 680"/>
                <a:gd name="T11" fmla="*/ 536 h 368"/>
                <a:gd name="T12" fmla="*/ 107 w 680"/>
                <a:gd name="T13" fmla="*/ 572 h 368"/>
                <a:gd name="T14" fmla="*/ 346 w 680"/>
                <a:gd name="T15" fmla="*/ 628 h 368"/>
                <a:gd name="T16" fmla="*/ 520 w 680"/>
                <a:gd name="T17" fmla="*/ 628 h 368"/>
                <a:gd name="T18" fmla="*/ 565 w 680"/>
                <a:gd name="T19" fmla="*/ 609 h 368"/>
                <a:gd name="T20" fmla="*/ 565 w 680"/>
                <a:gd name="T21" fmla="*/ 608 h 368"/>
                <a:gd name="T22" fmla="*/ 566 w 680"/>
                <a:gd name="T23" fmla="*/ 579 h 368"/>
                <a:gd name="T24" fmla="*/ 566 w 680"/>
                <a:gd name="T25" fmla="*/ 573 h 368"/>
                <a:gd name="T26" fmla="*/ 574 w 680"/>
                <a:gd name="T27" fmla="*/ 556 h 368"/>
                <a:gd name="T28" fmla="*/ 581 w 680"/>
                <a:gd name="T29" fmla="*/ 527 h 368"/>
                <a:gd name="T30" fmla="*/ 580 w 680"/>
                <a:gd name="T31" fmla="*/ 522 h 368"/>
                <a:gd name="T32" fmla="*/ 574 w 680"/>
                <a:gd name="T33" fmla="*/ 563 h 368"/>
                <a:gd name="T34" fmla="*/ 581 w 680"/>
                <a:gd name="T35" fmla="*/ 609 h 368"/>
                <a:gd name="T36" fmla="*/ 591 w 680"/>
                <a:gd name="T37" fmla="*/ 616 h 368"/>
                <a:gd name="T38" fmla="*/ 666 w 680"/>
                <a:gd name="T39" fmla="*/ 628 h 368"/>
                <a:gd name="T40" fmla="*/ 1025 w 680"/>
                <a:gd name="T41" fmla="*/ 614 h 368"/>
                <a:gd name="T42" fmla="*/ 1119 w 680"/>
                <a:gd name="T43" fmla="*/ 591 h 368"/>
                <a:gd name="T44" fmla="*/ 1163 w 680"/>
                <a:gd name="T45" fmla="*/ 574 h 368"/>
                <a:gd name="T46" fmla="*/ 1167 w 680"/>
                <a:gd name="T47" fmla="*/ 520 h 368"/>
                <a:gd name="T48" fmla="*/ 1139 w 680"/>
                <a:gd name="T49" fmla="*/ 297 h 368"/>
                <a:gd name="T50" fmla="*/ 1070 w 680"/>
                <a:gd name="T51" fmla="*/ 46 h 368"/>
                <a:gd name="T52" fmla="*/ 1068 w 680"/>
                <a:gd name="T53" fmla="*/ 44 h 368"/>
                <a:gd name="T54" fmla="*/ 277 w 680"/>
                <a:gd name="T55" fmla="*/ 19 h 368"/>
                <a:gd name="T56" fmla="*/ 77 w 680"/>
                <a:gd name="T57" fmla="*/ 92 h 368"/>
                <a:gd name="T58" fmla="*/ 79 w 680"/>
                <a:gd name="T59" fmla="*/ 93 h 368"/>
                <a:gd name="T60" fmla="*/ 279 w 680"/>
                <a:gd name="T61" fmla="*/ 26 h 368"/>
                <a:gd name="T62" fmla="*/ 902 w 680"/>
                <a:gd name="T63" fmla="*/ 29 h 368"/>
                <a:gd name="T64" fmla="*/ 1056 w 680"/>
                <a:gd name="T65" fmla="*/ 50 h 368"/>
                <a:gd name="T66" fmla="*/ 1068 w 680"/>
                <a:gd name="T67" fmla="*/ 49 h 368"/>
                <a:gd name="T68" fmla="*/ 1069 w 680"/>
                <a:gd name="T69" fmla="*/ 64 h 368"/>
                <a:gd name="T70" fmla="*/ 1134 w 680"/>
                <a:gd name="T71" fmla="*/ 302 h 368"/>
                <a:gd name="T72" fmla="*/ 1160 w 680"/>
                <a:gd name="T73" fmla="*/ 520 h 368"/>
                <a:gd name="T74" fmla="*/ 1157 w 680"/>
                <a:gd name="T75" fmla="*/ 572 h 368"/>
                <a:gd name="T76" fmla="*/ 1117 w 680"/>
                <a:gd name="T77" fmla="*/ 584 h 368"/>
                <a:gd name="T78" fmla="*/ 1025 w 680"/>
                <a:gd name="T79" fmla="*/ 606 h 368"/>
                <a:gd name="T80" fmla="*/ 666 w 680"/>
                <a:gd name="T81" fmla="*/ 622 h 368"/>
                <a:gd name="T82" fmla="*/ 591 w 680"/>
                <a:gd name="T83" fmla="*/ 609 h 368"/>
                <a:gd name="T84" fmla="*/ 586 w 680"/>
                <a:gd name="T85" fmla="*/ 602 h 368"/>
                <a:gd name="T86" fmla="*/ 581 w 680"/>
                <a:gd name="T87" fmla="*/ 536 h 368"/>
                <a:gd name="T88" fmla="*/ 584 w 680"/>
                <a:gd name="T89" fmla="*/ 522 h 368"/>
                <a:gd name="T90" fmla="*/ 569 w 680"/>
                <a:gd name="T91" fmla="*/ 556 h 368"/>
                <a:gd name="T92" fmla="*/ 562 w 680"/>
                <a:gd name="T93" fmla="*/ 570 h 368"/>
                <a:gd name="T94" fmla="*/ 560 w 680"/>
                <a:gd name="T95" fmla="*/ 579 h 368"/>
                <a:gd name="T96" fmla="*/ 560 w 680"/>
                <a:gd name="T97" fmla="*/ 599 h 368"/>
                <a:gd name="T98" fmla="*/ 557 w 680"/>
                <a:gd name="T99" fmla="*/ 608 h 368"/>
                <a:gd name="T100" fmla="*/ 557 w 680"/>
                <a:gd name="T101" fmla="*/ 606 h 368"/>
                <a:gd name="T102" fmla="*/ 502 w 680"/>
                <a:gd name="T103" fmla="*/ 624 h 368"/>
                <a:gd name="T104" fmla="*/ 346 w 680"/>
                <a:gd name="T105" fmla="*/ 622 h 368"/>
                <a:gd name="T106" fmla="*/ 147 w 680"/>
                <a:gd name="T107" fmla="*/ 580 h 368"/>
                <a:gd name="T108" fmla="*/ 31 w 680"/>
                <a:gd name="T109" fmla="*/ 533 h 368"/>
                <a:gd name="T110" fmla="*/ 8 w 680"/>
                <a:gd name="T111" fmla="*/ 521 h 368"/>
                <a:gd name="T112" fmla="*/ 10 w 680"/>
                <a:gd name="T113" fmla="*/ 495 h 368"/>
                <a:gd name="T114" fmla="*/ 26 w 680"/>
                <a:gd name="T115" fmla="*/ 443 h 368"/>
                <a:gd name="T116" fmla="*/ 29 w 680"/>
                <a:gd name="T117" fmla="*/ 393 h 368"/>
                <a:gd name="T118" fmla="*/ 67 w 680"/>
                <a:gd name="T119" fmla="*/ 139 h 368"/>
                <a:gd name="T120" fmla="*/ 80 w 680"/>
                <a:gd name="T121" fmla="*/ 96 h 368"/>
                <a:gd name="T122" fmla="*/ 84 w 680"/>
                <a:gd name="T123" fmla="*/ 95 h 368"/>
                <a:gd name="T124" fmla="*/ 80 w 680"/>
                <a:gd name="T125" fmla="*/ 96 h 368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680" h="368">
                  <a:moveTo>
                    <a:pt x="46" y="54"/>
                  </a:moveTo>
                  <a:cubicBezTo>
                    <a:pt x="44" y="53"/>
                    <a:pt x="44" y="53"/>
                    <a:pt x="44" y="53"/>
                  </a:cubicBezTo>
                  <a:cubicBezTo>
                    <a:pt x="44" y="53"/>
                    <a:pt x="28" y="88"/>
                    <a:pt x="20" y="160"/>
                  </a:cubicBezTo>
                  <a:cubicBezTo>
                    <a:pt x="16" y="196"/>
                    <a:pt x="14" y="216"/>
                    <a:pt x="13" y="228"/>
                  </a:cubicBezTo>
                  <a:cubicBezTo>
                    <a:pt x="12" y="240"/>
                    <a:pt x="12" y="244"/>
                    <a:pt x="12" y="248"/>
                  </a:cubicBezTo>
                  <a:cubicBezTo>
                    <a:pt x="12" y="252"/>
                    <a:pt x="12" y="254"/>
                    <a:pt x="11" y="257"/>
                  </a:cubicBezTo>
                  <a:cubicBezTo>
                    <a:pt x="11" y="261"/>
                    <a:pt x="10" y="265"/>
                    <a:pt x="7" y="271"/>
                  </a:cubicBezTo>
                  <a:cubicBezTo>
                    <a:pt x="5" y="278"/>
                    <a:pt x="3" y="282"/>
                    <a:pt x="2" y="286"/>
                  </a:cubicBezTo>
                  <a:cubicBezTo>
                    <a:pt x="1" y="291"/>
                    <a:pt x="0" y="294"/>
                    <a:pt x="0" y="299"/>
                  </a:cubicBezTo>
                  <a:cubicBezTo>
                    <a:pt x="0" y="301"/>
                    <a:pt x="0" y="303"/>
                    <a:pt x="1" y="305"/>
                  </a:cubicBezTo>
                  <a:cubicBezTo>
                    <a:pt x="1" y="306"/>
                    <a:pt x="2" y="307"/>
                    <a:pt x="3" y="308"/>
                  </a:cubicBezTo>
                  <a:cubicBezTo>
                    <a:pt x="4" y="309"/>
                    <a:pt x="6" y="310"/>
                    <a:pt x="8" y="311"/>
                  </a:cubicBezTo>
                  <a:cubicBezTo>
                    <a:pt x="10" y="312"/>
                    <a:pt x="13" y="312"/>
                    <a:pt x="16" y="314"/>
                  </a:cubicBezTo>
                  <a:cubicBezTo>
                    <a:pt x="29" y="319"/>
                    <a:pt x="45" y="322"/>
                    <a:pt x="62" y="332"/>
                  </a:cubicBezTo>
                  <a:cubicBezTo>
                    <a:pt x="67" y="334"/>
                    <a:pt x="75" y="337"/>
                    <a:pt x="85" y="341"/>
                  </a:cubicBezTo>
                  <a:cubicBezTo>
                    <a:pt x="116" y="350"/>
                    <a:pt x="168" y="361"/>
                    <a:pt x="201" y="365"/>
                  </a:cubicBezTo>
                  <a:cubicBezTo>
                    <a:pt x="217" y="367"/>
                    <a:pt x="238" y="368"/>
                    <a:pt x="258" y="368"/>
                  </a:cubicBezTo>
                  <a:cubicBezTo>
                    <a:pt x="274" y="368"/>
                    <a:pt x="290" y="367"/>
                    <a:pt x="302" y="365"/>
                  </a:cubicBezTo>
                  <a:cubicBezTo>
                    <a:pt x="308" y="364"/>
                    <a:pt x="314" y="363"/>
                    <a:pt x="318" y="361"/>
                  </a:cubicBezTo>
                  <a:cubicBezTo>
                    <a:pt x="322" y="359"/>
                    <a:pt x="326" y="357"/>
                    <a:pt x="328" y="354"/>
                  </a:cubicBezTo>
                  <a:cubicBezTo>
                    <a:pt x="328" y="354"/>
                    <a:pt x="328" y="354"/>
                    <a:pt x="328" y="354"/>
                  </a:cubicBezTo>
                  <a:cubicBezTo>
                    <a:pt x="328" y="353"/>
                    <a:pt x="328" y="353"/>
                    <a:pt x="328" y="353"/>
                  </a:cubicBezTo>
                  <a:cubicBezTo>
                    <a:pt x="328" y="353"/>
                    <a:pt x="329" y="346"/>
                    <a:pt x="329" y="340"/>
                  </a:cubicBezTo>
                  <a:cubicBezTo>
                    <a:pt x="329" y="339"/>
                    <a:pt x="329" y="337"/>
                    <a:pt x="329" y="336"/>
                  </a:cubicBezTo>
                  <a:cubicBezTo>
                    <a:pt x="329" y="335"/>
                    <a:pt x="329" y="335"/>
                    <a:pt x="329" y="334"/>
                  </a:cubicBezTo>
                  <a:cubicBezTo>
                    <a:pt x="329" y="334"/>
                    <a:pt x="329" y="334"/>
                    <a:pt x="329" y="333"/>
                  </a:cubicBezTo>
                  <a:cubicBezTo>
                    <a:pt x="329" y="333"/>
                    <a:pt x="330" y="332"/>
                    <a:pt x="331" y="331"/>
                  </a:cubicBezTo>
                  <a:cubicBezTo>
                    <a:pt x="332" y="329"/>
                    <a:pt x="333" y="327"/>
                    <a:pt x="334" y="323"/>
                  </a:cubicBezTo>
                  <a:cubicBezTo>
                    <a:pt x="335" y="318"/>
                    <a:pt x="336" y="314"/>
                    <a:pt x="337" y="310"/>
                  </a:cubicBezTo>
                  <a:cubicBezTo>
                    <a:pt x="338" y="309"/>
                    <a:pt x="338" y="307"/>
                    <a:pt x="338" y="306"/>
                  </a:cubicBezTo>
                  <a:cubicBezTo>
                    <a:pt x="339" y="305"/>
                    <a:pt x="339" y="305"/>
                    <a:pt x="339" y="305"/>
                  </a:cubicBezTo>
                  <a:cubicBezTo>
                    <a:pt x="337" y="304"/>
                    <a:pt x="337" y="304"/>
                    <a:pt x="337" y="304"/>
                  </a:cubicBezTo>
                  <a:cubicBezTo>
                    <a:pt x="335" y="304"/>
                    <a:pt x="335" y="304"/>
                    <a:pt x="335" y="304"/>
                  </a:cubicBezTo>
                  <a:cubicBezTo>
                    <a:pt x="335" y="304"/>
                    <a:pt x="334" y="315"/>
                    <a:pt x="334" y="327"/>
                  </a:cubicBezTo>
                  <a:cubicBezTo>
                    <a:pt x="334" y="334"/>
                    <a:pt x="334" y="341"/>
                    <a:pt x="335" y="347"/>
                  </a:cubicBezTo>
                  <a:cubicBezTo>
                    <a:pt x="336" y="349"/>
                    <a:pt x="337" y="352"/>
                    <a:pt x="338" y="354"/>
                  </a:cubicBezTo>
                  <a:cubicBezTo>
                    <a:pt x="338" y="355"/>
                    <a:pt x="339" y="356"/>
                    <a:pt x="340" y="357"/>
                  </a:cubicBezTo>
                  <a:cubicBezTo>
                    <a:pt x="341" y="357"/>
                    <a:pt x="342" y="358"/>
                    <a:pt x="343" y="358"/>
                  </a:cubicBezTo>
                  <a:cubicBezTo>
                    <a:pt x="354" y="360"/>
                    <a:pt x="362" y="361"/>
                    <a:pt x="375" y="364"/>
                  </a:cubicBezTo>
                  <a:cubicBezTo>
                    <a:pt x="377" y="365"/>
                    <a:pt x="382" y="365"/>
                    <a:pt x="387" y="365"/>
                  </a:cubicBezTo>
                  <a:cubicBezTo>
                    <a:pt x="408" y="365"/>
                    <a:pt x="448" y="361"/>
                    <a:pt x="483" y="360"/>
                  </a:cubicBezTo>
                  <a:cubicBezTo>
                    <a:pt x="527" y="359"/>
                    <a:pt x="578" y="356"/>
                    <a:pt x="595" y="356"/>
                  </a:cubicBezTo>
                  <a:cubicBezTo>
                    <a:pt x="612" y="356"/>
                    <a:pt x="625" y="351"/>
                    <a:pt x="635" y="347"/>
                  </a:cubicBezTo>
                  <a:cubicBezTo>
                    <a:pt x="639" y="345"/>
                    <a:pt x="645" y="344"/>
                    <a:pt x="650" y="343"/>
                  </a:cubicBezTo>
                  <a:cubicBezTo>
                    <a:pt x="655" y="342"/>
                    <a:pt x="660" y="342"/>
                    <a:pt x="664" y="341"/>
                  </a:cubicBezTo>
                  <a:cubicBezTo>
                    <a:pt x="668" y="340"/>
                    <a:pt x="672" y="338"/>
                    <a:pt x="675" y="334"/>
                  </a:cubicBezTo>
                  <a:cubicBezTo>
                    <a:pt x="678" y="330"/>
                    <a:pt x="680" y="325"/>
                    <a:pt x="680" y="317"/>
                  </a:cubicBezTo>
                  <a:cubicBezTo>
                    <a:pt x="680" y="312"/>
                    <a:pt x="679" y="307"/>
                    <a:pt x="678" y="302"/>
                  </a:cubicBezTo>
                  <a:cubicBezTo>
                    <a:pt x="675" y="288"/>
                    <a:pt x="673" y="264"/>
                    <a:pt x="671" y="239"/>
                  </a:cubicBezTo>
                  <a:cubicBezTo>
                    <a:pt x="669" y="214"/>
                    <a:pt x="667" y="189"/>
                    <a:pt x="662" y="173"/>
                  </a:cubicBezTo>
                  <a:cubicBezTo>
                    <a:pt x="653" y="144"/>
                    <a:pt x="652" y="130"/>
                    <a:pt x="645" y="102"/>
                  </a:cubicBezTo>
                  <a:cubicBezTo>
                    <a:pt x="638" y="75"/>
                    <a:pt x="622" y="27"/>
                    <a:pt x="622" y="27"/>
                  </a:cubicBezTo>
                  <a:cubicBezTo>
                    <a:pt x="622" y="26"/>
                    <a:pt x="622" y="26"/>
                    <a:pt x="622" y="26"/>
                  </a:cubicBezTo>
                  <a:cubicBezTo>
                    <a:pt x="620" y="26"/>
                    <a:pt x="620" y="26"/>
                    <a:pt x="620" y="26"/>
                  </a:cubicBezTo>
                  <a:cubicBezTo>
                    <a:pt x="620" y="26"/>
                    <a:pt x="466" y="0"/>
                    <a:pt x="312" y="0"/>
                  </a:cubicBezTo>
                  <a:cubicBezTo>
                    <a:pt x="260" y="0"/>
                    <a:pt x="207" y="3"/>
                    <a:pt x="161" y="11"/>
                  </a:cubicBezTo>
                  <a:cubicBezTo>
                    <a:pt x="114" y="19"/>
                    <a:pt x="74" y="32"/>
                    <a:pt x="45" y="52"/>
                  </a:cubicBezTo>
                  <a:cubicBezTo>
                    <a:pt x="44" y="53"/>
                    <a:pt x="44" y="53"/>
                    <a:pt x="44" y="53"/>
                  </a:cubicBezTo>
                  <a:cubicBezTo>
                    <a:pt x="44" y="53"/>
                    <a:pt x="44" y="53"/>
                    <a:pt x="44" y="53"/>
                  </a:cubicBezTo>
                  <a:cubicBezTo>
                    <a:pt x="46" y="54"/>
                    <a:pt x="46" y="54"/>
                    <a:pt x="46" y="54"/>
                  </a:cubicBezTo>
                  <a:cubicBezTo>
                    <a:pt x="47" y="56"/>
                    <a:pt x="47" y="56"/>
                    <a:pt x="47" y="56"/>
                  </a:cubicBezTo>
                  <a:cubicBezTo>
                    <a:pt x="75" y="36"/>
                    <a:pt x="115" y="23"/>
                    <a:pt x="162" y="15"/>
                  </a:cubicBezTo>
                  <a:cubicBezTo>
                    <a:pt x="208" y="7"/>
                    <a:pt x="260" y="4"/>
                    <a:pt x="312" y="4"/>
                  </a:cubicBezTo>
                  <a:cubicBezTo>
                    <a:pt x="389" y="4"/>
                    <a:pt x="466" y="11"/>
                    <a:pt x="524" y="17"/>
                  </a:cubicBezTo>
                  <a:cubicBezTo>
                    <a:pt x="552" y="20"/>
                    <a:pt x="576" y="23"/>
                    <a:pt x="593" y="26"/>
                  </a:cubicBezTo>
                  <a:cubicBezTo>
                    <a:pt x="602" y="27"/>
                    <a:pt x="608" y="28"/>
                    <a:pt x="613" y="29"/>
                  </a:cubicBezTo>
                  <a:cubicBezTo>
                    <a:pt x="617" y="30"/>
                    <a:pt x="620" y="30"/>
                    <a:pt x="620" y="30"/>
                  </a:cubicBezTo>
                  <a:cubicBezTo>
                    <a:pt x="620" y="28"/>
                    <a:pt x="620" y="28"/>
                    <a:pt x="620" y="28"/>
                  </a:cubicBezTo>
                  <a:cubicBezTo>
                    <a:pt x="618" y="29"/>
                    <a:pt x="618" y="29"/>
                    <a:pt x="618" y="29"/>
                  </a:cubicBezTo>
                  <a:cubicBezTo>
                    <a:pt x="618" y="29"/>
                    <a:pt x="619" y="32"/>
                    <a:pt x="621" y="37"/>
                  </a:cubicBezTo>
                  <a:cubicBezTo>
                    <a:pt x="626" y="51"/>
                    <a:pt x="636" y="83"/>
                    <a:pt x="641" y="104"/>
                  </a:cubicBezTo>
                  <a:cubicBezTo>
                    <a:pt x="648" y="130"/>
                    <a:pt x="649" y="144"/>
                    <a:pt x="658" y="175"/>
                  </a:cubicBezTo>
                  <a:cubicBezTo>
                    <a:pt x="662" y="189"/>
                    <a:pt x="665" y="214"/>
                    <a:pt x="667" y="239"/>
                  </a:cubicBezTo>
                  <a:cubicBezTo>
                    <a:pt x="669" y="264"/>
                    <a:pt x="671" y="289"/>
                    <a:pt x="674" y="302"/>
                  </a:cubicBezTo>
                  <a:cubicBezTo>
                    <a:pt x="675" y="308"/>
                    <a:pt x="676" y="313"/>
                    <a:pt x="676" y="317"/>
                  </a:cubicBezTo>
                  <a:cubicBezTo>
                    <a:pt x="676" y="324"/>
                    <a:pt x="674" y="329"/>
                    <a:pt x="672" y="332"/>
                  </a:cubicBezTo>
                  <a:cubicBezTo>
                    <a:pt x="669" y="335"/>
                    <a:pt x="666" y="336"/>
                    <a:pt x="664" y="337"/>
                  </a:cubicBezTo>
                  <a:cubicBezTo>
                    <a:pt x="660" y="338"/>
                    <a:pt x="655" y="339"/>
                    <a:pt x="649" y="339"/>
                  </a:cubicBezTo>
                  <a:cubicBezTo>
                    <a:pt x="644" y="340"/>
                    <a:pt x="639" y="341"/>
                    <a:pt x="633" y="343"/>
                  </a:cubicBezTo>
                  <a:cubicBezTo>
                    <a:pt x="623" y="347"/>
                    <a:pt x="612" y="352"/>
                    <a:pt x="595" y="352"/>
                  </a:cubicBezTo>
                  <a:cubicBezTo>
                    <a:pt x="578" y="352"/>
                    <a:pt x="527" y="355"/>
                    <a:pt x="483" y="356"/>
                  </a:cubicBezTo>
                  <a:cubicBezTo>
                    <a:pt x="448" y="357"/>
                    <a:pt x="408" y="361"/>
                    <a:pt x="387" y="361"/>
                  </a:cubicBezTo>
                  <a:cubicBezTo>
                    <a:pt x="382" y="361"/>
                    <a:pt x="378" y="361"/>
                    <a:pt x="375" y="360"/>
                  </a:cubicBezTo>
                  <a:cubicBezTo>
                    <a:pt x="362" y="357"/>
                    <a:pt x="354" y="356"/>
                    <a:pt x="343" y="354"/>
                  </a:cubicBezTo>
                  <a:cubicBezTo>
                    <a:pt x="343" y="354"/>
                    <a:pt x="343" y="354"/>
                    <a:pt x="342" y="354"/>
                  </a:cubicBezTo>
                  <a:cubicBezTo>
                    <a:pt x="342" y="353"/>
                    <a:pt x="341" y="352"/>
                    <a:pt x="340" y="350"/>
                  </a:cubicBezTo>
                  <a:cubicBezTo>
                    <a:pt x="338" y="345"/>
                    <a:pt x="338" y="336"/>
                    <a:pt x="338" y="327"/>
                  </a:cubicBezTo>
                  <a:cubicBezTo>
                    <a:pt x="338" y="321"/>
                    <a:pt x="338" y="316"/>
                    <a:pt x="338" y="311"/>
                  </a:cubicBezTo>
                  <a:cubicBezTo>
                    <a:pt x="339" y="309"/>
                    <a:pt x="339" y="307"/>
                    <a:pt x="339" y="306"/>
                  </a:cubicBezTo>
                  <a:cubicBezTo>
                    <a:pt x="339" y="305"/>
                    <a:pt x="339" y="304"/>
                    <a:pt x="339" y="304"/>
                  </a:cubicBezTo>
                  <a:cubicBezTo>
                    <a:pt x="335" y="303"/>
                    <a:pt x="335" y="303"/>
                    <a:pt x="335" y="303"/>
                  </a:cubicBezTo>
                  <a:cubicBezTo>
                    <a:pt x="335" y="303"/>
                    <a:pt x="332" y="312"/>
                    <a:pt x="330" y="323"/>
                  </a:cubicBezTo>
                  <a:cubicBezTo>
                    <a:pt x="329" y="327"/>
                    <a:pt x="328" y="328"/>
                    <a:pt x="327" y="329"/>
                  </a:cubicBezTo>
                  <a:cubicBezTo>
                    <a:pt x="327" y="330"/>
                    <a:pt x="326" y="330"/>
                    <a:pt x="326" y="331"/>
                  </a:cubicBezTo>
                  <a:cubicBezTo>
                    <a:pt x="325" y="332"/>
                    <a:pt x="325" y="333"/>
                    <a:pt x="325" y="334"/>
                  </a:cubicBezTo>
                  <a:cubicBezTo>
                    <a:pt x="325" y="335"/>
                    <a:pt x="325" y="336"/>
                    <a:pt x="325" y="336"/>
                  </a:cubicBezTo>
                  <a:cubicBezTo>
                    <a:pt x="325" y="337"/>
                    <a:pt x="325" y="339"/>
                    <a:pt x="325" y="340"/>
                  </a:cubicBezTo>
                  <a:cubicBezTo>
                    <a:pt x="325" y="343"/>
                    <a:pt x="325" y="346"/>
                    <a:pt x="325" y="348"/>
                  </a:cubicBezTo>
                  <a:cubicBezTo>
                    <a:pt x="325" y="350"/>
                    <a:pt x="324" y="351"/>
                    <a:pt x="324" y="351"/>
                  </a:cubicBezTo>
                  <a:cubicBezTo>
                    <a:pt x="324" y="352"/>
                    <a:pt x="324" y="353"/>
                    <a:pt x="324" y="353"/>
                  </a:cubicBezTo>
                  <a:cubicBezTo>
                    <a:pt x="326" y="353"/>
                    <a:pt x="326" y="353"/>
                    <a:pt x="326" y="353"/>
                  </a:cubicBezTo>
                  <a:cubicBezTo>
                    <a:pt x="324" y="352"/>
                    <a:pt x="324" y="352"/>
                    <a:pt x="324" y="352"/>
                  </a:cubicBezTo>
                  <a:cubicBezTo>
                    <a:pt x="323" y="354"/>
                    <a:pt x="321" y="356"/>
                    <a:pt x="317" y="357"/>
                  </a:cubicBezTo>
                  <a:cubicBezTo>
                    <a:pt x="311" y="360"/>
                    <a:pt x="302" y="362"/>
                    <a:pt x="292" y="363"/>
                  </a:cubicBezTo>
                  <a:cubicBezTo>
                    <a:pt x="282" y="364"/>
                    <a:pt x="270" y="364"/>
                    <a:pt x="258" y="364"/>
                  </a:cubicBezTo>
                  <a:cubicBezTo>
                    <a:pt x="238" y="364"/>
                    <a:pt x="218" y="363"/>
                    <a:pt x="201" y="361"/>
                  </a:cubicBezTo>
                  <a:cubicBezTo>
                    <a:pt x="180" y="359"/>
                    <a:pt x="150" y="353"/>
                    <a:pt x="123" y="346"/>
                  </a:cubicBezTo>
                  <a:cubicBezTo>
                    <a:pt x="109" y="343"/>
                    <a:pt x="97" y="340"/>
                    <a:pt x="86" y="337"/>
                  </a:cubicBezTo>
                  <a:cubicBezTo>
                    <a:pt x="76" y="334"/>
                    <a:pt x="68" y="331"/>
                    <a:pt x="64" y="328"/>
                  </a:cubicBezTo>
                  <a:cubicBezTo>
                    <a:pt x="47" y="318"/>
                    <a:pt x="29" y="315"/>
                    <a:pt x="18" y="310"/>
                  </a:cubicBezTo>
                  <a:cubicBezTo>
                    <a:pt x="12" y="308"/>
                    <a:pt x="8" y="307"/>
                    <a:pt x="6" y="305"/>
                  </a:cubicBezTo>
                  <a:cubicBezTo>
                    <a:pt x="5" y="305"/>
                    <a:pt x="5" y="304"/>
                    <a:pt x="5" y="303"/>
                  </a:cubicBezTo>
                  <a:cubicBezTo>
                    <a:pt x="4" y="303"/>
                    <a:pt x="4" y="301"/>
                    <a:pt x="4" y="299"/>
                  </a:cubicBezTo>
                  <a:cubicBezTo>
                    <a:pt x="4" y="295"/>
                    <a:pt x="4" y="291"/>
                    <a:pt x="6" y="288"/>
                  </a:cubicBezTo>
                  <a:cubicBezTo>
                    <a:pt x="7" y="284"/>
                    <a:pt x="8" y="279"/>
                    <a:pt x="11" y="273"/>
                  </a:cubicBezTo>
                  <a:cubicBezTo>
                    <a:pt x="13" y="266"/>
                    <a:pt x="15" y="262"/>
                    <a:pt x="15" y="258"/>
                  </a:cubicBezTo>
                  <a:cubicBezTo>
                    <a:pt x="16" y="254"/>
                    <a:pt x="16" y="251"/>
                    <a:pt x="16" y="248"/>
                  </a:cubicBezTo>
                  <a:cubicBezTo>
                    <a:pt x="16" y="245"/>
                    <a:pt x="16" y="241"/>
                    <a:pt x="17" y="229"/>
                  </a:cubicBezTo>
                  <a:cubicBezTo>
                    <a:pt x="18" y="216"/>
                    <a:pt x="20" y="196"/>
                    <a:pt x="24" y="160"/>
                  </a:cubicBezTo>
                  <a:cubicBezTo>
                    <a:pt x="28" y="124"/>
                    <a:pt x="34" y="98"/>
                    <a:pt x="39" y="81"/>
                  </a:cubicBezTo>
                  <a:cubicBezTo>
                    <a:pt x="41" y="72"/>
                    <a:pt x="44" y="65"/>
                    <a:pt x="45" y="61"/>
                  </a:cubicBezTo>
                  <a:cubicBezTo>
                    <a:pt x="46" y="59"/>
                    <a:pt x="47" y="57"/>
                    <a:pt x="47" y="56"/>
                  </a:cubicBezTo>
                  <a:cubicBezTo>
                    <a:pt x="47" y="56"/>
                    <a:pt x="48" y="55"/>
                    <a:pt x="48" y="55"/>
                  </a:cubicBezTo>
                  <a:cubicBezTo>
                    <a:pt x="48" y="55"/>
                    <a:pt x="48" y="55"/>
                    <a:pt x="48" y="55"/>
                  </a:cubicBezTo>
                  <a:cubicBezTo>
                    <a:pt x="46" y="54"/>
                    <a:pt x="46" y="54"/>
                    <a:pt x="46" y="54"/>
                  </a:cubicBezTo>
                  <a:cubicBezTo>
                    <a:pt x="47" y="56"/>
                    <a:pt x="47" y="56"/>
                    <a:pt x="47" y="56"/>
                  </a:cubicBezTo>
                  <a:lnTo>
                    <a:pt x="46" y="54"/>
                  </a:ln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6439" name="Freeform 338">
              <a:extLst>
                <a:ext uri="{FF2B5EF4-FFF2-40B4-BE49-F238E27FC236}">
                  <a16:creationId xmlns:a16="http://schemas.microsoft.com/office/drawing/2014/main" id="{70367538-E50E-44D4-8F7E-5963F8CB437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259" y="1540"/>
              <a:ext cx="1306" cy="376"/>
            </a:xfrm>
            <a:custGeom>
              <a:avLst/>
              <a:gdLst>
                <a:gd name="T0" fmla="*/ 1867 w 1090"/>
                <a:gd name="T1" fmla="*/ 389 h 314"/>
                <a:gd name="T2" fmla="*/ 1849 w 1090"/>
                <a:gd name="T3" fmla="*/ 259 h 314"/>
                <a:gd name="T4" fmla="*/ 1797 w 1090"/>
                <a:gd name="T5" fmla="*/ 67 h 314"/>
                <a:gd name="T6" fmla="*/ 1783 w 1090"/>
                <a:gd name="T7" fmla="*/ 0 h 314"/>
                <a:gd name="T8" fmla="*/ 1507 w 1090"/>
                <a:gd name="T9" fmla="*/ 0 h 314"/>
                <a:gd name="T10" fmla="*/ 1528 w 1090"/>
                <a:gd name="T11" fmla="*/ 43 h 314"/>
                <a:gd name="T12" fmla="*/ 1538 w 1090"/>
                <a:gd name="T13" fmla="*/ 142 h 314"/>
                <a:gd name="T14" fmla="*/ 1552 w 1090"/>
                <a:gd name="T15" fmla="*/ 202 h 314"/>
                <a:gd name="T16" fmla="*/ 1578 w 1090"/>
                <a:gd name="T17" fmla="*/ 268 h 314"/>
                <a:gd name="T18" fmla="*/ 1594 w 1090"/>
                <a:gd name="T19" fmla="*/ 358 h 314"/>
                <a:gd name="T20" fmla="*/ 1615 w 1090"/>
                <a:gd name="T21" fmla="*/ 495 h 314"/>
                <a:gd name="T22" fmla="*/ 1644 w 1090"/>
                <a:gd name="T23" fmla="*/ 539 h 314"/>
                <a:gd name="T24" fmla="*/ 1647 w 1090"/>
                <a:gd name="T25" fmla="*/ 499 h 314"/>
                <a:gd name="T26" fmla="*/ 1820 w 1090"/>
                <a:gd name="T27" fmla="*/ 444 h 314"/>
                <a:gd name="T28" fmla="*/ 1831 w 1090"/>
                <a:gd name="T29" fmla="*/ 514 h 314"/>
                <a:gd name="T30" fmla="*/ 1864 w 1090"/>
                <a:gd name="T31" fmla="*/ 472 h 314"/>
                <a:gd name="T32" fmla="*/ 1867 w 1090"/>
                <a:gd name="T33" fmla="*/ 389 h 314"/>
                <a:gd name="T34" fmla="*/ 1426 w 1090"/>
                <a:gd name="T35" fmla="*/ 122 h 314"/>
                <a:gd name="T36" fmla="*/ 1407 w 1090"/>
                <a:gd name="T37" fmla="*/ 72 h 314"/>
                <a:gd name="T38" fmla="*/ 1393 w 1090"/>
                <a:gd name="T39" fmla="*/ 7 h 314"/>
                <a:gd name="T40" fmla="*/ 1393 w 1090"/>
                <a:gd name="T41" fmla="*/ 0 h 314"/>
                <a:gd name="T42" fmla="*/ 480 w 1090"/>
                <a:gd name="T43" fmla="*/ 0 h 314"/>
                <a:gd name="T44" fmla="*/ 480 w 1090"/>
                <a:gd name="T45" fmla="*/ 7 h 314"/>
                <a:gd name="T46" fmla="*/ 468 w 1090"/>
                <a:gd name="T47" fmla="*/ 72 h 314"/>
                <a:gd name="T48" fmla="*/ 449 w 1090"/>
                <a:gd name="T49" fmla="*/ 122 h 314"/>
                <a:gd name="T50" fmla="*/ 427 w 1090"/>
                <a:gd name="T51" fmla="*/ 176 h 314"/>
                <a:gd name="T52" fmla="*/ 443 w 1090"/>
                <a:gd name="T53" fmla="*/ 241 h 314"/>
                <a:gd name="T54" fmla="*/ 494 w 1090"/>
                <a:gd name="T55" fmla="*/ 218 h 314"/>
                <a:gd name="T56" fmla="*/ 600 w 1090"/>
                <a:gd name="T57" fmla="*/ 189 h 314"/>
                <a:gd name="T58" fmla="*/ 651 w 1090"/>
                <a:gd name="T59" fmla="*/ 176 h 314"/>
                <a:gd name="T60" fmla="*/ 1101 w 1090"/>
                <a:gd name="T61" fmla="*/ 180 h 314"/>
                <a:gd name="T62" fmla="*/ 1239 w 1090"/>
                <a:gd name="T63" fmla="*/ 189 h 314"/>
                <a:gd name="T64" fmla="*/ 1311 w 1090"/>
                <a:gd name="T65" fmla="*/ 202 h 314"/>
                <a:gd name="T66" fmla="*/ 1435 w 1090"/>
                <a:gd name="T67" fmla="*/ 225 h 314"/>
                <a:gd name="T68" fmla="*/ 1453 w 1090"/>
                <a:gd name="T69" fmla="*/ 172 h 314"/>
                <a:gd name="T70" fmla="*/ 1426 w 1090"/>
                <a:gd name="T71" fmla="*/ 122 h 314"/>
                <a:gd name="T72" fmla="*/ 79 w 1090"/>
                <a:gd name="T73" fmla="*/ 67 h 314"/>
                <a:gd name="T74" fmla="*/ 26 w 1090"/>
                <a:gd name="T75" fmla="*/ 259 h 314"/>
                <a:gd name="T76" fmla="*/ 8 w 1090"/>
                <a:gd name="T77" fmla="*/ 389 h 314"/>
                <a:gd name="T78" fmla="*/ 10 w 1090"/>
                <a:gd name="T79" fmla="*/ 472 h 314"/>
                <a:gd name="T80" fmla="*/ 44 w 1090"/>
                <a:gd name="T81" fmla="*/ 514 h 314"/>
                <a:gd name="T82" fmla="*/ 55 w 1090"/>
                <a:gd name="T83" fmla="*/ 444 h 314"/>
                <a:gd name="T84" fmla="*/ 226 w 1090"/>
                <a:gd name="T85" fmla="*/ 499 h 314"/>
                <a:gd name="T86" fmla="*/ 231 w 1090"/>
                <a:gd name="T87" fmla="*/ 539 h 314"/>
                <a:gd name="T88" fmla="*/ 260 w 1090"/>
                <a:gd name="T89" fmla="*/ 495 h 314"/>
                <a:gd name="T90" fmla="*/ 282 w 1090"/>
                <a:gd name="T91" fmla="*/ 358 h 314"/>
                <a:gd name="T92" fmla="*/ 297 w 1090"/>
                <a:gd name="T93" fmla="*/ 268 h 314"/>
                <a:gd name="T94" fmla="*/ 324 w 1090"/>
                <a:gd name="T95" fmla="*/ 202 h 314"/>
                <a:gd name="T96" fmla="*/ 335 w 1090"/>
                <a:gd name="T97" fmla="*/ 142 h 314"/>
                <a:gd name="T98" fmla="*/ 349 w 1090"/>
                <a:gd name="T99" fmla="*/ 43 h 314"/>
                <a:gd name="T100" fmla="*/ 368 w 1090"/>
                <a:gd name="T101" fmla="*/ 0 h 314"/>
                <a:gd name="T102" fmla="*/ 92 w 1090"/>
                <a:gd name="T103" fmla="*/ 0 h 314"/>
                <a:gd name="T104" fmla="*/ 79 w 1090"/>
                <a:gd name="T105" fmla="*/ 67 h 314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1090" h="314">
                  <a:moveTo>
                    <a:pt x="1085" y="226"/>
                  </a:moveTo>
                  <a:cubicBezTo>
                    <a:pt x="1082" y="205"/>
                    <a:pt x="1078" y="177"/>
                    <a:pt x="1075" y="150"/>
                  </a:cubicBezTo>
                  <a:cubicBezTo>
                    <a:pt x="1072" y="122"/>
                    <a:pt x="1052" y="63"/>
                    <a:pt x="1045" y="39"/>
                  </a:cubicBezTo>
                  <a:cubicBezTo>
                    <a:pt x="1041" y="28"/>
                    <a:pt x="1039" y="14"/>
                    <a:pt x="1037" y="0"/>
                  </a:cubicBezTo>
                  <a:cubicBezTo>
                    <a:pt x="876" y="0"/>
                    <a:pt x="876" y="0"/>
                    <a:pt x="876" y="0"/>
                  </a:cubicBezTo>
                  <a:cubicBezTo>
                    <a:pt x="879" y="6"/>
                    <a:pt x="882" y="13"/>
                    <a:pt x="888" y="25"/>
                  </a:cubicBezTo>
                  <a:cubicBezTo>
                    <a:pt x="903" y="59"/>
                    <a:pt x="894" y="58"/>
                    <a:pt x="895" y="83"/>
                  </a:cubicBezTo>
                  <a:cubicBezTo>
                    <a:pt x="895" y="107"/>
                    <a:pt x="895" y="104"/>
                    <a:pt x="902" y="118"/>
                  </a:cubicBezTo>
                  <a:cubicBezTo>
                    <a:pt x="908" y="133"/>
                    <a:pt x="910" y="139"/>
                    <a:pt x="917" y="156"/>
                  </a:cubicBezTo>
                  <a:cubicBezTo>
                    <a:pt x="923" y="174"/>
                    <a:pt x="923" y="183"/>
                    <a:pt x="926" y="209"/>
                  </a:cubicBezTo>
                  <a:cubicBezTo>
                    <a:pt x="928" y="235"/>
                    <a:pt x="937" y="262"/>
                    <a:pt x="939" y="288"/>
                  </a:cubicBezTo>
                  <a:cubicBezTo>
                    <a:pt x="940" y="314"/>
                    <a:pt x="956" y="314"/>
                    <a:pt x="956" y="314"/>
                  </a:cubicBezTo>
                  <a:cubicBezTo>
                    <a:pt x="958" y="291"/>
                    <a:pt x="958" y="291"/>
                    <a:pt x="958" y="291"/>
                  </a:cubicBezTo>
                  <a:cubicBezTo>
                    <a:pt x="989" y="240"/>
                    <a:pt x="1058" y="259"/>
                    <a:pt x="1058" y="259"/>
                  </a:cubicBezTo>
                  <a:cubicBezTo>
                    <a:pt x="1056" y="269"/>
                    <a:pt x="1064" y="299"/>
                    <a:pt x="1064" y="299"/>
                  </a:cubicBezTo>
                  <a:cubicBezTo>
                    <a:pt x="1064" y="299"/>
                    <a:pt x="1078" y="286"/>
                    <a:pt x="1084" y="275"/>
                  </a:cubicBezTo>
                  <a:cubicBezTo>
                    <a:pt x="1090" y="265"/>
                    <a:pt x="1088" y="247"/>
                    <a:pt x="1085" y="226"/>
                  </a:cubicBezTo>
                  <a:moveTo>
                    <a:pt x="829" y="71"/>
                  </a:moveTo>
                  <a:cubicBezTo>
                    <a:pt x="817" y="49"/>
                    <a:pt x="823" y="66"/>
                    <a:pt x="818" y="42"/>
                  </a:cubicBezTo>
                  <a:cubicBezTo>
                    <a:pt x="813" y="18"/>
                    <a:pt x="810" y="26"/>
                    <a:pt x="810" y="4"/>
                  </a:cubicBezTo>
                  <a:cubicBezTo>
                    <a:pt x="810" y="2"/>
                    <a:pt x="810" y="1"/>
                    <a:pt x="810" y="0"/>
                  </a:cubicBezTo>
                  <a:cubicBezTo>
                    <a:pt x="280" y="0"/>
                    <a:pt x="280" y="0"/>
                    <a:pt x="280" y="0"/>
                  </a:cubicBezTo>
                  <a:cubicBezTo>
                    <a:pt x="280" y="1"/>
                    <a:pt x="280" y="2"/>
                    <a:pt x="280" y="4"/>
                  </a:cubicBezTo>
                  <a:cubicBezTo>
                    <a:pt x="280" y="26"/>
                    <a:pt x="277" y="18"/>
                    <a:pt x="272" y="42"/>
                  </a:cubicBezTo>
                  <a:cubicBezTo>
                    <a:pt x="267" y="66"/>
                    <a:pt x="273" y="49"/>
                    <a:pt x="261" y="71"/>
                  </a:cubicBezTo>
                  <a:cubicBezTo>
                    <a:pt x="249" y="93"/>
                    <a:pt x="252" y="80"/>
                    <a:pt x="248" y="103"/>
                  </a:cubicBezTo>
                  <a:cubicBezTo>
                    <a:pt x="244" y="126"/>
                    <a:pt x="239" y="150"/>
                    <a:pt x="258" y="140"/>
                  </a:cubicBezTo>
                  <a:cubicBezTo>
                    <a:pt x="258" y="140"/>
                    <a:pt x="272" y="127"/>
                    <a:pt x="287" y="127"/>
                  </a:cubicBezTo>
                  <a:cubicBezTo>
                    <a:pt x="302" y="127"/>
                    <a:pt x="337" y="117"/>
                    <a:pt x="349" y="110"/>
                  </a:cubicBezTo>
                  <a:cubicBezTo>
                    <a:pt x="361" y="103"/>
                    <a:pt x="363" y="104"/>
                    <a:pt x="378" y="103"/>
                  </a:cubicBezTo>
                  <a:cubicBezTo>
                    <a:pt x="393" y="102"/>
                    <a:pt x="609" y="98"/>
                    <a:pt x="640" y="104"/>
                  </a:cubicBezTo>
                  <a:cubicBezTo>
                    <a:pt x="671" y="110"/>
                    <a:pt x="696" y="105"/>
                    <a:pt x="720" y="110"/>
                  </a:cubicBezTo>
                  <a:cubicBezTo>
                    <a:pt x="744" y="115"/>
                    <a:pt x="748" y="117"/>
                    <a:pt x="762" y="118"/>
                  </a:cubicBezTo>
                  <a:cubicBezTo>
                    <a:pt x="776" y="119"/>
                    <a:pt x="823" y="127"/>
                    <a:pt x="835" y="131"/>
                  </a:cubicBezTo>
                  <a:cubicBezTo>
                    <a:pt x="852" y="136"/>
                    <a:pt x="854" y="121"/>
                    <a:pt x="845" y="100"/>
                  </a:cubicBezTo>
                  <a:cubicBezTo>
                    <a:pt x="836" y="78"/>
                    <a:pt x="841" y="93"/>
                    <a:pt x="829" y="71"/>
                  </a:cubicBezTo>
                  <a:moveTo>
                    <a:pt x="46" y="39"/>
                  </a:moveTo>
                  <a:cubicBezTo>
                    <a:pt x="38" y="63"/>
                    <a:pt x="18" y="122"/>
                    <a:pt x="15" y="150"/>
                  </a:cubicBezTo>
                  <a:cubicBezTo>
                    <a:pt x="12" y="177"/>
                    <a:pt x="9" y="205"/>
                    <a:pt x="5" y="226"/>
                  </a:cubicBezTo>
                  <a:cubicBezTo>
                    <a:pt x="2" y="247"/>
                    <a:pt x="0" y="265"/>
                    <a:pt x="6" y="275"/>
                  </a:cubicBezTo>
                  <a:cubicBezTo>
                    <a:pt x="12" y="286"/>
                    <a:pt x="26" y="299"/>
                    <a:pt x="26" y="299"/>
                  </a:cubicBezTo>
                  <a:cubicBezTo>
                    <a:pt x="26" y="299"/>
                    <a:pt x="34" y="269"/>
                    <a:pt x="32" y="259"/>
                  </a:cubicBezTo>
                  <a:cubicBezTo>
                    <a:pt x="32" y="259"/>
                    <a:pt x="101" y="240"/>
                    <a:pt x="132" y="291"/>
                  </a:cubicBezTo>
                  <a:cubicBezTo>
                    <a:pt x="134" y="314"/>
                    <a:pt x="134" y="314"/>
                    <a:pt x="134" y="314"/>
                  </a:cubicBezTo>
                  <a:cubicBezTo>
                    <a:pt x="134" y="314"/>
                    <a:pt x="150" y="314"/>
                    <a:pt x="151" y="288"/>
                  </a:cubicBezTo>
                  <a:cubicBezTo>
                    <a:pt x="153" y="262"/>
                    <a:pt x="162" y="235"/>
                    <a:pt x="164" y="209"/>
                  </a:cubicBezTo>
                  <a:cubicBezTo>
                    <a:pt x="167" y="183"/>
                    <a:pt x="167" y="174"/>
                    <a:pt x="173" y="156"/>
                  </a:cubicBezTo>
                  <a:cubicBezTo>
                    <a:pt x="180" y="139"/>
                    <a:pt x="182" y="133"/>
                    <a:pt x="188" y="118"/>
                  </a:cubicBezTo>
                  <a:cubicBezTo>
                    <a:pt x="195" y="104"/>
                    <a:pt x="195" y="107"/>
                    <a:pt x="195" y="83"/>
                  </a:cubicBezTo>
                  <a:cubicBezTo>
                    <a:pt x="196" y="58"/>
                    <a:pt x="187" y="59"/>
                    <a:pt x="203" y="25"/>
                  </a:cubicBezTo>
                  <a:cubicBezTo>
                    <a:pt x="208" y="13"/>
                    <a:pt x="212" y="6"/>
                    <a:pt x="214" y="0"/>
                  </a:cubicBezTo>
                  <a:cubicBezTo>
                    <a:pt x="53" y="0"/>
                    <a:pt x="53" y="0"/>
                    <a:pt x="53" y="0"/>
                  </a:cubicBezTo>
                  <a:cubicBezTo>
                    <a:pt x="51" y="14"/>
                    <a:pt x="49" y="28"/>
                    <a:pt x="46" y="39"/>
                  </a:cubicBezTo>
                </a:path>
              </a:pathLst>
            </a:custGeom>
            <a:solidFill>
              <a:srgbClr val="FCEC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6440" name="Freeform 339">
              <a:extLst>
                <a:ext uri="{FF2B5EF4-FFF2-40B4-BE49-F238E27FC236}">
                  <a16:creationId xmlns:a16="http://schemas.microsoft.com/office/drawing/2014/main" id="{E01834DC-EE56-463F-A2E9-1FC3A11BF8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9" y="1538"/>
              <a:ext cx="135" cy="360"/>
            </a:xfrm>
            <a:custGeom>
              <a:avLst/>
              <a:gdLst>
                <a:gd name="T0" fmla="*/ 192 w 113"/>
                <a:gd name="T1" fmla="*/ 0 h 300"/>
                <a:gd name="T2" fmla="*/ 90 w 113"/>
                <a:gd name="T3" fmla="*/ 0 h 300"/>
                <a:gd name="T4" fmla="*/ 79 w 113"/>
                <a:gd name="T5" fmla="*/ 70 h 300"/>
                <a:gd name="T6" fmla="*/ 26 w 113"/>
                <a:gd name="T7" fmla="*/ 260 h 300"/>
                <a:gd name="T8" fmla="*/ 8 w 113"/>
                <a:gd name="T9" fmla="*/ 391 h 300"/>
                <a:gd name="T10" fmla="*/ 10 w 113"/>
                <a:gd name="T11" fmla="*/ 476 h 300"/>
                <a:gd name="T12" fmla="*/ 44 w 113"/>
                <a:gd name="T13" fmla="*/ 518 h 300"/>
                <a:gd name="T14" fmla="*/ 54 w 113"/>
                <a:gd name="T15" fmla="*/ 449 h 300"/>
                <a:gd name="T16" fmla="*/ 105 w 113"/>
                <a:gd name="T17" fmla="*/ 444 h 300"/>
                <a:gd name="T18" fmla="*/ 111 w 113"/>
                <a:gd name="T19" fmla="*/ 391 h 300"/>
                <a:gd name="T20" fmla="*/ 129 w 113"/>
                <a:gd name="T21" fmla="*/ 260 h 300"/>
                <a:gd name="T22" fmla="*/ 182 w 113"/>
                <a:gd name="T23" fmla="*/ 70 h 300"/>
                <a:gd name="T24" fmla="*/ 192 w 113"/>
                <a:gd name="T25" fmla="*/ 0 h 30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13" h="300">
                  <a:moveTo>
                    <a:pt x="113" y="0"/>
                  </a:moveTo>
                  <a:cubicBezTo>
                    <a:pt x="53" y="0"/>
                    <a:pt x="53" y="0"/>
                    <a:pt x="53" y="0"/>
                  </a:cubicBezTo>
                  <a:cubicBezTo>
                    <a:pt x="51" y="15"/>
                    <a:pt x="49" y="29"/>
                    <a:pt x="46" y="40"/>
                  </a:cubicBezTo>
                  <a:cubicBezTo>
                    <a:pt x="38" y="64"/>
                    <a:pt x="18" y="123"/>
                    <a:pt x="15" y="151"/>
                  </a:cubicBezTo>
                  <a:cubicBezTo>
                    <a:pt x="12" y="178"/>
                    <a:pt x="9" y="206"/>
                    <a:pt x="5" y="227"/>
                  </a:cubicBezTo>
                  <a:cubicBezTo>
                    <a:pt x="2" y="248"/>
                    <a:pt x="0" y="266"/>
                    <a:pt x="6" y="276"/>
                  </a:cubicBezTo>
                  <a:cubicBezTo>
                    <a:pt x="12" y="287"/>
                    <a:pt x="26" y="300"/>
                    <a:pt x="26" y="300"/>
                  </a:cubicBezTo>
                  <a:cubicBezTo>
                    <a:pt x="26" y="300"/>
                    <a:pt x="34" y="270"/>
                    <a:pt x="32" y="260"/>
                  </a:cubicBezTo>
                  <a:cubicBezTo>
                    <a:pt x="32" y="260"/>
                    <a:pt x="45" y="257"/>
                    <a:pt x="62" y="257"/>
                  </a:cubicBezTo>
                  <a:cubicBezTo>
                    <a:pt x="62" y="248"/>
                    <a:pt x="64" y="238"/>
                    <a:pt x="65" y="227"/>
                  </a:cubicBezTo>
                  <a:cubicBezTo>
                    <a:pt x="69" y="206"/>
                    <a:pt x="72" y="178"/>
                    <a:pt x="75" y="151"/>
                  </a:cubicBezTo>
                  <a:cubicBezTo>
                    <a:pt x="78" y="123"/>
                    <a:pt x="98" y="64"/>
                    <a:pt x="106" y="40"/>
                  </a:cubicBezTo>
                  <a:cubicBezTo>
                    <a:pt x="109" y="29"/>
                    <a:pt x="111" y="15"/>
                    <a:pt x="113" y="0"/>
                  </a:cubicBezTo>
                  <a:close/>
                </a:path>
              </a:pathLst>
            </a:custGeom>
            <a:solidFill>
              <a:srgbClr val="FCEF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6441" name="Freeform 340">
              <a:extLst>
                <a:ext uri="{FF2B5EF4-FFF2-40B4-BE49-F238E27FC236}">
                  <a16:creationId xmlns:a16="http://schemas.microsoft.com/office/drawing/2014/main" id="{C19ACBAA-3558-42E8-8954-371858F7D4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5" y="1661"/>
              <a:ext cx="343" cy="39"/>
            </a:xfrm>
            <a:custGeom>
              <a:avLst/>
              <a:gdLst>
                <a:gd name="T0" fmla="*/ 373 w 286"/>
                <a:gd name="T1" fmla="*/ 15 h 33"/>
                <a:gd name="T2" fmla="*/ 234 w 286"/>
                <a:gd name="T3" fmla="*/ 6 h 33"/>
                <a:gd name="T4" fmla="*/ 0 w 286"/>
                <a:gd name="T5" fmla="*/ 0 h 33"/>
                <a:gd name="T6" fmla="*/ 131 w 286"/>
                <a:gd name="T7" fmla="*/ 6 h 33"/>
                <a:gd name="T8" fmla="*/ 269 w 286"/>
                <a:gd name="T9" fmla="*/ 15 h 33"/>
                <a:gd name="T10" fmla="*/ 341 w 286"/>
                <a:gd name="T11" fmla="*/ 28 h 33"/>
                <a:gd name="T12" fmla="*/ 468 w 286"/>
                <a:gd name="T13" fmla="*/ 48 h 33"/>
                <a:gd name="T14" fmla="*/ 493 w 286"/>
                <a:gd name="T15" fmla="*/ 35 h 33"/>
                <a:gd name="T16" fmla="*/ 445 w 286"/>
                <a:gd name="T17" fmla="*/ 28 h 33"/>
                <a:gd name="T18" fmla="*/ 373 w 286"/>
                <a:gd name="T19" fmla="*/ 15 h 3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86" h="33">
                  <a:moveTo>
                    <a:pt x="216" y="9"/>
                  </a:moveTo>
                  <a:cubicBezTo>
                    <a:pt x="192" y="4"/>
                    <a:pt x="167" y="9"/>
                    <a:pt x="136" y="3"/>
                  </a:cubicBezTo>
                  <a:cubicBezTo>
                    <a:pt x="121" y="0"/>
                    <a:pt x="59" y="0"/>
                    <a:pt x="0" y="0"/>
                  </a:cubicBezTo>
                  <a:cubicBezTo>
                    <a:pt x="36" y="0"/>
                    <a:pt x="66" y="1"/>
                    <a:pt x="76" y="3"/>
                  </a:cubicBezTo>
                  <a:cubicBezTo>
                    <a:pt x="107" y="9"/>
                    <a:pt x="132" y="4"/>
                    <a:pt x="156" y="9"/>
                  </a:cubicBezTo>
                  <a:cubicBezTo>
                    <a:pt x="180" y="14"/>
                    <a:pt x="184" y="16"/>
                    <a:pt x="198" y="17"/>
                  </a:cubicBezTo>
                  <a:cubicBezTo>
                    <a:pt x="212" y="18"/>
                    <a:pt x="259" y="26"/>
                    <a:pt x="271" y="30"/>
                  </a:cubicBezTo>
                  <a:cubicBezTo>
                    <a:pt x="281" y="33"/>
                    <a:pt x="286" y="29"/>
                    <a:pt x="286" y="21"/>
                  </a:cubicBezTo>
                  <a:cubicBezTo>
                    <a:pt x="274" y="19"/>
                    <a:pt x="264" y="17"/>
                    <a:pt x="258" y="17"/>
                  </a:cubicBezTo>
                  <a:cubicBezTo>
                    <a:pt x="244" y="16"/>
                    <a:pt x="240" y="14"/>
                    <a:pt x="216" y="9"/>
                  </a:cubicBezTo>
                  <a:close/>
                </a:path>
              </a:pathLst>
            </a:custGeom>
            <a:solidFill>
              <a:srgbClr val="FCEF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6442" name="Freeform 341">
              <a:extLst>
                <a:ext uri="{FF2B5EF4-FFF2-40B4-BE49-F238E27FC236}">
                  <a16:creationId xmlns:a16="http://schemas.microsoft.com/office/drawing/2014/main" id="{76571827-EB23-40E2-8435-871EDD9A16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9" y="1839"/>
              <a:ext cx="76" cy="77"/>
            </a:xfrm>
            <a:custGeom>
              <a:avLst/>
              <a:gdLst>
                <a:gd name="T0" fmla="*/ 0 w 63"/>
                <a:gd name="T1" fmla="*/ 16 h 64"/>
                <a:gd name="T2" fmla="*/ 0 w 63"/>
                <a:gd name="T3" fmla="*/ 17 h 64"/>
                <a:gd name="T4" fmla="*/ 70 w 63"/>
                <a:gd name="T5" fmla="*/ 71 h 64"/>
                <a:gd name="T6" fmla="*/ 75 w 63"/>
                <a:gd name="T7" fmla="*/ 112 h 64"/>
                <a:gd name="T8" fmla="*/ 104 w 63"/>
                <a:gd name="T9" fmla="*/ 66 h 64"/>
                <a:gd name="T10" fmla="*/ 111 w 63"/>
                <a:gd name="T11" fmla="*/ 19 h 64"/>
                <a:gd name="T12" fmla="*/ 0 w 63"/>
                <a:gd name="T13" fmla="*/ 16 h 6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3" h="64">
                  <a:moveTo>
                    <a:pt x="0" y="9"/>
                  </a:moveTo>
                  <a:cubicBezTo>
                    <a:pt x="0" y="10"/>
                    <a:pt x="0" y="10"/>
                    <a:pt x="0" y="10"/>
                  </a:cubicBezTo>
                  <a:cubicBezTo>
                    <a:pt x="15" y="14"/>
                    <a:pt x="30" y="24"/>
                    <a:pt x="40" y="41"/>
                  </a:cubicBezTo>
                  <a:cubicBezTo>
                    <a:pt x="42" y="64"/>
                    <a:pt x="42" y="64"/>
                    <a:pt x="42" y="64"/>
                  </a:cubicBezTo>
                  <a:cubicBezTo>
                    <a:pt x="42" y="64"/>
                    <a:pt x="58" y="64"/>
                    <a:pt x="59" y="38"/>
                  </a:cubicBezTo>
                  <a:cubicBezTo>
                    <a:pt x="60" y="29"/>
                    <a:pt x="61" y="20"/>
                    <a:pt x="63" y="11"/>
                  </a:cubicBezTo>
                  <a:cubicBezTo>
                    <a:pt x="33" y="0"/>
                    <a:pt x="0" y="9"/>
                    <a:pt x="0" y="9"/>
                  </a:cubicBezTo>
                  <a:close/>
                </a:path>
              </a:pathLst>
            </a:custGeom>
            <a:solidFill>
              <a:srgbClr val="FCEF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6443" name="Freeform 342">
              <a:extLst>
                <a:ext uri="{FF2B5EF4-FFF2-40B4-BE49-F238E27FC236}">
                  <a16:creationId xmlns:a16="http://schemas.microsoft.com/office/drawing/2014/main" id="{A038202C-9D93-4B0B-80B7-80F56BD4CFF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6" y="1847"/>
              <a:ext cx="37" cy="51"/>
            </a:xfrm>
            <a:custGeom>
              <a:avLst/>
              <a:gdLst>
                <a:gd name="T0" fmla="*/ 1 w 31"/>
                <a:gd name="T1" fmla="*/ 7 h 43"/>
                <a:gd name="T2" fmla="*/ 12 w 31"/>
                <a:gd name="T3" fmla="*/ 71 h 43"/>
                <a:gd name="T4" fmla="*/ 45 w 31"/>
                <a:gd name="T5" fmla="*/ 32 h 43"/>
                <a:gd name="T6" fmla="*/ 53 w 31"/>
                <a:gd name="T7" fmla="*/ 0 h 43"/>
                <a:gd name="T8" fmla="*/ 1 w 31"/>
                <a:gd name="T9" fmla="*/ 7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43">
                  <a:moveTo>
                    <a:pt x="1" y="4"/>
                  </a:moveTo>
                  <a:cubicBezTo>
                    <a:pt x="0" y="14"/>
                    <a:pt x="7" y="43"/>
                    <a:pt x="7" y="43"/>
                  </a:cubicBezTo>
                  <a:cubicBezTo>
                    <a:pt x="7" y="43"/>
                    <a:pt x="21" y="30"/>
                    <a:pt x="27" y="19"/>
                  </a:cubicBezTo>
                  <a:cubicBezTo>
                    <a:pt x="30" y="14"/>
                    <a:pt x="31" y="8"/>
                    <a:pt x="31" y="0"/>
                  </a:cubicBezTo>
                  <a:cubicBezTo>
                    <a:pt x="22" y="0"/>
                    <a:pt x="11" y="1"/>
                    <a:pt x="1" y="4"/>
                  </a:cubicBezTo>
                  <a:close/>
                </a:path>
              </a:pathLst>
            </a:custGeom>
            <a:solidFill>
              <a:srgbClr val="FCEF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6444" name="Freeform 343">
              <a:extLst>
                <a:ext uri="{FF2B5EF4-FFF2-40B4-BE49-F238E27FC236}">
                  <a16:creationId xmlns:a16="http://schemas.microsoft.com/office/drawing/2014/main" id="{9CA14B66-CF39-4EB7-80CC-3C410647DD1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9" y="1536"/>
              <a:ext cx="731" cy="176"/>
            </a:xfrm>
            <a:custGeom>
              <a:avLst/>
              <a:gdLst>
                <a:gd name="T0" fmla="*/ 62 w 610"/>
                <a:gd name="T1" fmla="*/ 12 h 147"/>
                <a:gd name="T2" fmla="*/ 58 w 610"/>
                <a:gd name="T3" fmla="*/ 49 h 147"/>
                <a:gd name="T4" fmla="*/ 44 w 610"/>
                <a:gd name="T5" fmla="*/ 96 h 147"/>
                <a:gd name="T6" fmla="*/ 43 w 610"/>
                <a:gd name="T7" fmla="*/ 103 h 147"/>
                <a:gd name="T8" fmla="*/ 29 w 610"/>
                <a:gd name="T9" fmla="*/ 125 h 147"/>
                <a:gd name="T10" fmla="*/ 14 w 610"/>
                <a:gd name="T11" fmla="*/ 151 h 147"/>
                <a:gd name="T12" fmla="*/ 7 w 610"/>
                <a:gd name="T13" fmla="*/ 182 h 147"/>
                <a:gd name="T14" fmla="*/ 2 w 610"/>
                <a:gd name="T15" fmla="*/ 245 h 147"/>
                <a:gd name="T16" fmla="*/ 16 w 610"/>
                <a:gd name="T17" fmla="*/ 253 h 147"/>
                <a:gd name="T18" fmla="*/ 29 w 610"/>
                <a:gd name="T19" fmla="*/ 249 h 147"/>
                <a:gd name="T20" fmla="*/ 29 w 610"/>
                <a:gd name="T21" fmla="*/ 247 h 147"/>
                <a:gd name="T22" fmla="*/ 78 w 610"/>
                <a:gd name="T23" fmla="*/ 226 h 147"/>
                <a:gd name="T24" fmla="*/ 186 w 610"/>
                <a:gd name="T25" fmla="*/ 198 h 147"/>
                <a:gd name="T26" fmla="*/ 234 w 610"/>
                <a:gd name="T27" fmla="*/ 184 h 147"/>
                <a:gd name="T28" fmla="*/ 506 w 610"/>
                <a:gd name="T29" fmla="*/ 182 h 147"/>
                <a:gd name="T30" fmla="*/ 685 w 610"/>
                <a:gd name="T31" fmla="*/ 188 h 147"/>
                <a:gd name="T32" fmla="*/ 864 w 610"/>
                <a:gd name="T33" fmla="*/ 206 h 147"/>
                <a:gd name="T34" fmla="*/ 957 w 610"/>
                <a:gd name="T35" fmla="*/ 219 h 147"/>
                <a:gd name="T36" fmla="*/ 1031 w 610"/>
                <a:gd name="T37" fmla="*/ 235 h 147"/>
                <a:gd name="T38" fmla="*/ 1050 w 610"/>
                <a:gd name="T39" fmla="*/ 212 h 147"/>
                <a:gd name="T40" fmla="*/ 1033 w 610"/>
                <a:gd name="T41" fmla="*/ 158 h 147"/>
                <a:gd name="T42" fmla="*/ 1014 w 610"/>
                <a:gd name="T43" fmla="*/ 125 h 147"/>
                <a:gd name="T44" fmla="*/ 999 w 610"/>
                <a:gd name="T45" fmla="*/ 103 h 147"/>
                <a:gd name="T46" fmla="*/ 998 w 610"/>
                <a:gd name="T47" fmla="*/ 95 h 147"/>
                <a:gd name="T48" fmla="*/ 984 w 610"/>
                <a:gd name="T49" fmla="*/ 43 h 147"/>
                <a:gd name="T50" fmla="*/ 980 w 610"/>
                <a:gd name="T51" fmla="*/ 12 h 147"/>
                <a:gd name="T52" fmla="*/ 978 w 610"/>
                <a:gd name="T53" fmla="*/ 1 h 147"/>
                <a:gd name="T54" fmla="*/ 973 w 610"/>
                <a:gd name="T55" fmla="*/ 12 h 147"/>
                <a:gd name="T56" fmla="*/ 980 w 610"/>
                <a:gd name="T57" fmla="*/ 50 h 147"/>
                <a:gd name="T58" fmla="*/ 991 w 610"/>
                <a:gd name="T59" fmla="*/ 97 h 147"/>
                <a:gd name="T60" fmla="*/ 995 w 610"/>
                <a:gd name="T61" fmla="*/ 107 h 147"/>
                <a:gd name="T62" fmla="*/ 1007 w 610"/>
                <a:gd name="T63" fmla="*/ 129 h 147"/>
                <a:gd name="T64" fmla="*/ 1022 w 610"/>
                <a:gd name="T65" fmla="*/ 153 h 147"/>
                <a:gd name="T66" fmla="*/ 1034 w 610"/>
                <a:gd name="T67" fmla="*/ 180 h 147"/>
                <a:gd name="T68" fmla="*/ 1040 w 610"/>
                <a:gd name="T69" fmla="*/ 225 h 147"/>
                <a:gd name="T70" fmla="*/ 1022 w 610"/>
                <a:gd name="T71" fmla="*/ 226 h 147"/>
                <a:gd name="T72" fmla="*/ 895 w 610"/>
                <a:gd name="T73" fmla="*/ 204 h 147"/>
                <a:gd name="T74" fmla="*/ 823 w 610"/>
                <a:gd name="T75" fmla="*/ 190 h 147"/>
                <a:gd name="T76" fmla="*/ 617 w 610"/>
                <a:gd name="T77" fmla="*/ 175 h 147"/>
                <a:gd name="T78" fmla="*/ 331 w 610"/>
                <a:gd name="T79" fmla="*/ 176 h 147"/>
                <a:gd name="T80" fmla="*/ 207 w 610"/>
                <a:gd name="T81" fmla="*/ 181 h 147"/>
                <a:gd name="T82" fmla="*/ 132 w 610"/>
                <a:gd name="T83" fmla="*/ 210 h 147"/>
                <a:gd name="T84" fmla="*/ 42 w 610"/>
                <a:gd name="T85" fmla="*/ 232 h 147"/>
                <a:gd name="T86" fmla="*/ 28 w 610"/>
                <a:gd name="T87" fmla="*/ 245 h 147"/>
                <a:gd name="T88" fmla="*/ 16 w 610"/>
                <a:gd name="T89" fmla="*/ 245 h 147"/>
                <a:gd name="T90" fmla="*/ 8 w 610"/>
                <a:gd name="T91" fmla="*/ 241 h 147"/>
                <a:gd name="T92" fmla="*/ 14 w 610"/>
                <a:gd name="T93" fmla="*/ 182 h 147"/>
                <a:gd name="T94" fmla="*/ 19 w 610"/>
                <a:gd name="T95" fmla="*/ 157 h 147"/>
                <a:gd name="T96" fmla="*/ 36 w 610"/>
                <a:gd name="T97" fmla="*/ 129 h 147"/>
                <a:gd name="T98" fmla="*/ 50 w 610"/>
                <a:gd name="T99" fmla="*/ 107 h 147"/>
                <a:gd name="T100" fmla="*/ 52 w 610"/>
                <a:gd name="T101" fmla="*/ 96 h 147"/>
                <a:gd name="T102" fmla="*/ 66 w 610"/>
                <a:gd name="T103" fmla="*/ 44 h 147"/>
                <a:gd name="T104" fmla="*/ 70 w 610"/>
                <a:gd name="T105" fmla="*/ 12 h 147"/>
                <a:gd name="T106" fmla="*/ 66 w 610"/>
                <a:gd name="T107" fmla="*/ 1 h 147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0" t="0" r="r" b="b"/>
              <a:pathLst>
                <a:path w="610" h="147">
                  <a:moveTo>
                    <a:pt x="36" y="2"/>
                  </a:moveTo>
                  <a:cubicBezTo>
                    <a:pt x="36" y="4"/>
                    <a:pt x="36" y="5"/>
                    <a:pt x="36" y="7"/>
                  </a:cubicBezTo>
                  <a:cubicBezTo>
                    <a:pt x="36" y="12"/>
                    <a:pt x="36" y="16"/>
                    <a:pt x="35" y="19"/>
                  </a:cubicBezTo>
                  <a:cubicBezTo>
                    <a:pt x="35" y="22"/>
                    <a:pt x="34" y="24"/>
                    <a:pt x="33" y="28"/>
                  </a:cubicBezTo>
                  <a:cubicBezTo>
                    <a:pt x="32" y="31"/>
                    <a:pt x="30" y="36"/>
                    <a:pt x="28" y="45"/>
                  </a:cubicBezTo>
                  <a:cubicBezTo>
                    <a:pt x="27" y="51"/>
                    <a:pt x="26" y="54"/>
                    <a:pt x="26" y="56"/>
                  </a:cubicBezTo>
                  <a:cubicBezTo>
                    <a:pt x="26" y="58"/>
                    <a:pt x="26" y="59"/>
                    <a:pt x="25" y="59"/>
                  </a:cubicBezTo>
                  <a:cubicBezTo>
                    <a:pt x="25" y="59"/>
                    <a:pt x="25" y="60"/>
                    <a:pt x="25" y="60"/>
                  </a:cubicBezTo>
                  <a:cubicBezTo>
                    <a:pt x="25" y="61"/>
                    <a:pt x="24" y="62"/>
                    <a:pt x="23" y="63"/>
                  </a:cubicBezTo>
                  <a:cubicBezTo>
                    <a:pt x="22" y="65"/>
                    <a:pt x="20" y="68"/>
                    <a:pt x="17" y="73"/>
                  </a:cubicBezTo>
                  <a:cubicBezTo>
                    <a:pt x="14" y="79"/>
                    <a:pt x="12" y="82"/>
                    <a:pt x="11" y="84"/>
                  </a:cubicBezTo>
                  <a:cubicBezTo>
                    <a:pt x="10" y="86"/>
                    <a:pt x="9" y="87"/>
                    <a:pt x="8" y="88"/>
                  </a:cubicBezTo>
                  <a:cubicBezTo>
                    <a:pt x="7" y="89"/>
                    <a:pt x="7" y="91"/>
                    <a:pt x="6" y="93"/>
                  </a:cubicBezTo>
                  <a:cubicBezTo>
                    <a:pt x="6" y="96"/>
                    <a:pt x="5" y="99"/>
                    <a:pt x="4" y="106"/>
                  </a:cubicBezTo>
                  <a:cubicBezTo>
                    <a:pt x="2" y="116"/>
                    <a:pt x="0" y="126"/>
                    <a:pt x="0" y="134"/>
                  </a:cubicBezTo>
                  <a:cubicBezTo>
                    <a:pt x="0" y="138"/>
                    <a:pt x="1" y="141"/>
                    <a:pt x="2" y="143"/>
                  </a:cubicBezTo>
                  <a:cubicBezTo>
                    <a:pt x="2" y="144"/>
                    <a:pt x="3" y="145"/>
                    <a:pt x="5" y="146"/>
                  </a:cubicBezTo>
                  <a:cubicBezTo>
                    <a:pt x="6" y="147"/>
                    <a:pt x="7" y="147"/>
                    <a:pt x="9" y="147"/>
                  </a:cubicBezTo>
                  <a:cubicBezTo>
                    <a:pt x="11" y="147"/>
                    <a:pt x="14" y="146"/>
                    <a:pt x="17" y="145"/>
                  </a:cubicBezTo>
                  <a:cubicBezTo>
                    <a:pt x="17" y="145"/>
                    <a:pt x="17" y="145"/>
                    <a:pt x="17" y="145"/>
                  </a:cubicBezTo>
                  <a:cubicBezTo>
                    <a:pt x="17" y="144"/>
                    <a:pt x="17" y="144"/>
                    <a:pt x="17" y="144"/>
                  </a:cubicBezTo>
                  <a:cubicBezTo>
                    <a:pt x="17" y="144"/>
                    <a:pt x="17" y="144"/>
                    <a:pt x="17" y="144"/>
                  </a:cubicBezTo>
                  <a:cubicBezTo>
                    <a:pt x="18" y="144"/>
                    <a:pt x="22" y="141"/>
                    <a:pt x="27" y="138"/>
                  </a:cubicBezTo>
                  <a:cubicBezTo>
                    <a:pt x="32" y="135"/>
                    <a:pt x="39" y="132"/>
                    <a:pt x="45" y="132"/>
                  </a:cubicBezTo>
                  <a:cubicBezTo>
                    <a:pt x="53" y="132"/>
                    <a:pt x="65" y="129"/>
                    <a:pt x="78" y="126"/>
                  </a:cubicBezTo>
                  <a:cubicBezTo>
                    <a:pt x="90" y="123"/>
                    <a:pt x="102" y="118"/>
                    <a:pt x="108" y="115"/>
                  </a:cubicBezTo>
                  <a:cubicBezTo>
                    <a:pt x="114" y="111"/>
                    <a:pt x="117" y="110"/>
                    <a:pt x="121" y="109"/>
                  </a:cubicBezTo>
                  <a:cubicBezTo>
                    <a:pt x="124" y="109"/>
                    <a:pt x="129" y="108"/>
                    <a:pt x="136" y="108"/>
                  </a:cubicBezTo>
                  <a:cubicBezTo>
                    <a:pt x="140" y="108"/>
                    <a:pt x="163" y="107"/>
                    <a:pt x="192" y="107"/>
                  </a:cubicBezTo>
                  <a:cubicBezTo>
                    <a:pt x="222" y="106"/>
                    <a:pt x="259" y="106"/>
                    <a:pt x="294" y="106"/>
                  </a:cubicBezTo>
                  <a:cubicBezTo>
                    <a:pt x="318" y="106"/>
                    <a:pt x="341" y="106"/>
                    <a:pt x="359" y="106"/>
                  </a:cubicBezTo>
                  <a:cubicBezTo>
                    <a:pt x="378" y="107"/>
                    <a:pt x="392" y="108"/>
                    <a:pt x="398" y="109"/>
                  </a:cubicBezTo>
                  <a:cubicBezTo>
                    <a:pt x="429" y="115"/>
                    <a:pt x="454" y="110"/>
                    <a:pt x="478" y="115"/>
                  </a:cubicBezTo>
                  <a:cubicBezTo>
                    <a:pt x="490" y="117"/>
                    <a:pt x="497" y="119"/>
                    <a:pt x="502" y="120"/>
                  </a:cubicBezTo>
                  <a:cubicBezTo>
                    <a:pt x="508" y="122"/>
                    <a:pt x="513" y="122"/>
                    <a:pt x="520" y="123"/>
                  </a:cubicBezTo>
                  <a:cubicBezTo>
                    <a:pt x="527" y="123"/>
                    <a:pt x="542" y="126"/>
                    <a:pt x="557" y="128"/>
                  </a:cubicBezTo>
                  <a:cubicBezTo>
                    <a:pt x="572" y="131"/>
                    <a:pt x="586" y="134"/>
                    <a:pt x="592" y="136"/>
                  </a:cubicBezTo>
                  <a:cubicBezTo>
                    <a:pt x="595" y="137"/>
                    <a:pt x="597" y="137"/>
                    <a:pt x="599" y="137"/>
                  </a:cubicBezTo>
                  <a:cubicBezTo>
                    <a:pt x="603" y="137"/>
                    <a:pt x="606" y="136"/>
                    <a:pt x="608" y="133"/>
                  </a:cubicBezTo>
                  <a:cubicBezTo>
                    <a:pt x="609" y="131"/>
                    <a:pt x="610" y="127"/>
                    <a:pt x="610" y="124"/>
                  </a:cubicBezTo>
                  <a:cubicBezTo>
                    <a:pt x="610" y="118"/>
                    <a:pt x="608" y="110"/>
                    <a:pt x="605" y="102"/>
                  </a:cubicBezTo>
                  <a:cubicBezTo>
                    <a:pt x="603" y="97"/>
                    <a:pt x="601" y="94"/>
                    <a:pt x="600" y="92"/>
                  </a:cubicBezTo>
                  <a:cubicBezTo>
                    <a:pt x="599" y="89"/>
                    <a:pt x="598" y="88"/>
                    <a:pt x="597" y="86"/>
                  </a:cubicBezTo>
                  <a:cubicBezTo>
                    <a:pt x="595" y="84"/>
                    <a:pt x="593" y="81"/>
                    <a:pt x="589" y="73"/>
                  </a:cubicBezTo>
                  <a:cubicBezTo>
                    <a:pt x="586" y="68"/>
                    <a:pt x="584" y="64"/>
                    <a:pt x="583" y="62"/>
                  </a:cubicBezTo>
                  <a:cubicBezTo>
                    <a:pt x="582" y="61"/>
                    <a:pt x="581" y="60"/>
                    <a:pt x="581" y="60"/>
                  </a:cubicBezTo>
                  <a:cubicBezTo>
                    <a:pt x="581" y="59"/>
                    <a:pt x="581" y="59"/>
                    <a:pt x="581" y="59"/>
                  </a:cubicBezTo>
                  <a:cubicBezTo>
                    <a:pt x="581" y="58"/>
                    <a:pt x="580" y="57"/>
                    <a:pt x="580" y="55"/>
                  </a:cubicBezTo>
                  <a:cubicBezTo>
                    <a:pt x="580" y="53"/>
                    <a:pt x="579" y="50"/>
                    <a:pt x="578" y="45"/>
                  </a:cubicBezTo>
                  <a:cubicBezTo>
                    <a:pt x="576" y="33"/>
                    <a:pt x="573" y="28"/>
                    <a:pt x="572" y="25"/>
                  </a:cubicBezTo>
                  <a:cubicBezTo>
                    <a:pt x="571" y="23"/>
                    <a:pt x="571" y="21"/>
                    <a:pt x="571" y="19"/>
                  </a:cubicBezTo>
                  <a:cubicBezTo>
                    <a:pt x="570" y="16"/>
                    <a:pt x="570" y="12"/>
                    <a:pt x="570" y="7"/>
                  </a:cubicBezTo>
                  <a:cubicBezTo>
                    <a:pt x="570" y="5"/>
                    <a:pt x="570" y="4"/>
                    <a:pt x="570" y="3"/>
                  </a:cubicBezTo>
                  <a:cubicBezTo>
                    <a:pt x="570" y="2"/>
                    <a:pt x="569" y="1"/>
                    <a:pt x="568" y="1"/>
                  </a:cubicBezTo>
                  <a:cubicBezTo>
                    <a:pt x="567" y="0"/>
                    <a:pt x="566" y="1"/>
                    <a:pt x="566" y="2"/>
                  </a:cubicBezTo>
                  <a:cubicBezTo>
                    <a:pt x="566" y="4"/>
                    <a:pt x="566" y="5"/>
                    <a:pt x="566" y="7"/>
                  </a:cubicBezTo>
                  <a:cubicBezTo>
                    <a:pt x="566" y="13"/>
                    <a:pt x="566" y="16"/>
                    <a:pt x="567" y="19"/>
                  </a:cubicBezTo>
                  <a:cubicBezTo>
                    <a:pt x="567" y="23"/>
                    <a:pt x="568" y="26"/>
                    <a:pt x="570" y="29"/>
                  </a:cubicBezTo>
                  <a:cubicBezTo>
                    <a:pt x="571" y="32"/>
                    <a:pt x="572" y="36"/>
                    <a:pt x="574" y="45"/>
                  </a:cubicBezTo>
                  <a:cubicBezTo>
                    <a:pt x="575" y="51"/>
                    <a:pt x="576" y="55"/>
                    <a:pt x="576" y="57"/>
                  </a:cubicBezTo>
                  <a:cubicBezTo>
                    <a:pt x="577" y="58"/>
                    <a:pt x="577" y="59"/>
                    <a:pt x="577" y="60"/>
                  </a:cubicBezTo>
                  <a:cubicBezTo>
                    <a:pt x="577" y="61"/>
                    <a:pt x="577" y="61"/>
                    <a:pt x="578" y="62"/>
                  </a:cubicBezTo>
                  <a:cubicBezTo>
                    <a:pt x="578" y="63"/>
                    <a:pt x="579" y="64"/>
                    <a:pt x="580" y="66"/>
                  </a:cubicBezTo>
                  <a:cubicBezTo>
                    <a:pt x="581" y="67"/>
                    <a:pt x="583" y="70"/>
                    <a:pt x="585" y="75"/>
                  </a:cubicBezTo>
                  <a:cubicBezTo>
                    <a:pt x="588" y="80"/>
                    <a:pt x="590" y="84"/>
                    <a:pt x="592" y="86"/>
                  </a:cubicBezTo>
                  <a:cubicBezTo>
                    <a:pt x="593" y="87"/>
                    <a:pt x="593" y="88"/>
                    <a:pt x="594" y="89"/>
                  </a:cubicBezTo>
                  <a:cubicBezTo>
                    <a:pt x="595" y="90"/>
                    <a:pt x="595" y="91"/>
                    <a:pt x="596" y="93"/>
                  </a:cubicBezTo>
                  <a:cubicBezTo>
                    <a:pt x="597" y="95"/>
                    <a:pt x="599" y="98"/>
                    <a:pt x="601" y="104"/>
                  </a:cubicBezTo>
                  <a:cubicBezTo>
                    <a:pt x="604" y="112"/>
                    <a:pt x="606" y="119"/>
                    <a:pt x="606" y="124"/>
                  </a:cubicBezTo>
                  <a:cubicBezTo>
                    <a:pt x="606" y="127"/>
                    <a:pt x="606" y="129"/>
                    <a:pt x="604" y="131"/>
                  </a:cubicBezTo>
                  <a:cubicBezTo>
                    <a:pt x="603" y="132"/>
                    <a:pt x="602" y="133"/>
                    <a:pt x="599" y="133"/>
                  </a:cubicBezTo>
                  <a:cubicBezTo>
                    <a:pt x="597" y="133"/>
                    <a:pt x="596" y="133"/>
                    <a:pt x="594" y="132"/>
                  </a:cubicBezTo>
                  <a:cubicBezTo>
                    <a:pt x="587" y="130"/>
                    <a:pt x="572" y="127"/>
                    <a:pt x="557" y="125"/>
                  </a:cubicBezTo>
                  <a:cubicBezTo>
                    <a:pt x="542" y="122"/>
                    <a:pt x="527" y="120"/>
                    <a:pt x="520" y="119"/>
                  </a:cubicBezTo>
                  <a:cubicBezTo>
                    <a:pt x="513" y="119"/>
                    <a:pt x="509" y="118"/>
                    <a:pt x="503" y="117"/>
                  </a:cubicBezTo>
                  <a:cubicBezTo>
                    <a:pt x="497" y="115"/>
                    <a:pt x="490" y="114"/>
                    <a:pt x="478" y="111"/>
                  </a:cubicBezTo>
                  <a:cubicBezTo>
                    <a:pt x="454" y="106"/>
                    <a:pt x="429" y="111"/>
                    <a:pt x="398" y="105"/>
                  </a:cubicBezTo>
                  <a:cubicBezTo>
                    <a:pt x="392" y="104"/>
                    <a:pt x="378" y="103"/>
                    <a:pt x="359" y="102"/>
                  </a:cubicBezTo>
                  <a:cubicBezTo>
                    <a:pt x="341" y="102"/>
                    <a:pt x="318" y="102"/>
                    <a:pt x="294" y="102"/>
                  </a:cubicBezTo>
                  <a:cubicBezTo>
                    <a:pt x="259" y="102"/>
                    <a:pt x="222" y="102"/>
                    <a:pt x="192" y="103"/>
                  </a:cubicBezTo>
                  <a:cubicBezTo>
                    <a:pt x="162" y="103"/>
                    <a:pt x="140" y="104"/>
                    <a:pt x="136" y="104"/>
                  </a:cubicBezTo>
                  <a:cubicBezTo>
                    <a:pt x="128" y="105"/>
                    <a:pt x="124" y="104"/>
                    <a:pt x="120" y="105"/>
                  </a:cubicBezTo>
                  <a:cubicBezTo>
                    <a:pt x="116" y="106"/>
                    <a:pt x="112" y="108"/>
                    <a:pt x="106" y="111"/>
                  </a:cubicBezTo>
                  <a:cubicBezTo>
                    <a:pt x="100" y="115"/>
                    <a:pt x="89" y="119"/>
                    <a:pt x="77" y="122"/>
                  </a:cubicBezTo>
                  <a:cubicBezTo>
                    <a:pt x="65" y="126"/>
                    <a:pt x="52" y="128"/>
                    <a:pt x="45" y="128"/>
                  </a:cubicBezTo>
                  <a:cubicBezTo>
                    <a:pt x="37" y="128"/>
                    <a:pt x="29" y="131"/>
                    <a:pt x="24" y="135"/>
                  </a:cubicBezTo>
                  <a:cubicBezTo>
                    <a:pt x="18" y="138"/>
                    <a:pt x="15" y="141"/>
                    <a:pt x="15" y="142"/>
                  </a:cubicBezTo>
                  <a:cubicBezTo>
                    <a:pt x="16" y="143"/>
                    <a:pt x="16" y="143"/>
                    <a:pt x="16" y="143"/>
                  </a:cubicBezTo>
                  <a:cubicBezTo>
                    <a:pt x="15" y="141"/>
                    <a:pt x="15" y="141"/>
                    <a:pt x="15" y="141"/>
                  </a:cubicBezTo>
                  <a:cubicBezTo>
                    <a:pt x="12" y="143"/>
                    <a:pt x="10" y="143"/>
                    <a:pt x="9" y="143"/>
                  </a:cubicBezTo>
                  <a:cubicBezTo>
                    <a:pt x="8" y="143"/>
                    <a:pt x="7" y="143"/>
                    <a:pt x="7" y="143"/>
                  </a:cubicBezTo>
                  <a:cubicBezTo>
                    <a:pt x="6" y="142"/>
                    <a:pt x="5" y="142"/>
                    <a:pt x="5" y="140"/>
                  </a:cubicBezTo>
                  <a:cubicBezTo>
                    <a:pt x="4" y="139"/>
                    <a:pt x="4" y="136"/>
                    <a:pt x="4" y="134"/>
                  </a:cubicBezTo>
                  <a:cubicBezTo>
                    <a:pt x="4" y="127"/>
                    <a:pt x="6" y="117"/>
                    <a:pt x="8" y="106"/>
                  </a:cubicBezTo>
                  <a:cubicBezTo>
                    <a:pt x="9" y="101"/>
                    <a:pt x="10" y="97"/>
                    <a:pt x="10" y="95"/>
                  </a:cubicBezTo>
                  <a:cubicBezTo>
                    <a:pt x="10" y="93"/>
                    <a:pt x="11" y="92"/>
                    <a:pt x="11" y="91"/>
                  </a:cubicBezTo>
                  <a:cubicBezTo>
                    <a:pt x="11" y="90"/>
                    <a:pt x="12" y="89"/>
                    <a:pt x="14" y="87"/>
                  </a:cubicBezTo>
                  <a:cubicBezTo>
                    <a:pt x="15" y="85"/>
                    <a:pt x="17" y="81"/>
                    <a:pt x="21" y="75"/>
                  </a:cubicBezTo>
                  <a:cubicBezTo>
                    <a:pt x="24" y="69"/>
                    <a:pt x="26" y="66"/>
                    <a:pt x="27" y="65"/>
                  </a:cubicBezTo>
                  <a:cubicBezTo>
                    <a:pt x="28" y="63"/>
                    <a:pt x="28" y="63"/>
                    <a:pt x="29" y="62"/>
                  </a:cubicBezTo>
                  <a:cubicBezTo>
                    <a:pt x="29" y="61"/>
                    <a:pt x="29" y="61"/>
                    <a:pt x="29" y="60"/>
                  </a:cubicBezTo>
                  <a:cubicBezTo>
                    <a:pt x="30" y="59"/>
                    <a:pt x="30" y="58"/>
                    <a:pt x="30" y="56"/>
                  </a:cubicBezTo>
                  <a:cubicBezTo>
                    <a:pt x="30" y="54"/>
                    <a:pt x="31" y="50"/>
                    <a:pt x="32" y="45"/>
                  </a:cubicBezTo>
                  <a:cubicBezTo>
                    <a:pt x="34" y="33"/>
                    <a:pt x="36" y="30"/>
                    <a:pt x="38" y="26"/>
                  </a:cubicBezTo>
                  <a:cubicBezTo>
                    <a:pt x="38" y="24"/>
                    <a:pt x="39" y="22"/>
                    <a:pt x="39" y="19"/>
                  </a:cubicBezTo>
                  <a:cubicBezTo>
                    <a:pt x="40" y="16"/>
                    <a:pt x="40" y="13"/>
                    <a:pt x="40" y="7"/>
                  </a:cubicBezTo>
                  <a:cubicBezTo>
                    <a:pt x="40" y="5"/>
                    <a:pt x="40" y="4"/>
                    <a:pt x="40" y="3"/>
                  </a:cubicBezTo>
                  <a:cubicBezTo>
                    <a:pt x="40" y="1"/>
                    <a:pt x="39" y="1"/>
                    <a:pt x="38" y="1"/>
                  </a:cubicBezTo>
                  <a:cubicBezTo>
                    <a:pt x="37" y="0"/>
                    <a:pt x="36" y="1"/>
                    <a:pt x="36" y="2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6445" name="Freeform 344">
              <a:extLst>
                <a:ext uri="{FF2B5EF4-FFF2-40B4-BE49-F238E27FC236}">
                  <a16:creationId xmlns:a16="http://schemas.microsoft.com/office/drawing/2014/main" id="{9C8FA62C-39D6-4CE1-9C5F-B130C1E643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9" y="1536"/>
              <a:ext cx="259" cy="383"/>
            </a:xfrm>
            <a:custGeom>
              <a:avLst/>
              <a:gdLst>
                <a:gd name="T0" fmla="*/ 77 w 216"/>
                <a:gd name="T1" fmla="*/ 72 h 319"/>
                <a:gd name="T2" fmla="*/ 23 w 216"/>
                <a:gd name="T3" fmla="*/ 263 h 319"/>
                <a:gd name="T4" fmla="*/ 0 w 216"/>
                <a:gd name="T5" fmla="*/ 448 h 319"/>
                <a:gd name="T6" fmla="*/ 29 w 216"/>
                <a:gd name="T7" fmla="*/ 510 h 319"/>
                <a:gd name="T8" fmla="*/ 46 w 216"/>
                <a:gd name="T9" fmla="*/ 529 h 319"/>
                <a:gd name="T10" fmla="*/ 53 w 216"/>
                <a:gd name="T11" fmla="*/ 498 h 319"/>
                <a:gd name="T12" fmla="*/ 59 w 216"/>
                <a:gd name="T13" fmla="*/ 454 h 319"/>
                <a:gd name="T14" fmla="*/ 58 w 216"/>
                <a:gd name="T15" fmla="*/ 457 h 319"/>
                <a:gd name="T16" fmla="*/ 109 w 216"/>
                <a:gd name="T17" fmla="*/ 451 h 319"/>
                <a:gd name="T18" fmla="*/ 225 w 216"/>
                <a:gd name="T19" fmla="*/ 510 h 319"/>
                <a:gd name="T20" fmla="*/ 224 w 216"/>
                <a:gd name="T21" fmla="*/ 509 h 319"/>
                <a:gd name="T22" fmla="*/ 233 w 216"/>
                <a:gd name="T23" fmla="*/ 552 h 319"/>
                <a:gd name="T24" fmla="*/ 263 w 216"/>
                <a:gd name="T25" fmla="*/ 503 h 319"/>
                <a:gd name="T26" fmla="*/ 291 w 216"/>
                <a:gd name="T27" fmla="*/ 316 h 319"/>
                <a:gd name="T28" fmla="*/ 327 w 216"/>
                <a:gd name="T29" fmla="*/ 210 h 319"/>
                <a:gd name="T30" fmla="*/ 339 w 216"/>
                <a:gd name="T31" fmla="*/ 180 h 319"/>
                <a:gd name="T32" fmla="*/ 341 w 216"/>
                <a:gd name="T33" fmla="*/ 144 h 319"/>
                <a:gd name="T34" fmla="*/ 337 w 216"/>
                <a:gd name="T35" fmla="*/ 102 h 319"/>
                <a:gd name="T36" fmla="*/ 373 w 216"/>
                <a:gd name="T37" fmla="*/ 6 h 319"/>
                <a:gd name="T38" fmla="*/ 366 w 216"/>
                <a:gd name="T39" fmla="*/ 2 h 319"/>
                <a:gd name="T40" fmla="*/ 330 w 216"/>
                <a:gd name="T41" fmla="*/ 102 h 319"/>
                <a:gd name="T42" fmla="*/ 335 w 216"/>
                <a:gd name="T43" fmla="*/ 144 h 319"/>
                <a:gd name="T44" fmla="*/ 331 w 216"/>
                <a:gd name="T45" fmla="*/ 185 h 319"/>
                <a:gd name="T46" fmla="*/ 323 w 216"/>
                <a:gd name="T47" fmla="*/ 209 h 319"/>
                <a:gd name="T48" fmla="*/ 284 w 216"/>
                <a:gd name="T49" fmla="*/ 316 h 319"/>
                <a:gd name="T50" fmla="*/ 258 w 216"/>
                <a:gd name="T51" fmla="*/ 503 h 319"/>
                <a:gd name="T52" fmla="*/ 234 w 216"/>
                <a:gd name="T53" fmla="*/ 545 h 319"/>
                <a:gd name="T54" fmla="*/ 231 w 216"/>
                <a:gd name="T55" fmla="*/ 545 h 319"/>
                <a:gd name="T56" fmla="*/ 231 w 216"/>
                <a:gd name="T57" fmla="*/ 546 h 319"/>
                <a:gd name="T58" fmla="*/ 231 w 216"/>
                <a:gd name="T59" fmla="*/ 545 h 319"/>
                <a:gd name="T60" fmla="*/ 231 w 216"/>
                <a:gd name="T61" fmla="*/ 545 h 319"/>
                <a:gd name="T62" fmla="*/ 234 w 216"/>
                <a:gd name="T63" fmla="*/ 549 h 319"/>
                <a:gd name="T64" fmla="*/ 231 w 216"/>
                <a:gd name="T65" fmla="*/ 508 h 319"/>
                <a:gd name="T66" fmla="*/ 109 w 216"/>
                <a:gd name="T67" fmla="*/ 445 h 319"/>
                <a:gd name="T68" fmla="*/ 52 w 216"/>
                <a:gd name="T69" fmla="*/ 451 h 319"/>
                <a:gd name="T70" fmla="*/ 52 w 216"/>
                <a:gd name="T71" fmla="*/ 459 h 319"/>
                <a:gd name="T72" fmla="*/ 43 w 216"/>
                <a:gd name="T73" fmla="*/ 515 h 319"/>
                <a:gd name="T74" fmla="*/ 44 w 216"/>
                <a:gd name="T75" fmla="*/ 523 h 319"/>
                <a:gd name="T76" fmla="*/ 46 w 216"/>
                <a:gd name="T77" fmla="*/ 519 h 319"/>
                <a:gd name="T78" fmla="*/ 7 w 216"/>
                <a:gd name="T79" fmla="*/ 448 h 319"/>
                <a:gd name="T80" fmla="*/ 29 w 216"/>
                <a:gd name="T81" fmla="*/ 265 h 319"/>
                <a:gd name="T82" fmla="*/ 84 w 216"/>
                <a:gd name="T83" fmla="*/ 74 h 319"/>
                <a:gd name="T84" fmla="*/ 92 w 216"/>
                <a:gd name="T85" fmla="*/ 0 h 319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216" h="319">
                  <a:moveTo>
                    <a:pt x="51" y="2"/>
                  </a:moveTo>
                  <a:cubicBezTo>
                    <a:pt x="49" y="17"/>
                    <a:pt x="47" y="31"/>
                    <a:pt x="44" y="42"/>
                  </a:cubicBezTo>
                  <a:cubicBezTo>
                    <a:pt x="40" y="53"/>
                    <a:pt x="33" y="74"/>
                    <a:pt x="27" y="95"/>
                  </a:cubicBezTo>
                  <a:cubicBezTo>
                    <a:pt x="21" y="116"/>
                    <a:pt x="15" y="138"/>
                    <a:pt x="13" y="152"/>
                  </a:cubicBezTo>
                  <a:cubicBezTo>
                    <a:pt x="10" y="180"/>
                    <a:pt x="7" y="208"/>
                    <a:pt x="3" y="229"/>
                  </a:cubicBezTo>
                  <a:cubicBezTo>
                    <a:pt x="2" y="240"/>
                    <a:pt x="0" y="250"/>
                    <a:pt x="0" y="259"/>
                  </a:cubicBezTo>
                  <a:cubicBezTo>
                    <a:pt x="0" y="267"/>
                    <a:pt x="1" y="274"/>
                    <a:pt x="4" y="279"/>
                  </a:cubicBezTo>
                  <a:cubicBezTo>
                    <a:pt x="7" y="285"/>
                    <a:pt x="12" y="291"/>
                    <a:pt x="17" y="295"/>
                  </a:cubicBezTo>
                  <a:cubicBezTo>
                    <a:pt x="21" y="300"/>
                    <a:pt x="25" y="303"/>
                    <a:pt x="25" y="303"/>
                  </a:cubicBezTo>
                  <a:cubicBezTo>
                    <a:pt x="27" y="306"/>
                    <a:pt x="27" y="306"/>
                    <a:pt x="27" y="306"/>
                  </a:cubicBezTo>
                  <a:cubicBezTo>
                    <a:pt x="28" y="302"/>
                    <a:pt x="28" y="302"/>
                    <a:pt x="28" y="302"/>
                  </a:cubicBezTo>
                  <a:cubicBezTo>
                    <a:pt x="28" y="302"/>
                    <a:pt x="30" y="296"/>
                    <a:pt x="31" y="288"/>
                  </a:cubicBezTo>
                  <a:cubicBezTo>
                    <a:pt x="33" y="281"/>
                    <a:pt x="34" y="272"/>
                    <a:pt x="34" y="265"/>
                  </a:cubicBezTo>
                  <a:cubicBezTo>
                    <a:pt x="34" y="264"/>
                    <a:pt x="34" y="263"/>
                    <a:pt x="34" y="262"/>
                  </a:cubicBezTo>
                  <a:cubicBezTo>
                    <a:pt x="32" y="262"/>
                    <a:pt x="32" y="262"/>
                    <a:pt x="32" y="262"/>
                  </a:cubicBezTo>
                  <a:cubicBezTo>
                    <a:pt x="33" y="264"/>
                    <a:pt x="33" y="264"/>
                    <a:pt x="33" y="264"/>
                  </a:cubicBezTo>
                  <a:cubicBezTo>
                    <a:pt x="33" y="264"/>
                    <a:pt x="33" y="264"/>
                    <a:pt x="33" y="264"/>
                  </a:cubicBezTo>
                  <a:cubicBezTo>
                    <a:pt x="36" y="264"/>
                    <a:pt x="48" y="261"/>
                    <a:pt x="63" y="261"/>
                  </a:cubicBezTo>
                  <a:cubicBezTo>
                    <a:pt x="74" y="261"/>
                    <a:pt x="87" y="262"/>
                    <a:pt x="99" y="267"/>
                  </a:cubicBezTo>
                  <a:cubicBezTo>
                    <a:pt x="111" y="272"/>
                    <a:pt x="122" y="281"/>
                    <a:pt x="131" y="295"/>
                  </a:cubicBezTo>
                  <a:cubicBezTo>
                    <a:pt x="132" y="294"/>
                    <a:pt x="132" y="294"/>
                    <a:pt x="132" y="294"/>
                  </a:cubicBezTo>
                  <a:cubicBezTo>
                    <a:pt x="130" y="294"/>
                    <a:pt x="130" y="294"/>
                    <a:pt x="130" y="294"/>
                  </a:cubicBezTo>
                  <a:cubicBezTo>
                    <a:pt x="133" y="319"/>
                    <a:pt x="133" y="319"/>
                    <a:pt x="133" y="319"/>
                  </a:cubicBezTo>
                  <a:cubicBezTo>
                    <a:pt x="135" y="319"/>
                    <a:pt x="135" y="319"/>
                    <a:pt x="135" y="319"/>
                  </a:cubicBezTo>
                  <a:cubicBezTo>
                    <a:pt x="135" y="319"/>
                    <a:pt x="139" y="319"/>
                    <a:pt x="144" y="315"/>
                  </a:cubicBezTo>
                  <a:cubicBezTo>
                    <a:pt x="148" y="312"/>
                    <a:pt x="153" y="304"/>
                    <a:pt x="153" y="291"/>
                  </a:cubicBezTo>
                  <a:cubicBezTo>
                    <a:pt x="155" y="265"/>
                    <a:pt x="164" y="238"/>
                    <a:pt x="166" y="212"/>
                  </a:cubicBezTo>
                  <a:cubicBezTo>
                    <a:pt x="168" y="199"/>
                    <a:pt x="168" y="190"/>
                    <a:pt x="169" y="182"/>
                  </a:cubicBezTo>
                  <a:cubicBezTo>
                    <a:pt x="171" y="175"/>
                    <a:pt x="172" y="168"/>
                    <a:pt x="175" y="160"/>
                  </a:cubicBezTo>
                  <a:cubicBezTo>
                    <a:pt x="182" y="142"/>
                    <a:pt x="184" y="136"/>
                    <a:pt x="190" y="122"/>
                  </a:cubicBezTo>
                  <a:cubicBezTo>
                    <a:pt x="192" y="119"/>
                    <a:pt x="193" y="116"/>
                    <a:pt x="194" y="114"/>
                  </a:cubicBezTo>
                  <a:cubicBezTo>
                    <a:pt x="195" y="111"/>
                    <a:pt x="196" y="108"/>
                    <a:pt x="197" y="104"/>
                  </a:cubicBezTo>
                  <a:cubicBezTo>
                    <a:pt x="197" y="100"/>
                    <a:pt x="197" y="95"/>
                    <a:pt x="197" y="86"/>
                  </a:cubicBezTo>
                  <a:cubicBezTo>
                    <a:pt x="198" y="85"/>
                    <a:pt x="198" y="84"/>
                    <a:pt x="198" y="83"/>
                  </a:cubicBezTo>
                  <a:cubicBezTo>
                    <a:pt x="198" y="77"/>
                    <a:pt x="197" y="73"/>
                    <a:pt x="196" y="69"/>
                  </a:cubicBezTo>
                  <a:cubicBezTo>
                    <a:pt x="196" y="66"/>
                    <a:pt x="195" y="62"/>
                    <a:pt x="195" y="59"/>
                  </a:cubicBezTo>
                  <a:cubicBezTo>
                    <a:pt x="195" y="53"/>
                    <a:pt x="197" y="45"/>
                    <a:pt x="204" y="29"/>
                  </a:cubicBezTo>
                  <a:cubicBezTo>
                    <a:pt x="210" y="17"/>
                    <a:pt x="213" y="9"/>
                    <a:pt x="216" y="3"/>
                  </a:cubicBezTo>
                  <a:cubicBezTo>
                    <a:pt x="216" y="2"/>
                    <a:pt x="216" y="1"/>
                    <a:pt x="215" y="1"/>
                  </a:cubicBezTo>
                  <a:cubicBezTo>
                    <a:pt x="214" y="0"/>
                    <a:pt x="212" y="1"/>
                    <a:pt x="212" y="2"/>
                  </a:cubicBezTo>
                  <a:cubicBezTo>
                    <a:pt x="210" y="8"/>
                    <a:pt x="206" y="15"/>
                    <a:pt x="201" y="27"/>
                  </a:cubicBezTo>
                  <a:cubicBezTo>
                    <a:pt x="193" y="43"/>
                    <a:pt x="191" y="52"/>
                    <a:pt x="191" y="59"/>
                  </a:cubicBezTo>
                  <a:cubicBezTo>
                    <a:pt x="191" y="63"/>
                    <a:pt x="192" y="66"/>
                    <a:pt x="192" y="70"/>
                  </a:cubicBezTo>
                  <a:cubicBezTo>
                    <a:pt x="193" y="74"/>
                    <a:pt x="194" y="78"/>
                    <a:pt x="194" y="83"/>
                  </a:cubicBezTo>
                  <a:cubicBezTo>
                    <a:pt x="194" y="84"/>
                    <a:pt x="194" y="85"/>
                    <a:pt x="193" y="86"/>
                  </a:cubicBezTo>
                  <a:cubicBezTo>
                    <a:pt x="193" y="98"/>
                    <a:pt x="193" y="103"/>
                    <a:pt x="192" y="107"/>
                  </a:cubicBezTo>
                  <a:cubicBezTo>
                    <a:pt x="192" y="109"/>
                    <a:pt x="191" y="110"/>
                    <a:pt x="190" y="113"/>
                  </a:cubicBezTo>
                  <a:cubicBezTo>
                    <a:pt x="189" y="115"/>
                    <a:pt x="188" y="117"/>
                    <a:pt x="187" y="121"/>
                  </a:cubicBezTo>
                  <a:cubicBezTo>
                    <a:pt x="180" y="135"/>
                    <a:pt x="178" y="141"/>
                    <a:pt x="172" y="158"/>
                  </a:cubicBezTo>
                  <a:cubicBezTo>
                    <a:pt x="168" y="167"/>
                    <a:pt x="167" y="174"/>
                    <a:pt x="165" y="182"/>
                  </a:cubicBezTo>
                  <a:cubicBezTo>
                    <a:pt x="164" y="190"/>
                    <a:pt x="164" y="198"/>
                    <a:pt x="162" y="211"/>
                  </a:cubicBezTo>
                  <a:cubicBezTo>
                    <a:pt x="160" y="237"/>
                    <a:pt x="151" y="264"/>
                    <a:pt x="149" y="291"/>
                  </a:cubicBezTo>
                  <a:cubicBezTo>
                    <a:pt x="149" y="303"/>
                    <a:pt x="145" y="309"/>
                    <a:pt x="141" y="312"/>
                  </a:cubicBezTo>
                  <a:cubicBezTo>
                    <a:pt x="139" y="314"/>
                    <a:pt x="138" y="315"/>
                    <a:pt x="136" y="315"/>
                  </a:cubicBezTo>
                  <a:cubicBezTo>
                    <a:pt x="136" y="315"/>
                    <a:pt x="135" y="315"/>
                    <a:pt x="135" y="315"/>
                  </a:cubicBezTo>
                  <a:cubicBezTo>
                    <a:pt x="134" y="315"/>
                    <a:pt x="134" y="315"/>
                    <a:pt x="134" y="315"/>
                  </a:cubicBezTo>
                  <a:cubicBezTo>
                    <a:pt x="134" y="315"/>
                    <a:pt x="134" y="315"/>
                    <a:pt x="134" y="315"/>
                  </a:cubicBezTo>
                  <a:cubicBezTo>
                    <a:pt x="134" y="316"/>
                    <a:pt x="134" y="316"/>
                    <a:pt x="134" y="316"/>
                  </a:cubicBezTo>
                  <a:cubicBezTo>
                    <a:pt x="134" y="315"/>
                    <a:pt x="134" y="315"/>
                    <a:pt x="134" y="315"/>
                  </a:cubicBezTo>
                  <a:cubicBezTo>
                    <a:pt x="134" y="315"/>
                    <a:pt x="134" y="315"/>
                    <a:pt x="134" y="315"/>
                  </a:cubicBezTo>
                  <a:cubicBezTo>
                    <a:pt x="134" y="316"/>
                    <a:pt x="134" y="316"/>
                    <a:pt x="134" y="316"/>
                  </a:cubicBezTo>
                  <a:cubicBezTo>
                    <a:pt x="134" y="315"/>
                    <a:pt x="134" y="315"/>
                    <a:pt x="134" y="315"/>
                  </a:cubicBezTo>
                  <a:cubicBezTo>
                    <a:pt x="134" y="317"/>
                    <a:pt x="134" y="317"/>
                    <a:pt x="134" y="317"/>
                  </a:cubicBezTo>
                  <a:cubicBezTo>
                    <a:pt x="136" y="317"/>
                    <a:pt x="136" y="317"/>
                    <a:pt x="136" y="317"/>
                  </a:cubicBezTo>
                  <a:cubicBezTo>
                    <a:pt x="134" y="293"/>
                    <a:pt x="134" y="293"/>
                    <a:pt x="134" y="293"/>
                  </a:cubicBezTo>
                  <a:cubicBezTo>
                    <a:pt x="134" y="293"/>
                    <a:pt x="134" y="293"/>
                    <a:pt x="134" y="293"/>
                  </a:cubicBezTo>
                  <a:cubicBezTo>
                    <a:pt x="125" y="278"/>
                    <a:pt x="113" y="269"/>
                    <a:pt x="100" y="264"/>
                  </a:cubicBezTo>
                  <a:cubicBezTo>
                    <a:pt x="87" y="258"/>
                    <a:pt x="74" y="257"/>
                    <a:pt x="63" y="257"/>
                  </a:cubicBezTo>
                  <a:cubicBezTo>
                    <a:pt x="45" y="257"/>
                    <a:pt x="32" y="261"/>
                    <a:pt x="32" y="261"/>
                  </a:cubicBezTo>
                  <a:cubicBezTo>
                    <a:pt x="30" y="261"/>
                    <a:pt x="30" y="261"/>
                    <a:pt x="30" y="261"/>
                  </a:cubicBezTo>
                  <a:cubicBezTo>
                    <a:pt x="30" y="263"/>
                    <a:pt x="30" y="263"/>
                    <a:pt x="30" y="263"/>
                  </a:cubicBezTo>
                  <a:cubicBezTo>
                    <a:pt x="30" y="263"/>
                    <a:pt x="30" y="264"/>
                    <a:pt x="30" y="265"/>
                  </a:cubicBezTo>
                  <a:cubicBezTo>
                    <a:pt x="30" y="271"/>
                    <a:pt x="29" y="280"/>
                    <a:pt x="27" y="288"/>
                  </a:cubicBezTo>
                  <a:cubicBezTo>
                    <a:pt x="27" y="291"/>
                    <a:pt x="26" y="295"/>
                    <a:pt x="25" y="297"/>
                  </a:cubicBezTo>
                  <a:cubicBezTo>
                    <a:pt x="25" y="300"/>
                    <a:pt x="24" y="301"/>
                    <a:pt x="24" y="301"/>
                  </a:cubicBezTo>
                  <a:cubicBezTo>
                    <a:pt x="26" y="302"/>
                    <a:pt x="26" y="302"/>
                    <a:pt x="26" y="302"/>
                  </a:cubicBezTo>
                  <a:cubicBezTo>
                    <a:pt x="27" y="300"/>
                    <a:pt x="27" y="300"/>
                    <a:pt x="27" y="300"/>
                  </a:cubicBezTo>
                  <a:cubicBezTo>
                    <a:pt x="27" y="300"/>
                    <a:pt x="27" y="300"/>
                    <a:pt x="27" y="300"/>
                  </a:cubicBezTo>
                  <a:cubicBezTo>
                    <a:pt x="24" y="297"/>
                    <a:pt x="13" y="286"/>
                    <a:pt x="8" y="277"/>
                  </a:cubicBezTo>
                  <a:cubicBezTo>
                    <a:pt x="5" y="273"/>
                    <a:pt x="4" y="267"/>
                    <a:pt x="4" y="259"/>
                  </a:cubicBezTo>
                  <a:cubicBezTo>
                    <a:pt x="4" y="251"/>
                    <a:pt x="6" y="241"/>
                    <a:pt x="7" y="229"/>
                  </a:cubicBezTo>
                  <a:cubicBezTo>
                    <a:pt x="11" y="209"/>
                    <a:pt x="14" y="181"/>
                    <a:pt x="17" y="153"/>
                  </a:cubicBezTo>
                  <a:cubicBezTo>
                    <a:pt x="19" y="139"/>
                    <a:pt x="25" y="117"/>
                    <a:pt x="31" y="96"/>
                  </a:cubicBezTo>
                  <a:cubicBezTo>
                    <a:pt x="37" y="75"/>
                    <a:pt x="44" y="55"/>
                    <a:pt x="48" y="43"/>
                  </a:cubicBezTo>
                  <a:cubicBezTo>
                    <a:pt x="51" y="32"/>
                    <a:pt x="53" y="17"/>
                    <a:pt x="55" y="3"/>
                  </a:cubicBezTo>
                  <a:cubicBezTo>
                    <a:pt x="55" y="2"/>
                    <a:pt x="55" y="1"/>
                    <a:pt x="53" y="0"/>
                  </a:cubicBezTo>
                  <a:cubicBezTo>
                    <a:pt x="52" y="0"/>
                    <a:pt x="51" y="1"/>
                    <a:pt x="51" y="2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6446" name="Freeform 345">
              <a:extLst>
                <a:ext uri="{FF2B5EF4-FFF2-40B4-BE49-F238E27FC236}">
                  <a16:creationId xmlns:a16="http://schemas.microsoft.com/office/drawing/2014/main" id="{8E5402C9-4DB7-4358-9464-BE7DB9C9F24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6" y="1536"/>
              <a:ext cx="259" cy="383"/>
            </a:xfrm>
            <a:custGeom>
              <a:avLst/>
              <a:gdLst>
                <a:gd name="T0" fmla="*/ 20 w 216"/>
                <a:gd name="T1" fmla="*/ 50 h 319"/>
                <a:gd name="T2" fmla="*/ 35 w 216"/>
                <a:gd name="T3" fmla="*/ 120 h 319"/>
                <a:gd name="T4" fmla="*/ 34 w 216"/>
                <a:gd name="T5" fmla="*/ 149 h 319"/>
                <a:gd name="T6" fmla="*/ 37 w 216"/>
                <a:gd name="T7" fmla="*/ 197 h 319"/>
                <a:gd name="T8" fmla="*/ 71 w 216"/>
                <a:gd name="T9" fmla="*/ 277 h 319"/>
                <a:gd name="T10" fmla="*/ 86 w 216"/>
                <a:gd name="T11" fmla="*/ 367 h 319"/>
                <a:gd name="T12" fmla="*/ 124 w 216"/>
                <a:gd name="T13" fmla="*/ 545 h 319"/>
                <a:gd name="T14" fmla="*/ 144 w 216"/>
                <a:gd name="T15" fmla="*/ 552 h 319"/>
                <a:gd name="T16" fmla="*/ 145 w 216"/>
                <a:gd name="T17" fmla="*/ 509 h 319"/>
                <a:gd name="T18" fmla="*/ 201 w 216"/>
                <a:gd name="T19" fmla="*/ 462 h 319"/>
                <a:gd name="T20" fmla="*/ 302 w 216"/>
                <a:gd name="T21" fmla="*/ 455 h 319"/>
                <a:gd name="T22" fmla="*/ 315 w 216"/>
                <a:gd name="T23" fmla="*/ 457 h 319"/>
                <a:gd name="T24" fmla="*/ 318 w 216"/>
                <a:gd name="T25" fmla="*/ 454 h 319"/>
                <a:gd name="T26" fmla="*/ 313 w 216"/>
                <a:gd name="T27" fmla="*/ 459 h 319"/>
                <a:gd name="T28" fmla="*/ 324 w 216"/>
                <a:gd name="T29" fmla="*/ 523 h 319"/>
                <a:gd name="T30" fmla="*/ 330 w 216"/>
                <a:gd name="T31" fmla="*/ 525 h 319"/>
                <a:gd name="T32" fmla="*/ 366 w 216"/>
                <a:gd name="T33" fmla="*/ 483 h 319"/>
                <a:gd name="T34" fmla="*/ 367 w 216"/>
                <a:gd name="T35" fmla="*/ 396 h 319"/>
                <a:gd name="T36" fmla="*/ 326 w 216"/>
                <a:gd name="T37" fmla="*/ 164 h 319"/>
                <a:gd name="T38" fmla="*/ 284 w 216"/>
                <a:gd name="T39" fmla="*/ 2 h 319"/>
                <a:gd name="T40" fmla="*/ 277 w 216"/>
                <a:gd name="T41" fmla="*/ 6 h 319"/>
                <a:gd name="T42" fmla="*/ 319 w 216"/>
                <a:gd name="T43" fmla="*/ 166 h 319"/>
                <a:gd name="T44" fmla="*/ 361 w 216"/>
                <a:gd name="T45" fmla="*/ 396 h 319"/>
                <a:gd name="T46" fmla="*/ 359 w 216"/>
                <a:gd name="T47" fmla="*/ 480 h 319"/>
                <a:gd name="T48" fmla="*/ 330 w 216"/>
                <a:gd name="T49" fmla="*/ 516 h 319"/>
                <a:gd name="T50" fmla="*/ 326 w 216"/>
                <a:gd name="T51" fmla="*/ 519 h 319"/>
                <a:gd name="T52" fmla="*/ 331 w 216"/>
                <a:gd name="T53" fmla="*/ 520 h 319"/>
                <a:gd name="T54" fmla="*/ 324 w 216"/>
                <a:gd name="T55" fmla="*/ 489 h 319"/>
                <a:gd name="T56" fmla="*/ 320 w 216"/>
                <a:gd name="T57" fmla="*/ 455 h 319"/>
                <a:gd name="T58" fmla="*/ 318 w 216"/>
                <a:gd name="T59" fmla="*/ 451 h 319"/>
                <a:gd name="T60" fmla="*/ 200 w 216"/>
                <a:gd name="T61" fmla="*/ 457 h 319"/>
                <a:gd name="T62" fmla="*/ 141 w 216"/>
                <a:gd name="T63" fmla="*/ 508 h 319"/>
                <a:gd name="T64" fmla="*/ 141 w 216"/>
                <a:gd name="T65" fmla="*/ 549 h 319"/>
                <a:gd name="T66" fmla="*/ 141 w 216"/>
                <a:gd name="T67" fmla="*/ 546 h 319"/>
                <a:gd name="T68" fmla="*/ 141 w 216"/>
                <a:gd name="T69" fmla="*/ 545 h 319"/>
                <a:gd name="T70" fmla="*/ 141 w 216"/>
                <a:gd name="T71" fmla="*/ 545 h 319"/>
                <a:gd name="T72" fmla="*/ 115 w 216"/>
                <a:gd name="T73" fmla="*/ 503 h 319"/>
                <a:gd name="T74" fmla="*/ 88 w 216"/>
                <a:gd name="T75" fmla="*/ 316 h 319"/>
                <a:gd name="T76" fmla="*/ 52 w 216"/>
                <a:gd name="T77" fmla="*/ 209 h 319"/>
                <a:gd name="T78" fmla="*/ 41 w 216"/>
                <a:gd name="T79" fmla="*/ 180 h 319"/>
                <a:gd name="T80" fmla="*/ 41 w 216"/>
                <a:gd name="T81" fmla="*/ 144 h 319"/>
                <a:gd name="T82" fmla="*/ 43 w 216"/>
                <a:gd name="T83" fmla="*/ 102 h 319"/>
                <a:gd name="T84" fmla="*/ 7 w 216"/>
                <a:gd name="T85" fmla="*/ 2 h 319"/>
                <a:gd name="T86" fmla="*/ 0 w 216"/>
                <a:gd name="T87" fmla="*/ 6 h 319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216" h="319">
                  <a:moveTo>
                    <a:pt x="0" y="3"/>
                  </a:moveTo>
                  <a:cubicBezTo>
                    <a:pt x="3" y="9"/>
                    <a:pt x="6" y="17"/>
                    <a:pt x="12" y="29"/>
                  </a:cubicBezTo>
                  <a:cubicBezTo>
                    <a:pt x="19" y="45"/>
                    <a:pt x="21" y="53"/>
                    <a:pt x="21" y="59"/>
                  </a:cubicBezTo>
                  <a:cubicBezTo>
                    <a:pt x="21" y="62"/>
                    <a:pt x="20" y="66"/>
                    <a:pt x="20" y="69"/>
                  </a:cubicBezTo>
                  <a:cubicBezTo>
                    <a:pt x="19" y="73"/>
                    <a:pt x="19" y="77"/>
                    <a:pt x="19" y="83"/>
                  </a:cubicBezTo>
                  <a:cubicBezTo>
                    <a:pt x="19" y="84"/>
                    <a:pt x="19" y="85"/>
                    <a:pt x="19" y="86"/>
                  </a:cubicBezTo>
                  <a:cubicBezTo>
                    <a:pt x="19" y="98"/>
                    <a:pt x="19" y="104"/>
                    <a:pt x="20" y="108"/>
                  </a:cubicBezTo>
                  <a:cubicBezTo>
                    <a:pt x="21" y="110"/>
                    <a:pt x="21" y="112"/>
                    <a:pt x="22" y="114"/>
                  </a:cubicBezTo>
                  <a:cubicBezTo>
                    <a:pt x="23" y="116"/>
                    <a:pt x="24" y="119"/>
                    <a:pt x="26" y="122"/>
                  </a:cubicBezTo>
                  <a:cubicBezTo>
                    <a:pt x="32" y="136"/>
                    <a:pt x="34" y="142"/>
                    <a:pt x="41" y="160"/>
                  </a:cubicBezTo>
                  <a:cubicBezTo>
                    <a:pt x="44" y="168"/>
                    <a:pt x="46" y="175"/>
                    <a:pt x="47" y="182"/>
                  </a:cubicBezTo>
                  <a:cubicBezTo>
                    <a:pt x="48" y="190"/>
                    <a:pt x="49" y="199"/>
                    <a:pt x="50" y="212"/>
                  </a:cubicBezTo>
                  <a:cubicBezTo>
                    <a:pt x="52" y="238"/>
                    <a:pt x="62" y="265"/>
                    <a:pt x="63" y="291"/>
                  </a:cubicBezTo>
                  <a:cubicBezTo>
                    <a:pt x="63" y="304"/>
                    <a:pt x="68" y="312"/>
                    <a:pt x="72" y="315"/>
                  </a:cubicBezTo>
                  <a:cubicBezTo>
                    <a:pt x="77" y="319"/>
                    <a:pt x="81" y="319"/>
                    <a:pt x="82" y="319"/>
                  </a:cubicBezTo>
                  <a:cubicBezTo>
                    <a:pt x="83" y="319"/>
                    <a:pt x="83" y="319"/>
                    <a:pt x="83" y="319"/>
                  </a:cubicBezTo>
                  <a:cubicBezTo>
                    <a:pt x="86" y="294"/>
                    <a:pt x="86" y="294"/>
                    <a:pt x="86" y="294"/>
                  </a:cubicBezTo>
                  <a:cubicBezTo>
                    <a:pt x="84" y="294"/>
                    <a:pt x="84" y="294"/>
                    <a:pt x="84" y="294"/>
                  </a:cubicBezTo>
                  <a:cubicBezTo>
                    <a:pt x="86" y="295"/>
                    <a:pt x="86" y="295"/>
                    <a:pt x="86" y="295"/>
                  </a:cubicBezTo>
                  <a:cubicBezTo>
                    <a:pt x="94" y="281"/>
                    <a:pt x="105" y="272"/>
                    <a:pt x="117" y="267"/>
                  </a:cubicBezTo>
                  <a:cubicBezTo>
                    <a:pt x="130" y="262"/>
                    <a:pt x="142" y="261"/>
                    <a:pt x="153" y="261"/>
                  </a:cubicBezTo>
                  <a:cubicBezTo>
                    <a:pt x="162" y="261"/>
                    <a:pt x="169" y="262"/>
                    <a:pt x="175" y="263"/>
                  </a:cubicBezTo>
                  <a:cubicBezTo>
                    <a:pt x="178" y="263"/>
                    <a:pt x="180" y="263"/>
                    <a:pt x="181" y="264"/>
                  </a:cubicBezTo>
                  <a:cubicBezTo>
                    <a:pt x="182" y="264"/>
                    <a:pt x="182" y="264"/>
                    <a:pt x="183" y="264"/>
                  </a:cubicBezTo>
                  <a:cubicBezTo>
                    <a:pt x="183" y="264"/>
                    <a:pt x="183" y="264"/>
                    <a:pt x="183" y="264"/>
                  </a:cubicBezTo>
                  <a:cubicBezTo>
                    <a:pt x="184" y="262"/>
                    <a:pt x="184" y="262"/>
                    <a:pt x="184" y="262"/>
                  </a:cubicBezTo>
                  <a:cubicBezTo>
                    <a:pt x="182" y="262"/>
                    <a:pt x="182" y="262"/>
                    <a:pt x="182" y="262"/>
                  </a:cubicBezTo>
                  <a:cubicBezTo>
                    <a:pt x="182" y="263"/>
                    <a:pt x="182" y="264"/>
                    <a:pt x="182" y="265"/>
                  </a:cubicBezTo>
                  <a:cubicBezTo>
                    <a:pt x="182" y="272"/>
                    <a:pt x="183" y="281"/>
                    <a:pt x="185" y="288"/>
                  </a:cubicBezTo>
                  <a:cubicBezTo>
                    <a:pt x="186" y="296"/>
                    <a:pt x="188" y="302"/>
                    <a:pt x="188" y="302"/>
                  </a:cubicBezTo>
                  <a:cubicBezTo>
                    <a:pt x="189" y="306"/>
                    <a:pt x="189" y="306"/>
                    <a:pt x="189" y="306"/>
                  </a:cubicBezTo>
                  <a:cubicBezTo>
                    <a:pt x="191" y="303"/>
                    <a:pt x="191" y="303"/>
                    <a:pt x="191" y="303"/>
                  </a:cubicBezTo>
                  <a:cubicBezTo>
                    <a:pt x="191" y="303"/>
                    <a:pt x="195" y="300"/>
                    <a:pt x="199" y="295"/>
                  </a:cubicBezTo>
                  <a:cubicBezTo>
                    <a:pt x="204" y="291"/>
                    <a:pt x="209" y="285"/>
                    <a:pt x="212" y="279"/>
                  </a:cubicBezTo>
                  <a:cubicBezTo>
                    <a:pt x="215" y="274"/>
                    <a:pt x="216" y="267"/>
                    <a:pt x="216" y="259"/>
                  </a:cubicBezTo>
                  <a:cubicBezTo>
                    <a:pt x="216" y="250"/>
                    <a:pt x="214" y="240"/>
                    <a:pt x="213" y="229"/>
                  </a:cubicBezTo>
                  <a:cubicBezTo>
                    <a:pt x="210" y="208"/>
                    <a:pt x="206" y="180"/>
                    <a:pt x="203" y="152"/>
                  </a:cubicBezTo>
                  <a:cubicBezTo>
                    <a:pt x="201" y="138"/>
                    <a:pt x="195" y="116"/>
                    <a:pt x="189" y="95"/>
                  </a:cubicBezTo>
                  <a:cubicBezTo>
                    <a:pt x="183" y="74"/>
                    <a:pt x="176" y="53"/>
                    <a:pt x="172" y="42"/>
                  </a:cubicBezTo>
                  <a:cubicBezTo>
                    <a:pt x="169" y="31"/>
                    <a:pt x="167" y="17"/>
                    <a:pt x="165" y="2"/>
                  </a:cubicBezTo>
                  <a:cubicBezTo>
                    <a:pt x="165" y="1"/>
                    <a:pt x="164" y="0"/>
                    <a:pt x="163" y="1"/>
                  </a:cubicBezTo>
                  <a:cubicBezTo>
                    <a:pt x="162" y="1"/>
                    <a:pt x="161" y="2"/>
                    <a:pt x="161" y="3"/>
                  </a:cubicBezTo>
                  <a:cubicBezTo>
                    <a:pt x="163" y="17"/>
                    <a:pt x="165" y="32"/>
                    <a:pt x="169" y="43"/>
                  </a:cubicBezTo>
                  <a:cubicBezTo>
                    <a:pt x="172" y="55"/>
                    <a:pt x="179" y="75"/>
                    <a:pt x="185" y="96"/>
                  </a:cubicBezTo>
                  <a:cubicBezTo>
                    <a:pt x="192" y="117"/>
                    <a:pt x="197" y="139"/>
                    <a:pt x="199" y="153"/>
                  </a:cubicBezTo>
                  <a:cubicBezTo>
                    <a:pt x="202" y="181"/>
                    <a:pt x="206" y="209"/>
                    <a:pt x="209" y="229"/>
                  </a:cubicBezTo>
                  <a:cubicBezTo>
                    <a:pt x="211" y="241"/>
                    <a:pt x="212" y="251"/>
                    <a:pt x="212" y="259"/>
                  </a:cubicBezTo>
                  <a:cubicBezTo>
                    <a:pt x="212" y="267"/>
                    <a:pt x="211" y="273"/>
                    <a:pt x="208" y="277"/>
                  </a:cubicBezTo>
                  <a:cubicBezTo>
                    <a:pt x="206" y="282"/>
                    <a:pt x="201" y="288"/>
                    <a:pt x="196" y="293"/>
                  </a:cubicBezTo>
                  <a:cubicBezTo>
                    <a:pt x="194" y="295"/>
                    <a:pt x="192" y="297"/>
                    <a:pt x="191" y="298"/>
                  </a:cubicBezTo>
                  <a:cubicBezTo>
                    <a:pt x="190" y="299"/>
                    <a:pt x="190" y="299"/>
                    <a:pt x="189" y="300"/>
                  </a:cubicBezTo>
                  <a:cubicBezTo>
                    <a:pt x="189" y="300"/>
                    <a:pt x="189" y="300"/>
                    <a:pt x="189" y="300"/>
                  </a:cubicBezTo>
                  <a:cubicBezTo>
                    <a:pt x="190" y="302"/>
                    <a:pt x="190" y="302"/>
                    <a:pt x="190" y="302"/>
                  </a:cubicBezTo>
                  <a:cubicBezTo>
                    <a:pt x="192" y="301"/>
                    <a:pt x="192" y="301"/>
                    <a:pt x="192" y="301"/>
                  </a:cubicBezTo>
                  <a:cubicBezTo>
                    <a:pt x="192" y="301"/>
                    <a:pt x="192" y="300"/>
                    <a:pt x="191" y="297"/>
                  </a:cubicBezTo>
                  <a:cubicBezTo>
                    <a:pt x="190" y="294"/>
                    <a:pt x="189" y="288"/>
                    <a:pt x="188" y="282"/>
                  </a:cubicBezTo>
                  <a:cubicBezTo>
                    <a:pt x="187" y="276"/>
                    <a:pt x="186" y="270"/>
                    <a:pt x="186" y="265"/>
                  </a:cubicBezTo>
                  <a:cubicBezTo>
                    <a:pt x="186" y="264"/>
                    <a:pt x="186" y="263"/>
                    <a:pt x="186" y="263"/>
                  </a:cubicBezTo>
                  <a:cubicBezTo>
                    <a:pt x="186" y="261"/>
                    <a:pt x="186" y="261"/>
                    <a:pt x="186" y="261"/>
                  </a:cubicBezTo>
                  <a:cubicBezTo>
                    <a:pt x="184" y="261"/>
                    <a:pt x="184" y="261"/>
                    <a:pt x="184" y="261"/>
                  </a:cubicBezTo>
                  <a:cubicBezTo>
                    <a:pt x="184" y="261"/>
                    <a:pt x="171" y="257"/>
                    <a:pt x="153" y="257"/>
                  </a:cubicBezTo>
                  <a:cubicBezTo>
                    <a:pt x="142" y="257"/>
                    <a:pt x="129" y="258"/>
                    <a:pt x="116" y="264"/>
                  </a:cubicBezTo>
                  <a:cubicBezTo>
                    <a:pt x="103" y="269"/>
                    <a:pt x="91" y="278"/>
                    <a:pt x="82" y="293"/>
                  </a:cubicBezTo>
                  <a:cubicBezTo>
                    <a:pt x="82" y="293"/>
                    <a:pt x="82" y="293"/>
                    <a:pt x="82" y="293"/>
                  </a:cubicBezTo>
                  <a:cubicBezTo>
                    <a:pt x="80" y="317"/>
                    <a:pt x="80" y="317"/>
                    <a:pt x="80" y="317"/>
                  </a:cubicBezTo>
                  <a:cubicBezTo>
                    <a:pt x="82" y="317"/>
                    <a:pt x="82" y="317"/>
                    <a:pt x="82" y="317"/>
                  </a:cubicBezTo>
                  <a:cubicBezTo>
                    <a:pt x="82" y="315"/>
                    <a:pt x="82" y="315"/>
                    <a:pt x="82" y="315"/>
                  </a:cubicBezTo>
                  <a:cubicBezTo>
                    <a:pt x="82" y="316"/>
                    <a:pt x="82" y="316"/>
                    <a:pt x="82" y="316"/>
                  </a:cubicBezTo>
                  <a:cubicBezTo>
                    <a:pt x="82" y="315"/>
                    <a:pt x="82" y="315"/>
                    <a:pt x="82" y="315"/>
                  </a:cubicBezTo>
                  <a:cubicBezTo>
                    <a:pt x="82" y="315"/>
                    <a:pt x="82" y="315"/>
                    <a:pt x="82" y="315"/>
                  </a:cubicBezTo>
                  <a:cubicBezTo>
                    <a:pt x="82" y="316"/>
                    <a:pt x="82" y="316"/>
                    <a:pt x="82" y="316"/>
                  </a:cubicBezTo>
                  <a:cubicBezTo>
                    <a:pt x="82" y="315"/>
                    <a:pt x="82" y="315"/>
                    <a:pt x="82" y="315"/>
                  </a:cubicBezTo>
                  <a:cubicBezTo>
                    <a:pt x="82" y="315"/>
                    <a:pt x="78" y="315"/>
                    <a:pt x="75" y="312"/>
                  </a:cubicBezTo>
                  <a:cubicBezTo>
                    <a:pt x="71" y="309"/>
                    <a:pt x="67" y="303"/>
                    <a:pt x="67" y="291"/>
                  </a:cubicBezTo>
                  <a:cubicBezTo>
                    <a:pt x="65" y="264"/>
                    <a:pt x="56" y="237"/>
                    <a:pt x="54" y="211"/>
                  </a:cubicBezTo>
                  <a:cubicBezTo>
                    <a:pt x="53" y="198"/>
                    <a:pt x="52" y="190"/>
                    <a:pt x="51" y="182"/>
                  </a:cubicBezTo>
                  <a:cubicBezTo>
                    <a:pt x="50" y="174"/>
                    <a:pt x="48" y="167"/>
                    <a:pt x="45" y="158"/>
                  </a:cubicBezTo>
                  <a:cubicBezTo>
                    <a:pt x="38" y="141"/>
                    <a:pt x="36" y="135"/>
                    <a:pt x="30" y="121"/>
                  </a:cubicBezTo>
                  <a:cubicBezTo>
                    <a:pt x="28" y="117"/>
                    <a:pt x="27" y="115"/>
                    <a:pt x="26" y="113"/>
                  </a:cubicBezTo>
                  <a:cubicBezTo>
                    <a:pt x="25" y="109"/>
                    <a:pt x="24" y="108"/>
                    <a:pt x="23" y="104"/>
                  </a:cubicBezTo>
                  <a:cubicBezTo>
                    <a:pt x="23" y="100"/>
                    <a:pt x="23" y="95"/>
                    <a:pt x="23" y="86"/>
                  </a:cubicBezTo>
                  <a:cubicBezTo>
                    <a:pt x="23" y="85"/>
                    <a:pt x="23" y="84"/>
                    <a:pt x="23" y="83"/>
                  </a:cubicBezTo>
                  <a:cubicBezTo>
                    <a:pt x="23" y="78"/>
                    <a:pt x="23" y="74"/>
                    <a:pt x="24" y="70"/>
                  </a:cubicBezTo>
                  <a:cubicBezTo>
                    <a:pt x="24" y="66"/>
                    <a:pt x="25" y="63"/>
                    <a:pt x="25" y="59"/>
                  </a:cubicBezTo>
                  <a:cubicBezTo>
                    <a:pt x="25" y="52"/>
                    <a:pt x="23" y="43"/>
                    <a:pt x="15" y="27"/>
                  </a:cubicBezTo>
                  <a:cubicBezTo>
                    <a:pt x="10" y="15"/>
                    <a:pt x="6" y="8"/>
                    <a:pt x="4" y="2"/>
                  </a:cubicBezTo>
                  <a:cubicBezTo>
                    <a:pt x="4" y="1"/>
                    <a:pt x="3" y="0"/>
                    <a:pt x="1" y="1"/>
                  </a:cubicBezTo>
                  <a:cubicBezTo>
                    <a:pt x="0" y="1"/>
                    <a:pt x="0" y="2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6447" name="Freeform 346">
              <a:extLst>
                <a:ext uri="{FF2B5EF4-FFF2-40B4-BE49-F238E27FC236}">
                  <a16:creationId xmlns:a16="http://schemas.microsoft.com/office/drawing/2014/main" id="{44D07BDC-1182-4052-A351-C97CA6602FE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5" y="1848"/>
              <a:ext cx="35" cy="33"/>
            </a:xfrm>
            <a:custGeom>
              <a:avLst/>
              <a:gdLst>
                <a:gd name="T0" fmla="*/ 48 w 29"/>
                <a:gd name="T1" fmla="*/ 1 h 28"/>
                <a:gd name="T2" fmla="*/ 25 w 29"/>
                <a:gd name="T3" fmla="*/ 8 h 28"/>
                <a:gd name="T4" fmla="*/ 8 w 29"/>
                <a:gd name="T5" fmla="*/ 17 h 28"/>
                <a:gd name="T6" fmla="*/ 0 w 29"/>
                <a:gd name="T7" fmla="*/ 31 h 28"/>
                <a:gd name="T8" fmla="*/ 6 w 29"/>
                <a:gd name="T9" fmla="*/ 45 h 28"/>
                <a:gd name="T10" fmla="*/ 10 w 29"/>
                <a:gd name="T11" fmla="*/ 45 h 28"/>
                <a:gd name="T12" fmla="*/ 12 w 29"/>
                <a:gd name="T13" fmla="*/ 40 h 28"/>
                <a:gd name="T14" fmla="*/ 7 w 29"/>
                <a:gd name="T15" fmla="*/ 31 h 28"/>
                <a:gd name="T16" fmla="*/ 14 w 29"/>
                <a:gd name="T17" fmla="*/ 21 h 28"/>
                <a:gd name="T18" fmla="*/ 35 w 29"/>
                <a:gd name="T19" fmla="*/ 11 h 28"/>
                <a:gd name="T20" fmla="*/ 43 w 29"/>
                <a:gd name="T21" fmla="*/ 8 h 28"/>
                <a:gd name="T22" fmla="*/ 48 w 29"/>
                <a:gd name="T23" fmla="*/ 8 h 28"/>
                <a:gd name="T24" fmla="*/ 49 w 29"/>
                <a:gd name="T25" fmla="*/ 7 h 28"/>
                <a:gd name="T26" fmla="*/ 51 w 29"/>
                <a:gd name="T27" fmla="*/ 2 h 28"/>
                <a:gd name="T28" fmla="*/ 48 w 29"/>
                <a:gd name="T29" fmla="*/ 1 h 2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9" h="28">
                  <a:moveTo>
                    <a:pt x="27" y="1"/>
                  </a:moveTo>
                  <a:cubicBezTo>
                    <a:pt x="27" y="1"/>
                    <a:pt x="20" y="2"/>
                    <a:pt x="14" y="5"/>
                  </a:cubicBezTo>
                  <a:cubicBezTo>
                    <a:pt x="11" y="6"/>
                    <a:pt x="8" y="8"/>
                    <a:pt x="5" y="10"/>
                  </a:cubicBezTo>
                  <a:cubicBezTo>
                    <a:pt x="2" y="13"/>
                    <a:pt x="0" y="16"/>
                    <a:pt x="0" y="19"/>
                  </a:cubicBezTo>
                  <a:cubicBezTo>
                    <a:pt x="0" y="22"/>
                    <a:pt x="1" y="24"/>
                    <a:pt x="3" y="27"/>
                  </a:cubicBezTo>
                  <a:cubicBezTo>
                    <a:pt x="4" y="28"/>
                    <a:pt x="5" y="28"/>
                    <a:pt x="6" y="27"/>
                  </a:cubicBezTo>
                  <a:cubicBezTo>
                    <a:pt x="7" y="27"/>
                    <a:pt x="7" y="25"/>
                    <a:pt x="7" y="25"/>
                  </a:cubicBezTo>
                  <a:cubicBezTo>
                    <a:pt x="5" y="22"/>
                    <a:pt x="4" y="21"/>
                    <a:pt x="4" y="19"/>
                  </a:cubicBezTo>
                  <a:cubicBezTo>
                    <a:pt x="4" y="17"/>
                    <a:pt x="6" y="15"/>
                    <a:pt x="8" y="13"/>
                  </a:cubicBezTo>
                  <a:cubicBezTo>
                    <a:pt x="11" y="10"/>
                    <a:pt x="16" y="8"/>
                    <a:pt x="20" y="7"/>
                  </a:cubicBezTo>
                  <a:cubicBezTo>
                    <a:pt x="22" y="6"/>
                    <a:pt x="24" y="5"/>
                    <a:pt x="25" y="5"/>
                  </a:cubicBezTo>
                  <a:cubicBezTo>
                    <a:pt x="26" y="5"/>
                    <a:pt x="27" y="5"/>
                    <a:pt x="27" y="5"/>
                  </a:cubicBezTo>
                  <a:cubicBezTo>
                    <a:pt x="27" y="4"/>
                    <a:pt x="28" y="4"/>
                    <a:pt x="28" y="4"/>
                  </a:cubicBezTo>
                  <a:cubicBezTo>
                    <a:pt x="29" y="4"/>
                    <a:pt x="29" y="3"/>
                    <a:pt x="29" y="2"/>
                  </a:cubicBezTo>
                  <a:cubicBezTo>
                    <a:pt x="29" y="1"/>
                    <a:pt x="28" y="0"/>
                    <a:pt x="27" y="1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6448" name="Freeform 347">
              <a:extLst>
                <a:ext uri="{FF2B5EF4-FFF2-40B4-BE49-F238E27FC236}">
                  <a16:creationId xmlns:a16="http://schemas.microsoft.com/office/drawing/2014/main" id="{D0856D6D-951D-4EFF-86D2-FCD94A0F3B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5" y="1883"/>
              <a:ext cx="17" cy="36"/>
            </a:xfrm>
            <a:custGeom>
              <a:avLst/>
              <a:gdLst>
                <a:gd name="T0" fmla="*/ 0 w 14"/>
                <a:gd name="T1" fmla="*/ 7 h 30"/>
                <a:gd name="T2" fmla="*/ 1 w 14"/>
                <a:gd name="T3" fmla="*/ 7 h 30"/>
                <a:gd name="T4" fmla="*/ 11 w 14"/>
                <a:gd name="T5" fmla="*/ 20 h 30"/>
                <a:gd name="T6" fmla="*/ 18 w 14"/>
                <a:gd name="T7" fmla="*/ 37 h 30"/>
                <a:gd name="T8" fmla="*/ 15 w 14"/>
                <a:gd name="T9" fmla="*/ 44 h 30"/>
                <a:gd name="T10" fmla="*/ 15 w 14"/>
                <a:gd name="T11" fmla="*/ 50 h 30"/>
                <a:gd name="T12" fmla="*/ 18 w 14"/>
                <a:gd name="T13" fmla="*/ 50 h 30"/>
                <a:gd name="T14" fmla="*/ 25 w 14"/>
                <a:gd name="T15" fmla="*/ 37 h 30"/>
                <a:gd name="T16" fmla="*/ 16 w 14"/>
                <a:gd name="T17" fmla="*/ 14 h 30"/>
                <a:gd name="T18" fmla="*/ 6 w 14"/>
                <a:gd name="T19" fmla="*/ 1 h 30"/>
                <a:gd name="T20" fmla="*/ 0 w 14"/>
                <a:gd name="T21" fmla="*/ 1 h 30"/>
                <a:gd name="T22" fmla="*/ 0 w 14"/>
                <a:gd name="T23" fmla="*/ 7 h 3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4" h="30">
                  <a:moveTo>
                    <a:pt x="0" y="4"/>
                  </a:moveTo>
                  <a:cubicBezTo>
                    <a:pt x="1" y="4"/>
                    <a:pt x="1" y="4"/>
                    <a:pt x="1" y="4"/>
                  </a:cubicBezTo>
                  <a:cubicBezTo>
                    <a:pt x="2" y="5"/>
                    <a:pt x="4" y="8"/>
                    <a:pt x="6" y="12"/>
                  </a:cubicBezTo>
                  <a:cubicBezTo>
                    <a:pt x="8" y="15"/>
                    <a:pt x="10" y="19"/>
                    <a:pt x="10" y="22"/>
                  </a:cubicBezTo>
                  <a:cubicBezTo>
                    <a:pt x="10" y="24"/>
                    <a:pt x="10" y="25"/>
                    <a:pt x="8" y="26"/>
                  </a:cubicBezTo>
                  <a:cubicBezTo>
                    <a:pt x="7" y="27"/>
                    <a:pt x="7" y="28"/>
                    <a:pt x="8" y="29"/>
                  </a:cubicBezTo>
                  <a:cubicBezTo>
                    <a:pt x="8" y="30"/>
                    <a:pt x="10" y="30"/>
                    <a:pt x="10" y="29"/>
                  </a:cubicBezTo>
                  <a:cubicBezTo>
                    <a:pt x="13" y="27"/>
                    <a:pt x="14" y="25"/>
                    <a:pt x="14" y="22"/>
                  </a:cubicBezTo>
                  <a:cubicBezTo>
                    <a:pt x="14" y="17"/>
                    <a:pt x="11" y="12"/>
                    <a:pt x="9" y="8"/>
                  </a:cubicBezTo>
                  <a:cubicBezTo>
                    <a:pt x="6" y="4"/>
                    <a:pt x="3" y="1"/>
                    <a:pt x="3" y="1"/>
                  </a:cubicBezTo>
                  <a:cubicBezTo>
                    <a:pt x="2" y="0"/>
                    <a:pt x="1" y="0"/>
                    <a:pt x="0" y="1"/>
                  </a:cubicBezTo>
                  <a:cubicBezTo>
                    <a:pt x="0" y="2"/>
                    <a:pt x="0" y="3"/>
                    <a:pt x="0" y="4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6449" name="Freeform 348">
              <a:extLst>
                <a:ext uri="{FF2B5EF4-FFF2-40B4-BE49-F238E27FC236}">
                  <a16:creationId xmlns:a16="http://schemas.microsoft.com/office/drawing/2014/main" id="{61ADD04C-7C36-48F5-8847-A4A3F21A2EA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2" y="1886"/>
              <a:ext cx="18" cy="29"/>
            </a:xfrm>
            <a:custGeom>
              <a:avLst/>
              <a:gdLst>
                <a:gd name="T0" fmla="*/ 19 w 15"/>
                <a:gd name="T1" fmla="*/ 0 h 24"/>
                <a:gd name="T2" fmla="*/ 10 w 15"/>
                <a:gd name="T3" fmla="*/ 12 h 24"/>
                <a:gd name="T4" fmla="*/ 2 w 15"/>
                <a:gd name="T5" fmla="*/ 23 h 24"/>
                <a:gd name="T6" fmla="*/ 0 w 15"/>
                <a:gd name="T7" fmla="*/ 34 h 24"/>
                <a:gd name="T8" fmla="*/ 1 w 15"/>
                <a:gd name="T9" fmla="*/ 41 h 24"/>
                <a:gd name="T10" fmla="*/ 6 w 15"/>
                <a:gd name="T11" fmla="*/ 41 h 24"/>
                <a:gd name="T12" fmla="*/ 7 w 15"/>
                <a:gd name="T13" fmla="*/ 35 h 24"/>
                <a:gd name="T14" fmla="*/ 7 w 15"/>
                <a:gd name="T15" fmla="*/ 34 h 24"/>
                <a:gd name="T16" fmla="*/ 8 w 15"/>
                <a:gd name="T17" fmla="*/ 27 h 24"/>
                <a:gd name="T18" fmla="*/ 19 w 15"/>
                <a:gd name="T19" fmla="*/ 12 h 24"/>
                <a:gd name="T20" fmla="*/ 23 w 15"/>
                <a:gd name="T21" fmla="*/ 7 h 24"/>
                <a:gd name="T22" fmla="*/ 24 w 15"/>
                <a:gd name="T23" fmla="*/ 6 h 24"/>
                <a:gd name="T24" fmla="*/ 24 w 15"/>
                <a:gd name="T25" fmla="*/ 6 h 24"/>
                <a:gd name="T26" fmla="*/ 24 w 15"/>
                <a:gd name="T27" fmla="*/ 0 h 24"/>
                <a:gd name="T28" fmla="*/ 19 w 15"/>
                <a:gd name="T29" fmla="*/ 0 h 2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5" h="24">
                  <a:moveTo>
                    <a:pt x="11" y="0"/>
                  </a:moveTo>
                  <a:cubicBezTo>
                    <a:pt x="11" y="0"/>
                    <a:pt x="9" y="3"/>
                    <a:pt x="6" y="7"/>
                  </a:cubicBezTo>
                  <a:cubicBezTo>
                    <a:pt x="4" y="9"/>
                    <a:pt x="3" y="11"/>
                    <a:pt x="2" y="13"/>
                  </a:cubicBezTo>
                  <a:cubicBezTo>
                    <a:pt x="0" y="15"/>
                    <a:pt x="0" y="17"/>
                    <a:pt x="0" y="19"/>
                  </a:cubicBezTo>
                  <a:cubicBezTo>
                    <a:pt x="0" y="20"/>
                    <a:pt x="0" y="22"/>
                    <a:pt x="1" y="23"/>
                  </a:cubicBezTo>
                  <a:cubicBezTo>
                    <a:pt x="1" y="24"/>
                    <a:pt x="2" y="24"/>
                    <a:pt x="3" y="23"/>
                  </a:cubicBezTo>
                  <a:cubicBezTo>
                    <a:pt x="4" y="23"/>
                    <a:pt x="4" y="21"/>
                    <a:pt x="4" y="20"/>
                  </a:cubicBezTo>
                  <a:cubicBezTo>
                    <a:pt x="4" y="20"/>
                    <a:pt x="4" y="20"/>
                    <a:pt x="4" y="19"/>
                  </a:cubicBezTo>
                  <a:cubicBezTo>
                    <a:pt x="4" y="18"/>
                    <a:pt x="4" y="16"/>
                    <a:pt x="5" y="15"/>
                  </a:cubicBezTo>
                  <a:cubicBezTo>
                    <a:pt x="7" y="12"/>
                    <a:pt x="9" y="9"/>
                    <a:pt x="11" y="7"/>
                  </a:cubicBezTo>
                  <a:cubicBezTo>
                    <a:pt x="12" y="6"/>
                    <a:pt x="13" y="5"/>
                    <a:pt x="13" y="4"/>
                  </a:cubicBezTo>
                  <a:cubicBezTo>
                    <a:pt x="14" y="3"/>
                    <a:pt x="14" y="3"/>
                    <a:pt x="14" y="3"/>
                  </a:cubicBezTo>
                  <a:cubicBezTo>
                    <a:pt x="14" y="3"/>
                    <a:pt x="14" y="3"/>
                    <a:pt x="14" y="3"/>
                  </a:cubicBezTo>
                  <a:cubicBezTo>
                    <a:pt x="15" y="2"/>
                    <a:pt x="15" y="1"/>
                    <a:pt x="14" y="0"/>
                  </a:cubicBezTo>
                  <a:cubicBezTo>
                    <a:pt x="14" y="0"/>
                    <a:pt x="12" y="0"/>
                    <a:pt x="11" y="0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6450" name="Freeform 349">
              <a:extLst>
                <a:ext uri="{FF2B5EF4-FFF2-40B4-BE49-F238E27FC236}">
                  <a16:creationId xmlns:a16="http://schemas.microsoft.com/office/drawing/2014/main" id="{4BB65755-566D-4F3A-9C1E-109DBF71FB0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5" y="1848"/>
              <a:ext cx="32" cy="32"/>
            </a:xfrm>
            <a:custGeom>
              <a:avLst/>
              <a:gdLst>
                <a:gd name="T0" fmla="*/ 1 w 27"/>
                <a:gd name="T1" fmla="*/ 7 h 27"/>
                <a:gd name="T2" fmla="*/ 2 w 27"/>
                <a:gd name="T3" fmla="*/ 8 h 27"/>
                <a:gd name="T4" fmla="*/ 25 w 27"/>
                <a:gd name="T5" fmla="*/ 15 h 27"/>
                <a:gd name="T6" fmla="*/ 36 w 27"/>
                <a:gd name="T7" fmla="*/ 24 h 27"/>
                <a:gd name="T8" fmla="*/ 38 w 27"/>
                <a:gd name="T9" fmla="*/ 30 h 27"/>
                <a:gd name="T10" fmla="*/ 36 w 27"/>
                <a:gd name="T11" fmla="*/ 38 h 27"/>
                <a:gd name="T12" fmla="*/ 36 w 27"/>
                <a:gd name="T13" fmla="*/ 44 h 27"/>
                <a:gd name="T14" fmla="*/ 39 w 27"/>
                <a:gd name="T15" fmla="*/ 44 h 27"/>
                <a:gd name="T16" fmla="*/ 45 w 27"/>
                <a:gd name="T17" fmla="*/ 30 h 27"/>
                <a:gd name="T18" fmla="*/ 38 w 27"/>
                <a:gd name="T19" fmla="*/ 17 h 27"/>
                <a:gd name="T20" fmla="*/ 17 w 27"/>
                <a:gd name="T21" fmla="*/ 6 h 27"/>
                <a:gd name="T22" fmla="*/ 2 w 27"/>
                <a:gd name="T23" fmla="*/ 1 h 27"/>
                <a:gd name="T24" fmla="*/ 0 w 27"/>
                <a:gd name="T25" fmla="*/ 2 h 27"/>
                <a:gd name="T26" fmla="*/ 1 w 27"/>
                <a:gd name="T27" fmla="*/ 7 h 2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7" h="27">
                  <a:moveTo>
                    <a:pt x="1" y="4"/>
                  </a:moveTo>
                  <a:cubicBezTo>
                    <a:pt x="1" y="4"/>
                    <a:pt x="2" y="4"/>
                    <a:pt x="2" y="5"/>
                  </a:cubicBezTo>
                  <a:cubicBezTo>
                    <a:pt x="5" y="5"/>
                    <a:pt x="10" y="7"/>
                    <a:pt x="15" y="9"/>
                  </a:cubicBezTo>
                  <a:cubicBezTo>
                    <a:pt x="17" y="11"/>
                    <a:pt x="19" y="12"/>
                    <a:pt x="21" y="14"/>
                  </a:cubicBezTo>
                  <a:cubicBezTo>
                    <a:pt x="23" y="15"/>
                    <a:pt x="23" y="17"/>
                    <a:pt x="23" y="18"/>
                  </a:cubicBezTo>
                  <a:cubicBezTo>
                    <a:pt x="23" y="20"/>
                    <a:pt x="23" y="21"/>
                    <a:pt x="21" y="23"/>
                  </a:cubicBezTo>
                  <a:cubicBezTo>
                    <a:pt x="20" y="24"/>
                    <a:pt x="20" y="25"/>
                    <a:pt x="21" y="26"/>
                  </a:cubicBezTo>
                  <a:cubicBezTo>
                    <a:pt x="22" y="27"/>
                    <a:pt x="23" y="27"/>
                    <a:pt x="24" y="26"/>
                  </a:cubicBezTo>
                  <a:cubicBezTo>
                    <a:pt x="26" y="23"/>
                    <a:pt x="27" y="21"/>
                    <a:pt x="27" y="18"/>
                  </a:cubicBezTo>
                  <a:cubicBezTo>
                    <a:pt x="27" y="15"/>
                    <a:pt x="25" y="12"/>
                    <a:pt x="23" y="10"/>
                  </a:cubicBezTo>
                  <a:cubicBezTo>
                    <a:pt x="19" y="7"/>
                    <a:pt x="14" y="5"/>
                    <a:pt x="10" y="3"/>
                  </a:cubicBezTo>
                  <a:cubicBezTo>
                    <a:pt x="6" y="1"/>
                    <a:pt x="2" y="1"/>
                    <a:pt x="2" y="1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3"/>
                    <a:pt x="0" y="4"/>
                    <a:pt x="1" y="4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6451" name="Freeform 350">
              <a:extLst>
                <a:ext uri="{FF2B5EF4-FFF2-40B4-BE49-F238E27FC236}">
                  <a16:creationId xmlns:a16="http://schemas.microsoft.com/office/drawing/2014/main" id="{B0CBF6E7-E73F-4FFB-A76A-4486C3A659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8" y="1540"/>
              <a:ext cx="76" cy="172"/>
            </a:xfrm>
            <a:custGeom>
              <a:avLst/>
              <a:gdLst>
                <a:gd name="T0" fmla="*/ 21 w 64"/>
                <a:gd name="T1" fmla="*/ 72 h 144"/>
                <a:gd name="T2" fmla="*/ 2 w 64"/>
                <a:gd name="T3" fmla="*/ 245 h 144"/>
                <a:gd name="T4" fmla="*/ 43 w 64"/>
                <a:gd name="T5" fmla="*/ 147 h 144"/>
                <a:gd name="T6" fmla="*/ 105 w 64"/>
                <a:gd name="T7" fmla="*/ 35 h 144"/>
                <a:gd name="T8" fmla="*/ 100 w 64"/>
                <a:gd name="T9" fmla="*/ 0 h 144"/>
                <a:gd name="T10" fmla="*/ 24 w 64"/>
                <a:gd name="T11" fmla="*/ 0 h 144"/>
                <a:gd name="T12" fmla="*/ 21 w 64"/>
                <a:gd name="T13" fmla="*/ 72 h 14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4" h="144">
                  <a:moveTo>
                    <a:pt x="13" y="42"/>
                  </a:moveTo>
                  <a:cubicBezTo>
                    <a:pt x="11" y="75"/>
                    <a:pt x="0" y="111"/>
                    <a:pt x="2" y="144"/>
                  </a:cubicBezTo>
                  <a:cubicBezTo>
                    <a:pt x="12" y="128"/>
                    <a:pt x="16" y="105"/>
                    <a:pt x="25" y="86"/>
                  </a:cubicBezTo>
                  <a:cubicBezTo>
                    <a:pt x="35" y="65"/>
                    <a:pt x="55" y="41"/>
                    <a:pt x="62" y="20"/>
                  </a:cubicBezTo>
                  <a:cubicBezTo>
                    <a:pt x="64" y="14"/>
                    <a:pt x="61" y="7"/>
                    <a:pt x="60" y="0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14" y="14"/>
                    <a:pt x="14" y="28"/>
                    <a:pt x="13" y="42"/>
                  </a:cubicBezTo>
                  <a:close/>
                </a:path>
              </a:pathLst>
            </a:custGeom>
            <a:solidFill>
              <a:srgbClr val="FCEF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6452" name="Freeform 351">
              <a:extLst>
                <a:ext uri="{FF2B5EF4-FFF2-40B4-BE49-F238E27FC236}">
                  <a16:creationId xmlns:a16="http://schemas.microsoft.com/office/drawing/2014/main" id="{290DD8E1-4841-43C3-9402-7A21F47FAD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6" y="1540"/>
              <a:ext cx="232" cy="157"/>
            </a:xfrm>
            <a:custGeom>
              <a:avLst/>
              <a:gdLst>
                <a:gd name="T0" fmla="*/ 266 w 193"/>
                <a:gd name="T1" fmla="*/ 42 h 131"/>
                <a:gd name="T2" fmla="*/ 196 w 193"/>
                <a:gd name="T3" fmla="*/ 41 h 131"/>
                <a:gd name="T4" fmla="*/ 192 w 193"/>
                <a:gd name="T5" fmla="*/ 1 h 131"/>
                <a:gd name="T6" fmla="*/ 191 w 193"/>
                <a:gd name="T7" fmla="*/ 0 h 131"/>
                <a:gd name="T8" fmla="*/ 91 w 193"/>
                <a:gd name="T9" fmla="*/ 0 h 131"/>
                <a:gd name="T10" fmla="*/ 76 w 193"/>
                <a:gd name="T11" fmla="*/ 79 h 131"/>
                <a:gd name="T12" fmla="*/ 8 w 193"/>
                <a:gd name="T13" fmla="*/ 225 h 131"/>
                <a:gd name="T14" fmla="*/ 156 w 193"/>
                <a:gd name="T15" fmla="*/ 171 h 131"/>
                <a:gd name="T16" fmla="*/ 250 w 193"/>
                <a:gd name="T17" fmla="*/ 129 h 131"/>
                <a:gd name="T18" fmla="*/ 335 w 193"/>
                <a:gd name="T19" fmla="*/ 107 h 131"/>
                <a:gd name="T20" fmla="*/ 203 w 193"/>
                <a:gd name="T21" fmla="*/ 93 h 131"/>
                <a:gd name="T22" fmla="*/ 266 w 193"/>
                <a:gd name="T23" fmla="*/ 42 h 13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93" h="131">
                  <a:moveTo>
                    <a:pt x="153" y="24"/>
                  </a:moveTo>
                  <a:cubicBezTo>
                    <a:pt x="144" y="22"/>
                    <a:pt x="118" y="27"/>
                    <a:pt x="113" y="23"/>
                  </a:cubicBezTo>
                  <a:cubicBezTo>
                    <a:pt x="99" y="15"/>
                    <a:pt x="116" y="12"/>
                    <a:pt x="111" y="1"/>
                  </a:cubicBezTo>
                  <a:cubicBezTo>
                    <a:pt x="111" y="0"/>
                    <a:pt x="110" y="0"/>
                    <a:pt x="110" y="0"/>
                  </a:cubicBezTo>
                  <a:cubicBezTo>
                    <a:pt x="52" y="0"/>
                    <a:pt x="52" y="0"/>
                    <a:pt x="52" y="0"/>
                  </a:cubicBezTo>
                  <a:cubicBezTo>
                    <a:pt x="50" y="15"/>
                    <a:pt x="47" y="31"/>
                    <a:pt x="43" y="46"/>
                  </a:cubicBezTo>
                  <a:cubicBezTo>
                    <a:pt x="35" y="71"/>
                    <a:pt x="0" y="103"/>
                    <a:pt x="5" y="131"/>
                  </a:cubicBezTo>
                  <a:cubicBezTo>
                    <a:pt x="31" y="116"/>
                    <a:pt x="63" y="112"/>
                    <a:pt x="90" y="99"/>
                  </a:cubicBezTo>
                  <a:cubicBezTo>
                    <a:pt x="112" y="87"/>
                    <a:pt x="116" y="78"/>
                    <a:pt x="144" y="75"/>
                  </a:cubicBezTo>
                  <a:cubicBezTo>
                    <a:pt x="160" y="73"/>
                    <a:pt x="181" y="73"/>
                    <a:pt x="193" y="62"/>
                  </a:cubicBezTo>
                  <a:cubicBezTo>
                    <a:pt x="179" y="60"/>
                    <a:pt x="125" y="62"/>
                    <a:pt x="117" y="54"/>
                  </a:cubicBezTo>
                  <a:cubicBezTo>
                    <a:pt x="104" y="41"/>
                    <a:pt x="142" y="28"/>
                    <a:pt x="153" y="24"/>
                  </a:cubicBezTo>
                  <a:close/>
                </a:path>
              </a:pathLst>
            </a:custGeom>
            <a:solidFill>
              <a:srgbClr val="FCEF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6453" name="Freeform 352">
              <a:extLst>
                <a:ext uri="{FF2B5EF4-FFF2-40B4-BE49-F238E27FC236}">
                  <a16:creationId xmlns:a16="http://schemas.microsoft.com/office/drawing/2014/main" id="{5FDE82BB-E316-4CDB-8FBC-F009071C9D8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9" y="1540"/>
              <a:ext cx="94" cy="299"/>
            </a:xfrm>
            <a:custGeom>
              <a:avLst/>
              <a:gdLst>
                <a:gd name="T0" fmla="*/ 37 w 79"/>
                <a:gd name="T1" fmla="*/ 0 h 250"/>
                <a:gd name="T2" fmla="*/ 0 w 79"/>
                <a:gd name="T3" fmla="*/ 0 h 250"/>
                <a:gd name="T4" fmla="*/ 32 w 79"/>
                <a:gd name="T5" fmla="*/ 212 h 250"/>
                <a:gd name="T6" fmla="*/ 27 w 79"/>
                <a:gd name="T7" fmla="*/ 318 h 250"/>
                <a:gd name="T8" fmla="*/ 57 w 79"/>
                <a:gd name="T9" fmla="*/ 373 h 250"/>
                <a:gd name="T10" fmla="*/ 8 w 79"/>
                <a:gd name="T11" fmla="*/ 422 h 250"/>
                <a:gd name="T12" fmla="*/ 37 w 79"/>
                <a:gd name="T13" fmla="*/ 419 h 250"/>
                <a:gd name="T14" fmla="*/ 80 w 79"/>
                <a:gd name="T15" fmla="*/ 422 h 250"/>
                <a:gd name="T16" fmla="*/ 121 w 79"/>
                <a:gd name="T17" fmla="*/ 428 h 250"/>
                <a:gd name="T18" fmla="*/ 133 w 79"/>
                <a:gd name="T19" fmla="*/ 426 h 250"/>
                <a:gd name="T20" fmla="*/ 104 w 79"/>
                <a:gd name="T21" fmla="*/ 236 h 250"/>
                <a:gd name="T22" fmla="*/ 52 w 79"/>
                <a:gd name="T23" fmla="*/ 89 h 250"/>
                <a:gd name="T24" fmla="*/ 37 w 79"/>
                <a:gd name="T25" fmla="*/ 0 h 25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79" h="250">
                  <a:moveTo>
                    <a:pt x="22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7" y="41"/>
                    <a:pt x="11" y="83"/>
                    <a:pt x="19" y="124"/>
                  </a:cubicBezTo>
                  <a:cubicBezTo>
                    <a:pt x="24" y="148"/>
                    <a:pt x="15" y="164"/>
                    <a:pt x="16" y="186"/>
                  </a:cubicBezTo>
                  <a:cubicBezTo>
                    <a:pt x="17" y="204"/>
                    <a:pt x="25" y="205"/>
                    <a:pt x="34" y="218"/>
                  </a:cubicBezTo>
                  <a:cubicBezTo>
                    <a:pt x="24" y="225"/>
                    <a:pt x="11" y="236"/>
                    <a:pt x="5" y="247"/>
                  </a:cubicBezTo>
                  <a:cubicBezTo>
                    <a:pt x="11" y="246"/>
                    <a:pt x="16" y="245"/>
                    <a:pt x="22" y="245"/>
                  </a:cubicBezTo>
                  <a:cubicBezTo>
                    <a:pt x="30" y="245"/>
                    <a:pt x="39" y="246"/>
                    <a:pt x="47" y="247"/>
                  </a:cubicBezTo>
                  <a:cubicBezTo>
                    <a:pt x="55" y="248"/>
                    <a:pt x="64" y="250"/>
                    <a:pt x="72" y="250"/>
                  </a:cubicBezTo>
                  <a:cubicBezTo>
                    <a:pt x="74" y="250"/>
                    <a:pt x="77" y="250"/>
                    <a:pt x="79" y="249"/>
                  </a:cubicBezTo>
                  <a:cubicBezTo>
                    <a:pt x="72" y="212"/>
                    <a:pt x="67" y="175"/>
                    <a:pt x="61" y="138"/>
                  </a:cubicBezTo>
                  <a:cubicBezTo>
                    <a:pt x="56" y="107"/>
                    <a:pt x="39" y="83"/>
                    <a:pt x="31" y="52"/>
                  </a:cubicBezTo>
                  <a:cubicBezTo>
                    <a:pt x="27" y="35"/>
                    <a:pt x="25" y="17"/>
                    <a:pt x="22" y="0"/>
                  </a:cubicBezTo>
                </a:path>
              </a:pathLst>
            </a:custGeom>
            <a:solidFill>
              <a:srgbClr val="FCE4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6454" name="Freeform 353">
              <a:extLst>
                <a:ext uri="{FF2B5EF4-FFF2-40B4-BE49-F238E27FC236}">
                  <a16:creationId xmlns:a16="http://schemas.microsoft.com/office/drawing/2014/main" id="{0A59ABB3-C233-42B5-851A-201F947265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3" y="1963"/>
              <a:ext cx="74" cy="85"/>
            </a:xfrm>
            <a:custGeom>
              <a:avLst/>
              <a:gdLst>
                <a:gd name="T0" fmla="*/ 0 w 62"/>
                <a:gd name="T1" fmla="*/ 0 h 71"/>
                <a:gd name="T2" fmla="*/ 29 w 62"/>
                <a:gd name="T3" fmla="*/ 16 h 71"/>
                <a:gd name="T4" fmla="*/ 61 w 62"/>
                <a:gd name="T5" fmla="*/ 20 h 71"/>
                <a:gd name="T6" fmla="*/ 90 w 62"/>
                <a:gd name="T7" fmla="*/ 41 h 71"/>
                <a:gd name="T8" fmla="*/ 105 w 62"/>
                <a:gd name="T9" fmla="*/ 122 h 71"/>
                <a:gd name="T10" fmla="*/ 73 w 62"/>
                <a:gd name="T11" fmla="*/ 111 h 71"/>
                <a:gd name="T12" fmla="*/ 68 w 62"/>
                <a:gd name="T13" fmla="*/ 65 h 71"/>
                <a:gd name="T14" fmla="*/ 60 w 62"/>
                <a:gd name="T15" fmla="*/ 34 h 71"/>
                <a:gd name="T16" fmla="*/ 35 w 62"/>
                <a:gd name="T17" fmla="*/ 31 h 71"/>
                <a:gd name="T18" fmla="*/ 1 w 62"/>
                <a:gd name="T19" fmla="*/ 6 h 7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2" h="71">
                  <a:moveTo>
                    <a:pt x="0" y="0"/>
                  </a:moveTo>
                  <a:cubicBezTo>
                    <a:pt x="6" y="0"/>
                    <a:pt x="12" y="7"/>
                    <a:pt x="17" y="9"/>
                  </a:cubicBezTo>
                  <a:cubicBezTo>
                    <a:pt x="23" y="10"/>
                    <a:pt x="30" y="10"/>
                    <a:pt x="36" y="12"/>
                  </a:cubicBezTo>
                  <a:cubicBezTo>
                    <a:pt x="43" y="14"/>
                    <a:pt x="46" y="20"/>
                    <a:pt x="53" y="23"/>
                  </a:cubicBezTo>
                  <a:cubicBezTo>
                    <a:pt x="50" y="41"/>
                    <a:pt x="47" y="57"/>
                    <a:pt x="62" y="71"/>
                  </a:cubicBezTo>
                  <a:cubicBezTo>
                    <a:pt x="55" y="71"/>
                    <a:pt x="47" y="71"/>
                    <a:pt x="43" y="65"/>
                  </a:cubicBezTo>
                  <a:cubicBezTo>
                    <a:pt x="39" y="58"/>
                    <a:pt x="40" y="45"/>
                    <a:pt x="40" y="38"/>
                  </a:cubicBezTo>
                  <a:cubicBezTo>
                    <a:pt x="41" y="28"/>
                    <a:pt x="45" y="21"/>
                    <a:pt x="35" y="19"/>
                  </a:cubicBezTo>
                  <a:cubicBezTo>
                    <a:pt x="29" y="19"/>
                    <a:pt x="25" y="20"/>
                    <a:pt x="20" y="18"/>
                  </a:cubicBezTo>
                  <a:cubicBezTo>
                    <a:pt x="13" y="14"/>
                    <a:pt x="7" y="8"/>
                    <a:pt x="1" y="3"/>
                  </a:cubicBezTo>
                </a:path>
              </a:pathLst>
            </a:custGeom>
            <a:solidFill>
              <a:srgbClr val="E87A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6455" name="Freeform 354">
              <a:extLst>
                <a:ext uri="{FF2B5EF4-FFF2-40B4-BE49-F238E27FC236}">
                  <a16:creationId xmlns:a16="http://schemas.microsoft.com/office/drawing/2014/main" id="{CA7A27AB-66EB-48E9-B1B7-6B2C165C19A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3" y="1702"/>
              <a:ext cx="82" cy="337"/>
            </a:xfrm>
            <a:custGeom>
              <a:avLst/>
              <a:gdLst>
                <a:gd name="T0" fmla="*/ 2 w 68"/>
                <a:gd name="T1" fmla="*/ 0 h 281"/>
                <a:gd name="T2" fmla="*/ 30 w 68"/>
                <a:gd name="T3" fmla="*/ 10 h 281"/>
                <a:gd name="T4" fmla="*/ 42 w 68"/>
                <a:gd name="T5" fmla="*/ 29 h 281"/>
                <a:gd name="T6" fmla="*/ 70 w 68"/>
                <a:gd name="T7" fmla="*/ 124 h 281"/>
                <a:gd name="T8" fmla="*/ 100 w 68"/>
                <a:gd name="T9" fmla="*/ 295 h 281"/>
                <a:gd name="T10" fmla="*/ 118 w 68"/>
                <a:gd name="T11" fmla="*/ 427 h 281"/>
                <a:gd name="T12" fmla="*/ 99 w 68"/>
                <a:gd name="T13" fmla="*/ 461 h 281"/>
                <a:gd name="T14" fmla="*/ 45 w 68"/>
                <a:gd name="T15" fmla="*/ 485 h 281"/>
                <a:gd name="T16" fmla="*/ 84 w 68"/>
                <a:gd name="T17" fmla="*/ 361 h 281"/>
                <a:gd name="T18" fmla="*/ 62 w 68"/>
                <a:gd name="T19" fmla="*/ 267 h 281"/>
                <a:gd name="T20" fmla="*/ 54 w 68"/>
                <a:gd name="T21" fmla="*/ 175 h 281"/>
                <a:gd name="T22" fmla="*/ 28 w 68"/>
                <a:gd name="T23" fmla="*/ 60 h 281"/>
                <a:gd name="T24" fmla="*/ 0 w 68"/>
                <a:gd name="T25" fmla="*/ 0 h 28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8" h="281">
                  <a:moveTo>
                    <a:pt x="2" y="0"/>
                  </a:moveTo>
                  <a:cubicBezTo>
                    <a:pt x="6" y="4"/>
                    <a:pt x="12" y="3"/>
                    <a:pt x="17" y="6"/>
                  </a:cubicBezTo>
                  <a:cubicBezTo>
                    <a:pt x="22" y="9"/>
                    <a:pt x="21" y="11"/>
                    <a:pt x="24" y="17"/>
                  </a:cubicBezTo>
                  <a:cubicBezTo>
                    <a:pt x="31" y="34"/>
                    <a:pt x="35" y="54"/>
                    <a:pt x="40" y="72"/>
                  </a:cubicBezTo>
                  <a:cubicBezTo>
                    <a:pt x="48" y="105"/>
                    <a:pt x="51" y="138"/>
                    <a:pt x="57" y="171"/>
                  </a:cubicBezTo>
                  <a:cubicBezTo>
                    <a:pt x="61" y="195"/>
                    <a:pt x="68" y="223"/>
                    <a:pt x="67" y="248"/>
                  </a:cubicBezTo>
                  <a:cubicBezTo>
                    <a:pt x="67" y="259"/>
                    <a:pt x="65" y="263"/>
                    <a:pt x="56" y="267"/>
                  </a:cubicBezTo>
                  <a:cubicBezTo>
                    <a:pt x="48" y="271"/>
                    <a:pt x="33" y="281"/>
                    <a:pt x="26" y="281"/>
                  </a:cubicBezTo>
                  <a:cubicBezTo>
                    <a:pt x="39" y="259"/>
                    <a:pt x="51" y="237"/>
                    <a:pt x="48" y="209"/>
                  </a:cubicBezTo>
                  <a:cubicBezTo>
                    <a:pt x="46" y="191"/>
                    <a:pt x="38" y="173"/>
                    <a:pt x="35" y="155"/>
                  </a:cubicBezTo>
                  <a:cubicBezTo>
                    <a:pt x="32" y="137"/>
                    <a:pt x="32" y="120"/>
                    <a:pt x="31" y="102"/>
                  </a:cubicBezTo>
                  <a:cubicBezTo>
                    <a:pt x="30" y="78"/>
                    <a:pt x="23" y="58"/>
                    <a:pt x="16" y="35"/>
                  </a:cubicBezTo>
                  <a:cubicBezTo>
                    <a:pt x="12" y="24"/>
                    <a:pt x="10" y="7"/>
                    <a:pt x="0" y="0"/>
                  </a:cubicBezTo>
                </a:path>
              </a:pathLst>
            </a:custGeom>
            <a:solidFill>
              <a:srgbClr val="E87A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6456" name="Freeform 355">
              <a:extLst>
                <a:ext uri="{FF2B5EF4-FFF2-40B4-BE49-F238E27FC236}">
                  <a16:creationId xmlns:a16="http://schemas.microsoft.com/office/drawing/2014/main" id="{1A73C74B-461F-4BAA-BF28-BF978AC8C6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4" y="2054"/>
              <a:ext cx="223" cy="105"/>
            </a:xfrm>
            <a:custGeom>
              <a:avLst/>
              <a:gdLst>
                <a:gd name="T0" fmla="*/ 311 w 186"/>
                <a:gd name="T1" fmla="*/ 17 h 87"/>
                <a:gd name="T2" fmla="*/ 241 w 186"/>
                <a:gd name="T3" fmla="*/ 34 h 87"/>
                <a:gd name="T4" fmla="*/ 157 w 186"/>
                <a:gd name="T5" fmla="*/ 27 h 87"/>
                <a:gd name="T6" fmla="*/ 67 w 186"/>
                <a:gd name="T7" fmla="*/ 14 h 87"/>
                <a:gd name="T8" fmla="*/ 0 w 186"/>
                <a:gd name="T9" fmla="*/ 0 h 87"/>
                <a:gd name="T10" fmla="*/ 223 w 186"/>
                <a:gd name="T11" fmla="*/ 76 h 87"/>
                <a:gd name="T12" fmla="*/ 306 w 186"/>
                <a:gd name="T13" fmla="*/ 153 h 87"/>
                <a:gd name="T14" fmla="*/ 319 w 186"/>
                <a:gd name="T15" fmla="*/ 75 h 8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86" h="87">
                  <a:moveTo>
                    <a:pt x="180" y="10"/>
                  </a:moveTo>
                  <a:cubicBezTo>
                    <a:pt x="172" y="19"/>
                    <a:pt x="151" y="18"/>
                    <a:pt x="140" y="19"/>
                  </a:cubicBezTo>
                  <a:cubicBezTo>
                    <a:pt x="123" y="20"/>
                    <a:pt x="108" y="19"/>
                    <a:pt x="91" y="15"/>
                  </a:cubicBezTo>
                  <a:cubicBezTo>
                    <a:pt x="73" y="12"/>
                    <a:pt x="56" y="13"/>
                    <a:pt x="39" y="8"/>
                  </a:cubicBezTo>
                  <a:cubicBezTo>
                    <a:pt x="26" y="5"/>
                    <a:pt x="13" y="2"/>
                    <a:pt x="0" y="0"/>
                  </a:cubicBezTo>
                  <a:cubicBezTo>
                    <a:pt x="35" y="31"/>
                    <a:pt x="85" y="34"/>
                    <a:pt x="129" y="43"/>
                  </a:cubicBezTo>
                  <a:cubicBezTo>
                    <a:pt x="157" y="49"/>
                    <a:pt x="156" y="73"/>
                    <a:pt x="178" y="87"/>
                  </a:cubicBezTo>
                  <a:cubicBezTo>
                    <a:pt x="182" y="73"/>
                    <a:pt x="186" y="57"/>
                    <a:pt x="185" y="42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6457" name="Freeform 356">
              <a:extLst>
                <a:ext uri="{FF2B5EF4-FFF2-40B4-BE49-F238E27FC236}">
                  <a16:creationId xmlns:a16="http://schemas.microsoft.com/office/drawing/2014/main" id="{11EB5DA6-7286-4339-8087-E2EDC9E1A90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5" y="2055"/>
              <a:ext cx="169" cy="92"/>
            </a:xfrm>
            <a:custGeom>
              <a:avLst/>
              <a:gdLst>
                <a:gd name="T0" fmla="*/ 6 w 141"/>
                <a:gd name="T1" fmla="*/ 23 h 76"/>
                <a:gd name="T2" fmla="*/ 59 w 141"/>
                <a:gd name="T3" fmla="*/ 23 h 76"/>
                <a:gd name="T4" fmla="*/ 128 w 141"/>
                <a:gd name="T5" fmla="*/ 27 h 76"/>
                <a:gd name="T6" fmla="*/ 243 w 141"/>
                <a:gd name="T7" fmla="*/ 12 h 76"/>
                <a:gd name="T8" fmla="*/ 85 w 141"/>
                <a:gd name="T9" fmla="*/ 48 h 76"/>
                <a:gd name="T10" fmla="*/ 12 w 141"/>
                <a:gd name="T11" fmla="*/ 134 h 76"/>
                <a:gd name="T12" fmla="*/ 0 w 141"/>
                <a:gd name="T13" fmla="*/ 86 h 7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1" h="76">
                  <a:moveTo>
                    <a:pt x="3" y="13"/>
                  </a:moveTo>
                  <a:cubicBezTo>
                    <a:pt x="12" y="9"/>
                    <a:pt x="24" y="12"/>
                    <a:pt x="34" y="13"/>
                  </a:cubicBezTo>
                  <a:cubicBezTo>
                    <a:pt x="47" y="14"/>
                    <a:pt x="61" y="16"/>
                    <a:pt x="74" y="15"/>
                  </a:cubicBezTo>
                  <a:cubicBezTo>
                    <a:pt x="95" y="15"/>
                    <a:pt x="120" y="0"/>
                    <a:pt x="141" y="7"/>
                  </a:cubicBezTo>
                  <a:cubicBezTo>
                    <a:pt x="111" y="18"/>
                    <a:pt x="80" y="21"/>
                    <a:pt x="49" y="27"/>
                  </a:cubicBezTo>
                  <a:cubicBezTo>
                    <a:pt x="26" y="31"/>
                    <a:pt x="14" y="56"/>
                    <a:pt x="7" y="76"/>
                  </a:cubicBezTo>
                  <a:cubicBezTo>
                    <a:pt x="4" y="68"/>
                    <a:pt x="4" y="56"/>
                    <a:pt x="0" y="49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6458" name="Freeform 357">
              <a:extLst>
                <a:ext uri="{FF2B5EF4-FFF2-40B4-BE49-F238E27FC236}">
                  <a16:creationId xmlns:a16="http://schemas.microsoft.com/office/drawing/2014/main" id="{41336ECD-1E30-43F3-91D8-7747681416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9" y="1536"/>
              <a:ext cx="1547" cy="2111"/>
            </a:xfrm>
            <a:custGeom>
              <a:avLst/>
              <a:gdLst>
                <a:gd name="T0" fmla="*/ 1545 w 1547"/>
                <a:gd name="T1" fmla="*/ 2108 h 2111"/>
                <a:gd name="T2" fmla="*/ 1545 w 1547"/>
                <a:gd name="T3" fmla="*/ 2106 h 2111"/>
                <a:gd name="T4" fmla="*/ 5 w 1547"/>
                <a:gd name="T5" fmla="*/ 2106 h 2111"/>
                <a:gd name="T6" fmla="*/ 5 w 1547"/>
                <a:gd name="T7" fmla="*/ 5 h 2111"/>
                <a:gd name="T8" fmla="*/ 1542 w 1547"/>
                <a:gd name="T9" fmla="*/ 5 h 2111"/>
                <a:gd name="T10" fmla="*/ 1542 w 1547"/>
                <a:gd name="T11" fmla="*/ 2108 h 2111"/>
                <a:gd name="T12" fmla="*/ 1545 w 1547"/>
                <a:gd name="T13" fmla="*/ 2108 h 2111"/>
                <a:gd name="T14" fmla="*/ 1545 w 1547"/>
                <a:gd name="T15" fmla="*/ 2106 h 2111"/>
                <a:gd name="T16" fmla="*/ 1545 w 1547"/>
                <a:gd name="T17" fmla="*/ 2108 h 2111"/>
                <a:gd name="T18" fmla="*/ 1547 w 1547"/>
                <a:gd name="T19" fmla="*/ 2108 h 2111"/>
                <a:gd name="T20" fmla="*/ 1547 w 1547"/>
                <a:gd name="T21" fmla="*/ 0 h 2111"/>
                <a:gd name="T22" fmla="*/ 0 w 1547"/>
                <a:gd name="T23" fmla="*/ 0 h 2111"/>
                <a:gd name="T24" fmla="*/ 0 w 1547"/>
                <a:gd name="T25" fmla="*/ 2111 h 2111"/>
                <a:gd name="T26" fmla="*/ 1547 w 1547"/>
                <a:gd name="T27" fmla="*/ 2111 h 2111"/>
                <a:gd name="T28" fmla="*/ 1547 w 1547"/>
                <a:gd name="T29" fmla="*/ 2108 h 2111"/>
                <a:gd name="T30" fmla="*/ 1545 w 1547"/>
                <a:gd name="T31" fmla="*/ 2108 h 2111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547" h="2111">
                  <a:moveTo>
                    <a:pt x="1545" y="2108"/>
                  </a:moveTo>
                  <a:lnTo>
                    <a:pt x="1545" y="2106"/>
                  </a:lnTo>
                  <a:lnTo>
                    <a:pt x="5" y="2106"/>
                  </a:lnTo>
                  <a:lnTo>
                    <a:pt x="5" y="5"/>
                  </a:lnTo>
                  <a:lnTo>
                    <a:pt x="1542" y="5"/>
                  </a:lnTo>
                  <a:lnTo>
                    <a:pt x="1542" y="2108"/>
                  </a:lnTo>
                  <a:lnTo>
                    <a:pt x="1545" y="2108"/>
                  </a:lnTo>
                  <a:lnTo>
                    <a:pt x="1545" y="2106"/>
                  </a:lnTo>
                  <a:lnTo>
                    <a:pt x="1545" y="2108"/>
                  </a:lnTo>
                  <a:lnTo>
                    <a:pt x="1547" y="2108"/>
                  </a:lnTo>
                  <a:lnTo>
                    <a:pt x="1547" y="0"/>
                  </a:lnTo>
                  <a:lnTo>
                    <a:pt x="0" y="0"/>
                  </a:lnTo>
                  <a:lnTo>
                    <a:pt x="0" y="2111"/>
                  </a:lnTo>
                  <a:lnTo>
                    <a:pt x="1547" y="2111"/>
                  </a:lnTo>
                  <a:lnTo>
                    <a:pt x="1547" y="2108"/>
                  </a:lnTo>
                  <a:lnTo>
                    <a:pt x="1545" y="2108"/>
                  </a:ln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</p:grpSp>
    </p:spTree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034" name="Rectangle 2">
            <a:extLst>
              <a:ext uri="{FF2B5EF4-FFF2-40B4-BE49-F238E27FC236}">
                <a16:creationId xmlns:a16="http://schemas.microsoft.com/office/drawing/2014/main" id="{04E8BBCA-110C-4BA2-84DA-BC1BEBDC66FF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Fatigue</a:t>
            </a:r>
          </a:p>
        </p:txBody>
      </p:sp>
      <p:grpSp>
        <p:nvGrpSpPr>
          <p:cNvPr id="57346" name="Fatigued-woman-sitting-in-chair">
            <a:extLst>
              <a:ext uri="{FF2B5EF4-FFF2-40B4-BE49-F238E27FC236}">
                <a16:creationId xmlns:a16="http://schemas.microsoft.com/office/drawing/2014/main" id="{D8923568-89A6-4ED1-8641-B701FDF5AFDC}"/>
              </a:ext>
            </a:extLst>
          </p:cNvPr>
          <p:cNvGrpSpPr>
            <a:grpSpLocks/>
          </p:cNvGrpSpPr>
          <p:nvPr/>
        </p:nvGrpSpPr>
        <p:grpSpPr bwMode="auto">
          <a:xfrm>
            <a:off x="3198813" y="1674813"/>
            <a:ext cx="2359025" cy="4079875"/>
            <a:chOff x="1055" y="1055"/>
            <a:chExt cx="1486" cy="2570"/>
          </a:xfrm>
        </p:grpSpPr>
        <p:grpSp>
          <p:nvGrpSpPr>
            <p:cNvPr id="57530" name="Group 4">
              <a:extLst>
                <a:ext uri="{FF2B5EF4-FFF2-40B4-BE49-F238E27FC236}">
                  <a16:creationId xmlns:a16="http://schemas.microsoft.com/office/drawing/2014/main" id="{C57F8FD7-D562-4704-838B-61193BD5A6C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055" y="1055"/>
              <a:ext cx="1486" cy="2570"/>
              <a:chOff x="1055" y="1055"/>
              <a:chExt cx="1486" cy="2570"/>
            </a:xfrm>
          </p:grpSpPr>
          <p:sp>
            <p:nvSpPr>
              <p:cNvPr id="57589" name="Freeform 5">
                <a:extLst>
                  <a:ext uri="{FF2B5EF4-FFF2-40B4-BE49-F238E27FC236}">
                    <a16:creationId xmlns:a16="http://schemas.microsoft.com/office/drawing/2014/main" id="{B077A35D-EDF6-443B-B774-6C04EACE89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4" y="2418"/>
                <a:ext cx="813" cy="838"/>
              </a:xfrm>
              <a:custGeom>
                <a:avLst/>
                <a:gdLst>
                  <a:gd name="T0" fmla="*/ 0 w 813"/>
                  <a:gd name="T1" fmla="*/ 838 h 838"/>
                  <a:gd name="T2" fmla="*/ 813 w 813"/>
                  <a:gd name="T3" fmla="*/ 784 h 838"/>
                  <a:gd name="T4" fmla="*/ 813 w 813"/>
                  <a:gd name="T5" fmla="*/ 0 h 838"/>
                  <a:gd name="T6" fmla="*/ 8 w 813"/>
                  <a:gd name="T7" fmla="*/ 4 h 838"/>
                  <a:gd name="T8" fmla="*/ 0 w 813"/>
                  <a:gd name="T9" fmla="*/ 838 h 8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13" h="838">
                    <a:moveTo>
                      <a:pt x="0" y="838"/>
                    </a:moveTo>
                    <a:lnTo>
                      <a:pt x="813" y="784"/>
                    </a:lnTo>
                    <a:lnTo>
                      <a:pt x="813" y="0"/>
                    </a:lnTo>
                    <a:lnTo>
                      <a:pt x="8" y="4"/>
                    </a:lnTo>
                    <a:lnTo>
                      <a:pt x="0" y="838"/>
                    </a:lnTo>
                    <a:close/>
                  </a:path>
                </a:pathLst>
              </a:custGeom>
              <a:solidFill>
                <a:srgbClr val="7A4D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7590" name="Freeform 6">
                <a:extLst>
                  <a:ext uri="{FF2B5EF4-FFF2-40B4-BE49-F238E27FC236}">
                    <a16:creationId xmlns:a16="http://schemas.microsoft.com/office/drawing/2014/main" id="{001E8C41-D9C5-4635-A916-41285593CC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0" y="2414"/>
                <a:ext cx="821" cy="846"/>
              </a:xfrm>
              <a:custGeom>
                <a:avLst/>
                <a:gdLst>
                  <a:gd name="T0" fmla="*/ 4 w 821"/>
                  <a:gd name="T1" fmla="*/ 842 h 846"/>
                  <a:gd name="T2" fmla="*/ 4 w 821"/>
                  <a:gd name="T3" fmla="*/ 846 h 846"/>
                  <a:gd name="T4" fmla="*/ 821 w 821"/>
                  <a:gd name="T5" fmla="*/ 792 h 846"/>
                  <a:gd name="T6" fmla="*/ 821 w 821"/>
                  <a:gd name="T7" fmla="*/ 0 h 846"/>
                  <a:gd name="T8" fmla="*/ 8 w 821"/>
                  <a:gd name="T9" fmla="*/ 4 h 846"/>
                  <a:gd name="T10" fmla="*/ 0 w 821"/>
                  <a:gd name="T11" fmla="*/ 846 h 846"/>
                  <a:gd name="T12" fmla="*/ 4 w 821"/>
                  <a:gd name="T13" fmla="*/ 846 h 846"/>
                  <a:gd name="T14" fmla="*/ 4 w 821"/>
                  <a:gd name="T15" fmla="*/ 842 h 846"/>
                  <a:gd name="T16" fmla="*/ 8 w 821"/>
                  <a:gd name="T17" fmla="*/ 842 h 846"/>
                  <a:gd name="T18" fmla="*/ 15 w 821"/>
                  <a:gd name="T19" fmla="*/ 12 h 846"/>
                  <a:gd name="T20" fmla="*/ 812 w 821"/>
                  <a:gd name="T21" fmla="*/ 8 h 846"/>
                  <a:gd name="T22" fmla="*/ 812 w 821"/>
                  <a:gd name="T23" fmla="*/ 785 h 846"/>
                  <a:gd name="T24" fmla="*/ 4 w 821"/>
                  <a:gd name="T25" fmla="*/ 838 h 846"/>
                  <a:gd name="T26" fmla="*/ 4 w 821"/>
                  <a:gd name="T27" fmla="*/ 842 h 846"/>
                  <a:gd name="T28" fmla="*/ 8 w 821"/>
                  <a:gd name="T29" fmla="*/ 842 h 846"/>
                  <a:gd name="T30" fmla="*/ 4 w 821"/>
                  <a:gd name="T31" fmla="*/ 842 h 84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821" h="846">
                    <a:moveTo>
                      <a:pt x="4" y="842"/>
                    </a:moveTo>
                    <a:lnTo>
                      <a:pt x="4" y="846"/>
                    </a:lnTo>
                    <a:lnTo>
                      <a:pt x="821" y="792"/>
                    </a:lnTo>
                    <a:lnTo>
                      <a:pt x="821" y="0"/>
                    </a:lnTo>
                    <a:lnTo>
                      <a:pt x="8" y="4"/>
                    </a:lnTo>
                    <a:lnTo>
                      <a:pt x="0" y="846"/>
                    </a:lnTo>
                    <a:lnTo>
                      <a:pt x="4" y="846"/>
                    </a:lnTo>
                    <a:lnTo>
                      <a:pt x="4" y="842"/>
                    </a:lnTo>
                    <a:lnTo>
                      <a:pt x="8" y="842"/>
                    </a:lnTo>
                    <a:lnTo>
                      <a:pt x="15" y="12"/>
                    </a:lnTo>
                    <a:lnTo>
                      <a:pt x="812" y="8"/>
                    </a:lnTo>
                    <a:lnTo>
                      <a:pt x="812" y="785"/>
                    </a:lnTo>
                    <a:lnTo>
                      <a:pt x="4" y="838"/>
                    </a:lnTo>
                    <a:lnTo>
                      <a:pt x="4" y="842"/>
                    </a:lnTo>
                    <a:lnTo>
                      <a:pt x="8" y="842"/>
                    </a:lnTo>
                    <a:lnTo>
                      <a:pt x="4" y="842"/>
                    </a:lnTo>
                    <a:close/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7591" name="Freeform 7">
                <a:extLst>
                  <a:ext uri="{FF2B5EF4-FFF2-40B4-BE49-F238E27FC236}">
                    <a16:creationId xmlns:a16="http://schemas.microsoft.com/office/drawing/2014/main" id="{2BF9DE53-CC06-4090-8703-31CFF2F88E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6" y="1289"/>
                <a:ext cx="911" cy="1059"/>
              </a:xfrm>
              <a:custGeom>
                <a:avLst/>
                <a:gdLst>
                  <a:gd name="T0" fmla="*/ 0 w 911"/>
                  <a:gd name="T1" fmla="*/ 732 h 1059"/>
                  <a:gd name="T2" fmla="*/ 3 w 911"/>
                  <a:gd name="T3" fmla="*/ 0 h 1059"/>
                  <a:gd name="T4" fmla="*/ 911 w 911"/>
                  <a:gd name="T5" fmla="*/ 25 h 1059"/>
                  <a:gd name="T6" fmla="*/ 911 w 911"/>
                  <a:gd name="T7" fmla="*/ 1059 h 1059"/>
                  <a:gd name="T8" fmla="*/ 32 w 911"/>
                  <a:gd name="T9" fmla="*/ 1041 h 1059"/>
                  <a:gd name="T10" fmla="*/ 0 w 911"/>
                  <a:gd name="T11" fmla="*/ 732 h 105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11" h="1059">
                    <a:moveTo>
                      <a:pt x="0" y="732"/>
                    </a:moveTo>
                    <a:lnTo>
                      <a:pt x="3" y="0"/>
                    </a:lnTo>
                    <a:lnTo>
                      <a:pt x="911" y="25"/>
                    </a:lnTo>
                    <a:lnTo>
                      <a:pt x="911" y="1059"/>
                    </a:lnTo>
                    <a:lnTo>
                      <a:pt x="32" y="1041"/>
                    </a:lnTo>
                    <a:lnTo>
                      <a:pt x="0" y="732"/>
                    </a:lnTo>
                    <a:close/>
                  </a:path>
                </a:pathLst>
              </a:custGeom>
              <a:solidFill>
                <a:srgbClr val="C18B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7592" name="Freeform 8">
                <a:extLst>
                  <a:ext uri="{FF2B5EF4-FFF2-40B4-BE49-F238E27FC236}">
                    <a16:creationId xmlns:a16="http://schemas.microsoft.com/office/drawing/2014/main" id="{83DFC8E6-9127-446C-A176-9EAD42A2AE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6" y="1289"/>
                <a:ext cx="911" cy="1059"/>
              </a:xfrm>
              <a:custGeom>
                <a:avLst/>
                <a:gdLst>
                  <a:gd name="T0" fmla="*/ 0 w 911"/>
                  <a:gd name="T1" fmla="*/ 732 h 1059"/>
                  <a:gd name="T2" fmla="*/ 3 w 911"/>
                  <a:gd name="T3" fmla="*/ 0 h 1059"/>
                  <a:gd name="T4" fmla="*/ 911 w 911"/>
                  <a:gd name="T5" fmla="*/ 25 h 1059"/>
                  <a:gd name="T6" fmla="*/ 911 w 911"/>
                  <a:gd name="T7" fmla="*/ 1059 h 1059"/>
                  <a:gd name="T8" fmla="*/ 32 w 911"/>
                  <a:gd name="T9" fmla="*/ 1041 h 1059"/>
                  <a:gd name="T10" fmla="*/ 0 w 911"/>
                  <a:gd name="T11" fmla="*/ 732 h 105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11" h="1059">
                    <a:moveTo>
                      <a:pt x="0" y="732"/>
                    </a:moveTo>
                    <a:lnTo>
                      <a:pt x="3" y="0"/>
                    </a:lnTo>
                    <a:lnTo>
                      <a:pt x="911" y="25"/>
                    </a:lnTo>
                    <a:lnTo>
                      <a:pt x="911" y="1059"/>
                    </a:lnTo>
                    <a:lnTo>
                      <a:pt x="32" y="1041"/>
                    </a:lnTo>
                    <a:lnTo>
                      <a:pt x="0" y="732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7593" name="Freeform 9">
                <a:extLst>
                  <a:ext uri="{FF2B5EF4-FFF2-40B4-BE49-F238E27FC236}">
                    <a16:creationId xmlns:a16="http://schemas.microsoft.com/office/drawing/2014/main" id="{535A5C0D-A847-405E-9229-BDC5BA95D7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2" y="1285"/>
                <a:ext cx="920" cy="1068"/>
              </a:xfrm>
              <a:custGeom>
                <a:avLst/>
                <a:gdLst>
                  <a:gd name="T0" fmla="*/ 4 w 920"/>
                  <a:gd name="T1" fmla="*/ 736 h 1068"/>
                  <a:gd name="T2" fmla="*/ 8 w 920"/>
                  <a:gd name="T3" fmla="*/ 736 h 1068"/>
                  <a:gd name="T4" fmla="*/ 11 w 920"/>
                  <a:gd name="T5" fmla="*/ 8 h 1068"/>
                  <a:gd name="T6" fmla="*/ 911 w 920"/>
                  <a:gd name="T7" fmla="*/ 33 h 1068"/>
                  <a:gd name="T8" fmla="*/ 911 w 920"/>
                  <a:gd name="T9" fmla="*/ 1059 h 1068"/>
                  <a:gd name="T10" fmla="*/ 40 w 920"/>
                  <a:gd name="T11" fmla="*/ 1041 h 1068"/>
                  <a:gd name="T12" fmla="*/ 7 w 920"/>
                  <a:gd name="T13" fmla="*/ 736 h 1068"/>
                  <a:gd name="T14" fmla="*/ 4 w 920"/>
                  <a:gd name="T15" fmla="*/ 736 h 1068"/>
                  <a:gd name="T16" fmla="*/ 8 w 920"/>
                  <a:gd name="T17" fmla="*/ 736 h 1068"/>
                  <a:gd name="T18" fmla="*/ 4 w 920"/>
                  <a:gd name="T19" fmla="*/ 736 h 1068"/>
                  <a:gd name="T20" fmla="*/ 0 w 920"/>
                  <a:gd name="T21" fmla="*/ 736 h 1068"/>
                  <a:gd name="T22" fmla="*/ 33 w 920"/>
                  <a:gd name="T23" fmla="*/ 1049 h 1068"/>
                  <a:gd name="T24" fmla="*/ 920 w 920"/>
                  <a:gd name="T25" fmla="*/ 1068 h 1068"/>
                  <a:gd name="T26" fmla="*/ 920 w 920"/>
                  <a:gd name="T27" fmla="*/ 25 h 1068"/>
                  <a:gd name="T28" fmla="*/ 4 w 920"/>
                  <a:gd name="T29" fmla="*/ 0 h 1068"/>
                  <a:gd name="T30" fmla="*/ 0 w 920"/>
                  <a:gd name="T31" fmla="*/ 736 h 1068"/>
                  <a:gd name="T32" fmla="*/ 0 w 920"/>
                  <a:gd name="T33" fmla="*/ 736 h 1068"/>
                  <a:gd name="T34" fmla="*/ 4 w 920"/>
                  <a:gd name="T35" fmla="*/ 736 h 1068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920" h="1068">
                    <a:moveTo>
                      <a:pt x="4" y="736"/>
                    </a:moveTo>
                    <a:lnTo>
                      <a:pt x="8" y="736"/>
                    </a:lnTo>
                    <a:lnTo>
                      <a:pt x="11" y="8"/>
                    </a:lnTo>
                    <a:lnTo>
                      <a:pt x="911" y="33"/>
                    </a:lnTo>
                    <a:lnTo>
                      <a:pt x="911" y="1059"/>
                    </a:lnTo>
                    <a:lnTo>
                      <a:pt x="40" y="1041"/>
                    </a:lnTo>
                    <a:lnTo>
                      <a:pt x="7" y="736"/>
                    </a:lnTo>
                    <a:lnTo>
                      <a:pt x="4" y="736"/>
                    </a:lnTo>
                    <a:lnTo>
                      <a:pt x="8" y="736"/>
                    </a:lnTo>
                    <a:lnTo>
                      <a:pt x="4" y="736"/>
                    </a:lnTo>
                    <a:lnTo>
                      <a:pt x="0" y="736"/>
                    </a:lnTo>
                    <a:lnTo>
                      <a:pt x="33" y="1049"/>
                    </a:lnTo>
                    <a:lnTo>
                      <a:pt x="920" y="1068"/>
                    </a:lnTo>
                    <a:lnTo>
                      <a:pt x="920" y="25"/>
                    </a:lnTo>
                    <a:lnTo>
                      <a:pt x="4" y="0"/>
                    </a:lnTo>
                    <a:lnTo>
                      <a:pt x="0" y="736"/>
                    </a:lnTo>
                    <a:lnTo>
                      <a:pt x="4" y="736"/>
                    </a:lnTo>
                    <a:close/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7594" name="Freeform 10">
                <a:extLst>
                  <a:ext uri="{FF2B5EF4-FFF2-40B4-BE49-F238E27FC236}">
                    <a16:creationId xmlns:a16="http://schemas.microsoft.com/office/drawing/2014/main" id="{2E2C5FB2-0098-4232-BB0E-5EABEB7340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3" y="2097"/>
                <a:ext cx="255" cy="1270"/>
              </a:xfrm>
              <a:custGeom>
                <a:avLst/>
                <a:gdLst>
                  <a:gd name="T0" fmla="*/ 0 w 255"/>
                  <a:gd name="T1" fmla="*/ 0 h 1270"/>
                  <a:gd name="T2" fmla="*/ 255 w 255"/>
                  <a:gd name="T3" fmla="*/ 21 h 1270"/>
                  <a:gd name="T4" fmla="*/ 255 w 255"/>
                  <a:gd name="T5" fmla="*/ 1270 h 1270"/>
                  <a:gd name="T6" fmla="*/ 34 w 255"/>
                  <a:gd name="T7" fmla="*/ 1105 h 1270"/>
                  <a:gd name="T8" fmla="*/ 34 w 255"/>
                  <a:gd name="T9" fmla="*/ 329 h 1270"/>
                  <a:gd name="T10" fmla="*/ 0 w 255"/>
                  <a:gd name="T11" fmla="*/ 0 h 127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55" h="1270">
                    <a:moveTo>
                      <a:pt x="0" y="0"/>
                    </a:moveTo>
                    <a:lnTo>
                      <a:pt x="255" y="21"/>
                    </a:lnTo>
                    <a:lnTo>
                      <a:pt x="255" y="1270"/>
                    </a:lnTo>
                    <a:lnTo>
                      <a:pt x="34" y="1105"/>
                    </a:lnTo>
                    <a:lnTo>
                      <a:pt x="34" y="3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9665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7595" name="Freeform 11">
                <a:extLst>
                  <a:ext uri="{FF2B5EF4-FFF2-40B4-BE49-F238E27FC236}">
                    <a16:creationId xmlns:a16="http://schemas.microsoft.com/office/drawing/2014/main" id="{17244A86-4A69-4A32-9582-16E081B685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9" y="2093"/>
                <a:ext cx="263" cy="1283"/>
              </a:xfrm>
              <a:custGeom>
                <a:avLst/>
                <a:gdLst>
                  <a:gd name="T0" fmla="*/ 4 w 263"/>
                  <a:gd name="T1" fmla="*/ 4 h 1283"/>
                  <a:gd name="T2" fmla="*/ 4 w 263"/>
                  <a:gd name="T3" fmla="*/ 9 h 1283"/>
                  <a:gd name="T4" fmla="*/ 255 w 263"/>
                  <a:gd name="T5" fmla="*/ 30 h 1283"/>
                  <a:gd name="T6" fmla="*/ 255 w 263"/>
                  <a:gd name="T7" fmla="*/ 1266 h 1283"/>
                  <a:gd name="T8" fmla="*/ 42 w 263"/>
                  <a:gd name="T9" fmla="*/ 1107 h 1283"/>
                  <a:gd name="T10" fmla="*/ 42 w 263"/>
                  <a:gd name="T11" fmla="*/ 333 h 1283"/>
                  <a:gd name="T12" fmla="*/ 8 w 263"/>
                  <a:gd name="T13" fmla="*/ 4 h 1283"/>
                  <a:gd name="T14" fmla="*/ 4 w 263"/>
                  <a:gd name="T15" fmla="*/ 4 h 1283"/>
                  <a:gd name="T16" fmla="*/ 4 w 263"/>
                  <a:gd name="T17" fmla="*/ 9 h 1283"/>
                  <a:gd name="T18" fmla="*/ 4 w 263"/>
                  <a:gd name="T19" fmla="*/ 4 h 1283"/>
                  <a:gd name="T20" fmla="*/ 0 w 263"/>
                  <a:gd name="T21" fmla="*/ 4 h 1283"/>
                  <a:gd name="T22" fmla="*/ 33 w 263"/>
                  <a:gd name="T23" fmla="*/ 335 h 1283"/>
                  <a:gd name="T24" fmla="*/ 33 w 263"/>
                  <a:gd name="T25" fmla="*/ 1111 h 1283"/>
                  <a:gd name="T26" fmla="*/ 263 w 263"/>
                  <a:gd name="T27" fmla="*/ 1283 h 1283"/>
                  <a:gd name="T28" fmla="*/ 263 w 263"/>
                  <a:gd name="T29" fmla="*/ 21 h 1283"/>
                  <a:gd name="T30" fmla="*/ 0 w 263"/>
                  <a:gd name="T31" fmla="*/ 0 h 1283"/>
                  <a:gd name="T32" fmla="*/ 0 w 263"/>
                  <a:gd name="T33" fmla="*/ 4 h 1283"/>
                  <a:gd name="T34" fmla="*/ 4 w 263"/>
                  <a:gd name="T35" fmla="*/ 4 h 1283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263" h="1283">
                    <a:moveTo>
                      <a:pt x="4" y="4"/>
                    </a:moveTo>
                    <a:lnTo>
                      <a:pt x="4" y="9"/>
                    </a:lnTo>
                    <a:lnTo>
                      <a:pt x="255" y="30"/>
                    </a:lnTo>
                    <a:lnTo>
                      <a:pt x="255" y="1266"/>
                    </a:lnTo>
                    <a:lnTo>
                      <a:pt x="42" y="1107"/>
                    </a:lnTo>
                    <a:lnTo>
                      <a:pt x="42" y="333"/>
                    </a:lnTo>
                    <a:lnTo>
                      <a:pt x="8" y="4"/>
                    </a:lnTo>
                    <a:lnTo>
                      <a:pt x="4" y="4"/>
                    </a:lnTo>
                    <a:lnTo>
                      <a:pt x="4" y="9"/>
                    </a:lnTo>
                    <a:lnTo>
                      <a:pt x="4" y="4"/>
                    </a:lnTo>
                    <a:lnTo>
                      <a:pt x="0" y="4"/>
                    </a:lnTo>
                    <a:lnTo>
                      <a:pt x="33" y="335"/>
                    </a:lnTo>
                    <a:lnTo>
                      <a:pt x="33" y="1111"/>
                    </a:lnTo>
                    <a:lnTo>
                      <a:pt x="263" y="1283"/>
                    </a:lnTo>
                    <a:lnTo>
                      <a:pt x="263" y="21"/>
                    </a:lnTo>
                    <a:lnTo>
                      <a:pt x="0" y="0"/>
                    </a:lnTo>
                    <a:lnTo>
                      <a:pt x="0" y="4"/>
                    </a:lnTo>
                    <a:lnTo>
                      <a:pt x="4" y="4"/>
                    </a:lnTo>
                    <a:close/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7596" name="Freeform 12">
                <a:extLst>
                  <a:ext uri="{FF2B5EF4-FFF2-40B4-BE49-F238E27FC236}">
                    <a16:creationId xmlns:a16="http://schemas.microsoft.com/office/drawing/2014/main" id="{E69A2724-AF89-42E2-8A80-3BD058D6F9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2" y="2114"/>
                <a:ext cx="46" cy="1253"/>
              </a:xfrm>
              <a:custGeom>
                <a:avLst/>
                <a:gdLst>
                  <a:gd name="T0" fmla="*/ 0 w 46"/>
                  <a:gd name="T1" fmla="*/ 0 h 1253"/>
                  <a:gd name="T2" fmla="*/ 0 w 46"/>
                  <a:gd name="T3" fmla="*/ 1223 h 1253"/>
                  <a:gd name="T4" fmla="*/ 46 w 46"/>
                  <a:gd name="T5" fmla="*/ 1253 h 1253"/>
                  <a:gd name="T6" fmla="*/ 46 w 46"/>
                  <a:gd name="T7" fmla="*/ 4 h 1253"/>
                  <a:gd name="T8" fmla="*/ 0 w 46"/>
                  <a:gd name="T9" fmla="*/ 0 h 125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6" h="1253">
                    <a:moveTo>
                      <a:pt x="0" y="0"/>
                    </a:moveTo>
                    <a:lnTo>
                      <a:pt x="0" y="1223"/>
                    </a:lnTo>
                    <a:lnTo>
                      <a:pt x="46" y="1253"/>
                    </a:lnTo>
                    <a:lnTo>
                      <a:pt x="46" y="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18B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7597" name="Freeform 13">
                <a:extLst>
                  <a:ext uri="{FF2B5EF4-FFF2-40B4-BE49-F238E27FC236}">
                    <a16:creationId xmlns:a16="http://schemas.microsoft.com/office/drawing/2014/main" id="{A64884D2-B703-46EE-8834-027C42EA03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8" y="2110"/>
                <a:ext cx="54" cy="1266"/>
              </a:xfrm>
              <a:custGeom>
                <a:avLst/>
                <a:gdLst>
                  <a:gd name="T0" fmla="*/ 4 w 54"/>
                  <a:gd name="T1" fmla="*/ 4 h 1266"/>
                  <a:gd name="T2" fmla="*/ 0 w 54"/>
                  <a:gd name="T3" fmla="*/ 4 h 1266"/>
                  <a:gd name="T4" fmla="*/ 0 w 54"/>
                  <a:gd name="T5" fmla="*/ 1230 h 1266"/>
                  <a:gd name="T6" fmla="*/ 54 w 54"/>
                  <a:gd name="T7" fmla="*/ 1266 h 1266"/>
                  <a:gd name="T8" fmla="*/ 54 w 54"/>
                  <a:gd name="T9" fmla="*/ 4 h 1266"/>
                  <a:gd name="T10" fmla="*/ 0 w 54"/>
                  <a:gd name="T11" fmla="*/ 0 h 1266"/>
                  <a:gd name="T12" fmla="*/ 0 w 54"/>
                  <a:gd name="T13" fmla="*/ 4 h 1266"/>
                  <a:gd name="T14" fmla="*/ 4 w 54"/>
                  <a:gd name="T15" fmla="*/ 4 h 1266"/>
                  <a:gd name="T16" fmla="*/ 4 w 54"/>
                  <a:gd name="T17" fmla="*/ 8 h 1266"/>
                  <a:gd name="T18" fmla="*/ 46 w 54"/>
                  <a:gd name="T19" fmla="*/ 13 h 1266"/>
                  <a:gd name="T20" fmla="*/ 46 w 54"/>
                  <a:gd name="T21" fmla="*/ 1251 h 1266"/>
                  <a:gd name="T22" fmla="*/ 8 w 54"/>
                  <a:gd name="T23" fmla="*/ 1225 h 1266"/>
                  <a:gd name="T24" fmla="*/ 8 w 54"/>
                  <a:gd name="T25" fmla="*/ 4 h 1266"/>
                  <a:gd name="T26" fmla="*/ 4 w 54"/>
                  <a:gd name="T27" fmla="*/ 4 h 1266"/>
                  <a:gd name="T28" fmla="*/ 4 w 54"/>
                  <a:gd name="T29" fmla="*/ 8 h 1266"/>
                  <a:gd name="T30" fmla="*/ 4 w 54"/>
                  <a:gd name="T31" fmla="*/ 4 h 126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54" h="1266">
                    <a:moveTo>
                      <a:pt x="4" y="4"/>
                    </a:moveTo>
                    <a:lnTo>
                      <a:pt x="0" y="4"/>
                    </a:lnTo>
                    <a:lnTo>
                      <a:pt x="0" y="1230"/>
                    </a:lnTo>
                    <a:lnTo>
                      <a:pt x="54" y="1266"/>
                    </a:lnTo>
                    <a:lnTo>
                      <a:pt x="54" y="4"/>
                    </a:lnTo>
                    <a:lnTo>
                      <a:pt x="0" y="0"/>
                    </a:lnTo>
                    <a:lnTo>
                      <a:pt x="0" y="4"/>
                    </a:lnTo>
                    <a:lnTo>
                      <a:pt x="4" y="4"/>
                    </a:lnTo>
                    <a:lnTo>
                      <a:pt x="4" y="8"/>
                    </a:lnTo>
                    <a:lnTo>
                      <a:pt x="46" y="13"/>
                    </a:lnTo>
                    <a:lnTo>
                      <a:pt x="46" y="1251"/>
                    </a:lnTo>
                    <a:lnTo>
                      <a:pt x="8" y="1225"/>
                    </a:lnTo>
                    <a:lnTo>
                      <a:pt x="8" y="4"/>
                    </a:lnTo>
                    <a:lnTo>
                      <a:pt x="4" y="4"/>
                    </a:lnTo>
                    <a:lnTo>
                      <a:pt x="4" y="8"/>
                    </a:lnTo>
                    <a:lnTo>
                      <a:pt x="4" y="4"/>
                    </a:lnTo>
                    <a:close/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7598" name="Freeform 14">
                <a:extLst>
                  <a:ext uri="{FF2B5EF4-FFF2-40B4-BE49-F238E27FC236}">
                    <a16:creationId xmlns:a16="http://schemas.microsoft.com/office/drawing/2014/main" id="{9C2156B1-EDFA-4BB5-A503-E9CDF85EC1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3" y="2089"/>
                <a:ext cx="56" cy="1398"/>
              </a:xfrm>
              <a:custGeom>
                <a:avLst/>
                <a:gdLst>
                  <a:gd name="T0" fmla="*/ 0 w 56"/>
                  <a:gd name="T1" fmla="*/ 3 h 1398"/>
                  <a:gd name="T2" fmla="*/ 0 w 56"/>
                  <a:gd name="T3" fmla="*/ 1153 h 1398"/>
                  <a:gd name="T4" fmla="*/ 56 w 56"/>
                  <a:gd name="T5" fmla="*/ 1398 h 1398"/>
                  <a:gd name="T6" fmla="*/ 56 w 56"/>
                  <a:gd name="T7" fmla="*/ 0 h 1398"/>
                  <a:gd name="T8" fmla="*/ 0 w 56"/>
                  <a:gd name="T9" fmla="*/ 3 h 139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1398">
                    <a:moveTo>
                      <a:pt x="0" y="3"/>
                    </a:moveTo>
                    <a:lnTo>
                      <a:pt x="0" y="1153"/>
                    </a:lnTo>
                    <a:lnTo>
                      <a:pt x="56" y="1398"/>
                    </a:lnTo>
                    <a:lnTo>
                      <a:pt x="56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DCA7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7599" name="Freeform 15">
                <a:extLst>
                  <a:ext uri="{FF2B5EF4-FFF2-40B4-BE49-F238E27FC236}">
                    <a16:creationId xmlns:a16="http://schemas.microsoft.com/office/drawing/2014/main" id="{E2A4C2A8-B416-4DAC-A7B8-0FB8736A6B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9" y="2085"/>
                <a:ext cx="64" cy="1404"/>
              </a:xfrm>
              <a:custGeom>
                <a:avLst/>
                <a:gdLst>
                  <a:gd name="T0" fmla="*/ 4 w 64"/>
                  <a:gd name="T1" fmla="*/ 7 h 1404"/>
                  <a:gd name="T2" fmla="*/ 0 w 64"/>
                  <a:gd name="T3" fmla="*/ 7 h 1404"/>
                  <a:gd name="T4" fmla="*/ 0 w 64"/>
                  <a:gd name="T5" fmla="*/ 1157 h 1404"/>
                  <a:gd name="T6" fmla="*/ 56 w 64"/>
                  <a:gd name="T7" fmla="*/ 1404 h 1404"/>
                  <a:gd name="T8" fmla="*/ 64 w 64"/>
                  <a:gd name="T9" fmla="*/ 1402 h 1404"/>
                  <a:gd name="T10" fmla="*/ 64 w 64"/>
                  <a:gd name="T11" fmla="*/ 0 h 1404"/>
                  <a:gd name="T12" fmla="*/ 0 w 64"/>
                  <a:gd name="T13" fmla="*/ 3 h 1404"/>
                  <a:gd name="T14" fmla="*/ 0 w 64"/>
                  <a:gd name="T15" fmla="*/ 7 h 1404"/>
                  <a:gd name="T16" fmla="*/ 4 w 64"/>
                  <a:gd name="T17" fmla="*/ 7 h 1404"/>
                  <a:gd name="T18" fmla="*/ 4 w 64"/>
                  <a:gd name="T19" fmla="*/ 11 h 1404"/>
                  <a:gd name="T20" fmla="*/ 56 w 64"/>
                  <a:gd name="T21" fmla="*/ 8 h 1404"/>
                  <a:gd name="T22" fmla="*/ 56 w 64"/>
                  <a:gd name="T23" fmla="*/ 1366 h 1404"/>
                  <a:gd name="T24" fmla="*/ 8 w 64"/>
                  <a:gd name="T25" fmla="*/ 1157 h 1404"/>
                  <a:gd name="T26" fmla="*/ 8 w 64"/>
                  <a:gd name="T27" fmla="*/ 7 h 1404"/>
                  <a:gd name="T28" fmla="*/ 4 w 64"/>
                  <a:gd name="T29" fmla="*/ 7 h 1404"/>
                  <a:gd name="T30" fmla="*/ 4 w 64"/>
                  <a:gd name="T31" fmla="*/ 11 h 1404"/>
                  <a:gd name="T32" fmla="*/ 4 w 64"/>
                  <a:gd name="T33" fmla="*/ 7 h 140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4" h="1404">
                    <a:moveTo>
                      <a:pt x="4" y="7"/>
                    </a:moveTo>
                    <a:lnTo>
                      <a:pt x="0" y="7"/>
                    </a:lnTo>
                    <a:lnTo>
                      <a:pt x="0" y="1157"/>
                    </a:lnTo>
                    <a:lnTo>
                      <a:pt x="56" y="1404"/>
                    </a:lnTo>
                    <a:lnTo>
                      <a:pt x="64" y="1402"/>
                    </a:lnTo>
                    <a:lnTo>
                      <a:pt x="64" y="0"/>
                    </a:lnTo>
                    <a:lnTo>
                      <a:pt x="0" y="3"/>
                    </a:lnTo>
                    <a:lnTo>
                      <a:pt x="0" y="7"/>
                    </a:lnTo>
                    <a:lnTo>
                      <a:pt x="4" y="7"/>
                    </a:lnTo>
                    <a:lnTo>
                      <a:pt x="4" y="11"/>
                    </a:lnTo>
                    <a:lnTo>
                      <a:pt x="56" y="8"/>
                    </a:lnTo>
                    <a:lnTo>
                      <a:pt x="56" y="1366"/>
                    </a:lnTo>
                    <a:lnTo>
                      <a:pt x="8" y="1157"/>
                    </a:lnTo>
                    <a:lnTo>
                      <a:pt x="8" y="7"/>
                    </a:lnTo>
                    <a:lnTo>
                      <a:pt x="4" y="7"/>
                    </a:lnTo>
                    <a:lnTo>
                      <a:pt x="4" y="11"/>
                    </a:lnTo>
                    <a:lnTo>
                      <a:pt x="4" y="7"/>
                    </a:lnTo>
                    <a:close/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7600" name="Freeform 16">
                <a:extLst>
                  <a:ext uri="{FF2B5EF4-FFF2-40B4-BE49-F238E27FC236}">
                    <a16:creationId xmlns:a16="http://schemas.microsoft.com/office/drawing/2014/main" id="{A1F1C1F2-D19C-41FF-9953-A453E19EC7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9" y="2082"/>
                <a:ext cx="50" cy="1405"/>
              </a:xfrm>
              <a:custGeom>
                <a:avLst/>
                <a:gdLst>
                  <a:gd name="T0" fmla="*/ 0 w 50"/>
                  <a:gd name="T1" fmla="*/ 7 h 1405"/>
                  <a:gd name="T2" fmla="*/ 0 w 50"/>
                  <a:gd name="T3" fmla="*/ 1405 h 1405"/>
                  <a:gd name="T4" fmla="*/ 50 w 50"/>
                  <a:gd name="T5" fmla="*/ 1405 h 1405"/>
                  <a:gd name="T6" fmla="*/ 50 w 50"/>
                  <a:gd name="T7" fmla="*/ 0 h 1405"/>
                  <a:gd name="T8" fmla="*/ 0 w 50"/>
                  <a:gd name="T9" fmla="*/ 7 h 140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0" h="1405">
                    <a:moveTo>
                      <a:pt x="0" y="7"/>
                    </a:moveTo>
                    <a:lnTo>
                      <a:pt x="0" y="1405"/>
                    </a:lnTo>
                    <a:lnTo>
                      <a:pt x="50" y="1405"/>
                    </a:lnTo>
                    <a:lnTo>
                      <a:pt x="50" y="0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C18B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7601" name="Freeform 17">
                <a:extLst>
                  <a:ext uri="{FF2B5EF4-FFF2-40B4-BE49-F238E27FC236}">
                    <a16:creationId xmlns:a16="http://schemas.microsoft.com/office/drawing/2014/main" id="{2E45F883-D842-4B69-AB5D-AA8EE2F438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5" y="2078"/>
                <a:ext cx="58" cy="1414"/>
              </a:xfrm>
              <a:custGeom>
                <a:avLst/>
                <a:gdLst>
                  <a:gd name="T0" fmla="*/ 4 w 58"/>
                  <a:gd name="T1" fmla="*/ 11 h 1414"/>
                  <a:gd name="T2" fmla="*/ 0 w 58"/>
                  <a:gd name="T3" fmla="*/ 11 h 1414"/>
                  <a:gd name="T4" fmla="*/ 0 w 58"/>
                  <a:gd name="T5" fmla="*/ 1414 h 1414"/>
                  <a:gd name="T6" fmla="*/ 58 w 58"/>
                  <a:gd name="T7" fmla="*/ 1414 h 1414"/>
                  <a:gd name="T8" fmla="*/ 58 w 58"/>
                  <a:gd name="T9" fmla="*/ 0 h 1414"/>
                  <a:gd name="T10" fmla="*/ 0 w 58"/>
                  <a:gd name="T11" fmla="*/ 7 h 1414"/>
                  <a:gd name="T12" fmla="*/ 0 w 58"/>
                  <a:gd name="T13" fmla="*/ 11 h 1414"/>
                  <a:gd name="T14" fmla="*/ 4 w 58"/>
                  <a:gd name="T15" fmla="*/ 11 h 1414"/>
                  <a:gd name="T16" fmla="*/ 4 w 58"/>
                  <a:gd name="T17" fmla="*/ 15 h 1414"/>
                  <a:gd name="T18" fmla="*/ 50 w 58"/>
                  <a:gd name="T19" fmla="*/ 10 h 1414"/>
                  <a:gd name="T20" fmla="*/ 50 w 58"/>
                  <a:gd name="T21" fmla="*/ 1405 h 1414"/>
                  <a:gd name="T22" fmla="*/ 8 w 58"/>
                  <a:gd name="T23" fmla="*/ 1405 h 1414"/>
                  <a:gd name="T24" fmla="*/ 8 w 58"/>
                  <a:gd name="T25" fmla="*/ 11 h 1414"/>
                  <a:gd name="T26" fmla="*/ 4 w 58"/>
                  <a:gd name="T27" fmla="*/ 11 h 1414"/>
                  <a:gd name="T28" fmla="*/ 4 w 58"/>
                  <a:gd name="T29" fmla="*/ 15 h 1414"/>
                  <a:gd name="T30" fmla="*/ 4 w 58"/>
                  <a:gd name="T31" fmla="*/ 11 h 1414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58" h="1414">
                    <a:moveTo>
                      <a:pt x="4" y="11"/>
                    </a:moveTo>
                    <a:lnTo>
                      <a:pt x="0" y="11"/>
                    </a:lnTo>
                    <a:lnTo>
                      <a:pt x="0" y="1414"/>
                    </a:lnTo>
                    <a:lnTo>
                      <a:pt x="58" y="1414"/>
                    </a:lnTo>
                    <a:lnTo>
                      <a:pt x="58" y="0"/>
                    </a:lnTo>
                    <a:lnTo>
                      <a:pt x="0" y="7"/>
                    </a:lnTo>
                    <a:lnTo>
                      <a:pt x="0" y="11"/>
                    </a:lnTo>
                    <a:lnTo>
                      <a:pt x="4" y="11"/>
                    </a:lnTo>
                    <a:lnTo>
                      <a:pt x="4" y="15"/>
                    </a:lnTo>
                    <a:lnTo>
                      <a:pt x="50" y="10"/>
                    </a:lnTo>
                    <a:lnTo>
                      <a:pt x="50" y="1405"/>
                    </a:lnTo>
                    <a:lnTo>
                      <a:pt x="8" y="1405"/>
                    </a:lnTo>
                    <a:lnTo>
                      <a:pt x="8" y="11"/>
                    </a:lnTo>
                    <a:lnTo>
                      <a:pt x="4" y="11"/>
                    </a:lnTo>
                    <a:lnTo>
                      <a:pt x="4" y="15"/>
                    </a:lnTo>
                    <a:lnTo>
                      <a:pt x="4" y="11"/>
                    </a:lnTo>
                    <a:close/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7602" name="Freeform 18">
                <a:extLst>
                  <a:ext uri="{FF2B5EF4-FFF2-40B4-BE49-F238E27FC236}">
                    <a16:creationId xmlns:a16="http://schemas.microsoft.com/office/drawing/2014/main" id="{2FD545C6-7AE6-4F0A-82AD-96100E0309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9" y="2330"/>
                <a:ext cx="788" cy="169"/>
              </a:xfrm>
              <a:custGeom>
                <a:avLst/>
                <a:gdLst>
                  <a:gd name="T0" fmla="*/ 0 w 565"/>
                  <a:gd name="T1" fmla="*/ 0 h 121"/>
                  <a:gd name="T2" fmla="*/ 0 w 565"/>
                  <a:gd name="T3" fmla="*/ 123 h 121"/>
                  <a:gd name="T4" fmla="*/ 522 w 565"/>
                  <a:gd name="T5" fmla="*/ 321 h 121"/>
                  <a:gd name="T6" fmla="*/ 1149 w 565"/>
                  <a:gd name="T7" fmla="*/ 314 h 121"/>
                  <a:gd name="T8" fmla="*/ 1533 w 565"/>
                  <a:gd name="T9" fmla="*/ 254 h 121"/>
                  <a:gd name="T10" fmla="*/ 1517 w 565"/>
                  <a:gd name="T11" fmla="*/ 35 h 121"/>
                  <a:gd name="T12" fmla="*/ 0 w 565"/>
                  <a:gd name="T13" fmla="*/ 0 h 1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65" h="121">
                    <a:moveTo>
                      <a:pt x="0" y="0"/>
                    </a:moveTo>
                    <a:cubicBezTo>
                      <a:pt x="0" y="45"/>
                      <a:pt x="0" y="45"/>
                      <a:pt x="0" y="45"/>
                    </a:cubicBezTo>
                    <a:cubicBezTo>
                      <a:pt x="0" y="45"/>
                      <a:pt x="115" y="121"/>
                      <a:pt x="192" y="118"/>
                    </a:cubicBezTo>
                    <a:cubicBezTo>
                      <a:pt x="268" y="116"/>
                      <a:pt x="353" y="120"/>
                      <a:pt x="424" y="115"/>
                    </a:cubicBezTo>
                    <a:cubicBezTo>
                      <a:pt x="496" y="110"/>
                      <a:pt x="565" y="93"/>
                      <a:pt x="565" y="93"/>
                    </a:cubicBezTo>
                    <a:cubicBezTo>
                      <a:pt x="559" y="13"/>
                      <a:pt x="559" y="13"/>
                      <a:pt x="559" y="13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D75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7603" name="Freeform 19">
                <a:extLst>
                  <a:ext uri="{FF2B5EF4-FFF2-40B4-BE49-F238E27FC236}">
                    <a16:creationId xmlns:a16="http://schemas.microsoft.com/office/drawing/2014/main" id="{10BF494D-5B00-4F73-920F-78711243E0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5" y="2326"/>
                <a:ext cx="796" cy="173"/>
              </a:xfrm>
              <a:custGeom>
                <a:avLst/>
                <a:gdLst>
                  <a:gd name="T0" fmla="*/ 8 w 571"/>
                  <a:gd name="T1" fmla="*/ 8 h 124"/>
                  <a:gd name="T2" fmla="*/ 0 w 571"/>
                  <a:gd name="T3" fmla="*/ 8 h 124"/>
                  <a:gd name="T4" fmla="*/ 0 w 571"/>
                  <a:gd name="T5" fmla="*/ 137 h 124"/>
                  <a:gd name="T6" fmla="*/ 6 w 571"/>
                  <a:gd name="T7" fmla="*/ 137 h 124"/>
                  <a:gd name="T8" fmla="*/ 181 w 571"/>
                  <a:gd name="T9" fmla="*/ 236 h 124"/>
                  <a:gd name="T10" fmla="*/ 517 w 571"/>
                  <a:gd name="T11" fmla="*/ 336 h 124"/>
                  <a:gd name="T12" fmla="*/ 528 w 571"/>
                  <a:gd name="T13" fmla="*/ 336 h 124"/>
                  <a:gd name="T14" fmla="*/ 707 w 571"/>
                  <a:gd name="T15" fmla="*/ 335 h 124"/>
                  <a:gd name="T16" fmla="*/ 887 w 571"/>
                  <a:gd name="T17" fmla="*/ 335 h 124"/>
                  <a:gd name="T18" fmla="*/ 1156 w 571"/>
                  <a:gd name="T19" fmla="*/ 329 h 124"/>
                  <a:gd name="T20" fmla="*/ 1539 w 571"/>
                  <a:gd name="T21" fmla="*/ 269 h 124"/>
                  <a:gd name="T22" fmla="*/ 1547 w 571"/>
                  <a:gd name="T23" fmla="*/ 266 h 124"/>
                  <a:gd name="T24" fmla="*/ 1528 w 571"/>
                  <a:gd name="T25" fmla="*/ 35 h 124"/>
                  <a:gd name="T26" fmla="*/ 0 w 571"/>
                  <a:gd name="T27" fmla="*/ 0 h 124"/>
                  <a:gd name="T28" fmla="*/ 0 w 571"/>
                  <a:gd name="T29" fmla="*/ 8 h 124"/>
                  <a:gd name="T30" fmla="*/ 8 w 571"/>
                  <a:gd name="T31" fmla="*/ 8 h 124"/>
                  <a:gd name="T32" fmla="*/ 8 w 571"/>
                  <a:gd name="T33" fmla="*/ 15 h 124"/>
                  <a:gd name="T34" fmla="*/ 1514 w 571"/>
                  <a:gd name="T35" fmla="*/ 53 h 124"/>
                  <a:gd name="T36" fmla="*/ 1532 w 571"/>
                  <a:gd name="T37" fmla="*/ 261 h 124"/>
                  <a:gd name="T38" fmla="*/ 1539 w 571"/>
                  <a:gd name="T39" fmla="*/ 261 h 124"/>
                  <a:gd name="T40" fmla="*/ 1535 w 571"/>
                  <a:gd name="T41" fmla="*/ 253 h 124"/>
                  <a:gd name="T42" fmla="*/ 1528 w 571"/>
                  <a:gd name="T43" fmla="*/ 255 h 124"/>
                  <a:gd name="T44" fmla="*/ 1156 w 571"/>
                  <a:gd name="T45" fmla="*/ 311 h 124"/>
                  <a:gd name="T46" fmla="*/ 887 w 571"/>
                  <a:gd name="T47" fmla="*/ 317 h 124"/>
                  <a:gd name="T48" fmla="*/ 707 w 571"/>
                  <a:gd name="T49" fmla="*/ 317 h 124"/>
                  <a:gd name="T50" fmla="*/ 524 w 571"/>
                  <a:gd name="T51" fmla="*/ 321 h 124"/>
                  <a:gd name="T52" fmla="*/ 517 w 571"/>
                  <a:gd name="T53" fmla="*/ 321 h 124"/>
                  <a:gd name="T54" fmla="*/ 191 w 571"/>
                  <a:gd name="T55" fmla="*/ 222 h 124"/>
                  <a:gd name="T56" fmla="*/ 63 w 571"/>
                  <a:gd name="T57" fmla="*/ 156 h 124"/>
                  <a:gd name="T58" fmla="*/ 28 w 571"/>
                  <a:gd name="T59" fmla="*/ 133 h 124"/>
                  <a:gd name="T60" fmla="*/ 15 w 571"/>
                  <a:gd name="T61" fmla="*/ 124 h 124"/>
                  <a:gd name="T62" fmla="*/ 14 w 571"/>
                  <a:gd name="T63" fmla="*/ 123 h 124"/>
                  <a:gd name="T64" fmla="*/ 8 w 571"/>
                  <a:gd name="T65" fmla="*/ 130 h 124"/>
                  <a:gd name="T66" fmla="*/ 15 w 571"/>
                  <a:gd name="T67" fmla="*/ 130 h 124"/>
                  <a:gd name="T68" fmla="*/ 15 w 571"/>
                  <a:gd name="T69" fmla="*/ 8 h 124"/>
                  <a:gd name="T70" fmla="*/ 8 w 571"/>
                  <a:gd name="T71" fmla="*/ 8 h 124"/>
                  <a:gd name="T72" fmla="*/ 8 w 571"/>
                  <a:gd name="T73" fmla="*/ 15 h 124"/>
                  <a:gd name="T74" fmla="*/ 8 w 571"/>
                  <a:gd name="T75" fmla="*/ 8 h 124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0" t="0" r="r" b="b"/>
                <a:pathLst>
                  <a:path w="571" h="124">
                    <a:moveTo>
                      <a:pt x="3" y="3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50"/>
                      <a:pt x="0" y="50"/>
                      <a:pt x="0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2" y="50"/>
                      <a:pt x="30" y="69"/>
                      <a:pt x="67" y="87"/>
                    </a:cubicBezTo>
                    <a:cubicBezTo>
                      <a:pt x="104" y="106"/>
                      <a:pt x="151" y="124"/>
                      <a:pt x="191" y="124"/>
                    </a:cubicBezTo>
                    <a:cubicBezTo>
                      <a:pt x="192" y="124"/>
                      <a:pt x="193" y="124"/>
                      <a:pt x="195" y="124"/>
                    </a:cubicBezTo>
                    <a:cubicBezTo>
                      <a:pt x="216" y="123"/>
                      <a:pt x="238" y="123"/>
                      <a:pt x="261" y="123"/>
                    </a:cubicBezTo>
                    <a:cubicBezTo>
                      <a:pt x="283" y="123"/>
                      <a:pt x="305" y="123"/>
                      <a:pt x="327" y="123"/>
                    </a:cubicBezTo>
                    <a:cubicBezTo>
                      <a:pt x="362" y="123"/>
                      <a:pt x="396" y="123"/>
                      <a:pt x="427" y="121"/>
                    </a:cubicBezTo>
                    <a:cubicBezTo>
                      <a:pt x="499" y="115"/>
                      <a:pt x="568" y="99"/>
                      <a:pt x="568" y="99"/>
                    </a:cubicBezTo>
                    <a:cubicBezTo>
                      <a:pt x="571" y="98"/>
                      <a:pt x="571" y="98"/>
                      <a:pt x="571" y="98"/>
                    </a:cubicBezTo>
                    <a:cubicBezTo>
                      <a:pt x="564" y="13"/>
                      <a:pt x="564" y="13"/>
                      <a:pt x="564" y="13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559" y="19"/>
                      <a:pt x="559" y="19"/>
                      <a:pt x="559" y="19"/>
                    </a:cubicBezTo>
                    <a:cubicBezTo>
                      <a:pt x="565" y="96"/>
                      <a:pt x="565" y="96"/>
                      <a:pt x="565" y="96"/>
                    </a:cubicBezTo>
                    <a:cubicBezTo>
                      <a:pt x="568" y="96"/>
                      <a:pt x="568" y="96"/>
                      <a:pt x="568" y="96"/>
                    </a:cubicBezTo>
                    <a:cubicBezTo>
                      <a:pt x="567" y="93"/>
                      <a:pt x="567" y="93"/>
                      <a:pt x="567" y="93"/>
                    </a:cubicBezTo>
                    <a:cubicBezTo>
                      <a:pt x="567" y="93"/>
                      <a:pt x="566" y="93"/>
                      <a:pt x="564" y="94"/>
                    </a:cubicBezTo>
                    <a:cubicBezTo>
                      <a:pt x="550" y="97"/>
                      <a:pt x="489" y="110"/>
                      <a:pt x="427" y="115"/>
                    </a:cubicBezTo>
                    <a:cubicBezTo>
                      <a:pt x="396" y="117"/>
                      <a:pt x="362" y="117"/>
                      <a:pt x="327" y="117"/>
                    </a:cubicBezTo>
                    <a:cubicBezTo>
                      <a:pt x="305" y="117"/>
                      <a:pt x="283" y="117"/>
                      <a:pt x="261" y="117"/>
                    </a:cubicBezTo>
                    <a:cubicBezTo>
                      <a:pt x="238" y="117"/>
                      <a:pt x="216" y="117"/>
                      <a:pt x="194" y="118"/>
                    </a:cubicBezTo>
                    <a:cubicBezTo>
                      <a:pt x="193" y="118"/>
                      <a:pt x="192" y="118"/>
                      <a:pt x="191" y="118"/>
                    </a:cubicBezTo>
                    <a:cubicBezTo>
                      <a:pt x="153" y="118"/>
                      <a:pt x="107" y="100"/>
                      <a:pt x="70" y="82"/>
                    </a:cubicBezTo>
                    <a:cubicBezTo>
                      <a:pt x="51" y="73"/>
                      <a:pt x="35" y="64"/>
                      <a:pt x="23" y="57"/>
                    </a:cubicBezTo>
                    <a:cubicBezTo>
                      <a:pt x="18" y="53"/>
                      <a:pt x="13" y="51"/>
                      <a:pt x="10" y="49"/>
                    </a:cubicBezTo>
                    <a:cubicBezTo>
                      <a:pt x="8" y="48"/>
                      <a:pt x="7" y="47"/>
                      <a:pt x="6" y="46"/>
                    </a:cubicBezTo>
                    <a:cubicBezTo>
                      <a:pt x="5" y="46"/>
                      <a:pt x="5" y="45"/>
                      <a:pt x="5" y="45"/>
                    </a:cubicBezTo>
                    <a:cubicBezTo>
                      <a:pt x="3" y="48"/>
                      <a:pt x="3" y="48"/>
                      <a:pt x="3" y="48"/>
                    </a:cubicBezTo>
                    <a:cubicBezTo>
                      <a:pt x="6" y="48"/>
                      <a:pt x="6" y="48"/>
                      <a:pt x="6" y="48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6"/>
                      <a:pt x="3" y="6"/>
                      <a:pt x="3" y="6"/>
                    </a:cubicBez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7604" name="Freeform 20">
                <a:extLst>
                  <a:ext uri="{FF2B5EF4-FFF2-40B4-BE49-F238E27FC236}">
                    <a16:creationId xmlns:a16="http://schemas.microsoft.com/office/drawing/2014/main" id="{4249A7A5-DD1B-4E5C-982C-7987B6F54F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9" y="2393"/>
                <a:ext cx="803" cy="226"/>
              </a:xfrm>
              <a:custGeom>
                <a:avLst/>
                <a:gdLst>
                  <a:gd name="T0" fmla="*/ 0 w 576"/>
                  <a:gd name="T1" fmla="*/ 0 h 162"/>
                  <a:gd name="T2" fmla="*/ 0 w 576"/>
                  <a:gd name="T3" fmla="*/ 232 h 162"/>
                  <a:gd name="T4" fmla="*/ 1560 w 576"/>
                  <a:gd name="T5" fmla="*/ 261 h 162"/>
                  <a:gd name="T6" fmla="*/ 1560 w 576"/>
                  <a:gd name="T7" fmla="*/ 89 h 162"/>
                  <a:gd name="T8" fmla="*/ 0 w 576"/>
                  <a:gd name="T9" fmla="*/ 0 h 1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76" h="162">
                    <a:moveTo>
                      <a:pt x="0" y="0"/>
                    </a:moveTo>
                    <a:cubicBezTo>
                      <a:pt x="0" y="85"/>
                      <a:pt x="0" y="85"/>
                      <a:pt x="0" y="85"/>
                    </a:cubicBezTo>
                    <a:cubicBezTo>
                      <a:pt x="0" y="85"/>
                      <a:pt x="293" y="162"/>
                      <a:pt x="576" y="96"/>
                    </a:cubicBezTo>
                    <a:cubicBezTo>
                      <a:pt x="576" y="33"/>
                      <a:pt x="576" y="33"/>
                      <a:pt x="576" y="33"/>
                    </a:cubicBezTo>
                    <a:cubicBezTo>
                      <a:pt x="576" y="33"/>
                      <a:pt x="264" y="73"/>
                      <a:pt x="0" y="0"/>
                    </a:cubicBezTo>
                    <a:close/>
                  </a:path>
                </a:pathLst>
              </a:custGeom>
              <a:solidFill>
                <a:srgbClr val="C18B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7605" name="Freeform 21">
                <a:extLst>
                  <a:ext uri="{FF2B5EF4-FFF2-40B4-BE49-F238E27FC236}">
                    <a16:creationId xmlns:a16="http://schemas.microsoft.com/office/drawing/2014/main" id="{6675D5DE-D3A5-4F7D-86F4-03ACEE1B08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5" y="2387"/>
                <a:ext cx="811" cy="182"/>
              </a:xfrm>
              <a:custGeom>
                <a:avLst/>
                <a:gdLst>
                  <a:gd name="T0" fmla="*/ 8 w 582"/>
                  <a:gd name="T1" fmla="*/ 11 h 130"/>
                  <a:gd name="T2" fmla="*/ 0 w 582"/>
                  <a:gd name="T3" fmla="*/ 11 h 130"/>
                  <a:gd name="T4" fmla="*/ 0 w 582"/>
                  <a:gd name="T5" fmla="*/ 253 h 130"/>
                  <a:gd name="T6" fmla="*/ 8 w 582"/>
                  <a:gd name="T7" fmla="*/ 253 h 130"/>
                  <a:gd name="T8" fmla="*/ 888 w 582"/>
                  <a:gd name="T9" fmla="*/ 357 h 130"/>
                  <a:gd name="T10" fmla="*/ 1568 w 582"/>
                  <a:gd name="T11" fmla="*/ 280 h 130"/>
                  <a:gd name="T12" fmla="*/ 1575 w 582"/>
                  <a:gd name="T13" fmla="*/ 280 h 130"/>
                  <a:gd name="T14" fmla="*/ 1575 w 582"/>
                  <a:gd name="T15" fmla="*/ 90 h 130"/>
                  <a:gd name="T16" fmla="*/ 1563 w 582"/>
                  <a:gd name="T17" fmla="*/ 94 h 130"/>
                  <a:gd name="T18" fmla="*/ 1554 w 582"/>
                  <a:gd name="T19" fmla="*/ 94 h 130"/>
                  <a:gd name="T20" fmla="*/ 1010 w 582"/>
                  <a:gd name="T21" fmla="*/ 123 h 130"/>
                  <a:gd name="T22" fmla="*/ 11 w 582"/>
                  <a:gd name="T23" fmla="*/ 1 h 130"/>
                  <a:gd name="T24" fmla="*/ 0 w 582"/>
                  <a:gd name="T25" fmla="*/ 0 h 130"/>
                  <a:gd name="T26" fmla="*/ 0 w 582"/>
                  <a:gd name="T27" fmla="*/ 11 h 130"/>
                  <a:gd name="T28" fmla="*/ 8 w 582"/>
                  <a:gd name="T29" fmla="*/ 11 h 130"/>
                  <a:gd name="T30" fmla="*/ 8 w 582"/>
                  <a:gd name="T31" fmla="*/ 20 h 130"/>
                  <a:gd name="T32" fmla="*/ 1010 w 582"/>
                  <a:gd name="T33" fmla="*/ 139 h 130"/>
                  <a:gd name="T34" fmla="*/ 1568 w 582"/>
                  <a:gd name="T35" fmla="*/ 109 h 130"/>
                  <a:gd name="T36" fmla="*/ 1568 w 582"/>
                  <a:gd name="T37" fmla="*/ 102 h 130"/>
                  <a:gd name="T38" fmla="*/ 1559 w 582"/>
                  <a:gd name="T39" fmla="*/ 102 h 130"/>
                  <a:gd name="T40" fmla="*/ 1559 w 582"/>
                  <a:gd name="T41" fmla="*/ 274 h 130"/>
                  <a:gd name="T42" fmla="*/ 1568 w 582"/>
                  <a:gd name="T43" fmla="*/ 274 h 130"/>
                  <a:gd name="T44" fmla="*/ 1563 w 582"/>
                  <a:gd name="T45" fmla="*/ 266 h 130"/>
                  <a:gd name="T46" fmla="*/ 888 w 582"/>
                  <a:gd name="T47" fmla="*/ 342 h 130"/>
                  <a:gd name="T48" fmla="*/ 266 w 582"/>
                  <a:gd name="T49" fmla="*/ 288 h 130"/>
                  <a:gd name="T50" fmla="*/ 78 w 582"/>
                  <a:gd name="T51" fmla="*/ 253 h 130"/>
                  <a:gd name="T52" fmla="*/ 29 w 582"/>
                  <a:gd name="T53" fmla="*/ 241 h 130"/>
                  <a:gd name="T54" fmla="*/ 15 w 582"/>
                  <a:gd name="T55" fmla="*/ 239 h 130"/>
                  <a:gd name="T56" fmla="*/ 11 w 582"/>
                  <a:gd name="T57" fmla="*/ 235 h 130"/>
                  <a:gd name="T58" fmla="*/ 8 w 582"/>
                  <a:gd name="T59" fmla="*/ 245 h 130"/>
                  <a:gd name="T60" fmla="*/ 15 w 582"/>
                  <a:gd name="T61" fmla="*/ 245 h 130"/>
                  <a:gd name="T62" fmla="*/ 15 w 582"/>
                  <a:gd name="T63" fmla="*/ 11 h 130"/>
                  <a:gd name="T64" fmla="*/ 8 w 582"/>
                  <a:gd name="T65" fmla="*/ 11 h 130"/>
                  <a:gd name="T66" fmla="*/ 8 w 582"/>
                  <a:gd name="T67" fmla="*/ 20 h 130"/>
                  <a:gd name="T68" fmla="*/ 8 w 582"/>
                  <a:gd name="T69" fmla="*/ 11 h 130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582" h="130">
                    <a:moveTo>
                      <a:pt x="3" y="4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0" y="92"/>
                      <a:pt x="0" y="92"/>
                      <a:pt x="0" y="92"/>
                    </a:cubicBezTo>
                    <a:cubicBezTo>
                      <a:pt x="3" y="92"/>
                      <a:pt x="3" y="92"/>
                      <a:pt x="3" y="92"/>
                    </a:cubicBezTo>
                    <a:cubicBezTo>
                      <a:pt x="3" y="92"/>
                      <a:pt x="146" y="130"/>
                      <a:pt x="328" y="130"/>
                    </a:cubicBezTo>
                    <a:cubicBezTo>
                      <a:pt x="407" y="130"/>
                      <a:pt x="494" y="123"/>
                      <a:pt x="579" y="102"/>
                    </a:cubicBezTo>
                    <a:cubicBezTo>
                      <a:pt x="582" y="102"/>
                      <a:pt x="582" y="102"/>
                      <a:pt x="582" y="102"/>
                    </a:cubicBezTo>
                    <a:cubicBezTo>
                      <a:pt x="582" y="33"/>
                      <a:pt x="582" y="33"/>
                      <a:pt x="582" y="33"/>
                    </a:cubicBezTo>
                    <a:cubicBezTo>
                      <a:pt x="578" y="34"/>
                      <a:pt x="578" y="34"/>
                      <a:pt x="578" y="34"/>
                    </a:cubicBezTo>
                    <a:cubicBezTo>
                      <a:pt x="578" y="34"/>
                      <a:pt x="577" y="34"/>
                      <a:pt x="574" y="34"/>
                    </a:cubicBezTo>
                    <a:cubicBezTo>
                      <a:pt x="556" y="36"/>
                      <a:pt x="478" y="45"/>
                      <a:pt x="373" y="45"/>
                    </a:cubicBezTo>
                    <a:cubicBezTo>
                      <a:pt x="265" y="45"/>
                      <a:pt x="129" y="36"/>
                      <a:pt x="4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128" y="42"/>
                      <a:pt x="264" y="51"/>
                      <a:pt x="373" y="51"/>
                    </a:cubicBezTo>
                    <a:cubicBezTo>
                      <a:pt x="493" y="51"/>
                      <a:pt x="579" y="40"/>
                      <a:pt x="579" y="40"/>
                    </a:cubicBezTo>
                    <a:cubicBezTo>
                      <a:pt x="579" y="37"/>
                      <a:pt x="579" y="37"/>
                      <a:pt x="579" y="37"/>
                    </a:cubicBezTo>
                    <a:cubicBezTo>
                      <a:pt x="576" y="37"/>
                      <a:pt x="576" y="37"/>
                      <a:pt x="576" y="37"/>
                    </a:cubicBezTo>
                    <a:cubicBezTo>
                      <a:pt x="576" y="100"/>
                      <a:pt x="576" y="100"/>
                      <a:pt x="576" y="100"/>
                    </a:cubicBezTo>
                    <a:cubicBezTo>
                      <a:pt x="579" y="100"/>
                      <a:pt x="579" y="100"/>
                      <a:pt x="579" y="100"/>
                    </a:cubicBezTo>
                    <a:cubicBezTo>
                      <a:pt x="578" y="97"/>
                      <a:pt x="578" y="97"/>
                      <a:pt x="578" y="97"/>
                    </a:cubicBezTo>
                    <a:cubicBezTo>
                      <a:pt x="493" y="117"/>
                      <a:pt x="407" y="124"/>
                      <a:pt x="328" y="124"/>
                    </a:cubicBezTo>
                    <a:cubicBezTo>
                      <a:pt x="237" y="124"/>
                      <a:pt x="156" y="114"/>
                      <a:pt x="98" y="105"/>
                    </a:cubicBezTo>
                    <a:cubicBezTo>
                      <a:pt x="69" y="100"/>
                      <a:pt x="45" y="96"/>
                      <a:pt x="29" y="92"/>
                    </a:cubicBezTo>
                    <a:cubicBezTo>
                      <a:pt x="21" y="90"/>
                      <a:pt x="15" y="89"/>
                      <a:pt x="11" y="88"/>
                    </a:cubicBezTo>
                    <a:cubicBezTo>
                      <a:pt x="8" y="87"/>
                      <a:pt x="7" y="87"/>
                      <a:pt x="6" y="87"/>
                    </a:cubicBezTo>
                    <a:cubicBezTo>
                      <a:pt x="5" y="86"/>
                      <a:pt x="4" y="86"/>
                      <a:pt x="4" y="86"/>
                    </a:cubicBezTo>
                    <a:cubicBezTo>
                      <a:pt x="3" y="89"/>
                      <a:pt x="3" y="89"/>
                      <a:pt x="3" y="89"/>
                    </a:cubicBezTo>
                    <a:cubicBezTo>
                      <a:pt x="6" y="89"/>
                      <a:pt x="6" y="89"/>
                      <a:pt x="6" y="89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7"/>
                      <a:pt x="3" y="7"/>
                      <a:pt x="3" y="7"/>
                    </a:cubicBezTo>
                    <a:lnTo>
                      <a:pt x="3" y="4"/>
                    </a:lnTo>
                    <a:close/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7606" name="Freeform 22">
                <a:extLst>
                  <a:ext uri="{FF2B5EF4-FFF2-40B4-BE49-F238E27FC236}">
                    <a16:creationId xmlns:a16="http://schemas.microsoft.com/office/drawing/2014/main" id="{8C6D25F8-1871-4F07-A52D-FC98D3EA82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4" y="1120"/>
                <a:ext cx="553" cy="495"/>
              </a:xfrm>
              <a:custGeom>
                <a:avLst/>
                <a:gdLst>
                  <a:gd name="T0" fmla="*/ 545 w 397"/>
                  <a:gd name="T1" fmla="*/ 14 h 355"/>
                  <a:gd name="T2" fmla="*/ 503 w 397"/>
                  <a:gd name="T3" fmla="*/ 49 h 355"/>
                  <a:gd name="T4" fmla="*/ 384 w 397"/>
                  <a:gd name="T5" fmla="*/ 14 h 355"/>
                  <a:gd name="T6" fmla="*/ 228 w 397"/>
                  <a:gd name="T7" fmla="*/ 8 h 355"/>
                  <a:gd name="T8" fmla="*/ 127 w 397"/>
                  <a:gd name="T9" fmla="*/ 49 h 355"/>
                  <a:gd name="T10" fmla="*/ 28 w 397"/>
                  <a:gd name="T11" fmla="*/ 144 h 355"/>
                  <a:gd name="T12" fmla="*/ 33 w 397"/>
                  <a:gd name="T13" fmla="*/ 351 h 355"/>
                  <a:gd name="T14" fmla="*/ 171 w 397"/>
                  <a:gd name="T15" fmla="*/ 538 h 355"/>
                  <a:gd name="T16" fmla="*/ 138 w 397"/>
                  <a:gd name="T17" fmla="*/ 558 h 355"/>
                  <a:gd name="T18" fmla="*/ 219 w 397"/>
                  <a:gd name="T19" fmla="*/ 588 h 355"/>
                  <a:gd name="T20" fmla="*/ 266 w 397"/>
                  <a:gd name="T21" fmla="*/ 576 h 355"/>
                  <a:gd name="T22" fmla="*/ 449 w 397"/>
                  <a:gd name="T23" fmla="*/ 637 h 355"/>
                  <a:gd name="T24" fmla="*/ 618 w 397"/>
                  <a:gd name="T25" fmla="*/ 884 h 355"/>
                  <a:gd name="T26" fmla="*/ 1073 w 397"/>
                  <a:gd name="T27" fmla="*/ 637 h 355"/>
                  <a:gd name="T28" fmla="*/ 1031 w 397"/>
                  <a:gd name="T29" fmla="*/ 544 h 355"/>
                  <a:gd name="T30" fmla="*/ 922 w 397"/>
                  <a:gd name="T31" fmla="*/ 538 h 355"/>
                  <a:gd name="T32" fmla="*/ 807 w 397"/>
                  <a:gd name="T33" fmla="*/ 473 h 355"/>
                  <a:gd name="T34" fmla="*/ 692 w 397"/>
                  <a:gd name="T35" fmla="*/ 346 h 355"/>
                  <a:gd name="T36" fmla="*/ 653 w 397"/>
                  <a:gd name="T37" fmla="*/ 261 h 355"/>
                  <a:gd name="T38" fmla="*/ 606 w 397"/>
                  <a:gd name="T39" fmla="*/ 204 h 355"/>
                  <a:gd name="T40" fmla="*/ 627 w 397"/>
                  <a:gd name="T41" fmla="*/ 166 h 355"/>
                  <a:gd name="T42" fmla="*/ 593 w 397"/>
                  <a:gd name="T43" fmla="*/ 82 h 355"/>
                  <a:gd name="T44" fmla="*/ 545 w 397"/>
                  <a:gd name="T45" fmla="*/ 14 h 355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397" h="355">
                    <a:moveTo>
                      <a:pt x="202" y="5"/>
                    </a:moveTo>
                    <a:cubicBezTo>
                      <a:pt x="192" y="6"/>
                      <a:pt x="186" y="18"/>
                      <a:pt x="186" y="18"/>
                    </a:cubicBezTo>
                    <a:cubicBezTo>
                      <a:pt x="186" y="18"/>
                      <a:pt x="156" y="7"/>
                      <a:pt x="142" y="5"/>
                    </a:cubicBezTo>
                    <a:cubicBezTo>
                      <a:pt x="128" y="4"/>
                      <a:pt x="104" y="0"/>
                      <a:pt x="85" y="3"/>
                    </a:cubicBezTo>
                    <a:cubicBezTo>
                      <a:pt x="66" y="5"/>
                      <a:pt x="63" y="8"/>
                      <a:pt x="47" y="18"/>
                    </a:cubicBezTo>
                    <a:cubicBezTo>
                      <a:pt x="30" y="28"/>
                      <a:pt x="20" y="22"/>
                      <a:pt x="10" y="53"/>
                    </a:cubicBezTo>
                    <a:cubicBezTo>
                      <a:pt x="0" y="84"/>
                      <a:pt x="6" y="116"/>
                      <a:pt x="12" y="130"/>
                    </a:cubicBezTo>
                    <a:cubicBezTo>
                      <a:pt x="18" y="145"/>
                      <a:pt x="63" y="199"/>
                      <a:pt x="63" y="199"/>
                    </a:cubicBezTo>
                    <a:cubicBezTo>
                      <a:pt x="63" y="199"/>
                      <a:pt x="51" y="200"/>
                      <a:pt x="51" y="206"/>
                    </a:cubicBezTo>
                    <a:cubicBezTo>
                      <a:pt x="51" y="212"/>
                      <a:pt x="61" y="217"/>
                      <a:pt x="81" y="217"/>
                    </a:cubicBezTo>
                    <a:cubicBezTo>
                      <a:pt x="81" y="217"/>
                      <a:pt x="91" y="211"/>
                      <a:pt x="98" y="212"/>
                    </a:cubicBezTo>
                    <a:cubicBezTo>
                      <a:pt x="105" y="213"/>
                      <a:pt x="148" y="235"/>
                      <a:pt x="166" y="235"/>
                    </a:cubicBezTo>
                    <a:cubicBezTo>
                      <a:pt x="166" y="235"/>
                      <a:pt x="159" y="296"/>
                      <a:pt x="229" y="326"/>
                    </a:cubicBezTo>
                    <a:cubicBezTo>
                      <a:pt x="299" y="355"/>
                      <a:pt x="395" y="331"/>
                      <a:pt x="397" y="235"/>
                    </a:cubicBezTo>
                    <a:cubicBezTo>
                      <a:pt x="397" y="235"/>
                      <a:pt x="397" y="215"/>
                      <a:pt x="381" y="201"/>
                    </a:cubicBezTo>
                    <a:cubicBezTo>
                      <a:pt x="381" y="201"/>
                      <a:pt x="349" y="203"/>
                      <a:pt x="341" y="199"/>
                    </a:cubicBezTo>
                    <a:cubicBezTo>
                      <a:pt x="333" y="196"/>
                      <a:pt x="308" y="181"/>
                      <a:pt x="299" y="174"/>
                    </a:cubicBezTo>
                    <a:cubicBezTo>
                      <a:pt x="289" y="167"/>
                      <a:pt x="261" y="133"/>
                      <a:pt x="256" y="128"/>
                    </a:cubicBezTo>
                    <a:cubicBezTo>
                      <a:pt x="256" y="128"/>
                      <a:pt x="252" y="106"/>
                      <a:pt x="242" y="96"/>
                    </a:cubicBezTo>
                    <a:cubicBezTo>
                      <a:pt x="233" y="87"/>
                      <a:pt x="224" y="75"/>
                      <a:pt x="224" y="75"/>
                    </a:cubicBezTo>
                    <a:cubicBezTo>
                      <a:pt x="224" y="75"/>
                      <a:pt x="235" y="71"/>
                      <a:pt x="232" y="61"/>
                    </a:cubicBezTo>
                    <a:cubicBezTo>
                      <a:pt x="229" y="51"/>
                      <a:pt x="221" y="37"/>
                      <a:pt x="220" y="30"/>
                    </a:cubicBezTo>
                    <a:cubicBezTo>
                      <a:pt x="219" y="23"/>
                      <a:pt x="212" y="5"/>
                      <a:pt x="202" y="5"/>
                    </a:cubicBezTo>
                  </a:path>
                </a:pathLst>
              </a:custGeom>
              <a:solidFill>
                <a:srgbClr val="F8F3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7607" name="Freeform 23">
                <a:extLst>
                  <a:ext uri="{FF2B5EF4-FFF2-40B4-BE49-F238E27FC236}">
                    <a16:creationId xmlns:a16="http://schemas.microsoft.com/office/drawing/2014/main" id="{F2048F54-4E6C-4A92-89BF-12166A2CC3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8" y="1120"/>
                <a:ext cx="552" cy="473"/>
              </a:xfrm>
              <a:custGeom>
                <a:avLst/>
                <a:gdLst>
                  <a:gd name="T0" fmla="*/ 503 w 396"/>
                  <a:gd name="T1" fmla="*/ 29 h 339"/>
                  <a:gd name="T2" fmla="*/ 498 w 396"/>
                  <a:gd name="T3" fmla="*/ 43 h 339"/>
                  <a:gd name="T4" fmla="*/ 261 w 396"/>
                  <a:gd name="T5" fmla="*/ 0 h 339"/>
                  <a:gd name="T6" fmla="*/ 117 w 396"/>
                  <a:gd name="T7" fmla="*/ 43 h 339"/>
                  <a:gd name="T8" fmla="*/ 14 w 396"/>
                  <a:gd name="T9" fmla="*/ 142 h 339"/>
                  <a:gd name="T10" fmla="*/ 49 w 396"/>
                  <a:gd name="T11" fmla="*/ 405 h 339"/>
                  <a:gd name="T12" fmla="*/ 163 w 396"/>
                  <a:gd name="T13" fmla="*/ 536 h 339"/>
                  <a:gd name="T14" fmla="*/ 124 w 396"/>
                  <a:gd name="T15" fmla="*/ 558 h 339"/>
                  <a:gd name="T16" fmla="*/ 212 w 396"/>
                  <a:gd name="T17" fmla="*/ 596 h 339"/>
                  <a:gd name="T18" fmla="*/ 213 w 396"/>
                  <a:gd name="T19" fmla="*/ 592 h 339"/>
                  <a:gd name="T20" fmla="*/ 256 w 396"/>
                  <a:gd name="T21" fmla="*/ 582 h 339"/>
                  <a:gd name="T22" fmla="*/ 268 w 396"/>
                  <a:gd name="T23" fmla="*/ 585 h 339"/>
                  <a:gd name="T24" fmla="*/ 440 w 396"/>
                  <a:gd name="T25" fmla="*/ 645 h 339"/>
                  <a:gd name="T26" fmla="*/ 435 w 396"/>
                  <a:gd name="T27" fmla="*/ 652 h 339"/>
                  <a:gd name="T28" fmla="*/ 771 w 396"/>
                  <a:gd name="T29" fmla="*/ 921 h 339"/>
                  <a:gd name="T30" fmla="*/ 1066 w 396"/>
                  <a:gd name="T31" fmla="*/ 639 h 339"/>
                  <a:gd name="T32" fmla="*/ 1066 w 396"/>
                  <a:gd name="T33" fmla="*/ 600 h 339"/>
                  <a:gd name="T34" fmla="*/ 1025 w 396"/>
                  <a:gd name="T35" fmla="*/ 541 h 339"/>
                  <a:gd name="T36" fmla="*/ 937 w 396"/>
                  <a:gd name="T37" fmla="*/ 541 h 339"/>
                  <a:gd name="T38" fmla="*/ 804 w 396"/>
                  <a:gd name="T39" fmla="*/ 467 h 339"/>
                  <a:gd name="T40" fmla="*/ 701 w 396"/>
                  <a:gd name="T41" fmla="*/ 359 h 339"/>
                  <a:gd name="T42" fmla="*/ 690 w 396"/>
                  <a:gd name="T43" fmla="*/ 349 h 339"/>
                  <a:gd name="T44" fmla="*/ 620 w 396"/>
                  <a:gd name="T45" fmla="*/ 220 h 339"/>
                  <a:gd name="T46" fmla="*/ 598 w 396"/>
                  <a:gd name="T47" fmla="*/ 205 h 339"/>
                  <a:gd name="T48" fmla="*/ 627 w 396"/>
                  <a:gd name="T49" fmla="*/ 177 h 339"/>
                  <a:gd name="T50" fmla="*/ 592 w 396"/>
                  <a:gd name="T51" fmla="*/ 82 h 339"/>
                  <a:gd name="T52" fmla="*/ 538 w 396"/>
                  <a:gd name="T53" fmla="*/ 8 h 339"/>
                  <a:gd name="T54" fmla="*/ 538 w 396"/>
                  <a:gd name="T55" fmla="*/ 14 h 339"/>
                  <a:gd name="T56" fmla="*/ 556 w 396"/>
                  <a:gd name="T57" fmla="*/ 28 h 339"/>
                  <a:gd name="T58" fmla="*/ 598 w 396"/>
                  <a:gd name="T59" fmla="*/ 123 h 339"/>
                  <a:gd name="T60" fmla="*/ 606 w 396"/>
                  <a:gd name="T61" fmla="*/ 193 h 339"/>
                  <a:gd name="T62" fmla="*/ 598 w 396"/>
                  <a:gd name="T63" fmla="*/ 198 h 339"/>
                  <a:gd name="T64" fmla="*/ 597 w 396"/>
                  <a:gd name="T65" fmla="*/ 207 h 339"/>
                  <a:gd name="T66" fmla="*/ 676 w 396"/>
                  <a:gd name="T67" fmla="*/ 339 h 339"/>
                  <a:gd name="T68" fmla="*/ 680 w 396"/>
                  <a:gd name="T69" fmla="*/ 350 h 339"/>
                  <a:gd name="T70" fmla="*/ 754 w 396"/>
                  <a:gd name="T71" fmla="*/ 433 h 339"/>
                  <a:gd name="T72" fmla="*/ 854 w 396"/>
                  <a:gd name="T73" fmla="*/ 516 h 339"/>
                  <a:gd name="T74" fmla="*/ 970 w 396"/>
                  <a:gd name="T75" fmla="*/ 551 h 339"/>
                  <a:gd name="T76" fmla="*/ 1018 w 396"/>
                  <a:gd name="T77" fmla="*/ 548 h 339"/>
                  <a:gd name="T78" fmla="*/ 1061 w 396"/>
                  <a:gd name="T79" fmla="*/ 639 h 339"/>
                  <a:gd name="T80" fmla="*/ 970 w 396"/>
                  <a:gd name="T81" fmla="*/ 846 h 339"/>
                  <a:gd name="T82" fmla="*/ 474 w 396"/>
                  <a:gd name="T83" fmla="*/ 758 h 339"/>
                  <a:gd name="T84" fmla="*/ 447 w 396"/>
                  <a:gd name="T85" fmla="*/ 640 h 339"/>
                  <a:gd name="T86" fmla="*/ 440 w 396"/>
                  <a:gd name="T87" fmla="*/ 632 h 339"/>
                  <a:gd name="T88" fmla="*/ 280 w 396"/>
                  <a:gd name="T89" fmla="*/ 578 h 339"/>
                  <a:gd name="T90" fmla="*/ 256 w 396"/>
                  <a:gd name="T91" fmla="*/ 571 h 339"/>
                  <a:gd name="T92" fmla="*/ 208 w 396"/>
                  <a:gd name="T93" fmla="*/ 585 h 339"/>
                  <a:gd name="T94" fmla="*/ 153 w 396"/>
                  <a:gd name="T95" fmla="*/ 576 h 339"/>
                  <a:gd name="T96" fmla="*/ 139 w 396"/>
                  <a:gd name="T97" fmla="*/ 555 h 339"/>
                  <a:gd name="T98" fmla="*/ 163 w 396"/>
                  <a:gd name="T99" fmla="*/ 546 h 339"/>
                  <a:gd name="T100" fmla="*/ 167 w 396"/>
                  <a:gd name="T101" fmla="*/ 537 h 339"/>
                  <a:gd name="T102" fmla="*/ 49 w 396"/>
                  <a:gd name="T103" fmla="*/ 384 h 339"/>
                  <a:gd name="T104" fmla="*/ 25 w 396"/>
                  <a:gd name="T105" fmla="*/ 147 h 339"/>
                  <a:gd name="T106" fmla="*/ 123 w 396"/>
                  <a:gd name="T107" fmla="*/ 54 h 339"/>
                  <a:gd name="T108" fmla="*/ 261 w 396"/>
                  <a:gd name="T109" fmla="*/ 11 h 339"/>
                  <a:gd name="T110" fmla="*/ 482 w 396"/>
                  <a:gd name="T111" fmla="*/ 49 h 339"/>
                  <a:gd name="T112" fmla="*/ 502 w 396"/>
                  <a:gd name="T113" fmla="*/ 53 h 339"/>
                  <a:gd name="T114" fmla="*/ 538 w 396"/>
                  <a:gd name="T115" fmla="*/ 20 h 339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</a:gdLst>
                <a:ahLst/>
                <a:cxnLst>
                  <a:cxn ang="T116">
                    <a:pos x="T0" y="T1"/>
                  </a:cxn>
                  <a:cxn ang="T117">
                    <a:pos x="T2" y="T3"/>
                  </a:cxn>
                  <a:cxn ang="T118">
                    <a:pos x="T4" y="T5"/>
                  </a:cxn>
                  <a:cxn ang="T119">
                    <a:pos x="T6" y="T7"/>
                  </a:cxn>
                  <a:cxn ang="T120">
                    <a:pos x="T8" y="T9"/>
                  </a:cxn>
                  <a:cxn ang="T121">
                    <a:pos x="T10" y="T11"/>
                  </a:cxn>
                  <a:cxn ang="T122">
                    <a:pos x="T12" y="T13"/>
                  </a:cxn>
                  <a:cxn ang="T123">
                    <a:pos x="T14" y="T15"/>
                  </a:cxn>
                  <a:cxn ang="T124">
                    <a:pos x="T16" y="T17"/>
                  </a:cxn>
                  <a:cxn ang="T125">
                    <a:pos x="T18" y="T19"/>
                  </a:cxn>
                  <a:cxn ang="T126">
                    <a:pos x="T20" y="T21"/>
                  </a:cxn>
                  <a:cxn ang="T127">
                    <a:pos x="T22" y="T23"/>
                  </a:cxn>
                  <a:cxn ang="T128">
                    <a:pos x="T24" y="T25"/>
                  </a:cxn>
                  <a:cxn ang="T129">
                    <a:pos x="T26" y="T27"/>
                  </a:cxn>
                  <a:cxn ang="T130">
                    <a:pos x="T28" y="T29"/>
                  </a:cxn>
                  <a:cxn ang="T131">
                    <a:pos x="T30" y="T31"/>
                  </a:cxn>
                  <a:cxn ang="T132">
                    <a:pos x="T32" y="T33"/>
                  </a:cxn>
                  <a:cxn ang="T133">
                    <a:pos x="T34" y="T35"/>
                  </a:cxn>
                  <a:cxn ang="T134">
                    <a:pos x="T36" y="T37"/>
                  </a:cxn>
                  <a:cxn ang="T135">
                    <a:pos x="T38" y="T39"/>
                  </a:cxn>
                  <a:cxn ang="T136">
                    <a:pos x="T40" y="T41"/>
                  </a:cxn>
                  <a:cxn ang="T137">
                    <a:pos x="T42" y="T43"/>
                  </a:cxn>
                  <a:cxn ang="T138">
                    <a:pos x="T44" y="T45"/>
                  </a:cxn>
                  <a:cxn ang="T139">
                    <a:pos x="T46" y="T47"/>
                  </a:cxn>
                  <a:cxn ang="T140">
                    <a:pos x="T48" y="T49"/>
                  </a:cxn>
                  <a:cxn ang="T141">
                    <a:pos x="T50" y="T51"/>
                  </a:cxn>
                  <a:cxn ang="T142">
                    <a:pos x="T52" y="T53"/>
                  </a:cxn>
                  <a:cxn ang="T143">
                    <a:pos x="T54" y="T55"/>
                  </a:cxn>
                  <a:cxn ang="T144">
                    <a:pos x="T56" y="T57"/>
                  </a:cxn>
                  <a:cxn ang="T145">
                    <a:pos x="T58" y="T59"/>
                  </a:cxn>
                  <a:cxn ang="T146">
                    <a:pos x="T60" y="T61"/>
                  </a:cxn>
                  <a:cxn ang="T147">
                    <a:pos x="T62" y="T63"/>
                  </a:cxn>
                  <a:cxn ang="T148">
                    <a:pos x="T64" y="T65"/>
                  </a:cxn>
                  <a:cxn ang="T149">
                    <a:pos x="T66" y="T67"/>
                  </a:cxn>
                  <a:cxn ang="T150">
                    <a:pos x="T68" y="T69"/>
                  </a:cxn>
                  <a:cxn ang="T151">
                    <a:pos x="T70" y="T71"/>
                  </a:cxn>
                  <a:cxn ang="T152">
                    <a:pos x="T72" y="T73"/>
                  </a:cxn>
                  <a:cxn ang="T153">
                    <a:pos x="T74" y="T75"/>
                  </a:cxn>
                  <a:cxn ang="T154">
                    <a:pos x="T76" y="T77"/>
                  </a:cxn>
                  <a:cxn ang="T155">
                    <a:pos x="T78" y="T79"/>
                  </a:cxn>
                  <a:cxn ang="T156">
                    <a:pos x="T80" y="T81"/>
                  </a:cxn>
                  <a:cxn ang="T157">
                    <a:pos x="T82" y="T83"/>
                  </a:cxn>
                  <a:cxn ang="T158">
                    <a:pos x="T84" y="T85"/>
                  </a:cxn>
                  <a:cxn ang="T159">
                    <a:pos x="T86" y="T87"/>
                  </a:cxn>
                  <a:cxn ang="T160">
                    <a:pos x="T88" y="T89"/>
                  </a:cxn>
                  <a:cxn ang="T161">
                    <a:pos x="T90" y="T91"/>
                  </a:cxn>
                  <a:cxn ang="T162">
                    <a:pos x="T92" y="T93"/>
                  </a:cxn>
                  <a:cxn ang="T163">
                    <a:pos x="T94" y="T95"/>
                  </a:cxn>
                  <a:cxn ang="T164">
                    <a:pos x="T96" y="T97"/>
                  </a:cxn>
                  <a:cxn ang="T165">
                    <a:pos x="T98" y="T99"/>
                  </a:cxn>
                  <a:cxn ang="T166">
                    <a:pos x="T100" y="T101"/>
                  </a:cxn>
                  <a:cxn ang="T167">
                    <a:pos x="T102" y="T103"/>
                  </a:cxn>
                  <a:cxn ang="T168">
                    <a:pos x="T104" y="T105"/>
                  </a:cxn>
                  <a:cxn ang="T169">
                    <a:pos x="T106" y="T107"/>
                  </a:cxn>
                  <a:cxn ang="T170">
                    <a:pos x="T108" y="T109"/>
                  </a:cxn>
                  <a:cxn ang="T171">
                    <a:pos x="T110" y="T111"/>
                  </a:cxn>
                  <a:cxn ang="T172">
                    <a:pos x="T112" y="T113"/>
                  </a:cxn>
                  <a:cxn ang="T173">
                    <a:pos x="T114" y="T115"/>
                  </a:cxn>
                </a:cxnLst>
                <a:rect l="0" t="0" r="r" b="b"/>
                <a:pathLst>
                  <a:path w="396" h="339">
                    <a:moveTo>
                      <a:pt x="199" y="5"/>
                    </a:moveTo>
                    <a:cubicBezTo>
                      <a:pt x="199" y="4"/>
                      <a:pt x="199" y="4"/>
                      <a:pt x="199" y="4"/>
                    </a:cubicBezTo>
                    <a:cubicBezTo>
                      <a:pt x="193" y="4"/>
                      <a:pt x="188" y="8"/>
                      <a:pt x="186" y="11"/>
                    </a:cubicBezTo>
                    <a:cubicBezTo>
                      <a:pt x="183" y="14"/>
                      <a:pt x="182" y="17"/>
                      <a:pt x="182" y="17"/>
                    </a:cubicBezTo>
                    <a:cubicBezTo>
                      <a:pt x="183" y="18"/>
                      <a:pt x="183" y="18"/>
                      <a:pt x="183" y="18"/>
                    </a:cubicBezTo>
                    <a:cubicBezTo>
                      <a:pt x="184" y="16"/>
                      <a:pt x="184" y="16"/>
                      <a:pt x="184" y="16"/>
                    </a:cubicBezTo>
                    <a:cubicBezTo>
                      <a:pt x="184" y="16"/>
                      <a:pt x="177" y="13"/>
                      <a:pt x="167" y="10"/>
                    </a:cubicBezTo>
                    <a:cubicBezTo>
                      <a:pt x="158" y="7"/>
                      <a:pt x="147" y="4"/>
                      <a:pt x="139" y="4"/>
                    </a:cubicBezTo>
                    <a:cubicBezTo>
                      <a:pt x="129" y="3"/>
                      <a:pt x="112" y="0"/>
                      <a:pt x="96" y="0"/>
                    </a:cubicBezTo>
                    <a:cubicBezTo>
                      <a:pt x="91" y="0"/>
                      <a:pt x="86" y="0"/>
                      <a:pt x="82" y="1"/>
                    </a:cubicBezTo>
                    <a:cubicBezTo>
                      <a:pt x="72" y="2"/>
                      <a:pt x="67" y="4"/>
                      <a:pt x="61" y="6"/>
                    </a:cubicBezTo>
                    <a:cubicBezTo>
                      <a:pt x="56" y="8"/>
                      <a:pt x="51" y="11"/>
                      <a:pt x="43" y="16"/>
                    </a:cubicBezTo>
                    <a:cubicBezTo>
                      <a:pt x="39" y="19"/>
                      <a:pt x="35" y="20"/>
                      <a:pt x="32" y="22"/>
                    </a:cubicBezTo>
                    <a:cubicBezTo>
                      <a:pt x="27" y="24"/>
                      <a:pt x="22" y="25"/>
                      <a:pt x="17" y="30"/>
                    </a:cubicBezTo>
                    <a:cubicBezTo>
                      <a:pt x="13" y="34"/>
                      <a:pt x="9" y="41"/>
                      <a:pt x="5" y="52"/>
                    </a:cubicBezTo>
                    <a:cubicBezTo>
                      <a:pt x="1" y="64"/>
                      <a:pt x="0" y="77"/>
                      <a:pt x="0" y="88"/>
                    </a:cubicBezTo>
                    <a:cubicBezTo>
                      <a:pt x="0" y="106"/>
                      <a:pt x="3" y="122"/>
                      <a:pt x="7" y="131"/>
                    </a:cubicBezTo>
                    <a:cubicBezTo>
                      <a:pt x="9" y="135"/>
                      <a:pt x="13" y="141"/>
                      <a:pt x="18" y="149"/>
                    </a:cubicBezTo>
                    <a:cubicBezTo>
                      <a:pt x="33" y="170"/>
                      <a:pt x="59" y="201"/>
                      <a:pt x="59" y="201"/>
                    </a:cubicBezTo>
                    <a:cubicBezTo>
                      <a:pt x="60" y="199"/>
                      <a:pt x="60" y="199"/>
                      <a:pt x="60" y="199"/>
                    </a:cubicBezTo>
                    <a:cubicBezTo>
                      <a:pt x="60" y="197"/>
                      <a:pt x="60" y="197"/>
                      <a:pt x="60" y="197"/>
                    </a:cubicBezTo>
                    <a:cubicBezTo>
                      <a:pt x="60" y="197"/>
                      <a:pt x="57" y="197"/>
                      <a:pt x="54" y="198"/>
                    </a:cubicBezTo>
                    <a:cubicBezTo>
                      <a:pt x="52" y="199"/>
                      <a:pt x="50" y="200"/>
                      <a:pt x="49" y="201"/>
                    </a:cubicBezTo>
                    <a:cubicBezTo>
                      <a:pt x="48" y="202"/>
                      <a:pt x="46" y="204"/>
                      <a:pt x="46" y="206"/>
                    </a:cubicBezTo>
                    <a:cubicBezTo>
                      <a:pt x="46" y="208"/>
                      <a:pt x="47" y="210"/>
                      <a:pt x="49" y="212"/>
                    </a:cubicBezTo>
                    <a:cubicBezTo>
                      <a:pt x="51" y="214"/>
                      <a:pt x="55" y="216"/>
                      <a:pt x="59" y="217"/>
                    </a:cubicBezTo>
                    <a:cubicBezTo>
                      <a:pt x="64" y="218"/>
                      <a:pt x="70" y="219"/>
                      <a:pt x="78" y="219"/>
                    </a:cubicBezTo>
                    <a:cubicBezTo>
                      <a:pt x="78" y="219"/>
                      <a:pt x="78" y="219"/>
                      <a:pt x="78" y="219"/>
                    </a:cubicBezTo>
                    <a:cubicBezTo>
                      <a:pt x="79" y="218"/>
                      <a:pt x="79" y="218"/>
                      <a:pt x="79" y="218"/>
                    </a:cubicBezTo>
                    <a:cubicBezTo>
                      <a:pt x="79" y="218"/>
                      <a:pt x="79" y="218"/>
                      <a:pt x="79" y="218"/>
                    </a:cubicBezTo>
                    <a:cubicBezTo>
                      <a:pt x="80" y="218"/>
                      <a:pt x="82" y="217"/>
                      <a:pt x="85" y="216"/>
                    </a:cubicBezTo>
                    <a:cubicBezTo>
                      <a:pt x="88" y="215"/>
                      <a:pt x="91" y="214"/>
                      <a:pt x="94" y="214"/>
                    </a:cubicBezTo>
                    <a:cubicBezTo>
                      <a:pt x="94" y="214"/>
                      <a:pt x="95" y="214"/>
                      <a:pt x="95" y="214"/>
                    </a:cubicBezTo>
                    <a:cubicBezTo>
                      <a:pt x="95" y="214"/>
                      <a:pt x="95" y="214"/>
                      <a:pt x="95" y="214"/>
                    </a:cubicBezTo>
                    <a:cubicBezTo>
                      <a:pt x="95" y="214"/>
                      <a:pt x="95" y="214"/>
                      <a:pt x="95" y="214"/>
                    </a:cubicBezTo>
                    <a:cubicBezTo>
                      <a:pt x="95" y="214"/>
                      <a:pt x="97" y="214"/>
                      <a:pt x="99" y="215"/>
                    </a:cubicBezTo>
                    <a:cubicBezTo>
                      <a:pt x="105" y="217"/>
                      <a:pt x="117" y="223"/>
                      <a:pt x="129" y="228"/>
                    </a:cubicBezTo>
                    <a:cubicBezTo>
                      <a:pt x="135" y="230"/>
                      <a:pt x="142" y="233"/>
                      <a:pt x="148" y="234"/>
                    </a:cubicBezTo>
                    <a:cubicBezTo>
                      <a:pt x="154" y="236"/>
                      <a:pt x="159" y="237"/>
                      <a:pt x="163" y="237"/>
                    </a:cubicBezTo>
                    <a:cubicBezTo>
                      <a:pt x="163" y="235"/>
                      <a:pt x="163" y="235"/>
                      <a:pt x="163" y="235"/>
                    </a:cubicBezTo>
                    <a:cubicBezTo>
                      <a:pt x="161" y="235"/>
                      <a:pt x="161" y="235"/>
                      <a:pt x="161" y="235"/>
                    </a:cubicBezTo>
                    <a:cubicBezTo>
                      <a:pt x="161" y="235"/>
                      <a:pt x="161" y="237"/>
                      <a:pt x="161" y="240"/>
                    </a:cubicBezTo>
                    <a:cubicBezTo>
                      <a:pt x="161" y="248"/>
                      <a:pt x="162" y="264"/>
                      <a:pt x="171" y="280"/>
                    </a:cubicBezTo>
                    <a:cubicBezTo>
                      <a:pt x="180" y="297"/>
                      <a:pt x="196" y="315"/>
                      <a:pt x="225" y="327"/>
                    </a:cubicBezTo>
                    <a:cubicBezTo>
                      <a:pt x="244" y="335"/>
                      <a:pt x="264" y="339"/>
                      <a:pt x="285" y="339"/>
                    </a:cubicBezTo>
                    <a:cubicBezTo>
                      <a:pt x="313" y="339"/>
                      <a:pt x="340" y="331"/>
                      <a:pt x="361" y="314"/>
                    </a:cubicBezTo>
                    <a:cubicBezTo>
                      <a:pt x="381" y="297"/>
                      <a:pt x="395" y="271"/>
                      <a:pt x="396" y="235"/>
                    </a:cubicBezTo>
                    <a:cubicBezTo>
                      <a:pt x="394" y="235"/>
                      <a:pt x="394" y="235"/>
                      <a:pt x="394" y="235"/>
                    </a:cubicBezTo>
                    <a:cubicBezTo>
                      <a:pt x="396" y="235"/>
                      <a:pt x="396" y="235"/>
                      <a:pt x="396" y="235"/>
                    </a:cubicBezTo>
                    <a:cubicBezTo>
                      <a:pt x="396" y="234"/>
                      <a:pt x="396" y="234"/>
                      <a:pt x="396" y="234"/>
                    </a:cubicBezTo>
                    <a:cubicBezTo>
                      <a:pt x="396" y="233"/>
                      <a:pt x="396" y="228"/>
                      <a:pt x="394" y="221"/>
                    </a:cubicBezTo>
                    <a:cubicBezTo>
                      <a:pt x="391" y="214"/>
                      <a:pt x="387" y="206"/>
                      <a:pt x="379" y="199"/>
                    </a:cubicBezTo>
                    <a:cubicBezTo>
                      <a:pt x="378" y="199"/>
                      <a:pt x="378" y="199"/>
                      <a:pt x="378" y="199"/>
                    </a:cubicBezTo>
                    <a:cubicBezTo>
                      <a:pt x="378" y="199"/>
                      <a:pt x="378" y="199"/>
                      <a:pt x="378" y="199"/>
                    </a:cubicBezTo>
                    <a:cubicBezTo>
                      <a:pt x="378" y="199"/>
                      <a:pt x="375" y="199"/>
                      <a:pt x="372" y="199"/>
                    </a:cubicBezTo>
                    <a:cubicBezTo>
                      <a:pt x="368" y="199"/>
                      <a:pt x="363" y="199"/>
                      <a:pt x="358" y="199"/>
                    </a:cubicBezTo>
                    <a:cubicBezTo>
                      <a:pt x="354" y="199"/>
                      <a:pt x="350" y="199"/>
                      <a:pt x="346" y="199"/>
                    </a:cubicBezTo>
                    <a:cubicBezTo>
                      <a:pt x="343" y="199"/>
                      <a:pt x="340" y="198"/>
                      <a:pt x="338" y="197"/>
                    </a:cubicBezTo>
                    <a:cubicBezTo>
                      <a:pt x="335" y="196"/>
                      <a:pt x="326" y="191"/>
                      <a:pt x="318" y="186"/>
                    </a:cubicBezTo>
                    <a:cubicBezTo>
                      <a:pt x="310" y="181"/>
                      <a:pt x="301" y="176"/>
                      <a:pt x="297" y="172"/>
                    </a:cubicBezTo>
                    <a:cubicBezTo>
                      <a:pt x="295" y="171"/>
                      <a:pt x="291" y="167"/>
                      <a:pt x="287" y="163"/>
                    </a:cubicBezTo>
                    <a:cubicBezTo>
                      <a:pt x="281" y="157"/>
                      <a:pt x="274" y="149"/>
                      <a:pt x="268" y="142"/>
                    </a:cubicBezTo>
                    <a:cubicBezTo>
                      <a:pt x="265" y="138"/>
                      <a:pt x="262" y="135"/>
                      <a:pt x="259" y="132"/>
                    </a:cubicBezTo>
                    <a:cubicBezTo>
                      <a:pt x="257" y="130"/>
                      <a:pt x="255" y="128"/>
                      <a:pt x="254" y="127"/>
                    </a:cubicBezTo>
                    <a:cubicBezTo>
                      <a:pt x="253" y="128"/>
                      <a:pt x="253" y="128"/>
                      <a:pt x="253" y="128"/>
                    </a:cubicBezTo>
                    <a:cubicBezTo>
                      <a:pt x="255" y="128"/>
                      <a:pt x="255" y="128"/>
                      <a:pt x="255" y="128"/>
                    </a:cubicBezTo>
                    <a:cubicBezTo>
                      <a:pt x="255" y="128"/>
                      <a:pt x="254" y="122"/>
                      <a:pt x="252" y="115"/>
                    </a:cubicBezTo>
                    <a:cubicBezTo>
                      <a:pt x="249" y="108"/>
                      <a:pt x="246" y="100"/>
                      <a:pt x="241" y="95"/>
                    </a:cubicBezTo>
                    <a:cubicBezTo>
                      <a:pt x="236" y="90"/>
                      <a:pt x="232" y="85"/>
                      <a:pt x="229" y="81"/>
                    </a:cubicBezTo>
                    <a:cubicBezTo>
                      <a:pt x="227" y="79"/>
                      <a:pt x="225" y="77"/>
                      <a:pt x="225" y="76"/>
                    </a:cubicBezTo>
                    <a:cubicBezTo>
                      <a:pt x="224" y="75"/>
                      <a:pt x="223" y="74"/>
                      <a:pt x="223" y="74"/>
                    </a:cubicBezTo>
                    <a:cubicBezTo>
                      <a:pt x="221" y="75"/>
                      <a:pt x="221" y="75"/>
                      <a:pt x="221" y="75"/>
                    </a:cubicBezTo>
                    <a:cubicBezTo>
                      <a:pt x="222" y="77"/>
                      <a:pt x="222" y="77"/>
                      <a:pt x="222" y="77"/>
                    </a:cubicBezTo>
                    <a:cubicBezTo>
                      <a:pt x="222" y="77"/>
                      <a:pt x="224" y="76"/>
                      <a:pt x="227" y="74"/>
                    </a:cubicBezTo>
                    <a:cubicBezTo>
                      <a:pt x="229" y="72"/>
                      <a:pt x="232" y="69"/>
                      <a:pt x="232" y="65"/>
                    </a:cubicBezTo>
                    <a:cubicBezTo>
                      <a:pt x="232" y="63"/>
                      <a:pt x="231" y="62"/>
                      <a:pt x="231" y="61"/>
                    </a:cubicBezTo>
                    <a:cubicBezTo>
                      <a:pt x="230" y="56"/>
                      <a:pt x="227" y="49"/>
                      <a:pt x="224" y="44"/>
                    </a:cubicBezTo>
                    <a:cubicBezTo>
                      <a:pt x="222" y="38"/>
                      <a:pt x="220" y="33"/>
                      <a:pt x="219" y="30"/>
                    </a:cubicBezTo>
                    <a:cubicBezTo>
                      <a:pt x="219" y="26"/>
                      <a:pt x="217" y="20"/>
                      <a:pt x="213" y="14"/>
                    </a:cubicBezTo>
                    <a:cubicBezTo>
                      <a:pt x="212" y="12"/>
                      <a:pt x="210" y="9"/>
                      <a:pt x="207" y="7"/>
                    </a:cubicBezTo>
                    <a:cubicBezTo>
                      <a:pt x="205" y="5"/>
                      <a:pt x="202" y="3"/>
                      <a:pt x="199" y="3"/>
                    </a:cubicBezTo>
                    <a:cubicBezTo>
                      <a:pt x="199" y="4"/>
                      <a:pt x="199" y="4"/>
                      <a:pt x="199" y="4"/>
                    </a:cubicBezTo>
                    <a:cubicBezTo>
                      <a:pt x="199" y="4"/>
                      <a:pt x="199" y="4"/>
                      <a:pt x="199" y="4"/>
                    </a:cubicBezTo>
                    <a:cubicBezTo>
                      <a:pt x="199" y="5"/>
                      <a:pt x="199" y="5"/>
                      <a:pt x="199" y="5"/>
                    </a:cubicBezTo>
                    <a:cubicBezTo>
                      <a:pt x="199" y="7"/>
                      <a:pt x="199" y="7"/>
                      <a:pt x="199" y="7"/>
                    </a:cubicBezTo>
                    <a:cubicBezTo>
                      <a:pt x="199" y="7"/>
                      <a:pt x="199" y="7"/>
                      <a:pt x="199" y="7"/>
                    </a:cubicBezTo>
                    <a:cubicBezTo>
                      <a:pt x="201" y="7"/>
                      <a:pt x="203" y="8"/>
                      <a:pt x="205" y="10"/>
                    </a:cubicBezTo>
                    <a:cubicBezTo>
                      <a:pt x="208" y="12"/>
                      <a:pt x="210" y="16"/>
                      <a:pt x="212" y="20"/>
                    </a:cubicBezTo>
                    <a:cubicBezTo>
                      <a:pt x="214" y="24"/>
                      <a:pt x="215" y="28"/>
                      <a:pt x="215" y="30"/>
                    </a:cubicBezTo>
                    <a:cubicBezTo>
                      <a:pt x="216" y="34"/>
                      <a:pt x="218" y="40"/>
                      <a:pt x="221" y="45"/>
                    </a:cubicBezTo>
                    <a:cubicBezTo>
                      <a:pt x="223" y="51"/>
                      <a:pt x="226" y="57"/>
                      <a:pt x="227" y="62"/>
                    </a:cubicBezTo>
                    <a:cubicBezTo>
                      <a:pt x="228" y="63"/>
                      <a:pt x="228" y="64"/>
                      <a:pt x="228" y="65"/>
                    </a:cubicBezTo>
                    <a:cubicBezTo>
                      <a:pt x="228" y="68"/>
                      <a:pt x="226" y="70"/>
                      <a:pt x="224" y="71"/>
                    </a:cubicBezTo>
                    <a:cubicBezTo>
                      <a:pt x="223" y="72"/>
                      <a:pt x="223" y="72"/>
                      <a:pt x="222" y="73"/>
                    </a:cubicBezTo>
                    <a:cubicBezTo>
                      <a:pt x="221" y="73"/>
                      <a:pt x="221" y="73"/>
                      <a:pt x="221" y="73"/>
                    </a:cubicBezTo>
                    <a:cubicBezTo>
                      <a:pt x="221" y="73"/>
                      <a:pt x="221" y="73"/>
                      <a:pt x="221" y="73"/>
                    </a:cubicBezTo>
                    <a:cubicBezTo>
                      <a:pt x="221" y="73"/>
                      <a:pt x="221" y="73"/>
                      <a:pt x="221" y="73"/>
                    </a:cubicBezTo>
                    <a:cubicBezTo>
                      <a:pt x="218" y="74"/>
                      <a:pt x="218" y="74"/>
                      <a:pt x="218" y="74"/>
                    </a:cubicBezTo>
                    <a:cubicBezTo>
                      <a:pt x="220" y="76"/>
                      <a:pt x="220" y="76"/>
                      <a:pt x="220" y="76"/>
                    </a:cubicBezTo>
                    <a:cubicBezTo>
                      <a:pt x="220" y="76"/>
                      <a:pt x="229" y="88"/>
                      <a:pt x="238" y="98"/>
                    </a:cubicBezTo>
                    <a:cubicBezTo>
                      <a:pt x="242" y="102"/>
                      <a:pt x="246" y="110"/>
                      <a:pt x="248" y="117"/>
                    </a:cubicBezTo>
                    <a:cubicBezTo>
                      <a:pt x="249" y="120"/>
                      <a:pt x="250" y="123"/>
                      <a:pt x="250" y="125"/>
                    </a:cubicBezTo>
                    <a:cubicBezTo>
                      <a:pt x="250" y="126"/>
                      <a:pt x="251" y="127"/>
                      <a:pt x="251" y="128"/>
                    </a:cubicBezTo>
                    <a:cubicBezTo>
                      <a:pt x="251" y="128"/>
                      <a:pt x="251" y="129"/>
                      <a:pt x="251" y="129"/>
                    </a:cubicBezTo>
                    <a:cubicBezTo>
                      <a:pt x="251" y="129"/>
                      <a:pt x="251" y="129"/>
                      <a:pt x="251" y="129"/>
                    </a:cubicBezTo>
                    <a:cubicBezTo>
                      <a:pt x="252" y="130"/>
                      <a:pt x="252" y="130"/>
                      <a:pt x="252" y="130"/>
                    </a:cubicBezTo>
                    <a:cubicBezTo>
                      <a:pt x="253" y="131"/>
                      <a:pt x="255" y="134"/>
                      <a:pt x="259" y="138"/>
                    </a:cubicBezTo>
                    <a:cubicBezTo>
                      <a:pt x="264" y="144"/>
                      <a:pt x="271" y="152"/>
                      <a:pt x="278" y="159"/>
                    </a:cubicBezTo>
                    <a:cubicBezTo>
                      <a:pt x="281" y="163"/>
                      <a:pt x="284" y="166"/>
                      <a:pt x="287" y="169"/>
                    </a:cubicBezTo>
                    <a:cubicBezTo>
                      <a:pt x="290" y="172"/>
                      <a:pt x="293" y="174"/>
                      <a:pt x="294" y="175"/>
                    </a:cubicBezTo>
                    <a:cubicBezTo>
                      <a:pt x="299" y="179"/>
                      <a:pt x="308" y="184"/>
                      <a:pt x="316" y="190"/>
                    </a:cubicBezTo>
                    <a:cubicBezTo>
                      <a:pt x="325" y="195"/>
                      <a:pt x="333" y="199"/>
                      <a:pt x="337" y="201"/>
                    </a:cubicBezTo>
                    <a:cubicBezTo>
                      <a:pt x="339" y="202"/>
                      <a:pt x="342" y="202"/>
                      <a:pt x="346" y="203"/>
                    </a:cubicBezTo>
                    <a:cubicBezTo>
                      <a:pt x="350" y="203"/>
                      <a:pt x="354" y="203"/>
                      <a:pt x="358" y="203"/>
                    </a:cubicBezTo>
                    <a:cubicBezTo>
                      <a:pt x="368" y="203"/>
                      <a:pt x="378" y="203"/>
                      <a:pt x="378" y="203"/>
                    </a:cubicBezTo>
                    <a:cubicBezTo>
                      <a:pt x="378" y="201"/>
                      <a:pt x="378" y="201"/>
                      <a:pt x="378" y="201"/>
                    </a:cubicBezTo>
                    <a:cubicBezTo>
                      <a:pt x="376" y="202"/>
                      <a:pt x="376" y="202"/>
                      <a:pt x="376" y="202"/>
                    </a:cubicBezTo>
                    <a:cubicBezTo>
                      <a:pt x="384" y="208"/>
                      <a:pt x="388" y="216"/>
                      <a:pt x="390" y="222"/>
                    </a:cubicBezTo>
                    <a:cubicBezTo>
                      <a:pt x="392" y="228"/>
                      <a:pt x="392" y="233"/>
                      <a:pt x="392" y="234"/>
                    </a:cubicBezTo>
                    <a:cubicBezTo>
                      <a:pt x="392" y="235"/>
                      <a:pt x="392" y="235"/>
                      <a:pt x="392" y="235"/>
                    </a:cubicBezTo>
                    <a:cubicBezTo>
                      <a:pt x="392" y="235"/>
                      <a:pt x="392" y="235"/>
                      <a:pt x="392" y="235"/>
                    </a:cubicBezTo>
                    <a:cubicBezTo>
                      <a:pt x="392" y="235"/>
                      <a:pt x="392" y="235"/>
                      <a:pt x="392" y="235"/>
                    </a:cubicBezTo>
                    <a:cubicBezTo>
                      <a:pt x="391" y="270"/>
                      <a:pt x="378" y="295"/>
                      <a:pt x="358" y="311"/>
                    </a:cubicBezTo>
                    <a:cubicBezTo>
                      <a:pt x="338" y="327"/>
                      <a:pt x="312" y="335"/>
                      <a:pt x="285" y="335"/>
                    </a:cubicBezTo>
                    <a:cubicBezTo>
                      <a:pt x="265" y="335"/>
                      <a:pt x="245" y="331"/>
                      <a:pt x="227" y="324"/>
                    </a:cubicBezTo>
                    <a:cubicBezTo>
                      <a:pt x="198" y="312"/>
                      <a:pt x="183" y="295"/>
                      <a:pt x="175" y="279"/>
                    </a:cubicBezTo>
                    <a:cubicBezTo>
                      <a:pt x="166" y="263"/>
                      <a:pt x="165" y="248"/>
                      <a:pt x="165" y="240"/>
                    </a:cubicBezTo>
                    <a:cubicBezTo>
                      <a:pt x="165" y="239"/>
                      <a:pt x="165" y="238"/>
                      <a:pt x="165" y="237"/>
                    </a:cubicBezTo>
                    <a:cubicBezTo>
                      <a:pt x="165" y="236"/>
                      <a:pt x="165" y="236"/>
                      <a:pt x="165" y="236"/>
                    </a:cubicBezTo>
                    <a:cubicBezTo>
                      <a:pt x="165" y="236"/>
                      <a:pt x="165" y="236"/>
                      <a:pt x="165" y="236"/>
                    </a:cubicBezTo>
                    <a:cubicBezTo>
                      <a:pt x="166" y="233"/>
                      <a:pt x="166" y="233"/>
                      <a:pt x="166" y="233"/>
                    </a:cubicBezTo>
                    <a:cubicBezTo>
                      <a:pt x="163" y="233"/>
                      <a:pt x="163" y="233"/>
                      <a:pt x="163" y="233"/>
                    </a:cubicBezTo>
                    <a:cubicBezTo>
                      <a:pt x="159" y="233"/>
                      <a:pt x="153" y="232"/>
                      <a:pt x="146" y="230"/>
                    </a:cubicBezTo>
                    <a:cubicBezTo>
                      <a:pt x="136" y="227"/>
                      <a:pt x="125" y="222"/>
                      <a:pt x="116" y="218"/>
                    </a:cubicBezTo>
                    <a:cubicBezTo>
                      <a:pt x="111" y="216"/>
                      <a:pt x="107" y="214"/>
                      <a:pt x="103" y="213"/>
                    </a:cubicBezTo>
                    <a:cubicBezTo>
                      <a:pt x="101" y="212"/>
                      <a:pt x="100" y="211"/>
                      <a:pt x="99" y="211"/>
                    </a:cubicBezTo>
                    <a:cubicBezTo>
                      <a:pt x="97" y="210"/>
                      <a:pt x="96" y="210"/>
                      <a:pt x="95" y="210"/>
                    </a:cubicBezTo>
                    <a:cubicBezTo>
                      <a:pt x="95" y="210"/>
                      <a:pt x="95" y="210"/>
                      <a:pt x="95" y="210"/>
                    </a:cubicBezTo>
                    <a:cubicBezTo>
                      <a:pt x="95" y="210"/>
                      <a:pt x="94" y="210"/>
                      <a:pt x="94" y="210"/>
                    </a:cubicBezTo>
                    <a:cubicBezTo>
                      <a:pt x="90" y="210"/>
                      <a:pt x="86" y="211"/>
                      <a:pt x="83" y="212"/>
                    </a:cubicBezTo>
                    <a:cubicBezTo>
                      <a:pt x="79" y="214"/>
                      <a:pt x="77" y="215"/>
                      <a:pt x="77" y="215"/>
                    </a:cubicBezTo>
                    <a:cubicBezTo>
                      <a:pt x="78" y="217"/>
                      <a:pt x="78" y="217"/>
                      <a:pt x="78" y="217"/>
                    </a:cubicBezTo>
                    <a:cubicBezTo>
                      <a:pt x="78" y="215"/>
                      <a:pt x="78" y="215"/>
                      <a:pt x="78" y="215"/>
                    </a:cubicBezTo>
                    <a:cubicBezTo>
                      <a:pt x="68" y="215"/>
                      <a:pt x="61" y="213"/>
                      <a:pt x="57" y="212"/>
                    </a:cubicBezTo>
                    <a:cubicBezTo>
                      <a:pt x="54" y="211"/>
                      <a:pt x="53" y="210"/>
                      <a:pt x="52" y="209"/>
                    </a:cubicBezTo>
                    <a:cubicBezTo>
                      <a:pt x="51" y="208"/>
                      <a:pt x="50" y="207"/>
                      <a:pt x="50" y="206"/>
                    </a:cubicBezTo>
                    <a:cubicBezTo>
                      <a:pt x="50" y="205"/>
                      <a:pt x="51" y="205"/>
                      <a:pt x="52" y="204"/>
                    </a:cubicBezTo>
                    <a:cubicBezTo>
                      <a:pt x="53" y="203"/>
                      <a:pt x="55" y="202"/>
                      <a:pt x="57" y="202"/>
                    </a:cubicBezTo>
                    <a:cubicBezTo>
                      <a:pt x="58" y="202"/>
                      <a:pt x="59" y="201"/>
                      <a:pt x="60" y="201"/>
                    </a:cubicBezTo>
                    <a:cubicBezTo>
                      <a:pt x="60" y="201"/>
                      <a:pt x="60" y="201"/>
                      <a:pt x="60" y="201"/>
                    </a:cubicBezTo>
                    <a:cubicBezTo>
                      <a:pt x="61" y="201"/>
                      <a:pt x="61" y="201"/>
                      <a:pt x="61" y="201"/>
                    </a:cubicBezTo>
                    <a:cubicBezTo>
                      <a:pt x="65" y="201"/>
                      <a:pt x="65" y="201"/>
                      <a:pt x="65" y="201"/>
                    </a:cubicBezTo>
                    <a:cubicBezTo>
                      <a:pt x="62" y="198"/>
                      <a:pt x="62" y="198"/>
                      <a:pt x="62" y="198"/>
                    </a:cubicBezTo>
                    <a:cubicBezTo>
                      <a:pt x="62" y="198"/>
                      <a:pt x="59" y="195"/>
                      <a:pt x="55" y="189"/>
                    </a:cubicBezTo>
                    <a:cubicBezTo>
                      <a:pt x="48" y="181"/>
                      <a:pt x="38" y="169"/>
                      <a:pt x="29" y="157"/>
                    </a:cubicBezTo>
                    <a:cubicBezTo>
                      <a:pt x="25" y="152"/>
                      <a:pt x="21" y="146"/>
                      <a:pt x="18" y="141"/>
                    </a:cubicBezTo>
                    <a:cubicBezTo>
                      <a:pt x="14" y="136"/>
                      <a:pt x="12" y="132"/>
                      <a:pt x="11" y="130"/>
                    </a:cubicBezTo>
                    <a:cubicBezTo>
                      <a:pt x="7" y="121"/>
                      <a:pt x="4" y="106"/>
                      <a:pt x="4" y="88"/>
                    </a:cubicBezTo>
                    <a:cubicBezTo>
                      <a:pt x="4" y="77"/>
                      <a:pt x="5" y="65"/>
                      <a:pt x="9" y="54"/>
                    </a:cubicBezTo>
                    <a:cubicBezTo>
                      <a:pt x="11" y="46"/>
                      <a:pt x="14" y="41"/>
                      <a:pt x="16" y="37"/>
                    </a:cubicBezTo>
                    <a:cubicBezTo>
                      <a:pt x="20" y="32"/>
                      <a:pt x="24" y="29"/>
                      <a:pt x="28" y="27"/>
                    </a:cubicBezTo>
                    <a:cubicBezTo>
                      <a:pt x="33" y="25"/>
                      <a:pt x="38" y="24"/>
                      <a:pt x="45" y="20"/>
                    </a:cubicBezTo>
                    <a:cubicBezTo>
                      <a:pt x="53" y="15"/>
                      <a:pt x="58" y="12"/>
                      <a:pt x="63" y="10"/>
                    </a:cubicBezTo>
                    <a:cubicBezTo>
                      <a:pt x="68" y="7"/>
                      <a:pt x="73" y="6"/>
                      <a:pt x="82" y="5"/>
                    </a:cubicBezTo>
                    <a:cubicBezTo>
                      <a:pt x="86" y="4"/>
                      <a:pt x="91" y="4"/>
                      <a:pt x="96" y="4"/>
                    </a:cubicBezTo>
                    <a:cubicBezTo>
                      <a:pt x="112" y="4"/>
                      <a:pt x="128" y="6"/>
                      <a:pt x="139" y="7"/>
                    </a:cubicBezTo>
                    <a:cubicBezTo>
                      <a:pt x="146" y="8"/>
                      <a:pt x="157" y="11"/>
                      <a:pt x="166" y="14"/>
                    </a:cubicBezTo>
                    <a:cubicBezTo>
                      <a:pt x="171" y="16"/>
                      <a:pt x="175" y="17"/>
                      <a:pt x="178" y="18"/>
                    </a:cubicBezTo>
                    <a:cubicBezTo>
                      <a:pt x="181" y="19"/>
                      <a:pt x="183" y="20"/>
                      <a:pt x="183" y="20"/>
                    </a:cubicBezTo>
                    <a:cubicBezTo>
                      <a:pt x="184" y="21"/>
                      <a:pt x="184" y="21"/>
                      <a:pt x="184" y="21"/>
                    </a:cubicBezTo>
                    <a:cubicBezTo>
                      <a:pt x="185" y="19"/>
                      <a:pt x="185" y="19"/>
                      <a:pt x="185" y="19"/>
                    </a:cubicBezTo>
                    <a:cubicBezTo>
                      <a:pt x="185" y="19"/>
                      <a:pt x="185" y="19"/>
                      <a:pt x="185" y="19"/>
                    </a:cubicBezTo>
                    <a:cubicBezTo>
                      <a:pt x="185" y="18"/>
                      <a:pt x="187" y="16"/>
                      <a:pt x="189" y="13"/>
                    </a:cubicBezTo>
                    <a:cubicBezTo>
                      <a:pt x="192" y="10"/>
                      <a:pt x="195" y="8"/>
                      <a:pt x="199" y="7"/>
                    </a:cubicBezTo>
                    <a:cubicBezTo>
                      <a:pt x="199" y="7"/>
                      <a:pt x="199" y="7"/>
                      <a:pt x="199" y="7"/>
                    </a:cubicBezTo>
                    <a:lnTo>
                      <a:pt x="199" y="5"/>
                    </a:lnTo>
                    <a:close/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7608" name="Freeform 24">
                <a:extLst>
                  <a:ext uri="{FF2B5EF4-FFF2-40B4-BE49-F238E27FC236}">
                    <a16:creationId xmlns:a16="http://schemas.microsoft.com/office/drawing/2014/main" id="{52B069E9-6633-42B1-9167-B8F72458EC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3" y="1147"/>
                <a:ext cx="26" cy="54"/>
              </a:xfrm>
              <a:custGeom>
                <a:avLst/>
                <a:gdLst>
                  <a:gd name="T0" fmla="*/ 29 w 19"/>
                  <a:gd name="T1" fmla="*/ 11 h 39"/>
                  <a:gd name="T2" fmla="*/ 7 w 19"/>
                  <a:gd name="T3" fmla="*/ 0 h 39"/>
                  <a:gd name="T4" fmla="*/ 0 w 19"/>
                  <a:gd name="T5" fmla="*/ 14 h 39"/>
                  <a:gd name="T6" fmla="*/ 7 w 19"/>
                  <a:gd name="T7" fmla="*/ 50 h 39"/>
                  <a:gd name="T8" fmla="*/ 19 w 19"/>
                  <a:gd name="T9" fmla="*/ 55 h 39"/>
                  <a:gd name="T10" fmla="*/ 26 w 19"/>
                  <a:gd name="T11" fmla="*/ 69 h 39"/>
                  <a:gd name="T12" fmla="*/ 34 w 19"/>
                  <a:gd name="T13" fmla="*/ 90 h 39"/>
                  <a:gd name="T14" fmla="*/ 42 w 19"/>
                  <a:gd name="T15" fmla="*/ 104 h 39"/>
                  <a:gd name="T16" fmla="*/ 47 w 19"/>
                  <a:gd name="T17" fmla="*/ 71 h 39"/>
                  <a:gd name="T18" fmla="*/ 40 w 19"/>
                  <a:gd name="T19" fmla="*/ 96 h 39"/>
                  <a:gd name="T20" fmla="*/ 34 w 19"/>
                  <a:gd name="T21" fmla="*/ 83 h 39"/>
                  <a:gd name="T22" fmla="*/ 26 w 19"/>
                  <a:gd name="T23" fmla="*/ 64 h 39"/>
                  <a:gd name="T24" fmla="*/ 10 w 19"/>
                  <a:gd name="T25" fmla="*/ 50 h 39"/>
                  <a:gd name="T26" fmla="*/ 7 w 19"/>
                  <a:gd name="T27" fmla="*/ 50 h 39"/>
                  <a:gd name="T28" fmla="*/ 7 w 19"/>
                  <a:gd name="T29" fmla="*/ 40 h 39"/>
                  <a:gd name="T30" fmla="*/ 5 w 19"/>
                  <a:gd name="T31" fmla="*/ 19 h 39"/>
                  <a:gd name="T32" fmla="*/ 10 w 19"/>
                  <a:gd name="T33" fmla="*/ 6 h 39"/>
                  <a:gd name="T34" fmla="*/ 29 w 19"/>
                  <a:gd name="T35" fmla="*/ 14 h 39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19" h="39">
                    <a:moveTo>
                      <a:pt x="11" y="4"/>
                    </a:moveTo>
                    <a:cubicBezTo>
                      <a:pt x="10" y="2"/>
                      <a:pt x="6" y="0"/>
                      <a:pt x="3" y="0"/>
                    </a:cubicBezTo>
                    <a:cubicBezTo>
                      <a:pt x="0" y="0"/>
                      <a:pt x="0" y="2"/>
                      <a:pt x="0" y="5"/>
                    </a:cubicBezTo>
                    <a:cubicBezTo>
                      <a:pt x="0" y="9"/>
                      <a:pt x="1" y="15"/>
                      <a:pt x="3" y="19"/>
                    </a:cubicBezTo>
                    <a:cubicBezTo>
                      <a:pt x="4" y="21"/>
                      <a:pt x="5" y="21"/>
                      <a:pt x="7" y="21"/>
                    </a:cubicBezTo>
                    <a:cubicBezTo>
                      <a:pt x="9" y="22"/>
                      <a:pt x="10" y="23"/>
                      <a:pt x="10" y="26"/>
                    </a:cubicBezTo>
                    <a:cubicBezTo>
                      <a:pt x="11" y="28"/>
                      <a:pt x="12" y="31"/>
                      <a:pt x="13" y="34"/>
                    </a:cubicBezTo>
                    <a:cubicBezTo>
                      <a:pt x="14" y="36"/>
                      <a:pt x="15" y="37"/>
                      <a:pt x="17" y="39"/>
                    </a:cubicBezTo>
                    <a:cubicBezTo>
                      <a:pt x="18" y="37"/>
                      <a:pt x="19" y="29"/>
                      <a:pt x="18" y="27"/>
                    </a:cubicBezTo>
                    <a:cubicBezTo>
                      <a:pt x="17" y="30"/>
                      <a:pt x="16" y="33"/>
                      <a:pt x="15" y="36"/>
                    </a:cubicBezTo>
                    <a:cubicBezTo>
                      <a:pt x="14" y="36"/>
                      <a:pt x="13" y="32"/>
                      <a:pt x="13" y="31"/>
                    </a:cubicBezTo>
                    <a:cubicBezTo>
                      <a:pt x="12" y="29"/>
                      <a:pt x="12" y="26"/>
                      <a:pt x="10" y="24"/>
                    </a:cubicBezTo>
                    <a:cubicBezTo>
                      <a:pt x="9" y="22"/>
                      <a:pt x="7" y="20"/>
                      <a:pt x="4" y="19"/>
                    </a:cubicBezTo>
                    <a:cubicBezTo>
                      <a:pt x="4" y="19"/>
                      <a:pt x="4" y="19"/>
                      <a:pt x="3" y="19"/>
                    </a:cubicBezTo>
                    <a:cubicBezTo>
                      <a:pt x="2" y="18"/>
                      <a:pt x="3" y="16"/>
                      <a:pt x="3" y="15"/>
                    </a:cubicBezTo>
                    <a:cubicBezTo>
                      <a:pt x="2" y="13"/>
                      <a:pt x="2" y="10"/>
                      <a:pt x="2" y="7"/>
                    </a:cubicBezTo>
                    <a:cubicBezTo>
                      <a:pt x="2" y="6"/>
                      <a:pt x="2" y="2"/>
                      <a:pt x="4" y="2"/>
                    </a:cubicBezTo>
                    <a:cubicBezTo>
                      <a:pt x="6" y="1"/>
                      <a:pt x="9" y="3"/>
                      <a:pt x="11" y="5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7609" name="Freeform 25">
                <a:extLst>
                  <a:ext uri="{FF2B5EF4-FFF2-40B4-BE49-F238E27FC236}">
                    <a16:creationId xmlns:a16="http://schemas.microsoft.com/office/drawing/2014/main" id="{DEE3DBFF-64F9-4CF9-ADFB-43654395B5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9" y="1179"/>
                <a:ext cx="61" cy="54"/>
              </a:xfrm>
              <a:custGeom>
                <a:avLst/>
                <a:gdLst>
                  <a:gd name="T0" fmla="*/ 118 w 44"/>
                  <a:gd name="T1" fmla="*/ 6 h 39"/>
                  <a:gd name="T2" fmla="*/ 43 w 44"/>
                  <a:gd name="T3" fmla="*/ 35 h 39"/>
                  <a:gd name="T4" fmla="*/ 6 w 44"/>
                  <a:gd name="T5" fmla="*/ 98 h 39"/>
                  <a:gd name="T6" fmla="*/ 50 w 44"/>
                  <a:gd name="T7" fmla="*/ 46 h 39"/>
                  <a:gd name="T8" fmla="*/ 118 w 44"/>
                  <a:gd name="T9" fmla="*/ 6 h 3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4" h="39">
                    <a:moveTo>
                      <a:pt x="44" y="2"/>
                    </a:moveTo>
                    <a:cubicBezTo>
                      <a:pt x="44" y="2"/>
                      <a:pt x="32" y="0"/>
                      <a:pt x="16" y="13"/>
                    </a:cubicBezTo>
                    <a:cubicBezTo>
                      <a:pt x="1" y="26"/>
                      <a:pt x="0" y="35"/>
                      <a:pt x="2" y="37"/>
                    </a:cubicBezTo>
                    <a:cubicBezTo>
                      <a:pt x="5" y="39"/>
                      <a:pt x="13" y="21"/>
                      <a:pt x="19" y="17"/>
                    </a:cubicBezTo>
                    <a:cubicBezTo>
                      <a:pt x="25" y="12"/>
                      <a:pt x="40" y="3"/>
                      <a:pt x="44" y="2"/>
                    </a:cubicBezTo>
                    <a:close/>
                  </a:path>
                </a:pathLst>
              </a:custGeom>
              <a:solidFill>
                <a:srgbClr val="B24D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7610" name="Freeform 26">
                <a:extLst>
                  <a:ext uri="{FF2B5EF4-FFF2-40B4-BE49-F238E27FC236}">
                    <a16:creationId xmlns:a16="http://schemas.microsoft.com/office/drawing/2014/main" id="{F2FC7107-CCA4-4B57-BCB5-6CF0CB8E6F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1" y="1285"/>
                <a:ext cx="41" cy="68"/>
              </a:xfrm>
              <a:custGeom>
                <a:avLst/>
                <a:gdLst>
                  <a:gd name="T0" fmla="*/ 67 w 30"/>
                  <a:gd name="T1" fmla="*/ 8 h 49"/>
                  <a:gd name="T2" fmla="*/ 15 w 30"/>
                  <a:gd name="T3" fmla="*/ 130 h 49"/>
                  <a:gd name="T4" fmla="*/ 34 w 30"/>
                  <a:gd name="T5" fmla="*/ 56 h 49"/>
                  <a:gd name="T6" fmla="*/ 67 w 30"/>
                  <a:gd name="T7" fmla="*/ 8 h 4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0" h="49">
                    <a:moveTo>
                      <a:pt x="26" y="3"/>
                    </a:moveTo>
                    <a:cubicBezTo>
                      <a:pt x="24" y="0"/>
                      <a:pt x="0" y="19"/>
                      <a:pt x="6" y="49"/>
                    </a:cubicBezTo>
                    <a:cubicBezTo>
                      <a:pt x="6" y="49"/>
                      <a:pt x="5" y="32"/>
                      <a:pt x="13" y="21"/>
                    </a:cubicBezTo>
                    <a:cubicBezTo>
                      <a:pt x="20" y="11"/>
                      <a:pt x="30" y="8"/>
                      <a:pt x="26" y="3"/>
                    </a:cubicBezTo>
                    <a:close/>
                  </a:path>
                </a:pathLst>
              </a:custGeom>
              <a:solidFill>
                <a:srgbClr val="B24D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7611" name="Freeform 27">
                <a:extLst>
                  <a:ext uri="{FF2B5EF4-FFF2-40B4-BE49-F238E27FC236}">
                    <a16:creationId xmlns:a16="http://schemas.microsoft.com/office/drawing/2014/main" id="{04D2847D-D258-4FA0-8039-98B6A5FA9C7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225" y="1301"/>
                <a:ext cx="39" cy="52"/>
              </a:xfrm>
              <a:custGeom>
                <a:avLst/>
                <a:gdLst>
                  <a:gd name="T0" fmla="*/ 68 w 28"/>
                  <a:gd name="T1" fmla="*/ 0 h 37"/>
                  <a:gd name="T2" fmla="*/ 49 w 28"/>
                  <a:gd name="T3" fmla="*/ 8 h 37"/>
                  <a:gd name="T4" fmla="*/ 21 w 28"/>
                  <a:gd name="T5" fmla="*/ 34 h 37"/>
                  <a:gd name="T6" fmla="*/ 11 w 28"/>
                  <a:gd name="T7" fmla="*/ 101 h 37"/>
                  <a:gd name="T8" fmla="*/ 11 w 28"/>
                  <a:gd name="T9" fmla="*/ 103 h 37"/>
                  <a:gd name="T10" fmla="*/ 11 w 28"/>
                  <a:gd name="T11" fmla="*/ 63 h 37"/>
                  <a:gd name="T12" fmla="*/ 29 w 28"/>
                  <a:gd name="T13" fmla="*/ 34 h 37"/>
                  <a:gd name="T14" fmla="*/ 54 w 28"/>
                  <a:gd name="T15" fmla="*/ 11 h 37"/>
                  <a:gd name="T16" fmla="*/ 70 w 28"/>
                  <a:gd name="T17" fmla="*/ 0 h 37"/>
                  <a:gd name="T18" fmla="*/ 68 w 28"/>
                  <a:gd name="T19" fmla="*/ 0 h 37"/>
                  <a:gd name="T20" fmla="*/ 74 w 28"/>
                  <a:gd name="T21" fmla="*/ 0 h 37"/>
                  <a:gd name="T22" fmla="*/ 70 w 28"/>
                  <a:gd name="T23" fmla="*/ 0 h 37"/>
                  <a:gd name="T24" fmla="*/ 75 w 28"/>
                  <a:gd name="T25" fmla="*/ 0 h 37"/>
                  <a:gd name="T26" fmla="*/ 75 w 28"/>
                  <a:gd name="T27" fmla="*/ 0 h 37"/>
                  <a:gd name="T28" fmla="*/ 74 w 28"/>
                  <a:gd name="T29" fmla="*/ 0 h 37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28" h="37">
                    <a:moveTo>
                      <a:pt x="25" y="0"/>
                    </a:moveTo>
                    <a:cubicBezTo>
                      <a:pt x="23" y="0"/>
                      <a:pt x="20" y="1"/>
                      <a:pt x="18" y="3"/>
                    </a:cubicBezTo>
                    <a:cubicBezTo>
                      <a:pt x="15" y="6"/>
                      <a:pt x="11" y="9"/>
                      <a:pt x="8" y="12"/>
                    </a:cubicBezTo>
                    <a:cubicBezTo>
                      <a:pt x="2" y="19"/>
                      <a:pt x="0" y="28"/>
                      <a:pt x="4" y="36"/>
                    </a:cubicBezTo>
                    <a:cubicBezTo>
                      <a:pt x="4" y="37"/>
                      <a:pt x="4" y="37"/>
                      <a:pt x="4" y="37"/>
                    </a:cubicBezTo>
                    <a:cubicBezTo>
                      <a:pt x="5" y="32"/>
                      <a:pt x="3" y="28"/>
                      <a:pt x="4" y="23"/>
                    </a:cubicBezTo>
                    <a:cubicBezTo>
                      <a:pt x="5" y="19"/>
                      <a:pt x="8" y="15"/>
                      <a:pt x="11" y="12"/>
                    </a:cubicBezTo>
                    <a:cubicBezTo>
                      <a:pt x="14" y="9"/>
                      <a:pt x="17" y="6"/>
                      <a:pt x="20" y="4"/>
                    </a:cubicBezTo>
                    <a:cubicBezTo>
                      <a:pt x="22" y="2"/>
                      <a:pt x="24" y="0"/>
                      <a:pt x="26" y="0"/>
                    </a:cubicBezTo>
                    <a:cubicBezTo>
                      <a:pt x="26" y="0"/>
                      <a:pt x="26" y="0"/>
                      <a:pt x="25" y="0"/>
                    </a:cubicBezTo>
                    <a:moveTo>
                      <a:pt x="27" y="0"/>
                    </a:moveTo>
                    <a:cubicBezTo>
                      <a:pt x="27" y="0"/>
                      <a:pt x="26" y="0"/>
                      <a:pt x="26" y="0"/>
                    </a:cubicBezTo>
                    <a:cubicBezTo>
                      <a:pt x="27" y="0"/>
                      <a:pt x="27" y="0"/>
                      <a:pt x="28" y="0"/>
                    </a:cubicBezTo>
                    <a:cubicBezTo>
                      <a:pt x="28" y="0"/>
                      <a:pt x="28" y="0"/>
                      <a:pt x="28" y="0"/>
                    </a:cubicBezTo>
                    <a:cubicBezTo>
                      <a:pt x="28" y="0"/>
                      <a:pt x="27" y="0"/>
                      <a:pt x="27" y="0"/>
                    </a:cubicBezTo>
                  </a:path>
                </a:pathLst>
              </a:custGeom>
              <a:solidFill>
                <a:srgbClr val="8D85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7612" name="Freeform 28">
                <a:extLst>
                  <a:ext uri="{FF2B5EF4-FFF2-40B4-BE49-F238E27FC236}">
                    <a16:creationId xmlns:a16="http://schemas.microsoft.com/office/drawing/2014/main" id="{C23C2D56-D38D-427E-8C81-BE2108D6ACF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301" y="1198"/>
                <a:ext cx="35" cy="52"/>
              </a:xfrm>
              <a:custGeom>
                <a:avLst/>
                <a:gdLst>
                  <a:gd name="T0" fmla="*/ 55 w 25"/>
                  <a:gd name="T1" fmla="*/ 0 h 37"/>
                  <a:gd name="T2" fmla="*/ 43 w 25"/>
                  <a:gd name="T3" fmla="*/ 1 h 37"/>
                  <a:gd name="T4" fmla="*/ 14 w 25"/>
                  <a:gd name="T5" fmla="*/ 30 h 37"/>
                  <a:gd name="T6" fmla="*/ 0 w 25"/>
                  <a:gd name="T7" fmla="*/ 67 h 37"/>
                  <a:gd name="T8" fmla="*/ 6 w 25"/>
                  <a:gd name="T9" fmla="*/ 103 h 37"/>
                  <a:gd name="T10" fmla="*/ 6 w 25"/>
                  <a:gd name="T11" fmla="*/ 62 h 37"/>
                  <a:gd name="T12" fmla="*/ 21 w 25"/>
                  <a:gd name="T13" fmla="*/ 30 h 37"/>
                  <a:gd name="T14" fmla="*/ 60 w 25"/>
                  <a:gd name="T15" fmla="*/ 0 h 37"/>
                  <a:gd name="T16" fmla="*/ 55 w 25"/>
                  <a:gd name="T17" fmla="*/ 0 h 37"/>
                  <a:gd name="T18" fmla="*/ 67 w 25"/>
                  <a:gd name="T19" fmla="*/ 0 h 37"/>
                  <a:gd name="T20" fmla="*/ 60 w 25"/>
                  <a:gd name="T21" fmla="*/ 0 h 37"/>
                  <a:gd name="T22" fmla="*/ 69 w 25"/>
                  <a:gd name="T23" fmla="*/ 0 h 37"/>
                  <a:gd name="T24" fmla="*/ 69 w 25"/>
                  <a:gd name="T25" fmla="*/ 0 h 37"/>
                  <a:gd name="T26" fmla="*/ 67 w 25"/>
                  <a:gd name="T27" fmla="*/ 0 h 3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5" h="37">
                    <a:moveTo>
                      <a:pt x="20" y="0"/>
                    </a:moveTo>
                    <a:cubicBezTo>
                      <a:pt x="19" y="0"/>
                      <a:pt x="17" y="0"/>
                      <a:pt x="16" y="1"/>
                    </a:cubicBezTo>
                    <a:cubicBezTo>
                      <a:pt x="12" y="3"/>
                      <a:pt x="8" y="7"/>
                      <a:pt x="5" y="11"/>
                    </a:cubicBezTo>
                    <a:cubicBezTo>
                      <a:pt x="3" y="15"/>
                      <a:pt x="0" y="19"/>
                      <a:pt x="0" y="24"/>
                    </a:cubicBezTo>
                    <a:cubicBezTo>
                      <a:pt x="0" y="28"/>
                      <a:pt x="1" y="33"/>
                      <a:pt x="2" y="37"/>
                    </a:cubicBezTo>
                    <a:cubicBezTo>
                      <a:pt x="2" y="32"/>
                      <a:pt x="1" y="27"/>
                      <a:pt x="2" y="22"/>
                    </a:cubicBezTo>
                    <a:cubicBezTo>
                      <a:pt x="3" y="17"/>
                      <a:pt x="5" y="15"/>
                      <a:pt x="8" y="11"/>
                    </a:cubicBezTo>
                    <a:cubicBezTo>
                      <a:pt x="12" y="6"/>
                      <a:pt x="16" y="1"/>
                      <a:pt x="22" y="0"/>
                    </a:cubicBezTo>
                    <a:cubicBezTo>
                      <a:pt x="21" y="0"/>
                      <a:pt x="21" y="0"/>
                      <a:pt x="20" y="0"/>
                    </a:cubicBezTo>
                    <a:moveTo>
                      <a:pt x="24" y="0"/>
                    </a:moveTo>
                    <a:cubicBezTo>
                      <a:pt x="24" y="0"/>
                      <a:pt x="23" y="0"/>
                      <a:pt x="22" y="0"/>
                    </a:cubicBezTo>
                    <a:cubicBezTo>
                      <a:pt x="23" y="0"/>
                      <a:pt x="24" y="0"/>
                      <a:pt x="25" y="0"/>
                    </a:cubicBezTo>
                    <a:cubicBezTo>
                      <a:pt x="25" y="0"/>
                      <a:pt x="25" y="0"/>
                      <a:pt x="25" y="0"/>
                    </a:cubicBezTo>
                    <a:cubicBezTo>
                      <a:pt x="25" y="0"/>
                      <a:pt x="25" y="0"/>
                      <a:pt x="24" y="0"/>
                    </a:cubicBezTo>
                  </a:path>
                </a:pathLst>
              </a:custGeom>
              <a:solidFill>
                <a:srgbClr val="8D85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7613" name="Freeform 29">
                <a:extLst>
                  <a:ext uri="{FF2B5EF4-FFF2-40B4-BE49-F238E27FC236}">
                    <a16:creationId xmlns:a16="http://schemas.microsoft.com/office/drawing/2014/main" id="{484608AE-3408-4FD2-9C2D-31B149BCB8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4" y="1308"/>
                <a:ext cx="39" cy="46"/>
              </a:xfrm>
              <a:custGeom>
                <a:avLst/>
                <a:gdLst>
                  <a:gd name="T0" fmla="*/ 68 w 28"/>
                  <a:gd name="T1" fmla="*/ 1 h 33"/>
                  <a:gd name="T2" fmla="*/ 21 w 28"/>
                  <a:gd name="T3" fmla="*/ 35 h 33"/>
                  <a:gd name="T4" fmla="*/ 1 w 28"/>
                  <a:gd name="T5" fmla="*/ 89 h 33"/>
                  <a:gd name="T6" fmla="*/ 40 w 28"/>
                  <a:gd name="T7" fmla="*/ 63 h 33"/>
                  <a:gd name="T8" fmla="*/ 60 w 28"/>
                  <a:gd name="T9" fmla="*/ 25 h 33"/>
                  <a:gd name="T10" fmla="*/ 68 w 28"/>
                  <a:gd name="T11" fmla="*/ 1 h 3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8" h="33">
                    <a:moveTo>
                      <a:pt x="25" y="1"/>
                    </a:moveTo>
                    <a:cubicBezTo>
                      <a:pt x="23" y="0"/>
                      <a:pt x="15" y="4"/>
                      <a:pt x="8" y="13"/>
                    </a:cubicBezTo>
                    <a:cubicBezTo>
                      <a:pt x="1" y="22"/>
                      <a:pt x="0" y="30"/>
                      <a:pt x="1" y="33"/>
                    </a:cubicBezTo>
                    <a:cubicBezTo>
                      <a:pt x="1" y="33"/>
                      <a:pt x="10" y="29"/>
                      <a:pt x="15" y="23"/>
                    </a:cubicBezTo>
                    <a:cubicBezTo>
                      <a:pt x="20" y="17"/>
                      <a:pt x="20" y="12"/>
                      <a:pt x="22" y="9"/>
                    </a:cubicBezTo>
                    <a:cubicBezTo>
                      <a:pt x="23" y="6"/>
                      <a:pt x="28" y="2"/>
                      <a:pt x="25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7614" name="Freeform 30">
                <a:extLst>
                  <a:ext uri="{FF2B5EF4-FFF2-40B4-BE49-F238E27FC236}">
                    <a16:creationId xmlns:a16="http://schemas.microsoft.com/office/drawing/2014/main" id="{79336E38-5FCF-497E-B959-43C1BD6100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2" y="1214"/>
                <a:ext cx="41" cy="44"/>
              </a:xfrm>
              <a:custGeom>
                <a:avLst/>
                <a:gdLst>
                  <a:gd name="T0" fmla="*/ 68 w 29"/>
                  <a:gd name="T1" fmla="*/ 0 h 32"/>
                  <a:gd name="T2" fmla="*/ 35 w 29"/>
                  <a:gd name="T3" fmla="*/ 19 h 32"/>
                  <a:gd name="T4" fmla="*/ 1 w 29"/>
                  <a:gd name="T5" fmla="*/ 65 h 32"/>
                  <a:gd name="T6" fmla="*/ 1 w 29"/>
                  <a:gd name="T7" fmla="*/ 81 h 32"/>
                  <a:gd name="T8" fmla="*/ 16 w 29"/>
                  <a:gd name="T9" fmla="*/ 70 h 32"/>
                  <a:gd name="T10" fmla="*/ 68 w 29"/>
                  <a:gd name="T11" fmla="*/ 0 h 3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9" h="32">
                    <a:moveTo>
                      <a:pt x="24" y="0"/>
                    </a:moveTo>
                    <a:cubicBezTo>
                      <a:pt x="24" y="0"/>
                      <a:pt x="19" y="0"/>
                      <a:pt x="13" y="7"/>
                    </a:cubicBezTo>
                    <a:cubicBezTo>
                      <a:pt x="6" y="13"/>
                      <a:pt x="2" y="21"/>
                      <a:pt x="1" y="25"/>
                    </a:cubicBezTo>
                    <a:cubicBezTo>
                      <a:pt x="0" y="30"/>
                      <a:pt x="0" y="31"/>
                      <a:pt x="1" y="31"/>
                    </a:cubicBezTo>
                    <a:cubicBezTo>
                      <a:pt x="3" y="32"/>
                      <a:pt x="3" y="28"/>
                      <a:pt x="6" y="27"/>
                    </a:cubicBezTo>
                    <a:cubicBezTo>
                      <a:pt x="8" y="25"/>
                      <a:pt x="29" y="9"/>
                      <a:pt x="2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7615" name="Freeform 31">
                <a:extLst>
                  <a:ext uri="{FF2B5EF4-FFF2-40B4-BE49-F238E27FC236}">
                    <a16:creationId xmlns:a16="http://schemas.microsoft.com/office/drawing/2014/main" id="{2F51ED43-5C7C-4203-B5C1-A52D6CDE07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5" y="1325"/>
                <a:ext cx="20" cy="21"/>
              </a:xfrm>
              <a:custGeom>
                <a:avLst/>
                <a:gdLst>
                  <a:gd name="T0" fmla="*/ 23 w 14"/>
                  <a:gd name="T1" fmla="*/ 0 h 15"/>
                  <a:gd name="T2" fmla="*/ 41 w 14"/>
                  <a:gd name="T3" fmla="*/ 20 h 15"/>
                  <a:gd name="T4" fmla="*/ 20 w 14"/>
                  <a:gd name="T5" fmla="*/ 41 h 15"/>
                  <a:gd name="T6" fmla="*/ 1 w 14"/>
                  <a:gd name="T7" fmla="*/ 34 h 15"/>
                  <a:gd name="T8" fmla="*/ 23 w 14"/>
                  <a:gd name="T9" fmla="*/ 0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5">
                    <a:moveTo>
                      <a:pt x="8" y="0"/>
                    </a:moveTo>
                    <a:cubicBezTo>
                      <a:pt x="11" y="1"/>
                      <a:pt x="14" y="4"/>
                      <a:pt x="14" y="7"/>
                    </a:cubicBezTo>
                    <a:cubicBezTo>
                      <a:pt x="14" y="11"/>
                      <a:pt x="11" y="15"/>
                      <a:pt x="7" y="15"/>
                    </a:cubicBezTo>
                    <a:cubicBezTo>
                      <a:pt x="4" y="15"/>
                      <a:pt x="2" y="14"/>
                      <a:pt x="1" y="12"/>
                    </a:cubicBezTo>
                    <a:cubicBezTo>
                      <a:pt x="0" y="11"/>
                      <a:pt x="7" y="0"/>
                      <a:pt x="8" y="0"/>
                    </a:cubicBezTo>
                    <a:close/>
                  </a:path>
                </a:pathLst>
              </a:custGeom>
              <a:solidFill>
                <a:srgbClr val="8ECA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7616" name="Freeform 32">
                <a:extLst>
                  <a:ext uri="{FF2B5EF4-FFF2-40B4-BE49-F238E27FC236}">
                    <a16:creationId xmlns:a16="http://schemas.microsoft.com/office/drawing/2014/main" id="{C48FE988-F7F0-473A-8E82-0D54011F79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8" y="1222"/>
                <a:ext cx="18" cy="21"/>
              </a:xfrm>
              <a:custGeom>
                <a:avLst/>
                <a:gdLst>
                  <a:gd name="T0" fmla="*/ 24 w 13"/>
                  <a:gd name="T1" fmla="*/ 0 h 15"/>
                  <a:gd name="T2" fmla="*/ 35 w 13"/>
                  <a:gd name="T3" fmla="*/ 20 h 15"/>
                  <a:gd name="T4" fmla="*/ 15 w 13"/>
                  <a:gd name="T5" fmla="*/ 41 h 15"/>
                  <a:gd name="T6" fmla="*/ 0 w 13"/>
                  <a:gd name="T7" fmla="*/ 34 h 15"/>
                  <a:gd name="T8" fmla="*/ 24 w 13"/>
                  <a:gd name="T9" fmla="*/ 0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5">
                    <a:moveTo>
                      <a:pt x="9" y="0"/>
                    </a:moveTo>
                    <a:cubicBezTo>
                      <a:pt x="11" y="2"/>
                      <a:pt x="13" y="4"/>
                      <a:pt x="13" y="7"/>
                    </a:cubicBezTo>
                    <a:cubicBezTo>
                      <a:pt x="13" y="11"/>
                      <a:pt x="10" y="15"/>
                      <a:pt x="6" y="15"/>
                    </a:cubicBezTo>
                    <a:cubicBezTo>
                      <a:pt x="3" y="15"/>
                      <a:pt x="1" y="13"/>
                      <a:pt x="0" y="12"/>
                    </a:cubicBezTo>
                    <a:cubicBezTo>
                      <a:pt x="2" y="7"/>
                      <a:pt x="7" y="2"/>
                      <a:pt x="9" y="0"/>
                    </a:cubicBezTo>
                    <a:close/>
                  </a:path>
                </a:pathLst>
              </a:custGeom>
              <a:solidFill>
                <a:srgbClr val="8ECA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7617" name="Freeform 33">
                <a:extLst>
                  <a:ext uri="{FF2B5EF4-FFF2-40B4-BE49-F238E27FC236}">
                    <a16:creationId xmlns:a16="http://schemas.microsoft.com/office/drawing/2014/main" id="{19DE2A98-2091-4E24-8F1B-D3801055B3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5" y="1324"/>
                <a:ext cx="21" cy="23"/>
              </a:xfrm>
              <a:custGeom>
                <a:avLst/>
                <a:gdLst>
                  <a:gd name="T0" fmla="*/ 21 w 15"/>
                  <a:gd name="T1" fmla="*/ 1 h 17"/>
                  <a:gd name="T2" fmla="*/ 21 w 15"/>
                  <a:gd name="T3" fmla="*/ 5 h 17"/>
                  <a:gd name="T4" fmla="*/ 35 w 15"/>
                  <a:gd name="T5" fmla="*/ 20 h 17"/>
                  <a:gd name="T6" fmla="*/ 20 w 15"/>
                  <a:gd name="T7" fmla="*/ 37 h 17"/>
                  <a:gd name="T8" fmla="*/ 6 w 15"/>
                  <a:gd name="T9" fmla="*/ 32 h 17"/>
                  <a:gd name="T10" fmla="*/ 1 w 15"/>
                  <a:gd name="T11" fmla="*/ 32 h 17"/>
                  <a:gd name="T12" fmla="*/ 6 w 15"/>
                  <a:gd name="T13" fmla="*/ 32 h 17"/>
                  <a:gd name="T14" fmla="*/ 6 w 15"/>
                  <a:gd name="T15" fmla="*/ 32 h 17"/>
                  <a:gd name="T16" fmla="*/ 1 w 15"/>
                  <a:gd name="T17" fmla="*/ 32 h 17"/>
                  <a:gd name="T18" fmla="*/ 6 w 15"/>
                  <a:gd name="T19" fmla="*/ 32 h 17"/>
                  <a:gd name="T20" fmla="*/ 6 w 15"/>
                  <a:gd name="T21" fmla="*/ 32 h 17"/>
                  <a:gd name="T22" fmla="*/ 6 w 15"/>
                  <a:gd name="T23" fmla="*/ 32 h 17"/>
                  <a:gd name="T24" fmla="*/ 6 w 15"/>
                  <a:gd name="T25" fmla="*/ 32 h 17"/>
                  <a:gd name="T26" fmla="*/ 6 w 15"/>
                  <a:gd name="T27" fmla="*/ 32 h 17"/>
                  <a:gd name="T28" fmla="*/ 6 w 15"/>
                  <a:gd name="T29" fmla="*/ 32 h 17"/>
                  <a:gd name="T30" fmla="*/ 6 w 15"/>
                  <a:gd name="T31" fmla="*/ 32 h 17"/>
                  <a:gd name="T32" fmla="*/ 8 w 15"/>
                  <a:gd name="T33" fmla="*/ 26 h 17"/>
                  <a:gd name="T34" fmla="*/ 15 w 15"/>
                  <a:gd name="T35" fmla="*/ 12 h 17"/>
                  <a:gd name="T36" fmla="*/ 21 w 15"/>
                  <a:gd name="T37" fmla="*/ 5 h 17"/>
                  <a:gd name="T38" fmla="*/ 21 w 15"/>
                  <a:gd name="T39" fmla="*/ 5 h 17"/>
                  <a:gd name="T40" fmla="*/ 21 w 15"/>
                  <a:gd name="T41" fmla="*/ 5 h 17"/>
                  <a:gd name="T42" fmla="*/ 21 w 15"/>
                  <a:gd name="T43" fmla="*/ 5 h 17"/>
                  <a:gd name="T44" fmla="*/ 21 w 15"/>
                  <a:gd name="T45" fmla="*/ 5 h 17"/>
                  <a:gd name="T46" fmla="*/ 21 w 15"/>
                  <a:gd name="T47" fmla="*/ 5 h 17"/>
                  <a:gd name="T48" fmla="*/ 21 w 15"/>
                  <a:gd name="T49" fmla="*/ 5 h 17"/>
                  <a:gd name="T50" fmla="*/ 21 w 15"/>
                  <a:gd name="T51" fmla="*/ 5 h 17"/>
                  <a:gd name="T52" fmla="*/ 21 w 15"/>
                  <a:gd name="T53" fmla="*/ 1 h 17"/>
                  <a:gd name="T54" fmla="*/ 21 w 15"/>
                  <a:gd name="T55" fmla="*/ 5 h 17"/>
                  <a:gd name="T56" fmla="*/ 21 w 15"/>
                  <a:gd name="T57" fmla="*/ 5 h 17"/>
                  <a:gd name="T58" fmla="*/ 21 w 15"/>
                  <a:gd name="T59" fmla="*/ 1 h 17"/>
                  <a:gd name="T60" fmla="*/ 21 w 15"/>
                  <a:gd name="T61" fmla="*/ 5 h 17"/>
                  <a:gd name="T62" fmla="*/ 21 w 15"/>
                  <a:gd name="T63" fmla="*/ 1 h 17"/>
                  <a:gd name="T64" fmla="*/ 20 w 15"/>
                  <a:gd name="T65" fmla="*/ 5 h 17"/>
                  <a:gd name="T66" fmla="*/ 21 w 15"/>
                  <a:gd name="T67" fmla="*/ 5 h 17"/>
                  <a:gd name="T68" fmla="*/ 21 w 15"/>
                  <a:gd name="T69" fmla="*/ 1 h 17"/>
                  <a:gd name="T70" fmla="*/ 20 w 15"/>
                  <a:gd name="T71" fmla="*/ 5 h 17"/>
                  <a:gd name="T72" fmla="*/ 20 w 15"/>
                  <a:gd name="T73" fmla="*/ 5 h 17"/>
                  <a:gd name="T74" fmla="*/ 21 w 15"/>
                  <a:gd name="T75" fmla="*/ 5 h 17"/>
                  <a:gd name="T76" fmla="*/ 21 w 15"/>
                  <a:gd name="T77" fmla="*/ 1 h 17"/>
                  <a:gd name="T78" fmla="*/ 21 w 15"/>
                  <a:gd name="T79" fmla="*/ 1 h 17"/>
                  <a:gd name="T80" fmla="*/ 21 w 15"/>
                  <a:gd name="T81" fmla="*/ 0 h 17"/>
                  <a:gd name="T82" fmla="*/ 20 w 15"/>
                  <a:gd name="T83" fmla="*/ 1 h 17"/>
                  <a:gd name="T84" fmla="*/ 20 w 15"/>
                  <a:gd name="T85" fmla="*/ 1 h 17"/>
                  <a:gd name="T86" fmla="*/ 8 w 15"/>
                  <a:gd name="T87" fmla="*/ 16 h 17"/>
                  <a:gd name="T88" fmla="*/ 1 w 15"/>
                  <a:gd name="T89" fmla="*/ 26 h 17"/>
                  <a:gd name="T90" fmla="*/ 0 w 15"/>
                  <a:gd name="T91" fmla="*/ 32 h 17"/>
                  <a:gd name="T92" fmla="*/ 0 w 15"/>
                  <a:gd name="T93" fmla="*/ 35 h 17"/>
                  <a:gd name="T94" fmla="*/ 20 w 15"/>
                  <a:gd name="T95" fmla="*/ 42 h 17"/>
                  <a:gd name="T96" fmla="*/ 41 w 15"/>
                  <a:gd name="T97" fmla="*/ 20 h 17"/>
                  <a:gd name="T98" fmla="*/ 21 w 15"/>
                  <a:gd name="T99" fmla="*/ 0 h 17"/>
                  <a:gd name="T100" fmla="*/ 21 w 15"/>
                  <a:gd name="T101" fmla="*/ 1 h 17"/>
                  <a:gd name="T102" fmla="*/ 21 w 15"/>
                  <a:gd name="T103" fmla="*/ 1 h 17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0" t="0" r="r" b="b"/>
                <a:pathLst>
                  <a:path w="15" h="17">
                    <a:moveTo>
                      <a:pt x="8" y="1"/>
                    </a:moveTo>
                    <a:cubicBezTo>
                      <a:pt x="8" y="2"/>
                      <a:pt x="8" y="2"/>
                      <a:pt x="8" y="2"/>
                    </a:cubicBezTo>
                    <a:cubicBezTo>
                      <a:pt x="11" y="2"/>
                      <a:pt x="13" y="5"/>
                      <a:pt x="13" y="8"/>
                    </a:cubicBezTo>
                    <a:cubicBezTo>
                      <a:pt x="13" y="12"/>
                      <a:pt x="10" y="15"/>
                      <a:pt x="7" y="15"/>
                    </a:cubicBezTo>
                    <a:cubicBezTo>
                      <a:pt x="5" y="15"/>
                      <a:pt x="3" y="14"/>
                      <a:pt x="2" y="13"/>
                    </a:cubicBezTo>
                    <a:cubicBezTo>
                      <a:pt x="1" y="13"/>
                      <a:pt x="1" y="13"/>
                      <a:pt x="1" y="13"/>
                    </a:cubicBezTo>
                    <a:cubicBezTo>
                      <a:pt x="2" y="13"/>
                      <a:pt x="2" y="13"/>
                      <a:pt x="2" y="13"/>
                    </a:cubicBezTo>
                    <a:cubicBezTo>
                      <a:pt x="2" y="13"/>
                      <a:pt x="2" y="13"/>
                      <a:pt x="2" y="13"/>
                    </a:cubicBezTo>
                    <a:cubicBezTo>
                      <a:pt x="1" y="13"/>
                      <a:pt x="1" y="13"/>
                      <a:pt x="1" y="13"/>
                    </a:cubicBezTo>
                    <a:cubicBezTo>
                      <a:pt x="2" y="13"/>
                      <a:pt x="2" y="13"/>
                      <a:pt x="2" y="13"/>
                    </a:cubicBezTo>
                    <a:cubicBezTo>
                      <a:pt x="2" y="13"/>
                      <a:pt x="2" y="13"/>
                      <a:pt x="2" y="13"/>
                    </a:cubicBezTo>
                    <a:cubicBezTo>
                      <a:pt x="2" y="13"/>
                      <a:pt x="2" y="13"/>
                      <a:pt x="2" y="13"/>
                    </a:cubicBezTo>
                    <a:cubicBezTo>
                      <a:pt x="2" y="13"/>
                      <a:pt x="2" y="13"/>
                      <a:pt x="2" y="13"/>
                    </a:cubicBezTo>
                    <a:cubicBezTo>
                      <a:pt x="2" y="13"/>
                      <a:pt x="2" y="13"/>
                      <a:pt x="2" y="13"/>
                    </a:cubicBezTo>
                    <a:cubicBezTo>
                      <a:pt x="2" y="13"/>
                      <a:pt x="2" y="13"/>
                      <a:pt x="2" y="13"/>
                    </a:cubicBezTo>
                    <a:cubicBezTo>
                      <a:pt x="2" y="13"/>
                      <a:pt x="2" y="13"/>
                      <a:pt x="2" y="13"/>
                    </a:cubicBezTo>
                    <a:cubicBezTo>
                      <a:pt x="2" y="13"/>
                      <a:pt x="2" y="11"/>
                      <a:pt x="3" y="10"/>
                    </a:cubicBezTo>
                    <a:cubicBezTo>
                      <a:pt x="3" y="9"/>
                      <a:pt x="5" y="6"/>
                      <a:pt x="6" y="5"/>
                    </a:cubicBezTo>
                    <a:cubicBezTo>
                      <a:pt x="7" y="4"/>
                      <a:pt x="7" y="3"/>
                      <a:pt x="8" y="2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7" y="0"/>
                      <a:pt x="7" y="1"/>
                      <a:pt x="7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6" y="2"/>
                      <a:pt x="4" y="5"/>
                      <a:pt x="3" y="7"/>
                    </a:cubicBezTo>
                    <a:cubicBezTo>
                      <a:pt x="2" y="8"/>
                      <a:pt x="1" y="9"/>
                      <a:pt x="1" y="10"/>
                    </a:cubicBezTo>
                    <a:cubicBezTo>
                      <a:pt x="0" y="11"/>
                      <a:pt x="0" y="12"/>
                      <a:pt x="0" y="13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2" y="15"/>
                      <a:pt x="4" y="17"/>
                      <a:pt x="7" y="17"/>
                    </a:cubicBezTo>
                    <a:cubicBezTo>
                      <a:pt x="11" y="17"/>
                      <a:pt x="15" y="13"/>
                      <a:pt x="15" y="8"/>
                    </a:cubicBezTo>
                    <a:cubicBezTo>
                      <a:pt x="15" y="4"/>
                      <a:pt x="12" y="1"/>
                      <a:pt x="8" y="0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8" y="1"/>
                      <a:pt x="8" y="1"/>
                      <a:pt x="8" y="1"/>
                    </a:cubicBezTo>
                    <a:close/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7618" name="Freeform 34">
                <a:extLst>
                  <a:ext uri="{FF2B5EF4-FFF2-40B4-BE49-F238E27FC236}">
                    <a16:creationId xmlns:a16="http://schemas.microsoft.com/office/drawing/2014/main" id="{FAB0AB98-7635-4CD4-A8F4-0F0628DCC4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7" y="1222"/>
                <a:ext cx="20" cy="21"/>
              </a:xfrm>
              <a:custGeom>
                <a:avLst/>
                <a:gdLst>
                  <a:gd name="T0" fmla="*/ 23 w 15"/>
                  <a:gd name="T1" fmla="*/ 0 h 15"/>
                  <a:gd name="T2" fmla="*/ 21 w 15"/>
                  <a:gd name="T3" fmla="*/ 1 h 15"/>
                  <a:gd name="T4" fmla="*/ 31 w 15"/>
                  <a:gd name="T5" fmla="*/ 20 h 15"/>
                  <a:gd name="T6" fmla="*/ 16 w 15"/>
                  <a:gd name="T7" fmla="*/ 39 h 15"/>
                  <a:gd name="T8" fmla="*/ 1 w 15"/>
                  <a:gd name="T9" fmla="*/ 29 h 15"/>
                  <a:gd name="T10" fmla="*/ 1 w 15"/>
                  <a:gd name="T11" fmla="*/ 34 h 15"/>
                  <a:gd name="T12" fmla="*/ 5 w 15"/>
                  <a:gd name="T13" fmla="*/ 34 h 15"/>
                  <a:gd name="T14" fmla="*/ 15 w 15"/>
                  <a:gd name="T15" fmla="*/ 14 h 15"/>
                  <a:gd name="T16" fmla="*/ 23 w 15"/>
                  <a:gd name="T17" fmla="*/ 1 h 15"/>
                  <a:gd name="T18" fmla="*/ 23 w 15"/>
                  <a:gd name="T19" fmla="*/ 0 h 15"/>
                  <a:gd name="T20" fmla="*/ 21 w 15"/>
                  <a:gd name="T21" fmla="*/ 1 h 15"/>
                  <a:gd name="T22" fmla="*/ 23 w 15"/>
                  <a:gd name="T23" fmla="*/ 0 h 15"/>
                  <a:gd name="T24" fmla="*/ 21 w 15"/>
                  <a:gd name="T25" fmla="*/ 0 h 15"/>
                  <a:gd name="T26" fmla="*/ 12 w 15"/>
                  <a:gd name="T27" fmla="*/ 11 h 15"/>
                  <a:gd name="T28" fmla="*/ 0 w 15"/>
                  <a:gd name="T29" fmla="*/ 29 h 15"/>
                  <a:gd name="T30" fmla="*/ 0 w 15"/>
                  <a:gd name="T31" fmla="*/ 34 h 15"/>
                  <a:gd name="T32" fmla="*/ 0 w 15"/>
                  <a:gd name="T33" fmla="*/ 34 h 15"/>
                  <a:gd name="T34" fmla="*/ 16 w 15"/>
                  <a:gd name="T35" fmla="*/ 41 h 15"/>
                  <a:gd name="T36" fmla="*/ 36 w 15"/>
                  <a:gd name="T37" fmla="*/ 20 h 15"/>
                  <a:gd name="T38" fmla="*/ 23 w 15"/>
                  <a:gd name="T39" fmla="*/ 0 h 15"/>
                  <a:gd name="T40" fmla="*/ 21 w 15"/>
                  <a:gd name="T41" fmla="*/ 0 h 15"/>
                  <a:gd name="T42" fmla="*/ 21 w 15"/>
                  <a:gd name="T43" fmla="*/ 0 h 15"/>
                  <a:gd name="T44" fmla="*/ 23 w 15"/>
                  <a:gd name="T45" fmla="*/ 0 h 15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5" h="15">
                    <a:moveTo>
                      <a:pt x="10" y="0"/>
                    </a:moveTo>
                    <a:cubicBezTo>
                      <a:pt x="9" y="1"/>
                      <a:pt x="9" y="1"/>
                      <a:pt x="9" y="1"/>
                    </a:cubicBezTo>
                    <a:cubicBezTo>
                      <a:pt x="12" y="2"/>
                      <a:pt x="13" y="4"/>
                      <a:pt x="13" y="7"/>
                    </a:cubicBezTo>
                    <a:cubicBezTo>
                      <a:pt x="13" y="11"/>
                      <a:pt x="10" y="14"/>
                      <a:pt x="7" y="14"/>
                    </a:cubicBezTo>
                    <a:cubicBezTo>
                      <a:pt x="5" y="14"/>
                      <a:pt x="3" y="13"/>
                      <a:pt x="1" y="11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2" y="12"/>
                      <a:pt x="2" y="12"/>
                      <a:pt x="2" y="12"/>
                    </a:cubicBezTo>
                    <a:cubicBezTo>
                      <a:pt x="3" y="10"/>
                      <a:pt x="4" y="7"/>
                      <a:pt x="6" y="5"/>
                    </a:cubicBezTo>
                    <a:cubicBezTo>
                      <a:pt x="8" y="3"/>
                      <a:pt x="9" y="1"/>
                      <a:pt x="10" y="1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8" y="0"/>
                      <a:pt x="7" y="2"/>
                      <a:pt x="5" y="4"/>
                    </a:cubicBezTo>
                    <a:cubicBezTo>
                      <a:pt x="3" y="6"/>
                      <a:pt x="1" y="9"/>
                      <a:pt x="0" y="11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2" y="14"/>
                      <a:pt x="4" y="15"/>
                      <a:pt x="7" y="15"/>
                    </a:cubicBezTo>
                    <a:cubicBezTo>
                      <a:pt x="11" y="15"/>
                      <a:pt x="15" y="12"/>
                      <a:pt x="15" y="7"/>
                    </a:cubicBezTo>
                    <a:cubicBezTo>
                      <a:pt x="15" y="4"/>
                      <a:pt x="13" y="1"/>
                      <a:pt x="10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7619" name="Freeform 35">
                <a:extLst>
                  <a:ext uri="{FF2B5EF4-FFF2-40B4-BE49-F238E27FC236}">
                    <a16:creationId xmlns:a16="http://schemas.microsoft.com/office/drawing/2014/main" id="{38702579-5087-4EBD-AA03-C154199B0E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5" y="1313"/>
                <a:ext cx="4" cy="4"/>
              </a:xfrm>
              <a:custGeom>
                <a:avLst/>
                <a:gdLst>
                  <a:gd name="T0" fmla="*/ 7 w 3"/>
                  <a:gd name="T1" fmla="*/ 1 h 3"/>
                  <a:gd name="T2" fmla="*/ 0 w 3"/>
                  <a:gd name="T3" fmla="*/ 0 h 3"/>
                  <a:gd name="T4" fmla="*/ 1 w 3"/>
                  <a:gd name="T5" fmla="*/ 5 h 3"/>
                  <a:gd name="T6" fmla="*/ 7 w 3"/>
                  <a:gd name="T7" fmla="*/ 1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2" y="1"/>
                      <a:pt x="1" y="1"/>
                      <a:pt x="0" y="0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2" y="3"/>
                      <a:pt x="2" y="2"/>
                      <a:pt x="3" y="1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7620" name="Freeform 36">
                <a:extLst>
                  <a:ext uri="{FF2B5EF4-FFF2-40B4-BE49-F238E27FC236}">
                    <a16:creationId xmlns:a16="http://schemas.microsoft.com/office/drawing/2014/main" id="{F581B2B0-6548-4E66-8FE8-9AD672EB19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5" y="1251"/>
                <a:ext cx="3" cy="3"/>
              </a:xfrm>
              <a:custGeom>
                <a:avLst/>
                <a:gdLst>
                  <a:gd name="T0" fmla="*/ 8 w 2"/>
                  <a:gd name="T1" fmla="*/ 8 h 2"/>
                  <a:gd name="T2" fmla="*/ 0 w 2"/>
                  <a:gd name="T3" fmla="*/ 0 h 2"/>
                  <a:gd name="T4" fmla="*/ 8 w 2"/>
                  <a:gd name="T5" fmla="*/ 5 h 2"/>
                  <a:gd name="T6" fmla="*/ 8 w 2"/>
                  <a:gd name="T7" fmla="*/ 5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1"/>
                      <a:pt x="1" y="0"/>
                      <a:pt x="0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7621" name="Freeform 37">
                <a:extLst>
                  <a:ext uri="{FF2B5EF4-FFF2-40B4-BE49-F238E27FC236}">
                    <a16:creationId xmlns:a16="http://schemas.microsoft.com/office/drawing/2014/main" id="{EC17A3D3-6AFD-46FB-BC39-0A5A7407FB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5" y="1282"/>
                <a:ext cx="52" cy="25"/>
              </a:xfrm>
              <a:custGeom>
                <a:avLst/>
                <a:gdLst>
                  <a:gd name="T0" fmla="*/ 0 w 37"/>
                  <a:gd name="T1" fmla="*/ 8 h 18"/>
                  <a:gd name="T2" fmla="*/ 103 w 37"/>
                  <a:gd name="T3" fmla="*/ 49 h 18"/>
                  <a:gd name="T4" fmla="*/ 0 w 37"/>
                  <a:gd name="T5" fmla="*/ 8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7" h="18">
                    <a:moveTo>
                      <a:pt x="0" y="3"/>
                    </a:moveTo>
                    <a:cubicBezTo>
                      <a:pt x="0" y="3"/>
                      <a:pt x="17" y="0"/>
                      <a:pt x="37" y="18"/>
                    </a:cubicBezTo>
                    <a:cubicBezTo>
                      <a:pt x="37" y="18"/>
                      <a:pt x="17" y="2"/>
                      <a:pt x="0" y="3"/>
                    </a:cubicBezTo>
                    <a:close/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7622" name="Freeform 38">
                <a:extLst>
                  <a:ext uri="{FF2B5EF4-FFF2-40B4-BE49-F238E27FC236}">
                    <a16:creationId xmlns:a16="http://schemas.microsoft.com/office/drawing/2014/main" id="{6D6769FC-D040-4B38-953F-A91D16A566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7" y="1244"/>
                <a:ext cx="53" cy="52"/>
              </a:xfrm>
              <a:custGeom>
                <a:avLst/>
                <a:gdLst>
                  <a:gd name="T0" fmla="*/ 0 w 38"/>
                  <a:gd name="T1" fmla="*/ 0 h 37"/>
                  <a:gd name="T2" fmla="*/ 103 w 38"/>
                  <a:gd name="T3" fmla="*/ 103 h 37"/>
                  <a:gd name="T4" fmla="*/ 0 w 38"/>
                  <a:gd name="T5" fmla="*/ 0 h 3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8" h="37">
                    <a:moveTo>
                      <a:pt x="0" y="0"/>
                    </a:moveTo>
                    <a:cubicBezTo>
                      <a:pt x="0" y="0"/>
                      <a:pt x="10" y="29"/>
                      <a:pt x="38" y="37"/>
                    </a:cubicBezTo>
                    <a:cubicBezTo>
                      <a:pt x="38" y="37"/>
                      <a:pt x="10" y="32"/>
                      <a:pt x="0" y="0"/>
                    </a:cubicBezTo>
                    <a:close/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7623" name="Freeform 39">
                <a:extLst>
                  <a:ext uri="{FF2B5EF4-FFF2-40B4-BE49-F238E27FC236}">
                    <a16:creationId xmlns:a16="http://schemas.microsoft.com/office/drawing/2014/main" id="{1453DDBC-276F-4987-85E7-FD0708A2F6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1" y="1308"/>
                <a:ext cx="11" cy="19"/>
              </a:xfrm>
              <a:custGeom>
                <a:avLst/>
                <a:gdLst>
                  <a:gd name="T0" fmla="*/ 11 w 8"/>
                  <a:gd name="T1" fmla="*/ 1 h 13"/>
                  <a:gd name="T2" fmla="*/ 6 w 8"/>
                  <a:gd name="T3" fmla="*/ 32 h 13"/>
                  <a:gd name="T4" fmla="*/ 11 w 8"/>
                  <a:gd name="T5" fmla="*/ 19 h 13"/>
                  <a:gd name="T6" fmla="*/ 11 w 8"/>
                  <a:gd name="T7" fmla="*/ 1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13">
                    <a:moveTo>
                      <a:pt x="4" y="1"/>
                    </a:moveTo>
                    <a:cubicBezTo>
                      <a:pt x="2" y="1"/>
                      <a:pt x="0" y="8"/>
                      <a:pt x="2" y="10"/>
                    </a:cubicBezTo>
                    <a:cubicBezTo>
                      <a:pt x="5" y="13"/>
                      <a:pt x="2" y="7"/>
                      <a:pt x="4" y="6"/>
                    </a:cubicBezTo>
                    <a:cubicBezTo>
                      <a:pt x="6" y="5"/>
                      <a:pt x="8" y="0"/>
                      <a:pt x="4" y="1"/>
                    </a:cubicBezTo>
                    <a:close/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7624" name="Freeform 40">
                <a:extLst>
                  <a:ext uri="{FF2B5EF4-FFF2-40B4-BE49-F238E27FC236}">
                    <a16:creationId xmlns:a16="http://schemas.microsoft.com/office/drawing/2014/main" id="{811D2D85-1F02-460A-BC73-93BAF129A0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3" y="1335"/>
                <a:ext cx="13" cy="12"/>
              </a:xfrm>
              <a:custGeom>
                <a:avLst/>
                <a:gdLst>
                  <a:gd name="T0" fmla="*/ 27 w 9"/>
                  <a:gd name="T1" fmla="*/ 1 h 9"/>
                  <a:gd name="T2" fmla="*/ 1 w 9"/>
                  <a:gd name="T3" fmla="*/ 7 h 9"/>
                  <a:gd name="T4" fmla="*/ 9 w 9"/>
                  <a:gd name="T5" fmla="*/ 15 h 9"/>
                  <a:gd name="T6" fmla="*/ 27 w 9"/>
                  <a:gd name="T7" fmla="*/ 1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9" y="1"/>
                    </a:moveTo>
                    <a:cubicBezTo>
                      <a:pt x="9" y="1"/>
                      <a:pt x="2" y="0"/>
                      <a:pt x="1" y="3"/>
                    </a:cubicBezTo>
                    <a:cubicBezTo>
                      <a:pt x="0" y="5"/>
                      <a:pt x="1" y="9"/>
                      <a:pt x="3" y="6"/>
                    </a:cubicBezTo>
                    <a:cubicBezTo>
                      <a:pt x="5" y="2"/>
                      <a:pt x="5" y="1"/>
                      <a:pt x="9" y="1"/>
                    </a:cubicBezTo>
                    <a:close/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7625" name="Freeform 41">
                <a:extLst>
                  <a:ext uri="{FF2B5EF4-FFF2-40B4-BE49-F238E27FC236}">
                    <a16:creationId xmlns:a16="http://schemas.microsoft.com/office/drawing/2014/main" id="{E90D02C8-3D2E-44DB-84A5-3EF3437591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4" y="1297"/>
                <a:ext cx="14" cy="14"/>
              </a:xfrm>
              <a:custGeom>
                <a:avLst/>
                <a:gdLst>
                  <a:gd name="T0" fmla="*/ 0 w 10"/>
                  <a:gd name="T1" fmla="*/ 0 h 10"/>
                  <a:gd name="T2" fmla="*/ 20 w 10"/>
                  <a:gd name="T3" fmla="*/ 28 h 10"/>
                  <a:gd name="T4" fmla="*/ 0 w 10"/>
                  <a:gd name="T5" fmla="*/ 0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0">
                    <a:moveTo>
                      <a:pt x="0" y="0"/>
                    </a:moveTo>
                    <a:cubicBezTo>
                      <a:pt x="0" y="0"/>
                      <a:pt x="7" y="0"/>
                      <a:pt x="7" y="10"/>
                    </a:cubicBezTo>
                    <a:cubicBezTo>
                      <a:pt x="7" y="10"/>
                      <a:pt x="10" y="0"/>
                      <a:pt x="0" y="0"/>
                    </a:cubicBezTo>
                    <a:close/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7626" name="Freeform 42">
                <a:extLst>
                  <a:ext uri="{FF2B5EF4-FFF2-40B4-BE49-F238E27FC236}">
                    <a16:creationId xmlns:a16="http://schemas.microsoft.com/office/drawing/2014/main" id="{D11BC59D-7DCB-4CB0-B339-4213615130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6" y="1339"/>
                <a:ext cx="21" cy="13"/>
              </a:xfrm>
              <a:custGeom>
                <a:avLst/>
                <a:gdLst>
                  <a:gd name="T0" fmla="*/ 41 w 15"/>
                  <a:gd name="T1" fmla="*/ 19 h 9"/>
                  <a:gd name="T2" fmla="*/ 15 w 15"/>
                  <a:gd name="T3" fmla="*/ 14 h 9"/>
                  <a:gd name="T4" fmla="*/ 1 w 15"/>
                  <a:gd name="T5" fmla="*/ 0 h 9"/>
                  <a:gd name="T6" fmla="*/ 15 w 15"/>
                  <a:gd name="T7" fmla="*/ 20 h 9"/>
                  <a:gd name="T8" fmla="*/ 41 w 15"/>
                  <a:gd name="T9" fmla="*/ 19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9">
                    <a:moveTo>
                      <a:pt x="15" y="6"/>
                    </a:moveTo>
                    <a:cubicBezTo>
                      <a:pt x="15" y="6"/>
                      <a:pt x="12" y="9"/>
                      <a:pt x="6" y="5"/>
                    </a:cubicBezTo>
                    <a:cubicBezTo>
                      <a:pt x="0" y="2"/>
                      <a:pt x="1" y="0"/>
                      <a:pt x="1" y="0"/>
                    </a:cubicBezTo>
                    <a:cubicBezTo>
                      <a:pt x="1" y="0"/>
                      <a:pt x="1" y="4"/>
                      <a:pt x="6" y="7"/>
                    </a:cubicBezTo>
                    <a:cubicBezTo>
                      <a:pt x="11" y="9"/>
                      <a:pt x="14" y="8"/>
                      <a:pt x="15" y="6"/>
                    </a:cubicBezTo>
                    <a:close/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7627" name="Freeform 43">
                <a:extLst>
                  <a:ext uri="{FF2B5EF4-FFF2-40B4-BE49-F238E27FC236}">
                    <a16:creationId xmlns:a16="http://schemas.microsoft.com/office/drawing/2014/main" id="{BC65AB6A-9A0B-489E-ABAC-E8EBB79301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5" y="1294"/>
                <a:ext cx="9" cy="73"/>
              </a:xfrm>
              <a:custGeom>
                <a:avLst/>
                <a:gdLst>
                  <a:gd name="T0" fmla="*/ 8 w 6"/>
                  <a:gd name="T1" fmla="*/ 0 h 52"/>
                  <a:gd name="T2" fmla="*/ 5 w 6"/>
                  <a:gd name="T3" fmla="*/ 124 h 52"/>
                  <a:gd name="T4" fmla="*/ 14 w 6"/>
                  <a:gd name="T5" fmla="*/ 8 h 52"/>
                  <a:gd name="T6" fmla="*/ 8 w 6"/>
                  <a:gd name="T7" fmla="*/ 0 h 5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52">
                    <a:moveTo>
                      <a:pt x="2" y="0"/>
                    </a:moveTo>
                    <a:cubicBezTo>
                      <a:pt x="2" y="0"/>
                      <a:pt x="1" y="38"/>
                      <a:pt x="1" y="45"/>
                    </a:cubicBezTo>
                    <a:cubicBezTo>
                      <a:pt x="0" y="52"/>
                      <a:pt x="6" y="23"/>
                      <a:pt x="4" y="3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7628" name="Freeform 44">
                <a:extLst>
                  <a:ext uri="{FF2B5EF4-FFF2-40B4-BE49-F238E27FC236}">
                    <a16:creationId xmlns:a16="http://schemas.microsoft.com/office/drawing/2014/main" id="{D363801D-EC8B-49A2-99B0-B7386C81C7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6" y="1424"/>
                <a:ext cx="82" cy="29"/>
              </a:xfrm>
              <a:custGeom>
                <a:avLst/>
                <a:gdLst>
                  <a:gd name="T0" fmla="*/ 1 w 59"/>
                  <a:gd name="T1" fmla="*/ 44 h 21"/>
                  <a:gd name="T2" fmla="*/ 104 w 59"/>
                  <a:gd name="T3" fmla="*/ 29 h 21"/>
                  <a:gd name="T4" fmla="*/ 158 w 59"/>
                  <a:gd name="T5" fmla="*/ 0 h 21"/>
                  <a:gd name="T6" fmla="*/ 108 w 59"/>
                  <a:gd name="T7" fmla="*/ 35 h 21"/>
                  <a:gd name="T8" fmla="*/ 0 w 59"/>
                  <a:gd name="T9" fmla="*/ 54 h 21"/>
                  <a:gd name="T10" fmla="*/ 1 w 59"/>
                  <a:gd name="T11" fmla="*/ 44 h 2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9" h="21">
                    <a:moveTo>
                      <a:pt x="1" y="17"/>
                    </a:moveTo>
                    <a:cubicBezTo>
                      <a:pt x="1" y="17"/>
                      <a:pt x="27" y="20"/>
                      <a:pt x="39" y="11"/>
                    </a:cubicBezTo>
                    <a:cubicBezTo>
                      <a:pt x="39" y="11"/>
                      <a:pt x="54" y="7"/>
                      <a:pt x="59" y="0"/>
                    </a:cubicBezTo>
                    <a:cubicBezTo>
                      <a:pt x="59" y="0"/>
                      <a:pt x="56" y="7"/>
                      <a:pt x="40" y="13"/>
                    </a:cubicBezTo>
                    <a:cubicBezTo>
                      <a:pt x="23" y="18"/>
                      <a:pt x="10" y="21"/>
                      <a:pt x="0" y="20"/>
                    </a:cubicBezTo>
                    <a:lnTo>
                      <a:pt x="1" y="17"/>
                    </a:lnTo>
                    <a:close/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7629" name="Freeform 45">
                <a:extLst>
                  <a:ext uri="{FF2B5EF4-FFF2-40B4-BE49-F238E27FC236}">
                    <a16:creationId xmlns:a16="http://schemas.microsoft.com/office/drawing/2014/main" id="{06BCC05C-E491-49C0-BF74-1DDEA1B9DC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8" y="1366"/>
                <a:ext cx="37" cy="51"/>
              </a:xfrm>
              <a:custGeom>
                <a:avLst/>
                <a:gdLst>
                  <a:gd name="T0" fmla="*/ 0 w 27"/>
                  <a:gd name="T1" fmla="*/ 96 h 37"/>
                  <a:gd name="T2" fmla="*/ 55 w 27"/>
                  <a:gd name="T3" fmla="*/ 0 h 37"/>
                  <a:gd name="T4" fmla="*/ 0 w 27"/>
                  <a:gd name="T5" fmla="*/ 96 h 3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7" h="37">
                    <a:moveTo>
                      <a:pt x="0" y="37"/>
                    </a:moveTo>
                    <a:cubicBezTo>
                      <a:pt x="0" y="37"/>
                      <a:pt x="22" y="28"/>
                      <a:pt x="21" y="0"/>
                    </a:cubicBezTo>
                    <a:cubicBezTo>
                      <a:pt x="21" y="0"/>
                      <a:pt x="27" y="29"/>
                      <a:pt x="0" y="37"/>
                    </a:cubicBezTo>
                    <a:close/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7630" name="Freeform 46">
                <a:extLst>
                  <a:ext uri="{FF2B5EF4-FFF2-40B4-BE49-F238E27FC236}">
                    <a16:creationId xmlns:a16="http://schemas.microsoft.com/office/drawing/2014/main" id="{FA0455F3-0870-45AE-B609-28EA718CBA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3" y="1451"/>
                <a:ext cx="104" cy="47"/>
              </a:xfrm>
              <a:custGeom>
                <a:avLst/>
                <a:gdLst>
                  <a:gd name="T0" fmla="*/ 0 w 75"/>
                  <a:gd name="T1" fmla="*/ 0 h 34"/>
                  <a:gd name="T2" fmla="*/ 36 w 75"/>
                  <a:gd name="T3" fmla="*/ 24 h 34"/>
                  <a:gd name="T4" fmla="*/ 83 w 75"/>
                  <a:gd name="T5" fmla="*/ 55 h 34"/>
                  <a:gd name="T6" fmla="*/ 146 w 75"/>
                  <a:gd name="T7" fmla="*/ 79 h 34"/>
                  <a:gd name="T8" fmla="*/ 200 w 75"/>
                  <a:gd name="T9" fmla="*/ 90 h 34"/>
                  <a:gd name="T10" fmla="*/ 133 w 75"/>
                  <a:gd name="T11" fmla="*/ 79 h 34"/>
                  <a:gd name="T12" fmla="*/ 83 w 75"/>
                  <a:gd name="T13" fmla="*/ 64 h 34"/>
                  <a:gd name="T14" fmla="*/ 0 w 75"/>
                  <a:gd name="T15" fmla="*/ 1 h 3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5" h="34">
                    <a:moveTo>
                      <a:pt x="0" y="0"/>
                    </a:moveTo>
                    <a:cubicBezTo>
                      <a:pt x="4" y="0"/>
                      <a:pt x="10" y="6"/>
                      <a:pt x="14" y="9"/>
                    </a:cubicBezTo>
                    <a:cubicBezTo>
                      <a:pt x="20" y="12"/>
                      <a:pt x="26" y="17"/>
                      <a:pt x="31" y="21"/>
                    </a:cubicBezTo>
                    <a:cubicBezTo>
                      <a:pt x="38" y="28"/>
                      <a:pt x="46" y="29"/>
                      <a:pt x="55" y="30"/>
                    </a:cubicBezTo>
                    <a:cubicBezTo>
                      <a:pt x="62" y="30"/>
                      <a:pt x="69" y="29"/>
                      <a:pt x="75" y="34"/>
                    </a:cubicBezTo>
                    <a:cubicBezTo>
                      <a:pt x="68" y="29"/>
                      <a:pt x="58" y="32"/>
                      <a:pt x="50" y="30"/>
                    </a:cubicBezTo>
                    <a:cubicBezTo>
                      <a:pt x="43" y="29"/>
                      <a:pt x="37" y="28"/>
                      <a:pt x="31" y="24"/>
                    </a:cubicBezTo>
                    <a:cubicBezTo>
                      <a:pt x="21" y="16"/>
                      <a:pt x="11" y="8"/>
                      <a:pt x="0" y="1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7631" name="Freeform 47">
                <a:extLst>
                  <a:ext uri="{FF2B5EF4-FFF2-40B4-BE49-F238E27FC236}">
                    <a16:creationId xmlns:a16="http://schemas.microsoft.com/office/drawing/2014/main" id="{25D7076F-B532-4E99-9E59-0CDD66B0A5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8" y="1498"/>
                <a:ext cx="17" cy="17"/>
              </a:xfrm>
              <a:custGeom>
                <a:avLst/>
                <a:gdLst>
                  <a:gd name="T0" fmla="*/ 1 w 12"/>
                  <a:gd name="T1" fmla="*/ 14 h 12"/>
                  <a:gd name="T2" fmla="*/ 0 w 12"/>
                  <a:gd name="T3" fmla="*/ 14 h 12"/>
                  <a:gd name="T4" fmla="*/ 34 w 12"/>
                  <a:gd name="T5" fmla="*/ 34 h 12"/>
                  <a:gd name="T6" fmla="*/ 1 w 12"/>
                  <a:gd name="T7" fmla="*/ 9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12">
                    <a:moveTo>
                      <a:pt x="1" y="5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3" y="3"/>
                      <a:pt x="12" y="8"/>
                      <a:pt x="12" y="12"/>
                    </a:cubicBezTo>
                    <a:cubicBezTo>
                      <a:pt x="11" y="8"/>
                      <a:pt x="6" y="0"/>
                      <a:pt x="1" y="3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7632" name="Freeform 48">
                <a:extLst>
                  <a:ext uri="{FF2B5EF4-FFF2-40B4-BE49-F238E27FC236}">
                    <a16:creationId xmlns:a16="http://schemas.microsoft.com/office/drawing/2014/main" id="{0208E6DB-C3DA-4B61-92CA-2F4F73082F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4" y="1410"/>
                <a:ext cx="82" cy="75"/>
              </a:xfrm>
              <a:custGeom>
                <a:avLst/>
                <a:gdLst>
                  <a:gd name="T0" fmla="*/ 153 w 59"/>
                  <a:gd name="T1" fmla="*/ 0 h 54"/>
                  <a:gd name="T2" fmla="*/ 68 w 59"/>
                  <a:gd name="T3" fmla="*/ 69 h 54"/>
                  <a:gd name="T4" fmla="*/ 25 w 59"/>
                  <a:gd name="T5" fmla="*/ 113 h 54"/>
                  <a:gd name="T6" fmla="*/ 0 w 59"/>
                  <a:gd name="T7" fmla="*/ 144 h 54"/>
                  <a:gd name="T8" fmla="*/ 21 w 59"/>
                  <a:gd name="T9" fmla="*/ 122 h 54"/>
                  <a:gd name="T10" fmla="*/ 54 w 59"/>
                  <a:gd name="T11" fmla="*/ 85 h 54"/>
                  <a:gd name="T12" fmla="*/ 96 w 59"/>
                  <a:gd name="T13" fmla="*/ 49 h 54"/>
                  <a:gd name="T14" fmla="*/ 158 w 59"/>
                  <a:gd name="T15" fmla="*/ 1 h 54"/>
                  <a:gd name="T16" fmla="*/ 158 w 59"/>
                  <a:gd name="T17" fmla="*/ 1 h 5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9" h="54">
                    <a:moveTo>
                      <a:pt x="57" y="0"/>
                    </a:moveTo>
                    <a:cubicBezTo>
                      <a:pt x="43" y="5"/>
                      <a:pt x="35" y="15"/>
                      <a:pt x="25" y="26"/>
                    </a:cubicBezTo>
                    <a:cubicBezTo>
                      <a:pt x="20" y="31"/>
                      <a:pt x="14" y="36"/>
                      <a:pt x="9" y="42"/>
                    </a:cubicBezTo>
                    <a:cubicBezTo>
                      <a:pt x="6" y="46"/>
                      <a:pt x="2" y="50"/>
                      <a:pt x="0" y="54"/>
                    </a:cubicBezTo>
                    <a:cubicBezTo>
                      <a:pt x="3" y="52"/>
                      <a:pt x="6" y="48"/>
                      <a:pt x="8" y="45"/>
                    </a:cubicBezTo>
                    <a:cubicBezTo>
                      <a:pt x="12" y="40"/>
                      <a:pt x="16" y="36"/>
                      <a:pt x="20" y="32"/>
                    </a:cubicBezTo>
                    <a:cubicBezTo>
                      <a:pt x="25" y="27"/>
                      <a:pt x="31" y="23"/>
                      <a:pt x="36" y="18"/>
                    </a:cubicBezTo>
                    <a:cubicBezTo>
                      <a:pt x="43" y="12"/>
                      <a:pt x="52" y="6"/>
                      <a:pt x="59" y="1"/>
                    </a:cubicBezTo>
                    <a:cubicBezTo>
                      <a:pt x="59" y="0"/>
                      <a:pt x="59" y="1"/>
                      <a:pt x="59" y="1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7633" name="Freeform 49">
                <a:extLst>
                  <a:ext uri="{FF2B5EF4-FFF2-40B4-BE49-F238E27FC236}">
                    <a16:creationId xmlns:a16="http://schemas.microsoft.com/office/drawing/2014/main" id="{FAEBC5CA-5062-42E7-9761-239CC225D5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5" y="1055"/>
                <a:ext cx="342" cy="387"/>
              </a:xfrm>
              <a:custGeom>
                <a:avLst/>
                <a:gdLst>
                  <a:gd name="T0" fmla="*/ 213 w 246"/>
                  <a:gd name="T1" fmla="*/ 227 h 278"/>
                  <a:gd name="T2" fmla="*/ 192 w 246"/>
                  <a:gd name="T3" fmla="*/ 308 h 278"/>
                  <a:gd name="T4" fmla="*/ 184 w 246"/>
                  <a:gd name="T5" fmla="*/ 429 h 278"/>
                  <a:gd name="T6" fmla="*/ 247 w 246"/>
                  <a:gd name="T7" fmla="*/ 572 h 278"/>
                  <a:gd name="T8" fmla="*/ 271 w 246"/>
                  <a:gd name="T9" fmla="*/ 611 h 278"/>
                  <a:gd name="T10" fmla="*/ 323 w 246"/>
                  <a:gd name="T11" fmla="*/ 649 h 278"/>
                  <a:gd name="T12" fmla="*/ 331 w 246"/>
                  <a:gd name="T13" fmla="*/ 674 h 278"/>
                  <a:gd name="T14" fmla="*/ 303 w 246"/>
                  <a:gd name="T15" fmla="*/ 663 h 278"/>
                  <a:gd name="T16" fmla="*/ 271 w 246"/>
                  <a:gd name="T17" fmla="*/ 682 h 278"/>
                  <a:gd name="T18" fmla="*/ 331 w 246"/>
                  <a:gd name="T19" fmla="*/ 713 h 278"/>
                  <a:gd name="T20" fmla="*/ 261 w 246"/>
                  <a:gd name="T21" fmla="*/ 748 h 278"/>
                  <a:gd name="T22" fmla="*/ 188 w 246"/>
                  <a:gd name="T23" fmla="*/ 721 h 278"/>
                  <a:gd name="T24" fmla="*/ 115 w 246"/>
                  <a:gd name="T25" fmla="*/ 593 h 278"/>
                  <a:gd name="T26" fmla="*/ 21 w 246"/>
                  <a:gd name="T27" fmla="*/ 387 h 278"/>
                  <a:gd name="T28" fmla="*/ 35 w 246"/>
                  <a:gd name="T29" fmla="*/ 241 h 278"/>
                  <a:gd name="T30" fmla="*/ 90 w 246"/>
                  <a:gd name="T31" fmla="*/ 135 h 278"/>
                  <a:gd name="T32" fmla="*/ 298 w 246"/>
                  <a:gd name="T33" fmla="*/ 6 h 278"/>
                  <a:gd name="T34" fmla="*/ 535 w 246"/>
                  <a:gd name="T35" fmla="*/ 81 h 278"/>
                  <a:gd name="T36" fmla="*/ 653 w 246"/>
                  <a:gd name="T37" fmla="*/ 149 h 278"/>
                  <a:gd name="T38" fmla="*/ 648 w 246"/>
                  <a:gd name="T39" fmla="*/ 178 h 278"/>
                  <a:gd name="T40" fmla="*/ 640 w 246"/>
                  <a:gd name="T41" fmla="*/ 221 h 278"/>
                  <a:gd name="T42" fmla="*/ 573 w 246"/>
                  <a:gd name="T43" fmla="*/ 180 h 278"/>
                  <a:gd name="T44" fmla="*/ 549 w 246"/>
                  <a:gd name="T45" fmla="*/ 164 h 278"/>
                  <a:gd name="T46" fmla="*/ 509 w 246"/>
                  <a:gd name="T47" fmla="*/ 159 h 278"/>
                  <a:gd name="T48" fmla="*/ 455 w 246"/>
                  <a:gd name="T49" fmla="*/ 149 h 278"/>
                  <a:gd name="T50" fmla="*/ 386 w 246"/>
                  <a:gd name="T51" fmla="*/ 153 h 278"/>
                  <a:gd name="T52" fmla="*/ 213 w 246"/>
                  <a:gd name="T53" fmla="*/ 227 h 27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246" h="278">
                    <a:moveTo>
                      <a:pt x="79" y="84"/>
                    </a:moveTo>
                    <a:cubicBezTo>
                      <a:pt x="79" y="84"/>
                      <a:pt x="79" y="103"/>
                      <a:pt x="71" y="114"/>
                    </a:cubicBezTo>
                    <a:cubicBezTo>
                      <a:pt x="64" y="125"/>
                      <a:pt x="62" y="141"/>
                      <a:pt x="68" y="159"/>
                    </a:cubicBezTo>
                    <a:cubicBezTo>
                      <a:pt x="75" y="176"/>
                      <a:pt x="86" y="203"/>
                      <a:pt x="92" y="212"/>
                    </a:cubicBezTo>
                    <a:cubicBezTo>
                      <a:pt x="97" y="221"/>
                      <a:pt x="95" y="224"/>
                      <a:pt x="101" y="226"/>
                    </a:cubicBezTo>
                    <a:cubicBezTo>
                      <a:pt x="106" y="229"/>
                      <a:pt x="117" y="236"/>
                      <a:pt x="120" y="241"/>
                    </a:cubicBezTo>
                    <a:cubicBezTo>
                      <a:pt x="122" y="245"/>
                      <a:pt x="123" y="250"/>
                      <a:pt x="123" y="250"/>
                    </a:cubicBezTo>
                    <a:cubicBezTo>
                      <a:pt x="113" y="246"/>
                      <a:pt x="113" y="246"/>
                      <a:pt x="113" y="246"/>
                    </a:cubicBezTo>
                    <a:cubicBezTo>
                      <a:pt x="113" y="246"/>
                      <a:pt x="102" y="246"/>
                      <a:pt x="101" y="253"/>
                    </a:cubicBezTo>
                    <a:cubicBezTo>
                      <a:pt x="101" y="259"/>
                      <a:pt x="123" y="264"/>
                      <a:pt x="123" y="264"/>
                    </a:cubicBezTo>
                    <a:cubicBezTo>
                      <a:pt x="123" y="264"/>
                      <a:pt x="103" y="272"/>
                      <a:pt x="97" y="277"/>
                    </a:cubicBezTo>
                    <a:cubicBezTo>
                      <a:pt x="97" y="277"/>
                      <a:pt x="80" y="278"/>
                      <a:pt x="70" y="267"/>
                    </a:cubicBezTo>
                    <a:cubicBezTo>
                      <a:pt x="60" y="256"/>
                      <a:pt x="57" y="239"/>
                      <a:pt x="43" y="220"/>
                    </a:cubicBezTo>
                    <a:cubicBezTo>
                      <a:pt x="30" y="202"/>
                      <a:pt x="13" y="165"/>
                      <a:pt x="8" y="144"/>
                    </a:cubicBezTo>
                    <a:cubicBezTo>
                      <a:pt x="4" y="123"/>
                      <a:pt x="0" y="104"/>
                      <a:pt x="13" y="89"/>
                    </a:cubicBezTo>
                    <a:cubicBezTo>
                      <a:pt x="27" y="74"/>
                      <a:pt x="32" y="68"/>
                      <a:pt x="34" y="50"/>
                    </a:cubicBezTo>
                    <a:cubicBezTo>
                      <a:pt x="35" y="33"/>
                      <a:pt x="58" y="0"/>
                      <a:pt x="111" y="2"/>
                    </a:cubicBezTo>
                    <a:cubicBezTo>
                      <a:pt x="164" y="4"/>
                      <a:pt x="189" y="23"/>
                      <a:pt x="199" y="30"/>
                    </a:cubicBezTo>
                    <a:cubicBezTo>
                      <a:pt x="209" y="36"/>
                      <a:pt x="240" y="50"/>
                      <a:pt x="243" y="55"/>
                    </a:cubicBezTo>
                    <a:cubicBezTo>
                      <a:pt x="243" y="55"/>
                      <a:pt x="239" y="59"/>
                      <a:pt x="241" y="66"/>
                    </a:cubicBezTo>
                    <a:cubicBezTo>
                      <a:pt x="243" y="72"/>
                      <a:pt x="246" y="84"/>
                      <a:pt x="238" y="82"/>
                    </a:cubicBezTo>
                    <a:cubicBezTo>
                      <a:pt x="230" y="80"/>
                      <a:pt x="217" y="70"/>
                      <a:pt x="213" y="67"/>
                    </a:cubicBezTo>
                    <a:cubicBezTo>
                      <a:pt x="208" y="63"/>
                      <a:pt x="204" y="61"/>
                      <a:pt x="204" y="61"/>
                    </a:cubicBezTo>
                    <a:cubicBezTo>
                      <a:pt x="204" y="61"/>
                      <a:pt x="195" y="63"/>
                      <a:pt x="189" y="59"/>
                    </a:cubicBezTo>
                    <a:cubicBezTo>
                      <a:pt x="184" y="56"/>
                      <a:pt x="178" y="55"/>
                      <a:pt x="169" y="55"/>
                    </a:cubicBezTo>
                    <a:cubicBezTo>
                      <a:pt x="161" y="56"/>
                      <a:pt x="152" y="51"/>
                      <a:pt x="144" y="57"/>
                    </a:cubicBezTo>
                    <a:cubicBezTo>
                      <a:pt x="123" y="72"/>
                      <a:pt x="79" y="84"/>
                      <a:pt x="79" y="84"/>
                    </a:cubicBezTo>
                    <a:close/>
                  </a:path>
                </a:pathLst>
              </a:custGeom>
              <a:solidFill>
                <a:srgbClr val="D659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7634" name="Freeform 50">
                <a:extLst>
                  <a:ext uri="{FF2B5EF4-FFF2-40B4-BE49-F238E27FC236}">
                    <a16:creationId xmlns:a16="http://schemas.microsoft.com/office/drawing/2014/main" id="{4C15D28E-CCEF-452B-A0A0-13624A4955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7" y="1055"/>
                <a:ext cx="339" cy="389"/>
              </a:xfrm>
              <a:custGeom>
                <a:avLst/>
                <a:gdLst>
                  <a:gd name="T0" fmla="*/ 204 w 243"/>
                  <a:gd name="T1" fmla="*/ 231 h 279"/>
                  <a:gd name="T2" fmla="*/ 163 w 243"/>
                  <a:gd name="T3" fmla="*/ 374 h 279"/>
                  <a:gd name="T4" fmla="*/ 240 w 243"/>
                  <a:gd name="T5" fmla="*/ 577 h 279"/>
                  <a:gd name="T6" fmla="*/ 266 w 243"/>
                  <a:gd name="T7" fmla="*/ 618 h 279"/>
                  <a:gd name="T8" fmla="*/ 315 w 243"/>
                  <a:gd name="T9" fmla="*/ 653 h 279"/>
                  <a:gd name="T10" fmla="*/ 324 w 243"/>
                  <a:gd name="T11" fmla="*/ 679 h 279"/>
                  <a:gd name="T12" fmla="*/ 304 w 243"/>
                  <a:gd name="T13" fmla="*/ 661 h 279"/>
                  <a:gd name="T14" fmla="*/ 272 w 243"/>
                  <a:gd name="T15" fmla="*/ 672 h 279"/>
                  <a:gd name="T16" fmla="*/ 269 w 243"/>
                  <a:gd name="T17" fmla="*/ 696 h 279"/>
                  <a:gd name="T18" fmla="*/ 329 w 243"/>
                  <a:gd name="T19" fmla="*/ 715 h 279"/>
                  <a:gd name="T20" fmla="*/ 275 w 243"/>
                  <a:gd name="T21" fmla="*/ 735 h 279"/>
                  <a:gd name="T22" fmla="*/ 259 w 243"/>
                  <a:gd name="T23" fmla="*/ 745 h 279"/>
                  <a:gd name="T24" fmla="*/ 226 w 243"/>
                  <a:gd name="T25" fmla="*/ 743 h 279"/>
                  <a:gd name="T26" fmla="*/ 117 w 243"/>
                  <a:gd name="T27" fmla="*/ 593 h 279"/>
                  <a:gd name="T28" fmla="*/ 35 w 243"/>
                  <a:gd name="T29" fmla="*/ 243 h 279"/>
                  <a:gd name="T30" fmla="*/ 138 w 243"/>
                  <a:gd name="T31" fmla="*/ 56 h 279"/>
                  <a:gd name="T32" fmla="*/ 459 w 243"/>
                  <a:gd name="T33" fmla="*/ 43 h 279"/>
                  <a:gd name="T34" fmla="*/ 632 w 243"/>
                  <a:gd name="T35" fmla="*/ 142 h 279"/>
                  <a:gd name="T36" fmla="*/ 654 w 243"/>
                  <a:gd name="T37" fmla="*/ 149 h 279"/>
                  <a:gd name="T38" fmla="*/ 645 w 243"/>
                  <a:gd name="T39" fmla="*/ 178 h 279"/>
                  <a:gd name="T40" fmla="*/ 646 w 243"/>
                  <a:gd name="T41" fmla="*/ 218 h 279"/>
                  <a:gd name="T42" fmla="*/ 605 w 243"/>
                  <a:gd name="T43" fmla="*/ 198 h 279"/>
                  <a:gd name="T44" fmla="*/ 551 w 243"/>
                  <a:gd name="T45" fmla="*/ 159 h 279"/>
                  <a:gd name="T46" fmla="*/ 536 w 243"/>
                  <a:gd name="T47" fmla="*/ 159 h 279"/>
                  <a:gd name="T48" fmla="*/ 453 w 243"/>
                  <a:gd name="T49" fmla="*/ 144 h 279"/>
                  <a:gd name="T50" fmla="*/ 384 w 243"/>
                  <a:gd name="T51" fmla="*/ 152 h 279"/>
                  <a:gd name="T52" fmla="*/ 212 w 243"/>
                  <a:gd name="T53" fmla="*/ 222 h 279"/>
                  <a:gd name="T54" fmla="*/ 204 w 243"/>
                  <a:gd name="T55" fmla="*/ 227 h 279"/>
                  <a:gd name="T56" fmla="*/ 276 w 243"/>
                  <a:gd name="T57" fmla="*/ 212 h 279"/>
                  <a:gd name="T58" fmla="*/ 452 w 243"/>
                  <a:gd name="T59" fmla="*/ 158 h 279"/>
                  <a:gd name="T60" fmla="*/ 504 w 243"/>
                  <a:gd name="T61" fmla="*/ 166 h 279"/>
                  <a:gd name="T62" fmla="*/ 548 w 243"/>
                  <a:gd name="T63" fmla="*/ 166 h 279"/>
                  <a:gd name="T64" fmla="*/ 568 w 243"/>
                  <a:gd name="T65" fmla="*/ 184 h 279"/>
                  <a:gd name="T66" fmla="*/ 645 w 243"/>
                  <a:gd name="T67" fmla="*/ 227 h 279"/>
                  <a:gd name="T68" fmla="*/ 660 w 243"/>
                  <a:gd name="T69" fmla="*/ 208 h 279"/>
                  <a:gd name="T70" fmla="*/ 654 w 243"/>
                  <a:gd name="T71" fmla="*/ 158 h 279"/>
                  <a:gd name="T72" fmla="*/ 658 w 243"/>
                  <a:gd name="T73" fmla="*/ 153 h 279"/>
                  <a:gd name="T74" fmla="*/ 658 w 243"/>
                  <a:gd name="T75" fmla="*/ 153 h 279"/>
                  <a:gd name="T76" fmla="*/ 660 w 243"/>
                  <a:gd name="T77" fmla="*/ 152 h 279"/>
                  <a:gd name="T78" fmla="*/ 596 w 243"/>
                  <a:gd name="T79" fmla="*/ 105 h 279"/>
                  <a:gd name="T80" fmla="*/ 296 w 243"/>
                  <a:gd name="T81" fmla="*/ 0 h 279"/>
                  <a:gd name="T82" fmla="*/ 82 w 243"/>
                  <a:gd name="T83" fmla="*/ 137 h 279"/>
                  <a:gd name="T84" fmla="*/ 0 w 243"/>
                  <a:gd name="T85" fmla="*/ 311 h 279"/>
                  <a:gd name="T86" fmla="*/ 146 w 243"/>
                  <a:gd name="T87" fmla="*/ 669 h 279"/>
                  <a:gd name="T88" fmla="*/ 255 w 243"/>
                  <a:gd name="T89" fmla="*/ 756 h 279"/>
                  <a:gd name="T90" fmla="*/ 261 w 243"/>
                  <a:gd name="T91" fmla="*/ 756 h 279"/>
                  <a:gd name="T92" fmla="*/ 325 w 243"/>
                  <a:gd name="T93" fmla="*/ 721 h 279"/>
                  <a:gd name="T94" fmla="*/ 331 w 243"/>
                  <a:gd name="T95" fmla="*/ 710 h 279"/>
                  <a:gd name="T96" fmla="*/ 280 w 243"/>
                  <a:gd name="T97" fmla="*/ 692 h 279"/>
                  <a:gd name="T98" fmla="*/ 275 w 243"/>
                  <a:gd name="T99" fmla="*/ 686 h 279"/>
                  <a:gd name="T100" fmla="*/ 301 w 243"/>
                  <a:gd name="T101" fmla="*/ 672 h 279"/>
                  <a:gd name="T102" fmla="*/ 301 w 243"/>
                  <a:gd name="T103" fmla="*/ 666 h 279"/>
                  <a:gd name="T104" fmla="*/ 335 w 243"/>
                  <a:gd name="T105" fmla="*/ 675 h 279"/>
                  <a:gd name="T106" fmla="*/ 272 w 243"/>
                  <a:gd name="T107" fmla="*/ 611 h 279"/>
                  <a:gd name="T108" fmla="*/ 247 w 243"/>
                  <a:gd name="T109" fmla="*/ 572 h 279"/>
                  <a:gd name="T110" fmla="*/ 173 w 243"/>
                  <a:gd name="T111" fmla="*/ 374 h 279"/>
                  <a:gd name="T112" fmla="*/ 213 w 243"/>
                  <a:gd name="T113" fmla="*/ 227 h 279"/>
                  <a:gd name="T114" fmla="*/ 208 w 243"/>
                  <a:gd name="T115" fmla="*/ 227 h 279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</a:gdLst>
                <a:ahLst/>
                <a:cxnLst>
                  <a:cxn ang="T116">
                    <a:pos x="T0" y="T1"/>
                  </a:cxn>
                  <a:cxn ang="T117">
                    <a:pos x="T2" y="T3"/>
                  </a:cxn>
                  <a:cxn ang="T118">
                    <a:pos x="T4" y="T5"/>
                  </a:cxn>
                  <a:cxn ang="T119">
                    <a:pos x="T6" y="T7"/>
                  </a:cxn>
                  <a:cxn ang="T120">
                    <a:pos x="T8" y="T9"/>
                  </a:cxn>
                  <a:cxn ang="T121">
                    <a:pos x="T10" y="T11"/>
                  </a:cxn>
                  <a:cxn ang="T122">
                    <a:pos x="T12" y="T13"/>
                  </a:cxn>
                  <a:cxn ang="T123">
                    <a:pos x="T14" y="T15"/>
                  </a:cxn>
                  <a:cxn ang="T124">
                    <a:pos x="T16" y="T17"/>
                  </a:cxn>
                  <a:cxn ang="T125">
                    <a:pos x="T18" y="T19"/>
                  </a:cxn>
                  <a:cxn ang="T126">
                    <a:pos x="T20" y="T21"/>
                  </a:cxn>
                  <a:cxn ang="T127">
                    <a:pos x="T22" y="T23"/>
                  </a:cxn>
                  <a:cxn ang="T128">
                    <a:pos x="T24" y="T25"/>
                  </a:cxn>
                  <a:cxn ang="T129">
                    <a:pos x="T26" y="T27"/>
                  </a:cxn>
                  <a:cxn ang="T130">
                    <a:pos x="T28" y="T29"/>
                  </a:cxn>
                  <a:cxn ang="T131">
                    <a:pos x="T30" y="T31"/>
                  </a:cxn>
                  <a:cxn ang="T132">
                    <a:pos x="T32" y="T33"/>
                  </a:cxn>
                  <a:cxn ang="T133">
                    <a:pos x="T34" y="T35"/>
                  </a:cxn>
                  <a:cxn ang="T134">
                    <a:pos x="T36" y="T37"/>
                  </a:cxn>
                  <a:cxn ang="T135">
                    <a:pos x="T38" y="T39"/>
                  </a:cxn>
                  <a:cxn ang="T136">
                    <a:pos x="T40" y="T41"/>
                  </a:cxn>
                  <a:cxn ang="T137">
                    <a:pos x="T42" y="T43"/>
                  </a:cxn>
                  <a:cxn ang="T138">
                    <a:pos x="T44" y="T45"/>
                  </a:cxn>
                  <a:cxn ang="T139">
                    <a:pos x="T46" y="T47"/>
                  </a:cxn>
                  <a:cxn ang="T140">
                    <a:pos x="T48" y="T49"/>
                  </a:cxn>
                  <a:cxn ang="T141">
                    <a:pos x="T50" y="T51"/>
                  </a:cxn>
                  <a:cxn ang="T142">
                    <a:pos x="T52" y="T53"/>
                  </a:cxn>
                  <a:cxn ang="T143">
                    <a:pos x="T54" y="T55"/>
                  </a:cxn>
                  <a:cxn ang="T144">
                    <a:pos x="T56" y="T57"/>
                  </a:cxn>
                  <a:cxn ang="T145">
                    <a:pos x="T58" y="T59"/>
                  </a:cxn>
                  <a:cxn ang="T146">
                    <a:pos x="T60" y="T61"/>
                  </a:cxn>
                  <a:cxn ang="T147">
                    <a:pos x="T62" y="T63"/>
                  </a:cxn>
                  <a:cxn ang="T148">
                    <a:pos x="T64" y="T65"/>
                  </a:cxn>
                  <a:cxn ang="T149">
                    <a:pos x="T66" y="T67"/>
                  </a:cxn>
                  <a:cxn ang="T150">
                    <a:pos x="T68" y="T69"/>
                  </a:cxn>
                  <a:cxn ang="T151">
                    <a:pos x="T70" y="T71"/>
                  </a:cxn>
                  <a:cxn ang="T152">
                    <a:pos x="T72" y="T73"/>
                  </a:cxn>
                  <a:cxn ang="T153">
                    <a:pos x="T74" y="T75"/>
                  </a:cxn>
                  <a:cxn ang="T154">
                    <a:pos x="T76" y="T77"/>
                  </a:cxn>
                  <a:cxn ang="T155">
                    <a:pos x="T78" y="T79"/>
                  </a:cxn>
                  <a:cxn ang="T156">
                    <a:pos x="T80" y="T81"/>
                  </a:cxn>
                  <a:cxn ang="T157">
                    <a:pos x="T82" y="T83"/>
                  </a:cxn>
                  <a:cxn ang="T158">
                    <a:pos x="T84" y="T85"/>
                  </a:cxn>
                  <a:cxn ang="T159">
                    <a:pos x="T86" y="T87"/>
                  </a:cxn>
                  <a:cxn ang="T160">
                    <a:pos x="T88" y="T89"/>
                  </a:cxn>
                  <a:cxn ang="T161">
                    <a:pos x="T90" y="T91"/>
                  </a:cxn>
                  <a:cxn ang="T162">
                    <a:pos x="T92" y="T93"/>
                  </a:cxn>
                  <a:cxn ang="T163">
                    <a:pos x="T94" y="T95"/>
                  </a:cxn>
                  <a:cxn ang="T164">
                    <a:pos x="T96" y="T97"/>
                  </a:cxn>
                  <a:cxn ang="T165">
                    <a:pos x="T98" y="T99"/>
                  </a:cxn>
                  <a:cxn ang="T166">
                    <a:pos x="T100" y="T101"/>
                  </a:cxn>
                  <a:cxn ang="T167">
                    <a:pos x="T102" y="T103"/>
                  </a:cxn>
                  <a:cxn ang="T168">
                    <a:pos x="T104" y="T105"/>
                  </a:cxn>
                  <a:cxn ang="T169">
                    <a:pos x="T106" y="T107"/>
                  </a:cxn>
                  <a:cxn ang="T170">
                    <a:pos x="T108" y="T109"/>
                  </a:cxn>
                  <a:cxn ang="T171">
                    <a:pos x="T110" y="T111"/>
                  </a:cxn>
                  <a:cxn ang="T172">
                    <a:pos x="T112" y="T113"/>
                  </a:cxn>
                  <a:cxn ang="T173">
                    <a:pos x="T114" y="T115"/>
                  </a:cxn>
                </a:cxnLst>
                <a:rect l="0" t="0" r="r" b="b"/>
                <a:pathLst>
                  <a:path w="243" h="279">
                    <a:moveTo>
                      <a:pt x="77" y="84"/>
                    </a:moveTo>
                    <a:cubicBezTo>
                      <a:pt x="75" y="84"/>
                      <a:pt x="75" y="84"/>
                      <a:pt x="75" y="84"/>
                    </a:cubicBezTo>
                    <a:cubicBezTo>
                      <a:pt x="75" y="84"/>
                      <a:pt x="75" y="84"/>
                      <a:pt x="75" y="85"/>
                    </a:cubicBezTo>
                    <a:cubicBezTo>
                      <a:pt x="75" y="87"/>
                      <a:pt x="74" y="91"/>
                      <a:pt x="73" y="97"/>
                    </a:cubicBezTo>
                    <a:cubicBezTo>
                      <a:pt x="73" y="102"/>
                      <a:pt x="71" y="108"/>
                      <a:pt x="68" y="113"/>
                    </a:cubicBezTo>
                    <a:cubicBezTo>
                      <a:pt x="63" y="120"/>
                      <a:pt x="60" y="128"/>
                      <a:pt x="60" y="138"/>
                    </a:cubicBezTo>
                    <a:cubicBezTo>
                      <a:pt x="60" y="145"/>
                      <a:pt x="62" y="152"/>
                      <a:pt x="64" y="159"/>
                    </a:cubicBezTo>
                    <a:cubicBezTo>
                      <a:pt x="68" y="168"/>
                      <a:pt x="72" y="179"/>
                      <a:pt x="77" y="189"/>
                    </a:cubicBezTo>
                    <a:cubicBezTo>
                      <a:pt x="81" y="199"/>
                      <a:pt x="85" y="208"/>
                      <a:pt x="88" y="213"/>
                    </a:cubicBezTo>
                    <a:cubicBezTo>
                      <a:pt x="91" y="217"/>
                      <a:pt x="91" y="220"/>
                      <a:pt x="92" y="222"/>
                    </a:cubicBezTo>
                    <a:cubicBezTo>
                      <a:pt x="93" y="224"/>
                      <a:pt x="93" y="225"/>
                      <a:pt x="94" y="226"/>
                    </a:cubicBezTo>
                    <a:cubicBezTo>
                      <a:pt x="95" y="227"/>
                      <a:pt x="96" y="228"/>
                      <a:pt x="98" y="228"/>
                    </a:cubicBezTo>
                    <a:cubicBezTo>
                      <a:pt x="101" y="229"/>
                      <a:pt x="105" y="232"/>
                      <a:pt x="108" y="234"/>
                    </a:cubicBezTo>
                    <a:cubicBezTo>
                      <a:pt x="110" y="235"/>
                      <a:pt x="112" y="237"/>
                      <a:pt x="113" y="238"/>
                    </a:cubicBezTo>
                    <a:cubicBezTo>
                      <a:pt x="114" y="239"/>
                      <a:pt x="115" y="241"/>
                      <a:pt x="116" y="241"/>
                    </a:cubicBezTo>
                    <a:cubicBezTo>
                      <a:pt x="117" y="244"/>
                      <a:pt x="118" y="246"/>
                      <a:pt x="119" y="248"/>
                    </a:cubicBezTo>
                    <a:cubicBezTo>
                      <a:pt x="119" y="248"/>
                      <a:pt x="119" y="249"/>
                      <a:pt x="119" y="250"/>
                    </a:cubicBezTo>
                    <a:cubicBezTo>
                      <a:pt x="119" y="250"/>
                      <a:pt x="119" y="250"/>
                      <a:pt x="119" y="250"/>
                    </a:cubicBezTo>
                    <a:cubicBezTo>
                      <a:pt x="121" y="250"/>
                      <a:pt x="121" y="250"/>
                      <a:pt x="121" y="250"/>
                    </a:cubicBezTo>
                    <a:cubicBezTo>
                      <a:pt x="122" y="248"/>
                      <a:pt x="122" y="248"/>
                      <a:pt x="122" y="248"/>
                    </a:cubicBezTo>
                    <a:cubicBezTo>
                      <a:pt x="112" y="244"/>
                      <a:pt x="112" y="244"/>
                      <a:pt x="112" y="244"/>
                    </a:cubicBezTo>
                    <a:cubicBezTo>
                      <a:pt x="111" y="244"/>
                      <a:pt x="111" y="244"/>
                      <a:pt x="111" y="244"/>
                    </a:cubicBezTo>
                    <a:cubicBezTo>
                      <a:pt x="111" y="244"/>
                      <a:pt x="108" y="244"/>
                      <a:pt x="105" y="245"/>
                    </a:cubicBezTo>
                    <a:cubicBezTo>
                      <a:pt x="103" y="246"/>
                      <a:pt x="102" y="246"/>
                      <a:pt x="100" y="248"/>
                    </a:cubicBezTo>
                    <a:cubicBezTo>
                      <a:pt x="99" y="249"/>
                      <a:pt x="98" y="251"/>
                      <a:pt x="97" y="253"/>
                    </a:cubicBezTo>
                    <a:cubicBezTo>
                      <a:pt x="97" y="253"/>
                      <a:pt x="97" y="253"/>
                      <a:pt x="97" y="253"/>
                    </a:cubicBezTo>
                    <a:cubicBezTo>
                      <a:pt x="97" y="255"/>
                      <a:pt x="98" y="256"/>
                      <a:pt x="99" y="257"/>
                    </a:cubicBezTo>
                    <a:cubicBezTo>
                      <a:pt x="100" y="258"/>
                      <a:pt x="102" y="260"/>
                      <a:pt x="105" y="261"/>
                    </a:cubicBezTo>
                    <a:cubicBezTo>
                      <a:pt x="111" y="264"/>
                      <a:pt x="121" y="266"/>
                      <a:pt x="121" y="266"/>
                    </a:cubicBezTo>
                    <a:cubicBezTo>
                      <a:pt x="121" y="264"/>
                      <a:pt x="121" y="264"/>
                      <a:pt x="121" y="264"/>
                    </a:cubicBezTo>
                    <a:cubicBezTo>
                      <a:pt x="121" y="262"/>
                      <a:pt x="121" y="262"/>
                      <a:pt x="121" y="262"/>
                    </a:cubicBezTo>
                    <a:cubicBezTo>
                      <a:pt x="121" y="262"/>
                      <a:pt x="115" y="264"/>
                      <a:pt x="109" y="267"/>
                    </a:cubicBezTo>
                    <a:cubicBezTo>
                      <a:pt x="106" y="268"/>
                      <a:pt x="103" y="270"/>
                      <a:pt x="101" y="271"/>
                    </a:cubicBezTo>
                    <a:cubicBezTo>
                      <a:pt x="98" y="273"/>
                      <a:pt x="95" y="274"/>
                      <a:pt x="94" y="276"/>
                    </a:cubicBezTo>
                    <a:cubicBezTo>
                      <a:pt x="95" y="277"/>
                      <a:pt x="95" y="277"/>
                      <a:pt x="95" y="277"/>
                    </a:cubicBezTo>
                    <a:cubicBezTo>
                      <a:pt x="95" y="275"/>
                      <a:pt x="95" y="275"/>
                      <a:pt x="95" y="275"/>
                    </a:cubicBezTo>
                    <a:cubicBezTo>
                      <a:pt x="95" y="275"/>
                      <a:pt x="95" y="275"/>
                      <a:pt x="95" y="275"/>
                    </a:cubicBezTo>
                    <a:cubicBezTo>
                      <a:pt x="94" y="275"/>
                      <a:pt x="94" y="275"/>
                      <a:pt x="94" y="275"/>
                    </a:cubicBezTo>
                    <a:cubicBezTo>
                      <a:pt x="91" y="275"/>
                      <a:pt x="87" y="275"/>
                      <a:pt x="83" y="274"/>
                    </a:cubicBezTo>
                    <a:cubicBezTo>
                      <a:pt x="78" y="272"/>
                      <a:pt x="73" y="270"/>
                      <a:pt x="70" y="266"/>
                    </a:cubicBezTo>
                    <a:cubicBezTo>
                      <a:pt x="65" y="261"/>
                      <a:pt x="62" y="254"/>
                      <a:pt x="58" y="246"/>
                    </a:cubicBezTo>
                    <a:cubicBezTo>
                      <a:pt x="54" y="238"/>
                      <a:pt x="50" y="228"/>
                      <a:pt x="43" y="219"/>
                    </a:cubicBezTo>
                    <a:cubicBezTo>
                      <a:pt x="30" y="201"/>
                      <a:pt x="13" y="164"/>
                      <a:pt x="8" y="144"/>
                    </a:cubicBezTo>
                    <a:cubicBezTo>
                      <a:pt x="6" y="133"/>
                      <a:pt x="4" y="123"/>
                      <a:pt x="4" y="115"/>
                    </a:cubicBezTo>
                    <a:cubicBezTo>
                      <a:pt x="4" y="106"/>
                      <a:pt x="6" y="98"/>
                      <a:pt x="13" y="90"/>
                    </a:cubicBezTo>
                    <a:cubicBezTo>
                      <a:pt x="20" y="83"/>
                      <a:pt x="24" y="77"/>
                      <a:pt x="28" y="72"/>
                    </a:cubicBezTo>
                    <a:cubicBezTo>
                      <a:pt x="31" y="66"/>
                      <a:pt x="33" y="60"/>
                      <a:pt x="34" y="51"/>
                    </a:cubicBezTo>
                    <a:cubicBezTo>
                      <a:pt x="34" y="43"/>
                      <a:pt x="40" y="31"/>
                      <a:pt x="51" y="21"/>
                    </a:cubicBezTo>
                    <a:cubicBezTo>
                      <a:pt x="63" y="12"/>
                      <a:pt x="80" y="4"/>
                      <a:pt x="105" y="4"/>
                    </a:cubicBezTo>
                    <a:cubicBezTo>
                      <a:pt x="106" y="4"/>
                      <a:pt x="108" y="4"/>
                      <a:pt x="109" y="4"/>
                    </a:cubicBezTo>
                    <a:cubicBezTo>
                      <a:pt x="135" y="5"/>
                      <a:pt x="155" y="10"/>
                      <a:pt x="169" y="16"/>
                    </a:cubicBezTo>
                    <a:cubicBezTo>
                      <a:pt x="183" y="22"/>
                      <a:pt x="191" y="28"/>
                      <a:pt x="196" y="31"/>
                    </a:cubicBezTo>
                    <a:cubicBezTo>
                      <a:pt x="201" y="35"/>
                      <a:pt x="211" y="40"/>
                      <a:pt x="220" y="45"/>
                    </a:cubicBezTo>
                    <a:cubicBezTo>
                      <a:pt x="225" y="47"/>
                      <a:pt x="229" y="50"/>
                      <a:pt x="233" y="52"/>
                    </a:cubicBezTo>
                    <a:cubicBezTo>
                      <a:pt x="235" y="53"/>
                      <a:pt x="236" y="54"/>
                      <a:pt x="237" y="55"/>
                    </a:cubicBezTo>
                    <a:cubicBezTo>
                      <a:pt x="238" y="55"/>
                      <a:pt x="239" y="56"/>
                      <a:pt x="239" y="56"/>
                    </a:cubicBezTo>
                    <a:cubicBezTo>
                      <a:pt x="241" y="55"/>
                      <a:pt x="241" y="55"/>
                      <a:pt x="241" y="55"/>
                    </a:cubicBezTo>
                    <a:cubicBezTo>
                      <a:pt x="239" y="54"/>
                      <a:pt x="239" y="54"/>
                      <a:pt x="239" y="54"/>
                    </a:cubicBezTo>
                    <a:cubicBezTo>
                      <a:pt x="239" y="54"/>
                      <a:pt x="236" y="57"/>
                      <a:pt x="236" y="62"/>
                    </a:cubicBezTo>
                    <a:cubicBezTo>
                      <a:pt x="236" y="63"/>
                      <a:pt x="236" y="65"/>
                      <a:pt x="237" y="66"/>
                    </a:cubicBezTo>
                    <a:cubicBezTo>
                      <a:pt x="238" y="69"/>
                      <a:pt x="239" y="74"/>
                      <a:pt x="239" y="77"/>
                    </a:cubicBezTo>
                    <a:cubicBezTo>
                      <a:pt x="239" y="78"/>
                      <a:pt x="239" y="79"/>
                      <a:pt x="239" y="80"/>
                    </a:cubicBezTo>
                    <a:cubicBezTo>
                      <a:pt x="238" y="80"/>
                      <a:pt x="238" y="80"/>
                      <a:pt x="238" y="80"/>
                    </a:cubicBezTo>
                    <a:cubicBezTo>
                      <a:pt x="238" y="80"/>
                      <a:pt x="238" y="80"/>
                      <a:pt x="237" y="80"/>
                    </a:cubicBezTo>
                    <a:cubicBezTo>
                      <a:pt x="237" y="80"/>
                      <a:pt x="237" y="80"/>
                      <a:pt x="236" y="80"/>
                    </a:cubicBezTo>
                    <a:cubicBezTo>
                      <a:pt x="233" y="79"/>
                      <a:pt x="228" y="77"/>
                      <a:pt x="223" y="73"/>
                    </a:cubicBezTo>
                    <a:cubicBezTo>
                      <a:pt x="218" y="70"/>
                      <a:pt x="214" y="67"/>
                      <a:pt x="212" y="65"/>
                    </a:cubicBezTo>
                    <a:cubicBezTo>
                      <a:pt x="207" y="61"/>
                      <a:pt x="203" y="59"/>
                      <a:pt x="203" y="59"/>
                    </a:cubicBezTo>
                    <a:cubicBezTo>
                      <a:pt x="203" y="59"/>
                      <a:pt x="203" y="59"/>
                      <a:pt x="203" y="59"/>
                    </a:cubicBezTo>
                    <a:cubicBezTo>
                      <a:pt x="202" y="59"/>
                      <a:pt x="202" y="59"/>
                      <a:pt x="202" y="59"/>
                    </a:cubicBezTo>
                    <a:cubicBezTo>
                      <a:pt x="201" y="59"/>
                      <a:pt x="201" y="59"/>
                      <a:pt x="201" y="59"/>
                    </a:cubicBezTo>
                    <a:cubicBezTo>
                      <a:pt x="201" y="59"/>
                      <a:pt x="199" y="59"/>
                      <a:pt x="197" y="59"/>
                    </a:cubicBezTo>
                    <a:cubicBezTo>
                      <a:pt x="194" y="59"/>
                      <a:pt x="191" y="59"/>
                      <a:pt x="189" y="57"/>
                    </a:cubicBezTo>
                    <a:cubicBezTo>
                      <a:pt x="184" y="55"/>
                      <a:pt x="178" y="53"/>
                      <a:pt x="172" y="53"/>
                    </a:cubicBezTo>
                    <a:cubicBezTo>
                      <a:pt x="171" y="53"/>
                      <a:pt x="169" y="53"/>
                      <a:pt x="167" y="53"/>
                    </a:cubicBezTo>
                    <a:cubicBezTo>
                      <a:pt x="167" y="53"/>
                      <a:pt x="166" y="54"/>
                      <a:pt x="166" y="54"/>
                    </a:cubicBezTo>
                    <a:cubicBezTo>
                      <a:pt x="162" y="54"/>
                      <a:pt x="157" y="52"/>
                      <a:pt x="152" y="52"/>
                    </a:cubicBezTo>
                    <a:cubicBezTo>
                      <a:pt x="148" y="52"/>
                      <a:pt x="144" y="53"/>
                      <a:pt x="141" y="56"/>
                    </a:cubicBezTo>
                    <a:cubicBezTo>
                      <a:pt x="131" y="63"/>
                      <a:pt x="114" y="69"/>
                      <a:pt x="101" y="74"/>
                    </a:cubicBezTo>
                    <a:cubicBezTo>
                      <a:pt x="94" y="77"/>
                      <a:pt x="88" y="79"/>
                      <a:pt x="83" y="80"/>
                    </a:cubicBezTo>
                    <a:cubicBezTo>
                      <a:pt x="81" y="81"/>
                      <a:pt x="79" y="81"/>
                      <a:pt x="78" y="82"/>
                    </a:cubicBezTo>
                    <a:cubicBezTo>
                      <a:pt x="77" y="82"/>
                      <a:pt x="76" y="82"/>
                      <a:pt x="76" y="82"/>
                    </a:cubicBezTo>
                    <a:cubicBezTo>
                      <a:pt x="75" y="83"/>
                      <a:pt x="75" y="83"/>
                      <a:pt x="75" y="83"/>
                    </a:cubicBezTo>
                    <a:cubicBezTo>
                      <a:pt x="75" y="84"/>
                      <a:pt x="75" y="84"/>
                      <a:pt x="75" y="84"/>
                    </a:cubicBezTo>
                    <a:cubicBezTo>
                      <a:pt x="77" y="84"/>
                      <a:pt x="77" y="84"/>
                      <a:pt x="77" y="84"/>
                    </a:cubicBezTo>
                    <a:cubicBezTo>
                      <a:pt x="77" y="86"/>
                      <a:pt x="77" y="86"/>
                      <a:pt x="77" y="86"/>
                    </a:cubicBezTo>
                    <a:cubicBezTo>
                      <a:pt x="77" y="86"/>
                      <a:pt x="88" y="83"/>
                      <a:pt x="102" y="78"/>
                    </a:cubicBezTo>
                    <a:cubicBezTo>
                      <a:pt x="116" y="73"/>
                      <a:pt x="132" y="66"/>
                      <a:pt x="143" y="59"/>
                    </a:cubicBezTo>
                    <a:cubicBezTo>
                      <a:pt x="146" y="57"/>
                      <a:pt x="149" y="56"/>
                      <a:pt x="152" y="56"/>
                    </a:cubicBezTo>
                    <a:cubicBezTo>
                      <a:pt x="156" y="56"/>
                      <a:pt x="161" y="57"/>
                      <a:pt x="166" y="58"/>
                    </a:cubicBezTo>
                    <a:cubicBezTo>
                      <a:pt x="166" y="58"/>
                      <a:pt x="167" y="57"/>
                      <a:pt x="168" y="57"/>
                    </a:cubicBezTo>
                    <a:cubicBezTo>
                      <a:pt x="169" y="57"/>
                      <a:pt x="171" y="57"/>
                      <a:pt x="172" y="57"/>
                    </a:cubicBezTo>
                    <a:cubicBezTo>
                      <a:pt x="178" y="57"/>
                      <a:pt x="182" y="58"/>
                      <a:pt x="186" y="61"/>
                    </a:cubicBezTo>
                    <a:cubicBezTo>
                      <a:pt x="190" y="63"/>
                      <a:pt x="193" y="63"/>
                      <a:pt x="197" y="63"/>
                    </a:cubicBezTo>
                    <a:cubicBezTo>
                      <a:pt x="200" y="63"/>
                      <a:pt x="203" y="63"/>
                      <a:pt x="203" y="63"/>
                    </a:cubicBezTo>
                    <a:cubicBezTo>
                      <a:pt x="202" y="61"/>
                      <a:pt x="202" y="61"/>
                      <a:pt x="202" y="61"/>
                    </a:cubicBezTo>
                    <a:cubicBezTo>
                      <a:pt x="201" y="62"/>
                      <a:pt x="201" y="62"/>
                      <a:pt x="201" y="62"/>
                    </a:cubicBezTo>
                    <a:cubicBezTo>
                      <a:pt x="201" y="63"/>
                      <a:pt x="201" y="63"/>
                      <a:pt x="201" y="63"/>
                    </a:cubicBezTo>
                    <a:cubicBezTo>
                      <a:pt x="202" y="63"/>
                      <a:pt x="205" y="65"/>
                      <a:pt x="209" y="68"/>
                    </a:cubicBezTo>
                    <a:cubicBezTo>
                      <a:pt x="212" y="70"/>
                      <a:pt x="216" y="73"/>
                      <a:pt x="221" y="77"/>
                    </a:cubicBezTo>
                    <a:cubicBezTo>
                      <a:pt x="225" y="80"/>
                      <a:pt x="231" y="83"/>
                      <a:pt x="235" y="84"/>
                    </a:cubicBezTo>
                    <a:cubicBezTo>
                      <a:pt x="236" y="84"/>
                      <a:pt x="237" y="84"/>
                      <a:pt x="237" y="84"/>
                    </a:cubicBezTo>
                    <a:cubicBezTo>
                      <a:pt x="238" y="84"/>
                      <a:pt x="239" y="84"/>
                      <a:pt x="240" y="84"/>
                    </a:cubicBezTo>
                    <a:cubicBezTo>
                      <a:pt x="241" y="83"/>
                      <a:pt x="242" y="82"/>
                      <a:pt x="242" y="81"/>
                    </a:cubicBezTo>
                    <a:cubicBezTo>
                      <a:pt x="243" y="80"/>
                      <a:pt x="243" y="78"/>
                      <a:pt x="243" y="77"/>
                    </a:cubicBezTo>
                    <a:cubicBezTo>
                      <a:pt x="243" y="73"/>
                      <a:pt x="242" y="68"/>
                      <a:pt x="241" y="65"/>
                    </a:cubicBezTo>
                    <a:cubicBezTo>
                      <a:pt x="240" y="64"/>
                      <a:pt x="240" y="63"/>
                      <a:pt x="240" y="62"/>
                    </a:cubicBezTo>
                    <a:cubicBezTo>
                      <a:pt x="240" y="60"/>
                      <a:pt x="241" y="59"/>
                      <a:pt x="241" y="58"/>
                    </a:cubicBezTo>
                    <a:cubicBezTo>
                      <a:pt x="241" y="58"/>
                      <a:pt x="242" y="57"/>
                      <a:pt x="242" y="57"/>
                    </a:cubicBezTo>
                    <a:cubicBezTo>
                      <a:pt x="242" y="57"/>
                      <a:pt x="242" y="57"/>
                      <a:pt x="242" y="57"/>
                    </a:cubicBezTo>
                    <a:cubicBezTo>
                      <a:pt x="242" y="57"/>
                      <a:pt x="242" y="57"/>
                      <a:pt x="242" y="57"/>
                    </a:cubicBezTo>
                    <a:cubicBezTo>
                      <a:pt x="242" y="56"/>
                      <a:pt x="242" y="56"/>
                      <a:pt x="242" y="56"/>
                    </a:cubicBezTo>
                    <a:cubicBezTo>
                      <a:pt x="242" y="57"/>
                      <a:pt x="242" y="57"/>
                      <a:pt x="242" y="57"/>
                    </a:cubicBezTo>
                    <a:cubicBezTo>
                      <a:pt x="242" y="57"/>
                      <a:pt x="242" y="57"/>
                      <a:pt x="242" y="57"/>
                    </a:cubicBezTo>
                    <a:cubicBezTo>
                      <a:pt x="242" y="56"/>
                      <a:pt x="242" y="56"/>
                      <a:pt x="242" y="56"/>
                    </a:cubicBezTo>
                    <a:cubicBezTo>
                      <a:pt x="242" y="57"/>
                      <a:pt x="242" y="57"/>
                      <a:pt x="242" y="57"/>
                    </a:cubicBezTo>
                    <a:cubicBezTo>
                      <a:pt x="243" y="56"/>
                      <a:pt x="243" y="56"/>
                      <a:pt x="243" y="56"/>
                    </a:cubicBezTo>
                    <a:cubicBezTo>
                      <a:pt x="242" y="54"/>
                      <a:pt x="242" y="54"/>
                      <a:pt x="242" y="54"/>
                    </a:cubicBezTo>
                    <a:cubicBezTo>
                      <a:pt x="242" y="53"/>
                      <a:pt x="241" y="52"/>
                      <a:pt x="240" y="51"/>
                    </a:cubicBezTo>
                    <a:cubicBezTo>
                      <a:pt x="235" y="48"/>
                      <a:pt x="227" y="44"/>
                      <a:pt x="219" y="39"/>
                    </a:cubicBezTo>
                    <a:cubicBezTo>
                      <a:pt x="211" y="35"/>
                      <a:pt x="202" y="31"/>
                      <a:pt x="198" y="28"/>
                    </a:cubicBezTo>
                    <a:cubicBezTo>
                      <a:pt x="193" y="25"/>
                      <a:pt x="185" y="18"/>
                      <a:pt x="170" y="12"/>
                    </a:cubicBezTo>
                    <a:cubicBezTo>
                      <a:pt x="156" y="6"/>
                      <a:pt x="136" y="1"/>
                      <a:pt x="109" y="0"/>
                    </a:cubicBezTo>
                    <a:cubicBezTo>
                      <a:pt x="108" y="0"/>
                      <a:pt x="106" y="0"/>
                      <a:pt x="105" y="0"/>
                    </a:cubicBezTo>
                    <a:cubicBezTo>
                      <a:pt x="79" y="0"/>
                      <a:pt x="61" y="8"/>
                      <a:pt x="49" y="18"/>
                    </a:cubicBezTo>
                    <a:cubicBezTo>
                      <a:pt x="36" y="29"/>
                      <a:pt x="30" y="41"/>
                      <a:pt x="30" y="50"/>
                    </a:cubicBezTo>
                    <a:cubicBezTo>
                      <a:pt x="29" y="59"/>
                      <a:pt x="27" y="64"/>
                      <a:pt x="24" y="70"/>
                    </a:cubicBezTo>
                    <a:cubicBezTo>
                      <a:pt x="21" y="75"/>
                      <a:pt x="17" y="80"/>
                      <a:pt x="10" y="88"/>
                    </a:cubicBezTo>
                    <a:cubicBezTo>
                      <a:pt x="3" y="96"/>
                      <a:pt x="0" y="105"/>
                      <a:pt x="0" y="115"/>
                    </a:cubicBezTo>
                    <a:cubicBezTo>
                      <a:pt x="0" y="124"/>
                      <a:pt x="2" y="134"/>
                      <a:pt x="5" y="144"/>
                    </a:cubicBezTo>
                    <a:cubicBezTo>
                      <a:pt x="9" y="166"/>
                      <a:pt x="26" y="203"/>
                      <a:pt x="40" y="222"/>
                    </a:cubicBezTo>
                    <a:cubicBezTo>
                      <a:pt x="46" y="231"/>
                      <a:pt x="51" y="239"/>
                      <a:pt x="54" y="247"/>
                    </a:cubicBezTo>
                    <a:cubicBezTo>
                      <a:pt x="58" y="256"/>
                      <a:pt x="62" y="263"/>
                      <a:pt x="67" y="269"/>
                    </a:cubicBezTo>
                    <a:cubicBezTo>
                      <a:pt x="71" y="274"/>
                      <a:pt x="77" y="276"/>
                      <a:pt x="82" y="278"/>
                    </a:cubicBezTo>
                    <a:cubicBezTo>
                      <a:pt x="87" y="279"/>
                      <a:pt x="91" y="279"/>
                      <a:pt x="94" y="279"/>
                    </a:cubicBezTo>
                    <a:cubicBezTo>
                      <a:pt x="95" y="279"/>
                      <a:pt x="95" y="279"/>
                      <a:pt x="95" y="279"/>
                    </a:cubicBezTo>
                    <a:cubicBezTo>
                      <a:pt x="96" y="279"/>
                      <a:pt x="96" y="279"/>
                      <a:pt x="96" y="279"/>
                    </a:cubicBezTo>
                    <a:cubicBezTo>
                      <a:pt x="96" y="279"/>
                      <a:pt x="96" y="279"/>
                      <a:pt x="96" y="279"/>
                    </a:cubicBezTo>
                    <a:cubicBezTo>
                      <a:pt x="98" y="278"/>
                      <a:pt x="100" y="276"/>
                      <a:pt x="102" y="275"/>
                    </a:cubicBezTo>
                    <a:cubicBezTo>
                      <a:pt x="106" y="273"/>
                      <a:pt x="111" y="270"/>
                      <a:pt x="115" y="269"/>
                    </a:cubicBezTo>
                    <a:cubicBezTo>
                      <a:pt x="117" y="268"/>
                      <a:pt x="119" y="267"/>
                      <a:pt x="120" y="266"/>
                    </a:cubicBezTo>
                    <a:cubicBezTo>
                      <a:pt x="121" y="266"/>
                      <a:pt x="122" y="266"/>
                      <a:pt x="122" y="266"/>
                    </a:cubicBezTo>
                    <a:cubicBezTo>
                      <a:pt x="128" y="263"/>
                      <a:pt x="128" y="263"/>
                      <a:pt x="128" y="263"/>
                    </a:cubicBezTo>
                    <a:cubicBezTo>
                      <a:pt x="122" y="262"/>
                      <a:pt x="122" y="262"/>
                      <a:pt x="122" y="262"/>
                    </a:cubicBezTo>
                    <a:cubicBezTo>
                      <a:pt x="122" y="262"/>
                      <a:pt x="121" y="262"/>
                      <a:pt x="121" y="262"/>
                    </a:cubicBezTo>
                    <a:cubicBezTo>
                      <a:pt x="119" y="261"/>
                      <a:pt x="114" y="260"/>
                      <a:pt x="109" y="258"/>
                    </a:cubicBezTo>
                    <a:cubicBezTo>
                      <a:pt x="107" y="257"/>
                      <a:pt x="105" y="256"/>
                      <a:pt x="103" y="255"/>
                    </a:cubicBezTo>
                    <a:cubicBezTo>
                      <a:pt x="103" y="255"/>
                      <a:pt x="102" y="254"/>
                      <a:pt x="102" y="254"/>
                    </a:cubicBezTo>
                    <a:cubicBezTo>
                      <a:pt x="101" y="254"/>
                      <a:pt x="101" y="253"/>
                      <a:pt x="101" y="253"/>
                    </a:cubicBezTo>
                    <a:cubicBezTo>
                      <a:pt x="101" y="253"/>
                      <a:pt x="101" y="253"/>
                      <a:pt x="101" y="253"/>
                    </a:cubicBezTo>
                    <a:cubicBezTo>
                      <a:pt x="102" y="252"/>
                      <a:pt x="102" y="251"/>
                      <a:pt x="103" y="251"/>
                    </a:cubicBezTo>
                    <a:cubicBezTo>
                      <a:pt x="104" y="250"/>
                      <a:pt x="106" y="249"/>
                      <a:pt x="108" y="249"/>
                    </a:cubicBezTo>
                    <a:cubicBezTo>
                      <a:pt x="109" y="248"/>
                      <a:pt x="110" y="248"/>
                      <a:pt x="111" y="248"/>
                    </a:cubicBezTo>
                    <a:cubicBezTo>
                      <a:pt x="111" y="248"/>
                      <a:pt x="111" y="248"/>
                      <a:pt x="111" y="248"/>
                    </a:cubicBezTo>
                    <a:cubicBezTo>
                      <a:pt x="111" y="248"/>
                      <a:pt x="111" y="248"/>
                      <a:pt x="111" y="248"/>
                    </a:cubicBezTo>
                    <a:cubicBezTo>
                      <a:pt x="111" y="246"/>
                      <a:pt x="111" y="246"/>
                      <a:pt x="111" y="246"/>
                    </a:cubicBezTo>
                    <a:cubicBezTo>
                      <a:pt x="111" y="248"/>
                      <a:pt x="111" y="248"/>
                      <a:pt x="111" y="248"/>
                    </a:cubicBezTo>
                    <a:cubicBezTo>
                      <a:pt x="124" y="253"/>
                      <a:pt x="124" y="253"/>
                      <a:pt x="124" y="253"/>
                    </a:cubicBezTo>
                    <a:cubicBezTo>
                      <a:pt x="123" y="249"/>
                      <a:pt x="123" y="249"/>
                      <a:pt x="123" y="249"/>
                    </a:cubicBezTo>
                    <a:cubicBezTo>
                      <a:pt x="123" y="249"/>
                      <a:pt x="122" y="245"/>
                      <a:pt x="119" y="240"/>
                    </a:cubicBezTo>
                    <a:cubicBezTo>
                      <a:pt x="119" y="238"/>
                      <a:pt x="117" y="237"/>
                      <a:pt x="116" y="235"/>
                    </a:cubicBezTo>
                    <a:cubicBezTo>
                      <a:pt x="111" y="231"/>
                      <a:pt x="104" y="227"/>
                      <a:pt x="100" y="225"/>
                    </a:cubicBezTo>
                    <a:cubicBezTo>
                      <a:pt x="98" y="224"/>
                      <a:pt x="98" y="224"/>
                      <a:pt x="97" y="223"/>
                    </a:cubicBezTo>
                    <a:cubicBezTo>
                      <a:pt x="97" y="222"/>
                      <a:pt x="96" y="221"/>
                      <a:pt x="95" y="219"/>
                    </a:cubicBezTo>
                    <a:cubicBezTo>
                      <a:pt x="95" y="217"/>
                      <a:pt x="93" y="214"/>
                      <a:pt x="91" y="211"/>
                    </a:cubicBezTo>
                    <a:cubicBezTo>
                      <a:pt x="89" y="206"/>
                      <a:pt x="85" y="197"/>
                      <a:pt x="80" y="188"/>
                    </a:cubicBezTo>
                    <a:cubicBezTo>
                      <a:pt x="76" y="178"/>
                      <a:pt x="72" y="167"/>
                      <a:pt x="68" y="158"/>
                    </a:cubicBezTo>
                    <a:cubicBezTo>
                      <a:pt x="66" y="151"/>
                      <a:pt x="64" y="144"/>
                      <a:pt x="64" y="138"/>
                    </a:cubicBezTo>
                    <a:cubicBezTo>
                      <a:pt x="64" y="129"/>
                      <a:pt x="67" y="121"/>
                      <a:pt x="71" y="115"/>
                    </a:cubicBezTo>
                    <a:cubicBezTo>
                      <a:pt x="75" y="109"/>
                      <a:pt x="77" y="101"/>
                      <a:pt x="78" y="95"/>
                    </a:cubicBezTo>
                    <a:cubicBezTo>
                      <a:pt x="79" y="89"/>
                      <a:pt x="79" y="84"/>
                      <a:pt x="79" y="84"/>
                    </a:cubicBezTo>
                    <a:cubicBezTo>
                      <a:pt x="77" y="84"/>
                      <a:pt x="77" y="84"/>
                      <a:pt x="77" y="84"/>
                    </a:cubicBezTo>
                    <a:cubicBezTo>
                      <a:pt x="77" y="86"/>
                      <a:pt x="77" y="86"/>
                      <a:pt x="77" y="86"/>
                    </a:cubicBezTo>
                    <a:lnTo>
                      <a:pt x="77" y="84"/>
                    </a:lnTo>
                    <a:close/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7635" name="Freeform 51">
                <a:extLst>
                  <a:ext uri="{FF2B5EF4-FFF2-40B4-BE49-F238E27FC236}">
                    <a16:creationId xmlns:a16="http://schemas.microsoft.com/office/drawing/2014/main" id="{534ACD83-1956-4800-8C38-76808CA8C6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2" y="1141"/>
                <a:ext cx="50" cy="31"/>
              </a:xfrm>
              <a:custGeom>
                <a:avLst/>
                <a:gdLst>
                  <a:gd name="T0" fmla="*/ 94 w 36"/>
                  <a:gd name="T1" fmla="*/ 54 h 22"/>
                  <a:gd name="T2" fmla="*/ 8 w 36"/>
                  <a:gd name="T3" fmla="*/ 1 h 22"/>
                  <a:gd name="T4" fmla="*/ 1 w 36"/>
                  <a:gd name="T5" fmla="*/ 1 h 22"/>
                  <a:gd name="T6" fmla="*/ 6 w 36"/>
                  <a:gd name="T7" fmla="*/ 8 h 22"/>
                  <a:gd name="T8" fmla="*/ 61 w 36"/>
                  <a:gd name="T9" fmla="*/ 42 h 22"/>
                  <a:gd name="T10" fmla="*/ 83 w 36"/>
                  <a:gd name="T11" fmla="*/ 55 h 22"/>
                  <a:gd name="T12" fmla="*/ 90 w 36"/>
                  <a:gd name="T13" fmla="*/ 62 h 22"/>
                  <a:gd name="T14" fmla="*/ 96 w 36"/>
                  <a:gd name="T15" fmla="*/ 59 h 22"/>
                  <a:gd name="T16" fmla="*/ 94 w 36"/>
                  <a:gd name="T17" fmla="*/ 54 h 2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6" h="22">
                    <a:moveTo>
                      <a:pt x="35" y="19"/>
                    </a:moveTo>
                    <a:cubicBezTo>
                      <a:pt x="35" y="19"/>
                      <a:pt x="17" y="7"/>
                      <a:pt x="3" y="1"/>
                    </a:cubicBezTo>
                    <a:cubicBezTo>
                      <a:pt x="2" y="0"/>
                      <a:pt x="1" y="1"/>
                      <a:pt x="1" y="1"/>
                    </a:cubicBezTo>
                    <a:cubicBezTo>
                      <a:pt x="0" y="2"/>
                      <a:pt x="1" y="3"/>
                      <a:pt x="2" y="3"/>
                    </a:cubicBezTo>
                    <a:cubicBezTo>
                      <a:pt x="8" y="6"/>
                      <a:pt x="16" y="11"/>
                      <a:pt x="23" y="15"/>
                    </a:cubicBezTo>
                    <a:cubicBezTo>
                      <a:pt x="26" y="17"/>
                      <a:pt x="29" y="18"/>
                      <a:pt x="31" y="20"/>
                    </a:cubicBezTo>
                    <a:cubicBezTo>
                      <a:pt x="33" y="21"/>
                      <a:pt x="34" y="22"/>
                      <a:pt x="34" y="22"/>
                    </a:cubicBezTo>
                    <a:cubicBezTo>
                      <a:pt x="34" y="22"/>
                      <a:pt x="35" y="22"/>
                      <a:pt x="36" y="21"/>
                    </a:cubicBezTo>
                    <a:cubicBezTo>
                      <a:pt x="36" y="21"/>
                      <a:pt x="36" y="20"/>
                      <a:pt x="35" y="19"/>
                    </a:cubicBezTo>
                    <a:close/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7636" name="Freeform 52">
                <a:extLst>
                  <a:ext uri="{FF2B5EF4-FFF2-40B4-BE49-F238E27FC236}">
                    <a16:creationId xmlns:a16="http://schemas.microsoft.com/office/drawing/2014/main" id="{4238FCAA-24F6-4914-BFB9-8953D3E3DE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5" y="1134"/>
                <a:ext cx="41" cy="9"/>
              </a:xfrm>
              <a:custGeom>
                <a:avLst/>
                <a:gdLst>
                  <a:gd name="T0" fmla="*/ 1 w 30"/>
                  <a:gd name="T1" fmla="*/ 14 h 6"/>
                  <a:gd name="T2" fmla="*/ 14 w 30"/>
                  <a:gd name="T3" fmla="*/ 21 h 6"/>
                  <a:gd name="T4" fmla="*/ 30 w 30"/>
                  <a:gd name="T5" fmla="*/ 14 h 6"/>
                  <a:gd name="T6" fmla="*/ 67 w 30"/>
                  <a:gd name="T7" fmla="*/ 12 h 6"/>
                  <a:gd name="T8" fmla="*/ 71 w 30"/>
                  <a:gd name="T9" fmla="*/ 12 h 6"/>
                  <a:gd name="T10" fmla="*/ 77 w 30"/>
                  <a:gd name="T11" fmla="*/ 5 h 6"/>
                  <a:gd name="T12" fmla="*/ 71 w 30"/>
                  <a:gd name="T13" fmla="*/ 0 h 6"/>
                  <a:gd name="T14" fmla="*/ 67 w 30"/>
                  <a:gd name="T15" fmla="*/ 0 h 6"/>
                  <a:gd name="T16" fmla="*/ 30 w 30"/>
                  <a:gd name="T17" fmla="*/ 5 h 6"/>
                  <a:gd name="T18" fmla="*/ 14 w 30"/>
                  <a:gd name="T19" fmla="*/ 12 h 6"/>
                  <a:gd name="T20" fmla="*/ 7 w 30"/>
                  <a:gd name="T21" fmla="*/ 8 h 6"/>
                  <a:gd name="T22" fmla="*/ 1 w 30"/>
                  <a:gd name="T23" fmla="*/ 8 h 6"/>
                  <a:gd name="T24" fmla="*/ 1 w 30"/>
                  <a:gd name="T25" fmla="*/ 14 h 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0" h="6">
                    <a:moveTo>
                      <a:pt x="1" y="4"/>
                    </a:moveTo>
                    <a:cubicBezTo>
                      <a:pt x="2" y="5"/>
                      <a:pt x="4" y="6"/>
                      <a:pt x="5" y="6"/>
                    </a:cubicBezTo>
                    <a:cubicBezTo>
                      <a:pt x="8" y="6"/>
                      <a:pt x="11" y="5"/>
                      <a:pt x="12" y="4"/>
                    </a:cubicBezTo>
                    <a:cubicBezTo>
                      <a:pt x="17" y="3"/>
                      <a:pt x="21" y="3"/>
                      <a:pt x="26" y="3"/>
                    </a:cubicBezTo>
                    <a:cubicBezTo>
                      <a:pt x="27" y="3"/>
                      <a:pt x="27" y="3"/>
                      <a:pt x="28" y="3"/>
                    </a:cubicBezTo>
                    <a:cubicBezTo>
                      <a:pt x="29" y="3"/>
                      <a:pt x="30" y="2"/>
                      <a:pt x="30" y="1"/>
                    </a:cubicBezTo>
                    <a:cubicBezTo>
                      <a:pt x="30" y="1"/>
                      <a:pt x="29" y="0"/>
                      <a:pt x="28" y="0"/>
                    </a:cubicBezTo>
                    <a:cubicBezTo>
                      <a:pt x="27" y="0"/>
                      <a:pt x="27" y="0"/>
                      <a:pt x="26" y="0"/>
                    </a:cubicBezTo>
                    <a:cubicBezTo>
                      <a:pt x="21" y="0"/>
                      <a:pt x="16" y="0"/>
                      <a:pt x="12" y="1"/>
                    </a:cubicBezTo>
                    <a:cubicBezTo>
                      <a:pt x="10" y="2"/>
                      <a:pt x="7" y="3"/>
                      <a:pt x="5" y="3"/>
                    </a:cubicBezTo>
                    <a:cubicBezTo>
                      <a:pt x="4" y="3"/>
                      <a:pt x="3" y="3"/>
                      <a:pt x="3" y="2"/>
                    </a:cubicBezTo>
                    <a:cubicBezTo>
                      <a:pt x="2" y="1"/>
                      <a:pt x="1" y="1"/>
                      <a:pt x="1" y="2"/>
                    </a:cubicBezTo>
                    <a:cubicBezTo>
                      <a:pt x="0" y="3"/>
                      <a:pt x="0" y="4"/>
                      <a:pt x="1" y="4"/>
                    </a:cubicBezTo>
                    <a:close/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7637" name="Freeform 53">
                <a:extLst>
                  <a:ext uri="{FF2B5EF4-FFF2-40B4-BE49-F238E27FC236}">
                    <a16:creationId xmlns:a16="http://schemas.microsoft.com/office/drawing/2014/main" id="{1205975E-7D08-4307-AF79-BCF96E978C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7" y="3224"/>
                <a:ext cx="444" cy="375"/>
              </a:xfrm>
              <a:custGeom>
                <a:avLst/>
                <a:gdLst>
                  <a:gd name="T0" fmla="*/ 122 w 319"/>
                  <a:gd name="T1" fmla="*/ 0 h 269"/>
                  <a:gd name="T2" fmla="*/ 40 w 319"/>
                  <a:gd name="T3" fmla="*/ 146 h 269"/>
                  <a:gd name="T4" fmla="*/ 19 w 319"/>
                  <a:gd name="T5" fmla="*/ 226 h 269"/>
                  <a:gd name="T6" fmla="*/ 143 w 319"/>
                  <a:gd name="T7" fmla="*/ 365 h 269"/>
                  <a:gd name="T8" fmla="*/ 317 w 319"/>
                  <a:gd name="T9" fmla="*/ 488 h 269"/>
                  <a:gd name="T10" fmla="*/ 607 w 319"/>
                  <a:gd name="T11" fmla="*/ 696 h 269"/>
                  <a:gd name="T12" fmla="*/ 855 w 319"/>
                  <a:gd name="T13" fmla="*/ 652 h 269"/>
                  <a:gd name="T14" fmla="*/ 852 w 319"/>
                  <a:gd name="T15" fmla="*/ 611 h 269"/>
                  <a:gd name="T16" fmla="*/ 791 w 319"/>
                  <a:gd name="T17" fmla="*/ 487 h 269"/>
                  <a:gd name="T18" fmla="*/ 696 w 319"/>
                  <a:gd name="T19" fmla="*/ 413 h 269"/>
                  <a:gd name="T20" fmla="*/ 654 w 319"/>
                  <a:gd name="T21" fmla="*/ 280 h 269"/>
                  <a:gd name="T22" fmla="*/ 122 w 319"/>
                  <a:gd name="T23" fmla="*/ 0 h 269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19" h="269">
                    <a:moveTo>
                      <a:pt x="45" y="0"/>
                    </a:moveTo>
                    <a:cubicBezTo>
                      <a:pt x="45" y="0"/>
                      <a:pt x="16" y="23"/>
                      <a:pt x="15" y="54"/>
                    </a:cubicBezTo>
                    <a:cubicBezTo>
                      <a:pt x="15" y="54"/>
                      <a:pt x="0" y="67"/>
                      <a:pt x="7" y="83"/>
                    </a:cubicBezTo>
                    <a:cubicBezTo>
                      <a:pt x="14" y="100"/>
                      <a:pt x="32" y="119"/>
                      <a:pt x="53" y="135"/>
                    </a:cubicBezTo>
                    <a:cubicBezTo>
                      <a:pt x="75" y="150"/>
                      <a:pt x="100" y="156"/>
                      <a:pt x="118" y="180"/>
                    </a:cubicBezTo>
                    <a:cubicBezTo>
                      <a:pt x="136" y="205"/>
                      <a:pt x="176" y="246"/>
                      <a:pt x="225" y="257"/>
                    </a:cubicBezTo>
                    <a:cubicBezTo>
                      <a:pt x="274" y="269"/>
                      <a:pt x="315" y="249"/>
                      <a:pt x="317" y="241"/>
                    </a:cubicBezTo>
                    <a:cubicBezTo>
                      <a:pt x="317" y="241"/>
                      <a:pt x="319" y="228"/>
                      <a:pt x="316" y="225"/>
                    </a:cubicBezTo>
                    <a:cubicBezTo>
                      <a:pt x="316" y="225"/>
                      <a:pt x="311" y="191"/>
                      <a:pt x="293" y="179"/>
                    </a:cubicBezTo>
                    <a:cubicBezTo>
                      <a:pt x="275" y="167"/>
                      <a:pt x="264" y="159"/>
                      <a:pt x="258" y="152"/>
                    </a:cubicBezTo>
                    <a:cubicBezTo>
                      <a:pt x="253" y="146"/>
                      <a:pt x="248" y="138"/>
                      <a:pt x="243" y="103"/>
                    </a:cubicBezTo>
                    <a:lnTo>
                      <a:pt x="45" y="0"/>
                    </a:lnTo>
                    <a:close/>
                  </a:path>
                </a:pathLst>
              </a:custGeom>
              <a:solidFill>
                <a:srgbClr val="871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7638" name="Freeform 54">
                <a:extLst>
                  <a:ext uri="{FF2B5EF4-FFF2-40B4-BE49-F238E27FC236}">
                    <a16:creationId xmlns:a16="http://schemas.microsoft.com/office/drawing/2014/main" id="{267697E8-0131-4C42-9040-45C7EC3F07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5" y="3330"/>
                <a:ext cx="174" cy="156"/>
              </a:xfrm>
              <a:custGeom>
                <a:avLst/>
                <a:gdLst>
                  <a:gd name="T0" fmla="*/ 1 w 125"/>
                  <a:gd name="T1" fmla="*/ 6 h 112"/>
                  <a:gd name="T2" fmla="*/ 164 w 125"/>
                  <a:gd name="T3" fmla="*/ 254 h 112"/>
                  <a:gd name="T4" fmla="*/ 164 w 125"/>
                  <a:gd name="T5" fmla="*/ 254 h 112"/>
                  <a:gd name="T6" fmla="*/ 164 w 125"/>
                  <a:gd name="T7" fmla="*/ 254 h 112"/>
                  <a:gd name="T8" fmla="*/ 269 w 125"/>
                  <a:gd name="T9" fmla="*/ 302 h 112"/>
                  <a:gd name="T10" fmla="*/ 337 w 125"/>
                  <a:gd name="T11" fmla="*/ 276 h 112"/>
                  <a:gd name="T12" fmla="*/ 335 w 125"/>
                  <a:gd name="T13" fmla="*/ 270 h 112"/>
                  <a:gd name="T14" fmla="*/ 330 w 125"/>
                  <a:gd name="T15" fmla="*/ 270 h 112"/>
                  <a:gd name="T16" fmla="*/ 330 w 125"/>
                  <a:gd name="T17" fmla="*/ 270 h 112"/>
                  <a:gd name="T18" fmla="*/ 269 w 125"/>
                  <a:gd name="T19" fmla="*/ 295 h 112"/>
                  <a:gd name="T20" fmla="*/ 170 w 125"/>
                  <a:gd name="T21" fmla="*/ 248 h 112"/>
                  <a:gd name="T22" fmla="*/ 167 w 125"/>
                  <a:gd name="T23" fmla="*/ 252 h 112"/>
                  <a:gd name="T24" fmla="*/ 173 w 125"/>
                  <a:gd name="T25" fmla="*/ 248 h 112"/>
                  <a:gd name="T26" fmla="*/ 60 w 125"/>
                  <a:gd name="T27" fmla="*/ 91 h 112"/>
                  <a:gd name="T28" fmla="*/ 21 w 125"/>
                  <a:gd name="T29" fmla="*/ 28 h 112"/>
                  <a:gd name="T30" fmla="*/ 14 w 125"/>
                  <a:gd name="T31" fmla="*/ 11 h 112"/>
                  <a:gd name="T32" fmla="*/ 8 w 125"/>
                  <a:gd name="T33" fmla="*/ 1 h 112"/>
                  <a:gd name="T34" fmla="*/ 1 w 125"/>
                  <a:gd name="T35" fmla="*/ 0 h 112"/>
                  <a:gd name="T36" fmla="*/ 1 w 125"/>
                  <a:gd name="T37" fmla="*/ 6 h 112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125" h="112">
                    <a:moveTo>
                      <a:pt x="1" y="2"/>
                    </a:moveTo>
                    <a:cubicBezTo>
                      <a:pt x="1" y="3"/>
                      <a:pt x="30" y="59"/>
                      <a:pt x="61" y="94"/>
                    </a:cubicBezTo>
                    <a:cubicBezTo>
                      <a:pt x="61" y="94"/>
                      <a:pt x="61" y="94"/>
                      <a:pt x="61" y="94"/>
                    </a:cubicBezTo>
                    <a:cubicBezTo>
                      <a:pt x="61" y="94"/>
                      <a:pt x="61" y="94"/>
                      <a:pt x="61" y="94"/>
                    </a:cubicBezTo>
                    <a:cubicBezTo>
                      <a:pt x="77" y="108"/>
                      <a:pt x="90" y="112"/>
                      <a:pt x="100" y="112"/>
                    </a:cubicBezTo>
                    <a:cubicBezTo>
                      <a:pt x="116" y="112"/>
                      <a:pt x="125" y="102"/>
                      <a:pt x="125" y="102"/>
                    </a:cubicBezTo>
                    <a:cubicBezTo>
                      <a:pt x="125" y="101"/>
                      <a:pt x="125" y="100"/>
                      <a:pt x="124" y="100"/>
                    </a:cubicBezTo>
                    <a:cubicBezTo>
                      <a:pt x="124" y="99"/>
                      <a:pt x="123" y="99"/>
                      <a:pt x="122" y="100"/>
                    </a:cubicBezTo>
                    <a:cubicBezTo>
                      <a:pt x="122" y="100"/>
                      <a:pt x="122" y="100"/>
                      <a:pt x="122" y="100"/>
                    </a:cubicBezTo>
                    <a:cubicBezTo>
                      <a:pt x="121" y="101"/>
                      <a:pt x="114" y="109"/>
                      <a:pt x="100" y="109"/>
                    </a:cubicBezTo>
                    <a:cubicBezTo>
                      <a:pt x="91" y="109"/>
                      <a:pt x="78" y="105"/>
                      <a:pt x="63" y="92"/>
                    </a:cubicBezTo>
                    <a:cubicBezTo>
                      <a:pt x="62" y="93"/>
                      <a:pt x="62" y="93"/>
                      <a:pt x="62" y="93"/>
                    </a:cubicBezTo>
                    <a:cubicBezTo>
                      <a:pt x="64" y="92"/>
                      <a:pt x="64" y="92"/>
                      <a:pt x="64" y="92"/>
                    </a:cubicBezTo>
                    <a:cubicBezTo>
                      <a:pt x="48" y="75"/>
                      <a:pt x="33" y="52"/>
                      <a:pt x="22" y="34"/>
                    </a:cubicBezTo>
                    <a:cubicBezTo>
                      <a:pt x="16" y="25"/>
                      <a:pt x="12" y="16"/>
                      <a:pt x="8" y="10"/>
                    </a:cubicBezTo>
                    <a:cubicBezTo>
                      <a:pt x="7" y="8"/>
                      <a:pt x="6" y="5"/>
                      <a:pt x="5" y="4"/>
                    </a:cubicBezTo>
                    <a:cubicBezTo>
                      <a:pt x="4" y="2"/>
                      <a:pt x="3" y="1"/>
                      <a:pt x="3" y="1"/>
                    </a:cubicBezTo>
                    <a:cubicBezTo>
                      <a:pt x="3" y="0"/>
                      <a:pt x="2" y="0"/>
                      <a:pt x="1" y="0"/>
                    </a:cubicBezTo>
                    <a:cubicBezTo>
                      <a:pt x="1" y="1"/>
                      <a:pt x="0" y="2"/>
                      <a:pt x="1" y="2"/>
                    </a:cubicBezTo>
                    <a:close/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7639" name="Freeform 55">
                <a:extLst>
                  <a:ext uri="{FF2B5EF4-FFF2-40B4-BE49-F238E27FC236}">
                    <a16:creationId xmlns:a16="http://schemas.microsoft.com/office/drawing/2014/main" id="{D943C25C-D38E-420F-A580-39B60A0C7B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6" y="3298"/>
                <a:ext cx="424" cy="267"/>
              </a:xfrm>
              <a:custGeom>
                <a:avLst/>
                <a:gdLst>
                  <a:gd name="T0" fmla="*/ 817 w 304"/>
                  <a:gd name="T1" fmla="*/ 460 h 192"/>
                  <a:gd name="T2" fmla="*/ 817 w 304"/>
                  <a:gd name="T3" fmla="*/ 460 h 192"/>
                  <a:gd name="T4" fmla="*/ 647 w 304"/>
                  <a:gd name="T5" fmla="*/ 509 h 192"/>
                  <a:gd name="T6" fmla="*/ 509 w 304"/>
                  <a:gd name="T7" fmla="*/ 469 h 192"/>
                  <a:gd name="T8" fmla="*/ 335 w 304"/>
                  <a:gd name="T9" fmla="*/ 303 h 192"/>
                  <a:gd name="T10" fmla="*/ 208 w 304"/>
                  <a:gd name="T11" fmla="*/ 178 h 192"/>
                  <a:gd name="T12" fmla="*/ 75 w 304"/>
                  <a:gd name="T13" fmla="*/ 95 h 192"/>
                  <a:gd name="T14" fmla="*/ 28 w 304"/>
                  <a:gd name="T15" fmla="*/ 50 h 192"/>
                  <a:gd name="T16" fmla="*/ 8 w 304"/>
                  <a:gd name="T17" fmla="*/ 1 h 192"/>
                  <a:gd name="T18" fmla="*/ 1 w 304"/>
                  <a:gd name="T19" fmla="*/ 0 h 192"/>
                  <a:gd name="T20" fmla="*/ 0 w 304"/>
                  <a:gd name="T21" fmla="*/ 1 h 192"/>
                  <a:gd name="T22" fmla="*/ 21 w 304"/>
                  <a:gd name="T23" fmla="*/ 56 h 192"/>
                  <a:gd name="T24" fmla="*/ 204 w 304"/>
                  <a:gd name="T25" fmla="*/ 184 h 192"/>
                  <a:gd name="T26" fmla="*/ 329 w 304"/>
                  <a:gd name="T27" fmla="*/ 310 h 192"/>
                  <a:gd name="T28" fmla="*/ 503 w 304"/>
                  <a:gd name="T29" fmla="*/ 476 h 192"/>
                  <a:gd name="T30" fmla="*/ 647 w 304"/>
                  <a:gd name="T31" fmla="*/ 516 h 192"/>
                  <a:gd name="T32" fmla="*/ 823 w 304"/>
                  <a:gd name="T33" fmla="*/ 466 h 192"/>
                  <a:gd name="T34" fmla="*/ 823 w 304"/>
                  <a:gd name="T35" fmla="*/ 460 h 192"/>
                  <a:gd name="T36" fmla="*/ 817 w 304"/>
                  <a:gd name="T37" fmla="*/ 460 h 192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304" h="192">
                    <a:moveTo>
                      <a:pt x="301" y="171"/>
                    </a:moveTo>
                    <a:cubicBezTo>
                      <a:pt x="301" y="171"/>
                      <a:pt x="301" y="171"/>
                      <a:pt x="301" y="171"/>
                    </a:cubicBezTo>
                    <a:cubicBezTo>
                      <a:pt x="298" y="173"/>
                      <a:pt x="272" y="189"/>
                      <a:pt x="239" y="189"/>
                    </a:cubicBezTo>
                    <a:cubicBezTo>
                      <a:pt x="223" y="189"/>
                      <a:pt x="205" y="185"/>
                      <a:pt x="188" y="174"/>
                    </a:cubicBezTo>
                    <a:cubicBezTo>
                      <a:pt x="159" y="156"/>
                      <a:pt x="140" y="134"/>
                      <a:pt x="123" y="113"/>
                    </a:cubicBezTo>
                    <a:cubicBezTo>
                      <a:pt x="106" y="93"/>
                      <a:pt x="93" y="75"/>
                      <a:pt x="77" y="66"/>
                    </a:cubicBezTo>
                    <a:cubicBezTo>
                      <a:pt x="61" y="56"/>
                      <a:pt x="43" y="46"/>
                      <a:pt x="28" y="35"/>
                    </a:cubicBezTo>
                    <a:cubicBezTo>
                      <a:pt x="21" y="30"/>
                      <a:pt x="15" y="25"/>
                      <a:pt x="10" y="19"/>
                    </a:cubicBezTo>
                    <a:cubicBezTo>
                      <a:pt x="6" y="13"/>
                      <a:pt x="3" y="7"/>
                      <a:pt x="3" y="1"/>
                    </a:cubicBezTo>
                    <a:cubicBezTo>
                      <a:pt x="3" y="0"/>
                      <a:pt x="2" y="0"/>
                      <a:pt x="1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0" y="8"/>
                      <a:pt x="3" y="15"/>
                      <a:pt x="8" y="21"/>
                    </a:cubicBezTo>
                    <a:cubicBezTo>
                      <a:pt x="22" y="39"/>
                      <a:pt x="52" y="54"/>
                      <a:pt x="75" y="68"/>
                    </a:cubicBezTo>
                    <a:cubicBezTo>
                      <a:pt x="90" y="77"/>
                      <a:pt x="104" y="95"/>
                      <a:pt x="121" y="115"/>
                    </a:cubicBezTo>
                    <a:cubicBezTo>
                      <a:pt x="137" y="136"/>
                      <a:pt x="157" y="158"/>
                      <a:pt x="186" y="177"/>
                    </a:cubicBezTo>
                    <a:cubicBezTo>
                      <a:pt x="204" y="188"/>
                      <a:pt x="222" y="192"/>
                      <a:pt x="239" y="192"/>
                    </a:cubicBezTo>
                    <a:cubicBezTo>
                      <a:pt x="275" y="192"/>
                      <a:pt x="303" y="173"/>
                      <a:pt x="303" y="173"/>
                    </a:cubicBezTo>
                    <a:cubicBezTo>
                      <a:pt x="303" y="173"/>
                      <a:pt x="304" y="172"/>
                      <a:pt x="303" y="171"/>
                    </a:cubicBezTo>
                    <a:cubicBezTo>
                      <a:pt x="303" y="170"/>
                      <a:pt x="302" y="170"/>
                      <a:pt x="301" y="171"/>
                    </a:cubicBezTo>
                    <a:close/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7640" name="Freeform 56">
                <a:extLst>
                  <a:ext uri="{FF2B5EF4-FFF2-40B4-BE49-F238E27FC236}">
                    <a16:creationId xmlns:a16="http://schemas.microsoft.com/office/drawing/2014/main" id="{D4B9ADDE-2D07-4689-908D-B5466EA579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6" y="3478"/>
                <a:ext cx="50" cy="85"/>
              </a:xfrm>
              <a:custGeom>
                <a:avLst/>
                <a:gdLst>
                  <a:gd name="T0" fmla="*/ 61 w 36"/>
                  <a:gd name="T1" fmla="*/ 8 h 61"/>
                  <a:gd name="T2" fmla="*/ 64 w 36"/>
                  <a:gd name="T3" fmla="*/ 8 h 61"/>
                  <a:gd name="T4" fmla="*/ 89 w 36"/>
                  <a:gd name="T5" fmla="*/ 98 h 61"/>
                  <a:gd name="T6" fmla="*/ 75 w 36"/>
                  <a:gd name="T7" fmla="*/ 138 h 61"/>
                  <a:gd name="T8" fmla="*/ 25 w 36"/>
                  <a:gd name="T9" fmla="*/ 157 h 61"/>
                  <a:gd name="T10" fmla="*/ 6 w 36"/>
                  <a:gd name="T11" fmla="*/ 153 h 61"/>
                  <a:gd name="T12" fmla="*/ 0 w 36"/>
                  <a:gd name="T13" fmla="*/ 159 h 61"/>
                  <a:gd name="T14" fmla="*/ 1 w 36"/>
                  <a:gd name="T15" fmla="*/ 163 h 61"/>
                  <a:gd name="T16" fmla="*/ 25 w 36"/>
                  <a:gd name="T17" fmla="*/ 164 h 61"/>
                  <a:gd name="T18" fmla="*/ 81 w 36"/>
                  <a:gd name="T19" fmla="*/ 144 h 61"/>
                  <a:gd name="T20" fmla="*/ 96 w 36"/>
                  <a:gd name="T21" fmla="*/ 98 h 61"/>
                  <a:gd name="T22" fmla="*/ 69 w 36"/>
                  <a:gd name="T23" fmla="*/ 1 h 61"/>
                  <a:gd name="T24" fmla="*/ 64 w 36"/>
                  <a:gd name="T25" fmla="*/ 1 h 61"/>
                  <a:gd name="T26" fmla="*/ 61 w 36"/>
                  <a:gd name="T27" fmla="*/ 8 h 6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6" h="61">
                    <a:moveTo>
                      <a:pt x="23" y="3"/>
                    </a:moveTo>
                    <a:cubicBezTo>
                      <a:pt x="23" y="3"/>
                      <a:pt x="23" y="3"/>
                      <a:pt x="24" y="3"/>
                    </a:cubicBezTo>
                    <a:cubicBezTo>
                      <a:pt x="26" y="7"/>
                      <a:pt x="33" y="23"/>
                      <a:pt x="33" y="36"/>
                    </a:cubicBezTo>
                    <a:cubicBezTo>
                      <a:pt x="33" y="42"/>
                      <a:pt x="31" y="47"/>
                      <a:pt x="28" y="51"/>
                    </a:cubicBezTo>
                    <a:cubicBezTo>
                      <a:pt x="24" y="55"/>
                      <a:pt x="18" y="58"/>
                      <a:pt x="9" y="58"/>
                    </a:cubicBezTo>
                    <a:cubicBezTo>
                      <a:pt x="6" y="58"/>
                      <a:pt x="4" y="58"/>
                      <a:pt x="2" y="57"/>
                    </a:cubicBezTo>
                    <a:cubicBezTo>
                      <a:pt x="1" y="57"/>
                      <a:pt x="0" y="58"/>
                      <a:pt x="0" y="59"/>
                    </a:cubicBezTo>
                    <a:cubicBezTo>
                      <a:pt x="0" y="59"/>
                      <a:pt x="1" y="60"/>
                      <a:pt x="1" y="60"/>
                    </a:cubicBezTo>
                    <a:cubicBezTo>
                      <a:pt x="4" y="61"/>
                      <a:pt x="6" y="61"/>
                      <a:pt x="9" y="61"/>
                    </a:cubicBezTo>
                    <a:cubicBezTo>
                      <a:pt x="19" y="61"/>
                      <a:pt x="26" y="58"/>
                      <a:pt x="30" y="53"/>
                    </a:cubicBezTo>
                    <a:cubicBezTo>
                      <a:pt x="34" y="49"/>
                      <a:pt x="36" y="42"/>
                      <a:pt x="36" y="36"/>
                    </a:cubicBezTo>
                    <a:cubicBezTo>
                      <a:pt x="36" y="20"/>
                      <a:pt x="26" y="1"/>
                      <a:pt x="26" y="1"/>
                    </a:cubicBezTo>
                    <a:cubicBezTo>
                      <a:pt x="26" y="0"/>
                      <a:pt x="25" y="0"/>
                      <a:pt x="24" y="1"/>
                    </a:cubicBezTo>
                    <a:cubicBezTo>
                      <a:pt x="23" y="1"/>
                      <a:pt x="23" y="2"/>
                      <a:pt x="23" y="3"/>
                    </a:cubicBezTo>
                    <a:close/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7641" name="Freeform 57">
                <a:extLst>
                  <a:ext uri="{FF2B5EF4-FFF2-40B4-BE49-F238E27FC236}">
                    <a16:creationId xmlns:a16="http://schemas.microsoft.com/office/drawing/2014/main" id="{F25A9801-E763-4B3D-A6BB-F5F3F66B59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1" y="3471"/>
                <a:ext cx="53" cy="12"/>
              </a:xfrm>
              <a:custGeom>
                <a:avLst/>
                <a:gdLst>
                  <a:gd name="T0" fmla="*/ 98 w 38"/>
                  <a:gd name="T1" fmla="*/ 12 h 9"/>
                  <a:gd name="T2" fmla="*/ 95 w 38"/>
                  <a:gd name="T3" fmla="*/ 12 h 9"/>
                  <a:gd name="T4" fmla="*/ 60 w 38"/>
                  <a:gd name="T5" fmla="*/ 15 h 9"/>
                  <a:gd name="T6" fmla="*/ 8 w 38"/>
                  <a:gd name="T7" fmla="*/ 1 h 9"/>
                  <a:gd name="T8" fmla="*/ 0 w 38"/>
                  <a:gd name="T9" fmla="*/ 1 h 9"/>
                  <a:gd name="T10" fmla="*/ 1 w 38"/>
                  <a:gd name="T11" fmla="*/ 7 h 9"/>
                  <a:gd name="T12" fmla="*/ 60 w 38"/>
                  <a:gd name="T13" fmla="*/ 21 h 9"/>
                  <a:gd name="T14" fmla="*/ 98 w 38"/>
                  <a:gd name="T15" fmla="*/ 20 h 9"/>
                  <a:gd name="T16" fmla="*/ 102 w 38"/>
                  <a:gd name="T17" fmla="*/ 15 h 9"/>
                  <a:gd name="T18" fmla="*/ 98 w 38"/>
                  <a:gd name="T19" fmla="*/ 12 h 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8" h="9">
                    <a:moveTo>
                      <a:pt x="36" y="5"/>
                    </a:moveTo>
                    <a:cubicBezTo>
                      <a:pt x="36" y="5"/>
                      <a:pt x="35" y="5"/>
                      <a:pt x="35" y="5"/>
                    </a:cubicBezTo>
                    <a:cubicBezTo>
                      <a:pt x="32" y="5"/>
                      <a:pt x="27" y="6"/>
                      <a:pt x="22" y="6"/>
                    </a:cubicBezTo>
                    <a:cubicBezTo>
                      <a:pt x="15" y="6"/>
                      <a:pt x="7" y="5"/>
                      <a:pt x="3" y="1"/>
                    </a:cubicBezTo>
                    <a:cubicBezTo>
                      <a:pt x="2" y="0"/>
                      <a:pt x="1" y="1"/>
                      <a:pt x="0" y="1"/>
                    </a:cubicBezTo>
                    <a:cubicBezTo>
                      <a:pt x="0" y="2"/>
                      <a:pt x="0" y="3"/>
                      <a:pt x="1" y="3"/>
                    </a:cubicBezTo>
                    <a:cubicBezTo>
                      <a:pt x="6" y="8"/>
                      <a:pt x="15" y="9"/>
                      <a:pt x="22" y="9"/>
                    </a:cubicBezTo>
                    <a:cubicBezTo>
                      <a:pt x="30" y="9"/>
                      <a:pt x="36" y="8"/>
                      <a:pt x="36" y="8"/>
                    </a:cubicBezTo>
                    <a:cubicBezTo>
                      <a:pt x="37" y="8"/>
                      <a:pt x="38" y="7"/>
                      <a:pt x="37" y="6"/>
                    </a:cubicBezTo>
                    <a:cubicBezTo>
                      <a:pt x="37" y="5"/>
                      <a:pt x="36" y="5"/>
                      <a:pt x="36" y="5"/>
                    </a:cubicBezTo>
                    <a:close/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7642" name="Freeform 58">
                <a:extLst>
                  <a:ext uri="{FF2B5EF4-FFF2-40B4-BE49-F238E27FC236}">
                    <a16:creationId xmlns:a16="http://schemas.microsoft.com/office/drawing/2014/main" id="{23BC1974-1DF4-4342-93D0-21BDB5FD99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3" y="3351"/>
                <a:ext cx="103" cy="104"/>
              </a:xfrm>
              <a:custGeom>
                <a:avLst/>
                <a:gdLst>
                  <a:gd name="T0" fmla="*/ 192 w 74"/>
                  <a:gd name="T1" fmla="*/ 159 h 75"/>
                  <a:gd name="T2" fmla="*/ 192 w 74"/>
                  <a:gd name="T3" fmla="*/ 159 h 75"/>
                  <a:gd name="T4" fmla="*/ 187 w 74"/>
                  <a:gd name="T5" fmla="*/ 177 h 75"/>
                  <a:gd name="T6" fmla="*/ 157 w 74"/>
                  <a:gd name="T7" fmla="*/ 193 h 75"/>
                  <a:gd name="T8" fmla="*/ 153 w 74"/>
                  <a:gd name="T9" fmla="*/ 193 h 75"/>
                  <a:gd name="T10" fmla="*/ 122 w 74"/>
                  <a:gd name="T11" fmla="*/ 180 h 75"/>
                  <a:gd name="T12" fmla="*/ 90 w 74"/>
                  <a:gd name="T13" fmla="*/ 146 h 75"/>
                  <a:gd name="T14" fmla="*/ 40 w 74"/>
                  <a:gd name="T15" fmla="*/ 61 h 75"/>
                  <a:gd name="T16" fmla="*/ 19 w 74"/>
                  <a:gd name="T17" fmla="*/ 19 h 75"/>
                  <a:gd name="T18" fmla="*/ 8 w 74"/>
                  <a:gd name="T19" fmla="*/ 1 h 75"/>
                  <a:gd name="T20" fmla="*/ 1 w 74"/>
                  <a:gd name="T21" fmla="*/ 0 h 75"/>
                  <a:gd name="T22" fmla="*/ 1 w 74"/>
                  <a:gd name="T23" fmla="*/ 6 h 75"/>
                  <a:gd name="T24" fmla="*/ 35 w 74"/>
                  <a:gd name="T25" fmla="*/ 64 h 75"/>
                  <a:gd name="T26" fmla="*/ 88 w 74"/>
                  <a:gd name="T27" fmla="*/ 150 h 75"/>
                  <a:gd name="T28" fmla="*/ 117 w 74"/>
                  <a:gd name="T29" fmla="*/ 187 h 75"/>
                  <a:gd name="T30" fmla="*/ 153 w 74"/>
                  <a:gd name="T31" fmla="*/ 200 h 75"/>
                  <a:gd name="T32" fmla="*/ 157 w 74"/>
                  <a:gd name="T33" fmla="*/ 200 h 75"/>
                  <a:gd name="T34" fmla="*/ 193 w 74"/>
                  <a:gd name="T35" fmla="*/ 179 h 75"/>
                  <a:gd name="T36" fmla="*/ 199 w 74"/>
                  <a:gd name="T37" fmla="*/ 159 h 75"/>
                  <a:gd name="T38" fmla="*/ 198 w 74"/>
                  <a:gd name="T39" fmla="*/ 158 h 75"/>
                  <a:gd name="T40" fmla="*/ 192 w 74"/>
                  <a:gd name="T41" fmla="*/ 159 h 75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74" h="75">
                    <a:moveTo>
                      <a:pt x="71" y="60"/>
                    </a:moveTo>
                    <a:cubicBezTo>
                      <a:pt x="71" y="60"/>
                      <a:pt x="71" y="60"/>
                      <a:pt x="71" y="60"/>
                    </a:cubicBezTo>
                    <a:cubicBezTo>
                      <a:pt x="71" y="61"/>
                      <a:pt x="71" y="64"/>
                      <a:pt x="69" y="66"/>
                    </a:cubicBezTo>
                    <a:cubicBezTo>
                      <a:pt x="67" y="69"/>
                      <a:pt x="64" y="72"/>
                      <a:pt x="58" y="72"/>
                    </a:cubicBezTo>
                    <a:cubicBezTo>
                      <a:pt x="58" y="72"/>
                      <a:pt x="57" y="72"/>
                      <a:pt x="57" y="72"/>
                    </a:cubicBezTo>
                    <a:cubicBezTo>
                      <a:pt x="51" y="72"/>
                      <a:pt x="48" y="71"/>
                      <a:pt x="45" y="68"/>
                    </a:cubicBezTo>
                    <a:cubicBezTo>
                      <a:pt x="41" y="65"/>
                      <a:pt x="38" y="61"/>
                      <a:pt x="34" y="55"/>
                    </a:cubicBezTo>
                    <a:cubicBezTo>
                      <a:pt x="30" y="48"/>
                      <a:pt x="22" y="35"/>
                      <a:pt x="15" y="23"/>
                    </a:cubicBezTo>
                    <a:cubicBezTo>
                      <a:pt x="12" y="17"/>
                      <a:pt x="9" y="12"/>
                      <a:pt x="7" y="7"/>
                    </a:cubicBezTo>
                    <a:cubicBezTo>
                      <a:pt x="5" y="3"/>
                      <a:pt x="3" y="1"/>
                      <a:pt x="3" y="1"/>
                    </a:cubicBezTo>
                    <a:cubicBezTo>
                      <a:pt x="3" y="0"/>
                      <a:pt x="2" y="0"/>
                      <a:pt x="1" y="0"/>
                    </a:cubicBezTo>
                    <a:cubicBezTo>
                      <a:pt x="1" y="1"/>
                      <a:pt x="0" y="2"/>
                      <a:pt x="1" y="2"/>
                    </a:cubicBezTo>
                    <a:cubicBezTo>
                      <a:pt x="1" y="2"/>
                      <a:pt x="6" y="13"/>
                      <a:pt x="13" y="24"/>
                    </a:cubicBezTo>
                    <a:cubicBezTo>
                      <a:pt x="19" y="36"/>
                      <a:pt x="27" y="50"/>
                      <a:pt x="32" y="56"/>
                    </a:cubicBezTo>
                    <a:cubicBezTo>
                      <a:pt x="36" y="63"/>
                      <a:pt x="39" y="67"/>
                      <a:pt x="43" y="70"/>
                    </a:cubicBezTo>
                    <a:cubicBezTo>
                      <a:pt x="46" y="73"/>
                      <a:pt x="51" y="75"/>
                      <a:pt x="57" y="75"/>
                    </a:cubicBezTo>
                    <a:cubicBezTo>
                      <a:pt x="57" y="75"/>
                      <a:pt x="58" y="75"/>
                      <a:pt x="58" y="75"/>
                    </a:cubicBezTo>
                    <a:cubicBezTo>
                      <a:pt x="66" y="75"/>
                      <a:pt x="70" y="71"/>
                      <a:pt x="72" y="67"/>
                    </a:cubicBezTo>
                    <a:cubicBezTo>
                      <a:pt x="74" y="64"/>
                      <a:pt x="74" y="61"/>
                      <a:pt x="74" y="60"/>
                    </a:cubicBezTo>
                    <a:cubicBezTo>
                      <a:pt x="74" y="60"/>
                      <a:pt x="74" y="59"/>
                      <a:pt x="73" y="59"/>
                    </a:cubicBezTo>
                    <a:cubicBezTo>
                      <a:pt x="72" y="59"/>
                      <a:pt x="71" y="59"/>
                      <a:pt x="71" y="60"/>
                    </a:cubicBezTo>
                    <a:close/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7643" name="Freeform 59">
                <a:extLst>
                  <a:ext uri="{FF2B5EF4-FFF2-40B4-BE49-F238E27FC236}">
                    <a16:creationId xmlns:a16="http://schemas.microsoft.com/office/drawing/2014/main" id="{09F05968-EF27-4FC4-A9C1-62BFBB83A0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1" y="3398"/>
                <a:ext cx="61" cy="59"/>
              </a:xfrm>
              <a:custGeom>
                <a:avLst/>
                <a:gdLst>
                  <a:gd name="T0" fmla="*/ 98 w 44"/>
                  <a:gd name="T1" fmla="*/ 6 h 42"/>
                  <a:gd name="T2" fmla="*/ 96 w 44"/>
                  <a:gd name="T3" fmla="*/ 8 h 42"/>
                  <a:gd name="T4" fmla="*/ 50 w 44"/>
                  <a:gd name="T5" fmla="*/ 53 h 42"/>
                  <a:gd name="T6" fmla="*/ 24 w 44"/>
                  <a:gd name="T7" fmla="*/ 77 h 42"/>
                  <a:gd name="T8" fmla="*/ 14 w 44"/>
                  <a:gd name="T9" fmla="*/ 89 h 42"/>
                  <a:gd name="T10" fmla="*/ 6 w 44"/>
                  <a:gd name="T11" fmla="*/ 91 h 42"/>
                  <a:gd name="T12" fmla="*/ 1 w 44"/>
                  <a:gd name="T13" fmla="*/ 108 h 42"/>
                  <a:gd name="T14" fmla="*/ 15 w 44"/>
                  <a:gd name="T15" fmla="*/ 114 h 42"/>
                  <a:gd name="T16" fmla="*/ 26 w 44"/>
                  <a:gd name="T17" fmla="*/ 104 h 42"/>
                  <a:gd name="T18" fmla="*/ 83 w 44"/>
                  <a:gd name="T19" fmla="*/ 53 h 42"/>
                  <a:gd name="T20" fmla="*/ 115 w 44"/>
                  <a:gd name="T21" fmla="*/ 20 h 42"/>
                  <a:gd name="T22" fmla="*/ 111 w 44"/>
                  <a:gd name="T23" fmla="*/ 1 h 42"/>
                  <a:gd name="T24" fmla="*/ 98 w 44"/>
                  <a:gd name="T25" fmla="*/ 6 h 4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44" h="42">
                    <a:moveTo>
                      <a:pt x="37" y="2"/>
                    </a:moveTo>
                    <a:cubicBezTo>
                      <a:pt x="37" y="2"/>
                      <a:pt x="36" y="2"/>
                      <a:pt x="36" y="3"/>
                    </a:cubicBezTo>
                    <a:cubicBezTo>
                      <a:pt x="33" y="6"/>
                      <a:pt x="26" y="12"/>
                      <a:pt x="19" y="19"/>
                    </a:cubicBezTo>
                    <a:cubicBezTo>
                      <a:pt x="16" y="22"/>
                      <a:pt x="12" y="26"/>
                      <a:pt x="9" y="28"/>
                    </a:cubicBezTo>
                    <a:cubicBezTo>
                      <a:pt x="8" y="30"/>
                      <a:pt x="6" y="31"/>
                      <a:pt x="5" y="32"/>
                    </a:cubicBezTo>
                    <a:cubicBezTo>
                      <a:pt x="4" y="32"/>
                      <a:pt x="3" y="33"/>
                      <a:pt x="2" y="33"/>
                    </a:cubicBezTo>
                    <a:cubicBezTo>
                      <a:pt x="0" y="34"/>
                      <a:pt x="0" y="37"/>
                      <a:pt x="1" y="39"/>
                    </a:cubicBezTo>
                    <a:cubicBezTo>
                      <a:pt x="2" y="41"/>
                      <a:pt x="4" y="42"/>
                      <a:pt x="6" y="41"/>
                    </a:cubicBezTo>
                    <a:cubicBezTo>
                      <a:pt x="7" y="40"/>
                      <a:pt x="9" y="39"/>
                      <a:pt x="10" y="38"/>
                    </a:cubicBezTo>
                    <a:cubicBezTo>
                      <a:pt x="16" y="33"/>
                      <a:pt x="24" y="26"/>
                      <a:pt x="31" y="19"/>
                    </a:cubicBezTo>
                    <a:cubicBezTo>
                      <a:pt x="37" y="13"/>
                      <a:pt x="43" y="7"/>
                      <a:pt x="43" y="7"/>
                    </a:cubicBezTo>
                    <a:cubicBezTo>
                      <a:pt x="44" y="6"/>
                      <a:pt x="44" y="3"/>
                      <a:pt x="42" y="1"/>
                    </a:cubicBezTo>
                    <a:cubicBezTo>
                      <a:pt x="41" y="0"/>
                      <a:pt x="38" y="0"/>
                      <a:pt x="37" y="2"/>
                    </a:cubicBezTo>
                    <a:close/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7644" name="Freeform 60">
                <a:extLst>
                  <a:ext uri="{FF2B5EF4-FFF2-40B4-BE49-F238E27FC236}">
                    <a16:creationId xmlns:a16="http://schemas.microsoft.com/office/drawing/2014/main" id="{3CE7A150-727F-4C94-8662-03C2BC4AB0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4" y="3407"/>
                <a:ext cx="92" cy="33"/>
              </a:xfrm>
              <a:custGeom>
                <a:avLst/>
                <a:gdLst>
                  <a:gd name="T0" fmla="*/ 171 w 66"/>
                  <a:gd name="T1" fmla="*/ 41 h 24"/>
                  <a:gd name="T2" fmla="*/ 105 w 66"/>
                  <a:gd name="T3" fmla="*/ 21 h 24"/>
                  <a:gd name="T4" fmla="*/ 50 w 66"/>
                  <a:gd name="T5" fmla="*/ 8 h 24"/>
                  <a:gd name="T6" fmla="*/ 29 w 66"/>
                  <a:gd name="T7" fmla="*/ 1 h 24"/>
                  <a:gd name="T8" fmla="*/ 11 w 66"/>
                  <a:gd name="T9" fmla="*/ 0 h 24"/>
                  <a:gd name="T10" fmla="*/ 8 w 66"/>
                  <a:gd name="T11" fmla="*/ 0 h 24"/>
                  <a:gd name="T12" fmla="*/ 0 w 66"/>
                  <a:gd name="T13" fmla="*/ 14 h 24"/>
                  <a:gd name="T14" fmla="*/ 11 w 66"/>
                  <a:gd name="T15" fmla="*/ 21 h 24"/>
                  <a:gd name="T16" fmla="*/ 11 w 66"/>
                  <a:gd name="T17" fmla="*/ 21 h 24"/>
                  <a:gd name="T18" fmla="*/ 28 w 66"/>
                  <a:gd name="T19" fmla="*/ 23 h 24"/>
                  <a:gd name="T20" fmla="*/ 110 w 66"/>
                  <a:gd name="T21" fmla="*/ 44 h 24"/>
                  <a:gd name="T22" fmla="*/ 146 w 66"/>
                  <a:gd name="T23" fmla="*/ 56 h 24"/>
                  <a:gd name="T24" fmla="*/ 163 w 66"/>
                  <a:gd name="T25" fmla="*/ 61 h 24"/>
                  <a:gd name="T26" fmla="*/ 177 w 66"/>
                  <a:gd name="T27" fmla="*/ 55 h 24"/>
                  <a:gd name="T28" fmla="*/ 171 w 66"/>
                  <a:gd name="T29" fmla="*/ 41 h 24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66" h="24">
                    <a:moveTo>
                      <a:pt x="63" y="16"/>
                    </a:moveTo>
                    <a:cubicBezTo>
                      <a:pt x="62" y="16"/>
                      <a:pt x="51" y="12"/>
                      <a:pt x="39" y="8"/>
                    </a:cubicBezTo>
                    <a:cubicBezTo>
                      <a:pt x="32" y="6"/>
                      <a:pt x="25" y="4"/>
                      <a:pt x="19" y="3"/>
                    </a:cubicBezTo>
                    <a:cubicBezTo>
                      <a:pt x="16" y="2"/>
                      <a:pt x="14" y="1"/>
                      <a:pt x="11" y="1"/>
                    </a:cubicBezTo>
                    <a:cubicBezTo>
                      <a:pt x="8" y="1"/>
                      <a:pt x="6" y="0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1" y="0"/>
                      <a:pt x="0" y="2"/>
                      <a:pt x="0" y="5"/>
                    </a:cubicBezTo>
                    <a:cubicBezTo>
                      <a:pt x="0" y="7"/>
                      <a:pt x="2" y="8"/>
                      <a:pt x="4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5" y="8"/>
                      <a:pt x="7" y="8"/>
                      <a:pt x="10" y="9"/>
                    </a:cubicBezTo>
                    <a:cubicBezTo>
                      <a:pt x="18" y="10"/>
                      <a:pt x="30" y="14"/>
                      <a:pt x="41" y="17"/>
                    </a:cubicBezTo>
                    <a:cubicBezTo>
                      <a:pt x="46" y="19"/>
                      <a:pt x="51" y="20"/>
                      <a:pt x="54" y="22"/>
                    </a:cubicBezTo>
                    <a:cubicBezTo>
                      <a:pt x="58" y="23"/>
                      <a:pt x="60" y="23"/>
                      <a:pt x="60" y="23"/>
                    </a:cubicBezTo>
                    <a:cubicBezTo>
                      <a:pt x="62" y="24"/>
                      <a:pt x="64" y="23"/>
                      <a:pt x="65" y="21"/>
                    </a:cubicBezTo>
                    <a:cubicBezTo>
                      <a:pt x="66" y="19"/>
                      <a:pt x="65" y="17"/>
                      <a:pt x="63" y="16"/>
                    </a:cubicBezTo>
                    <a:close/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7645" name="Freeform 61">
                <a:extLst>
                  <a:ext uri="{FF2B5EF4-FFF2-40B4-BE49-F238E27FC236}">
                    <a16:creationId xmlns:a16="http://schemas.microsoft.com/office/drawing/2014/main" id="{D55B6892-D5C5-404C-8B70-F060A836AB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0" y="3361"/>
                <a:ext cx="48" cy="40"/>
              </a:xfrm>
              <a:custGeom>
                <a:avLst/>
                <a:gdLst>
                  <a:gd name="T0" fmla="*/ 20 w 34"/>
                  <a:gd name="T1" fmla="*/ 70 h 29"/>
                  <a:gd name="T2" fmla="*/ 49 w 34"/>
                  <a:gd name="T3" fmla="*/ 50 h 29"/>
                  <a:gd name="T4" fmla="*/ 73 w 34"/>
                  <a:gd name="T5" fmla="*/ 32 h 29"/>
                  <a:gd name="T6" fmla="*/ 83 w 34"/>
                  <a:gd name="T7" fmla="*/ 26 h 29"/>
                  <a:gd name="T8" fmla="*/ 90 w 34"/>
                  <a:gd name="T9" fmla="*/ 21 h 29"/>
                  <a:gd name="T10" fmla="*/ 90 w 34"/>
                  <a:gd name="T11" fmla="*/ 6 h 29"/>
                  <a:gd name="T12" fmla="*/ 73 w 34"/>
                  <a:gd name="T13" fmla="*/ 6 h 29"/>
                  <a:gd name="T14" fmla="*/ 68 w 34"/>
                  <a:gd name="T15" fmla="*/ 11 h 29"/>
                  <a:gd name="T16" fmla="*/ 32 w 34"/>
                  <a:gd name="T17" fmla="*/ 36 h 29"/>
                  <a:gd name="T18" fmla="*/ 14 w 34"/>
                  <a:gd name="T19" fmla="*/ 50 h 29"/>
                  <a:gd name="T20" fmla="*/ 6 w 34"/>
                  <a:gd name="T21" fmla="*/ 55 h 29"/>
                  <a:gd name="T22" fmla="*/ 6 w 34"/>
                  <a:gd name="T23" fmla="*/ 70 h 29"/>
                  <a:gd name="T24" fmla="*/ 20 w 34"/>
                  <a:gd name="T25" fmla="*/ 70 h 29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4" h="29">
                    <a:moveTo>
                      <a:pt x="7" y="27"/>
                    </a:moveTo>
                    <a:cubicBezTo>
                      <a:pt x="7" y="27"/>
                      <a:pt x="12" y="23"/>
                      <a:pt x="18" y="19"/>
                    </a:cubicBezTo>
                    <a:cubicBezTo>
                      <a:pt x="21" y="17"/>
                      <a:pt x="24" y="14"/>
                      <a:pt x="26" y="12"/>
                    </a:cubicBezTo>
                    <a:cubicBezTo>
                      <a:pt x="28" y="11"/>
                      <a:pt x="29" y="10"/>
                      <a:pt x="30" y="10"/>
                    </a:cubicBezTo>
                    <a:cubicBezTo>
                      <a:pt x="31" y="9"/>
                      <a:pt x="31" y="8"/>
                      <a:pt x="32" y="8"/>
                    </a:cubicBezTo>
                    <a:cubicBezTo>
                      <a:pt x="34" y="6"/>
                      <a:pt x="34" y="3"/>
                      <a:pt x="32" y="2"/>
                    </a:cubicBezTo>
                    <a:cubicBezTo>
                      <a:pt x="30" y="0"/>
                      <a:pt x="28" y="0"/>
                      <a:pt x="26" y="2"/>
                    </a:cubicBezTo>
                    <a:cubicBezTo>
                      <a:pt x="26" y="2"/>
                      <a:pt x="25" y="3"/>
                      <a:pt x="24" y="4"/>
                    </a:cubicBezTo>
                    <a:cubicBezTo>
                      <a:pt x="21" y="6"/>
                      <a:pt x="16" y="11"/>
                      <a:pt x="11" y="14"/>
                    </a:cubicBezTo>
                    <a:cubicBezTo>
                      <a:pt x="9" y="16"/>
                      <a:pt x="7" y="18"/>
                      <a:pt x="5" y="19"/>
                    </a:cubicBezTo>
                    <a:cubicBezTo>
                      <a:pt x="3" y="20"/>
                      <a:pt x="2" y="21"/>
                      <a:pt x="2" y="21"/>
                    </a:cubicBezTo>
                    <a:cubicBezTo>
                      <a:pt x="1" y="22"/>
                      <a:pt x="0" y="25"/>
                      <a:pt x="2" y="27"/>
                    </a:cubicBezTo>
                    <a:cubicBezTo>
                      <a:pt x="3" y="28"/>
                      <a:pt x="5" y="29"/>
                      <a:pt x="7" y="27"/>
                    </a:cubicBezTo>
                    <a:close/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7646" name="Freeform 62">
                <a:extLst>
                  <a:ext uri="{FF2B5EF4-FFF2-40B4-BE49-F238E27FC236}">
                    <a16:creationId xmlns:a16="http://schemas.microsoft.com/office/drawing/2014/main" id="{2202DB8D-7548-48A4-8B88-0052DDFA58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4" y="3361"/>
                <a:ext cx="64" cy="40"/>
              </a:xfrm>
              <a:custGeom>
                <a:avLst/>
                <a:gdLst>
                  <a:gd name="T0" fmla="*/ 115 w 46"/>
                  <a:gd name="T1" fmla="*/ 55 h 29"/>
                  <a:gd name="T2" fmla="*/ 104 w 46"/>
                  <a:gd name="T3" fmla="*/ 47 h 29"/>
                  <a:gd name="T4" fmla="*/ 56 w 46"/>
                  <a:gd name="T5" fmla="*/ 26 h 29"/>
                  <a:gd name="T6" fmla="*/ 33 w 46"/>
                  <a:gd name="T7" fmla="*/ 14 h 29"/>
                  <a:gd name="T8" fmla="*/ 19 w 46"/>
                  <a:gd name="T9" fmla="*/ 1 h 29"/>
                  <a:gd name="T10" fmla="*/ 1 w 46"/>
                  <a:gd name="T11" fmla="*/ 1 h 29"/>
                  <a:gd name="T12" fmla="*/ 6 w 46"/>
                  <a:gd name="T13" fmla="*/ 19 h 29"/>
                  <a:gd name="T14" fmla="*/ 15 w 46"/>
                  <a:gd name="T15" fmla="*/ 26 h 29"/>
                  <a:gd name="T16" fmla="*/ 74 w 46"/>
                  <a:gd name="T17" fmla="*/ 57 h 29"/>
                  <a:gd name="T18" fmla="*/ 109 w 46"/>
                  <a:gd name="T19" fmla="*/ 74 h 29"/>
                  <a:gd name="T20" fmla="*/ 122 w 46"/>
                  <a:gd name="T21" fmla="*/ 69 h 29"/>
                  <a:gd name="T22" fmla="*/ 115 w 46"/>
                  <a:gd name="T23" fmla="*/ 55 h 29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46" h="29">
                    <a:moveTo>
                      <a:pt x="43" y="21"/>
                    </a:moveTo>
                    <a:cubicBezTo>
                      <a:pt x="43" y="21"/>
                      <a:pt x="42" y="20"/>
                      <a:pt x="39" y="18"/>
                    </a:cubicBezTo>
                    <a:cubicBezTo>
                      <a:pt x="34" y="16"/>
                      <a:pt x="27" y="13"/>
                      <a:pt x="21" y="10"/>
                    </a:cubicBezTo>
                    <a:cubicBezTo>
                      <a:pt x="18" y="8"/>
                      <a:pt x="15" y="6"/>
                      <a:pt x="12" y="5"/>
                    </a:cubicBezTo>
                    <a:cubicBezTo>
                      <a:pt x="10" y="3"/>
                      <a:pt x="8" y="2"/>
                      <a:pt x="7" y="1"/>
                    </a:cubicBezTo>
                    <a:cubicBezTo>
                      <a:pt x="5" y="0"/>
                      <a:pt x="3" y="0"/>
                      <a:pt x="1" y="1"/>
                    </a:cubicBezTo>
                    <a:cubicBezTo>
                      <a:pt x="0" y="3"/>
                      <a:pt x="0" y="6"/>
                      <a:pt x="2" y="7"/>
                    </a:cubicBezTo>
                    <a:cubicBezTo>
                      <a:pt x="3" y="8"/>
                      <a:pt x="4" y="9"/>
                      <a:pt x="6" y="10"/>
                    </a:cubicBezTo>
                    <a:cubicBezTo>
                      <a:pt x="11" y="14"/>
                      <a:pt x="20" y="18"/>
                      <a:pt x="27" y="22"/>
                    </a:cubicBezTo>
                    <a:cubicBezTo>
                      <a:pt x="34" y="25"/>
                      <a:pt x="40" y="28"/>
                      <a:pt x="40" y="28"/>
                    </a:cubicBezTo>
                    <a:cubicBezTo>
                      <a:pt x="42" y="29"/>
                      <a:pt x="44" y="28"/>
                      <a:pt x="45" y="26"/>
                    </a:cubicBezTo>
                    <a:cubicBezTo>
                      <a:pt x="46" y="24"/>
                      <a:pt x="45" y="22"/>
                      <a:pt x="43" y="21"/>
                    </a:cubicBezTo>
                    <a:close/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7647" name="Freeform 63">
                <a:extLst>
                  <a:ext uri="{FF2B5EF4-FFF2-40B4-BE49-F238E27FC236}">
                    <a16:creationId xmlns:a16="http://schemas.microsoft.com/office/drawing/2014/main" id="{325570BB-981E-4956-91EE-563AC82749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1" y="3235"/>
                <a:ext cx="257" cy="389"/>
              </a:xfrm>
              <a:custGeom>
                <a:avLst/>
                <a:gdLst>
                  <a:gd name="T0" fmla="*/ 8 w 184"/>
                  <a:gd name="T1" fmla="*/ 0 h 279"/>
                  <a:gd name="T2" fmla="*/ 14 w 184"/>
                  <a:gd name="T3" fmla="*/ 82 h 279"/>
                  <a:gd name="T4" fmla="*/ 47 w 184"/>
                  <a:gd name="T5" fmla="*/ 297 h 279"/>
                  <a:gd name="T6" fmla="*/ 88 w 184"/>
                  <a:gd name="T7" fmla="*/ 537 h 279"/>
                  <a:gd name="T8" fmla="*/ 123 w 184"/>
                  <a:gd name="T9" fmla="*/ 641 h 279"/>
                  <a:gd name="T10" fmla="*/ 296 w 184"/>
                  <a:gd name="T11" fmla="*/ 754 h 279"/>
                  <a:gd name="T12" fmla="*/ 501 w 184"/>
                  <a:gd name="T13" fmla="*/ 477 h 279"/>
                  <a:gd name="T14" fmla="*/ 422 w 184"/>
                  <a:gd name="T15" fmla="*/ 187 h 279"/>
                  <a:gd name="T16" fmla="*/ 8 w 184"/>
                  <a:gd name="T17" fmla="*/ 0 h 27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84" h="279">
                    <a:moveTo>
                      <a:pt x="3" y="0"/>
                    </a:moveTo>
                    <a:cubicBezTo>
                      <a:pt x="3" y="0"/>
                      <a:pt x="0" y="14"/>
                      <a:pt x="5" y="30"/>
                    </a:cubicBezTo>
                    <a:cubicBezTo>
                      <a:pt x="11" y="46"/>
                      <a:pt x="16" y="85"/>
                      <a:pt x="17" y="110"/>
                    </a:cubicBezTo>
                    <a:cubicBezTo>
                      <a:pt x="18" y="134"/>
                      <a:pt x="22" y="179"/>
                      <a:pt x="32" y="198"/>
                    </a:cubicBezTo>
                    <a:cubicBezTo>
                      <a:pt x="42" y="218"/>
                      <a:pt x="43" y="229"/>
                      <a:pt x="45" y="237"/>
                    </a:cubicBezTo>
                    <a:cubicBezTo>
                      <a:pt x="48" y="244"/>
                      <a:pt x="65" y="279"/>
                      <a:pt x="109" y="278"/>
                    </a:cubicBezTo>
                    <a:cubicBezTo>
                      <a:pt x="154" y="277"/>
                      <a:pt x="184" y="245"/>
                      <a:pt x="184" y="176"/>
                    </a:cubicBezTo>
                    <a:cubicBezTo>
                      <a:pt x="184" y="108"/>
                      <a:pt x="165" y="94"/>
                      <a:pt x="155" y="69"/>
                    </a:cubicBez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871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7648" name="Freeform 64">
                <a:extLst>
                  <a:ext uri="{FF2B5EF4-FFF2-40B4-BE49-F238E27FC236}">
                    <a16:creationId xmlns:a16="http://schemas.microsoft.com/office/drawing/2014/main" id="{368E8F9A-A31D-4E30-BF77-ECF6641E99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2" y="3221"/>
                <a:ext cx="439" cy="370"/>
              </a:xfrm>
              <a:custGeom>
                <a:avLst/>
                <a:gdLst>
                  <a:gd name="T0" fmla="*/ 109 w 315"/>
                  <a:gd name="T1" fmla="*/ 0 h 265"/>
                  <a:gd name="T2" fmla="*/ 28 w 315"/>
                  <a:gd name="T3" fmla="*/ 152 h 265"/>
                  <a:gd name="T4" fmla="*/ 28 w 315"/>
                  <a:gd name="T5" fmla="*/ 151 h 265"/>
                  <a:gd name="T6" fmla="*/ 0 w 315"/>
                  <a:gd name="T7" fmla="*/ 207 h 265"/>
                  <a:gd name="T8" fmla="*/ 130 w 315"/>
                  <a:gd name="T9" fmla="*/ 376 h 265"/>
                  <a:gd name="T10" fmla="*/ 305 w 315"/>
                  <a:gd name="T11" fmla="*/ 498 h 265"/>
                  <a:gd name="T12" fmla="*/ 681 w 315"/>
                  <a:gd name="T13" fmla="*/ 722 h 265"/>
                  <a:gd name="T14" fmla="*/ 838 w 315"/>
                  <a:gd name="T15" fmla="*/ 680 h 265"/>
                  <a:gd name="T16" fmla="*/ 853 w 315"/>
                  <a:gd name="T17" fmla="*/ 665 h 265"/>
                  <a:gd name="T18" fmla="*/ 853 w 315"/>
                  <a:gd name="T19" fmla="*/ 665 h 265"/>
                  <a:gd name="T20" fmla="*/ 853 w 315"/>
                  <a:gd name="T21" fmla="*/ 626 h 265"/>
                  <a:gd name="T22" fmla="*/ 845 w 315"/>
                  <a:gd name="T23" fmla="*/ 619 h 265"/>
                  <a:gd name="T24" fmla="*/ 833 w 315"/>
                  <a:gd name="T25" fmla="*/ 565 h 265"/>
                  <a:gd name="T26" fmla="*/ 694 w 315"/>
                  <a:gd name="T27" fmla="*/ 419 h 265"/>
                  <a:gd name="T28" fmla="*/ 652 w 315"/>
                  <a:gd name="T29" fmla="*/ 282 h 265"/>
                  <a:gd name="T30" fmla="*/ 110 w 315"/>
                  <a:gd name="T31" fmla="*/ 0 h 265"/>
                  <a:gd name="T32" fmla="*/ 110 w 315"/>
                  <a:gd name="T33" fmla="*/ 6 h 265"/>
                  <a:gd name="T34" fmla="*/ 645 w 315"/>
                  <a:gd name="T35" fmla="*/ 289 h 265"/>
                  <a:gd name="T36" fmla="*/ 645 w 315"/>
                  <a:gd name="T37" fmla="*/ 286 h 265"/>
                  <a:gd name="T38" fmla="*/ 686 w 315"/>
                  <a:gd name="T39" fmla="*/ 422 h 265"/>
                  <a:gd name="T40" fmla="*/ 828 w 315"/>
                  <a:gd name="T41" fmla="*/ 570 h 265"/>
                  <a:gd name="T42" fmla="*/ 839 w 315"/>
                  <a:gd name="T43" fmla="*/ 616 h 265"/>
                  <a:gd name="T44" fmla="*/ 840 w 315"/>
                  <a:gd name="T45" fmla="*/ 620 h 265"/>
                  <a:gd name="T46" fmla="*/ 845 w 315"/>
                  <a:gd name="T47" fmla="*/ 626 h 265"/>
                  <a:gd name="T48" fmla="*/ 845 w 315"/>
                  <a:gd name="T49" fmla="*/ 653 h 265"/>
                  <a:gd name="T50" fmla="*/ 845 w 315"/>
                  <a:gd name="T51" fmla="*/ 660 h 265"/>
                  <a:gd name="T52" fmla="*/ 845 w 315"/>
                  <a:gd name="T53" fmla="*/ 660 h 265"/>
                  <a:gd name="T54" fmla="*/ 785 w 315"/>
                  <a:gd name="T55" fmla="*/ 695 h 265"/>
                  <a:gd name="T56" fmla="*/ 601 w 315"/>
                  <a:gd name="T57" fmla="*/ 702 h 265"/>
                  <a:gd name="T58" fmla="*/ 226 w 315"/>
                  <a:gd name="T59" fmla="*/ 422 h 265"/>
                  <a:gd name="T60" fmla="*/ 11 w 315"/>
                  <a:gd name="T61" fmla="*/ 232 h 265"/>
                  <a:gd name="T62" fmla="*/ 20 w 315"/>
                  <a:gd name="T63" fmla="*/ 172 h 265"/>
                  <a:gd name="T64" fmla="*/ 33 w 315"/>
                  <a:gd name="T65" fmla="*/ 158 h 265"/>
                  <a:gd name="T66" fmla="*/ 33 w 315"/>
                  <a:gd name="T67" fmla="*/ 156 h 265"/>
                  <a:gd name="T68" fmla="*/ 35 w 315"/>
                  <a:gd name="T69" fmla="*/ 152 h 265"/>
                  <a:gd name="T70" fmla="*/ 100 w 315"/>
                  <a:gd name="T71" fmla="*/ 20 h 265"/>
                  <a:gd name="T72" fmla="*/ 114 w 315"/>
                  <a:gd name="T73" fmla="*/ 8 h 265"/>
                  <a:gd name="T74" fmla="*/ 110 w 315"/>
                  <a:gd name="T75" fmla="*/ 6 h 265"/>
                  <a:gd name="T76" fmla="*/ 110 w 315"/>
                  <a:gd name="T77" fmla="*/ 6 h 265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0" t="0" r="r" b="b"/>
                <a:pathLst>
                  <a:path w="315" h="265">
                    <a:moveTo>
                      <a:pt x="41" y="2"/>
                    </a:moveTo>
                    <a:cubicBezTo>
                      <a:pt x="40" y="0"/>
                      <a:pt x="40" y="0"/>
                      <a:pt x="40" y="0"/>
                    </a:cubicBezTo>
                    <a:cubicBezTo>
                      <a:pt x="40" y="0"/>
                      <a:pt x="33" y="6"/>
                      <a:pt x="25" y="16"/>
                    </a:cubicBezTo>
                    <a:cubicBezTo>
                      <a:pt x="18" y="26"/>
                      <a:pt x="10" y="40"/>
                      <a:pt x="10" y="56"/>
                    </a:cubicBezTo>
                    <a:cubicBezTo>
                      <a:pt x="11" y="56"/>
                      <a:pt x="11" y="56"/>
                      <a:pt x="11" y="56"/>
                    </a:cubicBezTo>
                    <a:cubicBezTo>
                      <a:pt x="10" y="55"/>
                      <a:pt x="10" y="55"/>
                      <a:pt x="10" y="55"/>
                    </a:cubicBezTo>
                    <a:cubicBezTo>
                      <a:pt x="10" y="55"/>
                      <a:pt x="8" y="57"/>
                      <a:pt x="5" y="61"/>
                    </a:cubicBezTo>
                    <a:cubicBezTo>
                      <a:pt x="2" y="65"/>
                      <a:pt x="0" y="70"/>
                      <a:pt x="0" y="76"/>
                    </a:cubicBezTo>
                    <a:cubicBezTo>
                      <a:pt x="0" y="79"/>
                      <a:pt x="0" y="82"/>
                      <a:pt x="2" y="86"/>
                    </a:cubicBezTo>
                    <a:cubicBezTo>
                      <a:pt x="9" y="103"/>
                      <a:pt x="27" y="122"/>
                      <a:pt x="48" y="138"/>
                    </a:cubicBezTo>
                    <a:cubicBezTo>
                      <a:pt x="59" y="146"/>
                      <a:pt x="71" y="151"/>
                      <a:pt x="82" y="157"/>
                    </a:cubicBezTo>
                    <a:cubicBezTo>
                      <a:pt x="93" y="164"/>
                      <a:pt x="104" y="171"/>
                      <a:pt x="113" y="183"/>
                    </a:cubicBezTo>
                    <a:cubicBezTo>
                      <a:pt x="131" y="208"/>
                      <a:pt x="171" y="249"/>
                      <a:pt x="221" y="261"/>
                    </a:cubicBezTo>
                    <a:cubicBezTo>
                      <a:pt x="232" y="264"/>
                      <a:pt x="242" y="265"/>
                      <a:pt x="252" y="265"/>
                    </a:cubicBezTo>
                    <a:cubicBezTo>
                      <a:pt x="269" y="265"/>
                      <a:pt x="285" y="261"/>
                      <a:pt x="295" y="257"/>
                    </a:cubicBezTo>
                    <a:cubicBezTo>
                      <a:pt x="301" y="255"/>
                      <a:pt x="305" y="252"/>
                      <a:pt x="309" y="250"/>
                    </a:cubicBezTo>
                    <a:cubicBezTo>
                      <a:pt x="310" y="249"/>
                      <a:pt x="312" y="248"/>
                      <a:pt x="313" y="247"/>
                    </a:cubicBezTo>
                    <a:cubicBezTo>
                      <a:pt x="314" y="246"/>
                      <a:pt x="314" y="245"/>
                      <a:pt x="315" y="244"/>
                    </a:cubicBezTo>
                    <a:cubicBezTo>
                      <a:pt x="315" y="244"/>
                      <a:pt x="315" y="244"/>
                      <a:pt x="315" y="244"/>
                    </a:cubicBezTo>
                    <a:cubicBezTo>
                      <a:pt x="315" y="244"/>
                      <a:pt x="315" y="244"/>
                      <a:pt x="315" y="244"/>
                    </a:cubicBezTo>
                    <a:cubicBezTo>
                      <a:pt x="315" y="244"/>
                      <a:pt x="315" y="239"/>
                      <a:pt x="315" y="235"/>
                    </a:cubicBezTo>
                    <a:cubicBezTo>
                      <a:pt x="315" y="233"/>
                      <a:pt x="315" y="231"/>
                      <a:pt x="315" y="230"/>
                    </a:cubicBezTo>
                    <a:cubicBezTo>
                      <a:pt x="315" y="228"/>
                      <a:pt x="314" y="227"/>
                      <a:pt x="313" y="226"/>
                    </a:cubicBezTo>
                    <a:cubicBezTo>
                      <a:pt x="312" y="227"/>
                      <a:pt x="312" y="227"/>
                      <a:pt x="312" y="227"/>
                    </a:cubicBezTo>
                    <a:cubicBezTo>
                      <a:pt x="313" y="227"/>
                      <a:pt x="313" y="227"/>
                      <a:pt x="313" y="227"/>
                    </a:cubicBezTo>
                    <a:cubicBezTo>
                      <a:pt x="313" y="227"/>
                      <a:pt x="312" y="218"/>
                      <a:pt x="308" y="208"/>
                    </a:cubicBezTo>
                    <a:cubicBezTo>
                      <a:pt x="305" y="198"/>
                      <a:pt x="299" y="186"/>
                      <a:pt x="290" y="180"/>
                    </a:cubicBezTo>
                    <a:cubicBezTo>
                      <a:pt x="272" y="168"/>
                      <a:pt x="261" y="160"/>
                      <a:pt x="256" y="154"/>
                    </a:cubicBezTo>
                    <a:cubicBezTo>
                      <a:pt x="253" y="150"/>
                      <a:pt x="251" y="147"/>
                      <a:pt x="248" y="140"/>
                    </a:cubicBezTo>
                    <a:cubicBezTo>
                      <a:pt x="246" y="133"/>
                      <a:pt x="243" y="122"/>
                      <a:pt x="241" y="104"/>
                    </a:cubicBezTo>
                    <a:cubicBezTo>
                      <a:pt x="240" y="104"/>
                      <a:pt x="240" y="104"/>
                      <a:pt x="240" y="104"/>
                    </a:cubicBezTo>
                    <a:cubicBezTo>
                      <a:pt x="41" y="0"/>
                      <a:pt x="41" y="0"/>
                      <a:pt x="41" y="0"/>
                    </a:cubicBezTo>
                    <a:cubicBezTo>
                      <a:pt x="40" y="0"/>
                      <a:pt x="40" y="0"/>
                      <a:pt x="40" y="0"/>
                    </a:cubicBezTo>
                    <a:cubicBezTo>
                      <a:pt x="41" y="2"/>
                      <a:pt x="41" y="2"/>
                      <a:pt x="41" y="2"/>
                    </a:cubicBezTo>
                    <a:cubicBezTo>
                      <a:pt x="40" y="3"/>
                      <a:pt x="40" y="3"/>
                      <a:pt x="40" y="3"/>
                    </a:cubicBezTo>
                    <a:cubicBezTo>
                      <a:pt x="238" y="106"/>
                      <a:pt x="238" y="106"/>
                      <a:pt x="238" y="106"/>
                    </a:cubicBezTo>
                    <a:cubicBezTo>
                      <a:pt x="239" y="105"/>
                      <a:pt x="239" y="105"/>
                      <a:pt x="239" y="105"/>
                    </a:cubicBezTo>
                    <a:cubicBezTo>
                      <a:pt x="238" y="105"/>
                      <a:pt x="238" y="105"/>
                      <a:pt x="238" y="105"/>
                    </a:cubicBezTo>
                    <a:cubicBezTo>
                      <a:pt x="240" y="123"/>
                      <a:pt x="243" y="134"/>
                      <a:pt x="245" y="141"/>
                    </a:cubicBezTo>
                    <a:cubicBezTo>
                      <a:pt x="248" y="148"/>
                      <a:pt x="251" y="152"/>
                      <a:pt x="253" y="155"/>
                    </a:cubicBezTo>
                    <a:cubicBezTo>
                      <a:pt x="259" y="162"/>
                      <a:pt x="270" y="171"/>
                      <a:pt x="288" y="182"/>
                    </a:cubicBezTo>
                    <a:cubicBezTo>
                      <a:pt x="296" y="188"/>
                      <a:pt x="302" y="199"/>
                      <a:pt x="306" y="209"/>
                    </a:cubicBezTo>
                    <a:cubicBezTo>
                      <a:pt x="307" y="214"/>
                      <a:pt x="309" y="218"/>
                      <a:pt x="309" y="222"/>
                    </a:cubicBezTo>
                    <a:cubicBezTo>
                      <a:pt x="310" y="223"/>
                      <a:pt x="310" y="225"/>
                      <a:pt x="310" y="226"/>
                    </a:cubicBezTo>
                    <a:cubicBezTo>
                      <a:pt x="310" y="227"/>
                      <a:pt x="310" y="227"/>
                      <a:pt x="310" y="227"/>
                    </a:cubicBezTo>
                    <a:cubicBezTo>
                      <a:pt x="311" y="228"/>
                      <a:pt x="311" y="228"/>
                      <a:pt x="311" y="228"/>
                    </a:cubicBezTo>
                    <a:cubicBezTo>
                      <a:pt x="311" y="228"/>
                      <a:pt x="311" y="228"/>
                      <a:pt x="311" y="228"/>
                    </a:cubicBezTo>
                    <a:cubicBezTo>
                      <a:pt x="311" y="228"/>
                      <a:pt x="312" y="229"/>
                      <a:pt x="312" y="230"/>
                    </a:cubicBezTo>
                    <a:cubicBezTo>
                      <a:pt x="312" y="231"/>
                      <a:pt x="312" y="233"/>
                      <a:pt x="312" y="235"/>
                    </a:cubicBezTo>
                    <a:cubicBezTo>
                      <a:pt x="312" y="237"/>
                      <a:pt x="312" y="239"/>
                      <a:pt x="312" y="240"/>
                    </a:cubicBezTo>
                    <a:cubicBezTo>
                      <a:pt x="312" y="241"/>
                      <a:pt x="312" y="242"/>
                      <a:pt x="312" y="242"/>
                    </a:cubicBezTo>
                    <a:cubicBezTo>
                      <a:pt x="312" y="243"/>
                      <a:pt x="312" y="243"/>
                      <a:pt x="312" y="243"/>
                    </a:cubicBezTo>
                    <a:cubicBezTo>
                      <a:pt x="313" y="243"/>
                      <a:pt x="313" y="243"/>
                      <a:pt x="313" y="243"/>
                    </a:cubicBezTo>
                    <a:cubicBezTo>
                      <a:pt x="312" y="243"/>
                      <a:pt x="312" y="243"/>
                      <a:pt x="312" y="243"/>
                    </a:cubicBezTo>
                    <a:cubicBezTo>
                      <a:pt x="312" y="243"/>
                      <a:pt x="311" y="244"/>
                      <a:pt x="310" y="245"/>
                    </a:cubicBezTo>
                    <a:cubicBezTo>
                      <a:pt x="308" y="248"/>
                      <a:pt x="300" y="252"/>
                      <a:pt x="290" y="256"/>
                    </a:cubicBezTo>
                    <a:cubicBezTo>
                      <a:pt x="280" y="259"/>
                      <a:pt x="267" y="262"/>
                      <a:pt x="252" y="262"/>
                    </a:cubicBezTo>
                    <a:cubicBezTo>
                      <a:pt x="242" y="262"/>
                      <a:pt x="232" y="261"/>
                      <a:pt x="222" y="258"/>
                    </a:cubicBezTo>
                    <a:cubicBezTo>
                      <a:pt x="173" y="246"/>
                      <a:pt x="133" y="206"/>
                      <a:pt x="115" y="181"/>
                    </a:cubicBezTo>
                    <a:cubicBezTo>
                      <a:pt x="106" y="169"/>
                      <a:pt x="95" y="161"/>
                      <a:pt x="83" y="155"/>
                    </a:cubicBezTo>
                    <a:cubicBezTo>
                      <a:pt x="72" y="148"/>
                      <a:pt x="61" y="143"/>
                      <a:pt x="50" y="135"/>
                    </a:cubicBezTo>
                    <a:cubicBezTo>
                      <a:pt x="29" y="120"/>
                      <a:pt x="11" y="101"/>
                      <a:pt x="4" y="85"/>
                    </a:cubicBezTo>
                    <a:cubicBezTo>
                      <a:pt x="3" y="82"/>
                      <a:pt x="3" y="79"/>
                      <a:pt x="3" y="76"/>
                    </a:cubicBezTo>
                    <a:cubicBezTo>
                      <a:pt x="3" y="71"/>
                      <a:pt x="5" y="66"/>
                      <a:pt x="7" y="63"/>
                    </a:cubicBezTo>
                    <a:cubicBezTo>
                      <a:pt x="9" y="61"/>
                      <a:pt x="10" y="60"/>
                      <a:pt x="11" y="59"/>
                    </a:cubicBezTo>
                    <a:cubicBezTo>
                      <a:pt x="11" y="58"/>
                      <a:pt x="12" y="58"/>
                      <a:pt x="12" y="58"/>
                    </a:cubicBezTo>
                    <a:cubicBezTo>
                      <a:pt x="12" y="57"/>
                      <a:pt x="12" y="57"/>
                      <a:pt x="12" y="57"/>
                    </a:cubicBezTo>
                    <a:cubicBezTo>
                      <a:pt x="12" y="57"/>
                      <a:pt x="12" y="57"/>
                      <a:pt x="12" y="57"/>
                    </a:cubicBezTo>
                    <a:cubicBezTo>
                      <a:pt x="13" y="57"/>
                      <a:pt x="13" y="57"/>
                      <a:pt x="13" y="57"/>
                    </a:cubicBezTo>
                    <a:cubicBezTo>
                      <a:pt x="13" y="56"/>
                      <a:pt x="13" y="56"/>
                      <a:pt x="13" y="56"/>
                    </a:cubicBezTo>
                    <a:cubicBezTo>
                      <a:pt x="13" y="41"/>
                      <a:pt x="20" y="28"/>
                      <a:pt x="28" y="18"/>
                    </a:cubicBezTo>
                    <a:cubicBezTo>
                      <a:pt x="31" y="13"/>
                      <a:pt x="35" y="9"/>
                      <a:pt x="37" y="7"/>
                    </a:cubicBezTo>
                    <a:cubicBezTo>
                      <a:pt x="39" y="5"/>
                      <a:pt x="40" y="4"/>
                      <a:pt x="41" y="4"/>
                    </a:cubicBezTo>
                    <a:cubicBezTo>
                      <a:pt x="41" y="3"/>
                      <a:pt x="41" y="3"/>
                      <a:pt x="42" y="3"/>
                    </a:cubicBezTo>
                    <a:cubicBezTo>
                      <a:pt x="42" y="3"/>
                      <a:pt x="42" y="3"/>
                      <a:pt x="42" y="3"/>
                    </a:cubicBezTo>
                    <a:cubicBezTo>
                      <a:pt x="41" y="2"/>
                      <a:pt x="41" y="2"/>
                      <a:pt x="41" y="2"/>
                    </a:cubicBezTo>
                    <a:cubicBezTo>
                      <a:pt x="40" y="3"/>
                      <a:pt x="40" y="3"/>
                      <a:pt x="40" y="3"/>
                    </a:cubicBezTo>
                    <a:lnTo>
                      <a:pt x="41" y="2"/>
                    </a:lnTo>
                    <a:close/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7649" name="Freeform 65">
                <a:extLst>
                  <a:ext uri="{FF2B5EF4-FFF2-40B4-BE49-F238E27FC236}">
                    <a16:creationId xmlns:a16="http://schemas.microsoft.com/office/drawing/2014/main" id="{02C2FCB0-CAD3-4F93-BF70-2E7C97DA23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3" y="3232"/>
                <a:ext cx="256" cy="393"/>
              </a:xfrm>
              <a:custGeom>
                <a:avLst/>
                <a:gdLst>
                  <a:gd name="T0" fmla="*/ 6 w 184"/>
                  <a:gd name="T1" fmla="*/ 6 h 282"/>
                  <a:gd name="T2" fmla="*/ 0 w 184"/>
                  <a:gd name="T3" fmla="*/ 6 h 282"/>
                  <a:gd name="T4" fmla="*/ 0 w 184"/>
                  <a:gd name="T5" fmla="*/ 28 h 282"/>
                  <a:gd name="T6" fmla="*/ 8 w 184"/>
                  <a:gd name="T7" fmla="*/ 89 h 282"/>
                  <a:gd name="T8" fmla="*/ 40 w 184"/>
                  <a:gd name="T9" fmla="*/ 302 h 282"/>
                  <a:gd name="T10" fmla="*/ 50 w 184"/>
                  <a:gd name="T11" fmla="*/ 428 h 282"/>
                  <a:gd name="T12" fmla="*/ 81 w 184"/>
                  <a:gd name="T13" fmla="*/ 544 h 282"/>
                  <a:gd name="T14" fmla="*/ 115 w 184"/>
                  <a:gd name="T15" fmla="*/ 647 h 282"/>
                  <a:gd name="T16" fmla="*/ 159 w 184"/>
                  <a:gd name="T17" fmla="*/ 712 h 282"/>
                  <a:gd name="T18" fmla="*/ 285 w 184"/>
                  <a:gd name="T19" fmla="*/ 764 h 282"/>
                  <a:gd name="T20" fmla="*/ 291 w 184"/>
                  <a:gd name="T21" fmla="*/ 764 h 282"/>
                  <a:gd name="T22" fmla="*/ 440 w 184"/>
                  <a:gd name="T23" fmla="*/ 690 h 282"/>
                  <a:gd name="T24" fmla="*/ 495 w 184"/>
                  <a:gd name="T25" fmla="*/ 482 h 282"/>
                  <a:gd name="T26" fmla="*/ 466 w 184"/>
                  <a:gd name="T27" fmla="*/ 293 h 282"/>
                  <a:gd name="T28" fmla="*/ 419 w 184"/>
                  <a:gd name="T29" fmla="*/ 191 h 282"/>
                  <a:gd name="T30" fmla="*/ 419 w 184"/>
                  <a:gd name="T31" fmla="*/ 191 h 282"/>
                  <a:gd name="T32" fmla="*/ 0 w 184"/>
                  <a:gd name="T33" fmla="*/ 0 h 282"/>
                  <a:gd name="T34" fmla="*/ 0 w 184"/>
                  <a:gd name="T35" fmla="*/ 6 h 282"/>
                  <a:gd name="T36" fmla="*/ 6 w 184"/>
                  <a:gd name="T37" fmla="*/ 6 h 282"/>
                  <a:gd name="T38" fmla="*/ 1 w 184"/>
                  <a:gd name="T39" fmla="*/ 8 h 282"/>
                  <a:gd name="T40" fmla="*/ 412 w 184"/>
                  <a:gd name="T41" fmla="*/ 194 h 282"/>
                  <a:gd name="T42" fmla="*/ 415 w 184"/>
                  <a:gd name="T43" fmla="*/ 192 h 282"/>
                  <a:gd name="T44" fmla="*/ 412 w 184"/>
                  <a:gd name="T45" fmla="*/ 192 h 282"/>
                  <a:gd name="T46" fmla="*/ 461 w 184"/>
                  <a:gd name="T47" fmla="*/ 295 h 282"/>
                  <a:gd name="T48" fmla="*/ 488 w 184"/>
                  <a:gd name="T49" fmla="*/ 482 h 282"/>
                  <a:gd name="T50" fmla="*/ 434 w 184"/>
                  <a:gd name="T51" fmla="*/ 687 h 282"/>
                  <a:gd name="T52" fmla="*/ 291 w 184"/>
                  <a:gd name="T53" fmla="*/ 755 h 282"/>
                  <a:gd name="T54" fmla="*/ 285 w 184"/>
                  <a:gd name="T55" fmla="*/ 755 h 282"/>
                  <a:gd name="T56" fmla="*/ 164 w 184"/>
                  <a:gd name="T57" fmla="*/ 707 h 282"/>
                  <a:gd name="T58" fmla="*/ 124 w 184"/>
                  <a:gd name="T59" fmla="*/ 645 h 282"/>
                  <a:gd name="T60" fmla="*/ 88 w 184"/>
                  <a:gd name="T61" fmla="*/ 542 h 282"/>
                  <a:gd name="T62" fmla="*/ 60 w 184"/>
                  <a:gd name="T63" fmla="*/ 425 h 282"/>
                  <a:gd name="T64" fmla="*/ 49 w 184"/>
                  <a:gd name="T65" fmla="*/ 301 h 282"/>
                  <a:gd name="T66" fmla="*/ 15 w 184"/>
                  <a:gd name="T67" fmla="*/ 88 h 282"/>
                  <a:gd name="T68" fmla="*/ 8 w 184"/>
                  <a:gd name="T69" fmla="*/ 28 h 282"/>
                  <a:gd name="T70" fmla="*/ 8 w 184"/>
                  <a:gd name="T71" fmla="*/ 11 h 282"/>
                  <a:gd name="T72" fmla="*/ 8 w 184"/>
                  <a:gd name="T73" fmla="*/ 8 h 282"/>
                  <a:gd name="T74" fmla="*/ 8 w 184"/>
                  <a:gd name="T75" fmla="*/ 6 h 282"/>
                  <a:gd name="T76" fmla="*/ 6 w 184"/>
                  <a:gd name="T77" fmla="*/ 6 h 282"/>
                  <a:gd name="T78" fmla="*/ 1 w 184"/>
                  <a:gd name="T79" fmla="*/ 8 h 282"/>
                  <a:gd name="T80" fmla="*/ 6 w 184"/>
                  <a:gd name="T81" fmla="*/ 6 h 282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184" h="282">
                    <a:moveTo>
                      <a:pt x="2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5"/>
                      <a:pt x="0" y="10"/>
                    </a:cubicBezTo>
                    <a:cubicBezTo>
                      <a:pt x="0" y="16"/>
                      <a:pt x="0" y="24"/>
                      <a:pt x="3" y="33"/>
                    </a:cubicBezTo>
                    <a:cubicBezTo>
                      <a:pt x="8" y="48"/>
                      <a:pt x="14" y="87"/>
                      <a:pt x="15" y="112"/>
                    </a:cubicBezTo>
                    <a:cubicBezTo>
                      <a:pt x="15" y="124"/>
                      <a:pt x="16" y="141"/>
                      <a:pt x="19" y="158"/>
                    </a:cubicBezTo>
                    <a:cubicBezTo>
                      <a:pt x="21" y="175"/>
                      <a:pt x="25" y="191"/>
                      <a:pt x="30" y="201"/>
                    </a:cubicBezTo>
                    <a:cubicBezTo>
                      <a:pt x="40" y="221"/>
                      <a:pt x="41" y="231"/>
                      <a:pt x="43" y="239"/>
                    </a:cubicBezTo>
                    <a:cubicBezTo>
                      <a:pt x="44" y="243"/>
                      <a:pt x="49" y="254"/>
                      <a:pt x="59" y="263"/>
                    </a:cubicBezTo>
                    <a:cubicBezTo>
                      <a:pt x="69" y="273"/>
                      <a:pt x="84" y="282"/>
                      <a:pt x="106" y="282"/>
                    </a:cubicBezTo>
                    <a:cubicBezTo>
                      <a:pt x="107" y="282"/>
                      <a:pt x="108" y="282"/>
                      <a:pt x="108" y="282"/>
                    </a:cubicBezTo>
                    <a:cubicBezTo>
                      <a:pt x="131" y="281"/>
                      <a:pt x="150" y="273"/>
                      <a:pt x="163" y="255"/>
                    </a:cubicBezTo>
                    <a:cubicBezTo>
                      <a:pt x="177" y="238"/>
                      <a:pt x="184" y="213"/>
                      <a:pt x="184" y="178"/>
                    </a:cubicBezTo>
                    <a:cubicBezTo>
                      <a:pt x="184" y="144"/>
                      <a:pt x="179" y="123"/>
                      <a:pt x="173" y="108"/>
                    </a:cubicBezTo>
                    <a:cubicBezTo>
                      <a:pt x="167" y="93"/>
                      <a:pt x="160" y="83"/>
                      <a:pt x="155" y="70"/>
                    </a:cubicBezTo>
                    <a:cubicBezTo>
                      <a:pt x="155" y="70"/>
                      <a:pt x="155" y="70"/>
                      <a:pt x="155" y="7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53" y="72"/>
                      <a:pt x="153" y="72"/>
                      <a:pt x="153" y="72"/>
                    </a:cubicBezTo>
                    <a:cubicBezTo>
                      <a:pt x="154" y="71"/>
                      <a:pt x="154" y="71"/>
                      <a:pt x="154" y="71"/>
                    </a:cubicBezTo>
                    <a:cubicBezTo>
                      <a:pt x="153" y="71"/>
                      <a:pt x="153" y="71"/>
                      <a:pt x="153" y="71"/>
                    </a:cubicBezTo>
                    <a:cubicBezTo>
                      <a:pt x="158" y="84"/>
                      <a:pt x="165" y="94"/>
                      <a:pt x="171" y="109"/>
                    </a:cubicBezTo>
                    <a:cubicBezTo>
                      <a:pt x="176" y="124"/>
                      <a:pt x="181" y="144"/>
                      <a:pt x="181" y="178"/>
                    </a:cubicBezTo>
                    <a:cubicBezTo>
                      <a:pt x="181" y="212"/>
                      <a:pt x="174" y="237"/>
                      <a:pt x="161" y="254"/>
                    </a:cubicBezTo>
                    <a:cubicBezTo>
                      <a:pt x="148" y="270"/>
                      <a:pt x="130" y="278"/>
                      <a:pt x="108" y="279"/>
                    </a:cubicBezTo>
                    <a:cubicBezTo>
                      <a:pt x="108" y="279"/>
                      <a:pt x="107" y="279"/>
                      <a:pt x="106" y="279"/>
                    </a:cubicBezTo>
                    <a:cubicBezTo>
                      <a:pt x="85" y="279"/>
                      <a:pt x="71" y="270"/>
                      <a:pt x="61" y="261"/>
                    </a:cubicBezTo>
                    <a:cubicBezTo>
                      <a:pt x="52" y="252"/>
                      <a:pt x="47" y="242"/>
                      <a:pt x="46" y="238"/>
                    </a:cubicBezTo>
                    <a:cubicBezTo>
                      <a:pt x="44" y="231"/>
                      <a:pt x="42" y="219"/>
                      <a:pt x="32" y="200"/>
                    </a:cubicBezTo>
                    <a:cubicBezTo>
                      <a:pt x="28" y="190"/>
                      <a:pt x="24" y="174"/>
                      <a:pt x="22" y="157"/>
                    </a:cubicBezTo>
                    <a:cubicBezTo>
                      <a:pt x="19" y="141"/>
                      <a:pt x="18" y="124"/>
                      <a:pt x="18" y="111"/>
                    </a:cubicBezTo>
                    <a:cubicBezTo>
                      <a:pt x="17" y="87"/>
                      <a:pt x="11" y="48"/>
                      <a:pt x="6" y="32"/>
                    </a:cubicBezTo>
                    <a:cubicBezTo>
                      <a:pt x="3" y="23"/>
                      <a:pt x="3" y="15"/>
                      <a:pt x="3" y="10"/>
                    </a:cubicBezTo>
                    <a:cubicBezTo>
                      <a:pt x="3" y="8"/>
                      <a:pt x="3" y="6"/>
                      <a:pt x="3" y="4"/>
                    </a:cubicBezTo>
                    <a:cubicBezTo>
                      <a:pt x="3" y="4"/>
                      <a:pt x="3" y="3"/>
                      <a:pt x="3" y="3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3"/>
                    </a:cubicBez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7650" name="Freeform 66">
                <a:extLst>
                  <a:ext uri="{FF2B5EF4-FFF2-40B4-BE49-F238E27FC236}">
                    <a16:creationId xmlns:a16="http://schemas.microsoft.com/office/drawing/2014/main" id="{ADC1AF0B-CCF8-455A-B357-BBEF484999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1" y="3361"/>
                <a:ext cx="178" cy="246"/>
              </a:xfrm>
              <a:custGeom>
                <a:avLst/>
                <a:gdLst>
                  <a:gd name="T0" fmla="*/ 291 w 128"/>
                  <a:gd name="T1" fmla="*/ 6 h 177"/>
                  <a:gd name="T2" fmla="*/ 293 w 128"/>
                  <a:gd name="T3" fmla="*/ 11 h 177"/>
                  <a:gd name="T4" fmla="*/ 337 w 128"/>
                  <a:gd name="T5" fmla="*/ 214 h 177"/>
                  <a:gd name="T6" fmla="*/ 332 w 128"/>
                  <a:gd name="T7" fmla="*/ 254 h 177"/>
                  <a:gd name="T8" fmla="*/ 284 w 128"/>
                  <a:gd name="T9" fmla="*/ 400 h 177"/>
                  <a:gd name="T10" fmla="*/ 172 w 128"/>
                  <a:gd name="T11" fmla="*/ 464 h 177"/>
                  <a:gd name="T12" fmla="*/ 157 w 128"/>
                  <a:gd name="T13" fmla="*/ 467 h 177"/>
                  <a:gd name="T14" fmla="*/ 46 w 128"/>
                  <a:gd name="T15" fmla="*/ 425 h 177"/>
                  <a:gd name="T16" fmla="*/ 15 w 128"/>
                  <a:gd name="T17" fmla="*/ 395 h 177"/>
                  <a:gd name="T18" fmla="*/ 8 w 128"/>
                  <a:gd name="T19" fmla="*/ 386 h 177"/>
                  <a:gd name="T20" fmla="*/ 8 w 128"/>
                  <a:gd name="T21" fmla="*/ 385 h 177"/>
                  <a:gd name="T22" fmla="*/ 8 w 128"/>
                  <a:gd name="T23" fmla="*/ 381 h 177"/>
                  <a:gd name="T24" fmla="*/ 0 w 128"/>
                  <a:gd name="T25" fmla="*/ 381 h 177"/>
                  <a:gd name="T26" fmla="*/ 0 w 128"/>
                  <a:gd name="T27" fmla="*/ 386 h 177"/>
                  <a:gd name="T28" fmla="*/ 40 w 128"/>
                  <a:gd name="T29" fmla="*/ 429 h 177"/>
                  <a:gd name="T30" fmla="*/ 157 w 128"/>
                  <a:gd name="T31" fmla="*/ 475 h 177"/>
                  <a:gd name="T32" fmla="*/ 172 w 128"/>
                  <a:gd name="T33" fmla="*/ 474 h 177"/>
                  <a:gd name="T34" fmla="*/ 293 w 128"/>
                  <a:gd name="T35" fmla="*/ 406 h 177"/>
                  <a:gd name="T36" fmla="*/ 342 w 128"/>
                  <a:gd name="T37" fmla="*/ 254 h 177"/>
                  <a:gd name="T38" fmla="*/ 345 w 128"/>
                  <a:gd name="T39" fmla="*/ 214 h 177"/>
                  <a:gd name="T40" fmla="*/ 298 w 128"/>
                  <a:gd name="T41" fmla="*/ 1 h 177"/>
                  <a:gd name="T42" fmla="*/ 293 w 128"/>
                  <a:gd name="T43" fmla="*/ 0 h 177"/>
                  <a:gd name="T44" fmla="*/ 291 w 128"/>
                  <a:gd name="T45" fmla="*/ 6 h 177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8" h="177">
                    <a:moveTo>
                      <a:pt x="108" y="2"/>
                    </a:moveTo>
                    <a:cubicBezTo>
                      <a:pt x="108" y="2"/>
                      <a:pt x="109" y="3"/>
                      <a:pt x="109" y="4"/>
                    </a:cubicBezTo>
                    <a:cubicBezTo>
                      <a:pt x="112" y="12"/>
                      <a:pt x="125" y="47"/>
                      <a:pt x="125" y="80"/>
                    </a:cubicBezTo>
                    <a:cubicBezTo>
                      <a:pt x="125" y="85"/>
                      <a:pt x="125" y="90"/>
                      <a:pt x="124" y="95"/>
                    </a:cubicBezTo>
                    <a:cubicBezTo>
                      <a:pt x="121" y="116"/>
                      <a:pt x="116" y="135"/>
                      <a:pt x="106" y="149"/>
                    </a:cubicBezTo>
                    <a:cubicBezTo>
                      <a:pt x="97" y="163"/>
                      <a:pt x="83" y="172"/>
                      <a:pt x="64" y="173"/>
                    </a:cubicBezTo>
                    <a:cubicBezTo>
                      <a:pt x="62" y="174"/>
                      <a:pt x="60" y="174"/>
                      <a:pt x="58" y="174"/>
                    </a:cubicBezTo>
                    <a:cubicBezTo>
                      <a:pt x="41" y="174"/>
                      <a:pt x="27" y="166"/>
                      <a:pt x="17" y="158"/>
                    </a:cubicBezTo>
                    <a:cubicBezTo>
                      <a:pt x="12" y="154"/>
                      <a:pt x="9" y="150"/>
                      <a:pt x="6" y="147"/>
                    </a:cubicBezTo>
                    <a:cubicBezTo>
                      <a:pt x="5" y="146"/>
                      <a:pt x="4" y="144"/>
                      <a:pt x="3" y="144"/>
                    </a:cubicBezTo>
                    <a:cubicBezTo>
                      <a:pt x="3" y="143"/>
                      <a:pt x="3" y="143"/>
                      <a:pt x="3" y="143"/>
                    </a:cubicBezTo>
                    <a:cubicBezTo>
                      <a:pt x="3" y="142"/>
                      <a:pt x="3" y="142"/>
                      <a:pt x="3" y="142"/>
                    </a:cubicBezTo>
                    <a:cubicBezTo>
                      <a:pt x="2" y="142"/>
                      <a:pt x="1" y="141"/>
                      <a:pt x="0" y="142"/>
                    </a:cubicBezTo>
                    <a:cubicBezTo>
                      <a:pt x="0" y="142"/>
                      <a:pt x="0" y="143"/>
                      <a:pt x="0" y="144"/>
                    </a:cubicBezTo>
                    <a:cubicBezTo>
                      <a:pt x="0" y="144"/>
                      <a:pt x="5" y="152"/>
                      <a:pt x="15" y="160"/>
                    </a:cubicBezTo>
                    <a:cubicBezTo>
                      <a:pt x="25" y="168"/>
                      <a:pt x="40" y="177"/>
                      <a:pt x="58" y="177"/>
                    </a:cubicBezTo>
                    <a:cubicBezTo>
                      <a:pt x="60" y="177"/>
                      <a:pt x="62" y="177"/>
                      <a:pt x="64" y="176"/>
                    </a:cubicBezTo>
                    <a:cubicBezTo>
                      <a:pt x="84" y="175"/>
                      <a:pt x="99" y="165"/>
                      <a:pt x="109" y="151"/>
                    </a:cubicBezTo>
                    <a:cubicBezTo>
                      <a:pt x="119" y="136"/>
                      <a:pt x="124" y="117"/>
                      <a:pt x="127" y="95"/>
                    </a:cubicBezTo>
                    <a:cubicBezTo>
                      <a:pt x="127" y="90"/>
                      <a:pt x="128" y="85"/>
                      <a:pt x="128" y="80"/>
                    </a:cubicBezTo>
                    <a:cubicBezTo>
                      <a:pt x="128" y="41"/>
                      <a:pt x="111" y="1"/>
                      <a:pt x="111" y="1"/>
                    </a:cubicBezTo>
                    <a:cubicBezTo>
                      <a:pt x="111" y="0"/>
                      <a:pt x="110" y="0"/>
                      <a:pt x="109" y="0"/>
                    </a:cubicBezTo>
                    <a:cubicBezTo>
                      <a:pt x="108" y="0"/>
                      <a:pt x="108" y="1"/>
                      <a:pt x="108" y="2"/>
                    </a:cubicBezTo>
                    <a:close/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7651" name="Freeform 67">
                <a:extLst>
                  <a:ext uri="{FF2B5EF4-FFF2-40B4-BE49-F238E27FC236}">
                    <a16:creationId xmlns:a16="http://schemas.microsoft.com/office/drawing/2014/main" id="{30BB5A7F-B327-4A38-9275-20AD67450F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5" y="3250"/>
                <a:ext cx="164" cy="254"/>
              </a:xfrm>
              <a:custGeom>
                <a:avLst/>
                <a:gdLst>
                  <a:gd name="T0" fmla="*/ 0 w 118"/>
                  <a:gd name="T1" fmla="*/ 1 h 182"/>
                  <a:gd name="T2" fmla="*/ 0 w 118"/>
                  <a:gd name="T3" fmla="*/ 56 h 182"/>
                  <a:gd name="T4" fmla="*/ 0 w 118"/>
                  <a:gd name="T5" fmla="*/ 98 h 182"/>
                  <a:gd name="T6" fmla="*/ 8 w 118"/>
                  <a:gd name="T7" fmla="*/ 169 h 182"/>
                  <a:gd name="T8" fmla="*/ 14 w 118"/>
                  <a:gd name="T9" fmla="*/ 207 h 182"/>
                  <a:gd name="T10" fmla="*/ 26 w 118"/>
                  <a:gd name="T11" fmla="*/ 227 h 182"/>
                  <a:gd name="T12" fmla="*/ 36 w 118"/>
                  <a:gd name="T13" fmla="*/ 241 h 182"/>
                  <a:gd name="T14" fmla="*/ 40 w 118"/>
                  <a:gd name="T15" fmla="*/ 255 h 182"/>
                  <a:gd name="T16" fmla="*/ 40 w 118"/>
                  <a:gd name="T17" fmla="*/ 272 h 182"/>
                  <a:gd name="T18" fmla="*/ 40 w 118"/>
                  <a:gd name="T19" fmla="*/ 276 h 182"/>
                  <a:gd name="T20" fmla="*/ 43 w 118"/>
                  <a:gd name="T21" fmla="*/ 304 h 182"/>
                  <a:gd name="T22" fmla="*/ 56 w 118"/>
                  <a:gd name="T23" fmla="*/ 335 h 182"/>
                  <a:gd name="T24" fmla="*/ 74 w 118"/>
                  <a:gd name="T25" fmla="*/ 366 h 182"/>
                  <a:gd name="T26" fmla="*/ 81 w 118"/>
                  <a:gd name="T27" fmla="*/ 398 h 182"/>
                  <a:gd name="T28" fmla="*/ 104 w 118"/>
                  <a:gd name="T29" fmla="*/ 456 h 182"/>
                  <a:gd name="T30" fmla="*/ 185 w 118"/>
                  <a:gd name="T31" fmla="*/ 494 h 182"/>
                  <a:gd name="T32" fmla="*/ 195 w 118"/>
                  <a:gd name="T33" fmla="*/ 494 h 182"/>
                  <a:gd name="T34" fmla="*/ 282 w 118"/>
                  <a:gd name="T35" fmla="*/ 452 h 182"/>
                  <a:gd name="T36" fmla="*/ 317 w 118"/>
                  <a:gd name="T37" fmla="*/ 339 h 182"/>
                  <a:gd name="T38" fmla="*/ 297 w 118"/>
                  <a:gd name="T39" fmla="*/ 222 h 182"/>
                  <a:gd name="T40" fmla="*/ 292 w 118"/>
                  <a:gd name="T41" fmla="*/ 221 h 182"/>
                  <a:gd name="T42" fmla="*/ 289 w 118"/>
                  <a:gd name="T43" fmla="*/ 226 h 182"/>
                  <a:gd name="T44" fmla="*/ 309 w 118"/>
                  <a:gd name="T45" fmla="*/ 339 h 182"/>
                  <a:gd name="T46" fmla="*/ 277 w 118"/>
                  <a:gd name="T47" fmla="*/ 447 h 182"/>
                  <a:gd name="T48" fmla="*/ 195 w 118"/>
                  <a:gd name="T49" fmla="*/ 487 h 182"/>
                  <a:gd name="T50" fmla="*/ 185 w 118"/>
                  <a:gd name="T51" fmla="*/ 487 h 182"/>
                  <a:gd name="T52" fmla="*/ 110 w 118"/>
                  <a:gd name="T53" fmla="*/ 452 h 182"/>
                  <a:gd name="T54" fmla="*/ 89 w 118"/>
                  <a:gd name="T55" fmla="*/ 398 h 182"/>
                  <a:gd name="T56" fmla="*/ 81 w 118"/>
                  <a:gd name="T57" fmla="*/ 364 h 182"/>
                  <a:gd name="T58" fmla="*/ 61 w 118"/>
                  <a:gd name="T59" fmla="*/ 331 h 182"/>
                  <a:gd name="T60" fmla="*/ 50 w 118"/>
                  <a:gd name="T61" fmla="*/ 301 h 182"/>
                  <a:gd name="T62" fmla="*/ 49 w 118"/>
                  <a:gd name="T63" fmla="*/ 276 h 182"/>
                  <a:gd name="T64" fmla="*/ 49 w 118"/>
                  <a:gd name="T65" fmla="*/ 272 h 182"/>
                  <a:gd name="T66" fmla="*/ 49 w 118"/>
                  <a:gd name="T67" fmla="*/ 255 h 182"/>
                  <a:gd name="T68" fmla="*/ 46 w 118"/>
                  <a:gd name="T69" fmla="*/ 240 h 182"/>
                  <a:gd name="T70" fmla="*/ 29 w 118"/>
                  <a:gd name="T71" fmla="*/ 222 h 182"/>
                  <a:gd name="T72" fmla="*/ 21 w 118"/>
                  <a:gd name="T73" fmla="*/ 205 h 182"/>
                  <a:gd name="T74" fmla="*/ 8 w 118"/>
                  <a:gd name="T75" fmla="*/ 98 h 182"/>
                  <a:gd name="T76" fmla="*/ 8 w 118"/>
                  <a:gd name="T77" fmla="*/ 56 h 182"/>
                  <a:gd name="T78" fmla="*/ 8 w 118"/>
                  <a:gd name="T79" fmla="*/ 20 h 182"/>
                  <a:gd name="T80" fmla="*/ 8 w 118"/>
                  <a:gd name="T81" fmla="*/ 1 h 182"/>
                  <a:gd name="T82" fmla="*/ 6 w 118"/>
                  <a:gd name="T83" fmla="*/ 0 h 182"/>
                  <a:gd name="T84" fmla="*/ 0 w 118"/>
                  <a:gd name="T85" fmla="*/ 1 h 182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0" t="0" r="r" b="b"/>
                <a:pathLst>
                  <a:path w="118" h="182">
                    <a:moveTo>
                      <a:pt x="0" y="1"/>
                    </a:moveTo>
                    <a:cubicBezTo>
                      <a:pt x="0" y="1"/>
                      <a:pt x="0" y="11"/>
                      <a:pt x="0" y="21"/>
                    </a:cubicBezTo>
                    <a:cubicBezTo>
                      <a:pt x="0" y="26"/>
                      <a:pt x="0" y="32"/>
                      <a:pt x="0" y="36"/>
                    </a:cubicBezTo>
                    <a:cubicBezTo>
                      <a:pt x="1" y="42"/>
                      <a:pt x="1" y="53"/>
                      <a:pt x="3" y="62"/>
                    </a:cubicBezTo>
                    <a:cubicBezTo>
                      <a:pt x="3" y="67"/>
                      <a:pt x="4" y="72"/>
                      <a:pt x="5" y="76"/>
                    </a:cubicBezTo>
                    <a:cubicBezTo>
                      <a:pt x="6" y="79"/>
                      <a:pt x="7" y="82"/>
                      <a:pt x="10" y="84"/>
                    </a:cubicBezTo>
                    <a:cubicBezTo>
                      <a:pt x="12" y="86"/>
                      <a:pt x="13" y="87"/>
                      <a:pt x="14" y="89"/>
                    </a:cubicBezTo>
                    <a:cubicBezTo>
                      <a:pt x="15" y="90"/>
                      <a:pt x="15" y="92"/>
                      <a:pt x="15" y="94"/>
                    </a:cubicBezTo>
                    <a:cubicBezTo>
                      <a:pt x="15" y="96"/>
                      <a:pt x="15" y="98"/>
                      <a:pt x="15" y="100"/>
                    </a:cubicBezTo>
                    <a:cubicBezTo>
                      <a:pt x="15" y="100"/>
                      <a:pt x="15" y="101"/>
                      <a:pt x="15" y="102"/>
                    </a:cubicBezTo>
                    <a:cubicBezTo>
                      <a:pt x="15" y="106"/>
                      <a:pt x="15" y="109"/>
                      <a:pt x="16" y="112"/>
                    </a:cubicBezTo>
                    <a:cubicBezTo>
                      <a:pt x="17" y="116"/>
                      <a:pt x="19" y="119"/>
                      <a:pt x="21" y="123"/>
                    </a:cubicBezTo>
                    <a:cubicBezTo>
                      <a:pt x="23" y="129"/>
                      <a:pt x="25" y="132"/>
                      <a:pt x="27" y="135"/>
                    </a:cubicBezTo>
                    <a:cubicBezTo>
                      <a:pt x="29" y="138"/>
                      <a:pt x="30" y="141"/>
                      <a:pt x="30" y="146"/>
                    </a:cubicBezTo>
                    <a:cubicBezTo>
                      <a:pt x="31" y="151"/>
                      <a:pt x="33" y="160"/>
                      <a:pt x="39" y="168"/>
                    </a:cubicBezTo>
                    <a:cubicBezTo>
                      <a:pt x="45" y="175"/>
                      <a:pt x="54" y="182"/>
                      <a:pt x="69" y="182"/>
                    </a:cubicBezTo>
                    <a:cubicBezTo>
                      <a:pt x="70" y="182"/>
                      <a:pt x="72" y="182"/>
                      <a:pt x="73" y="182"/>
                    </a:cubicBezTo>
                    <a:cubicBezTo>
                      <a:pt x="85" y="181"/>
                      <a:pt x="97" y="176"/>
                      <a:pt x="105" y="166"/>
                    </a:cubicBezTo>
                    <a:cubicBezTo>
                      <a:pt x="113" y="157"/>
                      <a:pt x="118" y="143"/>
                      <a:pt x="118" y="125"/>
                    </a:cubicBezTo>
                    <a:cubicBezTo>
                      <a:pt x="118" y="113"/>
                      <a:pt x="116" y="99"/>
                      <a:pt x="111" y="82"/>
                    </a:cubicBezTo>
                    <a:cubicBezTo>
                      <a:pt x="110" y="82"/>
                      <a:pt x="109" y="81"/>
                      <a:pt x="109" y="81"/>
                    </a:cubicBezTo>
                    <a:cubicBezTo>
                      <a:pt x="108" y="82"/>
                      <a:pt x="107" y="83"/>
                      <a:pt x="108" y="83"/>
                    </a:cubicBezTo>
                    <a:cubicBezTo>
                      <a:pt x="113" y="100"/>
                      <a:pt x="115" y="114"/>
                      <a:pt x="115" y="125"/>
                    </a:cubicBezTo>
                    <a:cubicBezTo>
                      <a:pt x="115" y="143"/>
                      <a:pt x="110" y="156"/>
                      <a:pt x="103" y="164"/>
                    </a:cubicBezTo>
                    <a:cubicBezTo>
                      <a:pt x="95" y="173"/>
                      <a:pt x="84" y="178"/>
                      <a:pt x="73" y="179"/>
                    </a:cubicBezTo>
                    <a:cubicBezTo>
                      <a:pt x="71" y="179"/>
                      <a:pt x="70" y="179"/>
                      <a:pt x="69" y="179"/>
                    </a:cubicBezTo>
                    <a:cubicBezTo>
                      <a:pt x="55" y="179"/>
                      <a:pt x="47" y="173"/>
                      <a:pt x="41" y="166"/>
                    </a:cubicBezTo>
                    <a:cubicBezTo>
                      <a:pt x="36" y="159"/>
                      <a:pt x="34" y="150"/>
                      <a:pt x="33" y="146"/>
                    </a:cubicBezTo>
                    <a:cubicBezTo>
                      <a:pt x="33" y="141"/>
                      <a:pt x="32" y="137"/>
                      <a:pt x="30" y="134"/>
                    </a:cubicBezTo>
                    <a:cubicBezTo>
                      <a:pt x="28" y="130"/>
                      <a:pt x="25" y="127"/>
                      <a:pt x="23" y="122"/>
                    </a:cubicBezTo>
                    <a:cubicBezTo>
                      <a:pt x="22" y="118"/>
                      <a:pt x="20" y="115"/>
                      <a:pt x="19" y="111"/>
                    </a:cubicBezTo>
                    <a:cubicBezTo>
                      <a:pt x="18" y="108"/>
                      <a:pt x="18" y="106"/>
                      <a:pt x="18" y="102"/>
                    </a:cubicBezTo>
                    <a:cubicBezTo>
                      <a:pt x="18" y="101"/>
                      <a:pt x="18" y="101"/>
                      <a:pt x="18" y="100"/>
                    </a:cubicBezTo>
                    <a:cubicBezTo>
                      <a:pt x="18" y="98"/>
                      <a:pt x="18" y="96"/>
                      <a:pt x="18" y="94"/>
                    </a:cubicBezTo>
                    <a:cubicBezTo>
                      <a:pt x="18" y="92"/>
                      <a:pt x="18" y="90"/>
                      <a:pt x="17" y="88"/>
                    </a:cubicBezTo>
                    <a:cubicBezTo>
                      <a:pt x="16" y="86"/>
                      <a:pt x="14" y="84"/>
                      <a:pt x="11" y="82"/>
                    </a:cubicBezTo>
                    <a:cubicBezTo>
                      <a:pt x="10" y="81"/>
                      <a:pt x="9" y="78"/>
                      <a:pt x="8" y="75"/>
                    </a:cubicBezTo>
                    <a:cubicBezTo>
                      <a:pt x="5" y="64"/>
                      <a:pt x="4" y="45"/>
                      <a:pt x="3" y="36"/>
                    </a:cubicBezTo>
                    <a:cubicBezTo>
                      <a:pt x="3" y="32"/>
                      <a:pt x="3" y="26"/>
                      <a:pt x="3" y="21"/>
                    </a:cubicBezTo>
                    <a:cubicBezTo>
                      <a:pt x="3" y="16"/>
                      <a:pt x="3" y="11"/>
                      <a:pt x="3" y="7"/>
                    </a:cubicBezTo>
                    <a:cubicBezTo>
                      <a:pt x="3" y="4"/>
                      <a:pt x="3" y="1"/>
                      <a:pt x="3" y="1"/>
                    </a:cubicBezTo>
                    <a:cubicBezTo>
                      <a:pt x="3" y="0"/>
                      <a:pt x="3" y="0"/>
                      <a:pt x="2" y="0"/>
                    </a:cubicBezTo>
                    <a:cubicBezTo>
                      <a:pt x="1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7652" name="Freeform 68">
                <a:extLst>
                  <a:ext uri="{FF2B5EF4-FFF2-40B4-BE49-F238E27FC236}">
                    <a16:creationId xmlns:a16="http://schemas.microsoft.com/office/drawing/2014/main" id="{952FD7C1-95E1-4A3F-A812-DAF5E9C673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4" y="3500"/>
                <a:ext cx="66" cy="67"/>
              </a:xfrm>
              <a:custGeom>
                <a:avLst/>
                <a:gdLst>
                  <a:gd name="T0" fmla="*/ 122 w 47"/>
                  <a:gd name="T1" fmla="*/ 6 h 48"/>
                  <a:gd name="T2" fmla="*/ 122 w 47"/>
                  <a:gd name="T3" fmla="*/ 6 h 48"/>
                  <a:gd name="T4" fmla="*/ 122 w 47"/>
                  <a:gd name="T5" fmla="*/ 35 h 48"/>
                  <a:gd name="T6" fmla="*/ 114 w 47"/>
                  <a:gd name="T7" fmla="*/ 92 h 48"/>
                  <a:gd name="T8" fmla="*/ 103 w 47"/>
                  <a:gd name="T9" fmla="*/ 114 h 48"/>
                  <a:gd name="T10" fmla="*/ 81 w 47"/>
                  <a:gd name="T11" fmla="*/ 123 h 48"/>
                  <a:gd name="T12" fmla="*/ 73 w 47"/>
                  <a:gd name="T13" fmla="*/ 123 h 48"/>
                  <a:gd name="T14" fmla="*/ 21 w 47"/>
                  <a:gd name="T15" fmla="*/ 98 h 48"/>
                  <a:gd name="T16" fmla="*/ 11 w 47"/>
                  <a:gd name="T17" fmla="*/ 78 h 48"/>
                  <a:gd name="T18" fmla="*/ 8 w 47"/>
                  <a:gd name="T19" fmla="*/ 74 h 48"/>
                  <a:gd name="T20" fmla="*/ 8 w 47"/>
                  <a:gd name="T21" fmla="*/ 74 h 48"/>
                  <a:gd name="T22" fmla="*/ 8 w 47"/>
                  <a:gd name="T23" fmla="*/ 70 h 48"/>
                  <a:gd name="T24" fmla="*/ 1 w 47"/>
                  <a:gd name="T25" fmla="*/ 68 h 48"/>
                  <a:gd name="T26" fmla="*/ 0 w 47"/>
                  <a:gd name="T27" fmla="*/ 74 h 48"/>
                  <a:gd name="T28" fmla="*/ 14 w 47"/>
                  <a:gd name="T29" fmla="*/ 103 h 48"/>
                  <a:gd name="T30" fmla="*/ 73 w 47"/>
                  <a:gd name="T31" fmla="*/ 131 h 48"/>
                  <a:gd name="T32" fmla="*/ 81 w 47"/>
                  <a:gd name="T33" fmla="*/ 131 h 48"/>
                  <a:gd name="T34" fmla="*/ 108 w 47"/>
                  <a:gd name="T35" fmla="*/ 119 h 48"/>
                  <a:gd name="T36" fmla="*/ 128 w 47"/>
                  <a:gd name="T37" fmla="*/ 82 h 48"/>
                  <a:gd name="T38" fmla="*/ 131 w 47"/>
                  <a:gd name="T39" fmla="*/ 35 h 48"/>
                  <a:gd name="T40" fmla="*/ 131 w 47"/>
                  <a:gd name="T41" fmla="*/ 1 h 48"/>
                  <a:gd name="T42" fmla="*/ 124 w 47"/>
                  <a:gd name="T43" fmla="*/ 0 h 48"/>
                  <a:gd name="T44" fmla="*/ 122 w 47"/>
                  <a:gd name="T45" fmla="*/ 6 h 48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47" h="48">
                    <a:moveTo>
                      <a:pt x="44" y="2"/>
                    </a:moveTo>
                    <a:cubicBezTo>
                      <a:pt x="44" y="2"/>
                      <a:pt x="44" y="2"/>
                      <a:pt x="44" y="2"/>
                    </a:cubicBezTo>
                    <a:cubicBezTo>
                      <a:pt x="44" y="4"/>
                      <a:pt x="44" y="8"/>
                      <a:pt x="44" y="13"/>
                    </a:cubicBezTo>
                    <a:cubicBezTo>
                      <a:pt x="44" y="20"/>
                      <a:pt x="44" y="28"/>
                      <a:pt x="41" y="34"/>
                    </a:cubicBezTo>
                    <a:cubicBezTo>
                      <a:pt x="40" y="37"/>
                      <a:pt x="39" y="40"/>
                      <a:pt x="37" y="42"/>
                    </a:cubicBezTo>
                    <a:cubicBezTo>
                      <a:pt x="35" y="44"/>
                      <a:pt x="32" y="45"/>
                      <a:pt x="29" y="45"/>
                    </a:cubicBezTo>
                    <a:cubicBezTo>
                      <a:pt x="28" y="45"/>
                      <a:pt x="27" y="45"/>
                      <a:pt x="26" y="45"/>
                    </a:cubicBezTo>
                    <a:cubicBezTo>
                      <a:pt x="17" y="45"/>
                      <a:pt x="11" y="41"/>
                      <a:pt x="8" y="36"/>
                    </a:cubicBezTo>
                    <a:cubicBezTo>
                      <a:pt x="6" y="33"/>
                      <a:pt x="5" y="31"/>
                      <a:pt x="4" y="29"/>
                    </a:cubicBezTo>
                    <a:cubicBezTo>
                      <a:pt x="4" y="28"/>
                      <a:pt x="3" y="28"/>
                      <a:pt x="3" y="27"/>
                    </a:cubicBezTo>
                    <a:cubicBezTo>
                      <a:pt x="3" y="27"/>
                      <a:pt x="3" y="27"/>
                      <a:pt x="3" y="27"/>
                    </a:cubicBezTo>
                    <a:cubicBezTo>
                      <a:pt x="3" y="26"/>
                      <a:pt x="3" y="26"/>
                      <a:pt x="3" y="26"/>
                    </a:cubicBezTo>
                    <a:cubicBezTo>
                      <a:pt x="3" y="26"/>
                      <a:pt x="2" y="25"/>
                      <a:pt x="1" y="25"/>
                    </a:cubicBezTo>
                    <a:cubicBezTo>
                      <a:pt x="0" y="26"/>
                      <a:pt x="0" y="26"/>
                      <a:pt x="0" y="27"/>
                    </a:cubicBezTo>
                    <a:cubicBezTo>
                      <a:pt x="0" y="27"/>
                      <a:pt x="1" y="32"/>
                      <a:pt x="5" y="38"/>
                    </a:cubicBezTo>
                    <a:cubicBezTo>
                      <a:pt x="9" y="43"/>
                      <a:pt x="16" y="48"/>
                      <a:pt x="26" y="48"/>
                    </a:cubicBezTo>
                    <a:cubicBezTo>
                      <a:pt x="27" y="48"/>
                      <a:pt x="28" y="48"/>
                      <a:pt x="29" y="48"/>
                    </a:cubicBezTo>
                    <a:cubicBezTo>
                      <a:pt x="33" y="48"/>
                      <a:pt x="36" y="46"/>
                      <a:pt x="39" y="44"/>
                    </a:cubicBezTo>
                    <a:cubicBezTo>
                      <a:pt x="42" y="40"/>
                      <a:pt x="45" y="35"/>
                      <a:pt x="46" y="30"/>
                    </a:cubicBezTo>
                    <a:cubicBezTo>
                      <a:pt x="47" y="24"/>
                      <a:pt x="47" y="18"/>
                      <a:pt x="47" y="13"/>
                    </a:cubicBezTo>
                    <a:cubicBezTo>
                      <a:pt x="47" y="6"/>
                      <a:pt x="47" y="1"/>
                      <a:pt x="47" y="1"/>
                    </a:cubicBezTo>
                    <a:cubicBezTo>
                      <a:pt x="47" y="0"/>
                      <a:pt x="46" y="0"/>
                      <a:pt x="45" y="0"/>
                    </a:cubicBezTo>
                    <a:cubicBezTo>
                      <a:pt x="44" y="0"/>
                      <a:pt x="44" y="1"/>
                      <a:pt x="44" y="2"/>
                    </a:cubicBezTo>
                    <a:close/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7653" name="Freeform 69">
                <a:extLst>
                  <a:ext uri="{FF2B5EF4-FFF2-40B4-BE49-F238E27FC236}">
                    <a16:creationId xmlns:a16="http://schemas.microsoft.com/office/drawing/2014/main" id="{A17B42B9-B689-4FE9-A198-C0677123D0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4" y="3489"/>
                <a:ext cx="67" cy="75"/>
              </a:xfrm>
              <a:custGeom>
                <a:avLst/>
                <a:gdLst>
                  <a:gd name="T0" fmla="*/ 0 w 48"/>
                  <a:gd name="T1" fmla="*/ 6 h 54"/>
                  <a:gd name="T2" fmla="*/ 21 w 48"/>
                  <a:gd name="T3" fmla="*/ 75 h 54"/>
                  <a:gd name="T4" fmla="*/ 49 w 48"/>
                  <a:gd name="T5" fmla="*/ 122 h 54"/>
                  <a:gd name="T6" fmla="*/ 89 w 48"/>
                  <a:gd name="T7" fmla="*/ 144 h 54"/>
                  <a:gd name="T8" fmla="*/ 128 w 48"/>
                  <a:gd name="T9" fmla="*/ 124 h 54"/>
                  <a:gd name="T10" fmla="*/ 128 w 48"/>
                  <a:gd name="T11" fmla="*/ 118 h 54"/>
                  <a:gd name="T12" fmla="*/ 123 w 48"/>
                  <a:gd name="T13" fmla="*/ 118 h 54"/>
                  <a:gd name="T14" fmla="*/ 89 w 48"/>
                  <a:gd name="T15" fmla="*/ 138 h 54"/>
                  <a:gd name="T16" fmla="*/ 54 w 48"/>
                  <a:gd name="T17" fmla="*/ 118 h 54"/>
                  <a:gd name="T18" fmla="*/ 21 w 48"/>
                  <a:gd name="T19" fmla="*/ 46 h 54"/>
                  <a:gd name="T20" fmla="*/ 11 w 48"/>
                  <a:gd name="T21" fmla="*/ 15 h 54"/>
                  <a:gd name="T22" fmla="*/ 8 w 48"/>
                  <a:gd name="T23" fmla="*/ 8 h 54"/>
                  <a:gd name="T24" fmla="*/ 8 w 48"/>
                  <a:gd name="T25" fmla="*/ 1 h 54"/>
                  <a:gd name="T26" fmla="*/ 1 w 48"/>
                  <a:gd name="T27" fmla="*/ 0 h 54"/>
                  <a:gd name="T28" fmla="*/ 0 w 48"/>
                  <a:gd name="T29" fmla="*/ 6 h 54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48" h="54">
                    <a:moveTo>
                      <a:pt x="0" y="2"/>
                    </a:moveTo>
                    <a:cubicBezTo>
                      <a:pt x="0" y="2"/>
                      <a:pt x="3" y="15"/>
                      <a:pt x="8" y="28"/>
                    </a:cubicBezTo>
                    <a:cubicBezTo>
                      <a:pt x="11" y="34"/>
                      <a:pt x="14" y="40"/>
                      <a:pt x="18" y="45"/>
                    </a:cubicBezTo>
                    <a:cubicBezTo>
                      <a:pt x="22" y="50"/>
                      <a:pt x="27" y="54"/>
                      <a:pt x="33" y="54"/>
                    </a:cubicBezTo>
                    <a:cubicBezTo>
                      <a:pt x="37" y="54"/>
                      <a:pt x="42" y="51"/>
                      <a:pt x="47" y="46"/>
                    </a:cubicBezTo>
                    <a:cubicBezTo>
                      <a:pt x="48" y="45"/>
                      <a:pt x="48" y="44"/>
                      <a:pt x="47" y="44"/>
                    </a:cubicBezTo>
                    <a:cubicBezTo>
                      <a:pt x="47" y="43"/>
                      <a:pt x="46" y="43"/>
                      <a:pt x="45" y="44"/>
                    </a:cubicBezTo>
                    <a:cubicBezTo>
                      <a:pt x="40" y="49"/>
                      <a:pt x="36" y="51"/>
                      <a:pt x="33" y="51"/>
                    </a:cubicBezTo>
                    <a:cubicBezTo>
                      <a:pt x="28" y="51"/>
                      <a:pt x="24" y="48"/>
                      <a:pt x="20" y="44"/>
                    </a:cubicBezTo>
                    <a:cubicBezTo>
                      <a:pt x="15" y="37"/>
                      <a:pt x="11" y="26"/>
                      <a:pt x="8" y="17"/>
                    </a:cubicBezTo>
                    <a:cubicBezTo>
                      <a:pt x="6" y="13"/>
                      <a:pt x="5" y="9"/>
                      <a:pt x="4" y="6"/>
                    </a:cubicBezTo>
                    <a:cubicBezTo>
                      <a:pt x="4" y="5"/>
                      <a:pt x="4" y="3"/>
                      <a:pt x="3" y="3"/>
                    </a:cubicBezTo>
                    <a:cubicBezTo>
                      <a:pt x="3" y="2"/>
                      <a:pt x="3" y="1"/>
                      <a:pt x="3" y="1"/>
                    </a:cubicBezTo>
                    <a:cubicBezTo>
                      <a:pt x="3" y="1"/>
                      <a:pt x="2" y="0"/>
                      <a:pt x="1" y="0"/>
                    </a:cubicBezTo>
                    <a:cubicBezTo>
                      <a:pt x="0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7654" name="Freeform 70">
                <a:extLst>
                  <a:ext uri="{FF2B5EF4-FFF2-40B4-BE49-F238E27FC236}">
                    <a16:creationId xmlns:a16="http://schemas.microsoft.com/office/drawing/2014/main" id="{DA9C4599-55D6-44EA-A084-3F91EBE0B9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2" y="3267"/>
                <a:ext cx="111" cy="183"/>
              </a:xfrm>
              <a:custGeom>
                <a:avLst/>
                <a:gdLst>
                  <a:gd name="T0" fmla="*/ 0 w 80"/>
                  <a:gd name="T1" fmla="*/ 6 h 131"/>
                  <a:gd name="T2" fmla="*/ 6 w 80"/>
                  <a:gd name="T3" fmla="*/ 41 h 131"/>
                  <a:gd name="T4" fmla="*/ 14 w 80"/>
                  <a:gd name="T5" fmla="*/ 92 h 131"/>
                  <a:gd name="T6" fmla="*/ 35 w 80"/>
                  <a:gd name="T7" fmla="*/ 187 h 131"/>
                  <a:gd name="T8" fmla="*/ 64 w 80"/>
                  <a:gd name="T9" fmla="*/ 274 h 131"/>
                  <a:gd name="T10" fmla="*/ 83 w 80"/>
                  <a:gd name="T11" fmla="*/ 324 h 131"/>
                  <a:gd name="T12" fmla="*/ 99 w 80"/>
                  <a:gd name="T13" fmla="*/ 345 h 131"/>
                  <a:gd name="T14" fmla="*/ 123 w 80"/>
                  <a:gd name="T15" fmla="*/ 358 h 131"/>
                  <a:gd name="T16" fmla="*/ 125 w 80"/>
                  <a:gd name="T17" fmla="*/ 358 h 131"/>
                  <a:gd name="T18" fmla="*/ 180 w 80"/>
                  <a:gd name="T19" fmla="*/ 338 h 131"/>
                  <a:gd name="T20" fmla="*/ 205 w 80"/>
                  <a:gd name="T21" fmla="*/ 316 h 131"/>
                  <a:gd name="T22" fmla="*/ 214 w 80"/>
                  <a:gd name="T23" fmla="*/ 291 h 131"/>
                  <a:gd name="T24" fmla="*/ 214 w 80"/>
                  <a:gd name="T25" fmla="*/ 286 h 131"/>
                  <a:gd name="T26" fmla="*/ 193 w 80"/>
                  <a:gd name="T27" fmla="*/ 163 h 131"/>
                  <a:gd name="T28" fmla="*/ 190 w 80"/>
                  <a:gd name="T29" fmla="*/ 161 h 131"/>
                  <a:gd name="T30" fmla="*/ 187 w 80"/>
                  <a:gd name="T31" fmla="*/ 166 h 131"/>
                  <a:gd name="T32" fmla="*/ 194 w 80"/>
                  <a:gd name="T33" fmla="*/ 212 h 131"/>
                  <a:gd name="T34" fmla="*/ 205 w 80"/>
                  <a:gd name="T35" fmla="*/ 286 h 131"/>
                  <a:gd name="T36" fmla="*/ 205 w 80"/>
                  <a:gd name="T37" fmla="*/ 291 h 131"/>
                  <a:gd name="T38" fmla="*/ 198 w 80"/>
                  <a:gd name="T39" fmla="*/ 310 h 131"/>
                  <a:gd name="T40" fmla="*/ 165 w 80"/>
                  <a:gd name="T41" fmla="*/ 338 h 131"/>
                  <a:gd name="T42" fmla="*/ 125 w 80"/>
                  <a:gd name="T43" fmla="*/ 349 h 131"/>
                  <a:gd name="T44" fmla="*/ 123 w 80"/>
                  <a:gd name="T45" fmla="*/ 349 h 131"/>
                  <a:gd name="T46" fmla="*/ 104 w 80"/>
                  <a:gd name="T47" fmla="*/ 341 h 131"/>
                  <a:gd name="T48" fmla="*/ 85 w 80"/>
                  <a:gd name="T49" fmla="*/ 309 h 131"/>
                  <a:gd name="T50" fmla="*/ 71 w 80"/>
                  <a:gd name="T51" fmla="*/ 270 h 131"/>
                  <a:gd name="T52" fmla="*/ 43 w 80"/>
                  <a:gd name="T53" fmla="*/ 187 h 131"/>
                  <a:gd name="T54" fmla="*/ 19 w 80"/>
                  <a:gd name="T55" fmla="*/ 89 h 131"/>
                  <a:gd name="T56" fmla="*/ 14 w 80"/>
                  <a:gd name="T57" fmla="*/ 39 h 131"/>
                  <a:gd name="T58" fmla="*/ 8 w 80"/>
                  <a:gd name="T59" fmla="*/ 6 h 131"/>
                  <a:gd name="T60" fmla="*/ 6 w 80"/>
                  <a:gd name="T61" fmla="*/ 0 h 131"/>
                  <a:gd name="T62" fmla="*/ 0 w 80"/>
                  <a:gd name="T63" fmla="*/ 6 h 131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80" h="131">
                    <a:moveTo>
                      <a:pt x="0" y="2"/>
                    </a:moveTo>
                    <a:cubicBezTo>
                      <a:pt x="0" y="2"/>
                      <a:pt x="1" y="8"/>
                      <a:pt x="2" y="15"/>
                    </a:cubicBezTo>
                    <a:cubicBezTo>
                      <a:pt x="2" y="22"/>
                      <a:pt x="3" y="30"/>
                      <a:pt x="5" y="34"/>
                    </a:cubicBezTo>
                    <a:cubicBezTo>
                      <a:pt x="7" y="43"/>
                      <a:pt x="10" y="57"/>
                      <a:pt x="13" y="69"/>
                    </a:cubicBezTo>
                    <a:cubicBezTo>
                      <a:pt x="16" y="82"/>
                      <a:pt x="19" y="89"/>
                      <a:pt x="24" y="100"/>
                    </a:cubicBezTo>
                    <a:cubicBezTo>
                      <a:pt x="26" y="105"/>
                      <a:pt x="28" y="112"/>
                      <a:pt x="31" y="119"/>
                    </a:cubicBezTo>
                    <a:cubicBezTo>
                      <a:pt x="33" y="122"/>
                      <a:pt x="35" y="125"/>
                      <a:pt x="37" y="127"/>
                    </a:cubicBezTo>
                    <a:cubicBezTo>
                      <a:pt x="40" y="129"/>
                      <a:pt x="43" y="131"/>
                      <a:pt x="46" y="131"/>
                    </a:cubicBezTo>
                    <a:cubicBezTo>
                      <a:pt x="47" y="131"/>
                      <a:pt x="47" y="131"/>
                      <a:pt x="47" y="131"/>
                    </a:cubicBezTo>
                    <a:cubicBezTo>
                      <a:pt x="53" y="131"/>
                      <a:pt x="61" y="128"/>
                      <a:pt x="68" y="124"/>
                    </a:cubicBezTo>
                    <a:cubicBezTo>
                      <a:pt x="71" y="122"/>
                      <a:pt x="74" y="119"/>
                      <a:pt x="77" y="116"/>
                    </a:cubicBezTo>
                    <a:cubicBezTo>
                      <a:pt x="79" y="113"/>
                      <a:pt x="80" y="110"/>
                      <a:pt x="80" y="107"/>
                    </a:cubicBezTo>
                    <a:cubicBezTo>
                      <a:pt x="80" y="106"/>
                      <a:pt x="80" y="105"/>
                      <a:pt x="80" y="105"/>
                    </a:cubicBezTo>
                    <a:cubicBezTo>
                      <a:pt x="78" y="91"/>
                      <a:pt x="72" y="60"/>
                      <a:pt x="72" y="60"/>
                    </a:cubicBezTo>
                    <a:cubicBezTo>
                      <a:pt x="72" y="59"/>
                      <a:pt x="72" y="59"/>
                      <a:pt x="71" y="59"/>
                    </a:cubicBezTo>
                    <a:cubicBezTo>
                      <a:pt x="70" y="59"/>
                      <a:pt x="69" y="60"/>
                      <a:pt x="70" y="61"/>
                    </a:cubicBezTo>
                    <a:cubicBezTo>
                      <a:pt x="70" y="61"/>
                      <a:pt x="71" y="69"/>
                      <a:pt x="73" y="78"/>
                    </a:cubicBezTo>
                    <a:cubicBezTo>
                      <a:pt x="74" y="87"/>
                      <a:pt x="76" y="99"/>
                      <a:pt x="77" y="105"/>
                    </a:cubicBezTo>
                    <a:cubicBezTo>
                      <a:pt x="77" y="106"/>
                      <a:pt x="77" y="106"/>
                      <a:pt x="77" y="107"/>
                    </a:cubicBezTo>
                    <a:cubicBezTo>
                      <a:pt x="77" y="109"/>
                      <a:pt x="76" y="112"/>
                      <a:pt x="74" y="114"/>
                    </a:cubicBezTo>
                    <a:cubicBezTo>
                      <a:pt x="71" y="118"/>
                      <a:pt x="67" y="122"/>
                      <a:pt x="62" y="124"/>
                    </a:cubicBezTo>
                    <a:cubicBezTo>
                      <a:pt x="56" y="127"/>
                      <a:pt x="51" y="128"/>
                      <a:pt x="47" y="128"/>
                    </a:cubicBezTo>
                    <a:cubicBezTo>
                      <a:pt x="46" y="128"/>
                      <a:pt x="46" y="128"/>
                      <a:pt x="46" y="128"/>
                    </a:cubicBezTo>
                    <a:cubicBezTo>
                      <a:pt x="43" y="128"/>
                      <a:pt x="41" y="127"/>
                      <a:pt x="39" y="125"/>
                    </a:cubicBezTo>
                    <a:cubicBezTo>
                      <a:pt x="36" y="122"/>
                      <a:pt x="34" y="118"/>
                      <a:pt x="32" y="113"/>
                    </a:cubicBezTo>
                    <a:cubicBezTo>
                      <a:pt x="30" y="108"/>
                      <a:pt x="28" y="103"/>
                      <a:pt x="27" y="99"/>
                    </a:cubicBezTo>
                    <a:cubicBezTo>
                      <a:pt x="22" y="88"/>
                      <a:pt x="19" y="81"/>
                      <a:pt x="16" y="69"/>
                    </a:cubicBezTo>
                    <a:cubicBezTo>
                      <a:pt x="13" y="56"/>
                      <a:pt x="10" y="42"/>
                      <a:pt x="7" y="33"/>
                    </a:cubicBezTo>
                    <a:cubicBezTo>
                      <a:pt x="6" y="29"/>
                      <a:pt x="5" y="21"/>
                      <a:pt x="5" y="14"/>
                    </a:cubicBezTo>
                    <a:cubicBezTo>
                      <a:pt x="4" y="8"/>
                      <a:pt x="3" y="2"/>
                      <a:pt x="3" y="2"/>
                    </a:cubicBezTo>
                    <a:cubicBezTo>
                      <a:pt x="3" y="1"/>
                      <a:pt x="3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7655" name="Freeform 71">
                <a:extLst>
                  <a:ext uri="{FF2B5EF4-FFF2-40B4-BE49-F238E27FC236}">
                    <a16:creationId xmlns:a16="http://schemas.microsoft.com/office/drawing/2014/main" id="{435E3023-D4EB-447A-A9AF-10CD7467D6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4" y="3384"/>
                <a:ext cx="90" cy="74"/>
              </a:xfrm>
              <a:custGeom>
                <a:avLst/>
                <a:gdLst>
                  <a:gd name="T0" fmla="*/ 21 w 65"/>
                  <a:gd name="T1" fmla="*/ 138 h 53"/>
                  <a:gd name="T2" fmla="*/ 14 w 65"/>
                  <a:gd name="T3" fmla="*/ 133 h 53"/>
                  <a:gd name="T4" fmla="*/ 21 w 65"/>
                  <a:gd name="T5" fmla="*/ 138 h 53"/>
                  <a:gd name="T6" fmla="*/ 21 w 65"/>
                  <a:gd name="T7" fmla="*/ 138 h 53"/>
                  <a:gd name="T8" fmla="*/ 14 w 65"/>
                  <a:gd name="T9" fmla="*/ 133 h 53"/>
                  <a:gd name="T10" fmla="*/ 21 w 65"/>
                  <a:gd name="T11" fmla="*/ 138 h 53"/>
                  <a:gd name="T12" fmla="*/ 19 w 65"/>
                  <a:gd name="T13" fmla="*/ 138 h 53"/>
                  <a:gd name="T14" fmla="*/ 21 w 65"/>
                  <a:gd name="T15" fmla="*/ 138 h 53"/>
                  <a:gd name="T16" fmla="*/ 21 w 65"/>
                  <a:gd name="T17" fmla="*/ 138 h 53"/>
                  <a:gd name="T18" fmla="*/ 19 w 65"/>
                  <a:gd name="T19" fmla="*/ 138 h 53"/>
                  <a:gd name="T20" fmla="*/ 21 w 65"/>
                  <a:gd name="T21" fmla="*/ 138 h 53"/>
                  <a:gd name="T22" fmla="*/ 21 w 65"/>
                  <a:gd name="T23" fmla="*/ 137 h 53"/>
                  <a:gd name="T24" fmla="*/ 90 w 65"/>
                  <a:gd name="T25" fmla="*/ 75 h 53"/>
                  <a:gd name="T26" fmla="*/ 136 w 65"/>
                  <a:gd name="T27" fmla="*/ 40 h 53"/>
                  <a:gd name="T28" fmla="*/ 151 w 65"/>
                  <a:gd name="T29" fmla="*/ 29 h 53"/>
                  <a:gd name="T30" fmla="*/ 161 w 65"/>
                  <a:gd name="T31" fmla="*/ 25 h 53"/>
                  <a:gd name="T32" fmla="*/ 170 w 65"/>
                  <a:gd name="T33" fmla="*/ 11 h 53"/>
                  <a:gd name="T34" fmla="*/ 158 w 65"/>
                  <a:gd name="T35" fmla="*/ 1 h 53"/>
                  <a:gd name="T36" fmla="*/ 140 w 65"/>
                  <a:gd name="T37" fmla="*/ 11 h 53"/>
                  <a:gd name="T38" fmla="*/ 55 w 65"/>
                  <a:gd name="T39" fmla="*/ 75 h 53"/>
                  <a:gd name="T40" fmla="*/ 21 w 65"/>
                  <a:gd name="T41" fmla="*/ 109 h 53"/>
                  <a:gd name="T42" fmla="*/ 11 w 65"/>
                  <a:gd name="T43" fmla="*/ 119 h 53"/>
                  <a:gd name="T44" fmla="*/ 6 w 65"/>
                  <a:gd name="T45" fmla="*/ 123 h 53"/>
                  <a:gd name="T46" fmla="*/ 6 w 65"/>
                  <a:gd name="T47" fmla="*/ 123 h 53"/>
                  <a:gd name="T48" fmla="*/ 1 w 65"/>
                  <a:gd name="T49" fmla="*/ 124 h 53"/>
                  <a:gd name="T50" fmla="*/ 6 w 65"/>
                  <a:gd name="T51" fmla="*/ 142 h 53"/>
                  <a:gd name="T52" fmla="*/ 21 w 65"/>
                  <a:gd name="T53" fmla="*/ 138 h 53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65" h="53">
                    <a:moveTo>
                      <a:pt x="8" y="51"/>
                    </a:moveTo>
                    <a:cubicBezTo>
                      <a:pt x="5" y="49"/>
                      <a:pt x="5" y="49"/>
                      <a:pt x="5" y="49"/>
                    </a:cubicBezTo>
                    <a:cubicBezTo>
                      <a:pt x="8" y="51"/>
                      <a:pt x="8" y="51"/>
                      <a:pt x="8" y="51"/>
                    </a:cubicBezTo>
                    <a:cubicBezTo>
                      <a:pt x="8" y="51"/>
                      <a:pt x="8" y="51"/>
                      <a:pt x="8" y="51"/>
                    </a:cubicBezTo>
                    <a:cubicBezTo>
                      <a:pt x="5" y="49"/>
                      <a:pt x="5" y="49"/>
                      <a:pt x="5" y="49"/>
                    </a:cubicBezTo>
                    <a:cubicBezTo>
                      <a:pt x="8" y="51"/>
                      <a:pt x="8" y="51"/>
                      <a:pt x="8" y="51"/>
                    </a:cubicBezTo>
                    <a:cubicBezTo>
                      <a:pt x="7" y="51"/>
                      <a:pt x="7" y="51"/>
                      <a:pt x="7" y="51"/>
                    </a:cubicBezTo>
                    <a:cubicBezTo>
                      <a:pt x="8" y="51"/>
                      <a:pt x="8" y="51"/>
                      <a:pt x="8" y="51"/>
                    </a:cubicBezTo>
                    <a:cubicBezTo>
                      <a:pt x="8" y="51"/>
                      <a:pt x="8" y="51"/>
                      <a:pt x="8" y="51"/>
                    </a:cubicBezTo>
                    <a:cubicBezTo>
                      <a:pt x="7" y="51"/>
                      <a:pt x="7" y="51"/>
                      <a:pt x="7" y="51"/>
                    </a:cubicBezTo>
                    <a:cubicBezTo>
                      <a:pt x="8" y="51"/>
                      <a:pt x="8" y="51"/>
                      <a:pt x="8" y="51"/>
                    </a:cubicBezTo>
                    <a:cubicBezTo>
                      <a:pt x="8" y="51"/>
                      <a:pt x="8" y="50"/>
                      <a:pt x="8" y="50"/>
                    </a:cubicBezTo>
                    <a:cubicBezTo>
                      <a:pt x="12" y="47"/>
                      <a:pt x="23" y="37"/>
                      <a:pt x="34" y="28"/>
                    </a:cubicBezTo>
                    <a:cubicBezTo>
                      <a:pt x="40" y="23"/>
                      <a:pt x="46" y="19"/>
                      <a:pt x="51" y="15"/>
                    </a:cubicBezTo>
                    <a:cubicBezTo>
                      <a:pt x="53" y="13"/>
                      <a:pt x="55" y="12"/>
                      <a:pt x="57" y="11"/>
                    </a:cubicBezTo>
                    <a:cubicBezTo>
                      <a:pt x="59" y="10"/>
                      <a:pt x="61" y="9"/>
                      <a:pt x="61" y="9"/>
                    </a:cubicBezTo>
                    <a:cubicBezTo>
                      <a:pt x="63" y="8"/>
                      <a:pt x="65" y="6"/>
                      <a:pt x="64" y="4"/>
                    </a:cubicBezTo>
                    <a:cubicBezTo>
                      <a:pt x="63" y="2"/>
                      <a:pt x="61" y="0"/>
                      <a:pt x="59" y="1"/>
                    </a:cubicBezTo>
                    <a:cubicBezTo>
                      <a:pt x="57" y="2"/>
                      <a:pt x="55" y="3"/>
                      <a:pt x="53" y="4"/>
                    </a:cubicBezTo>
                    <a:cubicBezTo>
                      <a:pt x="44" y="9"/>
                      <a:pt x="32" y="19"/>
                      <a:pt x="21" y="28"/>
                    </a:cubicBezTo>
                    <a:cubicBezTo>
                      <a:pt x="16" y="32"/>
                      <a:pt x="11" y="37"/>
                      <a:pt x="8" y="40"/>
                    </a:cubicBezTo>
                    <a:cubicBezTo>
                      <a:pt x="6" y="41"/>
                      <a:pt x="5" y="43"/>
                      <a:pt x="4" y="44"/>
                    </a:cubicBezTo>
                    <a:cubicBezTo>
                      <a:pt x="3" y="44"/>
                      <a:pt x="3" y="45"/>
                      <a:pt x="2" y="45"/>
                    </a:cubicBezTo>
                    <a:cubicBezTo>
                      <a:pt x="2" y="45"/>
                      <a:pt x="2" y="45"/>
                      <a:pt x="2" y="45"/>
                    </a:cubicBezTo>
                    <a:cubicBezTo>
                      <a:pt x="2" y="46"/>
                      <a:pt x="1" y="46"/>
                      <a:pt x="1" y="46"/>
                    </a:cubicBezTo>
                    <a:cubicBezTo>
                      <a:pt x="0" y="48"/>
                      <a:pt x="0" y="50"/>
                      <a:pt x="2" y="52"/>
                    </a:cubicBezTo>
                    <a:cubicBezTo>
                      <a:pt x="4" y="53"/>
                      <a:pt x="7" y="52"/>
                      <a:pt x="8" y="51"/>
                    </a:cubicBezTo>
                    <a:close/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7656" name="Freeform 72">
                <a:extLst>
                  <a:ext uri="{FF2B5EF4-FFF2-40B4-BE49-F238E27FC236}">
                    <a16:creationId xmlns:a16="http://schemas.microsoft.com/office/drawing/2014/main" id="{98849A88-6103-49DA-8688-48C3E7CAA3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7" y="3405"/>
                <a:ext cx="99" cy="20"/>
              </a:xfrm>
              <a:custGeom>
                <a:avLst/>
                <a:gdLst>
                  <a:gd name="T0" fmla="*/ 181 w 71"/>
                  <a:gd name="T1" fmla="*/ 19 h 14"/>
                  <a:gd name="T2" fmla="*/ 105 w 71"/>
                  <a:gd name="T3" fmla="*/ 9 h 14"/>
                  <a:gd name="T4" fmla="*/ 46 w 71"/>
                  <a:gd name="T5" fmla="*/ 1 h 14"/>
                  <a:gd name="T6" fmla="*/ 11 w 71"/>
                  <a:gd name="T7" fmla="*/ 0 h 14"/>
                  <a:gd name="T8" fmla="*/ 0 w 71"/>
                  <a:gd name="T9" fmla="*/ 13 h 14"/>
                  <a:gd name="T10" fmla="*/ 11 w 71"/>
                  <a:gd name="T11" fmla="*/ 23 h 14"/>
                  <a:gd name="T12" fmla="*/ 46 w 71"/>
                  <a:gd name="T13" fmla="*/ 27 h 14"/>
                  <a:gd name="T14" fmla="*/ 132 w 71"/>
                  <a:gd name="T15" fmla="*/ 34 h 14"/>
                  <a:gd name="T16" fmla="*/ 181 w 71"/>
                  <a:gd name="T17" fmla="*/ 41 h 14"/>
                  <a:gd name="T18" fmla="*/ 192 w 71"/>
                  <a:gd name="T19" fmla="*/ 29 h 14"/>
                  <a:gd name="T20" fmla="*/ 181 w 71"/>
                  <a:gd name="T21" fmla="*/ 19 h 1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71" h="14">
                    <a:moveTo>
                      <a:pt x="67" y="6"/>
                    </a:moveTo>
                    <a:cubicBezTo>
                      <a:pt x="67" y="6"/>
                      <a:pt x="53" y="4"/>
                      <a:pt x="39" y="3"/>
                    </a:cubicBezTo>
                    <a:cubicBezTo>
                      <a:pt x="31" y="2"/>
                      <a:pt x="24" y="2"/>
                      <a:pt x="17" y="1"/>
                    </a:cubicBezTo>
                    <a:cubicBezTo>
                      <a:pt x="11" y="1"/>
                      <a:pt x="6" y="0"/>
                      <a:pt x="4" y="0"/>
                    </a:cubicBezTo>
                    <a:cubicBezTo>
                      <a:pt x="1" y="0"/>
                      <a:pt x="0" y="2"/>
                      <a:pt x="0" y="4"/>
                    </a:cubicBezTo>
                    <a:cubicBezTo>
                      <a:pt x="0" y="7"/>
                      <a:pt x="1" y="8"/>
                      <a:pt x="4" y="8"/>
                    </a:cubicBezTo>
                    <a:cubicBezTo>
                      <a:pt x="5" y="8"/>
                      <a:pt x="10" y="9"/>
                      <a:pt x="17" y="9"/>
                    </a:cubicBezTo>
                    <a:cubicBezTo>
                      <a:pt x="26" y="10"/>
                      <a:pt x="39" y="11"/>
                      <a:pt x="49" y="12"/>
                    </a:cubicBezTo>
                    <a:cubicBezTo>
                      <a:pt x="59" y="13"/>
                      <a:pt x="67" y="14"/>
                      <a:pt x="67" y="14"/>
                    </a:cubicBezTo>
                    <a:cubicBezTo>
                      <a:pt x="69" y="14"/>
                      <a:pt x="71" y="12"/>
                      <a:pt x="71" y="10"/>
                    </a:cubicBezTo>
                    <a:cubicBezTo>
                      <a:pt x="71" y="8"/>
                      <a:pt x="69" y="6"/>
                      <a:pt x="67" y="6"/>
                    </a:cubicBezTo>
                    <a:close/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7657" name="Freeform 73">
                <a:extLst>
                  <a:ext uri="{FF2B5EF4-FFF2-40B4-BE49-F238E27FC236}">
                    <a16:creationId xmlns:a16="http://schemas.microsoft.com/office/drawing/2014/main" id="{615ACAF1-879E-4F42-85FA-F33C5D9DDC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8" y="3345"/>
                <a:ext cx="70" cy="56"/>
              </a:xfrm>
              <a:custGeom>
                <a:avLst/>
                <a:gdLst>
                  <a:gd name="T0" fmla="*/ 20 w 50"/>
                  <a:gd name="T1" fmla="*/ 108 h 40"/>
                  <a:gd name="T2" fmla="*/ 69 w 50"/>
                  <a:gd name="T3" fmla="*/ 74 h 40"/>
                  <a:gd name="T4" fmla="*/ 108 w 50"/>
                  <a:gd name="T5" fmla="*/ 48 h 40"/>
                  <a:gd name="T6" fmla="*/ 122 w 50"/>
                  <a:gd name="T7" fmla="*/ 34 h 40"/>
                  <a:gd name="T8" fmla="*/ 132 w 50"/>
                  <a:gd name="T9" fmla="*/ 20 h 40"/>
                  <a:gd name="T10" fmla="*/ 129 w 50"/>
                  <a:gd name="T11" fmla="*/ 6 h 40"/>
                  <a:gd name="T12" fmla="*/ 116 w 50"/>
                  <a:gd name="T13" fmla="*/ 8 h 40"/>
                  <a:gd name="T14" fmla="*/ 108 w 50"/>
                  <a:gd name="T15" fmla="*/ 15 h 40"/>
                  <a:gd name="T16" fmla="*/ 48 w 50"/>
                  <a:gd name="T17" fmla="*/ 63 h 40"/>
                  <a:gd name="T18" fmla="*/ 20 w 50"/>
                  <a:gd name="T19" fmla="*/ 80 h 40"/>
                  <a:gd name="T20" fmla="*/ 8 w 50"/>
                  <a:gd name="T21" fmla="*/ 84 h 40"/>
                  <a:gd name="T22" fmla="*/ 6 w 50"/>
                  <a:gd name="T23" fmla="*/ 88 h 40"/>
                  <a:gd name="T24" fmla="*/ 1 w 50"/>
                  <a:gd name="T25" fmla="*/ 102 h 40"/>
                  <a:gd name="T26" fmla="*/ 20 w 50"/>
                  <a:gd name="T27" fmla="*/ 108 h 4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0" h="40">
                    <a:moveTo>
                      <a:pt x="7" y="39"/>
                    </a:moveTo>
                    <a:cubicBezTo>
                      <a:pt x="7" y="39"/>
                      <a:pt x="15" y="33"/>
                      <a:pt x="25" y="27"/>
                    </a:cubicBezTo>
                    <a:cubicBezTo>
                      <a:pt x="29" y="24"/>
                      <a:pt x="34" y="20"/>
                      <a:pt x="39" y="17"/>
                    </a:cubicBezTo>
                    <a:cubicBezTo>
                      <a:pt x="41" y="15"/>
                      <a:pt x="43" y="13"/>
                      <a:pt x="44" y="12"/>
                    </a:cubicBezTo>
                    <a:cubicBezTo>
                      <a:pt x="46" y="10"/>
                      <a:pt x="47" y="9"/>
                      <a:pt x="48" y="7"/>
                    </a:cubicBezTo>
                    <a:cubicBezTo>
                      <a:pt x="50" y="5"/>
                      <a:pt x="49" y="3"/>
                      <a:pt x="47" y="2"/>
                    </a:cubicBezTo>
                    <a:cubicBezTo>
                      <a:pt x="46" y="0"/>
                      <a:pt x="43" y="1"/>
                      <a:pt x="42" y="3"/>
                    </a:cubicBezTo>
                    <a:cubicBezTo>
                      <a:pt x="41" y="4"/>
                      <a:pt x="40" y="5"/>
                      <a:pt x="39" y="6"/>
                    </a:cubicBezTo>
                    <a:cubicBezTo>
                      <a:pt x="34" y="11"/>
                      <a:pt x="25" y="17"/>
                      <a:pt x="17" y="23"/>
                    </a:cubicBezTo>
                    <a:cubicBezTo>
                      <a:pt x="13" y="25"/>
                      <a:pt x="9" y="27"/>
                      <a:pt x="7" y="29"/>
                    </a:cubicBezTo>
                    <a:cubicBezTo>
                      <a:pt x="5" y="30"/>
                      <a:pt x="4" y="31"/>
                      <a:pt x="3" y="31"/>
                    </a:cubicBezTo>
                    <a:cubicBezTo>
                      <a:pt x="3" y="32"/>
                      <a:pt x="2" y="32"/>
                      <a:pt x="2" y="32"/>
                    </a:cubicBezTo>
                    <a:cubicBezTo>
                      <a:pt x="0" y="33"/>
                      <a:pt x="0" y="35"/>
                      <a:pt x="1" y="37"/>
                    </a:cubicBezTo>
                    <a:cubicBezTo>
                      <a:pt x="2" y="39"/>
                      <a:pt x="5" y="40"/>
                      <a:pt x="7" y="39"/>
                    </a:cubicBezTo>
                    <a:close/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7658" name="Freeform 74">
                <a:extLst>
                  <a:ext uri="{FF2B5EF4-FFF2-40B4-BE49-F238E27FC236}">
                    <a16:creationId xmlns:a16="http://schemas.microsoft.com/office/drawing/2014/main" id="{EC72D731-0A00-4C4C-BA11-5753406F7A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9" y="3355"/>
                <a:ext cx="107" cy="36"/>
              </a:xfrm>
              <a:custGeom>
                <a:avLst/>
                <a:gdLst>
                  <a:gd name="T0" fmla="*/ 199 w 77"/>
                  <a:gd name="T1" fmla="*/ 46 h 26"/>
                  <a:gd name="T2" fmla="*/ 122 w 77"/>
                  <a:gd name="T3" fmla="*/ 24 h 26"/>
                  <a:gd name="T4" fmla="*/ 60 w 77"/>
                  <a:gd name="T5" fmla="*/ 8 h 26"/>
                  <a:gd name="T6" fmla="*/ 35 w 77"/>
                  <a:gd name="T7" fmla="*/ 1 h 26"/>
                  <a:gd name="T8" fmla="*/ 14 w 77"/>
                  <a:gd name="T9" fmla="*/ 0 h 26"/>
                  <a:gd name="T10" fmla="*/ 8 w 77"/>
                  <a:gd name="T11" fmla="*/ 0 h 26"/>
                  <a:gd name="T12" fmla="*/ 0 w 77"/>
                  <a:gd name="T13" fmla="*/ 14 h 26"/>
                  <a:gd name="T14" fmla="*/ 14 w 77"/>
                  <a:gd name="T15" fmla="*/ 21 h 26"/>
                  <a:gd name="T16" fmla="*/ 14 w 77"/>
                  <a:gd name="T17" fmla="*/ 21 h 26"/>
                  <a:gd name="T18" fmla="*/ 29 w 77"/>
                  <a:gd name="T19" fmla="*/ 24 h 26"/>
                  <a:gd name="T20" fmla="*/ 129 w 77"/>
                  <a:gd name="T21" fmla="*/ 48 h 26"/>
                  <a:gd name="T22" fmla="*/ 172 w 77"/>
                  <a:gd name="T23" fmla="*/ 61 h 26"/>
                  <a:gd name="T24" fmla="*/ 192 w 77"/>
                  <a:gd name="T25" fmla="*/ 66 h 26"/>
                  <a:gd name="T26" fmla="*/ 204 w 77"/>
                  <a:gd name="T27" fmla="*/ 58 h 26"/>
                  <a:gd name="T28" fmla="*/ 199 w 77"/>
                  <a:gd name="T29" fmla="*/ 46 h 2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77" h="26">
                    <a:moveTo>
                      <a:pt x="74" y="17"/>
                    </a:moveTo>
                    <a:cubicBezTo>
                      <a:pt x="74" y="17"/>
                      <a:pt x="60" y="13"/>
                      <a:pt x="45" y="9"/>
                    </a:cubicBezTo>
                    <a:cubicBezTo>
                      <a:pt x="37" y="7"/>
                      <a:pt x="29" y="5"/>
                      <a:pt x="22" y="3"/>
                    </a:cubicBezTo>
                    <a:cubicBezTo>
                      <a:pt x="19" y="2"/>
                      <a:pt x="16" y="2"/>
                      <a:pt x="13" y="1"/>
                    </a:cubicBezTo>
                    <a:cubicBezTo>
                      <a:pt x="10" y="1"/>
                      <a:pt x="7" y="0"/>
                      <a:pt x="5" y="0"/>
                    </a:cubicBezTo>
                    <a:cubicBezTo>
                      <a:pt x="5" y="0"/>
                      <a:pt x="4" y="0"/>
                      <a:pt x="3" y="0"/>
                    </a:cubicBezTo>
                    <a:cubicBezTo>
                      <a:pt x="1" y="1"/>
                      <a:pt x="0" y="3"/>
                      <a:pt x="0" y="5"/>
                    </a:cubicBezTo>
                    <a:cubicBezTo>
                      <a:pt x="0" y="7"/>
                      <a:pt x="2" y="9"/>
                      <a:pt x="5" y="8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7" y="8"/>
                      <a:pt x="9" y="8"/>
                      <a:pt x="11" y="9"/>
                    </a:cubicBezTo>
                    <a:cubicBezTo>
                      <a:pt x="21" y="10"/>
                      <a:pt x="36" y="15"/>
                      <a:pt x="48" y="18"/>
                    </a:cubicBezTo>
                    <a:cubicBezTo>
                      <a:pt x="55" y="20"/>
                      <a:pt x="60" y="22"/>
                      <a:pt x="64" y="23"/>
                    </a:cubicBezTo>
                    <a:cubicBezTo>
                      <a:pt x="69" y="24"/>
                      <a:pt x="71" y="25"/>
                      <a:pt x="71" y="25"/>
                    </a:cubicBezTo>
                    <a:cubicBezTo>
                      <a:pt x="73" y="26"/>
                      <a:pt x="76" y="25"/>
                      <a:pt x="76" y="22"/>
                    </a:cubicBezTo>
                    <a:cubicBezTo>
                      <a:pt x="77" y="20"/>
                      <a:pt x="76" y="18"/>
                      <a:pt x="74" y="17"/>
                    </a:cubicBezTo>
                    <a:close/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7659" name="Freeform 75">
                <a:extLst>
                  <a:ext uri="{FF2B5EF4-FFF2-40B4-BE49-F238E27FC236}">
                    <a16:creationId xmlns:a16="http://schemas.microsoft.com/office/drawing/2014/main" id="{9743AF5B-0212-42E9-BD4E-7F053661DF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3" y="3316"/>
                <a:ext cx="50" cy="43"/>
              </a:xfrm>
              <a:custGeom>
                <a:avLst/>
                <a:gdLst>
                  <a:gd name="T0" fmla="*/ 19 w 36"/>
                  <a:gd name="T1" fmla="*/ 76 h 31"/>
                  <a:gd name="T2" fmla="*/ 50 w 36"/>
                  <a:gd name="T3" fmla="*/ 54 h 31"/>
                  <a:gd name="T4" fmla="*/ 75 w 36"/>
                  <a:gd name="T5" fmla="*/ 35 h 31"/>
                  <a:gd name="T6" fmla="*/ 85 w 36"/>
                  <a:gd name="T7" fmla="*/ 26 h 31"/>
                  <a:gd name="T8" fmla="*/ 94 w 36"/>
                  <a:gd name="T9" fmla="*/ 19 h 31"/>
                  <a:gd name="T10" fmla="*/ 94 w 36"/>
                  <a:gd name="T11" fmla="*/ 6 h 31"/>
                  <a:gd name="T12" fmla="*/ 78 w 36"/>
                  <a:gd name="T13" fmla="*/ 6 h 31"/>
                  <a:gd name="T14" fmla="*/ 74 w 36"/>
                  <a:gd name="T15" fmla="*/ 11 h 31"/>
                  <a:gd name="T16" fmla="*/ 33 w 36"/>
                  <a:gd name="T17" fmla="*/ 40 h 31"/>
                  <a:gd name="T18" fmla="*/ 14 w 36"/>
                  <a:gd name="T19" fmla="*/ 55 h 31"/>
                  <a:gd name="T20" fmla="*/ 6 w 36"/>
                  <a:gd name="T21" fmla="*/ 61 h 31"/>
                  <a:gd name="T22" fmla="*/ 1 w 36"/>
                  <a:gd name="T23" fmla="*/ 75 h 31"/>
                  <a:gd name="T24" fmla="*/ 19 w 36"/>
                  <a:gd name="T25" fmla="*/ 76 h 31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6" h="31">
                    <a:moveTo>
                      <a:pt x="7" y="29"/>
                    </a:moveTo>
                    <a:cubicBezTo>
                      <a:pt x="7" y="29"/>
                      <a:pt x="13" y="25"/>
                      <a:pt x="19" y="20"/>
                    </a:cubicBezTo>
                    <a:cubicBezTo>
                      <a:pt x="22" y="18"/>
                      <a:pt x="25" y="15"/>
                      <a:pt x="28" y="13"/>
                    </a:cubicBezTo>
                    <a:cubicBezTo>
                      <a:pt x="30" y="12"/>
                      <a:pt x="31" y="11"/>
                      <a:pt x="32" y="10"/>
                    </a:cubicBezTo>
                    <a:cubicBezTo>
                      <a:pt x="33" y="9"/>
                      <a:pt x="34" y="8"/>
                      <a:pt x="35" y="7"/>
                    </a:cubicBezTo>
                    <a:cubicBezTo>
                      <a:pt x="36" y="6"/>
                      <a:pt x="36" y="3"/>
                      <a:pt x="35" y="2"/>
                    </a:cubicBezTo>
                    <a:cubicBezTo>
                      <a:pt x="33" y="0"/>
                      <a:pt x="30" y="0"/>
                      <a:pt x="29" y="2"/>
                    </a:cubicBezTo>
                    <a:cubicBezTo>
                      <a:pt x="29" y="2"/>
                      <a:pt x="28" y="3"/>
                      <a:pt x="27" y="4"/>
                    </a:cubicBezTo>
                    <a:cubicBezTo>
                      <a:pt x="23" y="6"/>
                      <a:pt x="17" y="11"/>
                      <a:pt x="12" y="15"/>
                    </a:cubicBezTo>
                    <a:cubicBezTo>
                      <a:pt x="9" y="17"/>
                      <a:pt x="7" y="19"/>
                      <a:pt x="5" y="21"/>
                    </a:cubicBezTo>
                    <a:cubicBezTo>
                      <a:pt x="3" y="22"/>
                      <a:pt x="2" y="23"/>
                      <a:pt x="2" y="23"/>
                    </a:cubicBezTo>
                    <a:cubicBezTo>
                      <a:pt x="0" y="24"/>
                      <a:pt x="0" y="27"/>
                      <a:pt x="1" y="28"/>
                    </a:cubicBezTo>
                    <a:cubicBezTo>
                      <a:pt x="3" y="30"/>
                      <a:pt x="5" y="31"/>
                      <a:pt x="7" y="29"/>
                    </a:cubicBezTo>
                    <a:close/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7660" name="Freeform 76">
                <a:extLst>
                  <a:ext uri="{FF2B5EF4-FFF2-40B4-BE49-F238E27FC236}">
                    <a16:creationId xmlns:a16="http://schemas.microsoft.com/office/drawing/2014/main" id="{9EBB56B7-4BB5-46A9-B786-5DD867A7AF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6" y="3289"/>
                <a:ext cx="36" cy="28"/>
              </a:xfrm>
              <a:custGeom>
                <a:avLst/>
                <a:gdLst>
                  <a:gd name="T0" fmla="*/ 19 w 26"/>
                  <a:gd name="T1" fmla="*/ 53 h 20"/>
                  <a:gd name="T2" fmla="*/ 36 w 26"/>
                  <a:gd name="T3" fmla="*/ 41 h 20"/>
                  <a:gd name="T4" fmla="*/ 54 w 26"/>
                  <a:gd name="T5" fmla="*/ 29 h 20"/>
                  <a:gd name="T6" fmla="*/ 61 w 26"/>
                  <a:gd name="T7" fmla="*/ 25 h 20"/>
                  <a:gd name="T8" fmla="*/ 66 w 26"/>
                  <a:gd name="T9" fmla="*/ 20 h 20"/>
                  <a:gd name="T10" fmla="*/ 64 w 26"/>
                  <a:gd name="T11" fmla="*/ 6 h 20"/>
                  <a:gd name="T12" fmla="*/ 48 w 26"/>
                  <a:gd name="T13" fmla="*/ 8 h 20"/>
                  <a:gd name="T14" fmla="*/ 48 w 26"/>
                  <a:gd name="T15" fmla="*/ 8 h 20"/>
                  <a:gd name="T16" fmla="*/ 40 w 26"/>
                  <a:gd name="T17" fmla="*/ 14 h 20"/>
                  <a:gd name="T18" fmla="*/ 19 w 26"/>
                  <a:gd name="T19" fmla="*/ 28 h 20"/>
                  <a:gd name="T20" fmla="*/ 11 w 26"/>
                  <a:gd name="T21" fmla="*/ 29 h 20"/>
                  <a:gd name="T22" fmla="*/ 8 w 26"/>
                  <a:gd name="T23" fmla="*/ 34 h 20"/>
                  <a:gd name="T24" fmla="*/ 1 w 26"/>
                  <a:gd name="T25" fmla="*/ 48 h 20"/>
                  <a:gd name="T26" fmla="*/ 19 w 26"/>
                  <a:gd name="T27" fmla="*/ 53 h 2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6" h="20">
                    <a:moveTo>
                      <a:pt x="7" y="19"/>
                    </a:moveTo>
                    <a:cubicBezTo>
                      <a:pt x="7" y="19"/>
                      <a:pt x="10" y="17"/>
                      <a:pt x="14" y="15"/>
                    </a:cubicBezTo>
                    <a:cubicBezTo>
                      <a:pt x="16" y="14"/>
                      <a:pt x="18" y="13"/>
                      <a:pt x="20" y="11"/>
                    </a:cubicBezTo>
                    <a:cubicBezTo>
                      <a:pt x="21" y="11"/>
                      <a:pt x="22" y="10"/>
                      <a:pt x="23" y="9"/>
                    </a:cubicBezTo>
                    <a:cubicBezTo>
                      <a:pt x="24" y="9"/>
                      <a:pt x="24" y="8"/>
                      <a:pt x="25" y="7"/>
                    </a:cubicBezTo>
                    <a:cubicBezTo>
                      <a:pt x="26" y="5"/>
                      <a:pt x="26" y="3"/>
                      <a:pt x="24" y="2"/>
                    </a:cubicBezTo>
                    <a:cubicBezTo>
                      <a:pt x="22" y="0"/>
                      <a:pt x="20" y="1"/>
                      <a:pt x="18" y="3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8" y="3"/>
                      <a:pt x="17" y="4"/>
                      <a:pt x="15" y="5"/>
                    </a:cubicBezTo>
                    <a:cubicBezTo>
                      <a:pt x="13" y="7"/>
                      <a:pt x="10" y="8"/>
                      <a:pt x="7" y="10"/>
                    </a:cubicBezTo>
                    <a:cubicBezTo>
                      <a:pt x="6" y="10"/>
                      <a:pt x="5" y="11"/>
                      <a:pt x="4" y="11"/>
                    </a:cubicBezTo>
                    <a:cubicBezTo>
                      <a:pt x="4" y="12"/>
                      <a:pt x="3" y="12"/>
                      <a:pt x="3" y="12"/>
                    </a:cubicBezTo>
                    <a:cubicBezTo>
                      <a:pt x="1" y="13"/>
                      <a:pt x="0" y="15"/>
                      <a:pt x="1" y="17"/>
                    </a:cubicBezTo>
                    <a:cubicBezTo>
                      <a:pt x="2" y="19"/>
                      <a:pt x="5" y="20"/>
                      <a:pt x="7" y="19"/>
                    </a:cubicBezTo>
                    <a:close/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7661" name="Freeform 77">
                <a:extLst>
                  <a:ext uri="{FF2B5EF4-FFF2-40B4-BE49-F238E27FC236}">
                    <a16:creationId xmlns:a16="http://schemas.microsoft.com/office/drawing/2014/main" id="{B57CD90A-D027-42F0-9818-B2B06E4568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7" y="3259"/>
                <a:ext cx="73" cy="104"/>
              </a:xfrm>
              <a:custGeom>
                <a:avLst/>
                <a:gdLst>
                  <a:gd name="T0" fmla="*/ 122 w 52"/>
                  <a:gd name="T1" fmla="*/ 24 h 75"/>
                  <a:gd name="T2" fmla="*/ 122 w 52"/>
                  <a:gd name="T3" fmla="*/ 26 h 75"/>
                  <a:gd name="T4" fmla="*/ 101 w 52"/>
                  <a:gd name="T5" fmla="*/ 111 h 75"/>
                  <a:gd name="T6" fmla="*/ 74 w 52"/>
                  <a:gd name="T7" fmla="*/ 164 h 75"/>
                  <a:gd name="T8" fmla="*/ 62 w 52"/>
                  <a:gd name="T9" fmla="*/ 177 h 75"/>
                  <a:gd name="T10" fmla="*/ 48 w 52"/>
                  <a:gd name="T11" fmla="*/ 179 h 75"/>
                  <a:gd name="T12" fmla="*/ 35 w 52"/>
                  <a:gd name="T13" fmla="*/ 177 h 75"/>
                  <a:gd name="T14" fmla="*/ 25 w 52"/>
                  <a:gd name="T15" fmla="*/ 168 h 75"/>
                  <a:gd name="T16" fmla="*/ 21 w 52"/>
                  <a:gd name="T17" fmla="*/ 158 h 75"/>
                  <a:gd name="T18" fmla="*/ 35 w 52"/>
                  <a:gd name="T19" fmla="*/ 118 h 75"/>
                  <a:gd name="T20" fmla="*/ 88 w 52"/>
                  <a:gd name="T21" fmla="*/ 54 h 75"/>
                  <a:gd name="T22" fmla="*/ 111 w 52"/>
                  <a:gd name="T23" fmla="*/ 29 h 75"/>
                  <a:gd name="T24" fmla="*/ 117 w 52"/>
                  <a:gd name="T25" fmla="*/ 24 h 75"/>
                  <a:gd name="T26" fmla="*/ 118 w 52"/>
                  <a:gd name="T27" fmla="*/ 21 h 75"/>
                  <a:gd name="T28" fmla="*/ 118 w 52"/>
                  <a:gd name="T29" fmla="*/ 21 h 75"/>
                  <a:gd name="T30" fmla="*/ 118 w 52"/>
                  <a:gd name="T31" fmla="*/ 6 h 75"/>
                  <a:gd name="T32" fmla="*/ 104 w 52"/>
                  <a:gd name="T33" fmla="*/ 6 h 75"/>
                  <a:gd name="T34" fmla="*/ 53 w 52"/>
                  <a:gd name="T35" fmla="*/ 60 h 75"/>
                  <a:gd name="T36" fmla="*/ 15 w 52"/>
                  <a:gd name="T37" fmla="*/ 110 h 75"/>
                  <a:gd name="T38" fmla="*/ 0 w 52"/>
                  <a:gd name="T39" fmla="*/ 158 h 75"/>
                  <a:gd name="T40" fmla="*/ 6 w 52"/>
                  <a:gd name="T41" fmla="*/ 180 h 75"/>
                  <a:gd name="T42" fmla="*/ 25 w 52"/>
                  <a:gd name="T43" fmla="*/ 198 h 75"/>
                  <a:gd name="T44" fmla="*/ 48 w 52"/>
                  <a:gd name="T45" fmla="*/ 200 h 75"/>
                  <a:gd name="T46" fmla="*/ 74 w 52"/>
                  <a:gd name="T47" fmla="*/ 193 h 75"/>
                  <a:gd name="T48" fmla="*/ 104 w 52"/>
                  <a:gd name="T49" fmla="*/ 150 h 75"/>
                  <a:gd name="T50" fmla="*/ 132 w 52"/>
                  <a:gd name="T51" fmla="*/ 69 h 75"/>
                  <a:gd name="T52" fmla="*/ 143 w 52"/>
                  <a:gd name="T53" fmla="*/ 29 h 75"/>
                  <a:gd name="T54" fmla="*/ 132 w 52"/>
                  <a:gd name="T55" fmla="*/ 15 h 75"/>
                  <a:gd name="T56" fmla="*/ 122 w 52"/>
                  <a:gd name="T57" fmla="*/ 24 h 75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52" h="75">
                    <a:moveTo>
                      <a:pt x="44" y="9"/>
                    </a:moveTo>
                    <a:cubicBezTo>
                      <a:pt x="44" y="9"/>
                      <a:pt x="44" y="10"/>
                      <a:pt x="44" y="10"/>
                    </a:cubicBezTo>
                    <a:cubicBezTo>
                      <a:pt x="43" y="13"/>
                      <a:pt x="40" y="28"/>
                      <a:pt x="36" y="42"/>
                    </a:cubicBezTo>
                    <a:cubicBezTo>
                      <a:pt x="33" y="49"/>
                      <a:pt x="30" y="56"/>
                      <a:pt x="27" y="61"/>
                    </a:cubicBezTo>
                    <a:cubicBezTo>
                      <a:pt x="25" y="63"/>
                      <a:pt x="23" y="65"/>
                      <a:pt x="22" y="66"/>
                    </a:cubicBezTo>
                    <a:cubicBezTo>
                      <a:pt x="20" y="67"/>
                      <a:pt x="18" y="67"/>
                      <a:pt x="17" y="67"/>
                    </a:cubicBezTo>
                    <a:cubicBezTo>
                      <a:pt x="15" y="67"/>
                      <a:pt x="14" y="67"/>
                      <a:pt x="13" y="66"/>
                    </a:cubicBezTo>
                    <a:cubicBezTo>
                      <a:pt x="11" y="66"/>
                      <a:pt x="10" y="65"/>
                      <a:pt x="9" y="63"/>
                    </a:cubicBezTo>
                    <a:cubicBezTo>
                      <a:pt x="8" y="62"/>
                      <a:pt x="8" y="61"/>
                      <a:pt x="8" y="59"/>
                    </a:cubicBezTo>
                    <a:cubicBezTo>
                      <a:pt x="8" y="56"/>
                      <a:pt x="10" y="50"/>
                      <a:pt x="13" y="44"/>
                    </a:cubicBezTo>
                    <a:cubicBezTo>
                      <a:pt x="18" y="36"/>
                      <a:pt x="26" y="27"/>
                      <a:pt x="32" y="20"/>
                    </a:cubicBezTo>
                    <a:cubicBezTo>
                      <a:pt x="35" y="16"/>
                      <a:pt x="38" y="13"/>
                      <a:pt x="40" y="11"/>
                    </a:cubicBezTo>
                    <a:cubicBezTo>
                      <a:pt x="41" y="10"/>
                      <a:pt x="42" y="9"/>
                      <a:pt x="42" y="9"/>
                    </a:cubicBezTo>
                    <a:cubicBezTo>
                      <a:pt x="43" y="8"/>
                      <a:pt x="43" y="8"/>
                      <a:pt x="43" y="8"/>
                    </a:cubicBezTo>
                    <a:cubicBezTo>
                      <a:pt x="43" y="8"/>
                      <a:pt x="43" y="8"/>
                      <a:pt x="43" y="8"/>
                    </a:cubicBezTo>
                    <a:cubicBezTo>
                      <a:pt x="45" y="6"/>
                      <a:pt x="45" y="4"/>
                      <a:pt x="43" y="2"/>
                    </a:cubicBezTo>
                    <a:cubicBezTo>
                      <a:pt x="42" y="0"/>
                      <a:pt x="39" y="0"/>
                      <a:pt x="38" y="2"/>
                    </a:cubicBezTo>
                    <a:cubicBezTo>
                      <a:pt x="38" y="2"/>
                      <a:pt x="29" y="11"/>
                      <a:pt x="19" y="22"/>
                    </a:cubicBezTo>
                    <a:cubicBezTo>
                      <a:pt x="15" y="28"/>
                      <a:pt x="10" y="34"/>
                      <a:pt x="6" y="41"/>
                    </a:cubicBezTo>
                    <a:cubicBezTo>
                      <a:pt x="3" y="47"/>
                      <a:pt x="0" y="53"/>
                      <a:pt x="0" y="59"/>
                    </a:cubicBezTo>
                    <a:cubicBezTo>
                      <a:pt x="0" y="62"/>
                      <a:pt x="1" y="65"/>
                      <a:pt x="2" y="68"/>
                    </a:cubicBezTo>
                    <a:cubicBezTo>
                      <a:pt x="4" y="70"/>
                      <a:pt x="6" y="72"/>
                      <a:pt x="9" y="74"/>
                    </a:cubicBezTo>
                    <a:cubicBezTo>
                      <a:pt x="12" y="75"/>
                      <a:pt x="14" y="75"/>
                      <a:pt x="17" y="75"/>
                    </a:cubicBezTo>
                    <a:cubicBezTo>
                      <a:pt x="20" y="75"/>
                      <a:pt x="24" y="74"/>
                      <a:pt x="27" y="72"/>
                    </a:cubicBezTo>
                    <a:cubicBezTo>
                      <a:pt x="32" y="68"/>
                      <a:pt x="35" y="63"/>
                      <a:pt x="38" y="56"/>
                    </a:cubicBezTo>
                    <a:cubicBezTo>
                      <a:pt x="43" y="47"/>
                      <a:pt x="46" y="35"/>
                      <a:pt x="48" y="26"/>
                    </a:cubicBezTo>
                    <a:cubicBezTo>
                      <a:pt x="51" y="17"/>
                      <a:pt x="52" y="11"/>
                      <a:pt x="52" y="11"/>
                    </a:cubicBezTo>
                    <a:cubicBezTo>
                      <a:pt x="52" y="8"/>
                      <a:pt x="50" y="6"/>
                      <a:pt x="48" y="6"/>
                    </a:cubicBezTo>
                    <a:cubicBezTo>
                      <a:pt x="46" y="6"/>
                      <a:pt x="44" y="7"/>
                      <a:pt x="44" y="9"/>
                    </a:cubicBezTo>
                    <a:close/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7662" name="Freeform 78">
                <a:extLst>
                  <a:ext uri="{FF2B5EF4-FFF2-40B4-BE49-F238E27FC236}">
                    <a16:creationId xmlns:a16="http://schemas.microsoft.com/office/drawing/2014/main" id="{3864EECB-B200-4C5D-96CF-5C844E2D5B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0" y="2072"/>
                <a:ext cx="1219" cy="1314"/>
              </a:xfrm>
              <a:custGeom>
                <a:avLst/>
                <a:gdLst>
                  <a:gd name="T0" fmla="*/ 74 w 875"/>
                  <a:gd name="T1" fmla="*/ 317 h 942"/>
                  <a:gd name="T2" fmla="*/ 25 w 875"/>
                  <a:gd name="T3" fmla="*/ 459 h 942"/>
                  <a:gd name="T4" fmla="*/ 78 w 875"/>
                  <a:gd name="T5" fmla="*/ 597 h 942"/>
                  <a:gd name="T6" fmla="*/ 219 w 875"/>
                  <a:gd name="T7" fmla="*/ 696 h 942"/>
                  <a:gd name="T8" fmla="*/ 199 w 875"/>
                  <a:gd name="T9" fmla="*/ 823 h 942"/>
                  <a:gd name="T10" fmla="*/ 199 w 875"/>
                  <a:gd name="T11" fmla="*/ 956 h 942"/>
                  <a:gd name="T12" fmla="*/ 167 w 875"/>
                  <a:gd name="T13" fmla="*/ 1080 h 942"/>
                  <a:gd name="T14" fmla="*/ 152 w 875"/>
                  <a:gd name="T15" fmla="*/ 1188 h 942"/>
                  <a:gd name="T16" fmla="*/ 145 w 875"/>
                  <a:gd name="T17" fmla="*/ 1354 h 942"/>
                  <a:gd name="T18" fmla="*/ 110 w 875"/>
                  <a:gd name="T19" fmla="*/ 1483 h 942"/>
                  <a:gd name="T20" fmla="*/ 91 w 875"/>
                  <a:gd name="T21" fmla="*/ 1725 h 942"/>
                  <a:gd name="T22" fmla="*/ 68 w 875"/>
                  <a:gd name="T23" fmla="*/ 2016 h 942"/>
                  <a:gd name="T24" fmla="*/ 68 w 875"/>
                  <a:gd name="T25" fmla="*/ 2246 h 942"/>
                  <a:gd name="T26" fmla="*/ 281 w 875"/>
                  <a:gd name="T27" fmla="*/ 2469 h 942"/>
                  <a:gd name="T28" fmla="*/ 532 w 875"/>
                  <a:gd name="T29" fmla="*/ 2523 h 942"/>
                  <a:gd name="T30" fmla="*/ 564 w 875"/>
                  <a:gd name="T31" fmla="*/ 2336 h 942"/>
                  <a:gd name="T32" fmla="*/ 670 w 875"/>
                  <a:gd name="T33" fmla="*/ 1847 h 942"/>
                  <a:gd name="T34" fmla="*/ 724 w 875"/>
                  <a:gd name="T35" fmla="*/ 1334 h 942"/>
                  <a:gd name="T36" fmla="*/ 830 w 875"/>
                  <a:gd name="T37" fmla="*/ 1031 h 942"/>
                  <a:gd name="T38" fmla="*/ 874 w 875"/>
                  <a:gd name="T39" fmla="*/ 912 h 942"/>
                  <a:gd name="T40" fmla="*/ 908 w 875"/>
                  <a:gd name="T41" fmla="*/ 706 h 942"/>
                  <a:gd name="T42" fmla="*/ 1169 w 875"/>
                  <a:gd name="T43" fmla="*/ 734 h 942"/>
                  <a:gd name="T44" fmla="*/ 1782 w 875"/>
                  <a:gd name="T45" fmla="*/ 1002 h 942"/>
                  <a:gd name="T46" fmla="*/ 1782 w 875"/>
                  <a:gd name="T47" fmla="*/ 1169 h 942"/>
                  <a:gd name="T48" fmla="*/ 1767 w 875"/>
                  <a:gd name="T49" fmla="*/ 1576 h 942"/>
                  <a:gd name="T50" fmla="*/ 1758 w 875"/>
                  <a:gd name="T51" fmla="*/ 1739 h 942"/>
                  <a:gd name="T52" fmla="*/ 1698 w 875"/>
                  <a:gd name="T53" fmla="*/ 2130 h 942"/>
                  <a:gd name="T54" fmla="*/ 1644 w 875"/>
                  <a:gd name="T55" fmla="*/ 2232 h 942"/>
                  <a:gd name="T56" fmla="*/ 1793 w 875"/>
                  <a:gd name="T57" fmla="*/ 2399 h 942"/>
                  <a:gd name="T58" fmla="*/ 2042 w 875"/>
                  <a:gd name="T59" fmla="*/ 2508 h 942"/>
                  <a:gd name="T60" fmla="*/ 2317 w 875"/>
                  <a:gd name="T61" fmla="*/ 2532 h 942"/>
                  <a:gd name="T62" fmla="*/ 2334 w 875"/>
                  <a:gd name="T63" fmla="*/ 2044 h 942"/>
                  <a:gd name="T64" fmla="*/ 2350 w 875"/>
                  <a:gd name="T65" fmla="*/ 1617 h 942"/>
                  <a:gd name="T66" fmla="*/ 2359 w 875"/>
                  <a:gd name="T67" fmla="*/ 915 h 942"/>
                  <a:gd name="T68" fmla="*/ 2172 w 875"/>
                  <a:gd name="T69" fmla="*/ 452 h 942"/>
                  <a:gd name="T70" fmla="*/ 1381 w 875"/>
                  <a:gd name="T71" fmla="*/ 133 h 942"/>
                  <a:gd name="T72" fmla="*/ 631 w 875"/>
                  <a:gd name="T73" fmla="*/ 102 h 942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875" h="942">
                    <a:moveTo>
                      <a:pt x="31" y="81"/>
                    </a:moveTo>
                    <a:cubicBezTo>
                      <a:pt x="31" y="81"/>
                      <a:pt x="40" y="109"/>
                      <a:pt x="27" y="117"/>
                    </a:cubicBezTo>
                    <a:cubicBezTo>
                      <a:pt x="13" y="126"/>
                      <a:pt x="13" y="127"/>
                      <a:pt x="11" y="141"/>
                    </a:cubicBezTo>
                    <a:cubicBezTo>
                      <a:pt x="9" y="155"/>
                      <a:pt x="0" y="168"/>
                      <a:pt x="9" y="169"/>
                    </a:cubicBezTo>
                    <a:cubicBezTo>
                      <a:pt x="18" y="170"/>
                      <a:pt x="21" y="168"/>
                      <a:pt x="21" y="183"/>
                    </a:cubicBezTo>
                    <a:cubicBezTo>
                      <a:pt x="21" y="199"/>
                      <a:pt x="17" y="213"/>
                      <a:pt x="29" y="220"/>
                    </a:cubicBezTo>
                    <a:cubicBezTo>
                      <a:pt x="41" y="228"/>
                      <a:pt x="45" y="229"/>
                      <a:pt x="56" y="242"/>
                    </a:cubicBezTo>
                    <a:cubicBezTo>
                      <a:pt x="67" y="255"/>
                      <a:pt x="71" y="259"/>
                      <a:pt x="81" y="257"/>
                    </a:cubicBezTo>
                    <a:cubicBezTo>
                      <a:pt x="81" y="257"/>
                      <a:pt x="87" y="270"/>
                      <a:pt x="80" y="280"/>
                    </a:cubicBezTo>
                    <a:cubicBezTo>
                      <a:pt x="72" y="290"/>
                      <a:pt x="71" y="292"/>
                      <a:pt x="74" y="303"/>
                    </a:cubicBezTo>
                    <a:cubicBezTo>
                      <a:pt x="77" y="314"/>
                      <a:pt x="79" y="312"/>
                      <a:pt x="79" y="327"/>
                    </a:cubicBezTo>
                    <a:cubicBezTo>
                      <a:pt x="79" y="341"/>
                      <a:pt x="86" y="340"/>
                      <a:pt x="74" y="352"/>
                    </a:cubicBezTo>
                    <a:cubicBezTo>
                      <a:pt x="62" y="363"/>
                      <a:pt x="61" y="361"/>
                      <a:pt x="62" y="374"/>
                    </a:cubicBezTo>
                    <a:cubicBezTo>
                      <a:pt x="63" y="387"/>
                      <a:pt x="69" y="393"/>
                      <a:pt x="62" y="398"/>
                    </a:cubicBezTo>
                    <a:cubicBezTo>
                      <a:pt x="56" y="404"/>
                      <a:pt x="56" y="409"/>
                      <a:pt x="56" y="418"/>
                    </a:cubicBezTo>
                    <a:cubicBezTo>
                      <a:pt x="56" y="426"/>
                      <a:pt x="63" y="433"/>
                      <a:pt x="56" y="438"/>
                    </a:cubicBezTo>
                    <a:cubicBezTo>
                      <a:pt x="48" y="444"/>
                      <a:pt x="48" y="447"/>
                      <a:pt x="47" y="467"/>
                    </a:cubicBezTo>
                    <a:cubicBezTo>
                      <a:pt x="46" y="486"/>
                      <a:pt x="53" y="489"/>
                      <a:pt x="54" y="499"/>
                    </a:cubicBezTo>
                    <a:cubicBezTo>
                      <a:pt x="55" y="509"/>
                      <a:pt x="48" y="515"/>
                      <a:pt x="46" y="524"/>
                    </a:cubicBezTo>
                    <a:cubicBezTo>
                      <a:pt x="44" y="533"/>
                      <a:pt x="42" y="532"/>
                      <a:pt x="41" y="546"/>
                    </a:cubicBezTo>
                    <a:cubicBezTo>
                      <a:pt x="40" y="560"/>
                      <a:pt x="37" y="574"/>
                      <a:pt x="37" y="592"/>
                    </a:cubicBezTo>
                    <a:cubicBezTo>
                      <a:pt x="37" y="611"/>
                      <a:pt x="42" y="613"/>
                      <a:pt x="34" y="636"/>
                    </a:cubicBezTo>
                    <a:cubicBezTo>
                      <a:pt x="27" y="659"/>
                      <a:pt x="24" y="659"/>
                      <a:pt x="24" y="686"/>
                    </a:cubicBezTo>
                    <a:cubicBezTo>
                      <a:pt x="24" y="713"/>
                      <a:pt x="27" y="709"/>
                      <a:pt x="25" y="743"/>
                    </a:cubicBezTo>
                    <a:cubicBezTo>
                      <a:pt x="24" y="777"/>
                      <a:pt x="29" y="782"/>
                      <a:pt x="25" y="801"/>
                    </a:cubicBezTo>
                    <a:cubicBezTo>
                      <a:pt x="22" y="819"/>
                      <a:pt x="12" y="813"/>
                      <a:pt x="25" y="827"/>
                    </a:cubicBezTo>
                    <a:cubicBezTo>
                      <a:pt x="38" y="841"/>
                      <a:pt x="69" y="858"/>
                      <a:pt x="76" y="868"/>
                    </a:cubicBezTo>
                    <a:cubicBezTo>
                      <a:pt x="84" y="878"/>
                      <a:pt x="88" y="899"/>
                      <a:pt x="104" y="910"/>
                    </a:cubicBezTo>
                    <a:cubicBezTo>
                      <a:pt x="119" y="921"/>
                      <a:pt x="135" y="935"/>
                      <a:pt x="151" y="937"/>
                    </a:cubicBezTo>
                    <a:cubicBezTo>
                      <a:pt x="168" y="939"/>
                      <a:pt x="187" y="933"/>
                      <a:pt x="197" y="930"/>
                    </a:cubicBezTo>
                    <a:cubicBezTo>
                      <a:pt x="207" y="926"/>
                      <a:pt x="210" y="934"/>
                      <a:pt x="208" y="913"/>
                    </a:cubicBezTo>
                    <a:cubicBezTo>
                      <a:pt x="205" y="893"/>
                      <a:pt x="199" y="894"/>
                      <a:pt x="209" y="861"/>
                    </a:cubicBezTo>
                    <a:cubicBezTo>
                      <a:pt x="219" y="829"/>
                      <a:pt x="233" y="776"/>
                      <a:pt x="234" y="747"/>
                    </a:cubicBezTo>
                    <a:cubicBezTo>
                      <a:pt x="235" y="719"/>
                      <a:pt x="242" y="705"/>
                      <a:pt x="248" y="680"/>
                    </a:cubicBezTo>
                    <a:cubicBezTo>
                      <a:pt x="253" y="655"/>
                      <a:pt x="263" y="605"/>
                      <a:pt x="263" y="573"/>
                    </a:cubicBezTo>
                    <a:cubicBezTo>
                      <a:pt x="263" y="540"/>
                      <a:pt x="260" y="520"/>
                      <a:pt x="268" y="491"/>
                    </a:cubicBezTo>
                    <a:cubicBezTo>
                      <a:pt x="277" y="463"/>
                      <a:pt x="283" y="453"/>
                      <a:pt x="292" y="429"/>
                    </a:cubicBezTo>
                    <a:cubicBezTo>
                      <a:pt x="302" y="404"/>
                      <a:pt x="303" y="389"/>
                      <a:pt x="307" y="380"/>
                    </a:cubicBezTo>
                    <a:cubicBezTo>
                      <a:pt x="312" y="370"/>
                      <a:pt x="314" y="369"/>
                      <a:pt x="314" y="357"/>
                    </a:cubicBezTo>
                    <a:cubicBezTo>
                      <a:pt x="314" y="345"/>
                      <a:pt x="314" y="345"/>
                      <a:pt x="323" y="336"/>
                    </a:cubicBezTo>
                    <a:cubicBezTo>
                      <a:pt x="331" y="328"/>
                      <a:pt x="342" y="317"/>
                      <a:pt x="341" y="303"/>
                    </a:cubicBezTo>
                    <a:cubicBezTo>
                      <a:pt x="340" y="289"/>
                      <a:pt x="336" y="260"/>
                      <a:pt x="336" y="260"/>
                    </a:cubicBezTo>
                    <a:cubicBezTo>
                      <a:pt x="336" y="260"/>
                      <a:pt x="364" y="261"/>
                      <a:pt x="382" y="260"/>
                    </a:cubicBezTo>
                    <a:cubicBezTo>
                      <a:pt x="401" y="259"/>
                      <a:pt x="414" y="261"/>
                      <a:pt x="432" y="270"/>
                    </a:cubicBezTo>
                    <a:cubicBezTo>
                      <a:pt x="451" y="279"/>
                      <a:pt x="537" y="317"/>
                      <a:pt x="563" y="332"/>
                    </a:cubicBezTo>
                    <a:cubicBezTo>
                      <a:pt x="589" y="347"/>
                      <a:pt x="635" y="374"/>
                      <a:pt x="659" y="369"/>
                    </a:cubicBezTo>
                    <a:cubicBezTo>
                      <a:pt x="659" y="369"/>
                      <a:pt x="659" y="373"/>
                      <a:pt x="660" y="395"/>
                    </a:cubicBezTo>
                    <a:cubicBezTo>
                      <a:pt x="661" y="417"/>
                      <a:pt x="665" y="406"/>
                      <a:pt x="659" y="431"/>
                    </a:cubicBezTo>
                    <a:cubicBezTo>
                      <a:pt x="652" y="456"/>
                      <a:pt x="657" y="482"/>
                      <a:pt x="655" y="511"/>
                    </a:cubicBezTo>
                    <a:cubicBezTo>
                      <a:pt x="652" y="540"/>
                      <a:pt x="662" y="561"/>
                      <a:pt x="653" y="581"/>
                    </a:cubicBezTo>
                    <a:cubicBezTo>
                      <a:pt x="645" y="602"/>
                      <a:pt x="645" y="600"/>
                      <a:pt x="647" y="614"/>
                    </a:cubicBezTo>
                    <a:cubicBezTo>
                      <a:pt x="649" y="628"/>
                      <a:pt x="655" y="624"/>
                      <a:pt x="650" y="641"/>
                    </a:cubicBezTo>
                    <a:cubicBezTo>
                      <a:pt x="646" y="659"/>
                      <a:pt x="635" y="700"/>
                      <a:pt x="632" y="724"/>
                    </a:cubicBezTo>
                    <a:cubicBezTo>
                      <a:pt x="629" y="744"/>
                      <a:pt x="622" y="765"/>
                      <a:pt x="628" y="785"/>
                    </a:cubicBezTo>
                    <a:cubicBezTo>
                      <a:pt x="624" y="786"/>
                      <a:pt x="621" y="790"/>
                      <a:pt x="619" y="793"/>
                    </a:cubicBezTo>
                    <a:cubicBezTo>
                      <a:pt x="608" y="806"/>
                      <a:pt x="613" y="809"/>
                      <a:pt x="608" y="822"/>
                    </a:cubicBezTo>
                    <a:cubicBezTo>
                      <a:pt x="603" y="835"/>
                      <a:pt x="609" y="848"/>
                      <a:pt x="620" y="860"/>
                    </a:cubicBezTo>
                    <a:cubicBezTo>
                      <a:pt x="631" y="872"/>
                      <a:pt x="643" y="879"/>
                      <a:pt x="663" y="884"/>
                    </a:cubicBezTo>
                    <a:cubicBezTo>
                      <a:pt x="684" y="890"/>
                      <a:pt x="687" y="893"/>
                      <a:pt x="703" y="900"/>
                    </a:cubicBezTo>
                    <a:cubicBezTo>
                      <a:pt x="720" y="908"/>
                      <a:pt x="742" y="917"/>
                      <a:pt x="755" y="924"/>
                    </a:cubicBezTo>
                    <a:cubicBezTo>
                      <a:pt x="768" y="932"/>
                      <a:pt x="814" y="942"/>
                      <a:pt x="829" y="942"/>
                    </a:cubicBezTo>
                    <a:cubicBezTo>
                      <a:pt x="844" y="942"/>
                      <a:pt x="857" y="933"/>
                      <a:pt x="857" y="933"/>
                    </a:cubicBezTo>
                    <a:cubicBezTo>
                      <a:pt x="857" y="933"/>
                      <a:pt x="850" y="843"/>
                      <a:pt x="854" y="809"/>
                    </a:cubicBezTo>
                    <a:cubicBezTo>
                      <a:pt x="859" y="776"/>
                      <a:pt x="862" y="792"/>
                      <a:pt x="863" y="753"/>
                    </a:cubicBezTo>
                    <a:cubicBezTo>
                      <a:pt x="864" y="714"/>
                      <a:pt x="870" y="687"/>
                      <a:pt x="870" y="673"/>
                    </a:cubicBezTo>
                    <a:cubicBezTo>
                      <a:pt x="870" y="659"/>
                      <a:pt x="869" y="625"/>
                      <a:pt x="869" y="596"/>
                    </a:cubicBezTo>
                    <a:cubicBezTo>
                      <a:pt x="869" y="566"/>
                      <a:pt x="869" y="491"/>
                      <a:pt x="867" y="447"/>
                    </a:cubicBezTo>
                    <a:cubicBezTo>
                      <a:pt x="865" y="403"/>
                      <a:pt x="875" y="370"/>
                      <a:pt x="872" y="337"/>
                    </a:cubicBezTo>
                    <a:cubicBezTo>
                      <a:pt x="868" y="305"/>
                      <a:pt x="860" y="250"/>
                      <a:pt x="848" y="224"/>
                    </a:cubicBezTo>
                    <a:cubicBezTo>
                      <a:pt x="836" y="197"/>
                      <a:pt x="832" y="180"/>
                      <a:pt x="803" y="166"/>
                    </a:cubicBezTo>
                    <a:cubicBezTo>
                      <a:pt x="774" y="152"/>
                      <a:pt x="708" y="118"/>
                      <a:pt x="690" y="110"/>
                    </a:cubicBezTo>
                    <a:cubicBezTo>
                      <a:pt x="673" y="101"/>
                      <a:pt x="539" y="55"/>
                      <a:pt x="510" y="49"/>
                    </a:cubicBezTo>
                    <a:cubicBezTo>
                      <a:pt x="482" y="42"/>
                      <a:pt x="430" y="46"/>
                      <a:pt x="407" y="45"/>
                    </a:cubicBezTo>
                    <a:cubicBezTo>
                      <a:pt x="384" y="43"/>
                      <a:pt x="326" y="0"/>
                      <a:pt x="233" y="37"/>
                    </a:cubicBezTo>
                    <a:cubicBezTo>
                      <a:pt x="139" y="74"/>
                      <a:pt x="31" y="81"/>
                      <a:pt x="31" y="81"/>
                    </a:cubicBezTo>
                    <a:close/>
                  </a:path>
                </a:pathLst>
              </a:custGeom>
              <a:solidFill>
                <a:srgbClr val="A089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7663" name="Freeform 79">
                <a:extLst>
                  <a:ext uri="{FF2B5EF4-FFF2-40B4-BE49-F238E27FC236}">
                    <a16:creationId xmlns:a16="http://schemas.microsoft.com/office/drawing/2014/main" id="{828954E8-CD0A-44F2-9985-2F6CE7FAF94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310" y="2100"/>
                <a:ext cx="1184" cy="1286"/>
              </a:xfrm>
              <a:custGeom>
                <a:avLst/>
                <a:gdLst>
                  <a:gd name="T0" fmla="*/ 84 w 850"/>
                  <a:gd name="T1" fmla="*/ 166 h 922"/>
                  <a:gd name="T2" fmla="*/ 29 w 850"/>
                  <a:gd name="T3" fmla="*/ 329 h 922"/>
                  <a:gd name="T4" fmla="*/ 56 w 850"/>
                  <a:gd name="T5" fmla="*/ 442 h 922"/>
                  <a:gd name="T6" fmla="*/ 152 w 850"/>
                  <a:gd name="T7" fmla="*/ 603 h 922"/>
                  <a:gd name="T8" fmla="*/ 216 w 850"/>
                  <a:gd name="T9" fmla="*/ 706 h 922"/>
                  <a:gd name="T10" fmla="*/ 213 w 850"/>
                  <a:gd name="T11" fmla="*/ 833 h 922"/>
                  <a:gd name="T12" fmla="*/ 167 w 850"/>
                  <a:gd name="T13" fmla="*/ 961 h 922"/>
                  <a:gd name="T14" fmla="*/ 152 w 850"/>
                  <a:gd name="T15" fmla="*/ 1080 h 922"/>
                  <a:gd name="T16" fmla="*/ 127 w 850"/>
                  <a:gd name="T17" fmla="*/ 1212 h 922"/>
                  <a:gd name="T18" fmla="*/ 124 w 850"/>
                  <a:gd name="T19" fmla="*/ 1368 h 922"/>
                  <a:gd name="T20" fmla="*/ 100 w 850"/>
                  <a:gd name="T21" fmla="*/ 1552 h 922"/>
                  <a:gd name="T22" fmla="*/ 64 w 850"/>
                  <a:gd name="T23" fmla="*/ 1808 h 922"/>
                  <a:gd name="T24" fmla="*/ 68 w 850"/>
                  <a:gd name="T25" fmla="*/ 2119 h 922"/>
                  <a:gd name="T26" fmla="*/ 206 w 850"/>
                  <a:gd name="T27" fmla="*/ 2301 h 922"/>
                  <a:gd name="T28" fmla="*/ 408 w 850"/>
                  <a:gd name="T29" fmla="*/ 2488 h 922"/>
                  <a:gd name="T30" fmla="*/ 426 w 850"/>
                  <a:gd name="T31" fmla="*/ 2414 h 922"/>
                  <a:gd name="T32" fmla="*/ 216 w 850"/>
                  <a:gd name="T33" fmla="*/ 2191 h 922"/>
                  <a:gd name="T34" fmla="*/ 216 w 850"/>
                  <a:gd name="T35" fmla="*/ 1961 h 922"/>
                  <a:gd name="T36" fmla="*/ 238 w 850"/>
                  <a:gd name="T37" fmla="*/ 1671 h 922"/>
                  <a:gd name="T38" fmla="*/ 256 w 850"/>
                  <a:gd name="T39" fmla="*/ 1428 h 922"/>
                  <a:gd name="T40" fmla="*/ 291 w 850"/>
                  <a:gd name="T41" fmla="*/ 1300 h 922"/>
                  <a:gd name="T42" fmla="*/ 297 w 850"/>
                  <a:gd name="T43" fmla="*/ 1134 h 922"/>
                  <a:gd name="T44" fmla="*/ 316 w 850"/>
                  <a:gd name="T45" fmla="*/ 1025 h 922"/>
                  <a:gd name="T46" fmla="*/ 350 w 850"/>
                  <a:gd name="T47" fmla="*/ 901 h 922"/>
                  <a:gd name="T48" fmla="*/ 350 w 850"/>
                  <a:gd name="T49" fmla="*/ 769 h 922"/>
                  <a:gd name="T50" fmla="*/ 365 w 850"/>
                  <a:gd name="T51" fmla="*/ 644 h 922"/>
                  <a:gd name="T52" fmla="*/ 226 w 850"/>
                  <a:gd name="T53" fmla="*/ 543 h 922"/>
                  <a:gd name="T54" fmla="*/ 171 w 850"/>
                  <a:gd name="T55" fmla="*/ 404 h 922"/>
                  <a:gd name="T56" fmla="*/ 219 w 850"/>
                  <a:gd name="T57" fmla="*/ 262 h 922"/>
                  <a:gd name="T58" fmla="*/ 776 w 850"/>
                  <a:gd name="T59" fmla="*/ 46 h 922"/>
                  <a:gd name="T60" fmla="*/ 631 w 850"/>
                  <a:gd name="T61" fmla="*/ 46 h 922"/>
                  <a:gd name="T62" fmla="*/ 2049 w 850"/>
                  <a:gd name="T63" fmla="*/ 2386 h 922"/>
                  <a:gd name="T64" fmla="*/ 1822 w 850"/>
                  <a:gd name="T65" fmla="*/ 2280 h 922"/>
                  <a:gd name="T66" fmla="*/ 1818 w 850"/>
                  <a:gd name="T67" fmla="*/ 2098 h 922"/>
                  <a:gd name="T68" fmla="*/ 1855 w 850"/>
                  <a:gd name="T69" fmla="*/ 1911 h 922"/>
                  <a:gd name="T70" fmla="*/ 1894 w 850"/>
                  <a:gd name="T71" fmla="*/ 1612 h 922"/>
                  <a:gd name="T72" fmla="*/ 1917 w 850"/>
                  <a:gd name="T73" fmla="*/ 1332 h 922"/>
                  <a:gd name="T74" fmla="*/ 1931 w 850"/>
                  <a:gd name="T75" fmla="*/ 1017 h 922"/>
                  <a:gd name="T76" fmla="*/ 1670 w 850"/>
                  <a:gd name="T77" fmla="*/ 847 h 922"/>
                  <a:gd name="T78" fmla="*/ 1181 w 850"/>
                  <a:gd name="T79" fmla="*/ 651 h 922"/>
                  <a:gd name="T80" fmla="*/ 1169 w 850"/>
                  <a:gd name="T81" fmla="*/ 679 h 922"/>
                  <a:gd name="T82" fmla="*/ 1782 w 850"/>
                  <a:gd name="T83" fmla="*/ 947 h 922"/>
                  <a:gd name="T84" fmla="*/ 1782 w 850"/>
                  <a:gd name="T85" fmla="*/ 1114 h 922"/>
                  <a:gd name="T86" fmla="*/ 1766 w 850"/>
                  <a:gd name="T87" fmla="*/ 1522 h 922"/>
                  <a:gd name="T88" fmla="*/ 1756 w 850"/>
                  <a:gd name="T89" fmla="*/ 1685 h 922"/>
                  <a:gd name="T90" fmla="*/ 1698 w 850"/>
                  <a:gd name="T91" fmla="*/ 2075 h 922"/>
                  <a:gd name="T92" fmla="*/ 1644 w 850"/>
                  <a:gd name="T93" fmla="*/ 2177 h 922"/>
                  <a:gd name="T94" fmla="*/ 1793 w 850"/>
                  <a:gd name="T95" fmla="*/ 2345 h 922"/>
                  <a:gd name="T96" fmla="*/ 2041 w 850"/>
                  <a:gd name="T97" fmla="*/ 2453 h 922"/>
                  <a:gd name="T98" fmla="*/ 2297 w 850"/>
                  <a:gd name="T99" fmla="*/ 2488 h 922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0" t="0" r="r" b="b"/>
                <a:pathLst>
                  <a:path w="850" h="922">
                    <a:moveTo>
                      <a:pt x="233" y="17"/>
                    </a:moveTo>
                    <a:cubicBezTo>
                      <a:pt x="139" y="54"/>
                      <a:pt x="31" y="61"/>
                      <a:pt x="31" y="61"/>
                    </a:cubicBezTo>
                    <a:cubicBezTo>
                      <a:pt x="31" y="61"/>
                      <a:pt x="40" y="89"/>
                      <a:pt x="27" y="97"/>
                    </a:cubicBezTo>
                    <a:cubicBezTo>
                      <a:pt x="13" y="106"/>
                      <a:pt x="13" y="107"/>
                      <a:pt x="11" y="121"/>
                    </a:cubicBezTo>
                    <a:cubicBezTo>
                      <a:pt x="9" y="135"/>
                      <a:pt x="0" y="148"/>
                      <a:pt x="9" y="149"/>
                    </a:cubicBezTo>
                    <a:cubicBezTo>
                      <a:pt x="18" y="150"/>
                      <a:pt x="21" y="148"/>
                      <a:pt x="21" y="163"/>
                    </a:cubicBezTo>
                    <a:cubicBezTo>
                      <a:pt x="21" y="179"/>
                      <a:pt x="17" y="193"/>
                      <a:pt x="29" y="200"/>
                    </a:cubicBezTo>
                    <a:cubicBezTo>
                      <a:pt x="41" y="208"/>
                      <a:pt x="45" y="209"/>
                      <a:pt x="56" y="222"/>
                    </a:cubicBezTo>
                    <a:cubicBezTo>
                      <a:pt x="67" y="235"/>
                      <a:pt x="71" y="239"/>
                      <a:pt x="81" y="237"/>
                    </a:cubicBezTo>
                    <a:cubicBezTo>
                      <a:pt x="81" y="237"/>
                      <a:pt x="87" y="250"/>
                      <a:pt x="80" y="260"/>
                    </a:cubicBezTo>
                    <a:cubicBezTo>
                      <a:pt x="72" y="270"/>
                      <a:pt x="71" y="272"/>
                      <a:pt x="74" y="283"/>
                    </a:cubicBezTo>
                    <a:cubicBezTo>
                      <a:pt x="77" y="294"/>
                      <a:pt x="79" y="292"/>
                      <a:pt x="79" y="307"/>
                    </a:cubicBezTo>
                    <a:cubicBezTo>
                      <a:pt x="79" y="321"/>
                      <a:pt x="86" y="320"/>
                      <a:pt x="74" y="332"/>
                    </a:cubicBezTo>
                    <a:cubicBezTo>
                      <a:pt x="62" y="343"/>
                      <a:pt x="61" y="341"/>
                      <a:pt x="62" y="354"/>
                    </a:cubicBezTo>
                    <a:cubicBezTo>
                      <a:pt x="63" y="367"/>
                      <a:pt x="69" y="373"/>
                      <a:pt x="62" y="378"/>
                    </a:cubicBezTo>
                    <a:cubicBezTo>
                      <a:pt x="56" y="384"/>
                      <a:pt x="56" y="389"/>
                      <a:pt x="56" y="398"/>
                    </a:cubicBezTo>
                    <a:cubicBezTo>
                      <a:pt x="56" y="406"/>
                      <a:pt x="63" y="413"/>
                      <a:pt x="56" y="418"/>
                    </a:cubicBezTo>
                    <a:cubicBezTo>
                      <a:pt x="48" y="424"/>
                      <a:pt x="48" y="427"/>
                      <a:pt x="47" y="447"/>
                    </a:cubicBezTo>
                    <a:cubicBezTo>
                      <a:pt x="46" y="466"/>
                      <a:pt x="53" y="469"/>
                      <a:pt x="54" y="479"/>
                    </a:cubicBezTo>
                    <a:cubicBezTo>
                      <a:pt x="55" y="489"/>
                      <a:pt x="48" y="495"/>
                      <a:pt x="46" y="504"/>
                    </a:cubicBezTo>
                    <a:cubicBezTo>
                      <a:pt x="44" y="513"/>
                      <a:pt x="42" y="512"/>
                      <a:pt x="41" y="526"/>
                    </a:cubicBezTo>
                    <a:cubicBezTo>
                      <a:pt x="40" y="540"/>
                      <a:pt x="37" y="554"/>
                      <a:pt x="37" y="572"/>
                    </a:cubicBezTo>
                    <a:cubicBezTo>
                      <a:pt x="37" y="591"/>
                      <a:pt x="42" y="593"/>
                      <a:pt x="34" y="616"/>
                    </a:cubicBezTo>
                    <a:cubicBezTo>
                      <a:pt x="27" y="639"/>
                      <a:pt x="24" y="639"/>
                      <a:pt x="24" y="666"/>
                    </a:cubicBezTo>
                    <a:cubicBezTo>
                      <a:pt x="24" y="693"/>
                      <a:pt x="27" y="689"/>
                      <a:pt x="25" y="723"/>
                    </a:cubicBezTo>
                    <a:cubicBezTo>
                      <a:pt x="24" y="757"/>
                      <a:pt x="29" y="762"/>
                      <a:pt x="25" y="781"/>
                    </a:cubicBezTo>
                    <a:cubicBezTo>
                      <a:pt x="22" y="799"/>
                      <a:pt x="12" y="793"/>
                      <a:pt x="25" y="807"/>
                    </a:cubicBezTo>
                    <a:cubicBezTo>
                      <a:pt x="38" y="821"/>
                      <a:pt x="69" y="838"/>
                      <a:pt x="76" y="848"/>
                    </a:cubicBezTo>
                    <a:cubicBezTo>
                      <a:pt x="84" y="858"/>
                      <a:pt x="88" y="879"/>
                      <a:pt x="104" y="890"/>
                    </a:cubicBezTo>
                    <a:cubicBezTo>
                      <a:pt x="119" y="901"/>
                      <a:pt x="135" y="915"/>
                      <a:pt x="151" y="917"/>
                    </a:cubicBezTo>
                    <a:cubicBezTo>
                      <a:pt x="164" y="919"/>
                      <a:pt x="179" y="915"/>
                      <a:pt x="190" y="912"/>
                    </a:cubicBezTo>
                    <a:cubicBezTo>
                      <a:pt x="179" y="906"/>
                      <a:pt x="168" y="898"/>
                      <a:pt x="158" y="890"/>
                    </a:cubicBezTo>
                    <a:cubicBezTo>
                      <a:pt x="143" y="879"/>
                      <a:pt x="138" y="858"/>
                      <a:pt x="131" y="848"/>
                    </a:cubicBezTo>
                    <a:cubicBezTo>
                      <a:pt x="123" y="838"/>
                      <a:pt x="93" y="821"/>
                      <a:pt x="80" y="807"/>
                    </a:cubicBezTo>
                    <a:cubicBezTo>
                      <a:pt x="67" y="793"/>
                      <a:pt x="76" y="799"/>
                      <a:pt x="80" y="781"/>
                    </a:cubicBezTo>
                    <a:cubicBezTo>
                      <a:pt x="83" y="762"/>
                      <a:pt x="79" y="757"/>
                      <a:pt x="80" y="723"/>
                    </a:cubicBezTo>
                    <a:cubicBezTo>
                      <a:pt x="81" y="689"/>
                      <a:pt x="79" y="693"/>
                      <a:pt x="79" y="666"/>
                    </a:cubicBezTo>
                    <a:cubicBezTo>
                      <a:pt x="79" y="639"/>
                      <a:pt x="81" y="639"/>
                      <a:pt x="88" y="616"/>
                    </a:cubicBezTo>
                    <a:cubicBezTo>
                      <a:pt x="96" y="593"/>
                      <a:pt x="92" y="591"/>
                      <a:pt x="92" y="572"/>
                    </a:cubicBezTo>
                    <a:cubicBezTo>
                      <a:pt x="92" y="554"/>
                      <a:pt x="94" y="540"/>
                      <a:pt x="95" y="526"/>
                    </a:cubicBezTo>
                    <a:cubicBezTo>
                      <a:pt x="96" y="512"/>
                      <a:pt x="98" y="513"/>
                      <a:pt x="100" y="504"/>
                    </a:cubicBezTo>
                    <a:cubicBezTo>
                      <a:pt x="102" y="495"/>
                      <a:pt x="109" y="489"/>
                      <a:pt x="108" y="479"/>
                    </a:cubicBezTo>
                    <a:cubicBezTo>
                      <a:pt x="107" y="469"/>
                      <a:pt x="100" y="466"/>
                      <a:pt x="101" y="447"/>
                    </a:cubicBezTo>
                    <a:cubicBezTo>
                      <a:pt x="102" y="427"/>
                      <a:pt x="102" y="424"/>
                      <a:pt x="110" y="418"/>
                    </a:cubicBezTo>
                    <a:cubicBezTo>
                      <a:pt x="118" y="413"/>
                      <a:pt x="110" y="406"/>
                      <a:pt x="110" y="398"/>
                    </a:cubicBezTo>
                    <a:cubicBezTo>
                      <a:pt x="110" y="389"/>
                      <a:pt x="110" y="384"/>
                      <a:pt x="117" y="378"/>
                    </a:cubicBezTo>
                    <a:cubicBezTo>
                      <a:pt x="123" y="373"/>
                      <a:pt x="118" y="367"/>
                      <a:pt x="117" y="354"/>
                    </a:cubicBezTo>
                    <a:cubicBezTo>
                      <a:pt x="115" y="341"/>
                      <a:pt x="117" y="343"/>
                      <a:pt x="129" y="332"/>
                    </a:cubicBezTo>
                    <a:cubicBezTo>
                      <a:pt x="140" y="320"/>
                      <a:pt x="133" y="321"/>
                      <a:pt x="133" y="307"/>
                    </a:cubicBezTo>
                    <a:cubicBezTo>
                      <a:pt x="133" y="292"/>
                      <a:pt x="132" y="294"/>
                      <a:pt x="129" y="283"/>
                    </a:cubicBezTo>
                    <a:cubicBezTo>
                      <a:pt x="125" y="272"/>
                      <a:pt x="126" y="270"/>
                      <a:pt x="134" y="260"/>
                    </a:cubicBezTo>
                    <a:cubicBezTo>
                      <a:pt x="142" y="250"/>
                      <a:pt x="135" y="237"/>
                      <a:pt x="135" y="237"/>
                    </a:cubicBezTo>
                    <a:cubicBezTo>
                      <a:pt x="125" y="239"/>
                      <a:pt x="121" y="235"/>
                      <a:pt x="110" y="222"/>
                    </a:cubicBezTo>
                    <a:cubicBezTo>
                      <a:pt x="99" y="209"/>
                      <a:pt x="95" y="208"/>
                      <a:pt x="83" y="200"/>
                    </a:cubicBezTo>
                    <a:cubicBezTo>
                      <a:pt x="71" y="193"/>
                      <a:pt x="75" y="179"/>
                      <a:pt x="75" y="163"/>
                    </a:cubicBezTo>
                    <a:cubicBezTo>
                      <a:pt x="75" y="148"/>
                      <a:pt x="72" y="150"/>
                      <a:pt x="63" y="149"/>
                    </a:cubicBezTo>
                    <a:cubicBezTo>
                      <a:pt x="55" y="148"/>
                      <a:pt x="63" y="135"/>
                      <a:pt x="66" y="121"/>
                    </a:cubicBezTo>
                    <a:cubicBezTo>
                      <a:pt x="68" y="107"/>
                      <a:pt x="68" y="106"/>
                      <a:pt x="81" y="97"/>
                    </a:cubicBezTo>
                    <a:cubicBezTo>
                      <a:pt x="94" y="89"/>
                      <a:pt x="85" y="61"/>
                      <a:pt x="85" y="61"/>
                    </a:cubicBezTo>
                    <a:cubicBezTo>
                      <a:pt x="85" y="61"/>
                      <a:pt x="194" y="54"/>
                      <a:pt x="287" y="17"/>
                    </a:cubicBezTo>
                    <a:cubicBezTo>
                      <a:pt x="304" y="10"/>
                      <a:pt x="319" y="6"/>
                      <a:pt x="334" y="4"/>
                    </a:cubicBezTo>
                    <a:cubicBezTo>
                      <a:pt x="306" y="0"/>
                      <a:pt x="273" y="1"/>
                      <a:pt x="233" y="17"/>
                    </a:cubicBezTo>
                    <a:close/>
                    <a:moveTo>
                      <a:pt x="810" y="904"/>
                    </a:moveTo>
                    <a:cubicBezTo>
                      <a:pt x="797" y="897"/>
                      <a:pt x="774" y="888"/>
                      <a:pt x="758" y="880"/>
                    </a:cubicBezTo>
                    <a:cubicBezTo>
                      <a:pt x="741" y="873"/>
                      <a:pt x="738" y="870"/>
                      <a:pt x="718" y="864"/>
                    </a:cubicBezTo>
                    <a:cubicBezTo>
                      <a:pt x="697" y="859"/>
                      <a:pt x="685" y="852"/>
                      <a:pt x="674" y="840"/>
                    </a:cubicBezTo>
                    <a:cubicBezTo>
                      <a:pt x="663" y="828"/>
                      <a:pt x="657" y="815"/>
                      <a:pt x="662" y="802"/>
                    </a:cubicBezTo>
                    <a:cubicBezTo>
                      <a:pt x="668" y="789"/>
                      <a:pt x="662" y="786"/>
                      <a:pt x="673" y="773"/>
                    </a:cubicBezTo>
                    <a:cubicBezTo>
                      <a:pt x="676" y="770"/>
                      <a:pt x="678" y="766"/>
                      <a:pt x="682" y="765"/>
                    </a:cubicBezTo>
                    <a:cubicBezTo>
                      <a:pt x="676" y="745"/>
                      <a:pt x="683" y="724"/>
                      <a:pt x="686" y="704"/>
                    </a:cubicBezTo>
                    <a:cubicBezTo>
                      <a:pt x="689" y="680"/>
                      <a:pt x="700" y="639"/>
                      <a:pt x="705" y="621"/>
                    </a:cubicBezTo>
                    <a:cubicBezTo>
                      <a:pt x="709" y="604"/>
                      <a:pt x="703" y="608"/>
                      <a:pt x="701" y="594"/>
                    </a:cubicBezTo>
                    <a:cubicBezTo>
                      <a:pt x="699" y="580"/>
                      <a:pt x="699" y="582"/>
                      <a:pt x="708" y="561"/>
                    </a:cubicBezTo>
                    <a:cubicBezTo>
                      <a:pt x="716" y="541"/>
                      <a:pt x="707" y="520"/>
                      <a:pt x="709" y="491"/>
                    </a:cubicBezTo>
                    <a:cubicBezTo>
                      <a:pt x="711" y="462"/>
                      <a:pt x="707" y="436"/>
                      <a:pt x="713" y="411"/>
                    </a:cubicBezTo>
                    <a:cubicBezTo>
                      <a:pt x="720" y="386"/>
                      <a:pt x="715" y="397"/>
                      <a:pt x="714" y="375"/>
                    </a:cubicBezTo>
                    <a:cubicBezTo>
                      <a:pt x="713" y="353"/>
                      <a:pt x="713" y="349"/>
                      <a:pt x="713" y="349"/>
                    </a:cubicBezTo>
                    <a:cubicBezTo>
                      <a:pt x="689" y="354"/>
                      <a:pt x="644" y="327"/>
                      <a:pt x="618" y="312"/>
                    </a:cubicBezTo>
                    <a:cubicBezTo>
                      <a:pt x="592" y="297"/>
                      <a:pt x="505" y="259"/>
                      <a:pt x="486" y="250"/>
                    </a:cubicBezTo>
                    <a:cubicBezTo>
                      <a:pt x="468" y="241"/>
                      <a:pt x="455" y="239"/>
                      <a:pt x="437" y="240"/>
                    </a:cubicBezTo>
                    <a:cubicBezTo>
                      <a:pt x="426" y="241"/>
                      <a:pt x="411" y="241"/>
                      <a:pt x="401" y="241"/>
                    </a:cubicBezTo>
                    <a:cubicBezTo>
                      <a:pt x="411" y="242"/>
                      <a:pt x="421" y="245"/>
                      <a:pt x="432" y="250"/>
                    </a:cubicBezTo>
                    <a:cubicBezTo>
                      <a:pt x="451" y="259"/>
                      <a:pt x="537" y="297"/>
                      <a:pt x="563" y="312"/>
                    </a:cubicBezTo>
                    <a:cubicBezTo>
                      <a:pt x="589" y="327"/>
                      <a:pt x="635" y="354"/>
                      <a:pt x="659" y="349"/>
                    </a:cubicBezTo>
                    <a:cubicBezTo>
                      <a:pt x="659" y="349"/>
                      <a:pt x="659" y="353"/>
                      <a:pt x="660" y="375"/>
                    </a:cubicBezTo>
                    <a:cubicBezTo>
                      <a:pt x="661" y="397"/>
                      <a:pt x="665" y="386"/>
                      <a:pt x="659" y="411"/>
                    </a:cubicBezTo>
                    <a:cubicBezTo>
                      <a:pt x="652" y="436"/>
                      <a:pt x="657" y="462"/>
                      <a:pt x="655" y="491"/>
                    </a:cubicBezTo>
                    <a:cubicBezTo>
                      <a:pt x="652" y="520"/>
                      <a:pt x="662" y="541"/>
                      <a:pt x="653" y="561"/>
                    </a:cubicBezTo>
                    <a:cubicBezTo>
                      <a:pt x="645" y="582"/>
                      <a:pt x="645" y="580"/>
                      <a:pt x="647" y="594"/>
                    </a:cubicBezTo>
                    <a:cubicBezTo>
                      <a:pt x="649" y="608"/>
                      <a:pt x="655" y="604"/>
                      <a:pt x="650" y="621"/>
                    </a:cubicBezTo>
                    <a:cubicBezTo>
                      <a:pt x="646" y="639"/>
                      <a:pt x="635" y="680"/>
                      <a:pt x="632" y="704"/>
                    </a:cubicBezTo>
                    <a:cubicBezTo>
                      <a:pt x="629" y="724"/>
                      <a:pt x="622" y="745"/>
                      <a:pt x="628" y="765"/>
                    </a:cubicBezTo>
                    <a:cubicBezTo>
                      <a:pt x="624" y="766"/>
                      <a:pt x="621" y="770"/>
                      <a:pt x="619" y="773"/>
                    </a:cubicBezTo>
                    <a:cubicBezTo>
                      <a:pt x="608" y="786"/>
                      <a:pt x="613" y="789"/>
                      <a:pt x="608" y="802"/>
                    </a:cubicBezTo>
                    <a:cubicBezTo>
                      <a:pt x="603" y="815"/>
                      <a:pt x="609" y="828"/>
                      <a:pt x="620" y="840"/>
                    </a:cubicBezTo>
                    <a:cubicBezTo>
                      <a:pt x="631" y="852"/>
                      <a:pt x="643" y="859"/>
                      <a:pt x="663" y="864"/>
                    </a:cubicBezTo>
                    <a:cubicBezTo>
                      <a:pt x="684" y="870"/>
                      <a:pt x="687" y="873"/>
                      <a:pt x="703" y="880"/>
                    </a:cubicBezTo>
                    <a:cubicBezTo>
                      <a:pt x="720" y="888"/>
                      <a:pt x="742" y="897"/>
                      <a:pt x="755" y="904"/>
                    </a:cubicBezTo>
                    <a:cubicBezTo>
                      <a:pt x="768" y="912"/>
                      <a:pt x="814" y="922"/>
                      <a:pt x="829" y="922"/>
                    </a:cubicBezTo>
                    <a:cubicBezTo>
                      <a:pt x="837" y="922"/>
                      <a:pt x="845" y="919"/>
                      <a:pt x="850" y="917"/>
                    </a:cubicBezTo>
                    <a:cubicBezTo>
                      <a:pt x="834" y="913"/>
                      <a:pt x="817" y="908"/>
                      <a:pt x="810" y="904"/>
                    </a:cubicBezTo>
                    <a:close/>
                  </a:path>
                </a:pathLst>
              </a:custGeom>
              <a:solidFill>
                <a:srgbClr val="9480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7664" name="Freeform 80">
                <a:extLst>
                  <a:ext uri="{FF2B5EF4-FFF2-40B4-BE49-F238E27FC236}">
                    <a16:creationId xmlns:a16="http://schemas.microsoft.com/office/drawing/2014/main" id="{B0813563-9FDE-4C11-BAFF-4DBB08867B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5" y="2102"/>
                <a:ext cx="1213" cy="1285"/>
              </a:xfrm>
              <a:custGeom>
                <a:avLst/>
                <a:gdLst>
                  <a:gd name="T0" fmla="*/ 60 w 870"/>
                  <a:gd name="T1" fmla="*/ 256 h 922"/>
                  <a:gd name="T2" fmla="*/ 14 w 870"/>
                  <a:gd name="T3" fmla="*/ 406 h 922"/>
                  <a:gd name="T4" fmla="*/ 46 w 870"/>
                  <a:gd name="T5" fmla="*/ 521 h 922"/>
                  <a:gd name="T6" fmla="*/ 208 w 870"/>
                  <a:gd name="T7" fmla="*/ 645 h 922"/>
                  <a:gd name="T8" fmla="*/ 187 w 870"/>
                  <a:gd name="T9" fmla="*/ 721 h 922"/>
                  <a:gd name="T10" fmla="*/ 204 w 870"/>
                  <a:gd name="T11" fmla="*/ 867 h 922"/>
                  <a:gd name="T12" fmla="*/ 153 w 870"/>
                  <a:gd name="T13" fmla="*/ 956 h 922"/>
                  <a:gd name="T14" fmla="*/ 146 w 870"/>
                  <a:gd name="T15" fmla="*/ 1114 h 922"/>
                  <a:gd name="T16" fmla="*/ 123 w 870"/>
                  <a:gd name="T17" fmla="*/ 1264 h 922"/>
                  <a:gd name="T18" fmla="*/ 95 w 870"/>
                  <a:gd name="T19" fmla="*/ 1422 h 922"/>
                  <a:gd name="T20" fmla="*/ 54 w 870"/>
                  <a:gd name="T21" fmla="*/ 1911 h 922"/>
                  <a:gd name="T22" fmla="*/ 39 w 870"/>
                  <a:gd name="T23" fmla="*/ 2146 h 922"/>
                  <a:gd name="T24" fmla="*/ 192 w 870"/>
                  <a:gd name="T25" fmla="*/ 2295 h 922"/>
                  <a:gd name="T26" fmla="*/ 523 w 870"/>
                  <a:gd name="T27" fmla="*/ 2463 h 922"/>
                  <a:gd name="T28" fmla="*/ 551 w 870"/>
                  <a:gd name="T29" fmla="*/ 2378 h 922"/>
                  <a:gd name="T30" fmla="*/ 705 w 870"/>
                  <a:gd name="T31" fmla="*/ 1494 h 922"/>
                  <a:gd name="T32" fmla="*/ 844 w 870"/>
                  <a:gd name="T33" fmla="*/ 909 h 922"/>
                  <a:gd name="T34" fmla="*/ 902 w 870"/>
                  <a:gd name="T35" fmla="*/ 647 h 922"/>
                  <a:gd name="T36" fmla="*/ 1160 w 870"/>
                  <a:gd name="T37" fmla="*/ 680 h 922"/>
                  <a:gd name="T38" fmla="*/ 1775 w 870"/>
                  <a:gd name="T39" fmla="*/ 942 h 922"/>
                  <a:gd name="T40" fmla="*/ 1761 w 870"/>
                  <a:gd name="T41" fmla="*/ 1213 h 922"/>
                  <a:gd name="T42" fmla="*/ 1740 w 870"/>
                  <a:gd name="T43" fmla="*/ 1554 h 922"/>
                  <a:gd name="T44" fmla="*/ 1697 w 870"/>
                  <a:gd name="T45" fmla="*/ 1900 h 922"/>
                  <a:gd name="T46" fmla="*/ 1663 w 870"/>
                  <a:gd name="T47" fmla="*/ 2088 h 922"/>
                  <a:gd name="T48" fmla="*/ 1843 w 870"/>
                  <a:gd name="T49" fmla="*/ 2360 h 922"/>
                  <a:gd name="T50" fmla="*/ 2316 w 870"/>
                  <a:gd name="T51" fmla="*/ 2471 h 922"/>
                  <a:gd name="T52" fmla="*/ 2323 w 870"/>
                  <a:gd name="T53" fmla="*/ 2065 h 922"/>
                  <a:gd name="T54" fmla="*/ 2342 w 870"/>
                  <a:gd name="T55" fmla="*/ 1119 h 922"/>
                  <a:gd name="T56" fmla="*/ 2168 w 870"/>
                  <a:gd name="T57" fmla="*/ 390 h 922"/>
                  <a:gd name="T58" fmla="*/ 1134 w 870"/>
                  <a:gd name="T59" fmla="*/ 60 h 922"/>
                  <a:gd name="T60" fmla="*/ 123 w 870"/>
                  <a:gd name="T61" fmla="*/ 153 h 922"/>
                  <a:gd name="T62" fmla="*/ 74 w 870"/>
                  <a:gd name="T63" fmla="*/ 167 h 922"/>
                  <a:gd name="T64" fmla="*/ 1134 w 870"/>
                  <a:gd name="T65" fmla="*/ 68 h 922"/>
                  <a:gd name="T66" fmla="*/ 2165 w 870"/>
                  <a:gd name="T67" fmla="*/ 394 h 922"/>
                  <a:gd name="T68" fmla="*/ 2333 w 870"/>
                  <a:gd name="T69" fmla="*/ 1119 h 922"/>
                  <a:gd name="T70" fmla="*/ 2316 w 870"/>
                  <a:gd name="T71" fmla="*/ 2063 h 922"/>
                  <a:gd name="T72" fmla="*/ 2309 w 870"/>
                  <a:gd name="T73" fmla="*/ 2467 h 922"/>
                  <a:gd name="T74" fmla="*/ 1849 w 870"/>
                  <a:gd name="T75" fmla="*/ 2353 h 922"/>
                  <a:gd name="T76" fmla="*/ 1670 w 870"/>
                  <a:gd name="T77" fmla="*/ 2092 h 922"/>
                  <a:gd name="T78" fmla="*/ 1705 w 870"/>
                  <a:gd name="T79" fmla="*/ 1904 h 922"/>
                  <a:gd name="T80" fmla="*/ 1747 w 870"/>
                  <a:gd name="T81" fmla="*/ 1555 h 922"/>
                  <a:gd name="T82" fmla="*/ 1769 w 870"/>
                  <a:gd name="T83" fmla="*/ 1213 h 922"/>
                  <a:gd name="T84" fmla="*/ 1779 w 870"/>
                  <a:gd name="T85" fmla="*/ 944 h 922"/>
                  <a:gd name="T86" fmla="*/ 1518 w 870"/>
                  <a:gd name="T87" fmla="*/ 839 h 922"/>
                  <a:gd name="T88" fmla="*/ 922 w 870"/>
                  <a:gd name="T89" fmla="*/ 645 h 922"/>
                  <a:gd name="T90" fmla="*/ 910 w 870"/>
                  <a:gd name="T91" fmla="*/ 769 h 922"/>
                  <a:gd name="T92" fmla="*/ 818 w 870"/>
                  <a:gd name="T93" fmla="*/ 969 h 922"/>
                  <a:gd name="T94" fmla="*/ 634 w 870"/>
                  <a:gd name="T95" fmla="*/ 1870 h 922"/>
                  <a:gd name="T96" fmla="*/ 551 w 870"/>
                  <a:gd name="T97" fmla="*/ 2442 h 922"/>
                  <a:gd name="T98" fmla="*/ 399 w 870"/>
                  <a:gd name="T99" fmla="*/ 2477 h 922"/>
                  <a:gd name="T100" fmla="*/ 114 w 870"/>
                  <a:gd name="T101" fmla="*/ 2222 h 922"/>
                  <a:gd name="T102" fmla="*/ 63 w 870"/>
                  <a:gd name="T103" fmla="*/ 2111 h 922"/>
                  <a:gd name="T104" fmla="*/ 64 w 870"/>
                  <a:gd name="T105" fmla="*/ 1727 h 922"/>
                  <a:gd name="T106" fmla="*/ 117 w 870"/>
                  <a:gd name="T107" fmla="*/ 1362 h 922"/>
                  <a:gd name="T108" fmla="*/ 123 w 870"/>
                  <a:gd name="T109" fmla="*/ 1208 h 922"/>
                  <a:gd name="T110" fmla="*/ 144 w 870"/>
                  <a:gd name="T111" fmla="*/ 1075 h 922"/>
                  <a:gd name="T112" fmla="*/ 163 w 870"/>
                  <a:gd name="T113" fmla="*/ 931 h 922"/>
                  <a:gd name="T114" fmla="*/ 206 w 870"/>
                  <a:gd name="T115" fmla="*/ 828 h 922"/>
                  <a:gd name="T116" fmla="*/ 220 w 870"/>
                  <a:gd name="T117" fmla="*/ 672 h 922"/>
                  <a:gd name="T118" fmla="*/ 144 w 870"/>
                  <a:gd name="T119" fmla="*/ 597 h 922"/>
                  <a:gd name="T120" fmla="*/ 49 w 870"/>
                  <a:gd name="T121" fmla="*/ 418 h 922"/>
                  <a:gd name="T122" fmla="*/ 14 w 870"/>
                  <a:gd name="T123" fmla="*/ 364 h 922"/>
                  <a:gd name="T124" fmla="*/ 75 w 870"/>
                  <a:gd name="T125" fmla="*/ 163 h 922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0" t="0" r="r" b="b"/>
                <a:pathLst>
                  <a:path w="870" h="922">
                    <a:moveTo>
                      <a:pt x="27" y="60"/>
                    </a:moveTo>
                    <a:cubicBezTo>
                      <a:pt x="25" y="61"/>
                      <a:pt x="25" y="61"/>
                      <a:pt x="25" y="61"/>
                    </a:cubicBezTo>
                    <a:cubicBezTo>
                      <a:pt x="25" y="61"/>
                      <a:pt x="26" y="61"/>
                      <a:pt x="26" y="62"/>
                    </a:cubicBezTo>
                    <a:cubicBezTo>
                      <a:pt x="27" y="65"/>
                      <a:pt x="28" y="72"/>
                      <a:pt x="28" y="78"/>
                    </a:cubicBezTo>
                    <a:cubicBezTo>
                      <a:pt x="28" y="82"/>
                      <a:pt x="28" y="85"/>
                      <a:pt x="27" y="88"/>
                    </a:cubicBezTo>
                    <a:cubicBezTo>
                      <a:pt x="26" y="91"/>
                      <a:pt x="24" y="93"/>
                      <a:pt x="22" y="95"/>
                    </a:cubicBezTo>
                    <a:cubicBezTo>
                      <a:pt x="15" y="99"/>
                      <a:pt x="12" y="102"/>
                      <a:pt x="10" y="105"/>
                    </a:cubicBezTo>
                    <a:cubicBezTo>
                      <a:pt x="7" y="109"/>
                      <a:pt x="7" y="113"/>
                      <a:pt x="6" y="120"/>
                    </a:cubicBezTo>
                    <a:cubicBezTo>
                      <a:pt x="5" y="124"/>
                      <a:pt x="4" y="129"/>
                      <a:pt x="2" y="133"/>
                    </a:cubicBezTo>
                    <a:cubicBezTo>
                      <a:pt x="1" y="137"/>
                      <a:pt x="0" y="141"/>
                      <a:pt x="0" y="144"/>
                    </a:cubicBezTo>
                    <a:cubicBezTo>
                      <a:pt x="0" y="145"/>
                      <a:pt x="0" y="147"/>
                      <a:pt x="1" y="148"/>
                    </a:cubicBezTo>
                    <a:cubicBezTo>
                      <a:pt x="2" y="149"/>
                      <a:pt x="3" y="150"/>
                      <a:pt x="5" y="150"/>
                    </a:cubicBezTo>
                    <a:cubicBezTo>
                      <a:pt x="7" y="150"/>
                      <a:pt x="9" y="150"/>
                      <a:pt x="10" y="150"/>
                    </a:cubicBezTo>
                    <a:cubicBezTo>
                      <a:pt x="12" y="150"/>
                      <a:pt x="12" y="151"/>
                      <a:pt x="13" y="151"/>
                    </a:cubicBezTo>
                    <a:cubicBezTo>
                      <a:pt x="14" y="151"/>
                      <a:pt x="14" y="152"/>
                      <a:pt x="15" y="154"/>
                    </a:cubicBezTo>
                    <a:cubicBezTo>
                      <a:pt x="15" y="155"/>
                      <a:pt x="16" y="158"/>
                      <a:pt x="16" y="162"/>
                    </a:cubicBezTo>
                    <a:cubicBezTo>
                      <a:pt x="16" y="169"/>
                      <a:pt x="15" y="175"/>
                      <a:pt x="15" y="181"/>
                    </a:cubicBezTo>
                    <a:cubicBezTo>
                      <a:pt x="15" y="185"/>
                      <a:pt x="15" y="188"/>
                      <a:pt x="17" y="192"/>
                    </a:cubicBezTo>
                    <a:cubicBezTo>
                      <a:pt x="18" y="195"/>
                      <a:pt x="20" y="198"/>
                      <a:pt x="24" y="201"/>
                    </a:cubicBezTo>
                    <a:cubicBezTo>
                      <a:pt x="30" y="204"/>
                      <a:pt x="34" y="207"/>
                      <a:pt x="38" y="209"/>
                    </a:cubicBezTo>
                    <a:cubicBezTo>
                      <a:pt x="42" y="212"/>
                      <a:pt x="45" y="215"/>
                      <a:pt x="51" y="222"/>
                    </a:cubicBezTo>
                    <a:cubicBezTo>
                      <a:pt x="55" y="227"/>
                      <a:pt x="59" y="231"/>
                      <a:pt x="62" y="234"/>
                    </a:cubicBezTo>
                    <a:cubicBezTo>
                      <a:pt x="65" y="237"/>
                      <a:pt x="69" y="238"/>
                      <a:pt x="72" y="238"/>
                    </a:cubicBezTo>
                    <a:cubicBezTo>
                      <a:pt x="74" y="238"/>
                      <a:pt x="75" y="238"/>
                      <a:pt x="77" y="238"/>
                    </a:cubicBezTo>
                    <a:cubicBezTo>
                      <a:pt x="77" y="236"/>
                      <a:pt x="77" y="236"/>
                      <a:pt x="77" y="236"/>
                    </a:cubicBezTo>
                    <a:cubicBezTo>
                      <a:pt x="75" y="237"/>
                      <a:pt x="75" y="237"/>
                      <a:pt x="75" y="237"/>
                    </a:cubicBezTo>
                    <a:cubicBezTo>
                      <a:pt x="75" y="237"/>
                      <a:pt x="75" y="237"/>
                      <a:pt x="75" y="237"/>
                    </a:cubicBezTo>
                    <a:cubicBezTo>
                      <a:pt x="76" y="238"/>
                      <a:pt x="78" y="242"/>
                      <a:pt x="78" y="248"/>
                    </a:cubicBezTo>
                    <a:cubicBezTo>
                      <a:pt x="78" y="251"/>
                      <a:pt x="77" y="255"/>
                      <a:pt x="74" y="258"/>
                    </a:cubicBezTo>
                    <a:cubicBezTo>
                      <a:pt x="72" y="261"/>
                      <a:pt x="70" y="264"/>
                      <a:pt x="69" y="266"/>
                    </a:cubicBezTo>
                    <a:cubicBezTo>
                      <a:pt x="68" y="268"/>
                      <a:pt x="67" y="270"/>
                      <a:pt x="67" y="273"/>
                    </a:cubicBezTo>
                    <a:cubicBezTo>
                      <a:pt x="67" y="276"/>
                      <a:pt x="68" y="278"/>
                      <a:pt x="69" y="282"/>
                    </a:cubicBezTo>
                    <a:cubicBezTo>
                      <a:pt x="70" y="288"/>
                      <a:pt x="72" y="290"/>
                      <a:pt x="72" y="293"/>
                    </a:cubicBezTo>
                    <a:cubicBezTo>
                      <a:pt x="73" y="295"/>
                      <a:pt x="73" y="299"/>
                      <a:pt x="73" y="306"/>
                    </a:cubicBezTo>
                    <a:cubicBezTo>
                      <a:pt x="73" y="310"/>
                      <a:pt x="74" y="313"/>
                      <a:pt x="74" y="315"/>
                    </a:cubicBezTo>
                    <a:cubicBezTo>
                      <a:pt x="75" y="317"/>
                      <a:pt x="75" y="319"/>
                      <a:pt x="75" y="320"/>
                    </a:cubicBezTo>
                    <a:cubicBezTo>
                      <a:pt x="75" y="321"/>
                      <a:pt x="75" y="322"/>
                      <a:pt x="74" y="323"/>
                    </a:cubicBezTo>
                    <a:cubicBezTo>
                      <a:pt x="73" y="325"/>
                      <a:pt x="72" y="327"/>
                      <a:pt x="69" y="329"/>
                    </a:cubicBezTo>
                    <a:cubicBezTo>
                      <a:pt x="64" y="334"/>
                      <a:pt x="61" y="337"/>
                      <a:pt x="59" y="339"/>
                    </a:cubicBezTo>
                    <a:cubicBezTo>
                      <a:pt x="58" y="340"/>
                      <a:pt x="58" y="341"/>
                      <a:pt x="57" y="343"/>
                    </a:cubicBezTo>
                    <a:cubicBezTo>
                      <a:pt x="57" y="344"/>
                      <a:pt x="56" y="346"/>
                      <a:pt x="56" y="348"/>
                    </a:cubicBezTo>
                    <a:cubicBezTo>
                      <a:pt x="56" y="349"/>
                      <a:pt x="57" y="351"/>
                      <a:pt x="57" y="353"/>
                    </a:cubicBezTo>
                    <a:cubicBezTo>
                      <a:pt x="58" y="362"/>
                      <a:pt x="60" y="367"/>
                      <a:pt x="60" y="371"/>
                    </a:cubicBezTo>
                    <a:cubicBezTo>
                      <a:pt x="60" y="373"/>
                      <a:pt x="59" y="374"/>
                      <a:pt x="57" y="376"/>
                    </a:cubicBezTo>
                    <a:cubicBezTo>
                      <a:pt x="54" y="379"/>
                      <a:pt x="52" y="382"/>
                      <a:pt x="51" y="385"/>
                    </a:cubicBezTo>
                    <a:cubicBezTo>
                      <a:pt x="50" y="389"/>
                      <a:pt x="50" y="392"/>
                      <a:pt x="50" y="397"/>
                    </a:cubicBezTo>
                    <a:cubicBezTo>
                      <a:pt x="50" y="400"/>
                      <a:pt x="51" y="403"/>
                      <a:pt x="52" y="405"/>
                    </a:cubicBezTo>
                    <a:cubicBezTo>
                      <a:pt x="53" y="408"/>
                      <a:pt x="54" y="410"/>
                      <a:pt x="54" y="411"/>
                    </a:cubicBezTo>
                    <a:cubicBezTo>
                      <a:pt x="54" y="412"/>
                      <a:pt x="54" y="413"/>
                      <a:pt x="53" y="414"/>
                    </a:cubicBezTo>
                    <a:cubicBezTo>
                      <a:pt x="53" y="415"/>
                      <a:pt x="52" y="415"/>
                      <a:pt x="51" y="416"/>
                    </a:cubicBezTo>
                    <a:cubicBezTo>
                      <a:pt x="47" y="419"/>
                      <a:pt x="45" y="421"/>
                      <a:pt x="44" y="426"/>
                    </a:cubicBezTo>
                    <a:cubicBezTo>
                      <a:pt x="42" y="430"/>
                      <a:pt x="42" y="436"/>
                      <a:pt x="42" y="445"/>
                    </a:cubicBezTo>
                    <a:cubicBezTo>
                      <a:pt x="42" y="447"/>
                      <a:pt x="41" y="448"/>
                      <a:pt x="41" y="450"/>
                    </a:cubicBezTo>
                    <a:cubicBezTo>
                      <a:pt x="41" y="458"/>
                      <a:pt x="43" y="463"/>
                      <a:pt x="45" y="467"/>
                    </a:cubicBezTo>
                    <a:cubicBezTo>
                      <a:pt x="46" y="471"/>
                      <a:pt x="48" y="474"/>
                      <a:pt x="48" y="478"/>
                    </a:cubicBezTo>
                    <a:cubicBezTo>
                      <a:pt x="48" y="479"/>
                      <a:pt x="48" y="480"/>
                      <a:pt x="48" y="480"/>
                    </a:cubicBezTo>
                    <a:cubicBezTo>
                      <a:pt x="48" y="484"/>
                      <a:pt x="47" y="488"/>
                      <a:pt x="45" y="491"/>
                    </a:cubicBezTo>
                    <a:cubicBezTo>
                      <a:pt x="44" y="495"/>
                      <a:pt x="42" y="498"/>
                      <a:pt x="41" y="503"/>
                    </a:cubicBezTo>
                    <a:cubicBezTo>
                      <a:pt x="40" y="507"/>
                      <a:pt x="39" y="509"/>
                      <a:pt x="38" y="511"/>
                    </a:cubicBezTo>
                    <a:cubicBezTo>
                      <a:pt x="36" y="514"/>
                      <a:pt x="36" y="517"/>
                      <a:pt x="35" y="525"/>
                    </a:cubicBezTo>
                    <a:cubicBezTo>
                      <a:pt x="34" y="539"/>
                      <a:pt x="32" y="553"/>
                      <a:pt x="32" y="571"/>
                    </a:cubicBezTo>
                    <a:cubicBezTo>
                      <a:pt x="32" y="581"/>
                      <a:pt x="33" y="587"/>
                      <a:pt x="33" y="593"/>
                    </a:cubicBezTo>
                    <a:cubicBezTo>
                      <a:pt x="33" y="598"/>
                      <a:pt x="32" y="604"/>
                      <a:pt x="29" y="614"/>
                    </a:cubicBezTo>
                    <a:cubicBezTo>
                      <a:pt x="25" y="626"/>
                      <a:pt x="22" y="631"/>
                      <a:pt x="21" y="638"/>
                    </a:cubicBezTo>
                    <a:cubicBezTo>
                      <a:pt x="19" y="644"/>
                      <a:pt x="19" y="651"/>
                      <a:pt x="19" y="665"/>
                    </a:cubicBezTo>
                    <a:cubicBezTo>
                      <a:pt x="19" y="686"/>
                      <a:pt x="20" y="689"/>
                      <a:pt x="20" y="706"/>
                    </a:cubicBezTo>
                    <a:cubicBezTo>
                      <a:pt x="20" y="710"/>
                      <a:pt x="20" y="715"/>
                      <a:pt x="20" y="722"/>
                    </a:cubicBezTo>
                    <a:cubicBezTo>
                      <a:pt x="20" y="726"/>
                      <a:pt x="20" y="730"/>
                      <a:pt x="20" y="733"/>
                    </a:cubicBezTo>
                    <a:cubicBezTo>
                      <a:pt x="20" y="749"/>
                      <a:pt x="21" y="758"/>
                      <a:pt x="21" y="766"/>
                    </a:cubicBezTo>
                    <a:cubicBezTo>
                      <a:pt x="21" y="770"/>
                      <a:pt x="21" y="774"/>
                      <a:pt x="20" y="779"/>
                    </a:cubicBezTo>
                    <a:cubicBezTo>
                      <a:pt x="19" y="785"/>
                      <a:pt x="17" y="788"/>
                      <a:pt x="16" y="790"/>
                    </a:cubicBezTo>
                    <a:cubicBezTo>
                      <a:pt x="15" y="791"/>
                      <a:pt x="15" y="792"/>
                      <a:pt x="14" y="793"/>
                    </a:cubicBezTo>
                    <a:cubicBezTo>
                      <a:pt x="14" y="794"/>
                      <a:pt x="13" y="795"/>
                      <a:pt x="13" y="796"/>
                    </a:cubicBezTo>
                    <a:cubicBezTo>
                      <a:pt x="13" y="797"/>
                      <a:pt x="14" y="799"/>
                      <a:pt x="15" y="800"/>
                    </a:cubicBezTo>
                    <a:cubicBezTo>
                      <a:pt x="16" y="802"/>
                      <a:pt x="18" y="804"/>
                      <a:pt x="20" y="807"/>
                    </a:cubicBezTo>
                    <a:cubicBezTo>
                      <a:pt x="27" y="814"/>
                      <a:pt x="38" y="822"/>
                      <a:pt x="48" y="829"/>
                    </a:cubicBezTo>
                    <a:cubicBezTo>
                      <a:pt x="53" y="833"/>
                      <a:pt x="58" y="836"/>
                      <a:pt x="62" y="839"/>
                    </a:cubicBezTo>
                    <a:cubicBezTo>
                      <a:pt x="66" y="843"/>
                      <a:pt x="70" y="845"/>
                      <a:pt x="71" y="848"/>
                    </a:cubicBezTo>
                    <a:cubicBezTo>
                      <a:pt x="75" y="853"/>
                      <a:pt x="78" y="860"/>
                      <a:pt x="82" y="868"/>
                    </a:cubicBezTo>
                    <a:cubicBezTo>
                      <a:pt x="86" y="876"/>
                      <a:pt x="91" y="885"/>
                      <a:pt x="99" y="890"/>
                    </a:cubicBezTo>
                    <a:cubicBezTo>
                      <a:pt x="106" y="896"/>
                      <a:pt x="114" y="902"/>
                      <a:pt x="122" y="907"/>
                    </a:cubicBezTo>
                    <a:cubicBezTo>
                      <a:pt x="130" y="912"/>
                      <a:pt x="139" y="917"/>
                      <a:pt x="147" y="918"/>
                    </a:cubicBezTo>
                    <a:cubicBezTo>
                      <a:pt x="149" y="918"/>
                      <a:pt x="152" y="918"/>
                      <a:pt x="154" y="918"/>
                    </a:cubicBezTo>
                    <a:cubicBezTo>
                      <a:pt x="169" y="918"/>
                      <a:pt x="185" y="913"/>
                      <a:pt x="193" y="910"/>
                    </a:cubicBezTo>
                    <a:cubicBezTo>
                      <a:pt x="197" y="909"/>
                      <a:pt x="199" y="909"/>
                      <a:pt x="202" y="909"/>
                    </a:cubicBezTo>
                    <a:cubicBezTo>
                      <a:pt x="202" y="909"/>
                      <a:pt x="203" y="909"/>
                      <a:pt x="204" y="908"/>
                    </a:cubicBezTo>
                    <a:cubicBezTo>
                      <a:pt x="204" y="908"/>
                      <a:pt x="205" y="907"/>
                      <a:pt x="205" y="906"/>
                    </a:cubicBezTo>
                    <a:cubicBezTo>
                      <a:pt x="206" y="905"/>
                      <a:pt x="206" y="903"/>
                      <a:pt x="206" y="902"/>
                    </a:cubicBezTo>
                    <a:cubicBezTo>
                      <a:pt x="206" y="899"/>
                      <a:pt x="206" y="896"/>
                      <a:pt x="205" y="892"/>
                    </a:cubicBezTo>
                    <a:cubicBezTo>
                      <a:pt x="204" y="886"/>
                      <a:pt x="203" y="882"/>
                      <a:pt x="203" y="878"/>
                    </a:cubicBezTo>
                    <a:cubicBezTo>
                      <a:pt x="202" y="874"/>
                      <a:pt x="201" y="871"/>
                      <a:pt x="201" y="867"/>
                    </a:cubicBezTo>
                    <a:cubicBezTo>
                      <a:pt x="201" y="861"/>
                      <a:pt x="202" y="854"/>
                      <a:pt x="206" y="841"/>
                    </a:cubicBezTo>
                    <a:cubicBezTo>
                      <a:pt x="216" y="808"/>
                      <a:pt x="230" y="755"/>
                      <a:pt x="231" y="727"/>
                    </a:cubicBezTo>
                    <a:cubicBezTo>
                      <a:pt x="232" y="713"/>
                      <a:pt x="234" y="702"/>
                      <a:pt x="237" y="692"/>
                    </a:cubicBezTo>
                    <a:cubicBezTo>
                      <a:pt x="239" y="682"/>
                      <a:pt x="243" y="672"/>
                      <a:pt x="245" y="660"/>
                    </a:cubicBezTo>
                    <a:cubicBezTo>
                      <a:pt x="251" y="635"/>
                      <a:pt x="260" y="585"/>
                      <a:pt x="260" y="552"/>
                    </a:cubicBezTo>
                    <a:cubicBezTo>
                      <a:pt x="260" y="538"/>
                      <a:pt x="260" y="526"/>
                      <a:pt x="260" y="515"/>
                    </a:cubicBezTo>
                    <a:cubicBezTo>
                      <a:pt x="260" y="500"/>
                      <a:pt x="261" y="487"/>
                      <a:pt x="266" y="471"/>
                    </a:cubicBezTo>
                    <a:cubicBezTo>
                      <a:pt x="274" y="443"/>
                      <a:pt x="280" y="433"/>
                      <a:pt x="290" y="408"/>
                    </a:cubicBezTo>
                    <a:cubicBezTo>
                      <a:pt x="299" y="383"/>
                      <a:pt x="301" y="369"/>
                      <a:pt x="305" y="359"/>
                    </a:cubicBezTo>
                    <a:cubicBezTo>
                      <a:pt x="307" y="355"/>
                      <a:pt x="309" y="352"/>
                      <a:pt x="310" y="349"/>
                    </a:cubicBezTo>
                    <a:cubicBezTo>
                      <a:pt x="311" y="345"/>
                      <a:pt x="311" y="342"/>
                      <a:pt x="311" y="336"/>
                    </a:cubicBezTo>
                    <a:cubicBezTo>
                      <a:pt x="311" y="330"/>
                      <a:pt x="312" y="327"/>
                      <a:pt x="312" y="325"/>
                    </a:cubicBezTo>
                    <a:cubicBezTo>
                      <a:pt x="313" y="323"/>
                      <a:pt x="315" y="321"/>
                      <a:pt x="320" y="316"/>
                    </a:cubicBezTo>
                    <a:cubicBezTo>
                      <a:pt x="324" y="312"/>
                      <a:pt x="329" y="308"/>
                      <a:pt x="332" y="302"/>
                    </a:cubicBezTo>
                    <a:cubicBezTo>
                      <a:pt x="336" y="297"/>
                      <a:pt x="339" y="291"/>
                      <a:pt x="339" y="284"/>
                    </a:cubicBezTo>
                    <a:cubicBezTo>
                      <a:pt x="339" y="283"/>
                      <a:pt x="339" y="282"/>
                      <a:pt x="339" y="282"/>
                    </a:cubicBezTo>
                    <a:cubicBezTo>
                      <a:pt x="337" y="267"/>
                      <a:pt x="333" y="239"/>
                      <a:pt x="333" y="239"/>
                    </a:cubicBezTo>
                    <a:cubicBezTo>
                      <a:pt x="332" y="239"/>
                      <a:pt x="332" y="239"/>
                      <a:pt x="332" y="239"/>
                    </a:cubicBezTo>
                    <a:cubicBezTo>
                      <a:pt x="332" y="241"/>
                      <a:pt x="332" y="241"/>
                      <a:pt x="332" y="241"/>
                    </a:cubicBezTo>
                    <a:cubicBezTo>
                      <a:pt x="332" y="241"/>
                      <a:pt x="344" y="241"/>
                      <a:pt x="358" y="241"/>
                    </a:cubicBezTo>
                    <a:cubicBezTo>
                      <a:pt x="365" y="241"/>
                      <a:pt x="372" y="241"/>
                      <a:pt x="378" y="241"/>
                    </a:cubicBezTo>
                    <a:cubicBezTo>
                      <a:pt x="381" y="241"/>
                      <a:pt x="384" y="241"/>
                      <a:pt x="387" y="241"/>
                    </a:cubicBezTo>
                    <a:cubicBezTo>
                      <a:pt x="401" y="241"/>
                      <a:pt x="412" y="243"/>
                      <a:pt x="428" y="251"/>
                    </a:cubicBezTo>
                    <a:cubicBezTo>
                      <a:pt x="437" y="255"/>
                      <a:pt x="463" y="267"/>
                      <a:pt x="490" y="279"/>
                    </a:cubicBezTo>
                    <a:cubicBezTo>
                      <a:pt x="518" y="291"/>
                      <a:pt x="546" y="305"/>
                      <a:pt x="559" y="312"/>
                    </a:cubicBezTo>
                    <a:cubicBezTo>
                      <a:pt x="571" y="319"/>
                      <a:pt x="587" y="329"/>
                      <a:pt x="603" y="336"/>
                    </a:cubicBezTo>
                    <a:cubicBezTo>
                      <a:pt x="619" y="344"/>
                      <a:pt x="635" y="350"/>
                      <a:pt x="648" y="350"/>
                    </a:cubicBezTo>
                    <a:cubicBezTo>
                      <a:pt x="651" y="350"/>
                      <a:pt x="653" y="350"/>
                      <a:pt x="655" y="349"/>
                    </a:cubicBezTo>
                    <a:cubicBezTo>
                      <a:pt x="655" y="348"/>
                      <a:pt x="655" y="348"/>
                      <a:pt x="655" y="348"/>
                    </a:cubicBezTo>
                    <a:cubicBezTo>
                      <a:pt x="653" y="348"/>
                      <a:pt x="653" y="348"/>
                      <a:pt x="653" y="348"/>
                    </a:cubicBezTo>
                    <a:cubicBezTo>
                      <a:pt x="653" y="348"/>
                      <a:pt x="653" y="352"/>
                      <a:pt x="654" y="374"/>
                    </a:cubicBezTo>
                    <a:cubicBezTo>
                      <a:pt x="655" y="380"/>
                      <a:pt x="655" y="384"/>
                      <a:pt x="656" y="387"/>
                    </a:cubicBezTo>
                    <a:cubicBezTo>
                      <a:pt x="657" y="389"/>
                      <a:pt x="657" y="391"/>
                      <a:pt x="657" y="392"/>
                    </a:cubicBezTo>
                    <a:cubicBezTo>
                      <a:pt x="657" y="395"/>
                      <a:pt x="656" y="399"/>
                      <a:pt x="653" y="409"/>
                    </a:cubicBezTo>
                    <a:cubicBezTo>
                      <a:pt x="650" y="422"/>
                      <a:pt x="650" y="435"/>
                      <a:pt x="650" y="448"/>
                    </a:cubicBezTo>
                    <a:cubicBezTo>
                      <a:pt x="650" y="455"/>
                      <a:pt x="650" y="462"/>
                      <a:pt x="650" y="469"/>
                    </a:cubicBezTo>
                    <a:cubicBezTo>
                      <a:pt x="650" y="476"/>
                      <a:pt x="650" y="483"/>
                      <a:pt x="649" y="490"/>
                    </a:cubicBezTo>
                    <a:cubicBezTo>
                      <a:pt x="649" y="493"/>
                      <a:pt x="649" y="496"/>
                      <a:pt x="649" y="499"/>
                    </a:cubicBezTo>
                    <a:cubicBezTo>
                      <a:pt x="649" y="515"/>
                      <a:pt x="652" y="528"/>
                      <a:pt x="652" y="540"/>
                    </a:cubicBezTo>
                    <a:cubicBezTo>
                      <a:pt x="652" y="547"/>
                      <a:pt x="651" y="554"/>
                      <a:pt x="648" y="560"/>
                    </a:cubicBezTo>
                    <a:cubicBezTo>
                      <a:pt x="645" y="567"/>
                      <a:pt x="643" y="571"/>
                      <a:pt x="642" y="574"/>
                    </a:cubicBezTo>
                    <a:cubicBezTo>
                      <a:pt x="641" y="578"/>
                      <a:pt x="640" y="580"/>
                      <a:pt x="640" y="583"/>
                    </a:cubicBezTo>
                    <a:cubicBezTo>
                      <a:pt x="640" y="586"/>
                      <a:pt x="641" y="589"/>
                      <a:pt x="641" y="593"/>
                    </a:cubicBezTo>
                    <a:cubicBezTo>
                      <a:pt x="642" y="599"/>
                      <a:pt x="644" y="601"/>
                      <a:pt x="645" y="604"/>
                    </a:cubicBezTo>
                    <a:cubicBezTo>
                      <a:pt x="646" y="606"/>
                      <a:pt x="646" y="607"/>
                      <a:pt x="646" y="610"/>
                    </a:cubicBezTo>
                    <a:cubicBezTo>
                      <a:pt x="646" y="612"/>
                      <a:pt x="646" y="615"/>
                      <a:pt x="645" y="620"/>
                    </a:cubicBezTo>
                    <a:cubicBezTo>
                      <a:pt x="640" y="637"/>
                      <a:pt x="630" y="678"/>
                      <a:pt x="626" y="702"/>
                    </a:cubicBezTo>
                    <a:cubicBezTo>
                      <a:pt x="624" y="717"/>
                      <a:pt x="620" y="732"/>
                      <a:pt x="620" y="747"/>
                    </a:cubicBezTo>
                    <a:cubicBezTo>
                      <a:pt x="620" y="753"/>
                      <a:pt x="621" y="759"/>
                      <a:pt x="622" y="764"/>
                    </a:cubicBezTo>
                    <a:cubicBezTo>
                      <a:pt x="624" y="764"/>
                      <a:pt x="624" y="764"/>
                      <a:pt x="624" y="764"/>
                    </a:cubicBezTo>
                    <a:cubicBezTo>
                      <a:pt x="623" y="763"/>
                      <a:pt x="623" y="763"/>
                      <a:pt x="623" y="763"/>
                    </a:cubicBezTo>
                    <a:cubicBezTo>
                      <a:pt x="621" y="763"/>
                      <a:pt x="619" y="765"/>
                      <a:pt x="618" y="766"/>
                    </a:cubicBezTo>
                    <a:cubicBezTo>
                      <a:pt x="616" y="768"/>
                      <a:pt x="615" y="770"/>
                      <a:pt x="614" y="771"/>
                    </a:cubicBezTo>
                    <a:cubicBezTo>
                      <a:pt x="608" y="778"/>
                      <a:pt x="607" y="782"/>
                      <a:pt x="606" y="786"/>
                    </a:cubicBezTo>
                    <a:cubicBezTo>
                      <a:pt x="605" y="791"/>
                      <a:pt x="605" y="794"/>
                      <a:pt x="603" y="801"/>
                    </a:cubicBezTo>
                    <a:cubicBezTo>
                      <a:pt x="601" y="804"/>
                      <a:pt x="600" y="808"/>
                      <a:pt x="600" y="811"/>
                    </a:cubicBezTo>
                    <a:cubicBezTo>
                      <a:pt x="600" y="821"/>
                      <a:pt x="606" y="831"/>
                      <a:pt x="615" y="840"/>
                    </a:cubicBezTo>
                    <a:cubicBezTo>
                      <a:pt x="626" y="852"/>
                      <a:pt x="638" y="859"/>
                      <a:pt x="659" y="865"/>
                    </a:cubicBezTo>
                    <a:cubicBezTo>
                      <a:pt x="669" y="867"/>
                      <a:pt x="675" y="869"/>
                      <a:pt x="680" y="872"/>
                    </a:cubicBezTo>
                    <a:cubicBezTo>
                      <a:pt x="686" y="874"/>
                      <a:pt x="691" y="877"/>
                      <a:pt x="699" y="881"/>
                    </a:cubicBezTo>
                    <a:cubicBezTo>
                      <a:pt x="715" y="888"/>
                      <a:pt x="738" y="897"/>
                      <a:pt x="751" y="905"/>
                    </a:cubicBezTo>
                    <a:cubicBezTo>
                      <a:pt x="754" y="907"/>
                      <a:pt x="759" y="909"/>
                      <a:pt x="766" y="911"/>
                    </a:cubicBezTo>
                    <a:cubicBezTo>
                      <a:pt x="775" y="914"/>
                      <a:pt x="787" y="916"/>
                      <a:pt x="798" y="919"/>
                    </a:cubicBezTo>
                    <a:cubicBezTo>
                      <a:pt x="809" y="921"/>
                      <a:pt x="819" y="922"/>
                      <a:pt x="825" y="922"/>
                    </a:cubicBezTo>
                    <a:cubicBezTo>
                      <a:pt x="841" y="922"/>
                      <a:pt x="854" y="913"/>
                      <a:pt x="854" y="913"/>
                    </a:cubicBezTo>
                    <a:cubicBezTo>
                      <a:pt x="855" y="913"/>
                      <a:pt x="855" y="913"/>
                      <a:pt x="855" y="913"/>
                    </a:cubicBezTo>
                    <a:cubicBezTo>
                      <a:pt x="855" y="912"/>
                      <a:pt x="855" y="912"/>
                      <a:pt x="855" y="912"/>
                    </a:cubicBezTo>
                    <a:cubicBezTo>
                      <a:pt x="855" y="912"/>
                      <a:pt x="855" y="908"/>
                      <a:pt x="854" y="903"/>
                    </a:cubicBezTo>
                    <a:cubicBezTo>
                      <a:pt x="853" y="886"/>
                      <a:pt x="850" y="847"/>
                      <a:pt x="850" y="817"/>
                    </a:cubicBezTo>
                    <a:cubicBezTo>
                      <a:pt x="850" y="806"/>
                      <a:pt x="851" y="796"/>
                      <a:pt x="852" y="788"/>
                    </a:cubicBezTo>
                    <a:cubicBezTo>
                      <a:pt x="854" y="772"/>
                      <a:pt x="856" y="768"/>
                      <a:pt x="857" y="763"/>
                    </a:cubicBezTo>
                    <a:cubicBezTo>
                      <a:pt x="859" y="757"/>
                      <a:pt x="860" y="751"/>
                      <a:pt x="860" y="732"/>
                    </a:cubicBezTo>
                    <a:cubicBezTo>
                      <a:pt x="861" y="712"/>
                      <a:pt x="863" y="696"/>
                      <a:pt x="865" y="683"/>
                    </a:cubicBezTo>
                    <a:cubicBezTo>
                      <a:pt x="866" y="669"/>
                      <a:pt x="868" y="659"/>
                      <a:pt x="868" y="652"/>
                    </a:cubicBezTo>
                    <a:cubicBezTo>
                      <a:pt x="868" y="637"/>
                      <a:pt x="867" y="604"/>
                      <a:pt x="867" y="575"/>
                    </a:cubicBezTo>
                    <a:cubicBezTo>
                      <a:pt x="867" y="545"/>
                      <a:pt x="867" y="470"/>
                      <a:pt x="865" y="426"/>
                    </a:cubicBezTo>
                    <a:cubicBezTo>
                      <a:pt x="864" y="421"/>
                      <a:pt x="864" y="417"/>
                      <a:pt x="864" y="413"/>
                    </a:cubicBezTo>
                    <a:cubicBezTo>
                      <a:pt x="864" y="381"/>
                      <a:pt x="870" y="356"/>
                      <a:pt x="870" y="331"/>
                    </a:cubicBezTo>
                    <a:cubicBezTo>
                      <a:pt x="870" y="326"/>
                      <a:pt x="869" y="321"/>
                      <a:pt x="869" y="316"/>
                    </a:cubicBezTo>
                    <a:cubicBezTo>
                      <a:pt x="867" y="300"/>
                      <a:pt x="864" y="278"/>
                      <a:pt x="860" y="257"/>
                    </a:cubicBezTo>
                    <a:cubicBezTo>
                      <a:pt x="856" y="236"/>
                      <a:pt x="851" y="215"/>
                      <a:pt x="845" y="202"/>
                    </a:cubicBezTo>
                    <a:cubicBezTo>
                      <a:pt x="839" y="189"/>
                      <a:pt x="835" y="178"/>
                      <a:pt x="829" y="168"/>
                    </a:cubicBezTo>
                    <a:cubicBezTo>
                      <a:pt x="823" y="159"/>
                      <a:pt x="815" y="151"/>
                      <a:pt x="800" y="144"/>
                    </a:cubicBezTo>
                    <a:cubicBezTo>
                      <a:pt x="771" y="130"/>
                      <a:pt x="704" y="96"/>
                      <a:pt x="687" y="87"/>
                    </a:cubicBezTo>
                    <a:cubicBezTo>
                      <a:pt x="683" y="85"/>
                      <a:pt x="671" y="81"/>
                      <a:pt x="655" y="75"/>
                    </a:cubicBezTo>
                    <a:cubicBezTo>
                      <a:pt x="632" y="67"/>
                      <a:pt x="600" y="56"/>
                      <a:pt x="572" y="46"/>
                    </a:cubicBezTo>
                    <a:cubicBezTo>
                      <a:pt x="543" y="37"/>
                      <a:pt x="517" y="29"/>
                      <a:pt x="507" y="26"/>
                    </a:cubicBezTo>
                    <a:cubicBezTo>
                      <a:pt x="491" y="23"/>
                      <a:pt x="467" y="22"/>
                      <a:pt x="446" y="22"/>
                    </a:cubicBezTo>
                    <a:cubicBezTo>
                      <a:pt x="436" y="22"/>
                      <a:pt x="426" y="22"/>
                      <a:pt x="418" y="22"/>
                    </a:cubicBezTo>
                    <a:cubicBezTo>
                      <a:pt x="412" y="22"/>
                      <a:pt x="407" y="22"/>
                      <a:pt x="403" y="22"/>
                    </a:cubicBezTo>
                    <a:cubicBezTo>
                      <a:pt x="400" y="22"/>
                      <a:pt x="395" y="20"/>
                      <a:pt x="388" y="18"/>
                    </a:cubicBezTo>
                    <a:cubicBezTo>
                      <a:pt x="370" y="12"/>
                      <a:pt x="341" y="0"/>
                      <a:pt x="303" y="0"/>
                    </a:cubicBezTo>
                    <a:cubicBezTo>
                      <a:pt x="281" y="0"/>
                      <a:pt x="256" y="4"/>
                      <a:pt x="228" y="15"/>
                    </a:cubicBezTo>
                    <a:cubicBezTo>
                      <a:pt x="182" y="33"/>
                      <a:pt x="131" y="44"/>
                      <a:pt x="92" y="51"/>
                    </a:cubicBezTo>
                    <a:cubicBezTo>
                      <a:pt x="73" y="54"/>
                      <a:pt x="57" y="56"/>
                      <a:pt x="45" y="57"/>
                    </a:cubicBezTo>
                    <a:cubicBezTo>
                      <a:pt x="39" y="58"/>
                      <a:pt x="35" y="58"/>
                      <a:pt x="32" y="59"/>
                    </a:cubicBezTo>
                    <a:cubicBezTo>
                      <a:pt x="28" y="59"/>
                      <a:pt x="27" y="59"/>
                      <a:pt x="27" y="59"/>
                    </a:cubicBezTo>
                    <a:cubicBezTo>
                      <a:pt x="25" y="59"/>
                      <a:pt x="25" y="59"/>
                      <a:pt x="25" y="59"/>
                    </a:cubicBezTo>
                    <a:cubicBezTo>
                      <a:pt x="25" y="61"/>
                      <a:pt x="25" y="61"/>
                      <a:pt x="25" y="61"/>
                    </a:cubicBezTo>
                    <a:cubicBezTo>
                      <a:pt x="27" y="60"/>
                      <a:pt x="27" y="60"/>
                      <a:pt x="27" y="60"/>
                    </a:cubicBezTo>
                    <a:cubicBezTo>
                      <a:pt x="27" y="62"/>
                      <a:pt x="27" y="62"/>
                      <a:pt x="27" y="62"/>
                    </a:cubicBezTo>
                    <a:cubicBezTo>
                      <a:pt x="27" y="62"/>
                      <a:pt x="136" y="54"/>
                      <a:pt x="229" y="17"/>
                    </a:cubicBezTo>
                    <a:cubicBezTo>
                      <a:pt x="257" y="6"/>
                      <a:pt x="281" y="3"/>
                      <a:pt x="303" y="3"/>
                    </a:cubicBezTo>
                    <a:cubicBezTo>
                      <a:pt x="328" y="3"/>
                      <a:pt x="349" y="8"/>
                      <a:pt x="366" y="13"/>
                    </a:cubicBezTo>
                    <a:cubicBezTo>
                      <a:pt x="374" y="16"/>
                      <a:pt x="381" y="19"/>
                      <a:pt x="387" y="21"/>
                    </a:cubicBezTo>
                    <a:cubicBezTo>
                      <a:pt x="394" y="23"/>
                      <a:pt x="399" y="25"/>
                      <a:pt x="403" y="25"/>
                    </a:cubicBezTo>
                    <a:cubicBezTo>
                      <a:pt x="407" y="25"/>
                      <a:pt x="412" y="25"/>
                      <a:pt x="418" y="25"/>
                    </a:cubicBezTo>
                    <a:cubicBezTo>
                      <a:pt x="426" y="25"/>
                      <a:pt x="436" y="25"/>
                      <a:pt x="446" y="25"/>
                    </a:cubicBezTo>
                    <a:cubicBezTo>
                      <a:pt x="467" y="25"/>
                      <a:pt x="490" y="26"/>
                      <a:pt x="506" y="29"/>
                    </a:cubicBezTo>
                    <a:cubicBezTo>
                      <a:pt x="520" y="33"/>
                      <a:pt x="561" y="46"/>
                      <a:pt x="600" y="59"/>
                    </a:cubicBezTo>
                    <a:cubicBezTo>
                      <a:pt x="620" y="65"/>
                      <a:pt x="639" y="72"/>
                      <a:pt x="654" y="78"/>
                    </a:cubicBezTo>
                    <a:cubicBezTo>
                      <a:pt x="670" y="83"/>
                      <a:pt x="682" y="88"/>
                      <a:pt x="686" y="90"/>
                    </a:cubicBezTo>
                    <a:cubicBezTo>
                      <a:pt x="703" y="99"/>
                      <a:pt x="769" y="132"/>
                      <a:pt x="799" y="146"/>
                    </a:cubicBezTo>
                    <a:cubicBezTo>
                      <a:pt x="813" y="153"/>
                      <a:pt x="821" y="161"/>
                      <a:pt x="827" y="170"/>
                    </a:cubicBezTo>
                    <a:cubicBezTo>
                      <a:pt x="833" y="179"/>
                      <a:pt x="836" y="190"/>
                      <a:pt x="842" y="203"/>
                    </a:cubicBezTo>
                    <a:cubicBezTo>
                      <a:pt x="848" y="216"/>
                      <a:pt x="853" y="236"/>
                      <a:pt x="857" y="257"/>
                    </a:cubicBezTo>
                    <a:cubicBezTo>
                      <a:pt x="861" y="278"/>
                      <a:pt x="864" y="300"/>
                      <a:pt x="866" y="317"/>
                    </a:cubicBezTo>
                    <a:cubicBezTo>
                      <a:pt x="866" y="321"/>
                      <a:pt x="867" y="326"/>
                      <a:pt x="867" y="331"/>
                    </a:cubicBezTo>
                    <a:cubicBezTo>
                      <a:pt x="867" y="355"/>
                      <a:pt x="861" y="381"/>
                      <a:pt x="861" y="413"/>
                    </a:cubicBezTo>
                    <a:cubicBezTo>
                      <a:pt x="861" y="417"/>
                      <a:pt x="861" y="422"/>
                      <a:pt x="862" y="426"/>
                    </a:cubicBezTo>
                    <a:cubicBezTo>
                      <a:pt x="864" y="470"/>
                      <a:pt x="864" y="545"/>
                      <a:pt x="864" y="575"/>
                    </a:cubicBezTo>
                    <a:cubicBezTo>
                      <a:pt x="864" y="604"/>
                      <a:pt x="865" y="638"/>
                      <a:pt x="865" y="652"/>
                    </a:cubicBezTo>
                    <a:cubicBezTo>
                      <a:pt x="865" y="658"/>
                      <a:pt x="863" y="669"/>
                      <a:pt x="862" y="682"/>
                    </a:cubicBezTo>
                    <a:cubicBezTo>
                      <a:pt x="860" y="696"/>
                      <a:pt x="858" y="712"/>
                      <a:pt x="857" y="732"/>
                    </a:cubicBezTo>
                    <a:cubicBezTo>
                      <a:pt x="857" y="751"/>
                      <a:pt x="856" y="757"/>
                      <a:pt x="854" y="762"/>
                    </a:cubicBezTo>
                    <a:cubicBezTo>
                      <a:pt x="853" y="767"/>
                      <a:pt x="851" y="771"/>
                      <a:pt x="849" y="788"/>
                    </a:cubicBezTo>
                    <a:cubicBezTo>
                      <a:pt x="848" y="796"/>
                      <a:pt x="847" y="806"/>
                      <a:pt x="847" y="817"/>
                    </a:cubicBezTo>
                    <a:cubicBezTo>
                      <a:pt x="847" y="858"/>
                      <a:pt x="852" y="912"/>
                      <a:pt x="852" y="912"/>
                    </a:cubicBezTo>
                    <a:cubicBezTo>
                      <a:pt x="853" y="912"/>
                      <a:pt x="853" y="912"/>
                      <a:pt x="853" y="912"/>
                    </a:cubicBezTo>
                    <a:cubicBezTo>
                      <a:pt x="853" y="911"/>
                      <a:pt x="853" y="911"/>
                      <a:pt x="853" y="911"/>
                    </a:cubicBezTo>
                    <a:cubicBezTo>
                      <a:pt x="853" y="911"/>
                      <a:pt x="852" y="911"/>
                      <a:pt x="852" y="911"/>
                    </a:cubicBezTo>
                    <a:cubicBezTo>
                      <a:pt x="849" y="913"/>
                      <a:pt x="838" y="919"/>
                      <a:pt x="825" y="919"/>
                    </a:cubicBezTo>
                    <a:cubicBezTo>
                      <a:pt x="818" y="919"/>
                      <a:pt x="803" y="917"/>
                      <a:pt x="788" y="913"/>
                    </a:cubicBezTo>
                    <a:cubicBezTo>
                      <a:pt x="780" y="912"/>
                      <a:pt x="773" y="910"/>
                      <a:pt x="767" y="908"/>
                    </a:cubicBezTo>
                    <a:cubicBezTo>
                      <a:pt x="760" y="906"/>
                      <a:pt x="755" y="904"/>
                      <a:pt x="752" y="902"/>
                    </a:cubicBezTo>
                    <a:cubicBezTo>
                      <a:pt x="739" y="894"/>
                      <a:pt x="716" y="886"/>
                      <a:pt x="700" y="878"/>
                    </a:cubicBezTo>
                    <a:cubicBezTo>
                      <a:pt x="692" y="874"/>
                      <a:pt x="687" y="872"/>
                      <a:pt x="682" y="869"/>
                    </a:cubicBezTo>
                    <a:cubicBezTo>
                      <a:pt x="676" y="867"/>
                      <a:pt x="670" y="864"/>
                      <a:pt x="660" y="862"/>
                    </a:cubicBezTo>
                    <a:cubicBezTo>
                      <a:pt x="639" y="856"/>
                      <a:pt x="628" y="850"/>
                      <a:pt x="617" y="838"/>
                    </a:cubicBezTo>
                    <a:cubicBezTo>
                      <a:pt x="609" y="829"/>
                      <a:pt x="603" y="820"/>
                      <a:pt x="603" y="811"/>
                    </a:cubicBezTo>
                    <a:cubicBezTo>
                      <a:pt x="603" y="808"/>
                      <a:pt x="604" y="805"/>
                      <a:pt x="605" y="802"/>
                    </a:cubicBezTo>
                    <a:cubicBezTo>
                      <a:pt x="608" y="795"/>
                      <a:pt x="608" y="791"/>
                      <a:pt x="609" y="787"/>
                    </a:cubicBezTo>
                    <a:cubicBezTo>
                      <a:pt x="609" y="783"/>
                      <a:pt x="611" y="779"/>
                      <a:pt x="616" y="773"/>
                    </a:cubicBezTo>
                    <a:cubicBezTo>
                      <a:pt x="617" y="771"/>
                      <a:pt x="618" y="770"/>
                      <a:pt x="620" y="768"/>
                    </a:cubicBezTo>
                    <a:cubicBezTo>
                      <a:pt x="621" y="767"/>
                      <a:pt x="622" y="766"/>
                      <a:pt x="624" y="766"/>
                    </a:cubicBezTo>
                    <a:cubicBezTo>
                      <a:pt x="626" y="765"/>
                      <a:pt x="626" y="765"/>
                      <a:pt x="626" y="765"/>
                    </a:cubicBezTo>
                    <a:cubicBezTo>
                      <a:pt x="625" y="764"/>
                      <a:pt x="625" y="764"/>
                      <a:pt x="625" y="764"/>
                    </a:cubicBezTo>
                    <a:cubicBezTo>
                      <a:pt x="624" y="758"/>
                      <a:pt x="623" y="753"/>
                      <a:pt x="623" y="747"/>
                    </a:cubicBezTo>
                    <a:cubicBezTo>
                      <a:pt x="623" y="733"/>
                      <a:pt x="627" y="718"/>
                      <a:pt x="629" y="703"/>
                    </a:cubicBezTo>
                    <a:cubicBezTo>
                      <a:pt x="633" y="679"/>
                      <a:pt x="643" y="638"/>
                      <a:pt x="648" y="621"/>
                    </a:cubicBezTo>
                    <a:cubicBezTo>
                      <a:pt x="649" y="616"/>
                      <a:pt x="649" y="613"/>
                      <a:pt x="649" y="610"/>
                    </a:cubicBezTo>
                    <a:cubicBezTo>
                      <a:pt x="649" y="607"/>
                      <a:pt x="648" y="605"/>
                      <a:pt x="647" y="602"/>
                    </a:cubicBezTo>
                    <a:cubicBezTo>
                      <a:pt x="646" y="600"/>
                      <a:pt x="645" y="598"/>
                      <a:pt x="644" y="593"/>
                    </a:cubicBezTo>
                    <a:cubicBezTo>
                      <a:pt x="644" y="588"/>
                      <a:pt x="643" y="585"/>
                      <a:pt x="643" y="583"/>
                    </a:cubicBezTo>
                    <a:cubicBezTo>
                      <a:pt x="643" y="581"/>
                      <a:pt x="644" y="579"/>
                      <a:pt x="645" y="575"/>
                    </a:cubicBezTo>
                    <a:cubicBezTo>
                      <a:pt x="646" y="572"/>
                      <a:pt x="648" y="568"/>
                      <a:pt x="651" y="561"/>
                    </a:cubicBezTo>
                    <a:cubicBezTo>
                      <a:pt x="654" y="554"/>
                      <a:pt x="655" y="547"/>
                      <a:pt x="655" y="540"/>
                    </a:cubicBezTo>
                    <a:cubicBezTo>
                      <a:pt x="655" y="528"/>
                      <a:pt x="652" y="515"/>
                      <a:pt x="652" y="499"/>
                    </a:cubicBezTo>
                    <a:cubicBezTo>
                      <a:pt x="652" y="496"/>
                      <a:pt x="652" y="493"/>
                      <a:pt x="652" y="490"/>
                    </a:cubicBezTo>
                    <a:cubicBezTo>
                      <a:pt x="653" y="483"/>
                      <a:pt x="653" y="476"/>
                      <a:pt x="653" y="469"/>
                    </a:cubicBezTo>
                    <a:cubicBezTo>
                      <a:pt x="653" y="462"/>
                      <a:pt x="653" y="455"/>
                      <a:pt x="653" y="448"/>
                    </a:cubicBezTo>
                    <a:cubicBezTo>
                      <a:pt x="653" y="435"/>
                      <a:pt x="653" y="422"/>
                      <a:pt x="656" y="410"/>
                    </a:cubicBezTo>
                    <a:cubicBezTo>
                      <a:pt x="659" y="400"/>
                      <a:pt x="660" y="396"/>
                      <a:pt x="660" y="392"/>
                    </a:cubicBezTo>
                    <a:cubicBezTo>
                      <a:pt x="660" y="390"/>
                      <a:pt x="659" y="388"/>
                      <a:pt x="659" y="386"/>
                    </a:cubicBezTo>
                    <a:cubicBezTo>
                      <a:pt x="658" y="384"/>
                      <a:pt x="658" y="380"/>
                      <a:pt x="657" y="374"/>
                    </a:cubicBezTo>
                    <a:cubicBezTo>
                      <a:pt x="657" y="363"/>
                      <a:pt x="657" y="356"/>
                      <a:pt x="657" y="353"/>
                    </a:cubicBezTo>
                    <a:cubicBezTo>
                      <a:pt x="656" y="351"/>
                      <a:pt x="656" y="350"/>
                      <a:pt x="656" y="349"/>
                    </a:cubicBezTo>
                    <a:cubicBezTo>
                      <a:pt x="656" y="348"/>
                      <a:pt x="656" y="348"/>
                      <a:pt x="656" y="348"/>
                    </a:cubicBezTo>
                    <a:cubicBezTo>
                      <a:pt x="656" y="346"/>
                      <a:pt x="656" y="346"/>
                      <a:pt x="656" y="346"/>
                    </a:cubicBezTo>
                    <a:cubicBezTo>
                      <a:pt x="655" y="346"/>
                      <a:pt x="655" y="346"/>
                      <a:pt x="655" y="346"/>
                    </a:cubicBezTo>
                    <a:cubicBezTo>
                      <a:pt x="653" y="347"/>
                      <a:pt x="650" y="347"/>
                      <a:pt x="648" y="347"/>
                    </a:cubicBezTo>
                    <a:cubicBezTo>
                      <a:pt x="636" y="347"/>
                      <a:pt x="620" y="341"/>
                      <a:pt x="604" y="334"/>
                    </a:cubicBezTo>
                    <a:cubicBezTo>
                      <a:pt x="588" y="326"/>
                      <a:pt x="572" y="317"/>
                      <a:pt x="560" y="310"/>
                    </a:cubicBezTo>
                    <a:cubicBezTo>
                      <a:pt x="547" y="302"/>
                      <a:pt x="519" y="289"/>
                      <a:pt x="492" y="276"/>
                    </a:cubicBezTo>
                    <a:cubicBezTo>
                      <a:pt x="464" y="264"/>
                      <a:pt x="438" y="252"/>
                      <a:pt x="429" y="248"/>
                    </a:cubicBezTo>
                    <a:cubicBezTo>
                      <a:pt x="413" y="240"/>
                      <a:pt x="401" y="238"/>
                      <a:pt x="387" y="238"/>
                    </a:cubicBezTo>
                    <a:cubicBezTo>
                      <a:pt x="384" y="238"/>
                      <a:pt x="381" y="238"/>
                      <a:pt x="378" y="238"/>
                    </a:cubicBezTo>
                    <a:cubicBezTo>
                      <a:pt x="372" y="238"/>
                      <a:pt x="365" y="238"/>
                      <a:pt x="358" y="238"/>
                    </a:cubicBezTo>
                    <a:cubicBezTo>
                      <a:pt x="351" y="238"/>
                      <a:pt x="345" y="238"/>
                      <a:pt x="340" y="238"/>
                    </a:cubicBezTo>
                    <a:cubicBezTo>
                      <a:pt x="335" y="238"/>
                      <a:pt x="332" y="238"/>
                      <a:pt x="332" y="238"/>
                    </a:cubicBezTo>
                    <a:cubicBezTo>
                      <a:pt x="330" y="238"/>
                      <a:pt x="330" y="238"/>
                      <a:pt x="330" y="238"/>
                    </a:cubicBezTo>
                    <a:cubicBezTo>
                      <a:pt x="330" y="240"/>
                      <a:pt x="330" y="240"/>
                      <a:pt x="330" y="240"/>
                    </a:cubicBezTo>
                    <a:cubicBezTo>
                      <a:pt x="330" y="240"/>
                      <a:pt x="331" y="247"/>
                      <a:pt x="332" y="255"/>
                    </a:cubicBezTo>
                    <a:cubicBezTo>
                      <a:pt x="334" y="264"/>
                      <a:pt x="335" y="275"/>
                      <a:pt x="336" y="282"/>
                    </a:cubicBezTo>
                    <a:cubicBezTo>
                      <a:pt x="336" y="282"/>
                      <a:pt x="336" y="283"/>
                      <a:pt x="336" y="284"/>
                    </a:cubicBezTo>
                    <a:cubicBezTo>
                      <a:pt x="336" y="290"/>
                      <a:pt x="333" y="295"/>
                      <a:pt x="330" y="300"/>
                    </a:cubicBezTo>
                    <a:cubicBezTo>
                      <a:pt x="326" y="306"/>
                      <a:pt x="322" y="310"/>
                      <a:pt x="318" y="314"/>
                    </a:cubicBezTo>
                    <a:cubicBezTo>
                      <a:pt x="313" y="319"/>
                      <a:pt x="311" y="321"/>
                      <a:pt x="310" y="324"/>
                    </a:cubicBezTo>
                    <a:cubicBezTo>
                      <a:pt x="308" y="327"/>
                      <a:pt x="308" y="330"/>
                      <a:pt x="308" y="336"/>
                    </a:cubicBezTo>
                    <a:cubicBezTo>
                      <a:pt x="308" y="342"/>
                      <a:pt x="308" y="345"/>
                      <a:pt x="307" y="348"/>
                    </a:cubicBezTo>
                    <a:cubicBezTo>
                      <a:pt x="306" y="350"/>
                      <a:pt x="304" y="353"/>
                      <a:pt x="302" y="358"/>
                    </a:cubicBezTo>
                    <a:cubicBezTo>
                      <a:pt x="298" y="368"/>
                      <a:pt x="297" y="382"/>
                      <a:pt x="287" y="407"/>
                    </a:cubicBezTo>
                    <a:cubicBezTo>
                      <a:pt x="277" y="432"/>
                      <a:pt x="272" y="442"/>
                      <a:pt x="263" y="470"/>
                    </a:cubicBezTo>
                    <a:cubicBezTo>
                      <a:pt x="258" y="486"/>
                      <a:pt x="257" y="500"/>
                      <a:pt x="257" y="515"/>
                    </a:cubicBezTo>
                    <a:cubicBezTo>
                      <a:pt x="257" y="526"/>
                      <a:pt x="257" y="538"/>
                      <a:pt x="257" y="552"/>
                    </a:cubicBezTo>
                    <a:cubicBezTo>
                      <a:pt x="257" y="584"/>
                      <a:pt x="248" y="634"/>
                      <a:pt x="242" y="659"/>
                    </a:cubicBezTo>
                    <a:cubicBezTo>
                      <a:pt x="240" y="671"/>
                      <a:pt x="236" y="681"/>
                      <a:pt x="234" y="691"/>
                    </a:cubicBezTo>
                    <a:cubicBezTo>
                      <a:pt x="231" y="701"/>
                      <a:pt x="229" y="712"/>
                      <a:pt x="228" y="726"/>
                    </a:cubicBezTo>
                    <a:cubicBezTo>
                      <a:pt x="227" y="754"/>
                      <a:pt x="213" y="807"/>
                      <a:pt x="203" y="840"/>
                    </a:cubicBezTo>
                    <a:cubicBezTo>
                      <a:pt x="199" y="853"/>
                      <a:pt x="198" y="861"/>
                      <a:pt x="198" y="867"/>
                    </a:cubicBezTo>
                    <a:cubicBezTo>
                      <a:pt x="198" y="871"/>
                      <a:pt x="199" y="875"/>
                      <a:pt x="200" y="879"/>
                    </a:cubicBezTo>
                    <a:cubicBezTo>
                      <a:pt x="201" y="882"/>
                      <a:pt x="202" y="887"/>
                      <a:pt x="202" y="893"/>
                    </a:cubicBezTo>
                    <a:cubicBezTo>
                      <a:pt x="203" y="897"/>
                      <a:pt x="203" y="900"/>
                      <a:pt x="203" y="902"/>
                    </a:cubicBezTo>
                    <a:cubicBezTo>
                      <a:pt x="203" y="904"/>
                      <a:pt x="203" y="905"/>
                      <a:pt x="202" y="905"/>
                    </a:cubicBezTo>
                    <a:cubicBezTo>
                      <a:pt x="202" y="906"/>
                      <a:pt x="202" y="906"/>
                      <a:pt x="202" y="906"/>
                    </a:cubicBezTo>
                    <a:cubicBezTo>
                      <a:pt x="201" y="906"/>
                      <a:pt x="200" y="906"/>
                      <a:pt x="198" y="906"/>
                    </a:cubicBezTo>
                    <a:cubicBezTo>
                      <a:pt x="197" y="906"/>
                      <a:pt x="195" y="906"/>
                      <a:pt x="192" y="907"/>
                    </a:cubicBezTo>
                    <a:cubicBezTo>
                      <a:pt x="184" y="910"/>
                      <a:pt x="168" y="915"/>
                      <a:pt x="154" y="915"/>
                    </a:cubicBezTo>
                    <a:cubicBezTo>
                      <a:pt x="152" y="915"/>
                      <a:pt x="150" y="915"/>
                      <a:pt x="147" y="915"/>
                    </a:cubicBezTo>
                    <a:cubicBezTo>
                      <a:pt x="140" y="914"/>
                      <a:pt x="132" y="910"/>
                      <a:pt x="124" y="905"/>
                    </a:cubicBezTo>
                    <a:cubicBezTo>
                      <a:pt x="116" y="900"/>
                      <a:pt x="108" y="893"/>
                      <a:pt x="100" y="888"/>
                    </a:cubicBezTo>
                    <a:cubicBezTo>
                      <a:pt x="93" y="883"/>
                      <a:pt x="88" y="875"/>
                      <a:pt x="84" y="867"/>
                    </a:cubicBezTo>
                    <a:cubicBezTo>
                      <a:pt x="80" y="859"/>
                      <a:pt x="77" y="851"/>
                      <a:pt x="74" y="846"/>
                    </a:cubicBezTo>
                    <a:cubicBezTo>
                      <a:pt x="72" y="843"/>
                      <a:pt x="68" y="840"/>
                      <a:pt x="64" y="837"/>
                    </a:cubicBezTo>
                    <a:cubicBezTo>
                      <a:pt x="58" y="832"/>
                      <a:pt x="50" y="827"/>
                      <a:pt x="42" y="821"/>
                    </a:cubicBezTo>
                    <a:cubicBezTo>
                      <a:pt x="35" y="815"/>
                      <a:pt x="27" y="810"/>
                      <a:pt x="23" y="805"/>
                    </a:cubicBezTo>
                    <a:cubicBezTo>
                      <a:pt x="20" y="802"/>
                      <a:pt x="18" y="800"/>
                      <a:pt x="18" y="799"/>
                    </a:cubicBezTo>
                    <a:cubicBezTo>
                      <a:pt x="17" y="797"/>
                      <a:pt x="16" y="797"/>
                      <a:pt x="16" y="796"/>
                    </a:cubicBezTo>
                    <a:cubicBezTo>
                      <a:pt x="16" y="796"/>
                      <a:pt x="16" y="795"/>
                      <a:pt x="17" y="795"/>
                    </a:cubicBezTo>
                    <a:cubicBezTo>
                      <a:pt x="17" y="793"/>
                      <a:pt x="19" y="792"/>
                      <a:pt x="20" y="790"/>
                    </a:cubicBezTo>
                    <a:cubicBezTo>
                      <a:pt x="21" y="787"/>
                      <a:pt x="22" y="784"/>
                      <a:pt x="23" y="780"/>
                    </a:cubicBezTo>
                    <a:cubicBezTo>
                      <a:pt x="24" y="775"/>
                      <a:pt x="24" y="770"/>
                      <a:pt x="24" y="766"/>
                    </a:cubicBezTo>
                    <a:cubicBezTo>
                      <a:pt x="24" y="757"/>
                      <a:pt x="23" y="749"/>
                      <a:pt x="23" y="733"/>
                    </a:cubicBezTo>
                    <a:cubicBezTo>
                      <a:pt x="23" y="730"/>
                      <a:pt x="23" y="726"/>
                      <a:pt x="23" y="722"/>
                    </a:cubicBezTo>
                    <a:cubicBezTo>
                      <a:pt x="23" y="715"/>
                      <a:pt x="23" y="710"/>
                      <a:pt x="23" y="706"/>
                    </a:cubicBezTo>
                    <a:cubicBezTo>
                      <a:pt x="23" y="688"/>
                      <a:pt x="22" y="686"/>
                      <a:pt x="22" y="665"/>
                    </a:cubicBezTo>
                    <a:cubicBezTo>
                      <a:pt x="22" y="651"/>
                      <a:pt x="22" y="644"/>
                      <a:pt x="24" y="638"/>
                    </a:cubicBezTo>
                    <a:cubicBezTo>
                      <a:pt x="25" y="632"/>
                      <a:pt x="28" y="627"/>
                      <a:pt x="32" y="615"/>
                    </a:cubicBezTo>
                    <a:cubicBezTo>
                      <a:pt x="35" y="604"/>
                      <a:pt x="36" y="598"/>
                      <a:pt x="36" y="593"/>
                    </a:cubicBezTo>
                    <a:cubicBezTo>
                      <a:pt x="36" y="586"/>
                      <a:pt x="35" y="581"/>
                      <a:pt x="35" y="571"/>
                    </a:cubicBezTo>
                    <a:cubicBezTo>
                      <a:pt x="35" y="553"/>
                      <a:pt x="37" y="539"/>
                      <a:pt x="38" y="525"/>
                    </a:cubicBezTo>
                    <a:cubicBezTo>
                      <a:pt x="39" y="518"/>
                      <a:pt x="39" y="515"/>
                      <a:pt x="40" y="512"/>
                    </a:cubicBezTo>
                    <a:cubicBezTo>
                      <a:pt x="41" y="510"/>
                      <a:pt x="42" y="508"/>
                      <a:pt x="43" y="503"/>
                    </a:cubicBezTo>
                    <a:cubicBezTo>
                      <a:pt x="44" y="500"/>
                      <a:pt x="46" y="496"/>
                      <a:pt x="48" y="492"/>
                    </a:cubicBezTo>
                    <a:cubicBezTo>
                      <a:pt x="50" y="489"/>
                      <a:pt x="51" y="485"/>
                      <a:pt x="51" y="480"/>
                    </a:cubicBezTo>
                    <a:cubicBezTo>
                      <a:pt x="51" y="479"/>
                      <a:pt x="51" y="479"/>
                      <a:pt x="51" y="478"/>
                    </a:cubicBezTo>
                    <a:cubicBezTo>
                      <a:pt x="51" y="473"/>
                      <a:pt x="49" y="470"/>
                      <a:pt x="47" y="466"/>
                    </a:cubicBezTo>
                    <a:cubicBezTo>
                      <a:pt x="46" y="462"/>
                      <a:pt x="44" y="457"/>
                      <a:pt x="44" y="450"/>
                    </a:cubicBezTo>
                    <a:cubicBezTo>
                      <a:pt x="44" y="448"/>
                      <a:pt x="45" y="447"/>
                      <a:pt x="45" y="446"/>
                    </a:cubicBezTo>
                    <a:cubicBezTo>
                      <a:pt x="45" y="436"/>
                      <a:pt x="45" y="430"/>
                      <a:pt x="46" y="427"/>
                    </a:cubicBezTo>
                    <a:cubicBezTo>
                      <a:pt x="47" y="423"/>
                      <a:pt x="49" y="421"/>
                      <a:pt x="53" y="419"/>
                    </a:cubicBezTo>
                    <a:cubicBezTo>
                      <a:pt x="54" y="418"/>
                      <a:pt x="55" y="416"/>
                      <a:pt x="56" y="415"/>
                    </a:cubicBezTo>
                    <a:cubicBezTo>
                      <a:pt x="56" y="414"/>
                      <a:pt x="57" y="413"/>
                      <a:pt x="57" y="411"/>
                    </a:cubicBezTo>
                    <a:cubicBezTo>
                      <a:pt x="57" y="409"/>
                      <a:pt x="56" y="407"/>
                      <a:pt x="55" y="404"/>
                    </a:cubicBezTo>
                    <a:cubicBezTo>
                      <a:pt x="54" y="402"/>
                      <a:pt x="53" y="399"/>
                      <a:pt x="53" y="397"/>
                    </a:cubicBezTo>
                    <a:cubicBezTo>
                      <a:pt x="53" y="392"/>
                      <a:pt x="53" y="389"/>
                      <a:pt x="54" y="386"/>
                    </a:cubicBezTo>
                    <a:cubicBezTo>
                      <a:pt x="55" y="383"/>
                      <a:pt x="56" y="381"/>
                      <a:pt x="59" y="378"/>
                    </a:cubicBezTo>
                    <a:cubicBezTo>
                      <a:pt x="62" y="376"/>
                      <a:pt x="63" y="374"/>
                      <a:pt x="63" y="371"/>
                    </a:cubicBezTo>
                    <a:cubicBezTo>
                      <a:pt x="63" y="366"/>
                      <a:pt x="60" y="361"/>
                      <a:pt x="60" y="353"/>
                    </a:cubicBezTo>
                    <a:cubicBezTo>
                      <a:pt x="60" y="351"/>
                      <a:pt x="59" y="349"/>
                      <a:pt x="59" y="348"/>
                    </a:cubicBezTo>
                    <a:cubicBezTo>
                      <a:pt x="59" y="346"/>
                      <a:pt x="60" y="345"/>
                      <a:pt x="60" y="344"/>
                    </a:cubicBezTo>
                    <a:cubicBezTo>
                      <a:pt x="60" y="342"/>
                      <a:pt x="61" y="341"/>
                      <a:pt x="63" y="339"/>
                    </a:cubicBezTo>
                    <a:cubicBezTo>
                      <a:pt x="65" y="338"/>
                      <a:pt x="68" y="335"/>
                      <a:pt x="71" y="332"/>
                    </a:cubicBezTo>
                    <a:cubicBezTo>
                      <a:pt x="74" y="329"/>
                      <a:pt x="76" y="327"/>
                      <a:pt x="77" y="325"/>
                    </a:cubicBezTo>
                    <a:cubicBezTo>
                      <a:pt x="78" y="323"/>
                      <a:pt x="78" y="322"/>
                      <a:pt x="78" y="320"/>
                    </a:cubicBezTo>
                    <a:cubicBezTo>
                      <a:pt x="78" y="318"/>
                      <a:pt x="78" y="316"/>
                      <a:pt x="77" y="314"/>
                    </a:cubicBezTo>
                    <a:cubicBezTo>
                      <a:pt x="77" y="312"/>
                      <a:pt x="76" y="309"/>
                      <a:pt x="76" y="306"/>
                    </a:cubicBezTo>
                    <a:cubicBezTo>
                      <a:pt x="76" y="298"/>
                      <a:pt x="76" y="295"/>
                      <a:pt x="75" y="292"/>
                    </a:cubicBezTo>
                    <a:cubicBezTo>
                      <a:pt x="74" y="289"/>
                      <a:pt x="73" y="287"/>
                      <a:pt x="72" y="281"/>
                    </a:cubicBezTo>
                    <a:cubicBezTo>
                      <a:pt x="71" y="278"/>
                      <a:pt x="70" y="275"/>
                      <a:pt x="70" y="273"/>
                    </a:cubicBezTo>
                    <a:cubicBezTo>
                      <a:pt x="70" y="271"/>
                      <a:pt x="70" y="269"/>
                      <a:pt x="72" y="267"/>
                    </a:cubicBezTo>
                    <a:cubicBezTo>
                      <a:pt x="73" y="265"/>
                      <a:pt x="74" y="263"/>
                      <a:pt x="77" y="260"/>
                    </a:cubicBezTo>
                    <a:cubicBezTo>
                      <a:pt x="80" y="256"/>
                      <a:pt x="81" y="252"/>
                      <a:pt x="81" y="248"/>
                    </a:cubicBezTo>
                    <a:cubicBezTo>
                      <a:pt x="81" y="241"/>
                      <a:pt x="78" y="236"/>
                      <a:pt x="78" y="235"/>
                    </a:cubicBezTo>
                    <a:cubicBezTo>
                      <a:pt x="78" y="234"/>
                      <a:pt x="78" y="234"/>
                      <a:pt x="78" y="234"/>
                    </a:cubicBezTo>
                    <a:cubicBezTo>
                      <a:pt x="76" y="235"/>
                      <a:pt x="76" y="235"/>
                      <a:pt x="76" y="235"/>
                    </a:cubicBezTo>
                    <a:cubicBezTo>
                      <a:pt x="75" y="235"/>
                      <a:pt x="74" y="235"/>
                      <a:pt x="72" y="235"/>
                    </a:cubicBezTo>
                    <a:cubicBezTo>
                      <a:pt x="69" y="235"/>
                      <a:pt x="67" y="234"/>
                      <a:pt x="64" y="232"/>
                    </a:cubicBezTo>
                    <a:cubicBezTo>
                      <a:pt x="61" y="229"/>
                      <a:pt x="57" y="225"/>
                      <a:pt x="53" y="220"/>
                    </a:cubicBezTo>
                    <a:cubicBezTo>
                      <a:pt x="47" y="213"/>
                      <a:pt x="44" y="210"/>
                      <a:pt x="40" y="207"/>
                    </a:cubicBezTo>
                    <a:cubicBezTo>
                      <a:pt x="35" y="204"/>
                      <a:pt x="31" y="202"/>
                      <a:pt x="25" y="198"/>
                    </a:cubicBezTo>
                    <a:cubicBezTo>
                      <a:pt x="22" y="196"/>
                      <a:pt x="20" y="194"/>
                      <a:pt x="19" y="191"/>
                    </a:cubicBezTo>
                    <a:cubicBezTo>
                      <a:pt x="18" y="188"/>
                      <a:pt x="18" y="184"/>
                      <a:pt x="18" y="181"/>
                    </a:cubicBezTo>
                    <a:cubicBezTo>
                      <a:pt x="18" y="175"/>
                      <a:pt x="19" y="169"/>
                      <a:pt x="19" y="162"/>
                    </a:cubicBezTo>
                    <a:cubicBezTo>
                      <a:pt x="19" y="159"/>
                      <a:pt x="18" y="156"/>
                      <a:pt x="18" y="154"/>
                    </a:cubicBezTo>
                    <a:cubicBezTo>
                      <a:pt x="18" y="152"/>
                      <a:pt x="17" y="151"/>
                      <a:pt x="16" y="150"/>
                    </a:cubicBezTo>
                    <a:cubicBezTo>
                      <a:pt x="15" y="148"/>
                      <a:pt x="13" y="148"/>
                      <a:pt x="11" y="147"/>
                    </a:cubicBezTo>
                    <a:cubicBezTo>
                      <a:pt x="10" y="147"/>
                      <a:pt x="8" y="147"/>
                      <a:pt x="5" y="147"/>
                    </a:cubicBezTo>
                    <a:cubicBezTo>
                      <a:pt x="4" y="147"/>
                      <a:pt x="4" y="146"/>
                      <a:pt x="3" y="146"/>
                    </a:cubicBezTo>
                    <a:cubicBezTo>
                      <a:pt x="3" y="146"/>
                      <a:pt x="3" y="145"/>
                      <a:pt x="3" y="144"/>
                    </a:cubicBezTo>
                    <a:cubicBezTo>
                      <a:pt x="3" y="142"/>
                      <a:pt x="4" y="138"/>
                      <a:pt x="5" y="134"/>
                    </a:cubicBezTo>
                    <a:cubicBezTo>
                      <a:pt x="7" y="130"/>
                      <a:pt x="8" y="125"/>
                      <a:pt x="9" y="120"/>
                    </a:cubicBezTo>
                    <a:cubicBezTo>
                      <a:pt x="10" y="113"/>
                      <a:pt x="10" y="110"/>
                      <a:pt x="12" y="107"/>
                    </a:cubicBezTo>
                    <a:cubicBezTo>
                      <a:pt x="14" y="104"/>
                      <a:pt x="17" y="102"/>
                      <a:pt x="23" y="97"/>
                    </a:cubicBezTo>
                    <a:cubicBezTo>
                      <a:pt x="26" y="95"/>
                      <a:pt x="28" y="92"/>
                      <a:pt x="30" y="89"/>
                    </a:cubicBezTo>
                    <a:cubicBezTo>
                      <a:pt x="31" y="86"/>
                      <a:pt x="31" y="82"/>
                      <a:pt x="31" y="78"/>
                    </a:cubicBezTo>
                    <a:cubicBezTo>
                      <a:pt x="31" y="69"/>
                      <a:pt x="28" y="60"/>
                      <a:pt x="28" y="60"/>
                    </a:cubicBezTo>
                    <a:cubicBezTo>
                      <a:pt x="27" y="60"/>
                      <a:pt x="27" y="60"/>
                      <a:pt x="27" y="60"/>
                    </a:cubicBezTo>
                    <a:cubicBezTo>
                      <a:pt x="27" y="62"/>
                      <a:pt x="27" y="62"/>
                      <a:pt x="27" y="62"/>
                    </a:cubicBezTo>
                    <a:lnTo>
                      <a:pt x="27" y="60"/>
                    </a:lnTo>
                    <a:close/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7665" name="Freeform 81">
                <a:extLst>
                  <a:ext uri="{FF2B5EF4-FFF2-40B4-BE49-F238E27FC236}">
                    <a16:creationId xmlns:a16="http://schemas.microsoft.com/office/drawing/2014/main" id="{56A83F33-31BA-4963-BD0E-AD78F29E31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9" y="2453"/>
                <a:ext cx="14" cy="106"/>
              </a:xfrm>
              <a:custGeom>
                <a:avLst/>
                <a:gdLst>
                  <a:gd name="T0" fmla="*/ 25 w 10"/>
                  <a:gd name="T1" fmla="*/ 201 h 76"/>
                  <a:gd name="T2" fmla="*/ 28 w 10"/>
                  <a:gd name="T3" fmla="*/ 119 h 76"/>
                  <a:gd name="T4" fmla="*/ 28 w 10"/>
                  <a:gd name="T5" fmla="*/ 114 h 76"/>
                  <a:gd name="T6" fmla="*/ 8 w 10"/>
                  <a:gd name="T7" fmla="*/ 1 h 76"/>
                  <a:gd name="T8" fmla="*/ 1 w 10"/>
                  <a:gd name="T9" fmla="*/ 0 h 76"/>
                  <a:gd name="T10" fmla="*/ 0 w 10"/>
                  <a:gd name="T11" fmla="*/ 6 h 76"/>
                  <a:gd name="T12" fmla="*/ 20 w 10"/>
                  <a:gd name="T13" fmla="*/ 114 h 76"/>
                  <a:gd name="T14" fmla="*/ 20 w 10"/>
                  <a:gd name="T15" fmla="*/ 119 h 76"/>
                  <a:gd name="T16" fmla="*/ 15 w 10"/>
                  <a:gd name="T17" fmla="*/ 201 h 76"/>
                  <a:gd name="T18" fmla="*/ 20 w 10"/>
                  <a:gd name="T19" fmla="*/ 206 h 76"/>
                  <a:gd name="T20" fmla="*/ 25 w 10"/>
                  <a:gd name="T21" fmla="*/ 201 h 7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0" h="76">
                    <a:moveTo>
                      <a:pt x="9" y="74"/>
                    </a:moveTo>
                    <a:cubicBezTo>
                      <a:pt x="9" y="64"/>
                      <a:pt x="10" y="54"/>
                      <a:pt x="10" y="44"/>
                    </a:cubicBezTo>
                    <a:cubicBezTo>
                      <a:pt x="10" y="43"/>
                      <a:pt x="10" y="42"/>
                      <a:pt x="10" y="42"/>
                    </a:cubicBezTo>
                    <a:cubicBezTo>
                      <a:pt x="10" y="28"/>
                      <a:pt x="7" y="13"/>
                      <a:pt x="3" y="1"/>
                    </a:cubicBezTo>
                    <a:cubicBezTo>
                      <a:pt x="3" y="0"/>
                      <a:pt x="2" y="0"/>
                      <a:pt x="1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4" y="14"/>
                      <a:pt x="7" y="29"/>
                      <a:pt x="7" y="42"/>
                    </a:cubicBezTo>
                    <a:cubicBezTo>
                      <a:pt x="7" y="42"/>
                      <a:pt x="7" y="43"/>
                      <a:pt x="7" y="44"/>
                    </a:cubicBezTo>
                    <a:cubicBezTo>
                      <a:pt x="7" y="54"/>
                      <a:pt x="6" y="64"/>
                      <a:pt x="6" y="74"/>
                    </a:cubicBezTo>
                    <a:cubicBezTo>
                      <a:pt x="6" y="75"/>
                      <a:pt x="6" y="76"/>
                      <a:pt x="7" y="76"/>
                    </a:cubicBezTo>
                    <a:cubicBezTo>
                      <a:pt x="8" y="76"/>
                      <a:pt x="9" y="75"/>
                      <a:pt x="9" y="74"/>
                    </a:cubicBezTo>
                    <a:close/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7666" name="Freeform 82">
                <a:extLst>
                  <a:ext uri="{FF2B5EF4-FFF2-40B4-BE49-F238E27FC236}">
                    <a16:creationId xmlns:a16="http://schemas.microsoft.com/office/drawing/2014/main" id="{E23A269D-E333-4F67-9C28-AAE6D8C928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6" y="2334"/>
                <a:ext cx="19" cy="95"/>
              </a:xfrm>
              <a:custGeom>
                <a:avLst/>
                <a:gdLst>
                  <a:gd name="T0" fmla="*/ 15 w 13"/>
                  <a:gd name="T1" fmla="*/ 183 h 68"/>
                  <a:gd name="T2" fmla="*/ 9 w 13"/>
                  <a:gd name="T3" fmla="*/ 129 h 68"/>
                  <a:gd name="T4" fmla="*/ 13 w 13"/>
                  <a:gd name="T5" fmla="*/ 112 h 68"/>
                  <a:gd name="T6" fmla="*/ 41 w 13"/>
                  <a:gd name="T7" fmla="*/ 8 h 68"/>
                  <a:gd name="T8" fmla="*/ 41 w 13"/>
                  <a:gd name="T9" fmla="*/ 6 h 68"/>
                  <a:gd name="T10" fmla="*/ 34 w 13"/>
                  <a:gd name="T11" fmla="*/ 0 h 68"/>
                  <a:gd name="T12" fmla="*/ 32 w 13"/>
                  <a:gd name="T13" fmla="*/ 6 h 68"/>
                  <a:gd name="T14" fmla="*/ 32 w 13"/>
                  <a:gd name="T15" fmla="*/ 8 h 68"/>
                  <a:gd name="T16" fmla="*/ 1 w 13"/>
                  <a:gd name="T17" fmla="*/ 109 h 68"/>
                  <a:gd name="T18" fmla="*/ 0 w 13"/>
                  <a:gd name="T19" fmla="*/ 129 h 68"/>
                  <a:gd name="T20" fmla="*/ 6 w 13"/>
                  <a:gd name="T21" fmla="*/ 183 h 68"/>
                  <a:gd name="T22" fmla="*/ 13 w 13"/>
                  <a:gd name="T23" fmla="*/ 186 h 68"/>
                  <a:gd name="T24" fmla="*/ 15 w 13"/>
                  <a:gd name="T25" fmla="*/ 183 h 6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3" h="68">
                    <a:moveTo>
                      <a:pt x="5" y="67"/>
                    </a:moveTo>
                    <a:cubicBezTo>
                      <a:pt x="5" y="60"/>
                      <a:pt x="3" y="53"/>
                      <a:pt x="3" y="47"/>
                    </a:cubicBezTo>
                    <a:cubicBezTo>
                      <a:pt x="3" y="45"/>
                      <a:pt x="3" y="43"/>
                      <a:pt x="4" y="41"/>
                    </a:cubicBezTo>
                    <a:cubicBezTo>
                      <a:pt x="6" y="28"/>
                      <a:pt x="13" y="17"/>
                      <a:pt x="13" y="3"/>
                    </a:cubicBezTo>
                    <a:cubicBezTo>
                      <a:pt x="13" y="2"/>
                      <a:pt x="13" y="2"/>
                      <a:pt x="13" y="2"/>
                    </a:cubicBezTo>
                    <a:cubicBezTo>
                      <a:pt x="13" y="1"/>
                      <a:pt x="12" y="0"/>
                      <a:pt x="11" y="0"/>
                    </a:cubicBezTo>
                    <a:cubicBezTo>
                      <a:pt x="10" y="0"/>
                      <a:pt x="10" y="1"/>
                      <a:pt x="10" y="2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0" y="16"/>
                      <a:pt x="4" y="27"/>
                      <a:pt x="1" y="40"/>
                    </a:cubicBezTo>
                    <a:cubicBezTo>
                      <a:pt x="0" y="43"/>
                      <a:pt x="0" y="45"/>
                      <a:pt x="0" y="47"/>
                    </a:cubicBezTo>
                    <a:cubicBezTo>
                      <a:pt x="0" y="54"/>
                      <a:pt x="2" y="60"/>
                      <a:pt x="2" y="67"/>
                    </a:cubicBezTo>
                    <a:cubicBezTo>
                      <a:pt x="2" y="67"/>
                      <a:pt x="3" y="68"/>
                      <a:pt x="4" y="68"/>
                    </a:cubicBezTo>
                    <a:cubicBezTo>
                      <a:pt x="5" y="68"/>
                      <a:pt x="5" y="67"/>
                      <a:pt x="5" y="67"/>
                    </a:cubicBezTo>
                    <a:close/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7667" name="Freeform 83">
                <a:extLst>
                  <a:ext uri="{FF2B5EF4-FFF2-40B4-BE49-F238E27FC236}">
                    <a16:creationId xmlns:a16="http://schemas.microsoft.com/office/drawing/2014/main" id="{C930BB06-4E73-4F06-8F48-06BB0F79CC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8" y="2286"/>
                <a:ext cx="57" cy="138"/>
              </a:xfrm>
              <a:custGeom>
                <a:avLst/>
                <a:gdLst>
                  <a:gd name="T0" fmla="*/ 0 w 41"/>
                  <a:gd name="T1" fmla="*/ 1 h 99"/>
                  <a:gd name="T2" fmla="*/ 11 w 41"/>
                  <a:gd name="T3" fmla="*/ 28 h 99"/>
                  <a:gd name="T4" fmla="*/ 25 w 41"/>
                  <a:gd name="T5" fmla="*/ 43 h 99"/>
                  <a:gd name="T6" fmla="*/ 49 w 41"/>
                  <a:gd name="T7" fmla="*/ 98 h 99"/>
                  <a:gd name="T8" fmla="*/ 103 w 41"/>
                  <a:gd name="T9" fmla="*/ 266 h 99"/>
                  <a:gd name="T10" fmla="*/ 108 w 41"/>
                  <a:gd name="T11" fmla="*/ 266 h 99"/>
                  <a:gd name="T12" fmla="*/ 110 w 41"/>
                  <a:gd name="T13" fmla="*/ 261 h 99"/>
                  <a:gd name="T14" fmla="*/ 56 w 41"/>
                  <a:gd name="T15" fmla="*/ 95 h 99"/>
                  <a:gd name="T16" fmla="*/ 33 w 41"/>
                  <a:gd name="T17" fmla="*/ 40 h 99"/>
                  <a:gd name="T18" fmla="*/ 15 w 41"/>
                  <a:gd name="T19" fmla="*/ 21 h 99"/>
                  <a:gd name="T20" fmla="*/ 8 w 41"/>
                  <a:gd name="T21" fmla="*/ 1 h 99"/>
                  <a:gd name="T22" fmla="*/ 6 w 41"/>
                  <a:gd name="T23" fmla="*/ 0 h 99"/>
                  <a:gd name="T24" fmla="*/ 0 w 41"/>
                  <a:gd name="T25" fmla="*/ 1 h 99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41" h="99">
                    <a:moveTo>
                      <a:pt x="0" y="1"/>
                    </a:moveTo>
                    <a:cubicBezTo>
                      <a:pt x="0" y="4"/>
                      <a:pt x="2" y="7"/>
                      <a:pt x="4" y="10"/>
                    </a:cubicBezTo>
                    <a:cubicBezTo>
                      <a:pt x="6" y="12"/>
                      <a:pt x="8" y="15"/>
                      <a:pt x="9" y="16"/>
                    </a:cubicBezTo>
                    <a:cubicBezTo>
                      <a:pt x="13" y="23"/>
                      <a:pt x="16" y="29"/>
                      <a:pt x="18" y="36"/>
                    </a:cubicBezTo>
                    <a:cubicBezTo>
                      <a:pt x="25" y="57"/>
                      <a:pt x="29" y="77"/>
                      <a:pt x="38" y="98"/>
                    </a:cubicBezTo>
                    <a:cubicBezTo>
                      <a:pt x="38" y="98"/>
                      <a:pt x="39" y="99"/>
                      <a:pt x="40" y="98"/>
                    </a:cubicBezTo>
                    <a:cubicBezTo>
                      <a:pt x="41" y="98"/>
                      <a:pt x="41" y="97"/>
                      <a:pt x="41" y="96"/>
                    </a:cubicBezTo>
                    <a:cubicBezTo>
                      <a:pt x="32" y="77"/>
                      <a:pt x="28" y="56"/>
                      <a:pt x="21" y="35"/>
                    </a:cubicBezTo>
                    <a:cubicBezTo>
                      <a:pt x="19" y="28"/>
                      <a:pt x="15" y="21"/>
                      <a:pt x="12" y="15"/>
                    </a:cubicBezTo>
                    <a:cubicBezTo>
                      <a:pt x="10" y="13"/>
                      <a:pt x="8" y="10"/>
                      <a:pt x="6" y="8"/>
                    </a:cubicBezTo>
                    <a:cubicBezTo>
                      <a:pt x="5" y="5"/>
                      <a:pt x="3" y="3"/>
                      <a:pt x="3" y="1"/>
                    </a:cubicBezTo>
                    <a:cubicBezTo>
                      <a:pt x="3" y="0"/>
                      <a:pt x="2" y="0"/>
                      <a:pt x="2" y="0"/>
                    </a:cubicBezTo>
                    <a:cubicBezTo>
                      <a:pt x="1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7668" name="Freeform 84">
                <a:extLst>
                  <a:ext uri="{FF2B5EF4-FFF2-40B4-BE49-F238E27FC236}">
                    <a16:creationId xmlns:a16="http://schemas.microsoft.com/office/drawing/2014/main" id="{6CCFA6B3-CE51-41D5-9A10-969A01BFA4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9" y="2351"/>
                <a:ext cx="46" cy="25"/>
              </a:xfrm>
              <a:custGeom>
                <a:avLst/>
                <a:gdLst>
                  <a:gd name="T0" fmla="*/ 1 w 33"/>
                  <a:gd name="T1" fmla="*/ 8 h 18"/>
                  <a:gd name="T2" fmla="*/ 14 w 33"/>
                  <a:gd name="T3" fmla="*/ 11 h 18"/>
                  <a:gd name="T4" fmla="*/ 21 w 33"/>
                  <a:gd name="T5" fmla="*/ 19 h 18"/>
                  <a:gd name="T6" fmla="*/ 84 w 33"/>
                  <a:gd name="T7" fmla="*/ 49 h 18"/>
                  <a:gd name="T8" fmla="*/ 89 w 33"/>
                  <a:gd name="T9" fmla="*/ 46 h 18"/>
                  <a:gd name="T10" fmla="*/ 88 w 33"/>
                  <a:gd name="T11" fmla="*/ 40 h 18"/>
                  <a:gd name="T12" fmla="*/ 28 w 33"/>
                  <a:gd name="T13" fmla="*/ 14 h 18"/>
                  <a:gd name="T14" fmla="*/ 15 w 33"/>
                  <a:gd name="T15" fmla="*/ 6 h 18"/>
                  <a:gd name="T16" fmla="*/ 6 w 33"/>
                  <a:gd name="T17" fmla="*/ 0 h 18"/>
                  <a:gd name="T18" fmla="*/ 0 w 33"/>
                  <a:gd name="T19" fmla="*/ 1 h 18"/>
                  <a:gd name="T20" fmla="*/ 1 w 33"/>
                  <a:gd name="T21" fmla="*/ 8 h 1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3" h="18">
                    <a:moveTo>
                      <a:pt x="1" y="3"/>
                    </a:moveTo>
                    <a:cubicBezTo>
                      <a:pt x="3" y="3"/>
                      <a:pt x="4" y="4"/>
                      <a:pt x="5" y="4"/>
                    </a:cubicBezTo>
                    <a:cubicBezTo>
                      <a:pt x="6" y="5"/>
                      <a:pt x="7" y="6"/>
                      <a:pt x="8" y="7"/>
                    </a:cubicBezTo>
                    <a:cubicBezTo>
                      <a:pt x="15" y="12"/>
                      <a:pt x="23" y="15"/>
                      <a:pt x="31" y="18"/>
                    </a:cubicBezTo>
                    <a:cubicBezTo>
                      <a:pt x="32" y="18"/>
                      <a:pt x="33" y="18"/>
                      <a:pt x="33" y="17"/>
                    </a:cubicBezTo>
                    <a:cubicBezTo>
                      <a:pt x="33" y="16"/>
                      <a:pt x="33" y="15"/>
                      <a:pt x="32" y="15"/>
                    </a:cubicBezTo>
                    <a:cubicBezTo>
                      <a:pt x="24" y="12"/>
                      <a:pt x="17" y="9"/>
                      <a:pt x="10" y="5"/>
                    </a:cubicBezTo>
                    <a:cubicBezTo>
                      <a:pt x="9" y="4"/>
                      <a:pt x="8" y="3"/>
                      <a:pt x="6" y="2"/>
                    </a:cubicBezTo>
                    <a:cubicBezTo>
                      <a:pt x="5" y="1"/>
                      <a:pt x="4" y="0"/>
                      <a:pt x="2" y="0"/>
                    </a:cubicBezTo>
                    <a:cubicBezTo>
                      <a:pt x="1" y="0"/>
                      <a:pt x="0" y="0"/>
                      <a:pt x="0" y="1"/>
                    </a:cubicBezTo>
                    <a:cubicBezTo>
                      <a:pt x="0" y="2"/>
                      <a:pt x="0" y="3"/>
                      <a:pt x="1" y="3"/>
                    </a:cubicBezTo>
                    <a:close/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7669" name="Freeform 85">
                <a:extLst>
                  <a:ext uri="{FF2B5EF4-FFF2-40B4-BE49-F238E27FC236}">
                    <a16:creationId xmlns:a16="http://schemas.microsoft.com/office/drawing/2014/main" id="{347C7258-6EB4-493F-A80B-E4C074DA04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5" y="2376"/>
                <a:ext cx="45" cy="17"/>
              </a:xfrm>
              <a:custGeom>
                <a:avLst/>
                <a:gdLst>
                  <a:gd name="T0" fmla="*/ 1 w 32"/>
                  <a:gd name="T1" fmla="*/ 9 h 12"/>
                  <a:gd name="T2" fmla="*/ 83 w 32"/>
                  <a:gd name="T3" fmla="*/ 34 h 12"/>
                  <a:gd name="T4" fmla="*/ 89 w 32"/>
                  <a:gd name="T5" fmla="*/ 28 h 12"/>
                  <a:gd name="T6" fmla="*/ 87 w 32"/>
                  <a:gd name="T7" fmla="*/ 26 h 12"/>
                  <a:gd name="T8" fmla="*/ 6 w 32"/>
                  <a:gd name="T9" fmla="*/ 0 h 12"/>
                  <a:gd name="T10" fmla="*/ 0 w 32"/>
                  <a:gd name="T11" fmla="*/ 1 h 12"/>
                  <a:gd name="T12" fmla="*/ 1 w 32"/>
                  <a:gd name="T13" fmla="*/ 9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2" h="12">
                    <a:moveTo>
                      <a:pt x="1" y="3"/>
                    </a:moveTo>
                    <a:cubicBezTo>
                      <a:pt x="10" y="8"/>
                      <a:pt x="20" y="11"/>
                      <a:pt x="30" y="12"/>
                    </a:cubicBezTo>
                    <a:cubicBezTo>
                      <a:pt x="31" y="12"/>
                      <a:pt x="32" y="11"/>
                      <a:pt x="32" y="10"/>
                    </a:cubicBezTo>
                    <a:cubicBezTo>
                      <a:pt x="32" y="9"/>
                      <a:pt x="31" y="9"/>
                      <a:pt x="31" y="9"/>
                    </a:cubicBezTo>
                    <a:cubicBezTo>
                      <a:pt x="21" y="8"/>
                      <a:pt x="11" y="5"/>
                      <a:pt x="2" y="0"/>
                    </a:cubicBezTo>
                    <a:cubicBezTo>
                      <a:pt x="2" y="0"/>
                      <a:pt x="1" y="0"/>
                      <a:pt x="0" y="1"/>
                    </a:cubicBezTo>
                    <a:cubicBezTo>
                      <a:pt x="0" y="1"/>
                      <a:pt x="0" y="2"/>
                      <a:pt x="1" y="3"/>
                    </a:cubicBezTo>
                    <a:close/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7670" name="Freeform 86">
                <a:extLst>
                  <a:ext uri="{FF2B5EF4-FFF2-40B4-BE49-F238E27FC236}">
                    <a16:creationId xmlns:a16="http://schemas.microsoft.com/office/drawing/2014/main" id="{F79AEE3F-C30A-4356-B71B-4ECBAFF7DC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6" y="2386"/>
                <a:ext cx="29" cy="15"/>
              </a:xfrm>
              <a:custGeom>
                <a:avLst/>
                <a:gdLst>
                  <a:gd name="T0" fmla="*/ 1 w 21"/>
                  <a:gd name="T1" fmla="*/ 7 h 11"/>
                  <a:gd name="T2" fmla="*/ 26 w 21"/>
                  <a:gd name="T3" fmla="*/ 19 h 11"/>
                  <a:gd name="T4" fmla="*/ 48 w 21"/>
                  <a:gd name="T5" fmla="*/ 26 h 11"/>
                  <a:gd name="T6" fmla="*/ 54 w 21"/>
                  <a:gd name="T7" fmla="*/ 26 h 11"/>
                  <a:gd name="T8" fmla="*/ 54 w 21"/>
                  <a:gd name="T9" fmla="*/ 20 h 11"/>
                  <a:gd name="T10" fmla="*/ 29 w 21"/>
                  <a:gd name="T11" fmla="*/ 10 h 11"/>
                  <a:gd name="T12" fmla="*/ 8 w 21"/>
                  <a:gd name="T13" fmla="*/ 1 h 11"/>
                  <a:gd name="T14" fmla="*/ 1 w 21"/>
                  <a:gd name="T15" fmla="*/ 1 h 11"/>
                  <a:gd name="T16" fmla="*/ 1 w 21"/>
                  <a:gd name="T17" fmla="*/ 7 h 1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1" h="11">
                    <a:moveTo>
                      <a:pt x="1" y="3"/>
                    </a:moveTo>
                    <a:cubicBezTo>
                      <a:pt x="4" y="5"/>
                      <a:pt x="7" y="6"/>
                      <a:pt x="10" y="7"/>
                    </a:cubicBezTo>
                    <a:cubicBezTo>
                      <a:pt x="13" y="8"/>
                      <a:pt x="16" y="9"/>
                      <a:pt x="18" y="10"/>
                    </a:cubicBezTo>
                    <a:cubicBezTo>
                      <a:pt x="19" y="11"/>
                      <a:pt x="20" y="10"/>
                      <a:pt x="20" y="10"/>
                    </a:cubicBezTo>
                    <a:cubicBezTo>
                      <a:pt x="21" y="9"/>
                      <a:pt x="20" y="8"/>
                      <a:pt x="20" y="8"/>
                    </a:cubicBezTo>
                    <a:cubicBezTo>
                      <a:pt x="17" y="6"/>
                      <a:pt x="14" y="5"/>
                      <a:pt x="11" y="4"/>
                    </a:cubicBezTo>
                    <a:cubicBezTo>
                      <a:pt x="8" y="3"/>
                      <a:pt x="5" y="3"/>
                      <a:pt x="3" y="1"/>
                    </a:cubicBezTo>
                    <a:cubicBezTo>
                      <a:pt x="2" y="0"/>
                      <a:pt x="1" y="1"/>
                      <a:pt x="1" y="1"/>
                    </a:cubicBezTo>
                    <a:cubicBezTo>
                      <a:pt x="0" y="2"/>
                      <a:pt x="0" y="3"/>
                      <a:pt x="1" y="3"/>
                    </a:cubicBezTo>
                    <a:close/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7671" name="Freeform 87">
                <a:extLst>
                  <a:ext uri="{FF2B5EF4-FFF2-40B4-BE49-F238E27FC236}">
                    <a16:creationId xmlns:a16="http://schemas.microsoft.com/office/drawing/2014/main" id="{A9EA126D-3BFE-4D92-B182-29927821C6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5" y="2392"/>
                <a:ext cx="35" cy="14"/>
              </a:xfrm>
              <a:custGeom>
                <a:avLst/>
                <a:gdLst>
                  <a:gd name="T0" fmla="*/ 1 w 25"/>
                  <a:gd name="T1" fmla="*/ 6 h 10"/>
                  <a:gd name="T2" fmla="*/ 34 w 25"/>
                  <a:gd name="T3" fmla="*/ 20 h 10"/>
                  <a:gd name="T4" fmla="*/ 60 w 25"/>
                  <a:gd name="T5" fmla="*/ 25 h 10"/>
                  <a:gd name="T6" fmla="*/ 67 w 25"/>
                  <a:gd name="T7" fmla="*/ 21 h 10"/>
                  <a:gd name="T8" fmla="*/ 63 w 25"/>
                  <a:gd name="T9" fmla="*/ 20 h 10"/>
                  <a:gd name="T10" fmla="*/ 34 w 25"/>
                  <a:gd name="T11" fmla="*/ 11 h 10"/>
                  <a:gd name="T12" fmla="*/ 6 w 25"/>
                  <a:gd name="T13" fmla="*/ 0 h 10"/>
                  <a:gd name="T14" fmla="*/ 0 w 25"/>
                  <a:gd name="T15" fmla="*/ 0 h 10"/>
                  <a:gd name="T16" fmla="*/ 1 w 25"/>
                  <a:gd name="T17" fmla="*/ 6 h 1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5" h="10">
                    <a:moveTo>
                      <a:pt x="1" y="2"/>
                    </a:moveTo>
                    <a:cubicBezTo>
                      <a:pt x="4" y="5"/>
                      <a:pt x="8" y="6"/>
                      <a:pt x="12" y="7"/>
                    </a:cubicBezTo>
                    <a:cubicBezTo>
                      <a:pt x="15" y="8"/>
                      <a:pt x="19" y="8"/>
                      <a:pt x="22" y="9"/>
                    </a:cubicBezTo>
                    <a:cubicBezTo>
                      <a:pt x="23" y="10"/>
                      <a:pt x="24" y="9"/>
                      <a:pt x="24" y="8"/>
                    </a:cubicBezTo>
                    <a:cubicBezTo>
                      <a:pt x="25" y="8"/>
                      <a:pt x="24" y="7"/>
                      <a:pt x="23" y="7"/>
                    </a:cubicBezTo>
                    <a:cubicBezTo>
                      <a:pt x="20" y="5"/>
                      <a:pt x="16" y="5"/>
                      <a:pt x="12" y="4"/>
                    </a:cubicBezTo>
                    <a:cubicBezTo>
                      <a:pt x="8" y="3"/>
                      <a:pt x="5" y="2"/>
                      <a:pt x="2" y="0"/>
                    </a:cubicBezTo>
                    <a:cubicBezTo>
                      <a:pt x="2" y="0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lose/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7672" name="Freeform 88">
                <a:extLst>
                  <a:ext uri="{FF2B5EF4-FFF2-40B4-BE49-F238E27FC236}">
                    <a16:creationId xmlns:a16="http://schemas.microsoft.com/office/drawing/2014/main" id="{CF790285-9BA6-4AE6-A36A-C64342561C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9" y="2417"/>
                <a:ext cx="21" cy="15"/>
              </a:xfrm>
              <a:custGeom>
                <a:avLst/>
                <a:gdLst>
                  <a:gd name="T0" fmla="*/ 1 w 15"/>
                  <a:gd name="T1" fmla="*/ 7 h 11"/>
                  <a:gd name="T2" fmla="*/ 34 w 15"/>
                  <a:gd name="T3" fmla="*/ 27 h 11"/>
                  <a:gd name="T4" fmla="*/ 41 w 15"/>
                  <a:gd name="T5" fmla="*/ 27 h 11"/>
                  <a:gd name="T6" fmla="*/ 41 w 15"/>
                  <a:gd name="T7" fmla="*/ 22 h 11"/>
                  <a:gd name="T8" fmla="*/ 6 w 15"/>
                  <a:gd name="T9" fmla="*/ 1 h 11"/>
                  <a:gd name="T10" fmla="*/ 0 w 15"/>
                  <a:gd name="T11" fmla="*/ 1 h 11"/>
                  <a:gd name="T12" fmla="*/ 1 w 15"/>
                  <a:gd name="T13" fmla="*/ 7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11">
                    <a:moveTo>
                      <a:pt x="1" y="3"/>
                    </a:moveTo>
                    <a:cubicBezTo>
                      <a:pt x="5" y="5"/>
                      <a:pt x="9" y="7"/>
                      <a:pt x="12" y="11"/>
                    </a:cubicBezTo>
                    <a:cubicBezTo>
                      <a:pt x="13" y="11"/>
                      <a:pt x="14" y="11"/>
                      <a:pt x="15" y="11"/>
                    </a:cubicBezTo>
                    <a:cubicBezTo>
                      <a:pt x="15" y="10"/>
                      <a:pt x="15" y="9"/>
                      <a:pt x="15" y="9"/>
                    </a:cubicBezTo>
                    <a:cubicBezTo>
                      <a:pt x="11" y="5"/>
                      <a:pt x="7" y="3"/>
                      <a:pt x="2" y="1"/>
                    </a:cubicBezTo>
                    <a:cubicBezTo>
                      <a:pt x="2" y="0"/>
                      <a:pt x="1" y="0"/>
                      <a:pt x="0" y="1"/>
                    </a:cubicBezTo>
                    <a:cubicBezTo>
                      <a:pt x="0" y="2"/>
                      <a:pt x="0" y="3"/>
                      <a:pt x="1" y="3"/>
                    </a:cubicBezTo>
                    <a:close/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7673" name="Freeform 89">
                <a:extLst>
                  <a:ext uri="{FF2B5EF4-FFF2-40B4-BE49-F238E27FC236}">
                    <a16:creationId xmlns:a16="http://schemas.microsoft.com/office/drawing/2014/main" id="{63B11844-E608-460F-8FF0-B99D6E0055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5" y="2440"/>
                <a:ext cx="13" cy="13"/>
              </a:xfrm>
              <a:custGeom>
                <a:avLst/>
                <a:gdLst>
                  <a:gd name="T0" fmla="*/ 0 w 9"/>
                  <a:gd name="T1" fmla="*/ 6 h 9"/>
                  <a:gd name="T2" fmla="*/ 20 w 9"/>
                  <a:gd name="T3" fmla="*/ 27 h 9"/>
                  <a:gd name="T4" fmla="*/ 27 w 9"/>
                  <a:gd name="T5" fmla="*/ 27 h 9"/>
                  <a:gd name="T6" fmla="*/ 27 w 9"/>
                  <a:gd name="T7" fmla="*/ 20 h 9"/>
                  <a:gd name="T8" fmla="*/ 9 w 9"/>
                  <a:gd name="T9" fmla="*/ 0 h 9"/>
                  <a:gd name="T10" fmla="*/ 1 w 9"/>
                  <a:gd name="T11" fmla="*/ 0 h 9"/>
                  <a:gd name="T12" fmla="*/ 0 w 9"/>
                  <a:gd name="T13" fmla="*/ 6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9">
                    <a:moveTo>
                      <a:pt x="0" y="2"/>
                    </a:moveTo>
                    <a:cubicBezTo>
                      <a:pt x="2" y="5"/>
                      <a:pt x="5" y="7"/>
                      <a:pt x="7" y="9"/>
                    </a:cubicBezTo>
                    <a:cubicBezTo>
                      <a:pt x="7" y="9"/>
                      <a:pt x="8" y="9"/>
                      <a:pt x="9" y="9"/>
                    </a:cubicBezTo>
                    <a:cubicBezTo>
                      <a:pt x="9" y="8"/>
                      <a:pt x="9" y="7"/>
                      <a:pt x="9" y="7"/>
                    </a:cubicBezTo>
                    <a:cubicBezTo>
                      <a:pt x="7" y="4"/>
                      <a:pt x="4" y="3"/>
                      <a:pt x="3" y="0"/>
                    </a:cubicBezTo>
                    <a:cubicBezTo>
                      <a:pt x="2" y="0"/>
                      <a:pt x="1" y="0"/>
                      <a:pt x="1" y="0"/>
                    </a:cubicBezTo>
                    <a:cubicBezTo>
                      <a:pt x="0" y="1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7674" name="Freeform 90">
                <a:extLst>
                  <a:ext uri="{FF2B5EF4-FFF2-40B4-BE49-F238E27FC236}">
                    <a16:creationId xmlns:a16="http://schemas.microsoft.com/office/drawing/2014/main" id="{D70331B4-3029-4C87-82A3-8EF9C0420D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8" y="2461"/>
                <a:ext cx="11" cy="18"/>
              </a:xfrm>
              <a:custGeom>
                <a:avLst/>
                <a:gdLst>
                  <a:gd name="T0" fmla="*/ 0 w 8"/>
                  <a:gd name="T1" fmla="*/ 8 h 13"/>
                  <a:gd name="T2" fmla="*/ 14 w 8"/>
                  <a:gd name="T3" fmla="*/ 29 h 13"/>
                  <a:gd name="T4" fmla="*/ 19 w 8"/>
                  <a:gd name="T5" fmla="*/ 35 h 13"/>
                  <a:gd name="T6" fmla="*/ 21 w 8"/>
                  <a:gd name="T7" fmla="*/ 29 h 13"/>
                  <a:gd name="T8" fmla="*/ 8 w 8"/>
                  <a:gd name="T9" fmla="*/ 1 h 13"/>
                  <a:gd name="T10" fmla="*/ 1 w 8"/>
                  <a:gd name="T11" fmla="*/ 1 h 13"/>
                  <a:gd name="T12" fmla="*/ 0 w 8"/>
                  <a:gd name="T13" fmla="*/ 8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" h="13">
                    <a:moveTo>
                      <a:pt x="0" y="3"/>
                    </a:moveTo>
                    <a:cubicBezTo>
                      <a:pt x="3" y="5"/>
                      <a:pt x="5" y="9"/>
                      <a:pt x="5" y="11"/>
                    </a:cubicBezTo>
                    <a:cubicBezTo>
                      <a:pt x="5" y="12"/>
                      <a:pt x="6" y="13"/>
                      <a:pt x="7" y="13"/>
                    </a:cubicBezTo>
                    <a:cubicBezTo>
                      <a:pt x="8" y="13"/>
                      <a:pt x="8" y="12"/>
                      <a:pt x="8" y="11"/>
                    </a:cubicBezTo>
                    <a:cubicBezTo>
                      <a:pt x="8" y="7"/>
                      <a:pt x="5" y="4"/>
                      <a:pt x="3" y="1"/>
                    </a:cubicBezTo>
                    <a:cubicBezTo>
                      <a:pt x="2" y="0"/>
                      <a:pt x="1" y="0"/>
                      <a:pt x="1" y="1"/>
                    </a:cubicBezTo>
                    <a:cubicBezTo>
                      <a:pt x="0" y="1"/>
                      <a:pt x="0" y="2"/>
                      <a:pt x="0" y="3"/>
                    </a:cubicBezTo>
                    <a:close/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7675" name="Freeform 91">
                <a:extLst>
                  <a:ext uri="{FF2B5EF4-FFF2-40B4-BE49-F238E27FC236}">
                    <a16:creationId xmlns:a16="http://schemas.microsoft.com/office/drawing/2014/main" id="{CDFEDCBF-975C-4382-BB64-07A1F1C896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0" y="2492"/>
                <a:ext cx="7" cy="20"/>
              </a:xfrm>
              <a:custGeom>
                <a:avLst/>
                <a:gdLst>
                  <a:gd name="T0" fmla="*/ 0 w 5"/>
                  <a:gd name="T1" fmla="*/ 6 h 14"/>
                  <a:gd name="T2" fmla="*/ 6 w 5"/>
                  <a:gd name="T3" fmla="*/ 34 h 14"/>
                  <a:gd name="T4" fmla="*/ 11 w 5"/>
                  <a:gd name="T5" fmla="*/ 41 h 14"/>
                  <a:gd name="T6" fmla="*/ 14 w 5"/>
                  <a:gd name="T7" fmla="*/ 34 h 14"/>
                  <a:gd name="T8" fmla="*/ 8 w 5"/>
                  <a:gd name="T9" fmla="*/ 1 h 14"/>
                  <a:gd name="T10" fmla="*/ 6 w 5"/>
                  <a:gd name="T11" fmla="*/ 0 h 14"/>
                  <a:gd name="T12" fmla="*/ 0 w 5"/>
                  <a:gd name="T13" fmla="*/ 6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" h="14">
                    <a:moveTo>
                      <a:pt x="0" y="2"/>
                    </a:moveTo>
                    <a:cubicBezTo>
                      <a:pt x="1" y="5"/>
                      <a:pt x="1" y="9"/>
                      <a:pt x="2" y="12"/>
                    </a:cubicBezTo>
                    <a:cubicBezTo>
                      <a:pt x="2" y="13"/>
                      <a:pt x="3" y="14"/>
                      <a:pt x="4" y="14"/>
                    </a:cubicBezTo>
                    <a:cubicBezTo>
                      <a:pt x="5" y="13"/>
                      <a:pt x="5" y="12"/>
                      <a:pt x="5" y="12"/>
                    </a:cubicBezTo>
                    <a:cubicBezTo>
                      <a:pt x="4" y="9"/>
                      <a:pt x="4" y="5"/>
                      <a:pt x="3" y="1"/>
                    </a:cubicBezTo>
                    <a:cubicBezTo>
                      <a:pt x="3" y="1"/>
                      <a:pt x="2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7676" name="Freeform 92">
                <a:extLst>
                  <a:ext uri="{FF2B5EF4-FFF2-40B4-BE49-F238E27FC236}">
                    <a16:creationId xmlns:a16="http://schemas.microsoft.com/office/drawing/2014/main" id="{4E87F8E1-B550-4829-A4ED-333C554E45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1" y="2532"/>
                <a:ext cx="7" cy="13"/>
              </a:xfrm>
              <a:custGeom>
                <a:avLst/>
                <a:gdLst>
                  <a:gd name="T0" fmla="*/ 0 w 5"/>
                  <a:gd name="T1" fmla="*/ 1 h 9"/>
                  <a:gd name="T2" fmla="*/ 0 w 5"/>
                  <a:gd name="T3" fmla="*/ 6 h 9"/>
                  <a:gd name="T4" fmla="*/ 6 w 5"/>
                  <a:gd name="T5" fmla="*/ 25 h 9"/>
                  <a:gd name="T6" fmla="*/ 11 w 5"/>
                  <a:gd name="T7" fmla="*/ 27 h 9"/>
                  <a:gd name="T8" fmla="*/ 14 w 5"/>
                  <a:gd name="T9" fmla="*/ 20 h 9"/>
                  <a:gd name="T10" fmla="*/ 8 w 5"/>
                  <a:gd name="T11" fmla="*/ 6 h 9"/>
                  <a:gd name="T12" fmla="*/ 8 w 5"/>
                  <a:gd name="T13" fmla="*/ 1 h 9"/>
                  <a:gd name="T14" fmla="*/ 6 w 5"/>
                  <a:gd name="T15" fmla="*/ 0 h 9"/>
                  <a:gd name="T16" fmla="*/ 0 w 5"/>
                  <a:gd name="T17" fmla="*/ 1 h 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" h="9">
                    <a:moveTo>
                      <a:pt x="0" y="1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4"/>
                      <a:pt x="1" y="6"/>
                      <a:pt x="2" y="8"/>
                    </a:cubicBezTo>
                    <a:cubicBezTo>
                      <a:pt x="2" y="9"/>
                      <a:pt x="3" y="9"/>
                      <a:pt x="4" y="9"/>
                    </a:cubicBezTo>
                    <a:cubicBezTo>
                      <a:pt x="5" y="8"/>
                      <a:pt x="5" y="7"/>
                      <a:pt x="5" y="7"/>
                    </a:cubicBezTo>
                    <a:cubicBezTo>
                      <a:pt x="4" y="5"/>
                      <a:pt x="3" y="4"/>
                      <a:pt x="3" y="2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0"/>
                      <a:pt x="2" y="0"/>
                    </a:cubicBezTo>
                    <a:cubicBezTo>
                      <a:pt x="1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7677" name="Freeform 93">
                <a:extLst>
                  <a:ext uri="{FF2B5EF4-FFF2-40B4-BE49-F238E27FC236}">
                    <a16:creationId xmlns:a16="http://schemas.microsoft.com/office/drawing/2014/main" id="{7A617233-E035-4EF7-A4DB-A5BC4805FA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5" y="2528"/>
                <a:ext cx="32" cy="62"/>
              </a:xfrm>
              <a:custGeom>
                <a:avLst/>
                <a:gdLst>
                  <a:gd name="T0" fmla="*/ 6 w 23"/>
                  <a:gd name="T1" fmla="*/ 121 h 44"/>
                  <a:gd name="T2" fmla="*/ 25 w 23"/>
                  <a:gd name="T3" fmla="*/ 107 h 44"/>
                  <a:gd name="T4" fmla="*/ 40 w 23"/>
                  <a:gd name="T5" fmla="*/ 89 h 44"/>
                  <a:gd name="T6" fmla="*/ 63 w 23"/>
                  <a:gd name="T7" fmla="*/ 1 h 44"/>
                  <a:gd name="T8" fmla="*/ 60 w 23"/>
                  <a:gd name="T9" fmla="*/ 0 h 44"/>
                  <a:gd name="T10" fmla="*/ 54 w 23"/>
                  <a:gd name="T11" fmla="*/ 1 h 44"/>
                  <a:gd name="T12" fmla="*/ 35 w 23"/>
                  <a:gd name="T13" fmla="*/ 83 h 44"/>
                  <a:gd name="T14" fmla="*/ 19 w 23"/>
                  <a:gd name="T15" fmla="*/ 97 h 44"/>
                  <a:gd name="T16" fmla="*/ 0 w 23"/>
                  <a:gd name="T17" fmla="*/ 116 h 44"/>
                  <a:gd name="T18" fmla="*/ 0 w 23"/>
                  <a:gd name="T19" fmla="*/ 121 h 44"/>
                  <a:gd name="T20" fmla="*/ 6 w 23"/>
                  <a:gd name="T21" fmla="*/ 121 h 4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3" h="44">
                    <a:moveTo>
                      <a:pt x="2" y="43"/>
                    </a:moveTo>
                    <a:cubicBezTo>
                      <a:pt x="4" y="41"/>
                      <a:pt x="6" y="40"/>
                      <a:pt x="9" y="38"/>
                    </a:cubicBezTo>
                    <a:cubicBezTo>
                      <a:pt x="11" y="36"/>
                      <a:pt x="13" y="35"/>
                      <a:pt x="15" y="32"/>
                    </a:cubicBezTo>
                    <a:cubicBezTo>
                      <a:pt x="22" y="24"/>
                      <a:pt x="23" y="11"/>
                      <a:pt x="23" y="1"/>
                    </a:cubicBezTo>
                    <a:cubicBezTo>
                      <a:pt x="23" y="0"/>
                      <a:pt x="23" y="0"/>
                      <a:pt x="22" y="0"/>
                    </a:cubicBezTo>
                    <a:cubicBezTo>
                      <a:pt x="21" y="0"/>
                      <a:pt x="20" y="0"/>
                      <a:pt x="20" y="1"/>
                    </a:cubicBezTo>
                    <a:cubicBezTo>
                      <a:pt x="20" y="10"/>
                      <a:pt x="18" y="23"/>
                      <a:pt x="13" y="30"/>
                    </a:cubicBezTo>
                    <a:cubicBezTo>
                      <a:pt x="11" y="32"/>
                      <a:pt x="9" y="34"/>
                      <a:pt x="7" y="35"/>
                    </a:cubicBezTo>
                    <a:cubicBezTo>
                      <a:pt x="5" y="37"/>
                      <a:pt x="2" y="39"/>
                      <a:pt x="0" y="41"/>
                    </a:cubicBezTo>
                    <a:cubicBezTo>
                      <a:pt x="0" y="42"/>
                      <a:pt x="0" y="43"/>
                      <a:pt x="0" y="43"/>
                    </a:cubicBezTo>
                    <a:cubicBezTo>
                      <a:pt x="1" y="44"/>
                      <a:pt x="2" y="44"/>
                      <a:pt x="2" y="43"/>
                    </a:cubicBezTo>
                    <a:close/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7678" name="Freeform 94">
                <a:extLst>
                  <a:ext uri="{FF2B5EF4-FFF2-40B4-BE49-F238E27FC236}">
                    <a16:creationId xmlns:a16="http://schemas.microsoft.com/office/drawing/2014/main" id="{1612C775-14A4-48FB-A1B1-9E9F6B7538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7" y="2580"/>
                <a:ext cx="33" cy="90"/>
              </a:xfrm>
              <a:custGeom>
                <a:avLst/>
                <a:gdLst>
                  <a:gd name="T0" fmla="*/ 8 w 24"/>
                  <a:gd name="T1" fmla="*/ 170 h 65"/>
                  <a:gd name="T2" fmla="*/ 34 w 24"/>
                  <a:gd name="T3" fmla="*/ 123 h 65"/>
                  <a:gd name="T4" fmla="*/ 62 w 24"/>
                  <a:gd name="T5" fmla="*/ 11 h 65"/>
                  <a:gd name="T6" fmla="*/ 62 w 24"/>
                  <a:gd name="T7" fmla="*/ 6 h 65"/>
                  <a:gd name="T8" fmla="*/ 56 w 24"/>
                  <a:gd name="T9" fmla="*/ 0 h 65"/>
                  <a:gd name="T10" fmla="*/ 55 w 24"/>
                  <a:gd name="T11" fmla="*/ 6 h 65"/>
                  <a:gd name="T12" fmla="*/ 55 w 24"/>
                  <a:gd name="T13" fmla="*/ 11 h 65"/>
                  <a:gd name="T14" fmla="*/ 26 w 24"/>
                  <a:gd name="T15" fmla="*/ 119 h 65"/>
                  <a:gd name="T16" fmla="*/ 0 w 24"/>
                  <a:gd name="T17" fmla="*/ 166 h 65"/>
                  <a:gd name="T18" fmla="*/ 1 w 24"/>
                  <a:gd name="T19" fmla="*/ 173 h 65"/>
                  <a:gd name="T20" fmla="*/ 8 w 24"/>
                  <a:gd name="T21" fmla="*/ 170 h 6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4" h="65">
                    <a:moveTo>
                      <a:pt x="3" y="64"/>
                    </a:moveTo>
                    <a:cubicBezTo>
                      <a:pt x="5" y="57"/>
                      <a:pt x="9" y="52"/>
                      <a:pt x="13" y="46"/>
                    </a:cubicBezTo>
                    <a:cubicBezTo>
                      <a:pt x="20" y="33"/>
                      <a:pt x="24" y="19"/>
                      <a:pt x="24" y="4"/>
                    </a:cubicBezTo>
                    <a:cubicBezTo>
                      <a:pt x="24" y="4"/>
                      <a:pt x="24" y="3"/>
                      <a:pt x="24" y="2"/>
                    </a:cubicBezTo>
                    <a:cubicBezTo>
                      <a:pt x="23" y="1"/>
                      <a:pt x="23" y="0"/>
                      <a:pt x="22" y="0"/>
                    </a:cubicBezTo>
                    <a:cubicBezTo>
                      <a:pt x="21" y="0"/>
                      <a:pt x="20" y="1"/>
                      <a:pt x="21" y="2"/>
                    </a:cubicBezTo>
                    <a:cubicBezTo>
                      <a:pt x="21" y="3"/>
                      <a:pt x="21" y="4"/>
                      <a:pt x="21" y="4"/>
                    </a:cubicBezTo>
                    <a:cubicBezTo>
                      <a:pt x="21" y="19"/>
                      <a:pt x="17" y="32"/>
                      <a:pt x="10" y="45"/>
                    </a:cubicBezTo>
                    <a:cubicBezTo>
                      <a:pt x="7" y="51"/>
                      <a:pt x="2" y="56"/>
                      <a:pt x="0" y="63"/>
                    </a:cubicBezTo>
                    <a:cubicBezTo>
                      <a:pt x="0" y="64"/>
                      <a:pt x="1" y="65"/>
                      <a:pt x="1" y="65"/>
                    </a:cubicBezTo>
                    <a:cubicBezTo>
                      <a:pt x="2" y="65"/>
                      <a:pt x="3" y="65"/>
                      <a:pt x="3" y="64"/>
                    </a:cubicBezTo>
                    <a:close/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7679" name="Freeform 95">
                <a:extLst>
                  <a:ext uri="{FF2B5EF4-FFF2-40B4-BE49-F238E27FC236}">
                    <a16:creationId xmlns:a16="http://schemas.microsoft.com/office/drawing/2014/main" id="{0CED68BF-28AF-4DA3-80D3-92304FA93B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0" y="2651"/>
                <a:ext cx="10" cy="95"/>
              </a:xfrm>
              <a:custGeom>
                <a:avLst/>
                <a:gdLst>
                  <a:gd name="T0" fmla="*/ 1 w 7"/>
                  <a:gd name="T1" fmla="*/ 8 h 68"/>
                  <a:gd name="T2" fmla="*/ 6 w 7"/>
                  <a:gd name="T3" fmla="*/ 11 h 68"/>
                  <a:gd name="T4" fmla="*/ 6 w 7"/>
                  <a:gd name="T5" fmla="*/ 14 h 68"/>
                  <a:gd name="T6" fmla="*/ 6 w 7"/>
                  <a:gd name="T7" fmla="*/ 20 h 68"/>
                  <a:gd name="T8" fmla="*/ 6 w 7"/>
                  <a:gd name="T9" fmla="*/ 21 h 68"/>
                  <a:gd name="T10" fmla="*/ 13 w 7"/>
                  <a:gd name="T11" fmla="*/ 180 h 68"/>
                  <a:gd name="T12" fmla="*/ 19 w 7"/>
                  <a:gd name="T13" fmla="*/ 186 h 68"/>
                  <a:gd name="T14" fmla="*/ 20 w 7"/>
                  <a:gd name="T15" fmla="*/ 180 h 68"/>
                  <a:gd name="T16" fmla="*/ 14 w 7"/>
                  <a:gd name="T17" fmla="*/ 21 h 68"/>
                  <a:gd name="T18" fmla="*/ 14 w 7"/>
                  <a:gd name="T19" fmla="*/ 20 h 68"/>
                  <a:gd name="T20" fmla="*/ 14 w 7"/>
                  <a:gd name="T21" fmla="*/ 14 h 68"/>
                  <a:gd name="T22" fmla="*/ 13 w 7"/>
                  <a:gd name="T23" fmla="*/ 8 h 68"/>
                  <a:gd name="T24" fmla="*/ 6 w 7"/>
                  <a:gd name="T25" fmla="*/ 0 h 68"/>
                  <a:gd name="T26" fmla="*/ 0 w 7"/>
                  <a:gd name="T27" fmla="*/ 1 h 68"/>
                  <a:gd name="T28" fmla="*/ 1 w 7"/>
                  <a:gd name="T29" fmla="*/ 8 h 6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7" h="68">
                    <a:moveTo>
                      <a:pt x="1" y="3"/>
                    </a:moveTo>
                    <a:cubicBezTo>
                      <a:pt x="1" y="3"/>
                      <a:pt x="1" y="3"/>
                      <a:pt x="2" y="4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2" y="6"/>
                      <a:pt x="2" y="6"/>
                      <a:pt x="2" y="7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2" y="27"/>
                      <a:pt x="2" y="47"/>
                      <a:pt x="4" y="66"/>
                    </a:cubicBezTo>
                    <a:cubicBezTo>
                      <a:pt x="4" y="67"/>
                      <a:pt x="5" y="68"/>
                      <a:pt x="6" y="68"/>
                    </a:cubicBezTo>
                    <a:cubicBezTo>
                      <a:pt x="7" y="68"/>
                      <a:pt x="7" y="67"/>
                      <a:pt x="7" y="66"/>
                    </a:cubicBezTo>
                    <a:cubicBezTo>
                      <a:pt x="5" y="46"/>
                      <a:pt x="5" y="27"/>
                      <a:pt x="5" y="8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5" y="6"/>
                      <a:pt x="5" y="5"/>
                    </a:cubicBezTo>
                    <a:cubicBezTo>
                      <a:pt x="5" y="4"/>
                      <a:pt x="5" y="3"/>
                      <a:pt x="4" y="3"/>
                    </a:cubicBezTo>
                    <a:cubicBezTo>
                      <a:pt x="4" y="2"/>
                      <a:pt x="3" y="1"/>
                      <a:pt x="2" y="0"/>
                    </a:cubicBezTo>
                    <a:cubicBezTo>
                      <a:pt x="2" y="0"/>
                      <a:pt x="1" y="0"/>
                      <a:pt x="0" y="1"/>
                    </a:cubicBezTo>
                    <a:cubicBezTo>
                      <a:pt x="0" y="1"/>
                      <a:pt x="0" y="2"/>
                      <a:pt x="1" y="3"/>
                    </a:cubicBezTo>
                    <a:close/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7680" name="Freeform 96">
                <a:extLst>
                  <a:ext uri="{FF2B5EF4-FFF2-40B4-BE49-F238E27FC236}">
                    <a16:creationId xmlns:a16="http://schemas.microsoft.com/office/drawing/2014/main" id="{6C30388E-E9A6-4920-8E7A-06D66259CB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7" y="2907"/>
                <a:ext cx="19" cy="51"/>
              </a:xfrm>
              <a:custGeom>
                <a:avLst/>
                <a:gdLst>
                  <a:gd name="T0" fmla="*/ 7 w 14"/>
                  <a:gd name="T1" fmla="*/ 96 h 36"/>
                  <a:gd name="T2" fmla="*/ 7 w 14"/>
                  <a:gd name="T3" fmla="*/ 91 h 36"/>
                  <a:gd name="T4" fmla="*/ 19 w 14"/>
                  <a:gd name="T5" fmla="*/ 48 h 36"/>
                  <a:gd name="T6" fmla="*/ 33 w 14"/>
                  <a:gd name="T7" fmla="*/ 6 h 36"/>
                  <a:gd name="T8" fmla="*/ 30 w 14"/>
                  <a:gd name="T9" fmla="*/ 0 h 36"/>
                  <a:gd name="T10" fmla="*/ 26 w 14"/>
                  <a:gd name="T11" fmla="*/ 1 h 36"/>
                  <a:gd name="T12" fmla="*/ 10 w 14"/>
                  <a:gd name="T13" fmla="*/ 43 h 36"/>
                  <a:gd name="T14" fmla="*/ 0 w 14"/>
                  <a:gd name="T15" fmla="*/ 91 h 36"/>
                  <a:gd name="T16" fmla="*/ 0 w 14"/>
                  <a:gd name="T17" fmla="*/ 101 h 36"/>
                  <a:gd name="T18" fmla="*/ 5 w 14"/>
                  <a:gd name="T19" fmla="*/ 102 h 36"/>
                  <a:gd name="T20" fmla="*/ 7 w 14"/>
                  <a:gd name="T21" fmla="*/ 96 h 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4" h="36">
                    <a:moveTo>
                      <a:pt x="3" y="34"/>
                    </a:moveTo>
                    <a:cubicBezTo>
                      <a:pt x="3" y="33"/>
                      <a:pt x="3" y="33"/>
                      <a:pt x="3" y="32"/>
                    </a:cubicBezTo>
                    <a:cubicBezTo>
                      <a:pt x="3" y="28"/>
                      <a:pt x="5" y="22"/>
                      <a:pt x="7" y="17"/>
                    </a:cubicBezTo>
                    <a:cubicBezTo>
                      <a:pt x="9" y="11"/>
                      <a:pt x="12" y="6"/>
                      <a:pt x="13" y="2"/>
                    </a:cubicBezTo>
                    <a:cubicBezTo>
                      <a:pt x="14" y="1"/>
                      <a:pt x="13" y="0"/>
                      <a:pt x="12" y="0"/>
                    </a:cubicBezTo>
                    <a:cubicBezTo>
                      <a:pt x="12" y="0"/>
                      <a:pt x="11" y="0"/>
                      <a:pt x="10" y="1"/>
                    </a:cubicBezTo>
                    <a:cubicBezTo>
                      <a:pt x="9" y="4"/>
                      <a:pt x="7" y="10"/>
                      <a:pt x="4" y="15"/>
                    </a:cubicBezTo>
                    <a:cubicBezTo>
                      <a:pt x="2" y="21"/>
                      <a:pt x="0" y="27"/>
                      <a:pt x="0" y="32"/>
                    </a:cubicBezTo>
                    <a:cubicBezTo>
                      <a:pt x="0" y="33"/>
                      <a:pt x="0" y="34"/>
                      <a:pt x="0" y="35"/>
                    </a:cubicBezTo>
                    <a:cubicBezTo>
                      <a:pt x="0" y="36"/>
                      <a:pt x="1" y="36"/>
                      <a:pt x="2" y="36"/>
                    </a:cubicBezTo>
                    <a:cubicBezTo>
                      <a:pt x="3" y="36"/>
                      <a:pt x="3" y="35"/>
                      <a:pt x="3" y="34"/>
                    </a:cubicBezTo>
                    <a:close/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7681" name="Freeform 97">
                <a:extLst>
                  <a:ext uri="{FF2B5EF4-FFF2-40B4-BE49-F238E27FC236}">
                    <a16:creationId xmlns:a16="http://schemas.microsoft.com/office/drawing/2014/main" id="{485215BD-703F-4F16-8EEA-2C51C04FC8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1" y="2845"/>
                <a:ext cx="11" cy="54"/>
              </a:xfrm>
              <a:custGeom>
                <a:avLst/>
                <a:gdLst>
                  <a:gd name="T0" fmla="*/ 1 w 8"/>
                  <a:gd name="T1" fmla="*/ 8 h 39"/>
                  <a:gd name="T2" fmla="*/ 14 w 8"/>
                  <a:gd name="T3" fmla="*/ 64 h 39"/>
                  <a:gd name="T4" fmla="*/ 11 w 8"/>
                  <a:gd name="T5" fmla="*/ 98 h 39"/>
                  <a:gd name="T6" fmla="*/ 15 w 8"/>
                  <a:gd name="T7" fmla="*/ 104 h 39"/>
                  <a:gd name="T8" fmla="*/ 19 w 8"/>
                  <a:gd name="T9" fmla="*/ 98 h 39"/>
                  <a:gd name="T10" fmla="*/ 21 w 8"/>
                  <a:gd name="T11" fmla="*/ 64 h 39"/>
                  <a:gd name="T12" fmla="*/ 8 w 8"/>
                  <a:gd name="T13" fmla="*/ 1 h 39"/>
                  <a:gd name="T14" fmla="*/ 1 w 8"/>
                  <a:gd name="T15" fmla="*/ 0 h 39"/>
                  <a:gd name="T16" fmla="*/ 1 w 8"/>
                  <a:gd name="T17" fmla="*/ 8 h 3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" h="39">
                    <a:moveTo>
                      <a:pt x="1" y="3"/>
                    </a:moveTo>
                    <a:cubicBezTo>
                      <a:pt x="4" y="9"/>
                      <a:pt x="5" y="17"/>
                      <a:pt x="5" y="24"/>
                    </a:cubicBezTo>
                    <a:cubicBezTo>
                      <a:pt x="5" y="29"/>
                      <a:pt x="5" y="33"/>
                      <a:pt x="4" y="37"/>
                    </a:cubicBezTo>
                    <a:cubicBezTo>
                      <a:pt x="4" y="38"/>
                      <a:pt x="5" y="38"/>
                      <a:pt x="6" y="39"/>
                    </a:cubicBezTo>
                    <a:cubicBezTo>
                      <a:pt x="6" y="39"/>
                      <a:pt x="7" y="38"/>
                      <a:pt x="7" y="37"/>
                    </a:cubicBezTo>
                    <a:cubicBezTo>
                      <a:pt x="8" y="33"/>
                      <a:pt x="8" y="29"/>
                      <a:pt x="8" y="24"/>
                    </a:cubicBezTo>
                    <a:cubicBezTo>
                      <a:pt x="8" y="16"/>
                      <a:pt x="7" y="8"/>
                      <a:pt x="3" y="1"/>
                    </a:cubicBezTo>
                    <a:cubicBezTo>
                      <a:pt x="3" y="0"/>
                      <a:pt x="2" y="0"/>
                      <a:pt x="1" y="0"/>
                    </a:cubicBezTo>
                    <a:cubicBezTo>
                      <a:pt x="1" y="1"/>
                      <a:pt x="0" y="2"/>
                      <a:pt x="1" y="3"/>
                    </a:cubicBezTo>
                    <a:close/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7682" name="Freeform 98">
                <a:extLst>
                  <a:ext uri="{FF2B5EF4-FFF2-40B4-BE49-F238E27FC236}">
                    <a16:creationId xmlns:a16="http://schemas.microsoft.com/office/drawing/2014/main" id="{77C7512F-5A19-4302-B3B8-BC4688E07B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8" y="2965"/>
                <a:ext cx="15" cy="44"/>
              </a:xfrm>
              <a:custGeom>
                <a:avLst/>
                <a:gdLst>
                  <a:gd name="T0" fmla="*/ 5 w 11"/>
                  <a:gd name="T1" fmla="*/ 0 h 32"/>
                  <a:gd name="T2" fmla="*/ 5 w 11"/>
                  <a:gd name="T3" fmla="*/ 0 h 32"/>
                  <a:gd name="T4" fmla="*/ 1 w 11"/>
                  <a:gd name="T5" fmla="*/ 0 h 32"/>
                  <a:gd name="T6" fmla="*/ 0 w 11"/>
                  <a:gd name="T7" fmla="*/ 0 h 32"/>
                  <a:gd name="T8" fmla="*/ 0 w 11"/>
                  <a:gd name="T9" fmla="*/ 1 h 32"/>
                  <a:gd name="T10" fmla="*/ 0 w 11"/>
                  <a:gd name="T11" fmla="*/ 6 h 32"/>
                  <a:gd name="T12" fmla="*/ 0 w 11"/>
                  <a:gd name="T13" fmla="*/ 8 h 32"/>
                  <a:gd name="T14" fmla="*/ 1 w 11"/>
                  <a:gd name="T15" fmla="*/ 14 h 32"/>
                  <a:gd name="T16" fmla="*/ 20 w 11"/>
                  <a:gd name="T17" fmla="*/ 81 h 32"/>
                  <a:gd name="T18" fmla="*/ 26 w 11"/>
                  <a:gd name="T19" fmla="*/ 84 h 32"/>
                  <a:gd name="T20" fmla="*/ 27 w 11"/>
                  <a:gd name="T21" fmla="*/ 77 h 32"/>
                  <a:gd name="T22" fmla="*/ 10 w 11"/>
                  <a:gd name="T23" fmla="*/ 11 h 32"/>
                  <a:gd name="T24" fmla="*/ 7 w 11"/>
                  <a:gd name="T25" fmla="*/ 1 h 32"/>
                  <a:gd name="T26" fmla="*/ 7 w 11"/>
                  <a:gd name="T27" fmla="*/ 1 h 32"/>
                  <a:gd name="T28" fmla="*/ 7 w 11"/>
                  <a:gd name="T29" fmla="*/ 1 h 32"/>
                  <a:gd name="T30" fmla="*/ 1 w 11"/>
                  <a:gd name="T31" fmla="*/ 1 h 32"/>
                  <a:gd name="T32" fmla="*/ 7 w 11"/>
                  <a:gd name="T33" fmla="*/ 1 h 32"/>
                  <a:gd name="T34" fmla="*/ 7 w 11"/>
                  <a:gd name="T35" fmla="*/ 1 h 32"/>
                  <a:gd name="T36" fmla="*/ 1 w 11"/>
                  <a:gd name="T37" fmla="*/ 1 h 32"/>
                  <a:gd name="T38" fmla="*/ 7 w 11"/>
                  <a:gd name="T39" fmla="*/ 1 h 32"/>
                  <a:gd name="T40" fmla="*/ 1 w 11"/>
                  <a:gd name="T41" fmla="*/ 1 h 32"/>
                  <a:gd name="T42" fmla="*/ 5 w 11"/>
                  <a:gd name="T43" fmla="*/ 6 h 32"/>
                  <a:gd name="T44" fmla="*/ 7 w 11"/>
                  <a:gd name="T45" fmla="*/ 1 h 32"/>
                  <a:gd name="T46" fmla="*/ 1 w 11"/>
                  <a:gd name="T47" fmla="*/ 1 h 32"/>
                  <a:gd name="T48" fmla="*/ 5 w 11"/>
                  <a:gd name="T49" fmla="*/ 6 h 32"/>
                  <a:gd name="T50" fmla="*/ 1 w 11"/>
                  <a:gd name="T51" fmla="*/ 1 h 32"/>
                  <a:gd name="T52" fmla="*/ 1 w 11"/>
                  <a:gd name="T53" fmla="*/ 8 h 32"/>
                  <a:gd name="T54" fmla="*/ 5 w 11"/>
                  <a:gd name="T55" fmla="*/ 6 h 32"/>
                  <a:gd name="T56" fmla="*/ 1 w 11"/>
                  <a:gd name="T57" fmla="*/ 1 h 32"/>
                  <a:gd name="T58" fmla="*/ 1 w 11"/>
                  <a:gd name="T59" fmla="*/ 8 h 32"/>
                  <a:gd name="T60" fmla="*/ 1 w 11"/>
                  <a:gd name="T61" fmla="*/ 1 h 32"/>
                  <a:gd name="T62" fmla="*/ 1 w 11"/>
                  <a:gd name="T63" fmla="*/ 8 h 32"/>
                  <a:gd name="T64" fmla="*/ 1 w 11"/>
                  <a:gd name="T65" fmla="*/ 8 h 32"/>
                  <a:gd name="T66" fmla="*/ 1 w 11"/>
                  <a:gd name="T67" fmla="*/ 1 h 32"/>
                  <a:gd name="T68" fmla="*/ 1 w 11"/>
                  <a:gd name="T69" fmla="*/ 8 h 32"/>
                  <a:gd name="T70" fmla="*/ 1 w 11"/>
                  <a:gd name="T71" fmla="*/ 6 h 32"/>
                  <a:gd name="T72" fmla="*/ 1 w 11"/>
                  <a:gd name="T73" fmla="*/ 8 h 32"/>
                  <a:gd name="T74" fmla="*/ 1 w 11"/>
                  <a:gd name="T75" fmla="*/ 8 h 32"/>
                  <a:gd name="T76" fmla="*/ 1 w 11"/>
                  <a:gd name="T77" fmla="*/ 6 h 32"/>
                  <a:gd name="T78" fmla="*/ 1 w 11"/>
                  <a:gd name="T79" fmla="*/ 8 h 32"/>
                  <a:gd name="T80" fmla="*/ 7 w 11"/>
                  <a:gd name="T81" fmla="*/ 6 h 32"/>
                  <a:gd name="T82" fmla="*/ 5 w 11"/>
                  <a:gd name="T83" fmla="*/ 0 h 32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0" t="0" r="r" b="b"/>
                <a:pathLst>
                  <a:path w="11" h="32">
                    <a:moveTo>
                      <a:pt x="2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3"/>
                    </a:cubicBezTo>
                    <a:cubicBezTo>
                      <a:pt x="0" y="3"/>
                      <a:pt x="1" y="4"/>
                      <a:pt x="1" y="5"/>
                    </a:cubicBezTo>
                    <a:cubicBezTo>
                      <a:pt x="4" y="13"/>
                      <a:pt x="6" y="22"/>
                      <a:pt x="8" y="31"/>
                    </a:cubicBezTo>
                    <a:cubicBezTo>
                      <a:pt x="8" y="32"/>
                      <a:pt x="9" y="32"/>
                      <a:pt x="10" y="32"/>
                    </a:cubicBezTo>
                    <a:cubicBezTo>
                      <a:pt x="11" y="32"/>
                      <a:pt x="11" y="31"/>
                      <a:pt x="11" y="30"/>
                    </a:cubicBezTo>
                    <a:cubicBezTo>
                      <a:pt x="9" y="22"/>
                      <a:pt x="7" y="13"/>
                      <a:pt x="4" y="4"/>
                    </a:cubicBezTo>
                    <a:cubicBezTo>
                      <a:pt x="3" y="3"/>
                      <a:pt x="3" y="2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3" y="2"/>
                      <a:pt x="3" y="1"/>
                      <a:pt x="3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2" y="3"/>
                      <a:pt x="2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2" y="3"/>
                      <a:pt x="3" y="2"/>
                    </a:cubicBezTo>
                    <a:cubicBezTo>
                      <a:pt x="3" y="1"/>
                      <a:pt x="3" y="0"/>
                      <a:pt x="2" y="0"/>
                    </a:cubicBezTo>
                    <a:close/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7683" name="Freeform 99">
                <a:extLst>
                  <a:ext uri="{FF2B5EF4-FFF2-40B4-BE49-F238E27FC236}">
                    <a16:creationId xmlns:a16="http://schemas.microsoft.com/office/drawing/2014/main" id="{EDC41103-44E4-4E08-AA30-67CF3C7532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2" y="3107"/>
                <a:ext cx="56" cy="61"/>
              </a:xfrm>
              <a:custGeom>
                <a:avLst/>
                <a:gdLst>
                  <a:gd name="T0" fmla="*/ 1 w 40"/>
                  <a:gd name="T1" fmla="*/ 118 h 44"/>
                  <a:gd name="T2" fmla="*/ 8 w 40"/>
                  <a:gd name="T3" fmla="*/ 118 h 44"/>
                  <a:gd name="T4" fmla="*/ 25 w 40"/>
                  <a:gd name="T5" fmla="*/ 111 h 44"/>
                  <a:gd name="T6" fmla="*/ 39 w 40"/>
                  <a:gd name="T7" fmla="*/ 104 h 44"/>
                  <a:gd name="T8" fmla="*/ 67 w 40"/>
                  <a:gd name="T9" fmla="*/ 71 h 44"/>
                  <a:gd name="T10" fmla="*/ 90 w 40"/>
                  <a:gd name="T11" fmla="*/ 36 h 44"/>
                  <a:gd name="T12" fmla="*/ 108 w 40"/>
                  <a:gd name="T13" fmla="*/ 8 h 44"/>
                  <a:gd name="T14" fmla="*/ 108 w 40"/>
                  <a:gd name="T15" fmla="*/ 0 h 44"/>
                  <a:gd name="T16" fmla="*/ 102 w 40"/>
                  <a:gd name="T17" fmla="*/ 1 h 44"/>
                  <a:gd name="T18" fmla="*/ 84 w 40"/>
                  <a:gd name="T19" fmla="*/ 33 h 44"/>
                  <a:gd name="T20" fmla="*/ 60 w 40"/>
                  <a:gd name="T21" fmla="*/ 68 h 44"/>
                  <a:gd name="T22" fmla="*/ 34 w 40"/>
                  <a:gd name="T23" fmla="*/ 96 h 44"/>
                  <a:gd name="T24" fmla="*/ 21 w 40"/>
                  <a:gd name="T25" fmla="*/ 105 h 44"/>
                  <a:gd name="T26" fmla="*/ 8 w 40"/>
                  <a:gd name="T27" fmla="*/ 110 h 44"/>
                  <a:gd name="T28" fmla="*/ 6 w 40"/>
                  <a:gd name="T29" fmla="*/ 110 h 44"/>
                  <a:gd name="T30" fmla="*/ 0 w 40"/>
                  <a:gd name="T31" fmla="*/ 111 h 44"/>
                  <a:gd name="T32" fmla="*/ 1 w 40"/>
                  <a:gd name="T33" fmla="*/ 118 h 4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40" h="44">
                    <a:moveTo>
                      <a:pt x="1" y="44"/>
                    </a:moveTo>
                    <a:cubicBezTo>
                      <a:pt x="2" y="44"/>
                      <a:pt x="2" y="44"/>
                      <a:pt x="3" y="44"/>
                    </a:cubicBezTo>
                    <a:cubicBezTo>
                      <a:pt x="5" y="44"/>
                      <a:pt x="7" y="43"/>
                      <a:pt x="9" y="42"/>
                    </a:cubicBezTo>
                    <a:cubicBezTo>
                      <a:pt x="11" y="41"/>
                      <a:pt x="12" y="40"/>
                      <a:pt x="14" y="39"/>
                    </a:cubicBezTo>
                    <a:cubicBezTo>
                      <a:pt x="18" y="35"/>
                      <a:pt x="21" y="31"/>
                      <a:pt x="24" y="27"/>
                    </a:cubicBezTo>
                    <a:cubicBezTo>
                      <a:pt x="28" y="23"/>
                      <a:pt x="30" y="18"/>
                      <a:pt x="33" y="14"/>
                    </a:cubicBezTo>
                    <a:cubicBezTo>
                      <a:pt x="36" y="10"/>
                      <a:pt x="37" y="6"/>
                      <a:pt x="39" y="3"/>
                    </a:cubicBezTo>
                    <a:cubicBezTo>
                      <a:pt x="40" y="2"/>
                      <a:pt x="39" y="1"/>
                      <a:pt x="39" y="0"/>
                    </a:cubicBezTo>
                    <a:cubicBezTo>
                      <a:pt x="38" y="0"/>
                      <a:pt x="37" y="0"/>
                      <a:pt x="37" y="1"/>
                    </a:cubicBezTo>
                    <a:cubicBezTo>
                      <a:pt x="34" y="5"/>
                      <a:pt x="33" y="9"/>
                      <a:pt x="31" y="12"/>
                    </a:cubicBezTo>
                    <a:cubicBezTo>
                      <a:pt x="28" y="17"/>
                      <a:pt x="25" y="21"/>
                      <a:pt x="22" y="25"/>
                    </a:cubicBezTo>
                    <a:cubicBezTo>
                      <a:pt x="19" y="30"/>
                      <a:pt x="16" y="33"/>
                      <a:pt x="12" y="36"/>
                    </a:cubicBezTo>
                    <a:cubicBezTo>
                      <a:pt x="11" y="37"/>
                      <a:pt x="9" y="39"/>
                      <a:pt x="8" y="40"/>
                    </a:cubicBezTo>
                    <a:cubicBezTo>
                      <a:pt x="6" y="41"/>
                      <a:pt x="4" y="41"/>
                      <a:pt x="3" y="41"/>
                    </a:cubicBezTo>
                    <a:cubicBezTo>
                      <a:pt x="3" y="41"/>
                      <a:pt x="2" y="41"/>
                      <a:pt x="2" y="41"/>
                    </a:cubicBezTo>
                    <a:cubicBezTo>
                      <a:pt x="1" y="41"/>
                      <a:pt x="0" y="41"/>
                      <a:pt x="0" y="42"/>
                    </a:cubicBezTo>
                    <a:cubicBezTo>
                      <a:pt x="0" y="43"/>
                      <a:pt x="0" y="43"/>
                      <a:pt x="1" y="44"/>
                    </a:cubicBezTo>
                    <a:close/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7684" name="Freeform 100">
                <a:extLst>
                  <a:ext uri="{FF2B5EF4-FFF2-40B4-BE49-F238E27FC236}">
                    <a16:creationId xmlns:a16="http://schemas.microsoft.com/office/drawing/2014/main" id="{39804BF0-693F-49A1-87D3-1408E293DD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2" y="3146"/>
                <a:ext cx="16" cy="31"/>
              </a:xfrm>
              <a:custGeom>
                <a:avLst/>
                <a:gdLst>
                  <a:gd name="T0" fmla="*/ 21 w 12"/>
                  <a:gd name="T1" fmla="*/ 1 h 22"/>
                  <a:gd name="T2" fmla="*/ 21 w 12"/>
                  <a:gd name="T3" fmla="*/ 6 h 22"/>
                  <a:gd name="T4" fmla="*/ 15 w 12"/>
                  <a:gd name="T5" fmla="*/ 32 h 22"/>
                  <a:gd name="T6" fmla="*/ 0 w 12"/>
                  <a:gd name="T7" fmla="*/ 55 h 22"/>
                  <a:gd name="T8" fmla="*/ 1 w 12"/>
                  <a:gd name="T9" fmla="*/ 62 h 22"/>
                  <a:gd name="T10" fmla="*/ 7 w 12"/>
                  <a:gd name="T11" fmla="*/ 59 h 22"/>
                  <a:gd name="T12" fmla="*/ 21 w 12"/>
                  <a:gd name="T13" fmla="*/ 34 h 22"/>
                  <a:gd name="T14" fmla="*/ 28 w 12"/>
                  <a:gd name="T15" fmla="*/ 6 h 22"/>
                  <a:gd name="T16" fmla="*/ 28 w 12"/>
                  <a:gd name="T17" fmla="*/ 1 h 22"/>
                  <a:gd name="T18" fmla="*/ 23 w 12"/>
                  <a:gd name="T19" fmla="*/ 0 h 22"/>
                  <a:gd name="T20" fmla="*/ 21 w 12"/>
                  <a:gd name="T21" fmla="*/ 1 h 2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2" h="22">
                    <a:moveTo>
                      <a:pt x="9" y="1"/>
                    </a:moveTo>
                    <a:cubicBezTo>
                      <a:pt x="9" y="2"/>
                      <a:pt x="9" y="2"/>
                      <a:pt x="9" y="2"/>
                    </a:cubicBezTo>
                    <a:cubicBezTo>
                      <a:pt x="9" y="5"/>
                      <a:pt x="8" y="8"/>
                      <a:pt x="6" y="11"/>
                    </a:cubicBezTo>
                    <a:cubicBezTo>
                      <a:pt x="4" y="14"/>
                      <a:pt x="2" y="17"/>
                      <a:pt x="0" y="20"/>
                    </a:cubicBezTo>
                    <a:cubicBezTo>
                      <a:pt x="0" y="20"/>
                      <a:pt x="0" y="21"/>
                      <a:pt x="1" y="22"/>
                    </a:cubicBezTo>
                    <a:cubicBezTo>
                      <a:pt x="1" y="22"/>
                      <a:pt x="2" y="22"/>
                      <a:pt x="3" y="21"/>
                    </a:cubicBezTo>
                    <a:cubicBezTo>
                      <a:pt x="4" y="19"/>
                      <a:pt x="7" y="16"/>
                      <a:pt x="9" y="12"/>
                    </a:cubicBezTo>
                    <a:cubicBezTo>
                      <a:pt x="10" y="9"/>
                      <a:pt x="12" y="6"/>
                      <a:pt x="12" y="2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2" y="0"/>
                      <a:pt x="11" y="0"/>
                      <a:pt x="10" y="0"/>
                    </a:cubicBezTo>
                    <a:cubicBezTo>
                      <a:pt x="10" y="0"/>
                      <a:pt x="9" y="0"/>
                      <a:pt x="9" y="1"/>
                    </a:cubicBezTo>
                    <a:close/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7685" name="Freeform 101">
                <a:extLst>
                  <a:ext uri="{FF2B5EF4-FFF2-40B4-BE49-F238E27FC236}">
                    <a16:creationId xmlns:a16="http://schemas.microsoft.com/office/drawing/2014/main" id="{B2E4D1F3-5704-4853-8D41-CC338194CB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4" y="3079"/>
                <a:ext cx="8" cy="19"/>
              </a:xfrm>
              <a:custGeom>
                <a:avLst/>
                <a:gdLst>
                  <a:gd name="T0" fmla="*/ 7 w 6"/>
                  <a:gd name="T1" fmla="*/ 1 h 14"/>
                  <a:gd name="T2" fmla="*/ 0 w 6"/>
                  <a:gd name="T3" fmla="*/ 30 h 14"/>
                  <a:gd name="T4" fmla="*/ 1 w 6"/>
                  <a:gd name="T5" fmla="*/ 33 h 14"/>
                  <a:gd name="T6" fmla="*/ 7 w 6"/>
                  <a:gd name="T7" fmla="*/ 30 h 14"/>
                  <a:gd name="T8" fmla="*/ 15 w 6"/>
                  <a:gd name="T9" fmla="*/ 1 h 14"/>
                  <a:gd name="T10" fmla="*/ 9 w 6"/>
                  <a:gd name="T11" fmla="*/ 0 h 14"/>
                  <a:gd name="T12" fmla="*/ 7 w 6"/>
                  <a:gd name="T13" fmla="*/ 1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" h="14">
                    <a:moveTo>
                      <a:pt x="3" y="1"/>
                    </a:moveTo>
                    <a:cubicBezTo>
                      <a:pt x="3" y="5"/>
                      <a:pt x="1" y="8"/>
                      <a:pt x="0" y="12"/>
                    </a:cubicBezTo>
                    <a:cubicBezTo>
                      <a:pt x="0" y="12"/>
                      <a:pt x="1" y="13"/>
                      <a:pt x="1" y="13"/>
                    </a:cubicBezTo>
                    <a:cubicBezTo>
                      <a:pt x="2" y="14"/>
                      <a:pt x="3" y="13"/>
                      <a:pt x="3" y="12"/>
                    </a:cubicBezTo>
                    <a:cubicBezTo>
                      <a:pt x="4" y="9"/>
                      <a:pt x="6" y="5"/>
                      <a:pt x="6" y="1"/>
                    </a:cubicBezTo>
                    <a:cubicBezTo>
                      <a:pt x="6" y="1"/>
                      <a:pt x="5" y="0"/>
                      <a:pt x="4" y="0"/>
                    </a:cubicBezTo>
                    <a:cubicBezTo>
                      <a:pt x="4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7686" name="Freeform 102">
                <a:extLst>
                  <a:ext uri="{FF2B5EF4-FFF2-40B4-BE49-F238E27FC236}">
                    <a16:creationId xmlns:a16="http://schemas.microsoft.com/office/drawing/2014/main" id="{9D701F6E-933D-4675-B6CE-126EC40A6F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7" y="3213"/>
                <a:ext cx="8" cy="14"/>
              </a:xfrm>
              <a:custGeom>
                <a:avLst/>
                <a:gdLst>
                  <a:gd name="T0" fmla="*/ 5 w 6"/>
                  <a:gd name="T1" fmla="*/ 6 h 10"/>
                  <a:gd name="T2" fmla="*/ 7 w 6"/>
                  <a:gd name="T3" fmla="*/ 6 h 10"/>
                  <a:gd name="T4" fmla="*/ 5 w 6"/>
                  <a:gd name="T5" fmla="*/ 14 h 10"/>
                  <a:gd name="T6" fmla="*/ 0 w 6"/>
                  <a:gd name="T7" fmla="*/ 21 h 10"/>
                  <a:gd name="T8" fmla="*/ 1 w 6"/>
                  <a:gd name="T9" fmla="*/ 28 h 10"/>
                  <a:gd name="T10" fmla="*/ 7 w 6"/>
                  <a:gd name="T11" fmla="*/ 25 h 10"/>
                  <a:gd name="T12" fmla="*/ 9 w 6"/>
                  <a:gd name="T13" fmla="*/ 15 h 10"/>
                  <a:gd name="T14" fmla="*/ 15 w 6"/>
                  <a:gd name="T15" fmla="*/ 6 h 10"/>
                  <a:gd name="T16" fmla="*/ 12 w 6"/>
                  <a:gd name="T17" fmla="*/ 6 h 10"/>
                  <a:gd name="T18" fmla="*/ 9 w 6"/>
                  <a:gd name="T19" fmla="*/ 0 h 10"/>
                  <a:gd name="T20" fmla="*/ 5 w 6"/>
                  <a:gd name="T21" fmla="*/ 6 h 1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" h="10">
                    <a:moveTo>
                      <a:pt x="2" y="2"/>
                    </a:move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2" y="3"/>
                      <a:pt x="2" y="5"/>
                    </a:cubicBezTo>
                    <a:cubicBezTo>
                      <a:pt x="1" y="6"/>
                      <a:pt x="0" y="7"/>
                      <a:pt x="0" y="8"/>
                    </a:cubicBezTo>
                    <a:cubicBezTo>
                      <a:pt x="0" y="9"/>
                      <a:pt x="0" y="10"/>
                      <a:pt x="1" y="10"/>
                    </a:cubicBezTo>
                    <a:cubicBezTo>
                      <a:pt x="2" y="10"/>
                      <a:pt x="3" y="10"/>
                      <a:pt x="3" y="9"/>
                    </a:cubicBezTo>
                    <a:cubicBezTo>
                      <a:pt x="3" y="8"/>
                      <a:pt x="4" y="7"/>
                      <a:pt x="4" y="6"/>
                    </a:cubicBezTo>
                    <a:cubicBezTo>
                      <a:pt x="5" y="5"/>
                      <a:pt x="5" y="3"/>
                      <a:pt x="6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1"/>
                      <a:pt x="5" y="0"/>
                      <a:pt x="4" y="0"/>
                    </a:cubicBezTo>
                    <a:cubicBezTo>
                      <a:pt x="3" y="0"/>
                      <a:pt x="2" y="1"/>
                      <a:pt x="2" y="2"/>
                    </a:cubicBezTo>
                    <a:close/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7687" name="Freeform 103">
                <a:extLst>
                  <a:ext uri="{FF2B5EF4-FFF2-40B4-BE49-F238E27FC236}">
                    <a16:creationId xmlns:a16="http://schemas.microsoft.com/office/drawing/2014/main" id="{445336F0-9816-41EB-8DF5-604D20A30F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8" y="3246"/>
                <a:ext cx="7" cy="11"/>
              </a:xfrm>
              <a:custGeom>
                <a:avLst/>
                <a:gdLst>
                  <a:gd name="T0" fmla="*/ 6 w 5"/>
                  <a:gd name="T1" fmla="*/ 1 h 8"/>
                  <a:gd name="T2" fmla="*/ 0 w 5"/>
                  <a:gd name="T3" fmla="*/ 15 h 8"/>
                  <a:gd name="T4" fmla="*/ 1 w 5"/>
                  <a:gd name="T5" fmla="*/ 21 h 8"/>
                  <a:gd name="T6" fmla="*/ 8 w 5"/>
                  <a:gd name="T7" fmla="*/ 19 h 8"/>
                  <a:gd name="T8" fmla="*/ 11 w 5"/>
                  <a:gd name="T9" fmla="*/ 8 h 8"/>
                  <a:gd name="T10" fmla="*/ 11 w 5"/>
                  <a:gd name="T11" fmla="*/ 1 h 8"/>
                  <a:gd name="T12" fmla="*/ 6 w 5"/>
                  <a:gd name="T13" fmla="*/ 1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" h="8">
                    <a:moveTo>
                      <a:pt x="2" y="1"/>
                    </a:moveTo>
                    <a:cubicBezTo>
                      <a:pt x="1" y="3"/>
                      <a:pt x="1" y="5"/>
                      <a:pt x="0" y="6"/>
                    </a:cubicBezTo>
                    <a:cubicBezTo>
                      <a:pt x="0" y="6"/>
                      <a:pt x="0" y="7"/>
                      <a:pt x="1" y="8"/>
                    </a:cubicBezTo>
                    <a:cubicBezTo>
                      <a:pt x="1" y="8"/>
                      <a:pt x="2" y="8"/>
                      <a:pt x="3" y="7"/>
                    </a:cubicBezTo>
                    <a:cubicBezTo>
                      <a:pt x="3" y="5"/>
                      <a:pt x="4" y="4"/>
                      <a:pt x="4" y="3"/>
                    </a:cubicBezTo>
                    <a:cubicBezTo>
                      <a:pt x="5" y="2"/>
                      <a:pt x="5" y="1"/>
                      <a:pt x="4" y="1"/>
                    </a:cubicBezTo>
                    <a:cubicBezTo>
                      <a:pt x="3" y="0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7688" name="Freeform 104">
                <a:extLst>
                  <a:ext uri="{FF2B5EF4-FFF2-40B4-BE49-F238E27FC236}">
                    <a16:creationId xmlns:a16="http://schemas.microsoft.com/office/drawing/2014/main" id="{D580B9B1-4525-4BFE-83EA-C32562EB35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0" y="2382"/>
                <a:ext cx="75" cy="50"/>
              </a:xfrm>
              <a:custGeom>
                <a:avLst/>
                <a:gdLst>
                  <a:gd name="T0" fmla="*/ 8 w 54"/>
                  <a:gd name="T1" fmla="*/ 94 h 36"/>
                  <a:gd name="T2" fmla="*/ 60 w 54"/>
                  <a:gd name="T3" fmla="*/ 40 h 36"/>
                  <a:gd name="T4" fmla="*/ 78 w 54"/>
                  <a:gd name="T5" fmla="*/ 36 h 36"/>
                  <a:gd name="T6" fmla="*/ 118 w 54"/>
                  <a:gd name="T7" fmla="*/ 26 h 36"/>
                  <a:gd name="T8" fmla="*/ 133 w 54"/>
                  <a:gd name="T9" fmla="*/ 19 h 36"/>
                  <a:gd name="T10" fmla="*/ 144 w 54"/>
                  <a:gd name="T11" fmla="*/ 6 h 36"/>
                  <a:gd name="T12" fmla="*/ 139 w 54"/>
                  <a:gd name="T13" fmla="*/ 0 h 36"/>
                  <a:gd name="T14" fmla="*/ 138 w 54"/>
                  <a:gd name="T15" fmla="*/ 1 h 36"/>
                  <a:gd name="T16" fmla="*/ 133 w 54"/>
                  <a:gd name="T17" fmla="*/ 11 h 36"/>
                  <a:gd name="T18" fmla="*/ 118 w 54"/>
                  <a:gd name="T19" fmla="*/ 19 h 36"/>
                  <a:gd name="T20" fmla="*/ 83 w 54"/>
                  <a:gd name="T21" fmla="*/ 26 h 36"/>
                  <a:gd name="T22" fmla="*/ 54 w 54"/>
                  <a:gd name="T23" fmla="*/ 35 h 36"/>
                  <a:gd name="T24" fmla="*/ 1 w 54"/>
                  <a:gd name="T25" fmla="*/ 90 h 36"/>
                  <a:gd name="T26" fmla="*/ 1 w 54"/>
                  <a:gd name="T27" fmla="*/ 96 h 36"/>
                  <a:gd name="T28" fmla="*/ 8 w 54"/>
                  <a:gd name="T29" fmla="*/ 94 h 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54" h="36">
                    <a:moveTo>
                      <a:pt x="3" y="35"/>
                    </a:moveTo>
                    <a:cubicBezTo>
                      <a:pt x="6" y="26"/>
                      <a:pt x="13" y="19"/>
                      <a:pt x="22" y="15"/>
                    </a:cubicBezTo>
                    <a:cubicBezTo>
                      <a:pt x="23" y="15"/>
                      <a:pt x="26" y="14"/>
                      <a:pt x="29" y="14"/>
                    </a:cubicBezTo>
                    <a:cubicBezTo>
                      <a:pt x="33" y="13"/>
                      <a:pt x="39" y="12"/>
                      <a:pt x="44" y="10"/>
                    </a:cubicBezTo>
                    <a:cubicBezTo>
                      <a:pt x="47" y="10"/>
                      <a:pt x="49" y="9"/>
                      <a:pt x="50" y="7"/>
                    </a:cubicBezTo>
                    <a:cubicBezTo>
                      <a:pt x="52" y="6"/>
                      <a:pt x="53" y="4"/>
                      <a:pt x="54" y="2"/>
                    </a:cubicBezTo>
                    <a:cubicBezTo>
                      <a:pt x="54" y="1"/>
                      <a:pt x="53" y="0"/>
                      <a:pt x="52" y="0"/>
                    </a:cubicBezTo>
                    <a:cubicBezTo>
                      <a:pt x="51" y="0"/>
                      <a:pt x="51" y="0"/>
                      <a:pt x="51" y="1"/>
                    </a:cubicBezTo>
                    <a:cubicBezTo>
                      <a:pt x="51" y="2"/>
                      <a:pt x="50" y="3"/>
                      <a:pt x="50" y="4"/>
                    </a:cubicBezTo>
                    <a:cubicBezTo>
                      <a:pt x="49" y="5"/>
                      <a:pt x="47" y="6"/>
                      <a:pt x="44" y="7"/>
                    </a:cubicBezTo>
                    <a:cubicBezTo>
                      <a:pt x="41" y="9"/>
                      <a:pt x="36" y="9"/>
                      <a:pt x="31" y="10"/>
                    </a:cubicBezTo>
                    <a:cubicBezTo>
                      <a:pt x="27" y="11"/>
                      <a:pt x="23" y="12"/>
                      <a:pt x="20" y="13"/>
                    </a:cubicBezTo>
                    <a:cubicBezTo>
                      <a:pt x="11" y="17"/>
                      <a:pt x="4" y="24"/>
                      <a:pt x="1" y="34"/>
                    </a:cubicBezTo>
                    <a:cubicBezTo>
                      <a:pt x="0" y="35"/>
                      <a:pt x="1" y="36"/>
                      <a:pt x="1" y="36"/>
                    </a:cubicBezTo>
                    <a:cubicBezTo>
                      <a:pt x="2" y="36"/>
                      <a:pt x="3" y="36"/>
                      <a:pt x="3" y="35"/>
                    </a:cubicBezTo>
                    <a:close/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7689" name="Freeform 105">
                <a:extLst>
                  <a:ext uri="{FF2B5EF4-FFF2-40B4-BE49-F238E27FC236}">
                    <a16:creationId xmlns:a16="http://schemas.microsoft.com/office/drawing/2014/main" id="{74EFBAE5-9A74-4901-9E12-6A1110988E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3" y="2369"/>
                <a:ext cx="22" cy="17"/>
              </a:xfrm>
              <a:custGeom>
                <a:avLst/>
                <a:gdLst>
                  <a:gd name="T0" fmla="*/ 0 w 16"/>
                  <a:gd name="T1" fmla="*/ 6 h 12"/>
                  <a:gd name="T2" fmla="*/ 15 w 16"/>
                  <a:gd name="T3" fmla="*/ 23 h 12"/>
                  <a:gd name="T4" fmla="*/ 36 w 16"/>
                  <a:gd name="T5" fmla="*/ 34 h 12"/>
                  <a:gd name="T6" fmla="*/ 41 w 16"/>
                  <a:gd name="T7" fmla="*/ 33 h 12"/>
                  <a:gd name="T8" fmla="*/ 40 w 16"/>
                  <a:gd name="T9" fmla="*/ 26 h 12"/>
                  <a:gd name="T10" fmla="*/ 21 w 16"/>
                  <a:gd name="T11" fmla="*/ 18 h 12"/>
                  <a:gd name="T12" fmla="*/ 8 w 16"/>
                  <a:gd name="T13" fmla="*/ 1 h 12"/>
                  <a:gd name="T14" fmla="*/ 1 w 16"/>
                  <a:gd name="T15" fmla="*/ 0 h 12"/>
                  <a:gd name="T16" fmla="*/ 0 w 16"/>
                  <a:gd name="T17" fmla="*/ 6 h 1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6" h="12">
                    <a:moveTo>
                      <a:pt x="0" y="2"/>
                    </a:moveTo>
                    <a:cubicBezTo>
                      <a:pt x="1" y="5"/>
                      <a:pt x="4" y="7"/>
                      <a:pt x="6" y="8"/>
                    </a:cubicBezTo>
                    <a:cubicBezTo>
                      <a:pt x="9" y="10"/>
                      <a:pt x="12" y="11"/>
                      <a:pt x="14" y="12"/>
                    </a:cubicBezTo>
                    <a:cubicBezTo>
                      <a:pt x="15" y="12"/>
                      <a:pt x="16" y="12"/>
                      <a:pt x="16" y="11"/>
                    </a:cubicBezTo>
                    <a:cubicBezTo>
                      <a:pt x="16" y="10"/>
                      <a:pt x="16" y="9"/>
                      <a:pt x="15" y="9"/>
                    </a:cubicBezTo>
                    <a:cubicBezTo>
                      <a:pt x="13" y="8"/>
                      <a:pt x="10" y="7"/>
                      <a:pt x="8" y="6"/>
                    </a:cubicBezTo>
                    <a:cubicBezTo>
                      <a:pt x="6" y="4"/>
                      <a:pt x="4" y="3"/>
                      <a:pt x="3" y="1"/>
                    </a:cubicBezTo>
                    <a:cubicBezTo>
                      <a:pt x="3" y="0"/>
                      <a:pt x="2" y="0"/>
                      <a:pt x="1" y="0"/>
                    </a:cubicBezTo>
                    <a:cubicBezTo>
                      <a:pt x="1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7690" name="Freeform 106">
                <a:extLst>
                  <a:ext uri="{FF2B5EF4-FFF2-40B4-BE49-F238E27FC236}">
                    <a16:creationId xmlns:a16="http://schemas.microsoft.com/office/drawing/2014/main" id="{95B9CCBF-F1E6-4B47-8FA8-F56FC2201C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4" y="2309"/>
                <a:ext cx="102" cy="98"/>
              </a:xfrm>
              <a:custGeom>
                <a:avLst/>
                <a:gdLst>
                  <a:gd name="T0" fmla="*/ 197 w 73"/>
                  <a:gd name="T1" fmla="*/ 185 h 70"/>
                  <a:gd name="T2" fmla="*/ 109 w 73"/>
                  <a:gd name="T3" fmla="*/ 109 h 70"/>
                  <a:gd name="T4" fmla="*/ 8 w 73"/>
                  <a:gd name="T5" fmla="*/ 1 h 70"/>
                  <a:gd name="T6" fmla="*/ 1 w 73"/>
                  <a:gd name="T7" fmla="*/ 0 h 70"/>
                  <a:gd name="T8" fmla="*/ 0 w 73"/>
                  <a:gd name="T9" fmla="*/ 6 h 70"/>
                  <a:gd name="T10" fmla="*/ 105 w 73"/>
                  <a:gd name="T11" fmla="*/ 116 h 70"/>
                  <a:gd name="T12" fmla="*/ 191 w 73"/>
                  <a:gd name="T13" fmla="*/ 190 h 70"/>
                  <a:gd name="T14" fmla="*/ 197 w 73"/>
                  <a:gd name="T15" fmla="*/ 190 h 70"/>
                  <a:gd name="T16" fmla="*/ 197 w 73"/>
                  <a:gd name="T17" fmla="*/ 185 h 7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3" h="70">
                    <a:moveTo>
                      <a:pt x="72" y="67"/>
                    </a:moveTo>
                    <a:cubicBezTo>
                      <a:pt x="62" y="56"/>
                      <a:pt x="53" y="48"/>
                      <a:pt x="40" y="40"/>
                    </a:cubicBezTo>
                    <a:cubicBezTo>
                      <a:pt x="25" y="30"/>
                      <a:pt x="12" y="17"/>
                      <a:pt x="3" y="1"/>
                    </a:cubicBezTo>
                    <a:cubicBezTo>
                      <a:pt x="2" y="0"/>
                      <a:pt x="1" y="0"/>
                      <a:pt x="1" y="0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0" y="19"/>
                      <a:pt x="23" y="32"/>
                      <a:pt x="39" y="42"/>
                    </a:cubicBezTo>
                    <a:cubicBezTo>
                      <a:pt x="51" y="51"/>
                      <a:pt x="60" y="58"/>
                      <a:pt x="70" y="69"/>
                    </a:cubicBezTo>
                    <a:cubicBezTo>
                      <a:pt x="71" y="70"/>
                      <a:pt x="72" y="70"/>
                      <a:pt x="72" y="69"/>
                    </a:cubicBezTo>
                    <a:cubicBezTo>
                      <a:pt x="73" y="69"/>
                      <a:pt x="73" y="68"/>
                      <a:pt x="72" y="67"/>
                    </a:cubicBezTo>
                    <a:close/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7691" name="Freeform 107">
                <a:extLst>
                  <a:ext uri="{FF2B5EF4-FFF2-40B4-BE49-F238E27FC236}">
                    <a16:creationId xmlns:a16="http://schemas.microsoft.com/office/drawing/2014/main" id="{4254E542-80E8-48ED-AFAB-7A340F7075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2" y="2241"/>
                <a:ext cx="36" cy="22"/>
              </a:xfrm>
              <a:custGeom>
                <a:avLst/>
                <a:gdLst>
                  <a:gd name="T0" fmla="*/ 6 w 26"/>
                  <a:gd name="T1" fmla="*/ 41 h 16"/>
                  <a:gd name="T2" fmla="*/ 35 w 26"/>
                  <a:gd name="T3" fmla="*/ 21 h 16"/>
                  <a:gd name="T4" fmla="*/ 66 w 26"/>
                  <a:gd name="T5" fmla="*/ 8 h 16"/>
                  <a:gd name="T6" fmla="*/ 69 w 26"/>
                  <a:gd name="T7" fmla="*/ 1 h 16"/>
                  <a:gd name="T8" fmla="*/ 64 w 26"/>
                  <a:gd name="T9" fmla="*/ 0 h 16"/>
                  <a:gd name="T10" fmla="*/ 33 w 26"/>
                  <a:gd name="T11" fmla="*/ 15 h 16"/>
                  <a:gd name="T12" fmla="*/ 1 w 26"/>
                  <a:gd name="T13" fmla="*/ 34 h 16"/>
                  <a:gd name="T14" fmla="*/ 0 w 26"/>
                  <a:gd name="T15" fmla="*/ 40 h 16"/>
                  <a:gd name="T16" fmla="*/ 6 w 26"/>
                  <a:gd name="T17" fmla="*/ 41 h 1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6" h="16">
                    <a:moveTo>
                      <a:pt x="2" y="16"/>
                    </a:moveTo>
                    <a:cubicBezTo>
                      <a:pt x="7" y="14"/>
                      <a:pt x="10" y="11"/>
                      <a:pt x="13" y="8"/>
                    </a:cubicBezTo>
                    <a:cubicBezTo>
                      <a:pt x="17" y="6"/>
                      <a:pt x="20" y="3"/>
                      <a:pt x="25" y="3"/>
                    </a:cubicBezTo>
                    <a:cubicBezTo>
                      <a:pt x="26" y="3"/>
                      <a:pt x="26" y="2"/>
                      <a:pt x="26" y="1"/>
                    </a:cubicBezTo>
                    <a:cubicBezTo>
                      <a:pt x="26" y="0"/>
                      <a:pt x="25" y="0"/>
                      <a:pt x="24" y="0"/>
                    </a:cubicBezTo>
                    <a:cubicBezTo>
                      <a:pt x="19" y="1"/>
                      <a:pt x="15" y="3"/>
                      <a:pt x="12" y="6"/>
                    </a:cubicBezTo>
                    <a:cubicBezTo>
                      <a:pt x="8" y="8"/>
                      <a:pt x="5" y="11"/>
                      <a:pt x="1" y="13"/>
                    </a:cubicBezTo>
                    <a:cubicBezTo>
                      <a:pt x="0" y="13"/>
                      <a:pt x="0" y="14"/>
                      <a:pt x="0" y="15"/>
                    </a:cubicBezTo>
                    <a:cubicBezTo>
                      <a:pt x="1" y="15"/>
                      <a:pt x="2" y="16"/>
                      <a:pt x="2" y="16"/>
                    </a:cubicBezTo>
                    <a:close/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7692" name="Freeform 108">
                <a:extLst>
                  <a:ext uri="{FF2B5EF4-FFF2-40B4-BE49-F238E27FC236}">
                    <a16:creationId xmlns:a16="http://schemas.microsoft.com/office/drawing/2014/main" id="{E9B726E4-88E9-4FBD-B639-1BC1E2CA4E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6" y="2233"/>
                <a:ext cx="20" cy="14"/>
              </a:xfrm>
              <a:custGeom>
                <a:avLst/>
                <a:gdLst>
                  <a:gd name="T0" fmla="*/ 9 w 14"/>
                  <a:gd name="T1" fmla="*/ 25 h 10"/>
                  <a:gd name="T2" fmla="*/ 39 w 14"/>
                  <a:gd name="T3" fmla="*/ 8 h 10"/>
                  <a:gd name="T4" fmla="*/ 41 w 14"/>
                  <a:gd name="T5" fmla="*/ 1 h 10"/>
                  <a:gd name="T6" fmla="*/ 39 w 14"/>
                  <a:gd name="T7" fmla="*/ 0 h 10"/>
                  <a:gd name="T8" fmla="*/ 1 w 14"/>
                  <a:gd name="T9" fmla="*/ 20 h 10"/>
                  <a:gd name="T10" fmla="*/ 1 w 14"/>
                  <a:gd name="T11" fmla="*/ 25 h 10"/>
                  <a:gd name="T12" fmla="*/ 9 w 14"/>
                  <a:gd name="T13" fmla="*/ 25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10">
                    <a:moveTo>
                      <a:pt x="3" y="9"/>
                    </a:moveTo>
                    <a:cubicBezTo>
                      <a:pt x="5" y="6"/>
                      <a:pt x="9" y="4"/>
                      <a:pt x="13" y="3"/>
                    </a:cubicBezTo>
                    <a:cubicBezTo>
                      <a:pt x="14" y="3"/>
                      <a:pt x="14" y="2"/>
                      <a:pt x="14" y="1"/>
                    </a:cubicBezTo>
                    <a:cubicBezTo>
                      <a:pt x="14" y="1"/>
                      <a:pt x="13" y="0"/>
                      <a:pt x="13" y="0"/>
                    </a:cubicBezTo>
                    <a:cubicBezTo>
                      <a:pt x="8" y="1"/>
                      <a:pt x="3" y="3"/>
                      <a:pt x="1" y="7"/>
                    </a:cubicBezTo>
                    <a:cubicBezTo>
                      <a:pt x="0" y="8"/>
                      <a:pt x="0" y="9"/>
                      <a:pt x="1" y="9"/>
                    </a:cubicBezTo>
                    <a:cubicBezTo>
                      <a:pt x="2" y="10"/>
                      <a:pt x="2" y="10"/>
                      <a:pt x="3" y="9"/>
                    </a:cubicBezTo>
                    <a:close/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7693" name="Freeform 109">
                <a:extLst>
                  <a:ext uri="{FF2B5EF4-FFF2-40B4-BE49-F238E27FC236}">
                    <a16:creationId xmlns:a16="http://schemas.microsoft.com/office/drawing/2014/main" id="{62363EF9-D78F-4EC3-B649-0F5DFDA4ED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8" y="1378"/>
                <a:ext cx="979" cy="853"/>
              </a:xfrm>
              <a:custGeom>
                <a:avLst/>
                <a:gdLst>
                  <a:gd name="T0" fmla="*/ 291 w 703"/>
                  <a:gd name="T1" fmla="*/ 70 h 612"/>
                  <a:gd name="T2" fmla="*/ 84 w 703"/>
                  <a:gd name="T3" fmla="*/ 316 h 612"/>
                  <a:gd name="T4" fmla="*/ 60 w 703"/>
                  <a:gd name="T5" fmla="*/ 521 h 612"/>
                  <a:gd name="T6" fmla="*/ 54 w 703"/>
                  <a:gd name="T7" fmla="*/ 597 h 612"/>
                  <a:gd name="T8" fmla="*/ 46 w 703"/>
                  <a:gd name="T9" fmla="*/ 700 h 612"/>
                  <a:gd name="T10" fmla="*/ 33 w 703"/>
                  <a:gd name="T11" fmla="*/ 765 h 612"/>
                  <a:gd name="T12" fmla="*/ 29 w 703"/>
                  <a:gd name="T13" fmla="*/ 893 h 612"/>
                  <a:gd name="T14" fmla="*/ 11 w 703"/>
                  <a:gd name="T15" fmla="*/ 1129 h 612"/>
                  <a:gd name="T16" fmla="*/ 0 w 703"/>
                  <a:gd name="T17" fmla="*/ 1253 h 612"/>
                  <a:gd name="T18" fmla="*/ 100 w 703"/>
                  <a:gd name="T19" fmla="*/ 1402 h 612"/>
                  <a:gd name="T20" fmla="*/ 248 w 703"/>
                  <a:gd name="T21" fmla="*/ 1431 h 612"/>
                  <a:gd name="T22" fmla="*/ 577 w 703"/>
                  <a:gd name="T23" fmla="*/ 1643 h 612"/>
                  <a:gd name="T24" fmla="*/ 668 w 703"/>
                  <a:gd name="T25" fmla="*/ 1622 h 612"/>
                  <a:gd name="T26" fmla="*/ 755 w 703"/>
                  <a:gd name="T27" fmla="*/ 1533 h 612"/>
                  <a:gd name="T28" fmla="*/ 1253 w 703"/>
                  <a:gd name="T29" fmla="*/ 1417 h 612"/>
                  <a:gd name="T30" fmla="*/ 1652 w 703"/>
                  <a:gd name="T31" fmla="*/ 1459 h 612"/>
                  <a:gd name="T32" fmla="*/ 1862 w 703"/>
                  <a:gd name="T33" fmla="*/ 1514 h 612"/>
                  <a:gd name="T34" fmla="*/ 1848 w 703"/>
                  <a:gd name="T35" fmla="*/ 1342 h 612"/>
                  <a:gd name="T36" fmla="*/ 1898 w 703"/>
                  <a:gd name="T37" fmla="*/ 1224 h 612"/>
                  <a:gd name="T38" fmla="*/ 1869 w 703"/>
                  <a:gd name="T39" fmla="*/ 1107 h 612"/>
                  <a:gd name="T40" fmla="*/ 1822 w 703"/>
                  <a:gd name="T41" fmla="*/ 1020 h 612"/>
                  <a:gd name="T42" fmla="*/ 1823 w 703"/>
                  <a:gd name="T43" fmla="*/ 941 h 612"/>
                  <a:gd name="T44" fmla="*/ 1817 w 703"/>
                  <a:gd name="T45" fmla="*/ 906 h 612"/>
                  <a:gd name="T46" fmla="*/ 1742 w 703"/>
                  <a:gd name="T47" fmla="*/ 778 h 612"/>
                  <a:gd name="T48" fmla="*/ 1486 w 703"/>
                  <a:gd name="T49" fmla="*/ 139 h 612"/>
                  <a:gd name="T50" fmla="*/ 1078 w 703"/>
                  <a:gd name="T51" fmla="*/ 43 h 612"/>
                  <a:gd name="T52" fmla="*/ 659 w 703"/>
                  <a:gd name="T53" fmla="*/ 336 h 612"/>
                  <a:gd name="T54" fmla="*/ 656 w 703"/>
                  <a:gd name="T55" fmla="*/ 341 h 612"/>
                  <a:gd name="T56" fmla="*/ 1082 w 703"/>
                  <a:gd name="T57" fmla="*/ 39 h 612"/>
                  <a:gd name="T58" fmla="*/ 1571 w 703"/>
                  <a:gd name="T59" fmla="*/ 295 h 612"/>
                  <a:gd name="T60" fmla="*/ 1749 w 703"/>
                  <a:gd name="T61" fmla="*/ 806 h 612"/>
                  <a:gd name="T62" fmla="*/ 1817 w 703"/>
                  <a:gd name="T63" fmla="*/ 913 h 612"/>
                  <a:gd name="T64" fmla="*/ 1817 w 703"/>
                  <a:gd name="T65" fmla="*/ 913 h 612"/>
                  <a:gd name="T66" fmla="*/ 1822 w 703"/>
                  <a:gd name="T67" fmla="*/ 956 h 612"/>
                  <a:gd name="T68" fmla="*/ 1822 w 703"/>
                  <a:gd name="T69" fmla="*/ 1030 h 612"/>
                  <a:gd name="T70" fmla="*/ 1858 w 703"/>
                  <a:gd name="T71" fmla="*/ 1160 h 612"/>
                  <a:gd name="T72" fmla="*/ 1887 w 703"/>
                  <a:gd name="T73" fmla="*/ 1235 h 612"/>
                  <a:gd name="T74" fmla="*/ 1842 w 703"/>
                  <a:gd name="T75" fmla="*/ 1390 h 612"/>
                  <a:gd name="T76" fmla="*/ 1837 w 703"/>
                  <a:gd name="T77" fmla="*/ 1508 h 612"/>
                  <a:gd name="T78" fmla="*/ 1540 w 703"/>
                  <a:gd name="T79" fmla="*/ 1470 h 612"/>
                  <a:gd name="T80" fmla="*/ 962 w 703"/>
                  <a:gd name="T81" fmla="*/ 1486 h 612"/>
                  <a:gd name="T82" fmla="*/ 696 w 703"/>
                  <a:gd name="T83" fmla="*/ 1583 h 612"/>
                  <a:gd name="T84" fmla="*/ 638 w 703"/>
                  <a:gd name="T85" fmla="*/ 1632 h 612"/>
                  <a:gd name="T86" fmla="*/ 465 w 703"/>
                  <a:gd name="T87" fmla="*/ 1546 h 612"/>
                  <a:gd name="T88" fmla="*/ 219 w 703"/>
                  <a:gd name="T89" fmla="*/ 1422 h 612"/>
                  <a:gd name="T90" fmla="*/ 19 w 703"/>
                  <a:gd name="T91" fmla="*/ 1325 h 612"/>
                  <a:gd name="T92" fmla="*/ 11 w 703"/>
                  <a:gd name="T93" fmla="*/ 1161 h 612"/>
                  <a:gd name="T94" fmla="*/ 29 w 703"/>
                  <a:gd name="T95" fmla="*/ 977 h 612"/>
                  <a:gd name="T96" fmla="*/ 50 w 703"/>
                  <a:gd name="T97" fmla="*/ 803 h 612"/>
                  <a:gd name="T98" fmla="*/ 68 w 703"/>
                  <a:gd name="T99" fmla="*/ 714 h 612"/>
                  <a:gd name="T100" fmla="*/ 40 w 703"/>
                  <a:gd name="T101" fmla="*/ 626 h 612"/>
                  <a:gd name="T102" fmla="*/ 60 w 703"/>
                  <a:gd name="T103" fmla="*/ 549 h 612"/>
                  <a:gd name="T104" fmla="*/ 54 w 703"/>
                  <a:gd name="T105" fmla="*/ 459 h 612"/>
                  <a:gd name="T106" fmla="*/ 228 w 703"/>
                  <a:gd name="T107" fmla="*/ 98 h 612"/>
                  <a:gd name="T108" fmla="*/ 504 w 703"/>
                  <a:gd name="T109" fmla="*/ 139 h 612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</a:gdLst>
                <a:ahLst/>
                <a:cxnLst>
                  <a:cxn ang="T110">
                    <a:pos x="T0" y="T1"/>
                  </a:cxn>
                  <a:cxn ang="T111">
                    <a:pos x="T2" y="T3"/>
                  </a:cxn>
                  <a:cxn ang="T112">
                    <a:pos x="T4" y="T5"/>
                  </a:cxn>
                  <a:cxn ang="T113">
                    <a:pos x="T6" y="T7"/>
                  </a:cxn>
                  <a:cxn ang="T114">
                    <a:pos x="T8" y="T9"/>
                  </a:cxn>
                  <a:cxn ang="T115">
                    <a:pos x="T10" y="T11"/>
                  </a:cxn>
                  <a:cxn ang="T116">
                    <a:pos x="T12" y="T13"/>
                  </a:cxn>
                  <a:cxn ang="T117">
                    <a:pos x="T14" y="T15"/>
                  </a:cxn>
                  <a:cxn ang="T118">
                    <a:pos x="T16" y="T17"/>
                  </a:cxn>
                  <a:cxn ang="T119">
                    <a:pos x="T18" y="T19"/>
                  </a:cxn>
                  <a:cxn ang="T120">
                    <a:pos x="T20" y="T21"/>
                  </a:cxn>
                  <a:cxn ang="T121">
                    <a:pos x="T22" y="T23"/>
                  </a:cxn>
                  <a:cxn ang="T122">
                    <a:pos x="T24" y="T25"/>
                  </a:cxn>
                  <a:cxn ang="T123">
                    <a:pos x="T26" y="T27"/>
                  </a:cxn>
                  <a:cxn ang="T124">
                    <a:pos x="T28" y="T29"/>
                  </a:cxn>
                  <a:cxn ang="T125">
                    <a:pos x="T30" y="T31"/>
                  </a:cxn>
                  <a:cxn ang="T126">
                    <a:pos x="T32" y="T33"/>
                  </a:cxn>
                  <a:cxn ang="T127">
                    <a:pos x="T34" y="T35"/>
                  </a:cxn>
                  <a:cxn ang="T128">
                    <a:pos x="T36" y="T37"/>
                  </a:cxn>
                  <a:cxn ang="T129">
                    <a:pos x="T38" y="T39"/>
                  </a:cxn>
                  <a:cxn ang="T130">
                    <a:pos x="T40" y="T41"/>
                  </a:cxn>
                  <a:cxn ang="T131">
                    <a:pos x="T42" y="T43"/>
                  </a:cxn>
                  <a:cxn ang="T132">
                    <a:pos x="T44" y="T45"/>
                  </a:cxn>
                  <a:cxn ang="T133">
                    <a:pos x="T46" y="T47"/>
                  </a:cxn>
                  <a:cxn ang="T134">
                    <a:pos x="T48" y="T49"/>
                  </a:cxn>
                  <a:cxn ang="T135">
                    <a:pos x="T50" y="T51"/>
                  </a:cxn>
                  <a:cxn ang="T136">
                    <a:pos x="T52" y="T53"/>
                  </a:cxn>
                  <a:cxn ang="T137">
                    <a:pos x="T54" y="T55"/>
                  </a:cxn>
                  <a:cxn ang="T138">
                    <a:pos x="T56" y="T57"/>
                  </a:cxn>
                  <a:cxn ang="T139">
                    <a:pos x="T58" y="T59"/>
                  </a:cxn>
                  <a:cxn ang="T140">
                    <a:pos x="T60" y="T61"/>
                  </a:cxn>
                  <a:cxn ang="T141">
                    <a:pos x="T62" y="T63"/>
                  </a:cxn>
                  <a:cxn ang="T142">
                    <a:pos x="T64" y="T65"/>
                  </a:cxn>
                  <a:cxn ang="T143">
                    <a:pos x="T66" y="T67"/>
                  </a:cxn>
                  <a:cxn ang="T144">
                    <a:pos x="T68" y="T69"/>
                  </a:cxn>
                  <a:cxn ang="T145">
                    <a:pos x="T70" y="T71"/>
                  </a:cxn>
                  <a:cxn ang="T146">
                    <a:pos x="T72" y="T73"/>
                  </a:cxn>
                  <a:cxn ang="T147">
                    <a:pos x="T74" y="T75"/>
                  </a:cxn>
                  <a:cxn ang="T148">
                    <a:pos x="T76" y="T77"/>
                  </a:cxn>
                  <a:cxn ang="T149">
                    <a:pos x="T78" y="T79"/>
                  </a:cxn>
                  <a:cxn ang="T150">
                    <a:pos x="T80" y="T81"/>
                  </a:cxn>
                  <a:cxn ang="T151">
                    <a:pos x="T82" y="T83"/>
                  </a:cxn>
                  <a:cxn ang="T152">
                    <a:pos x="T84" y="T85"/>
                  </a:cxn>
                  <a:cxn ang="T153">
                    <a:pos x="T86" y="T87"/>
                  </a:cxn>
                  <a:cxn ang="T154">
                    <a:pos x="T88" y="T89"/>
                  </a:cxn>
                  <a:cxn ang="T155">
                    <a:pos x="T90" y="T91"/>
                  </a:cxn>
                  <a:cxn ang="T156">
                    <a:pos x="T92" y="T93"/>
                  </a:cxn>
                  <a:cxn ang="T157">
                    <a:pos x="T94" y="T95"/>
                  </a:cxn>
                  <a:cxn ang="T158">
                    <a:pos x="T96" y="T97"/>
                  </a:cxn>
                  <a:cxn ang="T159">
                    <a:pos x="T98" y="T99"/>
                  </a:cxn>
                  <a:cxn ang="T160">
                    <a:pos x="T100" y="T101"/>
                  </a:cxn>
                  <a:cxn ang="T161">
                    <a:pos x="T102" y="T103"/>
                  </a:cxn>
                  <a:cxn ang="T162">
                    <a:pos x="T104" y="T105"/>
                  </a:cxn>
                  <a:cxn ang="T163">
                    <a:pos x="T106" y="T107"/>
                  </a:cxn>
                  <a:cxn ang="T164">
                    <a:pos x="T108" y="T109"/>
                  </a:cxn>
                </a:cxnLst>
                <a:rect l="0" t="0" r="r" b="b"/>
                <a:pathLst>
                  <a:path w="703" h="612">
                    <a:moveTo>
                      <a:pt x="187" y="52"/>
                    </a:moveTo>
                    <a:cubicBezTo>
                      <a:pt x="187" y="50"/>
                      <a:pt x="187" y="50"/>
                      <a:pt x="187" y="50"/>
                    </a:cubicBezTo>
                    <a:cubicBezTo>
                      <a:pt x="187" y="50"/>
                      <a:pt x="186" y="50"/>
                      <a:pt x="186" y="50"/>
                    </a:cubicBezTo>
                    <a:cubicBezTo>
                      <a:pt x="180" y="48"/>
                      <a:pt x="154" y="42"/>
                      <a:pt x="127" y="29"/>
                    </a:cubicBezTo>
                    <a:cubicBezTo>
                      <a:pt x="122" y="26"/>
                      <a:pt x="118" y="25"/>
                      <a:pt x="114" y="25"/>
                    </a:cubicBezTo>
                    <a:cubicBezTo>
                      <a:pt x="112" y="25"/>
                      <a:pt x="110" y="26"/>
                      <a:pt x="108" y="26"/>
                    </a:cubicBezTo>
                    <a:cubicBezTo>
                      <a:pt x="106" y="27"/>
                      <a:pt x="101" y="28"/>
                      <a:pt x="97" y="29"/>
                    </a:cubicBezTo>
                    <a:cubicBezTo>
                      <a:pt x="92" y="31"/>
                      <a:pt x="87" y="32"/>
                      <a:pt x="84" y="34"/>
                    </a:cubicBezTo>
                    <a:cubicBezTo>
                      <a:pt x="81" y="35"/>
                      <a:pt x="75" y="38"/>
                      <a:pt x="68" y="43"/>
                    </a:cubicBezTo>
                    <a:cubicBezTo>
                      <a:pt x="61" y="48"/>
                      <a:pt x="53" y="56"/>
                      <a:pt x="46" y="70"/>
                    </a:cubicBezTo>
                    <a:cubicBezTo>
                      <a:pt x="38" y="83"/>
                      <a:pt x="36" y="89"/>
                      <a:pt x="35" y="94"/>
                    </a:cubicBezTo>
                    <a:cubicBezTo>
                      <a:pt x="34" y="99"/>
                      <a:pt x="34" y="104"/>
                      <a:pt x="31" y="117"/>
                    </a:cubicBezTo>
                    <a:cubicBezTo>
                      <a:pt x="26" y="143"/>
                      <a:pt x="22" y="154"/>
                      <a:pt x="20" y="162"/>
                    </a:cubicBezTo>
                    <a:cubicBezTo>
                      <a:pt x="19" y="164"/>
                      <a:pt x="18" y="166"/>
                      <a:pt x="17" y="168"/>
                    </a:cubicBezTo>
                    <a:cubicBezTo>
                      <a:pt x="17" y="170"/>
                      <a:pt x="16" y="172"/>
                      <a:pt x="16" y="174"/>
                    </a:cubicBezTo>
                    <a:cubicBezTo>
                      <a:pt x="16" y="176"/>
                      <a:pt x="17" y="178"/>
                      <a:pt x="18" y="181"/>
                    </a:cubicBezTo>
                    <a:cubicBezTo>
                      <a:pt x="20" y="184"/>
                      <a:pt x="21" y="186"/>
                      <a:pt x="21" y="187"/>
                    </a:cubicBezTo>
                    <a:cubicBezTo>
                      <a:pt x="22" y="189"/>
                      <a:pt x="22" y="190"/>
                      <a:pt x="22" y="192"/>
                    </a:cubicBezTo>
                    <a:cubicBezTo>
                      <a:pt x="22" y="193"/>
                      <a:pt x="22" y="194"/>
                      <a:pt x="22" y="195"/>
                    </a:cubicBezTo>
                    <a:cubicBezTo>
                      <a:pt x="21" y="198"/>
                      <a:pt x="20" y="200"/>
                      <a:pt x="19" y="202"/>
                    </a:cubicBezTo>
                    <a:cubicBezTo>
                      <a:pt x="18" y="204"/>
                      <a:pt x="18" y="207"/>
                      <a:pt x="18" y="210"/>
                    </a:cubicBezTo>
                    <a:cubicBezTo>
                      <a:pt x="18" y="210"/>
                      <a:pt x="18" y="210"/>
                      <a:pt x="18" y="211"/>
                    </a:cubicBezTo>
                    <a:cubicBezTo>
                      <a:pt x="18" y="213"/>
                      <a:pt x="19" y="215"/>
                      <a:pt x="19" y="216"/>
                    </a:cubicBezTo>
                    <a:cubicBezTo>
                      <a:pt x="20" y="218"/>
                      <a:pt x="20" y="219"/>
                      <a:pt x="20" y="220"/>
                    </a:cubicBezTo>
                    <a:cubicBezTo>
                      <a:pt x="20" y="221"/>
                      <a:pt x="20" y="222"/>
                      <a:pt x="18" y="224"/>
                    </a:cubicBezTo>
                    <a:cubicBezTo>
                      <a:pt x="17" y="226"/>
                      <a:pt x="14" y="228"/>
                      <a:pt x="13" y="229"/>
                    </a:cubicBezTo>
                    <a:cubicBezTo>
                      <a:pt x="11" y="231"/>
                      <a:pt x="9" y="233"/>
                      <a:pt x="9" y="236"/>
                    </a:cubicBezTo>
                    <a:cubicBezTo>
                      <a:pt x="9" y="237"/>
                      <a:pt x="10" y="239"/>
                      <a:pt x="10" y="240"/>
                    </a:cubicBezTo>
                    <a:cubicBezTo>
                      <a:pt x="12" y="243"/>
                      <a:pt x="12" y="247"/>
                      <a:pt x="13" y="250"/>
                    </a:cubicBezTo>
                    <a:cubicBezTo>
                      <a:pt x="14" y="253"/>
                      <a:pt x="15" y="256"/>
                      <a:pt x="17" y="258"/>
                    </a:cubicBezTo>
                    <a:cubicBezTo>
                      <a:pt x="19" y="260"/>
                      <a:pt x="20" y="261"/>
                      <a:pt x="21" y="261"/>
                    </a:cubicBezTo>
                    <a:cubicBezTo>
                      <a:pt x="22" y="262"/>
                      <a:pt x="22" y="263"/>
                      <a:pt x="22" y="263"/>
                    </a:cubicBezTo>
                    <a:cubicBezTo>
                      <a:pt x="22" y="263"/>
                      <a:pt x="22" y="264"/>
                      <a:pt x="21" y="265"/>
                    </a:cubicBezTo>
                    <a:cubicBezTo>
                      <a:pt x="20" y="266"/>
                      <a:pt x="18" y="268"/>
                      <a:pt x="16" y="269"/>
                    </a:cubicBezTo>
                    <a:cubicBezTo>
                      <a:pt x="13" y="271"/>
                      <a:pt x="11" y="274"/>
                      <a:pt x="11" y="278"/>
                    </a:cubicBezTo>
                    <a:cubicBezTo>
                      <a:pt x="11" y="279"/>
                      <a:pt x="11" y="281"/>
                      <a:pt x="12" y="283"/>
                    </a:cubicBezTo>
                    <a:cubicBezTo>
                      <a:pt x="14" y="287"/>
                      <a:pt x="15" y="289"/>
                      <a:pt x="15" y="291"/>
                    </a:cubicBezTo>
                    <a:cubicBezTo>
                      <a:pt x="16" y="293"/>
                      <a:pt x="16" y="294"/>
                      <a:pt x="16" y="296"/>
                    </a:cubicBezTo>
                    <a:cubicBezTo>
                      <a:pt x="16" y="298"/>
                      <a:pt x="16" y="300"/>
                      <a:pt x="15" y="303"/>
                    </a:cubicBezTo>
                    <a:cubicBezTo>
                      <a:pt x="14" y="308"/>
                      <a:pt x="13" y="311"/>
                      <a:pt x="12" y="314"/>
                    </a:cubicBezTo>
                    <a:cubicBezTo>
                      <a:pt x="12" y="317"/>
                      <a:pt x="11" y="321"/>
                      <a:pt x="11" y="326"/>
                    </a:cubicBezTo>
                    <a:cubicBezTo>
                      <a:pt x="11" y="328"/>
                      <a:pt x="11" y="329"/>
                      <a:pt x="11" y="330"/>
                    </a:cubicBezTo>
                    <a:cubicBezTo>
                      <a:pt x="11" y="336"/>
                      <a:pt x="12" y="341"/>
                      <a:pt x="12" y="345"/>
                    </a:cubicBezTo>
                    <a:cubicBezTo>
                      <a:pt x="12" y="351"/>
                      <a:pt x="11" y="356"/>
                      <a:pt x="9" y="360"/>
                    </a:cubicBezTo>
                    <a:cubicBezTo>
                      <a:pt x="7" y="363"/>
                      <a:pt x="5" y="365"/>
                      <a:pt x="3" y="369"/>
                    </a:cubicBezTo>
                    <a:cubicBezTo>
                      <a:pt x="1" y="372"/>
                      <a:pt x="0" y="376"/>
                      <a:pt x="0" y="384"/>
                    </a:cubicBezTo>
                    <a:cubicBezTo>
                      <a:pt x="0" y="385"/>
                      <a:pt x="0" y="387"/>
                      <a:pt x="0" y="389"/>
                    </a:cubicBezTo>
                    <a:cubicBezTo>
                      <a:pt x="1" y="405"/>
                      <a:pt x="4" y="412"/>
                      <a:pt x="4" y="417"/>
                    </a:cubicBezTo>
                    <a:cubicBezTo>
                      <a:pt x="4" y="419"/>
                      <a:pt x="4" y="421"/>
                      <a:pt x="3" y="422"/>
                    </a:cubicBezTo>
                    <a:cubicBezTo>
                      <a:pt x="2" y="425"/>
                      <a:pt x="1" y="426"/>
                      <a:pt x="1" y="427"/>
                    </a:cubicBezTo>
                    <a:cubicBezTo>
                      <a:pt x="0" y="429"/>
                      <a:pt x="0" y="430"/>
                      <a:pt x="0" y="431"/>
                    </a:cubicBezTo>
                    <a:cubicBezTo>
                      <a:pt x="0" y="433"/>
                      <a:pt x="0" y="435"/>
                      <a:pt x="0" y="439"/>
                    </a:cubicBezTo>
                    <a:cubicBezTo>
                      <a:pt x="1" y="441"/>
                      <a:pt x="1" y="443"/>
                      <a:pt x="1" y="445"/>
                    </a:cubicBezTo>
                    <a:cubicBezTo>
                      <a:pt x="1" y="450"/>
                      <a:pt x="0" y="456"/>
                      <a:pt x="0" y="463"/>
                    </a:cubicBezTo>
                    <a:cubicBezTo>
                      <a:pt x="0" y="470"/>
                      <a:pt x="1" y="477"/>
                      <a:pt x="1" y="482"/>
                    </a:cubicBezTo>
                    <a:cubicBezTo>
                      <a:pt x="2" y="485"/>
                      <a:pt x="2" y="487"/>
                      <a:pt x="3" y="489"/>
                    </a:cubicBezTo>
                    <a:cubicBezTo>
                      <a:pt x="4" y="490"/>
                      <a:pt x="4" y="491"/>
                      <a:pt x="5" y="492"/>
                    </a:cubicBezTo>
                    <a:cubicBezTo>
                      <a:pt x="5" y="492"/>
                      <a:pt x="6" y="493"/>
                      <a:pt x="7" y="493"/>
                    </a:cubicBezTo>
                    <a:cubicBezTo>
                      <a:pt x="15" y="494"/>
                      <a:pt x="23" y="497"/>
                      <a:pt x="28" y="506"/>
                    </a:cubicBezTo>
                    <a:cubicBezTo>
                      <a:pt x="32" y="510"/>
                      <a:pt x="33" y="514"/>
                      <a:pt x="37" y="518"/>
                    </a:cubicBezTo>
                    <a:cubicBezTo>
                      <a:pt x="40" y="521"/>
                      <a:pt x="44" y="524"/>
                      <a:pt x="52" y="524"/>
                    </a:cubicBezTo>
                    <a:cubicBezTo>
                      <a:pt x="58" y="524"/>
                      <a:pt x="63" y="525"/>
                      <a:pt x="68" y="526"/>
                    </a:cubicBezTo>
                    <a:cubicBezTo>
                      <a:pt x="72" y="527"/>
                      <a:pt x="76" y="528"/>
                      <a:pt x="81" y="528"/>
                    </a:cubicBezTo>
                    <a:cubicBezTo>
                      <a:pt x="82" y="528"/>
                      <a:pt x="83" y="528"/>
                      <a:pt x="83" y="528"/>
                    </a:cubicBezTo>
                    <a:cubicBezTo>
                      <a:pt x="85" y="528"/>
                      <a:pt x="86" y="528"/>
                      <a:pt x="87" y="528"/>
                    </a:cubicBezTo>
                    <a:cubicBezTo>
                      <a:pt x="89" y="528"/>
                      <a:pt x="90" y="528"/>
                      <a:pt x="92" y="529"/>
                    </a:cubicBezTo>
                    <a:cubicBezTo>
                      <a:pt x="94" y="530"/>
                      <a:pt x="96" y="531"/>
                      <a:pt x="100" y="534"/>
                    </a:cubicBezTo>
                    <a:cubicBezTo>
                      <a:pt x="110" y="541"/>
                      <a:pt x="118" y="551"/>
                      <a:pt x="133" y="557"/>
                    </a:cubicBezTo>
                    <a:cubicBezTo>
                      <a:pt x="149" y="563"/>
                      <a:pt x="163" y="567"/>
                      <a:pt x="170" y="573"/>
                    </a:cubicBezTo>
                    <a:cubicBezTo>
                      <a:pt x="174" y="576"/>
                      <a:pt x="176" y="579"/>
                      <a:pt x="179" y="582"/>
                    </a:cubicBezTo>
                    <a:cubicBezTo>
                      <a:pt x="181" y="585"/>
                      <a:pt x="185" y="588"/>
                      <a:pt x="190" y="592"/>
                    </a:cubicBezTo>
                    <a:cubicBezTo>
                      <a:pt x="200" y="600"/>
                      <a:pt x="207" y="604"/>
                      <a:pt x="213" y="607"/>
                    </a:cubicBezTo>
                    <a:cubicBezTo>
                      <a:pt x="216" y="609"/>
                      <a:pt x="221" y="612"/>
                      <a:pt x="226" y="612"/>
                    </a:cubicBezTo>
                    <a:cubicBezTo>
                      <a:pt x="229" y="612"/>
                      <a:pt x="231" y="611"/>
                      <a:pt x="234" y="608"/>
                    </a:cubicBezTo>
                    <a:cubicBezTo>
                      <a:pt x="235" y="607"/>
                      <a:pt x="236" y="606"/>
                      <a:pt x="237" y="606"/>
                    </a:cubicBezTo>
                    <a:cubicBezTo>
                      <a:pt x="238" y="606"/>
                      <a:pt x="238" y="606"/>
                      <a:pt x="239" y="605"/>
                    </a:cubicBezTo>
                    <a:cubicBezTo>
                      <a:pt x="240" y="605"/>
                      <a:pt x="241" y="605"/>
                      <a:pt x="243" y="605"/>
                    </a:cubicBezTo>
                    <a:cubicBezTo>
                      <a:pt x="244" y="604"/>
                      <a:pt x="246" y="602"/>
                      <a:pt x="248" y="599"/>
                    </a:cubicBezTo>
                    <a:cubicBezTo>
                      <a:pt x="251" y="594"/>
                      <a:pt x="253" y="592"/>
                      <a:pt x="255" y="591"/>
                    </a:cubicBezTo>
                    <a:cubicBezTo>
                      <a:pt x="256" y="590"/>
                      <a:pt x="257" y="589"/>
                      <a:pt x="258" y="589"/>
                    </a:cubicBezTo>
                    <a:cubicBezTo>
                      <a:pt x="259" y="588"/>
                      <a:pt x="260" y="587"/>
                      <a:pt x="260" y="586"/>
                    </a:cubicBezTo>
                    <a:cubicBezTo>
                      <a:pt x="261" y="585"/>
                      <a:pt x="263" y="583"/>
                      <a:pt x="266" y="580"/>
                    </a:cubicBezTo>
                    <a:cubicBezTo>
                      <a:pt x="269" y="577"/>
                      <a:pt x="272" y="573"/>
                      <a:pt x="276" y="569"/>
                    </a:cubicBezTo>
                    <a:cubicBezTo>
                      <a:pt x="276" y="568"/>
                      <a:pt x="277" y="567"/>
                      <a:pt x="279" y="566"/>
                    </a:cubicBezTo>
                    <a:cubicBezTo>
                      <a:pt x="283" y="565"/>
                      <a:pt x="288" y="564"/>
                      <a:pt x="294" y="563"/>
                    </a:cubicBezTo>
                    <a:cubicBezTo>
                      <a:pt x="303" y="562"/>
                      <a:pt x="314" y="561"/>
                      <a:pt x="326" y="559"/>
                    </a:cubicBezTo>
                    <a:cubicBezTo>
                      <a:pt x="337" y="558"/>
                      <a:pt x="348" y="556"/>
                      <a:pt x="357" y="551"/>
                    </a:cubicBezTo>
                    <a:cubicBezTo>
                      <a:pt x="370" y="545"/>
                      <a:pt x="386" y="539"/>
                      <a:pt x="401" y="533"/>
                    </a:cubicBezTo>
                    <a:cubicBezTo>
                      <a:pt x="416" y="528"/>
                      <a:pt x="430" y="525"/>
                      <a:pt x="438" y="525"/>
                    </a:cubicBezTo>
                    <a:cubicBezTo>
                      <a:pt x="446" y="525"/>
                      <a:pt x="455" y="524"/>
                      <a:pt x="464" y="524"/>
                    </a:cubicBezTo>
                    <a:cubicBezTo>
                      <a:pt x="478" y="524"/>
                      <a:pt x="493" y="525"/>
                      <a:pt x="506" y="531"/>
                    </a:cubicBezTo>
                    <a:cubicBezTo>
                      <a:pt x="517" y="536"/>
                      <a:pt x="531" y="540"/>
                      <a:pt x="543" y="542"/>
                    </a:cubicBezTo>
                    <a:cubicBezTo>
                      <a:pt x="554" y="545"/>
                      <a:pt x="565" y="546"/>
                      <a:pt x="570" y="546"/>
                    </a:cubicBezTo>
                    <a:cubicBezTo>
                      <a:pt x="576" y="546"/>
                      <a:pt x="579" y="545"/>
                      <a:pt x="584" y="544"/>
                    </a:cubicBezTo>
                    <a:cubicBezTo>
                      <a:pt x="589" y="542"/>
                      <a:pt x="595" y="540"/>
                      <a:pt x="608" y="539"/>
                    </a:cubicBezTo>
                    <a:cubicBezTo>
                      <a:pt x="610" y="539"/>
                      <a:pt x="611" y="539"/>
                      <a:pt x="612" y="539"/>
                    </a:cubicBezTo>
                    <a:cubicBezTo>
                      <a:pt x="625" y="539"/>
                      <a:pt x="640" y="544"/>
                      <a:pt x="653" y="549"/>
                    </a:cubicBezTo>
                    <a:cubicBezTo>
                      <a:pt x="660" y="552"/>
                      <a:pt x="665" y="555"/>
                      <a:pt x="670" y="557"/>
                    </a:cubicBezTo>
                    <a:cubicBezTo>
                      <a:pt x="672" y="558"/>
                      <a:pt x="674" y="559"/>
                      <a:pt x="676" y="559"/>
                    </a:cubicBezTo>
                    <a:cubicBezTo>
                      <a:pt x="677" y="560"/>
                      <a:pt x="678" y="560"/>
                      <a:pt x="679" y="560"/>
                    </a:cubicBezTo>
                    <a:cubicBezTo>
                      <a:pt x="680" y="561"/>
                      <a:pt x="681" y="561"/>
                      <a:pt x="682" y="561"/>
                    </a:cubicBezTo>
                    <a:cubicBezTo>
                      <a:pt x="684" y="561"/>
                      <a:pt x="687" y="560"/>
                      <a:pt x="689" y="559"/>
                    </a:cubicBezTo>
                    <a:cubicBezTo>
                      <a:pt x="691" y="557"/>
                      <a:pt x="692" y="555"/>
                      <a:pt x="692" y="551"/>
                    </a:cubicBezTo>
                    <a:cubicBezTo>
                      <a:pt x="692" y="550"/>
                      <a:pt x="692" y="548"/>
                      <a:pt x="692" y="547"/>
                    </a:cubicBezTo>
                    <a:cubicBezTo>
                      <a:pt x="691" y="541"/>
                      <a:pt x="690" y="534"/>
                      <a:pt x="689" y="528"/>
                    </a:cubicBezTo>
                    <a:cubicBezTo>
                      <a:pt x="688" y="522"/>
                      <a:pt x="687" y="516"/>
                      <a:pt x="685" y="511"/>
                    </a:cubicBezTo>
                    <a:cubicBezTo>
                      <a:pt x="683" y="507"/>
                      <a:pt x="682" y="504"/>
                      <a:pt x="682" y="502"/>
                    </a:cubicBezTo>
                    <a:cubicBezTo>
                      <a:pt x="682" y="500"/>
                      <a:pt x="683" y="499"/>
                      <a:pt x="684" y="496"/>
                    </a:cubicBezTo>
                    <a:cubicBezTo>
                      <a:pt x="685" y="494"/>
                      <a:pt x="685" y="493"/>
                      <a:pt x="686" y="492"/>
                    </a:cubicBezTo>
                    <a:cubicBezTo>
                      <a:pt x="686" y="492"/>
                      <a:pt x="686" y="491"/>
                      <a:pt x="686" y="491"/>
                    </a:cubicBezTo>
                    <a:cubicBezTo>
                      <a:pt x="686" y="489"/>
                      <a:pt x="687" y="487"/>
                      <a:pt x="690" y="477"/>
                    </a:cubicBezTo>
                    <a:cubicBezTo>
                      <a:pt x="693" y="471"/>
                      <a:pt x="696" y="466"/>
                      <a:pt x="698" y="463"/>
                    </a:cubicBezTo>
                    <a:cubicBezTo>
                      <a:pt x="699" y="461"/>
                      <a:pt x="700" y="459"/>
                      <a:pt x="701" y="457"/>
                    </a:cubicBezTo>
                    <a:cubicBezTo>
                      <a:pt x="702" y="456"/>
                      <a:pt x="703" y="454"/>
                      <a:pt x="703" y="452"/>
                    </a:cubicBezTo>
                    <a:cubicBezTo>
                      <a:pt x="703" y="450"/>
                      <a:pt x="702" y="447"/>
                      <a:pt x="699" y="445"/>
                    </a:cubicBezTo>
                    <a:cubicBezTo>
                      <a:pt x="696" y="441"/>
                      <a:pt x="693" y="440"/>
                      <a:pt x="692" y="439"/>
                    </a:cubicBezTo>
                    <a:cubicBezTo>
                      <a:pt x="691" y="439"/>
                      <a:pt x="691" y="438"/>
                      <a:pt x="691" y="438"/>
                    </a:cubicBezTo>
                    <a:cubicBezTo>
                      <a:pt x="691" y="437"/>
                      <a:pt x="691" y="436"/>
                      <a:pt x="691" y="434"/>
                    </a:cubicBezTo>
                    <a:cubicBezTo>
                      <a:pt x="691" y="433"/>
                      <a:pt x="691" y="431"/>
                      <a:pt x="691" y="428"/>
                    </a:cubicBezTo>
                    <a:cubicBezTo>
                      <a:pt x="691" y="421"/>
                      <a:pt x="692" y="414"/>
                      <a:pt x="692" y="409"/>
                    </a:cubicBezTo>
                    <a:cubicBezTo>
                      <a:pt x="692" y="404"/>
                      <a:pt x="692" y="400"/>
                      <a:pt x="689" y="396"/>
                    </a:cubicBezTo>
                    <a:cubicBezTo>
                      <a:pt x="686" y="392"/>
                      <a:pt x="685" y="390"/>
                      <a:pt x="685" y="388"/>
                    </a:cubicBezTo>
                    <a:cubicBezTo>
                      <a:pt x="684" y="386"/>
                      <a:pt x="684" y="384"/>
                      <a:pt x="682" y="381"/>
                    </a:cubicBezTo>
                    <a:cubicBezTo>
                      <a:pt x="681" y="379"/>
                      <a:pt x="680" y="378"/>
                      <a:pt x="678" y="378"/>
                    </a:cubicBezTo>
                    <a:cubicBezTo>
                      <a:pt x="677" y="377"/>
                      <a:pt x="675" y="378"/>
                      <a:pt x="675" y="377"/>
                    </a:cubicBezTo>
                    <a:cubicBezTo>
                      <a:pt x="674" y="377"/>
                      <a:pt x="674" y="377"/>
                      <a:pt x="674" y="377"/>
                    </a:cubicBezTo>
                    <a:cubicBezTo>
                      <a:pt x="674" y="377"/>
                      <a:pt x="674" y="377"/>
                      <a:pt x="674" y="376"/>
                    </a:cubicBezTo>
                    <a:cubicBezTo>
                      <a:pt x="674" y="375"/>
                      <a:pt x="674" y="375"/>
                      <a:pt x="675" y="373"/>
                    </a:cubicBezTo>
                    <a:cubicBezTo>
                      <a:pt x="675" y="370"/>
                      <a:pt x="676" y="367"/>
                      <a:pt x="676" y="364"/>
                    </a:cubicBezTo>
                    <a:cubicBezTo>
                      <a:pt x="677" y="362"/>
                      <a:pt x="677" y="360"/>
                      <a:pt x="677" y="357"/>
                    </a:cubicBezTo>
                    <a:cubicBezTo>
                      <a:pt x="677" y="355"/>
                      <a:pt x="677" y="354"/>
                      <a:pt x="677" y="353"/>
                    </a:cubicBezTo>
                    <a:cubicBezTo>
                      <a:pt x="676" y="349"/>
                      <a:pt x="676" y="348"/>
                      <a:pt x="675" y="347"/>
                    </a:cubicBezTo>
                    <a:cubicBezTo>
                      <a:pt x="675" y="346"/>
                      <a:pt x="675" y="346"/>
                      <a:pt x="675" y="345"/>
                    </a:cubicBezTo>
                    <a:cubicBezTo>
                      <a:pt x="675" y="345"/>
                      <a:pt x="675" y="345"/>
                      <a:pt x="675" y="344"/>
                    </a:cubicBezTo>
                    <a:cubicBezTo>
                      <a:pt x="675" y="344"/>
                      <a:pt x="675" y="343"/>
                      <a:pt x="675" y="341"/>
                    </a:cubicBezTo>
                    <a:cubicBezTo>
                      <a:pt x="675" y="339"/>
                      <a:pt x="676" y="338"/>
                      <a:pt x="676" y="337"/>
                    </a:cubicBezTo>
                    <a:cubicBezTo>
                      <a:pt x="676" y="337"/>
                      <a:pt x="676" y="336"/>
                      <a:pt x="675" y="335"/>
                    </a:cubicBezTo>
                    <a:cubicBezTo>
                      <a:pt x="674" y="334"/>
                      <a:pt x="674" y="334"/>
                      <a:pt x="673" y="334"/>
                    </a:cubicBezTo>
                    <a:cubicBezTo>
                      <a:pt x="672" y="333"/>
                      <a:pt x="671" y="333"/>
                      <a:pt x="669" y="332"/>
                    </a:cubicBezTo>
                    <a:cubicBezTo>
                      <a:pt x="667" y="331"/>
                      <a:pt x="666" y="330"/>
                      <a:pt x="664" y="330"/>
                    </a:cubicBezTo>
                    <a:cubicBezTo>
                      <a:pt x="662" y="329"/>
                      <a:pt x="660" y="328"/>
                      <a:pt x="658" y="326"/>
                    </a:cubicBezTo>
                    <a:cubicBezTo>
                      <a:pt x="657" y="323"/>
                      <a:pt x="655" y="319"/>
                      <a:pt x="654" y="310"/>
                    </a:cubicBezTo>
                    <a:cubicBezTo>
                      <a:pt x="653" y="304"/>
                      <a:pt x="652" y="300"/>
                      <a:pt x="650" y="297"/>
                    </a:cubicBezTo>
                    <a:cubicBezTo>
                      <a:pt x="649" y="292"/>
                      <a:pt x="647" y="290"/>
                      <a:pt x="645" y="287"/>
                    </a:cubicBezTo>
                    <a:cubicBezTo>
                      <a:pt x="643" y="284"/>
                      <a:pt x="640" y="281"/>
                      <a:pt x="638" y="274"/>
                    </a:cubicBezTo>
                    <a:cubicBezTo>
                      <a:pt x="632" y="256"/>
                      <a:pt x="630" y="240"/>
                      <a:pt x="621" y="225"/>
                    </a:cubicBezTo>
                    <a:cubicBezTo>
                      <a:pt x="613" y="210"/>
                      <a:pt x="611" y="194"/>
                      <a:pt x="607" y="182"/>
                    </a:cubicBezTo>
                    <a:cubicBezTo>
                      <a:pt x="605" y="176"/>
                      <a:pt x="603" y="163"/>
                      <a:pt x="599" y="148"/>
                    </a:cubicBezTo>
                    <a:cubicBezTo>
                      <a:pt x="596" y="134"/>
                      <a:pt x="591" y="118"/>
                      <a:pt x="584" y="107"/>
                    </a:cubicBezTo>
                    <a:cubicBezTo>
                      <a:pt x="578" y="97"/>
                      <a:pt x="565" y="74"/>
                      <a:pt x="550" y="52"/>
                    </a:cubicBezTo>
                    <a:cubicBezTo>
                      <a:pt x="534" y="30"/>
                      <a:pt x="515" y="9"/>
                      <a:pt x="494" y="4"/>
                    </a:cubicBezTo>
                    <a:cubicBezTo>
                      <a:pt x="484" y="1"/>
                      <a:pt x="474" y="0"/>
                      <a:pt x="466" y="0"/>
                    </a:cubicBezTo>
                    <a:cubicBezTo>
                      <a:pt x="437" y="0"/>
                      <a:pt x="414" y="10"/>
                      <a:pt x="400" y="13"/>
                    </a:cubicBezTo>
                    <a:cubicBezTo>
                      <a:pt x="398" y="13"/>
                      <a:pt x="398" y="13"/>
                      <a:pt x="398" y="13"/>
                    </a:cubicBezTo>
                    <a:cubicBezTo>
                      <a:pt x="399" y="15"/>
                      <a:pt x="399" y="15"/>
                      <a:pt x="399" y="15"/>
                    </a:cubicBezTo>
                    <a:cubicBezTo>
                      <a:pt x="399" y="15"/>
                      <a:pt x="399" y="15"/>
                      <a:pt x="399" y="16"/>
                    </a:cubicBezTo>
                    <a:cubicBezTo>
                      <a:pt x="400" y="19"/>
                      <a:pt x="405" y="31"/>
                      <a:pt x="405" y="47"/>
                    </a:cubicBezTo>
                    <a:cubicBezTo>
                      <a:pt x="405" y="54"/>
                      <a:pt x="404" y="63"/>
                      <a:pt x="401" y="71"/>
                    </a:cubicBezTo>
                    <a:cubicBezTo>
                      <a:pt x="395" y="85"/>
                      <a:pt x="385" y="103"/>
                      <a:pt x="372" y="117"/>
                    </a:cubicBezTo>
                    <a:cubicBezTo>
                      <a:pt x="358" y="131"/>
                      <a:pt x="341" y="141"/>
                      <a:pt x="320" y="142"/>
                    </a:cubicBezTo>
                    <a:cubicBezTo>
                      <a:pt x="319" y="142"/>
                      <a:pt x="317" y="142"/>
                      <a:pt x="315" y="142"/>
                    </a:cubicBezTo>
                    <a:cubicBezTo>
                      <a:pt x="294" y="142"/>
                      <a:pt x="268" y="137"/>
                      <a:pt x="244" y="124"/>
                    </a:cubicBezTo>
                    <a:cubicBezTo>
                      <a:pt x="220" y="110"/>
                      <a:pt x="199" y="87"/>
                      <a:pt x="188" y="51"/>
                    </a:cubicBezTo>
                    <a:cubicBezTo>
                      <a:pt x="188" y="50"/>
                      <a:pt x="188" y="50"/>
                      <a:pt x="188" y="50"/>
                    </a:cubicBezTo>
                    <a:cubicBezTo>
                      <a:pt x="187" y="50"/>
                      <a:pt x="187" y="50"/>
                      <a:pt x="187" y="50"/>
                    </a:cubicBezTo>
                    <a:cubicBezTo>
                      <a:pt x="187" y="52"/>
                      <a:pt x="187" y="52"/>
                      <a:pt x="187" y="52"/>
                    </a:cubicBezTo>
                    <a:cubicBezTo>
                      <a:pt x="185" y="52"/>
                      <a:pt x="185" y="52"/>
                      <a:pt x="185" y="52"/>
                    </a:cubicBezTo>
                    <a:cubicBezTo>
                      <a:pt x="196" y="89"/>
                      <a:pt x="218" y="112"/>
                      <a:pt x="243" y="126"/>
                    </a:cubicBezTo>
                    <a:cubicBezTo>
                      <a:pt x="267" y="140"/>
                      <a:pt x="294" y="145"/>
                      <a:pt x="315" y="145"/>
                    </a:cubicBezTo>
                    <a:cubicBezTo>
                      <a:pt x="317" y="145"/>
                      <a:pt x="319" y="145"/>
                      <a:pt x="320" y="145"/>
                    </a:cubicBezTo>
                    <a:cubicBezTo>
                      <a:pt x="342" y="144"/>
                      <a:pt x="360" y="133"/>
                      <a:pt x="374" y="119"/>
                    </a:cubicBezTo>
                    <a:cubicBezTo>
                      <a:pt x="388" y="104"/>
                      <a:pt x="397" y="87"/>
                      <a:pt x="403" y="72"/>
                    </a:cubicBezTo>
                    <a:cubicBezTo>
                      <a:pt x="407" y="64"/>
                      <a:pt x="408" y="55"/>
                      <a:pt x="408" y="47"/>
                    </a:cubicBezTo>
                    <a:cubicBezTo>
                      <a:pt x="408" y="28"/>
                      <a:pt x="401" y="14"/>
                      <a:pt x="401" y="14"/>
                    </a:cubicBezTo>
                    <a:cubicBezTo>
                      <a:pt x="400" y="14"/>
                      <a:pt x="400" y="14"/>
                      <a:pt x="400" y="14"/>
                    </a:cubicBezTo>
                    <a:cubicBezTo>
                      <a:pt x="400" y="16"/>
                      <a:pt x="400" y="16"/>
                      <a:pt x="400" y="16"/>
                    </a:cubicBezTo>
                    <a:cubicBezTo>
                      <a:pt x="415" y="13"/>
                      <a:pt x="438" y="3"/>
                      <a:pt x="466" y="3"/>
                    </a:cubicBezTo>
                    <a:cubicBezTo>
                      <a:pt x="474" y="3"/>
                      <a:pt x="483" y="4"/>
                      <a:pt x="493" y="7"/>
                    </a:cubicBezTo>
                    <a:cubicBezTo>
                      <a:pt x="513" y="11"/>
                      <a:pt x="532" y="32"/>
                      <a:pt x="547" y="54"/>
                    </a:cubicBezTo>
                    <a:cubicBezTo>
                      <a:pt x="563" y="75"/>
                      <a:pt x="575" y="98"/>
                      <a:pt x="582" y="109"/>
                    </a:cubicBezTo>
                    <a:cubicBezTo>
                      <a:pt x="588" y="119"/>
                      <a:pt x="593" y="135"/>
                      <a:pt x="596" y="149"/>
                    </a:cubicBezTo>
                    <a:cubicBezTo>
                      <a:pt x="600" y="163"/>
                      <a:pt x="602" y="177"/>
                      <a:pt x="604" y="183"/>
                    </a:cubicBezTo>
                    <a:cubicBezTo>
                      <a:pt x="608" y="195"/>
                      <a:pt x="610" y="210"/>
                      <a:pt x="619" y="226"/>
                    </a:cubicBezTo>
                    <a:cubicBezTo>
                      <a:pt x="627" y="241"/>
                      <a:pt x="629" y="257"/>
                      <a:pt x="635" y="275"/>
                    </a:cubicBezTo>
                    <a:cubicBezTo>
                      <a:pt x="639" y="285"/>
                      <a:pt x="642" y="288"/>
                      <a:pt x="644" y="291"/>
                    </a:cubicBezTo>
                    <a:cubicBezTo>
                      <a:pt x="645" y="293"/>
                      <a:pt x="647" y="295"/>
                      <a:pt x="648" y="298"/>
                    </a:cubicBezTo>
                    <a:cubicBezTo>
                      <a:pt x="649" y="301"/>
                      <a:pt x="650" y="305"/>
                      <a:pt x="651" y="311"/>
                    </a:cubicBezTo>
                    <a:cubicBezTo>
                      <a:pt x="652" y="316"/>
                      <a:pt x="653" y="321"/>
                      <a:pt x="654" y="324"/>
                    </a:cubicBezTo>
                    <a:cubicBezTo>
                      <a:pt x="656" y="328"/>
                      <a:pt x="658" y="331"/>
                      <a:pt x="661" y="332"/>
                    </a:cubicBezTo>
                    <a:cubicBezTo>
                      <a:pt x="663" y="333"/>
                      <a:pt x="666" y="333"/>
                      <a:pt x="668" y="334"/>
                    </a:cubicBezTo>
                    <a:cubicBezTo>
                      <a:pt x="670" y="336"/>
                      <a:pt x="671" y="336"/>
                      <a:pt x="672" y="337"/>
                    </a:cubicBezTo>
                    <a:cubicBezTo>
                      <a:pt x="673" y="337"/>
                      <a:pt x="673" y="337"/>
                      <a:pt x="673" y="337"/>
                    </a:cubicBezTo>
                    <a:cubicBezTo>
                      <a:pt x="673" y="337"/>
                      <a:pt x="673" y="337"/>
                      <a:pt x="673" y="337"/>
                    </a:cubicBezTo>
                    <a:cubicBezTo>
                      <a:pt x="673" y="337"/>
                      <a:pt x="673" y="337"/>
                      <a:pt x="673" y="337"/>
                    </a:cubicBezTo>
                    <a:cubicBezTo>
                      <a:pt x="673" y="337"/>
                      <a:pt x="673" y="337"/>
                      <a:pt x="673" y="337"/>
                    </a:cubicBezTo>
                    <a:cubicBezTo>
                      <a:pt x="673" y="337"/>
                      <a:pt x="673" y="337"/>
                      <a:pt x="673" y="337"/>
                    </a:cubicBezTo>
                    <a:cubicBezTo>
                      <a:pt x="673" y="337"/>
                      <a:pt x="673" y="337"/>
                      <a:pt x="673" y="337"/>
                    </a:cubicBezTo>
                    <a:cubicBezTo>
                      <a:pt x="673" y="337"/>
                      <a:pt x="673" y="337"/>
                      <a:pt x="673" y="337"/>
                    </a:cubicBezTo>
                    <a:cubicBezTo>
                      <a:pt x="673" y="337"/>
                      <a:pt x="673" y="337"/>
                      <a:pt x="673" y="337"/>
                    </a:cubicBezTo>
                    <a:cubicBezTo>
                      <a:pt x="673" y="338"/>
                      <a:pt x="672" y="339"/>
                      <a:pt x="672" y="341"/>
                    </a:cubicBezTo>
                    <a:cubicBezTo>
                      <a:pt x="672" y="342"/>
                      <a:pt x="672" y="343"/>
                      <a:pt x="672" y="344"/>
                    </a:cubicBezTo>
                    <a:cubicBezTo>
                      <a:pt x="672" y="345"/>
                      <a:pt x="672" y="346"/>
                      <a:pt x="672" y="346"/>
                    </a:cubicBezTo>
                    <a:cubicBezTo>
                      <a:pt x="672" y="347"/>
                      <a:pt x="673" y="348"/>
                      <a:pt x="673" y="349"/>
                    </a:cubicBezTo>
                    <a:cubicBezTo>
                      <a:pt x="673" y="349"/>
                      <a:pt x="674" y="351"/>
                      <a:pt x="674" y="353"/>
                    </a:cubicBezTo>
                    <a:cubicBezTo>
                      <a:pt x="674" y="354"/>
                      <a:pt x="674" y="356"/>
                      <a:pt x="674" y="357"/>
                    </a:cubicBezTo>
                    <a:cubicBezTo>
                      <a:pt x="674" y="359"/>
                      <a:pt x="674" y="361"/>
                      <a:pt x="673" y="364"/>
                    </a:cubicBezTo>
                    <a:cubicBezTo>
                      <a:pt x="673" y="366"/>
                      <a:pt x="672" y="369"/>
                      <a:pt x="672" y="373"/>
                    </a:cubicBezTo>
                    <a:cubicBezTo>
                      <a:pt x="671" y="374"/>
                      <a:pt x="671" y="375"/>
                      <a:pt x="671" y="376"/>
                    </a:cubicBezTo>
                    <a:cubicBezTo>
                      <a:pt x="671" y="377"/>
                      <a:pt x="671" y="377"/>
                      <a:pt x="672" y="378"/>
                    </a:cubicBezTo>
                    <a:cubicBezTo>
                      <a:pt x="672" y="379"/>
                      <a:pt x="673" y="380"/>
                      <a:pt x="674" y="380"/>
                    </a:cubicBezTo>
                    <a:cubicBezTo>
                      <a:pt x="675" y="381"/>
                      <a:pt x="676" y="380"/>
                      <a:pt x="677" y="381"/>
                    </a:cubicBezTo>
                    <a:cubicBezTo>
                      <a:pt x="678" y="381"/>
                      <a:pt x="678" y="381"/>
                      <a:pt x="679" y="383"/>
                    </a:cubicBezTo>
                    <a:cubicBezTo>
                      <a:pt x="681" y="385"/>
                      <a:pt x="681" y="386"/>
                      <a:pt x="682" y="389"/>
                    </a:cubicBezTo>
                    <a:cubicBezTo>
                      <a:pt x="682" y="391"/>
                      <a:pt x="683" y="393"/>
                      <a:pt x="686" y="397"/>
                    </a:cubicBezTo>
                    <a:cubicBezTo>
                      <a:pt x="689" y="401"/>
                      <a:pt x="689" y="405"/>
                      <a:pt x="689" y="409"/>
                    </a:cubicBezTo>
                    <a:cubicBezTo>
                      <a:pt x="689" y="414"/>
                      <a:pt x="688" y="420"/>
                      <a:pt x="688" y="428"/>
                    </a:cubicBezTo>
                    <a:cubicBezTo>
                      <a:pt x="688" y="431"/>
                      <a:pt x="688" y="433"/>
                      <a:pt x="688" y="434"/>
                    </a:cubicBezTo>
                    <a:cubicBezTo>
                      <a:pt x="688" y="436"/>
                      <a:pt x="688" y="438"/>
                      <a:pt x="688" y="439"/>
                    </a:cubicBezTo>
                    <a:cubicBezTo>
                      <a:pt x="688" y="440"/>
                      <a:pt x="689" y="440"/>
                      <a:pt x="690" y="441"/>
                    </a:cubicBezTo>
                    <a:cubicBezTo>
                      <a:pt x="691" y="442"/>
                      <a:pt x="693" y="443"/>
                      <a:pt x="697" y="447"/>
                    </a:cubicBezTo>
                    <a:cubicBezTo>
                      <a:pt x="699" y="449"/>
                      <a:pt x="700" y="451"/>
                      <a:pt x="700" y="452"/>
                    </a:cubicBezTo>
                    <a:cubicBezTo>
                      <a:pt x="700" y="453"/>
                      <a:pt x="699" y="455"/>
                      <a:pt x="699" y="456"/>
                    </a:cubicBezTo>
                    <a:cubicBezTo>
                      <a:pt x="696" y="460"/>
                      <a:pt x="691" y="466"/>
                      <a:pt x="687" y="476"/>
                    </a:cubicBezTo>
                    <a:cubicBezTo>
                      <a:pt x="684" y="485"/>
                      <a:pt x="684" y="488"/>
                      <a:pt x="683" y="490"/>
                    </a:cubicBezTo>
                    <a:cubicBezTo>
                      <a:pt x="683" y="490"/>
                      <a:pt x="683" y="491"/>
                      <a:pt x="683" y="491"/>
                    </a:cubicBezTo>
                    <a:cubicBezTo>
                      <a:pt x="683" y="492"/>
                      <a:pt x="682" y="493"/>
                      <a:pt x="681" y="494"/>
                    </a:cubicBezTo>
                    <a:cubicBezTo>
                      <a:pt x="680" y="497"/>
                      <a:pt x="679" y="500"/>
                      <a:pt x="679" y="502"/>
                    </a:cubicBezTo>
                    <a:cubicBezTo>
                      <a:pt x="679" y="505"/>
                      <a:pt x="680" y="508"/>
                      <a:pt x="682" y="513"/>
                    </a:cubicBezTo>
                    <a:cubicBezTo>
                      <a:pt x="684" y="517"/>
                      <a:pt x="685" y="522"/>
                      <a:pt x="686" y="528"/>
                    </a:cubicBezTo>
                    <a:cubicBezTo>
                      <a:pt x="687" y="534"/>
                      <a:pt x="688" y="541"/>
                      <a:pt x="689" y="547"/>
                    </a:cubicBezTo>
                    <a:cubicBezTo>
                      <a:pt x="689" y="549"/>
                      <a:pt x="689" y="550"/>
                      <a:pt x="689" y="551"/>
                    </a:cubicBezTo>
                    <a:cubicBezTo>
                      <a:pt x="689" y="554"/>
                      <a:pt x="688" y="555"/>
                      <a:pt x="687" y="556"/>
                    </a:cubicBezTo>
                    <a:cubicBezTo>
                      <a:pt x="686" y="557"/>
                      <a:pt x="684" y="558"/>
                      <a:pt x="682" y="558"/>
                    </a:cubicBezTo>
                    <a:cubicBezTo>
                      <a:pt x="681" y="558"/>
                      <a:pt x="680" y="558"/>
                      <a:pt x="680" y="557"/>
                    </a:cubicBezTo>
                    <a:cubicBezTo>
                      <a:pt x="679" y="557"/>
                      <a:pt x="678" y="557"/>
                      <a:pt x="677" y="557"/>
                    </a:cubicBezTo>
                    <a:cubicBezTo>
                      <a:pt x="672" y="554"/>
                      <a:pt x="661" y="549"/>
                      <a:pt x="649" y="545"/>
                    </a:cubicBezTo>
                    <a:cubicBezTo>
                      <a:pt x="637" y="540"/>
                      <a:pt x="624" y="536"/>
                      <a:pt x="612" y="536"/>
                    </a:cubicBezTo>
                    <a:cubicBezTo>
                      <a:pt x="611" y="536"/>
                      <a:pt x="609" y="536"/>
                      <a:pt x="608" y="536"/>
                    </a:cubicBezTo>
                    <a:cubicBezTo>
                      <a:pt x="595" y="537"/>
                      <a:pt x="588" y="539"/>
                      <a:pt x="583" y="541"/>
                    </a:cubicBezTo>
                    <a:cubicBezTo>
                      <a:pt x="578" y="542"/>
                      <a:pt x="575" y="543"/>
                      <a:pt x="570" y="543"/>
                    </a:cubicBezTo>
                    <a:cubicBezTo>
                      <a:pt x="565" y="543"/>
                      <a:pt x="555" y="542"/>
                      <a:pt x="543" y="540"/>
                    </a:cubicBezTo>
                    <a:cubicBezTo>
                      <a:pt x="531" y="537"/>
                      <a:pt x="518" y="533"/>
                      <a:pt x="508" y="528"/>
                    </a:cubicBezTo>
                    <a:cubicBezTo>
                      <a:pt x="494" y="522"/>
                      <a:pt x="478" y="521"/>
                      <a:pt x="464" y="521"/>
                    </a:cubicBezTo>
                    <a:cubicBezTo>
                      <a:pt x="454" y="521"/>
                      <a:pt x="446" y="522"/>
                      <a:pt x="438" y="522"/>
                    </a:cubicBezTo>
                    <a:cubicBezTo>
                      <a:pt x="429" y="522"/>
                      <a:pt x="415" y="525"/>
                      <a:pt x="400" y="531"/>
                    </a:cubicBezTo>
                    <a:cubicBezTo>
                      <a:pt x="384" y="536"/>
                      <a:pt x="368" y="543"/>
                      <a:pt x="356" y="549"/>
                    </a:cubicBezTo>
                    <a:cubicBezTo>
                      <a:pt x="343" y="555"/>
                      <a:pt x="324" y="557"/>
                      <a:pt x="308" y="559"/>
                    </a:cubicBezTo>
                    <a:cubicBezTo>
                      <a:pt x="300" y="559"/>
                      <a:pt x="292" y="560"/>
                      <a:pt x="286" y="561"/>
                    </a:cubicBezTo>
                    <a:cubicBezTo>
                      <a:pt x="283" y="562"/>
                      <a:pt x="280" y="563"/>
                      <a:pt x="278" y="564"/>
                    </a:cubicBezTo>
                    <a:cubicBezTo>
                      <a:pt x="276" y="564"/>
                      <a:pt x="274" y="565"/>
                      <a:pt x="273" y="567"/>
                    </a:cubicBezTo>
                    <a:cubicBezTo>
                      <a:pt x="270" y="571"/>
                      <a:pt x="267" y="575"/>
                      <a:pt x="264" y="578"/>
                    </a:cubicBezTo>
                    <a:cubicBezTo>
                      <a:pt x="261" y="580"/>
                      <a:pt x="259" y="583"/>
                      <a:pt x="258" y="585"/>
                    </a:cubicBezTo>
                    <a:cubicBezTo>
                      <a:pt x="257" y="585"/>
                      <a:pt x="257" y="586"/>
                      <a:pt x="256" y="586"/>
                    </a:cubicBezTo>
                    <a:cubicBezTo>
                      <a:pt x="255" y="587"/>
                      <a:pt x="254" y="588"/>
                      <a:pt x="252" y="590"/>
                    </a:cubicBezTo>
                    <a:cubicBezTo>
                      <a:pt x="250" y="591"/>
                      <a:pt x="248" y="594"/>
                      <a:pt x="245" y="598"/>
                    </a:cubicBezTo>
                    <a:cubicBezTo>
                      <a:pt x="244" y="600"/>
                      <a:pt x="242" y="601"/>
                      <a:pt x="242" y="602"/>
                    </a:cubicBezTo>
                    <a:cubicBezTo>
                      <a:pt x="241" y="602"/>
                      <a:pt x="240" y="602"/>
                      <a:pt x="240" y="602"/>
                    </a:cubicBezTo>
                    <a:cubicBezTo>
                      <a:pt x="239" y="603"/>
                      <a:pt x="238" y="602"/>
                      <a:pt x="236" y="603"/>
                    </a:cubicBezTo>
                    <a:cubicBezTo>
                      <a:pt x="235" y="603"/>
                      <a:pt x="233" y="604"/>
                      <a:pt x="232" y="606"/>
                    </a:cubicBezTo>
                    <a:cubicBezTo>
                      <a:pt x="230" y="608"/>
                      <a:pt x="228" y="609"/>
                      <a:pt x="226" y="609"/>
                    </a:cubicBezTo>
                    <a:cubicBezTo>
                      <a:pt x="222" y="609"/>
                      <a:pt x="218" y="606"/>
                      <a:pt x="214" y="604"/>
                    </a:cubicBezTo>
                    <a:cubicBezTo>
                      <a:pt x="208" y="601"/>
                      <a:pt x="202" y="597"/>
                      <a:pt x="192" y="590"/>
                    </a:cubicBezTo>
                    <a:cubicBezTo>
                      <a:pt x="187" y="586"/>
                      <a:pt x="184" y="583"/>
                      <a:pt x="181" y="580"/>
                    </a:cubicBezTo>
                    <a:cubicBezTo>
                      <a:pt x="178" y="577"/>
                      <a:pt x="176" y="574"/>
                      <a:pt x="172" y="571"/>
                    </a:cubicBezTo>
                    <a:cubicBezTo>
                      <a:pt x="164" y="564"/>
                      <a:pt x="150" y="560"/>
                      <a:pt x="134" y="554"/>
                    </a:cubicBezTo>
                    <a:cubicBezTo>
                      <a:pt x="120" y="548"/>
                      <a:pt x="113" y="539"/>
                      <a:pt x="102" y="531"/>
                    </a:cubicBezTo>
                    <a:cubicBezTo>
                      <a:pt x="98" y="529"/>
                      <a:pt x="95" y="527"/>
                      <a:pt x="93" y="526"/>
                    </a:cubicBezTo>
                    <a:cubicBezTo>
                      <a:pt x="91" y="525"/>
                      <a:pt x="89" y="525"/>
                      <a:pt x="87" y="525"/>
                    </a:cubicBezTo>
                    <a:cubicBezTo>
                      <a:pt x="86" y="525"/>
                      <a:pt x="85" y="525"/>
                      <a:pt x="83" y="525"/>
                    </a:cubicBezTo>
                    <a:cubicBezTo>
                      <a:pt x="83" y="525"/>
                      <a:pt x="82" y="525"/>
                      <a:pt x="81" y="525"/>
                    </a:cubicBezTo>
                    <a:cubicBezTo>
                      <a:pt x="77" y="525"/>
                      <a:pt x="73" y="524"/>
                      <a:pt x="68" y="523"/>
                    </a:cubicBezTo>
                    <a:cubicBezTo>
                      <a:pt x="64" y="522"/>
                      <a:pt x="59" y="521"/>
                      <a:pt x="52" y="521"/>
                    </a:cubicBezTo>
                    <a:cubicBezTo>
                      <a:pt x="45" y="521"/>
                      <a:pt x="41" y="519"/>
                      <a:pt x="39" y="516"/>
                    </a:cubicBezTo>
                    <a:cubicBezTo>
                      <a:pt x="36" y="513"/>
                      <a:pt x="34" y="509"/>
                      <a:pt x="31" y="504"/>
                    </a:cubicBezTo>
                    <a:cubicBezTo>
                      <a:pt x="24" y="494"/>
                      <a:pt x="16" y="491"/>
                      <a:pt x="8" y="490"/>
                    </a:cubicBezTo>
                    <a:cubicBezTo>
                      <a:pt x="7" y="489"/>
                      <a:pt x="7" y="489"/>
                      <a:pt x="7" y="489"/>
                    </a:cubicBezTo>
                    <a:cubicBezTo>
                      <a:pt x="6" y="489"/>
                      <a:pt x="6" y="488"/>
                      <a:pt x="5" y="486"/>
                    </a:cubicBezTo>
                    <a:cubicBezTo>
                      <a:pt x="4" y="481"/>
                      <a:pt x="3" y="472"/>
                      <a:pt x="3" y="463"/>
                    </a:cubicBezTo>
                    <a:cubicBezTo>
                      <a:pt x="3" y="456"/>
                      <a:pt x="4" y="450"/>
                      <a:pt x="4" y="445"/>
                    </a:cubicBezTo>
                    <a:cubicBezTo>
                      <a:pt x="4" y="443"/>
                      <a:pt x="4" y="441"/>
                      <a:pt x="3" y="439"/>
                    </a:cubicBezTo>
                    <a:cubicBezTo>
                      <a:pt x="3" y="435"/>
                      <a:pt x="3" y="433"/>
                      <a:pt x="3" y="431"/>
                    </a:cubicBezTo>
                    <a:cubicBezTo>
                      <a:pt x="3" y="430"/>
                      <a:pt x="3" y="430"/>
                      <a:pt x="4" y="429"/>
                    </a:cubicBezTo>
                    <a:cubicBezTo>
                      <a:pt x="4" y="428"/>
                      <a:pt x="5" y="426"/>
                      <a:pt x="6" y="424"/>
                    </a:cubicBezTo>
                    <a:cubicBezTo>
                      <a:pt x="7" y="421"/>
                      <a:pt x="7" y="419"/>
                      <a:pt x="7" y="417"/>
                    </a:cubicBezTo>
                    <a:cubicBezTo>
                      <a:pt x="7" y="411"/>
                      <a:pt x="4" y="404"/>
                      <a:pt x="3" y="389"/>
                    </a:cubicBezTo>
                    <a:cubicBezTo>
                      <a:pt x="3" y="387"/>
                      <a:pt x="3" y="385"/>
                      <a:pt x="3" y="384"/>
                    </a:cubicBezTo>
                    <a:cubicBezTo>
                      <a:pt x="3" y="377"/>
                      <a:pt x="4" y="373"/>
                      <a:pt x="5" y="370"/>
                    </a:cubicBezTo>
                    <a:cubicBezTo>
                      <a:pt x="7" y="367"/>
                      <a:pt x="9" y="365"/>
                      <a:pt x="11" y="361"/>
                    </a:cubicBezTo>
                    <a:cubicBezTo>
                      <a:pt x="14" y="356"/>
                      <a:pt x="15" y="351"/>
                      <a:pt x="15" y="345"/>
                    </a:cubicBezTo>
                    <a:cubicBezTo>
                      <a:pt x="15" y="341"/>
                      <a:pt x="14" y="336"/>
                      <a:pt x="14" y="330"/>
                    </a:cubicBezTo>
                    <a:cubicBezTo>
                      <a:pt x="14" y="329"/>
                      <a:pt x="14" y="327"/>
                      <a:pt x="14" y="326"/>
                    </a:cubicBezTo>
                    <a:cubicBezTo>
                      <a:pt x="14" y="321"/>
                      <a:pt x="15" y="318"/>
                      <a:pt x="15" y="315"/>
                    </a:cubicBezTo>
                    <a:cubicBezTo>
                      <a:pt x="16" y="311"/>
                      <a:pt x="17" y="309"/>
                      <a:pt x="18" y="304"/>
                    </a:cubicBezTo>
                    <a:cubicBezTo>
                      <a:pt x="19" y="300"/>
                      <a:pt x="19" y="298"/>
                      <a:pt x="19" y="296"/>
                    </a:cubicBezTo>
                    <a:cubicBezTo>
                      <a:pt x="19" y="294"/>
                      <a:pt x="19" y="292"/>
                      <a:pt x="18" y="290"/>
                    </a:cubicBezTo>
                    <a:cubicBezTo>
                      <a:pt x="17" y="288"/>
                      <a:pt x="16" y="286"/>
                      <a:pt x="15" y="282"/>
                    </a:cubicBezTo>
                    <a:cubicBezTo>
                      <a:pt x="14" y="280"/>
                      <a:pt x="14" y="279"/>
                      <a:pt x="14" y="278"/>
                    </a:cubicBezTo>
                    <a:cubicBezTo>
                      <a:pt x="14" y="275"/>
                      <a:pt x="15" y="273"/>
                      <a:pt x="17" y="272"/>
                    </a:cubicBezTo>
                    <a:cubicBezTo>
                      <a:pt x="19" y="270"/>
                      <a:pt x="22" y="269"/>
                      <a:pt x="23" y="267"/>
                    </a:cubicBezTo>
                    <a:cubicBezTo>
                      <a:pt x="24" y="265"/>
                      <a:pt x="25" y="264"/>
                      <a:pt x="25" y="263"/>
                    </a:cubicBezTo>
                    <a:cubicBezTo>
                      <a:pt x="25" y="261"/>
                      <a:pt x="24" y="260"/>
                      <a:pt x="23" y="259"/>
                    </a:cubicBezTo>
                    <a:cubicBezTo>
                      <a:pt x="22" y="258"/>
                      <a:pt x="21" y="257"/>
                      <a:pt x="19" y="256"/>
                    </a:cubicBezTo>
                    <a:cubicBezTo>
                      <a:pt x="17" y="255"/>
                      <a:pt x="17" y="252"/>
                      <a:pt x="16" y="249"/>
                    </a:cubicBezTo>
                    <a:cubicBezTo>
                      <a:pt x="15" y="246"/>
                      <a:pt x="15" y="243"/>
                      <a:pt x="13" y="239"/>
                    </a:cubicBezTo>
                    <a:cubicBezTo>
                      <a:pt x="12" y="238"/>
                      <a:pt x="12" y="237"/>
                      <a:pt x="12" y="236"/>
                    </a:cubicBezTo>
                    <a:cubicBezTo>
                      <a:pt x="12" y="235"/>
                      <a:pt x="13" y="233"/>
                      <a:pt x="15" y="231"/>
                    </a:cubicBezTo>
                    <a:cubicBezTo>
                      <a:pt x="16" y="230"/>
                      <a:pt x="19" y="228"/>
                      <a:pt x="21" y="226"/>
                    </a:cubicBezTo>
                    <a:cubicBezTo>
                      <a:pt x="22" y="224"/>
                      <a:pt x="23" y="222"/>
                      <a:pt x="23" y="220"/>
                    </a:cubicBezTo>
                    <a:cubicBezTo>
                      <a:pt x="23" y="218"/>
                      <a:pt x="23" y="217"/>
                      <a:pt x="22" y="215"/>
                    </a:cubicBezTo>
                    <a:cubicBezTo>
                      <a:pt x="21" y="214"/>
                      <a:pt x="21" y="212"/>
                      <a:pt x="21" y="210"/>
                    </a:cubicBezTo>
                    <a:cubicBezTo>
                      <a:pt x="21" y="210"/>
                      <a:pt x="21" y="210"/>
                      <a:pt x="21" y="210"/>
                    </a:cubicBezTo>
                    <a:cubicBezTo>
                      <a:pt x="21" y="207"/>
                      <a:pt x="21" y="205"/>
                      <a:pt x="22" y="203"/>
                    </a:cubicBezTo>
                    <a:cubicBezTo>
                      <a:pt x="23" y="201"/>
                      <a:pt x="24" y="199"/>
                      <a:pt x="25" y="196"/>
                    </a:cubicBezTo>
                    <a:cubicBezTo>
                      <a:pt x="25" y="194"/>
                      <a:pt x="25" y="193"/>
                      <a:pt x="25" y="192"/>
                    </a:cubicBezTo>
                    <a:cubicBezTo>
                      <a:pt x="25" y="190"/>
                      <a:pt x="25" y="188"/>
                      <a:pt x="24" y="186"/>
                    </a:cubicBezTo>
                    <a:cubicBezTo>
                      <a:pt x="24" y="184"/>
                      <a:pt x="23" y="182"/>
                      <a:pt x="21" y="180"/>
                    </a:cubicBezTo>
                    <a:cubicBezTo>
                      <a:pt x="20" y="177"/>
                      <a:pt x="19" y="175"/>
                      <a:pt x="19" y="174"/>
                    </a:cubicBezTo>
                    <a:cubicBezTo>
                      <a:pt x="19" y="172"/>
                      <a:pt x="20" y="171"/>
                      <a:pt x="20" y="169"/>
                    </a:cubicBezTo>
                    <a:cubicBezTo>
                      <a:pt x="21" y="168"/>
                      <a:pt x="22" y="165"/>
                      <a:pt x="22" y="163"/>
                    </a:cubicBezTo>
                    <a:cubicBezTo>
                      <a:pt x="25" y="155"/>
                      <a:pt x="29" y="143"/>
                      <a:pt x="34" y="118"/>
                    </a:cubicBezTo>
                    <a:cubicBezTo>
                      <a:pt x="37" y="105"/>
                      <a:pt x="37" y="99"/>
                      <a:pt x="38" y="95"/>
                    </a:cubicBezTo>
                    <a:cubicBezTo>
                      <a:pt x="39" y="90"/>
                      <a:pt x="41" y="85"/>
                      <a:pt x="48" y="71"/>
                    </a:cubicBezTo>
                    <a:cubicBezTo>
                      <a:pt x="55" y="58"/>
                      <a:pt x="63" y="50"/>
                      <a:pt x="69" y="45"/>
                    </a:cubicBezTo>
                    <a:cubicBezTo>
                      <a:pt x="76" y="40"/>
                      <a:pt x="82" y="38"/>
                      <a:pt x="85" y="36"/>
                    </a:cubicBezTo>
                    <a:cubicBezTo>
                      <a:pt x="88" y="35"/>
                      <a:pt x="93" y="33"/>
                      <a:pt x="98" y="32"/>
                    </a:cubicBezTo>
                    <a:cubicBezTo>
                      <a:pt x="102" y="31"/>
                      <a:pt x="106" y="30"/>
                      <a:pt x="109" y="29"/>
                    </a:cubicBezTo>
                    <a:cubicBezTo>
                      <a:pt x="111" y="28"/>
                      <a:pt x="113" y="28"/>
                      <a:pt x="114" y="28"/>
                    </a:cubicBezTo>
                    <a:cubicBezTo>
                      <a:pt x="118" y="28"/>
                      <a:pt x="121" y="29"/>
                      <a:pt x="125" y="31"/>
                    </a:cubicBezTo>
                    <a:cubicBezTo>
                      <a:pt x="157" y="47"/>
                      <a:pt x="186" y="53"/>
                      <a:pt x="186" y="53"/>
                    </a:cubicBezTo>
                    <a:cubicBezTo>
                      <a:pt x="187" y="52"/>
                      <a:pt x="187" y="52"/>
                      <a:pt x="187" y="52"/>
                    </a:cubicBezTo>
                    <a:cubicBezTo>
                      <a:pt x="185" y="52"/>
                      <a:pt x="185" y="52"/>
                      <a:pt x="185" y="52"/>
                    </a:cubicBezTo>
                    <a:lnTo>
                      <a:pt x="187" y="52"/>
                    </a:lnTo>
                    <a:close/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7694" name="Freeform 110">
                <a:extLst>
                  <a:ext uri="{FF2B5EF4-FFF2-40B4-BE49-F238E27FC236}">
                    <a16:creationId xmlns:a16="http://schemas.microsoft.com/office/drawing/2014/main" id="{E2B1CEB3-1E26-4B76-BF5F-115086E1666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096" y="1371"/>
                <a:ext cx="987" cy="863"/>
              </a:xfrm>
              <a:custGeom>
                <a:avLst/>
                <a:gdLst>
                  <a:gd name="T0" fmla="*/ 1854 w 708"/>
                  <a:gd name="T1" fmla="*/ 1355 h 619"/>
                  <a:gd name="T2" fmla="*/ 1893 w 708"/>
                  <a:gd name="T3" fmla="*/ 1223 h 619"/>
                  <a:gd name="T4" fmla="*/ 1868 w 708"/>
                  <a:gd name="T5" fmla="*/ 1089 h 619"/>
                  <a:gd name="T6" fmla="*/ 1826 w 708"/>
                  <a:gd name="T7" fmla="*/ 1025 h 619"/>
                  <a:gd name="T8" fmla="*/ 1829 w 708"/>
                  <a:gd name="T9" fmla="*/ 937 h 619"/>
                  <a:gd name="T10" fmla="*/ 1769 w 708"/>
                  <a:gd name="T11" fmla="*/ 853 h 619"/>
                  <a:gd name="T12" fmla="*/ 1683 w 708"/>
                  <a:gd name="T13" fmla="*/ 625 h 619"/>
                  <a:gd name="T14" fmla="*/ 1582 w 708"/>
                  <a:gd name="T15" fmla="*/ 307 h 619"/>
                  <a:gd name="T16" fmla="*/ 1086 w 708"/>
                  <a:gd name="T17" fmla="*/ 50 h 619"/>
                  <a:gd name="T18" fmla="*/ 869 w 708"/>
                  <a:gd name="T19" fmla="*/ 400 h 619"/>
                  <a:gd name="T20" fmla="*/ 344 w 708"/>
                  <a:gd name="T21" fmla="*/ 95 h 619"/>
                  <a:gd name="T22" fmla="*/ 233 w 708"/>
                  <a:gd name="T23" fmla="*/ 109 h 619"/>
                  <a:gd name="T24" fmla="*/ 92 w 708"/>
                  <a:gd name="T25" fmla="*/ 330 h 619"/>
                  <a:gd name="T26" fmla="*/ 56 w 708"/>
                  <a:gd name="T27" fmla="*/ 502 h 619"/>
                  <a:gd name="T28" fmla="*/ 54 w 708"/>
                  <a:gd name="T29" fmla="*/ 586 h 619"/>
                  <a:gd name="T30" fmla="*/ 35 w 708"/>
                  <a:gd name="T31" fmla="*/ 665 h 619"/>
                  <a:gd name="T32" fmla="*/ 63 w 708"/>
                  <a:gd name="T33" fmla="*/ 735 h 619"/>
                  <a:gd name="T34" fmla="*/ 49 w 708"/>
                  <a:gd name="T35" fmla="*/ 838 h 619"/>
                  <a:gd name="T36" fmla="*/ 29 w 708"/>
                  <a:gd name="T37" fmla="*/ 991 h 619"/>
                  <a:gd name="T38" fmla="*/ 15 w 708"/>
                  <a:gd name="T39" fmla="*/ 1160 h 619"/>
                  <a:gd name="T40" fmla="*/ 21 w 708"/>
                  <a:gd name="T41" fmla="*/ 1345 h 619"/>
                  <a:gd name="T42" fmla="*/ 144 w 708"/>
                  <a:gd name="T43" fmla="*/ 1429 h 619"/>
                  <a:gd name="T44" fmla="*/ 276 w 708"/>
                  <a:gd name="T45" fmla="*/ 1458 h 619"/>
                  <a:gd name="T46" fmla="*/ 467 w 708"/>
                  <a:gd name="T47" fmla="*/ 1563 h 619"/>
                  <a:gd name="T48" fmla="*/ 579 w 708"/>
                  <a:gd name="T49" fmla="*/ 1656 h 619"/>
                  <a:gd name="T50" fmla="*/ 672 w 708"/>
                  <a:gd name="T51" fmla="*/ 1635 h 619"/>
                  <a:gd name="T52" fmla="*/ 744 w 708"/>
                  <a:gd name="T53" fmla="*/ 1553 h 619"/>
                  <a:gd name="T54" fmla="*/ 1189 w 708"/>
                  <a:gd name="T55" fmla="*/ 1430 h 619"/>
                  <a:gd name="T56" fmla="*/ 1547 w 708"/>
                  <a:gd name="T57" fmla="*/ 1490 h 619"/>
                  <a:gd name="T58" fmla="*/ 1844 w 708"/>
                  <a:gd name="T59" fmla="*/ 1528 h 619"/>
                  <a:gd name="T60" fmla="*/ 1856 w 708"/>
                  <a:gd name="T61" fmla="*/ 1401 h 619"/>
                  <a:gd name="T62" fmla="*/ 420 w 708"/>
                  <a:gd name="T63" fmla="*/ 1237 h 619"/>
                  <a:gd name="T64" fmla="*/ 369 w 708"/>
                  <a:gd name="T65" fmla="*/ 1189 h 619"/>
                  <a:gd name="T66" fmla="*/ 330 w 708"/>
                  <a:gd name="T67" fmla="*/ 1128 h 619"/>
                  <a:gd name="T68" fmla="*/ 330 w 708"/>
                  <a:gd name="T69" fmla="*/ 1051 h 619"/>
                  <a:gd name="T70" fmla="*/ 330 w 708"/>
                  <a:gd name="T71" fmla="*/ 896 h 619"/>
                  <a:gd name="T72" fmla="*/ 365 w 708"/>
                  <a:gd name="T73" fmla="*/ 853 h 619"/>
                  <a:gd name="T74" fmla="*/ 406 w 708"/>
                  <a:gd name="T75" fmla="*/ 983 h 619"/>
                  <a:gd name="T76" fmla="*/ 441 w 708"/>
                  <a:gd name="T77" fmla="*/ 1178 h 619"/>
                  <a:gd name="T78" fmla="*/ 1547 w 708"/>
                  <a:gd name="T79" fmla="*/ 1044 h 619"/>
                  <a:gd name="T80" fmla="*/ 1504 w 708"/>
                  <a:gd name="T81" fmla="*/ 968 h 619"/>
                  <a:gd name="T82" fmla="*/ 1553 w 708"/>
                  <a:gd name="T83" fmla="*/ 1012 h 619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0" t="0" r="r" b="b"/>
                <a:pathLst>
                  <a:path w="708" h="619">
                    <a:moveTo>
                      <a:pt x="685" y="517"/>
                    </a:moveTo>
                    <a:cubicBezTo>
                      <a:pt x="681" y="508"/>
                      <a:pt x="681" y="507"/>
                      <a:pt x="684" y="500"/>
                    </a:cubicBezTo>
                    <a:cubicBezTo>
                      <a:pt x="687" y="494"/>
                      <a:pt x="684" y="499"/>
                      <a:pt x="690" y="482"/>
                    </a:cubicBezTo>
                    <a:cubicBezTo>
                      <a:pt x="696" y="465"/>
                      <a:pt x="708" y="460"/>
                      <a:pt x="699" y="451"/>
                    </a:cubicBezTo>
                    <a:cubicBezTo>
                      <a:pt x="691" y="442"/>
                      <a:pt x="689" y="448"/>
                      <a:pt x="690" y="433"/>
                    </a:cubicBezTo>
                    <a:cubicBezTo>
                      <a:pt x="691" y="418"/>
                      <a:pt x="694" y="410"/>
                      <a:pt x="689" y="402"/>
                    </a:cubicBezTo>
                    <a:cubicBezTo>
                      <a:pt x="683" y="393"/>
                      <a:pt x="685" y="392"/>
                      <a:pt x="682" y="387"/>
                    </a:cubicBezTo>
                    <a:cubicBezTo>
                      <a:pt x="678" y="381"/>
                      <a:pt x="673" y="388"/>
                      <a:pt x="674" y="378"/>
                    </a:cubicBezTo>
                    <a:cubicBezTo>
                      <a:pt x="675" y="369"/>
                      <a:pt x="677" y="366"/>
                      <a:pt x="676" y="358"/>
                    </a:cubicBezTo>
                    <a:cubicBezTo>
                      <a:pt x="675" y="350"/>
                      <a:pt x="673" y="353"/>
                      <a:pt x="675" y="346"/>
                    </a:cubicBezTo>
                    <a:cubicBezTo>
                      <a:pt x="676" y="340"/>
                      <a:pt x="675" y="342"/>
                      <a:pt x="669" y="338"/>
                    </a:cubicBezTo>
                    <a:cubicBezTo>
                      <a:pt x="663" y="334"/>
                      <a:pt x="657" y="339"/>
                      <a:pt x="653" y="315"/>
                    </a:cubicBezTo>
                    <a:cubicBezTo>
                      <a:pt x="649" y="292"/>
                      <a:pt x="644" y="298"/>
                      <a:pt x="638" y="280"/>
                    </a:cubicBezTo>
                    <a:cubicBezTo>
                      <a:pt x="631" y="262"/>
                      <a:pt x="629" y="246"/>
                      <a:pt x="621" y="230"/>
                    </a:cubicBezTo>
                    <a:cubicBezTo>
                      <a:pt x="612" y="215"/>
                      <a:pt x="610" y="200"/>
                      <a:pt x="606" y="187"/>
                    </a:cubicBezTo>
                    <a:cubicBezTo>
                      <a:pt x="603" y="175"/>
                      <a:pt x="598" y="134"/>
                      <a:pt x="584" y="113"/>
                    </a:cubicBezTo>
                    <a:cubicBezTo>
                      <a:pt x="570" y="92"/>
                      <a:pt x="535" y="20"/>
                      <a:pt x="494" y="10"/>
                    </a:cubicBezTo>
                    <a:cubicBezTo>
                      <a:pt x="453" y="0"/>
                      <a:pt x="420" y="16"/>
                      <a:pt x="401" y="19"/>
                    </a:cubicBezTo>
                    <a:cubicBezTo>
                      <a:pt x="401" y="19"/>
                      <a:pt x="415" y="48"/>
                      <a:pt x="403" y="77"/>
                    </a:cubicBezTo>
                    <a:cubicBezTo>
                      <a:pt x="391" y="105"/>
                      <a:pt x="364" y="147"/>
                      <a:pt x="321" y="148"/>
                    </a:cubicBezTo>
                    <a:cubicBezTo>
                      <a:pt x="279" y="150"/>
                      <a:pt x="211" y="133"/>
                      <a:pt x="188" y="57"/>
                    </a:cubicBezTo>
                    <a:cubicBezTo>
                      <a:pt x="188" y="57"/>
                      <a:pt x="158" y="51"/>
                      <a:pt x="127" y="35"/>
                    </a:cubicBezTo>
                    <a:cubicBezTo>
                      <a:pt x="120" y="32"/>
                      <a:pt x="115" y="31"/>
                      <a:pt x="110" y="33"/>
                    </a:cubicBezTo>
                    <a:cubicBezTo>
                      <a:pt x="104" y="35"/>
                      <a:pt x="92" y="37"/>
                      <a:pt x="86" y="40"/>
                    </a:cubicBezTo>
                    <a:cubicBezTo>
                      <a:pt x="79" y="44"/>
                      <a:pt x="62" y="48"/>
                      <a:pt x="48" y="75"/>
                    </a:cubicBezTo>
                    <a:cubicBezTo>
                      <a:pt x="33" y="102"/>
                      <a:pt x="39" y="96"/>
                      <a:pt x="34" y="122"/>
                    </a:cubicBezTo>
                    <a:cubicBezTo>
                      <a:pt x="29" y="148"/>
                      <a:pt x="25" y="159"/>
                      <a:pt x="22" y="167"/>
                    </a:cubicBezTo>
                    <a:cubicBezTo>
                      <a:pt x="19" y="176"/>
                      <a:pt x="17" y="178"/>
                      <a:pt x="21" y="185"/>
                    </a:cubicBezTo>
                    <a:cubicBezTo>
                      <a:pt x="25" y="192"/>
                      <a:pt x="25" y="195"/>
                      <a:pt x="24" y="200"/>
                    </a:cubicBezTo>
                    <a:cubicBezTo>
                      <a:pt x="23" y="206"/>
                      <a:pt x="20" y="210"/>
                      <a:pt x="20" y="216"/>
                    </a:cubicBezTo>
                    <a:cubicBezTo>
                      <a:pt x="21" y="221"/>
                      <a:pt x="26" y="224"/>
                      <a:pt x="21" y="230"/>
                    </a:cubicBezTo>
                    <a:cubicBezTo>
                      <a:pt x="16" y="235"/>
                      <a:pt x="9" y="238"/>
                      <a:pt x="13" y="245"/>
                    </a:cubicBezTo>
                    <a:cubicBezTo>
                      <a:pt x="16" y="251"/>
                      <a:pt x="15" y="258"/>
                      <a:pt x="19" y="262"/>
                    </a:cubicBezTo>
                    <a:cubicBezTo>
                      <a:pt x="24" y="266"/>
                      <a:pt x="26" y="267"/>
                      <a:pt x="23" y="271"/>
                    </a:cubicBezTo>
                    <a:cubicBezTo>
                      <a:pt x="20" y="275"/>
                      <a:pt x="10" y="276"/>
                      <a:pt x="15" y="288"/>
                    </a:cubicBezTo>
                    <a:cubicBezTo>
                      <a:pt x="19" y="299"/>
                      <a:pt x="20" y="299"/>
                      <a:pt x="18" y="309"/>
                    </a:cubicBezTo>
                    <a:cubicBezTo>
                      <a:pt x="15" y="319"/>
                      <a:pt x="13" y="321"/>
                      <a:pt x="14" y="335"/>
                    </a:cubicBezTo>
                    <a:cubicBezTo>
                      <a:pt x="14" y="350"/>
                      <a:pt x="15" y="358"/>
                      <a:pt x="11" y="366"/>
                    </a:cubicBezTo>
                    <a:cubicBezTo>
                      <a:pt x="6" y="374"/>
                      <a:pt x="1" y="374"/>
                      <a:pt x="2" y="394"/>
                    </a:cubicBezTo>
                    <a:cubicBezTo>
                      <a:pt x="4" y="414"/>
                      <a:pt x="9" y="420"/>
                      <a:pt x="6" y="428"/>
                    </a:cubicBezTo>
                    <a:cubicBezTo>
                      <a:pt x="2" y="436"/>
                      <a:pt x="2" y="432"/>
                      <a:pt x="3" y="444"/>
                    </a:cubicBezTo>
                    <a:cubicBezTo>
                      <a:pt x="4" y="457"/>
                      <a:pt x="0" y="495"/>
                      <a:pt x="8" y="496"/>
                    </a:cubicBezTo>
                    <a:cubicBezTo>
                      <a:pt x="16" y="498"/>
                      <a:pt x="25" y="501"/>
                      <a:pt x="31" y="510"/>
                    </a:cubicBezTo>
                    <a:cubicBezTo>
                      <a:pt x="37" y="519"/>
                      <a:pt x="38" y="527"/>
                      <a:pt x="53" y="527"/>
                    </a:cubicBezTo>
                    <a:cubicBezTo>
                      <a:pt x="67" y="527"/>
                      <a:pt x="73" y="531"/>
                      <a:pt x="82" y="532"/>
                    </a:cubicBezTo>
                    <a:cubicBezTo>
                      <a:pt x="92" y="532"/>
                      <a:pt x="91" y="530"/>
                      <a:pt x="102" y="538"/>
                    </a:cubicBezTo>
                    <a:cubicBezTo>
                      <a:pt x="113" y="545"/>
                      <a:pt x="120" y="554"/>
                      <a:pt x="135" y="560"/>
                    </a:cubicBezTo>
                    <a:cubicBezTo>
                      <a:pt x="150" y="566"/>
                      <a:pt x="164" y="571"/>
                      <a:pt x="172" y="577"/>
                    </a:cubicBezTo>
                    <a:cubicBezTo>
                      <a:pt x="180" y="584"/>
                      <a:pt x="181" y="588"/>
                      <a:pt x="192" y="596"/>
                    </a:cubicBezTo>
                    <a:cubicBezTo>
                      <a:pt x="202" y="604"/>
                      <a:pt x="208" y="607"/>
                      <a:pt x="214" y="611"/>
                    </a:cubicBezTo>
                    <a:cubicBezTo>
                      <a:pt x="220" y="614"/>
                      <a:pt x="228" y="619"/>
                      <a:pt x="234" y="612"/>
                    </a:cubicBezTo>
                    <a:cubicBezTo>
                      <a:pt x="240" y="605"/>
                      <a:pt x="241" y="613"/>
                      <a:pt x="248" y="603"/>
                    </a:cubicBezTo>
                    <a:cubicBezTo>
                      <a:pt x="254" y="593"/>
                      <a:pt x="258" y="594"/>
                      <a:pt x="260" y="590"/>
                    </a:cubicBezTo>
                    <a:cubicBezTo>
                      <a:pt x="262" y="587"/>
                      <a:pt x="269" y="582"/>
                      <a:pt x="275" y="573"/>
                    </a:cubicBezTo>
                    <a:cubicBezTo>
                      <a:pt x="282" y="564"/>
                      <a:pt x="332" y="567"/>
                      <a:pt x="357" y="555"/>
                    </a:cubicBezTo>
                    <a:cubicBezTo>
                      <a:pt x="383" y="543"/>
                      <a:pt x="421" y="528"/>
                      <a:pt x="439" y="528"/>
                    </a:cubicBezTo>
                    <a:cubicBezTo>
                      <a:pt x="458" y="528"/>
                      <a:pt x="486" y="525"/>
                      <a:pt x="508" y="535"/>
                    </a:cubicBezTo>
                    <a:cubicBezTo>
                      <a:pt x="530" y="544"/>
                      <a:pt x="561" y="550"/>
                      <a:pt x="571" y="550"/>
                    </a:cubicBezTo>
                    <a:cubicBezTo>
                      <a:pt x="582" y="550"/>
                      <a:pt x="583" y="545"/>
                      <a:pt x="609" y="543"/>
                    </a:cubicBezTo>
                    <a:cubicBezTo>
                      <a:pt x="636" y="540"/>
                      <a:pt x="675" y="564"/>
                      <a:pt x="681" y="564"/>
                    </a:cubicBezTo>
                    <a:cubicBezTo>
                      <a:pt x="686" y="564"/>
                      <a:pt x="694" y="564"/>
                      <a:pt x="691" y="552"/>
                    </a:cubicBezTo>
                    <a:cubicBezTo>
                      <a:pt x="689" y="540"/>
                      <a:pt x="689" y="526"/>
                      <a:pt x="685" y="517"/>
                    </a:cubicBezTo>
                    <a:close/>
                    <a:moveTo>
                      <a:pt x="167" y="456"/>
                    </a:moveTo>
                    <a:cubicBezTo>
                      <a:pt x="167" y="456"/>
                      <a:pt x="159" y="456"/>
                      <a:pt x="155" y="456"/>
                    </a:cubicBezTo>
                    <a:cubicBezTo>
                      <a:pt x="150" y="456"/>
                      <a:pt x="153" y="447"/>
                      <a:pt x="152" y="445"/>
                    </a:cubicBezTo>
                    <a:cubicBezTo>
                      <a:pt x="150" y="443"/>
                      <a:pt x="143" y="440"/>
                      <a:pt x="136" y="439"/>
                    </a:cubicBezTo>
                    <a:cubicBezTo>
                      <a:pt x="129" y="438"/>
                      <a:pt x="130" y="432"/>
                      <a:pt x="123" y="426"/>
                    </a:cubicBezTo>
                    <a:cubicBezTo>
                      <a:pt x="115" y="421"/>
                      <a:pt x="121" y="423"/>
                      <a:pt x="122" y="416"/>
                    </a:cubicBezTo>
                    <a:cubicBezTo>
                      <a:pt x="122" y="409"/>
                      <a:pt x="122" y="411"/>
                      <a:pt x="123" y="406"/>
                    </a:cubicBezTo>
                    <a:cubicBezTo>
                      <a:pt x="125" y="402"/>
                      <a:pt x="124" y="398"/>
                      <a:pt x="122" y="388"/>
                    </a:cubicBezTo>
                    <a:cubicBezTo>
                      <a:pt x="121" y="377"/>
                      <a:pt x="120" y="365"/>
                      <a:pt x="119" y="354"/>
                    </a:cubicBezTo>
                    <a:cubicBezTo>
                      <a:pt x="118" y="343"/>
                      <a:pt x="118" y="341"/>
                      <a:pt x="122" y="331"/>
                    </a:cubicBezTo>
                    <a:cubicBezTo>
                      <a:pt x="126" y="322"/>
                      <a:pt x="124" y="309"/>
                      <a:pt x="124" y="309"/>
                    </a:cubicBezTo>
                    <a:cubicBezTo>
                      <a:pt x="124" y="309"/>
                      <a:pt x="130" y="312"/>
                      <a:pt x="135" y="315"/>
                    </a:cubicBezTo>
                    <a:cubicBezTo>
                      <a:pt x="141" y="318"/>
                      <a:pt x="140" y="326"/>
                      <a:pt x="143" y="339"/>
                    </a:cubicBezTo>
                    <a:cubicBezTo>
                      <a:pt x="146" y="352"/>
                      <a:pt x="147" y="350"/>
                      <a:pt x="150" y="363"/>
                    </a:cubicBezTo>
                    <a:cubicBezTo>
                      <a:pt x="153" y="376"/>
                      <a:pt x="152" y="390"/>
                      <a:pt x="155" y="408"/>
                    </a:cubicBezTo>
                    <a:cubicBezTo>
                      <a:pt x="157" y="427"/>
                      <a:pt x="155" y="425"/>
                      <a:pt x="163" y="435"/>
                    </a:cubicBezTo>
                    <a:cubicBezTo>
                      <a:pt x="171" y="445"/>
                      <a:pt x="167" y="456"/>
                      <a:pt x="167" y="456"/>
                    </a:cubicBezTo>
                    <a:close/>
                    <a:moveTo>
                      <a:pt x="571" y="385"/>
                    </a:moveTo>
                    <a:cubicBezTo>
                      <a:pt x="569" y="381"/>
                      <a:pt x="559" y="369"/>
                      <a:pt x="555" y="364"/>
                    </a:cubicBezTo>
                    <a:cubicBezTo>
                      <a:pt x="551" y="359"/>
                      <a:pt x="552" y="356"/>
                      <a:pt x="555" y="357"/>
                    </a:cubicBezTo>
                    <a:cubicBezTo>
                      <a:pt x="558" y="358"/>
                      <a:pt x="559" y="352"/>
                      <a:pt x="559" y="352"/>
                    </a:cubicBezTo>
                    <a:cubicBezTo>
                      <a:pt x="559" y="352"/>
                      <a:pt x="567" y="366"/>
                      <a:pt x="573" y="374"/>
                    </a:cubicBezTo>
                    <a:cubicBezTo>
                      <a:pt x="578" y="381"/>
                      <a:pt x="573" y="389"/>
                      <a:pt x="571" y="385"/>
                    </a:cubicBezTo>
                    <a:close/>
                  </a:path>
                </a:pathLst>
              </a:custGeom>
              <a:solidFill>
                <a:srgbClr val="871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7695" name="Freeform 111">
                <a:extLst>
                  <a:ext uri="{FF2B5EF4-FFF2-40B4-BE49-F238E27FC236}">
                    <a16:creationId xmlns:a16="http://schemas.microsoft.com/office/drawing/2014/main" id="{F2919172-81DA-4CD4-B259-209704DBAA6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096" y="1378"/>
                <a:ext cx="981" cy="855"/>
              </a:xfrm>
              <a:custGeom>
                <a:avLst/>
                <a:gdLst>
                  <a:gd name="T0" fmla="*/ 1891 w 704"/>
                  <a:gd name="T1" fmla="*/ 1257 h 613"/>
                  <a:gd name="T2" fmla="*/ 1856 w 704"/>
                  <a:gd name="T3" fmla="*/ 1053 h 613"/>
                  <a:gd name="T4" fmla="*/ 1830 w 704"/>
                  <a:gd name="T5" fmla="*/ 1024 h 613"/>
                  <a:gd name="T6" fmla="*/ 1835 w 704"/>
                  <a:gd name="T7" fmla="*/ 957 h 613"/>
                  <a:gd name="T8" fmla="*/ 1786 w 704"/>
                  <a:gd name="T9" fmla="*/ 886 h 613"/>
                  <a:gd name="T10" fmla="*/ 1491 w 704"/>
                  <a:gd name="T11" fmla="*/ 138 h 613"/>
                  <a:gd name="T12" fmla="*/ 1006 w 704"/>
                  <a:gd name="T13" fmla="*/ 315 h 613"/>
                  <a:gd name="T14" fmla="*/ 295 w 704"/>
                  <a:gd name="T15" fmla="*/ 70 h 613"/>
                  <a:gd name="T16" fmla="*/ 50 w 704"/>
                  <a:gd name="T17" fmla="*/ 490 h 613"/>
                  <a:gd name="T18" fmla="*/ 35 w 704"/>
                  <a:gd name="T19" fmla="*/ 621 h 613"/>
                  <a:gd name="T20" fmla="*/ 60 w 704"/>
                  <a:gd name="T21" fmla="*/ 714 h 613"/>
                  <a:gd name="T22" fmla="*/ 33 w 704"/>
                  <a:gd name="T23" fmla="*/ 886 h 613"/>
                  <a:gd name="T24" fmla="*/ 1 w 704"/>
                  <a:gd name="T25" fmla="*/ 1159 h 613"/>
                  <a:gd name="T26" fmla="*/ 78 w 704"/>
                  <a:gd name="T27" fmla="*/ 1374 h 613"/>
                  <a:gd name="T28" fmla="*/ 315 w 704"/>
                  <a:gd name="T29" fmla="*/ 1483 h 613"/>
                  <a:gd name="T30" fmla="*/ 648 w 704"/>
                  <a:gd name="T31" fmla="*/ 1644 h 613"/>
                  <a:gd name="T32" fmla="*/ 885 w 704"/>
                  <a:gd name="T33" fmla="*/ 1519 h 613"/>
                  <a:gd name="T34" fmla="*/ 1648 w 704"/>
                  <a:gd name="T35" fmla="*/ 1465 h 613"/>
                  <a:gd name="T36" fmla="*/ 1876 w 704"/>
                  <a:gd name="T37" fmla="*/ 1483 h 613"/>
                  <a:gd name="T38" fmla="*/ 1849 w 704"/>
                  <a:gd name="T39" fmla="*/ 1512 h 613"/>
                  <a:gd name="T40" fmla="*/ 1377 w 704"/>
                  <a:gd name="T41" fmla="*/ 1432 h 613"/>
                  <a:gd name="T42" fmla="*/ 700 w 704"/>
                  <a:gd name="T43" fmla="*/ 1586 h 613"/>
                  <a:gd name="T44" fmla="*/ 582 w 704"/>
                  <a:gd name="T45" fmla="*/ 1637 h 613"/>
                  <a:gd name="T46" fmla="*/ 222 w 704"/>
                  <a:gd name="T47" fmla="*/ 1424 h 613"/>
                  <a:gd name="T48" fmla="*/ 14 w 704"/>
                  <a:gd name="T49" fmla="*/ 1257 h 613"/>
                  <a:gd name="T50" fmla="*/ 20 w 704"/>
                  <a:gd name="T51" fmla="*/ 1004 h 613"/>
                  <a:gd name="T52" fmla="*/ 43 w 704"/>
                  <a:gd name="T53" fmla="*/ 755 h 613"/>
                  <a:gd name="T54" fmla="*/ 50 w 704"/>
                  <a:gd name="T55" fmla="*/ 686 h 613"/>
                  <a:gd name="T56" fmla="*/ 64 w 704"/>
                  <a:gd name="T57" fmla="*/ 551 h 613"/>
                  <a:gd name="T58" fmla="*/ 137 w 704"/>
                  <a:gd name="T59" fmla="*/ 192 h 613"/>
                  <a:gd name="T60" fmla="*/ 658 w 704"/>
                  <a:gd name="T61" fmla="*/ 345 h 613"/>
                  <a:gd name="T62" fmla="*/ 1336 w 704"/>
                  <a:gd name="T63" fmla="*/ 20 h 613"/>
                  <a:gd name="T64" fmla="*/ 1753 w 704"/>
                  <a:gd name="T65" fmla="*/ 809 h 613"/>
                  <a:gd name="T66" fmla="*/ 1821 w 704"/>
                  <a:gd name="T67" fmla="*/ 915 h 613"/>
                  <a:gd name="T68" fmla="*/ 1821 w 704"/>
                  <a:gd name="T69" fmla="*/ 915 h 613"/>
                  <a:gd name="T70" fmla="*/ 1817 w 704"/>
                  <a:gd name="T71" fmla="*/ 1011 h 613"/>
                  <a:gd name="T72" fmla="*/ 1862 w 704"/>
                  <a:gd name="T73" fmla="*/ 1162 h 613"/>
                  <a:gd name="T74" fmla="*/ 1849 w 704"/>
                  <a:gd name="T75" fmla="*/ 1332 h 613"/>
                  <a:gd name="T76" fmla="*/ 418 w 704"/>
                  <a:gd name="T77" fmla="*/ 1216 h 613"/>
                  <a:gd name="T78" fmla="*/ 327 w 704"/>
                  <a:gd name="T79" fmla="*/ 1133 h 613"/>
                  <a:gd name="T80" fmla="*/ 325 w 704"/>
                  <a:gd name="T81" fmla="*/ 1133 h 613"/>
                  <a:gd name="T82" fmla="*/ 327 w 704"/>
                  <a:gd name="T83" fmla="*/ 1134 h 613"/>
                  <a:gd name="T84" fmla="*/ 332 w 704"/>
                  <a:gd name="T85" fmla="*/ 887 h 613"/>
                  <a:gd name="T86" fmla="*/ 392 w 704"/>
                  <a:gd name="T87" fmla="*/ 941 h 613"/>
                  <a:gd name="T88" fmla="*/ 446 w 704"/>
                  <a:gd name="T89" fmla="*/ 1222 h 613"/>
                  <a:gd name="T90" fmla="*/ 411 w 704"/>
                  <a:gd name="T91" fmla="*/ 969 h 613"/>
                  <a:gd name="T92" fmla="*/ 330 w 704"/>
                  <a:gd name="T93" fmla="*/ 847 h 613"/>
                  <a:gd name="T94" fmla="*/ 319 w 704"/>
                  <a:gd name="T95" fmla="*/ 1127 h 613"/>
                  <a:gd name="T96" fmla="*/ 405 w 704"/>
                  <a:gd name="T97" fmla="*/ 1197 h 613"/>
                  <a:gd name="T98" fmla="*/ 405 w 704"/>
                  <a:gd name="T99" fmla="*/ 1198 h 613"/>
                  <a:gd name="T100" fmla="*/ 1550 w 704"/>
                  <a:gd name="T101" fmla="*/ 1029 h 613"/>
                  <a:gd name="T102" fmla="*/ 1499 w 704"/>
                  <a:gd name="T103" fmla="*/ 961 h 613"/>
                  <a:gd name="T104" fmla="*/ 1499 w 704"/>
                  <a:gd name="T105" fmla="*/ 961 h 613"/>
                  <a:gd name="T106" fmla="*/ 1520 w 704"/>
                  <a:gd name="T107" fmla="*/ 967 h 613"/>
                  <a:gd name="T108" fmla="*/ 1548 w 704"/>
                  <a:gd name="T109" fmla="*/ 1029 h 613"/>
                  <a:gd name="T110" fmla="*/ 1550 w 704"/>
                  <a:gd name="T111" fmla="*/ 1029 h 613"/>
                  <a:gd name="T112" fmla="*/ 1531 w 704"/>
                  <a:gd name="T113" fmla="*/ 961 h 613"/>
                  <a:gd name="T114" fmla="*/ 1505 w 704"/>
                  <a:gd name="T115" fmla="*/ 950 h 613"/>
                  <a:gd name="T116" fmla="*/ 1505 w 704"/>
                  <a:gd name="T117" fmla="*/ 950 h 613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0" t="0" r="r" b="b"/>
                <a:pathLst>
                  <a:path w="704" h="613">
                    <a:moveTo>
                      <a:pt x="685" y="512"/>
                    </a:moveTo>
                    <a:cubicBezTo>
                      <a:pt x="687" y="511"/>
                      <a:pt x="687" y="511"/>
                      <a:pt x="687" y="511"/>
                    </a:cubicBezTo>
                    <a:cubicBezTo>
                      <a:pt x="685" y="509"/>
                      <a:pt x="685" y="507"/>
                      <a:pt x="684" y="505"/>
                    </a:cubicBezTo>
                    <a:cubicBezTo>
                      <a:pt x="684" y="504"/>
                      <a:pt x="683" y="503"/>
                      <a:pt x="683" y="502"/>
                    </a:cubicBezTo>
                    <a:cubicBezTo>
                      <a:pt x="683" y="501"/>
                      <a:pt x="684" y="499"/>
                      <a:pt x="686" y="496"/>
                    </a:cubicBezTo>
                    <a:cubicBezTo>
                      <a:pt x="686" y="494"/>
                      <a:pt x="687" y="493"/>
                      <a:pt x="687" y="493"/>
                    </a:cubicBezTo>
                    <a:cubicBezTo>
                      <a:pt x="687" y="492"/>
                      <a:pt x="688" y="491"/>
                      <a:pt x="688" y="491"/>
                    </a:cubicBezTo>
                    <a:cubicBezTo>
                      <a:pt x="688" y="490"/>
                      <a:pt x="688" y="489"/>
                      <a:pt x="689" y="487"/>
                    </a:cubicBezTo>
                    <a:cubicBezTo>
                      <a:pt x="689" y="485"/>
                      <a:pt x="690" y="482"/>
                      <a:pt x="692" y="478"/>
                    </a:cubicBezTo>
                    <a:cubicBezTo>
                      <a:pt x="694" y="471"/>
                      <a:pt x="697" y="467"/>
                      <a:pt x="699" y="463"/>
                    </a:cubicBezTo>
                    <a:cubicBezTo>
                      <a:pt x="701" y="461"/>
                      <a:pt x="702" y="459"/>
                      <a:pt x="703" y="458"/>
                    </a:cubicBezTo>
                    <a:cubicBezTo>
                      <a:pt x="704" y="456"/>
                      <a:pt x="704" y="454"/>
                      <a:pt x="704" y="452"/>
                    </a:cubicBezTo>
                    <a:cubicBezTo>
                      <a:pt x="704" y="450"/>
                      <a:pt x="703" y="447"/>
                      <a:pt x="701" y="445"/>
                    </a:cubicBezTo>
                    <a:cubicBezTo>
                      <a:pt x="697" y="441"/>
                      <a:pt x="694" y="439"/>
                      <a:pt x="693" y="439"/>
                    </a:cubicBezTo>
                    <a:cubicBezTo>
                      <a:pt x="693" y="438"/>
                      <a:pt x="693" y="438"/>
                      <a:pt x="692" y="438"/>
                    </a:cubicBezTo>
                    <a:cubicBezTo>
                      <a:pt x="692" y="437"/>
                      <a:pt x="692" y="436"/>
                      <a:pt x="692" y="434"/>
                    </a:cubicBezTo>
                    <a:cubicBezTo>
                      <a:pt x="692" y="433"/>
                      <a:pt x="692" y="431"/>
                      <a:pt x="692" y="428"/>
                    </a:cubicBezTo>
                    <a:cubicBezTo>
                      <a:pt x="693" y="421"/>
                      <a:pt x="694" y="415"/>
                      <a:pt x="694" y="409"/>
                    </a:cubicBezTo>
                    <a:cubicBezTo>
                      <a:pt x="694" y="404"/>
                      <a:pt x="693" y="400"/>
                      <a:pt x="690" y="395"/>
                    </a:cubicBezTo>
                    <a:cubicBezTo>
                      <a:pt x="687" y="391"/>
                      <a:pt x="687" y="389"/>
                      <a:pt x="686" y="388"/>
                    </a:cubicBezTo>
                    <a:cubicBezTo>
                      <a:pt x="686" y="386"/>
                      <a:pt x="685" y="384"/>
                      <a:pt x="683" y="381"/>
                    </a:cubicBezTo>
                    <a:cubicBezTo>
                      <a:pt x="682" y="379"/>
                      <a:pt x="681" y="378"/>
                      <a:pt x="680" y="378"/>
                    </a:cubicBezTo>
                    <a:cubicBezTo>
                      <a:pt x="678" y="377"/>
                      <a:pt x="676" y="377"/>
                      <a:pt x="676" y="377"/>
                    </a:cubicBezTo>
                    <a:cubicBezTo>
                      <a:pt x="676" y="377"/>
                      <a:pt x="676" y="377"/>
                      <a:pt x="676" y="377"/>
                    </a:cubicBezTo>
                    <a:cubicBezTo>
                      <a:pt x="676" y="377"/>
                      <a:pt x="676" y="377"/>
                      <a:pt x="676" y="377"/>
                    </a:cubicBezTo>
                    <a:cubicBezTo>
                      <a:pt x="676" y="377"/>
                      <a:pt x="676" y="377"/>
                      <a:pt x="676" y="377"/>
                    </a:cubicBezTo>
                    <a:cubicBezTo>
                      <a:pt x="676" y="377"/>
                      <a:pt x="676" y="377"/>
                      <a:pt x="676" y="377"/>
                    </a:cubicBezTo>
                    <a:cubicBezTo>
                      <a:pt x="676" y="377"/>
                      <a:pt x="676" y="377"/>
                      <a:pt x="676" y="377"/>
                    </a:cubicBezTo>
                    <a:cubicBezTo>
                      <a:pt x="676" y="377"/>
                      <a:pt x="676" y="377"/>
                      <a:pt x="676" y="377"/>
                    </a:cubicBezTo>
                    <a:cubicBezTo>
                      <a:pt x="676" y="377"/>
                      <a:pt x="676" y="377"/>
                      <a:pt x="676" y="377"/>
                    </a:cubicBezTo>
                    <a:cubicBezTo>
                      <a:pt x="676" y="377"/>
                      <a:pt x="676" y="377"/>
                      <a:pt x="676" y="377"/>
                    </a:cubicBezTo>
                    <a:cubicBezTo>
                      <a:pt x="676" y="377"/>
                      <a:pt x="676" y="377"/>
                      <a:pt x="676" y="377"/>
                    </a:cubicBezTo>
                    <a:cubicBezTo>
                      <a:pt x="676" y="377"/>
                      <a:pt x="676" y="377"/>
                      <a:pt x="676" y="377"/>
                    </a:cubicBezTo>
                    <a:cubicBezTo>
                      <a:pt x="676" y="377"/>
                      <a:pt x="676" y="377"/>
                      <a:pt x="676" y="377"/>
                    </a:cubicBezTo>
                    <a:cubicBezTo>
                      <a:pt x="676" y="377"/>
                      <a:pt x="676" y="377"/>
                      <a:pt x="676" y="377"/>
                    </a:cubicBezTo>
                    <a:cubicBezTo>
                      <a:pt x="676" y="377"/>
                      <a:pt x="676" y="376"/>
                      <a:pt x="676" y="376"/>
                    </a:cubicBezTo>
                    <a:cubicBezTo>
                      <a:pt x="676" y="375"/>
                      <a:pt x="676" y="375"/>
                      <a:pt x="676" y="374"/>
                    </a:cubicBezTo>
                    <a:cubicBezTo>
                      <a:pt x="677" y="370"/>
                      <a:pt x="677" y="367"/>
                      <a:pt x="678" y="365"/>
                    </a:cubicBezTo>
                    <a:cubicBezTo>
                      <a:pt x="678" y="362"/>
                      <a:pt x="679" y="360"/>
                      <a:pt x="679" y="357"/>
                    </a:cubicBezTo>
                    <a:cubicBezTo>
                      <a:pt x="679" y="355"/>
                      <a:pt x="679" y="354"/>
                      <a:pt x="678" y="353"/>
                    </a:cubicBezTo>
                    <a:cubicBezTo>
                      <a:pt x="678" y="349"/>
                      <a:pt x="677" y="347"/>
                      <a:pt x="677" y="346"/>
                    </a:cubicBezTo>
                    <a:cubicBezTo>
                      <a:pt x="676" y="346"/>
                      <a:pt x="676" y="345"/>
                      <a:pt x="676" y="345"/>
                    </a:cubicBezTo>
                    <a:cubicBezTo>
                      <a:pt x="676" y="345"/>
                      <a:pt x="676" y="345"/>
                      <a:pt x="676" y="344"/>
                    </a:cubicBezTo>
                    <a:cubicBezTo>
                      <a:pt x="676" y="344"/>
                      <a:pt x="676" y="343"/>
                      <a:pt x="676" y="341"/>
                    </a:cubicBezTo>
                    <a:cubicBezTo>
                      <a:pt x="677" y="340"/>
                      <a:pt x="677" y="338"/>
                      <a:pt x="677" y="337"/>
                    </a:cubicBezTo>
                    <a:cubicBezTo>
                      <a:pt x="677" y="337"/>
                      <a:pt x="677" y="336"/>
                      <a:pt x="676" y="335"/>
                    </a:cubicBezTo>
                    <a:cubicBezTo>
                      <a:pt x="676" y="334"/>
                      <a:pt x="675" y="334"/>
                      <a:pt x="674" y="333"/>
                    </a:cubicBezTo>
                    <a:cubicBezTo>
                      <a:pt x="673" y="333"/>
                      <a:pt x="672" y="332"/>
                      <a:pt x="670" y="331"/>
                    </a:cubicBezTo>
                    <a:cubicBezTo>
                      <a:pt x="669" y="330"/>
                      <a:pt x="667" y="330"/>
                      <a:pt x="665" y="329"/>
                    </a:cubicBezTo>
                    <a:cubicBezTo>
                      <a:pt x="663" y="329"/>
                      <a:pt x="662" y="328"/>
                      <a:pt x="660" y="326"/>
                    </a:cubicBezTo>
                    <a:cubicBezTo>
                      <a:pt x="658" y="323"/>
                      <a:pt x="656" y="319"/>
                      <a:pt x="655" y="310"/>
                    </a:cubicBezTo>
                    <a:cubicBezTo>
                      <a:pt x="654" y="304"/>
                      <a:pt x="653" y="300"/>
                      <a:pt x="652" y="297"/>
                    </a:cubicBezTo>
                    <a:cubicBezTo>
                      <a:pt x="650" y="292"/>
                      <a:pt x="648" y="289"/>
                      <a:pt x="646" y="287"/>
                    </a:cubicBezTo>
                    <a:cubicBezTo>
                      <a:pt x="644" y="284"/>
                      <a:pt x="642" y="281"/>
                      <a:pt x="640" y="274"/>
                    </a:cubicBezTo>
                    <a:cubicBezTo>
                      <a:pt x="633" y="256"/>
                      <a:pt x="631" y="240"/>
                      <a:pt x="623" y="224"/>
                    </a:cubicBezTo>
                    <a:cubicBezTo>
                      <a:pt x="614" y="209"/>
                      <a:pt x="612" y="194"/>
                      <a:pt x="608" y="182"/>
                    </a:cubicBezTo>
                    <a:cubicBezTo>
                      <a:pt x="607" y="179"/>
                      <a:pt x="606" y="174"/>
                      <a:pt x="605" y="168"/>
                    </a:cubicBezTo>
                    <a:cubicBezTo>
                      <a:pt x="603" y="159"/>
                      <a:pt x="601" y="148"/>
                      <a:pt x="598" y="137"/>
                    </a:cubicBezTo>
                    <a:cubicBezTo>
                      <a:pt x="595" y="126"/>
                      <a:pt x="591" y="115"/>
                      <a:pt x="586" y="107"/>
                    </a:cubicBezTo>
                    <a:cubicBezTo>
                      <a:pt x="579" y="97"/>
                      <a:pt x="567" y="73"/>
                      <a:pt x="551" y="51"/>
                    </a:cubicBezTo>
                    <a:cubicBezTo>
                      <a:pt x="543" y="40"/>
                      <a:pt x="535" y="30"/>
                      <a:pt x="525" y="21"/>
                    </a:cubicBezTo>
                    <a:cubicBezTo>
                      <a:pt x="516" y="12"/>
                      <a:pt x="506" y="6"/>
                      <a:pt x="495" y="3"/>
                    </a:cubicBezTo>
                    <a:cubicBezTo>
                      <a:pt x="485" y="1"/>
                      <a:pt x="475" y="0"/>
                      <a:pt x="467" y="0"/>
                    </a:cubicBezTo>
                    <a:cubicBezTo>
                      <a:pt x="438" y="0"/>
                      <a:pt x="415" y="10"/>
                      <a:pt x="401" y="12"/>
                    </a:cubicBezTo>
                    <a:cubicBezTo>
                      <a:pt x="398" y="13"/>
                      <a:pt x="398" y="13"/>
                      <a:pt x="398" y="13"/>
                    </a:cubicBezTo>
                    <a:cubicBezTo>
                      <a:pt x="399" y="15"/>
                      <a:pt x="399" y="15"/>
                      <a:pt x="399" y="15"/>
                    </a:cubicBezTo>
                    <a:cubicBezTo>
                      <a:pt x="399" y="15"/>
                      <a:pt x="399" y="15"/>
                      <a:pt x="399" y="15"/>
                    </a:cubicBezTo>
                    <a:cubicBezTo>
                      <a:pt x="400" y="17"/>
                      <a:pt x="406" y="30"/>
                      <a:pt x="406" y="47"/>
                    </a:cubicBezTo>
                    <a:cubicBezTo>
                      <a:pt x="406" y="54"/>
                      <a:pt x="404" y="63"/>
                      <a:pt x="401" y="71"/>
                    </a:cubicBezTo>
                    <a:cubicBezTo>
                      <a:pt x="395" y="85"/>
                      <a:pt x="386" y="102"/>
                      <a:pt x="372" y="116"/>
                    </a:cubicBezTo>
                    <a:cubicBezTo>
                      <a:pt x="359" y="130"/>
                      <a:pt x="342" y="141"/>
                      <a:pt x="321" y="141"/>
                    </a:cubicBezTo>
                    <a:cubicBezTo>
                      <a:pt x="320" y="141"/>
                      <a:pt x="318" y="141"/>
                      <a:pt x="316" y="141"/>
                    </a:cubicBezTo>
                    <a:cubicBezTo>
                      <a:pt x="295" y="141"/>
                      <a:pt x="269" y="137"/>
                      <a:pt x="245" y="123"/>
                    </a:cubicBezTo>
                    <a:cubicBezTo>
                      <a:pt x="222" y="110"/>
                      <a:pt x="200" y="87"/>
                      <a:pt x="189" y="51"/>
                    </a:cubicBezTo>
                    <a:cubicBezTo>
                      <a:pt x="189" y="50"/>
                      <a:pt x="189" y="50"/>
                      <a:pt x="189" y="50"/>
                    </a:cubicBezTo>
                    <a:cubicBezTo>
                      <a:pt x="188" y="50"/>
                      <a:pt x="188" y="50"/>
                      <a:pt x="188" y="50"/>
                    </a:cubicBezTo>
                    <a:cubicBezTo>
                      <a:pt x="188" y="50"/>
                      <a:pt x="187" y="49"/>
                      <a:pt x="187" y="49"/>
                    </a:cubicBezTo>
                    <a:cubicBezTo>
                      <a:pt x="181" y="48"/>
                      <a:pt x="155" y="42"/>
                      <a:pt x="128" y="28"/>
                    </a:cubicBezTo>
                    <a:cubicBezTo>
                      <a:pt x="123" y="26"/>
                      <a:pt x="119" y="25"/>
                      <a:pt x="115" y="25"/>
                    </a:cubicBezTo>
                    <a:cubicBezTo>
                      <a:pt x="113" y="25"/>
                      <a:pt x="111" y="25"/>
                      <a:pt x="109" y="26"/>
                    </a:cubicBezTo>
                    <a:cubicBezTo>
                      <a:pt x="107" y="27"/>
                      <a:pt x="102" y="28"/>
                      <a:pt x="98" y="29"/>
                    </a:cubicBezTo>
                    <a:cubicBezTo>
                      <a:pt x="93" y="30"/>
                      <a:pt x="88" y="31"/>
                      <a:pt x="85" y="33"/>
                    </a:cubicBezTo>
                    <a:cubicBezTo>
                      <a:pt x="82" y="35"/>
                      <a:pt x="75" y="37"/>
                      <a:pt x="68" y="42"/>
                    </a:cubicBezTo>
                    <a:cubicBezTo>
                      <a:pt x="61" y="47"/>
                      <a:pt x="53" y="56"/>
                      <a:pt x="46" y="69"/>
                    </a:cubicBezTo>
                    <a:cubicBezTo>
                      <a:pt x="39" y="83"/>
                      <a:pt x="36" y="88"/>
                      <a:pt x="35" y="94"/>
                    </a:cubicBezTo>
                    <a:cubicBezTo>
                      <a:pt x="34" y="99"/>
                      <a:pt x="34" y="104"/>
                      <a:pt x="32" y="117"/>
                    </a:cubicBezTo>
                    <a:cubicBezTo>
                      <a:pt x="27" y="143"/>
                      <a:pt x="23" y="154"/>
                      <a:pt x="20" y="162"/>
                    </a:cubicBezTo>
                    <a:cubicBezTo>
                      <a:pt x="19" y="164"/>
                      <a:pt x="19" y="166"/>
                      <a:pt x="18" y="168"/>
                    </a:cubicBezTo>
                    <a:cubicBezTo>
                      <a:pt x="17" y="170"/>
                      <a:pt x="17" y="172"/>
                      <a:pt x="17" y="174"/>
                    </a:cubicBezTo>
                    <a:cubicBezTo>
                      <a:pt x="17" y="176"/>
                      <a:pt x="18" y="178"/>
                      <a:pt x="19" y="181"/>
                    </a:cubicBezTo>
                    <a:cubicBezTo>
                      <a:pt x="20" y="184"/>
                      <a:pt x="21" y="186"/>
                      <a:pt x="22" y="187"/>
                    </a:cubicBezTo>
                    <a:cubicBezTo>
                      <a:pt x="22" y="189"/>
                      <a:pt x="23" y="190"/>
                      <a:pt x="23" y="192"/>
                    </a:cubicBezTo>
                    <a:cubicBezTo>
                      <a:pt x="23" y="193"/>
                      <a:pt x="23" y="194"/>
                      <a:pt x="22" y="195"/>
                    </a:cubicBezTo>
                    <a:cubicBezTo>
                      <a:pt x="22" y="197"/>
                      <a:pt x="21" y="200"/>
                      <a:pt x="20" y="202"/>
                    </a:cubicBezTo>
                    <a:cubicBezTo>
                      <a:pt x="19" y="204"/>
                      <a:pt x="18" y="207"/>
                      <a:pt x="18" y="210"/>
                    </a:cubicBezTo>
                    <a:cubicBezTo>
                      <a:pt x="18" y="210"/>
                      <a:pt x="18" y="210"/>
                      <a:pt x="18" y="211"/>
                    </a:cubicBezTo>
                    <a:cubicBezTo>
                      <a:pt x="18" y="213"/>
                      <a:pt x="19" y="215"/>
                      <a:pt x="20" y="216"/>
                    </a:cubicBezTo>
                    <a:cubicBezTo>
                      <a:pt x="20" y="218"/>
                      <a:pt x="21" y="219"/>
                      <a:pt x="21" y="220"/>
                    </a:cubicBezTo>
                    <a:cubicBezTo>
                      <a:pt x="21" y="221"/>
                      <a:pt x="20" y="222"/>
                      <a:pt x="19" y="223"/>
                    </a:cubicBezTo>
                    <a:cubicBezTo>
                      <a:pt x="17" y="225"/>
                      <a:pt x="15" y="227"/>
                      <a:pt x="13" y="229"/>
                    </a:cubicBezTo>
                    <a:cubicBezTo>
                      <a:pt x="12" y="230"/>
                      <a:pt x="11" y="231"/>
                      <a:pt x="11" y="232"/>
                    </a:cubicBezTo>
                    <a:cubicBezTo>
                      <a:pt x="10" y="233"/>
                      <a:pt x="10" y="235"/>
                      <a:pt x="10" y="236"/>
                    </a:cubicBezTo>
                    <a:cubicBezTo>
                      <a:pt x="10" y="238"/>
                      <a:pt x="10" y="239"/>
                      <a:pt x="11" y="240"/>
                    </a:cubicBezTo>
                    <a:cubicBezTo>
                      <a:pt x="12" y="243"/>
                      <a:pt x="13" y="247"/>
                      <a:pt x="14" y="250"/>
                    </a:cubicBezTo>
                    <a:cubicBezTo>
                      <a:pt x="14" y="252"/>
                      <a:pt x="14" y="253"/>
                      <a:pt x="15" y="255"/>
                    </a:cubicBezTo>
                    <a:cubicBezTo>
                      <a:pt x="16" y="256"/>
                      <a:pt x="17" y="258"/>
                      <a:pt x="18" y="259"/>
                    </a:cubicBezTo>
                    <a:cubicBezTo>
                      <a:pt x="18" y="259"/>
                      <a:pt x="18" y="259"/>
                      <a:pt x="18" y="259"/>
                    </a:cubicBezTo>
                    <a:cubicBezTo>
                      <a:pt x="20" y="260"/>
                      <a:pt x="21" y="261"/>
                      <a:pt x="22" y="262"/>
                    </a:cubicBezTo>
                    <a:cubicBezTo>
                      <a:pt x="22" y="263"/>
                      <a:pt x="22" y="263"/>
                      <a:pt x="22" y="263"/>
                    </a:cubicBezTo>
                    <a:cubicBezTo>
                      <a:pt x="22" y="263"/>
                      <a:pt x="22" y="263"/>
                      <a:pt x="22" y="263"/>
                    </a:cubicBezTo>
                    <a:cubicBezTo>
                      <a:pt x="22" y="263"/>
                      <a:pt x="22" y="264"/>
                      <a:pt x="21" y="265"/>
                    </a:cubicBezTo>
                    <a:cubicBezTo>
                      <a:pt x="21" y="265"/>
                      <a:pt x="20" y="266"/>
                      <a:pt x="19" y="267"/>
                    </a:cubicBezTo>
                    <a:cubicBezTo>
                      <a:pt x="18" y="268"/>
                      <a:pt x="16" y="269"/>
                      <a:pt x="15" y="270"/>
                    </a:cubicBezTo>
                    <a:cubicBezTo>
                      <a:pt x="13" y="272"/>
                      <a:pt x="12" y="274"/>
                      <a:pt x="12" y="278"/>
                    </a:cubicBezTo>
                    <a:cubicBezTo>
                      <a:pt x="12" y="279"/>
                      <a:pt x="12" y="281"/>
                      <a:pt x="13" y="283"/>
                    </a:cubicBezTo>
                    <a:cubicBezTo>
                      <a:pt x="14" y="287"/>
                      <a:pt x="15" y="289"/>
                      <a:pt x="16" y="291"/>
                    </a:cubicBezTo>
                    <a:cubicBezTo>
                      <a:pt x="16" y="293"/>
                      <a:pt x="17" y="294"/>
                      <a:pt x="17" y="296"/>
                    </a:cubicBezTo>
                    <a:cubicBezTo>
                      <a:pt x="17" y="298"/>
                      <a:pt x="16" y="300"/>
                      <a:pt x="16" y="303"/>
                    </a:cubicBezTo>
                    <a:cubicBezTo>
                      <a:pt x="15" y="308"/>
                      <a:pt x="14" y="310"/>
                      <a:pt x="13" y="314"/>
                    </a:cubicBezTo>
                    <a:cubicBezTo>
                      <a:pt x="12" y="317"/>
                      <a:pt x="12" y="321"/>
                      <a:pt x="12" y="326"/>
                    </a:cubicBezTo>
                    <a:cubicBezTo>
                      <a:pt x="12" y="328"/>
                      <a:pt x="12" y="329"/>
                      <a:pt x="12" y="330"/>
                    </a:cubicBezTo>
                    <a:cubicBezTo>
                      <a:pt x="12" y="336"/>
                      <a:pt x="12" y="341"/>
                      <a:pt x="12" y="345"/>
                    </a:cubicBezTo>
                    <a:cubicBezTo>
                      <a:pt x="12" y="351"/>
                      <a:pt x="12" y="355"/>
                      <a:pt x="9" y="360"/>
                    </a:cubicBezTo>
                    <a:cubicBezTo>
                      <a:pt x="7" y="363"/>
                      <a:pt x="5" y="365"/>
                      <a:pt x="3" y="368"/>
                    </a:cubicBezTo>
                    <a:cubicBezTo>
                      <a:pt x="1" y="372"/>
                      <a:pt x="0" y="376"/>
                      <a:pt x="0" y="384"/>
                    </a:cubicBezTo>
                    <a:cubicBezTo>
                      <a:pt x="0" y="385"/>
                      <a:pt x="0" y="387"/>
                      <a:pt x="0" y="389"/>
                    </a:cubicBezTo>
                    <a:cubicBezTo>
                      <a:pt x="1" y="397"/>
                      <a:pt x="2" y="403"/>
                      <a:pt x="3" y="407"/>
                    </a:cubicBezTo>
                    <a:cubicBezTo>
                      <a:pt x="4" y="411"/>
                      <a:pt x="5" y="415"/>
                      <a:pt x="5" y="417"/>
                    </a:cubicBezTo>
                    <a:cubicBezTo>
                      <a:pt x="5" y="419"/>
                      <a:pt x="5" y="420"/>
                      <a:pt x="4" y="422"/>
                    </a:cubicBezTo>
                    <a:cubicBezTo>
                      <a:pt x="3" y="425"/>
                      <a:pt x="2" y="426"/>
                      <a:pt x="1" y="427"/>
                    </a:cubicBezTo>
                    <a:cubicBezTo>
                      <a:pt x="1" y="428"/>
                      <a:pt x="0" y="430"/>
                      <a:pt x="0" y="431"/>
                    </a:cubicBezTo>
                    <a:cubicBezTo>
                      <a:pt x="0" y="433"/>
                      <a:pt x="1" y="435"/>
                      <a:pt x="1" y="439"/>
                    </a:cubicBezTo>
                    <a:cubicBezTo>
                      <a:pt x="1" y="441"/>
                      <a:pt x="1" y="443"/>
                      <a:pt x="1" y="445"/>
                    </a:cubicBezTo>
                    <a:cubicBezTo>
                      <a:pt x="1" y="450"/>
                      <a:pt x="1" y="456"/>
                      <a:pt x="1" y="463"/>
                    </a:cubicBezTo>
                    <a:cubicBezTo>
                      <a:pt x="1" y="470"/>
                      <a:pt x="1" y="477"/>
                      <a:pt x="2" y="482"/>
                    </a:cubicBezTo>
                    <a:cubicBezTo>
                      <a:pt x="2" y="485"/>
                      <a:pt x="3" y="487"/>
                      <a:pt x="4" y="489"/>
                    </a:cubicBezTo>
                    <a:cubicBezTo>
                      <a:pt x="4" y="490"/>
                      <a:pt x="5" y="491"/>
                      <a:pt x="5" y="492"/>
                    </a:cubicBezTo>
                    <a:cubicBezTo>
                      <a:pt x="6" y="493"/>
                      <a:pt x="7" y="493"/>
                      <a:pt x="8" y="493"/>
                    </a:cubicBezTo>
                    <a:cubicBezTo>
                      <a:pt x="12" y="494"/>
                      <a:pt x="16" y="495"/>
                      <a:pt x="19" y="497"/>
                    </a:cubicBezTo>
                    <a:cubicBezTo>
                      <a:pt x="23" y="499"/>
                      <a:pt x="26" y="502"/>
                      <a:pt x="29" y="506"/>
                    </a:cubicBezTo>
                    <a:cubicBezTo>
                      <a:pt x="32" y="510"/>
                      <a:pt x="34" y="515"/>
                      <a:pt x="37" y="518"/>
                    </a:cubicBezTo>
                    <a:cubicBezTo>
                      <a:pt x="39" y="520"/>
                      <a:pt x="41" y="522"/>
                      <a:pt x="43" y="523"/>
                    </a:cubicBezTo>
                    <a:cubicBezTo>
                      <a:pt x="46" y="524"/>
                      <a:pt x="49" y="524"/>
                      <a:pt x="53" y="524"/>
                    </a:cubicBezTo>
                    <a:cubicBezTo>
                      <a:pt x="59" y="524"/>
                      <a:pt x="64" y="525"/>
                      <a:pt x="69" y="526"/>
                    </a:cubicBezTo>
                    <a:cubicBezTo>
                      <a:pt x="73" y="527"/>
                      <a:pt x="77" y="529"/>
                      <a:pt x="82" y="529"/>
                    </a:cubicBezTo>
                    <a:cubicBezTo>
                      <a:pt x="83" y="529"/>
                      <a:pt x="84" y="529"/>
                      <a:pt x="84" y="529"/>
                    </a:cubicBezTo>
                    <a:cubicBezTo>
                      <a:pt x="86" y="529"/>
                      <a:pt x="87" y="529"/>
                      <a:pt x="88" y="529"/>
                    </a:cubicBezTo>
                    <a:cubicBezTo>
                      <a:pt x="90" y="529"/>
                      <a:pt x="91" y="529"/>
                      <a:pt x="93" y="529"/>
                    </a:cubicBezTo>
                    <a:cubicBezTo>
                      <a:pt x="95" y="530"/>
                      <a:pt x="97" y="532"/>
                      <a:pt x="101" y="534"/>
                    </a:cubicBezTo>
                    <a:cubicBezTo>
                      <a:pt x="106" y="538"/>
                      <a:pt x="110" y="542"/>
                      <a:pt x="116" y="546"/>
                    </a:cubicBezTo>
                    <a:cubicBezTo>
                      <a:pt x="121" y="550"/>
                      <a:pt x="126" y="554"/>
                      <a:pt x="134" y="557"/>
                    </a:cubicBezTo>
                    <a:cubicBezTo>
                      <a:pt x="149" y="563"/>
                      <a:pt x="164" y="568"/>
                      <a:pt x="171" y="574"/>
                    </a:cubicBezTo>
                    <a:cubicBezTo>
                      <a:pt x="174" y="577"/>
                      <a:pt x="177" y="579"/>
                      <a:pt x="179" y="582"/>
                    </a:cubicBezTo>
                    <a:cubicBezTo>
                      <a:pt x="182" y="585"/>
                      <a:pt x="185" y="589"/>
                      <a:pt x="191" y="593"/>
                    </a:cubicBezTo>
                    <a:cubicBezTo>
                      <a:pt x="201" y="600"/>
                      <a:pt x="207" y="604"/>
                      <a:pt x="213" y="607"/>
                    </a:cubicBezTo>
                    <a:cubicBezTo>
                      <a:pt x="215" y="608"/>
                      <a:pt x="217" y="610"/>
                      <a:pt x="220" y="611"/>
                    </a:cubicBezTo>
                    <a:cubicBezTo>
                      <a:pt x="222" y="612"/>
                      <a:pt x="224" y="613"/>
                      <a:pt x="227" y="613"/>
                    </a:cubicBezTo>
                    <a:cubicBezTo>
                      <a:pt x="230" y="613"/>
                      <a:pt x="233" y="611"/>
                      <a:pt x="235" y="609"/>
                    </a:cubicBezTo>
                    <a:cubicBezTo>
                      <a:pt x="237" y="607"/>
                      <a:pt x="237" y="606"/>
                      <a:pt x="238" y="606"/>
                    </a:cubicBezTo>
                    <a:cubicBezTo>
                      <a:pt x="239" y="606"/>
                      <a:pt x="239" y="606"/>
                      <a:pt x="240" y="606"/>
                    </a:cubicBezTo>
                    <a:cubicBezTo>
                      <a:pt x="241" y="606"/>
                      <a:pt x="242" y="606"/>
                      <a:pt x="244" y="605"/>
                    </a:cubicBezTo>
                    <a:cubicBezTo>
                      <a:pt x="246" y="604"/>
                      <a:pt x="247" y="602"/>
                      <a:pt x="249" y="599"/>
                    </a:cubicBezTo>
                    <a:cubicBezTo>
                      <a:pt x="252" y="595"/>
                      <a:pt x="255" y="593"/>
                      <a:pt x="257" y="591"/>
                    </a:cubicBezTo>
                    <a:cubicBezTo>
                      <a:pt x="258" y="590"/>
                      <a:pt x="258" y="590"/>
                      <a:pt x="259" y="589"/>
                    </a:cubicBezTo>
                    <a:cubicBezTo>
                      <a:pt x="260" y="589"/>
                      <a:pt x="261" y="588"/>
                      <a:pt x="262" y="586"/>
                    </a:cubicBezTo>
                    <a:cubicBezTo>
                      <a:pt x="263" y="585"/>
                      <a:pt x="265" y="583"/>
                      <a:pt x="268" y="580"/>
                    </a:cubicBezTo>
                    <a:cubicBezTo>
                      <a:pt x="270" y="577"/>
                      <a:pt x="274" y="574"/>
                      <a:pt x="277" y="569"/>
                    </a:cubicBezTo>
                    <a:cubicBezTo>
                      <a:pt x="277" y="568"/>
                      <a:pt x="279" y="568"/>
                      <a:pt x="280" y="567"/>
                    </a:cubicBezTo>
                    <a:cubicBezTo>
                      <a:pt x="284" y="566"/>
                      <a:pt x="289" y="565"/>
                      <a:pt x="295" y="564"/>
                    </a:cubicBezTo>
                    <a:cubicBezTo>
                      <a:pt x="304" y="563"/>
                      <a:pt x="316" y="562"/>
                      <a:pt x="327" y="560"/>
                    </a:cubicBezTo>
                    <a:cubicBezTo>
                      <a:pt x="338" y="558"/>
                      <a:pt x="349" y="556"/>
                      <a:pt x="358" y="552"/>
                    </a:cubicBezTo>
                    <a:cubicBezTo>
                      <a:pt x="371" y="546"/>
                      <a:pt x="387" y="539"/>
                      <a:pt x="402" y="534"/>
                    </a:cubicBezTo>
                    <a:cubicBezTo>
                      <a:pt x="417" y="529"/>
                      <a:pt x="431" y="525"/>
                      <a:pt x="439" y="525"/>
                    </a:cubicBezTo>
                    <a:cubicBezTo>
                      <a:pt x="447" y="525"/>
                      <a:pt x="456" y="525"/>
                      <a:pt x="465" y="525"/>
                    </a:cubicBezTo>
                    <a:cubicBezTo>
                      <a:pt x="479" y="525"/>
                      <a:pt x="494" y="526"/>
                      <a:pt x="507" y="531"/>
                    </a:cubicBezTo>
                    <a:cubicBezTo>
                      <a:pt x="518" y="536"/>
                      <a:pt x="532" y="540"/>
                      <a:pt x="543" y="543"/>
                    </a:cubicBezTo>
                    <a:cubicBezTo>
                      <a:pt x="555" y="546"/>
                      <a:pt x="566" y="547"/>
                      <a:pt x="571" y="547"/>
                    </a:cubicBezTo>
                    <a:cubicBezTo>
                      <a:pt x="574" y="547"/>
                      <a:pt x="576" y="547"/>
                      <a:pt x="579" y="546"/>
                    </a:cubicBezTo>
                    <a:cubicBezTo>
                      <a:pt x="582" y="545"/>
                      <a:pt x="584" y="544"/>
                      <a:pt x="589" y="543"/>
                    </a:cubicBezTo>
                    <a:cubicBezTo>
                      <a:pt x="593" y="542"/>
                      <a:pt x="599" y="540"/>
                      <a:pt x="609" y="540"/>
                    </a:cubicBezTo>
                    <a:cubicBezTo>
                      <a:pt x="611" y="539"/>
                      <a:pt x="612" y="539"/>
                      <a:pt x="613" y="539"/>
                    </a:cubicBezTo>
                    <a:cubicBezTo>
                      <a:pt x="626" y="539"/>
                      <a:pt x="641" y="545"/>
                      <a:pt x="654" y="550"/>
                    </a:cubicBezTo>
                    <a:cubicBezTo>
                      <a:pt x="660" y="553"/>
                      <a:pt x="666" y="555"/>
                      <a:pt x="671" y="557"/>
                    </a:cubicBezTo>
                    <a:cubicBezTo>
                      <a:pt x="673" y="558"/>
                      <a:pt x="675" y="559"/>
                      <a:pt x="676" y="560"/>
                    </a:cubicBezTo>
                    <a:cubicBezTo>
                      <a:pt x="678" y="560"/>
                      <a:pt x="679" y="561"/>
                      <a:pt x="680" y="561"/>
                    </a:cubicBezTo>
                    <a:cubicBezTo>
                      <a:pt x="681" y="561"/>
                      <a:pt x="682" y="561"/>
                      <a:pt x="683" y="561"/>
                    </a:cubicBezTo>
                    <a:cubicBezTo>
                      <a:pt x="685" y="561"/>
                      <a:pt x="688" y="561"/>
                      <a:pt x="690" y="559"/>
                    </a:cubicBezTo>
                    <a:cubicBezTo>
                      <a:pt x="691" y="558"/>
                      <a:pt x="692" y="557"/>
                      <a:pt x="693" y="556"/>
                    </a:cubicBezTo>
                    <a:cubicBezTo>
                      <a:pt x="693" y="555"/>
                      <a:pt x="694" y="553"/>
                      <a:pt x="694" y="551"/>
                    </a:cubicBezTo>
                    <a:cubicBezTo>
                      <a:pt x="694" y="550"/>
                      <a:pt x="694" y="548"/>
                      <a:pt x="693" y="546"/>
                    </a:cubicBezTo>
                    <a:cubicBezTo>
                      <a:pt x="692" y="541"/>
                      <a:pt x="692" y="534"/>
                      <a:pt x="691" y="528"/>
                    </a:cubicBezTo>
                    <a:cubicBezTo>
                      <a:pt x="690" y="522"/>
                      <a:pt x="689" y="516"/>
                      <a:pt x="687" y="511"/>
                    </a:cubicBezTo>
                    <a:cubicBezTo>
                      <a:pt x="685" y="512"/>
                      <a:pt x="685" y="512"/>
                      <a:pt x="685" y="512"/>
                    </a:cubicBezTo>
                    <a:cubicBezTo>
                      <a:pt x="683" y="513"/>
                      <a:pt x="683" y="513"/>
                      <a:pt x="683" y="513"/>
                    </a:cubicBezTo>
                    <a:cubicBezTo>
                      <a:pt x="685" y="517"/>
                      <a:pt x="686" y="522"/>
                      <a:pt x="687" y="528"/>
                    </a:cubicBezTo>
                    <a:cubicBezTo>
                      <a:pt x="688" y="534"/>
                      <a:pt x="688" y="541"/>
                      <a:pt x="689" y="547"/>
                    </a:cubicBezTo>
                    <a:cubicBezTo>
                      <a:pt x="690" y="549"/>
                      <a:pt x="690" y="550"/>
                      <a:pt x="690" y="551"/>
                    </a:cubicBezTo>
                    <a:cubicBezTo>
                      <a:pt x="690" y="552"/>
                      <a:pt x="689" y="554"/>
                      <a:pt x="689" y="554"/>
                    </a:cubicBezTo>
                    <a:cubicBezTo>
                      <a:pt x="689" y="555"/>
                      <a:pt x="688" y="556"/>
                      <a:pt x="687" y="556"/>
                    </a:cubicBezTo>
                    <a:cubicBezTo>
                      <a:pt x="686" y="557"/>
                      <a:pt x="684" y="557"/>
                      <a:pt x="683" y="557"/>
                    </a:cubicBezTo>
                    <a:cubicBezTo>
                      <a:pt x="682" y="557"/>
                      <a:pt x="681" y="557"/>
                      <a:pt x="681" y="557"/>
                    </a:cubicBezTo>
                    <a:cubicBezTo>
                      <a:pt x="681" y="557"/>
                      <a:pt x="679" y="557"/>
                      <a:pt x="678" y="556"/>
                    </a:cubicBezTo>
                    <a:cubicBezTo>
                      <a:pt x="673" y="554"/>
                      <a:pt x="662" y="549"/>
                      <a:pt x="650" y="544"/>
                    </a:cubicBezTo>
                    <a:cubicBezTo>
                      <a:pt x="639" y="540"/>
                      <a:pt x="625" y="535"/>
                      <a:pt x="613" y="535"/>
                    </a:cubicBezTo>
                    <a:cubicBezTo>
                      <a:pt x="612" y="535"/>
                      <a:pt x="610" y="535"/>
                      <a:pt x="609" y="536"/>
                    </a:cubicBezTo>
                    <a:cubicBezTo>
                      <a:pt x="596" y="537"/>
                      <a:pt x="589" y="539"/>
                      <a:pt x="584" y="540"/>
                    </a:cubicBezTo>
                    <a:cubicBezTo>
                      <a:pt x="581" y="541"/>
                      <a:pt x="579" y="542"/>
                      <a:pt x="578" y="542"/>
                    </a:cubicBezTo>
                    <a:cubicBezTo>
                      <a:pt x="576" y="543"/>
                      <a:pt x="574" y="543"/>
                      <a:pt x="571" y="543"/>
                    </a:cubicBezTo>
                    <a:cubicBezTo>
                      <a:pt x="566" y="543"/>
                      <a:pt x="556" y="542"/>
                      <a:pt x="544" y="539"/>
                    </a:cubicBezTo>
                    <a:cubicBezTo>
                      <a:pt x="533" y="536"/>
                      <a:pt x="520" y="533"/>
                      <a:pt x="509" y="528"/>
                    </a:cubicBezTo>
                    <a:cubicBezTo>
                      <a:pt x="495" y="522"/>
                      <a:pt x="479" y="521"/>
                      <a:pt x="465" y="521"/>
                    </a:cubicBezTo>
                    <a:cubicBezTo>
                      <a:pt x="455" y="521"/>
                      <a:pt x="447" y="521"/>
                      <a:pt x="439" y="521"/>
                    </a:cubicBezTo>
                    <a:cubicBezTo>
                      <a:pt x="430" y="521"/>
                      <a:pt x="416" y="525"/>
                      <a:pt x="400" y="530"/>
                    </a:cubicBezTo>
                    <a:cubicBezTo>
                      <a:pt x="385" y="535"/>
                      <a:pt x="369" y="542"/>
                      <a:pt x="356" y="548"/>
                    </a:cubicBezTo>
                    <a:cubicBezTo>
                      <a:pt x="344" y="554"/>
                      <a:pt x="325" y="556"/>
                      <a:pt x="309" y="558"/>
                    </a:cubicBezTo>
                    <a:cubicBezTo>
                      <a:pt x="301" y="559"/>
                      <a:pt x="293" y="560"/>
                      <a:pt x="287" y="561"/>
                    </a:cubicBezTo>
                    <a:cubicBezTo>
                      <a:pt x="284" y="562"/>
                      <a:pt x="281" y="562"/>
                      <a:pt x="279" y="563"/>
                    </a:cubicBezTo>
                    <a:cubicBezTo>
                      <a:pt x="277" y="564"/>
                      <a:pt x="275" y="565"/>
                      <a:pt x="274" y="567"/>
                    </a:cubicBezTo>
                    <a:cubicBezTo>
                      <a:pt x="271" y="571"/>
                      <a:pt x="267" y="575"/>
                      <a:pt x="265" y="577"/>
                    </a:cubicBezTo>
                    <a:cubicBezTo>
                      <a:pt x="262" y="580"/>
                      <a:pt x="260" y="582"/>
                      <a:pt x="258" y="584"/>
                    </a:cubicBezTo>
                    <a:cubicBezTo>
                      <a:pt x="258" y="585"/>
                      <a:pt x="257" y="586"/>
                      <a:pt x="257" y="586"/>
                    </a:cubicBezTo>
                    <a:cubicBezTo>
                      <a:pt x="256" y="587"/>
                      <a:pt x="254" y="588"/>
                      <a:pt x="253" y="589"/>
                    </a:cubicBezTo>
                    <a:cubicBezTo>
                      <a:pt x="251" y="591"/>
                      <a:pt x="249" y="593"/>
                      <a:pt x="246" y="597"/>
                    </a:cubicBezTo>
                    <a:cubicBezTo>
                      <a:pt x="244" y="600"/>
                      <a:pt x="243" y="601"/>
                      <a:pt x="242" y="601"/>
                    </a:cubicBezTo>
                    <a:cubicBezTo>
                      <a:pt x="242" y="602"/>
                      <a:pt x="241" y="602"/>
                      <a:pt x="241" y="602"/>
                    </a:cubicBezTo>
                    <a:cubicBezTo>
                      <a:pt x="240" y="602"/>
                      <a:pt x="239" y="602"/>
                      <a:pt x="237" y="602"/>
                    </a:cubicBezTo>
                    <a:cubicBezTo>
                      <a:pt x="236" y="603"/>
                      <a:pt x="234" y="604"/>
                      <a:pt x="232" y="606"/>
                    </a:cubicBezTo>
                    <a:cubicBezTo>
                      <a:pt x="230" y="608"/>
                      <a:pt x="229" y="609"/>
                      <a:pt x="227" y="609"/>
                    </a:cubicBezTo>
                    <a:cubicBezTo>
                      <a:pt x="225" y="609"/>
                      <a:pt x="223" y="608"/>
                      <a:pt x="221" y="607"/>
                    </a:cubicBezTo>
                    <a:cubicBezTo>
                      <a:pt x="219" y="606"/>
                      <a:pt x="217" y="605"/>
                      <a:pt x="215" y="604"/>
                    </a:cubicBezTo>
                    <a:cubicBezTo>
                      <a:pt x="209" y="601"/>
                      <a:pt x="203" y="597"/>
                      <a:pt x="193" y="589"/>
                    </a:cubicBezTo>
                    <a:cubicBezTo>
                      <a:pt x="188" y="586"/>
                      <a:pt x="185" y="583"/>
                      <a:pt x="182" y="580"/>
                    </a:cubicBezTo>
                    <a:cubicBezTo>
                      <a:pt x="180" y="577"/>
                      <a:pt x="177" y="574"/>
                      <a:pt x="173" y="571"/>
                    </a:cubicBezTo>
                    <a:cubicBezTo>
                      <a:pt x="165" y="564"/>
                      <a:pt x="151" y="560"/>
                      <a:pt x="136" y="554"/>
                    </a:cubicBezTo>
                    <a:cubicBezTo>
                      <a:pt x="128" y="551"/>
                      <a:pt x="123" y="547"/>
                      <a:pt x="118" y="543"/>
                    </a:cubicBezTo>
                    <a:cubicBezTo>
                      <a:pt x="113" y="539"/>
                      <a:pt x="109" y="535"/>
                      <a:pt x="103" y="531"/>
                    </a:cubicBezTo>
                    <a:cubicBezTo>
                      <a:pt x="99" y="528"/>
                      <a:pt x="97" y="527"/>
                      <a:pt x="94" y="526"/>
                    </a:cubicBezTo>
                    <a:cubicBezTo>
                      <a:pt x="92" y="525"/>
                      <a:pt x="90" y="525"/>
                      <a:pt x="88" y="525"/>
                    </a:cubicBezTo>
                    <a:cubicBezTo>
                      <a:pt x="87" y="525"/>
                      <a:pt x="86" y="525"/>
                      <a:pt x="84" y="525"/>
                    </a:cubicBezTo>
                    <a:cubicBezTo>
                      <a:pt x="84" y="525"/>
                      <a:pt x="83" y="525"/>
                      <a:pt x="82" y="525"/>
                    </a:cubicBezTo>
                    <a:cubicBezTo>
                      <a:pt x="78" y="525"/>
                      <a:pt x="74" y="523"/>
                      <a:pt x="70" y="522"/>
                    </a:cubicBezTo>
                    <a:cubicBezTo>
                      <a:pt x="65" y="521"/>
                      <a:pt x="60" y="520"/>
                      <a:pt x="53" y="520"/>
                    </a:cubicBezTo>
                    <a:cubicBezTo>
                      <a:pt x="49" y="520"/>
                      <a:pt x="47" y="520"/>
                      <a:pt x="45" y="519"/>
                    </a:cubicBezTo>
                    <a:cubicBezTo>
                      <a:pt x="42" y="518"/>
                      <a:pt x="40" y="516"/>
                      <a:pt x="38" y="513"/>
                    </a:cubicBezTo>
                    <a:cubicBezTo>
                      <a:pt x="36" y="511"/>
                      <a:pt x="35" y="507"/>
                      <a:pt x="32" y="504"/>
                    </a:cubicBezTo>
                    <a:cubicBezTo>
                      <a:pt x="29" y="499"/>
                      <a:pt x="25" y="496"/>
                      <a:pt x="21" y="493"/>
                    </a:cubicBezTo>
                    <a:cubicBezTo>
                      <a:pt x="17" y="491"/>
                      <a:pt x="13" y="490"/>
                      <a:pt x="9" y="489"/>
                    </a:cubicBezTo>
                    <a:cubicBezTo>
                      <a:pt x="8" y="489"/>
                      <a:pt x="8" y="489"/>
                      <a:pt x="8" y="489"/>
                    </a:cubicBezTo>
                    <a:cubicBezTo>
                      <a:pt x="8" y="489"/>
                      <a:pt x="7" y="488"/>
                      <a:pt x="7" y="486"/>
                    </a:cubicBezTo>
                    <a:cubicBezTo>
                      <a:pt x="5" y="481"/>
                      <a:pt x="5" y="472"/>
                      <a:pt x="5" y="463"/>
                    </a:cubicBezTo>
                    <a:cubicBezTo>
                      <a:pt x="5" y="456"/>
                      <a:pt x="5" y="450"/>
                      <a:pt x="5" y="445"/>
                    </a:cubicBezTo>
                    <a:cubicBezTo>
                      <a:pt x="5" y="443"/>
                      <a:pt x="5" y="441"/>
                      <a:pt x="5" y="439"/>
                    </a:cubicBezTo>
                    <a:cubicBezTo>
                      <a:pt x="5" y="435"/>
                      <a:pt x="4" y="433"/>
                      <a:pt x="4" y="431"/>
                    </a:cubicBezTo>
                    <a:cubicBezTo>
                      <a:pt x="5" y="430"/>
                      <a:pt x="5" y="430"/>
                      <a:pt x="5" y="429"/>
                    </a:cubicBezTo>
                    <a:cubicBezTo>
                      <a:pt x="5" y="428"/>
                      <a:pt x="6" y="427"/>
                      <a:pt x="7" y="424"/>
                    </a:cubicBezTo>
                    <a:cubicBezTo>
                      <a:pt x="8" y="422"/>
                      <a:pt x="9" y="419"/>
                      <a:pt x="9" y="417"/>
                    </a:cubicBezTo>
                    <a:cubicBezTo>
                      <a:pt x="9" y="414"/>
                      <a:pt x="8" y="411"/>
                      <a:pt x="7" y="406"/>
                    </a:cubicBezTo>
                    <a:cubicBezTo>
                      <a:pt x="6" y="402"/>
                      <a:pt x="5" y="396"/>
                      <a:pt x="4" y="389"/>
                    </a:cubicBezTo>
                    <a:cubicBezTo>
                      <a:pt x="4" y="387"/>
                      <a:pt x="4" y="385"/>
                      <a:pt x="4" y="384"/>
                    </a:cubicBezTo>
                    <a:cubicBezTo>
                      <a:pt x="4" y="377"/>
                      <a:pt x="5" y="373"/>
                      <a:pt x="7" y="370"/>
                    </a:cubicBezTo>
                    <a:cubicBezTo>
                      <a:pt x="8" y="368"/>
                      <a:pt x="10" y="365"/>
                      <a:pt x="13" y="362"/>
                    </a:cubicBezTo>
                    <a:cubicBezTo>
                      <a:pt x="15" y="357"/>
                      <a:pt x="16" y="351"/>
                      <a:pt x="16" y="345"/>
                    </a:cubicBezTo>
                    <a:cubicBezTo>
                      <a:pt x="16" y="341"/>
                      <a:pt x="16" y="336"/>
                      <a:pt x="16" y="330"/>
                    </a:cubicBezTo>
                    <a:cubicBezTo>
                      <a:pt x="16" y="329"/>
                      <a:pt x="16" y="327"/>
                      <a:pt x="16" y="326"/>
                    </a:cubicBezTo>
                    <a:cubicBezTo>
                      <a:pt x="16" y="321"/>
                      <a:pt x="16" y="318"/>
                      <a:pt x="17" y="315"/>
                    </a:cubicBezTo>
                    <a:cubicBezTo>
                      <a:pt x="17" y="312"/>
                      <a:pt x="18" y="309"/>
                      <a:pt x="20" y="304"/>
                    </a:cubicBezTo>
                    <a:cubicBezTo>
                      <a:pt x="20" y="301"/>
                      <a:pt x="21" y="298"/>
                      <a:pt x="21" y="296"/>
                    </a:cubicBezTo>
                    <a:cubicBezTo>
                      <a:pt x="21" y="294"/>
                      <a:pt x="20" y="292"/>
                      <a:pt x="20" y="290"/>
                    </a:cubicBezTo>
                    <a:cubicBezTo>
                      <a:pt x="19" y="288"/>
                      <a:pt x="18" y="285"/>
                      <a:pt x="16" y="282"/>
                    </a:cubicBezTo>
                    <a:cubicBezTo>
                      <a:pt x="16" y="280"/>
                      <a:pt x="16" y="279"/>
                      <a:pt x="16" y="278"/>
                    </a:cubicBezTo>
                    <a:cubicBezTo>
                      <a:pt x="16" y="276"/>
                      <a:pt x="16" y="275"/>
                      <a:pt x="16" y="274"/>
                    </a:cubicBezTo>
                    <a:cubicBezTo>
                      <a:pt x="17" y="273"/>
                      <a:pt x="19" y="272"/>
                      <a:pt x="20" y="271"/>
                    </a:cubicBezTo>
                    <a:cubicBezTo>
                      <a:pt x="22" y="270"/>
                      <a:pt x="23" y="269"/>
                      <a:pt x="25" y="267"/>
                    </a:cubicBezTo>
                    <a:cubicBezTo>
                      <a:pt x="26" y="266"/>
                      <a:pt x="26" y="264"/>
                      <a:pt x="26" y="263"/>
                    </a:cubicBezTo>
                    <a:cubicBezTo>
                      <a:pt x="26" y="262"/>
                      <a:pt x="26" y="261"/>
                      <a:pt x="26" y="261"/>
                    </a:cubicBezTo>
                    <a:cubicBezTo>
                      <a:pt x="25" y="260"/>
                      <a:pt x="24" y="259"/>
                      <a:pt x="24" y="258"/>
                    </a:cubicBezTo>
                    <a:cubicBezTo>
                      <a:pt x="23" y="257"/>
                      <a:pt x="22" y="257"/>
                      <a:pt x="21" y="256"/>
                    </a:cubicBezTo>
                    <a:cubicBezTo>
                      <a:pt x="20" y="255"/>
                      <a:pt x="20" y="255"/>
                      <a:pt x="20" y="255"/>
                    </a:cubicBezTo>
                    <a:cubicBezTo>
                      <a:pt x="21" y="256"/>
                      <a:pt x="21" y="256"/>
                      <a:pt x="21" y="256"/>
                    </a:cubicBezTo>
                    <a:cubicBezTo>
                      <a:pt x="20" y="255"/>
                      <a:pt x="19" y="254"/>
                      <a:pt x="19" y="253"/>
                    </a:cubicBezTo>
                    <a:cubicBezTo>
                      <a:pt x="17" y="250"/>
                      <a:pt x="17" y="244"/>
                      <a:pt x="14" y="239"/>
                    </a:cubicBezTo>
                    <a:cubicBezTo>
                      <a:pt x="14" y="238"/>
                      <a:pt x="14" y="237"/>
                      <a:pt x="14" y="236"/>
                    </a:cubicBezTo>
                    <a:cubicBezTo>
                      <a:pt x="14" y="235"/>
                      <a:pt x="14" y="235"/>
                      <a:pt x="14" y="234"/>
                    </a:cubicBezTo>
                    <a:cubicBezTo>
                      <a:pt x="15" y="233"/>
                      <a:pt x="16" y="232"/>
                      <a:pt x="17" y="231"/>
                    </a:cubicBezTo>
                    <a:cubicBezTo>
                      <a:pt x="19" y="229"/>
                      <a:pt x="20" y="228"/>
                      <a:pt x="22" y="226"/>
                    </a:cubicBezTo>
                    <a:cubicBezTo>
                      <a:pt x="24" y="224"/>
                      <a:pt x="25" y="222"/>
                      <a:pt x="25" y="220"/>
                    </a:cubicBezTo>
                    <a:cubicBezTo>
                      <a:pt x="25" y="218"/>
                      <a:pt x="24" y="216"/>
                      <a:pt x="23" y="215"/>
                    </a:cubicBezTo>
                    <a:cubicBezTo>
                      <a:pt x="23" y="213"/>
                      <a:pt x="22" y="212"/>
                      <a:pt x="22" y="210"/>
                    </a:cubicBezTo>
                    <a:cubicBezTo>
                      <a:pt x="22" y="210"/>
                      <a:pt x="22" y="210"/>
                      <a:pt x="22" y="210"/>
                    </a:cubicBezTo>
                    <a:cubicBezTo>
                      <a:pt x="22" y="207"/>
                      <a:pt x="23" y="206"/>
                      <a:pt x="24" y="203"/>
                    </a:cubicBezTo>
                    <a:cubicBezTo>
                      <a:pt x="25" y="201"/>
                      <a:pt x="26" y="199"/>
                      <a:pt x="26" y="196"/>
                    </a:cubicBezTo>
                    <a:cubicBezTo>
                      <a:pt x="27" y="194"/>
                      <a:pt x="27" y="193"/>
                      <a:pt x="27" y="192"/>
                    </a:cubicBezTo>
                    <a:cubicBezTo>
                      <a:pt x="27" y="190"/>
                      <a:pt x="26" y="188"/>
                      <a:pt x="26" y="186"/>
                    </a:cubicBezTo>
                    <a:cubicBezTo>
                      <a:pt x="25" y="184"/>
                      <a:pt x="24" y="182"/>
                      <a:pt x="23" y="179"/>
                    </a:cubicBezTo>
                    <a:cubicBezTo>
                      <a:pt x="21" y="177"/>
                      <a:pt x="21" y="175"/>
                      <a:pt x="21" y="174"/>
                    </a:cubicBezTo>
                    <a:cubicBezTo>
                      <a:pt x="21" y="172"/>
                      <a:pt x="21" y="171"/>
                      <a:pt x="22" y="169"/>
                    </a:cubicBezTo>
                    <a:cubicBezTo>
                      <a:pt x="22" y="168"/>
                      <a:pt x="23" y="166"/>
                      <a:pt x="24" y="163"/>
                    </a:cubicBezTo>
                    <a:cubicBezTo>
                      <a:pt x="27" y="155"/>
                      <a:pt x="31" y="144"/>
                      <a:pt x="36" y="118"/>
                    </a:cubicBezTo>
                    <a:cubicBezTo>
                      <a:pt x="38" y="105"/>
                      <a:pt x="38" y="100"/>
                      <a:pt x="39" y="95"/>
                    </a:cubicBezTo>
                    <a:cubicBezTo>
                      <a:pt x="40" y="90"/>
                      <a:pt x="42" y="85"/>
                      <a:pt x="50" y="71"/>
                    </a:cubicBezTo>
                    <a:cubicBezTo>
                      <a:pt x="57" y="58"/>
                      <a:pt x="64" y="50"/>
                      <a:pt x="71" y="46"/>
                    </a:cubicBezTo>
                    <a:cubicBezTo>
                      <a:pt x="77" y="41"/>
                      <a:pt x="83" y="39"/>
                      <a:pt x="86" y="37"/>
                    </a:cubicBezTo>
                    <a:cubicBezTo>
                      <a:pt x="90" y="35"/>
                      <a:pt x="94" y="34"/>
                      <a:pt x="99" y="33"/>
                    </a:cubicBezTo>
                    <a:cubicBezTo>
                      <a:pt x="103" y="32"/>
                      <a:pt x="107" y="31"/>
                      <a:pt x="110" y="30"/>
                    </a:cubicBezTo>
                    <a:cubicBezTo>
                      <a:pt x="112" y="29"/>
                      <a:pt x="114" y="29"/>
                      <a:pt x="115" y="29"/>
                    </a:cubicBezTo>
                    <a:cubicBezTo>
                      <a:pt x="118" y="29"/>
                      <a:pt x="122" y="30"/>
                      <a:pt x="126" y="32"/>
                    </a:cubicBezTo>
                    <a:cubicBezTo>
                      <a:pt x="157" y="47"/>
                      <a:pt x="187" y="53"/>
                      <a:pt x="187" y="53"/>
                    </a:cubicBezTo>
                    <a:cubicBezTo>
                      <a:pt x="188" y="52"/>
                      <a:pt x="188" y="52"/>
                      <a:pt x="188" y="52"/>
                    </a:cubicBezTo>
                    <a:cubicBezTo>
                      <a:pt x="186" y="52"/>
                      <a:pt x="186" y="52"/>
                      <a:pt x="186" y="52"/>
                    </a:cubicBezTo>
                    <a:cubicBezTo>
                      <a:pt x="197" y="89"/>
                      <a:pt x="219" y="113"/>
                      <a:pt x="243" y="127"/>
                    </a:cubicBezTo>
                    <a:cubicBezTo>
                      <a:pt x="268" y="141"/>
                      <a:pt x="295" y="145"/>
                      <a:pt x="316" y="145"/>
                    </a:cubicBezTo>
                    <a:cubicBezTo>
                      <a:pt x="318" y="145"/>
                      <a:pt x="320" y="145"/>
                      <a:pt x="321" y="145"/>
                    </a:cubicBezTo>
                    <a:cubicBezTo>
                      <a:pt x="343" y="144"/>
                      <a:pt x="361" y="133"/>
                      <a:pt x="375" y="119"/>
                    </a:cubicBezTo>
                    <a:cubicBezTo>
                      <a:pt x="389" y="105"/>
                      <a:pt x="399" y="87"/>
                      <a:pt x="405" y="73"/>
                    </a:cubicBezTo>
                    <a:cubicBezTo>
                      <a:pt x="408" y="64"/>
                      <a:pt x="410" y="55"/>
                      <a:pt x="410" y="47"/>
                    </a:cubicBezTo>
                    <a:cubicBezTo>
                      <a:pt x="410" y="28"/>
                      <a:pt x="403" y="14"/>
                      <a:pt x="403" y="14"/>
                    </a:cubicBezTo>
                    <a:cubicBezTo>
                      <a:pt x="401" y="14"/>
                      <a:pt x="401" y="14"/>
                      <a:pt x="401" y="14"/>
                    </a:cubicBezTo>
                    <a:cubicBezTo>
                      <a:pt x="401" y="16"/>
                      <a:pt x="401" y="16"/>
                      <a:pt x="401" y="16"/>
                    </a:cubicBezTo>
                    <a:cubicBezTo>
                      <a:pt x="416" y="13"/>
                      <a:pt x="439" y="4"/>
                      <a:pt x="467" y="4"/>
                    </a:cubicBezTo>
                    <a:cubicBezTo>
                      <a:pt x="475" y="4"/>
                      <a:pt x="484" y="5"/>
                      <a:pt x="494" y="7"/>
                    </a:cubicBezTo>
                    <a:cubicBezTo>
                      <a:pt x="504" y="9"/>
                      <a:pt x="513" y="16"/>
                      <a:pt x="522" y="24"/>
                    </a:cubicBezTo>
                    <a:cubicBezTo>
                      <a:pt x="536" y="37"/>
                      <a:pt x="549" y="54"/>
                      <a:pt x="559" y="70"/>
                    </a:cubicBezTo>
                    <a:cubicBezTo>
                      <a:pt x="569" y="86"/>
                      <a:pt x="577" y="101"/>
                      <a:pt x="582" y="109"/>
                    </a:cubicBezTo>
                    <a:cubicBezTo>
                      <a:pt x="589" y="119"/>
                      <a:pt x="593" y="135"/>
                      <a:pt x="597" y="149"/>
                    </a:cubicBezTo>
                    <a:cubicBezTo>
                      <a:pt x="599" y="156"/>
                      <a:pt x="600" y="163"/>
                      <a:pt x="601" y="169"/>
                    </a:cubicBezTo>
                    <a:cubicBezTo>
                      <a:pt x="602" y="175"/>
                      <a:pt x="603" y="180"/>
                      <a:pt x="604" y="183"/>
                    </a:cubicBezTo>
                    <a:cubicBezTo>
                      <a:pt x="608" y="195"/>
                      <a:pt x="611" y="211"/>
                      <a:pt x="619" y="226"/>
                    </a:cubicBezTo>
                    <a:cubicBezTo>
                      <a:pt x="627" y="241"/>
                      <a:pt x="629" y="257"/>
                      <a:pt x="636" y="275"/>
                    </a:cubicBezTo>
                    <a:cubicBezTo>
                      <a:pt x="639" y="285"/>
                      <a:pt x="642" y="288"/>
                      <a:pt x="645" y="292"/>
                    </a:cubicBezTo>
                    <a:cubicBezTo>
                      <a:pt x="646" y="294"/>
                      <a:pt x="647" y="295"/>
                      <a:pt x="648" y="298"/>
                    </a:cubicBezTo>
                    <a:cubicBezTo>
                      <a:pt x="649" y="301"/>
                      <a:pt x="650" y="305"/>
                      <a:pt x="651" y="311"/>
                    </a:cubicBezTo>
                    <a:cubicBezTo>
                      <a:pt x="652" y="317"/>
                      <a:pt x="653" y="321"/>
                      <a:pt x="654" y="324"/>
                    </a:cubicBezTo>
                    <a:cubicBezTo>
                      <a:pt x="656" y="329"/>
                      <a:pt x="659" y="331"/>
                      <a:pt x="662" y="332"/>
                    </a:cubicBezTo>
                    <a:cubicBezTo>
                      <a:pt x="664" y="333"/>
                      <a:pt x="667" y="334"/>
                      <a:pt x="668" y="335"/>
                    </a:cubicBezTo>
                    <a:cubicBezTo>
                      <a:pt x="671" y="336"/>
                      <a:pt x="672" y="337"/>
                      <a:pt x="673" y="337"/>
                    </a:cubicBezTo>
                    <a:cubicBezTo>
                      <a:pt x="673" y="337"/>
                      <a:pt x="673" y="337"/>
                      <a:pt x="673" y="337"/>
                    </a:cubicBezTo>
                    <a:cubicBezTo>
                      <a:pt x="673" y="337"/>
                      <a:pt x="673" y="337"/>
                      <a:pt x="673" y="337"/>
                    </a:cubicBezTo>
                    <a:cubicBezTo>
                      <a:pt x="673" y="337"/>
                      <a:pt x="673" y="337"/>
                      <a:pt x="673" y="337"/>
                    </a:cubicBezTo>
                    <a:cubicBezTo>
                      <a:pt x="673" y="337"/>
                      <a:pt x="673" y="337"/>
                      <a:pt x="673" y="337"/>
                    </a:cubicBezTo>
                    <a:cubicBezTo>
                      <a:pt x="673" y="337"/>
                      <a:pt x="673" y="337"/>
                      <a:pt x="673" y="337"/>
                    </a:cubicBezTo>
                    <a:cubicBezTo>
                      <a:pt x="673" y="337"/>
                      <a:pt x="673" y="337"/>
                      <a:pt x="673" y="337"/>
                    </a:cubicBezTo>
                    <a:cubicBezTo>
                      <a:pt x="674" y="337"/>
                      <a:pt x="674" y="337"/>
                      <a:pt x="674" y="337"/>
                    </a:cubicBezTo>
                    <a:cubicBezTo>
                      <a:pt x="673" y="337"/>
                      <a:pt x="673" y="337"/>
                      <a:pt x="673" y="337"/>
                    </a:cubicBezTo>
                    <a:cubicBezTo>
                      <a:pt x="673" y="337"/>
                      <a:pt x="673" y="337"/>
                      <a:pt x="673" y="337"/>
                    </a:cubicBezTo>
                    <a:cubicBezTo>
                      <a:pt x="674" y="337"/>
                      <a:pt x="674" y="337"/>
                      <a:pt x="674" y="337"/>
                    </a:cubicBezTo>
                    <a:cubicBezTo>
                      <a:pt x="673" y="337"/>
                      <a:pt x="673" y="337"/>
                      <a:pt x="673" y="337"/>
                    </a:cubicBezTo>
                    <a:cubicBezTo>
                      <a:pt x="673" y="337"/>
                      <a:pt x="673" y="337"/>
                      <a:pt x="673" y="337"/>
                    </a:cubicBezTo>
                    <a:cubicBezTo>
                      <a:pt x="673" y="337"/>
                      <a:pt x="673" y="337"/>
                      <a:pt x="673" y="337"/>
                    </a:cubicBezTo>
                    <a:cubicBezTo>
                      <a:pt x="673" y="337"/>
                      <a:pt x="673" y="337"/>
                      <a:pt x="673" y="337"/>
                    </a:cubicBezTo>
                    <a:cubicBezTo>
                      <a:pt x="673" y="337"/>
                      <a:pt x="673" y="337"/>
                      <a:pt x="673" y="337"/>
                    </a:cubicBezTo>
                    <a:cubicBezTo>
                      <a:pt x="673" y="337"/>
                      <a:pt x="673" y="337"/>
                      <a:pt x="673" y="337"/>
                    </a:cubicBezTo>
                    <a:cubicBezTo>
                      <a:pt x="673" y="337"/>
                      <a:pt x="673" y="337"/>
                      <a:pt x="673" y="337"/>
                    </a:cubicBezTo>
                    <a:cubicBezTo>
                      <a:pt x="673" y="338"/>
                      <a:pt x="673" y="339"/>
                      <a:pt x="673" y="341"/>
                    </a:cubicBezTo>
                    <a:cubicBezTo>
                      <a:pt x="672" y="342"/>
                      <a:pt x="672" y="343"/>
                      <a:pt x="672" y="344"/>
                    </a:cubicBezTo>
                    <a:cubicBezTo>
                      <a:pt x="672" y="345"/>
                      <a:pt x="672" y="346"/>
                      <a:pt x="672" y="347"/>
                    </a:cubicBezTo>
                    <a:cubicBezTo>
                      <a:pt x="673" y="347"/>
                      <a:pt x="673" y="348"/>
                      <a:pt x="673" y="349"/>
                    </a:cubicBezTo>
                    <a:cubicBezTo>
                      <a:pt x="674" y="350"/>
                      <a:pt x="674" y="351"/>
                      <a:pt x="674" y="353"/>
                    </a:cubicBezTo>
                    <a:cubicBezTo>
                      <a:pt x="675" y="354"/>
                      <a:pt x="675" y="356"/>
                      <a:pt x="675" y="357"/>
                    </a:cubicBezTo>
                    <a:cubicBezTo>
                      <a:pt x="675" y="359"/>
                      <a:pt x="674" y="361"/>
                      <a:pt x="674" y="364"/>
                    </a:cubicBezTo>
                    <a:cubicBezTo>
                      <a:pt x="673" y="366"/>
                      <a:pt x="673" y="369"/>
                      <a:pt x="672" y="373"/>
                    </a:cubicBezTo>
                    <a:cubicBezTo>
                      <a:pt x="672" y="374"/>
                      <a:pt x="672" y="375"/>
                      <a:pt x="672" y="376"/>
                    </a:cubicBezTo>
                    <a:cubicBezTo>
                      <a:pt x="672" y="377"/>
                      <a:pt x="672" y="377"/>
                      <a:pt x="672" y="378"/>
                    </a:cubicBezTo>
                    <a:cubicBezTo>
                      <a:pt x="672" y="379"/>
                      <a:pt x="673" y="379"/>
                      <a:pt x="673" y="380"/>
                    </a:cubicBezTo>
                    <a:cubicBezTo>
                      <a:pt x="674" y="380"/>
                      <a:pt x="675" y="381"/>
                      <a:pt x="675" y="381"/>
                    </a:cubicBezTo>
                    <a:cubicBezTo>
                      <a:pt x="677" y="381"/>
                      <a:pt x="677" y="381"/>
                      <a:pt x="678" y="381"/>
                    </a:cubicBezTo>
                    <a:cubicBezTo>
                      <a:pt x="679" y="381"/>
                      <a:pt x="679" y="382"/>
                      <a:pt x="680" y="383"/>
                    </a:cubicBezTo>
                    <a:cubicBezTo>
                      <a:pt x="682" y="385"/>
                      <a:pt x="682" y="387"/>
                      <a:pt x="682" y="389"/>
                    </a:cubicBezTo>
                    <a:cubicBezTo>
                      <a:pt x="683" y="391"/>
                      <a:pt x="684" y="393"/>
                      <a:pt x="687" y="398"/>
                    </a:cubicBezTo>
                    <a:cubicBezTo>
                      <a:pt x="689" y="401"/>
                      <a:pt x="690" y="405"/>
                      <a:pt x="690" y="409"/>
                    </a:cubicBezTo>
                    <a:cubicBezTo>
                      <a:pt x="690" y="414"/>
                      <a:pt x="689" y="420"/>
                      <a:pt x="688" y="428"/>
                    </a:cubicBezTo>
                    <a:cubicBezTo>
                      <a:pt x="688" y="431"/>
                      <a:pt x="688" y="433"/>
                      <a:pt x="688" y="434"/>
                    </a:cubicBezTo>
                    <a:cubicBezTo>
                      <a:pt x="688" y="436"/>
                      <a:pt x="688" y="438"/>
                      <a:pt x="689" y="439"/>
                    </a:cubicBezTo>
                    <a:cubicBezTo>
                      <a:pt x="689" y="440"/>
                      <a:pt x="690" y="441"/>
                      <a:pt x="690" y="441"/>
                    </a:cubicBezTo>
                    <a:cubicBezTo>
                      <a:pt x="691" y="442"/>
                      <a:pt x="692" y="443"/>
                      <a:pt x="693" y="443"/>
                    </a:cubicBezTo>
                    <a:cubicBezTo>
                      <a:pt x="694" y="444"/>
                      <a:pt x="696" y="445"/>
                      <a:pt x="698" y="447"/>
                    </a:cubicBezTo>
                    <a:cubicBezTo>
                      <a:pt x="700" y="449"/>
                      <a:pt x="700" y="451"/>
                      <a:pt x="700" y="452"/>
                    </a:cubicBezTo>
                    <a:cubicBezTo>
                      <a:pt x="700" y="453"/>
                      <a:pt x="700" y="454"/>
                      <a:pt x="699" y="456"/>
                    </a:cubicBezTo>
                    <a:cubicBezTo>
                      <a:pt x="697" y="460"/>
                      <a:pt x="692" y="466"/>
                      <a:pt x="688" y="476"/>
                    </a:cubicBezTo>
                    <a:cubicBezTo>
                      <a:pt x="685" y="485"/>
                      <a:pt x="684" y="488"/>
                      <a:pt x="684" y="490"/>
                    </a:cubicBezTo>
                    <a:cubicBezTo>
                      <a:pt x="684" y="490"/>
                      <a:pt x="684" y="491"/>
                      <a:pt x="683" y="491"/>
                    </a:cubicBezTo>
                    <a:cubicBezTo>
                      <a:pt x="683" y="492"/>
                      <a:pt x="683" y="493"/>
                      <a:pt x="682" y="494"/>
                    </a:cubicBezTo>
                    <a:cubicBezTo>
                      <a:pt x="681" y="497"/>
                      <a:pt x="680" y="499"/>
                      <a:pt x="679" y="502"/>
                    </a:cubicBezTo>
                    <a:cubicBezTo>
                      <a:pt x="679" y="504"/>
                      <a:pt x="680" y="505"/>
                      <a:pt x="680" y="507"/>
                    </a:cubicBezTo>
                    <a:cubicBezTo>
                      <a:pt x="681" y="508"/>
                      <a:pt x="682" y="510"/>
                      <a:pt x="683" y="513"/>
                    </a:cubicBezTo>
                    <a:lnTo>
                      <a:pt x="685" y="512"/>
                    </a:lnTo>
                    <a:close/>
                    <a:moveTo>
                      <a:pt x="167" y="451"/>
                    </a:moveTo>
                    <a:cubicBezTo>
                      <a:pt x="167" y="449"/>
                      <a:pt x="167" y="449"/>
                      <a:pt x="167" y="449"/>
                    </a:cubicBezTo>
                    <a:cubicBezTo>
                      <a:pt x="167" y="449"/>
                      <a:pt x="159" y="449"/>
                      <a:pt x="155" y="449"/>
                    </a:cubicBezTo>
                    <a:cubicBezTo>
                      <a:pt x="154" y="449"/>
                      <a:pt x="154" y="449"/>
                      <a:pt x="154" y="449"/>
                    </a:cubicBezTo>
                    <a:cubicBezTo>
                      <a:pt x="154" y="448"/>
                      <a:pt x="154" y="448"/>
                      <a:pt x="154" y="448"/>
                    </a:cubicBezTo>
                    <a:cubicBezTo>
                      <a:pt x="154" y="448"/>
                      <a:pt x="154" y="447"/>
                      <a:pt x="154" y="446"/>
                    </a:cubicBezTo>
                    <a:cubicBezTo>
                      <a:pt x="154" y="445"/>
                      <a:pt x="154" y="444"/>
                      <a:pt x="154" y="442"/>
                    </a:cubicBezTo>
                    <a:cubicBezTo>
                      <a:pt x="154" y="442"/>
                      <a:pt x="154" y="441"/>
                      <a:pt x="154" y="441"/>
                    </a:cubicBezTo>
                    <a:cubicBezTo>
                      <a:pt x="154" y="440"/>
                      <a:pt x="154" y="439"/>
                      <a:pt x="153" y="439"/>
                    </a:cubicBezTo>
                    <a:cubicBezTo>
                      <a:pt x="152" y="438"/>
                      <a:pt x="152" y="437"/>
                      <a:pt x="151" y="437"/>
                    </a:cubicBezTo>
                    <a:cubicBezTo>
                      <a:pt x="147" y="435"/>
                      <a:pt x="142" y="433"/>
                      <a:pt x="137" y="432"/>
                    </a:cubicBezTo>
                    <a:cubicBezTo>
                      <a:pt x="135" y="432"/>
                      <a:pt x="134" y="432"/>
                      <a:pt x="134" y="431"/>
                    </a:cubicBezTo>
                    <a:cubicBezTo>
                      <a:pt x="132" y="430"/>
                      <a:pt x="131" y="429"/>
                      <a:pt x="130" y="426"/>
                    </a:cubicBezTo>
                    <a:cubicBezTo>
                      <a:pt x="129" y="424"/>
                      <a:pt x="127" y="422"/>
                      <a:pt x="124" y="420"/>
                    </a:cubicBezTo>
                    <a:cubicBezTo>
                      <a:pt x="122" y="419"/>
                      <a:pt x="122" y="418"/>
                      <a:pt x="121" y="417"/>
                    </a:cubicBezTo>
                    <a:cubicBezTo>
                      <a:pt x="121" y="417"/>
                      <a:pt x="121" y="417"/>
                      <a:pt x="121" y="417"/>
                    </a:cubicBezTo>
                    <a:cubicBezTo>
                      <a:pt x="121" y="417"/>
                      <a:pt x="121" y="417"/>
                      <a:pt x="121" y="417"/>
                    </a:cubicBezTo>
                    <a:cubicBezTo>
                      <a:pt x="121" y="417"/>
                      <a:pt x="121" y="417"/>
                      <a:pt x="121" y="417"/>
                    </a:cubicBezTo>
                    <a:cubicBezTo>
                      <a:pt x="121" y="417"/>
                      <a:pt x="121" y="417"/>
                      <a:pt x="121" y="417"/>
                    </a:cubicBezTo>
                    <a:cubicBezTo>
                      <a:pt x="121" y="417"/>
                      <a:pt x="121" y="417"/>
                      <a:pt x="121" y="417"/>
                    </a:cubicBezTo>
                    <a:cubicBezTo>
                      <a:pt x="121" y="417"/>
                      <a:pt x="121" y="417"/>
                      <a:pt x="121" y="417"/>
                    </a:cubicBezTo>
                    <a:cubicBezTo>
                      <a:pt x="120" y="417"/>
                      <a:pt x="120" y="417"/>
                      <a:pt x="120" y="417"/>
                    </a:cubicBezTo>
                    <a:cubicBezTo>
                      <a:pt x="121" y="417"/>
                      <a:pt x="121" y="417"/>
                      <a:pt x="121" y="417"/>
                    </a:cubicBezTo>
                    <a:cubicBezTo>
                      <a:pt x="121" y="417"/>
                      <a:pt x="121" y="417"/>
                      <a:pt x="121" y="417"/>
                    </a:cubicBezTo>
                    <a:cubicBezTo>
                      <a:pt x="120" y="417"/>
                      <a:pt x="120" y="417"/>
                      <a:pt x="120" y="417"/>
                    </a:cubicBezTo>
                    <a:cubicBezTo>
                      <a:pt x="121" y="417"/>
                      <a:pt x="121" y="417"/>
                      <a:pt x="121" y="417"/>
                    </a:cubicBezTo>
                    <a:cubicBezTo>
                      <a:pt x="120" y="417"/>
                      <a:pt x="120" y="417"/>
                      <a:pt x="120" y="417"/>
                    </a:cubicBezTo>
                    <a:cubicBezTo>
                      <a:pt x="121" y="418"/>
                      <a:pt x="121" y="418"/>
                      <a:pt x="121" y="418"/>
                    </a:cubicBezTo>
                    <a:cubicBezTo>
                      <a:pt x="121" y="417"/>
                      <a:pt x="121" y="417"/>
                      <a:pt x="121" y="417"/>
                    </a:cubicBezTo>
                    <a:cubicBezTo>
                      <a:pt x="120" y="417"/>
                      <a:pt x="120" y="417"/>
                      <a:pt x="120" y="417"/>
                    </a:cubicBezTo>
                    <a:cubicBezTo>
                      <a:pt x="121" y="418"/>
                      <a:pt x="121" y="418"/>
                      <a:pt x="121" y="418"/>
                    </a:cubicBezTo>
                    <a:cubicBezTo>
                      <a:pt x="121" y="418"/>
                      <a:pt x="121" y="418"/>
                      <a:pt x="121" y="418"/>
                    </a:cubicBezTo>
                    <a:cubicBezTo>
                      <a:pt x="121" y="418"/>
                      <a:pt x="121" y="418"/>
                      <a:pt x="121" y="418"/>
                    </a:cubicBezTo>
                    <a:cubicBezTo>
                      <a:pt x="121" y="418"/>
                      <a:pt x="121" y="418"/>
                      <a:pt x="121" y="418"/>
                    </a:cubicBezTo>
                    <a:cubicBezTo>
                      <a:pt x="121" y="418"/>
                      <a:pt x="121" y="418"/>
                      <a:pt x="121" y="418"/>
                    </a:cubicBezTo>
                    <a:cubicBezTo>
                      <a:pt x="121" y="418"/>
                      <a:pt x="121" y="418"/>
                      <a:pt x="121" y="418"/>
                    </a:cubicBezTo>
                    <a:cubicBezTo>
                      <a:pt x="121" y="417"/>
                      <a:pt x="121" y="417"/>
                      <a:pt x="122" y="416"/>
                    </a:cubicBezTo>
                    <a:cubicBezTo>
                      <a:pt x="123" y="415"/>
                      <a:pt x="123" y="413"/>
                      <a:pt x="124" y="411"/>
                    </a:cubicBezTo>
                    <a:cubicBezTo>
                      <a:pt x="124" y="408"/>
                      <a:pt x="124" y="406"/>
                      <a:pt x="124" y="406"/>
                    </a:cubicBezTo>
                    <a:cubicBezTo>
                      <a:pt x="124" y="405"/>
                      <a:pt x="124" y="404"/>
                      <a:pt x="125" y="402"/>
                    </a:cubicBezTo>
                    <a:cubicBezTo>
                      <a:pt x="126" y="400"/>
                      <a:pt x="126" y="399"/>
                      <a:pt x="126" y="397"/>
                    </a:cubicBezTo>
                    <a:cubicBezTo>
                      <a:pt x="126" y="393"/>
                      <a:pt x="125" y="389"/>
                      <a:pt x="124" y="382"/>
                    </a:cubicBezTo>
                    <a:cubicBezTo>
                      <a:pt x="123" y="372"/>
                      <a:pt x="122" y="360"/>
                      <a:pt x="121" y="349"/>
                    </a:cubicBezTo>
                    <a:cubicBezTo>
                      <a:pt x="120" y="345"/>
                      <a:pt x="120" y="343"/>
                      <a:pt x="120" y="341"/>
                    </a:cubicBezTo>
                    <a:cubicBezTo>
                      <a:pt x="120" y="336"/>
                      <a:pt x="121" y="334"/>
                      <a:pt x="123" y="327"/>
                    </a:cubicBezTo>
                    <a:cubicBezTo>
                      <a:pt x="126" y="322"/>
                      <a:pt x="126" y="316"/>
                      <a:pt x="126" y="312"/>
                    </a:cubicBezTo>
                    <a:cubicBezTo>
                      <a:pt x="126" y="307"/>
                      <a:pt x="126" y="304"/>
                      <a:pt x="126" y="304"/>
                    </a:cubicBezTo>
                    <a:cubicBezTo>
                      <a:pt x="124" y="304"/>
                      <a:pt x="124" y="304"/>
                      <a:pt x="124" y="304"/>
                    </a:cubicBezTo>
                    <a:cubicBezTo>
                      <a:pt x="123" y="306"/>
                      <a:pt x="123" y="306"/>
                      <a:pt x="123" y="306"/>
                    </a:cubicBezTo>
                    <a:cubicBezTo>
                      <a:pt x="123" y="306"/>
                      <a:pt x="123" y="306"/>
                      <a:pt x="124" y="306"/>
                    </a:cubicBezTo>
                    <a:cubicBezTo>
                      <a:pt x="126" y="307"/>
                      <a:pt x="130" y="309"/>
                      <a:pt x="134" y="312"/>
                    </a:cubicBezTo>
                    <a:cubicBezTo>
                      <a:pt x="135" y="312"/>
                      <a:pt x="136" y="313"/>
                      <a:pt x="137" y="314"/>
                    </a:cubicBezTo>
                    <a:cubicBezTo>
                      <a:pt x="138" y="316"/>
                      <a:pt x="138" y="318"/>
                      <a:pt x="139" y="322"/>
                    </a:cubicBezTo>
                    <a:cubicBezTo>
                      <a:pt x="139" y="325"/>
                      <a:pt x="140" y="330"/>
                      <a:pt x="141" y="335"/>
                    </a:cubicBezTo>
                    <a:cubicBezTo>
                      <a:pt x="143" y="341"/>
                      <a:pt x="144" y="344"/>
                      <a:pt x="145" y="347"/>
                    </a:cubicBezTo>
                    <a:cubicBezTo>
                      <a:pt x="146" y="349"/>
                      <a:pt x="147" y="352"/>
                      <a:pt x="148" y="358"/>
                    </a:cubicBezTo>
                    <a:cubicBezTo>
                      <a:pt x="151" y="371"/>
                      <a:pt x="150" y="385"/>
                      <a:pt x="153" y="404"/>
                    </a:cubicBezTo>
                    <a:cubicBezTo>
                      <a:pt x="154" y="413"/>
                      <a:pt x="154" y="417"/>
                      <a:pt x="155" y="420"/>
                    </a:cubicBezTo>
                    <a:cubicBezTo>
                      <a:pt x="155" y="422"/>
                      <a:pt x="156" y="424"/>
                      <a:pt x="157" y="425"/>
                    </a:cubicBezTo>
                    <a:cubicBezTo>
                      <a:pt x="158" y="427"/>
                      <a:pt x="159" y="429"/>
                      <a:pt x="161" y="431"/>
                    </a:cubicBezTo>
                    <a:cubicBezTo>
                      <a:pt x="165" y="436"/>
                      <a:pt x="166" y="441"/>
                      <a:pt x="166" y="445"/>
                    </a:cubicBezTo>
                    <a:cubicBezTo>
                      <a:pt x="166" y="446"/>
                      <a:pt x="166" y="448"/>
                      <a:pt x="166" y="449"/>
                    </a:cubicBezTo>
                    <a:cubicBezTo>
                      <a:pt x="166" y="449"/>
                      <a:pt x="165" y="449"/>
                      <a:pt x="165" y="450"/>
                    </a:cubicBezTo>
                    <a:cubicBezTo>
                      <a:pt x="165" y="450"/>
                      <a:pt x="165" y="450"/>
                      <a:pt x="165" y="450"/>
                    </a:cubicBezTo>
                    <a:cubicBezTo>
                      <a:pt x="165" y="450"/>
                      <a:pt x="165" y="450"/>
                      <a:pt x="165" y="450"/>
                    </a:cubicBezTo>
                    <a:cubicBezTo>
                      <a:pt x="167" y="451"/>
                      <a:pt x="167" y="451"/>
                      <a:pt x="167" y="451"/>
                    </a:cubicBezTo>
                    <a:cubicBezTo>
                      <a:pt x="167" y="449"/>
                      <a:pt x="167" y="449"/>
                      <a:pt x="167" y="449"/>
                    </a:cubicBezTo>
                    <a:cubicBezTo>
                      <a:pt x="167" y="451"/>
                      <a:pt x="167" y="451"/>
                      <a:pt x="167" y="451"/>
                    </a:cubicBezTo>
                    <a:cubicBezTo>
                      <a:pt x="169" y="451"/>
                      <a:pt x="169" y="451"/>
                      <a:pt x="169" y="451"/>
                    </a:cubicBezTo>
                    <a:cubicBezTo>
                      <a:pt x="169" y="451"/>
                      <a:pt x="170" y="449"/>
                      <a:pt x="170" y="445"/>
                    </a:cubicBezTo>
                    <a:cubicBezTo>
                      <a:pt x="170" y="440"/>
                      <a:pt x="169" y="434"/>
                      <a:pt x="164" y="429"/>
                    </a:cubicBezTo>
                    <a:cubicBezTo>
                      <a:pt x="162" y="426"/>
                      <a:pt x="161" y="424"/>
                      <a:pt x="160" y="423"/>
                    </a:cubicBezTo>
                    <a:cubicBezTo>
                      <a:pt x="159" y="421"/>
                      <a:pt x="158" y="420"/>
                      <a:pt x="158" y="417"/>
                    </a:cubicBezTo>
                    <a:cubicBezTo>
                      <a:pt x="158" y="414"/>
                      <a:pt x="158" y="410"/>
                      <a:pt x="157" y="403"/>
                    </a:cubicBezTo>
                    <a:cubicBezTo>
                      <a:pt x="154" y="385"/>
                      <a:pt x="155" y="371"/>
                      <a:pt x="152" y="357"/>
                    </a:cubicBezTo>
                    <a:cubicBezTo>
                      <a:pt x="150" y="351"/>
                      <a:pt x="149" y="348"/>
                      <a:pt x="148" y="345"/>
                    </a:cubicBezTo>
                    <a:cubicBezTo>
                      <a:pt x="147" y="343"/>
                      <a:pt x="146" y="340"/>
                      <a:pt x="145" y="334"/>
                    </a:cubicBezTo>
                    <a:cubicBezTo>
                      <a:pt x="143" y="327"/>
                      <a:pt x="143" y="322"/>
                      <a:pt x="142" y="318"/>
                    </a:cubicBezTo>
                    <a:cubicBezTo>
                      <a:pt x="142" y="316"/>
                      <a:pt x="141" y="314"/>
                      <a:pt x="140" y="312"/>
                    </a:cubicBezTo>
                    <a:cubicBezTo>
                      <a:pt x="139" y="310"/>
                      <a:pt x="138" y="309"/>
                      <a:pt x="136" y="308"/>
                    </a:cubicBezTo>
                    <a:cubicBezTo>
                      <a:pt x="131" y="305"/>
                      <a:pt x="124" y="302"/>
                      <a:pt x="124" y="302"/>
                    </a:cubicBezTo>
                    <a:cubicBezTo>
                      <a:pt x="121" y="301"/>
                      <a:pt x="121" y="301"/>
                      <a:pt x="121" y="301"/>
                    </a:cubicBezTo>
                    <a:cubicBezTo>
                      <a:pt x="122" y="304"/>
                      <a:pt x="122" y="304"/>
                      <a:pt x="122" y="304"/>
                    </a:cubicBezTo>
                    <a:cubicBezTo>
                      <a:pt x="122" y="305"/>
                      <a:pt x="122" y="305"/>
                      <a:pt x="122" y="305"/>
                    </a:cubicBezTo>
                    <a:cubicBezTo>
                      <a:pt x="122" y="306"/>
                      <a:pt x="122" y="309"/>
                      <a:pt x="122" y="312"/>
                    </a:cubicBezTo>
                    <a:cubicBezTo>
                      <a:pt x="122" y="316"/>
                      <a:pt x="122" y="321"/>
                      <a:pt x="120" y="326"/>
                    </a:cubicBezTo>
                    <a:cubicBezTo>
                      <a:pt x="117" y="332"/>
                      <a:pt x="116" y="336"/>
                      <a:pt x="116" y="341"/>
                    </a:cubicBezTo>
                    <a:cubicBezTo>
                      <a:pt x="116" y="343"/>
                      <a:pt x="116" y="346"/>
                      <a:pt x="117" y="349"/>
                    </a:cubicBezTo>
                    <a:cubicBezTo>
                      <a:pt x="118" y="361"/>
                      <a:pt x="119" y="372"/>
                      <a:pt x="120" y="383"/>
                    </a:cubicBezTo>
                    <a:cubicBezTo>
                      <a:pt x="121" y="390"/>
                      <a:pt x="122" y="394"/>
                      <a:pt x="122" y="397"/>
                    </a:cubicBezTo>
                    <a:cubicBezTo>
                      <a:pt x="122" y="398"/>
                      <a:pt x="122" y="400"/>
                      <a:pt x="121" y="401"/>
                    </a:cubicBezTo>
                    <a:cubicBezTo>
                      <a:pt x="121" y="403"/>
                      <a:pt x="120" y="404"/>
                      <a:pt x="120" y="405"/>
                    </a:cubicBezTo>
                    <a:cubicBezTo>
                      <a:pt x="120" y="406"/>
                      <a:pt x="120" y="408"/>
                      <a:pt x="120" y="411"/>
                    </a:cubicBezTo>
                    <a:cubicBezTo>
                      <a:pt x="120" y="413"/>
                      <a:pt x="119" y="413"/>
                      <a:pt x="119" y="414"/>
                    </a:cubicBezTo>
                    <a:cubicBezTo>
                      <a:pt x="118" y="414"/>
                      <a:pt x="118" y="415"/>
                      <a:pt x="118" y="415"/>
                    </a:cubicBezTo>
                    <a:cubicBezTo>
                      <a:pt x="117" y="416"/>
                      <a:pt x="117" y="416"/>
                      <a:pt x="117" y="417"/>
                    </a:cubicBezTo>
                    <a:cubicBezTo>
                      <a:pt x="117" y="418"/>
                      <a:pt x="117" y="418"/>
                      <a:pt x="117" y="419"/>
                    </a:cubicBezTo>
                    <a:cubicBezTo>
                      <a:pt x="118" y="420"/>
                      <a:pt x="119" y="421"/>
                      <a:pt x="121" y="423"/>
                    </a:cubicBezTo>
                    <a:cubicBezTo>
                      <a:pt x="125" y="425"/>
                      <a:pt x="126" y="428"/>
                      <a:pt x="128" y="431"/>
                    </a:cubicBezTo>
                    <a:cubicBezTo>
                      <a:pt x="129" y="432"/>
                      <a:pt x="130" y="433"/>
                      <a:pt x="131" y="434"/>
                    </a:cubicBezTo>
                    <a:cubicBezTo>
                      <a:pt x="132" y="435"/>
                      <a:pt x="134" y="436"/>
                      <a:pt x="136" y="436"/>
                    </a:cubicBezTo>
                    <a:cubicBezTo>
                      <a:pt x="139" y="437"/>
                      <a:pt x="143" y="438"/>
                      <a:pt x="145" y="439"/>
                    </a:cubicBezTo>
                    <a:cubicBezTo>
                      <a:pt x="147" y="439"/>
                      <a:pt x="148" y="440"/>
                      <a:pt x="149" y="440"/>
                    </a:cubicBezTo>
                    <a:cubicBezTo>
                      <a:pt x="149" y="441"/>
                      <a:pt x="150" y="441"/>
                      <a:pt x="150" y="441"/>
                    </a:cubicBezTo>
                    <a:cubicBezTo>
                      <a:pt x="150" y="441"/>
                      <a:pt x="150" y="441"/>
                      <a:pt x="150" y="441"/>
                    </a:cubicBezTo>
                    <a:cubicBezTo>
                      <a:pt x="150" y="441"/>
                      <a:pt x="150" y="441"/>
                      <a:pt x="150" y="441"/>
                    </a:cubicBezTo>
                    <a:cubicBezTo>
                      <a:pt x="150" y="441"/>
                      <a:pt x="150" y="441"/>
                      <a:pt x="150" y="441"/>
                    </a:cubicBezTo>
                    <a:cubicBezTo>
                      <a:pt x="150" y="441"/>
                      <a:pt x="150" y="441"/>
                      <a:pt x="150" y="441"/>
                    </a:cubicBezTo>
                    <a:cubicBezTo>
                      <a:pt x="150" y="441"/>
                      <a:pt x="150" y="441"/>
                      <a:pt x="150" y="441"/>
                    </a:cubicBezTo>
                    <a:cubicBezTo>
                      <a:pt x="150" y="441"/>
                      <a:pt x="150" y="441"/>
                      <a:pt x="150" y="441"/>
                    </a:cubicBezTo>
                    <a:cubicBezTo>
                      <a:pt x="150" y="441"/>
                      <a:pt x="150" y="441"/>
                      <a:pt x="150" y="441"/>
                    </a:cubicBezTo>
                    <a:cubicBezTo>
                      <a:pt x="150" y="441"/>
                      <a:pt x="150" y="441"/>
                      <a:pt x="150" y="441"/>
                    </a:cubicBezTo>
                    <a:cubicBezTo>
                      <a:pt x="150" y="441"/>
                      <a:pt x="150" y="441"/>
                      <a:pt x="150" y="441"/>
                    </a:cubicBezTo>
                    <a:cubicBezTo>
                      <a:pt x="150" y="441"/>
                      <a:pt x="150" y="441"/>
                      <a:pt x="150" y="441"/>
                    </a:cubicBezTo>
                    <a:cubicBezTo>
                      <a:pt x="150" y="441"/>
                      <a:pt x="150" y="442"/>
                      <a:pt x="150" y="442"/>
                    </a:cubicBezTo>
                    <a:cubicBezTo>
                      <a:pt x="150" y="443"/>
                      <a:pt x="150" y="445"/>
                      <a:pt x="150" y="446"/>
                    </a:cubicBezTo>
                    <a:cubicBezTo>
                      <a:pt x="150" y="447"/>
                      <a:pt x="150" y="449"/>
                      <a:pt x="151" y="450"/>
                    </a:cubicBezTo>
                    <a:cubicBezTo>
                      <a:pt x="151" y="451"/>
                      <a:pt x="151" y="451"/>
                      <a:pt x="152" y="452"/>
                    </a:cubicBezTo>
                    <a:cubicBezTo>
                      <a:pt x="153" y="452"/>
                      <a:pt x="154" y="453"/>
                      <a:pt x="155" y="453"/>
                    </a:cubicBezTo>
                    <a:cubicBezTo>
                      <a:pt x="159" y="453"/>
                      <a:pt x="167" y="453"/>
                      <a:pt x="167" y="453"/>
                    </a:cubicBezTo>
                    <a:cubicBezTo>
                      <a:pt x="169" y="453"/>
                      <a:pt x="169" y="453"/>
                      <a:pt x="169" y="453"/>
                    </a:cubicBezTo>
                    <a:cubicBezTo>
                      <a:pt x="169" y="451"/>
                      <a:pt x="169" y="451"/>
                      <a:pt x="169" y="451"/>
                    </a:cubicBezTo>
                    <a:lnTo>
                      <a:pt x="167" y="451"/>
                    </a:lnTo>
                    <a:close/>
                    <a:moveTo>
                      <a:pt x="571" y="380"/>
                    </a:moveTo>
                    <a:cubicBezTo>
                      <a:pt x="573" y="379"/>
                      <a:pt x="573" y="379"/>
                      <a:pt x="573" y="379"/>
                    </a:cubicBezTo>
                    <a:cubicBezTo>
                      <a:pt x="572" y="378"/>
                      <a:pt x="571" y="376"/>
                      <a:pt x="570" y="374"/>
                    </a:cubicBezTo>
                    <a:cubicBezTo>
                      <a:pt x="566" y="369"/>
                      <a:pt x="559" y="362"/>
                      <a:pt x="556" y="358"/>
                    </a:cubicBezTo>
                    <a:cubicBezTo>
                      <a:pt x="555" y="356"/>
                      <a:pt x="554" y="355"/>
                      <a:pt x="554" y="354"/>
                    </a:cubicBezTo>
                    <a:cubicBezTo>
                      <a:pt x="554" y="354"/>
                      <a:pt x="554" y="354"/>
                      <a:pt x="554" y="354"/>
                    </a:cubicBezTo>
                    <a:cubicBezTo>
                      <a:pt x="554" y="354"/>
                      <a:pt x="554" y="354"/>
                      <a:pt x="554" y="354"/>
                    </a:cubicBezTo>
                    <a:cubicBezTo>
                      <a:pt x="554" y="354"/>
                      <a:pt x="554" y="354"/>
                      <a:pt x="554" y="354"/>
                    </a:cubicBezTo>
                    <a:cubicBezTo>
                      <a:pt x="554" y="354"/>
                      <a:pt x="554" y="354"/>
                      <a:pt x="554" y="354"/>
                    </a:cubicBezTo>
                    <a:cubicBezTo>
                      <a:pt x="554" y="354"/>
                      <a:pt x="554" y="354"/>
                      <a:pt x="554" y="354"/>
                    </a:cubicBezTo>
                    <a:cubicBezTo>
                      <a:pt x="554" y="354"/>
                      <a:pt x="554" y="354"/>
                      <a:pt x="554" y="354"/>
                    </a:cubicBezTo>
                    <a:cubicBezTo>
                      <a:pt x="554" y="354"/>
                      <a:pt x="554" y="354"/>
                      <a:pt x="554" y="354"/>
                    </a:cubicBezTo>
                    <a:cubicBezTo>
                      <a:pt x="554" y="354"/>
                      <a:pt x="554" y="354"/>
                      <a:pt x="554" y="354"/>
                    </a:cubicBezTo>
                    <a:cubicBezTo>
                      <a:pt x="554" y="354"/>
                      <a:pt x="554" y="354"/>
                      <a:pt x="554" y="354"/>
                    </a:cubicBezTo>
                    <a:cubicBezTo>
                      <a:pt x="554" y="354"/>
                      <a:pt x="554" y="354"/>
                      <a:pt x="554" y="354"/>
                    </a:cubicBezTo>
                    <a:cubicBezTo>
                      <a:pt x="554" y="354"/>
                      <a:pt x="554" y="354"/>
                      <a:pt x="554" y="354"/>
                    </a:cubicBezTo>
                    <a:cubicBezTo>
                      <a:pt x="554" y="354"/>
                      <a:pt x="554" y="354"/>
                      <a:pt x="554" y="354"/>
                    </a:cubicBezTo>
                    <a:cubicBezTo>
                      <a:pt x="554" y="354"/>
                      <a:pt x="554" y="354"/>
                      <a:pt x="554" y="354"/>
                    </a:cubicBezTo>
                    <a:cubicBezTo>
                      <a:pt x="554" y="354"/>
                      <a:pt x="554" y="354"/>
                      <a:pt x="554" y="354"/>
                    </a:cubicBezTo>
                    <a:cubicBezTo>
                      <a:pt x="554" y="354"/>
                      <a:pt x="554" y="354"/>
                      <a:pt x="554" y="354"/>
                    </a:cubicBezTo>
                    <a:cubicBezTo>
                      <a:pt x="554" y="354"/>
                      <a:pt x="554" y="354"/>
                      <a:pt x="554" y="354"/>
                    </a:cubicBezTo>
                    <a:cubicBezTo>
                      <a:pt x="554" y="354"/>
                      <a:pt x="554" y="354"/>
                      <a:pt x="554" y="354"/>
                    </a:cubicBezTo>
                    <a:cubicBezTo>
                      <a:pt x="555" y="354"/>
                      <a:pt x="555" y="354"/>
                      <a:pt x="555" y="354"/>
                    </a:cubicBezTo>
                    <a:cubicBezTo>
                      <a:pt x="555" y="354"/>
                      <a:pt x="555" y="354"/>
                      <a:pt x="555" y="354"/>
                    </a:cubicBezTo>
                    <a:cubicBezTo>
                      <a:pt x="555" y="354"/>
                      <a:pt x="555" y="354"/>
                      <a:pt x="555" y="354"/>
                    </a:cubicBezTo>
                    <a:cubicBezTo>
                      <a:pt x="555" y="354"/>
                      <a:pt x="556" y="354"/>
                      <a:pt x="556" y="354"/>
                    </a:cubicBezTo>
                    <a:cubicBezTo>
                      <a:pt x="557" y="354"/>
                      <a:pt x="558" y="354"/>
                      <a:pt x="559" y="353"/>
                    </a:cubicBezTo>
                    <a:cubicBezTo>
                      <a:pt x="560" y="352"/>
                      <a:pt x="561" y="351"/>
                      <a:pt x="561" y="349"/>
                    </a:cubicBezTo>
                    <a:cubicBezTo>
                      <a:pt x="561" y="348"/>
                      <a:pt x="561" y="348"/>
                      <a:pt x="561" y="348"/>
                    </a:cubicBezTo>
                    <a:cubicBezTo>
                      <a:pt x="559" y="347"/>
                      <a:pt x="559" y="347"/>
                      <a:pt x="559" y="347"/>
                    </a:cubicBezTo>
                    <a:cubicBezTo>
                      <a:pt x="558" y="348"/>
                      <a:pt x="558" y="348"/>
                      <a:pt x="558" y="348"/>
                    </a:cubicBezTo>
                    <a:cubicBezTo>
                      <a:pt x="558" y="348"/>
                      <a:pt x="560" y="352"/>
                      <a:pt x="562" y="356"/>
                    </a:cubicBezTo>
                    <a:cubicBezTo>
                      <a:pt x="565" y="361"/>
                      <a:pt x="568" y="366"/>
                      <a:pt x="571" y="370"/>
                    </a:cubicBezTo>
                    <a:cubicBezTo>
                      <a:pt x="572" y="372"/>
                      <a:pt x="573" y="374"/>
                      <a:pt x="573" y="375"/>
                    </a:cubicBezTo>
                    <a:cubicBezTo>
                      <a:pt x="573" y="376"/>
                      <a:pt x="573" y="378"/>
                      <a:pt x="572" y="378"/>
                    </a:cubicBezTo>
                    <a:cubicBezTo>
                      <a:pt x="572" y="379"/>
                      <a:pt x="572" y="379"/>
                      <a:pt x="572" y="379"/>
                    </a:cubicBezTo>
                    <a:cubicBezTo>
                      <a:pt x="572" y="379"/>
                      <a:pt x="572" y="379"/>
                      <a:pt x="572" y="379"/>
                    </a:cubicBezTo>
                    <a:cubicBezTo>
                      <a:pt x="572" y="379"/>
                      <a:pt x="572" y="379"/>
                      <a:pt x="572" y="379"/>
                    </a:cubicBezTo>
                    <a:cubicBezTo>
                      <a:pt x="572" y="379"/>
                      <a:pt x="572" y="379"/>
                      <a:pt x="572" y="379"/>
                    </a:cubicBezTo>
                    <a:cubicBezTo>
                      <a:pt x="572" y="379"/>
                      <a:pt x="572" y="379"/>
                      <a:pt x="572" y="379"/>
                    </a:cubicBezTo>
                    <a:cubicBezTo>
                      <a:pt x="572" y="379"/>
                      <a:pt x="572" y="379"/>
                      <a:pt x="572" y="379"/>
                    </a:cubicBezTo>
                    <a:cubicBezTo>
                      <a:pt x="572" y="379"/>
                      <a:pt x="572" y="379"/>
                      <a:pt x="572" y="379"/>
                    </a:cubicBezTo>
                    <a:cubicBezTo>
                      <a:pt x="572" y="380"/>
                      <a:pt x="572" y="380"/>
                      <a:pt x="572" y="380"/>
                    </a:cubicBezTo>
                    <a:cubicBezTo>
                      <a:pt x="573" y="379"/>
                      <a:pt x="573" y="379"/>
                      <a:pt x="573" y="379"/>
                    </a:cubicBezTo>
                    <a:cubicBezTo>
                      <a:pt x="572" y="379"/>
                      <a:pt x="572" y="379"/>
                      <a:pt x="572" y="379"/>
                    </a:cubicBezTo>
                    <a:cubicBezTo>
                      <a:pt x="572" y="380"/>
                      <a:pt x="572" y="380"/>
                      <a:pt x="572" y="380"/>
                    </a:cubicBezTo>
                    <a:cubicBezTo>
                      <a:pt x="573" y="379"/>
                      <a:pt x="573" y="379"/>
                      <a:pt x="573" y="379"/>
                    </a:cubicBezTo>
                    <a:cubicBezTo>
                      <a:pt x="573" y="379"/>
                      <a:pt x="573" y="379"/>
                      <a:pt x="573" y="379"/>
                    </a:cubicBezTo>
                    <a:cubicBezTo>
                      <a:pt x="573" y="379"/>
                      <a:pt x="573" y="379"/>
                      <a:pt x="573" y="379"/>
                    </a:cubicBezTo>
                    <a:cubicBezTo>
                      <a:pt x="573" y="379"/>
                      <a:pt x="573" y="379"/>
                      <a:pt x="573" y="379"/>
                    </a:cubicBezTo>
                    <a:cubicBezTo>
                      <a:pt x="573" y="379"/>
                      <a:pt x="573" y="379"/>
                      <a:pt x="573" y="379"/>
                    </a:cubicBezTo>
                    <a:cubicBezTo>
                      <a:pt x="573" y="379"/>
                      <a:pt x="573" y="379"/>
                      <a:pt x="573" y="379"/>
                    </a:cubicBezTo>
                    <a:cubicBezTo>
                      <a:pt x="573" y="379"/>
                      <a:pt x="573" y="379"/>
                      <a:pt x="573" y="379"/>
                    </a:cubicBezTo>
                    <a:cubicBezTo>
                      <a:pt x="571" y="380"/>
                      <a:pt x="571" y="380"/>
                      <a:pt x="571" y="380"/>
                    </a:cubicBezTo>
                    <a:cubicBezTo>
                      <a:pt x="569" y="380"/>
                      <a:pt x="569" y="380"/>
                      <a:pt x="569" y="380"/>
                    </a:cubicBezTo>
                    <a:cubicBezTo>
                      <a:pt x="569" y="381"/>
                      <a:pt x="570" y="382"/>
                      <a:pt x="570" y="382"/>
                    </a:cubicBezTo>
                    <a:cubicBezTo>
                      <a:pt x="571" y="382"/>
                      <a:pt x="571" y="383"/>
                      <a:pt x="572" y="383"/>
                    </a:cubicBezTo>
                    <a:cubicBezTo>
                      <a:pt x="573" y="383"/>
                      <a:pt x="574" y="382"/>
                      <a:pt x="574" y="382"/>
                    </a:cubicBezTo>
                    <a:cubicBezTo>
                      <a:pt x="575" y="381"/>
                      <a:pt x="576" y="380"/>
                      <a:pt x="576" y="379"/>
                    </a:cubicBezTo>
                    <a:cubicBezTo>
                      <a:pt x="577" y="378"/>
                      <a:pt x="577" y="377"/>
                      <a:pt x="577" y="375"/>
                    </a:cubicBezTo>
                    <a:cubicBezTo>
                      <a:pt x="577" y="373"/>
                      <a:pt x="576" y="370"/>
                      <a:pt x="574" y="367"/>
                    </a:cubicBezTo>
                    <a:cubicBezTo>
                      <a:pt x="571" y="364"/>
                      <a:pt x="568" y="359"/>
                      <a:pt x="566" y="354"/>
                    </a:cubicBezTo>
                    <a:cubicBezTo>
                      <a:pt x="564" y="352"/>
                      <a:pt x="563" y="350"/>
                      <a:pt x="562" y="349"/>
                    </a:cubicBezTo>
                    <a:cubicBezTo>
                      <a:pt x="562" y="347"/>
                      <a:pt x="561" y="346"/>
                      <a:pt x="561" y="346"/>
                    </a:cubicBezTo>
                    <a:cubicBezTo>
                      <a:pt x="558" y="341"/>
                      <a:pt x="558" y="341"/>
                      <a:pt x="558" y="341"/>
                    </a:cubicBezTo>
                    <a:cubicBezTo>
                      <a:pt x="557" y="347"/>
                      <a:pt x="557" y="347"/>
                      <a:pt x="557" y="347"/>
                    </a:cubicBezTo>
                    <a:cubicBezTo>
                      <a:pt x="557" y="347"/>
                      <a:pt x="557" y="347"/>
                      <a:pt x="557" y="347"/>
                    </a:cubicBezTo>
                    <a:cubicBezTo>
                      <a:pt x="557" y="347"/>
                      <a:pt x="557" y="349"/>
                      <a:pt x="557" y="349"/>
                    </a:cubicBezTo>
                    <a:cubicBezTo>
                      <a:pt x="556" y="350"/>
                      <a:pt x="556" y="350"/>
                      <a:pt x="556" y="350"/>
                    </a:cubicBezTo>
                    <a:cubicBezTo>
                      <a:pt x="556" y="350"/>
                      <a:pt x="556" y="350"/>
                      <a:pt x="556" y="350"/>
                    </a:cubicBezTo>
                    <a:cubicBezTo>
                      <a:pt x="556" y="351"/>
                      <a:pt x="556" y="351"/>
                      <a:pt x="556" y="351"/>
                    </a:cubicBezTo>
                    <a:cubicBezTo>
                      <a:pt x="556" y="350"/>
                      <a:pt x="556" y="350"/>
                      <a:pt x="556" y="350"/>
                    </a:cubicBezTo>
                    <a:cubicBezTo>
                      <a:pt x="556" y="350"/>
                      <a:pt x="556" y="350"/>
                      <a:pt x="556" y="350"/>
                    </a:cubicBezTo>
                    <a:cubicBezTo>
                      <a:pt x="556" y="351"/>
                      <a:pt x="556" y="351"/>
                      <a:pt x="556" y="351"/>
                    </a:cubicBezTo>
                    <a:cubicBezTo>
                      <a:pt x="556" y="350"/>
                      <a:pt x="556" y="350"/>
                      <a:pt x="556" y="350"/>
                    </a:cubicBezTo>
                    <a:cubicBezTo>
                      <a:pt x="556" y="350"/>
                      <a:pt x="556" y="350"/>
                      <a:pt x="556" y="350"/>
                    </a:cubicBezTo>
                    <a:cubicBezTo>
                      <a:pt x="556" y="350"/>
                      <a:pt x="556" y="350"/>
                      <a:pt x="556" y="350"/>
                    </a:cubicBezTo>
                    <a:cubicBezTo>
                      <a:pt x="556" y="350"/>
                      <a:pt x="556" y="350"/>
                      <a:pt x="556" y="350"/>
                    </a:cubicBezTo>
                    <a:cubicBezTo>
                      <a:pt x="556" y="350"/>
                      <a:pt x="556" y="350"/>
                      <a:pt x="556" y="350"/>
                    </a:cubicBezTo>
                    <a:cubicBezTo>
                      <a:pt x="556" y="350"/>
                      <a:pt x="556" y="350"/>
                      <a:pt x="556" y="350"/>
                    </a:cubicBezTo>
                    <a:cubicBezTo>
                      <a:pt x="556" y="350"/>
                      <a:pt x="556" y="350"/>
                      <a:pt x="556" y="350"/>
                    </a:cubicBezTo>
                    <a:cubicBezTo>
                      <a:pt x="556" y="350"/>
                      <a:pt x="556" y="350"/>
                      <a:pt x="556" y="350"/>
                    </a:cubicBezTo>
                    <a:cubicBezTo>
                      <a:pt x="556" y="350"/>
                      <a:pt x="556" y="350"/>
                      <a:pt x="556" y="350"/>
                    </a:cubicBezTo>
                    <a:cubicBezTo>
                      <a:pt x="555" y="350"/>
                      <a:pt x="555" y="350"/>
                      <a:pt x="554" y="350"/>
                    </a:cubicBezTo>
                    <a:cubicBezTo>
                      <a:pt x="553" y="350"/>
                      <a:pt x="552" y="350"/>
                      <a:pt x="551" y="351"/>
                    </a:cubicBezTo>
                    <a:cubicBezTo>
                      <a:pt x="551" y="352"/>
                      <a:pt x="550" y="353"/>
                      <a:pt x="550" y="354"/>
                    </a:cubicBezTo>
                    <a:cubicBezTo>
                      <a:pt x="550" y="356"/>
                      <a:pt x="551" y="358"/>
                      <a:pt x="553" y="361"/>
                    </a:cubicBezTo>
                    <a:cubicBezTo>
                      <a:pt x="555" y="363"/>
                      <a:pt x="559" y="367"/>
                      <a:pt x="562" y="371"/>
                    </a:cubicBezTo>
                    <a:cubicBezTo>
                      <a:pt x="564" y="373"/>
                      <a:pt x="566" y="375"/>
                      <a:pt x="567" y="377"/>
                    </a:cubicBezTo>
                    <a:cubicBezTo>
                      <a:pt x="568" y="378"/>
                      <a:pt x="569" y="380"/>
                      <a:pt x="569" y="380"/>
                    </a:cubicBezTo>
                    <a:lnTo>
                      <a:pt x="571" y="380"/>
                    </a:lnTo>
                    <a:close/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7696" name="Freeform 112">
                <a:extLst>
                  <a:ext uri="{FF2B5EF4-FFF2-40B4-BE49-F238E27FC236}">
                    <a16:creationId xmlns:a16="http://schemas.microsoft.com/office/drawing/2014/main" id="{B6D20F54-9C3F-4F00-8C92-C6B39F6072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5" y="1637"/>
                <a:ext cx="17" cy="169"/>
              </a:xfrm>
              <a:custGeom>
                <a:avLst/>
                <a:gdLst>
                  <a:gd name="T0" fmla="*/ 13 w 12"/>
                  <a:gd name="T1" fmla="*/ 324 h 121"/>
                  <a:gd name="T2" fmla="*/ 9 w 12"/>
                  <a:gd name="T3" fmla="*/ 295 h 121"/>
                  <a:gd name="T4" fmla="*/ 14 w 12"/>
                  <a:gd name="T5" fmla="*/ 267 h 121"/>
                  <a:gd name="T6" fmla="*/ 26 w 12"/>
                  <a:gd name="T7" fmla="*/ 186 h 121"/>
                  <a:gd name="T8" fmla="*/ 28 w 12"/>
                  <a:gd name="T9" fmla="*/ 151 h 121"/>
                  <a:gd name="T10" fmla="*/ 26 w 12"/>
                  <a:gd name="T11" fmla="*/ 92 h 121"/>
                  <a:gd name="T12" fmla="*/ 23 w 12"/>
                  <a:gd name="T13" fmla="*/ 63 h 121"/>
                  <a:gd name="T14" fmla="*/ 34 w 12"/>
                  <a:gd name="T15" fmla="*/ 6 h 121"/>
                  <a:gd name="T16" fmla="*/ 33 w 12"/>
                  <a:gd name="T17" fmla="*/ 0 h 121"/>
                  <a:gd name="T18" fmla="*/ 26 w 12"/>
                  <a:gd name="T19" fmla="*/ 1 h 121"/>
                  <a:gd name="T20" fmla="*/ 14 w 12"/>
                  <a:gd name="T21" fmla="*/ 63 h 121"/>
                  <a:gd name="T22" fmla="*/ 18 w 12"/>
                  <a:gd name="T23" fmla="*/ 92 h 121"/>
                  <a:gd name="T24" fmla="*/ 20 w 12"/>
                  <a:gd name="T25" fmla="*/ 151 h 121"/>
                  <a:gd name="T26" fmla="*/ 18 w 12"/>
                  <a:gd name="T27" fmla="*/ 186 h 121"/>
                  <a:gd name="T28" fmla="*/ 6 w 12"/>
                  <a:gd name="T29" fmla="*/ 264 h 121"/>
                  <a:gd name="T30" fmla="*/ 0 w 12"/>
                  <a:gd name="T31" fmla="*/ 295 h 121"/>
                  <a:gd name="T32" fmla="*/ 1 w 12"/>
                  <a:gd name="T33" fmla="*/ 328 h 121"/>
                  <a:gd name="T34" fmla="*/ 9 w 12"/>
                  <a:gd name="T35" fmla="*/ 330 h 121"/>
                  <a:gd name="T36" fmla="*/ 13 w 12"/>
                  <a:gd name="T37" fmla="*/ 324 h 121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12" h="121">
                    <a:moveTo>
                      <a:pt x="4" y="119"/>
                    </a:moveTo>
                    <a:cubicBezTo>
                      <a:pt x="4" y="116"/>
                      <a:pt x="3" y="112"/>
                      <a:pt x="3" y="108"/>
                    </a:cubicBezTo>
                    <a:cubicBezTo>
                      <a:pt x="3" y="105"/>
                      <a:pt x="4" y="101"/>
                      <a:pt x="5" y="98"/>
                    </a:cubicBezTo>
                    <a:cubicBezTo>
                      <a:pt x="7" y="87"/>
                      <a:pt x="9" y="79"/>
                      <a:pt x="9" y="68"/>
                    </a:cubicBezTo>
                    <a:cubicBezTo>
                      <a:pt x="10" y="64"/>
                      <a:pt x="10" y="60"/>
                      <a:pt x="10" y="55"/>
                    </a:cubicBezTo>
                    <a:cubicBezTo>
                      <a:pt x="10" y="48"/>
                      <a:pt x="9" y="41"/>
                      <a:pt x="9" y="34"/>
                    </a:cubicBezTo>
                    <a:cubicBezTo>
                      <a:pt x="8" y="30"/>
                      <a:pt x="8" y="27"/>
                      <a:pt x="8" y="23"/>
                    </a:cubicBezTo>
                    <a:cubicBezTo>
                      <a:pt x="8" y="16"/>
                      <a:pt x="9" y="11"/>
                      <a:pt x="12" y="2"/>
                    </a:cubicBezTo>
                    <a:cubicBezTo>
                      <a:pt x="12" y="1"/>
                      <a:pt x="12" y="0"/>
                      <a:pt x="11" y="0"/>
                    </a:cubicBezTo>
                    <a:cubicBezTo>
                      <a:pt x="10" y="0"/>
                      <a:pt x="9" y="0"/>
                      <a:pt x="9" y="1"/>
                    </a:cubicBezTo>
                    <a:cubicBezTo>
                      <a:pt x="6" y="10"/>
                      <a:pt x="5" y="16"/>
                      <a:pt x="5" y="23"/>
                    </a:cubicBezTo>
                    <a:cubicBezTo>
                      <a:pt x="5" y="27"/>
                      <a:pt x="5" y="30"/>
                      <a:pt x="6" y="34"/>
                    </a:cubicBezTo>
                    <a:cubicBezTo>
                      <a:pt x="6" y="41"/>
                      <a:pt x="7" y="48"/>
                      <a:pt x="7" y="55"/>
                    </a:cubicBezTo>
                    <a:cubicBezTo>
                      <a:pt x="7" y="59"/>
                      <a:pt x="7" y="64"/>
                      <a:pt x="6" y="68"/>
                    </a:cubicBezTo>
                    <a:cubicBezTo>
                      <a:pt x="6" y="78"/>
                      <a:pt x="4" y="87"/>
                      <a:pt x="2" y="97"/>
                    </a:cubicBezTo>
                    <a:cubicBezTo>
                      <a:pt x="1" y="101"/>
                      <a:pt x="0" y="104"/>
                      <a:pt x="0" y="108"/>
                    </a:cubicBezTo>
                    <a:cubicBezTo>
                      <a:pt x="0" y="112"/>
                      <a:pt x="1" y="116"/>
                      <a:pt x="1" y="120"/>
                    </a:cubicBezTo>
                    <a:cubicBezTo>
                      <a:pt x="2" y="121"/>
                      <a:pt x="2" y="121"/>
                      <a:pt x="3" y="121"/>
                    </a:cubicBezTo>
                    <a:cubicBezTo>
                      <a:pt x="4" y="121"/>
                      <a:pt x="5" y="120"/>
                      <a:pt x="4" y="119"/>
                    </a:cubicBezTo>
                    <a:close/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7697" name="Freeform 113">
                <a:extLst>
                  <a:ext uri="{FF2B5EF4-FFF2-40B4-BE49-F238E27FC236}">
                    <a16:creationId xmlns:a16="http://schemas.microsoft.com/office/drawing/2014/main" id="{D56C0D72-A506-47BA-A80F-BCB21FBB83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4" y="1621"/>
                <a:ext cx="70" cy="61"/>
              </a:xfrm>
              <a:custGeom>
                <a:avLst/>
                <a:gdLst>
                  <a:gd name="T0" fmla="*/ 6 w 50"/>
                  <a:gd name="T1" fmla="*/ 118 h 44"/>
                  <a:gd name="T2" fmla="*/ 11 w 50"/>
                  <a:gd name="T3" fmla="*/ 118 h 44"/>
                  <a:gd name="T4" fmla="*/ 34 w 50"/>
                  <a:gd name="T5" fmla="*/ 105 h 44"/>
                  <a:gd name="T6" fmla="*/ 48 w 50"/>
                  <a:gd name="T7" fmla="*/ 90 h 44"/>
                  <a:gd name="T8" fmla="*/ 136 w 50"/>
                  <a:gd name="T9" fmla="*/ 8 h 44"/>
                  <a:gd name="T10" fmla="*/ 136 w 50"/>
                  <a:gd name="T11" fmla="*/ 1 h 44"/>
                  <a:gd name="T12" fmla="*/ 129 w 50"/>
                  <a:gd name="T13" fmla="*/ 1 h 44"/>
                  <a:gd name="T14" fmla="*/ 39 w 50"/>
                  <a:gd name="T15" fmla="*/ 89 h 44"/>
                  <a:gd name="T16" fmla="*/ 28 w 50"/>
                  <a:gd name="T17" fmla="*/ 101 h 44"/>
                  <a:gd name="T18" fmla="*/ 11 w 50"/>
                  <a:gd name="T19" fmla="*/ 110 h 44"/>
                  <a:gd name="T20" fmla="*/ 8 w 50"/>
                  <a:gd name="T21" fmla="*/ 110 h 44"/>
                  <a:gd name="T22" fmla="*/ 1 w 50"/>
                  <a:gd name="T23" fmla="*/ 111 h 44"/>
                  <a:gd name="T24" fmla="*/ 6 w 50"/>
                  <a:gd name="T25" fmla="*/ 118 h 4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50" h="44">
                    <a:moveTo>
                      <a:pt x="2" y="44"/>
                    </a:moveTo>
                    <a:cubicBezTo>
                      <a:pt x="2" y="44"/>
                      <a:pt x="3" y="44"/>
                      <a:pt x="4" y="44"/>
                    </a:cubicBezTo>
                    <a:cubicBezTo>
                      <a:pt x="7" y="44"/>
                      <a:pt x="10" y="42"/>
                      <a:pt x="12" y="40"/>
                    </a:cubicBezTo>
                    <a:cubicBezTo>
                      <a:pt x="14" y="38"/>
                      <a:pt x="15" y="36"/>
                      <a:pt x="17" y="34"/>
                    </a:cubicBezTo>
                    <a:cubicBezTo>
                      <a:pt x="27" y="23"/>
                      <a:pt x="36" y="12"/>
                      <a:pt x="49" y="3"/>
                    </a:cubicBezTo>
                    <a:cubicBezTo>
                      <a:pt x="50" y="3"/>
                      <a:pt x="50" y="2"/>
                      <a:pt x="49" y="1"/>
                    </a:cubicBezTo>
                    <a:cubicBezTo>
                      <a:pt x="49" y="0"/>
                      <a:pt x="48" y="0"/>
                      <a:pt x="47" y="1"/>
                    </a:cubicBezTo>
                    <a:cubicBezTo>
                      <a:pt x="34" y="10"/>
                      <a:pt x="25" y="21"/>
                      <a:pt x="14" y="33"/>
                    </a:cubicBezTo>
                    <a:cubicBezTo>
                      <a:pt x="13" y="34"/>
                      <a:pt x="11" y="36"/>
                      <a:pt x="10" y="38"/>
                    </a:cubicBezTo>
                    <a:cubicBezTo>
                      <a:pt x="8" y="40"/>
                      <a:pt x="6" y="41"/>
                      <a:pt x="4" y="41"/>
                    </a:cubicBezTo>
                    <a:cubicBezTo>
                      <a:pt x="4" y="41"/>
                      <a:pt x="3" y="41"/>
                      <a:pt x="3" y="41"/>
                    </a:cubicBezTo>
                    <a:cubicBezTo>
                      <a:pt x="2" y="41"/>
                      <a:pt x="1" y="41"/>
                      <a:pt x="1" y="42"/>
                    </a:cubicBezTo>
                    <a:cubicBezTo>
                      <a:pt x="0" y="43"/>
                      <a:pt x="1" y="43"/>
                      <a:pt x="2" y="44"/>
                    </a:cubicBezTo>
                    <a:close/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7698" name="Freeform 114">
                <a:extLst>
                  <a:ext uri="{FF2B5EF4-FFF2-40B4-BE49-F238E27FC236}">
                    <a16:creationId xmlns:a16="http://schemas.microsoft.com/office/drawing/2014/main" id="{0CDF7397-8E16-4A55-BE1B-96BF2A96FC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4" y="1771"/>
                <a:ext cx="91" cy="13"/>
              </a:xfrm>
              <a:custGeom>
                <a:avLst/>
                <a:gdLst>
                  <a:gd name="T0" fmla="*/ 1 w 66"/>
                  <a:gd name="T1" fmla="*/ 9 h 9"/>
                  <a:gd name="T2" fmla="*/ 65 w 66"/>
                  <a:gd name="T3" fmla="*/ 14 h 9"/>
                  <a:gd name="T4" fmla="*/ 167 w 66"/>
                  <a:gd name="T5" fmla="*/ 27 h 9"/>
                  <a:gd name="T6" fmla="*/ 171 w 66"/>
                  <a:gd name="T7" fmla="*/ 20 h 9"/>
                  <a:gd name="T8" fmla="*/ 167 w 66"/>
                  <a:gd name="T9" fmla="*/ 19 h 9"/>
                  <a:gd name="T10" fmla="*/ 65 w 66"/>
                  <a:gd name="T11" fmla="*/ 6 h 9"/>
                  <a:gd name="T12" fmla="*/ 6 w 66"/>
                  <a:gd name="T13" fmla="*/ 1 h 9"/>
                  <a:gd name="T14" fmla="*/ 0 w 66"/>
                  <a:gd name="T15" fmla="*/ 6 h 9"/>
                  <a:gd name="T16" fmla="*/ 1 w 66"/>
                  <a:gd name="T17" fmla="*/ 9 h 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6" h="9">
                    <a:moveTo>
                      <a:pt x="1" y="3"/>
                    </a:moveTo>
                    <a:cubicBezTo>
                      <a:pt x="9" y="5"/>
                      <a:pt x="17" y="4"/>
                      <a:pt x="25" y="5"/>
                    </a:cubicBezTo>
                    <a:cubicBezTo>
                      <a:pt x="38" y="6"/>
                      <a:pt x="51" y="8"/>
                      <a:pt x="64" y="9"/>
                    </a:cubicBezTo>
                    <a:cubicBezTo>
                      <a:pt x="65" y="9"/>
                      <a:pt x="65" y="8"/>
                      <a:pt x="65" y="7"/>
                    </a:cubicBezTo>
                    <a:cubicBezTo>
                      <a:pt x="66" y="6"/>
                      <a:pt x="65" y="6"/>
                      <a:pt x="64" y="6"/>
                    </a:cubicBezTo>
                    <a:cubicBezTo>
                      <a:pt x="51" y="5"/>
                      <a:pt x="38" y="3"/>
                      <a:pt x="25" y="2"/>
                    </a:cubicBezTo>
                    <a:cubicBezTo>
                      <a:pt x="17" y="1"/>
                      <a:pt x="9" y="2"/>
                      <a:pt x="2" y="1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2"/>
                      <a:pt x="0" y="3"/>
                      <a:pt x="1" y="3"/>
                    </a:cubicBezTo>
                    <a:close/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7699" name="Freeform 115">
                <a:extLst>
                  <a:ext uri="{FF2B5EF4-FFF2-40B4-BE49-F238E27FC236}">
                    <a16:creationId xmlns:a16="http://schemas.microsoft.com/office/drawing/2014/main" id="{F4D96661-376E-4445-A33D-E6CDB7F613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5" y="1848"/>
                <a:ext cx="90" cy="39"/>
              </a:xfrm>
              <a:custGeom>
                <a:avLst/>
                <a:gdLst>
                  <a:gd name="T0" fmla="*/ 0 w 65"/>
                  <a:gd name="T1" fmla="*/ 8 h 28"/>
                  <a:gd name="T2" fmla="*/ 11 w 65"/>
                  <a:gd name="T3" fmla="*/ 15 h 28"/>
                  <a:gd name="T4" fmla="*/ 33 w 65"/>
                  <a:gd name="T5" fmla="*/ 20 h 28"/>
                  <a:gd name="T6" fmla="*/ 50 w 65"/>
                  <a:gd name="T7" fmla="*/ 20 h 28"/>
                  <a:gd name="T8" fmla="*/ 115 w 65"/>
                  <a:gd name="T9" fmla="*/ 35 h 28"/>
                  <a:gd name="T10" fmla="*/ 165 w 65"/>
                  <a:gd name="T11" fmla="*/ 74 h 28"/>
                  <a:gd name="T12" fmla="*/ 170 w 65"/>
                  <a:gd name="T13" fmla="*/ 74 h 28"/>
                  <a:gd name="T14" fmla="*/ 173 w 65"/>
                  <a:gd name="T15" fmla="*/ 68 h 28"/>
                  <a:gd name="T16" fmla="*/ 116 w 65"/>
                  <a:gd name="T17" fmla="*/ 28 h 28"/>
                  <a:gd name="T18" fmla="*/ 50 w 65"/>
                  <a:gd name="T19" fmla="*/ 11 h 28"/>
                  <a:gd name="T20" fmla="*/ 26 w 65"/>
                  <a:gd name="T21" fmla="*/ 11 h 28"/>
                  <a:gd name="T22" fmla="*/ 14 w 65"/>
                  <a:gd name="T23" fmla="*/ 8 h 28"/>
                  <a:gd name="T24" fmla="*/ 8 w 65"/>
                  <a:gd name="T25" fmla="*/ 1 h 28"/>
                  <a:gd name="T26" fmla="*/ 1 w 65"/>
                  <a:gd name="T27" fmla="*/ 1 h 28"/>
                  <a:gd name="T28" fmla="*/ 0 w 65"/>
                  <a:gd name="T29" fmla="*/ 8 h 2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65" h="28">
                    <a:moveTo>
                      <a:pt x="0" y="3"/>
                    </a:moveTo>
                    <a:cubicBezTo>
                      <a:pt x="1" y="4"/>
                      <a:pt x="3" y="5"/>
                      <a:pt x="4" y="6"/>
                    </a:cubicBezTo>
                    <a:cubicBezTo>
                      <a:pt x="7" y="7"/>
                      <a:pt x="9" y="7"/>
                      <a:pt x="12" y="7"/>
                    </a:cubicBezTo>
                    <a:cubicBezTo>
                      <a:pt x="15" y="7"/>
                      <a:pt x="17" y="7"/>
                      <a:pt x="19" y="7"/>
                    </a:cubicBezTo>
                    <a:cubicBezTo>
                      <a:pt x="26" y="8"/>
                      <a:pt x="35" y="10"/>
                      <a:pt x="43" y="13"/>
                    </a:cubicBezTo>
                    <a:cubicBezTo>
                      <a:pt x="51" y="16"/>
                      <a:pt x="58" y="21"/>
                      <a:pt x="62" y="27"/>
                    </a:cubicBezTo>
                    <a:cubicBezTo>
                      <a:pt x="63" y="27"/>
                      <a:pt x="64" y="28"/>
                      <a:pt x="64" y="27"/>
                    </a:cubicBezTo>
                    <a:cubicBezTo>
                      <a:pt x="65" y="27"/>
                      <a:pt x="65" y="26"/>
                      <a:pt x="65" y="25"/>
                    </a:cubicBezTo>
                    <a:cubicBezTo>
                      <a:pt x="60" y="18"/>
                      <a:pt x="52" y="14"/>
                      <a:pt x="44" y="10"/>
                    </a:cubicBezTo>
                    <a:cubicBezTo>
                      <a:pt x="36" y="7"/>
                      <a:pt x="27" y="5"/>
                      <a:pt x="19" y="4"/>
                    </a:cubicBezTo>
                    <a:cubicBezTo>
                      <a:pt x="16" y="4"/>
                      <a:pt x="13" y="4"/>
                      <a:pt x="10" y="4"/>
                    </a:cubicBezTo>
                    <a:cubicBezTo>
                      <a:pt x="8" y="4"/>
                      <a:pt x="7" y="3"/>
                      <a:pt x="5" y="3"/>
                    </a:cubicBezTo>
                    <a:cubicBezTo>
                      <a:pt x="4" y="2"/>
                      <a:pt x="3" y="2"/>
                      <a:pt x="3" y="1"/>
                    </a:cubicBezTo>
                    <a:cubicBezTo>
                      <a:pt x="3" y="0"/>
                      <a:pt x="2" y="0"/>
                      <a:pt x="1" y="1"/>
                    </a:cubicBezTo>
                    <a:cubicBezTo>
                      <a:pt x="0" y="1"/>
                      <a:pt x="0" y="2"/>
                      <a:pt x="0" y="3"/>
                    </a:cubicBezTo>
                    <a:close/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7700" name="Freeform 116">
                <a:extLst>
                  <a:ext uri="{FF2B5EF4-FFF2-40B4-BE49-F238E27FC236}">
                    <a16:creationId xmlns:a16="http://schemas.microsoft.com/office/drawing/2014/main" id="{98D0D09F-634C-471E-A3FF-962CCCDE59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6" y="1888"/>
                <a:ext cx="35" cy="7"/>
              </a:xfrm>
              <a:custGeom>
                <a:avLst/>
                <a:gdLst>
                  <a:gd name="T0" fmla="*/ 1 w 25"/>
                  <a:gd name="T1" fmla="*/ 8 h 5"/>
                  <a:gd name="T2" fmla="*/ 35 w 25"/>
                  <a:gd name="T3" fmla="*/ 14 h 5"/>
                  <a:gd name="T4" fmla="*/ 63 w 25"/>
                  <a:gd name="T5" fmla="*/ 14 h 5"/>
                  <a:gd name="T6" fmla="*/ 63 w 25"/>
                  <a:gd name="T7" fmla="*/ 14 h 5"/>
                  <a:gd name="T8" fmla="*/ 69 w 25"/>
                  <a:gd name="T9" fmla="*/ 8 h 5"/>
                  <a:gd name="T10" fmla="*/ 63 w 25"/>
                  <a:gd name="T11" fmla="*/ 6 h 5"/>
                  <a:gd name="T12" fmla="*/ 63 w 25"/>
                  <a:gd name="T13" fmla="*/ 6 h 5"/>
                  <a:gd name="T14" fmla="*/ 35 w 25"/>
                  <a:gd name="T15" fmla="*/ 6 h 5"/>
                  <a:gd name="T16" fmla="*/ 8 w 25"/>
                  <a:gd name="T17" fmla="*/ 0 h 5"/>
                  <a:gd name="T18" fmla="*/ 1 w 25"/>
                  <a:gd name="T19" fmla="*/ 1 h 5"/>
                  <a:gd name="T20" fmla="*/ 1 w 25"/>
                  <a:gd name="T21" fmla="*/ 8 h 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5" h="5">
                    <a:moveTo>
                      <a:pt x="1" y="3"/>
                    </a:moveTo>
                    <a:cubicBezTo>
                      <a:pt x="5" y="5"/>
                      <a:pt x="9" y="5"/>
                      <a:pt x="13" y="5"/>
                    </a:cubicBezTo>
                    <a:cubicBezTo>
                      <a:pt x="17" y="5"/>
                      <a:pt x="20" y="5"/>
                      <a:pt x="23" y="5"/>
                    </a:cubicBezTo>
                    <a:cubicBezTo>
                      <a:pt x="23" y="5"/>
                      <a:pt x="23" y="5"/>
                      <a:pt x="23" y="5"/>
                    </a:cubicBezTo>
                    <a:cubicBezTo>
                      <a:pt x="24" y="5"/>
                      <a:pt x="25" y="4"/>
                      <a:pt x="25" y="3"/>
                    </a:cubicBezTo>
                    <a:cubicBezTo>
                      <a:pt x="25" y="2"/>
                      <a:pt x="24" y="2"/>
                      <a:pt x="23" y="2"/>
                    </a:cubicBezTo>
                    <a:cubicBezTo>
                      <a:pt x="23" y="2"/>
                      <a:pt x="23" y="2"/>
                      <a:pt x="23" y="2"/>
                    </a:cubicBezTo>
                    <a:cubicBezTo>
                      <a:pt x="20" y="2"/>
                      <a:pt x="17" y="2"/>
                      <a:pt x="13" y="2"/>
                    </a:cubicBezTo>
                    <a:cubicBezTo>
                      <a:pt x="9" y="2"/>
                      <a:pt x="6" y="2"/>
                      <a:pt x="3" y="0"/>
                    </a:cubicBezTo>
                    <a:cubicBezTo>
                      <a:pt x="2" y="0"/>
                      <a:pt x="1" y="0"/>
                      <a:pt x="1" y="1"/>
                    </a:cubicBezTo>
                    <a:cubicBezTo>
                      <a:pt x="0" y="1"/>
                      <a:pt x="0" y="2"/>
                      <a:pt x="1" y="3"/>
                    </a:cubicBezTo>
                    <a:close/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7701" name="Freeform 117">
                <a:extLst>
                  <a:ext uri="{FF2B5EF4-FFF2-40B4-BE49-F238E27FC236}">
                    <a16:creationId xmlns:a16="http://schemas.microsoft.com/office/drawing/2014/main" id="{CE050018-5AC4-4669-B7B2-BECAD510FF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5" y="1915"/>
                <a:ext cx="56" cy="15"/>
              </a:xfrm>
              <a:custGeom>
                <a:avLst/>
                <a:gdLst>
                  <a:gd name="T0" fmla="*/ 8 w 40"/>
                  <a:gd name="T1" fmla="*/ 26 h 11"/>
                  <a:gd name="T2" fmla="*/ 63 w 40"/>
                  <a:gd name="T3" fmla="*/ 7 h 11"/>
                  <a:gd name="T4" fmla="*/ 104 w 40"/>
                  <a:gd name="T5" fmla="*/ 15 h 11"/>
                  <a:gd name="T6" fmla="*/ 109 w 40"/>
                  <a:gd name="T7" fmla="*/ 15 h 11"/>
                  <a:gd name="T8" fmla="*/ 108 w 40"/>
                  <a:gd name="T9" fmla="*/ 10 h 11"/>
                  <a:gd name="T10" fmla="*/ 63 w 40"/>
                  <a:gd name="T11" fmla="*/ 0 h 11"/>
                  <a:gd name="T12" fmla="*/ 1 w 40"/>
                  <a:gd name="T13" fmla="*/ 20 h 11"/>
                  <a:gd name="T14" fmla="*/ 1 w 40"/>
                  <a:gd name="T15" fmla="*/ 26 h 11"/>
                  <a:gd name="T16" fmla="*/ 8 w 40"/>
                  <a:gd name="T17" fmla="*/ 26 h 1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0" h="11">
                    <a:moveTo>
                      <a:pt x="3" y="10"/>
                    </a:moveTo>
                    <a:cubicBezTo>
                      <a:pt x="8" y="5"/>
                      <a:pt x="16" y="3"/>
                      <a:pt x="23" y="3"/>
                    </a:cubicBezTo>
                    <a:cubicBezTo>
                      <a:pt x="28" y="3"/>
                      <a:pt x="33" y="4"/>
                      <a:pt x="38" y="6"/>
                    </a:cubicBezTo>
                    <a:cubicBezTo>
                      <a:pt x="38" y="7"/>
                      <a:pt x="39" y="6"/>
                      <a:pt x="40" y="6"/>
                    </a:cubicBezTo>
                    <a:cubicBezTo>
                      <a:pt x="40" y="5"/>
                      <a:pt x="40" y="4"/>
                      <a:pt x="39" y="4"/>
                    </a:cubicBezTo>
                    <a:cubicBezTo>
                      <a:pt x="34" y="1"/>
                      <a:pt x="29" y="0"/>
                      <a:pt x="23" y="0"/>
                    </a:cubicBezTo>
                    <a:cubicBezTo>
                      <a:pt x="15" y="0"/>
                      <a:pt x="7" y="2"/>
                      <a:pt x="1" y="8"/>
                    </a:cubicBezTo>
                    <a:cubicBezTo>
                      <a:pt x="0" y="8"/>
                      <a:pt x="0" y="9"/>
                      <a:pt x="1" y="10"/>
                    </a:cubicBezTo>
                    <a:cubicBezTo>
                      <a:pt x="1" y="10"/>
                      <a:pt x="2" y="11"/>
                      <a:pt x="3" y="10"/>
                    </a:cubicBezTo>
                    <a:close/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7702" name="Freeform 118">
                <a:extLst>
                  <a:ext uri="{FF2B5EF4-FFF2-40B4-BE49-F238E27FC236}">
                    <a16:creationId xmlns:a16="http://schemas.microsoft.com/office/drawing/2014/main" id="{4E493F5F-0268-48FC-879B-9B142E4A8C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2" y="1936"/>
                <a:ext cx="40" cy="11"/>
              </a:xfrm>
              <a:custGeom>
                <a:avLst/>
                <a:gdLst>
                  <a:gd name="T0" fmla="*/ 6 w 29"/>
                  <a:gd name="T1" fmla="*/ 19 h 8"/>
                  <a:gd name="T2" fmla="*/ 65 w 29"/>
                  <a:gd name="T3" fmla="*/ 8 h 8"/>
                  <a:gd name="T4" fmla="*/ 70 w 29"/>
                  <a:gd name="T5" fmla="*/ 8 h 8"/>
                  <a:gd name="T6" fmla="*/ 76 w 29"/>
                  <a:gd name="T7" fmla="*/ 1 h 8"/>
                  <a:gd name="T8" fmla="*/ 70 w 29"/>
                  <a:gd name="T9" fmla="*/ 0 h 8"/>
                  <a:gd name="T10" fmla="*/ 65 w 29"/>
                  <a:gd name="T11" fmla="*/ 0 h 8"/>
                  <a:gd name="T12" fmla="*/ 1 w 29"/>
                  <a:gd name="T13" fmla="*/ 11 h 8"/>
                  <a:gd name="T14" fmla="*/ 0 w 29"/>
                  <a:gd name="T15" fmla="*/ 15 h 8"/>
                  <a:gd name="T16" fmla="*/ 6 w 29"/>
                  <a:gd name="T17" fmla="*/ 19 h 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9" h="8">
                    <a:moveTo>
                      <a:pt x="2" y="7"/>
                    </a:moveTo>
                    <a:cubicBezTo>
                      <a:pt x="10" y="4"/>
                      <a:pt x="17" y="3"/>
                      <a:pt x="25" y="3"/>
                    </a:cubicBezTo>
                    <a:cubicBezTo>
                      <a:pt x="26" y="3"/>
                      <a:pt x="26" y="3"/>
                      <a:pt x="27" y="3"/>
                    </a:cubicBezTo>
                    <a:cubicBezTo>
                      <a:pt x="28" y="3"/>
                      <a:pt x="28" y="2"/>
                      <a:pt x="29" y="1"/>
                    </a:cubicBezTo>
                    <a:cubicBezTo>
                      <a:pt x="29" y="1"/>
                      <a:pt x="28" y="0"/>
                      <a:pt x="27" y="0"/>
                    </a:cubicBezTo>
                    <a:cubicBezTo>
                      <a:pt x="26" y="0"/>
                      <a:pt x="26" y="0"/>
                      <a:pt x="25" y="0"/>
                    </a:cubicBezTo>
                    <a:cubicBezTo>
                      <a:pt x="17" y="0"/>
                      <a:pt x="9" y="1"/>
                      <a:pt x="1" y="4"/>
                    </a:cubicBezTo>
                    <a:cubicBezTo>
                      <a:pt x="0" y="5"/>
                      <a:pt x="0" y="6"/>
                      <a:pt x="0" y="6"/>
                    </a:cubicBezTo>
                    <a:cubicBezTo>
                      <a:pt x="1" y="7"/>
                      <a:pt x="2" y="8"/>
                      <a:pt x="2" y="7"/>
                    </a:cubicBezTo>
                    <a:close/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7703" name="Freeform 119">
                <a:extLst>
                  <a:ext uri="{FF2B5EF4-FFF2-40B4-BE49-F238E27FC236}">
                    <a16:creationId xmlns:a16="http://schemas.microsoft.com/office/drawing/2014/main" id="{A7B21220-6518-437A-B49B-3DEAFC023A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2" y="1994"/>
                <a:ext cx="64" cy="38"/>
              </a:xfrm>
              <a:custGeom>
                <a:avLst/>
                <a:gdLst>
                  <a:gd name="T0" fmla="*/ 122 w 46"/>
                  <a:gd name="T1" fmla="*/ 6 h 27"/>
                  <a:gd name="T2" fmla="*/ 104 w 46"/>
                  <a:gd name="T3" fmla="*/ 0 h 27"/>
                  <a:gd name="T4" fmla="*/ 46 w 46"/>
                  <a:gd name="T5" fmla="*/ 25 h 27"/>
                  <a:gd name="T6" fmla="*/ 1 w 46"/>
                  <a:gd name="T7" fmla="*/ 69 h 27"/>
                  <a:gd name="T8" fmla="*/ 1 w 46"/>
                  <a:gd name="T9" fmla="*/ 75 h 27"/>
                  <a:gd name="T10" fmla="*/ 8 w 46"/>
                  <a:gd name="T11" fmla="*/ 75 h 27"/>
                  <a:gd name="T12" fmla="*/ 49 w 46"/>
                  <a:gd name="T13" fmla="*/ 34 h 27"/>
                  <a:gd name="T14" fmla="*/ 104 w 46"/>
                  <a:gd name="T15" fmla="*/ 8 h 27"/>
                  <a:gd name="T16" fmla="*/ 118 w 46"/>
                  <a:gd name="T17" fmla="*/ 11 h 27"/>
                  <a:gd name="T18" fmla="*/ 124 w 46"/>
                  <a:gd name="T19" fmla="*/ 11 h 27"/>
                  <a:gd name="T20" fmla="*/ 122 w 46"/>
                  <a:gd name="T21" fmla="*/ 6 h 2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6" h="27">
                    <a:moveTo>
                      <a:pt x="45" y="2"/>
                    </a:moveTo>
                    <a:cubicBezTo>
                      <a:pt x="43" y="1"/>
                      <a:pt x="41" y="0"/>
                      <a:pt x="39" y="0"/>
                    </a:cubicBezTo>
                    <a:cubicBezTo>
                      <a:pt x="31" y="0"/>
                      <a:pt x="23" y="4"/>
                      <a:pt x="17" y="9"/>
                    </a:cubicBezTo>
                    <a:cubicBezTo>
                      <a:pt x="10" y="14"/>
                      <a:pt x="4" y="20"/>
                      <a:pt x="1" y="25"/>
                    </a:cubicBezTo>
                    <a:cubicBezTo>
                      <a:pt x="0" y="25"/>
                      <a:pt x="0" y="26"/>
                      <a:pt x="1" y="27"/>
                    </a:cubicBezTo>
                    <a:cubicBezTo>
                      <a:pt x="2" y="27"/>
                      <a:pt x="3" y="27"/>
                      <a:pt x="3" y="27"/>
                    </a:cubicBezTo>
                    <a:cubicBezTo>
                      <a:pt x="6" y="22"/>
                      <a:pt x="12" y="16"/>
                      <a:pt x="18" y="12"/>
                    </a:cubicBezTo>
                    <a:cubicBezTo>
                      <a:pt x="25" y="7"/>
                      <a:pt x="32" y="3"/>
                      <a:pt x="39" y="3"/>
                    </a:cubicBezTo>
                    <a:cubicBezTo>
                      <a:pt x="41" y="3"/>
                      <a:pt x="42" y="4"/>
                      <a:pt x="44" y="4"/>
                    </a:cubicBezTo>
                    <a:cubicBezTo>
                      <a:pt x="45" y="5"/>
                      <a:pt x="46" y="4"/>
                      <a:pt x="46" y="4"/>
                    </a:cubicBezTo>
                    <a:cubicBezTo>
                      <a:pt x="46" y="3"/>
                      <a:pt x="46" y="2"/>
                      <a:pt x="45" y="2"/>
                    </a:cubicBezTo>
                    <a:close/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7704" name="Freeform 120">
                <a:extLst>
                  <a:ext uri="{FF2B5EF4-FFF2-40B4-BE49-F238E27FC236}">
                    <a16:creationId xmlns:a16="http://schemas.microsoft.com/office/drawing/2014/main" id="{0038C3D5-ADEC-4FA0-A93D-8CF7DA5E21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2" y="2075"/>
                <a:ext cx="68" cy="57"/>
              </a:xfrm>
              <a:custGeom>
                <a:avLst/>
                <a:gdLst>
                  <a:gd name="T0" fmla="*/ 129 w 49"/>
                  <a:gd name="T1" fmla="*/ 0 h 41"/>
                  <a:gd name="T2" fmla="*/ 124 w 49"/>
                  <a:gd name="T3" fmla="*/ 0 h 41"/>
                  <a:gd name="T4" fmla="*/ 85 w 49"/>
                  <a:gd name="T5" fmla="*/ 11 h 41"/>
                  <a:gd name="T6" fmla="*/ 36 w 49"/>
                  <a:gd name="T7" fmla="*/ 56 h 41"/>
                  <a:gd name="T8" fmla="*/ 1 w 49"/>
                  <a:gd name="T9" fmla="*/ 103 h 41"/>
                  <a:gd name="T10" fmla="*/ 1 w 49"/>
                  <a:gd name="T11" fmla="*/ 108 h 41"/>
                  <a:gd name="T12" fmla="*/ 8 w 49"/>
                  <a:gd name="T13" fmla="*/ 108 h 41"/>
                  <a:gd name="T14" fmla="*/ 60 w 49"/>
                  <a:gd name="T15" fmla="*/ 46 h 41"/>
                  <a:gd name="T16" fmla="*/ 90 w 49"/>
                  <a:gd name="T17" fmla="*/ 19 h 41"/>
                  <a:gd name="T18" fmla="*/ 124 w 49"/>
                  <a:gd name="T19" fmla="*/ 8 h 41"/>
                  <a:gd name="T20" fmla="*/ 129 w 49"/>
                  <a:gd name="T21" fmla="*/ 8 h 41"/>
                  <a:gd name="T22" fmla="*/ 130 w 49"/>
                  <a:gd name="T23" fmla="*/ 1 h 41"/>
                  <a:gd name="T24" fmla="*/ 129 w 49"/>
                  <a:gd name="T25" fmla="*/ 0 h 41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49" h="41">
                    <a:moveTo>
                      <a:pt x="48" y="0"/>
                    </a:moveTo>
                    <a:cubicBezTo>
                      <a:pt x="47" y="0"/>
                      <a:pt x="46" y="0"/>
                      <a:pt x="46" y="0"/>
                    </a:cubicBezTo>
                    <a:cubicBezTo>
                      <a:pt x="41" y="0"/>
                      <a:pt x="36" y="1"/>
                      <a:pt x="32" y="4"/>
                    </a:cubicBezTo>
                    <a:cubicBezTo>
                      <a:pt x="25" y="8"/>
                      <a:pt x="20" y="15"/>
                      <a:pt x="14" y="21"/>
                    </a:cubicBezTo>
                    <a:cubicBezTo>
                      <a:pt x="9" y="28"/>
                      <a:pt x="4" y="34"/>
                      <a:pt x="1" y="38"/>
                    </a:cubicBezTo>
                    <a:cubicBezTo>
                      <a:pt x="0" y="39"/>
                      <a:pt x="0" y="40"/>
                      <a:pt x="1" y="40"/>
                    </a:cubicBezTo>
                    <a:cubicBezTo>
                      <a:pt x="1" y="41"/>
                      <a:pt x="2" y="41"/>
                      <a:pt x="3" y="40"/>
                    </a:cubicBezTo>
                    <a:cubicBezTo>
                      <a:pt x="8" y="35"/>
                      <a:pt x="15" y="25"/>
                      <a:pt x="22" y="17"/>
                    </a:cubicBezTo>
                    <a:cubicBezTo>
                      <a:pt x="26" y="13"/>
                      <a:pt x="30" y="9"/>
                      <a:pt x="34" y="7"/>
                    </a:cubicBezTo>
                    <a:cubicBezTo>
                      <a:pt x="38" y="4"/>
                      <a:pt x="42" y="3"/>
                      <a:pt x="46" y="3"/>
                    </a:cubicBezTo>
                    <a:cubicBezTo>
                      <a:pt x="46" y="3"/>
                      <a:pt x="47" y="3"/>
                      <a:pt x="48" y="3"/>
                    </a:cubicBezTo>
                    <a:cubicBezTo>
                      <a:pt x="48" y="3"/>
                      <a:pt x="49" y="2"/>
                      <a:pt x="49" y="1"/>
                    </a:cubicBezTo>
                    <a:cubicBezTo>
                      <a:pt x="49" y="1"/>
                      <a:pt x="49" y="0"/>
                      <a:pt x="48" y="0"/>
                    </a:cubicBezTo>
                    <a:close/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7705" name="Freeform 121">
                <a:extLst>
                  <a:ext uri="{FF2B5EF4-FFF2-40B4-BE49-F238E27FC236}">
                    <a16:creationId xmlns:a16="http://schemas.microsoft.com/office/drawing/2014/main" id="{23E5F464-63B5-4313-953B-493677BCA3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1" y="2074"/>
                <a:ext cx="35" cy="23"/>
              </a:xfrm>
              <a:custGeom>
                <a:avLst/>
                <a:gdLst>
                  <a:gd name="T0" fmla="*/ 60 w 25"/>
                  <a:gd name="T1" fmla="*/ 1 h 17"/>
                  <a:gd name="T2" fmla="*/ 6 w 25"/>
                  <a:gd name="T3" fmla="*/ 32 h 17"/>
                  <a:gd name="T4" fmla="*/ 1 w 25"/>
                  <a:gd name="T5" fmla="*/ 37 h 17"/>
                  <a:gd name="T6" fmla="*/ 8 w 25"/>
                  <a:gd name="T7" fmla="*/ 41 h 17"/>
                  <a:gd name="T8" fmla="*/ 67 w 25"/>
                  <a:gd name="T9" fmla="*/ 7 h 17"/>
                  <a:gd name="T10" fmla="*/ 67 w 25"/>
                  <a:gd name="T11" fmla="*/ 1 h 17"/>
                  <a:gd name="T12" fmla="*/ 60 w 25"/>
                  <a:gd name="T13" fmla="*/ 1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" h="17">
                    <a:moveTo>
                      <a:pt x="22" y="1"/>
                    </a:moveTo>
                    <a:cubicBezTo>
                      <a:pt x="16" y="6"/>
                      <a:pt x="9" y="10"/>
                      <a:pt x="2" y="13"/>
                    </a:cubicBezTo>
                    <a:cubicBezTo>
                      <a:pt x="1" y="14"/>
                      <a:pt x="0" y="15"/>
                      <a:pt x="1" y="15"/>
                    </a:cubicBezTo>
                    <a:cubicBezTo>
                      <a:pt x="1" y="16"/>
                      <a:pt x="2" y="17"/>
                      <a:pt x="3" y="16"/>
                    </a:cubicBezTo>
                    <a:cubicBezTo>
                      <a:pt x="10" y="13"/>
                      <a:pt x="18" y="8"/>
                      <a:pt x="24" y="3"/>
                    </a:cubicBezTo>
                    <a:cubicBezTo>
                      <a:pt x="25" y="3"/>
                      <a:pt x="25" y="2"/>
                      <a:pt x="24" y="1"/>
                    </a:cubicBezTo>
                    <a:cubicBezTo>
                      <a:pt x="24" y="1"/>
                      <a:pt x="23" y="0"/>
                      <a:pt x="22" y="1"/>
                    </a:cubicBezTo>
                    <a:close/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7706" name="Freeform 122">
                <a:extLst>
                  <a:ext uri="{FF2B5EF4-FFF2-40B4-BE49-F238E27FC236}">
                    <a16:creationId xmlns:a16="http://schemas.microsoft.com/office/drawing/2014/main" id="{9138242A-9462-41A4-A04E-32F2BDDBD5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4" y="1852"/>
                <a:ext cx="295" cy="63"/>
              </a:xfrm>
              <a:custGeom>
                <a:avLst/>
                <a:gdLst>
                  <a:gd name="T0" fmla="*/ 8 w 212"/>
                  <a:gd name="T1" fmla="*/ 98 h 45"/>
                  <a:gd name="T2" fmla="*/ 6 w 212"/>
                  <a:gd name="T3" fmla="*/ 97 h 45"/>
                  <a:gd name="T4" fmla="*/ 8 w 212"/>
                  <a:gd name="T5" fmla="*/ 98 h 45"/>
                  <a:gd name="T6" fmla="*/ 8 w 212"/>
                  <a:gd name="T7" fmla="*/ 98 h 45"/>
                  <a:gd name="T8" fmla="*/ 6 w 212"/>
                  <a:gd name="T9" fmla="*/ 97 h 45"/>
                  <a:gd name="T10" fmla="*/ 8 w 212"/>
                  <a:gd name="T11" fmla="*/ 98 h 45"/>
                  <a:gd name="T12" fmla="*/ 8 w 212"/>
                  <a:gd name="T13" fmla="*/ 98 h 45"/>
                  <a:gd name="T14" fmla="*/ 19 w 212"/>
                  <a:gd name="T15" fmla="*/ 102 h 45"/>
                  <a:gd name="T16" fmla="*/ 49 w 212"/>
                  <a:gd name="T17" fmla="*/ 109 h 45"/>
                  <a:gd name="T18" fmla="*/ 74 w 212"/>
                  <a:gd name="T19" fmla="*/ 118 h 45"/>
                  <a:gd name="T20" fmla="*/ 152 w 212"/>
                  <a:gd name="T21" fmla="*/ 123 h 45"/>
                  <a:gd name="T22" fmla="*/ 250 w 212"/>
                  <a:gd name="T23" fmla="*/ 109 h 45"/>
                  <a:gd name="T24" fmla="*/ 412 w 212"/>
                  <a:gd name="T25" fmla="*/ 43 h 45"/>
                  <a:gd name="T26" fmla="*/ 569 w 212"/>
                  <a:gd name="T27" fmla="*/ 8 h 45"/>
                  <a:gd name="T28" fmla="*/ 571 w 212"/>
                  <a:gd name="T29" fmla="*/ 1 h 45"/>
                  <a:gd name="T30" fmla="*/ 565 w 212"/>
                  <a:gd name="T31" fmla="*/ 0 h 45"/>
                  <a:gd name="T32" fmla="*/ 410 w 212"/>
                  <a:gd name="T33" fmla="*/ 35 h 45"/>
                  <a:gd name="T34" fmla="*/ 250 w 212"/>
                  <a:gd name="T35" fmla="*/ 102 h 45"/>
                  <a:gd name="T36" fmla="*/ 152 w 212"/>
                  <a:gd name="T37" fmla="*/ 116 h 45"/>
                  <a:gd name="T38" fmla="*/ 74 w 212"/>
                  <a:gd name="T39" fmla="*/ 109 h 45"/>
                  <a:gd name="T40" fmla="*/ 63 w 212"/>
                  <a:gd name="T41" fmla="*/ 104 h 45"/>
                  <a:gd name="T42" fmla="*/ 29 w 212"/>
                  <a:gd name="T43" fmla="*/ 97 h 45"/>
                  <a:gd name="T44" fmla="*/ 15 w 212"/>
                  <a:gd name="T45" fmla="*/ 90 h 45"/>
                  <a:gd name="T46" fmla="*/ 8 w 212"/>
                  <a:gd name="T47" fmla="*/ 90 h 45"/>
                  <a:gd name="T48" fmla="*/ 1 w 212"/>
                  <a:gd name="T49" fmla="*/ 90 h 45"/>
                  <a:gd name="T50" fmla="*/ 1 w 212"/>
                  <a:gd name="T51" fmla="*/ 97 h 45"/>
                  <a:gd name="T52" fmla="*/ 8 w 212"/>
                  <a:gd name="T53" fmla="*/ 98 h 4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212" h="45">
                    <a:moveTo>
                      <a:pt x="3" y="36"/>
                    </a:moveTo>
                    <a:cubicBezTo>
                      <a:pt x="2" y="35"/>
                      <a:pt x="2" y="35"/>
                      <a:pt x="2" y="35"/>
                    </a:cubicBezTo>
                    <a:cubicBezTo>
                      <a:pt x="3" y="36"/>
                      <a:pt x="3" y="36"/>
                      <a:pt x="3" y="36"/>
                    </a:cubicBezTo>
                    <a:cubicBezTo>
                      <a:pt x="3" y="36"/>
                      <a:pt x="3" y="36"/>
                      <a:pt x="3" y="36"/>
                    </a:cubicBezTo>
                    <a:cubicBezTo>
                      <a:pt x="2" y="35"/>
                      <a:pt x="2" y="35"/>
                      <a:pt x="2" y="35"/>
                    </a:cubicBezTo>
                    <a:cubicBezTo>
                      <a:pt x="3" y="36"/>
                      <a:pt x="3" y="36"/>
                      <a:pt x="3" y="36"/>
                    </a:cubicBezTo>
                    <a:cubicBezTo>
                      <a:pt x="3" y="36"/>
                      <a:pt x="3" y="36"/>
                      <a:pt x="3" y="36"/>
                    </a:cubicBezTo>
                    <a:cubicBezTo>
                      <a:pt x="3" y="36"/>
                      <a:pt x="5" y="36"/>
                      <a:pt x="7" y="37"/>
                    </a:cubicBezTo>
                    <a:cubicBezTo>
                      <a:pt x="10" y="37"/>
                      <a:pt x="14" y="39"/>
                      <a:pt x="18" y="40"/>
                    </a:cubicBezTo>
                    <a:cubicBezTo>
                      <a:pt x="22" y="41"/>
                      <a:pt x="25" y="42"/>
                      <a:pt x="27" y="43"/>
                    </a:cubicBezTo>
                    <a:cubicBezTo>
                      <a:pt x="36" y="44"/>
                      <a:pt x="46" y="45"/>
                      <a:pt x="56" y="45"/>
                    </a:cubicBezTo>
                    <a:cubicBezTo>
                      <a:pt x="68" y="45"/>
                      <a:pt x="81" y="43"/>
                      <a:pt x="93" y="40"/>
                    </a:cubicBezTo>
                    <a:cubicBezTo>
                      <a:pt x="115" y="34"/>
                      <a:pt x="133" y="22"/>
                      <a:pt x="153" y="16"/>
                    </a:cubicBezTo>
                    <a:cubicBezTo>
                      <a:pt x="171" y="9"/>
                      <a:pt x="192" y="5"/>
                      <a:pt x="211" y="3"/>
                    </a:cubicBezTo>
                    <a:cubicBezTo>
                      <a:pt x="211" y="3"/>
                      <a:pt x="212" y="2"/>
                      <a:pt x="212" y="1"/>
                    </a:cubicBezTo>
                    <a:cubicBezTo>
                      <a:pt x="212" y="0"/>
                      <a:pt x="211" y="0"/>
                      <a:pt x="210" y="0"/>
                    </a:cubicBezTo>
                    <a:cubicBezTo>
                      <a:pt x="191" y="2"/>
                      <a:pt x="170" y="6"/>
                      <a:pt x="152" y="13"/>
                    </a:cubicBezTo>
                    <a:cubicBezTo>
                      <a:pt x="132" y="20"/>
                      <a:pt x="113" y="32"/>
                      <a:pt x="93" y="37"/>
                    </a:cubicBezTo>
                    <a:cubicBezTo>
                      <a:pt x="81" y="41"/>
                      <a:pt x="68" y="42"/>
                      <a:pt x="56" y="42"/>
                    </a:cubicBezTo>
                    <a:cubicBezTo>
                      <a:pt x="46" y="42"/>
                      <a:pt x="37" y="41"/>
                      <a:pt x="27" y="40"/>
                    </a:cubicBezTo>
                    <a:cubicBezTo>
                      <a:pt x="27" y="39"/>
                      <a:pt x="25" y="39"/>
                      <a:pt x="23" y="38"/>
                    </a:cubicBezTo>
                    <a:cubicBezTo>
                      <a:pt x="19" y="37"/>
                      <a:pt x="15" y="36"/>
                      <a:pt x="11" y="35"/>
                    </a:cubicBezTo>
                    <a:cubicBezTo>
                      <a:pt x="10" y="34"/>
                      <a:pt x="8" y="34"/>
                      <a:pt x="6" y="33"/>
                    </a:cubicBezTo>
                    <a:cubicBezTo>
                      <a:pt x="5" y="33"/>
                      <a:pt x="4" y="33"/>
                      <a:pt x="3" y="33"/>
                    </a:cubicBezTo>
                    <a:cubicBezTo>
                      <a:pt x="2" y="33"/>
                      <a:pt x="2" y="33"/>
                      <a:pt x="1" y="33"/>
                    </a:cubicBezTo>
                    <a:cubicBezTo>
                      <a:pt x="0" y="33"/>
                      <a:pt x="0" y="34"/>
                      <a:pt x="1" y="35"/>
                    </a:cubicBezTo>
                    <a:cubicBezTo>
                      <a:pt x="1" y="36"/>
                      <a:pt x="2" y="36"/>
                      <a:pt x="3" y="36"/>
                    </a:cubicBezTo>
                    <a:close/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7707" name="Freeform 123">
                <a:extLst>
                  <a:ext uri="{FF2B5EF4-FFF2-40B4-BE49-F238E27FC236}">
                    <a16:creationId xmlns:a16="http://schemas.microsoft.com/office/drawing/2014/main" id="{CF4B1392-52E3-4553-A564-22B9694130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2" y="1853"/>
                <a:ext cx="100" cy="12"/>
              </a:xfrm>
              <a:custGeom>
                <a:avLst/>
                <a:gdLst>
                  <a:gd name="T0" fmla="*/ 6 w 72"/>
                  <a:gd name="T1" fmla="*/ 14 h 8"/>
                  <a:gd name="T2" fmla="*/ 49 w 72"/>
                  <a:gd name="T3" fmla="*/ 12 h 8"/>
                  <a:gd name="T4" fmla="*/ 192 w 72"/>
                  <a:gd name="T5" fmla="*/ 27 h 8"/>
                  <a:gd name="T6" fmla="*/ 193 w 72"/>
                  <a:gd name="T7" fmla="*/ 21 h 8"/>
                  <a:gd name="T8" fmla="*/ 192 w 72"/>
                  <a:gd name="T9" fmla="*/ 18 h 8"/>
                  <a:gd name="T10" fmla="*/ 49 w 72"/>
                  <a:gd name="T11" fmla="*/ 0 h 8"/>
                  <a:gd name="T12" fmla="*/ 1 w 72"/>
                  <a:gd name="T13" fmla="*/ 5 h 8"/>
                  <a:gd name="T14" fmla="*/ 0 w 72"/>
                  <a:gd name="T15" fmla="*/ 8 h 8"/>
                  <a:gd name="T16" fmla="*/ 6 w 72"/>
                  <a:gd name="T17" fmla="*/ 14 h 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2" h="8">
                    <a:moveTo>
                      <a:pt x="2" y="4"/>
                    </a:moveTo>
                    <a:cubicBezTo>
                      <a:pt x="7" y="3"/>
                      <a:pt x="12" y="3"/>
                      <a:pt x="18" y="3"/>
                    </a:cubicBezTo>
                    <a:cubicBezTo>
                      <a:pt x="35" y="3"/>
                      <a:pt x="53" y="6"/>
                      <a:pt x="71" y="8"/>
                    </a:cubicBezTo>
                    <a:cubicBezTo>
                      <a:pt x="71" y="8"/>
                      <a:pt x="72" y="7"/>
                      <a:pt x="72" y="6"/>
                    </a:cubicBezTo>
                    <a:cubicBezTo>
                      <a:pt x="72" y="5"/>
                      <a:pt x="72" y="5"/>
                      <a:pt x="71" y="5"/>
                    </a:cubicBezTo>
                    <a:cubicBezTo>
                      <a:pt x="54" y="3"/>
                      <a:pt x="36" y="0"/>
                      <a:pt x="18" y="0"/>
                    </a:cubicBezTo>
                    <a:cubicBezTo>
                      <a:pt x="12" y="0"/>
                      <a:pt x="7" y="0"/>
                      <a:pt x="1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0" y="3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7708" name="Freeform 124">
                <a:extLst>
                  <a:ext uri="{FF2B5EF4-FFF2-40B4-BE49-F238E27FC236}">
                    <a16:creationId xmlns:a16="http://schemas.microsoft.com/office/drawing/2014/main" id="{64DF8D87-814C-4A4D-AB21-C80253B1C0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9" y="1934"/>
                <a:ext cx="253" cy="20"/>
              </a:xfrm>
              <a:custGeom>
                <a:avLst/>
                <a:gdLst>
                  <a:gd name="T0" fmla="*/ 6 w 182"/>
                  <a:gd name="T1" fmla="*/ 27 h 14"/>
                  <a:gd name="T2" fmla="*/ 14 w 182"/>
                  <a:gd name="T3" fmla="*/ 23 h 14"/>
                  <a:gd name="T4" fmla="*/ 36 w 182"/>
                  <a:gd name="T5" fmla="*/ 33 h 14"/>
                  <a:gd name="T6" fmla="*/ 124 w 182"/>
                  <a:gd name="T7" fmla="*/ 41 h 14"/>
                  <a:gd name="T8" fmla="*/ 150 w 182"/>
                  <a:gd name="T9" fmla="*/ 41 h 14"/>
                  <a:gd name="T10" fmla="*/ 484 w 182"/>
                  <a:gd name="T11" fmla="*/ 9 h 14"/>
                  <a:gd name="T12" fmla="*/ 489 w 182"/>
                  <a:gd name="T13" fmla="*/ 6 h 14"/>
                  <a:gd name="T14" fmla="*/ 484 w 182"/>
                  <a:gd name="T15" fmla="*/ 0 h 14"/>
                  <a:gd name="T16" fmla="*/ 150 w 182"/>
                  <a:gd name="T17" fmla="*/ 33 h 14"/>
                  <a:gd name="T18" fmla="*/ 125 w 182"/>
                  <a:gd name="T19" fmla="*/ 33 h 14"/>
                  <a:gd name="T20" fmla="*/ 40 w 182"/>
                  <a:gd name="T21" fmla="*/ 23 h 14"/>
                  <a:gd name="T22" fmla="*/ 14 w 182"/>
                  <a:gd name="T23" fmla="*/ 14 h 14"/>
                  <a:gd name="T24" fmla="*/ 1 w 182"/>
                  <a:gd name="T25" fmla="*/ 19 h 14"/>
                  <a:gd name="T26" fmla="*/ 0 w 182"/>
                  <a:gd name="T27" fmla="*/ 23 h 14"/>
                  <a:gd name="T28" fmla="*/ 6 w 182"/>
                  <a:gd name="T29" fmla="*/ 27 h 14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82" h="14">
                    <a:moveTo>
                      <a:pt x="2" y="9"/>
                    </a:moveTo>
                    <a:cubicBezTo>
                      <a:pt x="3" y="9"/>
                      <a:pt x="4" y="8"/>
                      <a:pt x="5" y="8"/>
                    </a:cubicBezTo>
                    <a:cubicBezTo>
                      <a:pt x="8" y="8"/>
                      <a:pt x="11" y="10"/>
                      <a:pt x="14" y="11"/>
                    </a:cubicBezTo>
                    <a:cubicBezTo>
                      <a:pt x="25" y="13"/>
                      <a:pt x="36" y="14"/>
                      <a:pt x="46" y="14"/>
                    </a:cubicBezTo>
                    <a:cubicBezTo>
                      <a:pt x="50" y="14"/>
                      <a:pt x="53" y="14"/>
                      <a:pt x="56" y="14"/>
                    </a:cubicBezTo>
                    <a:cubicBezTo>
                      <a:pt x="98" y="14"/>
                      <a:pt x="139" y="6"/>
                      <a:pt x="180" y="3"/>
                    </a:cubicBezTo>
                    <a:cubicBezTo>
                      <a:pt x="181" y="3"/>
                      <a:pt x="182" y="3"/>
                      <a:pt x="182" y="2"/>
                    </a:cubicBezTo>
                    <a:cubicBezTo>
                      <a:pt x="182" y="1"/>
                      <a:pt x="181" y="0"/>
                      <a:pt x="180" y="0"/>
                    </a:cubicBezTo>
                    <a:cubicBezTo>
                      <a:pt x="138" y="3"/>
                      <a:pt x="98" y="11"/>
                      <a:pt x="56" y="11"/>
                    </a:cubicBezTo>
                    <a:cubicBezTo>
                      <a:pt x="53" y="11"/>
                      <a:pt x="50" y="11"/>
                      <a:pt x="47" y="11"/>
                    </a:cubicBezTo>
                    <a:cubicBezTo>
                      <a:pt x="36" y="11"/>
                      <a:pt x="25" y="10"/>
                      <a:pt x="15" y="8"/>
                    </a:cubicBezTo>
                    <a:cubicBezTo>
                      <a:pt x="12" y="7"/>
                      <a:pt x="8" y="5"/>
                      <a:pt x="5" y="5"/>
                    </a:cubicBezTo>
                    <a:cubicBezTo>
                      <a:pt x="3" y="5"/>
                      <a:pt x="2" y="6"/>
                      <a:pt x="1" y="6"/>
                    </a:cubicBezTo>
                    <a:cubicBezTo>
                      <a:pt x="0" y="6"/>
                      <a:pt x="0" y="7"/>
                      <a:pt x="0" y="8"/>
                    </a:cubicBezTo>
                    <a:cubicBezTo>
                      <a:pt x="0" y="9"/>
                      <a:pt x="1" y="9"/>
                      <a:pt x="2" y="9"/>
                    </a:cubicBezTo>
                    <a:close/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7709" name="Freeform 125">
                <a:extLst>
                  <a:ext uri="{FF2B5EF4-FFF2-40B4-BE49-F238E27FC236}">
                    <a16:creationId xmlns:a16="http://schemas.microsoft.com/office/drawing/2014/main" id="{6B96768B-3A93-4FE4-A959-B0180D5E33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8" y="1943"/>
                <a:ext cx="56" cy="33"/>
              </a:xfrm>
              <a:custGeom>
                <a:avLst/>
                <a:gdLst>
                  <a:gd name="T0" fmla="*/ 104 w 40"/>
                  <a:gd name="T1" fmla="*/ 1 h 24"/>
                  <a:gd name="T2" fmla="*/ 1 w 40"/>
                  <a:gd name="T3" fmla="*/ 55 h 24"/>
                  <a:gd name="T4" fmla="*/ 1 w 40"/>
                  <a:gd name="T5" fmla="*/ 61 h 24"/>
                  <a:gd name="T6" fmla="*/ 8 w 40"/>
                  <a:gd name="T7" fmla="*/ 62 h 24"/>
                  <a:gd name="T8" fmla="*/ 108 w 40"/>
                  <a:gd name="T9" fmla="*/ 8 h 24"/>
                  <a:gd name="T10" fmla="*/ 109 w 40"/>
                  <a:gd name="T11" fmla="*/ 1 h 24"/>
                  <a:gd name="T12" fmla="*/ 104 w 40"/>
                  <a:gd name="T13" fmla="*/ 1 h 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0" h="24">
                    <a:moveTo>
                      <a:pt x="38" y="1"/>
                    </a:moveTo>
                    <a:cubicBezTo>
                      <a:pt x="26" y="8"/>
                      <a:pt x="13" y="14"/>
                      <a:pt x="1" y="21"/>
                    </a:cubicBezTo>
                    <a:cubicBezTo>
                      <a:pt x="0" y="21"/>
                      <a:pt x="0" y="22"/>
                      <a:pt x="1" y="23"/>
                    </a:cubicBezTo>
                    <a:cubicBezTo>
                      <a:pt x="1" y="24"/>
                      <a:pt x="2" y="24"/>
                      <a:pt x="3" y="24"/>
                    </a:cubicBezTo>
                    <a:cubicBezTo>
                      <a:pt x="14" y="16"/>
                      <a:pt x="27" y="11"/>
                      <a:pt x="39" y="3"/>
                    </a:cubicBezTo>
                    <a:cubicBezTo>
                      <a:pt x="40" y="3"/>
                      <a:pt x="40" y="2"/>
                      <a:pt x="40" y="1"/>
                    </a:cubicBezTo>
                    <a:cubicBezTo>
                      <a:pt x="39" y="1"/>
                      <a:pt x="38" y="0"/>
                      <a:pt x="38" y="1"/>
                    </a:cubicBezTo>
                    <a:close/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7710" name="Freeform 126">
                <a:extLst>
                  <a:ext uri="{FF2B5EF4-FFF2-40B4-BE49-F238E27FC236}">
                    <a16:creationId xmlns:a16="http://schemas.microsoft.com/office/drawing/2014/main" id="{D0DC946B-220B-41F2-869E-76DA708DB1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5" y="1992"/>
                <a:ext cx="321" cy="32"/>
              </a:xfrm>
              <a:custGeom>
                <a:avLst/>
                <a:gdLst>
                  <a:gd name="T0" fmla="*/ 8 w 230"/>
                  <a:gd name="T1" fmla="*/ 33 h 23"/>
                  <a:gd name="T2" fmla="*/ 137 w 230"/>
                  <a:gd name="T3" fmla="*/ 8 h 23"/>
                  <a:gd name="T4" fmla="*/ 193 w 230"/>
                  <a:gd name="T5" fmla="*/ 11 h 23"/>
                  <a:gd name="T6" fmla="*/ 620 w 230"/>
                  <a:gd name="T7" fmla="*/ 63 h 23"/>
                  <a:gd name="T8" fmla="*/ 625 w 230"/>
                  <a:gd name="T9" fmla="*/ 56 h 23"/>
                  <a:gd name="T10" fmla="*/ 620 w 230"/>
                  <a:gd name="T11" fmla="*/ 54 h 23"/>
                  <a:gd name="T12" fmla="*/ 193 w 230"/>
                  <a:gd name="T13" fmla="*/ 1 h 23"/>
                  <a:gd name="T14" fmla="*/ 137 w 230"/>
                  <a:gd name="T15" fmla="*/ 0 h 23"/>
                  <a:gd name="T16" fmla="*/ 6 w 230"/>
                  <a:gd name="T17" fmla="*/ 25 h 23"/>
                  <a:gd name="T18" fmla="*/ 1 w 230"/>
                  <a:gd name="T19" fmla="*/ 29 h 23"/>
                  <a:gd name="T20" fmla="*/ 8 w 230"/>
                  <a:gd name="T21" fmla="*/ 33 h 2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30" h="23">
                    <a:moveTo>
                      <a:pt x="3" y="12"/>
                    </a:moveTo>
                    <a:cubicBezTo>
                      <a:pt x="17" y="5"/>
                      <a:pt x="33" y="3"/>
                      <a:pt x="50" y="3"/>
                    </a:cubicBezTo>
                    <a:cubicBezTo>
                      <a:pt x="57" y="3"/>
                      <a:pt x="64" y="3"/>
                      <a:pt x="71" y="4"/>
                    </a:cubicBezTo>
                    <a:cubicBezTo>
                      <a:pt x="123" y="8"/>
                      <a:pt x="175" y="22"/>
                      <a:pt x="228" y="23"/>
                    </a:cubicBezTo>
                    <a:cubicBezTo>
                      <a:pt x="229" y="23"/>
                      <a:pt x="230" y="22"/>
                      <a:pt x="230" y="21"/>
                    </a:cubicBezTo>
                    <a:cubicBezTo>
                      <a:pt x="230" y="21"/>
                      <a:pt x="229" y="20"/>
                      <a:pt x="228" y="20"/>
                    </a:cubicBezTo>
                    <a:cubicBezTo>
                      <a:pt x="176" y="19"/>
                      <a:pt x="124" y="5"/>
                      <a:pt x="71" y="1"/>
                    </a:cubicBezTo>
                    <a:cubicBezTo>
                      <a:pt x="64" y="0"/>
                      <a:pt x="57" y="0"/>
                      <a:pt x="50" y="0"/>
                    </a:cubicBezTo>
                    <a:cubicBezTo>
                      <a:pt x="33" y="0"/>
                      <a:pt x="16" y="2"/>
                      <a:pt x="2" y="9"/>
                    </a:cubicBezTo>
                    <a:cubicBezTo>
                      <a:pt x="1" y="10"/>
                      <a:pt x="0" y="11"/>
                      <a:pt x="1" y="11"/>
                    </a:cubicBezTo>
                    <a:cubicBezTo>
                      <a:pt x="1" y="12"/>
                      <a:pt x="2" y="12"/>
                      <a:pt x="3" y="12"/>
                    </a:cubicBezTo>
                    <a:close/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7711" name="Freeform 127">
                <a:extLst>
                  <a:ext uri="{FF2B5EF4-FFF2-40B4-BE49-F238E27FC236}">
                    <a16:creationId xmlns:a16="http://schemas.microsoft.com/office/drawing/2014/main" id="{102F1F2E-A6BA-4E32-B2AD-D03AB5F49F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1" y="2005"/>
                <a:ext cx="138" cy="31"/>
              </a:xfrm>
              <a:custGeom>
                <a:avLst/>
                <a:gdLst>
                  <a:gd name="T0" fmla="*/ 262 w 99"/>
                  <a:gd name="T1" fmla="*/ 0 h 22"/>
                  <a:gd name="T2" fmla="*/ 262 w 99"/>
                  <a:gd name="T3" fmla="*/ 0 h 22"/>
                  <a:gd name="T4" fmla="*/ 191 w 99"/>
                  <a:gd name="T5" fmla="*/ 20 h 22"/>
                  <a:gd name="T6" fmla="*/ 1 w 99"/>
                  <a:gd name="T7" fmla="*/ 54 h 22"/>
                  <a:gd name="T8" fmla="*/ 0 w 99"/>
                  <a:gd name="T9" fmla="*/ 55 h 22"/>
                  <a:gd name="T10" fmla="*/ 6 w 99"/>
                  <a:gd name="T11" fmla="*/ 62 h 22"/>
                  <a:gd name="T12" fmla="*/ 192 w 99"/>
                  <a:gd name="T13" fmla="*/ 28 h 22"/>
                  <a:gd name="T14" fmla="*/ 262 w 99"/>
                  <a:gd name="T15" fmla="*/ 8 h 22"/>
                  <a:gd name="T16" fmla="*/ 262 w 99"/>
                  <a:gd name="T17" fmla="*/ 8 h 22"/>
                  <a:gd name="T18" fmla="*/ 268 w 99"/>
                  <a:gd name="T19" fmla="*/ 1 h 22"/>
                  <a:gd name="T20" fmla="*/ 262 w 99"/>
                  <a:gd name="T21" fmla="*/ 0 h 2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99" h="22">
                    <a:moveTo>
                      <a:pt x="97" y="0"/>
                    </a:moveTo>
                    <a:cubicBezTo>
                      <a:pt x="97" y="0"/>
                      <a:pt x="97" y="0"/>
                      <a:pt x="97" y="0"/>
                    </a:cubicBezTo>
                    <a:cubicBezTo>
                      <a:pt x="87" y="0"/>
                      <a:pt x="79" y="4"/>
                      <a:pt x="70" y="7"/>
                    </a:cubicBezTo>
                    <a:cubicBezTo>
                      <a:pt x="48" y="13"/>
                      <a:pt x="24" y="15"/>
                      <a:pt x="1" y="19"/>
                    </a:cubicBezTo>
                    <a:cubicBezTo>
                      <a:pt x="0" y="19"/>
                      <a:pt x="0" y="20"/>
                      <a:pt x="0" y="20"/>
                    </a:cubicBezTo>
                    <a:cubicBezTo>
                      <a:pt x="0" y="21"/>
                      <a:pt x="1" y="22"/>
                      <a:pt x="2" y="22"/>
                    </a:cubicBezTo>
                    <a:cubicBezTo>
                      <a:pt x="24" y="18"/>
                      <a:pt x="49" y="16"/>
                      <a:pt x="71" y="10"/>
                    </a:cubicBezTo>
                    <a:cubicBezTo>
                      <a:pt x="80" y="7"/>
                      <a:pt x="88" y="3"/>
                      <a:pt x="97" y="3"/>
                    </a:cubicBezTo>
                    <a:cubicBezTo>
                      <a:pt x="97" y="3"/>
                      <a:pt x="97" y="3"/>
                      <a:pt x="97" y="3"/>
                    </a:cubicBezTo>
                    <a:cubicBezTo>
                      <a:pt x="98" y="3"/>
                      <a:pt x="99" y="2"/>
                      <a:pt x="99" y="1"/>
                    </a:cubicBezTo>
                    <a:cubicBezTo>
                      <a:pt x="99" y="1"/>
                      <a:pt x="98" y="0"/>
                      <a:pt x="97" y="0"/>
                    </a:cubicBezTo>
                    <a:close/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7712" name="Freeform 128">
                <a:extLst>
                  <a:ext uri="{FF2B5EF4-FFF2-40B4-BE49-F238E27FC236}">
                    <a16:creationId xmlns:a16="http://schemas.microsoft.com/office/drawing/2014/main" id="{543B302A-37ED-42F9-A023-05E141B352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4" y="1774"/>
                <a:ext cx="24" cy="91"/>
              </a:xfrm>
              <a:custGeom>
                <a:avLst/>
                <a:gdLst>
                  <a:gd name="T0" fmla="*/ 45 w 17"/>
                  <a:gd name="T1" fmla="*/ 176 h 65"/>
                  <a:gd name="T2" fmla="*/ 48 w 17"/>
                  <a:gd name="T3" fmla="*/ 148 h 65"/>
                  <a:gd name="T4" fmla="*/ 40 w 17"/>
                  <a:gd name="T5" fmla="*/ 97 h 65"/>
                  <a:gd name="T6" fmla="*/ 23 w 17"/>
                  <a:gd name="T7" fmla="*/ 60 h 65"/>
                  <a:gd name="T8" fmla="*/ 8 w 17"/>
                  <a:gd name="T9" fmla="*/ 1 h 65"/>
                  <a:gd name="T10" fmla="*/ 1 w 17"/>
                  <a:gd name="T11" fmla="*/ 0 h 65"/>
                  <a:gd name="T12" fmla="*/ 0 w 17"/>
                  <a:gd name="T13" fmla="*/ 6 h 65"/>
                  <a:gd name="T14" fmla="*/ 14 w 17"/>
                  <a:gd name="T15" fmla="*/ 63 h 65"/>
                  <a:gd name="T16" fmla="*/ 32 w 17"/>
                  <a:gd name="T17" fmla="*/ 102 h 65"/>
                  <a:gd name="T18" fmla="*/ 40 w 17"/>
                  <a:gd name="T19" fmla="*/ 148 h 65"/>
                  <a:gd name="T20" fmla="*/ 35 w 17"/>
                  <a:gd name="T21" fmla="*/ 172 h 65"/>
                  <a:gd name="T22" fmla="*/ 40 w 17"/>
                  <a:gd name="T23" fmla="*/ 178 h 65"/>
                  <a:gd name="T24" fmla="*/ 45 w 17"/>
                  <a:gd name="T25" fmla="*/ 176 h 6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7" h="65">
                    <a:moveTo>
                      <a:pt x="16" y="64"/>
                    </a:moveTo>
                    <a:cubicBezTo>
                      <a:pt x="17" y="60"/>
                      <a:pt x="17" y="57"/>
                      <a:pt x="17" y="54"/>
                    </a:cubicBezTo>
                    <a:cubicBezTo>
                      <a:pt x="17" y="47"/>
                      <a:pt x="16" y="41"/>
                      <a:pt x="14" y="35"/>
                    </a:cubicBezTo>
                    <a:cubicBezTo>
                      <a:pt x="12" y="31"/>
                      <a:pt x="9" y="27"/>
                      <a:pt x="8" y="22"/>
                    </a:cubicBezTo>
                    <a:cubicBezTo>
                      <a:pt x="5" y="16"/>
                      <a:pt x="5" y="8"/>
                      <a:pt x="3" y="1"/>
                    </a:cubicBezTo>
                    <a:cubicBezTo>
                      <a:pt x="3" y="1"/>
                      <a:pt x="2" y="0"/>
                      <a:pt x="1" y="0"/>
                    </a:cubicBezTo>
                    <a:cubicBezTo>
                      <a:pt x="1" y="1"/>
                      <a:pt x="0" y="1"/>
                      <a:pt x="0" y="2"/>
                    </a:cubicBezTo>
                    <a:cubicBezTo>
                      <a:pt x="2" y="9"/>
                      <a:pt x="2" y="16"/>
                      <a:pt x="5" y="23"/>
                    </a:cubicBezTo>
                    <a:cubicBezTo>
                      <a:pt x="7" y="28"/>
                      <a:pt x="9" y="32"/>
                      <a:pt x="11" y="37"/>
                    </a:cubicBezTo>
                    <a:cubicBezTo>
                      <a:pt x="13" y="42"/>
                      <a:pt x="14" y="48"/>
                      <a:pt x="14" y="54"/>
                    </a:cubicBezTo>
                    <a:cubicBezTo>
                      <a:pt x="14" y="57"/>
                      <a:pt x="14" y="60"/>
                      <a:pt x="13" y="63"/>
                    </a:cubicBezTo>
                    <a:cubicBezTo>
                      <a:pt x="13" y="63"/>
                      <a:pt x="13" y="64"/>
                      <a:pt x="14" y="65"/>
                    </a:cubicBezTo>
                    <a:cubicBezTo>
                      <a:pt x="15" y="65"/>
                      <a:pt x="16" y="64"/>
                      <a:pt x="16" y="64"/>
                    </a:cubicBezTo>
                    <a:close/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7713" name="Freeform 129">
                <a:extLst>
                  <a:ext uri="{FF2B5EF4-FFF2-40B4-BE49-F238E27FC236}">
                    <a16:creationId xmlns:a16="http://schemas.microsoft.com/office/drawing/2014/main" id="{9EA7871F-F0D5-4617-A25A-E20FB80C14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4" y="1703"/>
                <a:ext cx="20" cy="58"/>
              </a:xfrm>
              <a:custGeom>
                <a:avLst/>
                <a:gdLst>
                  <a:gd name="T0" fmla="*/ 33 w 15"/>
                  <a:gd name="T1" fmla="*/ 109 h 42"/>
                  <a:gd name="T2" fmla="*/ 33 w 15"/>
                  <a:gd name="T3" fmla="*/ 105 h 42"/>
                  <a:gd name="T4" fmla="*/ 36 w 15"/>
                  <a:gd name="T5" fmla="*/ 66 h 42"/>
                  <a:gd name="T6" fmla="*/ 36 w 15"/>
                  <a:gd name="T7" fmla="*/ 57 h 42"/>
                  <a:gd name="T8" fmla="*/ 23 w 15"/>
                  <a:gd name="T9" fmla="*/ 29 h 42"/>
                  <a:gd name="T10" fmla="*/ 7 w 15"/>
                  <a:gd name="T11" fmla="*/ 1 h 42"/>
                  <a:gd name="T12" fmla="*/ 1 w 15"/>
                  <a:gd name="T13" fmla="*/ 0 h 42"/>
                  <a:gd name="T14" fmla="*/ 0 w 15"/>
                  <a:gd name="T15" fmla="*/ 6 h 42"/>
                  <a:gd name="T16" fmla="*/ 16 w 15"/>
                  <a:gd name="T17" fmla="*/ 35 h 42"/>
                  <a:gd name="T18" fmla="*/ 28 w 15"/>
                  <a:gd name="T19" fmla="*/ 61 h 42"/>
                  <a:gd name="T20" fmla="*/ 28 w 15"/>
                  <a:gd name="T21" fmla="*/ 66 h 42"/>
                  <a:gd name="T22" fmla="*/ 27 w 15"/>
                  <a:gd name="T23" fmla="*/ 105 h 42"/>
                  <a:gd name="T24" fmla="*/ 27 w 15"/>
                  <a:gd name="T25" fmla="*/ 109 h 42"/>
                  <a:gd name="T26" fmla="*/ 28 w 15"/>
                  <a:gd name="T27" fmla="*/ 110 h 42"/>
                  <a:gd name="T28" fmla="*/ 33 w 15"/>
                  <a:gd name="T29" fmla="*/ 109 h 42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5" h="42">
                    <a:moveTo>
                      <a:pt x="14" y="41"/>
                    </a:moveTo>
                    <a:cubicBezTo>
                      <a:pt x="14" y="40"/>
                      <a:pt x="14" y="40"/>
                      <a:pt x="14" y="40"/>
                    </a:cubicBezTo>
                    <a:cubicBezTo>
                      <a:pt x="14" y="35"/>
                      <a:pt x="15" y="31"/>
                      <a:pt x="15" y="25"/>
                    </a:cubicBezTo>
                    <a:cubicBezTo>
                      <a:pt x="15" y="24"/>
                      <a:pt x="15" y="23"/>
                      <a:pt x="15" y="22"/>
                    </a:cubicBezTo>
                    <a:cubicBezTo>
                      <a:pt x="14" y="18"/>
                      <a:pt x="12" y="14"/>
                      <a:pt x="10" y="11"/>
                    </a:cubicBezTo>
                    <a:cubicBezTo>
                      <a:pt x="7" y="8"/>
                      <a:pt x="5" y="4"/>
                      <a:pt x="3" y="1"/>
                    </a:cubicBezTo>
                    <a:cubicBezTo>
                      <a:pt x="2" y="0"/>
                      <a:pt x="2" y="0"/>
                      <a:pt x="1" y="0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2" y="6"/>
                      <a:pt x="5" y="9"/>
                      <a:pt x="7" y="13"/>
                    </a:cubicBezTo>
                    <a:cubicBezTo>
                      <a:pt x="10" y="16"/>
                      <a:pt x="12" y="19"/>
                      <a:pt x="12" y="23"/>
                    </a:cubicBezTo>
                    <a:cubicBezTo>
                      <a:pt x="12" y="24"/>
                      <a:pt x="12" y="24"/>
                      <a:pt x="12" y="25"/>
                    </a:cubicBezTo>
                    <a:cubicBezTo>
                      <a:pt x="12" y="30"/>
                      <a:pt x="11" y="35"/>
                      <a:pt x="11" y="40"/>
                    </a:cubicBezTo>
                    <a:cubicBezTo>
                      <a:pt x="11" y="41"/>
                      <a:pt x="11" y="41"/>
                      <a:pt x="11" y="41"/>
                    </a:cubicBezTo>
                    <a:cubicBezTo>
                      <a:pt x="11" y="42"/>
                      <a:pt x="11" y="42"/>
                      <a:pt x="12" y="42"/>
                    </a:cubicBezTo>
                    <a:cubicBezTo>
                      <a:pt x="13" y="42"/>
                      <a:pt x="14" y="42"/>
                      <a:pt x="14" y="41"/>
                    </a:cubicBezTo>
                    <a:close/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7714" name="Freeform 130">
                <a:extLst>
                  <a:ext uri="{FF2B5EF4-FFF2-40B4-BE49-F238E27FC236}">
                    <a16:creationId xmlns:a16="http://schemas.microsoft.com/office/drawing/2014/main" id="{BC94F0E5-E897-4078-9C69-6912E23248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4" y="1558"/>
                <a:ext cx="85" cy="60"/>
              </a:xfrm>
              <a:custGeom>
                <a:avLst/>
                <a:gdLst>
                  <a:gd name="T0" fmla="*/ 1 w 61"/>
                  <a:gd name="T1" fmla="*/ 8 h 43"/>
                  <a:gd name="T2" fmla="*/ 39 w 61"/>
                  <a:gd name="T3" fmla="*/ 20 h 43"/>
                  <a:gd name="T4" fmla="*/ 123 w 61"/>
                  <a:gd name="T5" fmla="*/ 53 h 43"/>
                  <a:gd name="T6" fmla="*/ 152 w 61"/>
                  <a:gd name="T7" fmla="*/ 70 h 43"/>
                  <a:gd name="T8" fmla="*/ 157 w 61"/>
                  <a:gd name="T9" fmla="*/ 102 h 43"/>
                  <a:gd name="T10" fmla="*/ 157 w 61"/>
                  <a:gd name="T11" fmla="*/ 114 h 43"/>
                  <a:gd name="T12" fmla="*/ 159 w 61"/>
                  <a:gd name="T13" fmla="*/ 117 h 43"/>
                  <a:gd name="T14" fmla="*/ 164 w 61"/>
                  <a:gd name="T15" fmla="*/ 114 h 43"/>
                  <a:gd name="T16" fmla="*/ 164 w 61"/>
                  <a:gd name="T17" fmla="*/ 102 h 43"/>
                  <a:gd name="T18" fmla="*/ 157 w 61"/>
                  <a:gd name="T19" fmla="*/ 64 h 43"/>
                  <a:gd name="T20" fmla="*/ 124 w 61"/>
                  <a:gd name="T21" fmla="*/ 46 h 43"/>
                  <a:gd name="T22" fmla="*/ 40 w 61"/>
                  <a:gd name="T23" fmla="*/ 11 h 43"/>
                  <a:gd name="T24" fmla="*/ 1 w 61"/>
                  <a:gd name="T25" fmla="*/ 0 h 43"/>
                  <a:gd name="T26" fmla="*/ 0 w 61"/>
                  <a:gd name="T27" fmla="*/ 6 h 43"/>
                  <a:gd name="T28" fmla="*/ 1 w 61"/>
                  <a:gd name="T29" fmla="*/ 8 h 43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61" h="43">
                    <a:moveTo>
                      <a:pt x="1" y="3"/>
                    </a:moveTo>
                    <a:cubicBezTo>
                      <a:pt x="5" y="3"/>
                      <a:pt x="9" y="5"/>
                      <a:pt x="14" y="7"/>
                    </a:cubicBezTo>
                    <a:cubicBezTo>
                      <a:pt x="24" y="12"/>
                      <a:pt x="34" y="16"/>
                      <a:pt x="45" y="19"/>
                    </a:cubicBezTo>
                    <a:cubicBezTo>
                      <a:pt x="51" y="22"/>
                      <a:pt x="54" y="24"/>
                      <a:pt x="56" y="26"/>
                    </a:cubicBezTo>
                    <a:cubicBezTo>
                      <a:pt x="57" y="29"/>
                      <a:pt x="58" y="32"/>
                      <a:pt x="58" y="37"/>
                    </a:cubicBezTo>
                    <a:cubicBezTo>
                      <a:pt x="58" y="39"/>
                      <a:pt x="58" y="40"/>
                      <a:pt x="58" y="42"/>
                    </a:cubicBezTo>
                    <a:cubicBezTo>
                      <a:pt x="58" y="43"/>
                      <a:pt x="58" y="43"/>
                      <a:pt x="59" y="43"/>
                    </a:cubicBezTo>
                    <a:cubicBezTo>
                      <a:pt x="60" y="43"/>
                      <a:pt x="61" y="43"/>
                      <a:pt x="61" y="42"/>
                    </a:cubicBezTo>
                    <a:cubicBezTo>
                      <a:pt x="61" y="40"/>
                      <a:pt x="61" y="39"/>
                      <a:pt x="61" y="37"/>
                    </a:cubicBezTo>
                    <a:cubicBezTo>
                      <a:pt x="61" y="32"/>
                      <a:pt x="61" y="28"/>
                      <a:pt x="58" y="24"/>
                    </a:cubicBezTo>
                    <a:cubicBezTo>
                      <a:pt x="56" y="21"/>
                      <a:pt x="52" y="19"/>
                      <a:pt x="46" y="17"/>
                    </a:cubicBezTo>
                    <a:cubicBezTo>
                      <a:pt x="35" y="13"/>
                      <a:pt x="25" y="9"/>
                      <a:pt x="15" y="4"/>
                    </a:cubicBezTo>
                    <a:cubicBezTo>
                      <a:pt x="11" y="3"/>
                      <a:pt x="6" y="0"/>
                      <a:pt x="1" y="0"/>
                    </a:cubicBezTo>
                    <a:cubicBezTo>
                      <a:pt x="0" y="0"/>
                      <a:pt x="0" y="1"/>
                      <a:pt x="0" y="2"/>
                    </a:cubicBezTo>
                    <a:cubicBezTo>
                      <a:pt x="0" y="2"/>
                      <a:pt x="0" y="3"/>
                      <a:pt x="1" y="3"/>
                    </a:cubicBezTo>
                    <a:close/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7715" name="Freeform 131">
                <a:extLst>
                  <a:ext uri="{FF2B5EF4-FFF2-40B4-BE49-F238E27FC236}">
                    <a16:creationId xmlns:a16="http://schemas.microsoft.com/office/drawing/2014/main" id="{C51851E8-14D1-4F12-A996-7218C09B39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6" y="1513"/>
                <a:ext cx="18" cy="25"/>
              </a:xfrm>
              <a:custGeom>
                <a:avLst/>
                <a:gdLst>
                  <a:gd name="T0" fmla="*/ 0 w 13"/>
                  <a:gd name="T1" fmla="*/ 8 h 18"/>
                  <a:gd name="T2" fmla="*/ 26 w 13"/>
                  <a:gd name="T3" fmla="*/ 46 h 18"/>
                  <a:gd name="T4" fmla="*/ 33 w 13"/>
                  <a:gd name="T5" fmla="*/ 49 h 18"/>
                  <a:gd name="T6" fmla="*/ 35 w 13"/>
                  <a:gd name="T7" fmla="*/ 43 h 18"/>
                  <a:gd name="T8" fmla="*/ 8 w 13"/>
                  <a:gd name="T9" fmla="*/ 1 h 18"/>
                  <a:gd name="T10" fmla="*/ 1 w 13"/>
                  <a:gd name="T11" fmla="*/ 1 h 18"/>
                  <a:gd name="T12" fmla="*/ 0 w 13"/>
                  <a:gd name="T13" fmla="*/ 8 h 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18">
                    <a:moveTo>
                      <a:pt x="0" y="3"/>
                    </a:moveTo>
                    <a:cubicBezTo>
                      <a:pt x="4" y="8"/>
                      <a:pt x="7" y="12"/>
                      <a:pt x="10" y="17"/>
                    </a:cubicBezTo>
                    <a:cubicBezTo>
                      <a:pt x="11" y="18"/>
                      <a:pt x="12" y="18"/>
                      <a:pt x="12" y="18"/>
                    </a:cubicBezTo>
                    <a:cubicBezTo>
                      <a:pt x="13" y="17"/>
                      <a:pt x="13" y="16"/>
                      <a:pt x="13" y="16"/>
                    </a:cubicBezTo>
                    <a:cubicBezTo>
                      <a:pt x="10" y="10"/>
                      <a:pt x="6" y="6"/>
                      <a:pt x="3" y="1"/>
                    </a:cubicBezTo>
                    <a:cubicBezTo>
                      <a:pt x="2" y="0"/>
                      <a:pt x="1" y="0"/>
                      <a:pt x="1" y="1"/>
                    </a:cubicBezTo>
                    <a:cubicBezTo>
                      <a:pt x="0" y="1"/>
                      <a:pt x="0" y="2"/>
                      <a:pt x="0" y="3"/>
                    </a:cubicBezTo>
                    <a:close/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7716" name="Freeform 132">
                <a:extLst>
                  <a:ext uri="{FF2B5EF4-FFF2-40B4-BE49-F238E27FC236}">
                    <a16:creationId xmlns:a16="http://schemas.microsoft.com/office/drawing/2014/main" id="{F46036FD-C3E0-4DB5-AFBB-5D42756188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5" y="1531"/>
                <a:ext cx="7" cy="21"/>
              </a:xfrm>
              <a:custGeom>
                <a:avLst/>
                <a:gdLst>
                  <a:gd name="T0" fmla="*/ 6 w 5"/>
                  <a:gd name="T1" fmla="*/ 6 h 15"/>
                  <a:gd name="T2" fmla="*/ 6 w 5"/>
                  <a:gd name="T3" fmla="*/ 11 h 15"/>
                  <a:gd name="T4" fmla="*/ 0 w 5"/>
                  <a:gd name="T5" fmla="*/ 35 h 15"/>
                  <a:gd name="T6" fmla="*/ 1 w 5"/>
                  <a:gd name="T7" fmla="*/ 41 h 15"/>
                  <a:gd name="T8" fmla="*/ 8 w 5"/>
                  <a:gd name="T9" fmla="*/ 39 h 15"/>
                  <a:gd name="T10" fmla="*/ 14 w 5"/>
                  <a:gd name="T11" fmla="*/ 11 h 15"/>
                  <a:gd name="T12" fmla="*/ 14 w 5"/>
                  <a:gd name="T13" fmla="*/ 1 h 15"/>
                  <a:gd name="T14" fmla="*/ 11 w 5"/>
                  <a:gd name="T15" fmla="*/ 0 h 15"/>
                  <a:gd name="T16" fmla="*/ 6 w 5"/>
                  <a:gd name="T17" fmla="*/ 6 h 1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" h="15">
                    <a:moveTo>
                      <a:pt x="2" y="2"/>
                    </a:moveTo>
                    <a:cubicBezTo>
                      <a:pt x="2" y="2"/>
                      <a:pt x="2" y="3"/>
                      <a:pt x="2" y="4"/>
                    </a:cubicBezTo>
                    <a:cubicBezTo>
                      <a:pt x="2" y="7"/>
                      <a:pt x="2" y="10"/>
                      <a:pt x="0" y="13"/>
                    </a:cubicBezTo>
                    <a:cubicBezTo>
                      <a:pt x="0" y="14"/>
                      <a:pt x="1" y="15"/>
                      <a:pt x="1" y="15"/>
                    </a:cubicBezTo>
                    <a:cubicBezTo>
                      <a:pt x="2" y="15"/>
                      <a:pt x="3" y="15"/>
                      <a:pt x="3" y="14"/>
                    </a:cubicBezTo>
                    <a:cubicBezTo>
                      <a:pt x="5" y="11"/>
                      <a:pt x="5" y="7"/>
                      <a:pt x="5" y="4"/>
                    </a:cubicBezTo>
                    <a:cubicBezTo>
                      <a:pt x="5" y="3"/>
                      <a:pt x="5" y="2"/>
                      <a:pt x="5" y="1"/>
                    </a:cubicBezTo>
                    <a:cubicBezTo>
                      <a:pt x="5" y="1"/>
                      <a:pt x="4" y="0"/>
                      <a:pt x="4" y="0"/>
                    </a:cubicBezTo>
                    <a:cubicBezTo>
                      <a:pt x="3" y="0"/>
                      <a:pt x="2" y="1"/>
                      <a:pt x="2" y="2"/>
                    </a:cubicBezTo>
                    <a:close/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7717" name="Freeform 133">
                <a:extLst>
                  <a:ext uri="{FF2B5EF4-FFF2-40B4-BE49-F238E27FC236}">
                    <a16:creationId xmlns:a16="http://schemas.microsoft.com/office/drawing/2014/main" id="{C2B47DB6-13FD-48CF-8831-C8F9FAEB88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1" y="1905"/>
                <a:ext cx="35" cy="216"/>
              </a:xfrm>
              <a:custGeom>
                <a:avLst/>
                <a:gdLst>
                  <a:gd name="T0" fmla="*/ 1 w 25"/>
                  <a:gd name="T1" fmla="*/ 8 h 155"/>
                  <a:gd name="T2" fmla="*/ 1 w 25"/>
                  <a:gd name="T3" fmla="*/ 8 h 155"/>
                  <a:gd name="T4" fmla="*/ 1 w 25"/>
                  <a:gd name="T5" fmla="*/ 8 h 155"/>
                  <a:gd name="T6" fmla="*/ 1 w 25"/>
                  <a:gd name="T7" fmla="*/ 8 h 155"/>
                  <a:gd name="T8" fmla="*/ 1 w 25"/>
                  <a:gd name="T9" fmla="*/ 8 h 155"/>
                  <a:gd name="T10" fmla="*/ 1 w 25"/>
                  <a:gd name="T11" fmla="*/ 11 h 155"/>
                  <a:gd name="T12" fmla="*/ 8 w 25"/>
                  <a:gd name="T13" fmla="*/ 29 h 155"/>
                  <a:gd name="T14" fmla="*/ 15 w 25"/>
                  <a:gd name="T15" fmla="*/ 43 h 155"/>
                  <a:gd name="T16" fmla="*/ 29 w 25"/>
                  <a:gd name="T17" fmla="*/ 68 h 155"/>
                  <a:gd name="T18" fmla="*/ 29 w 25"/>
                  <a:gd name="T19" fmla="*/ 98 h 155"/>
                  <a:gd name="T20" fmla="*/ 39 w 25"/>
                  <a:gd name="T21" fmla="*/ 109 h 155"/>
                  <a:gd name="T22" fmla="*/ 48 w 25"/>
                  <a:gd name="T23" fmla="*/ 123 h 155"/>
                  <a:gd name="T24" fmla="*/ 43 w 25"/>
                  <a:gd name="T25" fmla="*/ 152 h 155"/>
                  <a:gd name="T26" fmla="*/ 48 w 25"/>
                  <a:gd name="T27" fmla="*/ 178 h 155"/>
                  <a:gd name="T28" fmla="*/ 43 w 25"/>
                  <a:gd name="T29" fmla="*/ 198 h 155"/>
                  <a:gd name="T30" fmla="*/ 60 w 25"/>
                  <a:gd name="T31" fmla="*/ 247 h 155"/>
                  <a:gd name="T32" fmla="*/ 53 w 25"/>
                  <a:gd name="T33" fmla="*/ 266 h 155"/>
                  <a:gd name="T34" fmla="*/ 29 w 25"/>
                  <a:gd name="T35" fmla="*/ 329 h 155"/>
                  <a:gd name="T36" fmla="*/ 25 w 25"/>
                  <a:gd name="T37" fmla="*/ 390 h 155"/>
                  <a:gd name="T38" fmla="*/ 25 w 25"/>
                  <a:gd name="T39" fmla="*/ 408 h 155"/>
                  <a:gd name="T40" fmla="*/ 21 w 25"/>
                  <a:gd name="T41" fmla="*/ 414 h 155"/>
                  <a:gd name="T42" fmla="*/ 25 w 25"/>
                  <a:gd name="T43" fmla="*/ 414 h 155"/>
                  <a:gd name="T44" fmla="*/ 21 w 25"/>
                  <a:gd name="T45" fmla="*/ 414 h 155"/>
                  <a:gd name="T46" fmla="*/ 25 w 25"/>
                  <a:gd name="T47" fmla="*/ 414 h 155"/>
                  <a:gd name="T48" fmla="*/ 29 w 25"/>
                  <a:gd name="T49" fmla="*/ 419 h 155"/>
                  <a:gd name="T50" fmla="*/ 34 w 25"/>
                  <a:gd name="T51" fmla="*/ 400 h 155"/>
                  <a:gd name="T52" fmla="*/ 34 w 25"/>
                  <a:gd name="T53" fmla="*/ 385 h 155"/>
                  <a:gd name="T54" fmla="*/ 43 w 25"/>
                  <a:gd name="T55" fmla="*/ 305 h 155"/>
                  <a:gd name="T56" fmla="*/ 67 w 25"/>
                  <a:gd name="T57" fmla="*/ 256 h 155"/>
                  <a:gd name="T58" fmla="*/ 67 w 25"/>
                  <a:gd name="T59" fmla="*/ 233 h 155"/>
                  <a:gd name="T60" fmla="*/ 53 w 25"/>
                  <a:gd name="T61" fmla="*/ 194 h 155"/>
                  <a:gd name="T62" fmla="*/ 53 w 25"/>
                  <a:gd name="T63" fmla="*/ 167 h 155"/>
                  <a:gd name="T64" fmla="*/ 55 w 25"/>
                  <a:gd name="T65" fmla="*/ 137 h 155"/>
                  <a:gd name="T66" fmla="*/ 53 w 25"/>
                  <a:gd name="T67" fmla="*/ 110 h 155"/>
                  <a:gd name="T68" fmla="*/ 41 w 25"/>
                  <a:gd name="T69" fmla="*/ 98 h 155"/>
                  <a:gd name="T70" fmla="*/ 39 w 25"/>
                  <a:gd name="T71" fmla="*/ 88 h 155"/>
                  <a:gd name="T72" fmla="*/ 28 w 25"/>
                  <a:gd name="T73" fmla="*/ 40 h 155"/>
                  <a:gd name="T74" fmla="*/ 15 w 25"/>
                  <a:gd name="T75" fmla="*/ 33 h 155"/>
                  <a:gd name="T76" fmla="*/ 14 w 25"/>
                  <a:gd name="T77" fmla="*/ 14 h 155"/>
                  <a:gd name="T78" fmla="*/ 8 w 25"/>
                  <a:gd name="T79" fmla="*/ 1 h 155"/>
                  <a:gd name="T80" fmla="*/ 0 w 25"/>
                  <a:gd name="T81" fmla="*/ 1 h 155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25" h="155">
                    <a:moveTo>
                      <a:pt x="1" y="3"/>
                    </a:move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2" y="5"/>
                      <a:pt x="2" y="6"/>
                      <a:pt x="2" y="8"/>
                    </a:cubicBezTo>
                    <a:cubicBezTo>
                      <a:pt x="2" y="9"/>
                      <a:pt x="2" y="10"/>
                      <a:pt x="3" y="11"/>
                    </a:cubicBezTo>
                    <a:cubicBezTo>
                      <a:pt x="3" y="12"/>
                      <a:pt x="3" y="13"/>
                      <a:pt x="4" y="13"/>
                    </a:cubicBezTo>
                    <a:cubicBezTo>
                      <a:pt x="4" y="15"/>
                      <a:pt x="5" y="15"/>
                      <a:pt x="6" y="16"/>
                    </a:cubicBezTo>
                    <a:cubicBezTo>
                      <a:pt x="7" y="16"/>
                      <a:pt x="7" y="16"/>
                      <a:pt x="8" y="17"/>
                    </a:cubicBezTo>
                    <a:cubicBezTo>
                      <a:pt x="11" y="19"/>
                      <a:pt x="11" y="22"/>
                      <a:pt x="11" y="25"/>
                    </a:cubicBezTo>
                    <a:cubicBezTo>
                      <a:pt x="11" y="27"/>
                      <a:pt x="11" y="29"/>
                      <a:pt x="11" y="32"/>
                    </a:cubicBezTo>
                    <a:cubicBezTo>
                      <a:pt x="11" y="33"/>
                      <a:pt x="11" y="35"/>
                      <a:pt x="11" y="36"/>
                    </a:cubicBezTo>
                    <a:cubicBezTo>
                      <a:pt x="12" y="37"/>
                      <a:pt x="12" y="38"/>
                      <a:pt x="13" y="39"/>
                    </a:cubicBezTo>
                    <a:cubicBezTo>
                      <a:pt x="13" y="39"/>
                      <a:pt x="14" y="39"/>
                      <a:pt x="14" y="40"/>
                    </a:cubicBezTo>
                    <a:cubicBezTo>
                      <a:pt x="16" y="41"/>
                      <a:pt x="16" y="42"/>
                      <a:pt x="17" y="43"/>
                    </a:cubicBezTo>
                    <a:cubicBezTo>
                      <a:pt x="17" y="43"/>
                      <a:pt x="17" y="44"/>
                      <a:pt x="17" y="45"/>
                    </a:cubicBezTo>
                    <a:cubicBezTo>
                      <a:pt x="17" y="46"/>
                      <a:pt x="17" y="47"/>
                      <a:pt x="17" y="49"/>
                    </a:cubicBezTo>
                    <a:cubicBezTo>
                      <a:pt x="16" y="52"/>
                      <a:pt x="16" y="54"/>
                      <a:pt x="16" y="56"/>
                    </a:cubicBezTo>
                    <a:cubicBezTo>
                      <a:pt x="16" y="58"/>
                      <a:pt x="16" y="60"/>
                      <a:pt x="16" y="63"/>
                    </a:cubicBezTo>
                    <a:cubicBezTo>
                      <a:pt x="17" y="64"/>
                      <a:pt x="17" y="65"/>
                      <a:pt x="17" y="66"/>
                    </a:cubicBezTo>
                    <a:cubicBezTo>
                      <a:pt x="17" y="68"/>
                      <a:pt x="17" y="69"/>
                      <a:pt x="16" y="72"/>
                    </a:cubicBezTo>
                    <a:cubicBezTo>
                      <a:pt x="16" y="72"/>
                      <a:pt x="16" y="73"/>
                      <a:pt x="16" y="73"/>
                    </a:cubicBezTo>
                    <a:cubicBezTo>
                      <a:pt x="16" y="79"/>
                      <a:pt x="19" y="83"/>
                      <a:pt x="21" y="87"/>
                    </a:cubicBezTo>
                    <a:cubicBezTo>
                      <a:pt x="22" y="89"/>
                      <a:pt x="22" y="90"/>
                      <a:pt x="22" y="91"/>
                    </a:cubicBezTo>
                    <a:cubicBezTo>
                      <a:pt x="22" y="92"/>
                      <a:pt x="22" y="93"/>
                      <a:pt x="21" y="94"/>
                    </a:cubicBezTo>
                    <a:cubicBezTo>
                      <a:pt x="21" y="95"/>
                      <a:pt x="20" y="96"/>
                      <a:pt x="19" y="98"/>
                    </a:cubicBezTo>
                    <a:cubicBezTo>
                      <a:pt x="17" y="102"/>
                      <a:pt x="16" y="108"/>
                      <a:pt x="14" y="112"/>
                    </a:cubicBezTo>
                    <a:cubicBezTo>
                      <a:pt x="12" y="115"/>
                      <a:pt x="11" y="117"/>
                      <a:pt x="11" y="121"/>
                    </a:cubicBezTo>
                    <a:cubicBezTo>
                      <a:pt x="10" y="128"/>
                      <a:pt x="9" y="135"/>
                      <a:pt x="9" y="142"/>
                    </a:cubicBezTo>
                    <a:cubicBezTo>
                      <a:pt x="9" y="143"/>
                      <a:pt x="9" y="143"/>
                      <a:pt x="9" y="144"/>
                    </a:cubicBezTo>
                    <a:cubicBezTo>
                      <a:pt x="9" y="145"/>
                      <a:pt x="9" y="146"/>
                      <a:pt x="9" y="148"/>
                    </a:cubicBezTo>
                    <a:cubicBezTo>
                      <a:pt x="9" y="149"/>
                      <a:pt x="9" y="150"/>
                      <a:pt x="9" y="151"/>
                    </a:cubicBezTo>
                    <a:cubicBezTo>
                      <a:pt x="9" y="152"/>
                      <a:pt x="9" y="152"/>
                      <a:pt x="9" y="152"/>
                    </a:cubicBezTo>
                    <a:cubicBezTo>
                      <a:pt x="8" y="153"/>
                      <a:pt x="8" y="153"/>
                      <a:pt x="8" y="153"/>
                    </a:cubicBezTo>
                    <a:cubicBezTo>
                      <a:pt x="8" y="153"/>
                      <a:pt x="8" y="153"/>
                      <a:pt x="8" y="153"/>
                    </a:cubicBezTo>
                    <a:cubicBezTo>
                      <a:pt x="9" y="153"/>
                      <a:pt x="9" y="153"/>
                      <a:pt x="9" y="153"/>
                    </a:cubicBezTo>
                    <a:cubicBezTo>
                      <a:pt x="9" y="153"/>
                      <a:pt x="9" y="153"/>
                      <a:pt x="9" y="153"/>
                    </a:cubicBezTo>
                    <a:cubicBezTo>
                      <a:pt x="8" y="153"/>
                      <a:pt x="8" y="153"/>
                      <a:pt x="8" y="153"/>
                    </a:cubicBezTo>
                    <a:cubicBezTo>
                      <a:pt x="9" y="153"/>
                      <a:pt x="9" y="153"/>
                      <a:pt x="9" y="153"/>
                    </a:cubicBezTo>
                    <a:cubicBezTo>
                      <a:pt x="9" y="153"/>
                      <a:pt x="9" y="153"/>
                      <a:pt x="9" y="153"/>
                    </a:cubicBezTo>
                    <a:cubicBezTo>
                      <a:pt x="8" y="153"/>
                      <a:pt x="8" y="154"/>
                      <a:pt x="8" y="155"/>
                    </a:cubicBezTo>
                    <a:cubicBezTo>
                      <a:pt x="9" y="155"/>
                      <a:pt x="10" y="155"/>
                      <a:pt x="11" y="155"/>
                    </a:cubicBezTo>
                    <a:cubicBezTo>
                      <a:pt x="11" y="154"/>
                      <a:pt x="11" y="154"/>
                      <a:pt x="11" y="153"/>
                    </a:cubicBezTo>
                    <a:cubicBezTo>
                      <a:pt x="12" y="152"/>
                      <a:pt x="12" y="150"/>
                      <a:pt x="12" y="148"/>
                    </a:cubicBezTo>
                    <a:cubicBezTo>
                      <a:pt x="12" y="146"/>
                      <a:pt x="12" y="145"/>
                      <a:pt x="12" y="144"/>
                    </a:cubicBezTo>
                    <a:cubicBezTo>
                      <a:pt x="12" y="143"/>
                      <a:pt x="12" y="143"/>
                      <a:pt x="12" y="142"/>
                    </a:cubicBezTo>
                    <a:cubicBezTo>
                      <a:pt x="12" y="135"/>
                      <a:pt x="13" y="128"/>
                      <a:pt x="14" y="121"/>
                    </a:cubicBezTo>
                    <a:cubicBezTo>
                      <a:pt x="14" y="117"/>
                      <a:pt x="15" y="116"/>
                      <a:pt x="16" y="113"/>
                    </a:cubicBezTo>
                    <a:cubicBezTo>
                      <a:pt x="19" y="108"/>
                      <a:pt x="20" y="103"/>
                      <a:pt x="22" y="99"/>
                    </a:cubicBezTo>
                    <a:cubicBezTo>
                      <a:pt x="23" y="98"/>
                      <a:pt x="23" y="96"/>
                      <a:pt x="24" y="95"/>
                    </a:cubicBezTo>
                    <a:cubicBezTo>
                      <a:pt x="25" y="94"/>
                      <a:pt x="25" y="92"/>
                      <a:pt x="25" y="91"/>
                    </a:cubicBezTo>
                    <a:cubicBezTo>
                      <a:pt x="25" y="89"/>
                      <a:pt x="25" y="88"/>
                      <a:pt x="24" y="86"/>
                    </a:cubicBezTo>
                    <a:cubicBezTo>
                      <a:pt x="22" y="81"/>
                      <a:pt x="19" y="78"/>
                      <a:pt x="19" y="73"/>
                    </a:cubicBezTo>
                    <a:cubicBezTo>
                      <a:pt x="19" y="73"/>
                      <a:pt x="19" y="72"/>
                      <a:pt x="19" y="72"/>
                    </a:cubicBezTo>
                    <a:cubicBezTo>
                      <a:pt x="19" y="70"/>
                      <a:pt x="20" y="68"/>
                      <a:pt x="20" y="66"/>
                    </a:cubicBezTo>
                    <a:cubicBezTo>
                      <a:pt x="20" y="65"/>
                      <a:pt x="20" y="64"/>
                      <a:pt x="19" y="62"/>
                    </a:cubicBezTo>
                    <a:cubicBezTo>
                      <a:pt x="19" y="60"/>
                      <a:pt x="19" y="58"/>
                      <a:pt x="19" y="56"/>
                    </a:cubicBezTo>
                    <a:cubicBezTo>
                      <a:pt x="19" y="54"/>
                      <a:pt x="19" y="52"/>
                      <a:pt x="20" y="50"/>
                    </a:cubicBezTo>
                    <a:cubicBezTo>
                      <a:pt x="20" y="48"/>
                      <a:pt x="20" y="47"/>
                      <a:pt x="20" y="45"/>
                    </a:cubicBezTo>
                    <a:cubicBezTo>
                      <a:pt x="20" y="44"/>
                      <a:pt x="20" y="42"/>
                      <a:pt x="19" y="41"/>
                    </a:cubicBezTo>
                    <a:cubicBezTo>
                      <a:pt x="19" y="40"/>
                      <a:pt x="18" y="39"/>
                      <a:pt x="16" y="38"/>
                    </a:cubicBezTo>
                    <a:cubicBezTo>
                      <a:pt x="16" y="37"/>
                      <a:pt x="15" y="37"/>
                      <a:pt x="15" y="36"/>
                    </a:cubicBezTo>
                    <a:cubicBezTo>
                      <a:pt x="15" y="36"/>
                      <a:pt x="14" y="36"/>
                      <a:pt x="14" y="35"/>
                    </a:cubicBezTo>
                    <a:cubicBezTo>
                      <a:pt x="14" y="34"/>
                      <a:pt x="14" y="33"/>
                      <a:pt x="14" y="32"/>
                    </a:cubicBezTo>
                    <a:cubicBezTo>
                      <a:pt x="14" y="30"/>
                      <a:pt x="14" y="27"/>
                      <a:pt x="14" y="25"/>
                    </a:cubicBezTo>
                    <a:cubicBezTo>
                      <a:pt x="14" y="21"/>
                      <a:pt x="14" y="18"/>
                      <a:pt x="10" y="15"/>
                    </a:cubicBezTo>
                    <a:cubicBezTo>
                      <a:pt x="9" y="14"/>
                      <a:pt x="7" y="13"/>
                      <a:pt x="7" y="13"/>
                    </a:cubicBezTo>
                    <a:cubicBezTo>
                      <a:pt x="7" y="13"/>
                      <a:pt x="6" y="12"/>
                      <a:pt x="6" y="12"/>
                    </a:cubicBezTo>
                    <a:cubicBezTo>
                      <a:pt x="6" y="12"/>
                      <a:pt x="6" y="11"/>
                      <a:pt x="6" y="10"/>
                    </a:cubicBezTo>
                    <a:cubicBezTo>
                      <a:pt x="5" y="9"/>
                      <a:pt x="5" y="7"/>
                      <a:pt x="5" y="5"/>
                    </a:cubicBezTo>
                    <a:cubicBezTo>
                      <a:pt x="5" y="4"/>
                      <a:pt x="4" y="3"/>
                      <a:pt x="4" y="2"/>
                    </a:cubicBezTo>
                    <a:cubicBezTo>
                      <a:pt x="4" y="2"/>
                      <a:pt x="4" y="2"/>
                      <a:pt x="3" y="1"/>
                    </a:cubicBezTo>
                    <a:cubicBezTo>
                      <a:pt x="3" y="1"/>
                      <a:pt x="2" y="0"/>
                      <a:pt x="2" y="0"/>
                    </a:cubicBezTo>
                    <a:cubicBezTo>
                      <a:pt x="1" y="0"/>
                      <a:pt x="0" y="1"/>
                      <a:pt x="0" y="1"/>
                    </a:cubicBezTo>
                    <a:cubicBezTo>
                      <a:pt x="0" y="2"/>
                      <a:pt x="0" y="3"/>
                      <a:pt x="1" y="3"/>
                    </a:cubicBezTo>
                    <a:close/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7718" name="Freeform 134">
                <a:extLst>
                  <a:ext uri="{FF2B5EF4-FFF2-40B4-BE49-F238E27FC236}">
                    <a16:creationId xmlns:a16="http://schemas.microsoft.com/office/drawing/2014/main" id="{87CED6FB-EBFC-45C7-BDE2-A5214D652E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6" y="2078"/>
                <a:ext cx="203" cy="240"/>
              </a:xfrm>
              <a:custGeom>
                <a:avLst/>
                <a:gdLst>
                  <a:gd name="T0" fmla="*/ 97 w 146"/>
                  <a:gd name="T1" fmla="*/ 46 h 172"/>
                  <a:gd name="T2" fmla="*/ 164 w 146"/>
                  <a:gd name="T3" fmla="*/ 6 h 172"/>
                  <a:gd name="T4" fmla="*/ 309 w 146"/>
                  <a:gd name="T5" fmla="*/ 63 h 172"/>
                  <a:gd name="T6" fmla="*/ 311 w 146"/>
                  <a:gd name="T7" fmla="*/ 102 h 172"/>
                  <a:gd name="T8" fmla="*/ 332 w 146"/>
                  <a:gd name="T9" fmla="*/ 117 h 172"/>
                  <a:gd name="T10" fmla="*/ 360 w 146"/>
                  <a:gd name="T11" fmla="*/ 147 h 172"/>
                  <a:gd name="T12" fmla="*/ 385 w 146"/>
                  <a:gd name="T13" fmla="*/ 205 h 172"/>
                  <a:gd name="T14" fmla="*/ 392 w 146"/>
                  <a:gd name="T15" fmla="*/ 240 h 172"/>
                  <a:gd name="T16" fmla="*/ 391 w 146"/>
                  <a:gd name="T17" fmla="*/ 267 h 172"/>
                  <a:gd name="T18" fmla="*/ 367 w 146"/>
                  <a:gd name="T19" fmla="*/ 290 h 172"/>
                  <a:gd name="T20" fmla="*/ 338 w 146"/>
                  <a:gd name="T21" fmla="*/ 262 h 172"/>
                  <a:gd name="T22" fmla="*/ 342 w 146"/>
                  <a:gd name="T23" fmla="*/ 227 h 172"/>
                  <a:gd name="T24" fmla="*/ 332 w 146"/>
                  <a:gd name="T25" fmla="*/ 201 h 172"/>
                  <a:gd name="T26" fmla="*/ 325 w 146"/>
                  <a:gd name="T27" fmla="*/ 187 h 172"/>
                  <a:gd name="T28" fmla="*/ 309 w 146"/>
                  <a:gd name="T29" fmla="*/ 198 h 172"/>
                  <a:gd name="T30" fmla="*/ 303 w 146"/>
                  <a:gd name="T31" fmla="*/ 241 h 172"/>
                  <a:gd name="T32" fmla="*/ 293 w 146"/>
                  <a:gd name="T33" fmla="*/ 311 h 172"/>
                  <a:gd name="T34" fmla="*/ 277 w 146"/>
                  <a:gd name="T35" fmla="*/ 366 h 172"/>
                  <a:gd name="T36" fmla="*/ 246 w 146"/>
                  <a:gd name="T37" fmla="*/ 410 h 172"/>
                  <a:gd name="T38" fmla="*/ 214 w 146"/>
                  <a:gd name="T39" fmla="*/ 389 h 172"/>
                  <a:gd name="T40" fmla="*/ 199 w 146"/>
                  <a:gd name="T41" fmla="*/ 427 h 172"/>
                  <a:gd name="T42" fmla="*/ 153 w 146"/>
                  <a:gd name="T43" fmla="*/ 465 h 172"/>
                  <a:gd name="T44" fmla="*/ 129 w 146"/>
                  <a:gd name="T45" fmla="*/ 410 h 172"/>
                  <a:gd name="T46" fmla="*/ 90 w 146"/>
                  <a:gd name="T47" fmla="*/ 453 h 172"/>
                  <a:gd name="T48" fmla="*/ 61 w 146"/>
                  <a:gd name="T49" fmla="*/ 405 h 172"/>
                  <a:gd name="T50" fmla="*/ 61 w 146"/>
                  <a:gd name="T51" fmla="*/ 378 h 172"/>
                  <a:gd name="T52" fmla="*/ 29 w 146"/>
                  <a:gd name="T53" fmla="*/ 370 h 172"/>
                  <a:gd name="T54" fmla="*/ 14 w 146"/>
                  <a:gd name="T55" fmla="*/ 339 h 172"/>
                  <a:gd name="T56" fmla="*/ 1 w 146"/>
                  <a:gd name="T57" fmla="*/ 307 h 172"/>
                  <a:gd name="T58" fmla="*/ 6 w 146"/>
                  <a:gd name="T59" fmla="*/ 246 h 172"/>
                  <a:gd name="T60" fmla="*/ 11 w 146"/>
                  <a:gd name="T61" fmla="*/ 205 h 172"/>
                  <a:gd name="T62" fmla="*/ 60 w 146"/>
                  <a:gd name="T63" fmla="*/ 144 h 172"/>
                  <a:gd name="T64" fmla="*/ 90 w 146"/>
                  <a:gd name="T65" fmla="*/ 114 h 172"/>
                  <a:gd name="T66" fmla="*/ 97 w 146"/>
                  <a:gd name="T67" fmla="*/ 46 h 17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146" h="172">
                    <a:moveTo>
                      <a:pt x="36" y="17"/>
                    </a:moveTo>
                    <a:cubicBezTo>
                      <a:pt x="36" y="17"/>
                      <a:pt x="48" y="0"/>
                      <a:pt x="61" y="2"/>
                    </a:cubicBezTo>
                    <a:cubicBezTo>
                      <a:pt x="74" y="3"/>
                      <a:pt x="101" y="10"/>
                      <a:pt x="115" y="23"/>
                    </a:cubicBezTo>
                    <a:cubicBezTo>
                      <a:pt x="115" y="23"/>
                      <a:pt x="109" y="32"/>
                      <a:pt x="116" y="37"/>
                    </a:cubicBezTo>
                    <a:cubicBezTo>
                      <a:pt x="122" y="42"/>
                      <a:pt x="121" y="43"/>
                      <a:pt x="124" y="43"/>
                    </a:cubicBezTo>
                    <a:cubicBezTo>
                      <a:pt x="128" y="44"/>
                      <a:pt x="129" y="47"/>
                      <a:pt x="134" y="54"/>
                    </a:cubicBezTo>
                    <a:cubicBezTo>
                      <a:pt x="140" y="61"/>
                      <a:pt x="141" y="70"/>
                      <a:pt x="143" y="75"/>
                    </a:cubicBezTo>
                    <a:cubicBezTo>
                      <a:pt x="146" y="79"/>
                      <a:pt x="146" y="83"/>
                      <a:pt x="146" y="88"/>
                    </a:cubicBezTo>
                    <a:cubicBezTo>
                      <a:pt x="146" y="92"/>
                      <a:pt x="146" y="94"/>
                      <a:pt x="145" y="98"/>
                    </a:cubicBezTo>
                    <a:cubicBezTo>
                      <a:pt x="144" y="102"/>
                      <a:pt x="142" y="107"/>
                      <a:pt x="137" y="107"/>
                    </a:cubicBezTo>
                    <a:cubicBezTo>
                      <a:pt x="132" y="107"/>
                      <a:pt x="127" y="105"/>
                      <a:pt x="126" y="97"/>
                    </a:cubicBezTo>
                    <a:cubicBezTo>
                      <a:pt x="125" y="90"/>
                      <a:pt x="127" y="87"/>
                      <a:pt x="127" y="84"/>
                    </a:cubicBezTo>
                    <a:cubicBezTo>
                      <a:pt x="127" y="81"/>
                      <a:pt x="125" y="77"/>
                      <a:pt x="124" y="74"/>
                    </a:cubicBezTo>
                    <a:cubicBezTo>
                      <a:pt x="122" y="72"/>
                      <a:pt x="122" y="69"/>
                      <a:pt x="121" y="69"/>
                    </a:cubicBezTo>
                    <a:cubicBezTo>
                      <a:pt x="119" y="70"/>
                      <a:pt x="115" y="73"/>
                      <a:pt x="115" y="73"/>
                    </a:cubicBezTo>
                    <a:cubicBezTo>
                      <a:pt x="115" y="73"/>
                      <a:pt x="116" y="79"/>
                      <a:pt x="113" y="89"/>
                    </a:cubicBezTo>
                    <a:cubicBezTo>
                      <a:pt x="111" y="99"/>
                      <a:pt x="112" y="107"/>
                      <a:pt x="109" y="115"/>
                    </a:cubicBezTo>
                    <a:cubicBezTo>
                      <a:pt x="107" y="123"/>
                      <a:pt x="105" y="130"/>
                      <a:pt x="103" y="135"/>
                    </a:cubicBezTo>
                    <a:cubicBezTo>
                      <a:pt x="101" y="140"/>
                      <a:pt x="102" y="151"/>
                      <a:pt x="91" y="151"/>
                    </a:cubicBezTo>
                    <a:cubicBezTo>
                      <a:pt x="81" y="152"/>
                      <a:pt x="80" y="143"/>
                      <a:pt x="80" y="143"/>
                    </a:cubicBezTo>
                    <a:cubicBezTo>
                      <a:pt x="80" y="143"/>
                      <a:pt x="76" y="151"/>
                      <a:pt x="74" y="157"/>
                    </a:cubicBezTo>
                    <a:cubicBezTo>
                      <a:pt x="72" y="163"/>
                      <a:pt x="67" y="172"/>
                      <a:pt x="57" y="171"/>
                    </a:cubicBezTo>
                    <a:cubicBezTo>
                      <a:pt x="47" y="170"/>
                      <a:pt x="48" y="151"/>
                      <a:pt x="48" y="151"/>
                    </a:cubicBezTo>
                    <a:cubicBezTo>
                      <a:pt x="48" y="151"/>
                      <a:pt x="43" y="168"/>
                      <a:pt x="34" y="167"/>
                    </a:cubicBezTo>
                    <a:cubicBezTo>
                      <a:pt x="24" y="166"/>
                      <a:pt x="23" y="154"/>
                      <a:pt x="23" y="149"/>
                    </a:cubicBezTo>
                    <a:cubicBezTo>
                      <a:pt x="23" y="143"/>
                      <a:pt x="23" y="139"/>
                      <a:pt x="23" y="139"/>
                    </a:cubicBezTo>
                    <a:cubicBezTo>
                      <a:pt x="23" y="139"/>
                      <a:pt x="15" y="141"/>
                      <a:pt x="11" y="136"/>
                    </a:cubicBezTo>
                    <a:cubicBezTo>
                      <a:pt x="7" y="132"/>
                      <a:pt x="8" y="129"/>
                      <a:pt x="5" y="125"/>
                    </a:cubicBezTo>
                    <a:cubicBezTo>
                      <a:pt x="2" y="122"/>
                      <a:pt x="1" y="121"/>
                      <a:pt x="1" y="113"/>
                    </a:cubicBezTo>
                    <a:cubicBezTo>
                      <a:pt x="1" y="104"/>
                      <a:pt x="2" y="97"/>
                      <a:pt x="2" y="90"/>
                    </a:cubicBezTo>
                    <a:cubicBezTo>
                      <a:pt x="2" y="83"/>
                      <a:pt x="0" y="80"/>
                      <a:pt x="4" y="75"/>
                    </a:cubicBezTo>
                    <a:cubicBezTo>
                      <a:pt x="8" y="71"/>
                      <a:pt x="17" y="56"/>
                      <a:pt x="22" y="53"/>
                    </a:cubicBezTo>
                    <a:cubicBezTo>
                      <a:pt x="27" y="50"/>
                      <a:pt x="32" y="47"/>
                      <a:pt x="34" y="42"/>
                    </a:cubicBezTo>
                    <a:cubicBezTo>
                      <a:pt x="36" y="37"/>
                      <a:pt x="36" y="17"/>
                      <a:pt x="36" y="17"/>
                    </a:cubicBezTo>
                    <a:close/>
                  </a:path>
                </a:pathLst>
              </a:custGeom>
              <a:solidFill>
                <a:srgbClr val="F8F3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7719" name="Freeform 135">
                <a:extLst>
                  <a:ext uri="{FF2B5EF4-FFF2-40B4-BE49-F238E27FC236}">
                    <a16:creationId xmlns:a16="http://schemas.microsoft.com/office/drawing/2014/main" id="{3428617A-D4F3-451B-8E7D-958F9EADA7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2" y="2106"/>
                <a:ext cx="43" cy="54"/>
              </a:xfrm>
              <a:custGeom>
                <a:avLst/>
                <a:gdLst>
                  <a:gd name="T0" fmla="*/ 75 w 31"/>
                  <a:gd name="T1" fmla="*/ 104 h 39"/>
                  <a:gd name="T2" fmla="*/ 80 w 31"/>
                  <a:gd name="T3" fmla="*/ 101 h 39"/>
                  <a:gd name="T4" fmla="*/ 83 w 31"/>
                  <a:gd name="T5" fmla="*/ 89 h 39"/>
                  <a:gd name="T6" fmla="*/ 68 w 31"/>
                  <a:gd name="T7" fmla="*/ 55 h 39"/>
                  <a:gd name="T8" fmla="*/ 6 w 31"/>
                  <a:gd name="T9" fmla="*/ 1 h 39"/>
                  <a:gd name="T10" fmla="*/ 0 w 31"/>
                  <a:gd name="T11" fmla="*/ 1 h 39"/>
                  <a:gd name="T12" fmla="*/ 1 w 31"/>
                  <a:gd name="T13" fmla="*/ 8 h 39"/>
                  <a:gd name="T14" fmla="*/ 1 w 31"/>
                  <a:gd name="T15" fmla="*/ 11 h 39"/>
                  <a:gd name="T16" fmla="*/ 61 w 31"/>
                  <a:gd name="T17" fmla="*/ 61 h 39"/>
                  <a:gd name="T18" fmla="*/ 75 w 31"/>
                  <a:gd name="T19" fmla="*/ 89 h 39"/>
                  <a:gd name="T20" fmla="*/ 75 w 31"/>
                  <a:gd name="T21" fmla="*/ 91 h 39"/>
                  <a:gd name="T22" fmla="*/ 71 w 31"/>
                  <a:gd name="T23" fmla="*/ 96 h 39"/>
                  <a:gd name="T24" fmla="*/ 71 w 31"/>
                  <a:gd name="T25" fmla="*/ 96 h 39"/>
                  <a:gd name="T26" fmla="*/ 71 w 31"/>
                  <a:gd name="T27" fmla="*/ 96 h 39"/>
                  <a:gd name="T28" fmla="*/ 69 w 31"/>
                  <a:gd name="T29" fmla="*/ 101 h 39"/>
                  <a:gd name="T30" fmla="*/ 75 w 31"/>
                  <a:gd name="T31" fmla="*/ 104 h 39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31" h="39">
                    <a:moveTo>
                      <a:pt x="28" y="39"/>
                    </a:moveTo>
                    <a:cubicBezTo>
                      <a:pt x="28" y="39"/>
                      <a:pt x="29" y="38"/>
                      <a:pt x="30" y="38"/>
                    </a:cubicBezTo>
                    <a:cubicBezTo>
                      <a:pt x="30" y="37"/>
                      <a:pt x="31" y="35"/>
                      <a:pt x="31" y="33"/>
                    </a:cubicBezTo>
                    <a:cubicBezTo>
                      <a:pt x="31" y="30"/>
                      <a:pt x="30" y="27"/>
                      <a:pt x="25" y="21"/>
                    </a:cubicBezTo>
                    <a:cubicBezTo>
                      <a:pt x="14" y="9"/>
                      <a:pt x="2" y="1"/>
                      <a:pt x="2" y="1"/>
                    </a:cubicBezTo>
                    <a:cubicBezTo>
                      <a:pt x="2" y="0"/>
                      <a:pt x="1" y="0"/>
                      <a:pt x="0" y="1"/>
                    </a:cubicBezTo>
                    <a:cubicBezTo>
                      <a:pt x="0" y="2"/>
                      <a:pt x="0" y="3"/>
                      <a:pt x="1" y="3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4" y="5"/>
                      <a:pt x="14" y="13"/>
                      <a:pt x="23" y="23"/>
                    </a:cubicBezTo>
                    <a:cubicBezTo>
                      <a:pt x="27" y="28"/>
                      <a:pt x="28" y="32"/>
                      <a:pt x="28" y="33"/>
                    </a:cubicBezTo>
                    <a:cubicBezTo>
                      <a:pt x="28" y="34"/>
                      <a:pt x="28" y="35"/>
                      <a:pt x="28" y="35"/>
                    </a:cubicBezTo>
                    <a:cubicBezTo>
                      <a:pt x="27" y="36"/>
                      <a:pt x="27" y="36"/>
                      <a:pt x="27" y="36"/>
                    </a:cubicBezTo>
                    <a:cubicBezTo>
                      <a:pt x="27" y="36"/>
                      <a:pt x="27" y="36"/>
                      <a:pt x="27" y="36"/>
                    </a:cubicBezTo>
                    <a:cubicBezTo>
                      <a:pt x="27" y="36"/>
                      <a:pt x="27" y="36"/>
                      <a:pt x="27" y="36"/>
                    </a:cubicBezTo>
                    <a:cubicBezTo>
                      <a:pt x="26" y="36"/>
                      <a:pt x="26" y="37"/>
                      <a:pt x="26" y="38"/>
                    </a:cubicBezTo>
                    <a:cubicBezTo>
                      <a:pt x="26" y="39"/>
                      <a:pt x="27" y="39"/>
                      <a:pt x="28" y="39"/>
                    </a:cubicBezTo>
                    <a:close/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7720" name="Freeform 136">
                <a:extLst>
                  <a:ext uri="{FF2B5EF4-FFF2-40B4-BE49-F238E27FC236}">
                    <a16:creationId xmlns:a16="http://schemas.microsoft.com/office/drawing/2014/main" id="{B92576B9-0223-4767-8559-EA83AF5903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5" y="2196"/>
                <a:ext cx="10" cy="79"/>
              </a:xfrm>
              <a:custGeom>
                <a:avLst/>
                <a:gdLst>
                  <a:gd name="T0" fmla="*/ 9 w 7"/>
                  <a:gd name="T1" fmla="*/ 155 h 56"/>
                  <a:gd name="T2" fmla="*/ 19 w 7"/>
                  <a:gd name="T3" fmla="*/ 73 h 56"/>
                  <a:gd name="T4" fmla="*/ 20 w 7"/>
                  <a:gd name="T5" fmla="*/ 25 h 56"/>
                  <a:gd name="T6" fmla="*/ 20 w 7"/>
                  <a:gd name="T7" fmla="*/ 6 h 56"/>
                  <a:gd name="T8" fmla="*/ 14 w 7"/>
                  <a:gd name="T9" fmla="*/ 0 h 56"/>
                  <a:gd name="T10" fmla="*/ 13 w 7"/>
                  <a:gd name="T11" fmla="*/ 6 h 56"/>
                  <a:gd name="T12" fmla="*/ 13 w 7"/>
                  <a:gd name="T13" fmla="*/ 25 h 56"/>
                  <a:gd name="T14" fmla="*/ 9 w 7"/>
                  <a:gd name="T15" fmla="*/ 73 h 56"/>
                  <a:gd name="T16" fmla="*/ 0 w 7"/>
                  <a:gd name="T17" fmla="*/ 155 h 56"/>
                  <a:gd name="T18" fmla="*/ 6 w 7"/>
                  <a:gd name="T19" fmla="*/ 157 h 56"/>
                  <a:gd name="T20" fmla="*/ 9 w 7"/>
                  <a:gd name="T21" fmla="*/ 155 h 5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7" h="56">
                    <a:moveTo>
                      <a:pt x="3" y="55"/>
                    </a:moveTo>
                    <a:cubicBezTo>
                      <a:pt x="4" y="46"/>
                      <a:pt x="5" y="36"/>
                      <a:pt x="6" y="26"/>
                    </a:cubicBezTo>
                    <a:cubicBezTo>
                      <a:pt x="7" y="20"/>
                      <a:pt x="7" y="14"/>
                      <a:pt x="7" y="9"/>
                    </a:cubicBezTo>
                    <a:cubicBezTo>
                      <a:pt x="7" y="6"/>
                      <a:pt x="7" y="4"/>
                      <a:pt x="7" y="2"/>
                    </a:cubicBezTo>
                    <a:cubicBezTo>
                      <a:pt x="7" y="1"/>
                      <a:pt x="6" y="0"/>
                      <a:pt x="5" y="0"/>
                    </a:cubicBezTo>
                    <a:cubicBezTo>
                      <a:pt x="4" y="0"/>
                      <a:pt x="4" y="1"/>
                      <a:pt x="4" y="2"/>
                    </a:cubicBezTo>
                    <a:cubicBezTo>
                      <a:pt x="4" y="4"/>
                      <a:pt x="4" y="6"/>
                      <a:pt x="4" y="9"/>
                    </a:cubicBezTo>
                    <a:cubicBezTo>
                      <a:pt x="4" y="14"/>
                      <a:pt x="4" y="20"/>
                      <a:pt x="3" y="26"/>
                    </a:cubicBezTo>
                    <a:cubicBezTo>
                      <a:pt x="2" y="35"/>
                      <a:pt x="1" y="46"/>
                      <a:pt x="0" y="55"/>
                    </a:cubicBezTo>
                    <a:cubicBezTo>
                      <a:pt x="0" y="56"/>
                      <a:pt x="1" y="56"/>
                      <a:pt x="2" y="56"/>
                    </a:cubicBezTo>
                    <a:cubicBezTo>
                      <a:pt x="3" y="56"/>
                      <a:pt x="3" y="56"/>
                      <a:pt x="3" y="55"/>
                    </a:cubicBezTo>
                    <a:close/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7721" name="Freeform 137">
                <a:extLst>
                  <a:ext uri="{FF2B5EF4-FFF2-40B4-BE49-F238E27FC236}">
                    <a16:creationId xmlns:a16="http://schemas.microsoft.com/office/drawing/2014/main" id="{2334BD31-D113-462E-886D-4CF2B869AB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5" y="2181"/>
                <a:ext cx="20" cy="98"/>
              </a:xfrm>
              <a:custGeom>
                <a:avLst/>
                <a:gdLst>
                  <a:gd name="T0" fmla="*/ 7 w 15"/>
                  <a:gd name="T1" fmla="*/ 190 h 70"/>
                  <a:gd name="T2" fmla="*/ 7 w 15"/>
                  <a:gd name="T3" fmla="*/ 185 h 70"/>
                  <a:gd name="T4" fmla="*/ 7 w 15"/>
                  <a:gd name="T5" fmla="*/ 162 h 70"/>
                  <a:gd name="T6" fmla="*/ 7 w 15"/>
                  <a:gd name="T7" fmla="*/ 151 h 70"/>
                  <a:gd name="T8" fmla="*/ 20 w 15"/>
                  <a:gd name="T9" fmla="*/ 112 h 70"/>
                  <a:gd name="T10" fmla="*/ 27 w 15"/>
                  <a:gd name="T11" fmla="*/ 67 h 70"/>
                  <a:gd name="T12" fmla="*/ 33 w 15"/>
                  <a:gd name="T13" fmla="*/ 1 h 70"/>
                  <a:gd name="T14" fmla="*/ 31 w 15"/>
                  <a:gd name="T15" fmla="*/ 0 h 70"/>
                  <a:gd name="T16" fmla="*/ 27 w 15"/>
                  <a:gd name="T17" fmla="*/ 1 h 70"/>
                  <a:gd name="T18" fmla="*/ 21 w 15"/>
                  <a:gd name="T19" fmla="*/ 63 h 70"/>
                  <a:gd name="T20" fmla="*/ 15 w 15"/>
                  <a:gd name="T21" fmla="*/ 109 h 70"/>
                  <a:gd name="T22" fmla="*/ 1 w 15"/>
                  <a:gd name="T23" fmla="*/ 148 h 70"/>
                  <a:gd name="T24" fmla="*/ 0 w 15"/>
                  <a:gd name="T25" fmla="*/ 162 h 70"/>
                  <a:gd name="T26" fmla="*/ 0 w 15"/>
                  <a:gd name="T27" fmla="*/ 185 h 70"/>
                  <a:gd name="T28" fmla="*/ 0 w 15"/>
                  <a:gd name="T29" fmla="*/ 190 h 70"/>
                  <a:gd name="T30" fmla="*/ 1 w 15"/>
                  <a:gd name="T31" fmla="*/ 192 h 70"/>
                  <a:gd name="T32" fmla="*/ 7 w 15"/>
                  <a:gd name="T33" fmla="*/ 190 h 7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5" h="70">
                    <a:moveTo>
                      <a:pt x="3" y="69"/>
                    </a:moveTo>
                    <a:cubicBezTo>
                      <a:pt x="3" y="68"/>
                      <a:pt x="3" y="68"/>
                      <a:pt x="3" y="67"/>
                    </a:cubicBezTo>
                    <a:cubicBezTo>
                      <a:pt x="3" y="64"/>
                      <a:pt x="3" y="62"/>
                      <a:pt x="3" y="59"/>
                    </a:cubicBezTo>
                    <a:cubicBezTo>
                      <a:pt x="3" y="58"/>
                      <a:pt x="3" y="56"/>
                      <a:pt x="3" y="55"/>
                    </a:cubicBezTo>
                    <a:cubicBezTo>
                      <a:pt x="5" y="50"/>
                      <a:pt x="8" y="46"/>
                      <a:pt x="8" y="41"/>
                    </a:cubicBezTo>
                    <a:cubicBezTo>
                      <a:pt x="9" y="35"/>
                      <a:pt x="9" y="30"/>
                      <a:pt x="11" y="24"/>
                    </a:cubicBezTo>
                    <a:cubicBezTo>
                      <a:pt x="14" y="16"/>
                      <a:pt x="13" y="9"/>
                      <a:pt x="14" y="1"/>
                    </a:cubicBezTo>
                    <a:cubicBezTo>
                      <a:pt x="15" y="1"/>
                      <a:pt x="14" y="0"/>
                      <a:pt x="13" y="0"/>
                    </a:cubicBezTo>
                    <a:cubicBezTo>
                      <a:pt x="12" y="0"/>
                      <a:pt x="12" y="0"/>
                      <a:pt x="11" y="1"/>
                    </a:cubicBezTo>
                    <a:cubicBezTo>
                      <a:pt x="10" y="9"/>
                      <a:pt x="11" y="16"/>
                      <a:pt x="9" y="23"/>
                    </a:cubicBezTo>
                    <a:cubicBezTo>
                      <a:pt x="6" y="29"/>
                      <a:pt x="6" y="35"/>
                      <a:pt x="6" y="40"/>
                    </a:cubicBezTo>
                    <a:cubicBezTo>
                      <a:pt x="5" y="45"/>
                      <a:pt x="2" y="49"/>
                      <a:pt x="1" y="54"/>
                    </a:cubicBezTo>
                    <a:cubicBezTo>
                      <a:pt x="0" y="56"/>
                      <a:pt x="0" y="57"/>
                      <a:pt x="0" y="59"/>
                    </a:cubicBezTo>
                    <a:cubicBezTo>
                      <a:pt x="0" y="62"/>
                      <a:pt x="0" y="64"/>
                      <a:pt x="0" y="67"/>
                    </a:cubicBezTo>
                    <a:cubicBezTo>
                      <a:pt x="0" y="68"/>
                      <a:pt x="0" y="68"/>
                      <a:pt x="0" y="69"/>
                    </a:cubicBezTo>
                    <a:cubicBezTo>
                      <a:pt x="0" y="70"/>
                      <a:pt x="1" y="70"/>
                      <a:pt x="1" y="70"/>
                    </a:cubicBezTo>
                    <a:cubicBezTo>
                      <a:pt x="2" y="70"/>
                      <a:pt x="3" y="70"/>
                      <a:pt x="3" y="69"/>
                    </a:cubicBezTo>
                    <a:close/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7722" name="Freeform 138">
                <a:extLst>
                  <a:ext uri="{FF2B5EF4-FFF2-40B4-BE49-F238E27FC236}">
                    <a16:creationId xmlns:a16="http://schemas.microsoft.com/office/drawing/2014/main" id="{A23064F1-4F1D-4B33-9061-2C12AA6F4A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4" y="2157"/>
                <a:ext cx="13" cy="30"/>
              </a:xfrm>
              <a:custGeom>
                <a:avLst/>
                <a:gdLst>
                  <a:gd name="T0" fmla="*/ 22 w 10"/>
                  <a:gd name="T1" fmla="*/ 56 h 21"/>
                  <a:gd name="T2" fmla="*/ 22 w 10"/>
                  <a:gd name="T3" fmla="*/ 53 h 21"/>
                  <a:gd name="T4" fmla="*/ 17 w 10"/>
                  <a:gd name="T5" fmla="*/ 33 h 21"/>
                  <a:gd name="T6" fmla="*/ 12 w 10"/>
                  <a:gd name="T7" fmla="*/ 19 h 21"/>
                  <a:gd name="T8" fmla="*/ 9 w 10"/>
                  <a:gd name="T9" fmla="*/ 13 h 21"/>
                  <a:gd name="T10" fmla="*/ 7 w 10"/>
                  <a:gd name="T11" fmla="*/ 6 h 21"/>
                  <a:gd name="T12" fmla="*/ 5 w 10"/>
                  <a:gd name="T13" fmla="*/ 0 h 21"/>
                  <a:gd name="T14" fmla="*/ 0 w 10"/>
                  <a:gd name="T15" fmla="*/ 6 h 21"/>
                  <a:gd name="T16" fmla="*/ 1 w 10"/>
                  <a:gd name="T17" fmla="*/ 14 h 21"/>
                  <a:gd name="T18" fmla="*/ 7 w 10"/>
                  <a:gd name="T19" fmla="*/ 27 h 21"/>
                  <a:gd name="T20" fmla="*/ 13 w 10"/>
                  <a:gd name="T21" fmla="*/ 39 h 21"/>
                  <a:gd name="T22" fmla="*/ 16 w 10"/>
                  <a:gd name="T23" fmla="*/ 53 h 21"/>
                  <a:gd name="T24" fmla="*/ 16 w 10"/>
                  <a:gd name="T25" fmla="*/ 56 h 21"/>
                  <a:gd name="T26" fmla="*/ 21 w 10"/>
                  <a:gd name="T27" fmla="*/ 61 h 21"/>
                  <a:gd name="T28" fmla="*/ 22 w 10"/>
                  <a:gd name="T29" fmla="*/ 56 h 21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0" h="21">
                    <a:moveTo>
                      <a:pt x="10" y="19"/>
                    </a:moveTo>
                    <a:cubicBezTo>
                      <a:pt x="10" y="18"/>
                      <a:pt x="10" y="18"/>
                      <a:pt x="10" y="18"/>
                    </a:cubicBezTo>
                    <a:cubicBezTo>
                      <a:pt x="10" y="15"/>
                      <a:pt x="9" y="13"/>
                      <a:pt x="8" y="11"/>
                    </a:cubicBezTo>
                    <a:cubicBezTo>
                      <a:pt x="7" y="10"/>
                      <a:pt x="6" y="8"/>
                      <a:pt x="5" y="6"/>
                    </a:cubicBezTo>
                    <a:cubicBezTo>
                      <a:pt x="4" y="5"/>
                      <a:pt x="4" y="4"/>
                      <a:pt x="4" y="4"/>
                    </a:cubicBezTo>
                    <a:cubicBezTo>
                      <a:pt x="3" y="3"/>
                      <a:pt x="3" y="2"/>
                      <a:pt x="3" y="2"/>
                    </a:cubicBezTo>
                    <a:cubicBezTo>
                      <a:pt x="3" y="1"/>
                      <a:pt x="2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3"/>
                      <a:pt x="0" y="4"/>
                      <a:pt x="1" y="5"/>
                    </a:cubicBezTo>
                    <a:cubicBezTo>
                      <a:pt x="1" y="6"/>
                      <a:pt x="2" y="8"/>
                      <a:pt x="3" y="9"/>
                    </a:cubicBezTo>
                    <a:cubicBezTo>
                      <a:pt x="4" y="11"/>
                      <a:pt x="5" y="12"/>
                      <a:pt x="6" y="13"/>
                    </a:cubicBezTo>
                    <a:cubicBezTo>
                      <a:pt x="7" y="15"/>
                      <a:pt x="7" y="16"/>
                      <a:pt x="7" y="18"/>
                    </a:cubicBezTo>
                    <a:cubicBezTo>
                      <a:pt x="7" y="19"/>
                      <a:pt x="7" y="19"/>
                      <a:pt x="7" y="19"/>
                    </a:cubicBezTo>
                    <a:cubicBezTo>
                      <a:pt x="7" y="20"/>
                      <a:pt x="8" y="20"/>
                      <a:pt x="9" y="21"/>
                    </a:cubicBezTo>
                    <a:cubicBezTo>
                      <a:pt x="9" y="21"/>
                      <a:pt x="10" y="20"/>
                      <a:pt x="10" y="19"/>
                    </a:cubicBezTo>
                    <a:close/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7723" name="Freeform 139">
                <a:extLst>
                  <a:ext uri="{FF2B5EF4-FFF2-40B4-BE49-F238E27FC236}">
                    <a16:creationId xmlns:a16="http://schemas.microsoft.com/office/drawing/2014/main" id="{D0D854CB-5BEF-4857-988D-E24E8A105F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7" y="2164"/>
                <a:ext cx="10" cy="13"/>
              </a:xfrm>
              <a:custGeom>
                <a:avLst/>
                <a:gdLst>
                  <a:gd name="T0" fmla="*/ 20 w 7"/>
                  <a:gd name="T1" fmla="*/ 20 h 9"/>
                  <a:gd name="T2" fmla="*/ 9 w 7"/>
                  <a:gd name="T3" fmla="*/ 1 h 9"/>
                  <a:gd name="T4" fmla="*/ 0 w 7"/>
                  <a:gd name="T5" fmla="*/ 1 h 9"/>
                  <a:gd name="T6" fmla="*/ 0 w 7"/>
                  <a:gd name="T7" fmla="*/ 9 h 9"/>
                  <a:gd name="T8" fmla="*/ 13 w 7"/>
                  <a:gd name="T9" fmla="*/ 25 h 9"/>
                  <a:gd name="T10" fmla="*/ 19 w 7"/>
                  <a:gd name="T11" fmla="*/ 27 h 9"/>
                  <a:gd name="T12" fmla="*/ 20 w 7"/>
                  <a:gd name="T13" fmla="*/ 20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" h="9">
                    <a:moveTo>
                      <a:pt x="7" y="7"/>
                    </a:moveTo>
                    <a:cubicBezTo>
                      <a:pt x="6" y="4"/>
                      <a:pt x="4" y="3"/>
                      <a:pt x="3" y="1"/>
                    </a:cubicBezTo>
                    <a:cubicBezTo>
                      <a:pt x="2" y="0"/>
                      <a:pt x="1" y="0"/>
                      <a:pt x="0" y="1"/>
                    </a:cubicBezTo>
                    <a:cubicBezTo>
                      <a:pt x="0" y="1"/>
                      <a:pt x="0" y="2"/>
                      <a:pt x="0" y="3"/>
                    </a:cubicBezTo>
                    <a:cubicBezTo>
                      <a:pt x="2" y="5"/>
                      <a:pt x="3" y="6"/>
                      <a:pt x="4" y="8"/>
                    </a:cubicBezTo>
                    <a:cubicBezTo>
                      <a:pt x="4" y="9"/>
                      <a:pt x="5" y="9"/>
                      <a:pt x="6" y="9"/>
                    </a:cubicBezTo>
                    <a:cubicBezTo>
                      <a:pt x="7" y="9"/>
                      <a:pt x="7" y="8"/>
                      <a:pt x="7" y="7"/>
                    </a:cubicBezTo>
                    <a:close/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7724" name="Freeform 140">
                <a:extLst>
                  <a:ext uri="{FF2B5EF4-FFF2-40B4-BE49-F238E27FC236}">
                    <a16:creationId xmlns:a16="http://schemas.microsoft.com/office/drawing/2014/main" id="{29B6532A-7FBE-48C6-91FF-470F7B8F56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0" y="2205"/>
                <a:ext cx="19" cy="24"/>
              </a:xfrm>
              <a:custGeom>
                <a:avLst/>
                <a:gdLst>
                  <a:gd name="T0" fmla="*/ 35 w 14"/>
                  <a:gd name="T1" fmla="*/ 8 h 17"/>
                  <a:gd name="T2" fmla="*/ 20 w 14"/>
                  <a:gd name="T3" fmla="*/ 0 h 17"/>
                  <a:gd name="T4" fmla="*/ 7 w 14"/>
                  <a:gd name="T5" fmla="*/ 6 h 17"/>
                  <a:gd name="T6" fmla="*/ 1 w 14"/>
                  <a:gd name="T7" fmla="*/ 25 h 17"/>
                  <a:gd name="T8" fmla="*/ 1 w 14"/>
                  <a:gd name="T9" fmla="*/ 42 h 17"/>
                  <a:gd name="T10" fmla="*/ 5 w 14"/>
                  <a:gd name="T11" fmla="*/ 48 h 17"/>
                  <a:gd name="T12" fmla="*/ 7 w 14"/>
                  <a:gd name="T13" fmla="*/ 45 h 17"/>
                  <a:gd name="T14" fmla="*/ 10 w 14"/>
                  <a:gd name="T15" fmla="*/ 25 h 17"/>
                  <a:gd name="T16" fmla="*/ 15 w 14"/>
                  <a:gd name="T17" fmla="*/ 11 h 17"/>
                  <a:gd name="T18" fmla="*/ 20 w 14"/>
                  <a:gd name="T19" fmla="*/ 8 h 17"/>
                  <a:gd name="T20" fmla="*/ 27 w 14"/>
                  <a:gd name="T21" fmla="*/ 14 h 17"/>
                  <a:gd name="T22" fmla="*/ 35 w 14"/>
                  <a:gd name="T23" fmla="*/ 14 h 17"/>
                  <a:gd name="T24" fmla="*/ 35 w 14"/>
                  <a:gd name="T25" fmla="*/ 8 h 17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4" h="17">
                    <a:moveTo>
                      <a:pt x="14" y="3"/>
                    </a:moveTo>
                    <a:cubicBezTo>
                      <a:pt x="12" y="1"/>
                      <a:pt x="10" y="0"/>
                      <a:pt x="8" y="0"/>
                    </a:cubicBezTo>
                    <a:cubicBezTo>
                      <a:pt x="6" y="0"/>
                      <a:pt x="4" y="1"/>
                      <a:pt x="3" y="2"/>
                    </a:cubicBezTo>
                    <a:cubicBezTo>
                      <a:pt x="2" y="5"/>
                      <a:pt x="1" y="7"/>
                      <a:pt x="1" y="9"/>
                    </a:cubicBezTo>
                    <a:cubicBezTo>
                      <a:pt x="1" y="11"/>
                      <a:pt x="1" y="13"/>
                      <a:pt x="1" y="15"/>
                    </a:cubicBezTo>
                    <a:cubicBezTo>
                      <a:pt x="0" y="16"/>
                      <a:pt x="1" y="16"/>
                      <a:pt x="2" y="17"/>
                    </a:cubicBezTo>
                    <a:cubicBezTo>
                      <a:pt x="2" y="17"/>
                      <a:pt x="3" y="17"/>
                      <a:pt x="3" y="16"/>
                    </a:cubicBezTo>
                    <a:cubicBezTo>
                      <a:pt x="4" y="14"/>
                      <a:pt x="4" y="11"/>
                      <a:pt x="4" y="9"/>
                    </a:cubicBezTo>
                    <a:cubicBezTo>
                      <a:pt x="4" y="7"/>
                      <a:pt x="5" y="5"/>
                      <a:pt x="6" y="4"/>
                    </a:cubicBezTo>
                    <a:cubicBezTo>
                      <a:pt x="6" y="3"/>
                      <a:pt x="7" y="3"/>
                      <a:pt x="8" y="3"/>
                    </a:cubicBezTo>
                    <a:cubicBezTo>
                      <a:pt x="9" y="3"/>
                      <a:pt x="11" y="3"/>
                      <a:pt x="11" y="5"/>
                    </a:cubicBezTo>
                    <a:cubicBezTo>
                      <a:pt x="12" y="5"/>
                      <a:pt x="13" y="5"/>
                      <a:pt x="14" y="5"/>
                    </a:cubicBezTo>
                    <a:cubicBezTo>
                      <a:pt x="14" y="4"/>
                      <a:pt x="14" y="4"/>
                      <a:pt x="14" y="3"/>
                    </a:cubicBezTo>
                    <a:close/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7725" name="Freeform 141">
                <a:extLst>
                  <a:ext uri="{FF2B5EF4-FFF2-40B4-BE49-F238E27FC236}">
                    <a16:creationId xmlns:a16="http://schemas.microsoft.com/office/drawing/2014/main" id="{E89AECF4-5C89-46CE-AE56-9D8618CD84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1" y="2258"/>
                <a:ext cx="26" cy="29"/>
              </a:xfrm>
              <a:custGeom>
                <a:avLst/>
                <a:gdLst>
                  <a:gd name="T0" fmla="*/ 52 w 18"/>
                  <a:gd name="T1" fmla="*/ 48 h 21"/>
                  <a:gd name="T2" fmla="*/ 55 w 18"/>
                  <a:gd name="T3" fmla="*/ 32 h 21"/>
                  <a:gd name="T4" fmla="*/ 48 w 18"/>
                  <a:gd name="T5" fmla="*/ 14 h 21"/>
                  <a:gd name="T6" fmla="*/ 42 w 18"/>
                  <a:gd name="T7" fmla="*/ 6 h 21"/>
                  <a:gd name="T8" fmla="*/ 29 w 18"/>
                  <a:gd name="T9" fmla="*/ 1 h 21"/>
                  <a:gd name="T10" fmla="*/ 27 w 18"/>
                  <a:gd name="T11" fmla="*/ 0 h 21"/>
                  <a:gd name="T12" fmla="*/ 25 w 18"/>
                  <a:gd name="T13" fmla="*/ 1 h 21"/>
                  <a:gd name="T14" fmla="*/ 19 w 18"/>
                  <a:gd name="T15" fmla="*/ 6 h 21"/>
                  <a:gd name="T16" fmla="*/ 14 w 18"/>
                  <a:gd name="T17" fmla="*/ 8 h 21"/>
                  <a:gd name="T18" fmla="*/ 9 w 18"/>
                  <a:gd name="T19" fmla="*/ 23 h 21"/>
                  <a:gd name="T20" fmla="*/ 0 w 18"/>
                  <a:gd name="T21" fmla="*/ 50 h 21"/>
                  <a:gd name="T22" fmla="*/ 1 w 18"/>
                  <a:gd name="T23" fmla="*/ 55 h 21"/>
                  <a:gd name="T24" fmla="*/ 9 w 18"/>
                  <a:gd name="T25" fmla="*/ 54 h 21"/>
                  <a:gd name="T26" fmla="*/ 19 w 18"/>
                  <a:gd name="T27" fmla="*/ 26 h 21"/>
                  <a:gd name="T28" fmla="*/ 25 w 18"/>
                  <a:gd name="T29" fmla="*/ 14 h 21"/>
                  <a:gd name="T30" fmla="*/ 27 w 18"/>
                  <a:gd name="T31" fmla="*/ 8 h 21"/>
                  <a:gd name="T32" fmla="*/ 25 w 18"/>
                  <a:gd name="T33" fmla="*/ 8 h 21"/>
                  <a:gd name="T34" fmla="*/ 27 w 18"/>
                  <a:gd name="T35" fmla="*/ 8 h 21"/>
                  <a:gd name="T36" fmla="*/ 27 w 18"/>
                  <a:gd name="T37" fmla="*/ 8 h 21"/>
                  <a:gd name="T38" fmla="*/ 25 w 18"/>
                  <a:gd name="T39" fmla="*/ 8 h 21"/>
                  <a:gd name="T40" fmla="*/ 27 w 18"/>
                  <a:gd name="T41" fmla="*/ 8 h 21"/>
                  <a:gd name="T42" fmla="*/ 27 w 18"/>
                  <a:gd name="T43" fmla="*/ 8 h 21"/>
                  <a:gd name="T44" fmla="*/ 27 w 18"/>
                  <a:gd name="T45" fmla="*/ 8 h 21"/>
                  <a:gd name="T46" fmla="*/ 27 w 18"/>
                  <a:gd name="T47" fmla="*/ 8 h 21"/>
                  <a:gd name="T48" fmla="*/ 27 w 18"/>
                  <a:gd name="T49" fmla="*/ 8 h 21"/>
                  <a:gd name="T50" fmla="*/ 27 w 18"/>
                  <a:gd name="T51" fmla="*/ 8 h 21"/>
                  <a:gd name="T52" fmla="*/ 27 w 18"/>
                  <a:gd name="T53" fmla="*/ 8 h 21"/>
                  <a:gd name="T54" fmla="*/ 29 w 18"/>
                  <a:gd name="T55" fmla="*/ 11 h 21"/>
                  <a:gd name="T56" fmla="*/ 36 w 18"/>
                  <a:gd name="T57" fmla="*/ 11 h 21"/>
                  <a:gd name="T58" fmla="*/ 42 w 18"/>
                  <a:gd name="T59" fmla="*/ 19 h 21"/>
                  <a:gd name="T60" fmla="*/ 46 w 18"/>
                  <a:gd name="T61" fmla="*/ 32 h 21"/>
                  <a:gd name="T62" fmla="*/ 42 w 18"/>
                  <a:gd name="T63" fmla="*/ 48 h 21"/>
                  <a:gd name="T64" fmla="*/ 48 w 18"/>
                  <a:gd name="T65" fmla="*/ 50 h 21"/>
                  <a:gd name="T66" fmla="*/ 52 w 18"/>
                  <a:gd name="T67" fmla="*/ 48 h 21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18" h="21">
                    <a:moveTo>
                      <a:pt x="17" y="18"/>
                    </a:moveTo>
                    <a:cubicBezTo>
                      <a:pt x="17" y="16"/>
                      <a:pt x="18" y="14"/>
                      <a:pt x="18" y="12"/>
                    </a:cubicBezTo>
                    <a:cubicBezTo>
                      <a:pt x="18" y="10"/>
                      <a:pt x="17" y="7"/>
                      <a:pt x="16" y="5"/>
                    </a:cubicBezTo>
                    <a:cubicBezTo>
                      <a:pt x="16" y="4"/>
                      <a:pt x="15" y="3"/>
                      <a:pt x="14" y="2"/>
                    </a:cubicBezTo>
                    <a:cubicBezTo>
                      <a:pt x="13" y="1"/>
                      <a:pt x="12" y="1"/>
                      <a:pt x="10" y="1"/>
                    </a:cubicBezTo>
                    <a:cubicBezTo>
                      <a:pt x="10" y="1"/>
                      <a:pt x="9" y="0"/>
                      <a:pt x="9" y="0"/>
                    </a:cubicBezTo>
                    <a:cubicBezTo>
                      <a:pt x="8" y="0"/>
                      <a:pt x="8" y="0"/>
                      <a:pt x="8" y="1"/>
                    </a:cubicBezTo>
                    <a:cubicBezTo>
                      <a:pt x="7" y="1"/>
                      <a:pt x="6" y="1"/>
                      <a:pt x="6" y="2"/>
                    </a:cubicBezTo>
                    <a:cubicBezTo>
                      <a:pt x="6" y="2"/>
                      <a:pt x="6" y="3"/>
                      <a:pt x="5" y="3"/>
                    </a:cubicBezTo>
                    <a:cubicBezTo>
                      <a:pt x="5" y="5"/>
                      <a:pt x="4" y="7"/>
                      <a:pt x="3" y="9"/>
                    </a:cubicBezTo>
                    <a:cubicBezTo>
                      <a:pt x="2" y="12"/>
                      <a:pt x="1" y="17"/>
                      <a:pt x="0" y="19"/>
                    </a:cubicBezTo>
                    <a:cubicBezTo>
                      <a:pt x="0" y="20"/>
                      <a:pt x="0" y="21"/>
                      <a:pt x="1" y="21"/>
                    </a:cubicBezTo>
                    <a:cubicBezTo>
                      <a:pt x="2" y="21"/>
                      <a:pt x="3" y="21"/>
                      <a:pt x="3" y="20"/>
                    </a:cubicBezTo>
                    <a:cubicBezTo>
                      <a:pt x="4" y="18"/>
                      <a:pt x="5" y="13"/>
                      <a:pt x="6" y="10"/>
                    </a:cubicBezTo>
                    <a:cubicBezTo>
                      <a:pt x="7" y="8"/>
                      <a:pt x="7" y="6"/>
                      <a:pt x="8" y="5"/>
                    </a:cubicBezTo>
                    <a:cubicBezTo>
                      <a:pt x="9" y="4"/>
                      <a:pt x="9" y="3"/>
                      <a:pt x="9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3"/>
                      <a:pt x="9" y="4"/>
                      <a:pt x="10" y="4"/>
                    </a:cubicBezTo>
                    <a:cubicBezTo>
                      <a:pt x="11" y="4"/>
                      <a:pt x="12" y="4"/>
                      <a:pt x="12" y="4"/>
                    </a:cubicBezTo>
                    <a:cubicBezTo>
                      <a:pt x="13" y="5"/>
                      <a:pt x="14" y="6"/>
                      <a:pt x="14" y="7"/>
                    </a:cubicBezTo>
                    <a:cubicBezTo>
                      <a:pt x="14" y="9"/>
                      <a:pt x="15" y="10"/>
                      <a:pt x="15" y="12"/>
                    </a:cubicBezTo>
                    <a:cubicBezTo>
                      <a:pt x="15" y="14"/>
                      <a:pt x="14" y="16"/>
                      <a:pt x="14" y="18"/>
                    </a:cubicBezTo>
                    <a:cubicBezTo>
                      <a:pt x="14" y="19"/>
                      <a:pt x="15" y="19"/>
                      <a:pt x="16" y="19"/>
                    </a:cubicBezTo>
                    <a:cubicBezTo>
                      <a:pt x="17" y="19"/>
                      <a:pt x="17" y="19"/>
                      <a:pt x="17" y="18"/>
                    </a:cubicBezTo>
                    <a:close/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7726" name="Freeform 142">
                <a:extLst>
                  <a:ext uri="{FF2B5EF4-FFF2-40B4-BE49-F238E27FC236}">
                    <a16:creationId xmlns:a16="http://schemas.microsoft.com/office/drawing/2014/main" id="{F649417B-4912-4B4E-AA3E-398AC5D6BE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7" y="2287"/>
                <a:ext cx="24" cy="29"/>
              </a:xfrm>
              <a:custGeom>
                <a:avLst/>
                <a:gdLst>
                  <a:gd name="T0" fmla="*/ 45 w 17"/>
                  <a:gd name="T1" fmla="*/ 50 h 21"/>
                  <a:gd name="T2" fmla="*/ 45 w 17"/>
                  <a:gd name="T3" fmla="*/ 44 h 21"/>
                  <a:gd name="T4" fmla="*/ 48 w 17"/>
                  <a:gd name="T5" fmla="*/ 21 h 21"/>
                  <a:gd name="T6" fmla="*/ 45 w 17"/>
                  <a:gd name="T7" fmla="*/ 11 h 21"/>
                  <a:gd name="T8" fmla="*/ 35 w 17"/>
                  <a:gd name="T9" fmla="*/ 1 h 21"/>
                  <a:gd name="T10" fmla="*/ 23 w 17"/>
                  <a:gd name="T11" fmla="*/ 0 h 21"/>
                  <a:gd name="T12" fmla="*/ 20 w 17"/>
                  <a:gd name="T13" fmla="*/ 0 h 21"/>
                  <a:gd name="T14" fmla="*/ 8 w 17"/>
                  <a:gd name="T15" fmla="*/ 6 h 21"/>
                  <a:gd name="T16" fmla="*/ 0 w 17"/>
                  <a:gd name="T17" fmla="*/ 21 h 21"/>
                  <a:gd name="T18" fmla="*/ 0 w 17"/>
                  <a:gd name="T19" fmla="*/ 36 h 21"/>
                  <a:gd name="T20" fmla="*/ 0 w 17"/>
                  <a:gd name="T21" fmla="*/ 50 h 21"/>
                  <a:gd name="T22" fmla="*/ 6 w 17"/>
                  <a:gd name="T23" fmla="*/ 54 h 21"/>
                  <a:gd name="T24" fmla="*/ 8 w 17"/>
                  <a:gd name="T25" fmla="*/ 50 h 21"/>
                  <a:gd name="T26" fmla="*/ 8 w 17"/>
                  <a:gd name="T27" fmla="*/ 36 h 21"/>
                  <a:gd name="T28" fmla="*/ 11 w 17"/>
                  <a:gd name="T29" fmla="*/ 15 h 21"/>
                  <a:gd name="T30" fmla="*/ 14 w 17"/>
                  <a:gd name="T31" fmla="*/ 11 h 21"/>
                  <a:gd name="T32" fmla="*/ 20 w 17"/>
                  <a:gd name="T33" fmla="*/ 8 h 21"/>
                  <a:gd name="T34" fmla="*/ 23 w 17"/>
                  <a:gd name="T35" fmla="*/ 8 h 21"/>
                  <a:gd name="T36" fmla="*/ 34 w 17"/>
                  <a:gd name="T37" fmla="*/ 8 h 21"/>
                  <a:gd name="T38" fmla="*/ 40 w 17"/>
                  <a:gd name="T39" fmla="*/ 14 h 21"/>
                  <a:gd name="T40" fmla="*/ 40 w 17"/>
                  <a:gd name="T41" fmla="*/ 21 h 21"/>
                  <a:gd name="T42" fmla="*/ 35 w 17"/>
                  <a:gd name="T43" fmla="*/ 44 h 21"/>
                  <a:gd name="T44" fmla="*/ 40 w 17"/>
                  <a:gd name="T45" fmla="*/ 54 h 21"/>
                  <a:gd name="T46" fmla="*/ 42 w 17"/>
                  <a:gd name="T47" fmla="*/ 55 h 21"/>
                  <a:gd name="T48" fmla="*/ 45 w 17"/>
                  <a:gd name="T49" fmla="*/ 50 h 21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17" h="21">
                    <a:moveTo>
                      <a:pt x="16" y="19"/>
                    </a:moveTo>
                    <a:cubicBezTo>
                      <a:pt x="16" y="18"/>
                      <a:pt x="16" y="18"/>
                      <a:pt x="16" y="17"/>
                    </a:cubicBezTo>
                    <a:cubicBezTo>
                      <a:pt x="16" y="14"/>
                      <a:pt x="17" y="11"/>
                      <a:pt x="17" y="8"/>
                    </a:cubicBezTo>
                    <a:cubicBezTo>
                      <a:pt x="17" y="7"/>
                      <a:pt x="17" y="5"/>
                      <a:pt x="16" y="4"/>
                    </a:cubicBezTo>
                    <a:cubicBezTo>
                      <a:pt x="16" y="2"/>
                      <a:pt x="14" y="1"/>
                      <a:pt x="13" y="1"/>
                    </a:cubicBezTo>
                    <a:cubicBezTo>
                      <a:pt x="11" y="0"/>
                      <a:pt x="10" y="0"/>
                      <a:pt x="8" y="0"/>
                    </a:cubicBezTo>
                    <a:cubicBezTo>
                      <a:pt x="8" y="0"/>
                      <a:pt x="8" y="0"/>
                      <a:pt x="7" y="0"/>
                    </a:cubicBezTo>
                    <a:cubicBezTo>
                      <a:pt x="6" y="0"/>
                      <a:pt x="4" y="1"/>
                      <a:pt x="3" y="2"/>
                    </a:cubicBezTo>
                    <a:cubicBezTo>
                      <a:pt x="2" y="3"/>
                      <a:pt x="1" y="5"/>
                      <a:pt x="0" y="8"/>
                    </a:cubicBezTo>
                    <a:cubicBezTo>
                      <a:pt x="0" y="10"/>
                      <a:pt x="0" y="12"/>
                      <a:pt x="0" y="14"/>
                    </a:cubicBezTo>
                    <a:cubicBezTo>
                      <a:pt x="0" y="16"/>
                      <a:pt x="0" y="18"/>
                      <a:pt x="0" y="19"/>
                    </a:cubicBezTo>
                    <a:cubicBezTo>
                      <a:pt x="0" y="20"/>
                      <a:pt x="1" y="21"/>
                      <a:pt x="2" y="20"/>
                    </a:cubicBezTo>
                    <a:cubicBezTo>
                      <a:pt x="2" y="20"/>
                      <a:pt x="3" y="20"/>
                      <a:pt x="3" y="19"/>
                    </a:cubicBezTo>
                    <a:cubicBezTo>
                      <a:pt x="3" y="18"/>
                      <a:pt x="3" y="16"/>
                      <a:pt x="3" y="14"/>
                    </a:cubicBezTo>
                    <a:cubicBezTo>
                      <a:pt x="3" y="12"/>
                      <a:pt x="3" y="9"/>
                      <a:pt x="4" y="6"/>
                    </a:cubicBezTo>
                    <a:cubicBezTo>
                      <a:pt x="4" y="5"/>
                      <a:pt x="5" y="4"/>
                      <a:pt x="5" y="4"/>
                    </a:cubicBezTo>
                    <a:cubicBezTo>
                      <a:pt x="6" y="3"/>
                      <a:pt x="6" y="3"/>
                      <a:pt x="7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10" y="3"/>
                      <a:pt x="11" y="3"/>
                      <a:pt x="12" y="3"/>
                    </a:cubicBezTo>
                    <a:cubicBezTo>
                      <a:pt x="13" y="4"/>
                      <a:pt x="13" y="4"/>
                      <a:pt x="14" y="5"/>
                    </a:cubicBezTo>
                    <a:cubicBezTo>
                      <a:pt x="14" y="6"/>
                      <a:pt x="14" y="7"/>
                      <a:pt x="14" y="8"/>
                    </a:cubicBezTo>
                    <a:cubicBezTo>
                      <a:pt x="14" y="11"/>
                      <a:pt x="13" y="14"/>
                      <a:pt x="13" y="17"/>
                    </a:cubicBezTo>
                    <a:cubicBezTo>
                      <a:pt x="13" y="18"/>
                      <a:pt x="13" y="19"/>
                      <a:pt x="14" y="20"/>
                    </a:cubicBezTo>
                    <a:cubicBezTo>
                      <a:pt x="14" y="21"/>
                      <a:pt x="15" y="21"/>
                      <a:pt x="15" y="21"/>
                    </a:cubicBezTo>
                    <a:cubicBezTo>
                      <a:pt x="16" y="20"/>
                      <a:pt x="17" y="20"/>
                      <a:pt x="16" y="19"/>
                    </a:cubicBezTo>
                    <a:close/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7727" name="Freeform 143">
                <a:extLst>
                  <a:ext uri="{FF2B5EF4-FFF2-40B4-BE49-F238E27FC236}">
                    <a16:creationId xmlns:a16="http://schemas.microsoft.com/office/drawing/2014/main" id="{49D8BF10-7D5A-4109-A834-581D0E5446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0" y="2183"/>
                <a:ext cx="19" cy="111"/>
              </a:xfrm>
              <a:custGeom>
                <a:avLst/>
                <a:gdLst>
                  <a:gd name="T0" fmla="*/ 5 w 14"/>
                  <a:gd name="T1" fmla="*/ 212 h 80"/>
                  <a:gd name="T2" fmla="*/ 14 w 14"/>
                  <a:gd name="T3" fmla="*/ 190 h 80"/>
                  <a:gd name="T4" fmla="*/ 14 w 14"/>
                  <a:gd name="T5" fmla="*/ 171 h 80"/>
                  <a:gd name="T6" fmla="*/ 20 w 14"/>
                  <a:gd name="T7" fmla="*/ 118 h 80"/>
                  <a:gd name="T8" fmla="*/ 27 w 14"/>
                  <a:gd name="T9" fmla="*/ 61 h 80"/>
                  <a:gd name="T10" fmla="*/ 30 w 14"/>
                  <a:gd name="T11" fmla="*/ 36 h 80"/>
                  <a:gd name="T12" fmla="*/ 35 w 14"/>
                  <a:gd name="T13" fmla="*/ 8 h 80"/>
                  <a:gd name="T14" fmla="*/ 33 w 14"/>
                  <a:gd name="T15" fmla="*/ 1 h 80"/>
                  <a:gd name="T16" fmla="*/ 30 w 14"/>
                  <a:gd name="T17" fmla="*/ 0 h 80"/>
                  <a:gd name="T18" fmla="*/ 26 w 14"/>
                  <a:gd name="T19" fmla="*/ 6 h 80"/>
                  <a:gd name="T20" fmla="*/ 27 w 14"/>
                  <a:gd name="T21" fmla="*/ 8 h 80"/>
                  <a:gd name="T22" fmla="*/ 22 w 14"/>
                  <a:gd name="T23" fmla="*/ 35 h 80"/>
                  <a:gd name="T24" fmla="*/ 20 w 14"/>
                  <a:gd name="T25" fmla="*/ 61 h 80"/>
                  <a:gd name="T26" fmla="*/ 14 w 14"/>
                  <a:gd name="T27" fmla="*/ 115 h 80"/>
                  <a:gd name="T28" fmla="*/ 5 w 14"/>
                  <a:gd name="T29" fmla="*/ 171 h 80"/>
                  <a:gd name="T30" fmla="*/ 5 w 14"/>
                  <a:gd name="T31" fmla="*/ 190 h 80"/>
                  <a:gd name="T32" fmla="*/ 0 w 14"/>
                  <a:gd name="T33" fmla="*/ 205 h 80"/>
                  <a:gd name="T34" fmla="*/ 0 w 14"/>
                  <a:gd name="T35" fmla="*/ 212 h 80"/>
                  <a:gd name="T36" fmla="*/ 5 w 14"/>
                  <a:gd name="T37" fmla="*/ 212 h 80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14" h="80">
                    <a:moveTo>
                      <a:pt x="2" y="79"/>
                    </a:moveTo>
                    <a:cubicBezTo>
                      <a:pt x="4" y="77"/>
                      <a:pt x="4" y="74"/>
                      <a:pt x="5" y="71"/>
                    </a:cubicBezTo>
                    <a:cubicBezTo>
                      <a:pt x="5" y="69"/>
                      <a:pt x="5" y="66"/>
                      <a:pt x="5" y="64"/>
                    </a:cubicBezTo>
                    <a:cubicBezTo>
                      <a:pt x="6" y="57"/>
                      <a:pt x="7" y="51"/>
                      <a:pt x="8" y="44"/>
                    </a:cubicBezTo>
                    <a:cubicBezTo>
                      <a:pt x="10" y="37"/>
                      <a:pt x="11" y="30"/>
                      <a:pt x="11" y="23"/>
                    </a:cubicBezTo>
                    <a:cubicBezTo>
                      <a:pt x="12" y="20"/>
                      <a:pt x="12" y="17"/>
                      <a:pt x="12" y="14"/>
                    </a:cubicBezTo>
                    <a:cubicBezTo>
                      <a:pt x="12" y="11"/>
                      <a:pt x="14" y="7"/>
                      <a:pt x="14" y="3"/>
                    </a:cubicBezTo>
                    <a:cubicBezTo>
                      <a:pt x="14" y="2"/>
                      <a:pt x="14" y="2"/>
                      <a:pt x="13" y="1"/>
                    </a:cubicBezTo>
                    <a:cubicBezTo>
                      <a:pt x="13" y="1"/>
                      <a:pt x="13" y="0"/>
                      <a:pt x="12" y="0"/>
                    </a:cubicBezTo>
                    <a:cubicBezTo>
                      <a:pt x="11" y="0"/>
                      <a:pt x="10" y="1"/>
                      <a:pt x="10" y="2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6"/>
                      <a:pt x="9" y="10"/>
                      <a:pt x="9" y="13"/>
                    </a:cubicBezTo>
                    <a:cubicBezTo>
                      <a:pt x="9" y="17"/>
                      <a:pt x="9" y="20"/>
                      <a:pt x="8" y="23"/>
                    </a:cubicBezTo>
                    <a:cubicBezTo>
                      <a:pt x="8" y="30"/>
                      <a:pt x="7" y="37"/>
                      <a:pt x="5" y="43"/>
                    </a:cubicBezTo>
                    <a:cubicBezTo>
                      <a:pt x="4" y="50"/>
                      <a:pt x="3" y="57"/>
                      <a:pt x="2" y="64"/>
                    </a:cubicBezTo>
                    <a:cubicBezTo>
                      <a:pt x="2" y="66"/>
                      <a:pt x="2" y="69"/>
                      <a:pt x="2" y="71"/>
                    </a:cubicBezTo>
                    <a:cubicBezTo>
                      <a:pt x="1" y="74"/>
                      <a:pt x="1" y="76"/>
                      <a:pt x="0" y="77"/>
                    </a:cubicBezTo>
                    <a:cubicBezTo>
                      <a:pt x="0" y="78"/>
                      <a:pt x="0" y="79"/>
                      <a:pt x="0" y="79"/>
                    </a:cubicBezTo>
                    <a:cubicBezTo>
                      <a:pt x="1" y="80"/>
                      <a:pt x="2" y="80"/>
                      <a:pt x="2" y="79"/>
                    </a:cubicBezTo>
                    <a:close/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7728" name="Freeform 144">
                <a:extLst>
                  <a:ext uri="{FF2B5EF4-FFF2-40B4-BE49-F238E27FC236}">
                    <a16:creationId xmlns:a16="http://schemas.microsoft.com/office/drawing/2014/main" id="{6A013686-7742-46BC-9CA5-9940A736AA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3" y="2215"/>
                <a:ext cx="14" cy="58"/>
              </a:xfrm>
              <a:custGeom>
                <a:avLst/>
                <a:gdLst>
                  <a:gd name="T0" fmla="*/ 15 w 10"/>
                  <a:gd name="T1" fmla="*/ 6 h 42"/>
                  <a:gd name="T2" fmla="*/ 20 w 10"/>
                  <a:gd name="T3" fmla="*/ 21 h 42"/>
                  <a:gd name="T4" fmla="*/ 14 w 10"/>
                  <a:gd name="T5" fmla="*/ 57 h 42"/>
                  <a:gd name="T6" fmla="*/ 0 w 10"/>
                  <a:gd name="T7" fmla="*/ 104 h 42"/>
                  <a:gd name="T8" fmla="*/ 0 w 10"/>
                  <a:gd name="T9" fmla="*/ 109 h 42"/>
                  <a:gd name="T10" fmla="*/ 6 w 10"/>
                  <a:gd name="T11" fmla="*/ 110 h 42"/>
                  <a:gd name="T12" fmla="*/ 8 w 10"/>
                  <a:gd name="T13" fmla="*/ 109 h 42"/>
                  <a:gd name="T14" fmla="*/ 8 w 10"/>
                  <a:gd name="T15" fmla="*/ 104 h 42"/>
                  <a:gd name="T16" fmla="*/ 21 w 10"/>
                  <a:gd name="T17" fmla="*/ 61 h 42"/>
                  <a:gd name="T18" fmla="*/ 28 w 10"/>
                  <a:gd name="T19" fmla="*/ 21 h 42"/>
                  <a:gd name="T20" fmla="*/ 25 w 10"/>
                  <a:gd name="T21" fmla="*/ 6 h 42"/>
                  <a:gd name="T22" fmla="*/ 21 w 10"/>
                  <a:gd name="T23" fmla="*/ 0 h 42"/>
                  <a:gd name="T24" fmla="*/ 15 w 10"/>
                  <a:gd name="T25" fmla="*/ 6 h 4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0" h="42">
                    <a:moveTo>
                      <a:pt x="6" y="2"/>
                    </a:moveTo>
                    <a:cubicBezTo>
                      <a:pt x="7" y="4"/>
                      <a:pt x="7" y="6"/>
                      <a:pt x="7" y="8"/>
                    </a:cubicBezTo>
                    <a:cubicBezTo>
                      <a:pt x="7" y="13"/>
                      <a:pt x="6" y="18"/>
                      <a:pt x="5" y="22"/>
                    </a:cubicBezTo>
                    <a:cubicBezTo>
                      <a:pt x="4" y="27"/>
                      <a:pt x="0" y="33"/>
                      <a:pt x="0" y="39"/>
                    </a:cubicBezTo>
                    <a:cubicBezTo>
                      <a:pt x="0" y="40"/>
                      <a:pt x="0" y="40"/>
                      <a:pt x="0" y="41"/>
                    </a:cubicBezTo>
                    <a:cubicBezTo>
                      <a:pt x="1" y="42"/>
                      <a:pt x="1" y="42"/>
                      <a:pt x="2" y="42"/>
                    </a:cubicBezTo>
                    <a:cubicBezTo>
                      <a:pt x="3" y="42"/>
                      <a:pt x="4" y="41"/>
                      <a:pt x="3" y="41"/>
                    </a:cubicBezTo>
                    <a:cubicBezTo>
                      <a:pt x="3" y="40"/>
                      <a:pt x="3" y="40"/>
                      <a:pt x="3" y="39"/>
                    </a:cubicBezTo>
                    <a:cubicBezTo>
                      <a:pt x="3" y="34"/>
                      <a:pt x="6" y="28"/>
                      <a:pt x="8" y="23"/>
                    </a:cubicBezTo>
                    <a:cubicBezTo>
                      <a:pt x="9" y="18"/>
                      <a:pt x="10" y="13"/>
                      <a:pt x="10" y="8"/>
                    </a:cubicBezTo>
                    <a:cubicBezTo>
                      <a:pt x="10" y="6"/>
                      <a:pt x="10" y="4"/>
                      <a:pt x="9" y="2"/>
                    </a:cubicBezTo>
                    <a:cubicBezTo>
                      <a:pt x="9" y="1"/>
                      <a:pt x="9" y="0"/>
                      <a:pt x="8" y="0"/>
                    </a:cubicBezTo>
                    <a:cubicBezTo>
                      <a:pt x="7" y="0"/>
                      <a:pt x="6" y="1"/>
                      <a:pt x="6" y="2"/>
                    </a:cubicBezTo>
                    <a:close/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7729" name="Freeform 145">
                <a:extLst>
                  <a:ext uri="{FF2B5EF4-FFF2-40B4-BE49-F238E27FC236}">
                    <a16:creationId xmlns:a16="http://schemas.microsoft.com/office/drawing/2014/main" id="{B34D2297-BF23-42B3-B25D-5314E43899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8" y="2163"/>
                <a:ext cx="5" cy="18"/>
              </a:xfrm>
              <a:custGeom>
                <a:avLst/>
                <a:gdLst>
                  <a:gd name="T0" fmla="*/ 1 w 4"/>
                  <a:gd name="T1" fmla="*/ 1 h 13"/>
                  <a:gd name="T2" fmla="*/ 0 w 4"/>
                  <a:gd name="T3" fmla="*/ 8 h 13"/>
                  <a:gd name="T4" fmla="*/ 1 w 4"/>
                  <a:gd name="T5" fmla="*/ 29 h 13"/>
                  <a:gd name="T6" fmla="*/ 1 w 4"/>
                  <a:gd name="T7" fmla="*/ 29 h 13"/>
                  <a:gd name="T8" fmla="*/ 6 w 4"/>
                  <a:gd name="T9" fmla="*/ 35 h 13"/>
                  <a:gd name="T10" fmla="*/ 8 w 4"/>
                  <a:gd name="T11" fmla="*/ 29 h 13"/>
                  <a:gd name="T12" fmla="*/ 8 w 4"/>
                  <a:gd name="T13" fmla="*/ 29 h 13"/>
                  <a:gd name="T14" fmla="*/ 6 w 4"/>
                  <a:gd name="T15" fmla="*/ 8 h 13"/>
                  <a:gd name="T16" fmla="*/ 8 w 4"/>
                  <a:gd name="T17" fmla="*/ 6 h 13"/>
                  <a:gd name="T18" fmla="*/ 5 w 4"/>
                  <a:gd name="T19" fmla="*/ 0 h 13"/>
                  <a:gd name="T20" fmla="*/ 1 w 4"/>
                  <a:gd name="T21" fmla="*/ 1 h 1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" h="13">
                    <a:moveTo>
                      <a:pt x="1" y="1"/>
                    </a:moveTo>
                    <a:cubicBezTo>
                      <a:pt x="0" y="2"/>
                      <a:pt x="0" y="3"/>
                      <a:pt x="0" y="3"/>
                    </a:cubicBezTo>
                    <a:cubicBezTo>
                      <a:pt x="0" y="6"/>
                      <a:pt x="1" y="9"/>
                      <a:pt x="1" y="11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1" y="12"/>
                      <a:pt x="2" y="13"/>
                      <a:pt x="3" y="13"/>
                    </a:cubicBezTo>
                    <a:cubicBezTo>
                      <a:pt x="3" y="13"/>
                      <a:pt x="4" y="12"/>
                      <a:pt x="4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4" y="8"/>
                      <a:pt x="3" y="6"/>
                      <a:pt x="3" y="3"/>
                    </a:cubicBezTo>
                    <a:cubicBezTo>
                      <a:pt x="3" y="3"/>
                      <a:pt x="3" y="2"/>
                      <a:pt x="4" y="2"/>
                    </a:cubicBezTo>
                    <a:cubicBezTo>
                      <a:pt x="4" y="1"/>
                      <a:pt x="3" y="0"/>
                      <a:pt x="2" y="0"/>
                    </a:cubicBezTo>
                    <a:cubicBezTo>
                      <a:pt x="1" y="0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7730" name="Freeform 146">
                <a:extLst>
                  <a:ext uri="{FF2B5EF4-FFF2-40B4-BE49-F238E27FC236}">
                    <a16:creationId xmlns:a16="http://schemas.microsoft.com/office/drawing/2014/main" id="{9E64822B-2EAF-47E8-A639-B6DB6ED9FE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4" y="2244"/>
                <a:ext cx="16" cy="28"/>
              </a:xfrm>
              <a:custGeom>
                <a:avLst/>
                <a:gdLst>
                  <a:gd name="T0" fmla="*/ 9 w 11"/>
                  <a:gd name="T1" fmla="*/ 21 h 20"/>
                  <a:gd name="T2" fmla="*/ 9 w 11"/>
                  <a:gd name="T3" fmla="*/ 21 h 20"/>
                  <a:gd name="T4" fmla="*/ 9 w 11"/>
                  <a:gd name="T5" fmla="*/ 21 h 20"/>
                  <a:gd name="T6" fmla="*/ 13 w 11"/>
                  <a:gd name="T7" fmla="*/ 14 h 20"/>
                  <a:gd name="T8" fmla="*/ 22 w 11"/>
                  <a:gd name="T9" fmla="*/ 8 h 20"/>
                  <a:gd name="T10" fmla="*/ 22 w 11"/>
                  <a:gd name="T11" fmla="*/ 8 h 20"/>
                  <a:gd name="T12" fmla="*/ 25 w 11"/>
                  <a:gd name="T13" fmla="*/ 11 h 20"/>
                  <a:gd name="T14" fmla="*/ 25 w 11"/>
                  <a:gd name="T15" fmla="*/ 28 h 20"/>
                  <a:gd name="T16" fmla="*/ 25 w 11"/>
                  <a:gd name="T17" fmla="*/ 39 h 20"/>
                  <a:gd name="T18" fmla="*/ 22 w 11"/>
                  <a:gd name="T19" fmla="*/ 48 h 20"/>
                  <a:gd name="T20" fmla="*/ 19 w 11"/>
                  <a:gd name="T21" fmla="*/ 53 h 20"/>
                  <a:gd name="T22" fmla="*/ 25 w 11"/>
                  <a:gd name="T23" fmla="*/ 53 h 20"/>
                  <a:gd name="T24" fmla="*/ 33 w 11"/>
                  <a:gd name="T25" fmla="*/ 41 h 20"/>
                  <a:gd name="T26" fmla="*/ 33 w 11"/>
                  <a:gd name="T27" fmla="*/ 28 h 20"/>
                  <a:gd name="T28" fmla="*/ 32 w 11"/>
                  <a:gd name="T29" fmla="*/ 8 h 20"/>
                  <a:gd name="T30" fmla="*/ 28 w 11"/>
                  <a:gd name="T31" fmla="*/ 1 h 20"/>
                  <a:gd name="T32" fmla="*/ 22 w 11"/>
                  <a:gd name="T33" fmla="*/ 0 h 20"/>
                  <a:gd name="T34" fmla="*/ 6 w 11"/>
                  <a:gd name="T35" fmla="*/ 8 h 20"/>
                  <a:gd name="T36" fmla="*/ 0 w 11"/>
                  <a:gd name="T37" fmla="*/ 21 h 20"/>
                  <a:gd name="T38" fmla="*/ 0 w 11"/>
                  <a:gd name="T39" fmla="*/ 25 h 20"/>
                  <a:gd name="T40" fmla="*/ 6 w 11"/>
                  <a:gd name="T41" fmla="*/ 28 h 20"/>
                  <a:gd name="T42" fmla="*/ 9 w 11"/>
                  <a:gd name="T43" fmla="*/ 21 h 2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1" h="20">
                    <a:moveTo>
                      <a:pt x="3" y="8"/>
                    </a:moveTo>
                    <a:cubicBezTo>
                      <a:pt x="3" y="8"/>
                      <a:pt x="3" y="8"/>
                      <a:pt x="3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2" y="7"/>
                      <a:pt x="3" y="6"/>
                      <a:pt x="4" y="5"/>
                    </a:cubicBezTo>
                    <a:cubicBezTo>
                      <a:pt x="5" y="4"/>
                      <a:pt x="6" y="3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3"/>
                      <a:pt x="7" y="4"/>
                      <a:pt x="8" y="4"/>
                    </a:cubicBezTo>
                    <a:cubicBezTo>
                      <a:pt x="8" y="5"/>
                      <a:pt x="8" y="8"/>
                      <a:pt x="8" y="10"/>
                    </a:cubicBezTo>
                    <a:cubicBezTo>
                      <a:pt x="8" y="11"/>
                      <a:pt x="8" y="13"/>
                      <a:pt x="8" y="14"/>
                    </a:cubicBezTo>
                    <a:cubicBezTo>
                      <a:pt x="7" y="16"/>
                      <a:pt x="7" y="16"/>
                      <a:pt x="7" y="17"/>
                    </a:cubicBezTo>
                    <a:cubicBezTo>
                      <a:pt x="6" y="17"/>
                      <a:pt x="6" y="18"/>
                      <a:pt x="6" y="19"/>
                    </a:cubicBezTo>
                    <a:cubicBezTo>
                      <a:pt x="7" y="19"/>
                      <a:pt x="8" y="20"/>
                      <a:pt x="8" y="19"/>
                    </a:cubicBezTo>
                    <a:cubicBezTo>
                      <a:pt x="10" y="18"/>
                      <a:pt x="10" y="17"/>
                      <a:pt x="11" y="15"/>
                    </a:cubicBezTo>
                    <a:cubicBezTo>
                      <a:pt x="11" y="13"/>
                      <a:pt x="11" y="12"/>
                      <a:pt x="11" y="10"/>
                    </a:cubicBezTo>
                    <a:cubicBezTo>
                      <a:pt x="11" y="7"/>
                      <a:pt x="11" y="5"/>
                      <a:pt x="10" y="3"/>
                    </a:cubicBezTo>
                    <a:cubicBezTo>
                      <a:pt x="10" y="2"/>
                      <a:pt x="10" y="2"/>
                      <a:pt x="9" y="1"/>
                    </a:cubicBezTo>
                    <a:cubicBezTo>
                      <a:pt x="8" y="0"/>
                      <a:pt x="7" y="0"/>
                      <a:pt x="7" y="0"/>
                    </a:cubicBezTo>
                    <a:cubicBezTo>
                      <a:pt x="5" y="0"/>
                      <a:pt x="3" y="1"/>
                      <a:pt x="2" y="3"/>
                    </a:cubicBezTo>
                    <a:cubicBezTo>
                      <a:pt x="1" y="4"/>
                      <a:pt x="0" y="6"/>
                      <a:pt x="0" y="8"/>
                    </a:cubicBezTo>
                    <a:cubicBezTo>
                      <a:pt x="0" y="8"/>
                      <a:pt x="0" y="9"/>
                      <a:pt x="0" y="9"/>
                    </a:cubicBezTo>
                    <a:cubicBezTo>
                      <a:pt x="0" y="10"/>
                      <a:pt x="1" y="10"/>
                      <a:pt x="2" y="10"/>
                    </a:cubicBezTo>
                    <a:cubicBezTo>
                      <a:pt x="3" y="9"/>
                      <a:pt x="3" y="8"/>
                      <a:pt x="3" y="8"/>
                    </a:cubicBezTo>
                    <a:close/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7731" name="Freeform 147">
                <a:extLst>
                  <a:ext uri="{FF2B5EF4-FFF2-40B4-BE49-F238E27FC236}">
                    <a16:creationId xmlns:a16="http://schemas.microsoft.com/office/drawing/2014/main" id="{FCD95332-E626-4106-A7C6-5349286B36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1" y="2280"/>
                <a:ext cx="25" cy="28"/>
              </a:xfrm>
              <a:custGeom>
                <a:avLst/>
                <a:gdLst>
                  <a:gd name="T0" fmla="*/ 11 w 18"/>
                  <a:gd name="T1" fmla="*/ 49 h 20"/>
                  <a:gd name="T2" fmla="*/ 8 w 18"/>
                  <a:gd name="T3" fmla="*/ 25 h 20"/>
                  <a:gd name="T4" fmla="*/ 11 w 18"/>
                  <a:gd name="T5" fmla="*/ 14 h 20"/>
                  <a:gd name="T6" fmla="*/ 15 w 18"/>
                  <a:gd name="T7" fmla="*/ 11 h 20"/>
                  <a:gd name="T8" fmla="*/ 25 w 18"/>
                  <a:gd name="T9" fmla="*/ 8 h 20"/>
                  <a:gd name="T10" fmla="*/ 29 w 18"/>
                  <a:gd name="T11" fmla="*/ 8 h 20"/>
                  <a:gd name="T12" fmla="*/ 35 w 18"/>
                  <a:gd name="T13" fmla="*/ 11 h 20"/>
                  <a:gd name="T14" fmla="*/ 36 w 18"/>
                  <a:gd name="T15" fmla="*/ 15 h 20"/>
                  <a:gd name="T16" fmla="*/ 40 w 18"/>
                  <a:gd name="T17" fmla="*/ 25 h 20"/>
                  <a:gd name="T18" fmla="*/ 40 w 18"/>
                  <a:gd name="T19" fmla="*/ 41 h 20"/>
                  <a:gd name="T20" fmla="*/ 40 w 18"/>
                  <a:gd name="T21" fmla="*/ 48 h 20"/>
                  <a:gd name="T22" fmla="*/ 40 w 18"/>
                  <a:gd name="T23" fmla="*/ 48 h 20"/>
                  <a:gd name="T24" fmla="*/ 40 w 18"/>
                  <a:gd name="T25" fmla="*/ 49 h 20"/>
                  <a:gd name="T26" fmla="*/ 40 w 18"/>
                  <a:gd name="T27" fmla="*/ 48 h 20"/>
                  <a:gd name="T28" fmla="*/ 40 w 18"/>
                  <a:gd name="T29" fmla="*/ 48 h 20"/>
                  <a:gd name="T30" fmla="*/ 40 w 18"/>
                  <a:gd name="T31" fmla="*/ 49 h 20"/>
                  <a:gd name="T32" fmla="*/ 40 w 18"/>
                  <a:gd name="T33" fmla="*/ 48 h 20"/>
                  <a:gd name="T34" fmla="*/ 43 w 18"/>
                  <a:gd name="T35" fmla="*/ 49 h 20"/>
                  <a:gd name="T36" fmla="*/ 43 w 18"/>
                  <a:gd name="T37" fmla="*/ 48 h 20"/>
                  <a:gd name="T38" fmla="*/ 40 w 18"/>
                  <a:gd name="T39" fmla="*/ 48 h 20"/>
                  <a:gd name="T40" fmla="*/ 43 w 18"/>
                  <a:gd name="T41" fmla="*/ 49 h 20"/>
                  <a:gd name="T42" fmla="*/ 43 w 18"/>
                  <a:gd name="T43" fmla="*/ 48 h 20"/>
                  <a:gd name="T44" fmla="*/ 40 w 18"/>
                  <a:gd name="T45" fmla="*/ 53 h 20"/>
                  <a:gd name="T46" fmla="*/ 46 w 18"/>
                  <a:gd name="T47" fmla="*/ 55 h 20"/>
                  <a:gd name="T48" fmla="*/ 49 w 18"/>
                  <a:gd name="T49" fmla="*/ 49 h 20"/>
                  <a:gd name="T50" fmla="*/ 49 w 18"/>
                  <a:gd name="T51" fmla="*/ 48 h 20"/>
                  <a:gd name="T52" fmla="*/ 49 w 18"/>
                  <a:gd name="T53" fmla="*/ 41 h 20"/>
                  <a:gd name="T54" fmla="*/ 49 w 18"/>
                  <a:gd name="T55" fmla="*/ 25 h 20"/>
                  <a:gd name="T56" fmla="*/ 46 w 18"/>
                  <a:gd name="T57" fmla="*/ 11 h 20"/>
                  <a:gd name="T58" fmla="*/ 40 w 18"/>
                  <a:gd name="T59" fmla="*/ 1 h 20"/>
                  <a:gd name="T60" fmla="*/ 33 w 18"/>
                  <a:gd name="T61" fmla="*/ 1 h 20"/>
                  <a:gd name="T62" fmla="*/ 25 w 18"/>
                  <a:gd name="T63" fmla="*/ 0 h 20"/>
                  <a:gd name="T64" fmla="*/ 14 w 18"/>
                  <a:gd name="T65" fmla="*/ 1 h 20"/>
                  <a:gd name="T66" fmla="*/ 1 w 18"/>
                  <a:gd name="T67" fmla="*/ 8 h 20"/>
                  <a:gd name="T68" fmla="*/ 0 w 18"/>
                  <a:gd name="T69" fmla="*/ 25 h 20"/>
                  <a:gd name="T70" fmla="*/ 1 w 18"/>
                  <a:gd name="T71" fmla="*/ 49 h 20"/>
                  <a:gd name="T72" fmla="*/ 6 w 18"/>
                  <a:gd name="T73" fmla="*/ 53 h 20"/>
                  <a:gd name="T74" fmla="*/ 11 w 18"/>
                  <a:gd name="T75" fmla="*/ 49 h 20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0" t="0" r="r" b="b"/>
                <a:pathLst>
                  <a:path w="18" h="20">
                    <a:moveTo>
                      <a:pt x="4" y="18"/>
                    </a:moveTo>
                    <a:cubicBezTo>
                      <a:pt x="3" y="15"/>
                      <a:pt x="3" y="12"/>
                      <a:pt x="3" y="9"/>
                    </a:cubicBezTo>
                    <a:cubicBezTo>
                      <a:pt x="3" y="7"/>
                      <a:pt x="3" y="6"/>
                      <a:pt x="4" y="5"/>
                    </a:cubicBezTo>
                    <a:cubicBezTo>
                      <a:pt x="4" y="5"/>
                      <a:pt x="5" y="4"/>
                      <a:pt x="6" y="4"/>
                    </a:cubicBezTo>
                    <a:cubicBezTo>
                      <a:pt x="7" y="3"/>
                      <a:pt x="8" y="3"/>
                      <a:pt x="9" y="3"/>
                    </a:cubicBezTo>
                    <a:cubicBezTo>
                      <a:pt x="10" y="3"/>
                      <a:pt x="11" y="3"/>
                      <a:pt x="11" y="3"/>
                    </a:cubicBezTo>
                    <a:cubicBezTo>
                      <a:pt x="12" y="4"/>
                      <a:pt x="13" y="4"/>
                      <a:pt x="13" y="4"/>
                    </a:cubicBezTo>
                    <a:cubicBezTo>
                      <a:pt x="14" y="4"/>
                      <a:pt x="14" y="5"/>
                      <a:pt x="14" y="6"/>
                    </a:cubicBezTo>
                    <a:cubicBezTo>
                      <a:pt x="15" y="6"/>
                      <a:pt x="15" y="8"/>
                      <a:pt x="15" y="9"/>
                    </a:cubicBezTo>
                    <a:cubicBezTo>
                      <a:pt x="15" y="10"/>
                      <a:pt x="15" y="13"/>
                      <a:pt x="15" y="15"/>
                    </a:cubicBezTo>
                    <a:cubicBezTo>
                      <a:pt x="15" y="16"/>
                      <a:pt x="15" y="17"/>
                      <a:pt x="15" y="17"/>
                    </a:cubicBezTo>
                    <a:cubicBezTo>
                      <a:pt x="15" y="17"/>
                      <a:pt x="15" y="17"/>
                      <a:pt x="15" y="17"/>
                    </a:cubicBezTo>
                    <a:cubicBezTo>
                      <a:pt x="15" y="18"/>
                      <a:pt x="15" y="18"/>
                      <a:pt x="15" y="18"/>
                    </a:cubicBezTo>
                    <a:cubicBezTo>
                      <a:pt x="15" y="17"/>
                      <a:pt x="15" y="17"/>
                      <a:pt x="15" y="17"/>
                    </a:cubicBezTo>
                    <a:cubicBezTo>
                      <a:pt x="15" y="17"/>
                      <a:pt x="15" y="17"/>
                      <a:pt x="15" y="17"/>
                    </a:cubicBezTo>
                    <a:cubicBezTo>
                      <a:pt x="15" y="18"/>
                      <a:pt x="15" y="18"/>
                      <a:pt x="15" y="18"/>
                    </a:cubicBezTo>
                    <a:cubicBezTo>
                      <a:pt x="15" y="17"/>
                      <a:pt x="15" y="17"/>
                      <a:pt x="15" y="17"/>
                    </a:cubicBezTo>
                    <a:cubicBezTo>
                      <a:pt x="16" y="18"/>
                      <a:pt x="16" y="18"/>
                      <a:pt x="16" y="18"/>
                    </a:cubicBezTo>
                    <a:cubicBezTo>
                      <a:pt x="16" y="17"/>
                      <a:pt x="16" y="17"/>
                      <a:pt x="16" y="17"/>
                    </a:cubicBezTo>
                    <a:cubicBezTo>
                      <a:pt x="15" y="17"/>
                      <a:pt x="15" y="17"/>
                      <a:pt x="15" y="17"/>
                    </a:cubicBezTo>
                    <a:cubicBezTo>
                      <a:pt x="16" y="18"/>
                      <a:pt x="16" y="18"/>
                      <a:pt x="16" y="18"/>
                    </a:cubicBezTo>
                    <a:cubicBezTo>
                      <a:pt x="16" y="17"/>
                      <a:pt x="16" y="17"/>
                      <a:pt x="16" y="17"/>
                    </a:cubicBezTo>
                    <a:cubicBezTo>
                      <a:pt x="15" y="17"/>
                      <a:pt x="14" y="18"/>
                      <a:pt x="15" y="19"/>
                    </a:cubicBezTo>
                    <a:cubicBezTo>
                      <a:pt x="15" y="20"/>
                      <a:pt x="16" y="20"/>
                      <a:pt x="17" y="20"/>
                    </a:cubicBezTo>
                    <a:cubicBezTo>
                      <a:pt x="17" y="19"/>
                      <a:pt x="18" y="19"/>
                      <a:pt x="18" y="18"/>
                    </a:cubicBezTo>
                    <a:cubicBezTo>
                      <a:pt x="18" y="18"/>
                      <a:pt x="18" y="17"/>
                      <a:pt x="18" y="17"/>
                    </a:cubicBezTo>
                    <a:cubicBezTo>
                      <a:pt x="18" y="16"/>
                      <a:pt x="18" y="16"/>
                      <a:pt x="18" y="15"/>
                    </a:cubicBezTo>
                    <a:cubicBezTo>
                      <a:pt x="18" y="13"/>
                      <a:pt x="18" y="10"/>
                      <a:pt x="18" y="9"/>
                    </a:cubicBezTo>
                    <a:cubicBezTo>
                      <a:pt x="18" y="7"/>
                      <a:pt x="17" y="5"/>
                      <a:pt x="17" y="4"/>
                    </a:cubicBezTo>
                    <a:cubicBezTo>
                      <a:pt x="16" y="3"/>
                      <a:pt x="16" y="2"/>
                      <a:pt x="15" y="1"/>
                    </a:cubicBezTo>
                    <a:cubicBezTo>
                      <a:pt x="14" y="1"/>
                      <a:pt x="13" y="1"/>
                      <a:pt x="12" y="1"/>
                    </a:cubicBezTo>
                    <a:cubicBezTo>
                      <a:pt x="11" y="0"/>
                      <a:pt x="10" y="0"/>
                      <a:pt x="9" y="0"/>
                    </a:cubicBezTo>
                    <a:cubicBezTo>
                      <a:pt x="8" y="0"/>
                      <a:pt x="6" y="0"/>
                      <a:pt x="5" y="1"/>
                    </a:cubicBezTo>
                    <a:cubicBezTo>
                      <a:pt x="4" y="1"/>
                      <a:pt x="2" y="2"/>
                      <a:pt x="1" y="3"/>
                    </a:cubicBezTo>
                    <a:cubicBezTo>
                      <a:pt x="0" y="5"/>
                      <a:pt x="0" y="7"/>
                      <a:pt x="0" y="9"/>
                    </a:cubicBezTo>
                    <a:cubicBezTo>
                      <a:pt x="0" y="12"/>
                      <a:pt x="0" y="16"/>
                      <a:pt x="1" y="18"/>
                    </a:cubicBezTo>
                    <a:cubicBezTo>
                      <a:pt x="1" y="19"/>
                      <a:pt x="2" y="19"/>
                      <a:pt x="2" y="19"/>
                    </a:cubicBezTo>
                    <a:cubicBezTo>
                      <a:pt x="3" y="19"/>
                      <a:pt x="4" y="19"/>
                      <a:pt x="4" y="18"/>
                    </a:cubicBezTo>
                    <a:close/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7732" name="Freeform 148">
                <a:extLst>
                  <a:ext uri="{FF2B5EF4-FFF2-40B4-BE49-F238E27FC236}">
                    <a16:creationId xmlns:a16="http://schemas.microsoft.com/office/drawing/2014/main" id="{BD3AF61B-576E-4EE3-9BB6-4C9BA4BC33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2" y="2130"/>
                <a:ext cx="40" cy="12"/>
              </a:xfrm>
              <a:custGeom>
                <a:avLst/>
                <a:gdLst>
                  <a:gd name="T0" fmla="*/ 8 w 29"/>
                  <a:gd name="T1" fmla="*/ 21 h 9"/>
                  <a:gd name="T2" fmla="*/ 21 w 29"/>
                  <a:gd name="T3" fmla="*/ 12 h 9"/>
                  <a:gd name="T4" fmla="*/ 34 w 29"/>
                  <a:gd name="T5" fmla="*/ 7 h 9"/>
                  <a:gd name="T6" fmla="*/ 36 w 29"/>
                  <a:gd name="T7" fmla="*/ 7 h 9"/>
                  <a:gd name="T8" fmla="*/ 50 w 29"/>
                  <a:gd name="T9" fmla="*/ 9 h 9"/>
                  <a:gd name="T10" fmla="*/ 63 w 29"/>
                  <a:gd name="T11" fmla="*/ 15 h 9"/>
                  <a:gd name="T12" fmla="*/ 76 w 29"/>
                  <a:gd name="T13" fmla="*/ 7 h 9"/>
                  <a:gd name="T14" fmla="*/ 76 w 29"/>
                  <a:gd name="T15" fmla="*/ 1 h 9"/>
                  <a:gd name="T16" fmla="*/ 70 w 29"/>
                  <a:gd name="T17" fmla="*/ 1 h 9"/>
                  <a:gd name="T18" fmla="*/ 63 w 29"/>
                  <a:gd name="T19" fmla="*/ 7 h 9"/>
                  <a:gd name="T20" fmla="*/ 54 w 29"/>
                  <a:gd name="T21" fmla="*/ 5 h 9"/>
                  <a:gd name="T22" fmla="*/ 36 w 29"/>
                  <a:gd name="T23" fmla="*/ 0 h 9"/>
                  <a:gd name="T24" fmla="*/ 34 w 29"/>
                  <a:gd name="T25" fmla="*/ 0 h 9"/>
                  <a:gd name="T26" fmla="*/ 15 w 29"/>
                  <a:gd name="T27" fmla="*/ 5 h 9"/>
                  <a:gd name="T28" fmla="*/ 1 w 29"/>
                  <a:gd name="T29" fmla="*/ 15 h 9"/>
                  <a:gd name="T30" fmla="*/ 1 w 29"/>
                  <a:gd name="T31" fmla="*/ 20 h 9"/>
                  <a:gd name="T32" fmla="*/ 8 w 29"/>
                  <a:gd name="T33" fmla="*/ 21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29" h="9">
                    <a:moveTo>
                      <a:pt x="3" y="9"/>
                    </a:moveTo>
                    <a:cubicBezTo>
                      <a:pt x="5" y="7"/>
                      <a:pt x="7" y="6"/>
                      <a:pt x="8" y="5"/>
                    </a:cubicBezTo>
                    <a:cubicBezTo>
                      <a:pt x="10" y="3"/>
                      <a:pt x="11" y="3"/>
                      <a:pt x="13" y="3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6" y="3"/>
                      <a:pt x="17" y="4"/>
                      <a:pt x="19" y="4"/>
                    </a:cubicBezTo>
                    <a:cubicBezTo>
                      <a:pt x="20" y="5"/>
                      <a:pt x="22" y="6"/>
                      <a:pt x="24" y="6"/>
                    </a:cubicBezTo>
                    <a:cubicBezTo>
                      <a:pt x="25" y="6"/>
                      <a:pt x="27" y="5"/>
                      <a:pt x="29" y="3"/>
                    </a:cubicBezTo>
                    <a:cubicBezTo>
                      <a:pt x="29" y="3"/>
                      <a:pt x="29" y="2"/>
                      <a:pt x="29" y="1"/>
                    </a:cubicBezTo>
                    <a:cubicBezTo>
                      <a:pt x="28" y="1"/>
                      <a:pt x="27" y="1"/>
                      <a:pt x="27" y="1"/>
                    </a:cubicBezTo>
                    <a:cubicBezTo>
                      <a:pt x="25" y="3"/>
                      <a:pt x="24" y="3"/>
                      <a:pt x="24" y="3"/>
                    </a:cubicBezTo>
                    <a:cubicBezTo>
                      <a:pt x="23" y="3"/>
                      <a:pt x="21" y="2"/>
                      <a:pt x="20" y="2"/>
                    </a:cubicBezTo>
                    <a:cubicBezTo>
                      <a:pt x="18" y="1"/>
                      <a:pt x="17" y="0"/>
                      <a:pt x="14" y="0"/>
                    </a:cubicBezTo>
                    <a:cubicBezTo>
                      <a:pt x="14" y="0"/>
                      <a:pt x="14" y="0"/>
                      <a:pt x="13" y="0"/>
                    </a:cubicBezTo>
                    <a:cubicBezTo>
                      <a:pt x="10" y="0"/>
                      <a:pt x="8" y="1"/>
                      <a:pt x="6" y="2"/>
                    </a:cubicBezTo>
                    <a:cubicBezTo>
                      <a:pt x="5" y="4"/>
                      <a:pt x="3" y="5"/>
                      <a:pt x="1" y="6"/>
                    </a:cubicBezTo>
                    <a:cubicBezTo>
                      <a:pt x="1" y="6"/>
                      <a:pt x="0" y="7"/>
                      <a:pt x="1" y="8"/>
                    </a:cubicBezTo>
                    <a:cubicBezTo>
                      <a:pt x="1" y="9"/>
                      <a:pt x="2" y="9"/>
                      <a:pt x="3" y="9"/>
                    </a:cubicBezTo>
                    <a:close/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7733" name="Freeform 149">
                <a:extLst>
                  <a:ext uri="{FF2B5EF4-FFF2-40B4-BE49-F238E27FC236}">
                    <a16:creationId xmlns:a16="http://schemas.microsoft.com/office/drawing/2014/main" id="{E3476925-1E86-4D1C-9804-5CC40A3C22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8" y="2127"/>
                <a:ext cx="26" cy="14"/>
              </a:xfrm>
              <a:custGeom>
                <a:avLst/>
                <a:gdLst>
                  <a:gd name="T0" fmla="*/ 1 w 19"/>
                  <a:gd name="T1" fmla="*/ 11 h 10"/>
                  <a:gd name="T2" fmla="*/ 5 w 19"/>
                  <a:gd name="T3" fmla="*/ 11 h 10"/>
                  <a:gd name="T4" fmla="*/ 15 w 19"/>
                  <a:gd name="T5" fmla="*/ 8 h 10"/>
                  <a:gd name="T6" fmla="*/ 26 w 19"/>
                  <a:gd name="T7" fmla="*/ 11 h 10"/>
                  <a:gd name="T8" fmla="*/ 34 w 19"/>
                  <a:gd name="T9" fmla="*/ 20 h 10"/>
                  <a:gd name="T10" fmla="*/ 42 w 19"/>
                  <a:gd name="T11" fmla="*/ 28 h 10"/>
                  <a:gd name="T12" fmla="*/ 49 w 19"/>
                  <a:gd name="T13" fmla="*/ 25 h 10"/>
                  <a:gd name="T14" fmla="*/ 47 w 19"/>
                  <a:gd name="T15" fmla="*/ 20 h 10"/>
                  <a:gd name="T16" fmla="*/ 40 w 19"/>
                  <a:gd name="T17" fmla="*/ 14 h 10"/>
                  <a:gd name="T18" fmla="*/ 30 w 19"/>
                  <a:gd name="T19" fmla="*/ 6 h 10"/>
                  <a:gd name="T20" fmla="*/ 15 w 19"/>
                  <a:gd name="T21" fmla="*/ 0 h 10"/>
                  <a:gd name="T22" fmla="*/ 5 w 19"/>
                  <a:gd name="T23" fmla="*/ 1 h 10"/>
                  <a:gd name="T24" fmla="*/ 1 w 19"/>
                  <a:gd name="T25" fmla="*/ 1 h 10"/>
                  <a:gd name="T26" fmla="*/ 0 w 19"/>
                  <a:gd name="T27" fmla="*/ 6 h 10"/>
                  <a:gd name="T28" fmla="*/ 1 w 19"/>
                  <a:gd name="T29" fmla="*/ 11 h 10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9" h="10">
                    <a:moveTo>
                      <a:pt x="1" y="4"/>
                    </a:moveTo>
                    <a:cubicBezTo>
                      <a:pt x="2" y="4"/>
                      <a:pt x="2" y="4"/>
                      <a:pt x="2" y="4"/>
                    </a:cubicBezTo>
                    <a:cubicBezTo>
                      <a:pt x="3" y="4"/>
                      <a:pt x="5" y="3"/>
                      <a:pt x="6" y="3"/>
                    </a:cubicBezTo>
                    <a:cubicBezTo>
                      <a:pt x="8" y="3"/>
                      <a:pt x="9" y="4"/>
                      <a:pt x="10" y="4"/>
                    </a:cubicBezTo>
                    <a:cubicBezTo>
                      <a:pt x="11" y="5"/>
                      <a:pt x="12" y="6"/>
                      <a:pt x="13" y="7"/>
                    </a:cubicBezTo>
                    <a:cubicBezTo>
                      <a:pt x="14" y="8"/>
                      <a:pt x="15" y="9"/>
                      <a:pt x="17" y="10"/>
                    </a:cubicBezTo>
                    <a:cubicBezTo>
                      <a:pt x="17" y="10"/>
                      <a:pt x="18" y="10"/>
                      <a:pt x="19" y="9"/>
                    </a:cubicBezTo>
                    <a:cubicBezTo>
                      <a:pt x="19" y="9"/>
                      <a:pt x="19" y="8"/>
                      <a:pt x="18" y="7"/>
                    </a:cubicBezTo>
                    <a:cubicBezTo>
                      <a:pt x="17" y="7"/>
                      <a:pt x="16" y="6"/>
                      <a:pt x="15" y="5"/>
                    </a:cubicBezTo>
                    <a:cubicBezTo>
                      <a:pt x="14" y="4"/>
                      <a:pt x="13" y="3"/>
                      <a:pt x="12" y="2"/>
                    </a:cubicBezTo>
                    <a:cubicBezTo>
                      <a:pt x="10" y="1"/>
                      <a:pt x="8" y="0"/>
                      <a:pt x="6" y="0"/>
                    </a:cubicBezTo>
                    <a:cubicBezTo>
                      <a:pt x="5" y="0"/>
                      <a:pt x="3" y="1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2"/>
                    </a:cubicBezTo>
                    <a:cubicBezTo>
                      <a:pt x="0" y="3"/>
                      <a:pt x="0" y="4"/>
                      <a:pt x="1" y="4"/>
                    </a:cubicBezTo>
                    <a:close/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7734" name="Freeform 150">
                <a:extLst>
                  <a:ext uri="{FF2B5EF4-FFF2-40B4-BE49-F238E27FC236}">
                    <a16:creationId xmlns:a16="http://schemas.microsoft.com/office/drawing/2014/main" id="{B8753D56-4E99-475F-A1F7-947BE6C7F8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8" y="2135"/>
                <a:ext cx="14" cy="8"/>
              </a:xfrm>
              <a:custGeom>
                <a:avLst/>
                <a:gdLst>
                  <a:gd name="T0" fmla="*/ 6 w 10"/>
                  <a:gd name="T1" fmla="*/ 7 h 6"/>
                  <a:gd name="T2" fmla="*/ 6 w 10"/>
                  <a:gd name="T3" fmla="*/ 7 h 6"/>
                  <a:gd name="T4" fmla="*/ 20 w 10"/>
                  <a:gd name="T5" fmla="*/ 15 h 6"/>
                  <a:gd name="T6" fmla="*/ 28 w 10"/>
                  <a:gd name="T7" fmla="*/ 12 h 6"/>
                  <a:gd name="T8" fmla="*/ 28 w 10"/>
                  <a:gd name="T9" fmla="*/ 7 h 6"/>
                  <a:gd name="T10" fmla="*/ 6 w 10"/>
                  <a:gd name="T11" fmla="*/ 0 h 6"/>
                  <a:gd name="T12" fmla="*/ 1 w 10"/>
                  <a:gd name="T13" fmla="*/ 0 h 6"/>
                  <a:gd name="T14" fmla="*/ 0 w 10"/>
                  <a:gd name="T15" fmla="*/ 5 h 6"/>
                  <a:gd name="T16" fmla="*/ 6 w 10"/>
                  <a:gd name="T17" fmla="*/ 7 h 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" h="6">
                    <a:moveTo>
                      <a:pt x="2" y="3"/>
                    </a:moveTo>
                    <a:cubicBezTo>
                      <a:pt x="2" y="3"/>
                      <a:pt x="2" y="3"/>
                      <a:pt x="2" y="3"/>
                    </a:cubicBezTo>
                    <a:cubicBezTo>
                      <a:pt x="4" y="3"/>
                      <a:pt x="6" y="4"/>
                      <a:pt x="7" y="6"/>
                    </a:cubicBezTo>
                    <a:cubicBezTo>
                      <a:pt x="8" y="6"/>
                      <a:pt x="9" y="6"/>
                      <a:pt x="10" y="5"/>
                    </a:cubicBezTo>
                    <a:cubicBezTo>
                      <a:pt x="10" y="5"/>
                      <a:pt x="10" y="4"/>
                      <a:pt x="10" y="3"/>
                    </a:cubicBezTo>
                    <a:cubicBezTo>
                      <a:pt x="8" y="2"/>
                      <a:pt x="6" y="0"/>
                      <a:pt x="2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2"/>
                      <a:pt x="1" y="3"/>
                      <a:pt x="2" y="3"/>
                    </a:cubicBezTo>
                    <a:close/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7735" name="Freeform 151">
                <a:extLst>
                  <a:ext uri="{FF2B5EF4-FFF2-40B4-BE49-F238E27FC236}">
                    <a16:creationId xmlns:a16="http://schemas.microsoft.com/office/drawing/2014/main" id="{46154431-08FC-4978-A1E5-83964864D8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8" y="2086"/>
                <a:ext cx="290" cy="198"/>
              </a:xfrm>
              <a:custGeom>
                <a:avLst/>
                <a:gdLst>
                  <a:gd name="T0" fmla="*/ 177 w 208"/>
                  <a:gd name="T1" fmla="*/ 0 h 142"/>
                  <a:gd name="T2" fmla="*/ 0 w 208"/>
                  <a:gd name="T3" fmla="*/ 130 h 142"/>
                  <a:gd name="T4" fmla="*/ 33 w 208"/>
                  <a:gd name="T5" fmla="*/ 144 h 142"/>
                  <a:gd name="T6" fmla="*/ 70 w 208"/>
                  <a:gd name="T7" fmla="*/ 178 h 142"/>
                  <a:gd name="T8" fmla="*/ 105 w 208"/>
                  <a:gd name="T9" fmla="*/ 204 h 142"/>
                  <a:gd name="T10" fmla="*/ 206 w 208"/>
                  <a:gd name="T11" fmla="*/ 204 h 142"/>
                  <a:gd name="T12" fmla="*/ 261 w 208"/>
                  <a:gd name="T13" fmla="*/ 212 h 142"/>
                  <a:gd name="T14" fmla="*/ 294 w 208"/>
                  <a:gd name="T15" fmla="*/ 220 h 142"/>
                  <a:gd name="T16" fmla="*/ 311 w 208"/>
                  <a:gd name="T17" fmla="*/ 201 h 142"/>
                  <a:gd name="T18" fmla="*/ 364 w 208"/>
                  <a:gd name="T19" fmla="*/ 240 h 142"/>
                  <a:gd name="T20" fmla="*/ 434 w 208"/>
                  <a:gd name="T21" fmla="*/ 294 h 142"/>
                  <a:gd name="T22" fmla="*/ 463 w 208"/>
                  <a:gd name="T23" fmla="*/ 310 h 142"/>
                  <a:gd name="T24" fmla="*/ 552 w 208"/>
                  <a:gd name="T25" fmla="*/ 385 h 142"/>
                  <a:gd name="T26" fmla="*/ 558 w 208"/>
                  <a:gd name="T27" fmla="*/ 360 h 142"/>
                  <a:gd name="T28" fmla="*/ 556 w 208"/>
                  <a:gd name="T29" fmla="*/ 310 h 142"/>
                  <a:gd name="T30" fmla="*/ 534 w 208"/>
                  <a:gd name="T31" fmla="*/ 220 h 142"/>
                  <a:gd name="T32" fmla="*/ 503 w 208"/>
                  <a:gd name="T33" fmla="*/ 158 h 142"/>
                  <a:gd name="T34" fmla="*/ 425 w 208"/>
                  <a:gd name="T35" fmla="*/ 78 h 142"/>
                  <a:gd name="T36" fmla="*/ 374 w 208"/>
                  <a:gd name="T37" fmla="*/ 50 h 142"/>
                  <a:gd name="T38" fmla="*/ 243 w 208"/>
                  <a:gd name="T39" fmla="*/ 25 h 142"/>
                  <a:gd name="T40" fmla="*/ 192 w 208"/>
                  <a:gd name="T41" fmla="*/ 15 h 142"/>
                  <a:gd name="T42" fmla="*/ 177 w 208"/>
                  <a:gd name="T43" fmla="*/ 0 h 14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08" h="142">
                    <a:moveTo>
                      <a:pt x="65" y="0"/>
                    </a:moveTo>
                    <a:cubicBezTo>
                      <a:pt x="65" y="0"/>
                      <a:pt x="23" y="11"/>
                      <a:pt x="0" y="48"/>
                    </a:cubicBezTo>
                    <a:cubicBezTo>
                      <a:pt x="0" y="48"/>
                      <a:pt x="7" y="50"/>
                      <a:pt x="12" y="53"/>
                    </a:cubicBezTo>
                    <a:cubicBezTo>
                      <a:pt x="17" y="56"/>
                      <a:pt x="22" y="61"/>
                      <a:pt x="26" y="66"/>
                    </a:cubicBezTo>
                    <a:cubicBezTo>
                      <a:pt x="29" y="71"/>
                      <a:pt x="33" y="76"/>
                      <a:pt x="39" y="75"/>
                    </a:cubicBezTo>
                    <a:cubicBezTo>
                      <a:pt x="46" y="75"/>
                      <a:pt x="66" y="75"/>
                      <a:pt x="76" y="75"/>
                    </a:cubicBezTo>
                    <a:cubicBezTo>
                      <a:pt x="85" y="75"/>
                      <a:pt x="90" y="75"/>
                      <a:pt x="96" y="78"/>
                    </a:cubicBezTo>
                    <a:cubicBezTo>
                      <a:pt x="102" y="80"/>
                      <a:pt x="106" y="80"/>
                      <a:pt x="108" y="81"/>
                    </a:cubicBezTo>
                    <a:cubicBezTo>
                      <a:pt x="110" y="81"/>
                      <a:pt x="114" y="80"/>
                      <a:pt x="115" y="74"/>
                    </a:cubicBezTo>
                    <a:cubicBezTo>
                      <a:pt x="115" y="74"/>
                      <a:pt x="126" y="81"/>
                      <a:pt x="134" y="88"/>
                    </a:cubicBezTo>
                    <a:cubicBezTo>
                      <a:pt x="142" y="94"/>
                      <a:pt x="152" y="103"/>
                      <a:pt x="160" y="108"/>
                    </a:cubicBezTo>
                    <a:cubicBezTo>
                      <a:pt x="168" y="112"/>
                      <a:pt x="171" y="114"/>
                      <a:pt x="171" y="114"/>
                    </a:cubicBezTo>
                    <a:cubicBezTo>
                      <a:pt x="171" y="114"/>
                      <a:pt x="196" y="132"/>
                      <a:pt x="204" y="142"/>
                    </a:cubicBezTo>
                    <a:cubicBezTo>
                      <a:pt x="204" y="142"/>
                      <a:pt x="206" y="139"/>
                      <a:pt x="206" y="133"/>
                    </a:cubicBezTo>
                    <a:cubicBezTo>
                      <a:pt x="206" y="126"/>
                      <a:pt x="208" y="121"/>
                      <a:pt x="205" y="114"/>
                    </a:cubicBezTo>
                    <a:cubicBezTo>
                      <a:pt x="203" y="106"/>
                      <a:pt x="199" y="89"/>
                      <a:pt x="197" y="81"/>
                    </a:cubicBezTo>
                    <a:cubicBezTo>
                      <a:pt x="195" y="74"/>
                      <a:pt x="193" y="64"/>
                      <a:pt x="186" y="58"/>
                    </a:cubicBezTo>
                    <a:cubicBezTo>
                      <a:pt x="179" y="52"/>
                      <a:pt x="162" y="34"/>
                      <a:pt x="157" y="29"/>
                    </a:cubicBezTo>
                    <a:cubicBezTo>
                      <a:pt x="153" y="24"/>
                      <a:pt x="147" y="19"/>
                      <a:pt x="138" y="19"/>
                    </a:cubicBezTo>
                    <a:cubicBezTo>
                      <a:pt x="129" y="19"/>
                      <a:pt x="100" y="12"/>
                      <a:pt x="90" y="9"/>
                    </a:cubicBezTo>
                    <a:cubicBezTo>
                      <a:pt x="80" y="7"/>
                      <a:pt x="74" y="8"/>
                      <a:pt x="71" y="6"/>
                    </a:cubicBezTo>
                    <a:cubicBezTo>
                      <a:pt x="67" y="3"/>
                      <a:pt x="65" y="0"/>
                      <a:pt x="65" y="0"/>
                    </a:cubicBezTo>
                    <a:close/>
                  </a:path>
                </a:pathLst>
              </a:custGeom>
              <a:solidFill>
                <a:srgbClr val="F8F3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7736" name="Freeform 152">
                <a:extLst>
                  <a:ext uri="{FF2B5EF4-FFF2-40B4-BE49-F238E27FC236}">
                    <a16:creationId xmlns:a16="http://schemas.microsoft.com/office/drawing/2014/main" id="{29F6BC2D-25B3-430E-BF99-08633F7899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4" y="2078"/>
                <a:ext cx="207" cy="241"/>
              </a:xfrm>
              <a:custGeom>
                <a:avLst/>
                <a:gdLst>
                  <a:gd name="T0" fmla="*/ 129 w 148"/>
                  <a:gd name="T1" fmla="*/ 25 h 173"/>
                  <a:gd name="T2" fmla="*/ 317 w 148"/>
                  <a:gd name="T3" fmla="*/ 63 h 173"/>
                  <a:gd name="T4" fmla="*/ 330 w 148"/>
                  <a:gd name="T5" fmla="*/ 117 h 173"/>
                  <a:gd name="T6" fmla="*/ 357 w 148"/>
                  <a:gd name="T7" fmla="*/ 132 h 173"/>
                  <a:gd name="T8" fmla="*/ 397 w 148"/>
                  <a:gd name="T9" fmla="*/ 228 h 173"/>
                  <a:gd name="T10" fmla="*/ 378 w 148"/>
                  <a:gd name="T11" fmla="*/ 283 h 173"/>
                  <a:gd name="T12" fmla="*/ 350 w 148"/>
                  <a:gd name="T13" fmla="*/ 248 h 173"/>
                  <a:gd name="T14" fmla="*/ 338 w 148"/>
                  <a:gd name="T15" fmla="*/ 187 h 173"/>
                  <a:gd name="T16" fmla="*/ 334 w 148"/>
                  <a:gd name="T17" fmla="*/ 187 h 173"/>
                  <a:gd name="T18" fmla="*/ 311 w 148"/>
                  <a:gd name="T19" fmla="*/ 198 h 173"/>
                  <a:gd name="T20" fmla="*/ 309 w 148"/>
                  <a:gd name="T21" fmla="*/ 241 h 173"/>
                  <a:gd name="T22" fmla="*/ 266 w 148"/>
                  <a:gd name="T23" fmla="*/ 400 h 173"/>
                  <a:gd name="T24" fmla="*/ 225 w 148"/>
                  <a:gd name="T25" fmla="*/ 386 h 173"/>
                  <a:gd name="T26" fmla="*/ 225 w 148"/>
                  <a:gd name="T27" fmla="*/ 371 h 173"/>
                  <a:gd name="T28" fmla="*/ 164 w 148"/>
                  <a:gd name="T29" fmla="*/ 460 h 173"/>
                  <a:gd name="T30" fmla="*/ 138 w 148"/>
                  <a:gd name="T31" fmla="*/ 414 h 173"/>
                  <a:gd name="T32" fmla="*/ 117 w 148"/>
                  <a:gd name="T33" fmla="*/ 433 h 173"/>
                  <a:gd name="T34" fmla="*/ 83 w 148"/>
                  <a:gd name="T35" fmla="*/ 440 h 173"/>
                  <a:gd name="T36" fmla="*/ 70 w 148"/>
                  <a:gd name="T37" fmla="*/ 371 h 173"/>
                  <a:gd name="T38" fmla="*/ 35 w 148"/>
                  <a:gd name="T39" fmla="*/ 365 h 173"/>
                  <a:gd name="T40" fmla="*/ 8 w 148"/>
                  <a:gd name="T41" fmla="*/ 305 h 173"/>
                  <a:gd name="T42" fmla="*/ 15 w 148"/>
                  <a:gd name="T43" fmla="*/ 206 h 173"/>
                  <a:gd name="T44" fmla="*/ 98 w 148"/>
                  <a:gd name="T45" fmla="*/ 114 h 173"/>
                  <a:gd name="T46" fmla="*/ 104 w 148"/>
                  <a:gd name="T47" fmla="*/ 49 h 173"/>
                  <a:gd name="T48" fmla="*/ 97 w 148"/>
                  <a:gd name="T49" fmla="*/ 98 h 173"/>
                  <a:gd name="T50" fmla="*/ 11 w 148"/>
                  <a:gd name="T51" fmla="*/ 199 h 173"/>
                  <a:gd name="T52" fmla="*/ 0 w 148"/>
                  <a:gd name="T53" fmla="*/ 305 h 173"/>
                  <a:gd name="T54" fmla="*/ 29 w 148"/>
                  <a:gd name="T55" fmla="*/ 371 h 173"/>
                  <a:gd name="T56" fmla="*/ 63 w 148"/>
                  <a:gd name="T57" fmla="*/ 376 h 173"/>
                  <a:gd name="T58" fmla="*/ 94 w 148"/>
                  <a:gd name="T59" fmla="*/ 454 h 173"/>
                  <a:gd name="T60" fmla="*/ 136 w 148"/>
                  <a:gd name="T61" fmla="*/ 408 h 173"/>
                  <a:gd name="T62" fmla="*/ 143 w 148"/>
                  <a:gd name="T63" fmla="*/ 460 h 173"/>
                  <a:gd name="T64" fmla="*/ 207 w 148"/>
                  <a:gd name="T65" fmla="*/ 425 h 173"/>
                  <a:gd name="T66" fmla="*/ 215 w 148"/>
                  <a:gd name="T67" fmla="*/ 386 h 173"/>
                  <a:gd name="T68" fmla="*/ 270 w 148"/>
                  <a:gd name="T69" fmla="*/ 405 h 173"/>
                  <a:gd name="T70" fmla="*/ 317 w 148"/>
                  <a:gd name="T71" fmla="*/ 241 h 173"/>
                  <a:gd name="T72" fmla="*/ 320 w 148"/>
                  <a:gd name="T73" fmla="*/ 199 h 173"/>
                  <a:gd name="T74" fmla="*/ 334 w 148"/>
                  <a:gd name="T75" fmla="*/ 192 h 173"/>
                  <a:gd name="T76" fmla="*/ 334 w 148"/>
                  <a:gd name="T77" fmla="*/ 192 h 173"/>
                  <a:gd name="T78" fmla="*/ 334 w 148"/>
                  <a:gd name="T79" fmla="*/ 191 h 173"/>
                  <a:gd name="T80" fmla="*/ 330 w 148"/>
                  <a:gd name="T81" fmla="*/ 192 h 173"/>
                  <a:gd name="T82" fmla="*/ 334 w 148"/>
                  <a:gd name="T83" fmla="*/ 191 h 173"/>
                  <a:gd name="T84" fmla="*/ 330 w 148"/>
                  <a:gd name="T85" fmla="*/ 191 h 173"/>
                  <a:gd name="T86" fmla="*/ 337 w 148"/>
                  <a:gd name="T87" fmla="*/ 202 h 173"/>
                  <a:gd name="T88" fmla="*/ 357 w 148"/>
                  <a:gd name="T89" fmla="*/ 287 h 173"/>
                  <a:gd name="T90" fmla="*/ 403 w 148"/>
                  <a:gd name="T91" fmla="*/ 266 h 173"/>
                  <a:gd name="T92" fmla="*/ 389 w 148"/>
                  <a:gd name="T93" fmla="*/ 177 h 173"/>
                  <a:gd name="T94" fmla="*/ 344 w 148"/>
                  <a:gd name="T95" fmla="*/ 114 h 173"/>
                  <a:gd name="T96" fmla="*/ 315 w 148"/>
                  <a:gd name="T97" fmla="*/ 84 h 173"/>
                  <a:gd name="T98" fmla="*/ 323 w 148"/>
                  <a:gd name="T99" fmla="*/ 64 h 173"/>
                  <a:gd name="T100" fmla="*/ 164 w 148"/>
                  <a:gd name="T101" fmla="*/ 0 h 173"/>
                  <a:gd name="T102" fmla="*/ 98 w 148"/>
                  <a:gd name="T103" fmla="*/ 46 h 173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0" t="0" r="r" b="b"/>
                <a:pathLst>
                  <a:path w="148" h="173">
                    <a:moveTo>
                      <a:pt x="37" y="17"/>
                    </a:moveTo>
                    <a:cubicBezTo>
                      <a:pt x="38" y="18"/>
                      <a:pt x="38" y="18"/>
                      <a:pt x="38" y="18"/>
                    </a:cubicBezTo>
                    <a:cubicBezTo>
                      <a:pt x="38" y="18"/>
                      <a:pt x="38" y="18"/>
                      <a:pt x="39" y="17"/>
                    </a:cubicBezTo>
                    <a:cubicBezTo>
                      <a:pt x="40" y="16"/>
                      <a:pt x="43" y="12"/>
                      <a:pt x="47" y="9"/>
                    </a:cubicBezTo>
                    <a:cubicBezTo>
                      <a:pt x="51" y="6"/>
                      <a:pt x="55" y="3"/>
                      <a:pt x="60" y="3"/>
                    </a:cubicBezTo>
                    <a:cubicBezTo>
                      <a:pt x="61" y="3"/>
                      <a:pt x="61" y="3"/>
                      <a:pt x="62" y="3"/>
                    </a:cubicBezTo>
                    <a:cubicBezTo>
                      <a:pt x="75" y="4"/>
                      <a:pt x="101" y="11"/>
                      <a:pt x="115" y="24"/>
                    </a:cubicBezTo>
                    <a:cubicBezTo>
                      <a:pt x="116" y="23"/>
                      <a:pt x="116" y="23"/>
                      <a:pt x="116" y="23"/>
                    </a:cubicBezTo>
                    <a:cubicBezTo>
                      <a:pt x="115" y="22"/>
                      <a:pt x="115" y="22"/>
                      <a:pt x="115" y="22"/>
                    </a:cubicBezTo>
                    <a:cubicBezTo>
                      <a:pt x="115" y="22"/>
                      <a:pt x="112" y="26"/>
                      <a:pt x="112" y="31"/>
                    </a:cubicBezTo>
                    <a:cubicBezTo>
                      <a:pt x="112" y="33"/>
                      <a:pt x="113" y="36"/>
                      <a:pt x="116" y="38"/>
                    </a:cubicBezTo>
                    <a:cubicBezTo>
                      <a:pt x="119" y="40"/>
                      <a:pt x="120" y="42"/>
                      <a:pt x="121" y="43"/>
                    </a:cubicBezTo>
                    <a:cubicBezTo>
                      <a:pt x="121" y="43"/>
                      <a:pt x="122" y="44"/>
                      <a:pt x="123" y="44"/>
                    </a:cubicBezTo>
                    <a:cubicBezTo>
                      <a:pt x="123" y="44"/>
                      <a:pt x="124" y="45"/>
                      <a:pt x="125" y="45"/>
                    </a:cubicBezTo>
                    <a:cubicBezTo>
                      <a:pt x="126" y="45"/>
                      <a:pt x="127" y="45"/>
                      <a:pt x="127" y="46"/>
                    </a:cubicBezTo>
                    <a:cubicBezTo>
                      <a:pt x="128" y="46"/>
                      <a:pt x="129" y="47"/>
                      <a:pt x="130" y="49"/>
                    </a:cubicBezTo>
                    <a:cubicBezTo>
                      <a:pt x="131" y="50"/>
                      <a:pt x="132" y="53"/>
                      <a:pt x="134" y="55"/>
                    </a:cubicBezTo>
                    <a:cubicBezTo>
                      <a:pt x="137" y="59"/>
                      <a:pt x="138" y="62"/>
                      <a:pt x="139" y="66"/>
                    </a:cubicBezTo>
                    <a:cubicBezTo>
                      <a:pt x="141" y="70"/>
                      <a:pt x="142" y="73"/>
                      <a:pt x="143" y="75"/>
                    </a:cubicBezTo>
                    <a:cubicBezTo>
                      <a:pt x="145" y="79"/>
                      <a:pt x="145" y="82"/>
                      <a:pt x="145" y="85"/>
                    </a:cubicBezTo>
                    <a:cubicBezTo>
                      <a:pt x="145" y="86"/>
                      <a:pt x="145" y="87"/>
                      <a:pt x="145" y="88"/>
                    </a:cubicBezTo>
                    <a:cubicBezTo>
                      <a:pt x="145" y="92"/>
                      <a:pt x="145" y="94"/>
                      <a:pt x="145" y="98"/>
                    </a:cubicBezTo>
                    <a:cubicBezTo>
                      <a:pt x="144" y="99"/>
                      <a:pt x="143" y="101"/>
                      <a:pt x="142" y="103"/>
                    </a:cubicBezTo>
                    <a:cubicBezTo>
                      <a:pt x="141" y="104"/>
                      <a:pt x="140" y="105"/>
                      <a:pt x="138" y="105"/>
                    </a:cubicBezTo>
                    <a:cubicBezTo>
                      <a:pt x="137" y="105"/>
                      <a:pt x="137" y="105"/>
                      <a:pt x="137" y="105"/>
                    </a:cubicBezTo>
                    <a:cubicBezTo>
                      <a:pt x="135" y="105"/>
                      <a:pt x="133" y="105"/>
                      <a:pt x="132" y="104"/>
                    </a:cubicBezTo>
                    <a:cubicBezTo>
                      <a:pt x="130" y="102"/>
                      <a:pt x="129" y="100"/>
                      <a:pt x="129" y="97"/>
                    </a:cubicBezTo>
                    <a:cubicBezTo>
                      <a:pt x="129" y="95"/>
                      <a:pt x="128" y="93"/>
                      <a:pt x="128" y="92"/>
                    </a:cubicBezTo>
                    <a:cubicBezTo>
                      <a:pt x="128" y="88"/>
                      <a:pt x="129" y="86"/>
                      <a:pt x="129" y="84"/>
                    </a:cubicBezTo>
                    <a:cubicBezTo>
                      <a:pt x="129" y="81"/>
                      <a:pt x="127" y="76"/>
                      <a:pt x="126" y="74"/>
                    </a:cubicBezTo>
                    <a:cubicBezTo>
                      <a:pt x="125" y="72"/>
                      <a:pt x="125" y="71"/>
                      <a:pt x="124" y="70"/>
                    </a:cubicBezTo>
                    <a:cubicBezTo>
                      <a:pt x="124" y="70"/>
                      <a:pt x="124" y="69"/>
                      <a:pt x="124" y="69"/>
                    </a:cubicBezTo>
                    <a:cubicBezTo>
                      <a:pt x="123" y="68"/>
                      <a:pt x="123" y="68"/>
                      <a:pt x="123" y="68"/>
                    </a:cubicBezTo>
                    <a:cubicBezTo>
                      <a:pt x="123" y="68"/>
                      <a:pt x="122" y="68"/>
                      <a:pt x="122" y="68"/>
                    </a:cubicBezTo>
                    <a:cubicBezTo>
                      <a:pt x="121" y="68"/>
                      <a:pt x="121" y="68"/>
                      <a:pt x="121" y="68"/>
                    </a:cubicBezTo>
                    <a:cubicBezTo>
                      <a:pt x="122" y="69"/>
                      <a:pt x="122" y="69"/>
                      <a:pt x="122" y="69"/>
                    </a:cubicBezTo>
                    <a:cubicBezTo>
                      <a:pt x="121" y="68"/>
                      <a:pt x="121" y="68"/>
                      <a:pt x="121" y="68"/>
                    </a:cubicBezTo>
                    <a:cubicBezTo>
                      <a:pt x="121" y="68"/>
                      <a:pt x="120" y="68"/>
                      <a:pt x="119" y="69"/>
                    </a:cubicBezTo>
                    <a:cubicBezTo>
                      <a:pt x="118" y="70"/>
                      <a:pt x="115" y="72"/>
                      <a:pt x="115" y="72"/>
                    </a:cubicBezTo>
                    <a:cubicBezTo>
                      <a:pt x="114" y="73"/>
                      <a:pt x="114" y="73"/>
                      <a:pt x="114" y="73"/>
                    </a:cubicBezTo>
                    <a:cubicBezTo>
                      <a:pt x="114" y="74"/>
                      <a:pt x="114" y="74"/>
                      <a:pt x="114" y="74"/>
                    </a:cubicBezTo>
                    <a:cubicBezTo>
                      <a:pt x="115" y="74"/>
                      <a:pt x="115" y="74"/>
                      <a:pt x="115" y="74"/>
                    </a:cubicBezTo>
                    <a:cubicBezTo>
                      <a:pt x="115" y="74"/>
                      <a:pt x="115" y="75"/>
                      <a:pt x="115" y="76"/>
                    </a:cubicBezTo>
                    <a:cubicBezTo>
                      <a:pt x="115" y="78"/>
                      <a:pt x="114" y="82"/>
                      <a:pt x="113" y="89"/>
                    </a:cubicBezTo>
                    <a:cubicBezTo>
                      <a:pt x="111" y="99"/>
                      <a:pt x="111" y="107"/>
                      <a:pt x="109" y="114"/>
                    </a:cubicBezTo>
                    <a:cubicBezTo>
                      <a:pt x="107" y="122"/>
                      <a:pt x="104" y="130"/>
                      <a:pt x="103" y="135"/>
                    </a:cubicBezTo>
                    <a:cubicBezTo>
                      <a:pt x="102" y="138"/>
                      <a:pt x="101" y="141"/>
                      <a:pt x="100" y="144"/>
                    </a:cubicBezTo>
                    <a:cubicBezTo>
                      <a:pt x="99" y="146"/>
                      <a:pt x="99" y="147"/>
                      <a:pt x="97" y="148"/>
                    </a:cubicBezTo>
                    <a:cubicBezTo>
                      <a:pt x="96" y="149"/>
                      <a:pt x="95" y="150"/>
                      <a:pt x="92" y="150"/>
                    </a:cubicBezTo>
                    <a:cubicBezTo>
                      <a:pt x="91" y="150"/>
                      <a:pt x="91" y="150"/>
                      <a:pt x="91" y="150"/>
                    </a:cubicBezTo>
                    <a:cubicBezTo>
                      <a:pt x="87" y="150"/>
                      <a:pt x="85" y="148"/>
                      <a:pt x="84" y="146"/>
                    </a:cubicBezTo>
                    <a:cubicBezTo>
                      <a:pt x="83" y="145"/>
                      <a:pt x="83" y="144"/>
                      <a:pt x="82" y="143"/>
                    </a:cubicBezTo>
                    <a:cubicBezTo>
                      <a:pt x="82" y="143"/>
                      <a:pt x="82" y="143"/>
                      <a:pt x="82" y="143"/>
                    </a:cubicBezTo>
                    <a:cubicBezTo>
                      <a:pt x="82" y="142"/>
                      <a:pt x="82" y="142"/>
                      <a:pt x="82" y="142"/>
                    </a:cubicBezTo>
                    <a:cubicBezTo>
                      <a:pt x="82" y="142"/>
                      <a:pt x="82" y="142"/>
                      <a:pt x="82" y="142"/>
                    </a:cubicBezTo>
                    <a:cubicBezTo>
                      <a:pt x="82" y="137"/>
                      <a:pt x="82" y="137"/>
                      <a:pt x="82" y="137"/>
                    </a:cubicBezTo>
                    <a:cubicBezTo>
                      <a:pt x="79" y="142"/>
                      <a:pt x="79" y="142"/>
                      <a:pt x="79" y="142"/>
                    </a:cubicBezTo>
                    <a:cubicBezTo>
                      <a:pt x="79" y="142"/>
                      <a:pt x="75" y="150"/>
                      <a:pt x="73" y="156"/>
                    </a:cubicBezTo>
                    <a:cubicBezTo>
                      <a:pt x="72" y="159"/>
                      <a:pt x="71" y="163"/>
                      <a:pt x="69" y="165"/>
                    </a:cubicBezTo>
                    <a:cubicBezTo>
                      <a:pt x="67" y="168"/>
                      <a:pt x="64" y="170"/>
                      <a:pt x="60" y="170"/>
                    </a:cubicBezTo>
                    <a:cubicBezTo>
                      <a:pt x="59" y="170"/>
                      <a:pt x="59" y="170"/>
                      <a:pt x="59" y="170"/>
                    </a:cubicBezTo>
                    <a:cubicBezTo>
                      <a:pt x="57" y="170"/>
                      <a:pt x="56" y="169"/>
                      <a:pt x="54" y="168"/>
                    </a:cubicBezTo>
                    <a:cubicBezTo>
                      <a:pt x="53" y="166"/>
                      <a:pt x="52" y="163"/>
                      <a:pt x="51" y="160"/>
                    </a:cubicBezTo>
                    <a:cubicBezTo>
                      <a:pt x="51" y="157"/>
                      <a:pt x="51" y="154"/>
                      <a:pt x="51" y="153"/>
                    </a:cubicBezTo>
                    <a:cubicBezTo>
                      <a:pt x="51" y="152"/>
                      <a:pt x="51" y="152"/>
                      <a:pt x="51" y="152"/>
                    </a:cubicBezTo>
                    <a:cubicBezTo>
                      <a:pt x="48" y="151"/>
                      <a:pt x="48" y="151"/>
                      <a:pt x="48" y="151"/>
                    </a:cubicBezTo>
                    <a:cubicBezTo>
                      <a:pt x="48" y="151"/>
                      <a:pt x="48" y="151"/>
                      <a:pt x="48" y="152"/>
                    </a:cubicBezTo>
                    <a:cubicBezTo>
                      <a:pt x="47" y="153"/>
                      <a:pt x="46" y="157"/>
                      <a:pt x="43" y="160"/>
                    </a:cubicBezTo>
                    <a:cubicBezTo>
                      <a:pt x="42" y="161"/>
                      <a:pt x="41" y="163"/>
                      <a:pt x="40" y="164"/>
                    </a:cubicBezTo>
                    <a:cubicBezTo>
                      <a:pt x="38" y="165"/>
                      <a:pt x="37" y="165"/>
                      <a:pt x="36" y="165"/>
                    </a:cubicBezTo>
                    <a:cubicBezTo>
                      <a:pt x="35" y="165"/>
                      <a:pt x="35" y="165"/>
                      <a:pt x="35" y="165"/>
                    </a:cubicBezTo>
                    <a:cubicBezTo>
                      <a:pt x="33" y="165"/>
                      <a:pt x="31" y="164"/>
                      <a:pt x="30" y="163"/>
                    </a:cubicBezTo>
                    <a:cubicBezTo>
                      <a:pt x="28" y="162"/>
                      <a:pt x="27" y="159"/>
                      <a:pt x="27" y="156"/>
                    </a:cubicBezTo>
                    <a:cubicBezTo>
                      <a:pt x="26" y="153"/>
                      <a:pt x="26" y="151"/>
                      <a:pt x="26" y="149"/>
                    </a:cubicBezTo>
                    <a:cubicBezTo>
                      <a:pt x="26" y="143"/>
                      <a:pt x="26" y="139"/>
                      <a:pt x="26" y="139"/>
                    </a:cubicBezTo>
                    <a:cubicBezTo>
                      <a:pt x="26" y="137"/>
                      <a:pt x="26" y="137"/>
                      <a:pt x="26" y="137"/>
                    </a:cubicBezTo>
                    <a:cubicBezTo>
                      <a:pt x="24" y="138"/>
                      <a:pt x="24" y="138"/>
                      <a:pt x="24" y="138"/>
                    </a:cubicBezTo>
                    <a:cubicBezTo>
                      <a:pt x="24" y="138"/>
                      <a:pt x="24" y="138"/>
                      <a:pt x="24" y="138"/>
                    </a:cubicBezTo>
                    <a:cubicBezTo>
                      <a:pt x="23" y="138"/>
                      <a:pt x="22" y="138"/>
                      <a:pt x="21" y="138"/>
                    </a:cubicBezTo>
                    <a:cubicBezTo>
                      <a:pt x="18" y="138"/>
                      <a:pt x="15" y="138"/>
                      <a:pt x="13" y="135"/>
                    </a:cubicBezTo>
                    <a:cubicBezTo>
                      <a:pt x="11" y="133"/>
                      <a:pt x="11" y="131"/>
                      <a:pt x="10" y="130"/>
                    </a:cubicBezTo>
                    <a:cubicBezTo>
                      <a:pt x="9" y="128"/>
                      <a:pt x="9" y="126"/>
                      <a:pt x="7" y="124"/>
                    </a:cubicBezTo>
                    <a:cubicBezTo>
                      <a:pt x="5" y="123"/>
                      <a:pt x="5" y="122"/>
                      <a:pt x="4" y="120"/>
                    </a:cubicBezTo>
                    <a:cubicBezTo>
                      <a:pt x="4" y="119"/>
                      <a:pt x="3" y="117"/>
                      <a:pt x="3" y="113"/>
                    </a:cubicBezTo>
                    <a:cubicBezTo>
                      <a:pt x="3" y="105"/>
                      <a:pt x="4" y="99"/>
                      <a:pt x="4" y="93"/>
                    </a:cubicBezTo>
                    <a:cubicBezTo>
                      <a:pt x="4" y="92"/>
                      <a:pt x="4" y="91"/>
                      <a:pt x="4" y="90"/>
                    </a:cubicBezTo>
                    <a:cubicBezTo>
                      <a:pt x="4" y="87"/>
                      <a:pt x="4" y="84"/>
                      <a:pt x="4" y="82"/>
                    </a:cubicBezTo>
                    <a:cubicBezTo>
                      <a:pt x="4" y="80"/>
                      <a:pt x="4" y="79"/>
                      <a:pt x="6" y="76"/>
                    </a:cubicBezTo>
                    <a:cubicBezTo>
                      <a:pt x="8" y="74"/>
                      <a:pt x="11" y="69"/>
                      <a:pt x="15" y="65"/>
                    </a:cubicBezTo>
                    <a:cubicBezTo>
                      <a:pt x="17" y="62"/>
                      <a:pt x="18" y="60"/>
                      <a:pt x="20" y="58"/>
                    </a:cubicBezTo>
                    <a:cubicBezTo>
                      <a:pt x="22" y="56"/>
                      <a:pt x="23" y="55"/>
                      <a:pt x="24" y="54"/>
                    </a:cubicBezTo>
                    <a:cubicBezTo>
                      <a:pt x="29" y="51"/>
                      <a:pt x="34" y="48"/>
                      <a:pt x="36" y="42"/>
                    </a:cubicBezTo>
                    <a:cubicBezTo>
                      <a:pt x="37" y="41"/>
                      <a:pt x="37" y="39"/>
                      <a:pt x="38" y="36"/>
                    </a:cubicBezTo>
                    <a:cubicBezTo>
                      <a:pt x="38" y="28"/>
                      <a:pt x="39" y="17"/>
                      <a:pt x="39" y="17"/>
                    </a:cubicBezTo>
                    <a:cubicBezTo>
                      <a:pt x="37" y="17"/>
                      <a:pt x="37" y="17"/>
                      <a:pt x="37" y="17"/>
                    </a:cubicBezTo>
                    <a:cubicBezTo>
                      <a:pt x="38" y="18"/>
                      <a:pt x="38" y="18"/>
                      <a:pt x="38" y="18"/>
                    </a:cubicBezTo>
                    <a:cubicBezTo>
                      <a:pt x="37" y="17"/>
                      <a:pt x="37" y="17"/>
                      <a:pt x="37" y="17"/>
                    </a:cubicBezTo>
                    <a:cubicBezTo>
                      <a:pt x="36" y="17"/>
                      <a:pt x="36" y="17"/>
                      <a:pt x="36" y="17"/>
                    </a:cubicBezTo>
                    <a:cubicBezTo>
                      <a:pt x="36" y="17"/>
                      <a:pt x="35" y="22"/>
                      <a:pt x="35" y="28"/>
                    </a:cubicBezTo>
                    <a:cubicBezTo>
                      <a:pt x="35" y="30"/>
                      <a:pt x="35" y="33"/>
                      <a:pt x="35" y="36"/>
                    </a:cubicBezTo>
                    <a:cubicBezTo>
                      <a:pt x="34" y="38"/>
                      <a:pt x="34" y="40"/>
                      <a:pt x="34" y="41"/>
                    </a:cubicBezTo>
                    <a:cubicBezTo>
                      <a:pt x="32" y="45"/>
                      <a:pt x="28" y="48"/>
                      <a:pt x="23" y="52"/>
                    </a:cubicBezTo>
                    <a:cubicBezTo>
                      <a:pt x="21" y="53"/>
                      <a:pt x="19" y="54"/>
                      <a:pt x="18" y="56"/>
                    </a:cubicBezTo>
                    <a:cubicBezTo>
                      <a:pt x="13" y="62"/>
                      <a:pt x="7" y="71"/>
                      <a:pt x="4" y="74"/>
                    </a:cubicBezTo>
                    <a:cubicBezTo>
                      <a:pt x="2" y="77"/>
                      <a:pt x="1" y="80"/>
                      <a:pt x="1" y="82"/>
                    </a:cubicBezTo>
                    <a:cubicBezTo>
                      <a:pt x="1" y="85"/>
                      <a:pt x="1" y="87"/>
                      <a:pt x="1" y="90"/>
                    </a:cubicBezTo>
                    <a:cubicBezTo>
                      <a:pt x="1" y="91"/>
                      <a:pt x="1" y="92"/>
                      <a:pt x="1" y="93"/>
                    </a:cubicBezTo>
                    <a:cubicBezTo>
                      <a:pt x="1" y="99"/>
                      <a:pt x="0" y="105"/>
                      <a:pt x="0" y="113"/>
                    </a:cubicBezTo>
                    <a:cubicBezTo>
                      <a:pt x="0" y="117"/>
                      <a:pt x="1" y="119"/>
                      <a:pt x="1" y="121"/>
                    </a:cubicBezTo>
                    <a:cubicBezTo>
                      <a:pt x="2" y="123"/>
                      <a:pt x="3" y="125"/>
                      <a:pt x="5" y="126"/>
                    </a:cubicBezTo>
                    <a:cubicBezTo>
                      <a:pt x="6" y="128"/>
                      <a:pt x="7" y="129"/>
                      <a:pt x="7" y="131"/>
                    </a:cubicBezTo>
                    <a:cubicBezTo>
                      <a:pt x="8" y="133"/>
                      <a:pt x="9" y="135"/>
                      <a:pt x="11" y="137"/>
                    </a:cubicBezTo>
                    <a:cubicBezTo>
                      <a:pt x="14" y="141"/>
                      <a:pt x="18" y="141"/>
                      <a:pt x="21" y="141"/>
                    </a:cubicBezTo>
                    <a:cubicBezTo>
                      <a:pt x="23" y="141"/>
                      <a:pt x="24" y="141"/>
                      <a:pt x="25" y="141"/>
                    </a:cubicBezTo>
                    <a:cubicBezTo>
                      <a:pt x="24" y="139"/>
                      <a:pt x="24" y="139"/>
                      <a:pt x="24" y="139"/>
                    </a:cubicBezTo>
                    <a:cubicBezTo>
                      <a:pt x="23" y="139"/>
                      <a:pt x="23" y="139"/>
                      <a:pt x="23" y="139"/>
                    </a:cubicBezTo>
                    <a:cubicBezTo>
                      <a:pt x="23" y="139"/>
                      <a:pt x="23" y="143"/>
                      <a:pt x="23" y="149"/>
                    </a:cubicBezTo>
                    <a:cubicBezTo>
                      <a:pt x="23" y="152"/>
                      <a:pt x="23" y="156"/>
                      <a:pt x="25" y="160"/>
                    </a:cubicBezTo>
                    <a:cubicBezTo>
                      <a:pt x="25" y="162"/>
                      <a:pt x="26" y="164"/>
                      <a:pt x="28" y="165"/>
                    </a:cubicBezTo>
                    <a:cubicBezTo>
                      <a:pt x="30" y="167"/>
                      <a:pt x="32" y="168"/>
                      <a:pt x="34" y="168"/>
                    </a:cubicBezTo>
                    <a:cubicBezTo>
                      <a:pt x="35" y="168"/>
                      <a:pt x="35" y="168"/>
                      <a:pt x="36" y="168"/>
                    </a:cubicBezTo>
                    <a:cubicBezTo>
                      <a:pt x="38" y="168"/>
                      <a:pt x="40" y="167"/>
                      <a:pt x="42" y="166"/>
                    </a:cubicBezTo>
                    <a:cubicBezTo>
                      <a:pt x="48" y="161"/>
                      <a:pt x="51" y="152"/>
                      <a:pt x="51" y="152"/>
                    </a:cubicBezTo>
                    <a:cubicBezTo>
                      <a:pt x="49" y="151"/>
                      <a:pt x="49" y="151"/>
                      <a:pt x="49" y="151"/>
                    </a:cubicBezTo>
                    <a:cubicBezTo>
                      <a:pt x="48" y="151"/>
                      <a:pt x="48" y="151"/>
                      <a:pt x="48" y="151"/>
                    </a:cubicBezTo>
                    <a:cubicBezTo>
                      <a:pt x="48" y="151"/>
                      <a:pt x="48" y="152"/>
                      <a:pt x="48" y="153"/>
                    </a:cubicBezTo>
                    <a:cubicBezTo>
                      <a:pt x="48" y="155"/>
                      <a:pt x="48" y="159"/>
                      <a:pt x="49" y="164"/>
                    </a:cubicBezTo>
                    <a:cubicBezTo>
                      <a:pt x="50" y="166"/>
                      <a:pt x="51" y="168"/>
                      <a:pt x="52" y="170"/>
                    </a:cubicBezTo>
                    <a:cubicBezTo>
                      <a:pt x="54" y="171"/>
                      <a:pt x="56" y="173"/>
                      <a:pt x="58" y="173"/>
                    </a:cubicBezTo>
                    <a:cubicBezTo>
                      <a:pt x="59" y="173"/>
                      <a:pt x="59" y="173"/>
                      <a:pt x="60" y="173"/>
                    </a:cubicBezTo>
                    <a:cubicBezTo>
                      <a:pt x="65" y="173"/>
                      <a:pt x="69" y="170"/>
                      <a:pt x="71" y="167"/>
                    </a:cubicBezTo>
                    <a:cubicBezTo>
                      <a:pt x="74" y="164"/>
                      <a:pt x="75" y="160"/>
                      <a:pt x="76" y="157"/>
                    </a:cubicBezTo>
                    <a:cubicBezTo>
                      <a:pt x="77" y="154"/>
                      <a:pt x="79" y="151"/>
                      <a:pt x="80" y="148"/>
                    </a:cubicBezTo>
                    <a:cubicBezTo>
                      <a:pt x="81" y="145"/>
                      <a:pt x="82" y="143"/>
                      <a:pt x="82" y="143"/>
                    </a:cubicBezTo>
                    <a:cubicBezTo>
                      <a:pt x="81" y="143"/>
                      <a:pt x="81" y="143"/>
                      <a:pt x="81" y="143"/>
                    </a:cubicBezTo>
                    <a:cubicBezTo>
                      <a:pt x="79" y="143"/>
                      <a:pt x="79" y="143"/>
                      <a:pt x="79" y="143"/>
                    </a:cubicBezTo>
                    <a:cubicBezTo>
                      <a:pt x="79" y="143"/>
                      <a:pt x="79" y="145"/>
                      <a:pt x="81" y="148"/>
                    </a:cubicBezTo>
                    <a:cubicBezTo>
                      <a:pt x="83" y="150"/>
                      <a:pt x="86" y="153"/>
                      <a:pt x="91" y="153"/>
                    </a:cubicBezTo>
                    <a:cubicBezTo>
                      <a:pt x="92" y="153"/>
                      <a:pt x="92" y="153"/>
                      <a:pt x="92" y="153"/>
                    </a:cubicBezTo>
                    <a:cubicBezTo>
                      <a:pt x="95" y="152"/>
                      <a:pt x="98" y="152"/>
                      <a:pt x="99" y="150"/>
                    </a:cubicBezTo>
                    <a:cubicBezTo>
                      <a:pt x="102" y="148"/>
                      <a:pt x="103" y="146"/>
                      <a:pt x="104" y="143"/>
                    </a:cubicBezTo>
                    <a:cubicBezTo>
                      <a:pt x="105" y="140"/>
                      <a:pt x="105" y="138"/>
                      <a:pt x="106" y="136"/>
                    </a:cubicBezTo>
                    <a:cubicBezTo>
                      <a:pt x="107" y="131"/>
                      <a:pt x="109" y="123"/>
                      <a:pt x="112" y="115"/>
                    </a:cubicBezTo>
                    <a:cubicBezTo>
                      <a:pt x="114" y="107"/>
                      <a:pt x="114" y="99"/>
                      <a:pt x="116" y="89"/>
                    </a:cubicBezTo>
                    <a:cubicBezTo>
                      <a:pt x="117" y="83"/>
                      <a:pt x="118" y="78"/>
                      <a:pt x="118" y="76"/>
                    </a:cubicBezTo>
                    <a:cubicBezTo>
                      <a:pt x="118" y="74"/>
                      <a:pt x="117" y="73"/>
                      <a:pt x="117" y="73"/>
                    </a:cubicBezTo>
                    <a:cubicBezTo>
                      <a:pt x="116" y="73"/>
                      <a:pt x="116" y="73"/>
                      <a:pt x="116" y="73"/>
                    </a:cubicBezTo>
                    <a:cubicBezTo>
                      <a:pt x="117" y="74"/>
                      <a:pt x="117" y="74"/>
                      <a:pt x="117" y="74"/>
                    </a:cubicBezTo>
                    <a:cubicBezTo>
                      <a:pt x="117" y="74"/>
                      <a:pt x="118" y="74"/>
                      <a:pt x="119" y="73"/>
                    </a:cubicBezTo>
                    <a:cubicBezTo>
                      <a:pt x="120" y="72"/>
                      <a:pt x="121" y="72"/>
                      <a:pt x="121" y="71"/>
                    </a:cubicBezTo>
                    <a:cubicBezTo>
                      <a:pt x="122" y="71"/>
                      <a:pt x="122" y="71"/>
                      <a:pt x="122" y="71"/>
                    </a:cubicBezTo>
                    <a:cubicBezTo>
                      <a:pt x="122" y="71"/>
                      <a:pt x="122" y="71"/>
                      <a:pt x="122" y="71"/>
                    </a:cubicBezTo>
                    <a:cubicBezTo>
                      <a:pt x="122" y="71"/>
                      <a:pt x="122" y="71"/>
                      <a:pt x="122" y="71"/>
                    </a:cubicBezTo>
                    <a:cubicBezTo>
                      <a:pt x="122" y="71"/>
                      <a:pt x="122" y="71"/>
                      <a:pt x="122" y="71"/>
                    </a:cubicBezTo>
                    <a:cubicBezTo>
                      <a:pt x="122" y="70"/>
                      <a:pt x="122" y="70"/>
                      <a:pt x="122" y="70"/>
                    </a:cubicBezTo>
                    <a:cubicBezTo>
                      <a:pt x="122" y="71"/>
                      <a:pt x="122" y="71"/>
                      <a:pt x="122" y="71"/>
                    </a:cubicBezTo>
                    <a:cubicBezTo>
                      <a:pt x="122" y="71"/>
                      <a:pt x="122" y="71"/>
                      <a:pt x="122" y="71"/>
                    </a:cubicBezTo>
                    <a:cubicBezTo>
                      <a:pt x="122" y="70"/>
                      <a:pt x="122" y="70"/>
                      <a:pt x="122" y="70"/>
                    </a:cubicBezTo>
                    <a:cubicBezTo>
                      <a:pt x="122" y="71"/>
                      <a:pt x="122" y="71"/>
                      <a:pt x="122" y="71"/>
                    </a:cubicBezTo>
                    <a:cubicBezTo>
                      <a:pt x="122" y="70"/>
                      <a:pt x="122" y="70"/>
                      <a:pt x="122" y="70"/>
                    </a:cubicBezTo>
                    <a:cubicBezTo>
                      <a:pt x="121" y="71"/>
                      <a:pt x="121" y="71"/>
                      <a:pt x="121" y="71"/>
                    </a:cubicBezTo>
                    <a:cubicBezTo>
                      <a:pt x="122" y="71"/>
                      <a:pt x="122" y="71"/>
                      <a:pt x="122" y="71"/>
                    </a:cubicBezTo>
                    <a:cubicBezTo>
                      <a:pt x="122" y="70"/>
                      <a:pt x="122" y="70"/>
                      <a:pt x="122" y="70"/>
                    </a:cubicBezTo>
                    <a:cubicBezTo>
                      <a:pt x="121" y="71"/>
                      <a:pt x="121" y="71"/>
                      <a:pt x="121" y="71"/>
                    </a:cubicBezTo>
                    <a:cubicBezTo>
                      <a:pt x="122" y="70"/>
                      <a:pt x="122" y="70"/>
                      <a:pt x="122" y="70"/>
                    </a:cubicBezTo>
                    <a:cubicBezTo>
                      <a:pt x="121" y="70"/>
                      <a:pt x="121" y="70"/>
                      <a:pt x="121" y="70"/>
                    </a:cubicBezTo>
                    <a:cubicBezTo>
                      <a:pt x="121" y="71"/>
                      <a:pt x="121" y="71"/>
                      <a:pt x="121" y="71"/>
                    </a:cubicBezTo>
                    <a:cubicBezTo>
                      <a:pt x="122" y="70"/>
                      <a:pt x="122" y="70"/>
                      <a:pt x="122" y="70"/>
                    </a:cubicBezTo>
                    <a:cubicBezTo>
                      <a:pt x="121" y="70"/>
                      <a:pt x="121" y="70"/>
                      <a:pt x="121" y="70"/>
                    </a:cubicBezTo>
                    <a:cubicBezTo>
                      <a:pt x="121" y="70"/>
                      <a:pt x="121" y="70"/>
                      <a:pt x="121" y="70"/>
                    </a:cubicBezTo>
                    <a:cubicBezTo>
                      <a:pt x="121" y="70"/>
                      <a:pt x="121" y="70"/>
                      <a:pt x="121" y="70"/>
                    </a:cubicBezTo>
                    <a:cubicBezTo>
                      <a:pt x="121" y="70"/>
                      <a:pt x="121" y="70"/>
                      <a:pt x="121" y="70"/>
                    </a:cubicBezTo>
                    <a:cubicBezTo>
                      <a:pt x="121" y="70"/>
                      <a:pt x="121" y="70"/>
                      <a:pt x="121" y="70"/>
                    </a:cubicBezTo>
                    <a:cubicBezTo>
                      <a:pt x="121" y="70"/>
                      <a:pt x="121" y="70"/>
                      <a:pt x="121" y="70"/>
                    </a:cubicBezTo>
                    <a:cubicBezTo>
                      <a:pt x="121" y="71"/>
                      <a:pt x="122" y="71"/>
                      <a:pt x="122" y="72"/>
                    </a:cubicBezTo>
                    <a:cubicBezTo>
                      <a:pt x="122" y="73"/>
                      <a:pt x="123" y="74"/>
                      <a:pt x="123" y="75"/>
                    </a:cubicBezTo>
                    <a:cubicBezTo>
                      <a:pt x="125" y="77"/>
                      <a:pt x="126" y="82"/>
                      <a:pt x="126" y="84"/>
                    </a:cubicBezTo>
                    <a:cubicBezTo>
                      <a:pt x="126" y="86"/>
                      <a:pt x="125" y="88"/>
                      <a:pt x="125" y="92"/>
                    </a:cubicBezTo>
                    <a:cubicBezTo>
                      <a:pt x="125" y="93"/>
                      <a:pt x="126" y="95"/>
                      <a:pt x="126" y="97"/>
                    </a:cubicBezTo>
                    <a:cubicBezTo>
                      <a:pt x="126" y="101"/>
                      <a:pt x="128" y="104"/>
                      <a:pt x="130" y="106"/>
                    </a:cubicBezTo>
                    <a:cubicBezTo>
                      <a:pt x="132" y="108"/>
                      <a:pt x="135" y="108"/>
                      <a:pt x="137" y="108"/>
                    </a:cubicBezTo>
                    <a:cubicBezTo>
                      <a:pt x="138" y="108"/>
                      <a:pt x="138" y="108"/>
                      <a:pt x="138" y="108"/>
                    </a:cubicBezTo>
                    <a:cubicBezTo>
                      <a:pt x="141" y="108"/>
                      <a:pt x="143" y="107"/>
                      <a:pt x="145" y="105"/>
                    </a:cubicBezTo>
                    <a:cubicBezTo>
                      <a:pt x="146" y="103"/>
                      <a:pt x="147" y="100"/>
                      <a:pt x="147" y="98"/>
                    </a:cubicBezTo>
                    <a:cubicBezTo>
                      <a:pt x="148" y="95"/>
                      <a:pt x="148" y="92"/>
                      <a:pt x="148" y="88"/>
                    </a:cubicBezTo>
                    <a:cubicBezTo>
                      <a:pt x="148" y="87"/>
                      <a:pt x="148" y="86"/>
                      <a:pt x="148" y="85"/>
                    </a:cubicBezTo>
                    <a:cubicBezTo>
                      <a:pt x="148" y="82"/>
                      <a:pt x="148" y="78"/>
                      <a:pt x="146" y="74"/>
                    </a:cubicBezTo>
                    <a:cubicBezTo>
                      <a:pt x="145" y="72"/>
                      <a:pt x="144" y="69"/>
                      <a:pt x="142" y="65"/>
                    </a:cubicBezTo>
                    <a:cubicBezTo>
                      <a:pt x="141" y="61"/>
                      <a:pt x="139" y="57"/>
                      <a:pt x="136" y="53"/>
                    </a:cubicBezTo>
                    <a:cubicBezTo>
                      <a:pt x="134" y="50"/>
                      <a:pt x="132" y="47"/>
                      <a:pt x="131" y="46"/>
                    </a:cubicBezTo>
                    <a:cubicBezTo>
                      <a:pt x="130" y="45"/>
                      <a:pt x="130" y="44"/>
                      <a:pt x="129" y="43"/>
                    </a:cubicBezTo>
                    <a:cubicBezTo>
                      <a:pt x="128" y="42"/>
                      <a:pt x="127" y="42"/>
                      <a:pt x="126" y="42"/>
                    </a:cubicBezTo>
                    <a:cubicBezTo>
                      <a:pt x="125" y="42"/>
                      <a:pt x="124" y="42"/>
                      <a:pt x="124" y="41"/>
                    </a:cubicBezTo>
                    <a:cubicBezTo>
                      <a:pt x="124" y="41"/>
                      <a:pt x="124" y="41"/>
                      <a:pt x="124" y="41"/>
                    </a:cubicBezTo>
                    <a:cubicBezTo>
                      <a:pt x="123" y="40"/>
                      <a:pt x="122" y="38"/>
                      <a:pt x="118" y="36"/>
                    </a:cubicBezTo>
                    <a:cubicBezTo>
                      <a:pt x="116" y="34"/>
                      <a:pt x="115" y="33"/>
                      <a:pt x="115" y="31"/>
                    </a:cubicBezTo>
                    <a:cubicBezTo>
                      <a:pt x="115" y="29"/>
                      <a:pt x="116" y="27"/>
                      <a:pt x="116" y="26"/>
                    </a:cubicBezTo>
                    <a:cubicBezTo>
                      <a:pt x="117" y="25"/>
                      <a:pt x="117" y="25"/>
                      <a:pt x="117" y="25"/>
                    </a:cubicBezTo>
                    <a:cubicBezTo>
                      <a:pt x="117" y="24"/>
                      <a:pt x="117" y="24"/>
                      <a:pt x="117" y="24"/>
                    </a:cubicBezTo>
                    <a:cubicBezTo>
                      <a:pt x="118" y="24"/>
                      <a:pt x="118" y="24"/>
                      <a:pt x="118" y="24"/>
                    </a:cubicBezTo>
                    <a:cubicBezTo>
                      <a:pt x="118" y="23"/>
                      <a:pt x="118" y="23"/>
                      <a:pt x="118" y="23"/>
                    </a:cubicBezTo>
                    <a:cubicBezTo>
                      <a:pt x="117" y="22"/>
                      <a:pt x="117" y="22"/>
                      <a:pt x="117" y="22"/>
                    </a:cubicBezTo>
                    <a:cubicBezTo>
                      <a:pt x="102" y="8"/>
                      <a:pt x="75" y="2"/>
                      <a:pt x="62" y="0"/>
                    </a:cubicBezTo>
                    <a:cubicBezTo>
                      <a:pt x="62" y="0"/>
                      <a:pt x="61" y="0"/>
                      <a:pt x="60" y="0"/>
                    </a:cubicBezTo>
                    <a:cubicBezTo>
                      <a:pt x="53" y="0"/>
                      <a:pt x="47" y="4"/>
                      <a:pt x="43" y="8"/>
                    </a:cubicBezTo>
                    <a:cubicBezTo>
                      <a:pt x="39" y="12"/>
                      <a:pt x="36" y="16"/>
                      <a:pt x="36" y="16"/>
                    </a:cubicBezTo>
                    <a:cubicBezTo>
                      <a:pt x="36" y="16"/>
                      <a:pt x="36" y="16"/>
                      <a:pt x="36" y="16"/>
                    </a:cubicBezTo>
                    <a:cubicBezTo>
                      <a:pt x="36" y="17"/>
                      <a:pt x="36" y="17"/>
                      <a:pt x="36" y="17"/>
                    </a:cubicBezTo>
                    <a:lnTo>
                      <a:pt x="37" y="17"/>
                    </a:lnTo>
                    <a:close/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7737" name="Freeform 153">
                <a:extLst>
                  <a:ext uri="{FF2B5EF4-FFF2-40B4-BE49-F238E27FC236}">
                    <a16:creationId xmlns:a16="http://schemas.microsoft.com/office/drawing/2014/main" id="{B75C567C-0F5E-48CB-AF83-07F84A422F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5" y="2084"/>
                <a:ext cx="293" cy="204"/>
              </a:xfrm>
              <a:custGeom>
                <a:avLst/>
                <a:gdLst>
                  <a:gd name="T0" fmla="*/ 181 w 210"/>
                  <a:gd name="T1" fmla="*/ 1 h 147"/>
                  <a:gd name="T2" fmla="*/ 0 w 210"/>
                  <a:gd name="T3" fmla="*/ 137 h 147"/>
                  <a:gd name="T4" fmla="*/ 8 w 210"/>
                  <a:gd name="T5" fmla="*/ 139 h 147"/>
                  <a:gd name="T6" fmla="*/ 70 w 210"/>
                  <a:gd name="T7" fmla="*/ 185 h 147"/>
                  <a:gd name="T8" fmla="*/ 109 w 210"/>
                  <a:gd name="T9" fmla="*/ 212 h 147"/>
                  <a:gd name="T10" fmla="*/ 112 w 210"/>
                  <a:gd name="T11" fmla="*/ 212 h 147"/>
                  <a:gd name="T12" fmla="*/ 212 w 210"/>
                  <a:gd name="T13" fmla="*/ 208 h 147"/>
                  <a:gd name="T14" fmla="*/ 266 w 210"/>
                  <a:gd name="T15" fmla="*/ 215 h 147"/>
                  <a:gd name="T16" fmla="*/ 296 w 210"/>
                  <a:gd name="T17" fmla="*/ 225 h 147"/>
                  <a:gd name="T18" fmla="*/ 301 w 210"/>
                  <a:gd name="T19" fmla="*/ 225 h 147"/>
                  <a:gd name="T20" fmla="*/ 321 w 210"/>
                  <a:gd name="T21" fmla="*/ 203 h 147"/>
                  <a:gd name="T22" fmla="*/ 315 w 210"/>
                  <a:gd name="T23" fmla="*/ 205 h 147"/>
                  <a:gd name="T24" fmla="*/ 366 w 210"/>
                  <a:gd name="T25" fmla="*/ 243 h 147"/>
                  <a:gd name="T26" fmla="*/ 462 w 210"/>
                  <a:gd name="T27" fmla="*/ 309 h 147"/>
                  <a:gd name="T28" fmla="*/ 467 w 210"/>
                  <a:gd name="T29" fmla="*/ 316 h 147"/>
                  <a:gd name="T30" fmla="*/ 467 w 210"/>
                  <a:gd name="T31" fmla="*/ 316 h 147"/>
                  <a:gd name="T32" fmla="*/ 479 w 210"/>
                  <a:gd name="T33" fmla="*/ 322 h 147"/>
                  <a:gd name="T34" fmla="*/ 555 w 210"/>
                  <a:gd name="T35" fmla="*/ 387 h 147"/>
                  <a:gd name="T36" fmla="*/ 562 w 210"/>
                  <a:gd name="T37" fmla="*/ 387 h 147"/>
                  <a:gd name="T38" fmla="*/ 571 w 210"/>
                  <a:gd name="T39" fmla="*/ 333 h 147"/>
                  <a:gd name="T40" fmla="*/ 555 w 210"/>
                  <a:gd name="T41" fmla="*/ 264 h 147"/>
                  <a:gd name="T42" fmla="*/ 513 w 210"/>
                  <a:gd name="T43" fmla="*/ 158 h 147"/>
                  <a:gd name="T44" fmla="*/ 434 w 210"/>
                  <a:gd name="T45" fmla="*/ 80 h 147"/>
                  <a:gd name="T46" fmla="*/ 384 w 210"/>
                  <a:gd name="T47" fmla="*/ 54 h 147"/>
                  <a:gd name="T48" fmla="*/ 380 w 210"/>
                  <a:gd name="T49" fmla="*/ 54 h 147"/>
                  <a:gd name="T50" fmla="*/ 380 w 210"/>
                  <a:gd name="T51" fmla="*/ 54 h 147"/>
                  <a:gd name="T52" fmla="*/ 253 w 210"/>
                  <a:gd name="T53" fmla="*/ 26 h 147"/>
                  <a:gd name="T54" fmla="*/ 201 w 210"/>
                  <a:gd name="T55" fmla="*/ 15 h 147"/>
                  <a:gd name="T56" fmla="*/ 187 w 210"/>
                  <a:gd name="T57" fmla="*/ 6 h 147"/>
                  <a:gd name="T58" fmla="*/ 186 w 210"/>
                  <a:gd name="T59" fmla="*/ 1 h 147"/>
                  <a:gd name="T60" fmla="*/ 181 w 210"/>
                  <a:gd name="T61" fmla="*/ 1 h 147"/>
                  <a:gd name="T62" fmla="*/ 179 w 210"/>
                  <a:gd name="T63" fmla="*/ 8 h 147"/>
                  <a:gd name="T64" fmla="*/ 218 w 210"/>
                  <a:gd name="T65" fmla="*/ 29 h 147"/>
                  <a:gd name="T66" fmla="*/ 315 w 210"/>
                  <a:gd name="T67" fmla="*/ 50 h 147"/>
                  <a:gd name="T68" fmla="*/ 380 w 210"/>
                  <a:gd name="T69" fmla="*/ 61 h 147"/>
                  <a:gd name="T70" fmla="*/ 380 w 210"/>
                  <a:gd name="T71" fmla="*/ 61 h 147"/>
                  <a:gd name="T72" fmla="*/ 410 w 210"/>
                  <a:gd name="T73" fmla="*/ 68 h 147"/>
                  <a:gd name="T74" fmla="*/ 467 w 210"/>
                  <a:gd name="T75" fmla="*/ 124 h 147"/>
                  <a:gd name="T76" fmla="*/ 537 w 210"/>
                  <a:gd name="T77" fmla="*/ 225 h 147"/>
                  <a:gd name="T78" fmla="*/ 558 w 210"/>
                  <a:gd name="T79" fmla="*/ 309 h 147"/>
                  <a:gd name="T80" fmla="*/ 562 w 210"/>
                  <a:gd name="T81" fmla="*/ 361 h 147"/>
                  <a:gd name="T82" fmla="*/ 557 w 210"/>
                  <a:gd name="T83" fmla="*/ 382 h 147"/>
                  <a:gd name="T84" fmla="*/ 555 w 210"/>
                  <a:gd name="T85" fmla="*/ 386 h 147"/>
                  <a:gd name="T86" fmla="*/ 558 w 210"/>
                  <a:gd name="T87" fmla="*/ 386 h 147"/>
                  <a:gd name="T88" fmla="*/ 508 w 210"/>
                  <a:gd name="T89" fmla="*/ 333 h 147"/>
                  <a:gd name="T90" fmla="*/ 469 w 210"/>
                  <a:gd name="T91" fmla="*/ 309 h 147"/>
                  <a:gd name="T92" fmla="*/ 442 w 210"/>
                  <a:gd name="T93" fmla="*/ 291 h 147"/>
                  <a:gd name="T94" fmla="*/ 321 w 210"/>
                  <a:gd name="T95" fmla="*/ 200 h 147"/>
                  <a:gd name="T96" fmla="*/ 311 w 210"/>
                  <a:gd name="T97" fmla="*/ 203 h 147"/>
                  <a:gd name="T98" fmla="*/ 301 w 210"/>
                  <a:gd name="T99" fmla="*/ 215 h 147"/>
                  <a:gd name="T100" fmla="*/ 297 w 210"/>
                  <a:gd name="T101" fmla="*/ 215 h 147"/>
                  <a:gd name="T102" fmla="*/ 226 w 210"/>
                  <a:gd name="T103" fmla="*/ 200 h 147"/>
                  <a:gd name="T104" fmla="*/ 158 w 210"/>
                  <a:gd name="T105" fmla="*/ 203 h 147"/>
                  <a:gd name="T106" fmla="*/ 112 w 210"/>
                  <a:gd name="T107" fmla="*/ 203 h 147"/>
                  <a:gd name="T108" fmla="*/ 92 w 210"/>
                  <a:gd name="T109" fmla="*/ 194 h 147"/>
                  <a:gd name="T110" fmla="*/ 40 w 210"/>
                  <a:gd name="T111" fmla="*/ 144 h 147"/>
                  <a:gd name="T112" fmla="*/ 6 w 210"/>
                  <a:gd name="T113" fmla="*/ 133 h 147"/>
                  <a:gd name="T114" fmla="*/ 119 w 210"/>
                  <a:gd name="T115" fmla="*/ 36 h 147"/>
                  <a:gd name="T116" fmla="*/ 179 w 210"/>
                  <a:gd name="T117" fmla="*/ 11 h 147"/>
                  <a:gd name="T118" fmla="*/ 186 w 210"/>
                  <a:gd name="T119" fmla="*/ 8 h 147"/>
                  <a:gd name="T120" fmla="*/ 179 w 210"/>
                  <a:gd name="T121" fmla="*/ 8 h 147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0" t="0" r="r" b="b"/>
                <a:pathLst>
                  <a:path w="210" h="147">
                    <a:moveTo>
                      <a:pt x="67" y="2"/>
                    </a:moveTo>
                    <a:cubicBezTo>
                      <a:pt x="67" y="1"/>
                      <a:pt x="67" y="1"/>
                      <a:pt x="67" y="1"/>
                    </a:cubicBezTo>
                    <a:cubicBezTo>
                      <a:pt x="67" y="1"/>
                      <a:pt x="24" y="12"/>
                      <a:pt x="1" y="49"/>
                    </a:cubicBezTo>
                    <a:cubicBezTo>
                      <a:pt x="0" y="51"/>
                      <a:pt x="0" y="51"/>
                      <a:pt x="0" y="51"/>
                    </a:cubicBezTo>
                    <a:cubicBezTo>
                      <a:pt x="2" y="51"/>
                      <a:pt x="2" y="51"/>
                      <a:pt x="2" y="51"/>
                    </a:cubicBezTo>
                    <a:cubicBezTo>
                      <a:pt x="2" y="51"/>
                      <a:pt x="2" y="51"/>
                      <a:pt x="3" y="52"/>
                    </a:cubicBezTo>
                    <a:cubicBezTo>
                      <a:pt x="5" y="53"/>
                      <a:pt x="10" y="55"/>
                      <a:pt x="13" y="57"/>
                    </a:cubicBezTo>
                    <a:cubicBezTo>
                      <a:pt x="17" y="59"/>
                      <a:pt x="23" y="64"/>
                      <a:pt x="26" y="69"/>
                    </a:cubicBezTo>
                    <a:cubicBezTo>
                      <a:pt x="28" y="71"/>
                      <a:pt x="30" y="74"/>
                      <a:pt x="32" y="76"/>
                    </a:cubicBezTo>
                    <a:cubicBezTo>
                      <a:pt x="34" y="78"/>
                      <a:pt x="37" y="79"/>
                      <a:pt x="40" y="79"/>
                    </a:cubicBezTo>
                    <a:cubicBezTo>
                      <a:pt x="41" y="79"/>
                      <a:pt x="41" y="79"/>
                      <a:pt x="41" y="79"/>
                    </a:cubicBezTo>
                    <a:cubicBezTo>
                      <a:pt x="41" y="79"/>
                      <a:pt x="41" y="79"/>
                      <a:pt x="41" y="79"/>
                    </a:cubicBezTo>
                    <a:cubicBezTo>
                      <a:pt x="44" y="79"/>
                      <a:pt x="51" y="79"/>
                      <a:pt x="58" y="79"/>
                    </a:cubicBezTo>
                    <a:cubicBezTo>
                      <a:pt x="65" y="79"/>
                      <a:pt x="73" y="79"/>
                      <a:pt x="78" y="78"/>
                    </a:cubicBezTo>
                    <a:cubicBezTo>
                      <a:pt x="80" y="78"/>
                      <a:pt x="81" y="78"/>
                      <a:pt x="83" y="78"/>
                    </a:cubicBezTo>
                    <a:cubicBezTo>
                      <a:pt x="89" y="78"/>
                      <a:pt x="93" y="79"/>
                      <a:pt x="98" y="81"/>
                    </a:cubicBezTo>
                    <a:cubicBezTo>
                      <a:pt x="104" y="84"/>
                      <a:pt x="108" y="84"/>
                      <a:pt x="110" y="84"/>
                    </a:cubicBezTo>
                    <a:cubicBezTo>
                      <a:pt x="109" y="84"/>
                      <a:pt x="109" y="84"/>
                      <a:pt x="109" y="84"/>
                    </a:cubicBezTo>
                    <a:cubicBezTo>
                      <a:pt x="110" y="84"/>
                      <a:pt x="110" y="84"/>
                      <a:pt x="110" y="84"/>
                    </a:cubicBezTo>
                    <a:cubicBezTo>
                      <a:pt x="110" y="84"/>
                      <a:pt x="110" y="84"/>
                      <a:pt x="111" y="84"/>
                    </a:cubicBezTo>
                    <a:cubicBezTo>
                      <a:pt x="112" y="84"/>
                      <a:pt x="114" y="84"/>
                      <a:pt x="116" y="82"/>
                    </a:cubicBezTo>
                    <a:cubicBezTo>
                      <a:pt x="117" y="81"/>
                      <a:pt x="118" y="79"/>
                      <a:pt x="118" y="76"/>
                    </a:cubicBezTo>
                    <a:cubicBezTo>
                      <a:pt x="117" y="76"/>
                      <a:pt x="117" y="76"/>
                      <a:pt x="117" y="76"/>
                    </a:cubicBezTo>
                    <a:cubicBezTo>
                      <a:pt x="116" y="77"/>
                      <a:pt x="116" y="77"/>
                      <a:pt x="116" y="77"/>
                    </a:cubicBezTo>
                    <a:cubicBezTo>
                      <a:pt x="116" y="77"/>
                      <a:pt x="117" y="78"/>
                      <a:pt x="118" y="79"/>
                    </a:cubicBezTo>
                    <a:cubicBezTo>
                      <a:pt x="121" y="81"/>
                      <a:pt x="129" y="86"/>
                      <a:pt x="135" y="91"/>
                    </a:cubicBezTo>
                    <a:cubicBezTo>
                      <a:pt x="143" y="98"/>
                      <a:pt x="153" y="107"/>
                      <a:pt x="162" y="111"/>
                    </a:cubicBezTo>
                    <a:cubicBezTo>
                      <a:pt x="166" y="113"/>
                      <a:pt x="168" y="115"/>
                      <a:pt x="170" y="116"/>
                    </a:cubicBezTo>
                    <a:cubicBezTo>
                      <a:pt x="171" y="117"/>
                      <a:pt x="171" y="117"/>
                      <a:pt x="172" y="117"/>
                    </a:cubicBezTo>
                    <a:cubicBezTo>
                      <a:pt x="172" y="118"/>
                      <a:pt x="172" y="118"/>
                      <a:pt x="172" y="118"/>
                    </a:cubicBezTo>
                    <a:cubicBezTo>
                      <a:pt x="172" y="118"/>
                      <a:pt x="172" y="118"/>
                      <a:pt x="172" y="118"/>
                    </a:cubicBezTo>
                    <a:cubicBezTo>
                      <a:pt x="172" y="118"/>
                      <a:pt x="172" y="118"/>
                      <a:pt x="172" y="118"/>
                    </a:cubicBezTo>
                    <a:cubicBezTo>
                      <a:pt x="172" y="118"/>
                      <a:pt x="172" y="118"/>
                      <a:pt x="172" y="118"/>
                    </a:cubicBezTo>
                    <a:cubicBezTo>
                      <a:pt x="172" y="118"/>
                      <a:pt x="174" y="119"/>
                      <a:pt x="176" y="120"/>
                    </a:cubicBezTo>
                    <a:cubicBezTo>
                      <a:pt x="180" y="123"/>
                      <a:pt x="186" y="127"/>
                      <a:pt x="191" y="132"/>
                    </a:cubicBezTo>
                    <a:cubicBezTo>
                      <a:pt x="197" y="136"/>
                      <a:pt x="202" y="141"/>
                      <a:pt x="204" y="145"/>
                    </a:cubicBezTo>
                    <a:cubicBezTo>
                      <a:pt x="206" y="147"/>
                      <a:pt x="206" y="147"/>
                      <a:pt x="206" y="147"/>
                    </a:cubicBezTo>
                    <a:cubicBezTo>
                      <a:pt x="207" y="145"/>
                      <a:pt x="207" y="145"/>
                      <a:pt x="207" y="145"/>
                    </a:cubicBezTo>
                    <a:cubicBezTo>
                      <a:pt x="207" y="145"/>
                      <a:pt x="209" y="142"/>
                      <a:pt x="210" y="135"/>
                    </a:cubicBezTo>
                    <a:cubicBezTo>
                      <a:pt x="210" y="132"/>
                      <a:pt x="210" y="129"/>
                      <a:pt x="210" y="125"/>
                    </a:cubicBezTo>
                    <a:cubicBezTo>
                      <a:pt x="210" y="122"/>
                      <a:pt x="210" y="119"/>
                      <a:pt x="209" y="115"/>
                    </a:cubicBezTo>
                    <a:cubicBezTo>
                      <a:pt x="207" y="112"/>
                      <a:pt x="206" y="105"/>
                      <a:pt x="204" y="99"/>
                    </a:cubicBezTo>
                    <a:cubicBezTo>
                      <a:pt x="203" y="93"/>
                      <a:pt x="202" y="86"/>
                      <a:pt x="201" y="83"/>
                    </a:cubicBezTo>
                    <a:cubicBezTo>
                      <a:pt x="198" y="75"/>
                      <a:pt x="196" y="66"/>
                      <a:pt x="189" y="59"/>
                    </a:cubicBezTo>
                    <a:cubicBezTo>
                      <a:pt x="185" y="56"/>
                      <a:pt x="179" y="50"/>
                      <a:pt x="174" y="44"/>
                    </a:cubicBezTo>
                    <a:cubicBezTo>
                      <a:pt x="168" y="38"/>
                      <a:pt x="163" y="33"/>
                      <a:pt x="160" y="30"/>
                    </a:cubicBezTo>
                    <a:cubicBezTo>
                      <a:pt x="158" y="28"/>
                      <a:pt x="156" y="25"/>
                      <a:pt x="152" y="23"/>
                    </a:cubicBezTo>
                    <a:cubicBezTo>
                      <a:pt x="149" y="21"/>
                      <a:pt x="146" y="20"/>
                      <a:pt x="141" y="20"/>
                    </a:cubicBezTo>
                    <a:cubicBezTo>
                      <a:pt x="140" y="20"/>
                      <a:pt x="140" y="20"/>
                      <a:pt x="140" y="20"/>
                    </a:cubicBezTo>
                    <a:cubicBezTo>
                      <a:pt x="140" y="20"/>
                      <a:pt x="140" y="20"/>
                      <a:pt x="140" y="20"/>
                    </a:cubicBezTo>
                    <a:cubicBezTo>
                      <a:pt x="140" y="20"/>
                      <a:pt x="140" y="20"/>
                      <a:pt x="140" y="20"/>
                    </a:cubicBezTo>
                    <a:cubicBezTo>
                      <a:pt x="140" y="20"/>
                      <a:pt x="140" y="20"/>
                      <a:pt x="140" y="20"/>
                    </a:cubicBezTo>
                    <a:cubicBezTo>
                      <a:pt x="135" y="20"/>
                      <a:pt x="126" y="18"/>
                      <a:pt x="116" y="16"/>
                    </a:cubicBezTo>
                    <a:cubicBezTo>
                      <a:pt x="107" y="14"/>
                      <a:pt x="97" y="11"/>
                      <a:pt x="93" y="10"/>
                    </a:cubicBezTo>
                    <a:cubicBezTo>
                      <a:pt x="87" y="9"/>
                      <a:pt x="83" y="8"/>
                      <a:pt x="80" y="8"/>
                    </a:cubicBezTo>
                    <a:cubicBezTo>
                      <a:pt x="77" y="8"/>
                      <a:pt x="75" y="7"/>
                      <a:pt x="74" y="6"/>
                    </a:cubicBezTo>
                    <a:cubicBezTo>
                      <a:pt x="72" y="5"/>
                      <a:pt x="71" y="4"/>
                      <a:pt x="70" y="3"/>
                    </a:cubicBezTo>
                    <a:cubicBezTo>
                      <a:pt x="69" y="2"/>
                      <a:pt x="69" y="2"/>
                      <a:pt x="69" y="2"/>
                    </a:cubicBezTo>
                    <a:cubicBezTo>
                      <a:pt x="69" y="1"/>
                      <a:pt x="69" y="1"/>
                      <a:pt x="69" y="1"/>
                    </a:cubicBezTo>
                    <a:cubicBezTo>
                      <a:pt x="68" y="1"/>
                      <a:pt x="68" y="1"/>
                      <a:pt x="68" y="1"/>
                    </a:cubicBezTo>
                    <a:cubicBezTo>
                      <a:pt x="68" y="0"/>
                      <a:pt x="68" y="0"/>
                      <a:pt x="68" y="0"/>
                    </a:cubicBezTo>
                    <a:cubicBezTo>
                      <a:pt x="67" y="1"/>
                      <a:pt x="67" y="1"/>
                      <a:pt x="67" y="1"/>
                    </a:cubicBezTo>
                    <a:cubicBezTo>
                      <a:pt x="67" y="2"/>
                      <a:pt x="67" y="2"/>
                      <a:pt x="67" y="2"/>
                    </a:cubicBezTo>
                    <a:cubicBezTo>
                      <a:pt x="66" y="3"/>
                      <a:pt x="66" y="3"/>
                      <a:pt x="66" y="3"/>
                    </a:cubicBezTo>
                    <a:cubicBezTo>
                      <a:pt x="66" y="3"/>
                      <a:pt x="68" y="6"/>
                      <a:pt x="72" y="9"/>
                    </a:cubicBezTo>
                    <a:cubicBezTo>
                      <a:pt x="74" y="10"/>
                      <a:pt x="77" y="11"/>
                      <a:pt x="80" y="11"/>
                    </a:cubicBezTo>
                    <a:cubicBezTo>
                      <a:pt x="83" y="11"/>
                      <a:pt x="87" y="12"/>
                      <a:pt x="92" y="13"/>
                    </a:cubicBezTo>
                    <a:cubicBezTo>
                      <a:pt x="97" y="14"/>
                      <a:pt x="106" y="17"/>
                      <a:pt x="116" y="19"/>
                    </a:cubicBezTo>
                    <a:cubicBezTo>
                      <a:pt x="125" y="21"/>
                      <a:pt x="135" y="23"/>
                      <a:pt x="140" y="23"/>
                    </a:cubicBezTo>
                    <a:cubicBezTo>
                      <a:pt x="140" y="23"/>
                      <a:pt x="140" y="23"/>
                      <a:pt x="140" y="23"/>
                    </a:cubicBezTo>
                    <a:cubicBezTo>
                      <a:pt x="140" y="23"/>
                      <a:pt x="140" y="23"/>
                      <a:pt x="140" y="23"/>
                    </a:cubicBezTo>
                    <a:cubicBezTo>
                      <a:pt x="140" y="23"/>
                      <a:pt x="140" y="23"/>
                      <a:pt x="140" y="23"/>
                    </a:cubicBezTo>
                    <a:cubicBezTo>
                      <a:pt x="141" y="23"/>
                      <a:pt x="141" y="23"/>
                      <a:pt x="141" y="23"/>
                    </a:cubicBezTo>
                    <a:cubicBezTo>
                      <a:pt x="145" y="23"/>
                      <a:pt x="148" y="24"/>
                      <a:pt x="151" y="25"/>
                    </a:cubicBezTo>
                    <a:cubicBezTo>
                      <a:pt x="154" y="27"/>
                      <a:pt x="156" y="30"/>
                      <a:pt x="158" y="32"/>
                    </a:cubicBezTo>
                    <a:cubicBezTo>
                      <a:pt x="161" y="35"/>
                      <a:pt x="166" y="40"/>
                      <a:pt x="172" y="46"/>
                    </a:cubicBezTo>
                    <a:cubicBezTo>
                      <a:pt x="177" y="52"/>
                      <a:pt x="183" y="58"/>
                      <a:pt x="187" y="61"/>
                    </a:cubicBezTo>
                    <a:cubicBezTo>
                      <a:pt x="193" y="67"/>
                      <a:pt x="195" y="76"/>
                      <a:pt x="198" y="84"/>
                    </a:cubicBezTo>
                    <a:cubicBezTo>
                      <a:pt x="199" y="87"/>
                      <a:pt x="200" y="93"/>
                      <a:pt x="202" y="100"/>
                    </a:cubicBezTo>
                    <a:cubicBezTo>
                      <a:pt x="203" y="106"/>
                      <a:pt x="204" y="112"/>
                      <a:pt x="206" y="116"/>
                    </a:cubicBezTo>
                    <a:cubicBezTo>
                      <a:pt x="207" y="120"/>
                      <a:pt x="207" y="123"/>
                      <a:pt x="207" y="125"/>
                    </a:cubicBezTo>
                    <a:cubicBezTo>
                      <a:pt x="207" y="128"/>
                      <a:pt x="207" y="131"/>
                      <a:pt x="207" y="135"/>
                    </a:cubicBezTo>
                    <a:cubicBezTo>
                      <a:pt x="206" y="138"/>
                      <a:pt x="206" y="140"/>
                      <a:pt x="205" y="142"/>
                    </a:cubicBezTo>
                    <a:cubicBezTo>
                      <a:pt x="205" y="142"/>
                      <a:pt x="205" y="143"/>
                      <a:pt x="205" y="143"/>
                    </a:cubicBezTo>
                    <a:cubicBezTo>
                      <a:pt x="204" y="144"/>
                      <a:pt x="204" y="144"/>
                      <a:pt x="204" y="144"/>
                    </a:cubicBezTo>
                    <a:cubicBezTo>
                      <a:pt x="204" y="144"/>
                      <a:pt x="204" y="144"/>
                      <a:pt x="204" y="144"/>
                    </a:cubicBezTo>
                    <a:cubicBezTo>
                      <a:pt x="204" y="144"/>
                      <a:pt x="204" y="144"/>
                      <a:pt x="204" y="144"/>
                    </a:cubicBezTo>
                    <a:cubicBezTo>
                      <a:pt x="206" y="144"/>
                      <a:pt x="206" y="144"/>
                      <a:pt x="206" y="144"/>
                    </a:cubicBezTo>
                    <a:cubicBezTo>
                      <a:pt x="207" y="144"/>
                      <a:pt x="207" y="144"/>
                      <a:pt x="207" y="144"/>
                    </a:cubicBezTo>
                    <a:cubicBezTo>
                      <a:pt x="203" y="138"/>
                      <a:pt x="195" y="131"/>
                      <a:pt x="187" y="125"/>
                    </a:cubicBezTo>
                    <a:cubicBezTo>
                      <a:pt x="180" y="119"/>
                      <a:pt x="174" y="115"/>
                      <a:pt x="174" y="115"/>
                    </a:cubicBezTo>
                    <a:cubicBezTo>
                      <a:pt x="173" y="116"/>
                      <a:pt x="173" y="116"/>
                      <a:pt x="173" y="116"/>
                    </a:cubicBezTo>
                    <a:cubicBezTo>
                      <a:pt x="174" y="115"/>
                      <a:pt x="174" y="115"/>
                      <a:pt x="174" y="115"/>
                    </a:cubicBezTo>
                    <a:cubicBezTo>
                      <a:pt x="174" y="115"/>
                      <a:pt x="171" y="113"/>
                      <a:pt x="163" y="109"/>
                    </a:cubicBezTo>
                    <a:cubicBezTo>
                      <a:pt x="155" y="104"/>
                      <a:pt x="144" y="95"/>
                      <a:pt x="137" y="89"/>
                    </a:cubicBezTo>
                    <a:cubicBezTo>
                      <a:pt x="129" y="82"/>
                      <a:pt x="118" y="75"/>
                      <a:pt x="118" y="75"/>
                    </a:cubicBezTo>
                    <a:cubicBezTo>
                      <a:pt x="115" y="73"/>
                      <a:pt x="115" y="73"/>
                      <a:pt x="115" y="73"/>
                    </a:cubicBezTo>
                    <a:cubicBezTo>
                      <a:pt x="115" y="76"/>
                      <a:pt x="115" y="76"/>
                      <a:pt x="115" y="76"/>
                    </a:cubicBezTo>
                    <a:cubicBezTo>
                      <a:pt x="115" y="78"/>
                      <a:pt x="114" y="79"/>
                      <a:pt x="113" y="80"/>
                    </a:cubicBezTo>
                    <a:cubicBezTo>
                      <a:pt x="113" y="81"/>
                      <a:pt x="112" y="81"/>
                      <a:pt x="111" y="81"/>
                    </a:cubicBezTo>
                    <a:cubicBezTo>
                      <a:pt x="110" y="81"/>
                      <a:pt x="110" y="81"/>
                      <a:pt x="110" y="81"/>
                    </a:cubicBezTo>
                    <a:cubicBezTo>
                      <a:pt x="110" y="81"/>
                      <a:pt x="110" y="81"/>
                      <a:pt x="110" y="81"/>
                    </a:cubicBezTo>
                    <a:cubicBezTo>
                      <a:pt x="108" y="81"/>
                      <a:pt x="105" y="81"/>
                      <a:pt x="99" y="78"/>
                    </a:cubicBezTo>
                    <a:cubicBezTo>
                      <a:pt x="94" y="76"/>
                      <a:pt x="89" y="75"/>
                      <a:pt x="83" y="75"/>
                    </a:cubicBezTo>
                    <a:cubicBezTo>
                      <a:pt x="81" y="75"/>
                      <a:pt x="79" y="75"/>
                      <a:pt x="78" y="75"/>
                    </a:cubicBezTo>
                    <a:cubicBezTo>
                      <a:pt x="73" y="76"/>
                      <a:pt x="65" y="76"/>
                      <a:pt x="58" y="76"/>
                    </a:cubicBezTo>
                    <a:cubicBezTo>
                      <a:pt x="51" y="76"/>
                      <a:pt x="44" y="76"/>
                      <a:pt x="41" y="76"/>
                    </a:cubicBezTo>
                    <a:cubicBezTo>
                      <a:pt x="41" y="76"/>
                      <a:pt x="41" y="76"/>
                      <a:pt x="41" y="76"/>
                    </a:cubicBezTo>
                    <a:cubicBezTo>
                      <a:pt x="40" y="76"/>
                      <a:pt x="40" y="76"/>
                      <a:pt x="40" y="76"/>
                    </a:cubicBezTo>
                    <a:cubicBezTo>
                      <a:pt x="38" y="76"/>
                      <a:pt x="36" y="75"/>
                      <a:pt x="34" y="73"/>
                    </a:cubicBezTo>
                    <a:cubicBezTo>
                      <a:pt x="32" y="72"/>
                      <a:pt x="30" y="70"/>
                      <a:pt x="29" y="67"/>
                    </a:cubicBezTo>
                    <a:cubicBezTo>
                      <a:pt x="25" y="62"/>
                      <a:pt x="20" y="57"/>
                      <a:pt x="15" y="54"/>
                    </a:cubicBezTo>
                    <a:cubicBezTo>
                      <a:pt x="10" y="51"/>
                      <a:pt x="3" y="48"/>
                      <a:pt x="3" y="48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3" y="51"/>
                      <a:pt x="3" y="51"/>
                      <a:pt x="3" y="51"/>
                    </a:cubicBezTo>
                    <a:cubicBezTo>
                      <a:pt x="15" y="33"/>
                      <a:pt x="31" y="21"/>
                      <a:pt x="44" y="14"/>
                    </a:cubicBezTo>
                    <a:cubicBezTo>
                      <a:pt x="51" y="10"/>
                      <a:pt x="57" y="7"/>
                      <a:pt x="61" y="6"/>
                    </a:cubicBezTo>
                    <a:cubicBezTo>
                      <a:pt x="63" y="5"/>
                      <a:pt x="65" y="4"/>
                      <a:pt x="66" y="4"/>
                    </a:cubicBezTo>
                    <a:cubicBezTo>
                      <a:pt x="66" y="4"/>
                      <a:pt x="67" y="4"/>
                      <a:pt x="67" y="4"/>
                    </a:cubicBezTo>
                    <a:cubicBezTo>
                      <a:pt x="68" y="3"/>
                      <a:pt x="68" y="3"/>
                      <a:pt x="68" y="3"/>
                    </a:cubicBezTo>
                    <a:cubicBezTo>
                      <a:pt x="67" y="2"/>
                      <a:pt x="67" y="2"/>
                      <a:pt x="67" y="2"/>
                    </a:cubicBezTo>
                    <a:cubicBezTo>
                      <a:pt x="66" y="3"/>
                      <a:pt x="66" y="3"/>
                      <a:pt x="66" y="3"/>
                    </a:cubicBezTo>
                    <a:lnTo>
                      <a:pt x="67" y="2"/>
                    </a:lnTo>
                    <a:close/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7738" name="Freeform 154">
                <a:extLst>
                  <a:ext uri="{FF2B5EF4-FFF2-40B4-BE49-F238E27FC236}">
                    <a16:creationId xmlns:a16="http://schemas.microsoft.com/office/drawing/2014/main" id="{8CFE0059-BE61-4048-9D53-192CCB11C0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8" y="2120"/>
                <a:ext cx="116" cy="155"/>
              </a:xfrm>
              <a:custGeom>
                <a:avLst/>
                <a:gdLst>
                  <a:gd name="T0" fmla="*/ 6 w 83"/>
                  <a:gd name="T1" fmla="*/ 8 h 111"/>
                  <a:gd name="T2" fmla="*/ 6 w 83"/>
                  <a:gd name="T3" fmla="*/ 8 h 111"/>
                  <a:gd name="T4" fmla="*/ 53 w 83"/>
                  <a:gd name="T5" fmla="*/ 34 h 111"/>
                  <a:gd name="T6" fmla="*/ 108 w 83"/>
                  <a:gd name="T7" fmla="*/ 98 h 111"/>
                  <a:gd name="T8" fmla="*/ 138 w 83"/>
                  <a:gd name="T9" fmla="*/ 123 h 111"/>
                  <a:gd name="T10" fmla="*/ 158 w 83"/>
                  <a:gd name="T11" fmla="*/ 144 h 111"/>
                  <a:gd name="T12" fmla="*/ 187 w 83"/>
                  <a:gd name="T13" fmla="*/ 205 h 111"/>
                  <a:gd name="T14" fmla="*/ 212 w 83"/>
                  <a:gd name="T15" fmla="*/ 256 h 111"/>
                  <a:gd name="T16" fmla="*/ 215 w 83"/>
                  <a:gd name="T17" fmla="*/ 282 h 111"/>
                  <a:gd name="T18" fmla="*/ 219 w 83"/>
                  <a:gd name="T19" fmla="*/ 296 h 111"/>
                  <a:gd name="T20" fmla="*/ 221 w 83"/>
                  <a:gd name="T21" fmla="*/ 302 h 111"/>
                  <a:gd name="T22" fmla="*/ 226 w 83"/>
                  <a:gd name="T23" fmla="*/ 296 h 111"/>
                  <a:gd name="T24" fmla="*/ 221 w 83"/>
                  <a:gd name="T25" fmla="*/ 254 h 111"/>
                  <a:gd name="T26" fmla="*/ 197 w 83"/>
                  <a:gd name="T27" fmla="*/ 198 h 111"/>
                  <a:gd name="T28" fmla="*/ 166 w 83"/>
                  <a:gd name="T29" fmla="*/ 142 h 111"/>
                  <a:gd name="T30" fmla="*/ 144 w 83"/>
                  <a:gd name="T31" fmla="*/ 117 h 111"/>
                  <a:gd name="T32" fmla="*/ 112 w 83"/>
                  <a:gd name="T33" fmla="*/ 89 h 111"/>
                  <a:gd name="T34" fmla="*/ 57 w 83"/>
                  <a:gd name="T35" fmla="*/ 28 h 111"/>
                  <a:gd name="T36" fmla="*/ 28 w 83"/>
                  <a:gd name="T37" fmla="*/ 6 h 111"/>
                  <a:gd name="T38" fmla="*/ 6 w 83"/>
                  <a:gd name="T39" fmla="*/ 0 h 111"/>
                  <a:gd name="T40" fmla="*/ 1 w 83"/>
                  <a:gd name="T41" fmla="*/ 1 h 111"/>
                  <a:gd name="T42" fmla="*/ 6 w 83"/>
                  <a:gd name="T43" fmla="*/ 8 h 111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83" h="111">
                    <a:moveTo>
                      <a:pt x="2" y="3"/>
                    </a:moveTo>
                    <a:cubicBezTo>
                      <a:pt x="2" y="3"/>
                      <a:pt x="2" y="3"/>
                      <a:pt x="2" y="3"/>
                    </a:cubicBezTo>
                    <a:cubicBezTo>
                      <a:pt x="5" y="4"/>
                      <a:pt x="15" y="7"/>
                      <a:pt x="19" y="12"/>
                    </a:cubicBezTo>
                    <a:cubicBezTo>
                      <a:pt x="24" y="18"/>
                      <a:pt x="31" y="29"/>
                      <a:pt x="39" y="36"/>
                    </a:cubicBezTo>
                    <a:cubicBezTo>
                      <a:pt x="43" y="39"/>
                      <a:pt x="47" y="42"/>
                      <a:pt x="51" y="45"/>
                    </a:cubicBezTo>
                    <a:cubicBezTo>
                      <a:pt x="54" y="48"/>
                      <a:pt x="57" y="51"/>
                      <a:pt x="58" y="53"/>
                    </a:cubicBezTo>
                    <a:cubicBezTo>
                      <a:pt x="62" y="59"/>
                      <a:pt x="64" y="66"/>
                      <a:pt x="69" y="75"/>
                    </a:cubicBezTo>
                    <a:cubicBezTo>
                      <a:pt x="75" y="83"/>
                      <a:pt x="77" y="88"/>
                      <a:pt x="78" y="94"/>
                    </a:cubicBezTo>
                    <a:cubicBezTo>
                      <a:pt x="79" y="96"/>
                      <a:pt x="79" y="100"/>
                      <a:pt x="79" y="104"/>
                    </a:cubicBezTo>
                    <a:cubicBezTo>
                      <a:pt x="80" y="107"/>
                      <a:pt x="80" y="109"/>
                      <a:pt x="80" y="109"/>
                    </a:cubicBezTo>
                    <a:cubicBezTo>
                      <a:pt x="80" y="110"/>
                      <a:pt x="80" y="111"/>
                      <a:pt x="81" y="111"/>
                    </a:cubicBezTo>
                    <a:cubicBezTo>
                      <a:pt x="82" y="111"/>
                      <a:pt x="83" y="110"/>
                      <a:pt x="83" y="109"/>
                    </a:cubicBezTo>
                    <a:cubicBezTo>
                      <a:pt x="83" y="109"/>
                      <a:pt x="82" y="99"/>
                      <a:pt x="81" y="93"/>
                    </a:cubicBezTo>
                    <a:cubicBezTo>
                      <a:pt x="80" y="87"/>
                      <a:pt x="77" y="82"/>
                      <a:pt x="72" y="73"/>
                    </a:cubicBezTo>
                    <a:cubicBezTo>
                      <a:pt x="67" y="65"/>
                      <a:pt x="64" y="58"/>
                      <a:pt x="61" y="52"/>
                    </a:cubicBezTo>
                    <a:cubicBezTo>
                      <a:pt x="59" y="48"/>
                      <a:pt x="56" y="46"/>
                      <a:pt x="53" y="43"/>
                    </a:cubicBezTo>
                    <a:cubicBezTo>
                      <a:pt x="49" y="40"/>
                      <a:pt x="45" y="37"/>
                      <a:pt x="41" y="33"/>
                    </a:cubicBezTo>
                    <a:cubicBezTo>
                      <a:pt x="34" y="27"/>
                      <a:pt x="27" y="17"/>
                      <a:pt x="21" y="10"/>
                    </a:cubicBezTo>
                    <a:cubicBezTo>
                      <a:pt x="18" y="6"/>
                      <a:pt x="13" y="4"/>
                      <a:pt x="10" y="2"/>
                    </a:cubicBezTo>
                    <a:cubicBezTo>
                      <a:pt x="6" y="1"/>
                      <a:pt x="2" y="0"/>
                      <a:pt x="2" y="0"/>
                    </a:cubicBezTo>
                    <a:cubicBezTo>
                      <a:pt x="2" y="0"/>
                      <a:pt x="1" y="0"/>
                      <a:pt x="1" y="1"/>
                    </a:cubicBezTo>
                    <a:cubicBezTo>
                      <a:pt x="0" y="2"/>
                      <a:pt x="1" y="3"/>
                      <a:pt x="2" y="3"/>
                    </a:cubicBezTo>
                    <a:close/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7739" name="Freeform 155">
                <a:extLst>
                  <a:ext uri="{FF2B5EF4-FFF2-40B4-BE49-F238E27FC236}">
                    <a16:creationId xmlns:a16="http://schemas.microsoft.com/office/drawing/2014/main" id="{1687763C-00C1-4230-B184-4D6217A4F1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1" y="2134"/>
                <a:ext cx="25" cy="11"/>
              </a:xfrm>
              <a:custGeom>
                <a:avLst/>
                <a:gdLst>
                  <a:gd name="T0" fmla="*/ 1 w 18"/>
                  <a:gd name="T1" fmla="*/ 8 h 8"/>
                  <a:gd name="T2" fmla="*/ 8 w 18"/>
                  <a:gd name="T3" fmla="*/ 8 h 8"/>
                  <a:gd name="T4" fmla="*/ 25 w 18"/>
                  <a:gd name="T5" fmla="*/ 11 h 8"/>
                  <a:gd name="T6" fmla="*/ 43 w 18"/>
                  <a:gd name="T7" fmla="*/ 19 h 8"/>
                  <a:gd name="T8" fmla="*/ 49 w 18"/>
                  <a:gd name="T9" fmla="*/ 19 h 8"/>
                  <a:gd name="T10" fmla="*/ 49 w 18"/>
                  <a:gd name="T11" fmla="*/ 14 h 8"/>
                  <a:gd name="T12" fmla="*/ 19 w 18"/>
                  <a:gd name="T13" fmla="*/ 1 h 8"/>
                  <a:gd name="T14" fmla="*/ 1 w 18"/>
                  <a:gd name="T15" fmla="*/ 0 h 8"/>
                  <a:gd name="T16" fmla="*/ 0 w 18"/>
                  <a:gd name="T17" fmla="*/ 1 h 8"/>
                  <a:gd name="T18" fmla="*/ 1 w 18"/>
                  <a:gd name="T19" fmla="*/ 8 h 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8" h="8">
                    <a:moveTo>
                      <a:pt x="1" y="3"/>
                    </a:moveTo>
                    <a:cubicBezTo>
                      <a:pt x="1" y="3"/>
                      <a:pt x="2" y="3"/>
                      <a:pt x="3" y="3"/>
                    </a:cubicBezTo>
                    <a:cubicBezTo>
                      <a:pt x="4" y="3"/>
                      <a:pt x="7" y="4"/>
                      <a:pt x="9" y="4"/>
                    </a:cubicBezTo>
                    <a:cubicBezTo>
                      <a:pt x="12" y="5"/>
                      <a:pt x="14" y="6"/>
                      <a:pt x="16" y="7"/>
                    </a:cubicBezTo>
                    <a:cubicBezTo>
                      <a:pt x="16" y="8"/>
                      <a:pt x="17" y="8"/>
                      <a:pt x="18" y="7"/>
                    </a:cubicBezTo>
                    <a:cubicBezTo>
                      <a:pt x="18" y="6"/>
                      <a:pt x="18" y="5"/>
                      <a:pt x="18" y="5"/>
                    </a:cubicBezTo>
                    <a:cubicBezTo>
                      <a:pt x="15" y="3"/>
                      <a:pt x="11" y="2"/>
                      <a:pt x="7" y="1"/>
                    </a:cubicBezTo>
                    <a:cubicBezTo>
                      <a:pt x="4" y="0"/>
                      <a:pt x="1" y="0"/>
                      <a:pt x="1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0" y="2"/>
                      <a:pt x="0" y="3"/>
                      <a:pt x="1" y="3"/>
                    </a:cubicBezTo>
                    <a:close/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7740" name="Freeform 156">
                <a:extLst>
                  <a:ext uri="{FF2B5EF4-FFF2-40B4-BE49-F238E27FC236}">
                    <a16:creationId xmlns:a16="http://schemas.microsoft.com/office/drawing/2014/main" id="{39786584-D62A-483E-974D-1AD6103955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9" y="2150"/>
                <a:ext cx="91" cy="98"/>
              </a:xfrm>
              <a:custGeom>
                <a:avLst/>
                <a:gdLst>
                  <a:gd name="T0" fmla="*/ 1 w 66"/>
                  <a:gd name="T1" fmla="*/ 8 h 70"/>
                  <a:gd name="T2" fmla="*/ 6 w 66"/>
                  <a:gd name="T3" fmla="*/ 8 h 70"/>
                  <a:gd name="T4" fmla="*/ 36 w 66"/>
                  <a:gd name="T5" fmla="*/ 15 h 70"/>
                  <a:gd name="T6" fmla="*/ 55 w 66"/>
                  <a:gd name="T7" fmla="*/ 28 h 70"/>
                  <a:gd name="T8" fmla="*/ 79 w 66"/>
                  <a:gd name="T9" fmla="*/ 53 h 70"/>
                  <a:gd name="T10" fmla="*/ 134 w 66"/>
                  <a:gd name="T11" fmla="*/ 123 h 70"/>
                  <a:gd name="T12" fmla="*/ 146 w 66"/>
                  <a:gd name="T13" fmla="*/ 146 h 70"/>
                  <a:gd name="T14" fmla="*/ 157 w 66"/>
                  <a:gd name="T15" fmla="*/ 165 h 70"/>
                  <a:gd name="T16" fmla="*/ 165 w 66"/>
                  <a:gd name="T17" fmla="*/ 178 h 70"/>
                  <a:gd name="T18" fmla="*/ 161 w 66"/>
                  <a:gd name="T19" fmla="*/ 185 h 70"/>
                  <a:gd name="T20" fmla="*/ 161 w 66"/>
                  <a:gd name="T21" fmla="*/ 192 h 70"/>
                  <a:gd name="T22" fmla="*/ 167 w 66"/>
                  <a:gd name="T23" fmla="*/ 190 h 70"/>
                  <a:gd name="T24" fmla="*/ 172 w 66"/>
                  <a:gd name="T25" fmla="*/ 178 h 70"/>
                  <a:gd name="T26" fmla="*/ 161 w 66"/>
                  <a:gd name="T27" fmla="*/ 158 h 70"/>
                  <a:gd name="T28" fmla="*/ 154 w 66"/>
                  <a:gd name="T29" fmla="*/ 143 h 70"/>
                  <a:gd name="T30" fmla="*/ 139 w 66"/>
                  <a:gd name="T31" fmla="*/ 118 h 70"/>
                  <a:gd name="T32" fmla="*/ 84 w 66"/>
                  <a:gd name="T33" fmla="*/ 48 h 70"/>
                  <a:gd name="T34" fmla="*/ 61 w 66"/>
                  <a:gd name="T35" fmla="*/ 21 h 70"/>
                  <a:gd name="T36" fmla="*/ 40 w 66"/>
                  <a:gd name="T37" fmla="*/ 11 h 70"/>
                  <a:gd name="T38" fmla="*/ 6 w 66"/>
                  <a:gd name="T39" fmla="*/ 0 h 70"/>
                  <a:gd name="T40" fmla="*/ 0 w 66"/>
                  <a:gd name="T41" fmla="*/ 1 h 70"/>
                  <a:gd name="T42" fmla="*/ 1 w 66"/>
                  <a:gd name="T43" fmla="*/ 8 h 7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66" h="70">
                    <a:moveTo>
                      <a:pt x="1" y="3"/>
                    </a:moveTo>
                    <a:cubicBezTo>
                      <a:pt x="1" y="3"/>
                      <a:pt x="2" y="3"/>
                      <a:pt x="2" y="3"/>
                    </a:cubicBezTo>
                    <a:cubicBezTo>
                      <a:pt x="5" y="3"/>
                      <a:pt x="10" y="5"/>
                      <a:pt x="14" y="6"/>
                    </a:cubicBezTo>
                    <a:cubicBezTo>
                      <a:pt x="16" y="8"/>
                      <a:pt x="18" y="9"/>
                      <a:pt x="21" y="10"/>
                    </a:cubicBezTo>
                    <a:cubicBezTo>
                      <a:pt x="23" y="12"/>
                      <a:pt x="26" y="15"/>
                      <a:pt x="30" y="19"/>
                    </a:cubicBezTo>
                    <a:cubicBezTo>
                      <a:pt x="38" y="28"/>
                      <a:pt x="45" y="38"/>
                      <a:pt x="51" y="45"/>
                    </a:cubicBezTo>
                    <a:cubicBezTo>
                      <a:pt x="53" y="48"/>
                      <a:pt x="55" y="51"/>
                      <a:pt x="56" y="53"/>
                    </a:cubicBezTo>
                    <a:cubicBezTo>
                      <a:pt x="57" y="55"/>
                      <a:pt x="58" y="58"/>
                      <a:pt x="60" y="60"/>
                    </a:cubicBezTo>
                    <a:cubicBezTo>
                      <a:pt x="62" y="62"/>
                      <a:pt x="63" y="64"/>
                      <a:pt x="63" y="65"/>
                    </a:cubicBezTo>
                    <a:cubicBezTo>
                      <a:pt x="63" y="66"/>
                      <a:pt x="63" y="66"/>
                      <a:pt x="62" y="67"/>
                    </a:cubicBezTo>
                    <a:cubicBezTo>
                      <a:pt x="61" y="68"/>
                      <a:pt x="61" y="69"/>
                      <a:pt x="62" y="70"/>
                    </a:cubicBezTo>
                    <a:cubicBezTo>
                      <a:pt x="63" y="70"/>
                      <a:pt x="63" y="70"/>
                      <a:pt x="64" y="69"/>
                    </a:cubicBezTo>
                    <a:cubicBezTo>
                      <a:pt x="65" y="68"/>
                      <a:pt x="66" y="66"/>
                      <a:pt x="66" y="65"/>
                    </a:cubicBezTo>
                    <a:cubicBezTo>
                      <a:pt x="66" y="62"/>
                      <a:pt x="65" y="60"/>
                      <a:pt x="62" y="58"/>
                    </a:cubicBezTo>
                    <a:cubicBezTo>
                      <a:pt x="61" y="56"/>
                      <a:pt x="60" y="54"/>
                      <a:pt x="59" y="52"/>
                    </a:cubicBezTo>
                    <a:cubicBezTo>
                      <a:pt x="57" y="49"/>
                      <a:pt x="56" y="47"/>
                      <a:pt x="53" y="43"/>
                    </a:cubicBezTo>
                    <a:cubicBezTo>
                      <a:pt x="48" y="36"/>
                      <a:pt x="41" y="26"/>
                      <a:pt x="32" y="17"/>
                    </a:cubicBezTo>
                    <a:cubicBezTo>
                      <a:pt x="28" y="13"/>
                      <a:pt x="25" y="10"/>
                      <a:pt x="23" y="8"/>
                    </a:cubicBezTo>
                    <a:cubicBezTo>
                      <a:pt x="20" y="6"/>
                      <a:pt x="18" y="5"/>
                      <a:pt x="15" y="4"/>
                    </a:cubicBezTo>
                    <a:cubicBezTo>
                      <a:pt x="10" y="1"/>
                      <a:pt x="2" y="0"/>
                      <a:pt x="2" y="0"/>
                    </a:cubicBezTo>
                    <a:cubicBezTo>
                      <a:pt x="1" y="0"/>
                      <a:pt x="0" y="0"/>
                      <a:pt x="0" y="1"/>
                    </a:cubicBezTo>
                    <a:cubicBezTo>
                      <a:pt x="0" y="2"/>
                      <a:pt x="0" y="2"/>
                      <a:pt x="1" y="3"/>
                    </a:cubicBezTo>
                    <a:close/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7741" name="Freeform 157">
                <a:extLst>
                  <a:ext uri="{FF2B5EF4-FFF2-40B4-BE49-F238E27FC236}">
                    <a16:creationId xmlns:a16="http://schemas.microsoft.com/office/drawing/2014/main" id="{43A7AD15-7D6A-4104-B072-2C78EDAE23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3" y="2156"/>
                <a:ext cx="67" cy="36"/>
              </a:xfrm>
              <a:custGeom>
                <a:avLst/>
                <a:gdLst>
                  <a:gd name="T0" fmla="*/ 0 w 48"/>
                  <a:gd name="T1" fmla="*/ 6 h 26"/>
                  <a:gd name="T2" fmla="*/ 6 w 48"/>
                  <a:gd name="T3" fmla="*/ 11 h 26"/>
                  <a:gd name="T4" fmla="*/ 25 w 48"/>
                  <a:gd name="T5" fmla="*/ 15 h 26"/>
                  <a:gd name="T6" fmla="*/ 49 w 48"/>
                  <a:gd name="T7" fmla="*/ 19 h 26"/>
                  <a:gd name="T8" fmla="*/ 68 w 48"/>
                  <a:gd name="T9" fmla="*/ 26 h 26"/>
                  <a:gd name="T10" fmla="*/ 103 w 48"/>
                  <a:gd name="T11" fmla="*/ 48 h 26"/>
                  <a:gd name="T12" fmla="*/ 117 w 48"/>
                  <a:gd name="T13" fmla="*/ 61 h 26"/>
                  <a:gd name="T14" fmla="*/ 124 w 48"/>
                  <a:gd name="T15" fmla="*/ 66 h 26"/>
                  <a:gd name="T16" fmla="*/ 131 w 48"/>
                  <a:gd name="T17" fmla="*/ 66 h 26"/>
                  <a:gd name="T18" fmla="*/ 131 w 48"/>
                  <a:gd name="T19" fmla="*/ 61 h 26"/>
                  <a:gd name="T20" fmla="*/ 105 w 48"/>
                  <a:gd name="T21" fmla="*/ 42 h 26"/>
                  <a:gd name="T22" fmla="*/ 74 w 48"/>
                  <a:gd name="T23" fmla="*/ 19 h 26"/>
                  <a:gd name="T24" fmla="*/ 49 w 48"/>
                  <a:gd name="T25" fmla="*/ 11 h 26"/>
                  <a:gd name="T26" fmla="*/ 28 w 48"/>
                  <a:gd name="T27" fmla="*/ 8 h 26"/>
                  <a:gd name="T28" fmla="*/ 11 w 48"/>
                  <a:gd name="T29" fmla="*/ 1 h 26"/>
                  <a:gd name="T30" fmla="*/ 8 w 48"/>
                  <a:gd name="T31" fmla="*/ 1 h 26"/>
                  <a:gd name="T32" fmla="*/ 8 w 48"/>
                  <a:gd name="T33" fmla="*/ 1 h 26"/>
                  <a:gd name="T34" fmla="*/ 8 w 48"/>
                  <a:gd name="T35" fmla="*/ 1 h 26"/>
                  <a:gd name="T36" fmla="*/ 8 w 48"/>
                  <a:gd name="T37" fmla="*/ 1 h 26"/>
                  <a:gd name="T38" fmla="*/ 8 w 48"/>
                  <a:gd name="T39" fmla="*/ 1 h 26"/>
                  <a:gd name="T40" fmla="*/ 8 w 48"/>
                  <a:gd name="T41" fmla="*/ 1 h 26"/>
                  <a:gd name="T42" fmla="*/ 8 w 48"/>
                  <a:gd name="T43" fmla="*/ 1 h 26"/>
                  <a:gd name="T44" fmla="*/ 6 w 48"/>
                  <a:gd name="T45" fmla="*/ 1 h 26"/>
                  <a:gd name="T46" fmla="*/ 8 w 48"/>
                  <a:gd name="T47" fmla="*/ 1 h 26"/>
                  <a:gd name="T48" fmla="*/ 8 w 48"/>
                  <a:gd name="T49" fmla="*/ 1 h 26"/>
                  <a:gd name="T50" fmla="*/ 6 w 48"/>
                  <a:gd name="T51" fmla="*/ 1 h 26"/>
                  <a:gd name="T52" fmla="*/ 8 w 48"/>
                  <a:gd name="T53" fmla="*/ 1 h 26"/>
                  <a:gd name="T54" fmla="*/ 1 w 48"/>
                  <a:gd name="T55" fmla="*/ 0 h 26"/>
                  <a:gd name="T56" fmla="*/ 0 w 48"/>
                  <a:gd name="T57" fmla="*/ 6 h 2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48" h="26">
                    <a:moveTo>
                      <a:pt x="0" y="2"/>
                    </a:moveTo>
                    <a:cubicBezTo>
                      <a:pt x="0" y="2"/>
                      <a:pt x="1" y="3"/>
                      <a:pt x="2" y="4"/>
                    </a:cubicBezTo>
                    <a:cubicBezTo>
                      <a:pt x="3" y="5"/>
                      <a:pt x="5" y="6"/>
                      <a:pt x="9" y="6"/>
                    </a:cubicBezTo>
                    <a:cubicBezTo>
                      <a:pt x="13" y="7"/>
                      <a:pt x="15" y="7"/>
                      <a:pt x="18" y="7"/>
                    </a:cubicBezTo>
                    <a:cubicBezTo>
                      <a:pt x="20" y="8"/>
                      <a:pt x="23" y="8"/>
                      <a:pt x="25" y="10"/>
                    </a:cubicBezTo>
                    <a:cubicBezTo>
                      <a:pt x="28" y="11"/>
                      <a:pt x="33" y="15"/>
                      <a:pt x="38" y="18"/>
                    </a:cubicBezTo>
                    <a:cubicBezTo>
                      <a:pt x="40" y="20"/>
                      <a:pt x="42" y="22"/>
                      <a:pt x="43" y="23"/>
                    </a:cubicBezTo>
                    <a:cubicBezTo>
                      <a:pt x="45" y="24"/>
                      <a:pt x="46" y="25"/>
                      <a:pt x="46" y="25"/>
                    </a:cubicBezTo>
                    <a:cubicBezTo>
                      <a:pt x="46" y="26"/>
                      <a:pt x="47" y="26"/>
                      <a:pt x="48" y="25"/>
                    </a:cubicBezTo>
                    <a:cubicBezTo>
                      <a:pt x="48" y="24"/>
                      <a:pt x="48" y="23"/>
                      <a:pt x="48" y="23"/>
                    </a:cubicBezTo>
                    <a:cubicBezTo>
                      <a:pt x="48" y="23"/>
                      <a:pt x="44" y="20"/>
                      <a:pt x="39" y="16"/>
                    </a:cubicBezTo>
                    <a:cubicBezTo>
                      <a:pt x="35" y="12"/>
                      <a:pt x="30" y="8"/>
                      <a:pt x="27" y="7"/>
                    </a:cubicBezTo>
                    <a:cubicBezTo>
                      <a:pt x="24" y="5"/>
                      <a:pt x="21" y="5"/>
                      <a:pt x="18" y="4"/>
                    </a:cubicBezTo>
                    <a:cubicBezTo>
                      <a:pt x="16" y="4"/>
                      <a:pt x="13" y="4"/>
                      <a:pt x="10" y="3"/>
                    </a:cubicBezTo>
                    <a:cubicBezTo>
                      <a:pt x="6" y="3"/>
                      <a:pt x="4" y="2"/>
                      <a:pt x="4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0"/>
                      <a:pt x="2" y="0"/>
                      <a:pt x="1" y="0"/>
                    </a:cubicBezTo>
                    <a:cubicBezTo>
                      <a:pt x="0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7742" name="Freeform 158">
                <a:extLst>
                  <a:ext uri="{FF2B5EF4-FFF2-40B4-BE49-F238E27FC236}">
                    <a16:creationId xmlns:a16="http://schemas.microsoft.com/office/drawing/2014/main" id="{DE909BE0-1539-46A7-9EAD-80BCA51DAE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9" y="2180"/>
                <a:ext cx="19" cy="15"/>
              </a:xfrm>
              <a:custGeom>
                <a:avLst/>
                <a:gdLst>
                  <a:gd name="T0" fmla="*/ 19 w 14"/>
                  <a:gd name="T1" fmla="*/ 0 h 11"/>
                  <a:gd name="T2" fmla="*/ 14 w 14"/>
                  <a:gd name="T3" fmla="*/ 0 h 11"/>
                  <a:gd name="T4" fmla="*/ 5 w 14"/>
                  <a:gd name="T5" fmla="*/ 1 h 11"/>
                  <a:gd name="T6" fmla="*/ 0 w 14"/>
                  <a:gd name="T7" fmla="*/ 7 h 11"/>
                  <a:gd name="T8" fmla="*/ 7 w 14"/>
                  <a:gd name="T9" fmla="*/ 19 h 11"/>
                  <a:gd name="T10" fmla="*/ 14 w 14"/>
                  <a:gd name="T11" fmla="*/ 22 h 11"/>
                  <a:gd name="T12" fmla="*/ 15 w 14"/>
                  <a:gd name="T13" fmla="*/ 26 h 11"/>
                  <a:gd name="T14" fmla="*/ 20 w 14"/>
                  <a:gd name="T15" fmla="*/ 27 h 11"/>
                  <a:gd name="T16" fmla="*/ 22 w 14"/>
                  <a:gd name="T17" fmla="*/ 27 h 11"/>
                  <a:gd name="T18" fmla="*/ 30 w 14"/>
                  <a:gd name="T19" fmla="*/ 26 h 11"/>
                  <a:gd name="T20" fmla="*/ 33 w 14"/>
                  <a:gd name="T21" fmla="*/ 20 h 11"/>
                  <a:gd name="T22" fmla="*/ 33 w 14"/>
                  <a:gd name="T23" fmla="*/ 15 h 11"/>
                  <a:gd name="T24" fmla="*/ 27 w 14"/>
                  <a:gd name="T25" fmla="*/ 15 h 11"/>
                  <a:gd name="T26" fmla="*/ 22 w 14"/>
                  <a:gd name="T27" fmla="*/ 20 h 11"/>
                  <a:gd name="T28" fmla="*/ 22 w 14"/>
                  <a:gd name="T29" fmla="*/ 20 h 11"/>
                  <a:gd name="T30" fmla="*/ 22 w 14"/>
                  <a:gd name="T31" fmla="*/ 20 h 11"/>
                  <a:gd name="T32" fmla="*/ 20 w 14"/>
                  <a:gd name="T33" fmla="*/ 20 h 11"/>
                  <a:gd name="T34" fmla="*/ 19 w 14"/>
                  <a:gd name="T35" fmla="*/ 19 h 11"/>
                  <a:gd name="T36" fmla="*/ 14 w 14"/>
                  <a:gd name="T37" fmla="*/ 14 h 11"/>
                  <a:gd name="T38" fmla="*/ 7 w 14"/>
                  <a:gd name="T39" fmla="*/ 7 h 11"/>
                  <a:gd name="T40" fmla="*/ 7 w 14"/>
                  <a:gd name="T41" fmla="*/ 7 h 11"/>
                  <a:gd name="T42" fmla="*/ 14 w 14"/>
                  <a:gd name="T43" fmla="*/ 7 h 11"/>
                  <a:gd name="T44" fmla="*/ 15 w 14"/>
                  <a:gd name="T45" fmla="*/ 7 h 11"/>
                  <a:gd name="T46" fmla="*/ 20 w 14"/>
                  <a:gd name="T47" fmla="*/ 5 h 11"/>
                  <a:gd name="T48" fmla="*/ 19 w 14"/>
                  <a:gd name="T49" fmla="*/ 0 h 11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14" h="11">
                    <a:moveTo>
                      <a:pt x="7" y="0"/>
                    </a:moveTo>
                    <a:cubicBezTo>
                      <a:pt x="6" y="0"/>
                      <a:pt x="5" y="0"/>
                      <a:pt x="5" y="0"/>
                    </a:cubicBezTo>
                    <a:cubicBezTo>
                      <a:pt x="3" y="0"/>
                      <a:pt x="2" y="0"/>
                      <a:pt x="2" y="1"/>
                    </a:cubicBezTo>
                    <a:cubicBezTo>
                      <a:pt x="1" y="1"/>
                      <a:pt x="0" y="2"/>
                      <a:pt x="0" y="3"/>
                    </a:cubicBezTo>
                    <a:cubicBezTo>
                      <a:pt x="0" y="5"/>
                      <a:pt x="1" y="6"/>
                      <a:pt x="3" y="7"/>
                    </a:cubicBezTo>
                    <a:cubicBezTo>
                      <a:pt x="3" y="8"/>
                      <a:pt x="4" y="9"/>
                      <a:pt x="5" y="9"/>
                    </a:cubicBezTo>
                    <a:cubicBezTo>
                      <a:pt x="5" y="10"/>
                      <a:pt x="6" y="10"/>
                      <a:pt x="6" y="10"/>
                    </a:cubicBezTo>
                    <a:cubicBezTo>
                      <a:pt x="7" y="11"/>
                      <a:pt x="7" y="11"/>
                      <a:pt x="8" y="11"/>
                    </a:cubicBezTo>
                    <a:cubicBezTo>
                      <a:pt x="9" y="11"/>
                      <a:pt x="9" y="11"/>
                      <a:pt x="9" y="11"/>
                    </a:cubicBezTo>
                    <a:cubicBezTo>
                      <a:pt x="10" y="11"/>
                      <a:pt x="11" y="10"/>
                      <a:pt x="12" y="10"/>
                    </a:cubicBezTo>
                    <a:cubicBezTo>
                      <a:pt x="12" y="9"/>
                      <a:pt x="13" y="9"/>
                      <a:pt x="13" y="8"/>
                    </a:cubicBezTo>
                    <a:cubicBezTo>
                      <a:pt x="14" y="7"/>
                      <a:pt x="14" y="7"/>
                      <a:pt x="13" y="6"/>
                    </a:cubicBezTo>
                    <a:cubicBezTo>
                      <a:pt x="13" y="5"/>
                      <a:pt x="12" y="5"/>
                      <a:pt x="11" y="6"/>
                    </a:cubicBezTo>
                    <a:cubicBezTo>
                      <a:pt x="10" y="7"/>
                      <a:pt x="10" y="7"/>
                      <a:pt x="9" y="8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8"/>
                      <a:pt x="7" y="7"/>
                      <a:pt x="7" y="7"/>
                    </a:cubicBezTo>
                    <a:cubicBezTo>
                      <a:pt x="6" y="6"/>
                      <a:pt x="5" y="6"/>
                      <a:pt x="5" y="5"/>
                    </a:cubicBezTo>
                    <a:cubicBezTo>
                      <a:pt x="4" y="4"/>
                      <a:pt x="3" y="3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4" y="3"/>
                      <a:pt x="4" y="3"/>
                      <a:pt x="5" y="3"/>
                    </a:cubicBezTo>
                    <a:cubicBezTo>
                      <a:pt x="5" y="3"/>
                      <a:pt x="6" y="3"/>
                      <a:pt x="6" y="3"/>
                    </a:cubicBezTo>
                    <a:cubicBezTo>
                      <a:pt x="7" y="3"/>
                      <a:pt x="8" y="3"/>
                      <a:pt x="8" y="2"/>
                    </a:cubicBezTo>
                    <a:cubicBezTo>
                      <a:pt x="8" y="1"/>
                      <a:pt x="8" y="0"/>
                      <a:pt x="7" y="0"/>
                    </a:cubicBezTo>
                    <a:close/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7743" name="Freeform 159">
                <a:extLst>
                  <a:ext uri="{FF2B5EF4-FFF2-40B4-BE49-F238E27FC236}">
                    <a16:creationId xmlns:a16="http://schemas.microsoft.com/office/drawing/2014/main" id="{3C7AB43E-3DF4-4D2B-8D3C-C8040A5796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4" y="2227"/>
                <a:ext cx="10" cy="15"/>
              </a:xfrm>
              <a:custGeom>
                <a:avLst/>
                <a:gdLst>
                  <a:gd name="T0" fmla="*/ 19 w 7"/>
                  <a:gd name="T1" fmla="*/ 0 h 11"/>
                  <a:gd name="T2" fmla="*/ 13 w 7"/>
                  <a:gd name="T3" fmla="*/ 0 h 11"/>
                  <a:gd name="T4" fmla="*/ 1 w 7"/>
                  <a:gd name="T5" fmla="*/ 1 h 11"/>
                  <a:gd name="T6" fmla="*/ 0 w 7"/>
                  <a:gd name="T7" fmla="*/ 14 h 11"/>
                  <a:gd name="T8" fmla="*/ 6 w 7"/>
                  <a:gd name="T9" fmla="*/ 26 h 11"/>
                  <a:gd name="T10" fmla="*/ 13 w 7"/>
                  <a:gd name="T11" fmla="*/ 26 h 11"/>
                  <a:gd name="T12" fmla="*/ 13 w 7"/>
                  <a:gd name="T13" fmla="*/ 20 h 11"/>
                  <a:gd name="T14" fmla="*/ 9 w 7"/>
                  <a:gd name="T15" fmla="*/ 14 h 11"/>
                  <a:gd name="T16" fmla="*/ 13 w 7"/>
                  <a:gd name="T17" fmla="*/ 7 h 11"/>
                  <a:gd name="T18" fmla="*/ 13 w 7"/>
                  <a:gd name="T19" fmla="*/ 7 h 11"/>
                  <a:gd name="T20" fmla="*/ 14 w 7"/>
                  <a:gd name="T21" fmla="*/ 7 h 11"/>
                  <a:gd name="T22" fmla="*/ 20 w 7"/>
                  <a:gd name="T23" fmla="*/ 5 h 11"/>
                  <a:gd name="T24" fmla="*/ 19 w 7"/>
                  <a:gd name="T25" fmla="*/ 0 h 11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7" h="11">
                    <a:moveTo>
                      <a:pt x="6" y="0"/>
                    </a:moveTo>
                    <a:cubicBezTo>
                      <a:pt x="5" y="0"/>
                      <a:pt x="5" y="0"/>
                      <a:pt x="4" y="0"/>
                    </a:cubicBezTo>
                    <a:cubicBezTo>
                      <a:pt x="3" y="0"/>
                      <a:pt x="2" y="0"/>
                      <a:pt x="1" y="1"/>
                    </a:cubicBezTo>
                    <a:cubicBezTo>
                      <a:pt x="0" y="2"/>
                      <a:pt x="0" y="4"/>
                      <a:pt x="0" y="5"/>
                    </a:cubicBezTo>
                    <a:cubicBezTo>
                      <a:pt x="0" y="7"/>
                      <a:pt x="1" y="8"/>
                      <a:pt x="2" y="10"/>
                    </a:cubicBezTo>
                    <a:cubicBezTo>
                      <a:pt x="3" y="10"/>
                      <a:pt x="3" y="11"/>
                      <a:pt x="4" y="10"/>
                    </a:cubicBezTo>
                    <a:cubicBezTo>
                      <a:pt x="5" y="9"/>
                      <a:pt x="5" y="9"/>
                      <a:pt x="4" y="8"/>
                    </a:cubicBezTo>
                    <a:cubicBezTo>
                      <a:pt x="4" y="7"/>
                      <a:pt x="3" y="6"/>
                      <a:pt x="3" y="5"/>
                    </a:cubicBezTo>
                    <a:cubicBezTo>
                      <a:pt x="3" y="4"/>
                      <a:pt x="3" y="3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6" y="3"/>
                      <a:pt x="7" y="3"/>
                      <a:pt x="7" y="2"/>
                    </a:cubicBezTo>
                    <a:cubicBezTo>
                      <a:pt x="7" y="1"/>
                      <a:pt x="7" y="0"/>
                      <a:pt x="6" y="0"/>
                    </a:cubicBezTo>
                    <a:close/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7744" name="Freeform 160">
                <a:extLst>
                  <a:ext uri="{FF2B5EF4-FFF2-40B4-BE49-F238E27FC236}">
                    <a16:creationId xmlns:a16="http://schemas.microsoft.com/office/drawing/2014/main" id="{7748024F-2C4E-4A87-953B-3A32101F32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7" y="2251"/>
                <a:ext cx="17" cy="15"/>
              </a:xfrm>
              <a:custGeom>
                <a:avLst/>
                <a:gdLst>
                  <a:gd name="T0" fmla="*/ 33 w 12"/>
                  <a:gd name="T1" fmla="*/ 15 h 11"/>
                  <a:gd name="T2" fmla="*/ 28 w 12"/>
                  <a:gd name="T3" fmla="*/ 14 h 11"/>
                  <a:gd name="T4" fmla="*/ 26 w 12"/>
                  <a:gd name="T5" fmla="*/ 5 h 11"/>
                  <a:gd name="T6" fmla="*/ 20 w 12"/>
                  <a:gd name="T7" fmla="*/ 1 h 11"/>
                  <a:gd name="T8" fmla="*/ 14 w 12"/>
                  <a:gd name="T9" fmla="*/ 0 h 11"/>
                  <a:gd name="T10" fmla="*/ 9 w 12"/>
                  <a:gd name="T11" fmla="*/ 1 h 11"/>
                  <a:gd name="T12" fmla="*/ 0 w 12"/>
                  <a:gd name="T13" fmla="*/ 7 h 11"/>
                  <a:gd name="T14" fmla="*/ 0 w 12"/>
                  <a:gd name="T15" fmla="*/ 15 h 11"/>
                  <a:gd name="T16" fmla="*/ 1 w 12"/>
                  <a:gd name="T17" fmla="*/ 26 h 11"/>
                  <a:gd name="T18" fmla="*/ 9 w 12"/>
                  <a:gd name="T19" fmla="*/ 26 h 11"/>
                  <a:gd name="T20" fmla="*/ 9 w 12"/>
                  <a:gd name="T21" fmla="*/ 20 h 11"/>
                  <a:gd name="T22" fmla="*/ 9 w 12"/>
                  <a:gd name="T23" fmla="*/ 15 h 11"/>
                  <a:gd name="T24" fmla="*/ 9 w 12"/>
                  <a:gd name="T25" fmla="*/ 10 h 11"/>
                  <a:gd name="T26" fmla="*/ 13 w 12"/>
                  <a:gd name="T27" fmla="*/ 10 h 11"/>
                  <a:gd name="T28" fmla="*/ 14 w 12"/>
                  <a:gd name="T29" fmla="*/ 7 h 11"/>
                  <a:gd name="T30" fmla="*/ 18 w 12"/>
                  <a:gd name="T31" fmla="*/ 10 h 11"/>
                  <a:gd name="T32" fmla="*/ 20 w 12"/>
                  <a:gd name="T33" fmla="*/ 15 h 11"/>
                  <a:gd name="T34" fmla="*/ 26 w 12"/>
                  <a:gd name="T35" fmla="*/ 20 h 11"/>
                  <a:gd name="T36" fmla="*/ 33 w 12"/>
                  <a:gd name="T37" fmla="*/ 20 h 11"/>
                  <a:gd name="T38" fmla="*/ 33 w 12"/>
                  <a:gd name="T39" fmla="*/ 15 h 11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12" h="11">
                    <a:moveTo>
                      <a:pt x="11" y="6"/>
                    </a:moveTo>
                    <a:cubicBezTo>
                      <a:pt x="10" y="6"/>
                      <a:pt x="10" y="5"/>
                      <a:pt x="10" y="5"/>
                    </a:cubicBezTo>
                    <a:cubicBezTo>
                      <a:pt x="10" y="4"/>
                      <a:pt x="9" y="3"/>
                      <a:pt x="9" y="2"/>
                    </a:cubicBezTo>
                    <a:cubicBezTo>
                      <a:pt x="8" y="2"/>
                      <a:pt x="8" y="1"/>
                      <a:pt x="7" y="1"/>
                    </a:cubicBezTo>
                    <a:cubicBezTo>
                      <a:pt x="7" y="1"/>
                      <a:pt x="6" y="0"/>
                      <a:pt x="5" y="0"/>
                    </a:cubicBezTo>
                    <a:cubicBezTo>
                      <a:pt x="4" y="0"/>
                      <a:pt x="4" y="1"/>
                      <a:pt x="3" y="1"/>
                    </a:cubicBezTo>
                    <a:cubicBezTo>
                      <a:pt x="2" y="1"/>
                      <a:pt x="1" y="2"/>
                      <a:pt x="0" y="3"/>
                    </a:cubicBezTo>
                    <a:cubicBezTo>
                      <a:pt x="0" y="4"/>
                      <a:pt x="0" y="5"/>
                      <a:pt x="0" y="6"/>
                    </a:cubicBezTo>
                    <a:cubicBezTo>
                      <a:pt x="0" y="7"/>
                      <a:pt x="0" y="8"/>
                      <a:pt x="1" y="10"/>
                    </a:cubicBezTo>
                    <a:cubicBezTo>
                      <a:pt x="1" y="10"/>
                      <a:pt x="2" y="11"/>
                      <a:pt x="3" y="10"/>
                    </a:cubicBezTo>
                    <a:cubicBezTo>
                      <a:pt x="4" y="10"/>
                      <a:pt x="4" y="9"/>
                      <a:pt x="3" y="8"/>
                    </a:cubicBezTo>
                    <a:cubicBezTo>
                      <a:pt x="3" y="7"/>
                      <a:pt x="3" y="6"/>
                      <a:pt x="3" y="6"/>
                    </a:cubicBezTo>
                    <a:cubicBezTo>
                      <a:pt x="3" y="5"/>
                      <a:pt x="3" y="5"/>
                      <a:pt x="3" y="4"/>
                    </a:cubicBezTo>
                    <a:cubicBezTo>
                      <a:pt x="3" y="4"/>
                      <a:pt x="3" y="4"/>
                      <a:pt x="4" y="4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6" y="4"/>
                      <a:pt x="6" y="4"/>
                    </a:cubicBezTo>
                    <a:cubicBezTo>
                      <a:pt x="6" y="4"/>
                      <a:pt x="7" y="5"/>
                      <a:pt x="7" y="6"/>
                    </a:cubicBezTo>
                    <a:cubicBezTo>
                      <a:pt x="7" y="6"/>
                      <a:pt x="8" y="8"/>
                      <a:pt x="9" y="8"/>
                    </a:cubicBezTo>
                    <a:cubicBezTo>
                      <a:pt x="10" y="9"/>
                      <a:pt x="11" y="9"/>
                      <a:pt x="11" y="8"/>
                    </a:cubicBezTo>
                    <a:cubicBezTo>
                      <a:pt x="12" y="7"/>
                      <a:pt x="11" y="6"/>
                      <a:pt x="11" y="6"/>
                    </a:cubicBezTo>
                    <a:close/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7745" name="Freeform 161">
                <a:extLst>
                  <a:ext uri="{FF2B5EF4-FFF2-40B4-BE49-F238E27FC236}">
                    <a16:creationId xmlns:a16="http://schemas.microsoft.com/office/drawing/2014/main" id="{31FF368A-CB01-4536-BE17-6D3F3CAC79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1" y="2255"/>
                <a:ext cx="17" cy="22"/>
              </a:xfrm>
              <a:custGeom>
                <a:avLst/>
                <a:gdLst>
                  <a:gd name="T0" fmla="*/ 33 w 12"/>
                  <a:gd name="T1" fmla="*/ 8 h 16"/>
                  <a:gd name="T2" fmla="*/ 26 w 12"/>
                  <a:gd name="T3" fmla="*/ 1 h 16"/>
                  <a:gd name="T4" fmla="*/ 14 w 12"/>
                  <a:gd name="T5" fmla="*/ 0 h 16"/>
                  <a:gd name="T6" fmla="*/ 6 w 12"/>
                  <a:gd name="T7" fmla="*/ 6 h 16"/>
                  <a:gd name="T8" fmla="*/ 0 w 12"/>
                  <a:gd name="T9" fmla="*/ 19 h 16"/>
                  <a:gd name="T10" fmla="*/ 0 w 12"/>
                  <a:gd name="T11" fmla="*/ 32 h 16"/>
                  <a:gd name="T12" fmla="*/ 0 w 12"/>
                  <a:gd name="T13" fmla="*/ 36 h 16"/>
                  <a:gd name="T14" fmla="*/ 6 w 12"/>
                  <a:gd name="T15" fmla="*/ 41 h 16"/>
                  <a:gd name="T16" fmla="*/ 9 w 12"/>
                  <a:gd name="T17" fmla="*/ 36 h 16"/>
                  <a:gd name="T18" fmla="*/ 9 w 12"/>
                  <a:gd name="T19" fmla="*/ 32 h 16"/>
                  <a:gd name="T20" fmla="*/ 9 w 12"/>
                  <a:gd name="T21" fmla="*/ 19 h 16"/>
                  <a:gd name="T22" fmla="*/ 13 w 12"/>
                  <a:gd name="T23" fmla="*/ 11 h 16"/>
                  <a:gd name="T24" fmla="*/ 14 w 12"/>
                  <a:gd name="T25" fmla="*/ 8 h 16"/>
                  <a:gd name="T26" fmla="*/ 20 w 12"/>
                  <a:gd name="T27" fmla="*/ 11 h 16"/>
                  <a:gd name="T28" fmla="*/ 26 w 12"/>
                  <a:gd name="T29" fmla="*/ 15 h 16"/>
                  <a:gd name="T30" fmla="*/ 34 w 12"/>
                  <a:gd name="T31" fmla="*/ 14 h 16"/>
                  <a:gd name="T32" fmla="*/ 33 w 12"/>
                  <a:gd name="T33" fmla="*/ 8 h 1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2" h="16">
                    <a:moveTo>
                      <a:pt x="11" y="3"/>
                    </a:moveTo>
                    <a:cubicBezTo>
                      <a:pt x="11" y="3"/>
                      <a:pt x="10" y="2"/>
                      <a:pt x="9" y="1"/>
                    </a:cubicBezTo>
                    <a:cubicBezTo>
                      <a:pt x="8" y="1"/>
                      <a:pt x="7" y="0"/>
                      <a:pt x="5" y="0"/>
                    </a:cubicBezTo>
                    <a:cubicBezTo>
                      <a:pt x="4" y="0"/>
                      <a:pt x="3" y="1"/>
                      <a:pt x="2" y="2"/>
                    </a:cubicBezTo>
                    <a:cubicBezTo>
                      <a:pt x="1" y="3"/>
                      <a:pt x="1" y="5"/>
                      <a:pt x="0" y="7"/>
                    </a:cubicBezTo>
                    <a:cubicBezTo>
                      <a:pt x="0" y="8"/>
                      <a:pt x="0" y="10"/>
                      <a:pt x="0" y="12"/>
                    </a:cubicBezTo>
                    <a:cubicBezTo>
                      <a:pt x="0" y="13"/>
                      <a:pt x="0" y="14"/>
                      <a:pt x="0" y="14"/>
                    </a:cubicBezTo>
                    <a:cubicBezTo>
                      <a:pt x="0" y="15"/>
                      <a:pt x="1" y="16"/>
                      <a:pt x="2" y="16"/>
                    </a:cubicBezTo>
                    <a:cubicBezTo>
                      <a:pt x="3" y="16"/>
                      <a:pt x="3" y="15"/>
                      <a:pt x="3" y="14"/>
                    </a:cubicBezTo>
                    <a:cubicBezTo>
                      <a:pt x="3" y="14"/>
                      <a:pt x="3" y="13"/>
                      <a:pt x="3" y="12"/>
                    </a:cubicBezTo>
                    <a:cubicBezTo>
                      <a:pt x="3" y="10"/>
                      <a:pt x="3" y="8"/>
                      <a:pt x="3" y="7"/>
                    </a:cubicBezTo>
                    <a:cubicBezTo>
                      <a:pt x="4" y="6"/>
                      <a:pt x="4" y="4"/>
                      <a:pt x="4" y="4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6" y="3"/>
                      <a:pt x="7" y="3"/>
                      <a:pt x="7" y="4"/>
                    </a:cubicBezTo>
                    <a:cubicBezTo>
                      <a:pt x="8" y="4"/>
                      <a:pt x="9" y="5"/>
                      <a:pt x="9" y="6"/>
                    </a:cubicBezTo>
                    <a:cubicBezTo>
                      <a:pt x="10" y="6"/>
                      <a:pt x="11" y="6"/>
                      <a:pt x="12" y="5"/>
                    </a:cubicBezTo>
                    <a:cubicBezTo>
                      <a:pt x="12" y="5"/>
                      <a:pt x="12" y="4"/>
                      <a:pt x="11" y="3"/>
                    </a:cubicBezTo>
                    <a:close/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7746" name="Freeform 162">
                <a:extLst>
                  <a:ext uri="{FF2B5EF4-FFF2-40B4-BE49-F238E27FC236}">
                    <a16:creationId xmlns:a16="http://schemas.microsoft.com/office/drawing/2014/main" id="{E31210B5-415F-401B-8851-82ED548698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3" y="2149"/>
                <a:ext cx="28" cy="81"/>
              </a:xfrm>
              <a:custGeom>
                <a:avLst/>
                <a:gdLst>
                  <a:gd name="T0" fmla="*/ 48 w 20"/>
                  <a:gd name="T1" fmla="*/ 1 h 58"/>
                  <a:gd name="T2" fmla="*/ 6 w 20"/>
                  <a:gd name="T3" fmla="*/ 89 h 58"/>
                  <a:gd name="T4" fmla="*/ 0 w 20"/>
                  <a:gd name="T5" fmla="*/ 128 h 58"/>
                  <a:gd name="T6" fmla="*/ 1 w 20"/>
                  <a:gd name="T7" fmla="*/ 144 h 58"/>
                  <a:gd name="T8" fmla="*/ 14 w 20"/>
                  <a:gd name="T9" fmla="*/ 158 h 58"/>
                  <a:gd name="T10" fmla="*/ 20 w 20"/>
                  <a:gd name="T11" fmla="*/ 158 h 58"/>
                  <a:gd name="T12" fmla="*/ 15 w 20"/>
                  <a:gd name="T13" fmla="*/ 152 h 58"/>
                  <a:gd name="T14" fmla="*/ 11 w 20"/>
                  <a:gd name="T15" fmla="*/ 142 h 58"/>
                  <a:gd name="T16" fmla="*/ 8 w 20"/>
                  <a:gd name="T17" fmla="*/ 128 h 58"/>
                  <a:gd name="T18" fmla="*/ 14 w 20"/>
                  <a:gd name="T19" fmla="*/ 92 h 58"/>
                  <a:gd name="T20" fmla="*/ 53 w 20"/>
                  <a:gd name="T21" fmla="*/ 8 h 58"/>
                  <a:gd name="T22" fmla="*/ 53 w 20"/>
                  <a:gd name="T23" fmla="*/ 1 h 58"/>
                  <a:gd name="T24" fmla="*/ 48 w 20"/>
                  <a:gd name="T25" fmla="*/ 1 h 5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0" h="58">
                    <a:moveTo>
                      <a:pt x="17" y="1"/>
                    </a:moveTo>
                    <a:cubicBezTo>
                      <a:pt x="11" y="12"/>
                      <a:pt x="6" y="22"/>
                      <a:pt x="2" y="33"/>
                    </a:cubicBezTo>
                    <a:cubicBezTo>
                      <a:pt x="1" y="37"/>
                      <a:pt x="0" y="42"/>
                      <a:pt x="0" y="47"/>
                    </a:cubicBezTo>
                    <a:cubicBezTo>
                      <a:pt x="0" y="49"/>
                      <a:pt x="0" y="51"/>
                      <a:pt x="1" y="53"/>
                    </a:cubicBezTo>
                    <a:cubicBezTo>
                      <a:pt x="2" y="55"/>
                      <a:pt x="3" y="57"/>
                      <a:pt x="5" y="58"/>
                    </a:cubicBezTo>
                    <a:cubicBezTo>
                      <a:pt x="5" y="58"/>
                      <a:pt x="6" y="58"/>
                      <a:pt x="7" y="58"/>
                    </a:cubicBezTo>
                    <a:cubicBezTo>
                      <a:pt x="7" y="57"/>
                      <a:pt x="7" y="56"/>
                      <a:pt x="6" y="56"/>
                    </a:cubicBezTo>
                    <a:cubicBezTo>
                      <a:pt x="5" y="55"/>
                      <a:pt x="4" y="54"/>
                      <a:pt x="4" y="52"/>
                    </a:cubicBezTo>
                    <a:cubicBezTo>
                      <a:pt x="3" y="51"/>
                      <a:pt x="3" y="49"/>
                      <a:pt x="3" y="47"/>
                    </a:cubicBezTo>
                    <a:cubicBezTo>
                      <a:pt x="3" y="43"/>
                      <a:pt x="4" y="38"/>
                      <a:pt x="5" y="34"/>
                    </a:cubicBezTo>
                    <a:cubicBezTo>
                      <a:pt x="9" y="23"/>
                      <a:pt x="13" y="13"/>
                      <a:pt x="19" y="3"/>
                    </a:cubicBezTo>
                    <a:cubicBezTo>
                      <a:pt x="20" y="2"/>
                      <a:pt x="20" y="1"/>
                      <a:pt x="19" y="1"/>
                    </a:cubicBezTo>
                    <a:cubicBezTo>
                      <a:pt x="18" y="0"/>
                      <a:pt x="17" y="1"/>
                      <a:pt x="17" y="1"/>
                    </a:cubicBezTo>
                    <a:close/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7747" name="Freeform 163">
                <a:extLst>
                  <a:ext uri="{FF2B5EF4-FFF2-40B4-BE49-F238E27FC236}">
                    <a16:creationId xmlns:a16="http://schemas.microsoft.com/office/drawing/2014/main" id="{AEFBF660-541C-4760-AF24-CE909CA666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8" y="2003"/>
                <a:ext cx="209" cy="94"/>
              </a:xfrm>
              <a:custGeom>
                <a:avLst/>
                <a:gdLst>
                  <a:gd name="T0" fmla="*/ 404 w 150"/>
                  <a:gd name="T1" fmla="*/ 171 h 68"/>
                  <a:gd name="T2" fmla="*/ 404 w 150"/>
                  <a:gd name="T3" fmla="*/ 171 h 68"/>
                  <a:gd name="T4" fmla="*/ 404 w 150"/>
                  <a:gd name="T5" fmla="*/ 171 h 68"/>
                  <a:gd name="T6" fmla="*/ 404 w 150"/>
                  <a:gd name="T7" fmla="*/ 171 h 68"/>
                  <a:gd name="T8" fmla="*/ 404 w 150"/>
                  <a:gd name="T9" fmla="*/ 171 h 68"/>
                  <a:gd name="T10" fmla="*/ 404 w 150"/>
                  <a:gd name="T11" fmla="*/ 171 h 68"/>
                  <a:gd name="T12" fmla="*/ 404 w 150"/>
                  <a:gd name="T13" fmla="*/ 171 h 68"/>
                  <a:gd name="T14" fmla="*/ 404 w 150"/>
                  <a:gd name="T15" fmla="*/ 171 h 68"/>
                  <a:gd name="T16" fmla="*/ 404 w 150"/>
                  <a:gd name="T17" fmla="*/ 171 h 68"/>
                  <a:gd name="T18" fmla="*/ 404 w 150"/>
                  <a:gd name="T19" fmla="*/ 171 h 68"/>
                  <a:gd name="T20" fmla="*/ 404 w 150"/>
                  <a:gd name="T21" fmla="*/ 171 h 68"/>
                  <a:gd name="T22" fmla="*/ 400 w 150"/>
                  <a:gd name="T23" fmla="*/ 166 h 68"/>
                  <a:gd name="T24" fmla="*/ 398 w 150"/>
                  <a:gd name="T25" fmla="*/ 153 h 68"/>
                  <a:gd name="T26" fmla="*/ 386 w 150"/>
                  <a:gd name="T27" fmla="*/ 140 h 68"/>
                  <a:gd name="T28" fmla="*/ 365 w 150"/>
                  <a:gd name="T29" fmla="*/ 130 h 68"/>
                  <a:gd name="T30" fmla="*/ 322 w 150"/>
                  <a:gd name="T31" fmla="*/ 116 h 68"/>
                  <a:gd name="T32" fmla="*/ 283 w 150"/>
                  <a:gd name="T33" fmla="*/ 109 h 68"/>
                  <a:gd name="T34" fmla="*/ 255 w 150"/>
                  <a:gd name="T35" fmla="*/ 98 h 68"/>
                  <a:gd name="T36" fmla="*/ 208 w 150"/>
                  <a:gd name="T37" fmla="*/ 88 h 68"/>
                  <a:gd name="T38" fmla="*/ 164 w 150"/>
                  <a:gd name="T39" fmla="*/ 82 h 68"/>
                  <a:gd name="T40" fmla="*/ 130 w 150"/>
                  <a:gd name="T41" fmla="*/ 76 h 68"/>
                  <a:gd name="T42" fmla="*/ 100 w 150"/>
                  <a:gd name="T43" fmla="*/ 57 h 68"/>
                  <a:gd name="T44" fmla="*/ 68 w 150"/>
                  <a:gd name="T45" fmla="*/ 40 h 68"/>
                  <a:gd name="T46" fmla="*/ 33 w 150"/>
                  <a:gd name="T47" fmla="*/ 19 h 68"/>
                  <a:gd name="T48" fmla="*/ 6 w 150"/>
                  <a:gd name="T49" fmla="*/ 1 h 68"/>
                  <a:gd name="T50" fmla="*/ 0 w 150"/>
                  <a:gd name="T51" fmla="*/ 1 h 68"/>
                  <a:gd name="T52" fmla="*/ 1 w 150"/>
                  <a:gd name="T53" fmla="*/ 8 h 68"/>
                  <a:gd name="T54" fmla="*/ 28 w 150"/>
                  <a:gd name="T55" fmla="*/ 24 h 68"/>
                  <a:gd name="T56" fmla="*/ 64 w 150"/>
                  <a:gd name="T57" fmla="*/ 48 h 68"/>
                  <a:gd name="T58" fmla="*/ 95 w 150"/>
                  <a:gd name="T59" fmla="*/ 64 h 68"/>
                  <a:gd name="T60" fmla="*/ 127 w 150"/>
                  <a:gd name="T61" fmla="*/ 84 h 68"/>
                  <a:gd name="T62" fmla="*/ 164 w 150"/>
                  <a:gd name="T63" fmla="*/ 90 h 68"/>
                  <a:gd name="T64" fmla="*/ 208 w 150"/>
                  <a:gd name="T65" fmla="*/ 95 h 68"/>
                  <a:gd name="T66" fmla="*/ 255 w 150"/>
                  <a:gd name="T67" fmla="*/ 105 h 68"/>
                  <a:gd name="T68" fmla="*/ 281 w 150"/>
                  <a:gd name="T69" fmla="*/ 116 h 68"/>
                  <a:gd name="T70" fmla="*/ 319 w 150"/>
                  <a:gd name="T71" fmla="*/ 124 h 68"/>
                  <a:gd name="T72" fmla="*/ 364 w 150"/>
                  <a:gd name="T73" fmla="*/ 135 h 68"/>
                  <a:gd name="T74" fmla="*/ 385 w 150"/>
                  <a:gd name="T75" fmla="*/ 145 h 68"/>
                  <a:gd name="T76" fmla="*/ 386 w 150"/>
                  <a:gd name="T77" fmla="*/ 151 h 68"/>
                  <a:gd name="T78" fmla="*/ 392 w 150"/>
                  <a:gd name="T79" fmla="*/ 166 h 68"/>
                  <a:gd name="T80" fmla="*/ 394 w 150"/>
                  <a:gd name="T81" fmla="*/ 171 h 68"/>
                  <a:gd name="T82" fmla="*/ 400 w 150"/>
                  <a:gd name="T83" fmla="*/ 178 h 68"/>
                  <a:gd name="T84" fmla="*/ 405 w 150"/>
                  <a:gd name="T85" fmla="*/ 178 h 68"/>
                  <a:gd name="T86" fmla="*/ 404 w 150"/>
                  <a:gd name="T87" fmla="*/ 171 h 68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150" h="68">
                    <a:moveTo>
                      <a:pt x="149" y="65"/>
                    </a:moveTo>
                    <a:cubicBezTo>
                      <a:pt x="149" y="65"/>
                      <a:pt x="149" y="65"/>
                      <a:pt x="149" y="65"/>
                    </a:cubicBezTo>
                    <a:cubicBezTo>
                      <a:pt x="149" y="65"/>
                      <a:pt x="149" y="65"/>
                      <a:pt x="149" y="65"/>
                    </a:cubicBezTo>
                    <a:cubicBezTo>
                      <a:pt x="149" y="65"/>
                      <a:pt x="149" y="65"/>
                      <a:pt x="149" y="65"/>
                    </a:cubicBezTo>
                    <a:cubicBezTo>
                      <a:pt x="149" y="65"/>
                      <a:pt x="149" y="65"/>
                      <a:pt x="149" y="65"/>
                    </a:cubicBezTo>
                    <a:cubicBezTo>
                      <a:pt x="149" y="65"/>
                      <a:pt x="149" y="65"/>
                      <a:pt x="149" y="65"/>
                    </a:cubicBezTo>
                    <a:cubicBezTo>
                      <a:pt x="149" y="65"/>
                      <a:pt x="149" y="65"/>
                      <a:pt x="149" y="65"/>
                    </a:cubicBezTo>
                    <a:cubicBezTo>
                      <a:pt x="149" y="65"/>
                      <a:pt x="149" y="65"/>
                      <a:pt x="149" y="65"/>
                    </a:cubicBezTo>
                    <a:cubicBezTo>
                      <a:pt x="149" y="65"/>
                      <a:pt x="149" y="65"/>
                      <a:pt x="149" y="65"/>
                    </a:cubicBezTo>
                    <a:cubicBezTo>
                      <a:pt x="149" y="65"/>
                      <a:pt x="149" y="65"/>
                      <a:pt x="149" y="65"/>
                    </a:cubicBezTo>
                    <a:cubicBezTo>
                      <a:pt x="149" y="65"/>
                      <a:pt x="149" y="65"/>
                      <a:pt x="149" y="65"/>
                    </a:cubicBezTo>
                    <a:cubicBezTo>
                      <a:pt x="149" y="65"/>
                      <a:pt x="149" y="64"/>
                      <a:pt x="148" y="63"/>
                    </a:cubicBezTo>
                    <a:cubicBezTo>
                      <a:pt x="148" y="61"/>
                      <a:pt x="147" y="59"/>
                      <a:pt x="147" y="58"/>
                    </a:cubicBezTo>
                    <a:cubicBezTo>
                      <a:pt x="146" y="56"/>
                      <a:pt x="145" y="54"/>
                      <a:pt x="143" y="53"/>
                    </a:cubicBezTo>
                    <a:cubicBezTo>
                      <a:pt x="141" y="51"/>
                      <a:pt x="138" y="49"/>
                      <a:pt x="135" y="49"/>
                    </a:cubicBezTo>
                    <a:cubicBezTo>
                      <a:pt x="129" y="47"/>
                      <a:pt x="124" y="46"/>
                      <a:pt x="119" y="44"/>
                    </a:cubicBezTo>
                    <a:cubicBezTo>
                      <a:pt x="114" y="43"/>
                      <a:pt x="109" y="42"/>
                      <a:pt x="105" y="41"/>
                    </a:cubicBezTo>
                    <a:cubicBezTo>
                      <a:pt x="101" y="40"/>
                      <a:pt x="98" y="38"/>
                      <a:pt x="94" y="37"/>
                    </a:cubicBezTo>
                    <a:cubicBezTo>
                      <a:pt x="89" y="35"/>
                      <a:pt x="83" y="34"/>
                      <a:pt x="77" y="33"/>
                    </a:cubicBezTo>
                    <a:cubicBezTo>
                      <a:pt x="72" y="32"/>
                      <a:pt x="66" y="31"/>
                      <a:pt x="61" y="31"/>
                    </a:cubicBezTo>
                    <a:cubicBezTo>
                      <a:pt x="56" y="30"/>
                      <a:pt x="52" y="30"/>
                      <a:pt x="48" y="29"/>
                    </a:cubicBezTo>
                    <a:cubicBezTo>
                      <a:pt x="44" y="27"/>
                      <a:pt x="41" y="25"/>
                      <a:pt x="37" y="22"/>
                    </a:cubicBezTo>
                    <a:cubicBezTo>
                      <a:pt x="33" y="19"/>
                      <a:pt x="30" y="16"/>
                      <a:pt x="25" y="15"/>
                    </a:cubicBezTo>
                    <a:cubicBezTo>
                      <a:pt x="19" y="13"/>
                      <a:pt x="16" y="11"/>
                      <a:pt x="12" y="7"/>
                    </a:cubicBezTo>
                    <a:cubicBezTo>
                      <a:pt x="8" y="3"/>
                      <a:pt x="4" y="2"/>
                      <a:pt x="2" y="1"/>
                    </a:cubicBezTo>
                    <a:cubicBezTo>
                      <a:pt x="1" y="0"/>
                      <a:pt x="0" y="0"/>
                      <a:pt x="0" y="1"/>
                    </a:cubicBezTo>
                    <a:cubicBezTo>
                      <a:pt x="0" y="2"/>
                      <a:pt x="0" y="3"/>
                      <a:pt x="1" y="3"/>
                    </a:cubicBezTo>
                    <a:cubicBezTo>
                      <a:pt x="4" y="5"/>
                      <a:pt x="7" y="6"/>
                      <a:pt x="10" y="9"/>
                    </a:cubicBezTo>
                    <a:cubicBezTo>
                      <a:pt x="14" y="14"/>
                      <a:pt x="18" y="16"/>
                      <a:pt x="24" y="18"/>
                    </a:cubicBezTo>
                    <a:cubicBezTo>
                      <a:pt x="28" y="19"/>
                      <a:pt x="32" y="22"/>
                      <a:pt x="35" y="24"/>
                    </a:cubicBezTo>
                    <a:cubicBezTo>
                      <a:pt x="39" y="27"/>
                      <a:pt x="42" y="30"/>
                      <a:pt x="47" y="32"/>
                    </a:cubicBezTo>
                    <a:cubicBezTo>
                      <a:pt x="52" y="33"/>
                      <a:pt x="56" y="33"/>
                      <a:pt x="61" y="34"/>
                    </a:cubicBezTo>
                    <a:cubicBezTo>
                      <a:pt x="66" y="34"/>
                      <a:pt x="71" y="35"/>
                      <a:pt x="77" y="36"/>
                    </a:cubicBezTo>
                    <a:cubicBezTo>
                      <a:pt x="83" y="37"/>
                      <a:pt x="88" y="38"/>
                      <a:pt x="94" y="40"/>
                    </a:cubicBezTo>
                    <a:cubicBezTo>
                      <a:pt x="97" y="41"/>
                      <a:pt x="100" y="42"/>
                      <a:pt x="104" y="44"/>
                    </a:cubicBezTo>
                    <a:cubicBezTo>
                      <a:pt x="109" y="45"/>
                      <a:pt x="114" y="46"/>
                      <a:pt x="118" y="47"/>
                    </a:cubicBezTo>
                    <a:cubicBezTo>
                      <a:pt x="123" y="49"/>
                      <a:pt x="129" y="50"/>
                      <a:pt x="134" y="51"/>
                    </a:cubicBezTo>
                    <a:cubicBezTo>
                      <a:pt x="137" y="52"/>
                      <a:pt x="139" y="53"/>
                      <a:pt x="142" y="55"/>
                    </a:cubicBezTo>
                    <a:cubicBezTo>
                      <a:pt x="142" y="55"/>
                      <a:pt x="143" y="56"/>
                      <a:pt x="143" y="57"/>
                    </a:cubicBezTo>
                    <a:cubicBezTo>
                      <a:pt x="144" y="59"/>
                      <a:pt x="145" y="61"/>
                      <a:pt x="145" y="63"/>
                    </a:cubicBezTo>
                    <a:cubicBezTo>
                      <a:pt x="145" y="64"/>
                      <a:pt x="146" y="64"/>
                      <a:pt x="146" y="65"/>
                    </a:cubicBezTo>
                    <a:cubicBezTo>
                      <a:pt x="146" y="66"/>
                      <a:pt x="147" y="67"/>
                      <a:pt x="148" y="67"/>
                    </a:cubicBezTo>
                    <a:cubicBezTo>
                      <a:pt x="148" y="68"/>
                      <a:pt x="149" y="67"/>
                      <a:pt x="150" y="67"/>
                    </a:cubicBezTo>
                    <a:cubicBezTo>
                      <a:pt x="150" y="66"/>
                      <a:pt x="150" y="65"/>
                      <a:pt x="149" y="65"/>
                    </a:cubicBezTo>
                    <a:close/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7748" name="Freeform 164">
                <a:extLst>
                  <a:ext uri="{FF2B5EF4-FFF2-40B4-BE49-F238E27FC236}">
                    <a16:creationId xmlns:a16="http://schemas.microsoft.com/office/drawing/2014/main" id="{CF28DE55-70FB-41D4-90C6-31F46E1154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8" y="1144"/>
                <a:ext cx="95" cy="114"/>
              </a:xfrm>
              <a:custGeom>
                <a:avLst/>
                <a:gdLst>
                  <a:gd name="T0" fmla="*/ 158 w 68"/>
                  <a:gd name="T1" fmla="*/ 129 h 82"/>
                  <a:gd name="T2" fmla="*/ 147 w 68"/>
                  <a:gd name="T3" fmla="*/ 185 h 82"/>
                  <a:gd name="T4" fmla="*/ 143 w 68"/>
                  <a:gd name="T5" fmla="*/ 164 h 82"/>
                  <a:gd name="T6" fmla="*/ 124 w 68"/>
                  <a:gd name="T7" fmla="*/ 218 h 82"/>
                  <a:gd name="T8" fmla="*/ 115 w 68"/>
                  <a:gd name="T9" fmla="*/ 160 h 82"/>
                  <a:gd name="T10" fmla="*/ 112 w 68"/>
                  <a:gd name="T11" fmla="*/ 113 h 82"/>
                  <a:gd name="T12" fmla="*/ 84 w 68"/>
                  <a:gd name="T13" fmla="*/ 164 h 82"/>
                  <a:gd name="T14" fmla="*/ 70 w 68"/>
                  <a:gd name="T15" fmla="*/ 213 h 82"/>
                  <a:gd name="T16" fmla="*/ 68 w 68"/>
                  <a:gd name="T17" fmla="*/ 135 h 82"/>
                  <a:gd name="T18" fmla="*/ 88 w 68"/>
                  <a:gd name="T19" fmla="*/ 83 h 82"/>
                  <a:gd name="T20" fmla="*/ 43 w 68"/>
                  <a:gd name="T21" fmla="*/ 129 h 82"/>
                  <a:gd name="T22" fmla="*/ 29 w 68"/>
                  <a:gd name="T23" fmla="*/ 172 h 82"/>
                  <a:gd name="T24" fmla="*/ 35 w 68"/>
                  <a:gd name="T25" fmla="*/ 115 h 82"/>
                  <a:gd name="T26" fmla="*/ 54 w 68"/>
                  <a:gd name="T27" fmla="*/ 81 h 82"/>
                  <a:gd name="T28" fmla="*/ 8 w 68"/>
                  <a:gd name="T29" fmla="*/ 167 h 82"/>
                  <a:gd name="T30" fmla="*/ 11 w 68"/>
                  <a:gd name="T31" fmla="*/ 104 h 82"/>
                  <a:gd name="T32" fmla="*/ 35 w 68"/>
                  <a:gd name="T33" fmla="*/ 60 h 82"/>
                  <a:gd name="T34" fmla="*/ 67 w 68"/>
                  <a:gd name="T35" fmla="*/ 25 h 82"/>
                  <a:gd name="T36" fmla="*/ 82 w 68"/>
                  <a:gd name="T37" fmla="*/ 0 h 82"/>
                  <a:gd name="T38" fmla="*/ 177 w 68"/>
                  <a:gd name="T39" fmla="*/ 56 h 82"/>
                  <a:gd name="T40" fmla="*/ 158 w 68"/>
                  <a:gd name="T41" fmla="*/ 129 h 82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68" h="82">
                    <a:moveTo>
                      <a:pt x="58" y="48"/>
                    </a:moveTo>
                    <a:cubicBezTo>
                      <a:pt x="54" y="54"/>
                      <a:pt x="54" y="62"/>
                      <a:pt x="54" y="69"/>
                    </a:cubicBezTo>
                    <a:cubicBezTo>
                      <a:pt x="53" y="67"/>
                      <a:pt x="54" y="64"/>
                      <a:pt x="52" y="61"/>
                    </a:cubicBezTo>
                    <a:cubicBezTo>
                      <a:pt x="50" y="65"/>
                      <a:pt x="51" y="82"/>
                      <a:pt x="46" y="81"/>
                    </a:cubicBezTo>
                    <a:cubicBezTo>
                      <a:pt x="42" y="80"/>
                      <a:pt x="42" y="63"/>
                      <a:pt x="42" y="60"/>
                    </a:cubicBezTo>
                    <a:cubicBezTo>
                      <a:pt x="42" y="55"/>
                      <a:pt x="43" y="47"/>
                      <a:pt x="41" y="42"/>
                    </a:cubicBezTo>
                    <a:cubicBezTo>
                      <a:pt x="37" y="46"/>
                      <a:pt x="33" y="56"/>
                      <a:pt x="31" y="61"/>
                    </a:cubicBezTo>
                    <a:cubicBezTo>
                      <a:pt x="29" y="66"/>
                      <a:pt x="29" y="76"/>
                      <a:pt x="26" y="79"/>
                    </a:cubicBezTo>
                    <a:cubicBezTo>
                      <a:pt x="22" y="72"/>
                      <a:pt x="23" y="58"/>
                      <a:pt x="25" y="50"/>
                    </a:cubicBezTo>
                    <a:cubicBezTo>
                      <a:pt x="26" y="43"/>
                      <a:pt x="31" y="37"/>
                      <a:pt x="32" y="31"/>
                    </a:cubicBezTo>
                    <a:cubicBezTo>
                      <a:pt x="25" y="35"/>
                      <a:pt x="20" y="41"/>
                      <a:pt x="16" y="48"/>
                    </a:cubicBezTo>
                    <a:cubicBezTo>
                      <a:pt x="14" y="53"/>
                      <a:pt x="14" y="60"/>
                      <a:pt x="11" y="64"/>
                    </a:cubicBezTo>
                    <a:cubicBezTo>
                      <a:pt x="9" y="58"/>
                      <a:pt x="11" y="48"/>
                      <a:pt x="13" y="43"/>
                    </a:cubicBezTo>
                    <a:cubicBezTo>
                      <a:pt x="15" y="38"/>
                      <a:pt x="17" y="34"/>
                      <a:pt x="20" y="30"/>
                    </a:cubicBezTo>
                    <a:cubicBezTo>
                      <a:pt x="11" y="36"/>
                      <a:pt x="3" y="51"/>
                      <a:pt x="3" y="62"/>
                    </a:cubicBezTo>
                    <a:cubicBezTo>
                      <a:pt x="0" y="56"/>
                      <a:pt x="2" y="45"/>
                      <a:pt x="4" y="39"/>
                    </a:cubicBezTo>
                    <a:cubicBezTo>
                      <a:pt x="6" y="32"/>
                      <a:pt x="9" y="27"/>
                      <a:pt x="13" y="22"/>
                    </a:cubicBezTo>
                    <a:cubicBezTo>
                      <a:pt x="17" y="17"/>
                      <a:pt x="21" y="14"/>
                      <a:pt x="24" y="9"/>
                    </a:cubicBezTo>
                    <a:cubicBezTo>
                      <a:pt x="26" y="6"/>
                      <a:pt x="28" y="3"/>
                      <a:pt x="30" y="0"/>
                    </a:cubicBezTo>
                    <a:cubicBezTo>
                      <a:pt x="42" y="6"/>
                      <a:pt x="52" y="15"/>
                      <a:pt x="65" y="21"/>
                    </a:cubicBezTo>
                    <a:cubicBezTo>
                      <a:pt x="64" y="14"/>
                      <a:pt x="68" y="34"/>
                      <a:pt x="58" y="48"/>
                    </a:cubicBezTo>
                    <a:close/>
                  </a:path>
                </a:pathLst>
              </a:custGeom>
              <a:solidFill>
                <a:srgbClr val="E069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7749" name="Freeform 165">
                <a:extLst>
                  <a:ext uri="{FF2B5EF4-FFF2-40B4-BE49-F238E27FC236}">
                    <a16:creationId xmlns:a16="http://schemas.microsoft.com/office/drawing/2014/main" id="{9B4D3699-6070-4955-BF6E-09C724AAFF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9" y="1073"/>
                <a:ext cx="143" cy="92"/>
              </a:xfrm>
              <a:custGeom>
                <a:avLst/>
                <a:gdLst>
                  <a:gd name="T0" fmla="*/ 6 w 103"/>
                  <a:gd name="T1" fmla="*/ 123 h 66"/>
                  <a:gd name="T2" fmla="*/ 0 w 103"/>
                  <a:gd name="T3" fmla="*/ 89 h 66"/>
                  <a:gd name="T4" fmla="*/ 29 w 103"/>
                  <a:gd name="T5" fmla="*/ 35 h 66"/>
                  <a:gd name="T6" fmla="*/ 85 w 103"/>
                  <a:gd name="T7" fmla="*/ 1 h 66"/>
                  <a:gd name="T8" fmla="*/ 119 w 103"/>
                  <a:gd name="T9" fmla="*/ 0 h 66"/>
                  <a:gd name="T10" fmla="*/ 64 w 103"/>
                  <a:gd name="T11" fmla="*/ 40 h 66"/>
                  <a:gd name="T12" fmla="*/ 108 w 103"/>
                  <a:gd name="T13" fmla="*/ 14 h 66"/>
                  <a:gd name="T14" fmla="*/ 155 w 103"/>
                  <a:gd name="T15" fmla="*/ 11 h 66"/>
                  <a:gd name="T16" fmla="*/ 61 w 103"/>
                  <a:gd name="T17" fmla="*/ 98 h 66"/>
                  <a:gd name="T18" fmla="*/ 124 w 103"/>
                  <a:gd name="T19" fmla="*/ 54 h 66"/>
                  <a:gd name="T20" fmla="*/ 85 w 103"/>
                  <a:gd name="T21" fmla="*/ 92 h 66"/>
                  <a:gd name="T22" fmla="*/ 119 w 103"/>
                  <a:gd name="T23" fmla="*/ 75 h 66"/>
                  <a:gd name="T24" fmla="*/ 99 w 103"/>
                  <a:gd name="T25" fmla="*/ 105 h 66"/>
                  <a:gd name="T26" fmla="*/ 158 w 103"/>
                  <a:gd name="T27" fmla="*/ 75 h 66"/>
                  <a:gd name="T28" fmla="*/ 228 w 103"/>
                  <a:gd name="T29" fmla="*/ 33 h 66"/>
                  <a:gd name="T30" fmla="*/ 208 w 103"/>
                  <a:gd name="T31" fmla="*/ 64 h 66"/>
                  <a:gd name="T32" fmla="*/ 164 w 103"/>
                  <a:gd name="T33" fmla="*/ 100 h 66"/>
                  <a:gd name="T34" fmla="*/ 131 w 103"/>
                  <a:gd name="T35" fmla="*/ 118 h 66"/>
                  <a:gd name="T36" fmla="*/ 172 w 103"/>
                  <a:gd name="T37" fmla="*/ 105 h 66"/>
                  <a:gd name="T38" fmla="*/ 228 w 103"/>
                  <a:gd name="T39" fmla="*/ 89 h 66"/>
                  <a:gd name="T40" fmla="*/ 247 w 103"/>
                  <a:gd name="T41" fmla="*/ 88 h 66"/>
                  <a:gd name="T42" fmla="*/ 179 w 103"/>
                  <a:gd name="T43" fmla="*/ 118 h 66"/>
                  <a:gd name="T44" fmla="*/ 257 w 103"/>
                  <a:gd name="T45" fmla="*/ 103 h 66"/>
                  <a:gd name="T46" fmla="*/ 264 w 103"/>
                  <a:gd name="T47" fmla="*/ 110 h 66"/>
                  <a:gd name="T48" fmla="*/ 276 w 103"/>
                  <a:gd name="T49" fmla="*/ 118 h 66"/>
                  <a:gd name="T50" fmla="*/ 160 w 103"/>
                  <a:gd name="T51" fmla="*/ 159 h 66"/>
                  <a:gd name="T52" fmla="*/ 131 w 103"/>
                  <a:gd name="T53" fmla="*/ 167 h 66"/>
                  <a:gd name="T54" fmla="*/ 104 w 103"/>
                  <a:gd name="T55" fmla="*/ 178 h 66"/>
                  <a:gd name="T56" fmla="*/ 124 w 103"/>
                  <a:gd name="T57" fmla="*/ 149 h 66"/>
                  <a:gd name="T58" fmla="*/ 89 w 103"/>
                  <a:gd name="T59" fmla="*/ 163 h 66"/>
                  <a:gd name="T60" fmla="*/ 103 w 103"/>
                  <a:gd name="T61" fmla="*/ 137 h 66"/>
                  <a:gd name="T62" fmla="*/ 89 w 103"/>
                  <a:gd name="T63" fmla="*/ 146 h 66"/>
                  <a:gd name="T64" fmla="*/ 96 w 103"/>
                  <a:gd name="T65" fmla="*/ 124 h 66"/>
                  <a:gd name="T66" fmla="*/ 69 w 103"/>
                  <a:gd name="T67" fmla="*/ 137 h 66"/>
                  <a:gd name="T68" fmla="*/ 71 w 103"/>
                  <a:gd name="T69" fmla="*/ 117 h 66"/>
                  <a:gd name="T70" fmla="*/ 60 w 103"/>
                  <a:gd name="T71" fmla="*/ 124 h 66"/>
                  <a:gd name="T72" fmla="*/ 35 w 103"/>
                  <a:gd name="T73" fmla="*/ 118 h 66"/>
                  <a:gd name="T74" fmla="*/ 26 w 103"/>
                  <a:gd name="T75" fmla="*/ 109 h 66"/>
                  <a:gd name="T76" fmla="*/ 15 w 103"/>
                  <a:gd name="T77" fmla="*/ 124 h 6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0" t="0" r="r" b="b"/>
                <a:pathLst>
                  <a:path w="103" h="66">
                    <a:moveTo>
                      <a:pt x="2" y="45"/>
                    </a:moveTo>
                    <a:cubicBezTo>
                      <a:pt x="2" y="41"/>
                      <a:pt x="0" y="37"/>
                      <a:pt x="0" y="33"/>
                    </a:cubicBezTo>
                    <a:cubicBezTo>
                      <a:pt x="1" y="25"/>
                      <a:pt x="5" y="19"/>
                      <a:pt x="11" y="13"/>
                    </a:cubicBezTo>
                    <a:cubicBezTo>
                      <a:pt x="16" y="8"/>
                      <a:pt x="24" y="3"/>
                      <a:pt x="32" y="1"/>
                    </a:cubicBezTo>
                    <a:cubicBezTo>
                      <a:pt x="36" y="0"/>
                      <a:pt x="41" y="1"/>
                      <a:pt x="45" y="0"/>
                    </a:cubicBezTo>
                    <a:cubicBezTo>
                      <a:pt x="39" y="6"/>
                      <a:pt x="26" y="3"/>
                      <a:pt x="24" y="15"/>
                    </a:cubicBezTo>
                    <a:cubicBezTo>
                      <a:pt x="30" y="12"/>
                      <a:pt x="34" y="7"/>
                      <a:pt x="40" y="5"/>
                    </a:cubicBezTo>
                    <a:cubicBezTo>
                      <a:pt x="46" y="3"/>
                      <a:pt x="52" y="4"/>
                      <a:pt x="58" y="4"/>
                    </a:cubicBezTo>
                    <a:cubicBezTo>
                      <a:pt x="41" y="7"/>
                      <a:pt x="27" y="20"/>
                      <a:pt x="23" y="36"/>
                    </a:cubicBezTo>
                    <a:cubicBezTo>
                      <a:pt x="27" y="28"/>
                      <a:pt x="37" y="17"/>
                      <a:pt x="46" y="20"/>
                    </a:cubicBezTo>
                    <a:cubicBezTo>
                      <a:pt x="44" y="22"/>
                      <a:pt x="30" y="29"/>
                      <a:pt x="32" y="34"/>
                    </a:cubicBezTo>
                    <a:cubicBezTo>
                      <a:pt x="33" y="37"/>
                      <a:pt x="42" y="29"/>
                      <a:pt x="45" y="28"/>
                    </a:cubicBezTo>
                    <a:cubicBezTo>
                      <a:pt x="43" y="33"/>
                      <a:pt x="40" y="36"/>
                      <a:pt x="37" y="39"/>
                    </a:cubicBezTo>
                    <a:cubicBezTo>
                      <a:pt x="44" y="34"/>
                      <a:pt x="51" y="32"/>
                      <a:pt x="59" y="28"/>
                    </a:cubicBezTo>
                    <a:cubicBezTo>
                      <a:pt x="69" y="25"/>
                      <a:pt x="77" y="19"/>
                      <a:pt x="85" y="12"/>
                    </a:cubicBezTo>
                    <a:cubicBezTo>
                      <a:pt x="82" y="15"/>
                      <a:pt x="81" y="20"/>
                      <a:pt x="78" y="24"/>
                    </a:cubicBezTo>
                    <a:cubicBezTo>
                      <a:pt x="73" y="30"/>
                      <a:pt x="67" y="34"/>
                      <a:pt x="61" y="37"/>
                    </a:cubicBezTo>
                    <a:cubicBezTo>
                      <a:pt x="57" y="39"/>
                      <a:pt x="52" y="41"/>
                      <a:pt x="49" y="44"/>
                    </a:cubicBezTo>
                    <a:cubicBezTo>
                      <a:pt x="54" y="44"/>
                      <a:pt x="59" y="41"/>
                      <a:pt x="64" y="39"/>
                    </a:cubicBezTo>
                    <a:cubicBezTo>
                      <a:pt x="71" y="37"/>
                      <a:pt x="78" y="35"/>
                      <a:pt x="85" y="33"/>
                    </a:cubicBezTo>
                    <a:cubicBezTo>
                      <a:pt x="88" y="32"/>
                      <a:pt x="89" y="31"/>
                      <a:pt x="92" y="32"/>
                    </a:cubicBezTo>
                    <a:cubicBezTo>
                      <a:pt x="91" y="38"/>
                      <a:pt x="70" y="37"/>
                      <a:pt x="67" y="44"/>
                    </a:cubicBezTo>
                    <a:cubicBezTo>
                      <a:pt x="76" y="46"/>
                      <a:pt x="89" y="33"/>
                      <a:pt x="96" y="38"/>
                    </a:cubicBezTo>
                    <a:cubicBezTo>
                      <a:pt x="97" y="38"/>
                      <a:pt x="99" y="40"/>
                      <a:pt x="99" y="41"/>
                    </a:cubicBezTo>
                    <a:cubicBezTo>
                      <a:pt x="101" y="42"/>
                      <a:pt x="102" y="42"/>
                      <a:pt x="103" y="44"/>
                    </a:cubicBezTo>
                    <a:cubicBezTo>
                      <a:pt x="88" y="46"/>
                      <a:pt x="75" y="57"/>
                      <a:pt x="60" y="59"/>
                    </a:cubicBezTo>
                    <a:cubicBezTo>
                      <a:pt x="56" y="59"/>
                      <a:pt x="52" y="60"/>
                      <a:pt x="49" y="62"/>
                    </a:cubicBezTo>
                    <a:cubicBezTo>
                      <a:pt x="45" y="64"/>
                      <a:pt x="43" y="66"/>
                      <a:pt x="39" y="66"/>
                    </a:cubicBezTo>
                    <a:cubicBezTo>
                      <a:pt x="40" y="61"/>
                      <a:pt x="43" y="58"/>
                      <a:pt x="46" y="55"/>
                    </a:cubicBezTo>
                    <a:cubicBezTo>
                      <a:pt x="42" y="55"/>
                      <a:pt x="37" y="59"/>
                      <a:pt x="33" y="60"/>
                    </a:cubicBezTo>
                    <a:cubicBezTo>
                      <a:pt x="34" y="57"/>
                      <a:pt x="36" y="53"/>
                      <a:pt x="38" y="50"/>
                    </a:cubicBezTo>
                    <a:cubicBezTo>
                      <a:pt x="36" y="51"/>
                      <a:pt x="35" y="53"/>
                      <a:pt x="33" y="54"/>
                    </a:cubicBezTo>
                    <a:cubicBezTo>
                      <a:pt x="33" y="51"/>
                      <a:pt x="35" y="49"/>
                      <a:pt x="36" y="46"/>
                    </a:cubicBezTo>
                    <a:cubicBezTo>
                      <a:pt x="32" y="45"/>
                      <a:pt x="29" y="48"/>
                      <a:pt x="26" y="50"/>
                    </a:cubicBezTo>
                    <a:cubicBezTo>
                      <a:pt x="26" y="48"/>
                      <a:pt x="27" y="45"/>
                      <a:pt x="27" y="43"/>
                    </a:cubicBezTo>
                    <a:cubicBezTo>
                      <a:pt x="24" y="42"/>
                      <a:pt x="23" y="45"/>
                      <a:pt x="22" y="46"/>
                    </a:cubicBezTo>
                    <a:cubicBezTo>
                      <a:pt x="19" y="43"/>
                      <a:pt x="18" y="35"/>
                      <a:pt x="13" y="44"/>
                    </a:cubicBezTo>
                    <a:cubicBezTo>
                      <a:pt x="12" y="43"/>
                      <a:pt x="12" y="39"/>
                      <a:pt x="10" y="40"/>
                    </a:cubicBezTo>
                    <a:cubicBezTo>
                      <a:pt x="6" y="40"/>
                      <a:pt x="7" y="45"/>
                      <a:pt x="6" y="46"/>
                    </a:cubicBezTo>
                  </a:path>
                </a:pathLst>
              </a:custGeom>
              <a:solidFill>
                <a:srgbClr val="E069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7750" name="Freeform 166">
                <a:extLst>
                  <a:ext uri="{FF2B5EF4-FFF2-40B4-BE49-F238E27FC236}">
                    <a16:creationId xmlns:a16="http://schemas.microsoft.com/office/drawing/2014/main" id="{92812A63-E5AF-40DB-B652-21D1BB5FD2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3" y="1283"/>
                <a:ext cx="86" cy="147"/>
              </a:xfrm>
              <a:custGeom>
                <a:avLst/>
                <a:gdLst>
                  <a:gd name="T0" fmla="*/ 21 w 62"/>
                  <a:gd name="T1" fmla="*/ 0 h 105"/>
                  <a:gd name="T2" fmla="*/ 60 w 62"/>
                  <a:gd name="T3" fmla="*/ 102 h 105"/>
                  <a:gd name="T4" fmla="*/ 89 w 62"/>
                  <a:gd name="T5" fmla="*/ 153 h 105"/>
                  <a:gd name="T6" fmla="*/ 123 w 62"/>
                  <a:gd name="T7" fmla="*/ 190 h 105"/>
                  <a:gd name="T8" fmla="*/ 165 w 62"/>
                  <a:gd name="T9" fmla="*/ 227 h 105"/>
                  <a:gd name="T10" fmla="*/ 125 w 62"/>
                  <a:gd name="T11" fmla="*/ 211 h 105"/>
                  <a:gd name="T12" fmla="*/ 129 w 62"/>
                  <a:gd name="T13" fmla="*/ 214 h 105"/>
                  <a:gd name="T14" fmla="*/ 110 w 62"/>
                  <a:gd name="T15" fmla="*/ 227 h 105"/>
                  <a:gd name="T16" fmla="*/ 133 w 62"/>
                  <a:gd name="T17" fmla="*/ 274 h 105"/>
                  <a:gd name="T18" fmla="*/ 105 w 62"/>
                  <a:gd name="T19" fmla="*/ 276 h 105"/>
                  <a:gd name="T20" fmla="*/ 89 w 62"/>
                  <a:gd name="T21" fmla="*/ 288 h 105"/>
                  <a:gd name="T22" fmla="*/ 64 w 62"/>
                  <a:gd name="T23" fmla="*/ 276 h 105"/>
                  <a:gd name="T24" fmla="*/ 0 w 62"/>
                  <a:gd name="T25" fmla="*/ 178 h 105"/>
                  <a:gd name="T26" fmla="*/ 43 w 62"/>
                  <a:gd name="T27" fmla="*/ 239 h 105"/>
                  <a:gd name="T28" fmla="*/ 35 w 62"/>
                  <a:gd name="T29" fmla="*/ 207 h 105"/>
                  <a:gd name="T30" fmla="*/ 80 w 62"/>
                  <a:gd name="T31" fmla="*/ 249 h 105"/>
                  <a:gd name="T32" fmla="*/ 71 w 62"/>
                  <a:gd name="T33" fmla="*/ 231 h 105"/>
                  <a:gd name="T34" fmla="*/ 43 w 62"/>
                  <a:gd name="T35" fmla="*/ 185 h 105"/>
                  <a:gd name="T36" fmla="*/ 26 w 62"/>
                  <a:gd name="T37" fmla="*/ 126 h 105"/>
                  <a:gd name="T38" fmla="*/ 89 w 62"/>
                  <a:gd name="T39" fmla="*/ 217 h 105"/>
                  <a:gd name="T40" fmla="*/ 36 w 62"/>
                  <a:gd name="T41" fmla="*/ 108 h 105"/>
                  <a:gd name="T42" fmla="*/ 60 w 62"/>
                  <a:gd name="T43" fmla="*/ 148 h 105"/>
                  <a:gd name="T44" fmla="*/ 94 w 62"/>
                  <a:gd name="T45" fmla="*/ 195 h 105"/>
                  <a:gd name="T46" fmla="*/ 64 w 62"/>
                  <a:gd name="T47" fmla="*/ 151 h 105"/>
                  <a:gd name="T48" fmla="*/ 68 w 62"/>
                  <a:gd name="T49" fmla="*/ 151 h 105"/>
                  <a:gd name="T50" fmla="*/ 35 w 62"/>
                  <a:gd name="T51" fmla="*/ 69 h 105"/>
                  <a:gd name="T52" fmla="*/ 24 w 62"/>
                  <a:gd name="T53" fmla="*/ 39 h 105"/>
                  <a:gd name="T54" fmla="*/ 21 w 62"/>
                  <a:gd name="T55" fmla="*/ 6 h 10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62" h="105">
                    <a:moveTo>
                      <a:pt x="8" y="0"/>
                    </a:moveTo>
                    <a:cubicBezTo>
                      <a:pt x="11" y="13"/>
                      <a:pt x="17" y="25"/>
                      <a:pt x="22" y="37"/>
                    </a:cubicBezTo>
                    <a:cubicBezTo>
                      <a:pt x="25" y="44"/>
                      <a:pt x="30" y="49"/>
                      <a:pt x="33" y="56"/>
                    </a:cubicBezTo>
                    <a:cubicBezTo>
                      <a:pt x="37" y="62"/>
                      <a:pt x="39" y="65"/>
                      <a:pt x="46" y="69"/>
                    </a:cubicBezTo>
                    <a:cubicBezTo>
                      <a:pt x="53" y="72"/>
                      <a:pt x="57" y="76"/>
                      <a:pt x="62" y="83"/>
                    </a:cubicBezTo>
                    <a:cubicBezTo>
                      <a:pt x="58" y="80"/>
                      <a:pt x="52" y="76"/>
                      <a:pt x="47" y="77"/>
                    </a:cubicBezTo>
                    <a:cubicBezTo>
                      <a:pt x="47" y="77"/>
                      <a:pt x="47" y="78"/>
                      <a:pt x="48" y="78"/>
                    </a:cubicBezTo>
                    <a:cubicBezTo>
                      <a:pt x="44" y="78"/>
                      <a:pt x="42" y="79"/>
                      <a:pt x="41" y="83"/>
                    </a:cubicBezTo>
                    <a:cubicBezTo>
                      <a:pt x="32" y="84"/>
                      <a:pt x="46" y="99"/>
                      <a:pt x="50" y="100"/>
                    </a:cubicBezTo>
                    <a:cubicBezTo>
                      <a:pt x="47" y="101"/>
                      <a:pt x="43" y="100"/>
                      <a:pt x="40" y="101"/>
                    </a:cubicBezTo>
                    <a:cubicBezTo>
                      <a:pt x="38" y="102"/>
                      <a:pt x="36" y="105"/>
                      <a:pt x="33" y="105"/>
                    </a:cubicBezTo>
                    <a:cubicBezTo>
                      <a:pt x="30" y="104"/>
                      <a:pt x="27" y="102"/>
                      <a:pt x="24" y="101"/>
                    </a:cubicBezTo>
                    <a:cubicBezTo>
                      <a:pt x="10" y="93"/>
                      <a:pt x="6" y="79"/>
                      <a:pt x="0" y="65"/>
                    </a:cubicBezTo>
                    <a:cubicBezTo>
                      <a:pt x="5" y="72"/>
                      <a:pt x="9" y="83"/>
                      <a:pt x="16" y="87"/>
                    </a:cubicBezTo>
                    <a:cubicBezTo>
                      <a:pt x="16" y="84"/>
                      <a:pt x="14" y="80"/>
                      <a:pt x="13" y="76"/>
                    </a:cubicBezTo>
                    <a:cubicBezTo>
                      <a:pt x="17" y="81"/>
                      <a:pt x="23" y="92"/>
                      <a:pt x="30" y="91"/>
                    </a:cubicBezTo>
                    <a:cubicBezTo>
                      <a:pt x="30" y="88"/>
                      <a:pt x="28" y="86"/>
                      <a:pt x="27" y="84"/>
                    </a:cubicBezTo>
                    <a:cubicBezTo>
                      <a:pt x="22" y="79"/>
                      <a:pt x="18" y="74"/>
                      <a:pt x="16" y="67"/>
                    </a:cubicBezTo>
                    <a:cubicBezTo>
                      <a:pt x="13" y="60"/>
                      <a:pt x="13" y="52"/>
                      <a:pt x="10" y="46"/>
                    </a:cubicBezTo>
                    <a:cubicBezTo>
                      <a:pt x="8" y="57"/>
                      <a:pt x="23" y="74"/>
                      <a:pt x="33" y="79"/>
                    </a:cubicBezTo>
                    <a:cubicBezTo>
                      <a:pt x="25" y="67"/>
                      <a:pt x="15" y="53"/>
                      <a:pt x="14" y="39"/>
                    </a:cubicBezTo>
                    <a:cubicBezTo>
                      <a:pt x="17" y="44"/>
                      <a:pt x="19" y="49"/>
                      <a:pt x="22" y="54"/>
                    </a:cubicBezTo>
                    <a:cubicBezTo>
                      <a:pt x="24" y="58"/>
                      <a:pt x="30" y="71"/>
                      <a:pt x="35" y="71"/>
                    </a:cubicBezTo>
                    <a:cubicBezTo>
                      <a:pt x="36" y="65"/>
                      <a:pt x="27" y="59"/>
                      <a:pt x="24" y="55"/>
                    </a:cubicBezTo>
                    <a:cubicBezTo>
                      <a:pt x="25" y="55"/>
                      <a:pt x="25" y="55"/>
                      <a:pt x="25" y="55"/>
                    </a:cubicBezTo>
                    <a:cubicBezTo>
                      <a:pt x="23" y="45"/>
                      <a:pt x="16" y="35"/>
                      <a:pt x="13" y="25"/>
                    </a:cubicBezTo>
                    <a:cubicBezTo>
                      <a:pt x="11" y="22"/>
                      <a:pt x="10" y="18"/>
                      <a:pt x="9" y="14"/>
                    </a:cubicBezTo>
                    <a:cubicBezTo>
                      <a:pt x="8" y="10"/>
                      <a:pt x="8" y="7"/>
                      <a:pt x="8" y="2"/>
                    </a:cubicBezTo>
                  </a:path>
                </a:pathLst>
              </a:custGeom>
              <a:solidFill>
                <a:srgbClr val="B74D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7751" name="Freeform 167">
                <a:extLst>
                  <a:ext uri="{FF2B5EF4-FFF2-40B4-BE49-F238E27FC236}">
                    <a16:creationId xmlns:a16="http://schemas.microsoft.com/office/drawing/2014/main" id="{81189697-F2AC-4041-B58F-A80EF392E4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2" y="1307"/>
                <a:ext cx="17" cy="107"/>
              </a:xfrm>
              <a:custGeom>
                <a:avLst/>
                <a:gdLst>
                  <a:gd name="T0" fmla="*/ 0 w 12"/>
                  <a:gd name="T1" fmla="*/ 6 h 77"/>
                  <a:gd name="T2" fmla="*/ 0 w 12"/>
                  <a:gd name="T3" fmla="*/ 8 h 77"/>
                  <a:gd name="T4" fmla="*/ 6 w 12"/>
                  <a:gd name="T5" fmla="*/ 40 h 77"/>
                  <a:gd name="T6" fmla="*/ 13 w 12"/>
                  <a:gd name="T7" fmla="*/ 96 h 77"/>
                  <a:gd name="T8" fmla="*/ 23 w 12"/>
                  <a:gd name="T9" fmla="*/ 147 h 77"/>
                  <a:gd name="T10" fmla="*/ 26 w 12"/>
                  <a:gd name="T11" fmla="*/ 170 h 77"/>
                  <a:gd name="T12" fmla="*/ 23 w 12"/>
                  <a:gd name="T13" fmla="*/ 201 h 77"/>
                  <a:gd name="T14" fmla="*/ 26 w 12"/>
                  <a:gd name="T15" fmla="*/ 207 h 77"/>
                  <a:gd name="T16" fmla="*/ 33 w 12"/>
                  <a:gd name="T17" fmla="*/ 201 h 77"/>
                  <a:gd name="T18" fmla="*/ 34 w 12"/>
                  <a:gd name="T19" fmla="*/ 170 h 77"/>
                  <a:gd name="T20" fmla="*/ 33 w 12"/>
                  <a:gd name="T21" fmla="*/ 145 h 77"/>
                  <a:gd name="T22" fmla="*/ 20 w 12"/>
                  <a:gd name="T23" fmla="*/ 96 h 77"/>
                  <a:gd name="T24" fmla="*/ 14 w 12"/>
                  <a:gd name="T25" fmla="*/ 36 h 77"/>
                  <a:gd name="T26" fmla="*/ 9 w 12"/>
                  <a:gd name="T27" fmla="*/ 8 h 77"/>
                  <a:gd name="T28" fmla="*/ 9 w 12"/>
                  <a:gd name="T29" fmla="*/ 6 h 77"/>
                  <a:gd name="T30" fmla="*/ 1 w 12"/>
                  <a:gd name="T31" fmla="*/ 0 h 77"/>
                  <a:gd name="T32" fmla="*/ 0 w 12"/>
                  <a:gd name="T33" fmla="*/ 6 h 7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2" h="77">
                    <a:moveTo>
                      <a:pt x="0" y="2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7"/>
                      <a:pt x="2" y="11"/>
                      <a:pt x="2" y="15"/>
                    </a:cubicBezTo>
                    <a:cubicBezTo>
                      <a:pt x="3" y="22"/>
                      <a:pt x="4" y="29"/>
                      <a:pt x="4" y="36"/>
                    </a:cubicBezTo>
                    <a:cubicBezTo>
                      <a:pt x="5" y="43"/>
                      <a:pt x="7" y="48"/>
                      <a:pt x="8" y="55"/>
                    </a:cubicBezTo>
                    <a:cubicBezTo>
                      <a:pt x="9" y="57"/>
                      <a:pt x="9" y="60"/>
                      <a:pt x="9" y="63"/>
                    </a:cubicBezTo>
                    <a:cubicBezTo>
                      <a:pt x="9" y="67"/>
                      <a:pt x="9" y="71"/>
                      <a:pt x="8" y="75"/>
                    </a:cubicBezTo>
                    <a:cubicBezTo>
                      <a:pt x="8" y="76"/>
                      <a:pt x="8" y="76"/>
                      <a:pt x="9" y="77"/>
                    </a:cubicBezTo>
                    <a:cubicBezTo>
                      <a:pt x="10" y="77"/>
                      <a:pt x="10" y="76"/>
                      <a:pt x="11" y="75"/>
                    </a:cubicBezTo>
                    <a:cubicBezTo>
                      <a:pt x="12" y="71"/>
                      <a:pt x="12" y="67"/>
                      <a:pt x="12" y="63"/>
                    </a:cubicBezTo>
                    <a:cubicBezTo>
                      <a:pt x="12" y="60"/>
                      <a:pt x="12" y="57"/>
                      <a:pt x="11" y="54"/>
                    </a:cubicBezTo>
                    <a:cubicBezTo>
                      <a:pt x="10" y="48"/>
                      <a:pt x="8" y="42"/>
                      <a:pt x="7" y="36"/>
                    </a:cubicBezTo>
                    <a:cubicBezTo>
                      <a:pt x="7" y="29"/>
                      <a:pt x="6" y="21"/>
                      <a:pt x="5" y="14"/>
                    </a:cubicBezTo>
                    <a:cubicBezTo>
                      <a:pt x="4" y="10"/>
                      <a:pt x="3" y="6"/>
                      <a:pt x="3" y="3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1"/>
                      <a:pt x="2" y="0"/>
                      <a:pt x="1" y="0"/>
                    </a:cubicBezTo>
                    <a:cubicBezTo>
                      <a:pt x="0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7752" name="Freeform 168">
                <a:extLst>
                  <a:ext uri="{FF2B5EF4-FFF2-40B4-BE49-F238E27FC236}">
                    <a16:creationId xmlns:a16="http://schemas.microsoft.com/office/drawing/2014/main" id="{AF1986FD-950F-4AAB-8554-418689D91B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6" y="1360"/>
                <a:ext cx="40" cy="125"/>
              </a:xfrm>
              <a:custGeom>
                <a:avLst/>
                <a:gdLst>
                  <a:gd name="T0" fmla="*/ 0 w 29"/>
                  <a:gd name="T1" fmla="*/ 6 h 90"/>
                  <a:gd name="T2" fmla="*/ 1 w 29"/>
                  <a:gd name="T3" fmla="*/ 56 h 90"/>
                  <a:gd name="T4" fmla="*/ 11 w 29"/>
                  <a:gd name="T5" fmla="*/ 104 h 90"/>
                  <a:gd name="T6" fmla="*/ 19 w 29"/>
                  <a:gd name="T7" fmla="*/ 139 h 90"/>
                  <a:gd name="T8" fmla="*/ 34 w 29"/>
                  <a:gd name="T9" fmla="*/ 194 h 90"/>
                  <a:gd name="T10" fmla="*/ 70 w 29"/>
                  <a:gd name="T11" fmla="*/ 242 h 90"/>
                  <a:gd name="T12" fmla="*/ 76 w 29"/>
                  <a:gd name="T13" fmla="*/ 239 h 90"/>
                  <a:gd name="T14" fmla="*/ 74 w 29"/>
                  <a:gd name="T15" fmla="*/ 233 h 90"/>
                  <a:gd name="T16" fmla="*/ 41 w 29"/>
                  <a:gd name="T17" fmla="*/ 193 h 90"/>
                  <a:gd name="T18" fmla="*/ 26 w 29"/>
                  <a:gd name="T19" fmla="*/ 139 h 90"/>
                  <a:gd name="T20" fmla="*/ 19 w 29"/>
                  <a:gd name="T21" fmla="*/ 103 h 90"/>
                  <a:gd name="T22" fmla="*/ 11 w 29"/>
                  <a:gd name="T23" fmla="*/ 56 h 90"/>
                  <a:gd name="T24" fmla="*/ 8 w 29"/>
                  <a:gd name="T25" fmla="*/ 1 h 90"/>
                  <a:gd name="T26" fmla="*/ 6 w 29"/>
                  <a:gd name="T27" fmla="*/ 0 h 90"/>
                  <a:gd name="T28" fmla="*/ 0 w 29"/>
                  <a:gd name="T29" fmla="*/ 6 h 90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29" h="90">
                    <a:moveTo>
                      <a:pt x="0" y="2"/>
                    </a:moveTo>
                    <a:cubicBezTo>
                      <a:pt x="2" y="10"/>
                      <a:pt x="1" y="16"/>
                      <a:pt x="1" y="21"/>
                    </a:cubicBezTo>
                    <a:cubicBezTo>
                      <a:pt x="1" y="28"/>
                      <a:pt x="2" y="33"/>
                      <a:pt x="4" y="39"/>
                    </a:cubicBezTo>
                    <a:cubicBezTo>
                      <a:pt x="5" y="43"/>
                      <a:pt x="6" y="48"/>
                      <a:pt x="7" y="52"/>
                    </a:cubicBezTo>
                    <a:cubicBezTo>
                      <a:pt x="9" y="59"/>
                      <a:pt x="10" y="66"/>
                      <a:pt x="13" y="73"/>
                    </a:cubicBezTo>
                    <a:cubicBezTo>
                      <a:pt x="15" y="80"/>
                      <a:pt x="19" y="86"/>
                      <a:pt x="27" y="90"/>
                    </a:cubicBezTo>
                    <a:cubicBezTo>
                      <a:pt x="28" y="90"/>
                      <a:pt x="28" y="90"/>
                      <a:pt x="29" y="89"/>
                    </a:cubicBezTo>
                    <a:cubicBezTo>
                      <a:pt x="29" y="89"/>
                      <a:pt x="29" y="88"/>
                      <a:pt x="28" y="87"/>
                    </a:cubicBezTo>
                    <a:cubicBezTo>
                      <a:pt x="21" y="84"/>
                      <a:pt x="18" y="79"/>
                      <a:pt x="16" y="72"/>
                    </a:cubicBezTo>
                    <a:cubicBezTo>
                      <a:pt x="13" y="66"/>
                      <a:pt x="12" y="58"/>
                      <a:pt x="10" y="52"/>
                    </a:cubicBezTo>
                    <a:cubicBezTo>
                      <a:pt x="9" y="47"/>
                      <a:pt x="8" y="43"/>
                      <a:pt x="7" y="38"/>
                    </a:cubicBezTo>
                    <a:cubicBezTo>
                      <a:pt x="5" y="32"/>
                      <a:pt x="4" y="27"/>
                      <a:pt x="4" y="21"/>
                    </a:cubicBezTo>
                    <a:cubicBezTo>
                      <a:pt x="4" y="16"/>
                      <a:pt x="5" y="9"/>
                      <a:pt x="3" y="1"/>
                    </a:cubicBezTo>
                    <a:cubicBezTo>
                      <a:pt x="3" y="1"/>
                      <a:pt x="3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7753" name="Freeform 169">
                <a:extLst>
                  <a:ext uri="{FF2B5EF4-FFF2-40B4-BE49-F238E27FC236}">
                    <a16:creationId xmlns:a16="http://schemas.microsoft.com/office/drawing/2014/main" id="{58925D39-AE64-41C0-9C5C-AF0E2A015E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0" y="1367"/>
                <a:ext cx="35" cy="98"/>
              </a:xfrm>
              <a:custGeom>
                <a:avLst/>
                <a:gdLst>
                  <a:gd name="T0" fmla="*/ 0 w 25"/>
                  <a:gd name="T1" fmla="*/ 6 h 70"/>
                  <a:gd name="T2" fmla="*/ 14 w 25"/>
                  <a:gd name="T3" fmla="*/ 28 h 70"/>
                  <a:gd name="T4" fmla="*/ 21 w 25"/>
                  <a:gd name="T5" fmla="*/ 57 h 70"/>
                  <a:gd name="T6" fmla="*/ 34 w 25"/>
                  <a:gd name="T7" fmla="*/ 98 h 70"/>
                  <a:gd name="T8" fmla="*/ 60 w 25"/>
                  <a:gd name="T9" fmla="*/ 190 h 70"/>
                  <a:gd name="T10" fmla="*/ 67 w 25"/>
                  <a:gd name="T11" fmla="*/ 192 h 70"/>
                  <a:gd name="T12" fmla="*/ 69 w 25"/>
                  <a:gd name="T13" fmla="*/ 186 h 70"/>
                  <a:gd name="T14" fmla="*/ 41 w 25"/>
                  <a:gd name="T15" fmla="*/ 97 h 70"/>
                  <a:gd name="T16" fmla="*/ 29 w 25"/>
                  <a:gd name="T17" fmla="*/ 55 h 70"/>
                  <a:gd name="T18" fmla="*/ 21 w 25"/>
                  <a:gd name="T19" fmla="*/ 25 h 70"/>
                  <a:gd name="T20" fmla="*/ 8 w 25"/>
                  <a:gd name="T21" fmla="*/ 1 h 70"/>
                  <a:gd name="T22" fmla="*/ 1 w 25"/>
                  <a:gd name="T23" fmla="*/ 0 h 70"/>
                  <a:gd name="T24" fmla="*/ 0 w 25"/>
                  <a:gd name="T25" fmla="*/ 6 h 7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5" h="70">
                    <a:moveTo>
                      <a:pt x="0" y="2"/>
                    </a:moveTo>
                    <a:cubicBezTo>
                      <a:pt x="1" y="6"/>
                      <a:pt x="4" y="8"/>
                      <a:pt x="5" y="10"/>
                    </a:cubicBezTo>
                    <a:cubicBezTo>
                      <a:pt x="7" y="14"/>
                      <a:pt x="7" y="17"/>
                      <a:pt x="8" y="21"/>
                    </a:cubicBezTo>
                    <a:cubicBezTo>
                      <a:pt x="9" y="26"/>
                      <a:pt x="11" y="31"/>
                      <a:pt x="12" y="36"/>
                    </a:cubicBezTo>
                    <a:cubicBezTo>
                      <a:pt x="15" y="47"/>
                      <a:pt x="17" y="59"/>
                      <a:pt x="22" y="69"/>
                    </a:cubicBezTo>
                    <a:cubicBezTo>
                      <a:pt x="22" y="70"/>
                      <a:pt x="23" y="70"/>
                      <a:pt x="24" y="70"/>
                    </a:cubicBezTo>
                    <a:cubicBezTo>
                      <a:pt x="25" y="69"/>
                      <a:pt x="25" y="69"/>
                      <a:pt x="25" y="68"/>
                    </a:cubicBezTo>
                    <a:cubicBezTo>
                      <a:pt x="20" y="58"/>
                      <a:pt x="18" y="46"/>
                      <a:pt x="15" y="35"/>
                    </a:cubicBezTo>
                    <a:cubicBezTo>
                      <a:pt x="14" y="30"/>
                      <a:pt x="12" y="25"/>
                      <a:pt x="11" y="20"/>
                    </a:cubicBezTo>
                    <a:cubicBezTo>
                      <a:pt x="10" y="16"/>
                      <a:pt x="10" y="13"/>
                      <a:pt x="8" y="9"/>
                    </a:cubicBezTo>
                    <a:cubicBezTo>
                      <a:pt x="6" y="6"/>
                      <a:pt x="4" y="4"/>
                      <a:pt x="3" y="1"/>
                    </a:cubicBezTo>
                    <a:cubicBezTo>
                      <a:pt x="3" y="0"/>
                      <a:pt x="2" y="0"/>
                      <a:pt x="1" y="0"/>
                    </a:cubicBezTo>
                    <a:cubicBezTo>
                      <a:pt x="1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7754" name="Freeform 170">
                <a:extLst>
                  <a:ext uri="{FF2B5EF4-FFF2-40B4-BE49-F238E27FC236}">
                    <a16:creationId xmlns:a16="http://schemas.microsoft.com/office/drawing/2014/main" id="{378A741E-9936-4010-96FC-0545F6CA60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0" y="1131"/>
                <a:ext cx="42" cy="35"/>
              </a:xfrm>
              <a:custGeom>
                <a:avLst/>
                <a:gdLst>
                  <a:gd name="T0" fmla="*/ 0 w 30"/>
                  <a:gd name="T1" fmla="*/ 21 h 25"/>
                  <a:gd name="T2" fmla="*/ 20 w 30"/>
                  <a:gd name="T3" fmla="*/ 34 h 25"/>
                  <a:gd name="T4" fmla="*/ 35 w 30"/>
                  <a:gd name="T5" fmla="*/ 49 h 25"/>
                  <a:gd name="T6" fmla="*/ 67 w 30"/>
                  <a:gd name="T7" fmla="*/ 63 h 25"/>
                  <a:gd name="T8" fmla="*/ 70 w 30"/>
                  <a:gd name="T9" fmla="*/ 41 h 25"/>
                  <a:gd name="T10" fmla="*/ 77 w 30"/>
                  <a:gd name="T11" fmla="*/ 0 h 25"/>
                  <a:gd name="T12" fmla="*/ 67 w 30"/>
                  <a:gd name="T13" fmla="*/ 14 h 25"/>
                  <a:gd name="T14" fmla="*/ 48 w 30"/>
                  <a:gd name="T15" fmla="*/ 20 h 25"/>
                  <a:gd name="T16" fmla="*/ 25 w 30"/>
                  <a:gd name="T17" fmla="*/ 20 h 25"/>
                  <a:gd name="T18" fmla="*/ 6 w 30"/>
                  <a:gd name="T19" fmla="*/ 21 h 2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0" h="25">
                    <a:moveTo>
                      <a:pt x="0" y="8"/>
                    </a:moveTo>
                    <a:cubicBezTo>
                      <a:pt x="1" y="10"/>
                      <a:pt x="5" y="10"/>
                      <a:pt x="7" y="12"/>
                    </a:cubicBezTo>
                    <a:cubicBezTo>
                      <a:pt x="9" y="13"/>
                      <a:pt x="11" y="16"/>
                      <a:pt x="13" y="18"/>
                    </a:cubicBezTo>
                    <a:cubicBezTo>
                      <a:pt x="16" y="20"/>
                      <a:pt x="20" y="22"/>
                      <a:pt x="24" y="23"/>
                    </a:cubicBezTo>
                    <a:cubicBezTo>
                      <a:pt x="30" y="25"/>
                      <a:pt x="26" y="18"/>
                      <a:pt x="26" y="15"/>
                    </a:cubicBezTo>
                    <a:cubicBezTo>
                      <a:pt x="25" y="11"/>
                      <a:pt x="24" y="3"/>
                      <a:pt x="28" y="0"/>
                    </a:cubicBezTo>
                    <a:cubicBezTo>
                      <a:pt x="27" y="1"/>
                      <a:pt x="25" y="4"/>
                      <a:pt x="24" y="5"/>
                    </a:cubicBezTo>
                    <a:cubicBezTo>
                      <a:pt x="22" y="6"/>
                      <a:pt x="19" y="7"/>
                      <a:pt x="17" y="7"/>
                    </a:cubicBezTo>
                    <a:cubicBezTo>
                      <a:pt x="14" y="8"/>
                      <a:pt x="12" y="7"/>
                      <a:pt x="9" y="7"/>
                    </a:cubicBezTo>
                    <a:cubicBezTo>
                      <a:pt x="7" y="7"/>
                      <a:pt x="3" y="8"/>
                      <a:pt x="2" y="8"/>
                    </a:cubicBezTo>
                  </a:path>
                </a:pathLst>
              </a:custGeom>
              <a:solidFill>
                <a:srgbClr val="B74D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7755" name="Freeform 171">
                <a:extLst>
                  <a:ext uri="{FF2B5EF4-FFF2-40B4-BE49-F238E27FC236}">
                    <a16:creationId xmlns:a16="http://schemas.microsoft.com/office/drawing/2014/main" id="{AB5699D2-38B0-4DA5-B0D1-3E3AF4A0D2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5" y="1156"/>
                <a:ext cx="67" cy="81"/>
              </a:xfrm>
              <a:custGeom>
                <a:avLst/>
                <a:gdLst>
                  <a:gd name="T0" fmla="*/ 131 w 48"/>
                  <a:gd name="T1" fmla="*/ 53 h 58"/>
                  <a:gd name="T2" fmla="*/ 98 w 48"/>
                  <a:gd name="T3" fmla="*/ 158 h 58"/>
                  <a:gd name="T4" fmla="*/ 95 w 48"/>
                  <a:gd name="T5" fmla="*/ 80 h 58"/>
                  <a:gd name="T6" fmla="*/ 88 w 48"/>
                  <a:gd name="T7" fmla="*/ 124 h 58"/>
                  <a:gd name="T8" fmla="*/ 88 w 48"/>
                  <a:gd name="T9" fmla="*/ 54 h 58"/>
                  <a:gd name="T10" fmla="*/ 68 w 48"/>
                  <a:gd name="T11" fmla="*/ 89 h 58"/>
                  <a:gd name="T12" fmla="*/ 70 w 48"/>
                  <a:gd name="T13" fmla="*/ 70 h 58"/>
                  <a:gd name="T14" fmla="*/ 53 w 48"/>
                  <a:gd name="T15" fmla="*/ 128 h 58"/>
                  <a:gd name="T16" fmla="*/ 70 w 48"/>
                  <a:gd name="T17" fmla="*/ 43 h 58"/>
                  <a:gd name="T18" fmla="*/ 53 w 48"/>
                  <a:gd name="T19" fmla="*/ 80 h 58"/>
                  <a:gd name="T20" fmla="*/ 60 w 48"/>
                  <a:gd name="T21" fmla="*/ 43 h 58"/>
                  <a:gd name="T22" fmla="*/ 39 w 48"/>
                  <a:gd name="T23" fmla="*/ 63 h 58"/>
                  <a:gd name="T24" fmla="*/ 47 w 48"/>
                  <a:gd name="T25" fmla="*/ 49 h 58"/>
                  <a:gd name="T26" fmla="*/ 21 w 48"/>
                  <a:gd name="T27" fmla="*/ 66 h 58"/>
                  <a:gd name="T28" fmla="*/ 28 w 48"/>
                  <a:gd name="T29" fmla="*/ 49 h 58"/>
                  <a:gd name="T30" fmla="*/ 0 w 48"/>
                  <a:gd name="T31" fmla="*/ 70 h 58"/>
                  <a:gd name="T32" fmla="*/ 56 w 48"/>
                  <a:gd name="T33" fmla="*/ 0 h 58"/>
                  <a:gd name="T34" fmla="*/ 40 w 48"/>
                  <a:gd name="T35" fmla="*/ 29 h 58"/>
                  <a:gd name="T36" fmla="*/ 63 w 48"/>
                  <a:gd name="T37" fmla="*/ 8 h 58"/>
                  <a:gd name="T38" fmla="*/ 53 w 48"/>
                  <a:gd name="T39" fmla="*/ 34 h 58"/>
                  <a:gd name="T40" fmla="*/ 82 w 48"/>
                  <a:gd name="T41" fmla="*/ 14 h 58"/>
                  <a:gd name="T42" fmla="*/ 75 w 48"/>
                  <a:gd name="T43" fmla="*/ 39 h 58"/>
                  <a:gd name="T44" fmla="*/ 103 w 48"/>
                  <a:gd name="T45" fmla="*/ 60 h 58"/>
                  <a:gd name="T46" fmla="*/ 114 w 48"/>
                  <a:gd name="T47" fmla="*/ 53 h 58"/>
                  <a:gd name="T48" fmla="*/ 112 w 48"/>
                  <a:gd name="T49" fmla="*/ 80 h 58"/>
                  <a:gd name="T50" fmla="*/ 128 w 48"/>
                  <a:gd name="T51" fmla="*/ 57 h 58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48" h="58">
                    <a:moveTo>
                      <a:pt x="48" y="19"/>
                    </a:moveTo>
                    <a:cubicBezTo>
                      <a:pt x="41" y="32"/>
                      <a:pt x="36" y="44"/>
                      <a:pt x="36" y="58"/>
                    </a:cubicBezTo>
                    <a:cubicBezTo>
                      <a:pt x="33" y="49"/>
                      <a:pt x="36" y="39"/>
                      <a:pt x="35" y="29"/>
                    </a:cubicBezTo>
                    <a:cubicBezTo>
                      <a:pt x="35" y="35"/>
                      <a:pt x="33" y="41"/>
                      <a:pt x="32" y="46"/>
                    </a:cubicBezTo>
                    <a:cubicBezTo>
                      <a:pt x="31" y="37"/>
                      <a:pt x="32" y="29"/>
                      <a:pt x="32" y="20"/>
                    </a:cubicBezTo>
                    <a:cubicBezTo>
                      <a:pt x="29" y="24"/>
                      <a:pt x="27" y="29"/>
                      <a:pt x="25" y="33"/>
                    </a:cubicBezTo>
                    <a:cubicBezTo>
                      <a:pt x="25" y="31"/>
                      <a:pt x="26" y="28"/>
                      <a:pt x="26" y="26"/>
                    </a:cubicBezTo>
                    <a:cubicBezTo>
                      <a:pt x="24" y="33"/>
                      <a:pt x="22" y="40"/>
                      <a:pt x="19" y="47"/>
                    </a:cubicBezTo>
                    <a:cubicBezTo>
                      <a:pt x="20" y="37"/>
                      <a:pt x="23" y="25"/>
                      <a:pt x="26" y="16"/>
                    </a:cubicBezTo>
                    <a:cubicBezTo>
                      <a:pt x="24" y="20"/>
                      <a:pt x="21" y="25"/>
                      <a:pt x="19" y="29"/>
                    </a:cubicBezTo>
                    <a:cubicBezTo>
                      <a:pt x="19" y="24"/>
                      <a:pt x="22" y="20"/>
                      <a:pt x="22" y="16"/>
                    </a:cubicBezTo>
                    <a:cubicBezTo>
                      <a:pt x="19" y="17"/>
                      <a:pt x="17" y="20"/>
                      <a:pt x="14" y="23"/>
                    </a:cubicBezTo>
                    <a:cubicBezTo>
                      <a:pt x="15" y="21"/>
                      <a:pt x="16" y="19"/>
                      <a:pt x="17" y="18"/>
                    </a:cubicBezTo>
                    <a:cubicBezTo>
                      <a:pt x="13" y="18"/>
                      <a:pt x="10" y="21"/>
                      <a:pt x="8" y="24"/>
                    </a:cubicBezTo>
                    <a:cubicBezTo>
                      <a:pt x="10" y="22"/>
                      <a:pt x="10" y="20"/>
                      <a:pt x="10" y="18"/>
                    </a:cubicBezTo>
                    <a:cubicBezTo>
                      <a:pt x="6" y="18"/>
                      <a:pt x="3" y="23"/>
                      <a:pt x="0" y="26"/>
                    </a:cubicBezTo>
                    <a:cubicBezTo>
                      <a:pt x="4" y="17"/>
                      <a:pt x="13" y="5"/>
                      <a:pt x="21" y="0"/>
                    </a:cubicBezTo>
                    <a:cubicBezTo>
                      <a:pt x="19" y="3"/>
                      <a:pt x="17" y="7"/>
                      <a:pt x="15" y="11"/>
                    </a:cubicBezTo>
                    <a:cubicBezTo>
                      <a:pt x="18" y="9"/>
                      <a:pt x="20" y="5"/>
                      <a:pt x="23" y="3"/>
                    </a:cubicBezTo>
                    <a:cubicBezTo>
                      <a:pt x="22" y="6"/>
                      <a:pt x="20" y="9"/>
                      <a:pt x="19" y="12"/>
                    </a:cubicBezTo>
                    <a:cubicBezTo>
                      <a:pt x="24" y="11"/>
                      <a:pt x="26" y="7"/>
                      <a:pt x="30" y="5"/>
                    </a:cubicBezTo>
                    <a:cubicBezTo>
                      <a:pt x="29" y="8"/>
                      <a:pt x="29" y="11"/>
                      <a:pt x="28" y="14"/>
                    </a:cubicBezTo>
                    <a:cubicBezTo>
                      <a:pt x="36" y="10"/>
                      <a:pt x="38" y="12"/>
                      <a:pt x="38" y="22"/>
                    </a:cubicBezTo>
                    <a:cubicBezTo>
                      <a:pt x="39" y="21"/>
                      <a:pt x="41" y="20"/>
                      <a:pt x="42" y="19"/>
                    </a:cubicBezTo>
                    <a:cubicBezTo>
                      <a:pt x="42" y="22"/>
                      <a:pt x="40" y="26"/>
                      <a:pt x="41" y="29"/>
                    </a:cubicBezTo>
                    <a:cubicBezTo>
                      <a:pt x="43" y="26"/>
                      <a:pt x="44" y="23"/>
                      <a:pt x="47" y="21"/>
                    </a:cubicBezTo>
                  </a:path>
                </a:pathLst>
              </a:custGeom>
              <a:solidFill>
                <a:srgbClr val="EE7E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7756" name="Freeform 172">
                <a:extLst>
                  <a:ext uri="{FF2B5EF4-FFF2-40B4-BE49-F238E27FC236}">
                    <a16:creationId xmlns:a16="http://schemas.microsoft.com/office/drawing/2014/main" id="{BCD86A9C-ACE4-4FF1-8557-6432D0F974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7" y="1090"/>
                <a:ext cx="113" cy="68"/>
              </a:xfrm>
              <a:custGeom>
                <a:avLst/>
                <a:gdLst>
                  <a:gd name="T0" fmla="*/ 39 w 81"/>
                  <a:gd name="T1" fmla="*/ 6 h 49"/>
                  <a:gd name="T2" fmla="*/ 0 w 81"/>
                  <a:gd name="T3" fmla="*/ 69 h 49"/>
                  <a:gd name="T4" fmla="*/ 21 w 81"/>
                  <a:gd name="T5" fmla="*/ 36 h 49"/>
                  <a:gd name="T6" fmla="*/ 8 w 81"/>
                  <a:gd name="T7" fmla="*/ 64 h 49"/>
                  <a:gd name="T8" fmla="*/ 20 w 81"/>
                  <a:gd name="T9" fmla="*/ 49 h 49"/>
                  <a:gd name="T10" fmla="*/ 14 w 81"/>
                  <a:gd name="T11" fmla="*/ 69 h 49"/>
                  <a:gd name="T12" fmla="*/ 28 w 81"/>
                  <a:gd name="T13" fmla="*/ 61 h 49"/>
                  <a:gd name="T14" fmla="*/ 28 w 81"/>
                  <a:gd name="T15" fmla="*/ 71 h 49"/>
                  <a:gd name="T16" fmla="*/ 43 w 81"/>
                  <a:gd name="T17" fmla="*/ 60 h 49"/>
                  <a:gd name="T18" fmla="*/ 43 w 81"/>
                  <a:gd name="T19" fmla="*/ 71 h 49"/>
                  <a:gd name="T20" fmla="*/ 63 w 81"/>
                  <a:gd name="T21" fmla="*/ 64 h 49"/>
                  <a:gd name="T22" fmla="*/ 60 w 81"/>
                  <a:gd name="T23" fmla="*/ 78 h 49"/>
                  <a:gd name="T24" fmla="*/ 88 w 81"/>
                  <a:gd name="T25" fmla="*/ 68 h 49"/>
                  <a:gd name="T26" fmla="*/ 64 w 81"/>
                  <a:gd name="T27" fmla="*/ 99 h 49"/>
                  <a:gd name="T28" fmla="*/ 102 w 81"/>
                  <a:gd name="T29" fmla="*/ 85 h 49"/>
                  <a:gd name="T30" fmla="*/ 84 w 81"/>
                  <a:gd name="T31" fmla="*/ 103 h 49"/>
                  <a:gd name="T32" fmla="*/ 133 w 81"/>
                  <a:gd name="T33" fmla="*/ 94 h 49"/>
                  <a:gd name="T34" fmla="*/ 95 w 81"/>
                  <a:gd name="T35" fmla="*/ 124 h 49"/>
                  <a:gd name="T36" fmla="*/ 146 w 81"/>
                  <a:gd name="T37" fmla="*/ 104 h 49"/>
                  <a:gd name="T38" fmla="*/ 220 w 81"/>
                  <a:gd name="T39" fmla="*/ 89 h 49"/>
                  <a:gd name="T40" fmla="*/ 195 w 81"/>
                  <a:gd name="T41" fmla="*/ 83 h 49"/>
                  <a:gd name="T42" fmla="*/ 137 w 81"/>
                  <a:gd name="T43" fmla="*/ 96 h 49"/>
                  <a:gd name="T44" fmla="*/ 166 w 81"/>
                  <a:gd name="T45" fmla="*/ 75 h 49"/>
                  <a:gd name="T46" fmla="*/ 123 w 81"/>
                  <a:gd name="T47" fmla="*/ 89 h 49"/>
                  <a:gd name="T48" fmla="*/ 137 w 81"/>
                  <a:gd name="T49" fmla="*/ 64 h 49"/>
                  <a:gd name="T50" fmla="*/ 102 w 81"/>
                  <a:gd name="T51" fmla="*/ 78 h 49"/>
                  <a:gd name="T52" fmla="*/ 117 w 81"/>
                  <a:gd name="T53" fmla="*/ 60 h 49"/>
                  <a:gd name="T54" fmla="*/ 98 w 81"/>
                  <a:gd name="T55" fmla="*/ 71 h 49"/>
                  <a:gd name="T56" fmla="*/ 109 w 81"/>
                  <a:gd name="T57" fmla="*/ 40 h 49"/>
                  <a:gd name="T58" fmla="*/ 84 w 81"/>
                  <a:gd name="T59" fmla="*/ 60 h 49"/>
                  <a:gd name="T60" fmla="*/ 88 w 81"/>
                  <a:gd name="T61" fmla="*/ 40 h 49"/>
                  <a:gd name="T62" fmla="*/ 68 w 81"/>
                  <a:gd name="T63" fmla="*/ 43 h 49"/>
                  <a:gd name="T64" fmla="*/ 68 w 81"/>
                  <a:gd name="T65" fmla="*/ 29 h 49"/>
                  <a:gd name="T66" fmla="*/ 43 w 81"/>
                  <a:gd name="T67" fmla="*/ 43 h 49"/>
                  <a:gd name="T68" fmla="*/ 49 w 81"/>
                  <a:gd name="T69" fmla="*/ 26 h 49"/>
                  <a:gd name="T70" fmla="*/ 39 w 81"/>
                  <a:gd name="T71" fmla="*/ 36 h 49"/>
                  <a:gd name="T72" fmla="*/ 33 w 81"/>
                  <a:gd name="T73" fmla="*/ 0 h 49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81" h="49">
                    <a:moveTo>
                      <a:pt x="14" y="2"/>
                    </a:moveTo>
                    <a:cubicBezTo>
                      <a:pt x="6" y="1"/>
                      <a:pt x="0" y="20"/>
                      <a:pt x="0" y="26"/>
                    </a:cubicBezTo>
                    <a:cubicBezTo>
                      <a:pt x="2" y="22"/>
                      <a:pt x="3" y="16"/>
                      <a:pt x="8" y="14"/>
                    </a:cubicBezTo>
                    <a:cubicBezTo>
                      <a:pt x="6" y="17"/>
                      <a:pt x="4" y="20"/>
                      <a:pt x="3" y="24"/>
                    </a:cubicBezTo>
                    <a:cubicBezTo>
                      <a:pt x="4" y="22"/>
                      <a:pt x="6" y="20"/>
                      <a:pt x="7" y="18"/>
                    </a:cubicBezTo>
                    <a:cubicBezTo>
                      <a:pt x="7" y="20"/>
                      <a:pt x="6" y="23"/>
                      <a:pt x="5" y="26"/>
                    </a:cubicBezTo>
                    <a:cubicBezTo>
                      <a:pt x="7" y="25"/>
                      <a:pt x="8" y="24"/>
                      <a:pt x="10" y="23"/>
                    </a:cubicBezTo>
                    <a:cubicBezTo>
                      <a:pt x="10" y="24"/>
                      <a:pt x="10" y="26"/>
                      <a:pt x="10" y="27"/>
                    </a:cubicBezTo>
                    <a:cubicBezTo>
                      <a:pt x="12" y="26"/>
                      <a:pt x="14" y="23"/>
                      <a:pt x="16" y="22"/>
                    </a:cubicBezTo>
                    <a:cubicBezTo>
                      <a:pt x="16" y="23"/>
                      <a:pt x="17" y="25"/>
                      <a:pt x="16" y="27"/>
                    </a:cubicBezTo>
                    <a:cubicBezTo>
                      <a:pt x="19" y="27"/>
                      <a:pt x="21" y="25"/>
                      <a:pt x="23" y="24"/>
                    </a:cubicBezTo>
                    <a:cubicBezTo>
                      <a:pt x="22" y="25"/>
                      <a:pt x="23" y="27"/>
                      <a:pt x="22" y="29"/>
                    </a:cubicBezTo>
                    <a:cubicBezTo>
                      <a:pt x="26" y="28"/>
                      <a:pt x="28" y="25"/>
                      <a:pt x="32" y="25"/>
                    </a:cubicBezTo>
                    <a:cubicBezTo>
                      <a:pt x="29" y="29"/>
                      <a:pt x="26" y="32"/>
                      <a:pt x="24" y="37"/>
                    </a:cubicBezTo>
                    <a:cubicBezTo>
                      <a:pt x="28" y="35"/>
                      <a:pt x="32" y="31"/>
                      <a:pt x="37" y="32"/>
                    </a:cubicBezTo>
                    <a:cubicBezTo>
                      <a:pt x="35" y="33"/>
                      <a:pt x="32" y="35"/>
                      <a:pt x="31" y="38"/>
                    </a:cubicBezTo>
                    <a:cubicBezTo>
                      <a:pt x="37" y="38"/>
                      <a:pt x="43" y="33"/>
                      <a:pt x="49" y="35"/>
                    </a:cubicBezTo>
                    <a:cubicBezTo>
                      <a:pt x="45" y="40"/>
                      <a:pt x="37" y="40"/>
                      <a:pt x="35" y="46"/>
                    </a:cubicBezTo>
                    <a:cubicBezTo>
                      <a:pt x="40" y="49"/>
                      <a:pt x="49" y="41"/>
                      <a:pt x="54" y="39"/>
                    </a:cubicBezTo>
                    <a:cubicBezTo>
                      <a:pt x="62" y="36"/>
                      <a:pt x="72" y="33"/>
                      <a:pt x="81" y="33"/>
                    </a:cubicBezTo>
                    <a:cubicBezTo>
                      <a:pt x="77" y="33"/>
                      <a:pt x="75" y="31"/>
                      <a:pt x="72" y="31"/>
                    </a:cubicBezTo>
                    <a:cubicBezTo>
                      <a:pt x="63" y="29"/>
                      <a:pt x="57" y="33"/>
                      <a:pt x="50" y="36"/>
                    </a:cubicBezTo>
                    <a:cubicBezTo>
                      <a:pt x="53" y="34"/>
                      <a:pt x="58" y="32"/>
                      <a:pt x="61" y="28"/>
                    </a:cubicBezTo>
                    <a:cubicBezTo>
                      <a:pt x="56" y="29"/>
                      <a:pt x="51" y="33"/>
                      <a:pt x="45" y="33"/>
                    </a:cubicBezTo>
                    <a:cubicBezTo>
                      <a:pt x="45" y="29"/>
                      <a:pt x="49" y="28"/>
                      <a:pt x="50" y="24"/>
                    </a:cubicBezTo>
                    <a:cubicBezTo>
                      <a:pt x="46" y="22"/>
                      <a:pt x="41" y="27"/>
                      <a:pt x="37" y="29"/>
                    </a:cubicBezTo>
                    <a:cubicBezTo>
                      <a:pt x="39" y="27"/>
                      <a:pt x="41" y="25"/>
                      <a:pt x="43" y="22"/>
                    </a:cubicBezTo>
                    <a:cubicBezTo>
                      <a:pt x="40" y="24"/>
                      <a:pt x="38" y="25"/>
                      <a:pt x="36" y="27"/>
                    </a:cubicBezTo>
                    <a:cubicBezTo>
                      <a:pt x="36" y="23"/>
                      <a:pt x="39" y="19"/>
                      <a:pt x="40" y="15"/>
                    </a:cubicBezTo>
                    <a:cubicBezTo>
                      <a:pt x="37" y="17"/>
                      <a:pt x="35" y="21"/>
                      <a:pt x="31" y="22"/>
                    </a:cubicBezTo>
                    <a:cubicBezTo>
                      <a:pt x="31" y="20"/>
                      <a:pt x="31" y="17"/>
                      <a:pt x="32" y="15"/>
                    </a:cubicBezTo>
                    <a:cubicBezTo>
                      <a:pt x="30" y="14"/>
                      <a:pt x="27" y="15"/>
                      <a:pt x="25" y="16"/>
                    </a:cubicBezTo>
                    <a:cubicBezTo>
                      <a:pt x="25" y="15"/>
                      <a:pt x="24" y="13"/>
                      <a:pt x="25" y="11"/>
                    </a:cubicBezTo>
                    <a:cubicBezTo>
                      <a:pt x="21" y="12"/>
                      <a:pt x="18" y="14"/>
                      <a:pt x="16" y="16"/>
                    </a:cubicBezTo>
                    <a:cubicBezTo>
                      <a:pt x="17" y="14"/>
                      <a:pt x="17" y="12"/>
                      <a:pt x="18" y="10"/>
                    </a:cubicBezTo>
                    <a:cubicBezTo>
                      <a:pt x="17" y="11"/>
                      <a:pt x="15" y="12"/>
                      <a:pt x="14" y="14"/>
                    </a:cubicBezTo>
                    <a:cubicBezTo>
                      <a:pt x="9" y="12"/>
                      <a:pt x="8" y="4"/>
                      <a:pt x="12" y="0"/>
                    </a:cubicBezTo>
                  </a:path>
                </a:pathLst>
              </a:custGeom>
              <a:solidFill>
                <a:srgbClr val="EE7E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7757" name="Freeform 173">
                <a:extLst>
                  <a:ext uri="{FF2B5EF4-FFF2-40B4-BE49-F238E27FC236}">
                    <a16:creationId xmlns:a16="http://schemas.microsoft.com/office/drawing/2014/main" id="{7936B041-590D-4B2C-A555-55B6DC11C6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4" y="1176"/>
                <a:ext cx="82" cy="215"/>
              </a:xfrm>
              <a:custGeom>
                <a:avLst/>
                <a:gdLst>
                  <a:gd name="T0" fmla="*/ 46 w 59"/>
                  <a:gd name="T1" fmla="*/ 0 h 154"/>
                  <a:gd name="T2" fmla="*/ 26 w 59"/>
                  <a:gd name="T3" fmla="*/ 78 h 154"/>
                  <a:gd name="T4" fmla="*/ 25 w 59"/>
                  <a:gd name="T5" fmla="*/ 207 h 154"/>
                  <a:gd name="T6" fmla="*/ 75 w 59"/>
                  <a:gd name="T7" fmla="*/ 329 h 154"/>
                  <a:gd name="T8" fmla="*/ 104 w 59"/>
                  <a:gd name="T9" fmla="*/ 373 h 154"/>
                  <a:gd name="T10" fmla="*/ 153 w 59"/>
                  <a:gd name="T11" fmla="*/ 408 h 154"/>
                  <a:gd name="T12" fmla="*/ 78 w 59"/>
                  <a:gd name="T13" fmla="*/ 262 h 154"/>
                  <a:gd name="T14" fmla="*/ 43 w 59"/>
                  <a:gd name="T15" fmla="*/ 92 h 154"/>
                  <a:gd name="T16" fmla="*/ 46 w 59"/>
                  <a:gd name="T17" fmla="*/ 0 h 15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9" h="154">
                    <a:moveTo>
                      <a:pt x="17" y="0"/>
                    </a:moveTo>
                    <a:cubicBezTo>
                      <a:pt x="17" y="0"/>
                      <a:pt x="17" y="20"/>
                      <a:pt x="10" y="29"/>
                    </a:cubicBezTo>
                    <a:cubicBezTo>
                      <a:pt x="2" y="39"/>
                      <a:pt x="0" y="57"/>
                      <a:pt x="9" y="76"/>
                    </a:cubicBezTo>
                    <a:cubicBezTo>
                      <a:pt x="18" y="95"/>
                      <a:pt x="24" y="114"/>
                      <a:pt x="28" y="121"/>
                    </a:cubicBezTo>
                    <a:cubicBezTo>
                      <a:pt x="32" y="127"/>
                      <a:pt x="33" y="135"/>
                      <a:pt x="39" y="137"/>
                    </a:cubicBezTo>
                    <a:cubicBezTo>
                      <a:pt x="44" y="140"/>
                      <a:pt x="54" y="147"/>
                      <a:pt x="57" y="150"/>
                    </a:cubicBezTo>
                    <a:cubicBezTo>
                      <a:pt x="59" y="154"/>
                      <a:pt x="40" y="125"/>
                      <a:pt x="29" y="97"/>
                    </a:cubicBezTo>
                    <a:cubicBezTo>
                      <a:pt x="17" y="69"/>
                      <a:pt x="13" y="52"/>
                      <a:pt x="16" y="34"/>
                    </a:cubicBezTo>
                    <a:cubicBezTo>
                      <a:pt x="19" y="17"/>
                      <a:pt x="17" y="0"/>
                      <a:pt x="17" y="0"/>
                    </a:cubicBezTo>
                    <a:close/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7758" name="Freeform 174">
                <a:extLst>
                  <a:ext uri="{FF2B5EF4-FFF2-40B4-BE49-F238E27FC236}">
                    <a16:creationId xmlns:a16="http://schemas.microsoft.com/office/drawing/2014/main" id="{9792AFC6-FACA-4FDD-B1CF-64FDD59852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5" y="1456"/>
                <a:ext cx="41" cy="66"/>
              </a:xfrm>
              <a:custGeom>
                <a:avLst/>
                <a:gdLst>
                  <a:gd name="T0" fmla="*/ 0 w 29"/>
                  <a:gd name="T1" fmla="*/ 1 h 47"/>
                  <a:gd name="T2" fmla="*/ 34 w 29"/>
                  <a:gd name="T3" fmla="*/ 35 h 47"/>
                  <a:gd name="T4" fmla="*/ 76 w 29"/>
                  <a:gd name="T5" fmla="*/ 62 h 47"/>
                  <a:gd name="T6" fmla="*/ 49 w 29"/>
                  <a:gd name="T7" fmla="*/ 69 h 47"/>
                  <a:gd name="T8" fmla="*/ 82 w 29"/>
                  <a:gd name="T9" fmla="*/ 131 h 47"/>
                  <a:gd name="T10" fmla="*/ 59 w 29"/>
                  <a:gd name="T11" fmla="*/ 108 h 47"/>
                  <a:gd name="T12" fmla="*/ 28 w 29"/>
                  <a:gd name="T13" fmla="*/ 69 h 47"/>
                  <a:gd name="T14" fmla="*/ 6 w 29"/>
                  <a:gd name="T15" fmla="*/ 8 h 4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9" h="47">
                    <a:moveTo>
                      <a:pt x="0" y="1"/>
                    </a:moveTo>
                    <a:cubicBezTo>
                      <a:pt x="3" y="0"/>
                      <a:pt x="9" y="11"/>
                      <a:pt x="12" y="13"/>
                    </a:cubicBezTo>
                    <a:cubicBezTo>
                      <a:pt x="16" y="16"/>
                      <a:pt x="24" y="18"/>
                      <a:pt x="27" y="22"/>
                    </a:cubicBezTo>
                    <a:cubicBezTo>
                      <a:pt x="22" y="21"/>
                      <a:pt x="17" y="17"/>
                      <a:pt x="18" y="25"/>
                    </a:cubicBezTo>
                    <a:cubicBezTo>
                      <a:pt x="19" y="32"/>
                      <a:pt x="25" y="41"/>
                      <a:pt x="29" y="47"/>
                    </a:cubicBezTo>
                    <a:cubicBezTo>
                      <a:pt x="27" y="44"/>
                      <a:pt x="24" y="42"/>
                      <a:pt x="21" y="39"/>
                    </a:cubicBezTo>
                    <a:cubicBezTo>
                      <a:pt x="17" y="35"/>
                      <a:pt x="14" y="30"/>
                      <a:pt x="10" y="25"/>
                    </a:cubicBezTo>
                    <a:cubicBezTo>
                      <a:pt x="6" y="19"/>
                      <a:pt x="2" y="10"/>
                      <a:pt x="2" y="3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7759" name="Freeform 175">
                <a:extLst>
                  <a:ext uri="{FF2B5EF4-FFF2-40B4-BE49-F238E27FC236}">
                    <a16:creationId xmlns:a16="http://schemas.microsoft.com/office/drawing/2014/main" id="{22E10BB4-71A5-4F12-927E-2197697216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4" y="1459"/>
                <a:ext cx="53" cy="77"/>
              </a:xfrm>
              <a:custGeom>
                <a:avLst/>
                <a:gdLst>
                  <a:gd name="T0" fmla="*/ 102 w 38"/>
                  <a:gd name="T1" fmla="*/ 0 h 55"/>
                  <a:gd name="T2" fmla="*/ 49 w 38"/>
                  <a:gd name="T3" fmla="*/ 49 h 55"/>
                  <a:gd name="T4" fmla="*/ 8 w 38"/>
                  <a:gd name="T5" fmla="*/ 88 h 55"/>
                  <a:gd name="T6" fmla="*/ 8 w 38"/>
                  <a:gd name="T7" fmla="*/ 151 h 55"/>
                  <a:gd name="T8" fmla="*/ 25 w 38"/>
                  <a:gd name="T9" fmla="*/ 118 h 55"/>
                  <a:gd name="T10" fmla="*/ 46 w 38"/>
                  <a:gd name="T11" fmla="*/ 90 h 55"/>
                  <a:gd name="T12" fmla="*/ 60 w 38"/>
                  <a:gd name="T13" fmla="*/ 63 h 55"/>
                  <a:gd name="T14" fmla="*/ 103 w 38"/>
                  <a:gd name="T15" fmla="*/ 1 h 5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8" h="55">
                    <a:moveTo>
                      <a:pt x="37" y="0"/>
                    </a:moveTo>
                    <a:cubicBezTo>
                      <a:pt x="29" y="0"/>
                      <a:pt x="23" y="13"/>
                      <a:pt x="18" y="18"/>
                    </a:cubicBezTo>
                    <a:cubicBezTo>
                      <a:pt x="14" y="23"/>
                      <a:pt x="7" y="27"/>
                      <a:pt x="3" y="32"/>
                    </a:cubicBezTo>
                    <a:cubicBezTo>
                      <a:pt x="0" y="37"/>
                      <a:pt x="1" y="50"/>
                      <a:pt x="3" y="55"/>
                    </a:cubicBezTo>
                    <a:cubicBezTo>
                      <a:pt x="3" y="51"/>
                      <a:pt x="7" y="46"/>
                      <a:pt x="9" y="43"/>
                    </a:cubicBezTo>
                    <a:cubicBezTo>
                      <a:pt x="12" y="39"/>
                      <a:pt x="15" y="36"/>
                      <a:pt x="17" y="33"/>
                    </a:cubicBezTo>
                    <a:cubicBezTo>
                      <a:pt x="20" y="30"/>
                      <a:pt x="21" y="27"/>
                      <a:pt x="22" y="23"/>
                    </a:cubicBezTo>
                    <a:cubicBezTo>
                      <a:pt x="27" y="16"/>
                      <a:pt x="32" y="8"/>
                      <a:pt x="38" y="1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7760" name="Freeform 176">
                <a:extLst>
                  <a:ext uri="{FF2B5EF4-FFF2-40B4-BE49-F238E27FC236}">
                    <a16:creationId xmlns:a16="http://schemas.microsoft.com/office/drawing/2014/main" id="{9E986CCF-A6D5-4D0F-A95A-29E5146D34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1" y="1519"/>
                <a:ext cx="81" cy="39"/>
              </a:xfrm>
              <a:custGeom>
                <a:avLst/>
                <a:gdLst>
                  <a:gd name="T0" fmla="*/ 156 w 58"/>
                  <a:gd name="T1" fmla="*/ 21 h 28"/>
                  <a:gd name="T2" fmla="*/ 119 w 58"/>
                  <a:gd name="T3" fmla="*/ 35 h 28"/>
                  <a:gd name="T4" fmla="*/ 75 w 58"/>
                  <a:gd name="T5" fmla="*/ 21 h 28"/>
                  <a:gd name="T6" fmla="*/ 0 w 58"/>
                  <a:gd name="T7" fmla="*/ 15 h 28"/>
                  <a:gd name="T8" fmla="*/ 49 w 58"/>
                  <a:gd name="T9" fmla="*/ 25 h 28"/>
                  <a:gd name="T10" fmla="*/ 98 w 58"/>
                  <a:gd name="T11" fmla="*/ 54 h 28"/>
                  <a:gd name="T12" fmla="*/ 156 w 58"/>
                  <a:gd name="T13" fmla="*/ 75 h 28"/>
                  <a:gd name="T14" fmla="*/ 151 w 58"/>
                  <a:gd name="T15" fmla="*/ 20 h 2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8" h="28">
                    <a:moveTo>
                      <a:pt x="57" y="8"/>
                    </a:moveTo>
                    <a:cubicBezTo>
                      <a:pt x="55" y="11"/>
                      <a:pt x="48" y="12"/>
                      <a:pt x="44" y="13"/>
                    </a:cubicBezTo>
                    <a:cubicBezTo>
                      <a:pt x="40" y="13"/>
                      <a:pt x="32" y="10"/>
                      <a:pt x="28" y="8"/>
                    </a:cubicBezTo>
                    <a:cubicBezTo>
                      <a:pt x="22" y="6"/>
                      <a:pt x="5" y="0"/>
                      <a:pt x="0" y="6"/>
                    </a:cubicBezTo>
                    <a:cubicBezTo>
                      <a:pt x="6" y="8"/>
                      <a:pt x="12" y="7"/>
                      <a:pt x="18" y="9"/>
                    </a:cubicBezTo>
                    <a:cubicBezTo>
                      <a:pt x="24" y="11"/>
                      <a:pt x="30" y="16"/>
                      <a:pt x="36" y="20"/>
                    </a:cubicBezTo>
                    <a:cubicBezTo>
                      <a:pt x="42" y="24"/>
                      <a:pt x="49" y="28"/>
                      <a:pt x="57" y="28"/>
                    </a:cubicBezTo>
                    <a:cubicBezTo>
                      <a:pt x="58" y="21"/>
                      <a:pt x="55" y="14"/>
                      <a:pt x="55" y="7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7761" name="Freeform 177">
                <a:extLst>
                  <a:ext uri="{FF2B5EF4-FFF2-40B4-BE49-F238E27FC236}">
                    <a16:creationId xmlns:a16="http://schemas.microsoft.com/office/drawing/2014/main" id="{C2F0BF5C-B8BC-4637-AF72-84D4ED28A0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0" y="1495"/>
                <a:ext cx="22" cy="31"/>
              </a:xfrm>
              <a:custGeom>
                <a:avLst/>
                <a:gdLst>
                  <a:gd name="T0" fmla="*/ 0 w 16"/>
                  <a:gd name="T1" fmla="*/ 39 h 22"/>
                  <a:gd name="T2" fmla="*/ 36 w 16"/>
                  <a:gd name="T3" fmla="*/ 42 h 22"/>
                  <a:gd name="T4" fmla="*/ 41 w 16"/>
                  <a:gd name="T5" fmla="*/ 0 h 22"/>
                  <a:gd name="T6" fmla="*/ 11 w 16"/>
                  <a:gd name="T7" fmla="*/ 39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22">
                    <a:moveTo>
                      <a:pt x="0" y="14"/>
                    </a:moveTo>
                    <a:cubicBezTo>
                      <a:pt x="4" y="19"/>
                      <a:pt x="10" y="22"/>
                      <a:pt x="14" y="15"/>
                    </a:cubicBezTo>
                    <a:cubicBezTo>
                      <a:pt x="16" y="11"/>
                      <a:pt x="16" y="4"/>
                      <a:pt x="16" y="0"/>
                    </a:cubicBezTo>
                    <a:cubicBezTo>
                      <a:pt x="13" y="7"/>
                      <a:pt x="14" y="15"/>
                      <a:pt x="4" y="14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7762" name="Freeform 178">
                <a:extLst>
                  <a:ext uri="{FF2B5EF4-FFF2-40B4-BE49-F238E27FC236}">
                    <a16:creationId xmlns:a16="http://schemas.microsoft.com/office/drawing/2014/main" id="{BE22D700-2C03-4491-9616-DC02C5FBAF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1" y="1353"/>
                <a:ext cx="56" cy="102"/>
              </a:xfrm>
              <a:custGeom>
                <a:avLst/>
                <a:gdLst>
                  <a:gd name="T0" fmla="*/ 6 w 40"/>
                  <a:gd name="T1" fmla="*/ 15 h 73"/>
                  <a:gd name="T2" fmla="*/ 6 w 40"/>
                  <a:gd name="T3" fmla="*/ 15 h 73"/>
                  <a:gd name="T4" fmla="*/ 67 w 40"/>
                  <a:gd name="T5" fmla="*/ 115 h 73"/>
                  <a:gd name="T6" fmla="*/ 109 w 40"/>
                  <a:gd name="T7" fmla="*/ 200 h 73"/>
                  <a:gd name="T8" fmla="*/ 67 w 40"/>
                  <a:gd name="T9" fmla="*/ 94 h 73"/>
                  <a:gd name="T10" fmla="*/ 29 w 40"/>
                  <a:gd name="T11" fmla="*/ 34 h 73"/>
                  <a:gd name="T12" fmla="*/ 0 w 40"/>
                  <a:gd name="T13" fmla="*/ 0 h 7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0" h="73">
                    <a:moveTo>
                      <a:pt x="2" y="6"/>
                    </a:moveTo>
                    <a:cubicBezTo>
                      <a:pt x="1" y="6"/>
                      <a:pt x="1" y="6"/>
                      <a:pt x="2" y="6"/>
                    </a:cubicBezTo>
                    <a:cubicBezTo>
                      <a:pt x="11" y="16"/>
                      <a:pt x="17" y="30"/>
                      <a:pt x="24" y="42"/>
                    </a:cubicBezTo>
                    <a:cubicBezTo>
                      <a:pt x="30" y="52"/>
                      <a:pt x="35" y="62"/>
                      <a:pt x="40" y="73"/>
                    </a:cubicBezTo>
                    <a:cubicBezTo>
                      <a:pt x="35" y="60"/>
                      <a:pt x="28" y="48"/>
                      <a:pt x="24" y="34"/>
                    </a:cubicBezTo>
                    <a:cubicBezTo>
                      <a:pt x="22" y="26"/>
                      <a:pt x="17" y="18"/>
                      <a:pt x="11" y="12"/>
                    </a:cubicBezTo>
                    <a:cubicBezTo>
                      <a:pt x="8" y="8"/>
                      <a:pt x="3" y="5"/>
                      <a:pt x="0" y="0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7763" name="Freeform 179">
                <a:extLst>
                  <a:ext uri="{FF2B5EF4-FFF2-40B4-BE49-F238E27FC236}">
                    <a16:creationId xmlns:a16="http://schemas.microsoft.com/office/drawing/2014/main" id="{A9AF658D-B589-4C48-8459-5BDC2B0C19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8" y="1423"/>
                <a:ext cx="86" cy="64"/>
              </a:xfrm>
              <a:custGeom>
                <a:avLst/>
                <a:gdLst>
                  <a:gd name="T0" fmla="*/ 160 w 62"/>
                  <a:gd name="T1" fmla="*/ 26 h 46"/>
                  <a:gd name="T2" fmla="*/ 110 w 62"/>
                  <a:gd name="T3" fmla="*/ 64 h 46"/>
                  <a:gd name="T4" fmla="*/ 104 w 62"/>
                  <a:gd name="T5" fmla="*/ 124 h 46"/>
                  <a:gd name="T6" fmla="*/ 69 w 62"/>
                  <a:gd name="T7" fmla="*/ 115 h 46"/>
                  <a:gd name="T8" fmla="*/ 43 w 62"/>
                  <a:gd name="T9" fmla="*/ 88 h 46"/>
                  <a:gd name="T10" fmla="*/ 0 w 62"/>
                  <a:gd name="T11" fmla="*/ 56 h 46"/>
                  <a:gd name="T12" fmla="*/ 46 w 62"/>
                  <a:gd name="T13" fmla="*/ 56 h 46"/>
                  <a:gd name="T14" fmla="*/ 85 w 62"/>
                  <a:gd name="T15" fmla="*/ 35 h 46"/>
                  <a:gd name="T16" fmla="*/ 110 w 62"/>
                  <a:gd name="T17" fmla="*/ 15 h 46"/>
                  <a:gd name="T18" fmla="*/ 133 w 62"/>
                  <a:gd name="T19" fmla="*/ 0 h 46"/>
                  <a:gd name="T20" fmla="*/ 165 w 62"/>
                  <a:gd name="T21" fmla="*/ 29 h 4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2" h="46">
                    <a:moveTo>
                      <a:pt x="60" y="10"/>
                    </a:moveTo>
                    <a:cubicBezTo>
                      <a:pt x="52" y="6"/>
                      <a:pt x="44" y="18"/>
                      <a:pt x="41" y="24"/>
                    </a:cubicBezTo>
                    <a:cubicBezTo>
                      <a:pt x="38" y="30"/>
                      <a:pt x="37" y="39"/>
                      <a:pt x="39" y="46"/>
                    </a:cubicBezTo>
                    <a:cubicBezTo>
                      <a:pt x="35" y="45"/>
                      <a:pt x="30" y="45"/>
                      <a:pt x="26" y="43"/>
                    </a:cubicBezTo>
                    <a:cubicBezTo>
                      <a:pt x="22" y="41"/>
                      <a:pt x="19" y="36"/>
                      <a:pt x="16" y="32"/>
                    </a:cubicBezTo>
                    <a:cubicBezTo>
                      <a:pt x="12" y="27"/>
                      <a:pt x="7" y="24"/>
                      <a:pt x="0" y="21"/>
                    </a:cubicBezTo>
                    <a:cubicBezTo>
                      <a:pt x="6" y="22"/>
                      <a:pt x="11" y="23"/>
                      <a:pt x="17" y="21"/>
                    </a:cubicBezTo>
                    <a:cubicBezTo>
                      <a:pt x="22" y="19"/>
                      <a:pt x="28" y="17"/>
                      <a:pt x="32" y="13"/>
                    </a:cubicBezTo>
                    <a:cubicBezTo>
                      <a:pt x="35" y="10"/>
                      <a:pt x="38" y="8"/>
                      <a:pt x="41" y="6"/>
                    </a:cubicBezTo>
                    <a:cubicBezTo>
                      <a:pt x="44" y="3"/>
                      <a:pt x="47" y="2"/>
                      <a:pt x="50" y="0"/>
                    </a:cubicBezTo>
                    <a:cubicBezTo>
                      <a:pt x="51" y="6"/>
                      <a:pt x="58" y="8"/>
                      <a:pt x="62" y="11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7764" name="Freeform 180">
                <a:extLst>
                  <a:ext uri="{FF2B5EF4-FFF2-40B4-BE49-F238E27FC236}">
                    <a16:creationId xmlns:a16="http://schemas.microsoft.com/office/drawing/2014/main" id="{1FFC9078-90CA-4C93-A4B8-E76B99DACA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9" y="1412"/>
                <a:ext cx="156" cy="32"/>
              </a:xfrm>
              <a:custGeom>
                <a:avLst/>
                <a:gdLst>
                  <a:gd name="T0" fmla="*/ 0 w 112"/>
                  <a:gd name="T1" fmla="*/ 6 h 23"/>
                  <a:gd name="T2" fmla="*/ 89 w 112"/>
                  <a:gd name="T3" fmla="*/ 50 h 23"/>
                  <a:gd name="T4" fmla="*/ 163 w 112"/>
                  <a:gd name="T5" fmla="*/ 63 h 23"/>
                  <a:gd name="T6" fmla="*/ 228 w 112"/>
                  <a:gd name="T7" fmla="*/ 46 h 23"/>
                  <a:gd name="T8" fmla="*/ 267 w 112"/>
                  <a:gd name="T9" fmla="*/ 35 h 23"/>
                  <a:gd name="T10" fmla="*/ 302 w 112"/>
                  <a:gd name="T11" fmla="*/ 19 h 23"/>
                  <a:gd name="T12" fmla="*/ 221 w 112"/>
                  <a:gd name="T13" fmla="*/ 33 h 23"/>
                  <a:gd name="T14" fmla="*/ 152 w 112"/>
                  <a:gd name="T15" fmla="*/ 25 h 23"/>
                  <a:gd name="T16" fmla="*/ 89 w 112"/>
                  <a:gd name="T17" fmla="*/ 15 h 23"/>
                  <a:gd name="T18" fmla="*/ 49 w 112"/>
                  <a:gd name="T19" fmla="*/ 14 h 23"/>
                  <a:gd name="T20" fmla="*/ 0 w 112"/>
                  <a:gd name="T21" fmla="*/ 0 h 2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12" h="23">
                    <a:moveTo>
                      <a:pt x="0" y="2"/>
                    </a:moveTo>
                    <a:cubicBezTo>
                      <a:pt x="10" y="8"/>
                      <a:pt x="21" y="15"/>
                      <a:pt x="33" y="19"/>
                    </a:cubicBezTo>
                    <a:cubicBezTo>
                      <a:pt x="42" y="21"/>
                      <a:pt x="51" y="23"/>
                      <a:pt x="60" y="23"/>
                    </a:cubicBezTo>
                    <a:cubicBezTo>
                      <a:pt x="69" y="23"/>
                      <a:pt x="77" y="20"/>
                      <a:pt x="85" y="17"/>
                    </a:cubicBezTo>
                    <a:cubicBezTo>
                      <a:pt x="90" y="16"/>
                      <a:pt x="95" y="14"/>
                      <a:pt x="99" y="13"/>
                    </a:cubicBezTo>
                    <a:cubicBezTo>
                      <a:pt x="104" y="12"/>
                      <a:pt x="107" y="8"/>
                      <a:pt x="112" y="7"/>
                    </a:cubicBezTo>
                    <a:cubicBezTo>
                      <a:pt x="101" y="7"/>
                      <a:pt x="92" y="12"/>
                      <a:pt x="82" y="12"/>
                    </a:cubicBezTo>
                    <a:cubicBezTo>
                      <a:pt x="73" y="12"/>
                      <a:pt x="64" y="11"/>
                      <a:pt x="56" y="9"/>
                    </a:cubicBezTo>
                    <a:cubicBezTo>
                      <a:pt x="48" y="7"/>
                      <a:pt x="40" y="7"/>
                      <a:pt x="33" y="6"/>
                    </a:cubicBezTo>
                    <a:cubicBezTo>
                      <a:pt x="28" y="6"/>
                      <a:pt x="23" y="5"/>
                      <a:pt x="18" y="5"/>
                    </a:cubicBezTo>
                    <a:cubicBezTo>
                      <a:pt x="13" y="4"/>
                      <a:pt x="4" y="4"/>
                      <a:pt x="0" y="0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7765" name="Freeform 181">
                <a:extLst>
                  <a:ext uri="{FF2B5EF4-FFF2-40B4-BE49-F238E27FC236}">
                    <a16:creationId xmlns:a16="http://schemas.microsoft.com/office/drawing/2014/main" id="{CF62C3F9-22EB-434B-B2D0-63830FB6DF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5" y="1333"/>
                <a:ext cx="52" cy="63"/>
              </a:xfrm>
              <a:custGeom>
                <a:avLst/>
                <a:gdLst>
                  <a:gd name="T0" fmla="*/ 39 w 37"/>
                  <a:gd name="T1" fmla="*/ 55 h 45"/>
                  <a:gd name="T2" fmla="*/ 14 w 37"/>
                  <a:gd name="T3" fmla="*/ 84 h 45"/>
                  <a:gd name="T4" fmla="*/ 0 w 37"/>
                  <a:gd name="T5" fmla="*/ 122 h 45"/>
                  <a:gd name="T6" fmla="*/ 87 w 37"/>
                  <a:gd name="T7" fmla="*/ 88 h 45"/>
                  <a:gd name="T8" fmla="*/ 101 w 37"/>
                  <a:gd name="T9" fmla="*/ 41 h 45"/>
                  <a:gd name="T10" fmla="*/ 103 w 37"/>
                  <a:gd name="T11" fmla="*/ 20 h 45"/>
                  <a:gd name="T12" fmla="*/ 101 w 37"/>
                  <a:gd name="T13" fmla="*/ 0 h 45"/>
                  <a:gd name="T14" fmla="*/ 77 w 37"/>
                  <a:gd name="T15" fmla="*/ 14 h 45"/>
                  <a:gd name="T16" fmla="*/ 62 w 37"/>
                  <a:gd name="T17" fmla="*/ 25 h 45"/>
                  <a:gd name="T18" fmla="*/ 42 w 37"/>
                  <a:gd name="T19" fmla="*/ 29 h 45"/>
                  <a:gd name="T20" fmla="*/ 39 w 37"/>
                  <a:gd name="T21" fmla="*/ 55 h 4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7" h="45">
                    <a:moveTo>
                      <a:pt x="14" y="20"/>
                    </a:moveTo>
                    <a:cubicBezTo>
                      <a:pt x="6" y="19"/>
                      <a:pt x="6" y="25"/>
                      <a:pt x="5" y="31"/>
                    </a:cubicBezTo>
                    <a:cubicBezTo>
                      <a:pt x="4" y="36"/>
                      <a:pt x="2" y="40"/>
                      <a:pt x="0" y="44"/>
                    </a:cubicBezTo>
                    <a:cubicBezTo>
                      <a:pt x="11" y="45"/>
                      <a:pt x="24" y="40"/>
                      <a:pt x="31" y="32"/>
                    </a:cubicBezTo>
                    <a:cubicBezTo>
                      <a:pt x="35" y="27"/>
                      <a:pt x="36" y="21"/>
                      <a:pt x="36" y="15"/>
                    </a:cubicBezTo>
                    <a:cubicBezTo>
                      <a:pt x="37" y="13"/>
                      <a:pt x="37" y="10"/>
                      <a:pt x="37" y="7"/>
                    </a:cubicBezTo>
                    <a:cubicBezTo>
                      <a:pt x="36" y="5"/>
                      <a:pt x="37" y="2"/>
                      <a:pt x="36" y="0"/>
                    </a:cubicBezTo>
                    <a:cubicBezTo>
                      <a:pt x="34" y="2"/>
                      <a:pt x="30" y="4"/>
                      <a:pt x="28" y="5"/>
                    </a:cubicBezTo>
                    <a:cubicBezTo>
                      <a:pt x="26" y="7"/>
                      <a:pt x="24" y="8"/>
                      <a:pt x="22" y="9"/>
                    </a:cubicBezTo>
                    <a:cubicBezTo>
                      <a:pt x="20" y="9"/>
                      <a:pt x="17" y="10"/>
                      <a:pt x="15" y="11"/>
                    </a:cubicBezTo>
                    <a:cubicBezTo>
                      <a:pt x="13" y="13"/>
                      <a:pt x="14" y="17"/>
                      <a:pt x="14" y="20"/>
                    </a:cubicBezTo>
                  </a:path>
                </a:pathLst>
              </a:custGeom>
              <a:solidFill>
                <a:srgbClr val="F4B2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7766" name="Freeform 182">
                <a:extLst>
                  <a:ext uri="{FF2B5EF4-FFF2-40B4-BE49-F238E27FC236}">
                    <a16:creationId xmlns:a16="http://schemas.microsoft.com/office/drawing/2014/main" id="{F29CF6E9-6BEA-48DD-B996-89B96B2ACE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4" y="1328"/>
                <a:ext cx="54" cy="65"/>
              </a:xfrm>
              <a:custGeom>
                <a:avLst/>
                <a:gdLst>
                  <a:gd name="T0" fmla="*/ 35 w 39"/>
                  <a:gd name="T1" fmla="*/ 57 h 47"/>
                  <a:gd name="T2" fmla="*/ 14 w 39"/>
                  <a:gd name="T3" fmla="*/ 69 h 47"/>
                  <a:gd name="T4" fmla="*/ 0 w 39"/>
                  <a:gd name="T5" fmla="*/ 124 h 47"/>
                  <a:gd name="T6" fmla="*/ 14 w 39"/>
                  <a:gd name="T7" fmla="*/ 98 h 47"/>
                  <a:gd name="T8" fmla="*/ 21 w 39"/>
                  <a:gd name="T9" fmla="*/ 66 h 47"/>
                  <a:gd name="T10" fmla="*/ 36 w 39"/>
                  <a:gd name="T11" fmla="*/ 61 h 47"/>
                  <a:gd name="T12" fmla="*/ 46 w 39"/>
                  <a:gd name="T13" fmla="*/ 40 h 47"/>
                  <a:gd name="T14" fmla="*/ 89 w 39"/>
                  <a:gd name="T15" fmla="*/ 14 h 47"/>
                  <a:gd name="T16" fmla="*/ 75 w 39"/>
                  <a:gd name="T17" fmla="*/ 35 h 47"/>
                  <a:gd name="T18" fmla="*/ 61 w 39"/>
                  <a:gd name="T19" fmla="*/ 61 h 47"/>
                  <a:gd name="T20" fmla="*/ 46 w 39"/>
                  <a:gd name="T21" fmla="*/ 84 h 47"/>
                  <a:gd name="T22" fmla="*/ 24 w 39"/>
                  <a:gd name="T23" fmla="*/ 105 h 47"/>
                  <a:gd name="T24" fmla="*/ 8 w 39"/>
                  <a:gd name="T25" fmla="*/ 124 h 47"/>
                  <a:gd name="T26" fmla="*/ 26 w 39"/>
                  <a:gd name="T27" fmla="*/ 109 h 47"/>
                  <a:gd name="T28" fmla="*/ 48 w 39"/>
                  <a:gd name="T29" fmla="*/ 90 h 47"/>
                  <a:gd name="T30" fmla="*/ 64 w 39"/>
                  <a:gd name="T31" fmla="*/ 66 h 47"/>
                  <a:gd name="T32" fmla="*/ 76 w 39"/>
                  <a:gd name="T33" fmla="*/ 36 h 47"/>
                  <a:gd name="T34" fmla="*/ 91 w 39"/>
                  <a:gd name="T35" fmla="*/ 14 h 47"/>
                  <a:gd name="T36" fmla="*/ 104 w 39"/>
                  <a:gd name="T37" fmla="*/ 0 h 47"/>
                  <a:gd name="T38" fmla="*/ 83 w 39"/>
                  <a:gd name="T39" fmla="*/ 14 h 47"/>
                  <a:gd name="T40" fmla="*/ 46 w 39"/>
                  <a:gd name="T41" fmla="*/ 33 h 47"/>
                  <a:gd name="T42" fmla="*/ 35 w 39"/>
                  <a:gd name="T43" fmla="*/ 46 h 47"/>
                  <a:gd name="T44" fmla="*/ 35 w 39"/>
                  <a:gd name="T45" fmla="*/ 57 h 47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39" h="47">
                    <a:moveTo>
                      <a:pt x="13" y="22"/>
                    </a:moveTo>
                    <a:cubicBezTo>
                      <a:pt x="13" y="22"/>
                      <a:pt x="5" y="23"/>
                      <a:pt x="5" y="26"/>
                    </a:cubicBezTo>
                    <a:cubicBezTo>
                      <a:pt x="5" y="29"/>
                      <a:pt x="4" y="42"/>
                      <a:pt x="0" y="47"/>
                    </a:cubicBezTo>
                    <a:cubicBezTo>
                      <a:pt x="0" y="47"/>
                      <a:pt x="4" y="44"/>
                      <a:pt x="5" y="37"/>
                    </a:cubicBezTo>
                    <a:cubicBezTo>
                      <a:pt x="6" y="31"/>
                      <a:pt x="6" y="26"/>
                      <a:pt x="8" y="25"/>
                    </a:cubicBezTo>
                    <a:cubicBezTo>
                      <a:pt x="10" y="24"/>
                      <a:pt x="14" y="23"/>
                      <a:pt x="14" y="23"/>
                    </a:cubicBezTo>
                    <a:cubicBezTo>
                      <a:pt x="14" y="23"/>
                      <a:pt x="14" y="15"/>
                      <a:pt x="17" y="15"/>
                    </a:cubicBezTo>
                    <a:cubicBezTo>
                      <a:pt x="19" y="14"/>
                      <a:pt x="29" y="9"/>
                      <a:pt x="33" y="5"/>
                    </a:cubicBezTo>
                    <a:cubicBezTo>
                      <a:pt x="33" y="5"/>
                      <a:pt x="32" y="9"/>
                      <a:pt x="28" y="13"/>
                    </a:cubicBezTo>
                    <a:cubicBezTo>
                      <a:pt x="25" y="16"/>
                      <a:pt x="23" y="20"/>
                      <a:pt x="23" y="23"/>
                    </a:cubicBezTo>
                    <a:cubicBezTo>
                      <a:pt x="22" y="26"/>
                      <a:pt x="21" y="29"/>
                      <a:pt x="17" y="32"/>
                    </a:cubicBezTo>
                    <a:cubicBezTo>
                      <a:pt x="14" y="35"/>
                      <a:pt x="11" y="37"/>
                      <a:pt x="9" y="40"/>
                    </a:cubicBezTo>
                    <a:cubicBezTo>
                      <a:pt x="7" y="43"/>
                      <a:pt x="3" y="47"/>
                      <a:pt x="3" y="47"/>
                    </a:cubicBezTo>
                    <a:cubicBezTo>
                      <a:pt x="3" y="47"/>
                      <a:pt x="8" y="43"/>
                      <a:pt x="10" y="41"/>
                    </a:cubicBezTo>
                    <a:cubicBezTo>
                      <a:pt x="12" y="39"/>
                      <a:pt x="16" y="36"/>
                      <a:pt x="18" y="34"/>
                    </a:cubicBezTo>
                    <a:cubicBezTo>
                      <a:pt x="21" y="32"/>
                      <a:pt x="24" y="28"/>
                      <a:pt x="24" y="25"/>
                    </a:cubicBezTo>
                    <a:cubicBezTo>
                      <a:pt x="25" y="22"/>
                      <a:pt x="27" y="16"/>
                      <a:pt x="29" y="14"/>
                    </a:cubicBezTo>
                    <a:cubicBezTo>
                      <a:pt x="31" y="11"/>
                      <a:pt x="33" y="7"/>
                      <a:pt x="35" y="5"/>
                    </a:cubicBezTo>
                    <a:cubicBezTo>
                      <a:pt x="36" y="4"/>
                      <a:pt x="39" y="0"/>
                      <a:pt x="39" y="0"/>
                    </a:cubicBezTo>
                    <a:cubicBezTo>
                      <a:pt x="39" y="0"/>
                      <a:pt x="34" y="3"/>
                      <a:pt x="31" y="5"/>
                    </a:cubicBezTo>
                    <a:cubicBezTo>
                      <a:pt x="28" y="7"/>
                      <a:pt x="19" y="11"/>
                      <a:pt x="17" y="12"/>
                    </a:cubicBezTo>
                    <a:cubicBezTo>
                      <a:pt x="15" y="13"/>
                      <a:pt x="13" y="15"/>
                      <a:pt x="13" y="17"/>
                    </a:cubicBezTo>
                    <a:cubicBezTo>
                      <a:pt x="13" y="20"/>
                      <a:pt x="13" y="22"/>
                      <a:pt x="13" y="22"/>
                    </a:cubicBezTo>
                    <a:close/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7767" name="Freeform 183">
                <a:extLst>
                  <a:ext uri="{FF2B5EF4-FFF2-40B4-BE49-F238E27FC236}">
                    <a16:creationId xmlns:a16="http://schemas.microsoft.com/office/drawing/2014/main" id="{9AE958D1-EB71-4F56-AAE9-95BE33296F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3" y="1339"/>
                <a:ext cx="48" cy="59"/>
              </a:xfrm>
              <a:custGeom>
                <a:avLst/>
                <a:gdLst>
                  <a:gd name="T0" fmla="*/ 0 w 34"/>
                  <a:gd name="T1" fmla="*/ 117 h 42"/>
                  <a:gd name="T2" fmla="*/ 23 w 34"/>
                  <a:gd name="T3" fmla="*/ 104 h 42"/>
                  <a:gd name="T4" fmla="*/ 64 w 34"/>
                  <a:gd name="T5" fmla="*/ 87 h 42"/>
                  <a:gd name="T6" fmla="*/ 88 w 34"/>
                  <a:gd name="T7" fmla="*/ 39 h 42"/>
                  <a:gd name="T8" fmla="*/ 88 w 34"/>
                  <a:gd name="T9" fmla="*/ 0 h 42"/>
                  <a:gd name="T10" fmla="*/ 90 w 34"/>
                  <a:gd name="T11" fmla="*/ 55 h 42"/>
                  <a:gd name="T12" fmla="*/ 45 w 34"/>
                  <a:gd name="T13" fmla="*/ 104 h 42"/>
                  <a:gd name="T14" fmla="*/ 11 w 34"/>
                  <a:gd name="T15" fmla="*/ 114 h 42"/>
                  <a:gd name="T16" fmla="*/ 0 w 34"/>
                  <a:gd name="T17" fmla="*/ 117 h 4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4" h="42">
                    <a:moveTo>
                      <a:pt x="0" y="42"/>
                    </a:moveTo>
                    <a:cubicBezTo>
                      <a:pt x="0" y="42"/>
                      <a:pt x="3" y="38"/>
                      <a:pt x="8" y="38"/>
                    </a:cubicBezTo>
                    <a:cubicBezTo>
                      <a:pt x="13" y="38"/>
                      <a:pt x="18" y="37"/>
                      <a:pt x="23" y="31"/>
                    </a:cubicBezTo>
                    <a:cubicBezTo>
                      <a:pt x="28" y="24"/>
                      <a:pt x="31" y="19"/>
                      <a:pt x="31" y="14"/>
                    </a:cubicBezTo>
                    <a:cubicBezTo>
                      <a:pt x="31" y="9"/>
                      <a:pt x="31" y="0"/>
                      <a:pt x="31" y="0"/>
                    </a:cubicBezTo>
                    <a:cubicBezTo>
                      <a:pt x="31" y="0"/>
                      <a:pt x="34" y="12"/>
                      <a:pt x="32" y="20"/>
                    </a:cubicBezTo>
                    <a:cubicBezTo>
                      <a:pt x="30" y="28"/>
                      <a:pt x="22" y="35"/>
                      <a:pt x="16" y="38"/>
                    </a:cubicBezTo>
                    <a:cubicBezTo>
                      <a:pt x="10" y="42"/>
                      <a:pt x="7" y="39"/>
                      <a:pt x="4" y="41"/>
                    </a:cubicBezTo>
                    <a:cubicBezTo>
                      <a:pt x="2" y="42"/>
                      <a:pt x="0" y="42"/>
                      <a:pt x="0" y="42"/>
                    </a:cubicBezTo>
                    <a:close/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7768" name="Freeform 184">
                <a:extLst>
                  <a:ext uri="{FF2B5EF4-FFF2-40B4-BE49-F238E27FC236}">
                    <a16:creationId xmlns:a16="http://schemas.microsoft.com/office/drawing/2014/main" id="{76F60C5A-97D0-4B50-BA33-D143D988CB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6" y="1299"/>
                <a:ext cx="24" cy="25"/>
              </a:xfrm>
              <a:custGeom>
                <a:avLst/>
                <a:gdLst>
                  <a:gd name="T0" fmla="*/ 8 w 17"/>
                  <a:gd name="T1" fmla="*/ 6 h 18"/>
                  <a:gd name="T2" fmla="*/ 40 w 17"/>
                  <a:gd name="T3" fmla="*/ 1 h 18"/>
                  <a:gd name="T4" fmla="*/ 35 w 17"/>
                  <a:gd name="T5" fmla="*/ 26 h 18"/>
                  <a:gd name="T6" fmla="*/ 20 w 17"/>
                  <a:gd name="T7" fmla="*/ 46 h 18"/>
                  <a:gd name="T8" fmla="*/ 1 w 17"/>
                  <a:gd name="T9" fmla="*/ 14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18">
                    <a:moveTo>
                      <a:pt x="3" y="2"/>
                    </a:moveTo>
                    <a:cubicBezTo>
                      <a:pt x="5" y="2"/>
                      <a:pt x="12" y="0"/>
                      <a:pt x="14" y="1"/>
                    </a:cubicBezTo>
                    <a:cubicBezTo>
                      <a:pt x="17" y="3"/>
                      <a:pt x="14" y="7"/>
                      <a:pt x="13" y="10"/>
                    </a:cubicBezTo>
                    <a:cubicBezTo>
                      <a:pt x="13" y="14"/>
                      <a:pt x="12" y="17"/>
                      <a:pt x="7" y="17"/>
                    </a:cubicBezTo>
                    <a:cubicBezTo>
                      <a:pt x="1" y="18"/>
                      <a:pt x="0" y="11"/>
                      <a:pt x="1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7769" name="Freeform 185">
                <a:extLst>
                  <a:ext uri="{FF2B5EF4-FFF2-40B4-BE49-F238E27FC236}">
                    <a16:creationId xmlns:a16="http://schemas.microsoft.com/office/drawing/2014/main" id="{0CCB2FC1-C103-4C10-8FE9-C35D8A6A3B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3" y="1173"/>
                <a:ext cx="54" cy="32"/>
              </a:xfrm>
              <a:custGeom>
                <a:avLst/>
                <a:gdLst>
                  <a:gd name="T0" fmla="*/ 1 w 39"/>
                  <a:gd name="T1" fmla="*/ 63 h 23"/>
                  <a:gd name="T2" fmla="*/ 24 w 39"/>
                  <a:gd name="T3" fmla="*/ 40 h 23"/>
                  <a:gd name="T4" fmla="*/ 66 w 39"/>
                  <a:gd name="T5" fmla="*/ 11 h 23"/>
                  <a:gd name="T6" fmla="*/ 104 w 39"/>
                  <a:gd name="T7" fmla="*/ 1 h 23"/>
                  <a:gd name="T8" fmla="*/ 61 w 39"/>
                  <a:gd name="T9" fmla="*/ 6 h 23"/>
                  <a:gd name="T10" fmla="*/ 0 w 39"/>
                  <a:gd name="T11" fmla="*/ 54 h 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9" h="23">
                    <a:moveTo>
                      <a:pt x="1" y="23"/>
                    </a:moveTo>
                    <a:cubicBezTo>
                      <a:pt x="4" y="22"/>
                      <a:pt x="7" y="17"/>
                      <a:pt x="9" y="15"/>
                    </a:cubicBezTo>
                    <a:cubicBezTo>
                      <a:pt x="14" y="11"/>
                      <a:pt x="19" y="6"/>
                      <a:pt x="25" y="4"/>
                    </a:cubicBezTo>
                    <a:cubicBezTo>
                      <a:pt x="30" y="2"/>
                      <a:pt x="34" y="2"/>
                      <a:pt x="39" y="1"/>
                    </a:cubicBezTo>
                    <a:cubicBezTo>
                      <a:pt x="34" y="1"/>
                      <a:pt x="29" y="0"/>
                      <a:pt x="23" y="2"/>
                    </a:cubicBezTo>
                    <a:cubicBezTo>
                      <a:pt x="14" y="6"/>
                      <a:pt x="3" y="11"/>
                      <a:pt x="0" y="2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7770" name="Freeform 186">
                <a:extLst>
                  <a:ext uri="{FF2B5EF4-FFF2-40B4-BE49-F238E27FC236}">
                    <a16:creationId xmlns:a16="http://schemas.microsoft.com/office/drawing/2014/main" id="{C9A38063-1F25-422D-B293-54A0EA27D3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5" y="1131"/>
                <a:ext cx="16" cy="20"/>
              </a:xfrm>
              <a:custGeom>
                <a:avLst/>
                <a:gdLst>
                  <a:gd name="T0" fmla="*/ 1 w 12"/>
                  <a:gd name="T1" fmla="*/ 34 h 14"/>
                  <a:gd name="T2" fmla="*/ 9 w 12"/>
                  <a:gd name="T3" fmla="*/ 1 h 14"/>
                  <a:gd name="T4" fmla="*/ 28 w 12"/>
                  <a:gd name="T5" fmla="*/ 13 h 14"/>
                  <a:gd name="T6" fmla="*/ 7 w 12"/>
                  <a:gd name="T7" fmla="*/ 41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14">
                    <a:moveTo>
                      <a:pt x="1" y="12"/>
                    </a:moveTo>
                    <a:cubicBezTo>
                      <a:pt x="1" y="10"/>
                      <a:pt x="0" y="3"/>
                      <a:pt x="4" y="1"/>
                    </a:cubicBezTo>
                    <a:cubicBezTo>
                      <a:pt x="7" y="0"/>
                      <a:pt x="11" y="1"/>
                      <a:pt x="12" y="4"/>
                    </a:cubicBezTo>
                    <a:cubicBezTo>
                      <a:pt x="7" y="4"/>
                      <a:pt x="1" y="8"/>
                      <a:pt x="3" y="1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7771" name="Freeform 187">
                <a:extLst>
                  <a:ext uri="{FF2B5EF4-FFF2-40B4-BE49-F238E27FC236}">
                    <a16:creationId xmlns:a16="http://schemas.microsoft.com/office/drawing/2014/main" id="{0097ECB6-212E-4056-8D9A-7B0F092D3F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1" y="1281"/>
                <a:ext cx="84" cy="72"/>
              </a:xfrm>
              <a:custGeom>
                <a:avLst/>
                <a:gdLst>
                  <a:gd name="T0" fmla="*/ 0 w 60"/>
                  <a:gd name="T1" fmla="*/ 29 h 52"/>
                  <a:gd name="T2" fmla="*/ 109 w 60"/>
                  <a:gd name="T3" fmla="*/ 46 h 52"/>
                  <a:gd name="T4" fmla="*/ 143 w 60"/>
                  <a:gd name="T5" fmla="*/ 80 h 52"/>
                  <a:gd name="T6" fmla="*/ 165 w 60"/>
                  <a:gd name="T7" fmla="*/ 138 h 52"/>
                  <a:gd name="T8" fmla="*/ 108 w 60"/>
                  <a:gd name="T9" fmla="*/ 83 h 52"/>
                  <a:gd name="T10" fmla="*/ 74 w 60"/>
                  <a:gd name="T11" fmla="*/ 75 h 52"/>
                  <a:gd name="T12" fmla="*/ 43 w 60"/>
                  <a:gd name="T13" fmla="*/ 91 h 52"/>
                  <a:gd name="T14" fmla="*/ 60 w 60"/>
                  <a:gd name="T15" fmla="*/ 58 h 52"/>
                  <a:gd name="T16" fmla="*/ 43 w 60"/>
                  <a:gd name="T17" fmla="*/ 50 h 52"/>
                  <a:gd name="T18" fmla="*/ 34 w 60"/>
                  <a:gd name="T19" fmla="*/ 35 h 52"/>
                  <a:gd name="T20" fmla="*/ 8 w 60"/>
                  <a:gd name="T21" fmla="*/ 29 h 5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0" h="52">
                    <a:moveTo>
                      <a:pt x="0" y="11"/>
                    </a:moveTo>
                    <a:cubicBezTo>
                      <a:pt x="9" y="0"/>
                      <a:pt x="32" y="10"/>
                      <a:pt x="40" y="17"/>
                    </a:cubicBezTo>
                    <a:cubicBezTo>
                      <a:pt x="45" y="20"/>
                      <a:pt x="50" y="26"/>
                      <a:pt x="52" y="30"/>
                    </a:cubicBezTo>
                    <a:cubicBezTo>
                      <a:pt x="56" y="38"/>
                      <a:pt x="52" y="45"/>
                      <a:pt x="60" y="52"/>
                    </a:cubicBezTo>
                    <a:cubicBezTo>
                      <a:pt x="52" y="45"/>
                      <a:pt x="48" y="36"/>
                      <a:pt x="39" y="31"/>
                    </a:cubicBezTo>
                    <a:cubicBezTo>
                      <a:pt x="36" y="29"/>
                      <a:pt x="31" y="28"/>
                      <a:pt x="27" y="28"/>
                    </a:cubicBezTo>
                    <a:cubicBezTo>
                      <a:pt x="22" y="28"/>
                      <a:pt x="20" y="31"/>
                      <a:pt x="16" y="35"/>
                    </a:cubicBezTo>
                    <a:cubicBezTo>
                      <a:pt x="18" y="31"/>
                      <a:pt x="23" y="27"/>
                      <a:pt x="22" y="22"/>
                    </a:cubicBezTo>
                    <a:cubicBezTo>
                      <a:pt x="22" y="18"/>
                      <a:pt x="19" y="16"/>
                      <a:pt x="16" y="19"/>
                    </a:cubicBezTo>
                    <a:cubicBezTo>
                      <a:pt x="14" y="17"/>
                      <a:pt x="14" y="15"/>
                      <a:pt x="12" y="13"/>
                    </a:cubicBezTo>
                    <a:cubicBezTo>
                      <a:pt x="11" y="12"/>
                      <a:pt x="5" y="11"/>
                      <a:pt x="3" y="11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7772" name="Freeform 188">
                <a:extLst>
                  <a:ext uri="{FF2B5EF4-FFF2-40B4-BE49-F238E27FC236}">
                    <a16:creationId xmlns:a16="http://schemas.microsoft.com/office/drawing/2014/main" id="{CF364E17-D1E9-48FE-9B27-F5AA825F2D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5" y="1388"/>
                <a:ext cx="18" cy="15"/>
              </a:xfrm>
              <a:custGeom>
                <a:avLst/>
                <a:gdLst>
                  <a:gd name="T0" fmla="*/ 6 w 13"/>
                  <a:gd name="T1" fmla="*/ 0 h 11"/>
                  <a:gd name="T2" fmla="*/ 35 w 13"/>
                  <a:gd name="T3" fmla="*/ 27 h 11"/>
                  <a:gd name="T4" fmla="*/ 1 w 13"/>
                  <a:gd name="T5" fmla="*/ 5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1">
                    <a:moveTo>
                      <a:pt x="2" y="0"/>
                    </a:moveTo>
                    <a:cubicBezTo>
                      <a:pt x="2" y="4"/>
                      <a:pt x="9" y="10"/>
                      <a:pt x="13" y="11"/>
                    </a:cubicBezTo>
                    <a:cubicBezTo>
                      <a:pt x="8" y="9"/>
                      <a:pt x="0" y="11"/>
                      <a:pt x="1" y="2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7773" name="Freeform 189">
                <a:extLst>
                  <a:ext uri="{FF2B5EF4-FFF2-40B4-BE49-F238E27FC236}">
                    <a16:creationId xmlns:a16="http://schemas.microsoft.com/office/drawing/2014/main" id="{797A7D74-1346-4836-ACFE-783402EFAB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1" y="1317"/>
                <a:ext cx="14" cy="18"/>
              </a:xfrm>
              <a:custGeom>
                <a:avLst/>
                <a:gdLst>
                  <a:gd name="T0" fmla="*/ 1 w 10"/>
                  <a:gd name="T1" fmla="*/ 14 h 13"/>
                  <a:gd name="T2" fmla="*/ 1 w 10"/>
                  <a:gd name="T3" fmla="*/ 11 h 13"/>
                  <a:gd name="T4" fmla="*/ 25 w 10"/>
                  <a:gd name="T5" fmla="*/ 35 h 13"/>
                  <a:gd name="T6" fmla="*/ 25 w 10"/>
                  <a:gd name="T7" fmla="*/ 15 h 13"/>
                  <a:gd name="T8" fmla="*/ 1 w 10"/>
                  <a:gd name="T9" fmla="*/ 8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3">
                    <a:moveTo>
                      <a:pt x="1" y="5"/>
                    </a:moveTo>
                    <a:cubicBezTo>
                      <a:pt x="1" y="5"/>
                      <a:pt x="0" y="4"/>
                      <a:pt x="1" y="4"/>
                    </a:cubicBezTo>
                    <a:cubicBezTo>
                      <a:pt x="5" y="6"/>
                      <a:pt x="9" y="9"/>
                      <a:pt x="9" y="13"/>
                    </a:cubicBezTo>
                    <a:cubicBezTo>
                      <a:pt x="9" y="11"/>
                      <a:pt x="10" y="8"/>
                      <a:pt x="9" y="6"/>
                    </a:cubicBezTo>
                    <a:cubicBezTo>
                      <a:pt x="8" y="2"/>
                      <a:pt x="4" y="0"/>
                      <a:pt x="1" y="3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7774" name="Freeform 190">
                <a:extLst>
                  <a:ext uri="{FF2B5EF4-FFF2-40B4-BE49-F238E27FC236}">
                    <a16:creationId xmlns:a16="http://schemas.microsoft.com/office/drawing/2014/main" id="{D9DEC148-AD2F-4F92-A2A5-653AC9A7FD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1" y="1200"/>
                <a:ext cx="12" cy="23"/>
              </a:xfrm>
              <a:custGeom>
                <a:avLst/>
                <a:gdLst>
                  <a:gd name="T0" fmla="*/ 0 w 9"/>
                  <a:gd name="T1" fmla="*/ 32 h 17"/>
                  <a:gd name="T2" fmla="*/ 12 w 9"/>
                  <a:gd name="T3" fmla="*/ 0 h 17"/>
                  <a:gd name="T4" fmla="*/ 1 w 9"/>
                  <a:gd name="T5" fmla="*/ 27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7">
                    <a:moveTo>
                      <a:pt x="0" y="13"/>
                    </a:moveTo>
                    <a:cubicBezTo>
                      <a:pt x="7" y="17"/>
                      <a:pt x="9" y="4"/>
                      <a:pt x="5" y="0"/>
                    </a:cubicBezTo>
                    <a:cubicBezTo>
                      <a:pt x="5" y="4"/>
                      <a:pt x="5" y="8"/>
                      <a:pt x="1" y="1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7775" name="Freeform 191">
                <a:extLst>
                  <a:ext uri="{FF2B5EF4-FFF2-40B4-BE49-F238E27FC236}">
                    <a16:creationId xmlns:a16="http://schemas.microsoft.com/office/drawing/2014/main" id="{AB3F2C12-3318-443B-96A8-B4840F122D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4" y="1204"/>
                <a:ext cx="32" cy="35"/>
              </a:xfrm>
              <a:custGeom>
                <a:avLst/>
                <a:gdLst>
                  <a:gd name="T0" fmla="*/ 40 w 23"/>
                  <a:gd name="T1" fmla="*/ 0 h 25"/>
                  <a:gd name="T2" fmla="*/ 8 w 23"/>
                  <a:gd name="T3" fmla="*/ 60 h 25"/>
                  <a:gd name="T4" fmla="*/ 19 w 23"/>
                  <a:gd name="T5" fmla="*/ 53 h 25"/>
                  <a:gd name="T6" fmla="*/ 36 w 23"/>
                  <a:gd name="T7" fmla="*/ 29 h 25"/>
                  <a:gd name="T8" fmla="*/ 46 w 23"/>
                  <a:gd name="T9" fmla="*/ 6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25">
                    <a:moveTo>
                      <a:pt x="15" y="0"/>
                    </a:moveTo>
                    <a:cubicBezTo>
                      <a:pt x="10" y="0"/>
                      <a:pt x="0" y="17"/>
                      <a:pt x="3" y="22"/>
                    </a:cubicBezTo>
                    <a:cubicBezTo>
                      <a:pt x="5" y="25"/>
                      <a:pt x="6" y="20"/>
                      <a:pt x="7" y="19"/>
                    </a:cubicBezTo>
                    <a:cubicBezTo>
                      <a:pt x="9" y="16"/>
                      <a:pt x="12" y="13"/>
                      <a:pt x="14" y="11"/>
                    </a:cubicBezTo>
                    <a:cubicBezTo>
                      <a:pt x="18" y="7"/>
                      <a:pt x="23" y="6"/>
                      <a:pt x="17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7776" name="Freeform 192">
                <a:extLst>
                  <a:ext uri="{FF2B5EF4-FFF2-40B4-BE49-F238E27FC236}">
                    <a16:creationId xmlns:a16="http://schemas.microsoft.com/office/drawing/2014/main" id="{81399A1C-9801-4D41-80E9-6C11F50804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2" y="1317"/>
                <a:ext cx="19" cy="30"/>
              </a:xfrm>
              <a:custGeom>
                <a:avLst/>
                <a:gdLst>
                  <a:gd name="T0" fmla="*/ 33 w 14"/>
                  <a:gd name="T1" fmla="*/ 0 h 22"/>
                  <a:gd name="T2" fmla="*/ 5 w 14"/>
                  <a:gd name="T3" fmla="*/ 27 h 22"/>
                  <a:gd name="T4" fmla="*/ 15 w 14"/>
                  <a:gd name="T5" fmla="*/ 56 h 22"/>
                  <a:gd name="T6" fmla="*/ 35 w 14"/>
                  <a:gd name="T7" fmla="*/ 10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22">
                    <a:moveTo>
                      <a:pt x="13" y="0"/>
                    </a:moveTo>
                    <a:cubicBezTo>
                      <a:pt x="8" y="3"/>
                      <a:pt x="4" y="7"/>
                      <a:pt x="2" y="11"/>
                    </a:cubicBezTo>
                    <a:cubicBezTo>
                      <a:pt x="0" y="15"/>
                      <a:pt x="0" y="21"/>
                      <a:pt x="6" y="22"/>
                    </a:cubicBezTo>
                    <a:cubicBezTo>
                      <a:pt x="9" y="17"/>
                      <a:pt x="10" y="7"/>
                      <a:pt x="14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7777" name="Freeform 193">
                <a:extLst>
                  <a:ext uri="{FF2B5EF4-FFF2-40B4-BE49-F238E27FC236}">
                    <a16:creationId xmlns:a16="http://schemas.microsoft.com/office/drawing/2014/main" id="{B1CD261D-21E9-4EB0-9B8B-F6D359E9B6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0" y="2085"/>
                <a:ext cx="105" cy="29"/>
              </a:xfrm>
              <a:custGeom>
                <a:avLst/>
                <a:gdLst>
                  <a:gd name="T0" fmla="*/ 0 w 75"/>
                  <a:gd name="T1" fmla="*/ 32 h 21"/>
                  <a:gd name="T2" fmla="*/ 1 w 75"/>
                  <a:gd name="T3" fmla="*/ 55 h 21"/>
                  <a:gd name="T4" fmla="*/ 25 w 75"/>
                  <a:gd name="T5" fmla="*/ 36 h 21"/>
                  <a:gd name="T6" fmla="*/ 77 w 75"/>
                  <a:gd name="T7" fmla="*/ 26 h 21"/>
                  <a:gd name="T8" fmla="*/ 171 w 75"/>
                  <a:gd name="T9" fmla="*/ 41 h 21"/>
                  <a:gd name="T10" fmla="*/ 190 w 75"/>
                  <a:gd name="T11" fmla="*/ 54 h 21"/>
                  <a:gd name="T12" fmla="*/ 167 w 75"/>
                  <a:gd name="T13" fmla="*/ 29 h 21"/>
                  <a:gd name="T14" fmla="*/ 104 w 75"/>
                  <a:gd name="T15" fmla="*/ 11 h 21"/>
                  <a:gd name="T16" fmla="*/ 69 w 75"/>
                  <a:gd name="T17" fmla="*/ 1 h 21"/>
                  <a:gd name="T18" fmla="*/ 35 w 75"/>
                  <a:gd name="T19" fmla="*/ 11 h 21"/>
                  <a:gd name="T20" fmla="*/ 1 w 75"/>
                  <a:gd name="T21" fmla="*/ 32 h 2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75" h="21">
                    <a:moveTo>
                      <a:pt x="0" y="12"/>
                    </a:moveTo>
                    <a:cubicBezTo>
                      <a:pt x="0" y="15"/>
                      <a:pt x="1" y="18"/>
                      <a:pt x="1" y="21"/>
                    </a:cubicBezTo>
                    <a:cubicBezTo>
                      <a:pt x="4" y="21"/>
                      <a:pt x="6" y="16"/>
                      <a:pt x="9" y="14"/>
                    </a:cubicBezTo>
                    <a:cubicBezTo>
                      <a:pt x="15" y="11"/>
                      <a:pt x="21" y="10"/>
                      <a:pt x="28" y="10"/>
                    </a:cubicBezTo>
                    <a:cubicBezTo>
                      <a:pt x="39" y="10"/>
                      <a:pt x="52" y="12"/>
                      <a:pt x="62" y="16"/>
                    </a:cubicBezTo>
                    <a:cubicBezTo>
                      <a:pt x="64" y="17"/>
                      <a:pt x="67" y="20"/>
                      <a:pt x="69" y="20"/>
                    </a:cubicBezTo>
                    <a:cubicBezTo>
                      <a:pt x="75" y="18"/>
                      <a:pt x="63" y="12"/>
                      <a:pt x="61" y="11"/>
                    </a:cubicBezTo>
                    <a:cubicBezTo>
                      <a:pt x="54" y="7"/>
                      <a:pt x="45" y="6"/>
                      <a:pt x="38" y="4"/>
                    </a:cubicBezTo>
                    <a:cubicBezTo>
                      <a:pt x="33" y="3"/>
                      <a:pt x="29" y="2"/>
                      <a:pt x="25" y="1"/>
                    </a:cubicBezTo>
                    <a:cubicBezTo>
                      <a:pt x="20" y="0"/>
                      <a:pt x="17" y="2"/>
                      <a:pt x="13" y="4"/>
                    </a:cubicBezTo>
                    <a:cubicBezTo>
                      <a:pt x="9" y="6"/>
                      <a:pt x="3" y="9"/>
                      <a:pt x="1" y="12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7778" name="Freeform 194">
                <a:extLst>
                  <a:ext uri="{FF2B5EF4-FFF2-40B4-BE49-F238E27FC236}">
                    <a16:creationId xmlns:a16="http://schemas.microsoft.com/office/drawing/2014/main" id="{ABBD83B1-4F74-4127-B131-5519FE775D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4" y="2187"/>
                <a:ext cx="17" cy="92"/>
              </a:xfrm>
              <a:custGeom>
                <a:avLst/>
                <a:gdLst>
                  <a:gd name="T0" fmla="*/ 33 w 12"/>
                  <a:gd name="T1" fmla="*/ 0 h 66"/>
                  <a:gd name="T2" fmla="*/ 33 w 12"/>
                  <a:gd name="T3" fmla="*/ 15 h 66"/>
                  <a:gd name="T4" fmla="*/ 26 w 12"/>
                  <a:gd name="T5" fmla="*/ 49 h 66"/>
                  <a:gd name="T6" fmla="*/ 18 w 12"/>
                  <a:gd name="T7" fmla="*/ 105 h 66"/>
                  <a:gd name="T8" fmla="*/ 13 w 12"/>
                  <a:gd name="T9" fmla="*/ 178 h 66"/>
                  <a:gd name="T10" fmla="*/ 9 w 12"/>
                  <a:gd name="T11" fmla="*/ 88 h 66"/>
                  <a:gd name="T12" fmla="*/ 33 w 12"/>
                  <a:gd name="T13" fmla="*/ 0 h 6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66">
                    <a:moveTo>
                      <a:pt x="11" y="0"/>
                    </a:moveTo>
                    <a:cubicBezTo>
                      <a:pt x="12" y="2"/>
                      <a:pt x="11" y="4"/>
                      <a:pt x="11" y="6"/>
                    </a:cubicBezTo>
                    <a:cubicBezTo>
                      <a:pt x="10" y="10"/>
                      <a:pt x="10" y="14"/>
                      <a:pt x="9" y="18"/>
                    </a:cubicBezTo>
                    <a:cubicBezTo>
                      <a:pt x="9" y="25"/>
                      <a:pt x="7" y="32"/>
                      <a:pt x="6" y="39"/>
                    </a:cubicBezTo>
                    <a:cubicBezTo>
                      <a:pt x="5" y="47"/>
                      <a:pt x="2" y="58"/>
                      <a:pt x="4" y="66"/>
                    </a:cubicBezTo>
                    <a:cubicBezTo>
                      <a:pt x="0" y="56"/>
                      <a:pt x="2" y="43"/>
                      <a:pt x="3" y="32"/>
                    </a:cubicBezTo>
                    <a:cubicBezTo>
                      <a:pt x="4" y="21"/>
                      <a:pt x="5" y="9"/>
                      <a:pt x="11" y="0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7779" name="Freeform 195">
                <a:extLst>
                  <a:ext uri="{FF2B5EF4-FFF2-40B4-BE49-F238E27FC236}">
                    <a16:creationId xmlns:a16="http://schemas.microsoft.com/office/drawing/2014/main" id="{992D2397-A97D-4B9F-A5B4-97876819E2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1" y="2191"/>
                <a:ext cx="28" cy="95"/>
              </a:xfrm>
              <a:custGeom>
                <a:avLst/>
                <a:gdLst>
                  <a:gd name="T0" fmla="*/ 21 w 20"/>
                  <a:gd name="T1" fmla="*/ 0 h 68"/>
                  <a:gd name="T2" fmla="*/ 15 w 20"/>
                  <a:gd name="T3" fmla="*/ 102 h 68"/>
                  <a:gd name="T4" fmla="*/ 8 w 20"/>
                  <a:gd name="T5" fmla="*/ 147 h 68"/>
                  <a:gd name="T6" fmla="*/ 6 w 20"/>
                  <a:gd name="T7" fmla="*/ 186 h 68"/>
                  <a:gd name="T8" fmla="*/ 14 w 20"/>
                  <a:gd name="T9" fmla="*/ 156 h 68"/>
                  <a:gd name="T10" fmla="*/ 21 w 20"/>
                  <a:gd name="T11" fmla="*/ 119 h 68"/>
                  <a:gd name="T12" fmla="*/ 55 w 20"/>
                  <a:gd name="T13" fmla="*/ 98 h 68"/>
                  <a:gd name="T14" fmla="*/ 35 w 20"/>
                  <a:gd name="T15" fmla="*/ 88 h 6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0" h="68">
                    <a:moveTo>
                      <a:pt x="8" y="0"/>
                    </a:moveTo>
                    <a:cubicBezTo>
                      <a:pt x="8" y="13"/>
                      <a:pt x="8" y="25"/>
                      <a:pt x="6" y="37"/>
                    </a:cubicBezTo>
                    <a:cubicBezTo>
                      <a:pt x="5" y="43"/>
                      <a:pt x="4" y="49"/>
                      <a:pt x="3" y="54"/>
                    </a:cubicBezTo>
                    <a:cubicBezTo>
                      <a:pt x="3" y="58"/>
                      <a:pt x="0" y="64"/>
                      <a:pt x="2" y="68"/>
                    </a:cubicBezTo>
                    <a:cubicBezTo>
                      <a:pt x="1" y="66"/>
                      <a:pt x="4" y="59"/>
                      <a:pt x="5" y="57"/>
                    </a:cubicBezTo>
                    <a:cubicBezTo>
                      <a:pt x="6" y="52"/>
                      <a:pt x="7" y="48"/>
                      <a:pt x="8" y="44"/>
                    </a:cubicBezTo>
                    <a:cubicBezTo>
                      <a:pt x="9" y="38"/>
                      <a:pt x="14" y="32"/>
                      <a:pt x="20" y="36"/>
                    </a:cubicBezTo>
                    <a:cubicBezTo>
                      <a:pt x="19" y="33"/>
                      <a:pt x="16" y="31"/>
                      <a:pt x="13" y="32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7780" name="Freeform 196">
                <a:extLst>
                  <a:ext uri="{FF2B5EF4-FFF2-40B4-BE49-F238E27FC236}">
                    <a16:creationId xmlns:a16="http://schemas.microsoft.com/office/drawing/2014/main" id="{D1356CCE-1538-4D30-92C6-EC6F716F0A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9" y="2224"/>
                <a:ext cx="14" cy="11"/>
              </a:xfrm>
              <a:custGeom>
                <a:avLst/>
                <a:gdLst>
                  <a:gd name="T0" fmla="*/ 0 w 10"/>
                  <a:gd name="T1" fmla="*/ 21 h 8"/>
                  <a:gd name="T2" fmla="*/ 28 w 10"/>
                  <a:gd name="T3" fmla="*/ 14 h 8"/>
                  <a:gd name="T4" fmla="*/ 6 w 10"/>
                  <a:gd name="T5" fmla="*/ 6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8">
                    <a:moveTo>
                      <a:pt x="0" y="8"/>
                    </a:moveTo>
                    <a:cubicBezTo>
                      <a:pt x="3" y="7"/>
                      <a:pt x="6" y="5"/>
                      <a:pt x="10" y="5"/>
                    </a:cubicBezTo>
                    <a:cubicBezTo>
                      <a:pt x="8" y="3"/>
                      <a:pt x="5" y="0"/>
                      <a:pt x="2" y="2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7781" name="Freeform 197">
                <a:extLst>
                  <a:ext uri="{FF2B5EF4-FFF2-40B4-BE49-F238E27FC236}">
                    <a16:creationId xmlns:a16="http://schemas.microsoft.com/office/drawing/2014/main" id="{AA2D4FC7-5EE8-41C1-88E8-8E786F7447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3" y="2230"/>
                <a:ext cx="14" cy="5"/>
              </a:xfrm>
              <a:custGeom>
                <a:avLst/>
                <a:gdLst>
                  <a:gd name="T0" fmla="*/ 0 w 10"/>
                  <a:gd name="T1" fmla="*/ 5 h 4"/>
                  <a:gd name="T2" fmla="*/ 28 w 10"/>
                  <a:gd name="T3" fmla="*/ 8 h 4"/>
                  <a:gd name="T4" fmla="*/ 0 w 10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4">
                    <a:moveTo>
                      <a:pt x="0" y="2"/>
                    </a:moveTo>
                    <a:cubicBezTo>
                      <a:pt x="4" y="2"/>
                      <a:pt x="7" y="3"/>
                      <a:pt x="10" y="4"/>
                    </a:cubicBezTo>
                    <a:cubicBezTo>
                      <a:pt x="10" y="1"/>
                      <a:pt x="3" y="0"/>
                      <a:pt x="0" y="0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7782" name="Freeform 198">
                <a:extLst>
                  <a:ext uri="{FF2B5EF4-FFF2-40B4-BE49-F238E27FC236}">
                    <a16:creationId xmlns:a16="http://schemas.microsoft.com/office/drawing/2014/main" id="{0693AD2A-7C62-447B-8869-B1572DC807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1" y="2189"/>
                <a:ext cx="14" cy="7"/>
              </a:xfrm>
              <a:custGeom>
                <a:avLst/>
                <a:gdLst>
                  <a:gd name="T0" fmla="*/ 6 w 10"/>
                  <a:gd name="T1" fmla="*/ 11 h 5"/>
                  <a:gd name="T2" fmla="*/ 28 w 10"/>
                  <a:gd name="T3" fmla="*/ 14 h 5"/>
                  <a:gd name="T4" fmla="*/ 0 w 10"/>
                  <a:gd name="T5" fmla="*/ 6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5">
                    <a:moveTo>
                      <a:pt x="2" y="4"/>
                    </a:moveTo>
                    <a:cubicBezTo>
                      <a:pt x="4" y="4"/>
                      <a:pt x="8" y="4"/>
                      <a:pt x="10" y="5"/>
                    </a:cubicBezTo>
                    <a:cubicBezTo>
                      <a:pt x="8" y="1"/>
                      <a:pt x="4" y="0"/>
                      <a:pt x="0" y="2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7783" name="Freeform 199">
                <a:extLst>
                  <a:ext uri="{FF2B5EF4-FFF2-40B4-BE49-F238E27FC236}">
                    <a16:creationId xmlns:a16="http://schemas.microsoft.com/office/drawing/2014/main" id="{8BF209A6-38C3-4771-A8AB-D5C219402C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9" y="2178"/>
                <a:ext cx="18" cy="7"/>
              </a:xfrm>
              <a:custGeom>
                <a:avLst/>
                <a:gdLst>
                  <a:gd name="T0" fmla="*/ 1 w 13"/>
                  <a:gd name="T1" fmla="*/ 14 h 5"/>
                  <a:gd name="T2" fmla="*/ 35 w 13"/>
                  <a:gd name="T3" fmla="*/ 14 h 5"/>
                  <a:gd name="T4" fmla="*/ 0 w 13"/>
                  <a:gd name="T5" fmla="*/ 11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5">
                    <a:moveTo>
                      <a:pt x="1" y="5"/>
                    </a:moveTo>
                    <a:cubicBezTo>
                      <a:pt x="5" y="3"/>
                      <a:pt x="8" y="4"/>
                      <a:pt x="13" y="5"/>
                    </a:cubicBezTo>
                    <a:cubicBezTo>
                      <a:pt x="9" y="0"/>
                      <a:pt x="5" y="2"/>
                      <a:pt x="0" y="4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7784" name="Freeform 200">
                <a:extLst>
                  <a:ext uri="{FF2B5EF4-FFF2-40B4-BE49-F238E27FC236}">
                    <a16:creationId xmlns:a16="http://schemas.microsoft.com/office/drawing/2014/main" id="{AEB737A2-0A94-4E2A-82CB-D97438A87A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3" y="2181"/>
                <a:ext cx="18" cy="7"/>
              </a:xfrm>
              <a:custGeom>
                <a:avLst/>
                <a:gdLst>
                  <a:gd name="T0" fmla="*/ 0 w 13"/>
                  <a:gd name="T1" fmla="*/ 14 h 5"/>
                  <a:gd name="T2" fmla="*/ 35 w 13"/>
                  <a:gd name="T3" fmla="*/ 11 h 5"/>
                  <a:gd name="T4" fmla="*/ 1 w 13"/>
                  <a:gd name="T5" fmla="*/ 6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5">
                    <a:moveTo>
                      <a:pt x="0" y="5"/>
                    </a:moveTo>
                    <a:cubicBezTo>
                      <a:pt x="0" y="1"/>
                      <a:pt x="10" y="3"/>
                      <a:pt x="13" y="4"/>
                    </a:cubicBezTo>
                    <a:cubicBezTo>
                      <a:pt x="10" y="0"/>
                      <a:pt x="4" y="0"/>
                      <a:pt x="1" y="2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7785" name="Freeform 201">
                <a:extLst>
                  <a:ext uri="{FF2B5EF4-FFF2-40B4-BE49-F238E27FC236}">
                    <a16:creationId xmlns:a16="http://schemas.microsoft.com/office/drawing/2014/main" id="{F08956D8-B7AC-45E2-8CA7-C1DC4CB682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6" y="2191"/>
                <a:ext cx="12" cy="7"/>
              </a:xfrm>
              <a:custGeom>
                <a:avLst/>
                <a:gdLst>
                  <a:gd name="T0" fmla="*/ 0 w 9"/>
                  <a:gd name="T1" fmla="*/ 1 h 5"/>
                  <a:gd name="T2" fmla="*/ 21 w 9"/>
                  <a:gd name="T3" fmla="*/ 8 h 5"/>
                  <a:gd name="T4" fmla="*/ 1 w 9"/>
                  <a:gd name="T5" fmla="*/ 1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5">
                    <a:moveTo>
                      <a:pt x="0" y="1"/>
                    </a:moveTo>
                    <a:cubicBezTo>
                      <a:pt x="2" y="1"/>
                      <a:pt x="8" y="0"/>
                      <a:pt x="9" y="3"/>
                    </a:cubicBezTo>
                    <a:cubicBezTo>
                      <a:pt x="7" y="5"/>
                      <a:pt x="3" y="3"/>
                      <a:pt x="1" y="1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7786" name="Freeform 202">
                <a:extLst>
                  <a:ext uri="{FF2B5EF4-FFF2-40B4-BE49-F238E27FC236}">
                    <a16:creationId xmlns:a16="http://schemas.microsoft.com/office/drawing/2014/main" id="{2E4E8E50-7ADA-4297-A42D-52C8971EBC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0" y="2208"/>
                <a:ext cx="6" cy="54"/>
              </a:xfrm>
              <a:custGeom>
                <a:avLst/>
                <a:gdLst>
                  <a:gd name="T0" fmla="*/ 8 w 5"/>
                  <a:gd name="T1" fmla="*/ 0 h 39"/>
                  <a:gd name="T2" fmla="*/ 6 w 5"/>
                  <a:gd name="T3" fmla="*/ 104 h 39"/>
                  <a:gd name="T4" fmla="*/ 1 w 5"/>
                  <a:gd name="T5" fmla="*/ 76 h 39"/>
                  <a:gd name="T6" fmla="*/ 7 w 5"/>
                  <a:gd name="T7" fmla="*/ 8 h 3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39">
                    <a:moveTo>
                      <a:pt x="5" y="0"/>
                    </a:moveTo>
                    <a:cubicBezTo>
                      <a:pt x="5" y="13"/>
                      <a:pt x="4" y="26"/>
                      <a:pt x="3" y="39"/>
                    </a:cubicBezTo>
                    <a:cubicBezTo>
                      <a:pt x="1" y="37"/>
                      <a:pt x="1" y="32"/>
                      <a:pt x="1" y="29"/>
                    </a:cubicBezTo>
                    <a:cubicBezTo>
                      <a:pt x="1" y="21"/>
                      <a:pt x="0" y="10"/>
                      <a:pt x="4" y="3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7787" name="Freeform 203">
                <a:extLst>
                  <a:ext uri="{FF2B5EF4-FFF2-40B4-BE49-F238E27FC236}">
                    <a16:creationId xmlns:a16="http://schemas.microsoft.com/office/drawing/2014/main" id="{2A8053A4-0D5C-4324-A200-6888FABB04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2" y="2164"/>
                <a:ext cx="18" cy="51"/>
              </a:xfrm>
              <a:custGeom>
                <a:avLst/>
                <a:gdLst>
                  <a:gd name="T0" fmla="*/ 0 w 13"/>
                  <a:gd name="T1" fmla="*/ 0 h 36"/>
                  <a:gd name="T2" fmla="*/ 19 w 13"/>
                  <a:gd name="T3" fmla="*/ 34 h 36"/>
                  <a:gd name="T4" fmla="*/ 29 w 13"/>
                  <a:gd name="T5" fmla="*/ 62 h 36"/>
                  <a:gd name="T6" fmla="*/ 33 w 13"/>
                  <a:gd name="T7" fmla="*/ 102 h 36"/>
                  <a:gd name="T8" fmla="*/ 33 w 13"/>
                  <a:gd name="T9" fmla="*/ 54 h 36"/>
                  <a:gd name="T10" fmla="*/ 26 w 13"/>
                  <a:gd name="T11" fmla="*/ 33 h 36"/>
                  <a:gd name="T12" fmla="*/ 11 w 13"/>
                  <a:gd name="T13" fmla="*/ 1 h 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36">
                    <a:moveTo>
                      <a:pt x="0" y="0"/>
                    </a:moveTo>
                    <a:cubicBezTo>
                      <a:pt x="4" y="2"/>
                      <a:pt x="6" y="9"/>
                      <a:pt x="7" y="12"/>
                    </a:cubicBezTo>
                    <a:cubicBezTo>
                      <a:pt x="9" y="15"/>
                      <a:pt x="10" y="19"/>
                      <a:pt x="11" y="22"/>
                    </a:cubicBezTo>
                    <a:cubicBezTo>
                      <a:pt x="11" y="25"/>
                      <a:pt x="10" y="34"/>
                      <a:pt x="12" y="36"/>
                    </a:cubicBezTo>
                    <a:cubicBezTo>
                      <a:pt x="12" y="30"/>
                      <a:pt x="13" y="24"/>
                      <a:pt x="12" y="19"/>
                    </a:cubicBezTo>
                    <a:cubicBezTo>
                      <a:pt x="12" y="16"/>
                      <a:pt x="11" y="13"/>
                      <a:pt x="10" y="11"/>
                    </a:cubicBezTo>
                    <a:cubicBezTo>
                      <a:pt x="9" y="7"/>
                      <a:pt x="5" y="4"/>
                      <a:pt x="4" y="1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7788" name="Freeform 204">
                <a:extLst>
                  <a:ext uri="{FF2B5EF4-FFF2-40B4-BE49-F238E27FC236}">
                    <a16:creationId xmlns:a16="http://schemas.microsoft.com/office/drawing/2014/main" id="{5D88EEFA-CAF6-4347-9456-056312E8D4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8" y="2089"/>
                <a:ext cx="85" cy="92"/>
              </a:xfrm>
              <a:custGeom>
                <a:avLst/>
                <a:gdLst>
                  <a:gd name="T0" fmla="*/ 164 w 61"/>
                  <a:gd name="T1" fmla="*/ 20 h 66"/>
                  <a:gd name="T2" fmla="*/ 105 w 61"/>
                  <a:gd name="T3" fmla="*/ 49 h 66"/>
                  <a:gd name="T4" fmla="*/ 46 w 61"/>
                  <a:gd name="T5" fmla="*/ 109 h 66"/>
                  <a:gd name="T6" fmla="*/ 39 w 61"/>
                  <a:gd name="T7" fmla="*/ 144 h 66"/>
                  <a:gd name="T8" fmla="*/ 54 w 61"/>
                  <a:gd name="T9" fmla="*/ 163 h 66"/>
                  <a:gd name="T10" fmla="*/ 68 w 61"/>
                  <a:gd name="T11" fmla="*/ 178 h 66"/>
                  <a:gd name="T12" fmla="*/ 54 w 61"/>
                  <a:gd name="T13" fmla="*/ 164 h 66"/>
                  <a:gd name="T14" fmla="*/ 33 w 61"/>
                  <a:gd name="T15" fmla="*/ 144 h 66"/>
                  <a:gd name="T16" fmla="*/ 0 w 61"/>
                  <a:gd name="T17" fmla="*/ 123 h 66"/>
                  <a:gd name="T18" fmla="*/ 14 w 61"/>
                  <a:gd name="T19" fmla="*/ 105 h 66"/>
                  <a:gd name="T20" fmla="*/ 40 w 61"/>
                  <a:gd name="T21" fmla="*/ 78 h 66"/>
                  <a:gd name="T22" fmla="*/ 82 w 61"/>
                  <a:gd name="T23" fmla="*/ 43 h 66"/>
                  <a:gd name="T24" fmla="*/ 118 w 61"/>
                  <a:gd name="T25" fmla="*/ 15 h 66"/>
                  <a:gd name="T26" fmla="*/ 149 w 61"/>
                  <a:gd name="T27" fmla="*/ 6 h 6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61" h="66">
                    <a:moveTo>
                      <a:pt x="61" y="7"/>
                    </a:moveTo>
                    <a:cubicBezTo>
                      <a:pt x="53" y="9"/>
                      <a:pt x="46" y="14"/>
                      <a:pt x="39" y="18"/>
                    </a:cubicBezTo>
                    <a:cubicBezTo>
                      <a:pt x="29" y="23"/>
                      <a:pt x="23" y="30"/>
                      <a:pt x="17" y="40"/>
                    </a:cubicBezTo>
                    <a:cubicBezTo>
                      <a:pt x="14" y="43"/>
                      <a:pt x="11" y="49"/>
                      <a:pt x="14" y="53"/>
                    </a:cubicBezTo>
                    <a:cubicBezTo>
                      <a:pt x="15" y="56"/>
                      <a:pt x="18" y="57"/>
                      <a:pt x="20" y="60"/>
                    </a:cubicBezTo>
                    <a:cubicBezTo>
                      <a:pt x="22" y="62"/>
                      <a:pt x="24" y="64"/>
                      <a:pt x="25" y="66"/>
                    </a:cubicBezTo>
                    <a:cubicBezTo>
                      <a:pt x="23" y="65"/>
                      <a:pt x="22" y="63"/>
                      <a:pt x="20" y="61"/>
                    </a:cubicBezTo>
                    <a:cubicBezTo>
                      <a:pt x="18" y="58"/>
                      <a:pt x="15" y="56"/>
                      <a:pt x="12" y="53"/>
                    </a:cubicBezTo>
                    <a:cubicBezTo>
                      <a:pt x="8" y="50"/>
                      <a:pt x="4" y="47"/>
                      <a:pt x="0" y="45"/>
                    </a:cubicBezTo>
                    <a:cubicBezTo>
                      <a:pt x="1" y="43"/>
                      <a:pt x="4" y="41"/>
                      <a:pt x="5" y="39"/>
                    </a:cubicBezTo>
                    <a:cubicBezTo>
                      <a:pt x="8" y="35"/>
                      <a:pt x="12" y="32"/>
                      <a:pt x="15" y="29"/>
                    </a:cubicBezTo>
                    <a:cubicBezTo>
                      <a:pt x="19" y="24"/>
                      <a:pt x="24" y="20"/>
                      <a:pt x="30" y="16"/>
                    </a:cubicBezTo>
                    <a:cubicBezTo>
                      <a:pt x="34" y="12"/>
                      <a:pt x="39" y="9"/>
                      <a:pt x="44" y="6"/>
                    </a:cubicBezTo>
                    <a:cubicBezTo>
                      <a:pt x="46" y="5"/>
                      <a:pt x="52" y="0"/>
                      <a:pt x="55" y="2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</p:grpSp>
        <p:sp>
          <p:nvSpPr>
            <p:cNvPr id="57531" name="Freeform 205">
              <a:extLst>
                <a:ext uri="{FF2B5EF4-FFF2-40B4-BE49-F238E27FC236}">
                  <a16:creationId xmlns:a16="http://schemas.microsoft.com/office/drawing/2014/main" id="{D9036642-7FBF-4053-8A08-D72716C2C8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3" y="2169"/>
              <a:ext cx="72" cy="57"/>
            </a:xfrm>
            <a:custGeom>
              <a:avLst/>
              <a:gdLst>
                <a:gd name="T0" fmla="*/ 0 w 52"/>
                <a:gd name="T1" fmla="*/ 0 h 41"/>
                <a:gd name="T2" fmla="*/ 35 w 52"/>
                <a:gd name="T3" fmla="*/ 29 h 41"/>
                <a:gd name="T4" fmla="*/ 80 w 52"/>
                <a:gd name="T5" fmla="*/ 68 h 41"/>
                <a:gd name="T6" fmla="*/ 138 w 52"/>
                <a:gd name="T7" fmla="*/ 110 h 41"/>
                <a:gd name="T8" fmla="*/ 69 w 52"/>
                <a:gd name="T9" fmla="*/ 43 h 41"/>
                <a:gd name="T10" fmla="*/ 42 w 52"/>
                <a:gd name="T11" fmla="*/ 15 h 41"/>
                <a:gd name="T12" fmla="*/ 0 w 52"/>
                <a:gd name="T13" fmla="*/ 0 h 4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2" h="41">
                  <a:moveTo>
                    <a:pt x="0" y="0"/>
                  </a:moveTo>
                  <a:cubicBezTo>
                    <a:pt x="2" y="3"/>
                    <a:pt x="10" y="8"/>
                    <a:pt x="13" y="11"/>
                  </a:cubicBezTo>
                  <a:cubicBezTo>
                    <a:pt x="19" y="16"/>
                    <a:pt x="24" y="20"/>
                    <a:pt x="30" y="25"/>
                  </a:cubicBezTo>
                  <a:cubicBezTo>
                    <a:pt x="37" y="31"/>
                    <a:pt x="44" y="36"/>
                    <a:pt x="52" y="41"/>
                  </a:cubicBezTo>
                  <a:cubicBezTo>
                    <a:pt x="42" y="33"/>
                    <a:pt x="34" y="25"/>
                    <a:pt x="26" y="16"/>
                  </a:cubicBezTo>
                  <a:cubicBezTo>
                    <a:pt x="23" y="12"/>
                    <a:pt x="20" y="8"/>
                    <a:pt x="16" y="6"/>
                  </a:cubicBezTo>
                  <a:cubicBezTo>
                    <a:pt x="11" y="3"/>
                    <a:pt x="5" y="2"/>
                    <a:pt x="0" y="0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7532" name="Freeform 206">
              <a:extLst>
                <a:ext uri="{FF2B5EF4-FFF2-40B4-BE49-F238E27FC236}">
                  <a16:creationId xmlns:a16="http://schemas.microsoft.com/office/drawing/2014/main" id="{8C4CB743-8B03-496A-9C77-85D52C9E0E2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5" y="2177"/>
              <a:ext cx="50" cy="11"/>
            </a:xfrm>
            <a:custGeom>
              <a:avLst/>
              <a:gdLst>
                <a:gd name="T0" fmla="*/ 0 w 36"/>
                <a:gd name="T1" fmla="*/ 14 h 8"/>
                <a:gd name="T2" fmla="*/ 60 w 36"/>
                <a:gd name="T3" fmla="*/ 15 h 8"/>
                <a:gd name="T4" fmla="*/ 96 w 36"/>
                <a:gd name="T5" fmla="*/ 21 h 8"/>
                <a:gd name="T6" fmla="*/ 15 w 36"/>
                <a:gd name="T7" fmla="*/ 14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" h="8">
                  <a:moveTo>
                    <a:pt x="0" y="5"/>
                  </a:moveTo>
                  <a:cubicBezTo>
                    <a:pt x="7" y="7"/>
                    <a:pt x="15" y="6"/>
                    <a:pt x="22" y="6"/>
                  </a:cubicBezTo>
                  <a:cubicBezTo>
                    <a:pt x="27" y="5"/>
                    <a:pt x="32" y="5"/>
                    <a:pt x="36" y="8"/>
                  </a:cubicBezTo>
                  <a:cubicBezTo>
                    <a:pt x="29" y="0"/>
                    <a:pt x="15" y="0"/>
                    <a:pt x="6" y="5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7533" name="Freeform 207">
              <a:extLst>
                <a:ext uri="{FF2B5EF4-FFF2-40B4-BE49-F238E27FC236}">
                  <a16:creationId xmlns:a16="http://schemas.microsoft.com/office/drawing/2014/main" id="{6F4549AB-87DD-4C0B-8A36-20B09A1FC3E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1" y="2181"/>
              <a:ext cx="51" cy="68"/>
            </a:xfrm>
            <a:custGeom>
              <a:avLst/>
              <a:gdLst>
                <a:gd name="T0" fmla="*/ 6 w 36"/>
                <a:gd name="T1" fmla="*/ 1 h 49"/>
                <a:gd name="T2" fmla="*/ 13 w 36"/>
                <a:gd name="T3" fmla="*/ 11 h 49"/>
                <a:gd name="T4" fmla="*/ 34 w 36"/>
                <a:gd name="T5" fmla="*/ 36 h 49"/>
                <a:gd name="T6" fmla="*/ 61 w 36"/>
                <a:gd name="T7" fmla="*/ 68 h 49"/>
                <a:gd name="T8" fmla="*/ 86 w 36"/>
                <a:gd name="T9" fmla="*/ 115 h 49"/>
                <a:gd name="T10" fmla="*/ 95 w 36"/>
                <a:gd name="T11" fmla="*/ 129 h 49"/>
                <a:gd name="T12" fmla="*/ 95 w 36"/>
                <a:gd name="T13" fmla="*/ 104 h 49"/>
                <a:gd name="T14" fmla="*/ 48 w 36"/>
                <a:gd name="T15" fmla="*/ 50 h 49"/>
                <a:gd name="T16" fmla="*/ 18 w 36"/>
                <a:gd name="T17" fmla="*/ 15 h 49"/>
                <a:gd name="T18" fmla="*/ 0 w 36"/>
                <a:gd name="T19" fmla="*/ 0 h 4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6" h="49">
                  <a:moveTo>
                    <a:pt x="2" y="1"/>
                  </a:moveTo>
                  <a:cubicBezTo>
                    <a:pt x="2" y="2"/>
                    <a:pt x="4" y="3"/>
                    <a:pt x="4" y="4"/>
                  </a:cubicBezTo>
                  <a:cubicBezTo>
                    <a:pt x="7" y="7"/>
                    <a:pt x="10" y="11"/>
                    <a:pt x="12" y="14"/>
                  </a:cubicBezTo>
                  <a:cubicBezTo>
                    <a:pt x="15" y="18"/>
                    <a:pt x="18" y="21"/>
                    <a:pt x="21" y="25"/>
                  </a:cubicBezTo>
                  <a:cubicBezTo>
                    <a:pt x="24" y="31"/>
                    <a:pt x="28" y="37"/>
                    <a:pt x="30" y="43"/>
                  </a:cubicBezTo>
                  <a:cubicBezTo>
                    <a:pt x="30" y="44"/>
                    <a:pt x="30" y="49"/>
                    <a:pt x="33" y="48"/>
                  </a:cubicBezTo>
                  <a:cubicBezTo>
                    <a:pt x="36" y="46"/>
                    <a:pt x="34" y="41"/>
                    <a:pt x="33" y="39"/>
                  </a:cubicBezTo>
                  <a:cubicBezTo>
                    <a:pt x="28" y="32"/>
                    <a:pt x="22" y="26"/>
                    <a:pt x="17" y="19"/>
                  </a:cubicBezTo>
                  <a:cubicBezTo>
                    <a:pt x="14" y="15"/>
                    <a:pt x="10" y="10"/>
                    <a:pt x="6" y="6"/>
                  </a:cubicBezTo>
                  <a:cubicBezTo>
                    <a:pt x="5" y="4"/>
                    <a:pt x="2" y="0"/>
                    <a:pt x="0" y="0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7534" name="Freeform 208">
              <a:extLst>
                <a:ext uri="{FF2B5EF4-FFF2-40B4-BE49-F238E27FC236}">
                  <a16:creationId xmlns:a16="http://schemas.microsoft.com/office/drawing/2014/main" id="{56E68EAB-DFBE-4053-AA07-11E6BD270B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5" y="2174"/>
              <a:ext cx="39" cy="74"/>
            </a:xfrm>
            <a:custGeom>
              <a:avLst/>
              <a:gdLst>
                <a:gd name="T0" fmla="*/ 1 w 28"/>
                <a:gd name="T1" fmla="*/ 6 h 53"/>
                <a:gd name="T2" fmla="*/ 11 w 28"/>
                <a:gd name="T3" fmla="*/ 21 h 53"/>
                <a:gd name="T4" fmla="*/ 28 w 28"/>
                <a:gd name="T5" fmla="*/ 49 h 53"/>
                <a:gd name="T6" fmla="*/ 50 w 28"/>
                <a:gd name="T7" fmla="*/ 84 h 53"/>
                <a:gd name="T8" fmla="*/ 64 w 28"/>
                <a:gd name="T9" fmla="*/ 112 h 53"/>
                <a:gd name="T10" fmla="*/ 75 w 28"/>
                <a:gd name="T11" fmla="*/ 144 h 53"/>
                <a:gd name="T12" fmla="*/ 68 w 28"/>
                <a:gd name="T13" fmla="*/ 117 h 53"/>
                <a:gd name="T14" fmla="*/ 56 w 28"/>
                <a:gd name="T15" fmla="*/ 70 h 53"/>
                <a:gd name="T16" fmla="*/ 35 w 28"/>
                <a:gd name="T17" fmla="*/ 29 h 53"/>
                <a:gd name="T18" fmla="*/ 8 w 28"/>
                <a:gd name="T19" fmla="*/ 0 h 5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8" h="53">
                  <a:moveTo>
                    <a:pt x="1" y="2"/>
                  </a:moveTo>
                  <a:cubicBezTo>
                    <a:pt x="0" y="4"/>
                    <a:pt x="3" y="6"/>
                    <a:pt x="4" y="8"/>
                  </a:cubicBezTo>
                  <a:cubicBezTo>
                    <a:pt x="6" y="11"/>
                    <a:pt x="8" y="15"/>
                    <a:pt x="10" y="18"/>
                  </a:cubicBezTo>
                  <a:cubicBezTo>
                    <a:pt x="13" y="22"/>
                    <a:pt x="17" y="26"/>
                    <a:pt x="19" y="31"/>
                  </a:cubicBezTo>
                  <a:cubicBezTo>
                    <a:pt x="21" y="34"/>
                    <a:pt x="22" y="38"/>
                    <a:pt x="24" y="41"/>
                  </a:cubicBezTo>
                  <a:cubicBezTo>
                    <a:pt x="25" y="45"/>
                    <a:pt x="28" y="50"/>
                    <a:pt x="28" y="53"/>
                  </a:cubicBezTo>
                  <a:cubicBezTo>
                    <a:pt x="27" y="51"/>
                    <a:pt x="26" y="46"/>
                    <a:pt x="25" y="43"/>
                  </a:cubicBezTo>
                  <a:cubicBezTo>
                    <a:pt x="24" y="38"/>
                    <a:pt x="23" y="32"/>
                    <a:pt x="21" y="26"/>
                  </a:cubicBezTo>
                  <a:cubicBezTo>
                    <a:pt x="19" y="21"/>
                    <a:pt x="16" y="16"/>
                    <a:pt x="13" y="11"/>
                  </a:cubicBezTo>
                  <a:cubicBezTo>
                    <a:pt x="11" y="8"/>
                    <a:pt x="7" y="1"/>
                    <a:pt x="3" y="0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7535" name="Freeform 209">
              <a:extLst>
                <a:ext uri="{FF2B5EF4-FFF2-40B4-BE49-F238E27FC236}">
                  <a16:creationId xmlns:a16="http://schemas.microsoft.com/office/drawing/2014/main" id="{FFD2B25F-B633-4241-8BF5-61A7867607D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3" y="2118"/>
              <a:ext cx="68" cy="67"/>
            </a:xfrm>
            <a:custGeom>
              <a:avLst/>
              <a:gdLst>
                <a:gd name="T0" fmla="*/ 1 w 49"/>
                <a:gd name="T1" fmla="*/ 0 h 48"/>
                <a:gd name="T2" fmla="*/ 35 w 49"/>
                <a:gd name="T3" fmla="*/ 21 h 48"/>
                <a:gd name="T4" fmla="*/ 83 w 49"/>
                <a:gd name="T5" fmla="*/ 74 h 48"/>
                <a:gd name="T6" fmla="*/ 108 w 49"/>
                <a:gd name="T7" fmla="*/ 89 h 48"/>
                <a:gd name="T8" fmla="*/ 130 w 49"/>
                <a:gd name="T9" fmla="*/ 131 h 48"/>
                <a:gd name="T10" fmla="*/ 104 w 49"/>
                <a:gd name="T11" fmla="*/ 89 h 48"/>
                <a:gd name="T12" fmla="*/ 68 w 49"/>
                <a:gd name="T13" fmla="*/ 74 h 48"/>
                <a:gd name="T14" fmla="*/ 0 w 49"/>
                <a:gd name="T15" fmla="*/ 8 h 4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9" h="48">
                  <a:moveTo>
                    <a:pt x="1" y="0"/>
                  </a:moveTo>
                  <a:cubicBezTo>
                    <a:pt x="7" y="0"/>
                    <a:pt x="10" y="4"/>
                    <a:pt x="13" y="8"/>
                  </a:cubicBezTo>
                  <a:cubicBezTo>
                    <a:pt x="18" y="15"/>
                    <a:pt x="25" y="21"/>
                    <a:pt x="31" y="27"/>
                  </a:cubicBezTo>
                  <a:cubicBezTo>
                    <a:pt x="33" y="29"/>
                    <a:pt x="37" y="31"/>
                    <a:pt x="40" y="33"/>
                  </a:cubicBezTo>
                  <a:cubicBezTo>
                    <a:pt x="45" y="37"/>
                    <a:pt x="48" y="42"/>
                    <a:pt x="49" y="48"/>
                  </a:cubicBezTo>
                  <a:cubicBezTo>
                    <a:pt x="45" y="44"/>
                    <a:pt x="43" y="37"/>
                    <a:pt x="39" y="33"/>
                  </a:cubicBezTo>
                  <a:cubicBezTo>
                    <a:pt x="35" y="30"/>
                    <a:pt x="30" y="29"/>
                    <a:pt x="25" y="27"/>
                  </a:cubicBezTo>
                  <a:cubicBezTo>
                    <a:pt x="14" y="23"/>
                    <a:pt x="12" y="7"/>
                    <a:pt x="0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7536" name="Freeform 210">
              <a:extLst>
                <a:ext uri="{FF2B5EF4-FFF2-40B4-BE49-F238E27FC236}">
                  <a16:creationId xmlns:a16="http://schemas.microsoft.com/office/drawing/2014/main" id="{43668D10-CEE2-4683-858E-A323BC3B5A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0" y="2123"/>
              <a:ext cx="29" cy="29"/>
            </a:xfrm>
            <a:custGeom>
              <a:avLst/>
              <a:gdLst>
                <a:gd name="T0" fmla="*/ 0 w 21"/>
                <a:gd name="T1" fmla="*/ 8 h 21"/>
                <a:gd name="T2" fmla="*/ 55 w 21"/>
                <a:gd name="T3" fmla="*/ 55 h 21"/>
                <a:gd name="T4" fmla="*/ 6 w 21"/>
                <a:gd name="T5" fmla="*/ 15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21">
                  <a:moveTo>
                    <a:pt x="0" y="3"/>
                  </a:moveTo>
                  <a:cubicBezTo>
                    <a:pt x="8" y="0"/>
                    <a:pt x="19" y="15"/>
                    <a:pt x="21" y="21"/>
                  </a:cubicBezTo>
                  <a:cubicBezTo>
                    <a:pt x="17" y="15"/>
                    <a:pt x="9" y="8"/>
                    <a:pt x="2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7537" name="Freeform 211">
              <a:extLst>
                <a:ext uri="{FF2B5EF4-FFF2-40B4-BE49-F238E27FC236}">
                  <a16:creationId xmlns:a16="http://schemas.microsoft.com/office/drawing/2014/main" id="{B983D02C-9D54-43BE-8B6C-AA60CECB4D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4" y="2159"/>
              <a:ext cx="28" cy="12"/>
            </a:xfrm>
            <a:custGeom>
              <a:avLst/>
              <a:gdLst>
                <a:gd name="T0" fmla="*/ 0 w 20"/>
                <a:gd name="T1" fmla="*/ 0 h 9"/>
                <a:gd name="T2" fmla="*/ 55 w 20"/>
                <a:gd name="T3" fmla="*/ 21 h 9"/>
                <a:gd name="T4" fmla="*/ 8 w 20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9">
                  <a:moveTo>
                    <a:pt x="0" y="0"/>
                  </a:moveTo>
                  <a:cubicBezTo>
                    <a:pt x="6" y="2"/>
                    <a:pt x="18" y="1"/>
                    <a:pt x="20" y="9"/>
                  </a:cubicBezTo>
                  <a:cubicBezTo>
                    <a:pt x="14" y="7"/>
                    <a:pt x="10" y="1"/>
                    <a:pt x="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7538" name="Freeform 212">
              <a:extLst>
                <a:ext uri="{FF2B5EF4-FFF2-40B4-BE49-F238E27FC236}">
                  <a16:creationId xmlns:a16="http://schemas.microsoft.com/office/drawing/2014/main" id="{C888B7D7-282C-4080-8136-5F6A0231DB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3" y="2139"/>
              <a:ext cx="34" cy="13"/>
            </a:xfrm>
            <a:custGeom>
              <a:avLst/>
              <a:gdLst>
                <a:gd name="T0" fmla="*/ 47 w 24"/>
                <a:gd name="T1" fmla="*/ 0 h 9"/>
                <a:gd name="T2" fmla="*/ 6 w 24"/>
                <a:gd name="T3" fmla="*/ 27 h 9"/>
                <a:gd name="T4" fmla="*/ 33 w 24"/>
                <a:gd name="T5" fmla="*/ 13 h 9"/>
                <a:gd name="T6" fmla="*/ 54 w 24"/>
                <a:gd name="T7" fmla="*/ 9 h 9"/>
                <a:gd name="T8" fmla="*/ 67 w 24"/>
                <a:gd name="T9" fmla="*/ 6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9">
                  <a:moveTo>
                    <a:pt x="16" y="0"/>
                  </a:moveTo>
                  <a:cubicBezTo>
                    <a:pt x="11" y="0"/>
                    <a:pt x="0" y="3"/>
                    <a:pt x="2" y="9"/>
                  </a:cubicBezTo>
                  <a:cubicBezTo>
                    <a:pt x="4" y="9"/>
                    <a:pt x="8" y="5"/>
                    <a:pt x="11" y="4"/>
                  </a:cubicBezTo>
                  <a:cubicBezTo>
                    <a:pt x="14" y="4"/>
                    <a:pt x="16" y="3"/>
                    <a:pt x="19" y="3"/>
                  </a:cubicBezTo>
                  <a:cubicBezTo>
                    <a:pt x="20" y="3"/>
                    <a:pt x="24" y="3"/>
                    <a:pt x="23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7539" name="Freeform 213">
              <a:extLst>
                <a:ext uri="{FF2B5EF4-FFF2-40B4-BE49-F238E27FC236}">
                  <a16:creationId xmlns:a16="http://schemas.microsoft.com/office/drawing/2014/main" id="{D41F68CC-8C7D-4B54-8213-5720F99D7CE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8" y="2137"/>
              <a:ext cx="25" cy="9"/>
            </a:xfrm>
            <a:custGeom>
              <a:avLst/>
              <a:gdLst>
                <a:gd name="T0" fmla="*/ 35 w 18"/>
                <a:gd name="T1" fmla="*/ 1 h 7"/>
                <a:gd name="T2" fmla="*/ 11 w 18"/>
                <a:gd name="T3" fmla="*/ 8 h 7"/>
                <a:gd name="T4" fmla="*/ 49 w 18"/>
                <a:gd name="T5" fmla="*/ 13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7">
                  <a:moveTo>
                    <a:pt x="13" y="1"/>
                  </a:moveTo>
                  <a:cubicBezTo>
                    <a:pt x="12" y="1"/>
                    <a:pt x="0" y="0"/>
                    <a:pt x="4" y="4"/>
                  </a:cubicBezTo>
                  <a:cubicBezTo>
                    <a:pt x="7" y="7"/>
                    <a:pt x="15" y="5"/>
                    <a:pt x="18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7540" name="Freeform 214">
              <a:extLst>
                <a:ext uri="{FF2B5EF4-FFF2-40B4-BE49-F238E27FC236}">
                  <a16:creationId xmlns:a16="http://schemas.microsoft.com/office/drawing/2014/main" id="{BA990ABF-2FDE-4E5E-A2F5-33FEEBEA663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3" y="2145"/>
              <a:ext cx="9" cy="10"/>
            </a:xfrm>
            <a:custGeom>
              <a:avLst/>
              <a:gdLst>
                <a:gd name="T0" fmla="*/ 15 w 7"/>
                <a:gd name="T1" fmla="*/ 20 h 7"/>
                <a:gd name="T2" fmla="*/ 0 w 7"/>
                <a:gd name="T3" fmla="*/ 0 h 7"/>
                <a:gd name="T4" fmla="*/ 6 w 7"/>
                <a:gd name="T5" fmla="*/ 14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7" y="7"/>
                  </a:moveTo>
                  <a:cubicBezTo>
                    <a:pt x="5" y="4"/>
                    <a:pt x="3" y="2"/>
                    <a:pt x="0" y="0"/>
                  </a:cubicBezTo>
                  <a:cubicBezTo>
                    <a:pt x="0" y="2"/>
                    <a:pt x="1" y="3"/>
                    <a:pt x="3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7541" name="Freeform 215">
              <a:extLst>
                <a:ext uri="{FF2B5EF4-FFF2-40B4-BE49-F238E27FC236}">
                  <a16:creationId xmlns:a16="http://schemas.microsoft.com/office/drawing/2014/main" id="{1E339BCC-B946-4A9E-9C47-E4D2D36604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7" y="2353"/>
              <a:ext cx="91" cy="43"/>
            </a:xfrm>
            <a:custGeom>
              <a:avLst/>
              <a:gdLst>
                <a:gd name="T0" fmla="*/ 69 w 65"/>
                <a:gd name="T1" fmla="*/ 69 h 31"/>
                <a:gd name="T2" fmla="*/ 178 w 65"/>
                <a:gd name="T3" fmla="*/ 15 h 31"/>
                <a:gd name="T4" fmla="*/ 88 w 65"/>
                <a:gd name="T5" fmla="*/ 35 h 31"/>
                <a:gd name="T6" fmla="*/ 0 w 65"/>
                <a:gd name="T7" fmla="*/ 0 h 31"/>
                <a:gd name="T8" fmla="*/ 49 w 65"/>
                <a:gd name="T9" fmla="*/ 61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5" h="31">
                  <a:moveTo>
                    <a:pt x="25" y="26"/>
                  </a:moveTo>
                  <a:cubicBezTo>
                    <a:pt x="41" y="19"/>
                    <a:pt x="62" y="31"/>
                    <a:pt x="65" y="6"/>
                  </a:cubicBezTo>
                  <a:cubicBezTo>
                    <a:pt x="55" y="11"/>
                    <a:pt x="44" y="15"/>
                    <a:pt x="32" y="13"/>
                  </a:cubicBezTo>
                  <a:cubicBezTo>
                    <a:pt x="21" y="11"/>
                    <a:pt x="12" y="2"/>
                    <a:pt x="0" y="0"/>
                  </a:cubicBezTo>
                  <a:cubicBezTo>
                    <a:pt x="5" y="9"/>
                    <a:pt x="14" y="15"/>
                    <a:pt x="18" y="23"/>
                  </a:cubicBezTo>
                </a:path>
              </a:pathLst>
            </a:custGeom>
            <a:solidFill>
              <a:srgbClr val="9480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7542" name="Freeform 216">
              <a:extLst>
                <a:ext uri="{FF2B5EF4-FFF2-40B4-BE49-F238E27FC236}">
                  <a16:creationId xmlns:a16="http://schemas.microsoft.com/office/drawing/2014/main" id="{8BAA6792-0007-47E7-B243-39D84A0A00E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0" y="2534"/>
              <a:ext cx="65" cy="86"/>
            </a:xfrm>
            <a:custGeom>
              <a:avLst/>
              <a:gdLst>
                <a:gd name="T0" fmla="*/ 116 w 46"/>
                <a:gd name="T1" fmla="*/ 165 h 62"/>
                <a:gd name="T2" fmla="*/ 103 w 46"/>
                <a:gd name="T3" fmla="*/ 0 h 62"/>
                <a:gd name="T4" fmla="*/ 0 w 46"/>
                <a:gd name="T5" fmla="*/ 110 h 62"/>
                <a:gd name="T6" fmla="*/ 90 w 46"/>
                <a:gd name="T7" fmla="*/ 133 h 6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6" h="62">
                  <a:moveTo>
                    <a:pt x="41" y="62"/>
                  </a:moveTo>
                  <a:cubicBezTo>
                    <a:pt x="46" y="41"/>
                    <a:pt x="43" y="21"/>
                    <a:pt x="37" y="0"/>
                  </a:cubicBezTo>
                  <a:cubicBezTo>
                    <a:pt x="28" y="12"/>
                    <a:pt x="11" y="34"/>
                    <a:pt x="0" y="41"/>
                  </a:cubicBezTo>
                  <a:cubicBezTo>
                    <a:pt x="17" y="39"/>
                    <a:pt x="21" y="36"/>
                    <a:pt x="32" y="50"/>
                  </a:cubicBezTo>
                </a:path>
              </a:pathLst>
            </a:custGeom>
            <a:solidFill>
              <a:srgbClr val="9480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7543" name="Freeform 217">
              <a:extLst>
                <a:ext uri="{FF2B5EF4-FFF2-40B4-BE49-F238E27FC236}">
                  <a16:creationId xmlns:a16="http://schemas.microsoft.com/office/drawing/2014/main" id="{6DEF734A-E030-46F6-8AA3-D6B0CC3BD44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4" y="2181"/>
              <a:ext cx="67" cy="225"/>
            </a:xfrm>
            <a:custGeom>
              <a:avLst/>
              <a:gdLst>
                <a:gd name="T0" fmla="*/ 1 w 48"/>
                <a:gd name="T1" fmla="*/ 0 h 161"/>
                <a:gd name="T2" fmla="*/ 20 w 48"/>
                <a:gd name="T3" fmla="*/ 57 h 161"/>
                <a:gd name="T4" fmla="*/ 34 w 48"/>
                <a:gd name="T5" fmla="*/ 115 h 161"/>
                <a:gd name="T6" fmla="*/ 28 w 48"/>
                <a:gd name="T7" fmla="*/ 180 h 161"/>
                <a:gd name="T8" fmla="*/ 39 w 48"/>
                <a:gd name="T9" fmla="*/ 225 h 161"/>
                <a:gd name="T10" fmla="*/ 68 w 48"/>
                <a:gd name="T11" fmla="*/ 300 h 161"/>
                <a:gd name="T12" fmla="*/ 103 w 48"/>
                <a:gd name="T13" fmla="*/ 372 h 161"/>
                <a:gd name="T14" fmla="*/ 131 w 48"/>
                <a:gd name="T15" fmla="*/ 439 h 161"/>
                <a:gd name="T16" fmla="*/ 103 w 48"/>
                <a:gd name="T17" fmla="*/ 358 h 161"/>
                <a:gd name="T18" fmla="*/ 68 w 48"/>
                <a:gd name="T19" fmla="*/ 247 h 161"/>
                <a:gd name="T20" fmla="*/ 1 w 48"/>
                <a:gd name="T21" fmla="*/ 11 h 16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8" h="161">
                  <a:moveTo>
                    <a:pt x="1" y="0"/>
                  </a:moveTo>
                  <a:cubicBezTo>
                    <a:pt x="0" y="6"/>
                    <a:pt x="5" y="15"/>
                    <a:pt x="7" y="21"/>
                  </a:cubicBezTo>
                  <a:cubicBezTo>
                    <a:pt x="9" y="28"/>
                    <a:pt x="11" y="35"/>
                    <a:pt x="12" y="42"/>
                  </a:cubicBezTo>
                  <a:cubicBezTo>
                    <a:pt x="14" y="51"/>
                    <a:pt x="11" y="58"/>
                    <a:pt x="10" y="66"/>
                  </a:cubicBezTo>
                  <a:cubicBezTo>
                    <a:pt x="9" y="72"/>
                    <a:pt x="12" y="77"/>
                    <a:pt x="14" y="82"/>
                  </a:cubicBezTo>
                  <a:cubicBezTo>
                    <a:pt x="18" y="91"/>
                    <a:pt x="21" y="101"/>
                    <a:pt x="25" y="110"/>
                  </a:cubicBezTo>
                  <a:cubicBezTo>
                    <a:pt x="30" y="118"/>
                    <a:pt x="34" y="127"/>
                    <a:pt x="38" y="136"/>
                  </a:cubicBezTo>
                  <a:cubicBezTo>
                    <a:pt x="41" y="144"/>
                    <a:pt x="47" y="153"/>
                    <a:pt x="48" y="161"/>
                  </a:cubicBezTo>
                  <a:cubicBezTo>
                    <a:pt x="42" y="158"/>
                    <a:pt x="40" y="137"/>
                    <a:pt x="38" y="131"/>
                  </a:cubicBezTo>
                  <a:cubicBezTo>
                    <a:pt x="34" y="117"/>
                    <a:pt x="29" y="104"/>
                    <a:pt x="25" y="91"/>
                  </a:cubicBezTo>
                  <a:cubicBezTo>
                    <a:pt x="17" y="62"/>
                    <a:pt x="16" y="31"/>
                    <a:pt x="1" y="4"/>
                  </a:cubicBezTo>
                </a:path>
              </a:pathLst>
            </a:custGeom>
            <a:solidFill>
              <a:srgbClr val="9480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7544" name="Freeform 218">
              <a:extLst>
                <a:ext uri="{FF2B5EF4-FFF2-40B4-BE49-F238E27FC236}">
                  <a16:creationId xmlns:a16="http://schemas.microsoft.com/office/drawing/2014/main" id="{F6915561-07A2-4CAF-950F-44C3CE8EEC1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8" y="2290"/>
              <a:ext cx="22" cy="138"/>
            </a:xfrm>
            <a:custGeom>
              <a:avLst/>
              <a:gdLst>
                <a:gd name="T0" fmla="*/ 6 w 16"/>
                <a:gd name="T1" fmla="*/ 262 h 99"/>
                <a:gd name="T2" fmla="*/ 1 w 16"/>
                <a:gd name="T3" fmla="*/ 222 h 99"/>
                <a:gd name="T4" fmla="*/ 14 w 16"/>
                <a:gd name="T5" fmla="*/ 163 h 99"/>
                <a:gd name="T6" fmla="*/ 29 w 16"/>
                <a:gd name="T7" fmla="*/ 89 h 99"/>
                <a:gd name="T8" fmla="*/ 34 w 16"/>
                <a:gd name="T9" fmla="*/ 0 h 99"/>
                <a:gd name="T10" fmla="*/ 26 w 16"/>
                <a:gd name="T11" fmla="*/ 163 h 99"/>
                <a:gd name="T12" fmla="*/ 41 w 16"/>
                <a:gd name="T13" fmla="*/ 255 h 99"/>
                <a:gd name="T14" fmla="*/ 15 w 16"/>
                <a:gd name="T15" fmla="*/ 266 h 9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" h="99">
                  <a:moveTo>
                    <a:pt x="2" y="97"/>
                  </a:moveTo>
                  <a:cubicBezTo>
                    <a:pt x="3" y="93"/>
                    <a:pt x="1" y="87"/>
                    <a:pt x="1" y="82"/>
                  </a:cubicBezTo>
                  <a:cubicBezTo>
                    <a:pt x="0" y="74"/>
                    <a:pt x="3" y="68"/>
                    <a:pt x="5" y="60"/>
                  </a:cubicBezTo>
                  <a:cubicBezTo>
                    <a:pt x="7" y="51"/>
                    <a:pt x="9" y="42"/>
                    <a:pt x="11" y="33"/>
                  </a:cubicBezTo>
                  <a:cubicBezTo>
                    <a:pt x="13" y="22"/>
                    <a:pt x="10" y="10"/>
                    <a:pt x="13" y="0"/>
                  </a:cubicBezTo>
                  <a:cubicBezTo>
                    <a:pt x="16" y="20"/>
                    <a:pt x="10" y="40"/>
                    <a:pt x="10" y="60"/>
                  </a:cubicBezTo>
                  <a:cubicBezTo>
                    <a:pt x="10" y="72"/>
                    <a:pt x="12" y="83"/>
                    <a:pt x="16" y="94"/>
                  </a:cubicBezTo>
                  <a:cubicBezTo>
                    <a:pt x="13" y="95"/>
                    <a:pt x="9" y="99"/>
                    <a:pt x="6" y="98"/>
                  </a:cubicBezTo>
                </a:path>
              </a:pathLst>
            </a:custGeom>
            <a:solidFill>
              <a:srgbClr val="9480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7545" name="Freeform 219">
              <a:extLst>
                <a:ext uri="{FF2B5EF4-FFF2-40B4-BE49-F238E27FC236}">
                  <a16:creationId xmlns:a16="http://schemas.microsoft.com/office/drawing/2014/main" id="{4629AF28-079E-4A11-B571-4760D00540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6" y="2170"/>
              <a:ext cx="40" cy="107"/>
            </a:xfrm>
            <a:custGeom>
              <a:avLst/>
              <a:gdLst>
                <a:gd name="T0" fmla="*/ 19 w 29"/>
                <a:gd name="T1" fmla="*/ 201 h 77"/>
                <a:gd name="T2" fmla="*/ 15 w 29"/>
                <a:gd name="T3" fmla="*/ 157 h 77"/>
                <a:gd name="T4" fmla="*/ 44 w 29"/>
                <a:gd name="T5" fmla="*/ 90 h 77"/>
                <a:gd name="T6" fmla="*/ 76 w 29"/>
                <a:gd name="T7" fmla="*/ 0 h 77"/>
                <a:gd name="T8" fmla="*/ 74 w 29"/>
                <a:gd name="T9" fmla="*/ 0 h 77"/>
                <a:gd name="T10" fmla="*/ 19 w 29"/>
                <a:gd name="T11" fmla="*/ 64 h 77"/>
                <a:gd name="T12" fmla="*/ 8 w 29"/>
                <a:gd name="T13" fmla="*/ 207 h 7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" h="77">
                  <a:moveTo>
                    <a:pt x="7" y="75"/>
                  </a:moveTo>
                  <a:cubicBezTo>
                    <a:pt x="7" y="70"/>
                    <a:pt x="5" y="64"/>
                    <a:pt x="6" y="58"/>
                  </a:cubicBezTo>
                  <a:cubicBezTo>
                    <a:pt x="7" y="49"/>
                    <a:pt x="14" y="42"/>
                    <a:pt x="17" y="34"/>
                  </a:cubicBezTo>
                  <a:cubicBezTo>
                    <a:pt x="22" y="23"/>
                    <a:pt x="26" y="11"/>
                    <a:pt x="29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2" y="9"/>
                    <a:pt x="11" y="13"/>
                    <a:pt x="7" y="24"/>
                  </a:cubicBezTo>
                  <a:cubicBezTo>
                    <a:pt x="1" y="40"/>
                    <a:pt x="0" y="60"/>
                    <a:pt x="3" y="77"/>
                  </a:cubicBezTo>
                </a:path>
              </a:pathLst>
            </a:custGeom>
            <a:solidFill>
              <a:srgbClr val="9480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7546" name="Freeform 220">
              <a:extLst>
                <a:ext uri="{FF2B5EF4-FFF2-40B4-BE49-F238E27FC236}">
                  <a16:creationId xmlns:a16="http://schemas.microsoft.com/office/drawing/2014/main" id="{B3F66D19-7213-420C-B9B3-667EDF4A0A9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8" y="2385"/>
              <a:ext cx="71" cy="139"/>
            </a:xfrm>
            <a:custGeom>
              <a:avLst/>
              <a:gdLst>
                <a:gd name="T0" fmla="*/ 0 w 51"/>
                <a:gd name="T1" fmla="*/ 0 h 100"/>
                <a:gd name="T2" fmla="*/ 70 w 51"/>
                <a:gd name="T3" fmla="*/ 135 h 100"/>
                <a:gd name="T4" fmla="*/ 81 w 51"/>
                <a:gd name="T5" fmla="*/ 268 h 100"/>
                <a:gd name="T6" fmla="*/ 0 w 51"/>
                <a:gd name="T7" fmla="*/ 21 h 10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1" h="100">
                  <a:moveTo>
                    <a:pt x="0" y="0"/>
                  </a:moveTo>
                  <a:cubicBezTo>
                    <a:pt x="2" y="18"/>
                    <a:pt x="21" y="33"/>
                    <a:pt x="26" y="50"/>
                  </a:cubicBezTo>
                  <a:cubicBezTo>
                    <a:pt x="30" y="64"/>
                    <a:pt x="29" y="86"/>
                    <a:pt x="30" y="100"/>
                  </a:cubicBezTo>
                  <a:cubicBezTo>
                    <a:pt x="51" y="70"/>
                    <a:pt x="29" y="26"/>
                    <a:pt x="0" y="8"/>
                  </a:cubicBezTo>
                </a:path>
              </a:pathLst>
            </a:custGeom>
            <a:solidFill>
              <a:srgbClr val="9480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7547" name="Freeform 221">
              <a:extLst>
                <a:ext uri="{FF2B5EF4-FFF2-40B4-BE49-F238E27FC236}">
                  <a16:creationId xmlns:a16="http://schemas.microsoft.com/office/drawing/2014/main" id="{C1E8967E-1F2E-45EB-91E7-70A9483FEB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5" y="2640"/>
              <a:ext cx="48" cy="74"/>
            </a:xfrm>
            <a:custGeom>
              <a:avLst/>
              <a:gdLst>
                <a:gd name="T0" fmla="*/ 0 w 35"/>
                <a:gd name="T1" fmla="*/ 0 h 53"/>
                <a:gd name="T2" fmla="*/ 91 w 35"/>
                <a:gd name="T3" fmla="*/ 144 h 53"/>
                <a:gd name="T4" fmla="*/ 0 w 35"/>
                <a:gd name="T5" fmla="*/ 84 h 5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53">
                  <a:moveTo>
                    <a:pt x="0" y="0"/>
                  </a:moveTo>
                  <a:cubicBezTo>
                    <a:pt x="5" y="22"/>
                    <a:pt x="26" y="34"/>
                    <a:pt x="35" y="53"/>
                  </a:cubicBezTo>
                  <a:cubicBezTo>
                    <a:pt x="23" y="45"/>
                    <a:pt x="14" y="31"/>
                    <a:pt x="0" y="31"/>
                  </a:cubicBezTo>
                </a:path>
              </a:pathLst>
            </a:custGeom>
            <a:solidFill>
              <a:srgbClr val="9480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7548" name="Freeform 222">
              <a:extLst>
                <a:ext uri="{FF2B5EF4-FFF2-40B4-BE49-F238E27FC236}">
                  <a16:creationId xmlns:a16="http://schemas.microsoft.com/office/drawing/2014/main" id="{A3C0E684-E31F-4EC1-9C3D-55214259177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9" y="2719"/>
              <a:ext cx="63" cy="241"/>
            </a:xfrm>
            <a:custGeom>
              <a:avLst/>
              <a:gdLst>
                <a:gd name="T0" fmla="*/ 122 w 45"/>
                <a:gd name="T1" fmla="*/ 8 h 173"/>
                <a:gd name="T2" fmla="*/ 77 w 45"/>
                <a:gd name="T3" fmla="*/ 114 h 173"/>
                <a:gd name="T4" fmla="*/ 70 w 45"/>
                <a:gd name="T5" fmla="*/ 241 h 173"/>
                <a:gd name="T6" fmla="*/ 67 w 45"/>
                <a:gd name="T7" fmla="*/ 354 h 173"/>
                <a:gd name="T8" fmla="*/ 49 w 45"/>
                <a:gd name="T9" fmla="*/ 468 h 173"/>
                <a:gd name="T10" fmla="*/ 48 w 45"/>
                <a:gd name="T11" fmla="*/ 357 h 173"/>
                <a:gd name="T12" fmla="*/ 0 w 45"/>
                <a:gd name="T13" fmla="*/ 315 h 173"/>
                <a:gd name="T14" fmla="*/ 34 w 45"/>
                <a:gd name="T15" fmla="*/ 261 h 173"/>
                <a:gd name="T16" fmla="*/ 14 w 45"/>
                <a:gd name="T17" fmla="*/ 206 h 173"/>
                <a:gd name="T18" fmla="*/ 67 w 45"/>
                <a:gd name="T19" fmla="*/ 91 h 173"/>
                <a:gd name="T20" fmla="*/ 123 w 45"/>
                <a:gd name="T21" fmla="*/ 0 h 17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5" h="173">
                  <a:moveTo>
                    <a:pt x="44" y="3"/>
                  </a:moveTo>
                  <a:cubicBezTo>
                    <a:pt x="39" y="16"/>
                    <a:pt x="30" y="27"/>
                    <a:pt x="28" y="42"/>
                  </a:cubicBezTo>
                  <a:cubicBezTo>
                    <a:pt x="26" y="57"/>
                    <a:pt x="26" y="74"/>
                    <a:pt x="26" y="89"/>
                  </a:cubicBezTo>
                  <a:cubicBezTo>
                    <a:pt x="25" y="103"/>
                    <a:pt x="24" y="117"/>
                    <a:pt x="24" y="131"/>
                  </a:cubicBezTo>
                  <a:cubicBezTo>
                    <a:pt x="23" y="145"/>
                    <a:pt x="18" y="160"/>
                    <a:pt x="18" y="173"/>
                  </a:cubicBezTo>
                  <a:cubicBezTo>
                    <a:pt x="19" y="161"/>
                    <a:pt x="19" y="144"/>
                    <a:pt x="17" y="132"/>
                  </a:cubicBezTo>
                  <a:cubicBezTo>
                    <a:pt x="15" y="118"/>
                    <a:pt x="10" y="120"/>
                    <a:pt x="0" y="116"/>
                  </a:cubicBezTo>
                  <a:cubicBezTo>
                    <a:pt x="7" y="112"/>
                    <a:pt x="12" y="104"/>
                    <a:pt x="12" y="96"/>
                  </a:cubicBezTo>
                  <a:cubicBezTo>
                    <a:pt x="12" y="88"/>
                    <a:pt x="5" y="83"/>
                    <a:pt x="5" y="76"/>
                  </a:cubicBezTo>
                  <a:cubicBezTo>
                    <a:pt x="5" y="65"/>
                    <a:pt x="20" y="45"/>
                    <a:pt x="24" y="34"/>
                  </a:cubicBezTo>
                  <a:cubicBezTo>
                    <a:pt x="29" y="22"/>
                    <a:pt x="36" y="9"/>
                    <a:pt x="45" y="0"/>
                  </a:cubicBezTo>
                </a:path>
              </a:pathLst>
            </a:custGeom>
            <a:solidFill>
              <a:srgbClr val="9480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7549" name="Freeform 223">
              <a:extLst>
                <a:ext uri="{FF2B5EF4-FFF2-40B4-BE49-F238E27FC236}">
                  <a16:creationId xmlns:a16="http://schemas.microsoft.com/office/drawing/2014/main" id="{4E3AE511-0061-411B-9158-113548DBD2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7" y="2375"/>
              <a:ext cx="152" cy="295"/>
            </a:xfrm>
            <a:custGeom>
              <a:avLst/>
              <a:gdLst>
                <a:gd name="T0" fmla="*/ 208 w 109"/>
                <a:gd name="T1" fmla="*/ 50 h 212"/>
                <a:gd name="T2" fmla="*/ 284 w 109"/>
                <a:gd name="T3" fmla="*/ 174 h 212"/>
                <a:gd name="T4" fmla="*/ 290 w 109"/>
                <a:gd name="T5" fmla="*/ 291 h 212"/>
                <a:gd name="T6" fmla="*/ 213 w 109"/>
                <a:gd name="T7" fmla="*/ 539 h 212"/>
                <a:gd name="T8" fmla="*/ 20 w 109"/>
                <a:gd name="T9" fmla="*/ 480 h 212"/>
                <a:gd name="T10" fmla="*/ 39 w 109"/>
                <a:gd name="T11" fmla="*/ 372 h 212"/>
                <a:gd name="T12" fmla="*/ 43 w 109"/>
                <a:gd name="T13" fmla="*/ 237 h 212"/>
                <a:gd name="T14" fmla="*/ 137 w 109"/>
                <a:gd name="T15" fmla="*/ 46 h 21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9" h="212">
                  <a:moveTo>
                    <a:pt x="77" y="19"/>
                  </a:moveTo>
                  <a:cubicBezTo>
                    <a:pt x="87" y="36"/>
                    <a:pt x="102" y="44"/>
                    <a:pt x="105" y="65"/>
                  </a:cubicBezTo>
                  <a:cubicBezTo>
                    <a:pt x="107" y="79"/>
                    <a:pt x="105" y="94"/>
                    <a:pt x="107" y="108"/>
                  </a:cubicBezTo>
                  <a:cubicBezTo>
                    <a:pt x="109" y="134"/>
                    <a:pt x="104" y="186"/>
                    <a:pt x="79" y="200"/>
                  </a:cubicBezTo>
                  <a:cubicBezTo>
                    <a:pt x="59" y="212"/>
                    <a:pt x="16" y="198"/>
                    <a:pt x="7" y="178"/>
                  </a:cubicBezTo>
                  <a:cubicBezTo>
                    <a:pt x="0" y="164"/>
                    <a:pt x="10" y="151"/>
                    <a:pt x="14" y="138"/>
                  </a:cubicBezTo>
                  <a:cubicBezTo>
                    <a:pt x="19" y="121"/>
                    <a:pt x="16" y="105"/>
                    <a:pt x="16" y="88"/>
                  </a:cubicBezTo>
                  <a:cubicBezTo>
                    <a:pt x="15" y="72"/>
                    <a:pt x="15" y="0"/>
                    <a:pt x="50" y="17"/>
                  </a:cubicBezTo>
                </a:path>
              </a:pathLst>
            </a:custGeom>
            <a:solidFill>
              <a:srgbClr val="AA92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7550" name="Freeform 224">
              <a:extLst>
                <a:ext uri="{FF2B5EF4-FFF2-40B4-BE49-F238E27FC236}">
                  <a16:creationId xmlns:a16="http://schemas.microsoft.com/office/drawing/2014/main" id="{E228A104-8D7A-4313-9EB1-8B2AAAD80A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2" y="2293"/>
              <a:ext cx="152" cy="575"/>
            </a:xfrm>
            <a:custGeom>
              <a:avLst/>
              <a:gdLst>
                <a:gd name="T0" fmla="*/ 6 w 109"/>
                <a:gd name="T1" fmla="*/ 0 h 413"/>
                <a:gd name="T2" fmla="*/ 218 w 109"/>
                <a:gd name="T3" fmla="*/ 153 h 413"/>
                <a:gd name="T4" fmla="*/ 284 w 109"/>
                <a:gd name="T5" fmla="*/ 397 h 413"/>
                <a:gd name="T6" fmla="*/ 268 w 109"/>
                <a:gd name="T7" fmla="*/ 688 h 413"/>
                <a:gd name="T8" fmla="*/ 282 w 109"/>
                <a:gd name="T9" fmla="*/ 926 h 413"/>
                <a:gd name="T10" fmla="*/ 296 w 109"/>
                <a:gd name="T11" fmla="*/ 1115 h 413"/>
                <a:gd name="T12" fmla="*/ 257 w 109"/>
                <a:gd name="T13" fmla="*/ 908 h 413"/>
                <a:gd name="T14" fmla="*/ 240 w 109"/>
                <a:gd name="T15" fmla="*/ 550 h 413"/>
                <a:gd name="T16" fmla="*/ 226 w 109"/>
                <a:gd name="T17" fmla="*/ 397 h 413"/>
                <a:gd name="T18" fmla="*/ 218 w 109"/>
                <a:gd name="T19" fmla="*/ 301 h 413"/>
                <a:gd name="T20" fmla="*/ 123 w 109"/>
                <a:gd name="T21" fmla="*/ 178 h 413"/>
                <a:gd name="T22" fmla="*/ 0 w 109"/>
                <a:gd name="T23" fmla="*/ 19 h 41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09" h="413">
                  <a:moveTo>
                    <a:pt x="2" y="0"/>
                  </a:moveTo>
                  <a:cubicBezTo>
                    <a:pt x="34" y="17"/>
                    <a:pt x="61" y="25"/>
                    <a:pt x="80" y="57"/>
                  </a:cubicBezTo>
                  <a:cubicBezTo>
                    <a:pt x="96" y="84"/>
                    <a:pt x="106" y="115"/>
                    <a:pt x="105" y="147"/>
                  </a:cubicBezTo>
                  <a:cubicBezTo>
                    <a:pt x="104" y="183"/>
                    <a:pt x="100" y="219"/>
                    <a:pt x="99" y="255"/>
                  </a:cubicBezTo>
                  <a:cubicBezTo>
                    <a:pt x="98" y="283"/>
                    <a:pt x="102" y="315"/>
                    <a:pt x="104" y="343"/>
                  </a:cubicBezTo>
                  <a:cubicBezTo>
                    <a:pt x="106" y="365"/>
                    <a:pt x="103" y="392"/>
                    <a:pt x="109" y="413"/>
                  </a:cubicBezTo>
                  <a:cubicBezTo>
                    <a:pt x="107" y="390"/>
                    <a:pt x="96" y="362"/>
                    <a:pt x="95" y="336"/>
                  </a:cubicBezTo>
                  <a:cubicBezTo>
                    <a:pt x="92" y="292"/>
                    <a:pt x="92" y="247"/>
                    <a:pt x="88" y="204"/>
                  </a:cubicBezTo>
                  <a:cubicBezTo>
                    <a:pt x="86" y="185"/>
                    <a:pt x="83" y="166"/>
                    <a:pt x="83" y="147"/>
                  </a:cubicBezTo>
                  <a:cubicBezTo>
                    <a:pt x="83" y="134"/>
                    <a:pt x="85" y="122"/>
                    <a:pt x="80" y="111"/>
                  </a:cubicBezTo>
                  <a:cubicBezTo>
                    <a:pt x="72" y="93"/>
                    <a:pt x="54" y="85"/>
                    <a:pt x="45" y="66"/>
                  </a:cubicBezTo>
                  <a:cubicBezTo>
                    <a:pt x="34" y="43"/>
                    <a:pt x="28" y="15"/>
                    <a:pt x="0" y="7"/>
                  </a:cubicBezTo>
                </a:path>
              </a:pathLst>
            </a:custGeom>
            <a:solidFill>
              <a:srgbClr val="AA92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7551" name="Freeform 225">
              <a:extLst>
                <a:ext uri="{FF2B5EF4-FFF2-40B4-BE49-F238E27FC236}">
                  <a16:creationId xmlns:a16="http://schemas.microsoft.com/office/drawing/2014/main" id="{FF52150E-C0E6-40F6-B582-B13711174B1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8" y="2690"/>
              <a:ext cx="130" cy="365"/>
            </a:xfrm>
            <a:custGeom>
              <a:avLst/>
              <a:gdLst>
                <a:gd name="T0" fmla="*/ 157 w 93"/>
                <a:gd name="T1" fmla="*/ 35 h 262"/>
                <a:gd name="T2" fmla="*/ 180 w 93"/>
                <a:gd name="T3" fmla="*/ 157 h 262"/>
                <a:gd name="T4" fmla="*/ 137 w 93"/>
                <a:gd name="T5" fmla="*/ 364 h 262"/>
                <a:gd name="T6" fmla="*/ 143 w 93"/>
                <a:gd name="T7" fmla="*/ 557 h 262"/>
                <a:gd name="T8" fmla="*/ 123 w 93"/>
                <a:gd name="T9" fmla="*/ 708 h 262"/>
                <a:gd name="T10" fmla="*/ 84 w 93"/>
                <a:gd name="T11" fmla="*/ 386 h 262"/>
                <a:gd name="T12" fmla="*/ 74 w 93"/>
                <a:gd name="T13" fmla="*/ 311 h 262"/>
                <a:gd name="T14" fmla="*/ 0 w 93"/>
                <a:gd name="T15" fmla="*/ 281 h 262"/>
                <a:gd name="T16" fmla="*/ 70 w 93"/>
                <a:gd name="T17" fmla="*/ 228 h 262"/>
                <a:gd name="T18" fmla="*/ 108 w 93"/>
                <a:gd name="T19" fmla="*/ 194 h 262"/>
                <a:gd name="T20" fmla="*/ 102 w 93"/>
                <a:gd name="T21" fmla="*/ 143 h 262"/>
                <a:gd name="T22" fmla="*/ 151 w 93"/>
                <a:gd name="T23" fmla="*/ 68 h 262"/>
                <a:gd name="T24" fmla="*/ 173 w 93"/>
                <a:gd name="T25" fmla="*/ 0 h 26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93" h="262">
                  <a:moveTo>
                    <a:pt x="57" y="13"/>
                  </a:moveTo>
                  <a:cubicBezTo>
                    <a:pt x="93" y="15"/>
                    <a:pt x="76" y="39"/>
                    <a:pt x="66" y="58"/>
                  </a:cubicBezTo>
                  <a:cubicBezTo>
                    <a:pt x="54" y="79"/>
                    <a:pt x="49" y="110"/>
                    <a:pt x="50" y="134"/>
                  </a:cubicBezTo>
                  <a:cubicBezTo>
                    <a:pt x="52" y="163"/>
                    <a:pt x="60" y="178"/>
                    <a:pt x="52" y="206"/>
                  </a:cubicBezTo>
                  <a:cubicBezTo>
                    <a:pt x="47" y="224"/>
                    <a:pt x="57" y="247"/>
                    <a:pt x="45" y="262"/>
                  </a:cubicBezTo>
                  <a:cubicBezTo>
                    <a:pt x="35" y="225"/>
                    <a:pt x="27" y="182"/>
                    <a:pt x="31" y="143"/>
                  </a:cubicBezTo>
                  <a:cubicBezTo>
                    <a:pt x="33" y="128"/>
                    <a:pt x="38" y="126"/>
                    <a:pt x="27" y="115"/>
                  </a:cubicBezTo>
                  <a:cubicBezTo>
                    <a:pt x="21" y="109"/>
                    <a:pt x="8" y="106"/>
                    <a:pt x="0" y="104"/>
                  </a:cubicBezTo>
                  <a:cubicBezTo>
                    <a:pt x="4" y="94"/>
                    <a:pt x="17" y="92"/>
                    <a:pt x="26" y="85"/>
                  </a:cubicBezTo>
                  <a:cubicBezTo>
                    <a:pt x="31" y="81"/>
                    <a:pt x="36" y="79"/>
                    <a:pt x="39" y="72"/>
                  </a:cubicBezTo>
                  <a:cubicBezTo>
                    <a:pt x="41" y="65"/>
                    <a:pt x="35" y="58"/>
                    <a:pt x="37" y="53"/>
                  </a:cubicBezTo>
                  <a:cubicBezTo>
                    <a:pt x="40" y="43"/>
                    <a:pt x="51" y="38"/>
                    <a:pt x="55" y="25"/>
                  </a:cubicBezTo>
                  <a:cubicBezTo>
                    <a:pt x="59" y="15"/>
                    <a:pt x="57" y="10"/>
                    <a:pt x="64" y="0"/>
                  </a:cubicBezTo>
                </a:path>
              </a:pathLst>
            </a:custGeom>
            <a:solidFill>
              <a:srgbClr val="AA92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7552" name="Freeform 226">
              <a:extLst>
                <a:ext uri="{FF2B5EF4-FFF2-40B4-BE49-F238E27FC236}">
                  <a16:creationId xmlns:a16="http://schemas.microsoft.com/office/drawing/2014/main" id="{22311292-2B6B-464B-81B6-F254A007F2C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8" y="1327"/>
              <a:ext cx="13" cy="18"/>
            </a:xfrm>
            <a:custGeom>
              <a:avLst/>
              <a:gdLst>
                <a:gd name="T0" fmla="*/ 20 w 9"/>
                <a:gd name="T1" fmla="*/ 0 h 13"/>
                <a:gd name="T2" fmla="*/ 27 w 9"/>
                <a:gd name="T3" fmla="*/ 8 h 13"/>
                <a:gd name="T4" fmla="*/ 19 w 9"/>
                <a:gd name="T5" fmla="*/ 15 h 13"/>
                <a:gd name="T6" fmla="*/ 9 w 9"/>
                <a:gd name="T7" fmla="*/ 33 h 13"/>
                <a:gd name="T8" fmla="*/ 1 w 9"/>
                <a:gd name="T9" fmla="*/ 21 h 13"/>
                <a:gd name="T10" fmla="*/ 9 w 9"/>
                <a:gd name="T11" fmla="*/ 8 h 13"/>
                <a:gd name="T12" fmla="*/ 14 w 9"/>
                <a:gd name="T13" fmla="*/ 1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" h="13">
                  <a:moveTo>
                    <a:pt x="7" y="0"/>
                  </a:moveTo>
                  <a:cubicBezTo>
                    <a:pt x="8" y="1"/>
                    <a:pt x="9" y="1"/>
                    <a:pt x="9" y="3"/>
                  </a:cubicBezTo>
                  <a:cubicBezTo>
                    <a:pt x="8" y="4"/>
                    <a:pt x="7" y="5"/>
                    <a:pt x="6" y="6"/>
                  </a:cubicBezTo>
                  <a:cubicBezTo>
                    <a:pt x="5" y="8"/>
                    <a:pt x="4" y="11"/>
                    <a:pt x="3" y="12"/>
                  </a:cubicBezTo>
                  <a:cubicBezTo>
                    <a:pt x="0" y="13"/>
                    <a:pt x="0" y="9"/>
                    <a:pt x="1" y="8"/>
                  </a:cubicBezTo>
                  <a:cubicBezTo>
                    <a:pt x="1" y="6"/>
                    <a:pt x="2" y="5"/>
                    <a:pt x="3" y="3"/>
                  </a:cubicBezTo>
                  <a:cubicBezTo>
                    <a:pt x="3" y="3"/>
                    <a:pt x="5" y="2"/>
                    <a:pt x="5" y="1"/>
                  </a:cubicBezTo>
                </a:path>
              </a:pathLst>
            </a:custGeom>
            <a:solidFill>
              <a:srgbClr val="689F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7553" name="Freeform 227">
              <a:extLst>
                <a:ext uri="{FF2B5EF4-FFF2-40B4-BE49-F238E27FC236}">
                  <a16:creationId xmlns:a16="http://schemas.microsoft.com/office/drawing/2014/main" id="{AAE633F6-10F8-4287-BF20-D5BC133154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1" y="1225"/>
              <a:ext cx="12" cy="15"/>
            </a:xfrm>
            <a:custGeom>
              <a:avLst/>
              <a:gdLst>
                <a:gd name="T0" fmla="*/ 16 w 9"/>
                <a:gd name="T1" fmla="*/ 0 h 11"/>
                <a:gd name="T2" fmla="*/ 21 w 9"/>
                <a:gd name="T3" fmla="*/ 5 h 11"/>
                <a:gd name="T4" fmla="*/ 16 w 9"/>
                <a:gd name="T5" fmla="*/ 10 h 11"/>
                <a:gd name="T6" fmla="*/ 5 w 9"/>
                <a:gd name="T7" fmla="*/ 26 h 11"/>
                <a:gd name="T8" fmla="*/ 1 w 9"/>
                <a:gd name="T9" fmla="*/ 27 h 11"/>
                <a:gd name="T10" fmla="*/ 0 w 9"/>
                <a:gd name="T11" fmla="*/ 22 h 11"/>
                <a:gd name="T12" fmla="*/ 12 w 9"/>
                <a:gd name="T13" fmla="*/ 0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" h="11">
                  <a:moveTo>
                    <a:pt x="7" y="0"/>
                  </a:moveTo>
                  <a:cubicBezTo>
                    <a:pt x="8" y="0"/>
                    <a:pt x="9" y="1"/>
                    <a:pt x="9" y="2"/>
                  </a:cubicBezTo>
                  <a:cubicBezTo>
                    <a:pt x="9" y="3"/>
                    <a:pt x="8" y="4"/>
                    <a:pt x="7" y="4"/>
                  </a:cubicBezTo>
                  <a:cubicBezTo>
                    <a:pt x="5" y="6"/>
                    <a:pt x="4" y="8"/>
                    <a:pt x="2" y="10"/>
                  </a:cubicBezTo>
                  <a:cubicBezTo>
                    <a:pt x="2" y="11"/>
                    <a:pt x="2" y="11"/>
                    <a:pt x="1" y="11"/>
                  </a:cubicBezTo>
                  <a:cubicBezTo>
                    <a:pt x="0" y="11"/>
                    <a:pt x="0" y="10"/>
                    <a:pt x="0" y="9"/>
                  </a:cubicBezTo>
                  <a:cubicBezTo>
                    <a:pt x="0" y="6"/>
                    <a:pt x="3" y="3"/>
                    <a:pt x="5" y="0"/>
                  </a:cubicBezTo>
                </a:path>
              </a:pathLst>
            </a:custGeom>
            <a:solidFill>
              <a:srgbClr val="689F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7554" name="Oval 228">
              <a:extLst>
                <a:ext uri="{FF2B5EF4-FFF2-40B4-BE49-F238E27FC236}">
                  <a16:creationId xmlns:a16="http://schemas.microsoft.com/office/drawing/2014/main" id="{A39D290E-4671-4ECF-B901-0B068AD17D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0" y="1331"/>
              <a:ext cx="9" cy="9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7555" name="Freeform 229">
              <a:extLst>
                <a:ext uri="{FF2B5EF4-FFF2-40B4-BE49-F238E27FC236}">
                  <a16:creationId xmlns:a16="http://schemas.microsoft.com/office/drawing/2014/main" id="{D268B56D-289C-499C-ADB5-F0382640C78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1" y="1228"/>
              <a:ext cx="9" cy="9"/>
            </a:xfrm>
            <a:custGeom>
              <a:avLst/>
              <a:gdLst>
                <a:gd name="T0" fmla="*/ 15 w 7"/>
                <a:gd name="T1" fmla="*/ 6 h 7"/>
                <a:gd name="T2" fmla="*/ 8 w 7"/>
                <a:gd name="T3" fmla="*/ 15 h 7"/>
                <a:gd name="T4" fmla="*/ 0 w 7"/>
                <a:gd name="T5" fmla="*/ 8 h 7"/>
                <a:gd name="T6" fmla="*/ 8 w 7"/>
                <a:gd name="T7" fmla="*/ 0 h 7"/>
                <a:gd name="T8" fmla="*/ 15 w 7"/>
                <a:gd name="T9" fmla="*/ 6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7" y="3"/>
                  </a:moveTo>
                  <a:cubicBezTo>
                    <a:pt x="7" y="5"/>
                    <a:pt x="6" y="7"/>
                    <a:pt x="4" y="7"/>
                  </a:cubicBezTo>
                  <a:cubicBezTo>
                    <a:pt x="2" y="7"/>
                    <a:pt x="1" y="5"/>
                    <a:pt x="0" y="4"/>
                  </a:cubicBezTo>
                  <a:cubicBezTo>
                    <a:pt x="0" y="4"/>
                    <a:pt x="3" y="0"/>
                    <a:pt x="4" y="0"/>
                  </a:cubicBezTo>
                  <a:cubicBezTo>
                    <a:pt x="6" y="0"/>
                    <a:pt x="7" y="1"/>
                    <a:pt x="7" y="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7556" name="Freeform 230">
              <a:extLst>
                <a:ext uri="{FF2B5EF4-FFF2-40B4-BE49-F238E27FC236}">
                  <a16:creationId xmlns:a16="http://schemas.microsoft.com/office/drawing/2014/main" id="{EE5854C1-FBA2-48B3-A51E-8FE06EA14AB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4" y="1308"/>
              <a:ext cx="38" cy="49"/>
            </a:xfrm>
            <a:custGeom>
              <a:avLst/>
              <a:gdLst>
                <a:gd name="T0" fmla="*/ 69 w 27"/>
                <a:gd name="T1" fmla="*/ 1 h 35"/>
                <a:gd name="T2" fmla="*/ 73 w 27"/>
                <a:gd name="T3" fmla="*/ 0 h 35"/>
                <a:gd name="T4" fmla="*/ 69 w 27"/>
                <a:gd name="T5" fmla="*/ 0 h 35"/>
                <a:gd name="T6" fmla="*/ 48 w 27"/>
                <a:gd name="T7" fmla="*/ 8 h 35"/>
                <a:gd name="T8" fmla="*/ 20 w 27"/>
                <a:gd name="T9" fmla="*/ 34 h 35"/>
                <a:gd name="T10" fmla="*/ 0 w 27"/>
                <a:gd name="T11" fmla="*/ 84 h 35"/>
                <a:gd name="T12" fmla="*/ 0 w 27"/>
                <a:gd name="T13" fmla="*/ 94 h 35"/>
                <a:gd name="T14" fmla="*/ 0 w 27"/>
                <a:gd name="T15" fmla="*/ 97 h 35"/>
                <a:gd name="T16" fmla="*/ 1 w 27"/>
                <a:gd name="T17" fmla="*/ 94 h 35"/>
                <a:gd name="T18" fmla="*/ 45 w 27"/>
                <a:gd name="T19" fmla="*/ 63 h 35"/>
                <a:gd name="T20" fmla="*/ 63 w 27"/>
                <a:gd name="T21" fmla="*/ 28 h 35"/>
                <a:gd name="T22" fmla="*/ 69 w 27"/>
                <a:gd name="T23" fmla="*/ 15 h 35"/>
                <a:gd name="T24" fmla="*/ 75 w 27"/>
                <a:gd name="T25" fmla="*/ 11 h 35"/>
                <a:gd name="T26" fmla="*/ 75 w 27"/>
                <a:gd name="T27" fmla="*/ 6 h 35"/>
                <a:gd name="T28" fmla="*/ 75 w 27"/>
                <a:gd name="T29" fmla="*/ 1 h 35"/>
                <a:gd name="T30" fmla="*/ 73 w 27"/>
                <a:gd name="T31" fmla="*/ 0 h 35"/>
                <a:gd name="T32" fmla="*/ 69 w 27"/>
                <a:gd name="T33" fmla="*/ 1 h 35"/>
                <a:gd name="T34" fmla="*/ 69 w 27"/>
                <a:gd name="T35" fmla="*/ 6 h 35"/>
                <a:gd name="T36" fmla="*/ 69 w 27"/>
                <a:gd name="T37" fmla="*/ 6 h 35"/>
                <a:gd name="T38" fmla="*/ 69 w 27"/>
                <a:gd name="T39" fmla="*/ 6 h 35"/>
                <a:gd name="T40" fmla="*/ 69 w 27"/>
                <a:gd name="T41" fmla="*/ 6 h 35"/>
                <a:gd name="T42" fmla="*/ 69 w 27"/>
                <a:gd name="T43" fmla="*/ 8 h 35"/>
                <a:gd name="T44" fmla="*/ 59 w 27"/>
                <a:gd name="T45" fmla="*/ 25 h 35"/>
                <a:gd name="T46" fmla="*/ 39 w 27"/>
                <a:gd name="T47" fmla="*/ 60 h 35"/>
                <a:gd name="T48" fmla="*/ 15 w 27"/>
                <a:gd name="T49" fmla="*/ 80 h 35"/>
                <a:gd name="T50" fmla="*/ 6 w 27"/>
                <a:gd name="T51" fmla="*/ 88 h 35"/>
                <a:gd name="T52" fmla="*/ 0 w 27"/>
                <a:gd name="T53" fmla="*/ 88 h 35"/>
                <a:gd name="T54" fmla="*/ 1 w 27"/>
                <a:gd name="T55" fmla="*/ 90 h 35"/>
                <a:gd name="T56" fmla="*/ 6 w 27"/>
                <a:gd name="T57" fmla="*/ 90 h 35"/>
                <a:gd name="T58" fmla="*/ 6 w 27"/>
                <a:gd name="T59" fmla="*/ 84 h 35"/>
                <a:gd name="T60" fmla="*/ 25 w 27"/>
                <a:gd name="T61" fmla="*/ 35 h 35"/>
                <a:gd name="T62" fmla="*/ 49 w 27"/>
                <a:gd name="T63" fmla="*/ 11 h 35"/>
                <a:gd name="T64" fmla="*/ 69 w 27"/>
                <a:gd name="T65" fmla="*/ 6 h 35"/>
                <a:gd name="T66" fmla="*/ 69 w 27"/>
                <a:gd name="T67" fmla="*/ 6 h 35"/>
                <a:gd name="T68" fmla="*/ 69 w 27"/>
                <a:gd name="T69" fmla="*/ 1 h 35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27" h="35">
                  <a:moveTo>
                    <a:pt x="25" y="1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23" y="0"/>
                    <a:pt x="20" y="1"/>
                    <a:pt x="17" y="3"/>
                  </a:cubicBezTo>
                  <a:cubicBezTo>
                    <a:pt x="14" y="5"/>
                    <a:pt x="10" y="8"/>
                    <a:pt x="7" y="12"/>
                  </a:cubicBezTo>
                  <a:cubicBezTo>
                    <a:pt x="1" y="20"/>
                    <a:pt x="0" y="27"/>
                    <a:pt x="0" y="31"/>
                  </a:cubicBezTo>
                  <a:cubicBezTo>
                    <a:pt x="0" y="32"/>
                    <a:pt x="0" y="33"/>
                    <a:pt x="0" y="34"/>
                  </a:cubicBezTo>
                  <a:cubicBezTo>
                    <a:pt x="0" y="35"/>
                    <a:pt x="0" y="35"/>
                    <a:pt x="0" y="35"/>
                  </a:cubicBezTo>
                  <a:cubicBezTo>
                    <a:pt x="1" y="34"/>
                    <a:pt x="1" y="34"/>
                    <a:pt x="1" y="34"/>
                  </a:cubicBezTo>
                  <a:cubicBezTo>
                    <a:pt x="1" y="34"/>
                    <a:pt x="11" y="30"/>
                    <a:pt x="16" y="23"/>
                  </a:cubicBezTo>
                  <a:cubicBezTo>
                    <a:pt x="21" y="17"/>
                    <a:pt x="21" y="12"/>
                    <a:pt x="23" y="10"/>
                  </a:cubicBezTo>
                  <a:cubicBezTo>
                    <a:pt x="23" y="9"/>
                    <a:pt x="24" y="7"/>
                    <a:pt x="25" y="6"/>
                  </a:cubicBezTo>
                  <a:cubicBezTo>
                    <a:pt x="26" y="5"/>
                    <a:pt x="26" y="5"/>
                    <a:pt x="27" y="4"/>
                  </a:cubicBezTo>
                  <a:cubicBezTo>
                    <a:pt x="27" y="3"/>
                    <a:pt x="27" y="3"/>
                    <a:pt x="27" y="2"/>
                  </a:cubicBezTo>
                  <a:cubicBezTo>
                    <a:pt x="27" y="1"/>
                    <a:pt x="27" y="1"/>
                    <a:pt x="27" y="1"/>
                  </a:cubicBezTo>
                  <a:cubicBezTo>
                    <a:pt x="27" y="0"/>
                    <a:pt x="26" y="0"/>
                    <a:pt x="26" y="0"/>
                  </a:cubicBezTo>
                  <a:cubicBezTo>
                    <a:pt x="25" y="1"/>
                    <a:pt x="25" y="1"/>
                    <a:pt x="25" y="1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25" y="2"/>
                    <a:pt x="25" y="2"/>
                    <a:pt x="25" y="3"/>
                  </a:cubicBezTo>
                  <a:cubicBezTo>
                    <a:pt x="24" y="4"/>
                    <a:pt x="22" y="7"/>
                    <a:pt x="21" y="9"/>
                  </a:cubicBezTo>
                  <a:cubicBezTo>
                    <a:pt x="19" y="12"/>
                    <a:pt x="19" y="16"/>
                    <a:pt x="14" y="22"/>
                  </a:cubicBezTo>
                  <a:cubicBezTo>
                    <a:pt x="12" y="25"/>
                    <a:pt x="9" y="28"/>
                    <a:pt x="6" y="29"/>
                  </a:cubicBezTo>
                  <a:cubicBezTo>
                    <a:pt x="4" y="30"/>
                    <a:pt x="3" y="31"/>
                    <a:pt x="2" y="32"/>
                  </a:cubicBezTo>
                  <a:cubicBezTo>
                    <a:pt x="1" y="32"/>
                    <a:pt x="0" y="32"/>
                    <a:pt x="0" y="32"/>
                  </a:cubicBezTo>
                  <a:cubicBezTo>
                    <a:pt x="1" y="33"/>
                    <a:pt x="1" y="33"/>
                    <a:pt x="1" y="33"/>
                  </a:cubicBezTo>
                  <a:cubicBezTo>
                    <a:pt x="2" y="33"/>
                    <a:pt x="2" y="33"/>
                    <a:pt x="2" y="33"/>
                  </a:cubicBezTo>
                  <a:cubicBezTo>
                    <a:pt x="2" y="33"/>
                    <a:pt x="2" y="32"/>
                    <a:pt x="2" y="31"/>
                  </a:cubicBezTo>
                  <a:cubicBezTo>
                    <a:pt x="2" y="27"/>
                    <a:pt x="3" y="21"/>
                    <a:pt x="9" y="13"/>
                  </a:cubicBezTo>
                  <a:cubicBezTo>
                    <a:pt x="12" y="9"/>
                    <a:pt x="15" y="6"/>
                    <a:pt x="18" y="4"/>
                  </a:cubicBezTo>
                  <a:cubicBezTo>
                    <a:pt x="21" y="2"/>
                    <a:pt x="24" y="2"/>
                    <a:pt x="25" y="2"/>
                  </a:cubicBezTo>
                  <a:cubicBezTo>
                    <a:pt x="25" y="2"/>
                    <a:pt x="25" y="2"/>
                    <a:pt x="25" y="2"/>
                  </a:cubicBezTo>
                  <a:lnTo>
                    <a:pt x="25" y="1"/>
                  </a:ln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7557" name="Freeform 231">
              <a:extLst>
                <a:ext uri="{FF2B5EF4-FFF2-40B4-BE49-F238E27FC236}">
                  <a16:creationId xmlns:a16="http://schemas.microsoft.com/office/drawing/2014/main" id="{20F97BF2-6014-4C5C-AC7E-AA5FD6DDCC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1" y="1212"/>
              <a:ext cx="38" cy="46"/>
            </a:xfrm>
            <a:custGeom>
              <a:avLst/>
              <a:gdLst>
                <a:gd name="T0" fmla="*/ 69 w 27"/>
                <a:gd name="T1" fmla="*/ 1 h 33"/>
                <a:gd name="T2" fmla="*/ 69 w 27"/>
                <a:gd name="T3" fmla="*/ 0 h 33"/>
                <a:gd name="T4" fmla="*/ 35 w 27"/>
                <a:gd name="T5" fmla="*/ 20 h 33"/>
                <a:gd name="T6" fmla="*/ 1 w 27"/>
                <a:gd name="T7" fmla="*/ 70 h 33"/>
                <a:gd name="T8" fmla="*/ 0 w 27"/>
                <a:gd name="T9" fmla="*/ 82 h 33"/>
                <a:gd name="T10" fmla="*/ 1 w 27"/>
                <a:gd name="T11" fmla="*/ 88 h 33"/>
                <a:gd name="T12" fmla="*/ 6 w 27"/>
                <a:gd name="T13" fmla="*/ 89 h 33"/>
                <a:gd name="T14" fmla="*/ 6 w 27"/>
                <a:gd name="T15" fmla="*/ 89 h 33"/>
                <a:gd name="T16" fmla="*/ 6 w 27"/>
                <a:gd name="T17" fmla="*/ 89 h 33"/>
                <a:gd name="T18" fmla="*/ 8 w 27"/>
                <a:gd name="T19" fmla="*/ 89 h 33"/>
                <a:gd name="T20" fmla="*/ 11 w 27"/>
                <a:gd name="T21" fmla="*/ 89 h 33"/>
                <a:gd name="T22" fmla="*/ 15 w 27"/>
                <a:gd name="T23" fmla="*/ 82 h 33"/>
                <a:gd name="T24" fmla="*/ 20 w 27"/>
                <a:gd name="T25" fmla="*/ 75 h 33"/>
                <a:gd name="T26" fmla="*/ 49 w 27"/>
                <a:gd name="T27" fmla="*/ 50 h 33"/>
                <a:gd name="T28" fmla="*/ 68 w 27"/>
                <a:gd name="T29" fmla="*/ 33 h 33"/>
                <a:gd name="T30" fmla="*/ 75 w 27"/>
                <a:gd name="T31" fmla="*/ 11 h 33"/>
                <a:gd name="T32" fmla="*/ 73 w 27"/>
                <a:gd name="T33" fmla="*/ 1 h 33"/>
                <a:gd name="T34" fmla="*/ 73 w 27"/>
                <a:gd name="T35" fmla="*/ 0 h 33"/>
                <a:gd name="T36" fmla="*/ 69 w 27"/>
                <a:gd name="T37" fmla="*/ 0 h 33"/>
                <a:gd name="T38" fmla="*/ 69 w 27"/>
                <a:gd name="T39" fmla="*/ 1 h 33"/>
                <a:gd name="T40" fmla="*/ 68 w 27"/>
                <a:gd name="T41" fmla="*/ 6 h 33"/>
                <a:gd name="T42" fmla="*/ 69 w 27"/>
                <a:gd name="T43" fmla="*/ 11 h 33"/>
                <a:gd name="T44" fmla="*/ 62 w 27"/>
                <a:gd name="T45" fmla="*/ 29 h 33"/>
                <a:gd name="T46" fmla="*/ 15 w 27"/>
                <a:gd name="T47" fmla="*/ 74 h 33"/>
                <a:gd name="T48" fmla="*/ 8 w 27"/>
                <a:gd name="T49" fmla="*/ 82 h 33"/>
                <a:gd name="T50" fmla="*/ 8 w 27"/>
                <a:gd name="T51" fmla="*/ 84 h 33"/>
                <a:gd name="T52" fmla="*/ 8 w 27"/>
                <a:gd name="T53" fmla="*/ 84 h 33"/>
                <a:gd name="T54" fmla="*/ 8 w 27"/>
                <a:gd name="T55" fmla="*/ 84 h 33"/>
                <a:gd name="T56" fmla="*/ 8 w 27"/>
                <a:gd name="T57" fmla="*/ 84 h 33"/>
                <a:gd name="T58" fmla="*/ 8 w 27"/>
                <a:gd name="T59" fmla="*/ 84 h 33"/>
                <a:gd name="T60" fmla="*/ 8 w 27"/>
                <a:gd name="T61" fmla="*/ 84 h 33"/>
                <a:gd name="T62" fmla="*/ 8 w 27"/>
                <a:gd name="T63" fmla="*/ 84 h 33"/>
                <a:gd name="T64" fmla="*/ 8 w 27"/>
                <a:gd name="T65" fmla="*/ 84 h 33"/>
                <a:gd name="T66" fmla="*/ 8 w 27"/>
                <a:gd name="T67" fmla="*/ 84 h 33"/>
                <a:gd name="T68" fmla="*/ 8 w 27"/>
                <a:gd name="T69" fmla="*/ 84 h 33"/>
                <a:gd name="T70" fmla="*/ 8 w 27"/>
                <a:gd name="T71" fmla="*/ 84 h 33"/>
                <a:gd name="T72" fmla="*/ 6 w 27"/>
                <a:gd name="T73" fmla="*/ 84 h 33"/>
                <a:gd name="T74" fmla="*/ 6 w 27"/>
                <a:gd name="T75" fmla="*/ 82 h 33"/>
                <a:gd name="T76" fmla="*/ 8 w 27"/>
                <a:gd name="T77" fmla="*/ 70 h 33"/>
                <a:gd name="T78" fmla="*/ 39 w 27"/>
                <a:gd name="T79" fmla="*/ 21 h 33"/>
                <a:gd name="T80" fmla="*/ 62 w 27"/>
                <a:gd name="T81" fmla="*/ 8 h 33"/>
                <a:gd name="T82" fmla="*/ 68 w 27"/>
                <a:gd name="T83" fmla="*/ 6 h 33"/>
                <a:gd name="T84" fmla="*/ 69 w 27"/>
                <a:gd name="T85" fmla="*/ 6 h 33"/>
                <a:gd name="T86" fmla="*/ 69 w 27"/>
                <a:gd name="T87" fmla="*/ 6 h 33"/>
                <a:gd name="T88" fmla="*/ 69 w 27"/>
                <a:gd name="T89" fmla="*/ 6 h 33"/>
                <a:gd name="T90" fmla="*/ 69 w 27"/>
                <a:gd name="T91" fmla="*/ 1 h 33"/>
                <a:gd name="T92" fmla="*/ 68 w 27"/>
                <a:gd name="T93" fmla="*/ 6 h 33"/>
                <a:gd name="T94" fmla="*/ 69 w 27"/>
                <a:gd name="T95" fmla="*/ 1 h 33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0" t="0" r="r" b="b"/>
              <a:pathLst>
                <a:path w="27" h="33">
                  <a:moveTo>
                    <a:pt x="25" y="1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5" y="0"/>
                    <a:pt x="20" y="0"/>
                    <a:pt x="13" y="7"/>
                  </a:cubicBezTo>
                  <a:cubicBezTo>
                    <a:pt x="6" y="13"/>
                    <a:pt x="2" y="21"/>
                    <a:pt x="1" y="26"/>
                  </a:cubicBezTo>
                  <a:cubicBezTo>
                    <a:pt x="0" y="28"/>
                    <a:pt x="0" y="29"/>
                    <a:pt x="0" y="30"/>
                  </a:cubicBezTo>
                  <a:cubicBezTo>
                    <a:pt x="0" y="31"/>
                    <a:pt x="0" y="32"/>
                    <a:pt x="1" y="32"/>
                  </a:cubicBezTo>
                  <a:cubicBezTo>
                    <a:pt x="1" y="33"/>
                    <a:pt x="2" y="33"/>
                    <a:pt x="2" y="33"/>
                  </a:cubicBezTo>
                  <a:cubicBezTo>
                    <a:pt x="2" y="33"/>
                    <a:pt x="2" y="33"/>
                    <a:pt x="2" y="33"/>
                  </a:cubicBezTo>
                  <a:cubicBezTo>
                    <a:pt x="2" y="33"/>
                    <a:pt x="2" y="33"/>
                    <a:pt x="2" y="33"/>
                  </a:cubicBezTo>
                  <a:cubicBezTo>
                    <a:pt x="3" y="33"/>
                    <a:pt x="3" y="33"/>
                    <a:pt x="3" y="33"/>
                  </a:cubicBezTo>
                  <a:cubicBezTo>
                    <a:pt x="3" y="33"/>
                    <a:pt x="4" y="33"/>
                    <a:pt x="4" y="33"/>
                  </a:cubicBezTo>
                  <a:cubicBezTo>
                    <a:pt x="5" y="32"/>
                    <a:pt x="5" y="31"/>
                    <a:pt x="6" y="30"/>
                  </a:cubicBezTo>
                  <a:cubicBezTo>
                    <a:pt x="6" y="30"/>
                    <a:pt x="7" y="29"/>
                    <a:pt x="7" y="28"/>
                  </a:cubicBezTo>
                  <a:cubicBezTo>
                    <a:pt x="8" y="27"/>
                    <a:pt x="13" y="24"/>
                    <a:pt x="18" y="19"/>
                  </a:cubicBezTo>
                  <a:cubicBezTo>
                    <a:pt x="20" y="17"/>
                    <a:pt x="22" y="14"/>
                    <a:pt x="24" y="12"/>
                  </a:cubicBezTo>
                  <a:cubicBezTo>
                    <a:pt x="26" y="9"/>
                    <a:pt x="27" y="7"/>
                    <a:pt x="27" y="4"/>
                  </a:cubicBezTo>
                  <a:cubicBezTo>
                    <a:pt x="27" y="3"/>
                    <a:pt x="27" y="2"/>
                    <a:pt x="26" y="1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25" y="1"/>
                    <a:pt x="25" y="1"/>
                    <a:pt x="25" y="1"/>
                  </a:cubicBezTo>
                  <a:cubicBezTo>
                    <a:pt x="24" y="2"/>
                    <a:pt x="24" y="2"/>
                    <a:pt x="24" y="2"/>
                  </a:cubicBezTo>
                  <a:cubicBezTo>
                    <a:pt x="25" y="2"/>
                    <a:pt x="25" y="3"/>
                    <a:pt x="25" y="4"/>
                  </a:cubicBezTo>
                  <a:cubicBezTo>
                    <a:pt x="25" y="6"/>
                    <a:pt x="24" y="8"/>
                    <a:pt x="22" y="11"/>
                  </a:cubicBezTo>
                  <a:cubicBezTo>
                    <a:pt x="18" y="18"/>
                    <a:pt x="8" y="26"/>
                    <a:pt x="6" y="27"/>
                  </a:cubicBezTo>
                  <a:cubicBezTo>
                    <a:pt x="5" y="28"/>
                    <a:pt x="4" y="29"/>
                    <a:pt x="3" y="30"/>
                  </a:cubicBezTo>
                  <a:cubicBezTo>
                    <a:pt x="3" y="31"/>
                    <a:pt x="3" y="31"/>
                    <a:pt x="3" y="31"/>
                  </a:cubicBezTo>
                  <a:cubicBezTo>
                    <a:pt x="3" y="31"/>
                    <a:pt x="3" y="31"/>
                    <a:pt x="3" y="31"/>
                  </a:cubicBezTo>
                  <a:cubicBezTo>
                    <a:pt x="3" y="31"/>
                    <a:pt x="3" y="31"/>
                    <a:pt x="3" y="31"/>
                  </a:cubicBezTo>
                  <a:cubicBezTo>
                    <a:pt x="3" y="31"/>
                    <a:pt x="3" y="31"/>
                    <a:pt x="3" y="31"/>
                  </a:cubicBezTo>
                  <a:cubicBezTo>
                    <a:pt x="3" y="31"/>
                    <a:pt x="3" y="31"/>
                    <a:pt x="3" y="31"/>
                  </a:cubicBezTo>
                  <a:cubicBezTo>
                    <a:pt x="3" y="31"/>
                    <a:pt x="3" y="31"/>
                    <a:pt x="3" y="31"/>
                  </a:cubicBezTo>
                  <a:cubicBezTo>
                    <a:pt x="3" y="31"/>
                    <a:pt x="3" y="31"/>
                    <a:pt x="3" y="31"/>
                  </a:cubicBezTo>
                  <a:cubicBezTo>
                    <a:pt x="3" y="31"/>
                    <a:pt x="3" y="31"/>
                    <a:pt x="3" y="31"/>
                  </a:cubicBezTo>
                  <a:cubicBezTo>
                    <a:pt x="3" y="31"/>
                    <a:pt x="3" y="31"/>
                    <a:pt x="3" y="31"/>
                  </a:cubicBezTo>
                  <a:cubicBezTo>
                    <a:pt x="3" y="31"/>
                    <a:pt x="3" y="31"/>
                    <a:pt x="3" y="31"/>
                  </a:cubicBezTo>
                  <a:cubicBezTo>
                    <a:pt x="3" y="31"/>
                    <a:pt x="3" y="31"/>
                    <a:pt x="3" y="31"/>
                  </a:cubicBezTo>
                  <a:cubicBezTo>
                    <a:pt x="2" y="31"/>
                    <a:pt x="2" y="31"/>
                    <a:pt x="2" y="31"/>
                  </a:cubicBezTo>
                  <a:cubicBezTo>
                    <a:pt x="2" y="31"/>
                    <a:pt x="2" y="31"/>
                    <a:pt x="2" y="30"/>
                  </a:cubicBezTo>
                  <a:cubicBezTo>
                    <a:pt x="2" y="29"/>
                    <a:pt x="2" y="28"/>
                    <a:pt x="3" y="26"/>
                  </a:cubicBezTo>
                  <a:cubicBezTo>
                    <a:pt x="3" y="22"/>
                    <a:pt x="8" y="15"/>
                    <a:pt x="14" y="8"/>
                  </a:cubicBezTo>
                  <a:cubicBezTo>
                    <a:pt x="18" y="5"/>
                    <a:pt x="20" y="4"/>
                    <a:pt x="22" y="3"/>
                  </a:cubicBezTo>
                  <a:cubicBezTo>
                    <a:pt x="23" y="3"/>
                    <a:pt x="24" y="2"/>
                    <a:pt x="24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25" y="1"/>
                    <a:pt x="25" y="1"/>
                    <a:pt x="25" y="1"/>
                  </a:cubicBezTo>
                  <a:cubicBezTo>
                    <a:pt x="24" y="2"/>
                    <a:pt x="24" y="2"/>
                    <a:pt x="24" y="2"/>
                  </a:cubicBezTo>
                  <a:lnTo>
                    <a:pt x="25" y="1"/>
                  </a:ln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7558" name="Oval 232">
              <a:extLst>
                <a:ext uri="{FF2B5EF4-FFF2-40B4-BE49-F238E27FC236}">
                  <a16:creationId xmlns:a16="http://schemas.microsoft.com/office/drawing/2014/main" id="{F5A6951C-3768-484D-9273-00585A49F0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2" y="1338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7559" name="Oval 233">
              <a:extLst>
                <a:ext uri="{FF2B5EF4-FFF2-40B4-BE49-F238E27FC236}">
                  <a16:creationId xmlns:a16="http://schemas.microsoft.com/office/drawing/2014/main" id="{E97A1A2F-EC3E-4FBB-9DE8-422CD95633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25" y="1235"/>
              <a:ext cx="3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7560" name="Freeform 234">
              <a:extLst>
                <a:ext uri="{FF2B5EF4-FFF2-40B4-BE49-F238E27FC236}">
                  <a16:creationId xmlns:a16="http://schemas.microsoft.com/office/drawing/2014/main" id="{67DCE1D1-C254-4C9F-994D-84284A27ADC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2" y="2955"/>
              <a:ext cx="64" cy="215"/>
            </a:xfrm>
            <a:custGeom>
              <a:avLst/>
              <a:gdLst>
                <a:gd name="T0" fmla="*/ 89 w 46"/>
                <a:gd name="T1" fmla="*/ 0 h 154"/>
                <a:gd name="T2" fmla="*/ 104 w 46"/>
                <a:gd name="T3" fmla="*/ 212 h 154"/>
                <a:gd name="T4" fmla="*/ 6 w 46"/>
                <a:gd name="T5" fmla="*/ 419 h 154"/>
                <a:gd name="T6" fmla="*/ 26 w 46"/>
                <a:gd name="T7" fmla="*/ 253 h 154"/>
                <a:gd name="T8" fmla="*/ 63 w 46"/>
                <a:gd name="T9" fmla="*/ 54 h 1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6" h="154">
                  <a:moveTo>
                    <a:pt x="33" y="0"/>
                  </a:moveTo>
                  <a:cubicBezTo>
                    <a:pt x="46" y="24"/>
                    <a:pt x="46" y="52"/>
                    <a:pt x="39" y="78"/>
                  </a:cubicBezTo>
                  <a:cubicBezTo>
                    <a:pt x="35" y="95"/>
                    <a:pt x="23" y="152"/>
                    <a:pt x="2" y="154"/>
                  </a:cubicBezTo>
                  <a:cubicBezTo>
                    <a:pt x="0" y="134"/>
                    <a:pt x="8" y="112"/>
                    <a:pt x="10" y="93"/>
                  </a:cubicBezTo>
                  <a:cubicBezTo>
                    <a:pt x="12" y="68"/>
                    <a:pt x="18" y="44"/>
                    <a:pt x="23" y="20"/>
                  </a:cubicBezTo>
                </a:path>
              </a:pathLst>
            </a:custGeom>
            <a:solidFill>
              <a:srgbClr val="9480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7561" name="Freeform 235">
              <a:extLst>
                <a:ext uri="{FF2B5EF4-FFF2-40B4-BE49-F238E27FC236}">
                  <a16:creationId xmlns:a16="http://schemas.microsoft.com/office/drawing/2014/main" id="{37C7FBD9-64DF-4B6E-97D1-4EF0EF3E5A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4" y="2502"/>
              <a:ext cx="66" cy="378"/>
            </a:xfrm>
            <a:custGeom>
              <a:avLst/>
              <a:gdLst>
                <a:gd name="T0" fmla="*/ 29 w 47"/>
                <a:gd name="T1" fmla="*/ 29 h 271"/>
                <a:gd name="T2" fmla="*/ 6 w 47"/>
                <a:gd name="T3" fmla="*/ 167 h 271"/>
                <a:gd name="T4" fmla="*/ 28 w 47"/>
                <a:gd name="T5" fmla="*/ 250 h 271"/>
                <a:gd name="T6" fmla="*/ 29 w 47"/>
                <a:gd name="T7" fmla="*/ 345 h 271"/>
                <a:gd name="T8" fmla="*/ 41 w 47"/>
                <a:gd name="T9" fmla="*/ 434 h 271"/>
                <a:gd name="T10" fmla="*/ 39 w 47"/>
                <a:gd name="T11" fmla="*/ 523 h 271"/>
                <a:gd name="T12" fmla="*/ 114 w 47"/>
                <a:gd name="T13" fmla="*/ 735 h 271"/>
                <a:gd name="T14" fmla="*/ 117 w 47"/>
                <a:gd name="T15" fmla="*/ 661 h 271"/>
                <a:gd name="T16" fmla="*/ 124 w 47"/>
                <a:gd name="T17" fmla="*/ 504 h 271"/>
                <a:gd name="T18" fmla="*/ 124 w 47"/>
                <a:gd name="T19" fmla="*/ 268 h 271"/>
                <a:gd name="T20" fmla="*/ 53 w 47"/>
                <a:gd name="T21" fmla="*/ 0 h 27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7" h="271">
                  <a:moveTo>
                    <a:pt x="11" y="11"/>
                  </a:moveTo>
                  <a:cubicBezTo>
                    <a:pt x="12" y="29"/>
                    <a:pt x="0" y="44"/>
                    <a:pt x="2" y="62"/>
                  </a:cubicBezTo>
                  <a:cubicBezTo>
                    <a:pt x="3" y="72"/>
                    <a:pt x="9" y="81"/>
                    <a:pt x="10" y="92"/>
                  </a:cubicBezTo>
                  <a:cubicBezTo>
                    <a:pt x="11" y="103"/>
                    <a:pt x="10" y="115"/>
                    <a:pt x="11" y="127"/>
                  </a:cubicBezTo>
                  <a:cubicBezTo>
                    <a:pt x="12" y="138"/>
                    <a:pt x="16" y="149"/>
                    <a:pt x="15" y="160"/>
                  </a:cubicBezTo>
                  <a:cubicBezTo>
                    <a:pt x="15" y="171"/>
                    <a:pt x="13" y="182"/>
                    <a:pt x="14" y="193"/>
                  </a:cubicBezTo>
                  <a:cubicBezTo>
                    <a:pt x="16" y="210"/>
                    <a:pt x="21" y="268"/>
                    <a:pt x="41" y="271"/>
                  </a:cubicBezTo>
                  <a:cubicBezTo>
                    <a:pt x="44" y="264"/>
                    <a:pt x="42" y="252"/>
                    <a:pt x="42" y="244"/>
                  </a:cubicBezTo>
                  <a:cubicBezTo>
                    <a:pt x="43" y="225"/>
                    <a:pt x="44" y="205"/>
                    <a:pt x="45" y="186"/>
                  </a:cubicBezTo>
                  <a:cubicBezTo>
                    <a:pt x="47" y="157"/>
                    <a:pt x="45" y="128"/>
                    <a:pt x="45" y="99"/>
                  </a:cubicBezTo>
                  <a:cubicBezTo>
                    <a:pt x="45" y="66"/>
                    <a:pt x="41" y="25"/>
                    <a:pt x="19" y="0"/>
                  </a:cubicBezTo>
                </a:path>
              </a:pathLst>
            </a:custGeom>
            <a:solidFill>
              <a:srgbClr val="A089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7562" name="Freeform 236">
              <a:extLst>
                <a:ext uri="{FF2B5EF4-FFF2-40B4-BE49-F238E27FC236}">
                  <a16:creationId xmlns:a16="http://schemas.microsoft.com/office/drawing/2014/main" id="{DEEF2D82-E01F-4648-8E3F-A541D7D7C51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2" y="1821"/>
              <a:ext cx="335" cy="85"/>
            </a:xfrm>
            <a:custGeom>
              <a:avLst/>
              <a:gdLst>
                <a:gd name="T0" fmla="*/ 0 w 240"/>
                <a:gd name="T1" fmla="*/ 40 h 61"/>
                <a:gd name="T2" fmla="*/ 158 w 240"/>
                <a:gd name="T3" fmla="*/ 153 h 61"/>
                <a:gd name="T4" fmla="*/ 302 w 240"/>
                <a:gd name="T5" fmla="*/ 138 h 61"/>
                <a:gd name="T6" fmla="*/ 419 w 240"/>
                <a:gd name="T7" fmla="*/ 91 h 61"/>
                <a:gd name="T8" fmla="*/ 489 w 240"/>
                <a:gd name="T9" fmla="*/ 64 h 61"/>
                <a:gd name="T10" fmla="*/ 570 w 240"/>
                <a:gd name="T11" fmla="*/ 60 h 61"/>
                <a:gd name="T12" fmla="*/ 611 w 240"/>
                <a:gd name="T13" fmla="*/ 14 h 61"/>
                <a:gd name="T14" fmla="*/ 528 w 240"/>
                <a:gd name="T15" fmla="*/ 29 h 61"/>
                <a:gd name="T16" fmla="*/ 385 w 240"/>
                <a:gd name="T17" fmla="*/ 60 h 61"/>
                <a:gd name="T18" fmla="*/ 183 w 240"/>
                <a:gd name="T19" fmla="*/ 100 h 61"/>
                <a:gd name="T20" fmla="*/ 88 w 240"/>
                <a:gd name="T21" fmla="*/ 54 h 61"/>
                <a:gd name="T22" fmla="*/ 11 w 240"/>
                <a:gd name="T23" fmla="*/ 33 h 6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40" h="61">
                  <a:moveTo>
                    <a:pt x="0" y="15"/>
                  </a:moveTo>
                  <a:cubicBezTo>
                    <a:pt x="14" y="32"/>
                    <a:pt x="36" y="52"/>
                    <a:pt x="58" y="57"/>
                  </a:cubicBezTo>
                  <a:cubicBezTo>
                    <a:pt x="77" y="61"/>
                    <a:pt x="92" y="57"/>
                    <a:pt x="111" y="51"/>
                  </a:cubicBezTo>
                  <a:cubicBezTo>
                    <a:pt x="126" y="47"/>
                    <a:pt x="140" y="39"/>
                    <a:pt x="154" y="34"/>
                  </a:cubicBezTo>
                  <a:cubicBezTo>
                    <a:pt x="163" y="31"/>
                    <a:pt x="171" y="26"/>
                    <a:pt x="180" y="24"/>
                  </a:cubicBezTo>
                  <a:cubicBezTo>
                    <a:pt x="189" y="22"/>
                    <a:pt x="199" y="23"/>
                    <a:pt x="209" y="22"/>
                  </a:cubicBezTo>
                  <a:cubicBezTo>
                    <a:pt x="216" y="21"/>
                    <a:pt x="240" y="16"/>
                    <a:pt x="225" y="5"/>
                  </a:cubicBezTo>
                  <a:cubicBezTo>
                    <a:pt x="217" y="0"/>
                    <a:pt x="203" y="9"/>
                    <a:pt x="194" y="11"/>
                  </a:cubicBezTo>
                  <a:cubicBezTo>
                    <a:pt x="177" y="15"/>
                    <a:pt x="160" y="17"/>
                    <a:pt x="142" y="22"/>
                  </a:cubicBezTo>
                  <a:cubicBezTo>
                    <a:pt x="117" y="28"/>
                    <a:pt x="94" y="45"/>
                    <a:pt x="67" y="37"/>
                  </a:cubicBezTo>
                  <a:cubicBezTo>
                    <a:pt x="55" y="33"/>
                    <a:pt x="43" y="26"/>
                    <a:pt x="32" y="20"/>
                  </a:cubicBezTo>
                  <a:cubicBezTo>
                    <a:pt x="23" y="16"/>
                    <a:pt x="14" y="9"/>
                    <a:pt x="4" y="12"/>
                  </a:cubicBezTo>
                </a:path>
              </a:pathLst>
            </a:custGeom>
            <a:solidFill>
              <a:srgbClr val="8D2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7563" name="Freeform 237">
              <a:extLst>
                <a:ext uri="{FF2B5EF4-FFF2-40B4-BE49-F238E27FC236}">
                  <a16:creationId xmlns:a16="http://schemas.microsoft.com/office/drawing/2014/main" id="{C2B90AB4-A0C4-4394-9298-8C4617CF8E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5" y="1798"/>
              <a:ext cx="145" cy="54"/>
            </a:xfrm>
            <a:custGeom>
              <a:avLst/>
              <a:gdLst>
                <a:gd name="T0" fmla="*/ 0 w 104"/>
                <a:gd name="T1" fmla="*/ 61 h 39"/>
                <a:gd name="T2" fmla="*/ 226 w 104"/>
                <a:gd name="T3" fmla="*/ 96 h 39"/>
                <a:gd name="T4" fmla="*/ 257 w 104"/>
                <a:gd name="T5" fmla="*/ 46 h 39"/>
                <a:gd name="T6" fmla="*/ 184 w 104"/>
                <a:gd name="T7" fmla="*/ 11 h 39"/>
                <a:gd name="T8" fmla="*/ 123 w 104"/>
                <a:gd name="T9" fmla="*/ 33 h 39"/>
                <a:gd name="T10" fmla="*/ 35 w 104"/>
                <a:gd name="T11" fmla="*/ 33 h 3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4" h="39">
                  <a:moveTo>
                    <a:pt x="0" y="23"/>
                  </a:moveTo>
                  <a:cubicBezTo>
                    <a:pt x="28" y="21"/>
                    <a:pt x="55" y="39"/>
                    <a:pt x="83" y="36"/>
                  </a:cubicBezTo>
                  <a:cubicBezTo>
                    <a:pt x="98" y="34"/>
                    <a:pt x="104" y="28"/>
                    <a:pt x="95" y="17"/>
                  </a:cubicBezTo>
                  <a:cubicBezTo>
                    <a:pt x="87" y="7"/>
                    <a:pt x="81" y="0"/>
                    <a:pt x="68" y="4"/>
                  </a:cubicBezTo>
                  <a:cubicBezTo>
                    <a:pt x="59" y="8"/>
                    <a:pt x="55" y="11"/>
                    <a:pt x="45" y="12"/>
                  </a:cubicBezTo>
                  <a:cubicBezTo>
                    <a:pt x="34" y="12"/>
                    <a:pt x="24" y="12"/>
                    <a:pt x="13" y="12"/>
                  </a:cubicBezTo>
                </a:path>
              </a:pathLst>
            </a:custGeom>
            <a:solidFill>
              <a:srgbClr val="8D2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7564" name="Freeform 238">
              <a:extLst>
                <a:ext uri="{FF2B5EF4-FFF2-40B4-BE49-F238E27FC236}">
                  <a16:creationId xmlns:a16="http://schemas.microsoft.com/office/drawing/2014/main" id="{7524B93A-BCF7-47DC-B463-0E6CEAE04DA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2" y="1720"/>
              <a:ext cx="167" cy="320"/>
            </a:xfrm>
            <a:custGeom>
              <a:avLst/>
              <a:gdLst>
                <a:gd name="T0" fmla="*/ 14 w 120"/>
                <a:gd name="T1" fmla="*/ 0 h 230"/>
                <a:gd name="T2" fmla="*/ 1 w 120"/>
                <a:gd name="T3" fmla="*/ 103 h 230"/>
                <a:gd name="T4" fmla="*/ 33 w 120"/>
                <a:gd name="T5" fmla="*/ 164 h 230"/>
                <a:gd name="T6" fmla="*/ 81 w 120"/>
                <a:gd name="T7" fmla="*/ 323 h 230"/>
                <a:gd name="T8" fmla="*/ 104 w 120"/>
                <a:gd name="T9" fmla="*/ 422 h 230"/>
                <a:gd name="T10" fmla="*/ 122 w 120"/>
                <a:gd name="T11" fmla="*/ 498 h 230"/>
                <a:gd name="T12" fmla="*/ 157 w 120"/>
                <a:gd name="T13" fmla="*/ 559 h 230"/>
                <a:gd name="T14" fmla="*/ 207 w 120"/>
                <a:gd name="T15" fmla="*/ 573 h 230"/>
                <a:gd name="T16" fmla="*/ 283 w 120"/>
                <a:gd name="T17" fmla="*/ 614 h 230"/>
                <a:gd name="T18" fmla="*/ 302 w 120"/>
                <a:gd name="T19" fmla="*/ 619 h 230"/>
                <a:gd name="T20" fmla="*/ 212 w 120"/>
                <a:gd name="T21" fmla="*/ 538 h 230"/>
                <a:gd name="T22" fmla="*/ 167 w 120"/>
                <a:gd name="T23" fmla="*/ 455 h 230"/>
                <a:gd name="T24" fmla="*/ 323 w 120"/>
                <a:gd name="T25" fmla="*/ 426 h 230"/>
                <a:gd name="T26" fmla="*/ 153 w 120"/>
                <a:gd name="T27" fmla="*/ 360 h 230"/>
                <a:gd name="T28" fmla="*/ 99 w 120"/>
                <a:gd name="T29" fmla="*/ 263 h 230"/>
                <a:gd name="T30" fmla="*/ 63 w 120"/>
                <a:gd name="T31" fmla="*/ 152 h 230"/>
                <a:gd name="T32" fmla="*/ 21 w 120"/>
                <a:gd name="T33" fmla="*/ 115 h 230"/>
                <a:gd name="T34" fmla="*/ 15 w 120"/>
                <a:gd name="T35" fmla="*/ 21 h 230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20" h="230">
                  <a:moveTo>
                    <a:pt x="5" y="0"/>
                  </a:moveTo>
                  <a:cubicBezTo>
                    <a:pt x="5" y="13"/>
                    <a:pt x="2" y="25"/>
                    <a:pt x="1" y="38"/>
                  </a:cubicBezTo>
                  <a:cubicBezTo>
                    <a:pt x="0" y="50"/>
                    <a:pt x="4" y="53"/>
                    <a:pt x="12" y="61"/>
                  </a:cubicBezTo>
                  <a:cubicBezTo>
                    <a:pt x="26" y="73"/>
                    <a:pt x="26" y="101"/>
                    <a:pt x="30" y="120"/>
                  </a:cubicBezTo>
                  <a:cubicBezTo>
                    <a:pt x="32" y="133"/>
                    <a:pt x="38" y="144"/>
                    <a:pt x="39" y="157"/>
                  </a:cubicBezTo>
                  <a:cubicBezTo>
                    <a:pt x="40" y="168"/>
                    <a:pt x="39" y="176"/>
                    <a:pt x="45" y="185"/>
                  </a:cubicBezTo>
                  <a:cubicBezTo>
                    <a:pt x="49" y="190"/>
                    <a:pt x="54" y="205"/>
                    <a:pt x="58" y="208"/>
                  </a:cubicBezTo>
                  <a:cubicBezTo>
                    <a:pt x="62" y="210"/>
                    <a:pt x="72" y="210"/>
                    <a:pt x="77" y="213"/>
                  </a:cubicBezTo>
                  <a:cubicBezTo>
                    <a:pt x="86" y="218"/>
                    <a:pt x="94" y="226"/>
                    <a:pt x="105" y="228"/>
                  </a:cubicBezTo>
                  <a:cubicBezTo>
                    <a:pt x="107" y="229"/>
                    <a:pt x="109" y="230"/>
                    <a:pt x="112" y="230"/>
                  </a:cubicBezTo>
                  <a:cubicBezTo>
                    <a:pt x="107" y="219"/>
                    <a:pt x="87" y="209"/>
                    <a:pt x="78" y="200"/>
                  </a:cubicBezTo>
                  <a:cubicBezTo>
                    <a:pt x="69" y="190"/>
                    <a:pt x="63" y="182"/>
                    <a:pt x="62" y="169"/>
                  </a:cubicBezTo>
                  <a:cubicBezTo>
                    <a:pt x="59" y="137"/>
                    <a:pt x="101" y="159"/>
                    <a:pt x="120" y="158"/>
                  </a:cubicBezTo>
                  <a:cubicBezTo>
                    <a:pt x="106" y="141"/>
                    <a:pt x="74" y="148"/>
                    <a:pt x="57" y="134"/>
                  </a:cubicBezTo>
                  <a:cubicBezTo>
                    <a:pt x="48" y="126"/>
                    <a:pt x="40" y="109"/>
                    <a:pt x="37" y="98"/>
                  </a:cubicBezTo>
                  <a:cubicBezTo>
                    <a:pt x="33" y="85"/>
                    <a:pt x="30" y="67"/>
                    <a:pt x="23" y="56"/>
                  </a:cubicBezTo>
                  <a:cubicBezTo>
                    <a:pt x="18" y="49"/>
                    <a:pt x="11" y="52"/>
                    <a:pt x="8" y="43"/>
                  </a:cubicBezTo>
                  <a:cubicBezTo>
                    <a:pt x="4" y="33"/>
                    <a:pt x="13" y="16"/>
                    <a:pt x="6" y="8"/>
                  </a:cubicBezTo>
                </a:path>
              </a:pathLst>
            </a:custGeom>
            <a:solidFill>
              <a:srgbClr val="7819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7565" name="Freeform 239">
              <a:extLst>
                <a:ext uri="{FF2B5EF4-FFF2-40B4-BE49-F238E27FC236}">
                  <a16:creationId xmlns:a16="http://schemas.microsoft.com/office/drawing/2014/main" id="{C3E09FA3-1522-4BCF-BB66-85BBEC48B0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7" y="1946"/>
              <a:ext cx="135" cy="32"/>
            </a:xfrm>
            <a:custGeom>
              <a:avLst/>
              <a:gdLst>
                <a:gd name="T0" fmla="*/ 0 w 97"/>
                <a:gd name="T1" fmla="*/ 63 h 23"/>
                <a:gd name="T2" fmla="*/ 104 w 97"/>
                <a:gd name="T3" fmla="*/ 19 h 23"/>
                <a:gd name="T4" fmla="*/ 174 w 97"/>
                <a:gd name="T5" fmla="*/ 14 h 23"/>
                <a:gd name="T6" fmla="*/ 262 w 97"/>
                <a:gd name="T7" fmla="*/ 6 h 23"/>
                <a:gd name="T8" fmla="*/ 113 w 97"/>
                <a:gd name="T9" fmla="*/ 36 h 23"/>
                <a:gd name="T10" fmla="*/ 14 w 97"/>
                <a:gd name="T11" fmla="*/ 54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7" h="23">
                  <a:moveTo>
                    <a:pt x="0" y="23"/>
                  </a:moveTo>
                  <a:cubicBezTo>
                    <a:pt x="10" y="16"/>
                    <a:pt x="26" y="9"/>
                    <a:pt x="39" y="7"/>
                  </a:cubicBezTo>
                  <a:cubicBezTo>
                    <a:pt x="47" y="6"/>
                    <a:pt x="56" y="7"/>
                    <a:pt x="65" y="5"/>
                  </a:cubicBezTo>
                  <a:cubicBezTo>
                    <a:pt x="74" y="4"/>
                    <a:pt x="88" y="0"/>
                    <a:pt x="97" y="2"/>
                  </a:cubicBezTo>
                  <a:cubicBezTo>
                    <a:pt x="78" y="8"/>
                    <a:pt x="62" y="13"/>
                    <a:pt x="42" y="14"/>
                  </a:cubicBezTo>
                  <a:cubicBezTo>
                    <a:pt x="34" y="14"/>
                    <a:pt x="8" y="15"/>
                    <a:pt x="5" y="20"/>
                  </a:cubicBezTo>
                </a:path>
              </a:pathLst>
            </a:custGeom>
            <a:solidFill>
              <a:srgbClr val="7819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7566" name="Freeform 240">
              <a:extLst>
                <a:ext uri="{FF2B5EF4-FFF2-40B4-BE49-F238E27FC236}">
                  <a16:creationId xmlns:a16="http://schemas.microsoft.com/office/drawing/2014/main" id="{5B97A0E3-3C65-4981-AFB3-F36B24B29D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5" y="2021"/>
              <a:ext cx="248" cy="29"/>
            </a:xfrm>
            <a:custGeom>
              <a:avLst/>
              <a:gdLst>
                <a:gd name="T0" fmla="*/ 0 w 178"/>
                <a:gd name="T1" fmla="*/ 44 h 21"/>
                <a:gd name="T2" fmla="*/ 127 w 178"/>
                <a:gd name="T3" fmla="*/ 23 h 21"/>
                <a:gd name="T4" fmla="*/ 212 w 178"/>
                <a:gd name="T5" fmla="*/ 0 h 21"/>
                <a:gd name="T6" fmla="*/ 315 w 178"/>
                <a:gd name="T7" fmla="*/ 6 h 21"/>
                <a:gd name="T8" fmla="*/ 482 w 178"/>
                <a:gd name="T9" fmla="*/ 41 h 21"/>
                <a:gd name="T10" fmla="*/ 390 w 178"/>
                <a:gd name="T11" fmla="*/ 19 h 21"/>
                <a:gd name="T12" fmla="*/ 291 w 178"/>
                <a:gd name="T13" fmla="*/ 23 h 21"/>
                <a:gd name="T14" fmla="*/ 219 w 178"/>
                <a:gd name="T15" fmla="*/ 14 h 21"/>
                <a:gd name="T16" fmla="*/ 54 w 178"/>
                <a:gd name="T17" fmla="*/ 48 h 2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78" h="21">
                  <a:moveTo>
                    <a:pt x="0" y="17"/>
                  </a:moveTo>
                  <a:cubicBezTo>
                    <a:pt x="9" y="21"/>
                    <a:pt x="37" y="13"/>
                    <a:pt x="47" y="9"/>
                  </a:cubicBezTo>
                  <a:cubicBezTo>
                    <a:pt x="57" y="6"/>
                    <a:pt x="67" y="0"/>
                    <a:pt x="78" y="0"/>
                  </a:cubicBezTo>
                  <a:cubicBezTo>
                    <a:pt x="89" y="0"/>
                    <a:pt x="104" y="1"/>
                    <a:pt x="116" y="2"/>
                  </a:cubicBezTo>
                  <a:cubicBezTo>
                    <a:pt x="135" y="5"/>
                    <a:pt x="160" y="8"/>
                    <a:pt x="178" y="16"/>
                  </a:cubicBezTo>
                  <a:cubicBezTo>
                    <a:pt x="167" y="17"/>
                    <a:pt x="156" y="9"/>
                    <a:pt x="144" y="7"/>
                  </a:cubicBezTo>
                  <a:cubicBezTo>
                    <a:pt x="132" y="6"/>
                    <a:pt x="120" y="10"/>
                    <a:pt x="108" y="9"/>
                  </a:cubicBezTo>
                  <a:cubicBezTo>
                    <a:pt x="99" y="9"/>
                    <a:pt x="90" y="6"/>
                    <a:pt x="81" y="5"/>
                  </a:cubicBezTo>
                  <a:cubicBezTo>
                    <a:pt x="58" y="4"/>
                    <a:pt x="42" y="17"/>
                    <a:pt x="20" y="18"/>
                  </a:cubicBezTo>
                </a:path>
              </a:pathLst>
            </a:custGeom>
            <a:solidFill>
              <a:srgbClr val="7819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7567" name="Freeform 241">
              <a:extLst>
                <a:ext uri="{FF2B5EF4-FFF2-40B4-BE49-F238E27FC236}">
                  <a16:creationId xmlns:a16="http://schemas.microsoft.com/office/drawing/2014/main" id="{4962558C-385D-4C8C-A9DE-8EC23880573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9" y="1688"/>
              <a:ext cx="106" cy="352"/>
            </a:xfrm>
            <a:custGeom>
              <a:avLst/>
              <a:gdLst>
                <a:gd name="T0" fmla="*/ 0 w 76"/>
                <a:gd name="T1" fmla="*/ 0 h 253"/>
                <a:gd name="T2" fmla="*/ 33 w 76"/>
                <a:gd name="T3" fmla="*/ 60 h 253"/>
                <a:gd name="T4" fmla="*/ 39 w 76"/>
                <a:gd name="T5" fmla="*/ 122 h 253"/>
                <a:gd name="T6" fmla="*/ 68 w 76"/>
                <a:gd name="T7" fmla="*/ 205 h 253"/>
                <a:gd name="T8" fmla="*/ 98 w 76"/>
                <a:gd name="T9" fmla="*/ 296 h 253"/>
                <a:gd name="T10" fmla="*/ 137 w 76"/>
                <a:gd name="T11" fmla="*/ 392 h 253"/>
                <a:gd name="T12" fmla="*/ 142 w 76"/>
                <a:gd name="T13" fmla="*/ 454 h 253"/>
                <a:gd name="T14" fmla="*/ 167 w 76"/>
                <a:gd name="T15" fmla="*/ 538 h 253"/>
                <a:gd name="T16" fmla="*/ 186 w 76"/>
                <a:gd name="T17" fmla="*/ 682 h 253"/>
                <a:gd name="T18" fmla="*/ 167 w 76"/>
                <a:gd name="T19" fmla="*/ 415 h 253"/>
                <a:gd name="T20" fmla="*/ 142 w 76"/>
                <a:gd name="T21" fmla="*/ 360 h 253"/>
                <a:gd name="T22" fmla="*/ 204 w 76"/>
                <a:gd name="T23" fmla="*/ 351 h 253"/>
                <a:gd name="T24" fmla="*/ 206 w 76"/>
                <a:gd name="T25" fmla="*/ 345 h 253"/>
                <a:gd name="T26" fmla="*/ 123 w 76"/>
                <a:gd name="T27" fmla="*/ 307 h 253"/>
                <a:gd name="T28" fmla="*/ 194 w 76"/>
                <a:gd name="T29" fmla="*/ 312 h 253"/>
                <a:gd name="T30" fmla="*/ 84 w 76"/>
                <a:gd name="T31" fmla="*/ 164 h 253"/>
                <a:gd name="T32" fmla="*/ 40 w 76"/>
                <a:gd name="T33" fmla="*/ 81 h 253"/>
                <a:gd name="T34" fmla="*/ 0 w 76"/>
                <a:gd name="T35" fmla="*/ 15 h 253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76" h="253">
                  <a:moveTo>
                    <a:pt x="0" y="0"/>
                  </a:moveTo>
                  <a:cubicBezTo>
                    <a:pt x="3" y="8"/>
                    <a:pt x="9" y="14"/>
                    <a:pt x="12" y="22"/>
                  </a:cubicBezTo>
                  <a:cubicBezTo>
                    <a:pt x="14" y="30"/>
                    <a:pt x="12" y="37"/>
                    <a:pt x="14" y="45"/>
                  </a:cubicBezTo>
                  <a:cubicBezTo>
                    <a:pt x="17" y="56"/>
                    <a:pt x="20" y="66"/>
                    <a:pt x="25" y="76"/>
                  </a:cubicBezTo>
                  <a:cubicBezTo>
                    <a:pt x="30" y="87"/>
                    <a:pt x="32" y="99"/>
                    <a:pt x="36" y="110"/>
                  </a:cubicBezTo>
                  <a:cubicBezTo>
                    <a:pt x="39" y="123"/>
                    <a:pt x="47" y="133"/>
                    <a:pt x="50" y="146"/>
                  </a:cubicBezTo>
                  <a:cubicBezTo>
                    <a:pt x="52" y="154"/>
                    <a:pt x="49" y="161"/>
                    <a:pt x="52" y="168"/>
                  </a:cubicBezTo>
                  <a:cubicBezTo>
                    <a:pt x="56" y="178"/>
                    <a:pt x="59" y="189"/>
                    <a:pt x="62" y="200"/>
                  </a:cubicBezTo>
                  <a:cubicBezTo>
                    <a:pt x="67" y="217"/>
                    <a:pt x="66" y="235"/>
                    <a:pt x="68" y="253"/>
                  </a:cubicBezTo>
                  <a:cubicBezTo>
                    <a:pt x="75" y="220"/>
                    <a:pt x="73" y="185"/>
                    <a:pt x="62" y="154"/>
                  </a:cubicBezTo>
                  <a:cubicBezTo>
                    <a:pt x="61" y="150"/>
                    <a:pt x="52" y="136"/>
                    <a:pt x="52" y="134"/>
                  </a:cubicBezTo>
                  <a:cubicBezTo>
                    <a:pt x="53" y="125"/>
                    <a:pt x="69" y="128"/>
                    <a:pt x="75" y="130"/>
                  </a:cubicBezTo>
                  <a:cubicBezTo>
                    <a:pt x="75" y="129"/>
                    <a:pt x="76" y="129"/>
                    <a:pt x="76" y="128"/>
                  </a:cubicBezTo>
                  <a:cubicBezTo>
                    <a:pt x="67" y="121"/>
                    <a:pt x="54" y="121"/>
                    <a:pt x="45" y="114"/>
                  </a:cubicBezTo>
                  <a:cubicBezTo>
                    <a:pt x="54" y="117"/>
                    <a:pt x="63" y="115"/>
                    <a:pt x="72" y="116"/>
                  </a:cubicBezTo>
                  <a:cubicBezTo>
                    <a:pt x="46" y="112"/>
                    <a:pt x="41" y="81"/>
                    <a:pt x="31" y="61"/>
                  </a:cubicBezTo>
                  <a:cubicBezTo>
                    <a:pt x="26" y="51"/>
                    <a:pt x="19" y="40"/>
                    <a:pt x="15" y="30"/>
                  </a:cubicBezTo>
                  <a:cubicBezTo>
                    <a:pt x="12" y="23"/>
                    <a:pt x="10" y="4"/>
                    <a:pt x="0" y="6"/>
                  </a:cubicBezTo>
                </a:path>
              </a:pathLst>
            </a:custGeom>
            <a:solidFill>
              <a:srgbClr val="7819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7568" name="Freeform 242">
              <a:extLst>
                <a:ext uri="{FF2B5EF4-FFF2-40B4-BE49-F238E27FC236}">
                  <a16:creationId xmlns:a16="http://schemas.microsoft.com/office/drawing/2014/main" id="{BF7CA703-208C-41C8-A506-52E9636699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4" y="1827"/>
              <a:ext cx="96" cy="173"/>
            </a:xfrm>
            <a:custGeom>
              <a:avLst/>
              <a:gdLst>
                <a:gd name="T0" fmla="*/ 0 w 69"/>
                <a:gd name="T1" fmla="*/ 28 h 124"/>
                <a:gd name="T2" fmla="*/ 122 w 69"/>
                <a:gd name="T3" fmla="*/ 137 h 124"/>
                <a:gd name="T4" fmla="*/ 50 w 69"/>
                <a:gd name="T5" fmla="*/ 109 h 124"/>
                <a:gd name="T6" fmla="*/ 99 w 69"/>
                <a:gd name="T7" fmla="*/ 163 h 124"/>
                <a:gd name="T8" fmla="*/ 81 w 69"/>
                <a:gd name="T9" fmla="*/ 158 h 124"/>
                <a:gd name="T10" fmla="*/ 113 w 69"/>
                <a:gd name="T11" fmla="*/ 179 h 124"/>
                <a:gd name="T12" fmla="*/ 110 w 69"/>
                <a:gd name="T13" fmla="*/ 227 h 124"/>
                <a:gd name="T14" fmla="*/ 36 w 69"/>
                <a:gd name="T15" fmla="*/ 280 h 124"/>
                <a:gd name="T16" fmla="*/ 99 w 69"/>
                <a:gd name="T17" fmla="*/ 261 h 124"/>
                <a:gd name="T18" fmla="*/ 78 w 69"/>
                <a:gd name="T19" fmla="*/ 275 h 124"/>
                <a:gd name="T20" fmla="*/ 115 w 69"/>
                <a:gd name="T21" fmla="*/ 269 h 124"/>
                <a:gd name="T22" fmla="*/ 145 w 69"/>
                <a:gd name="T23" fmla="*/ 296 h 124"/>
                <a:gd name="T24" fmla="*/ 186 w 69"/>
                <a:gd name="T25" fmla="*/ 336 h 124"/>
                <a:gd name="T26" fmla="*/ 122 w 69"/>
                <a:gd name="T27" fmla="*/ 240 h 124"/>
                <a:gd name="T28" fmla="*/ 122 w 69"/>
                <a:gd name="T29" fmla="*/ 163 h 124"/>
                <a:gd name="T30" fmla="*/ 118 w 69"/>
                <a:gd name="T31" fmla="*/ 78 h 124"/>
                <a:gd name="T32" fmla="*/ 6 w 69"/>
                <a:gd name="T33" fmla="*/ 15 h 124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9" h="124">
                  <a:moveTo>
                    <a:pt x="0" y="10"/>
                  </a:moveTo>
                  <a:cubicBezTo>
                    <a:pt x="9" y="0"/>
                    <a:pt x="44" y="40"/>
                    <a:pt x="45" y="50"/>
                  </a:cubicBezTo>
                  <a:cubicBezTo>
                    <a:pt x="34" y="48"/>
                    <a:pt x="29" y="45"/>
                    <a:pt x="19" y="40"/>
                  </a:cubicBezTo>
                  <a:cubicBezTo>
                    <a:pt x="25" y="46"/>
                    <a:pt x="35" y="52"/>
                    <a:pt x="37" y="60"/>
                  </a:cubicBezTo>
                  <a:cubicBezTo>
                    <a:pt x="35" y="59"/>
                    <a:pt x="31" y="59"/>
                    <a:pt x="30" y="58"/>
                  </a:cubicBezTo>
                  <a:cubicBezTo>
                    <a:pt x="33" y="62"/>
                    <a:pt x="38" y="64"/>
                    <a:pt x="42" y="66"/>
                  </a:cubicBezTo>
                  <a:cubicBezTo>
                    <a:pt x="41" y="71"/>
                    <a:pt x="42" y="78"/>
                    <a:pt x="41" y="84"/>
                  </a:cubicBezTo>
                  <a:cubicBezTo>
                    <a:pt x="33" y="87"/>
                    <a:pt x="15" y="95"/>
                    <a:pt x="14" y="103"/>
                  </a:cubicBezTo>
                  <a:cubicBezTo>
                    <a:pt x="21" y="100"/>
                    <a:pt x="28" y="95"/>
                    <a:pt x="37" y="96"/>
                  </a:cubicBezTo>
                  <a:cubicBezTo>
                    <a:pt x="34" y="95"/>
                    <a:pt x="24" y="97"/>
                    <a:pt x="29" y="101"/>
                  </a:cubicBezTo>
                  <a:cubicBezTo>
                    <a:pt x="31" y="103"/>
                    <a:pt x="40" y="99"/>
                    <a:pt x="43" y="99"/>
                  </a:cubicBezTo>
                  <a:cubicBezTo>
                    <a:pt x="41" y="108"/>
                    <a:pt x="48" y="106"/>
                    <a:pt x="54" y="109"/>
                  </a:cubicBezTo>
                  <a:cubicBezTo>
                    <a:pt x="60" y="114"/>
                    <a:pt x="62" y="121"/>
                    <a:pt x="69" y="124"/>
                  </a:cubicBezTo>
                  <a:cubicBezTo>
                    <a:pt x="55" y="118"/>
                    <a:pt x="43" y="102"/>
                    <a:pt x="45" y="88"/>
                  </a:cubicBezTo>
                  <a:cubicBezTo>
                    <a:pt x="47" y="76"/>
                    <a:pt x="46" y="70"/>
                    <a:pt x="45" y="60"/>
                  </a:cubicBezTo>
                  <a:cubicBezTo>
                    <a:pt x="44" y="49"/>
                    <a:pt x="48" y="40"/>
                    <a:pt x="44" y="29"/>
                  </a:cubicBezTo>
                  <a:cubicBezTo>
                    <a:pt x="37" y="15"/>
                    <a:pt x="17" y="8"/>
                    <a:pt x="2" y="6"/>
                  </a:cubicBezTo>
                </a:path>
              </a:pathLst>
            </a:custGeom>
            <a:solidFill>
              <a:srgbClr val="7819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7569" name="Freeform 243">
              <a:extLst>
                <a:ext uri="{FF2B5EF4-FFF2-40B4-BE49-F238E27FC236}">
                  <a16:creationId xmlns:a16="http://schemas.microsoft.com/office/drawing/2014/main" id="{A1F8B949-AFE0-441E-B04B-C08FB1E99E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3" y="1449"/>
              <a:ext cx="70" cy="285"/>
            </a:xfrm>
            <a:custGeom>
              <a:avLst/>
              <a:gdLst>
                <a:gd name="T0" fmla="*/ 129 w 50"/>
                <a:gd name="T1" fmla="*/ 11 h 204"/>
                <a:gd name="T2" fmla="*/ 69 w 50"/>
                <a:gd name="T3" fmla="*/ 102 h 204"/>
                <a:gd name="T4" fmla="*/ 53 w 50"/>
                <a:gd name="T5" fmla="*/ 177 h 204"/>
                <a:gd name="T6" fmla="*/ 8 w 50"/>
                <a:gd name="T7" fmla="*/ 319 h 204"/>
                <a:gd name="T8" fmla="*/ 28 w 50"/>
                <a:gd name="T9" fmla="*/ 373 h 204"/>
                <a:gd name="T10" fmla="*/ 21 w 50"/>
                <a:gd name="T11" fmla="*/ 441 h 204"/>
                <a:gd name="T12" fmla="*/ 29 w 50"/>
                <a:gd name="T13" fmla="*/ 472 h 204"/>
                <a:gd name="T14" fmla="*/ 11 w 50"/>
                <a:gd name="T15" fmla="*/ 496 h 204"/>
                <a:gd name="T16" fmla="*/ 35 w 50"/>
                <a:gd name="T17" fmla="*/ 556 h 204"/>
                <a:gd name="T18" fmla="*/ 43 w 50"/>
                <a:gd name="T19" fmla="*/ 428 h 204"/>
                <a:gd name="T20" fmla="*/ 48 w 50"/>
                <a:gd name="T21" fmla="*/ 359 h 204"/>
                <a:gd name="T22" fmla="*/ 29 w 50"/>
                <a:gd name="T23" fmla="*/ 296 h 204"/>
                <a:gd name="T24" fmla="*/ 84 w 50"/>
                <a:gd name="T25" fmla="*/ 131 h 204"/>
                <a:gd name="T26" fmla="*/ 137 w 50"/>
                <a:gd name="T27" fmla="*/ 0 h 204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50" h="204">
                  <a:moveTo>
                    <a:pt x="47" y="4"/>
                  </a:moveTo>
                  <a:cubicBezTo>
                    <a:pt x="38" y="16"/>
                    <a:pt x="30" y="23"/>
                    <a:pt x="25" y="37"/>
                  </a:cubicBezTo>
                  <a:cubicBezTo>
                    <a:pt x="22" y="46"/>
                    <a:pt x="21" y="56"/>
                    <a:pt x="19" y="65"/>
                  </a:cubicBezTo>
                  <a:cubicBezTo>
                    <a:pt x="15" y="82"/>
                    <a:pt x="3" y="100"/>
                    <a:pt x="3" y="117"/>
                  </a:cubicBezTo>
                  <a:cubicBezTo>
                    <a:pt x="3" y="125"/>
                    <a:pt x="9" y="130"/>
                    <a:pt x="10" y="137"/>
                  </a:cubicBezTo>
                  <a:cubicBezTo>
                    <a:pt x="11" y="146"/>
                    <a:pt x="6" y="152"/>
                    <a:pt x="8" y="162"/>
                  </a:cubicBezTo>
                  <a:cubicBezTo>
                    <a:pt x="8" y="165"/>
                    <a:pt x="11" y="170"/>
                    <a:pt x="11" y="173"/>
                  </a:cubicBezTo>
                  <a:cubicBezTo>
                    <a:pt x="10" y="180"/>
                    <a:pt x="6" y="176"/>
                    <a:pt x="4" y="182"/>
                  </a:cubicBezTo>
                  <a:cubicBezTo>
                    <a:pt x="0" y="191"/>
                    <a:pt x="9" y="196"/>
                    <a:pt x="13" y="204"/>
                  </a:cubicBezTo>
                  <a:cubicBezTo>
                    <a:pt x="11" y="187"/>
                    <a:pt x="16" y="173"/>
                    <a:pt x="16" y="157"/>
                  </a:cubicBezTo>
                  <a:cubicBezTo>
                    <a:pt x="16" y="149"/>
                    <a:pt x="19" y="140"/>
                    <a:pt x="17" y="132"/>
                  </a:cubicBezTo>
                  <a:cubicBezTo>
                    <a:pt x="15" y="123"/>
                    <a:pt x="9" y="118"/>
                    <a:pt x="11" y="109"/>
                  </a:cubicBezTo>
                  <a:cubicBezTo>
                    <a:pt x="14" y="88"/>
                    <a:pt x="28" y="69"/>
                    <a:pt x="31" y="48"/>
                  </a:cubicBezTo>
                  <a:cubicBezTo>
                    <a:pt x="34" y="34"/>
                    <a:pt x="38" y="10"/>
                    <a:pt x="50" y="0"/>
                  </a:cubicBezTo>
                </a:path>
              </a:pathLst>
            </a:custGeom>
            <a:solidFill>
              <a:srgbClr val="8D2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7570" name="Freeform 244">
              <a:extLst>
                <a:ext uri="{FF2B5EF4-FFF2-40B4-BE49-F238E27FC236}">
                  <a16:creationId xmlns:a16="http://schemas.microsoft.com/office/drawing/2014/main" id="{C5D06F80-6852-4011-A749-D24ECF34010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5" y="1382"/>
              <a:ext cx="210" cy="115"/>
            </a:xfrm>
            <a:custGeom>
              <a:avLst/>
              <a:gdLst>
                <a:gd name="T0" fmla="*/ 0 w 151"/>
                <a:gd name="T1" fmla="*/ 29 h 82"/>
                <a:gd name="T2" fmla="*/ 49 w 151"/>
                <a:gd name="T3" fmla="*/ 14 h 82"/>
                <a:gd name="T4" fmla="*/ 95 w 151"/>
                <a:gd name="T5" fmla="*/ 8 h 82"/>
                <a:gd name="T6" fmla="*/ 188 w 151"/>
                <a:gd name="T7" fmla="*/ 6 h 82"/>
                <a:gd name="T8" fmla="*/ 406 w 151"/>
                <a:gd name="T9" fmla="*/ 226 h 82"/>
                <a:gd name="T10" fmla="*/ 174 w 151"/>
                <a:gd name="T11" fmla="*/ 35 h 82"/>
                <a:gd name="T12" fmla="*/ 88 w 151"/>
                <a:gd name="T13" fmla="*/ 29 h 82"/>
                <a:gd name="T14" fmla="*/ 15 w 151"/>
                <a:gd name="T15" fmla="*/ 39 h 8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51" h="82">
                  <a:moveTo>
                    <a:pt x="0" y="11"/>
                  </a:moveTo>
                  <a:cubicBezTo>
                    <a:pt x="6" y="14"/>
                    <a:pt x="12" y="7"/>
                    <a:pt x="18" y="5"/>
                  </a:cubicBezTo>
                  <a:cubicBezTo>
                    <a:pt x="23" y="3"/>
                    <a:pt x="29" y="3"/>
                    <a:pt x="35" y="3"/>
                  </a:cubicBezTo>
                  <a:cubicBezTo>
                    <a:pt x="46" y="2"/>
                    <a:pt x="59" y="0"/>
                    <a:pt x="70" y="2"/>
                  </a:cubicBezTo>
                  <a:cubicBezTo>
                    <a:pt x="106" y="9"/>
                    <a:pt x="131" y="56"/>
                    <a:pt x="151" y="82"/>
                  </a:cubicBezTo>
                  <a:cubicBezTo>
                    <a:pt x="121" y="61"/>
                    <a:pt x="103" y="22"/>
                    <a:pt x="65" y="13"/>
                  </a:cubicBezTo>
                  <a:cubicBezTo>
                    <a:pt x="54" y="10"/>
                    <a:pt x="43" y="9"/>
                    <a:pt x="32" y="11"/>
                  </a:cubicBezTo>
                  <a:cubicBezTo>
                    <a:pt x="24" y="13"/>
                    <a:pt x="14" y="18"/>
                    <a:pt x="6" y="14"/>
                  </a:cubicBezTo>
                </a:path>
              </a:pathLst>
            </a:custGeom>
            <a:solidFill>
              <a:srgbClr val="8D2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7571" name="Freeform 245">
              <a:extLst>
                <a:ext uri="{FF2B5EF4-FFF2-40B4-BE49-F238E27FC236}">
                  <a16:creationId xmlns:a16="http://schemas.microsoft.com/office/drawing/2014/main" id="{DD3F7D79-B79D-4C2A-811E-CFE97C19AD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5" y="1589"/>
              <a:ext cx="25" cy="69"/>
            </a:xfrm>
            <a:custGeom>
              <a:avLst/>
              <a:gdLst>
                <a:gd name="T0" fmla="*/ 6 w 18"/>
                <a:gd name="T1" fmla="*/ 131 h 50"/>
                <a:gd name="T2" fmla="*/ 25 w 18"/>
                <a:gd name="T3" fmla="*/ 69 h 50"/>
                <a:gd name="T4" fmla="*/ 46 w 18"/>
                <a:gd name="T5" fmla="*/ 126 h 50"/>
                <a:gd name="T6" fmla="*/ 36 w 18"/>
                <a:gd name="T7" fmla="*/ 44 h 50"/>
                <a:gd name="T8" fmla="*/ 0 w 18"/>
                <a:gd name="T9" fmla="*/ 75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50">
                  <a:moveTo>
                    <a:pt x="2" y="50"/>
                  </a:moveTo>
                  <a:cubicBezTo>
                    <a:pt x="1" y="45"/>
                    <a:pt x="1" y="25"/>
                    <a:pt x="9" y="26"/>
                  </a:cubicBezTo>
                  <a:cubicBezTo>
                    <a:pt x="15" y="26"/>
                    <a:pt x="16" y="44"/>
                    <a:pt x="17" y="48"/>
                  </a:cubicBezTo>
                  <a:cubicBezTo>
                    <a:pt x="18" y="42"/>
                    <a:pt x="17" y="25"/>
                    <a:pt x="14" y="17"/>
                  </a:cubicBezTo>
                  <a:cubicBezTo>
                    <a:pt x="6" y="0"/>
                    <a:pt x="3" y="18"/>
                    <a:pt x="0" y="28"/>
                  </a:cubicBezTo>
                </a:path>
              </a:pathLst>
            </a:custGeom>
            <a:solidFill>
              <a:srgbClr val="8D2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7572" name="Freeform 246">
              <a:extLst>
                <a:ext uri="{FF2B5EF4-FFF2-40B4-BE49-F238E27FC236}">
                  <a16:creationId xmlns:a16="http://schemas.microsoft.com/office/drawing/2014/main" id="{71BE27F7-BAA2-43DA-A9DC-13F255101C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3" y="1543"/>
              <a:ext cx="56" cy="27"/>
            </a:xfrm>
            <a:custGeom>
              <a:avLst/>
              <a:gdLst>
                <a:gd name="T0" fmla="*/ 11 w 40"/>
                <a:gd name="T1" fmla="*/ 0 h 20"/>
                <a:gd name="T2" fmla="*/ 109 w 40"/>
                <a:gd name="T3" fmla="*/ 49 h 20"/>
                <a:gd name="T4" fmla="*/ 0 w 40"/>
                <a:gd name="T5" fmla="*/ 5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20">
                  <a:moveTo>
                    <a:pt x="4" y="0"/>
                  </a:moveTo>
                  <a:cubicBezTo>
                    <a:pt x="3" y="5"/>
                    <a:pt x="34" y="18"/>
                    <a:pt x="40" y="20"/>
                  </a:cubicBezTo>
                  <a:cubicBezTo>
                    <a:pt x="31" y="6"/>
                    <a:pt x="13" y="8"/>
                    <a:pt x="0" y="2"/>
                  </a:cubicBezTo>
                </a:path>
              </a:pathLst>
            </a:custGeom>
            <a:solidFill>
              <a:srgbClr val="8D2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7573" name="Freeform 247">
              <a:extLst>
                <a:ext uri="{FF2B5EF4-FFF2-40B4-BE49-F238E27FC236}">
                  <a16:creationId xmlns:a16="http://schemas.microsoft.com/office/drawing/2014/main" id="{CDBD7A14-0CBE-4C8F-BD22-A13470A130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2" y="2024"/>
              <a:ext cx="187" cy="75"/>
            </a:xfrm>
            <a:custGeom>
              <a:avLst/>
              <a:gdLst>
                <a:gd name="T0" fmla="*/ 364 w 134"/>
                <a:gd name="T1" fmla="*/ 104 h 54"/>
                <a:gd name="T2" fmla="*/ 255 w 134"/>
                <a:gd name="T3" fmla="*/ 83 h 54"/>
                <a:gd name="T4" fmla="*/ 179 w 134"/>
                <a:gd name="T5" fmla="*/ 64 h 54"/>
                <a:gd name="T6" fmla="*/ 0 w 134"/>
                <a:gd name="T7" fmla="*/ 0 h 54"/>
                <a:gd name="T8" fmla="*/ 49 w 134"/>
                <a:gd name="T9" fmla="*/ 36 h 54"/>
                <a:gd name="T10" fmla="*/ 98 w 134"/>
                <a:gd name="T11" fmla="*/ 60 h 54"/>
                <a:gd name="T12" fmla="*/ 8 w 134"/>
                <a:gd name="T13" fmla="*/ 94 h 54"/>
                <a:gd name="T14" fmla="*/ 102 w 134"/>
                <a:gd name="T15" fmla="*/ 64 h 54"/>
                <a:gd name="T16" fmla="*/ 193 w 134"/>
                <a:gd name="T17" fmla="*/ 89 h 54"/>
                <a:gd name="T18" fmla="*/ 95 w 134"/>
                <a:gd name="T19" fmla="*/ 144 h 54"/>
                <a:gd name="T20" fmla="*/ 218 w 134"/>
                <a:gd name="T21" fmla="*/ 89 h 54"/>
                <a:gd name="T22" fmla="*/ 343 w 134"/>
                <a:gd name="T23" fmla="*/ 99 h 5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34" h="54">
                  <a:moveTo>
                    <a:pt x="134" y="39"/>
                  </a:moveTo>
                  <a:cubicBezTo>
                    <a:pt x="121" y="35"/>
                    <a:pt x="106" y="36"/>
                    <a:pt x="94" y="31"/>
                  </a:cubicBezTo>
                  <a:cubicBezTo>
                    <a:pt x="84" y="27"/>
                    <a:pt x="76" y="25"/>
                    <a:pt x="66" y="24"/>
                  </a:cubicBezTo>
                  <a:cubicBezTo>
                    <a:pt x="42" y="20"/>
                    <a:pt x="22" y="7"/>
                    <a:pt x="0" y="0"/>
                  </a:cubicBezTo>
                  <a:cubicBezTo>
                    <a:pt x="9" y="2"/>
                    <a:pt x="12" y="9"/>
                    <a:pt x="18" y="14"/>
                  </a:cubicBezTo>
                  <a:cubicBezTo>
                    <a:pt x="23" y="17"/>
                    <a:pt x="31" y="18"/>
                    <a:pt x="36" y="22"/>
                  </a:cubicBezTo>
                  <a:cubicBezTo>
                    <a:pt x="26" y="26"/>
                    <a:pt x="12" y="29"/>
                    <a:pt x="3" y="35"/>
                  </a:cubicBezTo>
                  <a:cubicBezTo>
                    <a:pt x="16" y="34"/>
                    <a:pt x="25" y="27"/>
                    <a:pt x="37" y="24"/>
                  </a:cubicBezTo>
                  <a:cubicBezTo>
                    <a:pt x="49" y="21"/>
                    <a:pt x="61" y="26"/>
                    <a:pt x="71" y="33"/>
                  </a:cubicBezTo>
                  <a:cubicBezTo>
                    <a:pt x="59" y="35"/>
                    <a:pt x="40" y="42"/>
                    <a:pt x="35" y="54"/>
                  </a:cubicBezTo>
                  <a:cubicBezTo>
                    <a:pt x="49" y="53"/>
                    <a:pt x="64" y="35"/>
                    <a:pt x="80" y="33"/>
                  </a:cubicBezTo>
                  <a:cubicBezTo>
                    <a:pt x="94" y="31"/>
                    <a:pt x="111" y="37"/>
                    <a:pt x="126" y="37"/>
                  </a:cubicBezTo>
                </a:path>
              </a:pathLst>
            </a:custGeom>
            <a:solidFill>
              <a:srgbClr val="8D2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7574" name="Freeform 248">
              <a:extLst>
                <a:ext uri="{FF2B5EF4-FFF2-40B4-BE49-F238E27FC236}">
                  <a16:creationId xmlns:a16="http://schemas.microsoft.com/office/drawing/2014/main" id="{D4F7C1E0-44E0-4248-96DC-94D78F218D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5" y="3501"/>
              <a:ext cx="123" cy="97"/>
            </a:xfrm>
            <a:custGeom>
              <a:avLst/>
              <a:gdLst>
                <a:gd name="T0" fmla="*/ 0 w 88"/>
                <a:gd name="T1" fmla="*/ 128 h 69"/>
                <a:gd name="T2" fmla="*/ 63 w 88"/>
                <a:gd name="T3" fmla="*/ 131 h 69"/>
                <a:gd name="T4" fmla="*/ 94 w 88"/>
                <a:gd name="T5" fmla="*/ 87 h 69"/>
                <a:gd name="T6" fmla="*/ 95 w 88"/>
                <a:gd name="T7" fmla="*/ 25 h 69"/>
                <a:gd name="T8" fmla="*/ 129 w 88"/>
                <a:gd name="T9" fmla="*/ 6 h 69"/>
                <a:gd name="T10" fmla="*/ 147 w 88"/>
                <a:gd name="T11" fmla="*/ 20 h 69"/>
                <a:gd name="T12" fmla="*/ 173 w 88"/>
                <a:gd name="T13" fmla="*/ 97 h 69"/>
                <a:gd name="T14" fmla="*/ 240 w 88"/>
                <a:gd name="T15" fmla="*/ 125 h 69"/>
                <a:gd name="T16" fmla="*/ 200 w 88"/>
                <a:gd name="T17" fmla="*/ 162 h 69"/>
                <a:gd name="T18" fmla="*/ 138 w 88"/>
                <a:gd name="T19" fmla="*/ 184 h 69"/>
                <a:gd name="T20" fmla="*/ 70 w 88"/>
                <a:gd name="T21" fmla="*/ 180 h 69"/>
                <a:gd name="T22" fmla="*/ 35 w 88"/>
                <a:gd name="T23" fmla="*/ 162 h 69"/>
                <a:gd name="T24" fmla="*/ 6 w 88"/>
                <a:gd name="T25" fmla="*/ 138 h 6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88" h="69">
                  <a:moveTo>
                    <a:pt x="0" y="46"/>
                  </a:moveTo>
                  <a:cubicBezTo>
                    <a:pt x="5" y="52"/>
                    <a:pt x="17" y="50"/>
                    <a:pt x="23" y="47"/>
                  </a:cubicBezTo>
                  <a:cubicBezTo>
                    <a:pt x="29" y="43"/>
                    <a:pt x="33" y="38"/>
                    <a:pt x="34" y="31"/>
                  </a:cubicBezTo>
                  <a:cubicBezTo>
                    <a:pt x="35" y="25"/>
                    <a:pt x="32" y="15"/>
                    <a:pt x="35" y="9"/>
                  </a:cubicBezTo>
                  <a:cubicBezTo>
                    <a:pt x="37" y="5"/>
                    <a:pt x="42" y="3"/>
                    <a:pt x="47" y="2"/>
                  </a:cubicBezTo>
                  <a:cubicBezTo>
                    <a:pt x="53" y="0"/>
                    <a:pt x="53" y="1"/>
                    <a:pt x="54" y="7"/>
                  </a:cubicBezTo>
                  <a:cubicBezTo>
                    <a:pt x="56" y="17"/>
                    <a:pt x="59" y="27"/>
                    <a:pt x="64" y="35"/>
                  </a:cubicBezTo>
                  <a:cubicBezTo>
                    <a:pt x="70" y="44"/>
                    <a:pt x="78" y="44"/>
                    <a:pt x="88" y="45"/>
                  </a:cubicBezTo>
                  <a:cubicBezTo>
                    <a:pt x="88" y="54"/>
                    <a:pt x="79" y="56"/>
                    <a:pt x="73" y="58"/>
                  </a:cubicBezTo>
                  <a:cubicBezTo>
                    <a:pt x="66" y="62"/>
                    <a:pt x="58" y="64"/>
                    <a:pt x="51" y="66"/>
                  </a:cubicBezTo>
                  <a:cubicBezTo>
                    <a:pt x="43" y="69"/>
                    <a:pt x="34" y="69"/>
                    <a:pt x="26" y="65"/>
                  </a:cubicBezTo>
                  <a:cubicBezTo>
                    <a:pt x="22" y="63"/>
                    <a:pt x="17" y="61"/>
                    <a:pt x="13" y="58"/>
                  </a:cubicBezTo>
                  <a:cubicBezTo>
                    <a:pt x="9" y="55"/>
                    <a:pt x="6" y="51"/>
                    <a:pt x="2" y="50"/>
                  </a:cubicBezTo>
                </a:path>
              </a:pathLst>
            </a:custGeom>
            <a:solidFill>
              <a:srgbClr val="8D2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7575" name="Freeform 249">
              <a:extLst>
                <a:ext uri="{FF2B5EF4-FFF2-40B4-BE49-F238E27FC236}">
                  <a16:creationId xmlns:a16="http://schemas.microsoft.com/office/drawing/2014/main" id="{C6D033B8-B24B-48FF-AF35-49FAEF9B1F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8" y="3482"/>
              <a:ext cx="68" cy="76"/>
            </a:xfrm>
            <a:custGeom>
              <a:avLst/>
              <a:gdLst>
                <a:gd name="T0" fmla="*/ 0 w 49"/>
                <a:gd name="T1" fmla="*/ 8 h 55"/>
                <a:gd name="T2" fmla="*/ 11 w 49"/>
                <a:gd name="T3" fmla="*/ 145 h 55"/>
                <a:gd name="T4" fmla="*/ 94 w 49"/>
                <a:gd name="T5" fmla="*/ 111 h 55"/>
                <a:gd name="T6" fmla="*/ 129 w 49"/>
                <a:gd name="T7" fmla="*/ 84 h 55"/>
                <a:gd name="T8" fmla="*/ 118 w 49"/>
                <a:gd name="T9" fmla="*/ 44 h 55"/>
                <a:gd name="T10" fmla="*/ 104 w 49"/>
                <a:gd name="T11" fmla="*/ 26 h 55"/>
                <a:gd name="T12" fmla="*/ 11 w 49"/>
                <a:gd name="T13" fmla="*/ 0 h 5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9" h="55">
                  <a:moveTo>
                    <a:pt x="0" y="3"/>
                  </a:moveTo>
                  <a:cubicBezTo>
                    <a:pt x="2" y="16"/>
                    <a:pt x="25" y="44"/>
                    <a:pt x="4" y="55"/>
                  </a:cubicBezTo>
                  <a:cubicBezTo>
                    <a:pt x="13" y="48"/>
                    <a:pt x="25" y="47"/>
                    <a:pt x="35" y="42"/>
                  </a:cubicBezTo>
                  <a:cubicBezTo>
                    <a:pt x="40" y="40"/>
                    <a:pt x="48" y="37"/>
                    <a:pt x="48" y="32"/>
                  </a:cubicBezTo>
                  <a:cubicBezTo>
                    <a:pt x="49" y="27"/>
                    <a:pt x="45" y="21"/>
                    <a:pt x="44" y="17"/>
                  </a:cubicBezTo>
                  <a:cubicBezTo>
                    <a:pt x="43" y="12"/>
                    <a:pt x="42" y="11"/>
                    <a:pt x="39" y="10"/>
                  </a:cubicBezTo>
                  <a:cubicBezTo>
                    <a:pt x="28" y="4"/>
                    <a:pt x="15" y="6"/>
                    <a:pt x="4" y="0"/>
                  </a:cubicBezTo>
                </a:path>
              </a:pathLst>
            </a:custGeom>
            <a:solidFill>
              <a:srgbClr val="8D2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7576" name="Freeform 250">
              <a:extLst>
                <a:ext uri="{FF2B5EF4-FFF2-40B4-BE49-F238E27FC236}">
                  <a16:creationId xmlns:a16="http://schemas.microsoft.com/office/drawing/2014/main" id="{EC62CE4B-146D-44C0-958D-6BCE5BC2B4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3" y="3248"/>
              <a:ext cx="215" cy="255"/>
            </a:xfrm>
            <a:custGeom>
              <a:avLst/>
              <a:gdLst>
                <a:gd name="T0" fmla="*/ 39 w 154"/>
                <a:gd name="T1" fmla="*/ 0 h 183"/>
                <a:gd name="T2" fmla="*/ 14 w 154"/>
                <a:gd name="T3" fmla="*/ 33 h 183"/>
                <a:gd name="T4" fmla="*/ 6 w 154"/>
                <a:gd name="T5" fmla="*/ 63 h 183"/>
                <a:gd name="T6" fmla="*/ 21 w 154"/>
                <a:gd name="T7" fmla="*/ 144 h 183"/>
                <a:gd name="T8" fmla="*/ 169 w 154"/>
                <a:gd name="T9" fmla="*/ 242 h 183"/>
                <a:gd name="T10" fmla="*/ 289 w 154"/>
                <a:gd name="T11" fmla="*/ 337 h 183"/>
                <a:gd name="T12" fmla="*/ 398 w 154"/>
                <a:gd name="T13" fmla="*/ 463 h 183"/>
                <a:gd name="T14" fmla="*/ 419 w 154"/>
                <a:gd name="T15" fmla="*/ 495 h 183"/>
                <a:gd name="T16" fmla="*/ 403 w 154"/>
                <a:gd name="T17" fmla="*/ 470 h 183"/>
                <a:gd name="T18" fmla="*/ 350 w 154"/>
                <a:gd name="T19" fmla="*/ 385 h 183"/>
                <a:gd name="T20" fmla="*/ 261 w 154"/>
                <a:gd name="T21" fmla="*/ 287 h 183"/>
                <a:gd name="T22" fmla="*/ 144 w 154"/>
                <a:gd name="T23" fmla="*/ 191 h 183"/>
                <a:gd name="T24" fmla="*/ 66 w 154"/>
                <a:gd name="T25" fmla="*/ 132 h 183"/>
                <a:gd name="T26" fmla="*/ 40 w 154"/>
                <a:gd name="T27" fmla="*/ 78 h 183"/>
                <a:gd name="T28" fmla="*/ 34 w 154"/>
                <a:gd name="T29" fmla="*/ 46 h 183"/>
                <a:gd name="T30" fmla="*/ 43 w 154"/>
                <a:gd name="T31" fmla="*/ 8 h 183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54" h="183">
                  <a:moveTo>
                    <a:pt x="14" y="0"/>
                  </a:moveTo>
                  <a:cubicBezTo>
                    <a:pt x="12" y="5"/>
                    <a:pt x="7" y="7"/>
                    <a:pt x="5" y="12"/>
                  </a:cubicBezTo>
                  <a:cubicBezTo>
                    <a:pt x="3" y="15"/>
                    <a:pt x="3" y="19"/>
                    <a:pt x="2" y="23"/>
                  </a:cubicBezTo>
                  <a:cubicBezTo>
                    <a:pt x="1" y="35"/>
                    <a:pt x="0" y="44"/>
                    <a:pt x="8" y="53"/>
                  </a:cubicBezTo>
                  <a:cubicBezTo>
                    <a:pt x="22" y="70"/>
                    <a:pt x="44" y="80"/>
                    <a:pt x="62" y="90"/>
                  </a:cubicBezTo>
                  <a:cubicBezTo>
                    <a:pt x="78" y="100"/>
                    <a:pt x="93" y="111"/>
                    <a:pt x="106" y="125"/>
                  </a:cubicBezTo>
                  <a:cubicBezTo>
                    <a:pt x="120" y="139"/>
                    <a:pt x="136" y="153"/>
                    <a:pt x="146" y="171"/>
                  </a:cubicBezTo>
                  <a:cubicBezTo>
                    <a:pt x="149" y="175"/>
                    <a:pt x="151" y="179"/>
                    <a:pt x="154" y="183"/>
                  </a:cubicBezTo>
                  <a:cubicBezTo>
                    <a:pt x="153" y="179"/>
                    <a:pt x="150" y="177"/>
                    <a:pt x="148" y="174"/>
                  </a:cubicBezTo>
                  <a:cubicBezTo>
                    <a:pt x="142" y="163"/>
                    <a:pt x="137" y="152"/>
                    <a:pt x="129" y="142"/>
                  </a:cubicBezTo>
                  <a:cubicBezTo>
                    <a:pt x="119" y="129"/>
                    <a:pt x="108" y="118"/>
                    <a:pt x="96" y="106"/>
                  </a:cubicBezTo>
                  <a:cubicBezTo>
                    <a:pt x="83" y="93"/>
                    <a:pt x="68" y="80"/>
                    <a:pt x="53" y="70"/>
                  </a:cubicBezTo>
                  <a:cubicBezTo>
                    <a:pt x="43" y="64"/>
                    <a:pt x="31" y="59"/>
                    <a:pt x="24" y="49"/>
                  </a:cubicBezTo>
                  <a:cubicBezTo>
                    <a:pt x="20" y="43"/>
                    <a:pt x="17" y="36"/>
                    <a:pt x="15" y="29"/>
                  </a:cubicBezTo>
                  <a:cubicBezTo>
                    <a:pt x="14" y="25"/>
                    <a:pt x="12" y="21"/>
                    <a:pt x="12" y="17"/>
                  </a:cubicBezTo>
                  <a:cubicBezTo>
                    <a:pt x="11" y="11"/>
                    <a:pt x="13" y="8"/>
                    <a:pt x="16" y="3"/>
                  </a:cubicBezTo>
                </a:path>
              </a:pathLst>
            </a:custGeom>
            <a:solidFill>
              <a:srgbClr val="7816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7577" name="Freeform 251">
              <a:extLst>
                <a:ext uri="{FF2B5EF4-FFF2-40B4-BE49-F238E27FC236}">
                  <a16:creationId xmlns:a16="http://schemas.microsoft.com/office/drawing/2014/main" id="{DFFB9C22-6051-4D56-89E9-EEF4D1E9FA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2" y="3408"/>
              <a:ext cx="64" cy="152"/>
            </a:xfrm>
            <a:custGeom>
              <a:avLst/>
              <a:gdLst>
                <a:gd name="T0" fmla="*/ 115 w 46"/>
                <a:gd name="T1" fmla="*/ 287 h 109"/>
                <a:gd name="T2" fmla="*/ 78 w 46"/>
                <a:gd name="T3" fmla="*/ 280 h 109"/>
                <a:gd name="T4" fmla="*/ 56 w 46"/>
                <a:gd name="T5" fmla="*/ 247 h 109"/>
                <a:gd name="T6" fmla="*/ 25 w 46"/>
                <a:gd name="T7" fmla="*/ 159 h 109"/>
                <a:gd name="T8" fmla="*/ 6 w 46"/>
                <a:gd name="T9" fmla="*/ 70 h 109"/>
                <a:gd name="T10" fmla="*/ 0 w 46"/>
                <a:gd name="T11" fmla="*/ 0 h 109"/>
                <a:gd name="T12" fmla="*/ 15 w 46"/>
                <a:gd name="T13" fmla="*/ 68 h 109"/>
                <a:gd name="T14" fmla="*/ 29 w 46"/>
                <a:gd name="T15" fmla="*/ 130 h 109"/>
                <a:gd name="T16" fmla="*/ 64 w 46"/>
                <a:gd name="T17" fmla="*/ 213 h 109"/>
                <a:gd name="T18" fmla="*/ 89 w 46"/>
                <a:gd name="T19" fmla="*/ 262 h 109"/>
                <a:gd name="T20" fmla="*/ 110 w 46"/>
                <a:gd name="T21" fmla="*/ 276 h 109"/>
                <a:gd name="T22" fmla="*/ 122 w 46"/>
                <a:gd name="T23" fmla="*/ 282 h 10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6" h="109">
                  <a:moveTo>
                    <a:pt x="43" y="106"/>
                  </a:moveTo>
                  <a:cubicBezTo>
                    <a:pt x="43" y="109"/>
                    <a:pt x="31" y="105"/>
                    <a:pt x="29" y="103"/>
                  </a:cubicBezTo>
                  <a:cubicBezTo>
                    <a:pt x="25" y="100"/>
                    <a:pt x="22" y="95"/>
                    <a:pt x="21" y="91"/>
                  </a:cubicBezTo>
                  <a:cubicBezTo>
                    <a:pt x="17" y="80"/>
                    <a:pt x="12" y="70"/>
                    <a:pt x="9" y="59"/>
                  </a:cubicBezTo>
                  <a:cubicBezTo>
                    <a:pt x="6" y="48"/>
                    <a:pt x="3" y="37"/>
                    <a:pt x="2" y="26"/>
                  </a:cubicBezTo>
                  <a:cubicBezTo>
                    <a:pt x="1" y="18"/>
                    <a:pt x="2" y="8"/>
                    <a:pt x="0" y="0"/>
                  </a:cubicBezTo>
                  <a:cubicBezTo>
                    <a:pt x="4" y="7"/>
                    <a:pt x="4" y="17"/>
                    <a:pt x="6" y="25"/>
                  </a:cubicBezTo>
                  <a:cubicBezTo>
                    <a:pt x="8" y="33"/>
                    <a:pt x="9" y="40"/>
                    <a:pt x="11" y="48"/>
                  </a:cubicBezTo>
                  <a:cubicBezTo>
                    <a:pt x="15" y="59"/>
                    <a:pt x="19" y="69"/>
                    <a:pt x="24" y="79"/>
                  </a:cubicBezTo>
                  <a:cubicBezTo>
                    <a:pt x="26" y="85"/>
                    <a:pt x="29" y="92"/>
                    <a:pt x="33" y="97"/>
                  </a:cubicBezTo>
                  <a:cubicBezTo>
                    <a:pt x="35" y="100"/>
                    <a:pt x="38" y="100"/>
                    <a:pt x="41" y="102"/>
                  </a:cubicBezTo>
                  <a:cubicBezTo>
                    <a:pt x="42" y="102"/>
                    <a:pt x="46" y="104"/>
                    <a:pt x="45" y="104"/>
                  </a:cubicBezTo>
                </a:path>
              </a:pathLst>
            </a:custGeom>
            <a:solidFill>
              <a:srgbClr val="7816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7578" name="Freeform 252">
              <a:extLst>
                <a:ext uri="{FF2B5EF4-FFF2-40B4-BE49-F238E27FC236}">
                  <a16:creationId xmlns:a16="http://schemas.microsoft.com/office/drawing/2014/main" id="{4E4FB967-CD78-4700-BE81-1D27871129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6" y="3461"/>
              <a:ext cx="64" cy="38"/>
            </a:xfrm>
            <a:custGeom>
              <a:avLst/>
              <a:gdLst>
                <a:gd name="T0" fmla="*/ 124 w 46"/>
                <a:gd name="T1" fmla="*/ 63 h 27"/>
                <a:gd name="T2" fmla="*/ 46 w 46"/>
                <a:gd name="T3" fmla="*/ 59 h 27"/>
                <a:gd name="T4" fmla="*/ 6 w 46"/>
                <a:gd name="T5" fmla="*/ 0 h 27"/>
                <a:gd name="T6" fmla="*/ 63 w 46"/>
                <a:gd name="T7" fmla="*/ 49 h 27"/>
                <a:gd name="T8" fmla="*/ 115 w 46"/>
                <a:gd name="T9" fmla="*/ 63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6" h="27">
                  <a:moveTo>
                    <a:pt x="46" y="23"/>
                  </a:moveTo>
                  <a:cubicBezTo>
                    <a:pt x="36" y="23"/>
                    <a:pt x="27" y="27"/>
                    <a:pt x="17" y="21"/>
                  </a:cubicBezTo>
                  <a:cubicBezTo>
                    <a:pt x="10" y="17"/>
                    <a:pt x="0" y="8"/>
                    <a:pt x="2" y="0"/>
                  </a:cubicBezTo>
                  <a:cubicBezTo>
                    <a:pt x="7" y="8"/>
                    <a:pt x="14" y="16"/>
                    <a:pt x="23" y="18"/>
                  </a:cubicBezTo>
                  <a:cubicBezTo>
                    <a:pt x="29" y="21"/>
                    <a:pt x="38" y="22"/>
                    <a:pt x="43" y="23"/>
                  </a:cubicBezTo>
                </a:path>
              </a:pathLst>
            </a:custGeom>
            <a:solidFill>
              <a:srgbClr val="7816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7579" name="Freeform 253">
              <a:extLst>
                <a:ext uri="{FF2B5EF4-FFF2-40B4-BE49-F238E27FC236}">
                  <a16:creationId xmlns:a16="http://schemas.microsoft.com/office/drawing/2014/main" id="{8B31E1BD-94AF-4128-B04D-620DC953C5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1" y="3444"/>
              <a:ext cx="11" cy="16"/>
            </a:xfrm>
            <a:custGeom>
              <a:avLst/>
              <a:gdLst>
                <a:gd name="T0" fmla="*/ 8 w 8"/>
                <a:gd name="T1" fmla="*/ 0 h 11"/>
                <a:gd name="T2" fmla="*/ 21 w 8"/>
                <a:gd name="T3" fmla="*/ 33 h 11"/>
                <a:gd name="T4" fmla="*/ 8 w 8"/>
                <a:gd name="T5" fmla="*/ 28 h 11"/>
                <a:gd name="T6" fmla="*/ 1 w 8"/>
                <a:gd name="T7" fmla="*/ 6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11">
                  <a:moveTo>
                    <a:pt x="3" y="0"/>
                  </a:moveTo>
                  <a:cubicBezTo>
                    <a:pt x="1" y="4"/>
                    <a:pt x="3" y="9"/>
                    <a:pt x="8" y="11"/>
                  </a:cubicBezTo>
                  <a:cubicBezTo>
                    <a:pt x="7" y="11"/>
                    <a:pt x="4" y="10"/>
                    <a:pt x="3" y="9"/>
                  </a:cubicBezTo>
                  <a:cubicBezTo>
                    <a:pt x="0" y="8"/>
                    <a:pt x="1" y="5"/>
                    <a:pt x="1" y="2"/>
                  </a:cubicBezTo>
                </a:path>
              </a:pathLst>
            </a:custGeom>
            <a:solidFill>
              <a:srgbClr val="992A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7580" name="Freeform 254">
              <a:extLst>
                <a:ext uri="{FF2B5EF4-FFF2-40B4-BE49-F238E27FC236}">
                  <a16:creationId xmlns:a16="http://schemas.microsoft.com/office/drawing/2014/main" id="{4A935FFB-775E-4B94-BD00-3DC2B3D186A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2" y="3402"/>
              <a:ext cx="9" cy="17"/>
            </a:xfrm>
            <a:custGeom>
              <a:avLst/>
              <a:gdLst>
                <a:gd name="T0" fmla="*/ 18 w 6"/>
                <a:gd name="T1" fmla="*/ 0 h 12"/>
                <a:gd name="T2" fmla="*/ 21 w 6"/>
                <a:gd name="T3" fmla="*/ 34 h 12"/>
                <a:gd name="T4" fmla="*/ 8 w 6"/>
                <a:gd name="T5" fmla="*/ 28 h 12"/>
                <a:gd name="T6" fmla="*/ 5 w 6"/>
                <a:gd name="T7" fmla="*/ 6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12">
                  <a:moveTo>
                    <a:pt x="5" y="0"/>
                  </a:moveTo>
                  <a:cubicBezTo>
                    <a:pt x="1" y="2"/>
                    <a:pt x="1" y="11"/>
                    <a:pt x="6" y="12"/>
                  </a:cubicBezTo>
                  <a:cubicBezTo>
                    <a:pt x="5" y="11"/>
                    <a:pt x="3" y="11"/>
                    <a:pt x="2" y="10"/>
                  </a:cubicBezTo>
                  <a:cubicBezTo>
                    <a:pt x="0" y="7"/>
                    <a:pt x="0" y="5"/>
                    <a:pt x="1" y="2"/>
                  </a:cubicBezTo>
                </a:path>
              </a:pathLst>
            </a:custGeom>
            <a:solidFill>
              <a:srgbClr val="992A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7581" name="Freeform 255">
              <a:extLst>
                <a:ext uri="{FF2B5EF4-FFF2-40B4-BE49-F238E27FC236}">
                  <a16:creationId xmlns:a16="http://schemas.microsoft.com/office/drawing/2014/main" id="{2D88B707-47DB-48ED-82C3-968DB9FEEE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4" y="3387"/>
              <a:ext cx="7" cy="11"/>
            </a:xfrm>
            <a:custGeom>
              <a:avLst/>
              <a:gdLst>
                <a:gd name="T0" fmla="*/ 11 w 5"/>
                <a:gd name="T1" fmla="*/ 0 h 8"/>
                <a:gd name="T2" fmla="*/ 14 w 5"/>
                <a:gd name="T3" fmla="*/ 21 h 8"/>
                <a:gd name="T4" fmla="*/ 1 w 5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8">
                  <a:moveTo>
                    <a:pt x="4" y="0"/>
                  </a:moveTo>
                  <a:cubicBezTo>
                    <a:pt x="1" y="1"/>
                    <a:pt x="2" y="7"/>
                    <a:pt x="5" y="8"/>
                  </a:cubicBezTo>
                  <a:cubicBezTo>
                    <a:pt x="1" y="7"/>
                    <a:pt x="0" y="4"/>
                    <a:pt x="1" y="0"/>
                  </a:cubicBezTo>
                </a:path>
              </a:pathLst>
            </a:custGeom>
            <a:solidFill>
              <a:srgbClr val="992A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7582" name="Freeform 256">
              <a:extLst>
                <a:ext uri="{FF2B5EF4-FFF2-40B4-BE49-F238E27FC236}">
                  <a16:creationId xmlns:a16="http://schemas.microsoft.com/office/drawing/2014/main" id="{61A80468-9A5E-4BF9-BBFF-155976B4EFD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6" y="3358"/>
              <a:ext cx="5" cy="9"/>
            </a:xfrm>
            <a:custGeom>
              <a:avLst/>
              <a:gdLst>
                <a:gd name="T0" fmla="*/ 5 w 4"/>
                <a:gd name="T1" fmla="*/ 0 h 7"/>
                <a:gd name="T2" fmla="*/ 8 w 4"/>
                <a:gd name="T3" fmla="*/ 15 h 7"/>
                <a:gd name="T4" fmla="*/ 0 w 4"/>
                <a:gd name="T5" fmla="*/ 1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7">
                  <a:moveTo>
                    <a:pt x="2" y="0"/>
                  </a:moveTo>
                  <a:cubicBezTo>
                    <a:pt x="0" y="2"/>
                    <a:pt x="1" y="6"/>
                    <a:pt x="4" y="7"/>
                  </a:cubicBezTo>
                  <a:cubicBezTo>
                    <a:pt x="1" y="7"/>
                    <a:pt x="0" y="4"/>
                    <a:pt x="0" y="1"/>
                  </a:cubicBezTo>
                </a:path>
              </a:pathLst>
            </a:custGeom>
            <a:solidFill>
              <a:srgbClr val="992A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7583" name="Freeform 257">
              <a:extLst>
                <a:ext uri="{FF2B5EF4-FFF2-40B4-BE49-F238E27FC236}">
                  <a16:creationId xmlns:a16="http://schemas.microsoft.com/office/drawing/2014/main" id="{A4889188-0D69-4523-BF3D-0A3F934FE17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7" y="3347"/>
              <a:ext cx="7" cy="9"/>
            </a:xfrm>
            <a:custGeom>
              <a:avLst/>
              <a:gdLst>
                <a:gd name="T0" fmla="*/ 8 w 5"/>
                <a:gd name="T1" fmla="*/ 0 h 7"/>
                <a:gd name="T2" fmla="*/ 14 w 5"/>
                <a:gd name="T3" fmla="*/ 15 h 7"/>
                <a:gd name="T4" fmla="*/ 6 w 5"/>
                <a:gd name="T5" fmla="*/ 1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7">
                  <a:moveTo>
                    <a:pt x="3" y="0"/>
                  </a:moveTo>
                  <a:cubicBezTo>
                    <a:pt x="1" y="1"/>
                    <a:pt x="3" y="6"/>
                    <a:pt x="5" y="7"/>
                  </a:cubicBezTo>
                  <a:cubicBezTo>
                    <a:pt x="2" y="6"/>
                    <a:pt x="0" y="4"/>
                    <a:pt x="2" y="1"/>
                  </a:cubicBezTo>
                </a:path>
              </a:pathLst>
            </a:custGeom>
            <a:solidFill>
              <a:srgbClr val="992A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7584" name="Freeform 258">
              <a:extLst>
                <a:ext uri="{FF2B5EF4-FFF2-40B4-BE49-F238E27FC236}">
                  <a16:creationId xmlns:a16="http://schemas.microsoft.com/office/drawing/2014/main" id="{6D27BA7A-5D34-4748-85E0-6F84F73477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9" y="3409"/>
              <a:ext cx="8" cy="16"/>
            </a:xfrm>
            <a:custGeom>
              <a:avLst/>
              <a:gdLst>
                <a:gd name="T0" fmla="*/ 0 w 6"/>
                <a:gd name="T1" fmla="*/ 0 h 11"/>
                <a:gd name="T2" fmla="*/ 9 w 6"/>
                <a:gd name="T3" fmla="*/ 15 h 11"/>
                <a:gd name="T4" fmla="*/ 1 w 6"/>
                <a:gd name="T5" fmla="*/ 33 h 11"/>
                <a:gd name="T6" fmla="*/ 9 w 6"/>
                <a:gd name="T7" fmla="*/ 25 h 11"/>
                <a:gd name="T8" fmla="*/ 5 w 6"/>
                <a:gd name="T9" fmla="*/ 1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11">
                  <a:moveTo>
                    <a:pt x="0" y="0"/>
                  </a:moveTo>
                  <a:cubicBezTo>
                    <a:pt x="1" y="2"/>
                    <a:pt x="3" y="3"/>
                    <a:pt x="4" y="5"/>
                  </a:cubicBezTo>
                  <a:cubicBezTo>
                    <a:pt x="4" y="8"/>
                    <a:pt x="3" y="10"/>
                    <a:pt x="1" y="11"/>
                  </a:cubicBezTo>
                  <a:cubicBezTo>
                    <a:pt x="2" y="10"/>
                    <a:pt x="3" y="10"/>
                    <a:pt x="4" y="8"/>
                  </a:cubicBezTo>
                  <a:cubicBezTo>
                    <a:pt x="6" y="6"/>
                    <a:pt x="5" y="2"/>
                    <a:pt x="2" y="1"/>
                  </a:cubicBezTo>
                </a:path>
              </a:pathLst>
            </a:custGeom>
            <a:solidFill>
              <a:srgbClr val="992A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7585" name="Freeform 259">
              <a:extLst>
                <a:ext uri="{FF2B5EF4-FFF2-40B4-BE49-F238E27FC236}">
                  <a16:creationId xmlns:a16="http://schemas.microsoft.com/office/drawing/2014/main" id="{09EC39D5-81EE-43EB-8FCC-A212EFE3F3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0" y="3384"/>
              <a:ext cx="7" cy="13"/>
            </a:xfrm>
            <a:custGeom>
              <a:avLst/>
              <a:gdLst>
                <a:gd name="T0" fmla="*/ 0 w 5"/>
                <a:gd name="T1" fmla="*/ 0 h 9"/>
                <a:gd name="T2" fmla="*/ 8 w 5"/>
                <a:gd name="T3" fmla="*/ 27 h 9"/>
                <a:gd name="T4" fmla="*/ 14 w 5"/>
                <a:gd name="T5" fmla="*/ 19 h 9"/>
                <a:gd name="T6" fmla="*/ 1 w 5"/>
                <a:gd name="T7" fmla="*/ 1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9">
                  <a:moveTo>
                    <a:pt x="0" y="0"/>
                  </a:moveTo>
                  <a:cubicBezTo>
                    <a:pt x="3" y="2"/>
                    <a:pt x="2" y="6"/>
                    <a:pt x="3" y="9"/>
                  </a:cubicBezTo>
                  <a:cubicBezTo>
                    <a:pt x="3" y="8"/>
                    <a:pt x="5" y="7"/>
                    <a:pt x="5" y="6"/>
                  </a:cubicBezTo>
                  <a:cubicBezTo>
                    <a:pt x="5" y="4"/>
                    <a:pt x="3" y="0"/>
                    <a:pt x="1" y="1"/>
                  </a:cubicBezTo>
                </a:path>
              </a:pathLst>
            </a:custGeom>
            <a:solidFill>
              <a:srgbClr val="992A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7586" name="Freeform 260">
              <a:extLst>
                <a:ext uri="{FF2B5EF4-FFF2-40B4-BE49-F238E27FC236}">
                  <a16:creationId xmlns:a16="http://schemas.microsoft.com/office/drawing/2014/main" id="{EE813C28-67F4-4B50-87C5-DE61767145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6" y="3388"/>
              <a:ext cx="14" cy="12"/>
            </a:xfrm>
            <a:custGeom>
              <a:avLst/>
              <a:gdLst>
                <a:gd name="T0" fmla="*/ 14 w 10"/>
                <a:gd name="T1" fmla="*/ 0 h 8"/>
                <a:gd name="T2" fmla="*/ 11 w 10"/>
                <a:gd name="T3" fmla="*/ 14 h 8"/>
                <a:gd name="T4" fmla="*/ 28 w 10"/>
                <a:gd name="T5" fmla="*/ 27 h 8"/>
                <a:gd name="T6" fmla="*/ 11 w 10"/>
                <a:gd name="T7" fmla="*/ 27 h 8"/>
                <a:gd name="T8" fmla="*/ 1 w 10"/>
                <a:gd name="T9" fmla="*/ 21 h 8"/>
                <a:gd name="T10" fmla="*/ 6 w 10"/>
                <a:gd name="T11" fmla="*/ 5 h 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" h="8">
                  <a:moveTo>
                    <a:pt x="5" y="0"/>
                  </a:moveTo>
                  <a:cubicBezTo>
                    <a:pt x="4" y="0"/>
                    <a:pt x="3" y="3"/>
                    <a:pt x="4" y="4"/>
                  </a:cubicBezTo>
                  <a:cubicBezTo>
                    <a:pt x="4" y="7"/>
                    <a:pt x="7" y="8"/>
                    <a:pt x="10" y="8"/>
                  </a:cubicBezTo>
                  <a:cubicBezTo>
                    <a:pt x="8" y="7"/>
                    <a:pt x="6" y="8"/>
                    <a:pt x="4" y="8"/>
                  </a:cubicBezTo>
                  <a:cubicBezTo>
                    <a:pt x="2" y="7"/>
                    <a:pt x="2" y="8"/>
                    <a:pt x="1" y="6"/>
                  </a:cubicBezTo>
                  <a:cubicBezTo>
                    <a:pt x="0" y="5"/>
                    <a:pt x="1" y="2"/>
                    <a:pt x="2" y="1"/>
                  </a:cubicBezTo>
                </a:path>
              </a:pathLst>
            </a:custGeom>
            <a:solidFill>
              <a:srgbClr val="992A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7587" name="Freeform 261">
              <a:extLst>
                <a:ext uri="{FF2B5EF4-FFF2-40B4-BE49-F238E27FC236}">
                  <a16:creationId xmlns:a16="http://schemas.microsoft.com/office/drawing/2014/main" id="{D2453B4A-0E94-420D-AFC0-AD282DB934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6" y="3405"/>
              <a:ext cx="11" cy="15"/>
            </a:xfrm>
            <a:custGeom>
              <a:avLst/>
              <a:gdLst>
                <a:gd name="T0" fmla="*/ 21 w 8"/>
                <a:gd name="T1" fmla="*/ 0 h 11"/>
                <a:gd name="T2" fmla="*/ 21 w 8"/>
                <a:gd name="T3" fmla="*/ 1 h 11"/>
                <a:gd name="T4" fmla="*/ 21 w 8"/>
                <a:gd name="T5" fmla="*/ 27 h 11"/>
                <a:gd name="T6" fmla="*/ 8 w 8"/>
                <a:gd name="T7" fmla="*/ 1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11">
                  <a:moveTo>
                    <a:pt x="8" y="0"/>
                  </a:moveTo>
                  <a:cubicBezTo>
                    <a:pt x="8" y="1"/>
                    <a:pt x="8" y="1"/>
                    <a:pt x="8" y="1"/>
                  </a:cubicBezTo>
                  <a:cubicBezTo>
                    <a:pt x="3" y="0"/>
                    <a:pt x="4" y="9"/>
                    <a:pt x="8" y="11"/>
                  </a:cubicBezTo>
                  <a:cubicBezTo>
                    <a:pt x="4" y="10"/>
                    <a:pt x="0" y="5"/>
                    <a:pt x="3" y="1"/>
                  </a:cubicBezTo>
                </a:path>
              </a:pathLst>
            </a:custGeom>
            <a:solidFill>
              <a:srgbClr val="992A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7588" name="Freeform 262">
              <a:extLst>
                <a:ext uri="{FF2B5EF4-FFF2-40B4-BE49-F238E27FC236}">
                  <a16:creationId xmlns:a16="http://schemas.microsoft.com/office/drawing/2014/main" id="{63734D04-A822-4505-A77A-0F4A1A2425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3" y="3443"/>
              <a:ext cx="16" cy="22"/>
            </a:xfrm>
            <a:custGeom>
              <a:avLst/>
              <a:gdLst>
                <a:gd name="T0" fmla="*/ 16 w 12"/>
                <a:gd name="T1" fmla="*/ 0 h 16"/>
                <a:gd name="T2" fmla="*/ 28 w 12"/>
                <a:gd name="T3" fmla="*/ 26 h 16"/>
                <a:gd name="T4" fmla="*/ 5 w 12"/>
                <a:gd name="T5" fmla="*/ 6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6">
                  <a:moveTo>
                    <a:pt x="7" y="0"/>
                  </a:moveTo>
                  <a:cubicBezTo>
                    <a:pt x="6" y="4"/>
                    <a:pt x="6" y="10"/>
                    <a:pt x="12" y="10"/>
                  </a:cubicBezTo>
                  <a:cubicBezTo>
                    <a:pt x="9" y="16"/>
                    <a:pt x="0" y="7"/>
                    <a:pt x="2" y="2"/>
                  </a:cubicBezTo>
                </a:path>
              </a:pathLst>
            </a:custGeom>
            <a:solidFill>
              <a:srgbClr val="992A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</p:grpSp>
      <p:grpSp>
        <p:nvGrpSpPr>
          <p:cNvPr id="57347" name="fatigued-woman-sitting-in-chair">
            <a:extLst>
              <a:ext uri="{FF2B5EF4-FFF2-40B4-BE49-F238E27FC236}">
                <a16:creationId xmlns:a16="http://schemas.microsoft.com/office/drawing/2014/main" id="{BE299BAD-4D38-4DF6-8D64-5F2DD6B6FD45}"/>
              </a:ext>
            </a:extLst>
          </p:cNvPr>
          <p:cNvGrpSpPr>
            <a:grpSpLocks/>
          </p:cNvGrpSpPr>
          <p:nvPr/>
        </p:nvGrpSpPr>
        <p:grpSpPr bwMode="auto">
          <a:xfrm>
            <a:off x="6475413" y="2360613"/>
            <a:ext cx="2667000" cy="2311400"/>
            <a:chOff x="3119" y="1487"/>
            <a:chExt cx="1680" cy="1456"/>
          </a:xfrm>
        </p:grpSpPr>
        <p:sp>
          <p:nvSpPr>
            <p:cNvPr id="57348" name="Rectangle 264">
              <a:extLst>
                <a:ext uri="{FF2B5EF4-FFF2-40B4-BE49-F238E27FC236}">
                  <a16:creationId xmlns:a16="http://schemas.microsoft.com/office/drawing/2014/main" id="{5449609F-8E87-42FC-9FF7-532330D6D8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22" y="1490"/>
              <a:ext cx="1674" cy="1449"/>
            </a:xfrm>
            <a:prstGeom prst="rect">
              <a:avLst/>
            </a:prstGeom>
            <a:solidFill>
              <a:srgbClr val="7DAD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7349" name="Rectangle 265">
              <a:extLst>
                <a:ext uri="{FF2B5EF4-FFF2-40B4-BE49-F238E27FC236}">
                  <a16:creationId xmlns:a16="http://schemas.microsoft.com/office/drawing/2014/main" id="{C95554D3-9887-4AD9-83A0-8ECC931EBF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22" y="1490"/>
              <a:ext cx="1674" cy="144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7350" name="Freeform 266">
              <a:extLst>
                <a:ext uri="{FF2B5EF4-FFF2-40B4-BE49-F238E27FC236}">
                  <a16:creationId xmlns:a16="http://schemas.microsoft.com/office/drawing/2014/main" id="{F13A3A21-EEBB-4DCB-96A9-4BA4B9CB12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0" y="1811"/>
              <a:ext cx="984" cy="1128"/>
            </a:xfrm>
            <a:custGeom>
              <a:avLst/>
              <a:gdLst>
                <a:gd name="T0" fmla="*/ 0 w 984"/>
                <a:gd name="T1" fmla="*/ 789 h 1128"/>
                <a:gd name="T2" fmla="*/ 36 w 984"/>
                <a:gd name="T3" fmla="*/ 1128 h 1128"/>
                <a:gd name="T4" fmla="*/ 984 w 984"/>
                <a:gd name="T5" fmla="*/ 1128 h 1128"/>
                <a:gd name="T6" fmla="*/ 984 w 984"/>
                <a:gd name="T7" fmla="*/ 26 h 1128"/>
                <a:gd name="T8" fmla="*/ 5 w 984"/>
                <a:gd name="T9" fmla="*/ 0 h 1128"/>
                <a:gd name="T10" fmla="*/ 0 w 984"/>
                <a:gd name="T11" fmla="*/ 789 h 11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84" h="1128">
                  <a:moveTo>
                    <a:pt x="0" y="789"/>
                  </a:moveTo>
                  <a:lnTo>
                    <a:pt x="36" y="1128"/>
                  </a:lnTo>
                  <a:lnTo>
                    <a:pt x="984" y="1128"/>
                  </a:lnTo>
                  <a:lnTo>
                    <a:pt x="984" y="26"/>
                  </a:lnTo>
                  <a:lnTo>
                    <a:pt x="5" y="0"/>
                  </a:lnTo>
                  <a:lnTo>
                    <a:pt x="0" y="789"/>
                  </a:lnTo>
                  <a:close/>
                </a:path>
              </a:pathLst>
            </a:custGeom>
            <a:solidFill>
              <a:srgbClr val="C18B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7351" name="Freeform 267">
              <a:extLst>
                <a:ext uri="{FF2B5EF4-FFF2-40B4-BE49-F238E27FC236}">
                  <a16:creationId xmlns:a16="http://schemas.microsoft.com/office/drawing/2014/main" id="{126EF9B0-EACB-4B00-B652-CE3CF1424B5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0" y="1811"/>
              <a:ext cx="984" cy="1128"/>
            </a:xfrm>
            <a:custGeom>
              <a:avLst/>
              <a:gdLst>
                <a:gd name="T0" fmla="*/ 0 w 984"/>
                <a:gd name="T1" fmla="*/ 789 h 1128"/>
                <a:gd name="T2" fmla="*/ 36 w 984"/>
                <a:gd name="T3" fmla="*/ 1128 h 1128"/>
                <a:gd name="T4" fmla="*/ 984 w 984"/>
                <a:gd name="T5" fmla="*/ 1128 h 1128"/>
                <a:gd name="T6" fmla="*/ 984 w 984"/>
                <a:gd name="T7" fmla="*/ 26 h 1128"/>
                <a:gd name="T8" fmla="*/ 5 w 984"/>
                <a:gd name="T9" fmla="*/ 0 h 1128"/>
                <a:gd name="T10" fmla="*/ 0 w 984"/>
                <a:gd name="T11" fmla="*/ 789 h 11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84" h="1128">
                  <a:moveTo>
                    <a:pt x="0" y="789"/>
                  </a:moveTo>
                  <a:lnTo>
                    <a:pt x="36" y="1128"/>
                  </a:lnTo>
                  <a:lnTo>
                    <a:pt x="984" y="1128"/>
                  </a:lnTo>
                  <a:lnTo>
                    <a:pt x="984" y="26"/>
                  </a:lnTo>
                  <a:lnTo>
                    <a:pt x="5" y="0"/>
                  </a:lnTo>
                  <a:lnTo>
                    <a:pt x="0" y="789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7352" name="Freeform 268">
              <a:extLst>
                <a:ext uri="{FF2B5EF4-FFF2-40B4-BE49-F238E27FC236}">
                  <a16:creationId xmlns:a16="http://schemas.microsoft.com/office/drawing/2014/main" id="{11B3C61C-B4A1-4264-BCA7-19BF7A0740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7" y="1807"/>
              <a:ext cx="990" cy="1135"/>
            </a:xfrm>
            <a:custGeom>
              <a:avLst/>
              <a:gdLst>
                <a:gd name="T0" fmla="*/ 3 w 990"/>
                <a:gd name="T1" fmla="*/ 793 h 1135"/>
                <a:gd name="T2" fmla="*/ 0 w 990"/>
                <a:gd name="T3" fmla="*/ 793 h 1135"/>
                <a:gd name="T4" fmla="*/ 36 w 990"/>
                <a:gd name="T5" fmla="*/ 1135 h 1135"/>
                <a:gd name="T6" fmla="*/ 990 w 990"/>
                <a:gd name="T7" fmla="*/ 1135 h 1135"/>
                <a:gd name="T8" fmla="*/ 990 w 990"/>
                <a:gd name="T9" fmla="*/ 27 h 1135"/>
                <a:gd name="T10" fmla="*/ 5 w 990"/>
                <a:gd name="T11" fmla="*/ 0 h 1135"/>
                <a:gd name="T12" fmla="*/ 0 w 990"/>
                <a:gd name="T13" fmla="*/ 793 h 1135"/>
                <a:gd name="T14" fmla="*/ 0 w 990"/>
                <a:gd name="T15" fmla="*/ 793 h 1135"/>
                <a:gd name="T16" fmla="*/ 3 w 990"/>
                <a:gd name="T17" fmla="*/ 793 h 1135"/>
                <a:gd name="T18" fmla="*/ 6 w 990"/>
                <a:gd name="T19" fmla="*/ 793 h 1135"/>
                <a:gd name="T20" fmla="*/ 11 w 990"/>
                <a:gd name="T21" fmla="*/ 7 h 1135"/>
                <a:gd name="T22" fmla="*/ 984 w 990"/>
                <a:gd name="T23" fmla="*/ 33 h 1135"/>
                <a:gd name="T24" fmla="*/ 984 w 990"/>
                <a:gd name="T25" fmla="*/ 1129 h 1135"/>
                <a:gd name="T26" fmla="*/ 41 w 990"/>
                <a:gd name="T27" fmla="*/ 1129 h 1135"/>
                <a:gd name="T28" fmla="*/ 6 w 990"/>
                <a:gd name="T29" fmla="*/ 793 h 1135"/>
                <a:gd name="T30" fmla="*/ 3 w 990"/>
                <a:gd name="T31" fmla="*/ 793 h 1135"/>
                <a:gd name="T32" fmla="*/ 6 w 990"/>
                <a:gd name="T33" fmla="*/ 793 h 1135"/>
                <a:gd name="T34" fmla="*/ 3 w 990"/>
                <a:gd name="T35" fmla="*/ 793 h 113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990" h="1135">
                  <a:moveTo>
                    <a:pt x="3" y="793"/>
                  </a:moveTo>
                  <a:lnTo>
                    <a:pt x="0" y="793"/>
                  </a:lnTo>
                  <a:lnTo>
                    <a:pt x="36" y="1135"/>
                  </a:lnTo>
                  <a:lnTo>
                    <a:pt x="990" y="1135"/>
                  </a:lnTo>
                  <a:lnTo>
                    <a:pt x="990" y="27"/>
                  </a:lnTo>
                  <a:lnTo>
                    <a:pt x="5" y="0"/>
                  </a:lnTo>
                  <a:lnTo>
                    <a:pt x="0" y="793"/>
                  </a:lnTo>
                  <a:lnTo>
                    <a:pt x="3" y="793"/>
                  </a:lnTo>
                  <a:lnTo>
                    <a:pt x="6" y="793"/>
                  </a:lnTo>
                  <a:lnTo>
                    <a:pt x="11" y="7"/>
                  </a:lnTo>
                  <a:lnTo>
                    <a:pt x="984" y="33"/>
                  </a:lnTo>
                  <a:lnTo>
                    <a:pt x="984" y="1129"/>
                  </a:lnTo>
                  <a:lnTo>
                    <a:pt x="41" y="1129"/>
                  </a:lnTo>
                  <a:lnTo>
                    <a:pt x="6" y="793"/>
                  </a:lnTo>
                  <a:lnTo>
                    <a:pt x="3" y="793"/>
                  </a:lnTo>
                  <a:lnTo>
                    <a:pt x="6" y="793"/>
                  </a:lnTo>
                  <a:lnTo>
                    <a:pt x="3" y="793"/>
                  </a:ln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7353" name="Freeform 269">
              <a:extLst>
                <a:ext uri="{FF2B5EF4-FFF2-40B4-BE49-F238E27FC236}">
                  <a16:creationId xmlns:a16="http://schemas.microsoft.com/office/drawing/2014/main" id="{5CBAF376-44E8-4D46-9D42-B3B58A5138A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7" y="2683"/>
              <a:ext cx="275" cy="256"/>
            </a:xfrm>
            <a:custGeom>
              <a:avLst/>
              <a:gdLst>
                <a:gd name="T0" fmla="*/ 24 w 275"/>
                <a:gd name="T1" fmla="*/ 256 h 256"/>
                <a:gd name="T2" fmla="*/ 275 w 275"/>
                <a:gd name="T3" fmla="*/ 256 h 256"/>
                <a:gd name="T4" fmla="*/ 275 w 275"/>
                <a:gd name="T5" fmla="*/ 22 h 256"/>
                <a:gd name="T6" fmla="*/ 0 w 275"/>
                <a:gd name="T7" fmla="*/ 0 h 256"/>
                <a:gd name="T8" fmla="*/ 24 w 275"/>
                <a:gd name="T9" fmla="*/ 256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5" h="256">
                  <a:moveTo>
                    <a:pt x="24" y="256"/>
                  </a:moveTo>
                  <a:lnTo>
                    <a:pt x="275" y="256"/>
                  </a:lnTo>
                  <a:lnTo>
                    <a:pt x="275" y="22"/>
                  </a:lnTo>
                  <a:lnTo>
                    <a:pt x="0" y="0"/>
                  </a:lnTo>
                  <a:lnTo>
                    <a:pt x="24" y="256"/>
                  </a:lnTo>
                  <a:close/>
                </a:path>
              </a:pathLst>
            </a:custGeom>
            <a:solidFill>
              <a:srgbClr val="9665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7354" name="Freeform 270">
              <a:extLst>
                <a:ext uri="{FF2B5EF4-FFF2-40B4-BE49-F238E27FC236}">
                  <a16:creationId xmlns:a16="http://schemas.microsoft.com/office/drawing/2014/main" id="{BEC8ED66-EC42-4F2B-BFD3-25FC2E194CB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3" y="2680"/>
              <a:ext cx="282" cy="262"/>
            </a:xfrm>
            <a:custGeom>
              <a:avLst/>
              <a:gdLst>
                <a:gd name="T0" fmla="*/ 28 w 282"/>
                <a:gd name="T1" fmla="*/ 259 h 262"/>
                <a:gd name="T2" fmla="*/ 28 w 282"/>
                <a:gd name="T3" fmla="*/ 262 h 262"/>
                <a:gd name="T4" fmla="*/ 282 w 282"/>
                <a:gd name="T5" fmla="*/ 262 h 262"/>
                <a:gd name="T6" fmla="*/ 282 w 282"/>
                <a:gd name="T7" fmla="*/ 22 h 262"/>
                <a:gd name="T8" fmla="*/ 0 w 282"/>
                <a:gd name="T9" fmla="*/ 0 h 262"/>
                <a:gd name="T10" fmla="*/ 26 w 282"/>
                <a:gd name="T11" fmla="*/ 262 h 262"/>
                <a:gd name="T12" fmla="*/ 28 w 282"/>
                <a:gd name="T13" fmla="*/ 262 h 262"/>
                <a:gd name="T14" fmla="*/ 28 w 282"/>
                <a:gd name="T15" fmla="*/ 259 h 262"/>
                <a:gd name="T16" fmla="*/ 31 w 282"/>
                <a:gd name="T17" fmla="*/ 259 h 262"/>
                <a:gd name="T18" fmla="*/ 7 w 282"/>
                <a:gd name="T19" fmla="*/ 5 h 262"/>
                <a:gd name="T20" fmla="*/ 276 w 282"/>
                <a:gd name="T21" fmla="*/ 28 h 262"/>
                <a:gd name="T22" fmla="*/ 276 w 282"/>
                <a:gd name="T23" fmla="*/ 256 h 262"/>
                <a:gd name="T24" fmla="*/ 28 w 282"/>
                <a:gd name="T25" fmla="*/ 256 h 262"/>
                <a:gd name="T26" fmla="*/ 28 w 282"/>
                <a:gd name="T27" fmla="*/ 259 h 262"/>
                <a:gd name="T28" fmla="*/ 31 w 282"/>
                <a:gd name="T29" fmla="*/ 259 h 262"/>
                <a:gd name="T30" fmla="*/ 28 w 282"/>
                <a:gd name="T31" fmla="*/ 259 h 26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82" h="262">
                  <a:moveTo>
                    <a:pt x="28" y="259"/>
                  </a:moveTo>
                  <a:lnTo>
                    <a:pt x="28" y="262"/>
                  </a:lnTo>
                  <a:lnTo>
                    <a:pt x="282" y="262"/>
                  </a:lnTo>
                  <a:lnTo>
                    <a:pt x="282" y="22"/>
                  </a:lnTo>
                  <a:lnTo>
                    <a:pt x="0" y="0"/>
                  </a:lnTo>
                  <a:lnTo>
                    <a:pt x="26" y="262"/>
                  </a:lnTo>
                  <a:lnTo>
                    <a:pt x="28" y="262"/>
                  </a:lnTo>
                  <a:lnTo>
                    <a:pt x="28" y="259"/>
                  </a:lnTo>
                  <a:lnTo>
                    <a:pt x="31" y="259"/>
                  </a:lnTo>
                  <a:lnTo>
                    <a:pt x="7" y="5"/>
                  </a:lnTo>
                  <a:lnTo>
                    <a:pt x="276" y="28"/>
                  </a:lnTo>
                  <a:lnTo>
                    <a:pt x="276" y="256"/>
                  </a:lnTo>
                  <a:lnTo>
                    <a:pt x="28" y="256"/>
                  </a:lnTo>
                  <a:lnTo>
                    <a:pt x="28" y="259"/>
                  </a:lnTo>
                  <a:lnTo>
                    <a:pt x="31" y="259"/>
                  </a:lnTo>
                  <a:lnTo>
                    <a:pt x="28" y="259"/>
                  </a:ln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7355" name="Freeform 271">
              <a:extLst>
                <a:ext uri="{FF2B5EF4-FFF2-40B4-BE49-F238E27FC236}">
                  <a16:creationId xmlns:a16="http://schemas.microsoft.com/office/drawing/2014/main" id="{0952C1D6-9018-4C30-8BDC-AB154F82771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2" y="2700"/>
              <a:ext cx="50" cy="239"/>
            </a:xfrm>
            <a:custGeom>
              <a:avLst/>
              <a:gdLst>
                <a:gd name="T0" fmla="*/ 0 w 50"/>
                <a:gd name="T1" fmla="*/ 239 h 239"/>
                <a:gd name="T2" fmla="*/ 50 w 50"/>
                <a:gd name="T3" fmla="*/ 239 h 239"/>
                <a:gd name="T4" fmla="*/ 50 w 50"/>
                <a:gd name="T5" fmla="*/ 5 h 239"/>
                <a:gd name="T6" fmla="*/ 0 w 50"/>
                <a:gd name="T7" fmla="*/ 0 h 239"/>
                <a:gd name="T8" fmla="*/ 0 w 50"/>
                <a:gd name="T9" fmla="*/ 239 h 2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239">
                  <a:moveTo>
                    <a:pt x="0" y="239"/>
                  </a:moveTo>
                  <a:lnTo>
                    <a:pt x="50" y="239"/>
                  </a:lnTo>
                  <a:lnTo>
                    <a:pt x="50" y="5"/>
                  </a:lnTo>
                  <a:lnTo>
                    <a:pt x="0" y="0"/>
                  </a:lnTo>
                  <a:lnTo>
                    <a:pt x="0" y="239"/>
                  </a:lnTo>
                  <a:close/>
                </a:path>
              </a:pathLst>
            </a:custGeom>
            <a:solidFill>
              <a:srgbClr val="C18B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7356" name="Freeform 272">
              <a:extLst>
                <a:ext uri="{FF2B5EF4-FFF2-40B4-BE49-F238E27FC236}">
                  <a16:creationId xmlns:a16="http://schemas.microsoft.com/office/drawing/2014/main" id="{0CF05F7B-6B9F-4F63-806B-EC3C5771920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9" y="2697"/>
              <a:ext cx="56" cy="245"/>
            </a:xfrm>
            <a:custGeom>
              <a:avLst/>
              <a:gdLst>
                <a:gd name="T0" fmla="*/ 3 w 56"/>
                <a:gd name="T1" fmla="*/ 242 h 245"/>
                <a:gd name="T2" fmla="*/ 3 w 56"/>
                <a:gd name="T3" fmla="*/ 245 h 245"/>
                <a:gd name="T4" fmla="*/ 56 w 56"/>
                <a:gd name="T5" fmla="*/ 245 h 245"/>
                <a:gd name="T6" fmla="*/ 56 w 56"/>
                <a:gd name="T7" fmla="*/ 5 h 245"/>
                <a:gd name="T8" fmla="*/ 0 w 56"/>
                <a:gd name="T9" fmla="*/ 0 h 245"/>
                <a:gd name="T10" fmla="*/ 0 w 56"/>
                <a:gd name="T11" fmla="*/ 245 h 245"/>
                <a:gd name="T12" fmla="*/ 3 w 56"/>
                <a:gd name="T13" fmla="*/ 245 h 245"/>
                <a:gd name="T14" fmla="*/ 3 w 56"/>
                <a:gd name="T15" fmla="*/ 242 h 245"/>
                <a:gd name="T16" fmla="*/ 6 w 56"/>
                <a:gd name="T17" fmla="*/ 242 h 245"/>
                <a:gd name="T18" fmla="*/ 6 w 56"/>
                <a:gd name="T19" fmla="*/ 7 h 245"/>
                <a:gd name="T20" fmla="*/ 50 w 56"/>
                <a:gd name="T21" fmla="*/ 11 h 245"/>
                <a:gd name="T22" fmla="*/ 50 w 56"/>
                <a:gd name="T23" fmla="*/ 239 h 245"/>
                <a:gd name="T24" fmla="*/ 3 w 56"/>
                <a:gd name="T25" fmla="*/ 239 h 245"/>
                <a:gd name="T26" fmla="*/ 3 w 56"/>
                <a:gd name="T27" fmla="*/ 242 h 245"/>
                <a:gd name="T28" fmla="*/ 6 w 56"/>
                <a:gd name="T29" fmla="*/ 242 h 245"/>
                <a:gd name="T30" fmla="*/ 3 w 56"/>
                <a:gd name="T31" fmla="*/ 242 h 245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56" h="245">
                  <a:moveTo>
                    <a:pt x="3" y="242"/>
                  </a:moveTo>
                  <a:lnTo>
                    <a:pt x="3" y="245"/>
                  </a:lnTo>
                  <a:lnTo>
                    <a:pt x="56" y="245"/>
                  </a:lnTo>
                  <a:lnTo>
                    <a:pt x="56" y="5"/>
                  </a:lnTo>
                  <a:lnTo>
                    <a:pt x="0" y="0"/>
                  </a:lnTo>
                  <a:lnTo>
                    <a:pt x="0" y="245"/>
                  </a:lnTo>
                  <a:lnTo>
                    <a:pt x="3" y="245"/>
                  </a:lnTo>
                  <a:lnTo>
                    <a:pt x="3" y="242"/>
                  </a:lnTo>
                  <a:lnTo>
                    <a:pt x="6" y="242"/>
                  </a:lnTo>
                  <a:lnTo>
                    <a:pt x="6" y="7"/>
                  </a:lnTo>
                  <a:lnTo>
                    <a:pt x="50" y="11"/>
                  </a:lnTo>
                  <a:lnTo>
                    <a:pt x="50" y="239"/>
                  </a:lnTo>
                  <a:lnTo>
                    <a:pt x="3" y="239"/>
                  </a:lnTo>
                  <a:lnTo>
                    <a:pt x="3" y="242"/>
                  </a:lnTo>
                  <a:lnTo>
                    <a:pt x="6" y="242"/>
                  </a:lnTo>
                  <a:lnTo>
                    <a:pt x="3" y="242"/>
                  </a:ln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7357" name="Freeform 273">
              <a:extLst>
                <a:ext uri="{FF2B5EF4-FFF2-40B4-BE49-F238E27FC236}">
                  <a16:creationId xmlns:a16="http://schemas.microsoft.com/office/drawing/2014/main" id="{457F18BC-062A-46CA-B65E-596BA3B13F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7" y="2674"/>
              <a:ext cx="61" cy="265"/>
            </a:xfrm>
            <a:custGeom>
              <a:avLst/>
              <a:gdLst>
                <a:gd name="T0" fmla="*/ 0 w 61"/>
                <a:gd name="T1" fmla="*/ 265 h 265"/>
                <a:gd name="T2" fmla="*/ 61 w 61"/>
                <a:gd name="T3" fmla="*/ 265 h 265"/>
                <a:gd name="T4" fmla="*/ 61 w 61"/>
                <a:gd name="T5" fmla="*/ 0 h 265"/>
                <a:gd name="T6" fmla="*/ 0 w 61"/>
                <a:gd name="T7" fmla="*/ 3 h 265"/>
                <a:gd name="T8" fmla="*/ 0 w 61"/>
                <a:gd name="T9" fmla="*/ 265 h 26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1" h="265">
                  <a:moveTo>
                    <a:pt x="0" y="265"/>
                  </a:moveTo>
                  <a:lnTo>
                    <a:pt x="61" y="265"/>
                  </a:lnTo>
                  <a:lnTo>
                    <a:pt x="61" y="0"/>
                  </a:lnTo>
                  <a:lnTo>
                    <a:pt x="0" y="3"/>
                  </a:lnTo>
                  <a:lnTo>
                    <a:pt x="0" y="265"/>
                  </a:lnTo>
                  <a:close/>
                </a:path>
              </a:pathLst>
            </a:custGeom>
            <a:solidFill>
              <a:srgbClr val="DCA7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7358" name="Freeform 274">
              <a:extLst>
                <a:ext uri="{FF2B5EF4-FFF2-40B4-BE49-F238E27FC236}">
                  <a16:creationId xmlns:a16="http://schemas.microsoft.com/office/drawing/2014/main" id="{89BFE138-EEED-4C33-AF3D-A762440040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4" y="2670"/>
              <a:ext cx="66" cy="272"/>
            </a:xfrm>
            <a:custGeom>
              <a:avLst/>
              <a:gdLst>
                <a:gd name="T0" fmla="*/ 3 w 66"/>
                <a:gd name="T1" fmla="*/ 269 h 272"/>
                <a:gd name="T2" fmla="*/ 3 w 66"/>
                <a:gd name="T3" fmla="*/ 272 h 272"/>
                <a:gd name="T4" fmla="*/ 66 w 66"/>
                <a:gd name="T5" fmla="*/ 272 h 272"/>
                <a:gd name="T6" fmla="*/ 66 w 66"/>
                <a:gd name="T7" fmla="*/ 0 h 272"/>
                <a:gd name="T8" fmla="*/ 0 w 66"/>
                <a:gd name="T9" fmla="*/ 4 h 272"/>
                <a:gd name="T10" fmla="*/ 0 w 66"/>
                <a:gd name="T11" fmla="*/ 272 h 272"/>
                <a:gd name="T12" fmla="*/ 3 w 66"/>
                <a:gd name="T13" fmla="*/ 272 h 272"/>
                <a:gd name="T14" fmla="*/ 3 w 66"/>
                <a:gd name="T15" fmla="*/ 269 h 272"/>
                <a:gd name="T16" fmla="*/ 6 w 66"/>
                <a:gd name="T17" fmla="*/ 269 h 272"/>
                <a:gd name="T18" fmla="*/ 6 w 66"/>
                <a:gd name="T19" fmla="*/ 10 h 272"/>
                <a:gd name="T20" fmla="*/ 61 w 66"/>
                <a:gd name="T21" fmla="*/ 7 h 272"/>
                <a:gd name="T22" fmla="*/ 61 w 66"/>
                <a:gd name="T23" fmla="*/ 266 h 272"/>
                <a:gd name="T24" fmla="*/ 3 w 66"/>
                <a:gd name="T25" fmla="*/ 266 h 272"/>
                <a:gd name="T26" fmla="*/ 3 w 66"/>
                <a:gd name="T27" fmla="*/ 269 h 272"/>
                <a:gd name="T28" fmla="*/ 6 w 66"/>
                <a:gd name="T29" fmla="*/ 269 h 272"/>
                <a:gd name="T30" fmla="*/ 3 w 66"/>
                <a:gd name="T31" fmla="*/ 269 h 27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66" h="272">
                  <a:moveTo>
                    <a:pt x="3" y="269"/>
                  </a:moveTo>
                  <a:lnTo>
                    <a:pt x="3" y="272"/>
                  </a:lnTo>
                  <a:lnTo>
                    <a:pt x="66" y="272"/>
                  </a:lnTo>
                  <a:lnTo>
                    <a:pt x="66" y="0"/>
                  </a:lnTo>
                  <a:lnTo>
                    <a:pt x="0" y="4"/>
                  </a:lnTo>
                  <a:lnTo>
                    <a:pt x="0" y="272"/>
                  </a:lnTo>
                  <a:lnTo>
                    <a:pt x="3" y="272"/>
                  </a:lnTo>
                  <a:lnTo>
                    <a:pt x="3" y="269"/>
                  </a:lnTo>
                  <a:lnTo>
                    <a:pt x="6" y="269"/>
                  </a:lnTo>
                  <a:lnTo>
                    <a:pt x="6" y="10"/>
                  </a:lnTo>
                  <a:lnTo>
                    <a:pt x="61" y="7"/>
                  </a:lnTo>
                  <a:lnTo>
                    <a:pt x="61" y="266"/>
                  </a:lnTo>
                  <a:lnTo>
                    <a:pt x="3" y="266"/>
                  </a:lnTo>
                  <a:lnTo>
                    <a:pt x="3" y="269"/>
                  </a:lnTo>
                  <a:lnTo>
                    <a:pt x="6" y="269"/>
                  </a:lnTo>
                  <a:lnTo>
                    <a:pt x="3" y="269"/>
                  </a:ln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7359" name="Freeform 275">
              <a:extLst>
                <a:ext uri="{FF2B5EF4-FFF2-40B4-BE49-F238E27FC236}">
                  <a16:creationId xmlns:a16="http://schemas.microsoft.com/office/drawing/2014/main" id="{8D344354-9CC8-499D-B102-698AC3C477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8" y="2666"/>
              <a:ext cx="55" cy="273"/>
            </a:xfrm>
            <a:custGeom>
              <a:avLst/>
              <a:gdLst>
                <a:gd name="T0" fmla="*/ 0 w 55"/>
                <a:gd name="T1" fmla="*/ 273 h 273"/>
                <a:gd name="T2" fmla="*/ 55 w 55"/>
                <a:gd name="T3" fmla="*/ 273 h 273"/>
                <a:gd name="T4" fmla="*/ 55 w 55"/>
                <a:gd name="T5" fmla="*/ 0 h 273"/>
                <a:gd name="T6" fmla="*/ 0 w 55"/>
                <a:gd name="T7" fmla="*/ 8 h 273"/>
                <a:gd name="T8" fmla="*/ 0 w 55"/>
                <a:gd name="T9" fmla="*/ 273 h 2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5" h="273">
                  <a:moveTo>
                    <a:pt x="0" y="273"/>
                  </a:moveTo>
                  <a:lnTo>
                    <a:pt x="55" y="273"/>
                  </a:lnTo>
                  <a:lnTo>
                    <a:pt x="55" y="0"/>
                  </a:lnTo>
                  <a:lnTo>
                    <a:pt x="0" y="8"/>
                  </a:lnTo>
                  <a:lnTo>
                    <a:pt x="0" y="273"/>
                  </a:lnTo>
                  <a:close/>
                </a:path>
              </a:pathLst>
            </a:custGeom>
            <a:solidFill>
              <a:srgbClr val="C18B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7360" name="Freeform 276">
              <a:extLst>
                <a:ext uri="{FF2B5EF4-FFF2-40B4-BE49-F238E27FC236}">
                  <a16:creationId xmlns:a16="http://schemas.microsoft.com/office/drawing/2014/main" id="{70E8F30D-108B-4CDF-8511-4E8863F620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5" y="2663"/>
              <a:ext cx="61" cy="279"/>
            </a:xfrm>
            <a:custGeom>
              <a:avLst/>
              <a:gdLst>
                <a:gd name="T0" fmla="*/ 3 w 61"/>
                <a:gd name="T1" fmla="*/ 276 h 279"/>
                <a:gd name="T2" fmla="*/ 3 w 61"/>
                <a:gd name="T3" fmla="*/ 279 h 279"/>
                <a:gd name="T4" fmla="*/ 61 w 61"/>
                <a:gd name="T5" fmla="*/ 279 h 279"/>
                <a:gd name="T6" fmla="*/ 61 w 61"/>
                <a:gd name="T7" fmla="*/ 0 h 279"/>
                <a:gd name="T8" fmla="*/ 0 w 61"/>
                <a:gd name="T9" fmla="*/ 8 h 279"/>
                <a:gd name="T10" fmla="*/ 0 w 61"/>
                <a:gd name="T11" fmla="*/ 279 h 279"/>
                <a:gd name="T12" fmla="*/ 3 w 61"/>
                <a:gd name="T13" fmla="*/ 279 h 279"/>
                <a:gd name="T14" fmla="*/ 3 w 61"/>
                <a:gd name="T15" fmla="*/ 276 h 279"/>
                <a:gd name="T16" fmla="*/ 5 w 61"/>
                <a:gd name="T17" fmla="*/ 276 h 279"/>
                <a:gd name="T18" fmla="*/ 5 w 61"/>
                <a:gd name="T19" fmla="*/ 13 h 279"/>
                <a:gd name="T20" fmla="*/ 55 w 61"/>
                <a:gd name="T21" fmla="*/ 7 h 279"/>
                <a:gd name="T22" fmla="*/ 55 w 61"/>
                <a:gd name="T23" fmla="*/ 273 h 279"/>
                <a:gd name="T24" fmla="*/ 3 w 61"/>
                <a:gd name="T25" fmla="*/ 273 h 279"/>
                <a:gd name="T26" fmla="*/ 3 w 61"/>
                <a:gd name="T27" fmla="*/ 276 h 279"/>
                <a:gd name="T28" fmla="*/ 5 w 61"/>
                <a:gd name="T29" fmla="*/ 276 h 279"/>
                <a:gd name="T30" fmla="*/ 3 w 61"/>
                <a:gd name="T31" fmla="*/ 276 h 27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61" h="279">
                  <a:moveTo>
                    <a:pt x="3" y="276"/>
                  </a:moveTo>
                  <a:lnTo>
                    <a:pt x="3" y="279"/>
                  </a:lnTo>
                  <a:lnTo>
                    <a:pt x="61" y="279"/>
                  </a:lnTo>
                  <a:lnTo>
                    <a:pt x="61" y="0"/>
                  </a:lnTo>
                  <a:lnTo>
                    <a:pt x="0" y="8"/>
                  </a:lnTo>
                  <a:lnTo>
                    <a:pt x="0" y="279"/>
                  </a:lnTo>
                  <a:lnTo>
                    <a:pt x="3" y="279"/>
                  </a:lnTo>
                  <a:lnTo>
                    <a:pt x="3" y="276"/>
                  </a:lnTo>
                  <a:lnTo>
                    <a:pt x="5" y="276"/>
                  </a:lnTo>
                  <a:lnTo>
                    <a:pt x="5" y="13"/>
                  </a:lnTo>
                  <a:lnTo>
                    <a:pt x="55" y="7"/>
                  </a:lnTo>
                  <a:lnTo>
                    <a:pt x="55" y="273"/>
                  </a:lnTo>
                  <a:lnTo>
                    <a:pt x="3" y="273"/>
                  </a:lnTo>
                  <a:lnTo>
                    <a:pt x="3" y="276"/>
                  </a:lnTo>
                  <a:lnTo>
                    <a:pt x="5" y="276"/>
                  </a:lnTo>
                  <a:lnTo>
                    <a:pt x="3" y="276"/>
                  </a:ln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7361" name="Freeform 277">
              <a:extLst>
                <a:ext uri="{FF2B5EF4-FFF2-40B4-BE49-F238E27FC236}">
                  <a16:creationId xmlns:a16="http://schemas.microsoft.com/office/drawing/2014/main" id="{5A31717A-3EC0-4F0D-B0DA-CDB94C258B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5" y="1628"/>
              <a:ext cx="599" cy="534"/>
            </a:xfrm>
            <a:custGeom>
              <a:avLst/>
              <a:gdLst>
                <a:gd name="T0" fmla="*/ 288 w 616"/>
                <a:gd name="T1" fmla="*/ 8 h 549"/>
                <a:gd name="T2" fmla="*/ 265 w 616"/>
                <a:gd name="T3" fmla="*/ 25 h 549"/>
                <a:gd name="T4" fmla="*/ 202 w 616"/>
                <a:gd name="T5" fmla="*/ 8 h 549"/>
                <a:gd name="T6" fmla="*/ 121 w 616"/>
                <a:gd name="T7" fmla="*/ 4 h 549"/>
                <a:gd name="T8" fmla="*/ 67 w 616"/>
                <a:gd name="T9" fmla="*/ 25 h 549"/>
                <a:gd name="T10" fmla="*/ 16 w 616"/>
                <a:gd name="T11" fmla="*/ 76 h 549"/>
                <a:gd name="T12" fmla="*/ 18 w 616"/>
                <a:gd name="T13" fmla="*/ 186 h 549"/>
                <a:gd name="T14" fmla="*/ 89 w 616"/>
                <a:gd name="T15" fmla="*/ 284 h 549"/>
                <a:gd name="T16" fmla="*/ 74 w 616"/>
                <a:gd name="T17" fmla="*/ 294 h 549"/>
                <a:gd name="T18" fmla="*/ 116 w 616"/>
                <a:gd name="T19" fmla="*/ 308 h 549"/>
                <a:gd name="T20" fmla="*/ 140 w 616"/>
                <a:gd name="T21" fmla="*/ 302 h 549"/>
                <a:gd name="T22" fmla="*/ 237 w 616"/>
                <a:gd name="T23" fmla="*/ 335 h 549"/>
                <a:gd name="T24" fmla="*/ 326 w 616"/>
                <a:gd name="T25" fmla="*/ 464 h 549"/>
                <a:gd name="T26" fmla="*/ 565 w 616"/>
                <a:gd name="T27" fmla="*/ 334 h 549"/>
                <a:gd name="T28" fmla="*/ 543 w 616"/>
                <a:gd name="T29" fmla="*/ 286 h 549"/>
                <a:gd name="T30" fmla="*/ 485 w 616"/>
                <a:gd name="T31" fmla="*/ 284 h 549"/>
                <a:gd name="T32" fmla="*/ 425 w 616"/>
                <a:gd name="T33" fmla="*/ 248 h 549"/>
                <a:gd name="T34" fmla="*/ 364 w 616"/>
                <a:gd name="T35" fmla="*/ 184 h 549"/>
                <a:gd name="T36" fmla="*/ 346 w 616"/>
                <a:gd name="T37" fmla="*/ 137 h 549"/>
                <a:gd name="T38" fmla="*/ 320 w 616"/>
                <a:gd name="T39" fmla="*/ 107 h 549"/>
                <a:gd name="T40" fmla="*/ 331 w 616"/>
                <a:gd name="T41" fmla="*/ 87 h 549"/>
                <a:gd name="T42" fmla="*/ 314 w 616"/>
                <a:gd name="T43" fmla="*/ 44 h 549"/>
                <a:gd name="T44" fmla="*/ 288 w 616"/>
                <a:gd name="T45" fmla="*/ 8 h 549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616" h="549">
                  <a:moveTo>
                    <a:pt x="313" y="8"/>
                  </a:moveTo>
                  <a:cubicBezTo>
                    <a:pt x="297" y="10"/>
                    <a:pt x="289" y="28"/>
                    <a:pt x="289" y="28"/>
                  </a:cubicBezTo>
                  <a:cubicBezTo>
                    <a:pt x="289" y="28"/>
                    <a:pt x="242" y="11"/>
                    <a:pt x="220" y="8"/>
                  </a:cubicBezTo>
                  <a:cubicBezTo>
                    <a:pt x="199" y="6"/>
                    <a:pt x="160" y="0"/>
                    <a:pt x="132" y="4"/>
                  </a:cubicBezTo>
                  <a:cubicBezTo>
                    <a:pt x="103" y="8"/>
                    <a:pt x="98" y="13"/>
                    <a:pt x="73" y="28"/>
                  </a:cubicBezTo>
                  <a:cubicBezTo>
                    <a:pt x="47" y="44"/>
                    <a:pt x="31" y="34"/>
                    <a:pt x="16" y="82"/>
                  </a:cubicBezTo>
                  <a:cubicBezTo>
                    <a:pt x="0" y="129"/>
                    <a:pt x="10" y="179"/>
                    <a:pt x="19" y="202"/>
                  </a:cubicBezTo>
                  <a:cubicBezTo>
                    <a:pt x="28" y="225"/>
                    <a:pt x="98" y="308"/>
                    <a:pt x="98" y="308"/>
                  </a:cubicBezTo>
                  <a:cubicBezTo>
                    <a:pt x="98" y="308"/>
                    <a:pt x="80" y="309"/>
                    <a:pt x="80" y="319"/>
                  </a:cubicBezTo>
                  <a:cubicBezTo>
                    <a:pt x="80" y="328"/>
                    <a:pt x="95" y="335"/>
                    <a:pt x="125" y="335"/>
                  </a:cubicBezTo>
                  <a:cubicBezTo>
                    <a:pt x="125" y="335"/>
                    <a:pt x="142" y="327"/>
                    <a:pt x="152" y="328"/>
                  </a:cubicBezTo>
                  <a:cubicBezTo>
                    <a:pt x="163" y="329"/>
                    <a:pt x="229" y="364"/>
                    <a:pt x="258" y="364"/>
                  </a:cubicBezTo>
                  <a:cubicBezTo>
                    <a:pt x="258" y="364"/>
                    <a:pt x="246" y="458"/>
                    <a:pt x="355" y="504"/>
                  </a:cubicBezTo>
                  <a:cubicBezTo>
                    <a:pt x="463" y="549"/>
                    <a:pt x="611" y="512"/>
                    <a:pt x="614" y="363"/>
                  </a:cubicBezTo>
                  <a:cubicBezTo>
                    <a:pt x="614" y="363"/>
                    <a:pt x="616" y="332"/>
                    <a:pt x="590" y="310"/>
                  </a:cubicBezTo>
                  <a:cubicBezTo>
                    <a:pt x="590" y="310"/>
                    <a:pt x="540" y="313"/>
                    <a:pt x="528" y="308"/>
                  </a:cubicBezTo>
                  <a:cubicBezTo>
                    <a:pt x="515" y="303"/>
                    <a:pt x="477" y="279"/>
                    <a:pt x="462" y="269"/>
                  </a:cubicBezTo>
                  <a:cubicBezTo>
                    <a:pt x="448" y="259"/>
                    <a:pt x="405" y="206"/>
                    <a:pt x="396" y="199"/>
                  </a:cubicBezTo>
                  <a:cubicBezTo>
                    <a:pt x="396" y="199"/>
                    <a:pt x="390" y="164"/>
                    <a:pt x="376" y="149"/>
                  </a:cubicBezTo>
                  <a:cubicBezTo>
                    <a:pt x="361" y="135"/>
                    <a:pt x="348" y="116"/>
                    <a:pt x="348" y="116"/>
                  </a:cubicBezTo>
                  <a:cubicBezTo>
                    <a:pt x="348" y="116"/>
                    <a:pt x="364" y="110"/>
                    <a:pt x="360" y="95"/>
                  </a:cubicBezTo>
                  <a:cubicBezTo>
                    <a:pt x="355" y="79"/>
                    <a:pt x="343" y="57"/>
                    <a:pt x="341" y="47"/>
                  </a:cubicBezTo>
                  <a:cubicBezTo>
                    <a:pt x="340" y="36"/>
                    <a:pt x="328" y="7"/>
                    <a:pt x="313" y="8"/>
                  </a:cubicBezTo>
                </a:path>
              </a:pathLst>
            </a:custGeom>
            <a:solidFill>
              <a:srgbClr val="F8F3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7362" name="Freeform 278">
              <a:extLst>
                <a:ext uri="{FF2B5EF4-FFF2-40B4-BE49-F238E27FC236}">
                  <a16:creationId xmlns:a16="http://schemas.microsoft.com/office/drawing/2014/main" id="{E6995571-7460-45CB-810A-3A65D2526D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0" y="1629"/>
              <a:ext cx="594" cy="508"/>
            </a:xfrm>
            <a:custGeom>
              <a:avLst/>
              <a:gdLst>
                <a:gd name="T0" fmla="*/ 264 w 611"/>
                <a:gd name="T1" fmla="*/ 16 h 523"/>
                <a:gd name="T2" fmla="*/ 261 w 611"/>
                <a:gd name="T3" fmla="*/ 22 h 523"/>
                <a:gd name="T4" fmla="*/ 137 w 611"/>
                <a:gd name="T5" fmla="*/ 0 h 523"/>
                <a:gd name="T6" fmla="*/ 61 w 611"/>
                <a:gd name="T7" fmla="*/ 22 h 523"/>
                <a:gd name="T8" fmla="*/ 9 w 611"/>
                <a:gd name="T9" fmla="*/ 74 h 523"/>
                <a:gd name="T10" fmla="*/ 26 w 611"/>
                <a:gd name="T11" fmla="*/ 209 h 523"/>
                <a:gd name="T12" fmla="*/ 85 w 611"/>
                <a:gd name="T13" fmla="*/ 280 h 523"/>
                <a:gd name="T14" fmla="*/ 67 w 611"/>
                <a:gd name="T15" fmla="*/ 291 h 523"/>
                <a:gd name="T16" fmla="*/ 111 w 611"/>
                <a:gd name="T17" fmla="*/ 308 h 523"/>
                <a:gd name="T18" fmla="*/ 113 w 611"/>
                <a:gd name="T19" fmla="*/ 308 h 523"/>
                <a:gd name="T20" fmla="*/ 135 w 611"/>
                <a:gd name="T21" fmla="*/ 302 h 523"/>
                <a:gd name="T22" fmla="*/ 184 w 611"/>
                <a:gd name="T23" fmla="*/ 322 h 523"/>
                <a:gd name="T24" fmla="*/ 232 w 611"/>
                <a:gd name="T25" fmla="*/ 333 h 523"/>
                <a:gd name="T26" fmla="*/ 245 w 611"/>
                <a:gd name="T27" fmla="*/ 396 h 523"/>
                <a:gd name="T28" fmla="*/ 404 w 611"/>
                <a:gd name="T29" fmla="*/ 479 h 523"/>
                <a:gd name="T30" fmla="*/ 560 w 611"/>
                <a:gd name="T31" fmla="*/ 332 h 523"/>
                <a:gd name="T32" fmla="*/ 559 w 611"/>
                <a:gd name="T33" fmla="*/ 313 h 523"/>
                <a:gd name="T34" fmla="*/ 538 w 611"/>
                <a:gd name="T35" fmla="*/ 281 h 523"/>
                <a:gd name="T36" fmla="*/ 493 w 611"/>
                <a:gd name="T37" fmla="*/ 282 h 523"/>
                <a:gd name="T38" fmla="*/ 422 w 611"/>
                <a:gd name="T39" fmla="*/ 244 h 523"/>
                <a:gd name="T40" fmla="*/ 368 w 611"/>
                <a:gd name="T41" fmla="*/ 187 h 523"/>
                <a:gd name="T42" fmla="*/ 361 w 611"/>
                <a:gd name="T43" fmla="*/ 181 h 523"/>
                <a:gd name="T44" fmla="*/ 342 w 611"/>
                <a:gd name="T45" fmla="*/ 134 h 523"/>
                <a:gd name="T46" fmla="*/ 319 w 611"/>
                <a:gd name="T47" fmla="*/ 108 h 523"/>
                <a:gd name="T48" fmla="*/ 315 w 611"/>
                <a:gd name="T49" fmla="*/ 108 h 523"/>
                <a:gd name="T50" fmla="*/ 328 w 611"/>
                <a:gd name="T51" fmla="*/ 85 h 523"/>
                <a:gd name="T52" fmla="*/ 311 w 611"/>
                <a:gd name="T53" fmla="*/ 42 h 523"/>
                <a:gd name="T54" fmla="*/ 302 w 611"/>
                <a:gd name="T55" fmla="*/ 19 h 523"/>
                <a:gd name="T56" fmla="*/ 282 w 611"/>
                <a:gd name="T57" fmla="*/ 5 h 523"/>
                <a:gd name="T58" fmla="*/ 283 w 611"/>
                <a:gd name="T59" fmla="*/ 9 h 523"/>
                <a:gd name="T60" fmla="*/ 302 w 611"/>
                <a:gd name="T61" fmla="*/ 27 h 523"/>
                <a:gd name="T62" fmla="*/ 315 w 611"/>
                <a:gd name="T63" fmla="*/ 63 h 523"/>
                <a:gd name="T64" fmla="*/ 320 w 611"/>
                <a:gd name="T65" fmla="*/ 101 h 523"/>
                <a:gd name="T66" fmla="*/ 314 w 611"/>
                <a:gd name="T67" fmla="*/ 104 h 523"/>
                <a:gd name="T68" fmla="*/ 314 w 611"/>
                <a:gd name="T69" fmla="*/ 107 h 523"/>
                <a:gd name="T70" fmla="*/ 353 w 611"/>
                <a:gd name="T71" fmla="*/ 164 h 523"/>
                <a:gd name="T72" fmla="*/ 357 w 611"/>
                <a:gd name="T73" fmla="*/ 181 h 523"/>
                <a:gd name="T74" fmla="*/ 369 w 611"/>
                <a:gd name="T75" fmla="*/ 194 h 523"/>
                <a:gd name="T76" fmla="*/ 419 w 611"/>
                <a:gd name="T77" fmla="*/ 247 h 523"/>
                <a:gd name="T78" fmla="*/ 493 w 611"/>
                <a:gd name="T79" fmla="*/ 286 h 523"/>
                <a:gd name="T80" fmla="*/ 538 w 611"/>
                <a:gd name="T81" fmla="*/ 283 h 523"/>
                <a:gd name="T82" fmla="*/ 558 w 611"/>
                <a:gd name="T83" fmla="*/ 332 h 523"/>
                <a:gd name="T84" fmla="*/ 558 w 611"/>
                <a:gd name="T85" fmla="*/ 332 h 523"/>
                <a:gd name="T86" fmla="*/ 323 w 611"/>
                <a:gd name="T87" fmla="*/ 459 h 523"/>
                <a:gd name="T88" fmla="*/ 233 w 611"/>
                <a:gd name="T89" fmla="*/ 340 h 523"/>
                <a:gd name="T90" fmla="*/ 234 w 611"/>
                <a:gd name="T91" fmla="*/ 333 h 523"/>
                <a:gd name="T92" fmla="*/ 208 w 611"/>
                <a:gd name="T93" fmla="*/ 326 h 523"/>
                <a:gd name="T94" fmla="*/ 140 w 611"/>
                <a:gd name="T95" fmla="*/ 299 h 523"/>
                <a:gd name="T96" fmla="*/ 133 w 611"/>
                <a:gd name="T97" fmla="*/ 298 h 523"/>
                <a:gd name="T98" fmla="*/ 111 w 611"/>
                <a:gd name="T99" fmla="*/ 306 h 523"/>
                <a:gd name="T100" fmla="*/ 73 w 611"/>
                <a:gd name="T101" fmla="*/ 296 h 523"/>
                <a:gd name="T102" fmla="*/ 82 w 611"/>
                <a:gd name="T103" fmla="*/ 284 h 523"/>
                <a:gd name="T104" fmla="*/ 86 w 611"/>
                <a:gd name="T105" fmla="*/ 283 h 523"/>
                <a:gd name="T106" fmla="*/ 85 w 611"/>
                <a:gd name="T107" fmla="*/ 277 h 523"/>
                <a:gd name="T108" fmla="*/ 16 w 611"/>
                <a:gd name="T109" fmla="*/ 183 h 523"/>
                <a:gd name="T110" fmla="*/ 21 w 611"/>
                <a:gd name="T111" fmla="*/ 51 h 523"/>
                <a:gd name="T112" fmla="*/ 88 w 611"/>
                <a:gd name="T113" fmla="*/ 13 h 523"/>
                <a:gd name="T114" fmla="*/ 197 w 611"/>
                <a:gd name="T115" fmla="*/ 9 h 523"/>
                <a:gd name="T116" fmla="*/ 260 w 611"/>
                <a:gd name="T117" fmla="*/ 26 h 523"/>
                <a:gd name="T118" fmla="*/ 262 w 611"/>
                <a:gd name="T119" fmla="*/ 25 h 523"/>
                <a:gd name="T120" fmla="*/ 283 w 611"/>
                <a:gd name="T121" fmla="*/ 9 h 523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611" h="523">
                  <a:moveTo>
                    <a:pt x="307" y="7"/>
                  </a:moveTo>
                  <a:cubicBezTo>
                    <a:pt x="307" y="5"/>
                    <a:pt x="307" y="5"/>
                    <a:pt x="307" y="5"/>
                  </a:cubicBezTo>
                  <a:cubicBezTo>
                    <a:pt x="299" y="6"/>
                    <a:pt x="292" y="11"/>
                    <a:pt x="288" y="16"/>
                  </a:cubicBezTo>
                  <a:cubicBezTo>
                    <a:pt x="284" y="21"/>
                    <a:pt x="282" y="26"/>
                    <a:pt x="282" y="26"/>
                  </a:cubicBezTo>
                  <a:cubicBezTo>
                    <a:pt x="284" y="27"/>
                    <a:pt x="284" y="27"/>
                    <a:pt x="284" y="27"/>
                  </a:cubicBezTo>
                  <a:cubicBezTo>
                    <a:pt x="284" y="25"/>
                    <a:pt x="284" y="25"/>
                    <a:pt x="284" y="25"/>
                  </a:cubicBezTo>
                  <a:cubicBezTo>
                    <a:pt x="284" y="25"/>
                    <a:pt x="273" y="21"/>
                    <a:pt x="258" y="16"/>
                  </a:cubicBezTo>
                  <a:cubicBezTo>
                    <a:pt x="244" y="11"/>
                    <a:pt x="227" y="7"/>
                    <a:pt x="216" y="5"/>
                  </a:cubicBezTo>
                  <a:cubicBezTo>
                    <a:pt x="199" y="4"/>
                    <a:pt x="173" y="0"/>
                    <a:pt x="149" y="0"/>
                  </a:cubicBezTo>
                  <a:cubicBezTo>
                    <a:pt x="141" y="0"/>
                    <a:pt x="133" y="0"/>
                    <a:pt x="126" y="1"/>
                  </a:cubicBezTo>
                  <a:cubicBezTo>
                    <a:pt x="112" y="3"/>
                    <a:pt x="103" y="6"/>
                    <a:pt x="95" y="9"/>
                  </a:cubicBezTo>
                  <a:cubicBezTo>
                    <a:pt x="87" y="13"/>
                    <a:pt x="79" y="18"/>
                    <a:pt x="67" y="25"/>
                  </a:cubicBezTo>
                  <a:cubicBezTo>
                    <a:pt x="60" y="29"/>
                    <a:pt x="55" y="31"/>
                    <a:pt x="49" y="33"/>
                  </a:cubicBezTo>
                  <a:cubicBezTo>
                    <a:pt x="41" y="37"/>
                    <a:pt x="34" y="39"/>
                    <a:pt x="27" y="46"/>
                  </a:cubicBezTo>
                  <a:cubicBezTo>
                    <a:pt x="21" y="52"/>
                    <a:pt x="15" y="62"/>
                    <a:pt x="9" y="80"/>
                  </a:cubicBezTo>
                  <a:cubicBezTo>
                    <a:pt x="3" y="99"/>
                    <a:pt x="0" y="118"/>
                    <a:pt x="0" y="135"/>
                  </a:cubicBezTo>
                  <a:cubicBezTo>
                    <a:pt x="0" y="163"/>
                    <a:pt x="6" y="187"/>
                    <a:pt x="12" y="202"/>
                  </a:cubicBezTo>
                  <a:cubicBezTo>
                    <a:pt x="14" y="208"/>
                    <a:pt x="21" y="217"/>
                    <a:pt x="29" y="228"/>
                  </a:cubicBezTo>
                  <a:cubicBezTo>
                    <a:pt x="52" y="261"/>
                    <a:pt x="92" y="309"/>
                    <a:pt x="92" y="309"/>
                  </a:cubicBezTo>
                  <a:cubicBezTo>
                    <a:pt x="93" y="307"/>
                    <a:pt x="93" y="307"/>
                    <a:pt x="93" y="307"/>
                  </a:cubicBezTo>
                  <a:cubicBezTo>
                    <a:pt x="93" y="305"/>
                    <a:pt x="93" y="305"/>
                    <a:pt x="93" y="305"/>
                  </a:cubicBezTo>
                  <a:cubicBezTo>
                    <a:pt x="93" y="305"/>
                    <a:pt x="88" y="306"/>
                    <a:pt x="84" y="307"/>
                  </a:cubicBezTo>
                  <a:cubicBezTo>
                    <a:pt x="81" y="308"/>
                    <a:pt x="79" y="309"/>
                    <a:pt x="76" y="311"/>
                  </a:cubicBezTo>
                  <a:cubicBezTo>
                    <a:pt x="74" y="312"/>
                    <a:pt x="73" y="315"/>
                    <a:pt x="73" y="318"/>
                  </a:cubicBezTo>
                  <a:cubicBezTo>
                    <a:pt x="73" y="321"/>
                    <a:pt x="74" y="323"/>
                    <a:pt x="76" y="326"/>
                  </a:cubicBezTo>
                  <a:cubicBezTo>
                    <a:pt x="80" y="329"/>
                    <a:pt x="85" y="332"/>
                    <a:pt x="92" y="333"/>
                  </a:cubicBezTo>
                  <a:cubicBezTo>
                    <a:pt x="100" y="335"/>
                    <a:pt x="109" y="336"/>
                    <a:pt x="120" y="336"/>
                  </a:cubicBezTo>
                  <a:cubicBezTo>
                    <a:pt x="121" y="336"/>
                    <a:pt x="121" y="336"/>
                    <a:pt x="121" y="336"/>
                  </a:cubicBezTo>
                  <a:cubicBezTo>
                    <a:pt x="121" y="336"/>
                    <a:pt x="121" y="336"/>
                    <a:pt x="121" y="336"/>
                  </a:cubicBezTo>
                  <a:cubicBezTo>
                    <a:pt x="121" y="336"/>
                    <a:pt x="121" y="336"/>
                    <a:pt x="122" y="336"/>
                  </a:cubicBezTo>
                  <a:cubicBezTo>
                    <a:pt x="123" y="335"/>
                    <a:pt x="127" y="333"/>
                    <a:pt x="132" y="332"/>
                  </a:cubicBezTo>
                  <a:cubicBezTo>
                    <a:pt x="136" y="330"/>
                    <a:pt x="141" y="329"/>
                    <a:pt x="145" y="329"/>
                  </a:cubicBezTo>
                  <a:cubicBezTo>
                    <a:pt x="146" y="329"/>
                    <a:pt x="146" y="329"/>
                    <a:pt x="147" y="329"/>
                  </a:cubicBezTo>
                  <a:cubicBezTo>
                    <a:pt x="147" y="329"/>
                    <a:pt x="147" y="329"/>
                    <a:pt x="147" y="329"/>
                  </a:cubicBezTo>
                  <a:cubicBezTo>
                    <a:pt x="148" y="329"/>
                    <a:pt x="150" y="330"/>
                    <a:pt x="153" y="331"/>
                  </a:cubicBezTo>
                  <a:cubicBezTo>
                    <a:pt x="163" y="334"/>
                    <a:pt x="181" y="343"/>
                    <a:pt x="200" y="351"/>
                  </a:cubicBezTo>
                  <a:cubicBezTo>
                    <a:pt x="210" y="354"/>
                    <a:pt x="220" y="358"/>
                    <a:pt x="229" y="361"/>
                  </a:cubicBezTo>
                  <a:cubicBezTo>
                    <a:pt x="238" y="363"/>
                    <a:pt x="246" y="365"/>
                    <a:pt x="253" y="365"/>
                  </a:cubicBezTo>
                  <a:cubicBezTo>
                    <a:pt x="253" y="363"/>
                    <a:pt x="253" y="363"/>
                    <a:pt x="253" y="363"/>
                  </a:cubicBezTo>
                  <a:cubicBezTo>
                    <a:pt x="251" y="363"/>
                    <a:pt x="251" y="363"/>
                    <a:pt x="251" y="363"/>
                  </a:cubicBezTo>
                  <a:cubicBezTo>
                    <a:pt x="251" y="363"/>
                    <a:pt x="250" y="366"/>
                    <a:pt x="250" y="371"/>
                  </a:cubicBezTo>
                  <a:cubicBezTo>
                    <a:pt x="250" y="383"/>
                    <a:pt x="252" y="407"/>
                    <a:pt x="266" y="432"/>
                  </a:cubicBezTo>
                  <a:cubicBezTo>
                    <a:pt x="279" y="458"/>
                    <a:pt x="304" y="486"/>
                    <a:pt x="349" y="505"/>
                  </a:cubicBezTo>
                  <a:cubicBezTo>
                    <a:pt x="349" y="505"/>
                    <a:pt x="349" y="505"/>
                    <a:pt x="349" y="505"/>
                  </a:cubicBezTo>
                  <a:cubicBezTo>
                    <a:pt x="378" y="517"/>
                    <a:pt x="409" y="523"/>
                    <a:pt x="440" y="523"/>
                  </a:cubicBezTo>
                  <a:cubicBezTo>
                    <a:pt x="484" y="523"/>
                    <a:pt x="526" y="511"/>
                    <a:pt x="558" y="484"/>
                  </a:cubicBezTo>
                  <a:cubicBezTo>
                    <a:pt x="589" y="458"/>
                    <a:pt x="610" y="418"/>
                    <a:pt x="611" y="362"/>
                  </a:cubicBezTo>
                  <a:cubicBezTo>
                    <a:pt x="609" y="362"/>
                    <a:pt x="609" y="362"/>
                    <a:pt x="609" y="362"/>
                  </a:cubicBezTo>
                  <a:cubicBezTo>
                    <a:pt x="611" y="362"/>
                    <a:pt x="611" y="362"/>
                    <a:pt x="611" y="362"/>
                  </a:cubicBezTo>
                  <a:cubicBezTo>
                    <a:pt x="611" y="362"/>
                    <a:pt x="611" y="362"/>
                    <a:pt x="611" y="362"/>
                  </a:cubicBezTo>
                  <a:cubicBezTo>
                    <a:pt x="611" y="359"/>
                    <a:pt x="611" y="351"/>
                    <a:pt x="608" y="341"/>
                  </a:cubicBezTo>
                  <a:cubicBezTo>
                    <a:pt x="605" y="331"/>
                    <a:pt x="598" y="318"/>
                    <a:pt x="586" y="308"/>
                  </a:cubicBezTo>
                  <a:cubicBezTo>
                    <a:pt x="585" y="307"/>
                    <a:pt x="585" y="307"/>
                    <a:pt x="585" y="307"/>
                  </a:cubicBezTo>
                  <a:cubicBezTo>
                    <a:pt x="585" y="307"/>
                    <a:pt x="585" y="307"/>
                    <a:pt x="585" y="307"/>
                  </a:cubicBezTo>
                  <a:cubicBezTo>
                    <a:pt x="585" y="307"/>
                    <a:pt x="581" y="308"/>
                    <a:pt x="575" y="308"/>
                  </a:cubicBezTo>
                  <a:cubicBezTo>
                    <a:pt x="570" y="308"/>
                    <a:pt x="562" y="308"/>
                    <a:pt x="554" y="308"/>
                  </a:cubicBezTo>
                  <a:cubicBezTo>
                    <a:pt x="548" y="308"/>
                    <a:pt x="542" y="308"/>
                    <a:pt x="536" y="308"/>
                  </a:cubicBezTo>
                  <a:cubicBezTo>
                    <a:pt x="530" y="307"/>
                    <a:pt x="526" y="306"/>
                    <a:pt x="523" y="305"/>
                  </a:cubicBezTo>
                  <a:cubicBezTo>
                    <a:pt x="517" y="303"/>
                    <a:pt x="505" y="296"/>
                    <a:pt x="492" y="288"/>
                  </a:cubicBezTo>
                  <a:cubicBezTo>
                    <a:pt x="479" y="280"/>
                    <a:pt x="466" y="272"/>
                    <a:pt x="459" y="266"/>
                  </a:cubicBezTo>
                  <a:cubicBezTo>
                    <a:pt x="455" y="264"/>
                    <a:pt x="450" y="259"/>
                    <a:pt x="444" y="252"/>
                  </a:cubicBezTo>
                  <a:cubicBezTo>
                    <a:pt x="434" y="243"/>
                    <a:pt x="423" y="230"/>
                    <a:pt x="414" y="219"/>
                  </a:cubicBezTo>
                  <a:cubicBezTo>
                    <a:pt x="409" y="214"/>
                    <a:pt x="404" y="209"/>
                    <a:pt x="401" y="205"/>
                  </a:cubicBezTo>
                  <a:cubicBezTo>
                    <a:pt x="397" y="201"/>
                    <a:pt x="394" y="198"/>
                    <a:pt x="393" y="196"/>
                  </a:cubicBezTo>
                  <a:cubicBezTo>
                    <a:pt x="391" y="198"/>
                    <a:pt x="391" y="198"/>
                    <a:pt x="391" y="198"/>
                  </a:cubicBezTo>
                  <a:cubicBezTo>
                    <a:pt x="393" y="197"/>
                    <a:pt x="393" y="197"/>
                    <a:pt x="393" y="197"/>
                  </a:cubicBezTo>
                  <a:cubicBezTo>
                    <a:pt x="393" y="197"/>
                    <a:pt x="392" y="188"/>
                    <a:pt x="388" y="178"/>
                  </a:cubicBezTo>
                  <a:cubicBezTo>
                    <a:pt x="385" y="167"/>
                    <a:pt x="380" y="154"/>
                    <a:pt x="372" y="147"/>
                  </a:cubicBezTo>
                  <a:cubicBezTo>
                    <a:pt x="372" y="146"/>
                    <a:pt x="372" y="146"/>
                    <a:pt x="372" y="146"/>
                  </a:cubicBezTo>
                  <a:cubicBezTo>
                    <a:pt x="372" y="147"/>
                    <a:pt x="372" y="147"/>
                    <a:pt x="372" y="147"/>
                  </a:cubicBezTo>
                  <a:cubicBezTo>
                    <a:pt x="365" y="139"/>
                    <a:pt x="358" y="131"/>
                    <a:pt x="353" y="125"/>
                  </a:cubicBezTo>
                  <a:cubicBezTo>
                    <a:pt x="350" y="122"/>
                    <a:pt x="348" y="119"/>
                    <a:pt x="347" y="117"/>
                  </a:cubicBezTo>
                  <a:cubicBezTo>
                    <a:pt x="345" y="115"/>
                    <a:pt x="344" y="114"/>
                    <a:pt x="344" y="114"/>
                  </a:cubicBezTo>
                  <a:cubicBezTo>
                    <a:pt x="343" y="115"/>
                    <a:pt x="343" y="115"/>
                    <a:pt x="343" y="115"/>
                  </a:cubicBezTo>
                  <a:cubicBezTo>
                    <a:pt x="343" y="117"/>
                    <a:pt x="343" y="117"/>
                    <a:pt x="343" y="117"/>
                  </a:cubicBezTo>
                  <a:cubicBezTo>
                    <a:pt x="343" y="117"/>
                    <a:pt x="347" y="116"/>
                    <a:pt x="350" y="113"/>
                  </a:cubicBezTo>
                  <a:cubicBezTo>
                    <a:pt x="354" y="110"/>
                    <a:pt x="357" y="106"/>
                    <a:pt x="357" y="99"/>
                  </a:cubicBezTo>
                  <a:cubicBezTo>
                    <a:pt x="357" y="97"/>
                    <a:pt x="357" y="95"/>
                    <a:pt x="357" y="93"/>
                  </a:cubicBezTo>
                  <a:cubicBezTo>
                    <a:pt x="357" y="93"/>
                    <a:pt x="357" y="93"/>
                    <a:pt x="357" y="93"/>
                  </a:cubicBezTo>
                  <a:cubicBezTo>
                    <a:pt x="354" y="85"/>
                    <a:pt x="350" y="76"/>
                    <a:pt x="346" y="67"/>
                  </a:cubicBezTo>
                  <a:cubicBezTo>
                    <a:pt x="342" y="58"/>
                    <a:pt x="339" y="50"/>
                    <a:pt x="338" y="45"/>
                  </a:cubicBezTo>
                  <a:cubicBezTo>
                    <a:pt x="338" y="45"/>
                    <a:pt x="338" y="45"/>
                    <a:pt x="338" y="45"/>
                  </a:cubicBezTo>
                  <a:cubicBezTo>
                    <a:pt x="338" y="45"/>
                    <a:pt x="338" y="45"/>
                    <a:pt x="338" y="45"/>
                  </a:cubicBezTo>
                  <a:cubicBezTo>
                    <a:pt x="337" y="40"/>
                    <a:pt x="334" y="30"/>
                    <a:pt x="329" y="22"/>
                  </a:cubicBezTo>
                  <a:cubicBezTo>
                    <a:pt x="327" y="17"/>
                    <a:pt x="324" y="13"/>
                    <a:pt x="320" y="10"/>
                  </a:cubicBezTo>
                  <a:cubicBezTo>
                    <a:pt x="317" y="7"/>
                    <a:pt x="313" y="5"/>
                    <a:pt x="308" y="5"/>
                  </a:cubicBezTo>
                  <a:cubicBezTo>
                    <a:pt x="308" y="5"/>
                    <a:pt x="308" y="5"/>
                    <a:pt x="307" y="5"/>
                  </a:cubicBezTo>
                  <a:cubicBezTo>
                    <a:pt x="307" y="5"/>
                    <a:pt x="307" y="5"/>
                    <a:pt x="307" y="5"/>
                  </a:cubicBezTo>
                  <a:cubicBezTo>
                    <a:pt x="307" y="7"/>
                    <a:pt x="307" y="7"/>
                    <a:pt x="307" y="7"/>
                  </a:cubicBezTo>
                  <a:cubicBezTo>
                    <a:pt x="308" y="9"/>
                    <a:pt x="308" y="9"/>
                    <a:pt x="308" y="9"/>
                  </a:cubicBezTo>
                  <a:cubicBezTo>
                    <a:pt x="308" y="9"/>
                    <a:pt x="308" y="9"/>
                    <a:pt x="308" y="9"/>
                  </a:cubicBezTo>
                  <a:cubicBezTo>
                    <a:pt x="312" y="9"/>
                    <a:pt x="315" y="11"/>
                    <a:pt x="318" y="13"/>
                  </a:cubicBezTo>
                  <a:cubicBezTo>
                    <a:pt x="322" y="17"/>
                    <a:pt x="326" y="24"/>
                    <a:pt x="329" y="30"/>
                  </a:cubicBezTo>
                  <a:cubicBezTo>
                    <a:pt x="332" y="36"/>
                    <a:pt x="334" y="42"/>
                    <a:pt x="334" y="46"/>
                  </a:cubicBezTo>
                  <a:cubicBezTo>
                    <a:pt x="334" y="46"/>
                    <a:pt x="334" y="46"/>
                    <a:pt x="334" y="46"/>
                  </a:cubicBezTo>
                  <a:cubicBezTo>
                    <a:pt x="335" y="52"/>
                    <a:pt x="339" y="60"/>
                    <a:pt x="343" y="69"/>
                  </a:cubicBezTo>
                  <a:cubicBezTo>
                    <a:pt x="346" y="77"/>
                    <a:pt x="351" y="87"/>
                    <a:pt x="353" y="94"/>
                  </a:cubicBezTo>
                  <a:cubicBezTo>
                    <a:pt x="353" y="96"/>
                    <a:pt x="353" y="98"/>
                    <a:pt x="353" y="99"/>
                  </a:cubicBezTo>
                  <a:cubicBezTo>
                    <a:pt x="353" y="104"/>
                    <a:pt x="351" y="107"/>
                    <a:pt x="348" y="110"/>
                  </a:cubicBezTo>
                  <a:cubicBezTo>
                    <a:pt x="346" y="111"/>
                    <a:pt x="345" y="112"/>
                    <a:pt x="344" y="112"/>
                  </a:cubicBezTo>
                  <a:cubicBezTo>
                    <a:pt x="343" y="113"/>
                    <a:pt x="343" y="113"/>
                    <a:pt x="342" y="113"/>
                  </a:cubicBezTo>
                  <a:cubicBezTo>
                    <a:pt x="342" y="113"/>
                    <a:pt x="342" y="113"/>
                    <a:pt x="342" y="113"/>
                  </a:cubicBezTo>
                  <a:cubicBezTo>
                    <a:pt x="342" y="113"/>
                    <a:pt x="342" y="113"/>
                    <a:pt x="342" y="113"/>
                  </a:cubicBezTo>
                  <a:cubicBezTo>
                    <a:pt x="339" y="114"/>
                    <a:pt x="339" y="114"/>
                    <a:pt x="339" y="114"/>
                  </a:cubicBezTo>
                  <a:cubicBezTo>
                    <a:pt x="341" y="116"/>
                    <a:pt x="341" y="116"/>
                    <a:pt x="341" y="116"/>
                  </a:cubicBezTo>
                  <a:cubicBezTo>
                    <a:pt x="341" y="116"/>
                    <a:pt x="355" y="135"/>
                    <a:pt x="369" y="149"/>
                  </a:cubicBezTo>
                  <a:cubicBezTo>
                    <a:pt x="369" y="149"/>
                    <a:pt x="369" y="149"/>
                    <a:pt x="369" y="149"/>
                  </a:cubicBezTo>
                  <a:cubicBezTo>
                    <a:pt x="376" y="156"/>
                    <a:pt x="381" y="168"/>
                    <a:pt x="384" y="179"/>
                  </a:cubicBezTo>
                  <a:cubicBezTo>
                    <a:pt x="386" y="184"/>
                    <a:pt x="387" y="189"/>
                    <a:pt x="388" y="192"/>
                  </a:cubicBezTo>
                  <a:cubicBezTo>
                    <a:pt x="389" y="194"/>
                    <a:pt x="389" y="196"/>
                    <a:pt x="389" y="197"/>
                  </a:cubicBezTo>
                  <a:cubicBezTo>
                    <a:pt x="389" y="198"/>
                    <a:pt x="389" y="198"/>
                    <a:pt x="389" y="198"/>
                  </a:cubicBezTo>
                  <a:cubicBezTo>
                    <a:pt x="389" y="199"/>
                    <a:pt x="389" y="199"/>
                    <a:pt x="389" y="199"/>
                  </a:cubicBezTo>
                  <a:cubicBezTo>
                    <a:pt x="390" y="199"/>
                    <a:pt x="390" y="199"/>
                    <a:pt x="390" y="199"/>
                  </a:cubicBezTo>
                  <a:cubicBezTo>
                    <a:pt x="392" y="201"/>
                    <a:pt x="396" y="206"/>
                    <a:pt x="402" y="212"/>
                  </a:cubicBezTo>
                  <a:cubicBezTo>
                    <a:pt x="410" y="221"/>
                    <a:pt x="421" y="233"/>
                    <a:pt x="431" y="244"/>
                  </a:cubicBezTo>
                  <a:cubicBezTo>
                    <a:pt x="436" y="250"/>
                    <a:pt x="441" y="255"/>
                    <a:pt x="445" y="260"/>
                  </a:cubicBezTo>
                  <a:cubicBezTo>
                    <a:pt x="450" y="264"/>
                    <a:pt x="453" y="268"/>
                    <a:pt x="456" y="270"/>
                  </a:cubicBezTo>
                  <a:cubicBezTo>
                    <a:pt x="464" y="275"/>
                    <a:pt x="477" y="283"/>
                    <a:pt x="490" y="291"/>
                  </a:cubicBezTo>
                  <a:cubicBezTo>
                    <a:pt x="503" y="299"/>
                    <a:pt x="515" y="306"/>
                    <a:pt x="522" y="309"/>
                  </a:cubicBezTo>
                  <a:cubicBezTo>
                    <a:pt x="525" y="311"/>
                    <a:pt x="530" y="311"/>
                    <a:pt x="536" y="312"/>
                  </a:cubicBezTo>
                  <a:cubicBezTo>
                    <a:pt x="541" y="312"/>
                    <a:pt x="548" y="312"/>
                    <a:pt x="554" y="312"/>
                  </a:cubicBezTo>
                  <a:cubicBezTo>
                    <a:pt x="570" y="312"/>
                    <a:pt x="585" y="311"/>
                    <a:pt x="585" y="311"/>
                  </a:cubicBezTo>
                  <a:cubicBezTo>
                    <a:pt x="585" y="309"/>
                    <a:pt x="585" y="309"/>
                    <a:pt x="585" y="309"/>
                  </a:cubicBezTo>
                  <a:cubicBezTo>
                    <a:pt x="583" y="311"/>
                    <a:pt x="583" y="311"/>
                    <a:pt x="583" y="311"/>
                  </a:cubicBezTo>
                  <a:cubicBezTo>
                    <a:pt x="595" y="321"/>
                    <a:pt x="601" y="332"/>
                    <a:pt x="604" y="342"/>
                  </a:cubicBezTo>
                  <a:cubicBezTo>
                    <a:pt x="607" y="352"/>
                    <a:pt x="607" y="360"/>
                    <a:pt x="607" y="362"/>
                  </a:cubicBezTo>
                  <a:cubicBezTo>
                    <a:pt x="607" y="362"/>
                    <a:pt x="607" y="362"/>
                    <a:pt x="607" y="362"/>
                  </a:cubicBezTo>
                  <a:cubicBezTo>
                    <a:pt x="607" y="362"/>
                    <a:pt x="607" y="362"/>
                    <a:pt x="607" y="362"/>
                  </a:cubicBezTo>
                  <a:cubicBezTo>
                    <a:pt x="607" y="362"/>
                    <a:pt x="607" y="362"/>
                    <a:pt x="607" y="362"/>
                  </a:cubicBezTo>
                  <a:cubicBezTo>
                    <a:pt x="606" y="416"/>
                    <a:pt x="586" y="456"/>
                    <a:pt x="555" y="481"/>
                  </a:cubicBezTo>
                  <a:cubicBezTo>
                    <a:pt x="524" y="507"/>
                    <a:pt x="483" y="519"/>
                    <a:pt x="440" y="519"/>
                  </a:cubicBezTo>
                  <a:cubicBezTo>
                    <a:pt x="410" y="519"/>
                    <a:pt x="379" y="513"/>
                    <a:pt x="351" y="501"/>
                  </a:cubicBezTo>
                  <a:cubicBezTo>
                    <a:pt x="351" y="501"/>
                    <a:pt x="351" y="501"/>
                    <a:pt x="351" y="501"/>
                  </a:cubicBezTo>
                  <a:cubicBezTo>
                    <a:pt x="306" y="482"/>
                    <a:pt x="282" y="456"/>
                    <a:pt x="269" y="431"/>
                  </a:cubicBezTo>
                  <a:cubicBezTo>
                    <a:pt x="256" y="406"/>
                    <a:pt x="254" y="382"/>
                    <a:pt x="254" y="371"/>
                  </a:cubicBezTo>
                  <a:cubicBezTo>
                    <a:pt x="254" y="368"/>
                    <a:pt x="254" y="367"/>
                    <a:pt x="255" y="365"/>
                  </a:cubicBezTo>
                  <a:cubicBezTo>
                    <a:pt x="255" y="365"/>
                    <a:pt x="255" y="364"/>
                    <a:pt x="255" y="364"/>
                  </a:cubicBezTo>
                  <a:cubicBezTo>
                    <a:pt x="255" y="363"/>
                    <a:pt x="255" y="363"/>
                    <a:pt x="255" y="363"/>
                  </a:cubicBezTo>
                  <a:cubicBezTo>
                    <a:pt x="255" y="361"/>
                    <a:pt x="255" y="361"/>
                    <a:pt x="255" y="361"/>
                  </a:cubicBezTo>
                  <a:cubicBezTo>
                    <a:pt x="253" y="361"/>
                    <a:pt x="253" y="361"/>
                    <a:pt x="253" y="361"/>
                  </a:cubicBezTo>
                  <a:cubicBezTo>
                    <a:pt x="246" y="361"/>
                    <a:pt x="236" y="359"/>
                    <a:pt x="226" y="356"/>
                  </a:cubicBezTo>
                  <a:cubicBezTo>
                    <a:pt x="211" y="351"/>
                    <a:pt x="193" y="343"/>
                    <a:pt x="178" y="337"/>
                  </a:cubicBezTo>
                  <a:cubicBezTo>
                    <a:pt x="171" y="334"/>
                    <a:pt x="164" y="331"/>
                    <a:pt x="159" y="329"/>
                  </a:cubicBezTo>
                  <a:cubicBezTo>
                    <a:pt x="156" y="328"/>
                    <a:pt x="154" y="327"/>
                    <a:pt x="152" y="326"/>
                  </a:cubicBezTo>
                  <a:cubicBezTo>
                    <a:pt x="150" y="326"/>
                    <a:pt x="149" y="325"/>
                    <a:pt x="147" y="325"/>
                  </a:cubicBezTo>
                  <a:cubicBezTo>
                    <a:pt x="147" y="325"/>
                    <a:pt x="147" y="325"/>
                    <a:pt x="147" y="325"/>
                  </a:cubicBezTo>
                  <a:cubicBezTo>
                    <a:pt x="147" y="325"/>
                    <a:pt x="146" y="325"/>
                    <a:pt x="145" y="325"/>
                  </a:cubicBezTo>
                  <a:cubicBezTo>
                    <a:pt x="140" y="325"/>
                    <a:pt x="133" y="327"/>
                    <a:pt x="128" y="329"/>
                  </a:cubicBezTo>
                  <a:cubicBezTo>
                    <a:pt x="123" y="331"/>
                    <a:pt x="119" y="332"/>
                    <a:pt x="119" y="332"/>
                  </a:cubicBezTo>
                  <a:cubicBezTo>
                    <a:pt x="120" y="334"/>
                    <a:pt x="120" y="334"/>
                    <a:pt x="120" y="334"/>
                  </a:cubicBezTo>
                  <a:cubicBezTo>
                    <a:pt x="120" y="332"/>
                    <a:pt x="120" y="332"/>
                    <a:pt x="120" y="332"/>
                  </a:cubicBezTo>
                  <a:cubicBezTo>
                    <a:pt x="106" y="332"/>
                    <a:pt x="94" y="330"/>
                    <a:pt x="87" y="328"/>
                  </a:cubicBezTo>
                  <a:cubicBezTo>
                    <a:pt x="83" y="326"/>
                    <a:pt x="81" y="324"/>
                    <a:pt x="79" y="323"/>
                  </a:cubicBezTo>
                  <a:cubicBezTo>
                    <a:pt x="78" y="321"/>
                    <a:pt x="77" y="319"/>
                    <a:pt x="77" y="318"/>
                  </a:cubicBezTo>
                  <a:cubicBezTo>
                    <a:pt x="77" y="316"/>
                    <a:pt x="78" y="315"/>
                    <a:pt x="79" y="314"/>
                  </a:cubicBezTo>
                  <a:cubicBezTo>
                    <a:pt x="81" y="312"/>
                    <a:pt x="85" y="311"/>
                    <a:pt x="88" y="310"/>
                  </a:cubicBezTo>
                  <a:cubicBezTo>
                    <a:pt x="90" y="310"/>
                    <a:pt x="91" y="310"/>
                    <a:pt x="92" y="309"/>
                  </a:cubicBezTo>
                  <a:cubicBezTo>
                    <a:pt x="92" y="309"/>
                    <a:pt x="93" y="309"/>
                    <a:pt x="93" y="309"/>
                  </a:cubicBezTo>
                  <a:cubicBezTo>
                    <a:pt x="94" y="309"/>
                    <a:pt x="94" y="309"/>
                    <a:pt x="94" y="309"/>
                  </a:cubicBezTo>
                  <a:cubicBezTo>
                    <a:pt x="98" y="309"/>
                    <a:pt x="98" y="309"/>
                    <a:pt x="98" y="309"/>
                  </a:cubicBezTo>
                  <a:cubicBezTo>
                    <a:pt x="95" y="306"/>
                    <a:pt x="95" y="306"/>
                    <a:pt x="95" y="306"/>
                  </a:cubicBezTo>
                  <a:cubicBezTo>
                    <a:pt x="95" y="306"/>
                    <a:pt x="94" y="305"/>
                    <a:pt x="92" y="302"/>
                  </a:cubicBezTo>
                  <a:cubicBezTo>
                    <a:pt x="85" y="294"/>
                    <a:pt x="68" y="274"/>
                    <a:pt x="52" y="252"/>
                  </a:cubicBezTo>
                  <a:cubicBezTo>
                    <a:pt x="43" y="242"/>
                    <a:pt x="35" y="231"/>
                    <a:pt x="29" y="222"/>
                  </a:cubicBezTo>
                  <a:cubicBezTo>
                    <a:pt x="22" y="213"/>
                    <a:pt x="18" y="205"/>
                    <a:pt x="16" y="200"/>
                  </a:cubicBezTo>
                  <a:cubicBezTo>
                    <a:pt x="10" y="186"/>
                    <a:pt x="4" y="163"/>
                    <a:pt x="4" y="135"/>
                  </a:cubicBezTo>
                  <a:cubicBezTo>
                    <a:pt x="4" y="118"/>
                    <a:pt x="7" y="100"/>
                    <a:pt x="13" y="81"/>
                  </a:cubicBezTo>
                  <a:cubicBezTo>
                    <a:pt x="16" y="70"/>
                    <a:pt x="20" y="62"/>
                    <a:pt x="24" y="56"/>
                  </a:cubicBezTo>
                  <a:cubicBezTo>
                    <a:pt x="30" y="47"/>
                    <a:pt x="36" y="43"/>
                    <a:pt x="43" y="40"/>
                  </a:cubicBezTo>
                  <a:cubicBezTo>
                    <a:pt x="50" y="37"/>
                    <a:pt x="59" y="35"/>
                    <a:pt x="69" y="29"/>
                  </a:cubicBezTo>
                  <a:cubicBezTo>
                    <a:pt x="82" y="21"/>
                    <a:pt x="89" y="16"/>
                    <a:pt x="97" y="13"/>
                  </a:cubicBezTo>
                  <a:cubicBezTo>
                    <a:pt x="104" y="9"/>
                    <a:pt x="112" y="7"/>
                    <a:pt x="127" y="5"/>
                  </a:cubicBezTo>
                  <a:cubicBezTo>
                    <a:pt x="134" y="4"/>
                    <a:pt x="141" y="4"/>
                    <a:pt x="149" y="4"/>
                  </a:cubicBezTo>
                  <a:cubicBezTo>
                    <a:pt x="173" y="4"/>
                    <a:pt x="199" y="8"/>
                    <a:pt x="215" y="9"/>
                  </a:cubicBezTo>
                  <a:cubicBezTo>
                    <a:pt x="226" y="10"/>
                    <a:pt x="243" y="15"/>
                    <a:pt x="257" y="20"/>
                  </a:cubicBezTo>
                  <a:cubicBezTo>
                    <a:pt x="264" y="22"/>
                    <a:pt x="271" y="25"/>
                    <a:pt x="275" y="26"/>
                  </a:cubicBezTo>
                  <a:cubicBezTo>
                    <a:pt x="280" y="28"/>
                    <a:pt x="283" y="29"/>
                    <a:pt x="283" y="29"/>
                  </a:cubicBezTo>
                  <a:cubicBezTo>
                    <a:pt x="285" y="30"/>
                    <a:pt x="285" y="30"/>
                    <a:pt x="285" y="30"/>
                  </a:cubicBezTo>
                  <a:cubicBezTo>
                    <a:pt x="286" y="28"/>
                    <a:pt x="286" y="28"/>
                    <a:pt x="286" y="28"/>
                  </a:cubicBezTo>
                  <a:cubicBezTo>
                    <a:pt x="286" y="28"/>
                    <a:pt x="286" y="28"/>
                    <a:pt x="286" y="28"/>
                  </a:cubicBezTo>
                  <a:cubicBezTo>
                    <a:pt x="286" y="27"/>
                    <a:pt x="288" y="22"/>
                    <a:pt x="292" y="18"/>
                  </a:cubicBezTo>
                  <a:cubicBezTo>
                    <a:pt x="296" y="14"/>
                    <a:pt x="301" y="10"/>
                    <a:pt x="308" y="9"/>
                  </a:cubicBezTo>
                  <a:cubicBezTo>
                    <a:pt x="308" y="9"/>
                    <a:pt x="308" y="9"/>
                    <a:pt x="308" y="9"/>
                  </a:cubicBezTo>
                  <a:cubicBezTo>
                    <a:pt x="308" y="9"/>
                    <a:pt x="308" y="9"/>
                    <a:pt x="308" y="9"/>
                  </a:cubicBezTo>
                  <a:lnTo>
                    <a:pt x="307" y="7"/>
                  </a:ln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7363" name="Freeform 279">
              <a:extLst>
                <a:ext uri="{FF2B5EF4-FFF2-40B4-BE49-F238E27FC236}">
                  <a16:creationId xmlns:a16="http://schemas.microsoft.com/office/drawing/2014/main" id="{7E072835-C133-4ACF-8495-B12B18F6D7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7" y="1656"/>
              <a:ext cx="28" cy="59"/>
            </a:xfrm>
            <a:custGeom>
              <a:avLst/>
              <a:gdLst>
                <a:gd name="T0" fmla="*/ 14 w 29"/>
                <a:gd name="T1" fmla="*/ 7 h 60"/>
                <a:gd name="T2" fmla="*/ 5 w 29"/>
                <a:gd name="T3" fmla="*/ 0 h 60"/>
                <a:gd name="T4" fmla="*/ 0 w 29"/>
                <a:gd name="T5" fmla="*/ 7 h 60"/>
                <a:gd name="T6" fmla="*/ 5 w 29"/>
                <a:gd name="T7" fmla="*/ 30 h 60"/>
                <a:gd name="T8" fmla="*/ 11 w 29"/>
                <a:gd name="T9" fmla="*/ 30 h 60"/>
                <a:gd name="T10" fmla="*/ 14 w 29"/>
                <a:gd name="T11" fmla="*/ 37 h 60"/>
                <a:gd name="T12" fmla="*/ 17 w 29"/>
                <a:gd name="T13" fmla="*/ 50 h 60"/>
                <a:gd name="T14" fmla="*/ 23 w 29"/>
                <a:gd name="T15" fmla="*/ 57 h 60"/>
                <a:gd name="T16" fmla="*/ 24 w 29"/>
                <a:gd name="T17" fmla="*/ 39 h 60"/>
                <a:gd name="T18" fmla="*/ 21 w 29"/>
                <a:gd name="T19" fmla="*/ 53 h 60"/>
                <a:gd name="T20" fmla="*/ 17 w 29"/>
                <a:gd name="T21" fmla="*/ 45 h 60"/>
                <a:gd name="T22" fmla="*/ 14 w 29"/>
                <a:gd name="T23" fmla="*/ 35 h 60"/>
                <a:gd name="T24" fmla="*/ 7 w 29"/>
                <a:gd name="T25" fmla="*/ 30 h 60"/>
                <a:gd name="T26" fmla="*/ 5 w 29"/>
                <a:gd name="T27" fmla="*/ 29 h 60"/>
                <a:gd name="T28" fmla="*/ 4 w 29"/>
                <a:gd name="T29" fmla="*/ 24 h 60"/>
                <a:gd name="T30" fmla="*/ 3 w 29"/>
                <a:gd name="T31" fmla="*/ 12 h 60"/>
                <a:gd name="T32" fmla="*/ 6 w 29"/>
                <a:gd name="T33" fmla="*/ 3 h 60"/>
                <a:gd name="T34" fmla="*/ 14 w 29"/>
                <a:gd name="T35" fmla="*/ 8 h 60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29" h="60">
                  <a:moveTo>
                    <a:pt x="16" y="7"/>
                  </a:moveTo>
                  <a:cubicBezTo>
                    <a:pt x="15" y="3"/>
                    <a:pt x="9" y="0"/>
                    <a:pt x="5" y="0"/>
                  </a:cubicBezTo>
                  <a:cubicBezTo>
                    <a:pt x="1" y="0"/>
                    <a:pt x="0" y="4"/>
                    <a:pt x="0" y="7"/>
                  </a:cubicBezTo>
                  <a:cubicBezTo>
                    <a:pt x="0" y="14"/>
                    <a:pt x="1" y="24"/>
                    <a:pt x="5" y="30"/>
                  </a:cubicBezTo>
                  <a:cubicBezTo>
                    <a:pt x="6" y="32"/>
                    <a:pt x="8" y="33"/>
                    <a:pt x="11" y="33"/>
                  </a:cubicBezTo>
                  <a:cubicBezTo>
                    <a:pt x="15" y="34"/>
                    <a:pt x="15" y="35"/>
                    <a:pt x="16" y="40"/>
                  </a:cubicBezTo>
                  <a:cubicBezTo>
                    <a:pt x="17" y="44"/>
                    <a:pt x="18" y="49"/>
                    <a:pt x="20" y="53"/>
                  </a:cubicBezTo>
                  <a:cubicBezTo>
                    <a:pt x="21" y="57"/>
                    <a:pt x="24" y="58"/>
                    <a:pt x="26" y="60"/>
                  </a:cubicBezTo>
                  <a:cubicBezTo>
                    <a:pt x="28" y="57"/>
                    <a:pt x="29" y="45"/>
                    <a:pt x="27" y="42"/>
                  </a:cubicBezTo>
                  <a:cubicBezTo>
                    <a:pt x="25" y="47"/>
                    <a:pt x="25" y="52"/>
                    <a:pt x="24" y="56"/>
                  </a:cubicBezTo>
                  <a:cubicBezTo>
                    <a:pt x="22" y="56"/>
                    <a:pt x="20" y="50"/>
                    <a:pt x="20" y="48"/>
                  </a:cubicBezTo>
                  <a:cubicBezTo>
                    <a:pt x="18" y="45"/>
                    <a:pt x="18" y="41"/>
                    <a:pt x="16" y="38"/>
                  </a:cubicBezTo>
                  <a:cubicBezTo>
                    <a:pt x="14" y="34"/>
                    <a:pt x="11" y="31"/>
                    <a:pt x="7" y="30"/>
                  </a:cubicBezTo>
                  <a:cubicBezTo>
                    <a:pt x="6" y="29"/>
                    <a:pt x="5" y="30"/>
                    <a:pt x="5" y="29"/>
                  </a:cubicBezTo>
                  <a:cubicBezTo>
                    <a:pt x="4" y="28"/>
                    <a:pt x="4" y="25"/>
                    <a:pt x="4" y="24"/>
                  </a:cubicBezTo>
                  <a:cubicBezTo>
                    <a:pt x="3" y="20"/>
                    <a:pt x="3" y="16"/>
                    <a:pt x="3" y="12"/>
                  </a:cubicBezTo>
                  <a:cubicBezTo>
                    <a:pt x="3" y="9"/>
                    <a:pt x="3" y="4"/>
                    <a:pt x="6" y="3"/>
                  </a:cubicBezTo>
                  <a:cubicBezTo>
                    <a:pt x="9" y="1"/>
                    <a:pt x="14" y="6"/>
                    <a:pt x="16" y="8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7364" name="Freeform 280">
              <a:extLst>
                <a:ext uri="{FF2B5EF4-FFF2-40B4-BE49-F238E27FC236}">
                  <a16:creationId xmlns:a16="http://schemas.microsoft.com/office/drawing/2014/main" id="{CCE54541-087D-4A66-B52D-474403F6FE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2" y="1692"/>
              <a:ext cx="68" cy="58"/>
            </a:xfrm>
            <a:custGeom>
              <a:avLst/>
              <a:gdLst>
                <a:gd name="T0" fmla="*/ 64 w 70"/>
                <a:gd name="T1" fmla="*/ 2 h 59"/>
                <a:gd name="T2" fmla="*/ 24 w 70"/>
                <a:gd name="T3" fmla="*/ 19 h 59"/>
                <a:gd name="T4" fmla="*/ 4 w 70"/>
                <a:gd name="T5" fmla="*/ 53 h 59"/>
                <a:gd name="T6" fmla="*/ 28 w 70"/>
                <a:gd name="T7" fmla="*/ 25 h 59"/>
                <a:gd name="T8" fmla="*/ 64 w 70"/>
                <a:gd name="T9" fmla="*/ 2 h 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0" h="59">
                  <a:moveTo>
                    <a:pt x="70" y="2"/>
                  </a:moveTo>
                  <a:cubicBezTo>
                    <a:pt x="70" y="2"/>
                    <a:pt x="50" y="0"/>
                    <a:pt x="27" y="19"/>
                  </a:cubicBezTo>
                  <a:cubicBezTo>
                    <a:pt x="3" y="39"/>
                    <a:pt x="0" y="52"/>
                    <a:pt x="4" y="56"/>
                  </a:cubicBezTo>
                  <a:cubicBezTo>
                    <a:pt x="8" y="59"/>
                    <a:pt x="21" y="32"/>
                    <a:pt x="31" y="25"/>
                  </a:cubicBezTo>
                  <a:cubicBezTo>
                    <a:pt x="40" y="18"/>
                    <a:pt x="62" y="4"/>
                    <a:pt x="70" y="2"/>
                  </a:cubicBezTo>
                  <a:close/>
                </a:path>
              </a:pathLst>
            </a:custGeom>
            <a:solidFill>
              <a:srgbClr val="B24D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7365" name="Freeform 281">
              <a:extLst>
                <a:ext uri="{FF2B5EF4-FFF2-40B4-BE49-F238E27FC236}">
                  <a16:creationId xmlns:a16="http://schemas.microsoft.com/office/drawing/2014/main" id="{512965D9-95E6-4936-BEC1-FCABF14F6C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0" y="1805"/>
              <a:ext cx="45" cy="74"/>
            </a:xfrm>
            <a:custGeom>
              <a:avLst/>
              <a:gdLst>
                <a:gd name="T0" fmla="*/ 37 w 46"/>
                <a:gd name="T1" fmla="*/ 5 h 76"/>
                <a:gd name="T2" fmla="*/ 8 w 46"/>
                <a:gd name="T3" fmla="*/ 70 h 76"/>
                <a:gd name="T4" fmla="*/ 19 w 46"/>
                <a:gd name="T5" fmla="*/ 31 h 76"/>
                <a:gd name="T6" fmla="*/ 37 w 46"/>
                <a:gd name="T7" fmla="*/ 5 h 7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6" h="76">
                  <a:moveTo>
                    <a:pt x="40" y="5"/>
                  </a:moveTo>
                  <a:cubicBezTo>
                    <a:pt x="36" y="0"/>
                    <a:pt x="0" y="30"/>
                    <a:pt x="8" y="76"/>
                  </a:cubicBezTo>
                  <a:cubicBezTo>
                    <a:pt x="8" y="76"/>
                    <a:pt x="7" y="50"/>
                    <a:pt x="19" y="34"/>
                  </a:cubicBezTo>
                  <a:cubicBezTo>
                    <a:pt x="31" y="17"/>
                    <a:pt x="46" y="13"/>
                    <a:pt x="40" y="5"/>
                  </a:cubicBezTo>
                  <a:close/>
                </a:path>
              </a:pathLst>
            </a:custGeom>
            <a:solidFill>
              <a:srgbClr val="B24D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7366" name="Freeform 282">
              <a:extLst>
                <a:ext uri="{FF2B5EF4-FFF2-40B4-BE49-F238E27FC236}">
                  <a16:creationId xmlns:a16="http://schemas.microsoft.com/office/drawing/2014/main" id="{8BBF517A-83CD-4A25-A090-902DE0FD490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424" y="1823"/>
              <a:ext cx="42" cy="56"/>
            </a:xfrm>
            <a:custGeom>
              <a:avLst/>
              <a:gdLst>
                <a:gd name="T0" fmla="*/ 36 w 43"/>
                <a:gd name="T1" fmla="*/ 0 h 57"/>
                <a:gd name="T2" fmla="*/ 25 w 43"/>
                <a:gd name="T3" fmla="*/ 5 h 57"/>
                <a:gd name="T4" fmla="*/ 12 w 43"/>
                <a:gd name="T5" fmla="*/ 19 h 57"/>
                <a:gd name="T6" fmla="*/ 6 w 43"/>
                <a:gd name="T7" fmla="*/ 53 h 57"/>
                <a:gd name="T8" fmla="*/ 6 w 43"/>
                <a:gd name="T9" fmla="*/ 54 h 57"/>
                <a:gd name="T10" fmla="*/ 5 w 43"/>
                <a:gd name="T11" fmla="*/ 33 h 57"/>
                <a:gd name="T12" fmla="*/ 17 w 43"/>
                <a:gd name="T13" fmla="*/ 19 h 57"/>
                <a:gd name="T14" fmla="*/ 28 w 43"/>
                <a:gd name="T15" fmla="*/ 6 h 57"/>
                <a:gd name="T16" fmla="*/ 37 w 43"/>
                <a:gd name="T17" fmla="*/ 0 h 57"/>
                <a:gd name="T18" fmla="*/ 36 w 43"/>
                <a:gd name="T19" fmla="*/ 0 h 57"/>
                <a:gd name="T20" fmla="*/ 39 w 43"/>
                <a:gd name="T21" fmla="*/ 0 h 57"/>
                <a:gd name="T22" fmla="*/ 37 w 43"/>
                <a:gd name="T23" fmla="*/ 0 h 57"/>
                <a:gd name="T24" fmla="*/ 40 w 43"/>
                <a:gd name="T25" fmla="*/ 1 h 57"/>
                <a:gd name="T26" fmla="*/ 40 w 43"/>
                <a:gd name="T27" fmla="*/ 0 h 57"/>
                <a:gd name="T28" fmla="*/ 39 w 43"/>
                <a:gd name="T29" fmla="*/ 0 h 57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43" h="57">
                  <a:moveTo>
                    <a:pt x="39" y="0"/>
                  </a:moveTo>
                  <a:cubicBezTo>
                    <a:pt x="35" y="0"/>
                    <a:pt x="31" y="2"/>
                    <a:pt x="28" y="5"/>
                  </a:cubicBezTo>
                  <a:cubicBezTo>
                    <a:pt x="23" y="9"/>
                    <a:pt x="17" y="14"/>
                    <a:pt x="12" y="19"/>
                  </a:cubicBezTo>
                  <a:cubicBezTo>
                    <a:pt x="2" y="29"/>
                    <a:pt x="0" y="44"/>
                    <a:pt x="6" y="56"/>
                  </a:cubicBezTo>
                  <a:cubicBezTo>
                    <a:pt x="6" y="57"/>
                    <a:pt x="6" y="57"/>
                    <a:pt x="6" y="57"/>
                  </a:cubicBezTo>
                  <a:cubicBezTo>
                    <a:pt x="7" y="50"/>
                    <a:pt x="4" y="43"/>
                    <a:pt x="5" y="36"/>
                  </a:cubicBezTo>
                  <a:cubicBezTo>
                    <a:pt x="7" y="29"/>
                    <a:pt x="12" y="23"/>
                    <a:pt x="17" y="19"/>
                  </a:cubicBezTo>
                  <a:cubicBezTo>
                    <a:pt x="21" y="14"/>
                    <a:pt x="26" y="10"/>
                    <a:pt x="31" y="6"/>
                  </a:cubicBezTo>
                  <a:cubicBezTo>
                    <a:pt x="34" y="3"/>
                    <a:pt x="36" y="0"/>
                    <a:pt x="40" y="0"/>
                  </a:cubicBezTo>
                  <a:cubicBezTo>
                    <a:pt x="40" y="0"/>
                    <a:pt x="39" y="0"/>
                    <a:pt x="39" y="0"/>
                  </a:cubicBezTo>
                  <a:moveTo>
                    <a:pt x="42" y="0"/>
                  </a:moveTo>
                  <a:cubicBezTo>
                    <a:pt x="41" y="0"/>
                    <a:pt x="41" y="0"/>
                    <a:pt x="40" y="0"/>
                  </a:cubicBezTo>
                  <a:cubicBezTo>
                    <a:pt x="41" y="0"/>
                    <a:pt x="42" y="0"/>
                    <a:pt x="43" y="1"/>
                  </a:cubicBezTo>
                  <a:cubicBezTo>
                    <a:pt x="43" y="0"/>
                    <a:pt x="43" y="0"/>
                    <a:pt x="43" y="0"/>
                  </a:cubicBezTo>
                  <a:cubicBezTo>
                    <a:pt x="42" y="0"/>
                    <a:pt x="42" y="0"/>
                    <a:pt x="42" y="0"/>
                  </a:cubicBezTo>
                </a:path>
              </a:pathLst>
            </a:custGeom>
            <a:solidFill>
              <a:srgbClr val="8D85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7367" name="Freeform 283">
              <a:extLst>
                <a:ext uri="{FF2B5EF4-FFF2-40B4-BE49-F238E27FC236}">
                  <a16:creationId xmlns:a16="http://schemas.microsoft.com/office/drawing/2014/main" id="{8BA82DDA-5E93-431B-B5DA-C816568FCD2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506" y="1712"/>
              <a:ext cx="39" cy="56"/>
            </a:xfrm>
            <a:custGeom>
              <a:avLst/>
              <a:gdLst>
                <a:gd name="T0" fmla="*/ 29 w 40"/>
                <a:gd name="T1" fmla="*/ 0 h 58"/>
                <a:gd name="T2" fmla="*/ 22 w 40"/>
                <a:gd name="T3" fmla="*/ 1 h 58"/>
                <a:gd name="T4" fmla="*/ 9 w 40"/>
                <a:gd name="T5" fmla="*/ 15 h 58"/>
                <a:gd name="T6" fmla="*/ 0 w 40"/>
                <a:gd name="T7" fmla="*/ 34 h 58"/>
                <a:gd name="T8" fmla="*/ 3 w 40"/>
                <a:gd name="T9" fmla="*/ 52 h 58"/>
                <a:gd name="T10" fmla="*/ 4 w 40"/>
                <a:gd name="T11" fmla="*/ 31 h 58"/>
                <a:gd name="T12" fmla="*/ 13 w 40"/>
                <a:gd name="T13" fmla="*/ 15 h 58"/>
                <a:gd name="T14" fmla="*/ 32 w 40"/>
                <a:gd name="T15" fmla="*/ 0 h 58"/>
                <a:gd name="T16" fmla="*/ 29 w 40"/>
                <a:gd name="T17" fmla="*/ 0 h 58"/>
                <a:gd name="T18" fmla="*/ 35 w 40"/>
                <a:gd name="T19" fmla="*/ 0 h 58"/>
                <a:gd name="T20" fmla="*/ 32 w 40"/>
                <a:gd name="T21" fmla="*/ 0 h 58"/>
                <a:gd name="T22" fmla="*/ 37 w 40"/>
                <a:gd name="T23" fmla="*/ 1 h 58"/>
                <a:gd name="T24" fmla="*/ 37 w 40"/>
                <a:gd name="T25" fmla="*/ 0 h 58"/>
                <a:gd name="T26" fmla="*/ 35 w 40"/>
                <a:gd name="T27" fmla="*/ 0 h 58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40" h="58">
                  <a:moveTo>
                    <a:pt x="32" y="0"/>
                  </a:moveTo>
                  <a:cubicBezTo>
                    <a:pt x="30" y="0"/>
                    <a:pt x="28" y="0"/>
                    <a:pt x="25" y="1"/>
                  </a:cubicBezTo>
                  <a:cubicBezTo>
                    <a:pt x="19" y="5"/>
                    <a:pt x="13" y="12"/>
                    <a:pt x="9" y="18"/>
                  </a:cubicBezTo>
                  <a:cubicBezTo>
                    <a:pt x="5" y="23"/>
                    <a:pt x="0" y="30"/>
                    <a:pt x="0" y="37"/>
                  </a:cubicBezTo>
                  <a:cubicBezTo>
                    <a:pt x="1" y="44"/>
                    <a:pt x="2" y="52"/>
                    <a:pt x="3" y="58"/>
                  </a:cubicBezTo>
                  <a:cubicBezTo>
                    <a:pt x="4" y="50"/>
                    <a:pt x="2" y="42"/>
                    <a:pt x="4" y="34"/>
                  </a:cubicBezTo>
                  <a:cubicBezTo>
                    <a:pt x="5" y="28"/>
                    <a:pt x="9" y="23"/>
                    <a:pt x="13" y="18"/>
                  </a:cubicBezTo>
                  <a:cubicBezTo>
                    <a:pt x="19" y="9"/>
                    <a:pt x="25" y="2"/>
                    <a:pt x="35" y="0"/>
                  </a:cubicBezTo>
                  <a:cubicBezTo>
                    <a:pt x="34" y="0"/>
                    <a:pt x="33" y="0"/>
                    <a:pt x="32" y="0"/>
                  </a:cubicBezTo>
                  <a:moveTo>
                    <a:pt x="38" y="0"/>
                  </a:moveTo>
                  <a:cubicBezTo>
                    <a:pt x="37" y="0"/>
                    <a:pt x="36" y="0"/>
                    <a:pt x="35" y="0"/>
                  </a:cubicBezTo>
                  <a:cubicBezTo>
                    <a:pt x="37" y="0"/>
                    <a:pt x="38" y="1"/>
                    <a:pt x="40" y="1"/>
                  </a:cubicBezTo>
                  <a:cubicBezTo>
                    <a:pt x="40" y="0"/>
                    <a:pt x="40" y="0"/>
                    <a:pt x="40" y="0"/>
                  </a:cubicBezTo>
                  <a:cubicBezTo>
                    <a:pt x="39" y="0"/>
                    <a:pt x="39" y="0"/>
                    <a:pt x="38" y="0"/>
                  </a:cubicBezTo>
                </a:path>
              </a:pathLst>
            </a:custGeom>
            <a:solidFill>
              <a:srgbClr val="8D85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7368" name="Freeform 284">
              <a:extLst>
                <a:ext uri="{FF2B5EF4-FFF2-40B4-BE49-F238E27FC236}">
                  <a16:creationId xmlns:a16="http://schemas.microsoft.com/office/drawing/2014/main" id="{98E9E1B1-71C9-4390-9DD8-E66BA82971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6" y="1831"/>
              <a:ext cx="42" cy="50"/>
            </a:xfrm>
            <a:custGeom>
              <a:avLst/>
              <a:gdLst>
                <a:gd name="T0" fmla="*/ 36 w 43"/>
                <a:gd name="T1" fmla="*/ 1 h 51"/>
                <a:gd name="T2" fmla="*/ 12 w 43"/>
                <a:gd name="T3" fmla="*/ 20 h 51"/>
                <a:gd name="T4" fmla="*/ 1 w 43"/>
                <a:gd name="T5" fmla="*/ 48 h 51"/>
                <a:gd name="T6" fmla="*/ 21 w 43"/>
                <a:gd name="T7" fmla="*/ 32 h 51"/>
                <a:gd name="T8" fmla="*/ 30 w 43"/>
                <a:gd name="T9" fmla="*/ 14 h 51"/>
                <a:gd name="T10" fmla="*/ 36 w 43"/>
                <a:gd name="T11" fmla="*/ 1 h 5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3" h="51">
                  <a:moveTo>
                    <a:pt x="39" y="1"/>
                  </a:moveTo>
                  <a:cubicBezTo>
                    <a:pt x="36" y="0"/>
                    <a:pt x="22" y="5"/>
                    <a:pt x="12" y="20"/>
                  </a:cubicBezTo>
                  <a:cubicBezTo>
                    <a:pt x="1" y="34"/>
                    <a:pt x="0" y="46"/>
                    <a:pt x="1" y="51"/>
                  </a:cubicBezTo>
                  <a:cubicBezTo>
                    <a:pt x="1" y="51"/>
                    <a:pt x="15" y="44"/>
                    <a:pt x="23" y="35"/>
                  </a:cubicBezTo>
                  <a:cubicBezTo>
                    <a:pt x="31" y="26"/>
                    <a:pt x="31" y="19"/>
                    <a:pt x="33" y="14"/>
                  </a:cubicBezTo>
                  <a:cubicBezTo>
                    <a:pt x="35" y="9"/>
                    <a:pt x="43" y="3"/>
                    <a:pt x="3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7369" name="Freeform 285">
              <a:extLst>
                <a:ext uri="{FF2B5EF4-FFF2-40B4-BE49-F238E27FC236}">
                  <a16:creationId xmlns:a16="http://schemas.microsoft.com/office/drawing/2014/main" id="{F705BCDE-32C8-4177-8D4D-9048340DD3A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9" y="1729"/>
              <a:ext cx="43" cy="47"/>
            </a:xfrm>
            <a:custGeom>
              <a:avLst/>
              <a:gdLst>
                <a:gd name="T0" fmla="*/ 32 w 45"/>
                <a:gd name="T1" fmla="*/ 0 h 48"/>
                <a:gd name="T2" fmla="*/ 17 w 45"/>
                <a:gd name="T3" fmla="*/ 10 h 48"/>
                <a:gd name="T4" fmla="*/ 1 w 45"/>
                <a:gd name="T5" fmla="*/ 35 h 48"/>
                <a:gd name="T6" fmla="*/ 2 w 45"/>
                <a:gd name="T7" fmla="*/ 45 h 48"/>
                <a:gd name="T8" fmla="*/ 9 w 45"/>
                <a:gd name="T9" fmla="*/ 38 h 48"/>
                <a:gd name="T10" fmla="*/ 32 w 45"/>
                <a:gd name="T11" fmla="*/ 0 h 4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5" h="48">
                  <a:moveTo>
                    <a:pt x="38" y="0"/>
                  </a:moveTo>
                  <a:cubicBezTo>
                    <a:pt x="38" y="0"/>
                    <a:pt x="30" y="0"/>
                    <a:pt x="20" y="10"/>
                  </a:cubicBezTo>
                  <a:cubicBezTo>
                    <a:pt x="10" y="20"/>
                    <a:pt x="3" y="31"/>
                    <a:pt x="1" y="38"/>
                  </a:cubicBezTo>
                  <a:cubicBezTo>
                    <a:pt x="0" y="45"/>
                    <a:pt x="0" y="48"/>
                    <a:pt x="2" y="48"/>
                  </a:cubicBezTo>
                  <a:cubicBezTo>
                    <a:pt x="5" y="48"/>
                    <a:pt x="5" y="44"/>
                    <a:pt x="9" y="41"/>
                  </a:cubicBezTo>
                  <a:cubicBezTo>
                    <a:pt x="13" y="38"/>
                    <a:pt x="45" y="14"/>
                    <a:pt x="3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7370" name="Freeform 286">
              <a:extLst>
                <a:ext uri="{FF2B5EF4-FFF2-40B4-BE49-F238E27FC236}">
                  <a16:creationId xmlns:a16="http://schemas.microsoft.com/office/drawing/2014/main" id="{2AF785B7-DCEE-4A69-8717-3913CFCF77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7" y="1850"/>
              <a:ext cx="20" cy="21"/>
            </a:xfrm>
            <a:custGeom>
              <a:avLst/>
              <a:gdLst>
                <a:gd name="T0" fmla="*/ 10 w 21"/>
                <a:gd name="T1" fmla="*/ 0 h 22"/>
                <a:gd name="T2" fmla="*/ 18 w 21"/>
                <a:gd name="T3" fmla="*/ 11 h 22"/>
                <a:gd name="T4" fmla="*/ 10 w 21"/>
                <a:gd name="T5" fmla="*/ 19 h 22"/>
                <a:gd name="T6" fmla="*/ 1 w 21"/>
                <a:gd name="T7" fmla="*/ 15 h 22"/>
                <a:gd name="T8" fmla="*/ 10 w 21"/>
                <a:gd name="T9" fmla="*/ 0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22">
                  <a:moveTo>
                    <a:pt x="12" y="0"/>
                  </a:moveTo>
                  <a:cubicBezTo>
                    <a:pt x="17" y="1"/>
                    <a:pt x="21" y="5"/>
                    <a:pt x="21" y="11"/>
                  </a:cubicBezTo>
                  <a:cubicBezTo>
                    <a:pt x="21" y="17"/>
                    <a:pt x="16" y="22"/>
                    <a:pt x="10" y="22"/>
                  </a:cubicBezTo>
                  <a:cubicBezTo>
                    <a:pt x="7" y="22"/>
                    <a:pt x="4" y="21"/>
                    <a:pt x="1" y="18"/>
                  </a:cubicBezTo>
                  <a:cubicBezTo>
                    <a:pt x="0" y="16"/>
                    <a:pt x="11" y="0"/>
                    <a:pt x="12" y="0"/>
                  </a:cubicBezTo>
                  <a:close/>
                </a:path>
              </a:pathLst>
            </a:custGeom>
            <a:solidFill>
              <a:srgbClr val="8ECA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7371" name="Freeform 287">
              <a:extLst>
                <a:ext uri="{FF2B5EF4-FFF2-40B4-BE49-F238E27FC236}">
                  <a16:creationId xmlns:a16="http://schemas.microsoft.com/office/drawing/2014/main" id="{42C3B2B0-3057-479A-995B-4C9BB2B249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5" y="1739"/>
              <a:ext cx="20" cy="20"/>
            </a:xfrm>
            <a:custGeom>
              <a:avLst/>
              <a:gdLst>
                <a:gd name="T0" fmla="*/ 11 w 21"/>
                <a:gd name="T1" fmla="*/ 0 h 21"/>
                <a:gd name="T2" fmla="*/ 18 w 21"/>
                <a:gd name="T3" fmla="*/ 10 h 21"/>
                <a:gd name="T4" fmla="*/ 9 w 21"/>
                <a:gd name="T5" fmla="*/ 18 h 21"/>
                <a:gd name="T6" fmla="*/ 0 w 21"/>
                <a:gd name="T7" fmla="*/ 14 h 21"/>
                <a:gd name="T8" fmla="*/ 11 w 21"/>
                <a:gd name="T9" fmla="*/ 0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21">
                  <a:moveTo>
                    <a:pt x="14" y="0"/>
                  </a:moveTo>
                  <a:cubicBezTo>
                    <a:pt x="18" y="1"/>
                    <a:pt x="21" y="5"/>
                    <a:pt x="21" y="10"/>
                  </a:cubicBezTo>
                  <a:cubicBezTo>
                    <a:pt x="21" y="16"/>
                    <a:pt x="16" y="21"/>
                    <a:pt x="9" y="21"/>
                  </a:cubicBezTo>
                  <a:cubicBezTo>
                    <a:pt x="6" y="21"/>
                    <a:pt x="2" y="20"/>
                    <a:pt x="0" y="17"/>
                  </a:cubicBezTo>
                  <a:cubicBezTo>
                    <a:pt x="4" y="10"/>
                    <a:pt x="11" y="1"/>
                    <a:pt x="14" y="0"/>
                  </a:cubicBezTo>
                  <a:close/>
                </a:path>
              </a:pathLst>
            </a:custGeom>
            <a:solidFill>
              <a:srgbClr val="8ECA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7372" name="Freeform 288">
              <a:extLst>
                <a:ext uri="{FF2B5EF4-FFF2-40B4-BE49-F238E27FC236}">
                  <a16:creationId xmlns:a16="http://schemas.microsoft.com/office/drawing/2014/main" id="{F571FBDE-B08D-4E71-B869-FBB27D4938F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8" y="1849"/>
              <a:ext cx="20" cy="23"/>
            </a:xfrm>
            <a:custGeom>
              <a:avLst/>
              <a:gdLst>
                <a:gd name="T0" fmla="*/ 10 w 21"/>
                <a:gd name="T1" fmla="*/ 1 h 24"/>
                <a:gd name="T2" fmla="*/ 10 w 21"/>
                <a:gd name="T3" fmla="*/ 1 h 24"/>
                <a:gd name="T4" fmla="*/ 17 w 21"/>
                <a:gd name="T5" fmla="*/ 12 h 24"/>
                <a:gd name="T6" fmla="*/ 9 w 21"/>
                <a:gd name="T7" fmla="*/ 20 h 24"/>
                <a:gd name="T8" fmla="*/ 1 w 21"/>
                <a:gd name="T9" fmla="*/ 16 h 24"/>
                <a:gd name="T10" fmla="*/ 1 w 21"/>
                <a:gd name="T11" fmla="*/ 16 h 24"/>
                <a:gd name="T12" fmla="*/ 1 w 21"/>
                <a:gd name="T13" fmla="*/ 16 h 24"/>
                <a:gd name="T14" fmla="*/ 1 w 21"/>
                <a:gd name="T15" fmla="*/ 16 h 24"/>
                <a:gd name="T16" fmla="*/ 1 w 21"/>
                <a:gd name="T17" fmla="*/ 16 h 24"/>
                <a:gd name="T18" fmla="*/ 1 w 21"/>
                <a:gd name="T19" fmla="*/ 16 h 24"/>
                <a:gd name="T20" fmla="*/ 1 w 21"/>
                <a:gd name="T21" fmla="*/ 16 h 24"/>
                <a:gd name="T22" fmla="*/ 1 w 21"/>
                <a:gd name="T23" fmla="*/ 16 h 24"/>
                <a:gd name="T24" fmla="*/ 3 w 21"/>
                <a:gd name="T25" fmla="*/ 12 h 24"/>
                <a:gd name="T26" fmla="*/ 8 w 21"/>
                <a:gd name="T27" fmla="*/ 6 h 24"/>
                <a:gd name="T28" fmla="*/ 10 w 21"/>
                <a:gd name="T29" fmla="*/ 2 h 24"/>
                <a:gd name="T30" fmla="*/ 10 w 21"/>
                <a:gd name="T31" fmla="*/ 2 h 24"/>
                <a:gd name="T32" fmla="*/ 10 w 21"/>
                <a:gd name="T33" fmla="*/ 1 h 24"/>
                <a:gd name="T34" fmla="*/ 10 w 21"/>
                <a:gd name="T35" fmla="*/ 1 h 24"/>
                <a:gd name="T36" fmla="*/ 10 w 21"/>
                <a:gd name="T37" fmla="*/ 1 h 24"/>
                <a:gd name="T38" fmla="*/ 10 w 21"/>
                <a:gd name="T39" fmla="*/ 1 h 24"/>
                <a:gd name="T40" fmla="*/ 10 w 21"/>
                <a:gd name="T41" fmla="*/ 1 h 24"/>
                <a:gd name="T42" fmla="*/ 10 w 21"/>
                <a:gd name="T43" fmla="*/ 1 h 24"/>
                <a:gd name="T44" fmla="*/ 10 w 21"/>
                <a:gd name="T45" fmla="*/ 1 h 24"/>
                <a:gd name="T46" fmla="*/ 10 w 21"/>
                <a:gd name="T47" fmla="*/ 1 h 24"/>
                <a:gd name="T48" fmla="*/ 10 w 21"/>
                <a:gd name="T49" fmla="*/ 1 h 24"/>
                <a:gd name="T50" fmla="*/ 10 w 21"/>
                <a:gd name="T51" fmla="*/ 1 h 24"/>
                <a:gd name="T52" fmla="*/ 10 w 21"/>
                <a:gd name="T53" fmla="*/ 1 h 24"/>
                <a:gd name="T54" fmla="*/ 10 w 21"/>
                <a:gd name="T55" fmla="*/ 1 h 24"/>
                <a:gd name="T56" fmla="*/ 10 w 21"/>
                <a:gd name="T57" fmla="*/ 1 h 24"/>
                <a:gd name="T58" fmla="*/ 10 w 21"/>
                <a:gd name="T59" fmla="*/ 1 h 24"/>
                <a:gd name="T60" fmla="*/ 10 w 21"/>
                <a:gd name="T61" fmla="*/ 1 h 24"/>
                <a:gd name="T62" fmla="*/ 10 w 21"/>
                <a:gd name="T63" fmla="*/ 0 h 24"/>
                <a:gd name="T64" fmla="*/ 10 w 21"/>
                <a:gd name="T65" fmla="*/ 0 h 24"/>
                <a:gd name="T66" fmla="*/ 10 w 21"/>
                <a:gd name="T67" fmla="*/ 0 h 24"/>
                <a:gd name="T68" fmla="*/ 9 w 21"/>
                <a:gd name="T69" fmla="*/ 1 h 24"/>
                <a:gd name="T70" fmla="*/ 4 w 21"/>
                <a:gd name="T71" fmla="*/ 10 h 24"/>
                <a:gd name="T72" fmla="*/ 1 w 21"/>
                <a:gd name="T73" fmla="*/ 12 h 24"/>
                <a:gd name="T74" fmla="*/ 0 w 21"/>
                <a:gd name="T75" fmla="*/ 16 h 24"/>
                <a:gd name="T76" fmla="*/ 0 w 21"/>
                <a:gd name="T77" fmla="*/ 17 h 24"/>
                <a:gd name="T78" fmla="*/ 9 w 21"/>
                <a:gd name="T79" fmla="*/ 21 h 24"/>
                <a:gd name="T80" fmla="*/ 18 w 21"/>
                <a:gd name="T81" fmla="*/ 12 h 24"/>
                <a:gd name="T82" fmla="*/ 10 w 21"/>
                <a:gd name="T83" fmla="*/ 0 h 24"/>
                <a:gd name="T84" fmla="*/ 10 w 21"/>
                <a:gd name="T85" fmla="*/ 1 h 24"/>
                <a:gd name="T86" fmla="*/ 10 w 21"/>
                <a:gd name="T87" fmla="*/ 0 h 24"/>
                <a:gd name="T88" fmla="*/ 10 w 21"/>
                <a:gd name="T89" fmla="*/ 1 h 24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21" h="24">
                  <a:moveTo>
                    <a:pt x="11" y="1"/>
                  </a:moveTo>
                  <a:cubicBezTo>
                    <a:pt x="11" y="1"/>
                    <a:pt x="11" y="1"/>
                    <a:pt x="11" y="1"/>
                  </a:cubicBezTo>
                  <a:cubicBezTo>
                    <a:pt x="16" y="2"/>
                    <a:pt x="20" y="7"/>
                    <a:pt x="20" y="12"/>
                  </a:cubicBezTo>
                  <a:cubicBezTo>
                    <a:pt x="20" y="18"/>
                    <a:pt x="15" y="23"/>
                    <a:pt x="9" y="23"/>
                  </a:cubicBezTo>
                  <a:cubicBezTo>
                    <a:pt x="6" y="23"/>
                    <a:pt x="3" y="21"/>
                    <a:pt x="1" y="19"/>
                  </a:cubicBezTo>
                  <a:cubicBezTo>
                    <a:pt x="1" y="19"/>
                    <a:pt x="1" y="19"/>
                    <a:pt x="1" y="19"/>
                  </a:cubicBezTo>
                  <a:cubicBezTo>
                    <a:pt x="1" y="19"/>
                    <a:pt x="1" y="19"/>
                    <a:pt x="1" y="19"/>
                  </a:cubicBezTo>
                  <a:cubicBezTo>
                    <a:pt x="1" y="19"/>
                    <a:pt x="1" y="19"/>
                    <a:pt x="1" y="19"/>
                  </a:cubicBezTo>
                  <a:cubicBezTo>
                    <a:pt x="1" y="19"/>
                    <a:pt x="1" y="19"/>
                    <a:pt x="1" y="19"/>
                  </a:cubicBezTo>
                  <a:cubicBezTo>
                    <a:pt x="1" y="19"/>
                    <a:pt x="1" y="19"/>
                    <a:pt x="1" y="19"/>
                  </a:cubicBezTo>
                  <a:cubicBezTo>
                    <a:pt x="1" y="19"/>
                    <a:pt x="1" y="19"/>
                    <a:pt x="1" y="19"/>
                  </a:cubicBezTo>
                  <a:cubicBezTo>
                    <a:pt x="1" y="19"/>
                    <a:pt x="1" y="19"/>
                    <a:pt x="1" y="19"/>
                  </a:cubicBezTo>
                  <a:cubicBezTo>
                    <a:pt x="1" y="18"/>
                    <a:pt x="2" y="17"/>
                    <a:pt x="3" y="15"/>
                  </a:cubicBezTo>
                  <a:cubicBezTo>
                    <a:pt x="4" y="12"/>
                    <a:pt x="6" y="9"/>
                    <a:pt x="8" y="6"/>
                  </a:cubicBezTo>
                  <a:cubicBezTo>
                    <a:pt x="9" y="5"/>
                    <a:pt x="10" y="3"/>
                    <a:pt x="10" y="2"/>
                  </a:cubicBezTo>
                  <a:cubicBezTo>
                    <a:pt x="11" y="2"/>
                    <a:pt x="11" y="2"/>
                    <a:pt x="11" y="2"/>
                  </a:cubicBezTo>
                  <a:cubicBezTo>
                    <a:pt x="11" y="1"/>
                    <a:pt x="11" y="1"/>
                    <a:pt x="11" y="1"/>
                  </a:cubicBezTo>
                  <a:cubicBezTo>
                    <a:pt x="11" y="1"/>
                    <a:pt x="11" y="1"/>
                    <a:pt x="11" y="1"/>
                  </a:cubicBezTo>
                  <a:cubicBezTo>
                    <a:pt x="11" y="1"/>
                    <a:pt x="11" y="1"/>
                    <a:pt x="11" y="1"/>
                  </a:cubicBezTo>
                  <a:cubicBezTo>
                    <a:pt x="11" y="1"/>
                    <a:pt x="11" y="1"/>
                    <a:pt x="11" y="1"/>
                  </a:cubicBezTo>
                  <a:cubicBezTo>
                    <a:pt x="11" y="1"/>
                    <a:pt x="11" y="1"/>
                    <a:pt x="11" y="1"/>
                  </a:cubicBezTo>
                  <a:cubicBezTo>
                    <a:pt x="11" y="1"/>
                    <a:pt x="11" y="1"/>
                    <a:pt x="11" y="1"/>
                  </a:cubicBezTo>
                  <a:cubicBezTo>
                    <a:pt x="11" y="1"/>
                    <a:pt x="11" y="1"/>
                    <a:pt x="11" y="1"/>
                  </a:cubicBezTo>
                  <a:cubicBezTo>
                    <a:pt x="11" y="1"/>
                    <a:pt x="11" y="1"/>
                    <a:pt x="11" y="1"/>
                  </a:cubicBezTo>
                  <a:cubicBezTo>
                    <a:pt x="10" y="1"/>
                    <a:pt x="10" y="1"/>
                    <a:pt x="10" y="1"/>
                  </a:cubicBezTo>
                  <a:cubicBezTo>
                    <a:pt x="11" y="1"/>
                    <a:pt x="11" y="1"/>
                    <a:pt x="11" y="1"/>
                  </a:cubicBezTo>
                  <a:cubicBezTo>
                    <a:pt x="11" y="1"/>
                    <a:pt x="11" y="1"/>
                    <a:pt x="11" y="1"/>
                  </a:cubicBezTo>
                  <a:cubicBezTo>
                    <a:pt x="10" y="1"/>
                    <a:pt x="10" y="1"/>
                    <a:pt x="10" y="1"/>
                  </a:cubicBezTo>
                  <a:cubicBezTo>
                    <a:pt x="11" y="1"/>
                    <a:pt x="11" y="1"/>
                    <a:pt x="11" y="1"/>
                  </a:cubicBezTo>
                  <a:cubicBezTo>
                    <a:pt x="11" y="1"/>
                    <a:pt x="11" y="1"/>
                    <a:pt x="11" y="1"/>
                  </a:cubicBezTo>
                  <a:cubicBezTo>
                    <a:pt x="11" y="1"/>
                    <a:pt x="11" y="1"/>
                    <a:pt x="11" y="1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10" y="0"/>
                    <a:pt x="10" y="1"/>
                    <a:pt x="9" y="1"/>
                  </a:cubicBezTo>
                  <a:cubicBezTo>
                    <a:pt x="8" y="3"/>
                    <a:pt x="6" y="6"/>
                    <a:pt x="4" y="10"/>
                  </a:cubicBezTo>
                  <a:cubicBezTo>
                    <a:pt x="3" y="12"/>
                    <a:pt x="2" y="13"/>
                    <a:pt x="1" y="15"/>
                  </a:cubicBezTo>
                  <a:cubicBezTo>
                    <a:pt x="0" y="16"/>
                    <a:pt x="0" y="18"/>
                    <a:pt x="0" y="19"/>
                  </a:cubicBezTo>
                  <a:cubicBezTo>
                    <a:pt x="0" y="19"/>
                    <a:pt x="0" y="19"/>
                    <a:pt x="0" y="20"/>
                  </a:cubicBezTo>
                  <a:cubicBezTo>
                    <a:pt x="2" y="22"/>
                    <a:pt x="5" y="24"/>
                    <a:pt x="9" y="24"/>
                  </a:cubicBezTo>
                  <a:cubicBezTo>
                    <a:pt x="16" y="24"/>
                    <a:pt x="21" y="19"/>
                    <a:pt x="21" y="12"/>
                  </a:cubicBezTo>
                  <a:cubicBezTo>
                    <a:pt x="21" y="6"/>
                    <a:pt x="17" y="1"/>
                    <a:pt x="11" y="0"/>
                  </a:cubicBezTo>
                  <a:cubicBezTo>
                    <a:pt x="11" y="1"/>
                    <a:pt x="11" y="1"/>
                    <a:pt x="11" y="1"/>
                  </a:cubicBezTo>
                  <a:cubicBezTo>
                    <a:pt x="11" y="0"/>
                    <a:pt x="11" y="0"/>
                    <a:pt x="11" y="0"/>
                  </a:cubicBezTo>
                  <a:lnTo>
                    <a:pt x="11" y="1"/>
                  </a:ln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7373" name="Freeform 289">
              <a:extLst>
                <a:ext uri="{FF2B5EF4-FFF2-40B4-BE49-F238E27FC236}">
                  <a16:creationId xmlns:a16="http://schemas.microsoft.com/office/drawing/2014/main" id="{716335FF-1E71-4BE1-9737-68C48B1A0D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4" y="1738"/>
              <a:ext cx="21" cy="22"/>
            </a:xfrm>
            <a:custGeom>
              <a:avLst/>
              <a:gdLst>
                <a:gd name="T0" fmla="*/ 12 w 22"/>
                <a:gd name="T1" fmla="*/ 1 h 23"/>
                <a:gd name="T2" fmla="*/ 11 w 22"/>
                <a:gd name="T3" fmla="*/ 1 h 23"/>
                <a:gd name="T4" fmla="*/ 18 w 22"/>
                <a:gd name="T5" fmla="*/ 11 h 23"/>
                <a:gd name="T6" fmla="*/ 10 w 22"/>
                <a:gd name="T7" fmla="*/ 19 h 23"/>
                <a:gd name="T8" fmla="*/ 2 w 22"/>
                <a:gd name="T9" fmla="*/ 14 h 23"/>
                <a:gd name="T10" fmla="*/ 1 w 22"/>
                <a:gd name="T11" fmla="*/ 15 h 23"/>
                <a:gd name="T12" fmla="*/ 2 w 22"/>
                <a:gd name="T13" fmla="*/ 15 h 23"/>
                <a:gd name="T14" fmla="*/ 9 w 22"/>
                <a:gd name="T15" fmla="*/ 8 h 23"/>
                <a:gd name="T16" fmla="*/ 12 w 22"/>
                <a:gd name="T17" fmla="*/ 1 h 23"/>
                <a:gd name="T18" fmla="*/ 12 w 22"/>
                <a:gd name="T19" fmla="*/ 1 h 23"/>
                <a:gd name="T20" fmla="*/ 11 w 22"/>
                <a:gd name="T21" fmla="*/ 1 h 23"/>
                <a:gd name="T22" fmla="*/ 12 w 22"/>
                <a:gd name="T23" fmla="*/ 1 h 23"/>
                <a:gd name="T24" fmla="*/ 11 w 22"/>
                <a:gd name="T25" fmla="*/ 0 h 23"/>
                <a:gd name="T26" fmla="*/ 8 w 22"/>
                <a:gd name="T27" fmla="*/ 7 h 23"/>
                <a:gd name="T28" fmla="*/ 1 w 22"/>
                <a:gd name="T29" fmla="*/ 15 h 23"/>
                <a:gd name="T30" fmla="*/ 0 w 22"/>
                <a:gd name="T31" fmla="*/ 15 h 23"/>
                <a:gd name="T32" fmla="*/ 1 w 22"/>
                <a:gd name="T33" fmla="*/ 15 h 23"/>
                <a:gd name="T34" fmla="*/ 10 w 22"/>
                <a:gd name="T35" fmla="*/ 20 h 23"/>
                <a:gd name="T36" fmla="*/ 19 w 22"/>
                <a:gd name="T37" fmla="*/ 11 h 23"/>
                <a:gd name="T38" fmla="*/ 12 w 22"/>
                <a:gd name="T39" fmla="*/ 0 h 23"/>
                <a:gd name="T40" fmla="*/ 12 w 22"/>
                <a:gd name="T41" fmla="*/ 0 h 23"/>
                <a:gd name="T42" fmla="*/ 11 w 22"/>
                <a:gd name="T43" fmla="*/ 0 h 23"/>
                <a:gd name="T44" fmla="*/ 12 w 22"/>
                <a:gd name="T45" fmla="*/ 1 h 23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22" h="23">
                  <a:moveTo>
                    <a:pt x="15" y="1"/>
                  </a:moveTo>
                  <a:cubicBezTo>
                    <a:pt x="14" y="1"/>
                    <a:pt x="14" y="1"/>
                    <a:pt x="14" y="1"/>
                  </a:cubicBezTo>
                  <a:cubicBezTo>
                    <a:pt x="18" y="3"/>
                    <a:pt x="21" y="7"/>
                    <a:pt x="21" y="11"/>
                  </a:cubicBezTo>
                  <a:cubicBezTo>
                    <a:pt x="21" y="17"/>
                    <a:pt x="16" y="22"/>
                    <a:pt x="10" y="22"/>
                  </a:cubicBezTo>
                  <a:cubicBezTo>
                    <a:pt x="7" y="22"/>
                    <a:pt x="4" y="20"/>
                    <a:pt x="2" y="17"/>
                  </a:cubicBezTo>
                  <a:cubicBezTo>
                    <a:pt x="1" y="18"/>
                    <a:pt x="1" y="18"/>
                    <a:pt x="1" y="18"/>
                  </a:cubicBezTo>
                  <a:cubicBezTo>
                    <a:pt x="2" y="18"/>
                    <a:pt x="2" y="18"/>
                    <a:pt x="2" y="18"/>
                  </a:cubicBezTo>
                  <a:cubicBezTo>
                    <a:pt x="3" y="15"/>
                    <a:pt x="6" y="11"/>
                    <a:pt x="9" y="8"/>
                  </a:cubicBezTo>
                  <a:cubicBezTo>
                    <a:pt x="12" y="5"/>
                    <a:pt x="14" y="2"/>
                    <a:pt x="15" y="1"/>
                  </a:cubicBezTo>
                  <a:cubicBezTo>
                    <a:pt x="15" y="1"/>
                    <a:pt x="15" y="1"/>
                    <a:pt x="15" y="1"/>
                  </a:cubicBezTo>
                  <a:cubicBezTo>
                    <a:pt x="14" y="1"/>
                    <a:pt x="14" y="1"/>
                    <a:pt x="14" y="1"/>
                  </a:cubicBezTo>
                  <a:cubicBezTo>
                    <a:pt x="15" y="1"/>
                    <a:pt x="15" y="1"/>
                    <a:pt x="15" y="1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13" y="1"/>
                    <a:pt x="10" y="4"/>
                    <a:pt x="8" y="7"/>
                  </a:cubicBezTo>
                  <a:cubicBezTo>
                    <a:pt x="5" y="10"/>
                    <a:pt x="2" y="14"/>
                    <a:pt x="1" y="18"/>
                  </a:cubicBezTo>
                  <a:cubicBezTo>
                    <a:pt x="0" y="18"/>
                    <a:pt x="0" y="18"/>
                    <a:pt x="0" y="18"/>
                  </a:cubicBezTo>
                  <a:cubicBezTo>
                    <a:pt x="1" y="18"/>
                    <a:pt x="1" y="18"/>
                    <a:pt x="1" y="18"/>
                  </a:cubicBezTo>
                  <a:cubicBezTo>
                    <a:pt x="3" y="21"/>
                    <a:pt x="6" y="23"/>
                    <a:pt x="10" y="23"/>
                  </a:cubicBezTo>
                  <a:cubicBezTo>
                    <a:pt x="17" y="23"/>
                    <a:pt x="22" y="18"/>
                    <a:pt x="22" y="11"/>
                  </a:cubicBezTo>
                  <a:cubicBezTo>
                    <a:pt x="22" y="6"/>
                    <a:pt x="19" y="2"/>
                    <a:pt x="15" y="0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14" y="0"/>
                    <a:pt x="14" y="0"/>
                    <a:pt x="14" y="0"/>
                  </a:cubicBezTo>
                  <a:lnTo>
                    <a:pt x="15" y="1"/>
                  </a:ln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7374" name="Freeform 290">
              <a:extLst>
                <a:ext uri="{FF2B5EF4-FFF2-40B4-BE49-F238E27FC236}">
                  <a16:creationId xmlns:a16="http://schemas.microsoft.com/office/drawing/2014/main" id="{609B9F3F-5608-4C1A-9880-645235CF2A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9" y="1836"/>
              <a:ext cx="4" cy="4"/>
            </a:xfrm>
            <a:custGeom>
              <a:avLst/>
              <a:gdLst>
                <a:gd name="T0" fmla="*/ 4 w 4"/>
                <a:gd name="T1" fmla="*/ 1 h 4"/>
                <a:gd name="T2" fmla="*/ 0 w 4"/>
                <a:gd name="T3" fmla="*/ 0 h 4"/>
                <a:gd name="T4" fmla="*/ 1 w 4"/>
                <a:gd name="T5" fmla="*/ 3 h 4"/>
                <a:gd name="T6" fmla="*/ 4 w 4"/>
                <a:gd name="T7" fmla="*/ 2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4">
                  <a:moveTo>
                    <a:pt x="4" y="1"/>
                  </a:moveTo>
                  <a:cubicBezTo>
                    <a:pt x="3" y="1"/>
                    <a:pt x="1" y="1"/>
                    <a:pt x="0" y="0"/>
                  </a:cubicBezTo>
                  <a:cubicBezTo>
                    <a:pt x="0" y="1"/>
                    <a:pt x="0" y="2"/>
                    <a:pt x="1" y="3"/>
                  </a:cubicBezTo>
                  <a:cubicBezTo>
                    <a:pt x="2" y="4"/>
                    <a:pt x="3" y="3"/>
                    <a:pt x="4" y="2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7375" name="Freeform 291">
              <a:extLst>
                <a:ext uri="{FF2B5EF4-FFF2-40B4-BE49-F238E27FC236}">
                  <a16:creationId xmlns:a16="http://schemas.microsoft.com/office/drawing/2014/main" id="{EA9520ED-87F7-4DCF-8DBD-B30114FB345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2" y="1769"/>
              <a:ext cx="3" cy="3"/>
            </a:xfrm>
            <a:custGeom>
              <a:avLst/>
              <a:gdLst>
                <a:gd name="T0" fmla="*/ 2 w 4"/>
                <a:gd name="T1" fmla="*/ 3 h 3"/>
                <a:gd name="T2" fmla="*/ 0 w 4"/>
                <a:gd name="T3" fmla="*/ 1 h 3"/>
                <a:gd name="T4" fmla="*/ 2 w 4"/>
                <a:gd name="T5" fmla="*/ 1 h 3"/>
                <a:gd name="T6" fmla="*/ 2 w 4"/>
                <a:gd name="T7" fmla="*/ 2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3">
                  <a:moveTo>
                    <a:pt x="3" y="3"/>
                  </a:moveTo>
                  <a:cubicBezTo>
                    <a:pt x="2" y="2"/>
                    <a:pt x="1" y="1"/>
                    <a:pt x="0" y="1"/>
                  </a:cubicBezTo>
                  <a:cubicBezTo>
                    <a:pt x="1" y="1"/>
                    <a:pt x="3" y="0"/>
                    <a:pt x="4" y="1"/>
                  </a:cubicBezTo>
                  <a:cubicBezTo>
                    <a:pt x="4" y="2"/>
                    <a:pt x="4" y="2"/>
                    <a:pt x="3" y="2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7376" name="Freeform 292">
              <a:extLst>
                <a:ext uri="{FF2B5EF4-FFF2-40B4-BE49-F238E27FC236}">
                  <a16:creationId xmlns:a16="http://schemas.microsoft.com/office/drawing/2014/main" id="{DEA7F136-4BD2-4B7F-AF4F-500280CD67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7" y="1802"/>
              <a:ext cx="56" cy="27"/>
            </a:xfrm>
            <a:custGeom>
              <a:avLst/>
              <a:gdLst>
                <a:gd name="T0" fmla="*/ 0 w 57"/>
                <a:gd name="T1" fmla="*/ 5 h 28"/>
                <a:gd name="T2" fmla="*/ 54 w 57"/>
                <a:gd name="T3" fmla="*/ 25 h 28"/>
                <a:gd name="T4" fmla="*/ 0 w 57"/>
                <a:gd name="T5" fmla="*/ 5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7" h="28">
                  <a:moveTo>
                    <a:pt x="0" y="5"/>
                  </a:moveTo>
                  <a:cubicBezTo>
                    <a:pt x="0" y="5"/>
                    <a:pt x="27" y="0"/>
                    <a:pt x="57" y="28"/>
                  </a:cubicBezTo>
                  <a:cubicBezTo>
                    <a:pt x="57" y="28"/>
                    <a:pt x="26" y="4"/>
                    <a:pt x="0" y="5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7377" name="Freeform 293">
              <a:extLst>
                <a:ext uri="{FF2B5EF4-FFF2-40B4-BE49-F238E27FC236}">
                  <a16:creationId xmlns:a16="http://schemas.microsoft.com/office/drawing/2014/main" id="{5440006C-8B52-4E47-BDEE-E557243FD3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2" y="1762"/>
              <a:ext cx="57" cy="56"/>
            </a:xfrm>
            <a:custGeom>
              <a:avLst/>
              <a:gdLst>
                <a:gd name="T0" fmla="*/ 0 w 58"/>
                <a:gd name="T1" fmla="*/ 0 h 57"/>
                <a:gd name="T2" fmla="*/ 55 w 58"/>
                <a:gd name="T3" fmla="*/ 54 h 57"/>
                <a:gd name="T4" fmla="*/ 0 w 58"/>
                <a:gd name="T5" fmla="*/ 0 h 5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8" h="57">
                  <a:moveTo>
                    <a:pt x="0" y="0"/>
                  </a:moveTo>
                  <a:cubicBezTo>
                    <a:pt x="0" y="0"/>
                    <a:pt x="15" y="45"/>
                    <a:pt x="58" y="57"/>
                  </a:cubicBezTo>
                  <a:cubicBezTo>
                    <a:pt x="58" y="57"/>
                    <a:pt x="15" y="50"/>
                    <a:pt x="0" y="0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7378" name="Freeform 294">
              <a:extLst>
                <a:ext uri="{FF2B5EF4-FFF2-40B4-BE49-F238E27FC236}">
                  <a16:creationId xmlns:a16="http://schemas.microsoft.com/office/drawing/2014/main" id="{FE4F3989-118F-4434-B5FD-903CC38D50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1" y="1831"/>
              <a:ext cx="13" cy="19"/>
            </a:xfrm>
            <a:custGeom>
              <a:avLst/>
              <a:gdLst>
                <a:gd name="T0" fmla="*/ 7 w 13"/>
                <a:gd name="T1" fmla="*/ 1 h 19"/>
                <a:gd name="T2" fmla="*/ 4 w 13"/>
                <a:gd name="T3" fmla="*/ 16 h 19"/>
                <a:gd name="T4" fmla="*/ 7 w 13"/>
                <a:gd name="T5" fmla="*/ 9 h 19"/>
                <a:gd name="T6" fmla="*/ 7 w 13"/>
                <a:gd name="T7" fmla="*/ 1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9">
                  <a:moveTo>
                    <a:pt x="7" y="1"/>
                  </a:moveTo>
                  <a:cubicBezTo>
                    <a:pt x="4" y="1"/>
                    <a:pt x="0" y="12"/>
                    <a:pt x="4" y="16"/>
                  </a:cubicBezTo>
                  <a:cubicBezTo>
                    <a:pt x="8" y="19"/>
                    <a:pt x="4" y="11"/>
                    <a:pt x="7" y="9"/>
                  </a:cubicBezTo>
                  <a:cubicBezTo>
                    <a:pt x="10" y="7"/>
                    <a:pt x="13" y="0"/>
                    <a:pt x="7" y="1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7379" name="Freeform 295">
              <a:extLst>
                <a:ext uri="{FF2B5EF4-FFF2-40B4-BE49-F238E27FC236}">
                  <a16:creationId xmlns:a16="http://schemas.microsoft.com/office/drawing/2014/main" id="{4ED696A9-C0E4-434D-83C8-A74228E5EE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2" y="1859"/>
              <a:ext cx="13" cy="14"/>
            </a:xfrm>
            <a:custGeom>
              <a:avLst/>
              <a:gdLst>
                <a:gd name="T0" fmla="*/ 11 w 14"/>
                <a:gd name="T1" fmla="*/ 1 h 14"/>
                <a:gd name="T2" fmla="*/ 2 w 14"/>
                <a:gd name="T3" fmla="*/ 4 h 14"/>
                <a:gd name="T4" fmla="*/ 5 w 14"/>
                <a:gd name="T5" fmla="*/ 9 h 14"/>
                <a:gd name="T6" fmla="*/ 11 w 14"/>
                <a:gd name="T7" fmla="*/ 1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4">
                  <a:moveTo>
                    <a:pt x="14" y="1"/>
                  </a:moveTo>
                  <a:cubicBezTo>
                    <a:pt x="14" y="1"/>
                    <a:pt x="4" y="0"/>
                    <a:pt x="2" y="4"/>
                  </a:cubicBezTo>
                  <a:cubicBezTo>
                    <a:pt x="0" y="8"/>
                    <a:pt x="2" y="14"/>
                    <a:pt x="5" y="9"/>
                  </a:cubicBezTo>
                  <a:cubicBezTo>
                    <a:pt x="9" y="4"/>
                    <a:pt x="8" y="2"/>
                    <a:pt x="14" y="1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7380" name="Freeform 296">
              <a:extLst>
                <a:ext uri="{FF2B5EF4-FFF2-40B4-BE49-F238E27FC236}">
                  <a16:creationId xmlns:a16="http://schemas.microsoft.com/office/drawing/2014/main" id="{FEFD3E5E-5847-43C2-8697-69F1EC1EA9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4" y="1819"/>
              <a:ext cx="16" cy="15"/>
            </a:xfrm>
            <a:custGeom>
              <a:avLst/>
              <a:gdLst>
                <a:gd name="T0" fmla="*/ 0 w 16"/>
                <a:gd name="T1" fmla="*/ 0 h 16"/>
                <a:gd name="T2" fmla="*/ 11 w 16"/>
                <a:gd name="T3" fmla="*/ 13 h 16"/>
                <a:gd name="T4" fmla="*/ 0 w 16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6">
                  <a:moveTo>
                    <a:pt x="0" y="0"/>
                  </a:moveTo>
                  <a:cubicBezTo>
                    <a:pt x="0" y="0"/>
                    <a:pt x="11" y="0"/>
                    <a:pt x="11" y="16"/>
                  </a:cubicBezTo>
                  <a:cubicBezTo>
                    <a:pt x="11" y="16"/>
                    <a:pt x="16" y="1"/>
                    <a:pt x="0" y="0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7381" name="Freeform 297">
              <a:extLst>
                <a:ext uri="{FF2B5EF4-FFF2-40B4-BE49-F238E27FC236}">
                  <a16:creationId xmlns:a16="http://schemas.microsoft.com/office/drawing/2014/main" id="{4D1F2BCD-C0ED-42FF-82FF-1E1F78776E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4" y="1864"/>
              <a:ext cx="23" cy="14"/>
            </a:xfrm>
            <a:custGeom>
              <a:avLst/>
              <a:gdLst>
                <a:gd name="T0" fmla="*/ 23 w 23"/>
                <a:gd name="T1" fmla="*/ 10 h 14"/>
                <a:gd name="T2" fmla="*/ 9 w 23"/>
                <a:gd name="T3" fmla="*/ 8 h 14"/>
                <a:gd name="T4" fmla="*/ 2 w 23"/>
                <a:gd name="T5" fmla="*/ 0 h 14"/>
                <a:gd name="T6" fmla="*/ 8 w 23"/>
                <a:gd name="T7" fmla="*/ 10 h 14"/>
                <a:gd name="T8" fmla="*/ 23 w 23"/>
                <a:gd name="T9" fmla="*/ 1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4">
                  <a:moveTo>
                    <a:pt x="23" y="10"/>
                  </a:moveTo>
                  <a:cubicBezTo>
                    <a:pt x="23" y="10"/>
                    <a:pt x="18" y="14"/>
                    <a:pt x="9" y="8"/>
                  </a:cubicBezTo>
                  <a:cubicBezTo>
                    <a:pt x="0" y="3"/>
                    <a:pt x="2" y="0"/>
                    <a:pt x="2" y="0"/>
                  </a:cubicBezTo>
                  <a:cubicBezTo>
                    <a:pt x="2" y="0"/>
                    <a:pt x="1" y="6"/>
                    <a:pt x="8" y="10"/>
                  </a:cubicBezTo>
                  <a:cubicBezTo>
                    <a:pt x="16" y="14"/>
                    <a:pt x="21" y="12"/>
                    <a:pt x="23" y="10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7382" name="Freeform 298">
              <a:extLst>
                <a:ext uri="{FF2B5EF4-FFF2-40B4-BE49-F238E27FC236}">
                  <a16:creationId xmlns:a16="http://schemas.microsoft.com/office/drawing/2014/main" id="{89187348-26FE-41E5-9F6A-D910345224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6" y="1816"/>
              <a:ext cx="7" cy="78"/>
            </a:xfrm>
            <a:custGeom>
              <a:avLst/>
              <a:gdLst>
                <a:gd name="T0" fmla="*/ 3 w 8"/>
                <a:gd name="T1" fmla="*/ 0 h 81"/>
                <a:gd name="T2" fmla="*/ 0 w 8"/>
                <a:gd name="T3" fmla="*/ 63 h 81"/>
                <a:gd name="T4" fmla="*/ 4 w 8"/>
                <a:gd name="T5" fmla="*/ 6 h 81"/>
                <a:gd name="T6" fmla="*/ 3 w 8"/>
                <a:gd name="T7" fmla="*/ 0 h 8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81">
                  <a:moveTo>
                    <a:pt x="3" y="0"/>
                  </a:moveTo>
                  <a:cubicBezTo>
                    <a:pt x="3" y="0"/>
                    <a:pt x="1" y="60"/>
                    <a:pt x="0" y="70"/>
                  </a:cubicBezTo>
                  <a:cubicBezTo>
                    <a:pt x="0" y="81"/>
                    <a:pt x="8" y="36"/>
                    <a:pt x="5" y="6"/>
                  </a:cubicBezTo>
                  <a:lnTo>
                    <a:pt x="3" y="0"/>
                  </a:ln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7383" name="Freeform 299">
              <a:extLst>
                <a:ext uri="{FF2B5EF4-FFF2-40B4-BE49-F238E27FC236}">
                  <a16:creationId xmlns:a16="http://schemas.microsoft.com/office/drawing/2014/main" id="{10BCC1C3-BC6B-4EE5-8516-5D9CCB59A98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5" y="1957"/>
              <a:ext cx="90" cy="31"/>
            </a:xfrm>
            <a:custGeom>
              <a:avLst/>
              <a:gdLst>
                <a:gd name="T0" fmla="*/ 1 w 92"/>
                <a:gd name="T1" fmla="*/ 22 h 32"/>
                <a:gd name="T2" fmla="*/ 57 w 92"/>
                <a:gd name="T3" fmla="*/ 16 h 32"/>
                <a:gd name="T4" fmla="*/ 86 w 92"/>
                <a:gd name="T5" fmla="*/ 0 h 32"/>
                <a:gd name="T6" fmla="*/ 59 w 92"/>
                <a:gd name="T7" fmla="*/ 16 h 32"/>
                <a:gd name="T8" fmla="*/ 0 w 92"/>
                <a:gd name="T9" fmla="*/ 27 h 32"/>
                <a:gd name="T10" fmla="*/ 1 w 92"/>
                <a:gd name="T11" fmla="*/ 22 h 3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2" h="32">
                  <a:moveTo>
                    <a:pt x="1" y="25"/>
                  </a:moveTo>
                  <a:cubicBezTo>
                    <a:pt x="1" y="25"/>
                    <a:pt x="42" y="30"/>
                    <a:pt x="60" y="16"/>
                  </a:cubicBezTo>
                  <a:cubicBezTo>
                    <a:pt x="60" y="16"/>
                    <a:pt x="84" y="10"/>
                    <a:pt x="92" y="0"/>
                  </a:cubicBezTo>
                  <a:cubicBezTo>
                    <a:pt x="92" y="0"/>
                    <a:pt x="88" y="10"/>
                    <a:pt x="62" y="19"/>
                  </a:cubicBezTo>
                  <a:cubicBezTo>
                    <a:pt x="36" y="28"/>
                    <a:pt x="16" y="32"/>
                    <a:pt x="0" y="30"/>
                  </a:cubicBezTo>
                  <a:lnTo>
                    <a:pt x="1" y="25"/>
                  </a:ln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7384" name="Freeform 300">
              <a:extLst>
                <a:ext uri="{FF2B5EF4-FFF2-40B4-BE49-F238E27FC236}">
                  <a16:creationId xmlns:a16="http://schemas.microsoft.com/office/drawing/2014/main" id="{665419D7-B3B7-4DE9-B539-5C1939F13F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4" y="1892"/>
              <a:ext cx="41" cy="56"/>
            </a:xfrm>
            <a:custGeom>
              <a:avLst/>
              <a:gdLst>
                <a:gd name="T0" fmla="*/ 0 w 42"/>
                <a:gd name="T1" fmla="*/ 54 h 57"/>
                <a:gd name="T2" fmla="*/ 29 w 42"/>
                <a:gd name="T3" fmla="*/ 0 h 57"/>
                <a:gd name="T4" fmla="*/ 0 w 42"/>
                <a:gd name="T5" fmla="*/ 54 h 5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" h="57">
                  <a:moveTo>
                    <a:pt x="0" y="57"/>
                  </a:moveTo>
                  <a:cubicBezTo>
                    <a:pt x="0" y="57"/>
                    <a:pt x="34" y="43"/>
                    <a:pt x="32" y="0"/>
                  </a:cubicBezTo>
                  <a:cubicBezTo>
                    <a:pt x="32" y="0"/>
                    <a:pt x="42" y="46"/>
                    <a:pt x="0" y="57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7385" name="Freeform 301">
              <a:extLst>
                <a:ext uri="{FF2B5EF4-FFF2-40B4-BE49-F238E27FC236}">
                  <a16:creationId xmlns:a16="http://schemas.microsoft.com/office/drawing/2014/main" id="{8322F689-02DD-4081-8F27-5DFB26CC3D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2" y="1985"/>
              <a:ext cx="114" cy="50"/>
            </a:xfrm>
            <a:custGeom>
              <a:avLst/>
              <a:gdLst>
                <a:gd name="T0" fmla="*/ 0 w 117"/>
                <a:gd name="T1" fmla="*/ 0 h 52"/>
                <a:gd name="T2" fmla="*/ 20 w 117"/>
                <a:gd name="T3" fmla="*/ 13 h 52"/>
                <a:gd name="T4" fmla="*/ 46 w 117"/>
                <a:gd name="T5" fmla="*/ 30 h 52"/>
                <a:gd name="T6" fmla="*/ 80 w 117"/>
                <a:gd name="T7" fmla="*/ 39 h 52"/>
                <a:gd name="T8" fmla="*/ 108 w 117"/>
                <a:gd name="T9" fmla="*/ 46 h 52"/>
                <a:gd name="T10" fmla="*/ 72 w 117"/>
                <a:gd name="T11" fmla="*/ 41 h 52"/>
                <a:gd name="T12" fmla="*/ 46 w 117"/>
                <a:gd name="T13" fmla="*/ 34 h 52"/>
                <a:gd name="T14" fmla="*/ 1 w 117"/>
                <a:gd name="T15" fmla="*/ 1 h 5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7" h="52">
                  <a:moveTo>
                    <a:pt x="0" y="0"/>
                  </a:moveTo>
                  <a:cubicBezTo>
                    <a:pt x="8" y="0"/>
                    <a:pt x="17" y="9"/>
                    <a:pt x="23" y="13"/>
                  </a:cubicBezTo>
                  <a:cubicBezTo>
                    <a:pt x="32" y="18"/>
                    <a:pt x="41" y="26"/>
                    <a:pt x="49" y="33"/>
                  </a:cubicBezTo>
                  <a:cubicBezTo>
                    <a:pt x="60" y="43"/>
                    <a:pt x="72" y="44"/>
                    <a:pt x="86" y="45"/>
                  </a:cubicBezTo>
                  <a:cubicBezTo>
                    <a:pt x="96" y="46"/>
                    <a:pt x="108" y="45"/>
                    <a:pt x="117" y="52"/>
                  </a:cubicBezTo>
                  <a:cubicBezTo>
                    <a:pt x="106" y="45"/>
                    <a:pt x="91" y="49"/>
                    <a:pt x="78" y="47"/>
                  </a:cubicBezTo>
                  <a:cubicBezTo>
                    <a:pt x="68" y="45"/>
                    <a:pt x="58" y="43"/>
                    <a:pt x="49" y="37"/>
                  </a:cubicBezTo>
                  <a:cubicBezTo>
                    <a:pt x="33" y="25"/>
                    <a:pt x="18" y="13"/>
                    <a:pt x="1" y="1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7386" name="Freeform 302">
              <a:extLst>
                <a:ext uri="{FF2B5EF4-FFF2-40B4-BE49-F238E27FC236}">
                  <a16:creationId xmlns:a16="http://schemas.microsoft.com/office/drawing/2014/main" id="{00088EF4-5B2A-46F2-9E52-03722AEA663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8" y="2036"/>
              <a:ext cx="19" cy="19"/>
            </a:xfrm>
            <a:custGeom>
              <a:avLst/>
              <a:gdLst>
                <a:gd name="T0" fmla="*/ 2 w 19"/>
                <a:gd name="T1" fmla="*/ 7 h 19"/>
                <a:gd name="T2" fmla="*/ 0 w 19"/>
                <a:gd name="T3" fmla="*/ 6 h 19"/>
                <a:gd name="T4" fmla="*/ 19 w 19"/>
                <a:gd name="T5" fmla="*/ 19 h 19"/>
                <a:gd name="T6" fmla="*/ 1 w 19"/>
                <a:gd name="T7" fmla="*/ 4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19">
                  <a:moveTo>
                    <a:pt x="2" y="7"/>
                  </a:moveTo>
                  <a:cubicBezTo>
                    <a:pt x="1" y="6"/>
                    <a:pt x="1" y="7"/>
                    <a:pt x="0" y="6"/>
                  </a:cubicBezTo>
                  <a:cubicBezTo>
                    <a:pt x="6" y="5"/>
                    <a:pt x="19" y="12"/>
                    <a:pt x="19" y="19"/>
                  </a:cubicBezTo>
                  <a:cubicBezTo>
                    <a:pt x="17" y="12"/>
                    <a:pt x="10" y="0"/>
                    <a:pt x="1" y="4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7387" name="Freeform 303">
              <a:extLst>
                <a:ext uri="{FF2B5EF4-FFF2-40B4-BE49-F238E27FC236}">
                  <a16:creationId xmlns:a16="http://schemas.microsoft.com/office/drawing/2014/main" id="{9B1897F0-BCCE-4A02-957D-142AAE0FAE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2" y="1941"/>
              <a:ext cx="90" cy="82"/>
            </a:xfrm>
            <a:custGeom>
              <a:avLst/>
              <a:gdLst>
                <a:gd name="T0" fmla="*/ 83 w 92"/>
                <a:gd name="T1" fmla="*/ 0 h 84"/>
                <a:gd name="T2" fmla="*/ 36 w 92"/>
                <a:gd name="T3" fmla="*/ 36 h 84"/>
                <a:gd name="T4" fmla="*/ 15 w 92"/>
                <a:gd name="T5" fmla="*/ 61 h 84"/>
                <a:gd name="T6" fmla="*/ 0 w 92"/>
                <a:gd name="T7" fmla="*/ 78 h 84"/>
                <a:gd name="T8" fmla="*/ 13 w 92"/>
                <a:gd name="T9" fmla="*/ 64 h 84"/>
                <a:gd name="T10" fmla="*/ 28 w 92"/>
                <a:gd name="T11" fmla="*/ 46 h 84"/>
                <a:gd name="T12" fmla="*/ 53 w 92"/>
                <a:gd name="T13" fmla="*/ 25 h 84"/>
                <a:gd name="T14" fmla="*/ 86 w 92"/>
                <a:gd name="T15" fmla="*/ 1 h 84"/>
                <a:gd name="T16" fmla="*/ 85 w 92"/>
                <a:gd name="T17" fmla="*/ 1 h 8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2" h="84">
                  <a:moveTo>
                    <a:pt x="89" y="0"/>
                  </a:moveTo>
                  <a:cubicBezTo>
                    <a:pt x="67" y="7"/>
                    <a:pt x="54" y="23"/>
                    <a:pt x="39" y="39"/>
                  </a:cubicBezTo>
                  <a:cubicBezTo>
                    <a:pt x="31" y="48"/>
                    <a:pt x="22" y="56"/>
                    <a:pt x="15" y="65"/>
                  </a:cubicBezTo>
                  <a:cubicBezTo>
                    <a:pt x="10" y="71"/>
                    <a:pt x="4" y="77"/>
                    <a:pt x="0" y="84"/>
                  </a:cubicBezTo>
                  <a:cubicBezTo>
                    <a:pt x="5" y="80"/>
                    <a:pt x="9" y="74"/>
                    <a:pt x="13" y="70"/>
                  </a:cubicBezTo>
                  <a:cubicBezTo>
                    <a:pt x="18" y="62"/>
                    <a:pt x="25" y="56"/>
                    <a:pt x="31" y="49"/>
                  </a:cubicBezTo>
                  <a:cubicBezTo>
                    <a:pt x="39" y="42"/>
                    <a:pt x="48" y="36"/>
                    <a:pt x="56" y="28"/>
                  </a:cubicBezTo>
                  <a:cubicBezTo>
                    <a:pt x="67" y="18"/>
                    <a:pt x="80" y="10"/>
                    <a:pt x="92" y="1"/>
                  </a:cubicBezTo>
                  <a:cubicBezTo>
                    <a:pt x="92" y="0"/>
                    <a:pt x="92" y="1"/>
                    <a:pt x="91" y="1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7388" name="Freeform 304">
              <a:extLst>
                <a:ext uri="{FF2B5EF4-FFF2-40B4-BE49-F238E27FC236}">
                  <a16:creationId xmlns:a16="http://schemas.microsoft.com/office/drawing/2014/main" id="{40D5DA5A-69EB-4E9E-BDFE-CE04B6FB56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1" y="1558"/>
              <a:ext cx="370" cy="418"/>
            </a:xfrm>
            <a:custGeom>
              <a:avLst/>
              <a:gdLst>
                <a:gd name="T0" fmla="*/ 112 w 381"/>
                <a:gd name="T1" fmla="*/ 119 h 430"/>
                <a:gd name="T2" fmla="*/ 101 w 381"/>
                <a:gd name="T3" fmla="*/ 161 h 430"/>
                <a:gd name="T4" fmla="*/ 97 w 381"/>
                <a:gd name="T5" fmla="*/ 225 h 430"/>
                <a:gd name="T6" fmla="*/ 130 w 381"/>
                <a:gd name="T7" fmla="*/ 300 h 430"/>
                <a:gd name="T8" fmla="*/ 143 w 381"/>
                <a:gd name="T9" fmla="*/ 322 h 430"/>
                <a:gd name="T10" fmla="*/ 170 w 381"/>
                <a:gd name="T11" fmla="*/ 341 h 430"/>
                <a:gd name="T12" fmla="*/ 175 w 381"/>
                <a:gd name="T13" fmla="*/ 355 h 430"/>
                <a:gd name="T14" fmla="*/ 160 w 381"/>
                <a:gd name="T15" fmla="*/ 349 h 430"/>
                <a:gd name="T16" fmla="*/ 144 w 381"/>
                <a:gd name="T17" fmla="*/ 359 h 430"/>
                <a:gd name="T18" fmla="*/ 175 w 381"/>
                <a:gd name="T19" fmla="*/ 374 h 430"/>
                <a:gd name="T20" fmla="*/ 138 w 381"/>
                <a:gd name="T21" fmla="*/ 393 h 430"/>
                <a:gd name="T22" fmla="*/ 100 w 381"/>
                <a:gd name="T23" fmla="*/ 379 h 430"/>
                <a:gd name="T24" fmla="*/ 61 w 381"/>
                <a:gd name="T25" fmla="*/ 313 h 430"/>
                <a:gd name="T26" fmla="*/ 13 w 381"/>
                <a:gd name="T27" fmla="*/ 204 h 430"/>
                <a:gd name="T28" fmla="*/ 18 w 381"/>
                <a:gd name="T29" fmla="*/ 125 h 430"/>
                <a:gd name="T30" fmla="*/ 48 w 381"/>
                <a:gd name="T31" fmla="*/ 71 h 430"/>
                <a:gd name="T32" fmla="*/ 157 w 381"/>
                <a:gd name="T33" fmla="*/ 2 h 430"/>
                <a:gd name="T34" fmla="*/ 282 w 381"/>
                <a:gd name="T35" fmla="*/ 42 h 430"/>
                <a:gd name="T36" fmla="*/ 343 w 381"/>
                <a:gd name="T37" fmla="*/ 79 h 430"/>
                <a:gd name="T38" fmla="*/ 341 w 381"/>
                <a:gd name="T39" fmla="*/ 92 h 430"/>
                <a:gd name="T40" fmla="*/ 337 w 381"/>
                <a:gd name="T41" fmla="*/ 116 h 430"/>
                <a:gd name="T42" fmla="*/ 302 w 381"/>
                <a:gd name="T43" fmla="*/ 93 h 430"/>
                <a:gd name="T44" fmla="*/ 289 w 381"/>
                <a:gd name="T45" fmla="*/ 85 h 430"/>
                <a:gd name="T46" fmla="*/ 269 w 381"/>
                <a:gd name="T47" fmla="*/ 84 h 430"/>
                <a:gd name="T48" fmla="*/ 240 w 381"/>
                <a:gd name="T49" fmla="*/ 79 h 430"/>
                <a:gd name="T50" fmla="*/ 204 w 381"/>
                <a:gd name="T51" fmla="*/ 82 h 430"/>
                <a:gd name="T52" fmla="*/ 112 w 381"/>
                <a:gd name="T53" fmla="*/ 119 h 430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381" h="430">
                  <a:moveTo>
                    <a:pt x="122" y="129"/>
                  </a:moveTo>
                  <a:cubicBezTo>
                    <a:pt x="122" y="129"/>
                    <a:pt x="122" y="159"/>
                    <a:pt x="110" y="176"/>
                  </a:cubicBezTo>
                  <a:cubicBezTo>
                    <a:pt x="99" y="193"/>
                    <a:pt x="95" y="217"/>
                    <a:pt x="106" y="245"/>
                  </a:cubicBezTo>
                  <a:cubicBezTo>
                    <a:pt x="116" y="272"/>
                    <a:pt x="133" y="313"/>
                    <a:pt x="142" y="327"/>
                  </a:cubicBezTo>
                  <a:cubicBezTo>
                    <a:pt x="150" y="341"/>
                    <a:pt x="147" y="346"/>
                    <a:pt x="156" y="350"/>
                  </a:cubicBezTo>
                  <a:cubicBezTo>
                    <a:pt x="164" y="353"/>
                    <a:pt x="181" y="364"/>
                    <a:pt x="185" y="371"/>
                  </a:cubicBezTo>
                  <a:cubicBezTo>
                    <a:pt x="189" y="379"/>
                    <a:pt x="191" y="386"/>
                    <a:pt x="191" y="386"/>
                  </a:cubicBezTo>
                  <a:cubicBezTo>
                    <a:pt x="175" y="380"/>
                    <a:pt x="175" y="380"/>
                    <a:pt x="175" y="380"/>
                  </a:cubicBezTo>
                  <a:cubicBezTo>
                    <a:pt x="175" y="380"/>
                    <a:pt x="158" y="381"/>
                    <a:pt x="157" y="391"/>
                  </a:cubicBezTo>
                  <a:cubicBezTo>
                    <a:pt x="156" y="401"/>
                    <a:pt x="191" y="407"/>
                    <a:pt x="191" y="407"/>
                  </a:cubicBezTo>
                  <a:cubicBezTo>
                    <a:pt x="191" y="407"/>
                    <a:pt x="159" y="421"/>
                    <a:pt x="150" y="428"/>
                  </a:cubicBezTo>
                  <a:cubicBezTo>
                    <a:pt x="150" y="428"/>
                    <a:pt x="124" y="430"/>
                    <a:pt x="109" y="413"/>
                  </a:cubicBezTo>
                  <a:cubicBezTo>
                    <a:pt x="93" y="396"/>
                    <a:pt x="88" y="369"/>
                    <a:pt x="67" y="340"/>
                  </a:cubicBezTo>
                  <a:cubicBezTo>
                    <a:pt x="46" y="312"/>
                    <a:pt x="20" y="255"/>
                    <a:pt x="13" y="222"/>
                  </a:cubicBezTo>
                  <a:cubicBezTo>
                    <a:pt x="6" y="189"/>
                    <a:pt x="0" y="160"/>
                    <a:pt x="21" y="137"/>
                  </a:cubicBezTo>
                  <a:cubicBezTo>
                    <a:pt x="41" y="113"/>
                    <a:pt x="50" y="105"/>
                    <a:pt x="52" y="77"/>
                  </a:cubicBezTo>
                  <a:cubicBezTo>
                    <a:pt x="54" y="50"/>
                    <a:pt x="90" y="0"/>
                    <a:pt x="172" y="2"/>
                  </a:cubicBezTo>
                  <a:cubicBezTo>
                    <a:pt x="254" y="5"/>
                    <a:pt x="293" y="35"/>
                    <a:pt x="308" y="45"/>
                  </a:cubicBezTo>
                  <a:cubicBezTo>
                    <a:pt x="323" y="55"/>
                    <a:pt x="371" y="76"/>
                    <a:pt x="375" y="85"/>
                  </a:cubicBezTo>
                  <a:cubicBezTo>
                    <a:pt x="375" y="85"/>
                    <a:pt x="369" y="91"/>
                    <a:pt x="372" y="101"/>
                  </a:cubicBezTo>
                  <a:cubicBezTo>
                    <a:pt x="376" y="110"/>
                    <a:pt x="381" y="129"/>
                    <a:pt x="368" y="126"/>
                  </a:cubicBezTo>
                  <a:cubicBezTo>
                    <a:pt x="355" y="124"/>
                    <a:pt x="336" y="108"/>
                    <a:pt x="329" y="102"/>
                  </a:cubicBezTo>
                  <a:cubicBezTo>
                    <a:pt x="322" y="96"/>
                    <a:pt x="316" y="93"/>
                    <a:pt x="316" y="93"/>
                  </a:cubicBezTo>
                  <a:cubicBezTo>
                    <a:pt x="316" y="93"/>
                    <a:pt x="302" y="96"/>
                    <a:pt x="293" y="91"/>
                  </a:cubicBezTo>
                  <a:cubicBezTo>
                    <a:pt x="284" y="86"/>
                    <a:pt x="275" y="84"/>
                    <a:pt x="262" y="85"/>
                  </a:cubicBezTo>
                  <a:cubicBezTo>
                    <a:pt x="249" y="86"/>
                    <a:pt x="236" y="78"/>
                    <a:pt x="222" y="88"/>
                  </a:cubicBezTo>
                  <a:cubicBezTo>
                    <a:pt x="190" y="110"/>
                    <a:pt x="122" y="129"/>
                    <a:pt x="122" y="129"/>
                  </a:cubicBezTo>
                  <a:close/>
                </a:path>
              </a:pathLst>
            </a:custGeom>
            <a:solidFill>
              <a:srgbClr val="D659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7389" name="Freeform 305">
              <a:extLst>
                <a:ext uri="{FF2B5EF4-FFF2-40B4-BE49-F238E27FC236}">
                  <a16:creationId xmlns:a16="http://schemas.microsoft.com/office/drawing/2014/main" id="{B4128FB3-F2AA-4533-8010-A3AA769FB5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5" y="1558"/>
              <a:ext cx="363" cy="418"/>
            </a:xfrm>
            <a:custGeom>
              <a:avLst/>
              <a:gdLst>
                <a:gd name="T0" fmla="*/ 107 w 374"/>
                <a:gd name="T1" fmla="*/ 119 h 430"/>
                <a:gd name="T2" fmla="*/ 85 w 374"/>
                <a:gd name="T3" fmla="*/ 195 h 430"/>
                <a:gd name="T4" fmla="*/ 124 w 374"/>
                <a:gd name="T5" fmla="*/ 301 h 430"/>
                <a:gd name="T6" fmla="*/ 139 w 374"/>
                <a:gd name="T7" fmla="*/ 322 h 430"/>
                <a:gd name="T8" fmla="*/ 164 w 374"/>
                <a:gd name="T9" fmla="*/ 342 h 430"/>
                <a:gd name="T10" fmla="*/ 170 w 374"/>
                <a:gd name="T11" fmla="*/ 355 h 430"/>
                <a:gd name="T12" fmla="*/ 157 w 374"/>
                <a:gd name="T13" fmla="*/ 347 h 430"/>
                <a:gd name="T14" fmla="*/ 142 w 374"/>
                <a:gd name="T15" fmla="*/ 352 h 430"/>
                <a:gd name="T16" fmla="*/ 141 w 374"/>
                <a:gd name="T17" fmla="*/ 364 h 430"/>
                <a:gd name="T18" fmla="*/ 172 w 374"/>
                <a:gd name="T19" fmla="*/ 374 h 430"/>
                <a:gd name="T20" fmla="*/ 142 w 374"/>
                <a:gd name="T21" fmla="*/ 386 h 430"/>
                <a:gd name="T22" fmla="*/ 134 w 374"/>
                <a:gd name="T23" fmla="*/ 391 h 430"/>
                <a:gd name="T24" fmla="*/ 116 w 374"/>
                <a:gd name="T25" fmla="*/ 390 h 430"/>
                <a:gd name="T26" fmla="*/ 59 w 374"/>
                <a:gd name="T27" fmla="*/ 312 h 430"/>
                <a:gd name="T28" fmla="*/ 17 w 374"/>
                <a:gd name="T29" fmla="*/ 126 h 430"/>
                <a:gd name="T30" fmla="*/ 71 w 374"/>
                <a:gd name="T31" fmla="*/ 28 h 430"/>
                <a:gd name="T32" fmla="*/ 238 w 374"/>
                <a:gd name="T33" fmla="*/ 20 h 430"/>
                <a:gd name="T34" fmla="*/ 329 w 374"/>
                <a:gd name="T35" fmla="*/ 72 h 430"/>
                <a:gd name="T36" fmla="*/ 339 w 374"/>
                <a:gd name="T37" fmla="*/ 79 h 430"/>
                <a:gd name="T38" fmla="*/ 335 w 374"/>
                <a:gd name="T39" fmla="*/ 92 h 430"/>
                <a:gd name="T40" fmla="*/ 337 w 374"/>
                <a:gd name="T41" fmla="*/ 115 h 430"/>
                <a:gd name="T42" fmla="*/ 333 w 374"/>
                <a:gd name="T43" fmla="*/ 115 h 430"/>
                <a:gd name="T44" fmla="*/ 286 w 374"/>
                <a:gd name="T45" fmla="*/ 84 h 430"/>
                <a:gd name="T46" fmla="*/ 284 w 374"/>
                <a:gd name="T47" fmla="*/ 84 h 430"/>
                <a:gd name="T48" fmla="*/ 242 w 374"/>
                <a:gd name="T49" fmla="*/ 77 h 430"/>
                <a:gd name="T50" fmla="*/ 234 w 374"/>
                <a:gd name="T51" fmla="*/ 77 h 430"/>
                <a:gd name="T52" fmla="*/ 142 w 374"/>
                <a:gd name="T53" fmla="*/ 106 h 430"/>
                <a:gd name="T54" fmla="*/ 108 w 374"/>
                <a:gd name="T55" fmla="*/ 117 h 430"/>
                <a:gd name="T56" fmla="*/ 109 w 374"/>
                <a:gd name="T57" fmla="*/ 119 h 430"/>
                <a:gd name="T58" fmla="*/ 202 w 374"/>
                <a:gd name="T59" fmla="*/ 83 h 430"/>
                <a:gd name="T60" fmla="*/ 236 w 374"/>
                <a:gd name="T61" fmla="*/ 81 h 430"/>
                <a:gd name="T62" fmla="*/ 264 w 374"/>
                <a:gd name="T63" fmla="*/ 85 h 430"/>
                <a:gd name="T64" fmla="*/ 285 w 374"/>
                <a:gd name="T65" fmla="*/ 85 h 430"/>
                <a:gd name="T66" fmla="*/ 296 w 374"/>
                <a:gd name="T67" fmla="*/ 95 h 430"/>
                <a:gd name="T68" fmla="*/ 332 w 374"/>
                <a:gd name="T69" fmla="*/ 118 h 430"/>
                <a:gd name="T70" fmla="*/ 341 w 374"/>
                <a:gd name="T71" fmla="*/ 115 h 430"/>
                <a:gd name="T72" fmla="*/ 337 w 374"/>
                <a:gd name="T73" fmla="*/ 87 h 430"/>
                <a:gd name="T74" fmla="*/ 341 w 374"/>
                <a:gd name="T75" fmla="*/ 80 h 430"/>
                <a:gd name="T76" fmla="*/ 342 w 374"/>
                <a:gd name="T77" fmla="*/ 79 h 430"/>
                <a:gd name="T78" fmla="*/ 308 w 374"/>
                <a:gd name="T79" fmla="*/ 55 h 430"/>
                <a:gd name="T80" fmla="*/ 153 w 374"/>
                <a:gd name="T81" fmla="*/ 0 h 430"/>
                <a:gd name="T82" fmla="*/ 43 w 374"/>
                <a:gd name="T83" fmla="*/ 71 h 430"/>
                <a:gd name="T84" fmla="*/ 0 w 374"/>
                <a:gd name="T85" fmla="*/ 162 h 430"/>
                <a:gd name="T86" fmla="*/ 78 w 374"/>
                <a:gd name="T87" fmla="*/ 351 h 430"/>
                <a:gd name="T88" fmla="*/ 132 w 374"/>
                <a:gd name="T89" fmla="*/ 395 h 430"/>
                <a:gd name="T90" fmla="*/ 135 w 374"/>
                <a:gd name="T91" fmla="*/ 395 h 430"/>
                <a:gd name="T92" fmla="*/ 170 w 374"/>
                <a:gd name="T93" fmla="*/ 377 h 430"/>
                <a:gd name="T94" fmla="*/ 172 w 374"/>
                <a:gd name="T95" fmla="*/ 372 h 430"/>
                <a:gd name="T96" fmla="*/ 145 w 374"/>
                <a:gd name="T97" fmla="*/ 363 h 430"/>
                <a:gd name="T98" fmla="*/ 142 w 374"/>
                <a:gd name="T99" fmla="*/ 359 h 430"/>
                <a:gd name="T100" fmla="*/ 155 w 374"/>
                <a:gd name="T101" fmla="*/ 351 h 430"/>
                <a:gd name="T102" fmla="*/ 156 w 374"/>
                <a:gd name="T103" fmla="*/ 349 h 430"/>
                <a:gd name="T104" fmla="*/ 173 w 374"/>
                <a:gd name="T105" fmla="*/ 354 h 430"/>
                <a:gd name="T106" fmla="*/ 141 w 374"/>
                <a:gd name="T107" fmla="*/ 320 h 430"/>
                <a:gd name="T108" fmla="*/ 127 w 374"/>
                <a:gd name="T109" fmla="*/ 299 h 430"/>
                <a:gd name="T110" fmla="*/ 89 w 374"/>
                <a:gd name="T111" fmla="*/ 195 h 430"/>
                <a:gd name="T112" fmla="*/ 110 w 374"/>
                <a:gd name="T113" fmla="*/ 119 h 430"/>
                <a:gd name="T114" fmla="*/ 109 w 374"/>
                <a:gd name="T115" fmla="*/ 119 h 430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374" h="430">
                  <a:moveTo>
                    <a:pt x="118" y="129"/>
                  </a:moveTo>
                  <a:cubicBezTo>
                    <a:pt x="116" y="129"/>
                    <a:pt x="116" y="129"/>
                    <a:pt x="116" y="129"/>
                  </a:cubicBezTo>
                  <a:cubicBezTo>
                    <a:pt x="116" y="129"/>
                    <a:pt x="116" y="130"/>
                    <a:pt x="116" y="130"/>
                  </a:cubicBezTo>
                  <a:cubicBezTo>
                    <a:pt x="116" y="133"/>
                    <a:pt x="115" y="141"/>
                    <a:pt x="114" y="149"/>
                  </a:cubicBezTo>
                  <a:cubicBezTo>
                    <a:pt x="112" y="158"/>
                    <a:pt x="109" y="167"/>
                    <a:pt x="105" y="174"/>
                  </a:cubicBezTo>
                  <a:cubicBezTo>
                    <a:pt x="98" y="185"/>
                    <a:pt x="94" y="198"/>
                    <a:pt x="94" y="213"/>
                  </a:cubicBezTo>
                  <a:cubicBezTo>
                    <a:pt x="94" y="223"/>
                    <a:pt x="96" y="234"/>
                    <a:pt x="100" y="245"/>
                  </a:cubicBezTo>
                  <a:cubicBezTo>
                    <a:pt x="105" y="259"/>
                    <a:pt x="112" y="276"/>
                    <a:pt x="119" y="292"/>
                  </a:cubicBezTo>
                  <a:cubicBezTo>
                    <a:pt x="125" y="307"/>
                    <a:pt x="132" y="321"/>
                    <a:pt x="136" y="328"/>
                  </a:cubicBezTo>
                  <a:cubicBezTo>
                    <a:pt x="140" y="335"/>
                    <a:pt x="141" y="339"/>
                    <a:pt x="143" y="343"/>
                  </a:cubicBezTo>
                  <a:cubicBezTo>
                    <a:pt x="144" y="345"/>
                    <a:pt x="144" y="346"/>
                    <a:pt x="146" y="348"/>
                  </a:cubicBezTo>
                  <a:cubicBezTo>
                    <a:pt x="147" y="349"/>
                    <a:pt x="149" y="350"/>
                    <a:pt x="151" y="351"/>
                  </a:cubicBezTo>
                  <a:cubicBezTo>
                    <a:pt x="155" y="353"/>
                    <a:pt x="161" y="357"/>
                    <a:pt x="167" y="361"/>
                  </a:cubicBezTo>
                  <a:cubicBezTo>
                    <a:pt x="170" y="363"/>
                    <a:pt x="173" y="365"/>
                    <a:pt x="175" y="367"/>
                  </a:cubicBezTo>
                  <a:cubicBezTo>
                    <a:pt x="177" y="369"/>
                    <a:pt x="179" y="371"/>
                    <a:pt x="179" y="372"/>
                  </a:cubicBezTo>
                  <a:cubicBezTo>
                    <a:pt x="181" y="376"/>
                    <a:pt x="183" y="379"/>
                    <a:pt x="184" y="382"/>
                  </a:cubicBezTo>
                  <a:cubicBezTo>
                    <a:pt x="184" y="383"/>
                    <a:pt x="184" y="384"/>
                    <a:pt x="185" y="385"/>
                  </a:cubicBezTo>
                  <a:cubicBezTo>
                    <a:pt x="185" y="386"/>
                    <a:pt x="185" y="386"/>
                    <a:pt x="185" y="386"/>
                  </a:cubicBezTo>
                  <a:cubicBezTo>
                    <a:pt x="187" y="386"/>
                    <a:pt x="187" y="386"/>
                    <a:pt x="187" y="386"/>
                  </a:cubicBezTo>
                  <a:cubicBezTo>
                    <a:pt x="187" y="384"/>
                    <a:pt x="187" y="384"/>
                    <a:pt x="187" y="384"/>
                  </a:cubicBezTo>
                  <a:cubicBezTo>
                    <a:pt x="172" y="378"/>
                    <a:pt x="172" y="378"/>
                    <a:pt x="172" y="378"/>
                  </a:cubicBezTo>
                  <a:cubicBezTo>
                    <a:pt x="171" y="378"/>
                    <a:pt x="171" y="378"/>
                    <a:pt x="171" y="378"/>
                  </a:cubicBezTo>
                  <a:cubicBezTo>
                    <a:pt x="171" y="378"/>
                    <a:pt x="167" y="378"/>
                    <a:pt x="162" y="380"/>
                  </a:cubicBezTo>
                  <a:cubicBezTo>
                    <a:pt x="160" y="381"/>
                    <a:pt x="157" y="382"/>
                    <a:pt x="155" y="383"/>
                  </a:cubicBezTo>
                  <a:cubicBezTo>
                    <a:pt x="153" y="385"/>
                    <a:pt x="151" y="387"/>
                    <a:pt x="151" y="390"/>
                  </a:cubicBezTo>
                  <a:cubicBezTo>
                    <a:pt x="151" y="391"/>
                    <a:pt x="151" y="391"/>
                    <a:pt x="151" y="391"/>
                  </a:cubicBezTo>
                  <a:cubicBezTo>
                    <a:pt x="151" y="393"/>
                    <a:pt x="152" y="395"/>
                    <a:pt x="153" y="396"/>
                  </a:cubicBezTo>
                  <a:cubicBezTo>
                    <a:pt x="155" y="398"/>
                    <a:pt x="158" y="400"/>
                    <a:pt x="161" y="402"/>
                  </a:cubicBezTo>
                  <a:cubicBezTo>
                    <a:pt x="172" y="407"/>
                    <a:pt x="186" y="409"/>
                    <a:pt x="186" y="409"/>
                  </a:cubicBezTo>
                  <a:cubicBezTo>
                    <a:pt x="187" y="407"/>
                    <a:pt x="187" y="407"/>
                    <a:pt x="187" y="407"/>
                  </a:cubicBezTo>
                  <a:cubicBezTo>
                    <a:pt x="186" y="406"/>
                    <a:pt x="186" y="406"/>
                    <a:pt x="186" y="406"/>
                  </a:cubicBezTo>
                  <a:cubicBezTo>
                    <a:pt x="186" y="406"/>
                    <a:pt x="178" y="409"/>
                    <a:pt x="169" y="413"/>
                  </a:cubicBezTo>
                  <a:cubicBezTo>
                    <a:pt x="164" y="415"/>
                    <a:pt x="159" y="418"/>
                    <a:pt x="155" y="420"/>
                  </a:cubicBezTo>
                  <a:cubicBezTo>
                    <a:pt x="151" y="422"/>
                    <a:pt x="147" y="425"/>
                    <a:pt x="145" y="427"/>
                  </a:cubicBezTo>
                  <a:cubicBezTo>
                    <a:pt x="146" y="428"/>
                    <a:pt x="146" y="428"/>
                    <a:pt x="146" y="428"/>
                  </a:cubicBezTo>
                  <a:cubicBezTo>
                    <a:pt x="146" y="426"/>
                    <a:pt x="146" y="426"/>
                    <a:pt x="146" y="426"/>
                  </a:cubicBezTo>
                  <a:cubicBezTo>
                    <a:pt x="146" y="426"/>
                    <a:pt x="146" y="426"/>
                    <a:pt x="145" y="426"/>
                  </a:cubicBezTo>
                  <a:cubicBezTo>
                    <a:pt x="145" y="426"/>
                    <a:pt x="145" y="426"/>
                    <a:pt x="144" y="426"/>
                  </a:cubicBezTo>
                  <a:cubicBezTo>
                    <a:pt x="140" y="426"/>
                    <a:pt x="134" y="426"/>
                    <a:pt x="127" y="424"/>
                  </a:cubicBezTo>
                  <a:cubicBezTo>
                    <a:pt x="120" y="422"/>
                    <a:pt x="112" y="418"/>
                    <a:pt x="106" y="412"/>
                  </a:cubicBezTo>
                  <a:cubicBezTo>
                    <a:pt x="99" y="404"/>
                    <a:pt x="94" y="393"/>
                    <a:pt x="88" y="380"/>
                  </a:cubicBezTo>
                  <a:cubicBezTo>
                    <a:pt x="82" y="367"/>
                    <a:pt x="75" y="353"/>
                    <a:pt x="65" y="339"/>
                  </a:cubicBezTo>
                  <a:cubicBezTo>
                    <a:pt x="44" y="311"/>
                    <a:pt x="17" y="254"/>
                    <a:pt x="11" y="222"/>
                  </a:cubicBezTo>
                  <a:cubicBezTo>
                    <a:pt x="8" y="205"/>
                    <a:pt x="4" y="190"/>
                    <a:pt x="4" y="177"/>
                  </a:cubicBezTo>
                  <a:cubicBezTo>
                    <a:pt x="5" y="162"/>
                    <a:pt x="8" y="150"/>
                    <a:pt x="18" y="138"/>
                  </a:cubicBezTo>
                  <a:cubicBezTo>
                    <a:pt x="28" y="126"/>
                    <a:pt x="36" y="118"/>
                    <a:pt x="41" y="109"/>
                  </a:cubicBezTo>
                  <a:cubicBezTo>
                    <a:pt x="46" y="101"/>
                    <a:pt x="49" y="91"/>
                    <a:pt x="50" y="77"/>
                  </a:cubicBezTo>
                  <a:cubicBezTo>
                    <a:pt x="51" y="65"/>
                    <a:pt x="59" y="46"/>
                    <a:pt x="77" y="31"/>
                  </a:cubicBezTo>
                  <a:cubicBezTo>
                    <a:pt x="95" y="16"/>
                    <a:pt x="123" y="4"/>
                    <a:pt x="161" y="4"/>
                  </a:cubicBezTo>
                  <a:cubicBezTo>
                    <a:pt x="163" y="4"/>
                    <a:pt x="166" y="4"/>
                    <a:pt x="168" y="4"/>
                  </a:cubicBezTo>
                  <a:cubicBezTo>
                    <a:pt x="209" y="6"/>
                    <a:pt x="239" y="14"/>
                    <a:pt x="260" y="23"/>
                  </a:cubicBezTo>
                  <a:cubicBezTo>
                    <a:pt x="282" y="32"/>
                    <a:pt x="295" y="41"/>
                    <a:pt x="303" y="47"/>
                  </a:cubicBezTo>
                  <a:cubicBezTo>
                    <a:pt x="311" y="52"/>
                    <a:pt x="326" y="60"/>
                    <a:pt x="341" y="67"/>
                  </a:cubicBezTo>
                  <a:cubicBezTo>
                    <a:pt x="348" y="71"/>
                    <a:pt x="355" y="75"/>
                    <a:pt x="360" y="78"/>
                  </a:cubicBezTo>
                  <a:cubicBezTo>
                    <a:pt x="363" y="80"/>
                    <a:pt x="365" y="81"/>
                    <a:pt x="367" y="83"/>
                  </a:cubicBezTo>
                  <a:cubicBezTo>
                    <a:pt x="368" y="84"/>
                    <a:pt x="369" y="85"/>
                    <a:pt x="370" y="86"/>
                  </a:cubicBezTo>
                  <a:cubicBezTo>
                    <a:pt x="371" y="85"/>
                    <a:pt x="371" y="85"/>
                    <a:pt x="371" y="85"/>
                  </a:cubicBezTo>
                  <a:cubicBezTo>
                    <a:pt x="370" y="83"/>
                    <a:pt x="370" y="83"/>
                    <a:pt x="370" y="83"/>
                  </a:cubicBezTo>
                  <a:cubicBezTo>
                    <a:pt x="370" y="84"/>
                    <a:pt x="365" y="88"/>
                    <a:pt x="365" y="95"/>
                  </a:cubicBezTo>
                  <a:cubicBezTo>
                    <a:pt x="365" y="97"/>
                    <a:pt x="366" y="99"/>
                    <a:pt x="366" y="101"/>
                  </a:cubicBezTo>
                  <a:cubicBezTo>
                    <a:pt x="368" y="106"/>
                    <a:pt x="370" y="113"/>
                    <a:pt x="370" y="118"/>
                  </a:cubicBezTo>
                  <a:cubicBezTo>
                    <a:pt x="370" y="121"/>
                    <a:pt x="370" y="122"/>
                    <a:pt x="369" y="123"/>
                  </a:cubicBezTo>
                  <a:cubicBezTo>
                    <a:pt x="369" y="124"/>
                    <a:pt x="368" y="124"/>
                    <a:pt x="368" y="124"/>
                  </a:cubicBezTo>
                  <a:cubicBezTo>
                    <a:pt x="368" y="124"/>
                    <a:pt x="367" y="125"/>
                    <a:pt x="366" y="125"/>
                  </a:cubicBezTo>
                  <a:cubicBezTo>
                    <a:pt x="366" y="125"/>
                    <a:pt x="365" y="124"/>
                    <a:pt x="364" y="124"/>
                  </a:cubicBezTo>
                  <a:cubicBezTo>
                    <a:pt x="364" y="124"/>
                    <a:pt x="364" y="124"/>
                    <a:pt x="364" y="124"/>
                  </a:cubicBezTo>
                  <a:cubicBezTo>
                    <a:pt x="358" y="123"/>
                    <a:pt x="351" y="119"/>
                    <a:pt x="343" y="114"/>
                  </a:cubicBezTo>
                  <a:cubicBezTo>
                    <a:pt x="336" y="109"/>
                    <a:pt x="330" y="104"/>
                    <a:pt x="326" y="101"/>
                  </a:cubicBezTo>
                  <a:cubicBezTo>
                    <a:pt x="319" y="95"/>
                    <a:pt x="313" y="91"/>
                    <a:pt x="313" y="91"/>
                  </a:cubicBezTo>
                  <a:cubicBezTo>
                    <a:pt x="312" y="91"/>
                    <a:pt x="312" y="91"/>
                    <a:pt x="312" y="91"/>
                  </a:cubicBezTo>
                  <a:cubicBezTo>
                    <a:pt x="312" y="91"/>
                    <a:pt x="312" y="91"/>
                    <a:pt x="312" y="91"/>
                  </a:cubicBezTo>
                  <a:cubicBezTo>
                    <a:pt x="311" y="91"/>
                    <a:pt x="311" y="91"/>
                    <a:pt x="311" y="91"/>
                  </a:cubicBezTo>
                  <a:cubicBezTo>
                    <a:pt x="311" y="91"/>
                    <a:pt x="307" y="92"/>
                    <a:pt x="303" y="92"/>
                  </a:cubicBezTo>
                  <a:cubicBezTo>
                    <a:pt x="299" y="92"/>
                    <a:pt x="294" y="91"/>
                    <a:pt x="290" y="89"/>
                  </a:cubicBezTo>
                  <a:cubicBezTo>
                    <a:pt x="283" y="85"/>
                    <a:pt x="275" y="83"/>
                    <a:pt x="265" y="83"/>
                  </a:cubicBezTo>
                  <a:cubicBezTo>
                    <a:pt x="263" y="83"/>
                    <a:pt x="261" y="83"/>
                    <a:pt x="258" y="83"/>
                  </a:cubicBezTo>
                  <a:cubicBezTo>
                    <a:pt x="258" y="83"/>
                    <a:pt x="258" y="83"/>
                    <a:pt x="258" y="83"/>
                  </a:cubicBezTo>
                  <a:cubicBezTo>
                    <a:pt x="257" y="83"/>
                    <a:pt x="256" y="83"/>
                    <a:pt x="256" y="83"/>
                  </a:cubicBezTo>
                  <a:cubicBezTo>
                    <a:pt x="249" y="83"/>
                    <a:pt x="242" y="81"/>
                    <a:pt x="234" y="81"/>
                  </a:cubicBezTo>
                  <a:cubicBezTo>
                    <a:pt x="228" y="81"/>
                    <a:pt x="223" y="82"/>
                    <a:pt x="217" y="86"/>
                  </a:cubicBezTo>
                  <a:cubicBezTo>
                    <a:pt x="202" y="97"/>
                    <a:pt x="176" y="108"/>
                    <a:pt x="155" y="115"/>
                  </a:cubicBezTo>
                  <a:cubicBezTo>
                    <a:pt x="145" y="119"/>
                    <a:pt x="135" y="122"/>
                    <a:pt x="128" y="124"/>
                  </a:cubicBezTo>
                  <a:cubicBezTo>
                    <a:pt x="125" y="125"/>
                    <a:pt x="122" y="126"/>
                    <a:pt x="120" y="126"/>
                  </a:cubicBezTo>
                  <a:cubicBezTo>
                    <a:pt x="118" y="127"/>
                    <a:pt x="117" y="127"/>
                    <a:pt x="117" y="127"/>
                  </a:cubicBezTo>
                  <a:cubicBezTo>
                    <a:pt x="116" y="128"/>
                    <a:pt x="116" y="128"/>
                    <a:pt x="116" y="128"/>
                  </a:cubicBezTo>
                  <a:cubicBezTo>
                    <a:pt x="116" y="129"/>
                    <a:pt x="116" y="129"/>
                    <a:pt x="116" y="129"/>
                  </a:cubicBezTo>
                  <a:cubicBezTo>
                    <a:pt x="118" y="129"/>
                    <a:pt x="118" y="129"/>
                    <a:pt x="118" y="129"/>
                  </a:cubicBezTo>
                  <a:cubicBezTo>
                    <a:pt x="118" y="131"/>
                    <a:pt x="118" y="131"/>
                    <a:pt x="118" y="131"/>
                  </a:cubicBezTo>
                  <a:cubicBezTo>
                    <a:pt x="118" y="131"/>
                    <a:pt x="135" y="126"/>
                    <a:pt x="157" y="119"/>
                  </a:cubicBezTo>
                  <a:cubicBezTo>
                    <a:pt x="178" y="111"/>
                    <a:pt x="203" y="101"/>
                    <a:pt x="220" y="89"/>
                  </a:cubicBezTo>
                  <a:cubicBezTo>
                    <a:pt x="224" y="86"/>
                    <a:pt x="229" y="85"/>
                    <a:pt x="234" y="85"/>
                  </a:cubicBezTo>
                  <a:cubicBezTo>
                    <a:pt x="241" y="85"/>
                    <a:pt x="248" y="87"/>
                    <a:pt x="256" y="87"/>
                  </a:cubicBezTo>
                  <a:cubicBezTo>
                    <a:pt x="256" y="87"/>
                    <a:pt x="257" y="87"/>
                    <a:pt x="258" y="87"/>
                  </a:cubicBezTo>
                  <a:cubicBezTo>
                    <a:pt x="258" y="87"/>
                    <a:pt x="258" y="87"/>
                    <a:pt x="258" y="87"/>
                  </a:cubicBezTo>
                  <a:cubicBezTo>
                    <a:pt x="261" y="87"/>
                    <a:pt x="263" y="87"/>
                    <a:pt x="265" y="87"/>
                  </a:cubicBezTo>
                  <a:cubicBezTo>
                    <a:pt x="274" y="87"/>
                    <a:pt x="281" y="88"/>
                    <a:pt x="288" y="93"/>
                  </a:cubicBezTo>
                  <a:cubicBezTo>
                    <a:pt x="293" y="95"/>
                    <a:pt x="299" y="96"/>
                    <a:pt x="303" y="96"/>
                  </a:cubicBezTo>
                  <a:cubicBezTo>
                    <a:pt x="308" y="96"/>
                    <a:pt x="312" y="95"/>
                    <a:pt x="312" y="95"/>
                  </a:cubicBezTo>
                  <a:cubicBezTo>
                    <a:pt x="312" y="93"/>
                    <a:pt x="312" y="93"/>
                    <a:pt x="312" y="93"/>
                  </a:cubicBezTo>
                  <a:cubicBezTo>
                    <a:pt x="311" y="95"/>
                    <a:pt x="311" y="95"/>
                    <a:pt x="311" y="95"/>
                  </a:cubicBezTo>
                  <a:cubicBezTo>
                    <a:pt x="311" y="95"/>
                    <a:pt x="311" y="95"/>
                    <a:pt x="311" y="95"/>
                  </a:cubicBezTo>
                  <a:cubicBezTo>
                    <a:pt x="312" y="96"/>
                    <a:pt x="318" y="99"/>
                    <a:pt x="324" y="104"/>
                  </a:cubicBezTo>
                  <a:cubicBezTo>
                    <a:pt x="327" y="107"/>
                    <a:pt x="334" y="112"/>
                    <a:pt x="341" y="117"/>
                  </a:cubicBezTo>
                  <a:cubicBezTo>
                    <a:pt x="349" y="122"/>
                    <a:pt x="357" y="127"/>
                    <a:pt x="363" y="128"/>
                  </a:cubicBezTo>
                  <a:cubicBezTo>
                    <a:pt x="363" y="128"/>
                    <a:pt x="363" y="128"/>
                    <a:pt x="363" y="128"/>
                  </a:cubicBezTo>
                  <a:cubicBezTo>
                    <a:pt x="364" y="128"/>
                    <a:pt x="365" y="129"/>
                    <a:pt x="366" y="129"/>
                  </a:cubicBezTo>
                  <a:cubicBezTo>
                    <a:pt x="367" y="129"/>
                    <a:pt x="369" y="128"/>
                    <a:pt x="370" y="128"/>
                  </a:cubicBezTo>
                  <a:cubicBezTo>
                    <a:pt x="371" y="127"/>
                    <a:pt x="373" y="125"/>
                    <a:pt x="373" y="124"/>
                  </a:cubicBezTo>
                  <a:cubicBezTo>
                    <a:pt x="374" y="122"/>
                    <a:pt x="374" y="120"/>
                    <a:pt x="374" y="118"/>
                  </a:cubicBezTo>
                  <a:cubicBezTo>
                    <a:pt x="374" y="112"/>
                    <a:pt x="372" y="105"/>
                    <a:pt x="370" y="100"/>
                  </a:cubicBezTo>
                  <a:cubicBezTo>
                    <a:pt x="370" y="98"/>
                    <a:pt x="369" y="97"/>
                    <a:pt x="369" y="95"/>
                  </a:cubicBezTo>
                  <a:cubicBezTo>
                    <a:pt x="369" y="92"/>
                    <a:pt x="370" y="90"/>
                    <a:pt x="371" y="89"/>
                  </a:cubicBezTo>
                  <a:cubicBezTo>
                    <a:pt x="372" y="88"/>
                    <a:pt x="372" y="87"/>
                    <a:pt x="372" y="87"/>
                  </a:cubicBezTo>
                  <a:cubicBezTo>
                    <a:pt x="373" y="86"/>
                    <a:pt x="373" y="86"/>
                    <a:pt x="373" y="86"/>
                  </a:cubicBezTo>
                  <a:cubicBezTo>
                    <a:pt x="373" y="86"/>
                    <a:pt x="373" y="86"/>
                    <a:pt x="373" y="86"/>
                  </a:cubicBezTo>
                  <a:cubicBezTo>
                    <a:pt x="373" y="86"/>
                    <a:pt x="373" y="86"/>
                    <a:pt x="373" y="86"/>
                  </a:cubicBezTo>
                  <a:cubicBezTo>
                    <a:pt x="374" y="85"/>
                    <a:pt x="374" y="85"/>
                    <a:pt x="374" y="85"/>
                  </a:cubicBezTo>
                  <a:cubicBezTo>
                    <a:pt x="373" y="84"/>
                    <a:pt x="373" y="84"/>
                    <a:pt x="373" y="84"/>
                  </a:cubicBezTo>
                  <a:cubicBezTo>
                    <a:pt x="372" y="82"/>
                    <a:pt x="371" y="81"/>
                    <a:pt x="369" y="80"/>
                  </a:cubicBezTo>
                  <a:cubicBezTo>
                    <a:pt x="362" y="74"/>
                    <a:pt x="350" y="68"/>
                    <a:pt x="337" y="61"/>
                  </a:cubicBezTo>
                  <a:cubicBezTo>
                    <a:pt x="325" y="54"/>
                    <a:pt x="312" y="48"/>
                    <a:pt x="305" y="43"/>
                  </a:cubicBezTo>
                  <a:cubicBezTo>
                    <a:pt x="298" y="38"/>
                    <a:pt x="284" y="28"/>
                    <a:pt x="262" y="19"/>
                  </a:cubicBezTo>
                  <a:cubicBezTo>
                    <a:pt x="240" y="10"/>
                    <a:pt x="209" y="2"/>
                    <a:pt x="168" y="0"/>
                  </a:cubicBezTo>
                  <a:cubicBezTo>
                    <a:pt x="166" y="0"/>
                    <a:pt x="163" y="0"/>
                    <a:pt x="161" y="0"/>
                  </a:cubicBezTo>
                  <a:cubicBezTo>
                    <a:pt x="122" y="0"/>
                    <a:pt x="94" y="13"/>
                    <a:pt x="75" y="28"/>
                  </a:cubicBezTo>
                  <a:cubicBezTo>
                    <a:pt x="56" y="44"/>
                    <a:pt x="47" y="63"/>
                    <a:pt x="46" y="77"/>
                  </a:cubicBezTo>
                  <a:cubicBezTo>
                    <a:pt x="45" y="91"/>
                    <a:pt x="42" y="99"/>
                    <a:pt x="38" y="107"/>
                  </a:cubicBezTo>
                  <a:cubicBezTo>
                    <a:pt x="33" y="116"/>
                    <a:pt x="25" y="124"/>
                    <a:pt x="15" y="135"/>
                  </a:cubicBezTo>
                  <a:cubicBezTo>
                    <a:pt x="4" y="148"/>
                    <a:pt x="0" y="162"/>
                    <a:pt x="0" y="177"/>
                  </a:cubicBezTo>
                  <a:cubicBezTo>
                    <a:pt x="1" y="191"/>
                    <a:pt x="4" y="206"/>
                    <a:pt x="7" y="222"/>
                  </a:cubicBezTo>
                  <a:cubicBezTo>
                    <a:pt x="14" y="256"/>
                    <a:pt x="40" y="313"/>
                    <a:pt x="61" y="341"/>
                  </a:cubicBezTo>
                  <a:cubicBezTo>
                    <a:pt x="72" y="355"/>
                    <a:pt x="78" y="369"/>
                    <a:pt x="84" y="382"/>
                  </a:cubicBezTo>
                  <a:cubicBezTo>
                    <a:pt x="90" y="394"/>
                    <a:pt x="95" y="406"/>
                    <a:pt x="103" y="414"/>
                  </a:cubicBezTo>
                  <a:cubicBezTo>
                    <a:pt x="110" y="422"/>
                    <a:pt x="118" y="426"/>
                    <a:pt x="126" y="428"/>
                  </a:cubicBezTo>
                  <a:cubicBezTo>
                    <a:pt x="133" y="430"/>
                    <a:pt x="140" y="430"/>
                    <a:pt x="144" y="430"/>
                  </a:cubicBezTo>
                  <a:cubicBezTo>
                    <a:pt x="145" y="430"/>
                    <a:pt x="146" y="430"/>
                    <a:pt x="146" y="430"/>
                  </a:cubicBezTo>
                  <a:cubicBezTo>
                    <a:pt x="147" y="430"/>
                    <a:pt x="147" y="430"/>
                    <a:pt x="147" y="430"/>
                  </a:cubicBezTo>
                  <a:cubicBezTo>
                    <a:pt x="147" y="430"/>
                    <a:pt x="147" y="430"/>
                    <a:pt x="147" y="430"/>
                  </a:cubicBezTo>
                  <a:cubicBezTo>
                    <a:pt x="149" y="428"/>
                    <a:pt x="153" y="426"/>
                    <a:pt x="157" y="423"/>
                  </a:cubicBezTo>
                  <a:cubicBezTo>
                    <a:pt x="163" y="420"/>
                    <a:pt x="171" y="416"/>
                    <a:pt x="177" y="414"/>
                  </a:cubicBezTo>
                  <a:cubicBezTo>
                    <a:pt x="180" y="412"/>
                    <a:pt x="183" y="411"/>
                    <a:pt x="185" y="410"/>
                  </a:cubicBezTo>
                  <a:cubicBezTo>
                    <a:pt x="186" y="410"/>
                    <a:pt x="188" y="409"/>
                    <a:pt x="188" y="409"/>
                  </a:cubicBezTo>
                  <a:cubicBezTo>
                    <a:pt x="194" y="407"/>
                    <a:pt x="194" y="407"/>
                    <a:pt x="194" y="407"/>
                  </a:cubicBezTo>
                  <a:cubicBezTo>
                    <a:pt x="187" y="405"/>
                    <a:pt x="187" y="405"/>
                    <a:pt x="187" y="405"/>
                  </a:cubicBezTo>
                  <a:cubicBezTo>
                    <a:pt x="187" y="405"/>
                    <a:pt x="187" y="405"/>
                    <a:pt x="186" y="405"/>
                  </a:cubicBezTo>
                  <a:cubicBezTo>
                    <a:pt x="183" y="404"/>
                    <a:pt x="175" y="403"/>
                    <a:pt x="167" y="400"/>
                  </a:cubicBezTo>
                  <a:cubicBezTo>
                    <a:pt x="164" y="399"/>
                    <a:pt x="160" y="397"/>
                    <a:pt x="158" y="395"/>
                  </a:cubicBezTo>
                  <a:cubicBezTo>
                    <a:pt x="157" y="395"/>
                    <a:pt x="156" y="394"/>
                    <a:pt x="156" y="393"/>
                  </a:cubicBezTo>
                  <a:cubicBezTo>
                    <a:pt x="155" y="392"/>
                    <a:pt x="155" y="392"/>
                    <a:pt x="155" y="391"/>
                  </a:cubicBezTo>
                  <a:cubicBezTo>
                    <a:pt x="155" y="391"/>
                    <a:pt x="155" y="391"/>
                    <a:pt x="155" y="391"/>
                  </a:cubicBezTo>
                  <a:cubicBezTo>
                    <a:pt x="155" y="389"/>
                    <a:pt x="156" y="388"/>
                    <a:pt x="157" y="386"/>
                  </a:cubicBezTo>
                  <a:cubicBezTo>
                    <a:pt x="160" y="385"/>
                    <a:pt x="163" y="383"/>
                    <a:pt x="166" y="383"/>
                  </a:cubicBezTo>
                  <a:cubicBezTo>
                    <a:pt x="168" y="383"/>
                    <a:pt x="169" y="382"/>
                    <a:pt x="170" y="382"/>
                  </a:cubicBezTo>
                  <a:cubicBezTo>
                    <a:pt x="170" y="382"/>
                    <a:pt x="171" y="382"/>
                    <a:pt x="171" y="382"/>
                  </a:cubicBezTo>
                  <a:cubicBezTo>
                    <a:pt x="171" y="382"/>
                    <a:pt x="171" y="382"/>
                    <a:pt x="171" y="382"/>
                  </a:cubicBezTo>
                  <a:cubicBezTo>
                    <a:pt x="171" y="380"/>
                    <a:pt x="171" y="380"/>
                    <a:pt x="171" y="380"/>
                  </a:cubicBezTo>
                  <a:cubicBezTo>
                    <a:pt x="171" y="382"/>
                    <a:pt x="171" y="382"/>
                    <a:pt x="171" y="382"/>
                  </a:cubicBezTo>
                  <a:cubicBezTo>
                    <a:pt x="190" y="389"/>
                    <a:pt x="190" y="389"/>
                    <a:pt x="190" y="389"/>
                  </a:cubicBezTo>
                  <a:cubicBezTo>
                    <a:pt x="189" y="385"/>
                    <a:pt x="189" y="385"/>
                    <a:pt x="189" y="385"/>
                  </a:cubicBezTo>
                  <a:cubicBezTo>
                    <a:pt x="189" y="385"/>
                    <a:pt x="187" y="378"/>
                    <a:pt x="183" y="371"/>
                  </a:cubicBezTo>
                  <a:cubicBezTo>
                    <a:pt x="182" y="368"/>
                    <a:pt x="180" y="366"/>
                    <a:pt x="178" y="364"/>
                  </a:cubicBezTo>
                  <a:cubicBezTo>
                    <a:pt x="170" y="357"/>
                    <a:pt x="159" y="351"/>
                    <a:pt x="153" y="348"/>
                  </a:cubicBezTo>
                  <a:cubicBezTo>
                    <a:pt x="151" y="347"/>
                    <a:pt x="150" y="346"/>
                    <a:pt x="149" y="345"/>
                  </a:cubicBezTo>
                  <a:cubicBezTo>
                    <a:pt x="147" y="344"/>
                    <a:pt x="147" y="342"/>
                    <a:pt x="146" y="339"/>
                  </a:cubicBezTo>
                  <a:cubicBezTo>
                    <a:pt x="144" y="336"/>
                    <a:pt x="143" y="331"/>
                    <a:pt x="139" y="326"/>
                  </a:cubicBezTo>
                  <a:cubicBezTo>
                    <a:pt x="135" y="319"/>
                    <a:pt x="129" y="305"/>
                    <a:pt x="122" y="290"/>
                  </a:cubicBezTo>
                  <a:cubicBezTo>
                    <a:pt x="116" y="275"/>
                    <a:pt x="109" y="258"/>
                    <a:pt x="104" y="244"/>
                  </a:cubicBezTo>
                  <a:cubicBezTo>
                    <a:pt x="99" y="233"/>
                    <a:pt x="98" y="223"/>
                    <a:pt x="98" y="213"/>
                  </a:cubicBezTo>
                  <a:cubicBezTo>
                    <a:pt x="98" y="199"/>
                    <a:pt x="102" y="187"/>
                    <a:pt x="108" y="177"/>
                  </a:cubicBezTo>
                  <a:cubicBezTo>
                    <a:pt x="114" y="168"/>
                    <a:pt x="117" y="156"/>
                    <a:pt x="118" y="146"/>
                  </a:cubicBezTo>
                  <a:cubicBezTo>
                    <a:pt x="120" y="137"/>
                    <a:pt x="120" y="129"/>
                    <a:pt x="120" y="129"/>
                  </a:cubicBezTo>
                  <a:cubicBezTo>
                    <a:pt x="118" y="129"/>
                    <a:pt x="118" y="129"/>
                    <a:pt x="118" y="129"/>
                  </a:cubicBezTo>
                  <a:cubicBezTo>
                    <a:pt x="118" y="131"/>
                    <a:pt x="118" y="131"/>
                    <a:pt x="118" y="131"/>
                  </a:cubicBezTo>
                  <a:lnTo>
                    <a:pt x="118" y="129"/>
                  </a:ln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7390" name="Freeform 306">
              <a:extLst>
                <a:ext uri="{FF2B5EF4-FFF2-40B4-BE49-F238E27FC236}">
                  <a16:creationId xmlns:a16="http://schemas.microsoft.com/office/drawing/2014/main" id="{E7D68879-B09F-4464-9114-4F24218B4DE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4" y="1651"/>
              <a:ext cx="51" cy="32"/>
            </a:xfrm>
            <a:custGeom>
              <a:avLst/>
              <a:gdLst>
                <a:gd name="T0" fmla="*/ 47 w 53"/>
                <a:gd name="T1" fmla="*/ 27 h 33"/>
                <a:gd name="T2" fmla="*/ 2 w 53"/>
                <a:gd name="T3" fmla="*/ 1 h 33"/>
                <a:gd name="T4" fmla="*/ 0 w 53"/>
                <a:gd name="T5" fmla="*/ 2 h 33"/>
                <a:gd name="T6" fmla="*/ 1 w 53"/>
                <a:gd name="T7" fmla="*/ 4 h 33"/>
                <a:gd name="T8" fmla="*/ 31 w 53"/>
                <a:gd name="T9" fmla="*/ 18 h 33"/>
                <a:gd name="T10" fmla="*/ 40 w 53"/>
                <a:gd name="T11" fmla="*/ 26 h 33"/>
                <a:gd name="T12" fmla="*/ 45 w 53"/>
                <a:gd name="T13" fmla="*/ 29 h 33"/>
                <a:gd name="T14" fmla="*/ 47 w 53"/>
                <a:gd name="T15" fmla="*/ 29 h 33"/>
                <a:gd name="T16" fmla="*/ 47 w 53"/>
                <a:gd name="T17" fmla="*/ 27 h 3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3" h="33">
                  <a:moveTo>
                    <a:pt x="53" y="30"/>
                  </a:moveTo>
                  <a:cubicBezTo>
                    <a:pt x="53" y="30"/>
                    <a:pt x="24" y="10"/>
                    <a:pt x="2" y="1"/>
                  </a:cubicBezTo>
                  <a:cubicBezTo>
                    <a:pt x="2" y="0"/>
                    <a:pt x="1" y="1"/>
                    <a:pt x="0" y="2"/>
                  </a:cubicBezTo>
                  <a:cubicBezTo>
                    <a:pt x="0" y="2"/>
                    <a:pt x="0" y="3"/>
                    <a:pt x="1" y="4"/>
                  </a:cubicBezTo>
                  <a:cubicBezTo>
                    <a:pt x="12" y="8"/>
                    <a:pt x="24" y="15"/>
                    <a:pt x="34" y="21"/>
                  </a:cubicBezTo>
                  <a:cubicBezTo>
                    <a:pt x="39" y="24"/>
                    <a:pt x="43" y="27"/>
                    <a:pt x="46" y="29"/>
                  </a:cubicBezTo>
                  <a:cubicBezTo>
                    <a:pt x="49" y="31"/>
                    <a:pt x="51" y="32"/>
                    <a:pt x="51" y="32"/>
                  </a:cubicBezTo>
                  <a:cubicBezTo>
                    <a:pt x="52" y="33"/>
                    <a:pt x="53" y="32"/>
                    <a:pt x="53" y="32"/>
                  </a:cubicBezTo>
                  <a:cubicBezTo>
                    <a:pt x="53" y="31"/>
                    <a:pt x="53" y="30"/>
                    <a:pt x="53" y="30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7391" name="Freeform 307">
              <a:extLst>
                <a:ext uri="{FF2B5EF4-FFF2-40B4-BE49-F238E27FC236}">
                  <a16:creationId xmlns:a16="http://schemas.microsoft.com/office/drawing/2014/main" id="{4E20646B-F5DC-4CD7-8A9E-7A54728D28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4" y="1644"/>
              <a:ext cx="43" cy="7"/>
            </a:xfrm>
            <a:custGeom>
              <a:avLst/>
              <a:gdLst>
                <a:gd name="T0" fmla="*/ 1 w 44"/>
                <a:gd name="T1" fmla="*/ 4 h 8"/>
                <a:gd name="T2" fmla="*/ 7 w 44"/>
                <a:gd name="T3" fmla="*/ 5 h 8"/>
                <a:gd name="T4" fmla="*/ 18 w 44"/>
                <a:gd name="T5" fmla="*/ 4 h 8"/>
                <a:gd name="T6" fmla="*/ 18 w 44"/>
                <a:gd name="T7" fmla="*/ 4 h 8"/>
                <a:gd name="T8" fmla="*/ 36 w 44"/>
                <a:gd name="T9" fmla="*/ 3 h 8"/>
                <a:gd name="T10" fmla="*/ 40 w 44"/>
                <a:gd name="T11" fmla="*/ 3 h 8"/>
                <a:gd name="T12" fmla="*/ 41 w 44"/>
                <a:gd name="T13" fmla="*/ 2 h 8"/>
                <a:gd name="T14" fmla="*/ 40 w 44"/>
                <a:gd name="T15" fmla="*/ 0 h 8"/>
                <a:gd name="T16" fmla="*/ 36 w 44"/>
                <a:gd name="T17" fmla="*/ 0 h 8"/>
                <a:gd name="T18" fmla="*/ 17 w 44"/>
                <a:gd name="T19" fmla="*/ 2 h 8"/>
                <a:gd name="T20" fmla="*/ 17 w 44"/>
                <a:gd name="T21" fmla="*/ 2 h 8"/>
                <a:gd name="T22" fmla="*/ 7 w 44"/>
                <a:gd name="T23" fmla="*/ 4 h 8"/>
                <a:gd name="T24" fmla="*/ 3 w 44"/>
                <a:gd name="T25" fmla="*/ 3 h 8"/>
                <a:gd name="T26" fmla="*/ 1 w 44"/>
                <a:gd name="T27" fmla="*/ 3 h 8"/>
                <a:gd name="T28" fmla="*/ 1 w 44"/>
                <a:gd name="T29" fmla="*/ 4 h 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44" h="8">
                  <a:moveTo>
                    <a:pt x="1" y="5"/>
                  </a:moveTo>
                  <a:cubicBezTo>
                    <a:pt x="3" y="7"/>
                    <a:pt x="5" y="8"/>
                    <a:pt x="7" y="8"/>
                  </a:cubicBezTo>
                  <a:cubicBezTo>
                    <a:pt x="11" y="8"/>
                    <a:pt x="15" y="6"/>
                    <a:pt x="18" y="5"/>
                  </a:cubicBezTo>
                  <a:cubicBezTo>
                    <a:pt x="18" y="5"/>
                    <a:pt x="18" y="5"/>
                    <a:pt x="18" y="5"/>
                  </a:cubicBezTo>
                  <a:cubicBezTo>
                    <a:pt x="25" y="3"/>
                    <a:pt x="31" y="3"/>
                    <a:pt x="39" y="3"/>
                  </a:cubicBezTo>
                  <a:cubicBezTo>
                    <a:pt x="40" y="3"/>
                    <a:pt x="42" y="3"/>
                    <a:pt x="43" y="3"/>
                  </a:cubicBezTo>
                  <a:cubicBezTo>
                    <a:pt x="44" y="3"/>
                    <a:pt x="44" y="3"/>
                    <a:pt x="44" y="2"/>
                  </a:cubicBezTo>
                  <a:cubicBezTo>
                    <a:pt x="44" y="1"/>
                    <a:pt x="44" y="0"/>
                    <a:pt x="43" y="0"/>
                  </a:cubicBezTo>
                  <a:cubicBezTo>
                    <a:pt x="42" y="0"/>
                    <a:pt x="40" y="0"/>
                    <a:pt x="39" y="0"/>
                  </a:cubicBezTo>
                  <a:cubicBezTo>
                    <a:pt x="31" y="0"/>
                    <a:pt x="24" y="0"/>
                    <a:pt x="17" y="2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4" y="3"/>
                    <a:pt x="10" y="5"/>
                    <a:pt x="7" y="5"/>
                  </a:cubicBezTo>
                  <a:cubicBezTo>
                    <a:pt x="5" y="5"/>
                    <a:pt x="4" y="4"/>
                    <a:pt x="3" y="3"/>
                  </a:cubicBezTo>
                  <a:cubicBezTo>
                    <a:pt x="2" y="3"/>
                    <a:pt x="1" y="3"/>
                    <a:pt x="1" y="3"/>
                  </a:cubicBezTo>
                  <a:cubicBezTo>
                    <a:pt x="0" y="4"/>
                    <a:pt x="0" y="5"/>
                    <a:pt x="1" y="5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7392" name="Freeform 308">
              <a:extLst>
                <a:ext uri="{FF2B5EF4-FFF2-40B4-BE49-F238E27FC236}">
                  <a16:creationId xmlns:a16="http://schemas.microsoft.com/office/drawing/2014/main" id="{6E180B33-200B-4EF3-9457-D0401FDC3B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7" y="2655"/>
              <a:ext cx="1249" cy="285"/>
            </a:xfrm>
            <a:custGeom>
              <a:avLst/>
              <a:gdLst>
                <a:gd name="T0" fmla="*/ 1140 w 1285"/>
                <a:gd name="T1" fmla="*/ 236 h 293"/>
                <a:gd name="T2" fmla="*/ 981 w 1285"/>
                <a:gd name="T3" fmla="*/ 156 h 293"/>
                <a:gd name="T4" fmla="*/ 725 w 1285"/>
                <a:gd name="T5" fmla="*/ 70 h 293"/>
                <a:gd name="T6" fmla="*/ 577 w 1285"/>
                <a:gd name="T7" fmla="*/ 63 h 293"/>
                <a:gd name="T8" fmla="*/ 330 w 1285"/>
                <a:gd name="T9" fmla="*/ 52 h 293"/>
                <a:gd name="T10" fmla="*/ 44 w 1285"/>
                <a:gd name="T11" fmla="*/ 117 h 293"/>
                <a:gd name="T12" fmla="*/ 37 w 1285"/>
                <a:gd name="T13" fmla="*/ 166 h 293"/>
                <a:gd name="T14" fmla="*/ 17 w 1285"/>
                <a:gd name="T15" fmla="*/ 200 h 293"/>
                <a:gd name="T16" fmla="*/ 13 w 1285"/>
                <a:gd name="T17" fmla="*/ 241 h 293"/>
                <a:gd name="T18" fmla="*/ 29 w 1285"/>
                <a:gd name="T19" fmla="*/ 261 h 293"/>
                <a:gd name="T20" fmla="*/ 29 w 1285"/>
                <a:gd name="T21" fmla="*/ 269 h 293"/>
                <a:gd name="T22" fmla="*/ 1180 w 1285"/>
                <a:gd name="T23" fmla="*/ 269 h 293"/>
                <a:gd name="T24" fmla="*/ 1140 w 1285"/>
                <a:gd name="T25" fmla="*/ 236 h 29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285" h="293">
                  <a:moveTo>
                    <a:pt x="1242" y="257"/>
                  </a:moveTo>
                  <a:cubicBezTo>
                    <a:pt x="1197" y="235"/>
                    <a:pt x="1095" y="183"/>
                    <a:pt x="1068" y="170"/>
                  </a:cubicBezTo>
                  <a:cubicBezTo>
                    <a:pt x="1041" y="156"/>
                    <a:pt x="833" y="86"/>
                    <a:pt x="789" y="76"/>
                  </a:cubicBezTo>
                  <a:cubicBezTo>
                    <a:pt x="745" y="66"/>
                    <a:pt x="665" y="71"/>
                    <a:pt x="629" y="69"/>
                  </a:cubicBezTo>
                  <a:cubicBezTo>
                    <a:pt x="594" y="67"/>
                    <a:pt x="504" y="0"/>
                    <a:pt x="359" y="57"/>
                  </a:cubicBezTo>
                  <a:cubicBezTo>
                    <a:pt x="215" y="114"/>
                    <a:pt x="47" y="126"/>
                    <a:pt x="47" y="126"/>
                  </a:cubicBezTo>
                  <a:cubicBezTo>
                    <a:pt x="47" y="126"/>
                    <a:pt x="60" y="168"/>
                    <a:pt x="40" y="181"/>
                  </a:cubicBezTo>
                  <a:cubicBezTo>
                    <a:pt x="20" y="195"/>
                    <a:pt x="20" y="197"/>
                    <a:pt x="17" y="218"/>
                  </a:cubicBezTo>
                  <a:cubicBezTo>
                    <a:pt x="13" y="240"/>
                    <a:pt x="0" y="260"/>
                    <a:pt x="13" y="262"/>
                  </a:cubicBezTo>
                  <a:cubicBezTo>
                    <a:pt x="27" y="264"/>
                    <a:pt x="32" y="260"/>
                    <a:pt x="32" y="284"/>
                  </a:cubicBezTo>
                  <a:cubicBezTo>
                    <a:pt x="32" y="287"/>
                    <a:pt x="32" y="290"/>
                    <a:pt x="32" y="293"/>
                  </a:cubicBezTo>
                  <a:cubicBezTo>
                    <a:pt x="1285" y="293"/>
                    <a:pt x="1285" y="293"/>
                    <a:pt x="1285" y="293"/>
                  </a:cubicBezTo>
                  <a:cubicBezTo>
                    <a:pt x="1276" y="279"/>
                    <a:pt x="1264" y="267"/>
                    <a:pt x="1242" y="257"/>
                  </a:cubicBezTo>
                  <a:close/>
                </a:path>
              </a:pathLst>
            </a:custGeom>
            <a:solidFill>
              <a:srgbClr val="A089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7393" name="Freeform 309">
              <a:extLst>
                <a:ext uri="{FF2B5EF4-FFF2-40B4-BE49-F238E27FC236}">
                  <a16:creationId xmlns:a16="http://schemas.microsoft.com/office/drawing/2014/main" id="{82D93AAB-128A-44B6-A410-A22C0C88AC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7" y="2685"/>
              <a:ext cx="501" cy="255"/>
            </a:xfrm>
            <a:custGeom>
              <a:avLst/>
              <a:gdLst>
                <a:gd name="T0" fmla="*/ 472 w 516"/>
                <a:gd name="T1" fmla="*/ 6 h 262"/>
                <a:gd name="T2" fmla="*/ 329 w 516"/>
                <a:gd name="T3" fmla="*/ 23 h 262"/>
                <a:gd name="T4" fmla="*/ 44 w 516"/>
                <a:gd name="T5" fmla="*/ 88 h 262"/>
                <a:gd name="T6" fmla="*/ 37 w 516"/>
                <a:gd name="T7" fmla="*/ 138 h 262"/>
                <a:gd name="T8" fmla="*/ 17 w 516"/>
                <a:gd name="T9" fmla="*/ 172 h 262"/>
                <a:gd name="T10" fmla="*/ 13 w 516"/>
                <a:gd name="T11" fmla="*/ 213 h 262"/>
                <a:gd name="T12" fmla="*/ 29 w 516"/>
                <a:gd name="T13" fmla="*/ 233 h 262"/>
                <a:gd name="T14" fmla="*/ 28 w 516"/>
                <a:gd name="T15" fmla="*/ 241 h 262"/>
                <a:gd name="T16" fmla="*/ 106 w 516"/>
                <a:gd name="T17" fmla="*/ 241 h 262"/>
                <a:gd name="T18" fmla="*/ 107 w 516"/>
                <a:gd name="T19" fmla="*/ 233 h 262"/>
                <a:gd name="T20" fmla="*/ 88 w 516"/>
                <a:gd name="T21" fmla="*/ 213 h 262"/>
                <a:gd name="T22" fmla="*/ 92 w 516"/>
                <a:gd name="T23" fmla="*/ 172 h 262"/>
                <a:gd name="T24" fmla="*/ 114 w 516"/>
                <a:gd name="T25" fmla="*/ 138 h 262"/>
                <a:gd name="T26" fmla="*/ 119 w 516"/>
                <a:gd name="T27" fmla="*/ 88 h 262"/>
                <a:gd name="T28" fmla="*/ 406 w 516"/>
                <a:gd name="T29" fmla="*/ 23 h 262"/>
                <a:gd name="T30" fmla="*/ 472 w 516"/>
                <a:gd name="T31" fmla="*/ 6 h 26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516" h="262">
                  <a:moveTo>
                    <a:pt x="516" y="6"/>
                  </a:moveTo>
                  <a:cubicBezTo>
                    <a:pt x="473" y="0"/>
                    <a:pt x="421" y="2"/>
                    <a:pt x="359" y="26"/>
                  </a:cubicBezTo>
                  <a:cubicBezTo>
                    <a:pt x="215" y="83"/>
                    <a:pt x="47" y="95"/>
                    <a:pt x="47" y="95"/>
                  </a:cubicBezTo>
                  <a:cubicBezTo>
                    <a:pt x="47" y="95"/>
                    <a:pt x="60" y="137"/>
                    <a:pt x="40" y="150"/>
                  </a:cubicBezTo>
                  <a:cubicBezTo>
                    <a:pt x="20" y="164"/>
                    <a:pt x="20" y="166"/>
                    <a:pt x="17" y="187"/>
                  </a:cubicBezTo>
                  <a:cubicBezTo>
                    <a:pt x="13" y="209"/>
                    <a:pt x="0" y="229"/>
                    <a:pt x="13" y="231"/>
                  </a:cubicBezTo>
                  <a:cubicBezTo>
                    <a:pt x="27" y="233"/>
                    <a:pt x="32" y="229"/>
                    <a:pt x="32" y="253"/>
                  </a:cubicBezTo>
                  <a:cubicBezTo>
                    <a:pt x="32" y="256"/>
                    <a:pt x="32" y="259"/>
                    <a:pt x="31" y="262"/>
                  </a:cubicBezTo>
                  <a:cubicBezTo>
                    <a:pt x="115" y="262"/>
                    <a:pt x="115" y="262"/>
                    <a:pt x="115" y="262"/>
                  </a:cubicBezTo>
                  <a:cubicBezTo>
                    <a:pt x="116" y="259"/>
                    <a:pt x="116" y="256"/>
                    <a:pt x="116" y="253"/>
                  </a:cubicBezTo>
                  <a:cubicBezTo>
                    <a:pt x="116" y="229"/>
                    <a:pt x="111" y="233"/>
                    <a:pt x="97" y="231"/>
                  </a:cubicBezTo>
                  <a:cubicBezTo>
                    <a:pt x="84" y="229"/>
                    <a:pt x="97" y="209"/>
                    <a:pt x="101" y="187"/>
                  </a:cubicBezTo>
                  <a:cubicBezTo>
                    <a:pt x="104" y="166"/>
                    <a:pt x="104" y="164"/>
                    <a:pt x="124" y="150"/>
                  </a:cubicBezTo>
                  <a:cubicBezTo>
                    <a:pt x="144" y="137"/>
                    <a:pt x="131" y="95"/>
                    <a:pt x="131" y="95"/>
                  </a:cubicBezTo>
                  <a:cubicBezTo>
                    <a:pt x="131" y="95"/>
                    <a:pt x="299" y="83"/>
                    <a:pt x="443" y="26"/>
                  </a:cubicBezTo>
                  <a:cubicBezTo>
                    <a:pt x="469" y="16"/>
                    <a:pt x="493" y="10"/>
                    <a:pt x="516" y="6"/>
                  </a:cubicBezTo>
                  <a:close/>
                </a:path>
              </a:pathLst>
            </a:custGeom>
            <a:solidFill>
              <a:srgbClr val="9480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7394" name="Freeform 310">
              <a:extLst>
                <a:ext uri="{FF2B5EF4-FFF2-40B4-BE49-F238E27FC236}">
                  <a16:creationId xmlns:a16="http://schemas.microsoft.com/office/drawing/2014/main" id="{A2DC485B-D096-4225-96A0-B728B2F3C0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3" y="2687"/>
              <a:ext cx="1245" cy="256"/>
            </a:xfrm>
            <a:custGeom>
              <a:avLst/>
              <a:gdLst>
                <a:gd name="T0" fmla="*/ 1135 w 1281"/>
                <a:gd name="T1" fmla="*/ 205 h 263"/>
                <a:gd name="T2" fmla="*/ 930 w 1281"/>
                <a:gd name="T3" fmla="*/ 107 h 263"/>
                <a:gd name="T4" fmla="*/ 719 w 1281"/>
                <a:gd name="T5" fmla="*/ 38 h 263"/>
                <a:gd name="T6" fmla="*/ 593 w 1281"/>
                <a:gd name="T7" fmla="*/ 32 h 263"/>
                <a:gd name="T8" fmla="*/ 551 w 1281"/>
                <a:gd name="T9" fmla="*/ 26 h 263"/>
                <a:gd name="T10" fmla="*/ 324 w 1281"/>
                <a:gd name="T11" fmla="*/ 20 h 263"/>
                <a:gd name="T12" fmla="*/ 63 w 1281"/>
                <a:gd name="T13" fmla="*/ 83 h 263"/>
                <a:gd name="T14" fmla="*/ 38 w 1281"/>
                <a:gd name="T15" fmla="*/ 86 h 263"/>
                <a:gd name="T16" fmla="*/ 36 w 1281"/>
                <a:gd name="T17" fmla="*/ 87 h 263"/>
                <a:gd name="T18" fmla="*/ 41 w 1281"/>
                <a:gd name="T19" fmla="*/ 112 h 263"/>
                <a:gd name="T20" fmla="*/ 30 w 1281"/>
                <a:gd name="T21" fmla="*/ 135 h 263"/>
                <a:gd name="T22" fmla="*/ 9 w 1281"/>
                <a:gd name="T23" fmla="*/ 170 h 263"/>
                <a:gd name="T24" fmla="*/ 0 w 1281"/>
                <a:gd name="T25" fmla="*/ 204 h 263"/>
                <a:gd name="T26" fmla="*/ 7 w 1281"/>
                <a:gd name="T27" fmla="*/ 213 h 263"/>
                <a:gd name="T28" fmla="*/ 17 w 1281"/>
                <a:gd name="T29" fmla="*/ 214 h 263"/>
                <a:gd name="T30" fmla="*/ 21 w 1281"/>
                <a:gd name="T31" fmla="*/ 232 h 263"/>
                <a:gd name="T32" fmla="*/ 22 w 1281"/>
                <a:gd name="T33" fmla="*/ 242 h 263"/>
                <a:gd name="T34" fmla="*/ 24 w 1281"/>
                <a:gd name="T35" fmla="*/ 232 h 263"/>
                <a:gd name="T36" fmla="*/ 21 w 1281"/>
                <a:gd name="T37" fmla="*/ 214 h 263"/>
                <a:gd name="T38" fmla="*/ 7 w 1281"/>
                <a:gd name="T39" fmla="*/ 210 h 263"/>
                <a:gd name="T40" fmla="*/ 3 w 1281"/>
                <a:gd name="T41" fmla="*/ 204 h 263"/>
                <a:gd name="T42" fmla="*/ 12 w 1281"/>
                <a:gd name="T43" fmla="*/ 171 h 263"/>
                <a:gd name="T44" fmla="*/ 32 w 1281"/>
                <a:gd name="T45" fmla="*/ 138 h 263"/>
                <a:gd name="T46" fmla="*/ 44 w 1281"/>
                <a:gd name="T47" fmla="*/ 112 h 263"/>
                <a:gd name="T48" fmla="*/ 38 w 1281"/>
                <a:gd name="T49" fmla="*/ 87 h 263"/>
                <a:gd name="T50" fmla="*/ 325 w 1281"/>
                <a:gd name="T51" fmla="*/ 23 h 263"/>
                <a:gd name="T52" fmla="*/ 519 w 1281"/>
                <a:gd name="T53" fmla="*/ 18 h 263"/>
                <a:gd name="T54" fmla="*/ 571 w 1281"/>
                <a:gd name="T55" fmla="*/ 34 h 263"/>
                <a:gd name="T56" fmla="*/ 633 w 1281"/>
                <a:gd name="T57" fmla="*/ 35 h 263"/>
                <a:gd name="T58" fmla="*/ 852 w 1281"/>
                <a:gd name="T59" fmla="*/ 84 h 263"/>
                <a:gd name="T60" fmla="*/ 974 w 1281"/>
                <a:gd name="T61" fmla="*/ 127 h 263"/>
                <a:gd name="T62" fmla="*/ 1173 w 1281"/>
                <a:gd name="T63" fmla="*/ 239 h 263"/>
                <a:gd name="T64" fmla="*/ 1176 w 1281"/>
                <a:gd name="T65" fmla="*/ 238 h 263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1281" h="263">
                  <a:moveTo>
                    <a:pt x="1281" y="259"/>
                  </a:moveTo>
                  <a:cubicBezTo>
                    <a:pt x="1271" y="245"/>
                    <a:pt x="1259" y="233"/>
                    <a:pt x="1237" y="223"/>
                  </a:cubicBezTo>
                  <a:cubicBezTo>
                    <a:pt x="1192" y="201"/>
                    <a:pt x="1089" y="149"/>
                    <a:pt x="1062" y="135"/>
                  </a:cubicBezTo>
                  <a:cubicBezTo>
                    <a:pt x="1055" y="132"/>
                    <a:pt x="1037" y="125"/>
                    <a:pt x="1013" y="116"/>
                  </a:cubicBezTo>
                  <a:cubicBezTo>
                    <a:pt x="977" y="103"/>
                    <a:pt x="928" y="86"/>
                    <a:pt x="884" y="72"/>
                  </a:cubicBezTo>
                  <a:cubicBezTo>
                    <a:pt x="839" y="57"/>
                    <a:pt x="800" y="45"/>
                    <a:pt x="783" y="41"/>
                  </a:cubicBezTo>
                  <a:cubicBezTo>
                    <a:pt x="759" y="36"/>
                    <a:pt x="723" y="35"/>
                    <a:pt x="689" y="35"/>
                  </a:cubicBezTo>
                  <a:cubicBezTo>
                    <a:pt x="674" y="35"/>
                    <a:pt x="658" y="35"/>
                    <a:pt x="646" y="35"/>
                  </a:cubicBezTo>
                  <a:cubicBezTo>
                    <a:pt x="637" y="35"/>
                    <a:pt x="630" y="35"/>
                    <a:pt x="624" y="34"/>
                  </a:cubicBezTo>
                  <a:cubicBezTo>
                    <a:pt x="618" y="34"/>
                    <a:pt x="610" y="32"/>
                    <a:pt x="600" y="29"/>
                  </a:cubicBezTo>
                  <a:cubicBezTo>
                    <a:pt x="571" y="19"/>
                    <a:pt x="527" y="0"/>
                    <a:pt x="468" y="0"/>
                  </a:cubicBezTo>
                  <a:cubicBezTo>
                    <a:pt x="434" y="0"/>
                    <a:pt x="396" y="6"/>
                    <a:pt x="353" y="23"/>
                  </a:cubicBezTo>
                  <a:cubicBezTo>
                    <a:pt x="281" y="51"/>
                    <a:pt x="203" y="68"/>
                    <a:pt x="143" y="79"/>
                  </a:cubicBezTo>
                  <a:cubicBezTo>
                    <a:pt x="113" y="84"/>
                    <a:pt x="87" y="87"/>
                    <a:pt x="69" y="89"/>
                  </a:cubicBezTo>
                  <a:cubicBezTo>
                    <a:pt x="60" y="90"/>
                    <a:pt x="53" y="91"/>
                    <a:pt x="48" y="91"/>
                  </a:cubicBezTo>
                  <a:cubicBezTo>
                    <a:pt x="43" y="91"/>
                    <a:pt x="41" y="92"/>
                    <a:pt x="41" y="92"/>
                  </a:cubicBezTo>
                  <a:cubicBezTo>
                    <a:pt x="39" y="92"/>
                    <a:pt x="39" y="92"/>
                    <a:pt x="39" y="92"/>
                  </a:cubicBezTo>
                  <a:cubicBezTo>
                    <a:pt x="39" y="94"/>
                    <a:pt x="39" y="94"/>
                    <a:pt x="39" y="94"/>
                  </a:cubicBezTo>
                  <a:cubicBezTo>
                    <a:pt x="39" y="94"/>
                    <a:pt x="40" y="94"/>
                    <a:pt x="40" y="94"/>
                  </a:cubicBezTo>
                  <a:cubicBezTo>
                    <a:pt x="40" y="97"/>
                    <a:pt x="44" y="109"/>
                    <a:pt x="44" y="121"/>
                  </a:cubicBezTo>
                  <a:cubicBezTo>
                    <a:pt x="44" y="126"/>
                    <a:pt x="43" y="132"/>
                    <a:pt x="42" y="136"/>
                  </a:cubicBezTo>
                  <a:cubicBezTo>
                    <a:pt x="40" y="141"/>
                    <a:pt x="37" y="145"/>
                    <a:pt x="33" y="147"/>
                  </a:cubicBezTo>
                  <a:cubicBezTo>
                    <a:pt x="23" y="154"/>
                    <a:pt x="18" y="158"/>
                    <a:pt x="15" y="163"/>
                  </a:cubicBezTo>
                  <a:cubicBezTo>
                    <a:pt x="12" y="168"/>
                    <a:pt x="11" y="174"/>
                    <a:pt x="9" y="185"/>
                  </a:cubicBezTo>
                  <a:cubicBezTo>
                    <a:pt x="8" y="192"/>
                    <a:pt x="6" y="200"/>
                    <a:pt x="4" y="206"/>
                  </a:cubicBezTo>
                  <a:cubicBezTo>
                    <a:pt x="2" y="212"/>
                    <a:pt x="0" y="218"/>
                    <a:pt x="0" y="222"/>
                  </a:cubicBezTo>
                  <a:cubicBezTo>
                    <a:pt x="0" y="224"/>
                    <a:pt x="0" y="226"/>
                    <a:pt x="2" y="228"/>
                  </a:cubicBezTo>
                  <a:cubicBezTo>
                    <a:pt x="3" y="229"/>
                    <a:pt x="5" y="230"/>
                    <a:pt x="7" y="231"/>
                  </a:cubicBezTo>
                  <a:cubicBezTo>
                    <a:pt x="11" y="231"/>
                    <a:pt x="13" y="231"/>
                    <a:pt x="16" y="231"/>
                  </a:cubicBezTo>
                  <a:cubicBezTo>
                    <a:pt x="17" y="232"/>
                    <a:pt x="19" y="232"/>
                    <a:pt x="20" y="232"/>
                  </a:cubicBezTo>
                  <a:cubicBezTo>
                    <a:pt x="21" y="233"/>
                    <a:pt x="22" y="234"/>
                    <a:pt x="23" y="237"/>
                  </a:cubicBezTo>
                  <a:cubicBezTo>
                    <a:pt x="24" y="240"/>
                    <a:pt x="24" y="244"/>
                    <a:pt x="24" y="251"/>
                  </a:cubicBezTo>
                  <a:cubicBezTo>
                    <a:pt x="24" y="254"/>
                    <a:pt x="24" y="258"/>
                    <a:pt x="24" y="261"/>
                  </a:cubicBezTo>
                  <a:cubicBezTo>
                    <a:pt x="24" y="262"/>
                    <a:pt x="25" y="263"/>
                    <a:pt x="25" y="263"/>
                  </a:cubicBezTo>
                  <a:cubicBezTo>
                    <a:pt x="26" y="263"/>
                    <a:pt x="27" y="262"/>
                    <a:pt x="27" y="261"/>
                  </a:cubicBezTo>
                  <a:cubicBezTo>
                    <a:pt x="27" y="258"/>
                    <a:pt x="27" y="254"/>
                    <a:pt x="27" y="251"/>
                  </a:cubicBezTo>
                  <a:cubicBezTo>
                    <a:pt x="27" y="245"/>
                    <a:pt x="27" y="241"/>
                    <a:pt x="26" y="237"/>
                  </a:cubicBezTo>
                  <a:cubicBezTo>
                    <a:pt x="26" y="235"/>
                    <a:pt x="25" y="233"/>
                    <a:pt x="24" y="232"/>
                  </a:cubicBezTo>
                  <a:cubicBezTo>
                    <a:pt x="22" y="230"/>
                    <a:pt x="20" y="229"/>
                    <a:pt x="17" y="228"/>
                  </a:cubicBezTo>
                  <a:cubicBezTo>
                    <a:pt x="14" y="228"/>
                    <a:pt x="11" y="228"/>
                    <a:pt x="7" y="228"/>
                  </a:cubicBezTo>
                  <a:cubicBezTo>
                    <a:pt x="6" y="227"/>
                    <a:pt x="5" y="227"/>
                    <a:pt x="4" y="226"/>
                  </a:cubicBezTo>
                  <a:cubicBezTo>
                    <a:pt x="3" y="225"/>
                    <a:pt x="3" y="224"/>
                    <a:pt x="3" y="222"/>
                  </a:cubicBezTo>
                  <a:cubicBezTo>
                    <a:pt x="3" y="219"/>
                    <a:pt x="5" y="213"/>
                    <a:pt x="7" y="207"/>
                  </a:cubicBezTo>
                  <a:cubicBezTo>
                    <a:pt x="9" y="200"/>
                    <a:pt x="11" y="193"/>
                    <a:pt x="12" y="186"/>
                  </a:cubicBezTo>
                  <a:cubicBezTo>
                    <a:pt x="14" y="175"/>
                    <a:pt x="15" y="169"/>
                    <a:pt x="17" y="165"/>
                  </a:cubicBezTo>
                  <a:cubicBezTo>
                    <a:pt x="20" y="160"/>
                    <a:pt x="25" y="156"/>
                    <a:pt x="35" y="150"/>
                  </a:cubicBezTo>
                  <a:cubicBezTo>
                    <a:pt x="40" y="147"/>
                    <a:pt x="43" y="142"/>
                    <a:pt x="44" y="137"/>
                  </a:cubicBezTo>
                  <a:cubicBezTo>
                    <a:pt x="46" y="132"/>
                    <a:pt x="47" y="126"/>
                    <a:pt x="47" y="121"/>
                  </a:cubicBezTo>
                  <a:cubicBezTo>
                    <a:pt x="47" y="106"/>
                    <a:pt x="42" y="93"/>
                    <a:pt x="42" y="93"/>
                  </a:cubicBezTo>
                  <a:cubicBezTo>
                    <a:pt x="41" y="93"/>
                    <a:pt x="41" y="93"/>
                    <a:pt x="41" y="93"/>
                  </a:cubicBezTo>
                  <a:cubicBezTo>
                    <a:pt x="41" y="95"/>
                    <a:pt x="41" y="95"/>
                    <a:pt x="41" y="95"/>
                  </a:cubicBezTo>
                  <a:cubicBezTo>
                    <a:pt x="41" y="95"/>
                    <a:pt x="209" y="83"/>
                    <a:pt x="354" y="26"/>
                  </a:cubicBezTo>
                  <a:cubicBezTo>
                    <a:pt x="396" y="9"/>
                    <a:pt x="434" y="3"/>
                    <a:pt x="468" y="3"/>
                  </a:cubicBezTo>
                  <a:cubicBezTo>
                    <a:pt x="507" y="3"/>
                    <a:pt x="539" y="11"/>
                    <a:pt x="565" y="20"/>
                  </a:cubicBezTo>
                  <a:cubicBezTo>
                    <a:pt x="578" y="24"/>
                    <a:pt x="590" y="28"/>
                    <a:pt x="599" y="31"/>
                  </a:cubicBezTo>
                  <a:cubicBezTo>
                    <a:pt x="609" y="35"/>
                    <a:pt x="617" y="37"/>
                    <a:pt x="623" y="37"/>
                  </a:cubicBezTo>
                  <a:cubicBezTo>
                    <a:pt x="630" y="38"/>
                    <a:pt x="637" y="38"/>
                    <a:pt x="646" y="38"/>
                  </a:cubicBezTo>
                  <a:cubicBezTo>
                    <a:pt x="659" y="38"/>
                    <a:pt x="674" y="38"/>
                    <a:pt x="689" y="38"/>
                  </a:cubicBezTo>
                  <a:cubicBezTo>
                    <a:pt x="723" y="38"/>
                    <a:pt x="758" y="39"/>
                    <a:pt x="783" y="44"/>
                  </a:cubicBezTo>
                  <a:cubicBezTo>
                    <a:pt x="804" y="49"/>
                    <a:pt x="867" y="69"/>
                    <a:pt x="928" y="90"/>
                  </a:cubicBezTo>
                  <a:cubicBezTo>
                    <a:pt x="959" y="100"/>
                    <a:pt x="988" y="111"/>
                    <a:pt x="1012" y="119"/>
                  </a:cubicBezTo>
                  <a:cubicBezTo>
                    <a:pt x="1036" y="128"/>
                    <a:pt x="1054" y="135"/>
                    <a:pt x="1061" y="138"/>
                  </a:cubicBezTo>
                  <a:cubicBezTo>
                    <a:pt x="1088" y="151"/>
                    <a:pt x="1190" y="204"/>
                    <a:pt x="1236" y="225"/>
                  </a:cubicBezTo>
                  <a:cubicBezTo>
                    <a:pt x="1257" y="236"/>
                    <a:pt x="1269" y="247"/>
                    <a:pt x="1278" y="260"/>
                  </a:cubicBezTo>
                  <a:cubicBezTo>
                    <a:pt x="1279" y="261"/>
                    <a:pt x="1280" y="261"/>
                    <a:pt x="1280" y="261"/>
                  </a:cubicBezTo>
                  <a:cubicBezTo>
                    <a:pt x="1281" y="260"/>
                    <a:pt x="1281" y="259"/>
                    <a:pt x="1281" y="259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7395" name="Freeform 311">
              <a:extLst>
                <a:ext uri="{FF2B5EF4-FFF2-40B4-BE49-F238E27FC236}">
                  <a16:creationId xmlns:a16="http://schemas.microsoft.com/office/drawing/2014/main" id="{1E700C1E-07A9-4F56-A8D3-01C68C0863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7" y="2886"/>
              <a:ext cx="31" cy="56"/>
            </a:xfrm>
            <a:custGeom>
              <a:avLst/>
              <a:gdLst>
                <a:gd name="T0" fmla="*/ 0 w 31"/>
                <a:gd name="T1" fmla="*/ 2 h 58"/>
                <a:gd name="T2" fmla="*/ 6 w 31"/>
                <a:gd name="T3" fmla="*/ 14 h 58"/>
                <a:gd name="T4" fmla="*/ 14 w 31"/>
                <a:gd name="T5" fmla="*/ 22 h 58"/>
                <a:gd name="T6" fmla="*/ 28 w 31"/>
                <a:gd name="T7" fmla="*/ 50 h 58"/>
                <a:gd name="T8" fmla="*/ 28 w 31"/>
                <a:gd name="T9" fmla="*/ 50 h 58"/>
                <a:gd name="T10" fmla="*/ 28 w 31"/>
                <a:gd name="T11" fmla="*/ 50 h 58"/>
                <a:gd name="T12" fmla="*/ 28 w 31"/>
                <a:gd name="T13" fmla="*/ 51 h 58"/>
                <a:gd name="T14" fmla="*/ 30 w 31"/>
                <a:gd name="T15" fmla="*/ 52 h 58"/>
                <a:gd name="T16" fmla="*/ 31 w 31"/>
                <a:gd name="T17" fmla="*/ 50 h 58"/>
                <a:gd name="T18" fmla="*/ 31 w 31"/>
                <a:gd name="T19" fmla="*/ 49 h 58"/>
                <a:gd name="T20" fmla="*/ 31 w 31"/>
                <a:gd name="T21" fmla="*/ 49 h 58"/>
                <a:gd name="T22" fmla="*/ 31 w 31"/>
                <a:gd name="T23" fmla="*/ 49 h 58"/>
                <a:gd name="T24" fmla="*/ 16 w 31"/>
                <a:gd name="T25" fmla="*/ 20 h 58"/>
                <a:gd name="T26" fmla="*/ 8 w 31"/>
                <a:gd name="T27" fmla="*/ 12 h 58"/>
                <a:gd name="T28" fmla="*/ 3 w 31"/>
                <a:gd name="T29" fmla="*/ 2 h 58"/>
                <a:gd name="T30" fmla="*/ 1 w 31"/>
                <a:gd name="T31" fmla="*/ 0 h 58"/>
                <a:gd name="T32" fmla="*/ 0 w 31"/>
                <a:gd name="T33" fmla="*/ 2 h 5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31" h="58">
                  <a:moveTo>
                    <a:pt x="0" y="2"/>
                  </a:moveTo>
                  <a:cubicBezTo>
                    <a:pt x="0" y="6"/>
                    <a:pt x="3" y="10"/>
                    <a:pt x="6" y="14"/>
                  </a:cubicBezTo>
                  <a:cubicBezTo>
                    <a:pt x="9" y="18"/>
                    <a:pt x="12" y="22"/>
                    <a:pt x="14" y="25"/>
                  </a:cubicBezTo>
                  <a:cubicBezTo>
                    <a:pt x="19" y="35"/>
                    <a:pt x="24" y="45"/>
                    <a:pt x="28" y="56"/>
                  </a:cubicBezTo>
                  <a:cubicBezTo>
                    <a:pt x="28" y="56"/>
                    <a:pt x="28" y="56"/>
                    <a:pt x="28" y="56"/>
                  </a:cubicBezTo>
                  <a:cubicBezTo>
                    <a:pt x="28" y="56"/>
                    <a:pt x="28" y="56"/>
                    <a:pt x="28" y="56"/>
                  </a:cubicBezTo>
                  <a:cubicBezTo>
                    <a:pt x="28" y="56"/>
                    <a:pt x="28" y="57"/>
                    <a:pt x="28" y="57"/>
                  </a:cubicBezTo>
                  <a:cubicBezTo>
                    <a:pt x="29" y="58"/>
                    <a:pt x="29" y="58"/>
                    <a:pt x="30" y="58"/>
                  </a:cubicBezTo>
                  <a:cubicBezTo>
                    <a:pt x="31" y="58"/>
                    <a:pt x="31" y="57"/>
                    <a:pt x="31" y="56"/>
                  </a:cubicBezTo>
                  <a:cubicBezTo>
                    <a:pt x="31" y="56"/>
                    <a:pt x="31" y="55"/>
                    <a:pt x="31" y="55"/>
                  </a:cubicBezTo>
                  <a:cubicBezTo>
                    <a:pt x="31" y="55"/>
                    <a:pt x="31" y="55"/>
                    <a:pt x="31" y="55"/>
                  </a:cubicBezTo>
                  <a:cubicBezTo>
                    <a:pt x="31" y="55"/>
                    <a:pt x="31" y="55"/>
                    <a:pt x="31" y="55"/>
                  </a:cubicBezTo>
                  <a:cubicBezTo>
                    <a:pt x="27" y="44"/>
                    <a:pt x="22" y="33"/>
                    <a:pt x="16" y="23"/>
                  </a:cubicBezTo>
                  <a:cubicBezTo>
                    <a:pt x="14" y="20"/>
                    <a:pt x="11" y="16"/>
                    <a:pt x="8" y="12"/>
                  </a:cubicBezTo>
                  <a:cubicBezTo>
                    <a:pt x="5" y="8"/>
                    <a:pt x="3" y="5"/>
                    <a:pt x="3" y="2"/>
                  </a:cubicBezTo>
                  <a:cubicBezTo>
                    <a:pt x="3" y="1"/>
                    <a:pt x="2" y="0"/>
                    <a:pt x="1" y="0"/>
                  </a:cubicBezTo>
                  <a:cubicBezTo>
                    <a:pt x="0" y="0"/>
                    <a:pt x="0" y="1"/>
                    <a:pt x="0" y="2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7396" name="Freeform 312">
              <a:extLst>
                <a:ext uri="{FF2B5EF4-FFF2-40B4-BE49-F238E27FC236}">
                  <a16:creationId xmlns:a16="http://schemas.microsoft.com/office/drawing/2014/main" id="{F219A91C-1FD5-47A0-A60B-E0BB7FB823A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4" y="2912"/>
              <a:ext cx="23" cy="31"/>
            </a:xfrm>
            <a:custGeom>
              <a:avLst/>
              <a:gdLst>
                <a:gd name="T0" fmla="*/ 21 w 24"/>
                <a:gd name="T1" fmla="*/ 26 h 32"/>
                <a:gd name="T2" fmla="*/ 3 w 24"/>
                <a:gd name="T3" fmla="*/ 1 h 32"/>
                <a:gd name="T4" fmla="*/ 1 w 24"/>
                <a:gd name="T5" fmla="*/ 0 h 32"/>
                <a:gd name="T6" fmla="*/ 1 w 24"/>
                <a:gd name="T7" fmla="*/ 2 h 32"/>
                <a:gd name="T8" fmla="*/ 18 w 24"/>
                <a:gd name="T9" fmla="*/ 28 h 32"/>
                <a:gd name="T10" fmla="*/ 20 w 24"/>
                <a:gd name="T11" fmla="*/ 28 h 32"/>
                <a:gd name="T12" fmla="*/ 21 w 24"/>
                <a:gd name="T13" fmla="*/ 26 h 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32">
                  <a:moveTo>
                    <a:pt x="24" y="29"/>
                  </a:moveTo>
                  <a:cubicBezTo>
                    <a:pt x="16" y="21"/>
                    <a:pt x="9" y="11"/>
                    <a:pt x="3" y="1"/>
                  </a:cubicBezTo>
                  <a:cubicBezTo>
                    <a:pt x="3" y="0"/>
                    <a:pt x="2" y="0"/>
                    <a:pt x="1" y="0"/>
                  </a:cubicBezTo>
                  <a:cubicBezTo>
                    <a:pt x="1" y="1"/>
                    <a:pt x="0" y="2"/>
                    <a:pt x="1" y="2"/>
                  </a:cubicBezTo>
                  <a:cubicBezTo>
                    <a:pt x="7" y="13"/>
                    <a:pt x="14" y="23"/>
                    <a:pt x="21" y="31"/>
                  </a:cubicBezTo>
                  <a:cubicBezTo>
                    <a:pt x="22" y="32"/>
                    <a:pt x="23" y="32"/>
                    <a:pt x="23" y="31"/>
                  </a:cubicBezTo>
                  <a:cubicBezTo>
                    <a:pt x="24" y="31"/>
                    <a:pt x="24" y="30"/>
                    <a:pt x="24" y="29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7397" name="Freeform 313">
              <a:extLst>
                <a:ext uri="{FF2B5EF4-FFF2-40B4-BE49-F238E27FC236}">
                  <a16:creationId xmlns:a16="http://schemas.microsoft.com/office/drawing/2014/main" id="{EAEA5AC1-052E-4052-B6FD-F923042070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6" y="2838"/>
              <a:ext cx="37" cy="22"/>
            </a:xfrm>
            <a:custGeom>
              <a:avLst/>
              <a:gdLst>
                <a:gd name="T0" fmla="*/ 2 w 38"/>
                <a:gd name="T1" fmla="*/ 20 h 23"/>
                <a:gd name="T2" fmla="*/ 19 w 38"/>
                <a:gd name="T3" fmla="*/ 11 h 23"/>
                <a:gd name="T4" fmla="*/ 34 w 38"/>
                <a:gd name="T5" fmla="*/ 3 h 23"/>
                <a:gd name="T6" fmla="*/ 35 w 38"/>
                <a:gd name="T7" fmla="*/ 1 h 23"/>
                <a:gd name="T8" fmla="*/ 33 w 38"/>
                <a:gd name="T9" fmla="*/ 0 h 23"/>
                <a:gd name="T10" fmla="*/ 17 w 38"/>
                <a:gd name="T11" fmla="*/ 9 h 23"/>
                <a:gd name="T12" fmla="*/ 1 w 38"/>
                <a:gd name="T13" fmla="*/ 17 h 23"/>
                <a:gd name="T14" fmla="*/ 0 w 38"/>
                <a:gd name="T15" fmla="*/ 19 h 23"/>
                <a:gd name="T16" fmla="*/ 2 w 38"/>
                <a:gd name="T17" fmla="*/ 20 h 2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8" h="23">
                  <a:moveTo>
                    <a:pt x="2" y="23"/>
                  </a:moveTo>
                  <a:cubicBezTo>
                    <a:pt x="9" y="20"/>
                    <a:pt x="14" y="15"/>
                    <a:pt x="19" y="11"/>
                  </a:cubicBezTo>
                  <a:cubicBezTo>
                    <a:pt x="24" y="7"/>
                    <a:pt x="29" y="4"/>
                    <a:pt x="37" y="3"/>
                  </a:cubicBezTo>
                  <a:cubicBezTo>
                    <a:pt x="37" y="3"/>
                    <a:pt x="38" y="2"/>
                    <a:pt x="38" y="1"/>
                  </a:cubicBezTo>
                  <a:cubicBezTo>
                    <a:pt x="38" y="1"/>
                    <a:pt x="37" y="0"/>
                    <a:pt x="36" y="0"/>
                  </a:cubicBezTo>
                  <a:cubicBezTo>
                    <a:pt x="28" y="1"/>
                    <a:pt x="22" y="5"/>
                    <a:pt x="17" y="9"/>
                  </a:cubicBezTo>
                  <a:cubicBezTo>
                    <a:pt x="12" y="13"/>
                    <a:pt x="7" y="17"/>
                    <a:pt x="1" y="20"/>
                  </a:cubicBezTo>
                  <a:cubicBezTo>
                    <a:pt x="0" y="20"/>
                    <a:pt x="0" y="21"/>
                    <a:pt x="0" y="22"/>
                  </a:cubicBezTo>
                  <a:cubicBezTo>
                    <a:pt x="0" y="23"/>
                    <a:pt x="1" y="23"/>
                    <a:pt x="2" y="23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7398" name="Freeform 314">
              <a:extLst>
                <a:ext uri="{FF2B5EF4-FFF2-40B4-BE49-F238E27FC236}">
                  <a16:creationId xmlns:a16="http://schemas.microsoft.com/office/drawing/2014/main" id="{4E5FA6FF-7E83-4C87-88B0-7CCC4638BE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9" y="2829"/>
              <a:ext cx="20" cy="13"/>
            </a:xfrm>
            <a:custGeom>
              <a:avLst/>
              <a:gdLst>
                <a:gd name="T0" fmla="*/ 3 w 21"/>
                <a:gd name="T1" fmla="*/ 12 h 13"/>
                <a:gd name="T2" fmla="*/ 16 w 21"/>
                <a:gd name="T3" fmla="*/ 3 h 13"/>
                <a:gd name="T4" fmla="*/ 18 w 21"/>
                <a:gd name="T5" fmla="*/ 1 h 13"/>
                <a:gd name="T6" fmla="*/ 16 w 21"/>
                <a:gd name="T7" fmla="*/ 0 h 13"/>
                <a:gd name="T8" fmla="*/ 1 w 21"/>
                <a:gd name="T9" fmla="*/ 11 h 13"/>
                <a:gd name="T10" fmla="*/ 1 w 21"/>
                <a:gd name="T11" fmla="*/ 13 h 13"/>
                <a:gd name="T12" fmla="*/ 3 w 21"/>
                <a:gd name="T13" fmla="*/ 12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" h="13">
                  <a:moveTo>
                    <a:pt x="3" y="12"/>
                  </a:moveTo>
                  <a:cubicBezTo>
                    <a:pt x="7" y="8"/>
                    <a:pt x="14" y="4"/>
                    <a:pt x="19" y="3"/>
                  </a:cubicBezTo>
                  <a:cubicBezTo>
                    <a:pt x="20" y="3"/>
                    <a:pt x="21" y="2"/>
                    <a:pt x="21" y="1"/>
                  </a:cubicBezTo>
                  <a:cubicBezTo>
                    <a:pt x="21" y="1"/>
                    <a:pt x="20" y="0"/>
                    <a:pt x="19" y="0"/>
                  </a:cubicBezTo>
                  <a:cubicBezTo>
                    <a:pt x="12" y="1"/>
                    <a:pt x="5" y="5"/>
                    <a:pt x="1" y="11"/>
                  </a:cubicBezTo>
                  <a:cubicBezTo>
                    <a:pt x="0" y="11"/>
                    <a:pt x="1" y="12"/>
                    <a:pt x="1" y="13"/>
                  </a:cubicBezTo>
                  <a:cubicBezTo>
                    <a:pt x="2" y="13"/>
                    <a:pt x="3" y="13"/>
                    <a:pt x="3" y="12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7399" name="Freeform 315">
              <a:extLst>
                <a:ext uri="{FF2B5EF4-FFF2-40B4-BE49-F238E27FC236}">
                  <a16:creationId xmlns:a16="http://schemas.microsoft.com/office/drawing/2014/main" id="{F353B8E9-DC75-4114-BBE2-9DC05618F2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7" y="1907"/>
              <a:ext cx="1057" cy="919"/>
            </a:xfrm>
            <a:custGeom>
              <a:avLst/>
              <a:gdLst>
                <a:gd name="T0" fmla="*/ 154 w 1087"/>
                <a:gd name="T1" fmla="*/ 38 h 946"/>
                <a:gd name="T2" fmla="*/ 46 w 1087"/>
                <a:gd name="T3" fmla="*/ 165 h 946"/>
                <a:gd name="T4" fmla="*/ 32 w 1087"/>
                <a:gd name="T5" fmla="*/ 272 h 946"/>
                <a:gd name="T6" fmla="*/ 29 w 1087"/>
                <a:gd name="T7" fmla="*/ 312 h 946"/>
                <a:gd name="T8" fmla="*/ 24 w 1087"/>
                <a:gd name="T9" fmla="*/ 366 h 946"/>
                <a:gd name="T10" fmla="*/ 18 w 1087"/>
                <a:gd name="T11" fmla="*/ 401 h 946"/>
                <a:gd name="T12" fmla="*/ 18 w 1087"/>
                <a:gd name="T13" fmla="*/ 467 h 946"/>
                <a:gd name="T14" fmla="*/ 8 w 1087"/>
                <a:gd name="T15" fmla="*/ 592 h 946"/>
                <a:gd name="T16" fmla="*/ 1 w 1087"/>
                <a:gd name="T17" fmla="*/ 656 h 946"/>
                <a:gd name="T18" fmla="*/ 52 w 1087"/>
                <a:gd name="T19" fmla="*/ 733 h 946"/>
                <a:gd name="T20" fmla="*/ 131 w 1087"/>
                <a:gd name="T21" fmla="*/ 749 h 946"/>
                <a:gd name="T22" fmla="*/ 270 w 1087"/>
                <a:gd name="T23" fmla="*/ 839 h 946"/>
                <a:gd name="T24" fmla="*/ 336 w 1087"/>
                <a:gd name="T25" fmla="*/ 858 h 946"/>
                <a:gd name="T26" fmla="*/ 367 w 1087"/>
                <a:gd name="T27" fmla="*/ 834 h 946"/>
                <a:gd name="T28" fmla="*/ 392 w 1087"/>
                <a:gd name="T29" fmla="*/ 806 h 946"/>
                <a:gd name="T30" fmla="*/ 623 w 1087"/>
                <a:gd name="T31" fmla="*/ 743 h 946"/>
                <a:gd name="T32" fmla="*/ 865 w 1087"/>
                <a:gd name="T33" fmla="*/ 764 h 946"/>
                <a:gd name="T34" fmla="*/ 970 w 1087"/>
                <a:gd name="T35" fmla="*/ 794 h 946"/>
                <a:gd name="T36" fmla="*/ 970 w 1087"/>
                <a:gd name="T37" fmla="*/ 711 h 946"/>
                <a:gd name="T38" fmla="*/ 997 w 1087"/>
                <a:gd name="T39" fmla="*/ 648 h 946"/>
                <a:gd name="T40" fmla="*/ 982 w 1087"/>
                <a:gd name="T41" fmla="*/ 607 h 946"/>
                <a:gd name="T42" fmla="*/ 960 w 1087"/>
                <a:gd name="T43" fmla="*/ 535 h 946"/>
                <a:gd name="T44" fmla="*/ 963 w 1087"/>
                <a:gd name="T45" fmla="*/ 499 h 946"/>
                <a:gd name="T46" fmla="*/ 960 w 1087"/>
                <a:gd name="T47" fmla="*/ 476 h 946"/>
                <a:gd name="T48" fmla="*/ 925 w 1087"/>
                <a:gd name="T49" fmla="*/ 421 h 946"/>
                <a:gd name="T50" fmla="*/ 830 w 1087"/>
                <a:gd name="T51" fmla="*/ 152 h 946"/>
                <a:gd name="T52" fmla="*/ 568 w 1087"/>
                <a:gd name="T53" fmla="*/ 19 h 946"/>
                <a:gd name="T54" fmla="*/ 449 w 1087"/>
                <a:gd name="T55" fmla="*/ 202 h 946"/>
                <a:gd name="T56" fmla="*/ 264 w 1087"/>
                <a:gd name="T57" fmla="*/ 73 h 946"/>
                <a:gd name="T58" fmla="*/ 581 w 1087"/>
                <a:gd name="T59" fmla="*/ 66 h 946"/>
                <a:gd name="T60" fmla="*/ 780 w 1087"/>
                <a:gd name="T61" fmla="*/ 76 h 946"/>
                <a:gd name="T62" fmla="*/ 917 w 1087"/>
                <a:gd name="T63" fmla="*/ 413 h 946"/>
                <a:gd name="T64" fmla="*/ 957 w 1087"/>
                <a:gd name="T65" fmla="*/ 477 h 946"/>
                <a:gd name="T66" fmla="*/ 958 w 1087"/>
                <a:gd name="T67" fmla="*/ 494 h 946"/>
                <a:gd name="T68" fmla="*/ 956 w 1087"/>
                <a:gd name="T69" fmla="*/ 535 h 946"/>
                <a:gd name="T70" fmla="*/ 982 w 1087"/>
                <a:gd name="T71" fmla="*/ 579 h 946"/>
                <a:gd name="T72" fmla="*/ 997 w 1087"/>
                <a:gd name="T73" fmla="*/ 641 h 946"/>
                <a:gd name="T74" fmla="*/ 968 w 1087"/>
                <a:gd name="T75" fmla="*/ 711 h 946"/>
                <a:gd name="T76" fmla="*/ 970 w 1087"/>
                <a:gd name="T77" fmla="*/ 791 h 946"/>
                <a:gd name="T78" fmla="*/ 829 w 1087"/>
                <a:gd name="T79" fmla="*/ 767 h 946"/>
                <a:gd name="T80" fmla="*/ 569 w 1087"/>
                <a:gd name="T81" fmla="*/ 753 h 946"/>
                <a:gd name="T82" fmla="*/ 389 w 1087"/>
                <a:gd name="T83" fmla="*/ 805 h 946"/>
                <a:gd name="T84" fmla="*/ 359 w 1087"/>
                <a:gd name="T85" fmla="*/ 837 h 946"/>
                <a:gd name="T86" fmla="*/ 330 w 1087"/>
                <a:gd name="T87" fmla="*/ 860 h 946"/>
                <a:gd name="T88" fmla="*/ 272 w 1087"/>
                <a:gd name="T89" fmla="*/ 837 h 946"/>
                <a:gd name="T90" fmla="*/ 123 w 1087"/>
                <a:gd name="T91" fmla="*/ 745 h 946"/>
                <a:gd name="T92" fmla="*/ 44 w 1087"/>
                <a:gd name="T93" fmla="*/ 715 h 946"/>
                <a:gd name="T94" fmla="*/ 4 w 1087"/>
                <a:gd name="T95" fmla="*/ 623 h 946"/>
                <a:gd name="T96" fmla="*/ 3 w 1087"/>
                <a:gd name="T97" fmla="*/ 544 h 946"/>
                <a:gd name="T98" fmla="*/ 20 w 1087"/>
                <a:gd name="T99" fmla="*/ 446 h 946"/>
                <a:gd name="T100" fmla="*/ 23 w 1087"/>
                <a:gd name="T101" fmla="*/ 384 h 946"/>
                <a:gd name="T102" fmla="*/ 18 w 1087"/>
                <a:gd name="T103" fmla="*/ 338 h 946"/>
                <a:gd name="T104" fmla="*/ 28 w 1087"/>
                <a:gd name="T105" fmla="*/ 298 h 946"/>
                <a:gd name="T106" fmla="*/ 29 w 1087"/>
                <a:gd name="T107" fmla="*/ 255 h 946"/>
                <a:gd name="T108" fmla="*/ 68 w 1087"/>
                <a:gd name="T109" fmla="*/ 100 h 946"/>
                <a:gd name="T110" fmla="*/ 179 w 1087"/>
                <a:gd name="T111" fmla="*/ 44 h 94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1087" h="946">
                  <a:moveTo>
                    <a:pt x="289" y="79"/>
                  </a:moveTo>
                  <a:cubicBezTo>
                    <a:pt x="289" y="78"/>
                    <a:pt x="289" y="78"/>
                    <a:pt x="289" y="78"/>
                  </a:cubicBezTo>
                  <a:cubicBezTo>
                    <a:pt x="289" y="78"/>
                    <a:pt x="288" y="77"/>
                    <a:pt x="287" y="77"/>
                  </a:cubicBezTo>
                  <a:cubicBezTo>
                    <a:pt x="278" y="75"/>
                    <a:pt x="237" y="65"/>
                    <a:pt x="196" y="44"/>
                  </a:cubicBezTo>
                  <a:cubicBezTo>
                    <a:pt x="189" y="41"/>
                    <a:pt x="183" y="39"/>
                    <a:pt x="177" y="39"/>
                  </a:cubicBezTo>
                  <a:cubicBezTo>
                    <a:pt x="174" y="39"/>
                    <a:pt x="171" y="40"/>
                    <a:pt x="167" y="41"/>
                  </a:cubicBezTo>
                  <a:cubicBezTo>
                    <a:pt x="164" y="42"/>
                    <a:pt x="157" y="44"/>
                    <a:pt x="150" y="46"/>
                  </a:cubicBezTo>
                  <a:cubicBezTo>
                    <a:pt x="143" y="47"/>
                    <a:pt x="135" y="50"/>
                    <a:pt x="130" y="52"/>
                  </a:cubicBezTo>
                  <a:cubicBezTo>
                    <a:pt x="125" y="55"/>
                    <a:pt x="116" y="58"/>
                    <a:pt x="105" y="66"/>
                  </a:cubicBezTo>
                  <a:cubicBezTo>
                    <a:pt x="94" y="74"/>
                    <a:pt x="82" y="86"/>
                    <a:pt x="71" y="107"/>
                  </a:cubicBezTo>
                  <a:cubicBezTo>
                    <a:pt x="60" y="128"/>
                    <a:pt x="56" y="137"/>
                    <a:pt x="54" y="145"/>
                  </a:cubicBezTo>
                  <a:cubicBezTo>
                    <a:pt x="53" y="153"/>
                    <a:pt x="53" y="161"/>
                    <a:pt x="49" y="180"/>
                  </a:cubicBezTo>
                  <a:cubicBezTo>
                    <a:pt x="41" y="220"/>
                    <a:pt x="35" y="238"/>
                    <a:pt x="31" y="250"/>
                  </a:cubicBezTo>
                  <a:cubicBezTo>
                    <a:pt x="30" y="254"/>
                    <a:pt x="28" y="257"/>
                    <a:pt x="28" y="260"/>
                  </a:cubicBezTo>
                  <a:cubicBezTo>
                    <a:pt x="27" y="263"/>
                    <a:pt x="26" y="265"/>
                    <a:pt x="26" y="268"/>
                  </a:cubicBezTo>
                  <a:cubicBezTo>
                    <a:pt x="26" y="271"/>
                    <a:pt x="27" y="275"/>
                    <a:pt x="29" y="279"/>
                  </a:cubicBezTo>
                  <a:cubicBezTo>
                    <a:pt x="31" y="283"/>
                    <a:pt x="33" y="286"/>
                    <a:pt x="34" y="289"/>
                  </a:cubicBezTo>
                  <a:cubicBezTo>
                    <a:pt x="35" y="291"/>
                    <a:pt x="35" y="293"/>
                    <a:pt x="35" y="296"/>
                  </a:cubicBezTo>
                  <a:cubicBezTo>
                    <a:pt x="35" y="297"/>
                    <a:pt x="35" y="299"/>
                    <a:pt x="34" y="301"/>
                  </a:cubicBezTo>
                  <a:cubicBezTo>
                    <a:pt x="34" y="305"/>
                    <a:pt x="32" y="309"/>
                    <a:pt x="31" y="312"/>
                  </a:cubicBezTo>
                  <a:cubicBezTo>
                    <a:pt x="29" y="316"/>
                    <a:pt x="28" y="319"/>
                    <a:pt x="28" y="324"/>
                  </a:cubicBezTo>
                  <a:cubicBezTo>
                    <a:pt x="28" y="324"/>
                    <a:pt x="28" y="325"/>
                    <a:pt x="28" y="325"/>
                  </a:cubicBezTo>
                  <a:cubicBezTo>
                    <a:pt x="28" y="329"/>
                    <a:pt x="29" y="331"/>
                    <a:pt x="30" y="334"/>
                  </a:cubicBezTo>
                  <a:cubicBezTo>
                    <a:pt x="31" y="336"/>
                    <a:pt x="32" y="338"/>
                    <a:pt x="32" y="340"/>
                  </a:cubicBezTo>
                  <a:cubicBezTo>
                    <a:pt x="32" y="342"/>
                    <a:pt x="31" y="343"/>
                    <a:pt x="29" y="346"/>
                  </a:cubicBezTo>
                  <a:cubicBezTo>
                    <a:pt x="26" y="349"/>
                    <a:pt x="23" y="352"/>
                    <a:pt x="20" y="355"/>
                  </a:cubicBezTo>
                  <a:cubicBezTo>
                    <a:pt x="17" y="358"/>
                    <a:pt x="15" y="361"/>
                    <a:pt x="15" y="365"/>
                  </a:cubicBezTo>
                  <a:cubicBezTo>
                    <a:pt x="15" y="367"/>
                    <a:pt x="15" y="369"/>
                    <a:pt x="16" y="371"/>
                  </a:cubicBezTo>
                  <a:cubicBezTo>
                    <a:pt x="19" y="376"/>
                    <a:pt x="20" y="381"/>
                    <a:pt x="21" y="386"/>
                  </a:cubicBezTo>
                  <a:cubicBezTo>
                    <a:pt x="22" y="391"/>
                    <a:pt x="23" y="395"/>
                    <a:pt x="27" y="399"/>
                  </a:cubicBezTo>
                  <a:cubicBezTo>
                    <a:pt x="30" y="401"/>
                    <a:pt x="32" y="402"/>
                    <a:pt x="33" y="403"/>
                  </a:cubicBezTo>
                  <a:cubicBezTo>
                    <a:pt x="34" y="404"/>
                    <a:pt x="34" y="405"/>
                    <a:pt x="34" y="406"/>
                  </a:cubicBezTo>
                  <a:cubicBezTo>
                    <a:pt x="34" y="407"/>
                    <a:pt x="34" y="408"/>
                    <a:pt x="33" y="410"/>
                  </a:cubicBezTo>
                  <a:cubicBezTo>
                    <a:pt x="31" y="412"/>
                    <a:pt x="28" y="414"/>
                    <a:pt x="24" y="417"/>
                  </a:cubicBezTo>
                  <a:cubicBezTo>
                    <a:pt x="21" y="419"/>
                    <a:pt x="18" y="423"/>
                    <a:pt x="18" y="429"/>
                  </a:cubicBezTo>
                  <a:cubicBezTo>
                    <a:pt x="18" y="431"/>
                    <a:pt x="18" y="434"/>
                    <a:pt x="20" y="437"/>
                  </a:cubicBezTo>
                  <a:cubicBezTo>
                    <a:pt x="22" y="443"/>
                    <a:pt x="23" y="447"/>
                    <a:pt x="24" y="450"/>
                  </a:cubicBezTo>
                  <a:cubicBezTo>
                    <a:pt x="25" y="453"/>
                    <a:pt x="26" y="455"/>
                    <a:pt x="26" y="457"/>
                  </a:cubicBezTo>
                  <a:cubicBezTo>
                    <a:pt x="26" y="460"/>
                    <a:pt x="25" y="464"/>
                    <a:pt x="24" y="469"/>
                  </a:cubicBezTo>
                  <a:cubicBezTo>
                    <a:pt x="23" y="476"/>
                    <a:pt x="21" y="480"/>
                    <a:pt x="20" y="485"/>
                  </a:cubicBezTo>
                  <a:cubicBezTo>
                    <a:pt x="19" y="490"/>
                    <a:pt x="18" y="496"/>
                    <a:pt x="18" y="504"/>
                  </a:cubicBezTo>
                  <a:cubicBezTo>
                    <a:pt x="18" y="506"/>
                    <a:pt x="18" y="508"/>
                    <a:pt x="18" y="510"/>
                  </a:cubicBezTo>
                  <a:cubicBezTo>
                    <a:pt x="18" y="520"/>
                    <a:pt x="19" y="527"/>
                    <a:pt x="19" y="534"/>
                  </a:cubicBezTo>
                  <a:cubicBezTo>
                    <a:pt x="19" y="543"/>
                    <a:pt x="18" y="550"/>
                    <a:pt x="14" y="557"/>
                  </a:cubicBezTo>
                  <a:cubicBezTo>
                    <a:pt x="11" y="562"/>
                    <a:pt x="8" y="565"/>
                    <a:pt x="5" y="570"/>
                  </a:cubicBezTo>
                  <a:cubicBezTo>
                    <a:pt x="2" y="575"/>
                    <a:pt x="0" y="582"/>
                    <a:pt x="0" y="593"/>
                  </a:cubicBezTo>
                  <a:cubicBezTo>
                    <a:pt x="0" y="596"/>
                    <a:pt x="0" y="599"/>
                    <a:pt x="1" y="602"/>
                  </a:cubicBezTo>
                  <a:cubicBezTo>
                    <a:pt x="2" y="625"/>
                    <a:pt x="8" y="636"/>
                    <a:pt x="8" y="645"/>
                  </a:cubicBezTo>
                  <a:cubicBezTo>
                    <a:pt x="8" y="648"/>
                    <a:pt x="7" y="650"/>
                    <a:pt x="6" y="653"/>
                  </a:cubicBezTo>
                  <a:cubicBezTo>
                    <a:pt x="4" y="657"/>
                    <a:pt x="3" y="659"/>
                    <a:pt x="2" y="661"/>
                  </a:cubicBezTo>
                  <a:cubicBezTo>
                    <a:pt x="1" y="663"/>
                    <a:pt x="1" y="664"/>
                    <a:pt x="1" y="667"/>
                  </a:cubicBezTo>
                  <a:cubicBezTo>
                    <a:pt x="1" y="669"/>
                    <a:pt x="1" y="673"/>
                    <a:pt x="1" y="679"/>
                  </a:cubicBezTo>
                  <a:cubicBezTo>
                    <a:pt x="2" y="682"/>
                    <a:pt x="2" y="685"/>
                    <a:pt x="2" y="688"/>
                  </a:cubicBezTo>
                  <a:cubicBezTo>
                    <a:pt x="2" y="696"/>
                    <a:pt x="1" y="705"/>
                    <a:pt x="1" y="715"/>
                  </a:cubicBezTo>
                  <a:cubicBezTo>
                    <a:pt x="1" y="726"/>
                    <a:pt x="2" y="737"/>
                    <a:pt x="3" y="745"/>
                  </a:cubicBezTo>
                  <a:cubicBezTo>
                    <a:pt x="3" y="750"/>
                    <a:pt x="4" y="753"/>
                    <a:pt x="6" y="756"/>
                  </a:cubicBezTo>
                  <a:cubicBezTo>
                    <a:pt x="6" y="757"/>
                    <a:pt x="7" y="759"/>
                    <a:pt x="8" y="759"/>
                  </a:cubicBezTo>
                  <a:cubicBezTo>
                    <a:pt x="9" y="760"/>
                    <a:pt x="10" y="761"/>
                    <a:pt x="11" y="761"/>
                  </a:cubicBezTo>
                  <a:cubicBezTo>
                    <a:pt x="23" y="764"/>
                    <a:pt x="35" y="768"/>
                    <a:pt x="45" y="781"/>
                  </a:cubicBezTo>
                  <a:cubicBezTo>
                    <a:pt x="49" y="788"/>
                    <a:pt x="52" y="795"/>
                    <a:pt x="57" y="800"/>
                  </a:cubicBezTo>
                  <a:cubicBezTo>
                    <a:pt x="62" y="806"/>
                    <a:pt x="68" y="809"/>
                    <a:pt x="80" y="809"/>
                  </a:cubicBezTo>
                  <a:cubicBezTo>
                    <a:pt x="90" y="809"/>
                    <a:pt x="98" y="811"/>
                    <a:pt x="105" y="812"/>
                  </a:cubicBezTo>
                  <a:cubicBezTo>
                    <a:pt x="112" y="814"/>
                    <a:pt x="118" y="816"/>
                    <a:pt x="125" y="816"/>
                  </a:cubicBezTo>
                  <a:cubicBezTo>
                    <a:pt x="127" y="816"/>
                    <a:pt x="128" y="816"/>
                    <a:pt x="129" y="816"/>
                  </a:cubicBezTo>
                  <a:cubicBezTo>
                    <a:pt x="131" y="816"/>
                    <a:pt x="133" y="816"/>
                    <a:pt x="135" y="816"/>
                  </a:cubicBezTo>
                  <a:cubicBezTo>
                    <a:pt x="138" y="816"/>
                    <a:pt x="140" y="816"/>
                    <a:pt x="143" y="817"/>
                  </a:cubicBezTo>
                  <a:cubicBezTo>
                    <a:pt x="146" y="818"/>
                    <a:pt x="149" y="821"/>
                    <a:pt x="155" y="825"/>
                  </a:cubicBezTo>
                  <a:cubicBezTo>
                    <a:pt x="171" y="836"/>
                    <a:pt x="183" y="851"/>
                    <a:pt x="207" y="860"/>
                  </a:cubicBezTo>
                  <a:cubicBezTo>
                    <a:pt x="230" y="870"/>
                    <a:pt x="252" y="876"/>
                    <a:pt x="263" y="886"/>
                  </a:cubicBezTo>
                  <a:cubicBezTo>
                    <a:pt x="269" y="891"/>
                    <a:pt x="273" y="895"/>
                    <a:pt x="277" y="900"/>
                  </a:cubicBezTo>
                  <a:cubicBezTo>
                    <a:pt x="281" y="904"/>
                    <a:pt x="286" y="909"/>
                    <a:pt x="294" y="915"/>
                  </a:cubicBezTo>
                  <a:cubicBezTo>
                    <a:pt x="294" y="915"/>
                    <a:pt x="294" y="915"/>
                    <a:pt x="294" y="915"/>
                  </a:cubicBezTo>
                  <a:cubicBezTo>
                    <a:pt x="310" y="927"/>
                    <a:pt x="320" y="933"/>
                    <a:pt x="329" y="938"/>
                  </a:cubicBezTo>
                  <a:cubicBezTo>
                    <a:pt x="329" y="938"/>
                    <a:pt x="329" y="938"/>
                    <a:pt x="329" y="938"/>
                  </a:cubicBezTo>
                  <a:cubicBezTo>
                    <a:pt x="329" y="938"/>
                    <a:pt x="329" y="938"/>
                    <a:pt x="329" y="938"/>
                  </a:cubicBezTo>
                  <a:cubicBezTo>
                    <a:pt x="335" y="941"/>
                    <a:pt x="342" y="946"/>
                    <a:pt x="350" y="946"/>
                  </a:cubicBezTo>
                  <a:cubicBezTo>
                    <a:pt x="354" y="946"/>
                    <a:pt x="358" y="944"/>
                    <a:pt x="361" y="940"/>
                  </a:cubicBezTo>
                  <a:cubicBezTo>
                    <a:pt x="363" y="938"/>
                    <a:pt x="365" y="937"/>
                    <a:pt x="366" y="936"/>
                  </a:cubicBezTo>
                  <a:cubicBezTo>
                    <a:pt x="367" y="936"/>
                    <a:pt x="368" y="936"/>
                    <a:pt x="369" y="936"/>
                  </a:cubicBezTo>
                  <a:cubicBezTo>
                    <a:pt x="371" y="935"/>
                    <a:pt x="373" y="935"/>
                    <a:pt x="375" y="934"/>
                  </a:cubicBezTo>
                  <a:cubicBezTo>
                    <a:pt x="377" y="933"/>
                    <a:pt x="380" y="931"/>
                    <a:pt x="383" y="926"/>
                  </a:cubicBezTo>
                  <a:cubicBezTo>
                    <a:pt x="383" y="926"/>
                    <a:pt x="383" y="926"/>
                    <a:pt x="383" y="926"/>
                  </a:cubicBezTo>
                  <a:cubicBezTo>
                    <a:pt x="388" y="919"/>
                    <a:pt x="392" y="915"/>
                    <a:pt x="395" y="913"/>
                  </a:cubicBezTo>
                  <a:cubicBezTo>
                    <a:pt x="396" y="912"/>
                    <a:pt x="397" y="911"/>
                    <a:pt x="399" y="910"/>
                  </a:cubicBezTo>
                  <a:cubicBezTo>
                    <a:pt x="400" y="909"/>
                    <a:pt x="401" y="908"/>
                    <a:pt x="402" y="906"/>
                  </a:cubicBezTo>
                  <a:cubicBezTo>
                    <a:pt x="402" y="906"/>
                    <a:pt x="402" y="906"/>
                    <a:pt x="402" y="906"/>
                  </a:cubicBezTo>
                  <a:cubicBezTo>
                    <a:pt x="404" y="904"/>
                    <a:pt x="407" y="900"/>
                    <a:pt x="411" y="896"/>
                  </a:cubicBezTo>
                  <a:cubicBezTo>
                    <a:pt x="416" y="892"/>
                    <a:pt x="421" y="886"/>
                    <a:pt x="426" y="879"/>
                  </a:cubicBezTo>
                  <a:cubicBezTo>
                    <a:pt x="426" y="879"/>
                    <a:pt x="426" y="879"/>
                    <a:pt x="426" y="879"/>
                  </a:cubicBezTo>
                  <a:cubicBezTo>
                    <a:pt x="426" y="879"/>
                    <a:pt x="426" y="879"/>
                    <a:pt x="426" y="879"/>
                  </a:cubicBezTo>
                  <a:cubicBezTo>
                    <a:pt x="427" y="878"/>
                    <a:pt x="429" y="876"/>
                    <a:pt x="432" y="875"/>
                  </a:cubicBezTo>
                  <a:cubicBezTo>
                    <a:pt x="437" y="873"/>
                    <a:pt x="445" y="871"/>
                    <a:pt x="455" y="870"/>
                  </a:cubicBezTo>
                  <a:cubicBezTo>
                    <a:pt x="469" y="868"/>
                    <a:pt x="487" y="867"/>
                    <a:pt x="504" y="864"/>
                  </a:cubicBezTo>
                  <a:cubicBezTo>
                    <a:pt x="521" y="862"/>
                    <a:pt x="539" y="858"/>
                    <a:pt x="552" y="852"/>
                  </a:cubicBezTo>
                  <a:cubicBezTo>
                    <a:pt x="572" y="843"/>
                    <a:pt x="596" y="832"/>
                    <a:pt x="620" y="824"/>
                  </a:cubicBezTo>
                  <a:cubicBezTo>
                    <a:pt x="643" y="816"/>
                    <a:pt x="665" y="810"/>
                    <a:pt x="678" y="810"/>
                  </a:cubicBezTo>
                  <a:cubicBezTo>
                    <a:pt x="690" y="810"/>
                    <a:pt x="703" y="810"/>
                    <a:pt x="718" y="810"/>
                  </a:cubicBezTo>
                  <a:cubicBezTo>
                    <a:pt x="740" y="809"/>
                    <a:pt x="764" y="811"/>
                    <a:pt x="784" y="820"/>
                  </a:cubicBezTo>
                  <a:cubicBezTo>
                    <a:pt x="801" y="828"/>
                    <a:pt x="821" y="834"/>
                    <a:pt x="840" y="838"/>
                  </a:cubicBezTo>
                  <a:cubicBezTo>
                    <a:pt x="858" y="842"/>
                    <a:pt x="874" y="844"/>
                    <a:pt x="883" y="844"/>
                  </a:cubicBezTo>
                  <a:cubicBezTo>
                    <a:pt x="891" y="844"/>
                    <a:pt x="896" y="842"/>
                    <a:pt x="903" y="840"/>
                  </a:cubicBezTo>
                  <a:cubicBezTo>
                    <a:pt x="911" y="837"/>
                    <a:pt x="921" y="835"/>
                    <a:pt x="941" y="833"/>
                  </a:cubicBezTo>
                  <a:cubicBezTo>
                    <a:pt x="943" y="833"/>
                    <a:pt x="945" y="832"/>
                    <a:pt x="947" y="832"/>
                  </a:cubicBezTo>
                  <a:cubicBezTo>
                    <a:pt x="967" y="832"/>
                    <a:pt x="991" y="841"/>
                    <a:pt x="1011" y="849"/>
                  </a:cubicBezTo>
                  <a:cubicBezTo>
                    <a:pt x="1021" y="853"/>
                    <a:pt x="1030" y="857"/>
                    <a:pt x="1037" y="860"/>
                  </a:cubicBezTo>
                  <a:cubicBezTo>
                    <a:pt x="1040" y="862"/>
                    <a:pt x="1044" y="863"/>
                    <a:pt x="1046" y="864"/>
                  </a:cubicBezTo>
                  <a:cubicBezTo>
                    <a:pt x="1048" y="865"/>
                    <a:pt x="1050" y="866"/>
                    <a:pt x="1052" y="866"/>
                  </a:cubicBezTo>
                  <a:cubicBezTo>
                    <a:pt x="1053" y="866"/>
                    <a:pt x="1054" y="866"/>
                    <a:pt x="1055" y="866"/>
                  </a:cubicBezTo>
                  <a:cubicBezTo>
                    <a:pt x="1059" y="866"/>
                    <a:pt x="1063" y="866"/>
                    <a:pt x="1066" y="863"/>
                  </a:cubicBezTo>
                  <a:cubicBezTo>
                    <a:pt x="1069" y="861"/>
                    <a:pt x="1070" y="858"/>
                    <a:pt x="1070" y="852"/>
                  </a:cubicBezTo>
                  <a:cubicBezTo>
                    <a:pt x="1070" y="850"/>
                    <a:pt x="1070" y="848"/>
                    <a:pt x="1070" y="845"/>
                  </a:cubicBezTo>
                  <a:cubicBezTo>
                    <a:pt x="1068" y="836"/>
                    <a:pt x="1067" y="826"/>
                    <a:pt x="1066" y="816"/>
                  </a:cubicBezTo>
                  <a:cubicBezTo>
                    <a:pt x="1065" y="807"/>
                    <a:pt x="1063" y="798"/>
                    <a:pt x="1060" y="791"/>
                  </a:cubicBezTo>
                  <a:cubicBezTo>
                    <a:pt x="1056" y="784"/>
                    <a:pt x="1055" y="780"/>
                    <a:pt x="1055" y="776"/>
                  </a:cubicBezTo>
                  <a:cubicBezTo>
                    <a:pt x="1055" y="774"/>
                    <a:pt x="1056" y="771"/>
                    <a:pt x="1058" y="766"/>
                  </a:cubicBezTo>
                  <a:cubicBezTo>
                    <a:pt x="1059" y="764"/>
                    <a:pt x="1060" y="762"/>
                    <a:pt x="1060" y="761"/>
                  </a:cubicBezTo>
                  <a:cubicBezTo>
                    <a:pt x="1061" y="760"/>
                    <a:pt x="1061" y="760"/>
                    <a:pt x="1061" y="759"/>
                  </a:cubicBezTo>
                  <a:cubicBezTo>
                    <a:pt x="1062" y="757"/>
                    <a:pt x="1062" y="753"/>
                    <a:pt x="1068" y="738"/>
                  </a:cubicBezTo>
                  <a:cubicBezTo>
                    <a:pt x="1071" y="728"/>
                    <a:pt x="1076" y="721"/>
                    <a:pt x="1080" y="715"/>
                  </a:cubicBezTo>
                  <a:cubicBezTo>
                    <a:pt x="1081" y="712"/>
                    <a:pt x="1083" y="709"/>
                    <a:pt x="1084" y="707"/>
                  </a:cubicBezTo>
                  <a:cubicBezTo>
                    <a:pt x="1086" y="704"/>
                    <a:pt x="1087" y="702"/>
                    <a:pt x="1087" y="699"/>
                  </a:cubicBezTo>
                  <a:cubicBezTo>
                    <a:pt x="1087" y="696"/>
                    <a:pt x="1085" y="692"/>
                    <a:pt x="1082" y="689"/>
                  </a:cubicBezTo>
                  <a:cubicBezTo>
                    <a:pt x="1076" y="683"/>
                    <a:pt x="1072" y="681"/>
                    <a:pt x="1070" y="679"/>
                  </a:cubicBezTo>
                  <a:cubicBezTo>
                    <a:pt x="1069" y="679"/>
                    <a:pt x="1069" y="678"/>
                    <a:pt x="1069" y="677"/>
                  </a:cubicBezTo>
                  <a:cubicBezTo>
                    <a:pt x="1068" y="676"/>
                    <a:pt x="1068" y="674"/>
                    <a:pt x="1068" y="671"/>
                  </a:cubicBezTo>
                  <a:cubicBezTo>
                    <a:pt x="1068" y="669"/>
                    <a:pt x="1068" y="666"/>
                    <a:pt x="1068" y="662"/>
                  </a:cubicBezTo>
                  <a:cubicBezTo>
                    <a:pt x="1069" y="650"/>
                    <a:pt x="1071" y="641"/>
                    <a:pt x="1071" y="632"/>
                  </a:cubicBezTo>
                  <a:cubicBezTo>
                    <a:pt x="1071" y="625"/>
                    <a:pt x="1069" y="619"/>
                    <a:pt x="1065" y="612"/>
                  </a:cubicBezTo>
                  <a:cubicBezTo>
                    <a:pt x="1061" y="606"/>
                    <a:pt x="1060" y="602"/>
                    <a:pt x="1059" y="599"/>
                  </a:cubicBezTo>
                  <a:cubicBezTo>
                    <a:pt x="1058" y="596"/>
                    <a:pt x="1057" y="594"/>
                    <a:pt x="1054" y="589"/>
                  </a:cubicBezTo>
                  <a:cubicBezTo>
                    <a:pt x="1053" y="587"/>
                    <a:pt x="1051" y="586"/>
                    <a:pt x="1050" y="585"/>
                  </a:cubicBezTo>
                  <a:cubicBezTo>
                    <a:pt x="1047" y="584"/>
                    <a:pt x="1045" y="584"/>
                    <a:pt x="1044" y="584"/>
                  </a:cubicBezTo>
                  <a:cubicBezTo>
                    <a:pt x="1043" y="584"/>
                    <a:pt x="1043" y="584"/>
                    <a:pt x="1043" y="584"/>
                  </a:cubicBezTo>
                  <a:cubicBezTo>
                    <a:pt x="1043" y="583"/>
                    <a:pt x="1043" y="582"/>
                    <a:pt x="1043" y="581"/>
                  </a:cubicBezTo>
                  <a:cubicBezTo>
                    <a:pt x="1043" y="580"/>
                    <a:pt x="1043" y="579"/>
                    <a:pt x="1043" y="577"/>
                  </a:cubicBezTo>
                  <a:cubicBezTo>
                    <a:pt x="1044" y="571"/>
                    <a:pt x="1045" y="567"/>
                    <a:pt x="1046" y="563"/>
                  </a:cubicBezTo>
                  <a:cubicBezTo>
                    <a:pt x="1046" y="559"/>
                    <a:pt x="1047" y="556"/>
                    <a:pt x="1047" y="551"/>
                  </a:cubicBezTo>
                  <a:cubicBezTo>
                    <a:pt x="1047" y="549"/>
                    <a:pt x="1047" y="547"/>
                    <a:pt x="1047" y="545"/>
                  </a:cubicBezTo>
                  <a:cubicBezTo>
                    <a:pt x="1046" y="540"/>
                    <a:pt x="1045" y="538"/>
                    <a:pt x="1044" y="536"/>
                  </a:cubicBezTo>
                  <a:cubicBezTo>
                    <a:pt x="1044" y="535"/>
                    <a:pt x="1044" y="535"/>
                    <a:pt x="1043" y="534"/>
                  </a:cubicBezTo>
                  <a:cubicBezTo>
                    <a:pt x="1043" y="533"/>
                    <a:pt x="1043" y="533"/>
                    <a:pt x="1043" y="532"/>
                  </a:cubicBezTo>
                  <a:cubicBezTo>
                    <a:pt x="1043" y="531"/>
                    <a:pt x="1043" y="530"/>
                    <a:pt x="1044" y="527"/>
                  </a:cubicBezTo>
                  <a:cubicBezTo>
                    <a:pt x="1044" y="525"/>
                    <a:pt x="1045" y="523"/>
                    <a:pt x="1045" y="521"/>
                  </a:cubicBezTo>
                  <a:cubicBezTo>
                    <a:pt x="1045" y="520"/>
                    <a:pt x="1045" y="519"/>
                    <a:pt x="1044" y="519"/>
                  </a:cubicBezTo>
                  <a:cubicBezTo>
                    <a:pt x="1043" y="518"/>
                    <a:pt x="1042" y="517"/>
                    <a:pt x="1041" y="517"/>
                  </a:cubicBezTo>
                  <a:cubicBezTo>
                    <a:pt x="1039" y="516"/>
                    <a:pt x="1038" y="515"/>
                    <a:pt x="1035" y="514"/>
                  </a:cubicBezTo>
                  <a:cubicBezTo>
                    <a:pt x="1033" y="512"/>
                    <a:pt x="1030" y="511"/>
                    <a:pt x="1028" y="511"/>
                  </a:cubicBezTo>
                  <a:cubicBezTo>
                    <a:pt x="1024" y="509"/>
                    <a:pt x="1021" y="508"/>
                    <a:pt x="1018" y="504"/>
                  </a:cubicBezTo>
                  <a:cubicBezTo>
                    <a:pt x="1015" y="500"/>
                    <a:pt x="1013" y="493"/>
                    <a:pt x="1011" y="479"/>
                  </a:cubicBezTo>
                  <a:cubicBezTo>
                    <a:pt x="1009" y="470"/>
                    <a:pt x="1007" y="464"/>
                    <a:pt x="1006" y="459"/>
                  </a:cubicBezTo>
                  <a:cubicBezTo>
                    <a:pt x="1003" y="452"/>
                    <a:pt x="1000" y="448"/>
                    <a:pt x="997" y="444"/>
                  </a:cubicBezTo>
                  <a:cubicBezTo>
                    <a:pt x="994" y="440"/>
                    <a:pt x="990" y="435"/>
                    <a:pt x="987" y="424"/>
                  </a:cubicBezTo>
                  <a:cubicBezTo>
                    <a:pt x="977" y="396"/>
                    <a:pt x="974" y="371"/>
                    <a:pt x="961" y="347"/>
                  </a:cubicBezTo>
                  <a:cubicBezTo>
                    <a:pt x="948" y="324"/>
                    <a:pt x="944" y="300"/>
                    <a:pt x="938" y="281"/>
                  </a:cubicBezTo>
                  <a:cubicBezTo>
                    <a:pt x="935" y="272"/>
                    <a:pt x="932" y="251"/>
                    <a:pt x="927" y="229"/>
                  </a:cubicBezTo>
                  <a:cubicBezTo>
                    <a:pt x="921" y="207"/>
                    <a:pt x="914" y="182"/>
                    <a:pt x="903" y="166"/>
                  </a:cubicBezTo>
                  <a:cubicBezTo>
                    <a:pt x="893" y="150"/>
                    <a:pt x="874" y="114"/>
                    <a:pt x="850" y="80"/>
                  </a:cubicBezTo>
                  <a:cubicBezTo>
                    <a:pt x="826" y="46"/>
                    <a:pt x="796" y="14"/>
                    <a:pt x="764" y="6"/>
                  </a:cubicBezTo>
                  <a:cubicBezTo>
                    <a:pt x="749" y="2"/>
                    <a:pt x="734" y="0"/>
                    <a:pt x="720" y="0"/>
                  </a:cubicBezTo>
                  <a:cubicBezTo>
                    <a:pt x="676" y="0"/>
                    <a:pt x="641" y="16"/>
                    <a:pt x="619" y="20"/>
                  </a:cubicBezTo>
                  <a:cubicBezTo>
                    <a:pt x="617" y="20"/>
                    <a:pt x="617" y="20"/>
                    <a:pt x="617" y="20"/>
                  </a:cubicBezTo>
                  <a:cubicBezTo>
                    <a:pt x="618" y="22"/>
                    <a:pt x="618" y="22"/>
                    <a:pt x="618" y="22"/>
                  </a:cubicBezTo>
                  <a:cubicBezTo>
                    <a:pt x="618" y="22"/>
                    <a:pt x="618" y="23"/>
                    <a:pt x="618" y="23"/>
                  </a:cubicBezTo>
                  <a:cubicBezTo>
                    <a:pt x="620" y="28"/>
                    <a:pt x="628" y="47"/>
                    <a:pt x="628" y="72"/>
                  </a:cubicBezTo>
                  <a:cubicBezTo>
                    <a:pt x="628" y="84"/>
                    <a:pt x="626" y="97"/>
                    <a:pt x="621" y="110"/>
                  </a:cubicBezTo>
                  <a:cubicBezTo>
                    <a:pt x="612" y="132"/>
                    <a:pt x="597" y="159"/>
                    <a:pt x="576" y="180"/>
                  </a:cubicBezTo>
                  <a:cubicBezTo>
                    <a:pt x="555" y="202"/>
                    <a:pt x="528" y="218"/>
                    <a:pt x="496" y="219"/>
                  </a:cubicBezTo>
                  <a:cubicBezTo>
                    <a:pt x="493" y="220"/>
                    <a:pt x="491" y="220"/>
                    <a:pt x="488" y="220"/>
                  </a:cubicBezTo>
                  <a:cubicBezTo>
                    <a:pt x="455" y="220"/>
                    <a:pt x="414" y="213"/>
                    <a:pt x="377" y="191"/>
                  </a:cubicBezTo>
                  <a:cubicBezTo>
                    <a:pt x="340" y="170"/>
                    <a:pt x="307" y="135"/>
                    <a:pt x="290" y="79"/>
                  </a:cubicBezTo>
                  <a:cubicBezTo>
                    <a:pt x="290" y="78"/>
                    <a:pt x="290" y="78"/>
                    <a:pt x="290" y="78"/>
                  </a:cubicBezTo>
                  <a:cubicBezTo>
                    <a:pt x="289" y="78"/>
                    <a:pt x="289" y="78"/>
                    <a:pt x="289" y="78"/>
                  </a:cubicBezTo>
                  <a:cubicBezTo>
                    <a:pt x="289" y="79"/>
                    <a:pt x="289" y="79"/>
                    <a:pt x="289" y="79"/>
                  </a:cubicBezTo>
                  <a:cubicBezTo>
                    <a:pt x="287" y="79"/>
                    <a:pt x="287" y="79"/>
                    <a:pt x="287" y="79"/>
                  </a:cubicBezTo>
                  <a:cubicBezTo>
                    <a:pt x="304" y="137"/>
                    <a:pt x="338" y="173"/>
                    <a:pt x="376" y="194"/>
                  </a:cubicBezTo>
                  <a:cubicBezTo>
                    <a:pt x="413" y="215"/>
                    <a:pt x="455" y="223"/>
                    <a:pt x="488" y="223"/>
                  </a:cubicBezTo>
                  <a:cubicBezTo>
                    <a:pt x="491" y="223"/>
                    <a:pt x="493" y="223"/>
                    <a:pt x="496" y="222"/>
                  </a:cubicBezTo>
                  <a:cubicBezTo>
                    <a:pt x="529" y="221"/>
                    <a:pt x="556" y="204"/>
                    <a:pt x="578" y="182"/>
                  </a:cubicBezTo>
                  <a:cubicBezTo>
                    <a:pt x="599" y="160"/>
                    <a:pt x="614" y="133"/>
                    <a:pt x="623" y="111"/>
                  </a:cubicBezTo>
                  <a:cubicBezTo>
                    <a:pt x="629" y="98"/>
                    <a:pt x="631" y="84"/>
                    <a:pt x="631" y="72"/>
                  </a:cubicBezTo>
                  <a:cubicBezTo>
                    <a:pt x="631" y="43"/>
                    <a:pt x="620" y="21"/>
                    <a:pt x="620" y="21"/>
                  </a:cubicBezTo>
                  <a:cubicBezTo>
                    <a:pt x="619" y="22"/>
                    <a:pt x="619" y="22"/>
                    <a:pt x="619" y="22"/>
                  </a:cubicBezTo>
                  <a:cubicBezTo>
                    <a:pt x="619" y="23"/>
                    <a:pt x="619" y="23"/>
                    <a:pt x="619" y="23"/>
                  </a:cubicBezTo>
                  <a:cubicBezTo>
                    <a:pt x="642" y="19"/>
                    <a:pt x="677" y="3"/>
                    <a:pt x="720" y="3"/>
                  </a:cubicBezTo>
                  <a:cubicBezTo>
                    <a:pt x="734" y="3"/>
                    <a:pt x="748" y="5"/>
                    <a:pt x="763" y="9"/>
                  </a:cubicBezTo>
                  <a:cubicBezTo>
                    <a:pt x="794" y="16"/>
                    <a:pt x="824" y="48"/>
                    <a:pt x="848" y="82"/>
                  </a:cubicBezTo>
                  <a:cubicBezTo>
                    <a:pt x="872" y="115"/>
                    <a:pt x="890" y="151"/>
                    <a:pt x="901" y="168"/>
                  </a:cubicBezTo>
                  <a:cubicBezTo>
                    <a:pt x="911" y="184"/>
                    <a:pt x="918" y="207"/>
                    <a:pt x="924" y="230"/>
                  </a:cubicBezTo>
                  <a:cubicBezTo>
                    <a:pt x="929" y="252"/>
                    <a:pt x="932" y="272"/>
                    <a:pt x="935" y="282"/>
                  </a:cubicBezTo>
                  <a:cubicBezTo>
                    <a:pt x="941" y="301"/>
                    <a:pt x="945" y="325"/>
                    <a:pt x="958" y="349"/>
                  </a:cubicBezTo>
                  <a:cubicBezTo>
                    <a:pt x="971" y="372"/>
                    <a:pt x="974" y="397"/>
                    <a:pt x="984" y="425"/>
                  </a:cubicBezTo>
                  <a:cubicBezTo>
                    <a:pt x="989" y="439"/>
                    <a:pt x="994" y="444"/>
                    <a:pt x="998" y="450"/>
                  </a:cubicBezTo>
                  <a:cubicBezTo>
                    <a:pt x="999" y="453"/>
                    <a:pt x="1001" y="456"/>
                    <a:pt x="1003" y="460"/>
                  </a:cubicBezTo>
                  <a:cubicBezTo>
                    <a:pt x="1005" y="465"/>
                    <a:pt x="1006" y="471"/>
                    <a:pt x="1008" y="480"/>
                  </a:cubicBezTo>
                  <a:cubicBezTo>
                    <a:pt x="1009" y="489"/>
                    <a:pt x="1011" y="495"/>
                    <a:pt x="1013" y="500"/>
                  </a:cubicBezTo>
                  <a:cubicBezTo>
                    <a:pt x="1016" y="507"/>
                    <a:pt x="1019" y="510"/>
                    <a:pt x="1023" y="512"/>
                  </a:cubicBezTo>
                  <a:cubicBezTo>
                    <a:pt x="1027" y="514"/>
                    <a:pt x="1030" y="514"/>
                    <a:pt x="1034" y="516"/>
                  </a:cubicBezTo>
                  <a:cubicBezTo>
                    <a:pt x="1037" y="518"/>
                    <a:pt x="1039" y="519"/>
                    <a:pt x="1041" y="520"/>
                  </a:cubicBezTo>
                  <a:cubicBezTo>
                    <a:pt x="1041" y="520"/>
                    <a:pt x="1042" y="520"/>
                    <a:pt x="1042" y="521"/>
                  </a:cubicBezTo>
                  <a:cubicBezTo>
                    <a:pt x="1042" y="521"/>
                    <a:pt x="1042" y="521"/>
                    <a:pt x="1042" y="521"/>
                  </a:cubicBezTo>
                  <a:cubicBezTo>
                    <a:pt x="1042" y="522"/>
                    <a:pt x="1041" y="524"/>
                    <a:pt x="1041" y="527"/>
                  </a:cubicBezTo>
                  <a:cubicBezTo>
                    <a:pt x="1040" y="529"/>
                    <a:pt x="1040" y="531"/>
                    <a:pt x="1040" y="532"/>
                  </a:cubicBezTo>
                  <a:cubicBezTo>
                    <a:pt x="1040" y="533"/>
                    <a:pt x="1040" y="534"/>
                    <a:pt x="1041" y="535"/>
                  </a:cubicBezTo>
                  <a:cubicBezTo>
                    <a:pt x="1041" y="536"/>
                    <a:pt x="1042" y="537"/>
                    <a:pt x="1042" y="538"/>
                  </a:cubicBezTo>
                  <a:cubicBezTo>
                    <a:pt x="1043" y="540"/>
                    <a:pt x="1043" y="542"/>
                    <a:pt x="1044" y="545"/>
                  </a:cubicBezTo>
                  <a:cubicBezTo>
                    <a:pt x="1044" y="548"/>
                    <a:pt x="1044" y="550"/>
                    <a:pt x="1044" y="551"/>
                  </a:cubicBezTo>
                  <a:cubicBezTo>
                    <a:pt x="1044" y="555"/>
                    <a:pt x="1044" y="559"/>
                    <a:pt x="1043" y="563"/>
                  </a:cubicBezTo>
                  <a:cubicBezTo>
                    <a:pt x="1042" y="566"/>
                    <a:pt x="1041" y="571"/>
                    <a:pt x="1040" y="577"/>
                  </a:cubicBezTo>
                  <a:cubicBezTo>
                    <a:pt x="1040" y="578"/>
                    <a:pt x="1040" y="580"/>
                    <a:pt x="1040" y="581"/>
                  </a:cubicBezTo>
                  <a:cubicBezTo>
                    <a:pt x="1040" y="582"/>
                    <a:pt x="1040" y="583"/>
                    <a:pt x="1040" y="584"/>
                  </a:cubicBezTo>
                  <a:cubicBezTo>
                    <a:pt x="1040" y="585"/>
                    <a:pt x="1042" y="586"/>
                    <a:pt x="1043" y="587"/>
                  </a:cubicBezTo>
                  <a:cubicBezTo>
                    <a:pt x="1044" y="587"/>
                    <a:pt x="1046" y="587"/>
                    <a:pt x="1047" y="588"/>
                  </a:cubicBezTo>
                  <a:cubicBezTo>
                    <a:pt x="1049" y="588"/>
                    <a:pt x="1050" y="589"/>
                    <a:pt x="1052" y="591"/>
                  </a:cubicBezTo>
                  <a:cubicBezTo>
                    <a:pt x="1055" y="595"/>
                    <a:pt x="1055" y="597"/>
                    <a:pt x="1056" y="600"/>
                  </a:cubicBezTo>
                  <a:cubicBezTo>
                    <a:pt x="1057" y="603"/>
                    <a:pt x="1058" y="607"/>
                    <a:pt x="1063" y="614"/>
                  </a:cubicBezTo>
                  <a:cubicBezTo>
                    <a:pt x="1067" y="620"/>
                    <a:pt x="1068" y="625"/>
                    <a:pt x="1068" y="632"/>
                  </a:cubicBezTo>
                  <a:cubicBezTo>
                    <a:pt x="1068" y="640"/>
                    <a:pt x="1066" y="650"/>
                    <a:pt x="1065" y="662"/>
                  </a:cubicBezTo>
                  <a:cubicBezTo>
                    <a:pt x="1065" y="666"/>
                    <a:pt x="1065" y="669"/>
                    <a:pt x="1065" y="671"/>
                  </a:cubicBezTo>
                  <a:cubicBezTo>
                    <a:pt x="1065" y="674"/>
                    <a:pt x="1065" y="676"/>
                    <a:pt x="1066" y="678"/>
                  </a:cubicBezTo>
                  <a:cubicBezTo>
                    <a:pt x="1066" y="679"/>
                    <a:pt x="1067" y="680"/>
                    <a:pt x="1068" y="681"/>
                  </a:cubicBezTo>
                  <a:cubicBezTo>
                    <a:pt x="1070" y="683"/>
                    <a:pt x="1074" y="684"/>
                    <a:pt x="1079" y="691"/>
                  </a:cubicBezTo>
                  <a:cubicBezTo>
                    <a:pt x="1083" y="694"/>
                    <a:pt x="1084" y="697"/>
                    <a:pt x="1084" y="699"/>
                  </a:cubicBezTo>
                  <a:cubicBezTo>
                    <a:pt x="1084" y="701"/>
                    <a:pt x="1083" y="703"/>
                    <a:pt x="1082" y="705"/>
                  </a:cubicBezTo>
                  <a:cubicBezTo>
                    <a:pt x="1078" y="712"/>
                    <a:pt x="1070" y="722"/>
                    <a:pt x="1065" y="737"/>
                  </a:cubicBezTo>
                  <a:cubicBezTo>
                    <a:pt x="1060" y="750"/>
                    <a:pt x="1059" y="755"/>
                    <a:pt x="1058" y="757"/>
                  </a:cubicBezTo>
                  <a:cubicBezTo>
                    <a:pt x="1058" y="759"/>
                    <a:pt x="1058" y="759"/>
                    <a:pt x="1058" y="760"/>
                  </a:cubicBezTo>
                  <a:cubicBezTo>
                    <a:pt x="1057" y="761"/>
                    <a:pt x="1057" y="762"/>
                    <a:pt x="1055" y="765"/>
                  </a:cubicBezTo>
                  <a:cubicBezTo>
                    <a:pt x="1053" y="770"/>
                    <a:pt x="1052" y="773"/>
                    <a:pt x="1052" y="776"/>
                  </a:cubicBezTo>
                  <a:cubicBezTo>
                    <a:pt x="1052" y="781"/>
                    <a:pt x="1053" y="785"/>
                    <a:pt x="1057" y="792"/>
                  </a:cubicBezTo>
                  <a:cubicBezTo>
                    <a:pt x="1060" y="799"/>
                    <a:pt x="1062" y="807"/>
                    <a:pt x="1063" y="817"/>
                  </a:cubicBezTo>
                  <a:cubicBezTo>
                    <a:pt x="1064" y="826"/>
                    <a:pt x="1065" y="836"/>
                    <a:pt x="1067" y="846"/>
                  </a:cubicBezTo>
                  <a:cubicBezTo>
                    <a:pt x="1067" y="848"/>
                    <a:pt x="1067" y="850"/>
                    <a:pt x="1067" y="852"/>
                  </a:cubicBezTo>
                  <a:cubicBezTo>
                    <a:pt x="1067" y="857"/>
                    <a:pt x="1066" y="860"/>
                    <a:pt x="1064" y="861"/>
                  </a:cubicBezTo>
                  <a:cubicBezTo>
                    <a:pt x="1062" y="863"/>
                    <a:pt x="1059" y="863"/>
                    <a:pt x="1055" y="863"/>
                  </a:cubicBezTo>
                  <a:cubicBezTo>
                    <a:pt x="1054" y="863"/>
                    <a:pt x="1053" y="863"/>
                    <a:pt x="1052" y="863"/>
                  </a:cubicBezTo>
                  <a:cubicBezTo>
                    <a:pt x="1051" y="863"/>
                    <a:pt x="1049" y="862"/>
                    <a:pt x="1047" y="861"/>
                  </a:cubicBezTo>
                  <a:cubicBezTo>
                    <a:pt x="1039" y="858"/>
                    <a:pt x="1023" y="850"/>
                    <a:pt x="1005" y="843"/>
                  </a:cubicBezTo>
                  <a:cubicBezTo>
                    <a:pt x="986" y="836"/>
                    <a:pt x="965" y="829"/>
                    <a:pt x="947" y="829"/>
                  </a:cubicBezTo>
                  <a:cubicBezTo>
                    <a:pt x="945" y="829"/>
                    <a:pt x="943" y="830"/>
                    <a:pt x="941" y="830"/>
                  </a:cubicBezTo>
                  <a:cubicBezTo>
                    <a:pt x="920" y="832"/>
                    <a:pt x="910" y="834"/>
                    <a:pt x="902" y="837"/>
                  </a:cubicBezTo>
                  <a:cubicBezTo>
                    <a:pt x="895" y="839"/>
                    <a:pt x="891" y="841"/>
                    <a:pt x="883" y="841"/>
                  </a:cubicBezTo>
                  <a:cubicBezTo>
                    <a:pt x="875" y="841"/>
                    <a:pt x="859" y="839"/>
                    <a:pt x="840" y="835"/>
                  </a:cubicBezTo>
                  <a:cubicBezTo>
                    <a:pt x="822" y="831"/>
                    <a:pt x="802" y="825"/>
                    <a:pt x="785" y="818"/>
                  </a:cubicBezTo>
                  <a:cubicBezTo>
                    <a:pt x="764" y="808"/>
                    <a:pt x="740" y="807"/>
                    <a:pt x="718" y="807"/>
                  </a:cubicBezTo>
                  <a:cubicBezTo>
                    <a:pt x="703" y="807"/>
                    <a:pt x="689" y="807"/>
                    <a:pt x="678" y="807"/>
                  </a:cubicBezTo>
                  <a:cubicBezTo>
                    <a:pt x="664" y="807"/>
                    <a:pt x="642" y="813"/>
                    <a:pt x="619" y="821"/>
                  </a:cubicBezTo>
                  <a:cubicBezTo>
                    <a:pt x="595" y="829"/>
                    <a:pt x="570" y="840"/>
                    <a:pt x="551" y="849"/>
                  </a:cubicBezTo>
                  <a:cubicBezTo>
                    <a:pt x="531" y="859"/>
                    <a:pt x="502" y="862"/>
                    <a:pt x="477" y="865"/>
                  </a:cubicBezTo>
                  <a:cubicBezTo>
                    <a:pt x="464" y="866"/>
                    <a:pt x="452" y="867"/>
                    <a:pt x="443" y="869"/>
                  </a:cubicBezTo>
                  <a:cubicBezTo>
                    <a:pt x="438" y="870"/>
                    <a:pt x="434" y="871"/>
                    <a:pt x="431" y="872"/>
                  </a:cubicBezTo>
                  <a:cubicBezTo>
                    <a:pt x="427" y="874"/>
                    <a:pt x="425" y="875"/>
                    <a:pt x="423" y="877"/>
                  </a:cubicBezTo>
                  <a:cubicBezTo>
                    <a:pt x="423" y="878"/>
                    <a:pt x="423" y="878"/>
                    <a:pt x="423" y="878"/>
                  </a:cubicBezTo>
                  <a:cubicBezTo>
                    <a:pt x="423" y="877"/>
                    <a:pt x="423" y="877"/>
                    <a:pt x="423" y="877"/>
                  </a:cubicBezTo>
                  <a:cubicBezTo>
                    <a:pt x="418" y="884"/>
                    <a:pt x="413" y="890"/>
                    <a:pt x="409" y="894"/>
                  </a:cubicBezTo>
                  <a:cubicBezTo>
                    <a:pt x="405" y="898"/>
                    <a:pt x="401" y="901"/>
                    <a:pt x="399" y="905"/>
                  </a:cubicBezTo>
                  <a:cubicBezTo>
                    <a:pt x="399" y="905"/>
                    <a:pt x="399" y="905"/>
                    <a:pt x="399" y="905"/>
                  </a:cubicBezTo>
                  <a:cubicBezTo>
                    <a:pt x="399" y="906"/>
                    <a:pt x="398" y="907"/>
                    <a:pt x="397" y="908"/>
                  </a:cubicBezTo>
                  <a:cubicBezTo>
                    <a:pt x="395" y="909"/>
                    <a:pt x="393" y="910"/>
                    <a:pt x="390" y="913"/>
                  </a:cubicBezTo>
                  <a:cubicBezTo>
                    <a:pt x="387" y="915"/>
                    <a:pt x="384" y="919"/>
                    <a:pt x="380" y="925"/>
                  </a:cubicBezTo>
                  <a:cubicBezTo>
                    <a:pt x="380" y="925"/>
                    <a:pt x="380" y="925"/>
                    <a:pt x="380" y="925"/>
                  </a:cubicBezTo>
                  <a:cubicBezTo>
                    <a:pt x="378" y="928"/>
                    <a:pt x="376" y="930"/>
                    <a:pt x="374" y="931"/>
                  </a:cubicBezTo>
                  <a:cubicBezTo>
                    <a:pt x="373" y="932"/>
                    <a:pt x="372" y="932"/>
                    <a:pt x="371" y="932"/>
                  </a:cubicBezTo>
                  <a:cubicBezTo>
                    <a:pt x="370" y="933"/>
                    <a:pt x="368" y="932"/>
                    <a:pt x="366" y="933"/>
                  </a:cubicBezTo>
                  <a:cubicBezTo>
                    <a:pt x="364" y="934"/>
                    <a:pt x="362" y="935"/>
                    <a:pt x="359" y="938"/>
                  </a:cubicBezTo>
                  <a:cubicBezTo>
                    <a:pt x="356" y="942"/>
                    <a:pt x="353" y="943"/>
                    <a:pt x="350" y="943"/>
                  </a:cubicBezTo>
                  <a:cubicBezTo>
                    <a:pt x="344" y="943"/>
                    <a:pt x="337" y="938"/>
                    <a:pt x="331" y="935"/>
                  </a:cubicBezTo>
                  <a:cubicBezTo>
                    <a:pt x="331" y="935"/>
                    <a:pt x="331" y="935"/>
                    <a:pt x="331" y="935"/>
                  </a:cubicBezTo>
                  <a:cubicBezTo>
                    <a:pt x="322" y="930"/>
                    <a:pt x="312" y="925"/>
                    <a:pt x="296" y="913"/>
                  </a:cubicBezTo>
                  <a:cubicBezTo>
                    <a:pt x="296" y="913"/>
                    <a:pt x="296" y="913"/>
                    <a:pt x="296" y="913"/>
                  </a:cubicBezTo>
                  <a:cubicBezTo>
                    <a:pt x="296" y="913"/>
                    <a:pt x="296" y="913"/>
                    <a:pt x="296" y="913"/>
                  </a:cubicBezTo>
                  <a:cubicBezTo>
                    <a:pt x="288" y="907"/>
                    <a:pt x="283" y="902"/>
                    <a:pt x="279" y="898"/>
                  </a:cubicBezTo>
                  <a:cubicBezTo>
                    <a:pt x="275" y="893"/>
                    <a:pt x="271" y="889"/>
                    <a:pt x="265" y="884"/>
                  </a:cubicBezTo>
                  <a:cubicBezTo>
                    <a:pt x="253" y="873"/>
                    <a:pt x="231" y="867"/>
                    <a:pt x="208" y="858"/>
                  </a:cubicBezTo>
                  <a:cubicBezTo>
                    <a:pt x="185" y="848"/>
                    <a:pt x="174" y="834"/>
                    <a:pt x="157" y="822"/>
                  </a:cubicBezTo>
                  <a:cubicBezTo>
                    <a:pt x="151" y="818"/>
                    <a:pt x="147" y="816"/>
                    <a:pt x="144" y="814"/>
                  </a:cubicBezTo>
                  <a:cubicBezTo>
                    <a:pt x="141" y="813"/>
                    <a:pt x="138" y="813"/>
                    <a:pt x="135" y="813"/>
                  </a:cubicBezTo>
                  <a:cubicBezTo>
                    <a:pt x="133" y="813"/>
                    <a:pt x="131" y="813"/>
                    <a:pt x="129" y="813"/>
                  </a:cubicBezTo>
                  <a:cubicBezTo>
                    <a:pt x="128" y="813"/>
                    <a:pt x="127" y="813"/>
                    <a:pt x="125" y="813"/>
                  </a:cubicBezTo>
                  <a:cubicBezTo>
                    <a:pt x="118" y="813"/>
                    <a:pt x="113" y="811"/>
                    <a:pt x="106" y="809"/>
                  </a:cubicBezTo>
                  <a:cubicBezTo>
                    <a:pt x="99" y="808"/>
                    <a:pt x="91" y="806"/>
                    <a:pt x="80" y="806"/>
                  </a:cubicBezTo>
                  <a:cubicBezTo>
                    <a:pt x="69" y="806"/>
                    <a:pt x="64" y="803"/>
                    <a:pt x="59" y="798"/>
                  </a:cubicBezTo>
                  <a:cubicBezTo>
                    <a:pt x="55" y="794"/>
                    <a:pt x="52" y="787"/>
                    <a:pt x="47" y="780"/>
                  </a:cubicBezTo>
                  <a:cubicBezTo>
                    <a:pt x="37" y="765"/>
                    <a:pt x="24" y="761"/>
                    <a:pt x="12" y="758"/>
                  </a:cubicBezTo>
                  <a:cubicBezTo>
                    <a:pt x="11" y="758"/>
                    <a:pt x="11" y="758"/>
                    <a:pt x="10" y="757"/>
                  </a:cubicBezTo>
                  <a:cubicBezTo>
                    <a:pt x="9" y="756"/>
                    <a:pt x="8" y="754"/>
                    <a:pt x="7" y="752"/>
                  </a:cubicBezTo>
                  <a:cubicBezTo>
                    <a:pt x="5" y="744"/>
                    <a:pt x="4" y="729"/>
                    <a:pt x="4" y="715"/>
                  </a:cubicBezTo>
                  <a:cubicBezTo>
                    <a:pt x="4" y="706"/>
                    <a:pt x="5" y="696"/>
                    <a:pt x="5" y="688"/>
                  </a:cubicBezTo>
                  <a:cubicBezTo>
                    <a:pt x="5" y="684"/>
                    <a:pt x="5" y="682"/>
                    <a:pt x="4" y="679"/>
                  </a:cubicBezTo>
                  <a:cubicBezTo>
                    <a:pt x="4" y="673"/>
                    <a:pt x="4" y="669"/>
                    <a:pt x="4" y="667"/>
                  </a:cubicBezTo>
                  <a:cubicBezTo>
                    <a:pt x="4" y="665"/>
                    <a:pt x="4" y="664"/>
                    <a:pt x="5" y="662"/>
                  </a:cubicBezTo>
                  <a:cubicBezTo>
                    <a:pt x="5" y="661"/>
                    <a:pt x="7" y="659"/>
                    <a:pt x="8" y="654"/>
                  </a:cubicBezTo>
                  <a:cubicBezTo>
                    <a:pt x="10" y="651"/>
                    <a:pt x="11" y="648"/>
                    <a:pt x="11" y="645"/>
                  </a:cubicBezTo>
                  <a:cubicBezTo>
                    <a:pt x="10" y="635"/>
                    <a:pt x="5" y="625"/>
                    <a:pt x="4" y="602"/>
                  </a:cubicBezTo>
                  <a:cubicBezTo>
                    <a:pt x="3" y="598"/>
                    <a:pt x="3" y="596"/>
                    <a:pt x="3" y="593"/>
                  </a:cubicBezTo>
                  <a:cubicBezTo>
                    <a:pt x="3" y="582"/>
                    <a:pt x="5" y="576"/>
                    <a:pt x="7" y="572"/>
                  </a:cubicBezTo>
                  <a:cubicBezTo>
                    <a:pt x="10" y="567"/>
                    <a:pt x="13" y="564"/>
                    <a:pt x="16" y="558"/>
                  </a:cubicBezTo>
                  <a:cubicBezTo>
                    <a:pt x="21" y="551"/>
                    <a:pt x="22" y="543"/>
                    <a:pt x="22" y="534"/>
                  </a:cubicBezTo>
                  <a:cubicBezTo>
                    <a:pt x="22" y="527"/>
                    <a:pt x="21" y="519"/>
                    <a:pt x="21" y="510"/>
                  </a:cubicBezTo>
                  <a:cubicBezTo>
                    <a:pt x="21" y="508"/>
                    <a:pt x="21" y="506"/>
                    <a:pt x="21" y="504"/>
                  </a:cubicBezTo>
                  <a:cubicBezTo>
                    <a:pt x="21" y="496"/>
                    <a:pt x="22" y="491"/>
                    <a:pt x="23" y="486"/>
                  </a:cubicBezTo>
                  <a:cubicBezTo>
                    <a:pt x="24" y="481"/>
                    <a:pt x="25" y="477"/>
                    <a:pt x="27" y="469"/>
                  </a:cubicBezTo>
                  <a:cubicBezTo>
                    <a:pt x="28" y="464"/>
                    <a:pt x="29" y="461"/>
                    <a:pt x="29" y="457"/>
                  </a:cubicBezTo>
                  <a:cubicBezTo>
                    <a:pt x="29" y="454"/>
                    <a:pt x="28" y="452"/>
                    <a:pt x="27" y="449"/>
                  </a:cubicBezTo>
                  <a:cubicBezTo>
                    <a:pt x="26" y="445"/>
                    <a:pt x="24" y="442"/>
                    <a:pt x="22" y="436"/>
                  </a:cubicBezTo>
                  <a:cubicBezTo>
                    <a:pt x="21" y="433"/>
                    <a:pt x="21" y="431"/>
                    <a:pt x="21" y="429"/>
                  </a:cubicBezTo>
                  <a:cubicBezTo>
                    <a:pt x="21" y="424"/>
                    <a:pt x="23" y="421"/>
                    <a:pt x="26" y="419"/>
                  </a:cubicBezTo>
                  <a:cubicBezTo>
                    <a:pt x="29" y="416"/>
                    <a:pt x="33" y="415"/>
                    <a:pt x="35" y="412"/>
                  </a:cubicBezTo>
                  <a:cubicBezTo>
                    <a:pt x="37" y="410"/>
                    <a:pt x="37" y="408"/>
                    <a:pt x="37" y="406"/>
                  </a:cubicBezTo>
                  <a:cubicBezTo>
                    <a:pt x="37" y="404"/>
                    <a:pt x="36" y="403"/>
                    <a:pt x="35" y="401"/>
                  </a:cubicBezTo>
                  <a:cubicBezTo>
                    <a:pt x="33" y="400"/>
                    <a:pt x="32" y="398"/>
                    <a:pt x="29" y="396"/>
                  </a:cubicBezTo>
                  <a:cubicBezTo>
                    <a:pt x="26" y="394"/>
                    <a:pt x="25" y="390"/>
                    <a:pt x="24" y="385"/>
                  </a:cubicBezTo>
                  <a:cubicBezTo>
                    <a:pt x="23" y="380"/>
                    <a:pt x="22" y="375"/>
                    <a:pt x="19" y="369"/>
                  </a:cubicBezTo>
                  <a:cubicBezTo>
                    <a:pt x="18" y="368"/>
                    <a:pt x="18" y="366"/>
                    <a:pt x="18" y="365"/>
                  </a:cubicBezTo>
                  <a:cubicBezTo>
                    <a:pt x="18" y="362"/>
                    <a:pt x="19" y="360"/>
                    <a:pt x="22" y="357"/>
                  </a:cubicBezTo>
                  <a:cubicBezTo>
                    <a:pt x="25" y="354"/>
                    <a:pt x="28" y="352"/>
                    <a:pt x="31" y="348"/>
                  </a:cubicBezTo>
                  <a:cubicBezTo>
                    <a:pt x="34" y="345"/>
                    <a:pt x="35" y="342"/>
                    <a:pt x="35" y="340"/>
                  </a:cubicBezTo>
                  <a:cubicBezTo>
                    <a:pt x="35" y="337"/>
                    <a:pt x="34" y="335"/>
                    <a:pt x="33" y="332"/>
                  </a:cubicBezTo>
                  <a:cubicBezTo>
                    <a:pt x="32" y="330"/>
                    <a:pt x="31" y="328"/>
                    <a:pt x="31" y="325"/>
                  </a:cubicBezTo>
                  <a:cubicBezTo>
                    <a:pt x="31" y="325"/>
                    <a:pt x="31" y="324"/>
                    <a:pt x="31" y="324"/>
                  </a:cubicBezTo>
                  <a:cubicBezTo>
                    <a:pt x="31" y="320"/>
                    <a:pt x="32" y="317"/>
                    <a:pt x="33" y="313"/>
                  </a:cubicBezTo>
                  <a:cubicBezTo>
                    <a:pt x="35" y="310"/>
                    <a:pt x="37" y="306"/>
                    <a:pt x="37" y="302"/>
                  </a:cubicBezTo>
                  <a:cubicBezTo>
                    <a:pt x="38" y="300"/>
                    <a:pt x="38" y="298"/>
                    <a:pt x="38" y="296"/>
                  </a:cubicBezTo>
                  <a:cubicBezTo>
                    <a:pt x="38" y="293"/>
                    <a:pt x="38" y="290"/>
                    <a:pt x="37" y="288"/>
                  </a:cubicBezTo>
                  <a:cubicBezTo>
                    <a:pt x="36" y="285"/>
                    <a:pt x="34" y="282"/>
                    <a:pt x="32" y="278"/>
                  </a:cubicBezTo>
                  <a:cubicBezTo>
                    <a:pt x="30" y="274"/>
                    <a:pt x="29" y="271"/>
                    <a:pt x="29" y="268"/>
                  </a:cubicBezTo>
                  <a:cubicBezTo>
                    <a:pt x="29" y="266"/>
                    <a:pt x="30" y="264"/>
                    <a:pt x="30" y="261"/>
                  </a:cubicBezTo>
                  <a:cubicBezTo>
                    <a:pt x="31" y="258"/>
                    <a:pt x="33" y="255"/>
                    <a:pt x="34" y="251"/>
                  </a:cubicBezTo>
                  <a:cubicBezTo>
                    <a:pt x="38" y="238"/>
                    <a:pt x="44" y="221"/>
                    <a:pt x="52" y="181"/>
                  </a:cubicBezTo>
                  <a:cubicBezTo>
                    <a:pt x="56" y="161"/>
                    <a:pt x="56" y="153"/>
                    <a:pt x="57" y="146"/>
                  </a:cubicBezTo>
                  <a:cubicBezTo>
                    <a:pt x="59" y="138"/>
                    <a:pt x="63" y="130"/>
                    <a:pt x="74" y="109"/>
                  </a:cubicBezTo>
                  <a:cubicBezTo>
                    <a:pt x="85" y="88"/>
                    <a:pt x="97" y="76"/>
                    <a:pt x="107" y="68"/>
                  </a:cubicBezTo>
                  <a:cubicBezTo>
                    <a:pt x="117" y="61"/>
                    <a:pt x="126" y="58"/>
                    <a:pt x="131" y="55"/>
                  </a:cubicBezTo>
                  <a:cubicBezTo>
                    <a:pt x="136" y="52"/>
                    <a:pt x="144" y="50"/>
                    <a:pt x="151" y="48"/>
                  </a:cubicBezTo>
                  <a:cubicBezTo>
                    <a:pt x="158" y="47"/>
                    <a:pt x="164" y="45"/>
                    <a:pt x="169" y="44"/>
                  </a:cubicBezTo>
                  <a:cubicBezTo>
                    <a:pt x="171" y="42"/>
                    <a:pt x="174" y="42"/>
                    <a:pt x="177" y="42"/>
                  </a:cubicBezTo>
                  <a:cubicBezTo>
                    <a:pt x="182" y="42"/>
                    <a:pt x="188" y="44"/>
                    <a:pt x="194" y="47"/>
                  </a:cubicBezTo>
                  <a:cubicBezTo>
                    <a:pt x="242" y="71"/>
                    <a:pt x="288" y="80"/>
                    <a:pt x="288" y="80"/>
                  </a:cubicBezTo>
                  <a:cubicBezTo>
                    <a:pt x="289" y="79"/>
                    <a:pt x="289" y="79"/>
                    <a:pt x="289" y="79"/>
                  </a:cubicBezTo>
                  <a:cubicBezTo>
                    <a:pt x="287" y="79"/>
                    <a:pt x="287" y="79"/>
                    <a:pt x="287" y="79"/>
                  </a:cubicBezTo>
                  <a:lnTo>
                    <a:pt x="289" y="79"/>
                  </a:ln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7400" name="Freeform 316">
              <a:extLst>
                <a:ext uri="{FF2B5EF4-FFF2-40B4-BE49-F238E27FC236}">
                  <a16:creationId xmlns:a16="http://schemas.microsoft.com/office/drawing/2014/main" id="{E9EB152D-8AB7-419B-B6A5-1080F7737E9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286" y="1898"/>
              <a:ext cx="1065" cy="932"/>
            </a:xfrm>
            <a:custGeom>
              <a:avLst/>
              <a:gdLst>
                <a:gd name="T0" fmla="*/ 974 w 1095"/>
                <a:gd name="T1" fmla="*/ 710 h 959"/>
                <a:gd name="T2" fmla="*/ 995 w 1095"/>
                <a:gd name="T3" fmla="*/ 641 h 959"/>
                <a:gd name="T4" fmla="*/ 980 w 1095"/>
                <a:gd name="T5" fmla="*/ 570 h 959"/>
                <a:gd name="T6" fmla="*/ 959 w 1095"/>
                <a:gd name="T7" fmla="*/ 538 h 959"/>
                <a:gd name="T8" fmla="*/ 959 w 1095"/>
                <a:gd name="T9" fmla="*/ 492 h 959"/>
                <a:gd name="T10" fmla="*/ 929 w 1095"/>
                <a:gd name="T11" fmla="*/ 448 h 959"/>
                <a:gd name="T12" fmla="*/ 883 w 1095"/>
                <a:gd name="T13" fmla="*/ 328 h 959"/>
                <a:gd name="T14" fmla="*/ 831 w 1095"/>
                <a:gd name="T15" fmla="*/ 161 h 959"/>
                <a:gd name="T16" fmla="*/ 570 w 1095"/>
                <a:gd name="T17" fmla="*/ 28 h 959"/>
                <a:gd name="T18" fmla="*/ 457 w 1095"/>
                <a:gd name="T19" fmla="*/ 212 h 959"/>
                <a:gd name="T20" fmla="*/ 181 w 1095"/>
                <a:gd name="T21" fmla="*/ 51 h 959"/>
                <a:gd name="T22" fmla="*/ 121 w 1095"/>
                <a:gd name="T23" fmla="*/ 57 h 959"/>
                <a:gd name="T24" fmla="*/ 48 w 1095"/>
                <a:gd name="T25" fmla="*/ 175 h 959"/>
                <a:gd name="T26" fmla="*/ 29 w 1095"/>
                <a:gd name="T27" fmla="*/ 263 h 959"/>
                <a:gd name="T28" fmla="*/ 27 w 1095"/>
                <a:gd name="T29" fmla="*/ 307 h 959"/>
                <a:gd name="T30" fmla="*/ 18 w 1095"/>
                <a:gd name="T31" fmla="*/ 348 h 959"/>
                <a:gd name="T32" fmla="*/ 32 w 1095"/>
                <a:gd name="T33" fmla="*/ 386 h 959"/>
                <a:gd name="T34" fmla="*/ 24 w 1095"/>
                <a:gd name="T35" fmla="*/ 439 h 959"/>
                <a:gd name="T36" fmla="*/ 16 w 1095"/>
                <a:gd name="T37" fmla="*/ 520 h 959"/>
                <a:gd name="T38" fmla="*/ 8 w 1095"/>
                <a:gd name="T39" fmla="*/ 608 h 959"/>
                <a:gd name="T40" fmla="*/ 12 w 1095"/>
                <a:gd name="T41" fmla="*/ 706 h 959"/>
                <a:gd name="T42" fmla="*/ 75 w 1095"/>
                <a:gd name="T43" fmla="*/ 749 h 959"/>
                <a:gd name="T44" fmla="*/ 145 w 1095"/>
                <a:gd name="T45" fmla="*/ 765 h 959"/>
                <a:gd name="T46" fmla="*/ 244 w 1095"/>
                <a:gd name="T47" fmla="*/ 821 h 959"/>
                <a:gd name="T48" fmla="*/ 304 w 1095"/>
                <a:gd name="T49" fmla="*/ 868 h 959"/>
                <a:gd name="T50" fmla="*/ 353 w 1095"/>
                <a:gd name="T51" fmla="*/ 857 h 959"/>
                <a:gd name="T52" fmla="*/ 392 w 1095"/>
                <a:gd name="T53" fmla="*/ 814 h 959"/>
                <a:gd name="T54" fmla="*/ 624 w 1095"/>
                <a:gd name="T55" fmla="*/ 751 h 959"/>
                <a:gd name="T56" fmla="*/ 813 w 1095"/>
                <a:gd name="T57" fmla="*/ 782 h 959"/>
                <a:gd name="T58" fmla="*/ 969 w 1095"/>
                <a:gd name="T59" fmla="*/ 801 h 959"/>
                <a:gd name="T60" fmla="*/ 975 w 1095"/>
                <a:gd name="T61" fmla="*/ 734 h 959"/>
                <a:gd name="T62" fmla="*/ 220 w 1095"/>
                <a:gd name="T63" fmla="*/ 648 h 959"/>
                <a:gd name="T64" fmla="*/ 193 w 1095"/>
                <a:gd name="T65" fmla="*/ 625 h 959"/>
                <a:gd name="T66" fmla="*/ 173 w 1095"/>
                <a:gd name="T67" fmla="*/ 591 h 959"/>
                <a:gd name="T68" fmla="*/ 173 w 1095"/>
                <a:gd name="T69" fmla="*/ 552 h 959"/>
                <a:gd name="T70" fmla="*/ 173 w 1095"/>
                <a:gd name="T71" fmla="*/ 472 h 959"/>
                <a:gd name="T72" fmla="*/ 192 w 1095"/>
                <a:gd name="T73" fmla="*/ 448 h 959"/>
                <a:gd name="T74" fmla="*/ 214 w 1095"/>
                <a:gd name="T75" fmla="*/ 516 h 959"/>
                <a:gd name="T76" fmla="*/ 231 w 1095"/>
                <a:gd name="T77" fmla="*/ 619 h 959"/>
                <a:gd name="T78" fmla="*/ 812 w 1095"/>
                <a:gd name="T79" fmla="*/ 547 h 959"/>
                <a:gd name="T80" fmla="*/ 790 w 1095"/>
                <a:gd name="T81" fmla="*/ 508 h 959"/>
                <a:gd name="T82" fmla="*/ 814 w 1095"/>
                <a:gd name="T83" fmla="*/ 532 h 959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1095" h="959">
                  <a:moveTo>
                    <a:pt x="1059" y="800"/>
                  </a:moveTo>
                  <a:cubicBezTo>
                    <a:pt x="1053" y="787"/>
                    <a:pt x="1053" y="785"/>
                    <a:pt x="1058" y="774"/>
                  </a:cubicBezTo>
                  <a:cubicBezTo>
                    <a:pt x="1063" y="764"/>
                    <a:pt x="1058" y="773"/>
                    <a:pt x="1067" y="746"/>
                  </a:cubicBezTo>
                  <a:cubicBezTo>
                    <a:pt x="1077" y="720"/>
                    <a:pt x="1095" y="712"/>
                    <a:pt x="1082" y="699"/>
                  </a:cubicBezTo>
                  <a:cubicBezTo>
                    <a:pt x="1069" y="685"/>
                    <a:pt x="1066" y="694"/>
                    <a:pt x="1068" y="671"/>
                  </a:cubicBezTo>
                  <a:cubicBezTo>
                    <a:pt x="1069" y="648"/>
                    <a:pt x="1074" y="635"/>
                    <a:pt x="1065" y="622"/>
                  </a:cubicBezTo>
                  <a:cubicBezTo>
                    <a:pt x="1056" y="609"/>
                    <a:pt x="1060" y="608"/>
                    <a:pt x="1054" y="599"/>
                  </a:cubicBezTo>
                  <a:cubicBezTo>
                    <a:pt x="1048" y="590"/>
                    <a:pt x="1040" y="600"/>
                    <a:pt x="1043" y="586"/>
                  </a:cubicBezTo>
                  <a:cubicBezTo>
                    <a:pt x="1045" y="572"/>
                    <a:pt x="1048" y="566"/>
                    <a:pt x="1046" y="554"/>
                  </a:cubicBezTo>
                  <a:cubicBezTo>
                    <a:pt x="1045" y="542"/>
                    <a:pt x="1041" y="546"/>
                    <a:pt x="1043" y="536"/>
                  </a:cubicBezTo>
                  <a:cubicBezTo>
                    <a:pt x="1045" y="526"/>
                    <a:pt x="1045" y="530"/>
                    <a:pt x="1035" y="524"/>
                  </a:cubicBezTo>
                  <a:cubicBezTo>
                    <a:pt x="1026" y="518"/>
                    <a:pt x="1016" y="525"/>
                    <a:pt x="1010" y="488"/>
                  </a:cubicBezTo>
                  <a:cubicBezTo>
                    <a:pt x="1004" y="452"/>
                    <a:pt x="996" y="462"/>
                    <a:pt x="986" y="434"/>
                  </a:cubicBezTo>
                  <a:cubicBezTo>
                    <a:pt x="976" y="405"/>
                    <a:pt x="973" y="381"/>
                    <a:pt x="960" y="357"/>
                  </a:cubicBezTo>
                  <a:cubicBezTo>
                    <a:pt x="947" y="333"/>
                    <a:pt x="944" y="309"/>
                    <a:pt x="938" y="291"/>
                  </a:cubicBezTo>
                  <a:cubicBezTo>
                    <a:pt x="932" y="272"/>
                    <a:pt x="924" y="208"/>
                    <a:pt x="903" y="176"/>
                  </a:cubicBezTo>
                  <a:cubicBezTo>
                    <a:pt x="882" y="143"/>
                    <a:pt x="828" y="32"/>
                    <a:pt x="765" y="16"/>
                  </a:cubicBezTo>
                  <a:cubicBezTo>
                    <a:pt x="701" y="0"/>
                    <a:pt x="650" y="25"/>
                    <a:pt x="620" y="31"/>
                  </a:cubicBezTo>
                  <a:cubicBezTo>
                    <a:pt x="620" y="31"/>
                    <a:pt x="641" y="75"/>
                    <a:pt x="623" y="119"/>
                  </a:cubicBezTo>
                  <a:cubicBezTo>
                    <a:pt x="605" y="163"/>
                    <a:pt x="562" y="228"/>
                    <a:pt x="497" y="230"/>
                  </a:cubicBezTo>
                  <a:cubicBezTo>
                    <a:pt x="431" y="232"/>
                    <a:pt x="325" y="206"/>
                    <a:pt x="290" y="88"/>
                  </a:cubicBezTo>
                  <a:cubicBezTo>
                    <a:pt x="290" y="88"/>
                    <a:pt x="244" y="79"/>
                    <a:pt x="196" y="55"/>
                  </a:cubicBezTo>
                  <a:cubicBezTo>
                    <a:pt x="185" y="49"/>
                    <a:pt x="177" y="48"/>
                    <a:pt x="169" y="51"/>
                  </a:cubicBezTo>
                  <a:cubicBezTo>
                    <a:pt x="161" y="54"/>
                    <a:pt x="142" y="57"/>
                    <a:pt x="132" y="63"/>
                  </a:cubicBezTo>
                  <a:cubicBezTo>
                    <a:pt x="121" y="68"/>
                    <a:pt x="96" y="75"/>
                    <a:pt x="73" y="117"/>
                  </a:cubicBezTo>
                  <a:cubicBezTo>
                    <a:pt x="51" y="159"/>
                    <a:pt x="59" y="150"/>
                    <a:pt x="51" y="190"/>
                  </a:cubicBezTo>
                  <a:cubicBezTo>
                    <a:pt x="44" y="230"/>
                    <a:pt x="38" y="247"/>
                    <a:pt x="33" y="260"/>
                  </a:cubicBezTo>
                  <a:cubicBezTo>
                    <a:pt x="29" y="272"/>
                    <a:pt x="26" y="276"/>
                    <a:pt x="32" y="287"/>
                  </a:cubicBezTo>
                  <a:cubicBezTo>
                    <a:pt x="37" y="298"/>
                    <a:pt x="38" y="302"/>
                    <a:pt x="37" y="311"/>
                  </a:cubicBezTo>
                  <a:cubicBezTo>
                    <a:pt x="35" y="320"/>
                    <a:pt x="30" y="325"/>
                    <a:pt x="30" y="334"/>
                  </a:cubicBezTo>
                  <a:cubicBezTo>
                    <a:pt x="31" y="343"/>
                    <a:pt x="39" y="348"/>
                    <a:pt x="31" y="356"/>
                  </a:cubicBezTo>
                  <a:cubicBezTo>
                    <a:pt x="23" y="364"/>
                    <a:pt x="14" y="369"/>
                    <a:pt x="19" y="379"/>
                  </a:cubicBezTo>
                  <a:cubicBezTo>
                    <a:pt x="24" y="389"/>
                    <a:pt x="22" y="401"/>
                    <a:pt x="29" y="406"/>
                  </a:cubicBezTo>
                  <a:cubicBezTo>
                    <a:pt x="36" y="412"/>
                    <a:pt x="39" y="414"/>
                    <a:pt x="35" y="420"/>
                  </a:cubicBezTo>
                  <a:cubicBezTo>
                    <a:pt x="31" y="426"/>
                    <a:pt x="15" y="428"/>
                    <a:pt x="22" y="446"/>
                  </a:cubicBezTo>
                  <a:cubicBezTo>
                    <a:pt x="28" y="463"/>
                    <a:pt x="30" y="463"/>
                    <a:pt x="27" y="478"/>
                  </a:cubicBezTo>
                  <a:cubicBezTo>
                    <a:pt x="23" y="494"/>
                    <a:pt x="20" y="497"/>
                    <a:pt x="20" y="519"/>
                  </a:cubicBezTo>
                  <a:cubicBezTo>
                    <a:pt x="21" y="542"/>
                    <a:pt x="23" y="554"/>
                    <a:pt x="16" y="566"/>
                  </a:cubicBezTo>
                  <a:cubicBezTo>
                    <a:pt x="9" y="579"/>
                    <a:pt x="1" y="580"/>
                    <a:pt x="3" y="611"/>
                  </a:cubicBezTo>
                  <a:cubicBezTo>
                    <a:pt x="5" y="641"/>
                    <a:pt x="14" y="650"/>
                    <a:pt x="8" y="663"/>
                  </a:cubicBezTo>
                  <a:cubicBezTo>
                    <a:pt x="2" y="676"/>
                    <a:pt x="3" y="669"/>
                    <a:pt x="4" y="688"/>
                  </a:cubicBezTo>
                  <a:cubicBezTo>
                    <a:pt x="5" y="707"/>
                    <a:pt x="0" y="767"/>
                    <a:pt x="12" y="769"/>
                  </a:cubicBezTo>
                  <a:cubicBezTo>
                    <a:pt x="25" y="771"/>
                    <a:pt x="37" y="775"/>
                    <a:pt x="47" y="790"/>
                  </a:cubicBezTo>
                  <a:cubicBezTo>
                    <a:pt x="56" y="804"/>
                    <a:pt x="59" y="816"/>
                    <a:pt x="81" y="816"/>
                  </a:cubicBezTo>
                  <a:cubicBezTo>
                    <a:pt x="103" y="816"/>
                    <a:pt x="112" y="823"/>
                    <a:pt x="126" y="823"/>
                  </a:cubicBezTo>
                  <a:cubicBezTo>
                    <a:pt x="141" y="824"/>
                    <a:pt x="141" y="821"/>
                    <a:pt x="157" y="833"/>
                  </a:cubicBezTo>
                  <a:cubicBezTo>
                    <a:pt x="174" y="844"/>
                    <a:pt x="185" y="859"/>
                    <a:pt x="208" y="868"/>
                  </a:cubicBezTo>
                  <a:cubicBezTo>
                    <a:pt x="232" y="877"/>
                    <a:pt x="253" y="884"/>
                    <a:pt x="265" y="894"/>
                  </a:cubicBezTo>
                  <a:cubicBezTo>
                    <a:pt x="277" y="904"/>
                    <a:pt x="280" y="911"/>
                    <a:pt x="296" y="923"/>
                  </a:cubicBezTo>
                  <a:cubicBezTo>
                    <a:pt x="312" y="935"/>
                    <a:pt x="322" y="941"/>
                    <a:pt x="331" y="946"/>
                  </a:cubicBezTo>
                  <a:cubicBezTo>
                    <a:pt x="340" y="951"/>
                    <a:pt x="352" y="959"/>
                    <a:pt x="361" y="948"/>
                  </a:cubicBezTo>
                  <a:cubicBezTo>
                    <a:pt x="370" y="937"/>
                    <a:pt x="372" y="950"/>
                    <a:pt x="383" y="934"/>
                  </a:cubicBezTo>
                  <a:cubicBezTo>
                    <a:pt x="393" y="919"/>
                    <a:pt x="398" y="920"/>
                    <a:pt x="402" y="914"/>
                  </a:cubicBezTo>
                  <a:cubicBezTo>
                    <a:pt x="405" y="909"/>
                    <a:pt x="416" y="901"/>
                    <a:pt x="426" y="887"/>
                  </a:cubicBezTo>
                  <a:cubicBezTo>
                    <a:pt x="436" y="873"/>
                    <a:pt x="512" y="878"/>
                    <a:pt x="552" y="860"/>
                  </a:cubicBezTo>
                  <a:cubicBezTo>
                    <a:pt x="592" y="841"/>
                    <a:pt x="651" y="818"/>
                    <a:pt x="679" y="818"/>
                  </a:cubicBezTo>
                  <a:cubicBezTo>
                    <a:pt x="707" y="818"/>
                    <a:pt x="752" y="813"/>
                    <a:pt x="785" y="828"/>
                  </a:cubicBezTo>
                  <a:cubicBezTo>
                    <a:pt x="819" y="843"/>
                    <a:pt x="867" y="852"/>
                    <a:pt x="884" y="852"/>
                  </a:cubicBezTo>
                  <a:cubicBezTo>
                    <a:pt x="900" y="852"/>
                    <a:pt x="901" y="844"/>
                    <a:pt x="942" y="840"/>
                  </a:cubicBezTo>
                  <a:cubicBezTo>
                    <a:pt x="983" y="837"/>
                    <a:pt x="1044" y="873"/>
                    <a:pt x="1053" y="873"/>
                  </a:cubicBezTo>
                  <a:cubicBezTo>
                    <a:pt x="1061" y="874"/>
                    <a:pt x="1073" y="873"/>
                    <a:pt x="1069" y="855"/>
                  </a:cubicBezTo>
                  <a:cubicBezTo>
                    <a:pt x="1066" y="836"/>
                    <a:pt x="1066" y="814"/>
                    <a:pt x="1059" y="800"/>
                  </a:cubicBezTo>
                  <a:close/>
                  <a:moveTo>
                    <a:pt x="258" y="706"/>
                  </a:moveTo>
                  <a:cubicBezTo>
                    <a:pt x="258" y="706"/>
                    <a:pt x="246" y="706"/>
                    <a:pt x="239" y="706"/>
                  </a:cubicBezTo>
                  <a:cubicBezTo>
                    <a:pt x="232" y="706"/>
                    <a:pt x="236" y="692"/>
                    <a:pt x="234" y="689"/>
                  </a:cubicBezTo>
                  <a:cubicBezTo>
                    <a:pt x="232" y="686"/>
                    <a:pt x="221" y="682"/>
                    <a:pt x="210" y="681"/>
                  </a:cubicBezTo>
                  <a:cubicBezTo>
                    <a:pt x="199" y="679"/>
                    <a:pt x="201" y="669"/>
                    <a:pt x="189" y="660"/>
                  </a:cubicBezTo>
                  <a:cubicBezTo>
                    <a:pt x="177" y="652"/>
                    <a:pt x="187" y="655"/>
                    <a:pt x="188" y="644"/>
                  </a:cubicBezTo>
                  <a:cubicBezTo>
                    <a:pt x="188" y="634"/>
                    <a:pt x="188" y="636"/>
                    <a:pt x="190" y="630"/>
                  </a:cubicBezTo>
                  <a:cubicBezTo>
                    <a:pt x="192" y="623"/>
                    <a:pt x="191" y="617"/>
                    <a:pt x="188" y="601"/>
                  </a:cubicBezTo>
                  <a:cubicBezTo>
                    <a:pt x="186" y="584"/>
                    <a:pt x="184" y="566"/>
                    <a:pt x="183" y="549"/>
                  </a:cubicBezTo>
                  <a:cubicBezTo>
                    <a:pt x="181" y="532"/>
                    <a:pt x="181" y="528"/>
                    <a:pt x="188" y="514"/>
                  </a:cubicBezTo>
                  <a:cubicBezTo>
                    <a:pt x="194" y="499"/>
                    <a:pt x="191" y="479"/>
                    <a:pt x="191" y="479"/>
                  </a:cubicBezTo>
                  <a:cubicBezTo>
                    <a:pt x="191" y="479"/>
                    <a:pt x="200" y="483"/>
                    <a:pt x="209" y="488"/>
                  </a:cubicBezTo>
                  <a:cubicBezTo>
                    <a:pt x="217" y="492"/>
                    <a:pt x="216" y="506"/>
                    <a:pt x="221" y="525"/>
                  </a:cubicBezTo>
                  <a:cubicBezTo>
                    <a:pt x="225" y="545"/>
                    <a:pt x="227" y="543"/>
                    <a:pt x="232" y="562"/>
                  </a:cubicBezTo>
                  <a:cubicBezTo>
                    <a:pt x="236" y="582"/>
                    <a:pt x="235" y="604"/>
                    <a:pt x="239" y="633"/>
                  </a:cubicBezTo>
                  <a:cubicBezTo>
                    <a:pt x="242" y="662"/>
                    <a:pt x="239" y="658"/>
                    <a:pt x="251" y="674"/>
                  </a:cubicBezTo>
                  <a:cubicBezTo>
                    <a:pt x="264" y="689"/>
                    <a:pt x="258" y="706"/>
                    <a:pt x="258" y="706"/>
                  </a:cubicBezTo>
                  <a:close/>
                  <a:moveTo>
                    <a:pt x="883" y="596"/>
                  </a:moveTo>
                  <a:cubicBezTo>
                    <a:pt x="881" y="590"/>
                    <a:pt x="864" y="572"/>
                    <a:pt x="858" y="565"/>
                  </a:cubicBezTo>
                  <a:cubicBezTo>
                    <a:pt x="852" y="557"/>
                    <a:pt x="854" y="552"/>
                    <a:pt x="859" y="554"/>
                  </a:cubicBezTo>
                  <a:cubicBezTo>
                    <a:pt x="863" y="555"/>
                    <a:pt x="865" y="546"/>
                    <a:pt x="865" y="546"/>
                  </a:cubicBezTo>
                  <a:cubicBezTo>
                    <a:pt x="865" y="546"/>
                    <a:pt x="877" y="568"/>
                    <a:pt x="885" y="579"/>
                  </a:cubicBezTo>
                  <a:cubicBezTo>
                    <a:pt x="894" y="590"/>
                    <a:pt x="885" y="602"/>
                    <a:pt x="883" y="596"/>
                  </a:cubicBezTo>
                  <a:close/>
                </a:path>
              </a:pathLst>
            </a:custGeom>
            <a:solidFill>
              <a:srgbClr val="871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7401" name="Freeform 317">
              <a:extLst>
                <a:ext uri="{FF2B5EF4-FFF2-40B4-BE49-F238E27FC236}">
                  <a16:creationId xmlns:a16="http://schemas.microsoft.com/office/drawing/2014/main" id="{49D805D4-F415-421E-A673-35A37C2B4AC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287" y="1907"/>
              <a:ext cx="1057" cy="919"/>
            </a:xfrm>
            <a:custGeom>
              <a:avLst/>
              <a:gdLst>
                <a:gd name="T0" fmla="*/ 982 w 1087"/>
                <a:gd name="T1" fmla="*/ 677 h 946"/>
                <a:gd name="T2" fmla="*/ 984 w 1087"/>
                <a:gd name="T3" fmla="*/ 579 h 946"/>
                <a:gd name="T4" fmla="*/ 962 w 1087"/>
                <a:gd name="T5" fmla="*/ 516 h 946"/>
                <a:gd name="T6" fmla="*/ 957 w 1087"/>
                <a:gd name="T7" fmla="*/ 473 h 946"/>
                <a:gd name="T8" fmla="*/ 863 w 1087"/>
                <a:gd name="T9" fmla="*/ 257 h 946"/>
                <a:gd name="T10" fmla="*/ 566 w 1087"/>
                <a:gd name="T11" fmla="*/ 17 h 946"/>
                <a:gd name="T12" fmla="*/ 266 w 1087"/>
                <a:gd name="T13" fmla="*/ 72 h 946"/>
                <a:gd name="T14" fmla="*/ 96 w 1087"/>
                <a:gd name="T15" fmla="*/ 60 h 946"/>
                <a:gd name="T16" fmla="*/ 32 w 1087"/>
                <a:gd name="T17" fmla="*/ 272 h 946"/>
                <a:gd name="T18" fmla="*/ 16 w 1087"/>
                <a:gd name="T19" fmla="*/ 329 h 946"/>
                <a:gd name="T20" fmla="*/ 29 w 1087"/>
                <a:gd name="T21" fmla="*/ 376 h 946"/>
                <a:gd name="T22" fmla="*/ 17 w 1087"/>
                <a:gd name="T23" fmla="*/ 462 h 946"/>
                <a:gd name="T24" fmla="*/ 5 w 1087"/>
                <a:gd name="T25" fmla="*/ 598 h 946"/>
                <a:gd name="T26" fmla="*/ 11 w 1087"/>
                <a:gd name="T27" fmla="*/ 698 h 946"/>
                <a:gd name="T28" fmla="*/ 123 w 1087"/>
                <a:gd name="T29" fmla="*/ 748 h 946"/>
                <a:gd name="T30" fmla="*/ 270 w 1087"/>
                <a:gd name="T31" fmla="*/ 839 h 946"/>
                <a:gd name="T32" fmla="*/ 345 w 1087"/>
                <a:gd name="T33" fmla="*/ 857 h 946"/>
                <a:gd name="T34" fmla="*/ 392 w 1087"/>
                <a:gd name="T35" fmla="*/ 806 h 946"/>
                <a:gd name="T36" fmla="*/ 772 w 1087"/>
                <a:gd name="T37" fmla="*/ 768 h 946"/>
                <a:gd name="T38" fmla="*/ 968 w 1087"/>
                <a:gd name="T39" fmla="*/ 794 h 946"/>
                <a:gd name="T40" fmla="*/ 971 w 1087"/>
                <a:gd name="T41" fmla="*/ 726 h 946"/>
                <a:gd name="T42" fmla="*/ 924 w 1087"/>
                <a:gd name="T43" fmla="*/ 772 h 946"/>
                <a:gd name="T44" fmla="*/ 623 w 1087"/>
                <a:gd name="T45" fmla="*/ 740 h 946"/>
                <a:gd name="T46" fmla="*/ 367 w 1087"/>
                <a:gd name="T47" fmla="*/ 829 h 946"/>
                <a:gd name="T48" fmla="*/ 336 w 1087"/>
                <a:gd name="T49" fmla="*/ 855 h 946"/>
                <a:gd name="T50" fmla="*/ 245 w 1087"/>
                <a:gd name="T51" fmla="*/ 810 h 946"/>
                <a:gd name="T52" fmla="*/ 74 w 1087"/>
                <a:gd name="T53" fmla="*/ 738 h 946"/>
                <a:gd name="T54" fmla="*/ 5 w 1087"/>
                <a:gd name="T55" fmla="*/ 630 h 946"/>
                <a:gd name="T56" fmla="*/ 8 w 1087"/>
                <a:gd name="T57" fmla="*/ 525 h 946"/>
                <a:gd name="T58" fmla="*/ 20 w 1087"/>
                <a:gd name="T59" fmla="*/ 400 h 946"/>
                <a:gd name="T60" fmla="*/ 23 w 1087"/>
                <a:gd name="T61" fmla="*/ 358 h 946"/>
                <a:gd name="T62" fmla="*/ 28 w 1087"/>
                <a:gd name="T63" fmla="*/ 297 h 946"/>
                <a:gd name="T64" fmla="*/ 49 w 1087"/>
                <a:gd name="T65" fmla="*/ 166 h 946"/>
                <a:gd name="T66" fmla="*/ 264 w 1087"/>
                <a:gd name="T67" fmla="*/ 75 h 946"/>
                <a:gd name="T68" fmla="*/ 571 w 1087"/>
                <a:gd name="T69" fmla="*/ 18 h 946"/>
                <a:gd name="T70" fmla="*/ 855 w 1087"/>
                <a:gd name="T71" fmla="*/ 240 h 946"/>
                <a:gd name="T72" fmla="*/ 949 w 1087"/>
                <a:gd name="T73" fmla="*/ 474 h 946"/>
                <a:gd name="T74" fmla="*/ 959 w 1087"/>
                <a:gd name="T75" fmla="*/ 499 h 946"/>
                <a:gd name="T76" fmla="*/ 967 w 1087"/>
                <a:gd name="T77" fmla="*/ 542 h 946"/>
                <a:gd name="T78" fmla="*/ 992 w 1087"/>
                <a:gd name="T79" fmla="*/ 633 h 946"/>
                <a:gd name="T80" fmla="*/ 971 w 1087"/>
                <a:gd name="T81" fmla="*/ 726 h 946"/>
                <a:gd name="T82" fmla="*/ 217 w 1087"/>
                <a:gd name="T83" fmla="*/ 625 h 946"/>
                <a:gd name="T84" fmla="*/ 170 w 1087"/>
                <a:gd name="T85" fmla="*/ 593 h 946"/>
                <a:gd name="T86" fmla="*/ 169 w 1087"/>
                <a:gd name="T87" fmla="*/ 592 h 946"/>
                <a:gd name="T88" fmla="*/ 177 w 1087"/>
                <a:gd name="T89" fmla="*/ 562 h 946"/>
                <a:gd name="T90" fmla="*/ 176 w 1087"/>
                <a:gd name="T91" fmla="*/ 434 h 946"/>
                <a:gd name="T92" fmla="*/ 223 w 1087"/>
                <a:gd name="T93" fmla="*/ 602 h 946"/>
                <a:gd name="T94" fmla="*/ 236 w 1087"/>
                <a:gd name="T95" fmla="*/ 639 h 946"/>
                <a:gd name="T96" fmla="*/ 203 w 1087"/>
                <a:gd name="T97" fmla="*/ 473 h 946"/>
                <a:gd name="T98" fmla="*/ 170 w 1087"/>
                <a:gd name="T99" fmla="*/ 462 h 946"/>
                <a:gd name="T100" fmla="*/ 166 w 1087"/>
                <a:gd name="T101" fmla="*/ 589 h 946"/>
                <a:gd name="T102" fmla="*/ 213 w 1087"/>
                <a:gd name="T103" fmla="*/ 625 h 946"/>
                <a:gd name="T104" fmla="*/ 236 w 1087"/>
                <a:gd name="T105" fmla="*/ 641 h 946"/>
                <a:gd name="T106" fmla="*/ 786 w 1087"/>
                <a:gd name="T107" fmla="*/ 500 h 946"/>
                <a:gd name="T108" fmla="*/ 794 w 1087"/>
                <a:gd name="T109" fmla="*/ 493 h 946"/>
                <a:gd name="T110" fmla="*/ 813 w 1087"/>
                <a:gd name="T111" fmla="*/ 538 h 946"/>
                <a:gd name="T112" fmla="*/ 813 w 1087"/>
                <a:gd name="T113" fmla="*/ 538 h 946"/>
                <a:gd name="T114" fmla="*/ 818 w 1087"/>
                <a:gd name="T115" fmla="*/ 531 h 946"/>
                <a:gd name="T116" fmla="*/ 791 w 1087"/>
                <a:gd name="T117" fmla="*/ 497 h 946"/>
                <a:gd name="T118" fmla="*/ 800 w 1087"/>
                <a:gd name="T119" fmla="*/ 526 h 94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1087" h="946">
                  <a:moveTo>
                    <a:pt x="1058" y="791"/>
                  </a:moveTo>
                  <a:cubicBezTo>
                    <a:pt x="1060" y="791"/>
                    <a:pt x="1060" y="791"/>
                    <a:pt x="1060" y="791"/>
                  </a:cubicBezTo>
                  <a:cubicBezTo>
                    <a:pt x="1058" y="787"/>
                    <a:pt x="1057" y="784"/>
                    <a:pt x="1056" y="782"/>
                  </a:cubicBezTo>
                  <a:cubicBezTo>
                    <a:pt x="1055" y="780"/>
                    <a:pt x="1055" y="778"/>
                    <a:pt x="1055" y="776"/>
                  </a:cubicBezTo>
                  <a:cubicBezTo>
                    <a:pt x="1055" y="774"/>
                    <a:pt x="1056" y="771"/>
                    <a:pt x="1059" y="766"/>
                  </a:cubicBezTo>
                  <a:cubicBezTo>
                    <a:pt x="1060" y="764"/>
                    <a:pt x="1060" y="762"/>
                    <a:pt x="1061" y="761"/>
                  </a:cubicBezTo>
                  <a:cubicBezTo>
                    <a:pt x="1061" y="760"/>
                    <a:pt x="1061" y="760"/>
                    <a:pt x="1062" y="759"/>
                  </a:cubicBezTo>
                  <a:cubicBezTo>
                    <a:pt x="1062" y="758"/>
                    <a:pt x="1062" y="756"/>
                    <a:pt x="1063" y="753"/>
                  </a:cubicBezTo>
                  <a:cubicBezTo>
                    <a:pt x="1064" y="750"/>
                    <a:pt x="1065" y="745"/>
                    <a:pt x="1068" y="738"/>
                  </a:cubicBezTo>
                  <a:cubicBezTo>
                    <a:pt x="1071" y="728"/>
                    <a:pt x="1076" y="721"/>
                    <a:pt x="1080" y="715"/>
                  </a:cubicBezTo>
                  <a:cubicBezTo>
                    <a:pt x="1082" y="712"/>
                    <a:pt x="1084" y="710"/>
                    <a:pt x="1085" y="707"/>
                  </a:cubicBezTo>
                  <a:cubicBezTo>
                    <a:pt x="1086" y="704"/>
                    <a:pt x="1087" y="702"/>
                    <a:pt x="1087" y="699"/>
                  </a:cubicBezTo>
                  <a:cubicBezTo>
                    <a:pt x="1087" y="695"/>
                    <a:pt x="1085" y="692"/>
                    <a:pt x="1082" y="688"/>
                  </a:cubicBezTo>
                  <a:cubicBezTo>
                    <a:pt x="1077" y="682"/>
                    <a:pt x="1073" y="680"/>
                    <a:pt x="1071" y="679"/>
                  </a:cubicBezTo>
                  <a:cubicBezTo>
                    <a:pt x="1070" y="678"/>
                    <a:pt x="1069" y="678"/>
                    <a:pt x="1069" y="677"/>
                  </a:cubicBezTo>
                  <a:cubicBezTo>
                    <a:pt x="1069" y="676"/>
                    <a:pt x="1068" y="674"/>
                    <a:pt x="1068" y="671"/>
                  </a:cubicBezTo>
                  <a:cubicBezTo>
                    <a:pt x="1068" y="669"/>
                    <a:pt x="1069" y="666"/>
                    <a:pt x="1069" y="662"/>
                  </a:cubicBezTo>
                  <a:cubicBezTo>
                    <a:pt x="1070" y="650"/>
                    <a:pt x="1071" y="641"/>
                    <a:pt x="1071" y="632"/>
                  </a:cubicBezTo>
                  <a:cubicBezTo>
                    <a:pt x="1071" y="625"/>
                    <a:pt x="1070" y="618"/>
                    <a:pt x="1066" y="612"/>
                  </a:cubicBezTo>
                  <a:cubicBezTo>
                    <a:pt x="1061" y="606"/>
                    <a:pt x="1060" y="602"/>
                    <a:pt x="1059" y="599"/>
                  </a:cubicBezTo>
                  <a:cubicBezTo>
                    <a:pt x="1059" y="596"/>
                    <a:pt x="1058" y="593"/>
                    <a:pt x="1055" y="589"/>
                  </a:cubicBezTo>
                  <a:cubicBezTo>
                    <a:pt x="1053" y="587"/>
                    <a:pt x="1052" y="585"/>
                    <a:pt x="1050" y="585"/>
                  </a:cubicBezTo>
                  <a:cubicBezTo>
                    <a:pt x="1047" y="584"/>
                    <a:pt x="1045" y="584"/>
                    <a:pt x="1044" y="584"/>
                  </a:cubicBezTo>
                  <a:cubicBezTo>
                    <a:pt x="1044" y="583"/>
                    <a:pt x="1044" y="583"/>
                    <a:pt x="1044" y="583"/>
                  </a:cubicBezTo>
                  <a:cubicBezTo>
                    <a:pt x="1043" y="583"/>
                    <a:pt x="1043" y="582"/>
                    <a:pt x="1043" y="581"/>
                  </a:cubicBezTo>
                  <a:cubicBezTo>
                    <a:pt x="1043" y="580"/>
                    <a:pt x="1043" y="579"/>
                    <a:pt x="1044" y="577"/>
                  </a:cubicBezTo>
                  <a:cubicBezTo>
                    <a:pt x="1044" y="571"/>
                    <a:pt x="1045" y="567"/>
                    <a:pt x="1046" y="563"/>
                  </a:cubicBezTo>
                  <a:cubicBezTo>
                    <a:pt x="1047" y="559"/>
                    <a:pt x="1048" y="556"/>
                    <a:pt x="1048" y="551"/>
                  </a:cubicBezTo>
                  <a:cubicBezTo>
                    <a:pt x="1048" y="549"/>
                    <a:pt x="1047" y="547"/>
                    <a:pt x="1047" y="545"/>
                  </a:cubicBezTo>
                  <a:cubicBezTo>
                    <a:pt x="1047" y="540"/>
                    <a:pt x="1046" y="537"/>
                    <a:pt x="1045" y="536"/>
                  </a:cubicBezTo>
                  <a:cubicBezTo>
                    <a:pt x="1044" y="535"/>
                    <a:pt x="1044" y="534"/>
                    <a:pt x="1044" y="534"/>
                  </a:cubicBezTo>
                  <a:cubicBezTo>
                    <a:pt x="1044" y="533"/>
                    <a:pt x="1044" y="533"/>
                    <a:pt x="1044" y="532"/>
                  </a:cubicBezTo>
                  <a:cubicBezTo>
                    <a:pt x="1044" y="531"/>
                    <a:pt x="1044" y="530"/>
                    <a:pt x="1044" y="528"/>
                  </a:cubicBezTo>
                  <a:cubicBezTo>
                    <a:pt x="1045" y="525"/>
                    <a:pt x="1045" y="523"/>
                    <a:pt x="1045" y="521"/>
                  </a:cubicBezTo>
                  <a:cubicBezTo>
                    <a:pt x="1045" y="520"/>
                    <a:pt x="1045" y="519"/>
                    <a:pt x="1044" y="518"/>
                  </a:cubicBezTo>
                  <a:cubicBezTo>
                    <a:pt x="1043" y="517"/>
                    <a:pt x="1042" y="517"/>
                    <a:pt x="1041" y="516"/>
                  </a:cubicBezTo>
                  <a:cubicBezTo>
                    <a:pt x="1040" y="515"/>
                    <a:pt x="1038" y="515"/>
                    <a:pt x="1035" y="513"/>
                  </a:cubicBezTo>
                  <a:cubicBezTo>
                    <a:pt x="1033" y="512"/>
                    <a:pt x="1030" y="511"/>
                    <a:pt x="1028" y="510"/>
                  </a:cubicBezTo>
                  <a:cubicBezTo>
                    <a:pt x="1024" y="509"/>
                    <a:pt x="1022" y="508"/>
                    <a:pt x="1019" y="504"/>
                  </a:cubicBezTo>
                  <a:cubicBezTo>
                    <a:pt x="1016" y="500"/>
                    <a:pt x="1013" y="493"/>
                    <a:pt x="1011" y="479"/>
                  </a:cubicBezTo>
                  <a:cubicBezTo>
                    <a:pt x="1010" y="470"/>
                    <a:pt x="1008" y="464"/>
                    <a:pt x="1006" y="459"/>
                  </a:cubicBezTo>
                  <a:cubicBezTo>
                    <a:pt x="1004" y="452"/>
                    <a:pt x="1000" y="448"/>
                    <a:pt x="997" y="444"/>
                  </a:cubicBezTo>
                  <a:cubicBezTo>
                    <a:pt x="994" y="439"/>
                    <a:pt x="991" y="434"/>
                    <a:pt x="987" y="424"/>
                  </a:cubicBezTo>
                  <a:cubicBezTo>
                    <a:pt x="977" y="396"/>
                    <a:pt x="974" y="371"/>
                    <a:pt x="961" y="347"/>
                  </a:cubicBezTo>
                  <a:cubicBezTo>
                    <a:pt x="948" y="324"/>
                    <a:pt x="945" y="300"/>
                    <a:pt x="939" y="281"/>
                  </a:cubicBezTo>
                  <a:cubicBezTo>
                    <a:pt x="937" y="276"/>
                    <a:pt x="936" y="269"/>
                    <a:pt x="934" y="260"/>
                  </a:cubicBezTo>
                  <a:cubicBezTo>
                    <a:pt x="931" y="246"/>
                    <a:pt x="928" y="229"/>
                    <a:pt x="923" y="212"/>
                  </a:cubicBezTo>
                  <a:cubicBezTo>
                    <a:pt x="918" y="195"/>
                    <a:pt x="912" y="178"/>
                    <a:pt x="904" y="166"/>
                  </a:cubicBezTo>
                  <a:cubicBezTo>
                    <a:pt x="893" y="150"/>
                    <a:pt x="875" y="114"/>
                    <a:pt x="850" y="80"/>
                  </a:cubicBezTo>
                  <a:cubicBezTo>
                    <a:pt x="838" y="63"/>
                    <a:pt x="825" y="46"/>
                    <a:pt x="810" y="33"/>
                  </a:cubicBezTo>
                  <a:cubicBezTo>
                    <a:pt x="796" y="19"/>
                    <a:pt x="780" y="9"/>
                    <a:pt x="764" y="5"/>
                  </a:cubicBezTo>
                  <a:cubicBezTo>
                    <a:pt x="749" y="1"/>
                    <a:pt x="734" y="0"/>
                    <a:pt x="720" y="0"/>
                  </a:cubicBezTo>
                  <a:cubicBezTo>
                    <a:pt x="676" y="0"/>
                    <a:pt x="641" y="15"/>
                    <a:pt x="619" y="20"/>
                  </a:cubicBezTo>
                  <a:cubicBezTo>
                    <a:pt x="616" y="20"/>
                    <a:pt x="616" y="20"/>
                    <a:pt x="616" y="20"/>
                  </a:cubicBezTo>
                  <a:cubicBezTo>
                    <a:pt x="617" y="22"/>
                    <a:pt x="617" y="22"/>
                    <a:pt x="617" y="22"/>
                  </a:cubicBezTo>
                  <a:cubicBezTo>
                    <a:pt x="617" y="23"/>
                    <a:pt x="617" y="23"/>
                    <a:pt x="617" y="23"/>
                  </a:cubicBezTo>
                  <a:cubicBezTo>
                    <a:pt x="618" y="25"/>
                    <a:pt x="627" y="46"/>
                    <a:pt x="627" y="72"/>
                  </a:cubicBezTo>
                  <a:cubicBezTo>
                    <a:pt x="627" y="84"/>
                    <a:pt x="625" y="97"/>
                    <a:pt x="620" y="110"/>
                  </a:cubicBezTo>
                  <a:cubicBezTo>
                    <a:pt x="611" y="132"/>
                    <a:pt x="596" y="158"/>
                    <a:pt x="575" y="180"/>
                  </a:cubicBezTo>
                  <a:cubicBezTo>
                    <a:pt x="554" y="202"/>
                    <a:pt x="528" y="218"/>
                    <a:pt x="496" y="219"/>
                  </a:cubicBezTo>
                  <a:cubicBezTo>
                    <a:pt x="493" y="219"/>
                    <a:pt x="491" y="219"/>
                    <a:pt x="488" y="219"/>
                  </a:cubicBezTo>
                  <a:cubicBezTo>
                    <a:pt x="455" y="219"/>
                    <a:pt x="414" y="212"/>
                    <a:pt x="377" y="191"/>
                  </a:cubicBezTo>
                  <a:cubicBezTo>
                    <a:pt x="341" y="170"/>
                    <a:pt x="308" y="135"/>
                    <a:pt x="290" y="78"/>
                  </a:cubicBezTo>
                  <a:cubicBezTo>
                    <a:pt x="290" y="77"/>
                    <a:pt x="290" y="77"/>
                    <a:pt x="290" y="77"/>
                  </a:cubicBezTo>
                  <a:cubicBezTo>
                    <a:pt x="289" y="77"/>
                    <a:pt x="289" y="77"/>
                    <a:pt x="289" y="77"/>
                  </a:cubicBezTo>
                  <a:cubicBezTo>
                    <a:pt x="289" y="77"/>
                    <a:pt x="288" y="77"/>
                    <a:pt x="287" y="77"/>
                  </a:cubicBezTo>
                  <a:cubicBezTo>
                    <a:pt x="278" y="75"/>
                    <a:pt x="238" y="65"/>
                    <a:pt x="196" y="44"/>
                  </a:cubicBezTo>
                  <a:cubicBezTo>
                    <a:pt x="189" y="40"/>
                    <a:pt x="183" y="38"/>
                    <a:pt x="177" y="38"/>
                  </a:cubicBezTo>
                  <a:cubicBezTo>
                    <a:pt x="174" y="38"/>
                    <a:pt x="170" y="39"/>
                    <a:pt x="167" y="40"/>
                  </a:cubicBezTo>
                  <a:cubicBezTo>
                    <a:pt x="164" y="42"/>
                    <a:pt x="157" y="43"/>
                    <a:pt x="150" y="45"/>
                  </a:cubicBezTo>
                  <a:cubicBezTo>
                    <a:pt x="143" y="47"/>
                    <a:pt x="135" y="49"/>
                    <a:pt x="130" y="52"/>
                  </a:cubicBezTo>
                  <a:cubicBezTo>
                    <a:pt x="125" y="54"/>
                    <a:pt x="116" y="58"/>
                    <a:pt x="105" y="66"/>
                  </a:cubicBezTo>
                  <a:cubicBezTo>
                    <a:pt x="94" y="74"/>
                    <a:pt x="82" y="86"/>
                    <a:pt x="71" y="107"/>
                  </a:cubicBezTo>
                  <a:cubicBezTo>
                    <a:pt x="59" y="128"/>
                    <a:pt x="56" y="137"/>
                    <a:pt x="54" y="145"/>
                  </a:cubicBezTo>
                  <a:cubicBezTo>
                    <a:pt x="52" y="153"/>
                    <a:pt x="52" y="161"/>
                    <a:pt x="49" y="180"/>
                  </a:cubicBezTo>
                  <a:cubicBezTo>
                    <a:pt x="41" y="220"/>
                    <a:pt x="35" y="237"/>
                    <a:pt x="31" y="250"/>
                  </a:cubicBezTo>
                  <a:cubicBezTo>
                    <a:pt x="29" y="254"/>
                    <a:pt x="28" y="257"/>
                    <a:pt x="27" y="260"/>
                  </a:cubicBezTo>
                  <a:cubicBezTo>
                    <a:pt x="26" y="263"/>
                    <a:pt x="25" y="265"/>
                    <a:pt x="25" y="268"/>
                  </a:cubicBezTo>
                  <a:cubicBezTo>
                    <a:pt x="25" y="271"/>
                    <a:pt x="26" y="275"/>
                    <a:pt x="29" y="279"/>
                  </a:cubicBezTo>
                  <a:cubicBezTo>
                    <a:pt x="31" y="283"/>
                    <a:pt x="32" y="286"/>
                    <a:pt x="33" y="289"/>
                  </a:cubicBezTo>
                  <a:cubicBezTo>
                    <a:pt x="34" y="291"/>
                    <a:pt x="35" y="293"/>
                    <a:pt x="35" y="296"/>
                  </a:cubicBezTo>
                  <a:cubicBezTo>
                    <a:pt x="35" y="297"/>
                    <a:pt x="34" y="299"/>
                    <a:pt x="34" y="301"/>
                  </a:cubicBezTo>
                  <a:cubicBezTo>
                    <a:pt x="33" y="305"/>
                    <a:pt x="32" y="309"/>
                    <a:pt x="30" y="312"/>
                  </a:cubicBezTo>
                  <a:cubicBezTo>
                    <a:pt x="29" y="315"/>
                    <a:pt x="27" y="319"/>
                    <a:pt x="27" y="324"/>
                  </a:cubicBezTo>
                  <a:cubicBezTo>
                    <a:pt x="27" y="324"/>
                    <a:pt x="27" y="325"/>
                    <a:pt x="27" y="325"/>
                  </a:cubicBezTo>
                  <a:cubicBezTo>
                    <a:pt x="28" y="329"/>
                    <a:pt x="29" y="331"/>
                    <a:pt x="30" y="334"/>
                  </a:cubicBezTo>
                  <a:cubicBezTo>
                    <a:pt x="31" y="336"/>
                    <a:pt x="32" y="338"/>
                    <a:pt x="32" y="340"/>
                  </a:cubicBezTo>
                  <a:cubicBezTo>
                    <a:pt x="32" y="341"/>
                    <a:pt x="31" y="343"/>
                    <a:pt x="29" y="346"/>
                  </a:cubicBezTo>
                  <a:cubicBezTo>
                    <a:pt x="26" y="349"/>
                    <a:pt x="22" y="352"/>
                    <a:pt x="20" y="355"/>
                  </a:cubicBezTo>
                  <a:cubicBezTo>
                    <a:pt x="18" y="356"/>
                    <a:pt x="17" y="357"/>
                    <a:pt x="16" y="359"/>
                  </a:cubicBezTo>
                  <a:cubicBezTo>
                    <a:pt x="15" y="361"/>
                    <a:pt x="14" y="363"/>
                    <a:pt x="14" y="365"/>
                  </a:cubicBezTo>
                  <a:cubicBezTo>
                    <a:pt x="14" y="367"/>
                    <a:pt x="15" y="369"/>
                    <a:pt x="16" y="371"/>
                  </a:cubicBezTo>
                  <a:cubicBezTo>
                    <a:pt x="18" y="376"/>
                    <a:pt x="19" y="381"/>
                    <a:pt x="20" y="386"/>
                  </a:cubicBezTo>
                  <a:cubicBezTo>
                    <a:pt x="21" y="388"/>
                    <a:pt x="22" y="391"/>
                    <a:pt x="23" y="393"/>
                  </a:cubicBezTo>
                  <a:cubicBezTo>
                    <a:pt x="24" y="395"/>
                    <a:pt x="25" y="397"/>
                    <a:pt x="27" y="399"/>
                  </a:cubicBezTo>
                  <a:cubicBezTo>
                    <a:pt x="29" y="401"/>
                    <a:pt x="31" y="402"/>
                    <a:pt x="32" y="404"/>
                  </a:cubicBezTo>
                  <a:cubicBezTo>
                    <a:pt x="33" y="404"/>
                    <a:pt x="33" y="405"/>
                    <a:pt x="34" y="405"/>
                  </a:cubicBezTo>
                  <a:cubicBezTo>
                    <a:pt x="34" y="405"/>
                    <a:pt x="34" y="406"/>
                    <a:pt x="34" y="406"/>
                  </a:cubicBezTo>
                  <a:cubicBezTo>
                    <a:pt x="34" y="407"/>
                    <a:pt x="34" y="408"/>
                    <a:pt x="32" y="410"/>
                  </a:cubicBezTo>
                  <a:cubicBezTo>
                    <a:pt x="32" y="411"/>
                    <a:pt x="31" y="412"/>
                    <a:pt x="29" y="413"/>
                  </a:cubicBezTo>
                  <a:cubicBezTo>
                    <a:pt x="27" y="414"/>
                    <a:pt x="24" y="416"/>
                    <a:pt x="22" y="418"/>
                  </a:cubicBezTo>
                  <a:cubicBezTo>
                    <a:pt x="19" y="421"/>
                    <a:pt x="17" y="424"/>
                    <a:pt x="17" y="429"/>
                  </a:cubicBezTo>
                  <a:cubicBezTo>
                    <a:pt x="17" y="431"/>
                    <a:pt x="18" y="434"/>
                    <a:pt x="19" y="437"/>
                  </a:cubicBezTo>
                  <a:cubicBezTo>
                    <a:pt x="21" y="443"/>
                    <a:pt x="23" y="447"/>
                    <a:pt x="24" y="450"/>
                  </a:cubicBezTo>
                  <a:cubicBezTo>
                    <a:pt x="25" y="453"/>
                    <a:pt x="25" y="455"/>
                    <a:pt x="25" y="457"/>
                  </a:cubicBezTo>
                  <a:cubicBezTo>
                    <a:pt x="25" y="460"/>
                    <a:pt x="25" y="463"/>
                    <a:pt x="24" y="469"/>
                  </a:cubicBezTo>
                  <a:cubicBezTo>
                    <a:pt x="22" y="476"/>
                    <a:pt x="20" y="480"/>
                    <a:pt x="19" y="485"/>
                  </a:cubicBezTo>
                  <a:cubicBezTo>
                    <a:pt x="18" y="490"/>
                    <a:pt x="17" y="496"/>
                    <a:pt x="17" y="504"/>
                  </a:cubicBezTo>
                  <a:cubicBezTo>
                    <a:pt x="17" y="506"/>
                    <a:pt x="17" y="508"/>
                    <a:pt x="17" y="510"/>
                  </a:cubicBezTo>
                  <a:cubicBezTo>
                    <a:pt x="18" y="520"/>
                    <a:pt x="18" y="527"/>
                    <a:pt x="18" y="534"/>
                  </a:cubicBezTo>
                  <a:cubicBezTo>
                    <a:pt x="18" y="543"/>
                    <a:pt x="17" y="550"/>
                    <a:pt x="13" y="557"/>
                  </a:cubicBezTo>
                  <a:cubicBezTo>
                    <a:pt x="10" y="562"/>
                    <a:pt x="7" y="565"/>
                    <a:pt x="4" y="570"/>
                  </a:cubicBezTo>
                  <a:cubicBezTo>
                    <a:pt x="2" y="575"/>
                    <a:pt x="0" y="582"/>
                    <a:pt x="0" y="593"/>
                  </a:cubicBezTo>
                  <a:cubicBezTo>
                    <a:pt x="0" y="596"/>
                    <a:pt x="0" y="599"/>
                    <a:pt x="0" y="602"/>
                  </a:cubicBezTo>
                  <a:cubicBezTo>
                    <a:pt x="1" y="614"/>
                    <a:pt x="3" y="622"/>
                    <a:pt x="4" y="629"/>
                  </a:cubicBezTo>
                  <a:cubicBezTo>
                    <a:pt x="6" y="636"/>
                    <a:pt x="7" y="641"/>
                    <a:pt x="7" y="645"/>
                  </a:cubicBezTo>
                  <a:cubicBezTo>
                    <a:pt x="7" y="648"/>
                    <a:pt x="7" y="650"/>
                    <a:pt x="5" y="653"/>
                  </a:cubicBezTo>
                  <a:cubicBezTo>
                    <a:pt x="3" y="657"/>
                    <a:pt x="2" y="659"/>
                    <a:pt x="1" y="661"/>
                  </a:cubicBezTo>
                  <a:cubicBezTo>
                    <a:pt x="1" y="663"/>
                    <a:pt x="0" y="664"/>
                    <a:pt x="0" y="667"/>
                  </a:cubicBezTo>
                  <a:cubicBezTo>
                    <a:pt x="0" y="669"/>
                    <a:pt x="0" y="673"/>
                    <a:pt x="1" y="679"/>
                  </a:cubicBezTo>
                  <a:cubicBezTo>
                    <a:pt x="1" y="682"/>
                    <a:pt x="1" y="685"/>
                    <a:pt x="1" y="688"/>
                  </a:cubicBezTo>
                  <a:cubicBezTo>
                    <a:pt x="1" y="696"/>
                    <a:pt x="1" y="705"/>
                    <a:pt x="1" y="715"/>
                  </a:cubicBezTo>
                  <a:cubicBezTo>
                    <a:pt x="1" y="726"/>
                    <a:pt x="1" y="737"/>
                    <a:pt x="2" y="745"/>
                  </a:cubicBezTo>
                  <a:cubicBezTo>
                    <a:pt x="3" y="750"/>
                    <a:pt x="4" y="753"/>
                    <a:pt x="5" y="756"/>
                  </a:cubicBezTo>
                  <a:cubicBezTo>
                    <a:pt x="6" y="758"/>
                    <a:pt x="6" y="759"/>
                    <a:pt x="7" y="760"/>
                  </a:cubicBezTo>
                  <a:cubicBezTo>
                    <a:pt x="8" y="761"/>
                    <a:pt x="10" y="762"/>
                    <a:pt x="11" y="762"/>
                  </a:cubicBezTo>
                  <a:cubicBezTo>
                    <a:pt x="17" y="763"/>
                    <a:pt x="23" y="765"/>
                    <a:pt x="29" y="768"/>
                  </a:cubicBezTo>
                  <a:cubicBezTo>
                    <a:pt x="34" y="771"/>
                    <a:pt x="40" y="775"/>
                    <a:pt x="44" y="782"/>
                  </a:cubicBezTo>
                  <a:cubicBezTo>
                    <a:pt x="49" y="789"/>
                    <a:pt x="52" y="795"/>
                    <a:pt x="57" y="801"/>
                  </a:cubicBezTo>
                  <a:cubicBezTo>
                    <a:pt x="59" y="803"/>
                    <a:pt x="62" y="806"/>
                    <a:pt x="66" y="807"/>
                  </a:cubicBezTo>
                  <a:cubicBezTo>
                    <a:pt x="69" y="809"/>
                    <a:pt x="74" y="809"/>
                    <a:pt x="80" y="809"/>
                  </a:cubicBezTo>
                  <a:cubicBezTo>
                    <a:pt x="90" y="809"/>
                    <a:pt x="98" y="811"/>
                    <a:pt x="105" y="813"/>
                  </a:cubicBezTo>
                  <a:cubicBezTo>
                    <a:pt x="112" y="814"/>
                    <a:pt x="118" y="816"/>
                    <a:pt x="125" y="816"/>
                  </a:cubicBezTo>
                  <a:cubicBezTo>
                    <a:pt x="127" y="816"/>
                    <a:pt x="128" y="816"/>
                    <a:pt x="129" y="816"/>
                  </a:cubicBezTo>
                  <a:cubicBezTo>
                    <a:pt x="131" y="816"/>
                    <a:pt x="133" y="816"/>
                    <a:pt x="135" y="816"/>
                  </a:cubicBezTo>
                  <a:cubicBezTo>
                    <a:pt x="138" y="816"/>
                    <a:pt x="140" y="817"/>
                    <a:pt x="143" y="818"/>
                  </a:cubicBezTo>
                  <a:cubicBezTo>
                    <a:pt x="145" y="819"/>
                    <a:pt x="149" y="821"/>
                    <a:pt x="155" y="825"/>
                  </a:cubicBezTo>
                  <a:cubicBezTo>
                    <a:pt x="163" y="831"/>
                    <a:pt x="170" y="837"/>
                    <a:pt x="178" y="844"/>
                  </a:cubicBezTo>
                  <a:cubicBezTo>
                    <a:pt x="186" y="850"/>
                    <a:pt x="194" y="856"/>
                    <a:pt x="206" y="861"/>
                  </a:cubicBezTo>
                  <a:cubicBezTo>
                    <a:pt x="230" y="870"/>
                    <a:pt x="252" y="877"/>
                    <a:pt x="263" y="886"/>
                  </a:cubicBezTo>
                  <a:cubicBezTo>
                    <a:pt x="269" y="891"/>
                    <a:pt x="272" y="895"/>
                    <a:pt x="277" y="900"/>
                  </a:cubicBezTo>
                  <a:cubicBezTo>
                    <a:pt x="281" y="904"/>
                    <a:pt x="286" y="909"/>
                    <a:pt x="294" y="915"/>
                  </a:cubicBezTo>
                  <a:cubicBezTo>
                    <a:pt x="294" y="916"/>
                    <a:pt x="294" y="916"/>
                    <a:pt x="294" y="916"/>
                  </a:cubicBezTo>
                  <a:cubicBezTo>
                    <a:pt x="294" y="915"/>
                    <a:pt x="294" y="915"/>
                    <a:pt x="294" y="915"/>
                  </a:cubicBezTo>
                  <a:cubicBezTo>
                    <a:pt x="310" y="927"/>
                    <a:pt x="320" y="933"/>
                    <a:pt x="329" y="938"/>
                  </a:cubicBezTo>
                  <a:cubicBezTo>
                    <a:pt x="332" y="940"/>
                    <a:pt x="335" y="942"/>
                    <a:pt x="339" y="943"/>
                  </a:cubicBezTo>
                  <a:cubicBezTo>
                    <a:pt x="342" y="945"/>
                    <a:pt x="346" y="946"/>
                    <a:pt x="350" y="946"/>
                  </a:cubicBezTo>
                  <a:cubicBezTo>
                    <a:pt x="354" y="946"/>
                    <a:pt x="358" y="945"/>
                    <a:pt x="362" y="940"/>
                  </a:cubicBezTo>
                  <a:cubicBezTo>
                    <a:pt x="361" y="941"/>
                    <a:pt x="361" y="941"/>
                    <a:pt x="361" y="941"/>
                  </a:cubicBezTo>
                  <a:cubicBezTo>
                    <a:pt x="362" y="940"/>
                    <a:pt x="362" y="940"/>
                    <a:pt x="362" y="940"/>
                  </a:cubicBezTo>
                  <a:cubicBezTo>
                    <a:pt x="364" y="938"/>
                    <a:pt x="365" y="937"/>
                    <a:pt x="366" y="937"/>
                  </a:cubicBezTo>
                  <a:cubicBezTo>
                    <a:pt x="367" y="936"/>
                    <a:pt x="368" y="936"/>
                    <a:pt x="369" y="936"/>
                  </a:cubicBezTo>
                  <a:cubicBezTo>
                    <a:pt x="371" y="936"/>
                    <a:pt x="373" y="936"/>
                    <a:pt x="375" y="935"/>
                  </a:cubicBezTo>
                  <a:cubicBezTo>
                    <a:pt x="378" y="933"/>
                    <a:pt x="380" y="931"/>
                    <a:pt x="383" y="926"/>
                  </a:cubicBezTo>
                  <a:cubicBezTo>
                    <a:pt x="383" y="926"/>
                    <a:pt x="383" y="926"/>
                    <a:pt x="383" y="926"/>
                  </a:cubicBezTo>
                  <a:cubicBezTo>
                    <a:pt x="388" y="919"/>
                    <a:pt x="392" y="916"/>
                    <a:pt x="395" y="913"/>
                  </a:cubicBezTo>
                  <a:cubicBezTo>
                    <a:pt x="396" y="912"/>
                    <a:pt x="398" y="911"/>
                    <a:pt x="399" y="910"/>
                  </a:cubicBezTo>
                  <a:cubicBezTo>
                    <a:pt x="400" y="909"/>
                    <a:pt x="401" y="908"/>
                    <a:pt x="402" y="906"/>
                  </a:cubicBezTo>
                  <a:cubicBezTo>
                    <a:pt x="402" y="906"/>
                    <a:pt x="402" y="906"/>
                    <a:pt x="402" y="906"/>
                  </a:cubicBezTo>
                  <a:cubicBezTo>
                    <a:pt x="404" y="904"/>
                    <a:pt x="407" y="901"/>
                    <a:pt x="412" y="896"/>
                  </a:cubicBezTo>
                  <a:cubicBezTo>
                    <a:pt x="416" y="892"/>
                    <a:pt x="421" y="887"/>
                    <a:pt x="426" y="879"/>
                  </a:cubicBezTo>
                  <a:cubicBezTo>
                    <a:pt x="426" y="879"/>
                    <a:pt x="426" y="879"/>
                    <a:pt x="426" y="879"/>
                  </a:cubicBezTo>
                  <a:cubicBezTo>
                    <a:pt x="427" y="878"/>
                    <a:pt x="429" y="877"/>
                    <a:pt x="432" y="876"/>
                  </a:cubicBezTo>
                  <a:cubicBezTo>
                    <a:pt x="437" y="873"/>
                    <a:pt x="445" y="872"/>
                    <a:pt x="455" y="871"/>
                  </a:cubicBezTo>
                  <a:cubicBezTo>
                    <a:pt x="469" y="869"/>
                    <a:pt x="487" y="867"/>
                    <a:pt x="504" y="865"/>
                  </a:cubicBezTo>
                  <a:cubicBezTo>
                    <a:pt x="521" y="862"/>
                    <a:pt x="539" y="859"/>
                    <a:pt x="552" y="853"/>
                  </a:cubicBezTo>
                  <a:cubicBezTo>
                    <a:pt x="572" y="843"/>
                    <a:pt x="597" y="833"/>
                    <a:pt x="620" y="825"/>
                  </a:cubicBezTo>
                  <a:cubicBezTo>
                    <a:pt x="643" y="817"/>
                    <a:pt x="665" y="811"/>
                    <a:pt x="678" y="811"/>
                  </a:cubicBezTo>
                  <a:cubicBezTo>
                    <a:pt x="690" y="811"/>
                    <a:pt x="703" y="810"/>
                    <a:pt x="718" y="810"/>
                  </a:cubicBezTo>
                  <a:cubicBezTo>
                    <a:pt x="740" y="810"/>
                    <a:pt x="764" y="812"/>
                    <a:pt x="784" y="821"/>
                  </a:cubicBezTo>
                  <a:cubicBezTo>
                    <a:pt x="801" y="828"/>
                    <a:pt x="821" y="834"/>
                    <a:pt x="840" y="838"/>
                  </a:cubicBezTo>
                  <a:cubicBezTo>
                    <a:pt x="858" y="843"/>
                    <a:pt x="874" y="845"/>
                    <a:pt x="883" y="845"/>
                  </a:cubicBezTo>
                  <a:cubicBezTo>
                    <a:pt x="887" y="845"/>
                    <a:pt x="890" y="844"/>
                    <a:pt x="894" y="843"/>
                  </a:cubicBezTo>
                  <a:cubicBezTo>
                    <a:pt x="898" y="842"/>
                    <a:pt x="903" y="840"/>
                    <a:pt x="909" y="838"/>
                  </a:cubicBezTo>
                  <a:cubicBezTo>
                    <a:pt x="916" y="836"/>
                    <a:pt x="926" y="835"/>
                    <a:pt x="941" y="833"/>
                  </a:cubicBezTo>
                  <a:cubicBezTo>
                    <a:pt x="943" y="833"/>
                    <a:pt x="945" y="833"/>
                    <a:pt x="947" y="833"/>
                  </a:cubicBezTo>
                  <a:cubicBezTo>
                    <a:pt x="967" y="833"/>
                    <a:pt x="991" y="841"/>
                    <a:pt x="1011" y="849"/>
                  </a:cubicBezTo>
                  <a:cubicBezTo>
                    <a:pt x="1021" y="853"/>
                    <a:pt x="1030" y="858"/>
                    <a:pt x="1037" y="861"/>
                  </a:cubicBezTo>
                  <a:cubicBezTo>
                    <a:pt x="1040" y="862"/>
                    <a:pt x="1043" y="864"/>
                    <a:pt x="1046" y="865"/>
                  </a:cubicBezTo>
                  <a:cubicBezTo>
                    <a:pt x="1048" y="866"/>
                    <a:pt x="1050" y="866"/>
                    <a:pt x="1052" y="866"/>
                  </a:cubicBezTo>
                  <a:cubicBezTo>
                    <a:pt x="1053" y="867"/>
                    <a:pt x="1054" y="867"/>
                    <a:pt x="1055" y="867"/>
                  </a:cubicBezTo>
                  <a:cubicBezTo>
                    <a:pt x="1059" y="867"/>
                    <a:pt x="1063" y="866"/>
                    <a:pt x="1066" y="864"/>
                  </a:cubicBezTo>
                  <a:cubicBezTo>
                    <a:pt x="1067" y="863"/>
                    <a:pt x="1069" y="861"/>
                    <a:pt x="1070" y="859"/>
                  </a:cubicBezTo>
                  <a:cubicBezTo>
                    <a:pt x="1070" y="857"/>
                    <a:pt x="1071" y="855"/>
                    <a:pt x="1071" y="852"/>
                  </a:cubicBezTo>
                  <a:cubicBezTo>
                    <a:pt x="1071" y="850"/>
                    <a:pt x="1071" y="848"/>
                    <a:pt x="1070" y="845"/>
                  </a:cubicBezTo>
                  <a:cubicBezTo>
                    <a:pt x="1068" y="836"/>
                    <a:pt x="1068" y="826"/>
                    <a:pt x="1066" y="816"/>
                  </a:cubicBezTo>
                  <a:cubicBezTo>
                    <a:pt x="1065" y="807"/>
                    <a:pt x="1063" y="798"/>
                    <a:pt x="1060" y="791"/>
                  </a:cubicBezTo>
                  <a:cubicBezTo>
                    <a:pt x="1058" y="791"/>
                    <a:pt x="1058" y="791"/>
                    <a:pt x="1058" y="791"/>
                  </a:cubicBezTo>
                  <a:cubicBezTo>
                    <a:pt x="1056" y="792"/>
                    <a:pt x="1056" y="792"/>
                    <a:pt x="1056" y="792"/>
                  </a:cubicBezTo>
                  <a:cubicBezTo>
                    <a:pt x="1059" y="799"/>
                    <a:pt x="1061" y="808"/>
                    <a:pt x="1062" y="817"/>
                  </a:cubicBezTo>
                  <a:cubicBezTo>
                    <a:pt x="1064" y="826"/>
                    <a:pt x="1064" y="836"/>
                    <a:pt x="1066" y="846"/>
                  </a:cubicBezTo>
                  <a:cubicBezTo>
                    <a:pt x="1067" y="848"/>
                    <a:pt x="1067" y="850"/>
                    <a:pt x="1067" y="852"/>
                  </a:cubicBezTo>
                  <a:cubicBezTo>
                    <a:pt x="1067" y="854"/>
                    <a:pt x="1067" y="856"/>
                    <a:pt x="1066" y="858"/>
                  </a:cubicBezTo>
                  <a:cubicBezTo>
                    <a:pt x="1065" y="860"/>
                    <a:pt x="1064" y="861"/>
                    <a:pt x="1062" y="862"/>
                  </a:cubicBezTo>
                  <a:cubicBezTo>
                    <a:pt x="1060" y="862"/>
                    <a:pt x="1058" y="863"/>
                    <a:pt x="1055" y="863"/>
                  </a:cubicBezTo>
                  <a:cubicBezTo>
                    <a:pt x="1054" y="863"/>
                    <a:pt x="1053" y="863"/>
                    <a:pt x="1052" y="862"/>
                  </a:cubicBezTo>
                  <a:cubicBezTo>
                    <a:pt x="1051" y="862"/>
                    <a:pt x="1050" y="862"/>
                    <a:pt x="1047" y="861"/>
                  </a:cubicBezTo>
                  <a:cubicBezTo>
                    <a:pt x="1039" y="858"/>
                    <a:pt x="1023" y="850"/>
                    <a:pt x="1005" y="842"/>
                  </a:cubicBezTo>
                  <a:cubicBezTo>
                    <a:pt x="986" y="835"/>
                    <a:pt x="966" y="829"/>
                    <a:pt x="947" y="829"/>
                  </a:cubicBezTo>
                  <a:cubicBezTo>
                    <a:pt x="945" y="829"/>
                    <a:pt x="943" y="829"/>
                    <a:pt x="941" y="829"/>
                  </a:cubicBezTo>
                  <a:cubicBezTo>
                    <a:pt x="920" y="831"/>
                    <a:pt x="910" y="834"/>
                    <a:pt x="902" y="836"/>
                  </a:cubicBezTo>
                  <a:cubicBezTo>
                    <a:pt x="898" y="838"/>
                    <a:pt x="895" y="839"/>
                    <a:pt x="893" y="840"/>
                  </a:cubicBezTo>
                  <a:cubicBezTo>
                    <a:pt x="890" y="840"/>
                    <a:pt x="887" y="841"/>
                    <a:pt x="883" y="841"/>
                  </a:cubicBezTo>
                  <a:cubicBezTo>
                    <a:pt x="875" y="841"/>
                    <a:pt x="859" y="839"/>
                    <a:pt x="841" y="835"/>
                  </a:cubicBezTo>
                  <a:cubicBezTo>
                    <a:pt x="822" y="831"/>
                    <a:pt x="802" y="825"/>
                    <a:pt x="785" y="817"/>
                  </a:cubicBezTo>
                  <a:cubicBezTo>
                    <a:pt x="764" y="808"/>
                    <a:pt x="740" y="806"/>
                    <a:pt x="718" y="806"/>
                  </a:cubicBezTo>
                  <a:cubicBezTo>
                    <a:pt x="703" y="806"/>
                    <a:pt x="689" y="807"/>
                    <a:pt x="678" y="807"/>
                  </a:cubicBezTo>
                  <a:cubicBezTo>
                    <a:pt x="664" y="807"/>
                    <a:pt x="642" y="813"/>
                    <a:pt x="618" y="821"/>
                  </a:cubicBezTo>
                  <a:cubicBezTo>
                    <a:pt x="595" y="829"/>
                    <a:pt x="570" y="839"/>
                    <a:pt x="550" y="849"/>
                  </a:cubicBezTo>
                  <a:cubicBezTo>
                    <a:pt x="531" y="858"/>
                    <a:pt x="502" y="861"/>
                    <a:pt x="476" y="864"/>
                  </a:cubicBezTo>
                  <a:cubicBezTo>
                    <a:pt x="464" y="866"/>
                    <a:pt x="452" y="867"/>
                    <a:pt x="443" y="869"/>
                  </a:cubicBezTo>
                  <a:cubicBezTo>
                    <a:pt x="438" y="869"/>
                    <a:pt x="434" y="870"/>
                    <a:pt x="430" y="872"/>
                  </a:cubicBezTo>
                  <a:cubicBezTo>
                    <a:pt x="427" y="873"/>
                    <a:pt x="425" y="875"/>
                    <a:pt x="423" y="877"/>
                  </a:cubicBezTo>
                  <a:cubicBezTo>
                    <a:pt x="423" y="877"/>
                    <a:pt x="423" y="877"/>
                    <a:pt x="423" y="877"/>
                  </a:cubicBezTo>
                  <a:cubicBezTo>
                    <a:pt x="418" y="884"/>
                    <a:pt x="413" y="889"/>
                    <a:pt x="409" y="894"/>
                  </a:cubicBezTo>
                  <a:cubicBezTo>
                    <a:pt x="404" y="898"/>
                    <a:pt x="401" y="901"/>
                    <a:pt x="399" y="904"/>
                  </a:cubicBezTo>
                  <a:cubicBezTo>
                    <a:pt x="399" y="904"/>
                    <a:pt x="399" y="904"/>
                    <a:pt x="399" y="904"/>
                  </a:cubicBezTo>
                  <a:cubicBezTo>
                    <a:pt x="398" y="906"/>
                    <a:pt x="397" y="906"/>
                    <a:pt x="396" y="907"/>
                  </a:cubicBezTo>
                  <a:cubicBezTo>
                    <a:pt x="395" y="909"/>
                    <a:pt x="393" y="910"/>
                    <a:pt x="390" y="912"/>
                  </a:cubicBezTo>
                  <a:cubicBezTo>
                    <a:pt x="387" y="915"/>
                    <a:pt x="384" y="918"/>
                    <a:pt x="380" y="924"/>
                  </a:cubicBezTo>
                  <a:cubicBezTo>
                    <a:pt x="380" y="924"/>
                    <a:pt x="380" y="924"/>
                    <a:pt x="380" y="924"/>
                  </a:cubicBezTo>
                  <a:cubicBezTo>
                    <a:pt x="380" y="924"/>
                    <a:pt x="380" y="924"/>
                    <a:pt x="380" y="924"/>
                  </a:cubicBezTo>
                  <a:cubicBezTo>
                    <a:pt x="377" y="928"/>
                    <a:pt x="375" y="930"/>
                    <a:pt x="374" y="931"/>
                  </a:cubicBezTo>
                  <a:cubicBezTo>
                    <a:pt x="373" y="932"/>
                    <a:pt x="372" y="932"/>
                    <a:pt x="371" y="932"/>
                  </a:cubicBezTo>
                  <a:cubicBezTo>
                    <a:pt x="370" y="932"/>
                    <a:pt x="368" y="932"/>
                    <a:pt x="366" y="933"/>
                  </a:cubicBezTo>
                  <a:cubicBezTo>
                    <a:pt x="364" y="933"/>
                    <a:pt x="361" y="935"/>
                    <a:pt x="358" y="938"/>
                  </a:cubicBezTo>
                  <a:cubicBezTo>
                    <a:pt x="358" y="938"/>
                    <a:pt x="358" y="938"/>
                    <a:pt x="358" y="938"/>
                  </a:cubicBezTo>
                  <a:cubicBezTo>
                    <a:pt x="356" y="941"/>
                    <a:pt x="353" y="942"/>
                    <a:pt x="350" y="942"/>
                  </a:cubicBezTo>
                  <a:cubicBezTo>
                    <a:pt x="347" y="942"/>
                    <a:pt x="344" y="941"/>
                    <a:pt x="340" y="940"/>
                  </a:cubicBezTo>
                  <a:cubicBezTo>
                    <a:pt x="337" y="938"/>
                    <a:pt x="334" y="936"/>
                    <a:pt x="331" y="935"/>
                  </a:cubicBezTo>
                  <a:cubicBezTo>
                    <a:pt x="322" y="930"/>
                    <a:pt x="312" y="924"/>
                    <a:pt x="296" y="912"/>
                  </a:cubicBezTo>
                  <a:cubicBezTo>
                    <a:pt x="296" y="912"/>
                    <a:pt x="296" y="912"/>
                    <a:pt x="296" y="912"/>
                  </a:cubicBezTo>
                  <a:cubicBezTo>
                    <a:pt x="288" y="906"/>
                    <a:pt x="284" y="902"/>
                    <a:pt x="280" y="897"/>
                  </a:cubicBezTo>
                  <a:cubicBezTo>
                    <a:pt x="275" y="893"/>
                    <a:pt x="272" y="888"/>
                    <a:pt x="266" y="883"/>
                  </a:cubicBezTo>
                  <a:cubicBezTo>
                    <a:pt x="253" y="873"/>
                    <a:pt x="231" y="866"/>
                    <a:pt x="208" y="857"/>
                  </a:cubicBezTo>
                  <a:cubicBezTo>
                    <a:pt x="196" y="853"/>
                    <a:pt x="188" y="847"/>
                    <a:pt x="180" y="841"/>
                  </a:cubicBezTo>
                  <a:cubicBezTo>
                    <a:pt x="173" y="834"/>
                    <a:pt x="166" y="828"/>
                    <a:pt x="157" y="822"/>
                  </a:cubicBezTo>
                  <a:cubicBezTo>
                    <a:pt x="151" y="818"/>
                    <a:pt x="147" y="815"/>
                    <a:pt x="144" y="814"/>
                  </a:cubicBezTo>
                  <a:cubicBezTo>
                    <a:pt x="141" y="813"/>
                    <a:pt x="138" y="812"/>
                    <a:pt x="135" y="812"/>
                  </a:cubicBezTo>
                  <a:cubicBezTo>
                    <a:pt x="133" y="812"/>
                    <a:pt x="131" y="812"/>
                    <a:pt x="129" y="812"/>
                  </a:cubicBezTo>
                  <a:cubicBezTo>
                    <a:pt x="128" y="812"/>
                    <a:pt x="127" y="812"/>
                    <a:pt x="125" y="812"/>
                  </a:cubicBezTo>
                  <a:cubicBezTo>
                    <a:pt x="118" y="812"/>
                    <a:pt x="113" y="811"/>
                    <a:pt x="106" y="809"/>
                  </a:cubicBezTo>
                  <a:cubicBezTo>
                    <a:pt x="99" y="807"/>
                    <a:pt x="91" y="805"/>
                    <a:pt x="80" y="805"/>
                  </a:cubicBezTo>
                  <a:cubicBezTo>
                    <a:pt x="74" y="805"/>
                    <a:pt x="70" y="805"/>
                    <a:pt x="67" y="803"/>
                  </a:cubicBezTo>
                  <a:cubicBezTo>
                    <a:pt x="63" y="801"/>
                    <a:pt x="60" y="798"/>
                    <a:pt x="57" y="794"/>
                  </a:cubicBezTo>
                  <a:cubicBezTo>
                    <a:pt x="54" y="790"/>
                    <a:pt x="51" y="785"/>
                    <a:pt x="48" y="779"/>
                  </a:cubicBezTo>
                  <a:cubicBezTo>
                    <a:pt x="43" y="772"/>
                    <a:pt x="37" y="767"/>
                    <a:pt x="31" y="764"/>
                  </a:cubicBezTo>
                  <a:cubicBezTo>
                    <a:pt x="24" y="761"/>
                    <a:pt x="18" y="759"/>
                    <a:pt x="12" y="758"/>
                  </a:cubicBezTo>
                  <a:cubicBezTo>
                    <a:pt x="11" y="758"/>
                    <a:pt x="11" y="758"/>
                    <a:pt x="10" y="757"/>
                  </a:cubicBezTo>
                  <a:cubicBezTo>
                    <a:pt x="9" y="756"/>
                    <a:pt x="8" y="754"/>
                    <a:pt x="8" y="752"/>
                  </a:cubicBezTo>
                  <a:cubicBezTo>
                    <a:pt x="5" y="744"/>
                    <a:pt x="5" y="729"/>
                    <a:pt x="5" y="715"/>
                  </a:cubicBezTo>
                  <a:cubicBezTo>
                    <a:pt x="5" y="706"/>
                    <a:pt x="5" y="696"/>
                    <a:pt x="5" y="688"/>
                  </a:cubicBezTo>
                  <a:cubicBezTo>
                    <a:pt x="5" y="684"/>
                    <a:pt x="5" y="682"/>
                    <a:pt x="5" y="679"/>
                  </a:cubicBezTo>
                  <a:cubicBezTo>
                    <a:pt x="4" y="673"/>
                    <a:pt x="4" y="669"/>
                    <a:pt x="4" y="667"/>
                  </a:cubicBezTo>
                  <a:cubicBezTo>
                    <a:pt x="4" y="665"/>
                    <a:pt x="4" y="664"/>
                    <a:pt x="5" y="663"/>
                  </a:cubicBezTo>
                  <a:cubicBezTo>
                    <a:pt x="6" y="661"/>
                    <a:pt x="7" y="659"/>
                    <a:pt x="9" y="655"/>
                  </a:cubicBezTo>
                  <a:cubicBezTo>
                    <a:pt x="10" y="651"/>
                    <a:pt x="11" y="648"/>
                    <a:pt x="11" y="645"/>
                  </a:cubicBezTo>
                  <a:cubicBezTo>
                    <a:pt x="11" y="640"/>
                    <a:pt x="10" y="635"/>
                    <a:pt x="8" y="628"/>
                  </a:cubicBezTo>
                  <a:cubicBezTo>
                    <a:pt x="7" y="621"/>
                    <a:pt x="5" y="613"/>
                    <a:pt x="4" y="602"/>
                  </a:cubicBezTo>
                  <a:cubicBezTo>
                    <a:pt x="4" y="598"/>
                    <a:pt x="4" y="596"/>
                    <a:pt x="4" y="593"/>
                  </a:cubicBezTo>
                  <a:cubicBezTo>
                    <a:pt x="4" y="582"/>
                    <a:pt x="6" y="576"/>
                    <a:pt x="8" y="572"/>
                  </a:cubicBezTo>
                  <a:cubicBezTo>
                    <a:pt x="10" y="568"/>
                    <a:pt x="14" y="564"/>
                    <a:pt x="17" y="558"/>
                  </a:cubicBezTo>
                  <a:cubicBezTo>
                    <a:pt x="21" y="551"/>
                    <a:pt x="22" y="543"/>
                    <a:pt x="22" y="534"/>
                  </a:cubicBezTo>
                  <a:cubicBezTo>
                    <a:pt x="22" y="527"/>
                    <a:pt x="22" y="519"/>
                    <a:pt x="21" y="510"/>
                  </a:cubicBezTo>
                  <a:cubicBezTo>
                    <a:pt x="21" y="508"/>
                    <a:pt x="21" y="506"/>
                    <a:pt x="21" y="504"/>
                  </a:cubicBezTo>
                  <a:cubicBezTo>
                    <a:pt x="21" y="496"/>
                    <a:pt x="22" y="491"/>
                    <a:pt x="23" y="486"/>
                  </a:cubicBezTo>
                  <a:cubicBezTo>
                    <a:pt x="24" y="481"/>
                    <a:pt x="26" y="477"/>
                    <a:pt x="27" y="470"/>
                  </a:cubicBezTo>
                  <a:cubicBezTo>
                    <a:pt x="29" y="464"/>
                    <a:pt x="29" y="461"/>
                    <a:pt x="29" y="457"/>
                  </a:cubicBezTo>
                  <a:cubicBezTo>
                    <a:pt x="29" y="454"/>
                    <a:pt x="29" y="452"/>
                    <a:pt x="28" y="448"/>
                  </a:cubicBezTo>
                  <a:cubicBezTo>
                    <a:pt x="27" y="445"/>
                    <a:pt x="25" y="441"/>
                    <a:pt x="23" y="436"/>
                  </a:cubicBezTo>
                  <a:cubicBezTo>
                    <a:pt x="22" y="433"/>
                    <a:pt x="21" y="431"/>
                    <a:pt x="21" y="429"/>
                  </a:cubicBezTo>
                  <a:cubicBezTo>
                    <a:pt x="21" y="427"/>
                    <a:pt x="22" y="425"/>
                    <a:pt x="23" y="423"/>
                  </a:cubicBezTo>
                  <a:cubicBezTo>
                    <a:pt x="24" y="421"/>
                    <a:pt x="27" y="419"/>
                    <a:pt x="29" y="418"/>
                  </a:cubicBezTo>
                  <a:cubicBezTo>
                    <a:pt x="31" y="416"/>
                    <a:pt x="34" y="414"/>
                    <a:pt x="36" y="412"/>
                  </a:cubicBezTo>
                  <a:cubicBezTo>
                    <a:pt x="37" y="410"/>
                    <a:pt x="38" y="408"/>
                    <a:pt x="38" y="406"/>
                  </a:cubicBezTo>
                  <a:cubicBezTo>
                    <a:pt x="38" y="405"/>
                    <a:pt x="38" y="404"/>
                    <a:pt x="37" y="403"/>
                  </a:cubicBezTo>
                  <a:cubicBezTo>
                    <a:pt x="36" y="402"/>
                    <a:pt x="35" y="401"/>
                    <a:pt x="34" y="400"/>
                  </a:cubicBezTo>
                  <a:cubicBezTo>
                    <a:pt x="33" y="398"/>
                    <a:pt x="31" y="397"/>
                    <a:pt x="29" y="396"/>
                  </a:cubicBezTo>
                  <a:cubicBezTo>
                    <a:pt x="28" y="395"/>
                    <a:pt x="27" y="393"/>
                    <a:pt x="26" y="391"/>
                  </a:cubicBezTo>
                  <a:cubicBezTo>
                    <a:pt x="24" y="386"/>
                    <a:pt x="24" y="377"/>
                    <a:pt x="20" y="369"/>
                  </a:cubicBezTo>
                  <a:cubicBezTo>
                    <a:pt x="19" y="367"/>
                    <a:pt x="18" y="366"/>
                    <a:pt x="18" y="365"/>
                  </a:cubicBezTo>
                  <a:cubicBezTo>
                    <a:pt x="18" y="363"/>
                    <a:pt x="19" y="362"/>
                    <a:pt x="19" y="361"/>
                  </a:cubicBezTo>
                  <a:cubicBezTo>
                    <a:pt x="20" y="359"/>
                    <a:pt x="22" y="357"/>
                    <a:pt x="24" y="355"/>
                  </a:cubicBezTo>
                  <a:cubicBezTo>
                    <a:pt x="27" y="353"/>
                    <a:pt x="29" y="351"/>
                    <a:pt x="32" y="348"/>
                  </a:cubicBezTo>
                  <a:cubicBezTo>
                    <a:pt x="34" y="345"/>
                    <a:pt x="36" y="342"/>
                    <a:pt x="36" y="340"/>
                  </a:cubicBezTo>
                  <a:cubicBezTo>
                    <a:pt x="36" y="337"/>
                    <a:pt x="34" y="334"/>
                    <a:pt x="33" y="332"/>
                  </a:cubicBezTo>
                  <a:cubicBezTo>
                    <a:pt x="33" y="330"/>
                    <a:pt x="32" y="328"/>
                    <a:pt x="31" y="325"/>
                  </a:cubicBezTo>
                  <a:cubicBezTo>
                    <a:pt x="31" y="324"/>
                    <a:pt x="31" y="324"/>
                    <a:pt x="31" y="324"/>
                  </a:cubicBezTo>
                  <a:cubicBezTo>
                    <a:pt x="31" y="320"/>
                    <a:pt x="32" y="317"/>
                    <a:pt x="34" y="314"/>
                  </a:cubicBezTo>
                  <a:cubicBezTo>
                    <a:pt x="35" y="310"/>
                    <a:pt x="37" y="307"/>
                    <a:pt x="38" y="302"/>
                  </a:cubicBezTo>
                  <a:cubicBezTo>
                    <a:pt x="38" y="300"/>
                    <a:pt x="39" y="298"/>
                    <a:pt x="39" y="296"/>
                  </a:cubicBezTo>
                  <a:cubicBezTo>
                    <a:pt x="39" y="293"/>
                    <a:pt x="38" y="290"/>
                    <a:pt x="37" y="287"/>
                  </a:cubicBezTo>
                  <a:cubicBezTo>
                    <a:pt x="36" y="285"/>
                    <a:pt x="34" y="282"/>
                    <a:pt x="32" y="277"/>
                  </a:cubicBezTo>
                  <a:cubicBezTo>
                    <a:pt x="30" y="273"/>
                    <a:pt x="29" y="271"/>
                    <a:pt x="29" y="268"/>
                  </a:cubicBezTo>
                  <a:cubicBezTo>
                    <a:pt x="29" y="266"/>
                    <a:pt x="30" y="264"/>
                    <a:pt x="31" y="261"/>
                  </a:cubicBezTo>
                  <a:cubicBezTo>
                    <a:pt x="32" y="258"/>
                    <a:pt x="33" y="255"/>
                    <a:pt x="34" y="251"/>
                  </a:cubicBezTo>
                  <a:cubicBezTo>
                    <a:pt x="39" y="239"/>
                    <a:pt x="45" y="221"/>
                    <a:pt x="52" y="181"/>
                  </a:cubicBezTo>
                  <a:cubicBezTo>
                    <a:pt x="56" y="161"/>
                    <a:pt x="56" y="153"/>
                    <a:pt x="58" y="146"/>
                  </a:cubicBezTo>
                  <a:cubicBezTo>
                    <a:pt x="60" y="138"/>
                    <a:pt x="63" y="130"/>
                    <a:pt x="74" y="109"/>
                  </a:cubicBezTo>
                  <a:cubicBezTo>
                    <a:pt x="85" y="88"/>
                    <a:pt x="97" y="76"/>
                    <a:pt x="107" y="69"/>
                  </a:cubicBezTo>
                  <a:cubicBezTo>
                    <a:pt x="118" y="61"/>
                    <a:pt x="126" y="58"/>
                    <a:pt x="132" y="55"/>
                  </a:cubicBezTo>
                  <a:cubicBezTo>
                    <a:pt x="137" y="53"/>
                    <a:pt x="144" y="51"/>
                    <a:pt x="151" y="49"/>
                  </a:cubicBezTo>
                  <a:cubicBezTo>
                    <a:pt x="158" y="47"/>
                    <a:pt x="164" y="46"/>
                    <a:pt x="169" y="44"/>
                  </a:cubicBezTo>
                  <a:cubicBezTo>
                    <a:pt x="171" y="43"/>
                    <a:pt x="174" y="42"/>
                    <a:pt x="177" y="42"/>
                  </a:cubicBezTo>
                  <a:cubicBezTo>
                    <a:pt x="182" y="42"/>
                    <a:pt x="187" y="44"/>
                    <a:pt x="194" y="47"/>
                  </a:cubicBezTo>
                  <a:cubicBezTo>
                    <a:pt x="242" y="72"/>
                    <a:pt x="288" y="81"/>
                    <a:pt x="288" y="81"/>
                  </a:cubicBezTo>
                  <a:cubicBezTo>
                    <a:pt x="289" y="79"/>
                    <a:pt x="289" y="79"/>
                    <a:pt x="289" y="79"/>
                  </a:cubicBezTo>
                  <a:cubicBezTo>
                    <a:pt x="287" y="80"/>
                    <a:pt x="287" y="80"/>
                    <a:pt x="287" y="80"/>
                  </a:cubicBezTo>
                  <a:cubicBezTo>
                    <a:pt x="304" y="137"/>
                    <a:pt x="338" y="173"/>
                    <a:pt x="376" y="194"/>
                  </a:cubicBezTo>
                  <a:cubicBezTo>
                    <a:pt x="413" y="216"/>
                    <a:pt x="455" y="223"/>
                    <a:pt x="488" y="223"/>
                  </a:cubicBezTo>
                  <a:cubicBezTo>
                    <a:pt x="491" y="223"/>
                    <a:pt x="493" y="223"/>
                    <a:pt x="496" y="223"/>
                  </a:cubicBezTo>
                  <a:cubicBezTo>
                    <a:pt x="529" y="222"/>
                    <a:pt x="557" y="205"/>
                    <a:pt x="578" y="183"/>
                  </a:cubicBezTo>
                  <a:cubicBezTo>
                    <a:pt x="599" y="161"/>
                    <a:pt x="615" y="133"/>
                    <a:pt x="624" y="111"/>
                  </a:cubicBezTo>
                  <a:cubicBezTo>
                    <a:pt x="629" y="98"/>
                    <a:pt x="631" y="84"/>
                    <a:pt x="631" y="72"/>
                  </a:cubicBezTo>
                  <a:cubicBezTo>
                    <a:pt x="631" y="43"/>
                    <a:pt x="621" y="21"/>
                    <a:pt x="621" y="21"/>
                  </a:cubicBezTo>
                  <a:cubicBezTo>
                    <a:pt x="619" y="22"/>
                    <a:pt x="619" y="22"/>
                    <a:pt x="619" y="22"/>
                  </a:cubicBezTo>
                  <a:cubicBezTo>
                    <a:pt x="619" y="24"/>
                    <a:pt x="619" y="24"/>
                    <a:pt x="619" y="24"/>
                  </a:cubicBezTo>
                  <a:cubicBezTo>
                    <a:pt x="642" y="19"/>
                    <a:pt x="677" y="4"/>
                    <a:pt x="720" y="4"/>
                  </a:cubicBezTo>
                  <a:cubicBezTo>
                    <a:pt x="734" y="4"/>
                    <a:pt x="748" y="5"/>
                    <a:pt x="763" y="9"/>
                  </a:cubicBezTo>
                  <a:cubicBezTo>
                    <a:pt x="778" y="13"/>
                    <a:pt x="794" y="23"/>
                    <a:pt x="808" y="36"/>
                  </a:cubicBezTo>
                  <a:cubicBezTo>
                    <a:pt x="829" y="55"/>
                    <a:pt x="848" y="82"/>
                    <a:pt x="864" y="107"/>
                  </a:cubicBezTo>
                  <a:cubicBezTo>
                    <a:pt x="880" y="132"/>
                    <a:pt x="893" y="156"/>
                    <a:pt x="900" y="168"/>
                  </a:cubicBezTo>
                  <a:cubicBezTo>
                    <a:pt x="911" y="184"/>
                    <a:pt x="918" y="208"/>
                    <a:pt x="923" y="230"/>
                  </a:cubicBezTo>
                  <a:cubicBezTo>
                    <a:pt x="926" y="241"/>
                    <a:pt x="928" y="252"/>
                    <a:pt x="930" y="261"/>
                  </a:cubicBezTo>
                  <a:cubicBezTo>
                    <a:pt x="932" y="270"/>
                    <a:pt x="933" y="277"/>
                    <a:pt x="935" y="282"/>
                  </a:cubicBezTo>
                  <a:cubicBezTo>
                    <a:pt x="941" y="301"/>
                    <a:pt x="944" y="325"/>
                    <a:pt x="957" y="349"/>
                  </a:cubicBezTo>
                  <a:cubicBezTo>
                    <a:pt x="970" y="372"/>
                    <a:pt x="973" y="397"/>
                    <a:pt x="983" y="425"/>
                  </a:cubicBezTo>
                  <a:cubicBezTo>
                    <a:pt x="988" y="440"/>
                    <a:pt x="993" y="445"/>
                    <a:pt x="997" y="450"/>
                  </a:cubicBezTo>
                  <a:cubicBezTo>
                    <a:pt x="999" y="453"/>
                    <a:pt x="1001" y="456"/>
                    <a:pt x="1002" y="460"/>
                  </a:cubicBezTo>
                  <a:cubicBezTo>
                    <a:pt x="1004" y="465"/>
                    <a:pt x="1006" y="471"/>
                    <a:pt x="1007" y="480"/>
                  </a:cubicBezTo>
                  <a:cubicBezTo>
                    <a:pt x="1009" y="489"/>
                    <a:pt x="1010" y="495"/>
                    <a:pt x="1012" y="500"/>
                  </a:cubicBezTo>
                  <a:cubicBezTo>
                    <a:pt x="1015" y="507"/>
                    <a:pt x="1019" y="511"/>
                    <a:pt x="1023" y="512"/>
                  </a:cubicBezTo>
                  <a:cubicBezTo>
                    <a:pt x="1027" y="514"/>
                    <a:pt x="1030" y="515"/>
                    <a:pt x="1033" y="517"/>
                  </a:cubicBezTo>
                  <a:cubicBezTo>
                    <a:pt x="1037" y="519"/>
                    <a:pt x="1039" y="520"/>
                    <a:pt x="1040" y="520"/>
                  </a:cubicBezTo>
                  <a:cubicBezTo>
                    <a:pt x="1041" y="521"/>
                    <a:pt x="1041" y="521"/>
                    <a:pt x="1041" y="521"/>
                  </a:cubicBezTo>
                  <a:cubicBezTo>
                    <a:pt x="1041" y="521"/>
                    <a:pt x="1041" y="521"/>
                    <a:pt x="1041" y="521"/>
                  </a:cubicBezTo>
                  <a:cubicBezTo>
                    <a:pt x="1041" y="521"/>
                    <a:pt x="1041" y="521"/>
                    <a:pt x="1041" y="521"/>
                  </a:cubicBezTo>
                  <a:cubicBezTo>
                    <a:pt x="1041" y="522"/>
                    <a:pt x="1041" y="524"/>
                    <a:pt x="1040" y="527"/>
                  </a:cubicBezTo>
                  <a:cubicBezTo>
                    <a:pt x="1040" y="529"/>
                    <a:pt x="1040" y="531"/>
                    <a:pt x="1040" y="532"/>
                  </a:cubicBezTo>
                  <a:cubicBezTo>
                    <a:pt x="1040" y="533"/>
                    <a:pt x="1040" y="534"/>
                    <a:pt x="1040" y="535"/>
                  </a:cubicBezTo>
                  <a:cubicBezTo>
                    <a:pt x="1041" y="537"/>
                    <a:pt x="1041" y="537"/>
                    <a:pt x="1042" y="539"/>
                  </a:cubicBezTo>
                  <a:cubicBezTo>
                    <a:pt x="1042" y="540"/>
                    <a:pt x="1043" y="542"/>
                    <a:pt x="1043" y="545"/>
                  </a:cubicBezTo>
                  <a:cubicBezTo>
                    <a:pt x="1043" y="548"/>
                    <a:pt x="1044" y="550"/>
                    <a:pt x="1044" y="551"/>
                  </a:cubicBezTo>
                  <a:cubicBezTo>
                    <a:pt x="1044" y="555"/>
                    <a:pt x="1043" y="559"/>
                    <a:pt x="1042" y="563"/>
                  </a:cubicBezTo>
                  <a:cubicBezTo>
                    <a:pt x="1041" y="566"/>
                    <a:pt x="1040" y="571"/>
                    <a:pt x="1040" y="577"/>
                  </a:cubicBezTo>
                  <a:cubicBezTo>
                    <a:pt x="1039" y="578"/>
                    <a:pt x="1039" y="580"/>
                    <a:pt x="1039" y="581"/>
                  </a:cubicBezTo>
                  <a:cubicBezTo>
                    <a:pt x="1039" y="582"/>
                    <a:pt x="1039" y="583"/>
                    <a:pt x="1040" y="584"/>
                  </a:cubicBezTo>
                  <a:cubicBezTo>
                    <a:pt x="1040" y="585"/>
                    <a:pt x="1040" y="586"/>
                    <a:pt x="1041" y="586"/>
                  </a:cubicBezTo>
                  <a:cubicBezTo>
                    <a:pt x="1042" y="587"/>
                    <a:pt x="1043" y="587"/>
                    <a:pt x="1044" y="588"/>
                  </a:cubicBezTo>
                  <a:cubicBezTo>
                    <a:pt x="1045" y="588"/>
                    <a:pt x="1047" y="588"/>
                    <a:pt x="1048" y="588"/>
                  </a:cubicBezTo>
                  <a:cubicBezTo>
                    <a:pt x="1049" y="589"/>
                    <a:pt x="1050" y="589"/>
                    <a:pt x="1051" y="591"/>
                  </a:cubicBezTo>
                  <a:cubicBezTo>
                    <a:pt x="1054" y="595"/>
                    <a:pt x="1055" y="597"/>
                    <a:pt x="1056" y="600"/>
                  </a:cubicBezTo>
                  <a:cubicBezTo>
                    <a:pt x="1056" y="604"/>
                    <a:pt x="1058" y="608"/>
                    <a:pt x="1062" y="614"/>
                  </a:cubicBezTo>
                  <a:cubicBezTo>
                    <a:pt x="1066" y="620"/>
                    <a:pt x="1067" y="625"/>
                    <a:pt x="1067" y="632"/>
                  </a:cubicBezTo>
                  <a:cubicBezTo>
                    <a:pt x="1067" y="640"/>
                    <a:pt x="1066" y="650"/>
                    <a:pt x="1065" y="662"/>
                  </a:cubicBezTo>
                  <a:cubicBezTo>
                    <a:pt x="1065" y="666"/>
                    <a:pt x="1064" y="669"/>
                    <a:pt x="1064" y="671"/>
                  </a:cubicBezTo>
                  <a:cubicBezTo>
                    <a:pt x="1064" y="674"/>
                    <a:pt x="1065" y="676"/>
                    <a:pt x="1065" y="678"/>
                  </a:cubicBezTo>
                  <a:cubicBezTo>
                    <a:pt x="1066" y="679"/>
                    <a:pt x="1066" y="681"/>
                    <a:pt x="1067" y="681"/>
                  </a:cubicBezTo>
                  <a:cubicBezTo>
                    <a:pt x="1069" y="683"/>
                    <a:pt x="1070" y="683"/>
                    <a:pt x="1072" y="685"/>
                  </a:cubicBezTo>
                  <a:cubicBezTo>
                    <a:pt x="1074" y="686"/>
                    <a:pt x="1076" y="688"/>
                    <a:pt x="1079" y="691"/>
                  </a:cubicBezTo>
                  <a:cubicBezTo>
                    <a:pt x="1082" y="694"/>
                    <a:pt x="1083" y="697"/>
                    <a:pt x="1083" y="699"/>
                  </a:cubicBezTo>
                  <a:cubicBezTo>
                    <a:pt x="1083" y="701"/>
                    <a:pt x="1083" y="703"/>
                    <a:pt x="1081" y="705"/>
                  </a:cubicBezTo>
                  <a:cubicBezTo>
                    <a:pt x="1078" y="712"/>
                    <a:pt x="1070" y="721"/>
                    <a:pt x="1064" y="737"/>
                  </a:cubicBezTo>
                  <a:cubicBezTo>
                    <a:pt x="1060" y="750"/>
                    <a:pt x="1058" y="755"/>
                    <a:pt x="1058" y="757"/>
                  </a:cubicBezTo>
                  <a:cubicBezTo>
                    <a:pt x="1058" y="758"/>
                    <a:pt x="1057" y="759"/>
                    <a:pt x="1057" y="760"/>
                  </a:cubicBezTo>
                  <a:cubicBezTo>
                    <a:pt x="1057" y="761"/>
                    <a:pt x="1056" y="762"/>
                    <a:pt x="1055" y="765"/>
                  </a:cubicBezTo>
                  <a:cubicBezTo>
                    <a:pt x="1053" y="769"/>
                    <a:pt x="1051" y="773"/>
                    <a:pt x="1051" y="776"/>
                  </a:cubicBezTo>
                  <a:cubicBezTo>
                    <a:pt x="1051" y="779"/>
                    <a:pt x="1052" y="781"/>
                    <a:pt x="1052" y="783"/>
                  </a:cubicBezTo>
                  <a:cubicBezTo>
                    <a:pt x="1053" y="786"/>
                    <a:pt x="1055" y="789"/>
                    <a:pt x="1056" y="792"/>
                  </a:cubicBezTo>
                  <a:lnTo>
                    <a:pt x="1058" y="791"/>
                  </a:lnTo>
                  <a:close/>
                  <a:moveTo>
                    <a:pt x="257" y="697"/>
                  </a:moveTo>
                  <a:cubicBezTo>
                    <a:pt x="257" y="695"/>
                    <a:pt x="257" y="695"/>
                    <a:pt x="257" y="695"/>
                  </a:cubicBezTo>
                  <a:cubicBezTo>
                    <a:pt x="257" y="695"/>
                    <a:pt x="245" y="695"/>
                    <a:pt x="238" y="695"/>
                  </a:cubicBezTo>
                  <a:cubicBezTo>
                    <a:pt x="237" y="695"/>
                    <a:pt x="237" y="695"/>
                    <a:pt x="237" y="694"/>
                  </a:cubicBezTo>
                  <a:cubicBezTo>
                    <a:pt x="236" y="694"/>
                    <a:pt x="236" y="694"/>
                    <a:pt x="236" y="693"/>
                  </a:cubicBezTo>
                  <a:cubicBezTo>
                    <a:pt x="236" y="692"/>
                    <a:pt x="235" y="691"/>
                    <a:pt x="235" y="690"/>
                  </a:cubicBezTo>
                  <a:cubicBezTo>
                    <a:pt x="235" y="688"/>
                    <a:pt x="236" y="686"/>
                    <a:pt x="236" y="684"/>
                  </a:cubicBezTo>
                  <a:cubicBezTo>
                    <a:pt x="236" y="683"/>
                    <a:pt x="236" y="682"/>
                    <a:pt x="235" y="681"/>
                  </a:cubicBezTo>
                  <a:cubicBezTo>
                    <a:pt x="235" y="681"/>
                    <a:pt x="235" y="680"/>
                    <a:pt x="234" y="679"/>
                  </a:cubicBezTo>
                  <a:cubicBezTo>
                    <a:pt x="234" y="679"/>
                    <a:pt x="234" y="679"/>
                    <a:pt x="234" y="679"/>
                  </a:cubicBezTo>
                  <a:cubicBezTo>
                    <a:pt x="234" y="679"/>
                    <a:pt x="234" y="679"/>
                    <a:pt x="234" y="679"/>
                  </a:cubicBezTo>
                  <a:cubicBezTo>
                    <a:pt x="234" y="678"/>
                    <a:pt x="232" y="677"/>
                    <a:pt x="231" y="676"/>
                  </a:cubicBezTo>
                  <a:cubicBezTo>
                    <a:pt x="226" y="673"/>
                    <a:pt x="218" y="671"/>
                    <a:pt x="210" y="670"/>
                  </a:cubicBezTo>
                  <a:cubicBezTo>
                    <a:pt x="207" y="669"/>
                    <a:pt x="206" y="668"/>
                    <a:pt x="204" y="667"/>
                  </a:cubicBezTo>
                  <a:cubicBezTo>
                    <a:pt x="202" y="666"/>
                    <a:pt x="201" y="663"/>
                    <a:pt x="199" y="660"/>
                  </a:cubicBezTo>
                  <a:cubicBezTo>
                    <a:pt x="197" y="657"/>
                    <a:pt x="194" y="653"/>
                    <a:pt x="189" y="650"/>
                  </a:cubicBezTo>
                  <a:cubicBezTo>
                    <a:pt x="187" y="648"/>
                    <a:pt x="186" y="647"/>
                    <a:pt x="185" y="646"/>
                  </a:cubicBezTo>
                  <a:cubicBezTo>
                    <a:pt x="185" y="646"/>
                    <a:pt x="184" y="645"/>
                    <a:pt x="184" y="645"/>
                  </a:cubicBezTo>
                  <a:cubicBezTo>
                    <a:pt x="184" y="645"/>
                    <a:pt x="184" y="645"/>
                    <a:pt x="184" y="645"/>
                  </a:cubicBezTo>
                  <a:cubicBezTo>
                    <a:pt x="184" y="645"/>
                    <a:pt x="184" y="645"/>
                    <a:pt x="184" y="645"/>
                  </a:cubicBezTo>
                  <a:cubicBezTo>
                    <a:pt x="184" y="645"/>
                    <a:pt x="184" y="645"/>
                    <a:pt x="184" y="645"/>
                  </a:cubicBezTo>
                  <a:cubicBezTo>
                    <a:pt x="184" y="645"/>
                    <a:pt x="184" y="645"/>
                    <a:pt x="184" y="645"/>
                  </a:cubicBezTo>
                  <a:cubicBezTo>
                    <a:pt x="184" y="645"/>
                    <a:pt x="184" y="645"/>
                    <a:pt x="184" y="645"/>
                  </a:cubicBezTo>
                  <a:cubicBezTo>
                    <a:pt x="184" y="645"/>
                    <a:pt x="184" y="645"/>
                    <a:pt x="184" y="645"/>
                  </a:cubicBezTo>
                  <a:cubicBezTo>
                    <a:pt x="184" y="645"/>
                    <a:pt x="184" y="645"/>
                    <a:pt x="184" y="645"/>
                  </a:cubicBezTo>
                  <a:cubicBezTo>
                    <a:pt x="184" y="645"/>
                    <a:pt x="184" y="645"/>
                    <a:pt x="184" y="645"/>
                  </a:cubicBezTo>
                  <a:cubicBezTo>
                    <a:pt x="184" y="645"/>
                    <a:pt x="184" y="645"/>
                    <a:pt x="184" y="645"/>
                  </a:cubicBezTo>
                  <a:cubicBezTo>
                    <a:pt x="184" y="645"/>
                    <a:pt x="184" y="645"/>
                    <a:pt x="184" y="645"/>
                  </a:cubicBezTo>
                  <a:cubicBezTo>
                    <a:pt x="184" y="645"/>
                    <a:pt x="184" y="645"/>
                    <a:pt x="184" y="645"/>
                  </a:cubicBezTo>
                  <a:cubicBezTo>
                    <a:pt x="184" y="645"/>
                    <a:pt x="184" y="645"/>
                    <a:pt x="184" y="645"/>
                  </a:cubicBezTo>
                  <a:cubicBezTo>
                    <a:pt x="184" y="645"/>
                    <a:pt x="185" y="645"/>
                    <a:pt x="185" y="644"/>
                  </a:cubicBezTo>
                  <a:cubicBezTo>
                    <a:pt x="186" y="643"/>
                    <a:pt x="188" y="640"/>
                    <a:pt x="189" y="636"/>
                  </a:cubicBezTo>
                  <a:cubicBezTo>
                    <a:pt x="189" y="631"/>
                    <a:pt x="189" y="628"/>
                    <a:pt x="189" y="627"/>
                  </a:cubicBezTo>
                  <a:cubicBezTo>
                    <a:pt x="189" y="625"/>
                    <a:pt x="190" y="624"/>
                    <a:pt x="191" y="621"/>
                  </a:cubicBezTo>
                  <a:cubicBezTo>
                    <a:pt x="192" y="619"/>
                    <a:pt x="192" y="616"/>
                    <a:pt x="192" y="614"/>
                  </a:cubicBezTo>
                  <a:cubicBezTo>
                    <a:pt x="192" y="608"/>
                    <a:pt x="191" y="602"/>
                    <a:pt x="189" y="591"/>
                  </a:cubicBezTo>
                  <a:cubicBezTo>
                    <a:pt x="187" y="575"/>
                    <a:pt x="185" y="557"/>
                    <a:pt x="184" y="540"/>
                  </a:cubicBezTo>
                  <a:cubicBezTo>
                    <a:pt x="183" y="534"/>
                    <a:pt x="183" y="530"/>
                    <a:pt x="183" y="526"/>
                  </a:cubicBezTo>
                  <a:cubicBezTo>
                    <a:pt x="183" y="519"/>
                    <a:pt x="184" y="515"/>
                    <a:pt x="188" y="505"/>
                  </a:cubicBezTo>
                  <a:cubicBezTo>
                    <a:pt x="192" y="497"/>
                    <a:pt x="193" y="489"/>
                    <a:pt x="193" y="482"/>
                  </a:cubicBezTo>
                  <a:cubicBezTo>
                    <a:pt x="193" y="475"/>
                    <a:pt x="192" y="470"/>
                    <a:pt x="192" y="470"/>
                  </a:cubicBezTo>
                  <a:cubicBezTo>
                    <a:pt x="190" y="470"/>
                    <a:pt x="190" y="470"/>
                    <a:pt x="190" y="470"/>
                  </a:cubicBezTo>
                  <a:cubicBezTo>
                    <a:pt x="189" y="472"/>
                    <a:pt x="189" y="472"/>
                    <a:pt x="189" y="472"/>
                  </a:cubicBezTo>
                  <a:cubicBezTo>
                    <a:pt x="189" y="472"/>
                    <a:pt x="190" y="472"/>
                    <a:pt x="191" y="473"/>
                  </a:cubicBezTo>
                  <a:cubicBezTo>
                    <a:pt x="194" y="474"/>
                    <a:pt x="200" y="477"/>
                    <a:pt x="207" y="480"/>
                  </a:cubicBezTo>
                  <a:cubicBezTo>
                    <a:pt x="209" y="481"/>
                    <a:pt x="210" y="483"/>
                    <a:pt x="211" y="485"/>
                  </a:cubicBezTo>
                  <a:cubicBezTo>
                    <a:pt x="212" y="488"/>
                    <a:pt x="213" y="492"/>
                    <a:pt x="214" y="497"/>
                  </a:cubicBezTo>
                  <a:cubicBezTo>
                    <a:pt x="215" y="503"/>
                    <a:pt x="216" y="509"/>
                    <a:pt x="218" y="517"/>
                  </a:cubicBezTo>
                  <a:cubicBezTo>
                    <a:pt x="220" y="527"/>
                    <a:pt x="222" y="531"/>
                    <a:pt x="223" y="535"/>
                  </a:cubicBezTo>
                  <a:cubicBezTo>
                    <a:pt x="225" y="540"/>
                    <a:pt x="226" y="544"/>
                    <a:pt x="229" y="554"/>
                  </a:cubicBezTo>
                  <a:cubicBezTo>
                    <a:pt x="233" y="573"/>
                    <a:pt x="232" y="595"/>
                    <a:pt x="236" y="624"/>
                  </a:cubicBezTo>
                  <a:cubicBezTo>
                    <a:pt x="238" y="638"/>
                    <a:pt x="238" y="645"/>
                    <a:pt x="239" y="650"/>
                  </a:cubicBezTo>
                  <a:cubicBezTo>
                    <a:pt x="239" y="652"/>
                    <a:pt x="240" y="654"/>
                    <a:pt x="242" y="657"/>
                  </a:cubicBezTo>
                  <a:cubicBezTo>
                    <a:pt x="243" y="659"/>
                    <a:pt x="245" y="662"/>
                    <a:pt x="249" y="666"/>
                  </a:cubicBezTo>
                  <a:cubicBezTo>
                    <a:pt x="255" y="674"/>
                    <a:pt x="256" y="682"/>
                    <a:pt x="256" y="688"/>
                  </a:cubicBezTo>
                  <a:cubicBezTo>
                    <a:pt x="256" y="690"/>
                    <a:pt x="256" y="692"/>
                    <a:pt x="256" y="694"/>
                  </a:cubicBezTo>
                  <a:cubicBezTo>
                    <a:pt x="256" y="695"/>
                    <a:pt x="256" y="695"/>
                    <a:pt x="255" y="695"/>
                  </a:cubicBezTo>
                  <a:cubicBezTo>
                    <a:pt x="255" y="696"/>
                    <a:pt x="255" y="696"/>
                    <a:pt x="255" y="696"/>
                  </a:cubicBezTo>
                  <a:cubicBezTo>
                    <a:pt x="255" y="696"/>
                    <a:pt x="255" y="696"/>
                    <a:pt x="255" y="696"/>
                  </a:cubicBezTo>
                  <a:cubicBezTo>
                    <a:pt x="257" y="697"/>
                    <a:pt x="257" y="697"/>
                    <a:pt x="257" y="697"/>
                  </a:cubicBezTo>
                  <a:cubicBezTo>
                    <a:pt x="257" y="695"/>
                    <a:pt x="257" y="695"/>
                    <a:pt x="257" y="695"/>
                  </a:cubicBezTo>
                  <a:cubicBezTo>
                    <a:pt x="257" y="697"/>
                    <a:pt x="257" y="697"/>
                    <a:pt x="257" y="697"/>
                  </a:cubicBezTo>
                  <a:cubicBezTo>
                    <a:pt x="259" y="697"/>
                    <a:pt x="259" y="697"/>
                    <a:pt x="259" y="697"/>
                  </a:cubicBezTo>
                  <a:cubicBezTo>
                    <a:pt x="259" y="697"/>
                    <a:pt x="260" y="693"/>
                    <a:pt x="260" y="688"/>
                  </a:cubicBezTo>
                  <a:cubicBezTo>
                    <a:pt x="260" y="681"/>
                    <a:pt x="259" y="672"/>
                    <a:pt x="252" y="663"/>
                  </a:cubicBezTo>
                  <a:cubicBezTo>
                    <a:pt x="249" y="659"/>
                    <a:pt x="246" y="657"/>
                    <a:pt x="245" y="655"/>
                  </a:cubicBezTo>
                  <a:cubicBezTo>
                    <a:pt x="243" y="651"/>
                    <a:pt x="242" y="649"/>
                    <a:pt x="242" y="645"/>
                  </a:cubicBezTo>
                  <a:cubicBezTo>
                    <a:pt x="241" y="641"/>
                    <a:pt x="241" y="634"/>
                    <a:pt x="240" y="623"/>
                  </a:cubicBezTo>
                  <a:cubicBezTo>
                    <a:pt x="236" y="595"/>
                    <a:pt x="237" y="573"/>
                    <a:pt x="232" y="553"/>
                  </a:cubicBezTo>
                  <a:cubicBezTo>
                    <a:pt x="230" y="543"/>
                    <a:pt x="228" y="538"/>
                    <a:pt x="227" y="534"/>
                  </a:cubicBezTo>
                  <a:cubicBezTo>
                    <a:pt x="225" y="530"/>
                    <a:pt x="224" y="526"/>
                    <a:pt x="221" y="516"/>
                  </a:cubicBezTo>
                  <a:cubicBezTo>
                    <a:pt x="219" y="506"/>
                    <a:pt x="218" y="498"/>
                    <a:pt x="217" y="492"/>
                  </a:cubicBezTo>
                  <a:cubicBezTo>
                    <a:pt x="216" y="488"/>
                    <a:pt x="216" y="485"/>
                    <a:pt x="214" y="483"/>
                  </a:cubicBezTo>
                  <a:cubicBezTo>
                    <a:pt x="213" y="480"/>
                    <a:pt x="211" y="478"/>
                    <a:pt x="209" y="477"/>
                  </a:cubicBezTo>
                  <a:cubicBezTo>
                    <a:pt x="200" y="472"/>
                    <a:pt x="191" y="468"/>
                    <a:pt x="191" y="468"/>
                  </a:cubicBezTo>
                  <a:cubicBezTo>
                    <a:pt x="187" y="467"/>
                    <a:pt x="187" y="467"/>
                    <a:pt x="187" y="467"/>
                  </a:cubicBezTo>
                  <a:cubicBezTo>
                    <a:pt x="188" y="470"/>
                    <a:pt x="188" y="470"/>
                    <a:pt x="188" y="470"/>
                  </a:cubicBezTo>
                  <a:cubicBezTo>
                    <a:pt x="188" y="470"/>
                    <a:pt x="188" y="471"/>
                    <a:pt x="188" y="471"/>
                  </a:cubicBezTo>
                  <a:cubicBezTo>
                    <a:pt x="188" y="473"/>
                    <a:pt x="189" y="477"/>
                    <a:pt x="189" y="482"/>
                  </a:cubicBezTo>
                  <a:cubicBezTo>
                    <a:pt x="189" y="488"/>
                    <a:pt x="188" y="497"/>
                    <a:pt x="185" y="504"/>
                  </a:cubicBezTo>
                  <a:cubicBezTo>
                    <a:pt x="181" y="514"/>
                    <a:pt x="179" y="519"/>
                    <a:pt x="179" y="526"/>
                  </a:cubicBezTo>
                  <a:cubicBezTo>
                    <a:pt x="179" y="530"/>
                    <a:pt x="179" y="534"/>
                    <a:pt x="180" y="540"/>
                  </a:cubicBezTo>
                  <a:cubicBezTo>
                    <a:pt x="181" y="557"/>
                    <a:pt x="183" y="575"/>
                    <a:pt x="185" y="592"/>
                  </a:cubicBezTo>
                  <a:cubicBezTo>
                    <a:pt x="187" y="603"/>
                    <a:pt x="188" y="609"/>
                    <a:pt x="188" y="614"/>
                  </a:cubicBezTo>
                  <a:cubicBezTo>
                    <a:pt x="188" y="616"/>
                    <a:pt x="188" y="618"/>
                    <a:pt x="187" y="620"/>
                  </a:cubicBezTo>
                  <a:cubicBezTo>
                    <a:pt x="186" y="623"/>
                    <a:pt x="185" y="624"/>
                    <a:pt x="185" y="626"/>
                  </a:cubicBezTo>
                  <a:cubicBezTo>
                    <a:pt x="185" y="628"/>
                    <a:pt x="185" y="630"/>
                    <a:pt x="185" y="635"/>
                  </a:cubicBezTo>
                  <a:cubicBezTo>
                    <a:pt x="184" y="638"/>
                    <a:pt x="184" y="640"/>
                    <a:pt x="183" y="641"/>
                  </a:cubicBezTo>
                  <a:cubicBezTo>
                    <a:pt x="182" y="641"/>
                    <a:pt x="182" y="642"/>
                    <a:pt x="181" y="642"/>
                  </a:cubicBezTo>
                  <a:cubicBezTo>
                    <a:pt x="181" y="643"/>
                    <a:pt x="180" y="644"/>
                    <a:pt x="180" y="645"/>
                  </a:cubicBezTo>
                  <a:cubicBezTo>
                    <a:pt x="180" y="646"/>
                    <a:pt x="181" y="646"/>
                    <a:pt x="181" y="647"/>
                  </a:cubicBezTo>
                  <a:cubicBezTo>
                    <a:pt x="182" y="649"/>
                    <a:pt x="184" y="650"/>
                    <a:pt x="187" y="653"/>
                  </a:cubicBezTo>
                  <a:cubicBezTo>
                    <a:pt x="193" y="657"/>
                    <a:pt x="195" y="661"/>
                    <a:pt x="197" y="665"/>
                  </a:cubicBezTo>
                  <a:cubicBezTo>
                    <a:pt x="199" y="667"/>
                    <a:pt x="200" y="669"/>
                    <a:pt x="202" y="670"/>
                  </a:cubicBezTo>
                  <a:cubicBezTo>
                    <a:pt x="204" y="672"/>
                    <a:pt x="206" y="673"/>
                    <a:pt x="209" y="674"/>
                  </a:cubicBezTo>
                  <a:cubicBezTo>
                    <a:pt x="214" y="674"/>
                    <a:pt x="220" y="676"/>
                    <a:pt x="224" y="677"/>
                  </a:cubicBezTo>
                  <a:cubicBezTo>
                    <a:pt x="226" y="678"/>
                    <a:pt x="227" y="679"/>
                    <a:pt x="229" y="679"/>
                  </a:cubicBezTo>
                  <a:cubicBezTo>
                    <a:pt x="230" y="680"/>
                    <a:pt x="231" y="681"/>
                    <a:pt x="231" y="681"/>
                  </a:cubicBezTo>
                  <a:cubicBezTo>
                    <a:pt x="231" y="681"/>
                    <a:pt x="231" y="681"/>
                    <a:pt x="231" y="681"/>
                  </a:cubicBezTo>
                  <a:cubicBezTo>
                    <a:pt x="231" y="681"/>
                    <a:pt x="231" y="681"/>
                    <a:pt x="231" y="681"/>
                  </a:cubicBezTo>
                  <a:cubicBezTo>
                    <a:pt x="231" y="682"/>
                    <a:pt x="231" y="682"/>
                    <a:pt x="231" y="682"/>
                  </a:cubicBezTo>
                  <a:cubicBezTo>
                    <a:pt x="231" y="682"/>
                    <a:pt x="232" y="683"/>
                    <a:pt x="232" y="684"/>
                  </a:cubicBezTo>
                  <a:cubicBezTo>
                    <a:pt x="232" y="686"/>
                    <a:pt x="231" y="688"/>
                    <a:pt x="231" y="690"/>
                  </a:cubicBezTo>
                  <a:cubicBezTo>
                    <a:pt x="231" y="692"/>
                    <a:pt x="232" y="694"/>
                    <a:pt x="232" y="695"/>
                  </a:cubicBezTo>
                  <a:cubicBezTo>
                    <a:pt x="233" y="696"/>
                    <a:pt x="233" y="697"/>
                    <a:pt x="234" y="698"/>
                  </a:cubicBezTo>
                  <a:cubicBezTo>
                    <a:pt x="235" y="698"/>
                    <a:pt x="236" y="699"/>
                    <a:pt x="238" y="699"/>
                  </a:cubicBezTo>
                  <a:cubicBezTo>
                    <a:pt x="245" y="699"/>
                    <a:pt x="257" y="699"/>
                    <a:pt x="257" y="699"/>
                  </a:cubicBezTo>
                  <a:cubicBezTo>
                    <a:pt x="259" y="699"/>
                    <a:pt x="259" y="699"/>
                    <a:pt x="259" y="699"/>
                  </a:cubicBezTo>
                  <a:cubicBezTo>
                    <a:pt x="259" y="697"/>
                    <a:pt x="259" y="697"/>
                    <a:pt x="259" y="697"/>
                  </a:cubicBezTo>
                  <a:lnTo>
                    <a:pt x="257" y="697"/>
                  </a:lnTo>
                  <a:close/>
                  <a:moveTo>
                    <a:pt x="882" y="587"/>
                  </a:moveTo>
                  <a:cubicBezTo>
                    <a:pt x="884" y="586"/>
                    <a:pt x="884" y="586"/>
                    <a:pt x="884" y="586"/>
                  </a:cubicBezTo>
                  <a:cubicBezTo>
                    <a:pt x="883" y="584"/>
                    <a:pt x="882" y="582"/>
                    <a:pt x="880" y="579"/>
                  </a:cubicBezTo>
                  <a:cubicBezTo>
                    <a:pt x="874" y="571"/>
                    <a:pt x="863" y="560"/>
                    <a:pt x="859" y="554"/>
                  </a:cubicBezTo>
                  <a:cubicBezTo>
                    <a:pt x="856" y="551"/>
                    <a:pt x="855" y="549"/>
                    <a:pt x="855" y="547"/>
                  </a:cubicBezTo>
                  <a:cubicBezTo>
                    <a:pt x="855" y="547"/>
                    <a:pt x="855" y="547"/>
                    <a:pt x="855" y="546"/>
                  </a:cubicBezTo>
                  <a:cubicBezTo>
                    <a:pt x="856" y="546"/>
                    <a:pt x="856" y="546"/>
                    <a:pt x="856" y="546"/>
                  </a:cubicBezTo>
                  <a:cubicBezTo>
                    <a:pt x="856" y="546"/>
                    <a:pt x="857" y="546"/>
                    <a:pt x="857" y="546"/>
                  </a:cubicBezTo>
                  <a:cubicBezTo>
                    <a:pt x="857" y="546"/>
                    <a:pt x="857" y="546"/>
                    <a:pt x="857" y="546"/>
                  </a:cubicBezTo>
                  <a:cubicBezTo>
                    <a:pt x="857" y="546"/>
                    <a:pt x="857" y="546"/>
                    <a:pt x="857" y="546"/>
                  </a:cubicBezTo>
                  <a:cubicBezTo>
                    <a:pt x="858" y="547"/>
                    <a:pt x="858" y="547"/>
                    <a:pt x="859" y="547"/>
                  </a:cubicBezTo>
                  <a:cubicBezTo>
                    <a:pt x="861" y="547"/>
                    <a:pt x="862" y="546"/>
                    <a:pt x="863" y="545"/>
                  </a:cubicBezTo>
                  <a:cubicBezTo>
                    <a:pt x="864" y="543"/>
                    <a:pt x="865" y="541"/>
                    <a:pt x="865" y="540"/>
                  </a:cubicBezTo>
                  <a:cubicBezTo>
                    <a:pt x="866" y="538"/>
                    <a:pt x="866" y="537"/>
                    <a:pt x="866" y="537"/>
                  </a:cubicBezTo>
                  <a:cubicBezTo>
                    <a:pt x="864" y="537"/>
                    <a:pt x="864" y="537"/>
                    <a:pt x="864" y="537"/>
                  </a:cubicBezTo>
                  <a:cubicBezTo>
                    <a:pt x="862" y="538"/>
                    <a:pt x="862" y="538"/>
                    <a:pt x="862" y="538"/>
                  </a:cubicBezTo>
                  <a:cubicBezTo>
                    <a:pt x="862" y="538"/>
                    <a:pt x="865" y="543"/>
                    <a:pt x="869" y="550"/>
                  </a:cubicBezTo>
                  <a:cubicBezTo>
                    <a:pt x="873" y="557"/>
                    <a:pt x="878" y="565"/>
                    <a:pt x="883" y="571"/>
                  </a:cubicBezTo>
                  <a:cubicBezTo>
                    <a:pt x="885" y="574"/>
                    <a:pt x="886" y="577"/>
                    <a:pt x="886" y="580"/>
                  </a:cubicBezTo>
                  <a:cubicBezTo>
                    <a:pt x="886" y="582"/>
                    <a:pt x="886" y="584"/>
                    <a:pt x="885" y="585"/>
                  </a:cubicBezTo>
                  <a:cubicBezTo>
                    <a:pt x="885" y="586"/>
                    <a:pt x="884" y="586"/>
                    <a:pt x="884" y="586"/>
                  </a:cubicBezTo>
                  <a:cubicBezTo>
                    <a:pt x="884" y="587"/>
                    <a:pt x="884" y="587"/>
                    <a:pt x="884" y="587"/>
                  </a:cubicBezTo>
                  <a:cubicBezTo>
                    <a:pt x="884" y="587"/>
                    <a:pt x="884" y="587"/>
                    <a:pt x="884" y="587"/>
                  </a:cubicBezTo>
                  <a:cubicBezTo>
                    <a:pt x="884" y="587"/>
                    <a:pt x="884" y="587"/>
                    <a:pt x="884" y="587"/>
                  </a:cubicBezTo>
                  <a:cubicBezTo>
                    <a:pt x="884" y="587"/>
                    <a:pt x="884" y="587"/>
                    <a:pt x="884" y="587"/>
                  </a:cubicBezTo>
                  <a:cubicBezTo>
                    <a:pt x="884" y="587"/>
                    <a:pt x="884" y="587"/>
                    <a:pt x="884" y="587"/>
                  </a:cubicBezTo>
                  <a:cubicBezTo>
                    <a:pt x="884" y="587"/>
                    <a:pt x="884" y="587"/>
                    <a:pt x="884" y="587"/>
                  </a:cubicBezTo>
                  <a:cubicBezTo>
                    <a:pt x="884" y="587"/>
                    <a:pt x="884" y="587"/>
                    <a:pt x="884" y="587"/>
                  </a:cubicBezTo>
                  <a:cubicBezTo>
                    <a:pt x="884" y="587"/>
                    <a:pt x="884" y="587"/>
                    <a:pt x="884" y="587"/>
                  </a:cubicBezTo>
                  <a:cubicBezTo>
                    <a:pt x="884" y="587"/>
                    <a:pt x="884" y="587"/>
                    <a:pt x="884" y="587"/>
                  </a:cubicBezTo>
                  <a:cubicBezTo>
                    <a:pt x="884" y="587"/>
                    <a:pt x="884" y="587"/>
                    <a:pt x="884" y="587"/>
                  </a:cubicBezTo>
                  <a:cubicBezTo>
                    <a:pt x="884" y="587"/>
                    <a:pt x="884" y="587"/>
                    <a:pt x="884" y="587"/>
                  </a:cubicBezTo>
                  <a:cubicBezTo>
                    <a:pt x="884" y="587"/>
                    <a:pt x="884" y="587"/>
                    <a:pt x="884" y="587"/>
                  </a:cubicBezTo>
                  <a:cubicBezTo>
                    <a:pt x="884" y="587"/>
                    <a:pt x="884" y="587"/>
                    <a:pt x="884" y="587"/>
                  </a:cubicBezTo>
                  <a:cubicBezTo>
                    <a:pt x="884" y="586"/>
                    <a:pt x="884" y="586"/>
                    <a:pt x="884" y="586"/>
                  </a:cubicBezTo>
                  <a:cubicBezTo>
                    <a:pt x="882" y="587"/>
                    <a:pt x="882" y="587"/>
                    <a:pt x="882" y="587"/>
                  </a:cubicBezTo>
                  <a:cubicBezTo>
                    <a:pt x="880" y="588"/>
                    <a:pt x="880" y="588"/>
                    <a:pt x="880" y="588"/>
                  </a:cubicBezTo>
                  <a:cubicBezTo>
                    <a:pt x="881" y="588"/>
                    <a:pt x="881" y="589"/>
                    <a:pt x="882" y="590"/>
                  </a:cubicBezTo>
                  <a:cubicBezTo>
                    <a:pt x="882" y="590"/>
                    <a:pt x="883" y="591"/>
                    <a:pt x="884" y="591"/>
                  </a:cubicBezTo>
                  <a:cubicBezTo>
                    <a:pt x="885" y="591"/>
                    <a:pt x="886" y="590"/>
                    <a:pt x="887" y="589"/>
                  </a:cubicBezTo>
                  <a:cubicBezTo>
                    <a:pt x="888" y="588"/>
                    <a:pt x="889" y="587"/>
                    <a:pt x="889" y="586"/>
                  </a:cubicBezTo>
                  <a:cubicBezTo>
                    <a:pt x="890" y="584"/>
                    <a:pt x="890" y="582"/>
                    <a:pt x="890" y="580"/>
                  </a:cubicBezTo>
                  <a:cubicBezTo>
                    <a:pt x="890" y="576"/>
                    <a:pt x="889" y="572"/>
                    <a:pt x="886" y="568"/>
                  </a:cubicBezTo>
                  <a:cubicBezTo>
                    <a:pt x="882" y="563"/>
                    <a:pt x="877" y="555"/>
                    <a:pt x="873" y="548"/>
                  </a:cubicBezTo>
                  <a:cubicBezTo>
                    <a:pt x="871" y="545"/>
                    <a:pt x="869" y="542"/>
                    <a:pt x="868" y="539"/>
                  </a:cubicBezTo>
                  <a:cubicBezTo>
                    <a:pt x="867" y="537"/>
                    <a:pt x="866" y="536"/>
                    <a:pt x="866" y="536"/>
                  </a:cubicBezTo>
                  <a:cubicBezTo>
                    <a:pt x="863" y="531"/>
                    <a:pt x="863" y="531"/>
                    <a:pt x="863" y="531"/>
                  </a:cubicBezTo>
                  <a:cubicBezTo>
                    <a:pt x="862" y="536"/>
                    <a:pt x="862" y="536"/>
                    <a:pt x="862" y="536"/>
                  </a:cubicBezTo>
                  <a:cubicBezTo>
                    <a:pt x="862" y="537"/>
                    <a:pt x="862" y="537"/>
                    <a:pt x="862" y="537"/>
                  </a:cubicBezTo>
                  <a:cubicBezTo>
                    <a:pt x="862" y="537"/>
                    <a:pt x="861" y="539"/>
                    <a:pt x="861" y="541"/>
                  </a:cubicBezTo>
                  <a:cubicBezTo>
                    <a:pt x="860" y="541"/>
                    <a:pt x="860" y="542"/>
                    <a:pt x="860" y="542"/>
                  </a:cubicBezTo>
                  <a:cubicBezTo>
                    <a:pt x="859" y="543"/>
                    <a:pt x="859" y="543"/>
                    <a:pt x="859" y="543"/>
                  </a:cubicBezTo>
                  <a:cubicBezTo>
                    <a:pt x="858" y="543"/>
                    <a:pt x="858" y="543"/>
                    <a:pt x="858" y="543"/>
                  </a:cubicBezTo>
                  <a:cubicBezTo>
                    <a:pt x="859" y="543"/>
                    <a:pt x="859" y="543"/>
                    <a:pt x="859" y="543"/>
                  </a:cubicBezTo>
                  <a:cubicBezTo>
                    <a:pt x="858" y="543"/>
                    <a:pt x="858" y="543"/>
                    <a:pt x="858" y="543"/>
                  </a:cubicBezTo>
                  <a:cubicBezTo>
                    <a:pt x="858" y="542"/>
                    <a:pt x="857" y="542"/>
                    <a:pt x="856" y="542"/>
                  </a:cubicBezTo>
                  <a:cubicBezTo>
                    <a:pt x="855" y="542"/>
                    <a:pt x="853" y="543"/>
                    <a:pt x="853" y="544"/>
                  </a:cubicBezTo>
                  <a:cubicBezTo>
                    <a:pt x="852" y="545"/>
                    <a:pt x="851" y="546"/>
                    <a:pt x="851" y="547"/>
                  </a:cubicBezTo>
                  <a:cubicBezTo>
                    <a:pt x="851" y="550"/>
                    <a:pt x="853" y="553"/>
                    <a:pt x="855" y="557"/>
                  </a:cubicBezTo>
                  <a:cubicBezTo>
                    <a:pt x="859" y="561"/>
                    <a:pt x="864" y="567"/>
                    <a:pt x="870" y="573"/>
                  </a:cubicBezTo>
                  <a:cubicBezTo>
                    <a:pt x="872" y="576"/>
                    <a:pt x="875" y="579"/>
                    <a:pt x="876" y="582"/>
                  </a:cubicBezTo>
                  <a:cubicBezTo>
                    <a:pt x="878" y="584"/>
                    <a:pt x="880" y="586"/>
                    <a:pt x="880" y="588"/>
                  </a:cubicBezTo>
                  <a:lnTo>
                    <a:pt x="882" y="587"/>
                  </a:ln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7402" name="Freeform 318">
              <a:extLst>
                <a:ext uri="{FF2B5EF4-FFF2-40B4-BE49-F238E27FC236}">
                  <a16:creationId xmlns:a16="http://schemas.microsoft.com/office/drawing/2014/main" id="{3E647E2A-2F69-41A6-AD6D-8A3B8E0189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9" y="2187"/>
              <a:ext cx="17" cy="181"/>
            </a:xfrm>
            <a:custGeom>
              <a:avLst/>
              <a:gdLst>
                <a:gd name="T0" fmla="*/ 5 w 17"/>
                <a:gd name="T1" fmla="*/ 169 h 186"/>
                <a:gd name="T2" fmla="*/ 3 w 17"/>
                <a:gd name="T3" fmla="*/ 155 h 186"/>
                <a:gd name="T4" fmla="*/ 5 w 17"/>
                <a:gd name="T5" fmla="*/ 138 h 186"/>
                <a:gd name="T6" fmla="*/ 12 w 17"/>
                <a:gd name="T7" fmla="*/ 95 h 186"/>
                <a:gd name="T8" fmla="*/ 13 w 17"/>
                <a:gd name="T9" fmla="*/ 79 h 186"/>
                <a:gd name="T10" fmla="*/ 11 w 17"/>
                <a:gd name="T11" fmla="*/ 49 h 186"/>
                <a:gd name="T12" fmla="*/ 10 w 17"/>
                <a:gd name="T13" fmla="*/ 32 h 186"/>
                <a:gd name="T14" fmla="*/ 16 w 17"/>
                <a:gd name="T15" fmla="*/ 2 h 186"/>
                <a:gd name="T16" fmla="*/ 15 w 17"/>
                <a:gd name="T17" fmla="*/ 0 h 186"/>
                <a:gd name="T18" fmla="*/ 13 w 17"/>
                <a:gd name="T19" fmla="*/ 1 h 186"/>
                <a:gd name="T20" fmla="*/ 7 w 17"/>
                <a:gd name="T21" fmla="*/ 32 h 186"/>
                <a:gd name="T22" fmla="*/ 8 w 17"/>
                <a:gd name="T23" fmla="*/ 49 h 186"/>
                <a:gd name="T24" fmla="*/ 10 w 17"/>
                <a:gd name="T25" fmla="*/ 79 h 186"/>
                <a:gd name="T26" fmla="*/ 9 w 17"/>
                <a:gd name="T27" fmla="*/ 95 h 186"/>
                <a:gd name="T28" fmla="*/ 2 w 17"/>
                <a:gd name="T29" fmla="*/ 137 h 186"/>
                <a:gd name="T30" fmla="*/ 0 w 17"/>
                <a:gd name="T31" fmla="*/ 155 h 186"/>
                <a:gd name="T32" fmla="*/ 2 w 17"/>
                <a:gd name="T33" fmla="*/ 169 h 186"/>
                <a:gd name="T34" fmla="*/ 3 w 17"/>
                <a:gd name="T35" fmla="*/ 170 h 186"/>
                <a:gd name="T36" fmla="*/ 5 w 17"/>
                <a:gd name="T37" fmla="*/ 169 h 18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7" h="186">
                  <a:moveTo>
                    <a:pt x="5" y="184"/>
                  </a:moveTo>
                  <a:cubicBezTo>
                    <a:pt x="3" y="178"/>
                    <a:pt x="3" y="173"/>
                    <a:pt x="3" y="167"/>
                  </a:cubicBezTo>
                  <a:cubicBezTo>
                    <a:pt x="3" y="161"/>
                    <a:pt x="3" y="155"/>
                    <a:pt x="5" y="150"/>
                  </a:cubicBezTo>
                  <a:cubicBezTo>
                    <a:pt x="9" y="134"/>
                    <a:pt x="12" y="121"/>
                    <a:pt x="12" y="104"/>
                  </a:cubicBezTo>
                  <a:cubicBezTo>
                    <a:pt x="13" y="98"/>
                    <a:pt x="13" y="91"/>
                    <a:pt x="13" y="85"/>
                  </a:cubicBezTo>
                  <a:cubicBezTo>
                    <a:pt x="13" y="74"/>
                    <a:pt x="12" y="63"/>
                    <a:pt x="11" y="52"/>
                  </a:cubicBezTo>
                  <a:cubicBezTo>
                    <a:pt x="11" y="46"/>
                    <a:pt x="10" y="40"/>
                    <a:pt x="10" y="35"/>
                  </a:cubicBezTo>
                  <a:cubicBezTo>
                    <a:pt x="10" y="24"/>
                    <a:pt x="12" y="15"/>
                    <a:pt x="16" y="2"/>
                  </a:cubicBezTo>
                  <a:cubicBezTo>
                    <a:pt x="17" y="1"/>
                    <a:pt x="16" y="0"/>
                    <a:pt x="15" y="0"/>
                  </a:cubicBezTo>
                  <a:cubicBezTo>
                    <a:pt x="14" y="0"/>
                    <a:pt x="14" y="0"/>
                    <a:pt x="13" y="1"/>
                  </a:cubicBezTo>
                  <a:cubicBezTo>
                    <a:pt x="9" y="15"/>
                    <a:pt x="7" y="24"/>
                    <a:pt x="7" y="35"/>
                  </a:cubicBezTo>
                  <a:cubicBezTo>
                    <a:pt x="7" y="41"/>
                    <a:pt x="8" y="46"/>
                    <a:pt x="8" y="52"/>
                  </a:cubicBezTo>
                  <a:cubicBezTo>
                    <a:pt x="9" y="63"/>
                    <a:pt x="10" y="74"/>
                    <a:pt x="10" y="85"/>
                  </a:cubicBezTo>
                  <a:cubicBezTo>
                    <a:pt x="10" y="91"/>
                    <a:pt x="10" y="98"/>
                    <a:pt x="9" y="104"/>
                  </a:cubicBezTo>
                  <a:cubicBezTo>
                    <a:pt x="9" y="120"/>
                    <a:pt x="6" y="134"/>
                    <a:pt x="2" y="149"/>
                  </a:cubicBezTo>
                  <a:cubicBezTo>
                    <a:pt x="0" y="155"/>
                    <a:pt x="0" y="161"/>
                    <a:pt x="0" y="167"/>
                  </a:cubicBezTo>
                  <a:cubicBezTo>
                    <a:pt x="0" y="173"/>
                    <a:pt x="0" y="179"/>
                    <a:pt x="2" y="184"/>
                  </a:cubicBezTo>
                  <a:cubicBezTo>
                    <a:pt x="2" y="185"/>
                    <a:pt x="3" y="186"/>
                    <a:pt x="3" y="185"/>
                  </a:cubicBezTo>
                  <a:cubicBezTo>
                    <a:pt x="4" y="185"/>
                    <a:pt x="5" y="184"/>
                    <a:pt x="5" y="184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7403" name="Freeform 319">
              <a:extLst>
                <a:ext uri="{FF2B5EF4-FFF2-40B4-BE49-F238E27FC236}">
                  <a16:creationId xmlns:a16="http://schemas.microsoft.com/office/drawing/2014/main" id="{3218DC6D-6182-4B5C-8A89-DD09AF4B796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1" y="2169"/>
              <a:ext cx="72" cy="65"/>
            </a:xfrm>
            <a:custGeom>
              <a:avLst/>
              <a:gdLst>
                <a:gd name="T0" fmla="*/ 1 w 74"/>
                <a:gd name="T1" fmla="*/ 63 h 66"/>
                <a:gd name="T2" fmla="*/ 5 w 74"/>
                <a:gd name="T3" fmla="*/ 63 h 66"/>
                <a:gd name="T4" fmla="*/ 16 w 74"/>
                <a:gd name="T5" fmla="*/ 57 h 66"/>
                <a:gd name="T6" fmla="*/ 20 w 74"/>
                <a:gd name="T7" fmla="*/ 48 h 66"/>
                <a:gd name="T8" fmla="*/ 20 w 74"/>
                <a:gd name="T9" fmla="*/ 48 h 66"/>
                <a:gd name="T10" fmla="*/ 68 w 74"/>
                <a:gd name="T11" fmla="*/ 3 h 66"/>
                <a:gd name="T12" fmla="*/ 68 w 74"/>
                <a:gd name="T13" fmla="*/ 1 h 66"/>
                <a:gd name="T14" fmla="*/ 66 w 74"/>
                <a:gd name="T15" fmla="*/ 0 h 66"/>
                <a:gd name="T16" fmla="*/ 18 w 74"/>
                <a:gd name="T17" fmla="*/ 46 h 66"/>
                <a:gd name="T18" fmla="*/ 18 w 74"/>
                <a:gd name="T19" fmla="*/ 46 h 66"/>
                <a:gd name="T20" fmla="*/ 13 w 74"/>
                <a:gd name="T21" fmla="*/ 55 h 66"/>
                <a:gd name="T22" fmla="*/ 5 w 74"/>
                <a:gd name="T23" fmla="*/ 60 h 66"/>
                <a:gd name="T24" fmla="*/ 2 w 74"/>
                <a:gd name="T25" fmla="*/ 60 h 66"/>
                <a:gd name="T26" fmla="*/ 0 w 74"/>
                <a:gd name="T27" fmla="*/ 61 h 66"/>
                <a:gd name="T28" fmla="*/ 1 w 74"/>
                <a:gd name="T29" fmla="*/ 63 h 6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74" h="66">
                  <a:moveTo>
                    <a:pt x="1" y="66"/>
                  </a:moveTo>
                  <a:cubicBezTo>
                    <a:pt x="2" y="66"/>
                    <a:pt x="3" y="66"/>
                    <a:pt x="5" y="66"/>
                  </a:cubicBezTo>
                  <a:cubicBezTo>
                    <a:pt x="9" y="66"/>
                    <a:pt x="12" y="64"/>
                    <a:pt x="16" y="60"/>
                  </a:cubicBezTo>
                  <a:cubicBezTo>
                    <a:pt x="19" y="57"/>
                    <a:pt x="21" y="54"/>
                    <a:pt x="23" y="51"/>
                  </a:cubicBezTo>
                  <a:cubicBezTo>
                    <a:pt x="23" y="51"/>
                    <a:pt x="23" y="51"/>
                    <a:pt x="23" y="51"/>
                  </a:cubicBezTo>
                  <a:cubicBezTo>
                    <a:pt x="39" y="33"/>
                    <a:pt x="54" y="16"/>
                    <a:pt x="74" y="3"/>
                  </a:cubicBezTo>
                  <a:cubicBezTo>
                    <a:pt x="74" y="2"/>
                    <a:pt x="74" y="2"/>
                    <a:pt x="74" y="1"/>
                  </a:cubicBezTo>
                  <a:cubicBezTo>
                    <a:pt x="73" y="0"/>
                    <a:pt x="73" y="0"/>
                    <a:pt x="72" y="0"/>
                  </a:cubicBezTo>
                  <a:cubicBezTo>
                    <a:pt x="52" y="14"/>
                    <a:pt x="37" y="31"/>
                    <a:pt x="21" y="49"/>
                  </a:cubicBezTo>
                  <a:cubicBezTo>
                    <a:pt x="21" y="49"/>
                    <a:pt x="21" y="49"/>
                    <a:pt x="21" y="49"/>
                  </a:cubicBezTo>
                  <a:cubicBezTo>
                    <a:pt x="19" y="52"/>
                    <a:pt x="16" y="55"/>
                    <a:pt x="13" y="58"/>
                  </a:cubicBezTo>
                  <a:cubicBezTo>
                    <a:pt x="11" y="61"/>
                    <a:pt x="7" y="63"/>
                    <a:pt x="5" y="63"/>
                  </a:cubicBezTo>
                  <a:cubicBezTo>
                    <a:pt x="4" y="63"/>
                    <a:pt x="3" y="63"/>
                    <a:pt x="2" y="63"/>
                  </a:cubicBezTo>
                  <a:cubicBezTo>
                    <a:pt x="1" y="62"/>
                    <a:pt x="0" y="63"/>
                    <a:pt x="0" y="64"/>
                  </a:cubicBezTo>
                  <a:cubicBezTo>
                    <a:pt x="0" y="64"/>
                    <a:pt x="0" y="65"/>
                    <a:pt x="1" y="66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7404" name="Freeform 320">
              <a:extLst>
                <a:ext uri="{FF2B5EF4-FFF2-40B4-BE49-F238E27FC236}">
                  <a16:creationId xmlns:a16="http://schemas.microsoft.com/office/drawing/2014/main" id="{7FC60C00-068B-44AD-9D0E-C6D86B1C4B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8" y="2332"/>
              <a:ext cx="97" cy="10"/>
            </a:xfrm>
            <a:custGeom>
              <a:avLst/>
              <a:gdLst>
                <a:gd name="T0" fmla="*/ 2 w 100"/>
                <a:gd name="T1" fmla="*/ 3 h 11"/>
                <a:gd name="T2" fmla="*/ 35 w 100"/>
                <a:gd name="T3" fmla="*/ 5 h 11"/>
                <a:gd name="T4" fmla="*/ 90 w 100"/>
                <a:gd name="T5" fmla="*/ 8 h 11"/>
                <a:gd name="T6" fmla="*/ 91 w 100"/>
                <a:gd name="T7" fmla="*/ 7 h 11"/>
                <a:gd name="T8" fmla="*/ 90 w 100"/>
                <a:gd name="T9" fmla="*/ 5 h 11"/>
                <a:gd name="T10" fmla="*/ 35 w 100"/>
                <a:gd name="T11" fmla="*/ 3 h 11"/>
                <a:gd name="T12" fmla="*/ 2 w 100"/>
                <a:gd name="T13" fmla="*/ 0 h 11"/>
                <a:gd name="T14" fmla="*/ 1 w 100"/>
                <a:gd name="T15" fmla="*/ 1 h 11"/>
                <a:gd name="T16" fmla="*/ 2 w 100"/>
                <a:gd name="T17" fmla="*/ 3 h 1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0" h="11">
                  <a:moveTo>
                    <a:pt x="2" y="3"/>
                  </a:moveTo>
                  <a:cubicBezTo>
                    <a:pt x="14" y="6"/>
                    <a:pt x="26" y="5"/>
                    <a:pt x="38" y="6"/>
                  </a:cubicBezTo>
                  <a:cubicBezTo>
                    <a:pt x="58" y="7"/>
                    <a:pt x="78" y="10"/>
                    <a:pt x="99" y="11"/>
                  </a:cubicBezTo>
                  <a:cubicBezTo>
                    <a:pt x="100" y="11"/>
                    <a:pt x="100" y="11"/>
                    <a:pt x="100" y="10"/>
                  </a:cubicBezTo>
                  <a:cubicBezTo>
                    <a:pt x="100" y="9"/>
                    <a:pt x="100" y="8"/>
                    <a:pt x="99" y="8"/>
                  </a:cubicBezTo>
                  <a:cubicBezTo>
                    <a:pt x="79" y="7"/>
                    <a:pt x="59" y="4"/>
                    <a:pt x="38" y="3"/>
                  </a:cubicBezTo>
                  <a:cubicBezTo>
                    <a:pt x="26" y="2"/>
                    <a:pt x="14" y="3"/>
                    <a:pt x="2" y="0"/>
                  </a:cubicBezTo>
                  <a:cubicBezTo>
                    <a:pt x="2" y="0"/>
                    <a:pt x="1" y="1"/>
                    <a:pt x="1" y="1"/>
                  </a:cubicBezTo>
                  <a:cubicBezTo>
                    <a:pt x="0" y="2"/>
                    <a:pt x="1" y="3"/>
                    <a:pt x="2" y="3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7405" name="Freeform 321">
              <a:extLst>
                <a:ext uri="{FF2B5EF4-FFF2-40B4-BE49-F238E27FC236}">
                  <a16:creationId xmlns:a16="http://schemas.microsoft.com/office/drawing/2014/main" id="{389377C2-37C8-4AB7-A658-82D863A69A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0" y="2414"/>
              <a:ext cx="96" cy="40"/>
            </a:xfrm>
            <a:custGeom>
              <a:avLst/>
              <a:gdLst>
                <a:gd name="T0" fmla="*/ 1 w 99"/>
                <a:gd name="T1" fmla="*/ 3 h 41"/>
                <a:gd name="T2" fmla="*/ 6 w 99"/>
                <a:gd name="T3" fmla="*/ 7 h 41"/>
                <a:gd name="T4" fmla="*/ 16 w 99"/>
                <a:gd name="T5" fmla="*/ 9 h 41"/>
                <a:gd name="T6" fmla="*/ 25 w 99"/>
                <a:gd name="T7" fmla="*/ 9 h 41"/>
                <a:gd name="T8" fmla="*/ 60 w 99"/>
                <a:gd name="T9" fmla="*/ 18 h 41"/>
                <a:gd name="T10" fmla="*/ 88 w 99"/>
                <a:gd name="T11" fmla="*/ 37 h 41"/>
                <a:gd name="T12" fmla="*/ 90 w 99"/>
                <a:gd name="T13" fmla="*/ 37 h 41"/>
                <a:gd name="T14" fmla="*/ 90 w 99"/>
                <a:gd name="T15" fmla="*/ 35 h 41"/>
                <a:gd name="T16" fmla="*/ 61 w 99"/>
                <a:gd name="T17" fmla="*/ 16 h 41"/>
                <a:gd name="T18" fmla="*/ 26 w 99"/>
                <a:gd name="T19" fmla="*/ 6 h 41"/>
                <a:gd name="T20" fmla="*/ 14 w 99"/>
                <a:gd name="T21" fmla="*/ 5 h 41"/>
                <a:gd name="T22" fmla="*/ 7 w 99"/>
                <a:gd name="T23" fmla="*/ 4 h 41"/>
                <a:gd name="T24" fmla="*/ 3 w 99"/>
                <a:gd name="T25" fmla="*/ 1 h 41"/>
                <a:gd name="T26" fmla="*/ 1 w 99"/>
                <a:gd name="T27" fmla="*/ 1 h 41"/>
                <a:gd name="T28" fmla="*/ 1 w 99"/>
                <a:gd name="T29" fmla="*/ 3 h 41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99" h="41">
                  <a:moveTo>
                    <a:pt x="1" y="3"/>
                  </a:moveTo>
                  <a:cubicBezTo>
                    <a:pt x="2" y="5"/>
                    <a:pt x="4" y="6"/>
                    <a:pt x="6" y="7"/>
                  </a:cubicBezTo>
                  <a:cubicBezTo>
                    <a:pt x="10" y="8"/>
                    <a:pt x="14" y="8"/>
                    <a:pt x="18" y="9"/>
                  </a:cubicBezTo>
                  <a:cubicBezTo>
                    <a:pt x="22" y="9"/>
                    <a:pt x="26" y="9"/>
                    <a:pt x="28" y="9"/>
                  </a:cubicBezTo>
                  <a:cubicBezTo>
                    <a:pt x="40" y="11"/>
                    <a:pt x="53" y="14"/>
                    <a:pt x="66" y="18"/>
                  </a:cubicBezTo>
                  <a:cubicBezTo>
                    <a:pt x="78" y="23"/>
                    <a:pt x="90" y="30"/>
                    <a:pt x="97" y="40"/>
                  </a:cubicBezTo>
                  <a:cubicBezTo>
                    <a:pt x="97" y="40"/>
                    <a:pt x="98" y="41"/>
                    <a:pt x="99" y="40"/>
                  </a:cubicBezTo>
                  <a:cubicBezTo>
                    <a:pt x="99" y="40"/>
                    <a:pt x="99" y="39"/>
                    <a:pt x="99" y="38"/>
                  </a:cubicBezTo>
                  <a:cubicBezTo>
                    <a:pt x="92" y="28"/>
                    <a:pt x="80" y="20"/>
                    <a:pt x="67" y="16"/>
                  </a:cubicBezTo>
                  <a:cubicBezTo>
                    <a:pt x="54" y="11"/>
                    <a:pt x="40" y="8"/>
                    <a:pt x="29" y="6"/>
                  </a:cubicBezTo>
                  <a:cubicBezTo>
                    <a:pt x="25" y="6"/>
                    <a:pt x="19" y="6"/>
                    <a:pt x="14" y="5"/>
                  </a:cubicBezTo>
                  <a:cubicBezTo>
                    <a:pt x="12" y="5"/>
                    <a:pt x="9" y="5"/>
                    <a:pt x="7" y="4"/>
                  </a:cubicBezTo>
                  <a:cubicBezTo>
                    <a:pt x="5" y="3"/>
                    <a:pt x="4" y="2"/>
                    <a:pt x="3" y="1"/>
                  </a:cubicBezTo>
                  <a:cubicBezTo>
                    <a:pt x="3" y="0"/>
                    <a:pt x="2" y="0"/>
                    <a:pt x="1" y="1"/>
                  </a:cubicBezTo>
                  <a:cubicBezTo>
                    <a:pt x="0" y="1"/>
                    <a:pt x="0" y="2"/>
                    <a:pt x="1" y="3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7406" name="Freeform 322">
              <a:extLst>
                <a:ext uri="{FF2B5EF4-FFF2-40B4-BE49-F238E27FC236}">
                  <a16:creationId xmlns:a16="http://schemas.microsoft.com/office/drawing/2014/main" id="{ED2A5D96-8728-48A8-B540-C36DC56767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3" y="2457"/>
              <a:ext cx="35" cy="7"/>
            </a:xfrm>
            <a:custGeom>
              <a:avLst/>
              <a:gdLst>
                <a:gd name="T0" fmla="*/ 1 w 36"/>
                <a:gd name="T1" fmla="*/ 3 h 7"/>
                <a:gd name="T2" fmla="*/ 18 w 36"/>
                <a:gd name="T3" fmla="*/ 7 h 7"/>
                <a:gd name="T4" fmla="*/ 32 w 36"/>
                <a:gd name="T5" fmla="*/ 6 h 7"/>
                <a:gd name="T6" fmla="*/ 32 w 36"/>
                <a:gd name="T7" fmla="*/ 6 h 7"/>
                <a:gd name="T8" fmla="*/ 33 w 36"/>
                <a:gd name="T9" fmla="*/ 5 h 7"/>
                <a:gd name="T10" fmla="*/ 32 w 36"/>
                <a:gd name="T11" fmla="*/ 3 h 7"/>
                <a:gd name="T12" fmla="*/ 32 w 36"/>
                <a:gd name="T13" fmla="*/ 3 h 7"/>
                <a:gd name="T14" fmla="*/ 18 w 36"/>
                <a:gd name="T15" fmla="*/ 4 h 7"/>
                <a:gd name="T16" fmla="*/ 2 w 36"/>
                <a:gd name="T17" fmla="*/ 0 h 7"/>
                <a:gd name="T18" fmla="*/ 0 w 36"/>
                <a:gd name="T19" fmla="*/ 1 h 7"/>
                <a:gd name="T20" fmla="*/ 1 w 36"/>
                <a:gd name="T21" fmla="*/ 3 h 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6" h="7">
                  <a:moveTo>
                    <a:pt x="1" y="3"/>
                  </a:moveTo>
                  <a:cubicBezTo>
                    <a:pt x="6" y="6"/>
                    <a:pt x="13" y="7"/>
                    <a:pt x="19" y="7"/>
                  </a:cubicBezTo>
                  <a:cubicBezTo>
                    <a:pt x="24" y="7"/>
                    <a:pt x="30" y="6"/>
                    <a:pt x="35" y="6"/>
                  </a:cubicBezTo>
                  <a:cubicBezTo>
                    <a:pt x="35" y="6"/>
                    <a:pt x="35" y="6"/>
                    <a:pt x="35" y="6"/>
                  </a:cubicBezTo>
                  <a:cubicBezTo>
                    <a:pt x="35" y="6"/>
                    <a:pt x="36" y="6"/>
                    <a:pt x="36" y="5"/>
                  </a:cubicBezTo>
                  <a:cubicBezTo>
                    <a:pt x="36" y="4"/>
                    <a:pt x="36" y="3"/>
                    <a:pt x="35" y="3"/>
                  </a:cubicBezTo>
                  <a:cubicBezTo>
                    <a:pt x="35" y="3"/>
                    <a:pt x="35" y="3"/>
                    <a:pt x="35" y="3"/>
                  </a:cubicBezTo>
                  <a:cubicBezTo>
                    <a:pt x="30" y="3"/>
                    <a:pt x="24" y="4"/>
                    <a:pt x="19" y="4"/>
                  </a:cubicBezTo>
                  <a:cubicBezTo>
                    <a:pt x="13" y="4"/>
                    <a:pt x="7" y="3"/>
                    <a:pt x="2" y="0"/>
                  </a:cubicBezTo>
                  <a:cubicBezTo>
                    <a:pt x="1" y="0"/>
                    <a:pt x="0" y="0"/>
                    <a:pt x="0" y="1"/>
                  </a:cubicBezTo>
                  <a:cubicBezTo>
                    <a:pt x="0" y="2"/>
                    <a:pt x="0" y="3"/>
                    <a:pt x="1" y="3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7407" name="Freeform 323">
              <a:extLst>
                <a:ext uri="{FF2B5EF4-FFF2-40B4-BE49-F238E27FC236}">
                  <a16:creationId xmlns:a16="http://schemas.microsoft.com/office/drawing/2014/main" id="{55133D95-3BFA-4EEA-9F42-8BF9B927F6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0" y="2486"/>
              <a:ext cx="58" cy="14"/>
            </a:xfrm>
            <a:custGeom>
              <a:avLst/>
              <a:gdLst>
                <a:gd name="T0" fmla="*/ 2 w 60"/>
                <a:gd name="T1" fmla="*/ 14 h 14"/>
                <a:gd name="T2" fmla="*/ 31 w 60"/>
                <a:gd name="T3" fmla="*/ 3 h 14"/>
                <a:gd name="T4" fmla="*/ 51 w 60"/>
                <a:gd name="T5" fmla="*/ 8 h 14"/>
                <a:gd name="T6" fmla="*/ 53 w 60"/>
                <a:gd name="T7" fmla="*/ 8 h 14"/>
                <a:gd name="T8" fmla="*/ 53 w 60"/>
                <a:gd name="T9" fmla="*/ 6 h 14"/>
                <a:gd name="T10" fmla="*/ 31 w 60"/>
                <a:gd name="T11" fmla="*/ 0 h 14"/>
                <a:gd name="T12" fmla="*/ 0 w 60"/>
                <a:gd name="T13" fmla="*/ 12 h 14"/>
                <a:gd name="T14" fmla="*/ 0 w 60"/>
                <a:gd name="T15" fmla="*/ 14 h 14"/>
                <a:gd name="T16" fmla="*/ 2 w 60"/>
                <a:gd name="T17" fmla="*/ 14 h 1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0" h="14">
                  <a:moveTo>
                    <a:pt x="2" y="14"/>
                  </a:moveTo>
                  <a:cubicBezTo>
                    <a:pt x="11" y="6"/>
                    <a:pt x="22" y="3"/>
                    <a:pt x="34" y="3"/>
                  </a:cubicBezTo>
                  <a:cubicBezTo>
                    <a:pt x="42" y="3"/>
                    <a:pt x="50" y="5"/>
                    <a:pt x="57" y="8"/>
                  </a:cubicBezTo>
                  <a:cubicBezTo>
                    <a:pt x="58" y="9"/>
                    <a:pt x="59" y="8"/>
                    <a:pt x="59" y="8"/>
                  </a:cubicBezTo>
                  <a:cubicBezTo>
                    <a:pt x="60" y="7"/>
                    <a:pt x="59" y="6"/>
                    <a:pt x="59" y="6"/>
                  </a:cubicBezTo>
                  <a:cubicBezTo>
                    <a:pt x="51" y="2"/>
                    <a:pt x="43" y="0"/>
                    <a:pt x="34" y="0"/>
                  </a:cubicBezTo>
                  <a:cubicBezTo>
                    <a:pt x="22" y="0"/>
                    <a:pt x="10" y="4"/>
                    <a:pt x="0" y="12"/>
                  </a:cubicBezTo>
                  <a:cubicBezTo>
                    <a:pt x="0" y="12"/>
                    <a:pt x="0" y="13"/>
                    <a:pt x="0" y="14"/>
                  </a:cubicBezTo>
                  <a:cubicBezTo>
                    <a:pt x="1" y="14"/>
                    <a:pt x="2" y="14"/>
                    <a:pt x="2" y="14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7408" name="Freeform 324">
              <a:extLst>
                <a:ext uri="{FF2B5EF4-FFF2-40B4-BE49-F238E27FC236}">
                  <a16:creationId xmlns:a16="http://schemas.microsoft.com/office/drawing/2014/main" id="{E7CD52AC-E067-426C-92F3-E6308702DBE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7" y="2509"/>
              <a:ext cx="41" cy="9"/>
            </a:xfrm>
            <a:custGeom>
              <a:avLst/>
              <a:gdLst>
                <a:gd name="T0" fmla="*/ 2 w 42"/>
                <a:gd name="T1" fmla="*/ 7 h 10"/>
                <a:gd name="T2" fmla="*/ 34 w 42"/>
                <a:gd name="T3" fmla="*/ 3 h 10"/>
                <a:gd name="T4" fmla="*/ 38 w 42"/>
                <a:gd name="T5" fmla="*/ 3 h 10"/>
                <a:gd name="T6" fmla="*/ 39 w 42"/>
                <a:gd name="T7" fmla="*/ 2 h 10"/>
                <a:gd name="T8" fmla="*/ 38 w 42"/>
                <a:gd name="T9" fmla="*/ 0 h 10"/>
                <a:gd name="T10" fmla="*/ 34 w 42"/>
                <a:gd name="T11" fmla="*/ 0 h 10"/>
                <a:gd name="T12" fmla="*/ 1 w 42"/>
                <a:gd name="T13" fmla="*/ 5 h 10"/>
                <a:gd name="T14" fmla="*/ 0 w 42"/>
                <a:gd name="T15" fmla="*/ 6 h 10"/>
                <a:gd name="T16" fmla="*/ 2 w 42"/>
                <a:gd name="T17" fmla="*/ 7 h 1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2" h="10">
                  <a:moveTo>
                    <a:pt x="2" y="10"/>
                  </a:moveTo>
                  <a:cubicBezTo>
                    <a:pt x="14" y="5"/>
                    <a:pt x="25" y="3"/>
                    <a:pt x="37" y="3"/>
                  </a:cubicBezTo>
                  <a:cubicBezTo>
                    <a:pt x="39" y="3"/>
                    <a:pt x="40" y="3"/>
                    <a:pt x="41" y="3"/>
                  </a:cubicBezTo>
                  <a:cubicBezTo>
                    <a:pt x="42" y="3"/>
                    <a:pt x="42" y="2"/>
                    <a:pt x="42" y="2"/>
                  </a:cubicBezTo>
                  <a:cubicBezTo>
                    <a:pt x="42" y="1"/>
                    <a:pt x="42" y="0"/>
                    <a:pt x="41" y="0"/>
                  </a:cubicBezTo>
                  <a:cubicBezTo>
                    <a:pt x="40" y="0"/>
                    <a:pt x="39" y="0"/>
                    <a:pt x="37" y="0"/>
                  </a:cubicBezTo>
                  <a:cubicBezTo>
                    <a:pt x="25" y="0"/>
                    <a:pt x="13" y="2"/>
                    <a:pt x="1" y="7"/>
                  </a:cubicBezTo>
                  <a:cubicBezTo>
                    <a:pt x="0" y="7"/>
                    <a:pt x="0" y="8"/>
                    <a:pt x="0" y="9"/>
                  </a:cubicBezTo>
                  <a:cubicBezTo>
                    <a:pt x="1" y="10"/>
                    <a:pt x="2" y="10"/>
                    <a:pt x="2" y="10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7409" name="Freeform 325">
              <a:extLst>
                <a:ext uri="{FF2B5EF4-FFF2-40B4-BE49-F238E27FC236}">
                  <a16:creationId xmlns:a16="http://schemas.microsoft.com/office/drawing/2014/main" id="{8C456B87-205C-4DAF-B343-B3C1ED419C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1" y="2573"/>
              <a:ext cx="68" cy="39"/>
            </a:xfrm>
            <a:custGeom>
              <a:avLst/>
              <a:gdLst>
                <a:gd name="T0" fmla="*/ 63 w 70"/>
                <a:gd name="T1" fmla="*/ 2 h 40"/>
                <a:gd name="T2" fmla="*/ 53 w 70"/>
                <a:gd name="T3" fmla="*/ 0 h 40"/>
                <a:gd name="T4" fmla="*/ 22 w 70"/>
                <a:gd name="T5" fmla="*/ 13 h 40"/>
                <a:gd name="T6" fmla="*/ 1 w 70"/>
                <a:gd name="T7" fmla="*/ 34 h 40"/>
                <a:gd name="T8" fmla="*/ 1 w 70"/>
                <a:gd name="T9" fmla="*/ 36 h 40"/>
                <a:gd name="T10" fmla="*/ 3 w 70"/>
                <a:gd name="T11" fmla="*/ 36 h 40"/>
                <a:gd name="T12" fmla="*/ 24 w 70"/>
                <a:gd name="T13" fmla="*/ 16 h 40"/>
                <a:gd name="T14" fmla="*/ 53 w 70"/>
                <a:gd name="T15" fmla="*/ 3 h 40"/>
                <a:gd name="T16" fmla="*/ 62 w 70"/>
                <a:gd name="T17" fmla="*/ 4 h 40"/>
                <a:gd name="T18" fmla="*/ 64 w 70"/>
                <a:gd name="T19" fmla="*/ 4 h 40"/>
                <a:gd name="T20" fmla="*/ 63 w 70"/>
                <a:gd name="T21" fmla="*/ 2 h 4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0" h="40">
                  <a:moveTo>
                    <a:pt x="69" y="2"/>
                  </a:moveTo>
                  <a:cubicBezTo>
                    <a:pt x="65" y="0"/>
                    <a:pt x="62" y="0"/>
                    <a:pt x="59" y="0"/>
                  </a:cubicBezTo>
                  <a:cubicBezTo>
                    <a:pt x="47" y="0"/>
                    <a:pt x="36" y="6"/>
                    <a:pt x="25" y="13"/>
                  </a:cubicBezTo>
                  <a:cubicBezTo>
                    <a:pt x="15" y="21"/>
                    <a:pt x="6" y="30"/>
                    <a:pt x="1" y="37"/>
                  </a:cubicBezTo>
                  <a:cubicBezTo>
                    <a:pt x="0" y="38"/>
                    <a:pt x="0" y="39"/>
                    <a:pt x="1" y="39"/>
                  </a:cubicBezTo>
                  <a:cubicBezTo>
                    <a:pt x="2" y="40"/>
                    <a:pt x="2" y="40"/>
                    <a:pt x="3" y="39"/>
                  </a:cubicBezTo>
                  <a:cubicBezTo>
                    <a:pt x="8" y="32"/>
                    <a:pt x="17" y="23"/>
                    <a:pt x="27" y="16"/>
                  </a:cubicBezTo>
                  <a:cubicBezTo>
                    <a:pt x="37" y="8"/>
                    <a:pt x="48" y="3"/>
                    <a:pt x="59" y="3"/>
                  </a:cubicBezTo>
                  <a:cubicBezTo>
                    <a:pt x="62" y="3"/>
                    <a:pt x="65" y="3"/>
                    <a:pt x="68" y="4"/>
                  </a:cubicBezTo>
                  <a:cubicBezTo>
                    <a:pt x="68" y="5"/>
                    <a:pt x="69" y="4"/>
                    <a:pt x="70" y="4"/>
                  </a:cubicBezTo>
                  <a:cubicBezTo>
                    <a:pt x="70" y="3"/>
                    <a:pt x="70" y="2"/>
                    <a:pt x="69" y="2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7410" name="Freeform 326">
              <a:extLst>
                <a:ext uri="{FF2B5EF4-FFF2-40B4-BE49-F238E27FC236}">
                  <a16:creationId xmlns:a16="http://schemas.microsoft.com/office/drawing/2014/main" id="{95F2AF58-2341-4F63-9C2D-DDBDEE3F5C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1" y="2658"/>
              <a:ext cx="72" cy="61"/>
            </a:xfrm>
            <a:custGeom>
              <a:avLst/>
              <a:gdLst>
                <a:gd name="T0" fmla="*/ 67 w 74"/>
                <a:gd name="T1" fmla="*/ 0 h 62"/>
                <a:gd name="T2" fmla="*/ 63 w 74"/>
                <a:gd name="T3" fmla="*/ 0 h 62"/>
                <a:gd name="T4" fmla="*/ 46 w 74"/>
                <a:gd name="T5" fmla="*/ 7 h 62"/>
                <a:gd name="T6" fmla="*/ 19 w 74"/>
                <a:gd name="T7" fmla="*/ 31 h 62"/>
                <a:gd name="T8" fmla="*/ 0 w 74"/>
                <a:gd name="T9" fmla="*/ 57 h 62"/>
                <a:gd name="T10" fmla="*/ 0 w 74"/>
                <a:gd name="T11" fmla="*/ 59 h 62"/>
                <a:gd name="T12" fmla="*/ 3 w 74"/>
                <a:gd name="T13" fmla="*/ 59 h 62"/>
                <a:gd name="T14" fmla="*/ 29 w 74"/>
                <a:gd name="T15" fmla="*/ 26 h 62"/>
                <a:gd name="T16" fmla="*/ 47 w 74"/>
                <a:gd name="T17" fmla="*/ 10 h 62"/>
                <a:gd name="T18" fmla="*/ 63 w 74"/>
                <a:gd name="T19" fmla="*/ 3 h 62"/>
                <a:gd name="T20" fmla="*/ 67 w 74"/>
                <a:gd name="T21" fmla="*/ 3 h 62"/>
                <a:gd name="T22" fmla="*/ 68 w 74"/>
                <a:gd name="T23" fmla="*/ 2 h 62"/>
                <a:gd name="T24" fmla="*/ 67 w 74"/>
                <a:gd name="T25" fmla="*/ 0 h 6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74" h="62">
                  <a:moveTo>
                    <a:pt x="73" y="0"/>
                  </a:moveTo>
                  <a:cubicBezTo>
                    <a:pt x="72" y="0"/>
                    <a:pt x="71" y="0"/>
                    <a:pt x="69" y="0"/>
                  </a:cubicBezTo>
                  <a:cubicBezTo>
                    <a:pt x="62" y="0"/>
                    <a:pt x="55" y="3"/>
                    <a:pt x="49" y="7"/>
                  </a:cubicBezTo>
                  <a:cubicBezTo>
                    <a:pt x="39" y="14"/>
                    <a:pt x="30" y="24"/>
                    <a:pt x="22" y="34"/>
                  </a:cubicBezTo>
                  <a:cubicBezTo>
                    <a:pt x="13" y="44"/>
                    <a:pt x="6" y="53"/>
                    <a:pt x="0" y="60"/>
                  </a:cubicBezTo>
                  <a:cubicBezTo>
                    <a:pt x="0" y="60"/>
                    <a:pt x="0" y="61"/>
                    <a:pt x="0" y="62"/>
                  </a:cubicBezTo>
                  <a:cubicBezTo>
                    <a:pt x="1" y="62"/>
                    <a:pt x="2" y="62"/>
                    <a:pt x="3" y="62"/>
                  </a:cubicBezTo>
                  <a:cubicBezTo>
                    <a:pt x="11" y="53"/>
                    <a:pt x="21" y="38"/>
                    <a:pt x="32" y="26"/>
                  </a:cubicBezTo>
                  <a:cubicBezTo>
                    <a:pt x="38" y="20"/>
                    <a:pt x="44" y="14"/>
                    <a:pt x="50" y="10"/>
                  </a:cubicBezTo>
                  <a:cubicBezTo>
                    <a:pt x="57" y="6"/>
                    <a:pt x="63" y="3"/>
                    <a:pt x="69" y="3"/>
                  </a:cubicBezTo>
                  <a:cubicBezTo>
                    <a:pt x="71" y="3"/>
                    <a:pt x="72" y="3"/>
                    <a:pt x="73" y="3"/>
                  </a:cubicBezTo>
                  <a:cubicBezTo>
                    <a:pt x="73" y="4"/>
                    <a:pt x="74" y="3"/>
                    <a:pt x="74" y="2"/>
                  </a:cubicBezTo>
                  <a:cubicBezTo>
                    <a:pt x="74" y="1"/>
                    <a:pt x="74" y="1"/>
                    <a:pt x="73" y="0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7411" name="Freeform 327">
              <a:extLst>
                <a:ext uri="{FF2B5EF4-FFF2-40B4-BE49-F238E27FC236}">
                  <a16:creationId xmlns:a16="http://schemas.microsoft.com/office/drawing/2014/main" id="{627DB539-7628-4A8C-8068-AEC6B64F57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8" y="2658"/>
              <a:ext cx="35" cy="23"/>
            </a:xfrm>
            <a:custGeom>
              <a:avLst/>
              <a:gdLst>
                <a:gd name="T0" fmla="*/ 31 w 36"/>
                <a:gd name="T1" fmla="*/ 1 h 23"/>
                <a:gd name="T2" fmla="*/ 2 w 36"/>
                <a:gd name="T3" fmla="*/ 20 h 23"/>
                <a:gd name="T4" fmla="*/ 1 w 36"/>
                <a:gd name="T5" fmla="*/ 22 h 23"/>
                <a:gd name="T6" fmla="*/ 3 w 36"/>
                <a:gd name="T7" fmla="*/ 23 h 23"/>
                <a:gd name="T8" fmla="*/ 32 w 36"/>
                <a:gd name="T9" fmla="*/ 3 h 23"/>
                <a:gd name="T10" fmla="*/ 33 w 36"/>
                <a:gd name="T11" fmla="*/ 1 h 23"/>
                <a:gd name="T12" fmla="*/ 31 w 36"/>
                <a:gd name="T13" fmla="*/ 1 h 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6" h="23">
                  <a:moveTo>
                    <a:pt x="34" y="1"/>
                  </a:moveTo>
                  <a:cubicBezTo>
                    <a:pt x="24" y="8"/>
                    <a:pt x="13" y="15"/>
                    <a:pt x="2" y="20"/>
                  </a:cubicBezTo>
                  <a:cubicBezTo>
                    <a:pt x="1" y="20"/>
                    <a:pt x="0" y="21"/>
                    <a:pt x="1" y="22"/>
                  </a:cubicBezTo>
                  <a:cubicBezTo>
                    <a:pt x="1" y="23"/>
                    <a:pt x="2" y="23"/>
                    <a:pt x="3" y="23"/>
                  </a:cubicBezTo>
                  <a:cubicBezTo>
                    <a:pt x="14" y="18"/>
                    <a:pt x="26" y="11"/>
                    <a:pt x="35" y="3"/>
                  </a:cubicBezTo>
                  <a:cubicBezTo>
                    <a:pt x="36" y="3"/>
                    <a:pt x="36" y="2"/>
                    <a:pt x="36" y="1"/>
                  </a:cubicBezTo>
                  <a:cubicBezTo>
                    <a:pt x="35" y="0"/>
                    <a:pt x="34" y="0"/>
                    <a:pt x="34" y="1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7412" name="Freeform 328">
              <a:extLst>
                <a:ext uri="{FF2B5EF4-FFF2-40B4-BE49-F238E27FC236}">
                  <a16:creationId xmlns:a16="http://schemas.microsoft.com/office/drawing/2014/main" id="{2AC06A70-624A-4294-9040-AF7655EE18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6" y="2418"/>
              <a:ext cx="317" cy="66"/>
            </a:xfrm>
            <a:custGeom>
              <a:avLst/>
              <a:gdLst>
                <a:gd name="T0" fmla="*/ 2 w 326"/>
                <a:gd name="T1" fmla="*/ 49 h 68"/>
                <a:gd name="T2" fmla="*/ 2 w 326"/>
                <a:gd name="T3" fmla="*/ 49 h 68"/>
                <a:gd name="T4" fmla="*/ 2 w 326"/>
                <a:gd name="T5" fmla="*/ 49 h 68"/>
                <a:gd name="T6" fmla="*/ 2 w 326"/>
                <a:gd name="T7" fmla="*/ 49 h 68"/>
                <a:gd name="T8" fmla="*/ 2 w 326"/>
                <a:gd name="T9" fmla="*/ 49 h 68"/>
                <a:gd name="T10" fmla="*/ 2 w 326"/>
                <a:gd name="T11" fmla="*/ 49 h 68"/>
                <a:gd name="T12" fmla="*/ 2 w 326"/>
                <a:gd name="T13" fmla="*/ 49 h 68"/>
                <a:gd name="T14" fmla="*/ 3 w 326"/>
                <a:gd name="T15" fmla="*/ 49 h 68"/>
                <a:gd name="T16" fmla="*/ 10 w 326"/>
                <a:gd name="T17" fmla="*/ 50 h 68"/>
                <a:gd name="T18" fmla="*/ 24 w 326"/>
                <a:gd name="T19" fmla="*/ 55 h 68"/>
                <a:gd name="T20" fmla="*/ 37 w 326"/>
                <a:gd name="T21" fmla="*/ 59 h 68"/>
                <a:gd name="T22" fmla="*/ 37 w 326"/>
                <a:gd name="T23" fmla="*/ 59 h 68"/>
                <a:gd name="T24" fmla="*/ 37 w 326"/>
                <a:gd name="T25" fmla="*/ 59 h 68"/>
                <a:gd name="T26" fmla="*/ 79 w 326"/>
                <a:gd name="T27" fmla="*/ 62 h 68"/>
                <a:gd name="T28" fmla="*/ 131 w 326"/>
                <a:gd name="T29" fmla="*/ 55 h 68"/>
                <a:gd name="T30" fmla="*/ 131 w 326"/>
                <a:gd name="T31" fmla="*/ 55 h 68"/>
                <a:gd name="T32" fmla="*/ 217 w 326"/>
                <a:gd name="T33" fmla="*/ 20 h 68"/>
                <a:gd name="T34" fmla="*/ 298 w 326"/>
                <a:gd name="T35" fmla="*/ 3 h 68"/>
                <a:gd name="T36" fmla="*/ 299 w 326"/>
                <a:gd name="T37" fmla="*/ 2 h 68"/>
                <a:gd name="T38" fmla="*/ 298 w 326"/>
                <a:gd name="T39" fmla="*/ 0 h 68"/>
                <a:gd name="T40" fmla="*/ 216 w 326"/>
                <a:gd name="T41" fmla="*/ 17 h 68"/>
                <a:gd name="T42" fmla="*/ 130 w 326"/>
                <a:gd name="T43" fmla="*/ 52 h 68"/>
                <a:gd name="T44" fmla="*/ 130 w 326"/>
                <a:gd name="T45" fmla="*/ 52 h 68"/>
                <a:gd name="T46" fmla="*/ 79 w 326"/>
                <a:gd name="T47" fmla="*/ 59 h 68"/>
                <a:gd name="T48" fmla="*/ 38 w 326"/>
                <a:gd name="T49" fmla="*/ 56 h 68"/>
                <a:gd name="T50" fmla="*/ 38 w 326"/>
                <a:gd name="T51" fmla="*/ 56 h 68"/>
                <a:gd name="T52" fmla="*/ 38 w 326"/>
                <a:gd name="T53" fmla="*/ 56 h 68"/>
                <a:gd name="T54" fmla="*/ 30 w 326"/>
                <a:gd name="T55" fmla="*/ 54 h 68"/>
                <a:gd name="T56" fmla="*/ 16 w 326"/>
                <a:gd name="T57" fmla="*/ 49 h 68"/>
                <a:gd name="T58" fmla="*/ 8 w 326"/>
                <a:gd name="T59" fmla="*/ 48 h 68"/>
                <a:gd name="T60" fmla="*/ 3 w 326"/>
                <a:gd name="T61" fmla="*/ 48 h 68"/>
                <a:gd name="T62" fmla="*/ 1 w 326"/>
                <a:gd name="T63" fmla="*/ 48 h 68"/>
                <a:gd name="T64" fmla="*/ 0 w 326"/>
                <a:gd name="T65" fmla="*/ 49 h 68"/>
                <a:gd name="T66" fmla="*/ 2 w 326"/>
                <a:gd name="T67" fmla="*/ 49 h 68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326" h="68">
                  <a:moveTo>
                    <a:pt x="2" y="54"/>
                  </a:moveTo>
                  <a:cubicBezTo>
                    <a:pt x="2" y="53"/>
                    <a:pt x="2" y="53"/>
                    <a:pt x="2" y="53"/>
                  </a:cubicBezTo>
                  <a:cubicBezTo>
                    <a:pt x="2" y="54"/>
                    <a:pt x="2" y="54"/>
                    <a:pt x="2" y="54"/>
                  </a:cubicBezTo>
                  <a:cubicBezTo>
                    <a:pt x="2" y="54"/>
                    <a:pt x="2" y="54"/>
                    <a:pt x="2" y="54"/>
                  </a:cubicBezTo>
                  <a:cubicBezTo>
                    <a:pt x="2" y="53"/>
                    <a:pt x="2" y="53"/>
                    <a:pt x="2" y="53"/>
                  </a:cubicBezTo>
                  <a:cubicBezTo>
                    <a:pt x="2" y="54"/>
                    <a:pt x="2" y="54"/>
                    <a:pt x="2" y="54"/>
                  </a:cubicBezTo>
                  <a:cubicBezTo>
                    <a:pt x="2" y="54"/>
                    <a:pt x="2" y="54"/>
                    <a:pt x="2" y="54"/>
                  </a:cubicBezTo>
                  <a:cubicBezTo>
                    <a:pt x="3" y="54"/>
                    <a:pt x="3" y="54"/>
                    <a:pt x="3" y="54"/>
                  </a:cubicBezTo>
                  <a:cubicBezTo>
                    <a:pt x="4" y="54"/>
                    <a:pt x="7" y="54"/>
                    <a:pt x="10" y="55"/>
                  </a:cubicBezTo>
                  <a:cubicBezTo>
                    <a:pt x="15" y="57"/>
                    <a:pt x="21" y="59"/>
                    <a:pt x="27" y="61"/>
                  </a:cubicBezTo>
                  <a:cubicBezTo>
                    <a:pt x="33" y="63"/>
                    <a:pt x="38" y="64"/>
                    <a:pt x="40" y="65"/>
                  </a:cubicBezTo>
                  <a:cubicBezTo>
                    <a:pt x="40" y="65"/>
                    <a:pt x="40" y="65"/>
                    <a:pt x="40" y="65"/>
                  </a:cubicBezTo>
                  <a:cubicBezTo>
                    <a:pt x="40" y="65"/>
                    <a:pt x="40" y="65"/>
                    <a:pt x="40" y="65"/>
                  </a:cubicBezTo>
                  <a:cubicBezTo>
                    <a:pt x="55" y="67"/>
                    <a:pt x="70" y="68"/>
                    <a:pt x="85" y="68"/>
                  </a:cubicBezTo>
                  <a:cubicBezTo>
                    <a:pt x="104" y="68"/>
                    <a:pt x="124" y="66"/>
                    <a:pt x="143" y="61"/>
                  </a:cubicBezTo>
                  <a:cubicBezTo>
                    <a:pt x="143" y="61"/>
                    <a:pt x="143" y="61"/>
                    <a:pt x="143" y="61"/>
                  </a:cubicBezTo>
                  <a:cubicBezTo>
                    <a:pt x="176" y="52"/>
                    <a:pt x="204" y="34"/>
                    <a:pt x="235" y="23"/>
                  </a:cubicBezTo>
                  <a:cubicBezTo>
                    <a:pt x="263" y="13"/>
                    <a:pt x="295" y="6"/>
                    <a:pt x="324" y="3"/>
                  </a:cubicBezTo>
                  <a:cubicBezTo>
                    <a:pt x="325" y="3"/>
                    <a:pt x="326" y="2"/>
                    <a:pt x="326" y="2"/>
                  </a:cubicBezTo>
                  <a:cubicBezTo>
                    <a:pt x="325" y="1"/>
                    <a:pt x="325" y="0"/>
                    <a:pt x="324" y="0"/>
                  </a:cubicBezTo>
                  <a:cubicBezTo>
                    <a:pt x="294" y="3"/>
                    <a:pt x="262" y="10"/>
                    <a:pt x="234" y="20"/>
                  </a:cubicBezTo>
                  <a:cubicBezTo>
                    <a:pt x="202" y="31"/>
                    <a:pt x="174" y="49"/>
                    <a:pt x="142" y="58"/>
                  </a:cubicBezTo>
                  <a:cubicBezTo>
                    <a:pt x="142" y="58"/>
                    <a:pt x="142" y="58"/>
                    <a:pt x="142" y="58"/>
                  </a:cubicBezTo>
                  <a:cubicBezTo>
                    <a:pt x="124" y="63"/>
                    <a:pt x="104" y="65"/>
                    <a:pt x="85" y="65"/>
                  </a:cubicBezTo>
                  <a:cubicBezTo>
                    <a:pt x="70" y="65"/>
                    <a:pt x="55" y="64"/>
                    <a:pt x="41" y="62"/>
                  </a:cubicBezTo>
                  <a:cubicBezTo>
                    <a:pt x="41" y="62"/>
                    <a:pt x="41" y="62"/>
                    <a:pt x="41" y="62"/>
                  </a:cubicBezTo>
                  <a:cubicBezTo>
                    <a:pt x="41" y="62"/>
                    <a:pt x="41" y="62"/>
                    <a:pt x="41" y="62"/>
                  </a:cubicBezTo>
                  <a:cubicBezTo>
                    <a:pt x="39" y="61"/>
                    <a:pt x="37" y="61"/>
                    <a:pt x="33" y="60"/>
                  </a:cubicBezTo>
                  <a:cubicBezTo>
                    <a:pt x="28" y="58"/>
                    <a:pt x="22" y="56"/>
                    <a:pt x="16" y="54"/>
                  </a:cubicBezTo>
                  <a:cubicBezTo>
                    <a:pt x="13" y="53"/>
                    <a:pt x="10" y="52"/>
                    <a:pt x="8" y="52"/>
                  </a:cubicBezTo>
                  <a:cubicBezTo>
                    <a:pt x="6" y="51"/>
                    <a:pt x="4" y="51"/>
                    <a:pt x="3" y="51"/>
                  </a:cubicBezTo>
                  <a:cubicBezTo>
                    <a:pt x="2" y="51"/>
                    <a:pt x="1" y="51"/>
                    <a:pt x="1" y="51"/>
                  </a:cubicBezTo>
                  <a:cubicBezTo>
                    <a:pt x="0" y="52"/>
                    <a:pt x="0" y="53"/>
                    <a:pt x="0" y="53"/>
                  </a:cubicBezTo>
                  <a:cubicBezTo>
                    <a:pt x="1" y="54"/>
                    <a:pt x="2" y="54"/>
                    <a:pt x="2" y="54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7413" name="Freeform 329">
              <a:extLst>
                <a:ext uri="{FF2B5EF4-FFF2-40B4-BE49-F238E27FC236}">
                  <a16:creationId xmlns:a16="http://schemas.microsoft.com/office/drawing/2014/main" id="{21D65A53-6CD9-415C-B2E5-FF11AABE80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2" y="2420"/>
              <a:ext cx="107" cy="10"/>
            </a:xfrm>
            <a:custGeom>
              <a:avLst/>
              <a:gdLst>
                <a:gd name="T0" fmla="*/ 2 w 110"/>
                <a:gd name="T1" fmla="*/ 4 h 10"/>
                <a:gd name="T2" fmla="*/ 24 w 110"/>
                <a:gd name="T3" fmla="*/ 3 h 10"/>
                <a:gd name="T4" fmla="*/ 100 w 110"/>
                <a:gd name="T5" fmla="*/ 10 h 10"/>
                <a:gd name="T6" fmla="*/ 101 w 110"/>
                <a:gd name="T7" fmla="*/ 9 h 10"/>
                <a:gd name="T8" fmla="*/ 100 w 110"/>
                <a:gd name="T9" fmla="*/ 7 h 10"/>
                <a:gd name="T10" fmla="*/ 24 w 110"/>
                <a:gd name="T11" fmla="*/ 0 h 10"/>
                <a:gd name="T12" fmla="*/ 1 w 110"/>
                <a:gd name="T13" fmla="*/ 1 h 10"/>
                <a:gd name="T14" fmla="*/ 0 w 110"/>
                <a:gd name="T15" fmla="*/ 3 h 10"/>
                <a:gd name="T16" fmla="*/ 2 w 110"/>
                <a:gd name="T17" fmla="*/ 4 h 1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0" h="10">
                  <a:moveTo>
                    <a:pt x="2" y="4"/>
                  </a:moveTo>
                  <a:cubicBezTo>
                    <a:pt x="10" y="3"/>
                    <a:pt x="18" y="3"/>
                    <a:pt x="27" y="3"/>
                  </a:cubicBezTo>
                  <a:cubicBezTo>
                    <a:pt x="54" y="3"/>
                    <a:pt x="82" y="7"/>
                    <a:pt x="109" y="10"/>
                  </a:cubicBezTo>
                  <a:cubicBezTo>
                    <a:pt x="110" y="10"/>
                    <a:pt x="110" y="9"/>
                    <a:pt x="110" y="9"/>
                  </a:cubicBezTo>
                  <a:cubicBezTo>
                    <a:pt x="110" y="8"/>
                    <a:pt x="110" y="7"/>
                    <a:pt x="109" y="7"/>
                  </a:cubicBezTo>
                  <a:cubicBezTo>
                    <a:pt x="82" y="4"/>
                    <a:pt x="54" y="0"/>
                    <a:pt x="27" y="0"/>
                  </a:cubicBezTo>
                  <a:cubicBezTo>
                    <a:pt x="18" y="0"/>
                    <a:pt x="10" y="0"/>
                    <a:pt x="1" y="1"/>
                  </a:cubicBezTo>
                  <a:cubicBezTo>
                    <a:pt x="0" y="1"/>
                    <a:pt x="0" y="2"/>
                    <a:pt x="0" y="3"/>
                  </a:cubicBezTo>
                  <a:cubicBezTo>
                    <a:pt x="0" y="4"/>
                    <a:pt x="1" y="4"/>
                    <a:pt x="2" y="4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7414" name="Freeform 330">
              <a:extLst>
                <a:ext uri="{FF2B5EF4-FFF2-40B4-BE49-F238E27FC236}">
                  <a16:creationId xmlns:a16="http://schemas.microsoft.com/office/drawing/2014/main" id="{D5978630-9346-4DD0-86E2-BB5B119A7C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2" y="2508"/>
              <a:ext cx="272" cy="19"/>
            </a:xfrm>
            <a:custGeom>
              <a:avLst/>
              <a:gdLst>
                <a:gd name="T0" fmla="*/ 2 w 280"/>
                <a:gd name="T1" fmla="*/ 10 h 20"/>
                <a:gd name="T2" fmla="*/ 6 w 280"/>
                <a:gd name="T3" fmla="*/ 10 h 20"/>
                <a:gd name="T4" fmla="*/ 19 w 280"/>
                <a:gd name="T5" fmla="*/ 12 h 20"/>
                <a:gd name="T6" fmla="*/ 19 w 280"/>
                <a:gd name="T7" fmla="*/ 11 h 20"/>
                <a:gd name="T8" fmla="*/ 19 w 280"/>
                <a:gd name="T9" fmla="*/ 12 h 20"/>
                <a:gd name="T10" fmla="*/ 65 w 280"/>
                <a:gd name="T11" fmla="*/ 17 h 20"/>
                <a:gd name="T12" fmla="*/ 80 w 280"/>
                <a:gd name="T13" fmla="*/ 17 h 20"/>
                <a:gd name="T14" fmla="*/ 255 w 280"/>
                <a:gd name="T15" fmla="*/ 3 h 20"/>
                <a:gd name="T16" fmla="*/ 256 w 280"/>
                <a:gd name="T17" fmla="*/ 1 h 20"/>
                <a:gd name="T18" fmla="*/ 255 w 280"/>
                <a:gd name="T19" fmla="*/ 0 h 20"/>
                <a:gd name="T20" fmla="*/ 80 w 280"/>
                <a:gd name="T21" fmla="*/ 14 h 20"/>
                <a:gd name="T22" fmla="*/ 65 w 280"/>
                <a:gd name="T23" fmla="*/ 14 h 20"/>
                <a:gd name="T24" fmla="*/ 19 w 280"/>
                <a:gd name="T25" fmla="*/ 10 h 20"/>
                <a:gd name="T26" fmla="*/ 20 w 280"/>
                <a:gd name="T27" fmla="*/ 10 h 20"/>
                <a:gd name="T28" fmla="*/ 19 w 280"/>
                <a:gd name="T29" fmla="*/ 10 h 20"/>
                <a:gd name="T30" fmla="*/ 6 w 280"/>
                <a:gd name="T31" fmla="*/ 8 h 20"/>
                <a:gd name="T32" fmla="*/ 1 w 280"/>
                <a:gd name="T33" fmla="*/ 9 h 20"/>
                <a:gd name="T34" fmla="*/ 0 w 280"/>
                <a:gd name="T35" fmla="*/ 10 h 20"/>
                <a:gd name="T36" fmla="*/ 2 w 280"/>
                <a:gd name="T37" fmla="*/ 10 h 20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280" h="20">
                  <a:moveTo>
                    <a:pt x="2" y="12"/>
                  </a:moveTo>
                  <a:cubicBezTo>
                    <a:pt x="3" y="11"/>
                    <a:pt x="5" y="11"/>
                    <a:pt x="6" y="11"/>
                  </a:cubicBezTo>
                  <a:cubicBezTo>
                    <a:pt x="11" y="11"/>
                    <a:pt x="16" y="13"/>
                    <a:pt x="22" y="15"/>
                  </a:cubicBezTo>
                  <a:cubicBezTo>
                    <a:pt x="22" y="14"/>
                    <a:pt x="22" y="14"/>
                    <a:pt x="22" y="14"/>
                  </a:cubicBezTo>
                  <a:cubicBezTo>
                    <a:pt x="22" y="15"/>
                    <a:pt x="22" y="15"/>
                    <a:pt x="22" y="15"/>
                  </a:cubicBezTo>
                  <a:cubicBezTo>
                    <a:pt x="38" y="18"/>
                    <a:pt x="55" y="19"/>
                    <a:pt x="71" y="20"/>
                  </a:cubicBezTo>
                  <a:cubicBezTo>
                    <a:pt x="76" y="20"/>
                    <a:pt x="81" y="20"/>
                    <a:pt x="86" y="20"/>
                  </a:cubicBezTo>
                  <a:cubicBezTo>
                    <a:pt x="151" y="20"/>
                    <a:pt x="214" y="7"/>
                    <a:pt x="278" y="3"/>
                  </a:cubicBezTo>
                  <a:cubicBezTo>
                    <a:pt x="279" y="3"/>
                    <a:pt x="280" y="2"/>
                    <a:pt x="280" y="1"/>
                  </a:cubicBezTo>
                  <a:cubicBezTo>
                    <a:pt x="280" y="1"/>
                    <a:pt x="279" y="0"/>
                    <a:pt x="278" y="0"/>
                  </a:cubicBezTo>
                  <a:cubicBezTo>
                    <a:pt x="214" y="4"/>
                    <a:pt x="151" y="17"/>
                    <a:pt x="86" y="17"/>
                  </a:cubicBezTo>
                  <a:cubicBezTo>
                    <a:pt x="81" y="17"/>
                    <a:pt x="76" y="17"/>
                    <a:pt x="71" y="17"/>
                  </a:cubicBezTo>
                  <a:cubicBezTo>
                    <a:pt x="55" y="16"/>
                    <a:pt x="38" y="15"/>
                    <a:pt x="22" y="12"/>
                  </a:cubicBezTo>
                  <a:cubicBezTo>
                    <a:pt x="23" y="12"/>
                    <a:pt x="23" y="12"/>
                    <a:pt x="23" y="12"/>
                  </a:cubicBezTo>
                  <a:cubicBezTo>
                    <a:pt x="22" y="12"/>
                    <a:pt x="22" y="12"/>
                    <a:pt x="22" y="12"/>
                  </a:cubicBezTo>
                  <a:cubicBezTo>
                    <a:pt x="18" y="11"/>
                    <a:pt x="12" y="8"/>
                    <a:pt x="6" y="8"/>
                  </a:cubicBezTo>
                  <a:cubicBezTo>
                    <a:pt x="5" y="8"/>
                    <a:pt x="3" y="8"/>
                    <a:pt x="1" y="9"/>
                  </a:cubicBezTo>
                  <a:cubicBezTo>
                    <a:pt x="0" y="9"/>
                    <a:pt x="0" y="10"/>
                    <a:pt x="0" y="11"/>
                  </a:cubicBezTo>
                  <a:cubicBezTo>
                    <a:pt x="0" y="12"/>
                    <a:pt x="1" y="12"/>
                    <a:pt x="2" y="12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7415" name="Freeform 331">
              <a:extLst>
                <a:ext uri="{FF2B5EF4-FFF2-40B4-BE49-F238E27FC236}">
                  <a16:creationId xmlns:a16="http://schemas.microsoft.com/office/drawing/2014/main" id="{8DBDFDB9-B607-436E-875C-EC0137686A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9" y="2517"/>
              <a:ext cx="59" cy="33"/>
            </a:xfrm>
            <a:custGeom>
              <a:avLst/>
              <a:gdLst>
                <a:gd name="T0" fmla="*/ 54 w 60"/>
                <a:gd name="T1" fmla="*/ 0 h 34"/>
                <a:gd name="T2" fmla="*/ 0 w 60"/>
                <a:gd name="T3" fmla="*/ 28 h 34"/>
                <a:gd name="T4" fmla="*/ 0 w 60"/>
                <a:gd name="T5" fmla="*/ 30 h 34"/>
                <a:gd name="T6" fmla="*/ 2 w 60"/>
                <a:gd name="T7" fmla="*/ 31 h 34"/>
                <a:gd name="T8" fmla="*/ 56 w 60"/>
                <a:gd name="T9" fmla="*/ 3 h 34"/>
                <a:gd name="T10" fmla="*/ 56 w 60"/>
                <a:gd name="T11" fmla="*/ 1 h 34"/>
                <a:gd name="T12" fmla="*/ 54 w 60"/>
                <a:gd name="T13" fmla="*/ 0 h 3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0" h="34">
                  <a:moveTo>
                    <a:pt x="57" y="0"/>
                  </a:moveTo>
                  <a:cubicBezTo>
                    <a:pt x="39" y="12"/>
                    <a:pt x="19" y="20"/>
                    <a:pt x="0" y="31"/>
                  </a:cubicBezTo>
                  <a:cubicBezTo>
                    <a:pt x="0" y="32"/>
                    <a:pt x="0" y="33"/>
                    <a:pt x="0" y="33"/>
                  </a:cubicBezTo>
                  <a:cubicBezTo>
                    <a:pt x="0" y="34"/>
                    <a:pt x="1" y="34"/>
                    <a:pt x="2" y="34"/>
                  </a:cubicBezTo>
                  <a:cubicBezTo>
                    <a:pt x="20" y="22"/>
                    <a:pt x="40" y="14"/>
                    <a:pt x="59" y="3"/>
                  </a:cubicBezTo>
                  <a:cubicBezTo>
                    <a:pt x="59" y="2"/>
                    <a:pt x="60" y="1"/>
                    <a:pt x="59" y="1"/>
                  </a:cubicBezTo>
                  <a:cubicBezTo>
                    <a:pt x="59" y="0"/>
                    <a:pt x="58" y="0"/>
                    <a:pt x="57" y="0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7416" name="Freeform 332">
              <a:extLst>
                <a:ext uri="{FF2B5EF4-FFF2-40B4-BE49-F238E27FC236}">
                  <a16:creationId xmlns:a16="http://schemas.microsoft.com/office/drawing/2014/main" id="{C0C47FB5-B85B-4323-95B4-38EF9D0773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7" y="2569"/>
              <a:ext cx="343" cy="33"/>
            </a:xfrm>
            <a:custGeom>
              <a:avLst/>
              <a:gdLst>
                <a:gd name="T0" fmla="*/ 2 w 353"/>
                <a:gd name="T1" fmla="*/ 17 h 34"/>
                <a:gd name="T2" fmla="*/ 69 w 353"/>
                <a:gd name="T3" fmla="*/ 3 h 34"/>
                <a:gd name="T4" fmla="*/ 99 w 353"/>
                <a:gd name="T5" fmla="*/ 5 h 34"/>
                <a:gd name="T6" fmla="*/ 323 w 353"/>
                <a:gd name="T7" fmla="*/ 31 h 34"/>
                <a:gd name="T8" fmla="*/ 324 w 353"/>
                <a:gd name="T9" fmla="*/ 29 h 34"/>
                <a:gd name="T10" fmla="*/ 323 w 353"/>
                <a:gd name="T11" fmla="*/ 28 h 34"/>
                <a:gd name="T12" fmla="*/ 99 w 353"/>
                <a:gd name="T13" fmla="*/ 2 h 34"/>
                <a:gd name="T14" fmla="*/ 69 w 353"/>
                <a:gd name="T15" fmla="*/ 0 h 34"/>
                <a:gd name="T16" fmla="*/ 1 w 353"/>
                <a:gd name="T17" fmla="*/ 14 h 34"/>
                <a:gd name="T18" fmla="*/ 0 w 353"/>
                <a:gd name="T19" fmla="*/ 16 h 34"/>
                <a:gd name="T20" fmla="*/ 2 w 353"/>
                <a:gd name="T21" fmla="*/ 17 h 3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53" h="34">
                  <a:moveTo>
                    <a:pt x="2" y="17"/>
                  </a:moveTo>
                  <a:cubicBezTo>
                    <a:pt x="24" y="6"/>
                    <a:pt x="50" y="3"/>
                    <a:pt x="75" y="3"/>
                  </a:cubicBezTo>
                  <a:cubicBezTo>
                    <a:pt x="86" y="3"/>
                    <a:pt x="98" y="4"/>
                    <a:pt x="108" y="5"/>
                  </a:cubicBezTo>
                  <a:cubicBezTo>
                    <a:pt x="189" y="11"/>
                    <a:pt x="270" y="32"/>
                    <a:pt x="352" y="34"/>
                  </a:cubicBezTo>
                  <a:cubicBezTo>
                    <a:pt x="352" y="34"/>
                    <a:pt x="353" y="33"/>
                    <a:pt x="353" y="32"/>
                  </a:cubicBezTo>
                  <a:cubicBezTo>
                    <a:pt x="353" y="32"/>
                    <a:pt x="352" y="31"/>
                    <a:pt x="352" y="31"/>
                  </a:cubicBezTo>
                  <a:cubicBezTo>
                    <a:pt x="270" y="29"/>
                    <a:pt x="190" y="8"/>
                    <a:pt x="108" y="2"/>
                  </a:cubicBezTo>
                  <a:cubicBezTo>
                    <a:pt x="98" y="1"/>
                    <a:pt x="87" y="0"/>
                    <a:pt x="75" y="0"/>
                  </a:cubicBezTo>
                  <a:cubicBezTo>
                    <a:pt x="50" y="0"/>
                    <a:pt x="23" y="3"/>
                    <a:pt x="1" y="14"/>
                  </a:cubicBezTo>
                  <a:cubicBezTo>
                    <a:pt x="0" y="15"/>
                    <a:pt x="0" y="16"/>
                    <a:pt x="0" y="16"/>
                  </a:cubicBezTo>
                  <a:cubicBezTo>
                    <a:pt x="1" y="17"/>
                    <a:pt x="2" y="17"/>
                    <a:pt x="2" y="17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7417" name="Freeform 333">
              <a:extLst>
                <a:ext uri="{FF2B5EF4-FFF2-40B4-BE49-F238E27FC236}">
                  <a16:creationId xmlns:a16="http://schemas.microsoft.com/office/drawing/2014/main" id="{18F47D1E-9735-4CBB-99F8-1C07B52001E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6" y="2583"/>
              <a:ext cx="147" cy="33"/>
            </a:xfrm>
            <a:custGeom>
              <a:avLst/>
              <a:gdLst>
                <a:gd name="T0" fmla="*/ 138 w 151"/>
                <a:gd name="T1" fmla="*/ 0 h 33"/>
                <a:gd name="T2" fmla="*/ 137 w 151"/>
                <a:gd name="T3" fmla="*/ 0 h 33"/>
                <a:gd name="T4" fmla="*/ 99 w 151"/>
                <a:gd name="T5" fmla="*/ 11 h 33"/>
                <a:gd name="T6" fmla="*/ 1 w 151"/>
                <a:gd name="T7" fmla="*/ 30 h 33"/>
                <a:gd name="T8" fmla="*/ 0 w 151"/>
                <a:gd name="T9" fmla="*/ 31 h 33"/>
                <a:gd name="T10" fmla="*/ 2 w 151"/>
                <a:gd name="T11" fmla="*/ 33 h 33"/>
                <a:gd name="T12" fmla="*/ 100 w 151"/>
                <a:gd name="T13" fmla="*/ 14 h 33"/>
                <a:gd name="T14" fmla="*/ 137 w 151"/>
                <a:gd name="T15" fmla="*/ 3 h 33"/>
                <a:gd name="T16" fmla="*/ 138 w 151"/>
                <a:gd name="T17" fmla="*/ 3 h 33"/>
                <a:gd name="T18" fmla="*/ 139 w 151"/>
                <a:gd name="T19" fmla="*/ 2 h 33"/>
                <a:gd name="T20" fmla="*/ 138 w 151"/>
                <a:gd name="T21" fmla="*/ 0 h 3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51" h="33">
                  <a:moveTo>
                    <a:pt x="150" y="0"/>
                  </a:moveTo>
                  <a:cubicBezTo>
                    <a:pt x="149" y="0"/>
                    <a:pt x="149" y="0"/>
                    <a:pt x="149" y="0"/>
                  </a:cubicBezTo>
                  <a:cubicBezTo>
                    <a:pt x="134" y="0"/>
                    <a:pt x="122" y="7"/>
                    <a:pt x="108" y="11"/>
                  </a:cubicBezTo>
                  <a:cubicBezTo>
                    <a:pt x="74" y="21"/>
                    <a:pt x="37" y="24"/>
                    <a:pt x="1" y="30"/>
                  </a:cubicBezTo>
                  <a:cubicBezTo>
                    <a:pt x="0" y="30"/>
                    <a:pt x="0" y="30"/>
                    <a:pt x="0" y="31"/>
                  </a:cubicBezTo>
                  <a:cubicBezTo>
                    <a:pt x="0" y="32"/>
                    <a:pt x="1" y="33"/>
                    <a:pt x="2" y="33"/>
                  </a:cubicBezTo>
                  <a:cubicBezTo>
                    <a:pt x="37" y="27"/>
                    <a:pt x="74" y="24"/>
                    <a:pt x="109" y="14"/>
                  </a:cubicBezTo>
                  <a:cubicBezTo>
                    <a:pt x="123" y="10"/>
                    <a:pt x="135" y="3"/>
                    <a:pt x="149" y="3"/>
                  </a:cubicBezTo>
                  <a:cubicBezTo>
                    <a:pt x="149" y="3"/>
                    <a:pt x="149" y="3"/>
                    <a:pt x="150" y="3"/>
                  </a:cubicBezTo>
                  <a:cubicBezTo>
                    <a:pt x="151" y="3"/>
                    <a:pt x="151" y="3"/>
                    <a:pt x="151" y="2"/>
                  </a:cubicBezTo>
                  <a:cubicBezTo>
                    <a:pt x="151" y="1"/>
                    <a:pt x="151" y="0"/>
                    <a:pt x="150" y="0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7418" name="Freeform 334">
              <a:extLst>
                <a:ext uri="{FF2B5EF4-FFF2-40B4-BE49-F238E27FC236}">
                  <a16:creationId xmlns:a16="http://schemas.microsoft.com/office/drawing/2014/main" id="{F412CB36-E1C8-404F-89B6-BD36229B647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5" y="2335"/>
              <a:ext cx="24" cy="95"/>
            </a:xfrm>
            <a:custGeom>
              <a:avLst/>
              <a:gdLst>
                <a:gd name="T0" fmla="*/ 20 w 25"/>
                <a:gd name="T1" fmla="*/ 88 h 98"/>
                <a:gd name="T2" fmla="*/ 22 w 25"/>
                <a:gd name="T3" fmla="*/ 75 h 98"/>
                <a:gd name="T4" fmla="*/ 17 w 25"/>
                <a:gd name="T5" fmla="*/ 48 h 98"/>
                <a:gd name="T6" fmla="*/ 10 w 25"/>
                <a:gd name="T7" fmla="*/ 30 h 98"/>
                <a:gd name="T8" fmla="*/ 3 w 25"/>
                <a:gd name="T9" fmla="*/ 1 h 98"/>
                <a:gd name="T10" fmla="*/ 2 w 25"/>
                <a:gd name="T11" fmla="*/ 0 h 98"/>
                <a:gd name="T12" fmla="*/ 0 w 25"/>
                <a:gd name="T13" fmla="*/ 2 h 98"/>
                <a:gd name="T14" fmla="*/ 8 w 25"/>
                <a:gd name="T15" fmla="*/ 31 h 98"/>
                <a:gd name="T16" fmla="*/ 14 w 25"/>
                <a:gd name="T17" fmla="*/ 49 h 98"/>
                <a:gd name="T18" fmla="*/ 19 w 25"/>
                <a:gd name="T19" fmla="*/ 75 h 98"/>
                <a:gd name="T20" fmla="*/ 17 w 25"/>
                <a:gd name="T21" fmla="*/ 87 h 98"/>
                <a:gd name="T22" fmla="*/ 18 w 25"/>
                <a:gd name="T23" fmla="*/ 89 h 98"/>
                <a:gd name="T24" fmla="*/ 20 w 25"/>
                <a:gd name="T25" fmla="*/ 88 h 9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5" h="98">
                  <a:moveTo>
                    <a:pt x="23" y="97"/>
                  </a:moveTo>
                  <a:cubicBezTo>
                    <a:pt x="24" y="92"/>
                    <a:pt x="25" y="87"/>
                    <a:pt x="25" y="82"/>
                  </a:cubicBezTo>
                  <a:cubicBezTo>
                    <a:pt x="25" y="72"/>
                    <a:pt x="23" y="63"/>
                    <a:pt x="20" y="54"/>
                  </a:cubicBezTo>
                  <a:cubicBezTo>
                    <a:pt x="17" y="47"/>
                    <a:pt x="13" y="40"/>
                    <a:pt x="10" y="33"/>
                  </a:cubicBezTo>
                  <a:cubicBezTo>
                    <a:pt x="7" y="24"/>
                    <a:pt x="6" y="12"/>
                    <a:pt x="3" y="1"/>
                  </a:cubicBezTo>
                  <a:cubicBezTo>
                    <a:pt x="3" y="1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3" y="12"/>
                    <a:pt x="4" y="24"/>
                    <a:pt x="8" y="34"/>
                  </a:cubicBezTo>
                  <a:cubicBezTo>
                    <a:pt x="10" y="42"/>
                    <a:pt x="14" y="48"/>
                    <a:pt x="17" y="55"/>
                  </a:cubicBezTo>
                  <a:cubicBezTo>
                    <a:pt x="20" y="64"/>
                    <a:pt x="22" y="73"/>
                    <a:pt x="22" y="82"/>
                  </a:cubicBezTo>
                  <a:cubicBezTo>
                    <a:pt x="22" y="87"/>
                    <a:pt x="21" y="91"/>
                    <a:pt x="20" y="96"/>
                  </a:cubicBezTo>
                  <a:cubicBezTo>
                    <a:pt x="20" y="97"/>
                    <a:pt x="20" y="98"/>
                    <a:pt x="21" y="98"/>
                  </a:cubicBezTo>
                  <a:cubicBezTo>
                    <a:pt x="22" y="98"/>
                    <a:pt x="23" y="98"/>
                    <a:pt x="23" y="97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7419" name="Freeform 335">
              <a:extLst>
                <a:ext uri="{FF2B5EF4-FFF2-40B4-BE49-F238E27FC236}">
                  <a16:creationId xmlns:a16="http://schemas.microsoft.com/office/drawing/2014/main" id="{5FD8E8A5-8EC2-4A7A-8E6F-D6AD574F716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3" y="2258"/>
              <a:ext cx="21" cy="62"/>
            </a:xfrm>
            <a:custGeom>
              <a:avLst/>
              <a:gdLst>
                <a:gd name="T0" fmla="*/ 17 w 22"/>
                <a:gd name="T1" fmla="*/ 56 h 64"/>
                <a:gd name="T2" fmla="*/ 17 w 22"/>
                <a:gd name="T3" fmla="*/ 55 h 64"/>
                <a:gd name="T4" fmla="*/ 19 w 22"/>
                <a:gd name="T5" fmla="*/ 35 h 64"/>
                <a:gd name="T6" fmla="*/ 19 w 22"/>
                <a:gd name="T7" fmla="*/ 31 h 64"/>
                <a:gd name="T8" fmla="*/ 11 w 22"/>
                <a:gd name="T9" fmla="*/ 16 h 64"/>
                <a:gd name="T10" fmla="*/ 3 w 22"/>
                <a:gd name="T11" fmla="*/ 1 h 64"/>
                <a:gd name="T12" fmla="*/ 1 w 22"/>
                <a:gd name="T13" fmla="*/ 0 h 64"/>
                <a:gd name="T14" fmla="*/ 0 w 22"/>
                <a:gd name="T15" fmla="*/ 2 h 64"/>
                <a:gd name="T16" fmla="*/ 11 w 22"/>
                <a:gd name="T17" fmla="*/ 16 h 64"/>
                <a:gd name="T18" fmla="*/ 16 w 22"/>
                <a:gd name="T19" fmla="*/ 31 h 64"/>
                <a:gd name="T20" fmla="*/ 16 w 22"/>
                <a:gd name="T21" fmla="*/ 35 h 64"/>
                <a:gd name="T22" fmla="*/ 14 w 22"/>
                <a:gd name="T23" fmla="*/ 55 h 64"/>
                <a:gd name="T24" fmla="*/ 14 w 22"/>
                <a:gd name="T25" fmla="*/ 56 h 64"/>
                <a:gd name="T26" fmla="*/ 15 w 22"/>
                <a:gd name="T27" fmla="*/ 58 h 64"/>
                <a:gd name="T28" fmla="*/ 17 w 22"/>
                <a:gd name="T29" fmla="*/ 56 h 6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2" h="64">
                  <a:moveTo>
                    <a:pt x="20" y="62"/>
                  </a:moveTo>
                  <a:cubicBezTo>
                    <a:pt x="20" y="62"/>
                    <a:pt x="20" y="61"/>
                    <a:pt x="20" y="61"/>
                  </a:cubicBezTo>
                  <a:cubicBezTo>
                    <a:pt x="20" y="54"/>
                    <a:pt x="22" y="46"/>
                    <a:pt x="22" y="38"/>
                  </a:cubicBezTo>
                  <a:cubicBezTo>
                    <a:pt x="22" y="37"/>
                    <a:pt x="22" y="35"/>
                    <a:pt x="22" y="34"/>
                  </a:cubicBezTo>
                  <a:cubicBezTo>
                    <a:pt x="21" y="27"/>
                    <a:pt x="17" y="21"/>
                    <a:pt x="14" y="16"/>
                  </a:cubicBezTo>
                  <a:cubicBezTo>
                    <a:pt x="10" y="11"/>
                    <a:pt x="6" y="6"/>
                    <a:pt x="3" y="1"/>
                  </a:cubicBezTo>
                  <a:cubicBezTo>
                    <a:pt x="2" y="0"/>
                    <a:pt x="1" y="0"/>
                    <a:pt x="1" y="0"/>
                  </a:cubicBezTo>
                  <a:cubicBezTo>
                    <a:pt x="0" y="1"/>
                    <a:pt x="0" y="2"/>
                    <a:pt x="0" y="2"/>
                  </a:cubicBezTo>
                  <a:cubicBezTo>
                    <a:pt x="3" y="8"/>
                    <a:pt x="8" y="13"/>
                    <a:pt x="11" y="18"/>
                  </a:cubicBezTo>
                  <a:cubicBezTo>
                    <a:pt x="15" y="23"/>
                    <a:pt x="18" y="28"/>
                    <a:pt x="19" y="34"/>
                  </a:cubicBezTo>
                  <a:cubicBezTo>
                    <a:pt x="19" y="35"/>
                    <a:pt x="19" y="37"/>
                    <a:pt x="19" y="38"/>
                  </a:cubicBezTo>
                  <a:cubicBezTo>
                    <a:pt x="19" y="45"/>
                    <a:pt x="17" y="53"/>
                    <a:pt x="17" y="61"/>
                  </a:cubicBezTo>
                  <a:cubicBezTo>
                    <a:pt x="17" y="61"/>
                    <a:pt x="17" y="62"/>
                    <a:pt x="17" y="62"/>
                  </a:cubicBezTo>
                  <a:cubicBezTo>
                    <a:pt x="17" y="63"/>
                    <a:pt x="17" y="64"/>
                    <a:pt x="18" y="64"/>
                  </a:cubicBezTo>
                  <a:cubicBezTo>
                    <a:pt x="19" y="64"/>
                    <a:pt x="20" y="63"/>
                    <a:pt x="20" y="62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7420" name="Freeform 336">
              <a:extLst>
                <a:ext uri="{FF2B5EF4-FFF2-40B4-BE49-F238E27FC236}">
                  <a16:creationId xmlns:a16="http://schemas.microsoft.com/office/drawing/2014/main" id="{A9334924-011F-48D5-9551-1BF0B6B96C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5" y="2101"/>
              <a:ext cx="91" cy="64"/>
            </a:xfrm>
            <a:custGeom>
              <a:avLst/>
              <a:gdLst>
                <a:gd name="T0" fmla="*/ 2 w 93"/>
                <a:gd name="T1" fmla="*/ 3 h 65"/>
                <a:gd name="T2" fmla="*/ 22 w 93"/>
                <a:gd name="T3" fmla="*/ 9 h 65"/>
                <a:gd name="T4" fmla="*/ 66 w 93"/>
                <a:gd name="T5" fmla="*/ 28 h 65"/>
                <a:gd name="T6" fmla="*/ 81 w 93"/>
                <a:gd name="T7" fmla="*/ 36 h 65"/>
                <a:gd name="T8" fmla="*/ 84 w 93"/>
                <a:gd name="T9" fmla="*/ 54 h 65"/>
                <a:gd name="T10" fmla="*/ 84 w 93"/>
                <a:gd name="T11" fmla="*/ 61 h 65"/>
                <a:gd name="T12" fmla="*/ 86 w 93"/>
                <a:gd name="T13" fmla="*/ 62 h 65"/>
                <a:gd name="T14" fmla="*/ 87 w 93"/>
                <a:gd name="T15" fmla="*/ 61 h 65"/>
                <a:gd name="T16" fmla="*/ 87 w 93"/>
                <a:gd name="T17" fmla="*/ 54 h 65"/>
                <a:gd name="T18" fmla="*/ 84 w 93"/>
                <a:gd name="T19" fmla="*/ 34 h 65"/>
                <a:gd name="T20" fmla="*/ 67 w 93"/>
                <a:gd name="T21" fmla="*/ 25 h 65"/>
                <a:gd name="T22" fmla="*/ 23 w 93"/>
                <a:gd name="T23" fmla="*/ 7 h 65"/>
                <a:gd name="T24" fmla="*/ 2 w 93"/>
                <a:gd name="T25" fmla="*/ 0 h 65"/>
                <a:gd name="T26" fmla="*/ 0 w 93"/>
                <a:gd name="T27" fmla="*/ 1 h 65"/>
                <a:gd name="T28" fmla="*/ 2 w 93"/>
                <a:gd name="T29" fmla="*/ 3 h 65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93" h="65">
                  <a:moveTo>
                    <a:pt x="2" y="3"/>
                  </a:moveTo>
                  <a:cubicBezTo>
                    <a:pt x="9" y="3"/>
                    <a:pt x="15" y="6"/>
                    <a:pt x="22" y="9"/>
                  </a:cubicBezTo>
                  <a:cubicBezTo>
                    <a:pt x="38" y="16"/>
                    <a:pt x="53" y="23"/>
                    <a:pt x="70" y="28"/>
                  </a:cubicBezTo>
                  <a:cubicBezTo>
                    <a:pt x="80" y="31"/>
                    <a:pt x="85" y="35"/>
                    <a:pt x="87" y="39"/>
                  </a:cubicBezTo>
                  <a:cubicBezTo>
                    <a:pt x="90" y="43"/>
                    <a:pt x="90" y="48"/>
                    <a:pt x="90" y="57"/>
                  </a:cubicBezTo>
                  <a:cubicBezTo>
                    <a:pt x="90" y="59"/>
                    <a:pt x="90" y="61"/>
                    <a:pt x="90" y="64"/>
                  </a:cubicBezTo>
                  <a:cubicBezTo>
                    <a:pt x="90" y="65"/>
                    <a:pt x="91" y="65"/>
                    <a:pt x="92" y="65"/>
                  </a:cubicBezTo>
                  <a:cubicBezTo>
                    <a:pt x="93" y="65"/>
                    <a:pt x="93" y="65"/>
                    <a:pt x="93" y="64"/>
                  </a:cubicBezTo>
                  <a:cubicBezTo>
                    <a:pt x="93" y="61"/>
                    <a:pt x="93" y="59"/>
                    <a:pt x="93" y="57"/>
                  </a:cubicBezTo>
                  <a:cubicBezTo>
                    <a:pt x="93" y="48"/>
                    <a:pt x="93" y="42"/>
                    <a:pt x="90" y="37"/>
                  </a:cubicBezTo>
                  <a:cubicBezTo>
                    <a:pt x="87" y="32"/>
                    <a:pt x="81" y="29"/>
                    <a:pt x="71" y="25"/>
                  </a:cubicBezTo>
                  <a:cubicBezTo>
                    <a:pt x="54" y="20"/>
                    <a:pt x="39" y="14"/>
                    <a:pt x="23" y="7"/>
                  </a:cubicBezTo>
                  <a:cubicBezTo>
                    <a:pt x="16" y="4"/>
                    <a:pt x="10" y="0"/>
                    <a:pt x="2" y="0"/>
                  </a:cubicBezTo>
                  <a:cubicBezTo>
                    <a:pt x="1" y="0"/>
                    <a:pt x="0" y="0"/>
                    <a:pt x="0" y="1"/>
                  </a:cubicBezTo>
                  <a:cubicBezTo>
                    <a:pt x="0" y="2"/>
                    <a:pt x="1" y="3"/>
                    <a:pt x="2" y="3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7421" name="Freeform 337">
              <a:extLst>
                <a:ext uri="{FF2B5EF4-FFF2-40B4-BE49-F238E27FC236}">
                  <a16:creationId xmlns:a16="http://schemas.microsoft.com/office/drawing/2014/main" id="{8B73B6A6-69AC-4EC5-BB4C-6701A468E0C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1" y="2054"/>
              <a:ext cx="18" cy="25"/>
            </a:xfrm>
            <a:custGeom>
              <a:avLst/>
              <a:gdLst>
                <a:gd name="T0" fmla="*/ 0 w 19"/>
                <a:gd name="T1" fmla="*/ 2 h 26"/>
                <a:gd name="T2" fmla="*/ 13 w 19"/>
                <a:gd name="T3" fmla="*/ 22 h 26"/>
                <a:gd name="T4" fmla="*/ 15 w 19"/>
                <a:gd name="T5" fmla="*/ 22 h 26"/>
                <a:gd name="T6" fmla="*/ 16 w 19"/>
                <a:gd name="T7" fmla="*/ 20 h 26"/>
                <a:gd name="T8" fmla="*/ 3 w 19"/>
                <a:gd name="T9" fmla="*/ 1 h 26"/>
                <a:gd name="T10" fmla="*/ 1 w 19"/>
                <a:gd name="T11" fmla="*/ 0 h 26"/>
                <a:gd name="T12" fmla="*/ 0 w 19"/>
                <a:gd name="T13" fmla="*/ 2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" h="26">
                  <a:moveTo>
                    <a:pt x="0" y="2"/>
                  </a:moveTo>
                  <a:cubicBezTo>
                    <a:pt x="6" y="10"/>
                    <a:pt x="12" y="17"/>
                    <a:pt x="16" y="25"/>
                  </a:cubicBezTo>
                  <a:cubicBezTo>
                    <a:pt x="16" y="25"/>
                    <a:pt x="17" y="26"/>
                    <a:pt x="18" y="25"/>
                  </a:cubicBezTo>
                  <a:cubicBezTo>
                    <a:pt x="19" y="25"/>
                    <a:pt x="19" y="24"/>
                    <a:pt x="19" y="23"/>
                  </a:cubicBezTo>
                  <a:cubicBezTo>
                    <a:pt x="14" y="15"/>
                    <a:pt x="8" y="8"/>
                    <a:pt x="3" y="1"/>
                  </a:cubicBezTo>
                  <a:cubicBezTo>
                    <a:pt x="2" y="0"/>
                    <a:pt x="1" y="0"/>
                    <a:pt x="1" y="0"/>
                  </a:cubicBezTo>
                  <a:cubicBezTo>
                    <a:pt x="0" y="1"/>
                    <a:pt x="0" y="2"/>
                    <a:pt x="0" y="2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7422" name="Freeform 338">
              <a:extLst>
                <a:ext uri="{FF2B5EF4-FFF2-40B4-BE49-F238E27FC236}">
                  <a16:creationId xmlns:a16="http://schemas.microsoft.com/office/drawing/2014/main" id="{CA30D02D-2119-4B14-916E-189BB0E60D6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4" y="2072"/>
              <a:ext cx="6" cy="22"/>
            </a:xfrm>
            <a:custGeom>
              <a:avLst/>
              <a:gdLst>
                <a:gd name="T0" fmla="*/ 3 w 6"/>
                <a:gd name="T1" fmla="*/ 2 h 22"/>
                <a:gd name="T2" fmla="*/ 3 w 6"/>
                <a:gd name="T3" fmla="*/ 5 h 22"/>
                <a:gd name="T4" fmla="*/ 0 w 6"/>
                <a:gd name="T5" fmla="*/ 20 h 22"/>
                <a:gd name="T6" fmla="*/ 1 w 6"/>
                <a:gd name="T7" fmla="*/ 22 h 22"/>
                <a:gd name="T8" fmla="*/ 3 w 6"/>
                <a:gd name="T9" fmla="*/ 21 h 22"/>
                <a:gd name="T10" fmla="*/ 6 w 6"/>
                <a:gd name="T11" fmla="*/ 5 h 22"/>
                <a:gd name="T12" fmla="*/ 6 w 6"/>
                <a:gd name="T13" fmla="*/ 2 h 22"/>
                <a:gd name="T14" fmla="*/ 4 w 6"/>
                <a:gd name="T15" fmla="*/ 0 h 22"/>
                <a:gd name="T16" fmla="*/ 3 w 6"/>
                <a:gd name="T17" fmla="*/ 2 h 2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" h="22">
                  <a:moveTo>
                    <a:pt x="3" y="2"/>
                  </a:moveTo>
                  <a:cubicBezTo>
                    <a:pt x="3" y="3"/>
                    <a:pt x="3" y="4"/>
                    <a:pt x="3" y="5"/>
                  </a:cubicBezTo>
                  <a:cubicBezTo>
                    <a:pt x="3" y="10"/>
                    <a:pt x="2" y="15"/>
                    <a:pt x="0" y="20"/>
                  </a:cubicBezTo>
                  <a:cubicBezTo>
                    <a:pt x="0" y="21"/>
                    <a:pt x="0" y="22"/>
                    <a:pt x="1" y="22"/>
                  </a:cubicBezTo>
                  <a:cubicBezTo>
                    <a:pt x="2" y="22"/>
                    <a:pt x="3" y="22"/>
                    <a:pt x="3" y="21"/>
                  </a:cubicBezTo>
                  <a:cubicBezTo>
                    <a:pt x="5" y="16"/>
                    <a:pt x="6" y="11"/>
                    <a:pt x="6" y="5"/>
                  </a:cubicBezTo>
                  <a:cubicBezTo>
                    <a:pt x="6" y="4"/>
                    <a:pt x="6" y="3"/>
                    <a:pt x="6" y="2"/>
                  </a:cubicBezTo>
                  <a:cubicBezTo>
                    <a:pt x="6" y="1"/>
                    <a:pt x="5" y="0"/>
                    <a:pt x="4" y="0"/>
                  </a:cubicBezTo>
                  <a:cubicBezTo>
                    <a:pt x="4" y="1"/>
                    <a:pt x="3" y="1"/>
                    <a:pt x="3" y="2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7423" name="Freeform 339">
              <a:extLst>
                <a:ext uri="{FF2B5EF4-FFF2-40B4-BE49-F238E27FC236}">
                  <a16:creationId xmlns:a16="http://schemas.microsoft.com/office/drawing/2014/main" id="{BD9FC9FF-F22E-4620-9E88-C6E48D373DD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4" y="2476"/>
              <a:ext cx="37" cy="232"/>
            </a:xfrm>
            <a:custGeom>
              <a:avLst/>
              <a:gdLst>
                <a:gd name="T0" fmla="*/ 2 w 38"/>
                <a:gd name="T1" fmla="*/ 3 h 239"/>
                <a:gd name="T2" fmla="*/ 2 w 38"/>
                <a:gd name="T3" fmla="*/ 3 h 239"/>
                <a:gd name="T4" fmla="*/ 2 w 38"/>
                <a:gd name="T5" fmla="*/ 3 h 239"/>
                <a:gd name="T6" fmla="*/ 3 w 38"/>
                <a:gd name="T7" fmla="*/ 9 h 239"/>
                <a:gd name="T8" fmla="*/ 6 w 38"/>
                <a:gd name="T9" fmla="*/ 17 h 239"/>
                <a:gd name="T10" fmla="*/ 13 w 38"/>
                <a:gd name="T11" fmla="*/ 22 h 239"/>
                <a:gd name="T12" fmla="*/ 17 w 38"/>
                <a:gd name="T13" fmla="*/ 46 h 239"/>
                <a:gd name="T14" fmla="*/ 19 w 38"/>
                <a:gd name="T15" fmla="*/ 52 h 239"/>
                <a:gd name="T16" fmla="*/ 23 w 38"/>
                <a:gd name="T17" fmla="*/ 59 h 239"/>
                <a:gd name="T18" fmla="*/ 23 w 38"/>
                <a:gd name="T19" fmla="*/ 70 h 239"/>
                <a:gd name="T20" fmla="*/ 23 w 38"/>
                <a:gd name="T21" fmla="*/ 87 h 239"/>
                <a:gd name="T22" fmla="*/ 23 w 38"/>
                <a:gd name="T23" fmla="*/ 101 h 239"/>
                <a:gd name="T24" fmla="*/ 30 w 38"/>
                <a:gd name="T25" fmla="*/ 122 h 239"/>
                <a:gd name="T26" fmla="*/ 30 w 38"/>
                <a:gd name="T27" fmla="*/ 133 h 239"/>
                <a:gd name="T28" fmla="*/ 19 w 38"/>
                <a:gd name="T29" fmla="*/ 157 h 239"/>
                <a:gd name="T30" fmla="*/ 14 w 38"/>
                <a:gd name="T31" fmla="*/ 201 h 239"/>
                <a:gd name="T32" fmla="*/ 14 w 38"/>
                <a:gd name="T33" fmla="*/ 209 h 239"/>
                <a:gd name="T34" fmla="*/ 14 w 38"/>
                <a:gd name="T35" fmla="*/ 215 h 239"/>
                <a:gd name="T36" fmla="*/ 13 w 38"/>
                <a:gd name="T37" fmla="*/ 215 h 239"/>
                <a:gd name="T38" fmla="*/ 13 w 38"/>
                <a:gd name="T39" fmla="*/ 215 h 239"/>
                <a:gd name="T40" fmla="*/ 13 w 38"/>
                <a:gd name="T41" fmla="*/ 215 h 239"/>
                <a:gd name="T42" fmla="*/ 13 w 38"/>
                <a:gd name="T43" fmla="*/ 215 h 239"/>
                <a:gd name="T44" fmla="*/ 15 w 38"/>
                <a:gd name="T45" fmla="*/ 217 h 239"/>
                <a:gd name="T46" fmla="*/ 17 w 38"/>
                <a:gd name="T47" fmla="*/ 209 h 239"/>
                <a:gd name="T48" fmla="*/ 17 w 38"/>
                <a:gd name="T49" fmla="*/ 201 h 239"/>
                <a:gd name="T50" fmla="*/ 21 w 38"/>
                <a:gd name="T51" fmla="*/ 159 h 239"/>
                <a:gd name="T52" fmla="*/ 33 w 38"/>
                <a:gd name="T53" fmla="*/ 134 h 239"/>
                <a:gd name="T54" fmla="*/ 33 w 38"/>
                <a:gd name="T55" fmla="*/ 121 h 239"/>
                <a:gd name="T56" fmla="*/ 26 w 38"/>
                <a:gd name="T57" fmla="*/ 101 h 239"/>
                <a:gd name="T58" fmla="*/ 26 w 38"/>
                <a:gd name="T59" fmla="*/ 87 h 239"/>
                <a:gd name="T60" fmla="*/ 26 w 38"/>
                <a:gd name="T61" fmla="*/ 70 h 239"/>
                <a:gd name="T62" fmla="*/ 26 w 38"/>
                <a:gd name="T63" fmla="*/ 57 h 239"/>
                <a:gd name="T64" fmla="*/ 19 w 38"/>
                <a:gd name="T65" fmla="*/ 50 h 239"/>
                <a:gd name="T66" fmla="*/ 19 w 38"/>
                <a:gd name="T67" fmla="*/ 46 h 239"/>
                <a:gd name="T68" fmla="*/ 15 w 38"/>
                <a:gd name="T69" fmla="*/ 20 h 239"/>
                <a:gd name="T70" fmla="*/ 8 w 38"/>
                <a:gd name="T71" fmla="*/ 17 h 239"/>
                <a:gd name="T72" fmla="*/ 6 w 38"/>
                <a:gd name="T73" fmla="*/ 7 h 239"/>
                <a:gd name="T74" fmla="*/ 4 w 38"/>
                <a:gd name="T75" fmla="*/ 2 h 239"/>
                <a:gd name="T76" fmla="*/ 0 w 38"/>
                <a:gd name="T77" fmla="*/ 2 h 239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38" h="239">
                  <a:moveTo>
                    <a:pt x="2" y="3"/>
                  </a:move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5"/>
                    <a:pt x="3" y="7"/>
                    <a:pt x="3" y="9"/>
                  </a:cubicBezTo>
                  <a:cubicBezTo>
                    <a:pt x="4" y="12"/>
                    <a:pt x="4" y="14"/>
                    <a:pt x="4" y="16"/>
                  </a:cubicBezTo>
                  <a:cubicBezTo>
                    <a:pt x="5" y="17"/>
                    <a:pt x="5" y="19"/>
                    <a:pt x="6" y="20"/>
                  </a:cubicBezTo>
                  <a:cubicBezTo>
                    <a:pt x="7" y="21"/>
                    <a:pt x="8" y="22"/>
                    <a:pt x="9" y="23"/>
                  </a:cubicBezTo>
                  <a:cubicBezTo>
                    <a:pt x="10" y="23"/>
                    <a:pt x="11" y="24"/>
                    <a:pt x="13" y="25"/>
                  </a:cubicBezTo>
                  <a:cubicBezTo>
                    <a:pt x="17" y="29"/>
                    <a:pt x="18" y="33"/>
                    <a:pt x="18" y="37"/>
                  </a:cubicBezTo>
                  <a:cubicBezTo>
                    <a:pt x="18" y="41"/>
                    <a:pt x="17" y="45"/>
                    <a:pt x="17" y="49"/>
                  </a:cubicBezTo>
                  <a:cubicBezTo>
                    <a:pt x="17" y="51"/>
                    <a:pt x="17" y="53"/>
                    <a:pt x="18" y="55"/>
                  </a:cubicBezTo>
                  <a:cubicBezTo>
                    <a:pt x="18" y="56"/>
                    <a:pt x="19" y="58"/>
                    <a:pt x="20" y="58"/>
                  </a:cubicBezTo>
                  <a:cubicBezTo>
                    <a:pt x="21" y="59"/>
                    <a:pt x="21" y="60"/>
                    <a:pt x="22" y="61"/>
                  </a:cubicBezTo>
                  <a:cubicBezTo>
                    <a:pt x="24" y="62"/>
                    <a:pt x="26" y="64"/>
                    <a:pt x="26" y="65"/>
                  </a:cubicBezTo>
                  <a:cubicBezTo>
                    <a:pt x="27" y="66"/>
                    <a:pt x="27" y="67"/>
                    <a:pt x="27" y="69"/>
                  </a:cubicBezTo>
                  <a:cubicBezTo>
                    <a:pt x="27" y="71"/>
                    <a:pt x="27" y="73"/>
                    <a:pt x="26" y="76"/>
                  </a:cubicBezTo>
                  <a:cubicBezTo>
                    <a:pt x="25" y="80"/>
                    <a:pt x="25" y="83"/>
                    <a:pt x="25" y="87"/>
                  </a:cubicBezTo>
                  <a:cubicBezTo>
                    <a:pt x="25" y="90"/>
                    <a:pt x="25" y="93"/>
                    <a:pt x="26" y="96"/>
                  </a:cubicBezTo>
                  <a:cubicBezTo>
                    <a:pt x="26" y="98"/>
                    <a:pt x="26" y="100"/>
                    <a:pt x="26" y="102"/>
                  </a:cubicBezTo>
                  <a:cubicBezTo>
                    <a:pt x="26" y="104"/>
                    <a:pt x="26" y="107"/>
                    <a:pt x="26" y="110"/>
                  </a:cubicBezTo>
                  <a:cubicBezTo>
                    <a:pt x="26" y="111"/>
                    <a:pt x="26" y="112"/>
                    <a:pt x="26" y="112"/>
                  </a:cubicBezTo>
                  <a:cubicBezTo>
                    <a:pt x="26" y="121"/>
                    <a:pt x="30" y="127"/>
                    <a:pt x="33" y="134"/>
                  </a:cubicBezTo>
                  <a:cubicBezTo>
                    <a:pt x="34" y="136"/>
                    <a:pt x="35" y="138"/>
                    <a:pt x="35" y="140"/>
                  </a:cubicBezTo>
                  <a:cubicBezTo>
                    <a:pt x="35" y="141"/>
                    <a:pt x="34" y="143"/>
                    <a:pt x="33" y="145"/>
                  </a:cubicBezTo>
                  <a:cubicBezTo>
                    <a:pt x="32" y="147"/>
                    <a:pt x="31" y="149"/>
                    <a:pt x="30" y="151"/>
                  </a:cubicBezTo>
                  <a:cubicBezTo>
                    <a:pt x="26" y="158"/>
                    <a:pt x="25" y="166"/>
                    <a:pt x="22" y="172"/>
                  </a:cubicBezTo>
                  <a:cubicBezTo>
                    <a:pt x="19" y="177"/>
                    <a:pt x="18" y="180"/>
                    <a:pt x="17" y="186"/>
                  </a:cubicBezTo>
                  <a:cubicBezTo>
                    <a:pt x="16" y="197"/>
                    <a:pt x="15" y="208"/>
                    <a:pt x="14" y="219"/>
                  </a:cubicBezTo>
                  <a:cubicBezTo>
                    <a:pt x="14" y="220"/>
                    <a:pt x="14" y="221"/>
                    <a:pt x="14" y="222"/>
                  </a:cubicBezTo>
                  <a:cubicBezTo>
                    <a:pt x="14" y="224"/>
                    <a:pt x="14" y="226"/>
                    <a:pt x="14" y="228"/>
                  </a:cubicBezTo>
                  <a:cubicBezTo>
                    <a:pt x="14" y="230"/>
                    <a:pt x="14" y="232"/>
                    <a:pt x="14" y="234"/>
                  </a:cubicBezTo>
                  <a:cubicBezTo>
                    <a:pt x="14" y="234"/>
                    <a:pt x="14" y="235"/>
                    <a:pt x="14" y="235"/>
                  </a:cubicBezTo>
                  <a:cubicBezTo>
                    <a:pt x="13" y="236"/>
                    <a:pt x="13" y="236"/>
                    <a:pt x="13" y="236"/>
                  </a:cubicBezTo>
                  <a:cubicBezTo>
                    <a:pt x="13" y="236"/>
                    <a:pt x="13" y="236"/>
                    <a:pt x="13" y="236"/>
                  </a:cubicBezTo>
                  <a:cubicBezTo>
                    <a:pt x="13" y="236"/>
                    <a:pt x="13" y="236"/>
                    <a:pt x="13" y="236"/>
                  </a:cubicBezTo>
                  <a:cubicBezTo>
                    <a:pt x="13" y="236"/>
                    <a:pt x="13" y="236"/>
                    <a:pt x="13" y="236"/>
                  </a:cubicBezTo>
                  <a:cubicBezTo>
                    <a:pt x="13" y="236"/>
                    <a:pt x="13" y="236"/>
                    <a:pt x="13" y="236"/>
                  </a:cubicBezTo>
                  <a:cubicBezTo>
                    <a:pt x="13" y="236"/>
                    <a:pt x="13" y="236"/>
                    <a:pt x="13" y="236"/>
                  </a:cubicBezTo>
                  <a:cubicBezTo>
                    <a:pt x="13" y="236"/>
                    <a:pt x="13" y="236"/>
                    <a:pt x="13" y="236"/>
                  </a:cubicBezTo>
                  <a:cubicBezTo>
                    <a:pt x="13" y="236"/>
                    <a:pt x="13" y="236"/>
                    <a:pt x="13" y="236"/>
                  </a:cubicBezTo>
                  <a:cubicBezTo>
                    <a:pt x="13" y="237"/>
                    <a:pt x="13" y="238"/>
                    <a:pt x="13" y="238"/>
                  </a:cubicBezTo>
                  <a:cubicBezTo>
                    <a:pt x="14" y="239"/>
                    <a:pt x="15" y="239"/>
                    <a:pt x="15" y="238"/>
                  </a:cubicBezTo>
                  <a:cubicBezTo>
                    <a:pt x="16" y="238"/>
                    <a:pt x="16" y="237"/>
                    <a:pt x="16" y="236"/>
                  </a:cubicBezTo>
                  <a:cubicBezTo>
                    <a:pt x="17" y="234"/>
                    <a:pt x="17" y="231"/>
                    <a:pt x="17" y="228"/>
                  </a:cubicBezTo>
                  <a:cubicBezTo>
                    <a:pt x="17" y="226"/>
                    <a:pt x="17" y="224"/>
                    <a:pt x="17" y="222"/>
                  </a:cubicBezTo>
                  <a:cubicBezTo>
                    <a:pt x="17" y="221"/>
                    <a:pt x="17" y="220"/>
                    <a:pt x="17" y="219"/>
                  </a:cubicBezTo>
                  <a:cubicBezTo>
                    <a:pt x="18" y="208"/>
                    <a:pt x="19" y="197"/>
                    <a:pt x="20" y="186"/>
                  </a:cubicBezTo>
                  <a:cubicBezTo>
                    <a:pt x="21" y="181"/>
                    <a:pt x="22" y="179"/>
                    <a:pt x="24" y="174"/>
                  </a:cubicBezTo>
                  <a:cubicBezTo>
                    <a:pt x="28" y="167"/>
                    <a:pt x="29" y="159"/>
                    <a:pt x="33" y="152"/>
                  </a:cubicBezTo>
                  <a:cubicBezTo>
                    <a:pt x="34" y="150"/>
                    <a:pt x="35" y="148"/>
                    <a:pt x="36" y="146"/>
                  </a:cubicBezTo>
                  <a:cubicBezTo>
                    <a:pt x="37" y="144"/>
                    <a:pt x="38" y="142"/>
                    <a:pt x="38" y="140"/>
                  </a:cubicBezTo>
                  <a:cubicBezTo>
                    <a:pt x="38" y="138"/>
                    <a:pt x="37" y="135"/>
                    <a:pt x="36" y="133"/>
                  </a:cubicBezTo>
                  <a:cubicBezTo>
                    <a:pt x="32" y="125"/>
                    <a:pt x="29" y="120"/>
                    <a:pt x="29" y="112"/>
                  </a:cubicBezTo>
                  <a:cubicBezTo>
                    <a:pt x="29" y="112"/>
                    <a:pt x="29" y="111"/>
                    <a:pt x="29" y="110"/>
                  </a:cubicBezTo>
                  <a:cubicBezTo>
                    <a:pt x="29" y="107"/>
                    <a:pt x="29" y="105"/>
                    <a:pt x="29" y="102"/>
                  </a:cubicBezTo>
                  <a:cubicBezTo>
                    <a:pt x="29" y="100"/>
                    <a:pt x="29" y="98"/>
                    <a:pt x="29" y="96"/>
                  </a:cubicBezTo>
                  <a:cubicBezTo>
                    <a:pt x="28" y="92"/>
                    <a:pt x="28" y="89"/>
                    <a:pt x="28" y="87"/>
                  </a:cubicBezTo>
                  <a:cubicBezTo>
                    <a:pt x="28" y="83"/>
                    <a:pt x="28" y="80"/>
                    <a:pt x="29" y="76"/>
                  </a:cubicBezTo>
                  <a:cubicBezTo>
                    <a:pt x="30" y="74"/>
                    <a:pt x="30" y="71"/>
                    <a:pt x="30" y="69"/>
                  </a:cubicBezTo>
                  <a:cubicBezTo>
                    <a:pt x="30" y="67"/>
                    <a:pt x="30" y="65"/>
                    <a:pt x="29" y="63"/>
                  </a:cubicBezTo>
                  <a:cubicBezTo>
                    <a:pt x="28" y="62"/>
                    <a:pt x="26" y="60"/>
                    <a:pt x="24" y="58"/>
                  </a:cubicBezTo>
                  <a:cubicBezTo>
                    <a:pt x="23" y="57"/>
                    <a:pt x="22" y="57"/>
                    <a:pt x="22" y="56"/>
                  </a:cubicBezTo>
                  <a:cubicBezTo>
                    <a:pt x="21" y="56"/>
                    <a:pt x="21" y="55"/>
                    <a:pt x="21" y="54"/>
                  </a:cubicBezTo>
                  <a:cubicBezTo>
                    <a:pt x="20" y="52"/>
                    <a:pt x="20" y="51"/>
                    <a:pt x="20" y="49"/>
                  </a:cubicBezTo>
                  <a:cubicBezTo>
                    <a:pt x="20" y="45"/>
                    <a:pt x="21" y="41"/>
                    <a:pt x="21" y="37"/>
                  </a:cubicBezTo>
                  <a:cubicBezTo>
                    <a:pt x="21" y="32"/>
                    <a:pt x="20" y="27"/>
                    <a:pt x="15" y="23"/>
                  </a:cubicBezTo>
                  <a:cubicBezTo>
                    <a:pt x="12" y="21"/>
                    <a:pt x="11" y="20"/>
                    <a:pt x="10" y="20"/>
                  </a:cubicBezTo>
                  <a:cubicBezTo>
                    <a:pt x="9" y="19"/>
                    <a:pt x="9" y="19"/>
                    <a:pt x="8" y="18"/>
                  </a:cubicBezTo>
                  <a:cubicBezTo>
                    <a:pt x="8" y="18"/>
                    <a:pt x="8" y="17"/>
                    <a:pt x="7" y="15"/>
                  </a:cubicBezTo>
                  <a:cubicBezTo>
                    <a:pt x="7" y="14"/>
                    <a:pt x="7" y="10"/>
                    <a:pt x="6" y="7"/>
                  </a:cubicBezTo>
                  <a:cubicBezTo>
                    <a:pt x="6" y="6"/>
                    <a:pt x="5" y="5"/>
                    <a:pt x="5" y="3"/>
                  </a:cubicBezTo>
                  <a:cubicBezTo>
                    <a:pt x="5" y="3"/>
                    <a:pt x="4" y="2"/>
                    <a:pt x="4" y="2"/>
                  </a:cubicBezTo>
                  <a:cubicBezTo>
                    <a:pt x="4" y="1"/>
                    <a:pt x="3" y="1"/>
                    <a:pt x="2" y="1"/>
                  </a:cubicBezTo>
                  <a:cubicBezTo>
                    <a:pt x="1" y="0"/>
                    <a:pt x="1" y="1"/>
                    <a:pt x="0" y="2"/>
                  </a:cubicBezTo>
                  <a:cubicBezTo>
                    <a:pt x="0" y="2"/>
                    <a:pt x="1" y="3"/>
                    <a:pt x="2" y="3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7424" name="Freeform 340">
              <a:extLst>
                <a:ext uri="{FF2B5EF4-FFF2-40B4-BE49-F238E27FC236}">
                  <a16:creationId xmlns:a16="http://schemas.microsoft.com/office/drawing/2014/main" id="{BD944115-A213-4A2E-809A-16A5990588D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6" y="2661"/>
              <a:ext cx="220" cy="260"/>
            </a:xfrm>
            <a:custGeom>
              <a:avLst/>
              <a:gdLst>
                <a:gd name="T0" fmla="*/ 53 w 226"/>
                <a:gd name="T1" fmla="*/ 23 h 267"/>
                <a:gd name="T2" fmla="*/ 88 w 226"/>
                <a:gd name="T3" fmla="*/ 3 h 267"/>
                <a:gd name="T4" fmla="*/ 164 w 226"/>
                <a:gd name="T5" fmla="*/ 33 h 267"/>
                <a:gd name="T6" fmla="*/ 165 w 226"/>
                <a:gd name="T7" fmla="*/ 54 h 267"/>
                <a:gd name="T8" fmla="*/ 178 w 226"/>
                <a:gd name="T9" fmla="*/ 61 h 267"/>
                <a:gd name="T10" fmla="*/ 192 w 226"/>
                <a:gd name="T11" fmla="*/ 78 h 267"/>
                <a:gd name="T12" fmla="*/ 204 w 226"/>
                <a:gd name="T13" fmla="*/ 107 h 267"/>
                <a:gd name="T14" fmla="*/ 208 w 226"/>
                <a:gd name="T15" fmla="*/ 126 h 267"/>
                <a:gd name="T16" fmla="*/ 206 w 226"/>
                <a:gd name="T17" fmla="*/ 140 h 267"/>
                <a:gd name="T18" fmla="*/ 196 w 226"/>
                <a:gd name="T19" fmla="*/ 154 h 267"/>
                <a:gd name="T20" fmla="*/ 180 w 226"/>
                <a:gd name="T21" fmla="*/ 139 h 267"/>
                <a:gd name="T22" fmla="*/ 181 w 226"/>
                <a:gd name="T23" fmla="*/ 121 h 267"/>
                <a:gd name="T24" fmla="*/ 176 w 226"/>
                <a:gd name="T25" fmla="*/ 106 h 267"/>
                <a:gd name="T26" fmla="*/ 172 w 226"/>
                <a:gd name="T27" fmla="*/ 98 h 267"/>
                <a:gd name="T28" fmla="*/ 164 w 226"/>
                <a:gd name="T29" fmla="*/ 105 h 267"/>
                <a:gd name="T30" fmla="*/ 162 w 226"/>
                <a:gd name="T31" fmla="*/ 127 h 267"/>
                <a:gd name="T32" fmla="*/ 157 w 226"/>
                <a:gd name="T33" fmla="*/ 164 h 267"/>
                <a:gd name="T34" fmla="*/ 147 w 226"/>
                <a:gd name="T35" fmla="*/ 194 h 267"/>
                <a:gd name="T36" fmla="*/ 129 w 226"/>
                <a:gd name="T37" fmla="*/ 216 h 267"/>
                <a:gd name="T38" fmla="*/ 114 w 226"/>
                <a:gd name="T39" fmla="*/ 204 h 267"/>
                <a:gd name="T40" fmla="*/ 105 w 226"/>
                <a:gd name="T41" fmla="*/ 225 h 267"/>
                <a:gd name="T42" fmla="*/ 83 w 226"/>
                <a:gd name="T43" fmla="*/ 244 h 267"/>
                <a:gd name="T44" fmla="*/ 68 w 226"/>
                <a:gd name="T45" fmla="*/ 217 h 267"/>
                <a:gd name="T46" fmla="*/ 49 w 226"/>
                <a:gd name="T47" fmla="*/ 239 h 267"/>
                <a:gd name="T48" fmla="*/ 33 w 226"/>
                <a:gd name="T49" fmla="*/ 212 h 267"/>
                <a:gd name="T50" fmla="*/ 33 w 226"/>
                <a:gd name="T51" fmla="*/ 199 h 267"/>
                <a:gd name="T52" fmla="*/ 17 w 226"/>
                <a:gd name="T53" fmla="*/ 195 h 267"/>
                <a:gd name="T54" fmla="*/ 7 w 226"/>
                <a:gd name="T55" fmla="*/ 179 h 267"/>
                <a:gd name="T56" fmla="*/ 1 w 226"/>
                <a:gd name="T57" fmla="*/ 161 h 267"/>
                <a:gd name="T58" fmla="*/ 3 w 226"/>
                <a:gd name="T59" fmla="*/ 129 h 267"/>
                <a:gd name="T60" fmla="*/ 6 w 226"/>
                <a:gd name="T61" fmla="*/ 108 h 267"/>
                <a:gd name="T62" fmla="*/ 31 w 226"/>
                <a:gd name="T63" fmla="*/ 76 h 267"/>
                <a:gd name="T64" fmla="*/ 49 w 226"/>
                <a:gd name="T65" fmla="*/ 59 h 267"/>
                <a:gd name="T66" fmla="*/ 53 w 226"/>
                <a:gd name="T67" fmla="*/ 23 h 267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226" h="267">
                  <a:moveTo>
                    <a:pt x="56" y="26"/>
                  </a:moveTo>
                  <a:cubicBezTo>
                    <a:pt x="56" y="26"/>
                    <a:pt x="74" y="0"/>
                    <a:pt x="94" y="3"/>
                  </a:cubicBezTo>
                  <a:cubicBezTo>
                    <a:pt x="114" y="5"/>
                    <a:pt x="156" y="15"/>
                    <a:pt x="178" y="36"/>
                  </a:cubicBezTo>
                  <a:cubicBezTo>
                    <a:pt x="178" y="36"/>
                    <a:pt x="169" y="50"/>
                    <a:pt x="179" y="57"/>
                  </a:cubicBezTo>
                  <a:cubicBezTo>
                    <a:pt x="189" y="65"/>
                    <a:pt x="187" y="66"/>
                    <a:pt x="193" y="67"/>
                  </a:cubicBezTo>
                  <a:cubicBezTo>
                    <a:pt x="198" y="68"/>
                    <a:pt x="199" y="73"/>
                    <a:pt x="208" y="84"/>
                  </a:cubicBezTo>
                  <a:cubicBezTo>
                    <a:pt x="216" y="95"/>
                    <a:pt x="218" y="109"/>
                    <a:pt x="222" y="116"/>
                  </a:cubicBezTo>
                  <a:cubicBezTo>
                    <a:pt x="226" y="123"/>
                    <a:pt x="226" y="129"/>
                    <a:pt x="226" y="136"/>
                  </a:cubicBezTo>
                  <a:cubicBezTo>
                    <a:pt x="226" y="143"/>
                    <a:pt x="226" y="146"/>
                    <a:pt x="224" y="152"/>
                  </a:cubicBezTo>
                  <a:cubicBezTo>
                    <a:pt x="223" y="157"/>
                    <a:pt x="220" y="165"/>
                    <a:pt x="212" y="166"/>
                  </a:cubicBezTo>
                  <a:cubicBezTo>
                    <a:pt x="204" y="166"/>
                    <a:pt x="197" y="162"/>
                    <a:pt x="195" y="151"/>
                  </a:cubicBezTo>
                  <a:cubicBezTo>
                    <a:pt x="194" y="139"/>
                    <a:pt x="196" y="134"/>
                    <a:pt x="196" y="130"/>
                  </a:cubicBezTo>
                  <a:cubicBezTo>
                    <a:pt x="196" y="126"/>
                    <a:pt x="193" y="119"/>
                    <a:pt x="191" y="115"/>
                  </a:cubicBezTo>
                  <a:cubicBezTo>
                    <a:pt x="189" y="111"/>
                    <a:pt x="188" y="107"/>
                    <a:pt x="187" y="107"/>
                  </a:cubicBezTo>
                  <a:cubicBezTo>
                    <a:pt x="185" y="108"/>
                    <a:pt x="178" y="114"/>
                    <a:pt x="178" y="114"/>
                  </a:cubicBezTo>
                  <a:cubicBezTo>
                    <a:pt x="178" y="114"/>
                    <a:pt x="179" y="122"/>
                    <a:pt x="176" y="138"/>
                  </a:cubicBezTo>
                  <a:cubicBezTo>
                    <a:pt x="172" y="154"/>
                    <a:pt x="173" y="166"/>
                    <a:pt x="169" y="178"/>
                  </a:cubicBezTo>
                  <a:cubicBezTo>
                    <a:pt x="165" y="190"/>
                    <a:pt x="162" y="202"/>
                    <a:pt x="159" y="210"/>
                  </a:cubicBezTo>
                  <a:cubicBezTo>
                    <a:pt x="157" y="218"/>
                    <a:pt x="158" y="233"/>
                    <a:pt x="141" y="234"/>
                  </a:cubicBezTo>
                  <a:cubicBezTo>
                    <a:pt x="125" y="235"/>
                    <a:pt x="123" y="221"/>
                    <a:pt x="123" y="221"/>
                  </a:cubicBezTo>
                  <a:cubicBezTo>
                    <a:pt x="123" y="221"/>
                    <a:pt x="117" y="234"/>
                    <a:pt x="114" y="243"/>
                  </a:cubicBezTo>
                  <a:cubicBezTo>
                    <a:pt x="111" y="252"/>
                    <a:pt x="104" y="267"/>
                    <a:pt x="89" y="265"/>
                  </a:cubicBezTo>
                  <a:cubicBezTo>
                    <a:pt x="73" y="264"/>
                    <a:pt x="74" y="235"/>
                    <a:pt x="74" y="235"/>
                  </a:cubicBezTo>
                  <a:cubicBezTo>
                    <a:pt x="74" y="235"/>
                    <a:pt x="66" y="260"/>
                    <a:pt x="52" y="259"/>
                  </a:cubicBezTo>
                  <a:cubicBezTo>
                    <a:pt x="38" y="257"/>
                    <a:pt x="36" y="239"/>
                    <a:pt x="36" y="230"/>
                  </a:cubicBezTo>
                  <a:cubicBezTo>
                    <a:pt x="36" y="222"/>
                    <a:pt x="36" y="216"/>
                    <a:pt x="36" y="216"/>
                  </a:cubicBezTo>
                  <a:cubicBezTo>
                    <a:pt x="36" y="216"/>
                    <a:pt x="23" y="219"/>
                    <a:pt x="17" y="211"/>
                  </a:cubicBezTo>
                  <a:cubicBezTo>
                    <a:pt x="11" y="204"/>
                    <a:pt x="12" y="199"/>
                    <a:pt x="7" y="194"/>
                  </a:cubicBezTo>
                  <a:cubicBezTo>
                    <a:pt x="2" y="189"/>
                    <a:pt x="1" y="188"/>
                    <a:pt x="1" y="174"/>
                  </a:cubicBezTo>
                  <a:cubicBezTo>
                    <a:pt x="1" y="161"/>
                    <a:pt x="3" y="151"/>
                    <a:pt x="3" y="140"/>
                  </a:cubicBezTo>
                  <a:cubicBezTo>
                    <a:pt x="2" y="129"/>
                    <a:pt x="0" y="124"/>
                    <a:pt x="6" y="117"/>
                  </a:cubicBezTo>
                  <a:cubicBezTo>
                    <a:pt x="12" y="110"/>
                    <a:pt x="27" y="87"/>
                    <a:pt x="34" y="82"/>
                  </a:cubicBezTo>
                  <a:cubicBezTo>
                    <a:pt x="42" y="77"/>
                    <a:pt x="50" y="72"/>
                    <a:pt x="52" y="65"/>
                  </a:cubicBezTo>
                  <a:cubicBezTo>
                    <a:pt x="55" y="58"/>
                    <a:pt x="56" y="26"/>
                    <a:pt x="56" y="26"/>
                  </a:cubicBezTo>
                  <a:close/>
                </a:path>
              </a:pathLst>
            </a:custGeom>
            <a:solidFill>
              <a:srgbClr val="F8F3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7425" name="Freeform 341">
              <a:extLst>
                <a:ext uri="{FF2B5EF4-FFF2-40B4-BE49-F238E27FC236}">
                  <a16:creationId xmlns:a16="http://schemas.microsoft.com/office/drawing/2014/main" id="{63CFC50E-1812-49A4-869E-E17CDEA178B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5" y="2693"/>
              <a:ext cx="46" cy="57"/>
            </a:xfrm>
            <a:custGeom>
              <a:avLst/>
              <a:gdLst>
                <a:gd name="T0" fmla="*/ 39 w 47"/>
                <a:gd name="T1" fmla="*/ 54 h 58"/>
                <a:gd name="T2" fmla="*/ 41 w 47"/>
                <a:gd name="T3" fmla="*/ 53 h 58"/>
                <a:gd name="T4" fmla="*/ 44 w 47"/>
                <a:gd name="T5" fmla="*/ 47 h 58"/>
                <a:gd name="T6" fmla="*/ 35 w 47"/>
                <a:gd name="T7" fmla="*/ 29 h 58"/>
                <a:gd name="T8" fmla="*/ 2 w 47"/>
                <a:gd name="T9" fmla="*/ 0 h 58"/>
                <a:gd name="T10" fmla="*/ 0 w 47"/>
                <a:gd name="T11" fmla="*/ 0 h 58"/>
                <a:gd name="T12" fmla="*/ 1 w 47"/>
                <a:gd name="T13" fmla="*/ 3 h 58"/>
                <a:gd name="T14" fmla="*/ 1 w 47"/>
                <a:gd name="T15" fmla="*/ 3 h 58"/>
                <a:gd name="T16" fmla="*/ 32 w 47"/>
                <a:gd name="T17" fmla="*/ 31 h 58"/>
                <a:gd name="T18" fmla="*/ 41 w 47"/>
                <a:gd name="T19" fmla="*/ 47 h 58"/>
                <a:gd name="T20" fmla="*/ 39 w 47"/>
                <a:gd name="T21" fmla="*/ 51 h 58"/>
                <a:gd name="T22" fmla="*/ 38 w 47"/>
                <a:gd name="T23" fmla="*/ 51 h 58"/>
                <a:gd name="T24" fmla="*/ 38 w 47"/>
                <a:gd name="T25" fmla="*/ 52 h 58"/>
                <a:gd name="T26" fmla="*/ 38 w 47"/>
                <a:gd name="T27" fmla="*/ 52 h 58"/>
                <a:gd name="T28" fmla="*/ 38 w 47"/>
                <a:gd name="T29" fmla="*/ 52 h 58"/>
                <a:gd name="T30" fmla="*/ 38 w 47"/>
                <a:gd name="T31" fmla="*/ 52 h 58"/>
                <a:gd name="T32" fmla="*/ 38 w 47"/>
                <a:gd name="T33" fmla="*/ 52 h 58"/>
                <a:gd name="T34" fmla="*/ 38 w 47"/>
                <a:gd name="T35" fmla="*/ 52 h 58"/>
                <a:gd name="T36" fmla="*/ 38 w 47"/>
                <a:gd name="T37" fmla="*/ 52 h 58"/>
                <a:gd name="T38" fmla="*/ 37 w 47"/>
                <a:gd name="T39" fmla="*/ 53 h 58"/>
                <a:gd name="T40" fmla="*/ 39 w 47"/>
                <a:gd name="T41" fmla="*/ 54 h 58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47" h="58">
                  <a:moveTo>
                    <a:pt x="42" y="57"/>
                  </a:moveTo>
                  <a:cubicBezTo>
                    <a:pt x="42" y="57"/>
                    <a:pt x="43" y="57"/>
                    <a:pt x="44" y="56"/>
                  </a:cubicBezTo>
                  <a:cubicBezTo>
                    <a:pt x="46" y="55"/>
                    <a:pt x="47" y="53"/>
                    <a:pt x="47" y="50"/>
                  </a:cubicBezTo>
                  <a:cubicBezTo>
                    <a:pt x="47" y="46"/>
                    <a:pt x="45" y="40"/>
                    <a:pt x="38" y="32"/>
                  </a:cubicBezTo>
                  <a:cubicBezTo>
                    <a:pt x="21" y="13"/>
                    <a:pt x="2" y="0"/>
                    <a:pt x="2" y="0"/>
                  </a:cubicBezTo>
                  <a:cubicBezTo>
                    <a:pt x="2" y="0"/>
                    <a:pt x="1" y="0"/>
                    <a:pt x="0" y="0"/>
                  </a:cubicBezTo>
                  <a:cubicBezTo>
                    <a:pt x="0" y="1"/>
                    <a:pt x="0" y="2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5" y="6"/>
                    <a:pt x="21" y="18"/>
                    <a:pt x="35" y="34"/>
                  </a:cubicBezTo>
                  <a:cubicBezTo>
                    <a:pt x="42" y="42"/>
                    <a:pt x="44" y="47"/>
                    <a:pt x="44" y="50"/>
                  </a:cubicBezTo>
                  <a:cubicBezTo>
                    <a:pt x="44" y="52"/>
                    <a:pt x="43" y="53"/>
                    <a:pt x="42" y="54"/>
                  </a:cubicBezTo>
                  <a:cubicBezTo>
                    <a:pt x="42" y="54"/>
                    <a:pt x="42" y="54"/>
                    <a:pt x="41" y="54"/>
                  </a:cubicBezTo>
                  <a:cubicBezTo>
                    <a:pt x="41" y="55"/>
                    <a:pt x="41" y="55"/>
                    <a:pt x="41" y="55"/>
                  </a:cubicBezTo>
                  <a:cubicBezTo>
                    <a:pt x="41" y="55"/>
                    <a:pt x="41" y="55"/>
                    <a:pt x="41" y="55"/>
                  </a:cubicBezTo>
                  <a:cubicBezTo>
                    <a:pt x="41" y="55"/>
                    <a:pt x="41" y="55"/>
                    <a:pt x="41" y="55"/>
                  </a:cubicBezTo>
                  <a:cubicBezTo>
                    <a:pt x="41" y="55"/>
                    <a:pt x="41" y="55"/>
                    <a:pt x="41" y="55"/>
                  </a:cubicBezTo>
                  <a:cubicBezTo>
                    <a:pt x="41" y="55"/>
                    <a:pt x="41" y="55"/>
                    <a:pt x="41" y="55"/>
                  </a:cubicBezTo>
                  <a:cubicBezTo>
                    <a:pt x="41" y="55"/>
                    <a:pt x="41" y="55"/>
                    <a:pt x="41" y="55"/>
                  </a:cubicBezTo>
                  <a:cubicBezTo>
                    <a:pt x="41" y="55"/>
                    <a:pt x="41" y="55"/>
                    <a:pt x="41" y="55"/>
                  </a:cubicBezTo>
                  <a:cubicBezTo>
                    <a:pt x="40" y="55"/>
                    <a:pt x="40" y="56"/>
                    <a:pt x="40" y="56"/>
                  </a:cubicBezTo>
                  <a:cubicBezTo>
                    <a:pt x="40" y="57"/>
                    <a:pt x="41" y="58"/>
                    <a:pt x="42" y="57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7426" name="Freeform 342">
              <a:extLst>
                <a:ext uri="{FF2B5EF4-FFF2-40B4-BE49-F238E27FC236}">
                  <a16:creationId xmlns:a16="http://schemas.microsoft.com/office/drawing/2014/main" id="{7D3329DE-CA3B-4947-AA41-50A654B3DDA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9" y="2790"/>
              <a:ext cx="8" cy="83"/>
            </a:xfrm>
            <a:custGeom>
              <a:avLst/>
              <a:gdLst>
                <a:gd name="T0" fmla="*/ 3 w 8"/>
                <a:gd name="T1" fmla="*/ 78 h 85"/>
                <a:gd name="T2" fmla="*/ 7 w 8"/>
                <a:gd name="T3" fmla="*/ 36 h 85"/>
                <a:gd name="T4" fmla="*/ 8 w 8"/>
                <a:gd name="T5" fmla="*/ 12 h 85"/>
                <a:gd name="T6" fmla="*/ 8 w 8"/>
                <a:gd name="T7" fmla="*/ 1 h 85"/>
                <a:gd name="T8" fmla="*/ 6 w 8"/>
                <a:gd name="T9" fmla="*/ 0 h 85"/>
                <a:gd name="T10" fmla="*/ 5 w 8"/>
                <a:gd name="T11" fmla="*/ 1 h 85"/>
                <a:gd name="T12" fmla="*/ 5 w 8"/>
                <a:gd name="T13" fmla="*/ 12 h 85"/>
                <a:gd name="T14" fmla="*/ 4 w 8"/>
                <a:gd name="T15" fmla="*/ 36 h 85"/>
                <a:gd name="T16" fmla="*/ 0 w 8"/>
                <a:gd name="T17" fmla="*/ 78 h 85"/>
                <a:gd name="T18" fmla="*/ 1 w 8"/>
                <a:gd name="T19" fmla="*/ 79 h 85"/>
                <a:gd name="T20" fmla="*/ 3 w 8"/>
                <a:gd name="T21" fmla="*/ 78 h 8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" h="85">
                  <a:moveTo>
                    <a:pt x="3" y="84"/>
                  </a:moveTo>
                  <a:cubicBezTo>
                    <a:pt x="3" y="70"/>
                    <a:pt x="6" y="54"/>
                    <a:pt x="7" y="39"/>
                  </a:cubicBezTo>
                  <a:cubicBezTo>
                    <a:pt x="8" y="30"/>
                    <a:pt x="8" y="21"/>
                    <a:pt x="8" y="12"/>
                  </a:cubicBezTo>
                  <a:cubicBezTo>
                    <a:pt x="8" y="9"/>
                    <a:pt x="8" y="5"/>
                    <a:pt x="8" y="1"/>
                  </a:cubicBezTo>
                  <a:cubicBezTo>
                    <a:pt x="8" y="1"/>
                    <a:pt x="7" y="0"/>
                    <a:pt x="6" y="0"/>
                  </a:cubicBezTo>
                  <a:cubicBezTo>
                    <a:pt x="6" y="0"/>
                    <a:pt x="5" y="1"/>
                    <a:pt x="5" y="1"/>
                  </a:cubicBezTo>
                  <a:cubicBezTo>
                    <a:pt x="5" y="5"/>
                    <a:pt x="5" y="9"/>
                    <a:pt x="5" y="12"/>
                  </a:cubicBezTo>
                  <a:cubicBezTo>
                    <a:pt x="5" y="21"/>
                    <a:pt x="5" y="30"/>
                    <a:pt x="4" y="39"/>
                  </a:cubicBezTo>
                  <a:cubicBezTo>
                    <a:pt x="3" y="53"/>
                    <a:pt x="0" y="70"/>
                    <a:pt x="0" y="84"/>
                  </a:cubicBezTo>
                  <a:cubicBezTo>
                    <a:pt x="0" y="85"/>
                    <a:pt x="1" y="85"/>
                    <a:pt x="1" y="85"/>
                  </a:cubicBezTo>
                  <a:cubicBezTo>
                    <a:pt x="2" y="85"/>
                    <a:pt x="3" y="85"/>
                    <a:pt x="3" y="84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7427" name="Freeform 343">
              <a:extLst>
                <a:ext uri="{FF2B5EF4-FFF2-40B4-BE49-F238E27FC236}">
                  <a16:creationId xmlns:a16="http://schemas.microsoft.com/office/drawing/2014/main" id="{68BF1C62-C2E7-42E9-9684-72616B003A0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3" y="2773"/>
              <a:ext cx="21" cy="105"/>
            </a:xfrm>
            <a:custGeom>
              <a:avLst/>
              <a:gdLst>
                <a:gd name="T0" fmla="*/ 4 w 21"/>
                <a:gd name="T1" fmla="*/ 97 h 108"/>
                <a:gd name="T2" fmla="*/ 4 w 21"/>
                <a:gd name="T3" fmla="*/ 94 h 108"/>
                <a:gd name="T4" fmla="*/ 3 w 21"/>
                <a:gd name="T5" fmla="*/ 84 h 108"/>
                <a:gd name="T6" fmla="*/ 4 w 21"/>
                <a:gd name="T7" fmla="*/ 78 h 108"/>
                <a:gd name="T8" fmla="*/ 12 w 21"/>
                <a:gd name="T9" fmla="*/ 57 h 108"/>
                <a:gd name="T10" fmla="*/ 17 w 21"/>
                <a:gd name="T11" fmla="*/ 34 h 108"/>
                <a:gd name="T12" fmla="*/ 21 w 21"/>
                <a:gd name="T13" fmla="*/ 2 h 108"/>
                <a:gd name="T14" fmla="*/ 20 w 21"/>
                <a:gd name="T15" fmla="*/ 0 h 108"/>
                <a:gd name="T16" fmla="*/ 18 w 21"/>
                <a:gd name="T17" fmla="*/ 1 h 108"/>
                <a:gd name="T18" fmla="*/ 14 w 21"/>
                <a:gd name="T19" fmla="*/ 32 h 108"/>
                <a:gd name="T20" fmla="*/ 9 w 21"/>
                <a:gd name="T21" fmla="*/ 56 h 108"/>
                <a:gd name="T22" fmla="*/ 1 w 21"/>
                <a:gd name="T23" fmla="*/ 77 h 108"/>
                <a:gd name="T24" fmla="*/ 0 w 21"/>
                <a:gd name="T25" fmla="*/ 84 h 108"/>
                <a:gd name="T26" fmla="*/ 1 w 21"/>
                <a:gd name="T27" fmla="*/ 94 h 108"/>
                <a:gd name="T28" fmla="*/ 1 w 21"/>
                <a:gd name="T29" fmla="*/ 97 h 108"/>
                <a:gd name="T30" fmla="*/ 2 w 21"/>
                <a:gd name="T31" fmla="*/ 99 h 108"/>
                <a:gd name="T32" fmla="*/ 4 w 21"/>
                <a:gd name="T33" fmla="*/ 97 h 10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21" h="108">
                  <a:moveTo>
                    <a:pt x="4" y="106"/>
                  </a:moveTo>
                  <a:cubicBezTo>
                    <a:pt x="4" y="105"/>
                    <a:pt x="4" y="104"/>
                    <a:pt x="4" y="103"/>
                  </a:cubicBezTo>
                  <a:cubicBezTo>
                    <a:pt x="4" y="99"/>
                    <a:pt x="3" y="95"/>
                    <a:pt x="3" y="91"/>
                  </a:cubicBezTo>
                  <a:cubicBezTo>
                    <a:pt x="3" y="89"/>
                    <a:pt x="3" y="87"/>
                    <a:pt x="4" y="84"/>
                  </a:cubicBezTo>
                  <a:cubicBezTo>
                    <a:pt x="6" y="78"/>
                    <a:pt x="11" y="71"/>
                    <a:pt x="12" y="63"/>
                  </a:cubicBezTo>
                  <a:cubicBezTo>
                    <a:pt x="13" y="53"/>
                    <a:pt x="13" y="45"/>
                    <a:pt x="17" y="37"/>
                  </a:cubicBezTo>
                  <a:cubicBezTo>
                    <a:pt x="21" y="25"/>
                    <a:pt x="19" y="13"/>
                    <a:pt x="21" y="2"/>
                  </a:cubicBezTo>
                  <a:cubicBezTo>
                    <a:pt x="21" y="1"/>
                    <a:pt x="21" y="0"/>
                    <a:pt x="20" y="0"/>
                  </a:cubicBezTo>
                  <a:cubicBezTo>
                    <a:pt x="19" y="0"/>
                    <a:pt x="18" y="0"/>
                    <a:pt x="18" y="1"/>
                  </a:cubicBezTo>
                  <a:cubicBezTo>
                    <a:pt x="16" y="13"/>
                    <a:pt x="18" y="24"/>
                    <a:pt x="14" y="35"/>
                  </a:cubicBezTo>
                  <a:cubicBezTo>
                    <a:pt x="10" y="45"/>
                    <a:pt x="10" y="53"/>
                    <a:pt x="9" y="62"/>
                  </a:cubicBezTo>
                  <a:cubicBezTo>
                    <a:pt x="8" y="69"/>
                    <a:pt x="4" y="76"/>
                    <a:pt x="1" y="83"/>
                  </a:cubicBezTo>
                  <a:cubicBezTo>
                    <a:pt x="0" y="86"/>
                    <a:pt x="0" y="89"/>
                    <a:pt x="0" y="91"/>
                  </a:cubicBezTo>
                  <a:cubicBezTo>
                    <a:pt x="0" y="96"/>
                    <a:pt x="1" y="99"/>
                    <a:pt x="1" y="103"/>
                  </a:cubicBezTo>
                  <a:cubicBezTo>
                    <a:pt x="1" y="104"/>
                    <a:pt x="1" y="105"/>
                    <a:pt x="1" y="106"/>
                  </a:cubicBezTo>
                  <a:cubicBezTo>
                    <a:pt x="1" y="107"/>
                    <a:pt x="1" y="108"/>
                    <a:pt x="2" y="108"/>
                  </a:cubicBezTo>
                  <a:cubicBezTo>
                    <a:pt x="3" y="108"/>
                    <a:pt x="4" y="107"/>
                    <a:pt x="4" y="106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7428" name="Freeform 344">
              <a:extLst>
                <a:ext uri="{FF2B5EF4-FFF2-40B4-BE49-F238E27FC236}">
                  <a16:creationId xmlns:a16="http://schemas.microsoft.com/office/drawing/2014/main" id="{5439FE93-291C-4440-A654-4F4ED2A6F15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6" y="2749"/>
              <a:ext cx="14" cy="28"/>
            </a:xfrm>
            <a:custGeom>
              <a:avLst/>
              <a:gdLst>
                <a:gd name="T0" fmla="*/ 14 w 14"/>
                <a:gd name="T1" fmla="*/ 25 h 29"/>
                <a:gd name="T2" fmla="*/ 14 w 14"/>
                <a:gd name="T3" fmla="*/ 24 h 29"/>
                <a:gd name="T4" fmla="*/ 11 w 14"/>
                <a:gd name="T5" fmla="*/ 14 h 29"/>
                <a:gd name="T6" fmla="*/ 6 w 14"/>
                <a:gd name="T7" fmla="*/ 8 h 29"/>
                <a:gd name="T8" fmla="*/ 4 w 14"/>
                <a:gd name="T9" fmla="*/ 4 h 29"/>
                <a:gd name="T10" fmla="*/ 3 w 14"/>
                <a:gd name="T11" fmla="*/ 1 h 29"/>
                <a:gd name="T12" fmla="*/ 1 w 14"/>
                <a:gd name="T13" fmla="*/ 0 h 29"/>
                <a:gd name="T14" fmla="*/ 0 w 14"/>
                <a:gd name="T15" fmla="*/ 1 h 29"/>
                <a:gd name="T16" fmla="*/ 1 w 14"/>
                <a:gd name="T17" fmla="*/ 6 h 29"/>
                <a:gd name="T18" fmla="*/ 5 w 14"/>
                <a:gd name="T19" fmla="*/ 12 h 29"/>
                <a:gd name="T20" fmla="*/ 8 w 14"/>
                <a:gd name="T21" fmla="*/ 15 h 29"/>
                <a:gd name="T22" fmla="*/ 11 w 14"/>
                <a:gd name="T23" fmla="*/ 24 h 29"/>
                <a:gd name="T24" fmla="*/ 11 w 14"/>
                <a:gd name="T25" fmla="*/ 25 h 29"/>
                <a:gd name="T26" fmla="*/ 12 w 14"/>
                <a:gd name="T27" fmla="*/ 26 h 29"/>
                <a:gd name="T28" fmla="*/ 14 w 14"/>
                <a:gd name="T29" fmla="*/ 25 h 29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4" h="29">
                  <a:moveTo>
                    <a:pt x="14" y="28"/>
                  </a:moveTo>
                  <a:cubicBezTo>
                    <a:pt x="14" y="28"/>
                    <a:pt x="14" y="27"/>
                    <a:pt x="14" y="27"/>
                  </a:cubicBezTo>
                  <a:cubicBezTo>
                    <a:pt x="14" y="23"/>
                    <a:pt x="12" y="19"/>
                    <a:pt x="11" y="16"/>
                  </a:cubicBezTo>
                  <a:cubicBezTo>
                    <a:pt x="10" y="14"/>
                    <a:pt x="8" y="11"/>
                    <a:pt x="6" y="8"/>
                  </a:cubicBezTo>
                  <a:cubicBezTo>
                    <a:pt x="5" y="7"/>
                    <a:pt x="4" y="6"/>
                    <a:pt x="4" y="4"/>
                  </a:cubicBezTo>
                  <a:cubicBezTo>
                    <a:pt x="3" y="3"/>
                    <a:pt x="3" y="2"/>
                    <a:pt x="3" y="1"/>
                  </a:cubicBezTo>
                  <a:cubicBezTo>
                    <a:pt x="3" y="0"/>
                    <a:pt x="2" y="0"/>
                    <a:pt x="1" y="0"/>
                  </a:cubicBezTo>
                  <a:cubicBezTo>
                    <a:pt x="0" y="0"/>
                    <a:pt x="0" y="0"/>
                    <a:pt x="0" y="1"/>
                  </a:cubicBezTo>
                  <a:cubicBezTo>
                    <a:pt x="0" y="3"/>
                    <a:pt x="0" y="4"/>
                    <a:pt x="1" y="6"/>
                  </a:cubicBezTo>
                  <a:cubicBezTo>
                    <a:pt x="2" y="8"/>
                    <a:pt x="3" y="10"/>
                    <a:pt x="5" y="12"/>
                  </a:cubicBezTo>
                  <a:cubicBezTo>
                    <a:pt x="6" y="14"/>
                    <a:pt x="7" y="16"/>
                    <a:pt x="8" y="18"/>
                  </a:cubicBezTo>
                  <a:cubicBezTo>
                    <a:pt x="10" y="21"/>
                    <a:pt x="11" y="23"/>
                    <a:pt x="11" y="27"/>
                  </a:cubicBezTo>
                  <a:cubicBezTo>
                    <a:pt x="11" y="27"/>
                    <a:pt x="11" y="27"/>
                    <a:pt x="11" y="28"/>
                  </a:cubicBezTo>
                  <a:cubicBezTo>
                    <a:pt x="11" y="29"/>
                    <a:pt x="11" y="29"/>
                    <a:pt x="12" y="29"/>
                  </a:cubicBezTo>
                  <a:cubicBezTo>
                    <a:pt x="13" y="29"/>
                    <a:pt x="14" y="29"/>
                    <a:pt x="14" y="28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7429" name="Freeform 345">
              <a:extLst>
                <a:ext uri="{FF2B5EF4-FFF2-40B4-BE49-F238E27FC236}">
                  <a16:creationId xmlns:a16="http://schemas.microsoft.com/office/drawing/2014/main" id="{2F46CC75-F0B6-4EAA-B6DB-78489656331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1" y="2755"/>
              <a:ext cx="10" cy="13"/>
            </a:xfrm>
            <a:custGeom>
              <a:avLst/>
              <a:gdLst>
                <a:gd name="T0" fmla="*/ 9 w 10"/>
                <a:gd name="T1" fmla="*/ 10 h 13"/>
                <a:gd name="T2" fmla="*/ 3 w 10"/>
                <a:gd name="T3" fmla="*/ 1 h 13"/>
                <a:gd name="T4" fmla="*/ 1 w 10"/>
                <a:gd name="T5" fmla="*/ 1 h 13"/>
                <a:gd name="T6" fmla="*/ 0 w 10"/>
                <a:gd name="T7" fmla="*/ 3 h 13"/>
                <a:gd name="T8" fmla="*/ 7 w 10"/>
                <a:gd name="T9" fmla="*/ 11 h 13"/>
                <a:gd name="T10" fmla="*/ 9 w 10"/>
                <a:gd name="T11" fmla="*/ 12 h 13"/>
                <a:gd name="T12" fmla="*/ 9 w 10"/>
                <a:gd name="T13" fmla="*/ 10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" h="13">
                  <a:moveTo>
                    <a:pt x="9" y="10"/>
                  </a:moveTo>
                  <a:cubicBezTo>
                    <a:pt x="8" y="7"/>
                    <a:pt x="5" y="4"/>
                    <a:pt x="3" y="1"/>
                  </a:cubicBezTo>
                  <a:cubicBezTo>
                    <a:pt x="2" y="0"/>
                    <a:pt x="1" y="0"/>
                    <a:pt x="1" y="1"/>
                  </a:cubicBezTo>
                  <a:cubicBezTo>
                    <a:pt x="0" y="1"/>
                    <a:pt x="0" y="2"/>
                    <a:pt x="0" y="3"/>
                  </a:cubicBezTo>
                  <a:cubicBezTo>
                    <a:pt x="3" y="6"/>
                    <a:pt x="5" y="9"/>
                    <a:pt x="7" y="11"/>
                  </a:cubicBezTo>
                  <a:cubicBezTo>
                    <a:pt x="7" y="12"/>
                    <a:pt x="8" y="13"/>
                    <a:pt x="9" y="12"/>
                  </a:cubicBezTo>
                  <a:cubicBezTo>
                    <a:pt x="9" y="12"/>
                    <a:pt x="10" y="11"/>
                    <a:pt x="9" y="10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7430" name="Freeform 346">
              <a:extLst>
                <a:ext uri="{FF2B5EF4-FFF2-40B4-BE49-F238E27FC236}">
                  <a16:creationId xmlns:a16="http://schemas.microsoft.com/office/drawing/2014/main" id="{022F3BF0-8D63-49FE-83F7-E7BAF948DBC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6" y="2798"/>
              <a:ext cx="19" cy="25"/>
            </a:xfrm>
            <a:custGeom>
              <a:avLst/>
              <a:gdLst>
                <a:gd name="T0" fmla="*/ 19 w 19"/>
                <a:gd name="T1" fmla="*/ 5 h 25"/>
                <a:gd name="T2" fmla="*/ 10 w 19"/>
                <a:gd name="T3" fmla="*/ 0 h 25"/>
                <a:gd name="T4" fmla="*/ 4 w 19"/>
                <a:gd name="T5" fmla="*/ 4 h 25"/>
                <a:gd name="T6" fmla="*/ 1 w 19"/>
                <a:gd name="T7" fmla="*/ 14 h 25"/>
                <a:gd name="T8" fmla="*/ 0 w 19"/>
                <a:gd name="T9" fmla="*/ 23 h 25"/>
                <a:gd name="T10" fmla="*/ 1 w 19"/>
                <a:gd name="T11" fmla="*/ 25 h 25"/>
                <a:gd name="T12" fmla="*/ 3 w 19"/>
                <a:gd name="T13" fmla="*/ 24 h 25"/>
                <a:gd name="T14" fmla="*/ 4 w 19"/>
                <a:gd name="T15" fmla="*/ 14 h 25"/>
                <a:gd name="T16" fmla="*/ 6 w 19"/>
                <a:gd name="T17" fmla="*/ 6 h 25"/>
                <a:gd name="T18" fmla="*/ 10 w 19"/>
                <a:gd name="T19" fmla="*/ 3 h 25"/>
                <a:gd name="T20" fmla="*/ 17 w 19"/>
                <a:gd name="T21" fmla="*/ 7 h 25"/>
                <a:gd name="T22" fmla="*/ 19 w 19"/>
                <a:gd name="T23" fmla="*/ 7 h 25"/>
                <a:gd name="T24" fmla="*/ 19 w 19"/>
                <a:gd name="T25" fmla="*/ 5 h 2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9" h="25">
                  <a:moveTo>
                    <a:pt x="19" y="5"/>
                  </a:moveTo>
                  <a:cubicBezTo>
                    <a:pt x="17" y="2"/>
                    <a:pt x="14" y="0"/>
                    <a:pt x="10" y="0"/>
                  </a:cubicBezTo>
                  <a:cubicBezTo>
                    <a:pt x="8" y="0"/>
                    <a:pt x="5" y="2"/>
                    <a:pt x="4" y="4"/>
                  </a:cubicBezTo>
                  <a:cubicBezTo>
                    <a:pt x="2" y="7"/>
                    <a:pt x="1" y="11"/>
                    <a:pt x="1" y="14"/>
                  </a:cubicBezTo>
                  <a:cubicBezTo>
                    <a:pt x="1" y="17"/>
                    <a:pt x="1" y="21"/>
                    <a:pt x="0" y="23"/>
                  </a:cubicBezTo>
                  <a:cubicBezTo>
                    <a:pt x="0" y="24"/>
                    <a:pt x="0" y="25"/>
                    <a:pt x="1" y="25"/>
                  </a:cubicBezTo>
                  <a:cubicBezTo>
                    <a:pt x="2" y="25"/>
                    <a:pt x="2" y="25"/>
                    <a:pt x="3" y="24"/>
                  </a:cubicBezTo>
                  <a:cubicBezTo>
                    <a:pt x="4" y="21"/>
                    <a:pt x="4" y="18"/>
                    <a:pt x="4" y="14"/>
                  </a:cubicBezTo>
                  <a:cubicBezTo>
                    <a:pt x="4" y="11"/>
                    <a:pt x="5" y="8"/>
                    <a:pt x="6" y="6"/>
                  </a:cubicBezTo>
                  <a:cubicBezTo>
                    <a:pt x="7" y="4"/>
                    <a:pt x="9" y="3"/>
                    <a:pt x="10" y="3"/>
                  </a:cubicBezTo>
                  <a:cubicBezTo>
                    <a:pt x="12" y="3"/>
                    <a:pt x="15" y="5"/>
                    <a:pt x="17" y="7"/>
                  </a:cubicBezTo>
                  <a:cubicBezTo>
                    <a:pt x="17" y="7"/>
                    <a:pt x="18" y="8"/>
                    <a:pt x="19" y="7"/>
                  </a:cubicBezTo>
                  <a:cubicBezTo>
                    <a:pt x="19" y="7"/>
                    <a:pt x="19" y="6"/>
                    <a:pt x="19" y="5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7431" name="Freeform 347">
              <a:extLst>
                <a:ext uri="{FF2B5EF4-FFF2-40B4-BE49-F238E27FC236}">
                  <a16:creationId xmlns:a16="http://schemas.microsoft.com/office/drawing/2014/main" id="{4016AA6A-7A5C-4BE0-A8D5-B5F2C6A9276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1" y="2857"/>
              <a:ext cx="26" cy="30"/>
            </a:xfrm>
            <a:custGeom>
              <a:avLst/>
              <a:gdLst>
                <a:gd name="T0" fmla="*/ 26 w 26"/>
                <a:gd name="T1" fmla="*/ 23 h 31"/>
                <a:gd name="T2" fmla="*/ 26 w 26"/>
                <a:gd name="T3" fmla="*/ 15 h 31"/>
                <a:gd name="T4" fmla="*/ 24 w 26"/>
                <a:gd name="T5" fmla="*/ 6 h 31"/>
                <a:gd name="T6" fmla="*/ 21 w 26"/>
                <a:gd name="T7" fmla="*/ 2 h 31"/>
                <a:gd name="T8" fmla="*/ 15 w 26"/>
                <a:gd name="T9" fmla="*/ 1 h 31"/>
                <a:gd name="T10" fmla="*/ 13 w 26"/>
                <a:gd name="T11" fmla="*/ 0 h 31"/>
                <a:gd name="T12" fmla="*/ 11 w 26"/>
                <a:gd name="T13" fmla="*/ 1 h 31"/>
                <a:gd name="T14" fmla="*/ 10 w 26"/>
                <a:gd name="T15" fmla="*/ 2 h 31"/>
                <a:gd name="T16" fmla="*/ 9 w 26"/>
                <a:gd name="T17" fmla="*/ 4 h 31"/>
                <a:gd name="T18" fmla="*/ 5 w 26"/>
                <a:gd name="T19" fmla="*/ 13 h 31"/>
                <a:gd name="T20" fmla="*/ 0 w 26"/>
                <a:gd name="T21" fmla="*/ 26 h 31"/>
                <a:gd name="T22" fmla="*/ 1 w 26"/>
                <a:gd name="T23" fmla="*/ 28 h 31"/>
                <a:gd name="T24" fmla="*/ 3 w 26"/>
                <a:gd name="T25" fmla="*/ 27 h 31"/>
                <a:gd name="T26" fmla="*/ 8 w 26"/>
                <a:gd name="T27" fmla="*/ 14 h 31"/>
                <a:gd name="T28" fmla="*/ 11 w 26"/>
                <a:gd name="T29" fmla="*/ 6 h 31"/>
                <a:gd name="T30" fmla="*/ 12 w 26"/>
                <a:gd name="T31" fmla="*/ 3 h 31"/>
                <a:gd name="T32" fmla="*/ 12 w 26"/>
                <a:gd name="T33" fmla="*/ 3 h 31"/>
                <a:gd name="T34" fmla="*/ 12 w 26"/>
                <a:gd name="T35" fmla="*/ 3 h 31"/>
                <a:gd name="T36" fmla="*/ 12 w 26"/>
                <a:gd name="T37" fmla="*/ 3 h 31"/>
                <a:gd name="T38" fmla="*/ 12 w 26"/>
                <a:gd name="T39" fmla="*/ 3 h 31"/>
                <a:gd name="T40" fmla="*/ 12 w 26"/>
                <a:gd name="T41" fmla="*/ 3 h 31"/>
                <a:gd name="T42" fmla="*/ 12 w 26"/>
                <a:gd name="T43" fmla="*/ 3 h 31"/>
                <a:gd name="T44" fmla="*/ 12 w 26"/>
                <a:gd name="T45" fmla="*/ 3 h 31"/>
                <a:gd name="T46" fmla="*/ 13 w 26"/>
                <a:gd name="T47" fmla="*/ 3 h 31"/>
                <a:gd name="T48" fmla="*/ 15 w 26"/>
                <a:gd name="T49" fmla="*/ 4 h 31"/>
                <a:gd name="T50" fmla="*/ 19 w 26"/>
                <a:gd name="T51" fmla="*/ 5 h 31"/>
                <a:gd name="T52" fmla="*/ 22 w 26"/>
                <a:gd name="T53" fmla="*/ 10 h 31"/>
                <a:gd name="T54" fmla="*/ 23 w 26"/>
                <a:gd name="T55" fmla="*/ 15 h 31"/>
                <a:gd name="T56" fmla="*/ 23 w 26"/>
                <a:gd name="T57" fmla="*/ 23 h 31"/>
                <a:gd name="T58" fmla="*/ 24 w 26"/>
                <a:gd name="T59" fmla="*/ 25 h 31"/>
                <a:gd name="T60" fmla="*/ 26 w 26"/>
                <a:gd name="T61" fmla="*/ 23 h 31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26" h="31">
                  <a:moveTo>
                    <a:pt x="26" y="26"/>
                  </a:moveTo>
                  <a:cubicBezTo>
                    <a:pt x="25" y="24"/>
                    <a:pt x="26" y="21"/>
                    <a:pt x="26" y="17"/>
                  </a:cubicBezTo>
                  <a:cubicBezTo>
                    <a:pt x="26" y="14"/>
                    <a:pt x="25" y="10"/>
                    <a:pt x="24" y="6"/>
                  </a:cubicBezTo>
                  <a:cubicBezTo>
                    <a:pt x="23" y="5"/>
                    <a:pt x="22" y="3"/>
                    <a:pt x="21" y="2"/>
                  </a:cubicBezTo>
                  <a:cubicBezTo>
                    <a:pt x="19" y="1"/>
                    <a:pt x="17" y="1"/>
                    <a:pt x="15" y="1"/>
                  </a:cubicBezTo>
                  <a:cubicBezTo>
                    <a:pt x="14" y="0"/>
                    <a:pt x="13" y="0"/>
                    <a:pt x="13" y="0"/>
                  </a:cubicBezTo>
                  <a:cubicBezTo>
                    <a:pt x="12" y="0"/>
                    <a:pt x="12" y="0"/>
                    <a:pt x="11" y="1"/>
                  </a:cubicBezTo>
                  <a:cubicBezTo>
                    <a:pt x="11" y="1"/>
                    <a:pt x="10" y="2"/>
                    <a:pt x="10" y="2"/>
                  </a:cubicBezTo>
                  <a:cubicBezTo>
                    <a:pt x="9" y="3"/>
                    <a:pt x="9" y="3"/>
                    <a:pt x="9" y="4"/>
                  </a:cubicBezTo>
                  <a:cubicBezTo>
                    <a:pt x="7" y="7"/>
                    <a:pt x="7" y="10"/>
                    <a:pt x="5" y="13"/>
                  </a:cubicBezTo>
                  <a:cubicBezTo>
                    <a:pt x="4" y="18"/>
                    <a:pt x="1" y="26"/>
                    <a:pt x="0" y="29"/>
                  </a:cubicBezTo>
                  <a:cubicBezTo>
                    <a:pt x="0" y="30"/>
                    <a:pt x="0" y="31"/>
                    <a:pt x="1" y="31"/>
                  </a:cubicBezTo>
                  <a:cubicBezTo>
                    <a:pt x="2" y="31"/>
                    <a:pt x="3" y="31"/>
                    <a:pt x="3" y="30"/>
                  </a:cubicBezTo>
                  <a:cubicBezTo>
                    <a:pt x="4" y="26"/>
                    <a:pt x="6" y="18"/>
                    <a:pt x="8" y="14"/>
                  </a:cubicBezTo>
                  <a:cubicBezTo>
                    <a:pt x="9" y="11"/>
                    <a:pt x="10" y="8"/>
                    <a:pt x="11" y="6"/>
                  </a:cubicBezTo>
                  <a:cubicBezTo>
                    <a:pt x="12" y="4"/>
                    <a:pt x="12" y="4"/>
                    <a:pt x="12" y="3"/>
                  </a:cubicBezTo>
                  <a:cubicBezTo>
                    <a:pt x="12" y="3"/>
                    <a:pt x="12" y="3"/>
                    <a:pt x="12" y="3"/>
                  </a:cubicBezTo>
                  <a:cubicBezTo>
                    <a:pt x="12" y="3"/>
                    <a:pt x="12" y="3"/>
                    <a:pt x="12" y="3"/>
                  </a:cubicBezTo>
                  <a:cubicBezTo>
                    <a:pt x="12" y="3"/>
                    <a:pt x="12" y="3"/>
                    <a:pt x="12" y="3"/>
                  </a:cubicBezTo>
                  <a:cubicBezTo>
                    <a:pt x="12" y="3"/>
                    <a:pt x="12" y="3"/>
                    <a:pt x="12" y="3"/>
                  </a:cubicBezTo>
                  <a:cubicBezTo>
                    <a:pt x="12" y="3"/>
                    <a:pt x="12" y="3"/>
                    <a:pt x="12" y="3"/>
                  </a:cubicBezTo>
                  <a:cubicBezTo>
                    <a:pt x="12" y="3"/>
                    <a:pt x="12" y="3"/>
                    <a:pt x="12" y="3"/>
                  </a:cubicBezTo>
                  <a:cubicBezTo>
                    <a:pt x="12" y="3"/>
                    <a:pt x="12" y="3"/>
                    <a:pt x="12" y="3"/>
                  </a:cubicBezTo>
                  <a:cubicBezTo>
                    <a:pt x="13" y="3"/>
                    <a:pt x="13" y="3"/>
                    <a:pt x="13" y="3"/>
                  </a:cubicBezTo>
                  <a:cubicBezTo>
                    <a:pt x="13" y="3"/>
                    <a:pt x="14" y="3"/>
                    <a:pt x="15" y="4"/>
                  </a:cubicBezTo>
                  <a:cubicBezTo>
                    <a:pt x="16" y="4"/>
                    <a:pt x="18" y="4"/>
                    <a:pt x="19" y="5"/>
                  </a:cubicBezTo>
                  <a:cubicBezTo>
                    <a:pt x="20" y="6"/>
                    <a:pt x="21" y="8"/>
                    <a:pt x="22" y="10"/>
                  </a:cubicBezTo>
                  <a:cubicBezTo>
                    <a:pt x="23" y="12"/>
                    <a:pt x="23" y="15"/>
                    <a:pt x="23" y="17"/>
                  </a:cubicBezTo>
                  <a:cubicBezTo>
                    <a:pt x="23" y="21"/>
                    <a:pt x="23" y="24"/>
                    <a:pt x="23" y="26"/>
                  </a:cubicBezTo>
                  <a:cubicBezTo>
                    <a:pt x="23" y="27"/>
                    <a:pt x="23" y="28"/>
                    <a:pt x="24" y="28"/>
                  </a:cubicBezTo>
                  <a:cubicBezTo>
                    <a:pt x="25" y="28"/>
                    <a:pt x="26" y="27"/>
                    <a:pt x="26" y="26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7432" name="Freeform 348">
              <a:extLst>
                <a:ext uri="{FF2B5EF4-FFF2-40B4-BE49-F238E27FC236}">
                  <a16:creationId xmlns:a16="http://schemas.microsoft.com/office/drawing/2014/main" id="{E7F3FBFA-8FA3-46B0-9B8C-BF0AD3E72D5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3" y="2888"/>
              <a:ext cx="25" cy="30"/>
            </a:xfrm>
            <a:custGeom>
              <a:avLst/>
              <a:gdLst>
                <a:gd name="T0" fmla="*/ 21 w 26"/>
                <a:gd name="T1" fmla="*/ 26 h 31"/>
                <a:gd name="T2" fmla="*/ 21 w 26"/>
                <a:gd name="T3" fmla="*/ 23 h 31"/>
                <a:gd name="T4" fmla="*/ 23 w 26"/>
                <a:gd name="T5" fmla="*/ 12 h 31"/>
                <a:gd name="T6" fmla="*/ 21 w 26"/>
                <a:gd name="T7" fmla="*/ 6 h 31"/>
                <a:gd name="T8" fmla="*/ 16 w 26"/>
                <a:gd name="T9" fmla="*/ 1 h 31"/>
                <a:gd name="T10" fmla="*/ 13 w 26"/>
                <a:gd name="T11" fmla="*/ 0 h 31"/>
                <a:gd name="T12" fmla="*/ 11 w 26"/>
                <a:gd name="T13" fmla="*/ 0 h 31"/>
                <a:gd name="T14" fmla="*/ 5 w 26"/>
                <a:gd name="T15" fmla="*/ 3 h 31"/>
                <a:gd name="T16" fmla="*/ 1 w 26"/>
                <a:gd name="T17" fmla="*/ 11 h 31"/>
                <a:gd name="T18" fmla="*/ 0 w 26"/>
                <a:gd name="T19" fmla="*/ 19 h 31"/>
                <a:gd name="T20" fmla="*/ 0 w 26"/>
                <a:gd name="T21" fmla="*/ 26 h 31"/>
                <a:gd name="T22" fmla="*/ 2 w 26"/>
                <a:gd name="T23" fmla="*/ 27 h 31"/>
                <a:gd name="T24" fmla="*/ 3 w 26"/>
                <a:gd name="T25" fmla="*/ 26 h 31"/>
                <a:gd name="T26" fmla="*/ 3 w 26"/>
                <a:gd name="T27" fmla="*/ 19 h 31"/>
                <a:gd name="T28" fmla="*/ 5 w 26"/>
                <a:gd name="T29" fmla="*/ 9 h 31"/>
                <a:gd name="T30" fmla="*/ 7 w 26"/>
                <a:gd name="T31" fmla="*/ 5 h 31"/>
                <a:gd name="T32" fmla="*/ 11 w 26"/>
                <a:gd name="T33" fmla="*/ 3 h 31"/>
                <a:gd name="T34" fmla="*/ 13 w 26"/>
                <a:gd name="T35" fmla="*/ 3 h 31"/>
                <a:gd name="T36" fmla="*/ 15 w 26"/>
                <a:gd name="T37" fmla="*/ 4 h 31"/>
                <a:gd name="T38" fmla="*/ 19 w 26"/>
                <a:gd name="T39" fmla="*/ 7 h 31"/>
                <a:gd name="T40" fmla="*/ 20 w 26"/>
                <a:gd name="T41" fmla="*/ 12 h 31"/>
                <a:gd name="T42" fmla="*/ 18 w 26"/>
                <a:gd name="T43" fmla="*/ 23 h 31"/>
                <a:gd name="T44" fmla="*/ 19 w 26"/>
                <a:gd name="T45" fmla="*/ 27 h 31"/>
                <a:gd name="T46" fmla="*/ 20 w 26"/>
                <a:gd name="T47" fmla="*/ 28 h 31"/>
                <a:gd name="T48" fmla="*/ 21 w 26"/>
                <a:gd name="T49" fmla="*/ 26 h 31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26" h="31">
                  <a:moveTo>
                    <a:pt x="24" y="29"/>
                  </a:moveTo>
                  <a:cubicBezTo>
                    <a:pt x="24" y="28"/>
                    <a:pt x="24" y="27"/>
                    <a:pt x="24" y="26"/>
                  </a:cubicBezTo>
                  <a:cubicBezTo>
                    <a:pt x="24" y="22"/>
                    <a:pt x="26" y="17"/>
                    <a:pt x="26" y="12"/>
                  </a:cubicBezTo>
                  <a:cubicBezTo>
                    <a:pt x="26" y="10"/>
                    <a:pt x="25" y="8"/>
                    <a:pt x="24" y="6"/>
                  </a:cubicBezTo>
                  <a:cubicBezTo>
                    <a:pt x="23" y="4"/>
                    <a:pt x="21" y="2"/>
                    <a:pt x="19" y="1"/>
                  </a:cubicBezTo>
                  <a:cubicBezTo>
                    <a:pt x="17" y="0"/>
                    <a:pt x="15" y="0"/>
                    <a:pt x="13" y="0"/>
                  </a:cubicBezTo>
                  <a:cubicBezTo>
                    <a:pt x="12" y="0"/>
                    <a:pt x="12" y="0"/>
                    <a:pt x="11" y="0"/>
                  </a:cubicBezTo>
                  <a:cubicBezTo>
                    <a:pt x="9" y="0"/>
                    <a:pt x="7" y="1"/>
                    <a:pt x="5" y="3"/>
                  </a:cubicBezTo>
                  <a:cubicBezTo>
                    <a:pt x="3" y="5"/>
                    <a:pt x="2" y="8"/>
                    <a:pt x="1" y="11"/>
                  </a:cubicBezTo>
                  <a:cubicBezTo>
                    <a:pt x="0" y="15"/>
                    <a:pt x="0" y="18"/>
                    <a:pt x="0" y="22"/>
                  </a:cubicBezTo>
                  <a:cubicBezTo>
                    <a:pt x="0" y="24"/>
                    <a:pt x="0" y="27"/>
                    <a:pt x="0" y="29"/>
                  </a:cubicBezTo>
                  <a:cubicBezTo>
                    <a:pt x="0" y="30"/>
                    <a:pt x="1" y="30"/>
                    <a:pt x="2" y="30"/>
                  </a:cubicBezTo>
                  <a:cubicBezTo>
                    <a:pt x="3" y="30"/>
                    <a:pt x="3" y="29"/>
                    <a:pt x="3" y="29"/>
                  </a:cubicBezTo>
                  <a:cubicBezTo>
                    <a:pt x="3" y="27"/>
                    <a:pt x="3" y="24"/>
                    <a:pt x="3" y="22"/>
                  </a:cubicBezTo>
                  <a:cubicBezTo>
                    <a:pt x="3" y="17"/>
                    <a:pt x="3" y="13"/>
                    <a:pt x="5" y="9"/>
                  </a:cubicBezTo>
                  <a:cubicBezTo>
                    <a:pt x="5" y="7"/>
                    <a:pt x="6" y="6"/>
                    <a:pt x="7" y="5"/>
                  </a:cubicBezTo>
                  <a:cubicBezTo>
                    <a:pt x="8" y="4"/>
                    <a:pt x="10" y="3"/>
                    <a:pt x="11" y="3"/>
                  </a:cubicBezTo>
                  <a:cubicBezTo>
                    <a:pt x="12" y="3"/>
                    <a:pt x="12" y="3"/>
                    <a:pt x="13" y="3"/>
                  </a:cubicBezTo>
                  <a:cubicBezTo>
                    <a:pt x="15" y="3"/>
                    <a:pt x="17" y="3"/>
                    <a:pt x="18" y="4"/>
                  </a:cubicBezTo>
                  <a:cubicBezTo>
                    <a:pt x="20" y="5"/>
                    <a:pt x="21" y="6"/>
                    <a:pt x="22" y="7"/>
                  </a:cubicBezTo>
                  <a:cubicBezTo>
                    <a:pt x="22" y="9"/>
                    <a:pt x="23" y="10"/>
                    <a:pt x="23" y="12"/>
                  </a:cubicBezTo>
                  <a:cubicBezTo>
                    <a:pt x="23" y="16"/>
                    <a:pt x="21" y="21"/>
                    <a:pt x="21" y="26"/>
                  </a:cubicBezTo>
                  <a:cubicBezTo>
                    <a:pt x="21" y="27"/>
                    <a:pt x="21" y="28"/>
                    <a:pt x="22" y="30"/>
                  </a:cubicBezTo>
                  <a:cubicBezTo>
                    <a:pt x="22" y="30"/>
                    <a:pt x="23" y="31"/>
                    <a:pt x="23" y="31"/>
                  </a:cubicBezTo>
                  <a:cubicBezTo>
                    <a:pt x="24" y="30"/>
                    <a:pt x="25" y="29"/>
                    <a:pt x="24" y="29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7433" name="Freeform 349">
              <a:extLst>
                <a:ext uri="{FF2B5EF4-FFF2-40B4-BE49-F238E27FC236}">
                  <a16:creationId xmlns:a16="http://schemas.microsoft.com/office/drawing/2014/main" id="{C41CA76E-21BA-4F0B-9E33-5CB5D173F66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5" y="2775"/>
              <a:ext cx="19" cy="118"/>
            </a:xfrm>
            <a:custGeom>
              <a:avLst/>
              <a:gdLst>
                <a:gd name="T0" fmla="*/ 3 w 20"/>
                <a:gd name="T1" fmla="*/ 109 h 122"/>
                <a:gd name="T2" fmla="*/ 7 w 20"/>
                <a:gd name="T3" fmla="*/ 100 h 122"/>
                <a:gd name="T4" fmla="*/ 7 w 20"/>
                <a:gd name="T5" fmla="*/ 90 h 122"/>
                <a:gd name="T6" fmla="*/ 10 w 20"/>
                <a:gd name="T7" fmla="*/ 61 h 122"/>
                <a:gd name="T8" fmla="*/ 14 w 20"/>
                <a:gd name="T9" fmla="*/ 33 h 122"/>
                <a:gd name="T10" fmla="*/ 15 w 20"/>
                <a:gd name="T11" fmla="*/ 17 h 122"/>
                <a:gd name="T12" fmla="*/ 17 w 20"/>
                <a:gd name="T13" fmla="*/ 4 h 122"/>
                <a:gd name="T14" fmla="*/ 17 w 20"/>
                <a:gd name="T15" fmla="*/ 2 h 122"/>
                <a:gd name="T16" fmla="*/ 15 w 20"/>
                <a:gd name="T17" fmla="*/ 0 h 122"/>
                <a:gd name="T18" fmla="*/ 14 w 20"/>
                <a:gd name="T19" fmla="*/ 2 h 122"/>
                <a:gd name="T20" fmla="*/ 14 w 20"/>
                <a:gd name="T21" fmla="*/ 4 h 122"/>
                <a:gd name="T22" fmla="*/ 12 w 20"/>
                <a:gd name="T23" fmla="*/ 17 h 122"/>
                <a:gd name="T24" fmla="*/ 11 w 20"/>
                <a:gd name="T25" fmla="*/ 32 h 122"/>
                <a:gd name="T26" fmla="*/ 9 w 20"/>
                <a:gd name="T27" fmla="*/ 60 h 122"/>
                <a:gd name="T28" fmla="*/ 4 w 20"/>
                <a:gd name="T29" fmla="*/ 89 h 122"/>
                <a:gd name="T30" fmla="*/ 4 w 20"/>
                <a:gd name="T31" fmla="*/ 100 h 122"/>
                <a:gd name="T32" fmla="*/ 1 w 20"/>
                <a:gd name="T33" fmla="*/ 107 h 122"/>
                <a:gd name="T34" fmla="*/ 1 w 20"/>
                <a:gd name="T35" fmla="*/ 109 h 122"/>
                <a:gd name="T36" fmla="*/ 3 w 20"/>
                <a:gd name="T37" fmla="*/ 109 h 122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20" h="122">
                  <a:moveTo>
                    <a:pt x="3" y="121"/>
                  </a:moveTo>
                  <a:cubicBezTo>
                    <a:pt x="5" y="118"/>
                    <a:pt x="6" y="114"/>
                    <a:pt x="7" y="110"/>
                  </a:cubicBezTo>
                  <a:cubicBezTo>
                    <a:pt x="7" y="106"/>
                    <a:pt x="7" y="101"/>
                    <a:pt x="7" y="99"/>
                  </a:cubicBezTo>
                  <a:cubicBezTo>
                    <a:pt x="8" y="88"/>
                    <a:pt x="10" y="77"/>
                    <a:pt x="12" y="67"/>
                  </a:cubicBezTo>
                  <a:cubicBezTo>
                    <a:pt x="15" y="56"/>
                    <a:pt x="16" y="46"/>
                    <a:pt x="17" y="36"/>
                  </a:cubicBezTo>
                  <a:cubicBezTo>
                    <a:pt x="17" y="30"/>
                    <a:pt x="17" y="25"/>
                    <a:pt x="18" y="20"/>
                  </a:cubicBezTo>
                  <a:cubicBezTo>
                    <a:pt x="18" y="15"/>
                    <a:pt x="20" y="9"/>
                    <a:pt x="20" y="4"/>
                  </a:cubicBezTo>
                  <a:cubicBezTo>
                    <a:pt x="20" y="3"/>
                    <a:pt x="20" y="2"/>
                    <a:pt x="20" y="2"/>
                  </a:cubicBezTo>
                  <a:cubicBezTo>
                    <a:pt x="20" y="1"/>
                    <a:pt x="19" y="0"/>
                    <a:pt x="18" y="0"/>
                  </a:cubicBezTo>
                  <a:cubicBezTo>
                    <a:pt x="18" y="0"/>
                    <a:pt x="17" y="1"/>
                    <a:pt x="17" y="2"/>
                  </a:cubicBezTo>
                  <a:cubicBezTo>
                    <a:pt x="17" y="3"/>
                    <a:pt x="17" y="3"/>
                    <a:pt x="17" y="4"/>
                  </a:cubicBezTo>
                  <a:cubicBezTo>
                    <a:pt x="17" y="9"/>
                    <a:pt x="15" y="15"/>
                    <a:pt x="15" y="20"/>
                  </a:cubicBezTo>
                  <a:cubicBezTo>
                    <a:pt x="14" y="25"/>
                    <a:pt x="14" y="30"/>
                    <a:pt x="14" y="35"/>
                  </a:cubicBezTo>
                  <a:cubicBezTo>
                    <a:pt x="13" y="46"/>
                    <a:pt x="12" y="56"/>
                    <a:pt x="9" y="66"/>
                  </a:cubicBezTo>
                  <a:cubicBezTo>
                    <a:pt x="7" y="77"/>
                    <a:pt x="5" y="88"/>
                    <a:pt x="4" y="98"/>
                  </a:cubicBezTo>
                  <a:cubicBezTo>
                    <a:pt x="4" y="101"/>
                    <a:pt x="4" y="105"/>
                    <a:pt x="4" y="110"/>
                  </a:cubicBezTo>
                  <a:cubicBezTo>
                    <a:pt x="3" y="114"/>
                    <a:pt x="2" y="117"/>
                    <a:pt x="1" y="119"/>
                  </a:cubicBezTo>
                  <a:cubicBezTo>
                    <a:pt x="0" y="120"/>
                    <a:pt x="0" y="121"/>
                    <a:pt x="1" y="121"/>
                  </a:cubicBezTo>
                  <a:cubicBezTo>
                    <a:pt x="2" y="122"/>
                    <a:pt x="3" y="122"/>
                    <a:pt x="3" y="121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7434" name="Freeform 350">
              <a:extLst>
                <a:ext uri="{FF2B5EF4-FFF2-40B4-BE49-F238E27FC236}">
                  <a16:creationId xmlns:a16="http://schemas.microsoft.com/office/drawing/2014/main" id="{B8837C16-91F1-494E-A01F-38B04002C87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0" y="2810"/>
              <a:ext cx="12" cy="61"/>
            </a:xfrm>
            <a:custGeom>
              <a:avLst/>
              <a:gdLst>
                <a:gd name="T0" fmla="*/ 6 w 13"/>
                <a:gd name="T1" fmla="*/ 2 h 63"/>
                <a:gd name="T2" fmla="*/ 7 w 13"/>
                <a:gd name="T3" fmla="*/ 12 h 63"/>
                <a:gd name="T4" fmla="*/ 6 w 13"/>
                <a:gd name="T5" fmla="*/ 30 h 63"/>
                <a:gd name="T6" fmla="*/ 0 w 13"/>
                <a:gd name="T7" fmla="*/ 54 h 63"/>
                <a:gd name="T8" fmla="*/ 0 w 13"/>
                <a:gd name="T9" fmla="*/ 56 h 63"/>
                <a:gd name="T10" fmla="*/ 1 w 13"/>
                <a:gd name="T11" fmla="*/ 57 h 63"/>
                <a:gd name="T12" fmla="*/ 3 w 13"/>
                <a:gd name="T13" fmla="*/ 56 h 63"/>
                <a:gd name="T14" fmla="*/ 3 w 13"/>
                <a:gd name="T15" fmla="*/ 54 h 63"/>
                <a:gd name="T16" fmla="*/ 7 w 13"/>
                <a:gd name="T17" fmla="*/ 31 h 63"/>
                <a:gd name="T18" fmla="*/ 10 w 13"/>
                <a:gd name="T19" fmla="*/ 12 h 63"/>
                <a:gd name="T20" fmla="*/ 9 w 13"/>
                <a:gd name="T21" fmla="*/ 1 h 63"/>
                <a:gd name="T22" fmla="*/ 7 w 13"/>
                <a:gd name="T23" fmla="*/ 0 h 63"/>
                <a:gd name="T24" fmla="*/ 6 w 13"/>
                <a:gd name="T25" fmla="*/ 2 h 6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3" h="63">
                  <a:moveTo>
                    <a:pt x="9" y="2"/>
                  </a:moveTo>
                  <a:cubicBezTo>
                    <a:pt x="9" y="5"/>
                    <a:pt x="10" y="9"/>
                    <a:pt x="10" y="12"/>
                  </a:cubicBezTo>
                  <a:cubicBezTo>
                    <a:pt x="10" y="19"/>
                    <a:pt x="9" y="26"/>
                    <a:pt x="7" y="33"/>
                  </a:cubicBezTo>
                  <a:cubicBezTo>
                    <a:pt x="4" y="41"/>
                    <a:pt x="0" y="50"/>
                    <a:pt x="0" y="60"/>
                  </a:cubicBezTo>
                  <a:cubicBezTo>
                    <a:pt x="0" y="60"/>
                    <a:pt x="0" y="61"/>
                    <a:pt x="0" y="62"/>
                  </a:cubicBezTo>
                  <a:cubicBezTo>
                    <a:pt x="0" y="63"/>
                    <a:pt x="1" y="63"/>
                    <a:pt x="1" y="63"/>
                  </a:cubicBezTo>
                  <a:cubicBezTo>
                    <a:pt x="2" y="63"/>
                    <a:pt x="3" y="63"/>
                    <a:pt x="3" y="62"/>
                  </a:cubicBezTo>
                  <a:cubicBezTo>
                    <a:pt x="3" y="61"/>
                    <a:pt x="3" y="60"/>
                    <a:pt x="3" y="60"/>
                  </a:cubicBezTo>
                  <a:cubicBezTo>
                    <a:pt x="3" y="52"/>
                    <a:pt x="7" y="42"/>
                    <a:pt x="10" y="34"/>
                  </a:cubicBezTo>
                  <a:cubicBezTo>
                    <a:pt x="12" y="27"/>
                    <a:pt x="13" y="19"/>
                    <a:pt x="13" y="12"/>
                  </a:cubicBezTo>
                  <a:cubicBezTo>
                    <a:pt x="13" y="8"/>
                    <a:pt x="12" y="5"/>
                    <a:pt x="12" y="1"/>
                  </a:cubicBezTo>
                  <a:cubicBezTo>
                    <a:pt x="12" y="1"/>
                    <a:pt x="11" y="0"/>
                    <a:pt x="10" y="0"/>
                  </a:cubicBezTo>
                  <a:cubicBezTo>
                    <a:pt x="9" y="0"/>
                    <a:pt x="9" y="1"/>
                    <a:pt x="9" y="2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7435" name="Freeform 351">
              <a:extLst>
                <a:ext uri="{FF2B5EF4-FFF2-40B4-BE49-F238E27FC236}">
                  <a16:creationId xmlns:a16="http://schemas.microsoft.com/office/drawing/2014/main" id="{37528BA3-D724-4B67-B90D-8B633FD7677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2" y="2754"/>
              <a:ext cx="4" cy="17"/>
            </a:xfrm>
            <a:custGeom>
              <a:avLst/>
              <a:gdLst>
                <a:gd name="T0" fmla="*/ 0 w 4"/>
                <a:gd name="T1" fmla="*/ 1 h 18"/>
                <a:gd name="T2" fmla="*/ 0 w 4"/>
                <a:gd name="T3" fmla="*/ 5 h 18"/>
                <a:gd name="T4" fmla="*/ 1 w 4"/>
                <a:gd name="T5" fmla="*/ 14 h 18"/>
                <a:gd name="T6" fmla="*/ 1 w 4"/>
                <a:gd name="T7" fmla="*/ 14 h 18"/>
                <a:gd name="T8" fmla="*/ 2 w 4"/>
                <a:gd name="T9" fmla="*/ 15 h 18"/>
                <a:gd name="T10" fmla="*/ 4 w 4"/>
                <a:gd name="T11" fmla="*/ 14 h 18"/>
                <a:gd name="T12" fmla="*/ 4 w 4"/>
                <a:gd name="T13" fmla="*/ 14 h 18"/>
                <a:gd name="T14" fmla="*/ 3 w 4"/>
                <a:gd name="T15" fmla="*/ 5 h 18"/>
                <a:gd name="T16" fmla="*/ 3 w 4"/>
                <a:gd name="T17" fmla="*/ 2 h 18"/>
                <a:gd name="T18" fmla="*/ 2 w 4"/>
                <a:gd name="T19" fmla="*/ 0 h 18"/>
                <a:gd name="T20" fmla="*/ 0 w 4"/>
                <a:gd name="T21" fmla="*/ 1 h 1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" h="18">
                  <a:moveTo>
                    <a:pt x="0" y="1"/>
                  </a:moveTo>
                  <a:cubicBezTo>
                    <a:pt x="0" y="3"/>
                    <a:pt x="0" y="4"/>
                    <a:pt x="0" y="5"/>
                  </a:cubicBezTo>
                  <a:cubicBezTo>
                    <a:pt x="0" y="9"/>
                    <a:pt x="1" y="13"/>
                    <a:pt x="1" y="17"/>
                  </a:cubicBezTo>
                  <a:cubicBezTo>
                    <a:pt x="1" y="17"/>
                    <a:pt x="1" y="17"/>
                    <a:pt x="1" y="17"/>
                  </a:cubicBezTo>
                  <a:cubicBezTo>
                    <a:pt x="1" y="18"/>
                    <a:pt x="2" y="18"/>
                    <a:pt x="2" y="18"/>
                  </a:cubicBezTo>
                  <a:cubicBezTo>
                    <a:pt x="3" y="18"/>
                    <a:pt x="4" y="18"/>
                    <a:pt x="4" y="17"/>
                  </a:cubicBezTo>
                  <a:cubicBezTo>
                    <a:pt x="4" y="17"/>
                    <a:pt x="4" y="17"/>
                    <a:pt x="4" y="17"/>
                  </a:cubicBezTo>
                  <a:cubicBezTo>
                    <a:pt x="4" y="12"/>
                    <a:pt x="3" y="8"/>
                    <a:pt x="3" y="5"/>
                  </a:cubicBezTo>
                  <a:cubicBezTo>
                    <a:pt x="3" y="4"/>
                    <a:pt x="3" y="3"/>
                    <a:pt x="3" y="2"/>
                  </a:cubicBezTo>
                  <a:cubicBezTo>
                    <a:pt x="3" y="1"/>
                    <a:pt x="3" y="0"/>
                    <a:pt x="2" y="0"/>
                  </a:cubicBezTo>
                  <a:cubicBezTo>
                    <a:pt x="1" y="0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7436" name="Freeform 352">
              <a:extLst>
                <a:ext uri="{FF2B5EF4-FFF2-40B4-BE49-F238E27FC236}">
                  <a16:creationId xmlns:a16="http://schemas.microsoft.com/office/drawing/2014/main" id="{7D13A308-657C-4766-8D4B-5990EF9B1C0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5" y="2841"/>
              <a:ext cx="16" cy="28"/>
            </a:xfrm>
            <a:custGeom>
              <a:avLst/>
              <a:gdLst>
                <a:gd name="T0" fmla="*/ 3 w 17"/>
                <a:gd name="T1" fmla="*/ 12 h 29"/>
                <a:gd name="T2" fmla="*/ 3 w 17"/>
                <a:gd name="T3" fmla="*/ 11 h 29"/>
                <a:gd name="T4" fmla="*/ 6 w 17"/>
                <a:gd name="T5" fmla="*/ 6 h 29"/>
                <a:gd name="T6" fmla="*/ 8 w 17"/>
                <a:gd name="T7" fmla="*/ 3 h 29"/>
                <a:gd name="T8" fmla="*/ 9 w 17"/>
                <a:gd name="T9" fmla="*/ 4 h 29"/>
                <a:gd name="T10" fmla="*/ 10 w 17"/>
                <a:gd name="T11" fmla="*/ 6 h 29"/>
                <a:gd name="T12" fmla="*/ 11 w 17"/>
                <a:gd name="T13" fmla="*/ 14 h 29"/>
                <a:gd name="T14" fmla="*/ 10 w 17"/>
                <a:gd name="T15" fmla="*/ 19 h 29"/>
                <a:gd name="T16" fmla="*/ 8 w 17"/>
                <a:gd name="T17" fmla="*/ 23 h 29"/>
                <a:gd name="T18" fmla="*/ 8 w 17"/>
                <a:gd name="T19" fmla="*/ 25 h 29"/>
                <a:gd name="T20" fmla="*/ 10 w 17"/>
                <a:gd name="T21" fmla="*/ 25 h 29"/>
                <a:gd name="T22" fmla="*/ 13 w 17"/>
                <a:gd name="T23" fmla="*/ 19 h 29"/>
                <a:gd name="T24" fmla="*/ 14 w 17"/>
                <a:gd name="T25" fmla="*/ 14 h 29"/>
                <a:gd name="T26" fmla="*/ 13 w 17"/>
                <a:gd name="T27" fmla="*/ 5 h 29"/>
                <a:gd name="T28" fmla="*/ 11 w 17"/>
                <a:gd name="T29" fmla="*/ 1 h 29"/>
                <a:gd name="T30" fmla="*/ 8 w 17"/>
                <a:gd name="T31" fmla="*/ 0 h 29"/>
                <a:gd name="T32" fmla="*/ 4 w 17"/>
                <a:gd name="T33" fmla="*/ 4 h 29"/>
                <a:gd name="T34" fmla="*/ 0 w 17"/>
                <a:gd name="T35" fmla="*/ 11 h 29"/>
                <a:gd name="T36" fmla="*/ 1 w 17"/>
                <a:gd name="T37" fmla="*/ 13 h 29"/>
                <a:gd name="T38" fmla="*/ 3 w 17"/>
                <a:gd name="T39" fmla="*/ 14 h 29"/>
                <a:gd name="T40" fmla="*/ 3 w 17"/>
                <a:gd name="T41" fmla="*/ 12 h 29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7" h="29">
                  <a:moveTo>
                    <a:pt x="3" y="12"/>
                  </a:moveTo>
                  <a:cubicBezTo>
                    <a:pt x="3" y="11"/>
                    <a:pt x="3" y="11"/>
                    <a:pt x="3" y="11"/>
                  </a:cubicBezTo>
                  <a:cubicBezTo>
                    <a:pt x="3" y="10"/>
                    <a:pt x="4" y="8"/>
                    <a:pt x="6" y="6"/>
                  </a:cubicBezTo>
                  <a:cubicBezTo>
                    <a:pt x="7" y="4"/>
                    <a:pt x="9" y="3"/>
                    <a:pt x="10" y="3"/>
                  </a:cubicBezTo>
                  <a:cubicBezTo>
                    <a:pt x="11" y="3"/>
                    <a:pt x="11" y="3"/>
                    <a:pt x="12" y="4"/>
                  </a:cubicBezTo>
                  <a:cubicBezTo>
                    <a:pt x="12" y="4"/>
                    <a:pt x="12" y="5"/>
                    <a:pt x="13" y="6"/>
                  </a:cubicBezTo>
                  <a:cubicBezTo>
                    <a:pt x="13" y="8"/>
                    <a:pt x="14" y="11"/>
                    <a:pt x="14" y="15"/>
                  </a:cubicBezTo>
                  <a:cubicBezTo>
                    <a:pt x="14" y="17"/>
                    <a:pt x="13" y="20"/>
                    <a:pt x="13" y="22"/>
                  </a:cubicBezTo>
                  <a:cubicBezTo>
                    <a:pt x="12" y="24"/>
                    <a:pt x="12" y="25"/>
                    <a:pt x="11" y="26"/>
                  </a:cubicBezTo>
                  <a:cubicBezTo>
                    <a:pt x="10" y="26"/>
                    <a:pt x="10" y="27"/>
                    <a:pt x="11" y="28"/>
                  </a:cubicBezTo>
                  <a:cubicBezTo>
                    <a:pt x="11" y="29"/>
                    <a:pt x="12" y="29"/>
                    <a:pt x="13" y="28"/>
                  </a:cubicBezTo>
                  <a:cubicBezTo>
                    <a:pt x="14" y="27"/>
                    <a:pt x="15" y="25"/>
                    <a:pt x="16" y="22"/>
                  </a:cubicBezTo>
                  <a:cubicBezTo>
                    <a:pt x="16" y="20"/>
                    <a:pt x="17" y="17"/>
                    <a:pt x="17" y="15"/>
                  </a:cubicBezTo>
                  <a:cubicBezTo>
                    <a:pt x="17" y="11"/>
                    <a:pt x="16" y="7"/>
                    <a:pt x="16" y="5"/>
                  </a:cubicBezTo>
                  <a:cubicBezTo>
                    <a:pt x="15" y="3"/>
                    <a:pt x="14" y="2"/>
                    <a:pt x="14" y="1"/>
                  </a:cubicBezTo>
                  <a:cubicBezTo>
                    <a:pt x="13" y="1"/>
                    <a:pt x="12" y="0"/>
                    <a:pt x="10" y="0"/>
                  </a:cubicBezTo>
                  <a:cubicBezTo>
                    <a:pt x="8" y="0"/>
                    <a:pt x="5" y="2"/>
                    <a:pt x="4" y="4"/>
                  </a:cubicBezTo>
                  <a:cubicBezTo>
                    <a:pt x="2" y="6"/>
                    <a:pt x="0" y="9"/>
                    <a:pt x="0" y="11"/>
                  </a:cubicBezTo>
                  <a:cubicBezTo>
                    <a:pt x="0" y="12"/>
                    <a:pt x="0" y="12"/>
                    <a:pt x="1" y="13"/>
                  </a:cubicBezTo>
                  <a:cubicBezTo>
                    <a:pt x="1" y="14"/>
                    <a:pt x="2" y="14"/>
                    <a:pt x="3" y="14"/>
                  </a:cubicBezTo>
                  <a:cubicBezTo>
                    <a:pt x="3" y="13"/>
                    <a:pt x="4" y="12"/>
                    <a:pt x="3" y="12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7437" name="Freeform 353">
              <a:extLst>
                <a:ext uri="{FF2B5EF4-FFF2-40B4-BE49-F238E27FC236}">
                  <a16:creationId xmlns:a16="http://schemas.microsoft.com/office/drawing/2014/main" id="{A985A811-5DA8-462F-AE50-B442691F5BF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4" y="2881"/>
              <a:ext cx="26" cy="28"/>
            </a:xfrm>
            <a:custGeom>
              <a:avLst/>
              <a:gdLst>
                <a:gd name="T0" fmla="*/ 5 w 27"/>
                <a:gd name="T1" fmla="*/ 23 h 29"/>
                <a:gd name="T2" fmla="*/ 3 w 27"/>
                <a:gd name="T3" fmla="*/ 13 h 29"/>
                <a:gd name="T4" fmla="*/ 4 w 27"/>
                <a:gd name="T5" fmla="*/ 6 h 29"/>
                <a:gd name="T6" fmla="*/ 8 w 27"/>
                <a:gd name="T7" fmla="*/ 4 h 29"/>
                <a:gd name="T8" fmla="*/ 13 w 27"/>
                <a:gd name="T9" fmla="*/ 3 h 29"/>
                <a:gd name="T10" fmla="*/ 14 w 27"/>
                <a:gd name="T11" fmla="*/ 3 h 29"/>
                <a:gd name="T12" fmla="*/ 18 w 27"/>
                <a:gd name="T13" fmla="*/ 4 h 29"/>
                <a:gd name="T14" fmla="*/ 19 w 27"/>
                <a:gd name="T15" fmla="*/ 7 h 29"/>
                <a:gd name="T16" fmla="*/ 20 w 27"/>
                <a:gd name="T17" fmla="*/ 13 h 29"/>
                <a:gd name="T18" fmla="*/ 21 w 27"/>
                <a:gd name="T19" fmla="*/ 19 h 29"/>
                <a:gd name="T20" fmla="*/ 21 w 27"/>
                <a:gd name="T21" fmla="*/ 22 h 29"/>
                <a:gd name="T22" fmla="*/ 21 w 27"/>
                <a:gd name="T23" fmla="*/ 23 h 29"/>
                <a:gd name="T24" fmla="*/ 21 w 27"/>
                <a:gd name="T25" fmla="*/ 23 h 29"/>
                <a:gd name="T26" fmla="*/ 21 w 27"/>
                <a:gd name="T27" fmla="*/ 23 h 29"/>
                <a:gd name="T28" fmla="*/ 21 w 27"/>
                <a:gd name="T29" fmla="*/ 23 h 29"/>
                <a:gd name="T30" fmla="*/ 21 w 27"/>
                <a:gd name="T31" fmla="*/ 23 h 29"/>
                <a:gd name="T32" fmla="*/ 21 w 27"/>
                <a:gd name="T33" fmla="*/ 23 h 29"/>
                <a:gd name="T34" fmla="*/ 21 w 27"/>
                <a:gd name="T35" fmla="*/ 23 h 29"/>
                <a:gd name="T36" fmla="*/ 21 w 27"/>
                <a:gd name="T37" fmla="*/ 23 h 29"/>
                <a:gd name="T38" fmla="*/ 21 w 27"/>
                <a:gd name="T39" fmla="*/ 23 h 29"/>
                <a:gd name="T40" fmla="*/ 21 w 27"/>
                <a:gd name="T41" fmla="*/ 23 h 29"/>
                <a:gd name="T42" fmla="*/ 21 w 27"/>
                <a:gd name="T43" fmla="*/ 23 h 29"/>
                <a:gd name="T44" fmla="*/ 21 w 27"/>
                <a:gd name="T45" fmla="*/ 23 h 29"/>
                <a:gd name="T46" fmla="*/ 20 w 27"/>
                <a:gd name="T47" fmla="*/ 25 h 29"/>
                <a:gd name="T48" fmla="*/ 22 w 27"/>
                <a:gd name="T49" fmla="*/ 25 h 29"/>
                <a:gd name="T50" fmla="*/ 23 w 27"/>
                <a:gd name="T51" fmla="*/ 24 h 29"/>
                <a:gd name="T52" fmla="*/ 24 w 27"/>
                <a:gd name="T53" fmla="*/ 22 h 29"/>
                <a:gd name="T54" fmla="*/ 24 w 27"/>
                <a:gd name="T55" fmla="*/ 19 h 29"/>
                <a:gd name="T56" fmla="*/ 23 w 27"/>
                <a:gd name="T57" fmla="*/ 12 h 29"/>
                <a:gd name="T58" fmla="*/ 22 w 27"/>
                <a:gd name="T59" fmla="*/ 4 h 29"/>
                <a:gd name="T60" fmla="*/ 19 w 27"/>
                <a:gd name="T61" fmla="*/ 2 h 29"/>
                <a:gd name="T62" fmla="*/ 15 w 27"/>
                <a:gd name="T63" fmla="*/ 0 h 29"/>
                <a:gd name="T64" fmla="*/ 13 w 27"/>
                <a:gd name="T65" fmla="*/ 0 h 29"/>
                <a:gd name="T66" fmla="*/ 7 w 27"/>
                <a:gd name="T67" fmla="*/ 1 h 29"/>
                <a:gd name="T68" fmla="*/ 2 w 27"/>
                <a:gd name="T69" fmla="*/ 4 h 29"/>
                <a:gd name="T70" fmla="*/ 0 w 27"/>
                <a:gd name="T71" fmla="*/ 13 h 29"/>
                <a:gd name="T72" fmla="*/ 2 w 27"/>
                <a:gd name="T73" fmla="*/ 24 h 29"/>
                <a:gd name="T74" fmla="*/ 3 w 27"/>
                <a:gd name="T75" fmla="*/ 25 h 29"/>
                <a:gd name="T76" fmla="*/ 5 w 27"/>
                <a:gd name="T77" fmla="*/ 23 h 29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27" h="29">
                  <a:moveTo>
                    <a:pt x="5" y="26"/>
                  </a:moveTo>
                  <a:cubicBezTo>
                    <a:pt x="4" y="22"/>
                    <a:pt x="3" y="17"/>
                    <a:pt x="3" y="13"/>
                  </a:cubicBezTo>
                  <a:cubicBezTo>
                    <a:pt x="3" y="10"/>
                    <a:pt x="3" y="8"/>
                    <a:pt x="4" y="6"/>
                  </a:cubicBezTo>
                  <a:cubicBezTo>
                    <a:pt x="5" y="5"/>
                    <a:pt x="6" y="4"/>
                    <a:pt x="8" y="4"/>
                  </a:cubicBezTo>
                  <a:cubicBezTo>
                    <a:pt x="10" y="3"/>
                    <a:pt x="12" y="3"/>
                    <a:pt x="14" y="3"/>
                  </a:cubicBezTo>
                  <a:cubicBezTo>
                    <a:pt x="15" y="3"/>
                    <a:pt x="16" y="3"/>
                    <a:pt x="17" y="3"/>
                  </a:cubicBezTo>
                  <a:cubicBezTo>
                    <a:pt x="19" y="3"/>
                    <a:pt x="20" y="4"/>
                    <a:pt x="21" y="4"/>
                  </a:cubicBezTo>
                  <a:cubicBezTo>
                    <a:pt x="22" y="5"/>
                    <a:pt x="22" y="6"/>
                    <a:pt x="22" y="7"/>
                  </a:cubicBezTo>
                  <a:cubicBezTo>
                    <a:pt x="23" y="8"/>
                    <a:pt x="23" y="10"/>
                    <a:pt x="23" y="13"/>
                  </a:cubicBezTo>
                  <a:cubicBezTo>
                    <a:pt x="24" y="14"/>
                    <a:pt x="24" y="18"/>
                    <a:pt x="24" y="22"/>
                  </a:cubicBezTo>
                  <a:cubicBezTo>
                    <a:pt x="24" y="23"/>
                    <a:pt x="24" y="24"/>
                    <a:pt x="24" y="25"/>
                  </a:cubicBezTo>
                  <a:cubicBezTo>
                    <a:pt x="24" y="25"/>
                    <a:pt x="24" y="26"/>
                    <a:pt x="24" y="26"/>
                  </a:cubicBezTo>
                  <a:cubicBezTo>
                    <a:pt x="24" y="26"/>
                    <a:pt x="24" y="26"/>
                    <a:pt x="24" y="26"/>
                  </a:cubicBezTo>
                  <a:cubicBezTo>
                    <a:pt x="24" y="26"/>
                    <a:pt x="24" y="26"/>
                    <a:pt x="24" y="26"/>
                  </a:cubicBezTo>
                  <a:cubicBezTo>
                    <a:pt x="24" y="26"/>
                    <a:pt x="24" y="26"/>
                    <a:pt x="24" y="26"/>
                  </a:cubicBezTo>
                  <a:cubicBezTo>
                    <a:pt x="24" y="26"/>
                    <a:pt x="24" y="26"/>
                    <a:pt x="24" y="26"/>
                  </a:cubicBezTo>
                  <a:cubicBezTo>
                    <a:pt x="24" y="26"/>
                    <a:pt x="24" y="26"/>
                    <a:pt x="24" y="26"/>
                  </a:cubicBezTo>
                  <a:cubicBezTo>
                    <a:pt x="24" y="26"/>
                    <a:pt x="24" y="26"/>
                    <a:pt x="24" y="26"/>
                  </a:cubicBezTo>
                  <a:cubicBezTo>
                    <a:pt x="24" y="26"/>
                    <a:pt x="24" y="26"/>
                    <a:pt x="24" y="26"/>
                  </a:cubicBezTo>
                  <a:cubicBezTo>
                    <a:pt x="24" y="26"/>
                    <a:pt x="24" y="26"/>
                    <a:pt x="24" y="26"/>
                  </a:cubicBezTo>
                  <a:cubicBezTo>
                    <a:pt x="24" y="26"/>
                    <a:pt x="24" y="26"/>
                    <a:pt x="24" y="26"/>
                  </a:cubicBezTo>
                  <a:cubicBezTo>
                    <a:pt x="24" y="26"/>
                    <a:pt x="24" y="26"/>
                    <a:pt x="24" y="26"/>
                  </a:cubicBezTo>
                  <a:cubicBezTo>
                    <a:pt x="24" y="26"/>
                    <a:pt x="24" y="26"/>
                    <a:pt x="24" y="26"/>
                  </a:cubicBezTo>
                  <a:cubicBezTo>
                    <a:pt x="23" y="26"/>
                    <a:pt x="23" y="27"/>
                    <a:pt x="23" y="28"/>
                  </a:cubicBezTo>
                  <a:cubicBezTo>
                    <a:pt x="24" y="28"/>
                    <a:pt x="25" y="29"/>
                    <a:pt x="25" y="28"/>
                  </a:cubicBezTo>
                  <a:cubicBezTo>
                    <a:pt x="26" y="28"/>
                    <a:pt x="26" y="27"/>
                    <a:pt x="26" y="27"/>
                  </a:cubicBezTo>
                  <a:cubicBezTo>
                    <a:pt x="27" y="26"/>
                    <a:pt x="27" y="26"/>
                    <a:pt x="27" y="25"/>
                  </a:cubicBezTo>
                  <a:cubicBezTo>
                    <a:pt x="27" y="24"/>
                    <a:pt x="27" y="23"/>
                    <a:pt x="27" y="22"/>
                  </a:cubicBezTo>
                  <a:cubicBezTo>
                    <a:pt x="27" y="18"/>
                    <a:pt x="27" y="14"/>
                    <a:pt x="26" y="12"/>
                  </a:cubicBezTo>
                  <a:cubicBezTo>
                    <a:pt x="26" y="9"/>
                    <a:pt x="26" y="7"/>
                    <a:pt x="25" y="4"/>
                  </a:cubicBezTo>
                  <a:cubicBezTo>
                    <a:pt x="24" y="3"/>
                    <a:pt x="23" y="2"/>
                    <a:pt x="22" y="2"/>
                  </a:cubicBezTo>
                  <a:cubicBezTo>
                    <a:pt x="21" y="1"/>
                    <a:pt x="20" y="0"/>
                    <a:pt x="18" y="0"/>
                  </a:cubicBezTo>
                  <a:cubicBezTo>
                    <a:pt x="17" y="0"/>
                    <a:pt x="15" y="0"/>
                    <a:pt x="14" y="0"/>
                  </a:cubicBezTo>
                  <a:cubicBezTo>
                    <a:pt x="12" y="0"/>
                    <a:pt x="10" y="0"/>
                    <a:pt x="7" y="1"/>
                  </a:cubicBezTo>
                  <a:cubicBezTo>
                    <a:pt x="5" y="1"/>
                    <a:pt x="3" y="2"/>
                    <a:pt x="2" y="4"/>
                  </a:cubicBezTo>
                  <a:cubicBezTo>
                    <a:pt x="0" y="7"/>
                    <a:pt x="0" y="10"/>
                    <a:pt x="0" y="13"/>
                  </a:cubicBezTo>
                  <a:cubicBezTo>
                    <a:pt x="0" y="18"/>
                    <a:pt x="1" y="23"/>
                    <a:pt x="2" y="27"/>
                  </a:cubicBezTo>
                  <a:cubicBezTo>
                    <a:pt x="2" y="27"/>
                    <a:pt x="2" y="28"/>
                    <a:pt x="3" y="28"/>
                  </a:cubicBezTo>
                  <a:cubicBezTo>
                    <a:pt x="4" y="28"/>
                    <a:pt x="5" y="27"/>
                    <a:pt x="5" y="26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7438" name="Freeform 354">
              <a:extLst>
                <a:ext uri="{FF2B5EF4-FFF2-40B4-BE49-F238E27FC236}">
                  <a16:creationId xmlns:a16="http://schemas.microsoft.com/office/drawing/2014/main" id="{A17451AD-C454-4C9B-8892-6C7C1A5DB9D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7" y="2718"/>
              <a:ext cx="42" cy="11"/>
            </a:xfrm>
            <a:custGeom>
              <a:avLst/>
              <a:gdLst>
                <a:gd name="T0" fmla="*/ 2 w 43"/>
                <a:gd name="T1" fmla="*/ 9 h 12"/>
                <a:gd name="T2" fmla="*/ 11 w 43"/>
                <a:gd name="T3" fmla="*/ 6 h 12"/>
                <a:gd name="T4" fmla="*/ 19 w 43"/>
                <a:gd name="T5" fmla="*/ 3 h 12"/>
                <a:gd name="T6" fmla="*/ 21 w 43"/>
                <a:gd name="T7" fmla="*/ 3 h 12"/>
                <a:gd name="T8" fmla="*/ 25 w 43"/>
                <a:gd name="T9" fmla="*/ 5 h 12"/>
                <a:gd name="T10" fmla="*/ 32 w 43"/>
                <a:gd name="T11" fmla="*/ 6 h 12"/>
                <a:gd name="T12" fmla="*/ 40 w 43"/>
                <a:gd name="T13" fmla="*/ 4 h 12"/>
                <a:gd name="T14" fmla="*/ 40 w 43"/>
                <a:gd name="T15" fmla="*/ 2 h 12"/>
                <a:gd name="T16" fmla="*/ 38 w 43"/>
                <a:gd name="T17" fmla="*/ 2 h 12"/>
                <a:gd name="T18" fmla="*/ 32 w 43"/>
                <a:gd name="T19" fmla="*/ 5 h 12"/>
                <a:gd name="T20" fmla="*/ 26 w 43"/>
                <a:gd name="T21" fmla="*/ 3 h 12"/>
                <a:gd name="T22" fmla="*/ 21 w 43"/>
                <a:gd name="T23" fmla="*/ 0 h 12"/>
                <a:gd name="T24" fmla="*/ 19 w 43"/>
                <a:gd name="T25" fmla="*/ 0 h 12"/>
                <a:gd name="T26" fmla="*/ 9 w 43"/>
                <a:gd name="T27" fmla="*/ 4 h 12"/>
                <a:gd name="T28" fmla="*/ 1 w 43"/>
                <a:gd name="T29" fmla="*/ 6 h 12"/>
                <a:gd name="T30" fmla="*/ 0 w 43"/>
                <a:gd name="T31" fmla="*/ 8 h 12"/>
                <a:gd name="T32" fmla="*/ 2 w 43"/>
                <a:gd name="T33" fmla="*/ 9 h 1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43" h="12">
                  <a:moveTo>
                    <a:pt x="2" y="12"/>
                  </a:moveTo>
                  <a:cubicBezTo>
                    <a:pt x="6" y="10"/>
                    <a:pt x="8" y="8"/>
                    <a:pt x="11" y="6"/>
                  </a:cubicBezTo>
                  <a:cubicBezTo>
                    <a:pt x="13" y="4"/>
                    <a:pt x="16" y="3"/>
                    <a:pt x="19" y="3"/>
                  </a:cubicBezTo>
                  <a:cubicBezTo>
                    <a:pt x="20" y="3"/>
                    <a:pt x="20" y="3"/>
                    <a:pt x="21" y="3"/>
                  </a:cubicBezTo>
                  <a:cubicBezTo>
                    <a:pt x="23" y="3"/>
                    <a:pt x="25" y="4"/>
                    <a:pt x="28" y="5"/>
                  </a:cubicBezTo>
                  <a:cubicBezTo>
                    <a:pt x="30" y="7"/>
                    <a:pt x="33" y="8"/>
                    <a:pt x="35" y="8"/>
                  </a:cubicBezTo>
                  <a:cubicBezTo>
                    <a:pt x="38" y="8"/>
                    <a:pt x="40" y="7"/>
                    <a:pt x="43" y="4"/>
                  </a:cubicBezTo>
                  <a:cubicBezTo>
                    <a:pt x="43" y="4"/>
                    <a:pt x="43" y="3"/>
                    <a:pt x="43" y="2"/>
                  </a:cubicBezTo>
                  <a:cubicBezTo>
                    <a:pt x="42" y="2"/>
                    <a:pt x="41" y="2"/>
                    <a:pt x="41" y="2"/>
                  </a:cubicBezTo>
                  <a:cubicBezTo>
                    <a:pt x="39" y="4"/>
                    <a:pt x="37" y="5"/>
                    <a:pt x="35" y="5"/>
                  </a:cubicBezTo>
                  <a:cubicBezTo>
                    <a:pt x="33" y="5"/>
                    <a:pt x="31" y="4"/>
                    <a:pt x="29" y="3"/>
                  </a:cubicBezTo>
                  <a:cubicBezTo>
                    <a:pt x="27" y="2"/>
                    <a:pt x="24" y="0"/>
                    <a:pt x="21" y="0"/>
                  </a:cubicBezTo>
                  <a:cubicBezTo>
                    <a:pt x="20" y="0"/>
                    <a:pt x="20" y="0"/>
                    <a:pt x="19" y="0"/>
                  </a:cubicBezTo>
                  <a:cubicBezTo>
                    <a:pt x="15" y="0"/>
                    <a:pt x="12" y="2"/>
                    <a:pt x="9" y="4"/>
                  </a:cubicBezTo>
                  <a:cubicBezTo>
                    <a:pt x="6" y="6"/>
                    <a:pt x="4" y="8"/>
                    <a:pt x="1" y="9"/>
                  </a:cubicBezTo>
                  <a:cubicBezTo>
                    <a:pt x="0" y="10"/>
                    <a:pt x="0" y="10"/>
                    <a:pt x="0" y="11"/>
                  </a:cubicBezTo>
                  <a:cubicBezTo>
                    <a:pt x="1" y="12"/>
                    <a:pt x="2" y="12"/>
                    <a:pt x="2" y="12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7439" name="Freeform 355">
              <a:extLst>
                <a:ext uri="{FF2B5EF4-FFF2-40B4-BE49-F238E27FC236}">
                  <a16:creationId xmlns:a16="http://schemas.microsoft.com/office/drawing/2014/main" id="{5FF92B93-C544-4BB0-87D5-69DE28BDA5E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6" y="2716"/>
              <a:ext cx="27" cy="13"/>
            </a:xfrm>
            <a:custGeom>
              <a:avLst/>
              <a:gdLst>
                <a:gd name="T0" fmla="*/ 2 w 28"/>
                <a:gd name="T1" fmla="*/ 3 h 14"/>
                <a:gd name="T2" fmla="*/ 2 w 28"/>
                <a:gd name="T3" fmla="*/ 3 h 14"/>
                <a:gd name="T4" fmla="*/ 10 w 28"/>
                <a:gd name="T5" fmla="*/ 3 h 14"/>
                <a:gd name="T6" fmla="*/ 14 w 28"/>
                <a:gd name="T7" fmla="*/ 4 h 14"/>
                <a:gd name="T8" fmla="*/ 17 w 28"/>
                <a:gd name="T9" fmla="*/ 7 h 14"/>
                <a:gd name="T10" fmla="*/ 23 w 28"/>
                <a:gd name="T11" fmla="*/ 10 h 14"/>
                <a:gd name="T12" fmla="*/ 25 w 28"/>
                <a:gd name="T13" fmla="*/ 9 h 14"/>
                <a:gd name="T14" fmla="*/ 24 w 28"/>
                <a:gd name="T15" fmla="*/ 7 h 14"/>
                <a:gd name="T16" fmla="*/ 19 w 28"/>
                <a:gd name="T17" fmla="*/ 7 h 14"/>
                <a:gd name="T18" fmla="*/ 14 w 28"/>
                <a:gd name="T19" fmla="*/ 2 h 14"/>
                <a:gd name="T20" fmla="*/ 10 w 28"/>
                <a:gd name="T21" fmla="*/ 0 h 14"/>
                <a:gd name="T22" fmla="*/ 2 w 28"/>
                <a:gd name="T23" fmla="*/ 0 h 14"/>
                <a:gd name="T24" fmla="*/ 2 w 28"/>
                <a:gd name="T25" fmla="*/ 0 h 14"/>
                <a:gd name="T26" fmla="*/ 0 w 28"/>
                <a:gd name="T27" fmla="*/ 2 h 14"/>
                <a:gd name="T28" fmla="*/ 2 w 28"/>
                <a:gd name="T29" fmla="*/ 3 h 1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8" h="14">
                  <a:moveTo>
                    <a:pt x="2" y="3"/>
                  </a:moveTo>
                  <a:cubicBezTo>
                    <a:pt x="2" y="3"/>
                    <a:pt x="2" y="3"/>
                    <a:pt x="2" y="3"/>
                  </a:cubicBezTo>
                  <a:cubicBezTo>
                    <a:pt x="5" y="3"/>
                    <a:pt x="8" y="3"/>
                    <a:pt x="10" y="3"/>
                  </a:cubicBezTo>
                  <a:cubicBezTo>
                    <a:pt x="12" y="3"/>
                    <a:pt x="14" y="3"/>
                    <a:pt x="16" y="4"/>
                  </a:cubicBezTo>
                  <a:cubicBezTo>
                    <a:pt x="17" y="5"/>
                    <a:pt x="19" y="7"/>
                    <a:pt x="20" y="9"/>
                  </a:cubicBezTo>
                  <a:cubicBezTo>
                    <a:pt x="22" y="10"/>
                    <a:pt x="23" y="12"/>
                    <a:pt x="26" y="13"/>
                  </a:cubicBezTo>
                  <a:cubicBezTo>
                    <a:pt x="27" y="14"/>
                    <a:pt x="27" y="13"/>
                    <a:pt x="28" y="12"/>
                  </a:cubicBezTo>
                  <a:cubicBezTo>
                    <a:pt x="28" y="12"/>
                    <a:pt x="28" y="11"/>
                    <a:pt x="27" y="10"/>
                  </a:cubicBezTo>
                  <a:cubicBezTo>
                    <a:pt x="25" y="10"/>
                    <a:pt x="24" y="8"/>
                    <a:pt x="22" y="7"/>
                  </a:cubicBezTo>
                  <a:cubicBezTo>
                    <a:pt x="21" y="5"/>
                    <a:pt x="19" y="3"/>
                    <a:pt x="17" y="2"/>
                  </a:cubicBezTo>
                  <a:cubicBezTo>
                    <a:pt x="15" y="0"/>
                    <a:pt x="12" y="0"/>
                    <a:pt x="10" y="0"/>
                  </a:cubicBezTo>
                  <a:cubicBezTo>
                    <a:pt x="7" y="0"/>
                    <a:pt x="5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3"/>
                    <a:pt x="1" y="3"/>
                    <a:pt x="2" y="3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7440" name="Freeform 356">
              <a:extLst>
                <a:ext uri="{FF2B5EF4-FFF2-40B4-BE49-F238E27FC236}">
                  <a16:creationId xmlns:a16="http://schemas.microsoft.com/office/drawing/2014/main" id="{F4935B59-5891-48EA-8442-2DAEF92B236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0" y="2723"/>
              <a:ext cx="13" cy="8"/>
            </a:xfrm>
            <a:custGeom>
              <a:avLst/>
              <a:gdLst>
                <a:gd name="T0" fmla="*/ 2 w 14"/>
                <a:gd name="T1" fmla="*/ 3 h 8"/>
                <a:gd name="T2" fmla="*/ 3 w 14"/>
                <a:gd name="T3" fmla="*/ 3 h 8"/>
                <a:gd name="T4" fmla="*/ 8 w 14"/>
                <a:gd name="T5" fmla="*/ 8 h 8"/>
                <a:gd name="T6" fmla="*/ 10 w 14"/>
                <a:gd name="T7" fmla="*/ 8 h 8"/>
                <a:gd name="T8" fmla="*/ 10 w 14"/>
                <a:gd name="T9" fmla="*/ 5 h 8"/>
                <a:gd name="T10" fmla="*/ 3 w 14"/>
                <a:gd name="T11" fmla="*/ 0 h 8"/>
                <a:gd name="T12" fmla="*/ 1 w 14"/>
                <a:gd name="T13" fmla="*/ 0 h 8"/>
                <a:gd name="T14" fmla="*/ 0 w 14"/>
                <a:gd name="T15" fmla="*/ 2 h 8"/>
                <a:gd name="T16" fmla="*/ 2 w 14"/>
                <a:gd name="T17" fmla="*/ 3 h 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" h="8">
                  <a:moveTo>
                    <a:pt x="2" y="3"/>
                  </a:moveTo>
                  <a:cubicBezTo>
                    <a:pt x="2" y="3"/>
                    <a:pt x="2" y="3"/>
                    <a:pt x="3" y="3"/>
                  </a:cubicBezTo>
                  <a:cubicBezTo>
                    <a:pt x="6" y="3"/>
                    <a:pt x="8" y="5"/>
                    <a:pt x="11" y="8"/>
                  </a:cubicBezTo>
                  <a:cubicBezTo>
                    <a:pt x="12" y="8"/>
                    <a:pt x="13" y="8"/>
                    <a:pt x="13" y="8"/>
                  </a:cubicBezTo>
                  <a:cubicBezTo>
                    <a:pt x="14" y="7"/>
                    <a:pt x="14" y="6"/>
                    <a:pt x="13" y="5"/>
                  </a:cubicBezTo>
                  <a:cubicBezTo>
                    <a:pt x="10" y="3"/>
                    <a:pt x="7" y="0"/>
                    <a:pt x="3" y="0"/>
                  </a:cubicBezTo>
                  <a:cubicBezTo>
                    <a:pt x="2" y="0"/>
                    <a:pt x="2" y="0"/>
                    <a:pt x="1" y="0"/>
                  </a:cubicBezTo>
                  <a:cubicBezTo>
                    <a:pt x="0" y="0"/>
                    <a:pt x="0" y="1"/>
                    <a:pt x="0" y="2"/>
                  </a:cubicBezTo>
                  <a:cubicBezTo>
                    <a:pt x="0" y="3"/>
                    <a:pt x="1" y="3"/>
                    <a:pt x="2" y="3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7441" name="Freeform 357">
              <a:extLst>
                <a:ext uri="{FF2B5EF4-FFF2-40B4-BE49-F238E27FC236}">
                  <a16:creationId xmlns:a16="http://schemas.microsoft.com/office/drawing/2014/main" id="{6E08B110-5603-4A0C-BD69-26F1E3EA8F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4" y="2671"/>
              <a:ext cx="312" cy="214"/>
            </a:xfrm>
            <a:custGeom>
              <a:avLst/>
              <a:gdLst>
                <a:gd name="T0" fmla="*/ 92 w 321"/>
                <a:gd name="T1" fmla="*/ 0 h 220"/>
                <a:gd name="T2" fmla="*/ 0 w 321"/>
                <a:gd name="T3" fmla="*/ 68 h 220"/>
                <a:gd name="T4" fmla="*/ 17 w 321"/>
                <a:gd name="T5" fmla="*/ 76 h 220"/>
                <a:gd name="T6" fmla="*/ 36 w 321"/>
                <a:gd name="T7" fmla="*/ 93 h 220"/>
                <a:gd name="T8" fmla="*/ 54 w 321"/>
                <a:gd name="T9" fmla="*/ 107 h 220"/>
                <a:gd name="T10" fmla="*/ 108 w 321"/>
                <a:gd name="T11" fmla="*/ 107 h 220"/>
                <a:gd name="T12" fmla="*/ 137 w 321"/>
                <a:gd name="T13" fmla="*/ 111 h 220"/>
                <a:gd name="T14" fmla="*/ 153 w 321"/>
                <a:gd name="T15" fmla="*/ 116 h 220"/>
                <a:gd name="T16" fmla="*/ 162 w 321"/>
                <a:gd name="T17" fmla="*/ 105 h 220"/>
                <a:gd name="T18" fmla="*/ 190 w 321"/>
                <a:gd name="T19" fmla="*/ 125 h 220"/>
                <a:gd name="T20" fmla="*/ 227 w 321"/>
                <a:gd name="T21" fmla="*/ 154 h 220"/>
                <a:gd name="T22" fmla="*/ 243 w 321"/>
                <a:gd name="T23" fmla="*/ 162 h 220"/>
                <a:gd name="T24" fmla="*/ 289 w 321"/>
                <a:gd name="T25" fmla="*/ 202 h 220"/>
                <a:gd name="T26" fmla="*/ 293 w 321"/>
                <a:gd name="T27" fmla="*/ 189 h 220"/>
                <a:gd name="T28" fmla="*/ 291 w 321"/>
                <a:gd name="T29" fmla="*/ 161 h 220"/>
                <a:gd name="T30" fmla="*/ 280 w 321"/>
                <a:gd name="T31" fmla="*/ 116 h 220"/>
                <a:gd name="T32" fmla="*/ 263 w 321"/>
                <a:gd name="T33" fmla="*/ 84 h 220"/>
                <a:gd name="T34" fmla="*/ 223 w 321"/>
                <a:gd name="T35" fmla="*/ 42 h 220"/>
                <a:gd name="T36" fmla="*/ 196 w 321"/>
                <a:gd name="T37" fmla="*/ 26 h 220"/>
                <a:gd name="T38" fmla="*/ 127 w 321"/>
                <a:gd name="T39" fmla="*/ 14 h 220"/>
                <a:gd name="T40" fmla="*/ 100 w 321"/>
                <a:gd name="T41" fmla="*/ 8 h 220"/>
                <a:gd name="T42" fmla="*/ 92 w 321"/>
                <a:gd name="T43" fmla="*/ 0 h 220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321" h="220">
                  <a:moveTo>
                    <a:pt x="101" y="0"/>
                  </a:moveTo>
                  <a:cubicBezTo>
                    <a:pt x="101" y="0"/>
                    <a:pt x="36" y="17"/>
                    <a:pt x="0" y="74"/>
                  </a:cubicBezTo>
                  <a:cubicBezTo>
                    <a:pt x="0" y="74"/>
                    <a:pt x="11" y="78"/>
                    <a:pt x="18" y="82"/>
                  </a:cubicBezTo>
                  <a:cubicBezTo>
                    <a:pt x="25" y="87"/>
                    <a:pt x="34" y="95"/>
                    <a:pt x="39" y="102"/>
                  </a:cubicBezTo>
                  <a:cubicBezTo>
                    <a:pt x="45" y="110"/>
                    <a:pt x="50" y="117"/>
                    <a:pt x="60" y="116"/>
                  </a:cubicBezTo>
                  <a:cubicBezTo>
                    <a:pt x="70" y="116"/>
                    <a:pt x="102" y="116"/>
                    <a:pt x="117" y="116"/>
                  </a:cubicBezTo>
                  <a:cubicBezTo>
                    <a:pt x="131" y="115"/>
                    <a:pt x="140" y="116"/>
                    <a:pt x="149" y="120"/>
                  </a:cubicBezTo>
                  <a:cubicBezTo>
                    <a:pt x="158" y="124"/>
                    <a:pt x="163" y="124"/>
                    <a:pt x="167" y="125"/>
                  </a:cubicBezTo>
                  <a:cubicBezTo>
                    <a:pt x="170" y="126"/>
                    <a:pt x="176" y="123"/>
                    <a:pt x="177" y="114"/>
                  </a:cubicBezTo>
                  <a:cubicBezTo>
                    <a:pt x="177" y="114"/>
                    <a:pt x="195" y="126"/>
                    <a:pt x="207" y="136"/>
                  </a:cubicBezTo>
                  <a:cubicBezTo>
                    <a:pt x="219" y="146"/>
                    <a:pt x="235" y="160"/>
                    <a:pt x="248" y="167"/>
                  </a:cubicBezTo>
                  <a:cubicBezTo>
                    <a:pt x="260" y="174"/>
                    <a:pt x="264" y="177"/>
                    <a:pt x="264" y="177"/>
                  </a:cubicBezTo>
                  <a:cubicBezTo>
                    <a:pt x="264" y="177"/>
                    <a:pt x="304" y="203"/>
                    <a:pt x="315" y="220"/>
                  </a:cubicBezTo>
                  <a:cubicBezTo>
                    <a:pt x="315" y="220"/>
                    <a:pt x="318" y="215"/>
                    <a:pt x="319" y="205"/>
                  </a:cubicBezTo>
                  <a:cubicBezTo>
                    <a:pt x="319" y="195"/>
                    <a:pt x="321" y="188"/>
                    <a:pt x="317" y="176"/>
                  </a:cubicBezTo>
                  <a:cubicBezTo>
                    <a:pt x="313" y="164"/>
                    <a:pt x="308" y="137"/>
                    <a:pt x="305" y="125"/>
                  </a:cubicBezTo>
                  <a:cubicBezTo>
                    <a:pt x="301" y="114"/>
                    <a:pt x="298" y="99"/>
                    <a:pt x="287" y="90"/>
                  </a:cubicBezTo>
                  <a:cubicBezTo>
                    <a:pt x="276" y="80"/>
                    <a:pt x="251" y="53"/>
                    <a:pt x="243" y="45"/>
                  </a:cubicBezTo>
                  <a:cubicBezTo>
                    <a:pt x="236" y="37"/>
                    <a:pt x="228" y="29"/>
                    <a:pt x="214" y="29"/>
                  </a:cubicBezTo>
                  <a:cubicBezTo>
                    <a:pt x="200" y="30"/>
                    <a:pt x="155" y="18"/>
                    <a:pt x="139" y="14"/>
                  </a:cubicBezTo>
                  <a:cubicBezTo>
                    <a:pt x="124" y="10"/>
                    <a:pt x="115" y="13"/>
                    <a:pt x="109" y="8"/>
                  </a:cubicBezTo>
                  <a:cubicBezTo>
                    <a:pt x="104" y="4"/>
                    <a:pt x="101" y="0"/>
                    <a:pt x="101" y="0"/>
                  </a:cubicBezTo>
                  <a:close/>
                </a:path>
              </a:pathLst>
            </a:custGeom>
            <a:solidFill>
              <a:srgbClr val="F8F3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7442" name="Freeform 358">
              <a:extLst>
                <a:ext uri="{FF2B5EF4-FFF2-40B4-BE49-F238E27FC236}">
                  <a16:creationId xmlns:a16="http://schemas.microsoft.com/office/drawing/2014/main" id="{40A994DA-DDE9-4E00-B176-F0AD83BA437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6" y="2662"/>
              <a:ext cx="221" cy="259"/>
            </a:xfrm>
            <a:custGeom>
              <a:avLst/>
              <a:gdLst>
                <a:gd name="T0" fmla="*/ 64 w 227"/>
                <a:gd name="T1" fmla="*/ 12 h 266"/>
                <a:gd name="T2" fmla="*/ 164 w 227"/>
                <a:gd name="T3" fmla="*/ 32 h 266"/>
                <a:gd name="T4" fmla="*/ 171 w 227"/>
                <a:gd name="T5" fmla="*/ 59 h 266"/>
                <a:gd name="T6" fmla="*/ 185 w 227"/>
                <a:gd name="T7" fmla="*/ 68 h 266"/>
                <a:gd name="T8" fmla="*/ 206 w 227"/>
                <a:gd name="T9" fmla="*/ 122 h 266"/>
                <a:gd name="T10" fmla="*/ 196 w 227"/>
                <a:gd name="T11" fmla="*/ 151 h 266"/>
                <a:gd name="T12" fmla="*/ 181 w 227"/>
                <a:gd name="T13" fmla="*/ 130 h 266"/>
                <a:gd name="T14" fmla="*/ 174 w 227"/>
                <a:gd name="T15" fmla="*/ 97 h 266"/>
                <a:gd name="T16" fmla="*/ 171 w 227"/>
                <a:gd name="T17" fmla="*/ 96 h 266"/>
                <a:gd name="T18" fmla="*/ 162 w 227"/>
                <a:gd name="T19" fmla="*/ 103 h 266"/>
                <a:gd name="T20" fmla="*/ 161 w 227"/>
                <a:gd name="T21" fmla="*/ 127 h 266"/>
                <a:gd name="T22" fmla="*/ 138 w 227"/>
                <a:gd name="T23" fmla="*/ 211 h 266"/>
                <a:gd name="T24" fmla="*/ 116 w 227"/>
                <a:gd name="T25" fmla="*/ 204 h 266"/>
                <a:gd name="T26" fmla="*/ 115 w 227"/>
                <a:gd name="T27" fmla="*/ 198 h 266"/>
                <a:gd name="T28" fmla="*/ 85 w 227"/>
                <a:gd name="T29" fmla="*/ 242 h 266"/>
                <a:gd name="T30" fmla="*/ 70 w 227"/>
                <a:gd name="T31" fmla="*/ 217 h 266"/>
                <a:gd name="T32" fmla="*/ 60 w 227"/>
                <a:gd name="T33" fmla="*/ 229 h 266"/>
                <a:gd name="T34" fmla="*/ 41 w 227"/>
                <a:gd name="T35" fmla="*/ 233 h 266"/>
                <a:gd name="T36" fmla="*/ 34 w 227"/>
                <a:gd name="T37" fmla="*/ 197 h 266"/>
                <a:gd name="T38" fmla="*/ 18 w 227"/>
                <a:gd name="T39" fmla="*/ 194 h 266"/>
                <a:gd name="T40" fmla="*/ 3 w 227"/>
                <a:gd name="T41" fmla="*/ 160 h 266"/>
                <a:gd name="T42" fmla="*/ 7 w 227"/>
                <a:gd name="T43" fmla="*/ 108 h 266"/>
                <a:gd name="T44" fmla="*/ 51 w 227"/>
                <a:gd name="T45" fmla="*/ 59 h 266"/>
                <a:gd name="T46" fmla="*/ 53 w 227"/>
                <a:gd name="T47" fmla="*/ 23 h 266"/>
                <a:gd name="T48" fmla="*/ 50 w 227"/>
                <a:gd name="T49" fmla="*/ 46 h 266"/>
                <a:gd name="T50" fmla="*/ 23 w 227"/>
                <a:gd name="T51" fmla="*/ 81 h 266"/>
                <a:gd name="T52" fmla="*/ 1 w 227"/>
                <a:gd name="T53" fmla="*/ 131 h 266"/>
                <a:gd name="T54" fmla="*/ 10 w 227"/>
                <a:gd name="T55" fmla="*/ 186 h 266"/>
                <a:gd name="T56" fmla="*/ 33 w 227"/>
                <a:gd name="T57" fmla="*/ 199 h 266"/>
                <a:gd name="T58" fmla="*/ 39 w 227"/>
                <a:gd name="T59" fmla="*/ 235 h 266"/>
                <a:gd name="T60" fmla="*/ 50 w 227"/>
                <a:gd name="T61" fmla="*/ 239 h 266"/>
                <a:gd name="T62" fmla="*/ 67 w 227"/>
                <a:gd name="T63" fmla="*/ 216 h 266"/>
                <a:gd name="T64" fmla="*/ 83 w 227"/>
                <a:gd name="T65" fmla="*/ 245 h 266"/>
                <a:gd name="T66" fmla="*/ 112 w 227"/>
                <a:gd name="T67" fmla="*/ 210 h 266"/>
                <a:gd name="T68" fmla="*/ 115 w 227"/>
                <a:gd name="T69" fmla="*/ 209 h 266"/>
                <a:gd name="T70" fmla="*/ 146 w 227"/>
                <a:gd name="T71" fmla="*/ 203 h 266"/>
                <a:gd name="T72" fmla="*/ 165 w 227"/>
                <a:gd name="T73" fmla="*/ 107 h 266"/>
                <a:gd name="T74" fmla="*/ 167 w 227"/>
                <a:gd name="T75" fmla="*/ 102 h 266"/>
                <a:gd name="T76" fmla="*/ 172 w 227"/>
                <a:gd name="T77" fmla="*/ 99 h 266"/>
                <a:gd name="T78" fmla="*/ 172 w 227"/>
                <a:gd name="T79" fmla="*/ 99 h 266"/>
                <a:gd name="T80" fmla="*/ 172 w 227"/>
                <a:gd name="T81" fmla="*/ 99 h 266"/>
                <a:gd name="T82" fmla="*/ 172 w 227"/>
                <a:gd name="T83" fmla="*/ 99 h 266"/>
                <a:gd name="T84" fmla="*/ 178 w 227"/>
                <a:gd name="T85" fmla="*/ 130 h 266"/>
                <a:gd name="T86" fmla="*/ 196 w 227"/>
                <a:gd name="T87" fmla="*/ 154 h 266"/>
                <a:gd name="T88" fmla="*/ 209 w 227"/>
                <a:gd name="T89" fmla="*/ 122 h 266"/>
                <a:gd name="T90" fmla="*/ 185 w 227"/>
                <a:gd name="T91" fmla="*/ 64 h 266"/>
                <a:gd name="T92" fmla="*/ 174 w 227"/>
                <a:gd name="T93" fmla="*/ 57 h 266"/>
                <a:gd name="T94" fmla="*/ 165 w 227"/>
                <a:gd name="T95" fmla="*/ 34 h 266"/>
                <a:gd name="T96" fmla="*/ 165 w 227"/>
                <a:gd name="T97" fmla="*/ 31 h 266"/>
                <a:gd name="T98" fmla="*/ 51 w 227"/>
                <a:gd name="T99" fmla="*/ 22 h 26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227" h="266">
                  <a:moveTo>
                    <a:pt x="56" y="25"/>
                  </a:moveTo>
                  <a:cubicBezTo>
                    <a:pt x="57" y="26"/>
                    <a:pt x="57" y="26"/>
                    <a:pt x="57" y="26"/>
                  </a:cubicBezTo>
                  <a:cubicBezTo>
                    <a:pt x="57" y="26"/>
                    <a:pt x="57" y="26"/>
                    <a:pt x="58" y="25"/>
                  </a:cubicBezTo>
                  <a:cubicBezTo>
                    <a:pt x="59" y="23"/>
                    <a:pt x="64" y="17"/>
                    <a:pt x="70" y="12"/>
                  </a:cubicBezTo>
                  <a:cubicBezTo>
                    <a:pt x="76" y="7"/>
                    <a:pt x="84" y="3"/>
                    <a:pt x="92" y="3"/>
                  </a:cubicBezTo>
                  <a:cubicBezTo>
                    <a:pt x="92" y="3"/>
                    <a:pt x="93" y="3"/>
                    <a:pt x="94" y="3"/>
                  </a:cubicBezTo>
                  <a:cubicBezTo>
                    <a:pt x="114" y="5"/>
                    <a:pt x="155" y="15"/>
                    <a:pt x="177" y="36"/>
                  </a:cubicBezTo>
                  <a:cubicBezTo>
                    <a:pt x="178" y="35"/>
                    <a:pt x="178" y="35"/>
                    <a:pt x="178" y="35"/>
                  </a:cubicBezTo>
                  <a:cubicBezTo>
                    <a:pt x="177" y="34"/>
                    <a:pt x="177" y="34"/>
                    <a:pt x="177" y="34"/>
                  </a:cubicBezTo>
                  <a:cubicBezTo>
                    <a:pt x="177" y="34"/>
                    <a:pt x="173" y="40"/>
                    <a:pt x="173" y="47"/>
                  </a:cubicBezTo>
                  <a:cubicBezTo>
                    <a:pt x="173" y="51"/>
                    <a:pt x="174" y="55"/>
                    <a:pt x="178" y="57"/>
                  </a:cubicBezTo>
                  <a:cubicBezTo>
                    <a:pt x="183" y="61"/>
                    <a:pt x="185" y="63"/>
                    <a:pt x="186" y="65"/>
                  </a:cubicBezTo>
                  <a:cubicBezTo>
                    <a:pt x="187" y="65"/>
                    <a:pt x="188" y="66"/>
                    <a:pt x="189" y="67"/>
                  </a:cubicBezTo>
                  <a:cubicBezTo>
                    <a:pt x="190" y="67"/>
                    <a:pt x="191" y="68"/>
                    <a:pt x="192" y="68"/>
                  </a:cubicBezTo>
                  <a:cubicBezTo>
                    <a:pt x="194" y="68"/>
                    <a:pt x="194" y="68"/>
                    <a:pt x="195" y="69"/>
                  </a:cubicBezTo>
                  <a:cubicBezTo>
                    <a:pt x="197" y="70"/>
                    <a:pt x="198" y="72"/>
                    <a:pt x="200" y="74"/>
                  </a:cubicBezTo>
                  <a:cubicBezTo>
                    <a:pt x="201" y="77"/>
                    <a:pt x="203" y="80"/>
                    <a:pt x="206" y="84"/>
                  </a:cubicBezTo>
                  <a:cubicBezTo>
                    <a:pt x="210" y="90"/>
                    <a:pt x="213" y="96"/>
                    <a:pt x="215" y="101"/>
                  </a:cubicBezTo>
                  <a:cubicBezTo>
                    <a:pt x="217" y="107"/>
                    <a:pt x="218" y="112"/>
                    <a:pt x="221" y="115"/>
                  </a:cubicBezTo>
                  <a:cubicBezTo>
                    <a:pt x="224" y="121"/>
                    <a:pt x="224" y="126"/>
                    <a:pt x="224" y="131"/>
                  </a:cubicBezTo>
                  <a:cubicBezTo>
                    <a:pt x="224" y="132"/>
                    <a:pt x="224" y="134"/>
                    <a:pt x="224" y="135"/>
                  </a:cubicBezTo>
                  <a:cubicBezTo>
                    <a:pt x="224" y="142"/>
                    <a:pt x="224" y="145"/>
                    <a:pt x="223" y="151"/>
                  </a:cubicBezTo>
                  <a:cubicBezTo>
                    <a:pt x="222" y="153"/>
                    <a:pt x="221" y="156"/>
                    <a:pt x="219" y="159"/>
                  </a:cubicBezTo>
                  <a:cubicBezTo>
                    <a:pt x="217" y="161"/>
                    <a:pt x="215" y="163"/>
                    <a:pt x="212" y="163"/>
                  </a:cubicBezTo>
                  <a:cubicBezTo>
                    <a:pt x="211" y="163"/>
                    <a:pt x="211" y="163"/>
                    <a:pt x="211" y="163"/>
                  </a:cubicBezTo>
                  <a:cubicBezTo>
                    <a:pt x="207" y="163"/>
                    <a:pt x="204" y="162"/>
                    <a:pt x="202" y="160"/>
                  </a:cubicBezTo>
                  <a:cubicBezTo>
                    <a:pt x="199" y="158"/>
                    <a:pt x="197" y="155"/>
                    <a:pt x="197" y="149"/>
                  </a:cubicBezTo>
                  <a:cubicBezTo>
                    <a:pt x="196" y="146"/>
                    <a:pt x="196" y="144"/>
                    <a:pt x="196" y="142"/>
                  </a:cubicBezTo>
                  <a:cubicBezTo>
                    <a:pt x="196" y="136"/>
                    <a:pt x="197" y="133"/>
                    <a:pt x="197" y="129"/>
                  </a:cubicBezTo>
                  <a:cubicBezTo>
                    <a:pt x="197" y="125"/>
                    <a:pt x="195" y="118"/>
                    <a:pt x="192" y="113"/>
                  </a:cubicBezTo>
                  <a:cubicBezTo>
                    <a:pt x="191" y="112"/>
                    <a:pt x="191" y="110"/>
                    <a:pt x="190" y="108"/>
                  </a:cubicBezTo>
                  <a:cubicBezTo>
                    <a:pt x="190" y="107"/>
                    <a:pt x="190" y="107"/>
                    <a:pt x="189" y="106"/>
                  </a:cubicBezTo>
                  <a:cubicBezTo>
                    <a:pt x="189" y="106"/>
                    <a:pt x="189" y="105"/>
                    <a:pt x="188" y="105"/>
                  </a:cubicBezTo>
                  <a:cubicBezTo>
                    <a:pt x="188" y="105"/>
                    <a:pt x="187" y="105"/>
                    <a:pt x="187" y="105"/>
                  </a:cubicBezTo>
                  <a:cubicBezTo>
                    <a:pt x="186" y="105"/>
                    <a:pt x="186" y="105"/>
                    <a:pt x="186" y="105"/>
                  </a:cubicBezTo>
                  <a:cubicBezTo>
                    <a:pt x="186" y="105"/>
                    <a:pt x="186" y="105"/>
                    <a:pt x="186" y="105"/>
                  </a:cubicBezTo>
                  <a:cubicBezTo>
                    <a:pt x="186" y="105"/>
                    <a:pt x="186" y="105"/>
                    <a:pt x="186" y="105"/>
                  </a:cubicBezTo>
                  <a:cubicBezTo>
                    <a:pt x="185" y="105"/>
                    <a:pt x="185" y="106"/>
                    <a:pt x="184" y="106"/>
                  </a:cubicBezTo>
                  <a:cubicBezTo>
                    <a:pt x="181" y="108"/>
                    <a:pt x="177" y="112"/>
                    <a:pt x="177" y="112"/>
                  </a:cubicBezTo>
                  <a:cubicBezTo>
                    <a:pt x="176" y="112"/>
                    <a:pt x="176" y="112"/>
                    <a:pt x="176" y="112"/>
                  </a:cubicBezTo>
                  <a:cubicBezTo>
                    <a:pt x="176" y="113"/>
                    <a:pt x="176" y="113"/>
                    <a:pt x="176" y="113"/>
                  </a:cubicBezTo>
                  <a:cubicBezTo>
                    <a:pt x="176" y="113"/>
                    <a:pt x="176" y="113"/>
                    <a:pt x="176" y="113"/>
                  </a:cubicBezTo>
                  <a:cubicBezTo>
                    <a:pt x="176" y="113"/>
                    <a:pt x="176" y="115"/>
                    <a:pt x="176" y="116"/>
                  </a:cubicBezTo>
                  <a:cubicBezTo>
                    <a:pt x="176" y="120"/>
                    <a:pt x="176" y="127"/>
                    <a:pt x="174" y="137"/>
                  </a:cubicBezTo>
                  <a:cubicBezTo>
                    <a:pt x="171" y="153"/>
                    <a:pt x="171" y="165"/>
                    <a:pt x="168" y="177"/>
                  </a:cubicBezTo>
                  <a:cubicBezTo>
                    <a:pt x="164" y="189"/>
                    <a:pt x="161" y="201"/>
                    <a:pt x="158" y="208"/>
                  </a:cubicBezTo>
                  <a:cubicBezTo>
                    <a:pt x="157" y="213"/>
                    <a:pt x="156" y="218"/>
                    <a:pt x="154" y="223"/>
                  </a:cubicBezTo>
                  <a:cubicBezTo>
                    <a:pt x="153" y="225"/>
                    <a:pt x="152" y="227"/>
                    <a:pt x="150" y="229"/>
                  </a:cubicBezTo>
                  <a:cubicBezTo>
                    <a:pt x="148" y="230"/>
                    <a:pt x="145" y="231"/>
                    <a:pt x="141" y="232"/>
                  </a:cubicBezTo>
                  <a:cubicBezTo>
                    <a:pt x="140" y="232"/>
                    <a:pt x="140" y="232"/>
                    <a:pt x="140" y="232"/>
                  </a:cubicBezTo>
                  <a:cubicBezTo>
                    <a:pt x="132" y="232"/>
                    <a:pt x="129" y="229"/>
                    <a:pt x="127" y="226"/>
                  </a:cubicBezTo>
                  <a:cubicBezTo>
                    <a:pt x="126" y="224"/>
                    <a:pt x="125" y="223"/>
                    <a:pt x="125" y="222"/>
                  </a:cubicBezTo>
                  <a:cubicBezTo>
                    <a:pt x="125" y="221"/>
                    <a:pt x="125" y="220"/>
                    <a:pt x="125" y="220"/>
                  </a:cubicBezTo>
                  <a:cubicBezTo>
                    <a:pt x="125" y="220"/>
                    <a:pt x="125" y="220"/>
                    <a:pt x="125" y="220"/>
                  </a:cubicBezTo>
                  <a:cubicBezTo>
                    <a:pt x="125" y="220"/>
                    <a:pt x="125" y="220"/>
                    <a:pt x="125" y="220"/>
                  </a:cubicBezTo>
                  <a:cubicBezTo>
                    <a:pt x="124" y="214"/>
                    <a:pt x="124" y="214"/>
                    <a:pt x="124" y="214"/>
                  </a:cubicBezTo>
                  <a:cubicBezTo>
                    <a:pt x="122" y="219"/>
                    <a:pt x="122" y="219"/>
                    <a:pt x="122" y="219"/>
                  </a:cubicBezTo>
                  <a:cubicBezTo>
                    <a:pt x="122" y="219"/>
                    <a:pt x="116" y="232"/>
                    <a:pt x="113" y="241"/>
                  </a:cubicBezTo>
                  <a:cubicBezTo>
                    <a:pt x="111" y="246"/>
                    <a:pt x="109" y="251"/>
                    <a:pt x="105" y="256"/>
                  </a:cubicBezTo>
                  <a:cubicBezTo>
                    <a:pt x="102" y="260"/>
                    <a:pt x="97" y="263"/>
                    <a:pt x="91" y="263"/>
                  </a:cubicBezTo>
                  <a:cubicBezTo>
                    <a:pt x="90" y="263"/>
                    <a:pt x="89" y="263"/>
                    <a:pt x="89" y="263"/>
                  </a:cubicBezTo>
                  <a:cubicBezTo>
                    <a:pt x="86" y="263"/>
                    <a:pt x="84" y="261"/>
                    <a:pt x="82" y="259"/>
                  </a:cubicBezTo>
                  <a:cubicBezTo>
                    <a:pt x="79" y="256"/>
                    <a:pt x="78" y="251"/>
                    <a:pt x="77" y="247"/>
                  </a:cubicBezTo>
                  <a:cubicBezTo>
                    <a:pt x="76" y="242"/>
                    <a:pt x="76" y="238"/>
                    <a:pt x="76" y="235"/>
                  </a:cubicBezTo>
                  <a:cubicBezTo>
                    <a:pt x="76" y="234"/>
                    <a:pt x="76" y="234"/>
                    <a:pt x="76" y="234"/>
                  </a:cubicBezTo>
                  <a:cubicBezTo>
                    <a:pt x="73" y="233"/>
                    <a:pt x="73" y="233"/>
                    <a:pt x="73" y="233"/>
                  </a:cubicBezTo>
                  <a:cubicBezTo>
                    <a:pt x="73" y="233"/>
                    <a:pt x="73" y="233"/>
                    <a:pt x="73" y="234"/>
                  </a:cubicBezTo>
                  <a:cubicBezTo>
                    <a:pt x="72" y="236"/>
                    <a:pt x="70" y="242"/>
                    <a:pt x="66" y="247"/>
                  </a:cubicBezTo>
                  <a:cubicBezTo>
                    <a:pt x="65" y="249"/>
                    <a:pt x="63" y="252"/>
                    <a:pt x="60" y="253"/>
                  </a:cubicBezTo>
                  <a:cubicBezTo>
                    <a:pt x="58" y="255"/>
                    <a:pt x="56" y="256"/>
                    <a:pt x="53" y="256"/>
                  </a:cubicBezTo>
                  <a:cubicBezTo>
                    <a:pt x="53" y="256"/>
                    <a:pt x="53" y="256"/>
                    <a:pt x="52" y="256"/>
                  </a:cubicBezTo>
                  <a:cubicBezTo>
                    <a:pt x="49" y="256"/>
                    <a:pt x="46" y="254"/>
                    <a:pt x="44" y="252"/>
                  </a:cubicBezTo>
                  <a:cubicBezTo>
                    <a:pt x="41" y="250"/>
                    <a:pt x="40" y="245"/>
                    <a:pt x="39" y="241"/>
                  </a:cubicBezTo>
                  <a:cubicBezTo>
                    <a:pt x="38" y="237"/>
                    <a:pt x="37" y="232"/>
                    <a:pt x="37" y="229"/>
                  </a:cubicBezTo>
                  <a:cubicBezTo>
                    <a:pt x="37" y="221"/>
                    <a:pt x="37" y="215"/>
                    <a:pt x="37" y="215"/>
                  </a:cubicBezTo>
                  <a:cubicBezTo>
                    <a:pt x="37" y="213"/>
                    <a:pt x="37" y="213"/>
                    <a:pt x="37" y="213"/>
                  </a:cubicBezTo>
                  <a:cubicBezTo>
                    <a:pt x="36" y="213"/>
                    <a:pt x="36" y="213"/>
                    <a:pt x="36" y="213"/>
                  </a:cubicBezTo>
                  <a:cubicBezTo>
                    <a:pt x="35" y="213"/>
                    <a:pt x="35" y="213"/>
                    <a:pt x="35" y="213"/>
                  </a:cubicBezTo>
                  <a:cubicBezTo>
                    <a:pt x="34" y="214"/>
                    <a:pt x="33" y="214"/>
                    <a:pt x="30" y="214"/>
                  </a:cubicBezTo>
                  <a:cubicBezTo>
                    <a:pt x="26" y="214"/>
                    <a:pt x="21" y="213"/>
                    <a:pt x="18" y="209"/>
                  </a:cubicBezTo>
                  <a:cubicBezTo>
                    <a:pt x="15" y="206"/>
                    <a:pt x="14" y="203"/>
                    <a:pt x="13" y="200"/>
                  </a:cubicBezTo>
                  <a:cubicBezTo>
                    <a:pt x="12" y="198"/>
                    <a:pt x="11" y="195"/>
                    <a:pt x="8" y="192"/>
                  </a:cubicBezTo>
                  <a:cubicBezTo>
                    <a:pt x="6" y="190"/>
                    <a:pt x="5" y="188"/>
                    <a:pt x="4" y="186"/>
                  </a:cubicBezTo>
                  <a:cubicBezTo>
                    <a:pt x="3" y="184"/>
                    <a:pt x="3" y="180"/>
                    <a:pt x="3" y="173"/>
                  </a:cubicBezTo>
                  <a:cubicBezTo>
                    <a:pt x="3" y="162"/>
                    <a:pt x="4" y="152"/>
                    <a:pt x="4" y="143"/>
                  </a:cubicBezTo>
                  <a:cubicBezTo>
                    <a:pt x="4" y="141"/>
                    <a:pt x="4" y="140"/>
                    <a:pt x="4" y="139"/>
                  </a:cubicBezTo>
                  <a:cubicBezTo>
                    <a:pt x="4" y="134"/>
                    <a:pt x="3" y="130"/>
                    <a:pt x="3" y="127"/>
                  </a:cubicBezTo>
                  <a:cubicBezTo>
                    <a:pt x="3" y="123"/>
                    <a:pt x="4" y="121"/>
                    <a:pt x="7" y="117"/>
                  </a:cubicBezTo>
                  <a:cubicBezTo>
                    <a:pt x="10" y="113"/>
                    <a:pt x="15" y="106"/>
                    <a:pt x="21" y="99"/>
                  </a:cubicBezTo>
                  <a:cubicBezTo>
                    <a:pt x="23" y="95"/>
                    <a:pt x="26" y="91"/>
                    <a:pt x="29" y="89"/>
                  </a:cubicBezTo>
                  <a:cubicBezTo>
                    <a:pt x="31" y="86"/>
                    <a:pt x="34" y="83"/>
                    <a:pt x="35" y="82"/>
                  </a:cubicBezTo>
                  <a:cubicBezTo>
                    <a:pt x="43" y="77"/>
                    <a:pt x="51" y="73"/>
                    <a:pt x="54" y="65"/>
                  </a:cubicBezTo>
                  <a:cubicBezTo>
                    <a:pt x="55" y="62"/>
                    <a:pt x="55" y="59"/>
                    <a:pt x="56" y="55"/>
                  </a:cubicBezTo>
                  <a:cubicBezTo>
                    <a:pt x="57" y="43"/>
                    <a:pt x="57" y="26"/>
                    <a:pt x="57" y="25"/>
                  </a:cubicBezTo>
                  <a:cubicBezTo>
                    <a:pt x="56" y="25"/>
                    <a:pt x="56" y="25"/>
                    <a:pt x="56" y="25"/>
                  </a:cubicBezTo>
                  <a:cubicBezTo>
                    <a:pt x="57" y="26"/>
                    <a:pt x="57" y="26"/>
                    <a:pt x="57" y="26"/>
                  </a:cubicBezTo>
                  <a:cubicBezTo>
                    <a:pt x="56" y="25"/>
                    <a:pt x="56" y="25"/>
                    <a:pt x="56" y="25"/>
                  </a:cubicBezTo>
                  <a:cubicBezTo>
                    <a:pt x="54" y="25"/>
                    <a:pt x="54" y="25"/>
                    <a:pt x="54" y="25"/>
                  </a:cubicBezTo>
                  <a:cubicBezTo>
                    <a:pt x="54" y="25"/>
                    <a:pt x="54" y="27"/>
                    <a:pt x="54" y="30"/>
                  </a:cubicBezTo>
                  <a:cubicBezTo>
                    <a:pt x="54" y="35"/>
                    <a:pt x="54" y="42"/>
                    <a:pt x="53" y="49"/>
                  </a:cubicBezTo>
                  <a:cubicBezTo>
                    <a:pt x="53" y="52"/>
                    <a:pt x="53" y="55"/>
                    <a:pt x="52" y="58"/>
                  </a:cubicBezTo>
                  <a:cubicBezTo>
                    <a:pt x="52" y="60"/>
                    <a:pt x="51" y="62"/>
                    <a:pt x="51" y="64"/>
                  </a:cubicBezTo>
                  <a:cubicBezTo>
                    <a:pt x="49" y="70"/>
                    <a:pt x="41" y="75"/>
                    <a:pt x="34" y="80"/>
                  </a:cubicBezTo>
                  <a:cubicBezTo>
                    <a:pt x="31" y="81"/>
                    <a:pt x="29" y="84"/>
                    <a:pt x="26" y="87"/>
                  </a:cubicBezTo>
                  <a:cubicBezTo>
                    <a:pt x="19" y="96"/>
                    <a:pt x="9" y="110"/>
                    <a:pt x="5" y="115"/>
                  </a:cubicBezTo>
                  <a:cubicBezTo>
                    <a:pt x="1" y="119"/>
                    <a:pt x="0" y="123"/>
                    <a:pt x="0" y="127"/>
                  </a:cubicBezTo>
                  <a:cubicBezTo>
                    <a:pt x="0" y="130"/>
                    <a:pt x="1" y="134"/>
                    <a:pt x="1" y="139"/>
                  </a:cubicBezTo>
                  <a:cubicBezTo>
                    <a:pt x="1" y="140"/>
                    <a:pt x="1" y="141"/>
                    <a:pt x="1" y="143"/>
                  </a:cubicBezTo>
                  <a:cubicBezTo>
                    <a:pt x="1" y="152"/>
                    <a:pt x="0" y="161"/>
                    <a:pt x="0" y="173"/>
                  </a:cubicBezTo>
                  <a:cubicBezTo>
                    <a:pt x="0" y="180"/>
                    <a:pt x="0" y="184"/>
                    <a:pt x="1" y="187"/>
                  </a:cubicBezTo>
                  <a:cubicBezTo>
                    <a:pt x="2" y="190"/>
                    <a:pt x="4" y="192"/>
                    <a:pt x="6" y="194"/>
                  </a:cubicBezTo>
                  <a:cubicBezTo>
                    <a:pt x="9" y="197"/>
                    <a:pt x="9" y="199"/>
                    <a:pt x="10" y="201"/>
                  </a:cubicBezTo>
                  <a:cubicBezTo>
                    <a:pt x="11" y="204"/>
                    <a:pt x="13" y="207"/>
                    <a:pt x="16" y="211"/>
                  </a:cubicBezTo>
                  <a:cubicBezTo>
                    <a:pt x="20" y="216"/>
                    <a:pt x="26" y="217"/>
                    <a:pt x="30" y="217"/>
                  </a:cubicBezTo>
                  <a:cubicBezTo>
                    <a:pt x="34" y="217"/>
                    <a:pt x="36" y="216"/>
                    <a:pt x="36" y="216"/>
                  </a:cubicBezTo>
                  <a:cubicBezTo>
                    <a:pt x="36" y="215"/>
                    <a:pt x="36" y="215"/>
                    <a:pt x="36" y="215"/>
                  </a:cubicBezTo>
                  <a:cubicBezTo>
                    <a:pt x="34" y="215"/>
                    <a:pt x="34" y="215"/>
                    <a:pt x="34" y="215"/>
                  </a:cubicBezTo>
                  <a:cubicBezTo>
                    <a:pt x="34" y="215"/>
                    <a:pt x="34" y="221"/>
                    <a:pt x="34" y="229"/>
                  </a:cubicBezTo>
                  <a:cubicBezTo>
                    <a:pt x="34" y="234"/>
                    <a:pt x="35" y="240"/>
                    <a:pt x="37" y="246"/>
                  </a:cubicBezTo>
                  <a:cubicBezTo>
                    <a:pt x="38" y="249"/>
                    <a:pt x="40" y="252"/>
                    <a:pt x="42" y="255"/>
                  </a:cubicBezTo>
                  <a:cubicBezTo>
                    <a:pt x="45" y="257"/>
                    <a:pt x="48" y="259"/>
                    <a:pt x="52" y="259"/>
                  </a:cubicBezTo>
                  <a:cubicBezTo>
                    <a:pt x="52" y="259"/>
                    <a:pt x="52" y="259"/>
                    <a:pt x="52" y="259"/>
                  </a:cubicBezTo>
                  <a:cubicBezTo>
                    <a:pt x="52" y="259"/>
                    <a:pt x="52" y="259"/>
                    <a:pt x="52" y="259"/>
                  </a:cubicBezTo>
                  <a:cubicBezTo>
                    <a:pt x="52" y="259"/>
                    <a:pt x="53" y="259"/>
                    <a:pt x="53" y="259"/>
                  </a:cubicBezTo>
                  <a:cubicBezTo>
                    <a:pt x="57" y="259"/>
                    <a:pt x="60" y="257"/>
                    <a:pt x="63" y="255"/>
                  </a:cubicBezTo>
                  <a:cubicBezTo>
                    <a:pt x="72" y="248"/>
                    <a:pt x="76" y="234"/>
                    <a:pt x="76" y="234"/>
                  </a:cubicBezTo>
                  <a:cubicBezTo>
                    <a:pt x="74" y="234"/>
                    <a:pt x="74" y="234"/>
                    <a:pt x="74" y="234"/>
                  </a:cubicBezTo>
                  <a:cubicBezTo>
                    <a:pt x="73" y="234"/>
                    <a:pt x="73" y="234"/>
                    <a:pt x="73" y="234"/>
                  </a:cubicBezTo>
                  <a:cubicBezTo>
                    <a:pt x="73" y="234"/>
                    <a:pt x="73" y="234"/>
                    <a:pt x="73" y="235"/>
                  </a:cubicBezTo>
                  <a:cubicBezTo>
                    <a:pt x="73" y="239"/>
                    <a:pt x="73" y="246"/>
                    <a:pt x="75" y="252"/>
                  </a:cubicBezTo>
                  <a:cubicBezTo>
                    <a:pt x="76" y="256"/>
                    <a:pt x="78" y="259"/>
                    <a:pt x="80" y="261"/>
                  </a:cubicBezTo>
                  <a:cubicBezTo>
                    <a:pt x="82" y="264"/>
                    <a:pt x="85" y="266"/>
                    <a:pt x="89" y="266"/>
                  </a:cubicBezTo>
                  <a:cubicBezTo>
                    <a:pt x="89" y="266"/>
                    <a:pt x="90" y="266"/>
                    <a:pt x="91" y="266"/>
                  </a:cubicBezTo>
                  <a:cubicBezTo>
                    <a:pt x="98" y="266"/>
                    <a:pt x="104" y="262"/>
                    <a:pt x="108" y="257"/>
                  </a:cubicBezTo>
                  <a:cubicBezTo>
                    <a:pt x="111" y="253"/>
                    <a:pt x="114" y="247"/>
                    <a:pt x="115" y="242"/>
                  </a:cubicBezTo>
                  <a:cubicBezTo>
                    <a:pt x="117" y="238"/>
                    <a:pt x="119" y="232"/>
                    <a:pt x="121" y="228"/>
                  </a:cubicBezTo>
                  <a:cubicBezTo>
                    <a:pt x="123" y="224"/>
                    <a:pt x="124" y="220"/>
                    <a:pt x="124" y="220"/>
                  </a:cubicBezTo>
                  <a:cubicBezTo>
                    <a:pt x="123" y="220"/>
                    <a:pt x="123" y="220"/>
                    <a:pt x="123" y="220"/>
                  </a:cubicBezTo>
                  <a:cubicBezTo>
                    <a:pt x="122" y="220"/>
                    <a:pt x="122" y="220"/>
                    <a:pt x="122" y="220"/>
                  </a:cubicBezTo>
                  <a:cubicBezTo>
                    <a:pt x="122" y="220"/>
                    <a:pt x="122" y="224"/>
                    <a:pt x="124" y="227"/>
                  </a:cubicBezTo>
                  <a:cubicBezTo>
                    <a:pt x="127" y="231"/>
                    <a:pt x="132" y="235"/>
                    <a:pt x="140" y="235"/>
                  </a:cubicBezTo>
                  <a:cubicBezTo>
                    <a:pt x="140" y="235"/>
                    <a:pt x="141" y="235"/>
                    <a:pt x="141" y="235"/>
                  </a:cubicBezTo>
                  <a:cubicBezTo>
                    <a:pt x="146" y="234"/>
                    <a:pt x="149" y="233"/>
                    <a:pt x="151" y="231"/>
                  </a:cubicBezTo>
                  <a:cubicBezTo>
                    <a:pt x="155" y="228"/>
                    <a:pt x="157" y="224"/>
                    <a:pt x="158" y="220"/>
                  </a:cubicBezTo>
                  <a:cubicBezTo>
                    <a:pt x="159" y="216"/>
                    <a:pt x="160" y="212"/>
                    <a:pt x="161" y="209"/>
                  </a:cubicBezTo>
                  <a:cubicBezTo>
                    <a:pt x="164" y="201"/>
                    <a:pt x="167" y="189"/>
                    <a:pt x="171" y="178"/>
                  </a:cubicBezTo>
                  <a:cubicBezTo>
                    <a:pt x="174" y="165"/>
                    <a:pt x="174" y="153"/>
                    <a:pt x="177" y="137"/>
                  </a:cubicBezTo>
                  <a:cubicBezTo>
                    <a:pt x="179" y="127"/>
                    <a:pt x="179" y="120"/>
                    <a:pt x="179" y="116"/>
                  </a:cubicBezTo>
                  <a:cubicBezTo>
                    <a:pt x="179" y="114"/>
                    <a:pt x="179" y="113"/>
                    <a:pt x="179" y="113"/>
                  </a:cubicBezTo>
                  <a:cubicBezTo>
                    <a:pt x="178" y="113"/>
                    <a:pt x="178" y="113"/>
                    <a:pt x="178" y="113"/>
                  </a:cubicBezTo>
                  <a:cubicBezTo>
                    <a:pt x="179" y="114"/>
                    <a:pt x="179" y="114"/>
                    <a:pt x="179" y="114"/>
                  </a:cubicBezTo>
                  <a:cubicBezTo>
                    <a:pt x="179" y="114"/>
                    <a:pt x="180" y="112"/>
                    <a:pt x="182" y="111"/>
                  </a:cubicBezTo>
                  <a:cubicBezTo>
                    <a:pt x="183" y="110"/>
                    <a:pt x="184" y="109"/>
                    <a:pt x="185" y="109"/>
                  </a:cubicBezTo>
                  <a:cubicBezTo>
                    <a:pt x="186" y="108"/>
                    <a:pt x="186" y="108"/>
                    <a:pt x="186" y="108"/>
                  </a:cubicBezTo>
                  <a:cubicBezTo>
                    <a:pt x="187" y="108"/>
                    <a:pt x="187" y="108"/>
                    <a:pt x="187" y="108"/>
                  </a:cubicBezTo>
                  <a:cubicBezTo>
                    <a:pt x="187" y="108"/>
                    <a:pt x="187" y="108"/>
                    <a:pt x="187" y="108"/>
                  </a:cubicBezTo>
                  <a:cubicBezTo>
                    <a:pt x="187" y="108"/>
                    <a:pt x="187" y="108"/>
                    <a:pt x="187" y="108"/>
                  </a:cubicBezTo>
                  <a:cubicBezTo>
                    <a:pt x="187" y="107"/>
                    <a:pt x="187" y="107"/>
                    <a:pt x="187" y="107"/>
                  </a:cubicBezTo>
                  <a:cubicBezTo>
                    <a:pt x="187" y="108"/>
                    <a:pt x="187" y="108"/>
                    <a:pt x="187" y="108"/>
                  </a:cubicBezTo>
                  <a:cubicBezTo>
                    <a:pt x="187" y="108"/>
                    <a:pt x="187" y="108"/>
                    <a:pt x="187" y="108"/>
                  </a:cubicBezTo>
                  <a:cubicBezTo>
                    <a:pt x="187" y="107"/>
                    <a:pt x="187" y="107"/>
                    <a:pt x="187" y="107"/>
                  </a:cubicBezTo>
                  <a:cubicBezTo>
                    <a:pt x="187" y="108"/>
                    <a:pt x="187" y="108"/>
                    <a:pt x="187" y="108"/>
                  </a:cubicBezTo>
                  <a:cubicBezTo>
                    <a:pt x="187" y="107"/>
                    <a:pt x="187" y="107"/>
                    <a:pt x="187" y="107"/>
                  </a:cubicBezTo>
                  <a:cubicBezTo>
                    <a:pt x="187" y="108"/>
                    <a:pt x="187" y="108"/>
                    <a:pt x="187" y="108"/>
                  </a:cubicBezTo>
                  <a:cubicBezTo>
                    <a:pt x="187" y="108"/>
                    <a:pt x="187" y="108"/>
                    <a:pt x="187" y="108"/>
                  </a:cubicBezTo>
                  <a:cubicBezTo>
                    <a:pt x="187" y="107"/>
                    <a:pt x="187" y="107"/>
                    <a:pt x="187" y="107"/>
                  </a:cubicBezTo>
                  <a:cubicBezTo>
                    <a:pt x="187" y="108"/>
                    <a:pt x="187" y="108"/>
                    <a:pt x="187" y="108"/>
                  </a:cubicBezTo>
                  <a:cubicBezTo>
                    <a:pt x="187" y="108"/>
                    <a:pt x="187" y="108"/>
                    <a:pt x="187" y="108"/>
                  </a:cubicBezTo>
                  <a:cubicBezTo>
                    <a:pt x="187" y="108"/>
                    <a:pt x="187" y="109"/>
                    <a:pt x="188" y="110"/>
                  </a:cubicBezTo>
                  <a:cubicBezTo>
                    <a:pt x="188" y="111"/>
                    <a:pt x="189" y="113"/>
                    <a:pt x="190" y="115"/>
                  </a:cubicBezTo>
                  <a:cubicBezTo>
                    <a:pt x="192" y="119"/>
                    <a:pt x="194" y="126"/>
                    <a:pt x="194" y="129"/>
                  </a:cubicBezTo>
                  <a:cubicBezTo>
                    <a:pt x="194" y="132"/>
                    <a:pt x="193" y="135"/>
                    <a:pt x="193" y="142"/>
                  </a:cubicBezTo>
                  <a:cubicBezTo>
                    <a:pt x="193" y="144"/>
                    <a:pt x="193" y="147"/>
                    <a:pt x="194" y="150"/>
                  </a:cubicBezTo>
                  <a:cubicBezTo>
                    <a:pt x="194" y="155"/>
                    <a:pt x="197" y="160"/>
                    <a:pt x="200" y="162"/>
                  </a:cubicBezTo>
                  <a:cubicBezTo>
                    <a:pt x="203" y="165"/>
                    <a:pt x="207" y="166"/>
                    <a:pt x="211" y="166"/>
                  </a:cubicBezTo>
                  <a:cubicBezTo>
                    <a:pt x="211" y="166"/>
                    <a:pt x="211" y="166"/>
                    <a:pt x="212" y="166"/>
                  </a:cubicBezTo>
                  <a:cubicBezTo>
                    <a:pt x="216" y="166"/>
                    <a:pt x="220" y="164"/>
                    <a:pt x="222" y="161"/>
                  </a:cubicBezTo>
                  <a:cubicBezTo>
                    <a:pt x="224" y="158"/>
                    <a:pt x="225" y="154"/>
                    <a:pt x="226" y="151"/>
                  </a:cubicBezTo>
                  <a:cubicBezTo>
                    <a:pt x="227" y="146"/>
                    <a:pt x="227" y="142"/>
                    <a:pt x="227" y="135"/>
                  </a:cubicBezTo>
                  <a:cubicBezTo>
                    <a:pt x="227" y="134"/>
                    <a:pt x="227" y="132"/>
                    <a:pt x="227" y="131"/>
                  </a:cubicBezTo>
                  <a:cubicBezTo>
                    <a:pt x="227" y="126"/>
                    <a:pt x="227" y="120"/>
                    <a:pt x="223" y="114"/>
                  </a:cubicBezTo>
                  <a:cubicBezTo>
                    <a:pt x="221" y="111"/>
                    <a:pt x="220" y="106"/>
                    <a:pt x="218" y="100"/>
                  </a:cubicBezTo>
                  <a:cubicBezTo>
                    <a:pt x="216" y="94"/>
                    <a:pt x="213" y="88"/>
                    <a:pt x="209" y="82"/>
                  </a:cubicBezTo>
                  <a:cubicBezTo>
                    <a:pt x="205" y="77"/>
                    <a:pt x="203" y="73"/>
                    <a:pt x="200" y="70"/>
                  </a:cubicBezTo>
                  <a:cubicBezTo>
                    <a:pt x="199" y="69"/>
                    <a:pt x="198" y="68"/>
                    <a:pt x="197" y="67"/>
                  </a:cubicBezTo>
                  <a:cubicBezTo>
                    <a:pt x="196" y="66"/>
                    <a:pt x="194" y="65"/>
                    <a:pt x="193" y="65"/>
                  </a:cubicBezTo>
                  <a:cubicBezTo>
                    <a:pt x="191" y="65"/>
                    <a:pt x="191" y="64"/>
                    <a:pt x="190" y="64"/>
                  </a:cubicBezTo>
                  <a:cubicBezTo>
                    <a:pt x="190" y="64"/>
                    <a:pt x="189" y="64"/>
                    <a:pt x="189" y="63"/>
                  </a:cubicBezTo>
                  <a:cubicBezTo>
                    <a:pt x="188" y="62"/>
                    <a:pt x="186" y="59"/>
                    <a:pt x="180" y="55"/>
                  </a:cubicBezTo>
                  <a:cubicBezTo>
                    <a:pt x="177" y="53"/>
                    <a:pt x="176" y="50"/>
                    <a:pt x="176" y="47"/>
                  </a:cubicBezTo>
                  <a:cubicBezTo>
                    <a:pt x="176" y="44"/>
                    <a:pt x="177" y="41"/>
                    <a:pt x="178" y="39"/>
                  </a:cubicBezTo>
                  <a:cubicBezTo>
                    <a:pt x="178" y="38"/>
                    <a:pt x="179" y="37"/>
                    <a:pt x="179" y="37"/>
                  </a:cubicBezTo>
                  <a:cubicBezTo>
                    <a:pt x="179" y="36"/>
                    <a:pt x="179" y="36"/>
                    <a:pt x="179" y="36"/>
                  </a:cubicBezTo>
                  <a:cubicBezTo>
                    <a:pt x="180" y="36"/>
                    <a:pt x="180" y="36"/>
                    <a:pt x="180" y="36"/>
                  </a:cubicBezTo>
                  <a:cubicBezTo>
                    <a:pt x="180" y="35"/>
                    <a:pt x="180" y="35"/>
                    <a:pt x="180" y="35"/>
                  </a:cubicBezTo>
                  <a:cubicBezTo>
                    <a:pt x="179" y="34"/>
                    <a:pt x="179" y="34"/>
                    <a:pt x="179" y="34"/>
                  </a:cubicBezTo>
                  <a:cubicBezTo>
                    <a:pt x="156" y="12"/>
                    <a:pt x="115" y="2"/>
                    <a:pt x="94" y="0"/>
                  </a:cubicBezTo>
                  <a:cubicBezTo>
                    <a:pt x="93" y="0"/>
                    <a:pt x="93" y="0"/>
                    <a:pt x="92" y="0"/>
                  </a:cubicBezTo>
                  <a:cubicBezTo>
                    <a:pt x="81" y="0"/>
                    <a:pt x="72" y="6"/>
                    <a:pt x="65" y="12"/>
                  </a:cubicBezTo>
                  <a:cubicBezTo>
                    <a:pt x="59" y="18"/>
                    <a:pt x="54" y="25"/>
                    <a:pt x="54" y="25"/>
                  </a:cubicBezTo>
                  <a:cubicBezTo>
                    <a:pt x="54" y="25"/>
                    <a:pt x="54" y="25"/>
                    <a:pt x="54" y="25"/>
                  </a:cubicBezTo>
                  <a:cubicBezTo>
                    <a:pt x="54" y="25"/>
                    <a:pt x="54" y="25"/>
                    <a:pt x="54" y="25"/>
                  </a:cubicBezTo>
                  <a:lnTo>
                    <a:pt x="56" y="25"/>
                  </a:ln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7443" name="Freeform 359">
              <a:extLst>
                <a:ext uri="{FF2B5EF4-FFF2-40B4-BE49-F238E27FC236}">
                  <a16:creationId xmlns:a16="http://schemas.microsoft.com/office/drawing/2014/main" id="{B2E4B673-7C1F-4554-9B8F-838AE750C6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1" y="2669"/>
              <a:ext cx="315" cy="219"/>
            </a:xfrm>
            <a:custGeom>
              <a:avLst/>
              <a:gdLst>
                <a:gd name="T0" fmla="*/ 94 w 324"/>
                <a:gd name="T1" fmla="*/ 0 h 225"/>
                <a:gd name="T2" fmla="*/ 0 w 324"/>
                <a:gd name="T3" fmla="*/ 70 h 225"/>
                <a:gd name="T4" fmla="*/ 4 w 324"/>
                <a:gd name="T5" fmla="*/ 72 h 225"/>
                <a:gd name="T6" fmla="*/ 38 w 324"/>
                <a:gd name="T7" fmla="*/ 96 h 225"/>
                <a:gd name="T8" fmla="*/ 56 w 324"/>
                <a:gd name="T9" fmla="*/ 111 h 225"/>
                <a:gd name="T10" fmla="*/ 57 w 324"/>
                <a:gd name="T11" fmla="*/ 111 h 225"/>
                <a:gd name="T12" fmla="*/ 84 w 324"/>
                <a:gd name="T13" fmla="*/ 110 h 225"/>
                <a:gd name="T14" fmla="*/ 118 w 324"/>
                <a:gd name="T15" fmla="*/ 110 h 225"/>
                <a:gd name="T16" fmla="*/ 155 w 324"/>
                <a:gd name="T17" fmla="*/ 119 h 225"/>
                <a:gd name="T18" fmla="*/ 163 w 324"/>
                <a:gd name="T19" fmla="*/ 116 h 225"/>
                <a:gd name="T20" fmla="*/ 165 w 324"/>
                <a:gd name="T21" fmla="*/ 107 h 225"/>
                <a:gd name="T22" fmla="*/ 167 w 324"/>
                <a:gd name="T23" fmla="*/ 110 h 225"/>
                <a:gd name="T24" fmla="*/ 229 w 324"/>
                <a:gd name="T25" fmla="*/ 157 h 225"/>
                <a:gd name="T26" fmla="*/ 245 w 324"/>
                <a:gd name="T27" fmla="*/ 164 h 225"/>
                <a:gd name="T28" fmla="*/ 245 w 324"/>
                <a:gd name="T29" fmla="*/ 165 h 225"/>
                <a:gd name="T30" fmla="*/ 245 w 324"/>
                <a:gd name="T31" fmla="*/ 165 h 225"/>
                <a:gd name="T32" fmla="*/ 272 w 324"/>
                <a:gd name="T33" fmla="*/ 187 h 225"/>
                <a:gd name="T34" fmla="*/ 292 w 324"/>
                <a:gd name="T35" fmla="*/ 207 h 225"/>
                <a:gd name="T36" fmla="*/ 297 w 324"/>
                <a:gd name="T37" fmla="*/ 191 h 225"/>
                <a:gd name="T38" fmla="*/ 296 w 324"/>
                <a:gd name="T39" fmla="*/ 163 h 225"/>
                <a:gd name="T40" fmla="*/ 284 w 324"/>
                <a:gd name="T41" fmla="*/ 118 h 225"/>
                <a:gd name="T42" fmla="*/ 247 w 324"/>
                <a:gd name="T43" fmla="*/ 61 h 225"/>
                <a:gd name="T44" fmla="*/ 216 w 324"/>
                <a:gd name="T45" fmla="*/ 32 h 225"/>
                <a:gd name="T46" fmla="*/ 199 w 324"/>
                <a:gd name="T47" fmla="*/ 27 h 225"/>
                <a:gd name="T48" fmla="*/ 198 w 324"/>
                <a:gd name="T49" fmla="*/ 27 h 225"/>
                <a:gd name="T50" fmla="*/ 131 w 324"/>
                <a:gd name="T51" fmla="*/ 15 h 225"/>
                <a:gd name="T52" fmla="*/ 104 w 324"/>
                <a:gd name="T53" fmla="*/ 9 h 225"/>
                <a:gd name="T54" fmla="*/ 96 w 324"/>
                <a:gd name="T55" fmla="*/ 1 h 225"/>
                <a:gd name="T56" fmla="*/ 96 w 324"/>
                <a:gd name="T57" fmla="*/ 1 h 225"/>
                <a:gd name="T58" fmla="*/ 94 w 324"/>
                <a:gd name="T59" fmla="*/ 0 h 225"/>
                <a:gd name="T60" fmla="*/ 94 w 324"/>
                <a:gd name="T61" fmla="*/ 2 h 225"/>
                <a:gd name="T62" fmla="*/ 114 w 324"/>
                <a:gd name="T63" fmla="*/ 15 h 225"/>
                <a:gd name="T64" fmla="*/ 164 w 324"/>
                <a:gd name="T65" fmla="*/ 23 h 225"/>
                <a:gd name="T66" fmla="*/ 199 w 324"/>
                <a:gd name="T67" fmla="*/ 30 h 225"/>
                <a:gd name="T68" fmla="*/ 199 w 324"/>
                <a:gd name="T69" fmla="*/ 30 h 225"/>
                <a:gd name="T70" fmla="*/ 216 w 324"/>
                <a:gd name="T71" fmla="*/ 34 h 225"/>
                <a:gd name="T72" fmla="*/ 245 w 324"/>
                <a:gd name="T73" fmla="*/ 64 h 225"/>
                <a:gd name="T74" fmla="*/ 282 w 324"/>
                <a:gd name="T75" fmla="*/ 118 h 225"/>
                <a:gd name="T76" fmla="*/ 293 w 324"/>
                <a:gd name="T77" fmla="*/ 164 h 225"/>
                <a:gd name="T78" fmla="*/ 294 w 324"/>
                <a:gd name="T79" fmla="*/ 191 h 225"/>
                <a:gd name="T80" fmla="*/ 291 w 324"/>
                <a:gd name="T81" fmla="*/ 202 h 225"/>
                <a:gd name="T82" fmla="*/ 291 w 324"/>
                <a:gd name="T83" fmla="*/ 203 h 225"/>
                <a:gd name="T84" fmla="*/ 292 w 324"/>
                <a:gd name="T85" fmla="*/ 204 h 225"/>
                <a:gd name="T86" fmla="*/ 265 w 324"/>
                <a:gd name="T87" fmla="*/ 178 h 225"/>
                <a:gd name="T88" fmla="*/ 246 w 324"/>
                <a:gd name="T89" fmla="*/ 164 h 225"/>
                <a:gd name="T90" fmla="*/ 230 w 324"/>
                <a:gd name="T91" fmla="*/ 155 h 225"/>
                <a:gd name="T92" fmla="*/ 166 w 324"/>
                <a:gd name="T93" fmla="*/ 106 h 225"/>
                <a:gd name="T94" fmla="*/ 164 w 324"/>
                <a:gd name="T95" fmla="*/ 107 h 225"/>
                <a:gd name="T96" fmla="*/ 157 w 324"/>
                <a:gd name="T97" fmla="*/ 116 h 225"/>
                <a:gd name="T98" fmla="*/ 140 w 324"/>
                <a:gd name="T99" fmla="*/ 111 h 225"/>
                <a:gd name="T100" fmla="*/ 111 w 324"/>
                <a:gd name="T101" fmla="*/ 107 h 225"/>
                <a:gd name="T102" fmla="*/ 57 w 324"/>
                <a:gd name="T103" fmla="*/ 108 h 225"/>
                <a:gd name="T104" fmla="*/ 57 w 324"/>
                <a:gd name="T105" fmla="*/ 108 h 225"/>
                <a:gd name="T106" fmla="*/ 49 w 324"/>
                <a:gd name="T107" fmla="*/ 104 h 225"/>
                <a:gd name="T108" fmla="*/ 19 w 324"/>
                <a:gd name="T109" fmla="*/ 77 h 225"/>
                <a:gd name="T110" fmla="*/ 3 w 324"/>
                <a:gd name="T111" fmla="*/ 70 h 225"/>
                <a:gd name="T112" fmla="*/ 61 w 324"/>
                <a:gd name="T113" fmla="*/ 18 h 225"/>
                <a:gd name="T114" fmla="*/ 92 w 324"/>
                <a:gd name="T115" fmla="*/ 4 h 225"/>
                <a:gd name="T116" fmla="*/ 95 w 324"/>
                <a:gd name="T117" fmla="*/ 3 h 225"/>
                <a:gd name="T118" fmla="*/ 94 w 324"/>
                <a:gd name="T119" fmla="*/ 2 h 225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324" h="225">
                  <a:moveTo>
                    <a:pt x="104" y="2"/>
                  </a:moveTo>
                  <a:cubicBezTo>
                    <a:pt x="103" y="0"/>
                    <a:pt x="103" y="0"/>
                    <a:pt x="103" y="0"/>
                  </a:cubicBezTo>
                  <a:cubicBezTo>
                    <a:pt x="103" y="0"/>
                    <a:pt x="38" y="18"/>
                    <a:pt x="1" y="75"/>
                  </a:cubicBezTo>
                  <a:cubicBezTo>
                    <a:pt x="0" y="76"/>
                    <a:pt x="0" y="76"/>
                    <a:pt x="0" y="76"/>
                  </a:cubicBezTo>
                  <a:cubicBezTo>
                    <a:pt x="2" y="77"/>
                    <a:pt x="2" y="77"/>
                    <a:pt x="2" y="77"/>
                  </a:cubicBezTo>
                  <a:cubicBezTo>
                    <a:pt x="2" y="77"/>
                    <a:pt x="3" y="77"/>
                    <a:pt x="4" y="78"/>
                  </a:cubicBezTo>
                  <a:cubicBezTo>
                    <a:pt x="8" y="79"/>
                    <a:pt x="15" y="82"/>
                    <a:pt x="20" y="85"/>
                  </a:cubicBezTo>
                  <a:cubicBezTo>
                    <a:pt x="27" y="90"/>
                    <a:pt x="36" y="98"/>
                    <a:pt x="41" y="105"/>
                  </a:cubicBezTo>
                  <a:cubicBezTo>
                    <a:pt x="44" y="109"/>
                    <a:pt x="46" y="112"/>
                    <a:pt x="50" y="115"/>
                  </a:cubicBezTo>
                  <a:cubicBezTo>
                    <a:pt x="53" y="118"/>
                    <a:pt x="57" y="120"/>
                    <a:pt x="62" y="120"/>
                  </a:cubicBezTo>
                  <a:cubicBezTo>
                    <a:pt x="63" y="120"/>
                    <a:pt x="63" y="120"/>
                    <a:pt x="63" y="120"/>
                  </a:cubicBezTo>
                  <a:cubicBezTo>
                    <a:pt x="63" y="120"/>
                    <a:pt x="63" y="120"/>
                    <a:pt x="63" y="120"/>
                  </a:cubicBezTo>
                  <a:cubicBezTo>
                    <a:pt x="63" y="120"/>
                    <a:pt x="63" y="120"/>
                    <a:pt x="63" y="120"/>
                  </a:cubicBezTo>
                  <a:cubicBezTo>
                    <a:pt x="68" y="119"/>
                    <a:pt x="79" y="119"/>
                    <a:pt x="90" y="119"/>
                  </a:cubicBezTo>
                  <a:cubicBezTo>
                    <a:pt x="101" y="119"/>
                    <a:pt x="112" y="119"/>
                    <a:pt x="120" y="119"/>
                  </a:cubicBezTo>
                  <a:cubicBezTo>
                    <a:pt x="123" y="119"/>
                    <a:pt x="125" y="119"/>
                    <a:pt x="128" y="119"/>
                  </a:cubicBezTo>
                  <a:cubicBezTo>
                    <a:pt x="138" y="119"/>
                    <a:pt x="144" y="120"/>
                    <a:pt x="151" y="123"/>
                  </a:cubicBezTo>
                  <a:cubicBezTo>
                    <a:pt x="160" y="127"/>
                    <a:pt x="166" y="127"/>
                    <a:pt x="169" y="128"/>
                  </a:cubicBezTo>
                  <a:cubicBezTo>
                    <a:pt x="170" y="128"/>
                    <a:pt x="171" y="128"/>
                    <a:pt x="171" y="128"/>
                  </a:cubicBezTo>
                  <a:cubicBezTo>
                    <a:pt x="173" y="128"/>
                    <a:pt x="176" y="127"/>
                    <a:pt x="178" y="125"/>
                  </a:cubicBezTo>
                  <a:cubicBezTo>
                    <a:pt x="180" y="123"/>
                    <a:pt x="181" y="120"/>
                    <a:pt x="182" y="116"/>
                  </a:cubicBezTo>
                  <a:cubicBezTo>
                    <a:pt x="180" y="116"/>
                    <a:pt x="180" y="116"/>
                    <a:pt x="180" y="116"/>
                  </a:cubicBezTo>
                  <a:cubicBezTo>
                    <a:pt x="179" y="117"/>
                    <a:pt x="179" y="117"/>
                    <a:pt x="179" y="117"/>
                  </a:cubicBezTo>
                  <a:cubicBezTo>
                    <a:pt x="179" y="117"/>
                    <a:pt x="180" y="118"/>
                    <a:pt x="182" y="119"/>
                  </a:cubicBezTo>
                  <a:cubicBezTo>
                    <a:pt x="188" y="123"/>
                    <a:pt x="200" y="131"/>
                    <a:pt x="209" y="139"/>
                  </a:cubicBezTo>
                  <a:cubicBezTo>
                    <a:pt x="221" y="149"/>
                    <a:pt x="237" y="163"/>
                    <a:pt x="250" y="170"/>
                  </a:cubicBezTo>
                  <a:cubicBezTo>
                    <a:pt x="256" y="173"/>
                    <a:pt x="260" y="176"/>
                    <a:pt x="263" y="177"/>
                  </a:cubicBezTo>
                  <a:cubicBezTo>
                    <a:pt x="264" y="178"/>
                    <a:pt x="265" y="179"/>
                    <a:pt x="266" y="179"/>
                  </a:cubicBezTo>
                  <a:cubicBezTo>
                    <a:pt x="266" y="180"/>
                    <a:pt x="266" y="180"/>
                    <a:pt x="266" y="180"/>
                  </a:cubicBezTo>
                  <a:cubicBezTo>
                    <a:pt x="266" y="180"/>
                    <a:pt x="266" y="180"/>
                    <a:pt x="266" y="180"/>
                  </a:cubicBezTo>
                  <a:cubicBezTo>
                    <a:pt x="266" y="180"/>
                    <a:pt x="266" y="180"/>
                    <a:pt x="266" y="180"/>
                  </a:cubicBezTo>
                  <a:cubicBezTo>
                    <a:pt x="266" y="180"/>
                    <a:pt x="266" y="180"/>
                    <a:pt x="266" y="180"/>
                  </a:cubicBezTo>
                  <a:cubicBezTo>
                    <a:pt x="266" y="180"/>
                    <a:pt x="269" y="181"/>
                    <a:pt x="273" y="184"/>
                  </a:cubicBezTo>
                  <a:cubicBezTo>
                    <a:pt x="279" y="188"/>
                    <a:pt x="287" y="195"/>
                    <a:pt x="296" y="202"/>
                  </a:cubicBezTo>
                  <a:cubicBezTo>
                    <a:pt x="304" y="209"/>
                    <a:pt x="313" y="217"/>
                    <a:pt x="316" y="223"/>
                  </a:cubicBezTo>
                  <a:cubicBezTo>
                    <a:pt x="318" y="225"/>
                    <a:pt x="318" y="225"/>
                    <a:pt x="318" y="225"/>
                  </a:cubicBezTo>
                  <a:cubicBezTo>
                    <a:pt x="319" y="223"/>
                    <a:pt x="319" y="223"/>
                    <a:pt x="319" y="223"/>
                  </a:cubicBezTo>
                  <a:cubicBezTo>
                    <a:pt x="319" y="223"/>
                    <a:pt x="323" y="217"/>
                    <a:pt x="323" y="207"/>
                  </a:cubicBezTo>
                  <a:cubicBezTo>
                    <a:pt x="323" y="202"/>
                    <a:pt x="324" y="197"/>
                    <a:pt x="324" y="192"/>
                  </a:cubicBezTo>
                  <a:cubicBezTo>
                    <a:pt x="324" y="188"/>
                    <a:pt x="324" y="183"/>
                    <a:pt x="322" y="177"/>
                  </a:cubicBezTo>
                  <a:cubicBezTo>
                    <a:pt x="320" y="171"/>
                    <a:pt x="317" y="161"/>
                    <a:pt x="315" y="152"/>
                  </a:cubicBezTo>
                  <a:cubicBezTo>
                    <a:pt x="313" y="142"/>
                    <a:pt x="311" y="132"/>
                    <a:pt x="309" y="127"/>
                  </a:cubicBezTo>
                  <a:cubicBezTo>
                    <a:pt x="306" y="115"/>
                    <a:pt x="303" y="100"/>
                    <a:pt x="291" y="90"/>
                  </a:cubicBezTo>
                  <a:cubicBezTo>
                    <a:pt x="286" y="86"/>
                    <a:pt x="277" y="76"/>
                    <a:pt x="268" y="67"/>
                  </a:cubicBezTo>
                  <a:cubicBezTo>
                    <a:pt x="259" y="58"/>
                    <a:pt x="251" y="50"/>
                    <a:pt x="247" y="46"/>
                  </a:cubicBezTo>
                  <a:cubicBezTo>
                    <a:pt x="244" y="42"/>
                    <a:pt x="240" y="38"/>
                    <a:pt x="235" y="35"/>
                  </a:cubicBezTo>
                  <a:cubicBezTo>
                    <a:pt x="230" y="32"/>
                    <a:pt x="225" y="30"/>
                    <a:pt x="218" y="30"/>
                  </a:cubicBezTo>
                  <a:cubicBezTo>
                    <a:pt x="218" y="30"/>
                    <a:pt x="217" y="30"/>
                    <a:pt x="217" y="30"/>
                  </a:cubicBezTo>
                  <a:cubicBezTo>
                    <a:pt x="217" y="30"/>
                    <a:pt x="217" y="30"/>
                    <a:pt x="217" y="30"/>
                  </a:cubicBezTo>
                  <a:cubicBezTo>
                    <a:pt x="216" y="30"/>
                    <a:pt x="216" y="30"/>
                    <a:pt x="216" y="30"/>
                  </a:cubicBezTo>
                  <a:cubicBezTo>
                    <a:pt x="209" y="30"/>
                    <a:pt x="194" y="27"/>
                    <a:pt x="179" y="24"/>
                  </a:cubicBezTo>
                  <a:cubicBezTo>
                    <a:pt x="165" y="20"/>
                    <a:pt x="150" y="17"/>
                    <a:pt x="143" y="15"/>
                  </a:cubicBezTo>
                  <a:cubicBezTo>
                    <a:pt x="135" y="13"/>
                    <a:pt x="128" y="12"/>
                    <a:pt x="124" y="12"/>
                  </a:cubicBezTo>
                  <a:cubicBezTo>
                    <a:pt x="119" y="11"/>
                    <a:pt x="115" y="11"/>
                    <a:pt x="113" y="9"/>
                  </a:cubicBezTo>
                  <a:cubicBezTo>
                    <a:pt x="111" y="7"/>
                    <a:pt x="108" y="5"/>
                    <a:pt x="107" y="3"/>
                  </a:cubicBezTo>
                  <a:cubicBezTo>
                    <a:pt x="106" y="2"/>
                    <a:pt x="106" y="2"/>
                    <a:pt x="105" y="1"/>
                  </a:cubicBezTo>
                  <a:cubicBezTo>
                    <a:pt x="105" y="1"/>
                    <a:pt x="105" y="1"/>
                    <a:pt x="105" y="1"/>
                  </a:cubicBezTo>
                  <a:cubicBezTo>
                    <a:pt x="105" y="1"/>
                    <a:pt x="105" y="1"/>
                    <a:pt x="105" y="1"/>
                  </a:cubicBezTo>
                  <a:cubicBezTo>
                    <a:pt x="104" y="0"/>
                    <a:pt x="104" y="0"/>
                    <a:pt x="104" y="0"/>
                  </a:cubicBezTo>
                  <a:cubicBezTo>
                    <a:pt x="103" y="0"/>
                    <a:pt x="103" y="0"/>
                    <a:pt x="103" y="0"/>
                  </a:cubicBezTo>
                  <a:cubicBezTo>
                    <a:pt x="104" y="2"/>
                    <a:pt x="104" y="2"/>
                    <a:pt x="104" y="2"/>
                  </a:cubicBezTo>
                  <a:cubicBezTo>
                    <a:pt x="103" y="2"/>
                    <a:pt x="103" y="2"/>
                    <a:pt x="103" y="2"/>
                  </a:cubicBezTo>
                  <a:cubicBezTo>
                    <a:pt x="103" y="3"/>
                    <a:pt x="106" y="7"/>
                    <a:pt x="111" y="11"/>
                  </a:cubicBezTo>
                  <a:cubicBezTo>
                    <a:pt x="115" y="14"/>
                    <a:pt x="118" y="14"/>
                    <a:pt x="123" y="15"/>
                  </a:cubicBezTo>
                  <a:cubicBezTo>
                    <a:pt x="128" y="15"/>
                    <a:pt x="134" y="16"/>
                    <a:pt x="142" y="17"/>
                  </a:cubicBezTo>
                  <a:cubicBezTo>
                    <a:pt x="149" y="19"/>
                    <a:pt x="164" y="23"/>
                    <a:pt x="179" y="26"/>
                  </a:cubicBezTo>
                  <a:cubicBezTo>
                    <a:pt x="193" y="30"/>
                    <a:pt x="208" y="33"/>
                    <a:pt x="216" y="33"/>
                  </a:cubicBezTo>
                  <a:cubicBezTo>
                    <a:pt x="217" y="33"/>
                    <a:pt x="217" y="33"/>
                    <a:pt x="217" y="33"/>
                  </a:cubicBezTo>
                  <a:cubicBezTo>
                    <a:pt x="217" y="33"/>
                    <a:pt x="217" y="33"/>
                    <a:pt x="217" y="33"/>
                  </a:cubicBezTo>
                  <a:cubicBezTo>
                    <a:pt x="217" y="33"/>
                    <a:pt x="217" y="33"/>
                    <a:pt x="217" y="33"/>
                  </a:cubicBezTo>
                  <a:cubicBezTo>
                    <a:pt x="217" y="33"/>
                    <a:pt x="218" y="33"/>
                    <a:pt x="218" y="33"/>
                  </a:cubicBezTo>
                  <a:cubicBezTo>
                    <a:pt x="224" y="33"/>
                    <a:pt x="229" y="34"/>
                    <a:pt x="234" y="37"/>
                  </a:cubicBezTo>
                  <a:cubicBezTo>
                    <a:pt x="238" y="40"/>
                    <a:pt x="242" y="44"/>
                    <a:pt x="245" y="48"/>
                  </a:cubicBezTo>
                  <a:cubicBezTo>
                    <a:pt x="249" y="52"/>
                    <a:pt x="257" y="60"/>
                    <a:pt x="266" y="70"/>
                  </a:cubicBezTo>
                  <a:cubicBezTo>
                    <a:pt x="275" y="79"/>
                    <a:pt x="284" y="88"/>
                    <a:pt x="289" y="93"/>
                  </a:cubicBezTo>
                  <a:cubicBezTo>
                    <a:pt x="300" y="102"/>
                    <a:pt x="303" y="116"/>
                    <a:pt x="306" y="127"/>
                  </a:cubicBezTo>
                  <a:cubicBezTo>
                    <a:pt x="308" y="133"/>
                    <a:pt x="310" y="143"/>
                    <a:pt x="312" y="152"/>
                  </a:cubicBezTo>
                  <a:cubicBezTo>
                    <a:pt x="315" y="162"/>
                    <a:pt x="317" y="172"/>
                    <a:pt x="319" y="178"/>
                  </a:cubicBezTo>
                  <a:cubicBezTo>
                    <a:pt x="321" y="184"/>
                    <a:pt x="321" y="188"/>
                    <a:pt x="321" y="192"/>
                  </a:cubicBezTo>
                  <a:cubicBezTo>
                    <a:pt x="321" y="197"/>
                    <a:pt x="321" y="202"/>
                    <a:pt x="320" y="207"/>
                  </a:cubicBezTo>
                  <a:cubicBezTo>
                    <a:pt x="320" y="212"/>
                    <a:pt x="319" y="215"/>
                    <a:pt x="318" y="218"/>
                  </a:cubicBezTo>
                  <a:cubicBezTo>
                    <a:pt x="318" y="219"/>
                    <a:pt x="317" y="220"/>
                    <a:pt x="317" y="220"/>
                  </a:cubicBezTo>
                  <a:cubicBezTo>
                    <a:pt x="317" y="221"/>
                    <a:pt x="317" y="221"/>
                    <a:pt x="317" y="221"/>
                  </a:cubicBezTo>
                  <a:cubicBezTo>
                    <a:pt x="317" y="221"/>
                    <a:pt x="317" y="221"/>
                    <a:pt x="317" y="221"/>
                  </a:cubicBezTo>
                  <a:cubicBezTo>
                    <a:pt x="317" y="221"/>
                    <a:pt x="317" y="221"/>
                    <a:pt x="317" y="221"/>
                  </a:cubicBezTo>
                  <a:cubicBezTo>
                    <a:pt x="318" y="222"/>
                    <a:pt x="318" y="222"/>
                    <a:pt x="318" y="222"/>
                  </a:cubicBezTo>
                  <a:cubicBezTo>
                    <a:pt x="319" y="221"/>
                    <a:pt x="319" y="221"/>
                    <a:pt x="319" y="221"/>
                  </a:cubicBezTo>
                  <a:cubicBezTo>
                    <a:pt x="313" y="212"/>
                    <a:pt x="301" y="202"/>
                    <a:pt x="289" y="193"/>
                  </a:cubicBezTo>
                  <a:cubicBezTo>
                    <a:pt x="278" y="184"/>
                    <a:pt x="268" y="177"/>
                    <a:pt x="268" y="177"/>
                  </a:cubicBezTo>
                  <a:cubicBezTo>
                    <a:pt x="267" y="179"/>
                    <a:pt x="267" y="179"/>
                    <a:pt x="267" y="179"/>
                  </a:cubicBezTo>
                  <a:cubicBezTo>
                    <a:pt x="268" y="177"/>
                    <a:pt x="268" y="177"/>
                    <a:pt x="268" y="177"/>
                  </a:cubicBezTo>
                  <a:cubicBezTo>
                    <a:pt x="268" y="177"/>
                    <a:pt x="264" y="174"/>
                    <a:pt x="251" y="167"/>
                  </a:cubicBezTo>
                  <a:cubicBezTo>
                    <a:pt x="239" y="160"/>
                    <a:pt x="223" y="146"/>
                    <a:pt x="211" y="136"/>
                  </a:cubicBezTo>
                  <a:cubicBezTo>
                    <a:pt x="199" y="126"/>
                    <a:pt x="181" y="115"/>
                    <a:pt x="181" y="115"/>
                  </a:cubicBezTo>
                  <a:cubicBezTo>
                    <a:pt x="179" y="113"/>
                    <a:pt x="179" y="113"/>
                    <a:pt x="179" y="113"/>
                  </a:cubicBezTo>
                  <a:cubicBezTo>
                    <a:pt x="179" y="116"/>
                    <a:pt x="179" y="116"/>
                    <a:pt x="179" y="116"/>
                  </a:cubicBezTo>
                  <a:cubicBezTo>
                    <a:pt x="178" y="119"/>
                    <a:pt x="177" y="122"/>
                    <a:pt x="176" y="123"/>
                  </a:cubicBezTo>
                  <a:cubicBezTo>
                    <a:pt x="174" y="125"/>
                    <a:pt x="173" y="125"/>
                    <a:pt x="171" y="125"/>
                  </a:cubicBezTo>
                  <a:cubicBezTo>
                    <a:pt x="171" y="125"/>
                    <a:pt x="170" y="125"/>
                    <a:pt x="170" y="125"/>
                  </a:cubicBezTo>
                  <a:cubicBezTo>
                    <a:pt x="166" y="124"/>
                    <a:pt x="161" y="124"/>
                    <a:pt x="152" y="120"/>
                  </a:cubicBezTo>
                  <a:cubicBezTo>
                    <a:pt x="145" y="117"/>
                    <a:pt x="138" y="116"/>
                    <a:pt x="128" y="116"/>
                  </a:cubicBezTo>
                  <a:cubicBezTo>
                    <a:pt x="125" y="116"/>
                    <a:pt x="123" y="116"/>
                    <a:pt x="120" y="116"/>
                  </a:cubicBezTo>
                  <a:cubicBezTo>
                    <a:pt x="112" y="116"/>
                    <a:pt x="101" y="116"/>
                    <a:pt x="90" y="116"/>
                  </a:cubicBezTo>
                  <a:cubicBezTo>
                    <a:pt x="79" y="116"/>
                    <a:pt x="68" y="116"/>
                    <a:pt x="63" y="117"/>
                  </a:cubicBezTo>
                  <a:cubicBezTo>
                    <a:pt x="64" y="117"/>
                    <a:pt x="64" y="117"/>
                    <a:pt x="64" y="117"/>
                  </a:cubicBezTo>
                  <a:cubicBezTo>
                    <a:pt x="63" y="117"/>
                    <a:pt x="63" y="117"/>
                    <a:pt x="63" y="117"/>
                  </a:cubicBezTo>
                  <a:cubicBezTo>
                    <a:pt x="62" y="117"/>
                    <a:pt x="62" y="117"/>
                    <a:pt x="62" y="117"/>
                  </a:cubicBezTo>
                  <a:cubicBezTo>
                    <a:pt x="58" y="117"/>
                    <a:pt x="55" y="115"/>
                    <a:pt x="52" y="113"/>
                  </a:cubicBezTo>
                  <a:cubicBezTo>
                    <a:pt x="49" y="110"/>
                    <a:pt x="46" y="107"/>
                    <a:pt x="43" y="103"/>
                  </a:cubicBezTo>
                  <a:cubicBezTo>
                    <a:pt x="38" y="95"/>
                    <a:pt x="29" y="87"/>
                    <a:pt x="22" y="83"/>
                  </a:cubicBezTo>
                  <a:cubicBezTo>
                    <a:pt x="15" y="78"/>
                    <a:pt x="3" y="74"/>
                    <a:pt x="3" y="74"/>
                  </a:cubicBezTo>
                  <a:cubicBezTo>
                    <a:pt x="3" y="76"/>
                    <a:pt x="3" y="76"/>
                    <a:pt x="3" y="76"/>
                  </a:cubicBezTo>
                  <a:cubicBezTo>
                    <a:pt x="4" y="76"/>
                    <a:pt x="4" y="76"/>
                    <a:pt x="4" y="76"/>
                  </a:cubicBezTo>
                  <a:cubicBezTo>
                    <a:pt x="22" y="48"/>
                    <a:pt x="47" y="30"/>
                    <a:pt x="67" y="19"/>
                  </a:cubicBezTo>
                  <a:cubicBezTo>
                    <a:pt x="78" y="13"/>
                    <a:pt x="87" y="9"/>
                    <a:pt x="94" y="7"/>
                  </a:cubicBezTo>
                  <a:cubicBezTo>
                    <a:pt x="97" y="5"/>
                    <a:pt x="100" y="4"/>
                    <a:pt x="101" y="4"/>
                  </a:cubicBezTo>
                  <a:cubicBezTo>
                    <a:pt x="102" y="4"/>
                    <a:pt x="103" y="3"/>
                    <a:pt x="103" y="3"/>
                  </a:cubicBezTo>
                  <a:cubicBezTo>
                    <a:pt x="104" y="3"/>
                    <a:pt x="104" y="3"/>
                    <a:pt x="104" y="3"/>
                  </a:cubicBezTo>
                  <a:cubicBezTo>
                    <a:pt x="104" y="2"/>
                    <a:pt x="104" y="2"/>
                    <a:pt x="104" y="2"/>
                  </a:cubicBezTo>
                  <a:cubicBezTo>
                    <a:pt x="103" y="2"/>
                    <a:pt x="103" y="2"/>
                    <a:pt x="103" y="2"/>
                  </a:cubicBezTo>
                  <a:lnTo>
                    <a:pt x="104" y="2"/>
                  </a:ln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7444" name="Freeform 360">
              <a:extLst>
                <a:ext uri="{FF2B5EF4-FFF2-40B4-BE49-F238E27FC236}">
                  <a16:creationId xmlns:a16="http://schemas.microsoft.com/office/drawing/2014/main" id="{E5836057-FC2A-4362-B0FF-14F8AD6FE6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8" y="2707"/>
              <a:ext cx="123" cy="166"/>
            </a:xfrm>
            <a:custGeom>
              <a:avLst/>
              <a:gdLst>
                <a:gd name="T0" fmla="*/ 1 w 126"/>
                <a:gd name="T1" fmla="*/ 3 h 171"/>
                <a:gd name="T2" fmla="*/ 2 w 126"/>
                <a:gd name="T3" fmla="*/ 4 h 171"/>
                <a:gd name="T4" fmla="*/ 26 w 126"/>
                <a:gd name="T5" fmla="*/ 17 h 171"/>
                <a:gd name="T6" fmla="*/ 57 w 126"/>
                <a:gd name="T7" fmla="*/ 49 h 171"/>
                <a:gd name="T8" fmla="*/ 72 w 126"/>
                <a:gd name="T9" fmla="*/ 63 h 171"/>
                <a:gd name="T10" fmla="*/ 84 w 126"/>
                <a:gd name="T11" fmla="*/ 76 h 171"/>
                <a:gd name="T12" fmla="*/ 100 w 126"/>
                <a:gd name="T13" fmla="*/ 106 h 171"/>
                <a:gd name="T14" fmla="*/ 111 w 126"/>
                <a:gd name="T15" fmla="*/ 132 h 171"/>
                <a:gd name="T16" fmla="*/ 113 w 126"/>
                <a:gd name="T17" fmla="*/ 146 h 171"/>
                <a:gd name="T18" fmla="*/ 114 w 126"/>
                <a:gd name="T19" fmla="*/ 154 h 171"/>
                <a:gd name="T20" fmla="*/ 115 w 126"/>
                <a:gd name="T21" fmla="*/ 156 h 171"/>
                <a:gd name="T22" fmla="*/ 117 w 126"/>
                <a:gd name="T23" fmla="*/ 154 h 171"/>
                <a:gd name="T24" fmla="*/ 114 w 126"/>
                <a:gd name="T25" fmla="*/ 132 h 171"/>
                <a:gd name="T26" fmla="*/ 102 w 126"/>
                <a:gd name="T27" fmla="*/ 104 h 171"/>
                <a:gd name="T28" fmla="*/ 87 w 126"/>
                <a:gd name="T29" fmla="*/ 74 h 171"/>
                <a:gd name="T30" fmla="*/ 74 w 126"/>
                <a:gd name="T31" fmla="*/ 60 h 171"/>
                <a:gd name="T32" fmla="*/ 59 w 126"/>
                <a:gd name="T33" fmla="*/ 48 h 171"/>
                <a:gd name="T34" fmla="*/ 28 w 126"/>
                <a:gd name="T35" fmla="*/ 16 h 171"/>
                <a:gd name="T36" fmla="*/ 13 w 126"/>
                <a:gd name="T37" fmla="*/ 4 h 171"/>
                <a:gd name="T38" fmla="*/ 2 w 126"/>
                <a:gd name="T39" fmla="*/ 1 h 171"/>
                <a:gd name="T40" fmla="*/ 0 w 126"/>
                <a:gd name="T41" fmla="*/ 2 h 171"/>
                <a:gd name="T42" fmla="*/ 1 w 126"/>
                <a:gd name="T43" fmla="*/ 3 h 171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126" h="171">
                  <a:moveTo>
                    <a:pt x="1" y="3"/>
                  </a:moveTo>
                  <a:cubicBezTo>
                    <a:pt x="1" y="3"/>
                    <a:pt x="2" y="4"/>
                    <a:pt x="2" y="4"/>
                  </a:cubicBezTo>
                  <a:cubicBezTo>
                    <a:pt x="6" y="5"/>
                    <a:pt x="22" y="9"/>
                    <a:pt x="29" y="18"/>
                  </a:cubicBezTo>
                  <a:cubicBezTo>
                    <a:pt x="37" y="27"/>
                    <a:pt x="48" y="43"/>
                    <a:pt x="60" y="54"/>
                  </a:cubicBezTo>
                  <a:cubicBezTo>
                    <a:pt x="66" y="59"/>
                    <a:pt x="72" y="64"/>
                    <a:pt x="78" y="69"/>
                  </a:cubicBezTo>
                  <a:cubicBezTo>
                    <a:pt x="83" y="73"/>
                    <a:pt x="88" y="77"/>
                    <a:pt x="90" y="82"/>
                  </a:cubicBezTo>
                  <a:cubicBezTo>
                    <a:pt x="95" y="91"/>
                    <a:pt x="99" y="101"/>
                    <a:pt x="107" y="115"/>
                  </a:cubicBezTo>
                  <a:cubicBezTo>
                    <a:pt x="115" y="128"/>
                    <a:pt x="118" y="136"/>
                    <a:pt x="120" y="144"/>
                  </a:cubicBezTo>
                  <a:cubicBezTo>
                    <a:pt x="121" y="148"/>
                    <a:pt x="122" y="155"/>
                    <a:pt x="122" y="160"/>
                  </a:cubicBezTo>
                  <a:cubicBezTo>
                    <a:pt x="123" y="165"/>
                    <a:pt x="123" y="169"/>
                    <a:pt x="123" y="169"/>
                  </a:cubicBezTo>
                  <a:cubicBezTo>
                    <a:pt x="123" y="170"/>
                    <a:pt x="123" y="171"/>
                    <a:pt x="124" y="171"/>
                  </a:cubicBezTo>
                  <a:cubicBezTo>
                    <a:pt x="125" y="171"/>
                    <a:pt x="126" y="170"/>
                    <a:pt x="126" y="169"/>
                  </a:cubicBezTo>
                  <a:cubicBezTo>
                    <a:pt x="126" y="169"/>
                    <a:pt x="125" y="152"/>
                    <a:pt x="123" y="144"/>
                  </a:cubicBezTo>
                  <a:cubicBezTo>
                    <a:pt x="121" y="135"/>
                    <a:pt x="118" y="127"/>
                    <a:pt x="110" y="113"/>
                  </a:cubicBezTo>
                  <a:cubicBezTo>
                    <a:pt x="102" y="100"/>
                    <a:pt x="98" y="90"/>
                    <a:pt x="93" y="80"/>
                  </a:cubicBezTo>
                  <a:cubicBezTo>
                    <a:pt x="90" y="75"/>
                    <a:pt x="85" y="71"/>
                    <a:pt x="80" y="66"/>
                  </a:cubicBezTo>
                  <a:cubicBezTo>
                    <a:pt x="74" y="62"/>
                    <a:pt x="68" y="57"/>
                    <a:pt x="62" y="52"/>
                  </a:cubicBezTo>
                  <a:cubicBezTo>
                    <a:pt x="50" y="42"/>
                    <a:pt x="39" y="26"/>
                    <a:pt x="31" y="16"/>
                  </a:cubicBezTo>
                  <a:cubicBezTo>
                    <a:pt x="26" y="10"/>
                    <a:pt x="19" y="7"/>
                    <a:pt x="13" y="4"/>
                  </a:cubicBezTo>
                  <a:cubicBezTo>
                    <a:pt x="7" y="2"/>
                    <a:pt x="2" y="1"/>
                    <a:pt x="2" y="1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3"/>
                    <a:pt x="1" y="3"/>
                    <a:pt x="1" y="3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7445" name="Freeform 361">
              <a:extLst>
                <a:ext uri="{FF2B5EF4-FFF2-40B4-BE49-F238E27FC236}">
                  <a16:creationId xmlns:a16="http://schemas.microsoft.com/office/drawing/2014/main" id="{B3AE72ED-1BC6-4554-9CBC-3B39D9F961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6" y="2722"/>
              <a:ext cx="26" cy="10"/>
            </a:xfrm>
            <a:custGeom>
              <a:avLst/>
              <a:gdLst>
                <a:gd name="T0" fmla="*/ 2 w 27"/>
                <a:gd name="T1" fmla="*/ 3 h 10"/>
                <a:gd name="T2" fmla="*/ 4 w 27"/>
                <a:gd name="T3" fmla="*/ 3 h 10"/>
                <a:gd name="T4" fmla="*/ 13 w 27"/>
                <a:gd name="T5" fmla="*/ 5 h 10"/>
                <a:gd name="T6" fmla="*/ 22 w 27"/>
                <a:gd name="T7" fmla="*/ 10 h 10"/>
                <a:gd name="T8" fmla="*/ 24 w 27"/>
                <a:gd name="T9" fmla="*/ 10 h 10"/>
                <a:gd name="T10" fmla="*/ 24 w 27"/>
                <a:gd name="T11" fmla="*/ 7 h 10"/>
                <a:gd name="T12" fmla="*/ 11 w 27"/>
                <a:gd name="T13" fmla="*/ 1 h 10"/>
                <a:gd name="T14" fmla="*/ 2 w 27"/>
                <a:gd name="T15" fmla="*/ 0 h 10"/>
                <a:gd name="T16" fmla="*/ 0 w 27"/>
                <a:gd name="T17" fmla="*/ 1 h 10"/>
                <a:gd name="T18" fmla="*/ 2 w 27"/>
                <a:gd name="T19" fmla="*/ 3 h 1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7" h="10">
                  <a:moveTo>
                    <a:pt x="2" y="3"/>
                  </a:moveTo>
                  <a:cubicBezTo>
                    <a:pt x="2" y="3"/>
                    <a:pt x="3" y="3"/>
                    <a:pt x="4" y="3"/>
                  </a:cubicBezTo>
                  <a:cubicBezTo>
                    <a:pt x="7" y="4"/>
                    <a:pt x="11" y="4"/>
                    <a:pt x="15" y="5"/>
                  </a:cubicBezTo>
                  <a:cubicBezTo>
                    <a:pt x="19" y="6"/>
                    <a:pt x="22" y="8"/>
                    <a:pt x="25" y="10"/>
                  </a:cubicBezTo>
                  <a:cubicBezTo>
                    <a:pt x="25" y="10"/>
                    <a:pt x="26" y="10"/>
                    <a:pt x="27" y="10"/>
                  </a:cubicBezTo>
                  <a:cubicBezTo>
                    <a:pt x="27" y="9"/>
                    <a:pt x="27" y="8"/>
                    <a:pt x="27" y="7"/>
                  </a:cubicBezTo>
                  <a:cubicBezTo>
                    <a:pt x="23" y="4"/>
                    <a:pt x="17" y="2"/>
                    <a:pt x="11" y="1"/>
                  </a:cubicBezTo>
                  <a:cubicBezTo>
                    <a:pt x="6" y="0"/>
                    <a:pt x="2" y="0"/>
                    <a:pt x="2" y="0"/>
                  </a:cubicBezTo>
                  <a:cubicBezTo>
                    <a:pt x="1" y="0"/>
                    <a:pt x="0" y="1"/>
                    <a:pt x="0" y="1"/>
                  </a:cubicBezTo>
                  <a:cubicBezTo>
                    <a:pt x="0" y="2"/>
                    <a:pt x="1" y="3"/>
                    <a:pt x="2" y="3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7446" name="Freeform 362">
              <a:extLst>
                <a:ext uri="{FF2B5EF4-FFF2-40B4-BE49-F238E27FC236}">
                  <a16:creationId xmlns:a16="http://schemas.microsoft.com/office/drawing/2014/main" id="{EC6442CD-45F4-4378-AD6C-0020F2C6130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7" y="2740"/>
              <a:ext cx="98" cy="104"/>
            </a:xfrm>
            <a:custGeom>
              <a:avLst/>
              <a:gdLst>
                <a:gd name="T0" fmla="*/ 1 w 100"/>
                <a:gd name="T1" fmla="*/ 3 h 107"/>
                <a:gd name="T2" fmla="*/ 3 w 100"/>
                <a:gd name="T3" fmla="*/ 3 h 107"/>
                <a:gd name="T4" fmla="*/ 21 w 100"/>
                <a:gd name="T5" fmla="*/ 9 h 107"/>
                <a:gd name="T6" fmla="*/ 29 w 100"/>
                <a:gd name="T7" fmla="*/ 15 h 107"/>
                <a:gd name="T8" fmla="*/ 43 w 100"/>
                <a:gd name="T9" fmla="*/ 26 h 107"/>
                <a:gd name="T10" fmla="*/ 73 w 100"/>
                <a:gd name="T11" fmla="*/ 63 h 107"/>
                <a:gd name="T12" fmla="*/ 80 w 100"/>
                <a:gd name="T13" fmla="*/ 76 h 107"/>
                <a:gd name="T14" fmla="*/ 87 w 100"/>
                <a:gd name="T15" fmla="*/ 85 h 107"/>
                <a:gd name="T16" fmla="*/ 91 w 100"/>
                <a:gd name="T17" fmla="*/ 91 h 107"/>
                <a:gd name="T18" fmla="*/ 89 w 100"/>
                <a:gd name="T19" fmla="*/ 96 h 107"/>
                <a:gd name="T20" fmla="*/ 89 w 100"/>
                <a:gd name="T21" fmla="*/ 98 h 107"/>
                <a:gd name="T22" fmla="*/ 91 w 100"/>
                <a:gd name="T23" fmla="*/ 98 h 107"/>
                <a:gd name="T24" fmla="*/ 94 w 100"/>
                <a:gd name="T25" fmla="*/ 91 h 107"/>
                <a:gd name="T26" fmla="*/ 89 w 100"/>
                <a:gd name="T27" fmla="*/ 83 h 107"/>
                <a:gd name="T28" fmla="*/ 83 w 100"/>
                <a:gd name="T29" fmla="*/ 74 h 107"/>
                <a:gd name="T30" fmla="*/ 74 w 100"/>
                <a:gd name="T31" fmla="*/ 61 h 107"/>
                <a:gd name="T32" fmla="*/ 45 w 100"/>
                <a:gd name="T33" fmla="*/ 24 h 107"/>
                <a:gd name="T34" fmla="*/ 30 w 100"/>
                <a:gd name="T35" fmla="*/ 13 h 107"/>
                <a:gd name="T36" fmla="*/ 22 w 100"/>
                <a:gd name="T37" fmla="*/ 6 h 107"/>
                <a:gd name="T38" fmla="*/ 2 w 100"/>
                <a:gd name="T39" fmla="*/ 0 h 107"/>
                <a:gd name="T40" fmla="*/ 0 w 100"/>
                <a:gd name="T41" fmla="*/ 1 h 107"/>
                <a:gd name="T42" fmla="*/ 1 w 100"/>
                <a:gd name="T43" fmla="*/ 3 h 107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100" h="107">
                  <a:moveTo>
                    <a:pt x="1" y="3"/>
                  </a:moveTo>
                  <a:cubicBezTo>
                    <a:pt x="1" y="3"/>
                    <a:pt x="2" y="3"/>
                    <a:pt x="3" y="3"/>
                  </a:cubicBezTo>
                  <a:cubicBezTo>
                    <a:pt x="7" y="4"/>
                    <a:pt x="15" y="6"/>
                    <a:pt x="21" y="9"/>
                  </a:cubicBezTo>
                  <a:cubicBezTo>
                    <a:pt x="25" y="11"/>
                    <a:pt x="28" y="12"/>
                    <a:pt x="32" y="15"/>
                  </a:cubicBezTo>
                  <a:cubicBezTo>
                    <a:pt x="35" y="18"/>
                    <a:pt x="40" y="22"/>
                    <a:pt x="46" y="29"/>
                  </a:cubicBezTo>
                  <a:cubicBezTo>
                    <a:pt x="59" y="43"/>
                    <a:pt x="70" y="58"/>
                    <a:pt x="78" y="69"/>
                  </a:cubicBezTo>
                  <a:cubicBezTo>
                    <a:pt x="82" y="74"/>
                    <a:pt x="84" y="78"/>
                    <a:pt x="86" y="82"/>
                  </a:cubicBezTo>
                  <a:cubicBezTo>
                    <a:pt x="88" y="85"/>
                    <a:pt x="90" y="88"/>
                    <a:pt x="93" y="92"/>
                  </a:cubicBezTo>
                  <a:cubicBezTo>
                    <a:pt x="96" y="95"/>
                    <a:pt x="97" y="98"/>
                    <a:pt x="97" y="100"/>
                  </a:cubicBezTo>
                  <a:cubicBezTo>
                    <a:pt x="97" y="101"/>
                    <a:pt x="97" y="103"/>
                    <a:pt x="95" y="105"/>
                  </a:cubicBezTo>
                  <a:cubicBezTo>
                    <a:pt x="95" y="105"/>
                    <a:pt x="95" y="106"/>
                    <a:pt x="95" y="107"/>
                  </a:cubicBezTo>
                  <a:cubicBezTo>
                    <a:pt x="96" y="107"/>
                    <a:pt x="97" y="107"/>
                    <a:pt x="97" y="107"/>
                  </a:cubicBezTo>
                  <a:cubicBezTo>
                    <a:pt x="99" y="105"/>
                    <a:pt x="100" y="102"/>
                    <a:pt x="100" y="100"/>
                  </a:cubicBezTo>
                  <a:cubicBezTo>
                    <a:pt x="100" y="96"/>
                    <a:pt x="98" y="93"/>
                    <a:pt x="95" y="90"/>
                  </a:cubicBezTo>
                  <a:cubicBezTo>
                    <a:pt x="92" y="87"/>
                    <a:pt x="91" y="84"/>
                    <a:pt x="89" y="80"/>
                  </a:cubicBezTo>
                  <a:cubicBezTo>
                    <a:pt x="87" y="77"/>
                    <a:pt x="85" y="72"/>
                    <a:pt x="80" y="67"/>
                  </a:cubicBezTo>
                  <a:cubicBezTo>
                    <a:pt x="72" y="57"/>
                    <a:pt x="61" y="41"/>
                    <a:pt x="48" y="27"/>
                  </a:cubicBezTo>
                  <a:cubicBezTo>
                    <a:pt x="42" y="20"/>
                    <a:pt x="38" y="16"/>
                    <a:pt x="33" y="13"/>
                  </a:cubicBezTo>
                  <a:cubicBezTo>
                    <a:pt x="29" y="10"/>
                    <a:pt x="26" y="8"/>
                    <a:pt x="22" y="6"/>
                  </a:cubicBezTo>
                  <a:cubicBezTo>
                    <a:pt x="14" y="3"/>
                    <a:pt x="2" y="0"/>
                    <a:pt x="2" y="0"/>
                  </a:cubicBezTo>
                  <a:cubicBezTo>
                    <a:pt x="1" y="0"/>
                    <a:pt x="0" y="0"/>
                    <a:pt x="0" y="1"/>
                  </a:cubicBezTo>
                  <a:cubicBezTo>
                    <a:pt x="0" y="2"/>
                    <a:pt x="0" y="3"/>
                    <a:pt x="1" y="3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7447" name="Freeform 363">
              <a:extLst>
                <a:ext uri="{FF2B5EF4-FFF2-40B4-BE49-F238E27FC236}">
                  <a16:creationId xmlns:a16="http://schemas.microsoft.com/office/drawing/2014/main" id="{F529AA0E-146B-47E5-9E2E-84703C5728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7" y="2746"/>
              <a:ext cx="71" cy="38"/>
            </a:xfrm>
            <a:custGeom>
              <a:avLst/>
              <a:gdLst>
                <a:gd name="T0" fmla="*/ 0 w 73"/>
                <a:gd name="T1" fmla="*/ 2 h 39"/>
                <a:gd name="T2" fmla="*/ 2 w 73"/>
                <a:gd name="T3" fmla="*/ 5 h 39"/>
                <a:gd name="T4" fmla="*/ 13 w 73"/>
                <a:gd name="T5" fmla="*/ 9 h 39"/>
                <a:gd name="T6" fmla="*/ 24 w 73"/>
                <a:gd name="T7" fmla="*/ 11 h 39"/>
                <a:gd name="T8" fmla="*/ 36 w 73"/>
                <a:gd name="T9" fmla="*/ 14 h 39"/>
                <a:gd name="T10" fmla="*/ 53 w 73"/>
                <a:gd name="T11" fmla="*/ 25 h 39"/>
                <a:gd name="T12" fmla="*/ 61 w 73"/>
                <a:gd name="T13" fmla="*/ 32 h 39"/>
                <a:gd name="T14" fmla="*/ 64 w 73"/>
                <a:gd name="T15" fmla="*/ 35 h 39"/>
                <a:gd name="T16" fmla="*/ 66 w 73"/>
                <a:gd name="T17" fmla="*/ 35 h 39"/>
                <a:gd name="T18" fmla="*/ 66 w 73"/>
                <a:gd name="T19" fmla="*/ 33 h 39"/>
                <a:gd name="T20" fmla="*/ 54 w 73"/>
                <a:gd name="T21" fmla="*/ 22 h 39"/>
                <a:gd name="T22" fmla="*/ 37 w 73"/>
                <a:gd name="T23" fmla="*/ 11 h 39"/>
                <a:gd name="T24" fmla="*/ 24 w 73"/>
                <a:gd name="T25" fmla="*/ 8 h 39"/>
                <a:gd name="T26" fmla="*/ 14 w 73"/>
                <a:gd name="T27" fmla="*/ 6 h 39"/>
                <a:gd name="T28" fmla="*/ 4 w 73"/>
                <a:gd name="T29" fmla="*/ 3 h 39"/>
                <a:gd name="T30" fmla="*/ 3 w 73"/>
                <a:gd name="T31" fmla="*/ 2 h 39"/>
                <a:gd name="T32" fmla="*/ 3 w 73"/>
                <a:gd name="T33" fmla="*/ 2 h 39"/>
                <a:gd name="T34" fmla="*/ 3 w 73"/>
                <a:gd name="T35" fmla="*/ 2 h 39"/>
                <a:gd name="T36" fmla="*/ 3 w 73"/>
                <a:gd name="T37" fmla="*/ 2 h 39"/>
                <a:gd name="T38" fmla="*/ 3 w 73"/>
                <a:gd name="T39" fmla="*/ 2 h 39"/>
                <a:gd name="T40" fmla="*/ 3 w 73"/>
                <a:gd name="T41" fmla="*/ 2 h 39"/>
                <a:gd name="T42" fmla="*/ 3 w 73"/>
                <a:gd name="T43" fmla="*/ 2 h 39"/>
                <a:gd name="T44" fmla="*/ 2 w 73"/>
                <a:gd name="T45" fmla="*/ 2 h 39"/>
                <a:gd name="T46" fmla="*/ 3 w 73"/>
                <a:gd name="T47" fmla="*/ 2 h 39"/>
                <a:gd name="T48" fmla="*/ 3 w 73"/>
                <a:gd name="T49" fmla="*/ 2 h 39"/>
                <a:gd name="T50" fmla="*/ 2 w 73"/>
                <a:gd name="T51" fmla="*/ 2 h 39"/>
                <a:gd name="T52" fmla="*/ 3 w 73"/>
                <a:gd name="T53" fmla="*/ 2 h 39"/>
                <a:gd name="T54" fmla="*/ 1 w 73"/>
                <a:gd name="T55" fmla="*/ 1 h 39"/>
                <a:gd name="T56" fmla="*/ 0 w 73"/>
                <a:gd name="T57" fmla="*/ 2 h 39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73" h="39">
                  <a:moveTo>
                    <a:pt x="0" y="2"/>
                  </a:moveTo>
                  <a:cubicBezTo>
                    <a:pt x="0" y="3"/>
                    <a:pt x="0" y="4"/>
                    <a:pt x="2" y="5"/>
                  </a:cubicBezTo>
                  <a:cubicBezTo>
                    <a:pt x="4" y="7"/>
                    <a:pt x="7" y="8"/>
                    <a:pt x="13" y="9"/>
                  </a:cubicBezTo>
                  <a:cubicBezTo>
                    <a:pt x="19" y="10"/>
                    <a:pt x="23" y="10"/>
                    <a:pt x="27" y="11"/>
                  </a:cubicBezTo>
                  <a:cubicBezTo>
                    <a:pt x="31" y="11"/>
                    <a:pt x="34" y="12"/>
                    <a:pt x="39" y="14"/>
                  </a:cubicBezTo>
                  <a:cubicBezTo>
                    <a:pt x="43" y="16"/>
                    <a:pt x="51" y="22"/>
                    <a:pt x="58" y="28"/>
                  </a:cubicBezTo>
                  <a:cubicBezTo>
                    <a:pt x="61" y="30"/>
                    <a:pt x="64" y="33"/>
                    <a:pt x="67" y="35"/>
                  </a:cubicBezTo>
                  <a:cubicBezTo>
                    <a:pt x="69" y="37"/>
                    <a:pt x="70" y="38"/>
                    <a:pt x="70" y="38"/>
                  </a:cubicBezTo>
                  <a:cubicBezTo>
                    <a:pt x="71" y="39"/>
                    <a:pt x="72" y="39"/>
                    <a:pt x="72" y="38"/>
                  </a:cubicBezTo>
                  <a:cubicBezTo>
                    <a:pt x="73" y="37"/>
                    <a:pt x="73" y="36"/>
                    <a:pt x="72" y="36"/>
                  </a:cubicBezTo>
                  <a:cubicBezTo>
                    <a:pt x="72" y="36"/>
                    <a:pt x="66" y="31"/>
                    <a:pt x="60" y="25"/>
                  </a:cubicBezTo>
                  <a:cubicBezTo>
                    <a:pt x="53" y="20"/>
                    <a:pt x="45" y="14"/>
                    <a:pt x="40" y="11"/>
                  </a:cubicBezTo>
                  <a:cubicBezTo>
                    <a:pt x="35" y="9"/>
                    <a:pt x="31" y="8"/>
                    <a:pt x="27" y="8"/>
                  </a:cubicBezTo>
                  <a:cubicBezTo>
                    <a:pt x="23" y="7"/>
                    <a:pt x="19" y="7"/>
                    <a:pt x="14" y="6"/>
                  </a:cubicBezTo>
                  <a:cubicBezTo>
                    <a:pt x="8" y="5"/>
                    <a:pt x="5" y="4"/>
                    <a:pt x="4" y="3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2" y="1"/>
                    <a:pt x="2" y="0"/>
                    <a:pt x="1" y="1"/>
                  </a:cubicBezTo>
                  <a:cubicBezTo>
                    <a:pt x="0" y="1"/>
                    <a:pt x="0" y="2"/>
                    <a:pt x="0" y="2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7448" name="Freeform 364">
              <a:extLst>
                <a:ext uri="{FF2B5EF4-FFF2-40B4-BE49-F238E27FC236}">
                  <a16:creationId xmlns:a16="http://schemas.microsoft.com/office/drawing/2014/main" id="{785CC698-EFE0-41DE-AE38-2E2F273D06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7" y="2772"/>
              <a:ext cx="18" cy="16"/>
            </a:xfrm>
            <a:custGeom>
              <a:avLst/>
              <a:gdLst>
                <a:gd name="T0" fmla="*/ 9 w 19"/>
                <a:gd name="T1" fmla="*/ 0 h 16"/>
                <a:gd name="T2" fmla="*/ 6 w 19"/>
                <a:gd name="T3" fmla="*/ 0 h 16"/>
                <a:gd name="T4" fmla="*/ 2 w 19"/>
                <a:gd name="T5" fmla="*/ 1 h 16"/>
                <a:gd name="T6" fmla="*/ 0 w 19"/>
                <a:gd name="T7" fmla="*/ 4 h 16"/>
                <a:gd name="T8" fmla="*/ 4 w 19"/>
                <a:gd name="T9" fmla="*/ 10 h 16"/>
                <a:gd name="T10" fmla="*/ 4 w 19"/>
                <a:gd name="T11" fmla="*/ 10 h 16"/>
                <a:gd name="T12" fmla="*/ 7 w 19"/>
                <a:gd name="T13" fmla="*/ 13 h 16"/>
                <a:gd name="T14" fmla="*/ 9 w 19"/>
                <a:gd name="T15" fmla="*/ 14 h 16"/>
                <a:gd name="T16" fmla="*/ 9 w 19"/>
                <a:gd name="T17" fmla="*/ 15 h 16"/>
                <a:gd name="T18" fmla="*/ 9 w 19"/>
                <a:gd name="T19" fmla="*/ 15 h 16"/>
                <a:gd name="T20" fmla="*/ 9 w 19"/>
                <a:gd name="T21" fmla="*/ 15 h 16"/>
                <a:gd name="T22" fmla="*/ 10 w 19"/>
                <a:gd name="T23" fmla="*/ 15 h 16"/>
                <a:gd name="T24" fmla="*/ 13 w 19"/>
                <a:gd name="T25" fmla="*/ 14 h 16"/>
                <a:gd name="T26" fmla="*/ 16 w 19"/>
                <a:gd name="T27" fmla="*/ 11 h 16"/>
                <a:gd name="T28" fmla="*/ 16 w 19"/>
                <a:gd name="T29" fmla="*/ 9 h 16"/>
                <a:gd name="T30" fmla="*/ 14 w 19"/>
                <a:gd name="T31" fmla="*/ 9 h 16"/>
                <a:gd name="T32" fmla="*/ 11 w 19"/>
                <a:gd name="T33" fmla="*/ 12 h 16"/>
                <a:gd name="T34" fmla="*/ 10 w 19"/>
                <a:gd name="T35" fmla="*/ 12 h 16"/>
                <a:gd name="T36" fmla="*/ 9 w 19"/>
                <a:gd name="T37" fmla="*/ 12 h 16"/>
                <a:gd name="T38" fmla="*/ 9 w 19"/>
                <a:gd name="T39" fmla="*/ 12 h 16"/>
                <a:gd name="T40" fmla="*/ 9 w 19"/>
                <a:gd name="T41" fmla="*/ 12 h 16"/>
                <a:gd name="T42" fmla="*/ 9 w 19"/>
                <a:gd name="T43" fmla="*/ 12 h 16"/>
                <a:gd name="T44" fmla="*/ 6 w 19"/>
                <a:gd name="T45" fmla="*/ 8 h 16"/>
                <a:gd name="T46" fmla="*/ 6 w 19"/>
                <a:gd name="T47" fmla="*/ 8 h 16"/>
                <a:gd name="T48" fmla="*/ 6 w 19"/>
                <a:gd name="T49" fmla="*/ 8 h 16"/>
                <a:gd name="T50" fmla="*/ 3 w 19"/>
                <a:gd name="T51" fmla="*/ 4 h 16"/>
                <a:gd name="T52" fmla="*/ 4 w 19"/>
                <a:gd name="T53" fmla="*/ 3 h 16"/>
                <a:gd name="T54" fmla="*/ 6 w 19"/>
                <a:gd name="T55" fmla="*/ 3 h 16"/>
                <a:gd name="T56" fmla="*/ 9 w 19"/>
                <a:gd name="T57" fmla="*/ 3 h 16"/>
                <a:gd name="T58" fmla="*/ 9 w 19"/>
                <a:gd name="T59" fmla="*/ 2 h 16"/>
                <a:gd name="T60" fmla="*/ 9 w 19"/>
                <a:gd name="T61" fmla="*/ 0 h 1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19" h="16">
                  <a:moveTo>
                    <a:pt x="10" y="0"/>
                  </a:moveTo>
                  <a:cubicBezTo>
                    <a:pt x="8" y="0"/>
                    <a:pt x="7" y="0"/>
                    <a:pt x="6" y="0"/>
                  </a:cubicBezTo>
                  <a:cubicBezTo>
                    <a:pt x="5" y="0"/>
                    <a:pt x="3" y="0"/>
                    <a:pt x="2" y="1"/>
                  </a:cubicBezTo>
                  <a:cubicBezTo>
                    <a:pt x="1" y="1"/>
                    <a:pt x="0" y="3"/>
                    <a:pt x="0" y="4"/>
                  </a:cubicBezTo>
                  <a:cubicBezTo>
                    <a:pt x="0" y="6"/>
                    <a:pt x="2" y="8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1"/>
                    <a:pt x="6" y="12"/>
                    <a:pt x="7" y="13"/>
                  </a:cubicBezTo>
                  <a:cubicBezTo>
                    <a:pt x="8" y="14"/>
                    <a:pt x="9" y="14"/>
                    <a:pt x="9" y="14"/>
                  </a:cubicBezTo>
                  <a:cubicBezTo>
                    <a:pt x="10" y="15"/>
                    <a:pt x="11" y="15"/>
                    <a:pt x="12" y="15"/>
                  </a:cubicBezTo>
                  <a:cubicBezTo>
                    <a:pt x="12" y="15"/>
                    <a:pt x="12" y="15"/>
                    <a:pt x="12" y="15"/>
                  </a:cubicBezTo>
                  <a:cubicBezTo>
                    <a:pt x="12" y="15"/>
                    <a:pt x="12" y="15"/>
                    <a:pt x="12" y="15"/>
                  </a:cubicBezTo>
                  <a:cubicBezTo>
                    <a:pt x="13" y="15"/>
                    <a:pt x="13" y="15"/>
                    <a:pt x="13" y="15"/>
                  </a:cubicBezTo>
                  <a:cubicBezTo>
                    <a:pt x="14" y="16"/>
                    <a:pt x="16" y="15"/>
                    <a:pt x="16" y="14"/>
                  </a:cubicBezTo>
                  <a:cubicBezTo>
                    <a:pt x="17" y="13"/>
                    <a:pt x="18" y="12"/>
                    <a:pt x="19" y="11"/>
                  </a:cubicBezTo>
                  <a:cubicBezTo>
                    <a:pt x="19" y="11"/>
                    <a:pt x="19" y="10"/>
                    <a:pt x="19" y="9"/>
                  </a:cubicBezTo>
                  <a:cubicBezTo>
                    <a:pt x="18" y="8"/>
                    <a:pt x="17" y="8"/>
                    <a:pt x="17" y="9"/>
                  </a:cubicBezTo>
                  <a:cubicBezTo>
                    <a:pt x="16" y="10"/>
                    <a:pt x="15" y="11"/>
                    <a:pt x="14" y="12"/>
                  </a:cubicBezTo>
                  <a:cubicBezTo>
                    <a:pt x="14" y="12"/>
                    <a:pt x="13" y="12"/>
                    <a:pt x="13" y="12"/>
                  </a:cubicBezTo>
                  <a:cubicBezTo>
                    <a:pt x="12" y="12"/>
                    <a:pt x="12" y="12"/>
                    <a:pt x="12" y="12"/>
                  </a:cubicBezTo>
                  <a:cubicBezTo>
                    <a:pt x="12" y="12"/>
                    <a:pt x="12" y="12"/>
                    <a:pt x="12" y="12"/>
                  </a:cubicBezTo>
                  <a:cubicBezTo>
                    <a:pt x="12" y="12"/>
                    <a:pt x="12" y="12"/>
                    <a:pt x="12" y="12"/>
                  </a:cubicBezTo>
                  <a:cubicBezTo>
                    <a:pt x="12" y="12"/>
                    <a:pt x="11" y="12"/>
                    <a:pt x="11" y="12"/>
                  </a:cubicBezTo>
                  <a:cubicBezTo>
                    <a:pt x="9" y="11"/>
                    <a:pt x="7" y="9"/>
                    <a:pt x="6" y="8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4" y="6"/>
                    <a:pt x="3" y="5"/>
                    <a:pt x="3" y="4"/>
                  </a:cubicBezTo>
                  <a:cubicBezTo>
                    <a:pt x="3" y="4"/>
                    <a:pt x="3" y="3"/>
                    <a:pt x="4" y="3"/>
                  </a:cubicBezTo>
                  <a:cubicBezTo>
                    <a:pt x="4" y="3"/>
                    <a:pt x="5" y="3"/>
                    <a:pt x="6" y="3"/>
                  </a:cubicBezTo>
                  <a:cubicBezTo>
                    <a:pt x="7" y="3"/>
                    <a:pt x="8" y="3"/>
                    <a:pt x="9" y="3"/>
                  </a:cubicBezTo>
                  <a:cubicBezTo>
                    <a:pt x="10" y="3"/>
                    <a:pt x="10" y="3"/>
                    <a:pt x="11" y="2"/>
                  </a:cubicBezTo>
                  <a:cubicBezTo>
                    <a:pt x="11" y="1"/>
                    <a:pt x="10" y="0"/>
                    <a:pt x="10" y="0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7449" name="Freeform 365">
              <a:extLst>
                <a:ext uri="{FF2B5EF4-FFF2-40B4-BE49-F238E27FC236}">
                  <a16:creationId xmlns:a16="http://schemas.microsoft.com/office/drawing/2014/main" id="{522EBE1A-2A57-4A74-870D-C4956894D39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9" y="2823"/>
              <a:ext cx="8" cy="14"/>
            </a:xfrm>
            <a:custGeom>
              <a:avLst/>
              <a:gdLst>
                <a:gd name="T0" fmla="*/ 7 w 8"/>
                <a:gd name="T1" fmla="*/ 1 h 15"/>
                <a:gd name="T2" fmla="*/ 5 w 8"/>
                <a:gd name="T3" fmla="*/ 0 h 15"/>
                <a:gd name="T4" fmla="*/ 1 w 8"/>
                <a:gd name="T5" fmla="*/ 2 h 15"/>
                <a:gd name="T6" fmla="*/ 0 w 8"/>
                <a:gd name="T7" fmla="*/ 7 h 15"/>
                <a:gd name="T8" fmla="*/ 2 w 8"/>
                <a:gd name="T9" fmla="*/ 12 h 15"/>
                <a:gd name="T10" fmla="*/ 4 w 8"/>
                <a:gd name="T11" fmla="*/ 12 h 15"/>
                <a:gd name="T12" fmla="*/ 4 w 8"/>
                <a:gd name="T13" fmla="*/ 10 h 15"/>
                <a:gd name="T14" fmla="*/ 3 w 8"/>
                <a:gd name="T15" fmla="*/ 7 h 15"/>
                <a:gd name="T16" fmla="*/ 3 w 8"/>
                <a:gd name="T17" fmla="*/ 4 h 15"/>
                <a:gd name="T18" fmla="*/ 5 w 8"/>
                <a:gd name="T19" fmla="*/ 3 h 15"/>
                <a:gd name="T20" fmla="*/ 6 w 8"/>
                <a:gd name="T21" fmla="*/ 3 h 15"/>
                <a:gd name="T22" fmla="*/ 8 w 8"/>
                <a:gd name="T23" fmla="*/ 2 h 15"/>
                <a:gd name="T24" fmla="*/ 7 w 8"/>
                <a:gd name="T25" fmla="*/ 1 h 1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8" h="15">
                  <a:moveTo>
                    <a:pt x="7" y="1"/>
                  </a:moveTo>
                  <a:cubicBezTo>
                    <a:pt x="6" y="0"/>
                    <a:pt x="6" y="0"/>
                    <a:pt x="5" y="0"/>
                  </a:cubicBezTo>
                  <a:cubicBezTo>
                    <a:pt x="3" y="0"/>
                    <a:pt x="2" y="1"/>
                    <a:pt x="1" y="2"/>
                  </a:cubicBezTo>
                  <a:cubicBezTo>
                    <a:pt x="0" y="4"/>
                    <a:pt x="0" y="5"/>
                    <a:pt x="0" y="7"/>
                  </a:cubicBezTo>
                  <a:cubicBezTo>
                    <a:pt x="0" y="10"/>
                    <a:pt x="0" y="13"/>
                    <a:pt x="2" y="15"/>
                  </a:cubicBezTo>
                  <a:cubicBezTo>
                    <a:pt x="3" y="15"/>
                    <a:pt x="4" y="15"/>
                    <a:pt x="4" y="15"/>
                  </a:cubicBezTo>
                  <a:cubicBezTo>
                    <a:pt x="5" y="14"/>
                    <a:pt x="5" y="13"/>
                    <a:pt x="4" y="13"/>
                  </a:cubicBezTo>
                  <a:cubicBezTo>
                    <a:pt x="3" y="11"/>
                    <a:pt x="2" y="9"/>
                    <a:pt x="3" y="7"/>
                  </a:cubicBezTo>
                  <a:cubicBezTo>
                    <a:pt x="3" y="6"/>
                    <a:pt x="3" y="5"/>
                    <a:pt x="3" y="4"/>
                  </a:cubicBezTo>
                  <a:cubicBezTo>
                    <a:pt x="4" y="4"/>
                    <a:pt x="4" y="3"/>
                    <a:pt x="5" y="3"/>
                  </a:cubicBezTo>
                  <a:cubicBezTo>
                    <a:pt x="5" y="3"/>
                    <a:pt x="6" y="3"/>
                    <a:pt x="6" y="3"/>
                  </a:cubicBezTo>
                  <a:cubicBezTo>
                    <a:pt x="7" y="4"/>
                    <a:pt x="8" y="3"/>
                    <a:pt x="8" y="2"/>
                  </a:cubicBezTo>
                  <a:cubicBezTo>
                    <a:pt x="8" y="2"/>
                    <a:pt x="8" y="1"/>
                    <a:pt x="7" y="1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7450" name="Freeform 366">
              <a:extLst>
                <a:ext uri="{FF2B5EF4-FFF2-40B4-BE49-F238E27FC236}">
                  <a16:creationId xmlns:a16="http://schemas.microsoft.com/office/drawing/2014/main" id="{1B92E93E-F3D9-4FE4-9821-D3DFAD7DCE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4" y="2850"/>
              <a:ext cx="16" cy="12"/>
            </a:xfrm>
            <a:custGeom>
              <a:avLst/>
              <a:gdLst>
                <a:gd name="T0" fmla="*/ 15 w 16"/>
                <a:gd name="T1" fmla="*/ 6 h 13"/>
                <a:gd name="T2" fmla="*/ 14 w 16"/>
                <a:gd name="T3" fmla="*/ 6 h 13"/>
                <a:gd name="T4" fmla="*/ 12 w 16"/>
                <a:gd name="T5" fmla="*/ 2 h 13"/>
                <a:gd name="T6" fmla="*/ 10 w 16"/>
                <a:gd name="T7" fmla="*/ 0 h 13"/>
                <a:gd name="T8" fmla="*/ 7 w 16"/>
                <a:gd name="T9" fmla="*/ 0 h 13"/>
                <a:gd name="T10" fmla="*/ 5 w 16"/>
                <a:gd name="T11" fmla="*/ 0 h 13"/>
                <a:gd name="T12" fmla="*/ 1 w 16"/>
                <a:gd name="T13" fmla="*/ 3 h 13"/>
                <a:gd name="T14" fmla="*/ 0 w 16"/>
                <a:gd name="T15" fmla="*/ 6 h 13"/>
                <a:gd name="T16" fmla="*/ 1 w 16"/>
                <a:gd name="T17" fmla="*/ 10 h 13"/>
                <a:gd name="T18" fmla="*/ 3 w 16"/>
                <a:gd name="T19" fmla="*/ 10 h 13"/>
                <a:gd name="T20" fmla="*/ 4 w 16"/>
                <a:gd name="T21" fmla="*/ 8 h 13"/>
                <a:gd name="T22" fmla="*/ 3 w 16"/>
                <a:gd name="T23" fmla="*/ 6 h 13"/>
                <a:gd name="T24" fmla="*/ 3 w 16"/>
                <a:gd name="T25" fmla="*/ 4 h 13"/>
                <a:gd name="T26" fmla="*/ 6 w 16"/>
                <a:gd name="T27" fmla="*/ 3 h 13"/>
                <a:gd name="T28" fmla="*/ 7 w 16"/>
                <a:gd name="T29" fmla="*/ 3 h 13"/>
                <a:gd name="T30" fmla="*/ 9 w 16"/>
                <a:gd name="T31" fmla="*/ 3 h 13"/>
                <a:gd name="T32" fmla="*/ 11 w 16"/>
                <a:gd name="T33" fmla="*/ 6 h 13"/>
                <a:gd name="T34" fmla="*/ 14 w 16"/>
                <a:gd name="T35" fmla="*/ 7 h 13"/>
                <a:gd name="T36" fmla="*/ 16 w 16"/>
                <a:gd name="T37" fmla="*/ 7 h 13"/>
                <a:gd name="T38" fmla="*/ 15 w 16"/>
                <a:gd name="T39" fmla="*/ 6 h 13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6" h="13">
                  <a:moveTo>
                    <a:pt x="15" y="8"/>
                  </a:moveTo>
                  <a:cubicBezTo>
                    <a:pt x="15" y="8"/>
                    <a:pt x="15" y="7"/>
                    <a:pt x="14" y="6"/>
                  </a:cubicBezTo>
                  <a:cubicBezTo>
                    <a:pt x="14" y="5"/>
                    <a:pt x="13" y="4"/>
                    <a:pt x="12" y="2"/>
                  </a:cubicBezTo>
                  <a:cubicBezTo>
                    <a:pt x="12" y="2"/>
                    <a:pt x="11" y="1"/>
                    <a:pt x="10" y="0"/>
                  </a:cubicBezTo>
                  <a:cubicBezTo>
                    <a:pt x="10" y="0"/>
                    <a:pt x="9" y="0"/>
                    <a:pt x="7" y="0"/>
                  </a:cubicBezTo>
                  <a:cubicBezTo>
                    <a:pt x="7" y="0"/>
                    <a:pt x="6" y="0"/>
                    <a:pt x="5" y="0"/>
                  </a:cubicBezTo>
                  <a:cubicBezTo>
                    <a:pt x="3" y="1"/>
                    <a:pt x="2" y="2"/>
                    <a:pt x="1" y="3"/>
                  </a:cubicBezTo>
                  <a:cubicBezTo>
                    <a:pt x="0" y="4"/>
                    <a:pt x="0" y="5"/>
                    <a:pt x="0" y="7"/>
                  </a:cubicBezTo>
                  <a:cubicBezTo>
                    <a:pt x="0" y="9"/>
                    <a:pt x="0" y="11"/>
                    <a:pt x="1" y="13"/>
                  </a:cubicBezTo>
                  <a:cubicBezTo>
                    <a:pt x="2" y="13"/>
                    <a:pt x="3" y="13"/>
                    <a:pt x="3" y="13"/>
                  </a:cubicBezTo>
                  <a:cubicBezTo>
                    <a:pt x="4" y="13"/>
                    <a:pt x="4" y="12"/>
                    <a:pt x="4" y="11"/>
                  </a:cubicBezTo>
                  <a:cubicBezTo>
                    <a:pt x="3" y="10"/>
                    <a:pt x="3" y="8"/>
                    <a:pt x="3" y="7"/>
                  </a:cubicBezTo>
                  <a:cubicBezTo>
                    <a:pt x="3" y="6"/>
                    <a:pt x="3" y="5"/>
                    <a:pt x="3" y="4"/>
                  </a:cubicBezTo>
                  <a:cubicBezTo>
                    <a:pt x="4" y="4"/>
                    <a:pt x="5" y="3"/>
                    <a:pt x="6" y="3"/>
                  </a:cubicBezTo>
                  <a:cubicBezTo>
                    <a:pt x="6" y="3"/>
                    <a:pt x="7" y="3"/>
                    <a:pt x="7" y="3"/>
                  </a:cubicBezTo>
                  <a:cubicBezTo>
                    <a:pt x="8" y="3"/>
                    <a:pt x="9" y="3"/>
                    <a:pt x="9" y="3"/>
                  </a:cubicBezTo>
                  <a:cubicBezTo>
                    <a:pt x="10" y="4"/>
                    <a:pt x="10" y="5"/>
                    <a:pt x="11" y="6"/>
                  </a:cubicBezTo>
                  <a:cubicBezTo>
                    <a:pt x="12" y="8"/>
                    <a:pt x="12" y="9"/>
                    <a:pt x="14" y="10"/>
                  </a:cubicBezTo>
                  <a:cubicBezTo>
                    <a:pt x="15" y="11"/>
                    <a:pt x="16" y="11"/>
                    <a:pt x="16" y="10"/>
                  </a:cubicBezTo>
                  <a:cubicBezTo>
                    <a:pt x="16" y="9"/>
                    <a:pt x="16" y="8"/>
                    <a:pt x="15" y="8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7451" name="Freeform 367">
              <a:extLst>
                <a:ext uri="{FF2B5EF4-FFF2-40B4-BE49-F238E27FC236}">
                  <a16:creationId xmlns:a16="http://schemas.microsoft.com/office/drawing/2014/main" id="{7ED37C6C-B650-46D8-8967-8381AE69A9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0" y="2854"/>
              <a:ext cx="16" cy="22"/>
            </a:xfrm>
            <a:custGeom>
              <a:avLst/>
              <a:gdLst>
                <a:gd name="T0" fmla="*/ 13 w 17"/>
                <a:gd name="T1" fmla="*/ 4 h 23"/>
                <a:gd name="T2" fmla="*/ 9 w 17"/>
                <a:gd name="T3" fmla="*/ 1 h 23"/>
                <a:gd name="T4" fmla="*/ 8 w 17"/>
                <a:gd name="T5" fmla="*/ 0 h 23"/>
                <a:gd name="T6" fmla="*/ 3 w 17"/>
                <a:gd name="T7" fmla="*/ 3 h 23"/>
                <a:gd name="T8" fmla="*/ 3 w 17"/>
                <a:gd name="T9" fmla="*/ 3 h 23"/>
                <a:gd name="T10" fmla="*/ 3 w 17"/>
                <a:gd name="T11" fmla="*/ 3 h 23"/>
                <a:gd name="T12" fmla="*/ 1 w 17"/>
                <a:gd name="T13" fmla="*/ 9 h 23"/>
                <a:gd name="T14" fmla="*/ 0 w 17"/>
                <a:gd name="T15" fmla="*/ 14 h 23"/>
                <a:gd name="T16" fmla="*/ 0 w 17"/>
                <a:gd name="T17" fmla="*/ 18 h 23"/>
                <a:gd name="T18" fmla="*/ 2 w 17"/>
                <a:gd name="T19" fmla="*/ 20 h 23"/>
                <a:gd name="T20" fmla="*/ 3 w 17"/>
                <a:gd name="T21" fmla="*/ 18 h 23"/>
                <a:gd name="T22" fmla="*/ 3 w 17"/>
                <a:gd name="T23" fmla="*/ 14 h 23"/>
                <a:gd name="T24" fmla="*/ 4 w 17"/>
                <a:gd name="T25" fmla="*/ 9 h 23"/>
                <a:gd name="T26" fmla="*/ 5 w 17"/>
                <a:gd name="T27" fmla="*/ 4 h 23"/>
                <a:gd name="T28" fmla="*/ 5 w 17"/>
                <a:gd name="T29" fmla="*/ 4 h 23"/>
                <a:gd name="T30" fmla="*/ 5 w 17"/>
                <a:gd name="T31" fmla="*/ 4 h 23"/>
                <a:gd name="T32" fmla="*/ 8 w 17"/>
                <a:gd name="T33" fmla="*/ 3 h 23"/>
                <a:gd name="T34" fmla="*/ 8 w 17"/>
                <a:gd name="T35" fmla="*/ 4 h 23"/>
                <a:gd name="T36" fmla="*/ 11 w 17"/>
                <a:gd name="T37" fmla="*/ 7 h 23"/>
                <a:gd name="T38" fmla="*/ 13 w 17"/>
                <a:gd name="T39" fmla="*/ 7 h 23"/>
                <a:gd name="T40" fmla="*/ 13 w 17"/>
                <a:gd name="T41" fmla="*/ 4 h 2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7" h="23">
                  <a:moveTo>
                    <a:pt x="16" y="4"/>
                  </a:moveTo>
                  <a:cubicBezTo>
                    <a:pt x="15" y="3"/>
                    <a:pt x="14" y="2"/>
                    <a:pt x="12" y="1"/>
                  </a:cubicBezTo>
                  <a:cubicBezTo>
                    <a:pt x="11" y="1"/>
                    <a:pt x="9" y="0"/>
                    <a:pt x="8" y="0"/>
                  </a:cubicBezTo>
                  <a:cubicBezTo>
                    <a:pt x="6" y="0"/>
                    <a:pt x="4" y="1"/>
                    <a:pt x="3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1" y="4"/>
                    <a:pt x="1" y="7"/>
                    <a:pt x="1" y="9"/>
                  </a:cubicBezTo>
                  <a:cubicBezTo>
                    <a:pt x="0" y="12"/>
                    <a:pt x="0" y="14"/>
                    <a:pt x="0" y="17"/>
                  </a:cubicBezTo>
                  <a:cubicBezTo>
                    <a:pt x="0" y="18"/>
                    <a:pt x="0" y="20"/>
                    <a:pt x="0" y="21"/>
                  </a:cubicBezTo>
                  <a:cubicBezTo>
                    <a:pt x="0" y="22"/>
                    <a:pt x="1" y="23"/>
                    <a:pt x="2" y="23"/>
                  </a:cubicBezTo>
                  <a:cubicBezTo>
                    <a:pt x="3" y="23"/>
                    <a:pt x="3" y="22"/>
                    <a:pt x="3" y="21"/>
                  </a:cubicBezTo>
                  <a:cubicBezTo>
                    <a:pt x="3" y="20"/>
                    <a:pt x="3" y="18"/>
                    <a:pt x="3" y="17"/>
                  </a:cubicBezTo>
                  <a:cubicBezTo>
                    <a:pt x="3" y="14"/>
                    <a:pt x="3" y="12"/>
                    <a:pt x="4" y="9"/>
                  </a:cubicBezTo>
                  <a:cubicBezTo>
                    <a:pt x="4" y="7"/>
                    <a:pt x="4" y="5"/>
                    <a:pt x="5" y="4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6" y="3"/>
                    <a:pt x="7" y="3"/>
                    <a:pt x="8" y="3"/>
                  </a:cubicBezTo>
                  <a:cubicBezTo>
                    <a:pt x="8" y="3"/>
                    <a:pt x="10" y="3"/>
                    <a:pt x="11" y="4"/>
                  </a:cubicBezTo>
                  <a:cubicBezTo>
                    <a:pt x="12" y="5"/>
                    <a:pt x="13" y="6"/>
                    <a:pt x="14" y="7"/>
                  </a:cubicBezTo>
                  <a:cubicBezTo>
                    <a:pt x="15" y="7"/>
                    <a:pt x="16" y="7"/>
                    <a:pt x="16" y="7"/>
                  </a:cubicBezTo>
                  <a:cubicBezTo>
                    <a:pt x="17" y="6"/>
                    <a:pt x="17" y="5"/>
                    <a:pt x="16" y="4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7452" name="Freeform 368">
              <a:extLst>
                <a:ext uri="{FF2B5EF4-FFF2-40B4-BE49-F238E27FC236}">
                  <a16:creationId xmlns:a16="http://schemas.microsoft.com/office/drawing/2014/main" id="{764A173B-1BD1-4A7E-9BD6-C757746A0D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7" y="2740"/>
              <a:ext cx="28" cy="85"/>
            </a:xfrm>
            <a:custGeom>
              <a:avLst/>
              <a:gdLst>
                <a:gd name="T0" fmla="*/ 23 w 29"/>
                <a:gd name="T1" fmla="*/ 1 h 88"/>
                <a:gd name="T2" fmla="*/ 4 w 29"/>
                <a:gd name="T3" fmla="*/ 44 h 88"/>
                <a:gd name="T4" fmla="*/ 0 w 29"/>
                <a:gd name="T5" fmla="*/ 65 h 88"/>
                <a:gd name="T6" fmla="*/ 2 w 29"/>
                <a:gd name="T7" fmla="*/ 71 h 88"/>
                <a:gd name="T8" fmla="*/ 7 w 29"/>
                <a:gd name="T9" fmla="*/ 78 h 88"/>
                <a:gd name="T10" fmla="*/ 10 w 29"/>
                <a:gd name="T11" fmla="*/ 78 h 88"/>
                <a:gd name="T12" fmla="*/ 9 w 29"/>
                <a:gd name="T13" fmla="*/ 76 h 88"/>
                <a:gd name="T14" fmla="*/ 5 w 29"/>
                <a:gd name="T15" fmla="*/ 71 h 88"/>
                <a:gd name="T16" fmla="*/ 3 w 29"/>
                <a:gd name="T17" fmla="*/ 65 h 88"/>
                <a:gd name="T18" fmla="*/ 7 w 29"/>
                <a:gd name="T19" fmla="*/ 45 h 88"/>
                <a:gd name="T20" fmla="*/ 26 w 29"/>
                <a:gd name="T21" fmla="*/ 2 h 88"/>
                <a:gd name="T22" fmla="*/ 26 w 29"/>
                <a:gd name="T23" fmla="*/ 0 h 88"/>
                <a:gd name="T24" fmla="*/ 23 w 29"/>
                <a:gd name="T25" fmla="*/ 1 h 8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9" h="88">
                  <a:moveTo>
                    <a:pt x="26" y="1"/>
                  </a:moveTo>
                  <a:cubicBezTo>
                    <a:pt x="17" y="17"/>
                    <a:pt x="10" y="33"/>
                    <a:pt x="4" y="50"/>
                  </a:cubicBezTo>
                  <a:cubicBezTo>
                    <a:pt x="3" y="55"/>
                    <a:pt x="0" y="63"/>
                    <a:pt x="0" y="71"/>
                  </a:cubicBezTo>
                  <a:cubicBezTo>
                    <a:pt x="0" y="74"/>
                    <a:pt x="1" y="78"/>
                    <a:pt x="2" y="80"/>
                  </a:cubicBezTo>
                  <a:cubicBezTo>
                    <a:pt x="3" y="83"/>
                    <a:pt x="5" y="86"/>
                    <a:pt x="7" y="87"/>
                  </a:cubicBezTo>
                  <a:cubicBezTo>
                    <a:pt x="8" y="88"/>
                    <a:pt x="9" y="88"/>
                    <a:pt x="10" y="87"/>
                  </a:cubicBezTo>
                  <a:cubicBezTo>
                    <a:pt x="10" y="86"/>
                    <a:pt x="10" y="85"/>
                    <a:pt x="9" y="85"/>
                  </a:cubicBezTo>
                  <a:cubicBezTo>
                    <a:pt x="7" y="83"/>
                    <a:pt x="6" y="82"/>
                    <a:pt x="5" y="79"/>
                  </a:cubicBezTo>
                  <a:cubicBezTo>
                    <a:pt x="4" y="77"/>
                    <a:pt x="3" y="74"/>
                    <a:pt x="3" y="71"/>
                  </a:cubicBezTo>
                  <a:cubicBezTo>
                    <a:pt x="3" y="64"/>
                    <a:pt x="6" y="56"/>
                    <a:pt x="7" y="51"/>
                  </a:cubicBezTo>
                  <a:cubicBezTo>
                    <a:pt x="13" y="34"/>
                    <a:pt x="20" y="18"/>
                    <a:pt x="29" y="2"/>
                  </a:cubicBezTo>
                  <a:cubicBezTo>
                    <a:pt x="29" y="2"/>
                    <a:pt x="29" y="1"/>
                    <a:pt x="29" y="0"/>
                  </a:cubicBezTo>
                  <a:cubicBezTo>
                    <a:pt x="28" y="0"/>
                    <a:pt x="27" y="0"/>
                    <a:pt x="26" y="1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7453" name="Freeform 369">
              <a:extLst>
                <a:ext uri="{FF2B5EF4-FFF2-40B4-BE49-F238E27FC236}">
                  <a16:creationId xmlns:a16="http://schemas.microsoft.com/office/drawing/2014/main" id="{A6438EB1-136F-4840-804B-CB70157153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6" y="2581"/>
              <a:ext cx="224" cy="100"/>
            </a:xfrm>
            <a:custGeom>
              <a:avLst/>
              <a:gdLst>
                <a:gd name="T0" fmla="*/ 211 w 230"/>
                <a:gd name="T1" fmla="*/ 93 h 102"/>
                <a:gd name="T2" fmla="*/ 211 w 230"/>
                <a:gd name="T3" fmla="*/ 93 h 102"/>
                <a:gd name="T4" fmla="*/ 211 w 230"/>
                <a:gd name="T5" fmla="*/ 93 h 102"/>
                <a:gd name="T6" fmla="*/ 211 w 230"/>
                <a:gd name="T7" fmla="*/ 93 h 102"/>
                <a:gd name="T8" fmla="*/ 211 w 230"/>
                <a:gd name="T9" fmla="*/ 93 h 102"/>
                <a:gd name="T10" fmla="*/ 211 w 230"/>
                <a:gd name="T11" fmla="*/ 93 h 102"/>
                <a:gd name="T12" fmla="*/ 210 w 230"/>
                <a:gd name="T13" fmla="*/ 91 h 102"/>
                <a:gd name="T14" fmla="*/ 208 w 230"/>
                <a:gd name="T15" fmla="*/ 82 h 102"/>
                <a:gd name="T16" fmla="*/ 204 w 230"/>
                <a:gd name="T17" fmla="*/ 75 h 102"/>
                <a:gd name="T18" fmla="*/ 204 w 230"/>
                <a:gd name="T19" fmla="*/ 75 h 102"/>
                <a:gd name="T20" fmla="*/ 204 w 230"/>
                <a:gd name="T21" fmla="*/ 75 h 102"/>
                <a:gd name="T22" fmla="*/ 192 w 230"/>
                <a:gd name="T23" fmla="*/ 72 h 102"/>
                <a:gd name="T24" fmla="*/ 192 w 230"/>
                <a:gd name="T25" fmla="*/ 72 h 102"/>
                <a:gd name="T26" fmla="*/ 168 w 230"/>
                <a:gd name="T27" fmla="*/ 65 h 102"/>
                <a:gd name="T28" fmla="*/ 168 w 230"/>
                <a:gd name="T29" fmla="*/ 65 h 102"/>
                <a:gd name="T30" fmla="*/ 149 w 230"/>
                <a:gd name="T31" fmla="*/ 60 h 102"/>
                <a:gd name="T32" fmla="*/ 149 w 230"/>
                <a:gd name="T33" fmla="*/ 60 h 102"/>
                <a:gd name="T34" fmla="*/ 133 w 230"/>
                <a:gd name="T35" fmla="*/ 54 h 102"/>
                <a:gd name="T36" fmla="*/ 133 w 230"/>
                <a:gd name="T37" fmla="*/ 54 h 102"/>
                <a:gd name="T38" fmla="*/ 109 w 230"/>
                <a:gd name="T39" fmla="*/ 47 h 102"/>
                <a:gd name="T40" fmla="*/ 109 w 230"/>
                <a:gd name="T41" fmla="*/ 47 h 102"/>
                <a:gd name="T42" fmla="*/ 87 w 230"/>
                <a:gd name="T43" fmla="*/ 44 h 102"/>
                <a:gd name="T44" fmla="*/ 87 w 230"/>
                <a:gd name="T45" fmla="*/ 44 h 102"/>
                <a:gd name="T46" fmla="*/ 67 w 230"/>
                <a:gd name="T47" fmla="*/ 41 h 102"/>
                <a:gd name="T48" fmla="*/ 67 w 230"/>
                <a:gd name="T49" fmla="*/ 41 h 102"/>
                <a:gd name="T50" fmla="*/ 67 w 230"/>
                <a:gd name="T51" fmla="*/ 41 h 102"/>
                <a:gd name="T52" fmla="*/ 53 w 230"/>
                <a:gd name="T53" fmla="*/ 30 h 102"/>
                <a:gd name="T54" fmla="*/ 35 w 230"/>
                <a:gd name="T55" fmla="*/ 23 h 102"/>
                <a:gd name="T56" fmla="*/ 17 w 230"/>
                <a:gd name="T57" fmla="*/ 10 h 102"/>
                <a:gd name="T58" fmla="*/ 2 w 230"/>
                <a:gd name="T59" fmla="*/ 0 h 102"/>
                <a:gd name="T60" fmla="*/ 0 w 230"/>
                <a:gd name="T61" fmla="*/ 1 h 102"/>
                <a:gd name="T62" fmla="*/ 0 w 230"/>
                <a:gd name="T63" fmla="*/ 3 h 102"/>
                <a:gd name="T64" fmla="*/ 15 w 230"/>
                <a:gd name="T65" fmla="*/ 12 h 102"/>
                <a:gd name="T66" fmla="*/ 34 w 230"/>
                <a:gd name="T67" fmla="*/ 25 h 102"/>
                <a:gd name="T68" fmla="*/ 51 w 230"/>
                <a:gd name="T69" fmla="*/ 33 h 102"/>
                <a:gd name="T70" fmla="*/ 66 w 230"/>
                <a:gd name="T71" fmla="*/ 44 h 102"/>
                <a:gd name="T72" fmla="*/ 66 w 230"/>
                <a:gd name="T73" fmla="*/ 44 h 102"/>
                <a:gd name="T74" fmla="*/ 66 w 230"/>
                <a:gd name="T75" fmla="*/ 44 h 102"/>
                <a:gd name="T76" fmla="*/ 87 w 230"/>
                <a:gd name="T77" fmla="*/ 47 h 102"/>
                <a:gd name="T78" fmla="*/ 87 w 230"/>
                <a:gd name="T79" fmla="*/ 47 h 102"/>
                <a:gd name="T80" fmla="*/ 109 w 230"/>
                <a:gd name="T81" fmla="*/ 50 h 102"/>
                <a:gd name="T82" fmla="*/ 108 w 230"/>
                <a:gd name="T83" fmla="*/ 50 h 102"/>
                <a:gd name="T84" fmla="*/ 109 w 230"/>
                <a:gd name="T85" fmla="*/ 50 h 102"/>
                <a:gd name="T86" fmla="*/ 132 w 230"/>
                <a:gd name="T87" fmla="*/ 56 h 102"/>
                <a:gd name="T88" fmla="*/ 132 w 230"/>
                <a:gd name="T89" fmla="*/ 56 h 102"/>
                <a:gd name="T90" fmla="*/ 148 w 230"/>
                <a:gd name="T91" fmla="*/ 62 h 102"/>
                <a:gd name="T92" fmla="*/ 148 w 230"/>
                <a:gd name="T93" fmla="*/ 62 h 102"/>
                <a:gd name="T94" fmla="*/ 168 w 230"/>
                <a:gd name="T95" fmla="*/ 68 h 102"/>
                <a:gd name="T96" fmla="*/ 168 w 230"/>
                <a:gd name="T97" fmla="*/ 68 h 102"/>
                <a:gd name="T98" fmla="*/ 191 w 230"/>
                <a:gd name="T99" fmla="*/ 73 h 102"/>
                <a:gd name="T100" fmla="*/ 192 w 230"/>
                <a:gd name="T101" fmla="*/ 74 h 102"/>
                <a:gd name="T102" fmla="*/ 191 w 230"/>
                <a:gd name="T103" fmla="*/ 73 h 102"/>
                <a:gd name="T104" fmla="*/ 202 w 230"/>
                <a:gd name="T105" fmla="*/ 77 h 102"/>
                <a:gd name="T106" fmla="*/ 202 w 230"/>
                <a:gd name="T107" fmla="*/ 77 h 102"/>
                <a:gd name="T108" fmla="*/ 202 w 230"/>
                <a:gd name="T109" fmla="*/ 77 h 102"/>
                <a:gd name="T110" fmla="*/ 205 w 230"/>
                <a:gd name="T111" fmla="*/ 81 h 102"/>
                <a:gd name="T112" fmla="*/ 207 w 230"/>
                <a:gd name="T113" fmla="*/ 89 h 102"/>
                <a:gd name="T114" fmla="*/ 208 w 230"/>
                <a:gd name="T115" fmla="*/ 93 h 102"/>
                <a:gd name="T116" fmla="*/ 210 w 230"/>
                <a:gd name="T117" fmla="*/ 96 h 102"/>
                <a:gd name="T118" fmla="*/ 212 w 230"/>
                <a:gd name="T119" fmla="*/ 95 h 102"/>
                <a:gd name="T120" fmla="*/ 211 w 230"/>
                <a:gd name="T121" fmla="*/ 93 h 102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230" h="102">
                  <a:moveTo>
                    <a:pt x="229" y="99"/>
                  </a:moveTo>
                  <a:cubicBezTo>
                    <a:pt x="229" y="99"/>
                    <a:pt x="229" y="99"/>
                    <a:pt x="229" y="99"/>
                  </a:cubicBezTo>
                  <a:cubicBezTo>
                    <a:pt x="229" y="99"/>
                    <a:pt x="229" y="99"/>
                    <a:pt x="229" y="99"/>
                  </a:cubicBezTo>
                  <a:cubicBezTo>
                    <a:pt x="229" y="99"/>
                    <a:pt x="229" y="99"/>
                    <a:pt x="229" y="99"/>
                  </a:cubicBezTo>
                  <a:cubicBezTo>
                    <a:pt x="229" y="99"/>
                    <a:pt x="229" y="99"/>
                    <a:pt x="229" y="99"/>
                  </a:cubicBezTo>
                  <a:cubicBezTo>
                    <a:pt x="229" y="99"/>
                    <a:pt x="229" y="99"/>
                    <a:pt x="229" y="99"/>
                  </a:cubicBezTo>
                  <a:cubicBezTo>
                    <a:pt x="229" y="99"/>
                    <a:pt x="229" y="98"/>
                    <a:pt x="228" y="97"/>
                  </a:cubicBezTo>
                  <a:cubicBezTo>
                    <a:pt x="228" y="94"/>
                    <a:pt x="227" y="91"/>
                    <a:pt x="226" y="88"/>
                  </a:cubicBezTo>
                  <a:cubicBezTo>
                    <a:pt x="225" y="85"/>
                    <a:pt x="223" y="82"/>
                    <a:pt x="221" y="81"/>
                  </a:cubicBezTo>
                  <a:cubicBezTo>
                    <a:pt x="221" y="81"/>
                    <a:pt x="221" y="81"/>
                    <a:pt x="221" y="81"/>
                  </a:cubicBezTo>
                  <a:cubicBezTo>
                    <a:pt x="221" y="81"/>
                    <a:pt x="221" y="81"/>
                    <a:pt x="221" y="81"/>
                  </a:cubicBezTo>
                  <a:cubicBezTo>
                    <a:pt x="217" y="78"/>
                    <a:pt x="212" y="76"/>
                    <a:pt x="207" y="75"/>
                  </a:cubicBezTo>
                  <a:cubicBezTo>
                    <a:pt x="207" y="75"/>
                    <a:pt x="207" y="75"/>
                    <a:pt x="207" y="75"/>
                  </a:cubicBezTo>
                  <a:cubicBezTo>
                    <a:pt x="199" y="72"/>
                    <a:pt x="191" y="70"/>
                    <a:pt x="183" y="68"/>
                  </a:cubicBezTo>
                  <a:cubicBezTo>
                    <a:pt x="183" y="68"/>
                    <a:pt x="183" y="68"/>
                    <a:pt x="183" y="68"/>
                  </a:cubicBezTo>
                  <a:cubicBezTo>
                    <a:pt x="176" y="65"/>
                    <a:pt x="168" y="65"/>
                    <a:pt x="161" y="63"/>
                  </a:cubicBezTo>
                  <a:cubicBezTo>
                    <a:pt x="161" y="63"/>
                    <a:pt x="161" y="63"/>
                    <a:pt x="161" y="63"/>
                  </a:cubicBezTo>
                  <a:cubicBezTo>
                    <a:pt x="156" y="61"/>
                    <a:pt x="151" y="58"/>
                    <a:pt x="145" y="57"/>
                  </a:cubicBezTo>
                  <a:cubicBezTo>
                    <a:pt x="145" y="57"/>
                    <a:pt x="145" y="57"/>
                    <a:pt x="145" y="57"/>
                  </a:cubicBezTo>
                  <a:cubicBezTo>
                    <a:pt x="136" y="54"/>
                    <a:pt x="128" y="52"/>
                    <a:pt x="118" y="50"/>
                  </a:cubicBezTo>
                  <a:cubicBezTo>
                    <a:pt x="118" y="50"/>
                    <a:pt x="118" y="50"/>
                    <a:pt x="118" y="50"/>
                  </a:cubicBezTo>
                  <a:cubicBezTo>
                    <a:pt x="110" y="49"/>
                    <a:pt x="102" y="48"/>
                    <a:pt x="93" y="47"/>
                  </a:cubicBezTo>
                  <a:cubicBezTo>
                    <a:pt x="93" y="47"/>
                    <a:pt x="93" y="47"/>
                    <a:pt x="93" y="47"/>
                  </a:cubicBezTo>
                  <a:cubicBezTo>
                    <a:pt x="86" y="46"/>
                    <a:pt x="79" y="46"/>
                    <a:pt x="73" y="44"/>
                  </a:cubicBezTo>
                  <a:cubicBezTo>
                    <a:pt x="73" y="44"/>
                    <a:pt x="73" y="44"/>
                    <a:pt x="73" y="44"/>
                  </a:cubicBezTo>
                  <a:cubicBezTo>
                    <a:pt x="73" y="44"/>
                    <a:pt x="73" y="44"/>
                    <a:pt x="73" y="44"/>
                  </a:cubicBezTo>
                  <a:cubicBezTo>
                    <a:pt x="67" y="42"/>
                    <a:pt x="62" y="37"/>
                    <a:pt x="56" y="33"/>
                  </a:cubicBezTo>
                  <a:cubicBezTo>
                    <a:pt x="50" y="29"/>
                    <a:pt x="45" y="25"/>
                    <a:pt x="38" y="23"/>
                  </a:cubicBezTo>
                  <a:cubicBezTo>
                    <a:pt x="28" y="19"/>
                    <a:pt x="23" y="17"/>
                    <a:pt x="17" y="10"/>
                  </a:cubicBezTo>
                  <a:cubicBezTo>
                    <a:pt x="12" y="4"/>
                    <a:pt x="6" y="3"/>
                    <a:pt x="2" y="0"/>
                  </a:cubicBezTo>
                  <a:cubicBezTo>
                    <a:pt x="1" y="0"/>
                    <a:pt x="0" y="0"/>
                    <a:pt x="0" y="1"/>
                  </a:cubicBezTo>
                  <a:cubicBezTo>
                    <a:pt x="0" y="1"/>
                    <a:pt x="0" y="2"/>
                    <a:pt x="0" y="3"/>
                  </a:cubicBezTo>
                  <a:cubicBezTo>
                    <a:pt x="5" y="5"/>
                    <a:pt x="10" y="7"/>
                    <a:pt x="15" y="12"/>
                  </a:cubicBezTo>
                  <a:cubicBezTo>
                    <a:pt x="21" y="19"/>
                    <a:pt x="27" y="22"/>
                    <a:pt x="37" y="25"/>
                  </a:cubicBezTo>
                  <a:cubicBezTo>
                    <a:pt x="43" y="27"/>
                    <a:pt x="49" y="31"/>
                    <a:pt x="54" y="36"/>
                  </a:cubicBezTo>
                  <a:cubicBezTo>
                    <a:pt x="60" y="40"/>
                    <a:pt x="65" y="44"/>
                    <a:pt x="72" y="47"/>
                  </a:cubicBezTo>
                  <a:cubicBezTo>
                    <a:pt x="72" y="47"/>
                    <a:pt x="72" y="47"/>
                    <a:pt x="72" y="47"/>
                  </a:cubicBezTo>
                  <a:cubicBezTo>
                    <a:pt x="72" y="47"/>
                    <a:pt x="72" y="47"/>
                    <a:pt x="72" y="47"/>
                  </a:cubicBezTo>
                  <a:cubicBezTo>
                    <a:pt x="79" y="49"/>
                    <a:pt x="86" y="49"/>
                    <a:pt x="93" y="50"/>
                  </a:cubicBezTo>
                  <a:cubicBezTo>
                    <a:pt x="93" y="50"/>
                    <a:pt x="93" y="50"/>
                    <a:pt x="93" y="50"/>
                  </a:cubicBezTo>
                  <a:cubicBezTo>
                    <a:pt x="101" y="51"/>
                    <a:pt x="110" y="52"/>
                    <a:pt x="118" y="53"/>
                  </a:cubicBezTo>
                  <a:cubicBezTo>
                    <a:pt x="117" y="53"/>
                    <a:pt x="117" y="53"/>
                    <a:pt x="117" y="53"/>
                  </a:cubicBezTo>
                  <a:cubicBezTo>
                    <a:pt x="118" y="53"/>
                    <a:pt x="118" y="53"/>
                    <a:pt x="118" y="53"/>
                  </a:cubicBezTo>
                  <a:cubicBezTo>
                    <a:pt x="127" y="55"/>
                    <a:pt x="135" y="57"/>
                    <a:pt x="144" y="59"/>
                  </a:cubicBezTo>
                  <a:cubicBezTo>
                    <a:pt x="144" y="59"/>
                    <a:pt x="144" y="59"/>
                    <a:pt x="144" y="59"/>
                  </a:cubicBezTo>
                  <a:cubicBezTo>
                    <a:pt x="150" y="61"/>
                    <a:pt x="154" y="64"/>
                    <a:pt x="160" y="65"/>
                  </a:cubicBezTo>
                  <a:cubicBezTo>
                    <a:pt x="160" y="65"/>
                    <a:pt x="160" y="65"/>
                    <a:pt x="160" y="65"/>
                  </a:cubicBezTo>
                  <a:cubicBezTo>
                    <a:pt x="167" y="68"/>
                    <a:pt x="175" y="68"/>
                    <a:pt x="182" y="71"/>
                  </a:cubicBezTo>
                  <a:cubicBezTo>
                    <a:pt x="182" y="71"/>
                    <a:pt x="182" y="71"/>
                    <a:pt x="182" y="71"/>
                  </a:cubicBezTo>
                  <a:cubicBezTo>
                    <a:pt x="190" y="73"/>
                    <a:pt x="198" y="75"/>
                    <a:pt x="206" y="77"/>
                  </a:cubicBezTo>
                  <a:cubicBezTo>
                    <a:pt x="207" y="78"/>
                    <a:pt x="207" y="78"/>
                    <a:pt x="207" y="78"/>
                  </a:cubicBezTo>
                  <a:cubicBezTo>
                    <a:pt x="206" y="77"/>
                    <a:pt x="206" y="77"/>
                    <a:pt x="206" y="77"/>
                  </a:cubicBezTo>
                  <a:cubicBezTo>
                    <a:pt x="211" y="79"/>
                    <a:pt x="215" y="80"/>
                    <a:pt x="219" y="83"/>
                  </a:cubicBezTo>
                  <a:cubicBezTo>
                    <a:pt x="219" y="83"/>
                    <a:pt x="219" y="83"/>
                    <a:pt x="219" y="83"/>
                  </a:cubicBezTo>
                  <a:cubicBezTo>
                    <a:pt x="219" y="83"/>
                    <a:pt x="219" y="83"/>
                    <a:pt x="219" y="83"/>
                  </a:cubicBezTo>
                  <a:cubicBezTo>
                    <a:pt x="220" y="84"/>
                    <a:pt x="221" y="85"/>
                    <a:pt x="222" y="87"/>
                  </a:cubicBezTo>
                  <a:cubicBezTo>
                    <a:pt x="223" y="89"/>
                    <a:pt x="224" y="93"/>
                    <a:pt x="225" y="95"/>
                  </a:cubicBezTo>
                  <a:cubicBezTo>
                    <a:pt x="225" y="97"/>
                    <a:pt x="226" y="98"/>
                    <a:pt x="226" y="99"/>
                  </a:cubicBezTo>
                  <a:cubicBezTo>
                    <a:pt x="227" y="100"/>
                    <a:pt x="227" y="101"/>
                    <a:pt x="228" y="102"/>
                  </a:cubicBezTo>
                  <a:cubicBezTo>
                    <a:pt x="229" y="102"/>
                    <a:pt x="230" y="102"/>
                    <a:pt x="230" y="101"/>
                  </a:cubicBezTo>
                  <a:cubicBezTo>
                    <a:pt x="230" y="101"/>
                    <a:pt x="230" y="100"/>
                    <a:pt x="229" y="99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7454" name="Freeform 370">
              <a:extLst>
                <a:ext uri="{FF2B5EF4-FFF2-40B4-BE49-F238E27FC236}">
                  <a16:creationId xmlns:a16="http://schemas.microsoft.com/office/drawing/2014/main" id="{AE63C3F9-A9FD-44C3-9508-B6B8941FFE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6" y="1653"/>
              <a:ext cx="101" cy="125"/>
            </a:xfrm>
            <a:custGeom>
              <a:avLst/>
              <a:gdLst>
                <a:gd name="T0" fmla="*/ 82 w 104"/>
                <a:gd name="T1" fmla="*/ 69 h 128"/>
                <a:gd name="T2" fmla="*/ 77 w 104"/>
                <a:gd name="T3" fmla="*/ 101 h 128"/>
                <a:gd name="T4" fmla="*/ 75 w 104"/>
                <a:gd name="T5" fmla="*/ 89 h 128"/>
                <a:gd name="T6" fmla="*/ 65 w 104"/>
                <a:gd name="T7" fmla="*/ 117 h 128"/>
                <a:gd name="T8" fmla="*/ 58 w 104"/>
                <a:gd name="T9" fmla="*/ 88 h 128"/>
                <a:gd name="T10" fmla="*/ 57 w 104"/>
                <a:gd name="T11" fmla="*/ 62 h 128"/>
                <a:gd name="T12" fmla="*/ 44 w 104"/>
                <a:gd name="T13" fmla="*/ 89 h 128"/>
                <a:gd name="T14" fmla="*/ 37 w 104"/>
                <a:gd name="T15" fmla="*/ 113 h 128"/>
                <a:gd name="T16" fmla="*/ 34 w 104"/>
                <a:gd name="T17" fmla="*/ 71 h 128"/>
                <a:gd name="T18" fmla="*/ 46 w 104"/>
                <a:gd name="T19" fmla="*/ 45 h 128"/>
                <a:gd name="T20" fmla="*/ 22 w 104"/>
                <a:gd name="T21" fmla="*/ 69 h 128"/>
                <a:gd name="T22" fmla="*/ 16 w 104"/>
                <a:gd name="T23" fmla="*/ 93 h 128"/>
                <a:gd name="T24" fmla="*/ 17 w 104"/>
                <a:gd name="T25" fmla="*/ 62 h 128"/>
                <a:gd name="T26" fmla="*/ 28 w 104"/>
                <a:gd name="T27" fmla="*/ 44 h 128"/>
                <a:gd name="T28" fmla="*/ 4 w 104"/>
                <a:gd name="T29" fmla="*/ 90 h 128"/>
                <a:gd name="T30" fmla="*/ 5 w 104"/>
                <a:gd name="T31" fmla="*/ 57 h 128"/>
                <a:gd name="T32" fmla="*/ 17 w 104"/>
                <a:gd name="T33" fmla="*/ 31 h 128"/>
                <a:gd name="T34" fmla="*/ 33 w 104"/>
                <a:gd name="T35" fmla="*/ 15 h 128"/>
                <a:gd name="T36" fmla="*/ 42 w 104"/>
                <a:gd name="T37" fmla="*/ 0 h 128"/>
                <a:gd name="T38" fmla="*/ 91 w 104"/>
                <a:gd name="T39" fmla="*/ 29 h 128"/>
                <a:gd name="T40" fmla="*/ 82 w 104"/>
                <a:gd name="T41" fmla="*/ 69 h 128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04" h="128">
                  <a:moveTo>
                    <a:pt x="89" y="75"/>
                  </a:moveTo>
                  <a:cubicBezTo>
                    <a:pt x="82" y="84"/>
                    <a:pt x="83" y="97"/>
                    <a:pt x="83" y="108"/>
                  </a:cubicBezTo>
                  <a:cubicBezTo>
                    <a:pt x="82" y="104"/>
                    <a:pt x="83" y="99"/>
                    <a:pt x="81" y="95"/>
                  </a:cubicBezTo>
                  <a:cubicBezTo>
                    <a:pt x="77" y="101"/>
                    <a:pt x="78" y="128"/>
                    <a:pt x="71" y="126"/>
                  </a:cubicBezTo>
                  <a:cubicBezTo>
                    <a:pt x="64" y="125"/>
                    <a:pt x="65" y="98"/>
                    <a:pt x="64" y="94"/>
                  </a:cubicBezTo>
                  <a:cubicBezTo>
                    <a:pt x="64" y="85"/>
                    <a:pt x="66" y="73"/>
                    <a:pt x="63" y="66"/>
                  </a:cubicBezTo>
                  <a:cubicBezTo>
                    <a:pt x="56" y="72"/>
                    <a:pt x="50" y="87"/>
                    <a:pt x="47" y="95"/>
                  </a:cubicBezTo>
                  <a:cubicBezTo>
                    <a:pt x="45" y="102"/>
                    <a:pt x="45" y="117"/>
                    <a:pt x="40" y="122"/>
                  </a:cubicBezTo>
                  <a:cubicBezTo>
                    <a:pt x="33" y="111"/>
                    <a:pt x="35" y="89"/>
                    <a:pt x="37" y="77"/>
                  </a:cubicBezTo>
                  <a:cubicBezTo>
                    <a:pt x="39" y="67"/>
                    <a:pt x="47" y="58"/>
                    <a:pt x="49" y="48"/>
                  </a:cubicBezTo>
                  <a:cubicBezTo>
                    <a:pt x="38" y="54"/>
                    <a:pt x="31" y="64"/>
                    <a:pt x="25" y="75"/>
                  </a:cubicBezTo>
                  <a:cubicBezTo>
                    <a:pt x="21" y="82"/>
                    <a:pt x="20" y="93"/>
                    <a:pt x="16" y="99"/>
                  </a:cubicBezTo>
                  <a:cubicBezTo>
                    <a:pt x="13" y="90"/>
                    <a:pt x="17" y="75"/>
                    <a:pt x="20" y="66"/>
                  </a:cubicBezTo>
                  <a:cubicBezTo>
                    <a:pt x="23" y="59"/>
                    <a:pt x="26" y="53"/>
                    <a:pt x="31" y="47"/>
                  </a:cubicBezTo>
                  <a:cubicBezTo>
                    <a:pt x="16" y="56"/>
                    <a:pt x="4" y="79"/>
                    <a:pt x="4" y="96"/>
                  </a:cubicBezTo>
                  <a:cubicBezTo>
                    <a:pt x="0" y="87"/>
                    <a:pt x="3" y="70"/>
                    <a:pt x="5" y="60"/>
                  </a:cubicBezTo>
                  <a:cubicBezTo>
                    <a:pt x="8" y="50"/>
                    <a:pt x="13" y="42"/>
                    <a:pt x="20" y="34"/>
                  </a:cubicBezTo>
                  <a:cubicBezTo>
                    <a:pt x="25" y="27"/>
                    <a:pt x="31" y="22"/>
                    <a:pt x="36" y="15"/>
                  </a:cubicBezTo>
                  <a:cubicBezTo>
                    <a:pt x="40" y="10"/>
                    <a:pt x="42" y="5"/>
                    <a:pt x="45" y="0"/>
                  </a:cubicBezTo>
                  <a:cubicBezTo>
                    <a:pt x="64" y="10"/>
                    <a:pt x="80" y="24"/>
                    <a:pt x="100" y="32"/>
                  </a:cubicBezTo>
                  <a:cubicBezTo>
                    <a:pt x="99" y="21"/>
                    <a:pt x="104" y="52"/>
                    <a:pt x="89" y="75"/>
                  </a:cubicBezTo>
                  <a:close/>
                </a:path>
              </a:pathLst>
            </a:custGeom>
            <a:solidFill>
              <a:srgbClr val="E069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7455" name="Freeform 371">
              <a:extLst>
                <a:ext uri="{FF2B5EF4-FFF2-40B4-BE49-F238E27FC236}">
                  <a16:creationId xmlns:a16="http://schemas.microsoft.com/office/drawing/2014/main" id="{4890A7DF-4F40-4550-87DB-C898119658F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0" y="1577"/>
              <a:ext cx="155" cy="100"/>
            </a:xfrm>
            <a:custGeom>
              <a:avLst/>
              <a:gdLst>
                <a:gd name="T0" fmla="*/ 2 w 159"/>
                <a:gd name="T1" fmla="*/ 63 h 103"/>
                <a:gd name="T2" fmla="*/ 0 w 159"/>
                <a:gd name="T3" fmla="*/ 48 h 103"/>
                <a:gd name="T4" fmla="*/ 16 w 159"/>
                <a:gd name="T5" fmla="*/ 18 h 103"/>
                <a:gd name="T6" fmla="*/ 45 w 159"/>
                <a:gd name="T7" fmla="*/ 2 h 103"/>
                <a:gd name="T8" fmla="*/ 63 w 159"/>
                <a:gd name="T9" fmla="*/ 0 h 103"/>
                <a:gd name="T10" fmla="*/ 34 w 159"/>
                <a:gd name="T11" fmla="*/ 20 h 103"/>
                <a:gd name="T12" fmla="*/ 57 w 159"/>
                <a:gd name="T13" fmla="*/ 8 h 103"/>
                <a:gd name="T14" fmla="*/ 83 w 159"/>
                <a:gd name="T15" fmla="*/ 6 h 103"/>
                <a:gd name="T16" fmla="*/ 31 w 159"/>
                <a:gd name="T17" fmla="*/ 50 h 103"/>
                <a:gd name="T18" fmla="*/ 65 w 159"/>
                <a:gd name="T19" fmla="*/ 28 h 103"/>
                <a:gd name="T20" fmla="*/ 45 w 159"/>
                <a:gd name="T21" fmla="*/ 49 h 103"/>
                <a:gd name="T22" fmla="*/ 63 w 159"/>
                <a:gd name="T23" fmla="*/ 41 h 103"/>
                <a:gd name="T24" fmla="*/ 53 w 159"/>
                <a:gd name="T25" fmla="*/ 55 h 103"/>
                <a:gd name="T26" fmla="*/ 85 w 159"/>
                <a:gd name="T27" fmla="*/ 41 h 103"/>
                <a:gd name="T28" fmla="*/ 122 w 159"/>
                <a:gd name="T29" fmla="*/ 17 h 103"/>
                <a:gd name="T30" fmla="*/ 111 w 159"/>
                <a:gd name="T31" fmla="*/ 34 h 103"/>
                <a:gd name="T32" fmla="*/ 87 w 159"/>
                <a:gd name="T33" fmla="*/ 52 h 103"/>
                <a:gd name="T34" fmla="*/ 69 w 159"/>
                <a:gd name="T35" fmla="*/ 63 h 103"/>
                <a:gd name="T36" fmla="*/ 93 w 159"/>
                <a:gd name="T37" fmla="*/ 55 h 103"/>
                <a:gd name="T38" fmla="*/ 121 w 159"/>
                <a:gd name="T39" fmla="*/ 48 h 103"/>
                <a:gd name="T40" fmla="*/ 131 w 159"/>
                <a:gd name="T41" fmla="*/ 46 h 103"/>
                <a:gd name="T42" fmla="*/ 95 w 159"/>
                <a:gd name="T43" fmla="*/ 63 h 103"/>
                <a:gd name="T44" fmla="*/ 137 w 159"/>
                <a:gd name="T45" fmla="*/ 52 h 103"/>
                <a:gd name="T46" fmla="*/ 141 w 159"/>
                <a:gd name="T47" fmla="*/ 58 h 103"/>
                <a:gd name="T48" fmla="*/ 147 w 159"/>
                <a:gd name="T49" fmla="*/ 62 h 103"/>
                <a:gd name="T50" fmla="*/ 86 w 159"/>
                <a:gd name="T51" fmla="*/ 83 h 103"/>
                <a:gd name="T52" fmla="*/ 69 w 159"/>
                <a:gd name="T53" fmla="*/ 87 h 103"/>
                <a:gd name="T54" fmla="*/ 56 w 159"/>
                <a:gd name="T55" fmla="*/ 93 h 103"/>
                <a:gd name="T56" fmla="*/ 65 w 159"/>
                <a:gd name="T57" fmla="*/ 79 h 103"/>
                <a:gd name="T58" fmla="*/ 47 w 159"/>
                <a:gd name="T59" fmla="*/ 84 h 103"/>
                <a:gd name="T60" fmla="*/ 55 w 159"/>
                <a:gd name="T61" fmla="*/ 71 h 103"/>
                <a:gd name="T62" fmla="*/ 47 w 159"/>
                <a:gd name="T63" fmla="*/ 78 h 103"/>
                <a:gd name="T64" fmla="*/ 52 w 159"/>
                <a:gd name="T65" fmla="*/ 66 h 103"/>
                <a:gd name="T66" fmla="*/ 37 w 159"/>
                <a:gd name="T67" fmla="*/ 72 h 103"/>
                <a:gd name="T68" fmla="*/ 38 w 159"/>
                <a:gd name="T69" fmla="*/ 61 h 103"/>
                <a:gd name="T70" fmla="*/ 30 w 159"/>
                <a:gd name="T71" fmla="*/ 66 h 103"/>
                <a:gd name="T72" fmla="*/ 19 w 159"/>
                <a:gd name="T73" fmla="*/ 63 h 103"/>
                <a:gd name="T74" fmla="*/ 14 w 159"/>
                <a:gd name="T75" fmla="*/ 56 h 103"/>
                <a:gd name="T76" fmla="*/ 9 w 159"/>
                <a:gd name="T77" fmla="*/ 66 h 103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159" h="103">
                  <a:moveTo>
                    <a:pt x="2" y="69"/>
                  </a:moveTo>
                  <a:cubicBezTo>
                    <a:pt x="2" y="63"/>
                    <a:pt x="0" y="57"/>
                    <a:pt x="0" y="51"/>
                  </a:cubicBezTo>
                  <a:cubicBezTo>
                    <a:pt x="1" y="38"/>
                    <a:pt x="8" y="29"/>
                    <a:pt x="16" y="21"/>
                  </a:cubicBezTo>
                  <a:cubicBezTo>
                    <a:pt x="25" y="12"/>
                    <a:pt x="36" y="5"/>
                    <a:pt x="48" y="2"/>
                  </a:cubicBezTo>
                  <a:cubicBezTo>
                    <a:pt x="55" y="0"/>
                    <a:pt x="62" y="1"/>
                    <a:pt x="69" y="0"/>
                  </a:cubicBezTo>
                  <a:cubicBezTo>
                    <a:pt x="60" y="10"/>
                    <a:pt x="39" y="5"/>
                    <a:pt x="37" y="23"/>
                  </a:cubicBezTo>
                  <a:cubicBezTo>
                    <a:pt x="45" y="19"/>
                    <a:pt x="51" y="11"/>
                    <a:pt x="61" y="8"/>
                  </a:cubicBezTo>
                  <a:cubicBezTo>
                    <a:pt x="70" y="5"/>
                    <a:pt x="80" y="6"/>
                    <a:pt x="89" y="6"/>
                  </a:cubicBezTo>
                  <a:cubicBezTo>
                    <a:pt x="63" y="12"/>
                    <a:pt x="41" y="31"/>
                    <a:pt x="34" y="56"/>
                  </a:cubicBezTo>
                  <a:cubicBezTo>
                    <a:pt x="41" y="44"/>
                    <a:pt x="56" y="27"/>
                    <a:pt x="71" y="31"/>
                  </a:cubicBezTo>
                  <a:cubicBezTo>
                    <a:pt x="67" y="35"/>
                    <a:pt x="45" y="46"/>
                    <a:pt x="48" y="53"/>
                  </a:cubicBezTo>
                  <a:cubicBezTo>
                    <a:pt x="51" y="58"/>
                    <a:pt x="65" y="46"/>
                    <a:pt x="69" y="44"/>
                  </a:cubicBezTo>
                  <a:cubicBezTo>
                    <a:pt x="66" y="51"/>
                    <a:pt x="61" y="56"/>
                    <a:pt x="56" y="61"/>
                  </a:cubicBezTo>
                  <a:cubicBezTo>
                    <a:pt x="67" y="53"/>
                    <a:pt x="78" y="49"/>
                    <a:pt x="91" y="44"/>
                  </a:cubicBezTo>
                  <a:cubicBezTo>
                    <a:pt x="106" y="38"/>
                    <a:pt x="118" y="29"/>
                    <a:pt x="131" y="20"/>
                  </a:cubicBezTo>
                  <a:cubicBezTo>
                    <a:pt x="127" y="24"/>
                    <a:pt x="125" y="32"/>
                    <a:pt x="120" y="37"/>
                  </a:cubicBezTo>
                  <a:cubicBezTo>
                    <a:pt x="113" y="47"/>
                    <a:pt x="104" y="52"/>
                    <a:pt x="93" y="58"/>
                  </a:cubicBezTo>
                  <a:cubicBezTo>
                    <a:pt x="87" y="61"/>
                    <a:pt x="79" y="64"/>
                    <a:pt x="75" y="69"/>
                  </a:cubicBezTo>
                  <a:cubicBezTo>
                    <a:pt x="83" y="68"/>
                    <a:pt x="91" y="63"/>
                    <a:pt x="99" y="61"/>
                  </a:cubicBezTo>
                  <a:cubicBezTo>
                    <a:pt x="109" y="58"/>
                    <a:pt x="120" y="55"/>
                    <a:pt x="130" y="51"/>
                  </a:cubicBezTo>
                  <a:cubicBezTo>
                    <a:pt x="135" y="50"/>
                    <a:pt x="137" y="48"/>
                    <a:pt x="141" y="49"/>
                  </a:cubicBezTo>
                  <a:cubicBezTo>
                    <a:pt x="141" y="60"/>
                    <a:pt x="108" y="58"/>
                    <a:pt x="103" y="69"/>
                  </a:cubicBezTo>
                  <a:cubicBezTo>
                    <a:pt x="117" y="72"/>
                    <a:pt x="137" y="51"/>
                    <a:pt x="149" y="58"/>
                  </a:cubicBezTo>
                  <a:cubicBezTo>
                    <a:pt x="149" y="59"/>
                    <a:pt x="152" y="63"/>
                    <a:pt x="153" y="64"/>
                  </a:cubicBezTo>
                  <a:cubicBezTo>
                    <a:pt x="155" y="66"/>
                    <a:pt x="157" y="66"/>
                    <a:pt x="159" y="68"/>
                  </a:cubicBezTo>
                  <a:cubicBezTo>
                    <a:pt x="135" y="71"/>
                    <a:pt x="115" y="88"/>
                    <a:pt x="92" y="91"/>
                  </a:cubicBezTo>
                  <a:cubicBezTo>
                    <a:pt x="86" y="92"/>
                    <a:pt x="80" y="94"/>
                    <a:pt x="75" y="96"/>
                  </a:cubicBezTo>
                  <a:cubicBezTo>
                    <a:pt x="70" y="99"/>
                    <a:pt x="66" y="103"/>
                    <a:pt x="59" y="102"/>
                  </a:cubicBezTo>
                  <a:cubicBezTo>
                    <a:pt x="61" y="95"/>
                    <a:pt x="66" y="91"/>
                    <a:pt x="71" y="86"/>
                  </a:cubicBezTo>
                  <a:cubicBezTo>
                    <a:pt x="64" y="86"/>
                    <a:pt x="57" y="92"/>
                    <a:pt x="50" y="93"/>
                  </a:cubicBezTo>
                  <a:cubicBezTo>
                    <a:pt x="52" y="88"/>
                    <a:pt x="55" y="82"/>
                    <a:pt x="58" y="77"/>
                  </a:cubicBezTo>
                  <a:cubicBezTo>
                    <a:pt x="54" y="79"/>
                    <a:pt x="53" y="82"/>
                    <a:pt x="50" y="84"/>
                  </a:cubicBezTo>
                  <a:cubicBezTo>
                    <a:pt x="50" y="80"/>
                    <a:pt x="54" y="76"/>
                    <a:pt x="55" y="72"/>
                  </a:cubicBezTo>
                  <a:cubicBezTo>
                    <a:pt x="49" y="70"/>
                    <a:pt x="44" y="75"/>
                    <a:pt x="40" y="78"/>
                  </a:cubicBezTo>
                  <a:cubicBezTo>
                    <a:pt x="39" y="74"/>
                    <a:pt x="41" y="70"/>
                    <a:pt x="41" y="67"/>
                  </a:cubicBezTo>
                  <a:cubicBezTo>
                    <a:pt x="37" y="66"/>
                    <a:pt x="35" y="69"/>
                    <a:pt x="33" y="72"/>
                  </a:cubicBezTo>
                  <a:cubicBezTo>
                    <a:pt x="28" y="67"/>
                    <a:pt x="27" y="54"/>
                    <a:pt x="20" y="69"/>
                  </a:cubicBezTo>
                  <a:cubicBezTo>
                    <a:pt x="18" y="67"/>
                    <a:pt x="18" y="61"/>
                    <a:pt x="14" y="62"/>
                  </a:cubicBezTo>
                  <a:cubicBezTo>
                    <a:pt x="9" y="62"/>
                    <a:pt x="10" y="70"/>
                    <a:pt x="9" y="72"/>
                  </a:cubicBezTo>
                </a:path>
              </a:pathLst>
            </a:custGeom>
            <a:solidFill>
              <a:srgbClr val="E069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7456" name="Freeform 372">
              <a:extLst>
                <a:ext uri="{FF2B5EF4-FFF2-40B4-BE49-F238E27FC236}">
                  <a16:creationId xmlns:a16="http://schemas.microsoft.com/office/drawing/2014/main" id="{5425302E-27C1-42D7-9BD3-766B2E20FA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5" y="1805"/>
              <a:ext cx="93" cy="156"/>
            </a:xfrm>
            <a:custGeom>
              <a:avLst/>
              <a:gdLst>
                <a:gd name="T0" fmla="*/ 12 w 95"/>
                <a:gd name="T1" fmla="*/ 0 h 161"/>
                <a:gd name="T2" fmla="*/ 31 w 95"/>
                <a:gd name="T3" fmla="*/ 50 h 161"/>
                <a:gd name="T4" fmla="*/ 48 w 95"/>
                <a:gd name="T5" fmla="*/ 77 h 161"/>
                <a:gd name="T6" fmla="*/ 68 w 95"/>
                <a:gd name="T7" fmla="*/ 96 h 161"/>
                <a:gd name="T8" fmla="*/ 89 w 95"/>
                <a:gd name="T9" fmla="*/ 115 h 161"/>
                <a:gd name="T10" fmla="*/ 68 w 95"/>
                <a:gd name="T11" fmla="*/ 107 h 161"/>
                <a:gd name="T12" fmla="*/ 69 w 95"/>
                <a:gd name="T13" fmla="*/ 109 h 161"/>
                <a:gd name="T14" fmla="*/ 59 w 95"/>
                <a:gd name="T15" fmla="*/ 116 h 161"/>
                <a:gd name="T16" fmla="*/ 71 w 95"/>
                <a:gd name="T17" fmla="*/ 140 h 161"/>
                <a:gd name="T18" fmla="*/ 59 w 95"/>
                <a:gd name="T19" fmla="*/ 141 h 161"/>
                <a:gd name="T20" fmla="*/ 48 w 95"/>
                <a:gd name="T21" fmla="*/ 146 h 161"/>
                <a:gd name="T22" fmla="*/ 34 w 95"/>
                <a:gd name="T23" fmla="*/ 140 h 161"/>
                <a:gd name="T24" fmla="*/ 0 w 95"/>
                <a:gd name="T25" fmla="*/ 90 h 161"/>
                <a:gd name="T26" fmla="*/ 23 w 95"/>
                <a:gd name="T27" fmla="*/ 122 h 161"/>
                <a:gd name="T28" fmla="*/ 20 w 95"/>
                <a:gd name="T29" fmla="*/ 106 h 161"/>
                <a:gd name="T30" fmla="*/ 43 w 95"/>
                <a:gd name="T31" fmla="*/ 128 h 161"/>
                <a:gd name="T32" fmla="*/ 38 w 95"/>
                <a:gd name="T33" fmla="*/ 117 h 161"/>
                <a:gd name="T34" fmla="*/ 23 w 95"/>
                <a:gd name="T35" fmla="*/ 94 h 161"/>
                <a:gd name="T36" fmla="*/ 15 w 95"/>
                <a:gd name="T37" fmla="*/ 64 h 161"/>
                <a:gd name="T38" fmla="*/ 48 w 95"/>
                <a:gd name="T39" fmla="*/ 109 h 161"/>
                <a:gd name="T40" fmla="*/ 21 w 95"/>
                <a:gd name="T41" fmla="*/ 53 h 161"/>
                <a:gd name="T42" fmla="*/ 30 w 95"/>
                <a:gd name="T43" fmla="*/ 76 h 161"/>
                <a:gd name="T44" fmla="*/ 51 w 95"/>
                <a:gd name="T45" fmla="*/ 99 h 161"/>
                <a:gd name="T46" fmla="*/ 34 w 95"/>
                <a:gd name="T47" fmla="*/ 76 h 161"/>
                <a:gd name="T48" fmla="*/ 36 w 95"/>
                <a:gd name="T49" fmla="*/ 77 h 161"/>
                <a:gd name="T50" fmla="*/ 19 w 95"/>
                <a:gd name="T51" fmla="*/ 35 h 161"/>
                <a:gd name="T52" fmla="*/ 14 w 95"/>
                <a:gd name="T53" fmla="*/ 17 h 161"/>
                <a:gd name="T54" fmla="*/ 12 w 95"/>
                <a:gd name="T55" fmla="*/ 3 h 161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95" h="161">
                  <a:moveTo>
                    <a:pt x="12" y="0"/>
                  </a:moveTo>
                  <a:cubicBezTo>
                    <a:pt x="17" y="19"/>
                    <a:pt x="25" y="38"/>
                    <a:pt x="34" y="56"/>
                  </a:cubicBezTo>
                  <a:cubicBezTo>
                    <a:pt x="39" y="67"/>
                    <a:pt x="46" y="75"/>
                    <a:pt x="51" y="85"/>
                  </a:cubicBezTo>
                  <a:cubicBezTo>
                    <a:pt x="57" y="96"/>
                    <a:pt x="60" y="100"/>
                    <a:pt x="71" y="105"/>
                  </a:cubicBezTo>
                  <a:cubicBezTo>
                    <a:pt x="82" y="111"/>
                    <a:pt x="88" y="117"/>
                    <a:pt x="95" y="127"/>
                  </a:cubicBezTo>
                  <a:cubicBezTo>
                    <a:pt x="89" y="122"/>
                    <a:pt x="80" y="116"/>
                    <a:pt x="72" y="118"/>
                  </a:cubicBezTo>
                  <a:cubicBezTo>
                    <a:pt x="72" y="118"/>
                    <a:pt x="73" y="119"/>
                    <a:pt x="73" y="120"/>
                  </a:cubicBezTo>
                  <a:cubicBezTo>
                    <a:pt x="67" y="119"/>
                    <a:pt x="64" y="121"/>
                    <a:pt x="62" y="128"/>
                  </a:cubicBezTo>
                  <a:cubicBezTo>
                    <a:pt x="49" y="129"/>
                    <a:pt x="72" y="153"/>
                    <a:pt x="77" y="154"/>
                  </a:cubicBezTo>
                  <a:cubicBezTo>
                    <a:pt x="72" y="155"/>
                    <a:pt x="67" y="154"/>
                    <a:pt x="62" y="156"/>
                  </a:cubicBezTo>
                  <a:cubicBezTo>
                    <a:pt x="58" y="157"/>
                    <a:pt x="56" y="161"/>
                    <a:pt x="51" y="161"/>
                  </a:cubicBezTo>
                  <a:cubicBezTo>
                    <a:pt x="47" y="161"/>
                    <a:pt x="41" y="157"/>
                    <a:pt x="37" y="155"/>
                  </a:cubicBezTo>
                  <a:cubicBezTo>
                    <a:pt x="15" y="144"/>
                    <a:pt x="8" y="121"/>
                    <a:pt x="0" y="99"/>
                  </a:cubicBezTo>
                  <a:cubicBezTo>
                    <a:pt x="7" y="110"/>
                    <a:pt x="14" y="127"/>
                    <a:pt x="25" y="134"/>
                  </a:cubicBezTo>
                  <a:cubicBezTo>
                    <a:pt x="25" y="128"/>
                    <a:pt x="21" y="123"/>
                    <a:pt x="20" y="117"/>
                  </a:cubicBezTo>
                  <a:cubicBezTo>
                    <a:pt x="26" y="124"/>
                    <a:pt x="35" y="141"/>
                    <a:pt x="46" y="140"/>
                  </a:cubicBezTo>
                  <a:cubicBezTo>
                    <a:pt x="47" y="135"/>
                    <a:pt x="43" y="132"/>
                    <a:pt x="41" y="129"/>
                  </a:cubicBezTo>
                  <a:cubicBezTo>
                    <a:pt x="34" y="121"/>
                    <a:pt x="28" y="113"/>
                    <a:pt x="24" y="103"/>
                  </a:cubicBezTo>
                  <a:cubicBezTo>
                    <a:pt x="20" y="92"/>
                    <a:pt x="20" y="80"/>
                    <a:pt x="15" y="70"/>
                  </a:cubicBezTo>
                  <a:cubicBezTo>
                    <a:pt x="12" y="87"/>
                    <a:pt x="36" y="114"/>
                    <a:pt x="51" y="121"/>
                  </a:cubicBezTo>
                  <a:cubicBezTo>
                    <a:pt x="39" y="103"/>
                    <a:pt x="22" y="82"/>
                    <a:pt x="21" y="59"/>
                  </a:cubicBezTo>
                  <a:cubicBezTo>
                    <a:pt x="26" y="67"/>
                    <a:pt x="29" y="75"/>
                    <a:pt x="33" y="83"/>
                  </a:cubicBezTo>
                  <a:cubicBezTo>
                    <a:pt x="36" y="88"/>
                    <a:pt x="45" y="109"/>
                    <a:pt x="54" y="108"/>
                  </a:cubicBezTo>
                  <a:cubicBezTo>
                    <a:pt x="56" y="100"/>
                    <a:pt x="41" y="90"/>
                    <a:pt x="37" y="84"/>
                  </a:cubicBezTo>
                  <a:cubicBezTo>
                    <a:pt x="38" y="84"/>
                    <a:pt x="38" y="84"/>
                    <a:pt x="39" y="85"/>
                  </a:cubicBezTo>
                  <a:cubicBezTo>
                    <a:pt x="35" y="69"/>
                    <a:pt x="25" y="54"/>
                    <a:pt x="19" y="38"/>
                  </a:cubicBezTo>
                  <a:cubicBezTo>
                    <a:pt x="17" y="32"/>
                    <a:pt x="16" y="27"/>
                    <a:pt x="14" y="20"/>
                  </a:cubicBezTo>
                  <a:cubicBezTo>
                    <a:pt x="13" y="14"/>
                    <a:pt x="12" y="9"/>
                    <a:pt x="12" y="3"/>
                  </a:cubicBezTo>
                </a:path>
              </a:pathLst>
            </a:custGeom>
            <a:solidFill>
              <a:srgbClr val="B74D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7457" name="Freeform 373">
              <a:extLst>
                <a:ext uri="{FF2B5EF4-FFF2-40B4-BE49-F238E27FC236}">
                  <a16:creationId xmlns:a16="http://schemas.microsoft.com/office/drawing/2014/main" id="{90807914-7A78-4CB4-9DB4-4F306B3BA68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6" y="1831"/>
              <a:ext cx="18" cy="113"/>
            </a:xfrm>
            <a:custGeom>
              <a:avLst/>
              <a:gdLst>
                <a:gd name="T0" fmla="*/ 0 w 18"/>
                <a:gd name="T1" fmla="*/ 1 h 116"/>
                <a:gd name="T2" fmla="*/ 0 w 18"/>
                <a:gd name="T3" fmla="*/ 2 h 116"/>
                <a:gd name="T4" fmla="*/ 4 w 18"/>
                <a:gd name="T5" fmla="*/ 19 h 116"/>
                <a:gd name="T6" fmla="*/ 8 w 18"/>
                <a:gd name="T7" fmla="*/ 51 h 116"/>
                <a:gd name="T8" fmla="*/ 14 w 18"/>
                <a:gd name="T9" fmla="*/ 77 h 116"/>
                <a:gd name="T10" fmla="*/ 15 w 18"/>
                <a:gd name="T11" fmla="*/ 90 h 116"/>
                <a:gd name="T12" fmla="*/ 13 w 18"/>
                <a:gd name="T13" fmla="*/ 105 h 116"/>
                <a:gd name="T14" fmla="*/ 14 w 18"/>
                <a:gd name="T15" fmla="*/ 107 h 116"/>
                <a:gd name="T16" fmla="*/ 16 w 18"/>
                <a:gd name="T17" fmla="*/ 106 h 116"/>
                <a:gd name="T18" fmla="*/ 18 w 18"/>
                <a:gd name="T19" fmla="*/ 90 h 116"/>
                <a:gd name="T20" fmla="*/ 17 w 18"/>
                <a:gd name="T21" fmla="*/ 76 h 116"/>
                <a:gd name="T22" fmla="*/ 11 w 18"/>
                <a:gd name="T23" fmla="*/ 51 h 116"/>
                <a:gd name="T24" fmla="*/ 7 w 18"/>
                <a:gd name="T25" fmla="*/ 19 h 116"/>
                <a:gd name="T26" fmla="*/ 3 w 18"/>
                <a:gd name="T27" fmla="*/ 2 h 116"/>
                <a:gd name="T28" fmla="*/ 3 w 18"/>
                <a:gd name="T29" fmla="*/ 1 h 116"/>
                <a:gd name="T30" fmla="*/ 2 w 18"/>
                <a:gd name="T31" fmla="*/ 0 h 116"/>
                <a:gd name="T32" fmla="*/ 0 w 18"/>
                <a:gd name="T33" fmla="*/ 1 h 11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8" h="116">
                  <a:moveTo>
                    <a:pt x="0" y="1"/>
                  </a:moveTo>
                  <a:cubicBezTo>
                    <a:pt x="0" y="1"/>
                    <a:pt x="0" y="2"/>
                    <a:pt x="0" y="2"/>
                  </a:cubicBezTo>
                  <a:cubicBezTo>
                    <a:pt x="0" y="8"/>
                    <a:pt x="3" y="15"/>
                    <a:pt x="4" y="21"/>
                  </a:cubicBezTo>
                  <a:cubicBezTo>
                    <a:pt x="5" y="32"/>
                    <a:pt x="7" y="43"/>
                    <a:pt x="8" y="54"/>
                  </a:cubicBezTo>
                  <a:cubicBezTo>
                    <a:pt x="9" y="64"/>
                    <a:pt x="11" y="73"/>
                    <a:pt x="14" y="83"/>
                  </a:cubicBezTo>
                  <a:cubicBezTo>
                    <a:pt x="15" y="87"/>
                    <a:pt x="15" y="91"/>
                    <a:pt x="15" y="96"/>
                  </a:cubicBezTo>
                  <a:cubicBezTo>
                    <a:pt x="15" y="102"/>
                    <a:pt x="14" y="108"/>
                    <a:pt x="13" y="114"/>
                  </a:cubicBezTo>
                  <a:cubicBezTo>
                    <a:pt x="13" y="115"/>
                    <a:pt x="13" y="116"/>
                    <a:pt x="14" y="116"/>
                  </a:cubicBezTo>
                  <a:cubicBezTo>
                    <a:pt x="15" y="116"/>
                    <a:pt x="16" y="116"/>
                    <a:pt x="16" y="115"/>
                  </a:cubicBezTo>
                  <a:cubicBezTo>
                    <a:pt x="17" y="109"/>
                    <a:pt x="18" y="102"/>
                    <a:pt x="18" y="96"/>
                  </a:cubicBezTo>
                  <a:cubicBezTo>
                    <a:pt x="18" y="91"/>
                    <a:pt x="18" y="86"/>
                    <a:pt x="17" y="82"/>
                  </a:cubicBezTo>
                  <a:cubicBezTo>
                    <a:pt x="14" y="72"/>
                    <a:pt x="12" y="63"/>
                    <a:pt x="11" y="54"/>
                  </a:cubicBezTo>
                  <a:cubicBezTo>
                    <a:pt x="10" y="43"/>
                    <a:pt x="8" y="32"/>
                    <a:pt x="7" y="21"/>
                  </a:cubicBezTo>
                  <a:cubicBezTo>
                    <a:pt x="6" y="14"/>
                    <a:pt x="3" y="8"/>
                    <a:pt x="3" y="2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0"/>
                    <a:pt x="3" y="0"/>
                    <a:pt x="2" y="0"/>
                  </a:cubicBezTo>
                  <a:cubicBezTo>
                    <a:pt x="1" y="0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7458" name="Freeform 374">
              <a:extLst>
                <a:ext uri="{FF2B5EF4-FFF2-40B4-BE49-F238E27FC236}">
                  <a16:creationId xmlns:a16="http://schemas.microsoft.com/office/drawing/2014/main" id="{5010B753-8478-4D82-83D2-DEDD9CAB62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4" y="1888"/>
              <a:ext cx="41" cy="134"/>
            </a:xfrm>
            <a:custGeom>
              <a:avLst/>
              <a:gdLst>
                <a:gd name="T0" fmla="*/ 0 w 43"/>
                <a:gd name="T1" fmla="*/ 2 h 138"/>
                <a:gd name="T2" fmla="*/ 1 w 43"/>
                <a:gd name="T3" fmla="*/ 29 h 138"/>
                <a:gd name="T4" fmla="*/ 5 w 43"/>
                <a:gd name="T5" fmla="*/ 53 h 138"/>
                <a:gd name="T6" fmla="*/ 10 w 43"/>
                <a:gd name="T7" fmla="*/ 74 h 138"/>
                <a:gd name="T8" fmla="*/ 16 w 43"/>
                <a:gd name="T9" fmla="*/ 103 h 138"/>
                <a:gd name="T10" fmla="*/ 34 w 43"/>
                <a:gd name="T11" fmla="*/ 126 h 138"/>
                <a:gd name="T12" fmla="*/ 36 w 43"/>
                <a:gd name="T13" fmla="*/ 125 h 138"/>
                <a:gd name="T14" fmla="*/ 36 w 43"/>
                <a:gd name="T15" fmla="*/ 123 h 138"/>
                <a:gd name="T16" fmla="*/ 19 w 43"/>
                <a:gd name="T17" fmla="*/ 102 h 138"/>
                <a:gd name="T18" fmla="*/ 11 w 43"/>
                <a:gd name="T19" fmla="*/ 73 h 138"/>
                <a:gd name="T20" fmla="*/ 8 w 43"/>
                <a:gd name="T21" fmla="*/ 52 h 138"/>
                <a:gd name="T22" fmla="*/ 4 w 43"/>
                <a:gd name="T23" fmla="*/ 29 h 138"/>
                <a:gd name="T24" fmla="*/ 3 w 43"/>
                <a:gd name="T25" fmla="*/ 1 h 138"/>
                <a:gd name="T26" fmla="*/ 1 w 43"/>
                <a:gd name="T27" fmla="*/ 0 h 138"/>
                <a:gd name="T28" fmla="*/ 0 w 43"/>
                <a:gd name="T29" fmla="*/ 2 h 13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43" h="138">
                  <a:moveTo>
                    <a:pt x="0" y="2"/>
                  </a:moveTo>
                  <a:cubicBezTo>
                    <a:pt x="2" y="14"/>
                    <a:pt x="1" y="24"/>
                    <a:pt x="1" y="32"/>
                  </a:cubicBezTo>
                  <a:cubicBezTo>
                    <a:pt x="2" y="42"/>
                    <a:pt x="3" y="50"/>
                    <a:pt x="5" y="59"/>
                  </a:cubicBezTo>
                  <a:cubicBezTo>
                    <a:pt x="6" y="66"/>
                    <a:pt x="9" y="73"/>
                    <a:pt x="11" y="80"/>
                  </a:cubicBezTo>
                  <a:cubicBezTo>
                    <a:pt x="14" y="90"/>
                    <a:pt x="15" y="102"/>
                    <a:pt x="19" y="112"/>
                  </a:cubicBezTo>
                  <a:cubicBezTo>
                    <a:pt x="23" y="123"/>
                    <a:pt x="29" y="132"/>
                    <a:pt x="40" y="138"/>
                  </a:cubicBezTo>
                  <a:cubicBezTo>
                    <a:pt x="41" y="138"/>
                    <a:pt x="42" y="138"/>
                    <a:pt x="42" y="137"/>
                  </a:cubicBezTo>
                  <a:cubicBezTo>
                    <a:pt x="43" y="136"/>
                    <a:pt x="42" y="136"/>
                    <a:pt x="42" y="135"/>
                  </a:cubicBezTo>
                  <a:cubicBezTo>
                    <a:pt x="31" y="130"/>
                    <a:pt x="26" y="121"/>
                    <a:pt x="22" y="111"/>
                  </a:cubicBezTo>
                  <a:cubicBezTo>
                    <a:pt x="18" y="101"/>
                    <a:pt x="17" y="90"/>
                    <a:pt x="14" y="79"/>
                  </a:cubicBezTo>
                  <a:cubicBezTo>
                    <a:pt x="12" y="72"/>
                    <a:pt x="9" y="65"/>
                    <a:pt x="8" y="58"/>
                  </a:cubicBezTo>
                  <a:cubicBezTo>
                    <a:pt x="6" y="49"/>
                    <a:pt x="5" y="42"/>
                    <a:pt x="4" y="32"/>
                  </a:cubicBezTo>
                  <a:cubicBezTo>
                    <a:pt x="4" y="24"/>
                    <a:pt x="5" y="14"/>
                    <a:pt x="3" y="1"/>
                  </a:cubicBezTo>
                  <a:cubicBezTo>
                    <a:pt x="3" y="1"/>
                    <a:pt x="2" y="0"/>
                    <a:pt x="1" y="0"/>
                  </a:cubicBezTo>
                  <a:cubicBezTo>
                    <a:pt x="0" y="0"/>
                    <a:pt x="0" y="1"/>
                    <a:pt x="0" y="2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7459" name="Freeform 375">
              <a:extLst>
                <a:ext uri="{FF2B5EF4-FFF2-40B4-BE49-F238E27FC236}">
                  <a16:creationId xmlns:a16="http://schemas.microsoft.com/office/drawing/2014/main" id="{A27821AF-3AE5-4232-BCF1-E63C30731F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7" y="1895"/>
              <a:ext cx="36" cy="103"/>
            </a:xfrm>
            <a:custGeom>
              <a:avLst/>
              <a:gdLst>
                <a:gd name="T0" fmla="*/ 0 w 37"/>
                <a:gd name="T1" fmla="*/ 2 h 106"/>
                <a:gd name="T2" fmla="*/ 7 w 37"/>
                <a:gd name="T3" fmla="*/ 15 h 106"/>
                <a:gd name="T4" fmla="*/ 13 w 37"/>
                <a:gd name="T5" fmla="*/ 28 h 106"/>
                <a:gd name="T6" fmla="*/ 18 w 37"/>
                <a:gd name="T7" fmla="*/ 51 h 106"/>
                <a:gd name="T8" fmla="*/ 31 w 37"/>
                <a:gd name="T9" fmla="*/ 96 h 106"/>
                <a:gd name="T10" fmla="*/ 33 w 37"/>
                <a:gd name="T11" fmla="*/ 97 h 106"/>
                <a:gd name="T12" fmla="*/ 34 w 37"/>
                <a:gd name="T13" fmla="*/ 95 h 106"/>
                <a:gd name="T14" fmla="*/ 19 w 37"/>
                <a:gd name="T15" fmla="*/ 50 h 106"/>
                <a:gd name="T16" fmla="*/ 15 w 37"/>
                <a:gd name="T17" fmla="*/ 28 h 106"/>
                <a:gd name="T18" fmla="*/ 10 w 37"/>
                <a:gd name="T19" fmla="*/ 13 h 106"/>
                <a:gd name="T20" fmla="*/ 3 w 37"/>
                <a:gd name="T21" fmla="*/ 1 h 106"/>
                <a:gd name="T22" fmla="*/ 1 w 37"/>
                <a:gd name="T23" fmla="*/ 0 h 106"/>
                <a:gd name="T24" fmla="*/ 0 w 37"/>
                <a:gd name="T25" fmla="*/ 2 h 10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7" h="106">
                  <a:moveTo>
                    <a:pt x="0" y="2"/>
                  </a:moveTo>
                  <a:cubicBezTo>
                    <a:pt x="2" y="7"/>
                    <a:pt x="6" y="11"/>
                    <a:pt x="7" y="15"/>
                  </a:cubicBezTo>
                  <a:cubicBezTo>
                    <a:pt x="10" y="20"/>
                    <a:pt x="11" y="25"/>
                    <a:pt x="13" y="31"/>
                  </a:cubicBezTo>
                  <a:cubicBezTo>
                    <a:pt x="14" y="39"/>
                    <a:pt x="17" y="47"/>
                    <a:pt x="19" y="55"/>
                  </a:cubicBezTo>
                  <a:cubicBezTo>
                    <a:pt x="23" y="72"/>
                    <a:pt x="26" y="89"/>
                    <a:pt x="34" y="105"/>
                  </a:cubicBezTo>
                  <a:cubicBezTo>
                    <a:pt x="34" y="106"/>
                    <a:pt x="35" y="106"/>
                    <a:pt x="36" y="106"/>
                  </a:cubicBezTo>
                  <a:cubicBezTo>
                    <a:pt x="37" y="106"/>
                    <a:pt x="37" y="105"/>
                    <a:pt x="37" y="104"/>
                  </a:cubicBezTo>
                  <a:cubicBezTo>
                    <a:pt x="29" y="88"/>
                    <a:pt x="26" y="71"/>
                    <a:pt x="22" y="54"/>
                  </a:cubicBezTo>
                  <a:cubicBezTo>
                    <a:pt x="20" y="46"/>
                    <a:pt x="17" y="39"/>
                    <a:pt x="15" y="31"/>
                  </a:cubicBezTo>
                  <a:cubicBezTo>
                    <a:pt x="14" y="25"/>
                    <a:pt x="13" y="19"/>
                    <a:pt x="10" y="13"/>
                  </a:cubicBezTo>
                  <a:cubicBezTo>
                    <a:pt x="8" y="9"/>
                    <a:pt x="5" y="6"/>
                    <a:pt x="3" y="1"/>
                  </a:cubicBezTo>
                  <a:cubicBezTo>
                    <a:pt x="3" y="0"/>
                    <a:pt x="2" y="0"/>
                    <a:pt x="1" y="0"/>
                  </a:cubicBezTo>
                  <a:cubicBezTo>
                    <a:pt x="1" y="0"/>
                    <a:pt x="0" y="1"/>
                    <a:pt x="0" y="2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7460" name="Freeform 376">
              <a:extLst>
                <a:ext uri="{FF2B5EF4-FFF2-40B4-BE49-F238E27FC236}">
                  <a16:creationId xmlns:a16="http://schemas.microsoft.com/office/drawing/2014/main" id="{6039115C-9F95-4767-8206-0A14ACEF39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0" y="1640"/>
              <a:ext cx="44" cy="38"/>
            </a:xfrm>
            <a:custGeom>
              <a:avLst/>
              <a:gdLst>
                <a:gd name="T0" fmla="*/ 0 w 46"/>
                <a:gd name="T1" fmla="*/ 12 h 39"/>
                <a:gd name="T2" fmla="*/ 10 w 46"/>
                <a:gd name="T3" fmla="*/ 18 h 39"/>
                <a:gd name="T4" fmla="*/ 17 w 46"/>
                <a:gd name="T5" fmla="*/ 25 h 39"/>
                <a:gd name="T6" fmla="*/ 32 w 46"/>
                <a:gd name="T7" fmla="*/ 33 h 39"/>
                <a:gd name="T8" fmla="*/ 34 w 46"/>
                <a:gd name="T9" fmla="*/ 20 h 39"/>
                <a:gd name="T10" fmla="*/ 37 w 46"/>
                <a:gd name="T11" fmla="*/ 0 h 39"/>
                <a:gd name="T12" fmla="*/ 32 w 46"/>
                <a:gd name="T13" fmla="*/ 8 h 39"/>
                <a:gd name="T14" fmla="*/ 24 w 46"/>
                <a:gd name="T15" fmla="*/ 11 h 39"/>
                <a:gd name="T16" fmla="*/ 11 w 46"/>
                <a:gd name="T17" fmla="*/ 11 h 39"/>
                <a:gd name="T18" fmla="*/ 4 w 46"/>
                <a:gd name="T19" fmla="*/ 13 h 3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6" h="39">
                  <a:moveTo>
                    <a:pt x="0" y="12"/>
                  </a:moveTo>
                  <a:cubicBezTo>
                    <a:pt x="2" y="16"/>
                    <a:pt x="7" y="16"/>
                    <a:pt x="10" y="18"/>
                  </a:cubicBezTo>
                  <a:cubicBezTo>
                    <a:pt x="14" y="21"/>
                    <a:pt x="17" y="25"/>
                    <a:pt x="20" y="28"/>
                  </a:cubicBezTo>
                  <a:cubicBezTo>
                    <a:pt x="25" y="31"/>
                    <a:pt x="32" y="34"/>
                    <a:pt x="37" y="36"/>
                  </a:cubicBezTo>
                  <a:cubicBezTo>
                    <a:pt x="46" y="39"/>
                    <a:pt x="41" y="28"/>
                    <a:pt x="40" y="23"/>
                  </a:cubicBezTo>
                  <a:cubicBezTo>
                    <a:pt x="39" y="17"/>
                    <a:pt x="38" y="5"/>
                    <a:pt x="43" y="0"/>
                  </a:cubicBezTo>
                  <a:cubicBezTo>
                    <a:pt x="42" y="2"/>
                    <a:pt x="38" y="6"/>
                    <a:pt x="36" y="8"/>
                  </a:cubicBezTo>
                  <a:cubicBezTo>
                    <a:pt x="34" y="10"/>
                    <a:pt x="30" y="11"/>
                    <a:pt x="27" y="11"/>
                  </a:cubicBezTo>
                  <a:cubicBezTo>
                    <a:pt x="22" y="12"/>
                    <a:pt x="18" y="11"/>
                    <a:pt x="13" y="11"/>
                  </a:cubicBezTo>
                  <a:cubicBezTo>
                    <a:pt x="11" y="12"/>
                    <a:pt x="5" y="12"/>
                    <a:pt x="4" y="13"/>
                  </a:cubicBezTo>
                </a:path>
              </a:pathLst>
            </a:custGeom>
            <a:solidFill>
              <a:srgbClr val="B74D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7461" name="Freeform 377">
              <a:extLst>
                <a:ext uri="{FF2B5EF4-FFF2-40B4-BE49-F238E27FC236}">
                  <a16:creationId xmlns:a16="http://schemas.microsoft.com/office/drawing/2014/main" id="{6EBAE0C7-5049-4501-90B0-7D0EDF9187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5" y="1667"/>
              <a:ext cx="71" cy="88"/>
            </a:xfrm>
            <a:custGeom>
              <a:avLst/>
              <a:gdLst>
                <a:gd name="T0" fmla="*/ 67 w 73"/>
                <a:gd name="T1" fmla="*/ 27 h 91"/>
                <a:gd name="T2" fmla="*/ 51 w 73"/>
                <a:gd name="T3" fmla="*/ 82 h 91"/>
                <a:gd name="T4" fmla="*/ 51 w 73"/>
                <a:gd name="T5" fmla="*/ 42 h 91"/>
                <a:gd name="T6" fmla="*/ 45 w 73"/>
                <a:gd name="T7" fmla="*/ 65 h 91"/>
                <a:gd name="T8" fmla="*/ 46 w 73"/>
                <a:gd name="T9" fmla="*/ 29 h 91"/>
                <a:gd name="T10" fmla="*/ 35 w 73"/>
                <a:gd name="T11" fmla="*/ 45 h 91"/>
                <a:gd name="T12" fmla="*/ 37 w 73"/>
                <a:gd name="T13" fmla="*/ 38 h 91"/>
                <a:gd name="T14" fmla="*/ 25 w 73"/>
                <a:gd name="T15" fmla="*/ 67 h 91"/>
                <a:gd name="T16" fmla="*/ 36 w 73"/>
                <a:gd name="T17" fmla="*/ 22 h 91"/>
                <a:gd name="T18" fmla="*/ 25 w 73"/>
                <a:gd name="T19" fmla="*/ 41 h 91"/>
                <a:gd name="T20" fmla="*/ 31 w 73"/>
                <a:gd name="T21" fmla="*/ 22 h 91"/>
                <a:gd name="T22" fmla="*/ 18 w 73"/>
                <a:gd name="T23" fmla="*/ 32 h 91"/>
                <a:gd name="T24" fmla="*/ 22 w 73"/>
                <a:gd name="T25" fmla="*/ 25 h 91"/>
                <a:gd name="T26" fmla="*/ 12 w 73"/>
                <a:gd name="T27" fmla="*/ 34 h 91"/>
                <a:gd name="T28" fmla="*/ 15 w 73"/>
                <a:gd name="T29" fmla="*/ 26 h 91"/>
                <a:gd name="T30" fmla="*/ 0 w 73"/>
                <a:gd name="T31" fmla="*/ 37 h 91"/>
                <a:gd name="T32" fmla="*/ 29 w 73"/>
                <a:gd name="T33" fmla="*/ 0 h 91"/>
                <a:gd name="T34" fmla="*/ 20 w 73"/>
                <a:gd name="T35" fmla="*/ 15 h 91"/>
                <a:gd name="T36" fmla="*/ 32 w 73"/>
                <a:gd name="T37" fmla="*/ 6 h 91"/>
                <a:gd name="T38" fmla="*/ 26 w 73"/>
                <a:gd name="T39" fmla="*/ 15 h 91"/>
                <a:gd name="T40" fmla="*/ 42 w 73"/>
                <a:gd name="T41" fmla="*/ 9 h 91"/>
                <a:gd name="T42" fmla="*/ 40 w 73"/>
                <a:gd name="T43" fmla="*/ 18 h 91"/>
                <a:gd name="T44" fmla="*/ 53 w 73"/>
                <a:gd name="T45" fmla="*/ 31 h 91"/>
                <a:gd name="T46" fmla="*/ 58 w 73"/>
                <a:gd name="T47" fmla="*/ 26 h 91"/>
                <a:gd name="T48" fmla="*/ 56 w 73"/>
                <a:gd name="T49" fmla="*/ 42 h 91"/>
                <a:gd name="T50" fmla="*/ 66 w 73"/>
                <a:gd name="T51" fmla="*/ 30 h 91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73" h="91">
                  <a:moveTo>
                    <a:pt x="73" y="30"/>
                  </a:moveTo>
                  <a:cubicBezTo>
                    <a:pt x="63" y="50"/>
                    <a:pt x="54" y="69"/>
                    <a:pt x="55" y="91"/>
                  </a:cubicBezTo>
                  <a:cubicBezTo>
                    <a:pt x="50" y="76"/>
                    <a:pt x="55" y="60"/>
                    <a:pt x="54" y="46"/>
                  </a:cubicBezTo>
                  <a:cubicBezTo>
                    <a:pt x="53" y="54"/>
                    <a:pt x="50" y="63"/>
                    <a:pt x="48" y="71"/>
                  </a:cubicBezTo>
                  <a:cubicBezTo>
                    <a:pt x="47" y="58"/>
                    <a:pt x="49" y="45"/>
                    <a:pt x="49" y="32"/>
                  </a:cubicBezTo>
                  <a:cubicBezTo>
                    <a:pt x="44" y="38"/>
                    <a:pt x="41" y="45"/>
                    <a:pt x="38" y="51"/>
                  </a:cubicBezTo>
                  <a:cubicBezTo>
                    <a:pt x="38" y="48"/>
                    <a:pt x="39" y="44"/>
                    <a:pt x="40" y="41"/>
                  </a:cubicBezTo>
                  <a:cubicBezTo>
                    <a:pt x="36" y="51"/>
                    <a:pt x="32" y="63"/>
                    <a:pt x="28" y="73"/>
                  </a:cubicBezTo>
                  <a:cubicBezTo>
                    <a:pt x="29" y="57"/>
                    <a:pt x="34" y="40"/>
                    <a:pt x="39" y="25"/>
                  </a:cubicBezTo>
                  <a:cubicBezTo>
                    <a:pt x="37" y="31"/>
                    <a:pt x="32" y="38"/>
                    <a:pt x="28" y="44"/>
                  </a:cubicBezTo>
                  <a:cubicBezTo>
                    <a:pt x="28" y="37"/>
                    <a:pt x="32" y="31"/>
                    <a:pt x="34" y="25"/>
                  </a:cubicBezTo>
                  <a:cubicBezTo>
                    <a:pt x="29" y="26"/>
                    <a:pt x="25" y="31"/>
                    <a:pt x="21" y="35"/>
                  </a:cubicBezTo>
                  <a:cubicBezTo>
                    <a:pt x="23" y="33"/>
                    <a:pt x="23" y="30"/>
                    <a:pt x="25" y="28"/>
                  </a:cubicBezTo>
                  <a:cubicBezTo>
                    <a:pt x="19" y="28"/>
                    <a:pt x="15" y="33"/>
                    <a:pt x="12" y="37"/>
                  </a:cubicBezTo>
                  <a:cubicBezTo>
                    <a:pt x="14" y="35"/>
                    <a:pt x="14" y="32"/>
                    <a:pt x="15" y="29"/>
                  </a:cubicBezTo>
                  <a:cubicBezTo>
                    <a:pt x="8" y="28"/>
                    <a:pt x="3" y="36"/>
                    <a:pt x="0" y="40"/>
                  </a:cubicBezTo>
                  <a:cubicBezTo>
                    <a:pt x="5" y="27"/>
                    <a:pt x="19" y="8"/>
                    <a:pt x="32" y="0"/>
                  </a:cubicBezTo>
                  <a:cubicBezTo>
                    <a:pt x="29" y="6"/>
                    <a:pt x="25" y="11"/>
                    <a:pt x="23" y="17"/>
                  </a:cubicBezTo>
                  <a:cubicBezTo>
                    <a:pt x="27" y="14"/>
                    <a:pt x="30" y="8"/>
                    <a:pt x="35" y="6"/>
                  </a:cubicBezTo>
                  <a:cubicBezTo>
                    <a:pt x="33" y="10"/>
                    <a:pt x="30" y="14"/>
                    <a:pt x="29" y="18"/>
                  </a:cubicBezTo>
                  <a:cubicBezTo>
                    <a:pt x="35" y="17"/>
                    <a:pt x="39" y="11"/>
                    <a:pt x="45" y="9"/>
                  </a:cubicBezTo>
                  <a:cubicBezTo>
                    <a:pt x="44" y="13"/>
                    <a:pt x="43" y="17"/>
                    <a:pt x="43" y="21"/>
                  </a:cubicBezTo>
                  <a:cubicBezTo>
                    <a:pt x="54" y="16"/>
                    <a:pt x="58" y="19"/>
                    <a:pt x="58" y="34"/>
                  </a:cubicBezTo>
                  <a:cubicBezTo>
                    <a:pt x="59" y="32"/>
                    <a:pt x="62" y="31"/>
                    <a:pt x="64" y="29"/>
                  </a:cubicBezTo>
                  <a:cubicBezTo>
                    <a:pt x="64" y="34"/>
                    <a:pt x="61" y="40"/>
                    <a:pt x="62" y="45"/>
                  </a:cubicBezTo>
                  <a:cubicBezTo>
                    <a:pt x="66" y="41"/>
                    <a:pt x="68" y="36"/>
                    <a:pt x="72" y="33"/>
                  </a:cubicBezTo>
                </a:path>
              </a:pathLst>
            </a:custGeom>
            <a:solidFill>
              <a:srgbClr val="EE7E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7462" name="Freeform 378">
              <a:extLst>
                <a:ext uri="{FF2B5EF4-FFF2-40B4-BE49-F238E27FC236}">
                  <a16:creationId xmlns:a16="http://schemas.microsoft.com/office/drawing/2014/main" id="{DCE741D1-608C-48D5-842C-66D0CCC4A4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8" y="1596"/>
              <a:ext cx="122" cy="72"/>
            </a:xfrm>
            <a:custGeom>
              <a:avLst/>
              <a:gdLst>
                <a:gd name="T0" fmla="*/ 20 w 126"/>
                <a:gd name="T1" fmla="*/ 2 h 74"/>
                <a:gd name="T2" fmla="*/ 1 w 126"/>
                <a:gd name="T3" fmla="*/ 37 h 74"/>
                <a:gd name="T4" fmla="*/ 12 w 126"/>
                <a:gd name="T5" fmla="*/ 18 h 74"/>
                <a:gd name="T6" fmla="*/ 5 w 126"/>
                <a:gd name="T7" fmla="*/ 32 h 74"/>
                <a:gd name="T8" fmla="*/ 12 w 126"/>
                <a:gd name="T9" fmla="*/ 24 h 74"/>
                <a:gd name="T10" fmla="*/ 9 w 126"/>
                <a:gd name="T11" fmla="*/ 36 h 74"/>
                <a:gd name="T12" fmla="*/ 15 w 126"/>
                <a:gd name="T13" fmla="*/ 31 h 74"/>
                <a:gd name="T14" fmla="*/ 15 w 126"/>
                <a:gd name="T15" fmla="*/ 37 h 74"/>
                <a:gd name="T16" fmla="*/ 23 w 126"/>
                <a:gd name="T17" fmla="*/ 30 h 74"/>
                <a:gd name="T18" fmla="*/ 23 w 126"/>
                <a:gd name="T19" fmla="*/ 37 h 74"/>
                <a:gd name="T20" fmla="*/ 33 w 126"/>
                <a:gd name="T21" fmla="*/ 33 h 74"/>
                <a:gd name="T22" fmla="*/ 32 w 126"/>
                <a:gd name="T23" fmla="*/ 40 h 74"/>
                <a:gd name="T24" fmla="*/ 46 w 126"/>
                <a:gd name="T25" fmla="*/ 35 h 74"/>
                <a:gd name="T26" fmla="*/ 34 w 126"/>
                <a:gd name="T27" fmla="*/ 52 h 74"/>
                <a:gd name="T28" fmla="*/ 52 w 126"/>
                <a:gd name="T29" fmla="*/ 45 h 74"/>
                <a:gd name="T30" fmla="*/ 45 w 126"/>
                <a:gd name="T31" fmla="*/ 53 h 74"/>
                <a:gd name="T32" fmla="*/ 70 w 126"/>
                <a:gd name="T33" fmla="*/ 50 h 74"/>
                <a:gd name="T34" fmla="*/ 48 w 126"/>
                <a:gd name="T35" fmla="*/ 65 h 74"/>
                <a:gd name="T36" fmla="*/ 76 w 126"/>
                <a:gd name="T37" fmla="*/ 54 h 74"/>
                <a:gd name="T38" fmla="*/ 114 w 126"/>
                <a:gd name="T39" fmla="*/ 47 h 74"/>
                <a:gd name="T40" fmla="*/ 102 w 126"/>
                <a:gd name="T41" fmla="*/ 43 h 74"/>
                <a:gd name="T42" fmla="*/ 72 w 126"/>
                <a:gd name="T43" fmla="*/ 52 h 74"/>
                <a:gd name="T44" fmla="*/ 86 w 126"/>
                <a:gd name="T45" fmla="*/ 40 h 74"/>
                <a:gd name="T46" fmla="*/ 65 w 126"/>
                <a:gd name="T47" fmla="*/ 46 h 74"/>
                <a:gd name="T48" fmla="*/ 72 w 126"/>
                <a:gd name="T49" fmla="*/ 33 h 74"/>
                <a:gd name="T50" fmla="*/ 52 w 126"/>
                <a:gd name="T51" fmla="*/ 40 h 74"/>
                <a:gd name="T52" fmla="*/ 61 w 126"/>
                <a:gd name="T53" fmla="*/ 31 h 74"/>
                <a:gd name="T54" fmla="*/ 50 w 126"/>
                <a:gd name="T55" fmla="*/ 37 h 74"/>
                <a:gd name="T56" fmla="*/ 57 w 126"/>
                <a:gd name="T57" fmla="*/ 19 h 74"/>
                <a:gd name="T58" fmla="*/ 45 w 126"/>
                <a:gd name="T59" fmla="*/ 29 h 74"/>
                <a:gd name="T60" fmla="*/ 46 w 126"/>
                <a:gd name="T61" fmla="*/ 19 h 74"/>
                <a:gd name="T62" fmla="*/ 36 w 126"/>
                <a:gd name="T63" fmla="*/ 20 h 74"/>
                <a:gd name="T64" fmla="*/ 36 w 126"/>
                <a:gd name="T65" fmla="*/ 17 h 74"/>
                <a:gd name="T66" fmla="*/ 22 w 126"/>
                <a:gd name="T67" fmla="*/ 21 h 74"/>
                <a:gd name="T68" fmla="*/ 26 w 126"/>
                <a:gd name="T69" fmla="*/ 15 h 74"/>
                <a:gd name="T70" fmla="*/ 19 w 126"/>
                <a:gd name="T71" fmla="*/ 18 h 74"/>
                <a:gd name="T72" fmla="*/ 17 w 126"/>
                <a:gd name="T73" fmla="*/ 0 h 74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126" h="74">
                  <a:moveTo>
                    <a:pt x="23" y="2"/>
                  </a:moveTo>
                  <a:cubicBezTo>
                    <a:pt x="10" y="1"/>
                    <a:pt x="0" y="30"/>
                    <a:pt x="1" y="40"/>
                  </a:cubicBezTo>
                  <a:cubicBezTo>
                    <a:pt x="3" y="33"/>
                    <a:pt x="6" y="24"/>
                    <a:pt x="12" y="21"/>
                  </a:cubicBezTo>
                  <a:cubicBezTo>
                    <a:pt x="10" y="26"/>
                    <a:pt x="6" y="30"/>
                    <a:pt x="5" y="35"/>
                  </a:cubicBezTo>
                  <a:cubicBezTo>
                    <a:pt x="7" y="33"/>
                    <a:pt x="10" y="30"/>
                    <a:pt x="12" y="27"/>
                  </a:cubicBezTo>
                  <a:cubicBezTo>
                    <a:pt x="11" y="30"/>
                    <a:pt x="9" y="35"/>
                    <a:pt x="9" y="39"/>
                  </a:cubicBezTo>
                  <a:cubicBezTo>
                    <a:pt x="11" y="37"/>
                    <a:pt x="14" y="36"/>
                    <a:pt x="16" y="34"/>
                  </a:cubicBezTo>
                  <a:cubicBezTo>
                    <a:pt x="15" y="36"/>
                    <a:pt x="17" y="39"/>
                    <a:pt x="17" y="40"/>
                  </a:cubicBezTo>
                  <a:cubicBezTo>
                    <a:pt x="20" y="39"/>
                    <a:pt x="22" y="35"/>
                    <a:pt x="26" y="33"/>
                  </a:cubicBezTo>
                  <a:cubicBezTo>
                    <a:pt x="25" y="35"/>
                    <a:pt x="26" y="38"/>
                    <a:pt x="26" y="40"/>
                  </a:cubicBezTo>
                  <a:cubicBezTo>
                    <a:pt x="29" y="40"/>
                    <a:pt x="33" y="37"/>
                    <a:pt x="36" y="36"/>
                  </a:cubicBezTo>
                  <a:cubicBezTo>
                    <a:pt x="35" y="38"/>
                    <a:pt x="35" y="41"/>
                    <a:pt x="35" y="43"/>
                  </a:cubicBezTo>
                  <a:cubicBezTo>
                    <a:pt x="40" y="42"/>
                    <a:pt x="44" y="37"/>
                    <a:pt x="51" y="38"/>
                  </a:cubicBezTo>
                  <a:cubicBezTo>
                    <a:pt x="46" y="43"/>
                    <a:pt x="41" y="49"/>
                    <a:pt x="37" y="55"/>
                  </a:cubicBezTo>
                  <a:cubicBezTo>
                    <a:pt x="44" y="53"/>
                    <a:pt x="50" y="47"/>
                    <a:pt x="58" y="48"/>
                  </a:cubicBezTo>
                  <a:cubicBezTo>
                    <a:pt x="55" y="51"/>
                    <a:pt x="50" y="54"/>
                    <a:pt x="49" y="58"/>
                  </a:cubicBezTo>
                  <a:cubicBezTo>
                    <a:pt x="58" y="58"/>
                    <a:pt x="67" y="50"/>
                    <a:pt x="76" y="53"/>
                  </a:cubicBezTo>
                  <a:cubicBezTo>
                    <a:pt x="69" y="60"/>
                    <a:pt x="58" y="61"/>
                    <a:pt x="54" y="71"/>
                  </a:cubicBezTo>
                  <a:cubicBezTo>
                    <a:pt x="62" y="74"/>
                    <a:pt x="77" y="62"/>
                    <a:pt x="84" y="59"/>
                  </a:cubicBezTo>
                  <a:cubicBezTo>
                    <a:pt x="97" y="54"/>
                    <a:pt x="111" y="50"/>
                    <a:pt x="126" y="50"/>
                  </a:cubicBezTo>
                  <a:cubicBezTo>
                    <a:pt x="120" y="50"/>
                    <a:pt x="117" y="47"/>
                    <a:pt x="112" y="46"/>
                  </a:cubicBezTo>
                  <a:cubicBezTo>
                    <a:pt x="99" y="44"/>
                    <a:pt x="89" y="50"/>
                    <a:pt x="78" y="55"/>
                  </a:cubicBezTo>
                  <a:cubicBezTo>
                    <a:pt x="83" y="51"/>
                    <a:pt x="90" y="48"/>
                    <a:pt x="95" y="43"/>
                  </a:cubicBezTo>
                  <a:cubicBezTo>
                    <a:pt x="86" y="43"/>
                    <a:pt x="80" y="50"/>
                    <a:pt x="71" y="49"/>
                  </a:cubicBezTo>
                  <a:cubicBezTo>
                    <a:pt x="71" y="44"/>
                    <a:pt x="76" y="42"/>
                    <a:pt x="78" y="36"/>
                  </a:cubicBezTo>
                  <a:cubicBezTo>
                    <a:pt x="72" y="34"/>
                    <a:pt x="63" y="40"/>
                    <a:pt x="58" y="43"/>
                  </a:cubicBezTo>
                  <a:cubicBezTo>
                    <a:pt x="61" y="40"/>
                    <a:pt x="65" y="37"/>
                    <a:pt x="67" y="34"/>
                  </a:cubicBezTo>
                  <a:cubicBezTo>
                    <a:pt x="63" y="35"/>
                    <a:pt x="60" y="38"/>
                    <a:pt x="56" y="40"/>
                  </a:cubicBezTo>
                  <a:cubicBezTo>
                    <a:pt x="57" y="34"/>
                    <a:pt x="61" y="29"/>
                    <a:pt x="63" y="22"/>
                  </a:cubicBezTo>
                  <a:cubicBezTo>
                    <a:pt x="58" y="25"/>
                    <a:pt x="55" y="31"/>
                    <a:pt x="49" y="32"/>
                  </a:cubicBezTo>
                  <a:cubicBezTo>
                    <a:pt x="49" y="29"/>
                    <a:pt x="49" y="26"/>
                    <a:pt x="51" y="22"/>
                  </a:cubicBezTo>
                  <a:cubicBezTo>
                    <a:pt x="47" y="20"/>
                    <a:pt x="42" y="22"/>
                    <a:pt x="39" y="23"/>
                  </a:cubicBezTo>
                  <a:cubicBezTo>
                    <a:pt x="39" y="21"/>
                    <a:pt x="38" y="19"/>
                    <a:pt x="39" y="17"/>
                  </a:cubicBezTo>
                  <a:cubicBezTo>
                    <a:pt x="34" y="17"/>
                    <a:pt x="29" y="21"/>
                    <a:pt x="25" y="24"/>
                  </a:cubicBezTo>
                  <a:cubicBezTo>
                    <a:pt x="26" y="21"/>
                    <a:pt x="27" y="17"/>
                    <a:pt x="29" y="15"/>
                  </a:cubicBezTo>
                  <a:cubicBezTo>
                    <a:pt x="26" y="16"/>
                    <a:pt x="24" y="18"/>
                    <a:pt x="22" y="20"/>
                  </a:cubicBezTo>
                  <a:cubicBezTo>
                    <a:pt x="14" y="17"/>
                    <a:pt x="13" y="5"/>
                    <a:pt x="20" y="0"/>
                  </a:cubicBezTo>
                </a:path>
              </a:pathLst>
            </a:custGeom>
            <a:solidFill>
              <a:srgbClr val="EE7E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7463" name="Freeform 379">
              <a:extLst>
                <a:ext uri="{FF2B5EF4-FFF2-40B4-BE49-F238E27FC236}">
                  <a16:creationId xmlns:a16="http://schemas.microsoft.com/office/drawing/2014/main" id="{166F0595-FDE8-4439-AE6D-3C279D655F8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7" y="1688"/>
              <a:ext cx="89" cy="232"/>
            </a:xfrm>
            <a:custGeom>
              <a:avLst/>
              <a:gdLst>
                <a:gd name="T0" fmla="*/ 24 w 92"/>
                <a:gd name="T1" fmla="*/ 0 h 238"/>
                <a:gd name="T2" fmla="*/ 15 w 92"/>
                <a:gd name="T3" fmla="*/ 42 h 238"/>
                <a:gd name="T4" fmla="*/ 14 w 92"/>
                <a:gd name="T5" fmla="*/ 109 h 238"/>
                <a:gd name="T6" fmla="*/ 40 w 92"/>
                <a:gd name="T7" fmla="*/ 172 h 238"/>
                <a:gd name="T8" fmla="*/ 54 w 92"/>
                <a:gd name="T9" fmla="*/ 197 h 238"/>
                <a:gd name="T10" fmla="*/ 79 w 92"/>
                <a:gd name="T11" fmla="*/ 215 h 238"/>
                <a:gd name="T12" fmla="*/ 41 w 92"/>
                <a:gd name="T13" fmla="*/ 138 h 238"/>
                <a:gd name="T14" fmla="*/ 22 w 92"/>
                <a:gd name="T15" fmla="*/ 50 h 238"/>
                <a:gd name="T16" fmla="*/ 24 w 92"/>
                <a:gd name="T17" fmla="*/ 0 h 23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2" h="238">
                  <a:moveTo>
                    <a:pt x="27" y="0"/>
                  </a:moveTo>
                  <a:cubicBezTo>
                    <a:pt x="27" y="0"/>
                    <a:pt x="26" y="30"/>
                    <a:pt x="15" y="45"/>
                  </a:cubicBezTo>
                  <a:cubicBezTo>
                    <a:pt x="4" y="60"/>
                    <a:pt x="0" y="89"/>
                    <a:pt x="14" y="118"/>
                  </a:cubicBezTo>
                  <a:cubicBezTo>
                    <a:pt x="28" y="147"/>
                    <a:pt x="37" y="176"/>
                    <a:pt x="43" y="186"/>
                  </a:cubicBezTo>
                  <a:cubicBezTo>
                    <a:pt x="49" y="197"/>
                    <a:pt x="51" y="208"/>
                    <a:pt x="60" y="212"/>
                  </a:cubicBezTo>
                  <a:cubicBezTo>
                    <a:pt x="68" y="216"/>
                    <a:pt x="84" y="228"/>
                    <a:pt x="88" y="233"/>
                  </a:cubicBezTo>
                  <a:cubicBezTo>
                    <a:pt x="92" y="238"/>
                    <a:pt x="62" y="193"/>
                    <a:pt x="44" y="150"/>
                  </a:cubicBezTo>
                  <a:cubicBezTo>
                    <a:pt x="27" y="106"/>
                    <a:pt x="20" y="80"/>
                    <a:pt x="25" y="53"/>
                  </a:cubicBezTo>
                  <a:cubicBezTo>
                    <a:pt x="30" y="26"/>
                    <a:pt x="27" y="0"/>
                    <a:pt x="27" y="0"/>
                  </a:cubicBezTo>
                  <a:close/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7464" name="Freeform 380">
              <a:extLst>
                <a:ext uri="{FF2B5EF4-FFF2-40B4-BE49-F238E27FC236}">
                  <a16:creationId xmlns:a16="http://schemas.microsoft.com/office/drawing/2014/main" id="{48E7C95A-65D1-4537-887F-BD09ABEC69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6" y="1991"/>
              <a:ext cx="45" cy="71"/>
            </a:xfrm>
            <a:custGeom>
              <a:avLst/>
              <a:gdLst>
                <a:gd name="T0" fmla="*/ 0 w 46"/>
                <a:gd name="T1" fmla="*/ 2 h 73"/>
                <a:gd name="T2" fmla="*/ 19 w 46"/>
                <a:gd name="T3" fmla="*/ 18 h 73"/>
                <a:gd name="T4" fmla="*/ 38 w 46"/>
                <a:gd name="T5" fmla="*/ 30 h 73"/>
                <a:gd name="T6" fmla="*/ 25 w 46"/>
                <a:gd name="T7" fmla="*/ 35 h 73"/>
                <a:gd name="T8" fmla="*/ 43 w 46"/>
                <a:gd name="T9" fmla="*/ 67 h 73"/>
                <a:gd name="T10" fmla="*/ 30 w 46"/>
                <a:gd name="T11" fmla="*/ 55 h 73"/>
                <a:gd name="T12" fmla="*/ 16 w 46"/>
                <a:gd name="T13" fmla="*/ 35 h 73"/>
                <a:gd name="T14" fmla="*/ 3 w 46"/>
                <a:gd name="T15" fmla="*/ 4 h 7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6" h="73">
                  <a:moveTo>
                    <a:pt x="0" y="2"/>
                  </a:moveTo>
                  <a:cubicBezTo>
                    <a:pt x="4" y="0"/>
                    <a:pt x="15" y="17"/>
                    <a:pt x="19" y="20"/>
                  </a:cubicBezTo>
                  <a:cubicBezTo>
                    <a:pt x="25" y="25"/>
                    <a:pt x="36" y="28"/>
                    <a:pt x="41" y="33"/>
                  </a:cubicBezTo>
                  <a:cubicBezTo>
                    <a:pt x="34" y="33"/>
                    <a:pt x="27" y="26"/>
                    <a:pt x="28" y="38"/>
                  </a:cubicBezTo>
                  <a:cubicBezTo>
                    <a:pt x="29" y="50"/>
                    <a:pt x="38" y="64"/>
                    <a:pt x="46" y="73"/>
                  </a:cubicBezTo>
                  <a:cubicBezTo>
                    <a:pt x="42" y="69"/>
                    <a:pt x="37" y="65"/>
                    <a:pt x="33" y="61"/>
                  </a:cubicBezTo>
                  <a:cubicBezTo>
                    <a:pt x="27" y="54"/>
                    <a:pt x="22" y="46"/>
                    <a:pt x="16" y="38"/>
                  </a:cubicBezTo>
                  <a:cubicBezTo>
                    <a:pt x="9" y="29"/>
                    <a:pt x="3" y="15"/>
                    <a:pt x="3" y="4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7465" name="Freeform 381">
              <a:extLst>
                <a:ext uri="{FF2B5EF4-FFF2-40B4-BE49-F238E27FC236}">
                  <a16:creationId xmlns:a16="http://schemas.microsoft.com/office/drawing/2014/main" id="{DC51045F-91BD-472E-A754-53F3F0BCFE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3" y="1993"/>
              <a:ext cx="57" cy="83"/>
            </a:xfrm>
            <a:custGeom>
              <a:avLst/>
              <a:gdLst>
                <a:gd name="T0" fmla="*/ 53 w 59"/>
                <a:gd name="T1" fmla="*/ 0 h 85"/>
                <a:gd name="T2" fmla="*/ 25 w 59"/>
                <a:gd name="T3" fmla="*/ 25 h 85"/>
                <a:gd name="T4" fmla="*/ 5 w 59"/>
                <a:gd name="T5" fmla="*/ 47 h 85"/>
                <a:gd name="T6" fmla="*/ 5 w 59"/>
                <a:gd name="T7" fmla="*/ 79 h 85"/>
                <a:gd name="T8" fmla="*/ 14 w 59"/>
                <a:gd name="T9" fmla="*/ 61 h 85"/>
                <a:gd name="T10" fmla="*/ 25 w 59"/>
                <a:gd name="T11" fmla="*/ 48 h 85"/>
                <a:gd name="T12" fmla="*/ 32 w 59"/>
                <a:gd name="T13" fmla="*/ 33 h 85"/>
                <a:gd name="T14" fmla="*/ 53 w 59"/>
                <a:gd name="T15" fmla="*/ 2 h 8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9" h="85">
                  <a:moveTo>
                    <a:pt x="59" y="0"/>
                  </a:moveTo>
                  <a:cubicBezTo>
                    <a:pt x="45" y="1"/>
                    <a:pt x="36" y="19"/>
                    <a:pt x="28" y="28"/>
                  </a:cubicBezTo>
                  <a:cubicBezTo>
                    <a:pt x="22" y="36"/>
                    <a:pt x="11" y="42"/>
                    <a:pt x="5" y="50"/>
                  </a:cubicBezTo>
                  <a:cubicBezTo>
                    <a:pt x="0" y="57"/>
                    <a:pt x="3" y="77"/>
                    <a:pt x="5" y="85"/>
                  </a:cubicBezTo>
                  <a:cubicBezTo>
                    <a:pt x="6" y="79"/>
                    <a:pt x="12" y="71"/>
                    <a:pt x="15" y="66"/>
                  </a:cubicBezTo>
                  <a:cubicBezTo>
                    <a:pt x="19" y="60"/>
                    <a:pt x="24" y="56"/>
                    <a:pt x="28" y="51"/>
                  </a:cubicBezTo>
                  <a:cubicBezTo>
                    <a:pt x="31" y="47"/>
                    <a:pt x="33" y="41"/>
                    <a:pt x="35" y="36"/>
                  </a:cubicBezTo>
                  <a:cubicBezTo>
                    <a:pt x="42" y="24"/>
                    <a:pt x="51" y="13"/>
                    <a:pt x="59" y="2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7466" name="Freeform 382">
              <a:extLst>
                <a:ext uri="{FF2B5EF4-FFF2-40B4-BE49-F238E27FC236}">
                  <a16:creationId xmlns:a16="http://schemas.microsoft.com/office/drawing/2014/main" id="{3D6DA001-28DE-4368-BD30-ED9A88B792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7" y="2058"/>
              <a:ext cx="87" cy="42"/>
            </a:xfrm>
            <a:custGeom>
              <a:avLst/>
              <a:gdLst>
                <a:gd name="T0" fmla="*/ 81 w 89"/>
                <a:gd name="T1" fmla="*/ 11 h 44"/>
                <a:gd name="T2" fmla="*/ 64 w 89"/>
                <a:gd name="T3" fmla="*/ 17 h 44"/>
                <a:gd name="T4" fmla="*/ 39 w 89"/>
                <a:gd name="T5" fmla="*/ 11 h 44"/>
                <a:gd name="T6" fmla="*/ 0 w 89"/>
                <a:gd name="T7" fmla="*/ 9 h 44"/>
                <a:gd name="T8" fmla="*/ 23 w 89"/>
                <a:gd name="T9" fmla="*/ 12 h 44"/>
                <a:gd name="T10" fmla="*/ 51 w 89"/>
                <a:gd name="T11" fmla="*/ 28 h 44"/>
                <a:gd name="T12" fmla="*/ 82 w 89"/>
                <a:gd name="T13" fmla="*/ 37 h 44"/>
                <a:gd name="T14" fmla="*/ 79 w 89"/>
                <a:gd name="T15" fmla="*/ 11 h 4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9" h="44">
                  <a:moveTo>
                    <a:pt x="87" y="13"/>
                  </a:moveTo>
                  <a:cubicBezTo>
                    <a:pt x="84" y="17"/>
                    <a:pt x="73" y="19"/>
                    <a:pt x="68" y="20"/>
                  </a:cubicBezTo>
                  <a:cubicBezTo>
                    <a:pt x="61" y="21"/>
                    <a:pt x="48" y="16"/>
                    <a:pt x="42" y="13"/>
                  </a:cubicBezTo>
                  <a:cubicBezTo>
                    <a:pt x="33" y="10"/>
                    <a:pt x="7" y="0"/>
                    <a:pt x="0" y="9"/>
                  </a:cubicBezTo>
                  <a:cubicBezTo>
                    <a:pt x="8" y="13"/>
                    <a:pt x="18" y="11"/>
                    <a:pt x="26" y="15"/>
                  </a:cubicBezTo>
                  <a:cubicBezTo>
                    <a:pt x="37" y="18"/>
                    <a:pt x="45" y="25"/>
                    <a:pt x="54" y="31"/>
                  </a:cubicBezTo>
                  <a:cubicBezTo>
                    <a:pt x="64" y="38"/>
                    <a:pt x="75" y="44"/>
                    <a:pt x="88" y="43"/>
                  </a:cubicBezTo>
                  <a:cubicBezTo>
                    <a:pt x="89" y="33"/>
                    <a:pt x="84" y="23"/>
                    <a:pt x="85" y="12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7467" name="Freeform 383">
              <a:extLst>
                <a:ext uri="{FF2B5EF4-FFF2-40B4-BE49-F238E27FC236}">
                  <a16:creationId xmlns:a16="http://schemas.microsoft.com/office/drawing/2014/main" id="{E3EC5FB5-FCD5-44AC-BAAC-67A9209832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3" y="2032"/>
              <a:ext cx="25" cy="34"/>
            </a:xfrm>
            <a:custGeom>
              <a:avLst/>
              <a:gdLst>
                <a:gd name="T0" fmla="*/ 0 w 26"/>
                <a:gd name="T1" fmla="*/ 19 h 35"/>
                <a:gd name="T2" fmla="*/ 19 w 26"/>
                <a:gd name="T3" fmla="*/ 20 h 35"/>
                <a:gd name="T4" fmla="*/ 23 w 26"/>
                <a:gd name="T5" fmla="*/ 0 h 35"/>
                <a:gd name="T6" fmla="*/ 8 w 26"/>
                <a:gd name="T7" fmla="*/ 20 h 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35">
                  <a:moveTo>
                    <a:pt x="0" y="22"/>
                  </a:moveTo>
                  <a:cubicBezTo>
                    <a:pt x="7" y="29"/>
                    <a:pt x="17" y="35"/>
                    <a:pt x="22" y="23"/>
                  </a:cubicBezTo>
                  <a:cubicBezTo>
                    <a:pt x="25" y="17"/>
                    <a:pt x="26" y="7"/>
                    <a:pt x="26" y="0"/>
                  </a:cubicBezTo>
                  <a:cubicBezTo>
                    <a:pt x="21" y="10"/>
                    <a:pt x="23" y="23"/>
                    <a:pt x="8" y="23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7468" name="Freeform 384">
              <a:extLst>
                <a:ext uri="{FF2B5EF4-FFF2-40B4-BE49-F238E27FC236}">
                  <a16:creationId xmlns:a16="http://schemas.microsoft.com/office/drawing/2014/main" id="{83E520F2-5221-427B-99E5-3949B3901F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0" y="1880"/>
              <a:ext cx="61" cy="109"/>
            </a:xfrm>
            <a:custGeom>
              <a:avLst/>
              <a:gdLst>
                <a:gd name="T0" fmla="*/ 3 w 62"/>
                <a:gd name="T1" fmla="*/ 9 h 112"/>
                <a:gd name="T2" fmla="*/ 3 w 62"/>
                <a:gd name="T3" fmla="*/ 8 h 112"/>
                <a:gd name="T4" fmla="*/ 35 w 62"/>
                <a:gd name="T5" fmla="*/ 59 h 112"/>
                <a:gd name="T6" fmla="*/ 59 w 62"/>
                <a:gd name="T7" fmla="*/ 103 h 112"/>
                <a:gd name="T8" fmla="*/ 35 w 62"/>
                <a:gd name="T9" fmla="*/ 50 h 112"/>
                <a:gd name="T10" fmla="*/ 18 w 62"/>
                <a:gd name="T11" fmla="*/ 18 h 112"/>
                <a:gd name="T12" fmla="*/ 0 w 62"/>
                <a:gd name="T13" fmla="*/ 0 h 1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2" h="112">
                  <a:moveTo>
                    <a:pt x="3" y="9"/>
                  </a:moveTo>
                  <a:cubicBezTo>
                    <a:pt x="3" y="8"/>
                    <a:pt x="3" y="8"/>
                    <a:pt x="3" y="8"/>
                  </a:cubicBezTo>
                  <a:cubicBezTo>
                    <a:pt x="17" y="25"/>
                    <a:pt x="27" y="46"/>
                    <a:pt x="38" y="65"/>
                  </a:cubicBezTo>
                  <a:cubicBezTo>
                    <a:pt x="46" y="80"/>
                    <a:pt x="54" y="96"/>
                    <a:pt x="62" y="112"/>
                  </a:cubicBezTo>
                  <a:cubicBezTo>
                    <a:pt x="54" y="92"/>
                    <a:pt x="44" y="74"/>
                    <a:pt x="38" y="53"/>
                  </a:cubicBezTo>
                  <a:cubicBezTo>
                    <a:pt x="34" y="40"/>
                    <a:pt x="26" y="28"/>
                    <a:pt x="18" y="18"/>
                  </a:cubicBezTo>
                  <a:cubicBezTo>
                    <a:pt x="12" y="12"/>
                    <a:pt x="5" y="7"/>
                    <a:pt x="0" y="0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7469" name="Freeform 385">
              <a:extLst>
                <a:ext uri="{FF2B5EF4-FFF2-40B4-BE49-F238E27FC236}">
                  <a16:creationId xmlns:a16="http://schemas.microsoft.com/office/drawing/2014/main" id="{8B4850B4-4EEE-4966-AD8B-F2A2469023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1" y="1955"/>
              <a:ext cx="92" cy="69"/>
            </a:xfrm>
            <a:custGeom>
              <a:avLst/>
              <a:gdLst>
                <a:gd name="T0" fmla="*/ 83 w 95"/>
                <a:gd name="T1" fmla="*/ 15 h 71"/>
                <a:gd name="T2" fmla="*/ 57 w 95"/>
                <a:gd name="T3" fmla="*/ 34 h 71"/>
                <a:gd name="T4" fmla="*/ 53 w 95"/>
                <a:gd name="T5" fmla="*/ 65 h 71"/>
                <a:gd name="T6" fmla="*/ 36 w 95"/>
                <a:gd name="T7" fmla="*/ 60 h 71"/>
                <a:gd name="T8" fmla="*/ 21 w 95"/>
                <a:gd name="T9" fmla="*/ 47 h 71"/>
                <a:gd name="T10" fmla="*/ 0 w 95"/>
                <a:gd name="T11" fmla="*/ 30 h 71"/>
                <a:gd name="T12" fmla="*/ 22 w 95"/>
                <a:gd name="T13" fmla="*/ 29 h 71"/>
                <a:gd name="T14" fmla="*/ 45 w 95"/>
                <a:gd name="T15" fmla="*/ 17 h 71"/>
                <a:gd name="T16" fmla="*/ 56 w 95"/>
                <a:gd name="T17" fmla="*/ 8 h 71"/>
                <a:gd name="T18" fmla="*/ 70 w 95"/>
                <a:gd name="T19" fmla="*/ 0 h 71"/>
                <a:gd name="T20" fmla="*/ 86 w 95"/>
                <a:gd name="T21" fmla="*/ 16 h 7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5" h="71">
                  <a:moveTo>
                    <a:pt x="92" y="15"/>
                  </a:moveTo>
                  <a:cubicBezTo>
                    <a:pt x="80" y="9"/>
                    <a:pt x="68" y="28"/>
                    <a:pt x="63" y="37"/>
                  </a:cubicBezTo>
                  <a:cubicBezTo>
                    <a:pt x="58" y="47"/>
                    <a:pt x="57" y="60"/>
                    <a:pt x="59" y="71"/>
                  </a:cubicBezTo>
                  <a:cubicBezTo>
                    <a:pt x="53" y="69"/>
                    <a:pt x="46" y="70"/>
                    <a:pt x="39" y="66"/>
                  </a:cubicBezTo>
                  <a:cubicBezTo>
                    <a:pt x="32" y="63"/>
                    <a:pt x="29" y="56"/>
                    <a:pt x="24" y="50"/>
                  </a:cubicBezTo>
                  <a:cubicBezTo>
                    <a:pt x="18" y="41"/>
                    <a:pt x="9" y="38"/>
                    <a:pt x="0" y="33"/>
                  </a:cubicBezTo>
                  <a:cubicBezTo>
                    <a:pt x="8" y="34"/>
                    <a:pt x="15" y="36"/>
                    <a:pt x="25" y="32"/>
                  </a:cubicBezTo>
                  <a:cubicBezTo>
                    <a:pt x="33" y="30"/>
                    <a:pt x="42" y="27"/>
                    <a:pt x="49" y="20"/>
                  </a:cubicBezTo>
                  <a:cubicBezTo>
                    <a:pt x="53" y="16"/>
                    <a:pt x="57" y="12"/>
                    <a:pt x="62" y="8"/>
                  </a:cubicBezTo>
                  <a:cubicBezTo>
                    <a:pt x="67" y="5"/>
                    <a:pt x="72" y="3"/>
                    <a:pt x="76" y="0"/>
                  </a:cubicBezTo>
                  <a:cubicBezTo>
                    <a:pt x="77" y="9"/>
                    <a:pt x="90" y="12"/>
                    <a:pt x="95" y="16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7470" name="Freeform 386">
              <a:extLst>
                <a:ext uri="{FF2B5EF4-FFF2-40B4-BE49-F238E27FC236}">
                  <a16:creationId xmlns:a16="http://schemas.microsoft.com/office/drawing/2014/main" id="{7CA17687-8446-4D50-AB7C-CF0A1D74B8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2" y="1942"/>
              <a:ext cx="169" cy="35"/>
            </a:xfrm>
            <a:custGeom>
              <a:avLst/>
              <a:gdLst>
                <a:gd name="T0" fmla="*/ 0 w 174"/>
                <a:gd name="T1" fmla="*/ 4 h 36"/>
                <a:gd name="T2" fmla="*/ 49 w 174"/>
                <a:gd name="T3" fmla="*/ 27 h 36"/>
                <a:gd name="T4" fmla="*/ 85 w 174"/>
                <a:gd name="T5" fmla="*/ 33 h 36"/>
                <a:gd name="T6" fmla="*/ 121 w 174"/>
                <a:gd name="T7" fmla="*/ 24 h 36"/>
                <a:gd name="T8" fmla="*/ 142 w 174"/>
                <a:gd name="T9" fmla="*/ 18 h 36"/>
                <a:gd name="T10" fmla="*/ 159 w 174"/>
                <a:gd name="T11" fmla="*/ 11 h 36"/>
                <a:gd name="T12" fmla="*/ 117 w 174"/>
                <a:gd name="T13" fmla="*/ 18 h 36"/>
                <a:gd name="T14" fmla="*/ 81 w 174"/>
                <a:gd name="T15" fmla="*/ 14 h 36"/>
                <a:gd name="T16" fmla="*/ 49 w 174"/>
                <a:gd name="T17" fmla="*/ 10 h 36"/>
                <a:gd name="T18" fmla="*/ 26 w 174"/>
                <a:gd name="T19" fmla="*/ 8 h 36"/>
                <a:gd name="T20" fmla="*/ 1 w 174"/>
                <a:gd name="T21" fmla="*/ 0 h 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74" h="36">
                  <a:moveTo>
                    <a:pt x="0" y="4"/>
                  </a:moveTo>
                  <a:cubicBezTo>
                    <a:pt x="17" y="13"/>
                    <a:pt x="34" y="24"/>
                    <a:pt x="52" y="30"/>
                  </a:cubicBezTo>
                  <a:cubicBezTo>
                    <a:pt x="66" y="33"/>
                    <a:pt x="80" y="36"/>
                    <a:pt x="94" y="36"/>
                  </a:cubicBezTo>
                  <a:cubicBezTo>
                    <a:pt x="107" y="36"/>
                    <a:pt x="120" y="31"/>
                    <a:pt x="133" y="27"/>
                  </a:cubicBezTo>
                  <a:cubicBezTo>
                    <a:pt x="140" y="25"/>
                    <a:pt x="147" y="23"/>
                    <a:pt x="154" y="20"/>
                  </a:cubicBezTo>
                  <a:cubicBezTo>
                    <a:pt x="161" y="18"/>
                    <a:pt x="167" y="13"/>
                    <a:pt x="174" y="11"/>
                  </a:cubicBezTo>
                  <a:cubicBezTo>
                    <a:pt x="158" y="11"/>
                    <a:pt x="143" y="19"/>
                    <a:pt x="128" y="18"/>
                  </a:cubicBezTo>
                  <a:cubicBezTo>
                    <a:pt x="114" y="18"/>
                    <a:pt x="101" y="18"/>
                    <a:pt x="87" y="14"/>
                  </a:cubicBezTo>
                  <a:cubicBezTo>
                    <a:pt x="76" y="12"/>
                    <a:pt x="63" y="11"/>
                    <a:pt x="52" y="10"/>
                  </a:cubicBezTo>
                  <a:cubicBezTo>
                    <a:pt x="44" y="9"/>
                    <a:pt x="37" y="9"/>
                    <a:pt x="29" y="8"/>
                  </a:cubicBezTo>
                  <a:cubicBezTo>
                    <a:pt x="20" y="6"/>
                    <a:pt x="8" y="6"/>
                    <a:pt x="1" y="0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7471" name="Freeform 387">
              <a:extLst>
                <a:ext uri="{FF2B5EF4-FFF2-40B4-BE49-F238E27FC236}">
                  <a16:creationId xmlns:a16="http://schemas.microsoft.com/office/drawing/2014/main" id="{DDF6E2BB-84D9-4BC0-B9C5-63CCF888D1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8" y="1858"/>
              <a:ext cx="54" cy="68"/>
            </a:xfrm>
            <a:custGeom>
              <a:avLst/>
              <a:gdLst>
                <a:gd name="T0" fmla="*/ 18 w 56"/>
                <a:gd name="T1" fmla="*/ 27 h 70"/>
                <a:gd name="T2" fmla="*/ 6 w 56"/>
                <a:gd name="T3" fmla="*/ 45 h 70"/>
                <a:gd name="T4" fmla="*/ 0 w 56"/>
                <a:gd name="T5" fmla="*/ 62 h 70"/>
                <a:gd name="T6" fmla="*/ 41 w 56"/>
                <a:gd name="T7" fmla="*/ 46 h 70"/>
                <a:gd name="T8" fmla="*/ 49 w 56"/>
                <a:gd name="T9" fmla="*/ 20 h 70"/>
                <a:gd name="T10" fmla="*/ 49 w 56"/>
                <a:gd name="T11" fmla="*/ 11 h 70"/>
                <a:gd name="T12" fmla="*/ 48 w 56"/>
                <a:gd name="T13" fmla="*/ 0 h 70"/>
                <a:gd name="T14" fmla="*/ 39 w 56"/>
                <a:gd name="T15" fmla="*/ 8 h 70"/>
                <a:gd name="T16" fmla="*/ 29 w 56"/>
                <a:gd name="T17" fmla="*/ 13 h 70"/>
                <a:gd name="T18" fmla="*/ 19 w 56"/>
                <a:gd name="T19" fmla="*/ 17 h 70"/>
                <a:gd name="T20" fmla="*/ 17 w 56"/>
                <a:gd name="T21" fmla="*/ 27 h 7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6" h="70">
                  <a:moveTo>
                    <a:pt x="21" y="30"/>
                  </a:moveTo>
                  <a:cubicBezTo>
                    <a:pt x="9" y="29"/>
                    <a:pt x="9" y="38"/>
                    <a:pt x="6" y="48"/>
                  </a:cubicBezTo>
                  <a:cubicBezTo>
                    <a:pt x="5" y="55"/>
                    <a:pt x="2" y="62"/>
                    <a:pt x="0" y="68"/>
                  </a:cubicBezTo>
                  <a:cubicBezTo>
                    <a:pt x="16" y="70"/>
                    <a:pt x="37" y="62"/>
                    <a:pt x="47" y="49"/>
                  </a:cubicBezTo>
                  <a:cubicBezTo>
                    <a:pt x="52" y="42"/>
                    <a:pt x="54" y="32"/>
                    <a:pt x="55" y="23"/>
                  </a:cubicBezTo>
                  <a:cubicBezTo>
                    <a:pt x="55" y="19"/>
                    <a:pt x="56" y="15"/>
                    <a:pt x="55" y="11"/>
                  </a:cubicBezTo>
                  <a:cubicBezTo>
                    <a:pt x="55" y="8"/>
                    <a:pt x="56" y="2"/>
                    <a:pt x="54" y="0"/>
                  </a:cubicBezTo>
                  <a:cubicBezTo>
                    <a:pt x="52" y="3"/>
                    <a:pt x="46" y="6"/>
                    <a:pt x="43" y="8"/>
                  </a:cubicBezTo>
                  <a:cubicBezTo>
                    <a:pt x="39" y="10"/>
                    <a:pt x="36" y="12"/>
                    <a:pt x="32" y="13"/>
                  </a:cubicBezTo>
                  <a:cubicBezTo>
                    <a:pt x="29" y="14"/>
                    <a:pt x="24" y="15"/>
                    <a:pt x="22" y="17"/>
                  </a:cubicBezTo>
                  <a:cubicBezTo>
                    <a:pt x="20" y="20"/>
                    <a:pt x="21" y="27"/>
                    <a:pt x="20" y="30"/>
                  </a:cubicBezTo>
                </a:path>
              </a:pathLst>
            </a:custGeom>
            <a:solidFill>
              <a:srgbClr val="F4B2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7472" name="Freeform 388">
              <a:extLst>
                <a:ext uri="{FF2B5EF4-FFF2-40B4-BE49-F238E27FC236}">
                  <a16:creationId xmlns:a16="http://schemas.microsoft.com/office/drawing/2014/main" id="{06BD470A-3573-4B75-96DC-4A065A8343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5" y="1853"/>
              <a:ext cx="58" cy="70"/>
            </a:xfrm>
            <a:custGeom>
              <a:avLst/>
              <a:gdLst>
                <a:gd name="T0" fmla="*/ 17 w 60"/>
                <a:gd name="T1" fmla="*/ 31 h 73"/>
                <a:gd name="T2" fmla="*/ 8 w 60"/>
                <a:gd name="T3" fmla="*/ 35 h 73"/>
                <a:gd name="T4" fmla="*/ 0 w 60"/>
                <a:gd name="T5" fmla="*/ 64 h 73"/>
                <a:gd name="T6" fmla="*/ 8 w 60"/>
                <a:gd name="T7" fmla="*/ 51 h 73"/>
                <a:gd name="T8" fmla="*/ 13 w 60"/>
                <a:gd name="T9" fmla="*/ 34 h 73"/>
                <a:gd name="T10" fmla="*/ 20 w 60"/>
                <a:gd name="T11" fmla="*/ 33 h 73"/>
                <a:gd name="T12" fmla="*/ 23 w 60"/>
                <a:gd name="T13" fmla="*/ 19 h 73"/>
                <a:gd name="T14" fmla="*/ 45 w 60"/>
                <a:gd name="T15" fmla="*/ 7 h 73"/>
                <a:gd name="T16" fmla="*/ 41 w 60"/>
                <a:gd name="T17" fmla="*/ 16 h 73"/>
                <a:gd name="T18" fmla="*/ 32 w 60"/>
                <a:gd name="T19" fmla="*/ 32 h 73"/>
                <a:gd name="T20" fmla="*/ 24 w 60"/>
                <a:gd name="T21" fmla="*/ 43 h 73"/>
                <a:gd name="T22" fmla="*/ 14 w 60"/>
                <a:gd name="T23" fmla="*/ 54 h 73"/>
                <a:gd name="T24" fmla="*/ 5 w 60"/>
                <a:gd name="T25" fmla="*/ 63 h 73"/>
                <a:gd name="T26" fmla="*/ 15 w 60"/>
                <a:gd name="T27" fmla="*/ 56 h 73"/>
                <a:gd name="T28" fmla="*/ 26 w 60"/>
                <a:gd name="T29" fmla="*/ 45 h 73"/>
                <a:gd name="T30" fmla="*/ 35 w 60"/>
                <a:gd name="T31" fmla="*/ 34 h 73"/>
                <a:gd name="T32" fmla="*/ 42 w 60"/>
                <a:gd name="T33" fmla="*/ 18 h 73"/>
                <a:gd name="T34" fmla="*/ 48 w 60"/>
                <a:gd name="T35" fmla="*/ 8 h 73"/>
                <a:gd name="T36" fmla="*/ 54 w 60"/>
                <a:gd name="T37" fmla="*/ 0 h 73"/>
                <a:gd name="T38" fmla="*/ 43 w 60"/>
                <a:gd name="T39" fmla="*/ 7 h 73"/>
                <a:gd name="T40" fmla="*/ 24 w 60"/>
                <a:gd name="T41" fmla="*/ 15 h 73"/>
                <a:gd name="T42" fmla="*/ 18 w 60"/>
                <a:gd name="T43" fmla="*/ 23 h 73"/>
                <a:gd name="T44" fmla="*/ 17 w 60"/>
                <a:gd name="T45" fmla="*/ 31 h 73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60" h="73">
                  <a:moveTo>
                    <a:pt x="20" y="34"/>
                  </a:moveTo>
                  <a:cubicBezTo>
                    <a:pt x="20" y="34"/>
                    <a:pt x="8" y="36"/>
                    <a:pt x="8" y="40"/>
                  </a:cubicBezTo>
                  <a:cubicBezTo>
                    <a:pt x="8" y="44"/>
                    <a:pt x="7" y="64"/>
                    <a:pt x="0" y="73"/>
                  </a:cubicBezTo>
                  <a:cubicBezTo>
                    <a:pt x="0" y="73"/>
                    <a:pt x="6" y="67"/>
                    <a:pt x="8" y="57"/>
                  </a:cubicBezTo>
                  <a:cubicBezTo>
                    <a:pt x="10" y="47"/>
                    <a:pt x="10" y="40"/>
                    <a:pt x="13" y="38"/>
                  </a:cubicBezTo>
                  <a:cubicBezTo>
                    <a:pt x="16" y="37"/>
                    <a:pt x="23" y="36"/>
                    <a:pt x="23" y="36"/>
                  </a:cubicBezTo>
                  <a:cubicBezTo>
                    <a:pt x="23" y="36"/>
                    <a:pt x="23" y="23"/>
                    <a:pt x="26" y="22"/>
                  </a:cubicBezTo>
                  <a:cubicBezTo>
                    <a:pt x="29" y="21"/>
                    <a:pt x="45" y="14"/>
                    <a:pt x="51" y="7"/>
                  </a:cubicBezTo>
                  <a:cubicBezTo>
                    <a:pt x="51" y="7"/>
                    <a:pt x="49" y="14"/>
                    <a:pt x="44" y="19"/>
                  </a:cubicBezTo>
                  <a:cubicBezTo>
                    <a:pt x="39" y="24"/>
                    <a:pt x="36" y="30"/>
                    <a:pt x="35" y="35"/>
                  </a:cubicBezTo>
                  <a:cubicBezTo>
                    <a:pt x="34" y="39"/>
                    <a:pt x="33" y="44"/>
                    <a:pt x="27" y="49"/>
                  </a:cubicBezTo>
                  <a:cubicBezTo>
                    <a:pt x="21" y="54"/>
                    <a:pt x="18" y="56"/>
                    <a:pt x="14" y="61"/>
                  </a:cubicBezTo>
                  <a:cubicBezTo>
                    <a:pt x="10" y="66"/>
                    <a:pt x="5" y="72"/>
                    <a:pt x="5" y="72"/>
                  </a:cubicBezTo>
                  <a:cubicBezTo>
                    <a:pt x="5" y="72"/>
                    <a:pt x="13" y="66"/>
                    <a:pt x="16" y="63"/>
                  </a:cubicBezTo>
                  <a:cubicBezTo>
                    <a:pt x="19" y="60"/>
                    <a:pt x="25" y="55"/>
                    <a:pt x="29" y="51"/>
                  </a:cubicBezTo>
                  <a:cubicBezTo>
                    <a:pt x="33" y="48"/>
                    <a:pt x="38" y="43"/>
                    <a:pt x="38" y="38"/>
                  </a:cubicBezTo>
                  <a:cubicBezTo>
                    <a:pt x="38" y="34"/>
                    <a:pt x="42" y="25"/>
                    <a:pt x="45" y="21"/>
                  </a:cubicBezTo>
                  <a:cubicBezTo>
                    <a:pt x="48" y="17"/>
                    <a:pt x="52" y="10"/>
                    <a:pt x="54" y="8"/>
                  </a:cubicBezTo>
                  <a:cubicBezTo>
                    <a:pt x="56" y="6"/>
                    <a:pt x="60" y="0"/>
                    <a:pt x="60" y="0"/>
                  </a:cubicBezTo>
                  <a:cubicBezTo>
                    <a:pt x="60" y="0"/>
                    <a:pt x="53" y="4"/>
                    <a:pt x="48" y="7"/>
                  </a:cubicBezTo>
                  <a:cubicBezTo>
                    <a:pt x="44" y="11"/>
                    <a:pt x="30" y="16"/>
                    <a:pt x="27" y="18"/>
                  </a:cubicBezTo>
                  <a:cubicBezTo>
                    <a:pt x="23" y="20"/>
                    <a:pt x="21" y="22"/>
                    <a:pt x="21" y="26"/>
                  </a:cubicBezTo>
                  <a:cubicBezTo>
                    <a:pt x="21" y="30"/>
                    <a:pt x="20" y="34"/>
                    <a:pt x="20" y="34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7473" name="Freeform 389">
              <a:extLst>
                <a:ext uri="{FF2B5EF4-FFF2-40B4-BE49-F238E27FC236}">
                  <a16:creationId xmlns:a16="http://schemas.microsoft.com/office/drawing/2014/main" id="{FB8013DA-D45B-4FC7-A792-D7B8EBC727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5" y="1863"/>
              <a:ext cx="52" cy="65"/>
            </a:xfrm>
            <a:custGeom>
              <a:avLst/>
              <a:gdLst>
                <a:gd name="T0" fmla="*/ 0 w 54"/>
                <a:gd name="T1" fmla="*/ 60 h 67"/>
                <a:gd name="T2" fmla="*/ 13 w 54"/>
                <a:gd name="T3" fmla="*/ 54 h 67"/>
                <a:gd name="T4" fmla="*/ 33 w 54"/>
                <a:gd name="T5" fmla="*/ 45 h 67"/>
                <a:gd name="T6" fmla="*/ 43 w 54"/>
                <a:gd name="T7" fmla="*/ 20 h 67"/>
                <a:gd name="T8" fmla="*/ 44 w 54"/>
                <a:gd name="T9" fmla="*/ 0 h 67"/>
                <a:gd name="T10" fmla="*/ 45 w 54"/>
                <a:gd name="T11" fmla="*/ 28 h 67"/>
                <a:gd name="T12" fmla="*/ 23 w 54"/>
                <a:gd name="T13" fmla="*/ 54 h 67"/>
                <a:gd name="T14" fmla="*/ 8 w 54"/>
                <a:gd name="T15" fmla="*/ 58 h 67"/>
                <a:gd name="T16" fmla="*/ 0 w 54"/>
                <a:gd name="T17" fmla="*/ 60 h 6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4" h="67">
                  <a:moveTo>
                    <a:pt x="0" y="66"/>
                  </a:moveTo>
                  <a:cubicBezTo>
                    <a:pt x="0" y="66"/>
                    <a:pt x="5" y="60"/>
                    <a:pt x="13" y="60"/>
                  </a:cubicBezTo>
                  <a:cubicBezTo>
                    <a:pt x="21" y="60"/>
                    <a:pt x="28" y="58"/>
                    <a:pt x="36" y="48"/>
                  </a:cubicBezTo>
                  <a:cubicBezTo>
                    <a:pt x="44" y="38"/>
                    <a:pt x="49" y="31"/>
                    <a:pt x="49" y="23"/>
                  </a:cubicBezTo>
                  <a:cubicBezTo>
                    <a:pt x="50" y="15"/>
                    <a:pt x="50" y="0"/>
                    <a:pt x="50" y="0"/>
                  </a:cubicBezTo>
                  <a:cubicBezTo>
                    <a:pt x="50" y="0"/>
                    <a:pt x="54" y="19"/>
                    <a:pt x="51" y="31"/>
                  </a:cubicBezTo>
                  <a:cubicBezTo>
                    <a:pt x="48" y="44"/>
                    <a:pt x="35" y="55"/>
                    <a:pt x="26" y="60"/>
                  </a:cubicBezTo>
                  <a:cubicBezTo>
                    <a:pt x="16" y="66"/>
                    <a:pt x="11" y="62"/>
                    <a:pt x="8" y="64"/>
                  </a:cubicBezTo>
                  <a:cubicBezTo>
                    <a:pt x="4" y="67"/>
                    <a:pt x="0" y="66"/>
                    <a:pt x="0" y="66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7474" name="Freeform 390">
              <a:extLst>
                <a:ext uri="{FF2B5EF4-FFF2-40B4-BE49-F238E27FC236}">
                  <a16:creationId xmlns:a16="http://schemas.microsoft.com/office/drawing/2014/main" id="{5E92F05B-802A-4C72-8317-026EB3342F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5" y="1820"/>
              <a:ext cx="24" cy="29"/>
            </a:xfrm>
            <a:custGeom>
              <a:avLst/>
              <a:gdLst>
                <a:gd name="T0" fmla="*/ 4 w 25"/>
                <a:gd name="T1" fmla="*/ 4 h 29"/>
                <a:gd name="T2" fmla="*/ 18 w 25"/>
                <a:gd name="T3" fmla="*/ 2 h 29"/>
                <a:gd name="T4" fmla="*/ 17 w 25"/>
                <a:gd name="T5" fmla="*/ 15 h 29"/>
                <a:gd name="T6" fmla="*/ 10 w 25"/>
                <a:gd name="T7" fmla="*/ 27 h 29"/>
                <a:gd name="T8" fmla="*/ 0 w 25"/>
                <a:gd name="T9" fmla="*/ 8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9">
                  <a:moveTo>
                    <a:pt x="4" y="4"/>
                  </a:moveTo>
                  <a:cubicBezTo>
                    <a:pt x="7" y="2"/>
                    <a:pt x="18" y="0"/>
                    <a:pt x="21" y="2"/>
                  </a:cubicBezTo>
                  <a:cubicBezTo>
                    <a:pt x="25" y="5"/>
                    <a:pt x="21" y="11"/>
                    <a:pt x="20" y="15"/>
                  </a:cubicBezTo>
                  <a:cubicBezTo>
                    <a:pt x="19" y="22"/>
                    <a:pt x="18" y="26"/>
                    <a:pt x="10" y="27"/>
                  </a:cubicBezTo>
                  <a:cubicBezTo>
                    <a:pt x="1" y="29"/>
                    <a:pt x="0" y="17"/>
                    <a:pt x="0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7475" name="Freeform 391">
              <a:extLst>
                <a:ext uri="{FF2B5EF4-FFF2-40B4-BE49-F238E27FC236}">
                  <a16:creationId xmlns:a16="http://schemas.microsoft.com/office/drawing/2014/main" id="{2172847D-DC5F-440E-83AC-68B226589A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7" y="1684"/>
              <a:ext cx="60" cy="35"/>
            </a:xfrm>
            <a:custGeom>
              <a:avLst/>
              <a:gdLst>
                <a:gd name="T0" fmla="*/ 2 w 62"/>
                <a:gd name="T1" fmla="*/ 33 h 36"/>
                <a:gd name="T2" fmla="*/ 15 w 62"/>
                <a:gd name="T3" fmla="*/ 21 h 36"/>
                <a:gd name="T4" fmla="*/ 36 w 62"/>
                <a:gd name="T5" fmla="*/ 7 h 36"/>
                <a:gd name="T6" fmla="*/ 56 w 62"/>
                <a:gd name="T7" fmla="*/ 2 h 36"/>
                <a:gd name="T8" fmla="*/ 33 w 62"/>
                <a:gd name="T9" fmla="*/ 4 h 36"/>
                <a:gd name="T10" fmla="*/ 0 w 62"/>
                <a:gd name="T11" fmla="*/ 29 h 3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2" h="36">
                  <a:moveTo>
                    <a:pt x="2" y="36"/>
                  </a:moveTo>
                  <a:cubicBezTo>
                    <a:pt x="7" y="35"/>
                    <a:pt x="11" y="27"/>
                    <a:pt x="15" y="24"/>
                  </a:cubicBezTo>
                  <a:cubicBezTo>
                    <a:pt x="22" y="17"/>
                    <a:pt x="31" y="11"/>
                    <a:pt x="39" y="7"/>
                  </a:cubicBezTo>
                  <a:cubicBezTo>
                    <a:pt x="47" y="4"/>
                    <a:pt x="54" y="3"/>
                    <a:pt x="62" y="2"/>
                  </a:cubicBezTo>
                  <a:cubicBezTo>
                    <a:pt x="54" y="3"/>
                    <a:pt x="45" y="0"/>
                    <a:pt x="36" y="4"/>
                  </a:cubicBezTo>
                  <a:cubicBezTo>
                    <a:pt x="23" y="10"/>
                    <a:pt x="5" y="17"/>
                    <a:pt x="0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7476" name="Freeform 392">
              <a:extLst>
                <a:ext uri="{FF2B5EF4-FFF2-40B4-BE49-F238E27FC236}">
                  <a16:creationId xmlns:a16="http://schemas.microsoft.com/office/drawing/2014/main" id="{A786956D-5858-4474-926F-256F5CE684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8" y="1640"/>
              <a:ext cx="18" cy="21"/>
            </a:xfrm>
            <a:custGeom>
              <a:avLst/>
              <a:gdLst>
                <a:gd name="T0" fmla="*/ 1 w 18"/>
                <a:gd name="T1" fmla="*/ 17 h 22"/>
                <a:gd name="T2" fmla="*/ 6 w 18"/>
                <a:gd name="T3" fmla="*/ 2 h 22"/>
                <a:gd name="T4" fmla="*/ 18 w 18"/>
                <a:gd name="T5" fmla="*/ 7 h 22"/>
                <a:gd name="T6" fmla="*/ 5 w 18"/>
                <a:gd name="T7" fmla="*/ 19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22">
                  <a:moveTo>
                    <a:pt x="1" y="20"/>
                  </a:moveTo>
                  <a:cubicBezTo>
                    <a:pt x="1" y="16"/>
                    <a:pt x="0" y="5"/>
                    <a:pt x="6" y="2"/>
                  </a:cubicBezTo>
                  <a:cubicBezTo>
                    <a:pt x="11" y="0"/>
                    <a:pt x="16" y="2"/>
                    <a:pt x="18" y="7"/>
                  </a:cubicBezTo>
                  <a:cubicBezTo>
                    <a:pt x="10" y="7"/>
                    <a:pt x="1" y="13"/>
                    <a:pt x="5" y="2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7477" name="Freeform 393">
              <a:extLst>
                <a:ext uri="{FF2B5EF4-FFF2-40B4-BE49-F238E27FC236}">
                  <a16:creationId xmlns:a16="http://schemas.microsoft.com/office/drawing/2014/main" id="{13E2682D-862C-4E33-9ED7-1CC2C5E590E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3" y="1801"/>
              <a:ext cx="90" cy="79"/>
            </a:xfrm>
            <a:custGeom>
              <a:avLst/>
              <a:gdLst>
                <a:gd name="T0" fmla="*/ 0 w 93"/>
                <a:gd name="T1" fmla="*/ 18 h 81"/>
                <a:gd name="T2" fmla="*/ 57 w 93"/>
                <a:gd name="T3" fmla="*/ 23 h 81"/>
                <a:gd name="T4" fmla="*/ 73 w 93"/>
                <a:gd name="T5" fmla="*/ 44 h 81"/>
                <a:gd name="T6" fmla="*/ 84 w 93"/>
                <a:gd name="T7" fmla="*/ 75 h 81"/>
                <a:gd name="T8" fmla="*/ 54 w 93"/>
                <a:gd name="T9" fmla="*/ 45 h 81"/>
                <a:gd name="T10" fmla="*/ 39 w 93"/>
                <a:gd name="T11" fmla="*/ 40 h 81"/>
                <a:gd name="T12" fmla="*/ 22 w 93"/>
                <a:gd name="T13" fmla="*/ 51 h 81"/>
                <a:gd name="T14" fmla="*/ 32 w 93"/>
                <a:gd name="T15" fmla="*/ 31 h 81"/>
                <a:gd name="T16" fmla="*/ 22 w 93"/>
                <a:gd name="T17" fmla="*/ 26 h 81"/>
                <a:gd name="T18" fmla="*/ 16 w 93"/>
                <a:gd name="T19" fmla="*/ 20 h 81"/>
                <a:gd name="T20" fmla="*/ 4 w 93"/>
                <a:gd name="T21" fmla="*/ 18 h 8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3" h="81">
                  <a:moveTo>
                    <a:pt x="0" y="18"/>
                  </a:moveTo>
                  <a:cubicBezTo>
                    <a:pt x="14" y="0"/>
                    <a:pt x="50" y="15"/>
                    <a:pt x="63" y="26"/>
                  </a:cubicBezTo>
                  <a:cubicBezTo>
                    <a:pt x="69" y="31"/>
                    <a:pt x="77" y="40"/>
                    <a:pt x="81" y="47"/>
                  </a:cubicBezTo>
                  <a:cubicBezTo>
                    <a:pt x="87" y="59"/>
                    <a:pt x="81" y="70"/>
                    <a:pt x="93" y="81"/>
                  </a:cubicBezTo>
                  <a:cubicBezTo>
                    <a:pt x="81" y="70"/>
                    <a:pt x="74" y="56"/>
                    <a:pt x="60" y="48"/>
                  </a:cubicBezTo>
                  <a:cubicBezTo>
                    <a:pt x="55" y="46"/>
                    <a:pt x="48" y="43"/>
                    <a:pt x="42" y="43"/>
                  </a:cubicBezTo>
                  <a:cubicBezTo>
                    <a:pt x="34" y="43"/>
                    <a:pt x="30" y="49"/>
                    <a:pt x="25" y="54"/>
                  </a:cubicBezTo>
                  <a:cubicBezTo>
                    <a:pt x="28" y="48"/>
                    <a:pt x="35" y="41"/>
                    <a:pt x="35" y="34"/>
                  </a:cubicBezTo>
                  <a:cubicBezTo>
                    <a:pt x="34" y="28"/>
                    <a:pt x="30" y="25"/>
                    <a:pt x="25" y="29"/>
                  </a:cubicBezTo>
                  <a:cubicBezTo>
                    <a:pt x="22" y="27"/>
                    <a:pt x="22" y="23"/>
                    <a:pt x="19" y="21"/>
                  </a:cubicBezTo>
                  <a:cubicBezTo>
                    <a:pt x="17" y="19"/>
                    <a:pt x="7" y="17"/>
                    <a:pt x="4" y="18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7478" name="Freeform 394">
              <a:extLst>
                <a:ext uri="{FF2B5EF4-FFF2-40B4-BE49-F238E27FC236}">
                  <a16:creationId xmlns:a16="http://schemas.microsoft.com/office/drawing/2014/main" id="{B63870B4-BFAF-4C6C-86DA-9716CB9CE2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6" y="1917"/>
              <a:ext cx="20" cy="16"/>
            </a:xfrm>
            <a:custGeom>
              <a:avLst/>
              <a:gdLst>
                <a:gd name="T0" fmla="*/ 3 w 21"/>
                <a:gd name="T1" fmla="*/ 0 h 17"/>
                <a:gd name="T2" fmla="*/ 18 w 21"/>
                <a:gd name="T3" fmla="*/ 14 h 17"/>
                <a:gd name="T4" fmla="*/ 2 w 21"/>
                <a:gd name="T5" fmla="*/ 4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17">
                  <a:moveTo>
                    <a:pt x="3" y="0"/>
                  </a:moveTo>
                  <a:cubicBezTo>
                    <a:pt x="3" y="7"/>
                    <a:pt x="13" y="15"/>
                    <a:pt x="21" y="17"/>
                  </a:cubicBezTo>
                  <a:cubicBezTo>
                    <a:pt x="13" y="14"/>
                    <a:pt x="0" y="17"/>
                    <a:pt x="2" y="4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7479" name="Freeform 395">
              <a:extLst>
                <a:ext uri="{FF2B5EF4-FFF2-40B4-BE49-F238E27FC236}">
                  <a16:creationId xmlns:a16="http://schemas.microsoft.com/office/drawing/2014/main" id="{66862E1F-6D5C-44D2-B6AA-C99B86B1D80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6" y="1840"/>
              <a:ext cx="15" cy="20"/>
            </a:xfrm>
            <a:custGeom>
              <a:avLst/>
              <a:gdLst>
                <a:gd name="T0" fmla="*/ 2 w 15"/>
                <a:gd name="T1" fmla="*/ 8 h 21"/>
                <a:gd name="T2" fmla="*/ 2 w 15"/>
                <a:gd name="T3" fmla="*/ 7 h 21"/>
                <a:gd name="T4" fmla="*/ 14 w 15"/>
                <a:gd name="T5" fmla="*/ 18 h 21"/>
                <a:gd name="T6" fmla="*/ 14 w 15"/>
                <a:gd name="T7" fmla="*/ 9 h 21"/>
                <a:gd name="T8" fmla="*/ 2 w 15"/>
                <a:gd name="T9" fmla="*/ 5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21">
                  <a:moveTo>
                    <a:pt x="2" y="8"/>
                  </a:moveTo>
                  <a:cubicBezTo>
                    <a:pt x="2" y="7"/>
                    <a:pt x="0" y="7"/>
                    <a:pt x="2" y="7"/>
                  </a:cubicBezTo>
                  <a:cubicBezTo>
                    <a:pt x="8" y="10"/>
                    <a:pt x="14" y="13"/>
                    <a:pt x="14" y="21"/>
                  </a:cubicBezTo>
                  <a:cubicBezTo>
                    <a:pt x="14" y="17"/>
                    <a:pt x="15" y="12"/>
                    <a:pt x="14" y="9"/>
                  </a:cubicBezTo>
                  <a:cubicBezTo>
                    <a:pt x="13" y="4"/>
                    <a:pt x="6" y="0"/>
                    <a:pt x="2" y="5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7480" name="Freeform 396">
              <a:extLst>
                <a:ext uri="{FF2B5EF4-FFF2-40B4-BE49-F238E27FC236}">
                  <a16:creationId xmlns:a16="http://schemas.microsoft.com/office/drawing/2014/main" id="{9D6F128E-A7CE-4663-9C1E-3907118161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7" y="1714"/>
              <a:ext cx="14" cy="25"/>
            </a:xfrm>
            <a:custGeom>
              <a:avLst/>
              <a:gdLst>
                <a:gd name="T0" fmla="*/ 0 w 14"/>
                <a:gd name="T1" fmla="*/ 18 h 26"/>
                <a:gd name="T2" fmla="*/ 8 w 14"/>
                <a:gd name="T3" fmla="*/ 0 h 26"/>
                <a:gd name="T4" fmla="*/ 1 w 14"/>
                <a:gd name="T5" fmla="*/ 15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26">
                  <a:moveTo>
                    <a:pt x="0" y="21"/>
                  </a:moveTo>
                  <a:cubicBezTo>
                    <a:pt x="11" y="26"/>
                    <a:pt x="14" y="6"/>
                    <a:pt x="8" y="0"/>
                  </a:cubicBezTo>
                  <a:cubicBezTo>
                    <a:pt x="8" y="7"/>
                    <a:pt x="7" y="12"/>
                    <a:pt x="1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7481" name="Freeform 397">
              <a:extLst>
                <a:ext uri="{FF2B5EF4-FFF2-40B4-BE49-F238E27FC236}">
                  <a16:creationId xmlns:a16="http://schemas.microsoft.com/office/drawing/2014/main" id="{70D889FC-6685-4A52-9A71-CC5D5764C6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0" y="1718"/>
              <a:ext cx="35" cy="38"/>
            </a:xfrm>
            <a:custGeom>
              <a:avLst/>
              <a:gdLst>
                <a:gd name="T0" fmla="*/ 20 w 36"/>
                <a:gd name="T1" fmla="*/ 0 h 39"/>
                <a:gd name="T2" fmla="*/ 5 w 36"/>
                <a:gd name="T3" fmla="*/ 31 h 39"/>
                <a:gd name="T4" fmla="*/ 11 w 36"/>
                <a:gd name="T5" fmla="*/ 26 h 39"/>
                <a:gd name="T6" fmla="*/ 19 w 36"/>
                <a:gd name="T7" fmla="*/ 17 h 39"/>
                <a:gd name="T8" fmla="*/ 23 w 36"/>
                <a:gd name="T9" fmla="*/ 3 h 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39">
                  <a:moveTo>
                    <a:pt x="23" y="0"/>
                  </a:moveTo>
                  <a:cubicBezTo>
                    <a:pt x="16" y="0"/>
                    <a:pt x="0" y="27"/>
                    <a:pt x="5" y="34"/>
                  </a:cubicBezTo>
                  <a:cubicBezTo>
                    <a:pt x="8" y="39"/>
                    <a:pt x="9" y="31"/>
                    <a:pt x="11" y="29"/>
                  </a:cubicBezTo>
                  <a:cubicBezTo>
                    <a:pt x="14" y="25"/>
                    <a:pt x="18" y="20"/>
                    <a:pt x="22" y="17"/>
                  </a:cubicBezTo>
                  <a:cubicBezTo>
                    <a:pt x="28" y="11"/>
                    <a:pt x="36" y="9"/>
                    <a:pt x="26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7482" name="Freeform 398">
              <a:extLst>
                <a:ext uri="{FF2B5EF4-FFF2-40B4-BE49-F238E27FC236}">
                  <a16:creationId xmlns:a16="http://schemas.microsoft.com/office/drawing/2014/main" id="{E6EE6B5F-8D7B-431F-8279-8758F21C3D3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2" y="1841"/>
              <a:ext cx="22" cy="32"/>
            </a:xfrm>
            <a:custGeom>
              <a:avLst/>
              <a:gdLst>
                <a:gd name="T0" fmla="*/ 19 w 22"/>
                <a:gd name="T1" fmla="*/ 0 h 33"/>
                <a:gd name="T2" fmla="*/ 3 w 22"/>
                <a:gd name="T3" fmla="*/ 16 h 33"/>
                <a:gd name="T4" fmla="*/ 8 w 22"/>
                <a:gd name="T5" fmla="*/ 30 h 33"/>
                <a:gd name="T6" fmla="*/ 22 w 22"/>
                <a:gd name="T7" fmla="*/ 6 h 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33">
                  <a:moveTo>
                    <a:pt x="19" y="0"/>
                  </a:moveTo>
                  <a:cubicBezTo>
                    <a:pt x="13" y="3"/>
                    <a:pt x="6" y="9"/>
                    <a:pt x="3" y="16"/>
                  </a:cubicBezTo>
                  <a:cubicBezTo>
                    <a:pt x="0" y="22"/>
                    <a:pt x="0" y="32"/>
                    <a:pt x="8" y="33"/>
                  </a:cubicBezTo>
                  <a:cubicBezTo>
                    <a:pt x="13" y="26"/>
                    <a:pt x="14" y="9"/>
                    <a:pt x="22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7483" name="Freeform 399">
              <a:extLst>
                <a:ext uri="{FF2B5EF4-FFF2-40B4-BE49-F238E27FC236}">
                  <a16:creationId xmlns:a16="http://schemas.microsoft.com/office/drawing/2014/main" id="{597C4154-D2D6-4629-BEC9-462C7D5206F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4" y="2668"/>
              <a:ext cx="113" cy="33"/>
            </a:xfrm>
            <a:custGeom>
              <a:avLst/>
              <a:gdLst>
                <a:gd name="T0" fmla="*/ 0 w 116"/>
                <a:gd name="T1" fmla="*/ 17 h 34"/>
                <a:gd name="T2" fmla="*/ 2 w 116"/>
                <a:gd name="T3" fmla="*/ 31 h 34"/>
                <a:gd name="T4" fmla="*/ 14 w 116"/>
                <a:gd name="T5" fmla="*/ 20 h 34"/>
                <a:gd name="T6" fmla="*/ 41 w 116"/>
                <a:gd name="T7" fmla="*/ 17 h 34"/>
                <a:gd name="T8" fmla="*/ 90 w 116"/>
                <a:gd name="T9" fmla="*/ 23 h 34"/>
                <a:gd name="T10" fmla="*/ 99 w 116"/>
                <a:gd name="T11" fmla="*/ 29 h 34"/>
                <a:gd name="T12" fmla="*/ 89 w 116"/>
                <a:gd name="T13" fmla="*/ 17 h 34"/>
                <a:gd name="T14" fmla="*/ 55 w 116"/>
                <a:gd name="T15" fmla="*/ 7 h 34"/>
                <a:gd name="T16" fmla="*/ 35 w 116"/>
                <a:gd name="T17" fmla="*/ 2 h 34"/>
                <a:gd name="T18" fmla="*/ 19 w 116"/>
                <a:gd name="T19" fmla="*/ 7 h 34"/>
                <a:gd name="T20" fmla="*/ 2 w 116"/>
                <a:gd name="T21" fmla="*/ 17 h 3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16" h="34">
                  <a:moveTo>
                    <a:pt x="0" y="19"/>
                  </a:moveTo>
                  <a:cubicBezTo>
                    <a:pt x="0" y="24"/>
                    <a:pt x="1" y="29"/>
                    <a:pt x="2" y="34"/>
                  </a:cubicBezTo>
                  <a:cubicBezTo>
                    <a:pt x="6" y="33"/>
                    <a:pt x="10" y="26"/>
                    <a:pt x="14" y="23"/>
                  </a:cubicBezTo>
                  <a:cubicBezTo>
                    <a:pt x="23" y="18"/>
                    <a:pt x="33" y="17"/>
                    <a:pt x="44" y="17"/>
                  </a:cubicBezTo>
                  <a:cubicBezTo>
                    <a:pt x="61" y="17"/>
                    <a:pt x="80" y="19"/>
                    <a:pt x="96" y="26"/>
                  </a:cubicBezTo>
                  <a:cubicBezTo>
                    <a:pt x="99" y="28"/>
                    <a:pt x="104" y="33"/>
                    <a:pt x="108" y="32"/>
                  </a:cubicBezTo>
                  <a:cubicBezTo>
                    <a:pt x="116" y="29"/>
                    <a:pt x="98" y="20"/>
                    <a:pt x="95" y="18"/>
                  </a:cubicBezTo>
                  <a:cubicBezTo>
                    <a:pt x="84" y="12"/>
                    <a:pt x="70" y="10"/>
                    <a:pt x="59" y="7"/>
                  </a:cubicBezTo>
                  <a:cubicBezTo>
                    <a:pt x="52" y="5"/>
                    <a:pt x="45" y="3"/>
                    <a:pt x="38" y="2"/>
                  </a:cubicBezTo>
                  <a:cubicBezTo>
                    <a:pt x="31" y="0"/>
                    <a:pt x="26" y="3"/>
                    <a:pt x="20" y="7"/>
                  </a:cubicBezTo>
                  <a:cubicBezTo>
                    <a:pt x="14" y="10"/>
                    <a:pt x="5" y="15"/>
                    <a:pt x="2" y="20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7484" name="Freeform 400">
              <a:extLst>
                <a:ext uri="{FF2B5EF4-FFF2-40B4-BE49-F238E27FC236}">
                  <a16:creationId xmlns:a16="http://schemas.microsoft.com/office/drawing/2014/main" id="{317AFD7B-8891-48D3-9C5A-0CE2AD16ABA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9" y="2779"/>
              <a:ext cx="18" cy="99"/>
            </a:xfrm>
            <a:custGeom>
              <a:avLst/>
              <a:gdLst>
                <a:gd name="T0" fmla="*/ 17 w 18"/>
                <a:gd name="T1" fmla="*/ 0 h 102"/>
                <a:gd name="T2" fmla="*/ 17 w 18"/>
                <a:gd name="T3" fmla="*/ 9 h 102"/>
                <a:gd name="T4" fmla="*/ 14 w 18"/>
                <a:gd name="T5" fmla="*/ 25 h 102"/>
                <a:gd name="T6" fmla="*/ 10 w 18"/>
                <a:gd name="T7" fmla="*/ 54 h 102"/>
                <a:gd name="T8" fmla="*/ 6 w 18"/>
                <a:gd name="T9" fmla="*/ 93 h 102"/>
                <a:gd name="T10" fmla="*/ 5 w 18"/>
                <a:gd name="T11" fmla="*/ 47 h 102"/>
                <a:gd name="T12" fmla="*/ 17 w 18"/>
                <a:gd name="T13" fmla="*/ 0 h 10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" h="102">
                  <a:moveTo>
                    <a:pt x="17" y="0"/>
                  </a:moveTo>
                  <a:cubicBezTo>
                    <a:pt x="18" y="3"/>
                    <a:pt x="17" y="6"/>
                    <a:pt x="17" y="9"/>
                  </a:cubicBezTo>
                  <a:cubicBezTo>
                    <a:pt x="16" y="15"/>
                    <a:pt x="15" y="21"/>
                    <a:pt x="14" y="28"/>
                  </a:cubicBezTo>
                  <a:cubicBezTo>
                    <a:pt x="13" y="39"/>
                    <a:pt x="11" y="50"/>
                    <a:pt x="10" y="60"/>
                  </a:cubicBezTo>
                  <a:cubicBezTo>
                    <a:pt x="8" y="73"/>
                    <a:pt x="3" y="89"/>
                    <a:pt x="6" y="102"/>
                  </a:cubicBezTo>
                  <a:cubicBezTo>
                    <a:pt x="0" y="87"/>
                    <a:pt x="3" y="66"/>
                    <a:pt x="5" y="50"/>
                  </a:cubicBezTo>
                  <a:cubicBezTo>
                    <a:pt x="6" y="33"/>
                    <a:pt x="8" y="14"/>
                    <a:pt x="17" y="0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7485" name="Freeform 401">
              <a:extLst>
                <a:ext uri="{FF2B5EF4-FFF2-40B4-BE49-F238E27FC236}">
                  <a16:creationId xmlns:a16="http://schemas.microsoft.com/office/drawing/2014/main" id="{2B833C73-4A08-40CA-B6C6-38C24DBFE69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8" y="2784"/>
              <a:ext cx="30" cy="102"/>
            </a:xfrm>
            <a:custGeom>
              <a:avLst/>
              <a:gdLst>
                <a:gd name="T0" fmla="*/ 11 w 31"/>
                <a:gd name="T1" fmla="*/ 0 h 105"/>
                <a:gd name="T2" fmla="*/ 9 w 31"/>
                <a:gd name="T3" fmla="*/ 51 h 105"/>
                <a:gd name="T4" fmla="*/ 5 w 31"/>
                <a:gd name="T5" fmla="*/ 78 h 105"/>
                <a:gd name="T6" fmla="*/ 3 w 31"/>
                <a:gd name="T7" fmla="*/ 96 h 105"/>
                <a:gd name="T8" fmla="*/ 6 w 31"/>
                <a:gd name="T9" fmla="*/ 81 h 105"/>
                <a:gd name="T10" fmla="*/ 12 w 31"/>
                <a:gd name="T11" fmla="*/ 62 h 105"/>
                <a:gd name="T12" fmla="*/ 28 w 31"/>
                <a:gd name="T13" fmla="*/ 51 h 105"/>
                <a:gd name="T14" fmla="*/ 16 w 31"/>
                <a:gd name="T15" fmla="*/ 46 h 10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1" h="105">
                  <a:moveTo>
                    <a:pt x="11" y="0"/>
                  </a:moveTo>
                  <a:cubicBezTo>
                    <a:pt x="11" y="19"/>
                    <a:pt x="12" y="38"/>
                    <a:pt x="9" y="57"/>
                  </a:cubicBezTo>
                  <a:cubicBezTo>
                    <a:pt x="8" y="66"/>
                    <a:pt x="6" y="75"/>
                    <a:pt x="5" y="84"/>
                  </a:cubicBezTo>
                  <a:cubicBezTo>
                    <a:pt x="4" y="90"/>
                    <a:pt x="0" y="99"/>
                    <a:pt x="3" y="105"/>
                  </a:cubicBezTo>
                  <a:cubicBezTo>
                    <a:pt x="1" y="102"/>
                    <a:pt x="6" y="91"/>
                    <a:pt x="6" y="87"/>
                  </a:cubicBezTo>
                  <a:cubicBezTo>
                    <a:pt x="8" y="81"/>
                    <a:pt x="10" y="74"/>
                    <a:pt x="12" y="68"/>
                  </a:cubicBezTo>
                  <a:cubicBezTo>
                    <a:pt x="14" y="58"/>
                    <a:pt x="21" y="48"/>
                    <a:pt x="31" y="56"/>
                  </a:cubicBezTo>
                  <a:cubicBezTo>
                    <a:pt x="29" y="51"/>
                    <a:pt x="24" y="48"/>
                    <a:pt x="19" y="49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7486" name="Freeform 402">
              <a:extLst>
                <a:ext uri="{FF2B5EF4-FFF2-40B4-BE49-F238E27FC236}">
                  <a16:creationId xmlns:a16="http://schemas.microsoft.com/office/drawing/2014/main" id="{AFAF9715-FCD9-4BBF-84A3-CC25F5EB27F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2" y="2820"/>
              <a:ext cx="16" cy="11"/>
            </a:xfrm>
            <a:custGeom>
              <a:avLst/>
              <a:gdLst>
                <a:gd name="T0" fmla="*/ 0 w 17"/>
                <a:gd name="T1" fmla="*/ 9 h 12"/>
                <a:gd name="T2" fmla="*/ 14 w 17"/>
                <a:gd name="T3" fmla="*/ 6 h 12"/>
                <a:gd name="T4" fmla="*/ 4 w 17"/>
                <a:gd name="T5" fmla="*/ 3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2">
                  <a:moveTo>
                    <a:pt x="0" y="12"/>
                  </a:moveTo>
                  <a:cubicBezTo>
                    <a:pt x="6" y="10"/>
                    <a:pt x="11" y="8"/>
                    <a:pt x="17" y="7"/>
                  </a:cubicBezTo>
                  <a:cubicBezTo>
                    <a:pt x="13" y="4"/>
                    <a:pt x="8" y="0"/>
                    <a:pt x="4" y="3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7487" name="Freeform 403">
              <a:extLst>
                <a:ext uri="{FF2B5EF4-FFF2-40B4-BE49-F238E27FC236}">
                  <a16:creationId xmlns:a16="http://schemas.microsoft.com/office/drawing/2014/main" id="{4BA57157-049F-4F31-9A83-54A810ED56D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3" y="2825"/>
              <a:ext cx="15" cy="6"/>
            </a:xfrm>
            <a:custGeom>
              <a:avLst/>
              <a:gdLst>
                <a:gd name="T0" fmla="*/ 0 w 15"/>
                <a:gd name="T1" fmla="*/ 3 h 6"/>
                <a:gd name="T2" fmla="*/ 15 w 15"/>
                <a:gd name="T3" fmla="*/ 6 h 6"/>
                <a:gd name="T4" fmla="*/ 0 w 15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6">
                  <a:moveTo>
                    <a:pt x="0" y="3"/>
                  </a:moveTo>
                  <a:cubicBezTo>
                    <a:pt x="6" y="4"/>
                    <a:pt x="10" y="4"/>
                    <a:pt x="15" y="6"/>
                  </a:cubicBezTo>
                  <a:cubicBezTo>
                    <a:pt x="15" y="1"/>
                    <a:pt x="4" y="0"/>
                    <a:pt x="0" y="0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7488" name="Freeform 404">
              <a:extLst>
                <a:ext uri="{FF2B5EF4-FFF2-40B4-BE49-F238E27FC236}">
                  <a16:creationId xmlns:a16="http://schemas.microsoft.com/office/drawing/2014/main" id="{D42B0007-0BA4-42F3-900D-832212640D2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2" y="2782"/>
              <a:ext cx="15" cy="7"/>
            </a:xfrm>
            <a:custGeom>
              <a:avLst/>
              <a:gdLst>
                <a:gd name="T0" fmla="*/ 4 w 16"/>
                <a:gd name="T1" fmla="*/ 7 h 7"/>
                <a:gd name="T2" fmla="*/ 13 w 16"/>
                <a:gd name="T3" fmla="*/ 7 h 7"/>
                <a:gd name="T4" fmla="*/ 0 w 16"/>
                <a:gd name="T5" fmla="*/ 2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7">
                  <a:moveTo>
                    <a:pt x="4" y="7"/>
                  </a:moveTo>
                  <a:cubicBezTo>
                    <a:pt x="6" y="6"/>
                    <a:pt x="12" y="6"/>
                    <a:pt x="16" y="7"/>
                  </a:cubicBezTo>
                  <a:cubicBezTo>
                    <a:pt x="12" y="1"/>
                    <a:pt x="6" y="0"/>
                    <a:pt x="0" y="2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7489" name="Freeform 405">
              <a:extLst>
                <a:ext uri="{FF2B5EF4-FFF2-40B4-BE49-F238E27FC236}">
                  <a16:creationId xmlns:a16="http://schemas.microsoft.com/office/drawing/2014/main" id="{9B29A6D7-4484-40F9-9957-A4145F13587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7" y="2769"/>
              <a:ext cx="18" cy="9"/>
            </a:xfrm>
            <a:custGeom>
              <a:avLst/>
              <a:gdLst>
                <a:gd name="T0" fmla="*/ 2 w 19"/>
                <a:gd name="T1" fmla="*/ 9 h 9"/>
                <a:gd name="T2" fmla="*/ 16 w 19"/>
                <a:gd name="T3" fmla="*/ 8 h 9"/>
                <a:gd name="T4" fmla="*/ 0 w 19"/>
                <a:gd name="T5" fmla="*/ 6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9">
                  <a:moveTo>
                    <a:pt x="2" y="9"/>
                  </a:moveTo>
                  <a:cubicBezTo>
                    <a:pt x="8" y="5"/>
                    <a:pt x="13" y="7"/>
                    <a:pt x="19" y="8"/>
                  </a:cubicBezTo>
                  <a:cubicBezTo>
                    <a:pt x="13" y="0"/>
                    <a:pt x="7" y="3"/>
                    <a:pt x="0" y="6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7490" name="Freeform 406">
              <a:extLst>
                <a:ext uri="{FF2B5EF4-FFF2-40B4-BE49-F238E27FC236}">
                  <a16:creationId xmlns:a16="http://schemas.microsoft.com/office/drawing/2014/main" id="{416B9C51-74C4-40CD-9C4E-4F09B98A01A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6" y="2773"/>
              <a:ext cx="20" cy="7"/>
            </a:xfrm>
            <a:custGeom>
              <a:avLst/>
              <a:gdLst>
                <a:gd name="T0" fmla="*/ 0 w 20"/>
                <a:gd name="T1" fmla="*/ 7 h 7"/>
                <a:gd name="T2" fmla="*/ 20 w 20"/>
                <a:gd name="T3" fmla="*/ 7 h 7"/>
                <a:gd name="T4" fmla="*/ 1 w 20"/>
                <a:gd name="T5" fmla="*/ 3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7">
                  <a:moveTo>
                    <a:pt x="0" y="7"/>
                  </a:moveTo>
                  <a:cubicBezTo>
                    <a:pt x="1" y="1"/>
                    <a:pt x="16" y="5"/>
                    <a:pt x="20" y="7"/>
                  </a:cubicBezTo>
                  <a:cubicBezTo>
                    <a:pt x="16" y="0"/>
                    <a:pt x="7" y="0"/>
                    <a:pt x="1" y="3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7491" name="Freeform 407">
              <a:extLst>
                <a:ext uri="{FF2B5EF4-FFF2-40B4-BE49-F238E27FC236}">
                  <a16:creationId xmlns:a16="http://schemas.microsoft.com/office/drawing/2014/main" id="{05C6AB9C-74AF-443B-9F57-65A1FBC48CD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6" y="2784"/>
              <a:ext cx="14" cy="6"/>
            </a:xfrm>
            <a:custGeom>
              <a:avLst/>
              <a:gdLst>
                <a:gd name="T0" fmla="*/ 0 w 15"/>
                <a:gd name="T1" fmla="*/ 0 h 7"/>
                <a:gd name="T2" fmla="*/ 12 w 15"/>
                <a:gd name="T3" fmla="*/ 3 h 7"/>
                <a:gd name="T4" fmla="*/ 3 w 15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7">
                  <a:moveTo>
                    <a:pt x="0" y="0"/>
                  </a:moveTo>
                  <a:cubicBezTo>
                    <a:pt x="4" y="1"/>
                    <a:pt x="13" y="0"/>
                    <a:pt x="15" y="4"/>
                  </a:cubicBezTo>
                  <a:cubicBezTo>
                    <a:pt x="11" y="7"/>
                    <a:pt x="5" y="4"/>
                    <a:pt x="3" y="0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7492" name="Freeform 408">
              <a:extLst>
                <a:ext uri="{FF2B5EF4-FFF2-40B4-BE49-F238E27FC236}">
                  <a16:creationId xmlns:a16="http://schemas.microsoft.com/office/drawing/2014/main" id="{F23E7B31-1C74-49E4-8187-09C6E6DBE41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1" y="2801"/>
              <a:ext cx="8" cy="59"/>
            </a:xfrm>
            <a:custGeom>
              <a:avLst/>
              <a:gdLst>
                <a:gd name="T0" fmla="*/ 8 w 8"/>
                <a:gd name="T1" fmla="*/ 0 h 61"/>
                <a:gd name="T2" fmla="*/ 5 w 8"/>
                <a:gd name="T3" fmla="*/ 55 h 61"/>
                <a:gd name="T4" fmla="*/ 1 w 8"/>
                <a:gd name="T5" fmla="*/ 42 h 61"/>
                <a:gd name="T6" fmla="*/ 6 w 8"/>
                <a:gd name="T7" fmla="*/ 5 h 6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61">
                  <a:moveTo>
                    <a:pt x="8" y="0"/>
                  </a:moveTo>
                  <a:cubicBezTo>
                    <a:pt x="8" y="20"/>
                    <a:pt x="6" y="41"/>
                    <a:pt x="5" y="61"/>
                  </a:cubicBezTo>
                  <a:cubicBezTo>
                    <a:pt x="1" y="58"/>
                    <a:pt x="2" y="49"/>
                    <a:pt x="1" y="45"/>
                  </a:cubicBezTo>
                  <a:cubicBezTo>
                    <a:pt x="1" y="33"/>
                    <a:pt x="0" y="15"/>
                    <a:pt x="6" y="5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7493" name="Freeform 409">
              <a:extLst>
                <a:ext uri="{FF2B5EF4-FFF2-40B4-BE49-F238E27FC236}">
                  <a16:creationId xmlns:a16="http://schemas.microsoft.com/office/drawing/2014/main" id="{B6EA2536-2276-4465-9C70-4AEDDD4E5B8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6" y="2754"/>
              <a:ext cx="18" cy="54"/>
            </a:xfrm>
            <a:custGeom>
              <a:avLst/>
              <a:gdLst>
                <a:gd name="T0" fmla="*/ 0 w 19"/>
                <a:gd name="T1" fmla="*/ 0 h 55"/>
                <a:gd name="T2" fmla="*/ 9 w 19"/>
                <a:gd name="T3" fmla="*/ 19 h 55"/>
                <a:gd name="T4" fmla="*/ 13 w 19"/>
                <a:gd name="T5" fmla="*/ 32 h 55"/>
                <a:gd name="T6" fmla="*/ 14 w 19"/>
                <a:gd name="T7" fmla="*/ 52 h 55"/>
                <a:gd name="T8" fmla="*/ 14 w 19"/>
                <a:gd name="T9" fmla="*/ 27 h 55"/>
                <a:gd name="T10" fmla="*/ 12 w 19"/>
                <a:gd name="T11" fmla="*/ 17 h 55"/>
                <a:gd name="T12" fmla="*/ 5 w 19"/>
                <a:gd name="T13" fmla="*/ 1 h 5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" h="55">
                  <a:moveTo>
                    <a:pt x="0" y="0"/>
                  </a:moveTo>
                  <a:cubicBezTo>
                    <a:pt x="5" y="3"/>
                    <a:pt x="8" y="14"/>
                    <a:pt x="10" y="19"/>
                  </a:cubicBezTo>
                  <a:cubicBezTo>
                    <a:pt x="13" y="24"/>
                    <a:pt x="15" y="29"/>
                    <a:pt x="16" y="35"/>
                  </a:cubicBezTo>
                  <a:cubicBezTo>
                    <a:pt x="16" y="39"/>
                    <a:pt x="14" y="53"/>
                    <a:pt x="17" y="55"/>
                  </a:cubicBezTo>
                  <a:cubicBezTo>
                    <a:pt x="18" y="47"/>
                    <a:pt x="19" y="38"/>
                    <a:pt x="17" y="29"/>
                  </a:cubicBezTo>
                  <a:cubicBezTo>
                    <a:pt x="17" y="25"/>
                    <a:pt x="16" y="21"/>
                    <a:pt x="15" y="17"/>
                  </a:cubicBezTo>
                  <a:cubicBezTo>
                    <a:pt x="12" y="12"/>
                    <a:pt x="6" y="7"/>
                    <a:pt x="5" y="1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7494" name="Freeform 410">
              <a:extLst>
                <a:ext uri="{FF2B5EF4-FFF2-40B4-BE49-F238E27FC236}">
                  <a16:creationId xmlns:a16="http://schemas.microsoft.com/office/drawing/2014/main" id="{AA724812-DE40-4F3F-9528-0995138F69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4" y="2674"/>
              <a:ext cx="93" cy="99"/>
            </a:xfrm>
            <a:custGeom>
              <a:avLst/>
              <a:gdLst>
                <a:gd name="T0" fmla="*/ 87 w 96"/>
                <a:gd name="T1" fmla="*/ 11 h 102"/>
                <a:gd name="T2" fmla="*/ 54 w 96"/>
                <a:gd name="T3" fmla="*/ 24 h 102"/>
                <a:gd name="T4" fmla="*/ 24 w 96"/>
                <a:gd name="T5" fmla="*/ 55 h 102"/>
                <a:gd name="T6" fmla="*/ 19 w 96"/>
                <a:gd name="T7" fmla="*/ 76 h 102"/>
                <a:gd name="T8" fmla="*/ 29 w 96"/>
                <a:gd name="T9" fmla="*/ 83 h 102"/>
                <a:gd name="T10" fmla="*/ 37 w 96"/>
                <a:gd name="T11" fmla="*/ 93 h 102"/>
                <a:gd name="T12" fmla="*/ 29 w 96"/>
                <a:gd name="T13" fmla="*/ 85 h 102"/>
                <a:gd name="T14" fmla="*/ 16 w 96"/>
                <a:gd name="T15" fmla="*/ 76 h 102"/>
                <a:gd name="T16" fmla="*/ 0 w 96"/>
                <a:gd name="T17" fmla="*/ 63 h 102"/>
                <a:gd name="T18" fmla="*/ 9 w 96"/>
                <a:gd name="T19" fmla="*/ 54 h 102"/>
                <a:gd name="T20" fmla="*/ 20 w 96"/>
                <a:gd name="T21" fmla="*/ 41 h 102"/>
                <a:gd name="T22" fmla="*/ 43 w 96"/>
                <a:gd name="T23" fmla="*/ 21 h 102"/>
                <a:gd name="T24" fmla="*/ 62 w 96"/>
                <a:gd name="T25" fmla="*/ 10 h 102"/>
                <a:gd name="T26" fmla="*/ 78 w 96"/>
                <a:gd name="T27" fmla="*/ 2 h 10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96" h="102">
                  <a:moveTo>
                    <a:pt x="96" y="11"/>
                  </a:moveTo>
                  <a:cubicBezTo>
                    <a:pt x="83" y="14"/>
                    <a:pt x="72" y="21"/>
                    <a:pt x="60" y="27"/>
                  </a:cubicBezTo>
                  <a:cubicBezTo>
                    <a:pt x="45" y="36"/>
                    <a:pt x="36" y="47"/>
                    <a:pt x="27" y="61"/>
                  </a:cubicBezTo>
                  <a:cubicBezTo>
                    <a:pt x="23" y="66"/>
                    <a:pt x="18" y="75"/>
                    <a:pt x="22" y="82"/>
                  </a:cubicBezTo>
                  <a:cubicBezTo>
                    <a:pt x="24" y="86"/>
                    <a:pt x="29" y="88"/>
                    <a:pt x="32" y="92"/>
                  </a:cubicBezTo>
                  <a:cubicBezTo>
                    <a:pt x="35" y="95"/>
                    <a:pt x="37" y="99"/>
                    <a:pt x="40" y="102"/>
                  </a:cubicBezTo>
                  <a:cubicBezTo>
                    <a:pt x="37" y="100"/>
                    <a:pt x="35" y="97"/>
                    <a:pt x="32" y="94"/>
                  </a:cubicBezTo>
                  <a:cubicBezTo>
                    <a:pt x="28" y="89"/>
                    <a:pt x="23" y="86"/>
                    <a:pt x="19" y="82"/>
                  </a:cubicBezTo>
                  <a:cubicBezTo>
                    <a:pt x="13" y="77"/>
                    <a:pt x="7" y="72"/>
                    <a:pt x="0" y="69"/>
                  </a:cubicBezTo>
                  <a:cubicBezTo>
                    <a:pt x="2" y="65"/>
                    <a:pt x="6" y="63"/>
                    <a:pt x="9" y="60"/>
                  </a:cubicBezTo>
                  <a:cubicBezTo>
                    <a:pt x="13" y="54"/>
                    <a:pt x="18" y="49"/>
                    <a:pt x="23" y="44"/>
                  </a:cubicBezTo>
                  <a:cubicBezTo>
                    <a:pt x="30" y="36"/>
                    <a:pt x="38" y="30"/>
                    <a:pt x="46" y="24"/>
                  </a:cubicBezTo>
                  <a:cubicBezTo>
                    <a:pt x="53" y="19"/>
                    <a:pt x="61" y="14"/>
                    <a:pt x="68" y="10"/>
                  </a:cubicBezTo>
                  <a:cubicBezTo>
                    <a:pt x="72" y="7"/>
                    <a:pt x="81" y="0"/>
                    <a:pt x="86" y="2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7495" name="Freeform 411">
              <a:extLst>
                <a:ext uri="{FF2B5EF4-FFF2-40B4-BE49-F238E27FC236}">
                  <a16:creationId xmlns:a16="http://schemas.microsoft.com/office/drawing/2014/main" id="{97D66BF1-BAAD-4E0B-8C4B-2E9BDB88BB8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1" y="2758"/>
              <a:ext cx="77" cy="64"/>
            </a:xfrm>
            <a:custGeom>
              <a:avLst/>
              <a:gdLst>
                <a:gd name="T0" fmla="*/ 0 w 80"/>
                <a:gd name="T1" fmla="*/ 0 h 65"/>
                <a:gd name="T2" fmla="*/ 17 w 80"/>
                <a:gd name="T3" fmla="*/ 18 h 65"/>
                <a:gd name="T4" fmla="*/ 39 w 80"/>
                <a:gd name="T5" fmla="*/ 36 h 65"/>
                <a:gd name="T6" fmla="*/ 71 w 80"/>
                <a:gd name="T7" fmla="*/ 62 h 65"/>
                <a:gd name="T8" fmla="*/ 37 w 80"/>
                <a:gd name="T9" fmla="*/ 25 h 65"/>
                <a:gd name="T10" fmla="*/ 21 w 80"/>
                <a:gd name="T11" fmla="*/ 10 h 65"/>
                <a:gd name="T12" fmla="*/ 0 w 80"/>
                <a:gd name="T13" fmla="*/ 0 h 6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0" h="65">
                  <a:moveTo>
                    <a:pt x="0" y="0"/>
                  </a:moveTo>
                  <a:cubicBezTo>
                    <a:pt x="3" y="6"/>
                    <a:pt x="14" y="14"/>
                    <a:pt x="20" y="18"/>
                  </a:cubicBezTo>
                  <a:cubicBezTo>
                    <a:pt x="29" y="25"/>
                    <a:pt x="37" y="32"/>
                    <a:pt x="45" y="39"/>
                  </a:cubicBezTo>
                  <a:cubicBezTo>
                    <a:pt x="56" y="48"/>
                    <a:pt x="67" y="57"/>
                    <a:pt x="80" y="65"/>
                  </a:cubicBezTo>
                  <a:cubicBezTo>
                    <a:pt x="65" y="53"/>
                    <a:pt x="52" y="39"/>
                    <a:pt x="40" y="25"/>
                  </a:cubicBezTo>
                  <a:cubicBezTo>
                    <a:pt x="35" y="19"/>
                    <a:pt x="31" y="14"/>
                    <a:pt x="24" y="10"/>
                  </a:cubicBezTo>
                  <a:cubicBezTo>
                    <a:pt x="16" y="6"/>
                    <a:pt x="8" y="4"/>
                    <a:pt x="0" y="0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7496" name="Freeform 412">
              <a:extLst>
                <a:ext uri="{FF2B5EF4-FFF2-40B4-BE49-F238E27FC236}">
                  <a16:creationId xmlns:a16="http://schemas.microsoft.com/office/drawing/2014/main" id="{A740E4FB-2133-4FD3-8C56-3F834AEFE61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6" y="2769"/>
              <a:ext cx="54" cy="11"/>
            </a:xfrm>
            <a:custGeom>
              <a:avLst/>
              <a:gdLst>
                <a:gd name="T0" fmla="*/ 0 w 56"/>
                <a:gd name="T1" fmla="*/ 6 h 11"/>
                <a:gd name="T2" fmla="*/ 31 w 56"/>
                <a:gd name="T3" fmla="*/ 8 h 11"/>
                <a:gd name="T4" fmla="*/ 50 w 56"/>
                <a:gd name="T5" fmla="*/ 11 h 11"/>
                <a:gd name="T6" fmla="*/ 10 w 56"/>
                <a:gd name="T7" fmla="*/ 7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6" h="11">
                  <a:moveTo>
                    <a:pt x="0" y="6"/>
                  </a:moveTo>
                  <a:cubicBezTo>
                    <a:pt x="11" y="9"/>
                    <a:pt x="23" y="8"/>
                    <a:pt x="34" y="8"/>
                  </a:cubicBezTo>
                  <a:cubicBezTo>
                    <a:pt x="42" y="8"/>
                    <a:pt x="50" y="6"/>
                    <a:pt x="56" y="11"/>
                  </a:cubicBezTo>
                  <a:cubicBezTo>
                    <a:pt x="45" y="0"/>
                    <a:pt x="23" y="0"/>
                    <a:pt x="10" y="7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7497" name="Freeform 413">
              <a:extLst>
                <a:ext uri="{FF2B5EF4-FFF2-40B4-BE49-F238E27FC236}">
                  <a16:creationId xmlns:a16="http://schemas.microsoft.com/office/drawing/2014/main" id="{477563BA-93E9-4001-8480-FB81007613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4" y="2773"/>
              <a:ext cx="53" cy="74"/>
            </a:xfrm>
            <a:custGeom>
              <a:avLst/>
              <a:gdLst>
                <a:gd name="T0" fmla="*/ 3 w 55"/>
                <a:gd name="T1" fmla="*/ 1 h 76"/>
                <a:gd name="T2" fmla="*/ 7 w 55"/>
                <a:gd name="T3" fmla="*/ 6 h 76"/>
                <a:gd name="T4" fmla="*/ 15 w 55"/>
                <a:gd name="T5" fmla="*/ 19 h 76"/>
                <a:gd name="T6" fmla="*/ 29 w 55"/>
                <a:gd name="T7" fmla="*/ 36 h 76"/>
                <a:gd name="T8" fmla="*/ 40 w 55"/>
                <a:gd name="T9" fmla="*/ 60 h 76"/>
                <a:gd name="T10" fmla="*/ 44 w 55"/>
                <a:gd name="T11" fmla="*/ 68 h 76"/>
                <a:gd name="T12" fmla="*/ 44 w 55"/>
                <a:gd name="T13" fmla="*/ 55 h 76"/>
                <a:gd name="T14" fmla="*/ 24 w 55"/>
                <a:gd name="T15" fmla="*/ 26 h 76"/>
                <a:gd name="T16" fmla="*/ 10 w 55"/>
                <a:gd name="T17" fmla="*/ 9 h 76"/>
                <a:gd name="T18" fmla="*/ 0 w 55"/>
                <a:gd name="T19" fmla="*/ 0 h 7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5" h="76">
                  <a:moveTo>
                    <a:pt x="3" y="1"/>
                  </a:moveTo>
                  <a:cubicBezTo>
                    <a:pt x="3" y="3"/>
                    <a:pt x="5" y="4"/>
                    <a:pt x="7" y="6"/>
                  </a:cubicBezTo>
                  <a:cubicBezTo>
                    <a:pt x="11" y="11"/>
                    <a:pt x="14" y="17"/>
                    <a:pt x="18" y="22"/>
                  </a:cubicBezTo>
                  <a:cubicBezTo>
                    <a:pt x="23" y="28"/>
                    <a:pt x="28" y="33"/>
                    <a:pt x="32" y="39"/>
                  </a:cubicBezTo>
                  <a:cubicBezTo>
                    <a:pt x="37" y="48"/>
                    <a:pt x="44" y="57"/>
                    <a:pt x="46" y="66"/>
                  </a:cubicBezTo>
                  <a:cubicBezTo>
                    <a:pt x="47" y="69"/>
                    <a:pt x="46" y="76"/>
                    <a:pt x="50" y="74"/>
                  </a:cubicBezTo>
                  <a:cubicBezTo>
                    <a:pt x="55" y="71"/>
                    <a:pt x="52" y="63"/>
                    <a:pt x="50" y="60"/>
                  </a:cubicBezTo>
                  <a:cubicBezTo>
                    <a:pt x="43" y="50"/>
                    <a:pt x="34" y="40"/>
                    <a:pt x="27" y="29"/>
                  </a:cubicBezTo>
                  <a:cubicBezTo>
                    <a:pt x="21" y="22"/>
                    <a:pt x="16" y="16"/>
                    <a:pt x="10" y="9"/>
                  </a:cubicBezTo>
                  <a:cubicBezTo>
                    <a:pt x="7" y="7"/>
                    <a:pt x="3" y="0"/>
                    <a:pt x="0" y="0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7498" name="Freeform 414">
              <a:extLst>
                <a:ext uri="{FF2B5EF4-FFF2-40B4-BE49-F238E27FC236}">
                  <a16:creationId xmlns:a16="http://schemas.microsoft.com/office/drawing/2014/main" id="{E0B056F5-79EC-4308-9D9D-FCC1387466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0" y="2765"/>
              <a:ext cx="43" cy="80"/>
            </a:xfrm>
            <a:custGeom>
              <a:avLst/>
              <a:gdLst>
                <a:gd name="T0" fmla="*/ 1 w 44"/>
                <a:gd name="T1" fmla="*/ 3 h 82"/>
                <a:gd name="T2" fmla="*/ 6 w 44"/>
                <a:gd name="T3" fmla="*/ 12 h 82"/>
                <a:gd name="T4" fmla="*/ 16 w 44"/>
                <a:gd name="T5" fmla="*/ 25 h 82"/>
                <a:gd name="T6" fmla="*/ 27 w 44"/>
                <a:gd name="T7" fmla="*/ 45 h 82"/>
                <a:gd name="T8" fmla="*/ 33 w 44"/>
                <a:gd name="T9" fmla="*/ 59 h 82"/>
                <a:gd name="T10" fmla="*/ 41 w 44"/>
                <a:gd name="T11" fmla="*/ 76 h 82"/>
                <a:gd name="T12" fmla="*/ 36 w 44"/>
                <a:gd name="T13" fmla="*/ 61 h 82"/>
                <a:gd name="T14" fmla="*/ 29 w 44"/>
                <a:gd name="T15" fmla="*/ 38 h 82"/>
                <a:gd name="T16" fmla="*/ 20 w 44"/>
                <a:gd name="T17" fmla="*/ 17 h 82"/>
                <a:gd name="T18" fmla="*/ 5 w 44"/>
                <a:gd name="T19" fmla="*/ 0 h 8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4" h="82">
                  <a:moveTo>
                    <a:pt x="1" y="3"/>
                  </a:moveTo>
                  <a:cubicBezTo>
                    <a:pt x="0" y="6"/>
                    <a:pt x="4" y="9"/>
                    <a:pt x="6" y="12"/>
                  </a:cubicBezTo>
                  <a:cubicBezTo>
                    <a:pt x="9" y="17"/>
                    <a:pt x="12" y="23"/>
                    <a:pt x="16" y="28"/>
                  </a:cubicBezTo>
                  <a:cubicBezTo>
                    <a:pt x="21" y="34"/>
                    <a:pt x="26" y="41"/>
                    <a:pt x="30" y="48"/>
                  </a:cubicBezTo>
                  <a:cubicBezTo>
                    <a:pt x="32" y="53"/>
                    <a:pt x="34" y="58"/>
                    <a:pt x="36" y="64"/>
                  </a:cubicBezTo>
                  <a:cubicBezTo>
                    <a:pt x="39" y="69"/>
                    <a:pt x="44" y="77"/>
                    <a:pt x="44" y="82"/>
                  </a:cubicBezTo>
                  <a:cubicBezTo>
                    <a:pt x="41" y="78"/>
                    <a:pt x="40" y="72"/>
                    <a:pt x="39" y="67"/>
                  </a:cubicBezTo>
                  <a:cubicBezTo>
                    <a:pt x="37" y="58"/>
                    <a:pt x="36" y="49"/>
                    <a:pt x="32" y="41"/>
                  </a:cubicBezTo>
                  <a:cubicBezTo>
                    <a:pt x="29" y="32"/>
                    <a:pt x="24" y="24"/>
                    <a:pt x="20" y="17"/>
                  </a:cubicBezTo>
                  <a:cubicBezTo>
                    <a:pt x="16" y="12"/>
                    <a:pt x="11" y="2"/>
                    <a:pt x="5" y="0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7499" name="Freeform 415">
              <a:extLst>
                <a:ext uri="{FF2B5EF4-FFF2-40B4-BE49-F238E27FC236}">
                  <a16:creationId xmlns:a16="http://schemas.microsoft.com/office/drawing/2014/main" id="{C199A7DC-30A0-4604-A5F8-112875C2519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4" y="2705"/>
              <a:ext cx="74" cy="73"/>
            </a:xfrm>
            <a:custGeom>
              <a:avLst/>
              <a:gdLst>
                <a:gd name="T0" fmla="*/ 3 w 76"/>
                <a:gd name="T1" fmla="*/ 0 h 75"/>
                <a:gd name="T2" fmla="*/ 19 w 76"/>
                <a:gd name="T3" fmla="*/ 13 h 75"/>
                <a:gd name="T4" fmla="*/ 45 w 76"/>
                <a:gd name="T5" fmla="*/ 38 h 75"/>
                <a:gd name="T6" fmla="*/ 56 w 76"/>
                <a:gd name="T7" fmla="*/ 48 h 75"/>
                <a:gd name="T8" fmla="*/ 70 w 76"/>
                <a:gd name="T9" fmla="*/ 69 h 75"/>
                <a:gd name="T10" fmla="*/ 55 w 76"/>
                <a:gd name="T11" fmla="*/ 49 h 75"/>
                <a:gd name="T12" fmla="*/ 36 w 76"/>
                <a:gd name="T13" fmla="*/ 40 h 75"/>
                <a:gd name="T14" fmla="*/ 0 w 76"/>
                <a:gd name="T15" fmla="*/ 5 h 7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6" h="75">
                  <a:moveTo>
                    <a:pt x="3" y="0"/>
                  </a:moveTo>
                  <a:cubicBezTo>
                    <a:pt x="12" y="0"/>
                    <a:pt x="16" y="7"/>
                    <a:pt x="21" y="13"/>
                  </a:cubicBezTo>
                  <a:cubicBezTo>
                    <a:pt x="29" y="23"/>
                    <a:pt x="39" y="32"/>
                    <a:pt x="48" y="41"/>
                  </a:cubicBezTo>
                  <a:cubicBezTo>
                    <a:pt x="52" y="45"/>
                    <a:pt x="57" y="48"/>
                    <a:pt x="62" y="51"/>
                  </a:cubicBezTo>
                  <a:cubicBezTo>
                    <a:pt x="70" y="57"/>
                    <a:pt x="74" y="65"/>
                    <a:pt x="76" y="75"/>
                  </a:cubicBezTo>
                  <a:cubicBezTo>
                    <a:pt x="69" y="68"/>
                    <a:pt x="67" y="58"/>
                    <a:pt x="60" y="52"/>
                  </a:cubicBezTo>
                  <a:cubicBezTo>
                    <a:pt x="54" y="46"/>
                    <a:pt x="46" y="45"/>
                    <a:pt x="39" y="43"/>
                  </a:cubicBezTo>
                  <a:cubicBezTo>
                    <a:pt x="22" y="36"/>
                    <a:pt x="19" y="10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7500" name="Freeform 416">
              <a:extLst>
                <a:ext uri="{FF2B5EF4-FFF2-40B4-BE49-F238E27FC236}">
                  <a16:creationId xmlns:a16="http://schemas.microsoft.com/office/drawing/2014/main" id="{4E7CF006-5D78-4BC8-ADA1-452C4362475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8" y="2710"/>
              <a:ext cx="31" cy="31"/>
            </a:xfrm>
            <a:custGeom>
              <a:avLst/>
              <a:gdLst>
                <a:gd name="T0" fmla="*/ 0 w 32"/>
                <a:gd name="T1" fmla="*/ 5 h 32"/>
                <a:gd name="T2" fmla="*/ 29 w 32"/>
                <a:gd name="T3" fmla="*/ 29 h 32"/>
                <a:gd name="T4" fmla="*/ 4 w 32"/>
                <a:gd name="T5" fmla="*/ 9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32">
                  <a:moveTo>
                    <a:pt x="0" y="5"/>
                  </a:moveTo>
                  <a:cubicBezTo>
                    <a:pt x="13" y="0"/>
                    <a:pt x="29" y="23"/>
                    <a:pt x="32" y="32"/>
                  </a:cubicBezTo>
                  <a:cubicBezTo>
                    <a:pt x="27" y="23"/>
                    <a:pt x="13" y="12"/>
                    <a:pt x="4" y="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7501" name="Freeform 417">
              <a:extLst>
                <a:ext uri="{FF2B5EF4-FFF2-40B4-BE49-F238E27FC236}">
                  <a16:creationId xmlns:a16="http://schemas.microsoft.com/office/drawing/2014/main" id="{FC811CDF-5AA1-42AD-A7A1-2882E393CB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1" y="2750"/>
              <a:ext cx="31" cy="12"/>
            </a:xfrm>
            <a:custGeom>
              <a:avLst/>
              <a:gdLst>
                <a:gd name="T0" fmla="*/ 0 w 32"/>
                <a:gd name="T1" fmla="*/ 0 h 13"/>
                <a:gd name="T2" fmla="*/ 29 w 32"/>
                <a:gd name="T3" fmla="*/ 10 h 13"/>
                <a:gd name="T4" fmla="*/ 6 w 32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13">
                  <a:moveTo>
                    <a:pt x="0" y="0"/>
                  </a:moveTo>
                  <a:cubicBezTo>
                    <a:pt x="10" y="3"/>
                    <a:pt x="28" y="1"/>
                    <a:pt x="32" y="13"/>
                  </a:cubicBezTo>
                  <a:cubicBezTo>
                    <a:pt x="22" y="10"/>
                    <a:pt x="16" y="0"/>
                    <a:pt x="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7502" name="Freeform 418">
              <a:extLst>
                <a:ext uri="{FF2B5EF4-FFF2-40B4-BE49-F238E27FC236}">
                  <a16:creationId xmlns:a16="http://schemas.microsoft.com/office/drawing/2014/main" id="{E987F97C-BBD1-4009-88BB-8ECA18A146E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7" y="2728"/>
              <a:ext cx="36" cy="14"/>
            </a:xfrm>
            <a:custGeom>
              <a:avLst/>
              <a:gdLst>
                <a:gd name="T0" fmla="*/ 21 w 37"/>
                <a:gd name="T1" fmla="*/ 0 h 14"/>
                <a:gd name="T2" fmla="*/ 2 w 37"/>
                <a:gd name="T3" fmla="*/ 13 h 14"/>
                <a:gd name="T4" fmla="*/ 17 w 37"/>
                <a:gd name="T5" fmla="*/ 6 h 14"/>
                <a:gd name="T6" fmla="*/ 26 w 37"/>
                <a:gd name="T7" fmla="*/ 4 h 14"/>
                <a:gd name="T8" fmla="*/ 33 w 37"/>
                <a:gd name="T9" fmla="*/ 3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" h="14">
                  <a:moveTo>
                    <a:pt x="24" y="0"/>
                  </a:moveTo>
                  <a:cubicBezTo>
                    <a:pt x="17" y="0"/>
                    <a:pt x="0" y="4"/>
                    <a:pt x="2" y="13"/>
                  </a:cubicBezTo>
                  <a:cubicBezTo>
                    <a:pt x="6" y="14"/>
                    <a:pt x="12" y="7"/>
                    <a:pt x="17" y="6"/>
                  </a:cubicBezTo>
                  <a:cubicBezTo>
                    <a:pt x="20" y="5"/>
                    <a:pt x="25" y="4"/>
                    <a:pt x="29" y="4"/>
                  </a:cubicBezTo>
                  <a:cubicBezTo>
                    <a:pt x="31" y="3"/>
                    <a:pt x="37" y="5"/>
                    <a:pt x="36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7503" name="Freeform 419">
              <a:extLst>
                <a:ext uri="{FF2B5EF4-FFF2-40B4-BE49-F238E27FC236}">
                  <a16:creationId xmlns:a16="http://schemas.microsoft.com/office/drawing/2014/main" id="{D7D7BAE0-919C-4938-A1BB-1CEF28692E6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5" y="2724"/>
              <a:ext cx="27" cy="10"/>
            </a:xfrm>
            <a:custGeom>
              <a:avLst/>
              <a:gdLst>
                <a:gd name="T0" fmla="*/ 18 w 28"/>
                <a:gd name="T1" fmla="*/ 1 h 10"/>
                <a:gd name="T2" fmla="*/ 7 w 28"/>
                <a:gd name="T3" fmla="*/ 7 h 10"/>
                <a:gd name="T4" fmla="*/ 25 w 28"/>
                <a:gd name="T5" fmla="*/ 9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10">
                  <a:moveTo>
                    <a:pt x="21" y="1"/>
                  </a:moveTo>
                  <a:cubicBezTo>
                    <a:pt x="18" y="1"/>
                    <a:pt x="0" y="0"/>
                    <a:pt x="7" y="7"/>
                  </a:cubicBezTo>
                  <a:cubicBezTo>
                    <a:pt x="10" y="10"/>
                    <a:pt x="23" y="8"/>
                    <a:pt x="28" y="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7504" name="Freeform 420">
              <a:extLst>
                <a:ext uri="{FF2B5EF4-FFF2-40B4-BE49-F238E27FC236}">
                  <a16:creationId xmlns:a16="http://schemas.microsoft.com/office/drawing/2014/main" id="{5EAE57AA-F272-4C1C-8AC9-B956E69B1D3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2" y="2734"/>
              <a:ext cx="11" cy="10"/>
            </a:xfrm>
            <a:custGeom>
              <a:avLst/>
              <a:gdLst>
                <a:gd name="T0" fmla="*/ 11 w 11"/>
                <a:gd name="T1" fmla="*/ 10 h 10"/>
                <a:gd name="T2" fmla="*/ 0 w 11"/>
                <a:gd name="T3" fmla="*/ 0 h 10"/>
                <a:gd name="T4" fmla="*/ 5 w 11"/>
                <a:gd name="T5" fmla="*/ 7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0">
                  <a:moveTo>
                    <a:pt x="11" y="10"/>
                  </a:moveTo>
                  <a:cubicBezTo>
                    <a:pt x="8" y="6"/>
                    <a:pt x="5" y="2"/>
                    <a:pt x="0" y="0"/>
                  </a:cubicBezTo>
                  <a:cubicBezTo>
                    <a:pt x="1" y="3"/>
                    <a:pt x="3" y="5"/>
                    <a:pt x="5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7505" name="Freeform 421">
              <a:extLst>
                <a:ext uri="{FF2B5EF4-FFF2-40B4-BE49-F238E27FC236}">
                  <a16:creationId xmlns:a16="http://schemas.microsoft.com/office/drawing/2014/main" id="{1F07B55E-052D-4010-89A0-261B1E4B369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3" y="2773"/>
              <a:ext cx="1" cy="4"/>
            </a:xfrm>
            <a:custGeom>
              <a:avLst/>
              <a:gdLst>
                <a:gd name="T0" fmla="*/ 0 w 1"/>
                <a:gd name="T1" fmla="*/ 4 h 4"/>
                <a:gd name="T2" fmla="*/ 0 w 1"/>
                <a:gd name="T3" fmla="*/ 0 h 4"/>
                <a:gd name="T4" fmla="*/ 0 w 1"/>
                <a:gd name="T5" fmla="*/ 4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4">
                  <a:moveTo>
                    <a:pt x="0" y="4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3"/>
                    <a:pt x="0" y="4"/>
                  </a:cubicBezTo>
                  <a:close/>
                </a:path>
              </a:pathLst>
            </a:custGeom>
            <a:solidFill>
              <a:srgbClr val="9480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7506" name="Freeform 422">
              <a:extLst>
                <a:ext uri="{FF2B5EF4-FFF2-40B4-BE49-F238E27FC236}">
                  <a16:creationId xmlns:a16="http://schemas.microsoft.com/office/drawing/2014/main" id="{2F8BF716-4239-4B48-BFC9-D9A24CD39D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3" y="2777"/>
              <a:ext cx="1" cy="2"/>
            </a:xfrm>
            <a:custGeom>
              <a:avLst/>
              <a:gdLst>
                <a:gd name="T0" fmla="*/ 0 w 1"/>
                <a:gd name="T1" fmla="*/ 1 h 2"/>
                <a:gd name="T2" fmla="*/ 1 w 1"/>
                <a:gd name="T3" fmla="*/ 2 h 2"/>
                <a:gd name="T4" fmla="*/ 0 w 1"/>
                <a:gd name="T5" fmla="*/ 0 h 2"/>
                <a:gd name="T6" fmla="*/ 0 w 1"/>
                <a:gd name="T7" fmla="*/ 1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2">
                  <a:moveTo>
                    <a:pt x="0" y="1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1" y="1"/>
                    <a:pt x="0" y="1"/>
                    <a:pt x="0" y="0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9480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7507" name="Freeform 423">
              <a:extLst>
                <a:ext uri="{FF2B5EF4-FFF2-40B4-BE49-F238E27FC236}">
                  <a16:creationId xmlns:a16="http://schemas.microsoft.com/office/drawing/2014/main" id="{BDF0B8FC-DAB6-4608-9DBE-0B01ED159E0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4" y="2779"/>
              <a:ext cx="46" cy="162"/>
            </a:xfrm>
            <a:custGeom>
              <a:avLst/>
              <a:gdLst>
                <a:gd name="T0" fmla="*/ 33 w 48"/>
                <a:gd name="T1" fmla="*/ 123 h 167"/>
                <a:gd name="T2" fmla="*/ 0 w 48"/>
                <a:gd name="T3" fmla="*/ 0 h 167"/>
                <a:gd name="T4" fmla="*/ 9 w 48"/>
                <a:gd name="T5" fmla="*/ 23 h 167"/>
                <a:gd name="T6" fmla="*/ 14 w 48"/>
                <a:gd name="T7" fmla="*/ 53 h 167"/>
                <a:gd name="T8" fmla="*/ 12 w 48"/>
                <a:gd name="T9" fmla="*/ 87 h 167"/>
                <a:gd name="T10" fmla="*/ 17 w 48"/>
                <a:gd name="T11" fmla="*/ 110 h 167"/>
                <a:gd name="T12" fmla="*/ 33 w 48"/>
                <a:gd name="T13" fmla="*/ 148 h 167"/>
                <a:gd name="T14" fmla="*/ 34 w 48"/>
                <a:gd name="T15" fmla="*/ 152 h 167"/>
                <a:gd name="T16" fmla="*/ 42 w 48"/>
                <a:gd name="T17" fmla="*/ 152 h 167"/>
                <a:gd name="T18" fmla="*/ 33 w 48"/>
                <a:gd name="T19" fmla="*/ 123 h 16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8" h="167">
                  <a:moveTo>
                    <a:pt x="37" y="135"/>
                  </a:moveTo>
                  <a:cubicBezTo>
                    <a:pt x="25" y="89"/>
                    <a:pt x="23" y="41"/>
                    <a:pt x="0" y="0"/>
                  </a:cubicBezTo>
                  <a:cubicBezTo>
                    <a:pt x="1" y="8"/>
                    <a:pt x="7" y="19"/>
                    <a:pt x="9" y="26"/>
                  </a:cubicBezTo>
                  <a:cubicBezTo>
                    <a:pt x="12" y="37"/>
                    <a:pt x="15" y="48"/>
                    <a:pt x="17" y="59"/>
                  </a:cubicBezTo>
                  <a:cubicBezTo>
                    <a:pt x="20" y="73"/>
                    <a:pt x="16" y="83"/>
                    <a:pt x="14" y="96"/>
                  </a:cubicBezTo>
                  <a:cubicBezTo>
                    <a:pt x="13" y="105"/>
                    <a:pt x="17" y="113"/>
                    <a:pt x="20" y="121"/>
                  </a:cubicBezTo>
                  <a:cubicBezTo>
                    <a:pt x="25" y="135"/>
                    <a:pt x="30" y="150"/>
                    <a:pt x="37" y="163"/>
                  </a:cubicBezTo>
                  <a:cubicBezTo>
                    <a:pt x="38" y="164"/>
                    <a:pt x="38" y="166"/>
                    <a:pt x="39" y="167"/>
                  </a:cubicBezTo>
                  <a:cubicBezTo>
                    <a:pt x="48" y="167"/>
                    <a:pt x="48" y="167"/>
                    <a:pt x="48" y="167"/>
                  </a:cubicBezTo>
                  <a:cubicBezTo>
                    <a:pt x="44" y="156"/>
                    <a:pt x="40" y="146"/>
                    <a:pt x="37" y="135"/>
                  </a:cubicBezTo>
                  <a:close/>
                </a:path>
              </a:pathLst>
            </a:custGeom>
            <a:solidFill>
              <a:srgbClr val="9480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7508" name="Freeform 424">
              <a:extLst>
                <a:ext uri="{FF2B5EF4-FFF2-40B4-BE49-F238E27FC236}">
                  <a16:creationId xmlns:a16="http://schemas.microsoft.com/office/drawing/2014/main" id="{CE6A11D1-6848-4476-BE84-607D3EE6FEF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1" y="2760"/>
              <a:ext cx="43" cy="116"/>
            </a:xfrm>
            <a:custGeom>
              <a:avLst/>
              <a:gdLst>
                <a:gd name="T0" fmla="*/ 11 w 44"/>
                <a:gd name="T1" fmla="*/ 108 h 119"/>
                <a:gd name="T2" fmla="*/ 9 w 44"/>
                <a:gd name="T3" fmla="*/ 84 h 119"/>
                <a:gd name="T4" fmla="*/ 24 w 44"/>
                <a:gd name="T5" fmla="*/ 49 h 119"/>
                <a:gd name="T6" fmla="*/ 41 w 44"/>
                <a:gd name="T7" fmla="*/ 1 h 119"/>
                <a:gd name="T8" fmla="*/ 40 w 44"/>
                <a:gd name="T9" fmla="*/ 0 h 119"/>
                <a:gd name="T10" fmla="*/ 11 w 44"/>
                <a:gd name="T11" fmla="*/ 35 h 119"/>
                <a:gd name="T12" fmla="*/ 5 w 44"/>
                <a:gd name="T13" fmla="*/ 110 h 1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4" h="119">
                  <a:moveTo>
                    <a:pt x="11" y="117"/>
                  </a:moveTo>
                  <a:cubicBezTo>
                    <a:pt x="11" y="109"/>
                    <a:pt x="7" y="99"/>
                    <a:pt x="9" y="90"/>
                  </a:cubicBezTo>
                  <a:cubicBezTo>
                    <a:pt x="11" y="76"/>
                    <a:pt x="21" y="65"/>
                    <a:pt x="27" y="52"/>
                  </a:cubicBezTo>
                  <a:cubicBezTo>
                    <a:pt x="34" y="37"/>
                    <a:pt x="41" y="18"/>
                    <a:pt x="44" y="1"/>
                  </a:cubicBezTo>
                  <a:cubicBezTo>
                    <a:pt x="44" y="1"/>
                    <a:pt x="44" y="0"/>
                    <a:pt x="43" y="0"/>
                  </a:cubicBezTo>
                  <a:cubicBezTo>
                    <a:pt x="35" y="15"/>
                    <a:pt x="18" y="21"/>
                    <a:pt x="11" y="38"/>
                  </a:cubicBezTo>
                  <a:cubicBezTo>
                    <a:pt x="1" y="62"/>
                    <a:pt x="0" y="94"/>
                    <a:pt x="5" y="119"/>
                  </a:cubicBezTo>
                </a:path>
              </a:pathLst>
            </a:custGeom>
            <a:solidFill>
              <a:srgbClr val="9480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7509" name="Freeform 425">
              <a:extLst>
                <a:ext uri="{FF2B5EF4-FFF2-40B4-BE49-F238E27FC236}">
                  <a16:creationId xmlns:a16="http://schemas.microsoft.com/office/drawing/2014/main" id="{DEF69784-B874-4DDB-A703-14427A5F5B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0" y="1851"/>
              <a:ext cx="13" cy="20"/>
            </a:xfrm>
            <a:custGeom>
              <a:avLst/>
              <a:gdLst>
                <a:gd name="T0" fmla="*/ 8 w 14"/>
                <a:gd name="T1" fmla="*/ 0 h 21"/>
                <a:gd name="T2" fmla="*/ 11 w 14"/>
                <a:gd name="T3" fmla="*/ 4 h 21"/>
                <a:gd name="T4" fmla="*/ 7 w 14"/>
                <a:gd name="T5" fmla="*/ 10 h 21"/>
                <a:gd name="T6" fmla="*/ 4 w 14"/>
                <a:gd name="T7" fmla="*/ 15 h 21"/>
                <a:gd name="T8" fmla="*/ 1 w 14"/>
                <a:gd name="T9" fmla="*/ 10 h 21"/>
                <a:gd name="T10" fmla="*/ 5 w 14"/>
                <a:gd name="T11" fmla="*/ 5 h 21"/>
                <a:gd name="T12" fmla="*/ 7 w 14"/>
                <a:gd name="T13" fmla="*/ 2 h 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" h="21">
                  <a:moveTo>
                    <a:pt x="11" y="0"/>
                  </a:moveTo>
                  <a:cubicBezTo>
                    <a:pt x="12" y="2"/>
                    <a:pt x="14" y="2"/>
                    <a:pt x="14" y="4"/>
                  </a:cubicBezTo>
                  <a:cubicBezTo>
                    <a:pt x="13" y="6"/>
                    <a:pt x="11" y="8"/>
                    <a:pt x="10" y="10"/>
                  </a:cubicBezTo>
                  <a:cubicBezTo>
                    <a:pt x="8" y="12"/>
                    <a:pt x="7" y="17"/>
                    <a:pt x="4" y="18"/>
                  </a:cubicBezTo>
                  <a:cubicBezTo>
                    <a:pt x="0" y="21"/>
                    <a:pt x="0" y="14"/>
                    <a:pt x="1" y="12"/>
                  </a:cubicBezTo>
                  <a:cubicBezTo>
                    <a:pt x="2" y="10"/>
                    <a:pt x="3" y="7"/>
                    <a:pt x="5" y="5"/>
                  </a:cubicBezTo>
                  <a:cubicBezTo>
                    <a:pt x="5" y="4"/>
                    <a:pt x="7" y="3"/>
                    <a:pt x="8" y="2"/>
                  </a:cubicBezTo>
                </a:path>
              </a:pathLst>
            </a:custGeom>
            <a:solidFill>
              <a:srgbClr val="689F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7510" name="Freeform 426">
              <a:extLst>
                <a:ext uri="{FF2B5EF4-FFF2-40B4-BE49-F238E27FC236}">
                  <a16:creationId xmlns:a16="http://schemas.microsoft.com/office/drawing/2014/main" id="{FA3F78E4-2A68-4B7A-A6A1-A82CB7A786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7" y="1740"/>
              <a:ext cx="14" cy="17"/>
            </a:xfrm>
            <a:custGeom>
              <a:avLst/>
              <a:gdLst>
                <a:gd name="T0" fmla="*/ 11 w 14"/>
                <a:gd name="T1" fmla="*/ 0 h 18"/>
                <a:gd name="T2" fmla="*/ 14 w 14"/>
                <a:gd name="T3" fmla="*/ 4 h 18"/>
                <a:gd name="T4" fmla="*/ 11 w 14"/>
                <a:gd name="T5" fmla="*/ 8 h 18"/>
                <a:gd name="T6" fmla="*/ 4 w 14"/>
                <a:gd name="T7" fmla="*/ 13 h 18"/>
                <a:gd name="T8" fmla="*/ 2 w 14"/>
                <a:gd name="T9" fmla="*/ 15 h 18"/>
                <a:gd name="T10" fmla="*/ 0 w 14"/>
                <a:gd name="T11" fmla="*/ 12 h 18"/>
                <a:gd name="T12" fmla="*/ 9 w 14"/>
                <a:gd name="T13" fmla="*/ 2 h 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" h="18">
                  <a:moveTo>
                    <a:pt x="11" y="0"/>
                  </a:moveTo>
                  <a:cubicBezTo>
                    <a:pt x="12" y="1"/>
                    <a:pt x="14" y="2"/>
                    <a:pt x="14" y="4"/>
                  </a:cubicBezTo>
                  <a:cubicBezTo>
                    <a:pt x="14" y="6"/>
                    <a:pt x="13" y="7"/>
                    <a:pt x="11" y="8"/>
                  </a:cubicBezTo>
                  <a:cubicBezTo>
                    <a:pt x="9" y="10"/>
                    <a:pt x="6" y="13"/>
                    <a:pt x="4" y="16"/>
                  </a:cubicBezTo>
                  <a:cubicBezTo>
                    <a:pt x="3" y="17"/>
                    <a:pt x="4" y="18"/>
                    <a:pt x="2" y="18"/>
                  </a:cubicBezTo>
                  <a:cubicBezTo>
                    <a:pt x="0" y="17"/>
                    <a:pt x="0" y="16"/>
                    <a:pt x="0" y="15"/>
                  </a:cubicBezTo>
                  <a:cubicBezTo>
                    <a:pt x="1" y="10"/>
                    <a:pt x="6" y="5"/>
                    <a:pt x="9" y="2"/>
                  </a:cubicBezTo>
                </a:path>
              </a:pathLst>
            </a:custGeom>
            <a:solidFill>
              <a:srgbClr val="689F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7511" name="Oval 427">
              <a:extLst>
                <a:ext uri="{FF2B5EF4-FFF2-40B4-BE49-F238E27FC236}">
                  <a16:creationId xmlns:a16="http://schemas.microsoft.com/office/drawing/2014/main" id="{C01D5C4B-41DC-417C-8833-57447515F0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2" y="1855"/>
              <a:ext cx="9" cy="10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7512" name="Freeform 428">
              <a:extLst>
                <a:ext uri="{FF2B5EF4-FFF2-40B4-BE49-F238E27FC236}">
                  <a16:creationId xmlns:a16="http://schemas.microsoft.com/office/drawing/2014/main" id="{CD43B22B-4D6B-4009-AB91-9A12D2D3DA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8" y="1744"/>
              <a:ext cx="10" cy="9"/>
            </a:xfrm>
            <a:custGeom>
              <a:avLst/>
              <a:gdLst>
                <a:gd name="T0" fmla="*/ 10 w 10"/>
                <a:gd name="T1" fmla="*/ 5 h 10"/>
                <a:gd name="T2" fmla="*/ 5 w 10"/>
                <a:gd name="T3" fmla="*/ 7 h 10"/>
                <a:gd name="T4" fmla="*/ 0 w 10"/>
                <a:gd name="T5" fmla="*/ 5 h 10"/>
                <a:gd name="T6" fmla="*/ 5 w 10"/>
                <a:gd name="T7" fmla="*/ 0 h 10"/>
                <a:gd name="T8" fmla="*/ 10 w 10"/>
                <a:gd name="T9" fmla="*/ 5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0">
                  <a:moveTo>
                    <a:pt x="10" y="5"/>
                  </a:moveTo>
                  <a:cubicBezTo>
                    <a:pt x="10" y="8"/>
                    <a:pt x="8" y="10"/>
                    <a:pt x="5" y="10"/>
                  </a:cubicBezTo>
                  <a:cubicBezTo>
                    <a:pt x="3" y="10"/>
                    <a:pt x="1" y="8"/>
                    <a:pt x="0" y="6"/>
                  </a:cubicBezTo>
                  <a:cubicBezTo>
                    <a:pt x="0" y="6"/>
                    <a:pt x="4" y="0"/>
                    <a:pt x="5" y="0"/>
                  </a:cubicBezTo>
                  <a:cubicBezTo>
                    <a:pt x="8" y="0"/>
                    <a:pt x="10" y="2"/>
                    <a:pt x="10" y="5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7513" name="Freeform 429">
              <a:extLst>
                <a:ext uri="{FF2B5EF4-FFF2-40B4-BE49-F238E27FC236}">
                  <a16:creationId xmlns:a16="http://schemas.microsoft.com/office/drawing/2014/main" id="{04C3EAD6-3157-4777-B584-64AC6F4DEA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5" y="1831"/>
              <a:ext cx="41" cy="52"/>
            </a:xfrm>
            <a:custGeom>
              <a:avLst/>
              <a:gdLst>
                <a:gd name="T0" fmla="*/ 37 w 42"/>
                <a:gd name="T1" fmla="*/ 1 h 53"/>
                <a:gd name="T2" fmla="*/ 37 w 42"/>
                <a:gd name="T3" fmla="*/ 0 h 53"/>
                <a:gd name="T4" fmla="*/ 36 w 42"/>
                <a:gd name="T5" fmla="*/ 0 h 53"/>
                <a:gd name="T6" fmla="*/ 24 w 42"/>
                <a:gd name="T7" fmla="*/ 5 h 53"/>
                <a:gd name="T8" fmla="*/ 12 w 42"/>
                <a:gd name="T9" fmla="*/ 19 h 53"/>
                <a:gd name="T10" fmla="*/ 0 w 42"/>
                <a:gd name="T11" fmla="*/ 45 h 53"/>
                <a:gd name="T12" fmla="*/ 1 w 42"/>
                <a:gd name="T13" fmla="*/ 49 h 53"/>
                <a:gd name="T14" fmla="*/ 1 w 42"/>
                <a:gd name="T15" fmla="*/ 50 h 53"/>
                <a:gd name="T16" fmla="*/ 2 w 42"/>
                <a:gd name="T17" fmla="*/ 49 h 53"/>
                <a:gd name="T18" fmla="*/ 22 w 42"/>
                <a:gd name="T19" fmla="*/ 33 h 53"/>
                <a:gd name="T20" fmla="*/ 32 w 42"/>
                <a:gd name="T21" fmla="*/ 14 h 53"/>
                <a:gd name="T22" fmla="*/ 36 w 42"/>
                <a:gd name="T23" fmla="*/ 9 h 53"/>
                <a:gd name="T24" fmla="*/ 38 w 42"/>
                <a:gd name="T25" fmla="*/ 6 h 53"/>
                <a:gd name="T26" fmla="*/ 39 w 42"/>
                <a:gd name="T27" fmla="*/ 3 h 53"/>
                <a:gd name="T28" fmla="*/ 38 w 42"/>
                <a:gd name="T29" fmla="*/ 1 h 53"/>
                <a:gd name="T30" fmla="*/ 37 w 42"/>
                <a:gd name="T31" fmla="*/ 0 h 53"/>
                <a:gd name="T32" fmla="*/ 37 w 42"/>
                <a:gd name="T33" fmla="*/ 1 h 53"/>
                <a:gd name="T34" fmla="*/ 36 w 42"/>
                <a:gd name="T35" fmla="*/ 2 h 53"/>
                <a:gd name="T36" fmla="*/ 37 w 42"/>
                <a:gd name="T37" fmla="*/ 2 h 53"/>
                <a:gd name="T38" fmla="*/ 37 w 42"/>
                <a:gd name="T39" fmla="*/ 3 h 53"/>
                <a:gd name="T40" fmla="*/ 36 w 42"/>
                <a:gd name="T41" fmla="*/ 5 h 53"/>
                <a:gd name="T42" fmla="*/ 30 w 42"/>
                <a:gd name="T43" fmla="*/ 14 h 53"/>
                <a:gd name="T44" fmla="*/ 21 w 42"/>
                <a:gd name="T45" fmla="*/ 31 h 53"/>
                <a:gd name="T46" fmla="*/ 9 w 42"/>
                <a:gd name="T47" fmla="*/ 43 h 53"/>
                <a:gd name="T48" fmla="*/ 4 w 42"/>
                <a:gd name="T49" fmla="*/ 46 h 53"/>
                <a:gd name="T50" fmla="*/ 1 w 42"/>
                <a:gd name="T51" fmla="*/ 48 h 53"/>
                <a:gd name="T52" fmla="*/ 2 w 42"/>
                <a:gd name="T53" fmla="*/ 48 h 53"/>
                <a:gd name="T54" fmla="*/ 3 w 42"/>
                <a:gd name="T55" fmla="*/ 48 h 53"/>
                <a:gd name="T56" fmla="*/ 2 w 42"/>
                <a:gd name="T57" fmla="*/ 45 h 53"/>
                <a:gd name="T58" fmla="*/ 14 w 42"/>
                <a:gd name="T59" fmla="*/ 20 h 53"/>
                <a:gd name="T60" fmla="*/ 25 w 42"/>
                <a:gd name="T61" fmla="*/ 6 h 53"/>
                <a:gd name="T62" fmla="*/ 36 w 42"/>
                <a:gd name="T63" fmla="*/ 2 h 53"/>
                <a:gd name="T64" fmla="*/ 36 w 42"/>
                <a:gd name="T65" fmla="*/ 2 h 53"/>
                <a:gd name="T66" fmla="*/ 37 w 42"/>
                <a:gd name="T67" fmla="*/ 1 h 53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42" h="53">
                  <a:moveTo>
                    <a:pt x="40" y="1"/>
                  </a:moveTo>
                  <a:cubicBezTo>
                    <a:pt x="40" y="0"/>
                    <a:pt x="40" y="0"/>
                    <a:pt x="40" y="0"/>
                  </a:cubicBezTo>
                  <a:cubicBezTo>
                    <a:pt x="39" y="0"/>
                    <a:pt x="39" y="0"/>
                    <a:pt x="39" y="0"/>
                  </a:cubicBezTo>
                  <a:cubicBezTo>
                    <a:pt x="36" y="0"/>
                    <a:pt x="32" y="1"/>
                    <a:pt x="27" y="5"/>
                  </a:cubicBezTo>
                  <a:cubicBezTo>
                    <a:pt x="22" y="8"/>
                    <a:pt x="17" y="12"/>
                    <a:pt x="12" y="19"/>
                  </a:cubicBezTo>
                  <a:cubicBezTo>
                    <a:pt x="3" y="31"/>
                    <a:pt x="0" y="41"/>
                    <a:pt x="0" y="48"/>
                  </a:cubicBezTo>
                  <a:cubicBezTo>
                    <a:pt x="0" y="49"/>
                    <a:pt x="1" y="51"/>
                    <a:pt x="1" y="52"/>
                  </a:cubicBezTo>
                  <a:cubicBezTo>
                    <a:pt x="1" y="53"/>
                    <a:pt x="1" y="53"/>
                    <a:pt x="1" y="53"/>
                  </a:cubicBezTo>
                  <a:cubicBezTo>
                    <a:pt x="2" y="52"/>
                    <a:pt x="2" y="52"/>
                    <a:pt x="2" y="52"/>
                  </a:cubicBezTo>
                  <a:cubicBezTo>
                    <a:pt x="2" y="52"/>
                    <a:pt x="17" y="45"/>
                    <a:pt x="25" y="36"/>
                  </a:cubicBezTo>
                  <a:cubicBezTo>
                    <a:pt x="33" y="26"/>
                    <a:pt x="33" y="19"/>
                    <a:pt x="35" y="14"/>
                  </a:cubicBezTo>
                  <a:cubicBezTo>
                    <a:pt x="36" y="13"/>
                    <a:pt x="37" y="11"/>
                    <a:pt x="39" y="9"/>
                  </a:cubicBezTo>
                  <a:cubicBezTo>
                    <a:pt x="40" y="8"/>
                    <a:pt x="41" y="7"/>
                    <a:pt x="41" y="6"/>
                  </a:cubicBezTo>
                  <a:cubicBezTo>
                    <a:pt x="42" y="5"/>
                    <a:pt x="42" y="4"/>
                    <a:pt x="42" y="3"/>
                  </a:cubicBezTo>
                  <a:cubicBezTo>
                    <a:pt x="42" y="2"/>
                    <a:pt x="42" y="2"/>
                    <a:pt x="41" y="1"/>
                  </a:cubicBezTo>
                  <a:cubicBezTo>
                    <a:pt x="41" y="1"/>
                    <a:pt x="41" y="0"/>
                    <a:pt x="40" y="0"/>
                  </a:cubicBezTo>
                  <a:cubicBezTo>
                    <a:pt x="40" y="1"/>
                    <a:pt x="40" y="1"/>
                    <a:pt x="40" y="1"/>
                  </a:cubicBezTo>
                  <a:cubicBezTo>
                    <a:pt x="39" y="2"/>
                    <a:pt x="39" y="2"/>
                    <a:pt x="39" y="2"/>
                  </a:cubicBezTo>
                  <a:cubicBezTo>
                    <a:pt x="40" y="2"/>
                    <a:pt x="40" y="2"/>
                    <a:pt x="40" y="2"/>
                  </a:cubicBezTo>
                  <a:cubicBezTo>
                    <a:pt x="40" y="3"/>
                    <a:pt x="40" y="3"/>
                    <a:pt x="40" y="3"/>
                  </a:cubicBezTo>
                  <a:cubicBezTo>
                    <a:pt x="40" y="3"/>
                    <a:pt x="40" y="4"/>
                    <a:pt x="39" y="5"/>
                  </a:cubicBezTo>
                  <a:cubicBezTo>
                    <a:pt x="38" y="7"/>
                    <a:pt x="35" y="10"/>
                    <a:pt x="33" y="14"/>
                  </a:cubicBezTo>
                  <a:cubicBezTo>
                    <a:pt x="31" y="19"/>
                    <a:pt x="31" y="25"/>
                    <a:pt x="23" y="34"/>
                  </a:cubicBezTo>
                  <a:cubicBezTo>
                    <a:pt x="19" y="39"/>
                    <a:pt x="14" y="43"/>
                    <a:pt x="9" y="46"/>
                  </a:cubicBezTo>
                  <a:cubicBezTo>
                    <a:pt x="7" y="47"/>
                    <a:pt x="5" y="48"/>
                    <a:pt x="4" y="49"/>
                  </a:cubicBezTo>
                  <a:cubicBezTo>
                    <a:pt x="2" y="50"/>
                    <a:pt x="1" y="51"/>
                    <a:pt x="1" y="51"/>
                  </a:cubicBezTo>
                  <a:cubicBezTo>
                    <a:pt x="2" y="51"/>
                    <a:pt x="2" y="51"/>
                    <a:pt x="2" y="51"/>
                  </a:cubicBezTo>
                  <a:cubicBezTo>
                    <a:pt x="3" y="51"/>
                    <a:pt x="3" y="51"/>
                    <a:pt x="3" y="51"/>
                  </a:cubicBezTo>
                  <a:cubicBezTo>
                    <a:pt x="3" y="50"/>
                    <a:pt x="2" y="49"/>
                    <a:pt x="2" y="48"/>
                  </a:cubicBezTo>
                  <a:cubicBezTo>
                    <a:pt x="2" y="42"/>
                    <a:pt x="5" y="32"/>
                    <a:pt x="14" y="20"/>
                  </a:cubicBezTo>
                  <a:cubicBezTo>
                    <a:pt x="18" y="14"/>
                    <a:pt x="24" y="9"/>
                    <a:pt x="28" y="6"/>
                  </a:cubicBezTo>
                  <a:cubicBezTo>
                    <a:pt x="33" y="3"/>
                    <a:pt x="37" y="2"/>
                    <a:pt x="39" y="2"/>
                  </a:cubicBezTo>
                  <a:cubicBezTo>
                    <a:pt x="39" y="2"/>
                    <a:pt x="39" y="2"/>
                    <a:pt x="39" y="2"/>
                  </a:cubicBezTo>
                  <a:lnTo>
                    <a:pt x="40" y="1"/>
                  </a:ln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7514" name="Freeform 430">
              <a:extLst>
                <a:ext uri="{FF2B5EF4-FFF2-40B4-BE49-F238E27FC236}">
                  <a16:creationId xmlns:a16="http://schemas.microsoft.com/office/drawing/2014/main" id="{C7482C89-6F20-4F1F-8190-46A56656F7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8" y="1728"/>
              <a:ext cx="40" cy="49"/>
            </a:xfrm>
            <a:custGeom>
              <a:avLst/>
              <a:gdLst>
                <a:gd name="T0" fmla="*/ 36 w 41"/>
                <a:gd name="T1" fmla="*/ 1 h 50"/>
                <a:gd name="T2" fmla="*/ 35 w 41"/>
                <a:gd name="T3" fmla="*/ 0 h 50"/>
                <a:gd name="T4" fmla="*/ 20 w 41"/>
                <a:gd name="T5" fmla="*/ 10 h 50"/>
                <a:gd name="T6" fmla="*/ 1 w 41"/>
                <a:gd name="T7" fmla="*/ 36 h 50"/>
                <a:gd name="T8" fmla="*/ 0 w 41"/>
                <a:gd name="T9" fmla="*/ 43 h 50"/>
                <a:gd name="T10" fmla="*/ 1 w 41"/>
                <a:gd name="T11" fmla="*/ 46 h 50"/>
                <a:gd name="T12" fmla="*/ 3 w 41"/>
                <a:gd name="T13" fmla="*/ 47 h 50"/>
                <a:gd name="T14" fmla="*/ 4 w 41"/>
                <a:gd name="T15" fmla="*/ 47 h 50"/>
                <a:gd name="T16" fmla="*/ 3 w 41"/>
                <a:gd name="T17" fmla="*/ 47 h 50"/>
                <a:gd name="T18" fmla="*/ 4 w 41"/>
                <a:gd name="T19" fmla="*/ 47 h 50"/>
                <a:gd name="T20" fmla="*/ 6 w 41"/>
                <a:gd name="T21" fmla="*/ 46 h 50"/>
                <a:gd name="T22" fmla="*/ 8 w 41"/>
                <a:gd name="T23" fmla="*/ 43 h 50"/>
                <a:gd name="T24" fmla="*/ 11 w 41"/>
                <a:gd name="T25" fmla="*/ 39 h 50"/>
                <a:gd name="T26" fmla="*/ 24 w 41"/>
                <a:gd name="T27" fmla="*/ 26 h 50"/>
                <a:gd name="T28" fmla="*/ 33 w 41"/>
                <a:gd name="T29" fmla="*/ 17 h 50"/>
                <a:gd name="T30" fmla="*/ 38 w 41"/>
                <a:gd name="T31" fmla="*/ 5 h 50"/>
                <a:gd name="T32" fmla="*/ 36 w 41"/>
                <a:gd name="T33" fmla="*/ 0 h 50"/>
                <a:gd name="T34" fmla="*/ 36 w 41"/>
                <a:gd name="T35" fmla="*/ 0 h 50"/>
                <a:gd name="T36" fmla="*/ 35 w 41"/>
                <a:gd name="T37" fmla="*/ 0 h 50"/>
                <a:gd name="T38" fmla="*/ 36 w 41"/>
                <a:gd name="T39" fmla="*/ 1 h 50"/>
                <a:gd name="T40" fmla="*/ 35 w 41"/>
                <a:gd name="T41" fmla="*/ 1 h 50"/>
                <a:gd name="T42" fmla="*/ 36 w 41"/>
                <a:gd name="T43" fmla="*/ 5 h 50"/>
                <a:gd name="T44" fmla="*/ 32 w 41"/>
                <a:gd name="T45" fmla="*/ 16 h 50"/>
                <a:gd name="T46" fmla="*/ 9 w 41"/>
                <a:gd name="T47" fmla="*/ 38 h 50"/>
                <a:gd name="T48" fmla="*/ 5 w 41"/>
                <a:gd name="T49" fmla="*/ 43 h 50"/>
                <a:gd name="T50" fmla="*/ 4 w 41"/>
                <a:gd name="T51" fmla="*/ 45 h 50"/>
                <a:gd name="T52" fmla="*/ 4 w 41"/>
                <a:gd name="T53" fmla="*/ 45 h 50"/>
                <a:gd name="T54" fmla="*/ 4 w 41"/>
                <a:gd name="T55" fmla="*/ 45 h 50"/>
                <a:gd name="T56" fmla="*/ 3 w 41"/>
                <a:gd name="T57" fmla="*/ 45 h 50"/>
                <a:gd name="T58" fmla="*/ 4 w 41"/>
                <a:gd name="T59" fmla="*/ 45 h 50"/>
                <a:gd name="T60" fmla="*/ 3 w 41"/>
                <a:gd name="T61" fmla="*/ 45 h 50"/>
                <a:gd name="T62" fmla="*/ 2 w 41"/>
                <a:gd name="T63" fmla="*/ 43 h 50"/>
                <a:gd name="T64" fmla="*/ 3 w 41"/>
                <a:gd name="T65" fmla="*/ 37 h 50"/>
                <a:gd name="T66" fmla="*/ 20 w 41"/>
                <a:gd name="T67" fmla="*/ 12 h 50"/>
                <a:gd name="T68" fmla="*/ 31 w 41"/>
                <a:gd name="T69" fmla="*/ 3 h 50"/>
                <a:gd name="T70" fmla="*/ 34 w 41"/>
                <a:gd name="T71" fmla="*/ 2 h 50"/>
                <a:gd name="T72" fmla="*/ 35 w 41"/>
                <a:gd name="T73" fmla="*/ 2 h 50"/>
                <a:gd name="T74" fmla="*/ 36 w 41"/>
                <a:gd name="T75" fmla="*/ 2 h 50"/>
                <a:gd name="T76" fmla="*/ 36 w 41"/>
                <a:gd name="T77" fmla="*/ 2 h 50"/>
                <a:gd name="T78" fmla="*/ 36 w 41"/>
                <a:gd name="T79" fmla="*/ 1 h 50"/>
                <a:gd name="T80" fmla="*/ 35 w 41"/>
                <a:gd name="T81" fmla="*/ 1 h 50"/>
                <a:gd name="T82" fmla="*/ 36 w 41"/>
                <a:gd name="T83" fmla="*/ 1 h 50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41" h="50">
                  <a:moveTo>
                    <a:pt x="39" y="1"/>
                  </a:moveTo>
                  <a:cubicBezTo>
                    <a:pt x="38" y="0"/>
                    <a:pt x="38" y="0"/>
                    <a:pt x="38" y="0"/>
                  </a:cubicBezTo>
                  <a:cubicBezTo>
                    <a:pt x="38" y="0"/>
                    <a:pt x="31" y="0"/>
                    <a:pt x="20" y="10"/>
                  </a:cubicBezTo>
                  <a:cubicBezTo>
                    <a:pt x="10" y="20"/>
                    <a:pt x="3" y="32"/>
                    <a:pt x="1" y="39"/>
                  </a:cubicBezTo>
                  <a:cubicBezTo>
                    <a:pt x="1" y="42"/>
                    <a:pt x="0" y="44"/>
                    <a:pt x="0" y="46"/>
                  </a:cubicBezTo>
                  <a:cubicBezTo>
                    <a:pt x="0" y="47"/>
                    <a:pt x="1" y="48"/>
                    <a:pt x="1" y="49"/>
                  </a:cubicBezTo>
                  <a:cubicBezTo>
                    <a:pt x="2" y="50"/>
                    <a:pt x="2" y="50"/>
                    <a:pt x="3" y="50"/>
                  </a:cubicBezTo>
                  <a:cubicBezTo>
                    <a:pt x="4" y="50"/>
                    <a:pt x="4" y="50"/>
                    <a:pt x="4" y="50"/>
                  </a:cubicBezTo>
                  <a:cubicBezTo>
                    <a:pt x="3" y="50"/>
                    <a:pt x="3" y="50"/>
                    <a:pt x="3" y="50"/>
                  </a:cubicBezTo>
                  <a:cubicBezTo>
                    <a:pt x="4" y="50"/>
                    <a:pt x="4" y="50"/>
                    <a:pt x="4" y="50"/>
                  </a:cubicBezTo>
                  <a:cubicBezTo>
                    <a:pt x="5" y="50"/>
                    <a:pt x="5" y="50"/>
                    <a:pt x="6" y="49"/>
                  </a:cubicBezTo>
                  <a:cubicBezTo>
                    <a:pt x="7" y="48"/>
                    <a:pt x="7" y="47"/>
                    <a:pt x="8" y="46"/>
                  </a:cubicBezTo>
                  <a:cubicBezTo>
                    <a:pt x="9" y="45"/>
                    <a:pt x="9" y="43"/>
                    <a:pt x="11" y="42"/>
                  </a:cubicBezTo>
                  <a:cubicBezTo>
                    <a:pt x="12" y="41"/>
                    <a:pt x="20" y="36"/>
                    <a:pt x="27" y="29"/>
                  </a:cubicBezTo>
                  <a:cubicBezTo>
                    <a:pt x="30" y="25"/>
                    <a:pt x="34" y="21"/>
                    <a:pt x="36" y="17"/>
                  </a:cubicBezTo>
                  <a:cubicBezTo>
                    <a:pt x="39" y="13"/>
                    <a:pt x="41" y="9"/>
                    <a:pt x="41" y="5"/>
                  </a:cubicBezTo>
                  <a:cubicBezTo>
                    <a:pt x="41" y="4"/>
                    <a:pt x="40" y="2"/>
                    <a:pt x="39" y="0"/>
                  </a:cubicBezTo>
                  <a:cubicBezTo>
                    <a:pt x="39" y="0"/>
                    <a:pt x="39" y="0"/>
                    <a:pt x="39" y="0"/>
                  </a:cubicBezTo>
                  <a:cubicBezTo>
                    <a:pt x="38" y="0"/>
                    <a:pt x="38" y="0"/>
                    <a:pt x="38" y="0"/>
                  </a:cubicBezTo>
                  <a:cubicBezTo>
                    <a:pt x="39" y="1"/>
                    <a:pt x="39" y="1"/>
                    <a:pt x="39" y="1"/>
                  </a:cubicBezTo>
                  <a:cubicBezTo>
                    <a:pt x="38" y="1"/>
                    <a:pt x="38" y="1"/>
                    <a:pt x="38" y="1"/>
                  </a:cubicBezTo>
                  <a:cubicBezTo>
                    <a:pt x="38" y="3"/>
                    <a:pt x="39" y="4"/>
                    <a:pt x="39" y="5"/>
                  </a:cubicBezTo>
                  <a:cubicBezTo>
                    <a:pt x="39" y="9"/>
                    <a:pt x="37" y="12"/>
                    <a:pt x="35" y="16"/>
                  </a:cubicBezTo>
                  <a:cubicBezTo>
                    <a:pt x="27" y="27"/>
                    <a:pt x="12" y="39"/>
                    <a:pt x="9" y="41"/>
                  </a:cubicBezTo>
                  <a:cubicBezTo>
                    <a:pt x="7" y="42"/>
                    <a:pt x="6" y="44"/>
                    <a:pt x="5" y="46"/>
                  </a:cubicBezTo>
                  <a:cubicBezTo>
                    <a:pt x="5" y="47"/>
                    <a:pt x="5" y="47"/>
                    <a:pt x="4" y="48"/>
                  </a:cubicBezTo>
                  <a:cubicBezTo>
                    <a:pt x="4" y="48"/>
                    <a:pt x="4" y="48"/>
                    <a:pt x="4" y="48"/>
                  </a:cubicBezTo>
                  <a:cubicBezTo>
                    <a:pt x="4" y="48"/>
                    <a:pt x="4" y="48"/>
                    <a:pt x="4" y="48"/>
                  </a:cubicBezTo>
                  <a:cubicBezTo>
                    <a:pt x="3" y="48"/>
                    <a:pt x="3" y="48"/>
                    <a:pt x="3" y="48"/>
                  </a:cubicBezTo>
                  <a:cubicBezTo>
                    <a:pt x="4" y="48"/>
                    <a:pt x="4" y="48"/>
                    <a:pt x="4" y="48"/>
                  </a:cubicBezTo>
                  <a:cubicBezTo>
                    <a:pt x="3" y="48"/>
                    <a:pt x="3" y="48"/>
                    <a:pt x="3" y="48"/>
                  </a:cubicBezTo>
                  <a:cubicBezTo>
                    <a:pt x="3" y="47"/>
                    <a:pt x="2" y="47"/>
                    <a:pt x="2" y="46"/>
                  </a:cubicBezTo>
                  <a:cubicBezTo>
                    <a:pt x="2" y="44"/>
                    <a:pt x="3" y="42"/>
                    <a:pt x="3" y="40"/>
                  </a:cubicBezTo>
                  <a:cubicBezTo>
                    <a:pt x="5" y="33"/>
                    <a:pt x="11" y="21"/>
                    <a:pt x="22" y="12"/>
                  </a:cubicBezTo>
                  <a:cubicBezTo>
                    <a:pt x="27" y="7"/>
                    <a:pt x="31" y="4"/>
                    <a:pt x="34" y="3"/>
                  </a:cubicBezTo>
                  <a:cubicBezTo>
                    <a:pt x="36" y="2"/>
                    <a:pt x="37" y="2"/>
                    <a:pt x="37" y="2"/>
                  </a:cubicBezTo>
                  <a:cubicBezTo>
                    <a:pt x="38" y="2"/>
                    <a:pt x="38" y="2"/>
                    <a:pt x="38" y="2"/>
                  </a:cubicBezTo>
                  <a:cubicBezTo>
                    <a:pt x="39" y="2"/>
                    <a:pt x="39" y="2"/>
                    <a:pt x="39" y="2"/>
                  </a:cubicBezTo>
                  <a:cubicBezTo>
                    <a:pt x="39" y="2"/>
                    <a:pt x="39" y="2"/>
                    <a:pt x="39" y="2"/>
                  </a:cubicBezTo>
                  <a:cubicBezTo>
                    <a:pt x="39" y="1"/>
                    <a:pt x="39" y="1"/>
                    <a:pt x="39" y="1"/>
                  </a:cubicBezTo>
                  <a:cubicBezTo>
                    <a:pt x="38" y="1"/>
                    <a:pt x="38" y="1"/>
                    <a:pt x="38" y="1"/>
                  </a:cubicBezTo>
                  <a:lnTo>
                    <a:pt x="39" y="1"/>
                  </a:ln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7515" name="Oval 431">
              <a:extLst>
                <a:ext uri="{FF2B5EF4-FFF2-40B4-BE49-F238E27FC236}">
                  <a16:creationId xmlns:a16="http://schemas.microsoft.com/office/drawing/2014/main" id="{6526AD70-671A-4D2E-B7AD-53BC7F9EF6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5" y="1863"/>
              <a:ext cx="4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7516" name="Oval 432">
              <a:extLst>
                <a:ext uri="{FF2B5EF4-FFF2-40B4-BE49-F238E27FC236}">
                  <a16:creationId xmlns:a16="http://schemas.microsoft.com/office/drawing/2014/main" id="{6E654316-8239-4802-A8F6-D2FBE6D5B4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32" y="1751"/>
              <a:ext cx="4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7517" name="Freeform 433">
              <a:extLst>
                <a:ext uri="{FF2B5EF4-FFF2-40B4-BE49-F238E27FC236}">
                  <a16:creationId xmlns:a16="http://schemas.microsoft.com/office/drawing/2014/main" id="{ABD15173-2E55-4D81-A345-42C33D4A79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0" y="2385"/>
              <a:ext cx="360" cy="91"/>
            </a:xfrm>
            <a:custGeom>
              <a:avLst/>
              <a:gdLst>
                <a:gd name="T0" fmla="*/ 0 w 371"/>
                <a:gd name="T1" fmla="*/ 23 h 93"/>
                <a:gd name="T2" fmla="*/ 81 w 371"/>
                <a:gd name="T3" fmla="*/ 81 h 93"/>
                <a:gd name="T4" fmla="*/ 156 w 371"/>
                <a:gd name="T5" fmla="*/ 73 h 93"/>
                <a:gd name="T6" fmla="*/ 217 w 371"/>
                <a:gd name="T7" fmla="*/ 49 h 93"/>
                <a:gd name="T8" fmla="*/ 254 w 371"/>
                <a:gd name="T9" fmla="*/ 34 h 93"/>
                <a:gd name="T10" fmla="*/ 295 w 371"/>
                <a:gd name="T11" fmla="*/ 30 h 93"/>
                <a:gd name="T12" fmla="*/ 317 w 371"/>
                <a:gd name="T13" fmla="*/ 8 h 93"/>
                <a:gd name="T14" fmla="*/ 274 w 371"/>
                <a:gd name="T15" fmla="*/ 16 h 93"/>
                <a:gd name="T16" fmla="*/ 201 w 371"/>
                <a:gd name="T17" fmla="*/ 30 h 93"/>
                <a:gd name="T18" fmla="*/ 94 w 371"/>
                <a:gd name="T19" fmla="*/ 53 h 93"/>
                <a:gd name="T20" fmla="*/ 45 w 371"/>
                <a:gd name="T21" fmla="*/ 28 h 93"/>
                <a:gd name="T22" fmla="*/ 5 w 371"/>
                <a:gd name="T23" fmla="*/ 19 h 9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71" h="93">
                  <a:moveTo>
                    <a:pt x="0" y="23"/>
                  </a:moveTo>
                  <a:cubicBezTo>
                    <a:pt x="20" y="49"/>
                    <a:pt x="56" y="80"/>
                    <a:pt x="89" y="87"/>
                  </a:cubicBezTo>
                  <a:cubicBezTo>
                    <a:pt x="119" y="93"/>
                    <a:pt x="142" y="87"/>
                    <a:pt x="171" y="79"/>
                  </a:cubicBezTo>
                  <a:cubicBezTo>
                    <a:pt x="194" y="72"/>
                    <a:pt x="215" y="60"/>
                    <a:pt x="238" y="52"/>
                  </a:cubicBezTo>
                  <a:cubicBezTo>
                    <a:pt x="251" y="47"/>
                    <a:pt x="264" y="40"/>
                    <a:pt x="278" y="37"/>
                  </a:cubicBezTo>
                  <a:cubicBezTo>
                    <a:pt x="292" y="34"/>
                    <a:pt x="308" y="35"/>
                    <a:pt x="323" y="33"/>
                  </a:cubicBezTo>
                  <a:cubicBezTo>
                    <a:pt x="333" y="31"/>
                    <a:pt x="371" y="23"/>
                    <a:pt x="347" y="8"/>
                  </a:cubicBezTo>
                  <a:cubicBezTo>
                    <a:pt x="334" y="0"/>
                    <a:pt x="313" y="13"/>
                    <a:pt x="300" y="16"/>
                  </a:cubicBezTo>
                  <a:cubicBezTo>
                    <a:pt x="273" y="22"/>
                    <a:pt x="246" y="26"/>
                    <a:pt x="220" y="33"/>
                  </a:cubicBezTo>
                  <a:cubicBezTo>
                    <a:pt x="180" y="43"/>
                    <a:pt x="145" y="70"/>
                    <a:pt x="103" y="56"/>
                  </a:cubicBezTo>
                  <a:cubicBezTo>
                    <a:pt x="84" y="50"/>
                    <a:pt x="66" y="40"/>
                    <a:pt x="48" y="31"/>
                  </a:cubicBezTo>
                  <a:cubicBezTo>
                    <a:pt x="35" y="24"/>
                    <a:pt x="20" y="13"/>
                    <a:pt x="5" y="19"/>
                  </a:cubicBezTo>
                </a:path>
              </a:pathLst>
            </a:custGeom>
            <a:solidFill>
              <a:srgbClr val="8D2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7518" name="Freeform 434">
              <a:extLst>
                <a:ext uri="{FF2B5EF4-FFF2-40B4-BE49-F238E27FC236}">
                  <a16:creationId xmlns:a16="http://schemas.microsoft.com/office/drawing/2014/main" id="{AEF58C62-B6E7-4567-98BD-9E26827311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3" y="2359"/>
              <a:ext cx="157" cy="59"/>
            </a:xfrm>
            <a:custGeom>
              <a:avLst/>
              <a:gdLst>
                <a:gd name="T0" fmla="*/ 0 w 162"/>
                <a:gd name="T1" fmla="*/ 33 h 61"/>
                <a:gd name="T2" fmla="*/ 118 w 162"/>
                <a:gd name="T3" fmla="*/ 50 h 61"/>
                <a:gd name="T4" fmla="*/ 135 w 162"/>
                <a:gd name="T5" fmla="*/ 24 h 61"/>
                <a:gd name="T6" fmla="*/ 97 w 162"/>
                <a:gd name="T7" fmla="*/ 7 h 61"/>
                <a:gd name="T8" fmla="*/ 64 w 162"/>
                <a:gd name="T9" fmla="*/ 15 h 61"/>
                <a:gd name="T10" fmla="*/ 18 w 162"/>
                <a:gd name="T11" fmla="*/ 16 h 6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2" h="61">
                  <a:moveTo>
                    <a:pt x="0" y="36"/>
                  </a:moveTo>
                  <a:cubicBezTo>
                    <a:pt x="43" y="33"/>
                    <a:pt x="86" y="61"/>
                    <a:pt x="130" y="56"/>
                  </a:cubicBezTo>
                  <a:cubicBezTo>
                    <a:pt x="152" y="53"/>
                    <a:pt x="162" y="44"/>
                    <a:pt x="148" y="27"/>
                  </a:cubicBezTo>
                  <a:cubicBezTo>
                    <a:pt x="135" y="11"/>
                    <a:pt x="126" y="0"/>
                    <a:pt x="106" y="7"/>
                  </a:cubicBezTo>
                  <a:cubicBezTo>
                    <a:pt x="92" y="12"/>
                    <a:pt x="85" y="17"/>
                    <a:pt x="70" y="18"/>
                  </a:cubicBezTo>
                  <a:cubicBezTo>
                    <a:pt x="54" y="19"/>
                    <a:pt x="37" y="19"/>
                    <a:pt x="21" y="19"/>
                  </a:cubicBezTo>
                </a:path>
              </a:pathLst>
            </a:custGeom>
            <a:solidFill>
              <a:srgbClr val="8D2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7519" name="Freeform 435">
              <a:extLst>
                <a:ext uri="{FF2B5EF4-FFF2-40B4-BE49-F238E27FC236}">
                  <a16:creationId xmlns:a16="http://schemas.microsoft.com/office/drawing/2014/main" id="{64EE83AF-17B1-4657-8040-47F072AED8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5" y="2274"/>
              <a:ext cx="181" cy="347"/>
            </a:xfrm>
            <a:custGeom>
              <a:avLst/>
              <a:gdLst>
                <a:gd name="T0" fmla="*/ 8 w 186"/>
                <a:gd name="T1" fmla="*/ 0 h 357"/>
                <a:gd name="T2" fmla="*/ 1 w 186"/>
                <a:gd name="T3" fmla="*/ 53 h 357"/>
                <a:gd name="T4" fmla="*/ 18 w 186"/>
                <a:gd name="T5" fmla="*/ 86 h 357"/>
                <a:gd name="T6" fmla="*/ 43 w 186"/>
                <a:gd name="T7" fmla="*/ 171 h 357"/>
                <a:gd name="T8" fmla="*/ 54 w 186"/>
                <a:gd name="T9" fmla="*/ 224 h 357"/>
                <a:gd name="T10" fmla="*/ 64 w 186"/>
                <a:gd name="T11" fmla="*/ 263 h 357"/>
                <a:gd name="T12" fmla="*/ 85 w 186"/>
                <a:gd name="T13" fmla="*/ 295 h 357"/>
                <a:gd name="T14" fmla="*/ 110 w 186"/>
                <a:gd name="T15" fmla="*/ 303 h 357"/>
                <a:gd name="T16" fmla="*/ 150 w 186"/>
                <a:gd name="T17" fmla="*/ 325 h 357"/>
                <a:gd name="T18" fmla="*/ 159 w 186"/>
                <a:gd name="T19" fmla="*/ 328 h 357"/>
                <a:gd name="T20" fmla="*/ 113 w 186"/>
                <a:gd name="T21" fmla="*/ 284 h 357"/>
                <a:gd name="T22" fmla="*/ 89 w 186"/>
                <a:gd name="T23" fmla="*/ 241 h 357"/>
                <a:gd name="T24" fmla="*/ 171 w 186"/>
                <a:gd name="T25" fmla="*/ 225 h 357"/>
                <a:gd name="T26" fmla="*/ 83 w 186"/>
                <a:gd name="T27" fmla="*/ 190 h 357"/>
                <a:gd name="T28" fmla="*/ 53 w 186"/>
                <a:gd name="T29" fmla="*/ 140 h 357"/>
                <a:gd name="T30" fmla="*/ 32 w 186"/>
                <a:gd name="T31" fmla="*/ 82 h 357"/>
                <a:gd name="T32" fmla="*/ 13 w 186"/>
                <a:gd name="T33" fmla="*/ 62 h 357"/>
                <a:gd name="T34" fmla="*/ 9 w 186"/>
                <a:gd name="T35" fmla="*/ 13 h 357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86" h="357">
                  <a:moveTo>
                    <a:pt x="8" y="0"/>
                  </a:moveTo>
                  <a:cubicBezTo>
                    <a:pt x="8" y="21"/>
                    <a:pt x="3" y="40"/>
                    <a:pt x="1" y="59"/>
                  </a:cubicBezTo>
                  <a:cubicBezTo>
                    <a:pt x="0" y="78"/>
                    <a:pt x="6" y="83"/>
                    <a:pt x="19" y="94"/>
                  </a:cubicBezTo>
                  <a:cubicBezTo>
                    <a:pt x="41" y="114"/>
                    <a:pt x="41" y="157"/>
                    <a:pt x="46" y="186"/>
                  </a:cubicBezTo>
                  <a:cubicBezTo>
                    <a:pt x="50" y="206"/>
                    <a:pt x="59" y="224"/>
                    <a:pt x="60" y="244"/>
                  </a:cubicBezTo>
                  <a:cubicBezTo>
                    <a:pt x="62" y="261"/>
                    <a:pt x="61" y="272"/>
                    <a:pt x="70" y="287"/>
                  </a:cubicBezTo>
                  <a:cubicBezTo>
                    <a:pt x="76" y="295"/>
                    <a:pt x="84" y="318"/>
                    <a:pt x="91" y="322"/>
                  </a:cubicBezTo>
                  <a:cubicBezTo>
                    <a:pt x="96" y="326"/>
                    <a:pt x="111" y="325"/>
                    <a:pt x="119" y="330"/>
                  </a:cubicBezTo>
                  <a:cubicBezTo>
                    <a:pt x="133" y="338"/>
                    <a:pt x="146" y="350"/>
                    <a:pt x="162" y="354"/>
                  </a:cubicBezTo>
                  <a:cubicBezTo>
                    <a:pt x="166" y="355"/>
                    <a:pt x="170" y="356"/>
                    <a:pt x="173" y="357"/>
                  </a:cubicBezTo>
                  <a:cubicBezTo>
                    <a:pt x="166" y="339"/>
                    <a:pt x="136" y="324"/>
                    <a:pt x="122" y="309"/>
                  </a:cubicBezTo>
                  <a:cubicBezTo>
                    <a:pt x="107" y="294"/>
                    <a:pt x="98" y="282"/>
                    <a:pt x="97" y="262"/>
                  </a:cubicBezTo>
                  <a:cubicBezTo>
                    <a:pt x="92" y="213"/>
                    <a:pt x="157" y="246"/>
                    <a:pt x="186" y="245"/>
                  </a:cubicBezTo>
                  <a:cubicBezTo>
                    <a:pt x="164" y="219"/>
                    <a:pt x="115" y="229"/>
                    <a:pt x="89" y="207"/>
                  </a:cubicBezTo>
                  <a:cubicBezTo>
                    <a:pt x="75" y="196"/>
                    <a:pt x="63" y="169"/>
                    <a:pt x="57" y="152"/>
                  </a:cubicBezTo>
                  <a:cubicBezTo>
                    <a:pt x="51" y="133"/>
                    <a:pt x="47" y="104"/>
                    <a:pt x="35" y="88"/>
                  </a:cubicBezTo>
                  <a:cubicBezTo>
                    <a:pt x="28" y="77"/>
                    <a:pt x="17" y="80"/>
                    <a:pt x="13" y="68"/>
                  </a:cubicBezTo>
                  <a:cubicBezTo>
                    <a:pt x="7" y="52"/>
                    <a:pt x="21" y="25"/>
                    <a:pt x="9" y="13"/>
                  </a:cubicBezTo>
                </a:path>
              </a:pathLst>
            </a:custGeom>
            <a:solidFill>
              <a:srgbClr val="7819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7520" name="Freeform 436">
              <a:extLst>
                <a:ext uri="{FF2B5EF4-FFF2-40B4-BE49-F238E27FC236}">
                  <a16:creationId xmlns:a16="http://schemas.microsoft.com/office/drawing/2014/main" id="{DCCA735A-C7A6-4F76-80F2-7531DC5C5F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9" y="2518"/>
              <a:ext cx="145" cy="35"/>
            </a:xfrm>
            <a:custGeom>
              <a:avLst/>
              <a:gdLst>
                <a:gd name="T0" fmla="*/ 0 w 149"/>
                <a:gd name="T1" fmla="*/ 33 h 36"/>
                <a:gd name="T2" fmla="*/ 54 w 149"/>
                <a:gd name="T3" fmla="*/ 11 h 36"/>
                <a:gd name="T4" fmla="*/ 91 w 149"/>
                <a:gd name="T5" fmla="*/ 9 h 36"/>
                <a:gd name="T6" fmla="*/ 137 w 149"/>
                <a:gd name="T7" fmla="*/ 4 h 36"/>
                <a:gd name="T8" fmla="*/ 59 w 149"/>
                <a:gd name="T9" fmla="*/ 19 h 36"/>
                <a:gd name="T10" fmla="*/ 8 w 149"/>
                <a:gd name="T11" fmla="*/ 28 h 3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9" h="36">
                  <a:moveTo>
                    <a:pt x="0" y="36"/>
                  </a:moveTo>
                  <a:cubicBezTo>
                    <a:pt x="15" y="25"/>
                    <a:pt x="41" y="14"/>
                    <a:pt x="60" y="11"/>
                  </a:cubicBezTo>
                  <a:cubicBezTo>
                    <a:pt x="73" y="9"/>
                    <a:pt x="86" y="11"/>
                    <a:pt x="100" y="9"/>
                  </a:cubicBezTo>
                  <a:cubicBezTo>
                    <a:pt x="114" y="6"/>
                    <a:pt x="136" y="0"/>
                    <a:pt x="149" y="4"/>
                  </a:cubicBezTo>
                  <a:cubicBezTo>
                    <a:pt x="121" y="13"/>
                    <a:pt x="96" y="21"/>
                    <a:pt x="65" y="22"/>
                  </a:cubicBezTo>
                  <a:cubicBezTo>
                    <a:pt x="53" y="22"/>
                    <a:pt x="12" y="24"/>
                    <a:pt x="8" y="31"/>
                  </a:cubicBezTo>
                </a:path>
              </a:pathLst>
            </a:custGeom>
            <a:solidFill>
              <a:srgbClr val="7819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7521" name="Freeform 437">
              <a:extLst>
                <a:ext uri="{FF2B5EF4-FFF2-40B4-BE49-F238E27FC236}">
                  <a16:creationId xmlns:a16="http://schemas.microsoft.com/office/drawing/2014/main" id="{6D18625B-450A-4911-8EE0-CD05A56FE0F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0" y="2599"/>
              <a:ext cx="269" cy="32"/>
            </a:xfrm>
            <a:custGeom>
              <a:avLst/>
              <a:gdLst>
                <a:gd name="T0" fmla="*/ 0 w 276"/>
                <a:gd name="T1" fmla="*/ 23 h 33"/>
                <a:gd name="T2" fmla="*/ 66 w 276"/>
                <a:gd name="T3" fmla="*/ 15 h 33"/>
                <a:gd name="T4" fmla="*/ 111 w 276"/>
                <a:gd name="T5" fmla="*/ 1 h 33"/>
                <a:gd name="T6" fmla="*/ 166 w 276"/>
                <a:gd name="T7" fmla="*/ 4 h 33"/>
                <a:gd name="T8" fmla="*/ 255 w 276"/>
                <a:gd name="T9" fmla="*/ 23 h 33"/>
                <a:gd name="T10" fmla="*/ 206 w 276"/>
                <a:gd name="T11" fmla="*/ 12 h 33"/>
                <a:gd name="T12" fmla="*/ 155 w 276"/>
                <a:gd name="T13" fmla="*/ 15 h 33"/>
                <a:gd name="T14" fmla="*/ 115 w 276"/>
                <a:gd name="T15" fmla="*/ 9 h 33"/>
                <a:gd name="T16" fmla="*/ 27 w 276"/>
                <a:gd name="T17" fmla="*/ 25 h 3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76" h="33">
                  <a:moveTo>
                    <a:pt x="0" y="26"/>
                  </a:moveTo>
                  <a:cubicBezTo>
                    <a:pt x="14" y="33"/>
                    <a:pt x="58" y="21"/>
                    <a:pt x="72" y="15"/>
                  </a:cubicBezTo>
                  <a:cubicBezTo>
                    <a:pt x="88" y="9"/>
                    <a:pt x="103" y="1"/>
                    <a:pt x="120" y="1"/>
                  </a:cubicBezTo>
                  <a:cubicBezTo>
                    <a:pt x="137" y="0"/>
                    <a:pt x="161" y="2"/>
                    <a:pt x="179" y="4"/>
                  </a:cubicBezTo>
                  <a:cubicBezTo>
                    <a:pt x="209" y="8"/>
                    <a:pt x="248" y="14"/>
                    <a:pt x="276" y="26"/>
                  </a:cubicBezTo>
                  <a:cubicBezTo>
                    <a:pt x="258" y="26"/>
                    <a:pt x="241" y="14"/>
                    <a:pt x="223" y="12"/>
                  </a:cubicBezTo>
                  <a:cubicBezTo>
                    <a:pt x="204" y="10"/>
                    <a:pt x="186" y="16"/>
                    <a:pt x="167" y="15"/>
                  </a:cubicBezTo>
                  <a:cubicBezTo>
                    <a:pt x="153" y="15"/>
                    <a:pt x="139" y="10"/>
                    <a:pt x="124" y="9"/>
                  </a:cubicBezTo>
                  <a:cubicBezTo>
                    <a:pt x="90" y="6"/>
                    <a:pt x="64" y="27"/>
                    <a:pt x="30" y="28"/>
                  </a:cubicBezTo>
                </a:path>
              </a:pathLst>
            </a:custGeom>
            <a:solidFill>
              <a:srgbClr val="7819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7522" name="Freeform 438">
              <a:extLst>
                <a:ext uri="{FF2B5EF4-FFF2-40B4-BE49-F238E27FC236}">
                  <a16:creationId xmlns:a16="http://schemas.microsoft.com/office/drawing/2014/main" id="{6F6D61EE-53B7-4C88-9953-320319E4A27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8" y="2240"/>
              <a:ext cx="114" cy="380"/>
            </a:xfrm>
            <a:custGeom>
              <a:avLst/>
              <a:gdLst>
                <a:gd name="T0" fmla="*/ 0 w 117"/>
                <a:gd name="T1" fmla="*/ 0 h 391"/>
                <a:gd name="T2" fmla="*/ 17 w 117"/>
                <a:gd name="T3" fmla="*/ 31 h 391"/>
                <a:gd name="T4" fmla="*/ 19 w 117"/>
                <a:gd name="T5" fmla="*/ 63 h 391"/>
                <a:gd name="T6" fmla="*/ 35 w 117"/>
                <a:gd name="T7" fmla="*/ 109 h 391"/>
                <a:gd name="T8" fmla="*/ 52 w 117"/>
                <a:gd name="T9" fmla="*/ 156 h 391"/>
                <a:gd name="T10" fmla="*/ 71 w 117"/>
                <a:gd name="T11" fmla="*/ 207 h 391"/>
                <a:gd name="T12" fmla="*/ 74 w 117"/>
                <a:gd name="T13" fmla="*/ 238 h 391"/>
                <a:gd name="T14" fmla="*/ 90 w 117"/>
                <a:gd name="T15" fmla="*/ 284 h 391"/>
                <a:gd name="T16" fmla="*/ 95 w 117"/>
                <a:gd name="T17" fmla="*/ 359 h 391"/>
                <a:gd name="T18" fmla="*/ 90 w 117"/>
                <a:gd name="T19" fmla="*/ 218 h 391"/>
                <a:gd name="T20" fmla="*/ 74 w 117"/>
                <a:gd name="T21" fmla="*/ 190 h 391"/>
                <a:gd name="T22" fmla="*/ 106 w 117"/>
                <a:gd name="T23" fmla="*/ 185 h 391"/>
                <a:gd name="T24" fmla="*/ 107 w 117"/>
                <a:gd name="T25" fmla="*/ 182 h 391"/>
                <a:gd name="T26" fmla="*/ 63 w 117"/>
                <a:gd name="T27" fmla="*/ 162 h 391"/>
                <a:gd name="T28" fmla="*/ 102 w 117"/>
                <a:gd name="T29" fmla="*/ 164 h 391"/>
                <a:gd name="T30" fmla="*/ 45 w 117"/>
                <a:gd name="T31" fmla="*/ 86 h 391"/>
                <a:gd name="T32" fmla="*/ 20 w 117"/>
                <a:gd name="T33" fmla="*/ 43 h 391"/>
                <a:gd name="T34" fmla="*/ 0 w 117"/>
                <a:gd name="T35" fmla="*/ 10 h 391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17" h="391">
                  <a:moveTo>
                    <a:pt x="0" y="0"/>
                  </a:moveTo>
                  <a:cubicBezTo>
                    <a:pt x="5" y="12"/>
                    <a:pt x="13" y="22"/>
                    <a:pt x="17" y="34"/>
                  </a:cubicBezTo>
                  <a:cubicBezTo>
                    <a:pt x="21" y="46"/>
                    <a:pt x="18" y="58"/>
                    <a:pt x="21" y="69"/>
                  </a:cubicBezTo>
                  <a:cubicBezTo>
                    <a:pt x="25" y="87"/>
                    <a:pt x="30" y="102"/>
                    <a:pt x="38" y="118"/>
                  </a:cubicBezTo>
                  <a:cubicBezTo>
                    <a:pt x="46" y="134"/>
                    <a:pt x="49" y="153"/>
                    <a:pt x="55" y="171"/>
                  </a:cubicBezTo>
                  <a:cubicBezTo>
                    <a:pt x="60" y="190"/>
                    <a:pt x="72" y="206"/>
                    <a:pt x="77" y="225"/>
                  </a:cubicBezTo>
                  <a:cubicBezTo>
                    <a:pt x="80" y="239"/>
                    <a:pt x="76" y="249"/>
                    <a:pt x="80" y="259"/>
                  </a:cubicBezTo>
                  <a:cubicBezTo>
                    <a:pt x="86" y="275"/>
                    <a:pt x="91" y="292"/>
                    <a:pt x="96" y="309"/>
                  </a:cubicBezTo>
                  <a:cubicBezTo>
                    <a:pt x="102" y="335"/>
                    <a:pt x="102" y="364"/>
                    <a:pt x="104" y="391"/>
                  </a:cubicBezTo>
                  <a:cubicBezTo>
                    <a:pt x="115" y="341"/>
                    <a:pt x="112" y="286"/>
                    <a:pt x="96" y="237"/>
                  </a:cubicBezTo>
                  <a:cubicBezTo>
                    <a:pt x="94" y="232"/>
                    <a:pt x="79" y="211"/>
                    <a:pt x="80" y="207"/>
                  </a:cubicBezTo>
                  <a:cubicBezTo>
                    <a:pt x="82" y="194"/>
                    <a:pt x="106" y="198"/>
                    <a:pt x="115" y="201"/>
                  </a:cubicBezTo>
                  <a:cubicBezTo>
                    <a:pt x="116" y="200"/>
                    <a:pt x="117" y="199"/>
                    <a:pt x="116" y="198"/>
                  </a:cubicBezTo>
                  <a:cubicBezTo>
                    <a:pt x="103" y="187"/>
                    <a:pt x="83" y="187"/>
                    <a:pt x="69" y="177"/>
                  </a:cubicBezTo>
                  <a:cubicBezTo>
                    <a:pt x="82" y="180"/>
                    <a:pt x="97" y="179"/>
                    <a:pt x="111" y="179"/>
                  </a:cubicBezTo>
                  <a:cubicBezTo>
                    <a:pt x="70" y="173"/>
                    <a:pt x="63" y="125"/>
                    <a:pt x="48" y="94"/>
                  </a:cubicBezTo>
                  <a:cubicBezTo>
                    <a:pt x="40" y="78"/>
                    <a:pt x="29" y="62"/>
                    <a:pt x="23" y="46"/>
                  </a:cubicBezTo>
                  <a:cubicBezTo>
                    <a:pt x="19" y="36"/>
                    <a:pt x="14" y="7"/>
                    <a:pt x="0" y="10"/>
                  </a:cubicBezTo>
                </a:path>
              </a:pathLst>
            </a:custGeom>
            <a:solidFill>
              <a:srgbClr val="7819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7523" name="Freeform 439">
              <a:extLst>
                <a:ext uri="{FF2B5EF4-FFF2-40B4-BE49-F238E27FC236}">
                  <a16:creationId xmlns:a16="http://schemas.microsoft.com/office/drawing/2014/main" id="{6B1FF2E5-9D87-469A-94AC-5B1C88348D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1" y="2390"/>
              <a:ext cx="103" cy="187"/>
            </a:xfrm>
            <a:custGeom>
              <a:avLst/>
              <a:gdLst>
                <a:gd name="T0" fmla="*/ 0 w 106"/>
                <a:gd name="T1" fmla="*/ 17 h 192"/>
                <a:gd name="T2" fmla="*/ 64 w 106"/>
                <a:gd name="T3" fmla="*/ 73 h 192"/>
                <a:gd name="T4" fmla="*/ 27 w 106"/>
                <a:gd name="T5" fmla="*/ 56 h 192"/>
                <a:gd name="T6" fmla="*/ 52 w 106"/>
                <a:gd name="T7" fmla="*/ 87 h 192"/>
                <a:gd name="T8" fmla="*/ 43 w 106"/>
                <a:gd name="T9" fmla="*/ 85 h 192"/>
                <a:gd name="T10" fmla="*/ 59 w 106"/>
                <a:gd name="T11" fmla="*/ 94 h 192"/>
                <a:gd name="T12" fmla="*/ 57 w 106"/>
                <a:gd name="T13" fmla="*/ 122 h 192"/>
                <a:gd name="T14" fmla="*/ 18 w 106"/>
                <a:gd name="T15" fmla="*/ 148 h 192"/>
                <a:gd name="T16" fmla="*/ 52 w 106"/>
                <a:gd name="T17" fmla="*/ 137 h 192"/>
                <a:gd name="T18" fmla="*/ 41 w 106"/>
                <a:gd name="T19" fmla="*/ 145 h 192"/>
                <a:gd name="T20" fmla="*/ 60 w 106"/>
                <a:gd name="T21" fmla="*/ 142 h 192"/>
                <a:gd name="T22" fmla="*/ 77 w 106"/>
                <a:gd name="T23" fmla="*/ 158 h 192"/>
                <a:gd name="T24" fmla="*/ 97 w 106"/>
                <a:gd name="T25" fmla="*/ 177 h 192"/>
                <a:gd name="T26" fmla="*/ 64 w 106"/>
                <a:gd name="T27" fmla="*/ 126 h 192"/>
                <a:gd name="T28" fmla="*/ 64 w 106"/>
                <a:gd name="T29" fmla="*/ 87 h 192"/>
                <a:gd name="T30" fmla="*/ 61 w 106"/>
                <a:gd name="T31" fmla="*/ 43 h 192"/>
                <a:gd name="T32" fmla="*/ 3 w 106"/>
                <a:gd name="T33" fmla="*/ 10 h 19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06" h="192">
                  <a:moveTo>
                    <a:pt x="0" y="17"/>
                  </a:moveTo>
                  <a:cubicBezTo>
                    <a:pt x="13" y="0"/>
                    <a:pt x="67" y="62"/>
                    <a:pt x="70" y="79"/>
                  </a:cubicBezTo>
                  <a:cubicBezTo>
                    <a:pt x="52" y="74"/>
                    <a:pt x="45" y="71"/>
                    <a:pt x="30" y="62"/>
                  </a:cubicBezTo>
                  <a:cubicBezTo>
                    <a:pt x="38" y="72"/>
                    <a:pt x="54" y="80"/>
                    <a:pt x="57" y="93"/>
                  </a:cubicBezTo>
                  <a:cubicBezTo>
                    <a:pt x="54" y="92"/>
                    <a:pt x="48" y="91"/>
                    <a:pt x="46" y="91"/>
                  </a:cubicBezTo>
                  <a:cubicBezTo>
                    <a:pt x="51" y="96"/>
                    <a:pt x="58" y="100"/>
                    <a:pt x="65" y="103"/>
                  </a:cubicBezTo>
                  <a:cubicBezTo>
                    <a:pt x="64" y="111"/>
                    <a:pt x="64" y="122"/>
                    <a:pt x="63" y="131"/>
                  </a:cubicBezTo>
                  <a:cubicBezTo>
                    <a:pt x="51" y="136"/>
                    <a:pt x="23" y="147"/>
                    <a:pt x="21" y="160"/>
                  </a:cubicBezTo>
                  <a:cubicBezTo>
                    <a:pt x="32" y="155"/>
                    <a:pt x="43" y="148"/>
                    <a:pt x="57" y="149"/>
                  </a:cubicBezTo>
                  <a:cubicBezTo>
                    <a:pt x="53" y="148"/>
                    <a:pt x="37" y="150"/>
                    <a:pt x="44" y="157"/>
                  </a:cubicBezTo>
                  <a:cubicBezTo>
                    <a:pt x="48" y="160"/>
                    <a:pt x="61" y="153"/>
                    <a:pt x="66" y="154"/>
                  </a:cubicBezTo>
                  <a:cubicBezTo>
                    <a:pt x="64" y="168"/>
                    <a:pt x="75" y="165"/>
                    <a:pt x="83" y="170"/>
                  </a:cubicBezTo>
                  <a:cubicBezTo>
                    <a:pt x="92" y="176"/>
                    <a:pt x="95" y="189"/>
                    <a:pt x="106" y="192"/>
                  </a:cubicBezTo>
                  <a:cubicBezTo>
                    <a:pt x="85" y="183"/>
                    <a:pt x="67" y="159"/>
                    <a:pt x="70" y="136"/>
                  </a:cubicBezTo>
                  <a:cubicBezTo>
                    <a:pt x="72" y="119"/>
                    <a:pt x="71" y="109"/>
                    <a:pt x="70" y="93"/>
                  </a:cubicBezTo>
                  <a:cubicBezTo>
                    <a:pt x="68" y="77"/>
                    <a:pt x="75" y="62"/>
                    <a:pt x="67" y="46"/>
                  </a:cubicBezTo>
                  <a:cubicBezTo>
                    <a:pt x="57" y="24"/>
                    <a:pt x="26" y="13"/>
                    <a:pt x="3" y="10"/>
                  </a:cubicBezTo>
                </a:path>
              </a:pathLst>
            </a:custGeom>
            <a:solidFill>
              <a:srgbClr val="7819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7524" name="Freeform 440">
              <a:extLst>
                <a:ext uri="{FF2B5EF4-FFF2-40B4-BE49-F238E27FC236}">
                  <a16:creationId xmlns:a16="http://schemas.microsoft.com/office/drawing/2014/main" id="{79C2EE91-80A7-4E97-AA7C-08744A9A099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4" y="1984"/>
              <a:ext cx="75" cy="306"/>
            </a:xfrm>
            <a:custGeom>
              <a:avLst/>
              <a:gdLst>
                <a:gd name="T0" fmla="*/ 64 w 78"/>
                <a:gd name="T1" fmla="*/ 6 h 315"/>
                <a:gd name="T2" fmla="*/ 36 w 78"/>
                <a:gd name="T3" fmla="*/ 51 h 315"/>
                <a:gd name="T4" fmla="*/ 27 w 78"/>
                <a:gd name="T5" fmla="*/ 91 h 315"/>
                <a:gd name="T6" fmla="*/ 5 w 78"/>
                <a:gd name="T7" fmla="*/ 165 h 315"/>
                <a:gd name="T8" fmla="*/ 13 w 78"/>
                <a:gd name="T9" fmla="*/ 194 h 315"/>
                <a:gd name="T10" fmla="*/ 12 w 78"/>
                <a:gd name="T11" fmla="*/ 229 h 315"/>
                <a:gd name="T12" fmla="*/ 15 w 78"/>
                <a:gd name="T13" fmla="*/ 245 h 315"/>
                <a:gd name="T14" fmla="*/ 7 w 78"/>
                <a:gd name="T15" fmla="*/ 256 h 315"/>
                <a:gd name="T16" fmla="*/ 18 w 78"/>
                <a:gd name="T17" fmla="*/ 289 h 315"/>
                <a:gd name="T18" fmla="*/ 23 w 78"/>
                <a:gd name="T19" fmla="*/ 221 h 315"/>
                <a:gd name="T20" fmla="*/ 24 w 78"/>
                <a:gd name="T21" fmla="*/ 187 h 315"/>
                <a:gd name="T22" fmla="*/ 14 w 78"/>
                <a:gd name="T23" fmla="*/ 153 h 315"/>
                <a:gd name="T24" fmla="*/ 43 w 78"/>
                <a:gd name="T25" fmla="*/ 67 h 315"/>
                <a:gd name="T26" fmla="*/ 69 w 78"/>
                <a:gd name="T27" fmla="*/ 0 h 315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78" h="315">
                  <a:moveTo>
                    <a:pt x="73" y="6"/>
                  </a:moveTo>
                  <a:cubicBezTo>
                    <a:pt x="60" y="23"/>
                    <a:pt x="48" y="35"/>
                    <a:pt x="40" y="57"/>
                  </a:cubicBezTo>
                  <a:cubicBezTo>
                    <a:pt x="35" y="71"/>
                    <a:pt x="34" y="85"/>
                    <a:pt x="30" y="100"/>
                  </a:cubicBezTo>
                  <a:cubicBezTo>
                    <a:pt x="24" y="126"/>
                    <a:pt x="5" y="153"/>
                    <a:pt x="5" y="180"/>
                  </a:cubicBezTo>
                  <a:cubicBezTo>
                    <a:pt x="5" y="193"/>
                    <a:pt x="15" y="200"/>
                    <a:pt x="16" y="212"/>
                  </a:cubicBezTo>
                  <a:cubicBezTo>
                    <a:pt x="18" y="224"/>
                    <a:pt x="10" y="235"/>
                    <a:pt x="12" y="250"/>
                  </a:cubicBezTo>
                  <a:cubicBezTo>
                    <a:pt x="14" y="255"/>
                    <a:pt x="18" y="262"/>
                    <a:pt x="18" y="267"/>
                  </a:cubicBezTo>
                  <a:cubicBezTo>
                    <a:pt x="16" y="277"/>
                    <a:pt x="10" y="272"/>
                    <a:pt x="7" y="280"/>
                  </a:cubicBezTo>
                  <a:cubicBezTo>
                    <a:pt x="0" y="295"/>
                    <a:pt x="14" y="303"/>
                    <a:pt x="21" y="315"/>
                  </a:cubicBezTo>
                  <a:cubicBezTo>
                    <a:pt x="17" y="289"/>
                    <a:pt x="26" y="267"/>
                    <a:pt x="26" y="241"/>
                  </a:cubicBezTo>
                  <a:cubicBezTo>
                    <a:pt x="26" y="229"/>
                    <a:pt x="30" y="216"/>
                    <a:pt x="27" y="204"/>
                  </a:cubicBezTo>
                  <a:cubicBezTo>
                    <a:pt x="25" y="190"/>
                    <a:pt x="15" y="182"/>
                    <a:pt x="17" y="167"/>
                  </a:cubicBezTo>
                  <a:cubicBezTo>
                    <a:pt x="23" y="135"/>
                    <a:pt x="44" y="106"/>
                    <a:pt x="49" y="73"/>
                  </a:cubicBezTo>
                  <a:cubicBezTo>
                    <a:pt x="53" y="51"/>
                    <a:pt x="60" y="15"/>
                    <a:pt x="78" y="0"/>
                  </a:cubicBezTo>
                </a:path>
              </a:pathLst>
            </a:custGeom>
            <a:solidFill>
              <a:srgbClr val="8D2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7525" name="Freeform 441">
              <a:extLst>
                <a:ext uri="{FF2B5EF4-FFF2-40B4-BE49-F238E27FC236}">
                  <a16:creationId xmlns:a16="http://schemas.microsoft.com/office/drawing/2014/main" id="{C6FE75F8-6FD7-493C-A4FC-40EF6FD9488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0" y="1911"/>
              <a:ext cx="228" cy="123"/>
            </a:xfrm>
            <a:custGeom>
              <a:avLst/>
              <a:gdLst>
                <a:gd name="T0" fmla="*/ 0 w 234"/>
                <a:gd name="T1" fmla="*/ 15 h 127"/>
                <a:gd name="T2" fmla="*/ 24 w 234"/>
                <a:gd name="T3" fmla="*/ 8 h 127"/>
                <a:gd name="T4" fmla="*/ 51 w 234"/>
                <a:gd name="T5" fmla="*/ 4 h 127"/>
                <a:gd name="T6" fmla="*/ 99 w 234"/>
                <a:gd name="T7" fmla="*/ 3 h 127"/>
                <a:gd name="T8" fmla="*/ 216 w 234"/>
                <a:gd name="T9" fmla="*/ 115 h 127"/>
                <a:gd name="T10" fmla="*/ 93 w 234"/>
                <a:gd name="T11" fmla="*/ 17 h 127"/>
                <a:gd name="T12" fmla="*/ 46 w 234"/>
                <a:gd name="T13" fmla="*/ 15 h 127"/>
                <a:gd name="T14" fmla="*/ 9 w 234"/>
                <a:gd name="T15" fmla="*/ 19 h 12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34" h="127">
                  <a:moveTo>
                    <a:pt x="0" y="17"/>
                  </a:moveTo>
                  <a:cubicBezTo>
                    <a:pt x="9" y="21"/>
                    <a:pt x="18" y="11"/>
                    <a:pt x="27" y="8"/>
                  </a:cubicBezTo>
                  <a:cubicBezTo>
                    <a:pt x="35" y="5"/>
                    <a:pt x="45" y="5"/>
                    <a:pt x="54" y="4"/>
                  </a:cubicBezTo>
                  <a:cubicBezTo>
                    <a:pt x="71" y="4"/>
                    <a:pt x="91" y="0"/>
                    <a:pt x="108" y="3"/>
                  </a:cubicBezTo>
                  <a:cubicBezTo>
                    <a:pt x="164" y="14"/>
                    <a:pt x="203" y="86"/>
                    <a:pt x="234" y="127"/>
                  </a:cubicBezTo>
                  <a:cubicBezTo>
                    <a:pt x="186" y="94"/>
                    <a:pt x="159" y="34"/>
                    <a:pt x="100" y="20"/>
                  </a:cubicBezTo>
                  <a:cubicBezTo>
                    <a:pt x="84" y="16"/>
                    <a:pt x="66" y="13"/>
                    <a:pt x="49" y="17"/>
                  </a:cubicBezTo>
                  <a:cubicBezTo>
                    <a:pt x="37" y="20"/>
                    <a:pt x="22" y="27"/>
                    <a:pt x="9" y="22"/>
                  </a:cubicBezTo>
                </a:path>
              </a:pathLst>
            </a:custGeom>
            <a:solidFill>
              <a:srgbClr val="8D2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7526" name="Freeform 442">
              <a:extLst>
                <a:ext uri="{FF2B5EF4-FFF2-40B4-BE49-F238E27FC236}">
                  <a16:creationId xmlns:a16="http://schemas.microsoft.com/office/drawing/2014/main" id="{8F38F500-CACB-4F62-A171-73D0C37CAC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7" y="2133"/>
              <a:ext cx="28" cy="75"/>
            </a:xfrm>
            <a:custGeom>
              <a:avLst/>
              <a:gdLst>
                <a:gd name="T0" fmla="*/ 3 w 29"/>
                <a:gd name="T1" fmla="*/ 71 h 77"/>
                <a:gd name="T2" fmla="*/ 14 w 29"/>
                <a:gd name="T3" fmla="*/ 37 h 77"/>
                <a:gd name="T4" fmla="*/ 24 w 29"/>
                <a:gd name="T5" fmla="*/ 69 h 77"/>
                <a:gd name="T6" fmla="*/ 19 w 29"/>
                <a:gd name="T7" fmla="*/ 24 h 77"/>
                <a:gd name="T8" fmla="*/ 0 w 29"/>
                <a:gd name="T9" fmla="*/ 40 h 7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77">
                  <a:moveTo>
                    <a:pt x="3" y="77"/>
                  </a:moveTo>
                  <a:cubicBezTo>
                    <a:pt x="3" y="69"/>
                    <a:pt x="3" y="39"/>
                    <a:pt x="14" y="40"/>
                  </a:cubicBezTo>
                  <a:cubicBezTo>
                    <a:pt x="23" y="41"/>
                    <a:pt x="25" y="68"/>
                    <a:pt x="27" y="75"/>
                  </a:cubicBezTo>
                  <a:cubicBezTo>
                    <a:pt x="29" y="65"/>
                    <a:pt x="27" y="38"/>
                    <a:pt x="22" y="27"/>
                  </a:cubicBezTo>
                  <a:cubicBezTo>
                    <a:pt x="10" y="0"/>
                    <a:pt x="5" y="28"/>
                    <a:pt x="0" y="43"/>
                  </a:cubicBezTo>
                </a:path>
              </a:pathLst>
            </a:custGeom>
            <a:solidFill>
              <a:srgbClr val="8D2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7527" name="Freeform 443">
              <a:extLst>
                <a:ext uri="{FF2B5EF4-FFF2-40B4-BE49-F238E27FC236}">
                  <a16:creationId xmlns:a16="http://schemas.microsoft.com/office/drawing/2014/main" id="{66E524CA-5CA9-43A2-BB6C-A563E65E4A4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4" y="2084"/>
              <a:ext cx="60" cy="29"/>
            </a:xfrm>
            <a:custGeom>
              <a:avLst/>
              <a:gdLst>
                <a:gd name="T0" fmla="*/ 6 w 62"/>
                <a:gd name="T1" fmla="*/ 0 h 30"/>
                <a:gd name="T2" fmla="*/ 56 w 62"/>
                <a:gd name="T3" fmla="*/ 27 h 30"/>
                <a:gd name="T4" fmla="*/ 0 w 62"/>
                <a:gd name="T5" fmla="*/ 3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2" h="30">
                  <a:moveTo>
                    <a:pt x="6" y="0"/>
                  </a:moveTo>
                  <a:cubicBezTo>
                    <a:pt x="5" y="8"/>
                    <a:pt x="52" y="28"/>
                    <a:pt x="62" y="30"/>
                  </a:cubicBezTo>
                  <a:cubicBezTo>
                    <a:pt x="48" y="9"/>
                    <a:pt x="20" y="12"/>
                    <a:pt x="0" y="3"/>
                  </a:cubicBezTo>
                </a:path>
              </a:pathLst>
            </a:custGeom>
            <a:solidFill>
              <a:srgbClr val="8D2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7528" name="Freeform 444">
              <a:extLst>
                <a:ext uri="{FF2B5EF4-FFF2-40B4-BE49-F238E27FC236}">
                  <a16:creationId xmlns:a16="http://schemas.microsoft.com/office/drawing/2014/main" id="{3AB78DFF-9C73-46D2-86DA-D2C230055B7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9" y="2602"/>
              <a:ext cx="202" cy="82"/>
            </a:xfrm>
            <a:custGeom>
              <a:avLst/>
              <a:gdLst>
                <a:gd name="T0" fmla="*/ 192 w 207"/>
                <a:gd name="T1" fmla="*/ 59 h 84"/>
                <a:gd name="T2" fmla="*/ 135 w 207"/>
                <a:gd name="T3" fmla="*/ 46 h 84"/>
                <a:gd name="T4" fmla="*/ 96 w 207"/>
                <a:gd name="T5" fmla="*/ 35 h 84"/>
                <a:gd name="T6" fmla="*/ 0 w 207"/>
                <a:gd name="T7" fmla="*/ 0 h 84"/>
                <a:gd name="T8" fmla="*/ 25 w 207"/>
                <a:gd name="T9" fmla="*/ 21 h 84"/>
                <a:gd name="T10" fmla="*/ 52 w 207"/>
                <a:gd name="T11" fmla="*/ 31 h 84"/>
                <a:gd name="T12" fmla="*/ 5 w 207"/>
                <a:gd name="T13" fmla="*/ 52 h 84"/>
                <a:gd name="T14" fmla="*/ 54 w 207"/>
                <a:gd name="T15" fmla="*/ 35 h 84"/>
                <a:gd name="T16" fmla="*/ 101 w 207"/>
                <a:gd name="T17" fmla="*/ 49 h 84"/>
                <a:gd name="T18" fmla="*/ 51 w 207"/>
                <a:gd name="T19" fmla="*/ 78 h 84"/>
                <a:gd name="T20" fmla="*/ 115 w 207"/>
                <a:gd name="T21" fmla="*/ 49 h 84"/>
                <a:gd name="T22" fmla="*/ 182 w 207"/>
                <a:gd name="T23" fmla="*/ 55 h 8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07" h="84">
                  <a:moveTo>
                    <a:pt x="207" y="62"/>
                  </a:moveTo>
                  <a:cubicBezTo>
                    <a:pt x="188" y="55"/>
                    <a:pt x="164" y="56"/>
                    <a:pt x="145" y="49"/>
                  </a:cubicBezTo>
                  <a:cubicBezTo>
                    <a:pt x="130" y="43"/>
                    <a:pt x="118" y="40"/>
                    <a:pt x="102" y="38"/>
                  </a:cubicBezTo>
                  <a:cubicBezTo>
                    <a:pt x="66" y="32"/>
                    <a:pt x="34" y="12"/>
                    <a:pt x="0" y="0"/>
                  </a:cubicBezTo>
                  <a:cubicBezTo>
                    <a:pt x="14" y="3"/>
                    <a:pt x="18" y="15"/>
                    <a:pt x="28" y="22"/>
                  </a:cubicBezTo>
                  <a:cubicBezTo>
                    <a:pt x="36" y="27"/>
                    <a:pt x="48" y="28"/>
                    <a:pt x="55" y="34"/>
                  </a:cubicBezTo>
                  <a:cubicBezTo>
                    <a:pt x="40" y="40"/>
                    <a:pt x="18" y="46"/>
                    <a:pt x="5" y="55"/>
                  </a:cubicBezTo>
                  <a:cubicBezTo>
                    <a:pt x="24" y="54"/>
                    <a:pt x="39" y="43"/>
                    <a:pt x="57" y="38"/>
                  </a:cubicBezTo>
                  <a:cubicBezTo>
                    <a:pt x="75" y="33"/>
                    <a:pt x="95" y="42"/>
                    <a:pt x="109" y="52"/>
                  </a:cubicBezTo>
                  <a:cubicBezTo>
                    <a:pt x="92" y="55"/>
                    <a:pt x="62" y="66"/>
                    <a:pt x="54" y="84"/>
                  </a:cubicBezTo>
                  <a:cubicBezTo>
                    <a:pt x="76" y="83"/>
                    <a:pt x="100" y="56"/>
                    <a:pt x="124" y="52"/>
                  </a:cubicBezTo>
                  <a:cubicBezTo>
                    <a:pt x="146" y="49"/>
                    <a:pt x="172" y="58"/>
                    <a:pt x="196" y="58"/>
                  </a:cubicBezTo>
                </a:path>
              </a:pathLst>
            </a:custGeom>
            <a:solidFill>
              <a:srgbClr val="8D2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7529" name="Freeform 445">
              <a:extLst>
                <a:ext uri="{FF2B5EF4-FFF2-40B4-BE49-F238E27FC236}">
                  <a16:creationId xmlns:a16="http://schemas.microsoft.com/office/drawing/2014/main" id="{570C12A6-ACB7-4FEB-A574-645E1CF0B1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9" y="1487"/>
              <a:ext cx="1680" cy="1455"/>
            </a:xfrm>
            <a:custGeom>
              <a:avLst/>
              <a:gdLst>
                <a:gd name="T0" fmla="*/ 1677 w 1680"/>
                <a:gd name="T1" fmla="*/ 1452 h 1455"/>
                <a:gd name="T2" fmla="*/ 1677 w 1680"/>
                <a:gd name="T3" fmla="*/ 1449 h 1455"/>
                <a:gd name="T4" fmla="*/ 6 w 1680"/>
                <a:gd name="T5" fmla="*/ 1449 h 1455"/>
                <a:gd name="T6" fmla="*/ 6 w 1680"/>
                <a:gd name="T7" fmla="*/ 6 h 1455"/>
                <a:gd name="T8" fmla="*/ 1674 w 1680"/>
                <a:gd name="T9" fmla="*/ 6 h 1455"/>
                <a:gd name="T10" fmla="*/ 1674 w 1680"/>
                <a:gd name="T11" fmla="*/ 1452 h 1455"/>
                <a:gd name="T12" fmla="*/ 1677 w 1680"/>
                <a:gd name="T13" fmla="*/ 1452 h 1455"/>
                <a:gd name="T14" fmla="*/ 1677 w 1680"/>
                <a:gd name="T15" fmla="*/ 1449 h 1455"/>
                <a:gd name="T16" fmla="*/ 1677 w 1680"/>
                <a:gd name="T17" fmla="*/ 1452 h 1455"/>
                <a:gd name="T18" fmla="*/ 1680 w 1680"/>
                <a:gd name="T19" fmla="*/ 1452 h 1455"/>
                <a:gd name="T20" fmla="*/ 1680 w 1680"/>
                <a:gd name="T21" fmla="*/ 0 h 1455"/>
                <a:gd name="T22" fmla="*/ 0 w 1680"/>
                <a:gd name="T23" fmla="*/ 0 h 1455"/>
                <a:gd name="T24" fmla="*/ 0 w 1680"/>
                <a:gd name="T25" fmla="*/ 1455 h 1455"/>
                <a:gd name="T26" fmla="*/ 1680 w 1680"/>
                <a:gd name="T27" fmla="*/ 1455 h 1455"/>
                <a:gd name="T28" fmla="*/ 1680 w 1680"/>
                <a:gd name="T29" fmla="*/ 1452 h 1455"/>
                <a:gd name="T30" fmla="*/ 1677 w 1680"/>
                <a:gd name="T31" fmla="*/ 1452 h 1455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680" h="1455">
                  <a:moveTo>
                    <a:pt x="1677" y="1452"/>
                  </a:moveTo>
                  <a:lnTo>
                    <a:pt x="1677" y="1449"/>
                  </a:lnTo>
                  <a:lnTo>
                    <a:pt x="6" y="1449"/>
                  </a:lnTo>
                  <a:lnTo>
                    <a:pt x="6" y="6"/>
                  </a:lnTo>
                  <a:lnTo>
                    <a:pt x="1674" y="6"/>
                  </a:lnTo>
                  <a:lnTo>
                    <a:pt x="1674" y="1452"/>
                  </a:lnTo>
                  <a:lnTo>
                    <a:pt x="1677" y="1452"/>
                  </a:lnTo>
                  <a:lnTo>
                    <a:pt x="1677" y="1449"/>
                  </a:lnTo>
                  <a:lnTo>
                    <a:pt x="1677" y="1452"/>
                  </a:lnTo>
                  <a:lnTo>
                    <a:pt x="1680" y="1452"/>
                  </a:lnTo>
                  <a:lnTo>
                    <a:pt x="1680" y="0"/>
                  </a:lnTo>
                  <a:lnTo>
                    <a:pt x="0" y="0"/>
                  </a:lnTo>
                  <a:lnTo>
                    <a:pt x="0" y="1455"/>
                  </a:lnTo>
                  <a:lnTo>
                    <a:pt x="1680" y="1455"/>
                  </a:lnTo>
                  <a:lnTo>
                    <a:pt x="1680" y="1452"/>
                  </a:lnTo>
                  <a:lnTo>
                    <a:pt x="1677" y="1452"/>
                  </a:ln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</p:grpSp>
    </p:spTree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058" name="Rectangle 2">
            <a:extLst>
              <a:ext uri="{FF2B5EF4-FFF2-40B4-BE49-F238E27FC236}">
                <a16:creationId xmlns:a16="http://schemas.microsoft.com/office/drawing/2014/main" id="{6F188FCF-8462-407E-821A-5665713F76A4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Cough</a:t>
            </a:r>
          </a:p>
        </p:txBody>
      </p:sp>
      <p:grpSp>
        <p:nvGrpSpPr>
          <p:cNvPr id="58370" name="woman-coughing-medical-illustration">
            <a:extLst>
              <a:ext uri="{FF2B5EF4-FFF2-40B4-BE49-F238E27FC236}">
                <a16:creationId xmlns:a16="http://schemas.microsoft.com/office/drawing/2014/main" id="{65B0BF88-C783-43B6-839C-BE909423C333}"/>
              </a:ext>
            </a:extLst>
          </p:cNvPr>
          <p:cNvGrpSpPr>
            <a:grpSpLocks/>
          </p:cNvGrpSpPr>
          <p:nvPr/>
        </p:nvGrpSpPr>
        <p:grpSpPr bwMode="auto">
          <a:xfrm>
            <a:off x="3654425" y="1371600"/>
            <a:ext cx="1495425" cy="4667250"/>
            <a:chOff x="1342" y="894"/>
            <a:chExt cx="942" cy="2940"/>
          </a:xfrm>
        </p:grpSpPr>
        <p:sp>
          <p:nvSpPr>
            <p:cNvPr id="58502" name="Freeform 4">
              <a:extLst>
                <a:ext uri="{FF2B5EF4-FFF2-40B4-BE49-F238E27FC236}">
                  <a16:creationId xmlns:a16="http://schemas.microsoft.com/office/drawing/2014/main" id="{BD45BDEB-70D9-4CB7-BB46-DCF22D9AC0B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5" y="970"/>
              <a:ext cx="367" cy="476"/>
            </a:xfrm>
            <a:custGeom>
              <a:avLst/>
              <a:gdLst>
                <a:gd name="T0" fmla="*/ 891 w 227"/>
                <a:gd name="T1" fmla="*/ 105 h 295"/>
                <a:gd name="T2" fmla="*/ 954 w 227"/>
                <a:gd name="T3" fmla="*/ 273 h 295"/>
                <a:gd name="T4" fmla="*/ 938 w 227"/>
                <a:gd name="T5" fmla="*/ 453 h 295"/>
                <a:gd name="T6" fmla="*/ 891 w 227"/>
                <a:gd name="T7" fmla="*/ 529 h 295"/>
                <a:gd name="T8" fmla="*/ 889 w 227"/>
                <a:gd name="T9" fmla="*/ 658 h 295"/>
                <a:gd name="T10" fmla="*/ 823 w 227"/>
                <a:gd name="T11" fmla="*/ 752 h 295"/>
                <a:gd name="T12" fmla="*/ 794 w 227"/>
                <a:gd name="T13" fmla="*/ 799 h 295"/>
                <a:gd name="T14" fmla="*/ 747 w 227"/>
                <a:gd name="T15" fmla="*/ 875 h 295"/>
                <a:gd name="T16" fmla="*/ 719 w 227"/>
                <a:gd name="T17" fmla="*/ 939 h 295"/>
                <a:gd name="T18" fmla="*/ 550 w 227"/>
                <a:gd name="T19" fmla="*/ 1021 h 295"/>
                <a:gd name="T20" fmla="*/ 513 w 227"/>
                <a:gd name="T21" fmla="*/ 1115 h 295"/>
                <a:gd name="T22" fmla="*/ 556 w 227"/>
                <a:gd name="T23" fmla="*/ 1168 h 295"/>
                <a:gd name="T24" fmla="*/ 238 w 227"/>
                <a:gd name="T25" fmla="*/ 1149 h 295"/>
                <a:gd name="T26" fmla="*/ 21 w 227"/>
                <a:gd name="T27" fmla="*/ 857 h 295"/>
                <a:gd name="T28" fmla="*/ 186 w 227"/>
                <a:gd name="T29" fmla="*/ 547 h 295"/>
                <a:gd name="T30" fmla="*/ 160 w 227"/>
                <a:gd name="T31" fmla="*/ 340 h 295"/>
                <a:gd name="T32" fmla="*/ 259 w 227"/>
                <a:gd name="T33" fmla="*/ 370 h 295"/>
                <a:gd name="T34" fmla="*/ 343 w 227"/>
                <a:gd name="T35" fmla="*/ 179 h 295"/>
                <a:gd name="T36" fmla="*/ 721 w 227"/>
                <a:gd name="T37" fmla="*/ 5 h 295"/>
                <a:gd name="T38" fmla="*/ 891 w 227"/>
                <a:gd name="T39" fmla="*/ 105 h 295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227" h="295">
                  <a:moveTo>
                    <a:pt x="211" y="25"/>
                  </a:moveTo>
                  <a:cubicBezTo>
                    <a:pt x="211" y="25"/>
                    <a:pt x="225" y="42"/>
                    <a:pt x="226" y="65"/>
                  </a:cubicBezTo>
                  <a:cubicBezTo>
                    <a:pt x="227" y="88"/>
                    <a:pt x="226" y="101"/>
                    <a:pt x="222" y="108"/>
                  </a:cubicBezTo>
                  <a:cubicBezTo>
                    <a:pt x="218" y="115"/>
                    <a:pt x="211" y="121"/>
                    <a:pt x="211" y="126"/>
                  </a:cubicBezTo>
                  <a:cubicBezTo>
                    <a:pt x="211" y="131"/>
                    <a:pt x="213" y="146"/>
                    <a:pt x="210" y="157"/>
                  </a:cubicBezTo>
                  <a:cubicBezTo>
                    <a:pt x="206" y="167"/>
                    <a:pt x="198" y="175"/>
                    <a:pt x="195" y="179"/>
                  </a:cubicBezTo>
                  <a:cubicBezTo>
                    <a:pt x="192" y="183"/>
                    <a:pt x="189" y="187"/>
                    <a:pt x="188" y="190"/>
                  </a:cubicBezTo>
                  <a:cubicBezTo>
                    <a:pt x="186" y="192"/>
                    <a:pt x="180" y="205"/>
                    <a:pt x="177" y="208"/>
                  </a:cubicBezTo>
                  <a:cubicBezTo>
                    <a:pt x="174" y="211"/>
                    <a:pt x="171" y="218"/>
                    <a:pt x="170" y="224"/>
                  </a:cubicBezTo>
                  <a:cubicBezTo>
                    <a:pt x="170" y="229"/>
                    <a:pt x="160" y="245"/>
                    <a:pt x="130" y="243"/>
                  </a:cubicBezTo>
                  <a:cubicBezTo>
                    <a:pt x="130" y="243"/>
                    <a:pt x="118" y="263"/>
                    <a:pt x="121" y="265"/>
                  </a:cubicBezTo>
                  <a:cubicBezTo>
                    <a:pt x="123" y="266"/>
                    <a:pt x="132" y="274"/>
                    <a:pt x="132" y="278"/>
                  </a:cubicBezTo>
                  <a:cubicBezTo>
                    <a:pt x="131" y="283"/>
                    <a:pt x="79" y="295"/>
                    <a:pt x="56" y="273"/>
                  </a:cubicBezTo>
                  <a:cubicBezTo>
                    <a:pt x="32" y="251"/>
                    <a:pt x="0" y="215"/>
                    <a:pt x="5" y="204"/>
                  </a:cubicBezTo>
                  <a:cubicBezTo>
                    <a:pt x="5" y="204"/>
                    <a:pt x="53" y="173"/>
                    <a:pt x="44" y="130"/>
                  </a:cubicBezTo>
                  <a:cubicBezTo>
                    <a:pt x="44" y="130"/>
                    <a:pt x="23" y="100"/>
                    <a:pt x="38" y="81"/>
                  </a:cubicBezTo>
                  <a:cubicBezTo>
                    <a:pt x="44" y="72"/>
                    <a:pt x="57" y="83"/>
                    <a:pt x="61" y="88"/>
                  </a:cubicBezTo>
                  <a:cubicBezTo>
                    <a:pt x="66" y="92"/>
                    <a:pt x="81" y="43"/>
                    <a:pt x="81" y="43"/>
                  </a:cubicBezTo>
                  <a:cubicBezTo>
                    <a:pt x="81" y="43"/>
                    <a:pt x="151" y="0"/>
                    <a:pt x="171" y="1"/>
                  </a:cubicBezTo>
                  <a:cubicBezTo>
                    <a:pt x="192" y="2"/>
                    <a:pt x="211" y="25"/>
                    <a:pt x="211" y="25"/>
                  </a:cubicBezTo>
                  <a:close/>
                </a:path>
              </a:pathLst>
            </a:custGeom>
            <a:solidFill>
              <a:srgbClr val="F8F3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8503" name="Freeform 5">
              <a:extLst>
                <a:ext uri="{FF2B5EF4-FFF2-40B4-BE49-F238E27FC236}">
                  <a16:creationId xmlns:a16="http://schemas.microsoft.com/office/drawing/2014/main" id="{F98DEBB0-0AC9-402F-ABFF-43EAD7B0B6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2" y="1114"/>
              <a:ext cx="50" cy="25"/>
            </a:xfrm>
            <a:custGeom>
              <a:avLst/>
              <a:gdLst>
                <a:gd name="T0" fmla="*/ 123 w 31"/>
                <a:gd name="T1" fmla="*/ 61 h 16"/>
                <a:gd name="T2" fmla="*/ 84 w 31"/>
                <a:gd name="T3" fmla="*/ 14 h 16"/>
                <a:gd name="T4" fmla="*/ 0 w 31"/>
                <a:gd name="T5" fmla="*/ 13 h 16"/>
                <a:gd name="T6" fmla="*/ 63 w 31"/>
                <a:gd name="T7" fmla="*/ 47 h 16"/>
                <a:gd name="T8" fmla="*/ 110 w 31"/>
                <a:gd name="T9" fmla="*/ 53 h 16"/>
                <a:gd name="T10" fmla="*/ 123 w 31"/>
                <a:gd name="T11" fmla="*/ 61 h 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1" h="16">
                  <a:moveTo>
                    <a:pt x="29" y="16"/>
                  </a:moveTo>
                  <a:cubicBezTo>
                    <a:pt x="31" y="15"/>
                    <a:pt x="28" y="7"/>
                    <a:pt x="20" y="4"/>
                  </a:cubicBezTo>
                  <a:cubicBezTo>
                    <a:pt x="12" y="0"/>
                    <a:pt x="0" y="3"/>
                    <a:pt x="0" y="3"/>
                  </a:cubicBezTo>
                  <a:cubicBezTo>
                    <a:pt x="0" y="3"/>
                    <a:pt x="4" y="11"/>
                    <a:pt x="15" y="12"/>
                  </a:cubicBezTo>
                  <a:cubicBezTo>
                    <a:pt x="25" y="14"/>
                    <a:pt x="25" y="13"/>
                    <a:pt x="26" y="14"/>
                  </a:cubicBezTo>
                  <a:cubicBezTo>
                    <a:pt x="27" y="15"/>
                    <a:pt x="28" y="16"/>
                    <a:pt x="29" y="1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8504" name="Freeform 6">
              <a:extLst>
                <a:ext uri="{FF2B5EF4-FFF2-40B4-BE49-F238E27FC236}">
                  <a16:creationId xmlns:a16="http://schemas.microsoft.com/office/drawing/2014/main" id="{2D10A3F2-E606-475D-A5F5-D64139E892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8" y="1143"/>
              <a:ext cx="25" cy="24"/>
            </a:xfrm>
            <a:custGeom>
              <a:avLst/>
              <a:gdLst>
                <a:gd name="T0" fmla="*/ 0 w 15"/>
                <a:gd name="T1" fmla="*/ 5 h 15"/>
                <a:gd name="T2" fmla="*/ 70 w 15"/>
                <a:gd name="T3" fmla="*/ 46 h 15"/>
                <a:gd name="T4" fmla="*/ 55 w 15"/>
                <a:gd name="T5" fmla="*/ 61 h 15"/>
                <a:gd name="T6" fmla="*/ 22 w 15"/>
                <a:gd name="T7" fmla="*/ 48 h 15"/>
                <a:gd name="T8" fmla="*/ 0 w 15"/>
                <a:gd name="T9" fmla="*/ 34 h 15"/>
                <a:gd name="T10" fmla="*/ 0 w 15"/>
                <a:gd name="T11" fmla="*/ 5 h 1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" h="15">
                  <a:moveTo>
                    <a:pt x="0" y="1"/>
                  </a:moveTo>
                  <a:cubicBezTo>
                    <a:pt x="0" y="1"/>
                    <a:pt x="12" y="0"/>
                    <a:pt x="15" y="11"/>
                  </a:cubicBezTo>
                  <a:cubicBezTo>
                    <a:pt x="12" y="15"/>
                    <a:pt x="12" y="15"/>
                    <a:pt x="12" y="15"/>
                  </a:cubicBezTo>
                  <a:cubicBezTo>
                    <a:pt x="12" y="15"/>
                    <a:pt x="8" y="13"/>
                    <a:pt x="5" y="12"/>
                  </a:cubicBezTo>
                  <a:cubicBezTo>
                    <a:pt x="2" y="10"/>
                    <a:pt x="0" y="8"/>
                    <a:pt x="0" y="8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8505" name="Freeform 7">
              <a:extLst>
                <a:ext uri="{FF2B5EF4-FFF2-40B4-BE49-F238E27FC236}">
                  <a16:creationId xmlns:a16="http://schemas.microsoft.com/office/drawing/2014/main" id="{E3E1E667-E075-4F09-8732-F4EA831C4B0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5" y="970"/>
              <a:ext cx="367" cy="476"/>
            </a:xfrm>
            <a:custGeom>
              <a:avLst/>
              <a:gdLst>
                <a:gd name="T0" fmla="*/ 891 w 227"/>
                <a:gd name="T1" fmla="*/ 105 h 295"/>
                <a:gd name="T2" fmla="*/ 954 w 227"/>
                <a:gd name="T3" fmla="*/ 273 h 295"/>
                <a:gd name="T4" fmla="*/ 938 w 227"/>
                <a:gd name="T5" fmla="*/ 453 h 295"/>
                <a:gd name="T6" fmla="*/ 891 w 227"/>
                <a:gd name="T7" fmla="*/ 529 h 295"/>
                <a:gd name="T8" fmla="*/ 889 w 227"/>
                <a:gd name="T9" fmla="*/ 658 h 295"/>
                <a:gd name="T10" fmla="*/ 823 w 227"/>
                <a:gd name="T11" fmla="*/ 752 h 295"/>
                <a:gd name="T12" fmla="*/ 794 w 227"/>
                <a:gd name="T13" fmla="*/ 799 h 295"/>
                <a:gd name="T14" fmla="*/ 747 w 227"/>
                <a:gd name="T15" fmla="*/ 875 h 295"/>
                <a:gd name="T16" fmla="*/ 719 w 227"/>
                <a:gd name="T17" fmla="*/ 939 h 295"/>
                <a:gd name="T18" fmla="*/ 550 w 227"/>
                <a:gd name="T19" fmla="*/ 1021 h 295"/>
                <a:gd name="T20" fmla="*/ 513 w 227"/>
                <a:gd name="T21" fmla="*/ 1115 h 295"/>
                <a:gd name="T22" fmla="*/ 556 w 227"/>
                <a:gd name="T23" fmla="*/ 1168 h 295"/>
                <a:gd name="T24" fmla="*/ 238 w 227"/>
                <a:gd name="T25" fmla="*/ 1149 h 295"/>
                <a:gd name="T26" fmla="*/ 21 w 227"/>
                <a:gd name="T27" fmla="*/ 857 h 295"/>
                <a:gd name="T28" fmla="*/ 186 w 227"/>
                <a:gd name="T29" fmla="*/ 547 h 295"/>
                <a:gd name="T30" fmla="*/ 160 w 227"/>
                <a:gd name="T31" fmla="*/ 340 h 295"/>
                <a:gd name="T32" fmla="*/ 259 w 227"/>
                <a:gd name="T33" fmla="*/ 370 h 295"/>
                <a:gd name="T34" fmla="*/ 343 w 227"/>
                <a:gd name="T35" fmla="*/ 179 h 295"/>
                <a:gd name="T36" fmla="*/ 721 w 227"/>
                <a:gd name="T37" fmla="*/ 5 h 295"/>
                <a:gd name="T38" fmla="*/ 891 w 227"/>
                <a:gd name="T39" fmla="*/ 105 h 295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227" h="295">
                  <a:moveTo>
                    <a:pt x="211" y="25"/>
                  </a:moveTo>
                  <a:cubicBezTo>
                    <a:pt x="211" y="25"/>
                    <a:pt x="225" y="42"/>
                    <a:pt x="226" y="65"/>
                  </a:cubicBezTo>
                  <a:cubicBezTo>
                    <a:pt x="227" y="88"/>
                    <a:pt x="226" y="101"/>
                    <a:pt x="222" y="108"/>
                  </a:cubicBezTo>
                  <a:cubicBezTo>
                    <a:pt x="218" y="115"/>
                    <a:pt x="211" y="121"/>
                    <a:pt x="211" y="126"/>
                  </a:cubicBezTo>
                  <a:cubicBezTo>
                    <a:pt x="211" y="131"/>
                    <a:pt x="213" y="146"/>
                    <a:pt x="210" y="157"/>
                  </a:cubicBezTo>
                  <a:cubicBezTo>
                    <a:pt x="206" y="167"/>
                    <a:pt x="198" y="175"/>
                    <a:pt x="195" y="179"/>
                  </a:cubicBezTo>
                  <a:cubicBezTo>
                    <a:pt x="192" y="183"/>
                    <a:pt x="189" y="187"/>
                    <a:pt x="188" y="190"/>
                  </a:cubicBezTo>
                  <a:cubicBezTo>
                    <a:pt x="186" y="192"/>
                    <a:pt x="180" y="205"/>
                    <a:pt x="177" y="208"/>
                  </a:cubicBezTo>
                  <a:cubicBezTo>
                    <a:pt x="174" y="211"/>
                    <a:pt x="171" y="218"/>
                    <a:pt x="170" y="224"/>
                  </a:cubicBezTo>
                  <a:cubicBezTo>
                    <a:pt x="170" y="229"/>
                    <a:pt x="160" y="245"/>
                    <a:pt x="130" y="243"/>
                  </a:cubicBezTo>
                  <a:cubicBezTo>
                    <a:pt x="130" y="243"/>
                    <a:pt x="118" y="263"/>
                    <a:pt x="121" y="265"/>
                  </a:cubicBezTo>
                  <a:cubicBezTo>
                    <a:pt x="123" y="266"/>
                    <a:pt x="132" y="274"/>
                    <a:pt x="132" y="278"/>
                  </a:cubicBezTo>
                  <a:cubicBezTo>
                    <a:pt x="131" y="283"/>
                    <a:pt x="79" y="295"/>
                    <a:pt x="56" y="273"/>
                  </a:cubicBezTo>
                  <a:cubicBezTo>
                    <a:pt x="32" y="251"/>
                    <a:pt x="0" y="215"/>
                    <a:pt x="5" y="204"/>
                  </a:cubicBezTo>
                  <a:cubicBezTo>
                    <a:pt x="5" y="204"/>
                    <a:pt x="53" y="173"/>
                    <a:pt x="44" y="130"/>
                  </a:cubicBezTo>
                  <a:cubicBezTo>
                    <a:pt x="44" y="130"/>
                    <a:pt x="23" y="100"/>
                    <a:pt x="38" y="81"/>
                  </a:cubicBezTo>
                  <a:cubicBezTo>
                    <a:pt x="44" y="72"/>
                    <a:pt x="57" y="83"/>
                    <a:pt x="61" y="88"/>
                  </a:cubicBezTo>
                  <a:cubicBezTo>
                    <a:pt x="66" y="92"/>
                    <a:pt x="81" y="43"/>
                    <a:pt x="81" y="43"/>
                  </a:cubicBezTo>
                  <a:cubicBezTo>
                    <a:pt x="81" y="43"/>
                    <a:pt x="151" y="0"/>
                    <a:pt x="171" y="1"/>
                  </a:cubicBezTo>
                  <a:cubicBezTo>
                    <a:pt x="192" y="2"/>
                    <a:pt x="211" y="25"/>
                    <a:pt x="211" y="25"/>
                  </a:cubicBezTo>
                  <a:close/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8506" name="Freeform 8">
              <a:extLst>
                <a:ext uri="{FF2B5EF4-FFF2-40B4-BE49-F238E27FC236}">
                  <a16:creationId xmlns:a16="http://schemas.microsoft.com/office/drawing/2014/main" id="{CC046858-1B98-46DB-B4B6-08DFFD294F5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6" y="1177"/>
              <a:ext cx="34" cy="25"/>
            </a:xfrm>
            <a:custGeom>
              <a:avLst/>
              <a:gdLst>
                <a:gd name="T0" fmla="*/ 0 w 21"/>
                <a:gd name="T1" fmla="*/ 0 h 16"/>
                <a:gd name="T2" fmla="*/ 16 w 21"/>
                <a:gd name="T3" fmla="*/ 22 h 16"/>
                <a:gd name="T4" fmla="*/ 39 w 21"/>
                <a:gd name="T5" fmla="*/ 39 h 16"/>
                <a:gd name="T6" fmla="*/ 84 w 21"/>
                <a:gd name="T7" fmla="*/ 39 h 16"/>
                <a:gd name="T8" fmla="*/ 68 w 21"/>
                <a:gd name="T9" fmla="*/ 56 h 16"/>
                <a:gd name="T10" fmla="*/ 39 w 21"/>
                <a:gd name="T11" fmla="*/ 53 h 16"/>
                <a:gd name="T12" fmla="*/ 0 w 21"/>
                <a:gd name="T13" fmla="*/ 13 h 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" h="16">
                  <a:moveTo>
                    <a:pt x="0" y="0"/>
                  </a:moveTo>
                  <a:cubicBezTo>
                    <a:pt x="1" y="1"/>
                    <a:pt x="2" y="4"/>
                    <a:pt x="4" y="6"/>
                  </a:cubicBezTo>
                  <a:cubicBezTo>
                    <a:pt x="5" y="8"/>
                    <a:pt x="7" y="9"/>
                    <a:pt x="9" y="10"/>
                  </a:cubicBezTo>
                  <a:cubicBezTo>
                    <a:pt x="11" y="12"/>
                    <a:pt x="19" y="14"/>
                    <a:pt x="20" y="10"/>
                  </a:cubicBezTo>
                  <a:cubicBezTo>
                    <a:pt x="21" y="12"/>
                    <a:pt x="18" y="14"/>
                    <a:pt x="16" y="15"/>
                  </a:cubicBezTo>
                  <a:cubicBezTo>
                    <a:pt x="14" y="16"/>
                    <a:pt x="11" y="15"/>
                    <a:pt x="9" y="14"/>
                  </a:cubicBezTo>
                  <a:cubicBezTo>
                    <a:pt x="6" y="12"/>
                    <a:pt x="0" y="7"/>
                    <a:pt x="0" y="3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8507" name="Freeform 9">
              <a:extLst>
                <a:ext uri="{FF2B5EF4-FFF2-40B4-BE49-F238E27FC236}">
                  <a16:creationId xmlns:a16="http://schemas.microsoft.com/office/drawing/2014/main" id="{E4A2779E-E28B-4B87-9ED3-F868E829C5B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8" y="1110"/>
              <a:ext cx="41" cy="60"/>
            </a:xfrm>
            <a:custGeom>
              <a:avLst/>
              <a:gdLst>
                <a:gd name="T0" fmla="*/ 5 w 25"/>
                <a:gd name="T1" fmla="*/ 81 h 37"/>
                <a:gd name="T2" fmla="*/ 26 w 25"/>
                <a:gd name="T3" fmla="*/ 8 h 37"/>
                <a:gd name="T4" fmla="*/ 67 w 25"/>
                <a:gd name="T5" fmla="*/ 60 h 37"/>
                <a:gd name="T6" fmla="*/ 71 w 25"/>
                <a:gd name="T7" fmla="*/ 81 h 37"/>
                <a:gd name="T8" fmla="*/ 67 w 25"/>
                <a:gd name="T9" fmla="*/ 94 h 37"/>
                <a:gd name="T10" fmla="*/ 97 w 25"/>
                <a:gd name="T11" fmla="*/ 118 h 37"/>
                <a:gd name="T12" fmla="*/ 49 w 25"/>
                <a:gd name="T13" fmla="*/ 144 h 37"/>
                <a:gd name="T14" fmla="*/ 41 w 25"/>
                <a:gd name="T15" fmla="*/ 143 h 37"/>
                <a:gd name="T16" fmla="*/ 84 w 25"/>
                <a:gd name="T17" fmla="*/ 152 h 37"/>
                <a:gd name="T18" fmla="*/ 102 w 25"/>
                <a:gd name="T19" fmla="*/ 136 h 37"/>
                <a:gd name="T20" fmla="*/ 80 w 25"/>
                <a:gd name="T21" fmla="*/ 94 h 37"/>
                <a:gd name="T22" fmla="*/ 71 w 25"/>
                <a:gd name="T23" fmla="*/ 68 h 37"/>
                <a:gd name="T24" fmla="*/ 67 w 25"/>
                <a:gd name="T25" fmla="*/ 34 h 37"/>
                <a:gd name="T26" fmla="*/ 26 w 25"/>
                <a:gd name="T27" fmla="*/ 0 h 37"/>
                <a:gd name="T28" fmla="*/ 0 w 25"/>
                <a:gd name="T29" fmla="*/ 34 h 37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5" h="37">
                  <a:moveTo>
                    <a:pt x="1" y="19"/>
                  </a:moveTo>
                  <a:cubicBezTo>
                    <a:pt x="0" y="13"/>
                    <a:pt x="0" y="4"/>
                    <a:pt x="6" y="2"/>
                  </a:cubicBezTo>
                  <a:cubicBezTo>
                    <a:pt x="12" y="0"/>
                    <a:pt x="14" y="10"/>
                    <a:pt x="15" y="14"/>
                  </a:cubicBezTo>
                  <a:cubicBezTo>
                    <a:pt x="16" y="16"/>
                    <a:pt x="16" y="17"/>
                    <a:pt x="16" y="19"/>
                  </a:cubicBezTo>
                  <a:cubicBezTo>
                    <a:pt x="15" y="20"/>
                    <a:pt x="14" y="21"/>
                    <a:pt x="15" y="22"/>
                  </a:cubicBezTo>
                  <a:cubicBezTo>
                    <a:pt x="17" y="25"/>
                    <a:pt x="21" y="26"/>
                    <a:pt x="22" y="28"/>
                  </a:cubicBezTo>
                  <a:cubicBezTo>
                    <a:pt x="25" y="35"/>
                    <a:pt x="15" y="35"/>
                    <a:pt x="11" y="34"/>
                  </a:cubicBezTo>
                  <a:cubicBezTo>
                    <a:pt x="10" y="34"/>
                    <a:pt x="10" y="33"/>
                    <a:pt x="9" y="33"/>
                  </a:cubicBezTo>
                  <a:cubicBezTo>
                    <a:pt x="12" y="35"/>
                    <a:pt x="16" y="37"/>
                    <a:pt x="19" y="36"/>
                  </a:cubicBezTo>
                  <a:cubicBezTo>
                    <a:pt x="21" y="36"/>
                    <a:pt x="22" y="34"/>
                    <a:pt x="23" y="32"/>
                  </a:cubicBezTo>
                  <a:cubicBezTo>
                    <a:pt x="24" y="27"/>
                    <a:pt x="20" y="26"/>
                    <a:pt x="18" y="22"/>
                  </a:cubicBezTo>
                  <a:cubicBezTo>
                    <a:pt x="16" y="21"/>
                    <a:pt x="16" y="19"/>
                    <a:pt x="16" y="16"/>
                  </a:cubicBezTo>
                  <a:cubicBezTo>
                    <a:pt x="16" y="13"/>
                    <a:pt x="16" y="11"/>
                    <a:pt x="15" y="8"/>
                  </a:cubicBezTo>
                  <a:cubicBezTo>
                    <a:pt x="13" y="5"/>
                    <a:pt x="10" y="0"/>
                    <a:pt x="6" y="0"/>
                  </a:cubicBezTo>
                  <a:cubicBezTo>
                    <a:pt x="2" y="0"/>
                    <a:pt x="0" y="5"/>
                    <a:pt x="0" y="8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8508" name="Freeform 10">
              <a:extLst>
                <a:ext uri="{FF2B5EF4-FFF2-40B4-BE49-F238E27FC236}">
                  <a16:creationId xmlns:a16="http://schemas.microsoft.com/office/drawing/2014/main" id="{23726505-1C30-47FE-86C8-F3366856C7C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9" y="1309"/>
              <a:ext cx="78" cy="55"/>
            </a:xfrm>
            <a:custGeom>
              <a:avLst/>
              <a:gdLst>
                <a:gd name="T0" fmla="*/ 206 w 48"/>
                <a:gd name="T1" fmla="*/ 136 h 34"/>
                <a:gd name="T2" fmla="*/ 0 w 48"/>
                <a:gd name="T3" fmla="*/ 0 h 34"/>
                <a:gd name="T4" fmla="*/ 206 w 48"/>
                <a:gd name="T5" fmla="*/ 144 h 34"/>
                <a:gd name="T6" fmla="*/ 206 w 48"/>
                <a:gd name="T7" fmla="*/ 136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8" h="34">
                  <a:moveTo>
                    <a:pt x="48" y="32"/>
                  </a:moveTo>
                  <a:cubicBezTo>
                    <a:pt x="48" y="32"/>
                    <a:pt x="20" y="28"/>
                    <a:pt x="0" y="0"/>
                  </a:cubicBezTo>
                  <a:cubicBezTo>
                    <a:pt x="0" y="0"/>
                    <a:pt x="14" y="29"/>
                    <a:pt x="48" y="34"/>
                  </a:cubicBezTo>
                  <a:lnTo>
                    <a:pt x="48" y="32"/>
                  </a:ln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8509" name="Freeform 11">
              <a:extLst>
                <a:ext uri="{FF2B5EF4-FFF2-40B4-BE49-F238E27FC236}">
                  <a16:creationId xmlns:a16="http://schemas.microsoft.com/office/drawing/2014/main" id="{29A6B538-84D2-439A-AD19-85F7B3A56F1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1" y="1206"/>
              <a:ext cx="44" cy="91"/>
            </a:xfrm>
            <a:custGeom>
              <a:avLst/>
              <a:gdLst>
                <a:gd name="T0" fmla="*/ 60 w 27"/>
                <a:gd name="T1" fmla="*/ 0 h 57"/>
                <a:gd name="T2" fmla="*/ 117 w 27"/>
                <a:gd name="T3" fmla="*/ 231 h 57"/>
                <a:gd name="T4" fmla="*/ 60 w 27"/>
                <a:gd name="T5" fmla="*/ 0 h 5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57">
                  <a:moveTo>
                    <a:pt x="14" y="0"/>
                  </a:moveTo>
                  <a:cubicBezTo>
                    <a:pt x="14" y="0"/>
                    <a:pt x="4" y="26"/>
                    <a:pt x="27" y="57"/>
                  </a:cubicBezTo>
                  <a:cubicBezTo>
                    <a:pt x="27" y="57"/>
                    <a:pt x="0" y="26"/>
                    <a:pt x="14" y="0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8510" name="Freeform 12">
              <a:extLst>
                <a:ext uri="{FF2B5EF4-FFF2-40B4-BE49-F238E27FC236}">
                  <a16:creationId xmlns:a16="http://schemas.microsoft.com/office/drawing/2014/main" id="{8E8A9C5B-2AEC-42D0-91C5-45A00162FD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5" y="1283"/>
              <a:ext cx="37" cy="60"/>
            </a:xfrm>
            <a:custGeom>
              <a:avLst/>
              <a:gdLst>
                <a:gd name="T0" fmla="*/ 97 w 23"/>
                <a:gd name="T1" fmla="*/ 0 h 37"/>
                <a:gd name="T2" fmla="*/ 88 w 23"/>
                <a:gd name="T3" fmla="*/ 21 h 37"/>
                <a:gd name="T4" fmla="*/ 76 w 23"/>
                <a:gd name="T5" fmla="*/ 42 h 37"/>
                <a:gd name="T6" fmla="*/ 60 w 23"/>
                <a:gd name="T7" fmla="*/ 81 h 37"/>
                <a:gd name="T8" fmla="*/ 29 w 23"/>
                <a:gd name="T9" fmla="*/ 131 h 37"/>
                <a:gd name="T10" fmla="*/ 8 w 23"/>
                <a:gd name="T11" fmla="*/ 144 h 37"/>
                <a:gd name="T12" fmla="*/ 21 w 23"/>
                <a:gd name="T13" fmla="*/ 152 h 37"/>
                <a:gd name="T14" fmla="*/ 55 w 23"/>
                <a:gd name="T15" fmla="*/ 115 h 37"/>
                <a:gd name="T16" fmla="*/ 76 w 23"/>
                <a:gd name="T17" fmla="*/ 55 h 37"/>
                <a:gd name="T18" fmla="*/ 90 w 23"/>
                <a:gd name="T19" fmla="*/ 29 h 37"/>
                <a:gd name="T20" fmla="*/ 97 w 23"/>
                <a:gd name="T21" fmla="*/ 5 h 3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3" h="37">
                  <a:moveTo>
                    <a:pt x="23" y="0"/>
                  </a:moveTo>
                  <a:cubicBezTo>
                    <a:pt x="22" y="1"/>
                    <a:pt x="22" y="4"/>
                    <a:pt x="21" y="5"/>
                  </a:cubicBezTo>
                  <a:cubicBezTo>
                    <a:pt x="20" y="7"/>
                    <a:pt x="19" y="9"/>
                    <a:pt x="18" y="10"/>
                  </a:cubicBezTo>
                  <a:cubicBezTo>
                    <a:pt x="16" y="13"/>
                    <a:pt x="15" y="16"/>
                    <a:pt x="14" y="19"/>
                  </a:cubicBezTo>
                  <a:cubicBezTo>
                    <a:pt x="12" y="24"/>
                    <a:pt x="11" y="28"/>
                    <a:pt x="7" y="31"/>
                  </a:cubicBezTo>
                  <a:cubicBezTo>
                    <a:pt x="6" y="32"/>
                    <a:pt x="3" y="33"/>
                    <a:pt x="2" y="34"/>
                  </a:cubicBezTo>
                  <a:cubicBezTo>
                    <a:pt x="0" y="37"/>
                    <a:pt x="3" y="37"/>
                    <a:pt x="5" y="36"/>
                  </a:cubicBezTo>
                  <a:cubicBezTo>
                    <a:pt x="8" y="34"/>
                    <a:pt x="11" y="30"/>
                    <a:pt x="13" y="27"/>
                  </a:cubicBezTo>
                  <a:cubicBezTo>
                    <a:pt x="15" y="22"/>
                    <a:pt x="16" y="18"/>
                    <a:pt x="18" y="13"/>
                  </a:cubicBezTo>
                  <a:cubicBezTo>
                    <a:pt x="19" y="11"/>
                    <a:pt x="21" y="9"/>
                    <a:pt x="22" y="7"/>
                  </a:cubicBezTo>
                  <a:cubicBezTo>
                    <a:pt x="22" y="5"/>
                    <a:pt x="22" y="3"/>
                    <a:pt x="23" y="1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8511" name="Freeform 13">
              <a:extLst>
                <a:ext uri="{FF2B5EF4-FFF2-40B4-BE49-F238E27FC236}">
                  <a16:creationId xmlns:a16="http://schemas.microsoft.com/office/drawing/2014/main" id="{8130424B-1E79-4939-90AB-B13F1626B1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9" y="1336"/>
              <a:ext cx="57" cy="28"/>
            </a:xfrm>
            <a:custGeom>
              <a:avLst/>
              <a:gdLst>
                <a:gd name="T0" fmla="*/ 151 w 35"/>
                <a:gd name="T1" fmla="*/ 5 h 17"/>
                <a:gd name="T2" fmla="*/ 104 w 35"/>
                <a:gd name="T3" fmla="*/ 20 h 17"/>
                <a:gd name="T4" fmla="*/ 64 w 35"/>
                <a:gd name="T5" fmla="*/ 35 h 17"/>
                <a:gd name="T6" fmla="*/ 0 w 35"/>
                <a:gd name="T7" fmla="*/ 76 h 17"/>
                <a:gd name="T8" fmla="*/ 88 w 35"/>
                <a:gd name="T9" fmla="*/ 35 h 17"/>
                <a:gd name="T10" fmla="*/ 109 w 35"/>
                <a:gd name="T11" fmla="*/ 21 h 17"/>
                <a:gd name="T12" fmla="*/ 143 w 35"/>
                <a:gd name="T13" fmla="*/ 8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5" h="17">
                  <a:moveTo>
                    <a:pt x="35" y="1"/>
                  </a:moveTo>
                  <a:cubicBezTo>
                    <a:pt x="32" y="0"/>
                    <a:pt x="26" y="3"/>
                    <a:pt x="24" y="4"/>
                  </a:cubicBezTo>
                  <a:cubicBezTo>
                    <a:pt x="21" y="5"/>
                    <a:pt x="18" y="7"/>
                    <a:pt x="15" y="8"/>
                  </a:cubicBezTo>
                  <a:cubicBezTo>
                    <a:pt x="9" y="10"/>
                    <a:pt x="5" y="12"/>
                    <a:pt x="0" y="17"/>
                  </a:cubicBezTo>
                  <a:cubicBezTo>
                    <a:pt x="6" y="12"/>
                    <a:pt x="13" y="10"/>
                    <a:pt x="20" y="8"/>
                  </a:cubicBezTo>
                  <a:cubicBezTo>
                    <a:pt x="22" y="7"/>
                    <a:pt x="23" y="5"/>
                    <a:pt x="25" y="5"/>
                  </a:cubicBezTo>
                  <a:cubicBezTo>
                    <a:pt x="28" y="4"/>
                    <a:pt x="30" y="3"/>
                    <a:pt x="33" y="2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8512" name="Freeform 14">
              <a:extLst>
                <a:ext uri="{FF2B5EF4-FFF2-40B4-BE49-F238E27FC236}">
                  <a16:creationId xmlns:a16="http://schemas.microsoft.com/office/drawing/2014/main" id="{0EF57EF5-0CEB-41B3-9BB5-1A1D3D680BE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1" y="1359"/>
              <a:ext cx="15" cy="32"/>
            </a:xfrm>
            <a:custGeom>
              <a:avLst/>
              <a:gdLst>
                <a:gd name="T0" fmla="*/ 42 w 9"/>
                <a:gd name="T1" fmla="*/ 5 h 20"/>
                <a:gd name="T2" fmla="*/ 13 w 9"/>
                <a:gd name="T3" fmla="*/ 42 h 20"/>
                <a:gd name="T4" fmla="*/ 5 w 9"/>
                <a:gd name="T5" fmla="*/ 82 h 20"/>
                <a:gd name="T6" fmla="*/ 13 w 9"/>
                <a:gd name="T7" fmla="*/ 46 h 20"/>
                <a:gd name="T8" fmla="*/ 22 w 9"/>
                <a:gd name="T9" fmla="*/ 21 h 20"/>
                <a:gd name="T10" fmla="*/ 37 w 9"/>
                <a:gd name="T11" fmla="*/ 0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" h="20">
                  <a:moveTo>
                    <a:pt x="9" y="1"/>
                  </a:moveTo>
                  <a:cubicBezTo>
                    <a:pt x="6" y="3"/>
                    <a:pt x="5" y="7"/>
                    <a:pt x="3" y="10"/>
                  </a:cubicBezTo>
                  <a:cubicBezTo>
                    <a:pt x="2" y="13"/>
                    <a:pt x="2" y="17"/>
                    <a:pt x="1" y="20"/>
                  </a:cubicBezTo>
                  <a:cubicBezTo>
                    <a:pt x="0" y="17"/>
                    <a:pt x="2" y="13"/>
                    <a:pt x="3" y="11"/>
                  </a:cubicBezTo>
                  <a:cubicBezTo>
                    <a:pt x="3" y="9"/>
                    <a:pt x="4" y="7"/>
                    <a:pt x="5" y="5"/>
                  </a:cubicBezTo>
                  <a:cubicBezTo>
                    <a:pt x="6" y="3"/>
                    <a:pt x="6" y="1"/>
                    <a:pt x="8" y="0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8513" name="Freeform 15">
              <a:extLst>
                <a:ext uri="{FF2B5EF4-FFF2-40B4-BE49-F238E27FC236}">
                  <a16:creationId xmlns:a16="http://schemas.microsoft.com/office/drawing/2014/main" id="{DAF1C42B-81E1-4AD9-8BF8-1731C6F17A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2" y="1349"/>
              <a:ext cx="24" cy="45"/>
            </a:xfrm>
            <a:custGeom>
              <a:avLst/>
              <a:gdLst>
                <a:gd name="T0" fmla="*/ 61 w 15"/>
                <a:gd name="T1" fmla="*/ 8 h 28"/>
                <a:gd name="T2" fmla="*/ 21 w 15"/>
                <a:gd name="T3" fmla="*/ 63 h 28"/>
                <a:gd name="T4" fmla="*/ 8 w 15"/>
                <a:gd name="T5" fmla="*/ 95 h 28"/>
                <a:gd name="T6" fmla="*/ 0 w 15"/>
                <a:gd name="T7" fmla="*/ 116 h 28"/>
                <a:gd name="T8" fmla="*/ 0 w 15"/>
                <a:gd name="T9" fmla="*/ 90 h 28"/>
                <a:gd name="T10" fmla="*/ 8 w 15"/>
                <a:gd name="T11" fmla="*/ 68 h 28"/>
                <a:gd name="T12" fmla="*/ 26 w 15"/>
                <a:gd name="T13" fmla="*/ 37 h 28"/>
                <a:gd name="T14" fmla="*/ 48 w 15"/>
                <a:gd name="T15" fmla="*/ 0 h 2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5" h="28">
                  <a:moveTo>
                    <a:pt x="15" y="2"/>
                  </a:moveTo>
                  <a:cubicBezTo>
                    <a:pt x="9" y="4"/>
                    <a:pt x="7" y="10"/>
                    <a:pt x="5" y="15"/>
                  </a:cubicBezTo>
                  <a:cubicBezTo>
                    <a:pt x="4" y="17"/>
                    <a:pt x="3" y="20"/>
                    <a:pt x="2" y="23"/>
                  </a:cubicBezTo>
                  <a:cubicBezTo>
                    <a:pt x="1" y="24"/>
                    <a:pt x="0" y="27"/>
                    <a:pt x="0" y="28"/>
                  </a:cubicBezTo>
                  <a:cubicBezTo>
                    <a:pt x="0" y="27"/>
                    <a:pt x="0" y="24"/>
                    <a:pt x="0" y="22"/>
                  </a:cubicBezTo>
                  <a:cubicBezTo>
                    <a:pt x="1" y="20"/>
                    <a:pt x="1" y="18"/>
                    <a:pt x="2" y="16"/>
                  </a:cubicBezTo>
                  <a:cubicBezTo>
                    <a:pt x="3" y="13"/>
                    <a:pt x="5" y="11"/>
                    <a:pt x="6" y="9"/>
                  </a:cubicBezTo>
                  <a:cubicBezTo>
                    <a:pt x="7" y="6"/>
                    <a:pt x="9" y="2"/>
                    <a:pt x="12" y="0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8514" name="Freeform 16">
              <a:extLst>
                <a:ext uri="{FF2B5EF4-FFF2-40B4-BE49-F238E27FC236}">
                  <a16:creationId xmlns:a16="http://schemas.microsoft.com/office/drawing/2014/main" id="{AF59337C-E06D-4644-86BE-C995D31CF3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6" y="1393"/>
              <a:ext cx="5" cy="16"/>
            </a:xfrm>
            <a:custGeom>
              <a:avLst/>
              <a:gdLst>
                <a:gd name="T0" fmla="*/ 8 w 3"/>
                <a:gd name="T1" fmla="*/ 0 h 10"/>
                <a:gd name="T2" fmla="*/ 0 w 3"/>
                <a:gd name="T3" fmla="*/ 42 h 10"/>
                <a:gd name="T4" fmla="*/ 13 w 3"/>
                <a:gd name="T5" fmla="*/ 5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10">
                  <a:moveTo>
                    <a:pt x="2" y="0"/>
                  </a:moveTo>
                  <a:cubicBezTo>
                    <a:pt x="0" y="3"/>
                    <a:pt x="0" y="6"/>
                    <a:pt x="0" y="10"/>
                  </a:cubicBezTo>
                  <a:cubicBezTo>
                    <a:pt x="0" y="7"/>
                    <a:pt x="2" y="4"/>
                    <a:pt x="3" y="1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8515" name="Freeform 17">
              <a:extLst>
                <a:ext uri="{FF2B5EF4-FFF2-40B4-BE49-F238E27FC236}">
                  <a16:creationId xmlns:a16="http://schemas.microsoft.com/office/drawing/2014/main" id="{25D58892-8E60-49A1-AA9F-79BF5036516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2" y="1077"/>
              <a:ext cx="79" cy="29"/>
            </a:xfrm>
            <a:custGeom>
              <a:avLst/>
              <a:gdLst>
                <a:gd name="T0" fmla="*/ 8 w 49"/>
                <a:gd name="T1" fmla="*/ 29 h 18"/>
                <a:gd name="T2" fmla="*/ 118 w 49"/>
                <a:gd name="T3" fmla="*/ 39 h 18"/>
                <a:gd name="T4" fmla="*/ 198 w 49"/>
                <a:gd name="T5" fmla="*/ 76 h 18"/>
                <a:gd name="T6" fmla="*/ 205 w 49"/>
                <a:gd name="T7" fmla="*/ 68 h 18"/>
                <a:gd name="T8" fmla="*/ 184 w 49"/>
                <a:gd name="T9" fmla="*/ 60 h 18"/>
                <a:gd name="T10" fmla="*/ 8 w 49"/>
                <a:gd name="T11" fmla="*/ 29 h 1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9" h="18">
                  <a:moveTo>
                    <a:pt x="2" y="7"/>
                  </a:moveTo>
                  <a:cubicBezTo>
                    <a:pt x="0" y="7"/>
                    <a:pt x="16" y="6"/>
                    <a:pt x="28" y="9"/>
                  </a:cubicBezTo>
                  <a:cubicBezTo>
                    <a:pt x="39" y="12"/>
                    <a:pt x="45" y="18"/>
                    <a:pt x="47" y="18"/>
                  </a:cubicBezTo>
                  <a:cubicBezTo>
                    <a:pt x="49" y="17"/>
                    <a:pt x="49" y="16"/>
                    <a:pt x="49" y="16"/>
                  </a:cubicBezTo>
                  <a:cubicBezTo>
                    <a:pt x="49" y="15"/>
                    <a:pt x="47" y="17"/>
                    <a:pt x="44" y="14"/>
                  </a:cubicBezTo>
                  <a:cubicBezTo>
                    <a:pt x="42" y="11"/>
                    <a:pt x="19" y="0"/>
                    <a:pt x="2" y="7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8516" name="Freeform 18">
              <a:extLst>
                <a:ext uri="{FF2B5EF4-FFF2-40B4-BE49-F238E27FC236}">
                  <a16:creationId xmlns:a16="http://schemas.microsoft.com/office/drawing/2014/main" id="{0ABA4F26-7006-4D18-9AD6-7E11C166AB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8" y="1114"/>
              <a:ext cx="31" cy="21"/>
            </a:xfrm>
            <a:custGeom>
              <a:avLst/>
              <a:gdLst>
                <a:gd name="T0" fmla="*/ 5 w 19"/>
                <a:gd name="T1" fmla="*/ 8 h 13"/>
                <a:gd name="T2" fmla="*/ 47 w 19"/>
                <a:gd name="T3" fmla="*/ 29 h 13"/>
                <a:gd name="T4" fmla="*/ 83 w 19"/>
                <a:gd name="T5" fmla="*/ 55 h 13"/>
                <a:gd name="T6" fmla="*/ 83 w 19"/>
                <a:gd name="T7" fmla="*/ 42 h 13"/>
                <a:gd name="T8" fmla="*/ 54 w 19"/>
                <a:gd name="T9" fmla="*/ 16 h 13"/>
                <a:gd name="T10" fmla="*/ 5 w 19"/>
                <a:gd name="T11" fmla="*/ 8 h 1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" h="13">
                  <a:moveTo>
                    <a:pt x="1" y="2"/>
                  </a:moveTo>
                  <a:cubicBezTo>
                    <a:pt x="0" y="4"/>
                    <a:pt x="7" y="3"/>
                    <a:pt x="11" y="7"/>
                  </a:cubicBezTo>
                  <a:cubicBezTo>
                    <a:pt x="15" y="10"/>
                    <a:pt x="19" y="13"/>
                    <a:pt x="19" y="13"/>
                  </a:cubicBezTo>
                  <a:cubicBezTo>
                    <a:pt x="19" y="10"/>
                    <a:pt x="19" y="10"/>
                    <a:pt x="19" y="10"/>
                  </a:cubicBezTo>
                  <a:cubicBezTo>
                    <a:pt x="19" y="10"/>
                    <a:pt x="15" y="5"/>
                    <a:pt x="12" y="4"/>
                  </a:cubicBezTo>
                  <a:cubicBezTo>
                    <a:pt x="8" y="2"/>
                    <a:pt x="2" y="0"/>
                    <a:pt x="1" y="2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8517" name="Freeform 19">
              <a:extLst>
                <a:ext uri="{FF2B5EF4-FFF2-40B4-BE49-F238E27FC236}">
                  <a16:creationId xmlns:a16="http://schemas.microsoft.com/office/drawing/2014/main" id="{F556853F-EBB2-4A2A-83AB-C181D9DE22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6" y="1117"/>
              <a:ext cx="21" cy="16"/>
            </a:xfrm>
            <a:custGeom>
              <a:avLst/>
              <a:gdLst>
                <a:gd name="T0" fmla="*/ 55 w 13"/>
                <a:gd name="T1" fmla="*/ 13 h 10"/>
                <a:gd name="T2" fmla="*/ 29 w 13"/>
                <a:gd name="T3" fmla="*/ 42 h 10"/>
                <a:gd name="T4" fmla="*/ 0 w 13"/>
                <a:gd name="T5" fmla="*/ 13 h 10"/>
                <a:gd name="T6" fmla="*/ 0 w 13"/>
                <a:gd name="T7" fmla="*/ 0 h 10"/>
                <a:gd name="T8" fmla="*/ 55 w 13"/>
                <a:gd name="T9" fmla="*/ 13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0">
                  <a:moveTo>
                    <a:pt x="13" y="3"/>
                  </a:moveTo>
                  <a:cubicBezTo>
                    <a:pt x="13" y="7"/>
                    <a:pt x="10" y="10"/>
                    <a:pt x="7" y="10"/>
                  </a:cubicBezTo>
                  <a:cubicBezTo>
                    <a:pt x="3" y="10"/>
                    <a:pt x="0" y="7"/>
                    <a:pt x="0" y="3"/>
                  </a:cubicBezTo>
                  <a:cubicBezTo>
                    <a:pt x="0" y="2"/>
                    <a:pt x="0" y="1"/>
                    <a:pt x="0" y="0"/>
                  </a:cubicBezTo>
                  <a:cubicBezTo>
                    <a:pt x="3" y="0"/>
                    <a:pt x="9" y="0"/>
                    <a:pt x="13" y="3"/>
                  </a:cubicBezTo>
                  <a:close/>
                </a:path>
              </a:pathLst>
            </a:custGeom>
            <a:solidFill>
              <a:srgbClr val="4645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8518" name="Freeform 20">
              <a:extLst>
                <a:ext uri="{FF2B5EF4-FFF2-40B4-BE49-F238E27FC236}">
                  <a16:creationId xmlns:a16="http://schemas.microsoft.com/office/drawing/2014/main" id="{A1DAFAF3-9D72-4573-A7AA-80C95F7FD6C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2" y="1146"/>
              <a:ext cx="17" cy="18"/>
            </a:xfrm>
            <a:custGeom>
              <a:avLst/>
              <a:gdLst>
                <a:gd name="T0" fmla="*/ 40 w 11"/>
                <a:gd name="T1" fmla="*/ 21 h 11"/>
                <a:gd name="T2" fmla="*/ 40 w 11"/>
                <a:gd name="T3" fmla="*/ 26 h 11"/>
                <a:gd name="T4" fmla="*/ 12 w 11"/>
                <a:gd name="T5" fmla="*/ 43 h 11"/>
                <a:gd name="T6" fmla="*/ 8 w 11"/>
                <a:gd name="T7" fmla="*/ 5 h 11"/>
                <a:gd name="T8" fmla="*/ 12 w 11"/>
                <a:gd name="T9" fmla="*/ 0 h 11"/>
                <a:gd name="T10" fmla="*/ 40 w 11"/>
                <a:gd name="T11" fmla="*/ 21 h 1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" h="11">
                  <a:moveTo>
                    <a:pt x="11" y="5"/>
                  </a:moveTo>
                  <a:cubicBezTo>
                    <a:pt x="11" y="6"/>
                    <a:pt x="11" y="6"/>
                    <a:pt x="11" y="6"/>
                  </a:cubicBezTo>
                  <a:cubicBezTo>
                    <a:pt x="9" y="10"/>
                    <a:pt x="5" y="11"/>
                    <a:pt x="3" y="10"/>
                  </a:cubicBezTo>
                  <a:cubicBezTo>
                    <a:pt x="1" y="8"/>
                    <a:pt x="0" y="4"/>
                    <a:pt x="2" y="1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6" y="0"/>
                    <a:pt x="10" y="3"/>
                    <a:pt x="11" y="5"/>
                  </a:cubicBezTo>
                  <a:close/>
                </a:path>
              </a:pathLst>
            </a:custGeom>
            <a:solidFill>
              <a:srgbClr val="4645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8519" name="Freeform 21">
              <a:extLst>
                <a:ext uri="{FF2B5EF4-FFF2-40B4-BE49-F238E27FC236}">
                  <a16:creationId xmlns:a16="http://schemas.microsoft.com/office/drawing/2014/main" id="{6F26D581-569E-42FF-9DC4-6178CCC7CC2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6" y="1117"/>
              <a:ext cx="21" cy="16"/>
            </a:xfrm>
            <a:custGeom>
              <a:avLst/>
              <a:gdLst>
                <a:gd name="T0" fmla="*/ 55 w 13"/>
                <a:gd name="T1" fmla="*/ 13 h 10"/>
                <a:gd name="T2" fmla="*/ 29 w 13"/>
                <a:gd name="T3" fmla="*/ 42 h 10"/>
                <a:gd name="T4" fmla="*/ 0 w 13"/>
                <a:gd name="T5" fmla="*/ 13 h 10"/>
                <a:gd name="T6" fmla="*/ 0 w 13"/>
                <a:gd name="T7" fmla="*/ 0 h 10"/>
                <a:gd name="T8" fmla="*/ 55 w 13"/>
                <a:gd name="T9" fmla="*/ 13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0">
                  <a:moveTo>
                    <a:pt x="13" y="3"/>
                  </a:moveTo>
                  <a:cubicBezTo>
                    <a:pt x="13" y="7"/>
                    <a:pt x="10" y="10"/>
                    <a:pt x="7" y="10"/>
                  </a:cubicBezTo>
                  <a:cubicBezTo>
                    <a:pt x="3" y="10"/>
                    <a:pt x="0" y="7"/>
                    <a:pt x="0" y="3"/>
                  </a:cubicBezTo>
                  <a:cubicBezTo>
                    <a:pt x="0" y="2"/>
                    <a:pt x="0" y="1"/>
                    <a:pt x="0" y="0"/>
                  </a:cubicBezTo>
                  <a:cubicBezTo>
                    <a:pt x="3" y="0"/>
                    <a:pt x="9" y="0"/>
                    <a:pt x="13" y="3"/>
                  </a:cubicBezTo>
                  <a:close/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8520" name="Freeform 22">
              <a:extLst>
                <a:ext uri="{FF2B5EF4-FFF2-40B4-BE49-F238E27FC236}">
                  <a16:creationId xmlns:a16="http://schemas.microsoft.com/office/drawing/2014/main" id="{3391EB85-6D1F-4DD5-8BA7-6AB83FC2D0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2" y="1146"/>
              <a:ext cx="17" cy="18"/>
            </a:xfrm>
            <a:custGeom>
              <a:avLst/>
              <a:gdLst>
                <a:gd name="T0" fmla="*/ 40 w 11"/>
                <a:gd name="T1" fmla="*/ 21 h 11"/>
                <a:gd name="T2" fmla="*/ 40 w 11"/>
                <a:gd name="T3" fmla="*/ 26 h 11"/>
                <a:gd name="T4" fmla="*/ 12 w 11"/>
                <a:gd name="T5" fmla="*/ 43 h 11"/>
                <a:gd name="T6" fmla="*/ 8 w 11"/>
                <a:gd name="T7" fmla="*/ 5 h 11"/>
                <a:gd name="T8" fmla="*/ 12 w 11"/>
                <a:gd name="T9" fmla="*/ 0 h 11"/>
                <a:gd name="T10" fmla="*/ 40 w 11"/>
                <a:gd name="T11" fmla="*/ 21 h 1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" h="11">
                  <a:moveTo>
                    <a:pt x="11" y="5"/>
                  </a:moveTo>
                  <a:cubicBezTo>
                    <a:pt x="11" y="6"/>
                    <a:pt x="11" y="6"/>
                    <a:pt x="11" y="6"/>
                  </a:cubicBezTo>
                  <a:cubicBezTo>
                    <a:pt x="9" y="10"/>
                    <a:pt x="5" y="11"/>
                    <a:pt x="3" y="10"/>
                  </a:cubicBezTo>
                  <a:cubicBezTo>
                    <a:pt x="1" y="8"/>
                    <a:pt x="0" y="4"/>
                    <a:pt x="2" y="1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6" y="0"/>
                    <a:pt x="10" y="3"/>
                    <a:pt x="11" y="5"/>
                  </a:cubicBezTo>
                  <a:close/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8521" name="Freeform 23">
              <a:extLst>
                <a:ext uri="{FF2B5EF4-FFF2-40B4-BE49-F238E27FC236}">
                  <a16:creationId xmlns:a16="http://schemas.microsoft.com/office/drawing/2014/main" id="{8AA5A2DE-B68B-4F7D-86EE-E92960FE3C8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4" y="1117"/>
              <a:ext cx="8" cy="8"/>
            </a:xfrm>
            <a:custGeom>
              <a:avLst/>
              <a:gdLst>
                <a:gd name="T0" fmla="*/ 5 w 5"/>
                <a:gd name="T1" fmla="*/ 0 h 5"/>
                <a:gd name="T2" fmla="*/ 0 w 5"/>
                <a:gd name="T3" fmla="*/ 8 h 5"/>
                <a:gd name="T4" fmla="*/ 8 w 5"/>
                <a:gd name="T5" fmla="*/ 21 h 5"/>
                <a:gd name="T6" fmla="*/ 21 w 5"/>
                <a:gd name="T7" fmla="*/ 8 h 5"/>
                <a:gd name="T8" fmla="*/ 21 w 5"/>
                <a:gd name="T9" fmla="*/ 5 h 5"/>
                <a:gd name="T10" fmla="*/ 5 w 5"/>
                <a:gd name="T11" fmla="*/ 0 h 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" h="5">
                  <a:moveTo>
                    <a:pt x="1" y="0"/>
                  </a:moveTo>
                  <a:cubicBezTo>
                    <a:pt x="0" y="1"/>
                    <a:pt x="0" y="1"/>
                    <a:pt x="0" y="2"/>
                  </a:cubicBezTo>
                  <a:cubicBezTo>
                    <a:pt x="0" y="4"/>
                    <a:pt x="1" y="5"/>
                    <a:pt x="2" y="5"/>
                  </a:cubicBezTo>
                  <a:cubicBezTo>
                    <a:pt x="4" y="5"/>
                    <a:pt x="5" y="4"/>
                    <a:pt x="5" y="2"/>
                  </a:cubicBezTo>
                  <a:cubicBezTo>
                    <a:pt x="5" y="2"/>
                    <a:pt x="5" y="2"/>
                    <a:pt x="5" y="1"/>
                  </a:cubicBezTo>
                  <a:cubicBezTo>
                    <a:pt x="4" y="1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8522" name="Freeform 24">
              <a:extLst>
                <a:ext uri="{FF2B5EF4-FFF2-40B4-BE49-F238E27FC236}">
                  <a16:creationId xmlns:a16="http://schemas.microsoft.com/office/drawing/2014/main" id="{CB993E55-5B66-4EC4-8A17-01AF4C00C0B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8" y="1148"/>
              <a:ext cx="8" cy="9"/>
            </a:xfrm>
            <a:custGeom>
              <a:avLst/>
              <a:gdLst>
                <a:gd name="T0" fmla="*/ 16 w 5"/>
                <a:gd name="T1" fmla="*/ 14 h 6"/>
                <a:gd name="T2" fmla="*/ 5 w 5"/>
                <a:gd name="T3" fmla="*/ 18 h 6"/>
                <a:gd name="T4" fmla="*/ 5 w 5"/>
                <a:gd name="T5" fmla="*/ 8 h 6"/>
                <a:gd name="T6" fmla="*/ 16 w 5"/>
                <a:gd name="T7" fmla="*/ 5 h 6"/>
                <a:gd name="T8" fmla="*/ 16 w 5"/>
                <a:gd name="T9" fmla="*/ 14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6">
                  <a:moveTo>
                    <a:pt x="4" y="4"/>
                  </a:moveTo>
                  <a:cubicBezTo>
                    <a:pt x="3" y="5"/>
                    <a:pt x="2" y="6"/>
                    <a:pt x="1" y="5"/>
                  </a:cubicBezTo>
                  <a:cubicBezTo>
                    <a:pt x="0" y="5"/>
                    <a:pt x="0" y="3"/>
                    <a:pt x="1" y="2"/>
                  </a:cubicBezTo>
                  <a:cubicBezTo>
                    <a:pt x="2" y="1"/>
                    <a:pt x="3" y="0"/>
                    <a:pt x="4" y="1"/>
                  </a:cubicBezTo>
                  <a:cubicBezTo>
                    <a:pt x="5" y="1"/>
                    <a:pt x="5" y="3"/>
                    <a:pt x="4" y="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8523" name="Freeform 25">
              <a:extLst>
                <a:ext uri="{FF2B5EF4-FFF2-40B4-BE49-F238E27FC236}">
                  <a16:creationId xmlns:a16="http://schemas.microsoft.com/office/drawing/2014/main" id="{A1616E8E-4ACD-409F-A6DC-3A62D9ACCA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8" y="1091"/>
              <a:ext cx="54" cy="31"/>
            </a:xfrm>
            <a:custGeom>
              <a:avLst/>
              <a:gdLst>
                <a:gd name="T0" fmla="*/ 144 w 33"/>
                <a:gd name="T1" fmla="*/ 83 h 19"/>
                <a:gd name="T2" fmla="*/ 0 w 33"/>
                <a:gd name="T3" fmla="*/ 55 h 19"/>
                <a:gd name="T4" fmla="*/ 144 w 33"/>
                <a:gd name="T5" fmla="*/ 83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19">
                  <a:moveTo>
                    <a:pt x="33" y="19"/>
                  </a:moveTo>
                  <a:cubicBezTo>
                    <a:pt x="33" y="19"/>
                    <a:pt x="23" y="4"/>
                    <a:pt x="0" y="13"/>
                  </a:cubicBezTo>
                  <a:cubicBezTo>
                    <a:pt x="0" y="13"/>
                    <a:pt x="20" y="0"/>
                    <a:pt x="33" y="19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8524" name="Freeform 26">
              <a:extLst>
                <a:ext uri="{FF2B5EF4-FFF2-40B4-BE49-F238E27FC236}">
                  <a16:creationId xmlns:a16="http://schemas.microsoft.com/office/drawing/2014/main" id="{21212F36-9C55-4560-9AAD-CD64FA39BCC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4" y="1125"/>
              <a:ext cx="32" cy="95"/>
            </a:xfrm>
            <a:custGeom>
              <a:avLst/>
              <a:gdLst>
                <a:gd name="T0" fmla="*/ 35 w 20"/>
                <a:gd name="T1" fmla="*/ 0 h 59"/>
                <a:gd name="T2" fmla="*/ 56 w 20"/>
                <a:gd name="T3" fmla="*/ 171 h 59"/>
                <a:gd name="T4" fmla="*/ 5 w 20"/>
                <a:gd name="T5" fmla="*/ 246 h 59"/>
                <a:gd name="T6" fmla="*/ 54 w 20"/>
                <a:gd name="T7" fmla="*/ 204 h 59"/>
                <a:gd name="T8" fmla="*/ 48 w 20"/>
                <a:gd name="T9" fmla="*/ 163 h 59"/>
                <a:gd name="T10" fmla="*/ 35 w 20"/>
                <a:gd name="T11" fmla="*/ 0 h 5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" h="59">
                  <a:moveTo>
                    <a:pt x="9" y="0"/>
                  </a:moveTo>
                  <a:cubicBezTo>
                    <a:pt x="9" y="0"/>
                    <a:pt x="8" y="27"/>
                    <a:pt x="14" y="41"/>
                  </a:cubicBezTo>
                  <a:cubicBezTo>
                    <a:pt x="20" y="55"/>
                    <a:pt x="2" y="59"/>
                    <a:pt x="1" y="59"/>
                  </a:cubicBezTo>
                  <a:cubicBezTo>
                    <a:pt x="0" y="59"/>
                    <a:pt x="12" y="56"/>
                    <a:pt x="13" y="49"/>
                  </a:cubicBezTo>
                  <a:cubicBezTo>
                    <a:pt x="15" y="43"/>
                    <a:pt x="13" y="43"/>
                    <a:pt x="12" y="39"/>
                  </a:cubicBezTo>
                  <a:cubicBezTo>
                    <a:pt x="11" y="35"/>
                    <a:pt x="6" y="14"/>
                    <a:pt x="9" y="0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8525" name="Freeform 27">
              <a:extLst>
                <a:ext uri="{FF2B5EF4-FFF2-40B4-BE49-F238E27FC236}">
                  <a16:creationId xmlns:a16="http://schemas.microsoft.com/office/drawing/2014/main" id="{91FFECA1-80DF-42EB-B539-E5CB027C2B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4" y="1225"/>
              <a:ext cx="8" cy="31"/>
            </a:xfrm>
            <a:custGeom>
              <a:avLst/>
              <a:gdLst>
                <a:gd name="T0" fmla="*/ 21 w 5"/>
                <a:gd name="T1" fmla="*/ 0 h 19"/>
                <a:gd name="T2" fmla="*/ 5 w 5"/>
                <a:gd name="T3" fmla="*/ 42 h 19"/>
                <a:gd name="T4" fmla="*/ 21 w 5"/>
                <a:gd name="T5" fmla="*/ 83 h 19"/>
                <a:gd name="T6" fmla="*/ 13 w 5"/>
                <a:gd name="T7" fmla="*/ 75 h 19"/>
                <a:gd name="T8" fmla="*/ 0 w 5"/>
                <a:gd name="T9" fmla="*/ 34 h 19"/>
                <a:gd name="T10" fmla="*/ 16 w 5"/>
                <a:gd name="T11" fmla="*/ 0 h 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" h="19">
                  <a:moveTo>
                    <a:pt x="5" y="0"/>
                  </a:moveTo>
                  <a:cubicBezTo>
                    <a:pt x="2" y="2"/>
                    <a:pt x="1" y="7"/>
                    <a:pt x="1" y="10"/>
                  </a:cubicBezTo>
                  <a:cubicBezTo>
                    <a:pt x="2" y="13"/>
                    <a:pt x="4" y="16"/>
                    <a:pt x="5" y="19"/>
                  </a:cubicBezTo>
                  <a:cubicBezTo>
                    <a:pt x="4" y="18"/>
                    <a:pt x="3" y="17"/>
                    <a:pt x="3" y="17"/>
                  </a:cubicBezTo>
                  <a:cubicBezTo>
                    <a:pt x="2" y="14"/>
                    <a:pt x="0" y="11"/>
                    <a:pt x="0" y="8"/>
                  </a:cubicBezTo>
                  <a:cubicBezTo>
                    <a:pt x="0" y="5"/>
                    <a:pt x="2" y="1"/>
                    <a:pt x="4" y="0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8526" name="Freeform 28">
              <a:extLst>
                <a:ext uri="{FF2B5EF4-FFF2-40B4-BE49-F238E27FC236}">
                  <a16:creationId xmlns:a16="http://schemas.microsoft.com/office/drawing/2014/main" id="{7FCCB880-1D34-4050-8EC7-9E0964D88A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0" y="1204"/>
              <a:ext cx="21" cy="8"/>
            </a:xfrm>
            <a:custGeom>
              <a:avLst/>
              <a:gdLst>
                <a:gd name="T0" fmla="*/ 50 w 13"/>
                <a:gd name="T1" fmla="*/ 21 h 5"/>
                <a:gd name="T2" fmla="*/ 47 w 13"/>
                <a:gd name="T3" fmla="*/ 5 h 5"/>
                <a:gd name="T4" fmla="*/ 29 w 13"/>
                <a:gd name="T5" fmla="*/ 0 h 5"/>
                <a:gd name="T6" fmla="*/ 13 w 13"/>
                <a:gd name="T7" fmla="*/ 5 h 5"/>
                <a:gd name="T8" fmla="*/ 5 w 13"/>
                <a:gd name="T9" fmla="*/ 16 h 5"/>
                <a:gd name="T10" fmla="*/ 16 w 13"/>
                <a:gd name="T11" fmla="*/ 21 h 5"/>
                <a:gd name="T12" fmla="*/ 29 w 13"/>
                <a:gd name="T13" fmla="*/ 13 h 5"/>
                <a:gd name="T14" fmla="*/ 50 w 13"/>
                <a:gd name="T15" fmla="*/ 21 h 5"/>
                <a:gd name="T16" fmla="*/ 50 w 13"/>
                <a:gd name="T17" fmla="*/ 21 h 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" h="5">
                  <a:moveTo>
                    <a:pt x="12" y="5"/>
                  </a:moveTo>
                  <a:cubicBezTo>
                    <a:pt x="13" y="4"/>
                    <a:pt x="12" y="2"/>
                    <a:pt x="11" y="1"/>
                  </a:cubicBezTo>
                  <a:cubicBezTo>
                    <a:pt x="10" y="0"/>
                    <a:pt x="8" y="0"/>
                    <a:pt x="7" y="0"/>
                  </a:cubicBezTo>
                  <a:cubicBezTo>
                    <a:pt x="6" y="0"/>
                    <a:pt x="5" y="1"/>
                    <a:pt x="3" y="1"/>
                  </a:cubicBezTo>
                  <a:cubicBezTo>
                    <a:pt x="2" y="2"/>
                    <a:pt x="0" y="2"/>
                    <a:pt x="1" y="4"/>
                  </a:cubicBezTo>
                  <a:cubicBezTo>
                    <a:pt x="1" y="5"/>
                    <a:pt x="3" y="5"/>
                    <a:pt x="4" y="5"/>
                  </a:cubicBezTo>
                  <a:cubicBezTo>
                    <a:pt x="5" y="5"/>
                    <a:pt x="6" y="4"/>
                    <a:pt x="7" y="3"/>
                  </a:cubicBezTo>
                  <a:cubicBezTo>
                    <a:pt x="9" y="0"/>
                    <a:pt x="11" y="2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8527" name="Freeform 29">
              <a:extLst>
                <a:ext uri="{FF2B5EF4-FFF2-40B4-BE49-F238E27FC236}">
                  <a16:creationId xmlns:a16="http://schemas.microsoft.com/office/drawing/2014/main" id="{FE59CACE-0F1D-4B1D-9571-7D8C58AD574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7" y="1189"/>
              <a:ext cx="19" cy="23"/>
            </a:xfrm>
            <a:custGeom>
              <a:avLst/>
              <a:gdLst>
                <a:gd name="T0" fmla="*/ 48 w 12"/>
                <a:gd name="T1" fmla="*/ 5 h 14"/>
                <a:gd name="T2" fmla="*/ 13 w 12"/>
                <a:gd name="T3" fmla="*/ 21 h 14"/>
                <a:gd name="T4" fmla="*/ 13 w 12"/>
                <a:gd name="T5" fmla="*/ 62 h 14"/>
                <a:gd name="T6" fmla="*/ 8 w 12"/>
                <a:gd name="T7" fmla="*/ 20 h 14"/>
                <a:gd name="T8" fmla="*/ 48 w 12"/>
                <a:gd name="T9" fmla="*/ 5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4">
                  <a:moveTo>
                    <a:pt x="12" y="1"/>
                  </a:moveTo>
                  <a:cubicBezTo>
                    <a:pt x="9" y="0"/>
                    <a:pt x="5" y="2"/>
                    <a:pt x="3" y="5"/>
                  </a:cubicBezTo>
                  <a:cubicBezTo>
                    <a:pt x="1" y="7"/>
                    <a:pt x="2" y="11"/>
                    <a:pt x="3" y="14"/>
                  </a:cubicBezTo>
                  <a:cubicBezTo>
                    <a:pt x="0" y="12"/>
                    <a:pt x="0" y="6"/>
                    <a:pt x="2" y="4"/>
                  </a:cubicBezTo>
                  <a:cubicBezTo>
                    <a:pt x="4" y="1"/>
                    <a:pt x="9" y="0"/>
                    <a:pt x="12" y="1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8528" name="Freeform 30">
              <a:extLst>
                <a:ext uri="{FF2B5EF4-FFF2-40B4-BE49-F238E27FC236}">
                  <a16:creationId xmlns:a16="http://schemas.microsoft.com/office/drawing/2014/main" id="{8822A09D-FCB7-4A9B-B074-E5A3BBAD56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0" y="1191"/>
              <a:ext cx="34" cy="45"/>
            </a:xfrm>
            <a:custGeom>
              <a:avLst/>
              <a:gdLst>
                <a:gd name="T0" fmla="*/ 89 w 21"/>
                <a:gd name="T1" fmla="*/ 5 h 28"/>
                <a:gd name="T2" fmla="*/ 47 w 21"/>
                <a:gd name="T3" fmla="*/ 80 h 28"/>
                <a:gd name="T4" fmla="*/ 26 w 21"/>
                <a:gd name="T5" fmla="*/ 101 h 28"/>
                <a:gd name="T6" fmla="*/ 0 w 21"/>
                <a:gd name="T7" fmla="*/ 116 h 28"/>
                <a:gd name="T8" fmla="*/ 39 w 21"/>
                <a:gd name="T9" fmla="*/ 80 h 28"/>
                <a:gd name="T10" fmla="*/ 63 w 21"/>
                <a:gd name="T11" fmla="*/ 50 h 28"/>
                <a:gd name="T12" fmla="*/ 81 w 21"/>
                <a:gd name="T13" fmla="*/ 21 h 28"/>
                <a:gd name="T14" fmla="*/ 89 w 21"/>
                <a:gd name="T15" fmla="*/ 0 h 2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1" h="28">
                  <a:moveTo>
                    <a:pt x="21" y="1"/>
                  </a:moveTo>
                  <a:cubicBezTo>
                    <a:pt x="20" y="8"/>
                    <a:pt x="16" y="14"/>
                    <a:pt x="11" y="19"/>
                  </a:cubicBezTo>
                  <a:cubicBezTo>
                    <a:pt x="10" y="21"/>
                    <a:pt x="8" y="23"/>
                    <a:pt x="6" y="24"/>
                  </a:cubicBezTo>
                  <a:cubicBezTo>
                    <a:pt x="5" y="26"/>
                    <a:pt x="2" y="27"/>
                    <a:pt x="0" y="28"/>
                  </a:cubicBezTo>
                  <a:cubicBezTo>
                    <a:pt x="4" y="25"/>
                    <a:pt x="6" y="22"/>
                    <a:pt x="9" y="19"/>
                  </a:cubicBezTo>
                  <a:cubicBezTo>
                    <a:pt x="11" y="17"/>
                    <a:pt x="14" y="15"/>
                    <a:pt x="15" y="12"/>
                  </a:cubicBezTo>
                  <a:cubicBezTo>
                    <a:pt x="17" y="10"/>
                    <a:pt x="18" y="7"/>
                    <a:pt x="19" y="5"/>
                  </a:cubicBezTo>
                  <a:cubicBezTo>
                    <a:pt x="19" y="4"/>
                    <a:pt x="20" y="1"/>
                    <a:pt x="21" y="0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8529" name="Freeform 31">
              <a:extLst>
                <a:ext uri="{FF2B5EF4-FFF2-40B4-BE49-F238E27FC236}">
                  <a16:creationId xmlns:a16="http://schemas.microsoft.com/office/drawing/2014/main" id="{E2284F13-50CA-44B8-8BB1-3396408785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6" y="1299"/>
              <a:ext cx="28" cy="10"/>
            </a:xfrm>
            <a:custGeom>
              <a:avLst/>
              <a:gdLst>
                <a:gd name="T0" fmla="*/ 13 w 17"/>
                <a:gd name="T1" fmla="*/ 5 h 6"/>
                <a:gd name="T2" fmla="*/ 13 w 17"/>
                <a:gd name="T3" fmla="*/ 8 h 6"/>
                <a:gd name="T4" fmla="*/ 35 w 17"/>
                <a:gd name="T5" fmla="*/ 8 h 6"/>
                <a:gd name="T6" fmla="*/ 71 w 17"/>
                <a:gd name="T7" fmla="*/ 28 h 6"/>
                <a:gd name="T8" fmla="*/ 49 w 17"/>
                <a:gd name="T9" fmla="*/ 8 h 6"/>
                <a:gd name="T10" fmla="*/ 13 w 17"/>
                <a:gd name="T11" fmla="*/ 5 h 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" h="6">
                  <a:moveTo>
                    <a:pt x="3" y="1"/>
                  </a:moveTo>
                  <a:cubicBezTo>
                    <a:pt x="2" y="1"/>
                    <a:pt x="0" y="2"/>
                    <a:pt x="3" y="2"/>
                  </a:cubicBezTo>
                  <a:cubicBezTo>
                    <a:pt x="4" y="2"/>
                    <a:pt x="6" y="2"/>
                    <a:pt x="8" y="2"/>
                  </a:cubicBezTo>
                  <a:cubicBezTo>
                    <a:pt x="11" y="3"/>
                    <a:pt x="13" y="6"/>
                    <a:pt x="16" y="6"/>
                  </a:cubicBezTo>
                  <a:cubicBezTo>
                    <a:pt x="17" y="4"/>
                    <a:pt x="12" y="2"/>
                    <a:pt x="11" y="2"/>
                  </a:cubicBezTo>
                  <a:cubicBezTo>
                    <a:pt x="9" y="0"/>
                    <a:pt x="6" y="1"/>
                    <a:pt x="3" y="1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8530" name="Freeform 32">
              <a:extLst>
                <a:ext uri="{FF2B5EF4-FFF2-40B4-BE49-F238E27FC236}">
                  <a16:creationId xmlns:a16="http://schemas.microsoft.com/office/drawing/2014/main" id="{D3E43774-6601-43D5-B458-D37CFD05A9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1" y="1254"/>
              <a:ext cx="45" cy="34"/>
            </a:xfrm>
            <a:custGeom>
              <a:avLst/>
              <a:gdLst>
                <a:gd name="T0" fmla="*/ 0 w 28"/>
                <a:gd name="T1" fmla="*/ 16 h 21"/>
                <a:gd name="T2" fmla="*/ 8 w 28"/>
                <a:gd name="T3" fmla="*/ 16 h 21"/>
                <a:gd name="T4" fmla="*/ 26 w 28"/>
                <a:gd name="T5" fmla="*/ 16 h 21"/>
                <a:gd name="T6" fmla="*/ 47 w 28"/>
                <a:gd name="T7" fmla="*/ 5 h 21"/>
                <a:gd name="T8" fmla="*/ 63 w 28"/>
                <a:gd name="T9" fmla="*/ 5 h 21"/>
                <a:gd name="T10" fmla="*/ 80 w 28"/>
                <a:gd name="T11" fmla="*/ 16 h 21"/>
                <a:gd name="T12" fmla="*/ 103 w 28"/>
                <a:gd name="T13" fmla="*/ 34 h 21"/>
                <a:gd name="T14" fmla="*/ 111 w 28"/>
                <a:gd name="T15" fmla="*/ 47 h 21"/>
                <a:gd name="T16" fmla="*/ 116 w 28"/>
                <a:gd name="T17" fmla="*/ 60 h 21"/>
                <a:gd name="T18" fmla="*/ 111 w 28"/>
                <a:gd name="T19" fmla="*/ 76 h 21"/>
                <a:gd name="T20" fmla="*/ 103 w 28"/>
                <a:gd name="T21" fmla="*/ 89 h 21"/>
                <a:gd name="T22" fmla="*/ 88 w 28"/>
                <a:gd name="T23" fmla="*/ 76 h 21"/>
                <a:gd name="T24" fmla="*/ 76 w 28"/>
                <a:gd name="T25" fmla="*/ 68 h 21"/>
                <a:gd name="T26" fmla="*/ 50 w 28"/>
                <a:gd name="T27" fmla="*/ 39 h 21"/>
                <a:gd name="T28" fmla="*/ 26 w 28"/>
                <a:gd name="T29" fmla="*/ 21 h 21"/>
                <a:gd name="T30" fmla="*/ 13 w 28"/>
                <a:gd name="T31" fmla="*/ 21 h 21"/>
                <a:gd name="T32" fmla="*/ 0 w 28"/>
                <a:gd name="T33" fmla="*/ 21 h 21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28" h="21">
                  <a:moveTo>
                    <a:pt x="0" y="4"/>
                  </a:moveTo>
                  <a:cubicBezTo>
                    <a:pt x="0" y="4"/>
                    <a:pt x="2" y="4"/>
                    <a:pt x="2" y="4"/>
                  </a:cubicBezTo>
                  <a:cubicBezTo>
                    <a:pt x="3" y="4"/>
                    <a:pt x="5" y="4"/>
                    <a:pt x="6" y="4"/>
                  </a:cubicBezTo>
                  <a:cubicBezTo>
                    <a:pt x="8" y="3"/>
                    <a:pt x="10" y="2"/>
                    <a:pt x="11" y="1"/>
                  </a:cubicBezTo>
                  <a:cubicBezTo>
                    <a:pt x="13" y="1"/>
                    <a:pt x="14" y="0"/>
                    <a:pt x="15" y="1"/>
                  </a:cubicBezTo>
                  <a:cubicBezTo>
                    <a:pt x="17" y="2"/>
                    <a:pt x="18" y="3"/>
                    <a:pt x="19" y="4"/>
                  </a:cubicBezTo>
                  <a:cubicBezTo>
                    <a:pt x="21" y="6"/>
                    <a:pt x="23" y="6"/>
                    <a:pt x="25" y="8"/>
                  </a:cubicBezTo>
                  <a:cubicBezTo>
                    <a:pt x="26" y="9"/>
                    <a:pt x="26" y="10"/>
                    <a:pt x="27" y="11"/>
                  </a:cubicBezTo>
                  <a:cubicBezTo>
                    <a:pt x="27" y="12"/>
                    <a:pt x="28" y="13"/>
                    <a:pt x="28" y="14"/>
                  </a:cubicBezTo>
                  <a:cubicBezTo>
                    <a:pt x="28" y="15"/>
                    <a:pt x="27" y="17"/>
                    <a:pt x="27" y="18"/>
                  </a:cubicBezTo>
                  <a:cubicBezTo>
                    <a:pt x="26" y="19"/>
                    <a:pt x="26" y="20"/>
                    <a:pt x="25" y="21"/>
                  </a:cubicBezTo>
                  <a:cubicBezTo>
                    <a:pt x="24" y="20"/>
                    <a:pt x="23" y="19"/>
                    <a:pt x="21" y="18"/>
                  </a:cubicBezTo>
                  <a:cubicBezTo>
                    <a:pt x="20" y="17"/>
                    <a:pt x="19" y="17"/>
                    <a:pt x="18" y="16"/>
                  </a:cubicBezTo>
                  <a:cubicBezTo>
                    <a:pt x="16" y="14"/>
                    <a:pt x="15" y="11"/>
                    <a:pt x="12" y="9"/>
                  </a:cubicBezTo>
                  <a:cubicBezTo>
                    <a:pt x="10" y="8"/>
                    <a:pt x="8" y="6"/>
                    <a:pt x="6" y="5"/>
                  </a:cubicBezTo>
                  <a:cubicBezTo>
                    <a:pt x="5" y="5"/>
                    <a:pt x="4" y="5"/>
                    <a:pt x="3" y="5"/>
                  </a:cubicBezTo>
                  <a:cubicBezTo>
                    <a:pt x="2" y="5"/>
                    <a:pt x="1" y="5"/>
                    <a:pt x="0" y="5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8531" name="Freeform 33">
              <a:extLst>
                <a:ext uri="{FF2B5EF4-FFF2-40B4-BE49-F238E27FC236}">
                  <a16:creationId xmlns:a16="http://schemas.microsoft.com/office/drawing/2014/main" id="{F17A8DBA-8A49-4031-B243-33B3C7934D5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9" y="1260"/>
              <a:ext cx="39" cy="23"/>
            </a:xfrm>
            <a:custGeom>
              <a:avLst/>
              <a:gdLst>
                <a:gd name="T0" fmla="*/ 8 w 24"/>
                <a:gd name="T1" fmla="*/ 0 h 14"/>
                <a:gd name="T2" fmla="*/ 26 w 24"/>
                <a:gd name="T3" fmla="*/ 20 h 14"/>
                <a:gd name="T4" fmla="*/ 42 w 24"/>
                <a:gd name="T5" fmla="*/ 41 h 14"/>
                <a:gd name="T6" fmla="*/ 63 w 24"/>
                <a:gd name="T7" fmla="*/ 49 h 14"/>
                <a:gd name="T8" fmla="*/ 89 w 24"/>
                <a:gd name="T9" fmla="*/ 54 h 14"/>
                <a:gd name="T10" fmla="*/ 102 w 24"/>
                <a:gd name="T11" fmla="*/ 62 h 14"/>
                <a:gd name="T12" fmla="*/ 76 w 24"/>
                <a:gd name="T13" fmla="*/ 58 h 14"/>
                <a:gd name="T14" fmla="*/ 47 w 24"/>
                <a:gd name="T15" fmla="*/ 49 h 14"/>
                <a:gd name="T16" fmla="*/ 26 w 24"/>
                <a:gd name="T17" fmla="*/ 20 h 14"/>
                <a:gd name="T18" fmla="*/ 0 w 24"/>
                <a:gd name="T19" fmla="*/ 0 h 14"/>
                <a:gd name="T20" fmla="*/ 0 w 24"/>
                <a:gd name="T21" fmla="*/ 0 h 1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4" h="14">
                  <a:moveTo>
                    <a:pt x="2" y="0"/>
                  </a:moveTo>
                  <a:cubicBezTo>
                    <a:pt x="3" y="2"/>
                    <a:pt x="5" y="2"/>
                    <a:pt x="6" y="4"/>
                  </a:cubicBezTo>
                  <a:cubicBezTo>
                    <a:pt x="8" y="6"/>
                    <a:pt x="9" y="8"/>
                    <a:pt x="10" y="9"/>
                  </a:cubicBezTo>
                  <a:cubicBezTo>
                    <a:pt x="11" y="11"/>
                    <a:pt x="14" y="11"/>
                    <a:pt x="15" y="11"/>
                  </a:cubicBezTo>
                  <a:cubicBezTo>
                    <a:pt x="17" y="12"/>
                    <a:pt x="19" y="11"/>
                    <a:pt x="21" y="12"/>
                  </a:cubicBezTo>
                  <a:cubicBezTo>
                    <a:pt x="22" y="12"/>
                    <a:pt x="24" y="13"/>
                    <a:pt x="24" y="14"/>
                  </a:cubicBezTo>
                  <a:cubicBezTo>
                    <a:pt x="22" y="14"/>
                    <a:pt x="20" y="14"/>
                    <a:pt x="18" y="13"/>
                  </a:cubicBezTo>
                  <a:cubicBezTo>
                    <a:pt x="16" y="13"/>
                    <a:pt x="13" y="13"/>
                    <a:pt x="11" y="11"/>
                  </a:cubicBezTo>
                  <a:cubicBezTo>
                    <a:pt x="8" y="10"/>
                    <a:pt x="8" y="7"/>
                    <a:pt x="6" y="4"/>
                  </a:cubicBezTo>
                  <a:cubicBezTo>
                    <a:pt x="4" y="3"/>
                    <a:pt x="2" y="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8532" name="Freeform 34">
              <a:extLst>
                <a:ext uri="{FF2B5EF4-FFF2-40B4-BE49-F238E27FC236}">
                  <a16:creationId xmlns:a16="http://schemas.microsoft.com/office/drawing/2014/main" id="{96728FE7-5BC9-4E8B-8B1B-6C7EE0623FC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2" y="1114"/>
              <a:ext cx="50" cy="25"/>
            </a:xfrm>
            <a:custGeom>
              <a:avLst/>
              <a:gdLst>
                <a:gd name="T0" fmla="*/ 123 w 31"/>
                <a:gd name="T1" fmla="*/ 61 h 16"/>
                <a:gd name="T2" fmla="*/ 84 w 31"/>
                <a:gd name="T3" fmla="*/ 14 h 16"/>
                <a:gd name="T4" fmla="*/ 0 w 31"/>
                <a:gd name="T5" fmla="*/ 13 h 16"/>
                <a:gd name="T6" fmla="*/ 63 w 31"/>
                <a:gd name="T7" fmla="*/ 47 h 16"/>
                <a:gd name="T8" fmla="*/ 110 w 31"/>
                <a:gd name="T9" fmla="*/ 53 h 16"/>
                <a:gd name="T10" fmla="*/ 123 w 31"/>
                <a:gd name="T11" fmla="*/ 61 h 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1" h="16">
                  <a:moveTo>
                    <a:pt x="29" y="16"/>
                  </a:moveTo>
                  <a:cubicBezTo>
                    <a:pt x="31" y="15"/>
                    <a:pt x="28" y="7"/>
                    <a:pt x="20" y="4"/>
                  </a:cubicBezTo>
                  <a:cubicBezTo>
                    <a:pt x="12" y="0"/>
                    <a:pt x="0" y="3"/>
                    <a:pt x="0" y="3"/>
                  </a:cubicBezTo>
                  <a:cubicBezTo>
                    <a:pt x="0" y="3"/>
                    <a:pt x="4" y="11"/>
                    <a:pt x="15" y="12"/>
                  </a:cubicBezTo>
                  <a:cubicBezTo>
                    <a:pt x="25" y="14"/>
                    <a:pt x="25" y="13"/>
                    <a:pt x="26" y="14"/>
                  </a:cubicBezTo>
                  <a:cubicBezTo>
                    <a:pt x="27" y="15"/>
                    <a:pt x="28" y="16"/>
                    <a:pt x="29" y="16"/>
                  </a:cubicBezTo>
                  <a:close/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8533" name="Freeform 35">
              <a:extLst>
                <a:ext uri="{FF2B5EF4-FFF2-40B4-BE49-F238E27FC236}">
                  <a16:creationId xmlns:a16="http://schemas.microsoft.com/office/drawing/2014/main" id="{35EDD1FE-5920-4331-9B15-06EB157BED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8" y="1143"/>
              <a:ext cx="25" cy="24"/>
            </a:xfrm>
            <a:custGeom>
              <a:avLst/>
              <a:gdLst>
                <a:gd name="T0" fmla="*/ 0 w 15"/>
                <a:gd name="T1" fmla="*/ 5 h 15"/>
                <a:gd name="T2" fmla="*/ 70 w 15"/>
                <a:gd name="T3" fmla="*/ 46 h 15"/>
                <a:gd name="T4" fmla="*/ 55 w 15"/>
                <a:gd name="T5" fmla="*/ 61 h 15"/>
                <a:gd name="T6" fmla="*/ 22 w 15"/>
                <a:gd name="T7" fmla="*/ 48 h 15"/>
                <a:gd name="T8" fmla="*/ 0 w 15"/>
                <a:gd name="T9" fmla="*/ 34 h 15"/>
                <a:gd name="T10" fmla="*/ 0 w 15"/>
                <a:gd name="T11" fmla="*/ 5 h 1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" h="15">
                  <a:moveTo>
                    <a:pt x="0" y="1"/>
                  </a:moveTo>
                  <a:cubicBezTo>
                    <a:pt x="0" y="1"/>
                    <a:pt x="12" y="0"/>
                    <a:pt x="15" y="11"/>
                  </a:cubicBezTo>
                  <a:cubicBezTo>
                    <a:pt x="12" y="15"/>
                    <a:pt x="12" y="15"/>
                    <a:pt x="12" y="15"/>
                  </a:cubicBezTo>
                  <a:cubicBezTo>
                    <a:pt x="12" y="15"/>
                    <a:pt x="8" y="13"/>
                    <a:pt x="5" y="12"/>
                  </a:cubicBezTo>
                  <a:cubicBezTo>
                    <a:pt x="2" y="10"/>
                    <a:pt x="0" y="8"/>
                    <a:pt x="0" y="8"/>
                  </a:cubicBezTo>
                  <a:lnTo>
                    <a:pt x="0" y="1"/>
                  </a:lnTo>
                  <a:close/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8534" name="Freeform 36">
              <a:extLst>
                <a:ext uri="{FF2B5EF4-FFF2-40B4-BE49-F238E27FC236}">
                  <a16:creationId xmlns:a16="http://schemas.microsoft.com/office/drawing/2014/main" id="{1342C77C-BF23-46F8-9022-747D794A367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5" y="1127"/>
              <a:ext cx="24" cy="25"/>
            </a:xfrm>
            <a:custGeom>
              <a:avLst/>
              <a:gdLst>
                <a:gd name="T0" fmla="*/ 0 w 15"/>
                <a:gd name="T1" fmla="*/ 14 h 16"/>
                <a:gd name="T2" fmla="*/ 56 w 15"/>
                <a:gd name="T3" fmla="*/ 61 h 16"/>
                <a:gd name="T4" fmla="*/ 0 w 15"/>
                <a:gd name="T5" fmla="*/ 14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6">
                  <a:moveTo>
                    <a:pt x="0" y="4"/>
                  </a:moveTo>
                  <a:cubicBezTo>
                    <a:pt x="0" y="4"/>
                    <a:pt x="15" y="0"/>
                    <a:pt x="14" y="16"/>
                  </a:cubicBezTo>
                  <a:cubicBezTo>
                    <a:pt x="14" y="16"/>
                    <a:pt x="14" y="4"/>
                    <a:pt x="0" y="4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8535" name="Freeform 37">
              <a:extLst>
                <a:ext uri="{FF2B5EF4-FFF2-40B4-BE49-F238E27FC236}">
                  <a16:creationId xmlns:a16="http://schemas.microsoft.com/office/drawing/2014/main" id="{F1BCA659-520B-42EF-A95F-F762D33090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6" y="894"/>
              <a:ext cx="480" cy="415"/>
            </a:xfrm>
            <a:custGeom>
              <a:avLst/>
              <a:gdLst>
                <a:gd name="T0" fmla="*/ 1160 w 297"/>
                <a:gd name="T1" fmla="*/ 597 h 257"/>
                <a:gd name="T2" fmla="*/ 1225 w 297"/>
                <a:gd name="T3" fmla="*/ 383 h 257"/>
                <a:gd name="T4" fmla="*/ 1165 w 297"/>
                <a:gd name="T5" fmla="*/ 300 h 257"/>
                <a:gd name="T6" fmla="*/ 1115 w 297"/>
                <a:gd name="T7" fmla="*/ 224 h 257"/>
                <a:gd name="T8" fmla="*/ 1039 w 297"/>
                <a:gd name="T9" fmla="*/ 186 h 257"/>
                <a:gd name="T10" fmla="*/ 945 w 297"/>
                <a:gd name="T11" fmla="*/ 118 h 257"/>
                <a:gd name="T12" fmla="*/ 766 w 297"/>
                <a:gd name="T13" fmla="*/ 68 h 257"/>
                <a:gd name="T14" fmla="*/ 432 w 297"/>
                <a:gd name="T15" fmla="*/ 118 h 257"/>
                <a:gd name="T16" fmla="*/ 259 w 297"/>
                <a:gd name="T17" fmla="*/ 362 h 257"/>
                <a:gd name="T18" fmla="*/ 199 w 297"/>
                <a:gd name="T19" fmla="*/ 514 h 257"/>
                <a:gd name="T20" fmla="*/ 191 w 297"/>
                <a:gd name="T21" fmla="*/ 649 h 257"/>
                <a:gd name="T22" fmla="*/ 178 w 297"/>
                <a:gd name="T23" fmla="*/ 733 h 257"/>
                <a:gd name="T24" fmla="*/ 118 w 297"/>
                <a:gd name="T25" fmla="*/ 809 h 257"/>
                <a:gd name="T26" fmla="*/ 97 w 297"/>
                <a:gd name="T27" fmla="*/ 912 h 257"/>
                <a:gd name="T28" fmla="*/ 50 w 297"/>
                <a:gd name="T29" fmla="*/ 964 h 257"/>
                <a:gd name="T30" fmla="*/ 5 w 297"/>
                <a:gd name="T31" fmla="*/ 1082 h 257"/>
                <a:gd name="T32" fmla="*/ 228 w 297"/>
                <a:gd name="T33" fmla="*/ 1053 h 257"/>
                <a:gd name="T34" fmla="*/ 398 w 297"/>
                <a:gd name="T35" fmla="*/ 759 h 257"/>
                <a:gd name="T36" fmla="*/ 370 w 297"/>
                <a:gd name="T37" fmla="*/ 534 h 257"/>
                <a:gd name="T38" fmla="*/ 501 w 297"/>
                <a:gd name="T39" fmla="*/ 576 h 257"/>
                <a:gd name="T40" fmla="*/ 575 w 297"/>
                <a:gd name="T41" fmla="*/ 505 h 257"/>
                <a:gd name="T42" fmla="*/ 595 w 297"/>
                <a:gd name="T43" fmla="*/ 459 h 257"/>
                <a:gd name="T44" fmla="*/ 632 w 297"/>
                <a:gd name="T45" fmla="*/ 417 h 257"/>
                <a:gd name="T46" fmla="*/ 645 w 297"/>
                <a:gd name="T47" fmla="*/ 370 h 257"/>
                <a:gd name="T48" fmla="*/ 666 w 297"/>
                <a:gd name="T49" fmla="*/ 344 h 257"/>
                <a:gd name="T50" fmla="*/ 721 w 297"/>
                <a:gd name="T51" fmla="*/ 323 h 257"/>
                <a:gd name="T52" fmla="*/ 789 w 297"/>
                <a:gd name="T53" fmla="*/ 275 h 257"/>
                <a:gd name="T54" fmla="*/ 840 w 297"/>
                <a:gd name="T55" fmla="*/ 254 h 257"/>
                <a:gd name="T56" fmla="*/ 874 w 297"/>
                <a:gd name="T57" fmla="*/ 241 h 257"/>
                <a:gd name="T58" fmla="*/ 937 w 297"/>
                <a:gd name="T59" fmla="*/ 258 h 257"/>
                <a:gd name="T60" fmla="*/ 962 w 297"/>
                <a:gd name="T61" fmla="*/ 254 h 257"/>
                <a:gd name="T62" fmla="*/ 882 w 297"/>
                <a:gd name="T63" fmla="*/ 349 h 257"/>
                <a:gd name="T64" fmla="*/ 760 w 297"/>
                <a:gd name="T65" fmla="*/ 475 h 257"/>
                <a:gd name="T66" fmla="*/ 891 w 297"/>
                <a:gd name="T67" fmla="*/ 389 h 257"/>
                <a:gd name="T68" fmla="*/ 979 w 297"/>
                <a:gd name="T69" fmla="*/ 310 h 257"/>
                <a:gd name="T70" fmla="*/ 1055 w 297"/>
                <a:gd name="T71" fmla="*/ 266 h 257"/>
                <a:gd name="T72" fmla="*/ 1160 w 297"/>
                <a:gd name="T73" fmla="*/ 597 h 257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297" h="257">
                  <a:moveTo>
                    <a:pt x="275" y="142"/>
                  </a:moveTo>
                  <a:cubicBezTo>
                    <a:pt x="275" y="142"/>
                    <a:pt x="297" y="112"/>
                    <a:pt x="290" y="91"/>
                  </a:cubicBezTo>
                  <a:cubicBezTo>
                    <a:pt x="283" y="70"/>
                    <a:pt x="276" y="71"/>
                    <a:pt x="276" y="71"/>
                  </a:cubicBezTo>
                  <a:cubicBezTo>
                    <a:pt x="276" y="71"/>
                    <a:pt x="272" y="58"/>
                    <a:pt x="264" y="53"/>
                  </a:cubicBezTo>
                  <a:cubicBezTo>
                    <a:pt x="256" y="47"/>
                    <a:pt x="246" y="44"/>
                    <a:pt x="246" y="44"/>
                  </a:cubicBezTo>
                  <a:cubicBezTo>
                    <a:pt x="246" y="44"/>
                    <a:pt x="231" y="33"/>
                    <a:pt x="224" y="28"/>
                  </a:cubicBezTo>
                  <a:cubicBezTo>
                    <a:pt x="217" y="23"/>
                    <a:pt x="193" y="13"/>
                    <a:pt x="181" y="16"/>
                  </a:cubicBezTo>
                  <a:cubicBezTo>
                    <a:pt x="181" y="16"/>
                    <a:pt x="124" y="0"/>
                    <a:pt x="102" y="28"/>
                  </a:cubicBezTo>
                  <a:cubicBezTo>
                    <a:pt x="80" y="57"/>
                    <a:pt x="70" y="51"/>
                    <a:pt x="61" y="86"/>
                  </a:cubicBezTo>
                  <a:cubicBezTo>
                    <a:pt x="52" y="121"/>
                    <a:pt x="48" y="101"/>
                    <a:pt x="47" y="122"/>
                  </a:cubicBezTo>
                  <a:cubicBezTo>
                    <a:pt x="47" y="143"/>
                    <a:pt x="44" y="143"/>
                    <a:pt x="45" y="154"/>
                  </a:cubicBezTo>
                  <a:cubicBezTo>
                    <a:pt x="46" y="164"/>
                    <a:pt x="47" y="166"/>
                    <a:pt x="42" y="174"/>
                  </a:cubicBezTo>
                  <a:cubicBezTo>
                    <a:pt x="38" y="182"/>
                    <a:pt x="30" y="182"/>
                    <a:pt x="28" y="192"/>
                  </a:cubicBezTo>
                  <a:cubicBezTo>
                    <a:pt x="26" y="203"/>
                    <a:pt x="29" y="211"/>
                    <a:pt x="23" y="217"/>
                  </a:cubicBezTo>
                  <a:cubicBezTo>
                    <a:pt x="16" y="223"/>
                    <a:pt x="12" y="223"/>
                    <a:pt x="12" y="229"/>
                  </a:cubicBezTo>
                  <a:cubicBezTo>
                    <a:pt x="12" y="235"/>
                    <a:pt x="0" y="248"/>
                    <a:pt x="1" y="257"/>
                  </a:cubicBezTo>
                  <a:cubicBezTo>
                    <a:pt x="54" y="250"/>
                    <a:pt x="54" y="250"/>
                    <a:pt x="54" y="250"/>
                  </a:cubicBezTo>
                  <a:cubicBezTo>
                    <a:pt x="54" y="250"/>
                    <a:pt x="98" y="226"/>
                    <a:pt x="94" y="180"/>
                  </a:cubicBezTo>
                  <a:cubicBezTo>
                    <a:pt x="94" y="180"/>
                    <a:pt x="69" y="145"/>
                    <a:pt x="88" y="127"/>
                  </a:cubicBezTo>
                  <a:cubicBezTo>
                    <a:pt x="98" y="117"/>
                    <a:pt x="107" y="140"/>
                    <a:pt x="119" y="137"/>
                  </a:cubicBezTo>
                  <a:cubicBezTo>
                    <a:pt x="131" y="135"/>
                    <a:pt x="134" y="128"/>
                    <a:pt x="136" y="120"/>
                  </a:cubicBezTo>
                  <a:cubicBezTo>
                    <a:pt x="137" y="112"/>
                    <a:pt x="137" y="111"/>
                    <a:pt x="141" y="109"/>
                  </a:cubicBezTo>
                  <a:cubicBezTo>
                    <a:pt x="145" y="107"/>
                    <a:pt x="150" y="106"/>
                    <a:pt x="150" y="99"/>
                  </a:cubicBezTo>
                  <a:cubicBezTo>
                    <a:pt x="150" y="92"/>
                    <a:pt x="151" y="91"/>
                    <a:pt x="153" y="88"/>
                  </a:cubicBezTo>
                  <a:cubicBezTo>
                    <a:pt x="156" y="85"/>
                    <a:pt x="158" y="82"/>
                    <a:pt x="158" y="82"/>
                  </a:cubicBezTo>
                  <a:cubicBezTo>
                    <a:pt x="158" y="82"/>
                    <a:pt x="164" y="84"/>
                    <a:pt x="171" y="77"/>
                  </a:cubicBezTo>
                  <a:cubicBezTo>
                    <a:pt x="178" y="71"/>
                    <a:pt x="187" y="65"/>
                    <a:pt x="187" y="65"/>
                  </a:cubicBezTo>
                  <a:cubicBezTo>
                    <a:pt x="187" y="65"/>
                    <a:pt x="194" y="62"/>
                    <a:pt x="199" y="60"/>
                  </a:cubicBezTo>
                  <a:cubicBezTo>
                    <a:pt x="203" y="58"/>
                    <a:pt x="207" y="57"/>
                    <a:pt x="207" y="57"/>
                  </a:cubicBezTo>
                  <a:cubicBezTo>
                    <a:pt x="207" y="57"/>
                    <a:pt x="218" y="62"/>
                    <a:pt x="222" y="61"/>
                  </a:cubicBezTo>
                  <a:cubicBezTo>
                    <a:pt x="226" y="61"/>
                    <a:pt x="228" y="60"/>
                    <a:pt x="228" y="60"/>
                  </a:cubicBezTo>
                  <a:cubicBezTo>
                    <a:pt x="228" y="60"/>
                    <a:pt x="216" y="72"/>
                    <a:pt x="209" y="83"/>
                  </a:cubicBezTo>
                  <a:cubicBezTo>
                    <a:pt x="202" y="94"/>
                    <a:pt x="194" y="105"/>
                    <a:pt x="180" y="113"/>
                  </a:cubicBezTo>
                  <a:cubicBezTo>
                    <a:pt x="180" y="113"/>
                    <a:pt x="200" y="106"/>
                    <a:pt x="211" y="92"/>
                  </a:cubicBezTo>
                  <a:cubicBezTo>
                    <a:pt x="216" y="85"/>
                    <a:pt x="225" y="80"/>
                    <a:pt x="232" y="74"/>
                  </a:cubicBezTo>
                  <a:cubicBezTo>
                    <a:pt x="236" y="70"/>
                    <a:pt x="246" y="60"/>
                    <a:pt x="250" y="63"/>
                  </a:cubicBezTo>
                  <a:cubicBezTo>
                    <a:pt x="261" y="71"/>
                    <a:pt x="279" y="87"/>
                    <a:pt x="275" y="142"/>
                  </a:cubicBezTo>
                  <a:close/>
                </a:path>
              </a:pathLst>
            </a:custGeom>
            <a:solidFill>
              <a:srgbClr val="4A18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8536" name="Freeform 38">
              <a:extLst>
                <a:ext uri="{FF2B5EF4-FFF2-40B4-BE49-F238E27FC236}">
                  <a16:creationId xmlns:a16="http://schemas.microsoft.com/office/drawing/2014/main" id="{8B1E89BB-2E75-4FA6-BE72-A9F416D190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6" y="894"/>
              <a:ext cx="480" cy="415"/>
            </a:xfrm>
            <a:custGeom>
              <a:avLst/>
              <a:gdLst>
                <a:gd name="T0" fmla="*/ 1160 w 297"/>
                <a:gd name="T1" fmla="*/ 597 h 257"/>
                <a:gd name="T2" fmla="*/ 1225 w 297"/>
                <a:gd name="T3" fmla="*/ 383 h 257"/>
                <a:gd name="T4" fmla="*/ 1165 w 297"/>
                <a:gd name="T5" fmla="*/ 300 h 257"/>
                <a:gd name="T6" fmla="*/ 1115 w 297"/>
                <a:gd name="T7" fmla="*/ 224 h 257"/>
                <a:gd name="T8" fmla="*/ 1039 w 297"/>
                <a:gd name="T9" fmla="*/ 186 h 257"/>
                <a:gd name="T10" fmla="*/ 945 w 297"/>
                <a:gd name="T11" fmla="*/ 118 h 257"/>
                <a:gd name="T12" fmla="*/ 766 w 297"/>
                <a:gd name="T13" fmla="*/ 68 h 257"/>
                <a:gd name="T14" fmla="*/ 432 w 297"/>
                <a:gd name="T15" fmla="*/ 118 h 257"/>
                <a:gd name="T16" fmla="*/ 259 w 297"/>
                <a:gd name="T17" fmla="*/ 362 h 257"/>
                <a:gd name="T18" fmla="*/ 199 w 297"/>
                <a:gd name="T19" fmla="*/ 514 h 257"/>
                <a:gd name="T20" fmla="*/ 191 w 297"/>
                <a:gd name="T21" fmla="*/ 649 h 257"/>
                <a:gd name="T22" fmla="*/ 178 w 297"/>
                <a:gd name="T23" fmla="*/ 733 h 257"/>
                <a:gd name="T24" fmla="*/ 118 w 297"/>
                <a:gd name="T25" fmla="*/ 809 h 257"/>
                <a:gd name="T26" fmla="*/ 97 w 297"/>
                <a:gd name="T27" fmla="*/ 912 h 257"/>
                <a:gd name="T28" fmla="*/ 50 w 297"/>
                <a:gd name="T29" fmla="*/ 964 h 257"/>
                <a:gd name="T30" fmla="*/ 5 w 297"/>
                <a:gd name="T31" fmla="*/ 1082 h 257"/>
                <a:gd name="T32" fmla="*/ 228 w 297"/>
                <a:gd name="T33" fmla="*/ 1053 h 257"/>
                <a:gd name="T34" fmla="*/ 398 w 297"/>
                <a:gd name="T35" fmla="*/ 759 h 257"/>
                <a:gd name="T36" fmla="*/ 370 w 297"/>
                <a:gd name="T37" fmla="*/ 534 h 257"/>
                <a:gd name="T38" fmla="*/ 501 w 297"/>
                <a:gd name="T39" fmla="*/ 576 h 257"/>
                <a:gd name="T40" fmla="*/ 575 w 297"/>
                <a:gd name="T41" fmla="*/ 505 h 257"/>
                <a:gd name="T42" fmla="*/ 595 w 297"/>
                <a:gd name="T43" fmla="*/ 459 h 257"/>
                <a:gd name="T44" fmla="*/ 632 w 297"/>
                <a:gd name="T45" fmla="*/ 417 h 257"/>
                <a:gd name="T46" fmla="*/ 645 w 297"/>
                <a:gd name="T47" fmla="*/ 370 h 257"/>
                <a:gd name="T48" fmla="*/ 666 w 297"/>
                <a:gd name="T49" fmla="*/ 344 h 257"/>
                <a:gd name="T50" fmla="*/ 721 w 297"/>
                <a:gd name="T51" fmla="*/ 323 h 257"/>
                <a:gd name="T52" fmla="*/ 789 w 297"/>
                <a:gd name="T53" fmla="*/ 275 h 257"/>
                <a:gd name="T54" fmla="*/ 840 w 297"/>
                <a:gd name="T55" fmla="*/ 254 h 257"/>
                <a:gd name="T56" fmla="*/ 874 w 297"/>
                <a:gd name="T57" fmla="*/ 241 h 257"/>
                <a:gd name="T58" fmla="*/ 937 w 297"/>
                <a:gd name="T59" fmla="*/ 258 h 257"/>
                <a:gd name="T60" fmla="*/ 962 w 297"/>
                <a:gd name="T61" fmla="*/ 254 h 257"/>
                <a:gd name="T62" fmla="*/ 882 w 297"/>
                <a:gd name="T63" fmla="*/ 349 h 257"/>
                <a:gd name="T64" fmla="*/ 760 w 297"/>
                <a:gd name="T65" fmla="*/ 475 h 257"/>
                <a:gd name="T66" fmla="*/ 891 w 297"/>
                <a:gd name="T67" fmla="*/ 389 h 257"/>
                <a:gd name="T68" fmla="*/ 979 w 297"/>
                <a:gd name="T69" fmla="*/ 310 h 257"/>
                <a:gd name="T70" fmla="*/ 1055 w 297"/>
                <a:gd name="T71" fmla="*/ 266 h 257"/>
                <a:gd name="T72" fmla="*/ 1160 w 297"/>
                <a:gd name="T73" fmla="*/ 597 h 257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297" h="257">
                  <a:moveTo>
                    <a:pt x="275" y="142"/>
                  </a:moveTo>
                  <a:cubicBezTo>
                    <a:pt x="275" y="142"/>
                    <a:pt x="297" y="112"/>
                    <a:pt x="290" y="91"/>
                  </a:cubicBezTo>
                  <a:cubicBezTo>
                    <a:pt x="283" y="70"/>
                    <a:pt x="276" y="71"/>
                    <a:pt x="276" y="71"/>
                  </a:cubicBezTo>
                  <a:cubicBezTo>
                    <a:pt x="276" y="71"/>
                    <a:pt x="272" y="58"/>
                    <a:pt x="264" y="53"/>
                  </a:cubicBezTo>
                  <a:cubicBezTo>
                    <a:pt x="256" y="47"/>
                    <a:pt x="246" y="44"/>
                    <a:pt x="246" y="44"/>
                  </a:cubicBezTo>
                  <a:cubicBezTo>
                    <a:pt x="246" y="44"/>
                    <a:pt x="231" y="33"/>
                    <a:pt x="224" y="28"/>
                  </a:cubicBezTo>
                  <a:cubicBezTo>
                    <a:pt x="217" y="23"/>
                    <a:pt x="193" y="13"/>
                    <a:pt x="181" y="16"/>
                  </a:cubicBezTo>
                  <a:cubicBezTo>
                    <a:pt x="181" y="16"/>
                    <a:pt x="124" y="0"/>
                    <a:pt x="102" y="28"/>
                  </a:cubicBezTo>
                  <a:cubicBezTo>
                    <a:pt x="80" y="57"/>
                    <a:pt x="70" y="51"/>
                    <a:pt x="61" y="86"/>
                  </a:cubicBezTo>
                  <a:cubicBezTo>
                    <a:pt x="52" y="121"/>
                    <a:pt x="48" y="101"/>
                    <a:pt x="47" y="122"/>
                  </a:cubicBezTo>
                  <a:cubicBezTo>
                    <a:pt x="47" y="143"/>
                    <a:pt x="44" y="143"/>
                    <a:pt x="45" y="154"/>
                  </a:cubicBezTo>
                  <a:cubicBezTo>
                    <a:pt x="46" y="164"/>
                    <a:pt x="47" y="166"/>
                    <a:pt x="42" y="174"/>
                  </a:cubicBezTo>
                  <a:cubicBezTo>
                    <a:pt x="38" y="182"/>
                    <a:pt x="30" y="182"/>
                    <a:pt x="28" y="192"/>
                  </a:cubicBezTo>
                  <a:cubicBezTo>
                    <a:pt x="26" y="203"/>
                    <a:pt x="29" y="211"/>
                    <a:pt x="23" y="217"/>
                  </a:cubicBezTo>
                  <a:cubicBezTo>
                    <a:pt x="16" y="223"/>
                    <a:pt x="12" y="223"/>
                    <a:pt x="12" y="229"/>
                  </a:cubicBezTo>
                  <a:cubicBezTo>
                    <a:pt x="12" y="235"/>
                    <a:pt x="0" y="248"/>
                    <a:pt x="1" y="257"/>
                  </a:cubicBezTo>
                  <a:cubicBezTo>
                    <a:pt x="54" y="250"/>
                    <a:pt x="54" y="250"/>
                    <a:pt x="54" y="250"/>
                  </a:cubicBezTo>
                  <a:cubicBezTo>
                    <a:pt x="54" y="250"/>
                    <a:pt x="98" y="226"/>
                    <a:pt x="94" y="180"/>
                  </a:cubicBezTo>
                  <a:cubicBezTo>
                    <a:pt x="94" y="180"/>
                    <a:pt x="69" y="145"/>
                    <a:pt x="88" y="127"/>
                  </a:cubicBezTo>
                  <a:cubicBezTo>
                    <a:pt x="98" y="117"/>
                    <a:pt x="107" y="140"/>
                    <a:pt x="119" y="137"/>
                  </a:cubicBezTo>
                  <a:cubicBezTo>
                    <a:pt x="131" y="135"/>
                    <a:pt x="134" y="128"/>
                    <a:pt x="136" y="120"/>
                  </a:cubicBezTo>
                  <a:cubicBezTo>
                    <a:pt x="137" y="112"/>
                    <a:pt x="137" y="111"/>
                    <a:pt x="141" y="109"/>
                  </a:cubicBezTo>
                  <a:cubicBezTo>
                    <a:pt x="145" y="107"/>
                    <a:pt x="150" y="106"/>
                    <a:pt x="150" y="99"/>
                  </a:cubicBezTo>
                  <a:cubicBezTo>
                    <a:pt x="150" y="92"/>
                    <a:pt x="151" y="91"/>
                    <a:pt x="153" y="88"/>
                  </a:cubicBezTo>
                  <a:cubicBezTo>
                    <a:pt x="156" y="85"/>
                    <a:pt x="158" y="82"/>
                    <a:pt x="158" y="82"/>
                  </a:cubicBezTo>
                  <a:cubicBezTo>
                    <a:pt x="158" y="82"/>
                    <a:pt x="164" y="84"/>
                    <a:pt x="171" y="77"/>
                  </a:cubicBezTo>
                  <a:cubicBezTo>
                    <a:pt x="178" y="71"/>
                    <a:pt x="187" y="65"/>
                    <a:pt x="187" y="65"/>
                  </a:cubicBezTo>
                  <a:cubicBezTo>
                    <a:pt x="187" y="65"/>
                    <a:pt x="194" y="62"/>
                    <a:pt x="199" y="60"/>
                  </a:cubicBezTo>
                  <a:cubicBezTo>
                    <a:pt x="203" y="58"/>
                    <a:pt x="207" y="57"/>
                    <a:pt x="207" y="57"/>
                  </a:cubicBezTo>
                  <a:cubicBezTo>
                    <a:pt x="207" y="57"/>
                    <a:pt x="218" y="62"/>
                    <a:pt x="222" y="61"/>
                  </a:cubicBezTo>
                  <a:cubicBezTo>
                    <a:pt x="226" y="61"/>
                    <a:pt x="228" y="60"/>
                    <a:pt x="228" y="60"/>
                  </a:cubicBezTo>
                  <a:cubicBezTo>
                    <a:pt x="228" y="60"/>
                    <a:pt x="216" y="72"/>
                    <a:pt x="209" y="83"/>
                  </a:cubicBezTo>
                  <a:cubicBezTo>
                    <a:pt x="202" y="94"/>
                    <a:pt x="194" y="105"/>
                    <a:pt x="180" y="113"/>
                  </a:cubicBezTo>
                  <a:cubicBezTo>
                    <a:pt x="180" y="113"/>
                    <a:pt x="200" y="106"/>
                    <a:pt x="211" y="92"/>
                  </a:cubicBezTo>
                  <a:cubicBezTo>
                    <a:pt x="216" y="85"/>
                    <a:pt x="225" y="80"/>
                    <a:pt x="232" y="74"/>
                  </a:cubicBezTo>
                  <a:cubicBezTo>
                    <a:pt x="236" y="70"/>
                    <a:pt x="246" y="60"/>
                    <a:pt x="250" y="63"/>
                  </a:cubicBezTo>
                  <a:cubicBezTo>
                    <a:pt x="261" y="71"/>
                    <a:pt x="279" y="87"/>
                    <a:pt x="275" y="142"/>
                  </a:cubicBezTo>
                  <a:close/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8537" name="Freeform 39">
              <a:extLst>
                <a:ext uri="{FF2B5EF4-FFF2-40B4-BE49-F238E27FC236}">
                  <a16:creationId xmlns:a16="http://schemas.microsoft.com/office/drawing/2014/main" id="{582FAEF8-7F24-42D0-A30D-44217D25EC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9" y="931"/>
              <a:ext cx="259" cy="88"/>
            </a:xfrm>
            <a:custGeom>
              <a:avLst/>
              <a:gdLst>
                <a:gd name="T0" fmla="*/ 678 w 160"/>
                <a:gd name="T1" fmla="*/ 39 h 54"/>
                <a:gd name="T2" fmla="*/ 657 w 160"/>
                <a:gd name="T3" fmla="*/ 26 h 54"/>
                <a:gd name="T4" fmla="*/ 605 w 160"/>
                <a:gd name="T5" fmla="*/ 21 h 54"/>
                <a:gd name="T6" fmla="*/ 500 w 160"/>
                <a:gd name="T7" fmla="*/ 0 h 54"/>
                <a:gd name="T8" fmla="*/ 432 w 160"/>
                <a:gd name="T9" fmla="*/ 8 h 54"/>
                <a:gd name="T10" fmla="*/ 351 w 160"/>
                <a:gd name="T11" fmla="*/ 39 h 54"/>
                <a:gd name="T12" fmla="*/ 301 w 160"/>
                <a:gd name="T13" fmla="*/ 55 h 54"/>
                <a:gd name="T14" fmla="*/ 204 w 160"/>
                <a:gd name="T15" fmla="*/ 96 h 54"/>
                <a:gd name="T16" fmla="*/ 94 w 160"/>
                <a:gd name="T17" fmla="*/ 143 h 54"/>
                <a:gd name="T18" fmla="*/ 0 w 160"/>
                <a:gd name="T19" fmla="*/ 233 h 5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60" h="54">
                  <a:moveTo>
                    <a:pt x="160" y="9"/>
                  </a:moveTo>
                  <a:cubicBezTo>
                    <a:pt x="160" y="9"/>
                    <a:pt x="156" y="6"/>
                    <a:pt x="155" y="6"/>
                  </a:cubicBezTo>
                  <a:cubicBezTo>
                    <a:pt x="151" y="5"/>
                    <a:pt x="147" y="6"/>
                    <a:pt x="143" y="5"/>
                  </a:cubicBezTo>
                  <a:cubicBezTo>
                    <a:pt x="135" y="2"/>
                    <a:pt x="127" y="0"/>
                    <a:pt x="118" y="0"/>
                  </a:cubicBezTo>
                  <a:cubicBezTo>
                    <a:pt x="113" y="0"/>
                    <a:pt x="107" y="1"/>
                    <a:pt x="102" y="2"/>
                  </a:cubicBezTo>
                  <a:cubicBezTo>
                    <a:pt x="95" y="3"/>
                    <a:pt x="89" y="6"/>
                    <a:pt x="83" y="9"/>
                  </a:cubicBezTo>
                  <a:cubicBezTo>
                    <a:pt x="79" y="11"/>
                    <a:pt x="75" y="11"/>
                    <a:pt x="71" y="13"/>
                  </a:cubicBezTo>
                  <a:cubicBezTo>
                    <a:pt x="63" y="16"/>
                    <a:pt x="56" y="20"/>
                    <a:pt x="48" y="22"/>
                  </a:cubicBezTo>
                  <a:cubicBezTo>
                    <a:pt x="39" y="25"/>
                    <a:pt x="31" y="29"/>
                    <a:pt x="22" y="33"/>
                  </a:cubicBezTo>
                  <a:cubicBezTo>
                    <a:pt x="12" y="37"/>
                    <a:pt x="4" y="43"/>
                    <a:pt x="0" y="54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8538" name="Freeform 40">
              <a:extLst>
                <a:ext uri="{FF2B5EF4-FFF2-40B4-BE49-F238E27FC236}">
                  <a16:creationId xmlns:a16="http://schemas.microsoft.com/office/drawing/2014/main" id="{8C4E8451-0F8C-45DE-860E-5C1F64B430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9" y="922"/>
              <a:ext cx="16" cy="8"/>
            </a:xfrm>
            <a:custGeom>
              <a:avLst/>
              <a:gdLst>
                <a:gd name="T0" fmla="*/ 0 w 10"/>
                <a:gd name="T1" fmla="*/ 0 h 5"/>
                <a:gd name="T2" fmla="*/ 42 w 10"/>
                <a:gd name="T3" fmla="*/ 21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5">
                  <a:moveTo>
                    <a:pt x="0" y="0"/>
                  </a:moveTo>
                  <a:cubicBezTo>
                    <a:pt x="4" y="0"/>
                    <a:pt x="7" y="3"/>
                    <a:pt x="10" y="5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8539" name="Freeform 41">
              <a:extLst>
                <a:ext uri="{FF2B5EF4-FFF2-40B4-BE49-F238E27FC236}">
                  <a16:creationId xmlns:a16="http://schemas.microsoft.com/office/drawing/2014/main" id="{D39EEB0B-F3C4-403D-AD8F-EF75A87FFF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7" y="989"/>
              <a:ext cx="27" cy="30"/>
            </a:xfrm>
            <a:custGeom>
              <a:avLst/>
              <a:gdLst>
                <a:gd name="T0" fmla="*/ 0 w 17"/>
                <a:gd name="T1" fmla="*/ 13 h 18"/>
                <a:gd name="T2" fmla="*/ 56 w 17"/>
                <a:gd name="T3" fmla="*/ 13 h 18"/>
                <a:gd name="T4" fmla="*/ 64 w 17"/>
                <a:gd name="T5" fmla="*/ 83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8">
                  <a:moveTo>
                    <a:pt x="0" y="3"/>
                  </a:moveTo>
                  <a:cubicBezTo>
                    <a:pt x="3" y="1"/>
                    <a:pt x="11" y="0"/>
                    <a:pt x="14" y="3"/>
                  </a:cubicBezTo>
                  <a:cubicBezTo>
                    <a:pt x="17" y="6"/>
                    <a:pt x="16" y="14"/>
                    <a:pt x="16" y="18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8540" name="Freeform 42">
              <a:extLst>
                <a:ext uri="{FF2B5EF4-FFF2-40B4-BE49-F238E27FC236}">
                  <a16:creationId xmlns:a16="http://schemas.microsoft.com/office/drawing/2014/main" id="{00501F02-F2E5-42B5-9064-44E6896101F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4" y="1006"/>
              <a:ext cx="18" cy="6"/>
            </a:xfrm>
            <a:custGeom>
              <a:avLst/>
              <a:gdLst>
                <a:gd name="T0" fmla="*/ 0 w 11"/>
                <a:gd name="T1" fmla="*/ 14 h 4"/>
                <a:gd name="T2" fmla="*/ 47 w 11"/>
                <a:gd name="T3" fmla="*/ 8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4">
                  <a:moveTo>
                    <a:pt x="0" y="4"/>
                  </a:moveTo>
                  <a:cubicBezTo>
                    <a:pt x="2" y="1"/>
                    <a:pt x="8" y="0"/>
                    <a:pt x="11" y="2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8541" name="Freeform 43">
              <a:extLst>
                <a:ext uri="{FF2B5EF4-FFF2-40B4-BE49-F238E27FC236}">
                  <a16:creationId xmlns:a16="http://schemas.microsoft.com/office/drawing/2014/main" id="{4B74D9B9-620A-4F54-BB65-7CEDC17FCA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8" y="1020"/>
              <a:ext cx="35" cy="15"/>
            </a:xfrm>
            <a:custGeom>
              <a:avLst/>
              <a:gdLst>
                <a:gd name="T0" fmla="*/ 89 w 22"/>
                <a:gd name="T1" fmla="*/ 42 h 9"/>
                <a:gd name="T2" fmla="*/ 46 w 22"/>
                <a:gd name="T3" fmla="*/ 5 h 9"/>
                <a:gd name="T4" fmla="*/ 0 w 22"/>
                <a:gd name="T5" fmla="*/ 13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9">
                  <a:moveTo>
                    <a:pt x="22" y="9"/>
                  </a:moveTo>
                  <a:cubicBezTo>
                    <a:pt x="21" y="5"/>
                    <a:pt x="15" y="1"/>
                    <a:pt x="11" y="1"/>
                  </a:cubicBezTo>
                  <a:cubicBezTo>
                    <a:pt x="8" y="0"/>
                    <a:pt x="3" y="5"/>
                    <a:pt x="0" y="3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8542" name="Freeform 44">
              <a:extLst>
                <a:ext uri="{FF2B5EF4-FFF2-40B4-BE49-F238E27FC236}">
                  <a16:creationId xmlns:a16="http://schemas.microsoft.com/office/drawing/2014/main" id="{C834550B-611A-4DAA-8E6C-6A9D2243C9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0" y="1022"/>
              <a:ext cx="10" cy="63"/>
            </a:xfrm>
            <a:custGeom>
              <a:avLst/>
              <a:gdLst>
                <a:gd name="T0" fmla="*/ 0 w 6"/>
                <a:gd name="T1" fmla="*/ 0 h 39"/>
                <a:gd name="T2" fmla="*/ 22 w 6"/>
                <a:gd name="T3" fmla="*/ 84 h 39"/>
                <a:gd name="T4" fmla="*/ 0 w 6"/>
                <a:gd name="T5" fmla="*/ 165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39">
                  <a:moveTo>
                    <a:pt x="0" y="0"/>
                  </a:moveTo>
                  <a:cubicBezTo>
                    <a:pt x="6" y="3"/>
                    <a:pt x="6" y="14"/>
                    <a:pt x="5" y="20"/>
                  </a:cubicBezTo>
                  <a:cubicBezTo>
                    <a:pt x="5" y="27"/>
                    <a:pt x="1" y="32"/>
                    <a:pt x="0" y="39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8543" name="Freeform 45">
              <a:extLst>
                <a:ext uri="{FF2B5EF4-FFF2-40B4-BE49-F238E27FC236}">
                  <a16:creationId xmlns:a16="http://schemas.microsoft.com/office/drawing/2014/main" id="{D61202CA-2B47-408A-87B4-D3DA037BB08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3" y="975"/>
              <a:ext cx="58" cy="21"/>
            </a:xfrm>
            <a:custGeom>
              <a:avLst/>
              <a:gdLst>
                <a:gd name="T0" fmla="*/ 150 w 36"/>
                <a:gd name="T1" fmla="*/ 55 h 13"/>
                <a:gd name="T2" fmla="*/ 84 w 36"/>
                <a:gd name="T3" fmla="*/ 5 h 13"/>
                <a:gd name="T4" fmla="*/ 0 w 36"/>
                <a:gd name="T5" fmla="*/ 47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13">
                  <a:moveTo>
                    <a:pt x="36" y="13"/>
                  </a:moveTo>
                  <a:cubicBezTo>
                    <a:pt x="35" y="7"/>
                    <a:pt x="25" y="1"/>
                    <a:pt x="20" y="1"/>
                  </a:cubicBezTo>
                  <a:cubicBezTo>
                    <a:pt x="13" y="0"/>
                    <a:pt x="3" y="5"/>
                    <a:pt x="0" y="11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8544" name="Freeform 46">
              <a:extLst>
                <a:ext uri="{FF2B5EF4-FFF2-40B4-BE49-F238E27FC236}">
                  <a16:creationId xmlns:a16="http://schemas.microsoft.com/office/drawing/2014/main" id="{35C1741C-C090-4D67-87B3-36DD4341BF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9" y="978"/>
              <a:ext cx="39" cy="8"/>
            </a:xfrm>
            <a:custGeom>
              <a:avLst/>
              <a:gdLst>
                <a:gd name="T0" fmla="*/ 102 w 24"/>
                <a:gd name="T1" fmla="*/ 21 h 5"/>
                <a:gd name="T2" fmla="*/ 47 w 24"/>
                <a:gd name="T3" fmla="*/ 5 h 5"/>
                <a:gd name="T4" fmla="*/ 0 w 24"/>
                <a:gd name="T5" fmla="*/ 21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5">
                  <a:moveTo>
                    <a:pt x="24" y="5"/>
                  </a:moveTo>
                  <a:cubicBezTo>
                    <a:pt x="23" y="1"/>
                    <a:pt x="14" y="0"/>
                    <a:pt x="11" y="1"/>
                  </a:cubicBezTo>
                  <a:cubicBezTo>
                    <a:pt x="8" y="2"/>
                    <a:pt x="3" y="3"/>
                    <a:pt x="0" y="5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8545" name="Freeform 47">
              <a:extLst>
                <a:ext uri="{FF2B5EF4-FFF2-40B4-BE49-F238E27FC236}">
                  <a16:creationId xmlns:a16="http://schemas.microsoft.com/office/drawing/2014/main" id="{F13E23F5-71D8-445F-8942-D7A554761B1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3" y="996"/>
              <a:ext cx="97" cy="29"/>
            </a:xfrm>
            <a:custGeom>
              <a:avLst/>
              <a:gdLst>
                <a:gd name="T0" fmla="*/ 254 w 60"/>
                <a:gd name="T1" fmla="*/ 5 h 18"/>
                <a:gd name="T2" fmla="*/ 207 w 60"/>
                <a:gd name="T3" fmla="*/ 8 h 18"/>
                <a:gd name="T4" fmla="*/ 152 w 60"/>
                <a:gd name="T5" fmla="*/ 34 h 18"/>
                <a:gd name="T6" fmla="*/ 81 w 60"/>
                <a:gd name="T7" fmla="*/ 42 h 18"/>
                <a:gd name="T8" fmla="*/ 0 w 60"/>
                <a:gd name="T9" fmla="*/ 76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0" h="18">
                  <a:moveTo>
                    <a:pt x="60" y="1"/>
                  </a:moveTo>
                  <a:cubicBezTo>
                    <a:pt x="57" y="1"/>
                    <a:pt x="53" y="0"/>
                    <a:pt x="49" y="2"/>
                  </a:cubicBezTo>
                  <a:cubicBezTo>
                    <a:pt x="45" y="3"/>
                    <a:pt x="41" y="7"/>
                    <a:pt x="36" y="8"/>
                  </a:cubicBezTo>
                  <a:cubicBezTo>
                    <a:pt x="30" y="10"/>
                    <a:pt x="25" y="9"/>
                    <a:pt x="19" y="10"/>
                  </a:cubicBezTo>
                  <a:cubicBezTo>
                    <a:pt x="12" y="10"/>
                    <a:pt x="5" y="14"/>
                    <a:pt x="0" y="18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8546" name="Freeform 48">
              <a:extLst>
                <a:ext uri="{FF2B5EF4-FFF2-40B4-BE49-F238E27FC236}">
                  <a16:creationId xmlns:a16="http://schemas.microsoft.com/office/drawing/2014/main" id="{90C14E12-1953-4A57-85F8-0C9E0113F1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6" y="1027"/>
              <a:ext cx="85" cy="21"/>
            </a:xfrm>
            <a:custGeom>
              <a:avLst/>
              <a:gdLst>
                <a:gd name="T0" fmla="*/ 218 w 53"/>
                <a:gd name="T1" fmla="*/ 0 h 13"/>
                <a:gd name="T2" fmla="*/ 132 w 53"/>
                <a:gd name="T3" fmla="*/ 0 h 13"/>
                <a:gd name="T4" fmla="*/ 0 w 53"/>
                <a:gd name="T5" fmla="*/ 55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3" h="13">
                  <a:moveTo>
                    <a:pt x="53" y="0"/>
                  </a:moveTo>
                  <a:cubicBezTo>
                    <a:pt x="47" y="1"/>
                    <a:pt x="39" y="0"/>
                    <a:pt x="32" y="0"/>
                  </a:cubicBezTo>
                  <a:cubicBezTo>
                    <a:pt x="19" y="0"/>
                    <a:pt x="10" y="5"/>
                    <a:pt x="0" y="13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8547" name="Freeform 49">
              <a:extLst>
                <a:ext uri="{FF2B5EF4-FFF2-40B4-BE49-F238E27FC236}">
                  <a16:creationId xmlns:a16="http://schemas.microsoft.com/office/drawing/2014/main" id="{9DBE0D81-3417-4EF5-97B0-6583A56C6F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8" y="1038"/>
              <a:ext cx="104" cy="56"/>
            </a:xfrm>
            <a:custGeom>
              <a:avLst/>
              <a:gdLst>
                <a:gd name="T0" fmla="*/ 275 w 64"/>
                <a:gd name="T1" fmla="*/ 0 h 35"/>
                <a:gd name="T2" fmla="*/ 245 w 64"/>
                <a:gd name="T3" fmla="*/ 13 h 35"/>
                <a:gd name="T4" fmla="*/ 219 w 64"/>
                <a:gd name="T5" fmla="*/ 42 h 35"/>
                <a:gd name="T6" fmla="*/ 164 w 64"/>
                <a:gd name="T7" fmla="*/ 77 h 35"/>
                <a:gd name="T8" fmla="*/ 0 w 64"/>
                <a:gd name="T9" fmla="*/ 144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4" h="35">
                  <a:moveTo>
                    <a:pt x="64" y="0"/>
                  </a:moveTo>
                  <a:cubicBezTo>
                    <a:pt x="62" y="2"/>
                    <a:pt x="59" y="2"/>
                    <a:pt x="57" y="3"/>
                  </a:cubicBezTo>
                  <a:cubicBezTo>
                    <a:pt x="55" y="5"/>
                    <a:pt x="53" y="8"/>
                    <a:pt x="51" y="10"/>
                  </a:cubicBezTo>
                  <a:cubicBezTo>
                    <a:pt x="47" y="15"/>
                    <a:pt x="44" y="17"/>
                    <a:pt x="38" y="19"/>
                  </a:cubicBezTo>
                  <a:cubicBezTo>
                    <a:pt x="24" y="21"/>
                    <a:pt x="9" y="22"/>
                    <a:pt x="0" y="35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8548" name="Freeform 50">
              <a:extLst>
                <a:ext uri="{FF2B5EF4-FFF2-40B4-BE49-F238E27FC236}">
                  <a16:creationId xmlns:a16="http://schemas.microsoft.com/office/drawing/2014/main" id="{91A76972-5DB6-46DB-AB8B-C165C27332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4" y="2404"/>
              <a:ext cx="3" cy="6"/>
            </a:xfrm>
            <a:custGeom>
              <a:avLst/>
              <a:gdLst>
                <a:gd name="T0" fmla="*/ 0 w 2"/>
                <a:gd name="T1" fmla="*/ 14 h 4"/>
                <a:gd name="T2" fmla="*/ 8 w 2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4">
                  <a:moveTo>
                    <a:pt x="0" y="4"/>
                  </a:moveTo>
                  <a:cubicBezTo>
                    <a:pt x="1" y="3"/>
                    <a:pt x="1" y="1"/>
                    <a:pt x="2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8549" name="Freeform 51">
              <a:extLst>
                <a:ext uri="{FF2B5EF4-FFF2-40B4-BE49-F238E27FC236}">
                  <a16:creationId xmlns:a16="http://schemas.microsoft.com/office/drawing/2014/main" id="{F4DF0775-F814-4816-BB84-9D4DBDD37D1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3" y="1293"/>
              <a:ext cx="660" cy="1075"/>
            </a:xfrm>
            <a:custGeom>
              <a:avLst/>
              <a:gdLst>
                <a:gd name="T0" fmla="*/ 1130 w 409"/>
                <a:gd name="T1" fmla="*/ 218 h 667"/>
                <a:gd name="T2" fmla="*/ 1115 w 409"/>
                <a:gd name="T3" fmla="*/ 268 h 667"/>
                <a:gd name="T4" fmla="*/ 1159 w 409"/>
                <a:gd name="T5" fmla="*/ 327 h 667"/>
                <a:gd name="T6" fmla="*/ 1083 w 409"/>
                <a:gd name="T7" fmla="*/ 306 h 667"/>
                <a:gd name="T8" fmla="*/ 862 w 409"/>
                <a:gd name="T9" fmla="*/ 221 h 667"/>
                <a:gd name="T10" fmla="*/ 658 w 409"/>
                <a:gd name="T11" fmla="*/ 55 h 667"/>
                <a:gd name="T12" fmla="*/ 624 w 409"/>
                <a:gd name="T13" fmla="*/ 13 h 667"/>
                <a:gd name="T14" fmla="*/ 534 w 409"/>
                <a:gd name="T15" fmla="*/ 5 h 667"/>
                <a:gd name="T16" fmla="*/ 323 w 409"/>
                <a:gd name="T17" fmla="*/ 68 h 667"/>
                <a:gd name="T18" fmla="*/ 260 w 409"/>
                <a:gd name="T19" fmla="*/ 124 h 667"/>
                <a:gd name="T20" fmla="*/ 200 w 409"/>
                <a:gd name="T21" fmla="*/ 247 h 667"/>
                <a:gd name="T22" fmla="*/ 118 w 409"/>
                <a:gd name="T23" fmla="*/ 471 h 667"/>
                <a:gd name="T24" fmla="*/ 102 w 409"/>
                <a:gd name="T25" fmla="*/ 727 h 667"/>
                <a:gd name="T26" fmla="*/ 63 w 409"/>
                <a:gd name="T27" fmla="*/ 922 h 667"/>
                <a:gd name="T28" fmla="*/ 50 w 409"/>
                <a:gd name="T29" fmla="*/ 1028 h 667"/>
                <a:gd name="T30" fmla="*/ 63 w 409"/>
                <a:gd name="T31" fmla="*/ 1286 h 667"/>
                <a:gd name="T32" fmla="*/ 76 w 409"/>
                <a:gd name="T33" fmla="*/ 1525 h 667"/>
                <a:gd name="T34" fmla="*/ 105 w 409"/>
                <a:gd name="T35" fmla="*/ 1642 h 667"/>
                <a:gd name="T36" fmla="*/ 123 w 409"/>
                <a:gd name="T37" fmla="*/ 1750 h 667"/>
                <a:gd name="T38" fmla="*/ 102 w 409"/>
                <a:gd name="T39" fmla="*/ 1834 h 667"/>
                <a:gd name="T40" fmla="*/ 71 w 409"/>
                <a:gd name="T41" fmla="*/ 1903 h 667"/>
                <a:gd name="T42" fmla="*/ 63 w 409"/>
                <a:gd name="T43" fmla="*/ 1997 h 667"/>
                <a:gd name="T44" fmla="*/ 5 w 409"/>
                <a:gd name="T45" fmla="*/ 2089 h 667"/>
                <a:gd name="T46" fmla="*/ 16 w 409"/>
                <a:gd name="T47" fmla="*/ 2161 h 667"/>
                <a:gd name="T48" fmla="*/ 136 w 409"/>
                <a:gd name="T49" fmla="*/ 2252 h 667"/>
                <a:gd name="T50" fmla="*/ 713 w 409"/>
                <a:gd name="T51" fmla="*/ 2327 h 667"/>
                <a:gd name="T52" fmla="*/ 1026 w 409"/>
                <a:gd name="T53" fmla="*/ 2345 h 667"/>
                <a:gd name="T54" fmla="*/ 1268 w 409"/>
                <a:gd name="T55" fmla="*/ 2366 h 667"/>
                <a:gd name="T56" fmla="*/ 1328 w 409"/>
                <a:gd name="T57" fmla="*/ 2637 h 667"/>
                <a:gd name="T58" fmla="*/ 1399 w 409"/>
                <a:gd name="T59" fmla="*/ 2746 h 667"/>
                <a:gd name="T60" fmla="*/ 1433 w 409"/>
                <a:gd name="T61" fmla="*/ 2793 h 667"/>
                <a:gd name="T62" fmla="*/ 1520 w 409"/>
                <a:gd name="T63" fmla="*/ 2764 h 667"/>
                <a:gd name="T64" fmla="*/ 1635 w 409"/>
                <a:gd name="T65" fmla="*/ 2751 h 667"/>
                <a:gd name="T66" fmla="*/ 1680 w 409"/>
                <a:gd name="T67" fmla="*/ 2733 h 667"/>
                <a:gd name="T68" fmla="*/ 1690 w 409"/>
                <a:gd name="T69" fmla="*/ 2688 h 667"/>
                <a:gd name="T70" fmla="*/ 1617 w 409"/>
                <a:gd name="T71" fmla="*/ 2517 h 667"/>
                <a:gd name="T72" fmla="*/ 1562 w 409"/>
                <a:gd name="T73" fmla="*/ 2356 h 667"/>
                <a:gd name="T74" fmla="*/ 1446 w 409"/>
                <a:gd name="T75" fmla="*/ 2055 h 667"/>
                <a:gd name="T76" fmla="*/ 1362 w 409"/>
                <a:gd name="T77" fmla="*/ 1808 h 667"/>
                <a:gd name="T78" fmla="*/ 1302 w 409"/>
                <a:gd name="T79" fmla="*/ 1676 h 667"/>
                <a:gd name="T80" fmla="*/ 1310 w 409"/>
                <a:gd name="T81" fmla="*/ 1579 h 667"/>
                <a:gd name="T82" fmla="*/ 1391 w 409"/>
                <a:gd name="T83" fmla="*/ 1428 h 667"/>
                <a:gd name="T84" fmla="*/ 1451 w 409"/>
                <a:gd name="T85" fmla="*/ 1168 h 667"/>
                <a:gd name="T86" fmla="*/ 1388 w 409"/>
                <a:gd name="T87" fmla="*/ 1006 h 667"/>
                <a:gd name="T88" fmla="*/ 1473 w 409"/>
                <a:gd name="T89" fmla="*/ 912 h 667"/>
                <a:gd name="T90" fmla="*/ 1651 w 409"/>
                <a:gd name="T91" fmla="*/ 774 h 667"/>
                <a:gd name="T92" fmla="*/ 1518 w 409"/>
                <a:gd name="T93" fmla="*/ 385 h 667"/>
                <a:gd name="T94" fmla="*/ 1286 w 409"/>
                <a:gd name="T95" fmla="*/ 259 h 667"/>
                <a:gd name="T96" fmla="*/ 1247 w 409"/>
                <a:gd name="T97" fmla="*/ 318 h 667"/>
                <a:gd name="T98" fmla="*/ 1210 w 409"/>
                <a:gd name="T99" fmla="*/ 297 h 667"/>
                <a:gd name="T100" fmla="*/ 1170 w 409"/>
                <a:gd name="T101" fmla="*/ 280 h 667"/>
                <a:gd name="T102" fmla="*/ 1130 w 409"/>
                <a:gd name="T103" fmla="*/ 218 h 667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0" t="0" r="r" b="b"/>
              <a:pathLst>
                <a:path w="409" h="667">
                  <a:moveTo>
                    <a:pt x="269" y="52"/>
                  </a:moveTo>
                  <a:cubicBezTo>
                    <a:pt x="269" y="52"/>
                    <a:pt x="266" y="60"/>
                    <a:pt x="265" y="64"/>
                  </a:cubicBezTo>
                  <a:cubicBezTo>
                    <a:pt x="265" y="64"/>
                    <a:pt x="277" y="73"/>
                    <a:pt x="276" y="78"/>
                  </a:cubicBezTo>
                  <a:cubicBezTo>
                    <a:pt x="276" y="78"/>
                    <a:pt x="267" y="79"/>
                    <a:pt x="258" y="73"/>
                  </a:cubicBezTo>
                  <a:cubicBezTo>
                    <a:pt x="248" y="68"/>
                    <a:pt x="219" y="61"/>
                    <a:pt x="205" y="53"/>
                  </a:cubicBezTo>
                  <a:cubicBezTo>
                    <a:pt x="191" y="45"/>
                    <a:pt x="162" y="19"/>
                    <a:pt x="157" y="13"/>
                  </a:cubicBezTo>
                  <a:cubicBezTo>
                    <a:pt x="153" y="6"/>
                    <a:pt x="149" y="3"/>
                    <a:pt x="149" y="3"/>
                  </a:cubicBezTo>
                  <a:cubicBezTo>
                    <a:pt x="149" y="3"/>
                    <a:pt x="136" y="1"/>
                    <a:pt x="127" y="1"/>
                  </a:cubicBezTo>
                  <a:cubicBezTo>
                    <a:pt x="118" y="0"/>
                    <a:pt x="89" y="7"/>
                    <a:pt x="77" y="16"/>
                  </a:cubicBezTo>
                  <a:cubicBezTo>
                    <a:pt x="65" y="26"/>
                    <a:pt x="64" y="22"/>
                    <a:pt x="62" y="30"/>
                  </a:cubicBezTo>
                  <a:cubicBezTo>
                    <a:pt x="60" y="39"/>
                    <a:pt x="58" y="46"/>
                    <a:pt x="48" y="59"/>
                  </a:cubicBezTo>
                  <a:cubicBezTo>
                    <a:pt x="37" y="71"/>
                    <a:pt x="29" y="87"/>
                    <a:pt x="28" y="112"/>
                  </a:cubicBezTo>
                  <a:cubicBezTo>
                    <a:pt x="27" y="137"/>
                    <a:pt x="30" y="144"/>
                    <a:pt x="24" y="174"/>
                  </a:cubicBezTo>
                  <a:cubicBezTo>
                    <a:pt x="19" y="203"/>
                    <a:pt x="19" y="207"/>
                    <a:pt x="15" y="220"/>
                  </a:cubicBezTo>
                  <a:cubicBezTo>
                    <a:pt x="11" y="233"/>
                    <a:pt x="11" y="227"/>
                    <a:pt x="12" y="246"/>
                  </a:cubicBezTo>
                  <a:cubicBezTo>
                    <a:pt x="12" y="264"/>
                    <a:pt x="13" y="288"/>
                    <a:pt x="15" y="307"/>
                  </a:cubicBezTo>
                  <a:cubicBezTo>
                    <a:pt x="17" y="326"/>
                    <a:pt x="16" y="348"/>
                    <a:pt x="18" y="364"/>
                  </a:cubicBezTo>
                  <a:cubicBezTo>
                    <a:pt x="21" y="379"/>
                    <a:pt x="21" y="386"/>
                    <a:pt x="25" y="392"/>
                  </a:cubicBezTo>
                  <a:cubicBezTo>
                    <a:pt x="29" y="397"/>
                    <a:pt x="32" y="406"/>
                    <a:pt x="29" y="418"/>
                  </a:cubicBezTo>
                  <a:cubicBezTo>
                    <a:pt x="27" y="429"/>
                    <a:pt x="29" y="427"/>
                    <a:pt x="24" y="438"/>
                  </a:cubicBezTo>
                  <a:cubicBezTo>
                    <a:pt x="19" y="448"/>
                    <a:pt x="17" y="446"/>
                    <a:pt x="17" y="455"/>
                  </a:cubicBezTo>
                  <a:cubicBezTo>
                    <a:pt x="16" y="465"/>
                    <a:pt x="19" y="471"/>
                    <a:pt x="15" y="477"/>
                  </a:cubicBezTo>
                  <a:cubicBezTo>
                    <a:pt x="10" y="482"/>
                    <a:pt x="2" y="493"/>
                    <a:pt x="1" y="499"/>
                  </a:cubicBezTo>
                  <a:cubicBezTo>
                    <a:pt x="0" y="506"/>
                    <a:pt x="4" y="516"/>
                    <a:pt x="4" y="516"/>
                  </a:cubicBezTo>
                  <a:cubicBezTo>
                    <a:pt x="4" y="516"/>
                    <a:pt x="4" y="525"/>
                    <a:pt x="32" y="538"/>
                  </a:cubicBezTo>
                  <a:cubicBezTo>
                    <a:pt x="60" y="552"/>
                    <a:pt x="148" y="554"/>
                    <a:pt x="170" y="556"/>
                  </a:cubicBezTo>
                  <a:cubicBezTo>
                    <a:pt x="192" y="558"/>
                    <a:pt x="230" y="559"/>
                    <a:pt x="244" y="560"/>
                  </a:cubicBezTo>
                  <a:cubicBezTo>
                    <a:pt x="258" y="561"/>
                    <a:pt x="299" y="566"/>
                    <a:pt x="302" y="565"/>
                  </a:cubicBezTo>
                  <a:cubicBezTo>
                    <a:pt x="305" y="564"/>
                    <a:pt x="316" y="630"/>
                    <a:pt x="316" y="630"/>
                  </a:cubicBezTo>
                  <a:cubicBezTo>
                    <a:pt x="333" y="656"/>
                    <a:pt x="333" y="656"/>
                    <a:pt x="333" y="656"/>
                  </a:cubicBezTo>
                  <a:cubicBezTo>
                    <a:pt x="341" y="667"/>
                    <a:pt x="341" y="667"/>
                    <a:pt x="341" y="667"/>
                  </a:cubicBezTo>
                  <a:cubicBezTo>
                    <a:pt x="341" y="667"/>
                    <a:pt x="350" y="660"/>
                    <a:pt x="362" y="660"/>
                  </a:cubicBezTo>
                  <a:cubicBezTo>
                    <a:pt x="373" y="660"/>
                    <a:pt x="384" y="662"/>
                    <a:pt x="389" y="657"/>
                  </a:cubicBezTo>
                  <a:cubicBezTo>
                    <a:pt x="393" y="653"/>
                    <a:pt x="397" y="654"/>
                    <a:pt x="400" y="653"/>
                  </a:cubicBezTo>
                  <a:cubicBezTo>
                    <a:pt x="403" y="651"/>
                    <a:pt x="409" y="655"/>
                    <a:pt x="402" y="642"/>
                  </a:cubicBezTo>
                  <a:cubicBezTo>
                    <a:pt x="396" y="629"/>
                    <a:pt x="391" y="621"/>
                    <a:pt x="385" y="601"/>
                  </a:cubicBezTo>
                  <a:cubicBezTo>
                    <a:pt x="378" y="582"/>
                    <a:pt x="383" y="580"/>
                    <a:pt x="372" y="563"/>
                  </a:cubicBezTo>
                  <a:cubicBezTo>
                    <a:pt x="360" y="546"/>
                    <a:pt x="351" y="506"/>
                    <a:pt x="344" y="491"/>
                  </a:cubicBezTo>
                  <a:cubicBezTo>
                    <a:pt x="338" y="476"/>
                    <a:pt x="330" y="448"/>
                    <a:pt x="324" y="432"/>
                  </a:cubicBezTo>
                  <a:cubicBezTo>
                    <a:pt x="317" y="415"/>
                    <a:pt x="310" y="400"/>
                    <a:pt x="310" y="400"/>
                  </a:cubicBezTo>
                  <a:cubicBezTo>
                    <a:pt x="310" y="400"/>
                    <a:pt x="306" y="391"/>
                    <a:pt x="312" y="377"/>
                  </a:cubicBezTo>
                  <a:cubicBezTo>
                    <a:pt x="318" y="363"/>
                    <a:pt x="322" y="361"/>
                    <a:pt x="331" y="341"/>
                  </a:cubicBezTo>
                  <a:cubicBezTo>
                    <a:pt x="339" y="322"/>
                    <a:pt x="350" y="308"/>
                    <a:pt x="345" y="279"/>
                  </a:cubicBezTo>
                  <a:cubicBezTo>
                    <a:pt x="340" y="249"/>
                    <a:pt x="330" y="240"/>
                    <a:pt x="330" y="240"/>
                  </a:cubicBezTo>
                  <a:cubicBezTo>
                    <a:pt x="330" y="240"/>
                    <a:pt x="341" y="228"/>
                    <a:pt x="351" y="218"/>
                  </a:cubicBezTo>
                  <a:cubicBezTo>
                    <a:pt x="362" y="208"/>
                    <a:pt x="391" y="189"/>
                    <a:pt x="393" y="185"/>
                  </a:cubicBezTo>
                  <a:cubicBezTo>
                    <a:pt x="395" y="181"/>
                    <a:pt x="381" y="118"/>
                    <a:pt x="361" y="92"/>
                  </a:cubicBezTo>
                  <a:cubicBezTo>
                    <a:pt x="342" y="66"/>
                    <a:pt x="306" y="62"/>
                    <a:pt x="306" y="62"/>
                  </a:cubicBezTo>
                  <a:cubicBezTo>
                    <a:pt x="297" y="76"/>
                    <a:pt x="297" y="76"/>
                    <a:pt x="297" y="76"/>
                  </a:cubicBezTo>
                  <a:cubicBezTo>
                    <a:pt x="297" y="76"/>
                    <a:pt x="293" y="73"/>
                    <a:pt x="288" y="71"/>
                  </a:cubicBezTo>
                  <a:cubicBezTo>
                    <a:pt x="283" y="69"/>
                    <a:pt x="280" y="72"/>
                    <a:pt x="278" y="67"/>
                  </a:cubicBezTo>
                  <a:cubicBezTo>
                    <a:pt x="276" y="61"/>
                    <a:pt x="269" y="52"/>
                    <a:pt x="269" y="52"/>
                  </a:cubicBezTo>
                  <a:close/>
                </a:path>
              </a:pathLst>
            </a:custGeom>
            <a:solidFill>
              <a:srgbClr val="A7D2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8550" name="Freeform 52">
              <a:extLst>
                <a:ext uri="{FF2B5EF4-FFF2-40B4-BE49-F238E27FC236}">
                  <a16:creationId xmlns:a16="http://schemas.microsoft.com/office/drawing/2014/main" id="{AC7F6F0C-9E3E-4B85-BACB-10E99D599E0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3" y="1293"/>
              <a:ext cx="660" cy="1075"/>
            </a:xfrm>
            <a:custGeom>
              <a:avLst/>
              <a:gdLst>
                <a:gd name="T0" fmla="*/ 1130 w 409"/>
                <a:gd name="T1" fmla="*/ 218 h 667"/>
                <a:gd name="T2" fmla="*/ 1115 w 409"/>
                <a:gd name="T3" fmla="*/ 268 h 667"/>
                <a:gd name="T4" fmla="*/ 1159 w 409"/>
                <a:gd name="T5" fmla="*/ 327 h 667"/>
                <a:gd name="T6" fmla="*/ 1083 w 409"/>
                <a:gd name="T7" fmla="*/ 306 h 667"/>
                <a:gd name="T8" fmla="*/ 862 w 409"/>
                <a:gd name="T9" fmla="*/ 221 h 667"/>
                <a:gd name="T10" fmla="*/ 658 w 409"/>
                <a:gd name="T11" fmla="*/ 55 h 667"/>
                <a:gd name="T12" fmla="*/ 624 w 409"/>
                <a:gd name="T13" fmla="*/ 13 h 667"/>
                <a:gd name="T14" fmla="*/ 534 w 409"/>
                <a:gd name="T15" fmla="*/ 5 h 667"/>
                <a:gd name="T16" fmla="*/ 323 w 409"/>
                <a:gd name="T17" fmla="*/ 68 h 667"/>
                <a:gd name="T18" fmla="*/ 260 w 409"/>
                <a:gd name="T19" fmla="*/ 124 h 667"/>
                <a:gd name="T20" fmla="*/ 200 w 409"/>
                <a:gd name="T21" fmla="*/ 247 h 667"/>
                <a:gd name="T22" fmla="*/ 118 w 409"/>
                <a:gd name="T23" fmla="*/ 471 h 667"/>
                <a:gd name="T24" fmla="*/ 102 w 409"/>
                <a:gd name="T25" fmla="*/ 727 h 667"/>
                <a:gd name="T26" fmla="*/ 63 w 409"/>
                <a:gd name="T27" fmla="*/ 922 h 667"/>
                <a:gd name="T28" fmla="*/ 50 w 409"/>
                <a:gd name="T29" fmla="*/ 1028 h 667"/>
                <a:gd name="T30" fmla="*/ 63 w 409"/>
                <a:gd name="T31" fmla="*/ 1286 h 667"/>
                <a:gd name="T32" fmla="*/ 76 w 409"/>
                <a:gd name="T33" fmla="*/ 1525 h 667"/>
                <a:gd name="T34" fmla="*/ 105 w 409"/>
                <a:gd name="T35" fmla="*/ 1642 h 667"/>
                <a:gd name="T36" fmla="*/ 123 w 409"/>
                <a:gd name="T37" fmla="*/ 1750 h 667"/>
                <a:gd name="T38" fmla="*/ 102 w 409"/>
                <a:gd name="T39" fmla="*/ 1834 h 667"/>
                <a:gd name="T40" fmla="*/ 71 w 409"/>
                <a:gd name="T41" fmla="*/ 1903 h 667"/>
                <a:gd name="T42" fmla="*/ 63 w 409"/>
                <a:gd name="T43" fmla="*/ 1997 h 667"/>
                <a:gd name="T44" fmla="*/ 5 w 409"/>
                <a:gd name="T45" fmla="*/ 2089 h 667"/>
                <a:gd name="T46" fmla="*/ 16 w 409"/>
                <a:gd name="T47" fmla="*/ 2161 h 667"/>
                <a:gd name="T48" fmla="*/ 136 w 409"/>
                <a:gd name="T49" fmla="*/ 2252 h 667"/>
                <a:gd name="T50" fmla="*/ 713 w 409"/>
                <a:gd name="T51" fmla="*/ 2327 h 667"/>
                <a:gd name="T52" fmla="*/ 1026 w 409"/>
                <a:gd name="T53" fmla="*/ 2345 h 667"/>
                <a:gd name="T54" fmla="*/ 1268 w 409"/>
                <a:gd name="T55" fmla="*/ 2366 h 667"/>
                <a:gd name="T56" fmla="*/ 1328 w 409"/>
                <a:gd name="T57" fmla="*/ 2637 h 667"/>
                <a:gd name="T58" fmla="*/ 1399 w 409"/>
                <a:gd name="T59" fmla="*/ 2746 h 667"/>
                <a:gd name="T60" fmla="*/ 1433 w 409"/>
                <a:gd name="T61" fmla="*/ 2793 h 667"/>
                <a:gd name="T62" fmla="*/ 1520 w 409"/>
                <a:gd name="T63" fmla="*/ 2764 h 667"/>
                <a:gd name="T64" fmla="*/ 1635 w 409"/>
                <a:gd name="T65" fmla="*/ 2751 h 667"/>
                <a:gd name="T66" fmla="*/ 1680 w 409"/>
                <a:gd name="T67" fmla="*/ 2733 h 667"/>
                <a:gd name="T68" fmla="*/ 1690 w 409"/>
                <a:gd name="T69" fmla="*/ 2688 h 667"/>
                <a:gd name="T70" fmla="*/ 1617 w 409"/>
                <a:gd name="T71" fmla="*/ 2517 h 667"/>
                <a:gd name="T72" fmla="*/ 1562 w 409"/>
                <a:gd name="T73" fmla="*/ 2356 h 667"/>
                <a:gd name="T74" fmla="*/ 1446 w 409"/>
                <a:gd name="T75" fmla="*/ 2055 h 667"/>
                <a:gd name="T76" fmla="*/ 1362 w 409"/>
                <a:gd name="T77" fmla="*/ 1808 h 667"/>
                <a:gd name="T78" fmla="*/ 1302 w 409"/>
                <a:gd name="T79" fmla="*/ 1676 h 667"/>
                <a:gd name="T80" fmla="*/ 1310 w 409"/>
                <a:gd name="T81" fmla="*/ 1579 h 667"/>
                <a:gd name="T82" fmla="*/ 1391 w 409"/>
                <a:gd name="T83" fmla="*/ 1428 h 667"/>
                <a:gd name="T84" fmla="*/ 1451 w 409"/>
                <a:gd name="T85" fmla="*/ 1168 h 667"/>
                <a:gd name="T86" fmla="*/ 1388 w 409"/>
                <a:gd name="T87" fmla="*/ 1006 h 667"/>
                <a:gd name="T88" fmla="*/ 1473 w 409"/>
                <a:gd name="T89" fmla="*/ 912 h 667"/>
                <a:gd name="T90" fmla="*/ 1651 w 409"/>
                <a:gd name="T91" fmla="*/ 774 h 667"/>
                <a:gd name="T92" fmla="*/ 1518 w 409"/>
                <a:gd name="T93" fmla="*/ 385 h 667"/>
                <a:gd name="T94" fmla="*/ 1286 w 409"/>
                <a:gd name="T95" fmla="*/ 259 h 667"/>
                <a:gd name="T96" fmla="*/ 1247 w 409"/>
                <a:gd name="T97" fmla="*/ 318 h 667"/>
                <a:gd name="T98" fmla="*/ 1210 w 409"/>
                <a:gd name="T99" fmla="*/ 297 h 667"/>
                <a:gd name="T100" fmla="*/ 1170 w 409"/>
                <a:gd name="T101" fmla="*/ 280 h 667"/>
                <a:gd name="T102" fmla="*/ 1130 w 409"/>
                <a:gd name="T103" fmla="*/ 218 h 667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0" t="0" r="r" b="b"/>
              <a:pathLst>
                <a:path w="409" h="667">
                  <a:moveTo>
                    <a:pt x="269" y="52"/>
                  </a:moveTo>
                  <a:cubicBezTo>
                    <a:pt x="269" y="52"/>
                    <a:pt x="266" y="60"/>
                    <a:pt x="265" y="64"/>
                  </a:cubicBezTo>
                  <a:cubicBezTo>
                    <a:pt x="265" y="64"/>
                    <a:pt x="277" y="73"/>
                    <a:pt x="276" y="78"/>
                  </a:cubicBezTo>
                  <a:cubicBezTo>
                    <a:pt x="276" y="78"/>
                    <a:pt x="267" y="79"/>
                    <a:pt x="258" y="73"/>
                  </a:cubicBezTo>
                  <a:cubicBezTo>
                    <a:pt x="248" y="68"/>
                    <a:pt x="219" y="61"/>
                    <a:pt x="205" y="53"/>
                  </a:cubicBezTo>
                  <a:cubicBezTo>
                    <a:pt x="191" y="45"/>
                    <a:pt x="162" y="19"/>
                    <a:pt x="157" y="13"/>
                  </a:cubicBezTo>
                  <a:cubicBezTo>
                    <a:pt x="153" y="6"/>
                    <a:pt x="149" y="3"/>
                    <a:pt x="149" y="3"/>
                  </a:cubicBezTo>
                  <a:cubicBezTo>
                    <a:pt x="149" y="3"/>
                    <a:pt x="136" y="1"/>
                    <a:pt x="127" y="1"/>
                  </a:cubicBezTo>
                  <a:cubicBezTo>
                    <a:pt x="118" y="0"/>
                    <a:pt x="89" y="7"/>
                    <a:pt x="77" y="16"/>
                  </a:cubicBezTo>
                  <a:cubicBezTo>
                    <a:pt x="65" y="26"/>
                    <a:pt x="64" y="22"/>
                    <a:pt x="62" y="30"/>
                  </a:cubicBezTo>
                  <a:cubicBezTo>
                    <a:pt x="60" y="39"/>
                    <a:pt x="58" y="46"/>
                    <a:pt x="48" y="59"/>
                  </a:cubicBezTo>
                  <a:cubicBezTo>
                    <a:pt x="37" y="71"/>
                    <a:pt x="29" y="87"/>
                    <a:pt x="28" y="112"/>
                  </a:cubicBezTo>
                  <a:cubicBezTo>
                    <a:pt x="27" y="137"/>
                    <a:pt x="30" y="144"/>
                    <a:pt x="24" y="174"/>
                  </a:cubicBezTo>
                  <a:cubicBezTo>
                    <a:pt x="19" y="203"/>
                    <a:pt x="19" y="207"/>
                    <a:pt x="15" y="220"/>
                  </a:cubicBezTo>
                  <a:cubicBezTo>
                    <a:pt x="11" y="233"/>
                    <a:pt x="11" y="227"/>
                    <a:pt x="12" y="246"/>
                  </a:cubicBezTo>
                  <a:cubicBezTo>
                    <a:pt x="12" y="264"/>
                    <a:pt x="13" y="288"/>
                    <a:pt x="15" y="307"/>
                  </a:cubicBezTo>
                  <a:cubicBezTo>
                    <a:pt x="17" y="326"/>
                    <a:pt x="16" y="348"/>
                    <a:pt x="18" y="364"/>
                  </a:cubicBezTo>
                  <a:cubicBezTo>
                    <a:pt x="21" y="379"/>
                    <a:pt x="21" y="386"/>
                    <a:pt x="25" y="392"/>
                  </a:cubicBezTo>
                  <a:cubicBezTo>
                    <a:pt x="29" y="397"/>
                    <a:pt x="32" y="406"/>
                    <a:pt x="29" y="418"/>
                  </a:cubicBezTo>
                  <a:cubicBezTo>
                    <a:pt x="27" y="429"/>
                    <a:pt x="29" y="427"/>
                    <a:pt x="24" y="438"/>
                  </a:cubicBezTo>
                  <a:cubicBezTo>
                    <a:pt x="19" y="448"/>
                    <a:pt x="17" y="446"/>
                    <a:pt x="17" y="455"/>
                  </a:cubicBezTo>
                  <a:cubicBezTo>
                    <a:pt x="16" y="465"/>
                    <a:pt x="19" y="471"/>
                    <a:pt x="15" y="477"/>
                  </a:cubicBezTo>
                  <a:cubicBezTo>
                    <a:pt x="10" y="482"/>
                    <a:pt x="2" y="493"/>
                    <a:pt x="1" y="499"/>
                  </a:cubicBezTo>
                  <a:cubicBezTo>
                    <a:pt x="0" y="506"/>
                    <a:pt x="4" y="516"/>
                    <a:pt x="4" y="516"/>
                  </a:cubicBezTo>
                  <a:cubicBezTo>
                    <a:pt x="4" y="516"/>
                    <a:pt x="4" y="525"/>
                    <a:pt x="32" y="538"/>
                  </a:cubicBezTo>
                  <a:cubicBezTo>
                    <a:pt x="60" y="552"/>
                    <a:pt x="148" y="554"/>
                    <a:pt x="170" y="556"/>
                  </a:cubicBezTo>
                  <a:cubicBezTo>
                    <a:pt x="192" y="558"/>
                    <a:pt x="230" y="559"/>
                    <a:pt x="244" y="560"/>
                  </a:cubicBezTo>
                  <a:cubicBezTo>
                    <a:pt x="258" y="561"/>
                    <a:pt x="299" y="566"/>
                    <a:pt x="302" y="565"/>
                  </a:cubicBezTo>
                  <a:cubicBezTo>
                    <a:pt x="305" y="564"/>
                    <a:pt x="316" y="630"/>
                    <a:pt x="316" y="630"/>
                  </a:cubicBezTo>
                  <a:cubicBezTo>
                    <a:pt x="333" y="656"/>
                    <a:pt x="333" y="656"/>
                    <a:pt x="333" y="656"/>
                  </a:cubicBezTo>
                  <a:cubicBezTo>
                    <a:pt x="341" y="667"/>
                    <a:pt x="341" y="667"/>
                    <a:pt x="341" y="667"/>
                  </a:cubicBezTo>
                  <a:cubicBezTo>
                    <a:pt x="341" y="667"/>
                    <a:pt x="350" y="660"/>
                    <a:pt x="362" y="660"/>
                  </a:cubicBezTo>
                  <a:cubicBezTo>
                    <a:pt x="373" y="660"/>
                    <a:pt x="384" y="662"/>
                    <a:pt x="389" y="657"/>
                  </a:cubicBezTo>
                  <a:cubicBezTo>
                    <a:pt x="393" y="653"/>
                    <a:pt x="397" y="654"/>
                    <a:pt x="400" y="653"/>
                  </a:cubicBezTo>
                  <a:cubicBezTo>
                    <a:pt x="403" y="651"/>
                    <a:pt x="409" y="655"/>
                    <a:pt x="402" y="642"/>
                  </a:cubicBezTo>
                  <a:cubicBezTo>
                    <a:pt x="396" y="629"/>
                    <a:pt x="391" y="621"/>
                    <a:pt x="385" y="601"/>
                  </a:cubicBezTo>
                  <a:cubicBezTo>
                    <a:pt x="378" y="582"/>
                    <a:pt x="383" y="580"/>
                    <a:pt x="372" y="563"/>
                  </a:cubicBezTo>
                  <a:cubicBezTo>
                    <a:pt x="360" y="546"/>
                    <a:pt x="351" y="506"/>
                    <a:pt x="344" y="491"/>
                  </a:cubicBezTo>
                  <a:cubicBezTo>
                    <a:pt x="338" y="476"/>
                    <a:pt x="330" y="448"/>
                    <a:pt x="324" y="432"/>
                  </a:cubicBezTo>
                  <a:cubicBezTo>
                    <a:pt x="317" y="415"/>
                    <a:pt x="310" y="400"/>
                    <a:pt x="310" y="400"/>
                  </a:cubicBezTo>
                  <a:cubicBezTo>
                    <a:pt x="310" y="400"/>
                    <a:pt x="306" y="391"/>
                    <a:pt x="312" y="377"/>
                  </a:cubicBezTo>
                  <a:cubicBezTo>
                    <a:pt x="318" y="363"/>
                    <a:pt x="322" y="361"/>
                    <a:pt x="331" y="341"/>
                  </a:cubicBezTo>
                  <a:cubicBezTo>
                    <a:pt x="339" y="322"/>
                    <a:pt x="350" y="308"/>
                    <a:pt x="345" y="279"/>
                  </a:cubicBezTo>
                  <a:cubicBezTo>
                    <a:pt x="340" y="249"/>
                    <a:pt x="330" y="240"/>
                    <a:pt x="330" y="240"/>
                  </a:cubicBezTo>
                  <a:cubicBezTo>
                    <a:pt x="330" y="240"/>
                    <a:pt x="341" y="228"/>
                    <a:pt x="351" y="218"/>
                  </a:cubicBezTo>
                  <a:cubicBezTo>
                    <a:pt x="362" y="208"/>
                    <a:pt x="391" y="189"/>
                    <a:pt x="393" y="185"/>
                  </a:cubicBezTo>
                  <a:cubicBezTo>
                    <a:pt x="395" y="181"/>
                    <a:pt x="381" y="118"/>
                    <a:pt x="361" y="92"/>
                  </a:cubicBezTo>
                  <a:cubicBezTo>
                    <a:pt x="342" y="66"/>
                    <a:pt x="306" y="62"/>
                    <a:pt x="306" y="62"/>
                  </a:cubicBezTo>
                  <a:cubicBezTo>
                    <a:pt x="297" y="76"/>
                    <a:pt x="297" y="76"/>
                    <a:pt x="297" y="76"/>
                  </a:cubicBezTo>
                  <a:cubicBezTo>
                    <a:pt x="297" y="76"/>
                    <a:pt x="293" y="73"/>
                    <a:pt x="288" y="71"/>
                  </a:cubicBezTo>
                  <a:cubicBezTo>
                    <a:pt x="283" y="69"/>
                    <a:pt x="280" y="72"/>
                    <a:pt x="278" y="67"/>
                  </a:cubicBezTo>
                  <a:cubicBezTo>
                    <a:pt x="276" y="61"/>
                    <a:pt x="269" y="52"/>
                    <a:pt x="269" y="52"/>
                  </a:cubicBezTo>
                  <a:close/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8551" name="Freeform 53">
              <a:extLst>
                <a:ext uri="{FF2B5EF4-FFF2-40B4-BE49-F238E27FC236}">
                  <a16:creationId xmlns:a16="http://schemas.microsoft.com/office/drawing/2014/main" id="{07F34E58-F3C8-44F0-A8E3-CDEFA608D3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9" y="1415"/>
              <a:ext cx="194" cy="239"/>
            </a:xfrm>
            <a:custGeom>
              <a:avLst/>
              <a:gdLst>
                <a:gd name="T0" fmla="*/ 508 w 120"/>
                <a:gd name="T1" fmla="*/ 0 h 148"/>
                <a:gd name="T2" fmla="*/ 479 w 120"/>
                <a:gd name="T3" fmla="*/ 29 h 148"/>
                <a:gd name="T4" fmla="*/ 466 w 120"/>
                <a:gd name="T5" fmla="*/ 63 h 148"/>
                <a:gd name="T6" fmla="*/ 446 w 120"/>
                <a:gd name="T7" fmla="*/ 81 h 148"/>
                <a:gd name="T8" fmla="*/ 432 w 120"/>
                <a:gd name="T9" fmla="*/ 115 h 148"/>
                <a:gd name="T10" fmla="*/ 393 w 120"/>
                <a:gd name="T11" fmla="*/ 160 h 148"/>
                <a:gd name="T12" fmla="*/ 364 w 120"/>
                <a:gd name="T13" fmla="*/ 224 h 148"/>
                <a:gd name="T14" fmla="*/ 249 w 120"/>
                <a:gd name="T15" fmla="*/ 357 h 148"/>
                <a:gd name="T16" fmla="*/ 207 w 120"/>
                <a:gd name="T17" fmla="*/ 383 h 148"/>
                <a:gd name="T18" fmla="*/ 178 w 120"/>
                <a:gd name="T19" fmla="*/ 454 h 148"/>
                <a:gd name="T20" fmla="*/ 152 w 120"/>
                <a:gd name="T21" fmla="*/ 454 h 148"/>
                <a:gd name="T22" fmla="*/ 136 w 120"/>
                <a:gd name="T23" fmla="*/ 484 h 148"/>
                <a:gd name="T24" fmla="*/ 118 w 120"/>
                <a:gd name="T25" fmla="*/ 509 h 148"/>
                <a:gd name="T26" fmla="*/ 97 w 120"/>
                <a:gd name="T27" fmla="*/ 522 h 148"/>
                <a:gd name="T28" fmla="*/ 68 w 120"/>
                <a:gd name="T29" fmla="*/ 573 h 148"/>
                <a:gd name="T30" fmla="*/ 34 w 120"/>
                <a:gd name="T31" fmla="*/ 585 h 148"/>
                <a:gd name="T32" fmla="*/ 0 w 120"/>
                <a:gd name="T33" fmla="*/ 623 h 14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20" h="148">
                  <a:moveTo>
                    <a:pt x="120" y="0"/>
                  </a:moveTo>
                  <a:cubicBezTo>
                    <a:pt x="118" y="3"/>
                    <a:pt x="115" y="5"/>
                    <a:pt x="113" y="7"/>
                  </a:cubicBezTo>
                  <a:cubicBezTo>
                    <a:pt x="111" y="10"/>
                    <a:pt x="112" y="12"/>
                    <a:pt x="110" y="15"/>
                  </a:cubicBezTo>
                  <a:cubicBezTo>
                    <a:pt x="109" y="18"/>
                    <a:pt x="108" y="17"/>
                    <a:pt x="106" y="19"/>
                  </a:cubicBezTo>
                  <a:cubicBezTo>
                    <a:pt x="103" y="22"/>
                    <a:pt x="104" y="23"/>
                    <a:pt x="102" y="27"/>
                  </a:cubicBezTo>
                  <a:cubicBezTo>
                    <a:pt x="100" y="33"/>
                    <a:pt x="95" y="33"/>
                    <a:pt x="93" y="38"/>
                  </a:cubicBezTo>
                  <a:cubicBezTo>
                    <a:pt x="90" y="42"/>
                    <a:pt x="89" y="48"/>
                    <a:pt x="86" y="53"/>
                  </a:cubicBezTo>
                  <a:cubicBezTo>
                    <a:pt x="80" y="65"/>
                    <a:pt x="68" y="76"/>
                    <a:pt x="59" y="85"/>
                  </a:cubicBezTo>
                  <a:cubicBezTo>
                    <a:pt x="56" y="88"/>
                    <a:pt x="51" y="89"/>
                    <a:pt x="49" y="91"/>
                  </a:cubicBezTo>
                  <a:cubicBezTo>
                    <a:pt x="45" y="96"/>
                    <a:pt x="50" y="106"/>
                    <a:pt x="42" y="108"/>
                  </a:cubicBezTo>
                  <a:cubicBezTo>
                    <a:pt x="39" y="109"/>
                    <a:pt x="38" y="106"/>
                    <a:pt x="36" y="108"/>
                  </a:cubicBezTo>
                  <a:cubicBezTo>
                    <a:pt x="34" y="109"/>
                    <a:pt x="33" y="113"/>
                    <a:pt x="32" y="115"/>
                  </a:cubicBezTo>
                  <a:cubicBezTo>
                    <a:pt x="31" y="117"/>
                    <a:pt x="30" y="120"/>
                    <a:pt x="28" y="121"/>
                  </a:cubicBezTo>
                  <a:cubicBezTo>
                    <a:pt x="27" y="123"/>
                    <a:pt x="25" y="122"/>
                    <a:pt x="23" y="124"/>
                  </a:cubicBezTo>
                  <a:cubicBezTo>
                    <a:pt x="20" y="127"/>
                    <a:pt x="20" y="132"/>
                    <a:pt x="16" y="136"/>
                  </a:cubicBezTo>
                  <a:cubicBezTo>
                    <a:pt x="13" y="138"/>
                    <a:pt x="11" y="137"/>
                    <a:pt x="8" y="139"/>
                  </a:cubicBezTo>
                  <a:cubicBezTo>
                    <a:pt x="4" y="141"/>
                    <a:pt x="3" y="145"/>
                    <a:pt x="0" y="148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8552" name="Freeform 54">
              <a:extLst>
                <a:ext uri="{FF2B5EF4-FFF2-40B4-BE49-F238E27FC236}">
                  <a16:creationId xmlns:a16="http://schemas.microsoft.com/office/drawing/2014/main" id="{B9E1A78F-A9DA-429E-A8F6-F82C51174F2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4" y="1478"/>
              <a:ext cx="34" cy="158"/>
            </a:xfrm>
            <a:custGeom>
              <a:avLst/>
              <a:gdLst>
                <a:gd name="T0" fmla="*/ 84 w 21"/>
                <a:gd name="T1" fmla="*/ 411 h 98"/>
                <a:gd name="T2" fmla="*/ 84 w 21"/>
                <a:gd name="T3" fmla="*/ 306 h 98"/>
                <a:gd name="T4" fmla="*/ 60 w 21"/>
                <a:gd name="T5" fmla="*/ 245 h 98"/>
                <a:gd name="T6" fmla="*/ 60 w 21"/>
                <a:gd name="T7" fmla="*/ 184 h 98"/>
                <a:gd name="T8" fmla="*/ 42 w 21"/>
                <a:gd name="T9" fmla="*/ 123 h 98"/>
                <a:gd name="T10" fmla="*/ 39 w 21"/>
                <a:gd name="T11" fmla="*/ 63 h 98"/>
                <a:gd name="T12" fmla="*/ 0 w 21"/>
                <a:gd name="T13" fmla="*/ 0 h 9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" h="98">
                  <a:moveTo>
                    <a:pt x="20" y="98"/>
                  </a:moveTo>
                  <a:cubicBezTo>
                    <a:pt x="20" y="90"/>
                    <a:pt x="21" y="80"/>
                    <a:pt x="20" y="73"/>
                  </a:cubicBezTo>
                  <a:cubicBezTo>
                    <a:pt x="20" y="67"/>
                    <a:pt x="15" y="64"/>
                    <a:pt x="14" y="58"/>
                  </a:cubicBezTo>
                  <a:cubicBezTo>
                    <a:pt x="14" y="53"/>
                    <a:pt x="15" y="49"/>
                    <a:pt x="14" y="44"/>
                  </a:cubicBezTo>
                  <a:cubicBezTo>
                    <a:pt x="13" y="39"/>
                    <a:pt x="10" y="34"/>
                    <a:pt x="10" y="29"/>
                  </a:cubicBezTo>
                  <a:cubicBezTo>
                    <a:pt x="11" y="23"/>
                    <a:pt x="12" y="20"/>
                    <a:pt x="9" y="15"/>
                  </a:cubicBezTo>
                  <a:cubicBezTo>
                    <a:pt x="6" y="10"/>
                    <a:pt x="2" y="6"/>
                    <a:pt x="0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8553" name="Freeform 55">
              <a:extLst>
                <a:ext uri="{FF2B5EF4-FFF2-40B4-BE49-F238E27FC236}">
                  <a16:creationId xmlns:a16="http://schemas.microsoft.com/office/drawing/2014/main" id="{3AE633E2-5ECE-4BBA-A96F-161C147169A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3" y="1354"/>
              <a:ext cx="69" cy="161"/>
            </a:xfrm>
            <a:custGeom>
              <a:avLst/>
              <a:gdLst>
                <a:gd name="T0" fmla="*/ 0 w 43"/>
                <a:gd name="T1" fmla="*/ 0 h 100"/>
                <a:gd name="T2" fmla="*/ 108 w 43"/>
                <a:gd name="T3" fmla="*/ 221 h 100"/>
                <a:gd name="T4" fmla="*/ 178 w 43"/>
                <a:gd name="T5" fmla="*/ 417 h 10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100">
                  <a:moveTo>
                    <a:pt x="0" y="0"/>
                  </a:moveTo>
                  <a:cubicBezTo>
                    <a:pt x="0" y="19"/>
                    <a:pt x="17" y="37"/>
                    <a:pt x="26" y="53"/>
                  </a:cubicBezTo>
                  <a:cubicBezTo>
                    <a:pt x="35" y="68"/>
                    <a:pt x="38" y="84"/>
                    <a:pt x="43" y="10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8554" name="Freeform 56">
              <a:extLst>
                <a:ext uri="{FF2B5EF4-FFF2-40B4-BE49-F238E27FC236}">
                  <a16:creationId xmlns:a16="http://schemas.microsoft.com/office/drawing/2014/main" id="{88FD21C9-AFCA-4262-A0A3-F386F5131DD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6" y="1454"/>
              <a:ext cx="12" cy="47"/>
            </a:xfrm>
            <a:custGeom>
              <a:avLst/>
              <a:gdLst>
                <a:gd name="T0" fmla="*/ 0 w 8"/>
                <a:gd name="T1" fmla="*/ 0 h 29"/>
                <a:gd name="T2" fmla="*/ 27 w 8"/>
                <a:gd name="T3" fmla="*/ 123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9">
                  <a:moveTo>
                    <a:pt x="0" y="0"/>
                  </a:moveTo>
                  <a:cubicBezTo>
                    <a:pt x="1" y="0"/>
                    <a:pt x="7" y="25"/>
                    <a:pt x="8" y="29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8555" name="Freeform 57">
              <a:extLst>
                <a:ext uri="{FF2B5EF4-FFF2-40B4-BE49-F238E27FC236}">
                  <a16:creationId xmlns:a16="http://schemas.microsoft.com/office/drawing/2014/main" id="{EAADB8CA-61A3-4868-AE8F-D7CE7CFCF8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3" y="1523"/>
              <a:ext cx="433" cy="337"/>
            </a:xfrm>
            <a:custGeom>
              <a:avLst/>
              <a:gdLst>
                <a:gd name="T0" fmla="*/ 1131 w 268"/>
                <a:gd name="T1" fmla="*/ 406 h 209"/>
                <a:gd name="T2" fmla="*/ 801 w 268"/>
                <a:gd name="T3" fmla="*/ 676 h 209"/>
                <a:gd name="T4" fmla="*/ 590 w 268"/>
                <a:gd name="T5" fmla="*/ 850 h 209"/>
                <a:gd name="T6" fmla="*/ 368 w 268"/>
                <a:gd name="T7" fmla="*/ 747 h 209"/>
                <a:gd name="T8" fmla="*/ 204 w 268"/>
                <a:gd name="T9" fmla="*/ 501 h 209"/>
                <a:gd name="T10" fmla="*/ 131 w 268"/>
                <a:gd name="T11" fmla="*/ 348 h 209"/>
                <a:gd name="T12" fmla="*/ 63 w 268"/>
                <a:gd name="T13" fmla="*/ 131 h 209"/>
                <a:gd name="T14" fmla="*/ 0 w 268"/>
                <a:gd name="T15" fmla="*/ 0 h 20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68" h="209">
                  <a:moveTo>
                    <a:pt x="268" y="97"/>
                  </a:moveTo>
                  <a:cubicBezTo>
                    <a:pt x="268" y="97"/>
                    <a:pt x="211" y="139"/>
                    <a:pt x="190" y="161"/>
                  </a:cubicBezTo>
                  <a:cubicBezTo>
                    <a:pt x="168" y="182"/>
                    <a:pt x="157" y="200"/>
                    <a:pt x="140" y="203"/>
                  </a:cubicBezTo>
                  <a:cubicBezTo>
                    <a:pt x="123" y="207"/>
                    <a:pt x="110" y="209"/>
                    <a:pt x="87" y="178"/>
                  </a:cubicBezTo>
                  <a:cubicBezTo>
                    <a:pt x="63" y="147"/>
                    <a:pt x="55" y="139"/>
                    <a:pt x="48" y="120"/>
                  </a:cubicBezTo>
                  <a:cubicBezTo>
                    <a:pt x="40" y="102"/>
                    <a:pt x="40" y="102"/>
                    <a:pt x="31" y="83"/>
                  </a:cubicBezTo>
                  <a:cubicBezTo>
                    <a:pt x="21" y="65"/>
                    <a:pt x="16" y="40"/>
                    <a:pt x="15" y="31"/>
                  </a:cubicBezTo>
                  <a:cubicBezTo>
                    <a:pt x="14" y="22"/>
                    <a:pt x="0" y="0"/>
                    <a:pt x="0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8556" name="Freeform 58">
              <a:extLst>
                <a:ext uri="{FF2B5EF4-FFF2-40B4-BE49-F238E27FC236}">
                  <a16:creationId xmlns:a16="http://schemas.microsoft.com/office/drawing/2014/main" id="{0AE52D74-6BF8-4460-B4EF-AD8A7ED43F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3" y="1930"/>
              <a:ext cx="29" cy="274"/>
            </a:xfrm>
            <a:custGeom>
              <a:avLst/>
              <a:gdLst>
                <a:gd name="T0" fmla="*/ 50 w 18"/>
                <a:gd name="T1" fmla="*/ 0 h 170"/>
                <a:gd name="T2" fmla="*/ 34 w 18"/>
                <a:gd name="T3" fmla="*/ 190 h 170"/>
                <a:gd name="T4" fmla="*/ 0 w 18"/>
                <a:gd name="T5" fmla="*/ 293 h 170"/>
                <a:gd name="T6" fmla="*/ 29 w 18"/>
                <a:gd name="T7" fmla="*/ 411 h 170"/>
                <a:gd name="T8" fmla="*/ 47 w 18"/>
                <a:gd name="T9" fmla="*/ 545 h 170"/>
                <a:gd name="T10" fmla="*/ 71 w 18"/>
                <a:gd name="T11" fmla="*/ 679 h 170"/>
                <a:gd name="T12" fmla="*/ 21 w 18"/>
                <a:gd name="T13" fmla="*/ 712 h 17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" h="170">
                  <a:moveTo>
                    <a:pt x="12" y="0"/>
                  </a:moveTo>
                  <a:cubicBezTo>
                    <a:pt x="12" y="0"/>
                    <a:pt x="14" y="30"/>
                    <a:pt x="8" y="45"/>
                  </a:cubicBezTo>
                  <a:cubicBezTo>
                    <a:pt x="3" y="61"/>
                    <a:pt x="0" y="70"/>
                    <a:pt x="0" y="70"/>
                  </a:cubicBezTo>
                  <a:cubicBezTo>
                    <a:pt x="0" y="70"/>
                    <a:pt x="7" y="81"/>
                    <a:pt x="7" y="98"/>
                  </a:cubicBezTo>
                  <a:cubicBezTo>
                    <a:pt x="8" y="115"/>
                    <a:pt x="7" y="115"/>
                    <a:pt x="11" y="130"/>
                  </a:cubicBezTo>
                  <a:cubicBezTo>
                    <a:pt x="14" y="145"/>
                    <a:pt x="18" y="153"/>
                    <a:pt x="17" y="162"/>
                  </a:cubicBezTo>
                  <a:cubicBezTo>
                    <a:pt x="17" y="162"/>
                    <a:pt x="17" y="168"/>
                    <a:pt x="5" y="17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8557" name="Freeform 59">
              <a:extLst>
                <a:ext uri="{FF2B5EF4-FFF2-40B4-BE49-F238E27FC236}">
                  <a16:creationId xmlns:a16="http://schemas.microsoft.com/office/drawing/2014/main" id="{E68CCEB1-E0B3-43D4-8A05-5C3E8640D8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5" y="2042"/>
              <a:ext cx="28" cy="62"/>
            </a:xfrm>
            <a:custGeom>
              <a:avLst/>
              <a:gdLst>
                <a:gd name="T0" fmla="*/ 76 w 17"/>
                <a:gd name="T1" fmla="*/ 0 h 38"/>
                <a:gd name="T2" fmla="*/ 0 w 17"/>
                <a:gd name="T3" fmla="*/ 165 h 3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38">
                  <a:moveTo>
                    <a:pt x="17" y="0"/>
                  </a:moveTo>
                  <a:cubicBezTo>
                    <a:pt x="17" y="0"/>
                    <a:pt x="3" y="23"/>
                    <a:pt x="0" y="38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8558" name="Freeform 60">
              <a:extLst>
                <a:ext uri="{FF2B5EF4-FFF2-40B4-BE49-F238E27FC236}">
                  <a16:creationId xmlns:a16="http://schemas.microsoft.com/office/drawing/2014/main" id="{BC4F5B75-196A-4354-98D0-EB0ABE822BF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8" y="1088"/>
              <a:ext cx="10" cy="27"/>
            </a:xfrm>
            <a:custGeom>
              <a:avLst/>
              <a:gdLst>
                <a:gd name="T0" fmla="*/ 28 w 6"/>
                <a:gd name="T1" fmla="*/ 0 h 17"/>
                <a:gd name="T2" fmla="*/ 22 w 6"/>
                <a:gd name="T3" fmla="*/ 13 h 17"/>
                <a:gd name="T4" fmla="*/ 22 w 6"/>
                <a:gd name="T5" fmla="*/ 21 h 17"/>
                <a:gd name="T6" fmla="*/ 13 w 6"/>
                <a:gd name="T7" fmla="*/ 35 h 17"/>
                <a:gd name="T8" fmla="*/ 5 w 6"/>
                <a:gd name="T9" fmla="*/ 52 h 17"/>
                <a:gd name="T10" fmla="*/ 0 w 6"/>
                <a:gd name="T11" fmla="*/ 68 h 17"/>
                <a:gd name="T12" fmla="*/ 8 w 6"/>
                <a:gd name="T13" fmla="*/ 48 h 17"/>
                <a:gd name="T14" fmla="*/ 22 w 6"/>
                <a:gd name="T15" fmla="*/ 33 h 17"/>
                <a:gd name="T16" fmla="*/ 28 w 6"/>
                <a:gd name="T17" fmla="*/ 16 h 17"/>
                <a:gd name="T18" fmla="*/ 28 w 6"/>
                <a:gd name="T19" fmla="*/ 0 h 1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" h="17">
                  <a:moveTo>
                    <a:pt x="6" y="0"/>
                  </a:moveTo>
                  <a:cubicBezTo>
                    <a:pt x="5" y="1"/>
                    <a:pt x="5" y="2"/>
                    <a:pt x="5" y="3"/>
                  </a:cubicBezTo>
                  <a:cubicBezTo>
                    <a:pt x="5" y="4"/>
                    <a:pt x="5" y="5"/>
                    <a:pt x="5" y="5"/>
                  </a:cubicBezTo>
                  <a:cubicBezTo>
                    <a:pt x="4" y="7"/>
                    <a:pt x="4" y="8"/>
                    <a:pt x="3" y="9"/>
                  </a:cubicBezTo>
                  <a:cubicBezTo>
                    <a:pt x="3" y="11"/>
                    <a:pt x="2" y="12"/>
                    <a:pt x="1" y="13"/>
                  </a:cubicBezTo>
                  <a:cubicBezTo>
                    <a:pt x="0" y="14"/>
                    <a:pt x="0" y="16"/>
                    <a:pt x="0" y="17"/>
                  </a:cubicBezTo>
                  <a:cubicBezTo>
                    <a:pt x="0" y="16"/>
                    <a:pt x="2" y="13"/>
                    <a:pt x="2" y="12"/>
                  </a:cubicBezTo>
                  <a:cubicBezTo>
                    <a:pt x="3" y="10"/>
                    <a:pt x="4" y="9"/>
                    <a:pt x="5" y="8"/>
                  </a:cubicBezTo>
                  <a:cubicBezTo>
                    <a:pt x="5" y="6"/>
                    <a:pt x="5" y="5"/>
                    <a:pt x="6" y="4"/>
                  </a:cubicBezTo>
                  <a:cubicBezTo>
                    <a:pt x="6" y="3"/>
                    <a:pt x="6" y="1"/>
                    <a:pt x="6" y="0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8559" name="Freeform 61">
              <a:extLst>
                <a:ext uri="{FF2B5EF4-FFF2-40B4-BE49-F238E27FC236}">
                  <a16:creationId xmlns:a16="http://schemas.microsoft.com/office/drawing/2014/main" id="{9CE605E9-6ADF-43EE-AE04-12CAF4CE41E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9" y="1080"/>
              <a:ext cx="3" cy="13"/>
            </a:xfrm>
            <a:custGeom>
              <a:avLst/>
              <a:gdLst>
                <a:gd name="T0" fmla="*/ 0 w 2"/>
                <a:gd name="T1" fmla="*/ 0 h 8"/>
                <a:gd name="T2" fmla="*/ 5 w 2"/>
                <a:gd name="T3" fmla="*/ 18 h 8"/>
                <a:gd name="T4" fmla="*/ 5 w 2"/>
                <a:gd name="T5" fmla="*/ 34 h 8"/>
                <a:gd name="T6" fmla="*/ 8 w 2"/>
                <a:gd name="T7" fmla="*/ 18 h 8"/>
                <a:gd name="T8" fmla="*/ 0 w 2"/>
                <a:gd name="T9" fmla="*/ 0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8">
                  <a:moveTo>
                    <a:pt x="0" y="0"/>
                  </a:moveTo>
                  <a:cubicBezTo>
                    <a:pt x="0" y="1"/>
                    <a:pt x="1" y="3"/>
                    <a:pt x="1" y="4"/>
                  </a:cubicBezTo>
                  <a:cubicBezTo>
                    <a:pt x="1" y="5"/>
                    <a:pt x="1" y="7"/>
                    <a:pt x="1" y="8"/>
                  </a:cubicBezTo>
                  <a:cubicBezTo>
                    <a:pt x="1" y="6"/>
                    <a:pt x="2" y="5"/>
                    <a:pt x="2" y="4"/>
                  </a:cubicBezTo>
                  <a:cubicBezTo>
                    <a:pt x="2" y="2"/>
                    <a:pt x="1" y="1"/>
                    <a:pt x="0" y="0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8560" name="Oval 62">
              <a:extLst>
                <a:ext uri="{FF2B5EF4-FFF2-40B4-BE49-F238E27FC236}">
                  <a16:creationId xmlns:a16="http://schemas.microsoft.com/office/drawing/2014/main" id="{70D1307E-15A5-499E-A0A8-0E5A368E44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17" y="1122"/>
              <a:ext cx="7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8561" name="Oval 63">
              <a:extLst>
                <a:ext uri="{FF2B5EF4-FFF2-40B4-BE49-F238E27FC236}">
                  <a16:creationId xmlns:a16="http://schemas.microsoft.com/office/drawing/2014/main" id="{FA9EB3F9-E6B0-41E0-B8D9-88FFADE593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01" y="1154"/>
              <a:ext cx="5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8562" name="Freeform 64">
              <a:extLst>
                <a:ext uri="{FF2B5EF4-FFF2-40B4-BE49-F238E27FC236}">
                  <a16:creationId xmlns:a16="http://schemas.microsoft.com/office/drawing/2014/main" id="{87B3B427-28EA-4A9B-87CC-67F021CD310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7" y="1244"/>
              <a:ext cx="57" cy="34"/>
            </a:xfrm>
            <a:custGeom>
              <a:avLst/>
              <a:gdLst>
                <a:gd name="T0" fmla="*/ 5 w 35"/>
                <a:gd name="T1" fmla="*/ 39 h 21"/>
                <a:gd name="T2" fmla="*/ 18 w 35"/>
                <a:gd name="T3" fmla="*/ 29 h 21"/>
                <a:gd name="T4" fmla="*/ 39 w 35"/>
                <a:gd name="T5" fmla="*/ 21 h 21"/>
                <a:gd name="T6" fmla="*/ 75 w 35"/>
                <a:gd name="T7" fmla="*/ 8 h 21"/>
                <a:gd name="T8" fmla="*/ 98 w 35"/>
                <a:gd name="T9" fmla="*/ 5 h 21"/>
                <a:gd name="T10" fmla="*/ 117 w 35"/>
                <a:gd name="T11" fmla="*/ 13 h 21"/>
                <a:gd name="T12" fmla="*/ 125 w 35"/>
                <a:gd name="T13" fmla="*/ 16 h 21"/>
                <a:gd name="T14" fmla="*/ 132 w 35"/>
                <a:gd name="T15" fmla="*/ 21 h 21"/>
                <a:gd name="T16" fmla="*/ 147 w 35"/>
                <a:gd name="T17" fmla="*/ 39 h 21"/>
                <a:gd name="T18" fmla="*/ 151 w 35"/>
                <a:gd name="T19" fmla="*/ 60 h 21"/>
                <a:gd name="T20" fmla="*/ 138 w 35"/>
                <a:gd name="T21" fmla="*/ 81 h 21"/>
                <a:gd name="T22" fmla="*/ 130 w 35"/>
                <a:gd name="T23" fmla="*/ 89 h 21"/>
                <a:gd name="T24" fmla="*/ 109 w 35"/>
                <a:gd name="T25" fmla="*/ 55 h 21"/>
                <a:gd name="T26" fmla="*/ 90 w 35"/>
                <a:gd name="T27" fmla="*/ 42 h 21"/>
                <a:gd name="T28" fmla="*/ 77 w 35"/>
                <a:gd name="T29" fmla="*/ 29 h 21"/>
                <a:gd name="T30" fmla="*/ 39 w 35"/>
                <a:gd name="T31" fmla="*/ 42 h 21"/>
                <a:gd name="T32" fmla="*/ 0 w 35"/>
                <a:gd name="T33" fmla="*/ 39 h 21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35" h="21">
                  <a:moveTo>
                    <a:pt x="1" y="9"/>
                  </a:moveTo>
                  <a:cubicBezTo>
                    <a:pt x="2" y="8"/>
                    <a:pt x="3" y="8"/>
                    <a:pt x="4" y="7"/>
                  </a:cubicBezTo>
                  <a:cubicBezTo>
                    <a:pt x="6" y="6"/>
                    <a:pt x="7" y="5"/>
                    <a:pt x="9" y="5"/>
                  </a:cubicBezTo>
                  <a:cubicBezTo>
                    <a:pt x="12" y="4"/>
                    <a:pt x="14" y="2"/>
                    <a:pt x="17" y="2"/>
                  </a:cubicBezTo>
                  <a:cubicBezTo>
                    <a:pt x="19" y="2"/>
                    <a:pt x="21" y="1"/>
                    <a:pt x="23" y="1"/>
                  </a:cubicBezTo>
                  <a:cubicBezTo>
                    <a:pt x="25" y="0"/>
                    <a:pt x="25" y="1"/>
                    <a:pt x="27" y="3"/>
                  </a:cubicBezTo>
                  <a:cubicBezTo>
                    <a:pt x="27" y="3"/>
                    <a:pt x="28" y="4"/>
                    <a:pt x="29" y="4"/>
                  </a:cubicBezTo>
                  <a:cubicBezTo>
                    <a:pt x="29" y="5"/>
                    <a:pt x="30" y="5"/>
                    <a:pt x="31" y="5"/>
                  </a:cubicBezTo>
                  <a:cubicBezTo>
                    <a:pt x="32" y="6"/>
                    <a:pt x="33" y="8"/>
                    <a:pt x="34" y="9"/>
                  </a:cubicBezTo>
                  <a:cubicBezTo>
                    <a:pt x="34" y="11"/>
                    <a:pt x="35" y="13"/>
                    <a:pt x="35" y="14"/>
                  </a:cubicBezTo>
                  <a:cubicBezTo>
                    <a:pt x="34" y="16"/>
                    <a:pt x="33" y="17"/>
                    <a:pt x="32" y="19"/>
                  </a:cubicBezTo>
                  <a:cubicBezTo>
                    <a:pt x="31" y="20"/>
                    <a:pt x="31" y="21"/>
                    <a:pt x="30" y="21"/>
                  </a:cubicBezTo>
                  <a:cubicBezTo>
                    <a:pt x="29" y="18"/>
                    <a:pt x="27" y="15"/>
                    <a:pt x="25" y="13"/>
                  </a:cubicBezTo>
                  <a:cubicBezTo>
                    <a:pt x="24" y="12"/>
                    <a:pt x="22" y="11"/>
                    <a:pt x="21" y="10"/>
                  </a:cubicBezTo>
                  <a:cubicBezTo>
                    <a:pt x="20" y="9"/>
                    <a:pt x="19" y="8"/>
                    <a:pt x="18" y="7"/>
                  </a:cubicBezTo>
                  <a:cubicBezTo>
                    <a:pt x="15" y="6"/>
                    <a:pt x="12" y="8"/>
                    <a:pt x="9" y="10"/>
                  </a:cubicBezTo>
                  <a:cubicBezTo>
                    <a:pt x="6" y="11"/>
                    <a:pt x="2" y="9"/>
                    <a:pt x="0" y="9"/>
                  </a:cubicBezTo>
                </a:path>
              </a:pathLst>
            </a:custGeom>
            <a:solidFill>
              <a:srgbClr val="F7BF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8563" name="Freeform 65">
              <a:extLst>
                <a:ext uri="{FF2B5EF4-FFF2-40B4-BE49-F238E27FC236}">
                  <a16:creationId xmlns:a16="http://schemas.microsoft.com/office/drawing/2014/main" id="{599ED574-B721-47C3-9824-E1C6550C06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4" y="1260"/>
              <a:ext cx="47" cy="42"/>
            </a:xfrm>
            <a:custGeom>
              <a:avLst/>
              <a:gdLst>
                <a:gd name="T0" fmla="*/ 5 w 29"/>
                <a:gd name="T1" fmla="*/ 0 h 26"/>
                <a:gd name="T2" fmla="*/ 39 w 29"/>
                <a:gd name="T3" fmla="*/ 26 h 26"/>
                <a:gd name="T4" fmla="*/ 73 w 29"/>
                <a:gd name="T5" fmla="*/ 50 h 26"/>
                <a:gd name="T6" fmla="*/ 118 w 29"/>
                <a:gd name="T7" fmla="*/ 55 h 26"/>
                <a:gd name="T8" fmla="*/ 115 w 29"/>
                <a:gd name="T9" fmla="*/ 71 h 26"/>
                <a:gd name="T10" fmla="*/ 107 w 29"/>
                <a:gd name="T11" fmla="*/ 89 h 26"/>
                <a:gd name="T12" fmla="*/ 102 w 29"/>
                <a:gd name="T13" fmla="*/ 102 h 26"/>
                <a:gd name="T14" fmla="*/ 84 w 29"/>
                <a:gd name="T15" fmla="*/ 105 h 26"/>
                <a:gd name="T16" fmla="*/ 42 w 29"/>
                <a:gd name="T17" fmla="*/ 102 h 26"/>
                <a:gd name="T18" fmla="*/ 34 w 29"/>
                <a:gd name="T19" fmla="*/ 76 h 26"/>
                <a:gd name="T20" fmla="*/ 21 w 29"/>
                <a:gd name="T21" fmla="*/ 50 h 26"/>
                <a:gd name="T22" fmla="*/ 8 w 29"/>
                <a:gd name="T23" fmla="*/ 29 h 26"/>
                <a:gd name="T24" fmla="*/ 5 w 29"/>
                <a:gd name="T25" fmla="*/ 16 h 26"/>
                <a:gd name="T26" fmla="*/ 0 w 29"/>
                <a:gd name="T27" fmla="*/ 0 h 2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9" h="26">
                  <a:moveTo>
                    <a:pt x="1" y="0"/>
                  </a:moveTo>
                  <a:cubicBezTo>
                    <a:pt x="4" y="1"/>
                    <a:pt x="7" y="3"/>
                    <a:pt x="9" y="6"/>
                  </a:cubicBezTo>
                  <a:cubicBezTo>
                    <a:pt x="12" y="9"/>
                    <a:pt x="13" y="11"/>
                    <a:pt x="17" y="12"/>
                  </a:cubicBezTo>
                  <a:cubicBezTo>
                    <a:pt x="20" y="13"/>
                    <a:pt x="25" y="11"/>
                    <a:pt x="28" y="13"/>
                  </a:cubicBezTo>
                  <a:cubicBezTo>
                    <a:pt x="29" y="15"/>
                    <a:pt x="29" y="15"/>
                    <a:pt x="27" y="17"/>
                  </a:cubicBezTo>
                  <a:cubicBezTo>
                    <a:pt x="26" y="18"/>
                    <a:pt x="26" y="19"/>
                    <a:pt x="25" y="21"/>
                  </a:cubicBezTo>
                  <a:cubicBezTo>
                    <a:pt x="25" y="22"/>
                    <a:pt x="25" y="23"/>
                    <a:pt x="24" y="24"/>
                  </a:cubicBezTo>
                  <a:cubicBezTo>
                    <a:pt x="23" y="25"/>
                    <a:pt x="21" y="25"/>
                    <a:pt x="20" y="25"/>
                  </a:cubicBezTo>
                  <a:cubicBezTo>
                    <a:pt x="17" y="25"/>
                    <a:pt x="12" y="26"/>
                    <a:pt x="10" y="24"/>
                  </a:cubicBezTo>
                  <a:cubicBezTo>
                    <a:pt x="9" y="23"/>
                    <a:pt x="9" y="19"/>
                    <a:pt x="8" y="18"/>
                  </a:cubicBezTo>
                  <a:cubicBezTo>
                    <a:pt x="7" y="16"/>
                    <a:pt x="6" y="14"/>
                    <a:pt x="5" y="12"/>
                  </a:cubicBezTo>
                  <a:cubicBezTo>
                    <a:pt x="4" y="10"/>
                    <a:pt x="3" y="8"/>
                    <a:pt x="2" y="7"/>
                  </a:cubicBezTo>
                  <a:cubicBezTo>
                    <a:pt x="2" y="6"/>
                    <a:pt x="1" y="5"/>
                    <a:pt x="1" y="4"/>
                  </a:cubicBezTo>
                  <a:cubicBezTo>
                    <a:pt x="0" y="3"/>
                    <a:pt x="0" y="1"/>
                    <a:pt x="0" y="0"/>
                  </a:cubicBezTo>
                </a:path>
              </a:pathLst>
            </a:custGeom>
            <a:solidFill>
              <a:srgbClr val="F7BF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8564" name="Freeform 66">
              <a:extLst>
                <a:ext uri="{FF2B5EF4-FFF2-40B4-BE49-F238E27FC236}">
                  <a16:creationId xmlns:a16="http://schemas.microsoft.com/office/drawing/2014/main" id="{D1FF1526-B4F8-42BB-9102-1035D36024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5" y="1273"/>
              <a:ext cx="17" cy="26"/>
            </a:xfrm>
            <a:custGeom>
              <a:avLst/>
              <a:gdLst>
                <a:gd name="T0" fmla="*/ 0 w 10"/>
                <a:gd name="T1" fmla="*/ 8 h 16"/>
                <a:gd name="T2" fmla="*/ 20 w 10"/>
                <a:gd name="T3" fmla="*/ 55 h 16"/>
                <a:gd name="T4" fmla="*/ 44 w 10"/>
                <a:gd name="T5" fmla="*/ 42 h 16"/>
                <a:gd name="T6" fmla="*/ 29 w 10"/>
                <a:gd name="T7" fmla="*/ 18 h 16"/>
                <a:gd name="T8" fmla="*/ 0 w 10"/>
                <a:gd name="T9" fmla="*/ 8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6">
                  <a:moveTo>
                    <a:pt x="0" y="2"/>
                  </a:moveTo>
                  <a:cubicBezTo>
                    <a:pt x="3" y="5"/>
                    <a:pt x="2" y="9"/>
                    <a:pt x="4" y="13"/>
                  </a:cubicBezTo>
                  <a:cubicBezTo>
                    <a:pt x="7" y="16"/>
                    <a:pt x="9" y="13"/>
                    <a:pt x="9" y="10"/>
                  </a:cubicBezTo>
                  <a:cubicBezTo>
                    <a:pt x="10" y="7"/>
                    <a:pt x="8" y="6"/>
                    <a:pt x="6" y="4"/>
                  </a:cubicBezTo>
                  <a:cubicBezTo>
                    <a:pt x="5" y="3"/>
                    <a:pt x="1" y="0"/>
                    <a:pt x="0" y="2"/>
                  </a:cubicBezTo>
                </a:path>
              </a:pathLst>
            </a:custGeom>
            <a:solidFill>
              <a:srgbClr val="FAD1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8565" name="Freeform 67">
              <a:extLst>
                <a:ext uri="{FF2B5EF4-FFF2-40B4-BE49-F238E27FC236}">
                  <a16:creationId xmlns:a16="http://schemas.microsoft.com/office/drawing/2014/main" id="{5862D405-47C7-486A-A82C-F21F454531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8" y="1247"/>
              <a:ext cx="15" cy="13"/>
            </a:xfrm>
            <a:custGeom>
              <a:avLst/>
              <a:gdLst>
                <a:gd name="T0" fmla="*/ 0 w 9"/>
                <a:gd name="T1" fmla="*/ 13 h 8"/>
                <a:gd name="T2" fmla="*/ 22 w 9"/>
                <a:gd name="T3" fmla="*/ 29 h 8"/>
                <a:gd name="T4" fmla="*/ 42 w 9"/>
                <a:gd name="T5" fmla="*/ 26 h 8"/>
                <a:gd name="T6" fmla="*/ 33 w 9"/>
                <a:gd name="T7" fmla="*/ 8 h 8"/>
                <a:gd name="T8" fmla="*/ 8 w 9"/>
                <a:gd name="T9" fmla="*/ 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0" y="3"/>
                  </a:moveTo>
                  <a:cubicBezTo>
                    <a:pt x="3" y="4"/>
                    <a:pt x="3" y="5"/>
                    <a:pt x="5" y="7"/>
                  </a:cubicBezTo>
                  <a:cubicBezTo>
                    <a:pt x="6" y="8"/>
                    <a:pt x="8" y="8"/>
                    <a:pt x="9" y="6"/>
                  </a:cubicBezTo>
                  <a:cubicBezTo>
                    <a:pt x="9" y="5"/>
                    <a:pt x="8" y="3"/>
                    <a:pt x="7" y="2"/>
                  </a:cubicBezTo>
                  <a:cubicBezTo>
                    <a:pt x="6" y="1"/>
                    <a:pt x="2" y="0"/>
                    <a:pt x="2" y="2"/>
                  </a:cubicBezTo>
                </a:path>
              </a:pathLst>
            </a:custGeom>
            <a:solidFill>
              <a:srgbClr val="FAD1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8566" name="Freeform 68">
              <a:extLst>
                <a:ext uri="{FF2B5EF4-FFF2-40B4-BE49-F238E27FC236}">
                  <a16:creationId xmlns:a16="http://schemas.microsoft.com/office/drawing/2014/main" id="{1833B2FA-F335-401D-B9B8-4293133C9A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5" y="1289"/>
              <a:ext cx="8" cy="10"/>
            </a:xfrm>
            <a:custGeom>
              <a:avLst/>
              <a:gdLst>
                <a:gd name="T0" fmla="*/ 5 w 5"/>
                <a:gd name="T1" fmla="*/ 0 h 6"/>
                <a:gd name="T2" fmla="*/ 16 w 5"/>
                <a:gd name="T3" fmla="*/ 20 h 6"/>
                <a:gd name="T4" fmla="*/ 8 w 5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6">
                  <a:moveTo>
                    <a:pt x="1" y="0"/>
                  </a:moveTo>
                  <a:cubicBezTo>
                    <a:pt x="0" y="2"/>
                    <a:pt x="1" y="6"/>
                    <a:pt x="4" y="4"/>
                  </a:cubicBezTo>
                  <a:cubicBezTo>
                    <a:pt x="5" y="2"/>
                    <a:pt x="4" y="0"/>
                    <a:pt x="2" y="0"/>
                  </a:cubicBezTo>
                </a:path>
              </a:pathLst>
            </a:custGeom>
            <a:solidFill>
              <a:srgbClr val="F9E9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8567" name="Freeform 69">
              <a:extLst>
                <a:ext uri="{FF2B5EF4-FFF2-40B4-BE49-F238E27FC236}">
                  <a16:creationId xmlns:a16="http://schemas.microsoft.com/office/drawing/2014/main" id="{94EA99FB-C568-41F7-A0C8-A7DA3D89F5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1" y="3673"/>
              <a:ext cx="191" cy="161"/>
            </a:xfrm>
            <a:custGeom>
              <a:avLst/>
              <a:gdLst>
                <a:gd name="T0" fmla="*/ 21 w 118"/>
                <a:gd name="T1" fmla="*/ 122 h 100"/>
                <a:gd name="T2" fmla="*/ 16 w 118"/>
                <a:gd name="T3" fmla="*/ 209 h 100"/>
                <a:gd name="T4" fmla="*/ 165 w 118"/>
                <a:gd name="T5" fmla="*/ 403 h 100"/>
                <a:gd name="T6" fmla="*/ 382 w 118"/>
                <a:gd name="T7" fmla="*/ 404 h 100"/>
                <a:gd name="T8" fmla="*/ 471 w 118"/>
                <a:gd name="T9" fmla="*/ 343 h 100"/>
                <a:gd name="T10" fmla="*/ 487 w 118"/>
                <a:gd name="T11" fmla="*/ 267 h 100"/>
                <a:gd name="T12" fmla="*/ 474 w 118"/>
                <a:gd name="T13" fmla="*/ 135 h 100"/>
                <a:gd name="T14" fmla="*/ 21 w 118"/>
                <a:gd name="T15" fmla="*/ 122 h 10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8" h="100">
                  <a:moveTo>
                    <a:pt x="5" y="29"/>
                  </a:moveTo>
                  <a:cubicBezTo>
                    <a:pt x="5" y="29"/>
                    <a:pt x="5" y="44"/>
                    <a:pt x="4" y="50"/>
                  </a:cubicBezTo>
                  <a:cubicBezTo>
                    <a:pt x="2" y="57"/>
                    <a:pt x="0" y="89"/>
                    <a:pt x="39" y="96"/>
                  </a:cubicBezTo>
                  <a:cubicBezTo>
                    <a:pt x="62" y="100"/>
                    <a:pt x="86" y="98"/>
                    <a:pt x="90" y="97"/>
                  </a:cubicBezTo>
                  <a:cubicBezTo>
                    <a:pt x="94" y="96"/>
                    <a:pt x="107" y="88"/>
                    <a:pt x="111" y="82"/>
                  </a:cubicBezTo>
                  <a:cubicBezTo>
                    <a:pt x="114" y="76"/>
                    <a:pt x="118" y="69"/>
                    <a:pt x="115" y="64"/>
                  </a:cubicBezTo>
                  <a:cubicBezTo>
                    <a:pt x="112" y="58"/>
                    <a:pt x="112" y="32"/>
                    <a:pt x="112" y="32"/>
                  </a:cubicBezTo>
                  <a:cubicBezTo>
                    <a:pt x="112" y="32"/>
                    <a:pt x="69" y="0"/>
                    <a:pt x="5" y="29"/>
                  </a:cubicBezTo>
                  <a:close/>
                </a:path>
              </a:pathLst>
            </a:custGeom>
            <a:solidFill>
              <a:srgbClr val="608F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8568" name="Freeform 70">
              <a:extLst>
                <a:ext uri="{FF2B5EF4-FFF2-40B4-BE49-F238E27FC236}">
                  <a16:creationId xmlns:a16="http://schemas.microsoft.com/office/drawing/2014/main" id="{CCE01985-128E-454B-A7EF-DC91C52FE8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7" y="3803"/>
              <a:ext cx="122" cy="26"/>
            </a:xfrm>
            <a:custGeom>
              <a:avLst/>
              <a:gdLst>
                <a:gd name="T0" fmla="*/ 315 w 76"/>
                <a:gd name="T1" fmla="*/ 29 h 16"/>
                <a:gd name="T2" fmla="*/ 265 w 76"/>
                <a:gd name="T3" fmla="*/ 0 h 16"/>
                <a:gd name="T4" fmla="*/ 0 w 76"/>
                <a:gd name="T5" fmla="*/ 47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6" h="16">
                  <a:moveTo>
                    <a:pt x="76" y="7"/>
                  </a:moveTo>
                  <a:cubicBezTo>
                    <a:pt x="76" y="7"/>
                    <a:pt x="74" y="0"/>
                    <a:pt x="64" y="0"/>
                  </a:cubicBezTo>
                  <a:cubicBezTo>
                    <a:pt x="54" y="1"/>
                    <a:pt x="14" y="16"/>
                    <a:pt x="0" y="11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8569" name="Freeform 71">
              <a:extLst>
                <a:ext uri="{FF2B5EF4-FFF2-40B4-BE49-F238E27FC236}">
                  <a16:creationId xmlns:a16="http://schemas.microsoft.com/office/drawing/2014/main" id="{AFF87FFE-47C9-4808-937E-3D02B4D4EE8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1" y="3752"/>
              <a:ext cx="102" cy="16"/>
            </a:xfrm>
            <a:custGeom>
              <a:avLst/>
              <a:gdLst>
                <a:gd name="T0" fmla="*/ 0 w 63"/>
                <a:gd name="T1" fmla="*/ 42 h 10"/>
                <a:gd name="T2" fmla="*/ 76 w 63"/>
                <a:gd name="T3" fmla="*/ 13 h 10"/>
                <a:gd name="T4" fmla="*/ 149 w 63"/>
                <a:gd name="T5" fmla="*/ 16 h 10"/>
                <a:gd name="T6" fmla="*/ 204 w 63"/>
                <a:gd name="T7" fmla="*/ 0 h 10"/>
                <a:gd name="T8" fmla="*/ 267 w 63"/>
                <a:gd name="T9" fmla="*/ 29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3" h="10">
                  <a:moveTo>
                    <a:pt x="0" y="10"/>
                  </a:moveTo>
                  <a:cubicBezTo>
                    <a:pt x="0" y="10"/>
                    <a:pt x="7" y="5"/>
                    <a:pt x="18" y="3"/>
                  </a:cubicBezTo>
                  <a:cubicBezTo>
                    <a:pt x="23" y="2"/>
                    <a:pt x="30" y="4"/>
                    <a:pt x="35" y="4"/>
                  </a:cubicBezTo>
                  <a:cubicBezTo>
                    <a:pt x="39" y="3"/>
                    <a:pt x="44" y="0"/>
                    <a:pt x="48" y="0"/>
                  </a:cubicBezTo>
                  <a:cubicBezTo>
                    <a:pt x="54" y="0"/>
                    <a:pt x="59" y="4"/>
                    <a:pt x="63" y="7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8570" name="Line 72">
              <a:extLst>
                <a:ext uri="{FF2B5EF4-FFF2-40B4-BE49-F238E27FC236}">
                  <a16:creationId xmlns:a16="http://schemas.microsoft.com/office/drawing/2014/main" id="{92CCC42A-9E7E-47E2-99C7-73D7E540072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59" y="3705"/>
              <a:ext cx="11" cy="52"/>
            </a:xfrm>
            <a:prstGeom prst="line">
              <a:avLst/>
            </a:prstGeom>
            <a:noFill/>
            <a:ln w="6350" cap="rnd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8571" name="Line 73">
              <a:extLst>
                <a:ext uri="{FF2B5EF4-FFF2-40B4-BE49-F238E27FC236}">
                  <a16:creationId xmlns:a16="http://schemas.microsoft.com/office/drawing/2014/main" id="{7262F114-C366-4704-9E33-AAB03645379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1497" y="3707"/>
              <a:ext cx="20" cy="46"/>
            </a:xfrm>
            <a:prstGeom prst="line">
              <a:avLst/>
            </a:prstGeom>
            <a:noFill/>
            <a:ln w="6350" cap="rnd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8572" name="Freeform 74">
              <a:extLst>
                <a:ext uri="{FF2B5EF4-FFF2-40B4-BE49-F238E27FC236}">
                  <a16:creationId xmlns:a16="http://schemas.microsoft.com/office/drawing/2014/main" id="{5BCEA1E2-41B7-403C-891A-F4C5F22C7D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2" y="3729"/>
              <a:ext cx="58" cy="24"/>
            </a:xfrm>
            <a:custGeom>
              <a:avLst/>
              <a:gdLst>
                <a:gd name="T0" fmla="*/ 150 w 36"/>
                <a:gd name="T1" fmla="*/ 46 h 15"/>
                <a:gd name="T2" fmla="*/ 0 w 36"/>
                <a:gd name="T3" fmla="*/ 61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" h="15">
                  <a:moveTo>
                    <a:pt x="36" y="11"/>
                  </a:moveTo>
                  <a:cubicBezTo>
                    <a:pt x="36" y="11"/>
                    <a:pt x="14" y="0"/>
                    <a:pt x="0" y="15"/>
                  </a:cubicBezTo>
                </a:path>
              </a:pathLst>
            </a:custGeom>
            <a:noFill/>
            <a:ln w="1111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8573" name="Freeform 75">
              <a:extLst>
                <a:ext uri="{FF2B5EF4-FFF2-40B4-BE49-F238E27FC236}">
                  <a16:creationId xmlns:a16="http://schemas.microsoft.com/office/drawing/2014/main" id="{6A2EA858-C458-4BD4-851B-4114B0F36C5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9" y="3723"/>
              <a:ext cx="56" cy="16"/>
            </a:xfrm>
            <a:custGeom>
              <a:avLst/>
              <a:gdLst>
                <a:gd name="T0" fmla="*/ 144 w 35"/>
                <a:gd name="T1" fmla="*/ 21 h 10"/>
                <a:gd name="T2" fmla="*/ 0 w 35"/>
                <a:gd name="T3" fmla="*/ 42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10">
                  <a:moveTo>
                    <a:pt x="35" y="5"/>
                  </a:moveTo>
                  <a:cubicBezTo>
                    <a:pt x="35" y="5"/>
                    <a:pt x="12" y="0"/>
                    <a:pt x="0" y="10"/>
                  </a:cubicBezTo>
                </a:path>
              </a:pathLst>
            </a:custGeom>
            <a:noFill/>
            <a:ln w="1111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8574" name="Freeform 76">
              <a:extLst>
                <a:ext uri="{FF2B5EF4-FFF2-40B4-BE49-F238E27FC236}">
                  <a16:creationId xmlns:a16="http://schemas.microsoft.com/office/drawing/2014/main" id="{FBDD2795-BCD1-49A6-AC91-862E9CD20C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5" y="3707"/>
              <a:ext cx="52" cy="14"/>
            </a:xfrm>
            <a:custGeom>
              <a:avLst/>
              <a:gdLst>
                <a:gd name="T0" fmla="*/ 138 w 32"/>
                <a:gd name="T1" fmla="*/ 19 h 9"/>
                <a:gd name="T2" fmla="*/ 0 w 32"/>
                <a:gd name="T3" fmla="*/ 34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2" h="9">
                  <a:moveTo>
                    <a:pt x="32" y="5"/>
                  </a:moveTo>
                  <a:cubicBezTo>
                    <a:pt x="32" y="5"/>
                    <a:pt x="10" y="0"/>
                    <a:pt x="0" y="9"/>
                  </a:cubicBezTo>
                </a:path>
              </a:pathLst>
            </a:custGeom>
            <a:noFill/>
            <a:ln w="1111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8575" name="Freeform 77">
              <a:extLst>
                <a:ext uri="{FF2B5EF4-FFF2-40B4-BE49-F238E27FC236}">
                  <a16:creationId xmlns:a16="http://schemas.microsoft.com/office/drawing/2014/main" id="{3A5519FB-F3F0-4376-88F5-444FEC598D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1" y="3668"/>
              <a:ext cx="233" cy="134"/>
            </a:xfrm>
            <a:custGeom>
              <a:avLst/>
              <a:gdLst>
                <a:gd name="T0" fmla="*/ 393 w 144"/>
                <a:gd name="T1" fmla="*/ 0 h 83"/>
                <a:gd name="T2" fmla="*/ 550 w 144"/>
                <a:gd name="T3" fmla="*/ 152 h 83"/>
                <a:gd name="T4" fmla="*/ 597 w 144"/>
                <a:gd name="T5" fmla="*/ 274 h 83"/>
                <a:gd name="T6" fmla="*/ 450 w 144"/>
                <a:gd name="T7" fmla="*/ 334 h 83"/>
                <a:gd name="T8" fmla="*/ 241 w 144"/>
                <a:gd name="T9" fmla="*/ 323 h 83"/>
                <a:gd name="T10" fmla="*/ 0 w 144"/>
                <a:gd name="T11" fmla="*/ 173 h 83"/>
                <a:gd name="T12" fmla="*/ 393 w 144"/>
                <a:gd name="T13" fmla="*/ 0 h 8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4" h="83">
                  <a:moveTo>
                    <a:pt x="93" y="0"/>
                  </a:moveTo>
                  <a:cubicBezTo>
                    <a:pt x="93" y="0"/>
                    <a:pt x="121" y="28"/>
                    <a:pt x="130" y="36"/>
                  </a:cubicBezTo>
                  <a:cubicBezTo>
                    <a:pt x="138" y="44"/>
                    <a:pt x="144" y="57"/>
                    <a:pt x="141" y="65"/>
                  </a:cubicBezTo>
                  <a:cubicBezTo>
                    <a:pt x="137" y="74"/>
                    <a:pt x="124" y="77"/>
                    <a:pt x="106" y="79"/>
                  </a:cubicBezTo>
                  <a:cubicBezTo>
                    <a:pt x="87" y="80"/>
                    <a:pt x="68" y="83"/>
                    <a:pt x="57" y="77"/>
                  </a:cubicBezTo>
                  <a:cubicBezTo>
                    <a:pt x="46" y="70"/>
                    <a:pt x="16" y="44"/>
                    <a:pt x="0" y="41"/>
                  </a:cubicBezTo>
                  <a:cubicBezTo>
                    <a:pt x="0" y="41"/>
                    <a:pt x="78" y="0"/>
                    <a:pt x="93" y="0"/>
                  </a:cubicBezTo>
                  <a:close/>
                </a:path>
              </a:pathLst>
            </a:custGeom>
            <a:solidFill>
              <a:srgbClr val="608F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8576" name="Freeform 78">
              <a:extLst>
                <a:ext uri="{FF2B5EF4-FFF2-40B4-BE49-F238E27FC236}">
                  <a16:creationId xmlns:a16="http://schemas.microsoft.com/office/drawing/2014/main" id="{B74AA1C8-DD09-49A3-B0ED-C8FCB69E27D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1" y="3673"/>
              <a:ext cx="191" cy="161"/>
            </a:xfrm>
            <a:custGeom>
              <a:avLst/>
              <a:gdLst>
                <a:gd name="T0" fmla="*/ 21 w 118"/>
                <a:gd name="T1" fmla="*/ 122 h 100"/>
                <a:gd name="T2" fmla="*/ 16 w 118"/>
                <a:gd name="T3" fmla="*/ 209 h 100"/>
                <a:gd name="T4" fmla="*/ 165 w 118"/>
                <a:gd name="T5" fmla="*/ 403 h 100"/>
                <a:gd name="T6" fmla="*/ 382 w 118"/>
                <a:gd name="T7" fmla="*/ 404 h 100"/>
                <a:gd name="T8" fmla="*/ 471 w 118"/>
                <a:gd name="T9" fmla="*/ 343 h 100"/>
                <a:gd name="T10" fmla="*/ 487 w 118"/>
                <a:gd name="T11" fmla="*/ 267 h 100"/>
                <a:gd name="T12" fmla="*/ 474 w 118"/>
                <a:gd name="T13" fmla="*/ 135 h 100"/>
                <a:gd name="T14" fmla="*/ 21 w 118"/>
                <a:gd name="T15" fmla="*/ 122 h 10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8" h="100">
                  <a:moveTo>
                    <a:pt x="5" y="29"/>
                  </a:moveTo>
                  <a:cubicBezTo>
                    <a:pt x="5" y="29"/>
                    <a:pt x="5" y="44"/>
                    <a:pt x="4" y="50"/>
                  </a:cubicBezTo>
                  <a:cubicBezTo>
                    <a:pt x="2" y="57"/>
                    <a:pt x="0" y="89"/>
                    <a:pt x="39" y="96"/>
                  </a:cubicBezTo>
                  <a:cubicBezTo>
                    <a:pt x="62" y="100"/>
                    <a:pt x="86" y="98"/>
                    <a:pt x="90" y="97"/>
                  </a:cubicBezTo>
                  <a:cubicBezTo>
                    <a:pt x="94" y="96"/>
                    <a:pt x="107" y="88"/>
                    <a:pt x="111" y="82"/>
                  </a:cubicBezTo>
                  <a:cubicBezTo>
                    <a:pt x="114" y="76"/>
                    <a:pt x="118" y="69"/>
                    <a:pt x="115" y="64"/>
                  </a:cubicBezTo>
                  <a:cubicBezTo>
                    <a:pt x="112" y="58"/>
                    <a:pt x="112" y="32"/>
                    <a:pt x="112" y="32"/>
                  </a:cubicBezTo>
                  <a:cubicBezTo>
                    <a:pt x="112" y="32"/>
                    <a:pt x="69" y="0"/>
                    <a:pt x="5" y="29"/>
                  </a:cubicBezTo>
                  <a:close/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8577" name="Freeform 79">
              <a:extLst>
                <a:ext uri="{FF2B5EF4-FFF2-40B4-BE49-F238E27FC236}">
                  <a16:creationId xmlns:a16="http://schemas.microsoft.com/office/drawing/2014/main" id="{2B00C7AF-13DD-49AA-8B62-9F4638D507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1" y="3668"/>
              <a:ext cx="233" cy="134"/>
            </a:xfrm>
            <a:custGeom>
              <a:avLst/>
              <a:gdLst>
                <a:gd name="T0" fmla="*/ 393 w 144"/>
                <a:gd name="T1" fmla="*/ 0 h 83"/>
                <a:gd name="T2" fmla="*/ 550 w 144"/>
                <a:gd name="T3" fmla="*/ 152 h 83"/>
                <a:gd name="T4" fmla="*/ 597 w 144"/>
                <a:gd name="T5" fmla="*/ 274 h 83"/>
                <a:gd name="T6" fmla="*/ 450 w 144"/>
                <a:gd name="T7" fmla="*/ 334 h 83"/>
                <a:gd name="T8" fmla="*/ 241 w 144"/>
                <a:gd name="T9" fmla="*/ 323 h 83"/>
                <a:gd name="T10" fmla="*/ 0 w 144"/>
                <a:gd name="T11" fmla="*/ 173 h 83"/>
                <a:gd name="T12" fmla="*/ 393 w 144"/>
                <a:gd name="T13" fmla="*/ 0 h 8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4" h="83">
                  <a:moveTo>
                    <a:pt x="93" y="0"/>
                  </a:moveTo>
                  <a:cubicBezTo>
                    <a:pt x="93" y="0"/>
                    <a:pt x="121" y="28"/>
                    <a:pt x="130" y="36"/>
                  </a:cubicBezTo>
                  <a:cubicBezTo>
                    <a:pt x="138" y="44"/>
                    <a:pt x="144" y="57"/>
                    <a:pt x="141" y="65"/>
                  </a:cubicBezTo>
                  <a:cubicBezTo>
                    <a:pt x="137" y="74"/>
                    <a:pt x="124" y="77"/>
                    <a:pt x="106" y="79"/>
                  </a:cubicBezTo>
                  <a:cubicBezTo>
                    <a:pt x="87" y="80"/>
                    <a:pt x="68" y="83"/>
                    <a:pt x="57" y="77"/>
                  </a:cubicBezTo>
                  <a:cubicBezTo>
                    <a:pt x="46" y="70"/>
                    <a:pt x="16" y="44"/>
                    <a:pt x="0" y="41"/>
                  </a:cubicBezTo>
                  <a:cubicBezTo>
                    <a:pt x="0" y="41"/>
                    <a:pt x="78" y="0"/>
                    <a:pt x="93" y="0"/>
                  </a:cubicBezTo>
                  <a:close/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8578" name="Freeform 80">
              <a:extLst>
                <a:ext uri="{FF2B5EF4-FFF2-40B4-BE49-F238E27FC236}">
                  <a16:creationId xmlns:a16="http://schemas.microsoft.com/office/drawing/2014/main" id="{C7A22572-A974-4C5B-9E87-7974CA8541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4" y="3692"/>
              <a:ext cx="34" cy="20"/>
            </a:xfrm>
            <a:custGeom>
              <a:avLst/>
              <a:gdLst>
                <a:gd name="T0" fmla="*/ 89 w 21"/>
                <a:gd name="T1" fmla="*/ 20 h 12"/>
                <a:gd name="T2" fmla="*/ 0 w 21"/>
                <a:gd name="T3" fmla="*/ 55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12">
                  <a:moveTo>
                    <a:pt x="21" y="4"/>
                  </a:moveTo>
                  <a:cubicBezTo>
                    <a:pt x="21" y="4"/>
                    <a:pt x="7" y="0"/>
                    <a:pt x="0" y="12"/>
                  </a:cubicBezTo>
                </a:path>
              </a:pathLst>
            </a:custGeom>
            <a:noFill/>
            <a:ln w="1111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8579" name="Freeform 81">
              <a:extLst>
                <a:ext uri="{FF2B5EF4-FFF2-40B4-BE49-F238E27FC236}">
                  <a16:creationId xmlns:a16="http://schemas.microsoft.com/office/drawing/2014/main" id="{B2DC2535-2BE4-4543-89C6-97333B8509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9" y="3684"/>
              <a:ext cx="39" cy="19"/>
            </a:xfrm>
            <a:custGeom>
              <a:avLst/>
              <a:gdLst>
                <a:gd name="T0" fmla="*/ 102 w 24"/>
                <a:gd name="T1" fmla="*/ 8 h 12"/>
                <a:gd name="T2" fmla="*/ 0 w 24"/>
                <a:gd name="T3" fmla="*/ 48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12">
                  <a:moveTo>
                    <a:pt x="24" y="2"/>
                  </a:moveTo>
                  <a:cubicBezTo>
                    <a:pt x="24" y="2"/>
                    <a:pt x="9" y="0"/>
                    <a:pt x="0" y="12"/>
                  </a:cubicBezTo>
                </a:path>
              </a:pathLst>
            </a:custGeom>
            <a:noFill/>
            <a:ln w="1111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8580" name="Freeform 82">
              <a:extLst>
                <a:ext uri="{FF2B5EF4-FFF2-40B4-BE49-F238E27FC236}">
                  <a16:creationId xmlns:a16="http://schemas.microsoft.com/office/drawing/2014/main" id="{8CAEFFA1-D0D6-4BDC-861E-AD75ECA889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1" y="3770"/>
              <a:ext cx="68" cy="25"/>
            </a:xfrm>
            <a:custGeom>
              <a:avLst/>
              <a:gdLst>
                <a:gd name="T0" fmla="*/ 178 w 42"/>
                <a:gd name="T1" fmla="*/ 8 h 16"/>
                <a:gd name="T2" fmla="*/ 139 w 42"/>
                <a:gd name="T3" fmla="*/ 13 h 16"/>
                <a:gd name="T4" fmla="*/ 68 w 42"/>
                <a:gd name="T5" fmla="*/ 22 h 16"/>
                <a:gd name="T6" fmla="*/ 0 w 42"/>
                <a:gd name="T7" fmla="*/ 61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2" h="16">
                  <a:moveTo>
                    <a:pt x="42" y="2"/>
                  </a:moveTo>
                  <a:cubicBezTo>
                    <a:pt x="42" y="2"/>
                    <a:pt x="37" y="5"/>
                    <a:pt x="33" y="3"/>
                  </a:cubicBezTo>
                  <a:cubicBezTo>
                    <a:pt x="29" y="1"/>
                    <a:pt x="22" y="0"/>
                    <a:pt x="16" y="6"/>
                  </a:cubicBezTo>
                  <a:cubicBezTo>
                    <a:pt x="11" y="12"/>
                    <a:pt x="2" y="15"/>
                    <a:pt x="0" y="16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8581" name="Freeform 83">
              <a:extLst>
                <a:ext uri="{FF2B5EF4-FFF2-40B4-BE49-F238E27FC236}">
                  <a16:creationId xmlns:a16="http://schemas.microsoft.com/office/drawing/2014/main" id="{B9355C0B-B5D1-4146-A260-C6844B0DA5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2" y="2122"/>
              <a:ext cx="879" cy="1625"/>
            </a:xfrm>
            <a:custGeom>
              <a:avLst/>
              <a:gdLst>
                <a:gd name="T0" fmla="*/ 204 w 544"/>
                <a:gd name="T1" fmla="*/ 118 h 1008"/>
                <a:gd name="T2" fmla="*/ 139 w 544"/>
                <a:gd name="T3" fmla="*/ 566 h 1008"/>
                <a:gd name="T4" fmla="*/ 144 w 544"/>
                <a:gd name="T5" fmla="*/ 833 h 1008"/>
                <a:gd name="T6" fmla="*/ 178 w 544"/>
                <a:gd name="T7" fmla="*/ 1116 h 1008"/>
                <a:gd name="T8" fmla="*/ 165 w 544"/>
                <a:gd name="T9" fmla="*/ 1936 h 1008"/>
                <a:gd name="T10" fmla="*/ 123 w 544"/>
                <a:gd name="T11" fmla="*/ 2246 h 1008"/>
                <a:gd name="T12" fmla="*/ 76 w 544"/>
                <a:gd name="T13" fmla="*/ 2718 h 1008"/>
                <a:gd name="T14" fmla="*/ 42 w 544"/>
                <a:gd name="T15" fmla="*/ 3218 h 1008"/>
                <a:gd name="T16" fmla="*/ 71 w 544"/>
                <a:gd name="T17" fmla="*/ 3916 h 1008"/>
                <a:gd name="T18" fmla="*/ 50 w 544"/>
                <a:gd name="T19" fmla="*/ 4056 h 1008"/>
                <a:gd name="T20" fmla="*/ 170 w 544"/>
                <a:gd name="T21" fmla="*/ 4153 h 1008"/>
                <a:gd name="T22" fmla="*/ 608 w 544"/>
                <a:gd name="T23" fmla="*/ 4182 h 1008"/>
                <a:gd name="T24" fmla="*/ 653 w 544"/>
                <a:gd name="T25" fmla="*/ 3903 h 1008"/>
                <a:gd name="T26" fmla="*/ 666 w 544"/>
                <a:gd name="T27" fmla="*/ 3368 h 1008"/>
                <a:gd name="T28" fmla="*/ 755 w 544"/>
                <a:gd name="T29" fmla="*/ 2209 h 1008"/>
                <a:gd name="T30" fmla="*/ 961 w 544"/>
                <a:gd name="T31" fmla="*/ 1164 h 1008"/>
                <a:gd name="T32" fmla="*/ 1180 w 544"/>
                <a:gd name="T33" fmla="*/ 1960 h 1008"/>
                <a:gd name="T34" fmla="*/ 1377 w 544"/>
                <a:gd name="T35" fmla="*/ 2744 h 1008"/>
                <a:gd name="T36" fmla="*/ 1472 w 544"/>
                <a:gd name="T37" fmla="*/ 3537 h 1008"/>
                <a:gd name="T38" fmla="*/ 1624 w 544"/>
                <a:gd name="T39" fmla="*/ 3979 h 1008"/>
                <a:gd name="T40" fmla="*/ 1752 w 544"/>
                <a:gd name="T41" fmla="*/ 4203 h 1008"/>
                <a:gd name="T42" fmla="*/ 2102 w 544"/>
                <a:gd name="T43" fmla="*/ 4109 h 1008"/>
                <a:gd name="T44" fmla="*/ 2294 w 544"/>
                <a:gd name="T45" fmla="*/ 4033 h 1008"/>
                <a:gd name="T46" fmla="*/ 2131 w 544"/>
                <a:gd name="T47" fmla="*/ 3729 h 1008"/>
                <a:gd name="T48" fmla="*/ 1960 w 544"/>
                <a:gd name="T49" fmla="*/ 3052 h 1008"/>
                <a:gd name="T50" fmla="*/ 1937 w 544"/>
                <a:gd name="T51" fmla="*/ 2438 h 1008"/>
                <a:gd name="T52" fmla="*/ 1815 w 544"/>
                <a:gd name="T53" fmla="*/ 2128 h 1008"/>
                <a:gd name="T54" fmla="*/ 1797 w 544"/>
                <a:gd name="T55" fmla="*/ 1907 h 1008"/>
                <a:gd name="T56" fmla="*/ 1760 w 544"/>
                <a:gd name="T57" fmla="*/ 1343 h 1008"/>
                <a:gd name="T58" fmla="*/ 1624 w 544"/>
                <a:gd name="T59" fmla="*/ 458 h 1008"/>
                <a:gd name="T60" fmla="*/ 1561 w 544"/>
                <a:gd name="T61" fmla="*/ 177 h 1008"/>
                <a:gd name="T62" fmla="*/ 1281 w 544"/>
                <a:gd name="T63" fmla="*/ 124 h 1008"/>
                <a:gd name="T64" fmla="*/ 641 w 544"/>
                <a:gd name="T65" fmla="*/ 90 h 1008"/>
                <a:gd name="T66" fmla="*/ 259 w 544"/>
                <a:gd name="T67" fmla="*/ 0 h 1008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544" h="1008">
                  <a:moveTo>
                    <a:pt x="61" y="0"/>
                  </a:moveTo>
                  <a:cubicBezTo>
                    <a:pt x="61" y="0"/>
                    <a:pt x="48" y="15"/>
                    <a:pt x="48" y="28"/>
                  </a:cubicBezTo>
                  <a:cubicBezTo>
                    <a:pt x="48" y="41"/>
                    <a:pt x="50" y="56"/>
                    <a:pt x="44" y="87"/>
                  </a:cubicBezTo>
                  <a:cubicBezTo>
                    <a:pt x="37" y="118"/>
                    <a:pt x="41" y="117"/>
                    <a:pt x="33" y="135"/>
                  </a:cubicBezTo>
                  <a:cubicBezTo>
                    <a:pt x="25" y="153"/>
                    <a:pt x="23" y="158"/>
                    <a:pt x="27" y="173"/>
                  </a:cubicBezTo>
                  <a:cubicBezTo>
                    <a:pt x="31" y="188"/>
                    <a:pt x="34" y="199"/>
                    <a:pt x="34" y="199"/>
                  </a:cubicBezTo>
                  <a:cubicBezTo>
                    <a:pt x="34" y="199"/>
                    <a:pt x="27" y="220"/>
                    <a:pt x="32" y="235"/>
                  </a:cubicBezTo>
                  <a:cubicBezTo>
                    <a:pt x="37" y="250"/>
                    <a:pt x="41" y="253"/>
                    <a:pt x="42" y="266"/>
                  </a:cubicBezTo>
                  <a:cubicBezTo>
                    <a:pt x="42" y="278"/>
                    <a:pt x="42" y="349"/>
                    <a:pt x="41" y="378"/>
                  </a:cubicBezTo>
                  <a:cubicBezTo>
                    <a:pt x="40" y="406"/>
                    <a:pt x="37" y="445"/>
                    <a:pt x="39" y="462"/>
                  </a:cubicBezTo>
                  <a:cubicBezTo>
                    <a:pt x="40" y="478"/>
                    <a:pt x="37" y="482"/>
                    <a:pt x="34" y="503"/>
                  </a:cubicBezTo>
                  <a:cubicBezTo>
                    <a:pt x="31" y="525"/>
                    <a:pt x="29" y="517"/>
                    <a:pt x="29" y="536"/>
                  </a:cubicBezTo>
                  <a:cubicBezTo>
                    <a:pt x="28" y="556"/>
                    <a:pt x="29" y="578"/>
                    <a:pt x="29" y="593"/>
                  </a:cubicBezTo>
                  <a:cubicBezTo>
                    <a:pt x="28" y="607"/>
                    <a:pt x="26" y="620"/>
                    <a:pt x="18" y="649"/>
                  </a:cubicBezTo>
                  <a:cubicBezTo>
                    <a:pt x="10" y="678"/>
                    <a:pt x="3" y="720"/>
                    <a:pt x="1" y="732"/>
                  </a:cubicBezTo>
                  <a:cubicBezTo>
                    <a:pt x="0" y="744"/>
                    <a:pt x="9" y="747"/>
                    <a:pt x="10" y="768"/>
                  </a:cubicBezTo>
                  <a:cubicBezTo>
                    <a:pt x="12" y="790"/>
                    <a:pt x="23" y="860"/>
                    <a:pt x="20" y="888"/>
                  </a:cubicBezTo>
                  <a:cubicBezTo>
                    <a:pt x="17" y="916"/>
                    <a:pt x="19" y="918"/>
                    <a:pt x="17" y="935"/>
                  </a:cubicBezTo>
                  <a:cubicBezTo>
                    <a:pt x="15" y="951"/>
                    <a:pt x="15" y="954"/>
                    <a:pt x="12" y="956"/>
                  </a:cubicBezTo>
                  <a:cubicBezTo>
                    <a:pt x="10" y="959"/>
                    <a:pt x="9" y="964"/>
                    <a:pt x="12" y="968"/>
                  </a:cubicBezTo>
                  <a:cubicBezTo>
                    <a:pt x="15" y="973"/>
                    <a:pt x="19" y="991"/>
                    <a:pt x="19" y="991"/>
                  </a:cubicBezTo>
                  <a:cubicBezTo>
                    <a:pt x="19" y="991"/>
                    <a:pt x="26" y="997"/>
                    <a:pt x="40" y="991"/>
                  </a:cubicBezTo>
                  <a:cubicBezTo>
                    <a:pt x="53" y="986"/>
                    <a:pt x="80" y="975"/>
                    <a:pt x="112" y="989"/>
                  </a:cubicBezTo>
                  <a:cubicBezTo>
                    <a:pt x="144" y="1004"/>
                    <a:pt x="140" y="1003"/>
                    <a:pt x="144" y="998"/>
                  </a:cubicBezTo>
                  <a:cubicBezTo>
                    <a:pt x="148" y="994"/>
                    <a:pt x="154" y="992"/>
                    <a:pt x="153" y="982"/>
                  </a:cubicBezTo>
                  <a:cubicBezTo>
                    <a:pt x="151" y="971"/>
                    <a:pt x="150" y="950"/>
                    <a:pt x="155" y="932"/>
                  </a:cubicBezTo>
                  <a:cubicBezTo>
                    <a:pt x="160" y="913"/>
                    <a:pt x="166" y="901"/>
                    <a:pt x="162" y="896"/>
                  </a:cubicBezTo>
                  <a:cubicBezTo>
                    <a:pt x="157" y="891"/>
                    <a:pt x="152" y="835"/>
                    <a:pt x="158" y="804"/>
                  </a:cubicBezTo>
                  <a:cubicBezTo>
                    <a:pt x="164" y="774"/>
                    <a:pt x="178" y="692"/>
                    <a:pt x="178" y="672"/>
                  </a:cubicBezTo>
                  <a:cubicBezTo>
                    <a:pt x="178" y="651"/>
                    <a:pt x="173" y="548"/>
                    <a:pt x="179" y="527"/>
                  </a:cubicBezTo>
                  <a:cubicBezTo>
                    <a:pt x="186" y="506"/>
                    <a:pt x="208" y="422"/>
                    <a:pt x="211" y="392"/>
                  </a:cubicBezTo>
                  <a:cubicBezTo>
                    <a:pt x="215" y="361"/>
                    <a:pt x="228" y="278"/>
                    <a:pt x="228" y="278"/>
                  </a:cubicBezTo>
                  <a:cubicBezTo>
                    <a:pt x="228" y="278"/>
                    <a:pt x="241" y="326"/>
                    <a:pt x="250" y="356"/>
                  </a:cubicBezTo>
                  <a:cubicBezTo>
                    <a:pt x="260" y="386"/>
                    <a:pt x="280" y="442"/>
                    <a:pt x="280" y="468"/>
                  </a:cubicBezTo>
                  <a:cubicBezTo>
                    <a:pt x="281" y="493"/>
                    <a:pt x="309" y="589"/>
                    <a:pt x="314" y="613"/>
                  </a:cubicBezTo>
                  <a:cubicBezTo>
                    <a:pt x="318" y="637"/>
                    <a:pt x="322" y="642"/>
                    <a:pt x="326" y="655"/>
                  </a:cubicBezTo>
                  <a:cubicBezTo>
                    <a:pt x="329" y="668"/>
                    <a:pt x="340" y="730"/>
                    <a:pt x="340" y="756"/>
                  </a:cubicBezTo>
                  <a:cubicBezTo>
                    <a:pt x="340" y="782"/>
                    <a:pt x="344" y="824"/>
                    <a:pt x="349" y="844"/>
                  </a:cubicBezTo>
                  <a:cubicBezTo>
                    <a:pt x="355" y="864"/>
                    <a:pt x="359" y="896"/>
                    <a:pt x="369" y="916"/>
                  </a:cubicBezTo>
                  <a:cubicBezTo>
                    <a:pt x="379" y="936"/>
                    <a:pt x="389" y="937"/>
                    <a:pt x="385" y="950"/>
                  </a:cubicBezTo>
                  <a:cubicBezTo>
                    <a:pt x="381" y="963"/>
                    <a:pt x="381" y="981"/>
                    <a:pt x="381" y="981"/>
                  </a:cubicBezTo>
                  <a:cubicBezTo>
                    <a:pt x="381" y="981"/>
                    <a:pt x="400" y="1003"/>
                    <a:pt x="415" y="1003"/>
                  </a:cubicBezTo>
                  <a:cubicBezTo>
                    <a:pt x="429" y="1002"/>
                    <a:pt x="446" y="1008"/>
                    <a:pt x="465" y="997"/>
                  </a:cubicBezTo>
                  <a:cubicBezTo>
                    <a:pt x="484" y="985"/>
                    <a:pt x="489" y="990"/>
                    <a:pt x="498" y="981"/>
                  </a:cubicBezTo>
                  <a:cubicBezTo>
                    <a:pt x="507" y="973"/>
                    <a:pt x="524" y="965"/>
                    <a:pt x="531" y="965"/>
                  </a:cubicBezTo>
                  <a:cubicBezTo>
                    <a:pt x="539" y="964"/>
                    <a:pt x="544" y="963"/>
                    <a:pt x="544" y="963"/>
                  </a:cubicBezTo>
                  <a:cubicBezTo>
                    <a:pt x="544" y="963"/>
                    <a:pt x="540" y="949"/>
                    <a:pt x="527" y="934"/>
                  </a:cubicBezTo>
                  <a:cubicBezTo>
                    <a:pt x="513" y="919"/>
                    <a:pt x="512" y="911"/>
                    <a:pt x="505" y="890"/>
                  </a:cubicBezTo>
                  <a:cubicBezTo>
                    <a:pt x="498" y="869"/>
                    <a:pt x="483" y="818"/>
                    <a:pt x="477" y="795"/>
                  </a:cubicBezTo>
                  <a:cubicBezTo>
                    <a:pt x="471" y="771"/>
                    <a:pt x="466" y="740"/>
                    <a:pt x="465" y="728"/>
                  </a:cubicBezTo>
                  <a:cubicBezTo>
                    <a:pt x="464" y="717"/>
                    <a:pt x="462" y="672"/>
                    <a:pt x="465" y="649"/>
                  </a:cubicBezTo>
                  <a:cubicBezTo>
                    <a:pt x="468" y="627"/>
                    <a:pt x="467" y="597"/>
                    <a:pt x="459" y="582"/>
                  </a:cubicBezTo>
                  <a:cubicBezTo>
                    <a:pt x="451" y="566"/>
                    <a:pt x="441" y="540"/>
                    <a:pt x="437" y="531"/>
                  </a:cubicBezTo>
                  <a:cubicBezTo>
                    <a:pt x="432" y="522"/>
                    <a:pt x="430" y="521"/>
                    <a:pt x="430" y="508"/>
                  </a:cubicBezTo>
                  <a:cubicBezTo>
                    <a:pt x="430" y="495"/>
                    <a:pt x="432" y="486"/>
                    <a:pt x="427" y="475"/>
                  </a:cubicBezTo>
                  <a:cubicBezTo>
                    <a:pt x="423" y="464"/>
                    <a:pt x="426" y="463"/>
                    <a:pt x="426" y="455"/>
                  </a:cubicBezTo>
                  <a:cubicBezTo>
                    <a:pt x="426" y="448"/>
                    <a:pt x="424" y="450"/>
                    <a:pt x="422" y="435"/>
                  </a:cubicBezTo>
                  <a:cubicBezTo>
                    <a:pt x="421" y="419"/>
                    <a:pt x="419" y="342"/>
                    <a:pt x="417" y="321"/>
                  </a:cubicBezTo>
                  <a:cubicBezTo>
                    <a:pt x="415" y="299"/>
                    <a:pt x="404" y="217"/>
                    <a:pt x="399" y="195"/>
                  </a:cubicBezTo>
                  <a:cubicBezTo>
                    <a:pt x="395" y="172"/>
                    <a:pt x="392" y="119"/>
                    <a:pt x="385" y="109"/>
                  </a:cubicBezTo>
                  <a:cubicBezTo>
                    <a:pt x="385" y="109"/>
                    <a:pt x="385" y="109"/>
                    <a:pt x="385" y="109"/>
                  </a:cubicBezTo>
                  <a:cubicBezTo>
                    <a:pt x="378" y="99"/>
                    <a:pt x="370" y="42"/>
                    <a:pt x="370" y="42"/>
                  </a:cubicBezTo>
                  <a:cubicBezTo>
                    <a:pt x="370" y="42"/>
                    <a:pt x="355" y="49"/>
                    <a:pt x="344" y="38"/>
                  </a:cubicBezTo>
                  <a:cubicBezTo>
                    <a:pt x="332" y="28"/>
                    <a:pt x="323" y="29"/>
                    <a:pt x="304" y="30"/>
                  </a:cubicBezTo>
                  <a:cubicBezTo>
                    <a:pt x="284" y="31"/>
                    <a:pt x="256" y="19"/>
                    <a:pt x="235" y="23"/>
                  </a:cubicBezTo>
                  <a:cubicBezTo>
                    <a:pt x="214" y="26"/>
                    <a:pt x="165" y="20"/>
                    <a:pt x="152" y="22"/>
                  </a:cubicBezTo>
                  <a:cubicBezTo>
                    <a:pt x="139" y="24"/>
                    <a:pt x="111" y="20"/>
                    <a:pt x="101" y="16"/>
                  </a:cubicBezTo>
                  <a:cubicBezTo>
                    <a:pt x="91" y="13"/>
                    <a:pt x="64" y="12"/>
                    <a:pt x="61" y="0"/>
                  </a:cubicBezTo>
                  <a:close/>
                </a:path>
              </a:pathLst>
            </a:custGeom>
            <a:solidFill>
              <a:srgbClr val="6F6E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8582" name="Freeform 84">
              <a:extLst>
                <a:ext uri="{FF2B5EF4-FFF2-40B4-BE49-F238E27FC236}">
                  <a16:creationId xmlns:a16="http://schemas.microsoft.com/office/drawing/2014/main" id="{EC1159C0-4B1B-454F-86D1-BCA397AD3C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2" y="2122"/>
              <a:ext cx="879" cy="1625"/>
            </a:xfrm>
            <a:custGeom>
              <a:avLst/>
              <a:gdLst>
                <a:gd name="T0" fmla="*/ 204 w 544"/>
                <a:gd name="T1" fmla="*/ 118 h 1008"/>
                <a:gd name="T2" fmla="*/ 139 w 544"/>
                <a:gd name="T3" fmla="*/ 566 h 1008"/>
                <a:gd name="T4" fmla="*/ 144 w 544"/>
                <a:gd name="T5" fmla="*/ 833 h 1008"/>
                <a:gd name="T6" fmla="*/ 178 w 544"/>
                <a:gd name="T7" fmla="*/ 1116 h 1008"/>
                <a:gd name="T8" fmla="*/ 165 w 544"/>
                <a:gd name="T9" fmla="*/ 1936 h 1008"/>
                <a:gd name="T10" fmla="*/ 123 w 544"/>
                <a:gd name="T11" fmla="*/ 2246 h 1008"/>
                <a:gd name="T12" fmla="*/ 76 w 544"/>
                <a:gd name="T13" fmla="*/ 2718 h 1008"/>
                <a:gd name="T14" fmla="*/ 42 w 544"/>
                <a:gd name="T15" fmla="*/ 3218 h 1008"/>
                <a:gd name="T16" fmla="*/ 71 w 544"/>
                <a:gd name="T17" fmla="*/ 3916 h 1008"/>
                <a:gd name="T18" fmla="*/ 50 w 544"/>
                <a:gd name="T19" fmla="*/ 4056 h 1008"/>
                <a:gd name="T20" fmla="*/ 170 w 544"/>
                <a:gd name="T21" fmla="*/ 4153 h 1008"/>
                <a:gd name="T22" fmla="*/ 608 w 544"/>
                <a:gd name="T23" fmla="*/ 4182 h 1008"/>
                <a:gd name="T24" fmla="*/ 653 w 544"/>
                <a:gd name="T25" fmla="*/ 3903 h 1008"/>
                <a:gd name="T26" fmla="*/ 666 w 544"/>
                <a:gd name="T27" fmla="*/ 3368 h 1008"/>
                <a:gd name="T28" fmla="*/ 755 w 544"/>
                <a:gd name="T29" fmla="*/ 2209 h 1008"/>
                <a:gd name="T30" fmla="*/ 961 w 544"/>
                <a:gd name="T31" fmla="*/ 1164 h 1008"/>
                <a:gd name="T32" fmla="*/ 1180 w 544"/>
                <a:gd name="T33" fmla="*/ 1960 h 1008"/>
                <a:gd name="T34" fmla="*/ 1377 w 544"/>
                <a:gd name="T35" fmla="*/ 2744 h 1008"/>
                <a:gd name="T36" fmla="*/ 1472 w 544"/>
                <a:gd name="T37" fmla="*/ 3537 h 1008"/>
                <a:gd name="T38" fmla="*/ 1624 w 544"/>
                <a:gd name="T39" fmla="*/ 3979 h 1008"/>
                <a:gd name="T40" fmla="*/ 1752 w 544"/>
                <a:gd name="T41" fmla="*/ 4203 h 1008"/>
                <a:gd name="T42" fmla="*/ 2102 w 544"/>
                <a:gd name="T43" fmla="*/ 4109 h 1008"/>
                <a:gd name="T44" fmla="*/ 2294 w 544"/>
                <a:gd name="T45" fmla="*/ 4033 h 1008"/>
                <a:gd name="T46" fmla="*/ 2131 w 544"/>
                <a:gd name="T47" fmla="*/ 3729 h 1008"/>
                <a:gd name="T48" fmla="*/ 1960 w 544"/>
                <a:gd name="T49" fmla="*/ 3052 h 1008"/>
                <a:gd name="T50" fmla="*/ 1937 w 544"/>
                <a:gd name="T51" fmla="*/ 2438 h 1008"/>
                <a:gd name="T52" fmla="*/ 1815 w 544"/>
                <a:gd name="T53" fmla="*/ 2128 h 1008"/>
                <a:gd name="T54" fmla="*/ 1797 w 544"/>
                <a:gd name="T55" fmla="*/ 1907 h 1008"/>
                <a:gd name="T56" fmla="*/ 1760 w 544"/>
                <a:gd name="T57" fmla="*/ 1343 h 1008"/>
                <a:gd name="T58" fmla="*/ 1624 w 544"/>
                <a:gd name="T59" fmla="*/ 458 h 1008"/>
                <a:gd name="T60" fmla="*/ 1561 w 544"/>
                <a:gd name="T61" fmla="*/ 177 h 1008"/>
                <a:gd name="T62" fmla="*/ 1281 w 544"/>
                <a:gd name="T63" fmla="*/ 124 h 1008"/>
                <a:gd name="T64" fmla="*/ 641 w 544"/>
                <a:gd name="T65" fmla="*/ 90 h 1008"/>
                <a:gd name="T66" fmla="*/ 259 w 544"/>
                <a:gd name="T67" fmla="*/ 0 h 1008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544" h="1008">
                  <a:moveTo>
                    <a:pt x="61" y="0"/>
                  </a:moveTo>
                  <a:cubicBezTo>
                    <a:pt x="61" y="0"/>
                    <a:pt x="48" y="15"/>
                    <a:pt x="48" y="28"/>
                  </a:cubicBezTo>
                  <a:cubicBezTo>
                    <a:pt x="48" y="41"/>
                    <a:pt x="50" y="56"/>
                    <a:pt x="44" y="87"/>
                  </a:cubicBezTo>
                  <a:cubicBezTo>
                    <a:pt x="37" y="118"/>
                    <a:pt x="41" y="117"/>
                    <a:pt x="33" y="135"/>
                  </a:cubicBezTo>
                  <a:cubicBezTo>
                    <a:pt x="25" y="153"/>
                    <a:pt x="23" y="158"/>
                    <a:pt x="27" y="173"/>
                  </a:cubicBezTo>
                  <a:cubicBezTo>
                    <a:pt x="31" y="188"/>
                    <a:pt x="34" y="199"/>
                    <a:pt x="34" y="199"/>
                  </a:cubicBezTo>
                  <a:cubicBezTo>
                    <a:pt x="34" y="199"/>
                    <a:pt x="27" y="220"/>
                    <a:pt x="32" y="235"/>
                  </a:cubicBezTo>
                  <a:cubicBezTo>
                    <a:pt x="37" y="250"/>
                    <a:pt x="41" y="253"/>
                    <a:pt x="42" y="266"/>
                  </a:cubicBezTo>
                  <a:cubicBezTo>
                    <a:pt x="42" y="278"/>
                    <a:pt x="42" y="349"/>
                    <a:pt x="41" y="378"/>
                  </a:cubicBezTo>
                  <a:cubicBezTo>
                    <a:pt x="40" y="406"/>
                    <a:pt x="37" y="445"/>
                    <a:pt x="39" y="462"/>
                  </a:cubicBezTo>
                  <a:cubicBezTo>
                    <a:pt x="40" y="478"/>
                    <a:pt x="37" y="482"/>
                    <a:pt x="34" y="503"/>
                  </a:cubicBezTo>
                  <a:cubicBezTo>
                    <a:pt x="31" y="525"/>
                    <a:pt x="29" y="517"/>
                    <a:pt x="29" y="536"/>
                  </a:cubicBezTo>
                  <a:cubicBezTo>
                    <a:pt x="28" y="556"/>
                    <a:pt x="29" y="578"/>
                    <a:pt x="29" y="593"/>
                  </a:cubicBezTo>
                  <a:cubicBezTo>
                    <a:pt x="28" y="607"/>
                    <a:pt x="26" y="620"/>
                    <a:pt x="18" y="649"/>
                  </a:cubicBezTo>
                  <a:cubicBezTo>
                    <a:pt x="10" y="678"/>
                    <a:pt x="3" y="720"/>
                    <a:pt x="1" y="732"/>
                  </a:cubicBezTo>
                  <a:cubicBezTo>
                    <a:pt x="0" y="744"/>
                    <a:pt x="9" y="747"/>
                    <a:pt x="10" y="768"/>
                  </a:cubicBezTo>
                  <a:cubicBezTo>
                    <a:pt x="12" y="790"/>
                    <a:pt x="23" y="860"/>
                    <a:pt x="20" y="888"/>
                  </a:cubicBezTo>
                  <a:cubicBezTo>
                    <a:pt x="17" y="916"/>
                    <a:pt x="19" y="918"/>
                    <a:pt x="17" y="935"/>
                  </a:cubicBezTo>
                  <a:cubicBezTo>
                    <a:pt x="15" y="951"/>
                    <a:pt x="15" y="954"/>
                    <a:pt x="12" y="956"/>
                  </a:cubicBezTo>
                  <a:cubicBezTo>
                    <a:pt x="10" y="959"/>
                    <a:pt x="9" y="964"/>
                    <a:pt x="12" y="968"/>
                  </a:cubicBezTo>
                  <a:cubicBezTo>
                    <a:pt x="15" y="973"/>
                    <a:pt x="19" y="991"/>
                    <a:pt x="19" y="991"/>
                  </a:cubicBezTo>
                  <a:cubicBezTo>
                    <a:pt x="19" y="991"/>
                    <a:pt x="26" y="997"/>
                    <a:pt x="40" y="991"/>
                  </a:cubicBezTo>
                  <a:cubicBezTo>
                    <a:pt x="53" y="986"/>
                    <a:pt x="80" y="975"/>
                    <a:pt x="112" y="989"/>
                  </a:cubicBezTo>
                  <a:cubicBezTo>
                    <a:pt x="144" y="1004"/>
                    <a:pt x="140" y="1003"/>
                    <a:pt x="144" y="998"/>
                  </a:cubicBezTo>
                  <a:cubicBezTo>
                    <a:pt x="148" y="994"/>
                    <a:pt x="154" y="992"/>
                    <a:pt x="153" y="982"/>
                  </a:cubicBezTo>
                  <a:cubicBezTo>
                    <a:pt x="151" y="971"/>
                    <a:pt x="150" y="950"/>
                    <a:pt x="155" y="932"/>
                  </a:cubicBezTo>
                  <a:cubicBezTo>
                    <a:pt x="160" y="913"/>
                    <a:pt x="166" y="901"/>
                    <a:pt x="162" y="896"/>
                  </a:cubicBezTo>
                  <a:cubicBezTo>
                    <a:pt x="157" y="891"/>
                    <a:pt x="152" y="835"/>
                    <a:pt x="158" y="804"/>
                  </a:cubicBezTo>
                  <a:cubicBezTo>
                    <a:pt x="164" y="774"/>
                    <a:pt x="178" y="692"/>
                    <a:pt x="178" y="672"/>
                  </a:cubicBezTo>
                  <a:cubicBezTo>
                    <a:pt x="178" y="651"/>
                    <a:pt x="173" y="548"/>
                    <a:pt x="179" y="527"/>
                  </a:cubicBezTo>
                  <a:cubicBezTo>
                    <a:pt x="186" y="506"/>
                    <a:pt x="208" y="422"/>
                    <a:pt x="211" y="392"/>
                  </a:cubicBezTo>
                  <a:cubicBezTo>
                    <a:pt x="215" y="361"/>
                    <a:pt x="228" y="278"/>
                    <a:pt x="228" y="278"/>
                  </a:cubicBezTo>
                  <a:cubicBezTo>
                    <a:pt x="228" y="278"/>
                    <a:pt x="241" y="326"/>
                    <a:pt x="250" y="356"/>
                  </a:cubicBezTo>
                  <a:cubicBezTo>
                    <a:pt x="260" y="386"/>
                    <a:pt x="280" y="442"/>
                    <a:pt x="280" y="468"/>
                  </a:cubicBezTo>
                  <a:cubicBezTo>
                    <a:pt x="281" y="493"/>
                    <a:pt x="309" y="589"/>
                    <a:pt x="314" y="613"/>
                  </a:cubicBezTo>
                  <a:cubicBezTo>
                    <a:pt x="318" y="637"/>
                    <a:pt x="322" y="642"/>
                    <a:pt x="326" y="655"/>
                  </a:cubicBezTo>
                  <a:cubicBezTo>
                    <a:pt x="329" y="668"/>
                    <a:pt x="340" y="730"/>
                    <a:pt x="340" y="756"/>
                  </a:cubicBezTo>
                  <a:cubicBezTo>
                    <a:pt x="340" y="782"/>
                    <a:pt x="344" y="824"/>
                    <a:pt x="349" y="844"/>
                  </a:cubicBezTo>
                  <a:cubicBezTo>
                    <a:pt x="355" y="864"/>
                    <a:pt x="359" y="896"/>
                    <a:pt x="369" y="916"/>
                  </a:cubicBezTo>
                  <a:cubicBezTo>
                    <a:pt x="379" y="936"/>
                    <a:pt x="389" y="937"/>
                    <a:pt x="385" y="950"/>
                  </a:cubicBezTo>
                  <a:cubicBezTo>
                    <a:pt x="381" y="963"/>
                    <a:pt x="381" y="981"/>
                    <a:pt x="381" y="981"/>
                  </a:cubicBezTo>
                  <a:cubicBezTo>
                    <a:pt x="381" y="981"/>
                    <a:pt x="400" y="1003"/>
                    <a:pt x="415" y="1003"/>
                  </a:cubicBezTo>
                  <a:cubicBezTo>
                    <a:pt x="429" y="1002"/>
                    <a:pt x="446" y="1008"/>
                    <a:pt x="465" y="997"/>
                  </a:cubicBezTo>
                  <a:cubicBezTo>
                    <a:pt x="484" y="985"/>
                    <a:pt x="489" y="990"/>
                    <a:pt x="498" y="981"/>
                  </a:cubicBezTo>
                  <a:cubicBezTo>
                    <a:pt x="507" y="973"/>
                    <a:pt x="524" y="965"/>
                    <a:pt x="531" y="965"/>
                  </a:cubicBezTo>
                  <a:cubicBezTo>
                    <a:pt x="539" y="964"/>
                    <a:pt x="544" y="963"/>
                    <a:pt x="544" y="963"/>
                  </a:cubicBezTo>
                  <a:cubicBezTo>
                    <a:pt x="544" y="963"/>
                    <a:pt x="540" y="949"/>
                    <a:pt x="527" y="934"/>
                  </a:cubicBezTo>
                  <a:cubicBezTo>
                    <a:pt x="513" y="919"/>
                    <a:pt x="512" y="911"/>
                    <a:pt x="505" y="890"/>
                  </a:cubicBezTo>
                  <a:cubicBezTo>
                    <a:pt x="498" y="869"/>
                    <a:pt x="483" y="818"/>
                    <a:pt x="477" y="795"/>
                  </a:cubicBezTo>
                  <a:cubicBezTo>
                    <a:pt x="471" y="771"/>
                    <a:pt x="466" y="740"/>
                    <a:pt x="465" y="728"/>
                  </a:cubicBezTo>
                  <a:cubicBezTo>
                    <a:pt x="464" y="717"/>
                    <a:pt x="462" y="672"/>
                    <a:pt x="465" y="649"/>
                  </a:cubicBezTo>
                  <a:cubicBezTo>
                    <a:pt x="468" y="627"/>
                    <a:pt x="467" y="597"/>
                    <a:pt x="459" y="582"/>
                  </a:cubicBezTo>
                  <a:cubicBezTo>
                    <a:pt x="451" y="566"/>
                    <a:pt x="441" y="540"/>
                    <a:pt x="437" y="531"/>
                  </a:cubicBezTo>
                  <a:cubicBezTo>
                    <a:pt x="432" y="522"/>
                    <a:pt x="430" y="521"/>
                    <a:pt x="430" y="508"/>
                  </a:cubicBezTo>
                  <a:cubicBezTo>
                    <a:pt x="430" y="495"/>
                    <a:pt x="432" y="486"/>
                    <a:pt x="427" y="475"/>
                  </a:cubicBezTo>
                  <a:cubicBezTo>
                    <a:pt x="423" y="464"/>
                    <a:pt x="426" y="463"/>
                    <a:pt x="426" y="455"/>
                  </a:cubicBezTo>
                  <a:cubicBezTo>
                    <a:pt x="426" y="448"/>
                    <a:pt x="424" y="450"/>
                    <a:pt x="422" y="435"/>
                  </a:cubicBezTo>
                  <a:cubicBezTo>
                    <a:pt x="421" y="419"/>
                    <a:pt x="419" y="342"/>
                    <a:pt x="417" y="321"/>
                  </a:cubicBezTo>
                  <a:cubicBezTo>
                    <a:pt x="415" y="299"/>
                    <a:pt x="404" y="217"/>
                    <a:pt x="399" y="195"/>
                  </a:cubicBezTo>
                  <a:cubicBezTo>
                    <a:pt x="395" y="172"/>
                    <a:pt x="392" y="119"/>
                    <a:pt x="385" y="109"/>
                  </a:cubicBezTo>
                  <a:cubicBezTo>
                    <a:pt x="385" y="109"/>
                    <a:pt x="385" y="109"/>
                    <a:pt x="385" y="109"/>
                  </a:cubicBezTo>
                  <a:cubicBezTo>
                    <a:pt x="378" y="99"/>
                    <a:pt x="370" y="42"/>
                    <a:pt x="370" y="42"/>
                  </a:cubicBezTo>
                  <a:cubicBezTo>
                    <a:pt x="370" y="42"/>
                    <a:pt x="355" y="49"/>
                    <a:pt x="344" y="38"/>
                  </a:cubicBezTo>
                  <a:cubicBezTo>
                    <a:pt x="332" y="28"/>
                    <a:pt x="323" y="29"/>
                    <a:pt x="304" y="30"/>
                  </a:cubicBezTo>
                  <a:cubicBezTo>
                    <a:pt x="284" y="31"/>
                    <a:pt x="256" y="19"/>
                    <a:pt x="235" y="23"/>
                  </a:cubicBezTo>
                  <a:cubicBezTo>
                    <a:pt x="214" y="26"/>
                    <a:pt x="165" y="20"/>
                    <a:pt x="152" y="22"/>
                  </a:cubicBezTo>
                  <a:cubicBezTo>
                    <a:pt x="139" y="24"/>
                    <a:pt x="111" y="20"/>
                    <a:pt x="101" y="16"/>
                  </a:cubicBezTo>
                  <a:cubicBezTo>
                    <a:pt x="91" y="13"/>
                    <a:pt x="64" y="12"/>
                    <a:pt x="61" y="0"/>
                  </a:cubicBezTo>
                  <a:close/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8583" name="Freeform 85">
              <a:extLst>
                <a:ext uri="{FF2B5EF4-FFF2-40B4-BE49-F238E27FC236}">
                  <a16:creationId xmlns:a16="http://schemas.microsoft.com/office/drawing/2014/main" id="{7295299E-D992-4BA3-8565-B6D4B3E535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0" y="2141"/>
              <a:ext cx="50" cy="408"/>
            </a:xfrm>
            <a:custGeom>
              <a:avLst/>
              <a:gdLst>
                <a:gd name="T0" fmla="*/ 0 w 31"/>
                <a:gd name="T1" fmla="*/ 1061 h 253"/>
                <a:gd name="T2" fmla="*/ 5 w 31"/>
                <a:gd name="T3" fmla="*/ 776 h 253"/>
                <a:gd name="T4" fmla="*/ 13 w 31"/>
                <a:gd name="T5" fmla="*/ 655 h 253"/>
                <a:gd name="T6" fmla="*/ 16 w 31"/>
                <a:gd name="T7" fmla="*/ 527 h 253"/>
                <a:gd name="T8" fmla="*/ 102 w 31"/>
                <a:gd name="T9" fmla="*/ 264 h 253"/>
                <a:gd name="T10" fmla="*/ 115 w 31"/>
                <a:gd name="T11" fmla="*/ 131 h 253"/>
                <a:gd name="T12" fmla="*/ 131 w 31"/>
                <a:gd name="T13" fmla="*/ 0 h 25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53">
                  <a:moveTo>
                    <a:pt x="0" y="253"/>
                  </a:moveTo>
                  <a:cubicBezTo>
                    <a:pt x="0" y="230"/>
                    <a:pt x="1" y="207"/>
                    <a:pt x="1" y="185"/>
                  </a:cubicBezTo>
                  <a:cubicBezTo>
                    <a:pt x="1" y="175"/>
                    <a:pt x="3" y="166"/>
                    <a:pt x="3" y="156"/>
                  </a:cubicBezTo>
                  <a:cubicBezTo>
                    <a:pt x="4" y="146"/>
                    <a:pt x="2" y="136"/>
                    <a:pt x="4" y="126"/>
                  </a:cubicBezTo>
                  <a:cubicBezTo>
                    <a:pt x="7" y="104"/>
                    <a:pt x="21" y="85"/>
                    <a:pt x="24" y="63"/>
                  </a:cubicBezTo>
                  <a:cubicBezTo>
                    <a:pt x="26" y="53"/>
                    <a:pt x="27" y="42"/>
                    <a:pt x="27" y="31"/>
                  </a:cubicBezTo>
                  <a:cubicBezTo>
                    <a:pt x="28" y="22"/>
                    <a:pt x="28" y="8"/>
                    <a:pt x="31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8584" name="Freeform 86">
              <a:extLst>
                <a:ext uri="{FF2B5EF4-FFF2-40B4-BE49-F238E27FC236}">
                  <a16:creationId xmlns:a16="http://schemas.microsoft.com/office/drawing/2014/main" id="{5C22E2C5-9DEB-4A1D-8CDE-C07043AF9A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6" y="2226"/>
              <a:ext cx="68" cy="233"/>
            </a:xfrm>
            <a:custGeom>
              <a:avLst/>
              <a:gdLst>
                <a:gd name="T0" fmla="*/ 165 w 42"/>
                <a:gd name="T1" fmla="*/ 0 h 144"/>
                <a:gd name="T2" fmla="*/ 115 w 42"/>
                <a:gd name="T3" fmla="*/ 0 h 144"/>
                <a:gd name="T4" fmla="*/ 84 w 42"/>
                <a:gd name="T5" fmla="*/ 272 h 144"/>
                <a:gd name="T6" fmla="*/ 0 w 42"/>
                <a:gd name="T7" fmla="*/ 610 h 144"/>
                <a:gd name="T8" fmla="*/ 55 w 42"/>
                <a:gd name="T9" fmla="*/ 605 h 144"/>
                <a:gd name="T10" fmla="*/ 97 w 42"/>
                <a:gd name="T11" fmla="*/ 458 h 144"/>
                <a:gd name="T12" fmla="*/ 165 w 42"/>
                <a:gd name="T13" fmla="*/ 0 h 14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2" h="144">
                  <a:moveTo>
                    <a:pt x="39" y="0"/>
                  </a:moveTo>
                  <a:cubicBezTo>
                    <a:pt x="27" y="0"/>
                    <a:pt x="27" y="0"/>
                    <a:pt x="27" y="0"/>
                  </a:cubicBezTo>
                  <a:cubicBezTo>
                    <a:pt x="27" y="0"/>
                    <a:pt x="26" y="43"/>
                    <a:pt x="20" y="64"/>
                  </a:cubicBezTo>
                  <a:cubicBezTo>
                    <a:pt x="13" y="84"/>
                    <a:pt x="2" y="122"/>
                    <a:pt x="0" y="144"/>
                  </a:cubicBezTo>
                  <a:cubicBezTo>
                    <a:pt x="13" y="143"/>
                    <a:pt x="13" y="143"/>
                    <a:pt x="13" y="143"/>
                  </a:cubicBezTo>
                  <a:cubicBezTo>
                    <a:pt x="13" y="143"/>
                    <a:pt x="12" y="131"/>
                    <a:pt x="23" y="108"/>
                  </a:cubicBezTo>
                  <a:cubicBezTo>
                    <a:pt x="35" y="85"/>
                    <a:pt x="42" y="21"/>
                    <a:pt x="39" y="0"/>
                  </a:cubicBezTo>
                  <a:close/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8585" name="Freeform 87">
              <a:extLst>
                <a:ext uri="{FF2B5EF4-FFF2-40B4-BE49-F238E27FC236}">
                  <a16:creationId xmlns:a16="http://schemas.microsoft.com/office/drawing/2014/main" id="{8901F802-F06B-4342-81B1-1A62D4196AE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9" y="2425"/>
              <a:ext cx="32" cy="151"/>
            </a:xfrm>
            <a:custGeom>
              <a:avLst/>
              <a:gdLst>
                <a:gd name="T0" fmla="*/ 5 w 20"/>
                <a:gd name="T1" fmla="*/ 390 h 94"/>
                <a:gd name="T2" fmla="*/ 42 w 20"/>
                <a:gd name="T3" fmla="*/ 165 h 94"/>
                <a:gd name="T4" fmla="*/ 56 w 20"/>
                <a:gd name="T5" fmla="*/ 76 h 94"/>
                <a:gd name="T6" fmla="*/ 67 w 20"/>
                <a:gd name="T7" fmla="*/ 35 h 94"/>
                <a:gd name="T8" fmla="*/ 82 w 20"/>
                <a:gd name="T9" fmla="*/ 0 h 9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94">
                  <a:moveTo>
                    <a:pt x="1" y="94"/>
                  </a:moveTo>
                  <a:cubicBezTo>
                    <a:pt x="0" y="75"/>
                    <a:pt x="5" y="57"/>
                    <a:pt x="10" y="40"/>
                  </a:cubicBezTo>
                  <a:cubicBezTo>
                    <a:pt x="12" y="33"/>
                    <a:pt x="12" y="25"/>
                    <a:pt x="14" y="18"/>
                  </a:cubicBezTo>
                  <a:cubicBezTo>
                    <a:pt x="15" y="15"/>
                    <a:pt x="15" y="11"/>
                    <a:pt x="16" y="9"/>
                  </a:cubicBezTo>
                  <a:cubicBezTo>
                    <a:pt x="17" y="5"/>
                    <a:pt x="19" y="3"/>
                    <a:pt x="20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8586" name="Freeform 88">
              <a:extLst>
                <a:ext uri="{FF2B5EF4-FFF2-40B4-BE49-F238E27FC236}">
                  <a16:creationId xmlns:a16="http://schemas.microsoft.com/office/drawing/2014/main" id="{8B14BBF8-E95C-4BE2-A661-6DABCEFFBE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5" y="2278"/>
              <a:ext cx="27" cy="74"/>
            </a:xfrm>
            <a:custGeom>
              <a:avLst/>
              <a:gdLst>
                <a:gd name="T0" fmla="*/ 0 w 17"/>
                <a:gd name="T1" fmla="*/ 191 h 46"/>
                <a:gd name="T2" fmla="*/ 25 w 17"/>
                <a:gd name="T3" fmla="*/ 137 h 46"/>
                <a:gd name="T4" fmla="*/ 68 w 17"/>
                <a:gd name="T5" fmla="*/ 0 h 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46">
                  <a:moveTo>
                    <a:pt x="0" y="46"/>
                  </a:moveTo>
                  <a:cubicBezTo>
                    <a:pt x="1" y="42"/>
                    <a:pt x="4" y="38"/>
                    <a:pt x="6" y="33"/>
                  </a:cubicBezTo>
                  <a:cubicBezTo>
                    <a:pt x="11" y="22"/>
                    <a:pt x="13" y="11"/>
                    <a:pt x="17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8587" name="Freeform 89">
              <a:extLst>
                <a:ext uri="{FF2B5EF4-FFF2-40B4-BE49-F238E27FC236}">
                  <a16:creationId xmlns:a16="http://schemas.microsoft.com/office/drawing/2014/main" id="{6EB87FAC-36D0-48B0-87D8-6529DE9CA5D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6" y="2970"/>
              <a:ext cx="174" cy="146"/>
            </a:xfrm>
            <a:custGeom>
              <a:avLst/>
              <a:gdLst>
                <a:gd name="T0" fmla="*/ 0 w 108"/>
                <a:gd name="T1" fmla="*/ 0 h 91"/>
                <a:gd name="T2" fmla="*/ 42 w 108"/>
                <a:gd name="T3" fmla="*/ 47 h 91"/>
                <a:gd name="T4" fmla="*/ 192 w 108"/>
                <a:gd name="T5" fmla="*/ 165 h 91"/>
                <a:gd name="T6" fmla="*/ 451 w 108"/>
                <a:gd name="T7" fmla="*/ 375 h 9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8" h="91">
                  <a:moveTo>
                    <a:pt x="0" y="0"/>
                  </a:moveTo>
                  <a:cubicBezTo>
                    <a:pt x="1" y="5"/>
                    <a:pt x="6" y="8"/>
                    <a:pt x="10" y="11"/>
                  </a:cubicBezTo>
                  <a:cubicBezTo>
                    <a:pt x="22" y="21"/>
                    <a:pt x="33" y="31"/>
                    <a:pt x="46" y="40"/>
                  </a:cubicBezTo>
                  <a:cubicBezTo>
                    <a:pt x="68" y="55"/>
                    <a:pt x="85" y="77"/>
                    <a:pt x="108" y="91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8588" name="Freeform 90">
              <a:extLst>
                <a:ext uri="{FF2B5EF4-FFF2-40B4-BE49-F238E27FC236}">
                  <a16:creationId xmlns:a16="http://schemas.microsoft.com/office/drawing/2014/main" id="{A6AAE3B6-D862-4E13-A8C7-DB892E208A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8" y="2915"/>
              <a:ext cx="77" cy="177"/>
            </a:xfrm>
            <a:custGeom>
              <a:avLst/>
              <a:gdLst>
                <a:gd name="T0" fmla="*/ 0 w 48"/>
                <a:gd name="T1" fmla="*/ 446 h 110"/>
                <a:gd name="T2" fmla="*/ 21 w 48"/>
                <a:gd name="T3" fmla="*/ 412 h 110"/>
                <a:gd name="T4" fmla="*/ 75 w 48"/>
                <a:gd name="T5" fmla="*/ 294 h 110"/>
                <a:gd name="T6" fmla="*/ 199 w 48"/>
                <a:gd name="T7" fmla="*/ 0 h 1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8" h="110">
                  <a:moveTo>
                    <a:pt x="0" y="107"/>
                  </a:moveTo>
                  <a:cubicBezTo>
                    <a:pt x="1" y="110"/>
                    <a:pt x="3" y="101"/>
                    <a:pt x="5" y="99"/>
                  </a:cubicBezTo>
                  <a:cubicBezTo>
                    <a:pt x="9" y="89"/>
                    <a:pt x="14" y="80"/>
                    <a:pt x="18" y="71"/>
                  </a:cubicBezTo>
                  <a:cubicBezTo>
                    <a:pt x="30" y="47"/>
                    <a:pt x="44" y="27"/>
                    <a:pt x="48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8589" name="Freeform 91">
              <a:extLst>
                <a:ext uri="{FF2B5EF4-FFF2-40B4-BE49-F238E27FC236}">
                  <a16:creationId xmlns:a16="http://schemas.microsoft.com/office/drawing/2014/main" id="{96D0C71B-2D2A-473D-A670-719343B9E3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6" y="3424"/>
              <a:ext cx="86" cy="294"/>
            </a:xfrm>
            <a:custGeom>
              <a:avLst/>
              <a:gdLst>
                <a:gd name="T0" fmla="*/ 0 w 53"/>
                <a:gd name="T1" fmla="*/ 0 h 182"/>
                <a:gd name="T2" fmla="*/ 50 w 53"/>
                <a:gd name="T3" fmla="*/ 118 h 182"/>
                <a:gd name="T4" fmla="*/ 109 w 53"/>
                <a:gd name="T5" fmla="*/ 279 h 182"/>
                <a:gd name="T6" fmla="*/ 166 w 53"/>
                <a:gd name="T7" fmla="*/ 465 h 182"/>
                <a:gd name="T8" fmla="*/ 227 w 53"/>
                <a:gd name="T9" fmla="*/ 767 h 18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" h="182">
                  <a:moveTo>
                    <a:pt x="0" y="0"/>
                  </a:moveTo>
                  <a:cubicBezTo>
                    <a:pt x="1" y="9"/>
                    <a:pt x="8" y="19"/>
                    <a:pt x="12" y="28"/>
                  </a:cubicBezTo>
                  <a:cubicBezTo>
                    <a:pt x="18" y="40"/>
                    <a:pt x="21" y="53"/>
                    <a:pt x="25" y="66"/>
                  </a:cubicBezTo>
                  <a:cubicBezTo>
                    <a:pt x="30" y="81"/>
                    <a:pt x="34" y="96"/>
                    <a:pt x="39" y="110"/>
                  </a:cubicBezTo>
                  <a:cubicBezTo>
                    <a:pt x="48" y="133"/>
                    <a:pt x="53" y="158"/>
                    <a:pt x="53" y="182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8590" name="Freeform 92">
              <a:extLst>
                <a:ext uri="{FF2B5EF4-FFF2-40B4-BE49-F238E27FC236}">
                  <a16:creationId xmlns:a16="http://schemas.microsoft.com/office/drawing/2014/main" id="{96436D67-CD5C-41D0-A3C5-06537437B4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5" y="2346"/>
              <a:ext cx="123" cy="180"/>
            </a:xfrm>
            <a:custGeom>
              <a:avLst/>
              <a:gdLst>
                <a:gd name="T0" fmla="*/ 233 w 76"/>
                <a:gd name="T1" fmla="*/ 0 h 112"/>
                <a:gd name="T2" fmla="*/ 301 w 76"/>
                <a:gd name="T3" fmla="*/ 132 h 112"/>
                <a:gd name="T4" fmla="*/ 306 w 76"/>
                <a:gd name="T5" fmla="*/ 227 h 112"/>
                <a:gd name="T6" fmla="*/ 283 w 76"/>
                <a:gd name="T7" fmla="*/ 349 h 112"/>
                <a:gd name="T8" fmla="*/ 228 w 76"/>
                <a:gd name="T9" fmla="*/ 424 h 112"/>
                <a:gd name="T10" fmla="*/ 162 w 76"/>
                <a:gd name="T11" fmla="*/ 452 h 112"/>
                <a:gd name="T12" fmla="*/ 118 w 76"/>
                <a:gd name="T13" fmla="*/ 452 h 112"/>
                <a:gd name="T14" fmla="*/ 76 w 76"/>
                <a:gd name="T15" fmla="*/ 464 h 112"/>
                <a:gd name="T16" fmla="*/ 76 w 76"/>
                <a:gd name="T17" fmla="*/ 416 h 112"/>
                <a:gd name="T18" fmla="*/ 16 w 76"/>
                <a:gd name="T19" fmla="*/ 411 h 112"/>
                <a:gd name="T20" fmla="*/ 73 w 76"/>
                <a:gd name="T21" fmla="*/ 365 h 112"/>
                <a:gd name="T22" fmla="*/ 76 w 76"/>
                <a:gd name="T23" fmla="*/ 349 h 112"/>
                <a:gd name="T24" fmla="*/ 8 w 76"/>
                <a:gd name="T25" fmla="*/ 333 h 112"/>
                <a:gd name="T26" fmla="*/ 47 w 76"/>
                <a:gd name="T27" fmla="*/ 312 h 112"/>
                <a:gd name="T28" fmla="*/ 76 w 76"/>
                <a:gd name="T29" fmla="*/ 286 h 112"/>
                <a:gd name="T30" fmla="*/ 81 w 76"/>
                <a:gd name="T31" fmla="*/ 259 h 112"/>
                <a:gd name="T32" fmla="*/ 84 w 76"/>
                <a:gd name="T33" fmla="*/ 199 h 112"/>
                <a:gd name="T34" fmla="*/ 68 w 76"/>
                <a:gd name="T35" fmla="*/ 129 h 112"/>
                <a:gd name="T36" fmla="*/ 42 w 76"/>
                <a:gd name="T37" fmla="*/ 37 h 112"/>
                <a:gd name="T38" fmla="*/ 81 w 76"/>
                <a:gd name="T39" fmla="*/ 29 h 112"/>
                <a:gd name="T40" fmla="*/ 194 w 76"/>
                <a:gd name="T41" fmla="*/ 21 h 112"/>
                <a:gd name="T42" fmla="*/ 233 w 76"/>
                <a:gd name="T43" fmla="*/ 0 h 112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76" h="112">
                  <a:moveTo>
                    <a:pt x="55" y="0"/>
                  </a:moveTo>
                  <a:cubicBezTo>
                    <a:pt x="59" y="9"/>
                    <a:pt x="67" y="25"/>
                    <a:pt x="71" y="32"/>
                  </a:cubicBezTo>
                  <a:cubicBezTo>
                    <a:pt x="76" y="43"/>
                    <a:pt x="74" y="46"/>
                    <a:pt x="72" y="55"/>
                  </a:cubicBezTo>
                  <a:cubicBezTo>
                    <a:pt x="71" y="64"/>
                    <a:pt x="69" y="77"/>
                    <a:pt x="67" y="84"/>
                  </a:cubicBezTo>
                  <a:cubicBezTo>
                    <a:pt x="66" y="92"/>
                    <a:pt x="58" y="96"/>
                    <a:pt x="54" y="102"/>
                  </a:cubicBezTo>
                  <a:cubicBezTo>
                    <a:pt x="49" y="108"/>
                    <a:pt x="47" y="106"/>
                    <a:pt x="38" y="109"/>
                  </a:cubicBezTo>
                  <a:cubicBezTo>
                    <a:pt x="30" y="112"/>
                    <a:pt x="28" y="109"/>
                    <a:pt x="28" y="109"/>
                  </a:cubicBezTo>
                  <a:cubicBezTo>
                    <a:pt x="28" y="109"/>
                    <a:pt x="23" y="112"/>
                    <a:pt x="18" y="112"/>
                  </a:cubicBezTo>
                  <a:cubicBezTo>
                    <a:pt x="13" y="112"/>
                    <a:pt x="18" y="100"/>
                    <a:pt x="18" y="100"/>
                  </a:cubicBezTo>
                  <a:cubicBezTo>
                    <a:pt x="18" y="100"/>
                    <a:pt x="7" y="106"/>
                    <a:pt x="4" y="99"/>
                  </a:cubicBezTo>
                  <a:cubicBezTo>
                    <a:pt x="2" y="92"/>
                    <a:pt x="13" y="89"/>
                    <a:pt x="17" y="88"/>
                  </a:cubicBezTo>
                  <a:cubicBezTo>
                    <a:pt x="18" y="84"/>
                    <a:pt x="18" y="84"/>
                    <a:pt x="18" y="84"/>
                  </a:cubicBezTo>
                  <a:cubicBezTo>
                    <a:pt x="18" y="84"/>
                    <a:pt x="3" y="85"/>
                    <a:pt x="2" y="80"/>
                  </a:cubicBezTo>
                  <a:cubicBezTo>
                    <a:pt x="0" y="75"/>
                    <a:pt x="8" y="76"/>
                    <a:pt x="11" y="75"/>
                  </a:cubicBezTo>
                  <a:cubicBezTo>
                    <a:pt x="12" y="73"/>
                    <a:pt x="16" y="71"/>
                    <a:pt x="18" y="69"/>
                  </a:cubicBezTo>
                  <a:cubicBezTo>
                    <a:pt x="18" y="67"/>
                    <a:pt x="18" y="64"/>
                    <a:pt x="19" y="62"/>
                  </a:cubicBezTo>
                  <a:cubicBezTo>
                    <a:pt x="21" y="56"/>
                    <a:pt x="20" y="55"/>
                    <a:pt x="20" y="48"/>
                  </a:cubicBezTo>
                  <a:cubicBezTo>
                    <a:pt x="20" y="42"/>
                    <a:pt x="20" y="38"/>
                    <a:pt x="16" y="31"/>
                  </a:cubicBezTo>
                  <a:cubicBezTo>
                    <a:pt x="12" y="26"/>
                    <a:pt x="10" y="14"/>
                    <a:pt x="10" y="9"/>
                  </a:cubicBezTo>
                  <a:cubicBezTo>
                    <a:pt x="10" y="9"/>
                    <a:pt x="15" y="7"/>
                    <a:pt x="19" y="7"/>
                  </a:cubicBezTo>
                  <a:cubicBezTo>
                    <a:pt x="24" y="7"/>
                    <a:pt x="42" y="9"/>
                    <a:pt x="46" y="5"/>
                  </a:cubicBezTo>
                  <a:cubicBezTo>
                    <a:pt x="51" y="1"/>
                    <a:pt x="55" y="0"/>
                    <a:pt x="55" y="0"/>
                  </a:cubicBezTo>
                  <a:close/>
                </a:path>
              </a:pathLst>
            </a:custGeom>
            <a:solidFill>
              <a:srgbClr val="F8F3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8591" name="Freeform 93">
              <a:extLst>
                <a:ext uri="{FF2B5EF4-FFF2-40B4-BE49-F238E27FC236}">
                  <a16:creationId xmlns:a16="http://schemas.microsoft.com/office/drawing/2014/main" id="{2B9EC64B-A261-4B7E-AAD3-E39433DC67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5" y="2346"/>
              <a:ext cx="123" cy="180"/>
            </a:xfrm>
            <a:custGeom>
              <a:avLst/>
              <a:gdLst>
                <a:gd name="T0" fmla="*/ 233 w 76"/>
                <a:gd name="T1" fmla="*/ 0 h 112"/>
                <a:gd name="T2" fmla="*/ 301 w 76"/>
                <a:gd name="T3" fmla="*/ 132 h 112"/>
                <a:gd name="T4" fmla="*/ 306 w 76"/>
                <a:gd name="T5" fmla="*/ 227 h 112"/>
                <a:gd name="T6" fmla="*/ 283 w 76"/>
                <a:gd name="T7" fmla="*/ 349 h 112"/>
                <a:gd name="T8" fmla="*/ 228 w 76"/>
                <a:gd name="T9" fmla="*/ 424 h 112"/>
                <a:gd name="T10" fmla="*/ 162 w 76"/>
                <a:gd name="T11" fmla="*/ 452 h 112"/>
                <a:gd name="T12" fmla="*/ 118 w 76"/>
                <a:gd name="T13" fmla="*/ 452 h 112"/>
                <a:gd name="T14" fmla="*/ 76 w 76"/>
                <a:gd name="T15" fmla="*/ 464 h 112"/>
                <a:gd name="T16" fmla="*/ 76 w 76"/>
                <a:gd name="T17" fmla="*/ 416 h 112"/>
                <a:gd name="T18" fmla="*/ 16 w 76"/>
                <a:gd name="T19" fmla="*/ 411 h 112"/>
                <a:gd name="T20" fmla="*/ 73 w 76"/>
                <a:gd name="T21" fmla="*/ 365 h 112"/>
                <a:gd name="T22" fmla="*/ 76 w 76"/>
                <a:gd name="T23" fmla="*/ 349 h 112"/>
                <a:gd name="T24" fmla="*/ 8 w 76"/>
                <a:gd name="T25" fmla="*/ 333 h 112"/>
                <a:gd name="T26" fmla="*/ 47 w 76"/>
                <a:gd name="T27" fmla="*/ 312 h 112"/>
                <a:gd name="T28" fmla="*/ 76 w 76"/>
                <a:gd name="T29" fmla="*/ 286 h 112"/>
                <a:gd name="T30" fmla="*/ 81 w 76"/>
                <a:gd name="T31" fmla="*/ 259 h 112"/>
                <a:gd name="T32" fmla="*/ 84 w 76"/>
                <a:gd name="T33" fmla="*/ 199 h 112"/>
                <a:gd name="T34" fmla="*/ 68 w 76"/>
                <a:gd name="T35" fmla="*/ 129 h 112"/>
                <a:gd name="T36" fmla="*/ 42 w 76"/>
                <a:gd name="T37" fmla="*/ 37 h 112"/>
                <a:gd name="T38" fmla="*/ 81 w 76"/>
                <a:gd name="T39" fmla="*/ 29 h 112"/>
                <a:gd name="T40" fmla="*/ 194 w 76"/>
                <a:gd name="T41" fmla="*/ 21 h 112"/>
                <a:gd name="T42" fmla="*/ 233 w 76"/>
                <a:gd name="T43" fmla="*/ 0 h 112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76" h="112">
                  <a:moveTo>
                    <a:pt x="55" y="0"/>
                  </a:moveTo>
                  <a:cubicBezTo>
                    <a:pt x="59" y="9"/>
                    <a:pt x="67" y="25"/>
                    <a:pt x="71" y="32"/>
                  </a:cubicBezTo>
                  <a:cubicBezTo>
                    <a:pt x="76" y="43"/>
                    <a:pt x="74" y="46"/>
                    <a:pt x="72" y="55"/>
                  </a:cubicBezTo>
                  <a:cubicBezTo>
                    <a:pt x="71" y="64"/>
                    <a:pt x="69" y="77"/>
                    <a:pt x="67" y="84"/>
                  </a:cubicBezTo>
                  <a:cubicBezTo>
                    <a:pt x="66" y="92"/>
                    <a:pt x="58" y="96"/>
                    <a:pt x="54" y="102"/>
                  </a:cubicBezTo>
                  <a:cubicBezTo>
                    <a:pt x="49" y="108"/>
                    <a:pt x="47" y="106"/>
                    <a:pt x="38" y="109"/>
                  </a:cubicBezTo>
                  <a:cubicBezTo>
                    <a:pt x="30" y="112"/>
                    <a:pt x="28" y="109"/>
                    <a:pt x="28" y="109"/>
                  </a:cubicBezTo>
                  <a:cubicBezTo>
                    <a:pt x="28" y="109"/>
                    <a:pt x="23" y="112"/>
                    <a:pt x="18" y="112"/>
                  </a:cubicBezTo>
                  <a:cubicBezTo>
                    <a:pt x="13" y="112"/>
                    <a:pt x="18" y="100"/>
                    <a:pt x="18" y="100"/>
                  </a:cubicBezTo>
                  <a:cubicBezTo>
                    <a:pt x="18" y="100"/>
                    <a:pt x="7" y="106"/>
                    <a:pt x="4" y="99"/>
                  </a:cubicBezTo>
                  <a:cubicBezTo>
                    <a:pt x="2" y="92"/>
                    <a:pt x="13" y="89"/>
                    <a:pt x="17" y="88"/>
                  </a:cubicBezTo>
                  <a:cubicBezTo>
                    <a:pt x="18" y="84"/>
                    <a:pt x="18" y="84"/>
                    <a:pt x="18" y="84"/>
                  </a:cubicBezTo>
                  <a:cubicBezTo>
                    <a:pt x="18" y="84"/>
                    <a:pt x="3" y="85"/>
                    <a:pt x="2" y="80"/>
                  </a:cubicBezTo>
                  <a:cubicBezTo>
                    <a:pt x="0" y="75"/>
                    <a:pt x="8" y="76"/>
                    <a:pt x="11" y="75"/>
                  </a:cubicBezTo>
                  <a:cubicBezTo>
                    <a:pt x="12" y="73"/>
                    <a:pt x="16" y="71"/>
                    <a:pt x="18" y="69"/>
                  </a:cubicBezTo>
                  <a:cubicBezTo>
                    <a:pt x="18" y="67"/>
                    <a:pt x="18" y="64"/>
                    <a:pt x="19" y="62"/>
                  </a:cubicBezTo>
                  <a:cubicBezTo>
                    <a:pt x="21" y="56"/>
                    <a:pt x="20" y="55"/>
                    <a:pt x="20" y="48"/>
                  </a:cubicBezTo>
                  <a:cubicBezTo>
                    <a:pt x="20" y="42"/>
                    <a:pt x="20" y="38"/>
                    <a:pt x="16" y="31"/>
                  </a:cubicBezTo>
                  <a:cubicBezTo>
                    <a:pt x="12" y="26"/>
                    <a:pt x="10" y="14"/>
                    <a:pt x="10" y="9"/>
                  </a:cubicBezTo>
                  <a:cubicBezTo>
                    <a:pt x="10" y="9"/>
                    <a:pt x="15" y="7"/>
                    <a:pt x="19" y="7"/>
                  </a:cubicBezTo>
                  <a:cubicBezTo>
                    <a:pt x="24" y="7"/>
                    <a:pt x="42" y="9"/>
                    <a:pt x="46" y="5"/>
                  </a:cubicBezTo>
                  <a:cubicBezTo>
                    <a:pt x="51" y="1"/>
                    <a:pt x="55" y="0"/>
                    <a:pt x="55" y="0"/>
                  </a:cubicBezTo>
                  <a:close/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8592" name="Freeform 94">
              <a:extLst>
                <a:ext uri="{FF2B5EF4-FFF2-40B4-BE49-F238E27FC236}">
                  <a16:creationId xmlns:a16="http://schemas.microsoft.com/office/drawing/2014/main" id="{3677644F-ECB3-46CA-B0E6-76E976F86D8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4" y="2468"/>
              <a:ext cx="15" cy="13"/>
            </a:xfrm>
            <a:custGeom>
              <a:avLst/>
              <a:gdLst>
                <a:gd name="T0" fmla="*/ 0 w 9"/>
                <a:gd name="T1" fmla="*/ 34 h 8"/>
                <a:gd name="T2" fmla="*/ 42 w 9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8">
                  <a:moveTo>
                    <a:pt x="0" y="8"/>
                  </a:moveTo>
                  <a:cubicBezTo>
                    <a:pt x="0" y="8"/>
                    <a:pt x="4" y="1"/>
                    <a:pt x="9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8593" name="Freeform 95">
              <a:extLst>
                <a:ext uri="{FF2B5EF4-FFF2-40B4-BE49-F238E27FC236}">
                  <a16:creationId xmlns:a16="http://schemas.microsoft.com/office/drawing/2014/main" id="{385C0D8D-81CB-4BD6-A552-F3BB5C95EAB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4" y="2489"/>
              <a:ext cx="25" cy="18"/>
            </a:xfrm>
            <a:custGeom>
              <a:avLst/>
              <a:gdLst>
                <a:gd name="T0" fmla="*/ 0 w 15"/>
                <a:gd name="T1" fmla="*/ 47 h 11"/>
                <a:gd name="T2" fmla="*/ 42 w 15"/>
                <a:gd name="T3" fmla="*/ 29 h 11"/>
                <a:gd name="T4" fmla="*/ 70 w 15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1">
                  <a:moveTo>
                    <a:pt x="0" y="11"/>
                  </a:moveTo>
                  <a:cubicBezTo>
                    <a:pt x="0" y="11"/>
                    <a:pt x="5" y="7"/>
                    <a:pt x="9" y="7"/>
                  </a:cubicBezTo>
                  <a:cubicBezTo>
                    <a:pt x="13" y="6"/>
                    <a:pt x="15" y="0"/>
                    <a:pt x="15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8594" name="Freeform 96">
              <a:extLst>
                <a:ext uri="{FF2B5EF4-FFF2-40B4-BE49-F238E27FC236}">
                  <a16:creationId xmlns:a16="http://schemas.microsoft.com/office/drawing/2014/main" id="{61A503BB-0EAE-4C98-8486-FA92E66062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9" y="2499"/>
              <a:ext cx="21" cy="22"/>
            </a:xfrm>
            <a:custGeom>
              <a:avLst/>
              <a:gdLst>
                <a:gd name="T0" fmla="*/ 5 w 13"/>
                <a:gd name="T1" fmla="*/ 55 h 14"/>
                <a:gd name="T2" fmla="*/ 55 w 13"/>
                <a:gd name="T3" fmla="*/ 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4">
                  <a:moveTo>
                    <a:pt x="1" y="14"/>
                  </a:moveTo>
                  <a:cubicBezTo>
                    <a:pt x="1" y="14"/>
                    <a:pt x="0" y="5"/>
                    <a:pt x="13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8595" name="Freeform 97">
              <a:extLst>
                <a:ext uri="{FF2B5EF4-FFF2-40B4-BE49-F238E27FC236}">
                  <a16:creationId xmlns:a16="http://schemas.microsoft.com/office/drawing/2014/main" id="{196C9D23-61A8-4FF9-97BE-7C9E472E9BC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5" y="2460"/>
              <a:ext cx="17" cy="34"/>
            </a:xfrm>
            <a:custGeom>
              <a:avLst/>
              <a:gdLst>
                <a:gd name="T0" fmla="*/ 0 w 11"/>
                <a:gd name="T1" fmla="*/ 89 h 21"/>
                <a:gd name="T2" fmla="*/ 26 w 11"/>
                <a:gd name="T3" fmla="*/ 55 h 21"/>
                <a:gd name="T4" fmla="*/ 40 w 11"/>
                <a:gd name="T5" fmla="*/ 0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21">
                  <a:moveTo>
                    <a:pt x="0" y="21"/>
                  </a:moveTo>
                  <a:cubicBezTo>
                    <a:pt x="0" y="21"/>
                    <a:pt x="4" y="15"/>
                    <a:pt x="7" y="13"/>
                  </a:cubicBezTo>
                  <a:cubicBezTo>
                    <a:pt x="10" y="11"/>
                    <a:pt x="9" y="4"/>
                    <a:pt x="11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8596" name="Freeform 98">
              <a:extLst>
                <a:ext uri="{FF2B5EF4-FFF2-40B4-BE49-F238E27FC236}">
                  <a16:creationId xmlns:a16="http://schemas.microsoft.com/office/drawing/2014/main" id="{109035B1-30AA-44C6-BB08-2CE31D4CF1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6" y="2450"/>
              <a:ext cx="11" cy="7"/>
            </a:xfrm>
            <a:custGeom>
              <a:avLst/>
              <a:gdLst>
                <a:gd name="T0" fmla="*/ 0 w 7"/>
                <a:gd name="T1" fmla="*/ 12 h 4"/>
                <a:gd name="T2" fmla="*/ 27 w 7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4">
                  <a:moveTo>
                    <a:pt x="0" y="2"/>
                  </a:moveTo>
                  <a:cubicBezTo>
                    <a:pt x="0" y="2"/>
                    <a:pt x="5" y="4"/>
                    <a:pt x="7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8597" name="Freeform 99">
              <a:extLst>
                <a:ext uri="{FF2B5EF4-FFF2-40B4-BE49-F238E27FC236}">
                  <a16:creationId xmlns:a16="http://schemas.microsoft.com/office/drawing/2014/main" id="{E3FC3AD9-4AEB-4954-86BC-B07EC3EA14E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1" y="2359"/>
              <a:ext cx="58" cy="130"/>
            </a:xfrm>
            <a:custGeom>
              <a:avLst/>
              <a:gdLst>
                <a:gd name="T0" fmla="*/ 0 w 36"/>
                <a:gd name="T1" fmla="*/ 0 h 81"/>
                <a:gd name="T2" fmla="*/ 47 w 36"/>
                <a:gd name="T3" fmla="*/ 124 h 81"/>
                <a:gd name="T4" fmla="*/ 50 w 36"/>
                <a:gd name="T5" fmla="*/ 162 h 81"/>
                <a:gd name="T6" fmla="*/ 47 w 36"/>
                <a:gd name="T7" fmla="*/ 213 h 81"/>
                <a:gd name="T8" fmla="*/ 89 w 36"/>
                <a:gd name="T9" fmla="*/ 335 h 81"/>
                <a:gd name="T10" fmla="*/ 122 w 36"/>
                <a:gd name="T11" fmla="*/ 244 h 81"/>
                <a:gd name="T12" fmla="*/ 124 w 36"/>
                <a:gd name="T13" fmla="*/ 157 h 81"/>
                <a:gd name="T14" fmla="*/ 143 w 36"/>
                <a:gd name="T15" fmla="*/ 108 h 81"/>
                <a:gd name="T16" fmla="*/ 150 w 36"/>
                <a:gd name="T17" fmla="*/ 77 h 8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6" h="81">
                  <a:moveTo>
                    <a:pt x="0" y="0"/>
                  </a:moveTo>
                  <a:cubicBezTo>
                    <a:pt x="0" y="0"/>
                    <a:pt x="2" y="21"/>
                    <a:pt x="11" y="30"/>
                  </a:cubicBezTo>
                  <a:cubicBezTo>
                    <a:pt x="11" y="30"/>
                    <a:pt x="12" y="33"/>
                    <a:pt x="12" y="39"/>
                  </a:cubicBezTo>
                  <a:cubicBezTo>
                    <a:pt x="11" y="45"/>
                    <a:pt x="12" y="47"/>
                    <a:pt x="11" y="52"/>
                  </a:cubicBezTo>
                  <a:cubicBezTo>
                    <a:pt x="10" y="56"/>
                    <a:pt x="8" y="81"/>
                    <a:pt x="21" y="81"/>
                  </a:cubicBezTo>
                  <a:cubicBezTo>
                    <a:pt x="35" y="81"/>
                    <a:pt x="29" y="59"/>
                    <a:pt x="29" y="59"/>
                  </a:cubicBezTo>
                  <a:cubicBezTo>
                    <a:pt x="29" y="59"/>
                    <a:pt x="29" y="42"/>
                    <a:pt x="30" y="38"/>
                  </a:cubicBezTo>
                  <a:cubicBezTo>
                    <a:pt x="31" y="33"/>
                    <a:pt x="34" y="29"/>
                    <a:pt x="34" y="26"/>
                  </a:cubicBezTo>
                  <a:cubicBezTo>
                    <a:pt x="34" y="24"/>
                    <a:pt x="36" y="19"/>
                    <a:pt x="36" y="19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8598" name="Freeform 100">
              <a:extLst>
                <a:ext uri="{FF2B5EF4-FFF2-40B4-BE49-F238E27FC236}">
                  <a16:creationId xmlns:a16="http://schemas.microsoft.com/office/drawing/2014/main" id="{9966F6C0-4A79-4BED-9A08-E28863599A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4" y="2407"/>
              <a:ext cx="7" cy="10"/>
            </a:xfrm>
            <a:custGeom>
              <a:avLst/>
              <a:gdLst>
                <a:gd name="T0" fmla="*/ 0 w 4"/>
                <a:gd name="T1" fmla="*/ 0 h 6"/>
                <a:gd name="T2" fmla="*/ 21 w 4"/>
                <a:gd name="T3" fmla="*/ 28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6">
                  <a:moveTo>
                    <a:pt x="0" y="0"/>
                  </a:moveTo>
                  <a:cubicBezTo>
                    <a:pt x="0" y="0"/>
                    <a:pt x="2" y="5"/>
                    <a:pt x="4" y="6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8599" name="Freeform 101">
              <a:extLst>
                <a:ext uri="{FF2B5EF4-FFF2-40B4-BE49-F238E27FC236}">
                  <a16:creationId xmlns:a16="http://schemas.microsoft.com/office/drawing/2014/main" id="{3C0CEE7D-370A-4160-802B-67CC0329C1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0" y="2459"/>
              <a:ext cx="28" cy="27"/>
            </a:xfrm>
            <a:custGeom>
              <a:avLst/>
              <a:gdLst>
                <a:gd name="T0" fmla="*/ 21 w 17"/>
                <a:gd name="T1" fmla="*/ 68 h 17"/>
                <a:gd name="T2" fmla="*/ 41 w 17"/>
                <a:gd name="T3" fmla="*/ 5 h 17"/>
                <a:gd name="T4" fmla="*/ 68 w 17"/>
                <a:gd name="T5" fmla="*/ 68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7">
                  <a:moveTo>
                    <a:pt x="5" y="17"/>
                  </a:moveTo>
                  <a:cubicBezTo>
                    <a:pt x="5" y="17"/>
                    <a:pt x="0" y="2"/>
                    <a:pt x="9" y="1"/>
                  </a:cubicBezTo>
                  <a:cubicBezTo>
                    <a:pt x="17" y="0"/>
                    <a:pt x="15" y="17"/>
                    <a:pt x="15" y="17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8600" name="Freeform 102">
              <a:extLst>
                <a:ext uri="{FF2B5EF4-FFF2-40B4-BE49-F238E27FC236}">
                  <a16:creationId xmlns:a16="http://schemas.microsoft.com/office/drawing/2014/main" id="{2EE9D4D0-2AAF-4204-AD45-58407A6954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9" y="1196"/>
              <a:ext cx="65" cy="106"/>
            </a:xfrm>
            <a:custGeom>
              <a:avLst/>
              <a:gdLst>
                <a:gd name="T0" fmla="*/ 117 w 40"/>
                <a:gd name="T1" fmla="*/ 0 h 66"/>
                <a:gd name="T2" fmla="*/ 164 w 40"/>
                <a:gd name="T3" fmla="*/ 16 h 66"/>
                <a:gd name="T4" fmla="*/ 159 w 40"/>
                <a:gd name="T5" fmla="*/ 149 h 66"/>
                <a:gd name="T6" fmla="*/ 166 w 40"/>
                <a:gd name="T7" fmla="*/ 206 h 66"/>
                <a:gd name="T8" fmla="*/ 132 w 40"/>
                <a:gd name="T9" fmla="*/ 273 h 66"/>
                <a:gd name="T10" fmla="*/ 138 w 40"/>
                <a:gd name="T11" fmla="*/ 173 h 66"/>
                <a:gd name="T12" fmla="*/ 88 w 40"/>
                <a:gd name="T13" fmla="*/ 162 h 66"/>
                <a:gd name="T14" fmla="*/ 42 w 40"/>
                <a:gd name="T15" fmla="*/ 206 h 66"/>
                <a:gd name="T16" fmla="*/ 0 w 40"/>
                <a:gd name="T17" fmla="*/ 238 h 66"/>
                <a:gd name="T18" fmla="*/ 60 w 40"/>
                <a:gd name="T19" fmla="*/ 157 h 66"/>
                <a:gd name="T20" fmla="*/ 89 w 40"/>
                <a:gd name="T21" fmla="*/ 111 h 66"/>
                <a:gd name="T22" fmla="*/ 117 w 40"/>
                <a:gd name="T23" fmla="*/ 0 h 6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0" h="66">
                  <a:moveTo>
                    <a:pt x="27" y="0"/>
                  </a:moveTo>
                  <a:cubicBezTo>
                    <a:pt x="30" y="2"/>
                    <a:pt x="34" y="4"/>
                    <a:pt x="38" y="4"/>
                  </a:cubicBezTo>
                  <a:cubicBezTo>
                    <a:pt x="34" y="15"/>
                    <a:pt x="34" y="25"/>
                    <a:pt x="37" y="36"/>
                  </a:cubicBezTo>
                  <a:cubicBezTo>
                    <a:pt x="38" y="40"/>
                    <a:pt x="40" y="45"/>
                    <a:pt x="39" y="50"/>
                  </a:cubicBezTo>
                  <a:cubicBezTo>
                    <a:pt x="38" y="54"/>
                    <a:pt x="35" y="64"/>
                    <a:pt x="31" y="66"/>
                  </a:cubicBezTo>
                  <a:cubicBezTo>
                    <a:pt x="32" y="59"/>
                    <a:pt x="36" y="48"/>
                    <a:pt x="32" y="42"/>
                  </a:cubicBezTo>
                  <a:cubicBezTo>
                    <a:pt x="29" y="37"/>
                    <a:pt x="24" y="37"/>
                    <a:pt x="20" y="39"/>
                  </a:cubicBezTo>
                  <a:cubicBezTo>
                    <a:pt x="16" y="42"/>
                    <a:pt x="14" y="47"/>
                    <a:pt x="10" y="50"/>
                  </a:cubicBezTo>
                  <a:cubicBezTo>
                    <a:pt x="7" y="53"/>
                    <a:pt x="3" y="54"/>
                    <a:pt x="0" y="57"/>
                  </a:cubicBezTo>
                  <a:cubicBezTo>
                    <a:pt x="5" y="52"/>
                    <a:pt x="9" y="44"/>
                    <a:pt x="14" y="38"/>
                  </a:cubicBezTo>
                  <a:cubicBezTo>
                    <a:pt x="16" y="34"/>
                    <a:pt x="19" y="31"/>
                    <a:pt x="21" y="27"/>
                  </a:cubicBezTo>
                  <a:cubicBezTo>
                    <a:pt x="25" y="18"/>
                    <a:pt x="24" y="7"/>
                    <a:pt x="27" y="0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8601" name="Freeform 103">
              <a:extLst>
                <a:ext uri="{FF2B5EF4-FFF2-40B4-BE49-F238E27FC236}">
                  <a16:creationId xmlns:a16="http://schemas.microsoft.com/office/drawing/2014/main" id="{D90B1424-1EAA-48D2-BF66-6124125CD88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7" y="1281"/>
              <a:ext cx="55" cy="52"/>
            </a:xfrm>
            <a:custGeom>
              <a:avLst/>
              <a:gdLst>
                <a:gd name="T0" fmla="*/ 0 w 34"/>
                <a:gd name="T1" fmla="*/ 63 h 32"/>
                <a:gd name="T2" fmla="*/ 29 w 34"/>
                <a:gd name="T3" fmla="*/ 0 h 32"/>
                <a:gd name="T4" fmla="*/ 50 w 34"/>
                <a:gd name="T5" fmla="*/ 42 h 32"/>
                <a:gd name="T6" fmla="*/ 84 w 34"/>
                <a:gd name="T7" fmla="*/ 75 h 32"/>
                <a:gd name="T8" fmla="*/ 144 w 34"/>
                <a:gd name="T9" fmla="*/ 138 h 32"/>
                <a:gd name="T10" fmla="*/ 16 w 34"/>
                <a:gd name="T11" fmla="*/ 63 h 3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4" h="32">
                  <a:moveTo>
                    <a:pt x="0" y="15"/>
                  </a:moveTo>
                  <a:cubicBezTo>
                    <a:pt x="5" y="11"/>
                    <a:pt x="6" y="5"/>
                    <a:pt x="7" y="0"/>
                  </a:cubicBezTo>
                  <a:cubicBezTo>
                    <a:pt x="10" y="2"/>
                    <a:pt x="10" y="7"/>
                    <a:pt x="12" y="10"/>
                  </a:cubicBezTo>
                  <a:cubicBezTo>
                    <a:pt x="14" y="13"/>
                    <a:pt x="17" y="15"/>
                    <a:pt x="20" y="17"/>
                  </a:cubicBezTo>
                  <a:cubicBezTo>
                    <a:pt x="25" y="22"/>
                    <a:pt x="30" y="27"/>
                    <a:pt x="34" y="32"/>
                  </a:cubicBezTo>
                  <a:cubicBezTo>
                    <a:pt x="23" y="30"/>
                    <a:pt x="10" y="24"/>
                    <a:pt x="4" y="15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8602" name="Freeform 104">
              <a:extLst>
                <a:ext uri="{FF2B5EF4-FFF2-40B4-BE49-F238E27FC236}">
                  <a16:creationId xmlns:a16="http://schemas.microsoft.com/office/drawing/2014/main" id="{D3EE6329-6045-46AA-9FF8-04EA29667CC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6" y="1162"/>
              <a:ext cx="42" cy="95"/>
            </a:xfrm>
            <a:custGeom>
              <a:avLst/>
              <a:gdLst>
                <a:gd name="T0" fmla="*/ 68 w 26"/>
                <a:gd name="T1" fmla="*/ 0 h 59"/>
                <a:gd name="T2" fmla="*/ 81 w 26"/>
                <a:gd name="T3" fmla="*/ 111 h 59"/>
                <a:gd name="T4" fmla="*/ 5 w 26"/>
                <a:gd name="T5" fmla="*/ 187 h 59"/>
                <a:gd name="T6" fmla="*/ 26 w 26"/>
                <a:gd name="T7" fmla="*/ 246 h 59"/>
                <a:gd name="T8" fmla="*/ 29 w 26"/>
                <a:gd name="T9" fmla="*/ 204 h 59"/>
                <a:gd name="T10" fmla="*/ 55 w 26"/>
                <a:gd name="T11" fmla="*/ 184 h 59"/>
                <a:gd name="T12" fmla="*/ 94 w 26"/>
                <a:gd name="T13" fmla="*/ 124 h 59"/>
                <a:gd name="T14" fmla="*/ 76 w 26"/>
                <a:gd name="T15" fmla="*/ 0 h 5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6" h="59">
                  <a:moveTo>
                    <a:pt x="16" y="0"/>
                  </a:moveTo>
                  <a:cubicBezTo>
                    <a:pt x="16" y="9"/>
                    <a:pt x="23" y="19"/>
                    <a:pt x="19" y="27"/>
                  </a:cubicBezTo>
                  <a:cubicBezTo>
                    <a:pt x="16" y="35"/>
                    <a:pt x="3" y="37"/>
                    <a:pt x="1" y="45"/>
                  </a:cubicBezTo>
                  <a:cubicBezTo>
                    <a:pt x="0" y="50"/>
                    <a:pt x="4" y="56"/>
                    <a:pt x="6" y="59"/>
                  </a:cubicBezTo>
                  <a:cubicBezTo>
                    <a:pt x="6" y="56"/>
                    <a:pt x="6" y="52"/>
                    <a:pt x="7" y="49"/>
                  </a:cubicBezTo>
                  <a:cubicBezTo>
                    <a:pt x="9" y="46"/>
                    <a:pt x="11" y="45"/>
                    <a:pt x="13" y="44"/>
                  </a:cubicBezTo>
                  <a:cubicBezTo>
                    <a:pt x="18" y="41"/>
                    <a:pt x="20" y="35"/>
                    <a:pt x="22" y="30"/>
                  </a:cubicBezTo>
                  <a:cubicBezTo>
                    <a:pt x="26" y="19"/>
                    <a:pt x="19" y="11"/>
                    <a:pt x="18" y="0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8603" name="Freeform 105">
              <a:extLst>
                <a:ext uri="{FF2B5EF4-FFF2-40B4-BE49-F238E27FC236}">
                  <a16:creationId xmlns:a16="http://schemas.microsoft.com/office/drawing/2014/main" id="{2B5EAEE1-F5BF-4BE4-AF65-9A1A3B291A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8" y="1118"/>
              <a:ext cx="20" cy="26"/>
            </a:xfrm>
            <a:custGeom>
              <a:avLst/>
              <a:gdLst>
                <a:gd name="T0" fmla="*/ 47 w 12"/>
                <a:gd name="T1" fmla="*/ 8 h 16"/>
                <a:gd name="T2" fmla="*/ 13 w 12"/>
                <a:gd name="T3" fmla="*/ 5 h 16"/>
                <a:gd name="T4" fmla="*/ 8 w 12"/>
                <a:gd name="T5" fmla="*/ 39 h 16"/>
                <a:gd name="T6" fmla="*/ 8 w 12"/>
                <a:gd name="T7" fmla="*/ 60 h 16"/>
                <a:gd name="T8" fmla="*/ 37 w 12"/>
                <a:gd name="T9" fmla="*/ 68 h 16"/>
                <a:gd name="T10" fmla="*/ 47 w 12"/>
                <a:gd name="T11" fmla="*/ 47 h 16"/>
                <a:gd name="T12" fmla="*/ 13 w 12"/>
                <a:gd name="T13" fmla="*/ 34 h 16"/>
                <a:gd name="T14" fmla="*/ 55 w 12"/>
                <a:gd name="T15" fmla="*/ 29 h 16"/>
                <a:gd name="T16" fmla="*/ 50 w 12"/>
                <a:gd name="T17" fmla="*/ 5 h 1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" h="16">
                  <a:moveTo>
                    <a:pt x="10" y="2"/>
                  </a:moveTo>
                  <a:cubicBezTo>
                    <a:pt x="10" y="0"/>
                    <a:pt x="4" y="0"/>
                    <a:pt x="3" y="1"/>
                  </a:cubicBezTo>
                  <a:cubicBezTo>
                    <a:pt x="1" y="3"/>
                    <a:pt x="2" y="7"/>
                    <a:pt x="2" y="9"/>
                  </a:cubicBezTo>
                  <a:cubicBezTo>
                    <a:pt x="2" y="10"/>
                    <a:pt x="0" y="13"/>
                    <a:pt x="2" y="14"/>
                  </a:cubicBezTo>
                  <a:cubicBezTo>
                    <a:pt x="3" y="15"/>
                    <a:pt x="6" y="14"/>
                    <a:pt x="8" y="16"/>
                  </a:cubicBezTo>
                  <a:cubicBezTo>
                    <a:pt x="8" y="14"/>
                    <a:pt x="7" y="11"/>
                    <a:pt x="10" y="11"/>
                  </a:cubicBezTo>
                  <a:cubicBezTo>
                    <a:pt x="8" y="11"/>
                    <a:pt x="2" y="11"/>
                    <a:pt x="3" y="8"/>
                  </a:cubicBezTo>
                  <a:cubicBezTo>
                    <a:pt x="5" y="5"/>
                    <a:pt x="10" y="6"/>
                    <a:pt x="12" y="7"/>
                  </a:cubicBezTo>
                  <a:cubicBezTo>
                    <a:pt x="11" y="6"/>
                    <a:pt x="8" y="3"/>
                    <a:pt x="11" y="1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8604" name="Freeform 106">
              <a:extLst>
                <a:ext uri="{FF2B5EF4-FFF2-40B4-BE49-F238E27FC236}">
                  <a16:creationId xmlns:a16="http://schemas.microsoft.com/office/drawing/2014/main" id="{B1685551-7558-49D6-A6AB-DF60473941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5" y="994"/>
              <a:ext cx="108" cy="78"/>
            </a:xfrm>
            <a:custGeom>
              <a:avLst/>
              <a:gdLst>
                <a:gd name="T0" fmla="*/ 239 w 67"/>
                <a:gd name="T1" fmla="*/ 8 h 48"/>
                <a:gd name="T2" fmla="*/ 179 w 67"/>
                <a:gd name="T3" fmla="*/ 55 h 48"/>
                <a:gd name="T4" fmla="*/ 150 w 67"/>
                <a:gd name="T5" fmla="*/ 81 h 48"/>
                <a:gd name="T6" fmla="*/ 123 w 67"/>
                <a:gd name="T7" fmla="*/ 98 h 48"/>
                <a:gd name="T8" fmla="*/ 76 w 67"/>
                <a:gd name="T9" fmla="*/ 156 h 48"/>
                <a:gd name="T10" fmla="*/ 42 w 67"/>
                <a:gd name="T11" fmla="*/ 177 h 48"/>
                <a:gd name="T12" fmla="*/ 0 w 67"/>
                <a:gd name="T13" fmla="*/ 202 h 48"/>
                <a:gd name="T14" fmla="*/ 34 w 67"/>
                <a:gd name="T15" fmla="*/ 190 h 48"/>
                <a:gd name="T16" fmla="*/ 102 w 67"/>
                <a:gd name="T17" fmla="*/ 156 h 48"/>
                <a:gd name="T18" fmla="*/ 190 w 67"/>
                <a:gd name="T19" fmla="*/ 96 h 48"/>
                <a:gd name="T20" fmla="*/ 280 w 67"/>
                <a:gd name="T21" fmla="*/ 42 h 48"/>
                <a:gd name="T22" fmla="*/ 247 w 67"/>
                <a:gd name="T23" fmla="*/ 8 h 4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7" h="48">
                  <a:moveTo>
                    <a:pt x="57" y="2"/>
                  </a:moveTo>
                  <a:cubicBezTo>
                    <a:pt x="52" y="0"/>
                    <a:pt x="46" y="10"/>
                    <a:pt x="43" y="13"/>
                  </a:cubicBezTo>
                  <a:cubicBezTo>
                    <a:pt x="41" y="15"/>
                    <a:pt x="38" y="17"/>
                    <a:pt x="36" y="19"/>
                  </a:cubicBezTo>
                  <a:cubicBezTo>
                    <a:pt x="33" y="20"/>
                    <a:pt x="31" y="21"/>
                    <a:pt x="29" y="23"/>
                  </a:cubicBezTo>
                  <a:cubicBezTo>
                    <a:pt x="25" y="27"/>
                    <a:pt x="23" y="32"/>
                    <a:pt x="18" y="36"/>
                  </a:cubicBezTo>
                  <a:cubicBezTo>
                    <a:pt x="15" y="37"/>
                    <a:pt x="12" y="39"/>
                    <a:pt x="10" y="41"/>
                  </a:cubicBezTo>
                  <a:cubicBezTo>
                    <a:pt x="6" y="43"/>
                    <a:pt x="3" y="45"/>
                    <a:pt x="0" y="47"/>
                  </a:cubicBezTo>
                  <a:cubicBezTo>
                    <a:pt x="3" y="48"/>
                    <a:pt x="6" y="45"/>
                    <a:pt x="8" y="44"/>
                  </a:cubicBezTo>
                  <a:cubicBezTo>
                    <a:pt x="14" y="42"/>
                    <a:pt x="19" y="39"/>
                    <a:pt x="24" y="36"/>
                  </a:cubicBezTo>
                  <a:cubicBezTo>
                    <a:pt x="32" y="32"/>
                    <a:pt x="39" y="28"/>
                    <a:pt x="45" y="22"/>
                  </a:cubicBezTo>
                  <a:cubicBezTo>
                    <a:pt x="51" y="17"/>
                    <a:pt x="59" y="9"/>
                    <a:pt x="67" y="10"/>
                  </a:cubicBezTo>
                  <a:cubicBezTo>
                    <a:pt x="64" y="7"/>
                    <a:pt x="62" y="4"/>
                    <a:pt x="59" y="2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8605" name="Freeform 107">
              <a:extLst>
                <a:ext uri="{FF2B5EF4-FFF2-40B4-BE49-F238E27FC236}">
                  <a16:creationId xmlns:a16="http://schemas.microsoft.com/office/drawing/2014/main" id="{1D81619F-CE30-454B-9C58-9B1CE66708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6" y="991"/>
              <a:ext cx="139" cy="108"/>
            </a:xfrm>
            <a:custGeom>
              <a:avLst/>
              <a:gdLst>
                <a:gd name="T0" fmla="*/ 364 w 86"/>
                <a:gd name="T1" fmla="*/ 13 h 67"/>
                <a:gd name="T2" fmla="*/ 296 w 86"/>
                <a:gd name="T3" fmla="*/ 0 h 67"/>
                <a:gd name="T4" fmla="*/ 259 w 86"/>
                <a:gd name="T5" fmla="*/ 13 h 67"/>
                <a:gd name="T6" fmla="*/ 225 w 86"/>
                <a:gd name="T7" fmla="*/ 21 h 67"/>
                <a:gd name="T8" fmla="*/ 194 w 86"/>
                <a:gd name="T9" fmla="*/ 47 h 67"/>
                <a:gd name="T10" fmla="*/ 160 w 86"/>
                <a:gd name="T11" fmla="*/ 71 h 67"/>
                <a:gd name="T12" fmla="*/ 110 w 86"/>
                <a:gd name="T13" fmla="*/ 103 h 67"/>
                <a:gd name="T14" fmla="*/ 89 w 86"/>
                <a:gd name="T15" fmla="*/ 110 h 67"/>
                <a:gd name="T16" fmla="*/ 71 w 86"/>
                <a:gd name="T17" fmla="*/ 135 h 67"/>
                <a:gd name="T18" fmla="*/ 68 w 86"/>
                <a:gd name="T19" fmla="*/ 184 h 67"/>
                <a:gd name="T20" fmla="*/ 55 w 86"/>
                <a:gd name="T21" fmla="*/ 200 h 67"/>
                <a:gd name="T22" fmla="*/ 26 w 86"/>
                <a:gd name="T23" fmla="*/ 211 h 67"/>
                <a:gd name="T24" fmla="*/ 0 w 86"/>
                <a:gd name="T25" fmla="*/ 280 h 67"/>
                <a:gd name="T26" fmla="*/ 39 w 86"/>
                <a:gd name="T27" fmla="*/ 242 h 67"/>
                <a:gd name="T28" fmla="*/ 81 w 86"/>
                <a:gd name="T29" fmla="*/ 190 h 67"/>
                <a:gd name="T30" fmla="*/ 165 w 86"/>
                <a:gd name="T31" fmla="*/ 97 h 67"/>
                <a:gd name="T32" fmla="*/ 288 w 86"/>
                <a:gd name="T33" fmla="*/ 34 h 67"/>
                <a:gd name="T34" fmla="*/ 323 w 86"/>
                <a:gd name="T35" fmla="*/ 21 h 67"/>
                <a:gd name="T36" fmla="*/ 356 w 86"/>
                <a:gd name="T37" fmla="*/ 13 h 67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86" h="67">
                  <a:moveTo>
                    <a:pt x="86" y="3"/>
                  </a:moveTo>
                  <a:cubicBezTo>
                    <a:pt x="80" y="4"/>
                    <a:pt x="75" y="1"/>
                    <a:pt x="70" y="0"/>
                  </a:cubicBezTo>
                  <a:cubicBezTo>
                    <a:pt x="67" y="0"/>
                    <a:pt x="64" y="2"/>
                    <a:pt x="61" y="3"/>
                  </a:cubicBezTo>
                  <a:cubicBezTo>
                    <a:pt x="59" y="4"/>
                    <a:pt x="56" y="4"/>
                    <a:pt x="53" y="5"/>
                  </a:cubicBezTo>
                  <a:cubicBezTo>
                    <a:pt x="50" y="7"/>
                    <a:pt x="49" y="9"/>
                    <a:pt x="46" y="11"/>
                  </a:cubicBezTo>
                  <a:cubicBezTo>
                    <a:pt x="43" y="13"/>
                    <a:pt x="41" y="15"/>
                    <a:pt x="38" y="17"/>
                  </a:cubicBezTo>
                  <a:cubicBezTo>
                    <a:pt x="35" y="20"/>
                    <a:pt x="30" y="24"/>
                    <a:pt x="26" y="25"/>
                  </a:cubicBezTo>
                  <a:cubicBezTo>
                    <a:pt x="24" y="25"/>
                    <a:pt x="23" y="24"/>
                    <a:pt x="21" y="26"/>
                  </a:cubicBezTo>
                  <a:cubicBezTo>
                    <a:pt x="19" y="27"/>
                    <a:pt x="18" y="30"/>
                    <a:pt x="17" y="32"/>
                  </a:cubicBezTo>
                  <a:cubicBezTo>
                    <a:pt x="15" y="36"/>
                    <a:pt x="17" y="40"/>
                    <a:pt x="16" y="44"/>
                  </a:cubicBezTo>
                  <a:cubicBezTo>
                    <a:pt x="15" y="46"/>
                    <a:pt x="14" y="47"/>
                    <a:pt x="13" y="48"/>
                  </a:cubicBezTo>
                  <a:cubicBezTo>
                    <a:pt x="10" y="50"/>
                    <a:pt x="8" y="49"/>
                    <a:pt x="6" y="50"/>
                  </a:cubicBezTo>
                  <a:cubicBezTo>
                    <a:pt x="2" y="53"/>
                    <a:pt x="0" y="62"/>
                    <a:pt x="0" y="67"/>
                  </a:cubicBezTo>
                  <a:cubicBezTo>
                    <a:pt x="1" y="63"/>
                    <a:pt x="6" y="60"/>
                    <a:pt x="9" y="58"/>
                  </a:cubicBezTo>
                  <a:cubicBezTo>
                    <a:pt x="14" y="55"/>
                    <a:pt x="17" y="51"/>
                    <a:pt x="19" y="45"/>
                  </a:cubicBezTo>
                  <a:cubicBezTo>
                    <a:pt x="24" y="36"/>
                    <a:pt x="31" y="28"/>
                    <a:pt x="39" y="23"/>
                  </a:cubicBezTo>
                  <a:cubicBezTo>
                    <a:pt x="49" y="17"/>
                    <a:pt x="58" y="11"/>
                    <a:pt x="68" y="8"/>
                  </a:cubicBezTo>
                  <a:cubicBezTo>
                    <a:pt x="71" y="7"/>
                    <a:pt x="74" y="6"/>
                    <a:pt x="77" y="5"/>
                  </a:cubicBezTo>
                  <a:cubicBezTo>
                    <a:pt x="79" y="5"/>
                    <a:pt x="81" y="3"/>
                    <a:pt x="84" y="3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8606" name="Freeform 108">
              <a:extLst>
                <a:ext uri="{FF2B5EF4-FFF2-40B4-BE49-F238E27FC236}">
                  <a16:creationId xmlns:a16="http://schemas.microsoft.com/office/drawing/2014/main" id="{FF60A633-0A5F-483E-8972-2D1883BC1BB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8" y="1117"/>
              <a:ext cx="21" cy="26"/>
            </a:xfrm>
            <a:custGeom>
              <a:avLst/>
              <a:gdLst>
                <a:gd name="T0" fmla="*/ 55 w 13"/>
                <a:gd name="T1" fmla="*/ 39 h 16"/>
                <a:gd name="T2" fmla="*/ 26 w 13"/>
                <a:gd name="T3" fmla="*/ 5 h 16"/>
                <a:gd name="T4" fmla="*/ 16 w 13"/>
                <a:gd name="T5" fmla="*/ 68 h 16"/>
                <a:gd name="T6" fmla="*/ 55 w 13"/>
                <a:gd name="T7" fmla="*/ 29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6">
                  <a:moveTo>
                    <a:pt x="13" y="9"/>
                  </a:moveTo>
                  <a:cubicBezTo>
                    <a:pt x="13" y="6"/>
                    <a:pt x="9" y="0"/>
                    <a:pt x="6" y="1"/>
                  </a:cubicBezTo>
                  <a:cubicBezTo>
                    <a:pt x="0" y="1"/>
                    <a:pt x="2" y="12"/>
                    <a:pt x="4" y="16"/>
                  </a:cubicBezTo>
                  <a:cubicBezTo>
                    <a:pt x="4" y="11"/>
                    <a:pt x="7" y="0"/>
                    <a:pt x="13" y="7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8607" name="Freeform 109">
              <a:extLst>
                <a:ext uri="{FF2B5EF4-FFF2-40B4-BE49-F238E27FC236}">
                  <a16:creationId xmlns:a16="http://schemas.microsoft.com/office/drawing/2014/main" id="{97940174-53E8-4181-9B93-2ACD50379A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5" y="1149"/>
              <a:ext cx="19" cy="13"/>
            </a:xfrm>
            <a:custGeom>
              <a:avLst/>
              <a:gdLst>
                <a:gd name="T0" fmla="*/ 35 w 12"/>
                <a:gd name="T1" fmla="*/ 8 h 8"/>
                <a:gd name="T2" fmla="*/ 16 w 12"/>
                <a:gd name="T3" fmla="*/ 0 h 8"/>
                <a:gd name="T4" fmla="*/ 0 w 12"/>
                <a:gd name="T5" fmla="*/ 26 h 8"/>
                <a:gd name="T6" fmla="*/ 25 w 12"/>
                <a:gd name="T7" fmla="*/ 34 h 8"/>
                <a:gd name="T8" fmla="*/ 40 w 12"/>
                <a:gd name="T9" fmla="*/ 1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8">
                  <a:moveTo>
                    <a:pt x="9" y="2"/>
                  </a:moveTo>
                  <a:cubicBezTo>
                    <a:pt x="7" y="2"/>
                    <a:pt x="6" y="0"/>
                    <a:pt x="4" y="0"/>
                  </a:cubicBezTo>
                  <a:cubicBezTo>
                    <a:pt x="3" y="1"/>
                    <a:pt x="0" y="5"/>
                    <a:pt x="0" y="6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8" y="8"/>
                    <a:pt x="12" y="5"/>
                    <a:pt x="10" y="4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8608" name="Freeform 110">
              <a:extLst>
                <a:ext uri="{FF2B5EF4-FFF2-40B4-BE49-F238E27FC236}">
                  <a16:creationId xmlns:a16="http://schemas.microsoft.com/office/drawing/2014/main" id="{31F01267-C425-41C3-B5DD-A2410E3AD3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8" y="1194"/>
              <a:ext cx="39" cy="50"/>
            </a:xfrm>
            <a:custGeom>
              <a:avLst/>
              <a:gdLst>
                <a:gd name="T0" fmla="*/ 96 w 24"/>
                <a:gd name="T1" fmla="*/ 0 h 31"/>
                <a:gd name="T2" fmla="*/ 63 w 24"/>
                <a:gd name="T3" fmla="*/ 68 h 31"/>
                <a:gd name="T4" fmla="*/ 0 w 24"/>
                <a:gd name="T5" fmla="*/ 131 h 31"/>
                <a:gd name="T6" fmla="*/ 54 w 24"/>
                <a:gd name="T7" fmla="*/ 89 h 31"/>
                <a:gd name="T8" fmla="*/ 81 w 24"/>
                <a:gd name="T9" fmla="*/ 55 h 31"/>
                <a:gd name="T10" fmla="*/ 102 w 24"/>
                <a:gd name="T11" fmla="*/ 29 h 31"/>
                <a:gd name="T12" fmla="*/ 102 w 24"/>
                <a:gd name="T13" fmla="*/ 5 h 31"/>
                <a:gd name="T14" fmla="*/ 98 w 24"/>
                <a:gd name="T15" fmla="*/ 5 h 3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4" h="31">
                  <a:moveTo>
                    <a:pt x="22" y="0"/>
                  </a:moveTo>
                  <a:cubicBezTo>
                    <a:pt x="22" y="6"/>
                    <a:pt x="19" y="12"/>
                    <a:pt x="15" y="16"/>
                  </a:cubicBezTo>
                  <a:cubicBezTo>
                    <a:pt x="11" y="21"/>
                    <a:pt x="6" y="27"/>
                    <a:pt x="0" y="31"/>
                  </a:cubicBezTo>
                  <a:cubicBezTo>
                    <a:pt x="4" y="31"/>
                    <a:pt x="10" y="24"/>
                    <a:pt x="12" y="21"/>
                  </a:cubicBezTo>
                  <a:cubicBezTo>
                    <a:pt x="15" y="19"/>
                    <a:pt x="17" y="16"/>
                    <a:pt x="19" y="13"/>
                  </a:cubicBezTo>
                  <a:cubicBezTo>
                    <a:pt x="20" y="11"/>
                    <a:pt x="23" y="9"/>
                    <a:pt x="24" y="7"/>
                  </a:cubicBezTo>
                  <a:cubicBezTo>
                    <a:pt x="24" y="6"/>
                    <a:pt x="24" y="3"/>
                    <a:pt x="24" y="1"/>
                  </a:cubicBezTo>
                  <a:cubicBezTo>
                    <a:pt x="23" y="1"/>
                    <a:pt x="23" y="1"/>
                    <a:pt x="23" y="1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8609" name="Freeform 111">
              <a:extLst>
                <a:ext uri="{FF2B5EF4-FFF2-40B4-BE49-F238E27FC236}">
                  <a16:creationId xmlns:a16="http://schemas.microsoft.com/office/drawing/2014/main" id="{31B2892C-50AD-403D-AA95-C09E105BB4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6" y="1228"/>
              <a:ext cx="7" cy="18"/>
            </a:xfrm>
            <a:custGeom>
              <a:avLst/>
              <a:gdLst>
                <a:gd name="T0" fmla="*/ 21 w 4"/>
                <a:gd name="T1" fmla="*/ 47 h 11"/>
                <a:gd name="T2" fmla="*/ 21 w 4"/>
                <a:gd name="T3" fmla="*/ 0 h 11"/>
                <a:gd name="T4" fmla="*/ 16 w 4"/>
                <a:gd name="T5" fmla="*/ 41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11">
                  <a:moveTo>
                    <a:pt x="4" y="11"/>
                  </a:moveTo>
                  <a:cubicBezTo>
                    <a:pt x="2" y="7"/>
                    <a:pt x="3" y="4"/>
                    <a:pt x="4" y="0"/>
                  </a:cubicBezTo>
                  <a:cubicBezTo>
                    <a:pt x="3" y="2"/>
                    <a:pt x="0" y="8"/>
                    <a:pt x="3" y="9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8610" name="Freeform 112">
              <a:extLst>
                <a:ext uri="{FF2B5EF4-FFF2-40B4-BE49-F238E27FC236}">
                  <a16:creationId xmlns:a16="http://schemas.microsoft.com/office/drawing/2014/main" id="{097AF8D4-0193-4913-B5FB-0AA23AF468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1" y="1285"/>
              <a:ext cx="24" cy="19"/>
            </a:xfrm>
            <a:custGeom>
              <a:avLst/>
              <a:gdLst>
                <a:gd name="T0" fmla="*/ 0 w 15"/>
                <a:gd name="T1" fmla="*/ 43 h 12"/>
                <a:gd name="T2" fmla="*/ 34 w 15"/>
                <a:gd name="T3" fmla="*/ 27 h 12"/>
                <a:gd name="T4" fmla="*/ 61 w 15"/>
                <a:gd name="T5" fmla="*/ 35 h 12"/>
                <a:gd name="T6" fmla="*/ 42 w 15"/>
                <a:gd name="T7" fmla="*/ 0 h 12"/>
                <a:gd name="T8" fmla="*/ 5 w 15"/>
                <a:gd name="T9" fmla="*/ 48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2">
                  <a:moveTo>
                    <a:pt x="0" y="11"/>
                  </a:moveTo>
                  <a:cubicBezTo>
                    <a:pt x="2" y="9"/>
                    <a:pt x="5" y="7"/>
                    <a:pt x="8" y="7"/>
                  </a:cubicBezTo>
                  <a:cubicBezTo>
                    <a:pt x="10" y="6"/>
                    <a:pt x="13" y="8"/>
                    <a:pt x="15" y="9"/>
                  </a:cubicBezTo>
                  <a:cubicBezTo>
                    <a:pt x="14" y="8"/>
                    <a:pt x="11" y="1"/>
                    <a:pt x="10" y="0"/>
                  </a:cubicBezTo>
                  <a:cubicBezTo>
                    <a:pt x="9" y="0"/>
                    <a:pt x="1" y="11"/>
                    <a:pt x="1" y="12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8611" name="Freeform 113">
              <a:extLst>
                <a:ext uri="{FF2B5EF4-FFF2-40B4-BE49-F238E27FC236}">
                  <a16:creationId xmlns:a16="http://schemas.microsoft.com/office/drawing/2014/main" id="{10054832-AF34-4343-8385-FD74B492FB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3" y="1244"/>
              <a:ext cx="63" cy="28"/>
            </a:xfrm>
            <a:custGeom>
              <a:avLst/>
              <a:gdLst>
                <a:gd name="T0" fmla="*/ 0 w 39"/>
                <a:gd name="T1" fmla="*/ 35 h 17"/>
                <a:gd name="T2" fmla="*/ 13 w 39"/>
                <a:gd name="T3" fmla="*/ 35 h 17"/>
                <a:gd name="T4" fmla="*/ 29 w 39"/>
                <a:gd name="T5" fmla="*/ 26 h 17"/>
                <a:gd name="T6" fmla="*/ 50 w 39"/>
                <a:gd name="T7" fmla="*/ 20 h 17"/>
                <a:gd name="T8" fmla="*/ 94 w 39"/>
                <a:gd name="T9" fmla="*/ 5 h 17"/>
                <a:gd name="T10" fmla="*/ 123 w 39"/>
                <a:gd name="T11" fmla="*/ 5 h 17"/>
                <a:gd name="T12" fmla="*/ 136 w 39"/>
                <a:gd name="T13" fmla="*/ 21 h 17"/>
                <a:gd name="T14" fmla="*/ 152 w 39"/>
                <a:gd name="T15" fmla="*/ 21 h 17"/>
                <a:gd name="T16" fmla="*/ 160 w 39"/>
                <a:gd name="T17" fmla="*/ 41 h 17"/>
                <a:gd name="T18" fmla="*/ 160 w 39"/>
                <a:gd name="T19" fmla="*/ 63 h 17"/>
                <a:gd name="T20" fmla="*/ 152 w 39"/>
                <a:gd name="T21" fmla="*/ 76 h 17"/>
                <a:gd name="T22" fmla="*/ 157 w 39"/>
                <a:gd name="T23" fmla="*/ 43 h 17"/>
                <a:gd name="T24" fmla="*/ 144 w 39"/>
                <a:gd name="T25" fmla="*/ 26 h 17"/>
                <a:gd name="T26" fmla="*/ 131 w 39"/>
                <a:gd name="T27" fmla="*/ 26 h 17"/>
                <a:gd name="T28" fmla="*/ 118 w 39"/>
                <a:gd name="T29" fmla="*/ 20 h 17"/>
                <a:gd name="T30" fmla="*/ 94 w 39"/>
                <a:gd name="T31" fmla="*/ 13 h 17"/>
                <a:gd name="T32" fmla="*/ 47 w 39"/>
                <a:gd name="T33" fmla="*/ 33 h 17"/>
                <a:gd name="T34" fmla="*/ 0 w 39"/>
                <a:gd name="T35" fmla="*/ 35 h 17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39" h="17">
                  <a:moveTo>
                    <a:pt x="0" y="8"/>
                  </a:moveTo>
                  <a:cubicBezTo>
                    <a:pt x="1" y="8"/>
                    <a:pt x="3" y="8"/>
                    <a:pt x="3" y="8"/>
                  </a:cubicBezTo>
                  <a:cubicBezTo>
                    <a:pt x="5" y="8"/>
                    <a:pt x="6" y="7"/>
                    <a:pt x="7" y="6"/>
                  </a:cubicBezTo>
                  <a:cubicBezTo>
                    <a:pt x="9" y="6"/>
                    <a:pt x="10" y="5"/>
                    <a:pt x="12" y="4"/>
                  </a:cubicBezTo>
                  <a:cubicBezTo>
                    <a:pt x="15" y="2"/>
                    <a:pt x="19" y="1"/>
                    <a:pt x="22" y="1"/>
                  </a:cubicBezTo>
                  <a:cubicBezTo>
                    <a:pt x="24" y="1"/>
                    <a:pt x="27" y="0"/>
                    <a:pt x="29" y="1"/>
                  </a:cubicBezTo>
                  <a:cubicBezTo>
                    <a:pt x="30" y="2"/>
                    <a:pt x="30" y="4"/>
                    <a:pt x="32" y="5"/>
                  </a:cubicBezTo>
                  <a:cubicBezTo>
                    <a:pt x="33" y="6"/>
                    <a:pt x="35" y="4"/>
                    <a:pt x="36" y="5"/>
                  </a:cubicBezTo>
                  <a:cubicBezTo>
                    <a:pt x="37" y="6"/>
                    <a:pt x="38" y="8"/>
                    <a:pt x="38" y="9"/>
                  </a:cubicBezTo>
                  <a:cubicBezTo>
                    <a:pt x="38" y="11"/>
                    <a:pt x="39" y="12"/>
                    <a:pt x="38" y="14"/>
                  </a:cubicBezTo>
                  <a:cubicBezTo>
                    <a:pt x="38" y="15"/>
                    <a:pt x="37" y="16"/>
                    <a:pt x="36" y="17"/>
                  </a:cubicBezTo>
                  <a:cubicBezTo>
                    <a:pt x="37" y="15"/>
                    <a:pt x="37" y="13"/>
                    <a:pt x="37" y="10"/>
                  </a:cubicBezTo>
                  <a:cubicBezTo>
                    <a:pt x="37" y="9"/>
                    <a:pt x="36" y="6"/>
                    <a:pt x="34" y="6"/>
                  </a:cubicBezTo>
                  <a:cubicBezTo>
                    <a:pt x="33" y="6"/>
                    <a:pt x="32" y="7"/>
                    <a:pt x="31" y="6"/>
                  </a:cubicBezTo>
                  <a:cubicBezTo>
                    <a:pt x="30" y="6"/>
                    <a:pt x="29" y="4"/>
                    <a:pt x="28" y="4"/>
                  </a:cubicBezTo>
                  <a:cubicBezTo>
                    <a:pt x="26" y="2"/>
                    <a:pt x="24" y="2"/>
                    <a:pt x="22" y="3"/>
                  </a:cubicBezTo>
                  <a:cubicBezTo>
                    <a:pt x="18" y="4"/>
                    <a:pt x="14" y="5"/>
                    <a:pt x="11" y="7"/>
                  </a:cubicBezTo>
                  <a:cubicBezTo>
                    <a:pt x="8" y="8"/>
                    <a:pt x="2" y="11"/>
                    <a:pt x="0" y="8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8612" name="Freeform 114">
              <a:extLst>
                <a:ext uri="{FF2B5EF4-FFF2-40B4-BE49-F238E27FC236}">
                  <a16:creationId xmlns:a16="http://schemas.microsoft.com/office/drawing/2014/main" id="{80A4F5E8-5824-4E22-A70E-161A2A1F976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3" y="1257"/>
              <a:ext cx="21" cy="5"/>
            </a:xfrm>
            <a:custGeom>
              <a:avLst/>
              <a:gdLst>
                <a:gd name="T0" fmla="*/ 55 w 13"/>
                <a:gd name="T1" fmla="*/ 5 h 3"/>
                <a:gd name="T2" fmla="*/ 26 w 13"/>
                <a:gd name="T3" fmla="*/ 8 h 3"/>
                <a:gd name="T4" fmla="*/ 0 w 13"/>
                <a:gd name="T5" fmla="*/ 0 h 3"/>
                <a:gd name="T6" fmla="*/ 26 w 13"/>
                <a:gd name="T7" fmla="*/ 8 h 3"/>
                <a:gd name="T8" fmla="*/ 50 w 13"/>
                <a:gd name="T9" fmla="*/ 13 h 3"/>
                <a:gd name="T10" fmla="*/ 50 w 13"/>
                <a:gd name="T11" fmla="*/ 8 h 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" h="3">
                  <a:moveTo>
                    <a:pt x="13" y="1"/>
                  </a:moveTo>
                  <a:cubicBezTo>
                    <a:pt x="11" y="2"/>
                    <a:pt x="8" y="2"/>
                    <a:pt x="6" y="2"/>
                  </a:cubicBezTo>
                  <a:cubicBezTo>
                    <a:pt x="4" y="2"/>
                    <a:pt x="2" y="1"/>
                    <a:pt x="0" y="0"/>
                  </a:cubicBezTo>
                  <a:cubicBezTo>
                    <a:pt x="2" y="2"/>
                    <a:pt x="4" y="2"/>
                    <a:pt x="6" y="2"/>
                  </a:cubicBezTo>
                  <a:cubicBezTo>
                    <a:pt x="8" y="2"/>
                    <a:pt x="10" y="3"/>
                    <a:pt x="12" y="3"/>
                  </a:cubicBezTo>
                  <a:cubicBezTo>
                    <a:pt x="12" y="2"/>
                    <a:pt x="12" y="2"/>
                    <a:pt x="12" y="2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8613" name="Freeform 115">
              <a:extLst>
                <a:ext uri="{FF2B5EF4-FFF2-40B4-BE49-F238E27FC236}">
                  <a16:creationId xmlns:a16="http://schemas.microsoft.com/office/drawing/2014/main" id="{B3794392-FE72-4C7D-9F32-4E3E012661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6" y="1265"/>
              <a:ext cx="39" cy="41"/>
            </a:xfrm>
            <a:custGeom>
              <a:avLst/>
              <a:gdLst>
                <a:gd name="T0" fmla="*/ 0 w 24"/>
                <a:gd name="T1" fmla="*/ 5 h 25"/>
                <a:gd name="T2" fmla="*/ 26 w 24"/>
                <a:gd name="T3" fmla="*/ 56 h 25"/>
                <a:gd name="T4" fmla="*/ 42 w 24"/>
                <a:gd name="T5" fmla="*/ 92 h 25"/>
                <a:gd name="T6" fmla="*/ 76 w 24"/>
                <a:gd name="T7" fmla="*/ 97 h 25"/>
                <a:gd name="T8" fmla="*/ 89 w 24"/>
                <a:gd name="T9" fmla="*/ 92 h 25"/>
                <a:gd name="T10" fmla="*/ 102 w 24"/>
                <a:gd name="T11" fmla="*/ 97 h 25"/>
                <a:gd name="T12" fmla="*/ 96 w 24"/>
                <a:gd name="T13" fmla="*/ 110 h 25"/>
                <a:gd name="T14" fmla="*/ 76 w 24"/>
                <a:gd name="T15" fmla="*/ 105 h 25"/>
                <a:gd name="T16" fmla="*/ 42 w 24"/>
                <a:gd name="T17" fmla="*/ 102 h 25"/>
                <a:gd name="T18" fmla="*/ 21 w 24"/>
                <a:gd name="T19" fmla="*/ 75 h 25"/>
                <a:gd name="T20" fmla="*/ 8 w 24"/>
                <a:gd name="T21" fmla="*/ 41 h 25"/>
                <a:gd name="T22" fmla="*/ 0 w 24"/>
                <a:gd name="T23" fmla="*/ 18 h 25"/>
                <a:gd name="T24" fmla="*/ 0 w 24"/>
                <a:gd name="T25" fmla="*/ 0 h 2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4" h="25">
                  <a:moveTo>
                    <a:pt x="0" y="1"/>
                  </a:moveTo>
                  <a:cubicBezTo>
                    <a:pt x="3" y="4"/>
                    <a:pt x="4" y="8"/>
                    <a:pt x="6" y="13"/>
                  </a:cubicBezTo>
                  <a:cubicBezTo>
                    <a:pt x="6" y="15"/>
                    <a:pt x="8" y="19"/>
                    <a:pt x="10" y="21"/>
                  </a:cubicBezTo>
                  <a:cubicBezTo>
                    <a:pt x="12" y="22"/>
                    <a:pt x="15" y="22"/>
                    <a:pt x="18" y="22"/>
                  </a:cubicBezTo>
                  <a:cubicBezTo>
                    <a:pt x="19" y="22"/>
                    <a:pt x="20" y="21"/>
                    <a:pt x="21" y="21"/>
                  </a:cubicBezTo>
                  <a:cubicBezTo>
                    <a:pt x="22" y="21"/>
                    <a:pt x="23" y="22"/>
                    <a:pt x="24" y="22"/>
                  </a:cubicBezTo>
                  <a:cubicBezTo>
                    <a:pt x="23" y="23"/>
                    <a:pt x="23" y="24"/>
                    <a:pt x="22" y="25"/>
                  </a:cubicBezTo>
                  <a:cubicBezTo>
                    <a:pt x="21" y="25"/>
                    <a:pt x="19" y="24"/>
                    <a:pt x="18" y="24"/>
                  </a:cubicBezTo>
                  <a:cubicBezTo>
                    <a:pt x="15" y="24"/>
                    <a:pt x="13" y="24"/>
                    <a:pt x="10" y="23"/>
                  </a:cubicBezTo>
                  <a:cubicBezTo>
                    <a:pt x="8" y="21"/>
                    <a:pt x="6" y="19"/>
                    <a:pt x="5" y="17"/>
                  </a:cubicBezTo>
                  <a:cubicBezTo>
                    <a:pt x="3" y="14"/>
                    <a:pt x="3" y="11"/>
                    <a:pt x="2" y="9"/>
                  </a:cubicBezTo>
                  <a:cubicBezTo>
                    <a:pt x="1" y="7"/>
                    <a:pt x="1" y="6"/>
                    <a:pt x="0" y="4"/>
                  </a:cubicBezTo>
                  <a:cubicBezTo>
                    <a:pt x="0" y="3"/>
                    <a:pt x="0" y="1"/>
                    <a:pt x="0" y="0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8614" name="Freeform 116">
              <a:extLst>
                <a:ext uri="{FF2B5EF4-FFF2-40B4-BE49-F238E27FC236}">
                  <a16:creationId xmlns:a16="http://schemas.microsoft.com/office/drawing/2014/main" id="{B8E2F603-CCD9-4EA4-AFE7-300F494445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2" y="1275"/>
              <a:ext cx="160" cy="179"/>
            </a:xfrm>
            <a:custGeom>
              <a:avLst/>
              <a:gdLst>
                <a:gd name="T0" fmla="*/ 228 w 99"/>
                <a:gd name="T1" fmla="*/ 440 h 111"/>
                <a:gd name="T2" fmla="*/ 293 w 99"/>
                <a:gd name="T3" fmla="*/ 352 h 111"/>
                <a:gd name="T4" fmla="*/ 317 w 99"/>
                <a:gd name="T5" fmla="*/ 314 h 111"/>
                <a:gd name="T6" fmla="*/ 364 w 99"/>
                <a:gd name="T7" fmla="*/ 289 h 111"/>
                <a:gd name="T8" fmla="*/ 398 w 99"/>
                <a:gd name="T9" fmla="*/ 247 h 111"/>
                <a:gd name="T10" fmla="*/ 385 w 99"/>
                <a:gd name="T11" fmla="*/ 200 h 111"/>
                <a:gd name="T12" fmla="*/ 391 w 99"/>
                <a:gd name="T13" fmla="*/ 137 h 111"/>
                <a:gd name="T14" fmla="*/ 370 w 99"/>
                <a:gd name="T15" fmla="*/ 105 h 111"/>
                <a:gd name="T16" fmla="*/ 357 w 99"/>
                <a:gd name="T17" fmla="*/ 71 h 111"/>
                <a:gd name="T18" fmla="*/ 296 w 99"/>
                <a:gd name="T19" fmla="*/ 42 h 111"/>
                <a:gd name="T20" fmla="*/ 267 w 99"/>
                <a:gd name="T21" fmla="*/ 0 h 111"/>
                <a:gd name="T22" fmla="*/ 118 w 99"/>
                <a:gd name="T23" fmla="*/ 5 h 111"/>
                <a:gd name="T24" fmla="*/ 60 w 99"/>
                <a:gd name="T25" fmla="*/ 81 h 111"/>
                <a:gd name="T26" fmla="*/ 42 w 99"/>
                <a:gd name="T27" fmla="*/ 179 h 111"/>
                <a:gd name="T28" fmla="*/ 0 w 99"/>
                <a:gd name="T29" fmla="*/ 306 h 111"/>
                <a:gd name="T30" fmla="*/ 228 w 99"/>
                <a:gd name="T31" fmla="*/ 440 h 111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99" h="111">
                  <a:moveTo>
                    <a:pt x="54" y="105"/>
                  </a:moveTo>
                  <a:cubicBezTo>
                    <a:pt x="59" y="111"/>
                    <a:pt x="67" y="88"/>
                    <a:pt x="69" y="84"/>
                  </a:cubicBezTo>
                  <a:cubicBezTo>
                    <a:pt x="73" y="79"/>
                    <a:pt x="75" y="75"/>
                    <a:pt x="75" y="75"/>
                  </a:cubicBezTo>
                  <a:cubicBezTo>
                    <a:pt x="84" y="76"/>
                    <a:pt x="85" y="72"/>
                    <a:pt x="86" y="69"/>
                  </a:cubicBezTo>
                  <a:cubicBezTo>
                    <a:pt x="88" y="66"/>
                    <a:pt x="91" y="64"/>
                    <a:pt x="94" y="59"/>
                  </a:cubicBezTo>
                  <a:cubicBezTo>
                    <a:pt x="96" y="53"/>
                    <a:pt x="91" y="48"/>
                    <a:pt x="91" y="48"/>
                  </a:cubicBezTo>
                  <a:cubicBezTo>
                    <a:pt x="99" y="40"/>
                    <a:pt x="93" y="33"/>
                    <a:pt x="93" y="33"/>
                  </a:cubicBezTo>
                  <a:cubicBezTo>
                    <a:pt x="94" y="26"/>
                    <a:pt x="88" y="25"/>
                    <a:pt x="88" y="25"/>
                  </a:cubicBezTo>
                  <a:cubicBezTo>
                    <a:pt x="88" y="25"/>
                    <a:pt x="86" y="20"/>
                    <a:pt x="85" y="17"/>
                  </a:cubicBezTo>
                  <a:cubicBezTo>
                    <a:pt x="83" y="14"/>
                    <a:pt x="70" y="10"/>
                    <a:pt x="70" y="10"/>
                  </a:cubicBezTo>
                  <a:cubicBezTo>
                    <a:pt x="71" y="3"/>
                    <a:pt x="67" y="1"/>
                    <a:pt x="63" y="0"/>
                  </a:cubicBezTo>
                  <a:cubicBezTo>
                    <a:pt x="59" y="0"/>
                    <a:pt x="39" y="0"/>
                    <a:pt x="28" y="1"/>
                  </a:cubicBezTo>
                  <a:cubicBezTo>
                    <a:pt x="16" y="1"/>
                    <a:pt x="14" y="12"/>
                    <a:pt x="14" y="19"/>
                  </a:cubicBezTo>
                  <a:cubicBezTo>
                    <a:pt x="14" y="25"/>
                    <a:pt x="13" y="34"/>
                    <a:pt x="10" y="43"/>
                  </a:cubicBezTo>
                  <a:cubicBezTo>
                    <a:pt x="8" y="50"/>
                    <a:pt x="2" y="67"/>
                    <a:pt x="0" y="73"/>
                  </a:cubicBezTo>
                  <a:cubicBezTo>
                    <a:pt x="0" y="73"/>
                    <a:pt x="31" y="77"/>
                    <a:pt x="54" y="105"/>
                  </a:cubicBezTo>
                  <a:close/>
                </a:path>
              </a:pathLst>
            </a:custGeom>
            <a:solidFill>
              <a:srgbClr val="F8F3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8615" name="Freeform 117">
              <a:extLst>
                <a:ext uri="{FF2B5EF4-FFF2-40B4-BE49-F238E27FC236}">
                  <a16:creationId xmlns:a16="http://schemas.microsoft.com/office/drawing/2014/main" id="{47294B9E-33DA-40B7-ADFC-32470A83053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2" y="1275"/>
              <a:ext cx="160" cy="179"/>
            </a:xfrm>
            <a:custGeom>
              <a:avLst/>
              <a:gdLst>
                <a:gd name="T0" fmla="*/ 228 w 99"/>
                <a:gd name="T1" fmla="*/ 440 h 111"/>
                <a:gd name="T2" fmla="*/ 293 w 99"/>
                <a:gd name="T3" fmla="*/ 352 h 111"/>
                <a:gd name="T4" fmla="*/ 317 w 99"/>
                <a:gd name="T5" fmla="*/ 314 h 111"/>
                <a:gd name="T6" fmla="*/ 364 w 99"/>
                <a:gd name="T7" fmla="*/ 289 h 111"/>
                <a:gd name="T8" fmla="*/ 398 w 99"/>
                <a:gd name="T9" fmla="*/ 247 h 111"/>
                <a:gd name="T10" fmla="*/ 385 w 99"/>
                <a:gd name="T11" fmla="*/ 200 h 111"/>
                <a:gd name="T12" fmla="*/ 391 w 99"/>
                <a:gd name="T13" fmla="*/ 137 h 111"/>
                <a:gd name="T14" fmla="*/ 370 w 99"/>
                <a:gd name="T15" fmla="*/ 105 h 111"/>
                <a:gd name="T16" fmla="*/ 357 w 99"/>
                <a:gd name="T17" fmla="*/ 71 h 111"/>
                <a:gd name="T18" fmla="*/ 296 w 99"/>
                <a:gd name="T19" fmla="*/ 42 h 111"/>
                <a:gd name="T20" fmla="*/ 267 w 99"/>
                <a:gd name="T21" fmla="*/ 0 h 111"/>
                <a:gd name="T22" fmla="*/ 118 w 99"/>
                <a:gd name="T23" fmla="*/ 5 h 111"/>
                <a:gd name="T24" fmla="*/ 60 w 99"/>
                <a:gd name="T25" fmla="*/ 81 h 111"/>
                <a:gd name="T26" fmla="*/ 42 w 99"/>
                <a:gd name="T27" fmla="*/ 179 h 111"/>
                <a:gd name="T28" fmla="*/ 0 w 99"/>
                <a:gd name="T29" fmla="*/ 306 h 111"/>
                <a:gd name="T30" fmla="*/ 228 w 99"/>
                <a:gd name="T31" fmla="*/ 440 h 111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99" h="111">
                  <a:moveTo>
                    <a:pt x="54" y="105"/>
                  </a:moveTo>
                  <a:cubicBezTo>
                    <a:pt x="59" y="111"/>
                    <a:pt x="67" y="88"/>
                    <a:pt x="69" y="84"/>
                  </a:cubicBezTo>
                  <a:cubicBezTo>
                    <a:pt x="73" y="79"/>
                    <a:pt x="75" y="75"/>
                    <a:pt x="75" y="75"/>
                  </a:cubicBezTo>
                  <a:cubicBezTo>
                    <a:pt x="84" y="76"/>
                    <a:pt x="85" y="72"/>
                    <a:pt x="86" y="69"/>
                  </a:cubicBezTo>
                  <a:cubicBezTo>
                    <a:pt x="88" y="66"/>
                    <a:pt x="91" y="64"/>
                    <a:pt x="94" y="59"/>
                  </a:cubicBezTo>
                  <a:cubicBezTo>
                    <a:pt x="96" y="53"/>
                    <a:pt x="91" y="48"/>
                    <a:pt x="91" y="48"/>
                  </a:cubicBezTo>
                  <a:cubicBezTo>
                    <a:pt x="99" y="40"/>
                    <a:pt x="93" y="33"/>
                    <a:pt x="93" y="33"/>
                  </a:cubicBezTo>
                  <a:cubicBezTo>
                    <a:pt x="94" y="26"/>
                    <a:pt x="88" y="25"/>
                    <a:pt x="88" y="25"/>
                  </a:cubicBezTo>
                  <a:cubicBezTo>
                    <a:pt x="88" y="25"/>
                    <a:pt x="86" y="20"/>
                    <a:pt x="85" y="17"/>
                  </a:cubicBezTo>
                  <a:cubicBezTo>
                    <a:pt x="83" y="14"/>
                    <a:pt x="70" y="10"/>
                    <a:pt x="70" y="10"/>
                  </a:cubicBezTo>
                  <a:cubicBezTo>
                    <a:pt x="71" y="3"/>
                    <a:pt x="67" y="1"/>
                    <a:pt x="63" y="0"/>
                  </a:cubicBezTo>
                  <a:cubicBezTo>
                    <a:pt x="59" y="0"/>
                    <a:pt x="39" y="0"/>
                    <a:pt x="28" y="1"/>
                  </a:cubicBezTo>
                  <a:cubicBezTo>
                    <a:pt x="16" y="1"/>
                    <a:pt x="14" y="12"/>
                    <a:pt x="14" y="19"/>
                  </a:cubicBezTo>
                  <a:cubicBezTo>
                    <a:pt x="14" y="25"/>
                    <a:pt x="13" y="34"/>
                    <a:pt x="10" y="43"/>
                  </a:cubicBezTo>
                  <a:cubicBezTo>
                    <a:pt x="8" y="50"/>
                    <a:pt x="2" y="67"/>
                    <a:pt x="0" y="73"/>
                  </a:cubicBezTo>
                  <a:cubicBezTo>
                    <a:pt x="0" y="73"/>
                    <a:pt x="31" y="77"/>
                    <a:pt x="54" y="105"/>
                  </a:cubicBezTo>
                  <a:close/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8616" name="Freeform 118">
              <a:extLst>
                <a:ext uri="{FF2B5EF4-FFF2-40B4-BE49-F238E27FC236}">
                  <a16:creationId xmlns:a16="http://schemas.microsoft.com/office/drawing/2014/main" id="{9375DDC3-5C52-4A3A-B433-796D846DB6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8" y="1277"/>
              <a:ext cx="57" cy="14"/>
            </a:xfrm>
            <a:custGeom>
              <a:avLst/>
              <a:gdLst>
                <a:gd name="T0" fmla="*/ 151 w 35"/>
                <a:gd name="T1" fmla="*/ 34 h 9"/>
                <a:gd name="T2" fmla="*/ 81 w 35"/>
                <a:gd name="T3" fmla="*/ 19 h 9"/>
                <a:gd name="T4" fmla="*/ 0 w 35"/>
                <a:gd name="T5" fmla="*/ 19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9">
                  <a:moveTo>
                    <a:pt x="35" y="9"/>
                  </a:moveTo>
                  <a:cubicBezTo>
                    <a:pt x="35" y="9"/>
                    <a:pt x="21" y="6"/>
                    <a:pt x="19" y="5"/>
                  </a:cubicBezTo>
                  <a:cubicBezTo>
                    <a:pt x="16" y="4"/>
                    <a:pt x="4" y="0"/>
                    <a:pt x="0" y="5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8617" name="Freeform 119">
              <a:extLst>
                <a:ext uri="{FF2B5EF4-FFF2-40B4-BE49-F238E27FC236}">
                  <a16:creationId xmlns:a16="http://schemas.microsoft.com/office/drawing/2014/main" id="{70BF2B92-C15A-4338-B1B1-302152E7102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2" y="1315"/>
              <a:ext cx="2" cy="12"/>
            </a:xfrm>
            <a:custGeom>
              <a:avLst/>
              <a:gdLst>
                <a:gd name="T0" fmla="*/ 8 w 1"/>
                <a:gd name="T1" fmla="*/ 0 h 7"/>
                <a:gd name="T2" fmla="*/ 0 w 1"/>
                <a:gd name="T3" fmla="*/ 36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7">
                  <a:moveTo>
                    <a:pt x="1" y="0"/>
                  </a:moveTo>
                  <a:cubicBezTo>
                    <a:pt x="1" y="0"/>
                    <a:pt x="1" y="4"/>
                    <a:pt x="0" y="7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8618" name="Freeform 120">
              <a:extLst>
                <a:ext uri="{FF2B5EF4-FFF2-40B4-BE49-F238E27FC236}">
                  <a16:creationId xmlns:a16="http://schemas.microsoft.com/office/drawing/2014/main" id="{5D9E3BB1-F3B2-440B-AAB6-33027A84981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8" y="1299"/>
              <a:ext cx="64" cy="31"/>
            </a:xfrm>
            <a:custGeom>
              <a:avLst/>
              <a:gdLst>
                <a:gd name="T0" fmla="*/ 163 w 40"/>
                <a:gd name="T1" fmla="*/ 83 h 19"/>
                <a:gd name="T2" fmla="*/ 98 w 40"/>
                <a:gd name="T3" fmla="*/ 47 h 19"/>
                <a:gd name="T4" fmla="*/ 69 w 40"/>
                <a:gd name="T5" fmla="*/ 39 h 19"/>
                <a:gd name="T6" fmla="*/ 0 w 40"/>
                <a:gd name="T7" fmla="*/ 21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" h="19">
                  <a:moveTo>
                    <a:pt x="40" y="19"/>
                  </a:moveTo>
                  <a:cubicBezTo>
                    <a:pt x="40" y="19"/>
                    <a:pt x="27" y="12"/>
                    <a:pt x="24" y="11"/>
                  </a:cubicBezTo>
                  <a:cubicBezTo>
                    <a:pt x="21" y="10"/>
                    <a:pt x="19" y="9"/>
                    <a:pt x="17" y="9"/>
                  </a:cubicBezTo>
                  <a:cubicBezTo>
                    <a:pt x="14" y="8"/>
                    <a:pt x="8" y="0"/>
                    <a:pt x="0" y="5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8619" name="Freeform 121">
              <a:extLst>
                <a:ext uri="{FF2B5EF4-FFF2-40B4-BE49-F238E27FC236}">
                  <a16:creationId xmlns:a16="http://schemas.microsoft.com/office/drawing/2014/main" id="{E189E9EE-8EB0-4634-82D0-7AE8835CC6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9" y="1322"/>
              <a:ext cx="40" cy="30"/>
            </a:xfrm>
            <a:custGeom>
              <a:avLst/>
              <a:gdLst>
                <a:gd name="T0" fmla="*/ 102 w 25"/>
                <a:gd name="T1" fmla="*/ 74 h 19"/>
                <a:gd name="T2" fmla="*/ 69 w 25"/>
                <a:gd name="T3" fmla="*/ 47 h 19"/>
                <a:gd name="T4" fmla="*/ 0 w 25"/>
                <a:gd name="T5" fmla="*/ 8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19">
                  <a:moveTo>
                    <a:pt x="25" y="19"/>
                  </a:moveTo>
                  <a:cubicBezTo>
                    <a:pt x="25" y="19"/>
                    <a:pt x="20" y="14"/>
                    <a:pt x="17" y="12"/>
                  </a:cubicBezTo>
                  <a:cubicBezTo>
                    <a:pt x="15" y="10"/>
                    <a:pt x="8" y="0"/>
                    <a:pt x="0" y="2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8620" name="Freeform 122">
              <a:extLst>
                <a:ext uri="{FF2B5EF4-FFF2-40B4-BE49-F238E27FC236}">
                  <a16:creationId xmlns:a16="http://schemas.microsoft.com/office/drawing/2014/main" id="{E411D4B9-C259-40F5-A430-A6F4AE16049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1" y="1389"/>
              <a:ext cx="4" cy="8"/>
            </a:xfrm>
            <a:custGeom>
              <a:avLst/>
              <a:gdLst>
                <a:gd name="T0" fmla="*/ 0 w 2"/>
                <a:gd name="T1" fmla="*/ 21 h 5"/>
                <a:gd name="T2" fmla="*/ 16 w 2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5">
                  <a:moveTo>
                    <a:pt x="0" y="5"/>
                  </a:moveTo>
                  <a:cubicBezTo>
                    <a:pt x="1" y="3"/>
                    <a:pt x="2" y="2"/>
                    <a:pt x="2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8621" name="Freeform 123">
              <a:extLst>
                <a:ext uri="{FF2B5EF4-FFF2-40B4-BE49-F238E27FC236}">
                  <a16:creationId xmlns:a16="http://schemas.microsoft.com/office/drawing/2014/main" id="{5D45CA01-67BB-4D77-AEFC-137EDDED92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8" y="1364"/>
              <a:ext cx="6" cy="21"/>
            </a:xfrm>
            <a:custGeom>
              <a:avLst/>
              <a:gdLst>
                <a:gd name="T0" fmla="*/ 12 w 4"/>
                <a:gd name="T1" fmla="*/ 0 h 13"/>
                <a:gd name="T2" fmla="*/ 12 w 4"/>
                <a:gd name="T3" fmla="*/ 26 h 13"/>
                <a:gd name="T4" fmla="*/ 0 w 4"/>
                <a:gd name="T5" fmla="*/ 55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13">
                  <a:moveTo>
                    <a:pt x="3" y="0"/>
                  </a:moveTo>
                  <a:cubicBezTo>
                    <a:pt x="4" y="2"/>
                    <a:pt x="4" y="4"/>
                    <a:pt x="3" y="6"/>
                  </a:cubicBezTo>
                  <a:cubicBezTo>
                    <a:pt x="2" y="8"/>
                    <a:pt x="2" y="11"/>
                    <a:pt x="0" y="13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8622" name="Freeform 124">
              <a:extLst>
                <a:ext uri="{FF2B5EF4-FFF2-40B4-BE49-F238E27FC236}">
                  <a16:creationId xmlns:a16="http://schemas.microsoft.com/office/drawing/2014/main" id="{16D69325-C1AA-4303-9C5D-9A083B7226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1" y="1377"/>
              <a:ext cx="10" cy="1"/>
            </a:xfrm>
            <a:custGeom>
              <a:avLst/>
              <a:gdLst>
                <a:gd name="T0" fmla="*/ 0 w 6"/>
                <a:gd name="T1" fmla="*/ 1 h 1"/>
                <a:gd name="T2" fmla="*/ 13 w 6"/>
                <a:gd name="T3" fmla="*/ 0 h 1"/>
                <a:gd name="T4" fmla="*/ 28 w 6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1">
                  <a:moveTo>
                    <a:pt x="0" y="1"/>
                  </a:moveTo>
                  <a:cubicBezTo>
                    <a:pt x="1" y="1"/>
                    <a:pt x="2" y="0"/>
                    <a:pt x="3" y="0"/>
                  </a:cubicBezTo>
                  <a:cubicBezTo>
                    <a:pt x="4" y="0"/>
                    <a:pt x="5" y="0"/>
                    <a:pt x="6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8623" name="Freeform 125">
              <a:extLst>
                <a:ext uri="{FF2B5EF4-FFF2-40B4-BE49-F238E27FC236}">
                  <a16:creationId xmlns:a16="http://schemas.microsoft.com/office/drawing/2014/main" id="{19460869-3F35-4BFD-ADDA-35BF130CFF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0" y="2357"/>
              <a:ext cx="147" cy="727"/>
            </a:xfrm>
            <a:custGeom>
              <a:avLst/>
              <a:gdLst>
                <a:gd name="T0" fmla="*/ 194 w 91"/>
                <a:gd name="T1" fmla="*/ 0 h 451"/>
                <a:gd name="T2" fmla="*/ 97 w 91"/>
                <a:gd name="T3" fmla="*/ 198 h 451"/>
                <a:gd name="T4" fmla="*/ 50 w 91"/>
                <a:gd name="T5" fmla="*/ 356 h 451"/>
                <a:gd name="T6" fmla="*/ 5 w 91"/>
                <a:gd name="T7" fmla="*/ 522 h 451"/>
                <a:gd name="T8" fmla="*/ 68 w 91"/>
                <a:gd name="T9" fmla="*/ 696 h 451"/>
                <a:gd name="T10" fmla="*/ 344 w 91"/>
                <a:gd name="T11" fmla="*/ 1767 h 451"/>
                <a:gd name="T12" fmla="*/ 383 w 91"/>
                <a:gd name="T13" fmla="*/ 1889 h 451"/>
                <a:gd name="T14" fmla="*/ 321 w 91"/>
                <a:gd name="T15" fmla="*/ 1525 h 451"/>
                <a:gd name="T16" fmla="*/ 323 w 91"/>
                <a:gd name="T17" fmla="*/ 1214 h 451"/>
                <a:gd name="T18" fmla="*/ 234 w 91"/>
                <a:gd name="T19" fmla="*/ 683 h 451"/>
                <a:gd name="T20" fmla="*/ 204 w 91"/>
                <a:gd name="T21" fmla="*/ 556 h 451"/>
                <a:gd name="T22" fmla="*/ 170 w 91"/>
                <a:gd name="T23" fmla="*/ 498 h 451"/>
                <a:gd name="T24" fmla="*/ 186 w 91"/>
                <a:gd name="T25" fmla="*/ 385 h 451"/>
                <a:gd name="T26" fmla="*/ 179 w 91"/>
                <a:gd name="T27" fmla="*/ 60 h 45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91" h="451">
                  <a:moveTo>
                    <a:pt x="46" y="0"/>
                  </a:moveTo>
                  <a:cubicBezTo>
                    <a:pt x="41" y="17"/>
                    <a:pt x="30" y="31"/>
                    <a:pt x="23" y="47"/>
                  </a:cubicBezTo>
                  <a:cubicBezTo>
                    <a:pt x="18" y="59"/>
                    <a:pt x="16" y="72"/>
                    <a:pt x="12" y="85"/>
                  </a:cubicBezTo>
                  <a:cubicBezTo>
                    <a:pt x="8" y="98"/>
                    <a:pt x="0" y="111"/>
                    <a:pt x="1" y="125"/>
                  </a:cubicBezTo>
                  <a:cubicBezTo>
                    <a:pt x="1" y="140"/>
                    <a:pt x="11" y="152"/>
                    <a:pt x="16" y="166"/>
                  </a:cubicBezTo>
                  <a:cubicBezTo>
                    <a:pt x="44" y="249"/>
                    <a:pt x="52" y="339"/>
                    <a:pt x="82" y="422"/>
                  </a:cubicBezTo>
                  <a:cubicBezTo>
                    <a:pt x="86" y="431"/>
                    <a:pt x="88" y="442"/>
                    <a:pt x="91" y="451"/>
                  </a:cubicBezTo>
                  <a:cubicBezTo>
                    <a:pt x="84" y="422"/>
                    <a:pt x="77" y="394"/>
                    <a:pt x="76" y="364"/>
                  </a:cubicBezTo>
                  <a:cubicBezTo>
                    <a:pt x="75" y="339"/>
                    <a:pt x="79" y="315"/>
                    <a:pt x="77" y="290"/>
                  </a:cubicBezTo>
                  <a:cubicBezTo>
                    <a:pt x="75" y="246"/>
                    <a:pt x="49" y="208"/>
                    <a:pt x="56" y="163"/>
                  </a:cubicBezTo>
                  <a:cubicBezTo>
                    <a:pt x="58" y="147"/>
                    <a:pt x="57" y="145"/>
                    <a:pt x="48" y="133"/>
                  </a:cubicBezTo>
                  <a:cubicBezTo>
                    <a:pt x="43" y="126"/>
                    <a:pt x="42" y="129"/>
                    <a:pt x="40" y="119"/>
                  </a:cubicBezTo>
                  <a:cubicBezTo>
                    <a:pt x="39" y="109"/>
                    <a:pt x="43" y="101"/>
                    <a:pt x="44" y="92"/>
                  </a:cubicBezTo>
                  <a:cubicBezTo>
                    <a:pt x="48" y="67"/>
                    <a:pt x="35" y="38"/>
                    <a:pt x="43" y="14"/>
                  </a:cubicBezTo>
                </a:path>
              </a:pathLst>
            </a:custGeom>
            <a:solidFill>
              <a:srgbClr val="5F60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8624" name="Freeform 126">
              <a:extLst>
                <a:ext uri="{FF2B5EF4-FFF2-40B4-BE49-F238E27FC236}">
                  <a16:creationId xmlns:a16="http://schemas.microsoft.com/office/drawing/2014/main" id="{8E01D748-DB60-4445-BAAD-B5ADC404BD1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6" y="2944"/>
              <a:ext cx="161" cy="148"/>
            </a:xfrm>
            <a:custGeom>
              <a:avLst/>
              <a:gdLst>
                <a:gd name="T0" fmla="*/ 0 w 100"/>
                <a:gd name="T1" fmla="*/ 0 h 92"/>
                <a:gd name="T2" fmla="*/ 213 w 100"/>
                <a:gd name="T3" fmla="*/ 217 h 92"/>
                <a:gd name="T4" fmla="*/ 409 w 100"/>
                <a:gd name="T5" fmla="*/ 383 h 92"/>
                <a:gd name="T6" fmla="*/ 375 w 100"/>
                <a:gd name="T7" fmla="*/ 259 h 92"/>
                <a:gd name="T8" fmla="*/ 29 w 100"/>
                <a:gd name="T9" fmla="*/ 34 h 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0" h="92">
                  <a:moveTo>
                    <a:pt x="0" y="0"/>
                  </a:moveTo>
                  <a:cubicBezTo>
                    <a:pt x="17" y="18"/>
                    <a:pt x="33" y="35"/>
                    <a:pt x="51" y="52"/>
                  </a:cubicBezTo>
                  <a:cubicBezTo>
                    <a:pt x="65" y="65"/>
                    <a:pt x="81" y="83"/>
                    <a:pt x="98" y="92"/>
                  </a:cubicBezTo>
                  <a:cubicBezTo>
                    <a:pt x="100" y="83"/>
                    <a:pt x="97" y="68"/>
                    <a:pt x="90" y="62"/>
                  </a:cubicBezTo>
                  <a:cubicBezTo>
                    <a:pt x="73" y="73"/>
                    <a:pt x="24" y="17"/>
                    <a:pt x="7" y="8"/>
                  </a:cubicBezTo>
                </a:path>
              </a:pathLst>
            </a:custGeom>
            <a:solidFill>
              <a:srgbClr val="5F60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8625" name="Freeform 127">
              <a:extLst>
                <a:ext uri="{FF2B5EF4-FFF2-40B4-BE49-F238E27FC236}">
                  <a16:creationId xmlns:a16="http://schemas.microsoft.com/office/drawing/2014/main" id="{D562047B-B0BA-443A-8D11-562A5703FE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9" y="2839"/>
              <a:ext cx="76" cy="211"/>
            </a:xfrm>
            <a:custGeom>
              <a:avLst/>
              <a:gdLst>
                <a:gd name="T0" fmla="*/ 16 w 47"/>
                <a:gd name="T1" fmla="*/ 548 h 131"/>
                <a:gd name="T2" fmla="*/ 136 w 47"/>
                <a:gd name="T3" fmla="*/ 301 h 131"/>
                <a:gd name="T4" fmla="*/ 199 w 47"/>
                <a:gd name="T5" fmla="*/ 0 h 131"/>
                <a:gd name="T6" fmla="*/ 60 w 47"/>
                <a:gd name="T7" fmla="*/ 288 h 131"/>
                <a:gd name="T8" fmla="*/ 8 w 47"/>
                <a:gd name="T9" fmla="*/ 522 h 1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131">
                  <a:moveTo>
                    <a:pt x="4" y="131"/>
                  </a:moveTo>
                  <a:cubicBezTo>
                    <a:pt x="10" y="109"/>
                    <a:pt x="22" y="92"/>
                    <a:pt x="32" y="72"/>
                  </a:cubicBezTo>
                  <a:cubicBezTo>
                    <a:pt x="44" y="49"/>
                    <a:pt x="46" y="26"/>
                    <a:pt x="47" y="0"/>
                  </a:cubicBezTo>
                  <a:cubicBezTo>
                    <a:pt x="40" y="27"/>
                    <a:pt x="32" y="51"/>
                    <a:pt x="14" y="69"/>
                  </a:cubicBezTo>
                  <a:cubicBezTo>
                    <a:pt x="3" y="80"/>
                    <a:pt x="0" y="109"/>
                    <a:pt x="2" y="125"/>
                  </a:cubicBezTo>
                </a:path>
              </a:pathLst>
            </a:custGeom>
            <a:solidFill>
              <a:srgbClr val="5F60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8626" name="Freeform 128">
              <a:extLst>
                <a:ext uri="{FF2B5EF4-FFF2-40B4-BE49-F238E27FC236}">
                  <a16:creationId xmlns:a16="http://schemas.microsoft.com/office/drawing/2014/main" id="{22D7C053-DC49-4B70-B8F4-D4A8DDA47C9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0" y="3281"/>
              <a:ext cx="87" cy="206"/>
            </a:xfrm>
            <a:custGeom>
              <a:avLst/>
              <a:gdLst>
                <a:gd name="T0" fmla="*/ 13 w 54"/>
                <a:gd name="T1" fmla="*/ 135 h 128"/>
                <a:gd name="T2" fmla="*/ 226 w 54"/>
                <a:gd name="T3" fmla="*/ 0 h 128"/>
                <a:gd name="T4" fmla="*/ 118 w 54"/>
                <a:gd name="T5" fmla="*/ 246 h 128"/>
                <a:gd name="T6" fmla="*/ 89 w 54"/>
                <a:gd name="T7" fmla="*/ 534 h 128"/>
                <a:gd name="T8" fmla="*/ 47 w 54"/>
                <a:gd name="T9" fmla="*/ 322 h 128"/>
                <a:gd name="T10" fmla="*/ 8 w 54"/>
                <a:gd name="T11" fmla="*/ 116 h 1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4" h="128">
                  <a:moveTo>
                    <a:pt x="3" y="32"/>
                  </a:moveTo>
                  <a:cubicBezTo>
                    <a:pt x="21" y="28"/>
                    <a:pt x="39" y="11"/>
                    <a:pt x="54" y="0"/>
                  </a:cubicBezTo>
                  <a:cubicBezTo>
                    <a:pt x="46" y="20"/>
                    <a:pt x="34" y="37"/>
                    <a:pt x="28" y="59"/>
                  </a:cubicBezTo>
                  <a:cubicBezTo>
                    <a:pt x="22" y="82"/>
                    <a:pt x="22" y="104"/>
                    <a:pt x="21" y="128"/>
                  </a:cubicBezTo>
                  <a:cubicBezTo>
                    <a:pt x="17" y="111"/>
                    <a:pt x="13" y="94"/>
                    <a:pt x="11" y="77"/>
                  </a:cubicBezTo>
                  <a:cubicBezTo>
                    <a:pt x="10" y="62"/>
                    <a:pt x="0" y="43"/>
                    <a:pt x="2" y="28"/>
                  </a:cubicBezTo>
                </a:path>
              </a:pathLst>
            </a:custGeom>
            <a:solidFill>
              <a:srgbClr val="5F60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8627" name="Freeform 129">
              <a:extLst>
                <a:ext uri="{FF2B5EF4-FFF2-40B4-BE49-F238E27FC236}">
                  <a16:creationId xmlns:a16="http://schemas.microsoft.com/office/drawing/2014/main" id="{EEC89D5D-27BB-4924-8511-855335D89C7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7" y="2470"/>
              <a:ext cx="195" cy="832"/>
            </a:xfrm>
            <a:custGeom>
              <a:avLst/>
              <a:gdLst>
                <a:gd name="T0" fmla="*/ 21 w 121"/>
                <a:gd name="T1" fmla="*/ 0 h 516"/>
                <a:gd name="T2" fmla="*/ 97 w 121"/>
                <a:gd name="T3" fmla="*/ 319 h 516"/>
                <a:gd name="T4" fmla="*/ 200 w 121"/>
                <a:gd name="T5" fmla="*/ 608 h 516"/>
                <a:gd name="T6" fmla="*/ 285 w 121"/>
                <a:gd name="T7" fmla="*/ 926 h 516"/>
                <a:gd name="T8" fmla="*/ 317 w 121"/>
                <a:gd name="T9" fmla="*/ 1019 h 516"/>
                <a:gd name="T10" fmla="*/ 335 w 121"/>
                <a:gd name="T11" fmla="*/ 1143 h 516"/>
                <a:gd name="T12" fmla="*/ 416 w 121"/>
                <a:gd name="T13" fmla="*/ 1690 h 516"/>
                <a:gd name="T14" fmla="*/ 446 w 121"/>
                <a:gd name="T15" fmla="*/ 1919 h 516"/>
                <a:gd name="T16" fmla="*/ 451 w 121"/>
                <a:gd name="T17" fmla="*/ 2049 h 516"/>
                <a:gd name="T18" fmla="*/ 506 w 121"/>
                <a:gd name="T19" fmla="*/ 2164 h 51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1" h="516">
                  <a:moveTo>
                    <a:pt x="5" y="0"/>
                  </a:moveTo>
                  <a:cubicBezTo>
                    <a:pt x="0" y="3"/>
                    <a:pt x="18" y="66"/>
                    <a:pt x="23" y="76"/>
                  </a:cubicBezTo>
                  <a:cubicBezTo>
                    <a:pt x="33" y="98"/>
                    <a:pt x="42" y="121"/>
                    <a:pt x="48" y="145"/>
                  </a:cubicBezTo>
                  <a:cubicBezTo>
                    <a:pt x="55" y="170"/>
                    <a:pt x="61" y="196"/>
                    <a:pt x="68" y="221"/>
                  </a:cubicBezTo>
                  <a:cubicBezTo>
                    <a:pt x="71" y="228"/>
                    <a:pt x="74" y="236"/>
                    <a:pt x="76" y="243"/>
                  </a:cubicBezTo>
                  <a:cubicBezTo>
                    <a:pt x="80" y="253"/>
                    <a:pt x="80" y="262"/>
                    <a:pt x="80" y="273"/>
                  </a:cubicBezTo>
                  <a:cubicBezTo>
                    <a:pt x="82" y="316"/>
                    <a:pt x="90" y="361"/>
                    <a:pt x="99" y="403"/>
                  </a:cubicBezTo>
                  <a:cubicBezTo>
                    <a:pt x="102" y="422"/>
                    <a:pt x="105" y="439"/>
                    <a:pt x="107" y="458"/>
                  </a:cubicBezTo>
                  <a:cubicBezTo>
                    <a:pt x="108" y="468"/>
                    <a:pt x="107" y="479"/>
                    <a:pt x="108" y="489"/>
                  </a:cubicBezTo>
                  <a:cubicBezTo>
                    <a:pt x="110" y="497"/>
                    <a:pt x="113" y="512"/>
                    <a:pt x="121" y="516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8628" name="Freeform 130">
              <a:extLst>
                <a:ext uri="{FF2B5EF4-FFF2-40B4-BE49-F238E27FC236}">
                  <a16:creationId xmlns:a16="http://schemas.microsoft.com/office/drawing/2014/main" id="{AE358727-DC6D-4642-B496-7E1DA06A79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1" y="2307"/>
              <a:ext cx="45" cy="164"/>
            </a:xfrm>
            <a:custGeom>
              <a:avLst/>
              <a:gdLst>
                <a:gd name="T0" fmla="*/ 116 w 28"/>
                <a:gd name="T1" fmla="*/ 8 h 102"/>
                <a:gd name="T2" fmla="*/ 111 w 28"/>
                <a:gd name="T3" fmla="*/ 5 h 102"/>
                <a:gd name="T4" fmla="*/ 63 w 28"/>
                <a:gd name="T5" fmla="*/ 217 h 102"/>
                <a:gd name="T6" fmla="*/ 5 w 28"/>
                <a:gd name="T7" fmla="*/ 424 h 102"/>
                <a:gd name="T8" fmla="*/ 69 w 28"/>
                <a:gd name="T9" fmla="*/ 217 h 102"/>
                <a:gd name="T10" fmla="*/ 116 w 28"/>
                <a:gd name="T11" fmla="*/ 26 h 10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" h="102">
                  <a:moveTo>
                    <a:pt x="28" y="2"/>
                  </a:moveTo>
                  <a:cubicBezTo>
                    <a:pt x="28" y="2"/>
                    <a:pt x="28" y="0"/>
                    <a:pt x="27" y="1"/>
                  </a:cubicBezTo>
                  <a:cubicBezTo>
                    <a:pt x="25" y="18"/>
                    <a:pt x="20" y="36"/>
                    <a:pt x="15" y="52"/>
                  </a:cubicBezTo>
                  <a:cubicBezTo>
                    <a:pt x="11" y="68"/>
                    <a:pt x="0" y="85"/>
                    <a:pt x="1" y="102"/>
                  </a:cubicBezTo>
                  <a:cubicBezTo>
                    <a:pt x="3" y="85"/>
                    <a:pt x="14" y="68"/>
                    <a:pt x="17" y="52"/>
                  </a:cubicBezTo>
                  <a:cubicBezTo>
                    <a:pt x="20" y="37"/>
                    <a:pt x="21" y="19"/>
                    <a:pt x="28" y="6"/>
                  </a:cubicBezTo>
                </a:path>
              </a:pathLst>
            </a:custGeom>
            <a:solidFill>
              <a:srgbClr val="8281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8629" name="Freeform 131">
              <a:extLst>
                <a:ext uri="{FF2B5EF4-FFF2-40B4-BE49-F238E27FC236}">
                  <a16:creationId xmlns:a16="http://schemas.microsoft.com/office/drawing/2014/main" id="{E5DE43DF-4255-4865-B072-3C5E0A9123C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1" y="2900"/>
              <a:ext cx="53" cy="105"/>
            </a:xfrm>
            <a:custGeom>
              <a:avLst/>
              <a:gdLst>
                <a:gd name="T0" fmla="*/ 63 w 33"/>
                <a:gd name="T1" fmla="*/ 0 h 65"/>
                <a:gd name="T2" fmla="*/ 5 w 33"/>
                <a:gd name="T3" fmla="*/ 275 h 65"/>
                <a:gd name="T4" fmla="*/ 88 w 33"/>
                <a:gd name="T5" fmla="*/ 0 h 6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65">
                  <a:moveTo>
                    <a:pt x="15" y="0"/>
                  </a:moveTo>
                  <a:cubicBezTo>
                    <a:pt x="28" y="2"/>
                    <a:pt x="0" y="57"/>
                    <a:pt x="1" y="65"/>
                  </a:cubicBezTo>
                  <a:cubicBezTo>
                    <a:pt x="9" y="49"/>
                    <a:pt x="33" y="19"/>
                    <a:pt x="21" y="0"/>
                  </a:cubicBezTo>
                </a:path>
              </a:pathLst>
            </a:custGeom>
            <a:solidFill>
              <a:srgbClr val="8281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8630" name="Freeform 132">
              <a:extLst>
                <a:ext uri="{FF2B5EF4-FFF2-40B4-BE49-F238E27FC236}">
                  <a16:creationId xmlns:a16="http://schemas.microsoft.com/office/drawing/2014/main" id="{8D3759CD-BDE5-43E6-92CA-7CA22B7CE94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5" y="2955"/>
              <a:ext cx="53" cy="45"/>
            </a:xfrm>
            <a:custGeom>
              <a:avLst/>
              <a:gdLst>
                <a:gd name="T0" fmla="*/ 137 w 33"/>
                <a:gd name="T1" fmla="*/ 111 h 28"/>
                <a:gd name="T2" fmla="*/ 75 w 33"/>
                <a:gd name="T3" fmla="*/ 5 h 28"/>
                <a:gd name="T4" fmla="*/ 103 w 33"/>
                <a:gd name="T5" fmla="*/ 116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28">
                  <a:moveTo>
                    <a:pt x="33" y="27"/>
                  </a:moveTo>
                  <a:cubicBezTo>
                    <a:pt x="25" y="25"/>
                    <a:pt x="11" y="9"/>
                    <a:pt x="18" y="1"/>
                  </a:cubicBezTo>
                  <a:cubicBezTo>
                    <a:pt x="0" y="0"/>
                    <a:pt x="21" y="25"/>
                    <a:pt x="25" y="28"/>
                  </a:cubicBezTo>
                </a:path>
              </a:pathLst>
            </a:custGeom>
            <a:solidFill>
              <a:srgbClr val="8281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8631" name="Freeform 133">
              <a:extLst>
                <a:ext uri="{FF2B5EF4-FFF2-40B4-BE49-F238E27FC236}">
                  <a16:creationId xmlns:a16="http://schemas.microsoft.com/office/drawing/2014/main" id="{8FCF7296-91D5-4CFF-9FF8-8CF4981AE9F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9" y="3276"/>
              <a:ext cx="21" cy="53"/>
            </a:xfrm>
            <a:custGeom>
              <a:avLst/>
              <a:gdLst>
                <a:gd name="T0" fmla="*/ 0 w 13"/>
                <a:gd name="T1" fmla="*/ 0 h 33"/>
                <a:gd name="T2" fmla="*/ 0 w 13"/>
                <a:gd name="T3" fmla="*/ 108 h 33"/>
                <a:gd name="T4" fmla="*/ 42 w 13"/>
                <a:gd name="T5" fmla="*/ 82 h 33"/>
                <a:gd name="T6" fmla="*/ 5 w 13"/>
                <a:gd name="T7" fmla="*/ 5 h 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33">
                  <a:moveTo>
                    <a:pt x="0" y="0"/>
                  </a:moveTo>
                  <a:cubicBezTo>
                    <a:pt x="0" y="2"/>
                    <a:pt x="13" y="33"/>
                    <a:pt x="0" y="26"/>
                  </a:cubicBezTo>
                  <a:cubicBezTo>
                    <a:pt x="6" y="30"/>
                    <a:pt x="9" y="26"/>
                    <a:pt x="10" y="20"/>
                  </a:cubicBezTo>
                  <a:cubicBezTo>
                    <a:pt x="12" y="11"/>
                    <a:pt x="4" y="8"/>
                    <a:pt x="1" y="1"/>
                  </a:cubicBezTo>
                </a:path>
              </a:pathLst>
            </a:custGeom>
            <a:solidFill>
              <a:srgbClr val="8281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8632" name="Freeform 134">
              <a:extLst>
                <a:ext uri="{FF2B5EF4-FFF2-40B4-BE49-F238E27FC236}">
                  <a16:creationId xmlns:a16="http://schemas.microsoft.com/office/drawing/2014/main" id="{0BA01852-0B93-4829-87D9-F65E1FE9D8D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1" y="1360"/>
              <a:ext cx="50" cy="84"/>
            </a:xfrm>
            <a:custGeom>
              <a:avLst/>
              <a:gdLst>
                <a:gd name="T0" fmla="*/ 124 w 31"/>
                <a:gd name="T1" fmla="*/ 5 h 52"/>
                <a:gd name="T2" fmla="*/ 123 w 31"/>
                <a:gd name="T3" fmla="*/ 42 h 52"/>
                <a:gd name="T4" fmla="*/ 105 w 31"/>
                <a:gd name="T5" fmla="*/ 76 h 52"/>
                <a:gd name="T6" fmla="*/ 90 w 31"/>
                <a:gd name="T7" fmla="*/ 110 h 52"/>
                <a:gd name="T8" fmla="*/ 68 w 31"/>
                <a:gd name="T9" fmla="*/ 139 h 52"/>
                <a:gd name="T10" fmla="*/ 42 w 31"/>
                <a:gd name="T11" fmla="*/ 194 h 52"/>
                <a:gd name="T12" fmla="*/ 29 w 31"/>
                <a:gd name="T13" fmla="*/ 213 h 52"/>
                <a:gd name="T14" fmla="*/ 0 w 31"/>
                <a:gd name="T15" fmla="*/ 191 h 52"/>
                <a:gd name="T16" fmla="*/ 29 w 31"/>
                <a:gd name="T17" fmla="*/ 160 h 52"/>
                <a:gd name="T18" fmla="*/ 63 w 31"/>
                <a:gd name="T19" fmla="*/ 94 h 52"/>
                <a:gd name="T20" fmla="*/ 105 w 31"/>
                <a:gd name="T21" fmla="*/ 34 h 52"/>
                <a:gd name="T22" fmla="*/ 124 w 31"/>
                <a:gd name="T23" fmla="*/ 0 h 5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1" h="52">
                  <a:moveTo>
                    <a:pt x="30" y="1"/>
                  </a:moveTo>
                  <a:cubicBezTo>
                    <a:pt x="31" y="4"/>
                    <a:pt x="31" y="7"/>
                    <a:pt x="29" y="10"/>
                  </a:cubicBezTo>
                  <a:cubicBezTo>
                    <a:pt x="28" y="12"/>
                    <a:pt x="26" y="15"/>
                    <a:pt x="25" y="18"/>
                  </a:cubicBezTo>
                  <a:cubicBezTo>
                    <a:pt x="24" y="20"/>
                    <a:pt x="23" y="23"/>
                    <a:pt x="22" y="26"/>
                  </a:cubicBezTo>
                  <a:cubicBezTo>
                    <a:pt x="20" y="28"/>
                    <a:pt x="17" y="30"/>
                    <a:pt x="16" y="33"/>
                  </a:cubicBezTo>
                  <a:cubicBezTo>
                    <a:pt x="13" y="37"/>
                    <a:pt x="12" y="42"/>
                    <a:pt x="10" y="46"/>
                  </a:cubicBezTo>
                  <a:cubicBezTo>
                    <a:pt x="10" y="47"/>
                    <a:pt x="9" y="51"/>
                    <a:pt x="7" y="51"/>
                  </a:cubicBezTo>
                  <a:cubicBezTo>
                    <a:pt x="4" y="52"/>
                    <a:pt x="1" y="47"/>
                    <a:pt x="0" y="45"/>
                  </a:cubicBezTo>
                  <a:cubicBezTo>
                    <a:pt x="5" y="47"/>
                    <a:pt x="6" y="40"/>
                    <a:pt x="7" y="38"/>
                  </a:cubicBezTo>
                  <a:cubicBezTo>
                    <a:pt x="9" y="32"/>
                    <a:pt x="12" y="27"/>
                    <a:pt x="15" y="22"/>
                  </a:cubicBezTo>
                  <a:cubicBezTo>
                    <a:pt x="19" y="18"/>
                    <a:pt x="22" y="13"/>
                    <a:pt x="25" y="8"/>
                  </a:cubicBezTo>
                  <a:cubicBezTo>
                    <a:pt x="26" y="5"/>
                    <a:pt x="28" y="3"/>
                    <a:pt x="30" y="0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8633" name="Freeform 135">
              <a:extLst>
                <a:ext uri="{FF2B5EF4-FFF2-40B4-BE49-F238E27FC236}">
                  <a16:creationId xmlns:a16="http://schemas.microsoft.com/office/drawing/2014/main" id="{E2D4BE5F-5CF0-412F-B06F-66DC78A82C0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3" y="1323"/>
              <a:ext cx="32" cy="24"/>
            </a:xfrm>
            <a:custGeom>
              <a:avLst/>
              <a:gdLst>
                <a:gd name="T0" fmla="*/ 0 w 20"/>
                <a:gd name="T1" fmla="*/ 5 h 15"/>
                <a:gd name="T2" fmla="*/ 35 w 20"/>
                <a:gd name="T3" fmla="*/ 34 h 15"/>
                <a:gd name="T4" fmla="*/ 61 w 20"/>
                <a:gd name="T5" fmla="*/ 61 h 15"/>
                <a:gd name="T6" fmla="*/ 8 w 20"/>
                <a:gd name="T7" fmla="*/ 5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15">
                  <a:moveTo>
                    <a:pt x="0" y="1"/>
                  </a:moveTo>
                  <a:cubicBezTo>
                    <a:pt x="3" y="0"/>
                    <a:pt x="7" y="6"/>
                    <a:pt x="9" y="8"/>
                  </a:cubicBezTo>
                  <a:cubicBezTo>
                    <a:pt x="11" y="10"/>
                    <a:pt x="13" y="13"/>
                    <a:pt x="15" y="15"/>
                  </a:cubicBezTo>
                  <a:cubicBezTo>
                    <a:pt x="20" y="10"/>
                    <a:pt x="6" y="3"/>
                    <a:pt x="2" y="1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8634" name="Freeform 136">
              <a:extLst>
                <a:ext uri="{FF2B5EF4-FFF2-40B4-BE49-F238E27FC236}">
                  <a16:creationId xmlns:a16="http://schemas.microsoft.com/office/drawing/2014/main" id="{5C96ACB4-1236-48B6-920A-8D6F6D4E19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7" y="1306"/>
              <a:ext cx="32" cy="11"/>
            </a:xfrm>
            <a:custGeom>
              <a:avLst/>
              <a:gdLst>
                <a:gd name="T0" fmla="*/ 0 w 20"/>
                <a:gd name="T1" fmla="*/ 5 h 7"/>
                <a:gd name="T2" fmla="*/ 42 w 20"/>
                <a:gd name="T3" fmla="*/ 14 h 7"/>
                <a:gd name="T4" fmla="*/ 82 w 20"/>
                <a:gd name="T5" fmla="*/ 27 h 7"/>
                <a:gd name="T6" fmla="*/ 13 w 20"/>
                <a:gd name="T7" fmla="*/ 5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7">
                  <a:moveTo>
                    <a:pt x="0" y="1"/>
                  </a:moveTo>
                  <a:cubicBezTo>
                    <a:pt x="2" y="0"/>
                    <a:pt x="8" y="3"/>
                    <a:pt x="10" y="4"/>
                  </a:cubicBezTo>
                  <a:cubicBezTo>
                    <a:pt x="13" y="5"/>
                    <a:pt x="17" y="5"/>
                    <a:pt x="20" y="7"/>
                  </a:cubicBezTo>
                  <a:cubicBezTo>
                    <a:pt x="15" y="3"/>
                    <a:pt x="10" y="0"/>
                    <a:pt x="3" y="1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8635" name="Freeform 137">
              <a:extLst>
                <a:ext uri="{FF2B5EF4-FFF2-40B4-BE49-F238E27FC236}">
                  <a16:creationId xmlns:a16="http://schemas.microsoft.com/office/drawing/2014/main" id="{7BAC8C6A-CC7A-44FB-A9DD-77F07867823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5" y="1367"/>
              <a:ext cx="22" cy="27"/>
            </a:xfrm>
            <a:custGeom>
              <a:avLst/>
              <a:gdLst>
                <a:gd name="T0" fmla="*/ 27 w 14"/>
                <a:gd name="T1" fmla="*/ 0 h 17"/>
                <a:gd name="T2" fmla="*/ 22 w 14"/>
                <a:gd name="T3" fmla="*/ 16 h 17"/>
                <a:gd name="T4" fmla="*/ 39 w 14"/>
                <a:gd name="T5" fmla="*/ 16 h 17"/>
                <a:gd name="T6" fmla="*/ 39 w 14"/>
                <a:gd name="T7" fmla="*/ 27 h 17"/>
                <a:gd name="T8" fmla="*/ 22 w 14"/>
                <a:gd name="T9" fmla="*/ 35 h 17"/>
                <a:gd name="T10" fmla="*/ 20 w 14"/>
                <a:gd name="T11" fmla="*/ 43 h 17"/>
                <a:gd name="T12" fmla="*/ 13 w 14"/>
                <a:gd name="T13" fmla="*/ 56 h 17"/>
                <a:gd name="T14" fmla="*/ 14 w 14"/>
                <a:gd name="T15" fmla="*/ 64 h 17"/>
                <a:gd name="T16" fmla="*/ 35 w 14"/>
                <a:gd name="T17" fmla="*/ 43 h 17"/>
                <a:gd name="T18" fmla="*/ 42 w 14"/>
                <a:gd name="T19" fmla="*/ 5 h 17"/>
                <a:gd name="T20" fmla="*/ 35 w 14"/>
                <a:gd name="T21" fmla="*/ 0 h 1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4" h="17">
                  <a:moveTo>
                    <a:pt x="7" y="0"/>
                  </a:moveTo>
                  <a:cubicBezTo>
                    <a:pt x="7" y="2"/>
                    <a:pt x="7" y="3"/>
                    <a:pt x="6" y="4"/>
                  </a:cubicBezTo>
                  <a:cubicBezTo>
                    <a:pt x="7" y="5"/>
                    <a:pt x="9" y="4"/>
                    <a:pt x="10" y="4"/>
                  </a:cubicBezTo>
                  <a:cubicBezTo>
                    <a:pt x="11" y="5"/>
                    <a:pt x="11" y="7"/>
                    <a:pt x="10" y="7"/>
                  </a:cubicBezTo>
                  <a:cubicBezTo>
                    <a:pt x="9" y="8"/>
                    <a:pt x="7" y="7"/>
                    <a:pt x="6" y="9"/>
                  </a:cubicBezTo>
                  <a:cubicBezTo>
                    <a:pt x="5" y="9"/>
                    <a:pt x="5" y="10"/>
                    <a:pt x="5" y="11"/>
                  </a:cubicBezTo>
                  <a:cubicBezTo>
                    <a:pt x="4" y="12"/>
                    <a:pt x="3" y="13"/>
                    <a:pt x="3" y="14"/>
                  </a:cubicBezTo>
                  <a:cubicBezTo>
                    <a:pt x="1" y="15"/>
                    <a:pt x="0" y="17"/>
                    <a:pt x="4" y="16"/>
                  </a:cubicBezTo>
                  <a:cubicBezTo>
                    <a:pt x="6" y="15"/>
                    <a:pt x="7" y="13"/>
                    <a:pt x="9" y="11"/>
                  </a:cubicBezTo>
                  <a:cubicBezTo>
                    <a:pt x="11" y="8"/>
                    <a:pt x="14" y="5"/>
                    <a:pt x="11" y="1"/>
                  </a:cubicBezTo>
                  <a:cubicBezTo>
                    <a:pt x="10" y="1"/>
                    <a:pt x="10" y="0"/>
                    <a:pt x="9" y="0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8636" name="Freeform 138">
              <a:extLst>
                <a:ext uri="{FF2B5EF4-FFF2-40B4-BE49-F238E27FC236}">
                  <a16:creationId xmlns:a16="http://schemas.microsoft.com/office/drawing/2014/main" id="{D8D09727-5A67-44D0-B81F-0BADDFF5F8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3" y="2357"/>
              <a:ext cx="8" cy="23"/>
            </a:xfrm>
            <a:custGeom>
              <a:avLst/>
              <a:gdLst>
                <a:gd name="T0" fmla="*/ 0 w 5"/>
                <a:gd name="T1" fmla="*/ 13 h 14"/>
                <a:gd name="T2" fmla="*/ 0 w 5"/>
                <a:gd name="T3" fmla="*/ 21 h 14"/>
                <a:gd name="T4" fmla="*/ 5 w 5"/>
                <a:gd name="T5" fmla="*/ 41 h 14"/>
                <a:gd name="T6" fmla="*/ 8 w 5"/>
                <a:gd name="T7" fmla="*/ 62 h 14"/>
                <a:gd name="T8" fmla="*/ 16 w 5"/>
                <a:gd name="T9" fmla="*/ 41 h 14"/>
                <a:gd name="T10" fmla="*/ 16 w 5"/>
                <a:gd name="T11" fmla="*/ 20 h 14"/>
                <a:gd name="T12" fmla="*/ 8 w 5"/>
                <a:gd name="T13" fmla="*/ 8 h 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" h="14">
                  <a:moveTo>
                    <a:pt x="0" y="3"/>
                  </a:moveTo>
                  <a:cubicBezTo>
                    <a:pt x="0" y="2"/>
                    <a:pt x="0" y="5"/>
                    <a:pt x="0" y="5"/>
                  </a:cubicBezTo>
                  <a:cubicBezTo>
                    <a:pt x="0" y="7"/>
                    <a:pt x="1" y="8"/>
                    <a:pt x="1" y="9"/>
                  </a:cubicBezTo>
                  <a:cubicBezTo>
                    <a:pt x="1" y="11"/>
                    <a:pt x="2" y="13"/>
                    <a:pt x="2" y="14"/>
                  </a:cubicBezTo>
                  <a:cubicBezTo>
                    <a:pt x="5" y="14"/>
                    <a:pt x="4" y="11"/>
                    <a:pt x="4" y="9"/>
                  </a:cubicBezTo>
                  <a:cubicBezTo>
                    <a:pt x="4" y="7"/>
                    <a:pt x="4" y="5"/>
                    <a:pt x="4" y="4"/>
                  </a:cubicBezTo>
                  <a:cubicBezTo>
                    <a:pt x="4" y="2"/>
                    <a:pt x="4" y="0"/>
                    <a:pt x="2" y="2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8637" name="Freeform 139">
              <a:extLst>
                <a:ext uri="{FF2B5EF4-FFF2-40B4-BE49-F238E27FC236}">
                  <a16:creationId xmlns:a16="http://schemas.microsoft.com/office/drawing/2014/main" id="{213F3E33-D99E-46B2-91B3-F2A37A9C35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4" y="2349"/>
              <a:ext cx="67" cy="31"/>
            </a:xfrm>
            <a:custGeom>
              <a:avLst/>
              <a:gdLst>
                <a:gd name="T0" fmla="*/ 0 w 41"/>
                <a:gd name="T1" fmla="*/ 26 h 19"/>
                <a:gd name="T2" fmla="*/ 8 w 41"/>
                <a:gd name="T3" fmla="*/ 75 h 19"/>
                <a:gd name="T4" fmla="*/ 34 w 41"/>
                <a:gd name="T5" fmla="*/ 69 h 19"/>
                <a:gd name="T6" fmla="*/ 139 w 41"/>
                <a:gd name="T7" fmla="*/ 55 h 19"/>
                <a:gd name="T8" fmla="*/ 172 w 41"/>
                <a:gd name="T9" fmla="*/ 54 h 19"/>
                <a:gd name="T10" fmla="*/ 173 w 41"/>
                <a:gd name="T11" fmla="*/ 39 h 19"/>
                <a:gd name="T12" fmla="*/ 165 w 41"/>
                <a:gd name="T13" fmla="*/ 13 h 19"/>
                <a:gd name="T14" fmla="*/ 150 w 41"/>
                <a:gd name="T15" fmla="*/ 5 h 19"/>
                <a:gd name="T16" fmla="*/ 109 w 41"/>
                <a:gd name="T17" fmla="*/ 26 h 19"/>
                <a:gd name="T18" fmla="*/ 69 w 41"/>
                <a:gd name="T19" fmla="*/ 26 h 19"/>
                <a:gd name="T20" fmla="*/ 29 w 41"/>
                <a:gd name="T21" fmla="*/ 21 h 19"/>
                <a:gd name="T22" fmla="*/ 5 w 41"/>
                <a:gd name="T23" fmla="*/ 26 h 1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1" h="19">
                  <a:moveTo>
                    <a:pt x="0" y="6"/>
                  </a:moveTo>
                  <a:cubicBezTo>
                    <a:pt x="0" y="9"/>
                    <a:pt x="0" y="15"/>
                    <a:pt x="2" y="17"/>
                  </a:cubicBezTo>
                  <a:cubicBezTo>
                    <a:pt x="4" y="19"/>
                    <a:pt x="6" y="17"/>
                    <a:pt x="8" y="16"/>
                  </a:cubicBezTo>
                  <a:cubicBezTo>
                    <a:pt x="15" y="13"/>
                    <a:pt x="23" y="13"/>
                    <a:pt x="32" y="13"/>
                  </a:cubicBezTo>
                  <a:cubicBezTo>
                    <a:pt x="34" y="13"/>
                    <a:pt x="36" y="13"/>
                    <a:pt x="39" y="12"/>
                  </a:cubicBezTo>
                  <a:cubicBezTo>
                    <a:pt x="41" y="11"/>
                    <a:pt x="41" y="11"/>
                    <a:pt x="40" y="9"/>
                  </a:cubicBezTo>
                  <a:cubicBezTo>
                    <a:pt x="40" y="7"/>
                    <a:pt x="39" y="5"/>
                    <a:pt x="38" y="3"/>
                  </a:cubicBezTo>
                  <a:cubicBezTo>
                    <a:pt x="37" y="1"/>
                    <a:pt x="37" y="0"/>
                    <a:pt x="34" y="1"/>
                  </a:cubicBezTo>
                  <a:cubicBezTo>
                    <a:pt x="31" y="3"/>
                    <a:pt x="29" y="5"/>
                    <a:pt x="25" y="6"/>
                  </a:cubicBezTo>
                  <a:cubicBezTo>
                    <a:pt x="22" y="7"/>
                    <a:pt x="19" y="6"/>
                    <a:pt x="16" y="6"/>
                  </a:cubicBezTo>
                  <a:cubicBezTo>
                    <a:pt x="13" y="6"/>
                    <a:pt x="10" y="6"/>
                    <a:pt x="7" y="5"/>
                  </a:cubicBezTo>
                  <a:cubicBezTo>
                    <a:pt x="5" y="5"/>
                    <a:pt x="2" y="5"/>
                    <a:pt x="1" y="6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8638" name="Freeform 140">
              <a:extLst>
                <a:ext uri="{FF2B5EF4-FFF2-40B4-BE49-F238E27FC236}">
                  <a16:creationId xmlns:a16="http://schemas.microsoft.com/office/drawing/2014/main" id="{7C1766D4-B902-4C8B-B5C6-583DD6EDC2C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1" y="2407"/>
              <a:ext cx="6" cy="23"/>
            </a:xfrm>
            <a:custGeom>
              <a:avLst/>
              <a:gdLst>
                <a:gd name="T0" fmla="*/ 0 w 4"/>
                <a:gd name="T1" fmla="*/ 0 h 14"/>
                <a:gd name="T2" fmla="*/ 14 w 4"/>
                <a:gd name="T3" fmla="*/ 5 h 14"/>
                <a:gd name="T4" fmla="*/ 12 w 4"/>
                <a:gd name="T5" fmla="*/ 62 h 14"/>
                <a:gd name="T6" fmla="*/ 0 w 4"/>
                <a:gd name="T7" fmla="*/ 54 h 14"/>
                <a:gd name="T8" fmla="*/ 0 w 4"/>
                <a:gd name="T9" fmla="*/ 5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14">
                  <a:moveTo>
                    <a:pt x="0" y="0"/>
                  </a:moveTo>
                  <a:cubicBezTo>
                    <a:pt x="1" y="1"/>
                    <a:pt x="2" y="1"/>
                    <a:pt x="4" y="1"/>
                  </a:cubicBezTo>
                  <a:cubicBezTo>
                    <a:pt x="4" y="5"/>
                    <a:pt x="3" y="10"/>
                    <a:pt x="3" y="14"/>
                  </a:cubicBezTo>
                  <a:cubicBezTo>
                    <a:pt x="3" y="12"/>
                    <a:pt x="2" y="8"/>
                    <a:pt x="0" y="12"/>
                  </a:cubicBezTo>
                  <a:cubicBezTo>
                    <a:pt x="0" y="10"/>
                    <a:pt x="1" y="2"/>
                    <a:pt x="0" y="1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8639" name="Freeform 141">
              <a:extLst>
                <a:ext uri="{FF2B5EF4-FFF2-40B4-BE49-F238E27FC236}">
                  <a16:creationId xmlns:a16="http://schemas.microsoft.com/office/drawing/2014/main" id="{B7308405-91CB-4674-9BFE-08BA78A3A33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8" y="2434"/>
              <a:ext cx="8" cy="12"/>
            </a:xfrm>
            <a:custGeom>
              <a:avLst/>
              <a:gdLst>
                <a:gd name="T0" fmla="*/ 21 w 5"/>
                <a:gd name="T1" fmla="*/ 15 h 7"/>
                <a:gd name="T2" fmla="*/ 0 w 5"/>
                <a:gd name="T3" fmla="*/ 36 h 7"/>
                <a:gd name="T4" fmla="*/ 8 w 5"/>
                <a:gd name="T5" fmla="*/ 0 h 7"/>
                <a:gd name="T6" fmla="*/ 21 w 5"/>
                <a:gd name="T7" fmla="*/ 9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7">
                  <a:moveTo>
                    <a:pt x="5" y="3"/>
                  </a:moveTo>
                  <a:cubicBezTo>
                    <a:pt x="2" y="3"/>
                    <a:pt x="2" y="5"/>
                    <a:pt x="0" y="7"/>
                  </a:cubicBezTo>
                  <a:cubicBezTo>
                    <a:pt x="0" y="5"/>
                    <a:pt x="1" y="2"/>
                    <a:pt x="2" y="0"/>
                  </a:cubicBezTo>
                  <a:cubicBezTo>
                    <a:pt x="3" y="1"/>
                    <a:pt x="3" y="3"/>
                    <a:pt x="5" y="2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8640" name="Freeform 142">
              <a:extLst>
                <a:ext uri="{FF2B5EF4-FFF2-40B4-BE49-F238E27FC236}">
                  <a16:creationId xmlns:a16="http://schemas.microsoft.com/office/drawing/2014/main" id="{0A4E8DE3-350A-461C-B41A-AB01CC2FEC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1" y="2413"/>
              <a:ext cx="15" cy="39"/>
            </a:xfrm>
            <a:custGeom>
              <a:avLst/>
              <a:gdLst>
                <a:gd name="T0" fmla="*/ 8 w 9"/>
                <a:gd name="T1" fmla="*/ 5 h 24"/>
                <a:gd name="T2" fmla="*/ 13 w 9"/>
                <a:gd name="T3" fmla="*/ 13 h 24"/>
                <a:gd name="T4" fmla="*/ 28 w 9"/>
                <a:gd name="T5" fmla="*/ 18 h 24"/>
                <a:gd name="T6" fmla="*/ 33 w 9"/>
                <a:gd name="T7" fmla="*/ 42 h 24"/>
                <a:gd name="T8" fmla="*/ 42 w 9"/>
                <a:gd name="T9" fmla="*/ 63 h 24"/>
                <a:gd name="T10" fmla="*/ 33 w 9"/>
                <a:gd name="T11" fmla="*/ 89 h 24"/>
                <a:gd name="T12" fmla="*/ 13 w 9"/>
                <a:gd name="T13" fmla="*/ 98 h 24"/>
                <a:gd name="T14" fmla="*/ 0 w 9"/>
                <a:gd name="T15" fmla="*/ 81 h 24"/>
                <a:gd name="T16" fmla="*/ 0 w 9"/>
                <a:gd name="T17" fmla="*/ 42 h 24"/>
                <a:gd name="T18" fmla="*/ 8 w 9"/>
                <a:gd name="T19" fmla="*/ 8 h 2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9" h="24">
                  <a:moveTo>
                    <a:pt x="2" y="1"/>
                  </a:moveTo>
                  <a:cubicBezTo>
                    <a:pt x="1" y="0"/>
                    <a:pt x="3" y="3"/>
                    <a:pt x="3" y="3"/>
                  </a:cubicBezTo>
                  <a:cubicBezTo>
                    <a:pt x="4" y="4"/>
                    <a:pt x="5" y="4"/>
                    <a:pt x="6" y="4"/>
                  </a:cubicBezTo>
                  <a:cubicBezTo>
                    <a:pt x="6" y="6"/>
                    <a:pt x="6" y="8"/>
                    <a:pt x="7" y="10"/>
                  </a:cubicBezTo>
                  <a:cubicBezTo>
                    <a:pt x="7" y="11"/>
                    <a:pt x="8" y="13"/>
                    <a:pt x="9" y="15"/>
                  </a:cubicBezTo>
                  <a:cubicBezTo>
                    <a:pt x="9" y="17"/>
                    <a:pt x="9" y="20"/>
                    <a:pt x="7" y="21"/>
                  </a:cubicBezTo>
                  <a:cubicBezTo>
                    <a:pt x="6" y="21"/>
                    <a:pt x="4" y="23"/>
                    <a:pt x="3" y="23"/>
                  </a:cubicBezTo>
                  <a:cubicBezTo>
                    <a:pt x="0" y="24"/>
                    <a:pt x="0" y="22"/>
                    <a:pt x="0" y="19"/>
                  </a:cubicBezTo>
                  <a:cubicBezTo>
                    <a:pt x="0" y="16"/>
                    <a:pt x="0" y="13"/>
                    <a:pt x="0" y="10"/>
                  </a:cubicBezTo>
                  <a:cubicBezTo>
                    <a:pt x="0" y="8"/>
                    <a:pt x="1" y="4"/>
                    <a:pt x="2" y="2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8641" name="Freeform 143">
              <a:extLst>
                <a:ext uri="{FF2B5EF4-FFF2-40B4-BE49-F238E27FC236}">
                  <a16:creationId xmlns:a16="http://schemas.microsoft.com/office/drawing/2014/main" id="{A3188237-81FA-4988-9995-655F24EAF3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1" y="2462"/>
              <a:ext cx="8" cy="19"/>
            </a:xfrm>
            <a:custGeom>
              <a:avLst/>
              <a:gdLst>
                <a:gd name="T0" fmla="*/ 5 w 5"/>
                <a:gd name="T1" fmla="*/ 0 h 12"/>
                <a:gd name="T2" fmla="*/ 16 w 5"/>
                <a:gd name="T3" fmla="*/ 5 h 12"/>
                <a:gd name="T4" fmla="*/ 16 w 5"/>
                <a:gd name="T5" fmla="*/ 21 h 12"/>
                <a:gd name="T6" fmla="*/ 0 w 5"/>
                <a:gd name="T7" fmla="*/ 48 h 12"/>
                <a:gd name="T8" fmla="*/ 8 w 5"/>
                <a:gd name="T9" fmla="*/ 25 h 12"/>
                <a:gd name="T10" fmla="*/ 8 w 5"/>
                <a:gd name="T11" fmla="*/ 5 h 12"/>
                <a:gd name="T12" fmla="*/ 5 w 5"/>
                <a:gd name="T13" fmla="*/ 0 h 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" h="12">
                  <a:moveTo>
                    <a:pt x="1" y="0"/>
                  </a:moveTo>
                  <a:cubicBezTo>
                    <a:pt x="2" y="0"/>
                    <a:pt x="4" y="0"/>
                    <a:pt x="4" y="1"/>
                  </a:cubicBezTo>
                  <a:cubicBezTo>
                    <a:pt x="5" y="1"/>
                    <a:pt x="5" y="4"/>
                    <a:pt x="4" y="5"/>
                  </a:cubicBezTo>
                  <a:cubicBezTo>
                    <a:pt x="4" y="8"/>
                    <a:pt x="2" y="10"/>
                    <a:pt x="0" y="12"/>
                  </a:cubicBezTo>
                  <a:cubicBezTo>
                    <a:pt x="1" y="10"/>
                    <a:pt x="1" y="8"/>
                    <a:pt x="2" y="6"/>
                  </a:cubicBezTo>
                  <a:cubicBezTo>
                    <a:pt x="2" y="4"/>
                    <a:pt x="2" y="2"/>
                    <a:pt x="2" y="1"/>
                  </a:cubicBezTo>
                  <a:cubicBezTo>
                    <a:pt x="2" y="0"/>
                    <a:pt x="2" y="0"/>
                    <a:pt x="1" y="0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8642" name="Freeform 144">
              <a:extLst>
                <a:ext uri="{FF2B5EF4-FFF2-40B4-BE49-F238E27FC236}">
                  <a16:creationId xmlns:a16="http://schemas.microsoft.com/office/drawing/2014/main" id="{E2F96314-ECB0-4393-BF5A-FD5401AF0D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9" y="2473"/>
              <a:ext cx="16" cy="21"/>
            </a:xfrm>
            <a:custGeom>
              <a:avLst/>
              <a:gdLst>
                <a:gd name="T0" fmla="*/ 16 w 10"/>
                <a:gd name="T1" fmla="*/ 0 h 13"/>
                <a:gd name="T2" fmla="*/ 29 w 10"/>
                <a:gd name="T3" fmla="*/ 29 h 13"/>
                <a:gd name="T4" fmla="*/ 29 w 10"/>
                <a:gd name="T5" fmla="*/ 47 h 13"/>
                <a:gd name="T6" fmla="*/ 8 w 10"/>
                <a:gd name="T7" fmla="*/ 47 h 13"/>
                <a:gd name="T8" fmla="*/ 13 w 10"/>
                <a:gd name="T9" fmla="*/ 5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3">
                  <a:moveTo>
                    <a:pt x="4" y="0"/>
                  </a:moveTo>
                  <a:cubicBezTo>
                    <a:pt x="4" y="2"/>
                    <a:pt x="6" y="5"/>
                    <a:pt x="7" y="7"/>
                  </a:cubicBezTo>
                  <a:cubicBezTo>
                    <a:pt x="9" y="9"/>
                    <a:pt x="10" y="9"/>
                    <a:pt x="7" y="11"/>
                  </a:cubicBezTo>
                  <a:cubicBezTo>
                    <a:pt x="5" y="12"/>
                    <a:pt x="4" y="13"/>
                    <a:pt x="2" y="11"/>
                  </a:cubicBezTo>
                  <a:cubicBezTo>
                    <a:pt x="0" y="8"/>
                    <a:pt x="2" y="5"/>
                    <a:pt x="3" y="1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8643" name="Freeform 145">
              <a:extLst>
                <a:ext uri="{FF2B5EF4-FFF2-40B4-BE49-F238E27FC236}">
                  <a16:creationId xmlns:a16="http://schemas.microsoft.com/office/drawing/2014/main" id="{673165A7-E6E8-44BF-9E56-C3377DD576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6" y="2452"/>
              <a:ext cx="10" cy="19"/>
            </a:xfrm>
            <a:custGeom>
              <a:avLst/>
              <a:gdLst>
                <a:gd name="T0" fmla="*/ 28 w 6"/>
                <a:gd name="T1" fmla="*/ 0 h 12"/>
                <a:gd name="T2" fmla="*/ 28 w 6"/>
                <a:gd name="T3" fmla="*/ 35 h 12"/>
                <a:gd name="T4" fmla="*/ 0 w 6"/>
                <a:gd name="T5" fmla="*/ 48 h 12"/>
                <a:gd name="T6" fmla="*/ 5 w 6"/>
                <a:gd name="T7" fmla="*/ 27 h 12"/>
                <a:gd name="T8" fmla="*/ 22 w 6"/>
                <a:gd name="T9" fmla="*/ 8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12">
                  <a:moveTo>
                    <a:pt x="6" y="0"/>
                  </a:moveTo>
                  <a:cubicBezTo>
                    <a:pt x="5" y="3"/>
                    <a:pt x="5" y="7"/>
                    <a:pt x="6" y="9"/>
                  </a:cubicBezTo>
                  <a:cubicBezTo>
                    <a:pt x="4" y="9"/>
                    <a:pt x="1" y="11"/>
                    <a:pt x="0" y="12"/>
                  </a:cubicBezTo>
                  <a:cubicBezTo>
                    <a:pt x="0" y="11"/>
                    <a:pt x="0" y="8"/>
                    <a:pt x="1" y="7"/>
                  </a:cubicBezTo>
                  <a:cubicBezTo>
                    <a:pt x="3" y="5"/>
                    <a:pt x="6" y="4"/>
                    <a:pt x="5" y="2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8644" name="Freeform 146">
              <a:extLst>
                <a:ext uri="{FF2B5EF4-FFF2-40B4-BE49-F238E27FC236}">
                  <a16:creationId xmlns:a16="http://schemas.microsoft.com/office/drawing/2014/main" id="{5B6171F8-A250-4A28-B356-593035EF5D4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6" y="1283"/>
              <a:ext cx="89" cy="74"/>
            </a:xfrm>
            <a:custGeom>
              <a:avLst/>
              <a:gdLst>
                <a:gd name="T0" fmla="*/ 0 w 55"/>
                <a:gd name="T1" fmla="*/ 16 h 46"/>
                <a:gd name="T2" fmla="*/ 50 w 55"/>
                <a:gd name="T3" fmla="*/ 21 h 46"/>
                <a:gd name="T4" fmla="*/ 105 w 55"/>
                <a:gd name="T5" fmla="*/ 29 h 46"/>
                <a:gd name="T6" fmla="*/ 131 w 55"/>
                <a:gd name="T7" fmla="*/ 69 h 46"/>
                <a:gd name="T8" fmla="*/ 178 w 55"/>
                <a:gd name="T9" fmla="*/ 82 h 46"/>
                <a:gd name="T10" fmla="*/ 183 w 55"/>
                <a:gd name="T11" fmla="*/ 103 h 46"/>
                <a:gd name="T12" fmla="*/ 199 w 55"/>
                <a:gd name="T13" fmla="*/ 122 h 46"/>
                <a:gd name="T14" fmla="*/ 220 w 55"/>
                <a:gd name="T15" fmla="*/ 162 h 46"/>
                <a:gd name="T16" fmla="*/ 170 w 55"/>
                <a:gd name="T17" fmla="*/ 142 h 46"/>
                <a:gd name="T18" fmla="*/ 123 w 55"/>
                <a:gd name="T19" fmla="*/ 111 h 46"/>
                <a:gd name="T20" fmla="*/ 63 w 55"/>
                <a:gd name="T21" fmla="*/ 69 h 46"/>
                <a:gd name="T22" fmla="*/ 5 w 55"/>
                <a:gd name="T23" fmla="*/ 29 h 4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5" h="46">
                  <a:moveTo>
                    <a:pt x="0" y="4"/>
                  </a:moveTo>
                  <a:cubicBezTo>
                    <a:pt x="2" y="0"/>
                    <a:pt x="9" y="3"/>
                    <a:pt x="12" y="5"/>
                  </a:cubicBezTo>
                  <a:cubicBezTo>
                    <a:pt x="16" y="6"/>
                    <a:pt x="23" y="5"/>
                    <a:pt x="25" y="7"/>
                  </a:cubicBezTo>
                  <a:cubicBezTo>
                    <a:pt x="29" y="11"/>
                    <a:pt x="25" y="15"/>
                    <a:pt x="31" y="17"/>
                  </a:cubicBezTo>
                  <a:cubicBezTo>
                    <a:pt x="36" y="19"/>
                    <a:pt x="39" y="16"/>
                    <a:pt x="42" y="20"/>
                  </a:cubicBezTo>
                  <a:cubicBezTo>
                    <a:pt x="43" y="22"/>
                    <a:pt x="42" y="24"/>
                    <a:pt x="43" y="25"/>
                  </a:cubicBezTo>
                  <a:cubicBezTo>
                    <a:pt x="44" y="28"/>
                    <a:pt x="45" y="27"/>
                    <a:pt x="47" y="29"/>
                  </a:cubicBezTo>
                  <a:cubicBezTo>
                    <a:pt x="50" y="31"/>
                    <a:pt x="55" y="36"/>
                    <a:pt x="52" y="39"/>
                  </a:cubicBezTo>
                  <a:cubicBezTo>
                    <a:pt x="48" y="46"/>
                    <a:pt x="42" y="36"/>
                    <a:pt x="40" y="34"/>
                  </a:cubicBezTo>
                  <a:cubicBezTo>
                    <a:pt x="36" y="29"/>
                    <a:pt x="33" y="30"/>
                    <a:pt x="29" y="27"/>
                  </a:cubicBezTo>
                  <a:cubicBezTo>
                    <a:pt x="24" y="24"/>
                    <a:pt x="20" y="20"/>
                    <a:pt x="15" y="17"/>
                  </a:cubicBezTo>
                  <a:cubicBezTo>
                    <a:pt x="8" y="14"/>
                    <a:pt x="5" y="14"/>
                    <a:pt x="1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8645" name="Freeform 147">
              <a:extLst>
                <a:ext uri="{FF2B5EF4-FFF2-40B4-BE49-F238E27FC236}">
                  <a16:creationId xmlns:a16="http://schemas.microsoft.com/office/drawing/2014/main" id="{A550AE89-5129-4E0D-A708-8171C0E55C5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5" y="1014"/>
              <a:ext cx="32" cy="111"/>
            </a:xfrm>
            <a:custGeom>
              <a:avLst/>
              <a:gdLst>
                <a:gd name="T0" fmla="*/ 0 w 20"/>
                <a:gd name="T1" fmla="*/ 0 h 69"/>
                <a:gd name="T2" fmla="*/ 56 w 20"/>
                <a:gd name="T3" fmla="*/ 288 h 69"/>
                <a:gd name="T4" fmla="*/ 0 w 20"/>
                <a:gd name="T5" fmla="*/ 0 h 6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69">
                  <a:moveTo>
                    <a:pt x="0" y="0"/>
                  </a:moveTo>
                  <a:cubicBezTo>
                    <a:pt x="0" y="0"/>
                    <a:pt x="20" y="24"/>
                    <a:pt x="14" y="69"/>
                  </a:cubicBezTo>
                  <a:cubicBezTo>
                    <a:pt x="14" y="69"/>
                    <a:pt x="18" y="3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8646" name="Freeform 148">
              <a:extLst>
                <a:ext uri="{FF2B5EF4-FFF2-40B4-BE49-F238E27FC236}">
                  <a16:creationId xmlns:a16="http://schemas.microsoft.com/office/drawing/2014/main" id="{2153AE81-A1FB-43E9-B3A5-63C4F6F575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2" y="1170"/>
              <a:ext cx="15" cy="45"/>
            </a:xfrm>
            <a:custGeom>
              <a:avLst/>
              <a:gdLst>
                <a:gd name="T0" fmla="*/ 20 w 9"/>
                <a:gd name="T1" fmla="*/ 5 h 28"/>
                <a:gd name="T2" fmla="*/ 37 w 9"/>
                <a:gd name="T3" fmla="*/ 68 h 28"/>
                <a:gd name="T4" fmla="*/ 0 w 9"/>
                <a:gd name="T5" fmla="*/ 116 h 28"/>
                <a:gd name="T6" fmla="*/ 28 w 9"/>
                <a:gd name="T7" fmla="*/ 68 h 28"/>
                <a:gd name="T8" fmla="*/ 22 w 9"/>
                <a:gd name="T9" fmla="*/ 37 h 28"/>
                <a:gd name="T10" fmla="*/ 20 w 9"/>
                <a:gd name="T11" fmla="*/ 0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" h="28">
                  <a:moveTo>
                    <a:pt x="4" y="1"/>
                  </a:moveTo>
                  <a:cubicBezTo>
                    <a:pt x="3" y="6"/>
                    <a:pt x="7" y="10"/>
                    <a:pt x="8" y="16"/>
                  </a:cubicBezTo>
                  <a:cubicBezTo>
                    <a:pt x="9" y="22"/>
                    <a:pt x="5" y="26"/>
                    <a:pt x="0" y="28"/>
                  </a:cubicBezTo>
                  <a:cubicBezTo>
                    <a:pt x="3" y="25"/>
                    <a:pt x="6" y="22"/>
                    <a:pt x="6" y="16"/>
                  </a:cubicBezTo>
                  <a:cubicBezTo>
                    <a:pt x="6" y="14"/>
                    <a:pt x="5" y="12"/>
                    <a:pt x="5" y="9"/>
                  </a:cubicBezTo>
                  <a:cubicBezTo>
                    <a:pt x="4" y="6"/>
                    <a:pt x="4" y="3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8647" name="Freeform 149">
              <a:extLst>
                <a:ext uri="{FF2B5EF4-FFF2-40B4-BE49-F238E27FC236}">
                  <a16:creationId xmlns:a16="http://schemas.microsoft.com/office/drawing/2014/main" id="{EAE75951-CD73-4476-81CA-D2A372007C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0" y="1193"/>
              <a:ext cx="11" cy="17"/>
            </a:xfrm>
            <a:custGeom>
              <a:avLst/>
              <a:gdLst>
                <a:gd name="T0" fmla="*/ 22 w 7"/>
                <a:gd name="T1" fmla="*/ 0 h 11"/>
                <a:gd name="T2" fmla="*/ 8 w 7"/>
                <a:gd name="T3" fmla="*/ 14 h 11"/>
                <a:gd name="T4" fmla="*/ 13 w 7"/>
                <a:gd name="T5" fmla="*/ 40 h 11"/>
                <a:gd name="T6" fmla="*/ 27 w 7"/>
                <a:gd name="T7" fmla="*/ 5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11">
                  <a:moveTo>
                    <a:pt x="6" y="0"/>
                  </a:moveTo>
                  <a:cubicBezTo>
                    <a:pt x="4" y="1"/>
                    <a:pt x="3" y="2"/>
                    <a:pt x="2" y="4"/>
                  </a:cubicBezTo>
                  <a:cubicBezTo>
                    <a:pt x="1" y="6"/>
                    <a:pt x="0" y="11"/>
                    <a:pt x="3" y="11"/>
                  </a:cubicBezTo>
                  <a:cubicBezTo>
                    <a:pt x="2" y="8"/>
                    <a:pt x="3" y="3"/>
                    <a:pt x="7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8648" name="Freeform 150">
              <a:extLst>
                <a:ext uri="{FF2B5EF4-FFF2-40B4-BE49-F238E27FC236}">
                  <a16:creationId xmlns:a16="http://schemas.microsoft.com/office/drawing/2014/main" id="{65EEDE54-8F3E-438C-8B63-4E38936955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1" y="1198"/>
              <a:ext cx="10" cy="12"/>
            </a:xfrm>
            <a:custGeom>
              <a:avLst/>
              <a:gdLst>
                <a:gd name="T0" fmla="*/ 5 w 6"/>
                <a:gd name="T1" fmla="*/ 12 h 8"/>
                <a:gd name="T2" fmla="*/ 28 w 6"/>
                <a:gd name="T3" fmla="*/ 27 h 8"/>
                <a:gd name="T4" fmla="*/ 0 w 6"/>
                <a:gd name="T5" fmla="*/ 12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8">
                  <a:moveTo>
                    <a:pt x="1" y="3"/>
                  </a:moveTo>
                  <a:cubicBezTo>
                    <a:pt x="4" y="2"/>
                    <a:pt x="5" y="6"/>
                    <a:pt x="6" y="8"/>
                  </a:cubicBezTo>
                  <a:cubicBezTo>
                    <a:pt x="6" y="5"/>
                    <a:pt x="4" y="0"/>
                    <a:pt x="0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8649" name="Freeform 151">
              <a:extLst>
                <a:ext uri="{FF2B5EF4-FFF2-40B4-BE49-F238E27FC236}">
                  <a16:creationId xmlns:a16="http://schemas.microsoft.com/office/drawing/2014/main" id="{B9A7B3A9-94A7-4679-A090-6B661F695E6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5" y="1286"/>
              <a:ext cx="24" cy="86"/>
            </a:xfrm>
            <a:custGeom>
              <a:avLst/>
              <a:gdLst>
                <a:gd name="T0" fmla="*/ 61 w 15"/>
                <a:gd name="T1" fmla="*/ 0 h 53"/>
                <a:gd name="T2" fmla="*/ 48 w 15"/>
                <a:gd name="T3" fmla="*/ 5 h 53"/>
                <a:gd name="T4" fmla="*/ 42 w 15"/>
                <a:gd name="T5" fmla="*/ 29 h 53"/>
                <a:gd name="T6" fmla="*/ 29 w 15"/>
                <a:gd name="T7" fmla="*/ 94 h 53"/>
                <a:gd name="T8" fmla="*/ 13 w 15"/>
                <a:gd name="T9" fmla="*/ 164 h 53"/>
                <a:gd name="T10" fmla="*/ 0 w 15"/>
                <a:gd name="T11" fmla="*/ 227 h 53"/>
                <a:gd name="T12" fmla="*/ 8 w 15"/>
                <a:gd name="T13" fmla="*/ 200 h 53"/>
                <a:gd name="T14" fmla="*/ 21 w 15"/>
                <a:gd name="T15" fmla="*/ 157 h 53"/>
                <a:gd name="T16" fmla="*/ 35 w 15"/>
                <a:gd name="T17" fmla="*/ 94 h 53"/>
                <a:gd name="T18" fmla="*/ 46 w 15"/>
                <a:gd name="T19" fmla="*/ 47 h 53"/>
                <a:gd name="T20" fmla="*/ 61 w 15"/>
                <a:gd name="T21" fmla="*/ 16 h 5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5" h="53">
                  <a:moveTo>
                    <a:pt x="15" y="0"/>
                  </a:moveTo>
                  <a:cubicBezTo>
                    <a:pt x="14" y="1"/>
                    <a:pt x="13" y="0"/>
                    <a:pt x="12" y="1"/>
                  </a:cubicBezTo>
                  <a:cubicBezTo>
                    <a:pt x="11" y="2"/>
                    <a:pt x="10" y="5"/>
                    <a:pt x="10" y="7"/>
                  </a:cubicBezTo>
                  <a:cubicBezTo>
                    <a:pt x="8" y="12"/>
                    <a:pt x="8" y="17"/>
                    <a:pt x="7" y="22"/>
                  </a:cubicBezTo>
                  <a:cubicBezTo>
                    <a:pt x="6" y="28"/>
                    <a:pt x="4" y="33"/>
                    <a:pt x="3" y="38"/>
                  </a:cubicBezTo>
                  <a:cubicBezTo>
                    <a:pt x="2" y="43"/>
                    <a:pt x="1" y="48"/>
                    <a:pt x="0" y="53"/>
                  </a:cubicBezTo>
                  <a:cubicBezTo>
                    <a:pt x="0" y="51"/>
                    <a:pt x="1" y="49"/>
                    <a:pt x="2" y="47"/>
                  </a:cubicBezTo>
                  <a:cubicBezTo>
                    <a:pt x="3" y="44"/>
                    <a:pt x="3" y="40"/>
                    <a:pt x="5" y="37"/>
                  </a:cubicBezTo>
                  <a:cubicBezTo>
                    <a:pt x="6" y="32"/>
                    <a:pt x="8" y="27"/>
                    <a:pt x="9" y="22"/>
                  </a:cubicBezTo>
                  <a:cubicBezTo>
                    <a:pt x="9" y="18"/>
                    <a:pt x="10" y="15"/>
                    <a:pt x="11" y="11"/>
                  </a:cubicBezTo>
                  <a:cubicBezTo>
                    <a:pt x="11" y="8"/>
                    <a:pt x="12" y="5"/>
                    <a:pt x="1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8650" name="Freeform 152">
              <a:extLst>
                <a:ext uri="{FF2B5EF4-FFF2-40B4-BE49-F238E27FC236}">
                  <a16:creationId xmlns:a16="http://schemas.microsoft.com/office/drawing/2014/main" id="{DB504ED9-32EB-429E-8D91-54662ED5B64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7" y="1306"/>
              <a:ext cx="17" cy="33"/>
            </a:xfrm>
            <a:custGeom>
              <a:avLst/>
              <a:gdLst>
                <a:gd name="T0" fmla="*/ 0 w 10"/>
                <a:gd name="T1" fmla="*/ 5 h 21"/>
                <a:gd name="T2" fmla="*/ 41 w 10"/>
                <a:gd name="T3" fmla="*/ 27 h 21"/>
                <a:gd name="T4" fmla="*/ 29 w 10"/>
                <a:gd name="T5" fmla="*/ 69 h 21"/>
                <a:gd name="T6" fmla="*/ 15 w 10"/>
                <a:gd name="T7" fmla="*/ 49 h 21"/>
                <a:gd name="T8" fmla="*/ 5 w 10"/>
                <a:gd name="T9" fmla="*/ 13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21">
                  <a:moveTo>
                    <a:pt x="0" y="1"/>
                  </a:moveTo>
                  <a:cubicBezTo>
                    <a:pt x="3" y="0"/>
                    <a:pt x="7" y="4"/>
                    <a:pt x="8" y="7"/>
                  </a:cubicBezTo>
                  <a:cubicBezTo>
                    <a:pt x="10" y="11"/>
                    <a:pt x="9" y="16"/>
                    <a:pt x="6" y="18"/>
                  </a:cubicBezTo>
                  <a:cubicBezTo>
                    <a:pt x="1" y="21"/>
                    <a:pt x="2" y="16"/>
                    <a:pt x="3" y="13"/>
                  </a:cubicBezTo>
                  <a:cubicBezTo>
                    <a:pt x="4" y="10"/>
                    <a:pt x="4" y="6"/>
                    <a:pt x="1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8651" name="Freeform 153">
              <a:extLst>
                <a:ext uri="{FF2B5EF4-FFF2-40B4-BE49-F238E27FC236}">
                  <a16:creationId xmlns:a16="http://schemas.microsoft.com/office/drawing/2014/main" id="{E0CE392D-A51E-44E1-93A7-FA1CD3E61D6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8" y="1178"/>
              <a:ext cx="42" cy="58"/>
            </a:xfrm>
            <a:custGeom>
              <a:avLst/>
              <a:gdLst>
                <a:gd name="T0" fmla="*/ 97 w 26"/>
                <a:gd name="T1" fmla="*/ 0 h 36"/>
                <a:gd name="T2" fmla="*/ 94 w 26"/>
                <a:gd name="T3" fmla="*/ 60 h 36"/>
                <a:gd name="T4" fmla="*/ 50 w 26"/>
                <a:gd name="T5" fmla="*/ 118 h 36"/>
                <a:gd name="T6" fmla="*/ 26 w 26"/>
                <a:gd name="T7" fmla="*/ 143 h 36"/>
                <a:gd name="T8" fmla="*/ 5 w 26"/>
                <a:gd name="T9" fmla="*/ 135 h 36"/>
                <a:gd name="T10" fmla="*/ 42 w 26"/>
                <a:gd name="T11" fmla="*/ 97 h 36"/>
                <a:gd name="T12" fmla="*/ 94 w 26"/>
                <a:gd name="T13" fmla="*/ 16 h 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" h="36">
                  <a:moveTo>
                    <a:pt x="23" y="0"/>
                  </a:moveTo>
                  <a:cubicBezTo>
                    <a:pt x="26" y="3"/>
                    <a:pt x="24" y="11"/>
                    <a:pt x="22" y="14"/>
                  </a:cubicBezTo>
                  <a:cubicBezTo>
                    <a:pt x="20" y="19"/>
                    <a:pt x="16" y="23"/>
                    <a:pt x="12" y="28"/>
                  </a:cubicBezTo>
                  <a:cubicBezTo>
                    <a:pt x="10" y="30"/>
                    <a:pt x="8" y="32"/>
                    <a:pt x="6" y="34"/>
                  </a:cubicBezTo>
                  <a:cubicBezTo>
                    <a:pt x="4" y="35"/>
                    <a:pt x="0" y="36"/>
                    <a:pt x="1" y="32"/>
                  </a:cubicBezTo>
                  <a:cubicBezTo>
                    <a:pt x="2" y="29"/>
                    <a:pt x="7" y="26"/>
                    <a:pt x="10" y="23"/>
                  </a:cubicBezTo>
                  <a:cubicBezTo>
                    <a:pt x="14" y="18"/>
                    <a:pt x="19" y="11"/>
                    <a:pt x="22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8652" name="Freeform 154">
              <a:extLst>
                <a:ext uri="{FF2B5EF4-FFF2-40B4-BE49-F238E27FC236}">
                  <a16:creationId xmlns:a16="http://schemas.microsoft.com/office/drawing/2014/main" id="{26AD5CAE-A9B8-4997-B996-D3E55D8380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6" y="1181"/>
              <a:ext cx="29" cy="10"/>
            </a:xfrm>
            <a:custGeom>
              <a:avLst/>
              <a:gdLst>
                <a:gd name="T0" fmla="*/ 0 w 18"/>
                <a:gd name="T1" fmla="*/ 0 h 6"/>
                <a:gd name="T2" fmla="*/ 39 w 18"/>
                <a:gd name="T3" fmla="*/ 28 h 6"/>
                <a:gd name="T4" fmla="*/ 71 w 18"/>
                <a:gd name="T5" fmla="*/ 8 h 6"/>
                <a:gd name="T6" fmla="*/ 50 w 18"/>
                <a:gd name="T7" fmla="*/ 5 h 6"/>
                <a:gd name="T8" fmla="*/ 16 w 18"/>
                <a:gd name="T9" fmla="*/ 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6">
                  <a:moveTo>
                    <a:pt x="0" y="0"/>
                  </a:moveTo>
                  <a:cubicBezTo>
                    <a:pt x="2" y="3"/>
                    <a:pt x="5" y="6"/>
                    <a:pt x="9" y="6"/>
                  </a:cubicBezTo>
                  <a:cubicBezTo>
                    <a:pt x="11" y="6"/>
                    <a:pt x="18" y="6"/>
                    <a:pt x="17" y="2"/>
                  </a:cubicBezTo>
                  <a:cubicBezTo>
                    <a:pt x="16" y="0"/>
                    <a:pt x="14" y="1"/>
                    <a:pt x="12" y="1"/>
                  </a:cubicBezTo>
                  <a:cubicBezTo>
                    <a:pt x="9" y="2"/>
                    <a:pt x="6" y="2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8653" name="Freeform 155">
              <a:extLst>
                <a:ext uri="{FF2B5EF4-FFF2-40B4-BE49-F238E27FC236}">
                  <a16:creationId xmlns:a16="http://schemas.microsoft.com/office/drawing/2014/main" id="{40E3B175-BB20-458F-9890-DA5992F030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1" y="1210"/>
              <a:ext cx="72" cy="125"/>
            </a:xfrm>
            <a:custGeom>
              <a:avLst/>
              <a:gdLst>
                <a:gd name="T0" fmla="*/ 16 w 45"/>
                <a:gd name="T1" fmla="*/ 0 h 77"/>
                <a:gd name="T2" fmla="*/ 13 w 45"/>
                <a:gd name="T3" fmla="*/ 97 h 77"/>
                <a:gd name="T4" fmla="*/ 54 w 45"/>
                <a:gd name="T5" fmla="*/ 193 h 77"/>
                <a:gd name="T6" fmla="*/ 118 w 45"/>
                <a:gd name="T7" fmla="*/ 274 h 77"/>
                <a:gd name="T8" fmla="*/ 184 w 45"/>
                <a:gd name="T9" fmla="*/ 330 h 77"/>
                <a:gd name="T10" fmla="*/ 179 w 45"/>
                <a:gd name="T11" fmla="*/ 321 h 77"/>
                <a:gd name="T12" fmla="*/ 150 w 45"/>
                <a:gd name="T13" fmla="*/ 287 h 77"/>
                <a:gd name="T14" fmla="*/ 82 w 45"/>
                <a:gd name="T15" fmla="*/ 193 h 77"/>
                <a:gd name="T16" fmla="*/ 42 w 45"/>
                <a:gd name="T17" fmla="*/ 109 h 77"/>
                <a:gd name="T18" fmla="*/ 21 w 45"/>
                <a:gd name="T19" fmla="*/ 13 h 7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5" h="77">
                  <a:moveTo>
                    <a:pt x="4" y="0"/>
                  </a:moveTo>
                  <a:cubicBezTo>
                    <a:pt x="0" y="5"/>
                    <a:pt x="2" y="17"/>
                    <a:pt x="3" y="23"/>
                  </a:cubicBezTo>
                  <a:cubicBezTo>
                    <a:pt x="5" y="30"/>
                    <a:pt x="9" y="39"/>
                    <a:pt x="13" y="45"/>
                  </a:cubicBezTo>
                  <a:cubicBezTo>
                    <a:pt x="18" y="52"/>
                    <a:pt x="23" y="58"/>
                    <a:pt x="29" y="64"/>
                  </a:cubicBezTo>
                  <a:cubicBezTo>
                    <a:pt x="34" y="69"/>
                    <a:pt x="39" y="74"/>
                    <a:pt x="45" y="77"/>
                  </a:cubicBezTo>
                  <a:cubicBezTo>
                    <a:pt x="44" y="76"/>
                    <a:pt x="44" y="76"/>
                    <a:pt x="44" y="75"/>
                  </a:cubicBezTo>
                  <a:cubicBezTo>
                    <a:pt x="41" y="72"/>
                    <a:pt x="39" y="70"/>
                    <a:pt x="37" y="67"/>
                  </a:cubicBezTo>
                  <a:cubicBezTo>
                    <a:pt x="31" y="60"/>
                    <a:pt x="26" y="52"/>
                    <a:pt x="20" y="45"/>
                  </a:cubicBezTo>
                  <a:cubicBezTo>
                    <a:pt x="16" y="39"/>
                    <a:pt x="12" y="32"/>
                    <a:pt x="10" y="25"/>
                  </a:cubicBezTo>
                  <a:cubicBezTo>
                    <a:pt x="7" y="19"/>
                    <a:pt x="4" y="10"/>
                    <a:pt x="5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8654" name="Freeform 156">
              <a:extLst>
                <a:ext uri="{FF2B5EF4-FFF2-40B4-BE49-F238E27FC236}">
                  <a16:creationId xmlns:a16="http://schemas.microsoft.com/office/drawing/2014/main" id="{15F3B9EA-5F33-46DE-8E0B-E1284D0BBD2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1" y="2384"/>
              <a:ext cx="16" cy="91"/>
            </a:xfrm>
            <a:custGeom>
              <a:avLst/>
              <a:gdLst>
                <a:gd name="T0" fmla="*/ 8 w 10"/>
                <a:gd name="T1" fmla="*/ 5 h 56"/>
                <a:gd name="T2" fmla="*/ 29 w 10"/>
                <a:gd name="T3" fmla="*/ 60 h 56"/>
                <a:gd name="T4" fmla="*/ 29 w 10"/>
                <a:gd name="T5" fmla="*/ 117 h 56"/>
                <a:gd name="T6" fmla="*/ 34 w 10"/>
                <a:gd name="T7" fmla="*/ 241 h 56"/>
                <a:gd name="T8" fmla="*/ 34 w 10"/>
                <a:gd name="T9" fmla="*/ 206 h 56"/>
                <a:gd name="T10" fmla="*/ 42 w 10"/>
                <a:gd name="T11" fmla="*/ 190 h 56"/>
                <a:gd name="T12" fmla="*/ 42 w 10"/>
                <a:gd name="T13" fmla="*/ 172 h 56"/>
                <a:gd name="T14" fmla="*/ 35 w 10"/>
                <a:gd name="T15" fmla="*/ 132 h 56"/>
                <a:gd name="T16" fmla="*/ 42 w 10"/>
                <a:gd name="T17" fmla="*/ 68 h 56"/>
                <a:gd name="T18" fmla="*/ 34 w 10"/>
                <a:gd name="T19" fmla="*/ 34 h 56"/>
                <a:gd name="T20" fmla="*/ 13 w 10"/>
                <a:gd name="T21" fmla="*/ 0 h 5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0" h="56">
                  <a:moveTo>
                    <a:pt x="2" y="1"/>
                  </a:moveTo>
                  <a:cubicBezTo>
                    <a:pt x="0" y="5"/>
                    <a:pt x="6" y="10"/>
                    <a:pt x="7" y="14"/>
                  </a:cubicBezTo>
                  <a:cubicBezTo>
                    <a:pt x="8" y="18"/>
                    <a:pt x="7" y="22"/>
                    <a:pt x="7" y="27"/>
                  </a:cubicBezTo>
                  <a:cubicBezTo>
                    <a:pt x="8" y="37"/>
                    <a:pt x="5" y="46"/>
                    <a:pt x="8" y="56"/>
                  </a:cubicBezTo>
                  <a:cubicBezTo>
                    <a:pt x="7" y="53"/>
                    <a:pt x="7" y="51"/>
                    <a:pt x="8" y="48"/>
                  </a:cubicBezTo>
                  <a:cubicBezTo>
                    <a:pt x="8" y="46"/>
                    <a:pt x="9" y="45"/>
                    <a:pt x="10" y="44"/>
                  </a:cubicBezTo>
                  <a:cubicBezTo>
                    <a:pt x="10" y="42"/>
                    <a:pt x="10" y="42"/>
                    <a:pt x="10" y="40"/>
                  </a:cubicBezTo>
                  <a:cubicBezTo>
                    <a:pt x="9" y="37"/>
                    <a:pt x="9" y="34"/>
                    <a:pt x="9" y="31"/>
                  </a:cubicBezTo>
                  <a:cubicBezTo>
                    <a:pt x="9" y="26"/>
                    <a:pt x="10" y="21"/>
                    <a:pt x="10" y="16"/>
                  </a:cubicBezTo>
                  <a:cubicBezTo>
                    <a:pt x="10" y="13"/>
                    <a:pt x="9" y="11"/>
                    <a:pt x="8" y="8"/>
                  </a:cubicBezTo>
                  <a:cubicBezTo>
                    <a:pt x="6" y="5"/>
                    <a:pt x="3" y="3"/>
                    <a:pt x="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8655" name="Freeform 157">
              <a:extLst>
                <a:ext uri="{FF2B5EF4-FFF2-40B4-BE49-F238E27FC236}">
                  <a16:creationId xmlns:a16="http://schemas.microsoft.com/office/drawing/2014/main" id="{57B1348C-5908-44D8-B823-DA88CA7909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5" y="2375"/>
              <a:ext cx="13" cy="66"/>
            </a:xfrm>
            <a:custGeom>
              <a:avLst/>
              <a:gdLst>
                <a:gd name="T0" fmla="*/ 0 w 8"/>
                <a:gd name="T1" fmla="*/ 8 h 41"/>
                <a:gd name="T2" fmla="*/ 29 w 8"/>
                <a:gd name="T3" fmla="*/ 80 h 41"/>
                <a:gd name="T4" fmla="*/ 21 w 8"/>
                <a:gd name="T5" fmla="*/ 171 h 41"/>
                <a:gd name="T6" fmla="*/ 21 w 8"/>
                <a:gd name="T7" fmla="*/ 89 h 41"/>
                <a:gd name="T8" fmla="*/ 8 w 8"/>
                <a:gd name="T9" fmla="*/ 55 h 41"/>
                <a:gd name="T10" fmla="*/ 5 w 8"/>
                <a:gd name="T11" fmla="*/ 0 h 4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" h="41">
                  <a:moveTo>
                    <a:pt x="0" y="2"/>
                  </a:moveTo>
                  <a:cubicBezTo>
                    <a:pt x="2" y="8"/>
                    <a:pt x="7" y="13"/>
                    <a:pt x="7" y="19"/>
                  </a:cubicBezTo>
                  <a:cubicBezTo>
                    <a:pt x="8" y="27"/>
                    <a:pt x="7" y="34"/>
                    <a:pt x="5" y="41"/>
                  </a:cubicBezTo>
                  <a:cubicBezTo>
                    <a:pt x="5" y="35"/>
                    <a:pt x="7" y="27"/>
                    <a:pt x="5" y="21"/>
                  </a:cubicBezTo>
                  <a:cubicBezTo>
                    <a:pt x="5" y="18"/>
                    <a:pt x="3" y="16"/>
                    <a:pt x="2" y="13"/>
                  </a:cubicBezTo>
                  <a:cubicBezTo>
                    <a:pt x="1" y="9"/>
                    <a:pt x="1" y="4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8656" name="Freeform 158">
              <a:extLst>
                <a:ext uri="{FF2B5EF4-FFF2-40B4-BE49-F238E27FC236}">
                  <a16:creationId xmlns:a16="http://schemas.microsoft.com/office/drawing/2014/main" id="{6101B6DB-4A1D-4226-B379-D6123A95EF8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0" y="3753"/>
              <a:ext cx="116" cy="41"/>
            </a:xfrm>
            <a:custGeom>
              <a:avLst/>
              <a:gdLst>
                <a:gd name="T0" fmla="*/ 301 w 72"/>
                <a:gd name="T1" fmla="*/ 62 h 25"/>
                <a:gd name="T2" fmla="*/ 97 w 72"/>
                <a:gd name="T3" fmla="*/ 41 h 25"/>
                <a:gd name="T4" fmla="*/ 34 w 72"/>
                <a:gd name="T5" fmla="*/ 71 h 25"/>
                <a:gd name="T6" fmla="*/ 84 w 72"/>
                <a:gd name="T7" fmla="*/ 92 h 25"/>
                <a:gd name="T8" fmla="*/ 213 w 72"/>
                <a:gd name="T9" fmla="*/ 67 h 25"/>
                <a:gd name="T10" fmla="*/ 296 w 72"/>
                <a:gd name="T11" fmla="*/ 75 h 2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2" h="25">
                  <a:moveTo>
                    <a:pt x="72" y="14"/>
                  </a:moveTo>
                  <a:cubicBezTo>
                    <a:pt x="66" y="0"/>
                    <a:pt x="34" y="4"/>
                    <a:pt x="23" y="9"/>
                  </a:cubicBezTo>
                  <a:cubicBezTo>
                    <a:pt x="19" y="10"/>
                    <a:pt x="11" y="13"/>
                    <a:pt x="8" y="16"/>
                  </a:cubicBezTo>
                  <a:cubicBezTo>
                    <a:pt x="0" y="25"/>
                    <a:pt x="15" y="23"/>
                    <a:pt x="20" y="21"/>
                  </a:cubicBezTo>
                  <a:cubicBezTo>
                    <a:pt x="30" y="17"/>
                    <a:pt x="40" y="15"/>
                    <a:pt x="51" y="15"/>
                  </a:cubicBezTo>
                  <a:cubicBezTo>
                    <a:pt x="56" y="16"/>
                    <a:pt x="68" y="22"/>
                    <a:pt x="71" y="17"/>
                  </a:cubicBezTo>
                </a:path>
              </a:pathLst>
            </a:custGeom>
            <a:solidFill>
              <a:srgbClr val="6B9B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8657" name="Freeform 159">
              <a:extLst>
                <a:ext uri="{FF2B5EF4-FFF2-40B4-BE49-F238E27FC236}">
                  <a16:creationId xmlns:a16="http://schemas.microsoft.com/office/drawing/2014/main" id="{B2724A33-C11A-403D-8744-5F3EB0D2A7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4" y="3724"/>
              <a:ext cx="92" cy="58"/>
            </a:xfrm>
            <a:custGeom>
              <a:avLst/>
              <a:gdLst>
                <a:gd name="T0" fmla="*/ 226 w 57"/>
                <a:gd name="T1" fmla="*/ 29 h 36"/>
                <a:gd name="T2" fmla="*/ 124 w 57"/>
                <a:gd name="T3" fmla="*/ 13 h 36"/>
                <a:gd name="T4" fmla="*/ 84 w 57"/>
                <a:gd name="T5" fmla="*/ 42 h 36"/>
                <a:gd name="T6" fmla="*/ 26 w 57"/>
                <a:gd name="T7" fmla="*/ 76 h 36"/>
                <a:gd name="T8" fmla="*/ 5 w 57"/>
                <a:gd name="T9" fmla="*/ 118 h 36"/>
                <a:gd name="T10" fmla="*/ 89 w 57"/>
                <a:gd name="T11" fmla="*/ 103 h 36"/>
                <a:gd name="T12" fmla="*/ 169 w 57"/>
                <a:gd name="T13" fmla="*/ 63 h 36"/>
                <a:gd name="T14" fmla="*/ 239 w 57"/>
                <a:gd name="T15" fmla="*/ 63 h 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7" h="36">
                  <a:moveTo>
                    <a:pt x="54" y="7"/>
                  </a:moveTo>
                  <a:cubicBezTo>
                    <a:pt x="49" y="1"/>
                    <a:pt x="37" y="0"/>
                    <a:pt x="30" y="3"/>
                  </a:cubicBezTo>
                  <a:cubicBezTo>
                    <a:pt x="26" y="5"/>
                    <a:pt x="23" y="7"/>
                    <a:pt x="20" y="10"/>
                  </a:cubicBezTo>
                  <a:cubicBezTo>
                    <a:pt x="15" y="14"/>
                    <a:pt x="10" y="15"/>
                    <a:pt x="6" y="18"/>
                  </a:cubicBezTo>
                  <a:cubicBezTo>
                    <a:pt x="4" y="20"/>
                    <a:pt x="0" y="24"/>
                    <a:pt x="1" y="28"/>
                  </a:cubicBezTo>
                  <a:cubicBezTo>
                    <a:pt x="4" y="36"/>
                    <a:pt x="17" y="28"/>
                    <a:pt x="21" y="25"/>
                  </a:cubicBezTo>
                  <a:cubicBezTo>
                    <a:pt x="27" y="22"/>
                    <a:pt x="33" y="17"/>
                    <a:pt x="40" y="15"/>
                  </a:cubicBezTo>
                  <a:cubicBezTo>
                    <a:pt x="46" y="13"/>
                    <a:pt x="51" y="17"/>
                    <a:pt x="57" y="15"/>
                  </a:cubicBezTo>
                </a:path>
              </a:pathLst>
            </a:custGeom>
            <a:solidFill>
              <a:srgbClr val="6B9B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8658" name="Freeform 160">
              <a:extLst>
                <a:ext uri="{FF2B5EF4-FFF2-40B4-BE49-F238E27FC236}">
                  <a16:creationId xmlns:a16="http://schemas.microsoft.com/office/drawing/2014/main" id="{19930BBE-9F59-46B1-BE99-EF9CBF125EA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4" y="3723"/>
              <a:ext cx="63" cy="56"/>
            </a:xfrm>
            <a:custGeom>
              <a:avLst/>
              <a:gdLst>
                <a:gd name="T0" fmla="*/ 0 w 39"/>
                <a:gd name="T1" fmla="*/ 42 h 35"/>
                <a:gd name="T2" fmla="*/ 84 w 39"/>
                <a:gd name="T3" fmla="*/ 0 h 35"/>
                <a:gd name="T4" fmla="*/ 94 w 39"/>
                <a:gd name="T5" fmla="*/ 82 h 35"/>
                <a:gd name="T6" fmla="*/ 165 w 39"/>
                <a:gd name="T7" fmla="*/ 144 h 35"/>
                <a:gd name="T8" fmla="*/ 89 w 39"/>
                <a:gd name="T9" fmla="*/ 107 h 35"/>
                <a:gd name="T10" fmla="*/ 13 w 39"/>
                <a:gd name="T11" fmla="*/ 54 h 3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9" h="35">
                  <a:moveTo>
                    <a:pt x="0" y="10"/>
                  </a:moveTo>
                  <a:cubicBezTo>
                    <a:pt x="3" y="5"/>
                    <a:pt x="14" y="2"/>
                    <a:pt x="20" y="0"/>
                  </a:cubicBezTo>
                  <a:cubicBezTo>
                    <a:pt x="22" y="10"/>
                    <a:pt x="14" y="11"/>
                    <a:pt x="22" y="20"/>
                  </a:cubicBezTo>
                  <a:cubicBezTo>
                    <a:pt x="27" y="25"/>
                    <a:pt x="33" y="33"/>
                    <a:pt x="39" y="35"/>
                  </a:cubicBezTo>
                  <a:cubicBezTo>
                    <a:pt x="31" y="34"/>
                    <a:pt x="27" y="30"/>
                    <a:pt x="21" y="26"/>
                  </a:cubicBezTo>
                  <a:cubicBezTo>
                    <a:pt x="15" y="22"/>
                    <a:pt x="7" y="18"/>
                    <a:pt x="3" y="13"/>
                  </a:cubicBezTo>
                </a:path>
              </a:pathLst>
            </a:custGeom>
            <a:solidFill>
              <a:srgbClr val="4F7A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8659" name="Freeform 161">
              <a:extLst>
                <a:ext uri="{FF2B5EF4-FFF2-40B4-BE49-F238E27FC236}">
                  <a16:creationId xmlns:a16="http://schemas.microsoft.com/office/drawing/2014/main" id="{B3DF5064-44CF-4447-A259-2EB347CA35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1" y="3723"/>
              <a:ext cx="39" cy="85"/>
            </a:xfrm>
            <a:custGeom>
              <a:avLst/>
              <a:gdLst>
                <a:gd name="T0" fmla="*/ 8 w 24"/>
                <a:gd name="T1" fmla="*/ 13 h 53"/>
                <a:gd name="T2" fmla="*/ 81 w 24"/>
                <a:gd name="T3" fmla="*/ 0 h 53"/>
                <a:gd name="T4" fmla="*/ 55 w 24"/>
                <a:gd name="T5" fmla="*/ 111 h 53"/>
                <a:gd name="T6" fmla="*/ 102 w 24"/>
                <a:gd name="T7" fmla="*/ 218 h 53"/>
                <a:gd name="T8" fmla="*/ 39 w 24"/>
                <a:gd name="T9" fmla="*/ 183 h 53"/>
                <a:gd name="T10" fmla="*/ 5 w 24"/>
                <a:gd name="T11" fmla="*/ 35 h 5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53">
                  <a:moveTo>
                    <a:pt x="2" y="3"/>
                  </a:moveTo>
                  <a:cubicBezTo>
                    <a:pt x="5" y="0"/>
                    <a:pt x="14" y="3"/>
                    <a:pt x="19" y="0"/>
                  </a:cubicBezTo>
                  <a:cubicBezTo>
                    <a:pt x="19" y="10"/>
                    <a:pt x="12" y="17"/>
                    <a:pt x="13" y="27"/>
                  </a:cubicBezTo>
                  <a:cubicBezTo>
                    <a:pt x="14" y="38"/>
                    <a:pt x="20" y="44"/>
                    <a:pt x="24" y="53"/>
                  </a:cubicBezTo>
                  <a:cubicBezTo>
                    <a:pt x="19" y="51"/>
                    <a:pt x="13" y="48"/>
                    <a:pt x="9" y="44"/>
                  </a:cubicBezTo>
                  <a:cubicBezTo>
                    <a:pt x="0" y="35"/>
                    <a:pt x="1" y="22"/>
                    <a:pt x="1" y="9"/>
                  </a:cubicBezTo>
                </a:path>
              </a:pathLst>
            </a:custGeom>
            <a:solidFill>
              <a:srgbClr val="4F7A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8660" name="Freeform 162">
              <a:extLst>
                <a:ext uri="{FF2B5EF4-FFF2-40B4-BE49-F238E27FC236}">
                  <a16:creationId xmlns:a16="http://schemas.microsoft.com/office/drawing/2014/main" id="{24F40C60-6685-4200-B4A4-4F989374B3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9" y="1493"/>
              <a:ext cx="258" cy="369"/>
            </a:xfrm>
            <a:custGeom>
              <a:avLst/>
              <a:gdLst>
                <a:gd name="T0" fmla="*/ 184 w 160"/>
                <a:gd name="T1" fmla="*/ 143 h 229"/>
                <a:gd name="T2" fmla="*/ 221 w 160"/>
                <a:gd name="T3" fmla="*/ 276 h 229"/>
                <a:gd name="T4" fmla="*/ 264 w 160"/>
                <a:gd name="T5" fmla="*/ 398 h 229"/>
                <a:gd name="T6" fmla="*/ 411 w 160"/>
                <a:gd name="T7" fmla="*/ 649 h 229"/>
                <a:gd name="T8" fmla="*/ 540 w 160"/>
                <a:gd name="T9" fmla="*/ 833 h 229"/>
                <a:gd name="T10" fmla="*/ 671 w 160"/>
                <a:gd name="T11" fmla="*/ 959 h 229"/>
                <a:gd name="T12" fmla="*/ 356 w 160"/>
                <a:gd name="T13" fmla="*/ 685 h 229"/>
                <a:gd name="T14" fmla="*/ 276 w 160"/>
                <a:gd name="T15" fmla="*/ 532 h 229"/>
                <a:gd name="T16" fmla="*/ 200 w 160"/>
                <a:gd name="T17" fmla="*/ 424 h 229"/>
                <a:gd name="T18" fmla="*/ 50 w 160"/>
                <a:gd name="T19" fmla="*/ 918 h 229"/>
                <a:gd name="T20" fmla="*/ 34 w 160"/>
                <a:gd name="T21" fmla="*/ 403 h 229"/>
                <a:gd name="T22" fmla="*/ 84 w 160"/>
                <a:gd name="T23" fmla="*/ 177 h 229"/>
                <a:gd name="T24" fmla="*/ 164 w 160"/>
                <a:gd name="T25" fmla="*/ 68 h 22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60" h="229">
                  <a:moveTo>
                    <a:pt x="44" y="34"/>
                  </a:moveTo>
                  <a:cubicBezTo>
                    <a:pt x="55" y="35"/>
                    <a:pt x="52" y="57"/>
                    <a:pt x="53" y="66"/>
                  </a:cubicBezTo>
                  <a:cubicBezTo>
                    <a:pt x="55" y="75"/>
                    <a:pt x="58" y="86"/>
                    <a:pt x="63" y="95"/>
                  </a:cubicBezTo>
                  <a:cubicBezTo>
                    <a:pt x="75" y="115"/>
                    <a:pt x="87" y="134"/>
                    <a:pt x="98" y="155"/>
                  </a:cubicBezTo>
                  <a:cubicBezTo>
                    <a:pt x="106" y="171"/>
                    <a:pt x="119" y="185"/>
                    <a:pt x="129" y="199"/>
                  </a:cubicBezTo>
                  <a:cubicBezTo>
                    <a:pt x="137" y="211"/>
                    <a:pt x="146" y="224"/>
                    <a:pt x="160" y="229"/>
                  </a:cubicBezTo>
                  <a:cubicBezTo>
                    <a:pt x="127" y="220"/>
                    <a:pt x="101" y="193"/>
                    <a:pt x="85" y="164"/>
                  </a:cubicBezTo>
                  <a:cubicBezTo>
                    <a:pt x="78" y="151"/>
                    <a:pt x="72" y="140"/>
                    <a:pt x="66" y="127"/>
                  </a:cubicBezTo>
                  <a:cubicBezTo>
                    <a:pt x="62" y="118"/>
                    <a:pt x="57" y="106"/>
                    <a:pt x="48" y="101"/>
                  </a:cubicBezTo>
                  <a:cubicBezTo>
                    <a:pt x="9" y="76"/>
                    <a:pt x="6" y="200"/>
                    <a:pt x="12" y="220"/>
                  </a:cubicBezTo>
                  <a:cubicBezTo>
                    <a:pt x="2" y="183"/>
                    <a:pt x="0" y="133"/>
                    <a:pt x="8" y="96"/>
                  </a:cubicBezTo>
                  <a:cubicBezTo>
                    <a:pt x="12" y="78"/>
                    <a:pt x="13" y="59"/>
                    <a:pt x="20" y="42"/>
                  </a:cubicBezTo>
                  <a:cubicBezTo>
                    <a:pt x="22" y="36"/>
                    <a:pt x="29" y="0"/>
                    <a:pt x="39" y="16"/>
                  </a:cubicBezTo>
                </a:path>
              </a:pathLst>
            </a:custGeom>
            <a:solidFill>
              <a:srgbClr val="93C2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8661" name="Freeform 163">
              <a:extLst>
                <a:ext uri="{FF2B5EF4-FFF2-40B4-BE49-F238E27FC236}">
                  <a16:creationId xmlns:a16="http://schemas.microsoft.com/office/drawing/2014/main" id="{7E5C7EC2-CCA4-4C05-B34B-FF9925449FB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7" y="1428"/>
              <a:ext cx="34" cy="127"/>
            </a:xfrm>
            <a:custGeom>
              <a:avLst/>
              <a:gdLst>
                <a:gd name="T0" fmla="*/ 5 w 21"/>
                <a:gd name="T1" fmla="*/ 0 h 79"/>
                <a:gd name="T2" fmla="*/ 39 w 21"/>
                <a:gd name="T3" fmla="*/ 170 h 79"/>
                <a:gd name="T4" fmla="*/ 63 w 21"/>
                <a:gd name="T5" fmla="*/ 328 h 79"/>
                <a:gd name="T6" fmla="*/ 13 w 21"/>
                <a:gd name="T7" fmla="*/ 8 h 7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79">
                  <a:moveTo>
                    <a:pt x="1" y="0"/>
                  </a:moveTo>
                  <a:cubicBezTo>
                    <a:pt x="0" y="12"/>
                    <a:pt x="8" y="28"/>
                    <a:pt x="9" y="41"/>
                  </a:cubicBezTo>
                  <a:cubicBezTo>
                    <a:pt x="11" y="54"/>
                    <a:pt x="12" y="67"/>
                    <a:pt x="15" y="79"/>
                  </a:cubicBezTo>
                  <a:cubicBezTo>
                    <a:pt x="13" y="51"/>
                    <a:pt x="21" y="27"/>
                    <a:pt x="3" y="2"/>
                  </a:cubicBezTo>
                </a:path>
              </a:pathLst>
            </a:custGeom>
            <a:solidFill>
              <a:srgbClr val="93C2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8662" name="Freeform 164">
              <a:extLst>
                <a:ext uri="{FF2B5EF4-FFF2-40B4-BE49-F238E27FC236}">
                  <a16:creationId xmlns:a16="http://schemas.microsoft.com/office/drawing/2014/main" id="{15906EB6-D9AB-4164-A29F-3114D453731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4" y="1367"/>
              <a:ext cx="62" cy="148"/>
            </a:xfrm>
            <a:custGeom>
              <a:avLst/>
              <a:gdLst>
                <a:gd name="T0" fmla="*/ 0 w 38"/>
                <a:gd name="T1" fmla="*/ 13 h 92"/>
                <a:gd name="T2" fmla="*/ 104 w 38"/>
                <a:gd name="T3" fmla="*/ 187 h 92"/>
                <a:gd name="T4" fmla="*/ 165 w 38"/>
                <a:gd name="T5" fmla="*/ 383 h 92"/>
                <a:gd name="T6" fmla="*/ 77 w 38"/>
                <a:gd name="T7" fmla="*/ 233 h 92"/>
                <a:gd name="T8" fmla="*/ 18 w 38"/>
                <a:gd name="T9" fmla="*/ 0 h 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92">
                  <a:moveTo>
                    <a:pt x="0" y="3"/>
                  </a:moveTo>
                  <a:cubicBezTo>
                    <a:pt x="1" y="19"/>
                    <a:pt x="18" y="32"/>
                    <a:pt x="24" y="45"/>
                  </a:cubicBezTo>
                  <a:cubicBezTo>
                    <a:pt x="31" y="59"/>
                    <a:pt x="37" y="76"/>
                    <a:pt x="38" y="92"/>
                  </a:cubicBezTo>
                  <a:cubicBezTo>
                    <a:pt x="36" y="80"/>
                    <a:pt x="25" y="66"/>
                    <a:pt x="18" y="56"/>
                  </a:cubicBezTo>
                  <a:cubicBezTo>
                    <a:pt x="5" y="38"/>
                    <a:pt x="11" y="20"/>
                    <a:pt x="4" y="0"/>
                  </a:cubicBezTo>
                </a:path>
              </a:pathLst>
            </a:custGeom>
            <a:solidFill>
              <a:srgbClr val="93C2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8663" name="Freeform 165">
              <a:extLst>
                <a:ext uri="{FF2B5EF4-FFF2-40B4-BE49-F238E27FC236}">
                  <a16:creationId xmlns:a16="http://schemas.microsoft.com/office/drawing/2014/main" id="{61C151AF-9CC2-4996-8BFE-CF3A295C49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9" y="2051"/>
              <a:ext cx="40" cy="91"/>
            </a:xfrm>
            <a:custGeom>
              <a:avLst/>
              <a:gdLst>
                <a:gd name="T0" fmla="*/ 82 w 25"/>
                <a:gd name="T1" fmla="*/ 0 h 57"/>
                <a:gd name="T2" fmla="*/ 34 w 25"/>
                <a:gd name="T3" fmla="*/ 117 h 57"/>
                <a:gd name="T4" fmla="*/ 0 w 25"/>
                <a:gd name="T5" fmla="*/ 231 h 57"/>
                <a:gd name="T6" fmla="*/ 102 w 25"/>
                <a:gd name="T7" fmla="*/ 136 h 57"/>
                <a:gd name="T8" fmla="*/ 90 w 25"/>
                <a:gd name="T9" fmla="*/ 16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57">
                  <a:moveTo>
                    <a:pt x="20" y="0"/>
                  </a:moveTo>
                  <a:cubicBezTo>
                    <a:pt x="19" y="9"/>
                    <a:pt x="11" y="21"/>
                    <a:pt x="8" y="29"/>
                  </a:cubicBezTo>
                  <a:cubicBezTo>
                    <a:pt x="5" y="37"/>
                    <a:pt x="0" y="49"/>
                    <a:pt x="0" y="57"/>
                  </a:cubicBezTo>
                  <a:cubicBezTo>
                    <a:pt x="6" y="49"/>
                    <a:pt x="11" y="22"/>
                    <a:pt x="25" y="33"/>
                  </a:cubicBezTo>
                  <a:cubicBezTo>
                    <a:pt x="22" y="24"/>
                    <a:pt x="22" y="14"/>
                    <a:pt x="22" y="4"/>
                  </a:cubicBezTo>
                </a:path>
              </a:pathLst>
            </a:custGeom>
            <a:solidFill>
              <a:srgbClr val="93C2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8664" name="Freeform 166">
              <a:extLst>
                <a:ext uri="{FF2B5EF4-FFF2-40B4-BE49-F238E27FC236}">
                  <a16:creationId xmlns:a16="http://schemas.microsoft.com/office/drawing/2014/main" id="{F195B3D6-ACEF-4396-A93E-71931898E8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4" y="1949"/>
              <a:ext cx="44" cy="197"/>
            </a:xfrm>
            <a:custGeom>
              <a:avLst/>
              <a:gdLst>
                <a:gd name="T0" fmla="*/ 60 w 27"/>
                <a:gd name="T1" fmla="*/ 0 h 122"/>
                <a:gd name="T2" fmla="*/ 8 w 27"/>
                <a:gd name="T3" fmla="*/ 224 h 122"/>
                <a:gd name="T4" fmla="*/ 34 w 27"/>
                <a:gd name="T5" fmla="*/ 328 h 122"/>
                <a:gd name="T6" fmla="*/ 60 w 27"/>
                <a:gd name="T7" fmla="*/ 513 h 122"/>
                <a:gd name="T8" fmla="*/ 75 w 27"/>
                <a:gd name="T9" fmla="*/ 321 h 122"/>
                <a:gd name="T10" fmla="*/ 117 w 27"/>
                <a:gd name="T11" fmla="*/ 192 h 122"/>
                <a:gd name="T12" fmla="*/ 77 w 27"/>
                <a:gd name="T13" fmla="*/ 42 h 122"/>
                <a:gd name="T14" fmla="*/ 68 w 27"/>
                <a:gd name="T15" fmla="*/ 39 h 12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7" h="122">
                  <a:moveTo>
                    <a:pt x="14" y="0"/>
                  </a:moveTo>
                  <a:cubicBezTo>
                    <a:pt x="14" y="18"/>
                    <a:pt x="7" y="34"/>
                    <a:pt x="2" y="53"/>
                  </a:cubicBezTo>
                  <a:cubicBezTo>
                    <a:pt x="0" y="61"/>
                    <a:pt x="7" y="69"/>
                    <a:pt x="8" y="78"/>
                  </a:cubicBezTo>
                  <a:cubicBezTo>
                    <a:pt x="11" y="93"/>
                    <a:pt x="10" y="107"/>
                    <a:pt x="14" y="122"/>
                  </a:cubicBezTo>
                  <a:cubicBezTo>
                    <a:pt x="13" y="107"/>
                    <a:pt x="13" y="91"/>
                    <a:pt x="17" y="76"/>
                  </a:cubicBezTo>
                  <a:cubicBezTo>
                    <a:pt x="19" y="65"/>
                    <a:pt x="26" y="57"/>
                    <a:pt x="27" y="46"/>
                  </a:cubicBezTo>
                  <a:cubicBezTo>
                    <a:pt x="27" y="33"/>
                    <a:pt x="19" y="22"/>
                    <a:pt x="18" y="10"/>
                  </a:cubicBezTo>
                  <a:cubicBezTo>
                    <a:pt x="17" y="10"/>
                    <a:pt x="17" y="9"/>
                    <a:pt x="16" y="9"/>
                  </a:cubicBezTo>
                </a:path>
              </a:pathLst>
            </a:custGeom>
            <a:solidFill>
              <a:srgbClr val="93C2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8665" name="Freeform 167">
              <a:extLst>
                <a:ext uri="{FF2B5EF4-FFF2-40B4-BE49-F238E27FC236}">
                  <a16:creationId xmlns:a16="http://schemas.microsoft.com/office/drawing/2014/main" id="{8397F5D4-4588-4F64-A070-C4837B28644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2" y="1841"/>
              <a:ext cx="184" cy="37"/>
            </a:xfrm>
            <a:custGeom>
              <a:avLst/>
              <a:gdLst>
                <a:gd name="T0" fmla="*/ 458 w 114"/>
                <a:gd name="T1" fmla="*/ 34 h 23"/>
                <a:gd name="T2" fmla="*/ 268 w 114"/>
                <a:gd name="T3" fmla="*/ 16 h 23"/>
                <a:gd name="T4" fmla="*/ 145 w 114"/>
                <a:gd name="T5" fmla="*/ 26 h 23"/>
                <a:gd name="T6" fmla="*/ 0 w 114"/>
                <a:gd name="T7" fmla="*/ 69 h 23"/>
                <a:gd name="T8" fmla="*/ 200 w 114"/>
                <a:gd name="T9" fmla="*/ 37 h 23"/>
                <a:gd name="T10" fmla="*/ 349 w 114"/>
                <a:gd name="T11" fmla="*/ 80 h 23"/>
                <a:gd name="T12" fmla="*/ 479 w 114"/>
                <a:gd name="T13" fmla="*/ 60 h 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4" h="23">
                  <a:moveTo>
                    <a:pt x="109" y="8"/>
                  </a:moveTo>
                  <a:cubicBezTo>
                    <a:pt x="105" y="22"/>
                    <a:pt x="71" y="7"/>
                    <a:pt x="64" y="4"/>
                  </a:cubicBezTo>
                  <a:cubicBezTo>
                    <a:pt x="53" y="0"/>
                    <a:pt x="46" y="1"/>
                    <a:pt x="35" y="6"/>
                  </a:cubicBezTo>
                  <a:cubicBezTo>
                    <a:pt x="27" y="11"/>
                    <a:pt x="10" y="22"/>
                    <a:pt x="0" y="17"/>
                  </a:cubicBezTo>
                  <a:cubicBezTo>
                    <a:pt x="16" y="23"/>
                    <a:pt x="32" y="11"/>
                    <a:pt x="48" y="9"/>
                  </a:cubicBezTo>
                  <a:cubicBezTo>
                    <a:pt x="60" y="8"/>
                    <a:pt x="71" y="16"/>
                    <a:pt x="83" y="19"/>
                  </a:cubicBezTo>
                  <a:cubicBezTo>
                    <a:pt x="89" y="20"/>
                    <a:pt x="112" y="23"/>
                    <a:pt x="114" y="14"/>
                  </a:cubicBezTo>
                </a:path>
              </a:pathLst>
            </a:custGeom>
            <a:solidFill>
              <a:srgbClr val="93C2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8666" name="Freeform 168">
              <a:extLst>
                <a:ext uri="{FF2B5EF4-FFF2-40B4-BE49-F238E27FC236}">
                  <a16:creationId xmlns:a16="http://schemas.microsoft.com/office/drawing/2014/main" id="{CD05BD6A-8B1D-4994-9A4F-6237126069C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3" y="1394"/>
              <a:ext cx="175" cy="144"/>
            </a:xfrm>
            <a:custGeom>
              <a:avLst/>
              <a:gdLst>
                <a:gd name="T0" fmla="*/ 460 w 108"/>
                <a:gd name="T1" fmla="*/ 123 h 89"/>
                <a:gd name="T2" fmla="*/ 253 w 108"/>
                <a:gd name="T3" fmla="*/ 0 h 89"/>
                <a:gd name="T4" fmla="*/ 191 w 108"/>
                <a:gd name="T5" fmla="*/ 89 h 89"/>
                <a:gd name="T6" fmla="*/ 165 w 108"/>
                <a:gd name="T7" fmla="*/ 131 h 89"/>
                <a:gd name="T8" fmla="*/ 139 w 108"/>
                <a:gd name="T9" fmla="*/ 173 h 89"/>
                <a:gd name="T10" fmla="*/ 107 w 108"/>
                <a:gd name="T11" fmla="*/ 207 h 89"/>
                <a:gd name="T12" fmla="*/ 89 w 108"/>
                <a:gd name="T13" fmla="*/ 262 h 89"/>
                <a:gd name="T14" fmla="*/ 0 w 108"/>
                <a:gd name="T15" fmla="*/ 377 h 89"/>
                <a:gd name="T16" fmla="*/ 131 w 108"/>
                <a:gd name="T17" fmla="*/ 233 h 89"/>
                <a:gd name="T18" fmla="*/ 165 w 108"/>
                <a:gd name="T19" fmla="*/ 178 h 89"/>
                <a:gd name="T20" fmla="*/ 220 w 108"/>
                <a:gd name="T21" fmla="*/ 128 h 89"/>
                <a:gd name="T22" fmla="*/ 309 w 108"/>
                <a:gd name="T23" fmla="*/ 60 h 89"/>
                <a:gd name="T24" fmla="*/ 356 w 108"/>
                <a:gd name="T25" fmla="*/ 63 h 89"/>
                <a:gd name="T26" fmla="*/ 452 w 108"/>
                <a:gd name="T27" fmla="*/ 110 h 89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08" h="89">
                  <a:moveTo>
                    <a:pt x="108" y="29"/>
                  </a:moveTo>
                  <a:cubicBezTo>
                    <a:pt x="104" y="14"/>
                    <a:pt x="72" y="1"/>
                    <a:pt x="59" y="0"/>
                  </a:cubicBezTo>
                  <a:cubicBezTo>
                    <a:pt x="57" y="9"/>
                    <a:pt x="48" y="14"/>
                    <a:pt x="45" y="21"/>
                  </a:cubicBezTo>
                  <a:cubicBezTo>
                    <a:pt x="42" y="25"/>
                    <a:pt x="42" y="28"/>
                    <a:pt x="39" y="31"/>
                  </a:cubicBezTo>
                  <a:cubicBezTo>
                    <a:pt x="36" y="35"/>
                    <a:pt x="35" y="36"/>
                    <a:pt x="33" y="41"/>
                  </a:cubicBezTo>
                  <a:cubicBezTo>
                    <a:pt x="31" y="45"/>
                    <a:pt x="28" y="45"/>
                    <a:pt x="25" y="49"/>
                  </a:cubicBezTo>
                  <a:cubicBezTo>
                    <a:pt x="22" y="52"/>
                    <a:pt x="23" y="58"/>
                    <a:pt x="21" y="62"/>
                  </a:cubicBezTo>
                  <a:cubicBezTo>
                    <a:pt x="16" y="73"/>
                    <a:pt x="8" y="80"/>
                    <a:pt x="0" y="89"/>
                  </a:cubicBezTo>
                  <a:cubicBezTo>
                    <a:pt x="13" y="79"/>
                    <a:pt x="22" y="68"/>
                    <a:pt x="31" y="55"/>
                  </a:cubicBezTo>
                  <a:cubicBezTo>
                    <a:pt x="34" y="51"/>
                    <a:pt x="36" y="46"/>
                    <a:pt x="39" y="42"/>
                  </a:cubicBezTo>
                  <a:cubicBezTo>
                    <a:pt x="44" y="38"/>
                    <a:pt x="49" y="35"/>
                    <a:pt x="52" y="30"/>
                  </a:cubicBezTo>
                  <a:cubicBezTo>
                    <a:pt x="59" y="21"/>
                    <a:pt x="62" y="16"/>
                    <a:pt x="73" y="14"/>
                  </a:cubicBezTo>
                  <a:cubicBezTo>
                    <a:pt x="79" y="13"/>
                    <a:pt x="79" y="12"/>
                    <a:pt x="84" y="15"/>
                  </a:cubicBezTo>
                  <a:cubicBezTo>
                    <a:pt x="91" y="18"/>
                    <a:pt x="101" y="22"/>
                    <a:pt x="106" y="26"/>
                  </a:cubicBezTo>
                </a:path>
              </a:pathLst>
            </a:custGeom>
            <a:solidFill>
              <a:srgbClr val="BCDB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8667" name="Freeform 169">
              <a:extLst>
                <a:ext uri="{FF2B5EF4-FFF2-40B4-BE49-F238E27FC236}">
                  <a16:creationId xmlns:a16="http://schemas.microsoft.com/office/drawing/2014/main" id="{3B599991-A860-4B25-8038-21DCAE40A8F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8" y="1633"/>
              <a:ext cx="58" cy="42"/>
            </a:xfrm>
            <a:custGeom>
              <a:avLst/>
              <a:gdLst>
                <a:gd name="T0" fmla="*/ 114 w 36"/>
                <a:gd name="T1" fmla="*/ 21 h 26"/>
                <a:gd name="T2" fmla="*/ 60 w 36"/>
                <a:gd name="T3" fmla="*/ 68 h 26"/>
                <a:gd name="T4" fmla="*/ 0 w 36"/>
                <a:gd name="T5" fmla="*/ 110 h 26"/>
                <a:gd name="T6" fmla="*/ 97 w 36"/>
                <a:gd name="T7" fmla="*/ 60 h 26"/>
                <a:gd name="T8" fmla="*/ 150 w 36"/>
                <a:gd name="T9" fmla="*/ 0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26">
                  <a:moveTo>
                    <a:pt x="27" y="5"/>
                  </a:moveTo>
                  <a:cubicBezTo>
                    <a:pt x="18" y="5"/>
                    <a:pt x="19" y="11"/>
                    <a:pt x="14" y="16"/>
                  </a:cubicBezTo>
                  <a:cubicBezTo>
                    <a:pt x="10" y="20"/>
                    <a:pt x="3" y="23"/>
                    <a:pt x="0" y="26"/>
                  </a:cubicBezTo>
                  <a:cubicBezTo>
                    <a:pt x="7" y="21"/>
                    <a:pt x="17" y="20"/>
                    <a:pt x="23" y="14"/>
                  </a:cubicBezTo>
                  <a:cubicBezTo>
                    <a:pt x="26" y="11"/>
                    <a:pt x="34" y="4"/>
                    <a:pt x="36" y="0"/>
                  </a:cubicBezTo>
                </a:path>
              </a:pathLst>
            </a:custGeom>
            <a:solidFill>
              <a:srgbClr val="BCDB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8668" name="Freeform 170">
              <a:extLst>
                <a:ext uri="{FF2B5EF4-FFF2-40B4-BE49-F238E27FC236}">
                  <a16:creationId xmlns:a16="http://schemas.microsoft.com/office/drawing/2014/main" id="{027938DB-A35C-4B6C-AAB2-99588172CE2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7" y="1496"/>
              <a:ext cx="20" cy="98"/>
            </a:xfrm>
            <a:custGeom>
              <a:avLst/>
              <a:gdLst>
                <a:gd name="T0" fmla="*/ 0 w 12"/>
                <a:gd name="T1" fmla="*/ 0 h 61"/>
                <a:gd name="T2" fmla="*/ 28 w 12"/>
                <a:gd name="T3" fmla="*/ 69 h 61"/>
                <a:gd name="T4" fmla="*/ 33 w 12"/>
                <a:gd name="T5" fmla="*/ 129 h 61"/>
                <a:gd name="T6" fmla="*/ 37 w 12"/>
                <a:gd name="T7" fmla="*/ 191 h 61"/>
                <a:gd name="T8" fmla="*/ 50 w 12"/>
                <a:gd name="T9" fmla="*/ 252 h 61"/>
                <a:gd name="T10" fmla="*/ 20 w 12"/>
                <a:gd name="T11" fmla="*/ 141 h 61"/>
                <a:gd name="T12" fmla="*/ 5 w 12"/>
                <a:gd name="T13" fmla="*/ 16 h 6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61">
                  <a:moveTo>
                    <a:pt x="0" y="0"/>
                  </a:moveTo>
                  <a:cubicBezTo>
                    <a:pt x="5" y="5"/>
                    <a:pt x="6" y="10"/>
                    <a:pt x="6" y="17"/>
                  </a:cubicBezTo>
                  <a:cubicBezTo>
                    <a:pt x="5" y="23"/>
                    <a:pt x="6" y="26"/>
                    <a:pt x="7" y="31"/>
                  </a:cubicBezTo>
                  <a:cubicBezTo>
                    <a:pt x="8" y="36"/>
                    <a:pt x="7" y="41"/>
                    <a:pt x="8" y="46"/>
                  </a:cubicBezTo>
                  <a:cubicBezTo>
                    <a:pt x="8" y="51"/>
                    <a:pt x="12" y="56"/>
                    <a:pt x="11" y="61"/>
                  </a:cubicBezTo>
                  <a:cubicBezTo>
                    <a:pt x="8" y="52"/>
                    <a:pt x="4" y="44"/>
                    <a:pt x="4" y="34"/>
                  </a:cubicBezTo>
                  <a:cubicBezTo>
                    <a:pt x="3" y="27"/>
                    <a:pt x="9" y="7"/>
                    <a:pt x="1" y="4"/>
                  </a:cubicBezTo>
                </a:path>
              </a:pathLst>
            </a:custGeom>
            <a:solidFill>
              <a:srgbClr val="BCDB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8669" name="Freeform 171">
              <a:extLst>
                <a:ext uri="{FF2B5EF4-FFF2-40B4-BE49-F238E27FC236}">
                  <a16:creationId xmlns:a16="http://schemas.microsoft.com/office/drawing/2014/main" id="{CB096E1A-AB1C-494E-A56E-689FA4BCBEC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4" y="1296"/>
              <a:ext cx="188" cy="150"/>
            </a:xfrm>
            <a:custGeom>
              <a:avLst/>
              <a:gdLst>
                <a:gd name="T0" fmla="*/ 494 w 116"/>
                <a:gd name="T1" fmla="*/ 16 h 93"/>
                <a:gd name="T2" fmla="*/ 267 w 116"/>
                <a:gd name="T3" fmla="*/ 47 h 93"/>
                <a:gd name="T4" fmla="*/ 123 w 116"/>
                <a:gd name="T5" fmla="*/ 179 h 93"/>
                <a:gd name="T6" fmla="*/ 13 w 116"/>
                <a:gd name="T7" fmla="*/ 340 h 93"/>
                <a:gd name="T8" fmla="*/ 149 w 116"/>
                <a:gd name="T9" fmla="*/ 192 h 93"/>
                <a:gd name="T10" fmla="*/ 280 w 116"/>
                <a:gd name="T11" fmla="*/ 63 h 93"/>
                <a:gd name="T12" fmla="*/ 494 w 116"/>
                <a:gd name="T13" fmla="*/ 16 h 9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6" h="93">
                  <a:moveTo>
                    <a:pt x="116" y="4"/>
                  </a:moveTo>
                  <a:cubicBezTo>
                    <a:pt x="116" y="4"/>
                    <a:pt x="89" y="0"/>
                    <a:pt x="63" y="11"/>
                  </a:cubicBezTo>
                  <a:cubicBezTo>
                    <a:pt x="37" y="23"/>
                    <a:pt x="35" y="31"/>
                    <a:pt x="29" y="43"/>
                  </a:cubicBezTo>
                  <a:cubicBezTo>
                    <a:pt x="23" y="55"/>
                    <a:pt x="7" y="69"/>
                    <a:pt x="3" y="81"/>
                  </a:cubicBezTo>
                  <a:cubicBezTo>
                    <a:pt x="0" y="93"/>
                    <a:pt x="26" y="59"/>
                    <a:pt x="35" y="46"/>
                  </a:cubicBezTo>
                  <a:cubicBezTo>
                    <a:pt x="45" y="34"/>
                    <a:pt x="46" y="23"/>
                    <a:pt x="66" y="15"/>
                  </a:cubicBezTo>
                  <a:cubicBezTo>
                    <a:pt x="85" y="8"/>
                    <a:pt x="116" y="4"/>
                    <a:pt x="116" y="4"/>
                  </a:cubicBezTo>
                  <a:close/>
                </a:path>
              </a:pathLst>
            </a:custGeom>
            <a:solidFill>
              <a:srgbClr val="BCDB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8670" name="Freeform 172">
              <a:extLst>
                <a:ext uri="{FF2B5EF4-FFF2-40B4-BE49-F238E27FC236}">
                  <a16:creationId xmlns:a16="http://schemas.microsoft.com/office/drawing/2014/main" id="{CEBF1E9D-67D8-4C63-B1CB-5B51C716BE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9" y="2117"/>
              <a:ext cx="262" cy="29"/>
            </a:xfrm>
            <a:custGeom>
              <a:avLst/>
              <a:gdLst>
                <a:gd name="T0" fmla="*/ 5 w 162"/>
                <a:gd name="T1" fmla="*/ 29 h 18"/>
                <a:gd name="T2" fmla="*/ 160 w 162"/>
                <a:gd name="T3" fmla="*/ 68 h 18"/>
                <a:gd name="T4" fmla="*/ 272 w 162"/>
                <a:gd name="T5" fmla="*/ 71 h 18"/>
                <a:gd name="T6" fmla="*/ 377 w 162"/>
                <a:gd name="T7" fmla="*/ 60 h 18"/>
                <a:gd name="T8" fmla="*/ 563 w 162"/>
                <a:gd name="T9" fmla="*/ 63 h 18"/>
                <a:gd name="T10" fmla="*/ 686 w 162"/>
                <a:gd name="T11" fmla="*/ 71 h 18"/>
                <a:gd name="T12" fmla="*/ 309 w 162"/>
                <a:gd name="T13" fmla="*/ 39 h 18"/>
                <a:gd name="T14" fmla="*/ 144 w 162"/>
                <a:gd name="T15" fmla="*/ 26 h 18"/>
                <a:gd name="T16" fmla="*/ 0 w 162"/>
                <a:gd name="T17" fmla="*/ 13 h 1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62" h="18">
                  <a:moveTo>
                    <a:pt x="1" y="7"/>
                  </a:moveTo>
                  <a:cubicBezTo>
                    <a:pt x="13" y="15"/>
                    <a:pt x="24" y="16"/>
                    <a:pt x="38" y="16"/>
                  </a:cubicBezTo>
                  <a:cubicBezTo>
                    <a:pt x="47" y="16"/>
                    <a:pt x="56" y="18"/>
                    <a:pt x="64" y="17"/>
                  </a:cubicBezTo>
                  <a:cubicBezTo>
                    <a:pt x="72" y="17"/>
                    <a:pt x="80" y="14"/>
                    <a:pt x="89" y="14"/>
                  </a:cubicBezTo>
                  <a:cubicBezTo>
                    <a:pt x="104" y="13"/>
                    <a:pt x="118" y="13"/>
                    <a:pt x="133" y="15"/>
                  </a:cubicBezTo>
                  <a:cubicBezTo>
                    <a:pt x="142" y="16"/>
                    <a:pt x="153" y="18"/>
                    <a:pt x="162" y="17"/>
                  </a:cubicBezTo>
                  <a:cubicBezTo>
                    <a:pt x="137" y="0"/>
                    <a:pt x="101" y="11"/>
                    <a:pt x="73" y="9"/>
                  </a:cubicBezTo>
                  <a:cubicBezTo>
                    <a:pt x="60" y="8"/>
                    <a:pt x="47" y="6"/>
                    <a:pt x="34" y="6"/>
                  </a:cubicBezTo>
                  <a:cubicBezTo>
                    <a:pt x="23" y="6"/>
                    <a:pt x="11" y="6"/>
                    <a:pt x="0" y="3"/>
                  </a:cubicBezTo>
                </a:path>
              </a:pathLst>
            </a:custGeom>
            <a:solidFill>
              <a:srgbClr val="BCDB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8671" name="Freeform 173">
              <a:extLst>
                <a:ext uri="{FF2B5EF4-FFF2-40B4-BE49-F238E27FC236}">
                  <a16:creationId xmlns:a16="http://schemas.microsoft.com/office/drawing/2014/main" id="{59A6FB0E-5CA3-4328-A177-4E93A8538BB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0" y="1699"/>
              <a:ext cx="42" cy="137"/>
            </a:xfrm>
            <a:custGeom>
              <a:avLst/>
              <a:gdLst>
                <a:gd name="T0" fmla="*/ 50 w 26"/>
                <a:gd name="T1" fmla="*/ 0 h 85"/>
                <a:gd name="T2" fmla="*/ 81 w 26"/>
                <a:gd name="T3" fmla="*/ 97 h 85"/>
                <a:gd name="T4" fmla="*/ 89 w 26"/>
                <a:gd name="T5" fmla="*/ 179 h 85"/>
                <a:gd name="T6" fmla="*/ 0 w 26"/>
                <a:gd name="T7" fmla="*/ 356 h 85"/>
                <a:gd name="T8" fmla="*/ 42 w 26"/>
                <a:gd name="T9" fmla="*/ 21 h 8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85">
                  <a:moveTo>
                    <a:pt x="12" y="0"/>
                  </a:moveTo>
                  <a:cubicBezTo>
                    <a:pt x="13" y="7"/>
                    <a:pt x="18" y="15"/>
                    <a:pt x="19" y="23"/>
                  </a:cubicBezTo>
                  <a:cubicBezTo>
                    <a:pt x="21" y="29"/>
                    <a:pt x="21" y="36"/>
                    <a:pt x="21" y="43"/>
                  </a:cubicBezTo>
                  <a:cubicBezTo>
                    <a:pt x="19" y="56"/>
                    <a:pt x="12" y="77"/>
                    <a:pt x="0" y="85"/>
                  </a:cubicBezTo>
                  <a:cubicBezTo>
                    <a:pt x="9" y="63"/>
                    <a:pt x="26" y="28"/>
                    <a:pt x="10" y="5"/>
                  </a:cubicBezTo>
                </a:path>
              </a:pathLst>
            </a:custGeom>
            <a:solidFill>
              <a:srgbClr val="BCDB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8672" name="Freeform 174">
              <a:extLst>
                <a:ext uri="{FF2B5EF4-FFF2-40B4-BE49-F238E27FC236}">
                  <a16:creationId xmlns:a16="http://schemas.microsoft.com/office/drawing/2014/main" id="{85A63579-464C-4240-A799-DD9F831F0D7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0" y="2115"/>
              <a:ext cx="87" cy="215"/>
            </a:xfrm>
            <a:custGeom>
              <a:avLst/>
              <a:gdLst>
                <a:gd name="T0" fmla="*/ 0 w 54"/>
                <a:gd name="T1" fmla="*/ 0 h 133"/>
                <a:gd name="T2" fmla="*/ 71 w 54"/>
                <a:gd name="T3" fmla="*/ 199 h 133"/>
                <a:gd name="T4" fmla="*/ 124 w 54"/>
                <a:gd name="T5" fmla="*/ 296 h 133"/>
                <a:gd name="T6" fmla="*/ 166 w 54"/>
                <a:gd name="T7" fmla="*/ 440 h 133"/>
                <a:gd name="T8" fmla="*/ 226 w 54"/>
                <a:gd name="T9" fmla="*/ 563 h 133"/>
                <a:gd name="T10" fmla="*/ 177 w 54"/>
                <a:gd name="T11" fmla="*/ 514 h 133"/>
                <a:gd name="T12" fmla="*/ 137 w 54"/>
                <a:gd name="T13" fmla="*/ 480 h 133"/>
                <a:gd name="T14" fmla="*/ 102 w 54"/>
                <a:gd name="T15" fmla="*/ 304 h 133"/>
                <a:gd name="T16" fmla="*/ 34 w 54"/>
                <a:gd name="T17" fmla="*/ 84 h 13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4" h="133">
                  <a:moveTo>
                    <a:pt x="0" y="0"/>
                  </a:moveTo>
                  <a:cubicBezTo>
                    <a:pt x="9" y="14"/>
                    <a:pt x="9" y="33"/>
                    <a:pt x="17" y="47"/>
                  </a:cubicBezTo>
                  <a:cubicBezTo>
                    <a:pt x="21" y="55"/>
                    <a:pt x="28" y="61"/>
                    <a:pt x="30" y="70"/>
                  </a:cubicBezTo>
                  <a:cubicBezTo>
                    <a:pt x="34" y="81"/>
                    <a:pt x="35" y="93"/>
                    <a:pt x="40" y="104"/>
                  </a:cubicBezTo>
                  <a:cubicBezTo>
                    <a:pt x="44" y="114"/>
                    <a:pt x="51" y="123"/>
                    <a:pt x="54" y="133"/>
                  </a:cubicBezTo>
                  <a:cubicBezTo>
                    <a:pt x="51" y="131"/>
                    <a:pt x="45" y="126"/>
                    <a:pt x="42" y="122"/>
                  </a:cubicBezTo>
                  <a:cubicBezTo>
                    <a:pt x="39" y="119"/>
                    <a:pt x="40" y="113"/>
                    <a:pt x="33" y="114"/>
                  </a:cubicBezTo>
                  <a:cubicBezTo>
                    <a:pt x="30" y="100"/>
                    <a:pt x="29" y="85"/>
                    <a:pt x="24" y="72"/>
                  </a:cubicBezTo>
                  <a:cubicBezTo>
                    <a:pt x="17" y="54"/>
                    <a:pt x="7" y="39"/>
                    <a:pt x="8" y="20"/>
                  </a:cubicBezTo>
                </a:path>
              </a:pathLst>
            </a:custGeom>
            <a:solidFill>
              <a:srgbClr val="BCDB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8673" name="Freeform 175">
              <a:extLst>
                <a:ext uri="{FF2B5EF4-FFF2-40B4-BE49-F238E27FC236}">
                  <a16:creationId xmlns:a16="http://schemas.microsoft.com/office/drawing/2014/main" id="{D72887B3-2885-4362-9461-C53CF5CB1F5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8" y="1118"/>
              <a:ext cx="11" cy="15"/>
            </a:xfrm>
            <a:custGeom>
              <a:avLst/>
              <a:gdLst>
                <a:gd name="T0" fmla="*/ 0 w 7"/>
                <a:gd name="T1" fmla="*/ 8 h 9"/>
                <a:gd name="T2" fmla="*/ 14 w 7"/>
                <a:gd name="T3" fmla="*/ 20 h 9"/>
                <a:gd name="T4" fmla="*/ 22 w 7"/>
                <a:gd name="T5" fmla="*/ 33 h 9"/>
                <a:gd name="T6" fmla="*/ 8 w 7"/>
                <a:gd name="T7" fmla="*/ 33 h 9"/>
                <a:gd name="T8" fmla="*/ 0 w 7"/>
                <a:gd name="T9" fmla="*/ 13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9">
                  <a:moveTo>
                    <a:pt x="0" y="2"/>
                  </a:moveTo>
                  <a:cubicBezTo>
                    <a:pt x="2" y="0"/>
                    <a:pt x="2" y="3"/>
                    <a:pt x="4" y="4"/>
                  </a:cubicBezTo>
                  <a:cubicBezTo>
                    <a:pt x="4" y="5"/>
                    <a:pt x="7" y="6"/>
                    <a:pt x="6" y="7"/>
                  </a:cubicBezTo>
                  <a:cubicBezTo>
                    <a:pt x="6" y="9"/>
                    <a:pt x="3" y="8"/>
                    <a:pt x="2" y="7"/>
                  </a:cubicBezTo>
                  <a:cubicBezTo>
                    <a:pt x="1" y="6"/>
                    <a:pt x="0" y="4"/>
                    <a:pt x="0" y="3"/>
                  </a:cubicBezTo>
                </a:path>
              </a:pathLst>
            </a:custGeom>
            <a:solidFill>
              <a:srgbClr val="5F5F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8674" name="Freeform 176">
              <a:extLst>
                <a:ext uri="{FF2B5EF4-FFF2-40B4-BE49-F238E27FC236}">
                  <a16:creationId xmlns:a16="http://schemas.microsoft.com/office/drawing/2014/main" id="{C259DBBB-565B-4508-8D49-023F2736C58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3" y="1149"/>
              <a:ext cx="7" cy="13"/>
            </a:xfrm>
            <a:custGeom>
              <a:avLst/>
              <a:gdLst>
                <a:gd name="T0" fmla="*/ 16 w 4"/>
                <a:gd name="T1" fmla="*/ 5 h 8"/>
                <a:gd name="T2" fmla="*/ 16 w 4"/>
                <a:gd name="T3" fmla="*/ 21 h 8"/>
                <a:gd name="T4" fmla="*/ 16 w 4"/>
                <a:gd name="T5" fmla="*/ 29 h 8"/>
                <a:gd name="T6" fmla="*/ 16 w 4"/>
                <a:gd name="T7" fmla="*/ 0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8">
                  <a:moveTo>
                    <a:pt x="3" y="1"/>
                  </a:moveTo>
                  <a:cubicBezTo>
                    <a:pt x="2" y="2"/>
                    <a:pt x="2" y="3"/>
                    <a:pt x="3" y="5"/>
                  </a:cubicBezTo>
                  <a:cubicBezTo>
                    <a:pt x="3" y="5"/>
                    <a:pt x="4" y="6"/>
                    <a:pt x="3" y="7"/>
                  </a:cubicBezTo>
                  <a:cubicBezTo>
                    <a:pt x="1" y="8"/>
                    <a:pt x="0" y="0"/>
                    <a:pt x="3" y="0"/>
                  </a:cubicBezTo>
                </a:path>
              </a:pathLst>
            </a:custGeom>
            <a:solidFill>
              <a:srgbClr val="5F5F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8675" name="Freeform 177">
              <a:extLst>
                <a:ext uri="{FF2B5EF4-FFF2-40B4-BE49-F238E27FC236}">
                  <a16:creationId xmlns:a16="http://schemas.microsoft.com/office/drawing/2014/main" id="{F0743208-9300-4479-AE14-7D63B6157C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3" y="1102"/>
              <a:ext cx="35" cy="31"/>
            </a:xfrm>
            <a:custGeom>
              <a:avLst/>
              <a:gdLst>
                <a:gd name="T0" fmla="*/ 0 w 22"/>
                <a:gd name="T1" fmla="*/ 0 h 19"/>
                <a:gd name="T2" fmla="*/ 33 w 22"/>
                <a:gd name="T3" fmla="*/ 8 h 19"/>
                <a:gd name="T4" fmla="*/ 60 w 22"/>
                <a:gd name="T5" fmla="*/ 26 h 19"/>
                <a:gd name="T6" fmla="*/ 84 w 22"/>
                <a:gd name="T7" fmla="*/ 83 h 19"/>
                <a:gd name="T8" fmla="*/ 68 w 22"/>
                <a:gd name="T9" fmla="*/ 21 h 19"/>
                <a:gd name="T10" fmla="*/ 8 w 22"/>
                <a:gd name="T11" fmla="*/ 0 h 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19">
                  <a:moveTo>
                    <a:pt x="0" y="0"/>
                  </a:moveTo>
                  <a:cubicBezTo>
                    <a:pt x="2" y="2"/>
                    <a:pt x="5" y="1"/>
                    <a:pt x="8" y="2"/>
                  </a:cubicBezTo>
                  <a:cubicBezTo>
                    <a:pt x="10" y="3"/>
                    <a:pt x="12" y="5"/>
                    <a:pt x="15" y="6"/>
                  </a:cubicBezTo>
                  <a:cubicBezTo>
                    <a:pt x="20" y="10"/>
                    <a:pt x="19" y="14"/>
                    <a:pt x="21" y="19"/>
                  </a:cubicBezTo>
                  <a:cubicBezTo>
                    <a:pt x="22" y="13"/>
                    <a:pt x="22" y="9"/>
                    <a:pt x="17" y="5"/>
                  </a:cubicBezTo>
                  <a:cubicBezTo>
                    <a:pt x="13" y="2"/>
                    <a:pt x="7" y="0"/>
                    <a:pt x="2" y="0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8676" name="Freeform 178">
              <a:extLst>
                <a:ext uri="{FF2B5EF4-FFF2-40B4-BE49-F238E27FC236}">
                  <a16:creationId xmlns:a16="http://schemas.microsoft.com/office/drawing/2014/main" id="{8E3A5C8E-F5F9-4036-9233-3DDB5F25B1F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0" y="1143"/>
              <a:ext cx="15" cy="11"/>
            </a:xfrm>
            <a:custGeom>
              <a:avLst/>
              <a:gdLst>
                <a:gd name="T0" fmla="*/ 42 w 9"/>
                <a:gd name="T1" fmla="*/ 0 h 7"/>
                <a:gd name="T2" fmla="*/ 8 w 9"/>
                <a:gd name="T3" fmla="*/ 5 h 7"/>
                <a:gd name="T4" fmla="*/ 42 w 9"/>
                <a:gd name="T5" fmla="*/ 5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7">
                  <a:moveTo>
                    <a:pt x="9" y="0"/>
                  </a:moveTo>
                  <a:cubicBezTo>
                    <a:pt x="7" y="3"/>
                    <a:pt x="5" y="3"/>
                    <a:pt x="2" y="1"/>
                  </a:cubicBezTo>
                  <a:cubicBezTo>
                    <a:pt x="0" y="5"/>
                    <a:pt x="8" y="7"/>
                    <a:pt x="9" y="1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8677" name="Freeform 179">
              <a:extLst>
                <a:ext uri="{FF2B5EF4-FFF2-40B4-BE49-F238E27FC236}">
                  <a16:creationId xmlns:a16="http://schemas.microsoft.com/office/drawing/2014/main" id="{FA80B9BF-0A3F-464F-B392-41A008A9301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4" y="938"/>
              <a:ext cx="202" cy="130"/>
            </a:xfrm>
            <a:custGeom>
              <a:avLst/>
              <a:gdLst>
                <a:gd name="T0" fmla="*/ 527 w 125"/>
                <a:gd name="T1" fmla="*/ 88 h 81"/>
                <a:gd name="T2" fmla="*/ 412 w 125"/>
                <a:gd name="T3" fmla="*/ 132 h 81"/>
                <a:gd name="T4" fmla="*/ 347 w 125"/>
                <a:gd name="T5" fmla="*/ 162 h 81"/>
                <a:gd name="T6" fmla="*/ 301 w 125"/>
                <a:gd name="T7" fmla="*/ 173 h 81"/>
                <a:gd name="T8" fmla="*/ 160 w 125"/>
                <a:gd name="T9" fmla="*/ 225 h 81"/>
                <a:gd name="T10" fmla="*/ 97 w 125"/>
                <a:gd name="T11" fmla="*/ 265 h 81"/>
                <a:gd name="T12" fmla="*/ 55 w 125"/>
                <a:gd name="T13" fmla="*/ 335 h 81"/>
                <a:gd name="T14" fmla="*/ 110 w 125"/>
                <a:gd name="T15" fmla="*/ 239 h 81"/>
                <a:gd name="T16" fmla="*/ 39 w 125"/>
                <a:gd name="T17" fmla="*/ 302 h 81"/>
                <a:gd name="T18" fmla="*/ 81 w 125"/>
                <a:gd name="T19" fmla="*/ 234 h 81"/>
                <a:gd name="T20" fmla="*/ 136 w 125"/>
                <a:gd name="T21" fmla="*/ 191 h 81"/>
                <a:gd name="T22" fmla="*/ 118 w 125"/>
                <a:gd name="T23" fmla="*/ 204 h 81"/>
                <a:gd name="T24" fmla="*/ 63 w 125"/>
                <a:gd name="T25" fmla="*/ 239 h 81"/>
                <a:gd name="T26" fmla="*/ 0 w 125"/>
                <a:gd name="T27" fmla="*/ 299 h 81"/>
                <a:gd name="T28" fmla="*/ 16 w 125"/>
                <a:gd name="T29" fmla="*/ 252 h 81"/>
                <a:gd name="T30" fmla="*/ 50 w 125"/>
                <a:gd name="T31" fmla="*/ 199 h 81"/>
                <a:gd name="T32" fmla="*/ 0 w 125"/>
                <a:gd name="T33" fmla="*/ 231 h 81"/>
                <a:gd name="T34" fmla="*/ 42 w 125"/>
                <a:gd name="T35" fmla="*/ 165 h 81"/>
                <a:gd name="T36" fmla="*/ 0 w 125"/>
                <a:gd name="T37" fmla="*/ 204 h 81"/>
                <a:gd name="T38" fmla="*/ 5 w 125"/>
                <a:gd name="T39" fmla="*/ 183 h 81"/>
                <a:gd name="T40" fmla="*/ 76 w 125"/>
                <a:gd name="T41" fmla="*/ 120 h 81"/>
                <a:gd name="T42" fmla="*/ 225 w 125"/>
                <a:gd name="T43" fmla="*/ 75 h 81"/>
                <a:gd name="T44" fmla="*/ 343 w 125"/>
                <a:gd name="T45" fmla="*/ 16 h 81"/>
                <a:gd name="T46" fmla="*/ 412 w 125"/>
                <a:gd name="T47" fmla="*/ 0 h 81"/>
                <a:gd name="T48" fmla="*/ 452 w 125"/>
                <a:gd name="T49" fmla="*/ 8 h 81"/>
                <a:gd name="T50" fmla="*/ 404 w 125"/>
                <a:gd name="T51" fmla="*/ 21 h 81"/>
                <a:gd name="T52" fmla="*/ 357 w 125"/>
                <a:gd name="T53" fmla="*/ 47 h 81"/>
                <a:gd name="T54" fmla="*/ 423 w 125"/>
                <a:gd name="T55" fmla="*/ 35 h 81"/>
                <a:gd name="T56" fmla="*/ 343 w 125"/>
                <a:gd name="T57" fmla="*/ 75 h 81"/>
                <a:gd name="T58" fmla="*/ 283 w 125"/>
                <a:gd name="T59" fmla="*/ 103 h 81"/>
                <a:gd name="T60" fmla="*/ 351 w 125"/>
                <a:gd name="T61" fmla="*/ 88 h 81"/>
                <a:gd name="T62" fmla="*/ 438 w 125"/>
                <a:gd name="T63" fmla="*/ 63 h 81"/>
                <a:gd name="T64" fmla="*/ 402 w 125"/>
                <a:gd name="T65" fmla="*/ 82 h 81"/>
                <a:gd name="T66" fmla="*/ 322 w 125"/>
                <a:gd name="T67" fmla="*/ 116 h 81"/>
                <a:gd name="T68" fmla="*/ 419 w 125"/>
                <a:gd name="T69" fmla="*/ 95 h 81"/>
                <a:gd name="T70" fmla="*/ 370 w 125"/>
                <a:gd name="T71" fmla="*/ 116 h 81"/>
                <a:gd name="T72" fmla="*/ 423 w 125"/>
                <a:gd name="T73" fmla="*/ 101 h 81"/>
                <a:gd name="T74" fmla="*/ 465 w 125"/>
                <a:gd name="T75" fmla="*/ 88 h 81"/>
                <a:gd name="T76" fmla="*/ 446 w 125"/>
                <a:gd name="T77" fmla="*/ 101 h 81"/>
                <a:gd name="T78" fmla="*/ 512 w 125"/>
                <a:gd name="T79" fmla="*/ 88 h 81"/>
                <a:gd name="T80" fmla="*/ 507 w 125"/>
                <a:gd name="T81" fmla="*/ 90 h 81"/>
                <a:gd name="T82" fmla="*/ 527 w 125"/>
                <a:gd name="T83" fmla="*/ 77 h 81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125" h="81">
                  <a:moveTo>
                    <a:pt x="125" y="21"/>
                  </a:moveTo>
                  <a:cubicBezTo>
                    <a:pt x="122" y="29"/>
                    <a:pt x="105" y="30"/>
                    <a:pt x="98" y="32"/>
                  </a:cubicBezTo>
                  <a:cubicBezTo>
                    <a:pt x="92" y="34"/>
                    <a:pt x="87" y="35"/>
                    <a:pt x="82" y="39"/>
                  </a:cubicBezTo>
                  <a:cubicBezTo>
                    <a:pt x="78" y="41"/>
                    <a:pt x="75" y="42"/>
                    <a:pt x="71" y="42"/>
                  </a:cubicBezTo>
                  <a:cubicBezTo>
                    <a:pt x="58" y="42"/>
                    <a:pt x="49" y="47"/>
                    <a:pt x="38" y="54"/>
                  </a:cubicBezTo>
                  <a:cubicBezTo>
                    <a:pt x="33" y="57"/>
                    <a:pt x="27" y="60"/>
                    <a:pt x="23" y="64"/>
                  </a:cubicBezTo>
                  <a:cubicBezTo>
                    <a:pt x="19" y="68"/>
                    <a:pt x="13" y="75"/>
                    <a:pt x="13" y="81"/>
                  </a:cubicBezTo>
                  <a:cubicBezTo>
                    <a:pt x="12" y="72"/>
                    <a:pt x="19" y="64"/>
                    <a:pt x="26" y="58"/>
                  </a:cubicBezTo>
                  <a:cubicBezTo>
                    <a:pt x="20" y="63"/>
                    <a:pt x="14" y="68"/>
                    <a:pt x="9" y="73"/>
                  </a:cubicBezTo>
                  <a:cubicBezTo>
                    <a:pt x="11" y="68"/>
                    <a:pt x="14" y="62"/>
                    <a:pt x="19" y="57"/>
                  </a:cubicBezTo>
                  <a:cubicBezTo>
                    <a:pt x="23" y="53"/>
                    <a:pt x="29" y="50"/>
                    <a:pt x="32" y="46"/>
                  </a:cubicBezTo>
                  <a:cubicBezTo>
                    <a:pt x="31" y="46"/>
                    <a:pt x="30" y="47"/>
                    <a:pt x="28" y="49"/>
                  </a:cubicBezTo>
                  <a:cubicBezTo>
                    <a:pt x="24" y="52"/>
                    <a:pt x="19" y="55"/>
                    <a:pt x="15" y="58"/>
                  </a:cubicBezTo>
                  <a:cubicBezTo>
                    <a:pt x="9" y="62"/>
                    <a:pt x="4" y="66"/>
                    <a:pt x="0" y="72"/>
                  </a:cubicBezTo>
                  <a:cubicBezTo>
                    <a:pt x="0" y="69"/>
                    <a:pt x="2" y="64"/>
                    <a:pt x="4" y="61"/>
                  </a:cubicBezTo>
                  <a:cubicBezTo>
                    <a:pt x="6" y="56"/>
                    <a:pt x="11" y="53"/>
                    <a:pt x="12" y="48"/>
                  </a:cubicBezTo>
                  <a:cubicBezTo>
                    <a:pt x="7" y="48"/>
                    <a:pt x="4" y="53"/>
                    <a:pt x="0" y="56"/>
                  </a:cubicBezTo>
                  <a:cubicBezTo>
                    <a:pt x="3" y="50"/>
                    <a:pt x="10" y="47"/>
                    <a:pt x="10" y="40"/>
                  </a:cubicBezTo>
                  <a:cubicBezTo>
                    <a:pt x="6" y="41"/>
                    <a:pt x="2" y="46"/>
                    <a:pt x="0" y="49"/>
                  </a:cubicBezTo>
                  <a:cubicBezTo>
                    <a:pt x="1" y="48"/>
                    <a:pt x="0" y="46"/>
                    <a:pt x="1" y="44"/>
                  </a:cubicBezTo>
                  <a:cubicBezTo>
                    <a:pt x="5" y="38"/>
                    <a:pt x="12" y="32"/>
                    <a:pt x="18" y="29"/>
                  </a:cubicBezTo>
                  <a:cubicBezTo>
                    <a:pt x="28" y="24"/>
                    <a:pt x="41" y="22"/>
                    <a:pt x="53" y="18"/>
                  </a:cubicBezTo>
                  <a:cubicBezTo>
                    <a:pt x="63" y="15"/>
                    <a:pt x="71" y="7"/>
                    <a:pt x="81" y="4"/>
                  </a:cubicBezTo>
                  <a:cubicBezTo>
                    <a:pt x="87" y="2"/>
                    <a:pt x="92" y="0"/>
                    <a:pt x="98" y="0"/>
                  </a:cubicBezTo>
                  <a:cubicBezTo>
                    <a:pt x="101" y="0"/>
                    <a:pt x="104" y="1"/>
                    <a:pt x="107" y="2"/>
                  </a:cubicBezTo>
                  <a:cubicBezTo>
                    <a:pt x="103" y="2"/>
                    <a:pt x="99" y="3"/>
                    <a:pt x="96" y="5"/>
                  </a:cubicBezTo>
                  <a:cubicBezTo>
                    <a:pt x="92" y="7"/>
                    <a:pt x="89" y="10"/>
                    <a:pt x="85" y="11"/>
                  </a:cubicBezTo>
                  <a:cubicBezTo>
                    <a:pt x="90" y="10"/>
                    <a:pt x="95" y="9"/>
                    <a:pt x="100" y="9"/>
                  </a:cubicBezTo>
                  <a:cubicBezTo>
                    <a:pt x="94" y="13"/>
                    <a:pt x="87" y="14"/>
                    <a:pt x="81" y="18"/>
                  </a:cubicBezTo>
                  <a:cubicBezTo>
                    <a:pt x="77" y="20"/>
                    <a:pt x="72" y="25"/>
                    <a:pt x="67" y="25"/>
                  </a:cubicBezTo>
                  <a:cubicBezTo>
                    <a:pt x="73" y="26"/>
                    <a:pt x="78" y="22"/>
                    <a:pt x="83" y="21"/>
                  </a:cubicBezTo>
                  <a:cubicBezTo>
                    <a:pt x="90" y="20"/>
                    <a:pt x="97" y="18"/>
                    <a:pt x="104" y="15"/>
                  </a:cubicBezTo>
                  <a:cubicBezTo>
                    <a:pt x="101" y="17"/>
                    <a:pt x="98" y="19"/>
                    <a:pt x="95" y="20"/>
                  </a:cubicBezTo>
                  <a:cubicBezTo>
                    <a:pt x="89" y="23"/>
                    <a:pt x="82" y="26"/>
                    <a:pt x="76" y="28"/>
                  </a:cubicBezTo>
                  <a:cubicBezTo>
                    <a:pt x="83" y="26"/>
                    <a:pt x="91" y="25"/>
                    <a:pt x="99" y="23"/>
                  </a:cubicBezTo>
                  <a:cubicBezTo>
                    <a:pt x="97" y="26"/>
                    <a:pt x="91" y="26"/>
                    <a:pt x="88" y="28"/>
                  </a:cubicBezTo>
                  <a:cubicBezTo>
                    <a:pt x="92" y="28"/>
                    <a:pt x="96" y="25"/>
                    <a:pt x="100" y="24"/>
                  </a:cubicBezTo>
                  <a:cubicBezTo>
                    <a:pt x="103" y="23"/>
                    <a:pt x="107" y="22"/>
                    <a:pt x="110" y="21"/>
                  </a:cubicBezTo>
                  <a:cubicBezTo>
                    <a:pt x="109" y="22"/>
                    <a:pt x="107" y="23"/>
                    <a:pt x="106" y="24"/>
                  </a:cubicBezTo>
                  <a:cubicBezTo>
                    <a:pt x="111" y="24"/>
                    <a:pt x="116" y="20"/>
                    <a:pt x="121" y="21"/>
                  </a:cubicBezTo>
                  <a:cubicBezTo>
                    <a:pt x="121" y="21"/>
                    <a:pt x="120" y="21"/>
                    <a:pt x="120" y="22"/>
                  </a:cubicBezTo>
                  <a:cubicBezTo>
                    <a:pt x="122" y="22"/>
                    <a:pt x="124" y="20"/>
                    <a:pt x="125" y="19"/>
                  </a:cubicBezTo>
                </a:path>
              </a:pathLst>
            </a:custGeom>
            <a:solidFill>
              <a:srgbClr val="571E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8678" name="Freeform 180">
              <a:extLst>
                <a:ext uri="{FF2B5EF4-FFF2-40B4-BE49-F238E27FC236}">
                  <a16:creationId xmlns:a16="http://schemas.microsoft.com/office/drawing/2014/main" id="{E7DA2445-BB68-4952-93C8-497E043923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5" y="919"/>
              <a:ext cx="129" cy="67"/>
            </a:xfrm>
            <a:custGeom>
              <a:avLst/>
              <a:gdLst>
                <a:gd name="T0" fmla="*/ 335 w 80"/>
                <a:gd name="T1" fmla="*/ 26 h 42"/>
                <a:gd name="T2" fmla="*/ 252 w 80"/>
                <a:gd name="T3" fmla="*/ 48 h 42"/>
                <a:gd name="T4" fmla="*/ 169 w 80"/>
                <a:gd name="T5" fmla="*/ 97 h 42"/>
                <a:gd name="T6" fmla="*/ 0 w 80"/>
                <a:gd name="T7" fmla="*/ 171 h 42"/>
                <a:gd name="T8" fmla="*/ 68 w 80"/>
                <a:gd name="T9" fmla="*/ 123 h 42"/>
                <a:gd name="T10" fmla="*/ 26 w 80"/>
                <a:gd name="T11" fmla="*/ 136 h 42"/>
                <a:gd name="T12" fmla="*/ 89 w 80"/>
                <a:gd name="T13" fmla="*/ 89 h 42"/>
                <a:gd name="T14" fmla="*/ 71 w 80"/>
                <a:gd name="T15" fmla="*/ 97 h 42"/>
                <a:gd name="T16" fmla="*/ 137 w 80"/>
                <a:gd name="T17" fmla="*/ 26 h 42"/>
                <a:gd name="T18" fmla="*/ 184 w 80"/>
                <a:gd name="T19" fmla="*/ 13 h 42"/>
                <a:gd name="T20" fmla="*/ 245 w 80"/>
                <a:gd name="T21" fmla="*/ 0 h 42"/>
                <a:gd name="T22" fmla="*/ 164 w 80"/>
                <a:gd name="T23" fmla="*/ 35 h 42"/>
                <a:gd name="T24" fmla="*/ 192 w 80"/>
                <a:gd name="T25" fmla="*/ 29 h 42"/>
                <a:gd name="T26" fmla="*/ 164 w 80"/>
                <a:gd name="T27" fmla="*/ 48 h 42"/>
                <a:gd name="T28" fmla="*/ 200 w 80"/>
                <a:gd name="T29" fmla="*/ 41 h 42"/>
                <a:gd name="T30" fmla="*/ 171 w 80"/>
                <a:gd name="T31" fmla="*/ 69 h 42"/>
                <a:gd name="T32" fmla="*/ 281 w 80"/>
                <a:gd name="T33" fmla="*/ 29 h 42"/>
                <a:gd name="T34" fmla="*/ 255 w 80"/>
                <a:gd name="T35" fmla="*/ 46 h 42"/>
                <a:gd name="T36" fmla="*/ 319 w 80"/>
                <a:gd name="T37" fmla="*/ 26 h 42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80" h="42">
                  <a:moveTo>
                    <a:pt x="80" y="6"/>
                  </a:moveTo>
                  <a:cubicBezTo>
                    <a:pt x="74" y="10"/>
                    <a:pt x="66" y="9"/>
                    <a:pt x="60" y="12"/>
                  </a:cubicBezTo>
                  <a:cubicBezTo>
                    <a:pt x="53" y="16"/>
                    <a:pt x="47" y="22"/>
                    <a:pt x="40" y="24"/>
                  </a:cubicBezTo>
                  <a:cubicBezTo>
                    <a:pt x="26" y="29"/>
                    <a:pt x="12" y="33"/>
                    <a:pt x="0" y="42"/>
                  </a:cubicBezTo>
                  <a:cubicBezTo>
                    <a:pt x="5" y="38"/>
                    <a:pt x="9" y="32"/>
                    <a:pt x="16" y="30"/>
                  </a:cubicBezTo>
                  <a:cubicBezTo>
                    <a:pt x="13" y="29"/>
                    <a:pt x="9" y="31"/>
                    <a:pt x="6" y="33"/>
                  </a:cubicBezTo>
                  <a:cubicBezTo>
                    <a:pt x="11" y="30"/>
                    <a:pt x="16" y="26"/>
                    <a:pt x="21" y="22"/>
                  </a:cubicBezTo>
                  <a:cubicBezTo>
                    <a:pt x="20" y="22"/>
                    <a:pt x="18" y="23"/>
                    <a:pt x="17" y="24"/>
                  </a:cubicBezTo>
                  <a:cubicBezTo>
                    <a:pt x="18" y="17"/>
                    <a:pt x="27" y="9"/>
                    <a:pt x="33" y="6"/>
                  </a:cubicBezTo>
                  <a:cubicBezTo>
                    <a:pt x="37" y="5"/>
                    <a:pt x="40" y="3"/>
                    <a:pt x="44" y="3"/>
                  </a:cubicBezTo>
                  <a:cubicBezTo>
                    <a:pt x="48" y="2"/>
                    <a:pt x="54" y="1"/>
                    <a:pt x="58" y="0"/>
                  </a:cubicBezTo>
                  <a:cubicBezTo>
                    <a:pt x="51" y="3"/>
                    <a:pt x="45" y="5"/>
                    <a:pt x="39" y="9"/>
                  </a:cubicBezTo>
                  <a:cubicBezTo>
                    <a:pt x="41" y="8"/>
                    <a:pt x="43" y="7"/>
                    <a:pt x="46" y="7"/>
                  </a:cubicBezTo>
                  <a:cubicBezTo>
                    <a:pt x="43" y="8"/>
                    <a:pt x="40" y="10"/>
                    <a:pt x="39" y="12"/>
                  </a:cubicBezTo>
                  <a:cubicBezTo>
                    <a:pt x="42" y="12"/>
                    <a:pt x="44" y="9"/>
                    <a:pt x="48" y="10"/>
                  </a:cubicBezTo>
                  <a:cubicBezTo>
                    <a:pt x="46" y="12"/>
                    <a:pt x="42" y="14"/>
                    <a:pt x="41" y="17"/>
                  </a:cubicBezTo>
                  <a:cubicBezTo>
                    <a:pt x="49" y="13"/>
                    <a:pt x="58" y="9"/>
                    <a:pt x="67" y="7"/>
                  </a:cubicBezTo>
                  <a:cubicBezTo>
                    <a:pt x="65" y="8"/>
                    <a:pt x="62" y="9"/>
                    <a:pt x="61" y="11"/>
                  </a:cubicBezTo>
                  <a:cubicBezTo>
                    <a:pt x="65" y="8"/>
                    <a:pt x="71" y="6"/>
                    <a:pt x="76" y="6"/>
                  </a:cubicBezTo>
                </a:path>
              </a:pathLst>
            </a:custGeom>
            <a:solidFill>
              <a:srgbClr val="571E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8679" name="Freeform 181">
              <a:extLst>
                <a:ext uri="{FF2B5EF4-FFF2-40B4-BE49-F238E27FC236}">
                  <a16:creationId xmlns:a16="http://schemas.microsoft.com/office/drawing/2014/main" id="{7376F3F2-BBE0-40A1-9599-4F961704A36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9" y="1004"/>
              <a:ext cx="53" cy="18"/>
            </a:xfrm>
            <a:custGeom>
              <a:avLst/>
              <a:gdLst>
                <a:gd name="T0" fmla="*/ 137 w 33"/>
                <a:gd name="T1" fmla="*/ 0 h 11"/>
                <a:gd name="T2" fmla="*/ 111 w 33"/>
                <a:gd name="T3" fmla="*/ 18 h 11"/>
                <a:gd name="T4" fmla="*/ 69 w 33"/>
                <a:gd name="T5" fmla="*/ 26 h 11"/>
                <a:gd name="T6" fmla="*/ 0 w 33"/>
                <a:gd name="T7" fmla="*/ 41 h 11"/>
                <a:gd name="T8" fmla="*/ 42 w 33"/>
                <a:gd name="T9" fmla="*/ 29 h 11"/>
                <a:gd name="T10" fmla="*/ 21 w 33"/>
                <a:gd name="T11" fmla="*/ 43 h 11"/>
                <a:gd name="T12" fmla="*/ 63 w 33"/>
                <a:gd name="T13" fmla="*/ 41 h 11"/>
                <a:gd name="T14" fmla="*/ 55 w 33"/>
                <a:gd name="T15" fmla="*/ 47 h 11"/>
                <a:gd name="T16" fmla="*/ 124 w 33"/>
                <a:gd name="T17" fmla="*/ 5 h 1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3" h="11">
                  <a:moveTo>
                    <a:pt x="33" y="0"/>
                  </a:moveTo>
                  <a:cubicBezTo>
                    <a:pt x="32" y="0"/>
                    <a:pt x="28" y="3"/>
                    <a:pt x="27" y="4"/>
                  </a:cubicBezTo>
                  <a:cubicBezTo>
                    <a:pt x="23" y="6"/>
                    <a:pt x="21" y="6"/>
                    <a:pt x="17" y="6"/>
                  </a:cubicBezTo>
                  <a:cubicBezTo>
                    <a:pt x="12" y="6"/>
                    <a:pt x="5" y="7"/>
                    <a:pt x="0" y="9"/>
                  </a:cubicBezTo>
                  <a:cubicBezTo>
                    <a:pt x="3" y="8"/>
                    <a:pt x="7" y="7"/>
                    <a:pt x="10" y="7"/>
                  </a:cubicBezTo>
                  <a:cubicBezTo>
                    <a:pt x="9" y="9"/>
                    <a:pt x="6" y="9"/>
                    <a:pt x="5" y="10"/>
                  </a:cubicBezTo>
                  <a:cubicBezTo>
                    <a:pt x="8" y="11"/>
                    <a:pt x="11" y="10"/>
                    <a:pt x="15" y="9"/>
                  </a:cubicBezTo>
                  <a:cubicBezTo>
                    <a:pt x="14" y="9"/>
                    <a:pt x="13" y="10"/>
                    <a:pt x="13" y="11"/>
                  </a:cubicBezTo>
                  <a:cubicBezTo>
                    <a:pt x="19" y="11"/>
                    <a:pt x="27" y="7"/>
                    <a:pt x="30" y="1"/>
                  </a:cubicBezTo>
                </a:path>
              </a:pathLst>
            </a:custGeom>
            <a:solidFill>
              <a:srgbClr val="571E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8680" name="Freeform 182">
              <a:extLst>
                <a:ext uri="{FF2B5EF4-FFF2-40B4-BE49-F238E27FC236}">
                  <a16:creationId xmlns:a16="http://schemas.microsoft.com/office/drawing/2014/main" id="{B818A36B-DED7-468B-AC05-A178F0BA83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3" y="1031"/>
              <a:ext cx="66" cy="37"/>
            </a:xfrm>
            <a:custGeom>
              <a:avLst/>
              <a:gdLst>
                <a:gd name="T0" fmla="*/ 163 w 41"/>
                <a:gd name="T1" fmla="*/ 8 h 23"/>
                <a:gd name="T2" fmla="*/ 80 w 41"/>
                <a:gd name="T3" fmla="*/ 26 h 23"/>
                <a:gd name="T4" fmla="*/ 42 w 41"/>
                <a:gd name="T5" fmla="*/ 60 h 23"/>
                <a:gd name="T6" fmla="*/ 0 w 41"/>
                <a:gd name="T7" fmla="*/ 88 h 23"/>
                <a:gd name="T8" fmla="*/ 47 w 41"/>
                <a:gd name="T9" fmla="*/ 63 h 23"/>
                <a:gd name="T10" fmla="*/ 26 w 41"/>
                <a:gd name="T11" fmla="*/ 82 h 23"/>
                <a:gd name="T12" fmla="*/ 60 w 41"/>
                <a:gd name="T13" fmla="*/ 68 h 23"/>
                <a:gd name="T14" fmla="*/ 21 w 41"/>
                <a:gd name="T15" fmla="*/ 97 h 23"/>
                <a:gd name="T16" fmla="*/ 55 w 41"/>
                <a:gd name="T17" fmla="*/ 88 h 23"/>
                <a:gd name="T18" fmla="*/ 109 w 41"/>
                <a:gd name="T19" fmla="*/ 76 h 23"/>
                <a:gd name="T20" fmla="*/ 171 w 41"/>
                <a:gd name="T21" fmla="*/ 29 h 23"/>
                <a:gd name="T22" fmla="*/ 90 w 41"/>
                <a:gd name="T23" fmla="*/ 63 h 23"/>
                <a:gd name="T24" fmla="*/ 111 w 41"/>
                <a:gd name="T25" fmla="*/ 47 h 23"/>
                <a:gd name="T26" fmla="*/ 97 w 41"/>
                <a:gd name="T27" fmla="*/ 50 h 23"/>
                <a:gd name="T28" fmla="*/ 122 w 41"/>
                <a:gd name="T29" fmla="*/ 34 h 23"/>
                <a:gd name="T30" fmla="*/ 116 w 41"/>
                <a:gd name="T31" fmla="*/ 29 h 23"/>
                <a:gd name="T32" fmla="*/ 158 w 41"/>
                <a:gd name="T33" fmla="*/ 13 h 2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41" h="23">
                  <a:moveTo>
                    <a:pt x="39" y="2"/>
                  </a:moveTo>
                  <a:cubicBezTo>
                    <a:pt x="32" y="0"/>
                    <a:pt x="25" y="2"/>
                    <a:pt x="19" y="6"/>
                  </a:cubicBezTo>
                  <a:cubicBezTo>
                    <a:pt x="16" y="8"/>
                    <a:pt x="13" y="12"/>
                    <a:pt x="10" y="14"/>
                  </a:cubicBezTo>
                  <a:cubicBezTo>
                    <a:pt x="7" y="17"/>
                    <a:pt x="3" y="18"/>
                    <a:pt x="0" y="21"/>
                  </a:cubicBezTo>
                  <a:cubicBezTo>
                    <a:pt x="4" y="20"/>
                    <a:pt x="8" y="17"/>
                    <a:pt x="11" y="15"/>
                  </a:cubicBezTo>
                  <a:cubicBezTo>
                    <a:pt x="9" y="16"/>
                    <a:pt x="8" y="18"/>
                    <a:pt x="6" y="20"/>
                  </a:cubicBezTo>
                  <a:cubicBezTo>
                    <a:pt x="9" y="19"/>
                    <a:pt x="11" y="17"/>
                    <a:pt x="14" y="16"/>
                  </a:cubicBezTo>
                  <a:cubicBezTo>
                    <a:pt x="12" y="19"/>
                    <a:pt x="8" y="22"/>
                    <a:pt x="5" y="23"/>
                  </a:cubicBezTo>
                  <a:cubicBezTo>
                    <a:pt x="8" y="23"/>
                    <a:pt x="11" y="22"/>
                    <a:pt x="13" y="21"/>
                  </a:cubicBezTo>
                  <a:cubicBezTo>
                    <a:pt x="18" y="20"/>
                    <a:pt x="22" y="20"/>
                    <a:pt x="26" y="18"/>
                  </a:cubicBezTo>
                  <a:cubicBezTo>
                    <a:pt x="31" y="16"/>
                    <a:pt x="38" y="11"/>
                    <a:pt x="41" y="7"/>
                  </a:cubicBezTo>
                  <a:cubicBezTo>
                    <a:pt x="35" y="10"/>
                    <a:pt x="29" y="14"/>
                    <a:pt x="22" y="15"/>
                  </a:cubicBezTo>
                  <a:cubicBezTo>
                    <a:pt x="24" y="14"/>
                    <a:pt x="26" y="12"/>
                    <a:pt x="27" y="11"/>
                  </a:cubicBezTo>
                  <a:cubicBezTo>
                    <a:pt x="26" y="11"/>
                    <a:pt x="24" y="11"/>
                    <a:pt x="23" y="12"/>
                  </a:cubicBezTo>
                  <a:cubicBezTo>
                    <a:pt x="25" y="11"/>
                    <a:pt x="28" y="9"/>
                    <a:pt x="29" y="8"/>
                  </a:cubicBezTo>
                  <a:cubicBezTo>
                    <a:pt x="29" y="8"/>
                    <a:pt x="28" y="7"/>
                    <a:pt x="28" y="7"/>
                  </a:cubicBezTo>
                  <a:cubicBezTo>
                    <a:pt x="31" y="7"/>
                    <a:pt x="36" y="5"/>
                    <a:pt x="38" y="3"/>
                  </a:cubicBezTo>
                </a:path>
              </a:pathLst>
            </a:custGeom>
            <a:solidFill>
              <a:srgbClr val="571E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8681" name="Freeform 183">
              <a:extLst>
                <a:ext uri="{FF2B5EF4-FFF2-40B4-BE49-F238E27FC236}">
                  <a16:creationId xmlns:a16="http://schemas.microsoft.com/office/drawing/2014/main" id="{0F5B66C6-783A-4936-A264-9B7DACD901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8" y="1065"/>
              <a:ext cx="56" cy="42"/>
            </a:xfrm>
            <a:custGeom>
              <a:avLst/>
              <a:gdLst>
                <a:gd name="T0" fmla="*/ 144 w 35"/>
                <a:gd name="T1" fmla="*/ 0 h 26"/>
                <a:gd name="T2" fmla="*/ 123 w 35"/>
                <a:gd name="T3" fmla="*/ 16 h 26"/>
                <a:gd name="T4" fmla="*/ 74 w 35"/>
                <a:gd name="T5" fmla="*/ 29 h 26"/>
                <a:gd name="T6" fmla="*/ 0 w 35"/>
                <a:gd name="T7" fmla="*/ 55 h 26"/>
                <a:gd name="T8" fmla="*/ 48 w 35"/>
                <a:gd name="T9" fmla="*/ 50 h 26"/>
                <a:gd name="T10" fmla="*/ 16 w 35"/>
                <a:gd name="T11" fmla="*/ 63 h 26"/>
                <a:gd name="T12" fmla="*/ 42 w 35"/>
                <a:gd name="T13" fmla="*/ 63 h 26"/>
                <a:gd name="T14" fmla="*/ 29 w 35"/>
                <a:gd name="T15" fmla="*/ 71 h 26"/>
                <a:gd name="T16" fmla="*/ 48 w 35"/>
                <a:gd name="T17" fmla="*/ 76 h 26"/>
                <a:gd name="T18" fmla="*/ 77 w 35"/>
                <a:gd name="T19" fmla="*/ 105 h 26"/>
                <a:gd name="T20" fmla="*/ 128 w 35"/>
                <a:gd name="T21" fmla="*/ 60 h 26"/>
                <a:gd name="T22" fmla="*/ 86 w 35"/>
                <a:gd name="T23" fmla="*/ 81 h 26"/>
                <a:gd name="T24" fmla="*/ 102 w 35"/>
                <a:gd name="T25" fmla="*/ 63 h 26"/>
                <a:gd name="T26" fmla="*/ 74 w 35"/>
                <a:gd name="T27" fmla="*/ 68 h 26"/>
                <a:gd name="T28" fmla="*/ 102 w 35"/>
                <a:gd name="T29" fmla="*/ 50 h 26"/>
                <a:gd name="T30" fmla="*/ 90 w 35"/>
                <a:gd name="T31" fmla="*/ 50 h 26"/>
                <a:gd name="T32" fmla="*/ 144 w 35"/>
                <a:gd name="T33" fmla="*/ 5 h 2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35" h="26">
                  <a:moveTo>
                    <a:pt x="35" y="0"/>
                  </a:moveTo>
                  <a:cubicBezTo>
                    <a:pt x="33" y="1"/>
                    <a:pt x="31" y="3"/>
                    <a:pt x="30" y="4"/>
                  </a:cubicBezTo>
                  <a:cubicBezTo>
                    <a:pt x="26" y="5"/>
                    <a:pt x="22" y="6"/>
                    <a:pt x="18" y="7"/>
                  </a:cubicBezTo>
                  <a:cubicBezTo>
                    <a:pt x="12" y="8"/>
                    <a:pt x="5" y="10"/>
                    <a:pt x="0" y="13"/>
                  </a:cubicBezTo>
                  <a:cubicBezTo>
                    <a:pt x="4" y="13"/>
                    <a:pt x="7" y="10"/>
                    <a:pt x="12" y="12"/>
                  </a:cubicBezTo>
                  <a:cubicBezTo>
                    <a:pt x="9" y="12"/>
                    <a:pt x="5" y="13"/>
                    <a:pt x="4" y="15"/>
                  </a:cubicBezTo>
                  <a:cubicBezTo>
                    <a:pt x="6" y="15"/>
                    <a:pt x="8" y="15"/>
                    <a:pt x="10" y="15"/>
                  </a:cubicBezTo>
                  <a:cubicBezTo>
                    <a:pt x="9" y="16"/>
                    <a:pt x="8" y="17"/>
                    <a:pt x="7" y="17"/>
                  </a:cubicBezTo>
                  <a:cubicBezTo>
                    <a:pt x="8" y="18"/>
                    <a:pt x="11" y="17"/>
                    <a:pt x="12" y="18"/>
                  </a:cubicBezTo>
                  <a:cubicBezTo>
                    <a:pt x="6" y="19"/>
                    <a:pt x="17" y="24"/>
                    <a:pt x="19" y="25"/>
                  </a:cubicBezTo>
                  <a:cubicBezTo>
                    <a:pt x="26" y="26"/>
                    <a:pt x="29" y="19"/>
                    <a:pt x="31" y="14"/>
                  </a:cubicBezTo>
                  <a:cubicBezTo>
                    <a:pt x="28" y="16"/>
                    <a:pt x="24" y="19"/>
                    <a:pt x="21" y="19"/>
                  </a:cubicBezTo>
                  <a:cubicBezTo>
                    <a:pt x="22" y="18"/>
                    <a:pt x="23" y="16"/>
                    <a:pt x="25" y="15"/>
                  </a:cubicBezTo>
                  <a:cubicBezTo>
                    <a:pt x="22" y="15"/>
                    <a:pt x="20" y="16"/>
                    <a:pt x="18" y="16"/>
                  </a:cubicBezTo>
                  <a:cubicBezTo>
                    <a:pt x="20" y="15"/>
                    <a:pt x="23" y="14"/>
                    <a:pt x="25" y="12"/>
                  </a:cubicBezTo>
                  <a:cubicBezTo>
                    <a:pt x="24" y="12"/>
                    <a:pt x="23" y="12"/>
                    <a:pt x="22" y="12"/>
                  </a:cubicBezTo>
                  <a:cubicBezTo>
                    <a:pt x="27" y="12"/>
                    <a:pt x="33" y="5"/>
                    <a:pt x="35" y="1"/>
                  </a:cubicBezTo>
                </a:path>
              </a:pathLst>
            </a:custGeom>
            <a:solidFill>
              <a:srgbClr val="571E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8682" name="Freeform 184">
              <a:extLst>
                <a:ext uri="{FF2B5EF4-FFF2-40B4-BE49-F238E27FC236}">
                  <a16:creationId xmlns:a16="http://schemas.microsoft.com/office/drawing/2014/main" id="{125B8C9D-4AAF-49A4-8358-C9A1CD15091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4" y="1094"/>
              <a:ext cx="80" cy="184"/>
            </a:xfrm>
            <a:custGeom>
              <a:avLst/>
              <a:gdLst>
                <a:gd name="T0" fmla="*/ 138 w 50"/>
                <a:gd name="T1" fmla="*/ 16 h 114"/>
                <a:gd name="T2" fmla="*/ 128 w 50"/>
                <a:gd name="T3" fmla="*/ 97 h 114"/>
                <a:gd name="T4" fmla="*/ 123 w 50"/>
                <a:gd name="T5" fmla="*/ 139 h 114"/>
                <a:gd name="T6" fmla="*/ 123 w 50"/>
                <a:gd name="T7" fmla="*/ 190 h 114"/>
                <a:gd name="T8" fmla="*/ 98 w 50"/>
                <a:gd name="T9" fmla="*/ 234 h 114"/>
                <a:gd name="T10" fmla="*/ 69 w 50"/>
                <a:gd name="T11" fmla="*/ 289 h 114"/>
                <a:gd name="T12" fmla="*/ 61 w 50"/>
                <a:gd name="T13" fmla="*/ 362 h 114"/>
                <a:gd name="T14" fmla="*/ 34 w 50"/>
                <a:gd name="T15" fmla="*/ 408 h 114"/>
                <a:gd name="T16" fmla="*/ 13 w 50"/>
                <a:gd name="T17" fmla="*/ 429 h 114"/>
                <a:gd name="T18" fmla="*/ 0 w 50"/>
                <a:gd name="T19" fmla="*/ 471 h 114"/>
                <a:gd name="T20" fmla="*/ 16 w 50"/>
                <a:gd name="T21" fmla="*/ 445 h 114"/>
                <a:gd name="T22" fmla="*/ 13 w 50"/>
                <a:gd name="T23" fmla="*/ 479 h 114"/>
                <a:gd name="T24" fmla="*/ 26 w 50"/>
                <a:gd name="T25" fmla="*/ 450 h 114"/>
                <a:gd name="T26" fmla="*/ 21 w 50"/>
                <a:gd name="T27" fmla="*/ 466 h 114"/>
                <a:gd name="T28" fmla="*/ 54 w 50"/>
                <a:gd name="T29" fmla="*/ 424 h 114"/>
                <a:gd name="T30" fmla="*/ 86 w 50"/>
                <a:gd name="T31" fmla="*/ 383 h 114"/>
                <a:gd name="T32" fmla="*/ 77 w 50"/>
                <a:gd name="T33" fmla="*/ 336 h 114"/>
                <a:gd name="T34" fmla="*/ 102 w 50"/>
                <a:gd name="T35" fmla="*/ 281 h 114"/>
                <a:gd name="T36" fmla="*/ 98 w 50"/>
                <a:gd name="T37" fmla="*/ 341 h 114"/>
                <a:gd name="T38" fmla="*/ 107 w 50"/>
                <a:gd name="T39" fmla="*/ 302 h 114"/>
                <a:gd name="T40" fmla="*/ 128 w 50"/>
                <a:gd name="T41" fmla="*/ 378 h 114"/>
                <a:gd name="T42" fmla="*/ 144 w 50"/>
                <a:gd name="T43" fmla="*/ 260 h 114"/>
                <a:gd name="T44" fmla="*/ 205 w 50"/>
                <a:gd name="T45" fmla="*/ 145 h 114"/>
                <a:gd name="T46" fmla="*/ 176 w 50"/>
                <a:gd name="T47" fmla="*/ 200 h 114"/>
                <a:gd name="T48" fmla="*/ 144 w 50"/>
                <a:gd name="T49" fmla="*/ 247 h 114"/>
                <a:gd name="T50" fmla="*/ 150 w 50"/>
                <a:gd name="T51" fmla="*/ 220 h 114"/>
                <a:gd name="T52" fmla="*/ 131 w 50"/>
                <a:gd name="T53" fmla="*/ 245 h 114"/>
                <a:gd name="T54" fmla="*/ 144 w 50"/>
                <a:gd name="T55" fmla="*/ 220 h 114"/>
                <a:gd name="T56" fmla="*/ 136 w 50"/>
                <a:gd name="T57" fmla="*/ 226 h 114"/>
                <a:gd name="T58" fmla="*/ 157 w 50"/>
                <a:gd name="T59" fmla="*/ 178 h 114"/>
                <a:gd name="T60" fmla="*/ 150 w 50"/>
                <a:gd name="T61" fmla="*/ 136 h 114"/>
                <a:gd name="T62" fmla="*/ 144 w 50"/>
                <a:gd name="T63" fmla="*/ 81 h 114"/>
                <a:gd name="T64" fmla="*/ 150 w 50"/>
                <a:gd name="T65" fmla="*/ 0 h 114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50" h="114">
                  <a:moveTo>
                    <a:pt x="34" y="4"/>
                  </a:moveTo>
                  <a:cubicBezTo>
                    <a:pt x="31" y="8"/>
                    <a:pt x="31" y="17"/>
                    <a:pt x="31" y="23"/>
                  </a:cubicBezTo>
                  <a:cubicBezTo>
                    <a:pt x="31" y="26"/>
                    <a:pt x="30" y="29"/>
                    <a:pt x="30" y="33"/>
                  </a:cubicBezTo>
                  <a:cubicBezTo>
                    <a:pt x="30" y="37"/>
                    <a:pt x="31" y="41"/>
                    <a:pt x="30" y="45"/>
                  </a:cubicBezTo>
                  <a:cubicBezTo>
                    <a:pt x="29" y="49"/>
                    <a:pt x="27" y="52"/>
                    <a:pt x="24" y="56"/>
                  </a:cubicBezTo>
                  <a:cubicBezTo>
                    <a:pt x="21" y="60"/>
                    <a:pt x="19" y="65"/>
                    <a:pt x="17" y="69"/>
                  </a:cubicBezTo>
                  <a:cubicBezTo>
                    <a:pt x="15" y="75"/>
                    <a:pt x="16" y="80"/>
                    <a:pt x="15" y="86"/>
                  </a:cubicBezTo>
                  <a:cubicBezTo>
                    <a:pt x="15" y="92"/>
                    <a:pt x="12" y="93"/>
                    <a:pt x="8" y="97"/>
                  </a:cubicBezTo>
                  <a:cubicBezTo>
                    <a:pt x="6" y="98"/>
                    <a:pt x="4" y="100"/>
                    <a:pt x="3" y="102"/>
                  </a:cubicBezTo>
                  <a:cubicBezTo>
                    <a:pt x="1" y="105"/>
                    <a:pt x="1" y="109"/>
                    <a:pt x="0" y="112"/>
                  </a:cubicBezTo>
                  <a:cubicBezTo>
                    <a:pt x="0" y="109"/>
                    <a:pt x="1" y="107"/>
                    <a:pt x="4" y="106"/>
                  </a:cubicBezTo>
                  <a:cubicBezTo>
                    <a:pt x="3" y="109"/>
                    <a:pt x="2" y="112"/>
                    <a:pt x="3" y="114"/>
                  </a:cubicBezTo>
                  <a:cubicBezTo>
                    <a:pt x="4" y="112"/>
                    <a:pt x="4" y="109"/>
                    <a:pt x="6" y="107"/>
                  </a:cubicBezTo>
                  <a:cubicBezTo>
                    <a:pt x="6" y="108"/>
                    <a:pt x="6" y="110"/>
                    <a:pt x="5" y="111"/>
                  </a:cubicBezTo>
                  <a:cubicBezTo>
                    <a:pt x="8" y="110"/>
                    <a:pt x="10" y="104"/>
                    <a:pt x="13" y="101"/>
                  </a:cubicBezTo>
                  <a:cubicBezTo>
                    <a:pt x="16" y="98"/>
                    <a:pt x="20" y="97"/>
                    <a:pt x="21" y="91"/>
                  </a:cubicBezTo>
                  <a:cubicBezTo>
                    <a:pt x="21" y="88"/>
                    <a:pt x="19" y="84"/>
                    <a:pt x="19" y="80"/>
                  </a:cubicBezTo>
                  <a:cubicBezTo>
                    <a:pt x="19" y="75"/>
                    <a:pt x="23" y="71"/>
                    <a:pt x="25" y="67"/>
                  </a:cubicBezTo>
                  <a:cubicBezTo>
                    <a:pt x="24" y="72"/>
                    <a:pt x="24" y="76"/>
                    <a:pt x="24" y="81"/>
                  </a:cubicBezTo>
                  <a:cubicBezTo>
                    <a:pt x="24" y="78"/>
                    <a:pt x="24" y="74"/>
                    <a:pt x="26" y="72"/>
                  </a:cubicBezTo>
                  <a:cubicBezTo>
                    <a:pt x="27" y="79"/>
                    <a:pt x="26" y="84"/>
                    <a:pt x="31" y="90"/>
                  </a:cubicBezTo>
                  <a:cubicBezTo>
                    <a:pt x="27" y="81"/>
                    <a:pt x="29" y="69"/>
                    <a:pt x="35" y="62"/>
                  </a:cubicBezTo>
                  <a:cubicBezTo>
                    <a:pt x="41" y="55"/>
                    <a:pt x="49" y="45"/>
                    <a:pt x="50" y="35"/>
                  </a:cubicBezTo>
                  <a:cubicBezTo>
                    <a:pt x="50" y="39"/>
                    <a:pt x="45" y="45"/>
                    <a:pt x="43" y="48"/>
                  </a:cubicBezTo>
                  <a:cubicBezTo>
                    <a:pt x="40" y="52"/>
                    <a:pt x="37" y="54"/>
                    <a:pt x="35" y="59"/>
                  </a:cubicBezTo>
                  <a:cubicBezTo>
                    <a:pt x="36" y="56"/>
                    <a:pt x="36" y="54"/>
                    <a:pt x="37" y="52"/>
                  </a:cubicBezTo>
                  <a:cubicBezTo>
                    <a:pt x="35" y="54"/>
                    <a:pt x="33" y="56"/>
                    <a:pt x="32" y="58"/>
                  </a:cubicBezTo>
                  <a:cubicBezTo>
                    <a:pt x="33" y="56"/>
                    <a:pt x="34" y="54"/>
                    <a:pt x="35" y="52"/>
                  </a:cubicBezTo>
                  <a:cubicBezTo>
                    <a:pt x="35" y="52"/>
                    <a:pt x="34" y="53"/>
                    <a:pt x="33" y="54"/>
                  </a:cubicBezTo>
                  <a:cubicBezTo>
                    <a:pt x="33" y="50"/>
                    <a:pt x="37" y="46"/>
                    <a:pt x="38" y="42"/>
                  </a:cubicBezTo>
                  <a:cubicBezTo>
                    <a:pt x="38" y="38"/>
                    <a:pt x="37" y="35"/>
                    <a:pt x="37" y="32"/>
                  </a:cubicBezTo>
                  <a:cubicBezTo>
                    <a:pt x="35" y="27"/>
                    <a:pt x="35" y="24"/>
                    <a:pt x="35" y="19"/>
                  </a:cubicBezTo>
                  <a:cubicBezTo>
                    <a:pt x="35" y="12"/>
                    <a:pt x="36" y="7"/>
                    <a:pt x="37" y="0"/>
                  </a:cubicBezTo>
                </a:path>
              </a:pathLst>
            </a:custGeom>
            <a:solidFill>
              <a:srgbClr val="571E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8683" name="Freeform 185">
              <a:extLst>
                <a:ext uri="{FF2B5EF4-FFF2-40B4-BE49-F238E27FC236}">
                  <a16:creationId xmlns:a16="http://schemas.microsoft.com/office/drawing/2014/main" id="{8722B504-98FD-4B99-BDD2-9158C86BF9E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9" y="952"/>
              <a:ext cx="113" cy="75"/>
            </a:xfrm>
            <a:custGeom>
              <a:avLst/>
              <a:gdLst>
                <a:gd name="T0" fmla="*/ 192 w 70"/>
                <a:gd name="T1" fmla="*/ 13 h 46"/>
                <a:gd name="T2" fmla="*/ 110 w 70"/>
                <a:gd name="T3" fmla="*/ 54 h 46"/>
                <a:gd name="T4" fmla="*/ 8 w 70"/>
                <a:gd name="T5" fmla="*/ 96 h 46"/>
                <a:gd name="T6" fmla="*/ 89 w 70"/>
                <a:gd name="T7" fmla="*/ 77 h 46"/>
                <a:gd name="T8" fmla="*/ 39 w 70"/>
                <a:gd name="T9" fmla="*/ 96 h 46"/>
                <a:gd name="T10" fmla="*/ 81 w 70"/>
                <a:gd name="T11" fmla="*/ 83 h 46"/>
                <a:gd name="T12" fmla="*/ 81 w 70"/>
                <a:gd name="T13" fmla="*/ 88 h 46"/>
                <a:gd name="T14" fmla="*/ 118 w 70"/>
                <a:gd name="T15" fmla="*/ 83 h 46"/>
                <a:gd name="T16" fmla="*/ 0 w 70"/>
                <a:gd name="T17" fmla="*/ 139 h 46"/>
                <a:gd name="T18" fmla="*/ 102 w 70"/>
                <a:gd name="T19" fmla="*/ 109 h 46"/>
                <a:gd name="T20" fmla="*/ 34 w 70"/>
                <a:gd name="T21" fmla="*/ 147 h 46"/>
                <a:gd name="T22" fmla="*/ 105 w 70"/>
                <a:gd name="T23" fmla="*/ 122 h 46"/>
                <a:gd name="T24" fmla="*/ 63 w 70"/>
                <a:gd name="T25" fmla="*/ 157 h 46"/>
                <a:gd name="T26" fmla="*/ 89 w 70"/>
                <a:gd name="T27" fmla="*/ 147 h 46"/>
                <a:gd name="T28" fmla="*/ 39 w 70"/>
                <a:gd name="T29" fmla="*/ 199 h 46"/>
                <a:gd name="T30" fmla="*/ 144 w 70"/>
                <a:gd name="T31" fmla="*/ 139 h 46"/>
                <a:gd name="T32" fmla="*/ 247 w 70"/>
                <a:gd name="T33" fmla="*/ 109 h 46"/>
                <a:gd name="T34" fmla="*/ 294 w 70"/>
                <a:gd name="T35" fmla="*/ 96 h 46"/>
                <a:gd name="T36" fmla="*/ 105 w 70"/>
                <a:gd name="T37" fmla="*/ 139 h 46"/>
                <a:gd name="T38" fmla="*/ 149 w 70"/>
                <a:gd name="T39" fmla="*/ 111 h 46"/>
                <a:gd name="T40" fmla="*/ 102 w 70"/>
                <a:gd name="T41" fmla="*/ 122 h 46"/>
                <a:gd name="T42" fmla="*/ 131 w 70"/>
                <a:gd name="T43" fmla="*/ 101 h 46"/>
                <a:gd name="T44" fmla="*/ 102 w 70"/>
                <a:gd name="T45" fmla="*/ 104 h 46"/>
                <a:gd name="T46" fmla="*/ 149 w 70"/>
                <a:gd name="T47" fmla="*/ 77 h 46"/>
                <a:gd name="T48" fmla="*/ 110 w 70"/>
                <a:gd name="T49" fmla="*/ 75 h 46"/>
                <a:gd name="T50" fmla="*/ 124 w 70"/>
                <a:gd name="T51" fmla="*/ 62 h 46"/>
                <a:gd name="T52" fmla="*/ 94 w 70"/>
                <a:gd name="T53" fmla="*/ 62 h 46"/>
                <a:gd name="T54" fmla="*/ 190 w 70"/>
                <a:gd name="T55" fmla="*/ 0 h 4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70" h="46">
                  <a:moveTo>
                    <a:pt x="46" y="3"/>
                  </a:moveTo>
                  <a:cubicBezTo>
                    <a:pt x="43" y="10"/>
                    <a:pt x="32" y="11"/>
                    <a:pt x="26" y="12"/>
                  </a:cubicBezTo>
                  <a:cubicBezTo>
                    <a:pt x="17" y="14"/>
                    <a:pt x="10" y="17"/>
                    <a:pt x="2" y="22"/>
                  </a:cubicBezTo>
                  <a:cubicBezTo>
                    <a:pt x="7" y="20"/>
                    <a:pt x="15" y="17"/>
                    <a:pt x="21" y="18"/>
                  </a:cubicBezTo>
                  <a:cubicBezTo>
                    <a:pt x="17" y="20"/>
                    <a:pt x="12" y="20"/>
                    <a:pt x="9" y="22"/>
                  </a:cubicBezTo>
                  <a:cubicBezTo>
                    <a:pt x="12" y="23"/>
                    <a:pt x="16" y="20"/>
                    <a:pt x="19" y="19"/>
                  </a:cubicBezTo>
                  <a:cubicBezTo>
                    <a:pt x="19" y="19"/>
                    <a:pt x="19" y="19"/>
                    <a:pt x="19" y="20"/>
                  </a:cubicBezTo>
                  <a:cubicBezTo>
                    <a:pt x="21" y="21"/>
                    <a:pt x="25" y="19"/>
                    <a:pt x="28" y="19"/>
                  </a:cubicBezTo>
                  <a:cubicBezTo>
                    <a:pt x="18" y="22"/>
                    <a:pt x="7" y="24"/>
                    <a:pt x="0" y="32"/>
                  </a:cubicBezTo>
                  <a:cubicBezTo>
                    <a:pt x="8" y="29"/>
                    <a:pt x="15" y="25"/>
                    <a:pt x="24" y="25"/>
                  </a:cubicBezTo>
                  <a:cubicBezTo>
                    <a:pt x="21" y="28"/>
                    <a:pt x="7" y="29"/>
                    <a:pt x="8" y="34"/>
                  </a:cubicBezTo>
                  <a:cubicBezTo>
                    <a:pt x="14" y="33"/>
                    <a:pt x="19" y="29"/>
                    <a:pt x="25" y="28"/>
                  </a:cubicBezTo>
                  <a:cubicBezTo>
                    <a:pt x="23" y="32"/>
                    <a:pt x="17" y="32"/>
                    <a:pt x="15" y="36"/>
                  </a:cubicBezTo>
                  <a:cubicBezTo>
                    <a:pt x="17" y="37"/>
                    <a:pt x="19" y="35"/>
                    <a:pt x="21" y="34"/>
                  </a:cubicBezTo>
                  <a:cubicBezTo>
                    <a:pt x="18" y="39"/>
                    <a:pt x="12" y="41"/>
                    <a:pt x="9" y="46"/>
                  </a:cubicBezTo>
                  <a:cubicBezTo>
                    <a:pt x="17" y="41"/>
                    <a:pt x="25" y="36"/>
                    <a:pt x="34" y="32"/>
                  </a:cubicBezTo>
                  <a:cubicBezTo>
                    <a:pt x="42" y="29"/>
                    <a:pt x="51" y="27"/>
                    <a:pt x="59" y="25"/>
                  </a:cubicBezTo>
                  <a:cubicBezTo>
                    <a:pt x="63" y="24"/>
                    <a:pt x="67" y="23"/>
                    <a:pt x="70" y="22"/>
                  </a:cubicBezTo>
                  <a:cubicBezTo>
                    <a:pt x="56" y="25"/>
                    <a:pt x="38" y="25"/>
                    <a:pt x="25" y="32"/>
                  </a:cubicBezTo>
                  <a:cubicBezTo>
                    <a:pt x="28" y="30"/>
                    <a:pt x="33" y="29"/>
                    <a:pt x="35" y="26"/>
                  </a:cubicBezTo>
                  <a:cubicBezTo>
                    <a:pt x="32" y="26"/>
                    <a:pt x="28" y="28"/>
                    <a:pt x="24" y="28"/>
                  </a:cubicBezTo>
                  <a:cubicBezTo>
                    <a:pt x="26" y="26"/>
                    <a:pt x="29" y="25"/>
                    <a:pt x="31" y="23"/>
                  </a:cubicBezTo>
                  <a:cubicBezTo>
                    <a:pt x="29" y="23"/>
                    <a:pt x="26" y="24"/>
                    <a:pt x="24" y="24"/>
                  </a:cubicBezTo>
                  <a:cubicBezTo>
                    <a:pt x="27" y="22"/>
                    <a:pt x="31" y="20"/>
                    <a:pt x="35" y="18"/>
                  </a:cubicBezTo>
                  <a:cubicBezTo>
                    <a:pt x="32" y="17"/>
                    <a:pt x="29" y="18"/>
                    <a:pt x="26" y="17"/>
                  </a:cubicBezTo>
                  <a:cubicBezTo>
                    <a:pt x="28" y="16"/>
                    <a:pt x="29" y="15"/>
                    <a:pt x="30" y="14"/>
                  </a:cubicBezTo>
                  <a:cubicBezTo>
                    <a:pt x="28" y="12"/>
                    <a:pt x="25" y="13"/>
                    <a:pt x="22" y="14"/>
                  </a:cubicBezTo>
                  <a:cubicBezTo>
                    <a:pt x="32" y="14"/>
                    <a:pt x="39" y="5"/>
                    <a:pt x="45" y="0"/>
                  </a:cubicBezTo>
                </a:path>
              </a:pathLst>
            </a:custGeom>
            <a:solidFill>
              <a:srgbClr val="6727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8684" name="Freeform 186">
              <a:extLst>
                <a:ext uri="{FF2B5EF4-FFF2-40B4-BE49-F238E27FC236}">
                  <a16:creationId xmlns:a16="http://schemas.microsoft.com/office/drawing/2014/main" id="{D6C9184B-C72F-499B-AFE0-EF0D03EB2B7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3" y="930"/>
              <a:ext cx="35" cy="39"/>
            </a:xfrm>
            <a:custGeom>
              <a:avLst/>
              <a:gdLst>
                <a:gd name="T0" fmla="*/ 89 w 22"/>
                <a:gd name="T1" fmla="*/ 0 h 24"/>
                <a:gd name="T2" fmla="*/ 40 w 22"/>
                <a:gd name="T3" fmla="*/ 29 h 24"/>
                <a:gd name="T4" fmla="*/ 73 w 22"/>
                <a:gd name="T5" fmla="*/ 18 h 24"/>
                <a:gd name="T6" fmla="*/ 29 w 22"/>
                <a:gd name="T7" fmla="*/ 47 h 24"/>
                <a:gd name="T8" fmla="*/ 53 w 22"/>
                <a:gd name="T9" fmla="*/ 42 h 24"/>
                <a:gd name="T10" fmla="*/ 21 w 22"/>
                <a:gd name="T11" fmla="*/ 76 h 24"/>
                <a:gd name="T12" fmla="*/ 25 w 22"/>
                <a:gd name="T13" fmla="*/ 76 h 24"/>
                <a:gd name="T14" fmla="*/ 0 w 22"/>
                <a:gd name="T15" fmla="*/ 102 h 24"/>
                <a:gd name="T16" fmla="*/ 33 w 22"/>
                <a:gd name="T17" fmla="*/ 88 h 24"/>
                <a:gd name="T18" fmla="*/ 81 w 22"/>
                <a:gd name="T19" fmla="*/ 63 h 24"/>
                <a:gd name="T20" fmla="*/ 35 w 22"/>
                <a:gd name="T21" fmla="*/ 76 h 24"/>
                <a:gd name="T22" fmla="*/ 64 w 22"/>
                <a:gd name="T23" fmla="*/ 55 h 24"/>
                <a:gd name="T24" fmla="*/ 33 w 22"/>
                <a:gd name="T25" fmla="*/ 68 h 24"/>
                <a:gd name="T26" fmla="*/ 64 w 22"/>
                <a:gd name="T27" fmla="*/ 39 h 24"/>
                <a:gd name="T28" fmla="*/ 48 w 22"/>
                <a:gd name="T29" fmla="*/ 42 h 24"/>
                <a:gd name="T30" fmla="*/ 76 w 22"/>
                <a:gd name="T31" fmla="*/ 5 h 24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2" h="24">
                  <a:moveTo>
                    <a:pt x="22" y="0"/>
                  </a:moveTo>
                  <a:cubicBezTo>
                    <a:pt x="17" y="2"/>
                    <a:pt x="13" y="3"/>
                    <a:pt x="10" y="7"/>
                  </a:cubicBezTo>
                  <a:cubicBezTo>
                    <a:pt x="12" y="6"/>
                    <a:pt x="15" y="5"/>
                    <a:pt x="18" y="4"/>
                  </a:cubicBezTo>
                  <a:cubicBezTo>
                    <a:pt x="15" y="7"/>
                    <a:pt x="9" y="7"/>
                    <a:pt x="7" y="11"/>
                  </a:cubicBezTo>
                  <a:cubicBezTo>
                    <a:pt x="9" y="11"/>
                    <a:pt x="11" y="10"/>
                    <a:pt x="13" y="10"/>
                  </a:cubicBezTo>
                  <a:cubicBezTo>
                    <a:pt x="11" y="12"/>
                    <a:pt x="6" y="14"/>
                    <a:pt x="5" y="18"/>
                  </a:cubicBezTo>
                  <a:cubicBezTo>
                    <a:pt x="5" y="18"/>
                    <a:pt x="6" y="18"/>
                    <a:pt x="6" y="18"/>
                  </a:cubicBezTo>
                  <a:cubicBezTo>
                    <a:pt x="4" y="20"/>
                    <a:pt x="2" y="22"/>
                    <a:pt x="0" y="24"/>
                  </a:cubicBezTo>
                  <a:cubicBezTo>
                    <a:pt x="3" y="24"/>
                    <a:pt x="5" y="21"/>
                    <a:pt x="8" y="20"/>
                  </a:cubicBezTo>
                  <a:cubicBezTo>
                    <a:pt x="12" y="18"/>
                    <a:pt x="16" y="17"/>
                    <a:pt x="20" y="15"/>
                  </a:cubicBezTo>
                  <a:cubicBezTo>
                    <a:pt x="16" y="15"/>
                    <a:pt x="13" y="18"/>
                    <a:pt x="9" y="18"/>
                  </a:cubicBezTo>
                  <a:cubicBezTo>
                    <a:pt x="11" y="16"/>
                    <a:pt x="14" y="15"/>
                    <a:pt x="16" y="13"/>
                  </a:cubicBezTo>
                  <a:cubicBezTo>
                    <a:pt x="13" y="13"/>
                    <a:pt x="10" y="14"/>
                    <a:pt x="8" y="16"/>
                  </a:cubicBezTo>
                  <a:cubicBezTo>
                    <a:pt x="11" y="13"/>
                    <a:pt x="13" y="11"/>
                    <a:pt x="16" y="9"/>
                  </a:cubicBezTo>
                  <a:cubicBezTo>
                    <a:pt x="14" y="9"/>
                    <a:pt x="13" y="9"/>
                    <a:pt x="12" y="10"/>
                  </a:cubicBezTo>
                  <a:cubicBezTo>
                    <a:pt x="14" y="7"/>
                    <a:pt x="17" y="2"/>
                    <a:pt x="19" y="1"/>
                  </a:cubicBezTo>
                </a:path>
              </a:pathLst>
            </a:custGeom>
            <a:solidFill>
              <a:srgbClr val="6727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8685" name="Freeform 187">
              <a:extLst>
                <a:ext uri="{FF2B5EF4-FFF2-40B4-BE49-F238E27FC236}">
                  <a16:creationId xmlns:a16="http://schemas.microsoft.com/office/drawing/2014/main" id="{43D2A8D5-6C9C-450E-9A77-8EFD86070F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6" y="1036"/>
              <a:ext cx="24" cy="26"/>
            </a:xfrm>
            <a:custGeom>
              <a:avLst/>
              <a:gdLst>
                <a:gd name="T0" fmla="*/ 61 w 15"/>
                <a:gd name="T1" fmla="*/ 0 h 16"/>
                <a:gd name="T2" fmla="*/ 42 w 15"/>
                <a:gd name="T3" fmla="*/ 8 h 16"/>
                <a:gd name="T4" fmla="*/ 0 w 15"/>
                <a:gd name="T5" fmla="*/ 47 h 16"/>
                <a:gd name="T6" fmla="*/ 35 w 15"/>
                <a:gd name="T7" fmla="*/ 26 h 16"/>
                <a:gd name="T8" fmla="*/ 5 w 15"/>
                <a:gd name="T9" fmla="*/ 54 h 16"/>
                <a:gd name="T10" fmla="*/ 26 w 15"/>
                <a:gd name="T11" fmla="*/ 47 h 16"/>
                <a:gd name="T12" fmla="*/ 13 w 15"/>
                <a:gd name="T13" fmla="*/ 68 h 16"/>
                <a:gd name="T14" fmla="*/ 48 w 15"/>
                <a:gd name="T15" fmla="*/ 39 h 16"/>
                <a:gd name="T16" fmla="*/ 16 w 15"/>
                <a:gd name="T17" fmla="*/ 47 h 16"/>
                <a:gd name="T18" fmla="*/ 48 w 15"/>
                <a:gd name="T19" fmla="*/ 18 h 16"/>
                <a:gd name="T20" fmla="*/ 42 w 15"/>
                <a:gd name="T21" fmla="*/ 18 h 16"/>
                <a:gd name="T22" fmla="*/ 46 w 15"/>
                <a:gd name="T23" fmla="*/ 13 h 1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5" h="16">
                  <a:moveTo>
                    <a:pt x="15" y="0"/>
                  </a:moveTo>
                  <a:cubicBezTo>
                    <a:pt x="14" y="0"/>
                    <a:pt x="11" y="1"/>
                    <a:pt x="10" y="2"/>
                  </a:cubicBezTo>
                  <a:cubicBezTo>
                    <a:pt x="6" y="4"/>
                    <a:pt x="3" y="7"/>
                    <a:pt x="0" y="11"/>
                  </a:cubicBezTo>
                  <a:cubicBezTo>
                    <a:pt x="3" y="8"/>
                    <a:pt x="6" y="6"/>
                    <a:pt x="9" y="6"/>
                  </a:cubicBezTo>
                  <a:cubicBezTo>
                    <a:pt x="7" y="8"/>
                    <a:pt x="4" y="10"/>
                    <a:pt x="1" y="12"/>
                  </a:cubicBezTo>
                  <a:cubicBezTo>
                    <a:pt x="3" y="12"/>
                    <a:pt x="4" y="11"/>
                    <a:pt x="6" y="11"/>
                  </a:cubicBezTo>
                  <a:cubicBezTo>
                    <a:pt x="5" y="12"/>
                    <a:pt x="3" y="14"/>
                    <a:pt x="3" y="16"/>
                  </a:cubicBezTo>
                  <a:cubicBezTo>
                    <a:pt x="5" y="14"/>
                    <a:pt x="11" y="12"/>
                    <a:pt x="12" y="9"/>
                  </a:cubicBezTo>
                  <a:cubicBezTo>
                    <a:pt x="9" y="9"/>
                    <a:pt x="7" y="11"/>
                    <a:pt x="4" y="11"/>
                  </a:cubicBezTo>
                  <a:cubicBezTo>
                    <a:pt x="7" y="9"/>
                    <a:pt x="11" y="7"/>
                    <a:pt x="12" y="4"/>
                  </a:cubicBezTo>
                  <a:cubicBezTo>
                    <a:pt x="11" y="4"/>
                    <a:pt x="11" y="4"/>
                    <a:pt x="10" y="4"/>
                  </a:cubicBezTo>
                  <a:cubicBezTo>
                    <a:pt x="11" y="3"/>
                    <a:pt x="11" y="3"/>
                    <a:pt x="11" y="3"/>
                  </a:cubicBezTo>
                </a:path>
              </a:pathLst>
            </a:custGeom>
            <a:solidFill>
              <a:srgbClr val="6727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8686" name="Freeform 188">
              <a:extLst>
                <a:ext uri="{FF2B5EF4-FFF2-40B4-BE49-F238E27FC236}">
                  <a16:creationId xmlns:a16="http://schemas.microsoft.com/office/drawing/2014/main" id="{9A3710B7-D162-4498-9E43-9AAC475241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2" y="1077"/>
              <a:ext cx="25" cy="24"/>
            </a:xfrm>
            <a:custGeom>
              <a:avLst/>
              <a:gdLst>
                <a:gd name="T0" fmla="*/ 70 w 15"/>
                <a:gd name="T1" fmla="*/ 0 h 15"/>
                <a:gd name="T2" fmla="*/ 47 w 15"/>
                <a:gd name="T3" fmla="*/ 8 h 15"/>
                <a:gd name="T4" fmla="*/ 0 w 15"/>
                <a:gd name="T5" fmla="*/ 26 h 15"/>
                <a:gd name="T6" fmla="*/ 37 w 15"/>
                <a:gd name="T7" fmla="*/ 21 h 15"/>
                <a:gd name="T8" fmla="*/ 8 w 15"/>
                <a:gd name="T9" fmla="*/ 35 h 15"/>
                <a:gd name="T10" fmla="*/ 33 w 15"/>
                <a:gd name="T11" fmla="*/ 35 h 15"/>
                <a:gd name="T12" fmla="*/ 22 w 15"/>
                <a:gd name="T13" fmla="*/ 48 h 15"/>
                <a:gd name="T14" fmla="*/ 42 w 15"/>
                <a:gd name="T15" fmla="*/ 48 h 15"/>
                <a:gd name="T16" fmla="*/ 33 w 15"/>
                <a:gd name="T17" fmla="*/ 61 h 15"/>
                <a:gd name="T18" fmla="*/ 63 w 15"/>
                <a:gd name="T19" fmla="*/ 56 h 15"/>
                <a:gd name="T20" fmla="*/ 22 w 15"/>
                <a:gd name="T21" fmla="*/ 54 h 15"/>
                <a:gd name="T22" fmla="*/ 37 w 15"/>
                <a:gd name="T23" fmla="*/ 42 h 15"/>
                <a:gd name="T24" fmla="*/ 22 w 15"/>
                <a:gd name="T25" fmla="*/ 42 h 15"/>
                <a:gd name="T26" fmla="*/ 47 w 15"/>
                <a:gd name="T27" fmla="*/ 21 h 15"/>
                <a:gd name="T28" fmla="*/ 47 w 15"/>
                <a:gd name="T29" fmla="*/ 16 h 15"/>
                <a:gd name="T30" fmla="*/ 70 w 15"/>
                <a:gd name="T31" fmla="*/ 0 h 15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5" h="15">
                  <a:moveTo>
                    <a:pt x="15" y="0"/>
                  </a:moveTo>
                  <a:cubicBezTo>
                    <a:pt x="14" y="2"/>
                    <a:pt x="11" y="1"/>
                    <a:pt x="10" y="2"/>
                  </a:cubicBezTo>
                  <a:cubicBezTo>
                    <a:pt x="6" y="2"/>
                    <a:pt x="3" y="4"/>
                    <a:pt x="0" y="6"/>
                  </a:cubicBezTo>
                  <a:cubicBezTo>
                    <a:pt x="3" y="6"/>
                    <a:pt x="5" y="5"/>
                    <a:pt x="8" y="5"/>
                  </a:cubicBezTo>
                  <a:cubicBezTo>
                    <a:pt x="6" y="6"/>
                    <a:pt x="3" y="7"/>
                    <a:pt x="2" y="9"/>
                  </a:cubicBezTo>
                  <a:cubicBezTo>
                    <a:pt x="4" y="9"/>
                    <a:pt x="5" y="9"/>
                    <a:pt x="7" y="9"/>
                  </a:cubicBezTo>
                  <a:cubicBezTo>
                    <a:pt x="6" y="10"/>
                    <a:pt x="5" y="11"/>
                    <a:pt x="5" y="12"/>
                  </a:cubicBezTo>
                  <a:cubicBezTo>
                    <a:pt x="6" y="13"/>
                    <a:pt x="7" y="12"/>
                    <a:pt x="9" y="12"/>
                  </a:cubicBezTo>
                  <a:cubicBezTo>
                    <a:pt x="8" y="13"/>
                    <a:pt x="7" y="14"/>
                    <a:pt x="7" y="15"/>
                  </a:cubicBezTo>
                  <a:cubicBezTo>
                    <a:pt x="9" y="15"/>
                    <a:pt x="11" y="14"/>
                    <a:pt x="14" y="14"/>
                  </a:cubicBezTo>
                  <a:cubicBezTo>
                    <a:pt x="11" y="14"/>
                    <a:pt x="7" y="14"/>
                    <a:pt x="5" y="13"/>
                  </a:cubicBezTo>
                  <a:cubicBezTo>
                    <a:pt x="5" y="12"/>
                    <a:pt x="7" y="11"/>
                    <a:pt x="8" y="10"/>
                  </a:cubicBezTo>
                  <a:cubicBezTo>
                    <a:pt x="7" y="10"/>
                    <a:pt x="6" y="10"/>
                    <a:pt x="5" y="10"/>
                  </a:cubicBezTo>
                  <a:cubicBezTo>
                    <a:pt x="7" y="8"/>
                    <a:pt x="10" y="7"/>
                    <a:pt x="10" y="5"/>
                  </a:cubicBezTo>
                  <a:cubicBezTo>
                    <a:pt x="10" y="5"/>
                    <a:pt x="10" y="5"/>
                    <a:pt x="10" y="4"/>
                  </a:cubicBezTo>
                  <a:cubicBezTo>
                    <a:pt x="10" y="3"/>
                    <a:pt x="13" y="1"/>
                    <a:pt x="15" y="0"/>
                  </a:cubicBezTo>
                </a:path>
              </a:pathLst>
            </a:custGeom>
            <a:solidFill>
              <a:srgbClr val="6727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8687" name="Freeform 189">
              <a:extLst>
                <a:ext uri="{FF2B5EF4-FFF2-40B4-BE49-F238E27FC236}">
                  <a16:creationId xmlns:a16="http://schemas.microsoft.com/office/drawing/2014/main" id="{A7246C7E-DE9C-4458-8966-2FBD06AE714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8" y="1135"/>
              <a:ext cx="29" cy="71"/>
            </a:xfrm>
            <a:custGeom>
              <a:avLst/>
              <a:gdLst>
                <a:gd name="T0" fmla="*/ 71 w 18"/>
                <a:gd name="T1" fmla="*/ 0 h 44"/>
                <a:gd name="T2" fmla="*/ 50 w 18"/>
                <a:gd name="T3" fmla="*/ 102 h 44"/>
                <a:gd name="T4" fmla="*/ 8 w 18"/>
                <a:gd name="T5" fmla="*/ 186 h 44"/>
                <a:gd name="T6" fmla="*/ 50 w 18"/>
                <a:gd name="T7" fmla="*/ 110 h 44"/>
                <a:gd name="T8" fmla="*/ 34 w 18"/>
                <a:gd name="T9" fmla="*/ 152 h 44"/>
                <a:gd name="T10" fmla="*/ 68 w 18"/>
                <a:gd name="T11" fmla="*/ 84 h 44"/>
                <a:gd name="T12" fmla="*/ 68 w 18"/>
                <a:gd name="T13" fmla="*/ 102 h 44"/>
                <a:gd name="T14" fmla="*/ 76 w 18"/>
                <a:gd name="T15" fmla="*/ 60 h 44"/>
                <a:gd name="T16" fmla="*/ 71 w 18"/>
                <a:gd name="T17" fmla="*/ 5 h 4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" h="44">
                  <a:moveTo>
                    <a:pt x="17" y="0"/>
                  </a:moveTo>
                  <a:cubicBezTo>
                    <a:pt x="17" y="9"/>
                    <a:pt x="18" y="17"/>
                    <a:pt x="12" y="24"/>
                  </a:cubicBezTo>
                  <a:cubicBezTo>
                    <a:pt x="9" y="29"/>
                    <a:pt x="0" y="37"/>
                    <a:pt x="2" y="44"/>
                  </a:cubicBezTo>
                  <a:cubicBezTo>
                    <a:pt x="3" y="38"/>
                    <a:pt x="8" y="32"/>
                    <a:pt x="12" y="26"/>
                  </a:cubicBezTo>
                  <a:cubicBezTo>
                    <a:pt x="10" y="29"/>
                    <a:pt x="8" y="32"/>
                    <a:pt x="8" y="36"/>
                  </a:cubicBezTo>
                  <a:cubicBezTo>
                    <a:pt x="12" y="31"/>
                    <a:pt x="13" y="24"/>
                    <a:pt x="16" y="20"/>
                  </a:cubicBezTo>
                  <a:cubicBezTo>
                    <a:pt x="17" y="21"/>
                    <a:pt x="16" y="23"/>
                    <a:pt x="16" y="24"/>
                  </a:cubicBezTo>
                  <a:cubicBezTo>
                    <a:pt x="16" y="21"/>
                    <a:pt x="17" y="18"/>
                    <a:pt x="18" y="14"/>
                  </a:cubicBezTo>
                  <a:cubicBezTo>
                    <a:pt x="18" y="10"/>
                    <a:pt x="18" y="5"/>
                    <a:pt x="17" y="1"/>
                  </a:cubicBezTo>
                </a:path>
              </a:pathLst>
            </a:custGeom>
            <a:solidFill>
              <a:srgbClr val="6727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8688" name="Freeform 190">
              <a:extLst>
                <a:ext uri="{FF2B5EF4-FFF2-40B4-BE49-F238E27FC236}">
                  <a16:creationId xmlns:a16="http://schemas.microsoft.com/office/drawing/2014/main" id="{D34B4ED4-CD21-4660-B7C8-FDC48C66DD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1" y="1164"/>
              <a:ext cx="29" cy="88"/>
            </a:xfrm>
            <a:custGeom>
              <a:avLst/>
              <a:gdLst>
                <a:gd name="T0" fmla="*/ 50 w 18"/>
                <a:gd name="T1" fmla="*/ 0 h 55"/>
                <a:gd name="T2" fmla="*/ 68 w 18"/>
                <a:gd name="T3" fmla="*/ 42 h 55"/>
                <a:gd name="T4" fmla="*/ 63 w 18"/>
                <a:gd name="T5" fmla="*/ 118 h 55"/>
                <a:gd name="T6" fmla="*/ 26 w 18"/>
                <a:gd name="T7" fmla="*/ 176 h 55"/>
                <a:gd name="T8" fmla="*/ 0 w 18"/>
                <a:gd name="T9" fmla="*/ 226 h 55"/>
                <a:gd name="T10" fmla="*/ 39 w 18"/>
                <a:gd name="T11" fmla="*/ 131 h 55"/>
                <a:gd name="T12" fmla="*/ 21 w 18"/>
                <a:gd name="T13" fmla="*/ 157 h 55"/>
                <a:gd name="T14" fmla="*/ 47 w 18"/>
                <a:gd name="T15" fmla="*/ 61 h 55"/>
                <a:gd name="T16" fmla="*/ 50 w 18"/>
                <a:gd name="T17" fmla="*/ 107 h 55"/>
                <a:gd name="T18" fmla="*/ 39 w 18"/>
                <a:gd name="T19" fmla="*/ 26 h 55"/>
                <a:gd name="T20" fmla="*/ 60 w 18"/>
                <a:gd name="T21" fmla="*/ 46 h 55"/>
                <a:gd name="T22" fmla="*/ 50 w 18"/>
                <a:gd name="T23" fmla="*/ 8 h 5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8" h="55">
                  <a:moveTo>
                    <a:pt x="12" y="0"/>
                  </a:moveTo>
                  <a:cubicBezTo>
                    <a:pt x="11" y="4"/>
                    <a:pt x="15" y="7"/>
                    <a:pt x="16" y="10"/>
                  </a:cubicBezTo>
                  <a:cubicBezTo>
                    <a:pt x="18" y="16"/>
                    <a:pt x="17" y="23"/>
                    <a:pt x="15" y="29"/>
                  </a:cubicBezTo>
                  <a:cubicBezTo>
                    <a:pt x="13" y="35"/>
                    <a:pt x="9" y="38"/>
                    <a:pt x="6" y="43"/>
                  </a:cubicBezTo>
                  <a:cubicBezTo>
                    <a:pt x="4" y="46"/>
                    <a:pt x="0" y="52"/>
                    <a:pt x="0" y="55"/>
                  </a:cubicBezTo>
                  <a:cubicBezTo>
                    <a:pt x="3" y="47"/>
                    <a:pt x="4" y="39"/>
                    <a:pt x="9" y="32"/>
                  </a:cubicBezTo>
                  <a:cubicBezTo>
                    <a:pt x="7" y="34"/>
                    <a:pt x="6" y="36"/>
                    <a:pt x="5" y="38"/>
                  </a:cubicBezTo>
                  <a:cubicBezTo>
                    <a:pt x="7" y="30"/>
                    <a:pt x="16" y="24"/>
                    <a:pt x="11" y="15"/>
                  </a:cubicBezTo>
                  <a:cubicBezTo>
                    <a:pt x="10" y="19"/>
                    <a:pt x="12" y="22"/>
                    <a:pt x="12" y="26"/>
                  </a:cubicBezTo>
                  <a:cubicBezTo>
                    <a:pt x="12" y="19"/>
                    <a:pt x="9" y="12"/>
                    <a:pt x="9" y="6"/>
                  </a:cubicBezTo>
                  <a:cubicBezTo>
                    <a:pt x="10" y="8"/>
                    <a:pt x="11" y="11"/>
                    <a:pt x="14" y="11"/>
                  </a:cubicBezTo>
                  <a:cubicBezTo>
                    <a:pt x="15" y="8"/>
                    <a:pt x="12" y="5"/>
                    <a:pt x="12" y="2"/>
                  </a:cubicBezTo>
                </a:path>
              </a:pathLst>
            </a:custGeom>
            <a:solidFill>
              <a:srgbClr val="571E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8689" name="Freeform 191">
              <a:extLst>
                <a:ext uri="{FF2B5EF4-FFF2-40B4-BE49-F238E27FC236}">
                  <a16:creationId xmlns:a16="http://schemas.microsoft.com/office/drawing/2014/main" id="{D8AAD628-1316-48E1-80A4-9838B0AB542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3" y="1006"/>
              <a:ext cx="25" cy="98"/>
            </a:xfrm>
            <a:custGeom>
              <a:avLst/>
              <a:gdLst>
                <a:gd name="T0" fmla="*/ 70 w 15"/>
                <a:gd name="T1" fmla="*/ 0 h 61"/>
                <a:gd name="T2" fmla="*/ 50 w 15"/>
                <a:gd name="T3" fmla="*/ 63 h 61"/>
                <a:gd name="T4" fmla="*/ 42 w 15"/>
                <a:gd name="T5" fmla="*/ 116 h 61"/>
                <a:gd name="T6" fmla="*/ 13 w 15"/>
                <a:gd name="T7" fmla="*/ 149 h 61"/>
                <a:gd name="T8" fmla="*/ 0 w 15"/>
                <a:gd name="T9" fmla="*/ 217 h 61"/>
                <a:gd name="T10" fmla="*/ 20 w 15"/>
                <a:gd name="T11" fmla="*/ 170 h 61"/>
                <a:gd name="T12" fmla="*/ 20 w 15"/>
                <a:gd name="T13" fmla="*/ 199 h 61"/>
                <a:gd name="T14" fmla="*/ 55 w 15"/>
                <a:gd name="T15" fmla="*/ 124 h 61"/>
                <a:gd name="T16" fmla="*/ 55 w 15"/>
                <a:gd name="T17" fmla="*/ 252 h 61"/>
                <a:gd name="T18" fmla="*/ 70 w 15"/>
                <a:gd name="T19" fmla="*/ 129 h 61"/>
                <a:gd name="T20" fmla="*/ 62 w 15"/>
                <a:gd name="T21" fmla="*/ 165 h 61"/>
                <a:gd name="T22" fmla="*/ 70 w 15"/>
                <a:gd name="T23" fmla="*/ 95 h 61"/>
                <a:gd name="T24" fmla="*/ 50 w 15"/>
                <a:gd name="T25" fmla="*/ 124 h 61"/>
                <a:gd name="T26" fmla="*/ 63 w 15"/>
                <a:gd name="T27" fmla="*/ 5 h 6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5" h="61">
                  <a:moveTo>
                    <a:pt x="15" y="0"/>
                  </a:moveTo>
                  <a:cubicBezTo>
                    <a:pt x="13" y="5"/>
                    <a:pt x="11" y="10"/>
                    <a:pt x="11" y="15"/>
                  </a:cubicBezTo>
                  <a:cubicBezTo>
                    <a:pt x="10" y="20"/>
                    <a:pt x="11" y="24"/>
                    <a:pt x="9" y="28"/>
                  </a:cubicBezTo>
                  <a:cubicBezTo>
                    <a:pt x="7" y="31"/>
                    <a:pt x="5" y="33"/>
                    <a:pt x="3" y="36"/>
                  </a:cubicBezTo>
                  <a:cubicBezTo>
                    <a:pt x="0" y="41"/>
                    <a:pt x="0" y="47"/>
                    <a:pt x="0" y="52"/>
                  </a:cubicBezTo>
                  <a:cubicBezTo>
                    <a:pt x="1" y="48"/>
                    <a:pt x="2" y="45"/>
                    <a:pt x="4" y="41"/>
                  </a:cubicBezTo>
                  <a:cubicBezTo>
                    <a:pt x="4" y="43"/>
                    <a:pt x="3" y="46"/>
                    <a:pt x="4" y="48"/>
                  </a:cubicBezTo>
                  <a:cubicBezTo>
                    <a:pt x="5" y="41"/>
                    <a:pt x="7" y="37"/>
                    <a:pt x="12" y="30"/>
                  </a:cubicBezTo>
                  <a:cubicBezTo>
                    <a:pt x="7" y="39"/>
                    <a:pt x="7" y="52"/>
                    <a:pt x="12" y="61"/>
                  </a:cubicBezTo>
                  <a:cubicBezTo>
                    <a:pt x="9" y="53"/>
                    <a:pt x="9" y="37"/>
                    <a:pt x="15" y="31"/>
                  </a:cubicBezTo>
                  <a:cubicBezTo>
                    <a:pt x="14" y="34"/>
                    <a:pt x="13" y="37"/>
                    <a:pt x="13" y="40"/>
                  </a:cubicBezTo>
                  <a:cubicBezTo>
                    <a:pt x="13" y="34"/>
                    <a:pt x="15" y="29"/>
                    <a:pt x="15" y="23"/>
                  </a:cubicBezTo>
                  <a:cubicBezTo>
                    <a:pt x="14" y="25"/>
                    <a:pt x="11" y="28"/>
                    <a:pt x="11" y="30"/>
                  </a:cubicBezTo>
                  <a:cubicBezTo>
                    <a:pt x="13" y="20"/>
                    <a:pt x="13" y="11"/>
                    <a:pt x="14" y="1"/>
                  </a:cubicBezTo>
                </a:path>
              </a:pathLst>
            </a:custGeom>
            <a:solidFill>
              <a:srgbClr val="571E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8690" name="Freeform 192">
              <a:extLst>
                <a:ext uri="{FF2B5EF4-FFF2-40B4-BE49-F238E27FC236}">
                  <a16:creationId xmlns:a16="http://schemas.microsoft.com/office/drawing/2014/main" id="{6AF453CD-53DE-421E-A100-DCFF9E307CD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2" y="980"/>
              <a:ext cx="42" cy="39"/>
            </a:xfrm>
            <a:custGeom>
              <a:avLst/>
              <a:gdLst>
                <a:gd name="T0" fmla="*/ 97 w 26"/>
                <a:gd name="T1" fmla="*/ 0 h 24"/>
                <a:gd name="T2" fmla="*/ 47 w 26"/>
                <a:gd name="T3" fmla="*/ 29 h 24"/>
                <a:gd name="T4" fmla="*/ 0 w 26"/>
                <a:gd name="T5" fmla="*/ 89 h 24"/>
                <a:gd name="T6" fmla="*/ 26 w 26"/>
                <a:gd name="T7" fmla="*/ 63 h 24"/>
                <a:gd name="T8" fmla="*/ 5 w 26"/>
                <a:gd name="T9" fmla="*/ 88 h 24"/>
                <a:gd name="T10" fmla="*/ 21 w 26"/>
                <a:gd name="T11" fmla="*/ 75 h 24"/>
                <a:gd name="T12" fmla="*/ 5 w 26"/>
                <a:gd name="T13" fmla="*/ 102 h 24"/>
                <a:gd name="T14" fmla="*/ 29 w 26"/>
                <a:gd name="T15" fmla="*/ 81 h 24"/>
                <a:gd name="T16" fmla="*/ 16 w 26"/>
                <a:gd name="T17" fmla="*/ 98 h 24"/>
                <a:gd name="T18" fmla="*/ 39 w 26"/>
                <a:gd name="T19" fmla="*/ 81 h 24"/>
                <a:gd name="T20" fmla="*/ 71 w 26"/>
                <a:gd name="T21" fmla="*/ 47 h 24"/>
                <a:gd name="T22" fmla="*/ 110 w 26"/>
                <a:gd name="T23" fmla="*/ 21 h 24"/>
                <a:gd name="T24" fmla="*/ 39 w 26"/>
                <a:gd name="T25" fmla="*/ 63 h 24"/>
                <a:gd name="T26" fmla="*/ 76 w 26"/>
                <a:gd name="T27" fmla="*/ 29 h 24"/>
                <a:gd name="T28" fmla="*/ 50 w 26"/>
                <a:gd name="T29" fmla="*/ 47 h 24"/>
                <a:gd name="T30" fmla="*/ 81 w 26"/>
                <a:gd name="T31" fmla="*/ 18 h 24"/>
                <a:gd name="T32" fmla="*/ 71 w 26"/>
                <a:gd name="T33" fmla="*/ 21 h 24"/>
                <a:gd name="T34" fmla="*/ 94 w 26"/>
                <a:gd name="T35" fmla="*/ 5 h 24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26" h="24">
                  <a:moveTo>
                    <a:pt x="23" y="0"/>
                  </a:moveTo>
                  <a:cubicBezTo>
                    <a:pt x="19" y="0"/>
                    <a:pt x="14" y="3"/>
                    <a:pt x="11" y="7"/>
                  </a:cubicBezTo>
                  <a:cubicBezTo>
                    <a:pt x="7" y="11"/>
                    <a:pt x="2" y="16"/>
                    <a:pt x="0" y="21"/>
                  </a:cubicBezTo>
                  <a:cubicBezTo>
                    <a:pt x="1" y="19"/>
                    <a:pt x="3" y="16"/>
                    <a:pt x="6" y="15"/>
                  </a:cubicBezTo>
                  <a:cubicBezTo>
                    <a:pt x="4" y="17"/>
                    <a:pt x="2" y="18"/>
                    <a:pt x="1" y="20"/>
                  </a:cubicBezTo>
                  <a:cubicBezTo>
                    <a:pt x="3" y="19"/>
                    <a:pt x="4" y="18"/>
                    <a:pt x="5" y="17"/>
                  </a:cubicBezTo>
                  <a:cubicBezTo>
                    <a:pt x="4" y="20"/>
                    <a:pt x="1" y="21"/>
                    <a:pt x="1" y="24"/>
                  </a:cubicBezTo>
                  <a:cubicBezTo>
                    <a:pt x="2" y="22"/>
                    <a:pt x="5" y="20"/>
                    <a:pt x="7" y="19"/>
                  </a:cubicBezTo>
                  <a:cubicBezTo>
                    <a:pt x="6" y="20"/>
                    <a:pt x="5" y="22"/>
                    <a:pt x="4" y="23"/>
                  </a:cubicBezTo>
                  <a:cubicBezTo>
                    <a:pt x="5" y="21"/>
                    <a:pt x="8" y="20"/>
                    <a:pt x="9" y="19"/>
                  </a:cubicBezTo>
                  <a:cubicBezTo>
                    <a:pt x="12" y="16"/>
                    <a:pt x="14" y="13"/>
                    <a:pt x="17" y="11"/>
                  </a:cubicBezTo>
                  <a:cubicBezTo>
                    <a:pt x="20" y="8"/>
                    <a:pt x="23" y="7"/>
                    <a:pt x="26" y="5"/>
                  </a:cubicBezTo>
                  <a:cubicBezTo>
                    <a:pt x="19" y="5"/>
                    <a:pt x="14" y="12"/>
                    <a:pt x="9" y="15"/>
                  </a:cubicBezTo>
                  <a:cubicBezTo>
                    <a:pt x="12" y="12"/>
                    <a:pt x="15" y="9"/>
                    <a:pt x="18" y="7"/>
                  </a:cubicBezTo>
                  <a:cubicBezTo>
                    <a:pt x="16" y="7"/>
                    <a:pt x="13" y="9"/>
                    <a:pt x="12" y="11"/>
                  </a:cubicBezTo>
                  <a:cubicBezTo>
                    <a:pt x="14" y="9"/>
                    <a:pt x="17" y="6"/>
                    <a:pt x="19" y="4"/>
                  </a:cubicBezTo>
                  <a:cubicBezTo>
                    <a:pt x="18" y="4"/>
                    <a:pt x="17" y="5"/>
                    <a:pt x="17" y="5"/>
                  </a:cubicBezTo>
                  <a:cubicBezTo>
                    <a:pt x="18" y="4"/>
                    <a:pt x="20" y="0"/>
                    <a:pt x="22" y="1"/>
                  </a:cubicBezTo>
                </a:path>
              </a:pathLst>
            </a:custGeom>
            <a:solidFill>
              <a:srgbClr val="571E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8691" name="Freeform 193">
              <a:extLst>
                <a:ext uri="{FF2B5EF4-FFF2-40B4-BE49-F238E27FC236}">
                  <a16:creationId xmlns:a16="http://schemas.microsoft.com/office/drawing/2014/main" id="{E0CAF287-8618-4213-8F46-169BEE0FC1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1" y="988"/>
              <a:ext cx="16" cy="22"/>
            </a:xfrm>
            <a:custGeom>
              <a:avLst/>
              <a:gdLst>
                <a:gd name="T0" fmla="*/ 34 w 10"/>
                <a:gd name="T1" fmla="*/ 0 h 14"/>
                <a:gd name="T2" fmla="*/ 5 w 10"/>
                <a:gd name="T3" fmla="*/ 31 h 14"/>
                <a:gd name="T4" fmla="*/ 21 w 10"/>
                <a:gd name="T5" fmla="*/ 14 h 14"/>
                <a:gd name="T6" fmla="*/ 8 w 10"/>
                <a:gd name="T7" fmla="*/ 35 h 14"/>
                <a:gd name="T8" fmla="*/ 16 w 10"/>
                <a:gd name="T9" fmla="*/ 27 h 14"/>
                <a:gd name="T10" fmla="*/ 0 w 10"/>
                <a:gd name="T11" fmla="*/ 55 h 14"/>
                <a:gd name="T12" fmla="*/ 42 w 10"/>
                <a:gd name="T13" fmla="*/ 14 h 14"/>
                <a:gd name="T14" fmla="*/ 21 w 10"/>
                <a:gd name="T15" fmla="*/ 31 h 14"/>
                <a:gd name="T16" fmla="*/ 29 w 10"/>
                <a:gd name="T17" fmla="*/ 20 h 14"/>
                <a:gd name="T18" fmla="*/ 21 w 10"/>
                <a:gd name="T19" fmla="*/ 27 h 14"/>
                <a:gd name="T20" fmla="*/ 34 w 10"/>
                <a:gd name="T21" fmla="*/ 8 h 14"/>
                <a:gd name="T22" fmla="*/ 26 w 10"/>
                <a:gd name="T23" fmla="*/ 13 h 14"/>
                <a:gd name="T24" fmla="*/ 29 w 10"/>
                <a:gd name="T25" fmla="*/ 5 h 1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0" h="14">
                  <a:moveTo>
                    <a:pt x="8" y="0"/>
                  </a:moveTo>
                  <a:cubicBezTo>
                    <a:pt x="5" y="2"/>
                    <a:pt x="2" y="5"/>
                    <a:pt x="1" y="8"/>
                  </a:cubicBezTo>
                  <a:cubicBezTo>
                    <a:pt x="2" y="7"/>
                    <a:pt x="3" y="5"/>
                    <a:pt x="5" y="4"/>
                  </a:cubicBezTo>
                  <a:cubicBezTo>
                    <a:pt x="4" y="6"/>
                    <a:pt x="2" y="7"/>
                    <a:pt x="2" y="9"/>
                  </a:cubicBezTo>
                  <a:cubicBezTo>
                    <a:pt x="2" y="8"/>
                    <a:pt x="3" y="7"/>
                    <a:pt x="4" y="7"/>
                  </a:cubicBezTo>
                  <a:cubicBezTo>
                    <a:pt x="3" y="9"/>
                    <a:pt x="1" y="11"/>
                    <a:pt x="0" y="14"/>
                  </a:cubicBezTo>
                  <a:cubicBezTo>
                    <a:pt x="4" y="11"/>
                    <a:pt x="7" y="7"/>
                    <a:pt x="10" y="4"/>
                  </a:cubicBezTo>
                  <a:cubicBezTo>
                    <a:pt x="8" y="5"/>
                    <a:pt x="7" y="7"/>
                    <a:pt x="5" y="8"/>
                  </a:cubicBezTo>
                  <a:cubicBezTo>
                    <a:pt x="6" y="7"/>
                    <a:pt x="7" y="6"/>
                    <a:pt x="7" y="5"/>
                  </a:cubicBezTo>
                  <a:cubicBezTo>
                    <a:pt x="6" y="5"/>
                    <a:pt x="6" y="6"/>
                    <a:pt x="5" y="7"/>
                  </a:cubicBezTo>
                  <a:cubicBezTo>
                    <a:pt x="6" y="5"/>
                    <a:pt x="7" y="4"/>
                    <a:pt x="8" y="2"/>
                  </a:cubicBezTo>
                  <a:cubicBezTo>
                    <a:pt x="7" y="2"/>
                    <a:pt x="7" y="2"/>
                    <a:pt x="6" y="3"/>
                  </a:cubicBezTo>
                  <a:cubicBezTo>
                    <a:pt x="6" y="2"/>
                    <a:pt x="7" y="2"/>
                    <a:pt x="7" y="1"/>
                  </a:cubicBezTo>
                </a:path>
              </a:pathLst>
            </a:custGeom>
            <a:solidFill>
              <a:srgbClr val="6727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8692" name="Freeform 194">
              <a:extLst>
                <a:ext uri="{FF2B5EF4-FFF2-40B4-BE49-F238E27FC236}">
                  <a16:creationId xmlns:a16="http://schemas.microsoft.com/office/drawing/2014/main" id="{73D6BABE-FE36-47E2-B446-91ED1ABB093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7" y="1027"/>
              <a:ext cx="13" cy="69"/>
            </a:xfrm>
            <a:custGeom>
              <a:avLst/>
              <a:gdLst>
                <a:gd name="T0" fmla="*/ 13 w 8"/>
                <a:gd name="T1" fmla="*/ 0 h 43"/>
                <a:gd name="T2" fmla="*/ 21 w 8"/>
                <a:gd name="T3" fmla="*/ 29 h 43"/>
                <a:gd name="T4" fmla="*/ 21 w 8"/>
                <a:gd name="T5" fmla="*/ 75 h 43"/>
                <a:gd name="T6" fmla="*/ 0 w 8"/>
                <a:gd name="T7" fmla="*/ 149 h 43"/>
                <a:gd name="T8" fmla="*/ 18 w 8"/>
                <a:gd name="T9" fmla="*/ 116 h 43"/>
                <a:gd name="T10" fmla="*/ 8 w 8"/>
                <a:gd name="T11" fmla="*/ 152 h 43"/>
                <a:gd name="T12" fmla="*/ 13 w 8"/>
                <a:gd name="T13" fmla="*/ 152 h 43"/>
                <a:gd name="T14" fmla="*/ 8 w 8"/>
                <a:gd name="T15" fmla="*/ 178 h 43"/>
                <a:gd name="T16" fmla="*/ 29 w 8"/>
                <a:gd name="T17" fmla="*/ 132 h 43"/>
                <a:gd name="T18" fmla="*/ 34 w 8"/>
                <a:gd name="T19" fmla="*/ 77 h 43"/>
                <a:gd name="T20" fmla="*/ 29 w 8"/>
                <a:gd name="T21" fmla="*/ 47 h 43"/>
                <a:gd name="T22" fmla="*/ 13 w 8"/>
                <a:gd name="T23" fmla="*/ 8 h 4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8" h="43">
                  <a:moveTo>
                    <a:pt x="3" y="0"/>
                  </a:moveTo>
                  <a:cubicBezTo>
                    <a:pt x="2" y="2"/>
                    <a:pt x="4" y="5"/>
                    <a:pt x="5" y="7"/>
                  </a:cubicBezTo>
                  <a:cubicBezTo>
                    <a:pt x="5" y="10"/>
                    <a:pt x="5" y="14"/>
                    <a:pt x="5" y="18"/>
                  </a:cubicBezTo>
                  <a:cubicBezTo>
                    <a:pt x="4" y="24"/>
                    <a:pt x="2" y="30"/>
                    <a:pt x="0" y="36"/>
                  </a:cubicBezTo>
                  <a:cubicBezTo>
                    <a:pt x="1" y="34"/>
                    <a:pt x="2" y="30"/>
                    <a:pt x="4" y="28"/>
                  </a:cubicBezTo>
                  <a:cubicBezTo>
                    <a:pt x="4" y="31"/>
                    <a:pt x="3" y="34"/>
                    <a:pt x="2" y="37"/>
                  </a:cubicBezTo>
                  <a:cubicBezTo>
                    <a:pt x="2" y="37"/>
                    <a:pt x="2" y="37"/>
                    <a:pt x="3" y="37"/>
                  </a:cubicBezTo>
                  <a:cubicBezTo>
                    <a:pt x="3" y="39"/>
                    <a:pt x="2" y="41"/>
                    <a:pt x="2" y="43"/>
                  </a:cubicBezTo>
                  <a:cubicBezTo>
                    <a:pt x="3" y="39"/>
                    <a:pt x="6" y="36"/>
                    <a:pt x="7" y="32"/>
                  </a:cubicBezTo>
                  <a:cubicBezTo>
                    <a:pt x="8" y="28"/>
                    <a:pt x="8" y="23"/>
                    <a:pt x="8" y="19"/>
                  </a:cubicBezTo>
                  <a:cubicBezTo>
                    <a:pt x="8" y="16"/>
                    <a:pt x="8" y="14"/>
                    <a:pt x="7" y="11"/>
                  </a:cubicBezTo>
                  <a:cubicBezTo>
                    <a:pt x="6" y="8"/>
                    <a:pt x="5" y="4"/>
                    <a:pt x="3" y="2"/>
                  </a:cubicBezTo>
                </a:path>
              </a:pathLst>
            </a:custGeom>
            <a:solidFill>
              <a:srgbClr val="3711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</p:grpSp>
      <p:grpSp>
        <p:nvGrpSpPr>
          <p:cNvPr id="58371" name="Woman-coughing-into-hand">
            <a:extLst>
              <a:ext uri="{FF2B5EF4-FFF2-40B4-BE49-F238E27FC236}">
                <a16:creationId xmlns:a16="http://schemas.microsoft.com/office/drawing/2014/main" id="{521028A5-3C1C-4DCA-BB62-288781A2F439}"/>
              </a:ext>
            </a:extLst>
          </p:cNvPr>
          <p:cNvGrpSpPr>
            <a:grpSpLocks/>
          </p:cNvGrpSpPr>
          <p:nvPr/>
        </p:nvGrpSpPr>
        <p:grpSpPr bwMode="auto">
          <a:xfrm>
            <a:off x="6632575" y="2209800"/>
            <a:ext cx="2181225" cy="2767013"/>
            <a:chOff x="3218" y="1392"/>
            <a:chExt cx="1374" cy="1743"/>
          </a:xfrm>
        </p:grpSpPr>
        <p:sp>
          <p:nvSpPr>
            <p:cNvPr id="58372" name="Rectangle 196">
              <a:extLst>
                <a:ext uri="{FF2B5EF4-FFF2-40B4-BE49-F238E27FC236}">
                  <a16:creationId xmlns:a16="http://schemas.microsoft.com/office/drawing/2014/main" id="{E3928502-A368-4D5E-8BB0-00F5B879BF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8" y="1392"/>
              <a:ext cx="1374" cy="1743"/>
            </a:xfrm>
            <a:prstGeom prst="rect">
              <a:avLst/>
            </a:prstGeom>
            <a:solidFill>
              <a:srgbClr val="7DAD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8373" name="Freeform 197">
              <a:extLst>
                <a:ext uri="{FF2B5EF4-FFF2-40B4-BE49-F238E27FC236}">
                  <a16:creationId xmlns:a16="http://schemas.microsoft.com/office/drawing/2014/main" id="{983D36CD-3DAB-489F-8EDB-830A1BBFD7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6" y="1607"/>
              <a:ext cx="598" cy="775"/>
            </a:xfrm>
            <a:custGeom>
              <a:avLst/>
              <a:gdLst>
                <a:gd name="T0" fmla="*/ 1435 w 373"/>
                <a:gd name="T1" fmla="*/ 163 h 484"/>
                <a:gd name="T2" fmla="*/ 1529 w 373"/>
                <a:gd name="T3" fmla="*/ 436 h 484"/>
                <a:gd name="T4" fmla="*/ 1504 w 373"/>
                <a:gd name="T5" fmla="*/ 725 h 484"/>
                <a:gd name="T6" fmla="*/ 1428 w 373"/>
                <a:gd name="T7" fmla="*/ 845 h 484"/>
                <a:gd name="T8" fmla="*/ 1422 w 373"/>
                <a:gd name="T9" fmla="*/ 1057 h 484"/>
                <a:gd name="T10" fmla="*/ 1324 w 373"/>
                <a:gd name="T11" fmla="*/ 1203 h 484"/>
                <a:gd name="T12" fmla="*/ 1273 w 373"/>
                <a:gd name="T13" fmla="*/ 1276 h 484"/>
                <a:gd name="T14" fmla="*/ 1201 w 373"/>
                <a:gd name="T15" fmla="*/ 1399 h 484"/>
                <a:gd name="T16" fmla="*/ 1154 w 373"/>
                <a:gd name="T17" fmla="*/ 1508 h 484"/>
                <a:gd name="T18" fmla="*/ 887 w 373"/>
                <a:gd name="T19" fmla="*/ 1638 h 484"/>
                <a:gd name="T20" fmla="*/ 814 w 373"/>
                <a:gd name="T21" fmla="*/ 1782 h 484"/>
                <a:gd name="T22" fmla="*/ 895 w 373"/>
                <a:gd name="T23" fmla="*/ 1877 h 484"/>
                <a:gd name="T24" fmla="*/ 378 w 373"/>
                <a:gd name="T25" fmla="*/ 1838 h 484"/>
                <a:gd name="T26" fmla="*/ 35 w 373"/>
                <a:gd name="T27" fmla="*/ 1374 h 484"/>
                <a:gd name="T28" fmla="*/ 301 w 373"/>
                <a:gd name="T29" fmla="*/ 874 h 484"/>
                <a:gd name="T30" fmla="*/ 255 w 373"/>
                <a:gd name="T31" fmla="*/ 541 h 484"/>
                <a:gd name="T32" fmla="*/ 417 w 373"/>
                <a:gd name="T33" fmla="*/ 592 h 484"/>
                <a:gd name="T34" fmla="*/ 547 w 373"/>
                <a:gd name="T35" fmla="*/ 287 h 484"/>
                <a:gd name="T36" fmla="*/ 1159 w 373"/>
                <a:gd name="T37" fmla="*/ 5 h 484"/>
                <a:gd name="T38" fmla="*/ 1435 w 373"/>
                <a:gd name="T39" fmla="*/ 163 h 484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373" h="484">
                  <a:moveTo>
                    <a:pt x="348" y="40"/>
                  </a:moveTo>
                  <a:cubicBezTo>
                    <a:pt x="348" y="40"/>
                    <a:pt x="369" y="69"/>
                    <a:pt x="371" y="106"/>
                  </a:cubicBezTo>
                  <a:cubicBezTo>
                    <a:pt x="373" y="144"/>
                    <a:pt x="372" y="165"/>
                    <a:pt x="365" y="177"/>
                  </a:cubicBezTo>
                  <a:cubicBezTo>
                    <a:pt x="359" y="189"/>
                    <a:pt x="346" y="198"/>
                    <a:pt x="347" y="206"/>
                  </a:cubicBezTo>
                  <a:cubicBezTo>
                    <a:pt x="348" y="214"/>
                    <a:pt x="351" y="240"/>
                    <a:pt x="345" y="257"/>
                  </a:cubicBezTo>
                  <a:cubicBezTo>
                    <a:pt x="339" y="273"/>
                    <a:pt x="326" y="286"/>
                    <a:pt x="321" y="293"/>
                  </a:cubicBezTo>
                  <a:cubicBezTo>
                    <a:pt x="317" y="300"/>
                    <a:pt x="311" y="307"/>
                    <a:pt x="309" y="311"/>
                  </a:cubicBezTo>
                  <a:cubicBezTo>
                    <a:pt x="306" y="315"/>
                    <a:pt x="296" y="336"/>
                    <a:pt x="291" y="341"/>
                  </a:cubicBezTo>
                  <a:cubicBezTo>
                    <a:pt x="286" y="346"/>
                    <a:pt x="281" y="358"/>
                    <a:pt x="280" y="367"/>
                  </a:cubicBezTo>
                  <a:cubicBezTo>
                    <a:pt x="279" y="375"/>
                    <a:pt x="264" y="401"/>
                    <a:pt x="215" y="399"/>
                  </a:cubicBezTo>
                  <a:cubicBezTo>
                    <a:pt x="215" y="399"/>
                    <a:pt x="195" y="432"/>
                    <a:pt x="198" y="434"/>
                  </a:cubicBezTo>
                  <a:cubicBezTo>
                    <a:pt x="202" y="437"/>
                    <a:pt x="217" y="449"/>
                    <a:pt x="217" y="457"/>
                  </a:cubicBezTo>
                  <a:cubicBezTo>
                    <a:pt x="216" y="464"/>
                    <a:pt x="130" y="484"/>
                    <a:pt x="92" y="448"/>
                  </a:cubicBezTo>
                  <a:cubicBezTo>
                    <a:pt x="53" y="412"/>
                    <a:pt x="0" y="353"/>
                    <a:pt x="9" y="335"/>
                  </a:cubicBezTo>
                  <a:cubicBezTo>
                    <a:pt x="9" y="335"/>
                    <a:pt x="87" y="284"/>
                    <a:pt x="73" y="213"/>
                  </a:cubicBezTo>
                  <a:cubicBezTo>
                    <a:pt x="73" y="213"/>
                    <a:pt x="38" y="164"/>
                    <a:pt x="62" y="132"/>
                  </a:cubicBezTo>
                  <a:cubicBezTo>
                    <a:pt x="73" y="118"/>
                    <a:pt x="94" y="136"/>
                    <a:pt x="101" y="144"/>
                  </a:cubicBezTo>
                  <a:cubicBezTo>
                    <a:pt x="108" y="151"/>
                    <a:pt x="133" y="70"/>
                    <a:pt x="133" y="70"/>
                  </a:cubicBezTo>
                  <a:cubicBezTo>
                    <a:pt x="133" y="70"/>
                    <a:pt x="248" y="0"/>
                    <a:pt x="281" y="1"/>
                  </a:cubicBezTo>
                  <a:cubicBezTo>
                    <a:pt x="315" y="2"/>
                    <a:pt x="348" y="40"/>
                    <a:pt x="348" y="40"/>
                  </a:cubicBezTo>
                  <a:close/>
                </a:path>
              </a:pathLst>
            </a:custGeom>
            <a:solidFill>
              <a:srgbClr val="F8F3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8374" name="Freeform 198">
              <a:extLst>
                <a:ext uri="{FF2B5EF4-FFF2-40B4-BE49-F238E27FC236}">
                  <a16:creationId xmlns:a16="http://schemas.microsoft.com/office/drawing/2014/main" id="{CC010A26-320D-48A5-B948-18C9CC02C38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5" y="1841"/>
              <a:ext cx="83" cy="41"/>
            </a:xfrm>
            <a:custGeom>
              <a:avLst/>
              <a:gdLst>
                <a:gd name="T0" fmla="*/ 200 w 52"/>
                <a:gd name="T1" fmla="*/ 98 h 26"/>
                <a:gd name="T2" fmla="*/ 136 w 52"/>
                <a:gd name="T3" fmla="*/ 21 h 26"/>
                <a:gd name="T4" fmla="*/ 0 w 52"/>
                <a:gd name="T5" fmla="*/ 21 h 26"/>
                <a:gd name="T6" fmla="*/ 97 w 52"/>
                <a:gd name="T7" fmla="*/ 79 h 26"/>
                <a:gd name="T8" fmla="*/ 176 w 52"/>
                <a:gd name="T9" fmla="*/ 90 h 26"/>
                <a:gd name="T10" fmla="*/ 200 w 52"/>
                <a:gd name="T11" fmla="*/ 98 h 2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2" h="26">
                  <a:moveTo>
                    <a:pt x="49" y="25"/>
                  </a:moveTo>
                  <a:cubicBezTo>
                    <a:pt x="52" y="24"/>
                    <a:pt x="46" y="11"/>
                    <a:pt x="33" y="5"/>
                  </a:cubicBezTo>
                  <a:cubicBezTo>
                    <a:pt x="20" y="0"/>
                    <a:pt x="0" y="5"/>
                    <a:pt x="0" y="5"/>
                  </a:cubicBezTo>
                  <a:cubicBezTo>
                    <a:pt x="0" y="5"/>
                    <a:pt x="7" y="17"/>
                    <a:pt x="24" y="20"/>
                  </a:cubicBezTo>
                  <a:cubicBezTo>
                    <a:pt x="42" y="22"/>
                    <a:pt x="42" y="22"/>
                    <a:pt x="43" y="23"/>
                  </a:cubicBezTo>
                  <a:cubicBezTo>
                    <a:pt x="45" y="25"/>
                    <a:pt x="47" y="26"/>
                    <a:pt x="49" y="2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8375" name="Freeform 199">
              <a:extLst>
                <a:ext uri="{FF2B5EF4-FFF2-40B4-BE49-F238E27FC236}">
                  <a16:creationId xmlns:a16="http://schemas.microsoft.com/office/drawing/2014/main" id="{5A6E8F33-BFC2-4B14-BC05-148A6D00452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3" y="1887"/>
              <a:ext cx="38" cy="40"/>
            </a:xfrm>
            <a:custGeom>
              <a:avLst/>
              <a:gdLst>
                <a:gd name="T0" fmla="*/ 0 w 24"/>
                <a:gd name="T1" fmla="*/ 8 h 25"/>
                <a:gd name="T2" fmla="*/ 95 w 24"/>
                <a:gd name="T3" fmla="*/ 74 h 25"/>
                <a:gd name="T4" fmla="*/ 81 w 24"/>
                <a:gd name="T5" fmla="*/ 102 h 25"/>
                <a:gd name="T6" fmla="*/ 33 w 24"/>
                <a:gd name="T7" fmla="*/ 77 h 25"/>
                <a:gd name="T8" fmla="*/ 5 w 24"/>
                <a:gd name="T9" fmla="*/ 54 h 25"/>
                <a:gd name="T10" fmla="*/ 0 w 24"/>
                <a:gd name="T11" fmla="*/ 8 h 2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25">
                  <a:moveTo>
                    <a:pt x="0" y="2"/>
                  </a:moveTo>
                  <a:cubicBezTo>
                    <a:pt x="0" y="2"/>
                    <a:pt x="20" y="0"/>
                    <a:pt x="24" y="18"/>
                  </a:cubicBezTo>
                  <a:cubicBezTo>
                    <a:pt x="20" y="25"/>
                    <a:pt x="20" y="25"/>
                    <a:pt x="20" y="25"/>
                  </a:cubicBezTo>
                  <a:cubicBezTo>
                    <a:pt x="20" y="25"/>
                    <a:pt x="13" y="22"/>
                    <a:pt x="8" y="19"/>
                  </a:cubicBezTo>
                  <a:cubicBezTo>
                    <a:pt x="3" y="17"/>
                    <a:pt x="1" y="13"/>
                    <a:pt x="1" y="13"/>
                  </a:cubicBezTo>
                  <a:lnTo>
                    <a:pt x="0" y="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8376" name="Freeform 200">
              <a:extLst>
                <a:ext uri="{FF2B5EF4-FFF2-40B4-BE49-F238E27FC236}">
                  <a16:creationId xmlns:a16="http://schemas.microsoft.com/office/drawing/2014/main" id="{F18677FD-D292-4BA8-BF89-F1A74167E8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6" y="1607"/>
              <a:ext cx="598" cy="775"/>
            </a:xfrm>
            <a:custGeom>
              <a:avLst/>
              <a:gdLst>
                <a:gd name="T0" fmla="*/ 1435 w 373"/>
                <a:gd name="T1" fmla="*/ 163 h 484"/>
                <a:gd name="T2" fmla="*/ 1529 w 373"/>
                <a:gd name="T3" fmla="*/ 436 h 484"/>
                <a:gd name="T4" fmla="*/ 1504 w 373"/>
                <a:gd name="T5" fmla="*/ 725 h 484"/>
                <a:gd name="T6" fmla="*/ 1428 w 373"/>
                <a:gd name="T7" fmla="*/ 845 h 484"/>
                <a:gd name="T8" fmla="*/ 1422 w 373"/>
                <a:gd name="T9" fmla="*/ 1057 h 484"/>
                <a:gd name="T10" fmla="*/ 1324 w 373"/>
                <a:gd name="T11" fmla="*/ 1203 h 484"/>
                <a:gd name="T12" fmla="*/ 1273 w 373"/>
                <a:gd name="T13" fmla="*/ 1276 h 484"/>
                <a:gd name="T14" fmla="*/ 1201 w 373"/>
                <a:gd name="T15" fmla="*/ 1399 h 484"/>
                <a:gd name="T16" fmla="*/ 1154 w 373"/>
                <a:gd name="T17" fmla="*/ 1508 h 484"/>
                <a:gd name="T18" fmla="*/ 887 w 373"/>
                <a:gd name="T19" fmla="*/ 1638 h 484"/>
                <a:gd name="T20" fmla="*/ 814 w 373"/>
                <a:gd name="T21" fmla="*/ 1782 h 484"/>
                <a:gd name="T22" fmla="*/ 895 w 373"/>
                <a:gd name="T23" fmla="*/ 1877 h 484"/>
                <a:gd name="T24" fmla="*/ 378 w 373"/>
                <a:gd name="T25" fmla="*/ 1838 h 484"/>
                <a:gd name="T26" fmla="*/ 35 w 373"/>
                <a:gd name="T27" fmla="*/ 1374 h 484"/>
                <a:gd name="T28" fmla="*/ 301 w 373"/>
                <a:gd name="T29" fmla="*/ 874 h 484"/>
                <a:gd name="T30" fmla="*/ 255 w 373"/>
                <a:gd name="T31" fmla="*/ 541 h 484"/>
                <a:gd name="T32" fmla="*/ 417 w 373"/>
                <a:gd name="T33" fmla="*/ 592 h 484"/>
                <a:gd name="T34" fmla="*/ 547 w 373"/>
                <a:gd name="T35" fmla="*/ 287 h 484"/>
                <a:gd name="T36" fmla="*/ 1159 w 373"/>
                <a:gd name="T37" fmla="*/ 5 h 484"/>
                <a:gd name="T38" fmla="*/ 1435 w 373"/>
                <a:gd name="T39" fmla="*/ 163 h 484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373" h="484">
                  <a:moveTo>
                    <a:pt x="348" y="40"/>
                  </a:moveTo>
                  <a:cubicBezTo>
                    <a:pt x="348" y="40"/>
                    <a:pt x="369" y="69"/>
                    <a:pt x="371" y="106"/>
                  </a:cubicBezTo>
                  <a:cubicBezTo>
                    <a:pt x="373" y="144"/>
                    <a:pt x="372" y="165"/>
                    <a:pt x="365" y="177"/>
                  </a:cubicBezTo>
                  <a:cubicBezTo>
                    <a:pt x="359" y="189"/>
                    <a:pt x="346" y="198"/>
                    <a:pt x="347" y="206"/>
                  </a:cubicBezTo>
                  <a:cubicBezTo>
                    <a:pt x="348" y="214"/>
                    <a:pt x="351" y="240"/>
                    <a:pt x="345" y="257"/>
                  </a:cubicBezTo>
                  <a:cubicBezTo>
                    <a:pt x="339" y="273"/>
                    <a:pt x="326" y="286"/>
                    <a:pt x="321" y="293"/>
                  </a:cubicBezTo>
                  <a:cubicBezTo>
                    <a:pt x="317" y="300"/>
                    <a:pt x="311" y="307"/>
                    <a:pt x="309" y="311"/>
                  </a:cubicBezTo>
                  <a:cubicBezTo>
                    <a:pt x="306" y="315"/>
                    <a:pt x="296" y="336"/>
                    <a:pt x="291" y="341"/>
                  </a:cubicBezTo>
                  <a:cubicBezTo>
                    <a:pt x="286" y="346"/>
                    <a:pt x="281" y="358"/>
                    <a:pt x="280" y="367"/>
                  </a:cubicBezTo>
                  <a:cubicBezTo>
                    <a:pt x="279" y="375"/>
                    <a:pt x="264" y="401"/>
                    <a:pt x="215" y="399"/>
                  </a:cubicBezTo>
                  <a:cubicBezTo>
                    <a:pt x="215" y="399"/>
                    <a:pt x="195" y="432"/>
                    <a:pt x="198" y="434"/>
                  </a:cubicBezTo>
                  <a:cubicBezTo>
                    <a:pt x="202" y="437"/>
                    <a:pt x="217" y="449"/>
                    <a:pt x="217" y="457"/>
                  </a:cubicBezTo>
                  <a:cubicBezTo>
                    <a:pt x="216" y="464"/>
                    <a:pt x="130" y="484"/>
                    <a:pt x="92" y="448"/>
                  </a:cubicBezTo>
                  <a:cubicBezTo>
                    <a:pt x="53" y="412"/>
                    <a:pt x="0" y="353"/>
                    <a:pt x="9" y="335"/>
                  </a:cubicBezTo>
                  <a:cubicBezTo>
                    <a:pt x="9" y="335"/>
                    <a:pt x="87" y="284"/>
                    <a:pt x="73" y="213"/>
                  </a:cubicBezTo>
                  <a:cubicBezTo>
                    <a:pt x="73" y="213"/>
                    <a:pt x="38" y="164"/>
                    <a:pt x="62" y="132"/>
                  </a:cubicBezTo>
                  <a:cubicBezTo>
                    <a:pt x="73" y="118"/>
                    <a:pt x="94" y="136"/>
                    <a:pt x="101" y="144"/>
                  </a:cubicBezTo>
                  <a:cubicBezTo>
                    <a:pt x="108" y="151"/>
                    <a:pt x="133" y="70"/>
                    <a:pt x="133" y="70"/>
                  </a:cubicBezTo>
                  <a:cubicBezTo>
                    <a:pt x="133" y="70"/>
                    <a:pt x="248" y="0"/>
                    <a:pt x="281" y="1"/>
                  </a:cubicBezTo>
                  <a:cubicBezTo>
                    <a:pt x="315" y="2"/>
                    <a:pt x="348" y="40"/>
                    <a:pt x="348" y="40"/>
                  </a:cubicBezTo>
                  <a:close/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8377" name="Freeform 201">
              <a:extLst>
                <a:ext uri="{FF2B5EF4-FFF2-40B4-BE49-F238E27FC236}">
                  <a16:creationId xmlns:a16="http://schemas.microsoft.com/office/drawing/2014/main" id="{9D7E10BE-8EDB-4A65-9C81-6A31162CFF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1" y="1943"/>
              <a:ext cx="57" cy="40"/>
            </a:xfrm>
            <a:custGeom>
              <a:avLst/>
              <a:gdLst>
                <a:gd name="T0" fmla="*/ 0 w 35"/>
                <a:gd name="T1" fmla="*/ 0 h 25"/>
                <a:gd name="T2" fmla="*/ 29 w 35"/>
                <a:gd name="T3" fmla="*/ 42 h 25"/>
                <a:gd name="T4" fmla="*/ 64 w 35"/>
                <a:gd name="T5" fmla="*/ 67 h 25"/>
                <a:gd name="T6" fmla="*/ 147 w 35"/>
                <a:gd name="T7" fmla="*/ 67 h 25"/>
                <a:gd name="T8" fmla="*/ 117 w 35"/>
                <a:gd name="T9" fmla="*/ 98 h 25"/>
                <a:gd name="T10" fmla="*/ 68 w 35"/>
                <a:gd name="T11" fmla="*/ 90 h 25"/>
                <a:gd name="T12" fmla="*/ 0 w 35"/>
                <a:gd name="T13" fmla="*/ 21 h 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5" h="25">
                  <a:moveTo>
                    <a:pt x="0" y="0"/>
                  </a:moveTo>
                  <a:cubicBezTo>
                    <a:pt x="3" y="2"/>
                    <a:pt x="5" y="7"/>
                    <a:pt x="7" y="10"/>
                  </a:cubicBezTo>
                  <a:cubicBezTo>
                    <a:pt x="9" y="12"/>
                    <a:pt x="12" y="14"/>
                    <a:pt x="15" y="16"/>
                  </a:cubicBezTo>
                  <a:cubicBezTo>
                    <a:pt x="19" y="19"/>
                    <a:pt x="32" y="22"/>
                    <a:pt x="34" y="16"/>
                  </a:cubicBezTo>
                  <a:cubicBezTo>
                    <a:pt x="35" y="20"/>
                    <a:pt x="30" y="23"/>
                    <a:pt x="27" y="24"/>
                  </a:cubicBezTo>
                  <a:cubicBezTo>
                    <a:pt x="23" y="25"/>
                    <a:pt x="19" y="24"/>
                    <a:pt x="16" y="22"/>
                  </a:cubicBezTo>
                  <a:cubicBezTo>
                    <a:pt x="10" y="20"/>
                    <a:pt x="0" y="12"/>
                    <a:pt x="0" y="5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8378" name="Freeform 202">
              <a:extLst>
                <a:ext uri="{FF2B5EF4-FFF2-40B4-BE49-F238E27FC236}">
                  <a16:creationId xmlns:a16="http://schemas.microsoft.com/office/drawing/2014/main" id="{FE333065-6953-402F-90BF-C45A8CB6DD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9" y="1833"/>
              <a:ext cx="65" cy="97"/>
            </a:xfrm>
            <a:custGeom>
              <a:avLst/>
              <a:gdLst>
                <a:gd name="T0" fmla="*/ 8 w 41"/>
                <a:gd name="T1" fmla="*/ 129 h 61"/>
                <a:gd name="T2" fmla="*/ 43 w 41"/>
                <a:gd name="T3" fmla="*/ 21 h 61"/>
                <a:gd name="T4" fmla="*/ 103 w 41"/>
                <a:gd name="T5" fmla="*/ 102 h 61"/>
                <a:gd name="T6" fmla="*/ 103 w 41"/>
                <a:gd name="T7" fmla="*/ 129 h 61"/>
                <a:gd name="T8" fmla="*/ 103 w 41"/>
                <a:gd name="T9" fmla="*/ 151 h 61"/>
                <a:gd name="T10" fmla="*/ 143 w 41"/>
                <a:gd name="T11" fmla="*/ 189 h 61"/>
                <a:gd name="T12" fmla="*/ 73 w 41"/>
                <a:gd name="T13" fmla="*/ 231 h 61"/>
                <a:gd name="T14" fmla="*/ 60 w 41"/>
                <a:gd name="T15" fmla="*/ 226 h 61"/>
                <a:gd name="T16" fmla="*/ 128 w 41"/>
                <a:gd name="T17" fmla="*/ 240 h 61"/>
                <a:gd name="T18" fmla="*/ 151 w 41"/>
                <a:gd name="T19" fmla="*/ 213 h 61"/>
                <a:gd name="T20" fmla="*/ 120 w 41"/>
                <a:gd name="T21" fmla="*/ 151 h 61"/>
                <a:gd name="T22" fmla="*/ 108 w 41"/>
                <a:gd name="T23" fmla="*/ 114 h 61"/>
                <a:gd name="T24" fmla="*/ 95 w 41"/>
                <a:gd name="T25" fmla="*/ 60 h 61"/>
                <a:gd name="T26" fmla="*/ 40 w 41"/>
                <a:gd name="T27" fmla="*/ 5 h 61"/>
                <a:gd name="T28" fmla="*/ 5 w 41"/>
                <a:gd name="T29" fmla="*/ 60 h 61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41" h="61">
                  <a:moveTo>
                    <a:pt x="2" y="32"/>
                  </a:moveTo>
                  <a:cubicBezTo>
                    <a:pt x="0" y="23"/>
                    <a:pt x="0" y="8"/>
                    <a:pt x="11" y="5"/>
                  </a:cubicBezTo>
                  <a:cubicBezTo>
                    <a:pt x="20" y="2"/>
                    <a:pt x="24" y="18"/>
                    <a:pt x="26" y="25"/>
                  </a:cubicBezTo>
                  <a:cubicBezTo>
                    <a:pt x="26" y="27"/>
                    <a:pt x="27" y="29"/>
                    <a:pt x="26" y="32"/>
                  </a:cubicBezTo>
                  <a:cubicBezTo>
                    <a:pt x="25" y="35"/>
                    <a:pt x="24" y="35"/>
                    <a:pt x="26" y="38"/>
                  </a:cubicBezTo>
                  <a:cubicBezTo>
                    <a:pt x="28" y="42"/>
                    <a:pt x="34" y="43"/>
                    <a:pt x="36" y="47"/>
                  </a:cubicBezTo>
                  <a:cubicBezTo>
                    <a:pt x="41" y="59"/>
                    <a:pt x="24" y="58"/>
                    <a:pt x="18" y="57"/>
                  </a:cubicBezTo>
                  <a:cubicBezTo>
                    <a:pt x="17" y="56"/>
                    <a:pt x="16" y="56"/>
                    <a:pt x="15" y="56"/>
                  </a:cubicBezTo>
                  <a:cubicBezTo>
                    <a:pt x="20" y="58"/>
                    <a:pt x="27" y="61"/>
                    <a:pt x="32" y="60"/>
                  </a:cubicBezTo>
                  <a:cubicBezTo>
                    <a:pt x="36" y="60"/>
                    <a:pt x="37" y="57"/>
                    <a:pt x="38" y="53"/>
                  </a:cubicBezTo>
                  <a:cubicBezTo>
                    <a:pt x="40" y="45"/>
                    <a:pt x="34" y="43"/>
                    <a:pt x="30" y="38"/>
                  </a:cubicBezTo>
                  <a:cubicBezTo>
                    <a:pt x="27" y="35"/>
                    <a:pt x="27" y="32"/>
                    <a:pt x="27" y="28"/>
                  </a:cubicBezTo>
                  <a:cubicBezTo>
                    <a:pt x="27" y="23"/>
                    <a:pt x="26" y="19"/>
                    <a:pt x="24" y="15"/>
                  </a:cubicBezTo>
                  <a:cubicBezTo>
                    <a:pt x="22" y="10"/>
                    <a:pt x="17" y="0"/>
                    <a:pt x="10" y="1"/>
                  </a:cubicBezTo>
                  <a:cubicBezTo>
                    <a:pt x="4" y="2"/>
                    <a:pt x="0" y="9"/>
                    <a:pt x="1" y="15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8379" name="Freeform 203">
              <a:extLst>
                <a:ext uri="{FF2B5EF4-FFF2-40B4-BE49-F238E27FC236}">
                  <a16:creationId xmlns:a16="http://schemas.microsoft.com/office/drawing/2014/main" id="{D9CB374A-B1EE-4EF5-AED6-0931036616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6" y="2160"/>
              <a:ext cx="126" cy="89"/>
            </a:xfrm>
            <a:custGeom>
              <a:avLst/>
              <a:gdLst>
                <a:gd name="T0" fmla="*/ 321 w 79"/>
                <a:gd name="T1" fmla="*/ 210 h 56"/>
                <a:gd name="T2" fmla="*/ 0 w 79"/>
                <a:gd name="T3" fmla="*/ 0 h 56"/>
                <a:gd name="T4" fmla="*/ 321 w 79"/>
                <a:gd name="T5" fmla="*/ 224 h 56"/>
                <a:gd name="T6" fmla="*/ 321 w 79"/>
                <a:gd name="T7" fmla="*/ 210 h 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9" h="56">
                  <a:moveTo>
                    <a:pt x="79" y="52"/>
                  </a:moveTo>
                  <a:cubicBezTo>
                    <a:pt x="79" y="52"/>
                    <a:pt x="33" y="45"/>
                    <a:pt x="0" y="0"/>
                  </a:cubicBezTo>
                  <a:cubicBezTo>
                    <a:pt x="0" y="0"/>
                    <a:pt x="23" y="47"/>
                    <a:pt x="79" y="56"/>
                  </a:cubicBezTo>
                  <a:lnTo>
                    <a:pt x="79" y="52"/>
                  </a:ln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8380" name="Freeform 204">
              <a:extLst>
                <a:ext uri="{FF2B5EF4-FFF2-40B4-BE49-F238E27FC236}">
                  <a16:creationId xmlns:a16="http://schemas.microsoft.com/office/drawing/2014/main" id="{7209D735-7946-4CE9-8976-851335848D8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9" y="1990"/>
              <a:ext cx="73" cy="150"/>
            </a:xfrm>
            <a:custGeom>
              <a:avLst/>
              <a:gdLst>
                <a:gd name="T0" fmla="*/ 97 w 45"/>
                <a:gd name="T1" fmla="*/ 0 h 94"/>
                <a:gd name="T2" fmla="*/ 191 w 45"/>
                <a:gd name="T3" fmla="*/ 381 h 94"/>
                <a:gd name="T4" fmla="*/ 97 w 45"/>
                <a:gd name="T5" fmla="*/ 0 h 9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5" h="94">
                  <a:moveTo>
                    <a:pt x="23" y="0"/>
                  </a:moveTo>
                  <a:cubicBezTo>
                    <a:pt x="23" y="0"/>
                    <a:pt x="8" y="43"/>
                    <a:pt x="45" y="94"/>
                  </a:cubicBezTo>
                  <a:cubicBezTo>
                    <a:pt x="45" y="94"/>
                    <a:pt x="0" y="44"/>
                    <a:pt x="23" y="0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8381" name="Freeform 205">
              <a:extLst>
                <a:ext uri="{FF2B5EF4-FFF2-40B4-BE49-F238E27FC236}">
                  <a16:creationId xmlns:a16="http://schemas.microsoft.com/office/drawing/2014/main" id="{EA0B1245-E1FD-4007-86C2-42A2E195270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4" y="2116"/>
              <a:ext cx="61" cy="96"/>
            </a:xfrm>
            <a:custGeom>
              <a:avLst/>
              <a:gdLst>
                <a:gd name="T0" fmla="*/ 157 w 38"/>
                <a:gd name="T1" fmla="*/ 0 h 60"/>
                <a:gd name="T2" fmla="*/ 144 w 38"/>
                <a:gd name="T3" fmla="*/ 35 h 60"/>
                <a:gd name="T4" fmla="*/ 120 w 38"/>
                <a:gd name="T5" fmla="*/ 69 h 60"/>
                <a:gd name="T6" fmla="*/ 95 w 38"/>
                <a:gd name="T7" fmla="*/ 128 h 60"/>
                <a:gd name="T8" fmla="*/ 50 w 38"/>
                <a:gd name="T9" fmla="*/ 210 h 60"/>
                <a:gd name="T10" fmla="*/ 16 w 38"/>
                <a:gd name="T11" fmla="*/ 230 h 60"/>
                <a:gd name="T12" fmla="*/ 34 w 38"/>
                <a:gd name="T13" fmla="*/ 240 h 60"/>
                <a:gd name="T14" fmla="*/ 90 w 38"/>
                <a:gd name="T15" fmla="*/ 179 h 60"/>
                <a:gd name="T16" fmla="*/ 120 w 38"/>
                <a:gd name="T17" fmla="*/ 90 h 60"/>
                <a:gd name="T18" fmla="*/ 144 w 38"/>
                <a:gd name="T19" fmla="*/ 48 h 60"/>
                <a:gd name="T20" fmla="*/ 157 w 38"/>
                <a:gd name="T21" fmla="*/ 5 h 6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8" h="60">
                  <a:moveTo>
                    <a:pt x="38" y="0"/>
                  </a:moveTo>
                  <a:cubicBezTo>
                    <a:pt x="36" y="2"/>
                    <a:pt x="36" y="6"/>
                    <a:pt x="35" y="9"/>
                  </a:cubicBezTo>
                  <a:cubicBezTo>
                    <a:pt x="33" y="12"/>
                    <a:pt x="31" y="14"/>
                    <a:pt x="29" y="17"/>
                  </a:cubicBezTo>
                  <a:cubicBezTo>
                    <a:pt x="27" y="22"/>
                    <a:pt x="25" y="26"/>
                    <a:pt x="23" y="31"/>
                  </a:cubicBezTo>
                  <a:cubicBezTo>
                    <a:pt x="20" y="39"/>
                    <a:pt x="19" y="46"/>
                    <a:pt x="12" y="51"/>
                  </a:cubicBezTo>
                  <a:cubicBezTo>
                    <a:pt x="10" y="53"/>
                    <a:pt x="6" y="54"/>
                    <a:pt x="4" y="56"/>
                  </a:cubicBezTo>
                  <a:cubicBezTo>
                    <a:pt x="0" y="60"/>
                    <a:pt x="5" y="60"/>
                    <a:pt x="8" y="59"/>
                  </a:cubicBezTo>
                  <a:cubicBezTo>
                    <a:pt x="14" y="56"/>
                    <a:pt x="19" y="50"/>
                    <a:pt x="22" y="44"/>
                  </a:cubicBezTo>
                  <a:cubicBezTo>
                    <a:pt x="25" y="37"/>
                    <a:pt x="26" y="29"/>
                    <a:pt x="29" y="22"/>
                  </a:cubicBezTo>
                  <a:cubicBezTo>
                    <a:pt x="31" y="19"/>
                    <a:pt x="34" y="16"/>
                    <a:pt x="35" y="12"/>
                  </a:cubicBezTo>
                  <a:cubicBezTo>
                    <a:pt x="37" y="9"/>
                    <a:pt x="36" y="5"/>
                    <a:pt x="38" y="1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8382" name="Freeform 206">
              <a:extLst>
                <a:ext uri="{FF2B5EF4-FFF2-40B4-BE49-F238E27FC236}">
                  <a16:creationId xmlns:a16="http://schemas.microsoft.com/office/drawing/2014/main" id="{EC11CC0A-24CA-4331-A450-AD5835DF6E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0" y="2204"/>
              <a:ext cx="90" cy="44"/>
            </a:xfrm>
            <a:custGeom>
              <a:avLst/>
              <a:gdLst>
                <a:gd name="T0" fmla="*/ 233 w 56"/>
                <a:gd name="T1" fmla="*/ 8 h 27"/>
                <a:gd name="T2" fmla="*/ 162 w 56"/>
                <a:gd name="T3" fmla="*/ 26 h 27"/>
                <a:gd name="T4" fmla="*/ 101 w 56"/>
                <a:gd name="T5" fmla="*/ 55 h 27"/>
                <a:gd name="T6" fmla="*/ 0 w 56"/>
                <a:gd name="T7" fmla="*/ 117 h 27"/>
                <a:gd name="T8" fmla="*/ 137 w 56"/>
                <a:gd name="T9" fmla="*/ 54 h 27"/>
                <a:gd name="T10" fmla="*/ 170 w 56"/>
                <a:gd name="T11" fmla="*/ 29 h 27"/>
                <a:gd name="T12" fmla="*/ 225 w 56"/>
                <a:gd name="T13" fmla="*/ 8 h 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6" h="27">
                  <a:moveTo>
                    <a:pt x="56" y="2"/>
                  </a:moveTo>
                  <a:cubicBezTo>
                    <a:pt x="52" y="0"/>
                    <a:pt x="43" y="5"/>
                    <a:pt x="39" y="6"/>
                  </a:cubicBezTo>
                  <a:cubicBezTo>
                    <a:pt x="34" y="8"/>
                    <a:pt x="30" y="11"/>
                    <a:pt x="24" y="13"/>
                  </a:cubicBezTo>
                  <a:cubicBezTo>
                    <a:pt x="14" y="16"/>
                    <a:pt x="7" y="20"/>
                    <a:pt x="0" y="27"/>
                  </a:cubicBezTo>
                  <a:cubicBezTo>
                    <a:pt x="9" y="19"/>
                    <a:pt x="21" y="16"/>
                    <a:pt x="33" y="12"/>
                  </a:cubicBezTo>
                  <a:cubicBezTo>
                    <a:pt x="36" y="11"/>
                    <a:pt x="37" y="8"/>
                    <a:pt x="41" y="7"/>
                  </a:cubicBezTo>
                  <a:cubicBezTo>
                    <a:pt x="45" y="6"/>
                    <a:pt x="50" y="5"/>
                    <a:pt x="54" y="2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8383" name="Freeform 207">
              <a:extLst>
                <a:ext uri="{FF2B5EF4-FFF2-40B4-BE49-F238E27FC236}">
                  <a16:creationId xmlns:a16="http://schemas.microsoft.com/office/drawing/2014/main" id="{2D8565D3-BE1D-40FB-8A72-3DF202546F3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9" y="2240"/>
              <a:ext cx="25" cy="53"/>
            </a:xfrm>
            <a:custGeom>
              <a:avLst/>
              <a:gdLst>
                <a:gd name="T0" fmla="*/ 61 w 16"/>
                <a:gd name="T1" fmla="*/ 8 h 33"/>
                <a:gd name="T2" fmla="*/ 22 w 16"/>
                <a:gd name="T3" fmla="*/ 69 h 33"/>
                <a:gd name="T4" fmla="*/ 8 w 16"/>
                <a:gd name="T5" fmla="*/ 137 h 33"/>
                <a:gd name="T6" fmla="*/ 20 w 16"/>
                <a:gd name="T7" fmla="*/ 75 h 33"/>
                <a:gd name="T8" fmla="*/ 31 w 16"/>
                <a:gd name="T9" fmla="*/ 34 h 33"/>
                <a:gd name="T10" fmla="*/ 48 w 16"/>
                <a:gd name="T11" fmla="*/ 0 h 3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" h="33">
                  <a:moveTo>
                    <a:pt x="16" y="2"/>
                  </a:moveTo>
                  <a:cubicBezTo>
                    <a:pt x="10" y="5"/>
                    <a:pt x="8" y="11"/>
                    <a:pt x="6" y="17"/>
                  </a:cubicBezTo>
                  <a:cubicBezTo>
                    <a:pt x="4" y="22"/>
                    <a:pt x="3" y="28"/>
                    <a:pt x="2" y="33"/>
                  </a:cubicBezTo>
                  <a:cubicBezTo>
                    <a:pt x="0" y="29"/>
                    <a:pt x="4" y="22"/>
                    <a:pt x="5" y="18"/>
                  </a:cubicBezTo>
                  <a:cubicBezTo>
                    <a:pt x="5" y="15"/>
                    <a:pt x="6" y="11"/>
                    <a:pt x="8" y="8"/>
                  </a:cubicBezTo>
                  <a:cubicBezTo>
                    <a:pt x="9" y="6"/>
                    <a:pt x="11" y="2"/>
                    <a:pt x="13" y="0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8384" name="Freeform 208">
              <a:extLst>
                <a:ext uri="{FF2B5EF4-FFF2-40B4-BE49-F238E27FC236}">
                  <a16:creationId xmlns:a16="http://schemas.microsoft.com/office/drawing/2014/main" id="{A2AEE60E-17EC-47D4-970C-3F18B3AF028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1" y="2225"/>
              <a:ext cx="40" cy="74"/>
            </a:xfrm>
            <a:custGeom>
              <a:avLst/>
              <a:gdLst>
                <a:gd name="T0" fmla="*/ 102 w 25"/>
                <a:gd name="T1" fmla="*/ 8 h 46"/>
                <a:gd name="T2" fmla="*/ 35 w 25"/>
                <a:gd name="T3" fmla="*/ 97 h 46"/>
                <a:gd name="T4" fmla="*/ 16 w 25"/>
                <a:gd name="T5" fmla="*/ 156 h 46"/>
                <a:gd name="T6" fmla="*/ 5 w 25"/>
                <a:gd name="T7" fmla="*/ 191 h 46"/>
                <a:gd name="T8" fmla="*/ 5 w 25"/>
                <a:gd name="T9" fmla="*/ 150 h 46"/>
                <a:gd name="T10" fmla="*/ 16 w 25"/>
                <a:gd name="T11" fmla="*/ 109 h 46"/>
                <a:gd name="T12" fmla="*/ 46 w 25"/>
                <a:gd name="T13" fmla="*/ 60 h 46"/>
                <a:gd name="T14" fmla="*/ 82 w 25"/>
                <a:gd name="T15" fmla="*/ 0 h 4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5" h="46">
                  <a:moveTo>
                    <a:pt x="25" y="2"/>
                  </a:moveTo>
                  <a:cubicBezTo>
                    <a:pt x="16" y="5"/>
                    <a:pt x="12" y="15"/>
                    <a:pt x="9" y="23"/>
                  </a:cubicBezTo>
                  <a:cubicBezTo>
                    <a:pt x="7" y="28"/>
                    <a:pt x="5" y="32"/>
                    <a:pt x="4" y="37"/>
                  </a:cubicBezTo>
                  <a:cubicBezTo>
                    <a:pt x="3" y="40"/>
                    <a:pt x="1" y="43"/>
                    <a:pt x="1" y="46"/>
                  </a:cubicBezTo>
                  <a:cubicBezTo>
                    <a:pt x="0" y="43"/>
                    <a:pt x="1" y="39"/>
                    <a:pt x="1" y="36"/>
                  </a:cubicBezTo>
                  <a:cubicBezTo>
                    <a:pt x="2" y="33"/>
                    <a:pt x="3" y="29"/>
                    <a:pt x="4" y="26"/>
                  </a:cubicBezTo>
                  <a:cubicBezTo>
                    <a:pt x="6" y="22"/>
                    <a:pt x="8" y="18"/>
                    <a:pt x="11" y="14"/>
                  </a:cubicBezTo>
                  <a:cubicBezTo>
                    <a:pt x="13" y="9"/>
                    <a:pt x="16" y="2"/>
                    <a:pt x="20" y="0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8385" name="Freeform 209">
              <a:extLst>
                <a:ext uri="{FF2B5EF4-FFF2-40B4-BE49-F238E27FC236}">
                  <a16:creationId xmlns:a16="http://schemas.microsoft.com/office/drawing/2014/main" id="{D9FFA880-482F-4BD4-8290-4FA61AC098F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7" y="2294"/>
              <a:ext cx="8" cy="29"/>
            </a:xfrm>
            <a:custGeom>
              <a:avLst/>
              <a:gdLst>
                <a:gd name="T0" fmla="*/ 13 w 5"/>
                <a:gd name="T1" fmla="*/ 0 h 18"/>
                <a:gd name="T2" fmla="*/ 5 w 5"/>
                <a:gd name="T3" fmla="*/ 76 h 18"/>
                <a:gd name="T4" fmla="*/ 21 w 5"/>
                <a:gd name="T5" fmla="*/ 8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18">
                  <a:moveTo>
                    <a:pt x="3" y="0"/>
                  </a:moveTo>
                  <a:cubicBezTo>
                    <a:pt x="1" y="6"/>
                    <a:pt x="0" y="12"/>
                    <a:pt x="1" y="18"/>
                  </a:cubicBezTo>
                  <a:cubicBezTo>
                    <a:pt x="1" y="13"/>
                    <a:pt x="4" y="7"/>
                    <a:pt x="5" y="2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8386" name="Freeform 210">
              <a:extLst>
                <a:ext uri="{FF2B5EF4-FFF2-40B4-BE49-F238E27FC236}">
                  <a16:creationId xmlns:a16="http://schemas.microsoft.com/office/drawing/2014/main" id="{79240F26-9DDA-4883-B985-B39AC77F583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8" y="1778"/>
              <a:ext cx="130" cy="48"/>
            </a:xfrm>
            <a:custGeom>
              <a:avLst/>
              <a:gdLst>
                <a:gd name="T0" fmla="*/ 13 w 81"/>
                <a:gd name="T1" fmla="*/ 48 h 30"/>
                <a:gd name="T2" fmla="*/ 191 w 81"/>
                <a:gd name="T3" fmla="*/ 67 h 30"/>
                <a:gd name="T4" fmla="*/ 319 w 81"/>
                <a:gd name="T5" fmla="*/ 123 h 30"/>
                <a:gd name="T6" fmla="*/ 335 w 81"/>
                <a:gd name="T7" fmla="*/ 107 h 30"/>
                <a:gd name="T8" fmla="*/ 307 w 81"/>
                <a:gd name="T9" fmla="*/ 98 h 30"/>
                <a:gd name="T10" fmla="*/ 13 w 81"/>
                <a:gd name="T11" fmla="*/ 48 h 3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1" h="30">
                  <a:moveTo>
                    <a:pt x="3" y="12"/>
                  </a:moveTo>
                  <a:cubicBezTo>
                    <a:pt x="0" y="13"/>
                    <a:pt x="28" y="11"/>
                    <a:pt x="46" y="16"/>
                  </a:cubicBezTo>
                  <a:cubicBezTo>
                    <a:pt x="65" y="20"/>
                    <a:pt x="74" y="30"/>
                    <a:pt x="77" y="30"/>
                  </a:cubicBezTo>
                  <a:cubicBezTo>
                    <a:pt x="80" y="29"/>
                    <a:pt x="81" y="28"/>
                    <a:pt x="81" y="26"/>
                  </a:cubicBezTo>
                  <a:cubicBezTo>
                    <a:pt x="81" y="25"/>
                    <a:pt x="78" y="28"/>
                    <a:pt x="74" y="24"/>
                  </a:cubicBezTo>
                  <a:cubicBezTo>
                    <a:pt x="69" y="19"/>
                    <a:pt x="31" y="0"/>
                    <a:pt x="3" y="12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8387" name="Freeform 211">
              <a:extLst>
                <a:ext uri="{FF2B5EF4-FFF2-40B4-BE49-F238E27FC236}">
                  <a16:creationId xmlns:a16="http://schemas.microsoft.com/office/drawing/2014/main" id="{4AD1B620-BC5D-47B2-A748-0315828D77F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9" y="1839"/>
              <a:ext cx="50" cy="35"/>
            </a:xfrm>
            <a:custGeom>
              <a:avLst/>
              <a:gdLst>
                <a:gd name="T0" fmla="*/ 5 w 31"/>
                <a:gd name="T1" fmla="*/ 16 h 22"/>
                <a:gd name="T2" fmla="*/ 76 w 31"/>
                <a:gd name="T3" fmla="*/ 46 h 22"/>
                <a:gd name="T4" fmla="*/ 131 w 31"/>
                <a:gd name="T5" fmla="*/ 89 h 22"/>
                <a:gd name="T6" fmla="*/ 131 w 31"/>
                <a:gd name="T7" fmla="*/ 68 h 22"/>
                <a:gd name="T8" fmla="*/ 81 w 31"/>
                <a:gd name="T9" fmla="*/ 29 h 22"/>
                <a:gd name="T10" fmla="*/ 5 w 31"/>
                <a:gd name="T11" fmla="*/ 16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1" h="22">
                  <a:moveTo>
                    <a:pt x="1" y="4"/>
                  </a:moveTo>
                  <a:cubicBezTo>
                    <a:pt x="0" y="6"/>
                    <a:pt x="12" y="5"/>
                    <a:pt x="18" y="11"/>
                  </a:cubicBezTo>
                  <a:cubicBezTo>
                    <a:pt x="24" y="18"/>
                    <a:pt x="31" y="22"/>
                    <a:pt x="31" y="22"/>
                  </a:cubicBezTo>
                  <a:cubicBezTo>
                    <a:pt x="31" y="17"/>
                    <a:pt x="31" y="17"/>
                    <a:pt x="31" y="17"/>
                  </a:cubicBezTo>
                  <a:cubicBezTo>
                    <a:pt x="31" y="17"/>
                    <a:pt x="25" y="9"/>
                    <a:pt x="19" y="7"/>
                  </a:cubicBezTo>
                  <a:cubicBezTo>
                    <a:pt x="13" y="4"/>
                    <a:pt x="4" y="0"/>
                    <a:pt x="1" y="4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8388" name="Freeform 212">
              <a:extLst>
                <a:ext uri="{FF2B5EF4-FFF2-40B4-BE49-F238E27FC236}">
                  <a16:creationId xmlns:a16="http://schemas.microsoft.com/office/drawing/2014/main" id="{3BF59ADF-45DD-4E51-9359-0B1B95D2999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9" y="1844"/>
              <a:ext cx="35" cy="29"/>
            </a:xfrm>
            <a:custGeom>
              <a:avLst/>
              <a:gdLst>
                <a:gd name="T0" fmla="*/ 89 w 22"/>
                <a:gd name="T1" fmla="*/ 21 h 18"/>
                <a:gd name="T2" fmla="*/ 46 w 22"/>
                <a:gd name="T3" fmla="*/ 76 h 18"/>
                <a:gd name="T4" fmla="*/ 0 w 22"/>
                <a:gd name="T5" fmla="*/ 21 h 18"/>
                <a:gd name="T6" fmla="*/ 0 w 22"/>
                <a:gd name="T7" fmla="*/ 5 h 18"/>
                <a:gd name="T8" fmla="*/ 89 w 22"/>
                <a:gd name="T9" fmla="*/ 21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18">
                  <a:moveTo>
                    <a:pt x="22" y="5"/>
                  </a:moveTo>
                  <a:cubicBezTo>
                    <a:pt x="22" y="12"/>
                    <a:pt x="17" y="18"/>
                    <a:pt x="11" y="18"/>
                  </a:cubicBezTo>
                  <a:cubicBezTo>
                    <a:pt x="5" y="18"/>
                    <a:pt x="0" y="12"/>
                    <a:pt x="0" y="5"/>
                  </a:cubicBezTo>
                  <a:cubicBezTo>
                    <a:pt x="0" y="4"/>
                    <a:pt x="0" y="2"/>
                    <a:pt x="0" y="1"/>
                  </a:cubicBezTo>
                  <a:cubicBezTo>
                    <a:pt x="5" y="1"/>
                    <a:pt x="14" y="0"/>
                    <a:pt x="22" y="5"/>
                  </a:cubicBezTo>
                  <a:close/>
                </a:path>
              </a:pathLst>
            </a:custGeom>
            <a:solidFill>
              <a:srgbClr val="4645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8389" name="Freeform 213">
              <a:extLst>
                <a:ext uri="{FF2B5EF4-FFF2-40B4-BE49-F238E27FC236}">
                  <a16:creationId xmlns:a16="http://schemas.microsoft.com/office/drawing/2014/main" id="{FBBE41F4-6D56-4AD5-BC2E-B32241B67B9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9" y="1892"/>
              <a:ext cx="29" cy="30"/>
            </a:xfrm>
            <a:custGeom>
              <a:avLst/>
              <a:gdLst>
                <a:gd name="T0" fmla="*/ 76 w 18"/>
                <a:gd name="T1" fmla="*/ 35 h 19"/>
                <a:gd name="T2" fmla="*/ 71 w 18"/>
                <a:gd name="T3" fmla="*/ 43 h 19"/>
                <a:gd name="T4" fmla="*/ 16 w 18"/>
                <a:gd name="T5" fmla="*/ 62 h 19"/>
                <a:gd name="T6" fmla="*/ 13 w 18"/>
                <a:gd name="T7" fmla="*/ 8 h 19"/>
                <a:gd name="T8" fmla="*/ 21 w 18"/>
                <a:gd name="T9" fmla="*/ 0 h 19"/>
                <a:gd name="T10" fmla="*/ 76 w 18"/>
                <a:gd name="T11" fmla="*/ 35 h 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" h="19">
                  <a:moveTo>
                    <a:pt x="18" y="9"/>
                  </a:moveTo>
                  <a:cubicBezTo>
                    <a:pt x="18" y="10"/>
                    <a:pt x="17" y="10"/>
                    <a:pt x="17" y="11"/>
                  </a:cubicBezTo>
                  <a:cubicBezTo>
                    <a:pt x="14" y="16"/>
                    <a:pt x="8" y="19"/>
                    <a:pt x="4" y="16"/>
                  </a:cubicBezTo>
                  <a:cubicBezTo>
                    <a:pt x="0" y="14"/>
                    <a:pt x="0" y="7"/>
                    <a:pt x="3" y="2"/>
                  </a:cubicBezTo>
                  <a:cubicBezTo>
                    <a:pt x="4" y="1"/>
                    <a:pt x="4" y="1"/>
                    <a:pt x="5" y="0"/>
                  </a:cubicBezTo>
                  <a:cubicBezTo>
                    <a:pt x="9" y="1"/>
                    <a:pt x="15" y="5"/>
                    <a:pt x="18" y="9"/>
                  </a:cubicBezTo>
                  <a:close/>
                </a:path>
              </a:pathLst>
            </a:custGeom>
            <a:solidFill>
              <a:srgbClr val="4645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8390" name="Freeform 214">
              <a:extLst>
                <a:ext uri="{FF2B5EF4-FFF2-40B4-BE49-F238E27FC236}">
                  <a16:creationId xmlns:a16="http://schemas.microsoft.com/office/drawing/2014/main" id="{7BE59B7A-F76E-4055-8DCF-7A60D06D6CA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9" y="1844"/>
              <a:ext cx="35" cy="29"/>
            </a:xfrm>
            <a:custGeom>
              <a:avLst/>
              <a:gdLst>
                <a:gd name="T0" fmla="*/ 89 w 22"/>
                <a:gd name="T1" fmla="*/ 21 h 18"/>
                <a:gd name="T2" fmla="*/ 46 w 22"/>
                <a:gd name="T3" fmla="*/ 76 h 18"/>
                <a:gd name="T4" fmla="*/ 0 w 22"/>
                <a:gd name="T5" fmla="*/ 21 h 18"/>
                <a:gd name="T6" fmla="*/ 0 w 22"/>
                <a:gd name="T7" fmla="*/ 5 h 18"/>
                <a:gd name="T8" fmla="*/ 89 w 22"/>
                <a:gd name="T9" fmla="*/ 21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18">
                  <a:moveTo>
                    <a:pt x="22" y="5"/>
                  </a:moveTo>
                  <a:cubicBezTo>
                    <a:pt x="22" y="12"/>
                    <a:pt x="17" y="18"/>
                    <a:pt x="11" y="18"/>
                  </a:cubicBezTo>
                  <a:cubicBezTo>
                    <a:pt x="5" y="18"/>
                    <a:pt x="0" y="12"/>
                    <a:pt x="0" y="5"/>
                  </a:cubicBezTo>
                  <a:cubicBezTo>
                    <a:pt x="0" y="4"/>
                    <a:pt x="0" y="2"/>
                    <a:pt x="0" y="1"/>
                  </a:cubicBezTo>
                  <a:cubicBezTo>
                    <a:pt x="5" y="1"/>
                    <a:pt x="14" y="0"/>
                    <a:pt x="22" y="5"/>
                  </a:cubicBezTo>
                  <a:close/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8391" name="Freeform 215">
              <a:extLst>
                <a:ext uri="{FF2B5EF4-FFF2-40B4-BE49-F238E27FC236}">
                  <a16:creationId xmlns:a16="http://schemas.microsoft.com/office/drawing/2014/main" id="{7EBD255F-9697-43BE-8124-E44766BB441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9" y="1892"/>
              <a:ext cx="29" cy="30"/>
            </a:xfrm>
            <a:custGeom>
              <a:avLst/>
              <a:gdLst>
                <a:gd name="T0" fmla="*/ 76 w 18"/>
                <a:gd name="T1" fmla="*/ 35 h 19"/>
                <a:gd name="T2" fmla="*/ 71 w 18"/>
                <a:gd name="T3" fmla="*/ 43 h 19"/>
                <a:gd name="T4" fmla="*/ 16 w 18"/>
                <a:gd name="T5" fmla="*/ 62 h 19"/>
                <a:gd name="T6" fmla="*/ 13 w 18"/>
                <a:gd name="T7" fmla="*/ 8 h 19"/>
                <a:gd name="T8" fmla="*/ 21 w 18"/>
                <a:gd name="T9" fmla="*/ 0 h 19"/>
                <a:gd name="T10" fmla="*/ 76 w 18"/>
                <a:gd name="T11" fmla="*/ 35 h 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" h="19">
                  <a:moveTo>
                    <a:pt x="18" y="9"/>
                  </a:moveTo>
                  <a:cubicBezTo>
                    <a:pt x="18" y="10"/>
                    <a:pt x="17" y="10"/>
                    <a:pt x="17" y="11"/>
                  </a:cubicBezTo>
                  <a:cubicBezTo>
                    <a:pt x="14" y="16"/>
                    <a:pt x="8" y="19"/>
                    <a:pt x="4" y="16"/>
                  </a:cubicBezTo>
                  <a:cubicBezTo>
                    <a:pt x="0" y="14"/>
                    <a:pt x="0" y="7"/>
                    <a:pt x="3" y="2"/>
                  </a:cubicBezTo>
                  <a:cubicBezTo>
                    <a:pt x="4" y="1"/>
                    <a:pt x="4" y="1"/>
                    <a:pt x="5" y="0"/>
                  </a:cubicBezTo>
                  <a:cubicBezTo>
                    <a:pt x="9" y="1"/>
                    <a:pt x="15" y="5"/>
                    <a:pt x="18" y="9"/>
                  </a:cubicBezTo>
                  <a:close/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8392" name="Freeform 216">
              <a:extLst>
                <a:ext uri="{FF2B5EF4-FFF2-40B4-BE49-F238E27FC236}">
                  <a16:creationId xmlns:a16="http://schemas.microsoft.com/office/drawing/2014/main" id="{A386C41B-AFA3-47E5-A7CC-74850C73355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1" y="1844"/>
              <a:ext cx="15" cy="16"/>
            </a:xfrm>
            <a:custGeom>
              <a:avLst/>
              <a:gdLst>
                <a:gd name="T0" fmla="*/ 8 w 9"/>
                <a:gd name="T1" fmla="*/ 5 h 10"/>
                <a:gd name="T2" fmla="*/ 0 w 9"/>
                <a:gd name="T3" fmla="*/ 21 h 10"/>
                <a:gd name="T4" fmla="*/ 20 w 9"/>
                <a:gd name="T5" fmla="*/ 42 h 10"/>
                <a:gd name="T6" fmla="*/ 42 w 9"/>
                <a:gd name="T7" fmla="*/ 21 h 10"/>
                <a:gd name="T8" fmla="*/ 37 w 9"/>
                <a:gd name="T9" fmla="*/ 13 h 10"/>
                <a:gd name="T10" fmla="*/ 8 w 9"/>
                <a:gd name="T11" fmla="*/ 5 h 1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" h="10">
                  <a:moveTo>
                    <a:pt x="2" y="1"/>
                  </a:moveTo>
                  <a:cubicBezTo>
                    <a:pt x="1" y="2"/>
                    <a:pt x="0" y="3"/>
                    <a:pt x="0" y="5"/>
                  </a:cubicBezTo>
                  <a:cubicBezTo>
                    <a:pt x="0" y="8"/>
                    <a:pt x="2" y="10"/>
                    <a:pt x="4" y="10"/>
                  </a:cubicBezTo>
                  <a:cubicBezTo>
                    <a:pt x="7" y="10"/>
                    <a:pt x="9" y="8"/>
                    <a:pt x="9" y="5"/>
                  </a:cubicBezTo>
                  <a:cubicBezTo>
                    <a:pt x="9" y="4"/>
                    <a:pt x="8" y="3"/>
                    <a:pt x="8" y="3"/>
                  </a:cubicBezTo>
                  <a:cubicBezTo>
                    <a:pt x="7" y="2"/>
                    <a:pt x="2" y="0"/>
                    <a:pt x="2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8393" name="Freeform 217">
              <a:extLst>
                <a:ext uri="{FF2B5EF4-FFF2-40B4-BE49-F238E27FC236}">
                  <a16:creationId xmlns:a16="http://schemas.microsoft.com/office/drawing/2014/main" id="{023B8529-9A30-4C65-AA49-FC6F4F7529B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9" y="1895"/>
              <a:ext cx="13" cy="16"/>
            </a:xfrm>
            <a:custGeom>
              <a:avLst/>
              <a:gdLst>
                <a:gd name="T0" fmla="*/ 29 w 8"/>
                <a:gd name="T1" fmla="*/ 29 h 10"/>
                <a:gd name="T2" fmla="*/ 8 w 8"/>
                <a:gd name="T3" fmla="*/ 35 h 10"/>
                <a:gd name="T4" fmla="*/ 8 w 8"/>
                <a:gd name="T5" fmla="*/ 13 h 10"/>
                <a:gd name="T6" fmla="*/ 29 w 8"/>
                <a:gd name="T7" fmla="*/ 5 h 10"/>
                <a:gd name="T8" fmla="*/ 29 w 8"/>
                <a:gd name="T9" fmla="*/ 29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10">
                  <a:moveTo>
                    <a:pt x="7" y="7"/>
                  </a:moveTo>
                  <a:cubicBezTo>
                    <a:pt x="6" y="9"/>
                    <a:pt x="3" y="10"/>
                    <a:pt x="2" y="9"/>
                  </a:cubicBezTo>
                  <a:cubicBezTo>
                    <a:pt x="0" y="8"/>
                    <a:pt x="0" y="5"/>
                    <a:pt x="2" y="3"/>
                  </a:cubicBezTo>
                  <a:cubicBezTo>
                    <a:pt x="3" y="1"/>
                    <a:pt x="5" y="0"/>
                    <a:pt x="7" y="1"/>
                  </a:cubicBezTo>
                  <a:cubicBezTo>
                    <a:pt x="8" y="2"/>
                    <a:pt x="8" y="4"/>
                    <a:pt x="7" y="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8394" name="Freeform 218">
              <a:extLst>
                <a:ext uri="{FF2B5EF4-FFF2-40B4-BE49-F238E27FC236}">
                  <a16:creationId xmlns:a16="http://schemas.microsoft.com/office/drawing/2014/main" id="{646BFCC9-E807-4F91-B8AB-B82FA37783C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0" y="1802"/>
              <a:ext cx="88" cy="50"/>
            </a:xfrm>
            <a:custGeom>
              <a:avLst/>
              <a:gdLst>
                <a:gd name="T0" fmla="*/ 226 w 55"/>
                <a:gd name="T1" fmla="*/ 131 h 31"/>
                <a:gd name="T2" fmla="*/ 0 w 55"/>
                <a:gd name="T3" fmla="*/ 90 h 31"/>
                <a:gd name="T4" fmla="*/ 226 w 55"/>
                <a:gd name="T5" fmla="*/ 131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5" h="31">
                  <a:moveTo>
                    <a:pt x="55" y="31"/>
                  </a:moveTo>
                  <a:cubicBezTo>
                    <a:pt x="55" y="31"/>
                    <a:pt x="37" y="7"/>
                    <a:pt x="0" y="22"/>
                  </a:cubicBezTo>
                  <a:cubicBezTo>
                    <a:pt x="0" y="22"/>
                    <a:pt x="33" y="0"/>
                    <a:pt x="55" y="31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8395" name="Freeform 219">
              <a:extLst>
                <a:ext uri="{FF2B5EF4-FFF2-40B4-BE49-F238E27FC236}">
                  <a16:creationId xmlns:a16="http://schemas.microsoft.com/office/drawing/2014/main" id="{E5A84A86-CCC1-4CAB-A59B-F18EDFBE895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9" y="1860"/>
              <a:ext cx="53" cy="154"/>
            </a:xfrm>
            <a:custGeom>
              <a:avLst/>
              <a:gdLst>
                <a:gd name="T0" fmla="*/ 67 w 33"/>
                <a:gd name="T1" fmla="*/ 0 h 96"/>
                <a:gd name="T2" fmla="*/ 95 w 33"/>
                <a:gd name="T3" fmla="*/ 273 h 96"/>
                <a:gd name="T4" fmla="*/ 8 w 33"/>
                <a:gd name="T5" fmla="*/ 396 h 96"/>
                <a:gd name="T6" fmla="*/ 90 w 33"/>
                <a:gd name="T7" fmla="*/ 329 h 96"/>
                <a:gd name="T8" fmla="*/ 82 w 33"/>
                <a:gd name="T9" fmla="*/ 260 h 96"/>
                <a:gd name="T10" fmla="*/ 67 w 33"/>
                <a:gd name="T11" fmla="*/ 0 h 9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3" h="96">
                  <a:moveTo>
                    <a:pt x="16" y="0"/>
                  </a:moveTo>
                  <a:cubicBezTo>
                    <a:pt x="16" y="0"/>
                    <a:pt x="13" y="43"/>
                    <a:pt x="23" y="66"/>
                  </a:cubicBezTo>
                  <a:cubicBezTo>
                    <a:pt x="33" y="90"/>
                    <a:pt x="3" y="96"/>
                    <a:pt x="2" y="96"/>
                  </a:cubicBezTo>
                  <a:cubicBezTo>
                    <a:pt x="0" y="96"/>
                    <a:pt x="19" y="91"/>
                    <a:pt x="22" y="80"/>
                  </a:cubicBezTo>
                  <a:cubicBezTo>
                    <a:pt x="24" y="70"/>
                    <a:pt x="22" y="69"/>
                    <a:pt x="20" y="63"/>
                  </a:cubicBezTo>
                  <a:cubicBezTo>
                    <a:pt x="18" y="57"/>
                    <a:pt x="10" y="23"/>
                    <a:pt x="16" y="0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8396" name="Freeform 220">
              <a:extLst>
                <a:ext uri="{FF2B5EF4-FFF2-40B4-BE49-F238E27FC236}">
                  <a16:creationId xmlns:a16="http://schemas.microsoft.com/office/drawing/2014/main" id="{9F3F9C24-7572-48FA-9598-E49140E34EE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5" y="2020"/>
              <a:ext cx="11" cy="51"/>
            </a:xfrm>
            <a:custGeom>
              <a:avLst/>
              <a:gdLst>
                <a:gd name="T0" fmla="*/ 27 w 7"/>
                <a:gd name="T1" fmla="*/ 0 h 32"/>
                <a:gd name="T2" fmla="*/ 5 w 7"/>
                <a:gd name="T3" fmla="*/ 69 h 32"/>
                <a:gd name="T4" fmla="*/ 27 w 7"/>
                <a:gd name="T5" fmla="*/ 129 h 32"/>
                <a:gd name="T6" fmla="*/ 14 w 7"/>
                <a:gd name="T7" fmla="*/ 116 h 32"/>
                <a:gd name="T8" fmla="*/ 0 w 7"/>
                <a:gd name="T9" fmla="*/ 56 h 32"/>
                <a:gd name="T10" fmla="*/ 22 w 7"/>
                <a:gd name="T11" fmla="*/ 5 h 3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" h="32">
                  <a:moveTo>
                    <a:pt x="7" y="0"/>
                  </a:moveTo>
                  <a:cubicBezTo>
                    <a:pt x="3" y="4"/>
                    <a:pt x="1" y="12"/>
                    <a:pt x="1" y="17"/>
                  </a:cubicBezTo>
                  <a:cubicBezTo>
                    <a:pt x="2" y="22"/>
                    <a:pt x="6" y="26"/>
                    <a:pt x="7" y="32"/>
                  </a:cubicBezTo>
                  <a:cubicBezTo>
                    <a:pt x="6" y="31"/>
                    <a:pt x="5" y="29"/>
                    <a:pt x="4" y="29"/>
                  </a:cubicBezTo>
                  <a:cubicBezTo>
                    <a:pt x="3" y="24"/>
                    <a:pt x="0" y="19"/>
                    <a:pt x="0" y="14"/>
                  </a:cubicBezTo>
                  <a:cubicBezTo>
                    <a:pt x="0" y="10"/>
                    <a:pt x="2" y="3"/>
                    <a:pt x="6" y="1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8397" name="Freeform 221">
              <a:extLst>
                <a:ext uri="{FF2B5EF4-FFF2-40B4-BE49-F238E27FC236}">
                  <a16:creationId xmlns:a16="http://schemas.microsoft.com/office/drawing/2014/main" id="{9BDC3BF6-87C8-4E96-A6DD-A3AB156489F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1" y="1986"/>
              <a:ext cx="33" cy="15"/>
            </a:xfrm>
            <a:custGeom>
              <a:avLst/>
              <a:gdLst>
                <a:gd name="T0" fmla="*/ 74 w 21"/>
                <a:gd name="T1" fmla="*/ 42 h 9"/>
                <a:gd name="T2" fmla="*/ 66 w 21"/>
                <a:gd name="T3" fmla="*/ 8 h 9"/>
                <a:gd name="T4" fmla="*/ 42 w 21"/>
                <a:gd name="T5" fmla="*/ 0 h 9"/>
                <a:gd name="T6" fmla="*/ 20 w 21"/>
                <a:gd name="T7" fmla="*/ 13 h 9"/>
                <a:gd name="T8" fmla="*/ 5 w 21"/>
                <a:gd name="T9" fmla="*/ 33 h 9"/>
                <a:gd name="T10" fmla="*/ 22 w 21"/>
                <a:gd name="T11" fmla="*/ 42 h 9"/>
                <a:gd name="T12" fmla="*/ 39 w 21"/>
                <a:gd name="T13" fmla="*/ 22 h 9"/>
                <a:gd name="T14" fmla="*/ 77 w 21"/>
                <a:gd name="T15" fmla="*/ 37 h 9"/>
                <a:gd name="T16" fmla="*/ 77 w 21"/>
                <a:gd name="T17" fmla="*/ 42 h 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1" h="9">
                  <a:moveTo>
                    <a:pt x="19" y="9"/>
                  </a:moveTo>
                  <a:cubicBezTo>
                    <a:pt x="21" y="7"/>
                    <a:pt x="19" y="3"/>
                    <a:pt x="17" y="2"/>
                  </a:cubicBezTo>
                  <a:cubicBezTo>
                    <a:pt x="16" y="1"/>
                    <a:pt x="13" y="0"/>
                    <a:pt x="11" y="0"/>
                  </a:cubicBezTo>
                  <a:cubicBezTo>
                    <a:pt x="9" y="0"/>
                    <a:pt x="7" y="2"/>
                    <a:pt x="5" y="3"/>
                  </a:cubicBezTo>
                  <a:cubicBezTo>
                    <a:pt x="3" y="3"/>
                    <a:pt x="0" y="4"/>
                    <a:pt x="1" y="7"/>
                  </a:cubicBezTo>
                  <a:cubicBezTo>
                    <a:pt x="1" y="8"/>
                    <a:pt x="4" y="9"/>
                    <a:pt x="6" y="9"/>
                  </a:cubicBezTo>
                  <a:cubicBezTo>
                    <a:pt x="8" y="8"/>
                    <a:pt x="9" y="6"/>
                    <a:pt x="10" y="5"/>
                  </a:cubicBezTo>
                  <a:cubicBezTo>
                    <a:pt x="14" y="1"/>
                    <a:pt x="18" y="4"/>
                    <a:pt x="20" y="8"/>
                  </a:cubicBezTo>
                  <a:cubicBezTo>
                    <a:pt x="20" y="8"/>
                    <a:pt x="20" y="9"/>
                    <a:pt x="20" y="9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8398" name="Freeform 222">
              <a:extLst>
                <a:ext uri="{FF2B5EF4-FFF2-40B4-BE49-F238E27FC236}">
                  <a16:creationId xmlns:a16="http://schemas.microsoft.com/office/drawing/2014/main" id="{7088434E-0954-47A6-AAB8-8DA9794D3FE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8" y="1964"/>
              <a:ext cx="34" cy="35"/>
            </a:xfrm>
            <a:custGeom>
              <a:avLst/>
              <a:gdLst>
                <a:gd name="T0" fmla="*/ 84 w 21"/>
                <a:gd name="T1" fmla="*/ 5 h 22"/>
                <a:gd name="T2" fmla="*/ 26 w 21"/>
                <a:gd name="T3" fmla="*/ 29 h 22"/>
                <a:gd name="T4" fmla="*/ 26 w 21"/>
                <a:gd name="T5" fmla="*/ 89 h 22"/>
                <a:gd name="T6" fmla="*/ 13 w 21"/>
                <a:gd name="T7" fmla="*/ 25 h 22"/>
                <a:gd name="T8" fmla="*/ 89 w 21"/>
                <a:gd name="T9" fmla="*/ 8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22">
                  <a:moveTo>
                    <a:pt x="20" y="1"/>
                  </a:moveTo>
                  <a:cubicBezTo>
                    <a:pt x="15" y="0"/>
                    <a:pt x="9" y="3"/>
                    <a:pt x="6" y="7"/>
                  </a:cubicBezTo>
                  <a:cubicBezTo>
                    <a:pt x="2" y="12"/>
                    <a:pt x="4" y="18"/>
                    <a:pt x="6" y="22"/>
                  </a:cubicBezTo>
                  <a:cubicBezTo>
                    <a:pt x="1" y="20"/>
                    <a:pt x="0" y="10"/>
                    <a:pt x="3" y="6"/>
                  </a:cubicBezTo>
                  <a:cubicBezTo>
                    <a:pt x="6" y="2"/>
                    <a:pt x="16" y="0"/>
                    <a:pt x="21" y="2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8399" name="Freeform 223">
              <a:extLst>
                <a:ext uri="{FF2B5EF4-FFF2-40B4-BE49-F238E27FC236}">
                  <a16:creationId xmlns:a16="http://schemas.microsoft.com/office/drawing/2014/main" id="{A4619FC4-AC42-4D1C-8867-4DE50A91D37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9" y="1967"/>
              <a:ext cx="54" cy="74"/>
            </a:xfrm>
            <a:custGeom>
              <a:avLst/>
              <a:gdLst>
                <a:gd name="T0" fmla="*/ 137 w 34"/>
                <a:gd name="T1" fmla="*/ 0 h 46"/>
                <a:gd name="T2" fmla="*/ 73 w 34"/>
                <a:gd name="T3" fmla="*/ 129 h 46"/>
                <a:gd name="T4" fmla="*/ 40 w 34"/>
                <a:gd name="T5" fmla="*/ 162 h 46"/>
                <a:gd name="T6" fmla="*/ 0 w 34"/>
                <a:gd name="T7" fmla="*/ 191 h 46"/>
                <a:gd name="T8" fmla="*/ 60 w 34"/>
                <a:gd name="T9" fmla="*/ 129 h 46"/>
                <a:gd name="T10" fmla="*/ 102 w 34"/>
                <a:gd name="T11" fmla="*/ 80 h 46"/>
                <a:gd name="T12" fmla="*/ 124 w 34"/>
                <a:gd name="T13" fmla="*/ 29 h 46"/>
                <a:gd name="T14" fmla="*/ 137 w 34"/>
                <a:gd name="T15" fmla="*/ 0 h 4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4" h="46">
                  <a:moveTo>
                    <a:pt x="34" y="0"/>
                  </a:moveTo>
                  <a:cubicBezTo>
                    <a:pt x="33" y="12"/>
                    <a:pt x="25" y="22"/>
                    <a:pt x="18" y="31"/>
                  </a:cubicBezTo>
                  <a:cubicBezTo>
                    <a:pt x="16" y="34"/>
                    <a:pt x="13" y="37"/>
                    <a:pt x="10" y="39"/>
                  </a:cubicBezTo>
                  <a:cubicBezTo>
                    <a:pt x="7" y="42"/>
                    <a:pt x="3" y="43"/>
                    <a:pt x="0" y="46"/>
                  </a:cubicBezTo>
                  <a:cubicBezTo>
                    <a:pt x="6" y="41"/>
                    <a:pt x="10" y="36"/>
                    <a:pt x="15" y="31"/>
                  </a:cubicBezTo>
                  <a:cubicBezTo>
                    <a:pt x="18" y="27"/>
                    <a:pt x="22" y="23"/>
                    <a:pt x="25" y="19"/>
                  </a:cubicBezTo>
                  <a:cubicBezTo>
                    <a:pt x="27" y="15"/>
                    <a:pt x="29" y="12"/>
                    <a:pt x="31" y="7"/>
                  </a:cubicBezTo>
                  <a:cubicBezTo>
                    <a:pt x="31" y="5"/>
                    <a:pt x="32" y="1"/>
                    <a:pt x="34" y="0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8400" name="Freeform 224">
              <a:extLst>
                <a:ext uri="{FF2B5EF4-FFF2-40B4-BE49-F238E27FC236}">
                  <a16:creationId xmlns:a16="http://schemas.microsoft.com/office/drawing/2014/main" id="{7FEA4206-20D4-4025-9CE0-15DDCC252A7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0" y="2144"/>
              <a:ext cx="43" cy="16"/>
            </a:xfrm>
            <a:custGeom>
              <a:avLst/>
              <a:gdLst>
                <a:gd name="T0" fmla="*/ 16 w 27"/>
                <a:gd name="T1" fmla="*/ 8 h 10"/>
                <a:gd name="T2" fmla="*/ 13 w 27"/>
                <a:gd name="T3" fmla="*/ 16 h 10"/>
                <a:gd name="T4" fmla="*/ 48 w 27"/>
                <a:gd name="T5" fmla="*/ 13 h 10"/>
                <a:gd name="T6" fmla="*/ 102 w 27"/>
                <a:gd name="T7" fmla="*/ 42 h 10"/>
                <a:gd name="T8" fmla="*/ 73 w 27"/>
                <a:gd name="T9" fmla="*/ 8 h 10"/>
                <a:gd name="T10" fmla="*/ 16 w 27"/>
                <a:gd name="T11" fmla="*/ 5 h 1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7" h="10">
                  <a:moveTo>
                    <a:pt x="4" y="2"/>
                  </a:moveTo>
                  <a:cubicBezTo>
                    <a:pt x="2" y="1"/>
                    <a:pt x="0" y="4"/>
                    <a:pt x="3" y="4"/>
                  </a:cubicBezTo>
                  <a:cubicBezTo>
                    <a:pt x="6" y="3"/>
                    <a:pt x="9" y="2"/>
                    <a:pt x="12" y="3"/>
                  </a:cubicBezTo>
                  <a:cubicBezTo>
                    <a:pt x="17" y="4"/>
                    <a:pt x="20" y="9"/>
                    <a:pt x="25" y="10"/>
                  </a:cubicBezTo>
                  <a:cubicBezTo>
                    <a:pt x="27" y="7"/>
                    <a:pt x="20" y="3"/>
                    <a:pt x="18" y="2"/>
                  </a:cubicBezTo>
                  <a:cubicBezTo>
                    <a:pt x="13" y="0"/>
                    <a:pt x="9" y="1"/>
                    <a:pt x="4" y="1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8401" name="Freeform 225">
              <a:extLst>
                <a:ext uri="{FF2B5EF4-FFF2-40B4-BE49-F238E27FC236}">
                  <a16:creationId xmlns:a16="http://schemas.microsoft.com/office/drawing/2014/main" id="{D91EB563-CFDE-456E-ADED-EA8426BB883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3" y="2070"/>
              <a:ext cx="72" cy="54"/>
            </a:xfrm>
            <a:custGeom>
              <a:avLst/>
              <a:gdLst>
                <a:gd name="T0" fmla="*/ 0 w 45"/>
                <a:gd name="T1" fmla="*/ 25 h 34"/>
                <a:gd name="T2" fmla="*/ 16 w 45"/>
                <a:gd name="T3" fmla="*/ 27 h 34"/>
                <a:gd name="T4" fmla="*/ 42 w 45"/>
                <a:gd name="T5" fmla="*/ 25 h 34"/>
                <a:gd name="T6" fmla="*/ 77 w 45"/>
                <a:gd name="T7" fmla="*/ 8 h 34"/>
                <a:gd name="T8" fmla="*/ 102 w 45"/>
                <a:gd name="T9" fmla="*/ 8 h 34"/>
                <a:gd name="T10" fmla="*/ 128 w 45"/>
                <a:gd name="T11" fmla="*/ 27 h 34"/>
                <a:gd name="T12" fmla="*/ 170 w 45"/>
                <a:gd name="T13" fmla="*/ 52 h 34"/>
                <a:gd name="T14" fmla="*/ 179 w 45"/>
                <a:gd name="T15" fmla="*/ 73 h 34"/>
                <a:gd name="T16" fmla="*/ 184 w 45"/>
                <a:gd name="T17" fmla="*/ 94 h 34"/>
                <a:gd name="T18" fmla="*/ 179 w 45"/>
                <a:gd name="T19" fmla="*/ 116 h 34"/>
                <a:gd name="T20" fmla="*/ 171 w 45"/>
                <a:gd name="T21" fmla="*/ 137 h 34"/>
                <a:gd name="T22" fmla="*/ 144 w 45"/>
                <a:gd name="T23" fmla="*/ 116 h 34"/>
                <a:gd name="T24" fmla="*/ 123 w 45"/>
                <a:gd name="T25" fmla="*/ 103 h 34"/>
                <a:gd name="T26" fmla="*/ 82 w 45"/>
                <a:gd name="T27" fmla="*/ 60 h 34"/>
                <a:gd name="T28" fmla="*/ 35 w 45"/>
                <a:gd name="T29" fmla="*/ 33 h 34"/>
                <a:gd name="T30" fmla="*/ 16 w 45"/>
                <a:gd name="T31" fmla="*/ 33 h 34"/>
                <a:gd name="T32" fmla="*/ 0 w 45"/>
                <a:gd name="T33" fmla="*/ 27 h 34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45" h="34">
                  <a:moveTo>
                    <a:pt x="0" y="6"/>
                  </a:moveTo>
                  <a:cubicBezTo>
                    <a:pt x="0" y="6"/>
                    <a:pt x="3" y="7"/>
                    <a:pt x="4" y="7"/>
                  </a:cubicBezTo>
                  <a:cubicBezTo>
                    <a:pt x="6" y="6"/>
                    <a:pt x="8" y="6"/>
                    <a:pt x="10" y="6"/>
                  </a:cubicBezTo>
                  <a:cubicBezTo>
                    <a:pt x="13" y="5"/>
                    <a:pt x="16" y="3"/>
                    <a:pt x="19" y="2"/>
                  </a:cubicBezTo>
                  <a:cubicBezTo>
                    <a:pt x="21" y="1"/>
                    <a:pt x="23" y="0"/>
                    <a:pt x="25" y="2"/>
                  </a:cubicBezTo>
                  <a:cubicBezTo>
                    <a:pt x="27" y="3"/>
                    <a:pt x="29" y="5"/>
                    <a:pt x="31" y="7"/>
                  </a:cubicBezTo>
                  <a:cubicBezTo>
                    <a:pt x="34" y="10"/>
                    <a:pt x="38" y="10"/>
                    <a:pt x="41" y="13"/>
                  </a:cubicBezTo>
                  <a:cubicBezTo>
                    <a:pt x="42" y="15"/>
                    <a:pt x="43" y="17"/>
                    <a:pt x="44" y="18"/>
                  </a:cubicBezTo>
                  <a:cubicBezTo>
                    <a:pt x="44" y="20"/>
                    <a:pt x="45" y="22"/>
                    <a:pt x="45" y="23"/>
                  </a:cubicBezTo>
                  <a:cubicBezTo>
                    <a:pt x="45" y="25"/>
                    <a:pt x="45" y="28"/>
                    <a:pt x="44" y="29"/>
                  </a:cubicBezTo>
                  <a:cubicBezTo>
                    <a:pt x="43" y="31"/>
                    <a:pt x="43" y="32"/>
                    <a:pt x="42" y="34"/>
                  </a:cubicBezTo>
                  <a:cubicBezTo>
                    <a:pt x="40" y="33"/>
                    <a:pt x="37" y="30"/>
                    <a:pt x="35" y="29"/>
                  </a:cubicBezTo>
                  <a:cubicBezTo>
                    <a:pt x="33" y="28"/>
                    <a:pt x="31" y="28"/>
                    <a:pt x="30" y="26"/>
                  </a:cubicBezTo>
                  <a:cubicBezTo>
                    <a:pt x="27" y="22"/>
                    <a:pt x="24" y="18"/>
                    <a:pt x="20" y="15"/>
                  </a:cubicBezTo>
                  <a:cubicBezTo>
                    <a:pt x="17" y="13"/>
                    <a:pt x="13" y="9"/>
                    <a:pt x="9" y="8"/>
                  </a:cubicBezTo>
                  <a:cubicBezTo>
                    <a:pt x="8" y="8"/>
                    <a:pt x="6" y="8"/>
                    <a:pt x="4" y="8"/>
                  </a:cubicBezTo>
                  <a:cubicBezTo>
                    <a:pt x="3" y="8"/>
                    <a:pt x="2" y="7"/>
                    <a:pt x="0" y="7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8402" name="Freeform 226">
              <a:extLst>
                <a:ext uri="{FF2B5EF4-FFF2-40B4-BE49-F238E27FC236}">
                  <a16:creationId xmlns:a16="http://schemas.microsoft.com/office/drawing/2014/main" id="{D8BD19E6-C552-420C-B24A-85374FA40F3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9" y="2079"/>
              <a:ext cx="64" cy="37"/>
            </a:xfrm>
            <a:custGeom>
              <a:avLst/>
              <a:gdLst>
                <a:gd name="T0" fmla="*/ 13 w 40"/>
                <a:gd name="T1" fmla="*/ 5 h 23"/>
                <a:gd name="T2" fmla="*/ 46 w 40"/>
                <a:gd name="T3" fmla="*/ 29 h 23"/>
                <a:gd name="T4" fmla="*/ 69 w 40"/>
                <a:gd name="T5" fmla="*/ 68 h 23"/>
                <a:gd name="T6" fmla="*/ 102 w 40"/>
                <a:gd name="T7" fmla="*/ 80 h 23"/>
                <a:gd name="T8" fmla="*/ 144 w 40"/>
                <a:gd name="T9" fmla="*/ 82 h 23"/>
                <a:gd name="T10" fmla="*/ 163 w 40"/>
                <a:gd name="T11" fmla="*/ 97 h 23"/>
                <a:gd name="T12" fmla="*/ 128 w 40"/>
                <a:gd name="T13" fmla="*/ 90 h 23"/>
                <a:gd name="T14" fmla="*/ 74 w 40"/>
                <a:gd name="T15" fmla="*/ 80 h 23"/>
                <a:gd name="T16" fmla="*/ 35 w 40"/>
                <a:gd name="T17" fmla="*/ 29 h 23"/>
                <a:gd name="T18" fmla="*/ 5 w 40"/>
                <a:gd name="T19" fmla="*/ 0 h 23"/>
                <a:gd name="T20" fmla="*/ 0 w 40"/>
                <a:gd name="T21" fmla="*/ 0 h 2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0" h="23">
                  <a:moveTo>
                    <a:pt x="3" y="1"/>
                  </a:moveTo>
                  <a:cubicBezTo>
                    <a:pt x="5" y="3"/>
                    <a:pt x="9" y="4"/>
                    <a:pt x="11" y="7"/>
                  </a:cubicBezTo>
                  <a:cubicBezTo>
                    <a:pt x="13" y="9"/>
                    <a:pt x="15" y="13"/>
                    <a:pt x="17" y="16"/>
                  </a:cubicBezTo>
                  <a:cubicBezTo>
                    <a:pt x="19" y="18"/>
                    <a:pt x="23" y="18"/>
                    <a:pt x="25" y="19"/>
                  </a:cubicBezTo>
                  <a:cubicBezTo>
                    <a:pt x="28" y="19"/>
                    <a:pt x="32" y="19"/>
                    <a:pt x="35" y="20"/>
                  </a:cubicBezTo>
                  <a:cubicBezTo>
                    <a:pt x="36" y="20"/>
                    <a:pt x="39" y="21"/>
                    <a:pt x="40" y="23"/>
                  </a:cubicBezTo>
                  <a:cubicBezTo>
                    <a:pt x="37" y="23"/>
                    <a:pt x="34" y="23"/>
                    <a:pt x="31" y="22"/>
                  </a:cubicBezTo>
                  <a:cubicBezTo>
                    <a:pt x="26" y="21"/>
                    <a:pt x="22" y="21"/>
                    <a:pt x="18" y="19"/>
                  </a:cubicBezTo>
                  <a:cubicBezTo>
                    <a:pt x="14" y="16"/>
                    <a:pt x="13" y="11"/>
                    <a:pt x="9" y="7"/>
                  </a:cubicBezTo>
                  <a:cubicBezTo>
                    <a:pt x="7" y="4"/>
                    <a:pt x="4" y="2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8403" name="Freeform 227">
              <a:extLst>
                <a:ext uri="{FF2B5EF4-FFF2-40B4-BE49-F238E27FC236}">
                  <a16:creationId xmlns:a16="http://schemas.microsoft.com/office/drawing/2014/main" id="{C931C739-BC3B-4B47-9853-8783282C545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5" y="1841"/>
              <a:ext cx="83" cy="41"/>
            </a:xfrm>
            <a:custGeom>
              <a:avLst/>
              <a:gdLst>
                <a:gd name="T0" fmla="*/ 200 w 52"/>
                <a:gd name="T1" fmla="*/ 98 h 26"/>
                <a:gd name="T2" fmla="*/ 136 w 52"/>
                <a:gd name="T3" fmla="*/ 21 h 26"/>
                <a:gd name="T4" fmla="*/ 0 w 52"/>
                <a:gd name="T5" fmla="*/ 21 h 26"/>
                <a:gd name="T6" fmla="*/ 97 w 52"/>
                <a:gd name="T7" fmla="*/ 79 h 26"/>
                <a:gd name="T8" fmla="*/ 176 w 52"/>
                <a:gd name="T9" fmla="*/ 90 h 26"/>
                <a:gd name="T10" fmla="*/ 200 w 52"/>
                <a:gd name="T11" fmla="*/ 98 h 2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2" h="26">
                  <a:moveTo>
                    <a:pt x="49" y="25"/>
                  </a:moveTo>
                  <a:cubicBezTo>
                    <a:pt x="52" y="24"/>
                    <a:pt x="46" y="11"/>
                    <a:pt x="33" y="5"/>
                  </a:cubicBezTo>
                  <a:cubicBezTo>
                    <a:pt x="20" y="0"/>
                    <a:pt x="0" y="5"/>
                    <a:pt x="0" y="5"/>
                  </a:cubicBezTo>
                  <a:cubicBezTo>
                    <a:pt x="0" y="5"/>
                    <a:pt x="7" y="17"/>
                    <a:pt x="24" y="20"/>
                  </a:cubicBezTo>
                  <a:cubicBezTo>
                    <a:pt x="42" y="22"/>
                    <a:pt x="42" y="22"/>
                    <a:pt x="43" y="23"/>
                  </a:cubicBezTo>
                  <a:cubicBezTo>
                    <a:pt x="45" y="25"/>
                    <a:pt x="47" y="26"/>
                    <a:pt x="49" y="25"/>
                  </a:cubicBezTo>
                  <a:close/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8404" name="Freeform 228">
              <a:extLst>
                <a:ext uri="{FF2B5EF4-FFF2-40B4-BE49-F238E27FC236}">
                  <a16:creationId xmlns:a16="http://schemas.microsoft.com/office/drawing/2014/main" id="{C10439E5-4035-4787-A8E1-EC786F7E7C6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3" y="1887"/>
              <a:ext cx="38" cy="40"/>
            </a:xfrm>
            <a:custGeom>
              <a:avLst/>
              <a:gdLst>
                <a:gd name="T0" fmla="*/ 0 w 24"/>
                <a:gd name="T1" fmla="*/ 8 h 25"/>
                <a:gd name="T2" fmla="*/ 95 w 24"/>
                <a:gd name="T3" fmla="*/ 74 h 25"/>
                <a:gd name="T4" fmla="*/ 81 w 24"/>
                <a:gd name="T5" fmla="*/ 102 h 25"/>
                <a:gd name="T6" fmla="*/ 33 w 24"/>
                <a:gd name="T7" fmla="*/ 77 h 25"/>
                <a:gd name="T8" fmla="*/ 5 w 24"/>
                <a:gd name="T9" fmla="*/ 54 h 25"/>
                <a:gd name="T10" fmla="*/ 0 w 24"/>
                <a:gd name="T11" fmla="*/ 8 h 2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25">
                  <a:moveTo>
                    <a:pt x="0" y="2"/>
                  </a:moveTo>
                  <a:cubicBezTo>
                    <a:pt x="0" y="2"/>
                    <a:pt x="20" y="0"/>
                    <a:pt x="24" y="18"/>
                  </a:cubicBezTo>
                  <a:cubicBezTo>
                    <a:pt x="20" y="25"/>
                    <a:pt x="20" y="25"/>
                    <a:pt x="20" y="25"/>
                  </a:cubicBezTo>
                  <a:cubicBezTo>
                    <a:pt x="20" y="25"/>
                    <a:pt x="13" y="22"/>
                    <a:pt x="8" y="19"/>
                  </a:cubicBezTo>
                  <a:cubicBezTo>
                    <a:pt x="3" y="17"/>
                    <a:pt x="1" y="13"/>
                    <a:pt x="1" y="13"/>
                  </a:cubicBezTo>
                  <a:lnTo>
                    <a:pt x="0" y="2"/>
                  </a:lnTo>
                  <a:close/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8405" name="Freeform 229">
              <a:extLst>
                <a:ext uri="{FF2B5EF4-FFF2-40B4-BE49-F238E27FC236}">
                  <a16:creationId xmlns:a16="http://schemas.microsoft.com/office/drawing/2014/main" id="{DB414A3C-078A-49C6-B541-FE41B553EC7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4" y="1862"/>
              <a:ext cx="39" cy="41"/>
            </a:xfrm>
            <a:custGeom>
              <a:avLst/>
              <a:gdLst>
                <a:gd name="T0" fmla="*/ 0 w 24"/>
                <a:gd name="T1" fmla="*/ 22 h 26"/>
                <a:gd name="T2" fmla="*/ 98 w 24"/>
                <a:gd name="T3" fmla="*/ 103 h 26"/>
                <a:gd name="T4" fmla="*/ 0 w 24"/>
                <a:gd name="T5" fmla="*/ 22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26">
                  <a:moveTo>
                    <a:pt x="0" y="6"/>
                  </a:moveTo>
                  <a:cubicBezTo>
                    <a:pt x="0" y="6"/>
                    <a:pt x="24" y="0"/>
                    <a:pt x="23" y="26"/>
                  </a:cubicBezTo>
                  <a:cubicBezTo>
                    <a:pt x="23" y="26"/>
                    <a:pt x="23" y="6"/>
                    <a:pt x="0" y="6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8406" name="Freeform 230">
              <a:extLst>
                <a:ext uri="{FF2B5EF4-FFF2-40B4-BE49-F238E27FC236}">
                  <a16:creationId xmlns:a16="http://schemas.microsoft.com/office/drawing/2014/main" id="{30073EE2-190A-4563-8584-ABA545F412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8" y="1480"/>
              <a:ext cx="780" cy="678"/>
            </a:xfrm>
            <a:custGeom>
              <a:avLst/>
              <a:gdLst>
                <a:gd name="T0" fmla="*/ 1851 w 487"/>
                <a:gd name="T1" fmla="*/ 963 h 423"/>
                <a:gd name="T2" fmla="*/ 1954 w 487"/>
                <a:gd name="T3" fmla="*/ 622 h 423"/>
                <a:gd name="T4" fmla="*/ 1864 w 487"/>
                <a:gd name="T5" fmla="*/ 482 h 423"/>
                <a:gd name="T6" fmla="*/ 1783 w 487"/>
                <a:gd name="T7" fmla="*/ 362 h 423"/>
                <a:gd name="T8" fmla="*/ 1659 w 487"/>
                <a:gd name="T9" fmla="*/ 301 h 423"/>
                <a:gd name="T10" fmla="*/ 1510 w 487"/>
                <a:gd name="T11" fmla="*/ 192 h 423"/>
                <a:gd name="T12" fmla="*/ 1224 w 487"/>
                <a:gd name="T13" fmla="*/ 115 h 423"/>
                <a:gd name="T14" fmla="*/ 686 w 487"/>
                <a:gd name="T15" fmla="*/ 192 h 423"/>
                <a:gd name="T16" fmla="*/ 410 w 487"/>
                <a:gd name="T17" fmla="*/ 585 h 423"/>
                <a:gd name="T18" fmla="*/ 320 w 487"/>
                <a:gd name="T19" fmla="*/ 832 h 423"/>
                <a:gd name="T20" fmla="*/ 300 w 487"/>
                <a:gd name="T21" fmla="*/ 1045 h 423"/>
                <a:gd name="T22" fmla="*/ 285 w 487"/>
                <a:gd name="T23" fmla="*/ 1181 h 423"/>
                <a:gd name="T24" fmla="*/ 191 w 487"/>
                <a:gd name="T25" fmla="*/ 1305 h 423"/>
                <a:gd name="T26" fmla="*/ 151 w 487"/>
                <a:gd name="T27" fmla="*/ 1475 h 423"/>
                <a:gd name="T28" fmla="*/ 77 w 487"/>
                <a:gd name="T29" fmla="*/ 1552 h 423"/>
                <a:gd name="T30" fmla="*/ 5 w 487"/>
                <a:gd name="T31" fmla="*/ 1742 h 423"/>
                <a:gd name="T32" fmla="*/ 367 w 487"/>
                <a:gd name="T33" fmla="*/ 1696 h 423"/>
                <a:gd name="T34" fmla="*/ 634 w 487"/>
                <a:gd name="T35" fmla="*/ 1223 h 423"/>
                <a:gd name="T36" fmla="*/ 593 w 487"/>
                <a:gd name="T37" fmla="*/ 861 h 423"/>
                <a:gd name="T38" fmla="*/ 801 w 487"/>
                <a:gd name="T39" fmla="*/ 934 h 423"/>
                <a:gd name="T40" fmla="*/ 916 w 487"/>
                <a:gd name="T41" fmla="*/ 814 h 423"/>
                <a:gd name="T42" fmla="*/ 955 w 487"/>
                <a:gd name="T43" fmla="*/ 742 h 423"/>
                <a:gd name="T44" fmla="*/ 1011 w 487"/>
                <a:gd name="T45" fmla="*/ 676 h 423"/>
                <a:gd name="T46" fmla="*/ 1036 w 487"/>
                <a:gd name="T47" fmla="*/ 596 h 423"/>
                <a:gd name="T48" fmla="*/ 1065 w 487"/>
                <a:gd name="T49" fmla="*/ 555 h 423"/>
                <a:gd name="T50" fmla="*/ 1155 w 487"/>
                <a:gd name="T51" fmla="*/ 527 h 423"/>
                <a:gd name="T52" fmla="*/ 1262 w 487"/>
                <a:gd name="T53" fmla="*/ 442 h 423"/>
                <a:gd name="T54" fmla="*/ 1339 w 487"/>
                <a:gd name="T55" fmla="*/ 409 h 423"/>
                <a:gd name="T56" fmla="*/ 1393 w 487"/>
                <a:gd name="T57" fmla="*/ 391 h 423"/>
                <a:gd name="T58" fmla="*/ 1501 w 487"/>
                <a:gd name="T59" fmla="*/ 418 h 423"/>
                <a:gd name="T60" fmla="*/ 1542 w 487"/>
                <a:gd name="T61" fmla="*/ 409 h 423"/>
                <a:gd name="T62" fmla="*/ 1414 w 487"/>
                <a:gd name="T63" fmla="*/ 567 h 423"/>
                <a:gd name="T64" fmla="*/ 1216 w 487"/>
                <a:gd name="T65" fmla="*/ 766 h 423"/>
                <a:gd name="T66" fmla="*/ 1421 w 487"/>
                <a:gd name="T67" fmla="*/ 627 h 423"/>
                <a:gd name="T68" fmla="*/ 1565 w 487"/>
                <a:gd name="T69" fmla="*/ 506 h 423"/>
                <a:gd name="T70" fmla="*/ 1688 w 487"/>
                <a:gd name="T71" fmla="*/ 430 h 423"/>
                <a:gd name="T72" fmla="*/ 1851 w 487"/>
                <a:gd name="T73" fmla="*/ 963 h 423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487" h="423">
                  <a:moveTo>
                    <a:pt x="451" y="234"/>
                  </a:moveTo>
                  <a:cubicBezTo>
                    <a:pt x="451" y="234"/>
                    <a:pt x="487" y="185"/>
                    <a:pt x="476" y="151"/>
                  </a:cubicBezTo>
                  <a:cubicBezTo>
                    <a:pt x="464" y="116"/>
                    <a:pt x="454" y="117"/>
                    <a:pt x="454" y="117"/>
                  </a:cubicBezTo>
                  <a:cubicBezTo>
                    <a:pt x="454" y="117"/>
                    <a:pt x="447" y="97"/>
                    <a:pt x="434" y="88"/>
                  </a:cubicBezTo>
                  <a:cubicBezTo>
                    <a:pt x="420" y="79"/>
                    <a:pt x="404" y="73"/>
                    <a:pt x="404" y="73"/>
                  </a:cubicBezTo>
                  <a:cubicBezTo>
                    <a:pt x="404" y="73"/>
                    <a:pt x="379" y="56"/>
                    <a:pt x="368" y="47"/>
                  </a:cubicBezTo>
                  <a:cubicBezTo>
                    <a:pt x="356" y="39"/>
                    <a:pt x="317" y="22"/>
                    <a:pt x="298" y="28"/>
                  </a:cubicBezTo>
                  <a:cubicBezTo>
                    <a:pt x="298" y="28"/>
                    <a:pt x="203" y="0"/>
                    <a:pt x="167" y="47"/>
                  </a:cubicBezTo>
                  <a:cubicBezTo>
                    <a:pt x="131" y="94"/>
                    <a:pt x="115" y="86"/>
                    <a:pt x="100" y="142"/>
                  </a:cubicBezTo>
                  <a:cubicBezTo>
                    <a:pt x="85" y="199"/>
                    <a:pt x="79" y="168"/>
                    <a:pt x="78" y="202"/>
                  </a:cubicBezTo>
                  <a:cubicBezTo>
                    <a:pt x="76" y="237"/>
                    <a:pt x="72" y="237"/>
                    <a:pt x="73" y="254"/>
                  </a:cubicBezTo>
                  <a:cubicBezTo>
                    <a:pt x="75" y="270"/>
                    <a:pt x="76" y="274"/>
                    <a:pt x="69" y="287"/>
                  </a:cubicBezTo>
                  <a:cubicBezTo>
                    <a:pt x="62" y="300"/>
                    <a:pt x="49" y="300"/>
                    <a:pt x="46" y="317"/>
                  </a:cubicBezTo>
                  <a:cubicBezTo>
                    <a:pt x="42" y="334"/>
                    <a:pt x="48" y="348"/>
                    <a:pt x="37" y="358"/>
                  </a:cubicBezTo>
                  <a:cubicBezTo>
                    <a:pt x="26" y="368"/>
                    <a:pt x="19" y="367"/>
                    <a:pt x="19" y="377"/>
                  </a:cubicBezTo>
                  <a:cubicBezTo>
                    <a:pt x="19" y="387"/>
                    <a:pt x="0" y="408"/>
                    <a:pt x="1" y="423"/>
                  </a:cubicBezTo>
                  <a:cubicBezTo>
                    <a:pt x="89" y="412"/>
                    <a:pt x="89" y="412"/>
                    <a:pt x="89" y="412"/>
                  </a:cubicBezTo>
                  <a:cubicBezTo>
                    <a:pt x="89" y="412"/>
                    <a:pt x="161" y="373"/>
                    <a:pt x="154" y="297"/>
                  </a:cubicBezTo>
                  <a:cubicBezTo>
                    <a:pt x="154" y="297"/>
                    <a:pt x="113" y="239"/>
                    <a:pt x="144" y="209"/>
                  </a:cubicBezTo>
                  <a:cubicBezTo>
                    <a:pt x="161" y="193"/>
                    <a:pt x="176" y="231"/>
                    <a:pt x="195" y="227"/>
                  </a:cubicBezTo>
                  <a:cubicBezTo>
                    <a:pt x="214" y="223"/>
                    <a:pt x="220" y="211"/>
                    <a:pt x="223" y="198"/>
                  </a:cubicBezTo>
                  <a:cubicBezTo>
                    <a:pt x="225" y="185"/>
                    <a:pt x="225" y="184"/>
                    <a:pt x="232" y="180"/>
                  </a:cubicBezTo>
                  <a:cubicBezTo>
                    <a:pt x="239" y="176"/>
                    <a:pt x="246" y="175"/>
                    <a:pt x="246" y="164"/>
                  </a:cubicBezTo>
                  <a:cubicBezTo>
                    <a:pt x="246" y="152"/>
                    <a:pt x="248" y="151"/>
                    <a:pt x="252" y="145"/>
                  </a:cubicBezTo>
                  <a:cubicBezTo>
                    <a:pt x="256" y="140"/>
                    <a:pt x="259" y="135"/>
                    <a:pt x="259" y="135"/>
                  </a:cubicBezTo>
                  <a:cubicBezTo>
                    <a:pt x="259" y="135"/>
                    <a:pt x="269" y="139"/>
                    <a:pt x="281" y="128"/>
                  </a:cubicBezTo>
                  <a:cubicBezTo>
                    <a:pt x="293" y="117"/>
                    <a:pt x="307" y="107"/>
                    <a:pt x="307" y="107"/>
                  </a:cubicBezTo>
                  <a:cubicBezTo>
                    <a:pt x="307" y="107"/>
                    <a:pt x="319" y="103"/>
                    <a:pt x="326" y="99"/>
                  </a:cubicBezTo>
                  <a:cubicBezTo>
                    <a:pt x="334" y="96"/>
                    <a:pt x="339" y="95"/>
                    <a:pt x="339" y="95"/>
                  </a:cubicBezTo>
                  <a:cubicBezTo>
                    <a:pt x="339" y="95"/>
                    <a:pt x="358" y="102"/>
                    <a:pt x="365" y="102"/>
                  </a:cubicBezTo>
                  <a:cubicBezTo>
                    <a:pt x="371" y="101"/>
                    <a:pt x="375" y="99"/>
                    <a:pt x="375" y="99"/>
                  </a:cubicBezTo>
                  <a:cubicBezTo>
                    <a:pt x="375" y="99"/>
                    <a:pt x="355" y="120"/>
                    <a:pt x="344" y="138"/>
                  </a:cubicBezTo>
                  <a:cubicBezTo>
                    <a:pt x="332" y="155"/>
                    <a:pt x="318" y="174"/>
                    <a:pt x="296" y="186"/>
                  </a:cubicBezTo>
                  <a:cubicBezTo>
                    <a:pt x="296" y="186"/>
                    <a:pt x="328" y="175"/>
                    <a:pt x="346" y="152"/>
                  </a:cubicBezTo>
                  <a:cubicBezTo>
                    <a:pt x="355" y="140"/>
                    <a:pt x="370" y="133"/>
                    <a:pt x="381" y="123"/>
                  </a:cubicBezTo>
                  <a:cubicBezTo>
                    <a:pt x="388" y="115"/>
                    <a:pt x="405" y="99"/>
                    <a:pt x="411" y="104"/>
                  </a:cubicBezTo>
                  <a:cubicBezTo>
                    <a:pt x="428" y="117"/>
                    <a:pt x="459" y="145"/>
                    <a:pt x="451" y="234"/>
                  </a:cubicBezTo>
                  <a:close/>
                </a:path>
              </a:pathLst>
            </a:custGeom>
            <a:solidFill>
              <a:srgbClr val="4A18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8407" name="Freeform 231">
              <a:extLst>
                <a:ext uri="{FF2B5EF4-FFF2-40B4-BE49-F238E27FC236}">
                  <a16:creationId xmlns:a16="http://schemas.microsoft.com/office/drawing/2014/main" id="{EA9327A8-A464-42F1-ABA9-2F500E83FF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8" y="1480"/>
              <a:ext cx="780" cy="678"/>
            </a:xfrm>
            <a:custGeom>
              <a:avLst/>
              <a:gdLst>
                <a:gd name="T0" fmla="*/ 1851 w 487"/>
                <a:gd name="T1" fmla="*/ 963 h 423"/>
                <a:gd name="T2" fmla="*/ 1954 w 487"/>
                <a:gd name="T3" fmla="*/ 622 h 423"/>
                <a:gd name="T4" fmla="*/ 1864 w 487"/>
                <a:gd name="T5" fmla="*/ 482 h 423"/>
                <a:gd name="T6" fmla="*/ 1783 w 487"/>
                <a:gd name="T7" fmla="*/ 362 h 423"/>
                <a:gd name="T8" fmla="*/ 1659 w 487"/>
                <a:gd name="T9" fmla="*/ 301 h 423"/>
                <a:gd name="T10" fmla="*/ 1510 w 487"/>
                <a:gd name="T11" fmla="*/ 192 h 423"/>
                <a:gd name="T12" fmla="*/ 1224 w 487"/>
                <a:gd name="T13" fmla="*/ 115 h 423"/>
                <a:gd name="T14" fmla="*/ 686 w 487"/>
                <a:gd name="T15" fmla="*/ 192 h 423"/>
                <a:gd name="T16" fmla="*/ 410 w 487"/>
                <a:gd name="T17" fmla="*/ 585 h 423"/>
                <a:gd name="T18" fmla="*/ 320 w 487"/>
                <a:gd name="T19" fmla="*/ 832 h 423"/>
                <a:gd name="T20" fmla="*/ 300 w 487"/>
                <a:gd name="T21" fmla="*/ 1045 h 423"/>
                <a:gd name="T22" fmla="*/ 285 w 487"/>
                <a:gd name="T23" fmla="*/ 1181 h 423"/>
                <a:gd name="T24" fmla="*/ 191 w 487"/>
                <a:gd name="T25" fmla="*/ 1305 h 423"/>
                <a:gd name="T26" fmla="*/ 151 w 487"/>
                <a:gd name="T27" fmla="*/ 1475 h 423"/>
                <a:gd name="T28" fmla="*/ 77 w 487"/>
                <a:gd name="T29" fmla="*/ 1552 h 423"/>
                <a:gd name="T30" fmla="*/ 5 w 487"/>
                <a:gd name="T31" fmla="*/ 1742 h 423"/>
                <a:gd name="T32" fmla="*/ 367 w 487"/>
                <a:gd name="T33" fmla="*/ 1696 h 423"/>
                <a:gd name="T34" fmla="*/ 634 w 487"/>
                <a:gd name="T35" fmla="*/ 1223 h 423"/>
                <a:gd name="T36" fmla="*/ 593 w 487"/>
                <a:gd name="T37" fmla="*/ 861 h 423"/>
                <a:gd name="T38" fmla="*/ 801 w 487"/>
                <a:gd name="T39" fmla="*/ 934 h 423"/>
                <a:gd name="T40" fmla="*/ 916 w 487"/>
                <a:gd name="T41" fmla="*/ 814 h 423"/>
                <a:gd name="T42" fmla="*/ 955 w 487"/>
                <a:gd name="T43" fmla="*/ 742 h 423"/>
                <a:gd name="T44" fmla="*/ 1011 w 487"/>
                <a:gd name="T45" fmla="*/ 676 h 423"/>
                <a:gd name="T46" fmla="*/ 1036 w 487"/>
                <a:gd name="T47" fmla="*/ 596 h 423"/>
                <a:gd name="T48" fmla="*/ 1065 w 487"/>
                <a:gd name="T49" fmla="*/ 555 h 423"/>
                <a:gd name="T50" fmla="*/ 1155 w 487"/>
                <a:gd name="T51" fmla="*/ 527 h 423"/>
                <a:gd name="T52" fmla="*/ 1262 w 487"/>
                <a:gd name="T53" fmla="*/ 442 h 423"/>
                <a:gd name="T54" fmla="*/ 1339 w 487"/>
                <a:gd name="T55" fmla="*/ 409 h 423"/>
                <a:gd name="T56" fmla="*/ 1393 w 487"/>
                <a:gd name="T57" fmla="*/ 391 h 423"/>
                <a:gd name="T58" fmla="*/ 1501 w 487"/>
                <a:gd name="T59" fmla="*/ 418 h 423"/>
                <a:gd name="T60" fmla="*/ 1542 w 487"/>
                <a:gd name="T61" fmla="*/ 409 h 423"/>
                <a:gd name="T62" fmla="*/ 1414 w 487"/>
                <a:gd name="T63" fmla="*/ 567 h 423"/>
                <a:gd name="T64" fmla="*/ 1216 w 487"/>
                <a:gd name="T65" fmla="*/ 766 h 423"/>
                <a:gd name="T66" fmla="*/ 1421 w 487"/>
                <a:gd name="T67" fmla="*/ 627 h 423"/>
                <a:gd name="T68" fmla="*/ 1565 w 487"/>
                <a:gd name="T69" fmla="*/ 506 h 423"/>
                <a:gd name="T70" fmla="*/ 1688 w 487"/>
                <a:gd name="T71" fmla="*/ 430 h 423"/>
                <a:gd name="T72" fmla="*/ 1851 w 487"/>
                <a:gd name="T73" fmla="*/ 963 h 423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487" h="423">
                  <a:moveTo>
                    <a:pt x="451" y="234"/>
                  </a:moveTo>
                  <a:cubicBezTo>
                    <a:pt x="451" y="234"/>
                    <a:pt x="487" y="185"/>
                    <a:pt x="476" y="151"/>
                  </a:cubicBezTo>
                  <a:cubicBezTo>
                    <a:pt x="464" y="116"/>
                    <a:pt x="454" y="117"/>
                    <a:pt x="454" y="117"/>
                  </a:cubicBezTo>
                  <a:cubicBezTo>
                    <a:pt x="454" y="117"/>
                    <a:pt x="447" y="97"/>
                    <a:pt x="434" y="88"/>
                  </a:cubicBezTo>
                  <a:cubicBezTo>
                    <a:pt x="420" y="79"/>
                    <a:pt x="404" y="73"/>
                    <a:pt x="404" y="73"/>
                  </a:cubicBezTo>
                  <a:cubicBezTo>
                    <a:pt x="404" y="73"/>
                    <a:pt x="379" y="56"/>
                    <a:pt x="368" y="47"/>
                  </a:cubicBezTo>
                  <a:cubicBezTo>
                    <a:pt x="356" y="39"/>
                    <a:pt x="317" y="22"/>
                    <a:pt x="298" y="28"/>
                  </a:cubicBezTo>
                  <a:cubicBezTo>
                    <a:pt x="298" y="28"/>
                    <a:pt x="203" y="0"/>
                    <a:pt x="167" y="47"/>
                  </a:cubicBezTo>
                  <a:cubicBezTo>
                    <a:pt x="131" y="94"/>
                    <a:pt x="115" y="86"/>
                    <a:pt x="100" y="142"/>
                  </a:cubicBezTo>
                  <a:cubicBezTo>
                    <a:pt x="85" y="199"/>
                    <a:pt x="79" y="168"/>
                    <a:pt x="78" y="202"/>
                  </a:cubicBezTo>
                  <a:cubicBezTo>
                    <a:pt x="76" y="237"/>
                    <a:pt x="72" y="237"/>
                    <a:pt x="73" y="254"/>
                  </a:cubicBezTo>
                  <a:cubicBezTo>
                    <a:pt x="75" y="270"/>
                    <a:pt x="76" y="274"/>
                    <a:pt x="69" y="287"/>
                  </a:cubicBezTo>
                  <a:cubicBezTo>
                    <a:pt x="62" y="300"/>
                    <a:pt x="49" y="300"/>
                    <a:pt x="46" y="317"/>
                  </a:cubicBezTo>
                  <a:cubicBezTo>
                    <a:pt x="42" y="334"/>
                    <a:pt x="48" y="348"/>
                    <a:pt x="37" y="358"/>
                  </a:cubicBezTo>
                  <a:cubicBezTo>
                    <a:pt x="26" y="368"/>
                    <a:pt x="19" y="367"/>
                    <a:pt x="19" y="377"/>
                  </a:cubicBezTo>
                  <a:cubicBezTo>
                    <a:pt x="19" y="387"/>
                    <a:pt x="0" y="408"/>
                    <a:pt x="1" y="423"/>
                  </a:cubicBezTo>
                  <a:cubicBezTo>
                    <a:pt x="89" y="412"/>
                    <a:pt x="89" y="412"/>
                    <a:pt x="89" y="412"/>
                  </a:cubicBezTo>
                  <a:cubicBezTo>
                    <a:pt x="89" y="412"/>
                    <a:pt x="161" y="373"/>
                    <a:pt x="154" y="297"/>
                  </a:cubicBezTo>
                  <a:cubicBezTo>
                    <a:pt x="154" y="297"/>
                    <a:pt x="113" y="239"/>
                    <a:pt x="144" y="209"/>
                  </a:cubicBezTo>
                  <a:cubicBezTo>
                    <a:pt x="161" y="193"/>
                    <a:pt x="176" y="231"/>
                    <a:pt x="195" y="227"/>
                  </a:cubicBezTo>
                  <a:cubicBezTo>
                    <a:pt x="214" y="223"/>
                    <a:pt x="220" y="211"/>
                    <a:pt x="223" y="198"/>
                  </a:cubicBezTo>
                  <a:cubicBezTo>
                    <a:pt x="225" y="185"/>
                    <a:pt x="225" y="184"/>
                    <a:pt x="232" y="180"/>
                  </a:cubicBezTo>
                  <a:cubicBezTo>
                    <a:pt x="239" y="176"/>
                    <a:pt x="246" y="175"/>
                    <a:pt x="246" y="164"/>
                  </a:cubicBezTo>
                  <a:cubicBezTo>
                    <a:pt x="246" y="152"/>
                    <a:pt x="248" y="151"/>
                    <a:pt x="252" y="145"/>
                  </a:cubicBezTo>
                  <a:cubicBezTo>
                    <a:pt x="256" y="140"/>
                    <a:pt x="259" y="135"/>
                    <a:pt x="259" y="135"/>
                  </a:cubicBezTo>
                  <a:cubicBezTo>
                    <a:pt x="259" y="135"/>
                    <a:pt x="269" y="139"/>
                    <a:pt x="281" y="128"/>
                  </a:cubicBezTo>
                  <a:cubicBezTo>
                    <a:pt x="292" y="117"/>
                    <a:pt x="307" y="107"/>
                    <a:pt x="307" y="107"/>
                  </a:cubicBezTo>
                  <a:cubicBezTo>
                    <a:pt x="307" y="107"/>
                    <a:pt x="319" y="103"/>
                    <a:pt x="326" y="99"/>
                  </a:cubicBezTo>
                  <a:cubicBezTo>
                    <a:pt x="334" y="96"/>
                    <a:pt x="339" y="95"/>
                    <a:pt x="339" y="95"/>
                  </a:cubicBezTo>
                  <a:cubicBezTo>
                    <a:pt x="339" y="95"/>
                    <a:pt x="358" y="102"/>
                    <a:pt x="365" y="102"/>
                  </a:cubicBezTo>
                  <a:cubicBezTo>
                    <a:pt x="371" y="101"/>
                    <a:pt x="375" y="99"/>
                    <a:pt x="375" y="99"/>
                  </a:cubicBezTo>
                  <a:cubicBezTo>
                    <a:pt x="375" y="99"/>
                    <a:pt x="355" y="120"/>
                    <a:pt x="344" y="138"/>
                  </a:cubicBezTo>
                  <a:cubicBezTo>
                    <a:pt x="332" y="155"/>
                    <a:pt x="318" y="174"/>
                    <a:pt x="296" y="186"/>
                  </a:cubicBezTo>
                  <a:cubicBezTo>
                    <a:pt x="296" y="186"/>
                    <a:pt x="328" y="175"/>
                    <a:pt x="346" y="152"/>
                  </a:cubicBezTo>
                  <a:cubicBezTo>
                    <a:pt x="355" y="140"/>
                    <a:pt x="370" y="133"/>
                    <a:pt x="381" y="123"/>
                  </a:cubicBezTo>
                  <a:cubicBezTo>
                    <a:pt x="388" y="115"/>
                    <a:pt x="405" y="99"/>
                    <a:pt x="411" y="104"/>
                  </a:cubicBezTo>
                  <a:cubicBezTo>
                    <a:pt x="428" y="117"/>
                    <a:pt x="459" y="145"/>
                    <a:pt x="451" y="234"/>
                  </a:cubicBezTo>
                  <a:close/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8408" name="Freeform 232">
              <a:extLst>
                <a:ext uri="{FF2B5EF4-FFF2-40B4-BE49-F238E27FC236}">
                  <a16:creationId xmlns:a16="http://schemas.microsoft.com/office/drawing/2014/main" id="{BC8A72B4-BCDE-4091-B685-799122986E5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4" y="1541"/>
              <a:ext cx="421" cy="143"/>
            </a:xfrm>
            <a:custGeom>
              <a:avLst/>
              <a:gdLst>
                <a:gd name="T0" fmla="*/ 1079 w 263"/>
                <a:gd name="T1" fmla="*/ 63 h 89"/>
                <a:gd name="T2" fmla="*/ 1037 w 263"/>
                <a:gd name="T3" fmla="*/ 42 h 89"/>
                <a:gd name="T4" fmla="*/ 960 w 263"/>
                <a:gd name="T5" fmla="*/ 35 h 89"/>
                <a:gd name="T6" fmla="*/ 792 w 263"/>
                <a:gd name="T7" fmla="*/ 5 h 89"/>
                <a:gd name="T8" fmla="*/ 682 w 263"/>
                <a:gd name="T9" fmla="*/ 16 h 89"/>
                <a:gd name="T10" fmla="*/ 554 w 263"/>
                <a:gd name="T11" fmla="*/ 63 h 89"/>
                <a:gd name="T12" fmla="*/ 477 w 263"/>
                <a:gd name="T13" fmla="*/ 90 h 89"/>
                <a:gd name="T14" fmla="*/ 320 w 263"/>
                <a:gd name="T15" fmla="*/ 157 h 89"/>
                <a:gd name="T16" fmla="*/ 144 w 263"/>
                <a:gd name="T17" fmla="*/ 227 h 89"/>
                <a:gd name="T18" fmla="*/ 0 w 263"/>
                <a:gd name="T19" fmla="*/ 370 h 8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63" h="89">
                  <a:moveTo>
                    <a:pt x="263" y="15"/>
                  </a:moveTo>
                  <a:cubicBezTo>
                    <a:pt x="263" y="15"/>
                    <a:pt x="256" y="11"/>
                    <a:pt x="253" y="10"/>
                  </a:cubicBezTo>
                  <a:cubicBezTo>
                    <a:pt x="247" y="9"/>
                    <a:pt x="241" y="10"/>
                    <a:pt x="234" y="9"/>
                  </a:cubicBezTo>
                  <a:cubicBezTo>
                    <a:pt x="220" y="5"/>
                    <a:pt x="208" y="0"/>
                    <a:pt x="193" y="1"/>
                  </a:cubicBezTo>
                  <a:cubicBezTo>
                    <a:pt x="184" y="1"/>
                    <a:pt x="175" y="2"/>
                    <a:pt x="166" y="4"/>
                  </a:cubicBezTo>
                  <a:cubicBezTo>
                    <a:pt x="155" y="6"/>
                    <a:pt x="146" y="11"/>
                    <a:pt x="135" y="15"/>
                  </a:cubicBezTo>
                  <a:cubicBezTo>
                    <a:pt x="129" y="18"/>
                    <a:pt x="122" y="20"/>
                    <a:pt x="116" y="22"/>
                  </a:cubicBezTo>
                  <a:cubicBezTo>
                    <a:pt x="103" y="28"/>
                    <a:pt x="91" y="34"/>
                    <a:pt x="78" y="38"/>
                  </a:cubicBezTo>
                  <a:cubicBezTo>
                    <a:pt x="63" y="42"/>
                    <a:pt x="49" y="49"/>
                    <a:pt x="35" y="55"/>
                  </a:cubicBezTo>
                  <a:cubicBezTo>
                    <a:pt x="18" y="62"/>
                    <a:pt x="6" y="71"/>
                    <a:pt x="0" y="89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8409" name="Freeform 233">
              <a:extLst>
                <a:ext uri="{FF2B5EF4-FFF2-40B4-BE49-F238E27FC236}">
                  <a16:creationId xmlns:a16="http://schemas.microsoft.com/office/drawing/2014/main" id="{EC476538-2279-4F9F-BE4E-B6E07ED52D7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4" y="1525"/>
              <a:ext cx="27" cy="16"/>
            </a:xfrm>
            <a:custGeom>
              <a:avLst/>
              <a:gdLst>
                <a:gd name="T0" fmla="*/ 0 w 17"/>
                <a:gd name="T1" fmla="*/ 0 h 10"/>
                <a:gd name="T2" fmla="*/ 68 w 17"/>
                <a:gd name="T3" fmla="*/ 42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10">
                  <a:moveTo>
                    <a:pt x="0" y="0"/>
                  </a:moveTo>
                  <a:cubicBezTo>
                    <a:pt x="6" y="2"/>
                    <a:pt x="13" y="6"/>
                    <a:pt x="17" y="1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8410" name="Freeform 234">
              <a:extLst>
                <a:ext uri="{FF2B5EF4-FFF2-40B4-BE49-F238E27FC236}">
                  <a16:creationId xmlns:a16="http://schemas.microsoft.com/office/drawing/2014/main" id="{5E6F9D74-B58B-4CC4-A055-5ED45610B08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0" y="1636"/>
              <a:ext cx="45" cy="48"/>
            </a:xfrm>
            <a:custGeom>
              <a:avLst/>
              <a:gdLst>
                <a:gd name="T0" fmla="*/ 0 w 28"/>
                <a:gd name="T1" fmla="*/ 26 h 30"/>
                <a:gd name="T2" fmla="*/ 95 w 28"/>
                <a:gd name="T3" fmla="*/ 21 h 30"/>
                <a:gd name="T4" fmla="*/ 111 w 28"/>
                <a:gd name="T5" fmla="*/ 123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30">
                  <a:moveTo>
                    <a:pt x="0" y="6"/>
                  </a:moveTo>
                  <a:cubicBezTo>
                    <a:pt x="6" y="3"/>
                    <a:pt x="18" y="0"/>
                    <a:pt x="23" y="5"/>
                  </a:cubicBezTo>
                  <a:cubicBezTo>
                    <a:pt x="28" y="11"/>
                    <a:pt x="27" y="24"/>
                    <a:pt x="27" y="3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8411" name="Freeform 235">
              <a:extLst>
                <a:ext uri="{FF2B5EF4-FFF2-40B4-BE49-F238E27FC236}">
                  <a16:creationId xmlns:a16="http://schemas.microsoft.com/office/drawing/2014/main" id="{BF2F7A36-F90B-4701-BB1F-D20FDEB6E2E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5" y="1663"/>
              <a:ext cx="30" cy="9"/>
            </a:xfrm>
            <a:custGeom>
              <a:avLst/>
              <a:gdLst>
                <a:gd name="T0" fmla="*/ 0 w 19"/>
                <a:gd name="T1" fmla="*/ 21 h 6"/>
                <a:gd name="T2" fmla="*/ 74 w 19"/>
                <a:gd name="T3" fmla="*/ 12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6">
                  <a:moveTo>
                    <a:pt x="0" y="6"/>
                  </a:moveTo>
                  <a:cubicBezTo>
                    <a:pt x="4" y="2"/>
                    <a:pt x="14" y="0"/>
                    <a:pt x="19" y="3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8412" name="Freeform 236">
              <a:extLst>
                <a:ext uri="{FF2B5EF4-FFF2-40B4-BE49-F238E27FC236}">
                  <a16:creationId xmlns:a16="http://schemas.microsoft.com/office/drawing/2014/main" id="{E655B0F2-1D5B-41A2-82F0-77BB49369CF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1" y="1687"/>
              <a:ext cx="56" cy="22"/>
            </a:xfrm>
            <a:custGeom>
              <a:avLst/>
              <a:gdLst>
                <a:gd name="T0" fmla="*/ 144 w 35"/>
                <a:gd name="T1" fmla="*/ 55 h 14"/>
                <a:gd name="T2" fmla="*/ 74 w 35"/>
                <a:gd name="T3" fmla="*/ 5 h 14"/>
                <a:gd name="T4" fmla="*/ 0 w 35"/>
                <a:gd name="T5" fmla="*/ 2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14">
                  <a:moveTo>
                    <a:pt x="35" y="14"/>
                  </a:moveTo>
                  <a:cubicBezTo>
                    <a:pt x="34" y="8"/>
                    <a:pt x="24" y="2"/>
                    <a:pt x="18" y="1"/>
                  </a:cubicBezTo>
                  <a:cubicBezTo>
                    <a:pt x="12" y="0"/>
                    <a:pt x="5" y="8"/>
                    <a:pt x="0" y="5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8413" name="Freeform 237">
              <a:extLst>
                <a:ext uri="{FF2B5EF4-FFF2-40B4-BE49-F238E27FC236}">
                  <a16:creationId xmlns:a16="http://schemas.microsoft.com/office/drawing/2014/main" id="{8A365CEF-4FC7-42C2-A247-2B3953A6232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2" y="1688"/>
              <a:ext cx="16" cy="103"/>
            </a:xfrm>
            <a:custGeom>
              <a:avLst/>
              <a:gdLst>
                <a:gd name="T0" fmla="*/ 0 w 10"/>
                <a:gd name="T1" fmla="*/ 0 h 64"/>
                <a:gd name="T2" fmla="*/ 35 w 10"/>
                <a:gd name="T3" fmla="*/ 143 h 64"/>
                <a:gd name="T4" fmla="*/ 0 w 10"/>
                <a:gd name="T5" fmla="*/ 267 h 6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64">
                  <a:moveTo>
                    <a:pt x="0" y="0"/>
                  </a:moveTo>
                  <a:cubicBezTo>
                    <a:pt x="10" y="6"/>
                    <a:pt x="10" y="24"/>
                    <a:pt x="9" y="34"/>
                  </a:cubicBezTo>
                  <a:cubicBezTo>
                    <a:pt x="7" y="45"/>
                    <a:pt x="2" y="54"/>
                    <a:pt x="0" y="64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8414" name="Freeform 238">
              <a:extLst>
                <a:ext uri="{FF2B5EF4-FFF2-40B4-BE49-F238E27FC236}">
                  <a16:creationId xmlns:a16="http://schemas.microsoft.com/office/drawing/2014/main" id="{C89A5EA5-498F-49FA-A875-3DEC47E3DAD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5" y="1613"/>
              <a:ext cx="95" cy="34"/>
            </a:xfrm>
            <a:custGeom>
              <a:avLst/>
              <a:gdLst>
                <a:gd name="T0" fmla="*/ 246 w 59"/>
                <a:gd name="T1" fmla="*/ 89 h 21"/>
                <a:gd name="T2" fmla="*/ 135 w 59"/>
                <a:gd name="T3" fmla="*/ 5 h 21"/>
                <a:gd name="T4" fmla="*/ 0 w 59"/>
                <a:gd name="T5" fmla="*/ 76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9" h="21">
                  <a:moveTo>
                    <a:pt x="59" y="21"/>
                  </a:moveTo>
                  <a:cubicBezTo>
                    <a:pt x="58" y="12"/>
                    <a:pt x="40" y="2"/>
                    <a:pt x="32" y="1"/>
                  </a:cubicBezTo>
                  <a:cubicBezTo>
                    <a:pt x="21" y="0"/>
                    <a:pt x="5" y="8"/>
                    <a:pt x="0" y="18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8415" name="Freeform 239">
              <a:extLst>
                <a:ext uri="{FF2B5EF4-FFF2-40B4-BE49-F238E27FC236}">
                  <a16:creationId xmlns:a16="http://schemas.microsoft.com/office/drawing/2014/main" id="{F20828CD-BECB-45C3-B9B4-0A0B8B12CC2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9" y="1620"/>
              <a:ext cx="64" cy="12"/>
            </a:xfrm>
            <a:custGeom>
              <a:avLst/>
              <a:gdLst>
                <a:gd name="T0" fmla="*/ 163 w 40"/>
                <a:gd name="T1" fmla="*/ 26 h 8"/>
                <a:gd name="T2" fmla="*/ 74 w 40"/>
                <a:gd name="T3" fmla="*/ 8 h 8"/>
                <a:gd name="T4" fmla="*/ 0 w 40"/>
                <a:gd name="T5" fmla="*/ 27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8">
                  <a:moveTo>
                    <a:pt x="40" y="7"/>
                  </a:moveTo>
                  <a:cubicBezTo>
                    <a:pt x="37" y="1"/>
                    <a:pt x="24" y="0"/>
                    <a:pt x="18" y="2"/>
                  </a:cubicBezTo>
                  <a:cubicBezTo>
                    <a:pt x="13" y="3"/>
                    <a:pt x="5" y="5"/>
                    <a:pt x="0" y="8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8416" name="Freeform 240">
              <a:extLst>
                <a:ext uri="{FF2B5EF4-FFF2-40B4-BE49-F238E27FC236}">
                  <a16:creationId xmlns:a16="http://schemas.microsoft.com/office/drawing/2014/main" id="{602001CD-B85A-4ED8-B7CD-B85042BC87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4" y="1648"/>
              <a:ext cx="161" cy="45"/>
            </a:xfrm>
            <a:custGeom>
              <a:avLst/>
              <a:gdLst>
                <a:gd name="T0" fmla="*/ 417 w 100"/>
                <a:gd name="T1" fmla="*/ 5 h 28"/>
                <a:gd name="T2" fmla="*/ 336 w 100"/>
                <a:gd name="T3" fmla="*/ 8 h 28"/>
                <a:gd name="T4" fmla="*/ 251 w 100"/>
                <a:gd name="T5" fmla="*/ 55 h 28"/>
                <a:gd name="T6" fmla="*/ 130 w 100"/>
                <a:gd name="T7" fmla="*/ 63 h 28"/>
                <a:gd name="T8" fmla="*/ 0 w 100"/>
                <a:gd name="T9" fmla="*/ 116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0" h="28">
                  <a:moveTo>
                    <a:pt x="100" y="1"/>
                  </a:moveTo>
                  <a:cubicBezTo>
                    <a:pt x="93" y="1"/>
                    <a:pt x="87" y="0"/>
                    <a:pt x="81" y="2"/>
                  </a:cubicBezTo>
                  <a:cubicBezTo>
                    <a:pt x="74" y="5"/>
                    <a:pt x="67" y="10"/>
                    <a:pt x="60" y="13"/>
                  </a:cubicBezTo>
                  <a:cubicBezTo>
                    <a:pt x="50" y="16"/>
                    <a:pt x="41" y="14"/>
                    <a:pt x="31" y="15"/>
                  </a:cubicBezTo>
                  <a:cubicBezTo>
                    <a:pt x="20" y="17"/>
                    <a:pt x="8" y="22"/>
                    <a:pt x="0" y="28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8417" name="Freeform 241">
              <a:extLst>
                <a:ext uri="{FF2B5EF4-FFF2-40B4-BE49-F238E27FC236}">
                  <a16:creationId xmlns:a16="http://schemas.microsoft.com/office/drawing/2014/main" id="{A0CF16F2-BB52-425D-B238-A2B60B3EC75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5" y="1696"/>
              <a:ext cx="138" cy="36"/>
            </a:xfrm>
            <a:custGeom>
              <a:avLst/>
              <a:gdLst>
                <a:gd name="T0" fmla="*/ 355 w 86"/>
                <a:gd name="T1" fmla="*/ 0 h 22"/>
                <a:gd name="T2" fmla="*/ 213 w 86"/>
                <a:gd name="T3" fmla="*/ 5 h 22"/>
                <a:gd name="T4" fmla="*/ 0 w 86"/>
                <a:gd name="T5" fmla="*/ 97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6" h="22">
                  <a:moveTo>
                    <a:pt x="86" y="0"/>
                  </a:moveTo>
                  <a:cubicBezTo>
                    <a:pt x="76" y="3"/>
                    <a:pt x="63" y="1"/>
                    <a:pt x="52" y="1"/>
                  </a:cubicBezTo>
                  <a:cubicBezTo>
                    <a:pt x="31" y="1"/>
                    <a:pt x="16" y="8"/>
                    <a:pt x="0" y="22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8418" name="Freeform 242">
              <a:extLst>
                <a:ext uri="{FF2B5EF4-FFF2-40B4-BE49-F238E27FC236}">
                  <a16:creationId xmlns:a16="http://schemas.microsoft.com/office/drawing/2014/main" id="{C2EA6E8A-6326-468B-9D6F-5F32D57BD7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0" y="1716"/>
              <a:ext cx="168" cy="91"/>
            </a:xfrm>
            <a:custGeom>
              <a:avLst/>
              <a:gdLst>
                <a:gd name="T0" fmla="*/ 430 w 105"/>
                <a:gd name="T1" fmla="*/ 0 h 57"/>
                <a:gd name="T2" fmla="*/ 384 w 105"/>
                <a:gd name="T3" fmla="*/ 26 h 57"/>
                <a:gd name="T4" fmla="*/ 342 w 105"/>
                <a:gd name="T5" fmla="*/ 69 h 57"/>
                <a:gd name="T6" fmla="*/ 253 w 105"/>
                <a:gd name="T7" fmla="*/ 125 h 57"/>
                <a:gd name="T8" fmla="*/ 0 w 105"/>
                <a:gd name="T9" fmla="*/ 231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5" h="57">
                  <a:moveTo>
                    <a:pt x="105" y="0"/>
                  </a:moveTo>
                  <a:cubicBezTo>
                    <a:pt x="102" y="3"/>
                    <a:pt x="97" y="3"/>
                    <a:pt x="94" y="6"/>
                  </a:cubicBezTo>
                  <a:cubicBezTo>
                    <a:pt x="90" y="9"/>
                    <a:pt x="87" y="13"/>
                    <a:pt x="84" y="17"/>
                  </a:cubicBezTo>
                  <a:cubicBezTo>
                    <a:pt x="76" y="24"/>
                    <a:pt x="72" y="29"/>
                    <a:pt x="62" y="31"/>
                  </a:cubicBezTo>
                  <a:cubicBezTo>
                    <a:pt x="39" y="35"/>
                    <a:pt x="13" y="36"/>
                    <a:pt x="0" y="57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8419" name="Freeform 243">
              <a:extLst>
                <a:ext uri="{FF2B5EF4-FFF2-40B4-BE49-F238E27FC236}">
                  <a16:creationId xmlns:a16="http://schemas.microsoft.com/office/drawing/2014/main" id="{1F51EE41-3FC8-4B80-A28F-41D80B305A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7" y="2132"/>
              <a:ext cx="1009" cy="1003"/>
            </a:xfrm>
            <a:custGeom>
              <a:avLst/>
              <a:gdLst>
                <a:gd name="T0" fmla="*/ 1988 w 630"/>
                <a:gd name="T1" fmla="*/ 417 h 626"/>
                <a:gd name="T2" fmla="*/ 1927 w 630"/>
                <a:gd name="T3" fmla="*/ 513 h 626"/>
                <a:gd name="T4" fmla="*/ 1871 w 630"/>
                <a:gd name="T5" fmla="*/ 481 h 626"/>
                <a:gd name="T6" fmla="*/ 1803 w 630"/>
                <a:gd name="T7" fmla="*/ 449 h 626"/>
                <a:gd name="T8" fmla="*/ 1741 w 630"/>
                <a:gd name="T9" fmla="*/ 349 h 626"/>
                <a:gd name="T10" fmla="*/ 1714 w 630"/>
                <a:gd name="T11" fmla="*/ 431 h 626"/>
                <a:gd name="T12" fmla="*/ 1787 w 630"/>
                <a:gd name="T13" fmla="*/ 532 h 626"/>
                <a:gd name="T14" fmla="*/ 1664 w 630"/>
                <a:gd name="T15" fmla="*/ 498 h 626"/>
                <a:gd name="T16" fmla="*/ 1305 w 630"/>
                <a:gd name="T17" fmla="*/ 357 h 626"/>
                <a:gd name="T18" fmla="*/ 985 w 630"/>
                <a:gd name="T19" fmla="*/ 87 h 626"/>
                <a:gd name="T20" fmla="*/ 934 w 630"/>
                <a:gd name="T21" fmla="*/ 21 h 626"/>
                <a:gd name="T22" fmla="*/ 780 w 630"/>
                <a:gd name="T23" fmla="*/ 5 h 626"/>
                <a:gd name="T24" fmla="*/ 444 w 630"/>
                <a:gd name="T25" fmla="*/ 111 h 626"/>
                <a:gd name="T26" fmla="*/ 346 w 630"/>
                <a:gd name="T27" fmla="*/ 205 h 626"/>
                <a:gd name="T28" fmla="*/ 247 w 630"/>
                <a:gd name="T29" fmla="*/ 396 h 626"/>
                <a:gd name="T30" fmla="*/ 111 w 630"/>
                <a:gd name="T31" fmla="*/ 758 h 626"/>
                <a:gd name="T32" fmla="*/ 90 w 630"/>
                <a:gd name="T33" fmla="*/ 1173 h 626"/>
                <a:gd name="T34" fmla="*/ 29 w 630"/>
                <a:gd name="T35" fmla="*/ 1488 h 626"/>
                <a:gd name="T36" fmla="*/ 5 w 630"/>
                <a:gd name="T37" fmla="*/ 1662 h 626"/>
                <a:gd name="T38" fmla="*/ 26 w 630"/>
                <a:gd name="T39" fmla="*/ 2076 h 626"/>
                <a:gd name="T40" fmla="*/ 48 w 630"/>
                <a:gd name="T41" fmla="*/ 2459 h 626"/>
                <a:gd name="T42" fmla="*/ 67 w 630"/>
                <a:gd name="T43" fmla="*/ 2575 h 626"/>
                <a:gd name="T44" fmla="*/ 2021 w 630"/>
                <a:gd name="T45" fmla="*/ 2575 h 626"/>
                <a:gd name="T46" fmla="*/ 2029 w 630"/>
                <a:gd name="T47" fmla="*/ 2549 h 626"/>
                <a:gd name="T48" fmla="*/ 2157 w 630"/>
                <a:gd name="T49" fmla="*/ 2307 h 626"/>
                <a:gd name="T50" fmla="*/ 2252 w 630"/>
                <a:gd name="T51" fmla="*/ 1884 h 626"/>
                <a:gd name="T52" fmla="*/ 2153 w 630"/>
                <a:gd name="T53" fmla="*/ 1625 h 626"/>
                <a:gd name="T54" fmla="*/ 2295 w 630"/>
                <a:gd name="T55" fmla="*/ 1476 h 626"/>
                <a:gd name="T56" fmla="*/ 2580 w 630"/>
                <a:gd name="T57" fmla="*/ 1255 h 626"/>
                <a:gd name="T58" fmla="*/ 2367 w 630"/>
                <a:gd name="T59" fmla="*/ 622 h 626"/>
                <a:gd name="T60" fmla="*/ 1988 w 630"/>
                <a:gd name="T61" fmla="*/ 417 h 62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630" h="626">
                  <a:moveTo>
                    <a:pt x="484" y="101"/>
                  </a:moveTo>
                  <a:cubicBezTo>
                    <a:pt x="469" y="125"/>
                    <a:pt x="469" y="125"/>
                    <a:pt x="469" y="125"/>
                  </a:cubicBezTo>
                  <a:cubicBezTo>
                    <a:pt x="469" y="125"/>
                    <a:pt x="464" y="121"/>
                    <a:pt x="455" y="117"/>
                  </a:cubicBezTo>
                  <a:cubicBezTo>
                    <a:pt x="446" y="113"/>
                    <a:pt x="442" y="118"/>
                    <a:pt x="439" y="109"/>
                  </a:cubicBezTo>
                  <a:cubicBezTo>
                    <a:pt x="436" y="101"/>
                    <a:pt x="424" y="85"/>
                    <a:pt x="424" y="85"/>
                  </a:cubicBezTo>
                  <a:cubicBezTo>
                    <a:pt x="424" y="85"/>
                    <a:pt x="419" y="98"/>
                    <a:pt x="417" y="105"/>
                  </a:cubicBezTo>
                  <a:cubicBezTo>
                    <a:pt x="417" y="105"/>
                    <a:pt x="436" y="120"/>
                    <a:pt x="435" y="129"/>
                  </a:cubicBezTo>
                  <a:cubicBezTo>
                    <a:pt x="435" y="129"/>
                    <a:pt x="421" y="130"/>
                    <a:pt x="405" y="121"/>
                  </a:cubicBezTo>
                  <a:cubicBezTo>
                    <a:pt x="389" y="112"/>
                    <a:pt x="341" y="100"/>
                    <a:pt x="318" y="87"/>
                  </a:cubicBezTo>
                  <a:cubicBezTo>
                    <a:pt x="295" y="74"/>
                    <a:pt x="248" y="32"/>
                    <a:pt x="240" y="21"/>
                  </a:cubicBezTo>
                  <a:cubicBezTo>
                    <a:pt x="232" y="10"/>
                    <a:pt x="227" y="5"/>
                    <a:pt x="227" y="5"/>
                  </a:cubicBezTo>
                  <a:cubicBezTo>
                    <a:pt x="227" y="5"/>
                    <a:pt x="205" y="1"/>
                    <a:pt x="190" y="1"/>
                  </a:cubicBezTo>
                  <a:cubicBezTo>
                    <a:pt x="175" y="0"/>
                    <a:pt x="129" y="12"/>
                    <a:pt x="108" y="27"/>
                  </a:cubicBezTo>
                  <a:cubicBezTo>
                    <a:pt x="88" y="42"/>
                    <a:pt x="87" y="36"/>
                    <a:pt x="84" y="50"/>
                  </a:cubicBezTo>
                  <a:cubicBezTo>
                    <a:pt x="81" y="64"/>
                    <a:pt x="78" y="75"/>
                    <a:pt x="60" y="96"/>
                  </a:cubicBezTo>
                  <a:cubicBezTo>
                    <a:pt x="43" y="117"/>
                    <a:pt x="29" y="143"/>
                    <a:pt x="27" y="184"/>
                  </a:cubicBezTo>
                  <a:cubicBezTo>
                    <a:pt x="26" y="226"/>
                    <a:pt x="31" y="236"/>
                    <a:pt x="22" y="285"/>
                  </a:cubicBezTo>
                  <a:cubicBezTo>
                    <a:pt x="13" y="334"/>
                    <a:pt x="14" y="341"/>
                    <a:pt x="7" y="362"/>
                  </a:cubicBezTo>
                  <a:cubicBezTo>
                    <a:pt x="0" y="382"/>
                    <a:pt x="0" y="373"/>
                    <a:pt x="1" y="404"/>
                  </a:cubicBezTo>
                  <a:cubicBezTo>
                    <a:pt x="2" y="434"/>
                    <a:pt x="4" y="473"/>
                    <a:pt x="6" y="505"/>
                  </a:cubicBezTo>
                  <a:cubicBezTo>
                    <a:pt x="9" y="536"/>
                    <a:pt x="7" y="572"/>
                    <a:pt x="12" y="598"/>
                  </a:cubicBezTo>
                  <a:cubicBezTo>
                    <a:pt x="14" y="610"/>
                    <a:pt x="15" y="619"/>
                    <a:pt x="16" y="626"/>
                  </a:cubicBezTo>
                  <a:cubicBezTo>
                    <a:pt x="492" y="626"/>
                    <a:pt x="492" y="626"/>
                    <a:pt x="492" y="626"/>
                  </a:cubicBezTo>
                  <a:cubicBezTo>
                    <a:pt x="493" y="624"/>
                    <a:pt x="493" y="622"/>
                    <a:pt x="494" y="620"/>
                  </a:cubicBezTo>
                  <a:cubicBezTo>
                    <a:pt x="504" y="597"/>
                    <a:pt x="511" y="593"/>
                    <a:pt x="525" y="561"/>
                  </a:cubicBezTo>
                  <a:cubicBezTo>
                    <a:pt x="539" y="529"/>
                    <a:pt x="557" y="506"/>
                    <a:pt x="548" y="458"/>
                  </a:cubicBezTo>
                  <a:cubicBezTo>
                    <a:pt x="540" y="410"/>
                    <a:pt x="524" y="395"/>
                    <a:pt x="524" y="395"/>
                  </a:cubicBezTo>
                  <a:cubicBezTo>
                    <a:pt x="524" y="395"/>
                    <a:pt x="542" y="375"/>
                    <a:pt x="559" y="359"/>
                  </a:cubicBezTo>
                  <a:cubicBezTo>
                    <a:pt x="576" y="343"/>
                    <a:pt x="625" y="311"/>
                    <a:pt x="628" y="305"/>
                  </a:cubicBezTo>
                  <a:cubicBezTo>
                    <a:pt x="630" y="298"/>
                    <a:pt x="608" y="195"/>
                    <a:pt x="576" y="151"/>
                  </a:cubicBezTo>
                  <a:cubicBezTo>
                    <a:pt x="543" y="108"/>
                    <a:pt x="484" y="101"/>
                    <a:pt x="484" y="101"/>
                  </a:cubicBezTo>
                  <a:close/>
                </a:path>
              </a:pathLst>
            </a:custGeom>
            <a:solidFill>
              <a:srgbClr val="A7D2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8420" name="Freeform 244">
              <a:extLst>
                <a:ext uri="{FF2B5EF4-FFF2-40B4-BE49-F238E27FC236}">
                  <a16:creationId xmlns:a16="http://schemas.microsoft.com/office/drawing/2014/main" id="{96A48F81-727D-4E46-B4DA-2B278AB32D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7" y="2132"/>
              <a:ext cx="1009" cy="1003"/>
            </a:xfrm>
            <a:custGeom>
              <a:avLst/>
              <a:gdLst>
                <a:gd name="T0" fmla="*/ 2021 w 630"/>
                <a:gd name="T1" fmla="*/ 2575 h 626"/>
                <a:gd name="T2" fmla="*/ 2029 w 630"/>
                <a:gd name="T3" fmla="*/ 2549 h 626"/>
                <a:gd name="T4" fmla="*/ 2157 w 630"/>
                <a:gd name="T5" fmla="*/ 2307 h 626"/>
                <a:gd name="T6" fmla="*/ 2252 w 630"/>
                <a:gd name="T7" fmla="*/ 1884 h 626"/>
                <a:gd name="T8" fmla="*/ 2153 w 630"/>
                <a:gd name="T9" fmla="*/ 1625 h 626"/>
                <a:gd name="T10" fmla="*/ 2295 w 630"/>
                <a:gd name="T11" fmla="*/ 1476 h 626"/>
                <a:gd name="T12" fmla="*/ 2580 w 630"/>
                <a:gd name="T13" fmla="*/ 1255 h 626"/>
                <a:gd name="T14" fmla="*/ 2367 w 630"/>
                <a:gd name="T15" fmla="*/ 622 h 626"/>
                <a:gd name="T16" fmla="*/ 1988 w 630"/>
                <a:gd name="T17" fmla="*/ 417 h 626"/>
                <a:gd name="T18" fmla="*/ 1927 w 630"/>
                <a:gd name="T19" fmla="*/ 513 h 626"/>
                <a:gd name="T20" fmla="*/ 1871 w 630"/>
                <a:gd name="T21" fmla="*/ 481 h 626"/>
                <a:gd name="T22" fmla="*/ 1803 w 630"/>
                <a:gd name="T23" fmla="*/ 449 h 626"/>
                <a:gd name="T24" fmla="*/ 1741 w 630"/>
                <a:gd name="T25" fmla="*/ 349 h 626"/>
                <a:gd name="T26" fmla="*/ 1714 w 630"/>
                <a:gd name="T27" fmla="*/ 431 h 626"/>
                <a:gd name="T28" fmla="*/ 1787 w 630"/>
                <a:gd name="T29" fmla="*/ 532 h 626"/>
                <a:gd name="T30" fmla="*/ 1664 w 630"/>
                <a:gd name="T31" fmla="*/ 498 h 626"/>
                <a:gd name="T32" fmla="*/ 1305 w 630"/>
                <a:gd name="T33" fmla="*/ 357 h 626"/>
                <a:gd name="T34" fmla="*/ 985 w 630"/>
                <a:gd name="T35" fmla="*/ 87 h 626"/>
                <a:gd name="T36" fmla="*/ 934 w 630"/>
                <a:gd name="T37" fmla="*/ 21 h 626"/>
                <a:gd name="T38" fmla="*/ 780 w 630"/>
                <a:gd name="T39" fmla="*/ 5 h 626"/>
                <a:gd name="T40" fmla="*/ 444 w 630"/>
                <a:gd name="T41" fmla="*/ 111 h 626"/>
                <a:gd name="T42" fmla="*/ 346 w 630"/>
                <a:gd name="T43" fmla="*/ 205 h 626"/>
                <a:gd name="T44" fmla="*/ 247 w 630"/>
                <a:gd name="T45" fmla="*/ 396 h 626"/>
                <a:gd name="T46" fmla="*/ 111 w 630"/>
                <a:gd name="T47" fmla="*/ 758 h 626"/>
                <a:gd name="T48" fmla="*/ 90 w 630"/>
                <a:gd name="T49" fmla="*/ 1173 h 626"/>
                <a:gd name="T50" fmla="*/ 29 w 630"/>
                <a:gd name="T51" fmla="*/ 1488 h 626"/>
                <a:gd name="T52" fmla="*/ 5 w 630"/>
                <a:gd name="T53" fmla="*/ 1662 h 626"/>
                <a:gd name="T54" fmla="*/ 26 w 630"/>
                <a:gd name="T55" fmla="*/ 2076 h 626"/>
                <a:gd name="T56" fmla="*/ 48 w 630"/>
                <a:gd name="T57" fmla="*/ 2459 h 626"/>
                <a:gd name="T58" fmla="*/ 67 w 630"/>
                <a:gd name="T59" fmla="*/ 2575 h 62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630" h="626">
                  <a:moveTo>
                    <a:pt x="492" y="626"/>
                  </a:moveTo>
                  <a:cubicBezTo>
                    <a:pt x="492" y="624"/>
                    <a:pt x="493" y="622"/>
                    <a:pt x="494" y="620"/>
                  </a:cubicBezTo>
                  <a:cubicBezTo>
                    <a:pt x="504" y="597"/>
                    <a:pt x="511" y="593"/>
                    <a:pt x="525" y="561"/>
                  </a:cubicBezTo>
                  <a:cubicBezTo>
                    <a:pt x="539" y="529"/>
                    <a:pt x="557" y="506"/>
                    <a:pt x="548" y="458"/>
                  </a:cubicBezTo>
                  <a:cubicBezTo>
                    <a:pt x="540" y="410"/>
                    <a:pt x="524" y="395"/>
                    <a:pt x="524" y="395"/>
                  </a:cubicBezTo>
                  <a:cubicBezTo>
                    <a:pt x="524" y="395"/>
                    <a:pt x="542" y="375"/>
                    <a:pt x="559" y="359"/>
                  </a:cubicBezTo>
                  <a:cubicBezTo>
                    <a:pt x="576" y="343"/>
                    <a:pt x="625" y="311"/>
                    <a:pt x="628" y="305"/>
                  </a:cubicBezTo>
                  <a:cubicBezTo>
                    <a:pt x="630" y="298"/>
                    <a:pt x="608" y="195"/>
                    <a:pt x="576" y="151"/>
                  </a:cubicBezTo>
                  <a:cubicBezTo>
                    <a:pt x="543" y="108"/>
                    <a:pt x="484" y="101"/>
                    <a:pt x="484" y="101"/>
                  </a:cubicBezTo>
                  <a:cubicBezTo>
                    <a:pt x="469" y="125"/>
                    <a:pt x="469" y="125"/>
                    <a:pt x="469" y="125"/>
                  </a:cubicBezTo>
                  <a:cubicBezTo>
                    <a:pt x="469" y="125"/>
                    <a:pt x="464" y="121"/>
                    <a:pt x="455" y="117"/>
                  </a:cubicBezTo>
                  <a:cubicBezTo>
                    <a:pt x="446" y="113"/>
                    <a:pt x="442" y="118"/>
                    <a:pt x="439" y="109"/>
                  </a:cubicBezTo>
                  <a:cubicBezTo>
                    <a:pt x="436" y="101"/>
                    <a:pt x="424" y="85"/>
                    <a:pt x="424" y="85"/>
                  </a:cubicBezTo>
                  <a:cubicBezTo>
                    <a:pt x="424" y="85"/>
                    <a:pt x="419" y="98"/>
                    <a:pt x="417" y="105"/>
                  </a:cubicBezTo>
                  <a:cubicBezTo>
                    <a:pt x="417" y="105"/>
                    <a:pt x="436" y="120"/>
                    <a:pt x="435" y="129"/>
                  </a:cubicBezTo>
                  <a:cubicBezTo>
                    <a:pt x="435" y="129"/>
                    <a:pt x="421" y="130"/>
                    <a:pt x="405" y="121"/>
                  </a:cubicBezTo>
                  <a:cubicBezTo>
                    <a:pt x="389" y="112"/>
                    <a:pt x="341" y="100"/>
                    <a:pt x="318" y="87"/>
                  </a:cubicBezTo>
                  <a:cubicBezTo>
                    <a:pt x="295" y="74"/>
                    <a:pt x="248" y="32"/>
                    <a:pt x="240" y="21"/>
                  </a:cubicBezTo>
                  <a:cubicBezTo>
                    <a:pt x="232" y="10"/>
                    <a:pt x="227" y="5"/>
                    <a:pt x="227" y="5"/>
                  </a:cubicBezTo>
                  <a:cubicBezTo>
                    <a:pt x="227" y="5"/>
                    <a:pt x="205" y="1"/>
                    <a:pt x="190" y="1"/>
                  </a:cubicBezTo>
                  <a:cubicBezTo>
                    <a:pt x="175" y="0"/>
                    <a:pt x="129" y="12"/>
                    <a:pt x="108" y="27"/>
                  </a:cubicBezTo>
                  <a:cubicBezTo>
                    <a:pt x="88" y="42"/>
                    <a:pt x="87" y="36"/>
                    <a:pt x="84" y="50"/>
                  </a:cubicBezTo>
                  <a:cubicBezTo>
                    <a:pt x="81" y="64"/>
                    <a:pt x="78" y="75"/>
                    <a:pt x="60" y="96"/>
                  </a:cubicBezTo>
                  <a:cubicBezTo>
                    <a:pt x="43" y="117"/>
                    <a:pt x="29" y="143"/>
                    <a:pt x="27" y="184"/>
                  </a:cubicBezTo>
                  <a:cubicBezTo>
                    <a:pt x="26" y="226"/>
                    <a:pt x="31" y="236"/>
                    <a:pt x="22" y="285"/>
                  </a:cubicBezTo>
                  <a:cubicBezTo>
                    <a:pt x="13" y="334"/>
                    <a:pt x="14" y="341"/>
                    <a:pt x="7" y="362"/>
                  </a:cubicBezTo>
                  <a:cubicBezTo>
                    <a:pt x="0" y="382"/>
                    <a:pt x="0" y="373"/>
                    <a:pt x="1" y="404"/>
                  </a:cubicBezTo>
                  <a:cubicBezTo>
                    <a:pt x="2" y="434"/>
                    <a:pt x="4" y="473"/>
                    <a:pt x="6" y="505"/>
                  </a:cubicBezTo>
                  <a:cubicBezTo>
                    <a:pt x="9" y="536"/>
                    <a:pt x="7" y="572"/>
                    <a:pt x="12" y="598"/>
                  </a:cubicBezTo>
                  <a:cubicBezTo>
                    <a:pt x="14" y="610"/>
                    <a:pt x="15" y="619"/>
                    <a:pt x="16" y="626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8421" name="Freeform 245">
              <a:extLst>
                <a:ext uri="{FF2B5EF4-FFF2-40B4-BE49-F238E27FC236}">
                  <a16:creationId xmlns:a16="http://schemas.microsoft.com/office/drawing/2014/main" id="{0477F5B4-E44F-4EBE-8290-96C0214018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4" y="2333"/>
              <a:ext cx="314" cy="389"/>
            </a:xfrm>
            <a:custGeom>
              <a:avLst/>
              <a:gdLst>
                <a:gd name="T0" fmla="*/ 806 w 196"/>
                <a:gd name="T1" fmla="*/ 0 h 243"/>
                <a:gd name="T2" fmla="*/ 764 w 196"/>
                <a:gd name="T3" fmla="*/ 48 h 243"/>
                <a:gd name="T4" fmla="*/ 745 w 196"/>
                <a:gd name="T5" fmla="*/ 98 h 243"/>
                <a:gd name="T6" fmla="*/ 716 w 196"/>
                <a:gd name="T7" fmla="*/ 128 h 243"/>
                <a:gd name="T8" fmla="*/ 687 w 196"/>
                <a:gd name="T9" fmla="*/ 184 h 243"/>
                <a:gd name="T10" fmla="*/ 626 w 196"/>
                <a:gd name="T11" fmla="*/ 253 h 243"/>
                <a:gd name="T12" fmla="*/ 580 w 196"/>
                <a:gd name="T13" fmla="*/ 357 h 243"/>
                <a:gd name="T14" fmla="*/ 397 w 196"/>
                <a:gd name="T15" fmla="*/ 575 h 243"/>
                <a:gd name="T16" fmla="*/ 325 w 196"/>
                <a:gd name="T17" fmla="*/ 615 h 243"/>
                <a:gd name="T18" fmla="*/ 280 w 196"/>
                <a:gd name="T19" fmla="*/ 730 h 243"/>
                <a:gd name="T20" fmla="*/ 239 w 196"/>
                <a:gd name="T21" fmla="*/ 725 h 243"/>
                <a:gd name="T22" fmla="*/ 213 w 196"/>
                <a:gd name="T23" fmla="*/ 776 h 243"/>
                <a:gd name="T24" fmla="*/ 191 w 196"/>
                <a:gd name="T25" fmla="*/ 818 h 243"/>
                <a:gd name="T26" fmla="*/ 157 w 196"/>
                <a:gd name="T27" fmla="*/ 832 h 243"/>
                <a:gd name="T28" fmla="*/ 103 w 196"/>
                <a:gd name="T29" fmla="*/ 914 h 243"/>
                <a:gd name="T30" fmla="*/ 54 w 196"/>
                <a:gd name="T31" fmla="*/ 935 h 243"/>
                <a:gd name="T32" fmla="*/ 0 w 196"/>
                <a:gd name="T33" fmla="*/ 997 h 24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96" h="243">
                  <a:moveTo>
                    <a:pt x="196" y="0"/>
                  </a:moveTo>
                  <a:cubicBezTo>
                    <a:pt x="193" y="4"/>
                    <a:pt x="189" y="8"/>
                    <a:pt x="186" y="12"/>
                  </a:cubicBezTo>
                  <a:cubicBezTo>
                    <a:pt x="183" y="17"/>
                    <a:pt x="183" y="19"/>
                    <a:pt x="181" y="24"/>
                  </a:cubicBezTo>
                  <a:cubicBezTo>
                    <a:pt x="178" y="29"/>
                    <a:pt x="178" y="28"/>
                    <a:pt x="174" y="31"/>
                  </a:cubicBezTo>
                  <a:cubicBezTo>
                    <a:pt x="169" y="36"/>
                    <a:pt x="170" y="38"/>
                    <a:pt x="167" y="45"/>
                  </a:cubicBezTo>
                  <a:cubicBezTo>
                    <a:pt x="164" y="53"/>
                    <a:pt x="156" y="54"/>
                    <a:pt x="152" y="62"/>
                  </a:cubicBezTo>
                  <a:cubicBezTo>
                    <a:pt x="148" y="69"/>
                    <a:pt x="145" y="79"/>
                    <a:pt x="141" y="87"/>
                  </a:cubicBezTo>
                  <a:cubicBezTo>
                    <a:pt x="131" y="106"/>
                    <a:pt x="112" y="124"/>
                    <a:pt x="97" y="140"/>
                  </a:cubicBezTo>
                  <a:cubicBezTo>
                    <a:pt x="92" y="144"/>
                    <a:pt x="83" y="145"/>
                    <a:pt x="79" y="150"/>
                  </a:cubicBezTo>
                  <a:cubicBezTo>
                    <a:pt x="74" y="157"/>
                    <a:pt x="81" y="174"/>
                    <a:pt x="68" y="178"/>
                  </a:cubicBezTo>
                  <a:cubicBezTo>
                    <a:pt x="63" y="180"/>
                    <a:pt x="63" y="174"/>
                    <a:pt x="58" y="177"/>
                  </a:cubicBezTo>
                  <a:cubicBezTo>
                    <a:pt x="55" y="179"/>
                    <a:pt x="53" y="186"/>
                    <a:pt x="52" y="189"/>
                  </a:cubicBezTo>
                  <a:cubicBezTo>
                    <a:pt x="51" y="192"/>
                    <a:pt x="49" y="197"/>
                    <a:pt x="46" y="199"/>
                  </a:cubicBezTo>
                  <a:cubicBezTo>
                    <a:pt x="43" y="202"/>
                    <a:pt x="40" y="200"/>
                    <a:pt x="38" y="203"/>
                  </a:cubicBezTo>
                  <a:cubicBezTo>
                    <a:pt x="32" y="209"/>
                    <a:pt x="32" y="218"/>
                    <a:pt x="25" y="223"/>
                  </a:cubicBezTo>
                  <a:cubicBezTo>
                    <a:pt x="21" y="226"/>
                    <a:pt x="17" y="226"/>
                    <a:pt x="13" y="228"/>
                  </a:cubicBezTo>
                  <a:cubicBezTo>
                    <a:pt x="7" y="232"/>
                    <a:pt x="5" y="238"/>
                    <a:pt x="0" y="243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8422" name="Freeform 246">
              <a:extLst>
                <a:ext uri="{FF2B5EF4-FFF2-40B4-BE49-F238E27FC236}">
                  <a16:creationId xmlns:a16="http://schemas.microsoft.com/office/drawing/2014/main" id="{A08A23A9-8DD7-40D9-9957-B3EE008900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9" y="2435"/>
              <a:ext cx="56" cy="258"/>
            </a:xfrm>
            <a:custGeom>
              <a:avLst/>
              <a:gdLst>
                <a:gd name="T0" fmla="*/ 136 w 35"/>
                <a:gd name="T1" fmla="*/ 662 h 161"/>
                <a:gd name="T2" fmla="*/ 138 w 35"/>
                <a:gd name="T3" fmla="*/ 494 h 161"/>
                <a:gd name="T4" fmla="*/ 98 w 35"/>
                <a:gd name="T5" fmla="*/ 391 h 161"/>
                <a:gd name="T6" fmla="*/ 98 w 35"/>
                <a:gd name="T7" fmla="*/ 295 h 161"/>
                <a:gd name="T8" fmla="*/ 74 w 35"/>
                <a:gd name="T9" fmla="*/ 192 h 161"/>
                <a:gd name="T10" fmla="*/ 67 w 35"/>
                <a:gd name="T11" fmla="*/ 103 h 161"/>
                <a:gd name="T12" fmla="*/ 0 w 35"/>
                <a:gd name="T13" fmla="*/ 0 h 16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5" h="161">
                  <a:moveTo>
                    <a:pt x="33" y="161"/>
                  </a:moveTo>
                  <a:cubicBezTo>
                    <a:pt x="33" y="148"/>
                    <a:pt x="35" y="132"/>
                    <a:pt x="34" y="120"/>
                  </a:cubicBezTo>
                  <a:cubicBezTo>
                    <a:pt x="33" y="109"/>
                    <a:pt x="25" y="106"/>
                    <a:pt x="24" y="95"/>
                  </a:cubicBezTo>
                  <a:cubicBezTo>
                    <a:pt x="23" y="87"/>
                    <a:pt x="26" y="80"/>
                    <a:pt x="24" y="72"/>
                  </a:cubicBezTo>
                  <a:cubicBezTo>
                    <a:pt x="22" y="63"/>
                    <a:pt x="18" y="57"/>
                    <a:pt x="18" y="47"/>
                  </a:cubicBezTo>
                  <a:cubicBezTo>
                    <a:pt x="18" y="38"/>
                    <a:pt x="20" y="33"/>
                    <a:pt x="16" y="25"/>
                  </a:cubicBezTo>
                  <a:cubicBezTo>
                    <a:pt x="11" y="16"/>
                    <a:pt x="3" y="10"/>
                    <a:pt x="0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8423" name="Freeform 247">
              <a:extLst>
                <a:ext uri="{FF2B5EF4-FFF2-40B4-BE49-F238E27FC236}">
                  <a16:creationId xmlns:a16="http://schemas.microsoft.com/office/drawing/2014/main" id="{B1A5476A-C1A2-482D-964C-563F5185D1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7" y="2232"/>
              <a:ext cx="112" cy="264"/>
            </a:xfrm>
            <a:custGeom>
              <a:avLst/>
              <a:gdLst>
                <a:gd name="T0" fmla="*/ 0 w 70"/>
                <a:gd name="T1" fmla="*/ 0 h 165"/>
                <a:gd name="T2" fmla="*/ 176 w 70"/>
                <a:gd name="T3" fmla="*/ 362 h 165"/>
                <a:gd name="T4" fmla="*/ 286 w 70"/>
                <a:gd name="T5" fmla="*/ 675 h 16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0" h="165">
                  <a:moveTo>
                    <a:pt x="0" y="0"/>
                  </a:moveTo>
                  <a:cubicBezTo>
                    <a:pt x="0" y="31"/>
                    <a:pt x="28" y="62"/>
                    <a:pt x="43" y="88"/>
                  </a:cubicBezTo>
                  <a:cubicBezTo>
                    <a:pt x="57" y="112"/>
                    <a:pt x="63" y="138"/>
                    <a:pt x="70" y="165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8424" name="Freeform 248">
              <a:extLst>
                <a:ext uri="{FF2B5EF4-FFF2-40B4-BE49-F238E27FC236}">
                  <a16:creationId xmlns:a16="http://schemas.microsoft.com/office/drawing/2014/main" id="{A5ADE384-B6EB-49C0-8A1C-34A80CB9321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9" y="2397"/>
              <a:ext cx="23" cy="75"/>
            </a:xfrm>
            <a:custGeom>
              <a:avLst/>
              <a:gdLst>
                <a:gd name="T0" fmla="*/ 0 w 14"/>
                <a:gd name="T1" fmla="*/ 0 h 47"/>
                <a:gd name="T2" fmla="*/ 62 w 14"/>
                <a:gd name="T3" fmla="*/ 191 h 4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47">
                  <a:moveTo>
                    <a:pt x="0" y="0"/>
                  </a:moveTo>
                  <a:cubicBezTo>
                    <a:pt x="2" y="0"/>
                    <a:pt x="11" y="40"/>
                    <a:pt x="14" y="47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8425" name="Freeform 249">
              <a:extLst>
                <a:ext uri="{FF2B5EF4-FFF2-40B4-BE49-F238E27FC236}">
                  <a16:creationId xmlns:a16="http://schemas.microsoft.com/office/drawing/2014/main" id="{44B97CF1-AC6A-4226-9BFE-9F599A44F8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0" y="2509"/>
              <a:ext cx="706" cy="551"/>
            </a:xfrm>
            <a:custGeom>
              <a:avLst/>
              <a:gdLst>
                <a:gd name="T0" fmla="*/ 1809 w 441"/>
                <a:gd name="T1" fmla="*/ 657 h 344"/>
                <a:gd name="T2" fmla="*/ 1279 w 441"/>
                <a:gd name="T3" fmla="*/ 1086 h 344"/>
                <a:gd name="T4" fmla="*/ 943 w 441"/>
                <a:gd name="T5" fmla="*/ 1373 h 344"/>
                <a:gd name="T6" fmla="*/ 588 w 441"/>
                <a:gd name="T7" fmla="*/ 1203 h 344"/>
                <a:gd name="T8" fmla="*/ 323 w 441"/>
                <a:gd name="T9" fmla="*/ 814 h 344"/>
                <a:gd name="T10" fmla="*/ 210 w 441"/>
                <a:gd name="T11" fmla="*/ 562 h 344"/>
                <a:gd name="T12" fmla="*/ 102 w 441"/>
                <a:gd name="T13" fmla="*/ 210 h 344"/>
                <a:gd name="T14" fmla="*/ 0 w 441"/>
                <a:gd name="T15" fmla="*/ 0 h 34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41" h="344">
                  <a:moveTo>
                    <a:pt x="441" y="160"/>
                  </a:moveTo>
                  <a:cubicBezTo>
                    <a:pt x="441" y="160"/>
                    <a:pt x="347" y="228"/>
                    <a:pt x="312" y="264"/>
                  </a:cubicBezTo>
                  <a:cubicBezTo>
                    <a:pt x="277" y="300"/>
                    <a:pt x="258" y="328"/>
                    <a:pt x="230" y="334"/>
                  </a:cubicBezTo>
                  <a:cubicBezTo>
                    <a:pt x="202" y="340"/>
                    <a:pt x="182" y="344"/>
                    <a:pt x="143" y="293"/>
                  </a:cubicBezTo>
                  <a:cubicBezTo>
                    <a:pt x="104" y="242"/>
                    <a:pt x="91" y="228"/>
                    <a:pt x="79" y="198"/>
                  </a:cubicBezTo>
                  <a:cubicBezTo>
                    <a:pt x="67" y="168"/>
                    <a:pt x="67" y="167"/>
                    <a:pt x="51" y="137"/>
                  </a:cubicBezTo>
                  <a:cubicBezTo>
                    <a:pt x="35" y="107"/>
                    <a:pt x="27" y="65"/>
                    <a:pt x="25" y="51"/>
                  </a:cubicBezTo>
                  <a:cubicBezTo>
                    <a:pt x="23" y="37"/>
                    <a:pt x="0" y="0"/>
                    <a:pt x="0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8426" name="Freeform 250">
              <a:extLst>
                <a:ext uri="{FF2B5EF4-FFF2-40B4-BE49-F238E27FC236}">
                  <a16:creationId xmlns:a16="http://schemas.microsoft.com/office/drawing/2014/main" id="{9084973C-2F13-4E51-B4B3-646AB6F4AD1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1" y="1797"/>
              <a:ext cx="18" cy="47"/>
            </a:xfrm>
            <a:custGeom>
              <a:avLst/>
              <a:gdLst>
                <a:gd name="T0" fmla="*/ 43 w 11"/>
                <a:gd name="T1" fmla="*/ 0 h 29"/>
                <a:gd name="T2" fmla="*/ 43 w 11"/>
                <a:gd name="T3" fmla="*/ 21 h 29"/>
                <a:gd name="T4" fmla="*/ 41 w 11"/>
                <a:gd name="T5" fmla="*/ 39 h 29"/>
                <a:gd name="T6" fmla="*/ 26 w 11"/>
                <a:gd name="T7" fmla="*/ 63 h 29"/>
                <a:gd name="T8" fmla="*/ 13 w 11"/>
                <a:gd name="T9" fmla="*/ 89 h 29"/>
                <a:gd name="T10" fmla="*/ 5 w 11"/>
                <a:gd name="T11" fmla="*/ 123 h 29"/>
                <a:gd name="T12" fmla="*/ 21 w 11"/>
                <a:gd name="T13" fmla="*/ 81 h 29"/>
                <a:gd name="T14" fmla="*/ 41 w 11"/>
                <a:gd name="T15" fmla="*/ 55 h 29"/>
                <a:gd name="T16" fmla="*/ 43 w 11"/>
                <a:gd name="T17" fmla="*/ 26 h 29"/>
                <a:gd name="T18" fmla="*/ 43 w 11"/>
                <a:gd name="T19" fmla="*/ 0 h 2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" h="29">
                  <a:moveTo>
                    <a:pt x="10" y="0"/>
                  </a:moveTo>
                  <a:cubicBezTo>
                    <a:pt x="10" y="1"/>
                    <a:pt x="10" y="4"/>
                    <a:pt x="10" y="5"/>
                  </a:cubicBezTo>
                  <a:cubicBezTo>
                    <a:pt x="9" y="7"/>
                    <a:pt x="9" y="8"/>
                    <a:pt x="9" y="9"/>
                  </a:cubicBezTo>
                  <a:cubicBezTo>
                    <a:pt x="8" y="11"/>
                    <a:pt x="7" y="13"/>
                    <a:pt x="6" y="15"/>
                  </a:cubicBezTo>
                  <a:cubicBezTo>
                    <a:pt x="5" y="17"/>
                    <a:pt x="4" y="19"/>
                    <a:pt x="3" y="21"/>
                  </a:cubicBezTo>
                  <a:cubicBezTo>
                    <a:pt x="1" y="24"/>
                    <a:pt x="1" y="26"/>
                    <a:pt x="1" y="29"/>
                  </a:cubicBezTo>
                  <a:cubicBezTo>
                    <a:pt x="0" y="26"/>
                    <a:pt x="4" y="22"/>
                    <a:pt x="5" y="19"/>
                  </a:cubicBezTo>
                  <a:cubicBezTo>
                    <a:pt x="6" y="17"/>
                    <a:pt x="7" y="15"/>
                    <a:pt x="9" y="13"/>
                  </a:cubicBezTo>
                  <a:cubicBezTo>
                    <a:pt x="10" y="11"/>
                    <a:pt x="10" y="8"/>
                    <a:pt x="10" y="6"/>
                  </a:cubicBezTo>
                  <a:cubicBezTo>
                    <a:pt x="10" y="4"/>
                    <a:pt x="11" y="2"/>
                    <a:pt x="10" y="0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8427" name="Freeform 251">
              <a:extLst>
                <a:ext uri="{FF2B5EF4-FFF2-40B4-BE49-F238E27FC236}">
                  <a16:creationId xmlns:a16="http://schemas.microsoft.com/office/drawing/2014/main" id="{A9B6801E-FEBD-4BAD-A78A-CDF7771BEE7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9" y="1785"/>
              <a:ext cx="3" cy="20"/>
            </a:xfrm>
            <a:custGeom>
              <a:avLst/>
              <a:gdLst>
                <a:gd name="T0" fmla="*/ 0 w 2"/>
                <a:gd name="T1" fmla="*/ 0 h 13"/>
                <a:gd name="T2" fmla="*/ 5 w 2"/>
                <a:gd name="T3" fmla="*/ 26 h 13"/>
                <a:gd name="T4" fmla="*/ 5 w 2"/>
                <a:gd name="T5" fmla="*/ 48 h 13"/>
                <a:gd name="T6" fmla="*/ 8 w 2"/>
                <a:gd name="T7" fmla="*/ 22 h 13"/>
                <a:gd name="T8" fmla="*/ 0 w 2"/>
                <a:gd name="T9" fmla="*/ 0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3">
                  <a:moveTo>
                    <a:pt x="0" y="0"/>
                  </a:moveTo>
                  <a:cubicBezTo>
                    <a:pt x="0" y="2"/>
                    <a:pt x="1" y="5"/>
                    <a:pt x="1" y="7"/>
                  </a:cubicBezTo>
                  <a:cubicBezTo>
                    <a:pt x="1" y="9"/>
                    <a:pt x="1" y="11"/>
                    <a:pt x="1" y="13"/>
                  </a:cubicBezTo>
                  <a:cubicBezTo>
                    <a:pt x="1" y="11"/>
                    <a:pt x="2" y="9"/>
                    <a:pt x="2" y="6"/>
                  </a:cubicBezTo>
                  <a:cubicBezTo>
                    <a:pt x="2" y="4"/>
                    <a:pt x="0" y="2"/>
                    <a:pt x="0" y="0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8428" name="Oval 252">
              <a:extLst>
                <a:ext uri="{FF2B5EF4-FFF2-40B4-BE49-F238E27FC236}">
                  <a16:creationId xmlns:a16="http://schemas.microsoft.com/office/drawing/2014/main" id="{10D18FF8-9E6F-417A-BDE2-41BF51BA88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56" y="1853"/>
              <a:ext cx="11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8429" name="Oval 253">
              <a:extLst>
                <a:ext uri="{FF2B5EF4-FFF2-40B4-BE49-F238E27FC236}">
                  <a16:creationId xmlns:a16="http://schemas.microsoft.com/office/drawing/2014/main" id="{49FC42CE-97C4-4603-AC3D-BE054C87C8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94" y="1905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8430" name="Freeform 254">
              <a:extLst>
                <a:ext uri="{FF2B5EF4-FFF2-40B4-BE49-F238E27FC236}">
                  <a16:creationId xmlns:a16="http://schemas.microsoft.com/office/drawing/2014/main" id="{5962297A-5AE2-423A-A4AA-7F575017D5C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6" y="2054"/>
              <a:ext cx="93" cy="56"/>
            </a:xfrm>
            <a:custGeom>
              <a:avLst/>
              <a:gdLst>
                <a:gd name="T0" fmla="*/ 8 w 58"/>
                <a:gd name="T1" fmla="*/ 56 h 35"/>
                <a:gd name="T2" fmla="*/ 29 w 58"/>
                <a:gd name="T3" fmla="*/ 48 h 35"/>
                <a:gd name="T4" fmla="*/ 61 w 58"/>
                <a:gd name="T5" fmla="*/ 29 h 35"/>
                <a:gd name="T6" fmla="*/ 120 w 58"/>
                <a:gd name="T7" fmla="*/ 13 h 35"/>
                <a:gd name="T8" fmla="*/ 157 w 58"/>
                <a:gd name="T9" fmla="*/ 5 h 35"/>
                <a:gd name="T10" fmla="*/ 184 w 58"/>
                <a:gd name="T11" fmla="*/ 16 h 35"/>
                <a:gd name="T12" fmla="*/ 197 w 58"/>
                <a:gd name="T13" fmla="*/ 29 h 35"/>
                <a:gd name="T14" fmla="*/ 213 w 58"/>
                <a:gd name="T15" fmla="*/ 34 h 35"/>
                <a:gd name="T16" fmla="*/ 231 w 58"/>
                <a:gd name="T17" fmla="*/ 61 h 35"/>
                <a:gd name="T18" fmla="*/ 239 w 58"/>
                <a:gd name="T19" fmla="*/ 94 h 35"/>
                <a:gd name="T20" fmla="*/ 224 w 58"/>
                <a:gd name="T21" fmla="*/ 123 h 35"/>
                <a:gd name="T22" fmla="*/ 205 w 58"/>
                <a:gd name="T23" fmla="*/ 144 h 35"/>
                <a:gd name="T24" fmla="*/ 170 w 58"/>
                <a:gd name="T25" fmla="*/ 86 h 35"/>
                <a:gd name="T26" fmla="*/ 149 w 58"/>
                <a:gd name="T27" fmla="*/ 67 h 35"/>
                <a:gd name="T28" fmla="*/ 123 w 58"/>
                <a:gd name="T29" fmla="*/ 46 h 35"/>
                <a:gd name="T30" fmla="*/ 61 w 58"/>
                <a:gd name="T31" fmla="*/ 67 h 35"/>
                <a:gd name="T32" fmla="*/ 0 w 58"/>
                <a:gd name="T33" fmla="*/ 61 h 3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58" h="35">
                  <a:moveTo>
                    <a:pt x="2" y="14"/>
                  </a:moveTo>
                  <a:cubicBezTo>
                    <a:pt x="3" y="13"/>
                    <a:pt x="5" y="13"/>
                    <a:pt x="7" y="12"/>
                  </a:cubicBezTo>
                  <a:cubicBezTo>
                    <a:pt x="10" y="10"/>
                    <a:pt x="12" y="8"/>
                    <a:pt x="15" y="7"/>
                  </a:cubicBezTo>
                  <a:cubicBezTo>
                    <a:pt x="20" y="5"/>
                    <a:pt x="24" y="4"/>
                    <a:pt x="29" y="3"/>
                  </a:cubicBezTo>
                  <a:cubicBezTo>
                    <a:pt x="32" y="3"/>
                    <a:pt x="35" y="1"/>
                    <a:pt x="38" y="1"/>
                  </a:cubicBezTo>
                  <a:cubicBezTo>
                    <a:pt x="42" y="0"/>
                    <a:pt x="42" y="2"/>
                    <a:pt x="45" y="4"/>
                  </a:cubicBezTo>
                  <a:cubicBezTo>
                    <a:pt x="45" y="5"/>
                    <a:pt x="47" y="6"/>
                    <a:pt x="48" y="7"/>
                  </a:cubicBezTo>
                  <a:cubicBezTo>
                    <a:pt x="49" y="8"/>
                    <a:pt x="50" y="7"/>
                    <a:pt x="52" y="8"/>
                  </a:cubicBezTo>
                  <a:cubicBezTo>
                    <a:pt x="54" y="9"/>
                    <a:pt x="55" y="13"/>
                    <a:pt x="56" y="15"/>
                  </a:cubicBezTo>
                  <a:cubicBezTo>
                    <a:pt x="57" y="17"/>
                    <a:pt x="58" y="21"/>
                    <a:pt x="58" y="23"/>
                  </a:cubicBezTo>
                  <a:cubicBezTo>
                    <a:pt x="57" y="26"/>
                    <a:pt x="55" y="28"/>
                    <a:pt x="54" y="30"/>
                  </a:cubicBezTo>
                  <a:cubicBezTo>
                    <a:pt x="52" y="32"/>
                    <a:pt x="52" y="34"/>
                    <a:pt x="50" y="35"/>
                  </a:cubicBezTo>
                  <a:cubicBezTo>
                    <a:pt x="48" y="30"/>
                    <a:pt x="45" y="25"/>
                    <a:pt x="41" y="21"/>
                  </a:cubicBezTo>
                  <a:cubicBezTo>
                    <a:pt x="40" y="19"/>
                    <a:pt x="38" y="18"/>
                    <a:pt x="36" y="16"/>
                  </a:cubicBezTo>
                  <a:cubicBezTo>
                    <a:pt x="34" y="15"/>
                    <a:pt x="32" y="12"/>
                    <a:pt x="30" y="11"/>
                  </a:cubicBezTo>
                  <a:cubicBezTo>
                    <a:pt x="25" y="9"/>
                    <a:pt x="20" y="13"/>
                    <a:pt x="15" y="16"/>
                  </a:cubicBezTo>
                  <a:cubicBezTo>
                    <a:pt x="10" y="18"/>
                    <a:pt x="5" y="14"/>
                    <a:pt x="0" y="15"/>
                  </a:cubicBezTo>
                </a:path>
              </a:pathLst>
            </a:custGeom>
            <a:solidFill>
              <a:srgbClr val="F7BF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8431" name="Freeform 255">
              <a:extLst>
                <a:ext uri="{FF2B5EF4-FFF2-40B4-BE49-F238E27FC236}">
                  <a16:creationId xmlns:a16="http://schemas.microsoft.com/office/drawing/2014/main" id="{35B47805-BA12-4336-9DEB-1D07AA6C5A4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1" y="2078"/>
              <a:ext cx="79" cy="70"/>
            </a:xfrm>
            <a:custGeom>
              <a:avLst/>
              <a:gdLst>
                <a:gd name="T0" fmla="*/ 8 w 49"/>
                <a:gd name="T1" fmla="*/ 0 h 44"/>
                <a:gd name="T2" fmla="*/ 68 w 49"/>
                <a:gd name="T3" fmla="*/ 46 h 44"/>
                <a:gd name="T4" fmla="*/ 123 w 49"/>
                <a:gd name="T5" fmla="*/ 84 h 44"/>
                <a:gd name="T6" fmla="*/ 192 w 49"/>
                <a:gd name="T7" fmla="*/ 94 h 44"/>
                <a:gd name="T8" fmla="*/ 190 w 49"/>
                <a:gd name="T9" fmla="*/ 116 h 44"/>
                <a:gd name="T10" fmla="*/ 177 w 49"/>
                <a:gd name="T11" fmla="*/ 142 h 44"/>
                <a:gd name="T12" fmla="*/ 166 w 49"/>
                <a:gd name="T13" fmla="*/ 164 h 44"/>
                <a:gd name="T14" fmla="*/ 137 w 49"/>
                <a:gd name="T15" fmla="*/ 170 h 44"/>
                <a:gd name="T16" fmla="*/ 71 w 49"/>
                <a:gd name="T17" fmla="*/ 164 h 44"/>
                <a:gd name="T18" fmla="*/ 55 w 49"/>
                <a:gd name="T19" fmla="*/ 121 h 44"/>
                <a:gd name="T20" fmla="*/ 34 w 49"/>
                <a:gd name="T21" fmla="*/ 84 h 44"/>
                <a:gd name="T22" fmla="*/ 16 w 49"/>
                <a:gd name="T23" fmla="*/ 48 h 44"/>
                <a:gd name="T24" fmla="*/ 8 w 49"/>
                <a:gd name="T25" fmla="*/ 33 h 44"/>
                <a:gd name="T26" fmla="*/ 0 w 49"/>
                <a:gd name="T27" fmla="*/ 5 h 44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49" h="44">
                  <a:moveTo>
                    <a:pt x="2" y="0"/>
                  </a:moveTo>
                  <a:cubicBezTo>
                    <a:pt x="7" y="3"/>
                    <a:pt x="12" y="7"/>
                    <a:pt x="16" y="11"/>
                  </a:cubicBezTo>
                  <a:cubicBezTo>
                    <a:pt x="20" y="16"/>
                    <a:pt x="22" y="20"/>
                    <a:pt x="29" y="21"/>
                  </a:cubicBezTo>
                  <a:cubicBezTo>
                    <a:pt x="34" y="22"/>
                    <a:pt x="41" y="20"/>
                    <a:pt x="46" y="23"/>
                  </a:cubicBezTo>
                  <a:cubicBezTo>
                    <a:pt x="49" y="25"/>
                    <a:pt x="47" y="26"/>
                    <a:pt x="45" y="29"/>
                  </a:cubicBezTo>
                  <a:cubicBezTo>
                    <a:pt x="44" y="31"/>
                    <a:pt x="43" y="33"/>
                    <a:pt x="42" y="35"/>
                  </a:cubicBezTo>
                  <a:cubicBezTo>
                    <a:pt x="42" y="37"/>
                    <a:pt x="42" y="39"/>
                    <a:pt x="40" y="41"/>
                  </a:cubicBezTo>
                  <a:cubicBezTo>
                    <a:pt x="38" y="43"/>
                    <a:pt x="35" y="42"/>
                    <a:pt x="33" y="42"/>
                  </a:cubicBezTo>
                  <a:cubicBezTo>
                    <a:pt x="29" y="42"/>
                    <a:pt x="21" y="44"/>
                    <a:pt x="17" y="41"/>
                  </a:cubicBezTo>
                  <a:cubicBezTo>
                    <a:pt x="15" y="39"/>
                    <a:pt x="14" y="33"/>
                    <a:pt x="13" y="30"/>
                  </a:cubicBezTo>
                  <a:cubicBezTo>
                    <a:pt x="12" y="27"/>
                    <a:pt x="10" y="24"/>
                    <a:pt x="8" y="21"/>
                  </a:cubicBezTo>
                  <a:cubicBezTo>
                    <a:pt x="7" y="18"/>
                    <a:pt x="5" y="15"/>
                    <a:pt x="4" y="12"/>
                  </a:cubicBezTo>
                  <a:cubicBezTo>
                    <a:pt x="3" y="11"/>
                    <a:pt x="2" y="10"/>
                    <a:pt x="2" y="8"/>
                  </a:cubicBezTo>
                  <a:cubicBezTo>
                    <a:pt x="1" y="6"/>
                    <a:pt x="1" y="3"/>
                    <a:pt x="0" y="1"/>
                  </a:cubicBezTo>
                </a:path>
              </a:pathLst>
            </a:custGeom>
            <a:solidFill>
              <a:srgbClr val="F7BF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8432" name="Freeform 256">
              <a:extLst>
                <a:ext uri="{FF2B5EF4-FFF2-40B4-BE49-F238E27FC236}">
                  <a16:creationId xmlns:a16="http://schemas.microsoft.com/office/drawing/2014/main" id="{336A1822-E0B5-4F0C-8603-442F0826383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1" y="2100"/>
              <a:ext cx="25" cy="44"/>
            </a:xfrm>
            <a:custGeom>
              <a:avLst/>
              <a:gdLst>
                <a:gd name="T0" fmla="*/ 0 w 16"/>
                <a:gd name="T1" fmla="*/ 18 h 27"/>
                <a:gd name="T2" fmla="*/ 27 w 16"/>
                <a:gd name="T3" fmla="*/ 90 h 27"/>
                <a:gd name="T4" fmla="*/ 56 w 16"/>
                <a:gd name="T5" fmla="*/ 75 h 27"/>
                <a:gd name="T6" fmla="*/ 34 w 16"/>
                <a:gd name="T7" fmla="*/ 29 h 27"/>
                <a:gd name="T8" fmla="*/ 0 w 16"/>
                <a:gd name="T9" fmla="*/ 13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27">
                  <a:moveTo>
                    <a:pt x="0" y="4"/>
                  </a:moveTo>
                  <a:cubicBezTo>
                    <a:pt x="5" y="8"/>
                    <a:pt x="4" y="16"/>
                    <a:pt x="7" y="21"/>
                  </a:cubicBezTo>
                  <a:cubicBezTo>
                    <a:pt x="11" y="27"/>
                    <a:pt x="14" y="22"/>
                    <a:pt x="15" y="17"/>
                  </a:cubicBezTo>
                  <a:cubicBezTo>
                    <a:pt x="16" y="12"/>
                    <a:pt x="13" y="9"/>
                    <a:pt x="9" y="7"/>
                  </a:cubicBezTo>
                  <a:cubicBezTo>
                    <a:pt x="7" y="6"/>
                    <a:pt x="2" y="0"/>
                    <a:pt x="0" y="3"/>
                  </a:cubicBezTo>
                </a:path>
              </a:pathLst>
            </a:custGeom>
            <a:solidFill>
              <a:srgbClr val="FAD1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8433" name="Freeform 257">
              <a:extLst>
                <a:ext uri="{FF2B5EF4-FFF2-40B4-BE49-F238E27FC236}">
                  <a16:creationId xmlns:a16="http://schemas.microsoft.com/office/drawing/2014/main" id="{CFE768CB-E98A-40CD-979C-94E9F84901A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7" y="2059"/>
              <a:ext cx="24" cy="22"/>
            </a:xfrm>
            <a:custGeom>
              <a:avLst/>
              <a:gdLst>
                <a:gd name="T0" fmla="*/ 0 w 15"/>
                <a:gd name="T1" fmla="*/ 20 h 14"/>
                <a:gd name="T2" fmla="*/ 34 w 15"/>
                <a:gd name="T3" fmla="*/ 42 h 14"/>
                <a:gd name="T4" fmla="*/ 56 w 15"/>
                <a:gd name="T5" fmla="*/ 39 h 14"/>
                <a:gd name="T6" fmla="*/ 46 w 15"/>
                <a:gd name="T7" fmla="*/ 13 h 14"/>
                <a:gd name="T8" fmla="*/ 13 w 15"/>
                <a:gd name="T9" fmla="*/ 13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4">
                  <a:moveTo>
                    <a:pt x="0" y="5"/>
                  </a:moveTo>
                  <a:cubicBezTo>
                    <a:pt x="4" y="6"/>
                    <a:pt x="5" y="9"/>
                    <a:pt x="8" y="11"/>
                  </a:cubicBezTo>
                  <a:cubicBezTo>
                    <a:pt x="10" y="14"/>
                    <a:pt x="14" y="14"/>
                    <a:pt x="14" y="10"/>
                  </a:cubicBezTo>
                  <a:cubicBezTo>
                    <a:pt x="15" y="8"/>
                    <a:pt x="13" y="4"/>
                    <a:pt x="11" y="3"/>
                  </a:cubicBezTo>
                  <a:cubicBezTo>
                    <a:pt x="10" y="2"/>
                    <a:pt x="4" y="0"/>
                    <a:pt x="3" y="3"/>
                  </a:cubicBezTo>
                </a:path>
              </a:pathLst>
            </a:custGeom>
            <a:solidFill>
              <a:srgbClr val="FAD1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8434" name="Freeform 258">
              <a:extLst>
                <a:ext uri="{FF2B5EF4-FFF2-40B4-BE49-F238E27FC236}">
                  <a16:creationId xmlns:a16="http://schemas.microsoft.com/office/drawing/2014/main" id="{7444ABD3-B939-4BB9-A630-ADC232F3F2E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8" y="2127"/>
              <a:ext cx="13" cy="15"/>
            </a:xfrm>
            <a:custGeom>
              <a:avLst/>
              <a:gdLst>
                <a:gd name="T0" fmla="*/ 0 w 8"/>
                <a:gd name="T1" fmla="*/ 0 h 9"/>
                <a:gd name="T2" fmla="*/ 21 w 8"/>
                <a:gd name="T3" fmla="*/ 28 h 9"/>
                <a:gd name="T4" fmla="*/ 5 w 8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9">
                  <a:moveTo>
                    <a:pt x="0" y="0"/>
                  </a:moveTo>
                  <a:cubicBezTo>
                    <a:pt x="0" y="3"/>
                    <a:pt x="1" y="9"/>
                    <a:pt x="5" y="6"/>
                  </a:cubicBezTo>
                  <a:cubicBezTo>
                    <a:pt x="8" y="3"/>
                    <a:pt x="5" y="0"/>
                    <a:pt x="1" y="0"/>
                  </a:cubicBezTo>
                </a:path>
              </a:pathLst>
            </a:custGeom>
            <a:solidFill>
              <a:srgbClr val="F9E9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8435" name="Freeform 259">
              <a:extLst>
                <a:ext uri="{FF2B5EF4-FFF2-40B4-BE49-F238E27FC236}">
                  <a16:creationId xmlns:a16="http://schemas.microsoft.com/office/drawing/2014/main" id="{3C9EAA00-6A36-4490-B753-065BFB05BF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1" y="1974"/>
              <a:ext cx="107" cy="174"/>
            </a:xfrm>
            <a:custGeom>
              <a:avLst/>
              <a:gdLst>
                <a:gd name="T0" fmla="*/ 179 w 67"/>
                <a:gd name="T1" fmla="*/ 0 h 109"/>
                <a:gd name="T2" fmla="*/ 260 w 67"/>
                <a:gd name="T3" fmla="*/ 29 h 109"/>
                <a:gd name="T4" fmla="*/ 252 w 67"/>
                <a:gd name="T5" fmla="*/ 239 h 109"/>
                <a:gd name="T6" fmla="*/ 265 w 67"/>
                <a:gd name="T7" fmla="*/ 334 h 109"/>
                <a:gd name="T8" fmla="*/ 212 w 67"/>
                <a:gd name="T9" fmla="*/ 444 h 109"/>
                <a:gd name="T10" fmla="*/ 217 w 67"/>
                <a:gd name="T11" fmla="*/ 281 h 109"/>
                <a:gd name="T12" fmla="*/ 137 w 67"/>
                <a:gd name="T13" fmla="*/ 265 h 109"/>
                <a:gd name="T14" fmla="*/ 69 w 67"/>
                <a:gd name="T15" fmla="*/ 334 h 109"/>
                <a:gd name="T16" fmla="*/ 0 w 67"/>
                <a:gd name="T17" fmla="*/ 382 h 109"/>
                <a:gd name="T18" fmla="*/ 94 w 67"/>
                <a:gd name="T19" fmla="*/ 252 h 109"/>
                <a:gd name="T20" fmla="*/ 145 w 67"/>
                <a:gd name="T21" fmla="*/ 179 h 109"/>
                <a:gd name="T22" fmla="*/ 184 w 67"/>
                <a:gd name="T23" fmla="*/ 0 h 10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7" h="109">
                  <a:moveTo>
                    <a:pt x="44" y="0"/>
                  </a:moveTo>
                  <a:cubicBezTo>
                    <a:pt x="50" y="4"/>
                    <a:pt x="56" y="8"/>
                    <a:pt x="64" y="7"/>
                  </a:cubicBezTo>
                  <a:cubicBezTo>
                    <a:pt x="56" y="25"/>
                    <a:pt x="56" y="41"/>
                    <a:pt x="62" y="59"/>
                  </a:cubicBezTo>
                  <a:cubicBezTo>
                    <a:pt x="64" y="67"/>
                    <a:pt x="67" y="74"/>
                    <a:pt x="65" y="82"/>
                  </a:cubicBezTo>
                  <a:cubicBezTo>
                    <a:pt x="63" y="89"/>
                    <a:pt x="58" y="105"/>
                    <a:pt x="52" y="109"/>
                  </a:cubicBezTo>
                  <a:cubicBezTo>
                    <a:pt x="53" y="98"/>
                    <a:pt x="60" y="79"/>
                    <a:pt x="53" y="69"/>
                  </a:cubicBezTo>
                  <a:cubicBezTo>
                    <a:pt x="48" y="61"/>
                    <a:pt x="40" y="60"/>
                    <a:pt x="34" y="65"/>
                  </a:cubicBezTo>
                  <a:cubicBezTo>
                    <a:pt x="27" y="70"/>
                    <a:pt x="23" y="77"/>
                    <a:pt x="17" y="82"/>
                  </a:cubicBezTo>
                  <a:cubicBezTo>
                    <a:pt x="12" y="87"/>
                    <a:pt x="5" y="89"/>
                    <a:pt x="0" y="94"/>
                  </a:cubicBezTo>
                  <a:cubicBezTo>
                    <a:pt x="9" y="85"/>
                    <a:pt x="15" y="72"/>
                    <a:pt x="23" y="62"/>
                  </a:cubicBezTo>
                  <a:cubicBezTo>
                    <a:pt x="28" y="56"/>
                    <a:pt x="32" y="51"/>
                    <a:pt x="36" y="44"/>
                  </a:cubicBezTo>
                  <a:cubicBezTo>
                    <a:pt x="42" y="30"/>
                    <a:pt x="41" y="12"/>
                    <a:pt x="45" y="0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8436" name="Freeform 260">
              <a:extLst>
                <a:ext uri="{FF2B5EF4-FFF2-40B4-BE49-F238E27FC236}">
                  <a16:creationId xmlns:a16="http://schemas.microsoft.com/office/drawing/2014/main" id="{BA360478-E6E6-460A-B9E1-98DD7A0E4B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7" y="2113"/>
              <a:ext cx="89" cy="83"/>
            </a:xfrm>
            <a:custGeom>
              <a:avLst/>
              <a:gdLst>
                <a:gd name="T0" fmla="*/ 0 w 56"/>
                <a:gd name="T1" fmla="*/ 102 h 52"/>
                <a:gd name="T2" fmla="*/ 48 w 56"/>
                <a:gd name="T3" fmla="*/ 0 h 52"/>
                <a:gd name="T4" fmla="*/ 81 w 56"/>
                <a:gd name="T5" fmla="*/ 67 h 52"/>
                <a:gd name="T6" fmla="*/ 132 w 56"/>
                <a:gd name="T7" fmla="*/ 117 h 52"/>
                <a:gd name="T8" fmla="*/ 224 w 56"/>
                <a:gd name="T9" fmla="*/ 211 h 52"/>
                <a:gd name="T10" fmla="*/ 25 w 56"/>
                <a:gd name="T11" fmla="*/ 102 h 5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6" h="52">
                  <a:moveTo>
                    <a:pt x="0" y="25"/>
                  </a:moveTo>
                  <a:cubicBezTo>
                    <a:pt x="7" y="18"/>
                    <a:pt x="10" y="9"/>
                    <a:pt x="12" y="0"/>
                  </a:cubicBezTo>
                  <a:cubicBezTo>
                    <a:pt x="16" y="3"/>
                    <a:pt x="17" y="11"/>
                    <a:pt x="20" y="16"/>
                  </a:cubicBezTo>
                  <a:cubicBezTo>
                    <a:pt x="23" y="21"/>
                    <a:pt x="29" y="25"/>
                    <a:pt x="33" y="29"/>
                  </a:cubicBezTo>
                  <a:cubicBezTo>
                    <a:pt x="41" y="36"/>
                    <a:pt x="49" y="44"/>
                    <a:pt x="56" y="52"/>
                  </a:cubicBezTo>
                  <a:cubicBezTo>
                    <a:pt x="38" y="50"/>
                    <a:pt x="16" y="39"/>
                    <a:pt x="6" y="25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8437" name="Freeform 261">
              <a:extLst>
                <a:ext uri="{FF2B5EF4-FFF2-40B4-BE49-F238E27FC236}">
                  <a16:creationId xmlns:a16="http://schemas.microsoft.com/office/drawing/2014/main" id="{49F06214-3693-4590-B2BE-1C145595B6F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6" y="1919"/>
              <a:ext cx="69" cy="156"/>
            </a:xfrm>
            <a:custGeom>
              <a:avLst/>
              <a:gdLst>
                <a:gd name="T0" fmla="*/ 108 w 43"/>
                <a:gd name="T1" fmla="*/ 0 h 97"/>
                <a:gd name="T2" fmla="*/ 132 w 43"/>
                <a:gd name="T3" fmla="*/ 187 h 97"/>
                <a:gd name="T4" fmla="*/ 8 w 43"/>
                <a:gd name="T5" fmla="*/ 314 h 97"/>
                <a:gd name="T6" fmla="*/ 42 w 43"/>
                <a:gd name="T7" fmla="*/ 404 h 97"/>
                <a:gd name="T8" fmla="*/ 48 w 43"/>
                <a:gd name="T9" fmla="*/ 336 h 97"/>
                <a:gd name="T10" fmla="*/ 90 w 43"/>
                <a:gd name="T11" fmla="*/ 301 h 97"/>
                <a:gd name="T12" fmla="*/ 149 w 43"/>
                <a:gd name="T13" fmla="*/ 207 h 97"/>
                <a:gd name="T14" fmla="*/ 120 w 43"/>
                <a:gd name="T15" fmla="*/ 5 h 9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3" h="97">
                  <a:moveTo>
                    <a:pt x="26" y="0"/>
                  </a:moveTo>
                  <a:cubicBezTo>
                    <a:pt x="26" y="14"/>
                    <a:pt x="38" y="31"/>
                    <a:pt x="32" y="45"/>
                  </a:cubicBezTo>
                  <a:cubicBezTo>
                    <a:pt x="26" y="58"/>
                    <a:pt x="5" y="60"/>
                    <a:pt x="2" y="75"/>
                  </a:cubicBezTo>
                  <a:cubicBezTo>
                    <a:pt x="0" y="82"/>
                    <a:pt x="6" y="91"/>
                    <a:pt x="10" y="97"/>
                  </a:cubicBezTo>
                  <a:cubicBezTo>
                    <a:pt x="10" y="92"/>
                    <a:pt x="10" y="86"/>
                    <a:pt x="12" y="81"/>
                  </a:cubicBezTo>
                  <a:cubicBezTo>
                    <a:pt x="14" y="76"/>
                    <a:pt x="18" y="74"/>
                    <a:pt x="22" y="72"/>
                  </a:cubicBezTo>
                  <a:cubicBezTo>
                    <a:pt x="29" y="67"/>
                    <a:pt x="33" y="58"/>
                    <a:pt x="36" y="50"/>
                  </a:cubicBezTo>
                  <a:cubicBezTo>
                    <a:pt x="43" y="32"/>
                    <a:pt x="31" y="18"/>
                    <a:pt x="29" y="1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8438" name="Freeform 262">
              <a:extLst>
                <a:ext uri="{FF2B5EF4-FFF2-40B4-BE49-F238E27FC236}">
                  <a16:creationId xmlns:a16="http://schemas.microsoft.com/office/drawing/2014/main" id="{67DAB877-66E8-4721-8441-70BD57BAC81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5" y="1847"/>
              <a:ext cx="30" cy="42"/>
            </a:xfrm>
            <a:custGeom>
              <a:avLst/>
              <a:gdLst>
                <a:gd name="T0" fmla="*/ 62 w 19"/>
                <a:gd name="T1" fmla="*/ 13 h 26"/>
                <a:gd name="T2" fmla="*/ 13 w 19"/>
                <a:gd name="T3" fmla="*/ 13 h 26"/>
                <a:gd name="T4" fmla="*/ 8 w 19"/>
                <a:gd name="T5" fmla="*/ 63 h 26"/>
                <a:gd name="T6" fmla="*/ 8 w 19"/>
                <a:gd name="T7" fmla="*/ 102 h 26"/>
                <a:gd name="T8" fmla="*/ 52 w 19"/>
                <a:gd name="T9" fmla="*/ 110 h 26"/>
                <a:gd name="T10" fmla="*/ 62 w 19"/>
                <a:gd name="T11" fmla="*/ 76 h 26"/>
                <a:gd name="T12" fmla="*/ 21 w 19"/>
                <a:gd name="T13" fmla="*/ 55 h 26"/>
                <a:gd name="T14" fmla="*/ 74 w 19"/>
                <a:gd name="T15" fmla="*/ 50 h 26"/>
                <a:gd name="T16" fmla="*/ 68 w 19"/>
                <a:gd name="T17" fmla="*/ 13 h 2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9" h="26">
                  <a:moveTo>
                    <a:pt x="16" y="3"/>
                  </a:moveTo>
                  <a:cubicBezTo>
                    <a:pt x="15" y="1"/>
                    <a:pt x="6" y="0"/>
                    <a:pt x="3" y="3"/>
                  </a:cubicBezTo>
                  <a:cubicBezTo>
                    <a:pt x="1" y="5"/>
                    <a:pt x="2" y="11"/>
                    <a:pt x="2" y="15"/>
                  </a:cubicBezTo>
                  <a:cubicBezTo>
                    <a:pt x="2" y="17"/>
                    <a:pt x="0" y="22"/>
                    <a:pt x="2" y="24"/>
                  </a:cubicBezTo>
                  <a:cubicBezTo>
                    <a:pt x="5" y="26"/>
                    <a:pt x="10" y="24"/>
                    <a:pt x="13" y="26"/>
                  </a:cubicBezTo>
                  <a:cubicBezTo>
                    <a:pt x="12" y="23"/>
                    <a:pt x="11" y="19"/>
                    <a:pt x="16" y="18"/>
                  </a:cubicBezTo>
                  <a:cubicBezTo>
                    <a:pt x="12" y="18"/>
                    <a:pt x="2" y="19"/>
                    <a:pt x="5" y="13"/>
                  </a:cubicBezTo>
                  <a:cubicBezTo>
                    <a:pt x="6" y="8"/>
                    <a:pt x="15" y="11"/>
                    <a:pt x="19" y="12"/>
                  </a:cubicBezTo>
                  <a:cubicBezTo>
                    <a:pt x="17" y="10"/>
                    <a:pt x="12" y="5"/>
                    <a:pt x="17" y="3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8439" name="Freeform 263">
              <a:extLst>
                <a:ext uri="{FF2B5EF4-FFF2-40B4-BE49-F238E27FC236}">
                  <a16:creationId xmlns:a16="http://schemas.microsoft.com/office/drawing/2014/main" id="{36E622F9-5A03-4233-8E34-98C30BB00E1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1" y="1645"/>
              <a:ext cx="176" cy="127"/>
            </a:xfrm>
            <a:custGeom>
              <a:avLst/>
              <a:gdLst>
                <a:gd name="T0" fmla="*/ 381 w 110"/>
                <a:gd name="T1" fmla="*/ 13 h 79"/>
                <a:gd name="T2" fmla="*/ 291 w 110"/>
                <a:gd name="T3" fmla="*/ 88 h 79"/>
                <a:gd name="T4" fmla="*/ 238 w 110"/>
                <a:gd name="T5" fmla="*/ 124 h 79"/>
                <a:gd name="T6" fmla="*/ 197 w 110"/>
                <a:gd name="T7" fmla="*/ 153 h 79"/>
                <a:gd name="T8" fmla="*/ 115 w 110"/>
                <a:gd name="T9" fmla="*/ 241 h 79"/>
                <a:gd name="T10" fmla="*/ 61 w 110"/>
                <a:gd name="T11" fmla="*/ 280 h 79"/>
                <a:gd name="T12" fmla="*/ 0 w 110"/>
                <a:gd name="T13" fmla="*/ 323 h 79"/>
                <a:gd name="T14" fmla="*/ 54 w 110"/>
                <a:gd name="T15" fmla="*/ 302 h 79"/>
                <a:gd name="T16" fmla="*/ 158 w 110"/>
                <a:gd name="T17" fmla="*/ 248 h 79"/>
                <a:gd name="T18" fmla="*/ 302 w 110"/>
                <a:gd name="T19" fmla="*/ 150 h 79"/>
                <a:gd name="T20" fmla="*/ 451 w 110"/>
                <a:gd name="T21" fmla="*/ 68 h 79"/>
                <a:gd name="T22" fmla="*/ 394 w 110"/>
                <a:gd name="T23" fmla="*/ 13 h 7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10" h="79">
                  <a:moveTo>
                    <a:pt x="93" y="3"/>
                  </a:moveTo>
                  <a:cubicBezTo>
                    <a:pt x="86" y="0"/>
                    <a:pt x="76" y="17"/>
                    <a:pt x="71" y="21"/>
                  </a:cubicBezTo>
                  <a:cubicBezTo>
                    <a:pt x="67" y="24"/>
                    <a:pt x="63" y="28"/>
                    <a:pt x="58" y="30"/>
                  </a:cubicBezTo>
                  <a:cubicBezTo>
                    <a:pt x="55" y="33"/>
                    <a:pt x="51" y="34"/>
                    <a:pt x="48" y="37"/>
                  </a:cubicBezTo>
                  <a:cubicBezTo>
                    <a:pt x="41" y="44"/>
                    <a:pt x="37" y="53"/>
                    <a:pt x="28" y="58"/>
                  </a:cubicBezTo>
                  <a:cubicBezTo>
                    <a:pt x="24" y="61"/>
                    <a:pt x="20" y="64"/>
                    <a:pt x="15" y="67"/>
                  </a:cubicBezTo>
                  <a:cubicBezTo>
                    <a:pt x="10" y="70"/>
                    <a:pt x="4" y="74"/>
                    <a:pt x="0" y="78"/>
                  </a:cubicBezTo>
                  <a:cubicBezTo>
                    <a:pt x="4" y="79"/>
                    <a:pt x="9" y="74"/>
                    <a:pt x="13" y="73"/>
                  </a:cubicBezTo>
                  <a:cubicBezTo>
                    <a:pt x="22" y="69"/>
                    <a:pt x="31" y="64"/>
                    <a:pt x="39" y="60"/>
                  </a:cubicBezTo>
                  <a:cubicBezTo>
                    <a:pt x="52" y="53"/>
                    <a:pt x="63" y="45"/>
                    <a:pt x="74" y="36"/>
                  </a:cubicBezTo>
                  <a:cubicBezTo>
                    <a:pt x="83" y="28"/>
                    <a:pt x="97" y="15"/>
                    <a:pt x="110" y="16"/>
                  </a:cubicBezTo>
                  <a:cubicBezTo>
                    <a:pt x="105" y="12"/>
                    <a:pt x="102" y="7"/>
                    <a:pt x="96" y="3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8440" name="Freeform 264">
              <a:extLst>
                <a:ext uri="{FF2B5EF4-FFF2-40B4-BE49-F238E27FC236}">
                  <a16:creationId xmlns:a16="http://schemas.microsoft.com/office/drawing/2014/main" id="{4E1EA9A7-CC18-46A4-BBA7-BD6ADE2EFF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5" y="1640"/>
              <a:ext cx="228" cy="175"/>
            </a:xfrm>
            <a:custGeom>
              <a:avLst/>
              <a:gdLst>
                <a:gd name="T0" fmla="*/ 588 w 142"/>
                <a:gd name="T1" fmla="*/ 16 h 109"/>
                <a:gd name="T2" fmla="*/ 477 w 142"/>
                <a:gd name="T3" fmla="*/ 0 h 109"/>
                <a:gd name="T4" fmla="*/ 417 w 142"/>
                <a:gd name="T5" fmla="*/ 16 h 109"/>
                <a:gd name="T6" fmla="*/ 363 w 142"/>
                <a:gd name="T7" fmla="*/ 34 h 109"/>
                <a:gd name="T8" fmla="*/ 315 w 142"/>
                <a:gd name="T9" fmla="*/ 69 h 109"/>
                <a:gd name="T10" fmla="*/ 260 w 142"/>
                <a:gd name="T11" fmla="*/ 116 h 109"/>
                <a:gd name="T12" fmla="*/ 178 w 142"/>
                <a:gd name="T13" fmla="*/ 165 h 109"/>
                <a:gd name="T14" fmla="*/ 145 w 142"/>
                <a:gd name="T15" fmla="*/ 173 h 109"/>
                <a:gd name="T16" fmla="*/ 116 w 142"/>
                <a:gd name="T17" fmla="*/ 214 h 109"/>
                <a:gd name="T18" fmla="*/ 108 w 142"/>
                <a:gd name="T19" fmla="*/ 294 h 109"/>
                <a:gd name="T20" fmla="*/ 88 w 142"/>
                <a:gd name="T21" fmla="*/ 328 h 109"/>
                <a:gd name="T22" fmla="*/ 42 w 142"/>
                <a:gd name="T23" fmla="*/ 340 h 109"/>
                <a:gd name="T24" fmla="*/ 0 w 142"/>
                <a:gd name="T25" fmla="*/ 451 h 109"/>
                <a:gd name="T26" fmla="*/ 63 w 142"/>
                <a:gd name="T27" fmla="*/ 389 h 109"/>
                <a:gd name="T28" fmla="*/ 132 w 142"/>
                <a:gd name="T29" fmla="*/ 307 h 109"/>
                <a:gd name="T30" fmla="*/ 268 w 142"/>
                <a:gd name="T31" fmla="*/ 153 h 109"/>
                <a:gd name="T32" fmla="*/ 467 w 142"/>
                <a:gd name="T33" fmla="*/ 55 h 109"/>
                <a:gd name="T34" fmla="*/ 527 w 142"/>
                <a:gd name="T35" fmla="*/ 34 h 109"/>
                <a:gd name="T36" fmla="*/ 572 w 142"/>
                <a:gd name="T37" fmla="*/ 21 h 109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42" h="109">
                  <a:moveTo>
                    <a:pt x="142" y="4"/>
                  </a:moveTo>
                  <a:cubicBezTo>
                    <a:pt x="132" y="7"/>
                    <a:pt x="124" y="2"/>
                    <a:pt x="115" y="0"/>
                  </a:cubicBezTo>
                  <a:cubicBezTo>
                    <a:pt x="111" y="0"/>
                    <a:pt x="106" y="2"/>
                    <a:pt x="101" y="4"/>
                  </a:cubicBezTo>
                  <a:cubicBezTo>
                    <a:pt x="97" y="5"/>
                    <a:pt x="92" y="6"/>
                    <a:pt x="88" y="8"/>
                  </a:cubicBezTo>
                  <a:cubicBezTo>
                    <a:pt x="83" y="11"/>
                    <a:pt x="80" y="14"/>
                    <a:pt x="76" y="17"/>
                  </a:cubicBezTo>
                  <a:cubicBezTo>
                    <a:pt x="71" y="20"/>
                    <a:pt x="67" y="24"/>
                    <a:pt x="63" y="28"/>
                  </a:cubicBezTo>
                  <a:cubicBezTo>
                    <a:pt x="58" y="33"/>
                    <a:pt x="50" y="39"/>
                    <a:pt x="43" y="40"/>
                  </a:cubicBezTo>
                  <a:cubicBezTo>
                    <a:pt x="39" y="40"/>
                    <a:pt x="38" y="40"/>
                    <a:pt x="35" y="42"/>
                  </a:cubicBezTo>
                  <a:cubicBezTo>
                    <a:pt x="32" y="44"/>
                    <a:pt x="29" y="49"/>
                    <a:pt x="28" y="52"/>
                  </a:cubicBezTo>
                  <a:cubicBezTo>
                    <a:pt x="26" y="59"/>
                    <a:pt x="28" y="65"/>
                    <a:pt x="26" y="71"/>
                  </a:cubicBezTo>
                  <a:cubicBezTo>
                    <a:pt x="25" y="75"/>
                    <a:pt x="24" y="77"/>
                    <a:pt x="21" y="79"/>
                  </a:cubicBezTo>
                  <a:cubicBezTo>
                    <a:pt x="17" y="81"/>
                    <a:pt x="13" y="80"/>
                    <a:pt x="10" y="82"/>
                  </a:cubicBezTo>
                  <a:cubicBezTo>
                    <a:pt x="4" y="87"/>
                    <a:pt x="0" y="102"/>
                    <a:pt x="0" y="109"/>
                  </a:cubicBezTo>
                  <a:cubicBezTo>
                    <a:pt x="3" y="103"/>
                    <a:pt x="10" y="98"/>
                    <a:pt x="15" y="94"/>
                  </a:cubicBezTo>
                  <a:cubicBezTo>
                    <a:pt x="23" y="90"/>
                    <a:pt x="29" y="83"/>
                    <a:pt x="32" y="74"/>
                  </a:cubicBezTo>
                  <a:cubicBezTo>
                    <a:pt x="39" y="59"/>
                    <a:pt x="51" y="46"/>
                    <a:pt x="65" y="37"/>
                  </a:cubicBezTo>
                  <a:cubicBezTo>
                    <a:pt x="80" y="27"/>
                    <a:pt x="95" y="18"/>
                    <a:pt x="113" y="13"/>
                  </a:cubicBezTo>
                  <a:cubicBezTo>
                    <a:pt x="117" y="11"/>
                    <a:pt x="122" y="10"/>
                    <a:pt x="127" y="8"/>
                  </a:cubicBezTo>
                  <a:cubicBezTo>
                    <a:pt x="130" y="7"/>
                    <a:pt x="134" y="4"/>
                    <a:pt x="138" y="5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8441" name="Freeform 265">
              <a:extLst>
                <a:ext uri="{FF2B5EF4-FFF2-40B4-BE49-F238E27FC236}">
                  <a16:creationId xmlns:a16="http://schemas.microsoft.com/office/drawing/2014/main" id="{6AAC2BA4-F619-47B1-A8A4-413C20D6BE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9" y="1845"/>
              <a:ext cx="35" cy="42"/>
            </a:xfrm>
            <a:custGeom>
              <a:avLst/>
              <a:gdLst>
                <a:gd name="T0" fmla="*/ 89 w 22"/>
                <a:gd name="T1" fmla="*/ 63 h 26"/>
                <a:gd name="T2" fmla="*/ 40 w 22"/>
                <a:gd name="T3" fmla="*/ 5 h 26"/>
                <a:gd name="T4" fmla="*/ 29 w 22"/>
                <a:gd name="T5" fmla="*/ 110 h 26"/>
                <a:gd name="T6" fmla="*/ 89 w 22"/>
                <a:gd name="T7" fmla="*/ 50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26">
                  <a:moveTo>
                    <a:pt x="22" y="15"/>
                  </a:moveTo>
                  <a:cubicBezTo>
                    <a:pt x="22" y="10"/>
                    <a:pt x="15" y="1"/>
                    <a:pt x="10" y="1"/>
                  </a:cubicBezTo>
                  <a:cubicBezTo>
                    <a:pt x="0" y="2"/>
                    <a:pt x="4" y="20"/>
                    <a:pt x="7" y="26"/>
                  </a:cubicBezTo>
                  <a:cubicBezTo>
                    <a:pt x="7" y="18"/>
                    <a:pt x="12" y="0"/>
                    <a:pt x="22" y="12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8442" name="Freeform 266">
              <a:extLst>
                <a:ext uri="{FF2B5EF4-FFF2-40B4-BE49-F238E27FC236}">
                  <a16:creationId xmlns:a16="http://schemas.microsoft.com/office/drawing/2014/main" id="{A870B157-4DE7-4C3F-94EA-CDEE7DEBBE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4" y="1897"/>
              <a:ext cx="34" cy="24"/>
            </a:xfrm>
            <a:custGeom>
              <a:avLst/>
              <a:gdLst>
                <a:gd name="T0" fmla="*/ 63 w 21"/>
                <a:gd name="T1" fmla="*/ 16 h 15"/>
                <a:gd name="T2" fmla="*/ 29 w 21"/>
                <a:gd name="T3" fmla="*/ 5 h 15"/>
                <a:gd name="T4" fmla="*/ 0 w 21"/>
                <a:gd name="T5" fmla="*/ 42 h 15"/>
                <a:gd name="T6" fmla="*/ 47 w 21"/>
                <a:gd name="T7" fmla="*/ 56 h 15"/>
                <a:gd name="T8" fmla="*/ 76 w 21"/>
                <a:gd name="T9" fmla="*/ 29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15">
                  <a:moveTo>
                    <a:pt x="15" y="4"/>
                  </a:moveTo>
                  <a:cubicBezTo>
                    <a:pt x="12" y="3"/>
                    <a:pt x="10" y="0"/>
                    <a:pt x="7" y="1"/>
                  </a:cubicBezTo>
                  <a:cubicBezTo>
                    <a:pt x="6" y="2"/>
                    <a:pt x="0" y="8"/>
                    <a:pt x="0" y="10"/>
                  </a:cubicBezTo>
                  <a:cubicBezTo>
                    <a:pt x="0" y="13"/>
                    <a:pt x="8" y="15"/>
                    <a:pt x="11" y="14"/>
                  </a:cubicBezTo>
                  <a:cubicBezTo>
                    <a:pt x="14" y="14"/>
                    <a:pt x="21" y="9"/>
                    <a:pt x="18" y="7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8443" name="Freeform 267">
              <a:extLst>
                <a:ext uri="{FF2B5EF4-FFF2-40B4-BE49-F238E27FC236}">
                  <a16:creationId xmlns:a16="http://schemas.microsoft.com/office/drawing/2014/main" id="{193DF063-B343-4750-A840-F705286A84B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6" y="1972"/>
              <a:ext cx="64" cy="82"/>
            </a:xfrm>
            <a:custGeom>
              <a:avLst/>
              <a:gdLst>
                <a:gd name="T0" fmla="*/ 149 w 40"/>
                <a:gd name="T1" fmla="*/ 0 h 51"/>
                <a:gd name="T2" fmla="*/ 102 w 40"/>
                <a:gd name="T3" fmla="*/ 109 h 51"/>
                <a:gd name="T4" fmla="*/ 0 w 40"/>
                <a:gd name="T5" fmla="*/ 212 h 51"/>
                <a:gd name="T6" fmla="*/ 82 w 40"/>
                <a:gd name="T7" fmla="*/ 145 h 51"/>
                <a:gd name="T8" fmla="*/ 128 w 40"/>
                <a:gd name="T9" fmla="*/ 88 h 51"/>
                <a:gd name="T10" fmla="*/ 158 w 40"/>
                <a:gd name="T11" fmla="*/ 50 h 51"/>
                <a:gd name="T12" fmla="*/ 158 w 40"/>
                <a:gd name="T13" fmla="*/ 8 h 51"/>
                <a:gd name="T14" fmla="*/ 157 w 40"/>
                <a:gd name="T15" fmla="*/ 5 h 5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0" h="51">
                  <a:moveTo>
                    <a:pt x="36" y="0"/>
                  </a:moveTo>
                  <a:cubicBezTo>
                    <a:pt x="37" y="10"/>
                    <a:pt x="31" y="19"/>
                    <a:pt x="25" y="26"/>
                  </a:cubicBezTo>
                  <a:cubicBezTo>
                    <a:pt x="17" y="35"/>
                    <a:pt x="10" y="45"/>
                    <a:pt x="0" y="51"/>
                  </a:cubicBezTo>
                  <a:cubicBezTo>
                    <a:pt x="7" y="51"/>
                    <a:pt x="16" y="40"/>
                    <a:pt x="20" y="35"/>
                  </a:cubicBezTo>
                  <a:cubicBezTo>
                    <a:pt x="24" y="31"/>
                    <a:pt x="28" y="26"/>
                    <a:pt x="31" y="21"/>
                  </a:cubicBezTo>
                  <a:cubicBezTo>
                    <a:pt x="33" y="18"/>
                    <a:pt x="38" y="15"/>
                    <a:pt x="39" y="12"/>
                  </a:cubicBezTo>
                  <a:cubicBezTo>
                    <a:pt x="40" y="10"/>
                    <a:pt x="39" y="4"/>
                    <a:pt x="39" y="2"/>
                  </a:cubicBezTo>
                  <a:cubicBezTo>
                    <a:pt x="38" y="2"/>
                    <a:pt x="38" y="1"/>
                    <a:pt x="38" y="1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8444" name="Freeform 268">
              <a:extLst>
                <a:ext uri="{FF2B5EF4-FFF2-40B4-BE49-F238E27FC236}">
                  <a16:creationId xmlns:a16="http://schemas.microsoft.com/office/drawing/2014/main" id="{67BA5C2B-5351-44C8-838D-6A43B987FCE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2" y="2027"/>
              <a:ext cx="9" cy="28"/>
            </a:xfrm>
            <a:custGeom>
              <a:avLst/>
              <a:gdLst>
                <a:gd name="T0" fmla="*/ 18 w 6"/>
                <a:gd name="T1" fmla="*/ 68 h 18"/>
                <a:gd name="T2" fmla="*/ 21 w 6"/>
                <a:gd name="T3" fmla="*/ 0 h 18"/>
                <a:gd name="T4" fmla="*/ 14 w 6"/>
                <a:gd name="T5" fmla="*/ 56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18">
                  <a:moveTo>
                    <a:pt x="5" y="18"/>
                  </a:moveTo>
                  <a:cubicBezTo>
                    <a:pt x="2" y="12"/>
                    <a:pt x="4" y="6"/>
                    <a:pt x="6" y="0"/>
                  </a:cubicBezTo>
                  <a:cubicBezTo>
                    <a:pt x="3" y="3"/>
                    <a:pt x="0" y="13"/>
                    <a:pt x="4" y="15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8445" name="Freeform 269">
              <a:extLst>
                <a:ext uri="{FF2B5EF4-FFF2-40B4-BE49-F238E27FC236}">
                  <a16:creationId xmlns:a16="http://schemas.microsoft.com/office/drawing/2014/main" id="{8D4EC32B-E2F4-46E3-B370-09F3454D87A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2" y="2119"/>
              <a:ext cx="39" cy="31"/>
            </a:xfrm>
            <a:custGeom>
              <a:avLst/>
              <a:gdLst>
                <a:gd name="T0" fmla="*/ 0 w 24"/>
                <a:gd name="T1" fmla="*/ 75 h 19"/>
                <a:gd name="T2" fmla="*/ 54 w 24"/>
                <a:gd name="T3" fmla="*/ 42 h 19"/>
                <a:gd name="T4" fmla="*/ 102 w 24"/>
                <a:gd name="T5" fmla="*/ 64 h 19"/>
                <a:gd name="T6" fmla="*/ 68 w 24"/>
                <a:gd name="T7" fmla="*/ 0 h 19"/>
                <a:gd name="T8" fmla="*/ 5 w 24"/>
                <a:gd name="T9" fmla="*/ 83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9">
                  <a:moveTo>
                    <a:pt x="0" y="17"/>
                  </a:moveTo>
                  <a:cubicBezTo>
                    <a:pt x="3" y="14"/>
                    <a:pt x="7" y="11"/>
                    <a:pt x="12" y="10"/>
                  </a:cubicBezTo>
                  <a:cubicBezTo>
                    <a:pt x="16" y="10"/>
                    <a:pt x="20" y="13"/>
                    <a:pt x="24" y="15"/>
                  </a:cubicBezTo>
                  <a:cubicBezTo>
                    <a:pt x="23" y="13"/>
                    <a:pt x="17" y="1"/>
                    <a:pt x="16" y="0"/>
                  </a:cubicBezTo>
                  <a:cubicBezTo>
                    <a:pt x="14" y="0"/>
                    <a:pt x="1" y="17"/>
                    <a:pt x="1" y="19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8446" name="Freeform 270">
              <a:extLst>
                <a:ext uri="{FF2B5EF4-FFF2-40B4-BE49-F238E27FC236}">
                  <a16:creationId xmlns:a16="http://schemas.microsoft.com/office/drawing/2014/main" id="{EB19269E-4098-4687-A561-B9C5C57E5E1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0" y="2054"/>
              <a:ext cx="101" cy="45"/>
            </a:xfrm>
            <a:custGeom>
              <a:avLst/>
              <a:gdLst>
                <a:gd name="T0" fmla="*/ 0 w 63"/>
                <a:gd name="T1" fmla="*/ 55 h 28"/>
                <a:gd name="T2" fmla="*/ 21 w 63"/>
                <a:gd name="T3" fmla="*/ 55 h 28"/>
                <a:gd name="T4" fmla="*/ 46 w 63"/>
                <a:gd name="T5" fmla="*/ 42 h 28"/>
                <a:gd name="T6" fmla="*/ 82 w 63"/>
                <a:gd name="T7" fmla="*/ 26 h 28"/>
                <a:gd name="T8" fmla="*/ 149 w 63"/>
                <a:gd name="T9" fmla="*/ 5 h 28"/>
                <a:gd name="T10" fmla="*/ 192 w 63"/>
                <a:gd name="T11" fmla="*/ 5 h 28"/>
                <a:gd name="T12" fmla="*/ 213 w 63"/>
                <a:gd name="T13" fmla="*/ 34 h 28"/>
                <a:gd name="T14" fmla="*/ 247 w 63"/>
                <a:gd name="T15" fmla="*/ 34 h 28"/>
                <a:gd name="T16" fmla="*/ 255 w 63"/>
                <a:gd name="T17" fmla="*/ 63 h 28"/>
                <a:gd name="T18" fmla="*/ 260 w 63"/>
                <a:gd name="T19" fmla="*/ 90 h 28"/>
                <a:gd name="T20" fmla="*/ 244 w 63"/>
                <a:gd name="T21" fmla="*/ 116 h 28"/>
                <a:gd name="T22" fmla="*/ 247 w 63"/>
                <a:gd name="T23" fmla="*/ 68 h 28"/>
                <a:gd name="T24" fmla="*/ 231 w 63"/>
                <a:gd name="T25" fmla="*/ 42 h 28"/>
                <a:gd name="T26" fmla="*/ 205 w 63"/>
                <a:gd name="T27" fmla="*/ 42 h 28"/>
                <a:gd name="T28" fmla="*/ 191 w 63"/>
                <a:gd name="T29" fmla="*/ 26 h 28"/>
                <a:gd name="T30" fmla="*/ 149 w 63"/>
                <a:gd name="T31" fmla="*/ 16 h 28"/>
                <a:gd name="T32" fmla="*/ 69 w 63"/>
                <a:gd name="T33" fmla="*/ 47 h 28"/>
                <a:gd name="T34" fmla="*/ 0 w 63"/>
                <a:gd name="T35" fmla="*/ 55 h 28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63" h="28">
                  <a:moveTo>
                    <a:pt x="0" y="13"/>
                  </a:moveTo>
                  <a:cubicBezTo>
                    <a:pt x="1" y="13"/>
                    <a:pt x="4" y="13"/>
                    <a:pt x="5" y="13"/>
                  </a:cubicBezTo>
                  <a:cubicBezTo>
                    <a:pt x="7" y="12"/>
                    <a:pt x="9" y="11"/>
                    <a:pt x="11" y="10"/>
                  </a:cubicBezTo>
                  <a:cubicBezTo>
                    <a:pt x="14" y="9"/>
                    <a:pt x="17" y="7"/>
                    <a:pt x="20" y="6"/>
                  </a:cubicBezTo>
                  <a:cubicBezTo>
                    <a:pt x="25" y="4"/>
                    <a:pt x="30" y="2"/>
                    <a:pt x="36" y="1"/>
                  </a:cubicBezTo>
                  <a:cubicBezTo>
                    <a:pt x="39" y="1"/>
                    <a:pt x="44" y="0"/>
                    <a:pt x="47" y="1"/>
                  </a:cubicBezTo>
                  <a:cubicBezTo>
                    <a:pt x="50" y="2"/>
                    <a:pt x="50" y="7"/>
                    <a:pt x="52" y="8"/>
                  </a:cubicBezTo>
                  <a:cubicBezTo>
                    <a:pt x="55" y="9"/>
                    <a:pt x="58" y="6"/>
                    <a:pt x="60" y="8"/>
                  </a:cubicBezTo>
                  <a:cubicBezTo>
                    <a:pt x="61" y="10"/>
                    <a:pt x="62" y="13"/>
                    <a:pt x="62" y="15"/>
                  </a:cubicBezTo>
                  <a:cubicBezTo>
                    <a:pt x="63" y="17"/>
                    <a:pt x="63" y="20"/>
                    <a:pt x="63" y="22"/>
                  </a:cubicBezTo>
                  <a:cubicBezTo>
                    <a:pt x="62" y="25"/>
                    <a:pt x="61" y="26"/>
                    <a:pt x="59" y="28"/>
                  </a:cubicBezTo>
                  <a:cubicBezTo>
                    <a:pt x="60" y="24"/>
                    <a:pt x="61" y="20"/>
                    <a:pt x="60" y="16"/>
                  </a:cubicBezTo>
                  <a:cubicBezTo>
                    <a:pt x="60" y="14"/>
                    <a:pt x="59" y="10"/>
                    <a:pt x="56" y="10"/>
                  </a:cubicBezTo>
                  <a:cubicBezTo>
                    <a:pt x="54" y="10"/>
                    <a:pt x="52" y="11"/>
                    <a:pt x="50" y="10"/>
                  </a:cubicBezTo>
                  <a:cubicBezTo>
                    <a:pt x="49" y="9"/>
                    <a:pt x="48" y="7"/>
                    <a:pt x="46" y="6"/>
                  </a:cubicBezTo>
                  <a:cubicBezTo>
                    <a:pt x="43" y="2"/>
                    <a:pt x="40" y="3"/>
                    <a:pt x="36" y="4"/>
                  </a:cubicBezTo>
                  <a:cubicBezTo>
                    <a:pt x="29" y="5"/>
                    <a:pt x="23" y="8"/>
                    <a:pt x="17" y="11"/>
                  </a:cubicBezTo>
                  <a:cubicBezTo>
                    <a:pt x="13" y="13"/>
                    <a:pt x="4" y="18"/>
                    <a:pt x="0" y="13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8447" name="Freeform 271">
              <a:extLst>
                <a:ext uri="{FF2B5EF4-FFF2-40B4-BE49-F238E27FC236}">
                  <a16:creationId xmlns:a16="http://schemas.microsoft.com/office/drawing/2014/main" id="{C55817FF-CAB4-48FA-91BA-28BB7B6CDD9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0" y="2075"/>
              <a:ext cx="33" cy="6"/>
            </a:xfrm>
            <a:custGeom>
              <a:avLst/>
              <a:gdLst>
                <a:gd name="T0" fmla="*/ 82 w 21"/>
                <a:gd name="T1" fmla="*/ 8 h 4"/>
                <a:gd name="T2" fmla="*/ 35 w 21"/>
                <a:gd name="T3" fmla="*/ 12 h 4"/>
                <a:gd name="T4" fmla="*/ 0 w 21"/>
                <a:gd name="T5" fmla="*/ 0 h 4"/>
                <a:gd name="T6" fmla="*/ 35 w 21"/>
                <a:gd name="T7" fmla="*/ 14 h 4"/>
                <a:gd name="T8" fmla="*/ 74 w 21"/>
                <a:gd name="T9" fmla="*/ 14 h 4"/>
                <a:gd name="T10" fmla="*/ 74 w 21"/>
                <a:gd name="T11" fmla="*/ 12 h 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4">
                  <a:moveTo>
                    <a:pt x="21" y="2"/>
                  </a:moveTo>
                  <a:cubicBezTo>
                    <a:pt x="18" y="4"/>
                    <a:pt x="13" y="3"/>
                    <a:pt x="9" y="3"/>
                  </a:cubicBezTo>
                  <a:cubicBezTo>
                    <a:pt x="6" y="3"/>
                    <a:pt x="3" y="2"/>
                    <a:pt x="0" y="0"/>
                  </a:cubicBezTo>
                  <a:cubicBezTo>
                    <a:pt x="3" y="3"/>
                    <a:pt x="5" y="3"/>
                    <a:pt x="9" y="4"/>
                  </a:cubicBezTo>
                  <a:cubicBezTo>
                    <a:pt x="12" y="4"/>
                    <a:pt x="16" y="4"/>
                    <a:pt x="19" y="4"/>
                  </a:cubicBezTo>
                  <a:cubicBezTo>
                    <a:pt x="19" y="4"/>
                    <a:pt x="19" y="4"/>
                    <a:pt x="19" y="3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8448" name="Freeform 272">
              <a:extLst>
                <a:ext uri="{FF2B5EF4-FFF2-40B4-BE49-F238E27FC236}">
                  <a16:creationId xmlns:a16="http://schemas.microsoft.com/office/drawing/2014/main" id="{627AEB90-C918-487C-9EEF-5E4C813E69C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3" y="2089"/>
              <a:ext cx="64" cy="64"/>
            </a:xfrm>
            <a:custGeom>
              <a:avLst/>
              <a:gdLst>
                <a:gd name="T0" fmla="*/ 8 w 40"/>
                <a:gd name="T1" fmla="*/ 0 h 40"/>
                <a:gd name="T2" fmla="*/ 42 w 40"/>
                <a:gd name="T3" fmla="*/ 82 h 40"/>
                <a:gd name="T4" fmla="*/ 74 w 40"/>
                <a:gd name="T5" fmla="*/ 136 h 40"/>
                <a:gd name="T6" fmla="*/ 123 w 40"/>
                <a:gd name="T7" fmla="*/ 144 h 40"/>
                <a:gd name="T8" fmla="*/ 149 w 40"/>
                <a:gd name="T9" fmla="*/ 138 h 40"/>
                <a:gd name="T10" fmla="*/ 163 w 40"/>
                <a:gd name="T11" fmla="*/ 144 h 40"/>
                <a:gd name="T12" fmla="*/ 150 w 40"/>
                <a:gd name="T13" fmla="*/ 158 h 40"/>
                <a:gd name="T14" fmla="*/ 128 w 40"/>
                <a:gd name="T15" fmla="*/ 158 h 40"/>
                <a:gd name="T16" fmla="*/ 74 w 40"/>
                <a:gd name="T17" fmla="*/ 149 h 40"/>
                <a:gd name="T18" fmla="*/ 35 w 40"/>
                <a:gd name="T19" fmla="*/ 110 h 40"/>
                <a:gd name="T20" fmla="*/ 16 w 40"/>
                <a:gd name="T21" fmla="*/ 54 h 40"/>
                <a:gd name="T22" fmla="*/ 8 w 40"/>
                <a:gd name="T23" fmla="*/ 26 h 40"/>
                <a:gd name="T24" fmla="*/ 0 w 40"/>
                <a:gd name="T25" fmla="*/ 0 h 4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0" h="40">
                  <a:moveTo>
                    <a:pt x="2" y="0"/>
                  </a:moveTo>
                  <a:cubicBezTo>
                    <a:pt x="6" y="6"/>
                    <a:pt x="8" y="13"/>
                    <a:pt x="10" y="20"/>
                  </a:cubicBezTo>
                  <a:cubicBezTo>
                    <a:pt x="11" y="24"/>
                    <a:pt x="14" y="30"/>
                    <a:pt x="18" y="33"/>
                  </a:cubicBezTo>
                  <a:cubicBezTo>
                    <a:pt x="21" y="36"/>
                    <a:pt x="26" y="35"/>
                    <a:pt x="30" y="35"/>
                  </a:cubicBezTo>
                  <a:cubicBezTo>
                    <a:pt x="32" y="35"/>
                    <a:pt x="34" y="34"/>
                    <a:pt x="36" y="34"/>
                  </a:cubicBezTo>
                  <a:cubicBezTo>
                    <a:pt x="37" y="34"/>
                    <a:pt x="39" y="35"/>
                    <a:pt x="40" y="35"/>
                  </a:cubicBezTo>
                  <a:cubicBezTo>
                    <a:pt x="38" y="36"/>
                    <a:pt x="38" y="39"/>
                    <a:pt x="37" y="39"/>
                  </a:cubicBezTo>
                  <a:cubicBezTo>
                    <a:pt x="35" y="40"/>
                    <a:pt x="32" y="39"/>
                    <a:pt x="31" y="39"/>
                  </a:cubicBezTo>
                  <a:cubicBezTo>
                    <a:pt x="26" y="39"/>
                    <a:pt x="22" y="38"/>
                    <a:pt x="18" y="36"/>
                  </a:cubicBezTo>
                  <a:cubicBezTo>
                    <a:pt x="14" y="34"/>
                    <a:pt x="11" y="30"/>
                    <a:pt x="9" y="27"/>
                  </a:cubicBezTo>
                  <a:cubicBezTo>
                    <a:pt x="6" y="23"/>
                    <a:pt x="5" y="18"/>
                    <a:pt x="4" y="13"/>
                  </a:cubicBezTo>
                  <a:cubicBezTo>
                    <a:pt x="3" y="11"/>
                    <a:pt x="2" y="8"/>
                    <a:pt x="2" y="6"/>
                  </a:cubicBezTo>
                  <a:cubicBezTo>
                    <a:pt x="1" y="4"/>
                    <a:pt x="1" y="1"/>
                    <a:pt x="0" y="0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8449" name="Freeform 273">
              <a:extLst>
                <a:ext uri="{FF2B5EF4-FFF2-40B4-BE49-F238E27FC236}">
                  <a16:creationId xmlns:a16="http://schemas.microsoft.com/office/drawing/2014/main" id="{55E33593-A6C4-41CC-82B8-1D060D003E7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0" y="2103"/>
              <a:ext cx="261" cy="294"/>
            </a:xfrm>
            <a:custGeom>
              <a:avLst/>
              <a:gdLst>
                <a:gd name="T0" fmla="*/ 367 w 163"/>
                <a:gd name="T1" fmla="*/ 712 h 183"/>
                <a:gd name="T2" fmla="*/ 472 w 163"/>
                <a:gd name="T3" fmla="*/ 574 h 183"/>
                <a:gd name="T4" fmla="*/ 511 w 163"/>
                <a:gd name="T5" fmla="*/ 511 h 183"/>
                <a:gd name="T6" fmla="*/ 588 w 163"/>
                <a:gd name="T7" fmla="*/ 469 h 183"/>
                <a:gd name="T8" fmla="*/ 634 w 163"/>
                <a:gd name="T9" fmla="*/ 397 h 183"/>
                <a:gd name="T10" fmla="*/ 615 w 163"/>
                <a:gd name="T11" fmla="*/ 328 h 183"/>
                <a:gd name="T12" fmla="*/ 628 w 163"/>
                <a:gd name="T13" fmla="*/ 225 h 183"/>
                <a:gd name="T14" fmla="*/ 594 w 163"/>
                <a:gd name="T15" fmla="*/ 170 h 183"/>
                <a:gd name="T16" fmla="*/ 575 w 163"/>
                <a:gd name="T17" fmla="*/ 116 h 183"/>
                <a:gd name="T18" fmla="*/ 477 w 163"/>
                <a:gd name="T19" fmla="*/ 67 h 183"/>
                <a:gd name="T20" fmla="*/ 428 w 163"/>
                <a:gd name="T21" fmla="*/ 5 h 183"/>
                <a:gd name="T22" fmla="*/ 189 w 163"/>
                <a:gd name="T23" fmla="*/ 5 h 183"/>
                <a:gd name="T24" fmla="*/ 98 w 163"/>
                <a:gd name="T25" fmla="*/ 124 h 183"/>
                <a:gd name="T26" fmla="*/ 69 w 163"/>
                <a:gd name="T27" fmla="*/ 294 h 183"/>
                <a:gd name="T28" fmla="*/ 0 w 163"/>
                <a:gd name="T29" fmla="*/ 498 h 183"/>
                <a:gd name="T30" fmla="*/ 367 w 163"/>
                <a:gd name="T31" fmla="*/ 712 h 183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63" h="183">
                  <a:moveTo>
                    <a:pt x="89" y="172"/>
                  </a:moveTo>
                  <a:cubicBezTo>
                    <a:pt x="97" y="183"/>
                    <a:pt x="110" y="144"/>
                    <a:pt x="115" y="138"/>
                  </a:cubicBezTo>
                  <a:cubicBezTo>
                    <a:pt x="121" y="130"/>
                    <a:pt x="124" y="123"/>
                    <a:pt x="124" y="123"/>
                  </a:cubicBezTo>
                  <a:cubicBezTo>
                    <a:pt x="139" y="124"/>
                    <a:pt x="140" y="118"/>
                    <a:pt x="143" y="113"/>
                  </a:cubicBezTo>
                  <a:cubicBezTo>
                    <a:pt x="145" y="109"/>
                    <a:pt x="150" y="105"/>
                    <a:pt x="154" y="96"/>
                  </a:cubicBezTo>
                  <a:cubicBezTo>
                    <a:pt x="158" y="88"/>
                    <a:pt x="150" y="79"/>
                    <a:pt x="150" y="79"/>
                  </a:cubicBezTo>
                  <a:cubicBezTo>
                    <a:pt x="163" y="65"/>
                    <a:pt x="153" y="54"/>
                    <a:pt x="153" y="54"/>
                  </a:cubicBezTo>
                  <a:cubicBezTo>
                    <a:pt x="154" y="43"/>
                    <a:pt x="145" y="41"/>
                    <a:pt x="145" y="41"/>
                  </a:cubicBezTo>
                  <a:cubicBezTo>
                    <a:pt x="145" y="41"/>
                    <a:pt x="143" y="33"/>
                    <a:pt x="140" y="28"/>
                  </a:cubicBezTo>
                  <a:cubicBezTo>
                    <a:pt x="137" y="23"/>
                    <a:pt x="116" y="16"/>
                    <a:pt x="116" y="16"/>
                  </a:cubicBezTo>
                  <a:cubicBezTo>
                    <a:pt x="117" y="4"/>
                    <a:pt x="111" y="1"/>
                    <a:pt x="104" y="1"/>
                  </a:cubicBezTo>
                  <a:cubicBezTo>
                    <a:pt x="98" y="0"/>
                    <a:pt x="65" y="1"/>
                    <a:pt x="46" y="1"/>
                  </a:cubicBezTo>
                  <a:cubicBezTo>
                    <a:pt x="27" y="1"/>
                    <a:pt x="24" y="20"/>
                    <a:pt x="24" y="30"/>
                  </a:cubicBezTo>
                  <a:cubicBezTo>
                    <a:pt x="24" y="41"/>
                    <a:pt x="21" y="55"/>
                    <a:pt x="17" y="71"/>
                  </a:cubicBezTo>
                  <a:cubicBezTo>
                    <a:pt x="14" y="82"/>
                    <a:pt x="4" y="109"/>
                    <a:pt x="0" y="120"/>
                  </a:cubicBezTo>
                  <a:cubicBezTo>
                    <a:pt x="0" y="120"/>
                    <a:pt x="51" y="126"/>
                    <a:pt x="89" y="172"/>
                  </a:cubicBezTo>
                  <a:close/>
                </a:path>
              </a:pathLst>
            </a:custGeom>
            <a:solidFill>
              <a:srgbClr val="F8F3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8450" name="Freeform 274">
              <a:extLst>
                <a:ext uri="{FF2B5EF4-FFF2-40B4-BE49-F238E27FC236}">
                  <a16:creationId xmlns:a16="http://schemas.microsoft.com/office/drawing/2014/main" id="{DC0DFF22-967F-4328-B8AD-04014113CD8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0" y="2103"/>
              <a:ext cx="261" cy="294"/>
            </a:xfrm>
            <a:custGeom>
              <a:avLst/>
              <a:gdLst>
                <a:gd name="T0" fmla="*/ 367 w 163"/>
                <a:gd name="T1" fmla="*/ 712 h 183"/>
                <a:gd name="T2" fmla="*/ 472 w 163"/>
                <a:gd name="T3" fmla="*/ 574 h 183"/>
                <a:gd name="T4" fmla="*/ 511 w 163"/>
                <a:gd name="T5" fmla="*/ 511 h 183"/>
                <a:gd name="T6" fmla="*/ 588 w 163"/>
                <a:gd name="T7" fmla="*/ 469 h 183"/>
                <a:gd name="T8" fmla="*/ 634 w 163"/>
                <a:gd name="T9" fmla="*/ 397 h 183"/>
                <a:gd name="T10" fmla="*/ 615 w 163"/>
                <a:gd name="T11" fmla="*/ 328 h 183"/>
                <a:gd name="T12" fmla="*/ 628 w 163"/>
                <a:gd name="T13" fmla="*/ 225 h 183"/>
                <a:gd name="T14" fmla="*/ 594 w 163"/>
                <a:gd name="T15" fmla="*/ 170 h 183"/>
                <a:gd name="T16" fmla="*/ 575 w 163"/>
                <a:gd name="T17" fmla="*/ 116 h 183"/>
                <a:gd name="T18" fmla="*/ 477 w 163"/>
                <a:gd name="T19" fmla="*/ 67 h 183"/>
                <a:gd name="T20" fmla="*/ 428 w 163"/>
                <a:gd name="T21" fmla="*/ 5 h 183"/>
                <a:gd name="T22" fmla="*/ 189 w 163"/>
                <a:gd name="T23" fmla="*/ 5 h 183"/>
                <a:gd name="T24" fmla="*/ 98 w 163"/>
                <a:gd name="T25" fmla="*/ 124 h 183"/>
                <a:gd name="T26" fmla="*/ 69 w 163"/>
                <a:gd name="T27" fmla="*/ 294 h 183"/>
                <a:gd name="T28" fmla="*/ 0 w 163"/>
                <a:gd name="T29" fmla="*/ 498 h 183"/>
                <a:gd name="T30" fmla="*/ 367 w 163"/>
                <a:gd name="T31" fmla="*/ 712 h 183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63" h="183">
                  <a:moveTo>
                    <a:pt x="89" y="172"/>
                  </a:moveTo>
                  <a:cubicBezTo>
                    <a:pt x="97" y="183"/>
                    <a:pt x="110" y="144"/>
                    <a:pt x="115" y="138"/>
                  </a:cubicBezTo>
                  <a:cubicBezTo>
                    <a:pt x="121" y="130"/>
                    <a:pt x="124" y="123"/>
                    <a:pt x="124" y="123"/>
                  </a:cubicBezTo>
                  <a:cubicBezTo>
                    <a:pt x="139" y="124"/>
                    <a:pt x="140" y="118"/>
                    <a:pt x="143" y="113"/>
                  </a:cubicBezTo>
                  <a:cubicBezTo>
                    <a:pt x="145" y="109"/>
                    <a:pt x="150" y="105"/>
                    <a:pt x="154" y="96"/>
                  </a:cubicBezTo>
                  <a:cubicBezTo>
                    <a:pt x="158" y="88"/>
                    <a:pt x="150" y="79"/>
                    <a:pt x="150" y="79"/>
                  </a:cubicBezTo>
                  <a:cubicBezTo>
                    <a:pt x="163" y="65"/>
                    <a:pt x="153" y="54"/>
                    <a:pt x="153" y="54"/>
                  </a:cubicBezTo>
                  <a:cubicBezTo>
                    <a:pt x="154" y="43"/>
                    <a:pt x="145" y="41"/>
                    <a:pt x="145" y="41"/>
                  </a:cubicBezTo>
                  <a:cubicBezTo>
                    <a:pt x="145" y="41"/>
                    <a:pt x="143" y="33"/>
                    <a:pt x="140" y="28"/>
                  </a:cubicBezTo>
                  <a:cubicBezTo>
                    <a:pt x="137" y="23"/>
                    <a:pt x="116" y="16"/>
                    <a:pt x="116" y="16"/>
                  </a:cubicBezTo>
                  <a:cubicBezTo>
                    <a:pt x="117" y="4"/>
                    <a:pt x="111" y="1"/>
                    <a:pt x="104" y="1"/>
                  </a:cubicBezTo>
                  <a:cubicBezTo>
                    <a:pt x="98" y="0"/>
                    <a:pt x="65" y="1"/>
                    <a:pt x="46" y="1"/>
                  </a:cubicBezTo>
                  <a:cubicBezTo>
                    <a:pt x="27" y="1"/>
                    <a:pt x="24" y="20"/>
                    <a:pt x="24" y="30"/>
                  </a:cubicBezTo>
                  <a:cubicBezTo>
                    <a:pt x="24" y="41"/>
                    <a:pt x="21" y="55"/>
                    <a:pt x="17" y="71"/>
                  </a:cubicBezTo>
                  <a:cubicBezTo>
                    <a:pt x="14" y="82"/>
                    <a:pt x="4" y="109"/>
                    <a:pt x="0" y="120"/>
                  </a:cubicBezTo>
                  <a:cubicBezTo>
                    <a:pt x="0" y="120"/>
                    <a:pt x="51" y="126"/>
                    <a:pt x="89" y="172"/>
                  </a:cubicBezTo>
                  <a:close/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8451" name="Freeform 275">
              <a:extLst>
                <a:ext uri="{FF2B5EF4-FFF2-40B4-BE49-F238E27FC236}">
                  <a16:creationId xmlns:a16="http://schemas.microsoft.com/office/drawing/2014/main" id="{9B78703C-4A85-4EB9-BFB0-10881F2B459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1" y="2105"/>
              <a:ext cx="95" cy="24"/>
            </a:xfrm>
            <a:custGeom>
              <a:avLst/>
              <a:gdLst>
                <a:gd name="T0" fmla="*/ 246 w 59"/>
                <a:gd name="T1" fmla="*/ 61 h 15"/>
                <a:gd name="T2" fmla="*/ 135 w 59"/>
                <a:gd name="T3" fmla="*/ 35 h 15"/>
                <a:gd name="T4" fmla="*/ 0 w 59"/>
                <a:gd name="T5" fmla="*/ 42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9" h="15">
                  <a:moveTo>
                    <a:pt x="59" y="15"/>
                  </a:moveTo>
                  <a:cubicBezTo>
                    <a:pt x="59" y="15"/>
                    <a:pt x="36" y="11"/>
                    <a:pt x="32" y="9"/>
                  </a:cubicBezTo>
                  <a:cubicBezTo>
                    <a:pt x="27" y="7"/>
                    <a:pt x="8" y="0"/>
                    <a:pt x="0" y="1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8452" name="Freeform 276">
              <a:extLst>
                <a:ext uri="{FF2B5EF4-FFF2-40B4-BE49-F238E27FC236}">
                  <a16:creationId xmlns:a16="http://schemas.microsoft.com/office/drawing/2014/main" id="{139E5EA4-20F7-4E90-A0A6-3086F40B870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1" y="2169"/>
              <a:ext cx="3" cy="18"/>
            </a:xfrm>
            <a:custGeom>
              <a:avLst/>
              <a:gdLst>
                <a:gd name="T0" fmla="*/ 5 w 2"/>
                <a:gd name="T1" fmla="*/ 0 h 11"/>
                <a:gd name="T2" fmla="*/ 0 w 2"/>
                <a:gd name="T3" fmla="*/ 47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1">
                  <a:moveTo>
                    <a:pt x="1" y="0"/>
                  </a:moveTo>
                  <a:cubicBezTo>
                    <a:pt x="1" y="0"/>
                    <a:pt x="2" y="7"/>
                    <a:pt x="0" y="11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8453" name="Freeform 277">
              <a:extLst>
                <a:ext uri="{FF2B5EF4-FFF2-40B4-BE49-F238E27FC236}">
                  <a16:creationId xmlns:a16="http://schemas.microsoft.com/office/drawing/2014/main" id="{03CB3BAC-A29A-479F-943F-B8918DC030B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1" y="2144"/>
              <a:ext cx="104" cy="48"/>
            </a:xfrm>
            <a:custGeom>
              <a:avLst/>
              <a:gdLst>
                <a:gd name="T0" fmla="*/ 266 w 65"/>
                <a:gd name="T1" fmla="*/ 123 h 30"/>
                <a:gd name="T2" fmla="*/ 158 w 65"/>
                <a:gd name="T3" fmla="*/ 69 h 30"/>
                <a:gd name="T4" fmla="*/ 110 w 65"/>
                <a:gd name="T5" fmla="*/ 56 h 30"/>
                <a:gd name="T6" fmla="*/ 0 w 65"/>
                <a:gd name="T7" fmla="*/ 34 h 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5" h="30">
                  <a:moveTo>
                    <a:pt x="65" y="30"/>
                  </a:moveTo>
                  <a:cubicBezTo>
                    <a:pt x="65" y="30"/>
                    <a:pt x="45" y="20"/>
                    <a:pt x="39" y="17"/>
                  </a:cubicBezTo>
                  <a:cubicBezTo>
                    <a:pt x="34" y="15"/>
                    <a:pt x="32" y="15"/>
                    <a:pt x="27" y="14"/>
                  </a:cubicBezTo>
                  <a:cubicBezTo>
                    <a:pt x="23" y="13"/>
                    <a:pt x="13" y="0"/>
                    <a:pt x="0" y="8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8454" name="Freeform 278">
              <a:extLst>
                <a:ext uri="{FF2B5EF4-FFF2-40B4-BE49-F238E27FC236}">
                  <a16:creationId xmlns:a16="http://schemas.microsoft.com/office/drawing/2014/main" id="{4C7C1512-6DF9-4FF8-A5B7-1E0FF03F957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5" y="2180"/>
              <a:ext cx="65" cy="50"/>
            </a:xfrm>
            <a:custGeom>
              <a:avLst/>
              <a:gdLst>
                <a:gd name="T0" fmla="*/ 163 w 41"/>
                <a:gd name="T1" fmla="*/ 131 h 31"/>
                <a:gd name="T2" fmla="*/ 111 w 41"/>
                <a:gd name="T3" fmla="*/ 81 h 31"/>
                <a:gd name="T4" fmla="*/ 0 w 41"/>
                <a:gd name="T5" fmla="*/ 8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" h="31">
                  <a:moveTo>
                    <a:pt x="41" y="31"/>
                  </a:moveTo>
                  <a:cubicBezTo>
                    <a:pt x="41" y="31"/>
                    <a:pt x="32" y="23"/>
                    <a:pt x="28" y="19"/>
                  </a:cubicBezTo>
                  <a:cubicBezTo>
                    <a:pt x="24" y="16"/>
                    <a:pt x="14" y="0"/>
                    <a:pt x="0" y="2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8455" name="Freeform 279">
              <a:extLst>
                <a:ext uri="{FF2B5EF4-FFF2-40B4-BE49-F238E27FC236}">
                  <a16:creationId xmlns:a16="http://schemas.microsoft.com/office/drawing/2014/main" id="{5C372073-CA13-4AA0-A4EF-0984E214086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7" y="2289"/>
              <a:ext cx="3" cy="15"/>
            </a:xfrm>
            <a:custGeom>
              <a:avLst/>
              <a:gdLst>
                <a:gd name="T0" fmla="*/ 0 w 2"/>
                <a:gd name="T1" fmla="*/ 42 h 9"/>
                <a:gd name="T2" fmla="*/ 8 w 2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9">
                  <a:moveTo>
                    <a:pt x="0" y="9"/>
                  </a:moveTo>
                  <a:cubicBezTo>
                    <a:pt x="0" y="6"/>
                    <a:pt x="2" y="3"/>
                    <a:pt x="2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8456" name="Freeform 280">
              <a:extLst>
                <a:ext uri="{FF2B5EF4-FFF2-40B4-BE49-F238E27FC236}">
                  <a16:creationId xmlns:a16="http://schemas.microsoft.com/office/drawing/2014/main" id="{00961F43-5E95-4BE8-9EED-BC87E42A17E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7" y="2248"/>
              <a:ext cx="9" cy="33"/>
            </a:xfrm>
            <a:custGeom>
              <a:avLst/>
              <a:gdLst>
                <a:gd name="T0" fmla="*/ 18 w 6"/>
                <a:gd name="T1" fmla="*/ 0 h 21"/>
                <a:gd name="T2" fmla="*/ 18 w 6"/>
                <a:gd name="T3" fmla="*/ 39 h 21"/>
                <a:gd name="T4" fmla="*/ 0 w 6"/>
                <a:gd name="T5" fmla="*/ 82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21">
                  <a:moveTo>
                    <a:pt x="5" y="0"/>
                  </a:moveTo>
                  <a:cubicBezTo>
                    <a:pt x="6" y="3"/>
                    <a:pt x="6" y="6"/>
                    <a:pt x="5" y="10"/>
                  </a:cubicBezTo>
                  <a:cubicBezTo>
                    <a:pt x="3" y="14"/>
                    <a:pt x="2" y="18"/>
                    <a:pt x="0" y="21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8457" name="Freeform 281">
              <a:extLst>
                <a:ext uri="{FF2B5EF4-FFF2-40B4-BE49-F238E27FC236}">
                  <a16:creationId xmlns:a16="http://schemas.microsoft.com/office/drawing/2014/main" id="{DD7FD725-7A53-42E6-9263-9F5A9F43048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2" y="2268"/>
              <a:ext cx="16" cy="4"/>
            </a:xfrm>
            <a:custGeom>
              <a:avLst/>
              <a:gdLst>
                <a:gd name="T0" fmla="*/ 0 w 10"/>
                <a:gd name="T1" fmla="*/ 16 h 2"/>
                <a:gd name="T2" fmla="*/ 16 w 10"/>
                <a:gd name="T3" fmla="*/ 8 h 2"/>
                <a:gd name="T4" fmla="*/ 42 w 10"/>
                <a:gd name="T5" fmla="*/ 8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2">
                  <a:moveTo>
                    <a:pt x="0" y="2"/>
                  </a:moveTo>
                  <a:cubicBezTo>
                    <a:pt x="1" y="2"/>
                    <a:pt x="3" y="1"/>
                    <a:pt x="4" y="1"/>
                  </a:cubicBezTo>
                  <a:cubicBezTo>
                    <a:pt x="6" y="0"/>
                    <a:pt x="8" y="1"/>
                    <a:pt x="10" y="1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8458" name="Freeform 282">
              <a:extLst>
                <a:ext uri="{FF2B5EF4-FFF2-40B4-BE49-F238E27FC236}">
                  <a16:creationId xmlns:a16="http://schemas.microsoft.com/office/drawing/2014/main" id="{8EAEAAD0-AB73-4157-BE5A-A4BC3D89BB1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0" y="2243"/>
              <a:ext cx="82" cy="136"/>
            </a:xfrm>
            <a:custGeom>
              <a:avLst/>
              <a:gdLst>
                <a:gd name="T0" fmla="*/ 207 w 51"/>
                <a:gd name="T1" fmla="*/ 5 h 85"/>
                <a:gd name="T2" fmla="*/ 199 w 51"/>
                <a:gd name="T3" fmla="*/ 67 h 85"/>
                <a:gd name="T4" fmla="*/ 170 w 51"/>
                <a:gd name="T5" fmla="*/ 118 h 85"/>
                <a:gd name="T6" fmla="*/ 150 w 51"/>
                <a:gd name="T7" fmla="*/ 171 h 85"/>
                <a:gd name="T8" fmla="*/ 109 w 51"/>
                <a:gd name="T9" fmla="*/ 218 h 85"/>
                <a:gd name="T10" fmla="*/ 69 w 51"/>
                <a:gd name="T11" fmla="*/ 312 h 85"/>
                <a:gd name="T12" fmla="*/ 50 w 51"/>
                <a:gd name="T13" fmla="*/ 342 h 85"/>
                <a:gd name="T14" fmla="*/ 0 w 51"/>
                <a:gd name="T15" fmla="*/ 302 h 85"/>
                <a:gd name="T16" fmla="*/ 50 w 51"/>
                <a:gd name="T17" fmla="*/ 253 h 85"/>
                <a:gd name="T18" fmla="*/ 103 w 51"/>
                <a:gd name="T19" fmla="*/ 150 h 85"/>
                <a:gd name="T20" fmla="*/ 170 w 51"/>
                <a:gd name="T21" fmla="*/ 54 h 85"/>
                <a:gd name="T22" fmla="*/ 207 w 51"/>
                <a:gd name="T23" fmla="*/ 0 h 8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1" h="85">
                  <a:moveTo>
                    <a:pt x="50" y="1"/>
                  </a:moveTo>
                  <a:cubicBezTo>
                    <a:pt x="50" y="7"/>
                    <a:pt x="51" y="11"/>
                    <a:pt x="48" y="16"/>
                  </a:cubicBezTo>
                  <a:cubicBezTo>
                    <a:pt x="46" y="20"/>
                    <a:pt x="43" y="24"/>
                    <a:pt x="41" y="29"/>
                  </a:cubicBezTo>
                  <a:cubicBezTo>
                    <a:pt x="39" y="33"/>
                    <a:pt x="39" y="38"/>
                    <a:pt x="36" y="42"/>
                  </a:cubicBezTo>
                  <a:cubicBezTo>
                    <a:pt x="33" y="46"/>
                    <a:pt x="29" y="49"/>
                    <a:pt x="26" y="53"/>
                  </a:cubicBezTo>
                  <a:cubicBezTo>
                    <a:pt x="22" y="60"/>
                    <a:pt x="20" y="69"/>
                    <a:pt x="17" y="76"/>
                  </a:cubicBezTo>
                  <a:cubicBezTo>
                    <a:pt x="16" y="78"/>
                    <a:pt x="15" y="83"/>
                    <a:pt x="12" y="84"/>
                  </a:cubicBezTo>
                  <a:cubicBezTo>
                    <a:pt x="7" y="85"/>
                    <a:pt x="1" y="78"/>
                    <a:pt x="0" y="74"/>
                  </a:cubicBezTo>
                  <a:cubicBezTo>
                    <a:pt x="8" y="78"/>
                    <a:pt x="10" y="66"/>
                    <a:pt x="12" y="62"/>
                  </a:cubicBezTo>
                  <a:cubicBezTo>
                    <a:pt x="15" y="53"/>
                    <a:pt x="19" y="44"/>
                    <a:pt x="25" y="37"/>
                  </a:cubicBezTo>
                  <a:cubicBezTo>
                    <a:pt x="31" y="29"/>
                    <a:pt x="36" y="22"/>
                    <a:pt x="41" y="13"/>
                  </a:cubicBezTo>
                  <a:cubicBezTo>
                    <a:pt x="43" y="9"/>
                    <a:pt x="47" y="5"/>
                    <a:pt x="50" y="0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8459" name="Freeform 283">
              <a:extLst>
                <a:ext uri="{FF2B5EF4-FFF2-40B4-BE49-F238E27FC236}">
                  <a16:creationId xmlns:a16="http://schemas.microsoft.com/office/drawing/2014/main" id="{8AE1EFD3-A618-4951-B92D-25FEC9BD215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9" y="2184"/>
              <a:ext cx="51" cy="38"/>
            </a:xfrm>
            <a:custGeom>
              <a:avLst/>
              <a:gdLst>
                <a:gd name="T0" fmla="*/ 0 w 32"/>
                <a:gd name="T1" fmla="*/ 5 h 24"/>
                <a:gd name="T2" fmla="*/ 56 w 32"/>
                <a:gd name="T3" fmla="*/ 48 h 24"/>
                <a:gd name="T4" fmla="*/ 102 w 32"/>
                <a:gd name="T5" fmla="*/ 95 h 24"/>
                <a:gd name="T6" fmla="*/ 16 w 32"/>
                <a:gd name="T7" fmla="*/ 5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24">
                  <a:moveTo>
                    <a:pt x="0" y="1"/>
                  </a:moveTo>
                  <a:cubicBezTo>
                    <a:pt x="5" y="0"/>
                    <a:pt x="11" y="8"/>
                    <a:pt x="14" y="12"/>
                  </a:cubicBezTo>
                  <a:cubicBezTo>
                    <a:pt x="18" y="15"/>
                    <a:pt x="21" y="21"/>
                    <a:pt x="25" y="24"/>
                  </a:cubicBezTo>
                  <a:cubicBezTo>
                    <a:pt x="32" y="15"/>
                    <a:pt x="10" y="4"/>
                    <a:pt x="4" y="1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8460" name="Freeform 284">
              <a:extLst>
                <a:ext uri="{FF2B5EF4-FFF2-40B4-BE49-F238E27FC236}">
                  <a16:creationId xmlns:a16="http://schemas.microsoft.com/office/drawing/2014/main" id="{5A025D1D-EC77-4CF2-AF90-5ADBDC5893C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2" y="2153"/>
              <a:ext cx="54" cy="19"/>
            </a:xfrm>
            <a:custGeom>
              <a:avLst/>
              <a:gdLst>
                <a:gd name="T0" fmla="*/ 0 w 34"/>
                <a:gd name="T1" fmla="*/ 5 h 12"/>
                <a:gd name="T2" fmla="*/ 64 w 34"/>
                <a:gd name="T3" fmla="*/ 27 h 12"/>
                <a:gd name="T4" fmla="*/ 137 w 34"/>
                <a:gd name="T5" fmla="*/ 48 h 12"/>
                <a:gd name="T6" fmla="*/ 21 w 34"/>
                <a:gd name="T7" fmla="*/ 5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" h="12">
                  <a:moveTo>
                    <a:pt x="0" y="1"/>
                  </a:moveTo>
                  <a:cubicBezTo>
                    <a:pt x="3" y="0"/>
                    <a:pt x="13" y="6"/>
                    <a:pt x="16" y="7"/>
                  </a:cubicBezTo>
                  <a:cubicBezTo>
                    <a:pt x="22" y="9"/>
                    <a:pt x="28" y="9"/>
                    <a:pt x="34" y="12"/>
                  </a:cubicBezTo>
                  <a:cubicBezTo>
                    <a:pt x="25" y="5"/>
                    <a:pt x="16" y="1"/>
                    <a:pt x="5" y="1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8461" name="Freeform 285">
              <a:extLst>
                <a:ext uri="{FF2B5EF4-FFF2-40B4-BE49-F238E27FC236}">
                  <a16:creationId xmlns:a16="http://schemas.microsoft.com/office/drawing/2014/main" id="{F3D046ED-3583-4C0E-BACD-E124966F8DE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2" y="2252"/>
              <a:ext cx="35" cy="47"/>
            </a:xfrm>
            <a:custGeom>
              <a:avLst/>
              <a:gdLst>
                <a:gd name="T0" fmla="*/ 46 w 22"/>
                <a:gd name="T1" fmla="*/ 5 h 29"/>
                <a:gd name="T2" fmla="*/ 40 w 22"/>
                <a:gd name="T3" fmla="*/ 29 h 29"/>
                <a:gd name="T4" fmla="*/ 64 w 22"/>
                <a:gd name="T5" fmla="*/ 34 h 29"/>
                <a:gd name="T6" fmla="*/ 64 w 22"/>
                <a:gd name="T7" fmla="*/ 55 h 29"/>
                <a:gd name="T8" fmla="*/ 35 w 22"/>
                <a:gd name="T9" fmla="*/ 63 h 29"/>
                <a:gd name="T10" fmla="*/ 29 w 22"/>
                <a:gd name="T11" fmla="*/ 76 h 29"/>
                <a:gd name="T12" fmla="*/ 16 w 22"/>
                <a:gd name="T13" fmla="*/ 97 h 29"/>
                <a:gd name="T14" fmla="*/ 21 w 22"/>
                <a:gd name="T15" fmla="*/ 110 h 29"/>
                <a:gd name="T16" fmla="*/ 56 w 22"/>
                <a:gd name="T17" fmla="*/ 81 h 29"/>
                <a:gd name="T18" fmla="*/ 68 w 22"/>
                <a:gd name="T19" fmla="*/ 8 h 29"/>
                <a:gd name="T20" fmla="*/ 56 w 22"/>
                <a:gd name="T21" fmla="*/ 0 h 2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2" h="29">
                  <a:moveTo>
                    <a:pt x="11" y="1"/>
                  </a:moveTo>
                  <a:cubicBezTo>
                    <a:pt x="11" y="3"/>
                    <a:pt x="11" y="5"/>
                    <a:pt x="10" y="7"/>
                  </a:cubicBezTo>
                  <a:cubicBezTo>
                    <a:pt x="11" y="9"/>
                    <a:pt x="14" y="7"/>
                    <a:pt x="16" y="8"/>
                  </a:cubicBezTo>
                  <a:cubicBezTo>
                    <a:pt x="17" y="9"/>
                    <a:pt x="17" y="11"/>
                    <a:pt x="16" y="13"/>
                  </a:cubicBezTo>
                  <a:cubicBezTo>
                    <a:pt x="14" y="14"/>
                    <a:pt x="10" y="12"/>
                    <a:pt x="9" y="15"/>
                  </a:cubicBezTo>
                  <a:cubicBezTo>
                    <a:pt x="8" y="16"/>
                    <a:pt x="8" y="17"/>
                    <a:pt x="7" y="18"/>
                  </a:cubicBezTo>
                  <a:cubicBezTo>
                    <a:pt x="6" y="20"/>
                    <a:pt x="5" y="21"/>
                    <a:pt x="4" y="23"/>
                  </a:cubicBezTo>
                  <a:cubicBezTo>
                    <a:pt x="2" y="26"/>
                    <a:pt x="0" y="29"/>
                    <a:pt x="5" y="26"/>
                  </a:cubicBezTo>
                  <a:cubicBezTo>
                    <a:pt x="9" y="25"/>
                    <a:pt x="12" y="22"/>
                    <a:pt x="14" y="19"/>
                  </a:cubicBezTo>
                  <a:cubicBezTo>
                    <a:pt x="17" y="13"/>
                    <a:pt x="22" y="9"/>
                    <a:pt x="17" y="2"/>
                  </a:cubicBezTo>
                  <a:cubicBezTo>
                    <a:pt x="17" y="1"/>
                    <a:pt x="16" y="0"/>
                    <a:pt x="14" y="0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8462" name="Freeform 286">
              <a:extLst>
                <a:ext uri="{FF2B5EF4-FFF2-40B4-BE49-F238E27FC236}">
                  <a16:creationId xmlns:a16="http://schemas.microsoft.com/office/drawing/2014/main" id="{CB3307FF-0955-48A7-B381-CA002055902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5" y="2118"/>
              <a:ext cx="145" cy="118"/>
            </a:xfrm>
            <a:custGeom>
              <a:avLst/>
              <a:gdLst>
                <a:gd name="T0" fmla="*/ 0 w 91"/>
                <a:gd name="T1" fmla="*/ 21 h 74"/>
                <a:gd name="T2" fmla="*/ 84 w 91"/>
                <a:gd name="T3" fmla="*/ 29 h 74"/>
                <a:gd name="T4" fmla="*/ 170 w 91"/>
                <a:gd name="T5" fmla="*/ 46 h 74"/>
                <a:gd name="T6" fmla="*/ 214 w 91"/>
                <a:gd name="T7" fmla="*/ 110 h 74"/>
                <a:gd name="T8" fmla="*/ 279 w 91"/>
                <a:gd name="T9" fmla="*/ 129 h 74"/>
                <a:gd name="T10" fmla="*/ 287 w 91"/>
                <a:gd name="T11" fmla="*/ 166 h 74"/>
                <a:gd name="T12" fmla="*/ 315 w 91"/>
                <a:gd name="T13" fmla="*/ 191 h 74"/>
                <a:gd name="T14" fmla="*/ 352 w 91"/>
                <a:gd name="T15" fmla="*/ 260 h 74"/>
                <a:gd name="T16" fmla="*/ 266 w 91"/>
                <a:gd name="T17" fmla="*/ 218 h 74"/>
                <a:gd name="T18" fmla="*/ 193 w 91"/>
                <a:gd name="T19" fmla="*/ 179 h 74"/>
                <a:gd name="T20" fmla="*/ 102 w 91"/>
                <a:gd name="T21" fmla="*/ 115 h 74"/>
                <a:gd name="T22" fmla="*/ 13 w 91"/>
                <a:gd name="T23" fmla="*/ 46 h 7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91" h="74">
                  <a:moveTo>
                    <a:pt x="0" y="5"/>
                  </a:moveTo>
                  <a:cubicBezTo>
                    <a:pt x="4" y="0"/>
                    <a:pt x="16" y="5"/>
                    <a:pt x="21" y="7"/>
                  </a:cubicBezTo>
                  <a:cubicBezTo>
                    <a:pt x="27" y="9"/>
                    <a:pt x="38" y="7"/>
                    <a:pt x="42" y="11"/>
                  </a:cubicBezTo>
                  <a:cubicBezTo>
                    <a:pt x="48" y="17"/>
                    <a:pt x="43" y="24"/>
                    <a:pt x="53" y="27"/>
                  </a:cubicBezTo>
                  <a:cubicBezTo>
                    <a:pt x="59" y="30"/>
                    <a:pt x="65" y="26"/>
                    <a:pt x="69" y="32"/>
                  </a:cubicBezTo>
                  <a:cubicBezTo>
                    <a:pt x="71" y="35"/>
                    <a:pt x="70" y="38"/>
                    <a:pt x="71" y="41"/>
                  </a:cubicBezTo>
                  <a:cubicBezTo>
                    <a:pt x="73" y="45"/>
                    <a:pt x="74" y="44"/>
                    <a:pt x="78" y="47"/>
                  </a:cubicBezTo>
                  <a:cubicBezTo>
                    <a:pt x="83" y="50"/>
                    <a:pt x="91" y="58"/>
                    <a:pt x="87" y="64"/>
                  </a:cubicBezTo>
                  <a:cubicBezTo>
                    <a:pt x="80" y="74"/>
                    <a:pt x="70" y="59"/>
                    <a:pt x="66" y="54"/>
                  </a:cubicBezTo>
                  <a:cubicBezTo>
                    <a:pt x="61" y="47"/>
                    <a:pt x="56" y="49"/>
                    <a:pt x="48" y="44"/>
                  </a:cubicBezTo>
                  <a:cubicBezTo>
                    <a:pt x="40" y="39"/>
                    <a:pt x="34" y="32"/>
                    <a:pt x="25" y="28"/>
                  </a:cubicBezTo>
                  <a:cubicBezTo>
                    <a:pt x="15" y="22"/>
                    <a:pt x="9" y="22"/>
                    <a:pt x="3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8463" name="Freeform 287">
              <a:extLst>
                <a:ext uri="{FF2B5EF4-FFF2-40B4-BE49-F238E27FC236}">
                  <a16:creationId xmlns:a16="http://schemas.microsoft.com/office/drawing/2014/main" id="{37AC6614-25BB-498C-A23C-EBC463B5C0C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9" y="1677"/>
              <a:ext cx="54" cy="181"/>
            </a:xfrm>
            <a:custGeom>
              <a:avLst/>
              <a:gdLst>
                <a:gd name="T0" fmla="*/ 0 w 34"/>
                <a:gd name="T1" fmla="*/ 0 h 113"/>
                <a:gd name="T2" fmla="*/ 94 w 34"/>
                <a:gd name="T3" fmla="*/ 465 h 113"/>
                <a:gd name="T4" fmla="*/ 0 w 34"/>
                <a:gd name="T5" fmla="*/ 0 h 1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113">
                  <a:moveTo>
                    <a:pt x="0" y="0"/>
                  </a:moveTo>
                  <a:cubicBezTo>
                    <a:pt x="0" y="0"/>
                    <a:pt x="34" y="39"/>
                    <a:pt x="23" y="113"/>
                  </a:cubicBezTo>
                  <a:cubicBezTo>
                    <a:pt x="23" y="113"/>
                    <a:pt x="30" y="48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8464" name="Freeform 288">
              <a:extLst>
                <a:ext uri="{FF2B5EF4-FFF2-40B4-BE49-F238E27FC236}">
                  <a16:creationId xmlns:a16="http://schemas.microsoft.com/office/drawing/2014/main" id="{94CB8065-BF54-4FB6-8F75-F43BFEFB6EF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2" y="1932"/>
              <a:ext cx="24" cy="75"/>
            </a:xfrm>
            <a:custGeom>
              <a:avLst/>
              <a:gdLst>
                <a:gd name="T0" fmla="*/ 26 w 15"/>
                <a:gd name="T1" fmla="*/ 5 h 47"/>
                <a:gd name="T2" fmla="*/ 54 w 15"/>
                <a:gd name="T3" fmla="*/ 104 h 47"/>
                <a:gd name="T4" fmla="*/ 0 w 15"/>
                <a:gd name="T5" fmla="*/ 191 h 47"/>
                <a:gd name="T6" fmla="*/ 46 w 15"/>
                <a:gd name="T7" fmla="*/ 104 h 47"/>
                <a:gd name="T8" fmla="*/ 34 w 15"/>
                <a:gd name="T9" fmla="*/ 61 h 47"/>
                <a:gd name="T10" fmla="*/ 29 w 15"/>
                <a:gd name="T11" fmla="*/ 0 h 4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" h="47">
                  <a:moveTo>
                    <a:pt x="6" y="1"/>
                  </a:moveTo>
                  <a:cubicBezTo>
                    <a:pt x="6" y="11"/>
                    <a:pt x="11" y="17"/>
                    <a:pt x="13" y="26"/>
                  </a:cubicBezTo>
                  <a:cubicBezTo>
                    <a:pt x="15" y="36"/>
                    <a:pt x="9" y="43"/>
                    <a:pt x="0" y="47"/>
                  </a:cubicBezTo>
                  <a:cubicBezTo>
                    <a:pt x="6" y="41"/>
                    <a:pt x="11" y="35"/>
                    <a:pt x="11" y="26"/>
                  </a:cubicBezTo>
                  <a:cubicBezTo>
                    <a:pt x="10" y="22"/>
                    <a:pt x="9" y="19"/>
                    <a:pt x="8" y="15"/>
                  </a:cubicBezTo>
                  <a:cubicBezTo>
                    <a:pt x="7" y="10"/>
                    <a:pt x="7" y="5"/>
                    <a:pt x="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8465" name="Freeform 289">
              <a:extLst>
                <a:ext uri="{FF2B5EF4-FFF2-40B4-BE49-F238E27FC236}">
                  <a16:creationId xmlns:a16="http://schemas.microsoft.com/office/drawing/2014/main" id="{A57A09CD-1BC7-418F-9A0F-3392E929C46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5" y="1969"/>
              <a:ext cx="17" cy="29"/>
            </a:xfrm>
            <a:custGeom>
              <a:avLst/>
              <a:gdLst>
                <a:gd name="T0" fmla="*/ 36 w 11"/>
                <a:gd name="T1" fmla="*/ 0 h 18"/>
                <a:gd name="T2" fmla="*/ 12 w 11"/>
                <a:gd name="T3" fmla="*/ 29 h 18"/>
                <a:gd name="T4" fmla="*/ 19 w 11"/>
                <a:gd name="T5" fmla="*/ 76 h 18"/>
                <a:gd name="T6" fmla="*/ 40 w 11"/>
                <a:gd name="T7" fmla="*/ 5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8">
                  <a:moveTo>
                    <a:pt x="10" y="0"/>
                  </a:moveTo>
                  <a:cubicBezTo>
                    <a:pt x="6" y="2"/>
                    <a:pt x="5" y="3"/>
                    <a:pt x="3" y="7"/>
                  </a:cubicBezTo>
                  <a:cubicBezTo>
                    <a:pt x="2" y="10"/>
                    <a:pt x="0" y="17"/>
                    <a:pt x="5" y="18"/>
                  </a:cubicBezTo>
                  <a:cubicBezTo>
                    <a:pt x="4" y="13"/>
                    <a:pt x="5" y="4"/>
                    <a:pt x="1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8466" name="Freeform 290">
              <a:extLst>
                <a:ext uri="{FF2B5EF4-FFF2-40B4-BE49-F238E27FC236}">
                  <a16:creationId xmlns:a16="http://schemas.microsoft.com/office/drawing/2014/main" id="{7CB49CD5-AD70-449C-AF29-B4A3CB98DB2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0" y="1975"/>
              <a:ext cx="14" cy="23"/>
            </a:xfrm>
            <a:custGeom>
              <a:avLst/>
              <a:gdLst>
                <a:gd name="T0" fmla="*/ 0 w 9"/>
                <a:gd name="T1" fmla="*/ 21 h 14"/>
                <a:gd name="T2" fmla="*/ 34 w 9"/>
                <a:gd name="T3" fmla="*/ 62 h 14"/>
                <a:gd name="T4" fmla="*/ 0 w 9"/>
                <a:gd name="T5" fmla="*/ 21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4">
                  <a:moveTo>
                    <a:pt x="0" y="5"/>
                  </a:moveTo>
                  <a:cubicBezTo>
                    <a:pt x="5" y="4"/>
                    <a:pt x="8" y="11"/>
                    <a:pt x="9" y="14"/>
                  </a:cubicBezTo>
                  <a:cubicBezTo>
                    <a:pt x="9" y="9"/>
                    <a:pt x="6" y="0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8467" name="Freeform 291">
              <a:extLst>
                <a:ext uri="{FF2B5EF4-FFF2-40B4-BE49-F238E27FC236}">
                  <a16:creationId xmlns:a16="http://schemas.microsoft.com/office/drawing/2014/main" id="{28791073-471C-4AE0-899F-D58A8292C8E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1" y="2123"/>
              <a:ext cx="40" cy="139"/>
            </a:xfrm>
            <a:custGeom>
              <a:avLst/>
              <a:gdLst>
                <a:gd name="T0" fmla="*/ 102 w 25"/>
                <a:gd name="T1" fmla="*/ 0 h 87"/>
                <a:gd name="T2" fmla="*/ 82 w 25"/>
                <a:gd name="T3" fmla="*/ 5 h 87"/>
                <a:gd name="T4" fmla="*/ 69 w 25"/>
                <a:gd name="T5" fmla="*/ 46 h 87"/>
                <a:gd name="T6" fmla="*/ 48 w 25"/>
                <a:gd name="T7" fmla="*/ 149 h 87"/>
                <a:gd name="T8" fmla="*/ 26 w 25"/>
                <a:gd name="T9" fmla="*/ 252 h 87"/>
                <a:gd name="T10" fmla="*/ 0 w 25"/>
                <a:gd name="T11" fmla="*/ 355 h 87"/>
                <a:gd name="T12" fmla="*/ 13 w 25"/>
                <a:gd name="T13" fmla="*/ 315 h 87"/>
                <a:gd name="T14" fmla="*/ 34 w 25"/>
                <a:gd name="T15" fmla="*/ 244 h 87"/>
                <a:gd name="T16" fmla="*/ 61 w 25"/>
                <a:gd name="T17" fmla="*/ 142 h 87"/>
                <a:gd name="T18" fmla="*/ 74 w 25"/>
                <a:gd name="T19" fmla="*/ 73 h 87"/>
                <a:gd name="T20" fmla="*/ 102 w 25"/>
                <a:gd name="T21" fmla="*/ 21 h 8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5" h="87">
                  <a:moveTo>
                    <a:pt x="25" y="0"/>
                  </a:moveTo>
                  <a:cubicBezTo>
                    <a:pt x="24" y="0"/>
                    <a:pt x="22" y="0"/>
                    <a:pt x="20" y="1"/>
                  </a:cubicBezTo>
                  <a:cubicBezTo>
                    <a:pt x="18" y="3"/>
                    <a:pt x="17" y="8"/>
                    <a:pt x="17" y="11"/>
                  </a:cubicBezTo>
                  <a:cubicBezTo>
                    <a:pt x="14" y="19"/>
                    <a:pt x="14" y="27"/>
                    <a:pt x="12" y="36"/>
                  </a:cubicBezTo>
                  <a:cubicBezTo>
                    <a:pt x="10" y="45"/>
                    <a:pt x="7" y="53"/>
                    <a:pt x="6" y="62"/>
                  </a:cubicBezTo>
                  <a:cubicBezTo>
                    <a:pt x="4" y="70"/>
                    <a:pt x="2" y="79"/>
                    <a:pt x="0" y="87"/>
                  </a:cubicBezTo>
                  <a:cubicBezTo>
                    <a:pt x="0" y="83"/>
                    <a:pt x="2" y="80"/>
                    <a:pt x="3" y="77"/>
                  </a:cubicBezTo>
                  <a:cubicBezTo>
                    <a:pt x="5" y="72"/>
                    <a:pt x="6" y="66"/>
                    <a:pt x="8" y="60"/>
                  </a:cubicBezTo>
                  <a:cubicBezTo>
                    <a:pt x="11" y="51"/>
                    <a:pt x="14" y="44"/>
                    <a:pt x="15" y="35"/>
                  </a:cubicBezTo>
                  <a:cubicBezTo>
                    <a:pt x="16" y="29"/>
                    <a:pt x="17" y="24"/>
                    <a:pt x="18" y="18"/>
                  </a:cubicBezTo>
                  <a:cubicBezTo>
                    <a:pt x="19" y="13"/>
                    <a:pt x="20" y="8"/>
                    <a:pt x="25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8468" name="Freeform 292">
              <a:extLst>
                <a:ext uri="{FF2B5EF4-FFF2-40B4-BE49-F238E27FC236}">
                  <a16:creationId xmlns:a16="http://schemas.microsoft.com/office/drawing/2014/main" id="{CD1279E0-BFE5-4673-84AA-9049476C6EA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6" y="2155"/>
              <a:ext cx="27" cy="54"/>
            </a:xfrm>
            <a:custGeom>
              <a:avLst/>
              <a:gdLst>
                <a:gd name="T0" fmla="*/ 0 w 17"/>
                <a:gd name="T1" fmla="*/ 0 h 34"/>
                <a:gd name="T2" fmla="*/ 60 w 17"/>
                <a:gd name="T3" fmla="*/ 43 h 34"/>
                <a:gd name="T4" fmla="*/ 40 w 17"/>
                <a:gd name="T5" fmla="*/ 116 h 34"/>
                <a:gd name="T6" fmla="*/ 21 w 17"/>
                <a:gd name="T7" fmla="*/ 83 h 34"/>
                <a:gd name="T8" fmla="*/ 8 w 17"/>
                <a:gd name="T9" fmla="*/ 21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34">
                  <a:moveTo>
                    <a:pt x="0" y="0"/>
                  </a:moveTo>
                  <a:cubicBezTo>
                    <a:pt x="5" y="0"/>
                    <a:pt x="12" y="6"/>
                    <a:pt x="15" y="11"/>
                  </a:cubicBezTo>
                  <a:cubicBezTo>
                    <a:pt x="17" y="17"/>
                    <a:pt x="16" y="26"/>
                    <a:pt x="10" y="29"/>
                  </a:cubicBezTo>
                  <a:cubicBezTo>
                    <a:pt x="3" y="34"/>
                    <a:pt x="4" y="25"/>
                    <a:pt x="5" y="21"/>
                  </a:cubicBezTo>
                  <a:cubicBezTo>
                    <a:pt x="8" y="15"/>
                    <a:pt x="7" y="9"/>
                    <a:pt x="2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8469" name="Freeform 293">
              <a:extLst>
                <a:ext uri="{FF2B5EF4-FFF2-40B4-BE49-F238E27FC236}">
                  <a16:creationId xmlns:a16="http://schemas.microsoft.com/office/drawing/2014/main" id="{C0ABFE2D-1F50-4D95-9227-9ED6B3E3DE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1" y="1946"/>
              <a:ext cx="68" cy="93"/>
            </a:xfrm>
            <a:custGeom>
              <a:avLst/>
              <a:gdLst>
                <a:gd name="T0" fmla="*/ 157 w 42"/>
                <a:gd name="T1" fmla="*/ 0 h 58"/>
                <a:gd name="T2" fmla="*/ 152 w 42"/>
                <a:gd name="T3" fmla="*/ 90 h 58"/>
                <a:gd name="T4" fmla="*/ 81 w 42"/>
                <a:gd name="T5" fmla="*/ 184 h 58"/>
                <a:gd name="T6" fmla="*/ 39 w 42"/>
                <a:gd name="T7" fmla="*/ 226 h 58"/>
                <a:gd name="T8" fmla="*/ 5 w 42"/>
                <a:gd name="T9" fmla="*/ 213 h 58"/>
                <a:gd name="T10" fmla="*/ 63 w 42"/>
                <a:gd name="T11" fmla="*/ 152 h 58"/>
                <a:gd name="T12" fmla="*/ 152 w 42"/>
                <a:gd name="T13" fmla="*/ 29 h 5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2" h="58">
                  <a:moveTo>
                    <a:pt x="37" y="0"/>
                  </a:moveTo>
                  <a:cubicBezTo>
                    <a:pt x="42" y="4"/>
                    <a:pt x="38" y="17"/>
                    <a:pt x="36" y="22"/>
                  </a:cubicBezTo>
                  <a:cubicBezTo>
                    <a:pt x="32" y="31"/>
                    <a:pt x="25" y="38"/>
                    <a:pt x="19" y="45"/>
                  </a:cubicBezTo>
                  <a:cubicBezTo>
                    <a:pt x="16" y="49"/>
                    <a:pt x="12" y="52"/>
                    <a:pt x="9" y="55"/>
                  </a:cubicBezTo>
                  <a:cubicBezTo>
                    <a:pt x="5" y="57"/>
                    <a:pt x="0" y="58"/>
                    <a:pt x="1" y="52"/>
                  </a:cubicBezTo>
                  <a:cubicBezTo>
                    <a:pt x="3" y="46"/>
                    <a:pt x="11" y="42"/>
                    <a:pt x="15" y="37"/>
                  </a:cubicBezTo>
                  <a:cubicBezTo>
                    <a:pt x="23" y="28"/>
                    <a:pt x="31" y="17"/>
                    <a:pt x="36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8470" name="Freeform 294">
              <a:extLst>
                <a:ext uri="{FF2B5EF4-FFF2-40B4-BE49-F238E27FC236}">
                  <a16:creationId xmlns:a16="http://schemas.microsoft.com/office/drawing/2014/main" id="{737E57BC-04A5-4701-9052-2D19B063C7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7" y="1950"/>
              <a:ext cx="49" cy="17"/>
            </a:xfrm>
            <a:custGeom>
              <a:avLst/>
              <a:gdLst>
                <a:gd name="T0" fmla="*/ 0 w 30"/>
                <a:gd name="T1" fmla="*/ 5 h 11"/>
                <a:gd name="T2" fmla="*/ 67 w 30"/>
                <a:gd name="T3" fmla="*/ 40 h 11"/>
                <a:gd name="T4" fmla="*/ 123 w 30"/>
                <a:gd name="T5" fmla="*/ 19 h 11"/>
                <a:gd name="T6" fmla="*/ 88 w 30"/>
                <a:gd name="T7" fmla="*/ 12 h 11"/>
                <a:gd name="T8" fmla="*/ 29 w 30"/>
                <a:gd name="T9" fmla="*/ 5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11">
                  <a:moveTo>
                    <a:pt x="0" y="1"/>
                  </a:moveTo>
                  <a:cubicBezTo>
                    <a:pt x="3" y="6"/>
                    <a:pt x="9" y="10"/>
                    <a:pt x="15" y="11"/>
                  </a:cubicBezTo>
                  <a:cubicBezTo>
                    <a:pt x="19" y="11"/>
                    <a:pt x="30" y="11"/>
                    <a:pt x="28" y="5"/>
                  </a:cubicBezTo>
                  <a:cubicBezTo>
                    <a:pt x="27" y="0"/>
                    <a:pt x="23" y="2"/>
                    <a:pt x="20" y="3"/>
                  </a:cubicBezTo>
                  <a:cubicBezTo>
                    <a:pt x="15" y="4"/>
                    <a:pt x="11" y="4"/>
                    <a:pt x="7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8471" name="Freeform 295">
              <a:extLst>
                <a:ext uri="{FF2B5EF4-FFF2-40B4-BE49-F238E27FC236}">
                  <a16:creationId xmlns:a16="http://schemas.microsoft.com/office/drawing/2014/main" id="{A350F637-5E12-45B2-974D-97AEA1721E6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1" y="1996"/>
              <a:ext cx="121" cy="204"/>
            </a:xfrm>
            <a:custGeom>
              <a:avLst/>
              <a:gdLst>
                <a:gd name="T0" fmla="*/ 29 w 75"/>
                <a:gd name="T1" fmla="*/ 0 h 127"/>
                <a:gd name="T2" fmla="*/ 26 w 75"/>
                <a:gd name="T3" fmla="*/ 162 h 127"/>
                <a:gd name="T4" fmla="*/ 90 w 75"/>
                <a:gd name="T5" fmla="*/ 310 h 127"/>
                <a:gd name="T6" fmla="*/ 200 w 75"/>
                <a:gd name="T7" fmla="*/ 443 h 127"/>
                <a:gd name="T8" fmla="*/ 315 w 75"/>
                <a:gd name="T9" fmla="*/ 527 h 127"/>
                <a:gd name="T10" fmla="*/ 302 w 75"/>
                <a:gd name="T11" fmla="*/ 514 h 127"/>
                <a:gd name="T12" fmla="*/ 255 w 75"/>
                <a:gd name="T13" fmla="*/ 464 h 127"/>
                <a:gd name="T14" fmla="*/ 139 w 75"/>
                <a:gd name="T15" fmla="*/ 310 h 127"/>
                <a:gd name="T16" fmla="*/ 68 w 75"/>
                <a:gd name="T17" fmla="*/ 178 h 127"/>
                <a:gd name="T18" fmla="*/ 34 w 75"/>
                <a:gd name="T19" fmla="*/ 26 h 12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5" h="127">
                  <a:moveTo>
                    <a:pt x="7" y="0"/>
                  </a:moveTo>
                  <a:cubicBezTo>
                    <a:pt x="0" y="9"/>
                    <a:pt x="4" y="29"/>
                    <a:pt x="6" y="39"/>
                  </a:cubicBezTo>
                  <a:cubicBezTo>
                    <a:pt x="8" y="51"/>
                    <a:pt x="14" y="66"/>
                    <a:pt x="22" y="75"/>
                  </a:cubicBezTo>
                  <a:cubicBezTo>
                    <a:pt x="30" y="86"/>
                    <a:pt x="39" y="97"/>
                    <a:pt x="48" y="107"/>
                  </a:cubicBezTo>
                  <a:cubicBezTo>
                    <a:pt x="56" y="114"/>
                    <a:pt x="64" y="124"/>
                    <a:pt x="75" y="127"/>
                  </a:cubicBezTo>
                  <a:cubicBezTo>
                    <a:pt x="73" y="127"/>
                    <a:pt x="73" y="126"/>
                    <a:pt x="72" y="124"/>
                  </a:cubicBezTo>
                  <a:cubicBezTo>
                    <a:pt x="68" y="120"/>
                    <a:pt x="64" y="116"/>
                    <a:pt x="61" y="112"/>
                  </a:cubicBezTo>
                  <a:cubicBezTo>
                    <a:pt x="51" y="100"/>
                    <a:pt x="42" y="87"/>
                    <a:pt x="33" y="75"/>
                  </a:cubicBezTo>
                  <a:cubicBezTo>
                    <a:pt x="27" y="65"/>
                    <a:pt x="20" y="54"/>
                    <a:pt x="16" y="43"/>
                  </a:cubicBezTo>
                  <a:cubicBezTo>
                    <a:pt x="12" y="32"/>
                    <a:pt x="8" y="18"/>
                    <a:pt x="8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8472" name="Freeform 296">
              <a:extLst>
                <a:ext uri="{FF2B5EF4-FFF2-40B4-BE49-F238E27FC236}">
                  <a16:creationId xmlns:a16="http://schemas.microsoft.com/office/drawing/2014/main" id="{C68FA52A-475F-44F4-AC9C-208B5F7676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0" y="2459"/>
              <a:ext cx="419" cy="604"/>
            </a:xfrm>
            <a:custGeom>
              <a:avLst/>
              <a:gdLst>
                <a:gd name="T0" fmla="*/ 294 w 262"/>
                <a:gd name="T1" fmla="*/ 226 h 377"/>
                <a:gd name="T2" fmla="*/ 355 w 262"/>
                <a:gd name="T3" fmla="*/ 444 h 377"/>
                <a:gd name="T4" fmla="*/ 424 w 262"/>
                <a:gd name="T5" fmla="*/ 636 h 377"/>
                <a:gd name="T6" fmla="*/ 657 w 262"/>
                <a:gd name="T7" fmla="*/ 1045 h 377"/>
                <a:gd name="T8" fmla="*/ 867 w 262"/>
                <a:gd name="T9" fmla="*/ 1346 h 377"/>
                <a:gd name="T10" fmla="*/ 1071 w 262"/>
                <a:gd name="T11" fmla="*/ 1551 h 377"/>
                <a:gd name="T12" fmla="*/ 573 w 262"/>
                <a:gd name="T13" fmla="*/ 1107 h 377"/>
                <a:gd name="T14" fmla="*/ 443 w 262"/>
                <a:gd name="T15" fmla="*/ 860 h 377"/>
                <a:gd name="T16" fmla="*/ 323 w 262"/>
                <a:gd name="T17" fmla="*/ 678 h 377"/>
                <a:gd name="T18" fmla="*/ 77 w 262"/>
                <a:gd name="T19" fmla="*/ 1484 h 377"/>
                <a:gd name="T20" fmla="*/ 54 w 262"/>
                <a:gd name="T21" fmla="*/ 647 h 377"/>
                <a:gd name="T22" fmla="*/ 131 w 262"/>
                <a:gd name="T23" fmla="*/ 280 h 377"/>
                <a:gd name="T24" fmla="*/ 261 w 262"/>
                <a:gd name="T25" fmla="*/ 111 h 37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62" h="377">
                  <a:moveTo>
                    <a:pt x="72" y="55"/>
                  </a:moveTo>
                  <a:cubicBezTo>
                    <a:pt x="91" y="58"/>
                    <a:pt x="85" y="93"/>
                    <a:pt x="87" y="108"/>
                  </a:cubicBezTo>
                  <a:cubicBezTo>
                    <a:pt x="90" y="124"/>
                    <a:pt x="95" y="141"/>
                    <a:pt x="104" y="155"/>
                  </a:cubicBezTo>
                  <a:cubicBezTo>
                    <a:pt x="123" y="188"/>
                    <a:pt x="143" y="220"/>
                    <a:pt x="161" y="254"/>
                  </a:cubicBezTo>
                  <a:cubicBezTo>
                    <a:pt x="175" y="280"/>
                    <a:pt x="195" y="303"/>
                    <a:pt x="212" y="327"/>
                  </a:cubicBezTo>
                  <a:cubicBezTo>
                    <a:pt x="225" y="347"/>
                    <a:pt x="240" y="368"/>
                    <a:pt x="262" y="377"/>
                  </a:cubicBezTo>
                  <a:cubicBezTo>
                    <a:pt x="208" y="361"/>
                    <a:pt x="166" y="318"/>
                    <a:pt x="140" y="269"/>
                  </a:cubicBezTo>
                  <a:cubicBezTo>
                    <a:pt x="129" y="248"/>
                    <a:pt x="118" y="230"/>
                    <a:pt x="108" y="209"/>
                  </a:cubicBezTo>
                  <a:cubicBezTo>
                    <a:pt x="101" y="194"/>
                    <a:pt x="93" y="174"/>
                    <a:pt x="79" y="165"/>
                  </a:cubicBezTo>
                  <a:cubicBezTo>
                    <a:pt x="15" y="124"/>
                    <a:pt x="9" y="328"/>
                    <a:pt x="19" y="361"/>
                  </a:cubicBezTo>
                  <a:cubicBezTo>
                    <a:pt x="3" y="300"/>
                    <a:pt x="0" y="219"/>
                    <a:pt x="13" y="157"/>
                  </a:cubicBezTo>
                  <a:cubicBezTo>
                    <a:pt x="20" y="127"/>
                    <a:pt x="22" y="96"/>
                    <a:pt x="32" y="68"/>
                  </a:cubicBezTo>
                  <a:cubicBezTo>
                    <a:pt x="35" y="59"/>
                    <a:pt x="48" y="0"/>
                    <a:pt x="64" y="27"/>
                  </a:cubicBezTo>
                </a:path>
              </a:pathLst>
            </a:custGeom>
            <a:solidFill>
              <a:srgbClr val="93C2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8473" name="Freeform 297">
              <a:extLst>
                <a:ext uri="{FF2B5EF4-FFF2-40B4-BE49-F238E27FC236}">
                  <a16:creationId xmlns:a16="http://schemas.microsoft.com/office/drawing/2014/main" id="{C2CD56DE-627B-4DFA-A3D7-4C0586F8C5A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3" y="2353"/>
              <a:ext cx="56" cy="209"/>
            </a:xfrm>
            <a:custGeom>
              <a:avLst/>
              <a:gdLst>
                <a:gd name="T0" fmla="*/ 8 w 35"/>
                <a:gd name="T1" fmla="*/ 0 h 130"/>
                <a:gd name="T2" fmla="*/ 61 w 35"/>
                <a:gd name="T3" fmla="*/ 281 h 130"/>
                <a:gd name="T4" fmla="*/ 98 w 35"/>
                <a:gd name="T5" fmla="*/ 540 h 130"/>
                <a:gd name="T6" fmla="*/ 21 w 35"/>
                <a:gd name="T7" fmla="*/ 16 h 1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" h="130">
                  <a:moveTo>
                    <a:pt x="2" y="0"/>
                  </a:moveTo>
                  <a:cubicBezTo>
                    <a:pt x="0" y="19"/>
                    <a:pt x="13" y="47"/>
                    <a:pt x="15" y="68"/>
                  </a:cubicBezTo>
                  <a:cubicBezTo>
                    <a:pt x="17" y="88"/>
                    <a:pt x="20" y="110"/>
                    <a:pt x="24" y="130"/>
                  </a:cubicBezTo>
                  <a:cubicBezTo>
                    <a:pt x="21" y="84"/>
                    <a:pt x="35" y="45"/>
                    <a:pt x="5" y="4"/>
                  </a:cubicBezTo>
                </a:path>
              </a:pathLst>
            </a:custGeom>
            <a:solidFill>
              <a:srgbClr val="93C2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8474" name="Freeform 298">
              <a:extLst>
                <a:ext uri="{FF2B5EF4-FFF2-40B4-BE49-F238E27FC236}">
                  <a16:creationId xmlns:a16="http://schemas.microsoft.com/office/drawing/2014/main" id="{1D37A369-8E04-4026-990D-F32E7C56F7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4" y="2252"/>
              <a:ext cx="99" cy="242"/>
            </a:xfrm>
            <a:custGeom>
              <a:avLst/>
              <a:gdLst>
                <a:gd name="T0" fmla="*/ 0 w 62"/>
                <a:gd name="T1" fmla="*/ 26 h 151"/>
                <a:gd name="T2" fmla="*/ 163 w 62"/>
                <a:gd name="T3" fmla="*/ 308 h 151"/>
                <a:gd name="T4" fmla="*/ 252 w 62"/>
                <a:gd name="T5" fmla="*/ 622 h 151"/>
                <a:gd name="T6" fmla="*/ 123 w 62"/>
                <a:gd name="T7" fmla="*/ 383 h 151"/>
                <a:gd name="T8" fmla="*/ 26 w 62"/>
                <a:gd name="T9" fmla="*/ 0 h 1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2" h="151">
                  <a:moveTo>
                    <a:pt x="0" y="6"/>
                  </a:moveTo>
                  <a:cubicBezTo>
                    <a:pt x="1" y="31"/>
                    <a:pt x="29" y="53"/>
                    <a:pt x="40" y="75"/>
                  </a:cubicBezTo>
                  <a:cubicBezTo>
                    <a:pt x="51" y="98"/>
                    <a:pt x="60" y="126"/>
                    <a:pt x="62" y="151"/>
                  </a:cubicBezTo>
                  <a:cubicBezTo>
                    <a:pt x="59" y="131"/>
                    <a:pt x="41" y="109"/>
                    <a:pt x="30" y="93"/>
                  </a:cubicBezTo>
                  <a:cubicBezTo>
                    <a:pt x="7" y="62"/>
                    <a:pt x="17" y="34"/>
                    <a:pt x="6" y="0"/>
                  </a:cubicBezTo>
                </a:path>
              </a:pathLst>
            </a:custGeom>
            <a:solidFill>
              <a:srgbClr val="93C2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8475" name="Freeform 299">
              <a:extLst>
                <a:ext uri="{FF2B5EF4-FFF2-40B4-BE49-F238E27FC236}">
                  <a16:creationId xmlns:a16="http://schemas.microsoft.com/office/drawing/2014/main" id="{CC9DB1FC-A18D-4176-969E-104CA43DD9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5" y="3028"/>
              <a:ext cx="299" cy="61"/>
            </a:xfrm>
            <a:custGeom>
              <a:avLst/>
              <a:gdLst>
                <a:gd name="T0" fmla="*/ 731 w 187"/>
                <a:gd name="T1" fmla="*/ 55 h 38"/>
                <a:gd name="T2" fmla="*/ 430 w 187"/>
                <a:gd name="T3" fmla="*/ 29 h 38"/>
                <a:gd name="T4" fmla="*/ 238 w 187"/>
                <a:gd name="T5" fmla="*/ 42 h 38"/>
                <a:gd name="T6" fmla="*/ 0 w 187"/>
                <a:gd name="T7" fmla="*/ 116 h 38"/>
                <a:gd name="T8" fmla="*/ 321 w 187"/>
                <a:gd name="T9" fmla="*/ 63 h 38"/>
                <a:gd name="T10" fmla="*/ 555 w 187"/>
                <a:gd name="T11" fmla="*/ 124 h 38"/>
                <a:gd name="T12" fmla="*/ 764 w 187"/>
                <a:gd name="T13" fmla="*/ 90 h 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7" h="38">
                  <a:moveTo>
                    <a:pt x="179" y="13"/>
                  </a:moveTo>
                  <a:cubicBezTo>
                    <a:pt x="172" y="35"/>
                    <a:pt x="116" y="11"/>
                    <a:pt x="105" y="7"/>
                  </a:cubicBezTo>
                  <a:cubicBezTo>
                    <a:pt x="87" y="0"/>
                    <a:pt x="75" y="1"/>
                    <a:pt x="58" y="10"/>
                  </a:cubicBezTo>
                  <a:cubicBezTo>
                    <a:pt x="44" y="17"/>
                    <a:pt x="16" y="36"/>
                    <a:pt x="0" y="28"/>
                  </a:cubicBezTo>
                  <a:cubicBezTo>
                    <a:pt x="26" y="38"/>
                    <a:pt x="53" y="18"/>
                    <a:pt x="79" y="15"/>
                  </a:cubicBezTo>
                  <a:cubicBezTo>
                    <a:pt x="98" y="12"/>
                    <a:pt x="116" y="27"/>
                    <a:pt x="136" y="30"/>
                  </a:cubicBezTo>
                  <a:cubicBezTo>
                    <a:pt x="146" y="32"/>
                    <a:pt x="184" y="37"/>
                    <a:pt x="187" y="22"/>
                  </a:cubicBezTo>
                </a:path>
              </a:pathLst>
            </a:custGeom>
            <a:solidFill>
              <a:srgbClr val="93C2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8476" name="Freeform 300">
              <a:extLst>
                <a:ext uri="{FF2B5EF4-FFF2-40B4-BE49-F238E27FC236}">
                  <a16:creationId xmlns:a16="http://schemas.microsoft.com/office/drawing/2014/main" id="{598FBB01-77CC-4456-ABA5-F0BB7CFD5F1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2" y="2299"/>
              <a:ext cx="281" cy="232"/>
            </a:xfrm>
            <a:custGeom>
              <a:avLst/>
              <a:gdLst>
                <a:gd name="T0" fmla="*/ 717 w 176"/>
                <a:gd name="T1" fmla="*/ 192 h 145"/>
                <a:gd name="T2" fmla="*/ 390 w 176"/>
                <a:gd name="T3" fmla="*/ 0 h 145"/>
                <a:gd name="T4" fmla="*/ 294 w 176"/>
                <a:gd name="T5" fmla="*/ 138 h 145"/>
                <a:gd name="T6" fmla="*/ 260 w 176"/>
                <a:gd name="T7" fmla="*/ 205 h 145"/>
                <a:gd name="T8" fmla="*/ 219 w 176"/>
                <a:gd name="T9" fmla="*/ 274 h 145"/>
                <a:gd name="T10" fmla="*/ 166 w 176"/>
                <a:gd name="T11" fmla="*/ 323 h 145"/>
                <a:gd name="T12" fmla="*/ 136 w 176"/>
                <a:gd name="T13" fmla="*/ 418 h 145"/>
                <a:gd name="T14" fmla="*/ 0 w 176"/>
                <a:gd name="T15" fmla="*/ 594 h 145"/>
                <a:gd name="T16" fmla="*/ 204 w 176"/>
                <a:gd name="T17" fmla="*/ 368 h 145"/>
                <a:gd name="T18" fmla="*/ 260 w 176"/>
                <a:gd name="T19" fmla="*/ 282 h 145"/>
                <a:gd name="T20" fmla="*/ 346 w 176"/>
                <a:gd name="T21" fmla="*/ 200 h 145"/>
                <a:gd name="T22" fmla="*/ 490 w 176"/>
                <a:gd name="T23" fmla="*/ 90 h 145"/>
                <a:gd name="T24" fmla="*/ 559 w 176"/>
                <a:gd name="T25" fmla="*/ 94 h 145"/>
                <a:gd name="T26" fmla="*/ 709 w 176"/>
                <a:gd name="T27" fmla="*/ 171 h 145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76" h="145">
                  <a:moveTo>
                    <a:pt x="176" y="47"/>
                  </a:moveTo>
                  <a:cubicBezTo>
                    <a:pt x="170" y="22"/>
                    <a:pt x="118" y="1"/>
                    <a:pt x="96" y="0"/>
                  </a:cubicBezTo>
                  <a:cubicBezTo>
                    <a:pt x="93" y="14"/>
                    <a:pt x="79" y="22"/>
                    <a:pt x="72" y="34"/>
                  </a:cubicBezTo>
                  <a:cubicBezTo>
                    <a:pt x="69" y="41"/>
                    <a:pt x="68" y="45"/>
                    <a:pt x="64" y="50"/>
                  </a:cubicBezTo>
                  <a:cubicBezTo>
                    <a:pt x="58" y="57"/>
                    <a:pt x="57" y="59"/>
                    <a:pt x="54" y="67"/>
                  </a:cubicBezTo>
                  <a:cubicBezTo>
                    <a:pt x="50" y="74"/>
                    <a:pt x="45" y="74"/>
                    <a:pt x="41" y="79"/>
                  </a:cubicBezTo>
                  <a:cubicBezTo>
                    <a:pt x="36" y="86"/>
                    <a:pt x="37" y="95"/>
                    <a:pt x="33" y="102"/>
                  </a:cubicBezTo>
                  <a:cubicBezTo>
                    <a:pt x="25" y="119"/>
                    <a:pt x="12" y="131"/>
                    <a:pt x="0" y="145"/>
                  </a:cubicBezTo>
                  <a:cubicBezTo>
                    <a:pt x="20" y="129"/>
                    <a:pt x="35" y="111"/>
                    <a:pt x="50" y="90"/>
                  </a:cubicBezTo>
                  <a:cubicBezTo>
                    <a:pt x="55" y="83"/>
                    <a:pt x="58" y="75"/>
                    <a:pt x="64" y="69"/>
                  </a:cubicBezTo>
                  <a:cubicBezTo>
                    <a:pt x="71" y="61"/>
                    <a:pt x="79" y="58"/>
                    <a:pt x="85" y="49"/>
                  </a:cubicBezTo>
                  <a:cubicBezTo>
                    <a:pt x="96" y="34"/>
                    <a:pt x="101" y="26"/>
                    <a:pt x="120" y="22"/>
                  </a:cubicBezTo>
                  <a:cubicBezTo>
                    <a:pt x="128" y="21"/>
                    <a:pt x="129" y="20"/>
                    <a:pt x="137" y="23"/>
                  </a:cubicBezTo>
                  <a:cubicBezTo>
                    <a:pt x="148" y="28"/>
                    <a:pt x="165" y="35"/>
                    <a:pt x="174" y="42"/>
                  </a:cubicBezTo>
                </a:path>
              </a:pathLst>
            </a:custGeom>
            <a:solidFill>
              <a:srgbClr val="BCDB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8477" name="Freeform 301">
              <a:extLst>
                <a:ext uri="{FF2B5EF4-FFF2-40B4-BE49-F238E27FC236}">
                  <a16:creationId xmlns:a16="http://schemas.microsoft.com/office/drawing/2014/main" id="{CDA63446-73B1-404D-86FD-F356825FE38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9" y="2688"/>
              <a:ext cx="94" cy="69"/>
            </a:xfrm>
            <a:custGeom>
              <a:avLst/>
              <a:gdLst>
                <a:gd name="T0" fmla="*/ 183 w 59"/>
                <a:gd name="T1" fmla="*/ 29 h 43"/>
                <a:gd name="T2" fmla="*/ 94 w 59"/>
                <a:gd name="T3" fmla="*/ 111 h 43"/>
                <a:gd name="T4" fmla="*/ 0 w 59"/>
                <a:gd name="T5" fmla="*/ 178 h 43"/>
                <a:gd name="T6" fmla="*/ 155 w 59"/>
                <a:gd name="T7" fmla="*/ 95 h 43"/>
                <a:gd name="T8" fmla="*/ 239 w 59"/>
                <a:gd name="T9" fmla="*/ 0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9" h="43">
                  <a:moveTo>
                    <a:pt x="45" y="7"/>
                  </a:moveTo>
                  <a:cubicBezTo>
                    <a:pt x="29" y="8"/>
                    <a:pt x="31" y="18"/>
                    <a:pt x="23" y="27"/>
                  </a:cubicBezTo>
                  <a:cubicBezTo>
                    <a:pt x="17" y="33"/>
                    <a:pt x="5" y="38"/>
                    <a:pt x="0" y="43"/>
                  </a:cubicBezTo>
                  <a:cubicBezTo>
                    <a:pt x="12" y="34"/>
                    <a:pt x="27" y="33"/>
                    <a:pt x="38" y="23"/>
                  </a:cubicBezTo>
                  <a:cubicBezTo>
                    <a:pt x="44" y="17"/>
                    <a:pt x="56" y="6"/>
                    <a:pt x="59" y="0"/>
                  </a:cubicBezTo>
                </a:path>
              </a:pathLst>
            </a:custGeom>
            <a:solidFill>
              <a:srgbClr val="BCDB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8478" name="Freeform 302">
              <a:extLst>
                <a:ext uri="{FF2B5EF4-FFF2-40B4-BE49-F238E27FC236}">
                  <a16:creationId xmlns:a16="http://schemas.microsoft.com/office/drawing/2014/main" id="{C0E3CA39-F288-4F7B-9721-4EB0274313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5" y="2466"/>
              <a:ext cx="30" cy="158"/>
            </a:xfrm>
            <a:custGeom>
              <a:avLst/>
              <a:gdLst>
                <a:gd name="T0" fmla="*/ 0 w 19"/>
                <a:gd name="T1" fmla="*/ 0 h 99"/>
                <a:gd name="T2" fmla="*/ 35 w 19"/>
                <a:gd name="T3" fmla="*/ 110 h 99"/>
                <a:gd name="T4" fmla="*/ 47 w 19"/>
                <a:gd name="T5" fmla="*/ 206 h 99"/>
                <a:gd name="T6" fmla="*/ 52 w 19"/>
                <a:gd name="T7" fmla="*/ 300 h 99"/>
                <a:gd name="T8" fmla="*/ 69 w 19"/>
                <a:gd name="T9" fmla="*/ 402 h 99"/>
                <a:gd name="T10" fmla="*/ 22 w 19"/>
                <a:gd name="T11" fmla="*/ 223 h 99"/>
                <a:gd name="T12" fmla="*/ 5 w 19"/>
                <a:gd name="T13" fmla="*/ 26 h 9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" h="99">
                  <a:moveTo>
                    <a:pt x="0" y="0"/>
                  </a:moveTo>
                  <a:cubicBezTo>
                    <a:pt x="9" y="8"/>
                    <a:pt x="10" y="16"/>
                    <a:pt x="9" y="27"/>
                  </a:cubicBezTo>
                  <a:cubicBezTo>
                    <a:pt x="9" y="37"/>
                    <a:pt x="10" y="42"/>
                    <a:pt x="12" y="51"/>
                  </a:cubicBezTo>
                  <a:cubicBezTo>
                    <a:pt x="14" y="58"/>
                    <a:pt x="12" y="66"/>
                    <a:pt x="13" y="74"/>
                  </a:cubicBezTo>
                  <a:cubicBezTo>
                    <a:pt x="13" y="83"/>
                    <a:pt x="19" y="91"/>
                    <a:pt x="18" y="99"/>
                  </a:cubicBezTo>
                  <a:cubicBezTo>
                    <a:pt x="14" y="84"/>
                    <a:pt x="7" y="72"/>
                    <a:pt x="6" y="55"/>
                  </a:cubicBezTo>
                  <a:cubicBezTo>
                    <a:pt x="5" y="44"/>
                    <a:pt x="14" y="11"/>
                    <a:pt x="1" y="6"/>
                  </a:cubicBezTo>
                </a:path>
              </a:pathLst>
            </a:custGeom>
            <a:solidFill>
              <a:srgbClr val="BCDB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8479" name="Freeform 303">
              <a:extLst>
                <a:ext uri="{FF2B5EF4-FFF2-40B4-BE49-F238E27FC236}">
                  <a16:creationId xmlns:a16="http://schemas.microsoft.com/office/drawing/2014/main" id="{2DE8E149-CD43-4299-8CCC-219D060791F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1" y="2137"/>
              <a:ext cx="306" cy="245"/>
            </a:xfrm>
            <a:custGeom>
              <a:avLst/>
              <a:gdLst>
                <a:gd name="T0" fmla="*/ 785 w 191"/>
                <a:gd name="T1" fmla="*/ 34 h 153"/>
                <a:gd name="T2" fmla="*/ 429 w 191"/>
                <a:gd name="T3" fmla="*/ 77 h 153"/>
                <a:gd name="T4" fmla="*/ 197 w 191"/>
                <a:gd name="T5" fmla="*/ 293 h 153"/>
                <a:gd name="T6" fmla="*/ 26 w 191"/>
                <a:gd name="T7" fmla="*/ 546 h 153"/>
                <a:gd name="T8" fmla="*/ 239 w 191"/>
                <a:gd name="T9" fmla="*/ 315 h 153"/>
                <a:gd name="T10" fmla="*/ 444 w 191"/>
                <a:gd name="T11" fmla="*/ 102 h 153"/>
                <a:gd name="T12" fmla="*/ 785 w 191"/>
                <a:gd name="T13" fmla="*/ 34 h 15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1" h="153">
                  <a:moveTo>
                    <a:pt x="191" y="8"/>
                  </a:moveTo>
                  <a:cubicBezTo>
                    <a:pt x="191" y="8"/>
                    <a:pt x="147" y="0"/>
                    <a:pt x="104" y="19"/>
                  </a:cubicBezTo>
                  <a:cubicBezTo>
                    <a:pt x="60" y="38"/>
                    <a:pt x="58" y="51"/>
                    <a:pt x="48" y="71"/>
                  </a:cubicBezTo>
                  <a:cubicBezTo>
                    <a:pt x="38" y="91"/>
                    <a:pt x="11" y="113"/>
                    <a:pt x="6" y="133"/>
                  </a:cubicBezTo>
                  <a:cubicBezTo>
                    <a:pt x="0" y="153"/>
                    <a:pt x="43" y="97"/>
                    <a:pt x="58" y="77"/>
                  </a:cubicBezTo>
                  <a:cubicBezTo>
                    <a:pt x="74" y="57"/>
                    <a:pt x="76" y="38"/>
                    <a:pt x="108" y="25"/>
                  </a:cubicBezTo>
                  <a:cubicBezTo>
                    <a:pt x="141" y="13"/>
                    <a:pt x="191" y="8"/>
                    <a:pt x="191" y="8"/>
                  </a:cubicBezTo>
                  <a:close/>
                </a:path>
              </a:pathLst>
            </a:custGeom>
            <a:solidFill>
              <a:srgbClr val="BCDB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8480" name="Freeform 304">
              <a:extLst>
                <a:ext uri="{FF2B5EF4-FFF2-40B4-BE49-F238E27FC236}">
                  <a16:creationId xmlns:a16="http://schemas.microsoft.com/office/drawing/2014/main" id="{BF2C4DDA-7091-47B3-8E3D-30ABDFB6D9E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1" y="2794"/>
              <a:ext cx="68" cy="226"/>
            </a:xfrm>
            <a:custGeom>
              <a:avLst/>
              <a:gdLst>
                <a:gd name="T0" fmla="*/ 74 w 43"/>
                <a:gd name="T1" fmla="*/ 0 h 141"/>
                <a:gd name="T2" fmla="*/ 122 w 43"/>
                <a:gd name="T3" fmla="*/ 157 h 141"/>
                <a:gd name="T4" fmla="*/ 130 w 43"/>
                <a:gd name="T5" fmla="*/ 293 h 141"/>
                <a:gd name="T6" fmla="*/ 0 w 43"/>
                <a:gd name="T7" fmla="*/ 580 h 141"/>
                <a:gd name="T8" fmla="*/ 63 w 43"/>
                <a:gd name="T9" fmla="*/ 35 h 1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" h="141">
                  <a:moveTo>
                    <a:pt x="19" y="0"/>
                  </a:moveTo>
                  <a:cubicBezTo>
                    <a:pt x="21" y="13"/>
                    <a:pt x="29" y="26"/>
                    <a:pt x="31" y="38"/>
                  </a:cubicBezTo>
                  <a:cubicBezTo>
                    <a:pt x="34" y="49"/>
                    <a:pt x="34" y="60"/>
                    <a:pt x="33" y="71"/>
                  </a:cubicBezTo>
                  <a:cubicBezTo>
                    <a:pt x="31" y="94"/>
                    <a:pt x="19" y="127"/>
                    <a:pt x="0" y="141"/>
                  </a:cubicBezTo>
                  <a:cubicBezTo>
                    <a:pt x="15" y="105"/>
                    <a:pt x="43" y="47"/>
                    <a:pt x="16" y="9"/>
                  </a:cubicBezTo>
                </a:path>
              </a:pathLst>
            </a:custGeom>
            <a:solidFill>
              <a:srgbClr val="BCDB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8481" name="Freeform 305">
              <a:extLst>
                <a:ext uri="{FF2B5EF4-FFF2-40B4-BE49-F238E27FC236}">
                  <a16:creationId xmlns:a16="http://schemas.microsoft.com/office/drawing/2014/main" id="{8652A89D-37AD-4EDC-8721-D7349E8BE1E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0" y="1849"/>
              <a:ext cx="19" cy="22"/>
            </a:xfrm>
            <a:custGeom>
              <a:avLst/>
              <a:gdLst>
                <a:gd name="T0" fmla="*/ 5 w 12"/>
                <a:gd name="T1" fmla="*/ 13 h 14"/>
                <a:gd name="T2" fmla="*/ 27 w 12"/>
                <a:gd name="T3" fmla="*/ 22 h 14"/>
                <a:gd name="T4" fmla="*/ 43 w 12"/>
                <a:gd name="T5" fmla="*/ 42 h 14"/>
                <a:gd name="T6" fmla="*/ 21 w 12"/>
                <a:gd name="T7" fmla="*/ 42 h 14"/>
                <a:gd name="T8" fmla="*/ 0 w 12"/>
                <a:gd name="T9" fmla="*/ 14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4">
                  <a:moveTo>
                    <a:pt x="1" y="3"/>
                  </a:moveTo>
                  <a:cubicBezTo>
                    <a:pt x="4" y="0"/>
                    <a:pt x="5" y="4"/>
                    <a:pt x="7" y="6"/>
                  </a:cubicBezTo>
                  <a:cubicBezTo>
                    <a:pt x="8" y="7"/>
                    <a:pt x="12" y="9"/>
                    <a:pt x="11" y="11"/>
                  </a:cubicBezTo>
                  <a:cubicBezTo>
                    <a:pt x="10" y="14"/>
                    <a:pt x="6" y="12"/>
                    <a:pt x="5" y="11"/>
                  </a:cubicBezTo>
                  <a:cubicBezTo>
                    <a:pt x="3" y="9"/>
                    <a:pt x="0" y="7"/>
                    <a:pt x="0" y="4"/>
                  </a:cubicBezTo>
                </a:path>
              </a:pathLst>
            </a:custGeom>
            <a:solidFill>
              <a:srgbClr val="5F5F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8482" name="Freeform 306">
              <a:extLst>
                <a:ext uri="{FF2B5EF4-FFF2-40B4-BE49-F238E27FC236}">
                  <a16:creationId xmlns:a16="http://schemas.microsoft.com/office/drawing/2014/main" id="{2FB541F8-D138-46B7-9F80-F9C78182E86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9" y="1898"/>
              <a:ext cx="13" cy="21"/>
            </a:xfrm>
            <a:custGeom>
              <a:avLst/>
              <a:gdLst>
                <a:gd name="T0" fmla="*/ 26 w 8"/>
                <a:gd name="T1" fmla="*/ 5 h 13"/>
                <a:gd name="T2" fmla="*/ 26 w 8"/>
                <a:gd name="T3" fmla="*/ 29 h 13"/>
                <a:gd name="T4" fmla="*/ 26 w 8"/>
                <a:gd name="T5" fmla="*/ 47 h 13"/>
                <a:gd name="T6" fmla="*/ 26 w 8"/>
                <a:gd name="T7" fmla="*/ 0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13">
                  <a:moveTo>
                    <a:pt x="6" y="1"/>
                  </a:moveTo>
                  <a:cubicBezTo>
                    <a:pt x="5" y="3"/>
                    <a:pt x="5" y="5"/>
                    <a:pt x="6" y="7"/>
                  </a:cubicBezTo>
                  <a:cubicBezTo>
                    <a:pt x="6" y="8"/>
                    <a:pt x="8" y="10"/>
                    <a:pt x="6" y="11"/>
                  </a:cubicBezTo>
                  <a:cubicBezTo>
                    <a:pt x="3" y="13"/>
                    <a:pt x="0" y="0"/>
                    <a:pt x="6" y="0"/>
                  </a:cubicBezTo>
                </a:path>
              </a:pathLst>
            </a:custGeom>
            <a:solidFill>
              <a:srgbClr val="5F5F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8483" name="Freeform 307">
              <a:extLst>
                <a:ext uri="{FF2B5EF4-FFF2-40B4-BE49-F238E27FC236}">
                  <a16:creationId xmlns:a16="http://schemas.microsoft.com/office/drawing/2014/main" id="{4A5E1AA2-5F3B-4DE4-83E0-8C6F85FC618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8" y="1821"/>
              <a:ext cx="61" cy="50"/>
            </a:xfrm>
            <a:custGeom>
              <a:avLst/>
              <a:gdLst>
                <a:gd name="T0" fmla="*/ 0 w 38"/>
                <a:gd name="T1" fmla="*/ 0 h 31"/>
                <a:gd name="T2" fmla="*/ 55 w 38"/>
                <a:gd name="T3" fmla="*/ 13 h 31"/>
                <a:gd name="T4" fmla="*/ 103 w 38"/>
                <a:gd name="T5" fmla="*/ 42 h 31"/>
                <a:gd name="T6" fmla="*/ 149 w 38"/>
                <a:gd name="T7" fmla="*/ 131 h 31"/>
                <a:gd name="T8" fmla="*/ 120 w 38"/>
                <a:gd name="T9" fmla="*/ 39 h 31"/>
                <a:gd name="T10" fmla="*/ 16 w 38"/>
                <a:gd name="T11" fmla="*/ 5 h 3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8" h="31">
                  <a:moveTo>
                    <a:pt x="0" y="0"/>
                  </a:moveTo>
                  <a:cubicBezTo>
                    <a:pt x="3" y="3"/>
                    <a:pt x="9" y="1"/>
                    <a:pt x="13" y="3"/>
                  </a:cubicBezTo>
                  <a:cubicBezTo>
                    <a:pt x="17" y="5"/>
                    <a:pt x="21" y="8"/>
                    <a:pt x="25" y="10"/>
                  </a:cubicBezTo>
                  <a:cubicBezTo>
                    <a:pt x="33" y="16"/>
                    <a:pt x="32" y="23"/>
                    <a:pt x="36" y="31"/>
                  </a:cubicBezTo>
                  <a:cubicBezTo>
                    <a:pt x="37" y="21"/>
                    <a:pt x="38" y="15"/>
                    <a:pt x="29" y="9"/>
                  </a:cubicBezTo>
                  <a:cubicBezTo>
                    <a:pt x="23" y="4"/>
                    <a:pt x="12" y="0"/>
                    <a:pt x="4" y="1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8484" name="Freeform 308">
              <a:extLst>
                <a:ext uri="{FF2B5EF4-FFF2-40B4-BE49-F238E27FC236}">
                  <a16:creationId xmlns:a16="http://schemas.microsoft.com/office/drawing/2014/main" id="{6F03252E-E979-42E3-96BD-3B3905D6931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9" y="1886"/>
              <a:ext cx="24" cy="19"/>
            </a:xfrm>
            <a:custGeom>
              <a:avLst/>
              <a:gdLst>
                <a:gd name="T0" fmla="*/ 61 w 15"/>
                <a:gd name="T1" fmla="*/ 0 h 12"/>
                <a:gd name="T2" fmla="*/ 13 w 15"/>
                <a:gd name="T3" fmla="*/ 8 h 12"/>
                <a:gd name="T4" fmla="*/ 61 w 15"/>
                <a:gd name="T5" fmla="*/ 8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2">
                  <a:moveTo>
                    <a:pt x="15" y="0"/>
                  </a:moveTo>
                  <a:cubicBezTo>
                    <a:pt x="11" y="5"/>
                    <a:pt x="8" y="6"/>
                    <a:pt x="3" y="2"/>
                  </a:cubicBezTo>
                  <a:cubicBezTo>
                    <a:pt x="0" y="9"/>
                    <a:pt x="13" y="12"/>
                    <a:pt x="15" y="2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8485" name="Freeform 309">
              <a:extLst>
                <a:ext uri="{FF2B5EF4-FFF2-40B4-BE49-F238E27FC236}">
                  <a16:creationId xmlns:a16="http://schemas.microsoft.com/office/drawing/2014/main" id="{CBB8D694-6606-4389-8C21-00CC21B4F7E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5" y="1554"/>
              <a:ext cx="331" cy="213"/>
            </a:xfrm>
            <a:custGeom>
              <a:avLst/>
              <a:gdLst>
                <a:gd name="T0" fmla="*/ 846 w 207"/>
                <a:gd name="T1" fmla="*/ 138 h 133"/>
                <a:gd name="T2" fmla="*/ 657 w 207"/>
                <a:gd name="T3" fmla="*/ 213 h 133"/>
                <a:gd name="T4" fmla="*/ 552 w 207"/>
                <a:gd name="T5" fmla="*/ 259 h 133"/>
                <a:gd name="T6" fmla="*/ 478 w 207"/>
                <a:gd name="T7" fmla="*/ 285 h 133"/>
                <a:gd name="T8" fmla="*/ 253 w 207"/>
                <a:gd name="T9" fmla="*/ 362 h 133"/>
                <a:gd name="T10" fmla="*/ 157 w 207"/>
                <a:gd name="T11" fmla="*/ 428 h 133"/>
                <a:gd name="T12" fmla="*/ 86 w 207"/>
                <a:gd name="T13" fmla="*/ 546 h 133"/>
                <a:gd name="T14" fmla="*/ 176 w 207"/>
                <a:gd name="T15" fmla="*/ 389 h 133"/>
                <a:gd name="T16" fmla="*/ 61 w 207"/>
                <a:gd name="T17" fmla="*/ 492 h 133"/>
                <a:gd name="T18" fmla="*/ 128 w 207"/>
                <a:gd name="T19" fmla="*/ 388 h 133"/>
                <a:gd name="T20" fmla="*/ 221 w 207"/>
                <a:gd name="T21" fmla="*/ 306 h 133"/>
                <a:gd name="T22" fmla="*/ 192 w 207"/>
                <a:gd name="T23" fmla="*/ 325 h 133"/>
                <a:gd name="T24" fmla="*/ 102 w 207"/>
                <a:gd name="T25" fmla="*/ 389 h 133"/>
                <a:gd name="T26" fmla="*/ 5 w 207"/>
                <a:gd name="T27" fmla="*/ 485 h 133"/>
                <a:gd name="T28" fmla="*/ 26 w 207"/>
                <a:gd name="T29" fmla="*/ 408 h 133"/>
                <a:gd name="T30" fmla="*/ 82 w 207"/>
                <a:gd name="T31" fmla="*/ 320 h 133"/>
                <a:gd name="T32" fmla="*/ 5 w 207"/>
                <a:gd name="T33" fmla="*/ 375 h 133"/>
                <a:gd name="T34" fmla="*/ 69 w 207"/>
                <a:gd name="T35" fmla="*/ 272 h 133"/>
                <a:gd name="T36" fmla="*/ 0 w 207"/>
                <a:gd name="T37" fmla="*/ 333 h 133"/>
                <a:gd name="T38" fmla="*/ 8 w 207"/>
                <a:gd name="T39" fmla="*/ 293 h 133"/>
                <a:gd name="T40" fmla="*/ 123 w 207"/>
                <a:gd name="T41" fmla="*/ 197 h 133"/>
                <a:gd name="T42" fmla="*/ 355 w 207"/>
                <a:gd name="T43" fmla="*/ 119 h 133"/>
                <a:gd name="T44" fmla="*/ 547 w 207"/>
                <a:gd name="T45" fmla="*/ 21 h 133"/>
                <a:gd name="T46" fmla="*/ 662 w 207"/>
                <a:gd name="T47" fmla="*/ 0 h 133"/>
                <a:gd name="T48" fmla="*/ 718 w 207"/>
                <a:gd name="T49" fmla="*/ 8 h 133"/>
                <a:gd name="T50" fmla="*/ 648 w 207"/>
                <a:gd name="T51" fmla="*/ 29 h 133"/>
                <a:gd name="T52" fmla="*/ 572 w 207"/>
                <a:gd name="T53" fmla="*/ 74 h 133"/>
                <a:gd name="T54" fmla="*/ 675 w 207"/>
                <a:gd name="T55" fmla="*/ 61 h 133"/>
                <a:gd name="T56" fmla="*/ 547 w 207"/>
                <a:gd name="T57" fmla="*/ 115 h 133"/>
                <a:gd name="T58" fmla="*/ 453 w 207"/>
                <a:gd name="T59" fmla="*/ 170 h 133"/>
                <a:gd name="T60" fmla="*/ 555 w 207"/>
                <a:gd name="T61" fmla="*/ 138 h 133"/>
                <a:gd name="T62" fmla="*/ 699 w 207"/>
                <a:gd name="T63" fmla="*/ 102 h 133"/>
                <a:gd name="T64" fmla="*/ 641 w 207"/>
                <a:gd name="T65" fmla="*/ 131 h 133"/>
                <a:gd name="T66" fmla="*/ 512 w 207"/>
                <a:gd name="T67" fmla="*/ 191 h 133"/>
                <a:gd name="T68" fmla="*/ 667 w 207"/>
                <a:gd name="T69" fmla="*/ 157 h 133"/>
                <a:gd name="T70" fmla="*/ 596 w 207"/>
                <a:gd name="T71" fmla="*/ 184 h 133"/>
                <a:gd name="T72" fmla="*/ 675 w 207"/>
                <a:gd name="T73" fmla="*/ 159 h 133"/>
                <a:gd name="T74" fmla="*/ 744 w 207"/>
                <a:gd name="T75" fmla="*/ 138 h 133"/>
                <a:gd name="T76" fmla="*/ 716 w 207"/>
                <a:gd name="T77" fmla="*/ 163 h 133"/>
                <a:gd name="T78" fmla="*/ 812 w 207"/>
                <a:gd name="T79" fmla="*/ 136 h 133"/>
                <a:gd name="T80" fmla="*/ 811 w 207"/>
                <a:gd name="T81" fmla="*/ 144 h 133"/>
                <a:gd name="T82" fmla="*/ 841 w 207"/>
                <a:gd name="T83" fmla="*/ 123 h 133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207" h="133">
                  <a:moveTo>
                    <a:pt x="207" y="34"/>
                  </a:moveTo>
                  <a:cubicBezTo>
                    <a:pt x="201" y="48"/>
                    <a:pt x="173" y="49"/>
                    <a:pt x="161" y="52"/>
                  </a:cubicBezTo>
                  <a:cubicBezTo>
                    <a:pt x="151" y="55"/>
                    <a:pt x="143" y="57"/>
                    <a:pt x="135" y="63"/>
                  </a:cubicBezTo>
                  <a:cubicBezTo>
                    <a:pt x="129" y="67"/>
                    <a:pt x="124" y="69"/>
                    <a:pt x="117" y="69"/>
                  </a:cubicBezTo>
                  <a:cubicBezTo>
                    <a:pt x="95" y="69"/>
                    <a:pt x="80" y="76"/>
                    <a:pt x="62" y="88"/>
                  </a:cubicBezTo>
                  <a:cubicBezTo>
                    <a:pt x="54" y="93"/>
                    <a:pt x="45" y="98"/>
                    <a:pt x="38" y="104"/>
                  </a:cubicBezTo>
                  <a:cubicBezTo>
                    <a:pt x="32" y="111"/>
                    <a:pt x="22" y="123"/>
                    <a:pt x="21" y="133"/>
                  </a:cubicBezTo>
                  <a:cubicBezTo>
                    <a:pt x="20" y="118"/>
                    <a:pt x="32" y="104"/>
                    <a:pt x="43" y="95"/>
                  </a:cubicBezTo>
                  <a:cubicBezTo>
                    <a:pt x="33" y="103"/>
                    <a:pt x="24" y="111"/>
                    <a:pt x="15" y="120"/>
                  </a:cubicBezTo>
                  <a:cubicBezTo>
                    <a:pt x="19" y="110"/>
                    <a:pt x="24" y="101"/>
                    <a:pt x="31" y="94"/>
                  </a:cubicBezTo>
                  <a:cubicBezTo>
                    <a:pt x="38" y="87"/>
                    <a:pt x="49" y="82"/>
                    <a:pt x="54" y="74"/>
                  </a:cubicBezTo>
                  <a:cubicBezTo>
                    <a:pt x="51" y="75"/>
                    <a:pt x="49" y="77"/>
                    <a:pt x="47" y="79"/>
                  </a:cubicBezTo>
                  <a:cubicBezTo>
                    <a:pt x="40" y="85"/>
                    <a:pt x="33" y="90"/>
                    <a:pt x="25" y="95"/>
                  </a:cubicBezTo>
                  <a:cubicBezTo>
                    <a:pt x="15" y="102"/>
                    <a:pt x="8" y="107"/>
                    <a:pt x="1" y="118"/>
                  </a:cubicBezTo>
                  <a:cubicBezTo>
                    <a:pt x="1" y="112"/>
                    <a:pt x="4" y="104"/>
                    <a:pt x="6" y="99"/>
                  </a:cubicBezTo>
                  <a:cubicBezTo>
                    <a:pt x="10" y="91"/>
                    <a:pt x="18" y="86"/>
                    <a:pt x="20" y="78"/>
                  </a:cubicBezTo>
                  <a:cubicBezTo>
                    <a:pt x="13" y="79"/>
                    <a:pt x="7" y="87"/>
                    <a:pt x="1" y="91"/>
                  </a:cubicBezTo>
                  <a:cubicBezTo>
                    <a:pt x="5" y="82"/>
                    <a:pt x="16" y="76"/>
                    <a:pt x="17" y="66"/>
                  </a:cubicBezTo>
                  <a:cubicBezTo>
                    <a:pt x="11" y="67"/>
                    <a:pt x="3" y="75"/>
                    <a:pt x="0" y="81"/>
                  </a:cubicBezTo>
                  <a:cubicBezTo>
                    <a:pt x="2" y="78"/>
                    <a:pt x="0" y="75"/>
                    <a:pt x="2" y="71"/>
                  </a:cubicBezTo>
                  <a:cubicBezTo>
                    <a:pt x="8" y="62"/>
                    <a:pt x="20" y="53"/>
                    <a:pt x="30" y="48"/>
                  </a:cubicBezTo>
                  <a:cubicBezTo>
                    <a:pt x="47" y="39"/>
                    <a:pt x="68" y="35"/>
                    <a:pt x="87" y="29"/>
                  </a:cubicBezTo>
                  <a:cubicBezTo>
                    <a:pt x="104" y="24"/>
                    <a:pt x="118" y="11"/>
                    <a:pt x="134" y="5"/>
                  </a:cubicBezTo>
                  <a:cubicBezTo>
                    <a:pt x="143" y="2"/>
                    <a:pt x="152" y="0"/>
                    <a:pt x="162" y="0"/>
                  </a:cubicBezTo>
                  <a:cubicBezTo>
                    <a:pt x="167" y="0"/>
                    <a:pt x="171" y="2"/>
                    <a:pt x="176" y="2"/>
                  </a:cubicBezTo>
                  <a:cubicBezTo>
                    <a:pt x="171" y="3"/>
                    <a:pt x="164" y="5"/>
                    <a:pt x="158" y="7"/>
                  </a:cubicBezTo>
                  <a:cubicBezTo>
                    <a:pt x="152" y="10"/>
                    <a:pt x="147" y="15"/>
                    <a:pt x="140" y="18"/>
                  </a:cubicBezTo>
                  <a:cubicBezTo>
                    <a:pt x="148" y="15"/>
                    <a:pt x="156" y="14"/>
                    <a:pt x="165" y="15"/>
                  </a:cubicBezTo>
                  <a:cubicBezTo>
                    <a:pt x="155" y="20"/>
                    <a:pt x="144" y="22"/>
                    <a:pt x="134" y="28"/>
                  </a:cubicBezTo>
                  <a:cubicBezTo>
                    <a:pt x="128" y="33"/>
                    <a:pt x="119" y="40"/>
                    <a:pt x="111" y="41"/>
                  </a:cubicBezTo>
                  <a:cubicBezTo>
                    <a:pt x="120" y="42"/>
                    <a:pt x="128" y="36"/>
                    <a:pt x="136" y="34"/>
                  </a:cubicBezTo>
                  <a:cubicBezTo>
                    <a:pt x="148" y="32"/>
                    <a:pt x="159" y="28"/>
                    <a:pt x="171" y="25"/>
                  </a:cubicBezTo>
                  <a:cubicBezTo>
                    <a:pt x="167" y="28"/>
                    <a:pt x="162" y="30"/>
                    <a:pt x="157" y="32"/>
                  </a:cubicBezTo>
                  <a:cubicBezTo>
                    <a:pt x="146" y="36"/>
                    <a:pt x="136" y="42"/>
                    <a:pt x="125" y="46"/>
                  </a:cubicBezTo>
                  <a:cubicBezTo>
                    <a:pt x="138" y="43"/>
                    <a:pt x="150" y="40"/>
                    <a:pt x="163" y="38"/>
                  </a:cubicBezTo>
                  <a:cubicBezTo>
                    <a:pt x="160" y="42"/>
                    <a:pt x="150" y="42"/>
                    <a:pt x="146" y="45"/>
                  </a:cubicBezTo>
                  <a:cubicBezTo>
                    <a:pt x="152" y="45"/>
                    <a:pt x="159" y="41"/>
                    <a:pt x="165" y="39"/>
                  </a:cubicBezTo>
                  <a:cubicBezTo>
                    <a:pt x="170" y="37"/>
                    <a:pt x="176" y="36"/>
                    <a:pt x="182" y="34"/>
                  </a:cubicBezTo>
                  <a:cubicBezTo>
                    <a:pt x="179" y="35"/>
                    <a:pt x="177" y="37"/>
                    <a:pt x="175" y="40"/>
                  </a:cubicBezTo>
                  <a:cubicBezTo>
                    <a:pt x="183" y="39"/>
                    <a:pt x="191" y="32"/>
                    <a:pt x="199" y="33"/>
                  </a:cubicBezTo>
                  <a:cubicBezTo>
                    <a:pt x="199" y="34"/>
                    <a:pt x="198" y="34"/>
                    <a:pt x="198" y="35"/>
                  </a:cubicBezTo>
                  <a:cubicBezTo>
                    <a:pt x="201" y="35"/>
                    <a:pt x="204" y="33"/>
                    <a:pt x="206" y="30"/>
                  </a:cubicBezTo>
                </a:path>
              </a:pathLst>
            </a:custGeom>
            <a:solidFill>
              <a:srgbClr val="571E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8486" name="Freeform 310">
              <a:extLst>
                <a:ext uri="{FF2B5EF4-FFF2-40B4-BE49-F238E27FC236}">
                  <a16:creationId xmlns:a16="http://schemas.microsoft.com/office/drawing/2014/main" id="{775A566C-7EA9-4E81-8D9E-718B5FD2F7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4" y="1522"/>
              <a:ext cx="210" cy="110"/>
            </a:xfrm>
            <a:custGeom>
              <a:avLst/>
              <a:gdLst>
                <a:gd name="T0" fmla="*/ 540 w 131"/>
                <a:gd name="T1" fmla="*/ 41 h 69"/>
                <a:gd name="T2" fmla="*/ 404 w 131"/>
                <a:gd name="T3" fmla="*/ 81 h 69"/>
                <a:gd name="T4" fmla="*/ 268 w 131"/>
                <a:gd name="T5" fmla="*/ 158 h 69"/>
                <a:gd name="T6" fmla="*/ 0 w 131"/>
                <a:gd name="T7" fmla="*/ 279 h 69"/>
                <a:gd name="T8" fmla="*/ 111 w 131"/>
                <a:gd name="T9" fmla="*/ 198 h 69"/>
                <a:gd name="T10" fmla="*/ 46 w 131"/>
                <a:gd name="T11" fmla="*/ 218 h 69"/>
                <a:gd name="T12" fmla="*/ 144 w 131"/>
                <a:gd name="T13" fmla="*/ 145 h 69"/>
                <a:gd name="T14" fmla="*/ 111 w 131"/>
                <a:gd name="T15" fmla="*/ 158 h 69"/>
                <a:gd name="T16" fmla="*/ 223 w 131"/>
                <a:gd name="T17" fmla="*/ 41 h 69"/>
                <a:gd name="T18" fmla="*/ 295 w 131"/>
                <a:gd name="T19" fmla="*/ 16 h 69"/>
                <a:gd name="T20" fmla="*/ 391 w 131"/>
                <a:gd name="T21" fmla="*/ 0 h 69"/>
                <a:gd name="T22" fmla="*/ 265 w 131"/>
                <a:gd name="T23" fmla="*/ 61 h 69"/>
                <a:gd name="T24" fmla="*/ 308 w 131"/>
                <a:gd name="T25" fmla="*/ 46 h 69"/>
                <a:gd name="T26" fmla="*/ 265 w 131"/>
                <a:gd name="T27" fmla="*/ 81 h 69"/>
                <a:gd name="T28" fmla="*/ 327 w 131"/>
                <a:gd name="T29" fmla="*/ 61 h 69"/>
                <a:gd name="T30" fmla="*/ 281 w 131"/>
                <a:gd name="T31" fmla="*/ 110 h 69"/>
                <a:gd name="T32" fmla="*/ 452 w 131"/>
                <a:gd name="T33" fmla="*/ 46 h 69"/>
                <a:gd name="T34" fmla="*/ 410 w 131"/>
                <a:gd name="T35" fmla="*/ 73 h 69"/>
                <a:gd name="T36" fmla="*/ 519 w 131"/>
                <a:gd name="T37" fmla="*/ 41 h 69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31" h="69">
                  <a:moveTo>
                    <a:pt x="131" y="10"/>
                  </a:moveTo>
                  <a:cubicBezTo>
                    <a:pt x="122" y="16"/>
                    <a:pt x="108" y="15"/>
                    <a:pt x="98" y="20"/>
                  </a:cubicBezTo>
                  <a:cubicBezTo>
                    <a:pt x="86" y="25"/>
                    <a:pt x="77" y="35"/>
                    <a:pt x="65" y="39"/>
                  </a:cubicBezTo>
                  <a:cubicBezTo>
                    <a:pt x="42" y="47"/>
                    <a:pt x="19" y="54"/>
                    <a:pt x="0" y="69"/>
                  </a:cubicBezTo>
                  <a:cubicBezTo>
                    <a:pt x="8" y="61"/>
                    <a:pt x="15" y="52"/>
                    <a:pt x="27" y="49"/>
                  </a:cubicBezTo>
                  <a:cubicBezTo>
                    <a:pt x="21" y="48"/>
                    <a:pt x="15" y="50"/>
                    <a:pt x="11" y="54"/>
                  </a:cubicBezTo>
                  <a:cubicBezTo>
                    <a:pt x="19" y="48"/>
                    <a:pt x="27" y="42"/>
                    <a:pt x="35" y="36"/>
                  </a:cubicBezTo>
                  <a:cubicBezTo>
                    <a:pt x="32" y="36"/>
                    <a:pt x="30" y="38"/>
                    <a:pt x="27" y="39"/>
                  </a:cubicBezTo>
                  <a:cubicBezTo>
                    <a:pt x="29" y="27"/>
                    <a:pt x="44" y="15"/>
                    <a:pt x="54" y="10"/>
                  </a:cubicBezTo>
                  <a:cubicBezTo>
                    <a:pt x="60" y="7"/>
                    <a:pt x="65" y="5"/>
                    <a:pt x="72" y="4"/>
                  </a:cubicBezTo>
                  <a:cubicBezTo>
                    <a:pt x="79" y="2"/>
                    <a:pt x="88" y="2"/>
                    <a:pt x="95" y="0"/>
                  </a:cubicBezTo>
                  <a:cubicBezTo>
                    <a:pt x="84" y="4"/>
                    <a:pt x="74" y="7"/>
                    <a:pt x="64" y="15"/>
                  </a:cubicBezTo>
                  <a:cubicBezTo>
                    <a:pt x="67" y="12"/>
                    <a:pt x="71" y="11"/>
                    <a:pt x="75" y="11"/>
                  </a:cubicBezTo>
                  <a:cubicBezTo>
                    <a:pt x="71" y="12"/>
                    <a:pt x="66" y="16"/>
                    <a:pt x="64" y="20"/>
                  </a:cubicBezTo>
                  <a:cubicBezTo>
                    <a:pt x="69" y="19"/>
                    <a:pt x="73" y="15"/>
                    <a:pt x="79" y="15"/>
                  </a:cubicBezTo>
                  <a:cubicBezTo>
                    <a:pt x="75" y="19"/>
                    <a:pt x="68" y="23"/>
                    <a:pt x="68" y="27"/>
                  </a:cubicBezTo>
                  <a:cubicBezTo>
                    <a:pt x="81" y="21"/>
                    <a:pt x="95" y="14"/>
                    <a:pt x="110" y="11"/>
                  </a:cubicBezTo>
                  <a:cubicBezTo>
                    <a:pt x="106" y="12"/>
                    <a:pt x="102" y="15"/>
                    <a:pt x="100" y="18"/>
                  </a:cubicBezTo>
                  <a:cubicBezTo>
                    <a:pt x="108" y="13"/>
                    <a:pt x="117" y="10"/>
                    <a:pt x="126" y="10"/>
                  </a:cubicBezTo>
                </a:path>
              </a:pathLst>
            </a:custGeom>
            <a:solidFill>
              <a:srgbClr val="571E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8487" name="Freeform 311">
              <a:extLst>
                <a:ext uri="{FF2B5EF4-FFF2-40B4-BE49-F238E27FC236}">
                  <a16:creationId xmlns:a16="http://schemas.microsoft.com/office/drawing/2014/main" id="{601A7EE0-B2CA-434D-A1DD-CA99F376B7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8" y="1660"/>
              <a:ext cx="84" cy="30"/>
            </a:xfrm>
            <a:custGeom>
              <a:avLst/>
              <a:gdLst>
                <a:gd name="T0" fmla="*/ 211 w 53"/>
                <a:gd name="T1" fmla="*/ 0 h 19"/>
                <a:gd name="T2" fmla="*/ 171 w 53"/>
                <a:gd name="T3" fmla="*/ 33 h 19"/>
                <a:gd name="T4" fmla="*/ 111 w 53"/>
                <a:gd name="T5" fmla="*/ 39 h 19"/>
                <a:gd name="T6" fmla="*/ 0 w 53"/>
                <a:gd name="T7" fmla="*/ 62 h 19"/>
                <a:gd name="T8" fmla="*/ 68 w 53"/>
                <a:gd name="T9" fmla="*/ 52 h 19"/>
                <a:gd name="T10" fmla="*/ 27 w 53"/>
                <a:gd name="T11" fmla="*/ 69 h 19"/>
                <a:gd name="T12" fmla="*/ 90 w 53"/>
                <a:gd name="T13" fmla="*/ 62 h 19"/>
                <a:gd name="T14" fmla="*/ 81 w 53"/>
                <a:gd name="T15" fmla="*/ 69 h 19"/>
                <a:gd name="T16" fmla="*/ 190 w 53"/>
                <a:gd name="T17" fmla="*/ 8 h 1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3" h="19">
                  <a:moveTo>
                    <a:pt x="53" y="0"/>
                  </a:moveTo>
                  <a:cubicBezTo>
                    <a:pt x="51" y="0"/>
                    <a:pt x="46" y="6"/>
                    <a:pt x="43" y="8"/>
                  </a:cubicBezTo>
                  <a:cubicBezTo>
                    <a:pt x="38" y="10"/>
                    <a:pt x="34" y="10"/>
                    <a:pt x="28" y="10"/>
                  </a:cubicBezTo>
                  <a:cubicBezTo>
                    <a:pt x="19" y="11"/>
                    <a:pt x="8" y="12"/>
                    <a:pt x="0" y="16"/>
                  </a:cubicBezTo>
                  <a:cubicBezTo>
                    <a:pt x="5" y="14"/>
                    <a:pt x="11" y="12"/>
                    <a:pt x="17" y="13"/>
                  </a:cubicBezTo>
                  <a:cubicBezTo>
                    <a:pt x="14" y="16"/>
                    <a:pt x="9" y="15"/>
                    <a:pt x="7" y="18"/>
                  </a:cubicBezTo>
                  <a:cubicBezTo>
                    <a:pt x="13" y="19"/>
                    <a:pt x="18" y="16"/>
                    <a:pt x="23" y="16"/>
                  </a:cubicBezTo>
                  <a:cubicBezTo>
                    <a:pt x="22" y="16"/>
                    <a:pt x="21" y="18"/>
                    <a:pt x="20" y="18"/>
                  </a:cubicBezTo>
                  <a:cubicBezTo>
                    <a:pt x="31" y="19"/>
                    <a:pt x="43" y="12"/>
                    <a:pt x="48" y="2"/>
                  </a:cubicBezTo>
                </a:path>
              </a:pathLst>
            </a:custGeom>
            <a:solidFill>
              <a:srgbClr val="571E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8488" name="Freeform 312">
              <a:extLst>
                <a:ext uri="{FF2B5EF4-FFF2-40B4-BE49-F238E27FC236}">
                  <a16:creationId xmlns:a16="http://schemas.microsoft.com/office/drawing/2014/main" id="{E27420BB-E58D-42D4-AE3D-F429C5AC41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3" y="1706"/>
              <a:ext cx="109" cy="61"/>
            </a:xfrm>
            <a:custGeom>
              <a:avLst/>
              <a:gdLst>
                <a:gd name="T0" fmla="*/ 264 w 68"/>
                <a:gd name="T1" fmla="*/ 13 h 38"/>
                <a:gd name="T2" fmla="*/ 131 w 68"/>
                <a:gd name="T3" fmla="*/ 42 h 38"/>
                <a:gd name="T4" fmla="*/ 67 w 68"/>
                <a:gd name="T5" fmla="*/ 95 h 38"/>
                <a:gd name="T6" fmla="*/ 0 w 68"/>
                <a:gd name="T7" fmla="*/ 141 h 38"/>
                <a:gd name="T8" fmla="*/ 74 w 68"/>
                <a:gd name="T9" fmla="*/ 101 h 38"/>
                <a:gd name="T10" fmla="*/ 46 w 68"/>
                <a:gd name="T11" fmla="*/ 132 h 38"/>
                <a:gd name="T12" fmla="*/ 95 w 68"/>
                <a:gd name="T13" fmla="*/ 108 h 38"/>
                <a:gd name="T14" fmla="*/ 35 w 68"/>
                <a:gd name="T15" fmla="*/ 157 h 38"/>
                <a:gd name="T16" fmla="*/ 90 w 68"/>
                <a:gd name="T17" fmla="*/ 144 h 38"/>
                <a:gd name="T18" fmla="*/ 178 w 68"/>
                <a:gd name="T19" fmla="*/ 124 h 38"/>
                <a:gd name="T20" fmla="*/ 281 w 68"/>
                <a:gd name="T21" fmla="*/ 47 h 38"/>
                <a:gd name="T22" fmla="*/ 149 w 68"/>
                <a:gd name="T23" fmla="*/ 101 h 38"/>
                <a:gd name="T24" fmla="*/ 184 w 68"/>
                <a:gd name="T25" fmla="*/ 75 h 38"/>
                <a:gd name="T26" fmla="*/ 157 w 68"/>
                <a:gd name="T27" fmla="*/ 80 h 38"/>
                <a:gd name="T28" fmla="*/ 197 w 68"/>
                <a:gd name="T29" fmla="*/ 50 h 38"/>
                <a:gd name="T30" fmla="*/ 191 w 68"/>
                <a:gd name="T31" fmla="*/ 50 h 38"/>
                <a:gd name="T32" fmla="*/ 260 w 68"/>
                <a:gd name="T33" fmla="*/ 21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8" h="38">
                  <a:moveTo>
                    <a:pt x="64" y="3"/>
                  </a:moveTo>
                  <a:cubicBezTo>
                    <a:pt x="53" y="0"/>
                    <a:pt x="41" y="3"/>
                    <a:pt x="32" y="10"/>
                  </a:cubicBezTo>
                  <a:cubicBezTo>
                    <a:pt x="26" y="14"/>
                    <a:pt x="21" y="19"/>
                    <a:pt x="16" y="23"/>
                  </a:cubicBezTo>
                  <a:cubicBezTo>
                    <a:pt x="11" y="27"/>
                    <a:pt x="5" y="30"/>
                    <a:pt x="0" y="34"/>
                  </a:cubicBezTo>
                  <a:cubicBezTo>
                    <a:pt x="7" y="33"/>
                    <a:pt x="13" y="28"/>
                    <a:pt x="18" y="24"/>
                  </a:cubicBezTo>
                  <a:cubicBezTo>
                    <a:pt x="15" y="27"/>
                    <a:pt x="13" y="29"/>
                    <a:pt x="11" y="32"/>
                  </a:cubicBezTo>
                  <a:cubicBezTo>
                    <a:pt x="15" y="32"/>
                    <a:pt x="19" y="28"/>
                    <a:pt x="23" y="26"/>
                  </a:cubicBezTo>
                  <a:cubicBezTo>
                    <a:pt x="20" y="31"/>
                    <a:pt x="13" y="35"/>
                    <a:pt x="9" y="38"/>
                  </a:cubicBezTo>
                  <a:cubicBezTo>
                    <a:pt x="13" y="38"/>
                    <a:pt x="18" y="35"/>
                    <a:pt x="22" y="35"/>
                  </a:cubicBezTo>
                  <a:cubicBezTo>
                    <a:pt x="29" y="33"/>
                    <a:pt x="36" y="33"/>
                    <a:pt x="43" y="30"/>
                  </a:cubicBezTo>
                  <a:cubicBezTo>
                    <a:pt x="51" y="26"/>
                    <a:pt x="62" y="18"/>
                    <a:pt x="68" y="11"/>
                  </a:cubicBezTo>
                  <a:cubicBezTo>
                    <a:pt x="58" y="16"/>
                    <a:pt x="48" y="22"/>
                    <a:pt x="36" y="24"/>
                  </a:cubicBezTo>
                  <a:cubicBezTo>
                    <a:pt x="40" y="23"/>
                    <a:pt x="43" y="20"/>
                    <a:pt x="45" y="18"/>
                  </a:cubicBezTo>
                  <a:cubicBezTo>
                    <a:pt x="43" y="17"/>
                    <a:pt x="40" y="18"/>
                    <a:pt x="38" y="19"/>
                  </a:cubicBezTo>
                  <a:cubicBezTo>
                    <a:pt x="41" y="18"/>
                    <a:pt x="46" y="15"/>
                    <a:pt x="48" y="12"/>
                  </a:cubicBezTo>
                  <a:cubicBezTo>
                    <a:pt x="48" y="12"/>
                    <a:pt x="47" y="12"/>
                    <a:pt x="46" y="12"/>
                  </a:cubicBezTo>
                  <a:cubicBezTo>
                    <a:pt x="51" y="10"/>
                    <a:pt x="59" y="8"/>
                    <a:pt x="63" y="5"/>
                  </a:cubicBezTo>
                </a:path>
              </a:pathLst>
            </a:custGeom>
            <a:solidFill>
              <a:srgbClr val="571E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8489" name="Freeform 313">
              <a:extLst>
                <a:ext uri="{FF2B5EF4-FFF2-40B4-BE49-F238E27FC236}">
                  <a16:creationId xmlns:a16="http://schemas.microsoft.com/office/drawing/2014/main" id="{C6937CB8-4414-47CF-9CB1-DF77AE1A74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1" y="1762"/>
              <a:ext cx="91" cy="67"/>
            </a:xfrm>
            <a:custGeom>
              <a:avLst/>
              <a:gdLst>
                <a:gd name="T0" fmla="*/ 231 w 57"/>
                <a:gd name="T1" fmla="*/ 0 h 42"/>
                <a:gd name="T2" fmla="*/ 200 w 57"/>
                <a:gd name="T3" fmla="*/ 21 h 42"/>
                <a:gd name="T4" fmla="*/ 123 w 57"/>
                <a:gd name="T5" fmla="*/ 41 h 42"/>
                <a:gd name="T6" fmla="*/ 0 w 57"/>
                <a:gd name="T7" fmla="*/ 86 h 42"/>
                <a:gd name="T8" fmla="*/ 77 w 57"/>
                <a:gd name="T9" fmla="*/ 73 h 42"/>
                <a:gd name="T10" fmla="*/ 26 w 57"/>
                <a:gd name="T11" fmla="*/ 97 h 42"/>
                <a:gd name="T12" fmla="*/ 69 w 57"/>
                <a:gd name="T13" fmla="*/ 97 h 42"/>
                <a:gd name="T14" fmla="*/ 46 w 57"/>
                <a:gd name="T15" fmla="*/ 110 h 42"/>
                <a:gd name="T16" fmla="*/ 81 w 57"/>
                <a:gd name="T17" fmla="*/ 116 h 42"/>
                <a:gd name="T18" fmla="*/ 129 w 57"/>
                <a:gd name="T19" fmla="*/ 163 h 42"/>
                <a:gd name="T20" fmla="*/ 204 w 57"/>
                <a:gd name="T21" fmla="*/ 89 h 42"/>
                <a:gd name="T22" fmla="*/ 137 w 57"/>
                <a:gd name="T23" fmla="*/ 124 h 42"/>
                <a:gd name="T24" fmla="*/ 163 w 57"/>
                <a:gd name="T25" fmla="*/ 97 h 42"/>
                <a:gd name="T26" fmla="*/ 123 w 57"/>
                <a:gd name="T27" fmla="*/ 102 h 42"/>
                <a:gd name="T28" fmla="*/ 166 w 57"/>
                <a:gd name="T29" fmla="*/ 77 h 42"/>
                <a:gd name="T30" fmla="*/ 150 w 57"/>
                <a:gd name="T31" fmla="*/ 81 h 42"/>
                <a:gd name="T32" fmla="*/ 231 w 57"/>
                <a:gd name="T33" fmla="*/ 5 h 4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57" h="42">
                  <a:moveTo>
                    <a:pt x="57" y="0"/>
                  </a:moveTo>
                  <a:cubicBezTo>
                    <a:pt x="54" y="1"/>
                    <a:pt x="52" y="4"/>
                    <a:pt x="49" y="5"/>
                  </a:cubicBezTo>
                  <a:cubicBezTo>
                    <a:pt x="43" y="8"/>
                    <a:pt x="36" y="9"/>
                    <a:pt x="30" y="10"/>
                  </a:cubicBezTo>
                  <a:cubicBezTo>
                    <a:pt x="19" y="12"/>
                    <a:pt x="9" y="16"/>
                    <a:pt x="0" y="21"/>
                  </a:cubicBezTo>
                  <a:cubicBezTo>
                    <a:pt x="6" y="21"/>
                    <a:pt x="12" y="16"/>
                    <a:pt x="19" y="18"/>
                  </a:cubicBezTo>
                  <a:cubicBezTo>
                    <a:pt x="15" y="19"/>
                    <a:pt x="7" y="21"/>
                    <a:pt x="6" y="24"/>
                  </a:cubicBezTo>
                  <a:cubicBezTo>
                    <a:pt x="10" y="24"/>
                    <a:pt x="13" y="24"/>
                    <a:pt x="17" y="24"/>
                  </a:cubicBezTo>
                  <a:cubicBezTo>
                    <a:pt x="15" y="25"/>
                    <a:pt x="13" y="26"/>
                    <a:pt x="11" y="27"/>
                  </a:cubicBezTo>
                  <a:cubicBezTo>
                    <a:pt x="14" y="29"/>
                    <a:pt x="18" y="27"/>
                    <a:pt x="20" y="29"/>
                  </a:cubicBezTo>
                  <a:cubicBezTo>
                    <a:pt x="10" y="30"/>
                    <a:pt x="29" y="39"/>
                    <a:pt x="32" y="40"/>
                  </a:cubicBezTo>
                  <a:cubicBezTo>
                    <a:pt x="44" y="42"/>
                    <a:pt x="48" y="31"/>
                    <a:pt x="50" y="22"/>
                  </a:cubicBezTo>
                  <a:cubicBezTo>
                    <a:pt x="45" y="25"/>
                    <a:pt x="40" y="30"/>
                    <a:pt x="34" y="31"/>
                  </a:cubicBezTo>
                  <a:cubicBezTo>
                    <a:pt x="36" y="28"/>
                    <a:pt x="38" y="26"/>
                    <a:pt x="40" y="24"/>
                  </a:cubicBezTo>
                  <a:cubicBezTo>
                    <a:pt x="37" y="24"/>
                    <a:pt x="33" y="25"/>
                    <a:pt x="30" y="25"/>
                  </a:cubicBezTo>
                  <a:cubicBezTo>
                    <a:pt x="33" y="23"/>
                    <a:pt x="38" y="22"/>
                    <a:pt x="41" y="19"/>
                  </a:cubicBezTo>
                  <a:cubicBezTo>
                    <a:pt x="39" y="19"/>
                    <a:pt x="38" y="19"/>
                    <a:pt x="37" y="20"/>
                  </a:cubicBezTo>
                  <a:cubicBezTo>
                    <a:pt x="44" y="20"/>
                    <a:pt x="54" y="7"/>
                    <a:pt x="57" y="1"/>
                  </a:cubicBezTo>
                </a:path>
              </a:pathLst>
            </a:custGeom>
            <a:solidFill>
              <a:srgbClr val="571E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8490" name="Freeform 314">
              <a:extLst>
                <a:ext uri="{FF2B5EF4-FFF2-40B4-BE49-F238E27FC236}">
                  <a16:creationId xmlns:a16="http://schemas.microsoft.com/office/drawing/2014/main" id="{C9C77192-36C1-47F8-BF8F-86515F62A82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1" y="1809"/>
              <a:ext cx="133" cy="299"/>
            </a:xfrm>
            <a:custGeom>
              <a:avLst/>
              <a:gdLst>
                <a:gd name="T0" fmla="*/ 231 w 83"/>
                <a:gd name="T1" fmla="*/ 26 h 187"/>
                <a:gd name="T2" fmla="*/ 213 w 83"/>
                <a:gd name="T3" fmla="*/ 150 h 187"/>
                <a:gd name="T4" fmla="*/ 205 w 83"/>
                <a:gd name="T5" fmla="*/ 221 h 187"/>
                <a:gd name="T6" fmla="*/ 205 w 83"/>
                <a:gd name="T7" fmla="*/ 299 h 187"/>
                <a:gd name="T8" fmla="*/ 165 w 83"/>
                <a:gd name="T9" fmla="*/ 376 h 187"/>
                <a:gd name="T10" fmla="*/ 119 w 83"/>
                <a:gd name="T11" fmla="*/ 465 h 187"/>
                <a:gd name="T12" fmla="*/ 107 w 83"/>
                <a:gd name="T13" fmla="*/ 576 h 187"/>
                <a:gd name="T14" fmla="*/ 56 w 83"/>
                <a:gd name="T15" fmla="*/ 649 h 187"/>
                <a:gd name="T16" fmla="*/ 21 w 83"/>
                <a:gd name="T17" fmla="*/ 688 h 187"/>
                <a:gd name="T18" fmla="*/ 0 w 83"/>
                <a:gd name="T19" fmla="*/ 748 h 187"/>
                <a:gd name="T20" fmla="*/ 26 w 83"/>
                <a:gd name="T21" fmla="*/ 712 h 187"/>
                <a:gd name="T22" fmla="*/ 26 w 83"/>
                <a:gd name="T23" fmla="*/ 764 h 187"/>
                <a:gd name="T24" fmla="*/ 42 w 83"/>
                <a:gd name="T25" fmla="*/ 716 h 187"/>
                <a:gd name="T26" fmla="*/ 35 w 83"/>
                <a:gd name="T27" fmla="*/ 748 h 187"/>
                <a:gd name="T28" fmla="*/ 90 w 83"/>
                <a:gd name="T29" fmla="*/ 678 h 187"/>
                <a:gd name="T30" fmla="*/ 144 w 83"/>
                <a:gd name="T31" fmla="*/ 614 h 187"/>
                <a:gd name="T32" fmla="*/ 131 w 83"/>
                <a:gd name="T33" fmla="*/ 534 h 187"/>
                <a:gd name="T34" fmla="*/ 170 w 83"/>
                <a:gd name="T35" fmla="*/ 449 h 187"/>
                <a:gd name="T36" fmla="*/ 165 w 83"/>
                <a:gd name="T37" fmla="*/ 545 h 187"/>
                <a:gd name="T38" fmla="*/ 183 w 83"/>
                <a:gd name="T39" fmla="*/ 486 h 187"/>
                <a:gd name="T40" fmla="*/ 210 w 83"/>
                <a:gd name="T41" fmla="*/ 601 h 187"/>
                <a:gd name="T42" fmla="*/ 244 w 83"/>
                <a:gd name="T43" fmla="*/ 411 h 187"/>
                <a:gd name="T44" fmla="*/ 341 w 83"/>
                <a:gd name="T45" fmla="*/ 238 h 187"/>
                <a:gd name="T46" fmla="*/ 295 w 83"/>
                <a:gd name="T47" fmla="*/ 321 h 187"/>
                <a:gd name="T48" fmla="*/ 244 w 83"/>
                <a:gd name="T49" fmla="*/ 392 h 187"/>
                <a:gd name="T50" fmla="*/ 255 w 83"/>
                <a:gd name="T51" fmla="*/ 353 h 187"/>
                <a:gd name="T52" fmla="*/ 218 w 83"/>
                <a:gd name="T53" fmla="*/ 389 h 187"/>
                <a:gd name="T54" fmla="*/ 239 w 83"/>
                <a:gd name="T55" fmla="*/ 347 h 187"/>
                <a:gd name="T56" fmla="*/ 231 w 83"/>
                <a:gd name="T57" fmla="*/ 360 h 187"/>
                <a:gd name="T58" fmla="*/ 255 w 83"/>
                <a:gd name="T59" fmla="*/ 278 h 187"/>
                <a:gd name="T60" fmla="*/ 252 w 83"/>
                <a:gd name="T61" fmla="*/ 213 h 187"/>
                <a:gd name="T62" fmla="*/ 239 w 83"/>
                <a:gd name="T63" fmla="*/ 128 h 187"/>
                <a:gd name="T64" fmla="*/ 252 w 83"/>
                <a:gd name="T65" fmla="*/ 0 h 187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83" h="187">
                  <a:moveTo>
                    <a:pt x="56" y="6"/>
                  </a:moveTo>
                  <a:cubicBezTo>
                    <a:pt x="51" y="12"/>
                    <a:pt x="52" y="28"/>
                    <a:pt x="52" y="37"/>
                  </a:cubicBezTo>
                  <a:cubicBezTo>
                    <a:pt x="52" y="43"/>
                    <a:pt x="50" y="48"/>
                    <a:pt x="50" y="54"/>
                  </a:cubicBezTo>
                  <a:cubicBezTo>
                    <a:pt x="50" y="61"/>
                    <a:pt x="52" y="66"/>
                    <a:pt x="50" y="73"/>
                  </a:cubicBezTo>
                  <a:cubicBezTo>
                    <a:pt x="49" y="80"/>
                    <a:pt x="44" y="86"/>
                    <a:pt x="40" y="92"/>
                  </a:cubicBezTo>
                  <a:cubicBezTo>
                    <a:pt x="36" y="99"/>
                    <a:pt x="32" y="106"/>
                    <a:pt x="29" y="114"/>
                  </a:cubicBezTo>
                  <a:cubicBezTo>
                    <a:pt x="26" y="123"/>
                    <a:pt x="27" y="132"/>
                    <a:pt x="26" y="141"/>
                  </a:cubicBezTo>
                  <a:cubicBezTo>
                    <a:pt x="26" y="151"/>
                    <a:pt x="21" y="153"/>
                    <a:pt x="14" y="159"/>
                  </a:cubicBezTo>
                  <a:cubicBezTo>
                    <a:pt x="11" y="162"/>
                    <a:pt x="8" y="164"/>
                    <a:pt x="5" y="168"/>
                  </a:cubicBezTo>
                  <a:cubicBezTo>
                    <a:pt x="3" y="173"/>
                    <a:pt x="2" y="178"/>
                    <a:pt x="0" y="183"/>
                  </a:cubicBezTo>
                  <a:cubicBezTo>
                    <a:pt x="0" y="180"/>
                    <a:pt x="3" y="176"/>
                    <a:pt x="6" y="174"/>
                  </a:cubicBezTo>
                  <a:cubicBezTo>
                    <a:pt x="6" y="178"/>
                    <a:pt x="5" y="183"/>
                    <a:pt x="6" y="187"/>
                  </a:cubicBezTo>
                  <a:cubicBezTo>
                    <a:pt x="7" y="183"/>
                    <a:pt x="8" y="178"/>
                    <a:pt x="10" y="175"/>
                  </a:cubicBezTo>
                  <a:cubicBezTo>
                    <a:pt x="10" y="178"/>
                    <a:pt x="10" y="180"/>
                    <a:pt x="9" y="183"/>
                  </a:cubicBezTo>
                  <a:cubicBezTo>
                    <a:pt x="14" y="180"/>
                    <a:pt x="17" y="170"/>
                    <a:pt x="22" y="166"/>
                  </a:cubicBezTo>
                  <a:cubicBezTo>
                    <a:pt x="27" y="160"/>
                    <a:pt x="34" y="159"/>
                    <a:pt x="35" y="150"/>
                  </a:cubicBezTo>
                  <a:cubicBezTo>
                    <a:pt x="35" y="144"/>
                    <a:pt x="32" y="138"/>
                    <a:pt x="32" y="131"/>
                  </a:cubicBezTo>
                  <a:cubicBezTo>
                    <a:pt x="33" y="124"/>
                    <a:pt x="38" y="116"/>
                    <a:pt x="41" y="110"/>
                  </a:cubicBezTo>
                  <a:cubicBezTo>
                    <a:pt x="40" y="118"/>
                    <a:pt x="40" y="125"/>
                    <a:pt x="40" y="133"/>
                  </a:cubicBezTo>
                  <a:cubicBezTo>
                    <a:pt x="40" y="128"/>
                    <a:pt x="40" y="122"/>
                    <a:pt x="44" y="119"/>
                  </a:cubicBezTo>
                  <a:cubicBezTo>
                    <a:pt x="44" y="130"/>
                    <a:pt x="44" y="138"/>
                    <a:pt x="51" y="147"/>
                  </a:cubicBezTo>
                  <a:cubicBezTo>
                    <a:pt x="45" y="132"/>
                    <a:pt x="48" y="113"/>
                    <a:pt x="59" y="101"/>
                  </a:cubicBezTo>
                  <a:cubicBezTo>
                    <a:pt x="69" y="90"/>
                    <a:pt x="81" y="74"/>
                    <a:pt x="83" y="58"/>
                  </a:cubicBezTo>
                  <a:cubicBezTo>
                    <a:pt x="83" y="64"/>
                    <a:pt x="75" y="74"/>
                    <a:pt x="72" y="79"/>
                  </a:cubicBezTo>
                  <a:cubicBezTo>
                    <a:pt x="67" y="85"/>
                    <a:pt x="62" y="89"/>
                    <a:pt x="59" y="96"/>
                  </a:cubicBezTo>
                  <a:cubicBezTo>
                    <a:pt x="59" y="93"/>
                    <a:pt x="61" y="89"/>
                    <a:pt x="62" y="86"/>
                  </a:cubicBezTo>
                  <a:cubicBezTo>
                    <a:pt x="58" y="88"/>
                    <a:pt x="55" y="91"/>
                    <a:pt x="53" y="95"/>
                  </a:cubicBezTo>
                  <a:cubicBezTo>
                    <a:pt x="56" y="92"/>
                    <a:pt x="57" y="88"/>
                    <a:pt x="58" y="85"/>
                  </a:cubicBezTo>
                  <a:cubicBezTo>
                    <a:pt x="58" y="86"/>
                    <a:pt x="56" y="87"/>
                    <a:pt x="56" y="88"/>
                  </a:cubicBezTo>
                  <a:cubicBezTo>
                    <a:pt x="56" y="81"/>
                    <a:pt x="61" y="75"/>
                    <a:pt x="62" y="68"/>
                  </a:cubicBezTo>
                  <a:cubicBezTo>
                    <a:pt x="64" y="62"/>
                    <a:pt x="62" y="57"/>
                    <a:pt x="61" y="52"/>
                  </a:cubicBezTo>
                  <a:cubicBezTo>
                    <a:pt x="59" y="44"/>
                    <a:pt x="59" y="38"/>
                    <a:pt x="58" y="31"/>
                  </a:cubicBezTo>
                  <a:cubicBezTo>
                    <a:pt x="58" y="20"/>
                    <a:pt x="60" y="11"/>
                    <a:pt x="61" y="0"/>
                  </a:cubicBezTo>
                </a:path>
              </a:pathLst>
            </a:custGeom>
            <a:solidFill>
              <a:srgbClr val="571E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8491" name="Freeform 315">
              <a:extLst>
                <a:ext uri="{FF2B5EF4-FFF2-40B4-BE49-F238E27FC236}">
                  <a16:creationId xmlns:a16="http://schemas.microsoft.com/office/drawing/2014/main" id="{BA6D8905-0A39-4A8D-888C-BADAD95556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2" y="1576"/>
              <a:ext cx="186" cy="122"/>
            </a:xfrm>
            <a:custGeom>
              <a:avLst/>
              <a:gdLst>
                <a:gd name="T0" fmla="*/ 314 w 116"/>
                <a:gd name="T1" fmla="*/ 26 h 76"/>
                <a:gd name="T2" fmla="*/ 183 w 116"/>
                <a:gd name="T3" fmla="*/ 82 h 76"/>
                <a:gd name="T4" fmla="*/ 16 w 116"/>
                <a:gd name="T5" fmla="*/ 153 h 76"/>
                <a:gd name="T6" fmla="*/ 141 w 116"/>
                <a:gd name="T7" fmla="*/ 120 h 76"/>
                <a:gd name="T8" fmla="*/ 61 w 116"/>
                <a:gd name="T9" fmla="*/ 153 h 76"/>
                <a:gd name="T10" fmla="*/ 131 w 116"/>
                <a:gd name="T11" fmla="*/ 128 h 76"/>
                <a:gd name="T12" fmla="*/ 128 w 116"/>
                <a:gd name="T13" fmla="*/ 132 h 76"/>
                <a:gd name="T14" fmla="*/ 192 w 116"/>
                <a:gd name="T15" fmla="*/ 128 h 76"/>
                <a:gd name="T16" fmla="*/ 0 w 116"/>
                <a:gd name="T17" fmla="*/ 218 h 76"/>
                <a:gd name="T18" fmla="*/ 165 w 116"/>
                <a:gd name="T19" fmla="*/ 173 h 76"/>
                <a:gd name="T20" fmla="*/ 56 w 116"/>
                <a:gd name="T21" fmla="*/ 231 h 76"/>
                <a:gd name="T22" fmla="*/ 172 w 116"/>
                <a:gd name="T23" fmla="*/ 193 h 76"/>
                <a:gd name="T24" fmla="*/ 103 w 116"/>
                <a:gd name="T25" fmla="*/ 246 h 76"/>
                <a:gd name="T26" fmla="*/ 144 w 116"/>
                <a:gd name="T27" fmla="*/ 231 h 76"/>
                <a:gd name="T28" fmla="*/ 61 w 116"/>
                <a:gd name="T29" fmla="*/ 315 h 76"/>
                <a:gd name="T30" fmla="*/ 234 w 116"/>
                <a:gd name="T31" fmla="*/ 218 h 76"/>
                <a:gd name="T32" fmla="*/ 404 w 116"/>
                <a:gd name="T33" fmla="*/ 170 h 76"/>
                <a:gd name="T34" fmla="*/ 478 w 116"/>
                <a:gd name="T35" fmla="*/ 149 h 76"/>
                <a:gd name="T36" fmla="*/ 170 w 116"/>
                <a:gd name="T37" fmla="*/ 218 h 76"/>
                <a:gd name="T38" fmla="*/ 244 w 116"/>
                <a:gd name="T39" fmla="*/ 178 h 76"/>
                <a:gd name="T40" fmla="*/ 170 w 116"/>
                <a:gd name="T41" fmla="*/ 193 h 76"/>
                <a:gd name="T42" fmla="*/ 213 w 116"/>
                <a:gd name="T43" fmla="*/ 157 h 76"/>
                <a:gd name="T44" fmla="*/ 165 w 116"/>
                <a:gd name="T45" fmla="*/ 165 h 76"/>
                <a:gd name="T46" fmla="*/ 239 w 116"/>
                <a:gd name="T47" fmla="*/ 124 h 76"/>
                <a:gd name="T48" fmla="*/ 183 w 116"/>
                <a:gd name="T49" fmla="*/ 120 h 76"/>
                <a:gd name="T50" fmla="*/ 210 w 116"/>
                <a:gd name="T51" fmla="*/ 90 h 76"/>
                <a:gd name="T52" fmla="*/ 152 w 116"/>
                <a:gd name="T53" fmla="*/ 95 h 76"/>
                <a:gd name="T54" fmla="*/ 308 w 116"/>
                <a:gd name="T55" fmla="*/ 0 h 7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116" h="76">
                  <a:moveTo>
                    <a:pt x="76" y="6"/>
                  </a:moveTo>
                  <a:cubicBezTo>
                    <a:pt x="71" y="16"/>
                    <a:pt x="54" y="19"/>
                    <a:pt x="44" y="20"/>
                  </a:cubicBezTo>
                  <a:cubicBezTo>
                    <a:pt x="29" y="23"/>
                    <a:pt x="17" y="28"/>
                    <a:pt x="4" y="37"/>
                  </a:cubicBezTo>
                  <a:cubicBezTo>
                    <a:pt x="12" y="33"/>
                    <a:pt x="25" y="29"/>
                    <a:pt x="34" y="29"/>
                  </a:cubicBezTo>
                  <a:cubicBezTo>
                    <a:pt x="29" y="33"/>
                    <a:pt x="21" y="33"/>
                    <a:pt x="15" y="37"/>
                  </a:cubicBezTo>
                  <a:cubicBezTo>
                    <a:pt x="21" y="37"/>
                    <a:pt x="26" y="33"/>
                    <a:pt x="32" y="31"/>
                  </a:cubicBezTo>
                  <a:cubicBezTo>
                    <a:pt x="32" y="32"/>
                    <a:pt x="31" y="32"/>
                    <a:pt x="31" y="32"/>
                  </a:cubicBezTo>
                  <a:cubicBezTo>
                    <a:pt x="36" y="34"/>
                    <a:pt x="42" y="31"/>
                    <a:pt x="47" y="31"/>
                  </a:cubicBezTo>
                  <a:cubicBezTo>
                    <a:pt x="31" y="36"/>
                    <a:pt x="13" y="40"/>
                    <a:pt x="0" y="53"/>
                  </a:cubicBezTo>
                  <a:cubicBezTo>
                    <a:pt x="13" y="47"/>
                    <a:pt x="26" y="42"/>
                    <a:pt x="40" y="42"/>
                  </a:cubicBezTo>
                  <a:cubicBezTo>
                    <a:pt x="36" y="47"/>
                    <a:pt x="13" y="48"/>
                    <a:pt x="14" y="56"/>
                  </a:cubicBezTo>
                  <a:cubicBezTo>
                    <a:pt x="24" y="54"/>
                    <a:pt x="32" y="47"/>
                    <a:pt x="42" y="47"/>
                  </a:cubicBezTo>
                  <a:cubicBezTo>
                    <a:pt x="38" y="52"/>
                    <a:pt x="29" y="54"/>
                    <a:pt x="25" y="59"/>
                  </a:cubicBezTo>
                  <a:cubicBezTo>
                    <a:pt x="28" y="60"/>
                    <a:pt x="32" y="58"/>
                    <a:pt x="35" y="56"/>
                  </a:cubicBezTo>
                  <a:cubicBezTo>
                    <a:pt x="30" y="64"/>
                    <a:pt x="20" y="68"/>
                    <a:pt x="15" y="76"/>
                  </a:cubicBezTo>
                  <a:cubicBezTo>
                    <a:pt x="29" y="67"/>
                    <a:pt x="42" y="59"/>
                    <a:pt x="57" y="53"/>
                  </a:cubicBezTo>
                  <a:cubicBezTo>
                    <a:pt x="70" y="48"/>
                    <a:pt x="84" y="44"/>
                    <a:pt x="98" y="41"/>
                  </a:cubicBezTo>
                  <a:cubicBezTo>
                    <a:pt x="104" y="40"/>
                    <a:pt x="111" y="39"/>
                    <a:pt x="116" y="36"/>
                  </a:cubicBezTo>
                  <a:cubicBezTo>
                    <a:pt x="92" y="41"/>
                    <a:pt x="64" y="41"/>
                    <a:pt x="41" y="53"/>
                  </a:cubicBezTo>
                  <a:cubicBezTo>
                    <a:pt x="46" y="49"/>
                    <a:pt x="55" y="48"/>
                    <a:pt x="59" y="43"/>
                  </a:cubicBezTo>
                  <a:cubicBezTo>
                    <a:pt x="53" y="43"/>
                    <a:pt x="47" y="47"/>
                    <a:pt x="41" y="47"/>
                  </a:cubicBezTo>
                  <a:cubicBezTo>
                    <a:pt x="44" y="43"/>
                    <a:pt x="49" y="41"/>
                    <a:pt x="52" y="38"/>
                  </a:cubicBezTo>
                  <a:cubicBezTo>
                    <a:pt x="48" y="37"/>
                    <a:pt x="44" y="39"/>
                    <a:pt x="40" y="40"/>
                  </a:cubicBezTo>
                  <a:cubicBezTo>
                    <a:pt x="46" y="36"/>
                    <a:pt x="52" y="33"/>
                    <a:pt x="58" y="30"/>
                  </a:cubicBezTo>
                  <a:cubicBezTo>
                    <a:pt x="54" y="29"/>
                    <a:pt x="49" y="29"/>
                    <a:pt x="44" y="29"/>
                  </a:cubicBezTo>
                  <a:cubicBezTo>
                    <a:pt x="46" y="26"/>
                    <a:pt x="49" y="25"/>
                    <a:pt x="51" y="22"/>
                  </a:cubicBezTo>
                  <a:cubicBezTo>
                    <a:pt x="47" y="20"/>
                    <a:pt x="41" y="21"/>
                    <a:pt x="37" y="23"/>
                  </a:cubicBezTo>
                  <a:cubicBezTo>
                    <a:pt x="53" y="23"/>
                    <a:pt x="64" y="9"/>
                    <a:pt x="75" y="0"/>
                  </a:cubicBezTo>
                </a:path>
              </a:pathLst>
            </a:custGeom>
            <a:solidFill>
              <a:srgbClr val="6727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8492" name="Freeform 316">
              <a:extLst>
                <a:ext uri="{FF2B5EF4-FFF2-40B4-BE49-F238E27FC236}">
                  <a16:creationId xmlns:a16="http://schemas.microsoft.com/office/drawing/2014/main" id="{BFFAC577-DB19-4223-BBD5-5CC44840FD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0" y="1539"/>
              <a:ext cx="56" cy="65"/>
            </a:xfrm>
            <a:custGeom>
              <a:avLst/>
              <a:gdLst>
                <a:gd name="T0" fmla="*/ 144 w 35"/>
                <a:gd name="T1" fmla="*/ 0 h 40"/>
                <a:gd name="T2" fmla="*/ 61 w 35"/>
                <a:gd name="T3" fmla="*/ 47 h 40"/>
                <a:gd name="T4" fmla="*/ 115 w 35"/>
                <a:gd name="T5" fmla="*/ 29 h 40"/>
                <a:gd name="T6" fmla="*/ 46 w 35"/>
                <a:gd name="T7" fmla="*/ 81 h 40"/>
                <a:gd name="T8" fmla="*/ 86 w 35"/>
                <a:gd name="T9" fmla="*/ 68 h 40"/>
                <a:gd name="T10" fmla="*/ 29 w 35"/>
                <a:gd name="T11" fmla="*/ 124 h 40"/>
                <a:gd name="T12" fmla="*/ 42 w 35"/>
                <a:gd name="T13" fmla="*/ 124 h 40"/>
                <a:gd name="T14" fmla="*/ 0 w 35"/>
                <a:gd name="T15" fmla="*/ 172 h 40"/>
                <a:gd name="T16" fmla="*/ 48 w 35"/>
                <a:gd name="T17" fmla="*/ 138 h 40"/>
                <a:gd name="T18" fmla="*/ 131 w 35"/>
                <a:gd name="T19" fmla="*/ 102 h 40"/>
                <a:gd name="T20" fmla="*/ 56 w 35"/>
                <a:gd name="T21" fmla="*/ 130 h 40"/>
                <a:gd name="T22" fmla="*/ 102 w 35"/>
                <a:gd name="T23" fmla="*/ 89 h 40"/>
                <a:gd name="T24" fmla="*/ 48 w 35"/>
                <a:gd name="T25" fmla="*/ 111 h 40"/>
                <a:gd name="T26" fmla="*/ 102 w 35"/>
                <a:gd name="T27" fmla="*/ 60 h 40"/>
                <a:gd name="T28" fmla="*/ 74 w 35"/>
                <a:gd name="T29" fmla="*/ 68 h 40"/>
                <a:gd name="T30" fmla="*/ 128 w 35"/>
                <a:gd name="T31" fmla="*/ 8 h 40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35" h="40">
                  <a:moveTo>
                    <a:pt x="35" y="0"/>
                  </a:moveTo>
                  <a:cubicBezTo>
                    <a:pt x="28" y="3"/>
                    <a:pt x="20" y="5"/>
                    <a:pt x="15" y="11"/>
                  </a:cubicBezTo>
                  <a:cubicBezTo>
                    <a:pt x="19" y="10"/>
                    <a:pt x="24" y="9"/>
                    <a:pt x="28" y="7"/>
                  </a:cubicBezTo>
                  <a:cubicBezTo>
                    <a:pt x="23" y="12"/>
                    <a:pt x="14" y="12"/>
                    <a:pt x="11" y="19"/>
                  </a:cubicBezTo>
                  <a:cubicBezTo>
                    <a:pt x="14" y="19"/>
                    <a:pt x="17" y="16"/>
                    <a:pt x="21" y="16"/>
                  </a:cubicBezTo>
                  <a:cubicBezTo>
                    <a:pt x="16" y="19"/>
                    <a:pt x="9" y="24"/>
                    <a:pt x="7" y="29"/>
                  </a:cubicBezTo>
                  <a:cubicBezTo>
                    <a:pt x="8" y="29"/>
                    <a:pt x="9" y="29"/>
                    <a:pt x="10" y="29"/>
                  </a:cubicBezTo>
                  <a:cubicBezTo>
                    <a:pt x="6" y="33"/>
                    <a:pt x="2" y="36"/>
                    <a:pt x="0" y="40"/>
                  </a:cubicBezTo>
                  <a:cubicBezTo>
                    <a:pt x="4" y="39"/>
                    <a:pt x="8" y="35"/>
                    <a:pt x="12" y="32"/>
                  </a:cubicBezTo>
                  <a:cubicBezTo>
                    <a:pt x="18" y="29"/>
                    <a:pt x="26" y="27"/>
                    <a:pt x="32" y="24"/>
                  </a:cubicBezTo>
                  <a:cubicBezTo>
                    <a:pt x="26" y="25"/>
                    <a:pt x="20" y="29"/>
                    <a:pt x="14" y="30"/>
                  </a:cubicBezTo>
                  <a:cubicBezTo>
                    <a:pt x="17" y="27"/>
                    <a:pt x="21" y="25"/>
                    <a:pt x="25" y="21"/>
                  </a:cubicBezTo>
                  <a:cubicBezTo>
                    <a:pt x="21" y="21"/>
                    <a:pt x="16" y="24"/>
                    <a:pt x="12" y="26"/>
                  </a:cubicBezTo>
                  <a:cubicBezTo>
                    <a:pt x="17" y="22"/>
                    <a:pt x="21" y="19"/>
                    <a:pt x="25" y="14"/>
                  </a:cubicBezTo>
                  <a:cubicBezTo>
                    <a:pt x="22" y="14"/>
                    <a:pt x="20" y="15"/>
                    <a:pt x="18" y="16"/>
                  </a:cubicBezTo>
                  <a:cubicBezTo>
                    <a:pt x="22" y="12"/>
                    <a:pt x="26" y="4"/>
                    <a:pt x="31" y="2"/>
                  </a:cubicBezTo>
                </a:path>
              </a:pathLst>
            </a:custGeom>
            <a:solidFill>
              <a:srgbClr val="6727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8493" name="Freeform 317">
              <a:extLst>
                <a:ext uri="{FF2B5EF4-FFF2-40B4-BE49-F238E27FC236}">
                  <a16:creationId xmlns:a16="http://schemas.microsoft.com/office/drawing/2014/main" id="{30CCE62C-B7BF-4387-B78D-4D8D391EADC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1" y="1712"/>
              <a:ext cx="39" cy="42"/>
            </a:xfrm>
            <a:custGeom>
              <a:avLst/>
              <a:gdLst>
                <a:gd name="T0" fmla="*/ 102 w 24"/>
                <a:gd name="T1" fmla="*/ 0 h 26"/>
                <a:gd name="T2" fmla="*/ 63 w 24"/>
                <a:gd name="T3" fmla="*/ 13 h 26"/>
                <a:gd name="T4" fmla="*/ 0 w 24"/>
                <a:gd name="T5" fmla="*/ 76 h 26"/>
                <a:gd name="T6" fmla="*/ 60 w 24"/>
                <a:gd name="T7" fmla="*/ 42 h 26"/>
                <a:gd name="T8" fmla="*/ 5 w 24"/>
                <a:gd name="T9" fmla="*/ 89 h 26"/>
                <a:gd name="T10" fmla="*/ 39 w 24"/>
                <a:gd name="T11" fmla="*/ 76 h 26"/>
                <a:gd name="T12" fmla="*/ 18 w 24"/>
                <a:gd name="T13" fmla="*/ 110 h 26"/>
                <a:gd name="T14" fmla="*/ 81 w 24"/>
                <a:gd name="T15" fmla="*/ 68 h 26"/>
                <a:gd name="T16" fmla="*/ 26 w 24"/>
                <a:gd name="T17" fmla="*/ 81 h 26"/>
                <a:gd name="T18" fmla="*/ 81 w 24"/>
                <a:gd name="T19" fmla="*/ 29 h 26"/>
                <a:gd name="T20" fmla="*/ 68 w 24"/>
                <a:gd name="T21" fmla="*/ 29 h 26"/>
                <a:gd name="T22" fmla="*/ 76 w 24"/>
                <a:gd name="T23" fmla="*/ 21 h 2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4" h="26">
                  <a:moveTo>
                    <a:pt x="24" y="0"/>
                  </a:moveTo>
                  <a:cubicBezTo>
                    <a:pt x="23" y="1"/>
                    <a:pt x="17" y="2"/>
                    <a:pt x="15" y="3"/>
                  </a:cubicBezTo>
                  <a:cubicBezTo>
                    <a:pt x="8" y="6"/>
                    <a:pt x="4" y="12"/>
                    <a:pt x="0" y="18"/>
                  </a:cubicBezTo>
                  <a:cubicBezTo>
                    <a:pt x="4" y="14"/>
                    <a:pt x="8" y="11"/>
                    <a:pt x="14" y="10"/>
                  </a:cubicBezTo>
                  <a:cubicBezTo>
                    <a:pt x="10" y="14"/>
                    <a:pt x="5" y="17"/>
                    <a:pt x="1" y="21"/>
                  </a:cubicBezTo>
                  <a:cubicBezTo>
                    <a:pt x="4" y="21"/>
                    <a:pt x="7" y="19"/>
                    <a:pt x="9" y="18"/>
                  </a:cubicBezTo>
                  <a:cubicBezTo>
                    <a:pt x="7" y="21"/>
                    <a:pt x="4" y="24"/>
                    <a:pt x="4" y="26"/>
                  </a:cubicBezTo>
                  <a:cubicBezTo>
                    <a:pt x="7" y="23"/>
                    <a:pt x="17" y="20"/>
                    <a:pt x="19" y="16"/>
                  </a:cubicBezTo>
                  <a:cubicBezTo>
                    <a:pt x="14" y="16"/>
                    <a:pt x="11" y="18"/>
                    <a:pt x="6" y="19"/>
                  </a:cubicBezTo>
                  <a:cubicBezTo>
                    <a:pt x="10" y="16"/>
                    <a:pt x="17" y="12"/>
                    <a:pt x="19" y="7"/>
                  </a:cubicBezTo>
                  <a:cubicBezTo>
                    <a:pt x="18" y="7"/>
                    <a:pt x="17" y="7"/>
                    <a:pt x="16" y="7"/>
                  </a:cubicBezTo>
                  <a:cubicBezTo>
                    <a:pt x="16" y="6"/>
                    <a:pt x="17" y="6"/>
                    <a:pt x="18" y="5"/>
                  </a:cubicBezTo>
                </a:path>
              </a:pathLst>
            </a:custGeom>
            <a:solidFill>
              <a:srgbClr val="6727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8494" name="Freeform 318">
              <a:extLst>
                <a:ext uri="{FF2B5EF4-FFF2-40B4-BE49-F238E27FC236}">
                  <a16:creationId xmlns:a16="http://schemas.microsoft.com/office/drawing/2014/main" id="{94D147EE-4102-454E-B971-5E38F57592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5" y="1781"/>
              <a:ext cx="40" cy="39"/>
            </a:xfrm>
            <a:custGeom>
              <a:avLst/>
              <a:gdLst>
                <a:gd name="T0" fmla="*/ 102 w 25"/>
                <a:gd name="T1" fmla="*/ 0 h 24"/>
                <a:gd name="T2" fmla="*/ 67 w 25"/>
                <a:gd name="T3" fmla="*/ 8 h 24"/>
                <a:gd name="T4" fmla="*/ 0 w 25"/>
                <a:gd name="T5" fmla="*/ 39 h 24"/>
                <a:gd name="T6" fmla="*/ 54 w 25"/>
                <a:gd name="T7" fmla="*/ 29 h 24"/>
                <a:gd name="T8" fmla="*/ 13 w 25"/>
                <a:gd name="T9" fmla="*/ 55 h 24"/>
                <a:gd name="T10" fmla="*/ 46 w 25"/>
                <a:gd name="T11" fmla="*/ 55 h 24"/>
                <a:gd name="T12" fmla="*/ 34 w 25"/>
                <a:gd name="T13" fmla="*/ 81 h 24"/>
                <a:gd name="T14" fmla="*/ 56 w 25"/>
                <a:gd name="T15" fmla="*/ 76 h 24"/>
                <a:gd name="T16" fmla="*/ 46 w 25"/>
                <a:gd name="T17" fmla="*/ 102 h 24"/>
                <a:gd name="T18" fmla="*/ 94 w 25"/>
                <a:gd name="T19" fmla="*/ 96 h 24"/>
                <a:gd name="T20" fmla="*/ 29 w 25"/>
                <a:gd name="T21" fmla="*/ 89 h 24"/>
                <a:gd name="T22" fmla="*/ 56 w 25"/>
                <a:gd name="T23" fmla="*/ 63 h 24"/>
                <a:gd name="T24" fmla="*/ 34 w 25"/>
                <a:gd name="T25" fmla="*/ 68 h 24"/>
                <a:gd name="T26" fmla="*/ 69 w 25"/>
                <a:gd name="T27" fmla="*/ 26 h 24"/>
                <a:gd name="T28" fmla="*/ 67 w 25"/>
                <a:gd name="T29" fmla="*/ 26 h 24"/>
                <a:gd name="T30" fmla="*/ 102 w 25"/>
                <a:gd name="T31" fmla="*/ 0 h 24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5" h="24">
                  <a:moveTo>
                    <a:pt x="25" y="0"/>
                  </a:moveTo>
                  <a:cubicBezTo>
                    <a:pt x="23" y="2"/>
                    <a:pt x="19" y="1"/>
                    <a:pt x="16" y="2"/>
                  </a:cubicBezTo>
                  <a:cubicBezTo>
                    <a:pt x="11" y="3"/>
                    <a:pt x="5" y="6"/>
                    <a:pt x="0" y="9"/>
                  </a:cubicBezTo>
                  <a:cubicBezTo>
                    <a:pt x="5" y="8"/>
                    <a:pt x="8" y="6"/>
                    <a:pt x="13" y="7"/>
                  </a:cubicBezTo>
                  <a:cubicBezTo>
                    <a:pt x="10" y="9"/>
                    <a:pt x="6" y="11"/>
                    <a:pt x="3" y="13"/>
                  </a:cubicBezTo>
                  <a:cubicBezTo>
                    <a:pt x="6" y="13"/>
                    <a:pt x="9" y="14"/>
                    <a:pt x="11" y="13"/>
                  </a:cubicBezTo>
                  <a:cubicBezTo>
                    <a:pt x="10" y="15"/>
                    <a:pt x="9" y="17"/>
                    <a:pt x="8" y="19"/>
                  </a:cubicBezTo>
                  <a:cubicBezTo>
                    <a:pt x="10" y="20"/>
                    <a:pt x="12" y="18"/>
                    <a:pt x="14" y="18"/>
                  </a:cubicBezTo>
                  <a:cubicBezTo>
                    <a:pt x="13" y="20"/>
                    <a:pt x="12" y="22"/>
                    <a:pt x="11" y="24"/>
                  </a:cubicBezTo>
                  <a:cubicBezTo>
                    <a:pt x="15" y="23"/>
                    <a:pt x="18" y="21"/>
                    <a:pt x="23" y="22"/>
                  </a:cubicBezTo>
                  <a:cubicBezTo>
                    <a:pt x="18" y="22"/>
                    <a:pt x="12" y="22"/>
                    <a:pt x="7" y="21"/>
                  </a:cubicBezTo>
                  <a:cubicBezTo>
                    <a:pt x="9" y="18"/>
                    <a:pt x="11" y="16"/>
                    <a:pt x="14" y="15"/>
                  </a:cubicBezTo>
                  <a:cubicBezTo>
                    <a:pt x="12" y="15"/>
                    <a:pt x="10" y="15"/>
                    <a:pt x="8" y="16"/>
                  </a:cubicBezTo>
                  <a:cubicBezTo>
                    <a:pt x="11" y="13"/>
                    <a:pt x="16" y="11"/>
                    <a:pt x="17" y="6"/>
                  </a:cubicBezTo>
                  <a:cubicBezTo>
                    <a:pt x="16" y="6"/>
                    <a:pt x="16" y="6"/>
                    <a:pt x="16" y="6"/>
                  </a:cubicBezTo>
                  <a:cubicBezTo>
                    <a:pt x="17" y="3"/>
                    <a:pt x="22" y="0"/>
                    <a:pt x="25" y="0"/>
                  </a:cubicBezTo>
                </a:path>
              </a:pathLst>
            </a:custGeom>
            <a:solidFill>
              <a:srgbClr val="6727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8495" name="Freeform 319">
              <a:extLst>
                <a:ext uri="{FF2B5EF4-FFF2-40B4-BE49-F238E27FC236}">
                  <a16:creationId xmlns:a16="http://schemas.microsoft.com/office/drawing/2014/main" id="{077911E1-0BB1-4E62-A561-D78DD43E9A1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1" y="1874"/>
              <a:ext cx="50" cy="117"/>
            </a:xfrm>
            <a:custGeom>
              <a:avLst/>
              <a:gdLst>
                <a:gd name="T0" fmla="*/ 123 w 31"/>
                <a:gd name="T1" fmla="*/ 0 h 73"/>
                <a:gd name="T2" fmla="*/ 84 w 31"/>
                <a:gd name="T3" fmla="*/ 165 h 73"/>
                <a:gd name="T4" fmla="*/ 16 w 31"/>
                <a:gd name="T5" fmla="*/ 301 h 73"/>
                <a:gd name="T6" fmla="*/ 84 w 31"/>
                <a:gd name="T7" fmla="*/ 178 h 73"/>
                <a:gd name="T8" fmla="*/ 60 w 31"/>
                <a:gd name="T9" fmla="*/ 239 h 73"/>
                <a:gd name="T10" fmla="*/ 115 w 31"/>
                <a:gd name="T11" fmla="*/ 131 h 73"/>
                <a:gd name="T12" fmla="*/ 110 w 31"/>
                <a:gd name="T13" fmla="*/ 162 h 73"/>
                <a:gd name="T14" fmla="*/ 124 w 31"/>
                <a:gd name="T15" fmla="*/ 98 h 73"/>
                <a:gd name="T16" fmla="*/ 118 w 31"/>
                <a:gd name="T17" fmla="*/ 8 h 7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1" h="73">
                  <a:moveTo>
                    <a:pt x="29" y="0"/>
                  </a:moveTo>
                  <a:cubicBezTo>
                    <a:pt x="29" y="15"/>
                    <a:pt x="29" y="28"/>
                    <a:pt x="20" y="40"/>
                  </a:cubicBezTo>
                  <a:cubicBezTo>
                    <a:pt x="14" y="48"/>
                    <a:pt x="0" y="61"/>
                    <a:pt x="4" y="73"/>
                  </a:cubicBezTo>
                  <a:cubicBezTo>
                    <a:pt x="5" y="62"/>
                    <a:pt x="14" y="52"/>
                    <a:pt x="20" y="43"/>
                  </a:cubicBezTo>
                  <a:cubicBezTo>
                    <a:pt x="17" y="48"/>
                    <a:pt x="14" y="53"/>
                    <a:pt x="14" y="58"/>
                  </a:cubicBezTo>
                  <a:cubicBezTo>
                    <a:pt x="19" y="50"/>
                    <a:pt x="21" y="40"/>
                    <a:pt x="27" y="32"/>
                  </a:cubicBezTo>
                  <a:cubicBezTo>
                    <a:pt x="28" y="34"/>
                    <a:pt x="27" y="37"/>
                    <a:pt x="26" y="39"/>
                  </a:cubicBezTo>
                  <a:cubicBezTo>
                    <a:pt x="26" y="34"/>
                    <a:pt x="29" y="29"/>
                    <a:pt x="30" y="24"/>
                  </a:cubicBezTo>
                  <a:cubicBezTo>
                    <a:pt x="31" y="17"/>
                    <a:pt x="30" y="9"/>
                    <a:pt x="28" y="2"/>
                  </a:cubicBezTo>
                </a:path>
              </a:pathLst>
            </a:custGeom>
            <a:solidFill>
              <a:srgbClr val="6727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8496" name="Freeform 320">
              <a:extLst>
                <a:ext uri="{FF2B5EF4-FFF2-40B4-BE49-F238E27FC236}">
                  <a16:creationId xmlns:a16="http://schemas.microsoft.com/office/drawing/2014/main" id="{56D613BE-2181-4DB6-BBB7-678ACDA946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4" y="1922"/>
              <a:ext cx="48" cy="145"/>
            </a:xfrm>
            <a:custGeom>
              <a:avLst/>
              <a:gdLst>
                <a:gd name="T0" fmla="*/ 77 w 30"/>
                <a:gd name="T1" fmla="*/ 0 h 90"/>
                <a:gd name="T2" fmla="*/ 110 w 30"/>
                <a:gd name="T3" fmla="*/ 68 h 90"/>
                <a:gd name="T4" fmla="*/ 102 w 30"/>
                <a:gd name="T5" fmla="*/ 197 h 90"/>
                <a:gd name="T6" fmla="*/ 42 w 30"/>
                <a:gd name="T7" fmla="*/ 296 h 90"/>
                <a:gd name="T8" fmla="*/ 0 w 30"/>
                <a:gd name="T9" fmla="*/ 377 h 90"/>
                <a:gd name="T10" fmla="*/ 61 w 30"/>
                <a:gd name="T11" fmla="*/ 218 h 90"/>
                <a:gd name="T12" fmla="*/ 35 w 30"/>
                <a:gd name="T13" fmla="*/ 255 h 90"/>
                <a:gd name="T14" fmla="*/ 74 w 30"/>
                <a:gd name="T15" fmla="*/ 102 h 90"/>
                <a:gd name="T16" fmla="*/ 86 w 30"/>
                <a:gd name="T17" fmla="*/ 171 h 90"/>
                <a:gd name="T18" fmla="*/ 67 w 30"/>
                <a:gd name="T19" fmla="*/ 39 h 90"/>
                <a:gd name="T20" fmla="*/ 94 w 30"/>
                <a:gd name="T21" fmla="*/ 71 h 90"/>
                <a:gd name="T22" fmla="*/ 77 w 30"/>
                <a:gd name="T23" fmla="*/ 13 h 9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0" h="90">
                  <a:moveTo>
                    <a:pt x="19" y="0"/>
                  </a:moveTo>
                  <a:cubicBezTo>
                    <a:pt x="19" y="6"/>
                    <a:pt x="25" y="11"/>
                    <a:pt x="27" y="16"/>
                  </a:cubicBezTo>
                  <a:cubicBezTo>
                    <a:pt x="30" y="26"/>
                    <a:pt x="28" y="37"/>
                    <a:pt x="25" y="47"/>
                  </a:cubicBezTo>
                  <a:cubicBezTo>
                    <a:pt x="22" y="56"/>
                    <a:pt x="16" y="63"/>
                    <a:pt x="10" y="71"/>
                  </a:cubicBezTo>
                  <a:cubicBezTo>
                    <a:pt x="7" y="76"/>
                    <a:pt x="0" y="84"/>
                    <a:pt x="0" y="90"/>
                  </a:cubicBezTo>
                  <a:cubicBezTo>
                    <a:pt x="5" y="77"/>
                    <a:pt x="8" y="64"/>
                    <a:pt x="15" y="52"/>
                  </a:cubicBezTo>
                  <a:cubicBezTo>
                    <a:pt x="13" y="55"/>
                    <a:pt x="11" y="58"/>
                    <a:pt x="9" y="61"/>
                  </a:cubicBezTo>
                  <a:cubicBezTo>
                    <a:pt x="12" y="48"/>
                    <a:pt x="26" y="39"/>
                    <a:pt x="18" y="24"/>
                  </a:cubicBezTo>
                  <a:cubicBezTo>
                    <a:pt x="17" y="30"/>
                    <a:pt x="20" y="36"/>
                    <a:pt x="21" y="41"/>
                  </a:cubicBezTo>
                  <a:cubicBezTo>
                    <a:pt x="21" y="31"/>
                    <a:pt x="15" y="20"/>
                    <a:pt x="16" y="9"/>
                  </a:cubicBezTo>
                  <a:cubicBezTo>
                    <a:pt x="17" y="12"/>
                    <a:pt x="19" y="17"/>
                    <a:pt x="23" y="17"/>
                  </a:cubicBezTo>
                  <a:cubicBezTo>
                    <a:pt x="24" y="12"/>
                    <a:pt x="19" y="8"/>
                    <a:pt x="19" y="3"/>
                  </a:cubicBezTo>
                </a:path>
              </a:pathLst>
            </a:custGeom>
            <a:solidFill>
              <a:srgbClr val="571E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8497" name="Freeform 321">
              <a:extLst>
                <a:ext uri="{FF2B5EF4-FFF2-40B4-BE49-F238E27FC236}">
                  <a16:creationId xmlns:a16="http://schemas.microsoft.com/office/drawing/2014/main" id="{EAA933B1-9E94-499D-8827-4B291CEDBA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9" y="1663"/>
              <a:ext cx="40" cy="160"/>
            </a:xfrm>
            <a:custGeom>
              <a:avLst/>
              <a:gdLst>
                <a:gd name="T0" fmla="*/ 102 w 25"/>
                <a:gd name="T1" fmla="*/ 0 h 100"/>
                <a:gd name="T2" fmla="*/ 74 w 25"/>
                <a:gd name="T3" fmla="*/ 102 h 100"/>
                <a:gd name="T4" fmla="*/ 61 w 25"/>
                <a:gd name="T5" fmla="*/ 189 h 100"/>
                <a:gd name="T6" fmla="*/ 21 w 25"/>
                <a:gd name="T7" fmla="*/ 246 h 100"/>
                <a:gd name="T8" fmla="*/ 0 w 25"/>
                <a:gd name="T9" fmla="*/ 355 h 100"/>
                <a:gd name="T10" fmla="*/ 34 w 25"/>
                <a:gd name="T11" fmla="*/ 278 h 100"/>
                <a:gd name="T12" fmla="*/ 26 w 25"/>
                <a:gd name="T13" fmla="*/ 328 h 100"/>
                <a:gd name="T14" fmla="*/ 82 w 25"/>
                <a:gd name="T15" fmla="*/ 205 h 100"/>
                <a:gd name="T16" fmla="*/ 86 w 25"/>
                <a:gd name="T17" fmla="*/ 410 h 100"/>
                <a:gd name="T18" fmla="*/ 102 w 25"/>
                <a:gd name="T19" fmla="*/ 210 h 100"/>
                <a:gd name="T20" fmla="*/ 90 w 25"/>
                <a:gd name="T21" fmla="*/ 272 h 100"/>
                <a:gd name="T22" fmla="*/ 98 w 25"/>
                <a:gd name="T23" fmla="*/ 157 h 100"/>
                <a:gd name="T24" fmla="*/ 77 w 25"/>
                <a:gd name="T25" fmla="*/ 200 h 100"/>
                <a:gd name="T26" fmla="*/ 98 w 25"/>
                <a:gd name="T27" fmla="*/ 8 h 10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5" h="100">
                  <a:moveTo>
                    <a:pt x="25" y="0"/>
                  </a:moveTo>
                  <a:cubicBezTo>
                    <a:pt x="22" y="8"/>
                    <a:pt x="19" y="17"/>
                    <a:pt x="18" y="25"/>
                  </a:cubicBezTo>
                  <a:cubicBezTo>
                    <a:pt x="18" y="32"/>
                    <a:pt x="18" y="39"/>
                    <a:pt x="15" y="46"/>
                  </a:cubicBezTo>
                  <a:cubicBezTo>
                    <a:pt x="13" y="52"/>
                    <a:pt x="8" y="55"/>
                    <a:pt x="5" y="60"/>
                  </a:cubicBezTo>
                  <a:cubicBezTo>
                    <a:pt x="0" y="68"/>
                    <a:pt x="0" y="78"/>
                    <a:pt x="0" y="87"/>
                  </a:cubicBezTo>
                  <a:cubicBezTo>
                    <a:pt x="2" y="80"/>
                    <a:pt x="4" y="74"/>
                    <a:pt x="8" y="68"/>
                  </a:cubicBezTo>
                  <a:cubicBezTo>
                    <a:pt x="7" y="72"/>
                    <a:pt x="6" y="75"/>
                    <a:pt x="6" y="80"/>
                  </a:cubicBezTo>
                  <a:cubicBezTo>
                    <a:pt x="9" y="67"/>
                    <a:pt x="13" y="60"/>
                    <a:pt x="20" y="50"/>
                  </a:cubicBezTo>
                  <a:cubicBezTo>
                    <a:pt x="12" y="64"/>
                    <a:pt x="12" y="87"/>
                    <a:pt x="21" y="100"/>
                  </a:cubicBezTo>
                  <a:cubicBezTo>
                    <a:pt x="16" y="87"/>
                    <a:pt x="15" y="62"/>
                    <a:pt x="25" y="51"/>
                  </a:cubicBezTo>
                  <a:cubicBezTo>
                    <a:pt x="23" y="56"/>
                    <a:pt x="22" y="61"/>
                    <a:pt x="22" y="66"/>
                  </a:cubicBezTo>
                  <a:cubicBezTo>
                    <a:pt x="22" y="57"/>
                    <a:pt x="24" y="47"/>
                    <a:pt x="24" y="38"/>
                  </a:cubicBezTo>
                  <a:cubicBezTo>
                    <a:pt x="23" y="42"/>
                    <a:pt x="18" y="46"/>
                    <a:pt x="19" y="49"/>
                  </a:cubicBezTo>
                  <a:cubicBezTo>
                    <a:pt x="23" y="33"/>
                    <a:pt x="21" y="18"/>
                    <a:pt x="24" y="2"/>
                  </a:cubicBezTo>
                </a:path>
              </a:pathLst>
            </a:custGeom>
            <a:solidFill>
              <a:srgbClr val="571E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8498" name="Freeform 322">
              <a:extLst>
                <a:ext uri="{FF2B5EF4-FFF2-40B4-BE49-F238E27FC236}">
                  <a16:creationId xmlns:a16="http://schemas.microsoft.com/office/drawing/2014/main" id="{8C5DDAAC-ABCA-44B4-BDA0-BA947692455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6" y="1621"/>
              <a:ext cx="69" cy="64"/>
            </a:xfrm>
            <a:custGeom>
              <a:avLst/>
              <a:gdLst>
                <a:gd name="T0" fmla="*/ 162 w 43"/>
                <a:gd name="T1" fmla="*/ 0 h 40"/>
                <a:gd name="T2" fmla="*/ 75 w 43"/>
                <a:gd name="T3" fmla="*/ 46 h 40"/>
                <a:gd name="T4" fmla="*/ 0 w 43"/>
                <a:gd name="T5" fmla="*/ 138 h 40"/>
                <a:gd name="T6" fmla="*/ 35 w 43"/>
                <a:gd name="T7" fmla="*/ 102 h 40"/>
                <a:gd name="T8" fmla="*/ 13 w 43"/>
                <a:gd name="T9" fmla="*/ 136 h 40"/>
                <a:gd name="T10" fmla="*/ 35 w 43"/>
                <a:gd name="T11" fmla="*/ 115 h 40"/>
                <a:gd name="T12" fmla="*/ 5 w 43"/>
                <a:gd name="T13" fmla="*/ 163 h 40"/>
                <a:gd name="T14" fmla="*/ 55 w 43"/>
                <a:gd name="T15" fmla="*/ 128 h 40"/>
                <a:gd name="T16" fmla="*/ 29 w 43"/>
                <a:gd name="T17" fmla="*/ 157 h 40"/>
                <a:gd name="T18" fmla="*/ 63 w 43"/>
                <a:gd name="T19" fmla="*/ 128 h 40"/>
                <a:gd name="T20" fmla="*/ 116 w 43"/>
                <a:gd name="T21" fmla="*/ 74 h 40"/>
                <a:gd name="T22" fmla="*/ 178 w 43"/>
                <a:gd name="T23" fmla="*/ 35 h 40"/>
                <a:gd name="T24" fmla="*/ 67 w 43"/>
                <a:gd name="T25" fmla="*/ 102 h 40"/>
                <a:gd name="T26" fmla="*/ 124 w 43"/>
                <a:gd name="T27" fmla="*/ 46 h 40"/>
                <a:gd name="T28" fmla="*/ 77 w 43"/>
                <a:gd name="T29" fmla="*/ 74 h 40"/>
                <a:gd name="T30" fmla="*/ 128 w 43"/>
                <a:gd name="T31" fmla="*/ 26 h 40"/>
                <a:gd name="T32" fmla="*/ 116 w 43"/>
                <a:gd name="T33" fmla="*/ 34 h 40"/>
                <a:gd name="T34" fmla="*/ 152 w 43"/>
                <a:gd name="T35" fmla="*/ 5 h 40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43" h="40">
                  <a:moveTo>
                    <a:pt x="39" y="0"/>
                  </a:moveTo>
                  <a:cubicBezTo>
                    <a:pt x="31" y="0"/>
                    <a:pt x="23" y="6"/>
                    <a:pt x="18" y="11"/>
                  </a:cubicBezTo>
                  <a:cubicBezTo>
                    <a:pt x="12" y="18"/>
                    <a:pt x="4" y="26"/>
                    <a:pt x="0" y="34"/>
                  </a:cubicBezTo>
                  <a:cubicBezTo>
                    <a:pt x="3" y="31"/>
                    <a:pt x="6" y="26"/>
                    <a:pt x="9" y="25"/>
                  </a:cubicBezTo>
                  <a:cubicBezTo>
                    <a:pt x="7" y="27"/>
                    <a:pt x="4" y="30"/>
                    <a:pt x="3" y="33"/>
                  </a:cubicBezTo>
                  <a:cubicBezTo>
                    <a:pt x="5" y="32"/>
                    <a:pt x="7" y="30"/>
                    <a:pt x="9" y="28"/>
                  </a:cubicBezTo>
                  <a:cubicBezTo>
                    <a:pt x="7" y="32"/>
                    <a:pt x="2" y="35"/>
                    <a:pt x="1" y="40"/>
                  </a:cubicBezTo>
                  <a:cubicBezTo>
                    <a:pt x="4" y="36"/>
                    <a:pt x="8" y="33"/>
                    <a:pt x="13" y="31"/>
                  </a:cubicBezTo>
                  <a:cubicBezTo>
                    <a:pt x="10" y="33"/>
                    <a:pt x="8" y="36"/>
                    <a:pt x="7" y="38"/>
                  </a:cubicBezTo>
                  <a:cubicBezTo>
                    <a:pt x="9" y="35"/>
                    <a:pt x="13" y="33"/>
                    <a:pt x="15" y="31"/>
                  </a:cubicBezTo>
                  <a:cubicBezTo>
                    <a:pt x="19" y="26"/>
                    <a:pt x="23" y="22"/>
                    <a:pt x="28" y="18"/>
                  </a:cubicBezTo>
                  <a:cubicBezTo>
                    <a:pt x="32" y="14"/>
                    <a:pt x="38" y="11"/>
                    <a:pt x="43" y="9"/>
                  </a:cubicBezTo>
                  <a:cubicBezTo>
                    <a:pt x="32" y="8"/>
                    <a:pt x="24" y="19"/>
                    <a:pt x="16" y="25"/>
                  </a:cubicBezTo>
                  <a:cubicBezTo>
                    <a:pt x="20" y="20"/>
                    <a:pt x="26" y="16"/>
                    <a:pt x="30" y="11"/>
                  </a:cubicBezTo>
                  <a:cubicBezTo>
                    <a:pt x="27" y="12"/>
                    <a:pt x="22" y="15"/>
                    <a:pt x="19" y="18"/>
                  </a:cubicBezTo>
                  <a:cubicBezTo>
                    <a:pt x="23" y="14"/>
                    <a:pt x="29" y="10"/>
                    <a:pt x="31" y="6"/>
                  </a:cubicBezTo>
                  <a:cubicBezTo>
                    <a:pt x="30" y="7"/>
                    <a:pt x="29" y="8"/>
                    <a:pt x="28" y="8"/>
                  </a:cubicBezTo>
                  <a:cubicBezTo>
                    <a:pt x="30" y="6"/>
                    <a:pt x="33" y="1"/>
                    <a:pt x="37" y="1"/>
                  </a:cubicBezTo>
                </a:path>
              </a:pathLst>
            </a:custGeom>
            <a:solidFill>
              <a:srgbClr val="571E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8499" name="Freeform 323">
              <a:extLst>
                <a:ext uri="{FF2B5EF4-FFF2-40B4-BE49-F238E27FC236}">
                  <a16:creationId xmlns:a16="http://schemas.microsoft.com/office/drawing/2014/main" id="{80901E5D-C5A5-42A8-9509-47A86955924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4" y="1634"/>
              <a:ext cx="25" cy="37"/>
            </a:xfrm>
            <a:custGeom>
              <a:avLst/>
              <a:gdLst>
                <a:gd name="T0" fmla="*/ 47 w 16"/>
                <a:gd name="T1" fmla="*/ 0 h 23"/>
                <a:gd name="T2" fmla="*/ 5 w 16"/>
                <a:gd name="T3" fmla="*/ 55 h 23"/>
                <a:gd name="T4" fmla="*/ 27 w 16"/>
                <a:gd name="T5" fmla="*/ 29 h 23"/>
                <a:gd name="T6" fmla="*/ 8 w 16"/>
                <a:gd name="T7" fmla="*/ 63 h 23"/>
                <a:gd name="T8" fmla="*/ 22 w 16"/>
                <a:gd name="T9" fmla="*/ 47 h 23"/>
                <a:gd name="T10" fmla="*/ 0 w 16"/>
                <a:gd name="T11" fmla="*/ 97 h 23"/>
                <a:gd name="T12" fmla="*/ 61 w 16"/>
                <a:gd name="T13" fmla="*/ 26 h 23"/>
                <a:gd name="T14" fmla="*/ 27 w 16"/>
                <a:gd name="T15" fmla="*/ 60 h 23"/>
                <a:gd name="T16" fmla="*/ 42 w 16"/>
                <a:gd name="T17" fmla="*/ 34 h 23"/>
                <a:gd name="T18" fmla="*/ 27 w 16"/>
                <a:gd name="T19" fmla="*/ 47 h 23"/>
                <a:gd name="T20" fmla="*/ 47 w 16"/>
                <a:gd name="T21" fmla="*/ 16 h 23"/>
                <a:gd name="T22" fmla="*/ 34 w 16"/>
                <a:gd name="T23" fmla="*/ 21 h 23"/>
                <a:gd name="T24" fmla="*/ 42 w 16"/>
                <a:gd name="T25" fmla="*/ 13 h 2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6" h="23">
                  <a:moveTo>
                    <a:pt x="12" y="0"/>
                  </a:moveTo>
                  <a:cubicBezTo>
                    <a:pt x="8" y="3"/>
                    <a:pt x="2" y="8"/>
                    <a:pt x="1" y="13"/>
                  </a:cubicBezTo>
                  <a:cubicBezTo>
                    <a:pt x="3" y="11"/>
                    <a:pt x="5" y="9"/>
                    <a:pt x="7" y="7"/>
                  </a:cubicBezTo>
                  <a:cubicBezTo>
                    <a:pt x="6" y="10"/>
                    <a:pt x="3" y="12"/>
                    <a:pt x="2" y="15"/>
                  </a:cubicBezTo>
                  <a:cubicBezTo>
                    <a:pt x="3" y="14"/>
                    <a:pt x="4" y="12"/>
                    <a:pt x="6" y="11"/>
                  </a:cubicBezTo>
                  <a:cubicBezTo>
                    <a:pt x="4" y="15"/>
                    <a:pt x="1" y="19"/>
                    <a:pt x="0" y="23"/>
                  </a:cubicBezTo>
                  <a:cubicBezTo>
                    <a:pt x="6" y="18"/>
                    <a:pt x="10" y="11"/>
                    <a:pt x="16" y="6"/>
                  </a:cubicBezTo>
                  <a:cubicBezTo>
                    <a:pt x="13" y="8"/>
                    <a:pt x="11" y="12"/>
                    <a:pt x="7" y="14"/>
                  </a:cubicBezTo>
                  <a:cubicBezTo>
                    <a:pt x="9" y="12"/>
                    <a:pt x="10" y="10"/>
                    <a:pt x="11" y="8"/>
                  </a:cubicBezTo>
                  <a:cubicBezTo>
                    <a:pt x="10" y="9"/>
                    <a:pt x="9" y="10"/>
                    <a:pt x="7" y="11"/>
                  </a:cubicBezTo>
                  <a:cubicBezTo>
                    <a:pt x="9" y="9"/>
                    <a:pt x="11" y="7"/>
                    <a:pt x="12" y="4"/>
                  </a:cubicBezTo>
                  <a:cubicBezTo>
                    <a:pt x="11" y="4"/>
                    <a:pt x="10" y="4"/>
                    <a:pt x="9" y="5"/>
                  </a:cubicBezTo>
                  <a:cubicBezTo>
                    <a:pt x="10" y="4"/>
                    <a:pt x="10" y="3"/>
                    <a:pt x="11" y="3"/>
                  </a:cubicBezTo>
                </a:path>
              </a:pathLst>
            </a:custGeom>
            <a:solidFill>
              <a:srgbClr val="6727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8500" name="Freeform 324">
              <a:extLst>
                <a:ext uri="{FF2B5EF4-FFF2-40B4-BE49-F238E27FC236}">
                  <a16:creationId xmlns:a16="http://schemas.microsoft.com/office/drawing/2014/main" id="{2343A14C-718D-4888-8BE8-4374B7C7340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2" y="1698"/>
              <a:ext cx="22" cy="114"/>
            </a:xfrm>
            <a:custGeom>
              <a:avLst/>
              <a:gdLst>
                <a:gd name="T0" fmla="*/ 20 w 14"/>
                <a:gd name="T1" fmla="*/ 0 h 71"/>
                <a:gd name="T2" fmla="*/ 31 w 14"/>
                <a:gd name="T3" fmla="*/ 47 h 71"/>
                <a:gd name="T4" fmla="*/ 31 w 14"/>
                <a:gd name="T5" fmla="*/ 120 h 71"/>
                <a:gd name="T6" fmla="*/ 0 w 14"/>
                <a:gd name="T7" fmla="*/ 247 h 71"/>
                <a:gd name="T8" fmla="*/ 22 w 14"/>
                <a:gd name="T9" fmla="*/ 186 h 71"/>
                <a:gd name="T10" fmla="*/ 14 w 14"/>
                <a:gd name="T11" fmla="*/ 252 h 71"/>
                <a:gd name="T12" fmla="*/ 20 w 14"/>
                <a:gd name="T13" fmla="*/ 247 h 71"/>
                <a:gd name="T14" fmla="*/ 14 w 14"/>
                <a:gd name="T15" fmla="*/ 294 h 71"/>
                <a:gd name="T16" fmla="*/ 47 w 14"/>
                <a:gd name="T17" fmla="*/ 214 h 71"/>
                <a:gd name="T18" fmla="*/ 55 w 14"/>
                <a:gd name="T19" fmla="*/ 128 h 71"/>
                <a:gd name="T20" fmla="*/ 42 w 14"/>
                <a:gd name="T21" fmla="*/ 75 h 71"/>
                <a:gd name="T22" fmla="*/ 20 w 14"/>
                <a:gd name="T23" fmla="*/ 13 h 7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4" h="71">
                  <a:moveTo>
                    <a:pt x="5" y="0"/>
                  </a:moveTo>
                  <a:cubicBezTo>
                    <a:pt x="4" y="3"/>
                    <a:pt x="7" y="7"/>
                    <a:pt x="8" y="11"/>
                  </a:cubicBezTo>
                  <a:cubicBezTo>
                    <a:pt x="9" y="17"/>
                    <a:pt x="9" y="23"/>
                    <a:pt x="8" y="29"/>
                  </a:cubicBezTo>
                  <a:cubicBezTo>
                    <a:pt x="7" y="40"/>
                    <a:pt x="3" y="50"/>
                    <a:pt x="0" y="60"/>
                  </a:cubicBezTo>
                  <a:cubicBezTo>
                    <a:pt x="2" y="55"/>
                    <a:pt x="4" y="50"/>
                    <a:pt x="6" y="45"/>
                  </a:cubicBezTo>
                  <a:cubicBezTo>
                    <a:pt x="7" y="50"/>
                    <a:pt x="5" y="56"/>
                    <a:pt x="4" y="61"/>
                  </a:cubicBezTo>
                  <a:cubicBezTo>
                    <a:pt x="4" y="61"/>
                    <a:pt x="4" y="60"/>
                    <a:pt x="5" y="60"/>
                  </a:cubicBezTo>
                  <a:cubicBezTo>
                    <a:pt x="6" y="63"/>
                    <a:pt x="4" y="67"/>
                    <a:pt x="4" y="71"/>
                  </a:cubicBezTo>
                  <a:cubicBezTo>
                    <a:pt x="5" y="64"/>
                    <a:pt x="10" y="59"/>
                    <a:pt x="12" y="52"/>
                  </a:cubicBezTo>
                  <a:cubicBezTo>
                    <a:pt x="14" y="45"/>
                    <a:pt x="14" y="38"/>
                    <a:pt x="14" y="31"/>
                  </a:cubicBezTo>
                  <a:cubicBezTo>
                    <a:pt x="14" y="26"/>
                    <a:pt x="13" y="23"/>
                    <a:pt x="11" y="18"/>
                  </a:cubicBezTo>
                  <a:cubicBezTo>
                    <a:pt x="9" y="13"/>
                    <a:pt x="9" y="6"/>
                    <a:pt x="5" y="3"/>
                  </a:cubicBezTo>
                </a:path>
              </a:pathLst>
            </a:custGeom>
            <a:solidFill>
              <a:srgbClr val="3711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8501" name="Rectangle 325">
              <a:extLst>
                <a:ext uri="{FF2B5EF4-FFF2-40B4-BE49-F238E27FC236}">
                  <a16:creationId xmlns:a16="http://schemas.microsoft.com/office/drawing/2014/main" id="{540022C9-0F3F-40E9-8CD8-A29DA92602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8" y="1394"/>
              <a:ext cx="1374" cy="1741"/>
            </a:xfrm>
            <a:prstGeom prst="rect">
              <a:avLst/>
            </a:prstGeom>
            <a:noFill/>
            <a:ln w="1111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</p:spTree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9396" name="female-healthcare-professional-with-folder">
            <a:extLst>
              <a:ext uri="{FF2B5EF4-FFF2-40B4-BE49-F238E27FC236}">
                <a16:creationId xmlns:a16="http://schemas.microsoft.com/office/drawing/2014/main" id="{654F5E8E-BB36-4899-AABE-3509BDC01638}"/>
              </a:ext>
            </a:extLst>
          </p:cNvPr>
          <p:cNvGrpSpPr>
            <a:grpSpLocks/>
          </p:cNvGrpSpPr>
          <p:nvPr/>
        </p:nvGrpSpPr>
        <p:grpSpPr bwMode="auto">
          <a:xfrm>
            <a:off x="3742898" y="1299031"/>
            <a:ext cx="1908175" cy="4959350"/>
            <a:chOff x="2210" y="718"/>
            <a:chExt cx="1202" cy="3124"/>
          </a:xfrm>
        </p:grpSpPr>
        <p:sp>
          <p:nvSpPr>
            <p:cNvPr id="59397" name="Freeform 604">
              <a:extLst>
                <a:ext uri="{FF2B5EF4-FFF2-40B4-BE49-F238E27FC236}">
                  <a16:creationId xmlns:a16="http://schemas.microsoft.com/office/drawing/2014/main" id="{E97A57C0-80A2-44C1-AE66-4A2361763A8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071" y="1850"/>
              <a:ext cx="201" cy="671"/>
            </a:xfrm>
            <a:custGeom>
              <a:avLst/>
              <a:gdLst>
                <a:gd name="T0" fmla="*/ 180 w 211"/>
                <a:gd name="T1" fmla="*/ 472 h 704"/>
                <a:gd name="T2" fmla="*/ 171 w 211"/>
                <a:gd name="T3" fmla="*/ 417 h 704"/>
                <a:gd name="T4" fmla="*/ 156 w 211"/>
                <a:gd name="T5" fmla="*/ 360 h 704"/>
                <a:gd name="T6" fmla="*/ 138 w 211"/>
                <a:gd name="T7" fmla="*/ 294 h 704"/>
                <a:gd name="T8" fmla="*/ 103 w 211"/>
                <a:gd name="T9" fmla="*/ 145 h 704"/>
                <a:gd name="T10" fmla="*/ 76 w 211"/>
                <a:gd name="T11" fmla="*/ 36 h 704"/>
                <a:gd name="T12" fmla="*/ 71 w 211"/>
                <a:gd name="T13" fmla="*/ 3 h 704"/>
                <a:gd name="T14" fmla="*/ 0 w 211"/>
                <a:gd name="T15" fmla="*/ 0 h 704"/>
                <a:gd name="T16" fmla="*/ 5 w 211"/>
                <a:gd name="T17" fmla="*/ 182 h 704"/>
                <a:gd name="T18" fmla="*/ 86 w 211"/>
                <a:gd name="T19" fmla="*/ 352 h 704"/>
                <a:gd name="T20" fmla="*/ 87 w 211"/>
                <a:gd name="T21" fmla="*/ 397 h 704"/>
                <a:gd name="T22" fmla="*/ 87 w 211"/>
                <a:gd name="T23" fmla="*/ 458 h 704"/>
                <a:gd name="T24" fmla="*/ 85 w 211"/>
                <a:gd name="T25" fmla="*/ 501 h 704"/>
                <a:gd name="T26" fmla="*/ 82 w 211"/>
                <a:gd name="T27" fmla="*/ 543 h 704"/>
                <a:gd name="T28" fmla="*/ 90 w 211"/>
                <a:gd name="T29" fmla="*/ 556 h 704"/>
                <a:gd name="T30" fmla="*/ 90 w 211"/>
                <a:gd name="T31" fmla="*/ 563 h 704"/>
                <a:gd name="T32" fmla="*/ 104 w 211"/>
                <a:gd name="T33" fmla="*/ 562 h 704"/>
                <a:gd name="T34" fmla="*/ 98 w 211"/>
                <a:gd name="T35" fmla="*/ 566 h 704"/>
                <a:gd name="T36" fmla="*/ 86 w 211"/>
                <a:gd name="T37" fmla="*/ 572 h 704"/>
                <a:gd name="T38" fmla="*/ 72 w 211"/>
                <a:gd name="T39" fmla="*/ 580 h 704"/>
                <a:gd name="T40" fmla="*/ 82 w 211"/>
                <a:gd name="T41" fmla="*/ 591 h 704"/>
                <a:gd name="T42" fmla="*/ 86 w 211"/>
                <a:gd name="T43" fmla="*/ 610 h 704"/>
                <a:gd name="T44" fmla="*/ 105 w 211"/>
                <a:gd name="T45" fmla="*/ 600 h 704"/>
                <a:gd name="T46" fmla="*/ 121 w 211"/>
                <a:gd name="T47" fmla="*/ 587 h 704"/>
                <a:gd name="T48" fmla="*/ 159 w 211"/>
                <a:gd name="T49" fmla="*/ 563 h 704"/>
                <a:gd name="T50" fmla="*/ 169 w 211"/>
                <a:gd name="T51" fmla="*/ 527 h 704"/>
                <a:gd name="T52" fmla="*/ 175 w 211"/>
                <a:gd name="T53" fmla="*/ 503 h 704"/>
                <a:gd name="T54" fmla="*/ 180 w 211"/>
                <a:gd name="T55" fmla="*/ 472 h 704"/>
                <a:gd name="T56" fmla="*/ 126 w 211"/>
                <a:gd name="T57" fmla="*/ 523 h 704"/>
                <a:gd name="T58" fmla="*/ 115 w 211"/>
                <a:gd name="T59" fmla="*/ 538 h 704"/>
                <a:gd name="T60" fmla="*/ 119 w 211"/>
                <a:gd name="T61" fmla="*/ 508 h 704"/>
                <a:gd name="T62" fmla="*/ 123 w 211"/>
                <a:gd name="T63" fmla="*/ 482 h 704"/>
                <a:gd name="T64" fmla="*/ 129 w 211"/>
                <a:gd name="T65" fmla="*/ 494 h 704"/>
                <a:gd name="T66" fmla="*/ 130 w 211"/>
                <a:gd name="T67" fmla="*/ 512 h 704"/>
                <a:gd name="T68" fmla="*/ 126 w 211"/>
                <a:gd name="T69" fmla="*/ 523 h 704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211" h="704">
                  <a:moveTo>
                    <a:pt x="208" y="544"/>
                  </a:moveTo>
                  <a:cubicBezTo>
                    <a:pt x="205" y="533"/>
                    <a:pt x="203" y="509"/>
                    <a:pt x="198" y="483"/>
                  </a:cubicBezTo>
                  <a:cubicBezTo>
                    <a:pt x="193" y="457"/>
                    <a:pt x="187" y="430"/>
                    <a:pt x="181" y="416"/>
                  </a:cubicBezTo>
                  <a:cubicBezTo>
                    <a:pt x="175" y="402"/>
                    <a:pt x="167" y="362"/>
                    <a:pt x="160" y="339"/>
                  </a:cubicBezTo>
                  <a:cubicBezTo>
                    <a:pt x="152" y="316"/>
                    <a:pt x="128" y="207"/>
                    <a:pt x="119" y="167"/>
                  </a:cubicBezTo>
                  <a:cubicBezTo>
                    <a:pt x="110" y="127"/>
                    <a:pt x="90" y="52"/>
                    <a:pt x="88" y="42"/>
                  </a:cubicBezTo>
                  <a:cubicBezTo>
                    <a:pt x="86" y="31"/>
                    <a:pt x="83" y="3"/>
                    <a:pt x="83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8"/>
                    <a:pt x="5" y="210"/>
                    <a:pt x="5" y="210"/>
                  </a:cubicBezTo>
                  <a:cubicBezTo>
                    <a:pt x="5" y="210"/>
                    <a:pt x="96" y="393"/>
                    <a:pt x="100" y="406"/>
                  </a:cubicBezTo>
                  <a:cubicBezTo>
                    <a:pt x="103" y="420"/>
                    <a:pt x="102" y="448"/>
                    <a:pt x="101" y="459"/>
                  </a:cubicBezTo>
                  <a:cubicBezTo>
                    <a:pt x="101" y="470"/>
                    <a:pt x="101" y="513"/>
                    <a:pt x="101" y="529"/>
                  </a:cubicBezTo>
                  <a:cubicBezTo>
                    <a:pt x="101" y="545"/>
                    <a:pt x="99" y="570"/>
                    <a:pt x="98" y="579"/>
                  </a:cubicBezTo>
                  <a:cubicBezTo>
                    <a:pt x="98" y="587"/>
                    <a:pt x="94" y="614"/>
                    <a:pt x="94" y="627"/>
                  </a:cubicBezTo>
                  <a:cubicBezTo>
                    <a:pt x="95" y="640"/>
                    <a:pt x="104" y="642"/>
                    <a:pt x="104" y="642"/>
                  </a:cubicBezTo>
                  <a:cubicBezTo>
                    <a:pt x="104" y="642"/>
                    <a:pt x="101" y="649"/>
                    <a:pt x="104" y="650"/>
                  </a:cubicBezTo>
                  <a:cubicBezTo>
                    <a:pt x="107" y="651"/>
                    <a:pt x="120" y="649"/>
                    <a:pt x="120" y="649"/>
                  </a:cubicBezTo>
                  <a:cubicBezTo>
                    <a:pt x="120" y="649"/>
                    <a:pt x="116" y="653"/>
                    <a:pt x="113" y="654"/>
                  </a:cubicBezTo>
                  <a:cubicBezTo>
                    <a:pt x="111" y="655"/>
                    <a:pt x="105" y="659"/>
                    <a:pt x="99" y="660"/>
                  </a:cubicBezTo>
                  <a:cubicBezTo>
                    <a:pt x="94" y="660"/>
                    <a:pt x="85" y="661"/>
                    <a:pt x="84" y="670"/>
                  </a:cubicBezTo>
                  <a:cubicBezTo>
                    <a:pt x="83" y="678"/>
                    <a:pt x="94" y="683"/>
                    <a:pt x="94" y="683"/>
                  </a:cubicBezTo>
                  <a:cubicBezTo>
                    <a:pt x="88" y="697"/>
                    <a:pt x="100" y="704"/>
                    <a:pt x="100" y="704"/>
                  </a:cubicBezTo>
                  <a:cubicBezTo>
                    <a:pt x="100" y="704"/>
                    <a:pt x="118" y="694"/>
                    <a:pt x="121" y="692"/>
                  </a:cubicBezTo>
                  <a:cubicBezTo>
                    <a:pt x="125" y="689"/>
                    <a:pt x="133" y="683"/>
                    <a:pt x="140" y="678"/>
                  </a:cubicBezTo>
                  <a:cubicBezTo>
                    <a:pt x="147" y="673"/>
                    <a:pt x="177" y="653"/>
                    <a:pt x="184" y="650"/>
                  </a:cubicBezTo>
                  <a:cubicBezTo>
                    <a:pt x="191" y="646"/>
                    <a:pt x="192" y="624"/>
                    <a:pt x="195" y="609"/>
                  </a:cubicBezTo>
                  <a:cubicBezTo>
                    <a:pt x="198" y="594"/>
                    <a:pt x="199" y="589"/>
                    <a:pt x="203" y="581"/>
                  </a:cubicBezTo>
                  <a:cubicBezTo>
                    <a:pt x="208" y="573"/>
                    <a:pt x="211" y="554"/>
                    <a:pt x="208" y="544"/>
                  </a:cubicBezTo>
                  <a:close/>
                  <a:moveTo>
                    <a:pt x="146" y="604"/>
                  </a:moveTo>
                  <a:cubicBezTo>
                    <a:pt x="145" y="609"/>
                    <a:pt x="137" y="622"/>
                    <a:pt x="133" y="621"/>
                  </a:cubicBezTo>
                  <a:cubicBezTo>
                    <a:pt x="133" y="621"/>
                    <a:pt x="137" y="597"/>
                    <a:pt x="137" y="587"/>
                  </a:cubicBezTo>
                  <a:cubicBezTo>
                    <a:pt x="137" y="578"/>
                    <a:pt x="142" y="557"/>
                    <a:pt x="142" y="557"/>
                  </a:cubicBezTo>
                  <a:cubicBezTo>
                    <a:pt x="142" y="557"/>
                    <a:pt x="149" y="565"/>
                    <a:pt x="149" y="570"/>
                  </a:cubicBezTo>
                  <a:cubicBezTo>
                    <a:pt x="150" y="576"/>
                    <a:pt x="150" y="591"/>
                    <a:pt x="150" y="591"/>
                  </a:cubicBezTo>
                  <a:cubicBezTo>
                    <a:pt x="150" y="591"/>
                    <a:pt x="147" y="599"/>
                    <a:pt x="146" y="604"/>
                  </a:cubicBezTo>
                  <a:close/>
                </a:path>
              </a:pathLst>
            </a:custGeom>
            <a:solidFill>
              <a:srgbClr val="F8F3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9398" name="Freeform 605">
              <a:extLst>
                <a:ext uri="{FF2B5EF4-FFF2-40B4-BE49-F238E27FC236}">
                  <a16:creationId xmlns:a16="http://schemas.microsoft.com/office/drawing/2014/main" id="{5B1BC6BF-D027-41B3-9FC3-159300E308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1" y="1851"/>
              <a:ext cx="144" cy="670"/>
            </a:xfrm>
            <a:custGeom>
              <a:avLst/>
              <a:gdLst>
                <a:gd name="T0" fmla="*/ 124 w 151"/>
                <a:gd name="T1" fmla="*/ 556 h 703"/>
                <a:gd name="T2" fmla="*/ 122 w 151"/>
                <a:gd name="T3" fmla="*/ 542 h 703"/>
                <a:gd name="T4" fmla="*/ 123 w 151"/>
                <a:gd name="T5" fmla="*/ 529 h 703"/>
                <a:gd name="T6" fmla="*/ 115 w 151"/>
                <a:gd name="T7" fmla="*/ 537 h 703"/>
                <a:gd name="T8" fmla="*/ 110 w 151"/>
                <a:gd name="T9" fmla="*/ 521 h 703"/>
                <a:gd name="T10" fmla="*/ 113 w 151"/>
                <a:gd name="T11" fmla="*/ 478 h 703"/>
                <a:gd name="T12" fmla="*/ 110 w 151"/>
                <a:gd name="T13" fmla="*/ 414 h 703"/>
                <a:gd name="T14" fmla="*/ 128 w 151"/>
                <a:gd name="T15" fmla="*/ 351 h 703"/>
                <a:gd name="T16" fmla="*/ 46 w 151"/>
                <a:gd name="T17" fmla="*/ 182 h 703"/>
                <a:gd name="T18" fmla="*/ 41 w 151"/>
                <a:gd name="T19" fmla="*/ 1 h 703"/>
                <a:gd name="T20" fmla="*/ 0 w 151"/>
                <a:gd name="T21" fmla="*/ 0 h 703"/>
                <a:gd name="T22" fmla="*/ 5 w 151"/>
                <a:gd name="T23" fmla="*/ 182 h 703"/>
                <a:gd name="T24" fmla="*/ 87 w 151"/>
                <a:gd name="T25" fmla="*/ 351 h 703"/>
                <a:gd name="T26" fmla="*/ 88 w 151"/>
                <a:gd name="T27" fmla="*/ 396 h 703"/>
                <a:gd name="T28" fmla="*/ 88 w 151"/>
                <a:gd name="T29" fmla="*/ 457 h 703"/>
                <a:gd name="T30" fmla="*/ 85 w 151"/>
                <a:gd name="T31" fmla="*/ 500 h 703"/>
                <a:gd name="T32" fmla="*/ 82 w 151"/>
                <a:gd name="T33" fmla="*/ 542 h 703"/>
                <a:gd name="T34" fmla="*/ 90 w 151"/>
                <a:gd name="T35" fmla="*/ 555 h 703"/>
                <a:gd name="T36" fmla="*/ 90 w 151"/>
                <a:gd name="T37" fmla="*/ 562 h 703"/>
                <a:gd name="T38" fmla="*/ 104 w 151"/>
                <a:gd name="T39" fmla="*/ 561 h 703"/>
                <a:gd name="T40" fmla="*/ 98 w 151"/>
                <a:gd name="T41" fmla="*/ 565 h 703"/>
                <a:gd name="T42" fmla="*/ 86 w 151"/>
                <a:gd name="T43" fmla="*/ 571 h 703"/>
                <a:gd name="T44" fmla="*/ 72 w 151"/>
                <a:gd name="T45" fmla="*/ 579 h 703"/>
                <a:gd name="T46" fmla="*/ 82 w 151"/>
                <a:gd name="T47" fmla="*/ 590 h 703"/>
                <a:gd name="T48" fmla="*/ 87 w 151"/>
                <a:gd name="T49" fmla="*/ 609 h 703"/>
                <a:gd name="T50" fmla="*/ 105 w 151"/>
                <a:gd name="T51" fmla="*/ 599 h 703"/>
                <a:gd name="T52" fmla="*/ 119 w 151"/>
                <a:gd name="T53" fmla="*/ 589 h 703"/>
                <a:gd name="T54" fmla="*/ 113 w 151"/>
                <a:gd name="T55" fmla="*/ 579 h 703"/>
                <a:gd name="T56" fmla="*/ 124 w 151"/>
                <a:gd name="T57" fmla="*/ 556 h 703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151" h="703">
                  <a:moveTo>
                    <a:pt x="143" y="642"/>
                  </a:moveTo>
                  <a:cubicBezTo>
                    <a:pt x="135" y="640"/>
                    <a:pt x="139" y="627"/>
                    <a:pt x="141" y="626"/>
                  </a:cubicBezTo>
                  <a:cubicBezTo>
                    <a:pt x="145" y="625"/>
                    <a:pt x="142" y="617"/>
                    <a:pt x="142" y="611"/>
                  </a:cubicBezTo>
                  <a:cubicBezTo>
                    <a:pt x="139" y="616"/>
                    <a:pt x="135" y="620"/>
                    <a:pt x="133" y="620"/>
                  </a:cubicBezTo>
                  <a:cubicBezTo>
                    <a:pt x="133" y="620"/>
                    <a:pt x="127" y="612"/>
                    <a:pt x="127" y="602"/>
                  </a:cubicBezTo>
                  <a:cubicBezTo>
                    <a:pt x="127" y="592"/>
                    <a:pt x="131" y="563"/>
                    <a:pt x="131" y="553"/>
                  </a:cubicBezTo>
                  <a:cubicBezTo>
                    <a:pt x="131" y="537"/>
                    <a:pt x="127" y="488"/>
                    <a:pt x="127" y="477"/>
                  </a:cubicBezTo>
                  <a:cubicBezTo>
                    <a:pt x="127" y="466"/>
                    <a:pt x="151" y="419"/>
                    <a:pt x="147" y="405"/>
                  </a:cubicBezTo>
                  <a:cubicBezTo>
                    <a:pt x="143" y="392"/>
                    <a:pt x="52" y="210"/>
                    <a:pt x="52" y="210"/>
                  </a:cubicBezTo>
                  <a:cubicBezTo>
                    <a:pt x="52" y="210"/>
                    <a:pt x="15" y="120"/>
                    <a:pt x="47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8"/>
                    <a:pt x="5" y="210"/>
                    <a:pt x="5" y="210"/>
                  </a:cubicBezTo>
                  <a:cubicBezTo>
                    <a:pt x="5" y="210"/>
                    <a:pt x="96" y="392"/>
                    <a:pt x="100" y="405"/>
                  </a:cubicBezTo>
                  <a:cubicBezTo>
                    <a:pt x="103" y="419"/>
                    <a:pt x="102" y="447"/>
                    <a:pt x="101" y="458"/>
                  </a:cubicBezTo>
                  <a:cubicBezTo>
                    <a:pt x="101" y="469"/>
                    <a:pt x="101" y="512"/>
                    <a:pt x="101" y="528"/>
                  </a:cubicBezTo>
                  <a:cubicBezTo>
                    <a:pt x="101" y="544"/>
                    <a:pt x="99" y="569"/>
                    <a:pt x="98" y="578"/>
                  </a:cubicBezTo>
                  <a:cubicBezTo>
                    <a:pt x="98" y="586"/>
                    <a:pt x="94" y="613"/>
                    <a:pt x="94" y="626"/>
                  </a:cubicBezTo>
                  <a:cubicBezTo>
                    <a:pt x="95" y="639"/>
                    <a:pt x="104" y="641"/>
                    <a:pt x="104" y="641"/>
                  </a:cubicBezTo>
                  <a:cubicBezTo>
                    <a:pt x="104" y="641"/>
                    <a:pt x="101" y="648"/>
                    <a:pt x="104" y="649"/>
                  </a:cubicBezTo>
                  <a:cubicBezTo>
                    <a:pt x="107" y="650"/>
                    <a:pt x="120" y="648"/>
                    <a:pt x="120" y="648"/>
                  </a:cubicBezTo>
                  <a:cubicBezTo>
                    <a:pt x="120" y="648"/>
                    <a:pt x="116" y="652"/>
                    <a:pt x="113" y="653"/>
                  </a:cubicBezTo>
                  <a:cubicBezTo>
                    <a:pt x="111" y="654"/>
                    <a:pt x="105" y="658"/>
                    <a:pt x="99" y="659"/>
                  </a:cubicBezTo>
                  <a:cubicBezTo>
                    <a:pt x="94" y="659"/>
                    <a:pt x="85" y="660"/>
                    <a:pt x="84" y="669"/>
                  </a:cubicBezTo>
                  <a:cubicBezTo>
                    <a:pt x="83" y="677"/>
                    <a:pt x="94" y="682"/>
                    <a:pt x="94" y="682"/>
                  </a:cubicBezTo>
                  <a:cubicBezTo>
                    <a:pt x="88" y="696"/>
                    <a:pt x="100" y="703"/>
                    <a:pt x="100" y="703"/>
                  </a:cubicBezTo>
                  <a:cubicBezTo>
                    <a:pt x="100" y="703"/>
                    <a:pt x="118" y="693"/>
                    <a:pt x="121" y="691"/>
                  </a:cubicBezTo>
                  <a:cubicBezTo>
                    <a:pt x="124" y="688"/>
                    <a:pt x="131" y="684"/>
                    <a:pt x="137" y="680"/>
                  </a:cubicBezTo>
                  <a:cubicBezTo>
                    <a:pt x="134" y="677"/>
                    <a:pt x="131" y="674"/>
                    <a:pt x="131" y="669"/>
                  </a:cubicBezTo>
                  <a:cubicBezTo>
                    <a:pt x="132" y="660"/>
                    <a:pt x="143" y="642"/>
                    <a:pt x="143" y="642"/>
                  </a:cubicBezTo>
                  <a:close/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9399" name="Freeform 606">
              <a:extLst>
                <a:ext uri="{FF2B5EF4-FFF2-40B4-BE49-F238E27FC236}">
                  <a16:creationId xmlns:a16="http://schemas.microsoft.com/office/drawing/2014/main" id="{41C58769-5008-435B-99A8-2BDF6D0327D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071" y="1851"/>
              <a:ext cx="201" cy="670"/>
            </a:xfrm>
            <a:custGeom>
              <a:avLst/>
              <a:gdLst>
                <a:gd name="T0" fmla="*/ 180 w 211"/>
                <a:gd name="T1" fmla="*/ 471 h 703"/>
                <a:gd name="T2" fmla="*/ 171 w 211"/>
                <a:gd name="T3" fmla="*/ 416 h 703"/>
                <a:gd name="T4" fmla="*/ 156 w 211"/>
                <a:gd name="T5" fmla="*/ 359 h 703"/>
                <a:gd name="T6" fmla="*/ 138 w 211"/>
                <a:gd name="T7" fmla="*/ 293 h 703"/>
                <a:gd name="T8" fmla="*/ 103 w 211"/>
                <a:gd name="T9" fmla="*/ 144 h 703"/>
                <a:gd name="T10" fmla="*/ 76 w 211"/>
                <a:gd name="T11" fmla="*/ 35 h 703"/>
                <a:gd name="T12" fmla="*/ 71 w 211"/>
                <a:gd name="T13" fmla="*/ 2 h 703"/>
                <a:gd name="T14" fmla="*/ 0 w 211"/>
                <a:gd name="T15" fmla="*/ 0 h 703"/>
                <a:gd name="T16" fmla="*/ 5 w 211"/>
                <a:gd name="T17" fmla="*/ 182 h 703"/>
                <a:gd name="T18" fmla="*/ 86 w 211"/>
                <a:gd name="T19" fmla="*/ 351 h 703"/>
                <a:gd name="T20" fmla="*/ 87 w 211"/>
                <a:gd name="T21" fmla="*/ 396 h 703"/>
                <a:gd name="T22" fmla="*/ 87 w 211"/>
                <a:gd name="T23" fmla="*/ 457 h 703"/>
                <a:gd name="T24" fmla="*/ 85 w 211"/>
                <a:gd name="T25" fmla="*/ 500 h 703"/>
                <a:gd name="T26" fmla="*/ 82 w 211"/>
                <a:gd name="T27" fmla="*/ 542 h 703"/>
                <a:gd name="T28" fmla="*/ 90 w 211"/>
                <a:gd name="T29" fmla="*/ 555 h 703"/>
                <a:gd name="T30" fmla="*/ 90 w 211"/>
                <a:gd name="T31" fmla="*/ 562 h 703"/>
                <a:gd name="T32" fmla="*/ 104 w 211"/>
                <a:gd name="T33" fmla="*/ 561 h 703"/>
                <a:gd name="T34" fmla="*/ 98 w 211"/>
                <a:gd name="T35" fmla="*/ 565 h 703"/>
                <a:gd name="T36" fmla="*/ 86 w 211"/>
                <a:gd name="T37" fmla="*/ 571 h 703"/>
                <a:gd name="T38" fmla="*/ 72 w 211"/>
                <a:gd name="T39" fmla="*/ 579 h 703"/>
                <a:gd name="T40" fmla="*/ 82 w 211"/>
                <a:gd name="T41" fmla="*/ 590 h 703"/>
                <a:gd name="T42" fmla="*/ 86 w 211"/>
                <a:gd name="T43" fmla="*/ 609 h 703"/>
                <a:gd name="T44" fmla="*/ 105 w 211"/>
                <a:gd name="T45" fmla="*/ 599 h 703"/>
                <a:gd name="T46" fmla="*/ 121 w 211"/>
                <a:gd name="T47" fmla="*/ 586 h 703"/>
                <a:gd name="T48" fmla="*/ 159 w 211"/>
                <a:gd name="T49" fmla="*/ 562 h 703"/>
                <a:gd name="T50" fmla="*/ 169 w 211"/>
                <a:gd name="T51" fmla="*/ 526 h 703"/>
                <a:gd name="T52" fmla="*/ 175 w 211"/>
                <a:gd name="T53" fmla="*/ 502 h 703"/>
                <a:gd name="T54" fmla="*/ 180 w 211"/>
                <a:gd name="T55" fmla="*/ 471 h 703"/>
                <a:gd name="T56" fmla="*/ 126 w 211"/>
                <a:gd name="T57" fmla="*/ 522 h 703"/>
                <a:gd name="T58" fmla="*/ 115 w 211"/>
                <a:gd name="T59" fmla="*/ 537 h 703"/>
                <a:gd name="T60" fmla="*/ 119 w 211"/>
                <a:gd name="T61" fmla="*/ 507 h 703"/>
                <a:gd name="T62" fmla="*/ 123 w 211"/>
                <a:gd name="T63" fmla="*/ 481 h 703"/>
                <a:gd name="T64" fmla="*/ 129 w 211"/>
                <a:gd name="T65" fmla="*/ 493 h 703"/>
                <a:gd name="T66" fmla="*/ 130 w 211"/>
                <a:gd name="T67" fmla="*/ 511 h 703"/>
                <a:gd name="T68" fmla="*/ 126 w 211"/>
                <a:gd name="T69" fmla="*/ 522 h 703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211" h="703">
                  <a:moveTo>
                    <a:pt x="208" y="543"/>
                  </a:moveTo>
                  <a:cubicBezTo>
                    <a:pt x="205" y="532"/>
                    <a:pt x="203" y="508"/>
                    <a:pt x="198" y="482"/>
                  </a:cubicBezTo>
                  <a:cubicBezTo>
                    <a:pt x="193" y="456"/>
                    <a:pt x="187" y="429"/>
                    <a:pt x="181" y="415"/>
                  </a:cubicBezTo>
                  <a:cubicBezTo>
                    <a:pt x="175" y="401"/>
                    <a:pt x="167" y="361"/>
                    <a:pt x="160" y="338"/>
                  </a:cubicBezTo>
                  <a:cubicBezTo>
                    <a:pt x="152" y="315"/>
                    <a:pt x="128" y="206"/>
                    <a:pt x="119" y="166"/>
                  </a:cubicBezTo>
                  <a:cubicBezTo>
                    <a:pt x="110" y="126"/>
                    <a:pt x="90" y="51"/>
                    <a:pt x="88" y="41"/>
                  </a:cubicBezTo>
                  <a:cubicBezTo>
                    <a:pt x="86" y="30"/>
                    <a:pt x="83" y="2"/>
                    <a:pt x="83" y="2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8"/>
                    <a:pt x="5" y="210"/>
                    <a:pt x="5" y="210"/>
                  </a:cubicBezTo>
                  <a:cubicBezTo>
                    <a:pt x="5" y="210"/>
                    <a:pt x="96" y="392"/>
                    <a:pt x="100" y="405"/>
                  </a:cubicBezTo>
                  <a:cubicBezTo>
                    <a:pt x="103" y="419"/>
                    <a:pt x="102" y="447"/>
                    <a:pt x="101" y="458"/>
                  </a:cubicBezTo>
                  <a:cubicBezTo>
                    <a:pt x="101" y="469"/>
                    <a:pt x="101" y="512"/>
                    <a:pt x="101" y="528"/>
                  </a:cubicBezTo>
                  <a:cubicBezTo>
                    <a:pt x="101" y="544"/>
                    <a:pt x="99" y="569"/>
                    <a:pt x="98" y="578"/>
                  </a:cubicBezTo>
                  <a:cubicBezTo>
                    <a:pt x="98" y="586"/>
                    <a:pt x="94" y="613"/>
                    <a:pt x="94" y="626"/>
                  </a:cubicBezTo>
                  <a:cubicBezTo>
                    <a:pt x="95" y="639"/>
                    <a:pt x="104" y="641"/>
                    <a:pt x="104" y="641"/>
                  </a:cubicBezTo>
                  <a:cubicBezTo>
                    <a:pt x="104" y="641"/>
                    <a:pt x="101" y="648"/>
                    <a:pt x="104" y="649"/>
                  </a:cubicBezTo>
                  <a:cubicBezTo>
                    <a:pt x="107" y="650"/>
                    <a:pt x="120" y="648"/>
                    <a:pt x="120" y="648"/>
                  </a:cubicBezTo>
                  <a:cubicBezTo>
                    <a:pt x="120" y="648"/>
                    <a:pt x="116" y="652"/>
                    <a:pt x="113" y="653"/>
                  </a:cubicBezTo>
                  <a:cubicBezTo>
                    <a:pt x="111" y="654"/>
                    <a:pt x="105" y="658"/>
                    <a:pt x="99" y="659"/>
                  </a:cubicBezTo>
                  <a:cubicBezTo>
                    <a:pt x="94" y="659"/>
                    <a:pt x="85" y="660"/>
                    <a:pt x="84" y="669"/>
                  </a:cubicBezTo>
                  <a:cubicBezTo>
                    <a:pt x="83" y="677"/>
                    <a:pt x="94" y="682"/>
                    <a:pt x="94" y="682"/>
                  </a:cubicBezTo>
                  <a:cubicBezTo>
                    <a:pt x="88" y="696"/>
                    <a:pt x="100" y="703"/>
                    <a:pt x="100" y="703"/>
                  </a:cubicBezTo>
                  <a:cubicBezTo>
                    <a:pt x="100" y="703"/>
                    <a:pt x="118" y="693"/>
                    <a:pt x="121" y="691"/>
                  </a:cubicBezTo>
                  <a:cubicBezTo>
                    <a:pt x="125" y="688"/>
                    <a:pt x="133" y="682"/>
                    <a:pt x="140" y="677"/>
                  </a:cubicBezTo>
                  <a:cubicBezTo>
                    <a:pt x="147" y="672"/>
                    <a:pt x="177" y="652"/>
                    <a:pt x="184" y="649"/>
                  </a:cubicBezTo>
                  <a:cubicBezTo>
                    <a:pt x="191" y="645"/>
                    <a:pt x="192" y="623"/>
                    <a:pt x="195" y="608"/>
                  </a:cubicBezTo>
                  <a:cubicBezTo>
                    <a:pt x="198" y="593"/>
                    <a:pt x="199" y="588"/>
                    <a:pt x="203" y="580"/>
                  </a:cubicBezTo>
                  <a:cubicBezTo>
                    <a:pt x="208" y="572"/>
                    <a:pt x="211" y="553"/>
                    <a:pt x="208" y="543"/>
                  </a:cubicBezTo>
                  <a:close/>
                  <a:moveTo>
                    <a:pt x="146" y="603"/>
                  </a:moveTo>
                  <a:cubicBezTo>
                    <a:pt x="145" y="608"/>
                    <a:pt x="137" y="621"/>
                    <a:pt x="133" y="620"/>
                  </a:cubicBezTo>
                  <a:cubicBezTo>
                    <a:pt x="133" y="620"/>
                    <a:pt x="137" y="596"/>
                    <a:pt x="137" y="586"/>
                  </a:cubicBezTo>
                  <a:cubicBezTo>
                    <a:pt x="137" y="577"/>
                    <a:pt x="142" y="556"/>
                    <a:pt x="142" y="556"/>
                  </a:cubicBezTo>
                  <a:cubicBezTo>
                    <a:pt x="142" y="556"/>
                    <a:pt x="149" y="564"/>
                    <a:pt x="149" y="569"/>
                  </a:cubicBezTo>
                  <a:cubicBezTo>
                    <a:pt x="150" y="575"/>
                    <a:pt x="150" y="590"/>
                    <a:pt x="150" y="590"/>
                  </a:cubicBezTo>
                  <a:cubicBezTo>
                    <a:pt x="150" y="590"/>
                    <a:pt x="147" y="598"/>
                    <a:pt x="146" y="603"/>
                  </a:cubicBez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9400" name="Freeform 607">
              <a:extLst>
                <a:ext uri="{FF2B5EF4-FFF2-40B4-BE49-F238E27FC236}">
                  <a16:creationId xmlns:a16="http://schemas.microsoft.com/office/drawing/2014/main" id="{418BAA3C-78D7-4BF3-B608-D5D767CD14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6" y="2355"/>
              <a:ext cx="11" cy="27"/>
            </a:xfrm>
            <a:custGeom>
              <a:avLst/>
              <a:gdLst>
                <a:gd name="T0" fmla="*/ 1 w 11"/>
                <a:gd name="T1" fmla="*/ 25 h 28"/>
                <a:gd name="T2" fmla="*/ 5 w 11"/>
                <a:gd name="T3" fmla="*/ 14 h 28"/>
                <a:gd name="T4" fmla="*/ 11 w 11"/>
                <a:gd name="T5" fmla="*/ 0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28">
                  <a:moveTo>
                    <a:pt x="1" y="28"/>
                  </a:moveTo>
                  <a:cubicBezTo>
                    <a:pt x="0" y="23"/>
                    <a:pt x="3" y="19"/>
                    <a:pt x="5" y="15"/>
                  </a:cubicBezTo>
                  <a:cubicBezTo>
                    <a:pt x="8" y="10"/>
                    <a:pt x="10" y="5"/>
                    <a:pt x="11" y="0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9401" name="Freeform 608">
              <a:extLst>
                <a:ext uri="{FF2B5EF4-FFF2-40B4-BE49-F238E27FC236}">
                  <a16:creationId xmlns:a16="http://schemas.microsoft.com/office/drawing/2014/main" id="{16A60272-9D64-4EEC-A6DE-C6000A7C5F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3" y="2388"/>
              <a:ext cx="4" cy="1"/>
            </a:xfrm>
            <a:custGeom>
              <a:avLst/>
              <a:gdLst>
                <a:gd name="T0" fmla="*/ 0 w 5"/>
                <a:gd name="T1" fmla="*/ 0 h 1"/>
                <a:gd name="T2" fmla="*/ 2 w 5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">
                  <a:moveTo>
                    <a:pt x="0" y="0"/>
                  </a:moveTo>
                  <a:cubicBezTo>
                    <a:pt x="2" y="0"/>
                    <a:pt x="4" y="0"/>
                    <a:pt x="5" y="0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9402" name="Freeform 609">
              <a:extLst>
                <a:ext uri="{FF2B5EF4-FFF2-40B4-BE49-F238E27FC236}">
                  <a16:creationId xmlns:a16="http://schemas.microsoft.com/office/drawing/2014/main" id="{111D3A16-442C-49D5-991E-080B3D1468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9" y="2415"/>
              <a:ext cx="3" cy="1"/>
            </a:xfrm>
            <a:custGeom>
              <a:avLst/>
              <a:gdLst>
                <a:gd name="T0" fmla="*/ 0 w 3"/>
                <a:gd name="T1" fmla="*/ 1 h 1"/>
                <a:gd name="T2" fmla="*/ 3 w 3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">
                  <a:moveTo>
                    <a:pt x="0" y="1"/>
                  </a:moveTo>
                  <a:cubicBezTo>
                    <a:pt x="1" y="0"/>
                    <a:pt x="2" y="0"/>
                    <a:pt x="3" y="0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9403" name="Freeform 610">
              <a:extLst>
                <a:ext uri="{FF2B5EF4-FFF2-40B4-BE49-F238E27FC236}">
                  <a16:creationId xmlns:a16="http://schemas.microsoft.com/office/drawing/2014/main" id="{CBE16F58-46CD-4BCB-9B7E-DAC183297D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0" y="2412"/>
              <a:ext cx="62" cy="90"/>
            </a:xfrm>
            <a:custGeom>
              <a:avLst/>
              <a:gdLst>
                <a:gd name="T0" fmla="*/ 50 w 64"/>
                <a:gd name="T1" fmla="*/ 0 h 95"/>
                <a:gd name="T2" fmla="*/ 56 w 64"/>
                <a:gd name="T3" fmla="*/ 8 h 95"/>
                <a:gd name="T4" fmla="*/ 55 w 64"/>
                <a:gd name="T5" fmla="*/ 17 h 95"/>
                <a:gd name="T6" fmla="*/ 51 w 64"/>
                <a:gd name="T7" fmla="*/ 39 h 95"/>
                <a:gd name="T8" fmla="*/ 45 w 64"/>
                <a:gd name="T9" fmla="*/ 45 h 95"/>
                <a:gd name="T10" fmla="*/ 38 w 64"/>
                <a:gd name="T11" fmla="*/ 54 h 95"/>
                <a:gd name="T12" fmla="*/ 17 w 64"/>
                <a:gd name="T13" fmla="*/ 65 h 95"/>
                <a:gd name="T14" fmla="*/ 8 w 64"/>
                <a:gd name="T15" fmla="*/ 73 h 95"/>
                <a:gd name="T16" fmla="*/ 0 w 64"/>
                <a:gd name="T17" fmla="*/ 81 h 9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4" h="95">
                  <a:moveTo>
                    <a:pt x="56" y="0"/>
                  </a:moveTo>
                  <a:cubicBezTo>
                    <a:pt x="57" y="5"/>
                    <a:pt x="61" y="4"/>
                    <a:pt x="62" y="8"/>
                  </a:cubicBezTo>
                  <a:cubicBezTo>
                    <a:pt x="64" y="12"/>
                    <a:pt x="62" y="16"/>
                    <a:pt x="61" y="20"/>
                  </a:cubicBezTo>
                  <a:cubicBezTo>
                    <a:pt x="58" y="27"/>
                    <a:pt x="63" y="38"/>
                    <a:pt x="57" y="45"/>
                  </a:cubicBezTo>
                  <a:cubicBezTo>
                    <a:pt x="55" y="48"/>
                    <a:pt x="51" y="51"/>
                    <a:pt x="48" y="54"/>
                  </a:cubicBezTo>
                  <a:cubicBezTo>
                    <a:pt x="45" y="57"/>
                    <a:pt x="43" y="60"/>
                    <a:pt x="41" y="63"/>
                  </a:cubicBezTo>
                  <a:cubicBezTo>
                    <a:pt x="36" y="69"/>
                    <a:pt x="26" y="72"/>
                    <a:pt x="20" y="77"/>
                  </a:cubicBezTo>
                  <a:cubicBezTo>
                    <a:pt x="16" y="81"/>
                    <a:pt x="13" y="83"/>
                    <a:pt x="8" y="86"/>
                  </a:cubicBezTo>
                  <a:cubicBezTo>
                    <a:pt x="5" y="88"/>
                    <a:pt x="1" y="90"/>
                    <a:pt x="0" y="95"/>
                  </a:cubicBezTo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9404" name="Freeform 611">
              <a:extLst>
                <a:ext uri="{FF2B5EF4-FFF2-40B4-BE49-F238E27FC236}">
                  <a16:creationId xmlns:a16="http://schemas.microsoft.com/office/drawing/2014/main" id="{5C4A48F9-CD1E-4CB2-82FE-20E958BDA27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4" y="2431"/>
              <a:ext cx="34" cy="39"/>
            </a:xfrm>
            <a:custGeom>
              <a:avLst/>
              <a:gdLst>
                <a:gd name="T0" fmla="*/ 32 w 35"/>
                <a:gd name="T1" fmla="*/ 0 h 41"/>
                <a:gd name="T2" fmla="*/ 22 w 35"/>
                <a:gd name="T3" fmla="*/ 10 h 41"/>
                <a:gd name="T4" fmla="*/ 17 w 35"/>
                <a:gd name="T5" fmla="*/ 20 h 41"/>
                <a:gd name="T6" fmla="*/ 0 w 35"/>
                <a:gd name="T7" fmla="*/ 35 h 4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" h="41">
                  <a:moveTo>
                    <a:pt x="35" y="0"/>
                  </a:moveTo>
                  <a:cubicBezTo>
                    <a:pt x="33" y="5"/>
                    <a:pt x="28" y="8"/>
                    <a:pt x="25" y="13"/>
                  </a:cubicBezTo>
                  <a:cubicBezTo>
                    <a:pt x="23" y="17"/>
                    <a:pt x="22" y="21"/>
                    <a:pt x="18" y="23"/>
                  </a:cubicBezTo>
                  <a:cubicBezTo>
                    <a:pt x="11" y="29"/>
                    <a:pt x="6" y="35"/>
                    <a:pt x="0" y="41"/>
                  </a:cubicBezTo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9405" name="Freeform 612">
              <a:extLst>
                <a:ext uri="{FF2B5EF4-FFF2-40B4-BE49-F238E27FC236}">
                  <a16:creationId xmlns:a16="http://schemas.microsoft.com/office/drawing/2014/main" id="{05535369-C128-48F0-8338-CBE3D8AE14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9" y="2440"/>
              <a:ext cx="29" cy="22"/>
            </a:xfrm>
            <a:custGeom>
              <a:avLst/>
              <a:gdLst>
                <a:gd name="T0" fmla="*/ 0 w 30"/>
                <a:gd name="T1" fmla="*/ 19 h 23"/>
                <a:gd name="T2" fmla="*/ 11 w 30"/>
                <a:gd name="T3" fmla="*/ 20 h 23"/>
                <a:gd name="T4" fmla="*/ 17 w 30"/>
                <a:gd name="T5" fmla="*/ 14 h 23"/>
                <a:gd name="T6" fmla="*/ 27 w 30"/>
                <a:gd name="T7" fmla="*/ 0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" h="23">
                  <a:moveTo>
                    <a:pt x="0" y="22"/>
                  </a:moveTo>
                  <a:cubicBezTo>
                    <a:pt x="4" y="23"/>
                    <a:pt x="9" y="23"/>
                    <a:pt x="11" y="23"/>
                  </a:cubicBezTo>
                  <a:cubicBezTo>
                    <a:pt x="14" y="22"/>
                    <a:pt x="17" y="20"/>
                    <a:pt x="20" y="17"/>
                  </a:cubicBezTo>
                  <a:cubicBezTo>
                    <a:pt x="26" y="13"/>
                    <a:pt x="28" y="6"/>
                    <a:pt x="30" y="0"/>
                  </a:cubicBezTo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9406" name="Freeform 613">
              <a:extLst>
                <a:ext uri="{FF2B5EF4-FFF2-40B4-BE49-F238E27FC236}">
                  <a16:creationId xmlns:a16="http://schemas.microsoft.com/office/drawing/2014/main" id="{86FE5FF4-F20F-4C3A-92D1-7BDD87ACCC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2" y="2431"/>
              <a:ext cx="28" cy="25"/>
            </a:xfrm>
            <a:custGeom>
              <a:avLst/>
              <a:gdLst>
                <a:gd name="T0" fmla="*/ 0 w 29"/>
                <a:gd name="T1" fmla="*/ 23 h 26"/>
                <a:gd name="T2" fmla="*/ 3 w 29"/>
                <a:gd name="T3" fmla="*/ 5 h 26"/>
                <a:gd name="T4" fmla="*/ 15 w 29"/>
                <a:gd name="T5" fmla="*/ 1 h 26"/>
                <a:gd name="T6" fmla="*/ 25 w 29"/>
                <a:gd name="T7" fmla="*/ 9 h 26"/>
                <a:gd name="T8" fmla="*/ 26 w 29"/>
                <a:gd name="T9" fmla="*/ 23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26">
                  <a:moveTo>
                    <a:pt x="0" y="26"/>
                  </a:moveTo>
                  <a:cubicBezTo>
                    <a:pt x="0" y="21"/>
                    <a:pt x="1" y="8"/>
                    <a:pt x="3" y="5"/>
                  </a:cubicBezTo>
                  <a:cubicBezTo>
                    <a:pt x="5" y="0"/>
                    <a:pt x="13" y="1"/>
                    <a:pt x="18" y="1"/>
                  </a:cubicBezTo>
                  <a:cubicBezTo>
                    <a:pt x="24" y="1"/>
                    <a:pt x="27" y="2"/>
                    <a:pt x="28" y="9"/>
                  </a:cubicBezTo>
                  <a:cubicBezTo>
                    <a:pt x="28" y="14"/>
                    <a:pt x="29" y="20"/>
                    <a:pt x="29" y="26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9407" name="Freeform 614">
              <a:extLst>
                <a:ext uri="{FF2B5EF4-FFF2-40B4-BE49-F238E27FC236}">
                  <a16:creationId xmlns:a16="http://schemas.microsoft.com/office/drawing/2014/main" id="{62330DBC-684A-4478-A6C0-6C9B2A41E6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5" y="2507"/>
              <a:ext cx="21" cy="14"/>
            </a:xfrm>
            <a:custGeom>
              <a:avLst/>
              <a:gdLst>
                <a:gd name="T0" fmla="*/ 1 w 22"/>
                <a:gd name="T1" fmla="*/ 12 h 15"/>
                <a:gd name="T2" fmla="*/ 8 w 22"/>
                <a:gd name="T3" fmla="*/ 4 h 15"/>
                <a:gd name="T4" fmla="*/ 19 w 22"/>
                <a:gd name="T5" fmla="*/ 2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5">
                  <a:moveTo>
                    <a:pt x="1" y="15"/>
                  </a:moveTo>
                  <a:cubicBezTo>
                    <a:pt x="0" y="8"/>
                    <a:pt x="1" y="7"/>
                    <a:pt x="8" y="4"/>
                  </a:cubicBezTo>
                  <a:cubicBezTo>
                    <a:pt x="12" y="2"/>
                    <a:pt x="18" y="0"/>
                    <a:pt x="22" y="2"/>
                  </a:cubicBezTo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9408" name="Freeform 615">
              <a:extLst>
                <a:ext uri="{FF2B5EF4-FFF2-40B4-BE49-F238E27FC236}">
                  <a16:creationId xmlns:a16="http://schemas.microsoft.com/office/drawing/2014/main" id="{40E33366-4836-4B33-A8C6-E6C4D86CEA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9" y="775"/>
              <a:ext cx="338" cy="642"/>
            </a:xfrm>
            <a:custGeom>
              <a:avLst/>
              <a:gdLst>
                <a:gd name="T0" fmla="*/ 25 w 353"/>
                <a:gd name="T1" fmla="*/ 203 h 672"/>
                <a:gd name="T2" fmla="*/ 4 w 353"/>
                <a:gd name="T3" fmla="*/ 205 h 672"/>
                <a:gd name="T4" fmla="*/ 15 w 353"/>
                <a:gd name="T5" fmla="*/ 238 h 672"/>
                <a:gd name="T6" fmla="*/ 50 w 353"/>
                <a:gd name="T7" fmla="*/ 270 h 672"/>
                <a:gd name="T8" fmla="*/ 70 w 353"/>
                <a:gd name="T9" fmla="*/ 303 h 672"/>
                <a:gd name="T10" fmla="*/ 82 w 353"/>
                <a:gd name="T11" fmla="*/ 358 h 672"/>
                <a:gd name="T12" fmla="*/ 70 w 353"/>
                <a:gd name="T13" fmla="*/ 399 h 672"/>
                <a:gd name="T14" fmla="*/ 150 w 353"/>
                <a:gd name="T15" fmla="*/ 516 h 672"/>
                <a:gd name="T16" fmla="*/ 291 w 353"/>
                <a:gd name="T17" fmla="*/ 586 h 672"/>
                <a:gd name="T18" fmla="*/ 310 w 353"/>
                <a:gd name="T19" fmla="*/ 442 h 672"/>
                <a:gd name="T20" fmla="*/ 253 w 353"/>
                <a:gd name="T21" fmla="*/ 390 h 672"/>
                <a:gd name="T22" fmla="*/ 244 w 353"/>
                <a:gd name="T23" fmla="*/ 296 h 672"/>
                <a:gd name="T24" fmla="*/ 260 w 353"/>
                <a:gd name="T25" fmla="*/ 256 h 672"/>
                <a:gd name="T26" fmla="*/ 264 w 353"/>
                <a:gd name="T27" fmla="*/ 240 h 672"/>
                <a:gd name="T28" fmla="*/ 273 w 353"/>
                <a:gd name="T29" fmla="*/ 231 h 672"/>
                <a:gd name="T30" fmla="*/ 282 w 353"/>
                <a:gd name="T31" fmla="*/ 204 h 672"/>
                <a:gd name="T32" fmla="*/ 291 w 353"/>
                <a:gd name="T33" fmla="*/ 165 h 672"/>
                <a:gd name="T34" fmla="*/ 279 w 353"/>
                <a:gd name="T35" fmla="*/ 151 h 672"/>
                <a:gd name="T36" fmla="*/ 270 w 353"/>
                <a:gd name="T37" fmla="*/ 157 h 672"/>
                <a:gd name="T38" fmla="*/ 261 w 353"/>
                <a:gd name="T39" fmla="*/ 86 h 672"/>
                <a:gd name="T40" fmla="*/ 214 w 353"/>
                <a:gd name="T41" fmla="*/ 11 h 672"/>
                <a:gd name="T42" fmla="*/ 168 w 353"/>
                <a:gd name="T43" fmla="*/ 0 h 672"/>
                <a:gd name="T44" fmla="*/ 84 w 353"/>
                <a:gd name="T45" fmla="*/ 5 h 672"/>
                <a:gd name="T46" fmla="*/ 35 w 353"/>
                <a:gd name="T47" fmla="*/ 39 h 672"/>
                <a:gd name="T48" fmla="*/ 11 w 353"/>
                <a:gd name="T49" fmla="*/ 142 h 672"/>
                <a:gd name="T50" fmla="*/ 25 w 353"/>
                <a:gd name="T51" fmla="*/ 204 h 672"/>
                <a:gd name="T52" fmla="*/ 25 w 353"/>
                <a:gd name="T53" fmla="*/ 203 h 672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353" h="672">
                  <a:moveTo>
                    <a:pt x="28" y="233"/>
                  </a:moveTo>
                  <a:cubicBezTo>
                    <a:pt x="28" y="233"/>
                    <a:pt x="9" y="225"/>
                    <a:pt x="4" y="236"/>
                  </a:cubicBezTo>
                  <a:cubicBezTo>
                    <a:pt x="0" y="248"/>
                    <a:pt x="10" y="263"/>
                    <a:pt x="18" y="273"/>
                  </a:cubicBezTo>
                  <a:cubicBezTo>
                    <a:pt x="26" y="284"/>
                    <a:pt x="41" y="318"/>
                    <a:pt x="56" y="310"/>
                  </a:cubicBezTo>
                  <a:cubicBezTo>
                    <a:pt x="56" y="310"/>
                    <a:pt x="74" y="340"/>
                    <a:pt x="79" y="347"/>
                  </a:cubicBezTo>
                  <a:cubicBezTo>
                    <a:pt x="85" y="355"/>
                    <a:pt x="94" y="386"/>
                    <a:pt x="94" y="410"/>
                  </a:cubicBezTo>
                  <a:cubicBezTo>
                    <a:pt x="93" y="433"/>
                    <a:pt x="79" y="458"/>
                    <a:pt x="79" y="458"/>
                  </a:cubicBezTo>
                  <a:cubicBezTo>
                    <a:pt x="79" y="458"/>
                    <a:pt x="114" y="549"/>
                    <a:pt x="171" y="591"/>
                  </a:cubicBezTo>
                  <a:cubicBezTo>
                    <a:pt x="227" y="633"/>
                    <a:pt x="331" y="672"/>
                    <a:pt x="331" y="672"/>
                  </a:cubicBezTo>
                  <a:cubicBezTo>
                    <a:pt x="353" y="508"/>
                    <a:pt x="353" y="508"/>
                    <a:pt x="353" y="508"/>
                  </a:cubicBezTo>
                  <a:cubicBezTo>
                    <a:pt x="353" y="508"/>
                    <a:pt x="308" y="506"/>
                    <a:pt x="288" y="447"/>
                  </a:cubicBezTo>
                  <a:cubicBezTo>
                    <a:pt x="269" y="389"/>
                    <a:pt x="278" y="339"/>
                    <a:pt x="278" y="339"/>
                  </a:cubicBezTo>
                  <a:cubicBezTo>
                    <a:pt x="278" y="339"/>
                    <a:pt x="296" y="302"/>
                    <a:pt x="297" y="294"/>
                  </a:cubicBezTo>
                  <a:cubicBezTo>
                    <a:pt x="298" y="287"/>
                    <a:pt x="302" y="279"/>
                    <a:pt x="301" y="275"/>
                  </a:cubicBezTo>
                  <a:cubicBezTo>
                    <a:pt x="301" y="275"/>
                    <a:pt x="308" y="277"/>
                    <a:pt x="311" y="265"/>
                  </a:cubicBezTo>
                  <a:cubicBezTo>
                    <a:pt x="313" y="253"/>
                    <a:pt x="317" y="244"/>
                    <a:pt x="321" y="234"/>
                  </a:cubicBezTo>
                  <a:cubicBezTo>
                    <a:pt x="325" y="224"/>
                    <a:pt x="335" y="199"/>
                    <a:pt x="332" y="189"/>
                  </a:cubicBezTo>
                  <a:cubicBezTo>
                    <a:pt x="329" y="178"/>
                    <a:pt x="325" y="171"/>
                    <a:pt x="318" y="173"/>
                  </a:cubicBezTo>
                  <a:cubicBezTo>
                    <a:pt x="311" y="175"/>
                    <a:pt x="307" y="180"/>
                    <a:pt x="307" y="180"/>
                  </a:cubicBezTo>
                  <a:cubicBezTo>
                    <a:pt x="298" y="98"/>
                    <a:pt x="298" y="98"/>
                    <a:pt x="298" y="98"/>
                  </a:cubicBezTo>
                  <a:cubicBezTo>
                    <a:pt x="243" y="12"/>
                    <a:pt x="243" y="12"/>
                    <a:pt x="243" y="12"/>
                  </a:cubicBezTo>
                  <a:cubicBezTo>
                    <a:pt x="191" y="0"/>
                    <a:pt x="191" y="0"/>
                    <a:pt x="191" y="0"/>
                  </a:cubicBezTo>
                  <a:cubicBezTo>
                    <a:pt x="96" y="5"/>
                    <a:pt x="96" y="5"/>
                    <a:pt x="96" y="5"/>
                  </a:cubicBezTo>
                  <a:cubicBezTo>
                    <a:pt x="41" y="45"/>
                    <a:pt x="41" y="45"/>
                    <a:pt x="41" y="45"/>
                  </a:cubicBezTo>
                  <a:cubicBezTo>
                    <a:pt x="14" y="163"/>
                    <a:pt x="14" y="163"/>
                    <a:pt x="14" y="163"/>
                  </a:cubicBezTo>
                  <a:cubicBezTo>
                    <a:pt x="28" y="234"/>
                    <a:pt x="28" y="234"/>
                    <a:pt x="28" y="234"/>
                  </a:cubicBezTo>
                  <a:lnTo>
                    <a:pt x="28" y="233"/>
                  </a:lnTo>
                  <a:close/>
                </a:path>
              </a:pathLst>
            </a:custGeom>
            <a:solidFill>
              <a:srgbClr val="F8F3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9409" name="Freeform 616">
              <a:extLst>
                <a:ext uri="{FF2B5EF4-FFF2-40B4-BE49-F238E27FC236}">
                  <a16:creationId xmlns:a16="http://schemas.microsoft.com/office/drawing/2014/main" id="{CF1984F1-B981-4AF7-88A7-348911BAC8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9" y="775"/>
              <a:ext cx="338" cy="642"/>
            </a:xfrm>
            <a:custGeom>
              <a:avLst/>
              <a:gdLst>
                <a:gd name="T0" fmla="*/ 25 w 353"/>
                <a:gd name="T1" fmla="*/ 203 h 672"/>
                <a:gd name="T2" fmla="*/ 4 w 353"/>
                <a:gd name="T3" fmla="*/ 205 h 672"/>
                <a:gd name="T4" fmla="*/ 15 w 353"/>
                <a:gd name="T5" fmla="*/ 238 h 672"/>
                <a:gd name="T6" fmla="*/ 50 w 353"/>
                <a:gd name="T7" fmla="*/ 270 h 672"/>
                <a:gd name="T8" fmla="*/ 70 w 353"/>
                <a:gd name="T9" fmla="*/ 303 h 672"/>
                <a:gd name="T10" fmla="*/ 82 w 353"/>
                <a:gd name="T11" fmla="*/ 358 h 672"/>
                <a:gd name="T12" fmla="*/ 70 w 353"/>
                <a:gd name="T13" fmla="*/ 399 h 672"/>
                <a:gd name="T14" fmla="*/ 150 w 353"/>
                <a:gd name="T15" fmla="*/ 516 h 672"/>
                <a:gd name="T16" fmla="*/ 291 w 353"/>
                <a:gd name="T17" fmla="*/ 586 h 672"/>
                <a:gd name="T18" fmla="*/ 310 w 353"/>
                <a:gd name="T19" fmla="*/ 442 h 672"/>
                <a:gd name="T20" fmla="*/ 253 w 353"/>
                <a:gd name="T21" fmla="*/ 390 h 672"/>
                <a:gd name="T22" fmla="*/ 244 w 353"/>
                <a:gd name="T23" fmla="*/ 296 h 672"/>
                <a:gd name="T24" fmla="*/ 260 w 353"/>
                <a:gd name="T25" fmla="*/ 256 h 672"/>
                <a:gd name="T26" fmla="*/ 264 w 353"/>
                <a:gd name="T27" fmla="*/ 240 h 672"/>
                <a:gd name="T28" fmla="*/ 273 w 353"/>
                <a:gd name="T29" fmla="*/ 231 h 672"/>
                <a:gd name="T30" fmla="*/ 282 w 353"/>
                <a:gd name="T31" fmla="*/ 204 h 672"/>
                <a:gd name="T32" fmla="*/ 291 w 353"/>
                <a:gd name="T33" fmla="*/ 165 h 672"/>
                <a:gd name="T34" fmla="*/ 279 w 353"/>
                <a:gd name="T35" fmla="*/ 151 h 672"/>
                <a:gd name="T36" fmla="*/ 270 w 353"/>
                <a:gd name="T37" fmla="*/ 157 h 672"/>
                <a:gd name="T38" fmla="*/ 261 w 353"/>
                <a:gd name="T39" fmla="*/ 86 h 672"/>
                <a:gd name="T40" fmla="*/ 214 w 353"/>
                <a:gd name="T41" fmla="*/ 11 h 672"/>
                <a:gd name="T42" fmla="*/ 168 w 353"/>
                <a:gd name="T43" fmla="*/ 0 h 672"/>
                <a:gd name="T44" fmla="*/ 84 w 353"/>
                <a:gd name="T45" fmla="*/ 5 h 672"/>
                <a:gd name="T46" fmla="*/ 35 w 353"/>
                <a:gd name="T47" fmla="*/ 39 h 672"/>
                <a:gd name="T48" fmla="*/ 11 w 353"/>
                <a:gd name="T49" fmla="*/ 142 h 672"/>
                <a:gd name="T50" fmla="*/ 25 w 353"/>
                <a:gd name="T51" fmla="*/ 204 h 672"/>
                <a:gd name="T52" fmla="*/ 25 w 353"/>
                <a:gd name="T53" fmla="*/ 203 h 672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353" h="672">
                  <a:moveTo>
                    <a:pt x="28" y="233"/>
                  </a:moveTo>
                  <a:cubicBezTo>
                    <a:pt x="28" y="233"/>
                    <a:pt x="9" y="225"/>
                    <a:pt x="4" y="236"/>
                  </a:cubicBezTo>
                  <a:cubicBezTo>
                    <a:pt x="0" y="248"/>
                    <a:pt x="10" y="263"/>
                    <a:pt x="18" y="273"/>
                  </a:cubicBezTo>
                  <a:cubicBezTo>
                    <a:pt x="26" y="284"/>
                    <a:pt x="41" y="318"/>
                    <a:pt x="56" y="310"/>
                  </a:cubicBezTo>
                  <a:cubicBezTo>
                    <a:pt x="56" y="310"/>
                    <a:pt x="74" y="340"/>
                    <a:pt x="79" y="347"/>
                  </a:cubicBezTo>
                  <a:cubicBezTo>
                    <a:pt x="85" y="355"/>
                    <a:pt x="94" y="386"/>
                    <a:pt x="94" y="410"/>
                  </a:cubicBezTo>
                  <a:cubicBezTo>
                    <a:pt x="93" y="433"/>
                    <a:pt x="79" y="458"/>
                    <a:pt x="79" y="458"/>
                  </a:cubicBezTo>
                  <a:cubicBezTo>
                    <a:pt x="79" y="458"/>
                    <a:pt x="114" y="549"/>
                    <a:pt x="171" y="591"/>
                  </a:cubicBezTo>
                  <a:cubicBezTo>
                    <a:pt x="227" y="633"/>
                    <a:pt x="331" y="672"/>
                    <a:pt x="331" y="672"/>
                  </a:cubicBezTo>
                  <a:cubicBezTo>
                    <a:pt x="353" y="508"/>
                    <a:pt x="353" y="508"/>
                    <a:pt x="353" y="508"/>
                  </a:cubicBezTo>
                  <a:cubicBezTo>
                    <a:pt x="353" y="508"/>
                    <a:pt x="308" y="506"/>
                    <a:pt x="288" y="447"/>
                  </a:cubicBezTo>
                  <a:cubicBezTo>
                    <a:pt x="269" y="389"/>
                    <a:pt x="278" y="339"/>
                    <a:pt x="278" y="339"/>
                  </a:cubicBezTo>
                  <a:cubicBezTo>
                    <a:pt x="278" y="339"/>
                    <a:pt x="296" y="302"/>
                    <a:pt x="297" y="294"/>
                  </a:cubicBezTo>
                  <a:cubicBezTo>
                    <a:pt x="298" y="287"/>
                    <a:pt x="302" y="279"/>
                    <a:pt x="301" y="275"/>
                  </a:cubicBezTo>
                  <a:cubicBezTo>
                    <a:pt x="301" y="275"/>
                    <a:pt x="308" y="277"/>
                    <a:pt x="311" y="265"/>
                  </a:cubicBezTo>
                  <a:cubicBezTo>
                    <a:pt x="313" y="253"/>
                    <a:pt x="317" y="244"/>
                    <a:pt x="321" y="234"/>
                  </a:cubicBezTo>
                  <a:cubicBezTo>
                    <a:pt x="325" y="224"/>
                    <a:pt x="335" y="199"/>
                    <a:pt x="332" y="189"/>
                  </a:cubicBezTo>
                  <a:cubicBezTo>
                    <a:pt x="329" y="178"/>
                    <a:pt x="325" y="171"/>
                    <a:pt x="318" y="173"/>
                  </a:cubicBezTo>
                  <a:cubicBezTo>
                    <a:pt x="311" y="175"/>
                    <a:pt x="307" y="180"/>
                    <a:pt x="307" y="180"/>
                  </a:cubicBezTo>
                  <a:cubicBezTo>
                    <a:pt x="298" y="98"/>
                    <a:pt x="298" y="98"/>
                    <a:pt x="298" y="98"/>
                  </a:cubicBezTo>
                  <a:cubicBezTo>
                    <a:pt x="243" y="12"/>
                    <a:pt x="243" y="12"/>
                    <a:pt x="243" y="12"/>
                  </a:cubicBezTo>
                  <a:cubicBezTo>
                    <a:pt x="191" y="0"/>
                    <a:pt x="191" y="0"/>
                    <a:pt x="191" y="0"/>
                  </a:cubicBezTo>
                  <a:cubicBezTo>
                    <a:pt x="96" y="5"/>
                    <a:pt x="96" y="5"/>
                    <a:pt x="96" y="5"/>
                  </a:cubicBezTo>
                  <a:cubicBezTo>
                    <a:pt x="41" y="45"/>
                    <a:pt x="41" y="45"/>
                    <a:pt x="41" y="45"/>
                  </a:cubicBezTo>
                  <a:cubicBezTo>
                    <a:pt x="14" y="163"/>
                    <a:pt x="14" y="163"/>
                    <a:pt x="14" y="163"/>
                  </a:cubicBezTo>
                  <a:cubicBezTo>
                    <a:pt x="28" y="234"/>
                    <a:pt x="28" y="234"/>
                    <a:pt x="28" y="234"/>
                  </a:cubicBezTo>
                  <a:lnTo>
                    <a:pt x="28" y="233"/>
                  </a:ln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9410" name="Freeform 617">
              <a:extLst>
                <a:ext uri="{FF2B5EF4-FFF2-40B4-BE49-F238E27FC236}">
                  <a16:creationId xmlns:a16="http://schemas.microsoft.com/office/drawing/2014/main" id="{E3462149-E802-4799-8FD0-4DD6CD3FA33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7" y="947"/>
              <a:ext cx="6" cy="91"/>
            </a:xfrm>
            <a:custGeom>
              <a:avLst/>
              <a:gdLst>
                <a:gd name="T0" fmla="*/ 6 w 6"/>
                <a:gd name="T1" fmla="*/ 0 h 95"/>
                <a:gd name="T2" fmla="*/ 0 w 6"/>
                <a:gd name="T3" fmla="*/ 83 h 9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95">
                  <a:moveTo>
                    <a:pt x="6" y="0"/>
                  </a:moveTo>
                  <a:cubicBezTo>
                    <a:pt x="6" y="0"/>
                    <a:pt x="3" y="73"/>
                    <a:pt x="0" y="95"/>
                  </a:cubicBezTo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9411" name="Freeform 618">
              <a:extLst>
                <a:ext uri="{FF2B5EF4-FFF2-40B4-BE49-F238E27FC236}">
                  <a16:creationId xmlns:a16="http://schemas.microsoft.com/office/drawing/2014/main" id="{0C3C56B2-40EF-4F0E-9E70-19D127E99FA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1" y="952"/>
              <a:ext cx="19" cy="62"/>
            </a:xfrm>
            <a:custGeom>
              <a:avLst/>
              <a:gdLst>
                <a:gd name="T0" fmla="*/ 17 w 20"/>
                <a:gd name="T1" fmla="*/ 10 h 65"/>
                <a:gd name="T2" fmla="*/ 10 w 20"/>
                <a:gd name="T3" fmla="*/ 5 h 65"/>
                <a:gd name="T4" fmla="*/ 7 w 20"/>
                <a:gd name="T5" fmla="*/ 20 h 65"/>
                <a:gd name="T6" fmla="*/ 3 w 20"/>
                <a:gd name="T7" fmla="*/ 41 h 65"/>
                <a:gd name="T8" fmla="*/ 0 w 20"/>
                <a:gd name="T9" fmla="*/ 56 h 65"/>
                <a:gd name="T10" fmla="*/ 7 w 20"/>
                <a:gd name="T11" fmla="*/ 40 h 65"/>
                <a:gd name="T12" fmla="*/ 9 w 20"/>
                <a:gd name="T13" fmla="*/ 25 h 65"/>
                <a:gd name="T14" fmla="*/ 11 w 20"/>
                <a:gd name="T15" fmla="*/ 5 h 65"/>
                <a:gd name="T16" fmla="*/ 16 w 20"/>
                <a:gd name="T17" fmla="*/ 10 h 6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" h="65">
                  <a:moveTo>
                    <a:pt x="20" y="13"/>
                  </a:moveTo>
                  <a:cubicBezTo>
                    <a:pt x="20" y="8"/>
                    <a:pt x="15" y="0"/>
                    <a:pt x="10" y="5"/>
                  </a:cubicBezTo>
                  <a:cubicBezTo>
                    <a:pt x="6" y="9"/>
                    <a:pt x="7" y="18"/>
                    <a:pt x="7" y="23"/>
                  </a:cubicBezTo>
                  <a:cubicBezTo>
                    <a:pt x="7" y="31"/>
                    <a:pt x="8" y="40"/>
                    <a:pt x="3" y="47"/>
                  </a:cubicBezTo>
                  <a:cubicBezTo>
                    <a:pt x="0" y="52"/>
                    <a:pt x="1" y="59"/>
                    <a:pt x="0" y="65"/>
                  </a:cubicBezTo>
                  <a:cubicBezTo>
                    <a:pt x="1" y="59"/>
                    <a:pt x="4" y="52"/>
                    <a:pt x="7" y="46"/>
                  </a:cubicBezTo>
                  <a:cubicBezTo>
                    <a:pt x="10" y="40"/>
                    <a:pt x="9" y="35"/>
                    <a:pt x="9" y="28"/>
                  </a:cubicBezTo>
                  <a:cubicBezTo>
                    <a:pt x="9" y="22"/>
                    <a:pt x="8" y="9"/>
                    <a:pt x="14" y="5"/>
                  </a:cubicBezTo>
                  <a:cubicBezTo>
                    <a:pt x="16" y="6"/>
                    <a:pt x="18" y="9"/>
                    <a:pt x="19" y="12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9412" name="Freeform 619">
              <a:extLst>
                <a:ext uri="{FF2B5EF4-FFF2-40B4-BE49-F238E27FC236}">
                  <a16:creationId xmlns:a16="http://schemas.microsoft.com/office/drawing/2014/main" id="{35647689-9BFD-45BD-A24A-84D41E8B28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1" y="1007"/>
              <a:ext cx="33" cy="46"/>
            </a:xfrm>
            <a:custGeom>
              <a:avLst/>
              <a:gdLst>
                <a:gd name="T0" fmla="*/ 8 w 35"/>
                <a:gd name="T1" fmla="*/ 16 h 48"/>
                <a:gd name="T2" fmla="*/ 5 w 35"/>
                <a:gd name="T3" fmla="*/ 8 h 48"/>
                <a:gd name="T4" fmla="*/ 11 w 35"/>
                <a:gd name="T5" fmla="*/ 8 h 48"/>
                <a:gd name="T6" fmla="*/ 15 w 35"/>
                <a:gd name="T7" fmla="*/ 18 h 48"/>
                <a:gd name="T8" fmla="*/ 20 w 35"/>
                <a:gd name="T9" fmla="*/ 25 h 48"/>
                <a:gd name="T10" fmla="*/ 24 w 35"/>
                <a:gd name="T11" fmla="*/ 33 h 48"/>
                <a:gd name="T12" fmla="*/ 25 w 35"/>
                <a:gd name="T13" fmla="*/ 37 h 48"/>
                <a:gd name="T14" fmla="*/ 22 w 35"/>
                <a:gd name="T15" fmla="*/ 38 h 48"/>
                <a:gd name="T16" fmla="*/ 25 w 35"/>
                <a:gd name="T17" fmla="*/ 41 h 48"/>
                <a:gd name="T18" fmla="*/ 26 w 35"/>
                <a:gd name="T19" fmla="*/ 34 h 48"/>
                <a:gd name="T20" fmla="*/ 19 w 35"/>
                <a:gd name="T21" fmla="*/ 21 h 48"/>
                <a:gd name="T22" fmla="*/ 17 w 35"/>
                <a:gd name="T23" fmla="*/ 13 h 48"/>
                <a:gd name="T24" fmla="*/ 16 w 35"/>
                <a:gd name="T25" fmla="*/ 8 h 48"/>
                <a:gd name="T26" fmla="*/ 3 w 35"/>
                <a:gd name="T27" fmla="*/ 6 h 48"/>
                <a:gd name="T28" fmla="*/ 6 w 35"/>
                <a:gd name="T29" fmla="*/ 16 h 4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35" h="48">
                  <a:moveTo>
                    <a:pt x="8" y="19"/>
                  </a:moveTo>
                  <a:cubicBezTo>
                    <a:pt x="6" y="16"/>
                    <a:pt x="3" y="11"/>
                    <a:pt x="5" y="8"/>
                  </a:cubicBezTo>
                  <a:cubicBezTo>
                    <a:pt x="8" y="5"/>
                    <a:pt x="12" y="6"/>
                    <a:pt x="14" y="8"/>
                  </a:cubicBezTo>
                  <a:cubicBezTo>
                    <a:pt x="20" y="11"/>
                    <a:pt x="17" y="15"/>
                    <a:pt x="18" y="21"/>
                  </a:cubicBezTo>
                  <a:cubicBezTo>
                    <a:pt x="19" y="24"/>
                    <a:pt x="21" y="26"/>
                    <a:pt x="23" y="28"/>
                  </a:cubicBezTo>
                  <a:cubicBezTo>
                    <a:pt x="25" y="31"/>
                    <a:pt x="27" y="34"/>
                    <a:pt x="29" y="37"/>
                  </a:cubicBezTo>
                  <a:cubicBezTo>
                    <a:pt x="30" y="39"/>
                    <a:pt x="32" y="42"/>
                    <a:pt x="31" y="43"/>
                  </a:cubicBezTo>
                  <a:cubicBezTo>
                    <a:pt x="30" y="45"/>
                    <a:pt x="26" y="44"/>
                    <a:pt x="25" y="44"/>
                  </a:cubicBezTo>
                  <a:cubicBezTo>
                    <a:pt x="24" y="47"/>
                    <a:pt x="29" y="48"/>
                    <a:pt x="31" y="47"/>
                  </a:cubicBezTo>
                  <a:cubicBezTo>
                    <a:pt x="35" y="46"/>
                    <a:pt x="33" y="42"/>
                    <a:pt x="32" y="39"/>
                  </a:cubicBezTo>
                  <a:cubicBezTo>
                    <a:pt x="30" y="33"/>
                    <a:pt x="24" y="30"/>
                    <a:pt x="22" y="24"/>
                  </a:cubicBezTo>
                  <a:cubicBezTo>
                    <a:pt x="20" y="22"/>
                    <a:pt x="19" y="19"/>
                    <a:pt x="20" y="16"/>
                  </a:cubicBezTo>
                  <a:cubicBezTo>
                    <a:pt x="20" y="13"/>
                    <a:pt x="21" y="11"/>
                    <a:pt x="19" y="8"/>
                  </a:cubicBezTo>
                  <a:cubicBezTo>
                    <a:pt x="15" y="5"/>
                    <a:pt x="6" y="0"/>
                    <a:pt x="3" y="6"/>
                  </a:cubicBezTo>
                  <a:cubicBezTo>
                    <a:pt x="0" y="10"/>
                    <a:pt x="1" y="17"/>
                    <a:pt x="6" y="19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9413" name="Freeform 620">
              <a:extLst>
                <a:ext uri="{FF2B5EF4-FFF2-40B4-BE49-F238E27FC236}">
                  <a16:creationId xmlns:a16="http://schemas.microsoft.com/office/drawing/2014/main" id="{AE50FAFA-5B78-47D6-9FC0-A0CF86B5B2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1" y="1063"/>
              <a:ext cx="7" cy="13"/>
            </a:xfrm>
            <a:custGeom>
              <a:avLst/>
              <a:gdLst>
                <a:gd name="T0" fmla="*/ 0 w 7"/>
                <a:gd name="T1" fmla="*/ 7 h 14"/>
                <a:gd name="T2" fmla="*/ 6 w 7"/>
                <a:gd name="T3" fmla="*/ 0 h 14"/>
                <a:gd name="T4" fmla="*/ 5 w 7"/>
                <a:gd name="T5" fmla="*/ 11 h 14"/>
                <a:gd name="T6" fmla="*/ 2 w 7"/>
                <a:gd name="T7" fmla="*/ 7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14">
                  <a:moveTo>
                    <a:pt x="0" y="8"/>
                  </a:moveTo>
                  <a:cubicBezTo>
                    <a:pt x="3" y="8"/>
                    <a:pt x="6" y="3"/>
                    <a:pt x="6" y="0"/>
                  </a:cubicBezTo>
                  <a:cubicBezTo>
                    <a:pt x="7" y="5"/>
                    <a:pt x="3" y="9"/>
                    <a:pt x="5" y="14"/>
                  </a:cubicBezTo>
                  <a:cubicBezTo>
                    <a:pt x="4" y="13"/>
                    <a:pt x="3" y="11"/>
                    <a:pt x="2" y="10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9414" name="Freeform 621">
              <a:extLst>
                <a:ext uri="{FF2B5EF4-FFF2-40B4-BE49-F238E27FC236}">
                  <a16:creationId xmlns:a16="http://schemas.microsoft.com/office/drawing/2014/main" id="{C2C309D6-C293-4788-818D-F589D2BDB1C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4" y="1312"/>
              <a:ext cx="10" cy="7"/>
            </a:xfrm>
            <a:custGeom>
              <a:avLst/>
              <a:gdLst>
                <a:gd name="T0" fmla="*/ 2 w 11"/>
                <a:gd name="T1" fmla="*/ 1 h 8"/>
                <a:gd name="T2" fmla="*/ 1 w 11"/>
                <a:gd name="T3" fmla="*/ 0 h 8"/>
                <a:gd name="T4" fmla="*/ 8 w 11"/>
                <a:gd name="T5" fmla="*/ 4 h 8"/>
                <a:gd name="T6" fmla="*/ 0 w 11"/>
                <a:gd name="T7" fmla="*/ 3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8">
                  <a:moveTo>
                    <a:pt x="2" y="1"/>
                  </a:moveTo>
                  <a:cubicBezTo>
                    <a:pt x="2" y="1"/>
                    <a:pt x="1" y="1"/>
                    <a:pt x="1" y="0"/>
                  </a:cubicBezTo>
                  <a:cubicBezTo>
                    <a:pt x="4" y="3"/>
                    <a:pt x="8" y="4"/>
                    <a:pt x="11" y="6"/>
                  </a:cubicBezTo>
                  <a:cubicBezTo>
                    <a:pt x="6" y="8"/>
                    <a:pt x="2" y="6"/>
                    <a:pt x="0" y="3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9415" name="Freeform 622">
              <a:extLst>
                <a:ext uri="{FF2B5EF4-FFF2-40B4-BE49-F238E27FC236}">
                  <a16:creationId xmlns:a16="http://schemas.microsoft.com/office/drawing/2014/main" id="{FFAD31B9-2E95-4832-B731-AB453D0EFC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5" y="1296"/>
              <a:ext cx="52" cy="23"/>
            </a:xfrm>
            <a:custGeom>
              <a:avLst/>
              <a:gdLst>
                <a:gd name="T0" fmla="*/ 1 w 55"/>
                <a:gd name="T1" fmla="*/ 19 h 24"/>
                <a:gd name="T2" fmla="*/ 1 w 55"/>
                <a:gd name="T3" fmla="*/ 20 h 24"/>
                <a:gd name="T4" fmla="*/ 13 w 55"/>
                <a:gd name="T5" fmla="*/ 16 h 24"/>
                <a:gd name="T6" fmla="*/ 22 w 55"/>
                <a:gd name="T7" fmla="*/ 11 h 24"/>
                <a:gd name="T8" fmla="*/ 46 w 55"/>
                <a:gd name="T9" fmla="*/ 0 h 24"/>
                <a:gd name="T10" fmla="*/ 28 w 55"/>
                <a:gd name="T11" fmla="*/ 9 h 24"/>
                <a:gd name="T12" fmla="*/ 18 w 55"/>
                <a:gd name="T13" fmla="*/ 15 h 24"/>
                <a:gd name="T14" fmla="*/ 10 w 55"/>
                <a:gd name="T15" fmla="*/ 20 h 24"/>
                <a:gd name="T16" fmla="*/ 8 w 55"/>
                <a:gd name="T17" fmla="*/ 20 h 24"/>
                <a:gd name="T18" fmla="*/ 1 w 55"/>
                <a:gd name="T19" fmla="*/ 21 h 2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5" h="24">
                  <a:moveTo>
                    <a:pt x="1" y="22"/>
                  </a:moveTo>
                  <a:cubicBezTo>
                    <a:pt x="0" y="22"/>
                    <a:pt x="0" y="23"/>
                    <a:pt x="1" y="23"/>
                  </a:cubicBezTo>
                  <a:cubicBezTo>
                    <a:pt x="6" y="21"/>
                    <a:pt x="12" y="23"/>
                    <a:pt x="16" y="19"/>
                  </a:cubicBezTo>
                  <a:cubicBezTo>
                    <a:pt x="19" y="16"/>
                    <a:pt x="21" y="14"/>
                    <a:pt x="25" y="11"/>
                  </a:cubicBezTo>
                  <a:cubicBezTo>
                    <a:pt x="34" y="6"/>
                    <a:pt x="45" y="0"/>
                    <a:pt x="55" y="0"/>
                  </a:cubicBezTo>
                  <a:cubicBezTo>
                    <a:pt x="48" y="0"/>
                    <a:pt x="40" y="5"/>
                    <a:pt x="34" y="9"/>
                  </a:cubicBezTo>
                  <a:cubicBezTo>
                    <a:pt x="30" y="12"/>
                    <a:pt x="26" y="15"/>
                    <a:pt x="21" y="18"/>
                  </a:cubicBezTo>
                  <a:cubicBezTo>
                    <a:pt x="19" y="20"/>
                    <a:pt x="16" y="23"/>
                    <a:pt x="13" y="23"/>
                  </a:cubicBezTo>
                  <a:cubicBezTo>
                    <a:pt x="11" y="24"/>
                    <a:pt x="10" y="23"/>
                    <a:pt x="8" y="23"/>
                  </a:cubicBezTo>
                  <a:cubicBezTo>
                    <a:pt x="6" y="23"/>
                    <a:pt x="3" y="24"/>
                    <a:pt x="1" y="24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9416" name="Freeform 623">
              <a:extLst>
                <a:ext uri="{FF2B5EF4-FFF2-40B4-BE49-F238E27FC236}">
                  <a16:creationId xmlns:a16="http://schemas.microsoft.com/office/drawing/2014/main" id="{04EE38A4-76DD-4CAC-A552-27E8E453D0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9" y="921"/>
              <a:ext cx="55" cy="28"/>
            </a:xfrm>
            <a:custGeom>
              <a:avLst/>
              <a:gdLst>
                <a:gd name="T0" fmla="*/ 47 w 58"/>
                <a:gd name="T1" fmla="*/ 11 h 29"/>
                <a:gd name="T2" fmla="*/ 18 w 58"/>
                <a:gd name="T3" fmla="*/ 5 h 29"/>
                <a:gd name="T4" fmla="*/ 0 w 58"/>
                <a:gd name="T5" fmla="*/ 21 h 29"/>
                <a:gd name="T6" fmla="*/ 26 w 58"/>
                <a:gd name="T7" fmla="*/ 21 h 29"/>
                <a:gd name="T8" fmla="*/ 43 w 58"/>
                <a:gd name="T9" fmla="*/ 14 h 29"/>
                <a:gd name="T10" fmla="*/ 47 w 58"/>
                <a:gd name="T11" fmla="*/ 11 h 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8" h="29">
                  <a:moveTo>
                    <a:pt x="56" y="11"/>
                  </a:moveTo>
                  <a:cubicBezTo>
                    <a:pt x="55" y="8"/>
                    <a:pt x="38" y="0"/>
                    <a:pt x="21" y="5"/>
                  </a:cubicBezTo>
                  <a:cubicBezTo>
                    <a:pt x="4" y="11"/>
                    <a:pt x="0" y="24"/>
                    <a:pt x="0" y="24"/>
                  </a:cubicBezTo>
                  <a:cubicBezTo>
                    <a:pt x="0" y="24"/>
                    <a:pt x="15" y="29"/>
                    <a:pt x="30" y="24"/>
                  </a:cubicBezTo>
                  <a:cubicBezTo>
                    <a:pt x="45" y="19"/>
                    <a:pt x="45" y="16"/>
                    <a:pt x="50" y="15"/>
                  </a:cubicBezTo>
                  <a:cubicBezTo>
                    <a:pt x="54" y="15"/>
                    <a:pt x="58" y="14"/>
                    <a:pt x="56" y="1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9417" name="Freeform 624">
              <a:extLst>
                <a:ext uri="{FF2B5EF4-FFF2-40B4-BE49-F238E27FC236}">
                  <a16:creationId xmlns:a16="http://schemas.microsoft.com/office/drawing/2014/main" id="{AE28EDF9-D37D-4531-B6E8-D0633D7F7E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3" y="924"/>
              <a:ext cx="23" cy="22"/>
            </a:xfrm>
            <a:custGeom>
              <a:avLst/>
              <a:gdLst>
                <a:gd name="T0" fmla="*/ 15 w 24"/>
                <a:gd name="T1" fmla="*/ 0 h 23"/>
                <a:gd name="T2" fmla="*/ 21 w 24"/>
                <a:gd name="T3" fmla="*/ 11 h 23"/>
                <a:gd name="T4" fmla="*/ 18 w 24"/>
                <a:gd name="T5" fmla="*/ 15 h 23"/>
                <a:gd name="T6" fmla="*/ 8 w 24"/>
                <a:gd name="T7" fmla="*/ 19 h 23"/>
                <a:gd name="T8" fmla="*/ 0 w 24"/>
                <a:gd name="T9" fmla="*/ 11 h 23"/>
                <a:gd name="T10" fmla="*/ 2 w 24"/>
                <a:gd name="T11" fmla="*/ 4 h 23"/>
                <a:gd name="T12" fmla="*/ 15 w 24"/>
                <a:gd name="T13" fmla="*/ 0 h 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23">
                  <a:moveTo>
                    <a:pt x="18" y="0"/>
                  </a:moveTo>
                  <a:cubicBezTo>
                    <a:pt x="22" y="2"/>
                    <a:pt x="24" y="6"/>
                    <a:pt x="24" y="11"/>
                  </a:cubicBezTo>
                  <a:cubicBezTo>
                    <a:pt x="24" y="14"/>
                    <a:pt x="23" y="16"/>
                    <a:pt x="21" y="18"/>
                  </a:cubicBezTo>
                  <a:cubicBezTo>
                    <a:pt x="17" y="20"/>
                    <a:pt x="10" y="23"/>
                    <a:pt x="8" y="22"/>
                  </a:cubicBezTo>
                  <a:cubicBezTo>
                    <a:pt x="4" y="21"/>
                    <a:pt x="0" y="16"/>
                    <a:pt x="0" y="11"/>
                  </a:cubicBezTo>
                  <a:cubicBezTo>
                    <a:pt x="0" y="8"/>
                    <a:pt x="1" y="6"/>
                    <a:pt x="2" y="4"/>
                  </a:cubicBezTo>
                  <a:cubicBezTo>
                    <a:pt x="6" y="1"/>
                    <a:pt x="17" y="0"/>
                    <a:pt x="18" y="0"/>
                  </a:cubicBezTo>
                  <a:close/>
                </a:path>
              </a:pathLst>
            </a:custGeom>
            <a:solidFill>
              <a:srgbClr val="4769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9418" name="Freeform 625">
              <a:extLst>
                <a:ext uri="{FF2B5EF4-FFF2-40B4-BE49-F238E27FC236}">
                  <a16:creationId xmlns:a16="http://schemas.microsoft.com/office/drawing/2014/main" id="{170A9682-B947-494C-A911-C18C9E12D8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5" y="915"/>
              <a:ext cx="49" cy="22"/>
            </a:xfrm>
            <a:custGeom>
              <a:avLst/>
              <a:gdLst>
                <a:gd name="T0" fmla="*/ 43 w 52"/>
                <a:gd name="T1" fmla="*/ 6 h 23"/>
                <a:gd name="T2" fmla="*/ 21 w 52"/>
                <a:gd name="T3" fmla="*/ 4 h 23"/>
                <a:gd name="T4" fmla="*/ 0 w 52"/>
                <a:gd name="T5" fmla="*/ 20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2" h="23">
                  <a:moveTo>
                    <a:pt x="52" y="6"/>
                  </a:moveTo>
                  <a:cubicBezTo>
                    <a:pt x="52" y="6"/>
                    <a:pt x="40" y="0"/>
                    <a:pt x="24" y="4"/>
                  </a:cubicBezTo>
                  <a:cubicBezTo>
                    <a:pt x="8" y="9"/>
                    <a:pt x="0" y="23"/>
                    <a:pt x="0" y="23"/>
                  </a:cubicBezTo>
                </a:path>
              </a:pathLst>
            </a:custGeom>
            <a:noFill/>
            <a:ln w="158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9419" name="Freeform 626">
              <a:extLst>
                <a:ext uri="{FF2B5EF4-FFF2-40B4-BE49-F238E27FC236}">
                  <a16:creationId xmlns:a16="http://schemas.microsoft.com/office/drawing/2014/main" id="{02436726-AA2F-4599-A355-DF3261EBAC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7" y="939"/>
              <a:ext cx="14" cy="5"/>
            </a:xfrm>
            <a:custGeom>
              <a:avLst/>
              <a:gdLst>
                <a:gd name="T0" fmla="*/ 12 w 15"/>
                <a:gd name="T1" fmla="*/ 0 h 6"/>
                <a:gd name="T2" fmla="*/ 7 w 15"/>
                <a:gd name="T3" fmla="*/ 3 h 6"/>
                <a:gd name="T4" fmla="*/ 0 w 15"/>
                <a:gd name="T5" fmla="*/ 3 h 6"/>
                <a:gd name="T6" fmla="*/ 7 w 15"/>
                <a:gd name="T7" fmla="*/ 3 h 6"/>
                <a:gd name="T8" fmla="*/ 9 w 15"/>
                <a:gd name="T9" fmla="*/ 3 h 6"/>
                <a:gd name="T10" fmla="*/ 11 w 15"/>
                <a:gd name="T11" fmla="*/ 1 h 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" h="6">
                  <a:moveTo>
                    <a:pt x="15" y="0"/>
                  </a:moveTo>
                  <a:cubicBezTo>
                    <a:pt x="13" y="2"/>
                    <a:pt x="10" y="3"/>
                    <a:pt x="8" y="3"/>
                  </a:cubicBezTo>
                  <a:cubicBezTo>
                    <a:pt x="5" y="3"/>
                    <a:pt x="2" y="4"/>
                    <a:pt x="0" y="3"/>
                  </a:cubicBezTo>
                  <a:cubicBezTo>
                    <a:pt x="2" y="4"/>
                    <a:pt x="6" y="5"/>
                    <a:pt x="9" y="5"/>
                  </a:cubicBezTo>
                  <a:cubicBezTo>
                    <a:pt x="10" y="6"/>
                    <a:pt x="11" y="6"/>
                    <a:pt x="12" y="5"/>
                  </a:cubicBezTo>
                  <a:cubicBezTo>
                    <a:pt x="13" y="4"/>
                    <a:pt x="13" y="2"/>
                    <a:pt x="14" y="1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9420" name="Freeform 627">
              <a:extLst>
                <a:ext uri="{FF2B5EF4-FFF2-40B4-BE49-F238E27FC236}">
                  <a16:creationId xmlns:a16="http://schemas.microsoft.com/office/drawing/2014/main" id="{C25862F9-6088-4570-96E7-91EFCD18B0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1" y="934"/>
              <a:ext cx="15" cy="4"/>
            </a:xfrm>
            <a:custGeom>
              <a:avLst/>
              <a:gdLst>
                <a:gd name="T0" fmla="*/ 13 w 16"/>
                <a:gd name="T1" fmla="*/ 0 h 4"/>
                <a:gd name="T2" fmla="*/ 9 w 16"/>
                <a:gd name="T3" fmla="*/ 1 h 4"/>
                <a:gd name="T4" fmla="*/ 7 w 16"/>
                <a:gd name="T5" fmla="*/ 2 h 4"/>
                <a:gd name="T6" fmla="*/ 0 w 16"/>
                <a:gd name="T7" fmla="*/ 1 h 4"/>
                <a:gd name="T8" fmla="*/ 8 w 16"/>
                <a:gd name="T9" fmla="*/ 4 h 4"/>
                <a:gd name="T10" fmla="*/ 10 w 16"/>
                <a:gd name="T11" fmla="*/ 3 h 4"/>
                <a:gd name="T12" fmla="*/ 12 w 16"/>
                <a:gd name="T13" fmla="*/ 1 h 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" h="4">
                  <a:moveTo>
                    <a:pt x="16" y="0"/>
                  </a:moveTo>
                  <a:cubicBezTo>
                    <a:pt x="15" y="0"/>
                    <a:pt x="13" y="1"/>
                    <a:pt x="12" y="1"/>
                  </a:cubicBezTo>
                  <a:cubicBezTo>
                    <a:pt x="11" y="1"/>
                    <a:pt x="9" y="2"/>
                    <a:pt x="7" y="2"/>
                  </a:cubicBezTo>
                  <a:cubicBezTo>
                    <a:pt x="5" y="2"/>
                    <a:pt x="2" y="2"/>
                    <a:pt x="0" y="1"/>
                  </a:cubicBezTo>
                  <a:cubicBezTo>
                    <a:pt x="4" y="2"/>
                    <a:pt x="7" y="4"/>
                    <a:pt x="10" y="4"/>
                  </a:cubicBezTo>
                  <a:cubicBezTo>
                    <a:pt x="11" y="4"/>
                    <a:pt x="12" y="4"/>
                    <a:pt x="13" y="3"/>
                  </a:cubicBezTo>
                  <a:cubicBezTo>
                    <a:pt x="14" y="3"/>
                    <a:pt x="14" y="1"/>
                    <a:pt x="15" y="1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9421" name="Freeform 628">
              <a:extLst>
                <a:ext uri="{FF2B5EF4-FFF2-40B4-BE49-F238E27FC236}">
                  <a16:creationId xmlns:a16="http://schemas.microsoft.com/office/drawing/2014/main" id="{A295BD84-26E7-406E-8618-9C8B9D9A1B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8" y="929"/>
              <a:ext cx="12" cy="5"/>
            </a:xfrm>
            <a:custGeom>
              <a:avLst/>
              <a:gdLst>
                <a:gd name="T0" fmla="*/ 10 w 13"/>
                <a:gd name="T1" fmla="*/ 1 h 5"/>
                <a:gd name="T2" fmla="*/ 6 w 13"/>
                <a:gd name="T3" fmla="*/ 2 h 5"/>
                <a:gd name="T4" fmla="*/ 0 w 13"/>
                <a:gd name="T5" fmla="*/ 0 h 5"/>
                <a:gd name="T6" fmla="*/ 6 w 13"/>
                <a:gd name="T7" fmla="*/ 4 h 5"/>
                <a:gd name="T8" fmla="*/ 10 w 13"/>
                <a:gd name="T9" fmla="*/ 2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5">
                  <a:moveTo>
                    <a:pt x="13" y="1"/>
                  </a:moveTo>
                  <a:cubicBezTo>
                    <a:pt x="12" y="3"/>
                    <a:pt x="8" y="2"/>
                    <a:pt x="6" y="2"/>
                  </a:cubicBezTo>
                  <a:cubicBezTo>
                    <a:pt x="4" y="1"/>
                    <a:pt x="2" y="0"/>
                    <a:pt x="0" y="0"/>
                  </a:cubicBezTo>
                  <a:cubicBezTo>
                    <a:pt x="2" y="1"/>
                    <a:pt x="5" y="4"/>
                    <a:pt x="8" y="4"/>
                  </a:cubicBezTo>
                  <a:cubicBezTo>
                    <a:pt x="10" y="5"/>
                    <a:pt x="11" y="3"/>
                    <a:pt x="13" y="2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9422" name="Freeform 629">
              <a:extLst>
                <a:ext uri="{FF2B5EF4-FFF2-40B4-BE49-F238E27FC236}">
                  <a16:creationId xmlns:a16="http://schemas.microsoft.com/office/drawing/2014/main" id="{4A13A04B-1A06-4B15-82C2-C9DC2E9F09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7" y="926"/>
              <a:ext cx="8" cy="5"/>
            </a:xfrm>
            <a:custGeom>
              <a:avLst/>
              <a:gdLst>
                <a:gd name="T0" fmla="*/ 8 w 8"/>
                <a:gd name="T1" fmla="*/ 1 h 5"/>
                <a:gd name="T2" fmla="*/ 0 w 8"/>
                <a:gd name="T3" fmla="*/ 0 h 5"/>
                <a:gd name="T4" fmla="*/ 7 w 8"/>
                <a:gd name="T5" fmla="*/ 2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8" y="1"/>
                  </a:moveTo>
                  <a:cubicBezTo>
                    <a:pt x="6" y="3"/>
                    <a:pt x="1" y="1"/>
                    <a:pt x="0" y="0"/>
                  </a:cubicBezTo>
                  <a:cubicBezTo>
                    <a:pt x="2" y="2"/>
                    <a:pt x="4" y="5"/>
                    <a:pt x="7" y="2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9423" name="Freeform 630">
              <a:extLst>
                <a:ext uri="{FF2B5EF4-FFF2-40B4-BE49-F238E27FC236}">
                  <a16:creationId xmlns:a16="http://schemas.microsoft.com/office/drawing/2014/main" id="{6EC970BF-F985-4A6B-BA06-26AE448BD41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3" y="924"/>
              <a:ext cx="5" cy="3"/>
            </a:xfrm>
            <a:custGeom>
              <a:avLst/>
              <a:gdLst>
                <a:gd name="T0" fmla="*/ 0 w 6"/>
                <a:gd name="T1" fmla="*/ 2 h 3"/>
                <a:gd name="T2" fmla="*/ 3 w 6"/>
                <a:gd name="T3" fmla="*/ 0 h 3"/>
                <a:gd name="T4" fmla="*/ 3 w 6"/>
                <a:gd name="T5" fmla="*/ 3 h 3"/>
                <a:gd name="T6" fmla="*/ 1 w 6"/>
                <a:gd name="T7" fmla="*/ 2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3">
                  <a:moveTo>
                    <a:pt x="0" y="2"/>
                  </a:moveTo>
                  <a:cubicBezTo>
                    <a:pt x="2" y="3"/>
                    <a:pt x="5" y="1"/>
                    <a:pt x="6" y="0"/>
                  </a:cubicBezTo>
                  <a:cubicBezTo>
                    <a:pt x="5" y="1"/>
                    <a:pt x="4" y="2"/>
                    <a:pt x="3" y="3"/>
                  </a:cubicBezTo>
                  <a:cubicBezTo>
                    <a:pt x="2" y="3"/>
                    <a:pt x="2" y="3"/>
                    <a:pt x="1" y="2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9424" name="Freeform 631">
              <a:extLst>
                <a:ext uri="{FF2B5EF4-FFF2-40B4-BE49-F238E27FC236}">
                  <a16:creationId xmlns:a16="http://schemas.microsoft.com/office/drawing/2014/main" id="{CD448AEE-7406-45A0-8BFE-E99D685948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0" y="945"/>
              <a:ext cx="7" cy="5"/>
            </a:xfrm>
            <a:custGeom>
              <a:avLst/>
              <a:gdLst>
                <a:gd name="T0" fmla="*/ 4 w 8"/>
                <a:gd name="T1" fmla="*/ 0 h 5"/>
                <a:gd name="T2" fmla="*/ 2 w 8"/>
                <a:gd name="T3" fmla="*/ 2 h 5"/>
                <a:gd name="T4" fmla="*/ 0 w 8"/>
                <a:gd name="T5" fmla="*/ 5 h 5"/>
                <a:gd name="T6" fmla="*/ 4 w 8"/>
                <a:gd name="T7" fmla="*/ 2 h 5"/>
                <a:gd name="T8" fmla="*/ 5 w 8"/>
                <a:gd name="T9" fmla="*/ 1 h 5"/>
                <a:gd name="T10" fmla="*/ 4 w 8"/>
                <a:gd name="T11" fmla="*/ 0 h 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" h="5">
                  <a:moveTo>
                    <a:pt x="5" y="0"/>
                  </a:moveTo>
                  <a:cubicBezTo>
                    <a:pt x="4" y="0"/>
                    <a:pt x="3" y="1"/>
                    <a:pt x="2" y="2"/>
                  </a:cubicBezTo>
                  <a:cubicBezTo>
                    <a:pt x="1" y="3"/>
                    <a:pt x="1" y="4"/>
                    <a:pt x="0" y="5"/>
                  </a:cubicBezTo>
                  <a:cubicBezTo>
                    <a:pt x="1" y="4"/>
                    <a:pt x="2" y="2"/>
                    <a:pt x="4" y="2"/>
                  </a:cubicBezTo>
                  <a:cubicBezTo>
                    <a:pt x="5" y="1"/>
                    <a:pt x="6" y="1"/>
                    <a:pt x="8" y="1"/>
                  </a:cubicBezTo>
                  <a:cubicBezTo>
                    <a:pt x="7" y="0"/>
                    <a:pt x="7" y="0"/>
                    <a:pt x="7" y="0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9425" name="Freeform 632">
              <a:extLst>
                <a:ext uri="{FF2B5EF4-FFF2-40B4-BE49-F238E27FC236}">
                  <a16:creationId xmlns:a16="http://schemas.microsoft.com/office/drawing/2014/main" id="{29B0217A-5AE0-48A0-B28B-4675C1AEBC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6" y="946"/>
              <a:ext cx="7" cy="6"/>
            </a:xfrm>
            <a:custGeom>
              <a:avLst/>
              <a:gdLst>
                <a:gd name="T0" fmla="*/ 5 w 7"/>
                <a:gd name="T1" fmla="*/ 0 h 6"/>
                <a:gd name="T2" fmla="*/ 0 w 7"/>
                <a:gd name="T3" fmla="*/ 6 h 6"/>
                <a:gd name="T4" fmla="*/ 4 w 7"/>
                <a:gd name="T5" fmla="*/ 1 h 6"/>
                <a:gd name="T6" fmla="*/ 7 w 7"/>
                <a:gd name="T7" fmla="*/ 0 h 6"/>
                <a:gd name="T8" fmla="*/ 5 w 7"/>
                <a:gd name="T9" fmla="*/ 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6">
                  <a:moveTo>
                    <a:pt x="5" y="0"/>
                  </a:moveTo>
                  <a:cubicBezTo>
                    <a:pt x="2" y="0"/>
                    <a:pt x="1" y="4"/>
                    <a:pt x="0" y="6"/>
                  </a:cubicBezTo>
                  <a:cubicBezTo>
                    <a:pt x="1" y="4"/>
                    <a:pt x="3" y="2"/>
                    <a:pt x="4" y="1"/>
                  </a:cubicBezTo>
                  <a:cubicBezTo>
                    <a:pt x="5" y="1"/>
                    <a:pt x="6" y="0"/>
                    <a:pt x="7" y="0"/>
                  </a:cubicBezTo>
                  <a:cubicBezTo>
                    <a:pt x="7" y="0"/>
                    <a:pt x="6" y="0"/>
                    <a:pt x="5" y="0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9426" name="Freeform 633">
              <a:extLst>
                <a:ext uri="{FF2B5EF4-FFF2-40B4-BE49-F238E27FC236}">
                  <a16:creationId xmlns:a16="http://schemas.microsoft.com/office/drawing/2014/main" id="{7E11B8D6-2413-4C1E-B87F-EA2DAF998C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1" y="907"/>
              <a:ext cx="57" cy="20"/>
            </a:xfrm>
            <a:custGeom>
              <a:avLst/>
              <a:gdLst>
                <a:gd name="T0" fmla="*/ 1 w 59"/>
                <a:gd name="T1" fmla="*/ 12 h 21"/>
                <a:gd name="T2" fmla="*/ 31 w 59"/>
                <a:gd name="T3" fmla="*/ 0 h 21"/>
                <a:gd name="T4" fmla="*/ 53 w 59"/>
                <a:gd name="T5" fmla="*/ 10 h 21"/>
                <a:gd name="T6" fmla="*/ 27 w 59"/>
                <a:gd name="T7" fmla="*/ 18 h 21"/>
                <a:gd name="T8" fmla="*/ 9 w 59"/>
                <a:gd name="T9" fmla="*/ 15 h 21"/>
                <a:gd name="T10" fmla="*/ 1 w 59"/>
                <a:gd name="T11" fmla="*/ 12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9" h="21">
                  <a:moveTo>
                    <a:pt x="1" y="15"/>
                  </a:moveTo>
                  <a:cubicBezTo>
                    <a:pt x="2" y="13"/>
                    <a:pt x="16" y="0"/>
                    <a:pt x="34" y="0"/>
                  </a:cubicBezTo>
                  <a:cubicBezTo>
                    <a:pt x="51" y="1"/>
                    <a:pt x="59" y="12"/>
                    <a:pt x="59" y="12"/>
                  </a:cubicBezTo>
                  <a:cubicBezTo>
                    <a:pt x="59" y="12"/>
                    <a:pt x="46" y="21"/>
                    <a:pt x="30" y="21"/>
                  </a:cubicBezTo>
                  <a:cubicBezTo>
                    <a:pt x="14" y="20"/>
                    <a:pt x="13" y="17"/>
                    <a:pt x="9" y="18"/>
                  </a:cubicBezTo>
                  <a:cubicBezTo>
                    <a:pt x="5" y="18"/>
                    <a:pt x="0" y="19"/>
                    <a:pt x="1" y="1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9427" name="Freeform 634">
              <a:extLst>
                <a:ext uri="{FF2B5EF4-FFF2-40B4-BE49-F238E27FC236}">
                  <a16:creationId xmlns:a16="http://schemas.microsoft.com/office/drawing/2014/main" id="{1268A6A4-499C-4C80-B601-E822BEAF627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8" y="906"/>
              <a:ext cx="24" cy="21"/>
            </a:xfrm>
            <a:custGeom>
              <a:avLst/>
              <a:gdLst>
                <a:gd name="T0" fmla="*/ 4 w 26"/>
                <a:gd name="T1" fmla="*/ 3 h 22"/>
                <a:gd name="T2" fmla="*/ 1 w 26"/>
                <a:gd name="T3" fmla="*/ 12 h 22"/>
                <a:gd name="T4" fmla="*/ 6 w 26"/>
                <a:gd name="T5" fmla="*/ 18 h 22"/>
                <a:gd name="T6" fmla="*/ 16 w 26"/>
                <a:gd name="T7" fmla="*/ 18 h 22"/>
                <a:gd name="T8" fmla="*/ 19 w 26"/>
                <a:gd name="T9" fmla="*/ 8 h 22"/>
                <a:gd name="T10" fmla="*/ 16 w 26"/>
                <a:gd name="T11" fmla="*/ 2 h 22"/>
                <a:gd name="T12" fmla="*/ 4 w 26"/>
                <a:gd name="T13" fmla="*/ 3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" h="22">
                  <a:moveTo>
                    <a:pt x="4" y="3"/>
                  </a:moveTo>
                  <a:cubicBezTo>
                    <a:pt x="1" y="6"/>
                    <a:pt x="0" y="10"/>
                    <a:pt x="1" y="15"/>
                  </a:cubicBezTo>
                  <a:cubicBezTo>
                    <a:pt x="2" y="17"/>
                    <a:pt x="4" y="20"/>
                    <a:pt x="6" y="21"/>
                  </a:cubicBezTo>
                  <a:cubicBezTo>
                    <a:pt x="11" y="22"/>
                    <a:pt x="19" y="22"/>
                    <a:pt x="20" y="21"/>
                  </a:cubicBezTo>
                  <a:cubicBezTo>
                    <a:pt x="24" y="18"/>
                    <a:pt x="26" y="13"/>
                    <a:pt x="25" y="8"/>
                  </a:cubicBezTo>
                  <a:cubicBezTo>
                    <a:pt x="24" y="5"/>
                    <a:pt x="22" y="3"/>
                    <a:pt x="20" y="2"/>
                  </a:cubicBezTo>
                  <a:cubicBezTo>
                    <a:pt x="16" y="0"/>
                    <a:pt x="5" y="2"/>
                    <a:pt x="4" y="3"/>
                  </a:cubicBezTo>
                  <a:close/>
                </a:path>
              </a:pathLst>
            </a:custGeom>
            <a:solidFill>
              <a:srgbClr val="4769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9428" name="Freeform 635">
              <a:extLst>
                <a:ext uri="{FF2B5EF4-FFF2-40B4-BE49-F238E27FC236}">
                  <a16:creationId xmlns:a16="http://schemas.microsoft.com/office/drawing/2014/main" id="{727B9008-2BF7-48AE-8260-AA2ABF8BE5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7" y="899"/>
              <a:ext cx="53" cy="12"/>
            </a:xfrm>
            <a:custGeom>
              <a:avLst/>
              <a:gdLst>
                <a:gd name="T0" fmla="*/ 0 w 55"/>
                <a:gd name="T1" fmla="*/ 10 h 12"/>
                <a:gd name="T2" fmla="*/ 23 w 55"/>
                <a:gd name="T3" fmla="*/ 1 h 12"/>
                <a:gd name="T4" fmla="*/ 49 w 55"/>
                <a:gd name="T5" fmla="*/ 12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5" h="12">
                  <a:moveTo>
                    <a:pt x="0" y="10"/>
                  </a:moveTo>
                  <a:cubicBezTo>
                    <a:pt x="0" y="10"/>
                    <a:pt x="10" y="1"/>
                    <a:pt x="26" y="1"/>
                  </a:cubicBezTo>
                  <a:cubicBezTo>
                    <a:pt x="43" y="0"/>
                    <a:pt x="55" y="12"/>
                    <a:pt x="55" y="12"/>
                  </a:cubicBezTo>
                </a:path>
              </a:pathLst>
            </a:custGeom>
            <a:noFill/>
            <a:ln w="158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9429" name="Freeform 636">
              <a:extLst>
                <a:ext uri="{FF2B5EF4-FFF2-40B4-BE49-F238E27FC236}">
                  <a16:creationId xmlns:a16="http://schemas.microsoft.com/office/drawing/2014/main" id="{424214B0-4766-4978-BF98-61D9980FA05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4" y="913"/>
              <a:ext cx="14" cy="5"/>
            </a:xfrm>
            <a:custGeom>
              <a:avLst/>
              <a:gdLst>
                <a:gd name="T0" fmla="*/ 0 w 15"/>
                <a:gd name="T1" fmla="*/ 2 h 6"/>
                <a:gd name="T2" fmla="*/ 7 w 15"/>
                <a:gd name="T3" fmla="*/ 3 h 6"/>
                <a:gd name="T4" fmla="*/ 12 w 15"/>
                <a:gd name="T5" fmla="*/ 0 h 6"/>
                <a:gd name="T6" fmla="*/ 7 w 15"/>
                <a:gd name="T7" fmla="*/ 3 h 6"/>
                <a:gd name="T8" fmla="*/ 4 w 15"/>
                <a:gd name="T9" fmla="*/ 3 h 6"/>
                <a:gd name="T10" fmla="*/ 1 w 15"/>
                <a:gd name="T11" fmla="*/ 2 h 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" h="6">
                  <a:moveTo>
                    <a:pt x="0" y="2"/>
                  </a:moveTo>
                  <a:cubicBezTo>
                    <a:pt x="2" y="4"/>
                    <a:pt x="5" y="3"/>
                    <a:pt x="7" y="3"/>
                  </a:cubicBezTo>
                  <a:cubicBezTo>
                    <a:pt x="10" y="2"/>
                    <a:pt x="13" y="2"/>
                    <a:pt x="15" y="0"/>
                  </a:cubicBezTo>
                  <a:cubicBezTo>
                    <a:pt x="13" y="2"/>
                    <a:pt x="10" y="4"/>
                    <a:pt x="7" y="5"/>
                  </a:cubicBezTo>
                  <a:cubicBezTo>
                    <a:pt x="6" y="6"/>
                    <a:pt x="5" y="6"/>
                    <a:pt x="4" y="6"/>
                  </a:cubicBezTo>
                  <a:cubicBezTo>
                    <a:pt x="3" y="5"/>
                    <a:pt x="2" y="3"/>
                    <a:pt x="1" y="2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9430" name="Freeform 637">
              <a:extLst>
                <a:ext uri="{FF2B5EF4-FFF2-40B4-BE49-F238E27FC236}">
                  <a16:creationId xmlns:a16="http://schemas.microsoft.com/office/drawing/2014/main" id="{76227C4E-B2D7-475A-86A3-5E0D450CD0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8" y="908"/>
              <a:ext cx="15" cy="6"/>
            </a:xfrm>
            <a:custGeom>
              <a:avLst/>
              <a:gdLst>
                <a:gd name="T0" fmla="*/ 0 w 15"/>
                <a:gd name="T1" fmla="*/ 3 h 6"/>
                <a:gd name="T2" fmla="*/ 3 w 15"/>
                <a:gd name="T3" fmla="*/ 3 h 6"/>
                <a:gd name="T4" fmla="*/ 8 w 15"/>
                <a:gd name="T5" fmla="*/ 3 h 6"/>
                <a:gd name="T6" fmla="*/ 15 w 15"/>
                <a:gd name="T7" fmla="*/ 0 h 6"/>
                <a:gd name="T8" fmla="*/ 6 w 15"/>
                <a:gd name="T9" fmla="*/ 6 h 6"/>
                <a:gd name="T10" fmla="*/ 3 w 15"/>
                <a:gd name="T11" fmla="*/ 6 h 6"/>
                <a:gd name="T12" fmla="*/ 0 w 15"/>
                <a:gd name="T13" fmla="*/ 4 h 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" h="6">
                  <a:moveTo>
                    <a:pt x="0" y="3"/>
                  </a:moveTo>
                  <a:cubicBezTo>
                    <a:pt x="1" y="3"/>
                    <a:pt x="2" y="3"/>
                    <a:pt x="3" y="3"/>
                  </a:cubicBezTo>
                  <a:cubicBezTo>
                    <a:pt x="5" y="3"/>
                    <a:pt x="6" y="3"/>
                    <a:pt x="8" y="3"/>
                  </a:cubicBezTo>
                  <a:cubicBezTo>
                    <a:pt x="10" y="2"/>
                    <a:pt x="13" y="1"/>
                    <a:pt x="15" y="0"/>
                  </a:cubicBezTo>
                  <a:cubicBezTo>
                    <a:pt x="12" y="2"/>
                    <a:pt x="9" y="5"/>
                    <a:pt x="6" y="6"/>
                  </a:cubicBezTo>
                  <a:cubicBezTo>
                    <a:pt x="5" y="6"/>
                    <a:pt x="4" y="6"/>
                    <a:pt x="3" y="6"/>
                  </a:cubicBezTo>
                  <a:cubicBezTo>
                    <a:pt x="2" y="5"/>
                    <a:pt x="2" y="4"/>
                    <a:pt x="0" y="4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9431" name="Freeform 638">
              <a:extLst>
                <a:ext uri="{FF2B5EF4-FFF2-40B4-BE49-F238E27FC236}">
                  <a16:creationId xmlns:a16="http://schemas.microsoft.com/office/drawing/2014/main" id="{BE89386A-2F7E-46D5-932E-14CB2CA52E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2" y="903"/>
              <a:ext cx="13" cy="8"/>
            </a:xfrm>
            <a:custGeom>
              <a:avLst/>
              <a:gdLst>
                <a:gd name="T0" fmla="*/ 0 w 13"/>
                <a:gd name="T1" fmla="*/ 6 h 8"/>
                <a:gd name="T2" fmla="*/ 7 w 13"/>
                <a:gd name="T3" fmla="*/ 4 h 8"/>
                <a:gd name="T4" fmla="*/ 13 w 13"/>
                <a:gd name="T5" fmla="*/ 0 h 8"/>
                <a:gd name="T6" fmla="*/ 6 w 13"/>
                <a:gd name="T7" fmla="*/ 7 h 8"/>
                <a:gd name="T8" fmla="*/ 1 w 13"/>
                <a:gd name="T9" fmla="*/ 7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8">
                  <a:moveTo>
                    <a:pt x="0" y="6"/>
                  </a:moveTo>
                  <a:cubicBezTo>
                    <a:pt x="1" y="7"/>
                    <a:pt x="6" y="5"/>
                    <a:pt x="7" y="4"/>
                  </a:cubicBezTo>
                  <a:cubicBezTo>
                    <a:pt x="9" y="3"/>
                    <a:pt x="11" y="2"/>
                    <a:pt x="13" y="0"/>
                  </a:cubicBezTo>
                  <a:cubicBezTo>
                    <a:pt x="11" y="3"/>
                    <a:pt x="9" y="6"/>
                    <a:pt x="6" y="7"/>
                  </a:cubicBezTo>
                  <a:cubicBezTo>
                    <a:pt x="4" y="8"/>
                    <a:pt x="3" y="7"/>
                    <a:pt x="1" y="7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9432" name="Freeform 639">
              <a:extLst>
                <a:ext uri="{FF2B5EF4-FFF2-40B4-BE49-F238E27FC236}">
                  <a16:creationId xmlns:a16="http://schemas.microsoft.com/office/drawing/2014/main" id="{2D49E818-1702-4F74-8575-A6E7D87771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8" y="903"/>
              <a:ext cx="6" cy="6"/>
            </a:xfrm>
            <a:custGeom>
              <a:avLst/>
              <a:gdLst>
                <a:gd name="T0" fmla="*/ 0 w 7"/>
                <a:gd name="T1" fmla="*/ 4 h 6"/>
                <a:gd name="T2" fmla="*/ 4 w 7"/>
                <a:gd name="T3" fmla="*/ 0 h 6"/>
                <a:gd name="T4" fmla="*/ 1 w 7"/>
                <a:gd name="T5" fmla="*/ 5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0" y="4"/>
                  </a:moveTo>
                  <a:cubicBezTo>
                    <a:pt x="2" y="6"/>
                    <a:pt x="6" y="2"/>
                    <a:pt x="7" y="0"/>
                  </a:cubicBezTo>
                  <a:cubicBezTo>
                    <a:pt x="6" y="3"/>
                    <a:pt x="5" y="6"/>
                    <a:pt x="1" y="5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9433" name="Freeform 640">
              <a:extLst>
                <a:ext uri="{FF2B5EF4-FFF2-40B4-BE49-F238E27FC236}">
                  <a16:creationId xmlns:a16="http://schemas.microsoft.com/office/drawing/2014/main" id="{A77D5043-D77B-458F-B854-D0F77E7D48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4" y="913"/>
              <a:ext cx="7" cy="3"/>
            </a:xfrm>
            <a:custGeom>
              <a:avLst/>
              <a:gdLst>
                <a:gd name="T0" fmla="*/ 7 w 7"/>
                <a:gd name="T1" fmla="*/ 1 h 3"/>
                <a:gd name="T2" fmla="*/ 0 w 7"/>
                <a:gd name="T3" fmla="*/ 0 h 3"/>
                <a:gd name="T4" fmla="*/ 4 w 7"/>
                <a:gd name="T5" fmla="*/ 3 h 3"/>
                <a:gd name="T6" fmla="*/ 6 w 7"/>
                <a:gd name="T7" fmla="*/ 1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3">
                  <a:moveTo>
                    <a:pt x="7" y="1"/>
                  </a:moveTo>
                  <a:cubicBezTo>
                    <a:pt x="5" y="2"/>
                    <a:pt x="2" y="1"/>
                    <a:pt x="0" y="0"/>
                  </a:cubicBezTo>
                  <a:cubicBezTo>
                    <a:pt x="1" y="1"/>
                    <a:pt x="2" y="3"/>
                    <a:pt x="4" y="3"/>
                  </a:cubicBezTo>
                  <a:cubicBezTo>
                    <a:pt x="5" y="3"/>
                    <a:pt x="5" y="2"/>
                    <a:pt x="6" y="1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9434" name="Freeform 641">
              <a:extLst>
                <a:ext uri="{FF2B5EF4-FFF2-40B4-BE49-F238E27FC236}">
                  <a16:creationId xmlns:a16="http://schemas.microsoft.com/office/drawing/2014/main" id="{80529371-4FA3-44CD-8B1D-6F2BB60BB7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0" y="921"/>
              <a:ext cx="9" cy="4"/>
            </a:xfrm>
            <a:custGeom>
              <a:avLst/>
              <a:gdLst>
                <a:gd name="T0" fmla="*/ 3 w 9"/>
                <a:gd name="T1" fmla="*/ 0 h 4"/>
                <a:gd name="T2" fmla="*/ 6 w 9"/>
                <a:gd name="T3" fmla="*/ 1 h 4"/>
                <a:gd name="T4" fmla="*/ 9 w 9"/>
                <a:gd name="T5" fmla="*/ 4 h 4"/>
                <a:gd name="T6" fmla="*/ 4 w 9"/>
                <a:gd name="T7" fmla="*/ 1 h 4"/>
                <a:gd name="T8" fmla="*/ 0 w 9"/>
                <a:gd name="T9" fmla="*/ 2 h 4"/>
                <a:gd name="T10" fmla="*/ 1 w 9"/>
                <a:gd name="T11" fmla="*/ 1 h 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" h="4">
                  <a:moveTo>
                    <a:pt x="3" y="0"/>
                  </a:moveTo>
                  <a:cubicBezTo>
                    <a:pt x="4" y="0"/>
                    <a:pt x="5" y="0"/>
                    <a:pt x="6" y="1"/>
                  </a:cubicBezTo>
                  <a:cubicBezTo>
                    <a:pt x="7" y="2"/>
                    <a:pt x="8" y="3"/>
                    <a:pt x="9" y="4"/>
                  </a:cubicBezTo>
                  <a:cubicBezTo>
                    <a:pt x="7" y="3"/>
                    <a:pt x="6" y="2"/>
                    <a:pt x="4" y="1"/>
                  </a:cubicBezTo>
                  <a:cubicBezTo>
                    <a:pt x="2" y="1"/>
                    <a:pt x="1" y="2"/>
                    <a:pt x="0" y="2"/>
                  </a:cubicBezTo>
                  <a:cubicBezTo>
                    <a:pt x="0" y="1"/>
                    <a:pt x="1" y="1"/>
                    <a:pt x="1" y="1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9435" name="Freeform 642">
              <a:extLst>
                <a:ext uri="{FF2B5EF4-FFF2-40B4-BE49-F238E27FC236}">
                  <a16:creationId xmlns:a16="http://schemas.microsoft.com/office/drawing/2014/main" id="{3BBF492B-4915-4DA3-B63E-00D4B6FCBF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4" y="923"/>
              <a:ext cx="8" cy="6"/>
            </a:xfrm>
            <a:custGeom>
              <a:avLst/>
              <a:gdLst>
                <a:gd name="T0" fmla="*/ 2 w 8"/>
                <a:gd name="T1" fmla="*/ 1 h 6"/>
                <a:gd name="T2" fmla="*/ 8 w 8"/>
                <a:gd name="T3" fmla="*/ 6 h 6"/>
                <a:gd name="T4" fmla="*/ 3 w 8"/>
                <a:gd name="T5" fmla="*/ 2 h 6"/>
                <a:gd name="T6" fmla="*/ 0 w 8"/>
                <a:gd name="T7" fmla="*/ 1 h 6"/>
                <a:gd name="T8" fmla="*/ 2 w 8"/>
                <a:gd name="T9" fmla="*/ 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6">
                  <a:moveTo>
                    <a:pt x="2" y="1"/>
                  </a:moveTo>
                  <a:cubicBezTo>
                    <a:pt x="5" y="0"/>
                    <a:pt x="7" y="4"/>
                    <a:pt x="8" y="6"/>
                  </a:cubicBezTo>
                  <a:cubicBezTo>
                    <a:pt x="7" y="4"/>
                    <a:pt x="5" y="3"/>
                    <a:pt x="3" y="2"/>
                  </a:cubicBezTo>
                  <a:cubicBezTo>
                    <a:pt x="2" y="2"/>
                    <a:pt x="1" y="1"/>
                    <a:pt x="0" y="1"/>
                  </a:cubicBezTo>
                  <a:cubicBezTo>
                    <a:pt x="0" y="1"/>
                    <a:pt x="1" y="1"/>
                    <a:pt x="2" y="1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9436" name="Freeform 643">
              <a:extLst>
                <a:ext uri="{FF2B5EF4-FFF2-40B4-BE49-F238E27FC236}">
                  <a16:creationId xmlns:a16="http://schemas.microsoft.com/office/drawing/2014/main" id="{829BE1D0-640B-49A8-91A2-D13E197822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2" y="892"/>
              <a:ext cx="58" cy="20"/>
            </a:xfrm>
            <a:custGeom>
              <a:avLst/>
              <a:gdLst>
                <a:gd name="T0" fmla="*/ 54 w 60"/>
                <a:gd name="T1" fmla="*/ 0 h 21"/>
                <a:gd name="T2" fmla="*/ 0 w 60"/>
                <a:gd name="T3" fmla="*/ 18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0" h="21">
                  <a:moveTo>
                    <a:pt x="60" y="0"/>
                  </a:moveTo>
                  <a:cubicBezTo>
                    <a:pt x="60" y="0"/>
                    <a:pt x="18" y="3"/>
                    <a:pt x="0" y="21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9437" name="Freeform 644">
              <a:extLst>
                <a:ext uri="{FF2B5EF4-FFF2-40B4-BE49-F238E27FC236}">
                  <a16:creationId xmlns:a16="http://schemas.microsoft.com/office/drawing/2014/main" id="{DCFBE580-52B7-42CA-93AF-FEB1C607C0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4" y="866"/>
              <a:ext cx="54" cy="15"/>
            </a:xfrm>
            <a:custGeom>
              <a:avLst/>
              <a:gdLst>
                <a:gd name="T0" fmla="*/ 0 w 56"/>
                <a:gd name="T1" fmla="*/ 13 h 16"/>
                <a:gd name="T2" fmla="*/ 50 w 56"/>
                <a:gd name="T3" fmla="*/ 8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6" h="16">
                  <a:moveTo>
                    <a:pt x="0" y="16"/>
                  </a:moveTo>
                  <a:cubicBezTo>
                    <a:pt x="0" y="16"/>
                    <a:pt x="36" y="0"/>
                    <a:pt x="56" y="8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9438" name="Freeform 645">
              <a:extLst>
                <a:ext uri="{FF2B5EF4-FFF2-40B4-BE49-F238E27FC236}">
                  <a16:creationId xmlns:a16="http://schemas.microsoft.com/office/drawing/2014/main" id="{AED67C2E-0847-4BC1-B594-61370E63EE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3" y="910"/>
              <a:ext cx="16" cy="23"/>
            </a:xfrm>
            <a:custGeom>
              <a:avLst/>
              <a:gdLst>
                <a:gd name="T0" fmla="*/ 0 w 17"/>
                <a:gd name="T1" fmla="*/ 0 h 24"/>
                <a:gd name="T2" fmla="*/ 10 w 17"/>
                <a:gd name="T3" fmla="*/ 12 h 24"/>
                <a:gd name="T4" fmla="*/ 14 w 17"/>
                <a:gd name="T5" fmla="*/ 21 h 24"/>
                <a:gd name="T6" fmla="*/ 8 w 17"/>
                <a:gd name="T7" fmla="*/ 9 h 24"/>
                <a:gd name="T8" fmla="*/ 7 w 17"/>
                <a:gd name="T9" fmla="*/ 5 h 24"/>
                <a:gd name="T10" fmla="*/ 2 w 17"/>
                <a:gd name="T11" fmla="*/ 0 h 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" h="24">
                  <a:moveTo>
                    <a:pt x="0" y="0"/>
                  </a:moveTo>
                  <a:cubicBezTo>
                    <a:pt x="4" y="5"/>
                    <a:pt x="9" y="9"/>
                    <a:pt x="13" y="15"/>
                  </a:cubicBezTo>
                  <a:cubicBezTo>
                    <a:pt x="15" y="17"/>
                    <a:pt x="16" y="21"/>
                    <a:pt x="17" y="24"/>
                  </a:cubicBezTo>
                  <a:cubicBezTo>
                    <a:pt x="16" y="18"/>
                    <a:pt x="13" y="14"/>
                    <a:pt x="10" y="9"/>
                  </a:cubicBezTo>
                  <a:cubicBezTo>
                    <a:pt x="9" y="7"/>
                    <a:pt x="8" y="7"/>
                    <a:pt x="7" y="5"/>
                  </a:cubicBezTo>
                  <a:cubicBezTo>
                    <a:pt x="5" y="4"/>
                    <a:pt x="3" y="2"/>
                    <a:pt x="2" y="0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9439" name="Freeform 646">
              <a:extLst>
                <a:ext uri="{FF2B5EF4-FFF2-40B4-BE49-F238E27FC236}">
                  <a16:creationId xmlns:a16="http://schemas.microsoft.com/office/drawing/2014/main" id="{4C2D8BB3-9513-4EF1-ABC7-9EA83058E5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6" y="951"/>
              <a:ext cx="7" cy="12"/>
            </a:xfrm>
            <a:custGeom>
              <a:avLst/>
              <a:gdLst>
                <a:gd name="T0" fmla="*/ 3 w 7"/>
                <a:gd name="T1" fmla="*/ 0 h 13"/>
                <a:gd name="T2" fmla="*/ 3 w 7"/>
                <a:gd name="T3" fmla="*/ 6 h 13"/>
                <a:gd name="T4" fmla="*/ 2 w 7"/>
                <a:gd name="T5" fmla="*/ 10 h 13"/>
                <a:gd name="T6" fmla="*/ 3 w 7"/>
                <a:gd name="T7" fmla="*/ 1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13">
                  <a:moveTo>
                    <a:pt x="3" y="0"/>
                  </a:moveTo>
                  <a:cubicBezTo>
                    <a:pt x="3" y="2"/>
                    <a:pt x="4" y="6"/>
                    <a:pt x="3" y="8"/>
                  </a:cubicBezTo>
                  <a:cubicBezTo>
                    <a:pt x="2" y="10"/>
                    <a:pt x="0" y="10"/>
                    <a:pt x="2" y="13"/>
                  </a:cubicBezTo>
                  <a:cubicBezTo>
                    <a:pt x="7" y="10"/>
                    <a:pt x="5" y="5"/>
                    <a:pt x="3" y="1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9440" name="Freeform 647">
              <a:extLst>
                <a:ext uri="{FF2B5EF4-FFF2-40B4-BE49-F238E27FC236}">
                  <a16:creationId xmlns:a16="http://schemas.microsoft.com/office/drawing/2014/main" id="{CF151E6A-4AA8-491D-A666-74169EFCC8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6" y="970"/>
              <a:ext cx="14" cy="27"/>
            </a:xfrm>
            <a:custGeom>
              <a:avLst/>
              <a:gdLst>
                <a:gd name="T0" fmla="*/ 9 w 14"/>
                <a:gd name="T1" fmla="*/ 0 h 28"/>
                <a:gd name="T2" fmla="*/ 2 w 14"/>
                <a:gd name="T3" fmla="*/ 11 h 28"/>
                <a:gd name="T4" fmla="*/ 3 w 14"/>
                <a:gd name="T5" fmla="*/ 18 h 28"/>
                <a:gd name="T6" fmla="*/ 14 w 14"/>
                <a:gd name="T7" fmla="*/ 25 h 28"/>
                <a:gd name="T8" fmla="*/ 1 w 14"/>
                <a:gd name="T9" fmla="*/ 17 h 28"/>
                <a:gd name="T10" fmla="*/ 1 w 14"/>
                <a:gd name="T11" fmla="*/ 9 h 28"/>
                <a:gd name="T12" fmla="*/ 4 w 14"/>
                <a:gd name="T13" fmla="*/ 4 h 28"/>
                <a:gd name="T14" fmla="*/ 7 w 14"/>
                <a:gd name="T15" fmla="*/ 0 h 2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4" h="28">
                  <a:moveTo>
                    <a:pt x="9" y="0"/>
                  </a:moveTo>
                  <a:cubicBezTo>
                    <a:pt x="7" y="4"/>
                    <a:pt x="2" y="6"/>
                    <a:pt x="2" y="11"/>
                  </a:cubicBezTo>
                  <a:cubicBezTo>
                    <a:pt x="2" y="15"/>
                    <a:pt x="2" y="18"/>
                    <a:pt x="3" y="21"/>
                  </a:cubicBezTo>
                  <a:cubicBezTo>
                    <a:pt x="4" y="27"/>
                    <a:pt x="10" y="26"/>
                    <a:pt x="14" y="28"/>
                  </a:cubicBezTo>
                  <a:cubicBezTo>
                    <a:pt x="8" y="28"/>
                    <a:pt x="2" y="27"/>
                    <a:pt x="1" y="20"/>
                  </a:cubicBezTo>
                  <a:cubicBezTo>
                    <a:pt x="0" y="16"/>
                    <a:pt x="0" y="12"/>
                    <a:pt x="1" y="9"/>
                  </a:cubicBezTo>
                  <a:cubicBezTo>
                    <a:pt x="1" y="6"/>
                    <a:pt x="2" y="6"/>
                    <a:pt x="4" y="4"/>
                  </a:cubicBezTo>
                  <a:cubicBezTo>
                    <a:pt x="5" y="3"/>
                    <a:pt x="5" y="0"/>
                    <a:pt x="7" y="0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9441" name="Freeform 648">
              <a:extLst>
                <a:ext uri="{FF2B5EF4-FFF2-40B4-BE49-F238E27FC236}">
                  <a16:creationId xmlns:a16="http://schemas.microsoft.com/office/drawing/2014/main" id="{1182CBE8-BFBC-4DE8-9DAD-1BAD2B850AA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5" y="972"/>
              <a:ext cx="11" cy="23"/>
            </a:xfrm>
            <a:custGeom>
              <a:avLst/>
              <a:gdLst>
                <a:gd name="T0" fmla="*/ 5 w 11"/>
                <a:gd name="T1" fmla="*/ 0 h 24"/>
                <a:gd name="T2" fmla="*/ 8 w 11"/>
                <a:gd name="T3" fmla="*/ 7 h 24"/>
                <a:gd name="T4" fmla="*/ 9 w 11"/>
                <a:gd name="T5" fmla="*/ 12 h 24"/>
                <a:gd name="T6" fmla="*/ 6 w 11"/>
                <a:gd name="T7" fmla="*/ 17 h 24"/>
                <a:gd name="T8" fmla="*/ 0 w 11"/>
                <a:gd name="T9" fmla="*/ 20 h 24"/>
                <a:gd name="T10" fmla="*/ 0 w 11"/>
                <a:gd name="T11" fmla="*/ 21 h 24"/>
                <a:gd name="T12" fmla="*/ 8 w 11"/>
                <a:gd name="T13" fmla="*/ 18 h 24"/>
                <a:gd name="T14" fmla="*/ 10 w 11"/>
                <a:gd name="T15" fmla="*/ 12 h 24"/>
                <a:gd name="T16" fmla="*/ 9 w 11"/>
                <a:gd name="T17" fmla="*/ 5 h 24"/>
                <a:gd name="T18" fmla="*/ 5 w 11"/>
                <a:gd name="T19" fmla="*/ 0 h 2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" h="24">
                  <a:moveTo>
                    <a:pt x="5" y="0"/>
                  </a:moveTo>
                  <a:cubicBezTo>
                    <a:pt x="5" y="3"/>
                    <a:pt x="8" y="5"/>
                    <a:pt x="8" y="7"/>
                  </a:cubicBezTo>
                  <a:cubicBezTo>
                    <a:pt x="9" y="9"/>
                    <a:pt x="9" y="12"/>
                    <a:pt x="9" y="14"/>
                  </a:cubicBezTo>
                  <a:cubicBezTo>
                    <a:pt x="9" y="16"/>
                    <a:pt x="8" y="18"/>
                    <a:pt x="6" y="20"/>
                  </a:cubicBezTo>
                  <a:cubicBezTo>
                    <a:pt x="5" y="21"/>
                    <a:pt x="2" y="23"/>
                    <a:pt x="0" y="23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2" y="24"/>
                    <a:pt x="6" y="23"/>
                    <a:pt x="8" y="21"/>
                  </a:cubicBezTo>
                  <a:cubicBezTo>
                    <a:pt x="11" y="20"/>
                    <a:pt x="10" y="17"/>
                    <a:pt x="10" y="14"/>
                  </a:cubicBezTo>
                  <a:cubicBezTo>
                    <a:pt x="11" y="11"/>
                    <a:pt x="10" y="8"/>
                    <a:pt x="9" y="5"/>
                  </a:cubicBezTo>
                  <a:cubicBezTo>
                    <a:pt x="8" y="3"/>
                    <a:pt x="7" y="1"/>
                    <a:pt x="5" y="0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9442" name="Freeform 649">
              <a:extLst>
                <a:ext uri="{FF2B5EF4-FFF2-40B4-BE49-F238E27FC236}">
                  <a16:creationId xmlns:a16="http://schemas.microsoft.com/office/drawing/2014/main" id="{F3EED8E6-88A3-43AC-98EF-0A50B18EBF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8" y="978"/>
              <a:ext cx="13" cy="8"/>
            </a:xfrm>
            <a:custGeom>
              <a:avLst/>
              <a:gdLst>
                <a:gd name="T0" fmla="*/ 7 w 14"/>
                <a:gd name="T1" fmla="*/ 6 h 9"/>
                <a:gd name="T2" fmla="*/ 6 w 14"/>
                <a:gd name="T3" fmla="*/ 4 h 9"/>
                <a:gd name="T4" fmla="*/ 1 w 14"/>
                <a:gd name="T5" fmla="*/ 6 h 9"/>
                <a:gd name="T6" fmla="*/ 7 w 14"/>
                <a:gd name="T7" fmla="*/ 0 h 9"/>
                <a:gd name="T8" fmla="*/ 7 w 14"/>
                <a:gd name="T9" fmla="*/ 6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9">
                  <a:moveTo>
                    <a:pt x="8" y="9"/>
                  </a:moveTo>
                  <a:cubicBezTo>
                    <a:pt x="6" y="8"/>
                    <a:pt x="6" y="6"/>
                    <a:pt x="6" y="4"/>
                  </a:cubicBezTo>
                  <a:cubicBezTo>
                    <a:pt x="3" y="3"/>
                    <a:pt x="3" y="9"/>
                    <a:pt x="1" y="9"/>
                  </a:cubicBezTo>
                  <a:cubicBezTo>
                    <a:pt x="0" y="6"/>
                    <a:pt x="4" y="0"/>
                    <a:pt x="7" y="0"/>
                  </a:cubicBezTo>
                  <a:cubicBezTo>
                    <a:pt x="11" y="1"/>
                    <a:pt x="14" y="9"/>
                    <a:pt x="8" y="9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9443" name="Freeform 650">
              <a:extLst>
                <a:ext uri="{FF2B5EF4-FFF2-40B4-BE49-F238E27FC236}">
                  <a16:creationId xmlns:a16="http://schemas.microsoft.com/office/drawing/2014/main" id="{B5EBDA1C-55BC-4B8C-A0E6-D43456D345A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3" y="983"/>
              <a:ext cx="14" cy="11"/>
            </a:xfrm>
            <a:custGeom>
              <a:avLst/>
              <a:gdLst>
                <a:gd name="T0" fmla="*/ 14 w 14"/>
                <a:gd name="T1" fmla="*/ 6 h 11"/>
                <a:gd name="T2" fmla="*/ 4 w 14"/>
                <a:gd name="T3" fmla="*/ 2 h 11"/>
                <a:gd name="T4" fmla="*/ 8 w 14"/>
                <a:gd name="T5" fmla="*/ 6 h 11"/>
                <a:gd name="T6" fmla="*/ 13 w 14"/>
                <a:gd name="T7" fmla="*/ 6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1">
                  <a:moveTo>
                    <a:pt x="14" y="6"/>
                  </a:moveTo>
                  <a:cubicBezTo>
                    <a:pt x="12" y="3"/>
                    <a:pt x="7" y="0"/>
                    <a:pt x="4" y="2"/>
                  </a:cubicBezTo>
                  <a:cubicBezTo>
                    <a:pt x="0" y="5"/>
                    <a:pt x="6" y="11"/>
                    <a:pt x="8" y="6"/>
                  </a:cubicBezTo>
                  <a:cubicBezTo>
                    <a:pt x="10" y="5"/>
                    <a:pt x="13" y="7"/>
                    <a:pt x="13" y="6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9444" name="Freeform 651">
              <a:extLst>
                <a:ext uri="{FF2B5EF4-FFF2-40B4-BE49-F238E27FC236}">
                  <a16:creationId xmlns:a16="http://schemas.microsoft.com/office/drawing/2014/main" id="{DEC20E37-9812-42C5-99CD-ECB960D150C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9" y="905"/>
              <a:ext cx="15" cy="71"/>
            </a:xfrm>
            <a:custGeom>
              <a:avLst/>
              <a:gdLst>
                <a:gd name="T0" fmla="*/ 6 w 16"/>
                <a:gd name="T1" fmla="*/ 0 h 74"/>
                <a:gd name="T2" fmla="*/ 2 w 16"/>
                <a:gd name="T3" fmla="*/ 26 h 74"/>
                <a:gd name="T4" fmla="*/ 8 w 16"/>
                <a:gd name="T5" fmla="*/ 44 h 74"/>
                <a:gd name="T6" fmla="*/ 12 w 16"/>
                <a:gd name="T7" fmla="*/ 55 h 74"/>
                <a:gd name="T8" fmla="*/ 8 w 16"/>
                <a:gd name="T9" fmla="*/ 65 h 74"/>
                <a:gd name="T10" fmla="*/ 10 w 16"/>
                <a:gd name="T11" fmla="*/ 52 h 74"/>
                <a:gd name="T12" fmla="*/ 6 w 16"/>
                <a:gd name="T13" fmla="*/ 43 h 74"/>
                <a:gd name="T14" fmla="*/ 3 w 16"/>
                <a:gd name="T15" fmla="*/ 36 h 74"/>
                <a:gd name="T16" fmla="*/ 1 w 16"/>
                <a:gd name="T17" fmla="*/ 22 h 74"/>
                <a:gd name="T18" fmla="*/ 1 w 16"/>
                <a:gd name="T19" fmla="*/ 12 h 74"/>
                <a:gd name="T20" fmla="*/ 3 w 16"/>
                <a:gd name="T21" fmla="*/ 3 h 74"/>
                <a:gd name="T22" fmla="*/ 4 w 16"/>
                <a:gd name="T23" fmla="*/ 1 h 7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6" h="74">
                  <a:moveTo>
                    <a:pt x="6" y="0"/>
                  </a:moveTo>
                  <a:cubicBezTo>
                    <a:pt x="2" y="9"/>
                    <a:pt x="0" y="20"/>
                    <a:pt x="2" y="29"/>
                  </a:cubicBezTo>
                  <a:cubicBezTo>
                    <a:pt x="4" y="37"/>
                    <a:pt x="4" y="43"/>
                    <a:pt x="9" y="50"/>
                  </a:cubicBezTo>
                  <a:cubicBezTo>
                    <a:pt x="11" y="53"/>
                    <a:pt x="16" y="57"/>
                    <a:pt x="15" y="61"/>
                  </a:cubicBezTo>
                  <a:cubicBezTo>
                    <a:pt x="14" y="66"/>
                    <a:pt x="12" y="70"/>
                    <a:pt x="11" y="74"/>
                  </a:cubicBezTo>
                  <a:cubicBezTo>
                    <a:pt x="10" y="69"/>
                    <a:pt x="15" y="63"/>
                    <a:pt x="13" y="58"/>
                  </a:cubicBezTo>
                  <a:cubicBezTo>
                    <a:pt x="11" y="55"/>
                    <a:pt x="8" y="52"/>
                    <a:pt x="6" y="49"/>
                  </a:cubicBezTo>
                  <a:cubicBezTo>
                    <a:pt x="5" y="47"/>
                    <a:pt x="4" y="44"/>
                    <a:pt x="3" y="42"/>
                  </a:cubicBezTo>
                  <a:cubicBezTo>
                    <a:pt x="2" y="36"/>
                    <a:pt x="1" y="30"/>
                    <a:pt x="1" y="25"/>
                  </a:cubicBezTo>
                  <a:cubicBezTo>
                    <a:pt x="1" y="20"/>
                    <a:pt x="1" y="16"/>
                    <a:pt x="1" y="12"/>
                  </a:cubicBezTo>
                  <a:cubicBezTo>
                    <a:pt x="2" y="9"/>
                    <a:pt x="2" y="6"/>
                    <a:pt x="3" y="3"/>
                  </a:cubicBezTo>
                  <a:cubicBezTo>
                    <a:pt x="4" y="2"/>
                    <a:pt x="4" y="2"/>
                    <a:pt x="4" y="1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9445" name="Freeform 652">
              <a:extLst>
                <a:ext uri="{FF2B5EF4-FFF2-40B4-BE49-F238E27FC236}">
                  <a16:creationId xmlns:a16="http://schemas.microsoft.com/office/drawing/2014/main" id="{65D4D070-0131-4AFA-89C1-5E588647CD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3" y="718"/>
              <a:ext cx="399" cy="340"/>
            </a:xfrm>
            <a:custGeom>
              <a:avLst/>
              <a:gdLst>
                <a:gd name="T0" fmla="*/ 233 w 417"/>
                <a:gd name="T1" fmla="*/ 69 h 356"/>
                <a:gd name="T2" fmla="*/ 233 w 417"/>
                <a:gd name="T3" fmla="*/ 69 h 356"/>
                <a:gd name="T4" fmla="*/ 233 w 417"/>
                <a:gd name="T5" fmla="*/ 69 h 356"/>
                <a:gd name="T6" fmla="*/ 213 w 417"/>
                <a:gd name="T7" fmla="*/ 75 h 356"/>
                <a:gd name="T8" fmla="*/ 150 w 417"/>
                <a:gd name="T9" fmla="*/ 133 h 356"/>
                <a:gd name="T10" fmla="*/ 163 w 417"/>
                <a:gd name="T11" fmla="*/ 116 h 356"/>
                <a:gd name="T12" fmla="*/ 144 w 417"/>
                <a:gd name="T13" fmla="*/ 136 h 356"/>
                <a:gd name="T14" fmla="*/ 86 w 417"/>
                <a:gd name="T15" fmla="*/ 184 h 356"/>
                <a:gd name="T16" fmla="*/ 89 w 417"/>
                <a:gd name="T17" fmla="*/ 173 h 356"/>
                <a:gd name="T18" fmla="*/ 69 w 417"/>
                <a:gd name="T19" fmla="*/ 207 h 356"/>
                <a:gd name="T20" fmla="*/ 73 w 417"/>
                <a:gd name="T21" fmla="*/ 244 h 356"/>
                <a:gd name="T22" fmla="*/ 67 w 417"/>
                <a:gd name="T23" fmla="*/ 256 h 356"/>
                <a:gd name="T24" fmla="*/ 48 w 417"/>
                <a:gd name="T25" fmla="*/ 256 h 356"/>
                <a:gd name="T26" fmla="*/ 55 w 417"/>
                <a:gd name="T27" fmla="*/ 288 h 356"/>
                <a:gd name="T28" fmla="*/ 71 w 417"/>
                <a:gd name="T29" fmla="*/ 310 h 356"/>
                <a:gd name="T30" fmla="*/ 58 w 417"/>
                <a:gd name="T31" fmla="*/ 304 h 356"/>
                <a:gd name="T32" fmla="*/ 36 w 417"/>
                <a:gd name="T33" fmla="*/ 287 h 356"/>
                <a:gd name="T34" fmla="*/ 32 w 417"/>
                <a:gd name="T35" fmla="*/ 274 h 356"/>
                <a:gd name="T36" fmla="*/ 30 w 417"/>
                <a:gd name="T37" fmla="*/ 286 h 356"/>
                <a:gd name="T38" fmla="*/ 20 w 417"/>
                <a:gd name="T39" fmla="*/ 266 h 356"/>
                <a:gd name="T40" fmla="*/ 16 w 417"/>
                <a:gd name="T41" fmla="*/ 237 h 356"/>
                <a:gd name="T42" fmla="*/ 11 w 417"/>
                <a:gd name="T43" fmla="*/ 225 h 356"/>
                <a:gd name="T44" fmla="*/ 11 w 417"/>
                <a:gd name="T45" fmla="*/ 240 h 356"/>
                <a:gd name="T46" fmla="*/ 3 w 417"/>
                <a:gd name="T47" fmla="*/ 207 h 356"/>
                <a:gd name="T48" fmla="*/ 11 w 417"/>
                <a:gd name="T49" fmla="*/ 167 h 356"/>
                <a:gd name="T50" fmla="*/ 16 w 417"/>
                <a:gd name="T51" fmla="*/ 143 h 356"/>
                <a:gd name="T52" fmla="*/ 26 w 417"/>
                <a:gd name="T53" fmla="*/ 124 h 356"/>
                <a:gd name="T54" fmla="*/ 42 w 417"/>
                <a:gd name="T55" fmla="*/ 104 h 356"/>
                <a:gd name="T56" fmla="*/ 61 w 417"/>
                <a:gd name="T57" fmla="*/ 83 h 356"/>
                <a:gd name="T58" fmla="*/ 79 w 417"/>
                <a:gd name="T59" fmla="*/ 47 h 356"/>
                <a:gd name="T60" fmla="*/ 103 w 417"/>
                <a:gd name="T61" fmla="*/ 30 h 356"/>
                <a:gd name="T62" fmla="*/ 128 w 417"/>
                <a:gd name="T63" fmla="*/ 12 h 356"/>
                <a:gd name="T64" fmla="*/ 152 w 417"/>
                <a:gd name="T65" fmla="*/ 5 h 356"/>
                <a:gd name="T66" fmla="*/ 204 w 417"/>
                <a:gd name="T67" fmla="*/ 21 h 356"/>
                <a:gd name="T68" fmla="*/ 239 w 417"/>
                <a:gd name="T69" fmla="*/ 48 h 356"/>
                <a:gd name="T70" fmla="*/ 271 w 417"/>
                <a:gd name="T71" fmla="*/ 59 h 356"/>
                <a:gd name="T72" fmla="*/ 346 w 417"/>
                <a:gd name="T73" fmla="*/ 121 h 356"/>
                <a:gd name="T74" fmla="*/ 355 w 417"/>
                <a:gd name="T75" fmla="*/ 174 h 356"/>
                <a:gd name="T76" fmla="*/ 355 w 417"/>
                <a:gd name="T77" fmla="*/ 197 h 356"/>
                <a:gd name="T78" fmla="*/ 351 w 417"/>
                <a:gd name="T79" fmla="*/ 224 h 356"/>
                <a:gd name="T80" fmla="*/ 350 w 417"/>
                <a:gd name="T81" fmla="*/ 213 h 356"/>
                <a:gd name="T82" fmla="*/ 344 w 417"/>
                <a:gd name="T83" fmla="*/ 236 h 356"/>
                <a:gd name="T84" fmla="*/ 330 w 417"/>
                <a:gd name="T85" fmla="*/ 262 h 356"/>
                <a:gd name="T86" fmla="*/ 314 w 417"/>
                <a:gd name="T87" fmla="*/ 287 h 356"/>
                <a:gd name="T88" fmla="*/ 319 w 417"/>
                <a:gd name="T89" fmla="*/ 266 h 356"/>
                <a:gd name="T90" fmla="*/ 331 w 417"/>
                <a:gd name="T91" fmla="*/ 233 h 356"/>
                <a:gd name="T92" fmla="*/ 332 w 417"/>
                <a:gd name="T93" fmla="*/ 213 h 356"/>
                <a:gd name="T94" fmla="*/ 323 w 417"/>
                <a:gd name="T95" fmla="*/ 203 h 356"/>
                <a:gd name="T96" fmla="*/ 311 w 417"/>
                <a:gd name="T97" fmla="*/ 208 h 356"/>
                <a:gd name="T98" fmla="*/ 307 w 417"/>
                <a:gd name="T99" fmla="*/ 203 h 356"/>
                <a:gd name="T100" fmla="*/ 295 w 417"/>
                <a:gd name="T101" fmla="*/ 149 h 356"/>
                <a:gd name="T102" fmla="*/ 272 w 417"/>
                <a:gd name="T103" fmla="*/ 97 h 356"/>
                <a:gd name="T104" fmla="*/ 251 w 417"/>
                <a:gd name="T105" fmla="*/ 75 h 356"/>
                <a:gd name="T106" fmla="*/ 233 w 417"/>
                <a:gd name="T107" fmla="*/ 69 h 35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0" t="0" r="r" b="b"/>
              <a:pathLst>
                <a:path w="417" h="356">
                  <a:moveTo>
                    <a:pt x="267" y="79"/>
                  </a:moveTo>
                  <a:cubicBezTo>
                    <a:pt x="267" y="79"/>
                    <a:pt x="267" y="79"/>
                    <a:pt x="267" y="79"/>
                  </a:cubicBezTo>
                  <a:cubicBezTo>
                    <a:pt x="267" y="79"/>
                    <a:pt x="267" y="79"/>
                    <a:pt x="267" y="79"/>
                  </a:cubicBezTo>
                  <a:cubicBezTo>
                    <a:pt x="267" y="79"/>
                    <a:pt x="252" y="75"/>
                    <a:pt x="244" y="87"/>
                  </a:cubicBezTo>
                  <a:cubicBezTo>
                    <a:pt x="237" y="99"/>
                    <a:pt x="207" y="143"/>
                    <a:pt x="171" y="153"/>
                  </a:cubicBezTo>
                  <a:cubicBezTo>
                    <a:pt x="171" y="153"/>
                    <a:pt x="183" y="140"/>
                    <a:pt x="186" y="133"/>
                  </a:cubicBezTo>
                  <a:cubicBezTo>
                    <a:pt x="186" y="133"/>
                    <a:pt x="176" y="149"/>
                    <a:pt x="164" y="156"/>
                  </a:cubicBezTo>
                  <a:cubicBezTo>
                    <a:pt x="153" y="163"/>
                    <a:pt x="111" y="178"/>
                    <a:pt x="98" y="212"/>
                  </a:cubicBezTo>
                  <a:cubicBezTo>
                    <a:pt x="98" y="212"/>
                    <a:pt x="99" y="202"/>
                    <a:pt x="101" y="198"/>
                  </a:cubicBezTo>
                  <a:cubicBezTo>
                    <a:pt x="101" y="198"/>
                    <a:pt x="75" y="211"/>
                    <a:pt x="78" y="238"/>
                  </a:cubicBezTo>
                  <a:cubicBezTo>
                    <a:pt x="81" y="264"/>
                    <a:pt x="86" y="273"/>
                    <a:pt x="83" y="281"/>
                  </a:cubicBezTo>
                  <a:cubicBezTo>
                    <a:pt x="76" y="294"/>
                    <a:pt x="76" y="294"/>
                    <a:pt x="76" y="294"/>
                  </a:cubicBezTo>
                  <a:cubicBezTo>
                    <a:pt x="76" y="294"/>
                    <a:pt x="63" y="285"/>
                    <a:pt x="54" y="294"/>
                  </a:cubicBezTo>
                  <a:cubicBezTo>
                    <a:pt x="45" y="303"/>
                    <a:pt x="58" y="321"/>
                    <a:pt x="63" y="331"/>
                  </a:cubicBezTo>
                  <a:cubicBezTo>
                    <a:pt x="69" y="340"/>
                    <a:pt x="80" y="356"/>
                    <a:pt x="80" y="356"/>
                  </a:cubicBezTo>
                  <a:cubicBezTo>
                    <a:pt x="80" y="356"/>
                    <a:pt x="77" y="354"/>
                    <a:pt x="67" y="349"/>
                  </a:cubicBezTo>
                  <a:cubicBezTo>
                    <a:pt x="58" y="345"/>
                    <a:pt x="45" y="339"/>
                    <a:pt x="42" y="330"/>
                  </a:cubicBezTo>
                  <a:cubicBezTo>
                    <a:pt x="39" y="320"/>
                    <a:pt x="36" y="315"/>
                    <a:pt x="36" y="315"/>
                  </a:cubicBezTo>
                  <a:cubicBezTo>
                    <a:pt x="36" y="315"/>
                    <a:pt x="31" y="321"/>
                    <a:pt x="33" y="328"/>
                  </a:cubicBezTo>
                  <a:cubicBezTo>
                    <a:pt x="33" y="328"/>
                    <a:pt x="24" y="312"/>
                    <a:pt x="23" y="306"/>
                  </a:cubicBezTo>
                  <a:cubicBezTo>
                    <a:pt x="23" y="299"/>
                    <a:pt x="22" y="280"/>
                    <a:pt x="19" y="272"/>
                  </a:cubicBezTo>
                  <a:cubicBezTo>
                    <a:pt x="15" y="265"/>
                    <a:pt x="13" y="259"/>
                    <a:pt x="13" y="259"/>
                  </a:cubicBezTo>
                  <a:cubicBezTo>
                    <a:pt x="13" y="259"/>
                    <a:pt x="9" y="267"/>
                    <a:pt x="13" y="275"/>
                  </a:cubicBezTo>
                  <a:cubicBezTo>
                    <a:pt x="13" y="275"/>
                    <a:pt x="0" y="256"/>
                    <a:pt x="3" y="238"/>
                  </a:cubicBezTo>
                  <a:cubicBezTo>
                    <a:pt x="7" y="220"/>
                    <a:pt x="10" y="202"/>
                    <a:pt x="12" y="192"/>
                  </a:cubicBezTo>
                  <a:cubicBezTo>
                    <a:pt x="14" y="182"/>
                    <a:pt x="15" y="173"/>
                    <a:pt x="19" y="164"/>
                  </a:cubicBezTo>
                  <a:cubicBezTo>
                    <a:pt x="23" y="155"/>
                    <a:pt x="22" y="150"/>
                    <a:pt x="29" y="142"/>
                  </a:cubicBezTo>
                  <a:cubicBezTo>
                    <a:pt x="36" y="133"/>
                    <a:pt x="40" y="126"/>
                    <a:pt x="48" y="119"/>
                  </a:cubicBezTo>
                  <a:cubicBezTo>
                    <a:pt x="56" y="112"/>
                    <a:pt x="65" y="108"/>
                    <a:pt x="70" y="95"/>
                  </a:cubicBezTo>
                  <a:cubicBezTo>
                    <a:pt x="74" y="82"/>
                    <a:pt x="82" y="62"/>
                    <a:pt x="91" y="53"/>
                  </a:cubicBezTo>
                  <a:cubicBezTo>
                    <a:pt x="100" y="45"/>
                    <a:pt x="104" y="42"/>
                    <a:pt x="118" y="34"/>
                  </a:cubicBezTo>
                  <a:cubicBezTo>
                    <a:pt x="131" y="26"/>
                    <a:pt x="137" y="20"/>
                    <a:pt x="146" y="15"/>
                  </a:cubicBezTo>
                  <a:cubicBezTo>
                    <a:pt x="156" y="9"/>
                    <a:pt x="163" y="7"/>
                    <a:pt x="173" y="5"/>
                  </a:cubicBezTo>
                  <a:cubicBezTo>
                    <a:pt x="183" y="2"/>
                    <a:pt x="203" y="0"/>
                    <a:pt x="233" y="24"/>
                  </a:cubicBezTo>
                  <a:cubicBezTo>
                    <a:pt x="263" y="48"/>
                    <a:pt x="265" y="54"/>
                    <a:pt x="273" y="54"/>
                  </a:cubicBezTo>
                  <a:cubicBezTo>
                    <a:pt x="281" y="54"/>
                    <a:pt x="290" y="66"/>
                    <a:pt x="309" y="68"/>
                  </a:cubicBezTo>
                  <a:cubicBezTo>
                    <a:pt x="328" y="70"/>
                    <a:pt x="383" y="92"/>
                    <a:pt x="395" y="139"/>
                  </a:cubicBezTo>
                  <a:cubicBezTo>
                    <a:pt x="395" y="139"/>
                    <a:pt x="417" y="173"/>
                    <a:pt x="405" y="200"/>
                  </a:cubicBezTo>
                  <a:cubicBezTo>
                    <a:pt x="405" y="200"/>
                    <a:pt x="404" y="215"/>
                    <a:pt x="405" y="226"/>
                  </a:cubicBezTo>
                  <a:cubicBezTo>
                    <a:pt x="407" y="237"/>
                    <a:pt x="401" y="258"/>
                    <a:pt x="401" y="258"/>
                  </a:cubicBezTo>
                  <a:cubicBezTo>
                    <a:pt x="401" y="258"/>
                    <a:pt x="402" y="249"/>
                    <a:pt x="400" y="245"/>
                  </a:cubicBezTo>
                  <a:cubicBezTo>
                    <a:pt x="400" y="245"/>
                    <a:pt x="398" y="262"/>
                    <a:pt x="392" y="271"/>
                  </a:cubicBezTo>
                  <a:cubicBezTo>
                    <a:pt x="386" y="279"/>
                    <a:pt x="382" y="291"/>
                    <a:pt x="377" y="301"/>
                  </a:cubicBezTo>
                  <a:cubicBezTo>
                    <a:pt x="372" y="311"/>
                    <a:pt x="367" y="330"/>
                    <a:pt x="358" y="329"/>
                  </a:cubicBezTo>
                  <a:cubicBezTo>
                    <a:pt x="358" y="329"/>
                    <a:pt x="362" y="310"/>
                    <a:pt x="364" y="305"/>
                  </a:cubicBezTo>
                  <a:cubicBezTo>
                    <a:pt x="367" y="300"/>
                    <a:pt x="376" y="273"/>
                    <a:pt x="378" y="267"/>
                  </a:cubicBezTo>
                  <a:cubicBezTo>
                    <a:pt x="380" y="262"/>
                    <a:pt x="382" y="252"/>
                    <a:pt x="379" y="245"/>
                  </a:cubicBezTo>
                  <a:cubicBezTo>
                    <a:pt x="376" y="238"/>
                    <a:pt x="374" y="233"/>
                    <a:pt x="369" y="233"/>
                  </a:cubicBezTo>
                  <a:cubicBezTo>
                    <a:pt x="365" y="232"/>
                    <a:pt x="355" y="239"/>
                    <a:pt x="355" y="239"/>
                  </a:cubicBezTo>
                  <a:cubicBezTo>
                    <a:pt x="355" y="239"/>
                    <a:pt x="353" y="241"/>
                    <a:pt x="351" y="234"/>
                  </a:cubicBezTo>
                  <a:cubicBezTo>
                    <a:pt x="348" y="226"/>
                    <a:pt x="341" y="189"/>
                    <a:pt x="337" y="171"/>
                  </a:cubicBezTo>
                  <a:cubicBezTo>
                    <a:pt x="332" y="153"/>
                    <a:pt x="320" y="128"/>
                    <a:pt x="310" y="112"/>
                  </a:cubicBezTo>
                  <a:cubicBezTo>
                    <a:pt x="300" y="97"/>
                    <a:pt x="294" y="89"/>
                    <a:pt x="286" y="87"/>
                  </a:cubicBezTo>
                  <a:cubicBezTo>
                    <a:pt x="286" y="87"/>
                    <a:pt x="270" y="84"/>
                    <a:pt x="267" y="79"/>
                  </a:cubicBezTo>
                  <a:close/>
                </a:path>
              </a:pathLst>
            </a:custGeom>
            <a:solidFill>
              <a:srgbClr val="9B4F0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9446" name="Freeform 653">
              <a:extLst>
                <a:ext uri="{FF2B5EF4-FFF2-40B4-BE49-F238E27FC236}">
                  <a16:creationId xmlns:a16="http://schemas.microsoft.com/office/drawing/2014/main" id="{435B3201-5FCC-41E5-AB1B-4A48E7410CF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533" y="768"/>
              <a:ext cx="389" cy="290"/>
            </a:xfrm>
            <a:custGeom>
              <a:avLst/>
              <a:gdLst>
                <a:gd name="T0" fmla="*/ 36 w 407"/>
                <a:gd name="T1" fmla="*/ 220 h 304"/>
                <a:gd name="T2" fmla="*/ 30 w 407"/>
                <a:gd name="T3" fmla="*/ 219 h 304"/>
                <a:gd name="T4" fmla="*/ 16 w 407"/>
                <a:gd name="T5" fmla="*/ 171 h 304"/>
                <a:gd name="T6" fmla="*/ 11 w 407"/>
                <a:gd name="T7" fmla="*/ 174 h 304"/>
                <a:gd name="T8" fmla="*/ 3 w 407"/>
                <a:gd name="T9" fmla="*/ 161 h 304"/>
                <a:gd name="T10" fmla="*/ 11 w 407"/>
                <a:gd name="T11" fmla="*/ 179 h 304"/>
                <a:gd name="T12" fmla="*/ 20 w 407"/>
                <a:gd name="T13" fmla="*/ 220 h 304"/>
                <a:gd name="T14" fmla="*/ 31 w 407"/>
                <a:gd name="T15" fmla="*/ 228 h 304"/>
                <a:gd name="T16" fmla="*/ 58 w 407"/>
                <a:gd name="T17" fmla="*/ 258 h 304"/>
                <a:gd name="T18" fmla="*/ 54 w 407"/>
                <a:gd name="T19" fmla="*/ 242 h 304"/>
                <a:gd name="T20" fmla="*/ 330 w 407"/>
                <a:gd name="T21" fmla="*/ 166 h 304"/>
                <a:gd name="T22" fmla="*/ 321 w 407"/>
                <a:gd name="T23" fmla="*/ 148 h 304"/>
                <a:gd name="T24" fmla="*/ 306 w 407"/>
                <a:gd name="T25" fmla="*/ 137 h 304"/>
                <a:gd name="T26" fmla="*/ 270 w 407"/>
                <a:gd name="T27" fmla="*/ 31 h 304"/>
                <a:gd name="T28" fmla="*/ 233 w 407"/>
                <a:gd name="T29" fmla="*/ 3 h 304"/>
                <a:gd name="T30" fmla="*/ 213 w 407"/>
                <a:gd name="T31" fmla="*/ 10 h 304"/>
                <a:gd name="T32" fmla="*/ 162 w 407"/>
                <a:gd name="T33" fmla="*/ 50 h 304"/>
                <a:gd name="T34" fmla="*/ 86 w 407"/>
                <a:gd name="T35" fmla="*/ 118 h 304"/>
                <a:gd name="T36" fmla="*/ 69 w 407"/>
                <a:gd name="T37" fmla="*/ 141 h 304"/>
                <a:gd name="T38" fmla="*/ 89 w 407"/>
                <a:gd name="T39" fmla="*/ 127 h 304"/>
                <a:gd name="T40" fmla="*/ 143 w 407"/>
                <a:gd name="T41" fmla="*/ 90 h 304"/>
                <a:gd name="T42" fmla="*/ 149 w 407"/>
                <a:gd name="T43" fmla="*/ 88 h 304"/>
                <a:gd name="T44" fmla="*/ 233 w 407"/>
                <a:gd name="T45" fmla="*/ 24 h 304"/>
                <a:gd name="T46" fmla="*/ 249 w 407"/>
                <a:gd name="T47" fmla="*/ 30 h 304"/>
                <a:gd name="T48" fmla="*/ 294 w 407"/>
                <a:gd name="T49" fmla="*/ 104 h 304"/>
                <a:gd name="T50" fmla="*/ 310 w 407"/>
                <a:gd name="T51" fmla="*/ 162 h 304"/>
                <a:gd name="T52" fmla="*/ 330 w 407"/>
                <a:gd name="T53" fmla="*/ 166 h 304"/>
                <a:gd name="T54" fmla="*/ 350 w 407"/>
                <a:gd name="T55" fmla="*/ 159 h 304"/>
                <a:gd name="T56" fmla="*/ 342 w 407"/>
                <a:gd name="T57" fmla="*/ 169 h 304"/>
                <a:gd name="T58" fmla="*/ 320 w 407"/>
                <a:gd name="T59" fmla="*/ 217 h 304"/>
                <a:gd name="T60" fmla="*/ 313 w 407"/>
                <a:gd name="T61" fmla="*/ 240 h 304"/>
                <a:gd name="T62" fmla="*/ 342 w 407"/>
                <a:gd name="T63" fmla="*/ 190 h 304"/>
                <a:gd name="T64" fmla="*/ 350 w 407"/>
                <a:gd name="T65" fmla="*/ 179 h 304"/>
                <a:gd name="T66" fmla="*/ 354 w 407"/>
                <a:gd name="T67" fmla="*/ 144 h 304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407" h="304">
                  <a:moveTo>
                    <a:pt x="58" y="269"/>
                  </a:moveTo>
                  <a:cubicBezTo>
                    <a:pt x="51" y="265"/>
                    <a:pt x="44" y="261"/>
                    <a:pt x="42" y="254"/>
                  </a:cubicBezTo>
                  <a:cubicBezTo>
                    <a:pt x="39" y="245"/>
                    <a:pt x="36" y="239"/>
                    <a:pt x="36" y="239"/>
                  </a:cubicBezTo>
                  <a:cubicBezTo>
                    <a:pt x="36" y="239"/>
                    <a:pt x="31" y="245"/>
                    <a:pt x="33" y="253"/>
                  </a:cubicBezTo>
                  <a:cubicBezTo>
                    <a:pt x="33" y="253"/>
                    <a:pt x="24" y="237"/>
                    <a:pt x="23" y="230"/>
                  </a:cubicBezTo>
                  <a:cubicBezTo>
                    <a:pt x="23" y="223"/>
                    <a:pt x="22" y="204"/>
                    <a:pt x="19" y="197"/>
                  </a:cubicBezTo>
                  <a:cubicBezTo>
                    <a:pt x="15" y="190"/>
                    <a:pt x="13" y="184"/>
                    <a:pt x="13" y="184"/>
                  </a:cubicBezTo>
                  <a:cubicBezTo>
                    <a:pt x="13" y="184"/>
                    <a:pt x="9" y="192"/>
                    <a:pt x="13" y="200"/>
                  </a:cubicBezTo>
                  <a:cubicBezTo>
                    <a:pt x="13" y="200"/>
                    <a:pt x="7" y="191"/>
                    <a:pt x="4" y="180"/>
                  </a:cubicBezTo>
                  <a:cubicBezTo>
                    <a:pt x="4" y="182"/>
                    <a:pt x="4" y="184"/>
                    <a:pt x="3" y="186"/>
                  </a:cubicBezTo>
                  <a:cubicBezTo>
                    <a:pt x="0" y="204"/>
                    <a:pt x="13" y="223"/>
                    <a:pt x="13" y="223"/>
                  </a:cubicBezTo>
                  <a:cubicBezTo>
                    <a:pt x="9" y="215"/>
                    <a:pt x="13" y="207"/>
                    <a:pt x="13" y="207"/>
                  </a:cubicBezTo>
                  <a:cubicBezTo>
                    <a:pt x="13" y="207"/>
                    <a:pt x="15" y="213"/>
                    <a:pt x="19" y="220"/>
                  </a:cubicBezTo>
                  <a:cubicBezTo>
                    <a:pt x="22" y="228"/>
                    <a:pt x="23" y="247"/>
                    <a:pt x="23" y="254"/>
                  </a:cubicBezTo>
                  <a:cubicBezTo>
                    <a:pt x="24" y="260"/>
                    <a:pt x="33" y="276"/>
                    <a:pt x="33" y="276"/>
                  </a:cubicBezTo>
                  <a:cubicBezTo>
                    <a:pt x="31" y="269"/>
                    <a:pt x="36" y="263"/>
                    <a:pt x="36" y="263"/>
                  </a:cubicBezTo>
                  <a:cubicBezTo>
                    <a:pt x="36" y="263"/>
                    <a:pt x="39" y="268"/>
                    <a:pt x="42" y="278"/>
                  </a:cubicBezTo>
                  <a:cubicBezTo>
                    <a:pt x="45" y="287"/>
                    <a:pt x="58" y="293"/>
                    <a:pt x="67" y="297"/>
                  </a:cubicBezTo>
                  <a:cubicBezTo>
                    <a:pt x="77" y="302"/>
                    <a:pt x="80" y="304"/>
                    <a:pt x="80" y="304"/>
                  </a:cubicBezTo>
                  <a:cubicBezTo>
                    <a:pt x="80" y="304"/>
                    <a:pt x="69" y="288"/>
                    <a:pt x="63" y="279"/>
                  </a:cubicBezTo>
                  <a:cubicBezTo>
                    <a:pt x="62" y="276"/>
                    <a:pt x="60" y="273"/>
                    <a:pt x="58" y="269"/>
                  </a:cubicBezTo>
                  <a:close/>
                  <a:moveTo>
                    <a:pt x="378" y="191"/>
                  </a:moveTo>
                  <a:cubicBezTo>
                    <a:pt x="380" y="186"/>
                    <a:pt x="382" y="176"/>
                    <a:pt x="379" y="169"/>
                  </a:cubicBezTo>
                  <a:cubicBezTo>
                    <a:pt x="376" y="162"/>
                    <a:pt x="372" y="171"/>
                    <a:pt x="368" y="171"/>
                  </a:cubicBezTo>
                  <a:cubicBezTo>
                    <a:pt x="363" y="170"/>
                    <a:pt x="355" y="164"/>
                    <a:pt x="355" y="164"/>
                  </a:cubicBezTo>
                  <a:cubicBezTo>
                    <a:pt x="355" y="164"/>
                    <a:pt x="353" y="166"/>
                    <a:pt x="351" y="158"/>
                  </a:cubicBezTo>
                  <a:cubicBezTo>
                    <a:pt x="348" y="151"/>
                    <a:pt x="341" y="113"/>
                    <a:pt x="337" y="96"/>
                  </a:cubicBezTo>
                  <a:cubicBezTo>
                    <a:pt x="332" y="78"/>
                    <a:pt x="320" y="53"/>
                    <a:pt x="310" y="37"/>
                  </a:cubicBezTo>
                  <a:cubicBezTo>
                    <a:pt x="300" y="21"/>
                    <a:pt x="294" y="14"/>
                    <a:pt x="286" y="12"/>
                  </a:cubicBezTo>
                  <a:cubicBezTo>
                    <a:pt x="286" y="12"/>
                    <a:pt x="270" y="8"/>
                    <a:pt x="267" y="3"/>
                  </a:cubicBezTo>
                  <a:cubicBezTo>
                    <a:pt x="267" y="3"/>
                    <a:pt x="267" y="3"/>
                    <a:pt x="267" y="3"/>
                  </a:cubicBezTo>
                  <a:cubicBezTo>
                    <a:pt x="267" y="3"/>
                    <a:pt x="252" y="0"/>
                    <a:pt x="244" y="12"/>
                  </a:cubicBezTo>
                  <a:cubicBezTo>
                    <a:pt x="237" y="23"/>
                    <a:pt x="207" y="68"/>
                    <a:pt x="171" y="78"/>
                  </a:cubicBezTo>
                  <a:cubicBezTo>
                    <a:pt x="171" y="78"/>
                    <a:pt x="183" y="65"/>
                    <a:pt x="186" y="58"/>
                  </a:cubicBezTo>
                  <a:cubicBezTo>
                    <a:pt x="186" y="58"/>
                    <a:pt x="176" y="74"/>
                    <a:pt x="164" y="80"/>
                  </a:cubicBezTo>
                  <a:cubicBezTo>
                    <a:pt x="153" y="87"/>
                    <a:pt x="111" y="102"/>
                    <a:pt x="98" y="136"/>
                  </a:cubicBezTo>
                  <a:cubicBezTo>
                    <a:pt x="98" y="136"/>
                    <a:pt x="99" y="127"/>
                    <a:pt x="101" y="123"/>
                  </a:cubicBezTo>
                  <a:cubicBezTo>
                    <a:pt x="101" y="123"/>
                    <a:pt x="75" y="136"/>
                    <a:pt x="78" y="163"/>
                  </a:cubicBezTo>
                  <a:cubicBezTo>
                    <a:pt x="78" y="166"/>
                    <a:pt x="78" y="169"/>
                    <a:pt x="79" y="172"/>
                  </a:cubicBezTo>
                  <a:cubicBezTo>
                    <a:pt x="84" y="155"/>
                    <a:pt x="101" y="146"/>
                    <a:pt x="101" y="146"/>
                  </a:cubicBezTo>
                  <a:cubicBezTo>
                    <a:pt x="99" y="150"/>
                    <a:pt x="98" y="160"/>
                    <a:pt x="98" y="160"/>
                  </a:cubicBezTo>
                  <a:cubicBezTo>
                    <a:pt x="111" y="126"/>
                    <a:pt x="153" y="111"/>
                    <a:pt x="164" y="104"/>
                  </a:cubicBezTo>
                  <a:cubicBezTo>
                    <a:pt x="176" y="97"/>
                    <a:pt x="186" y="81"/>
                    <a:pt x="186" y="81"/>
                  </a:cubicBezTo>
                  <a:cubicBezTo>
                    <a:pt x="183" y="88"/>
                    <a:pt x="171" y="101"/>
                    <a:pt x="171" y="101"/>
                  </a:cubicBezTo>
                  <a:cubicBezTo>
                    <a:pt x="207" y="91"/>
                    <a:pt x="237" y="47"/>
                    <a:pt x="244" y="35"/>
                  </a:cubicBezTo>
                  <a:cubicBezTo>
                    <a:pt x="252" y="23"/>
                    <a:pt x="267" y="27"/>
                    <a:pt x="267" y="27"/>
                  </a:cubicBezTo>
                  <a:cubicBezTo>
                    <a:pt x="267" y="27"/>
                    <a:pt x="267" y="27"/>
                    <a:pt x="267" y="27"/>
                  </a:cubicBezTo>
                  <a:cubicBezTo>
                    <a:pt x="270" y="32"/>
                    <a:pt x="286" y="35"/>
                    <a:pt x="286" y="35"/>
                  </a:cubicBezTo>
                  <a:cubicBezTo>
                    <a:pt x="294" y="37"/>
                    <a:pt x="300" y="45"/>
                    <a:pt x="310" y="60"/>
                  </a:cubicBezTo>
                  <a:cubicBezTo>
                    <a:pt x="320" y="76"/>
                    <a:pt x="332" y="101"/>
                    <a:pt x="337" y="119"/>
                  </a:cubicBezTo>
                  <a:cubicBezTo>
                    <a:pt x="341" y="137"/>
                    <a:pt x="348" y="174"/>
                    <a:pt x="351" y="182"/>
                  </a:cubicBezTo>
                  <a:cubicBezTo>
                    <a:pt x="353" y="189"/>
                    <a:pt x="355" y="187"/>
                    <a:pt x="355" y="187"/>
                  </a:cubicBezTo>
                  <a:cubicBezTo>
                    <a:pt x="355" y="187"/>
                    <a:pt x="365" y="180"/>
                    <a:pt x="369" y="181"/>
                  </a:cubicBezTo>
                  <a:cubicBezTo>
                    <a:pt x="373" y="181"/>
                    <a:pt x="375" y="185"/>
                    <a:pt x="378" y="191"/>
                  </a:cubicBezTo>
                  <a:close/>
                  <a:moveTo>
                    <a:pt x="405" y="166"/>
                  </a:moveTo>
                  <a:cubicBezTo>
                    <a:pt x="403" y="175"/>
                    <a:pt x="401" y="183"/>
                    <a:pt x="401" y="183"/>
                  </a:cubicBezTo>
                  <a:cubicBezTo>
                    <a:pt x="401" y="183"/>
                    <a:pt x="402" y="174"/>
                    <a:pt x="400" y="169"/>
                  </a:cubicBezTo>
                  <a:cubicBezTo>
                    <a:pt x="400" y="169"/>
                    <a:pt x="398" y="187"/>
                    <a:pt x="392" y="195"/>
                  </a:cubicBezTo>
                  <a:cubicBezTo>
                    <a:pt x="386" y="204"/>
                    <a:pt x="382" y="216"/>
                    <a:pt x="377" y="226"/>
                  </a:cubicBezTo>
                  <a:cubicBezTo>
                    <a:pt x="373" y="232"/>
                    <a:pt x="370" y="243"/>
                    <a:pt x="366" y="249"/>
                  </a:cubicBezTo>
                  <a:cubicBezTo>
                    <a:pt x="365" y="251"/>
                    <a:pt x="365" y="252"/>
                    <a:pt x="364" y="253"/>
                  </a:cubicBezTo>
                  <a:cubicBezTo>
                    <a:pt x="362" y="258"/>
                    <a:pt x="358" y="277"/>
                    <a:pt x="358" y="277"/>
                  </a:cubicBezTo>
                  <a:cubicBezTo>
                    <a:pt x="367" y="278"/>
                    <a:pt x="372" y="259"/>
                    <a:pt x="377" y="249"/>
                  </a:cubicBezTo>
                  <a:cubicBezTo>
                    <a:pt x="382" y="239"/>
                    <a:pt x="386" y="227"/>
                    <a:pt x="392" y="219"/>
                  </a:cubicBezTo>
                  <a:cubicBezTo>
                    <a:pt x="398" y="210"/>
                    <a:pt x="400" y="193"/>
                    <a:pt x="400" y="193"/>
                  </a:cubicBezTo>
                  <a:cubicBezTo>
                    <a:pt x="402" y="197"/>
                    <a:pt x="401" y="206"/>
                    <a:pt x="401" y="206"/>
                  </a:cubicBezTo>
                  <a:cubicBezTo>
                    <a:pt x="401" y="206"/>
                    <a:pt x="407" y="185"/>
                    <a:pt x="405" y="174"/>
                  </a:cubicBezTo>
                  <a:cubicBezTo>
                    <a:pt x="405" y="171"/>
                    <a:pt x="405" y="169"/>
                    <a:pt x="405" y="166"/>
                  </a:cubicBezTo>
                  <a:close/>
                </a:path>
              </a:pathLst>
            </a:custGeom>
            <a:solidFill>
              <a:srgbClr val="82400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9447" name="Freeform 654">
              <a:extLst>
                <a:ext uri="{FF2B5EF4-FFF2-40B4-BE49-F238E27FC236}">
                  <a16:creationId xmlns:a16="http://schemas.microsoft.com/office/drawing/2014/main" id="{F0982D30-3F94-4BC1-BB55-8F08E1599B0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3" y="718"/>
              <a:ext cx="399" cy="340"/>
            </a:xfrm>
            <a:custGeom>
              <a:avLst/>
              <a:gdLst>
                <a:gd name="T0" fmla="*/ 233 w 417"/>
                <a:gd name="T1" fmla="*/ 69 h 356"/>
                <a:gd name="T2" fmla="*/ 233 w 417"/>
                <a:gd name="T3" fmla="*/ 69 h 356"/>
                <a:gd name="T4" fmla="*/ 233 w 417"/>
                <a:gd name="T5" fmla="*/ 69 h 356"/>
                <a:gd name="T6" fmla="*/ 213 w 417"/>
                <a:gd name="T7" fmla="*/ 75 h 356"/>
                <a:gd name="T8" fmla="*/ 150 w 417"/>
                <a:gd name="T9" fmla="*/ 133 h 356"/>
                <a:gd name="T10" fmla="*/ 163 w 417"/>
                <a:gd name="T11" fmla="*/ 116 h 356"/>
                <a:gd name="T12" fmla="*/ 144 w 417"/>
                <a:gd name="T13" fmla="*/ 136 h 356"/>
                <a:gd name="T14" fmla="*/ 86 w 417"/>
                <a:gd name="T15" fmla="*/ 184 h 356"/>
                <a:gd name="T16" fmla="*/ 89 w 417"/>
                <a:gd name="T17" fmla="*/ 173 h 356"/>
                <a:gd name="T18" fmla="*/ 69 w 417"/>
                <a:gd name="T19" fmla="*/ 207 h 356"/>
                <a:gd name="T20" fmla="*/ 73 w 417"/>
                <a:gd name="T21" fmla="*/ 244 h 356"/>
                <a:gd name="T22" fmla="*/ 67 w 417"/>
                <a:gd name="T23" fmla="*/ 256 h 356"/>
                <a:gd name="T24" fmla="*/ 48 w 417"/>
                <a:gd name="T25" fmla="*/ 256 h 356"/>
                <a:gd name="T26" fmla="*/ 55 w 417"/>
                <a:gd name="T27" fmla="*/ 288 h 356"/>
                <a:gd name="T28" fmla="*/ 71 w 417"/>
                <a:gd name="T29" fmla="*/ 310 h 356"/>
                <a:gd name="T30" fmla="*/ 58 w 417"/>
                <a:gd name="T31" fmla="*/ 304 h 356"/>
                <a:gd name="T32" fmla="*/ 36 w 417"/>
                <a:gd name="T33" fmla="*/ 287 h 356"/>
                <a:gd name="T34" fmla="*/ 32 w 417"/>
                <a:gd name="T35" fmla="*/ 274 h 356"/>
                <a:gd name="T36" fmla="*/ 30 w 417"/>
                <a:gd name="T37" fmla="*/ 286 h 356"/>
                <a:gd name="T38" fmla="*/ 20 w 417"/>
                <a:gd name="T39" fmla="*/ 266 h 356"/>
                <a:gd name="T40" fmla="*/ 16 w 417"/>
                <a:gd name="T41" fmla="*/ 237 h 356"/>
                <a:gd name="T42" fmla="*/ 11 w 417"/>
                <a:gd name="T43" fmla="*/ 225 h 356"/>
                <a:gd name="T44" fmla="*/ 11 w 417"/>
                <a:gd name="T45" fmla="*/ 240 h 356"/>
                <a:gd name="T46" fmla="*/ 3 w 417"/>
                <a:gd name="T47" fmla="*/ 207 h 356"/>
                <a:gd name="T48" fmla="*/ 11 w 417"/>
                <a:gd name="T49" fmla="*/ 167 h 356"/>
                <a:gd name="T50" fmla="*/ 16 w 417"/>
                <a:gd name="T51" fmla="*/ 143 h 356"/>
                <a:gd name="T52" fmla="*/ 26 w 417"/>
                <a:gd name="T53" fmla="*/ 124 h 356"/>
                <a:gd name="T54" fmla="*/ 42 w 417"/>
                <a:gd name="T55" fmla="*/ 104 h 356"/>
                <a:gd name="T56" fmla="*/ 61 w 417"/>
                <a:gd name="T57" fmla="*/ 83 h 356"/>
                <a:gd name="T58" fmla="*/ 79 w 417"/>
                <a:gd name="T59" fmla="*/ 47 h 356"/>
                <a:gd name="T60" fmla="*/ 103 w 417"/>
                <a:gd name="T61" fmla="*/ 30 h 356"/>
                <a:gd name="T62" fmla="*/ 128 w 417"/>
                <a:gd name="T63" fmla="*/ 12 h 356"/>
                <a:gd name="T64" fmla="*/ 152 w 417"/>
                <a:gd name="T65" fmla="*/ 5 h 356"/>
                <a:gd name="T66" fmla="*/ 204 w 417"/>
                <a:gd name="T67" fmla="*/ 21 h 356"/>
                <a:gd name="T68" fmla="*/ 239 w 417"/>
                <a:gd name="T69" fmla="*/ 48 h 356"/>
                <a:gd name="T70" fmla="*/ 271 w 417"/>
                <a:gd name="T71" fmla="*/ 59 h 356"/>
                <a:gd name="T72" fmla="*/ 346 w 417"/>
                <a:gd name="T73" fmla="*/ 121 h 356"/>
                <a:gd name="T74" fmla="*/ 355 w 417"/>
                <a:gd name="T75" fmla="*/ 174 h 356"/>
                <a:gd name="T76" fmla="*/ 355 w 417"/>
                <a:gd name="T77" fmla="*/ 197 h 356"/>
                <a:gd name="T78" fmla="*/ 351 w 417"/>
                <a:gd name="T79" fmla="*/ 224 h 356"/>
                <a:gd name="T80" fmla="*/ 350 w 417"/>
                <a:gd name="T81" fmla="*/ 213 h 356"/>
                <a:gd name="T82" fmla="*/ 344 w 417"/>
                <a:gd name="T83" fmla="*/ 236 h 356"/>
                <a:gd name="T84" fmla="*/ 330 w 417"/>
                <a:gd name="T85" fmla="*/ 262 h 356"/>
                <a:gd name="T86" fmla="*/ 314 w 417"/>
                <a:gd name="T87" fmla="*/ 287 h 356"/>
                <a:gd name="T88" fmla="*/ 319 w 417"/>
                <a:gd name="T89" fmla="*/ 266 h 356"/>
                <a:gd name="T90" fmla="*/ 331 w 417"/>
                <a:gd name="T91" fmla="*/ 233 h 356"/>
                <a:gd name="T92" fmla="*/ 332 w 417"/>
                <a:gd name="T93" fmla="*/ 213 h 356"/>
                <a:gd name="T94" fmla="*/ 323 w 417"/>
                <a:gd name="T95" fmla="*/ 203 h 356"/>
                <a:gd name="T96" fmla="*/ 311 w 417"/>
                <a:gd name="T97" fmla="*/ 208 h 356"/>
                <a:gd name="T98" fmla="*/ 307 w 417"/>
                <a:gd name="T99" fmla="*/ 203 h 356"/>
                <a:gd name="T100" fmla="*/ 295 w 417"/>
                <a:gd name="T101" fmla="*/ 149 h 356"/>
                <a:gd name="T102" fmla="*/ 272 w 417"/>
                <a:gd name="T103" fmla="*/ 97 h 356"/>
                <a:gd name="T104" fmla="*/ 251 w 417"/>
                <a:gd name="T105" fmla="*/ 75 h 356"/>
                <a:gd name="T106" fmla="*/ 233 w 417"/>
                <a:gd name="T107" fmla="*/ 69 h 35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0" t="0" r="r" b="b"/>
              <a:pathLst>
                <a:path w="417" h="356">
                  <a:moveTo>
                    <a:pt x="267" y="79"/>
                  </a:moveTo>
                  <a:cubicBezTo>
                    <a:pt x="267" y="79"/>
                    <a:pt x="267" y="79"/>
                    <a:pt x="267" y="79"/>
                  </a:cubicBezTo>
                  <a:cubicBezTo>
                    <a:pt x="267" y="79"/>
                    <a:pt x="267" y="79"/>
                    <a:pt x="267" y="79"/>
                  </a:cubicBezTo>
                  <a:cubicBezTo>
                    <a:pt x="267" y="79"/>
                    <a:pt x="252" y="75"/>
                    <a:pt x="244" y="87"/>
                  </a:cubicBezTo>
                  <a:cubicBezTo>
                    <a:pt x="237" y="99"/>
                    <a:pt x="207" y="143"/>
                    <a:pt x="171" y="153"/>
                  </a:cubicBezTo>
                  <a:cubicBezTo>
                    <a:pt x="171" y="153"/>
                    <a:pt x="183" y="140"/>
                    <a:pt x="186" y="133"/>
                  </a:cubicBezTo>
                  <a:cubicBezTo>
                    <a:pt x="186" y="133"/>
                    <a:pt x="176" y="149"/>
                    <a:pt x="164" y="156"/>
                  </a:cubicBezTo>
                  <a:cubicBezTo>
                    <a:pt x="153" y="163"/>
                    <a:pt x="111" y="178"/>
                    <a:pt x="98" y="212"/>
                  </a:cubicBezTo>
                  <a:cubicBezTo>
                    <a:pt x="98" y="212"/>
                    <a:pt x="99" y="202"/>
                    <a:pt x="101" y="198"/>
                  </a:cubicBezTo>
                  <a:cubicBezTo>
                    <a:pt x="101" y="198"/>
                    <a:pt x="75" y="211"/>
                    <a:pt x="78" y="238"/>
                  </a:cubicBezTo>
                  <a:cubicBezTo>
                    <a:pt x="81" y="264"/>
                    <a:pt x="86" y="273"/>
                    <a:pt x="83" y="281"/>
                  </a:cubicBezTo>
                  <a:cubicBezTo>
                    <a:pt x="76" y="294"/>
                    <a:pt x="76" y="294"/>
                    <a:pt x="76" y="294"/>
                  </a:cubicBezTo>
                  <a:cubicBezTo>
                    <a:pt x="76" y="294"/>
                    <a:pt x="63" y="285"/>
                    <a:pt x="54" y="294"/>
                  </a:cubicBezTo>
                  <a:cubicBezTo>
                    <a:pt x="45" y="303"/>
                    <a:pt x="58" y="321"/>
                    <a:pt x="63" y="331"/>
                  </a:cubicBezTo>
                  <a:cubicBezTo>
                    <a:pt x="69" y="340"/>
                    <a:pt x="80" y="356"/>
                    <a:pt x="80" y="356"/>
                  </a:cubicBezTo>
                  <a:cubicBezTo>
                    <a:pt x="80" y="356"/>
                    <a:pt x="77" y="354"/>
                    <a:pt x="67" y="349"/>
                  </a:cubicBezTo>
                  <a:cubicBezTo>
                    <a:pt x="58" y="345"/>
                    <a:pt x="45" y="339"/>
                    <a:pt x="42" y="330"/>
                  </a:cubicBezTo>
                  <a:cubicBezTo>
                    <a:pt x="39" y="320"/>
                    <a:pt x="36" y="315"/>
                    <a:pt x="36" y="315"/>
                  </a:cubicBezTo>
                  <a:cubicBezTo>
                    <a:pt x="36" y="315"/>
                    <a:pt x="31" y="321"/>
                    <a:pt x="33" y="328"/>
                  </a:cubicBezTo>
                  <a:cubicBezTo>
                    <a:pt x="33" y="328"/>
                    <a:pt x="24" y="312"/>
                    <a:pt x="23" y="306"/>
                  </a:cubicBezTo>
                  <a:cubicBezTo>
                    <a:pt x="23" y="299"/>
                    <a:pt x="22" y="280"/>
                    <a:pt x="19" y="272"/>
                  </a:cubicBezTo>
                  <a:cubicBezTo>
                    <a:pt x="15" y="265"/>
                    <a:pt x="13" y="259"/>
                    <a:pt x="13" y="259"/>
                  </a:cubicBezTo>
                  <a:cubicBezTo>
                    <a:pt x="13" y="259"/>
                    <a:pt x="9" y="267"/>
                    <a:pt x="13" y="275"/>
                  </a:cubicBezTo>
                  <a:cubicBezTo>
                    <a:pt x="13" y="275"/>
                    <a:pt x="0" y="256"/>
                    <a:pt x="3" y="238"/>
                  </a:cubicBezTo>
                  <a:cubicBezTo>
                    <a:pt x="7" y="220"/>
                    <a:pt x="10" y="202"/>
                    <a:pt x="12" y="192"/>
                  </a:cubicBezTo>
                  <a:cubicBezTo>
                    <a:pt x="14" y="182"/>
                    <a:pt x="15" y="173"/>
                    <a:pt x="19" y="164"/>
                  </a:cubicBezTo>
                  <a:cubicBezTo>
                    <a:pt x="23" y="155"/>
                    <a:pt x="22" y="150"/>
                    <a:pt x="29" y="142"/>
                  </a:cubicBezTo>
                  <a:cubicBezTo>
                    <a:pt x="36" y="133"/>
                    <a:pt x="40" y="126"/>
                    <a:pt x="48" y="119"/>
                  </a:cubicBezTo>
                  <a:cubicBezTo>
                    <a:pt x="56" y="112"/>
                    <a:pt x="65" y="108"/>
                    <a:pt x="70" y="95"/>
                  </a:cubicBezTo>
                  <a:cubicBezTo>
                    <a:pt x="74" y="82"/>
                    <a:pt x="82" y="62"/>
                    <a:pt x="91" y="53"/>
                  </a:cubicBezTo>
                  <a:cubicBezTo>
                    <a:pt x="100" y="45"/>
                    <a:pt x="104" y="42"/>
                    <a:pt x="118" y="34"/>
                  </a:cubicBezTo>
                  <a:cubicBezTo>
                    <a:pt x="131" y="26"/>
                    <a:pt x="137" y="20"/>
                    <a:pt x="146" y="15"/>
                  </a:cubicBezTo>
                  <a:cubicBezTo>
                    <a:pt x="156" y="9"/>
                    <a:pt x="163" y="7"/>
                    <a:pt x="173" y="5"/>
                  </a:cubicBezTo>
                  <a:cubicBezTo>
                    <a:pt x="183" y="2"/>
                    <a:pt x="203" y="0"/>
                    <a:pt x="233" y="24"/>
                  </a:cubicBezTo>
                  <a:cubicBezTo>
                    <a:pt x="263" y="48"/>
                    <a:pt x="265" y="54"/>
                    <a:pt x="273" y="54"/>
                  </a:cubicBezTo>
                  <a:cubicBezTo>
                    <a:pt x="281" y="54"/>
                    <a:pt x="290" y="66"/>
                    <a:pt x="309" y="68"/>
                  </a:cubicBezTo>
                  <a:cubicBezTo>
                    <a:pt x="328" y="70"/>
                    <a:pt x="383" y="92"/>
                    <a:pt x="395" y="139"/>
                  </a:cubicBezTo>
                  <a:cubicBezTo>
                    <a:pt x="395" y="139"/>
                    <a:pt x="417" y="173"/>
                    <a:pt x="405" y="200"/>
                  </a:cubicBezTo>
                  <a:cubicBezTo>
                    <a:pt x="405" y="200"/>
                    <a:pt x="404" y="215"/>
                    <a:pt x="405" y="226"/>
                  </a:cubicBezTo>
                  <a:cubicBezTo>
                    <a:pt x="407" y="237"/>
                    <a:pt x="401" y="258"/>
                    <a:pt x="401" y="258"/>
                  </a:cubicBezTo>
                  <a:cubicBezTo>
                    <a:pt x="401" y="258"/>
                    <a:pt x="402" y="249"/>
                    <a:pt x="400" y="245"/>
                  </a:cubicBezTo>
                  <a:cubicBezTo>
                    <a:pt x="400" y="245"/>
                    <a:pt x="398" y="262"/>
                    <a:pt x="392" y="271"/>
                  </a:cubicBezTo>
                  <a:cubicBezTo>
                    <a:pt x="386" y="279"/>
                    <a:pt x="382" y="291"/>
                    <a:pt x="377" y="301"/>
                  </a:cubicBezTo>
                  <a:cubicBezTo>
                    <a:pt x="372" y="311"/>
                    <a:pt x="367" y="330"/>
                    <a:pt x="358" y="329"/>
                  </a:cubicBezTo>
                  <a:cubicBezTo>
                    <a:pt x="358" y="329"/>
                    <a:pt x="362" y="310"/>
                    <a:pt x="364" y="305"/>
                  </a:cubicBezTo>
                  <a:cubicBezTo>
                    <a:pt x="367" y="300"/>
                    <a:pt x="376" y="273"/>
                    <a:pt x="378" y="267"/>
                  </a:cubicBezTo>
                  <a:cubicBezTo>
                    <a:pt x="380" y="262"/>
                    <a:pt x="382" y="252"/>
                    <a:pt x="379" y="245"/>
                  </a:cubicBezTo>
                  <a:cubicBezTo>
                    <a:pt x="376" y="238"/>
                    <a:pt x="374" y="233"/>
                    <a:pt x="369" y="233"/>
                  </a:cubicBezTo>
                  <a:cubicBezTo>
                    <a:pt x="365" y="232"/>
                    <a:pt x="355" y="239"/>
                    <a:pt x="355" y="239"/>
                  </a:cubicBezTo>
                  <a:cubicBezTo>
                    <a:pt x="355" y="239"/>
                    <a:pt x="353" y="241"/>
                    <a:pt x="351" y="234"/>
                  </a:cubicBezTo>
                  <a:cubicBezTo>
                    <a:pt x="348" y="226"/>
                    <a:pt x="341" y="189"/>
                    <a:pt x="337" y="171"/>
                  </a:cubicBezTo>
                  <a:cubicBezTo>
                    <a:pt x="332" y="153"/>
                    <a:pt x="320" y="128"/>
                    <a:pt x="310" y="112"/>
                  </a:cubicBezTo>
                  <a:cubicBezTo>
                    <a:pt x="300" y="97"/>
                    <a:pt x="294" y="89"/>
                    <a:pt x="286" y="87"/>
                  </a:cubicBezTo>
                  <a:cubicBezTo>
                    <a:pt x="286" y="87"/>
                    <a:pt x="270" y="84"/>
                    <a:pt x="267" y="79"/>
                  </a:cubicBez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9448" name="Freeform 655">
              <a:extLst>
                <a:ext uri="{FF2B5EF4-FFF2-40B4-BE49-F238E27FC236}">
                  <a16:creationId xmlns:a16="http://schemas.microsoft.com/office/drawing/2014/main" id="{313D5D3C-5156-42FB-B9CD-7E6E23FD8B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2" y="809"/>
              <a:ext cx="27" cy="72"/>
            </a:xfrm>
            <a:custGeom>
              <a:avLst/>
              <a:gdLst>
                <a:gd name="T0" fmla="*/ 21 w 29"/>
                <a:gd name="T1" fmla="*/ 4 h 76"/>
                <a:gd name="T2" fmla="*/ 18 w 29"/>
                <a:gd name="T3" fmla="*/ 15 h 76"/>
                <a:gd name="T4" fmla="*/ 7 w 29"/>
                <a:gd name="T5" fmla="*/ 28 h 76"/>
                <a:gd name="T6" fmla="*/ 4 w 29"/>
                <a:gd name="T7" fmla="*/ 43 h 76"/>
                <a:gd name="T8" fmla="*/ 4 w 29"/>
                <a:gd name="T9" fmla="*/ 54 h 76"/>
                <a:gd name="T10" fmla="*/ 0 w 29"/>
                <a:gd name="T11" fmla="*/ 64 h 76"/>
                <a:gd name="T12" fmla="*/ 6 w 29"/>
                <a:gd name="T13" fmla="*/ 43 h 76"/>
                <a:gd name="T14" fmla="*/ 11 w 29"/>
                <a:gd name="T15" fmla="*/ 26 h 76"/>
                <a:gd name="T16" fmla="*/ 23 w 29"/>
                <a:gd name="T17" fmla="*/ 0 h 7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9" h="76">
                  <a:moveTo>
                    <a:pt x="27" y="4"/>
                  </a:moveTo>
                  <a:cubicBezTo>
                    <a:pt x="25" y="8"/>
                    <a:pt x="23" y="14"/>
                    <a:pt x="21" y="18"/>
                  </a:cubicBezTo>
                  <a:cubicBezTo>
                    <a:pt x="17" y="24"/>
                    <a:pt x="13" y="29"/>
                    <a:pt x="9" y="34"/>
                  </a:cubicBezTo>
                  <a:cubicBezTo>
                    <a:pt x="5" y="40"/>
                    <a:pt x="4" y="44"/>
                    <a:pt x="4" y="51"/>
                  </a:cubicBezTo>
                  <a:cubicBezTo>
                    <a:pt x="5" y="55"/>
                    <a:pt x="5" y="59"/>
                    <a:pt x="4" y="63"/>
                  </a:cubicBezTo>
                  <a:cubicBezTo>
                    <a:pt x="3" y="67"/>
                    <a:pt x="1" y="72"/>
                    <a:pt x="0" y="76"/>
                  </a:cubicBezTo>
                  <a:cubicBezTo>
                    <a:pt x="3" y="67"/>
                    <a:pt x="6" y="59"/>
                    <a:pt x="6" y="50"/>
                  </a:cubicBezTo>
                  <a:cubicBezTo>
                    <a:pt x="7" y="43"/>
                    <a:pt x="10" y="37"/>
                    <a:pt x="14" y="31"/>
                  </a:cubicBezTo>
                  <a:cubicBezTo>
                    <a:pt x="21" y="21"/>
                    <a:pt x="27" y="12"/>
                    <a:pt x="29" y="0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9449" name="Freeform 656">
              <a:extLst>
                <a:ext uri="{FF2B5EF4-FFF2-40B4-BE49-F238E27FC236}">
                  <a16:creationId xmlns:a16="http://schemas.microsoft.com/office/drawing/2014/main" id="{91F55D2B-23F2-4521-B62F-0C62D8D61E7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0" y="752"/>
              <a:ext cx="59" cy="106"/>
            </a:xfrm>
            <a:custGeom>
              <a:avLst/>
              <a:gdLst>
                <a:gd name="T0" fmla="*/ 53 w 62"/>
                <a:gd name="T1" fmla="*/ 1 h 112"/>
                <a:gd name="T2" fmla="*/ 49 w 62"/>
                <a:gd name="T3" fmla="*/ 4 h 112"/>
                <a:gd name="T4" fmla="*/ 41 w 62"/>
                <a:gd name="T5" fmla="*/ 9 h 112"/>
                <a:gd name="T6" fmla="*/ 29 w 62"/>
                <a:gd name="T7" fmla="*/ 24 h 112"/>
                <a:gd name="T8" fmla="*/ 18 w 62"/>
                <a:gd name="T9" fmla="*/ 51 h 112"/>
                <a:gd name="T10" fmla="*/ 0 w 62"/>
                <a:gd name="T11" fmla="*/ 95 h 112"/>
                <a:gd name="T12" fmla="*/ 7 w 62"/>
                <a:gd name="T13" fmla="*/ 82 h 112"/>
                <a:gd name="T14" fmla="*/ 10 w 62"/>
                <a:gd name="T15" fmla="*/ 71 h 112"/>
                <a:gd name="T16" fmla="*/ 16 w 62"/>
                <a:gd name="T17" fmla="*/ 50 h 112"/>
                <a:gd name="T18" fmla="*/ 25 w 62"/>
                <a:gd name="T19" fmla="*/ 27 h 112"/>
                <a:gd name="T20" fmla="*/ 39 w 62"/>
                <a:gd name="T21" fmla="*/ 9 h 112"/>
                <a:gd name="T22" fmla="*/ 52 w 62"/>
                <a:gd name="T23" fmla="*/ 0 h 11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2" h="112">
                  <a:moveTo>
                    <a:pt x="62" y="1"/>
                  </a:moveTo>
                  <a:cubicBezTo>
                    <a:pt x="60" y="0"/>
                    <a:pt x="58" y="3"/>
                    <a:pt x="57" y="4"/>
                  </a:cubicBezTo>
                  <a:cubicBezTo>
                    <a:pt x="53" y="7"/>
                    <a:pt x="50" y="9"/>
                    <a:pt x="47" y="12"/>
                  </a:cubicBezTo>
                  <a:cubicBezTo>
                    <a:pt x="42" y="17"/>
                    <a:pt x="38" y="22"/>
                    <a:pt x="34" y="27"/>
                  </a:cubicBezTo>
                  <a:cubicBezTo>
                    <a:pt x="27" y="37"/>
                    <a:pt x="23" y="48"/>
                    <a:pt x="21" y="60"/>
                  </a:cubicBezTo>
                  <a:cubicBezTo>
                    <a:pt x="16" y="79"/>
                    <a:pt x="14" y="97"/>
                    <a:pt x="0" y="112"/>
                  </a:cubicBezTo>
                  <a:cubicBezTo>
                    <a:pt x="4" y="109"/>
                    <a:pt x="6" y="102"/>
                    <a:pt x="7" y="97"/>
                  </a:cubicBezTo>
                  <a:cubicBezTo>
                    <a:pt x="9" y="92"/>
                    <a:pt x="10" y="88"/>
                    <a:pt x="12" y="83"/>
                  </a:cubicBezTo>
                  <a:cubicBezTo>
                    <a:pt x="14" y="75"/>
                    <a:pt x="17" y="67"/>
                    <a:pt x="19" y="59"/>
                  </a:cubicBezTo>
                  <a:cubicBezTo>
                    <a:pt x="23" y="51"/>
                    <a:pt x="24" y="41"/>
                    <a:pt x="28" y="32"/>
                  </a:cubicBezTo>
                  <a:cubicBezTo>
                    <a:pt x="32" y="23"/>
                    <a:pt x="37" y="17"/>
                    <a:pt x="45" y="11"/>
                  </a:cubicBezTo>
                  <a:cubicBezTo>
                    <a:pt x="50" y="7"/>
                    <a:pt x="56" y="4"/>
                    <a:pt x="61" y="0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9450" name="Freeform 657">
              <a:extLst>
                <a:ext uri="{FF2B5EF4-FFF2-40B4-BE49-F238E27FC236}">
                  <a16:creationId xmlns:a16="http://schemas.microsoft.com/office/drawing/2014/main" id="{28F89126-C0D6-430A-8F4B-54294311E8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5" y="820"/>
              <a:ext cx="39" cy="122"/>
            </a:xfrm>
            <a:custGeom>
              <a:avLst/>
              <a:gdLst>
                <a:gd name="T0" fmla="*/ 35 w 41"/>
                <a:gd name="T1" fmla="*/ 5 h 128"/>
                <a:gd name="T2" fmla="*/ 24 w 41"/>
                <a:gd name="T3" fmla="*/ 16 h 128"/>
                <a:gd name="T4" fmla="*/ 10 w 41"/>
                <a:gd name="T5" fmla="*/ 37 h 128"/>
                <a:gd name="T6" fmla="*/ 3 w 41"/>
                <a:gd name="T7" fmla="*/ 69 h 128"/>
                <a:gd name="T8" fmla="*/ 3 w 41"/>
                <a:gd name="T9" fmla="*/ 111 h 128"/>
                <a:gd name="T10" fmla="*/ 1 w 41"/>
                <a:gd name="T11" fmla="*/ 96 h 128"/>
                <a:gd name="T12" fmla="*/ 0 w 41"/>
                <a:gd name="T13" fmla="*/ 83 h 128"/>
                <a:gd name="T14" fmla="*/ 1 w 41"/>
                <a:gd name="T15" fmla="*/ 66 h 128"/>
                <a:gd name="T16" fmla="*/ 7 w 41"/>
                <a:gd name="T17" fmla="*/ 47 h 128"/>
                <a:gd name="T18" fmla="*/ 25 w 41"/>
                <a:gd name="T19" fmla="*/ 10 h 128"/>
                <a:gd name="T20" fmla="*/ 35 w 41"/>
                <a:gd name="T21" fmla="*/ 0 h 12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1" h="128">
                  <a:moveTo>
                    <a:pt x="41" y="5"/>
                  </a:moveTo>
                  <a:cubicBezTo>
                    <a:pt x="37" y="11"/>
                    <a:pt x="31" y="14"/>
                    <a:pt x="27" y="19"/>
                  </a:cubicBezTo>
                  <a:cubicBezTo>
                    <a:pt x="22" y="27"/>
                    <a:pt x="16" y="34"/>
                    <a:pt x="12" y="43"/>
                  </a:cubicBezTo>
                  <a:cubicBezTo>
                    <a:pt x="6" y="54"/>
                    <a:pt x="4" y="67"/>
                    <a:pt x="3" y="80"/>
                  </a:cubicBezTo>
                  <a:cubicBezTo>
                    <a:pt x="1" y="96"/>
                    <a:pt x="1" y="112"/>
                    <a:pt x="3" y="128"/>
                  </a:cubicBezTo>
                  <a:cubicBezTo>
                    <a:pt x="1" y="123"/>
                    <a:pt x="1" y="117"/>
                    <a:pt x="1" y="111"/>
                  </a:cubicBezTo>
                  <a:cubicBezTo>
                    <a:pt x="0" y="106"/>
                    <a:pt x="0" y="101"/>
                    <a:pt x="0" y="95"/>
                  </a:cubicBezTo>
                  <a:cubicBezTo>
                    <a:pt x="0" y="89"/>
                    <a:pt x="1" y="83"/>
                    <a:pt x="1" y="76"/>
                  </a:cubicBezTo>
                  <a:cubicBezTo>
                    <a:pt x="2" y="68"/>
                    <a:pt x="5" y="61"/>
                    <a:pt x="7" y="54"/>
                  </a:cubicBezTo>
                  <a:cubicBezTo>
                    <a:pt x="11" y="39"/>
                    <a:pt x="16" y="23"/>
                    <a:pt x="28" y="13"/>
                  </a:cubicBezTo>
                  <a:cubicBezTo>
                    <a:pt x="31" y="10"/>
                    <a:pt x="41" y="3"/>
                    <a:pt x="41" y="0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9451" name="Freeform 658">
              <a:extLst>
                <a:ext uri="{FF2B5EF4-FFF2-40B4-BE49-F238E27FC236}">
                  <a16:creationId xmlns:a16="http://schemas.microsoft.com/office/drawing/2014/main" id="{27366ABC-FF2F-4BE9-9F0C-F24450D943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1" y="829"/>
              <a:ext cx="22" cy="27"/>
            </a:xfrm>
            <a:custGeom>
              <a:avLst/>
              <a:gdLst>
                <a:gd name="T0" fmla="*/ 20 w 23"/>
                <a:gd name="T1" fmla="*/ 25 h 28"/>
                <a:gd name="T2" fmla="*/ 0 w 23"/>
                <a:gd name="T3" fmla="*/ 0 h 28"/>
                <a:gd name="T4" fmla="*/ 11 w 23"/>
                <a:gd name="T5" fmla="*/ 13 h 28"/>
                <a:gd name="T6" fmla="*/ 18 w 23"/>
                <a:gd name="T7" fmla="*/ 20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28">
                  <a:moveTo>
                    <a:pt x="23" y="28"/>
                  </a:moveTo>
                  <a:cubicBezTo>
                    <a:pt x="18" y="17"/>
                    <a:pt x="7" y="10"/>
                    <a:pt x="0" y="0"/>
                  </a:cubicBezTo>
                  <a:cubicBezTo>
                    <a:pt x="6" y="2"/>
                    <a:pt x="9" y="9"/>
                    <a:pt x="13" y="13"/>
                  </a:cubicBezTo>
                  <a:cubicBezTo>
                    <a:pt x="17" y="17"/>
                    <a:pt x="21" y="17"/>
                    <a:pt x="21" y="23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9452" name="Freeform 659">
              <a:extLst>
                <a:ext uri="{FF2B5EF4-FFF2-40B4-BE49-F238E27FC236}">
                  <a16:creationId xmlns:a16="http://schemas.microsoft.com/office/drawing/2014/main" id="{1B43A362-70AA-4F64-984F-859BF9FFBBC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7" y="888"/>
              <a:ext cx="15" cy="31"/>
            </a:xfrm>
            <a:custGeom>
              <a:avLst/>
              <a:gdLst>
                <a:gd name="T0" fmla="*/ 11 w 16"/>
                <a:gd name="T1" fmla="*/ 27 h 33"/>
                <a:gd name="T2" fmla="*/ 8 w 16"/>
                <a:gd name="T3" fmla="*/ 10 h 33"/>
                <a:gd name="T4" fmla="*/ 5 w 16"/>
                <a:gd name="T5" fmla="*/ 6 h 33"/>
                <a:gd name="T6" fmla="*/ 0 w 16"/>
                <a:gd name="T7" fmla="*/ 0 h 33"/>
                <a:gd name="T8" fmla="*/ 8 w 16"/>
                <a:gd name="T9" fmla="*/ 9 h 33"/>
                <a:gd name="T10" fmla="*/ 12 w 16"/>
                <a:gd name="T11" fmla="*/ 15 h 33"/>
                <a:gd name="T12" fmla="*/ 11 w 16"/>
                <a:gd name="T13" fmla="*/ 22 h 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" h="33">
                  <a:moveTo>
                    <a:pt x="14" y="33"/>
                  </a:moveTo>
                  <a:cubicBezTo>
                    <a:pt x="12" y="26"/>
                    <a:pt x="14" y="20"/>
                    <a:pt x="10" y="13"/>
                  </a:cubicBezTo>
                  <a:cubicBezTo>
                    <a:pt x="8" y="11"/>
                    <a:pt x="7" y="8"/>
                    <a:pt x="5" y="6"/>
                  </a:cubicBezTo>
                  <a:cubicBezTo>
                    <a:pt x="3" y="4"/>
                    <a:pt x="1" y="2"/>
                    <a:pt x="0" y="0"/>
                  </a:cubicBezTo>
                  <a:cubicBezTo>
                    <a:pt x="5" y="3"/>
                    <a:pt x="8" y="8"/>
                    <a:pt x="11" y="12"/>
                  </a:cubicBezTo>
                  <a:cubicBezTo>
                    <a:pt x="12" y="14"/>
                    <a:pt x="14" y="16"/>
                    <a:pt x="15" y="18"/>
                  </a:cubicBezTo>
                  <a:cubicBezTo>
                    <a:pt x="16" y="21"/>
                    <a:pt x="14" y="23"/>
                    <a:pt x="14" y="26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9453" name="Freeform 660">
              <a:extLst>
                <a:ext uri="{FF2B5EF4-FFF2-40B4-BE49-F238E27FC236}">
                  <a16:creationId xmlns:a16="http://schemas.microsoft.com/office/drawing/2014/main" id="{360B3C65-4814-41C3-854B-6C2E29ED4F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2" y="785"/>
              <a:ext cx="75" cy="213"/>
            </a:xfrm>
            <a:custGeom>
              <a:avLst/>
              <a:gdLst>
                <a:gd name="T0" fmla="*/ 69 w 78"/>
                <a:gd name="T1" fmla="*/ 0 h 223"/>
                <a:gd name="T2" fmla="*/ 63 w 78"/>
                <a:gd name="T3" fmla="*/ 14 h 223"/>
                <a:gd name="T4" fmla="*/ 16 w 78"/>
                <a:gd name="T5" fmla="*/ 86 h 223"/>
                <a:gd name="T6" fmla="*/ 23 w 78"/>
                <a:gd name="T7" fmla="*/ 194 h 223"/>
                <a:gd name="T8" fmla="*/ 16 w 78"/>
                <a:gd name="T9" fmla="*/ 192 h 223"/>
                <a:gd name="T10" fmla="*/ 15 w 78"/>
                <a:gd name="T11" fmla="*/ 64 h 223"/>
                <a:gd name="T12" fmla="*/ 69 w 78"/>
                <a:gd name="T13" fmla="*/ 0 h 2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8" h="223">
                  <a:moveTo>
                    <a:pt x="78" y="0"/>
                  </a:moveTo>
                  <a:cubicBezTo>
                    <a:pt x="78" y="0"/>
                    <a:pt x="73" y="12"/>
                    <a:pt x="72" y="17"/>
                  </a:cubicBezTo>
                  <a:cubicBezTo>
                    <a:pt x="72" y="17"/>
                    <a:pt x="30" y="45"/>
                    <a:pt x="19" y="98"/>
                  </a:cubicBezTo>
                  <a:cubicBezTo>
                    <a:pt x="9" y="150"/>
                    <a:pt x="26" y="223"/>
                    <a:pt x="26" y="223"/>
                  </a:cubicBezTo>
                  <a:cubicBezTo>
                    <a:pt x="19" y="220"/>
                    <a:pt x="19" y="220"/>
                    <a:pt x="19" y="220"/>
                  </a:cubicBezTo>
                  <a:cubicBezTo>
                    <a:pt x="19" y="220"/>
                    <a:pt x="0" y="117"/>
                    <a:pt x="18" y="73"/>
                  </a:cubicBezTo>
                  <a:cubicBezTo>
                    <a:pt x="36" y="30"/>
                    <a:pt x="62" y="11"/>
                    <a:pt x="78" y="0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9454" name="Freeform 661">
              <a:extLst>
                <a:ext uri="{FF2B5EF4-FFF2-40B4-BE49-F238E27FC236}">
                  <a16:creationId xmlns:a16="http://schemas.microsoft.com/office/drawing/2014/main" id="{405F9253-0916-4950-A2CB-11650971B52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2" y="775"/>
              <a:ext cx="87" cy="169"/>
            </a:xfrm>
            <a:custGeom>
              <a:avLst/>
              <a:gdLst>
                <a:gd name="T0" fmla="*/ 0 w 91"/>
                <a:gd name="T1" fmla="*/ 0 h 177"/>
                <a:gd name="T2" fmla="*/ 11 w 91"/>
                <a:gd name="T3" fmla="*/ 1 h 177"/>
                <a:gd name="T4" fmla="*/ 76 w 91"/>
                <a:gd name="T5" fmla="*/ 154 h 177"/>
                <a:gd name="T6" fmla="*/ 0 w 91"/>
                <a:gd name="T7" fmla="*/ 0 h 17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1" h="177">
                  <a:moveTo>
                    <a:pt x="0" y="0"/>
                  </a:moveTo>
                  <a:cubicBezTo>
                    <a:pt x="13" y="1"/>
                    <a:pt x="13" y="1"/>
                    <a:pt x="13" y="1"/>
                  </a:cubicBezTo>
                  <a:cubicBezTo>
                    <a:pt x="13" y="1"/>
                    <a:pt x="91" y="37"/>
                    <a:pt x="87" y="177"/>
                  </a:cubicBezTo>
                  <a:cubicBezTo>
                    <a:pt x="87" y="177"/>
                    <a:pt x="89" y="44"/>
                    <a:pt x="0" y="0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9455" name="Freeform 662">
              <a:extLst>
                <a:ext uri="{FF2B5EF4-FFF2-40B4-BE49-F238E27FC236}">
                  <a16:creationId xmlns:a16="http://schemas.microsoft.com/office/drawing/2014/main" id="{C56E2C5F-B422-4326-9930-8245E83A5E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1" y="3638"/>
              <a:ext cx="174" cy="73"/>
            </a:xfrm>
            <a:custGeom>
              <a:avLst/>
              <a:gdLst>
                <a:gd name="T0" fmla="*/ 7 w 182"/>
                <a:gd name="T1" fmla="*/ 9 h 77"/>
                <a:gd name="T2" fmla="*/ 4 w 182"/>
                <a:gd name="T3" fmla="*/ 37 h 77"/>
                <a:gd name="T4" fmla="*/ 13 w 182"/>
                <a:gd name="T5" fmla="*/ 60 h 77"/>
                <a:gd name="T6" fmla="*/ 114 w 182"/>
                <a:gd name="T7" fmla="*/ 65 h 77"/>
                <a:gd name="T8" fmla="*/ 143 w 182"/>
                <a:gd name="T9" fmla="*/ 47 h 77"/>
                <a:gd name="T10" fmla="*/ 159 w 182"/>
                <a:gd name="T11" fmla="*/ 8 h 77"/>
                <a:gd name="T12" fmla="*/ 37 w 182"/>
                <a:gd name="T13" fmla="*/ 0 h 77"/>
                <a:gd name="T14" fmla="*/ 6 w 182"/>
                <a:gd name="T15" fmla="*/ 9 h 7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82" h="77">
                  <a:moveTo>
                    <a:pt x="7" y="10"/>
                  </a:moveTo>
                  <a:cubicBezTo>
                    <a:pt x="7" y="10"/>
                    <a:pt x="0" y="27"/>
                    <a:pt x="4" y="43"/>
                  </a:cubicBezTo>
                  <a:cubicBezTo>
                    <a:pt x="8" y="60"/>
                    <a:pt x="16" y="70"/>
                    <a:pt x="16" y="70"/>
                  </a:cubicBezTo>
                  <a:cubicBezTo>
                    <a:pt x="130" y="77"/>
                    <a:pt x="130" y="77"/>
                    <a:pt x="130" y="77"/>
                  </a:cubicBezTo>
                  <a:cubicBezTo>
                    <a:pt x="130" y="77"/>
                    <a:pt x="143" y="52"/>
                    <a:pt x="164" y="56"/>
                  </a:cubicBezTo>
                  <a:cubicBezTo>
                    <a:pt x="182" y="8"/>
                    <a:pt x="182" y="8"/>
                    <a:pt x="182" y="8"/>
                  </a:cubicBezTo>
                  <a:cubicBezTo>
                    <a:pt x="43" y="0"/>
                    <a:pt x="43" y="0"/>
                    <a:pt x="43" y="0"/>
                  </a:cubicBezTo>
                  <a:cubicBezTo>
                    <a:pt x="6" y="10"/>
                    <a:pt x="6" y="10"/>
                    <a:pt x="6" y="10"/>
                  </a:cubicBezTo>
                </a:path>
              </a:pathLst>
            </a:custGeom>
            <a:solidFill>
              <a:srgbClr val="CCA0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9456" name="Freeform 663">
              <a:extLst>
                <a:ext uri="{FF2B5EF4-FFF2-40B4-BE49-F238E27FC236}">
                  <a16:creationId xmlns:a16="http://schemas.microsoft.com/office/drawing/2014/main" id="{F555C232-7D40-461B-A3CE-47DF30FA6F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1" y="3638"/>
              <a:ext cx="174" cy="73"/>
            </a:xfrm>
            <a:custGeom>
              <a:avLst/>
              <a:gdLst>
                <a:gd name="T0" fmla="*/ 7 w 182"/>
                <a:gd name="T1" fmla="*/ 9 h 77"/>
                <a:gd name="T2" fmla="*/ 4 w 182"/>
                <a:gd name="T3" fmla="*/ 37 h 77"/>
                <a:gd name="T4" fmla="*/ 13 w 182"/>
                <a:gd name="T5" fmla="*/ 60 h 77"/>
                <a:gd name="T6" fmla="*/ 114 w 182"/>
                <a:gd name="T7" fmla="*/ 65 h 77"/>
                <a:gd name="T8" fmla="*/ 143 w 182"/>
                <a:gd name="T9" fmla="*/ 47 h 77"/>
                <a:gd name="T10" fmla="*/ 159 w 182"/>
                <a:gd name="T11" fmla="*/ 8 h 77"/>
                <a:gd name="T12" fmla="*/ 37 w 182"/>
                <a:gd name="T13" fmla="*/ 0 h 77"/>
                <a:gd name="T14" fmla="*/ 6 w 182"/>
                <a:gd name="T15" fmla="*/ 9 h 7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82" h="77">
                  <a:moveTo>
                    <a:pt x="7" y="10"/>
                  </a:moveTo>
                  <a:cubicBezTo>
                    <a:pt x="7" y="10"/>
                    <a:pt x="0" y="27"/>
                    <a:pt x="4" y="43"/>
                  </a:cubicBezTo>
                  <a:cubicBezTo>
                    <a:pt x="8" y="60"/>
                    <a:pt x="16" y="70"/>
                    <a:pt x="16" y="70"/>
                  </a:cubicBezTo>
                  <a:cubicBezTo>
                    <a:pt x="130" y="77"/>
                    <a:pt x="130" y="77"/>
                    <a:pt x="130" y="77"/>
                  </a:cubicBezTo>
                  <a:cubicBezTo>
                    <a:pt x="130" y="77"/>
                    <a:pt x="143" y="52"/>
                    <a:pt x="164" y="56"/>
                  </a:cubicBezTo>
                  <a:cubicBezTo>
                    <a:pt x="182" y="8"/>
                    <a:pt x="182" y="8"/>
                    <a:pt x="182" y="8"/>
                  </a:cubicBezTo>
                  <a:cubicBezTo>
                    <a:pt x="43" y="0"/>
                    <a:pt x="43" y="0"/>
                    <a:pt x="43" y="0"/>
                  </a:cubicBezTo>
                  <a:cubicBezTo>
                    <a:pt x="6" y="10"/>
                    <a:pt x="6" y="10"/>
                    <a:pt x="6" y="10"/>
                  </a:cubicBezTo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9457" name="Freeform 664">
              <a:extLst>
                <a:ext uri="{FF2B5EF4-FFF2-40B4-BE49-F238E27FC236}">
                  <a16:creationId xmlns:a16="http://schemas.microsoft.com/office/drawing/2014/main" id="{7D6F5491-D600-4D87-9331-09149408AE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8" y="3550"/>
              <a:ext cx="208" cy="134"/>
            </a:xfrm>
            <a:custGeom>
              <a:avLst/>
              <a:gdLst>
                <a:gd name="T0" fmla="*/ 142 w 218"/>
                <a:gd name="T1" fmla="*/ 0 h 140"/>
                <a:gd name="T2" fmla="*/ 142 w 218"/>
                <a:gd name="T3" fmla="*/ 1 h 140"/>
                <a:gd name="T4" fmla="*/ 189 w 218"/>
                <a:gd name="T5" fmla="*/ 50 h 140"/>
                <a:gd name="T6" fmla="*/ 99 w 218"/>
                <a:gd name="T7" fmla="*/ 123 h 140"/>
                <a:gd name="T8" fmla="*/ 74 w 218"/>
                <a:gd name="T9" fmla="*/ 111 h 140"/>
                <a:gd name="T10" fmla="*/ 0 w 218"/>
                <a:gd name="T11" fmla="*/ 84 h 140"/>
                <a:gd name="T12" fmla="*/ 142 w 218"/>
                <a:gd name="T13" fmla="*/ 0 h 1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8" h="140">
                  <a:moveTo>
                    <a:pt x="164" y="0"/>
                  </a:moveTo>
                  <a:cubicBezTo>
                    <a:pt x="164" y="0"/>
                    <a:pt x="164" y="1"/>
                    <a:pt x="164" y="1"/>
                  </a:cubicBezTo>
                  <a:cubicBezTo>
                    <a:pt x="168" y="5"/>
                    <a:pt x="205" y="40"/>
                    <a:pt x="218" y="56"/>
                  </a:cubicBezTo>
                  <a:cubicBezTo>
                    <a:pt x="114" y="140"/>
                    <a:pt x="114" y="140"/>
                    <a:pt x="114" y="140"/>
                  </a:cubicBezTo>
                  <a:cubicBezTo>
                    <a:pt x="114" y="140"/>
                    <a:pt x="113" y="131"/>
                    <a:pt x="86" y="126"/>
                  </a:cubicBezTo>
                  <a:cubicBezTo>
                    <a:pt x="59" y="121"/>
                    <a:pt x="7" y="124"/>
                    <a:pt x="0" y="96"/>
                  </a:cubicBezTo>
                  <a:lnTo>
                    <a:pt x="164" y="0"/>
                  </a:lnTo>
                  <a:close/>
                </a:path>
              </a:pathLst>
            </a:custGeom>
            <a:solidFill>
              <a:srgbClr val="F8F3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9458" name="Freeform 665">
              <a:extLst>
                <a:ext uri="{FF2B5EF4-FFF2-40B4-BE49-F238E27FC236}">
                  <a16:creationId xmlns:a16="http://schemas.microsoft.com/office/drawing/2014/main" id="{1269CB4F-B1A5-489F-8AD9-B86BA83794A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8" y="3603"/>
              <a:ext cx="208" cy="81"/>
            </a:xfrm>
            <a:custGeom>
              <a:avLst/>
              <a:gdLst>
                <a:gd name="T0" fmla="*/ 127 w 218"/>
                <a:gd name="T1" fmla="*/ 52 h 84"/>
                <a:gd name="T2" fmla="*/ 102 w 218"/>
                <a:gd name="T3" fmla="*/ 40 h 84"/>
                <a:gd name="T4" fmla="*/ 30 w 218"/>
                <a:gd name="T5" fmla="*/ 18 h 84"/>
                <a:gd name="T6" fmla="*/ 0 w 218"/>
                <a:gd name="T7" fmla="*/ 37 h 84"/>
                <a:gd name="T8" fmla="*/ 74 w 218"/>
                <a:gd name="T9" fmla="*/ 64 h 84"/>
                <a:gd name="T10" fmla="*/ 99 w 218"/>
                <a:gd name="T11" fmla="*/ 75 h 84"/>
                <a:gd name="T12" fmla="*/ 189 w 218"/>
                <a:gd name="T13" fmla="*/ 0 h 84"/>
                <a:gd name="T14" fmla="*/ 189 w 218"/>
                <a:gd name="T15" fmla="*/ 0 h 84"/>
                <a:gd name="T16" fmla="*/ 127 w 218"/>
                <a:gd name="T17" fmla="*/ 52 h 8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18" h="84">
                  <a:moveTo>
                    <a:pt x="146" y="58"/>
                  </a:moveTo>
                  <a:cubicBezTo>
                    <a:pt x="146" y="58"/>
                    <a:pt x="144" y="49"/>
                    <a:pt x="117" y="44"/>
                  </a:cubicBezTo>
                  <a:cubicBezTo>
                    <a:pt x="92" y="40"/>
                    <a:pt x="46" y="42"/>
                    <a:pt x="34" y="21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7" y="68"/>
                    <a:pt x="59" y="65"/>
                    <a:pt x="86" y="70"/>
                  </a:cubicBezTo>
                  <a:cubicBezTo>
                    <a:pt x="113" y="75"/>
                    <a:pt x="114" y="84"/>
                    <a:pt x="114" y="84"/>
                  </a:cubicBezTo>
                  <a:cubicBezTo>
                    <a:pt x="218" y="0"/>
                    <a:pt x="218" y="0"/>
                    <a:pt x="218" y="0"/>
                  </a:cubicBezTo>
                  <a:cubicBezTo>
                    <a:pt x="218" y="0"/>
                    <a:pt x="217" y="0"/>
                    <a:pt x="217" y="0"/>
                  </a:cubicBezTo>
                  <a:lnTo>
                    <a:pt x="146" y="58"/>
                  </a:lnTo>
                  <a:close/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9459" name="Freeform 666">
              <a:extLst>
                <a:ext uri="{FF2B5EF4-FFF2-40B4-BE49-F238E27FC236}">
                  <a16:creationId xmlns:a16="http://schemas.microsoft.com/office/drawing/2014/main" id="{A20F2BBE-CC97-4F4B-A691-A93C52C3BC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8" y="3550"/>
              <a:ext cx="208" cy="134"/>
            </a:xfrm>
            <a:custGeom>
              <a:avLst/>
              <a:gdLst>
                <a:gd name="T0" fmla="*/ 142 w 218"/>
                <a:gd name="T1" fmla="*/ 0 h 140"/>
                <a:gd name="T2" fmla="*/ 142 w 218"/>
                <a:gd name="T3" fmla="*/ 1 h 140"/>
                <a:gd name="T4" fmla="*/ 189 w 218"/>
                <a:gd name="T5" fmla="*/ 50 h 140"/>
                <a:gd name="T6" fmla="*/ 99 w 218"/>
                <a:gd name="T7" fmla="*/ 123 h 140"/>
                <a:gd name="T8" fmla="*/ 74 w 218"/>
                <a:gd name="T9" fmla="*/ 111 h 140"/>
                <a:gd name="T10" fmla="*/ 0 w 218"/>
                <a:gd name="T11" fmla="*/ 84 h 140"/>
                <a:gd name="T12" fmla="*/ 142 w 218"/>
                <a:gd name="T13" fmla="*/ 0 h 1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8" h="140">
                  <a:moveTo>
                    <a:pt x="164" y="0"/>
                  </a:moveTo>
                  <a:cubicBezTo>
                    <a:pt x="164" y="0"/>
                    <a:pt x="164" y="1"/>
                    <a:pt x="164" y="1"/>
                  </a:cubicBezTo>
                  <a:cubicBezTo>
                    <a:pt x="168" y="5"/>
                    <a:pt x="205" y="40"/>
                    <a:pt x="218" y="56"/>
                  </a:cubicBezTo>
                  <a:cubicBezTo>
                    <a:pt x="114" y="140"/>
                    <a:pt x="114" y="140"/>
                    <a:pt x="114" y="140"/>
                  </a:cubicBezTo>
                  <a:cubicBezTo>
                    <a:pt x="114" y="140"/>
                    <a:pt x="113" y="131"/>
                    <a:pt x="86" y="126"/>
                  </a:cubicBezTo>
                  <a:cubicBezTo>
                    <a:pt x="59" y="121"/>
                    <a:pt x="7" y="124"/>
                    <a:pt x="0" y="96"/>
                  </a:cubicBezTo>
                  <a:lnTo>
                    <a:pt x="164" y="0"/>
                  </a:lnTo>
                  <a:close/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9460" name="Freeform 667">
              <a:extLst>
                <a:ext uri="{FF2B5EF4-FFF2-40B4-BE49-F238E27FC236}">
                  <a16:creationId xmlns:a16="http://schemas.microsoft.com/office/drawing/2014/main" id="{50D605C5-DE06-4933-8FB2-99311329B24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5" y="3593"/>
              <a:ext cx="317" cy="134"/>
            </a:xfrm>
            <a:custGeom>
              <a:avLst/>
              <a:gdLst>
                <a:gd name="T0" fmla="*/ 3 w 331"/>
                <a:gd name="T1" fmla="*/ 81 h 141"/>
                <a:gd name="T2" fmla="*/ 92 w 331"/>
                <a:gd name="T3" fmla="*/ 41 h 141"/>
                <a:gd name="T4" fmla="*/ 132 w 331"/>
                <a:gd name="T5" fmla="*/ 0 h 141"/>
                <a:gd name="T6" fmla="*/ 186 w 331"/>
                <a:gd name="T7" fmla="*/ 19 h 141"/>
                <a:gd name="T8" fmla="*/ 269 w 331"/>
                <a:gd name="T9" fmla="*/ 39 h 141"/>
                <a:gd name="T10" fmla="*/ 266 w 331"/>
                <a:gd name="T11" fmla="*/ 110 h 141"/>
                <a:gd name="T12" fmla="*/ 141 w 331"/>
                <a:gd name="T13" fmla="*/ 117 h 141"/>
                <a:gd name="T14" fmla="*/ 57 w 331"/>
                <a:gd name="T15" fmla="*/ 86 h 141"/>
                <a:gd name="T16" fmla="*/ 3 w 331"/>
                <a:gd name="T17" fmla="*/ 81 h 14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31" h="141">
                  <a:moveTo>
                    <a:pt x="3" y="94"/>
                  </a:moveTo>
                  <a:cubicBezTo>
                    <a:pt x="3" y="94"/>
                    <a:pt x="68" y="86"/>
                    <a:pt x="104" y="47"/>
                  </a:cubicBezTo>
                  <a:cubicBezTo>
                    <a:pt x="141" y="9"/>
                    <a:pt x="150" y="0"/>
                    <a:pt x="150" y="0"/>
                  </a:cubicBezTo>
                  <a:cubicBezTo>
                    <a:pt x="150" y="0"/>
                    <a:pt x="191" y="12"/>
                    <a:pt x="212" y="22"/>
                  </a:cubicBezTo>
                  <a:cubicBezTo>
                    <a:pt x="232" y="31"/>
                    <a:pt x="278" y="14"/>
                    <a:pt x="306" y="45"/>
                  </a:cubicBezTo>
                  <a:cubicBezTo>
                    <a:pt x="331" y="74"/>
                    <a:pt x="330" y="111"/>
                    <a:pt x="303" y="128"/>
                  </a:cubicBezTo>
                  <a:cubicBezTo>
                    <a:pt x="303" y="128"/>
                    <a:pt x="188" y="141"/>
                    <a:pt x="160" y="136"/>
                  </a:cubicBezTo>
                  <a:cubicBezTo>
                    <a:pt x="131" y="130"/>
                    <a:pt x="131" y="109"/>
                    <a:pt x="65" y="100"/>
                  </a:cubicBezTo>
                  <a:cubicBezTo>
                    <a:pt x="0" y="91"/>
                    <a:pt x="3" y="94"/>
                    <a:pt x="3" y="9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9461" name="Freeform 668">
              <a:extLst>
                <a:ext uri="{FF2B5EF4-FFF2-40B4-BE49-F238E27FC236}">
                  <a16:creationId xmlns:a16="http://schemas.microsoft.com/office/drawing/2014/main" id="{4D4E20F1-708E-43D1-B883-F0513EE3248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098" y="3654"/>
              <a:ext cx="312" cy="73"/>
            </a:xfrm>
            <a:custGeom>
              <a:avLst/>
              <a:gdLst>
                <a:gd name="T0" fmla="*/ 0 w 326"/>
                <a:gd name="T1" fmla="*/ 26 h 77"/>
                <a:gd name="T2" fmla="*/ 4 w 326"/>
                <a:gd name="T3" fmla="*/ 26 h 77"/>
                <a:gd name="T4" fmla="*/ 0 w 326"/>
                <a:gd name="T5" fmla="*/ 26 h 77"/>
                <a:gd name="T6" fmla="*/ 278 w 326"/>
                <a:gd name="T7" fmla="*/ 5 h 77"/>
                <a:gd name="T8" fmla="*/ 263 w 326"/>
                <a:gd name="T9" fmla="*/ 22 h 77"/>
                <a:gd name="T10" fmla="*/ 138 w 326"/>
                <a:gd name="T11" fmla="*/ 27 h 77"/>
                <a:gd name="T12" fmla="*/ 72 w 326"/>
                <a:gd name="T13" fmla="*/ 0 h 77"/>
                <a:gd name="T14" fmla="*/ 4 w 326"/>
                <a:gd name="T15" fmla="*/ 26 h 77"/>
                <a:gd name="T16" fmla="*/ 54 w 326"/>
                <a:gd name="T17" fmla="*/ 30 h 77"/>
                <a:gd name="T18" fmla="*/ 138 w 326"/>
                <a:gd name="T19" fmla="*/ 61 h 77"/>
                <a:gd name="T20" fmla="*/ 263 w 326"/>
                <a:gd name="T21" fmla="*/ 55 h 77"/>
                <a:gd name="T22" fmla="*/ 278 w 326"/>
                <a:gd name="T23" fmla="*/ 5 h 7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26" h="77">
                  <a:moveTo>
                    <a:pt x="0" y="30"/>
                  </a:moveTo>
                  <a:cubicBezTo>
                    <a:pt x="0" y="30"/>
                    <a:pt x="2" y="30"/>
                    <a:pt x="4" y="30"/>
                  </a:cubicBezTo>
                  <a:cubicBezTo>
                    <a:pt x="0" y="30"/>
                    <a:pt x="0" y="30"/>
                    <a:pt x="0" y="30"/>
                  </a:cubicBezTo>
                  <a:close/>
                  <a:moveTo>
                    <a:pt x="317" y="5"/>
                  </a:moveTo>
                  <a:cubicBezTo>
                    <a:pt x="314" y="13"/>
                    <a:pt x="308" y="20"/>
                    <a:pt x="300" y="25"/>
                  </a:cubicBezTo>
                  <a:cubicBezTo>
                    <a:pt x="300" y="25"/>
                    <a:pt x="185" y="38"/>
                    <a:pt x="157" y="32"/>
                  </a:cubicBezTo>
                  <a:cubicBezTo>
                    <a:pt x="131" y="28"/>
                    <a:pt x="128" y="10"/>
                    <a:pt x="81" y="0"/>
                  </a:cubicBezTo>
                  <a:cubicBezTo>
                    <a:pt x="52" y="20"/>
                    <a:pt x="16" y="28"/>
                    <a:pt x="4" y="30"/>
                  </a:cubicBezTo>
                  <a:cubicBezTo>
                    <a:pt x="10" y="30"/>
                    <a:pt x="25" y="31"/>
                    <a:pt x="62" y="36"/>
                  </a:cubicBezTo>
                  <a:cubicBezTo>
                    <a:pt x="128" y="45"/>
                    <a:pt x="128" y="66"/>
                    <a:pt x="157" y="72"/>
                  </a:cubicBezTo>
                  <a:cubicBezTo>
                    <a:pt x="185" y="77"/>
                    <a:pt x="300" y="64"/>
                    <a:pt x="300" y="64"/>
                  </a:cubicBezTo>
                  <a:cubicBezTo>
                    <a:pt x="320" y="51"/>
                    <a:pt x="326" y="28"/>
                    <a:pt x="317" y="5"/>
                  </a:cubicBezTo>
                  <a:close/>
                </a:path>
              </a:pathLst>
            </a:custGeom>
            <a:solidFill>
              <a:srgbClr val="E8E8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9462" name="Freeform 669">
              <a:extLst>
                <a:ext uri="{FF2B5EF4-FFF2-40B4-BE49-F238E27FC236}">
                  <a16:creationId xmlns:a16="http://schemas.microsoft.com/office/drawing/2014/main" id="{EB1ADCC4-A5A9-4EE9-AF92-D5B24F98AA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5" y="3593"/>
              <a:ext cx="317" cy="134"/>
            </a:xfrm>
            <a:custGeom>
              <a:avLst/>
              <a:gdLst>
                <a:gd name="T0" fmla="*/ 3 w 331"/>
                <a:gd name="T1" fmla="*/ 81 h 141"/>
                <a:gd name="T2" fmla="*/ 92 w 331"/>
                <a:gd name="T3" fmla="*/ 41 h 141"/>
                <a:gd name="T4" fmla="*/ 132 w 331"/>
                <a:gd name="T5" fmla="*/ 0 h 141"/>
                <a:gd name="T6" fmla="*/ 186 w 331"/>
                <a:gd name="T7" fmla="*/ 19 h 141"/>
                <a:gd name="T8" fmla="*/ 269 w 331"/>
                <a:gd name="T9" fmla="*/ 39 h 141"/>
                <a:gd name="T10" fmla="*/ 266 w 331"/>
                <a:gd name="T11" fmla="*/ 110 h 141"/>
                <a:gd name="T12" fmla="*/ 141 w 331"/>
                <a:gd name="T13" fmla="*/ 117 h 141"/>
                <a:gd name="T14" fmla="*/ 57 w 331"/>
                <a:gd name="T15" fmla="*/ 86 h 141"/>
                <a:gd name="T16" fmla="*/ 3 w 331"/>
                <a:gd name="T17" fmla="*/ 81 h 14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31" h="141">
                  <a:moveTo>
                    <a:pt x="3" y="94"/>
                  </a:moveTo>
                  <a:cubicBezTo>
                    <a:pt x="3" y="94"/>
                    <a:pt x="68" y="86"/>
                    <a:pt x="104" y="47"/>
                  </a:cubicBezTo>
                  <a:cubicBezTo>
                    <a:pt x="141" y="9"/>
                    <a:pt x="150" y="0"/>
                    <a:pt x="150" y="0"/>
                  </a:cubicBezTo>
                  <a:cubicBezTo>
                    <a:pt x="150" y="0"/>
                    <a:pt x="191" y="12"/>
                    <a:pt x="212" y="22"/>
                  </a:cubicBezTo>
                  <a:cubicBezTo>
                    <a:pt x="232" y="31"/>
                    <a:pt x="278" y="14"/>
                    <a:pt x="306" y="45"/>
                  </a:cubicBezTo>
                  <a:cubicBezTo>
                    <a:pt x="331" y="74"/>
                    <a:pt x="330" y="111"/>
                    <a:pt x="303" y="128"/>
                  </a:cubicBezTo>
                  <a:cubicBezTo>
                    <a:pt x="303" y="128"/>
                    <a:pt x="188" y="141"/>
                    <a:pt x="160" y="136"/>
                  </a:cubicBezTo>
                  <a:cubicBezTo>
                    <a:pt x="131" y="130"/>
                    <a:pt x="131" y="109"/>
                    <a:pt x="65" y="100"/>
                  </a:cubicBezTo>
                  <a:cubicBezTo>
                    <a:pt x="0" y="91"/>
                    <a:pt x="3" y="94"/>
                    <a:pt x="3" y="94"/>
                  </a:cubicBezTo>
                  <a:close/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9463" name="Oval 670">
              <a:extLst>
                <a:ext uri="{FF2B5EF4-FFF2-40B4-BE49-F238E27FC236}">
                  <a16:creationId xmlns:a16="http://schemas.microsoft.com/office/drawing/2014/main" id="{358CFC2A-DE18-44D2-89B4-E2589C98E0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50" y="3704"/>
              <a:ext cx="11" cy="10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464" name="Oval 671">
              <a:extLst>
                <a:ext uri="{FF2B5EF4-FFF2-40B4-BE49-F238E27FC236}">
                  <a16:creationId xmlns:a16="http://schemas.microsoft.com/office/drawing/2014/main" id="{0C37B831-39D5-4393-961B-0C7C284343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6" y="3674"/>
              <a:ext cx="11" cy="10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465" name="Oval 672">
              <a:extLst>
                <a:ext uri="{FF2B5EF4-FFF2-40B4-BE49-F238E27FC236}">
                  <a16:creationId xmlns:a16="http://schemas.microsoft.com/office/drawing/2014/main" id="{2C42ADFD-5DAF-469B-B296-7792C8B105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85" y="3704"/>
              <a:ext cx="10" cy="10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466" name="Oval 673">
              <a:extLst>
                <a:ext uri="{FF2B5EF4-FFF2-40B4-BE49-F238E27FC236}">
                  <a16:creationId xmlns:a16="http://schemas.microsoft.com/office/drawing/2014/main" id="{8A2F5BF7-2365-404B-850E-9C237561D7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15" y="3704"/>
              <a:ext cx="10" cy="11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467" name="Oval 674">
              <a:extLst>
                <a:ext uri="{FF2B5EF4-FFF2-40B4-BE49-F238E27FC236}">
                  <a16:creationId xmlns:a16="http://schemas.microsoft.com/office/drawing/2014/main" id="{84A659B4-5BA8-40F1-BA79-DC1817D3F0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6" y="3704"/>
              <a:ext cx="10" cy="10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468" name="Oval 675">
              <a:extLst>
                <a:ext uri="{FF2B5EF4-FFF2-40B4-BE49-F238E27FC236}">
                  <a16:creationId xmlns:a16="http://schemas.microsoft.com/office/drawing/2014/main" id="{5C278F89-DEBC-4364-88BB-71A6DA89FD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4" y="3700"/>
              <a:ext cx="9" cy="9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469" name="Freeform 676">
              <a:extLst>
                <a:ext uri="{FF2B5EF4-FFF2-40B4-BE49-F238E27FC236}">
                  <a16:creationId xmlns:a16="http://schemas.microsoft.com/office/drawing/2014/main" id="{DE811D4C-2F6C-4205-BA9C-E2794D340E6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5" y="3666"/>
              <a:ext cx="54" cy="54"/>
            </a:xfrm>
            <a:custGeom>
              <a:avLst/>
              <a:gdLst>
                <a:gd name="T0" fmla="*/ 54 w 54"/>
                <a:gd name="T1" fmla="*/ 0 h 54"/>
                <a:gd name="T2" fmla="*/ 51 w 54"/>
                <a:gd name="T3" fmla="*/ 54 h 54"/>
                <a:gd name="T4" fmla="*/ 0 w 54"/>
                <a:gd name="T5" fmla="*/ 5 h 54"/>
                <a:gd name="T6" fmla="*/ 54 w 54"/>
                <a:gd name="T7" fmla="*/ 0 h 5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4" h="54">
                  <a:moveTo>
                    <a:pt x="54" y="0"/>
                  </a:moveTo>
                  <a:lnTo>
                    <a:pt x="51" y="54"/>
                  </a:lnTo>
                  <a:lnTo>
                    <a:pt x="0" y="5"/>
                  </a:lnTo>
                  <a:lnTo>
                    <a:pt x="54" y="0"/>
                  </a:lnTo>
                  <a:close/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9470" name="Freeform 677">
              <a:extLst>
                <a:ext uri="{FF2B5EF4-FFF2-40B4-BE49-F238E27FC236}">
                  <a16:creationId xmlns:a16="http://schemas.microsoft.com/office/drawing/2014/main" id="{5D02403A-7742-444B-9223-7969F3AC18B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5" y="3666"/>
              <a:ext cx="54" cy="54"/>
            </a:xfrm>
            <a:custGeom>
              <a:avLst/>
              <a:gdLst>
                <a:gd name="T0" fmla="*/ 54 w 54"/>
                <a:gd name="T1" fmla="*/ 0 h 54"/>
                <a:gd name="T2" fmla="*/ 51 w 54"/>
                <a:gd name="T3" fmla="*/ 54 h 54"/>
                <a:gd name="T4" fmla="*/ 0 w 54"/>
                <a:gd name="T5" fmla="*/ 5 h 54"/>
                <a:gd name="T6" fmla="*/ 54 w 54"/>
                <a:gd name="T7" fmla="*/ 0 h 5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4" h="54">
                  <a:moveTo>
                    <a:pt x="54" y="0"/>
                  </a:moveTo>
                  <a:lnTo>
                    <a:pt x="51" y="54"/>
                  </a:lnTo>
                  <a:lnTo>
                    <a:pt x="0" y="5"/>
                  </a:lnTo>
                  <a:lnTo>
                    <a:pt x="54" y="0"/>
                  </a:lnTo>
                  <a:close/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9471" name="Freeform 678">
              <a:extLst>
                <a:ext uri="{FF2B5EF4-FFF2-40B4-BE49-F238E27FC236}">
                  <a16:creationId xmlns:a16="http://schemas.microsoft.com/office/drawing/2014/main" id="{DEACBB22-9099-40B1-B16A-885F81DC932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3" y="3656"/>
              <a:ext cx="208" cy="186"/>
            </a:xfrm>
            <a:custGeom>
              <a:avLst/>
              <a:gdLst>
                <a:gd name="T0" fmla="*/ 27 w 217"/>
                <a:gd name="T1" fmla="*/ 31 h 195"/>
                <a:gd name="T2" fmla="*/ 16 w 217"/>
                <a:gd name="T3" fmla="*/ 122 h 195"/>
                <a:gd name="T4" fmla="*/ 42 w 217"/>
                <a:gd name="T5" fmla="*/ 162 h 195"/>
                <a:gd name="T6" fmla="*/ 138 w 217"/>
                <a:gd name="T7" fmla="*/ 163 h 195"/>
                <a:gd name="T8" fmla="*/ 180 w 217"/>
                <a:gd name="T9" fmla="*/ 125 h 195"/>
                <a:gd name="T10" fmla="*/ 191 w 217"/>
                <a:gd name="T11" fmla="*/ 45 h 195"/>
                <a:gd name="T12" fmla="*/ 157 w 217"/>
                <a:gd name="T13" fmla="*/ 9 h 195"/>
                <a:gd name="T14" fmla="*/ 27 w 217"/>
                <a:gd name="T15" fmla="*/ 31 h 19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17" h="195">
                  <a:moveTo>
                    <a:pt x="30" y="37"/>
                  </a:moveTo>
                  <a:cubicBezTo>
                    <a:pt x="30" y="37"/>
                    <a:pt x="0" y="102"/>
                    <a:pt x="19" y="140"/>
                  </a:cubicBezTo>
                  <a:cubicBezTo>
                    <a:pt x="19" y="140"/>
                    <a:pt x="15" y="180"/>
                    <a:pt x="48" y="187"/>
                  </a:cubicBezTo>
                  <a:cubicBezTo>
                    <a:pt x="82" y="195"/>
                    <a:pt x="157" y="188"/>
                    <a:pt x="157" y="188"/>
                  </a:cubicBezTo>
                  <a:cubicBezTo>
                    <a:pt x="157" y="188"/>
                    <a:pt x="200" y="174"/>
                    <a:pt x="205" y="144"/>
                  </a:cubicBezTo>
                  <a:cubicBezTo>
                    <a:pt x="211" y="115"/>
                    <a:pt x="217" y="51"/>
                    <a:pt x="217" y="51"/>
                  </a:cubicBezTo>
                  <a:cubicBezTo>
                    <a:pt x="217" y="51"/>
                    <a:pt x="203" y="18"/>
                    <a:pt x="178" y="9"/>
                  </a:cubicBezTo>
                  <a:cubicBezTo>
                    <a:pt x="153" y="0"/>
                    <a:pt x="30" y="37"/>
                    <a:pt x="30" y="3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9472" name="Freeform 679">
              <a:extLst>
                <a:ext uri="{FF2B5EF4-FFF2-40B4-BE49-F238E27FC236}">
                  <a16:creationId xmlns:a16="http://schemas.microsoft.com/office/drawing/2014/main" id="{A3F6288C-1699-40EB-B68E-399B1B99E8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5" y="3700"/>
              <a:ext cx="196" cy="142"/>
            </a:xfrm>
            <a:custGeom>
              <a:avLst/>
              <a:gdLst>
                <a:gd name="T0" fmla="*/ 169 w 205"/>
                <a:gd name="T1" fmla="*/ 60 h 149"/>
                <a:gd name="T2" fmla="*/ 127 w 205"/>
                <a:gd name="T3" fmla="*/ 98 h 149"/>
                <a:gd name="T4" fmla="*/ 32 w 205"/>
                <a:gd name="T5" fmla="*/ 97 h 149"/>
                <a:gd name="T6" fmla="*/ 7 w 205"/>
                <a:gd name="T7" fmla="*/ 55 h 149"/>
                <a:gd name="T8" fmla="*/ 2 w 205"/>
                <a:gd name="T9" fmla="*/ 41 h 149"/>
                <a:gd name="T10" fmla="*/ 7 w 205"/>
                <a:gd name="T11" fmla="*/ 82 h 149"/>
                <a:gd name="T12" fmla="*/ 32 w 205"/>
                <a:gd name="T13" fmla="*/ 122 h 149"/>
                <a:gd name="T14" fmla="*/ 127 w 205"/>
                <a:gd name="T15" fmla="*/ 123 h 149"/>
                <a:gd name="T16" fmla="*/ 169 w 205"/>
                <a:gd name="T17" fmla="*/ 85 h 149"/>
                <a:gd name="T18" fmla="*/ 179 w 205"/>
                <a:gd name="T19" fmla="*/ 5 h 149"/>
                <a:gd name="T20" fmla="*/ 177 w 205"/>
                <a:gd name="T21" fmla="*/ 0 h 149"/>
                <a:gd name="T22" fmla="*/ 169 w 205"/>
                <a:gd name="T23" fmla="*/ 60 h 14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05" h="149">
                  <a:moveTo>
                    <a:pt x="193" y="69"/>
                  </a:moveTo>
                  <a:cubicBezTo>
                    <a:pt x="188" y="99"/>
                    <a:pt x="145" y="113"/>
                    <a:pt x="145" y="113"/>
                  </a:cubicBezTo>
                  <a:cubicBezTo>
                    <a:pt x="145" y="113"/>
                    <a:pt x="70" y="119"/>
                    <a:pt x="36" y="112"/>
                  </a:cubicBezTo>
                  <a:cubicBezTo>
                    <a:pt x="3" y="104"/>
                    <a:pt x="7" y="64"/>
                    <a:pt x="7" y="64"/>
                  </a:cubicBezTo>
                  <a:cubicBezTo>
                    <a:pt x="5" y="59"/>
                    <a:pt x="3" y="53"/>
                    <a:pt x="2" y="47"/>
                  </a:cubicBezTo>
                  <a:cubicBezTo>
                    <a:pt x="0" y="63"/>
                    <a:pt x="0" y="80"/>
                    <a:pt x="7" y="94"/>
                  </a:cubicBezTo>
                  <a:cubicBezTo>
                    <a:pt x="7" y="94"/>
                    <a:pt x="3" y="134"/>
                    <a:pt x="36" y="141"/>
                  </a:cubicBezTo>
                  <a:cubicBezTo>
                    <a:pt x="70" y="149"/>
                    <a:pt x="145" y="142"/>
                    <a:pt x="145" y="142"/>
                  </a:cubicBezTo>
                  <a:cubicBezTo>
                    <a:pt x="145" y="142"/>
                    <a:pt x="188" y="128"/>
                    <a:pt x="193" y="98"/>
                  </a:cubicBezTo>
                  <a:cubicBezTo>
                    <a:pt x="199" y="69"/>
                    <a:pt x="205" y="5"/>
                    <a:pt x="205" y="5"/>
                  </a:cubicBezTo>
                  <a:cubicBezTo>
                    <a:pt x="205" y="5"/>
                    <a:pt x="204" y="3"/>
                    <a:pt x="202" y="0"/>
                  </a:cubicBezTo>
                  <a:cubicBezTo>
                    <a:pt x="200" y="21"/>
                    <a:pt x="197" y="51"/>
                    <a:pt x="193" y="69"/>
                  </a:cubicBezTo>
                  <a:close/>
                </a:path>
              </a:pathLst>
            </a:custGeom>
            <a:solidFill>
              <a:srgbClr val="E8E8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9473" name="Freeform 680">
              <a:extLst>
                <a:ext uri="{FF2B5EF4-FFF2-40B4-BE49-F238E27FC236}">
                  <a16:creationId xmlns:a16="http://schemas.microsoft.com/office/drawing/2014/main" id="{B58EBD7F-2A98-4D47-9E23-6E96AE526F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3" y="3656"/>
              <a:ext cx="208" cy="186"/>
            </a:xfrm>
            <a:custGeom>
              <a:avLst/>
              <a:gdLst>
                <a:gd name="T0" fmla="*/ 27 w 217"/>
                <a:gd name="T1" fmla="*/ 31 h 195"/>
                <a:gd name="T2" fmla="*/ 16 w 217"/>
                <a:gd name="T3" fmla="*/ 122 h 195"/>
                <a:gd name="T4" fmla="*/ 42 w 217"/>
                <a:gd name="T5" fmla="*/ 162 h 195"/>
                <a:gd name="T6" fmla="*/ 138 w 217"/>
                <a:gd name="T7" fmla="*/ 163 h 195"/>
                <a:gd name="T8" fmla="*/ 180 w 217"/>
                <a:gd name="T9" fmla="*/ 125 h 195"/>
                <a:gd name="T10" fmla="*/ 191 w 217"/>
                <a:gd name="T11" fmla="*/ 45 h 195"/>
                <a:gd name="T12" fmla="*/ 157 w 217"/>
                <a:gd name="T13" fmla="*/ 9 h 195"/>
                <a:gd name="T14" fmla="*/ 27 w 217"/>
                <a:gd name="T15" fmla="*/ 31 h 19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17" h="195">
                  <a:moveTo>
                    <a:pt x="30" y="37"/>
                  </a:moveTo>
                  <a:cubicBezTo>
                    <a:pt x="30" y="37"/>
                    <a:pt x="0" y="102"/>
                    <a:pt x="19" y="140"/>
                  </a:cubicBezTo>
                  <a:cubicBezTo>
                    <a:pt x="19" y="140"/>
                    <a:pt x="15" y="180"/>
                    <a:pt x="48" y="187"/>
                  </a:cubicBezTo>
                  <a:cubicBezTo>
                    <a:pt x="82" y="195"/>
                    <a:pt x="157" y="188"/>
                    <a:pt x="157" y="188"/>
                  </a:cubicBezTo>
                  <a:cubicBezTo>
                    <a:pt x="157" y="188"/>
                    <a:pt x="200" y="174"/>
                    <a:pt x="205" y="144"/>
                  </a:cubicBezTo>
                  <a:cubicBezTo>
                    <a:pt x="211" y="115"/>
                    <a:pt x="217" y="51"/>
                    <a:pt x="217" y="51"/>
                  </a:cubicBezTo>
                  <a:cubicBezTo>
                    <a:pt x="217" y="51"/>
                    <a:pt x="203" y="18"/>
                    <a:pt x="178" y="9"/>
                  </a:cubicBezTo>
                  <a:cubicBezTo>
                    <a:pt x="153" y="0"/>
                    <a:pt x="30" y="37"/>
                    <a:pt x="30" y="37"/>
                  </a:cubicBezTo>
                  <a:close/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9474" name="Freeform 681">
              <a:extLst>
                <a:ext uri="{FF2B5EF4-FFF2-40B4-BE49-F238E27FC236}">
                  <a16:creationId xmlns:a16="http://schemas.microsoft.com/office/drawing/2014/main" id="{44132758-3902-4DF4-9828-825121815B0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7" y="2428"/>
              <a:ext cx="774" cy="1276"/>
            </a:xfrm>
            <a:custGeom>
              <a:avLst/>
              <a:gdLst>
                <a:gd name="T0" fmla="*/ 565 w 810"/>
                <a:gd name="T1" fmla="*/ 33 h 1338"/>
                <a:gd name="T2" fmla="*/ 576 w 810"/>
                <a:gd name="T3" fmla="*/ 191 h 1338"/>
                <a:gd name="T4" fmla="*/ 593 w 810"/>
                <a:gd name="T5" fmla="*/ 393 h 1338"/>
                <a:gd name="T6" fmla="*/ 599 w 810"/>
                <a:gd name="T7" fmla="*/ 499 h 1338"/>
                <a:gd name="T8" fmla="*/ 605 w 810"/>
                <a:gd name="T9" fmla="*/ 590 h 1338"/>
                <a:gd name="T10" fmla="*/ 638 w 810"/>
                <a:gd name="T11" fmla="*/ 751 h 1338"/>
                <a:gd name="T12" fmla="*/ 647 w 810"/>
                <a:gd name="T13" fmla="*/ 863 h 1338"/>
                <a:gd name="T14" fmla="*/ 647 w 810"/>
                <a:gd name="T15" fmla="*/ 934 h 1338"/>
                <a:gd name="T16" fmla="*/ 707 w 810"/>
                <a:gd name="T17" fmla="*/ 1025 h 1338"/>
                <a:gd name="T18" fmla="*/ 414 w 810"/>
                <a:gd name="T19" fmla="*/ 1091 h 1338"/>
                <a:gd name="T20" fmla="*/ 395 w 810"/>
                <a:gd name="T21" fmla="*/ 790 h 1338"/>
                <a:gd name="T22" fmla="*/ 395 w 810"/>
                <a:gd name="T23" fmla="*/ 571 h 1338"/>
                <a:gd name="T24" fmla="*/ 389 w 810"/>
                <a:gd name="T25" fmla="*/ 495 h 1338"/>
                <a:gd name="T26" fmla="*/ 355 w 810"/>
                <a:gd name="T27" fmla="*/ 331 h 1338"/>
                <a:gd name="T28" fmla="*/ 298 w 810"/>
                <a:gd name="T29" fmla="*/ 50 h 1338"/>
                <a:gd name="T30" fmla="*/ 288 w 810"/>
                <a:gd name="T31" fmla="*/ 53 h 1338"/>
                <a:gd name="T32" fmla="*/ 277 w 810"/>
                <a:gd name="T33" fmla="*/ 195 h 1338"/>
                <a:gd name="T34" fmla="*/ 269 w 810"/>
                <a:gd name="T35" fmla="*/ 403 h 1338"/>
                <a:gd name="T36" fmla="*/ 257 w 810"/>
                <a:gd name="T37" fmla="*/ 557 h 1338"/>
                <a:gd name="T38" fmla="*/ 283 w 810"/>
                <a:gd name="T39" fmla="*/ 820 h 1338"/>
                <a:gd name="T40" fmla="*/ 283 w 810"/>
                <a:gd name="T41" fmla="*/ 1138 h 1338"/>
                <a:gd name="T42" fmla="*/ 188 w 810"/>
                <a:gd name="T43" fmla="*/ 1134 h 1338"/>
                <a:gd name="T44" fmla="*/ 11 w 810"/>
                <a:gd name="T45" fmla="*/ 1128 h 1338"/>
                <a:gd name="T46" fmla="*/ 11 w 810"/>
                <a:gd name="T47" fmla="*/ 985 h 1338"/>
                <a:gd name="T48" fmla="*/ 11 w 810"/>
                <a:gd name="T49" fmla="*/ 769 h 1338"/>
                <a:gd name="T50" fmla="*/ 29 w 810"/>
                <a:gd name="T51" fmla="*/ 529 h 1338"/>
                <a:gd name="T52" fmla="*/ 29 w 810"/>
                <a:gd name="T53" fmla="*/ 310 h 1338"/>
                <a:gd name="T54" fmla="*/ 4 w 810"/>
                <a:gd name="T55" fmla="*/ 0 h 1338"/>
                <a:gd name="T56" fmla="*/ 565 w 810"/>
                <a:gd name="T57" fmla="*/ 33 h 1338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810" h="1338">
                  <a:moveTo>
                    <a:pt x="647" y="39"/>
                  </a:moveTo>
                  <a:cubicBezTo>
                    <a:pt x="647" y="39"/>
                    <a:pt x="660" y="174"/>
                    <a:pt x="660" y="220"/>
                  </a:cubicBezTo>
                  <a:cubicBezTo>
                    <a:pt x="660" y="266"/>
                    <a:pt x="675" y="394"/>
                    <a:pt x="680" y="453"/>
                  </a:cubicBezTo>
                  <a:cubicBezTo>
                    <a:pt x="684" y="511"/>
                    <a:pt x="686" y="527"/>
                    <a:pt x="686" y="575"/>
                  </a:cubicBezTo>
                  <a:cubicBezTo>
                    <a:pt x="686" y="622"/>
                    <a:pt x="684" y="638"/>
                    <a:pt x="693" y="681"/>
                  </a:cubicBezTo>
                  <a:cubicBezTo>
                    <a:pt x="701" y="725"/>
                    <a:pt x="723" y="818"/>
                    <a:pt x="732" y="866"/>
                  </a:cubicBezTo>
                  <a:cubicBezTo>
                    <a:pt x="741" y="914"/>
                    <a:pt x="741" y="951"/>
                    <a:pt x="741" y="995"/>
                  </a:cubicBezTo>
                  <a:cubicBezTo>
                    <a:pt x="741" y="1038"/>
                    <a:pt x="741" y="1077"/>
                    <a:pt x="741" y="1077"/>
                  </a:cubicBezTo>
                  <a:cubicBezTo>
                    <a:pt x="741" y="1077"/>
                    <a:pt x="778" y="1158"/>
                    <a:pt x="810" y="1182"/>
                  </a:cubicBezTo>
                  <a:cubicBezTo>
                    <a:pt x="810" y="1182"/>
                    <a:pt x="662" y="1338"/>
                    <a:pt x="474" y="1258"/>
                  </a:cubicBezTo>
                  <a:cubicBezTo>
                    <a:pt x="474" y="1258"/>
                    <a:pt x="456" y="1040"/>
                    <a:pt x="452" y="910"/>
                  </a:cubicBezTo>
                  <a:cubicBezTo>
                    <a:pt x="448" y="780"/>
                    <a:pt x="450" y="708"/>
                    <a:pt x="452" y="658"/>
                  </a:cubicBezTo>
                  <a:cubicBezTo>
                    <a:pt x="454" y="608"/>
                    <a:pt x="450" y="632"/>
                    <a:pt x="446" y="570"/>
                  </a:cubicBezTo>
                  <a:cubicBezTo>
                    <a:pt x="442" y="508"/>
                    <a:pt x="418" y="428"/>
                    <a:pt x="406" y="382"/>
                  </a:cubicBezTo>
                  <a:cubicBezTo>
                    <a:pt x="394" y="336"/>
                    <a:pt x="342" y="58"/>
                    <a:pt x="342" y="58"/>
                  </a:cubicBezTo>
                  <a:cubicBezTo>
                    <a:pt x="330" y="62"/>
                    <a:pt x="330" y="62"/>
                    <a:pt x="330" y="62"/>
                  </a:cubicBezTo>
                  <a:cubicBezTo>
                    <a:pt x="330" y="62"/>
                    <a:pt x="320" y="188"/>
                    <a:pt x="318" y="224"/>
                  </a:cubicBezTo>
                  <a:cubicBezTo>
                    <a:pt x="316" y="260"/>
                    <a:pt x="314" y="414"/>
                    <a:pt x="308" y="466"/>
                  </a:cubicBezTo>
                  <a:cubicBezTo>
                    <a:pt x="302" y="518"/>
                    <a:pt x="292" y="594"/>
                    <a:pt x="294" y="642"/>
                  </a:cubicBezTo>
                  <a:cubicBezTo>
                    <a:pt x="296" y="690"/>
                    <a:pt x="322" y="860"/>
                    <a:pt x="324" y="946"/>
                  </a:cubicBezTo>
                  <a:cubicBezTo>
                    <a:pt x="326" y="1032"/>
                    <a:pt x="324" y="1312"/>
                    <a:pt x="324" y="1312"/>
                  </a:cubicBezTo>
                  <a:cubicBezTo>
                    <a:pt x="324" y="1312"/>
                    <a:pt x="278" y="1290"/>
                    <a:pt x="216" y="1308"/>
                  </a:cubicBezTo>
                  <a:cubicBezTo>
                    <a:pt x="154" y="1326"/>
                    <a:pt x="72" y="1334"/>
                    <a:pt x="12" y="1300"/>
                  </a:cubicBezTo>
                  <a:cubicBezTo>
                    <a:pt x="12" y="1300"/>
                    <a:pt x="8" y="1206"/>
                    <a:pt x="12" y="1136"/>
                  </a:cubicBezTo>
                  <a:cubicBezTo>
                    <a:pt x="16" y="1066"/>
                    <a:pt x="8" y="932"/>
                    <a:pt x="12" y="886"/>
                  </a:cubicBezTo>
                  <a:cubicBezTo>
                    <a:pt x="16" y="840"/>
                    <a:pt x="32" y="666"/>
                    <a:pt x="32" y="610"/>
                  </a:cubicBezTo>
                  <a:cubicBezTo>
                    <a:pt x="32" y="554"/>
                    <a:pt x="42" y="446"/>
                    <a:pt x="32" y="358"/>
                  </a:cubicBezTo>
                  <a:cubicBezTo>
                    <a:pt x="22" y="270"/>
                    <a:pt x="0" y="82"/>
                    <a:pt x="4" y="0"/>
                  </a:cubicBezTo>
                  <a:lnTo>
                    <a:pt x="647" y="3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9475" name="Freeform 682">
              <a:extLst>
                <a:ext uri="{FF2B5EF4-FFF2-40B4-BE49-F238E27FC236}">
                  <a16:creationId xmlns:a16="http://schemas.microsoft.com/office/drawing/2014/main" id="{79AB8E01-8794-4969-941C-1E6530D137C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441" y="2428"/>
              <a:ext cx="770" cy="1252"/>
            </a:xfrm>
            <a:custGeom>
              <a:avLst/>
              <a:gdLst>
                <a:gd name="T0" fmla="*/ 253 w 806"/>
                <a:gd name="T1" fmla="*/ 558 h 1312"/>
                <a:gd name="T2" fmla="*/ 265 w 806"/>
                <a:gd name="T3" fmla="*/ 406 h 1312"/>
                <a:gd name="T4" fmla="*/ 274 w 806"/>
                <a:gd name="T5" fmla="*/ 195 h 1312"/>
                <a:gd name="T6" fmla="*/ 283 w 806"/>
                <a:gd name="T7" fmla="*/ 70 h 1312"/>
                <a:gd name="T8" fmla="*/ 251 w 806"/>
                <a:gd name="T9" fmla="*/ 50 h 1312"/>
                <a:gd name="T10" fmla="*/ 241 w 806"/>
                <a:gd name="T11" fmla="*/ 53 h 1312"/>
                <a:gd name="T12" fmla="*/ 230 w 806"/>
                <a:gd name="T13" fmla="*/ 195 h 1312"/>
                <a:gd name="T14" fmla="*/ 222 w 806"/>
                <a:gd name="T15" fmla="*/ 406 h 1312"/>
                <a:gd name="T16" fmla="*/ 209 w 806"/>
                <a:gd name="T17" fmla="*/ 558 h 1312"/>
                <a:gd name="T18" fmla="*/ 235 w 806"/>
                <a:gd name="T19" fmla="*/ 823 h 1312"/>
                <a:gd name="T20" fmla="*/ 235 w 806"/>
                <a:gd name="T21" fmla="*/ 1131 h 1312"/>
                <a:gd name="T22" fmla="*/ 279 w 806"/>
                <a:gd name="T23" fmla="*/ 1140 h 1312"/>
                <a:gd name="T24" fmla="*/ 279 w 806"/>
                <a:gd name="T25" fmla="*/ 823 h 1312"/>
                <a:gd name="T26" fmla="*/ 253 w 806"/>
                <a:gd name="T27" fmla="*/ 558 h 1312"/>
                <a:gd name="T28" fmla="*/ 643 w 806"/>
                <a:gd name="T29" fmla="*/ 936 h 1312"/>
                <a:gd name="T30" fmla="*/ 643 w 806"/>
                <a:gd name="T31" fmla="*/ 865 h 1312"/>
                <a:gd name="T32" fmla="*/ 634 w 806"/>
                <a:gd name="T33" fmla="*/ 752 h 1312"/>
                <a:gd name="T34" fmla="*/ 601 w 806"/>
                <a:gd name="T35" fmla="*/ 592 h 1312"/>
                <a:gd name="T36" fmla="*/ 595 w 806"/>
                <a:gd name="T37" fmla="*/ 500 h 1312"/>
                <a:gd name="T38" fmla="*/ 589 w 806"/>
                <a:gd name="T39" fmla="*/ 393 h 1312"/>
                <a:gd name="T40" fmla="*/ 572 w 806"/>
                <a:gd name="T41" fmla="*/ 191 h 1312"/>
                <a:gd name="T42" fmla="*/ 561 w 806"/>
                <a:gd name="T43" fmla="*/ 33 h 1312"/>
                <a:gd name="T44" fmla="*/ 0 w 806"/>
                <a:gd name="T45" fmla="*/ 0 h 1312"/>
                <a:gd name="T46" fmla="*/ 0 w 806"/>
                <a:gd name="T47" fmla="*/ 3 h 1312"/>
                <a:gd name="T48" fmla="*/ 518 w 806"/>
                <a:gd name="T49" fmla="*/ 33 h 1312"/>
                <a:gd name="T50" fmla="*/ 528 w 806"/>
                <a:gd name="T51" fmla="*/ 191 h 1312"/>
                <a:gd name="T52" fmla="*/ 545 w 806"/>
                <a:gd name="T53" fmla="*/ 393 h 1312"/>
                <a:gd name="T54" fmla="*/ 551 w 806"/>
                <a:gd name="T55" fmla="*/ 500 h 1312"/>
                <a:gd name="T56" fmla="*/ 557 w 806"/>
                <a:gd name="T57" fmla="*/ 592 h 1312"/>
                <a:gd name="T58" fmla="*/ 591 w 806"/>
                <a:gd name="T59" fmla="*/ 752 h 1312"/>
                <a:gd name="T60" fmla="*/ 598 w 806"/>
                <a:gd name="T61" fmla="*/ 865 h 1312"/>
                <a:gd name="T62" fmla="*/ 598 w 806"/>
                <a:gd name="T63" fmla="*/ 936 h 1312"/>
                <a:gd name="T64" fmla="*/ 659 w 806"/>
                <a:gd name="T65" fmla="*/ 1027 h 1312"/>
                <a:gd name="T66" fmla="*/ 482 w 806"/>
                <a:gd name="T67" fmla="*/ 1112 h 1312"/>
                <a:gd name="T68" fmla="*/ 703 w 806"/>
                <a:gd name="T69" fmla="*/ 1027 h 1312"/>
                <a:gd name="T70" fmla="*/ 643 w 806"/>
                <a:gd name="T71" fmla="*/ 936 h 1312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806" h="1312">
                  <a:moveTo>
                    <a:pt x="290" y="642"/>
                  </a:moveTo>
                  <a:cubicBezTo>
                    <a:pt x="288" y="594"/>
                    <a:pt x="298" y="518"/>
                    <a:pt x="304" y="466"/>
                  </a:cubicBezTo>
                  <a:cubicBezTo>
                    <a:pt x="310" y="414"/>
                    <a:pt x="312" y="260"/>
                    <a:pt x="314" y="224"/>
                  </a:cubicBezTo>
                  <a:cubicBezTo>
                    <a:pt x="314" y="219"/>
                    <a:pt x="324" y="89"/>
                    <a:pt x="325" y="80"/>
                  </a:cubicBezTo>
                  <a:cubicBezTo>
                    <a:pt x="310" y="5"/>
                    <a:pt x="288" y="58"/>
                    <a:pt x="288" y="58"/>
                  </a:cubicBezTo>
                  <a:cubicBezTo>
                    <a:pt x="276" y="62"/>
                    <a:pt x="276" y="62"/>
                    <a:pt x="276" y="62"/>
                  </a:cubicBezTo>
                  <a:cubicBezTo>
                    <a:pt x="276" y="62"/>
                    <a:pt x="266" y="188"/>
                    <a:pt x="264" y="224"/>
                  </a:cubicBezTo>
                  <a:cubicBezTo>
                    <a:pt x="262" y="260"/>
                    <a:pt x="260" y="414"/>
                    <a:pt x="254" y="466"/>
                  </a:cubicBezTo>
                  <a:cubicBezTo>
                    <a:pt x="248" y="518"/>
                    <a:pt x="238" y="594"/>
                    <a:pt x="240" y="642"/>
                  </a:cubicBezTo>
                  <a:cubicBezTo>
                    <a:pt x="242" y="690"/>
                    <a:pt x="268" y="860"/>
                    <a:pt x="270" y="946"/>
                  </a:cubicBezTo>
                  <a:cubicBezTo>
                    <a:pt x="272" y="1022"/>
                    <a:pt x="270" y="1249"/>
                    <a:pt x="270" y="1301"/>
                  </a:cubicBezTo>
                  <a:cubicBezTo>
                    <a:pt x="301" y="1303"/>
                    <a:pt x="320" y="1312"/>
                    <a:pt x="320" y="1312"/>
                  </a:cubicBezTo>
                  <a:cubicBezTo>
                    <a:pt x="320" y="1312"/>
                    <a:pt x="322" y="1032"/>
                    <a:pt x="320" y="946"/>
                  </a:cubicBezTo>
                  <a:cubicBezTo>
                    <a:pt x="318" y="860"/>
                    <a:pt x="292" y="690"/>
                    <a:pt x="290" y="642"/>
                  </a:cubicBezTo>
                  <a:close/>
                  <a:moveTo>
                    <a:pt x="737" y="1077"/>
                  </a:moveTo>
                  <a:cubicBezTo>
                    <a:pt x="737" y="1077"/>
                    <a:pt x="737" y="1038"/>
                    <a:pt x="737" y="995"/>
                  </a:cubicBezTo>
                  <a:cubicBezTo>
                    <a:pt x="737" y="951"/>
                    <a:pt x="737" y="914"/>
                    <a:pt x="728" y="866"/>
                  </a:cubicBezTo>
                  <a:cubicBezTo>
                    <a:pt x="719" y="818"/>
                    <a:pt x="697" y="725"/>
                    <a:pt x="689" y="681"/>
                  </a:cubicBezTo>
                  <a:cubicBezTo>
                    <a:pt x="680" y="638"/>
                    <a:pt x="682" y="622"/>
                    <a:pt x="682" y="575"/>
                  </a:cubicBezTo>
                  <a:cubicBezTo>
                    <a:pt x="682" y="527"/>
                    <a:pt x="680" y="511"/>
                    <a:pt x="676" y="453"/>
                  </a:cubicBezTo>
                  <a:cubicBezTo>
                    <a:pt x="671" y="394"/>
                    <a:pt x="656" y="266"/>
                    <a:pt x="656" y="220"/>
                  </a:cubicBezTo>
                  <a:cubicBezTo>
                    <a:pt x="656" y="174"/>
                    <a:pt x="643" y="39"/>
                    <a:pt x="643" y="39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2"/>
                    <a:pt x="0" y="3"/>
                  </a:cubicBezTo>
                  <a:cubicBezTo>
                    <a:pt x="593" y="39"/>
                    <a:pt x="593" y="39"/>
                    <a:pt x="593" y="39"/>
                  </a:cubicBezTo>
                  <a:cubicBezTo>
                    <a:pt x="593" y="39"/>
                    <a:pt x="606" y="174"/>
                    <a:pt x="606" y="220"/>
                  </a:cubicBezTo>
                  <a:cubicBezTo>
                    <a:pt x="606" y="266"/>
                    <a:pt x="621" y="394"/>
                    <a:pt x="625" y="453"/>
                  </a:cubicBezTo>
                  <a:cubicBezTo>
                    <a:pt x="630" y="511"/>
                    <a:pt x="632" y="527"/>
                    <a:pt x="632" y="575"/>
                  </a:cubicBezTo>
                  <a:cubicBezTo>
                    <a:pt x="632" y="622"/>
                    <a:pt x="630" y="638"/>
                    <a:pt x="638" y="681"/>
                  </a:cubicBezTo>
                  <a:cubicBezTo>
                    <a:pt x="647" y="725"/>
                    <a:pt x="669" y="818"/>
                    <a:pt x="678" y="866"/>
                  </a:cubicBezTo>
                  <a:cubicBezTo>
                    <a:pt x="686" y="914"/>
                    <a:pt x="686" y="951"/>
                    <a:pt x="686" y="995"/>
                  </a:cubicBezTo>
                  <a:cubicBezTo>
                    <a:pt x="686" y="1038"/>
                    <a:pt x="686" y="1077"/>
                    <a:pt x="686" y="1077"/>
                  </a:cubicBezTo>
                  <a:cubicBezTo>
                    <a:pt x="686" y="1077"/>
                    <a:pt x="723" y="1158"/>
                    <a:pt x="756" y="1182"/>
                  </a:cubicBezTo>
                  <a:cubicBezTo>
                    <a:pt x="756" y="1182"/>
                    <a:pt x="674" y="1268"/>
                    <a:pt x="554" y="1279"/>
                  </a:cubicBezTo>
                  <a:cubicBezTo>
                    <a:pt x="700" y="1293"/>
                    <a:pt x="806" y="1182"/>
                    <a:pt x="806" y="1182"/>
                  </a:cubicBezTo>
                  <a:cubicBezTo>
                    <a:pt x="774" y="1158"/>
                    <a:pt x="737" y="1077"/>
                    <a:pt x="737" y="1077"/>
                  </a:cubicBezTo>
                  <a:close/>
                </a:path>
              </a:pathLst>
            </a:custGeom>
            <a:solidFill>
              <a:srgbClr val="EAEA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9476" name="Freeform 683">
              <a:extLst>
                <a:ext uri="{FF2B5EF4-FFF2-40B4-BE49-F238E27FC236}">
                  <a16:creationId xmlns:a16="http://schemas.microsoft.com/office/drawing/2014/main" id="{EF899AAA-18EC-420C-ABC6-D853AB8ED1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7" y="2428"/>
              <a:ext cx="774" cy="1276"/>
            </a:xfrm>
            <a:custGeom>
              <a:avLst/>
              <a:gdLst>
                <a:gd name="T0" fmla="*/ 565 w 810"/>
                <a:gd name="T1" fmla="*/ 33 h 1338"/>
                <a:gd name="T2" fmla="*/ 576 w 810"/>
                <a:gd name="T3" fmla="*/ 191 h 1338"/>
                <a:gd name="T4" fmla="*/ 593 w 810"/>
                <a:gd name="T5" fmla="*/ 393 h 1338"/>
                <a:gd name="T6" fmla="*/ 599 w 810"/>
                <a:gd name="T7" fmla="*/ 499 h 1338"/>
                <a:gd name="T8" fmla="*/ 605 w 810"/>
                <a:gd name="T9" fmla="*/ 590 h 1338"/>
                <a:gd name="T10" fmla="*/ 638 w 810"/>
                <a:gd name="T11" fmla="*/ 751 h 1338"/>
                <a:gd name="T12" fmla="*/ 647 w 810"/>
                <a:gd name="T13" fmla="*/ 863 h 1338"/>
                <a:gd name="T14" fmla="*/ 647 w 810"/>
                <a:gd name="T15" fmla="*/ 934 h 1338"/>
                <a:gd name="T16" fmla="*/ 707 w 810"/>
                <a:gd name="T17" fmla="*/ 1025 h 1338"/>
                <a:gd name="T18" fmla="*/ 414 w 810"/>
                <a:gd name="T19" fmla="*/ 1091 h 1338"/>
                <a:gd name="T20" fmla="*/ 395 w 810"/>
                <a:gd name="T21" fmla="*/ 790 h 1338"/>
                <a:gd name="T22" fmla="*/ 395 w 810"/>
                <a:gd name="T23" fmla="*/ 571 h 1338"/>
                <a:gd name="T24" fmla="*/ 389 w 810"/>
                <a:gd name="T25" fmla="*/ 495 h 1338"/>
                <a:gd name="T26" fmla="*/ 355 w 810"/>
                <a:gd name="T27" fmla="*/ 331 h 1338"/>
                <a:gd name="T28" fmla="*/ 298 w 810"/>
                <a:gd name="T29" fmla="*/ 50 h 1338"/>
                <a:gd name="T30" fmla="*/ 288 w 810"/>
                <a:gd name="T31" fmla="*/ 53 h 1338"/>
                <a:gd name="T32" fmla="*/ 277 w 810"/>
                <a:gd name="T33" fmla="*/ 195 h 1338"/>
                <a:gd name="T34" fmla="*/ 269 w 810"/>
                <a:gd name="T35" fmla="*/ 403 h 1338"/>
                <a:gd name="T36" fmla="*/ 257 w 810"/>
                <a:gd name="T37" fmla="*/ 557 h 1338"/>
                <a:gd name="T38" fmla="*/ 283 w 810"/>
                <a:gd name="T39" fmla="*/ 820 h 1338"/>
                <a:gd name="T40" fmla="*/ 283 w 810"/>
                <a:gd name="T41" fmla="*/ 1138 h 1338"/>
                <a:gd name="T42" fmla="*/ 188 w 810"/>
                <a:gd name="T43" fmla="*/ 1134 h 1338"/>
                <a:gd name="T44" fmla="*/ 11 w 810"/>
                <a:gd name="T45" fmla="*/ 1128 h 1338"/>
                <a:gd name="T46" fmla="*/ 11 w 810"/>
                <a:gd name="T47" fmla="*/ 985 h 1338"/>
                <a:gd name="T48" fmla="*/ 11 w 810"/>
                <a:gd name="T49" fmla="*/ 769 h 1338"/>
                <a:gd name="T50" fmla="*/ 29 w 810"/>
                <a:gd name="T51" fmla="*/ 529 h 1338"/>
                <a:gd name="T52" fmla="*/ 29 w 810"/>
                <a:gd name="T53" fmla="*/ 310 h 1338"/>
                <a:gd name="T54" fmla="*/ 4 w 810"/>
                <a:gd name="T55" fmla="*/ 0 h 1338"/>
                <a:gd name="T56" fmla="*/ 565 w 810"/>
                <a:gd name="T57" fmla="*/ 33 h 1338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810" h="1338">
                  <a:moveTo>
                    <a:pt x="647" y="39"/>
                  </a:moveTo>
                  <a:cubicBezTo>
                    <a:pt x="647" y="39"/>
                    <a:pt x="660" y="174"/>
                    <a:pt x="660" y="220"/>
                  </a:cubicBezTo>
                  <a:cubicBezTo>
                    <a:pt x="660" y="266"/>
                    <a:pt x="675" y="394"/>
                    <a:pt x="680" y="453"/>
                  </a:cubicBezTo>
                  <a:cubicBezTo>
                    <a:pt x="684" y="511"/>
                    <a:pt x="686" y="527"/>
                    <a:pt x="686" y="575"/>
                  </a:cubicBezTo>
                  <a:cubicBezTo>
                    <a:pt x="686" y="622"/>
                    <a:pt x="684" y="638"/>
                    <a:pt x="693" y="681"/>
                  </a:cubicBezTo>
                  <a:cubicBezTo>
                    <a:pt x="701" y="725"/>
                    <a:pt x="723" y="818"/>
                    <a:pt x="732" y="866"/>
                  </a:cubicBezTo>
                  <a:cubicBezTo>
                    <a:pt x="741" y="914"/>
                    <a:pt x="741" y="951"/>
                    <a:pt x="741" y="995"/>
                  </a:cubicBezTo>
                  <a:cubicBezTo>
                    <a:pt x="741" y="1038"/>
                    <a:pt x="741" y="1077"/>
                    <a:pt x="741" y="1077"/>
                  </a:cubicBezTo>
                  <a:cubicBezTo>
                    <a:pt x="741" y="1077"/>
                    <a:pt x="778" y="1158"/>
                    <a:pt x="810" y="1182"/>
                  </a:cubicBezTo>
                  <a:cubicBezTo>
                    <a:pt x="810" y="1182"/>
                    <a:pt x="662" y="1338"/>
                    <a:pt x="474" y="1258"/>
                  </a:cubicBezTo>
                  <a:cubicBezTo>
                    <a:pt x="474" y="1258"/>
                    <a:pt x="456" y="1040"/>
                    <a:pt x="452" y="910"/>
                  </a:cubicBezTo>
                  <a:cubicBezTo>
                    <a:pt x="448" y="780"/>
                    <a:pt x="450" y="708"/>
                    <a:pt x="452" y="658"/>
                  </a:cubicBezTo>
                  <a:cubicBezTo>
                    <a:pt x="454" y="608"/>
                    <a:pt x="450" y="632"/>
                    <a:pt x="446" y="570"/>
                  </a:cubicBezTo>
                  <a:cubicBezTo>
                    <a:pt x="442" y="508"/>
                    <a:pt x="418" y="428"/>
                    <a:pt x="406" y="382"/>
                  </a:cubicBezTo>
                  <a:cubicBezTo>
                    <a:pt x="394" y="336"/>
                    <a:pt x="342" y="58"/>
                    <a:pt x="342" y="58"/>
                  </a:cubicBezTo>
                  <a:cubicBezTo>
                    <a:pt x="330" y="62"/>
                    <a:pt x="330" y="62"/>
                    <a:pt x="330" y="62"/>
                  </a:cubicBezTo>
                  <a:cubicBezTo>
                    <a:pt x="330" y="62"/>
                    <a:pt x="320" y="188"/>
                    <a:pt x="318" y="224"/>
                  </a:cubicBezTo>
                  <a:cubicBezTo>
                    <a:pt x="316" y="260"/>
                    <a:pt x="314" y="414"/>
                    <a:pt x="308" y="466"/>
                  </a:cubicBezTo>
                  <a:cubicBezTo>
                    <a:pt x="302" y="518"/>
                    <a:pt x="292" y="594"/>
                    <a:pt x="294" y="642"/>
                  </a:cubicBezTo>
                  <a:cubicBezTo>
                    <a:pt x="296" y="690"/>
                    <a:pt x="322" y="860"/>
                    <a:pt x="324" y="946"/>
                  </a:cubicBezTo>
                  <a:cubicBezTo>
                    <a:pt x="326" y="1032"/>
                    <a:pt x="324" y="1312"/>
                    <a:pt x="324" y="1312"/>
                  </a:cubicBezTo>
                  <a:cubicBezTo>
                    <a:pt x="324" y="1312"/>
                    <a:pt x="278" y="1290"/>
                    <a:pt x="216" y="1308"/>
                  </a:cubicBezTo>
                  <a:cubicBezTo>
                    <a:pt x="154" y="1326"/>
                    <a:pt x="72" y="1334"/>
                    <a:pt x="12" y="1300"/>
                  </a:cubicBezTo>
                  <a:cubicBezTo>
                    <a:pt x="12" y="1300"/>
                    <a:pt x="8" y="1206"/>
                    <a:pt x="12" y="1136"/>
                  </a:cubicBezTo>
                  <a:cubicBezTo>
                    <a:pt x="16" y="1066"/>
                    <a:pt x="8" y="932"/>
                    <a:pt x="12" y="886"/>
                  </a:cubicBezTo>
                  <a:cubicBezTo>
                    <a:pt x="16" y="840"/>
                    <a:pt x="32" y="666"/>
                    <a:pt x="32" y="610"/>
                  </a:cubicBezTo>
                  <a:cubicBezTo>
                    <a:pt x="32" y="554"/>
                    <a:pt x="42" y="446"/>
                    <a:pt x="32" y="358"/>
                  </a:cubicBezTo>
                  <a:cubicBezTo>
                    <a:pt x="22" y="270"/>
                    <a:pt x="0" y="82"/>
                    <a:pt x="4" y="0"/>
                  </a:cubicBezTo>
                  <a:lnTo>
                    <a:pt x="647" y="39"/>
                  </a:lnTo>
                  <a:close/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9477" name="Freeform 684">
              <a:extLst>
                <a:ext uri="{FF2B5EF4-FFF2-40B4-BE49-F238E27FC236}">
                  <a16:creationId xmlns:a16="http://schemas.microsoft.com/office/drawing/2014/main" id="{C63D1EBF-1294-491B-962F-C0982BC59E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0" y="1200"/>
              <a:ext cx="905" cy="1337"/>
            </a:xfrm>
            <a:custGeom>
              <a:avLst/>
              <a:gdLst>
                <a:gd name="T0" fmla="*/ 322 w 947"/>
                <a:gd name="T1" fmla="*/ 10 h 1401"/>
                <a:gd name="T2" fmla="*/ 342 w 947"/>
                <a:gd name="T3" fmla="*/ 5 h 1401"/>
                <a:gd name="T4" fmla="*/ 377 w 947"/>
                <a:gd name="T5" fmla="*/ 44 h 1401"/>
                <a:gd name="T6" fmla="*/ 544 w 947"/>
                <a:gd name="T7" fmla="*/ 171 h 1401"/>
                <a:gd name="T8" fmla="*/ 567 w 947"/>
                <a:gd name="T9" fmla="*/ 51 h 1401"/>
                <a:gd name="T10" fmla="*/ 536 w 947"/>
                <a:gd name="T11" fmla="*/ 25 h 1401"/>
                <a:gd name="T12" fmla="*/ 560 w 947"/>
                <a:gd name="T13" fmla="*/ 29 h 1401"/>
                <a:gd name="T14" fmla="*/ 623 w 947"/>
                <a:gd name="T15" fmla="*/ 55 h 1401"/>
                <a:gd name="T16" fmla="*/ 708 w 947"/>
                <a:gd name="T17" fmla="*/ 102 h 1401"/>
                <a:gd name="T18" fmla="*/ 765 w 947"/>
                <a:gd name="T19" fmla="*/ 180 h 1401"/>
                <a:gd name="T20" fmla="*/ 785 w 947"/>
                <a:gd name="T21" fmla="*/ 261 h 1401"/>
                <a:gd name="T22" fmla="*/ 795 w 947"/>
                <a:gd name="T23" fmla="*/ 324 h 1401"/>
                <a:gd name="T24" fmla="*/ 808 w 947"/>
                <a:gd name="T25" fmla="*/ 474 h 1401"/>
                <a:gd name="T26" fmla="*/ 827 w 947"/>
                <a:gd name="T27" fmla="*/ 591 h 1401"/>
                <a:gd name="T28" fmla="*/ 722 w 947"/>
                <a:gd name="T29" fmla="*/ 602 h 1401"/>
                <a:gd name="T30" fmla="*/ 724 w 947"/>
                <a:gd name="T31" fmla="*/ 799 h 1401"/>
                <a:gd name="T32" fmla="*/ 719 w 947"/>
                <a:gd name="T33" fmla="*/ 1035 h 1401"/>
                <a:gd name="T34" fmla="*/ 714 w 947"/>
                <a:gd name="T35" fmla="*/ 1170 h 1401"/>
                <a:gd name="T36" fmla="*/ 442 w 947"/>
                <a:gd name="T37" fmla="*/ 1204 h 1401"/>
                <a:gd name="T38" fmla="*/ 131 w 947"/>
                <a:gd name="T39" fmla="*/ 1155 h 1401"/>
                <a:gd name="T40" fmla="*/ 126 w 947"/>
                <a:gd name="T41" fmla="*/ 1115 h 1401"/>
                <a:gd name="T42" fmla="*/ 72 w 947"/>
                <a:gd name="T43" fmla="*/ 911 h 1401"/>
                <a:gd name="T44" fmla="*/ 119 w 947"/>
                <a:gd name="T45" fmla="*/ 677 h 1401"/>
                <a:gd name="T46" fmla="*/ 55 w 947"/>
                <a:gd name="T47" fmla="*/ 553 h 1401"/>
                <a:gd name="T48" fmla="*/ 11 w 947"/>
                <a:gd name="T49" fmla="*/ 502 h 1401"/>
                <a:gd name="T50" fmla="*/ 43 w 947"/>
                <a:gd name="T51" fmla="*/ 376 h 1401"/>
                <a:gd name="T52" fmla="*/ 75 w 947"/>
                <a:gd name="T53" fmla="*/ 226 h 1401"/>
                <a:gd name="T54" fmla="*/ 100 w 947"/>
                <a:gd name="T55" fmla="*/ 143 h 1401"/>
                <a:gd name="T56" fmla="*/ 129 w 947"/>
                <a:gd name="T57" fmla="*/ 96 h 1401"/>
                <a:gd name="T58" fmla="*/ 173 w 947"/>
                <a:gd name="T59" fmla="*/ 48 h 1401"/>
                <a:gd name="T60" fmla="*/ 248 w 947"/>
                <a:gd name="T61" fmla="*/ 29 h 1401"/>
                <a:gd name="T62" fmla="*/ 322 w 947"/>
                <a:gd name="T63" fmla="*/ 10 h 1401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947" h="1401">
                  <a:moveTo>
                    <a:pt x="369" y="10"/>
                  </a:moveTo>
                  <a:cubicBezTo>
                    <a:pt x="369" y="10"/>
                    <a:pt x="385" y="0"/>
                    <a:pt x="392" y="5"/>
                  </a:cubicBezTo>
                  <a:cubicBezTo>
                    <a:pt x="398" y="10"/>
                    <a:pt x="416" y="31"/>
                    <a:pt x="431" y="50"/>
                  </a:cubicBezTo>
                  <a:cubicBezTo>
                    <a:pt x="446" y="70"/>
                    <a:pt x="541" y="161"/>
                    <a:pt x="623" y="197"/>
                  </a:cubicBezTo>
                  <a:cubicBezTo>
                    <a:pt x="623" y="197"/>
                    <a:pt x="649" y="94"/>
                    <a:pt x="650" y="59"/>
                  </a:cubicBezTo>
                  <a:cubicBezTo>
                    <a:pt x="650" y="59"/>
                    <a:pt x="628" y="52"/>
                    <a:pt x="614" y="28"/>
                  </a:cubicBezTo>
                  <a:cubicBezTo>
                    <a:pt x="614" y="28"/>
                    <a:pt x="620" y="23"/>
                    <a:pt x="641" y="32"/>
                  </a:cubicBezTo>
                  <a:cubicBezTo>
                    <a:pt x="661" y="42"/>
                    <a:pt x="693" y="56"/>
                    <a:pt x="714" y="64"/>
                  </a:cubicBezTo>
                  <a:cubicBezTo>
                    <a:pt x="735" y="72"/>
                    <a:pt x="790" y="102"/>
                    <a:pt x="811" y="117"/>
                  </a:cubicBezTo>
                  <a:cubicBezTo>
                    <a:pt x="832" y="132"/>
                    <a:pt x="872" y="173"/>
                    <a:pt x="877" y="207"/>
                  </a:cubicBezTo>
                  <a:cubicBezTo>
                    <a:pt x="882" y="241"/>
                    <a:pt x="897" y="277"/>
                    <a:pt x="899" y="301"/>
                  </a:cubicBezTo>
                  <a:cubicBezTo>
                    <a:pt x="901" y="325"/>
                    <a:pt x="908" y="340"/>
                    <a:pt x="911" y="373"/>
                  </a:cubicBezTo>
                  <a:cubicBezTo>
                    <a:pt x="914" y="406"/>
                    <a:pt x="919" y="504"/>
                    <a:pt x="925" y="546"/>
                  </a:cubicBezTo>
                  <a:cubicBezTo>
                    <a:pt x="931" y="588"/>
                    <a:pt x="947" y="680"/>
                    <a:pt x="947" y="680"/>
                  </a:cubicBezTo>
                  <a:cubicBezTo>
                    <a:pt x="947" y="680"/>
                    <a:pt x="906" y="712"/>
                    <a:pt x="827" y="693"/>
                  </a:cubicBezTo>
                  <a:cubicBezTo>
                    <a:pt x="827" y="693"/>
                    <a:pt x="833" y="841"/>
                    <a:pt x="830" y="919"/>
                  </a:cubicBezTo>
                  <a:cubicBezTo>
                    <a:pt x="827" y="997"/>
                    <a:pt x="825" y="1150"/>
                    <a:pt x="824" y="1191"/>
                  </a:cubicBezTo>
                  <a:cubicBezTo>
                    <a:pt x="823" y="1232"/>
                    <a:pt x="818" y="1347"/>
                    <a:pt x="818" y="1347"/>
                  </a:cubicBezTo>
                  <a:cubicBezTo>
                    <a:pt x="818" y="1347"/>
                    <a:pt x="732" y="1401"/>
                    <a:pt x="506" y="1385"/>
                  </a:cubicBezTo>
                  <a:cubicBezTo>
                    <a:pt x="280" y="1369"/>
                    <a:pt x="206" y="1363"/>
                    <a:pt x="150" y="1329"/>
                  </a:cubicBezTo>
                  <a:cubicBezTo>
                    <a:pt x="144" y="1283"/>
                    <a:pt x="144" y="1283"/>
                    <a:pt x="144" y="1283"/>
                  </a:cubicBezTo>
                  <a:cubicBezTo>
                    <a:pt x="144" y="1283"/>
                    <a:pt x="76" y="1129"/>
                    <a:pt x="82" y="1049"/>
                  </a:cubicBezTo>
                  <a:cubicBezTo>
                    <a:pt x="88" y="969"/>
                    <a:pt x="128" y="817"/>
                    <a:pt x="136" y="779"/>
                  </a:cubicBezTo>
                  <a:cubicBezTo>
                    <a:pt x="144" y="741"/>
                    <a:pt x="64" y="636"/>
                    <a:pt x="64" y="636"/>
                  </a:cubicBezTo>
                  <a:cubicBezTo>
                    <a:pt x="64" y="636"/>
                    <a:pt x="0" y="618"/>
                    <a:pt x="11" y="577"/>
                  </a:cubicBezTo>
                  <a:cubicBezTo>
                    <a:pt x="23" y="536"/>
                    <a:pt x="45" y="454"/>
                    <a:pt x="49" y="433"/>
                  </a:cubicBezTo>
                  <a:cubicBezTo>
                    <a:pt x="53" y="412"/>
                    <a:pt x="83" y="283"/>
                    <a:pt x="87" y="260"/>
                  </a:cubicBezTo>
                  <a:cubicBezTo>
                    <a:pt x="91" y="237"/>
                    <a:pt x="115" y="170"/>
                    <a:pt x="115" y="164"/>
                  </a:cubicBezTo>
                  <a:cubicBezTo>
                    <a:pt x="116" y="157"/>
                    <a:pt x="134" y="132"/>
                    <a:pt x="148" y="111"/>
                  </a:cubicBezTo>
                  <a:cubicBezTo>
                    <a:pt x="161" y="90"/>
                    <a:pt x="185" y="56"/>
                    <a:pt x="198" y="55"/>
                  </a:cubicBezTo>
                  <a:cubicBezTo>
                    <a:pt x="211" y="53"/>
                    <a:pt x="267" y="35"/>
                    <a:pt x="284" y="32"/>
                  </a:cubicBezTo>
                  <a:cubicBezTo>
                    <a:pt x="301" y="28"/>
                    <a:pt x="359" y="16"/>
                    <a:pt x="369" y="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9478" name="Freeform 685">
              <a:extLst>
                <a:ext uri="{FF2B5EF4-FFF2-40B4-BE49-F238E27FC236}">
                  <a16:creationId xmlns:a16="http://schemas.microsoft.com/office/drawing/2014/main" id="{9353B4F8-9C8D-406D-AFCC-AD5C7032B8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0" y="1200"/>
              <a:ext cx="905" cy="1337"/>
            </a:xfrm>
            <a:custGeom>
              <a:avLst/>
              <a:gdLst>
                <a:gd name="T0" fmla="*/ 322 w 947"/>
                <a:gd name="T1" fmla="*/ 10 h 1401"/>
                <a:gd name="T2" fmla="*/ 342 w 947"/>
                <a:gd name="T3" fmla="*/ 5 h 1401"/>
                <a:gd name="T4" fmla="*/ 377 w 947"/>
                <a:gd name="T5" fmla="*/ 44 h 1401"/>
                <a:gd name="T6" fmla="*/ 544 w 947"/>
                <a:gd name="T7" fmla="*/ 171 h 1401"/>
                <a:gd name="T8" fmla="*/ 567 w 947"/>
                <a:gd name="T9" fmla="*/ 51 h 1401"/>
                <a:gd name="T10" fmla="*/ 536 w 947"/>
                <a:gd name="T11" fmla="*/ 25 h 1401"/>
                <a:gd name="T12" fmla="*/ 560 w 947"/>
                <a:gd name="T13" fmla="*/ 29 h 1401"/>
                <a:gd name="T14" fmla="*/ 623 w 947"/>
                <a:gd name="T15" fmla="*/ 55 h 1401"/>
                <a:gd name="T16" fmla="*/ 708 w 947"/>
                <a:gd name="T17" fmla="*/ 102 h 1401"/>
                <a:gd name="T18" fmla="*/ 765 w 947"/>
                <a:gd name="T19" fmla="*/ 180 h 1401"/>
                <a:gd name="T20" fmla="*/ 785 w 947"/>
                <a:gd name="T21" fmla="*/ 261 h 1401"/>
                <a:gd name="T22" fmla="*/ 795 w 947"/>
                <a:gd name="T23" fmla="*/ 324 h 1401"/>
                <a:gd name="T24" fmla="*/ 808 w 947"/>
                <a:gd name="T25" fmla="*/ 474 h 1401"/>
                <a:gd name="T26" fmla="*/ 827 w 947"/>
                <a:gd name="T27" fmla="*/ 591 h 1401"/>
                <a:gd name="T28" fmla="*/ 722 w 947"/>
                <a:gd name="T29" fmla="*/ 602 h 1401"/>
                <a:gd name="T30" fmla="*/ 724 w 947"/>
                <a:gd name="T31" fmla="*/ 799 h 1401"/>
                <a:gd name="T32" fmla="*/ 719 w 947"/>
                <a:gd name="T33" fmla="*/ 1035 h 1401"/>
                <a:gd name="T34" fmla="*/ 714 w 947"/>
                <a:gd name="T35" fmla="*/ 1170 h 1401"/>
                <a:gd name="T36" fmla="*/ 442 w 947"/>
                <a:gd name="T37" fmla="*/ 1204 h 1401"/>
                <a:gd name="T38" fmla="*/ 131 w 947"/>
                <a:gd name="T39" fmla="*/ 1155 h 1401"/>
                <a:gd name="T40" fmla="*/ 126 w 947"/>
                <a:gd name="T41" fmla="*/ 1115 h 1401"/>
                <a:gd name="T42" fmla="*/ 72 w 947"/>
                <a:gd name="T43" fmla="*/ 911 h 1401"/>
                <a:gd name="T44" fmla="*/ 119 w 947"/>
                <a:gd name="T45" fmla="*/ 677 h 1401"/>
                <a:gd name="T46" fmla="*/ 55 w 947"/>
                <a:gd name="T47" fmla="*/ 553 h 1401"/>
                <a:gd name="T48" fmla="*/ 11 w 947"/>
                <a:gd name="T49" fmla="*/ 502 h 1401"/>
                <a:gd name="T50" fmla="*/ 43 w 947"/>
                <a:gd name="T51" fmla="*/ 376 h 1401"/>
                <a:gd name="T52" fmla="*/ 75 w 947"/>
                <a:gd name="T53" fmla="*/ 226 h 1401"/>
                <a:gd name="T54" fmla="*/ 100 w 947"/>
                <a:gd name="T55" fmla="*/ 143 h 1401"/>
                <a:gd name="T56" fmla="*/ 129 w 947"/>
                <a:gd name="T57" fmla="*/ 96 h 1401"/>
                <a:gd name="T58" fmla="*/ 173 w 947"/>
                <a:gd name="T59" fmla="*/ 48 h 1401"/>
                <a:gd name="T60" fmla="*/ 248 w 947"/>
                <a:gd name="T61" fmla="*/ 29 h 1401"/>
                <a:gd name="T62" fmla="*/ 322 w 947"/>
                <a:gd name="T63" fmla="*/ 10 h 1401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947" h="1401">
                  <a:moveTo>
                    <a:pt x="369" y="10"/>
                  </a:moveTo>
                  <a:cubicBezTo>
                    <a:pt x="369" y="10"/>
                    <a:pt x="385" y="0"/>
                    <a:pt x="392" y="5"/>
                  </a:cubicBezTo>
                  <a:cubicBezTo>
                    <a:pt x="398" y="10"/>
                    <a:pt x="416" y="31"/>
                    <a:pt x="431" y="50"/>
                  </a:cubicBezTo>
                  <a:cubicBezTo>
                    <a:pt x="446" y="70"/>
                    <a:pt x="541" y="161"/>
                    <a:pt x="623" y="197"/>
                  </a:cubicBezTo>
                  <a:cubicBezTo>
                    <a:pt x="623" y="197"/>
                    <a:pt x="649" y="94"/>
                    <a:pt x="650" y="59"/>
                  </a:cubicBezTo>
                  <a:cubicBezTo>
                    <a:pt x="650" y="59"/>
                    <a:pt x="628" y="52"/>
                    <a:pt x="614" y="28"/>
                  </a:cubicBezTo>
                  <a:cubicBezTo>
                    <a:pt x="614" y="28"/>
                    <a:pt x="620" y="23"/>
                    <a:pt x="641" y="32"/>
                  </a:cubicBezTo>
                  <a:cubicBezTo>
                    <a:pt x="661" y="42"/>
                    <a:pt x="693" y="56"/>
                    <a:pt x="714" y="64"/>
                  </a:cubicBezTo>
                  <a:cubicBezTo>
                    <a:pt x="735" y="72"/>
                    <a:pt x="790" y="102"/>
                    <a:pt x="811" y="117"/>
                  </a:cubicBezTo>
                  <a:cubicBezTo>
                    <a:pt x="832" y="132"/>
                    <a:pt x="872" y="173"/>
                    <a:pt x="877" y="207"/>
                  </a:cubicBezTo>
                  <a:cubicBezTo>
                    <a:pt x="882" y="241"/>
                    <a:pt x="897" y="277"/>
                    <a:pt x="899" y="301"/>
                  </a:cubicBezTo>
                  <a:cubicBezTo>
                    <a:pt x="901" y="325"/>
                    <a:pt x="908" y="340"/>
                    <a:pt x="911" y="373"/>
                  </a:cubicBezTo>
                  <a:cubicBezTo>
                    <a:pt x="914" y="406"/>
                    <a:pt x="919" y="504"/>
                    <a:pt x="925" y="546"/>
                  </a:cubicBezTo>
                  <a:cubicBezTo>
                    <a:pt x="931" y="588"/>
                    <a:pt x="947" y="680"/>
                    <a:pt x="947" y="680"/>
                  </a:cubicBezTo>
                  <a:cubicBezTo>
                    <a:pt x="947" y="680"/>
                    <a:pt x="906" y="712"/>
                    <a:pt x="827" y="693"/>
                  </a:cubicBezTo>
                  <a:cubicBezTo>
                    <a:pt x="827" y="693"/>
                    <a:pt x="833" y="841"/>
                    <a:pt x="830" y="919"/>
                  </a:cubicBezTo>
                  <a:cubicBezTo>
                    <a:pt x="827" y="997"/>
                    <a:pt x="825" y="1150"/>
                    <a:pt x="824" y="1191"/>
                  </a:cubicBezTo>
                  <a:cubicBezTo>
                    <a:pt x="823" y="1232"/>
                    <a:pt x="818" y="1347"/>
                    <a:pt x="818" y="1347"/>
                  </a:cubicBezTo>
                  <a:cubicBezTo>
                    <a:pt x="818" y="1347"/>
                    <a:pt x="732" y="1401"/>
                    <a:pt x="506" y="1385"/>
                  </a:cubicBezTo>
                  <a:cubicBezTo>
                    <a:pt x="280" y="1369"/>
                    <a:pt x="206" y="1363"/>
                    <a:pt x="150" y="1329"/>
                  </a:cubicBezTo>
                  <a:cubicBezTo>
                    <a:pt x="144" y="1283"/>
                    <a:pt x="144" y="1283"/>
                    <a:pt x="144" y="1283"/>
                  </a:cubicBezTo>
                  <a:cubicBezTo>
                    <a:pt x="144" y="1283"/>
                    <a:pt x="76" y="1129"/>
                    <a:pt x="82" y="1049"/>
                  </a:cubicBezTo>
                  <a:cubicBezTo>
                    <a:pt x="88" y="969"/>
                    <a:pt x="128" y="817"/>
                    <a:pt x="136" y="779"/>
                  </a:cubicBezTo>
                  <a:cubicBezTo>
                    <a:pt x="144" y="741"/>
                    <a:pt x="64" y="636"/>
                    <a:pt x="64" y="636"/>
                  </a:cubicBezTo>
                  <a:cubicBezTo>
                    <a:pt x="64" y="636"/>
                    <a:pt x="0" y="618"/>
                    <a:pt x="11" y="577"/>
                  </a:cubicBezTo>
                  <a:cubicBezTo>
                    <a:pt x="23" y="536"/>
                    <a:pt x="45" y="454"/>
                    <a:pt x="49" y="433"/>
                  </a:cubicBezTo>
                  <a:cubicBezTo>
                    <a:pt x="53" y="412"/>
                    <a:pt x="83" y="283"/>
                    <a:pt x="87" y="260"/>
                  </a:cubicBezTo>
                  <a:cubicBezTo>
                    <a:pt x="91" y="237"/>
                    <a:pt x="115" y="170"/>
                    <a:pt x="115" y="164"/>
                  </a:cubicBezTo>
                  <a:cubicBezTo>
                    <a:pt x="116" y="157"/>
                    <a:pt x="134" y="132"/>
                    <a:pt x="148" y="111"/>
                  </a:cubicBezTo>
                  <a:cubicBezTo>
                    <a:pt x="161" y="90"/>
                    <a:pt x="185" y="56"/>
                    <a:pt x="198" y="55"/>
                  </a:cubicBezTo>
                  <a:cubicBezTo>
                    <a:pt x="211" y="53"/>
                    <a:pt x="267" y="35"/>
                    <a:pt x="284" y="32"/>
                  </a:cubicBezTo>
                  <a:cubicBezTo>
                    <a:pt x="301" y="28"/>
                    <a:pt x="359" y="16"/>
                    <a:pt x="369" y="10"/>
                  </a:cubicBezTo>
                  <a:close/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9479" name="Freeform 686">
              <a:extLst>
                <a:ext uri="{FF2B5EF4-FFF2-40B4-BE49-F238E27FC236}">
                  <a16:creationId xmlns:a16="http://schemas.microsoft.com/office/drawing/2014/main" id="{8CFF4B54-E2B6-48C4-BF7E-AABCDF8679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3" y="2982"/>
              <a:ext cx="43" cy="458"/>
            </a:xfrm>
            <a:custGeom>
              <a:avLst/>
              <a:gdLst>
                <a:gd name="T0" fmla="*/ 1 w 45"/>
                <a:gd name="T1" fmla="*/ 0 h 480"/>
                <a:gd name="T2" fmla="*/ 7 w 45"/>
                <a:gd name="T3" fmla="*/ 86 h 480"/>
                <a:gd name="T4" fmla="*/ 23 w 45"/>
                <a:gd name="T5" fmla="*/ 190 h 480"/>
                <a:gd name="T6" fmla="*/ 34 w 45"/>
                <a:gd name="T7" fmla="*/ 313 h 480"/>
                <a:gd name="T8" fmla="*/ 39 w 45"/>
                <a:gd name="T9" fmla="*/ 417 h 4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480">
                  <a:moveTo>
                    <a:pt x="1" y="0"/>
                  </a:moveTo>
                  <a:cubicBezTo>
                    <a:pt x="2" y="34"/>
                    <a:pt x="0" y="65"/>
                    <a:pt x="7" y="99"/>
                  </a:cubicBezTo>
                  <a:cubicBezTo>
                    <a:pt x="14" y="139"/>
                    <a:pt x="18" y="179"/>
                    <a:pt x="26" y="219"/>
                  </a:cubicBezTo>
                  <a:cubicBezTo>
                    <a:pt x="35" y="266"/>
                    <a:pt x="36" y="314"/>
                    <a:pt x="40" y="361"/>
                  </a:cubicBezTo>
                  <a:cubicBezTo>
                    <a:pt x="43" y="399"/>
                    <a:pt x="37" y="443"/>
                    <a:pt x="45" y="480"/>
                  </a:cubicBezTo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9480" name="Freeform 687">
              <a:extLst>
                <a:ext uri="{FF2B5EF4-FFF2-40B4-BE49-F238E27FC236}">
                  <a16:creationId xmlns:a16="http://schemas.microsoft.com/office/drawing/2014/main" id="{DDCCD98A-3247-4C8C-849A-F7386FC3664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6" y="3008"/>
              <a:ext cx="79" cy="258"/>
            </a:xfrm>
            <a:custGeom>
              <a:avLst/>
              <a:gdLst>
                <a:gd name="T0" fmla="*/ 71 w 83"/>
                <a:gd name="T1" fmla="*/ 0 h 270"/>
                <a:gd name="T2" fmla="*/ 0 w 83"/>
                <a:gd name="T3" fmla="*/ 236 h 27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3" h="270">
                  <a:moveTo>
                    <a:pt x="83" y="0"/>
                  </a:moveTo>
                  <a:cubicBezTo>
                    <a:pt x="72" y="92"/>
                    <a:pt x="21" y="179"/>
                    <a:pt x="0" y="270"/>
                  </a:cubicBezTo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9481" name="Freeform 688">
              <a:extLst>
                <a:ext uri="{FF2B5EF4-FFF2-40B4-BE49-F238E27FC236}">
                  <a16:creationId xmlns:a16="http://schemas.microsoft.com/office/drawing/2014/main" id="{54FA699F-56FE-404B-BC42-84786FDDB9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4" y="2723"/>
              <a:ext cx="126" cy="365"/>
            </a:xfrm>
            <a:custGeom>
              <a:avLst/>
              <a:gdLst>
                <a:gd name="T0" fmla="*/ 0 w 132"/>
                <a:gd name="T1" fmla="*/ 0 h 383"/>
                <a:gd name="T2" fmla="*/ 39 w 132"/>
                <a:gd name="T3" fmla="*/ 120 h 383"/>
                <a:gd name="T4" fmla="*/ 71 w 132"/>
                <a:gd name="T5" fmla="*/ 227 h 383"/>
                <a:gd name="T6" fmla="*/ 115 w 132"/>
                <a:gd name="T7" fmla="*/ 330 h 383"/>
                <a:gd name="T8" fmla="*/ 113 w 132"/>
                <a:gd name="T9" fmla="*/ 328 h 38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2" h="383">
                  <a:moveTo>
                    <a:pt x="0" y="0"/>
                  </a:moveTo>
                  <a:cubicBezTo>
                    <a:pt x="13" y="46"/>
                    <a:pt x="31" y="92"/>
                    <a:pt x="45" y="139"/>
                  </a:cubicBezTo>
                  <a:cubicBezTo>
                    <a:pt x="57" y="180"/>
                    <a:pt x="66" y="222"/>
                    <a:pt x="81" y="262"/>
                  </a:cubicBezTo>
                  <a:cubicBezTo>
                    <a:pt x="95" y="303"/>
                    <a:pt x="116" y="341"/>
                    <a:pt x="132" y="381"/>
                  </a:cubicBezTo>
                  <a:cubicBezTo>
                    <a:pt x="132" y="383"/>
                    <a:pt x="131" y="380"/>
                    <a:pt x="130" y="379"/>
                  </a:cubicBezTo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9482" name="Freeform 689">
              <a:extLst>
                <a:ext uri="{FF2B5EF4-FFF2-40B4-BE49-F238E27FC236}">
                  <a16:creationId xmlns:a16="http://schemas.microsoft.com/office/drawing/2014/main" id="{E39FCD9F-504A-4958-99DC-81F3E0B4B4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4" y="3444"/>
              <a:ext cx="9" cy="104"/>
            </a:xfrm>
            <a:custGeom>
              <a:avLst/>
              <a:gdLst>
                <a:gd name="T0" fmla="*/ 1 w 9"/>
                <a:gd name="T1" fmla="*/ 0 h 109"/>
                <a:gd name="T2" fmla="*/ 0 w 9"/>
                <a:gd name="T3" fmla="*/ 43 h 109"/>
                <a:gd name="T4" fmla="*/ 4 w 9"/>
                <a:gd name="T5" fmla="*/ 76 h 109"/>
                <a:gd name="T6" fmla="*/ 8 w 9"/>
                <a:gd name="T7" fmla="*/ 94 h 10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09">
                  <a:moveTo>
                    <a:pt x="1" y="0"/>
                  </a:moveTo>
                  <a:cubicBezTo>
                    <a:pt x="1" y="16"/>
                    <a:pt x="0" y="32"/>
                    <a:pt x="0" y="49"/>
                  </a:cubicBezTo>
                  <a:cubicBezTo>
                    <a:pt x="1" y="62"/>
                    <a:pt x="1" y="75"/>
                    <a:pt x="4" y="88"/>
                  </a:cubicBezTo>
                  <a:cubicBezTo>
                    <a:pt x="4" y="92"/>
                    <a:pt x="9" y="107"/>
                    <a:pt x="8" y="109"/>
                  </a:cubicBezTo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9483" name="Freeform 690">
              <a:extLst>
                <a:ext uri="{FF2B5EF4-FFF2-40B4-BE49-F238E27FC236}">
                  <a16:creationId xmlns:a16="http://schemas.microsoft.com/office/drawing/2014/main" id="{31D06F17-FD00-475D-9C0C-CEB453B7D7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0" y="1944"/>
              <a:ext cx="543" cy="460"/>
            </a:xfrm>
            <a:custGeom>
              <a:avLst/>
              <a:gdLst>
                <a:gd name="T0" fmla="*/ 109 w 568"/>
                <a:gd name="T1" fmla="*/ 17 h 482"/>
                <a:gd name="T2" fmla="*/ 346 w 568"/>
                <a:gd name="T3" fmla="*/ 13 h 482"/>
                <a:gd name="T4" fmla="*/ 446 w 568"/>
                <a:gd name="T5" fmla="*/ 9 h 482"/>
                <a:gd name="T6" fmla="*/ 488 w 568"/>
                <a:gd name="T7" fmla="*/ 2 h 482"/>
                <a:gd name="T8" fmla="*/ 480 w 568"/>
                <a:gd name="T9" fmla="*/ 57 h 482"/>
                <a:gd name="T10" fmla="*/ 451 w 568"/>
                <a:gd name="T11" fmla="*/ 136 h 482"/>
                <a:gd name="T12" fmla="*/ 427 w 568"/>
                <a:gd name="T13" fmla="*/ 186 h 482"/>
                <a:gd name="T14" fmla="*/ 406 w 568"/>
                <a:gd name="T15" fmla="*/ 262 h 482"/>
                <a:gd name="T16" fmla="*/ 375 w 568"/>
                <a:gd name="T17" fmla="*/ 334 h 482"/>
                <a:gd name="T18" fmla="*/ 351 w 568"/>
                <a:gd name="T19" fmla="*/ 392 h 482"/>
                <a:gd name="T20" fmla="*/ 302 w 568"/>
                <a:gd name="T21" fmla="*/ 418 h 482"/>
                <a:gd name="T22" fmla="*/ 32 w 568"/>
                <a:gd name="T23" fmla="*/ 408 h 482"/>
                <a:gd name="T24" fmla="*/ 10 w 568"/>
                <a:gd name="T25" fmla="*/ 349 h 482"/>
                <a:gd name="T26" fmla="*/ 57 w 568"/>
                <a:gd name="T27" fmla="*/ 164 h 482"/>
                <a:gd name="T28" fmla="*/ 109 w 568"/>
                <a:gd name="T29" fmla="*/ 17 h 482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568" h="482">
                  <a:moveTo>
                    <a:pt x="124" y="20"/>
                  </a:moveTo>
                  <a:cubicBezTo>
                    <a:pt x="124" y="20"/>
                    <a:pt x="340" y="13"/>
                    <a:pt x="396" y="16"/>
                  </a:cubicBezTo>
                  <a:cubicBezTo>
                    <a:pt x="452" y="18"/>
                    <a:pt x="486" y="13"/>
                    <a:pt x="510" y="9"/>
                  </a:cubicBezTo>
                  <a:cubicBezTo>
                    <a:pt x="534" y="5"/>
                    <a:pt x="549" y="0"/>
                    <a:pt x="558" y="2"/>
                  </a:cubicBezTo>
                  <a:cubicBezTo>
                    <a:pt x="568" y="5"/>
                    <a:pt x="557" y="44"/>
                    <a:pt x="549" y="66"/>
                  </a:cubicBezTo>
                  <a:cubicBezTo>
                    <a:pt x="541" y="89"/>
                    <a:pt x="526" y="129"/>
                    <a:pt x="517" y="156"/>
                  </a:cubicBezTo>
                  <a:cubicBezTo>
                    <a:pt x="508" y="182"/>
                    <a:pt x="497" y="185"/>
                    <a:pt x="490" y="214"/>
                  </a:cubicBezTo>
                  <a:cubicBezTo>
                    <a:pt x="484" y="244"/>
                    <a:pt x="478" y="273"/>
                    <a:pt x="466" y="302"/>
                  </a:cubicBezTo>
                  <a:cubicBezTo>
                    <a:pt x="454" y="332"/>
                    <a:pt x="438" y="354"/>
                    <a:pt x="429" y="385"/>
                  </a:cubicBezTo>
                  <a:cubicBezTo>
                    <a:pt x="420" y="416"/>
                    <a:pt x="406" y="442"/>
                    <a:pt x="402" y="452"/>
                  </a:cubicBezTo>
                  <a:cubicBezTo>
                    <a:pt x="398" y="461"/>
                    <a:pt x="386" y="482"/>
                    <a:pt x="346" y="481"/>
                  </a:cubicBezTo>
                  <a:cubicBezTo>
                    <a:pt x="306" y="480"/>
                    <a:pt x="36" y="468"/>
                    <a:pt x="36" y="468"/>
                  </a:cubicBezTo>
                  <a:cubicBezTo>
                    <a:pt x="36" y="468"/>
                    <a:pt x="0" y="476"/>
                    <a:pt x="10" y="402"/>
                  </a:cubicBezTo>
                  <a:cubicBezTo>
                    <a:pt x="21" y="329"/>
                    <a:pt x="58" y="216"/>
                    <a:pt x="66" y="189"/>
                  </a:cubicBezTo>
                  <a:cubicBezTo>
                    <a:pt x="74" y="162"/>
                    <a:pt x="105" y="38"/>
                    <a:pt x="124" y="20"/>
                  </a:cubicBezTo>
                  <a:close/>
                </a:path>
              </a:pathLst>
            </a:custGeom>
            <a:solidFill>
              <a:srgbClr val="0D61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9484" name="Freeform 691">
              <a:extLst>
                <a:ext uri="{FF2B5EF4-FFF2-40B4-BE49-F238E27FC236}">
                  <a16:creationId xmlns:a16="http://schemas.microsoft.com/office/drawing/2014/main" id="{60C98C62-57CA-4F0A-BE02-67C836A088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0" y="1958"/>
              <a:ext cx="360" cy="445"/>
            </a:xfrm>
            <a:custGeom>
              <a:avLst/>
              <a:gdLst>
                <a:gd name="T0" fmla="*/ 98 w 376"/>
                <a:gd name="T1" fmla="*/ 152 h 467"/>
                <a:gd name="T2" fmla="*/ 148 w 376"/>
                <a:gd name="T3" fmla="*/ 6 h 467"/>
                <a:gd name="T4" fmla="*/ 330 w 376"/>
                <a:gd name="T5" fmla="*/ 1 h 467"/>
                <a:gd name="T6" fmla="*/ 109 w 376"/>
                <a:gd name="T7" fmla="*/ 6 h 467"/>
                <a:gd name="T8" fmla="*/ 57 w 376"/>
                <a:gd name="T9" fmla="*/ 152 h 467"/>
                <a:gd name="T10" fmla="*/ 10 w 376"/>
                <a:gd name="T11" fmla="*/ 336 h 467"/>
                <a:gd name="T12" fmla="*/ 32 w 376"/>
                <a:gd name="T13" fmla="*/ 394 h 467"/>
                <a:gd name="T14" fmla="*/ 304 w 376"/>
                <a:gd name="T15" fmla="*/ 404 h 467"/>
                <a:gd name="T16" fmla="*/ 320 w 376"/>
                <a:gd name="T17" fmla="*/ 403 h 467"/>
                <a:gd name="T18" fmla="*/ 72 w 376"/>
                <a:gd name="T19" fmla="*/ 394 h 467"/>
                <a:gd name="T20" fmla="*/ 50 w 376"/>
                <a:gd name="T21" fmla="*/ 336 h 467"/>
                <a:gd name="T22" fmla="*/ 98 w 376"/>
                <a:gd name="T23" fmla="*/ 152 h 46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76" h="467">
                  <a:moveTo>
                    <a:pt x="112" y="175"/>
                  </a:moveTo>
                  <a:cubicBezTo>
                    <a:pt x="120" y="148"/>
                    <a:pt x="150" y="24"/>
                    <a:pt x="169" y="6"/>
                  </a:cubicBezTo>
                  <a:cubicBezTo>
                    <a:pt x="169" y="6"/>
                    <a:pt x="292" y="2"/>
                    <a:pt x="376" y="1"/>
                  </a:cubicBezTo>
                  <a:cubicBezTo>
                    <a:pt x="302" y="0"/>
                    <a:pt x="124" y="6"/>
                    <a:pt x="124" y="6"/>
                  </a:cubicBezTo>
                  <a:cubicBezTo>
                    <a:pt x="105" y="24"/>
                    <a:pt x="74" y="148"/>
                    <a:pt x="66" y="175"/>
                  </a:cubicBezTo>
                  <a:cubicBezTo>
                    <a:pt x="58" y="202"/>
                    <a:pt x="21" y="315"/>
                    <a:pt x="10" y="388"/>
                  </a:cubicBezTo>
                  <a:cubicBezTo>
                    <a:pt x="0" y="462"/>
                    <a:pt x="36" y="454"/>
                    <a:pt x="36" y="454"/>
                  </a:cubicBezTo>
                  <a:cubicBezTo>
                    <a:pt x="36" y="454"/>
                    <a:pt x="306" y="466"/>
                    <a:pt x="346" y="467"/>
                  </a:cubicBezTo>
                  <a:cubicBezTo>
                    <a:pt x="353" y="467"/>
                    <a:pt x="359" y="467"/>
                    <a:pt x="364" y="466"/>
                  </a:cubicBezTo>
                  <a:cubicBezTo>
                    <a:pt x="283" y="463"/>
                    <a:pt x="81" y="454"/>
                    <a:pt x="81" y="454"/>
                  </a:cubicBezTo>
                  <a:cubicBezTo>
                    <a:pt x="81" y="454"/>
                    <a:pt x="45" y="462"/>
                    <a:pt x="56" y="388"/>
                  </a:cubicBezTo>
                  <a:cubicBezTo>
                    <a:pt x="66" y="315"/>
                    <a:pt x="104" y="202"/>
                    <a:pt x="112" y="175"/>
                  </a:cubicBezTo>
                  <a:close/>
                </a:path>
              </a:pathLst>
            </a:custGeom>
            <a:solidFill>
              <a:srgbClr val="368B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9485" name="Freeform 692">
              <a:extLst>
                <a:ext uri="{FF2B5EF4-FFF2-40B4-BE49-F238E27FC236}">
                  <a16:creationId xmlns:a16="http://schemas.microsoft.com/office/drawing/2014/main" id="{B9528F36-FA63-428B-9E2B-0425B11E94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0" y="1944"/>
              <a:ext cx="543" cy="460"/>
            </a:xfrm>
            <a:custGeom>
              <a:avLst/>
              <a:gdLst>
                <a:gd name="T0" fmla="*/ 109 w 568"/>
                <a:gd name="T1" fmla="*/ 17 h 482"/>
                <a:gd name="T2" fmla="*/ 346 w 568"/>
                <a:gd name="T3" fmla="*/ 13 h 482"/>
                <a:gd name="T4" fmla="*/ 446 w 568"/>
                <a:gd name="T5" fmla="*/ 9 h 482"/>
                <a:gd name="T6" fmla="*/ 488 w 568"/>
                <a:gd name="T7" fmla="*/ 2 h 482"/>
                <a:gd name="T8" fmla="*/ 480 w 568"/>
                <a:gd name="T9" fmla="*/ 57 h 482"/>
                <a:gd name="T10" fmla="*/ 451 w 568"/>
                <a:gd name="T11" fmla="*/ 136 h 482"/>
                <a:gd name="T12" fmla="*/ 427 w 568"/>
                <a:gd name="T13" fmla="*/ 186 h 482"/>
                <a:gd name="T14" fmla="*/ 406 w 568"/>
                <a:gd name="T15" fmla="*/ 262 h 482"/>
                <a:gd name="T16" fmla="*/ 375 w 568"/>
                <a:gd name="T17" fmla="*/ 334 h 482"/>
                <a:gd name="T18" fmla="*/ 351 w 568"/>
                <a:gd name="T19" fmla="*/ 392 h 482"/>
                <a:gd name="T20" fmla="*/ 302 w 568"/>
                <a:gd name="T21" fmla="*/ 418 h 482"/>
                <a:gd name="T22" fmla="*/ 32 w 568"/>
                <a:gd name="T23" fmla="*/ 408 h 482"/>
                <a:gd name="T24" fmla="*/ 10 w 568"/>
                <a:gd name="T25" fmla="*/ 349 h 482"/>
                <a:gd name="T26" fmla="*/ 57 w 568"/>
                <a:gd name="T27" fmla="*/ 164 h 482"/>
                <a:gd name="T28" fmla="*/ 109 w 568"/>
                <a:gd name="T29" fmla="*/ 17 h 482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568" h="482">
                  <a:moveTo>
                    <a:pt x="124" y="20"/>
                  </a:moveTo>
                  <a:cubicBezTo>
                    <a:pt x="124" y="20"/>
                    <a:pt x="340" y="13"/>
                    <a:pt x="396" y="16"/>
                  </a:cubicBezTo>
                  <a:cubicBezTo>
                    <a:pt x="452" y="18"/>
                    <a:pt x="486" y="13"/>
                    <a:pt x="510" y="9"/>
                  </a:cubicBezTo>
                  <a:cubicBezTo>
                    <a:pt x="534" y="5"/>
                    <a:pt x="549" y="0"/>
                    <a:pt x="558" y="2"/>
                  </a:cubicBezTo>
                  <a:cubicBezTo>
                    <a:pt x="568" y="5"/>
                    <a:pt x="557" y="44"/>
                    <a:pt x="549" y="66"/>
                  </a:cubicBezTo>
                  <a:cubicBezTo>
                    <a:pt x="541" y="89"/>
                    <a:pt x="526" y="129"/>
                    <a:pt x="517" y="156"/>
                  </a:cubicBezTo>
                  <a:cubicBezTo>
                    <a:pt x="508" y="182"/>
                    <a:pt x="497" y="185"/>
                    <a:pt x="490" y="214"/>
                  </a:cubicBezTo>
                  <a:cubicBezTo>
                    <a:pt x="484" y="244"/>
                    <a:pt x="478" y="273"/>
                    <a:pt x="466" y="302"/>
                  </a:cubicBezTo>
                  <a:cubicBezTo>
                    <a:pt x="454" y="332"/>
                    <a:pt x="438" y="354"/>
                    <a:pt x="429" y="385"/>
                  </a:cubicBezTo>
                  <a:cubicBezTo>
                    <a:pt x="420" y="416"/>
                    <a:pt x="406" y="442"/>
                    <a:pt x="402" y="452"/>
                  </a:cubicBezTo>
                  <a:cubicBezTo>
                    <a:pt x="398" y="461"/>
                    <a:pt x="386" y="482"/>
                    <a:pt x="346" y="481"/>
                  </a:cubicBezTo>
                  <a:cubicBezTo>
                    <a:pt x="306" y="480"/>
                    <a:pt x="36" y="468"/>
                    <a:pt x="36" y="468"/>
                  </a:cubicBezTo>
                  <a:cubicBezTo>
                    <a:pt x="36" y="468"/>
                    <a:pt x="0" y="476"/>
                    <a:pt x="10" y="402"/>
                  </a:cubicBezTo>
                  <a:cubicBezTo>
                    <a:pt x="21" y="329"/>
                    <a:pt x="58" y="216"/>
                    <a:pt x="66" y="189"/>
                  </a:cubicBezTo>
                  <a:cubicBezTo>
                    <a:pt x="74" y="162"/>
                    <a:pt x="105" y="38"/>
                    <a:pt x="124" y="20"/>
                  </a:cubicBezTo>
                  <a:close/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9486" name="Freeform 693">
              <a:extLst>
                <a:ext uri="{FF2B5EF4-FFF2-40B4-BE49-F238E27FC236}">
                  <a16:creationId xmlns:a16="http://schemas.microsoft.com/office/drawing/2014/main" id="{4608D561-20EC-4FB3-8C52-A9065EA3CE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3" y="1935"/>
              <a:ext cx="193" cy="467"/>
            </a:xfrm>
            <a:custGeom>
              <a:avLst/>
              <a:gdLst>
                <a:gd name="T0" fmla="*/ 178 w 201"/>
                <a:gd name="T1" fmla="*/ 10 h 490"/>
                <a:gd name="T2" fmla="*/ 150 w 201"/>
                <a:gd name="T3" fmla="*/ 33 h 490"/>
                <a:gd name="T4" fmla="*/ 109 w 201"/>
                <a:gd name="T5" fmla="*/ 131 h 490"/>
                <a:gd name="T6" fmla="*/ 74 w 201"/>
                <a:gd name="T7" fmla="*/ 232 h 490"/>
                <a:gd name="T8" fmla="*/ 44 w 201"/>
                <a:gd name="T9" fmla="*/ 338 h 490"/>
                <a:gd name="T10" fmla="*/ 0 w 201"/>
                <a:gd name="T11" fmla="*/ 424 h 49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1" h="490">
                  <a:moveTo>
                    <a:pt x="201" y="12"/>
                  </a:moveTo>
                  <a:cubicBezTo>
                    <a:pt x="201" y="12"/>
                    <a:pt x="187" y="0"/>
                    <a:pt x="169" y="39"/>
                  </a:cubicBezTo>
                  <a:cubicBezTo>
                    <a:pt x="152" y="78"/>
                    <a:pt x="135" y="121"/>
                    <a:pt x="124" y="151"/>
                  </a:cubicBezTo>
                  <a:cubicBezTo>
                    <a:pt x="113" y="181"/>
                    <a:pt x="93" y="226"/>
                    <a:pt x="83" y="268"/>
                  </a:cubicBezTo>
                  <a:cubicBezTo>
                    <a:pt x="73" y="309"/>
                    <a:pt x="58" y="363"/>
                    <a:pt x="50" y="391"/>
                  </a:cubicBezTo>
                  <a:cubicBezTo>
                    <a:pt x="42" y="419"/>
                    <a:pt x="38" y="487"/>
                    <a:pt x="0" y="490"/>
                  </a:cubicBezTo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9487" name="Freeform 694">
              <a:extLst>
                <a:ext uri="{FF2B5EF4-FFF2-40B4-BE49-F238E27FC236}">
                  <a16:creationId xmlns:a16="http://schemas.microsoft.com/office/drawing/2014/main" id="{9B0D58BC-1575-4EDF-A624-0350439B61C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5" y="1960"/>
              <a:ext cx="169" cy="430"/>
            </a:xfrm>
            <a:custGeom>
              <a:avLst/>
              <a:gdLst>
                <a:gd name="T0" fmla="*/ 148 w 176"/>
                <a:gd name="T1" fmla="*/ 4 h 450"/>
                <a:gd name="T2" fmla="*/ 38 w 176"/>
                <a:gd name="T3" fmla="*/ 299 h 450"/>
                <a:gd name="T4" fmla="*/ 0 w 176"/>
                <a:gd name="T5" fmla="*/ 393 h 450"/>
                <a:gd name="T6" fmla="*/ 58 w 176"/>
                <a:gd name="T7" fmla="*/ 262 h 450"/>
                <a:gd name="T8" fmla="*/ 96 w 176"/>
                <a:gd name="T9" fmla="*/ 152 h 450"/>
                <a:gd name="T10" fmla="*/ 123 w 176"/>
                <a:gd name="T11" fmla="*/ 82 h 450"/>
                <a:gd name="T12" fmla="*/ 148 w 176"/>
                <a:gd name="T13" fmla="*/ 4 h 45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6" h="450">
                  <a:moveTo>
                    <a:pt x="167" y="4"/>
                  </a:moveTo>
                  <a:cubicBezTo>
                    <a:pt x="157" y="0"/>
                    <a:pt x="78" y="187"/>
                    <a:pt x="44" y="343"/>
                  </a:cubicBezTo>
                  <a:cubicBezTo>
                    <a:pt x="20" y="450"/>
                    <a:pt x="0" y="450"/>
                    <a:pt x="0" y="450"/>
                  </a:cubicBezTo>
                  <a:cubicBezTo>
                    <a:pt x="0" y="450"/>
                    <a:pt x="57" y="331"/>
                    <a:pt x="66" y="300"/>
                  </a:cubicBezTo>
                  <a:cubicBezTo>
                    <a:pt x="75" y="269"/>
                    <a:pt x="95" y="204"/>
                    <a:pt x="108" y="174"/>
                  </a:cubicBezTo>
                  <a:cubicBezTo>
                    <a:pt x="120" y="144"/>
                    <a:pt x="124" y="126"/>
                    <a:pt x="139" y="94"/>
                  </a:cubicBezTo>
                  <a:cubicBezTo>
                    <a:pt x="153" y="62"/>
                    <a:pt x="176" y="8"/>
                    <a:pt x="167" y="4"/>
                  </a:cubicBez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9488" name="Freeform 695">
              <a:extLst>
                <a:ext uri="{FF2B5EF4-FFF2-40B4-BE49-F238E27FC236}">
                  <a16:creationId xmlns:a16="http://schemas.microsoft.com/office/drawing/2014/main" id="{3CDDB784-8605-48F4-9C91-32B8EE005FF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2" y="1977"/>
              <a:ext cx="109" cy="309"/>
            </a:xfrm>
            <a:custGeom>
              <a:avLst/>
              <a:gdLst>
                <a:gd name="T0" fmla="*/ 0 w 114"/>
                <a:gd name="T1" fmla="*/ 281 h 324"/>
                <a:gd name="T2" fmla="*/ 99 w 114"/>
                <a:gd name="T3" fmla="*/ 2 h 324"/>
                <a:gd name="T4" fmla="*/ 66 w 114"/>
                <a:gd name="T5" fmla="*/ 96 h 3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4" h="324">
                  <a:moveTo>
                    <a:pt x="0" y="324"/>
                  </a:moveTo>
                  <a:cubicBezTo>
                    <a:pt x="30" y="214"/>
                    <a:pt x="108" y="0"/>
                    <a:pt x="114" y="2"/>
                  </a:cubicBezTo>
                  <a:cubicBezTo>
                    <a:pt x="114" y="2"/>
                    <a:pt x="105" y="41"/>
                    <a:pt x="75" y="111"/>
                  </a:cubicBezTo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9489" name="Freeform 696">
              <a:extLst>
                <a:ext uri="{FF2B5EF4-FFF2-40B4-BE49-F238E27FC236}">
                  <a16:creationId xmlns:a16="http://schemas.microsoft.com/office/drawing/2014/main" id="{76AD94D7-C0B1-4D9F-AB08-7F53191DB9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2" y="1760"/>
              <a:ext cx="197" cy="696"/>
            </a:xfrm>
            <a:custGeom>
              <a:avLst/>
              <a:gdLst>
                <a:gd name="T0" fmla="*/ 43 w 206"/>
                <a:gd name="T1" fmla="*/ 0 h 729"/>
                <a:gd name="T2" fmla="*/ 43 w 206"/>
                <a:gd name="T3" fmla="*/ 51 h 729"/>
                <a:gd name="T4" fmla="*/ 22 w 206"/>
                <a:gd name="T5" fmla="*/ 175 h 729"/>
                <a:gd name="T6" fmla="*/ 20 w 206"/>
                <a:gd name="T7" fmla="*/ 330 h 729"/>
                <a:gd name="T8" fmla="*/ 15 w 206"/>
                <a:gd name="T9" fmla="*/ 454 h 729"/>
                <a:gd name="T10" fmla="*/ 0 w 206"/>
                <a:gd name="T11" fmla="*/ 556 h 729"/>
                <a:gd name="T12" fmla="*/ 9 w 206"/>
                <a:gd name="T13" fmla="*/ 578 h 729"/>
                <a:gd name="T14" fmla="*/ 21 w 206"/>
                <a:gd name="T15" fmla="*/ 605 h 729"/>
                <a:gd name="T16" fmla="*/ 35 w 206"/>
                <a:gd name="T17" fmla="*/ 621 h 729"/>
                <a:gd name="T18" fmla="*/ 51 w 206"/>
                <a:gd name="T19" fmla="*/ 617 h 729"/>
                <a:gd name="T20" fmla="*/ 70 w 206"/>
                <a:gd name="T21" fmla="*/ 628 h 729"/>
                <a:gd name="T22" fmla="*/ 84 w 206"/>
                <a:gd name="T23" fmla="*/ 626 h 729"/>
                <a:gd name="T24" fmla="*/ 96 w 206"/>
                <a:gd name="T25" fmla="*/ 632 h 729"/>
                <a:gd name="T26" fmla="*/ 119 w 206"/>
                <a:gd name="T27" fmla="*/ 625 h 729"/>
                <a:gd name="T28" fmla="*/ 162 w 206"/>
                <a:gd name="T29" fmla="*/ 583 h 729"/>
                <a:gd name="T30" fmla="*/ 120 w 206"/>
                <a:gd name="T31" fmla="*/ 582 h 729"/>
                <a:gd name="T32" fmla="*/ 118 w 206"/>
                <a:gd name="T33" fmla="*/ 559 h 729"/>
                <a:gd name="T34" fmla="*/ 115 w 206"/>
                <a:gd name="T35" fmla="*/ 474 h 729"/>
                <a:gd name="T36" fmla="*/ 98 w 206"/>
                <a:gd name="T37" fmla="*/ 432 h 729"/>
                <a:gd name="T38" fmla="*/ 108 w 206"/>
                <a:gd name="T39" fmla="*/ 317 h 729"/>
                <a:gd name="T40" fmla="*/ 145 w 206"/>
                <a:gd name="T41" fmla="*/ 161 h 729"/>
                <a:gd name="T42" fmla="*/ 162 w 206"/>
                <a:gd name="T43" fmla="*/ 83 h 729"/>
                <a:gd name="T44" fmla="*/ 180 w 206"/>
                <a:gd name="T45" fmla="*/ 15 h 729"/>
                <a:gd name="T46" fmla="*/ 115 w 206"/>
                <a:gd name="T47" fmla="*/ 4 h 729"/>
                <a:gd name="T48" fmla="*/ 43 w 206"/>
                <a:gd name="T49" fmla="*/ 0 h 729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206" h="729">
                  <a:moveTo>
                    <a:pt x="49" y="0"/>
                  </a:moveTo>
                  <a:cubicBezTo>
                    <a:pt x="49" y="0"/>
                    <a:pt x="53" y="43"/>
                    <a:pt x="49" y="58"/>
                  </a:cubicBezTo>
                  <a:cubicBezTo>
                    <a:pt x="44" y="74"/>
                    <a:pt x="24" y="137"/>
                    <a:pt x="25" y="201"/>
                  </a:cubicBezTo>
                  <a:cubicBezTo>
                    <a:pt x="26" y="266"/>
                    <a:pt x="23" y="347"/>
                    <a:pt x="23" y="379"/>
                  </a:cubicBezTo>
                  <a:cubicBezTo>
                    <a:pt x="23" y="411"/>
                    <a:pt x="22" y="498"/>
                    <a:pt x="18" y="523"/>
                  </a:cubicBezTo>
                  <a:cubicBezTo>
                    <a:pt x="15" y="549"/>
                    <a:pt x="0" y="639"/>
                    <a:pt x="0" y="639"/>
                  </a:cubicBezTo>
                  <a:cubicBezTo>
                    <a:pt x="0" y="639"/>
                    <a:pt x="4" y="655"/>
                    <a:pt x="9" y="664"/>
                  </a:cubicBezTo>
                  <a:cubicBezTo>
                    <a:pt x="14" y="672"/>
                    <a:pt x="18" y="687"/>
                    <a:pt x="24" y="695"/>
                  </a:cubicBezTo>
                  <a:cubicBezTo>
                    <a:pt x="29" y="703"/>
                    <a:pt x="35" y="714"/>
                    <a:pt x="41" y="713"/>
                  </a:cubicBezTo>
                  <a:cubicBezTo>
                    <a:pt x="47" y="713"/>
                    <a:pt x="57" y="709"/>
                    <a:pt x="57" y="709"/>
                  </a:cubicBezTo>
                  <a:cubicBezTo>
                    <a:pt x="57" y="709"/>
                    <a:pt x="73" y="720"/>
                    <a:pt x="79" y="722"/>
                  </a:cubicBezTo>
                  <a:cubicBezTo>
                    <a:pt x="85" y="724"/>
                    <a:pt x="93" y="722"/>
                    <a:pt x="96" y="720"/>
                  </a:cubicBezTo>
                  <a:cubicBezTo>
                    <a:pt x="96" y="720"/>
                    <a:pt x="106" y="726"/>
                    <a:pt x="110" y="726"/>
                  </a:cubicBezTo>
                  <a:cubicBezTo>
                    <a:pt x="115" y="727"/>
                    <a:pt x="124" y="729"/>
                    <a:pt x="136" y="719"/>
                  </a:cubicBezTo>
                  <a:cubicBezTo>
                    <a:pt x="147" y="710"/>
                    <a:pt x="179" y="680"/>
                    <a:pt x="185" y="670"/>
                  </a:cubicBezTo>
                  <a:cubicBezTo>
                    <a:pt x="137" y="669"/>
                    <a:pt x="137" y="669"/>
                    <a:pt x="137" y="669"/>
                  </a:cubicBezTo>
                  <a:cubicBezTo>
                    <a:pt x="137" y="669"/>
                    <a:pt x="134" y="655"/>
                    <a:pt x="135" y="643"/>
                  </a:cubicBezTo>
                  <a:cubicBezTo>
                    <a:pt x="136" y="632"/>
                    <a:pt x="141" y="562"/>
                    <a:pt x="131" y="545"/>
                  </a:cubicBezTo>
                  <a:cubicBezTo>
                    <a:pt x="121" y="529"/>
                    <a:pt x="111" y="514"/>
                    <a:pt x="112" y="496"/>
                  </a:cubicBezTo>
                  <a:cubicBezTo>
                    <a:pt x="112" y="478"/>
                    <a:pt x="112" y="413"/>
                    <a:pt x="123" y="365"/>
                  </a:cubicBezTo>
                  <a:cubicBezTo>
                    <a:pt x="134" y="317"/>
                    <a:pt x="163" y="199"/>
                    <a:pt x="166" y="185"/>
                  </a:cubicBezTo>
                  <a:cubicBezTo>
                    <a:pt x="169" y="170"/>
                    <a:pt x="180" y="109"/>
                    <a:pt x="185" y="95"/>
                  </a:cubicBezTo>
                  <a:cubicBezTo>
                    <a:pt x="189" y="82"/>
                    <a:pt x="206" y="18"/>
                    <a:pt x="206" y="18"/>
                  </a:cubicBezTo>
                  <a:cubicBezTo>
                    <a:pt x="206" y="18"/>
                    <a:pt x="161" y="5"/>
                    <a:pt x="131" y="4"/>
                  </a:cubicBezTo>
                  <a:cubicBezTo>
                    <a:pt x="102" y="4"/>
                    <a:pt x="58" y="7"/>
                    <a:pt x="49" y="0"/>
                  </a:cubicBezTo>
                  <a:close/>
                </a:path>
              </a:pathLst>
            </a:custGeom>
            <a:solidFill>
              <a:srgbClr val="F8F3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9490" name="Freeform 697">
              <a:extLst>
                <a:ext uri="{FF2B5EF4-FFF2-40B4-BE49-F238E27FC236}">
                  <a16:creationId xmlns:a16="http://schemas.microsoft.com/office/drawing/2014/main" id="{353CA330-DFBA-43D0-B368-E8923B43E60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339" y="1760"/>
              <a:ext cx="150" cy="696"/>
            </a:xfrm>
            <a:custGeom>
              <a:avLst/>
              <a:gdLst>
                <a:gd name="T0" fmla="*/ 0 w 157"/>
                <a:gd name="T1" fmla="*/ 0 h 729"/>
                <a:gd name="T2" fmla="*/ 0 w 157"/>
                <a:gd name="T3" fmla="*/ 5 h 729"/>
                <a:gd name="T4" fmla="*/ 28 w 157"/>
                <a:gd name="T5" fmla="*/ 4 h 729"/>
                <a:gd name="T6" fmla="*/ 0 w 157"/>
                <a:gd name="T7" fmla="*/ 0 h 729"/>
                <a:gd name="T8" fmla="*/ 75 w 157"/>
                <a:gd name="T9" fmla="*/ 559 h 729"/>
                <a:gd name="T10" fmla="*/ 72 w 157"/>
                <a:gd name="T11" fmla="*/ 474 h 729"/>
                <a:gd name="T12" fmla="*/ 54 w 157"/>
                <a:gd name="T13" fmla="*/ 432 h 729"/>
                <a:gd name="T14" fmla="*/ 65 w 157"/>
                <a:gd name="T15" fmla="*/ 317 h 729"/>
                <a:gd name="T16" fmla="*/ 102 w 157"/>
                <a:gd name="T17" fmla="*/ 161 h 729"/>
                <a:gd name="T18" fmla="*/ 118 w 157"/>
                <a:gd name="T19" fmla="*/ 83 h 729"/>
                <a:gd name="T20" fmla="*/ 137 w 157"/>
                <a:gd name="T21" fmla="*/ 15 h 729"/>
                <a:gd name="T22" fmla="*/ 72 w 157"/>
                <a:gd name="T23" fmla="*/ 4 h 729"/>
                <a:gd name="T24" fmla="*/ 45 w 157"/>
                <a:gd name="T25" fmla="*/ 5 h 729"/>
                <a:gd name="T26" fmla="*/ 108 w 157"/>
                <a:gd name="T27" fmla="*/ 15 h 729"/>
                <a:gd name="T28" fmla="*/ 89 w 157"/>
                <a:gd name="T29" fmla="*/ 83 h 729"/>
                <a:gd name="T30" fmla="*/ 73 w 157"/>
                <a:gd name="T31" fmla="*/ 161 h 729"/>
                <a:gd name="T32" fmla="*/ 34 w 157"/>
                <a:gd name="T33" fmla="*/ 317 h 729"/>
                <a:gd name="T34" fmla="*/ 26 w 157"/>
                <a:gd name="T35" fmla="*/ 432 h 729"/>
                <a:gd name="T36" fmla="*/ 43 w 157"/>
                <a:gd name="T37" fmla="*/ 474 h 729"/>
                <a:gd name="T38" fmla="*/ 71 w 157"/>
                <a:gd name="T39" fmla="*/ 549 h 729"/>
                <a:gd name="T40" fmla="*/ 75 w 157"/>
                <a:gd name="T41" fmla="*/ 582 h 729"/>
                <a:gd name="T42" fmla="*/ 90 w 157"/>
                <a:gd name="T43" fmla="*/ 583 h 729"/>
                <a:gd name="T44" fmla="*/ 65 w 157"/>
                <a:gd name="T45" fmla="*/ 630 h 729"/>
                <a:gd name="T46" fmla="*/ 44 w 157"/>
                <a:gd name="T47" fmla="*/ 628 h 729"/>
                <a:gd name="T48" fmla="*/ 53 w 157"/>
                <a:gd name="T49" fmla="*/ 632 h 729"/>
                <a:gd name="T50" fmla="*/ 75 w 157"/>
                <a:gd name="T51" fmla="*/ 625 h 729"/>
                <a:gd name="T52" fmla="*/ 118 w 157"/>
                <a:gd name="T53" fmla="*/ 583 h 729"/>
                <a:gd name="T54" fmla="*/ 76 w 157"/>
                <a:gd name="T55" fmla="*/ 582 h 729"/>
                <a:gd name="T56" fmla="*/ 75 w 157"/>
                <a:gd name="T57" fmla="*/ 559 h 729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157" h="729">
                  <a:moveTo>
                    <a:pt x="0" y="0"/>
                  </a:moveTo>
                  <a:cubicBezTo>
                    <a:pt x="0" y="0"/>
                    <a:pt x="0" y="2"/>
                    <a:pt x="0" y="5"/>
                  </a:cubicBezTo>
                  <a:cubicBezTo>
                    <a:pt x="10" y="5"/>
                    <a:pt x="21" y="5"/>
                    <a:pt x="31" y="4"/>
                  </a:cubicBezTo>
                  <a:cubicBezTo>
                    <a:pt x="16" y="4"/>
                    <a:pt x="4" y="3"/>
                    <a:pt x="0" y="0"/>
                  </a:cubicBezTo>
                  <a:close/>
                  <a:moveTo>
                    <a:pt x="86" y="643"/>
                  </a:moveTo>
                  <a:cubicBezTo>
                    <a:pt x="87" y="632"/>
                    <a:pt x="92" y="562"/>
                    <a:pt x="82" y="545"/>
                  </a:cubicBezTo>
                  <a:cubicBezTo>
                    <a:pt x="72" y="529"/>
                    <a:pt x="62" y="514"/>
                    <a:pt x="63" y="496"/>
                  </a:cubicBezTo>
                  <a:cubicBezTo>
                    <a:pt x="63" y="478"/>
                    <a:pt x="63" y="413"/>
                    <a:pt x="74" y="365"/>
                  </a:cubicBezTo>
                  <a:cubicBezTo>
                    <a:pt x="85" y="317"/>
                    <a:pt x="114" y="199"/>
                    <a:pt x="117" y="185"/>
                  </a:cubicBezTo>
                  <a:cubicBezTo>
                    <a:pt x="120" y="170"/>
                    <a:pt x="131" y="109"/>
                    <a:pt x="136" y="95"/>
                  </a:cubicBezTo>
                  <a:cubicBezTo>
                    <a:pt x="140" y="82"/>
                    <a:pt x="157" y="18"/>
                    <a:pt x="157" y="18"/>
                  </a:cubicBezTo>
                  <a:cubicBezTo>
                    <a:pt x="157" y="18"/>
                    <a:pt x="112" y="5"/>
                    <a:pt x="82" y="4"/>
                  </a:cubicBezTo>
                  <a:cubicBezTo>
                    <a:pt x="72" y="4"/>
                    <a:pt x="62" y="4"/>
                    <a:pt x="51" y="5"/>
                  </a:cubicBezTo>
                  <a:cubicBezTo>
                    <a:pt x="80" y="5"/>
                    <a:pt x="124" y="18"/>
                    <a:pt x="124" y="18"/>
                  </a:cubicBezTo>
                  <a:cubicBezTo>
                    <a:pt x="124" y="18"/>
                    <a:pt x="107" y="82"/>
                    <a:pt x="102" y="95"/>
                  </a:cubicBezTo>
                  <a:cubicBezTo>
                    <a:pt x="98" y="109"/>
                    <a:pt x="87" y="170"/>
                    <a:pt x="84" y="185"/>
                  </a:cubicBezTo>
                  <a:cubicBezTo>
                    <a:pt x="81" y="199"/>
                    <a:pt x="51" y="317"/>
                    <a:pt x="40" y="365"/>
                  </a:cubicBezTo>
                  <a:cubicBezTo>
                    <a:pt x="29" y="413"/>
                    <a:pt x="30" y="478"/>
                    <a:pt x="29" y="496"/>
                  </a:cubicBezTo>
                  <a:cubicBezTo>
                    <a:pt x="29" y="514"/>
                    <a:pt x="39" y="529"/>
                    <a:pt x="49" y="545"/>
                  </a:cubicBezTo>
                  <a:cubicBezTo>
                    <a:pt x="59" y="562"/>
                    <a:pt x="82" y="619"/>
                    <a:pt x="81" y="631"/>
                  </a:cubicBezTo>
                  <a:cubicBezTo>
                    <a:pt x="80" y="642"/>
                    <a:pt x="86" y="669"/>
                    <a:pt x="86" y="669"/>
                  </a:cubicBezTo>
                  <a:cubicBezTo>
                    <a:pt x="103" y="670"/>
                    <a:pt x="103" y="670"/>
                    <a:pt x="103" y="670"/>
                  </a:cubicBezTo>
                  <a:cubicBezTo>
                    <a:pt x="97" y="680"/>
                    <a:pt x="104" y="704"/>
                    <a:pt x="74" y="724"/>
                  </a:cubicBezTo>
                  <a:cubicBezTo>
                    <a:pt x="69" y="728"/>
                    <a:pt x="51" y="721"/>
                    <a:pt x="50" y="722"/>
                  </a:cubicBezTo>
                  <a:cubicBezTo>
                    <a:pt x="53" y="723"/>
                    <a:pt x="59" y="726"/>
                    <a:pt x="61" y="726"/>
                  </a:cubicBezTo>
                  <a:cubicBezTo>
                    <a:pt x="66" y="727"/>
                    <a:pt x="75" y="729"/>
                    <a:pt x="87" y="719"/>
                  </a:cubicBezTo>
                  <a:cubicBezTo>
                    <a:pt x="98" y="710"/>
                    <a:pt x="130" y="680"/>
                    <a:pt x="136" y="670"/>
                  </a:cubicBezTo>
                  <a:cubicBezTo>
                    <a:pt x="88" y="669"/>
                    <a:pt x="88" y="669"/>
                    <a:pt x="88" y="669"/>
                  </a:cubicBezTo>
                  <a:cubicBezTo>
                    <a:pt x="88" y="669"/>
                    <a:pt x="85" y="655"/>
                    <a:pt x="86" y="643"/>
                  </a:cubicBezTo>
                  <a:close/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9491" name="Freeform 698">
              <a:extLst>
                <a:ext uri="{FF2B5EF4-FFF2-40B4-BE49-F238E27FC236}">
                  <a16:creationId xmlns:a16="http://schemas.microsoft.com/office/drawing/2014/main" id="{4A825FC6-B70D-4D94-9EE2-12C694CB40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2" y="1760"/>
              <a:ext cx="197" cy="696"/>
            </a:xfrm>
            <a:custGeom>
              <a:avLst/>
              <a:gdLst>
                <a:gd name="T0" fmla="*/ 43 w 206"/>
                <a:gd name="T1" fmla="*/ 0 h 729"/>
                <a:gd name="T2" fmla="*/ 43 w 206"/>
                <a:gd name="T3" fmla="*/ 51 h 729"/>
                <a:gd name="T4" fmla="*/ 22 w 206"/>
                <a:gd name="T5" fmla="*/ 175 h 729"/>
                <a:gd name="T6" fmla="*/ 20 w 206"/>
                <a:gd name="T7" fmla="*/ 330 h 729"/>
                <a:gd name="T8" fmla="*/ 15 w 206"/>
                <a:gd name="T9" fmla="*/ 454 h 729"/>
                <a:gd name="T10" fmla="*/ 0 w 206"/>
                <a:gd name="T11" fmla="*/ 556 h 729"/>
                <a:gd name="T12" fmla="*/ 9 w 206"/>
                <a:gd name="T13" fmla="*/ 578 h 729"/>
                <a:gd name="T14" fmla="*/ 21 w 206"/>
                <a:gd name="T15" fmla="*/ 605 h 729"/>
                <a:gd name="T16" fmla="*/ 35 w 206"/>
                <a:gd name="T17" fmla="*/ 621 h 729"/>
                <a:gd name="T18" fmla="*/ 51 w 206"/>
                <a:gd name="T19" fmla="*/ 617 h 729"/>
                <a:gd name="T20" fmla="*/ 70 w 206"/>
                <a:gd name="T21" fmla="*/ 628 h 729"/>
                <a:gd name="T22" fmla="*/ 84 w 206"/>
                <a:gd name="T23" fmla="*/ 626 h 729"/>
                <a:gd name="T24" fmla="*/ 96 w 206"/>
                <a:gd name="T25" fmla="*/ 632 h 729"/>
                <a:gd name="T26" fmla="*/ 119 w 206"/>
                <a:gd name="T27" fmla="*/ 625 h 729"/>
                <a:gd name="T28" fmla="*/ 162 w 206"/>
                <a:gd name="T29" fmla="*/ 583 h 729"/>
                <a:gd name="T30" fmla="*/ 120 w 206"/>
                <a:gd name="T31" fmla="*/ 582 h 729"/>
                <a:gd name="T32" fmla="*/ 118 w 206"/>
                <a:gd name="T33" fmla="*/ 559 h 729"/>
                <a:gd name="T34" fmla="*/ 115 w 206"/>
                <a:gd name="T35" fmla="*/ 474 h 729"/>
                <a:gd name="T36" fmla="*/ 98 w 206"/>
                <a:gd name="T37" fmla="*/ 432 h 729"/>
                <a:gd name="T38" fmla="*/ 108 w 206"/>
                <a:gd name="T39" fmla="*/ 317 h 729"/>
                <a:gd name="T40" fmla="*/ 145 w 206"/>
                <a:gd name="T41" fmla="*/ 161 h 729"/>
                <a:gd name="T42" fmla="*/ 162 w 206"/>
                <a:gd name="T43" fmla="*/ 83 h 729"/>
                <a:gd name="T44" fmla="*/ 180 w 206"/>
                <a:gd name="T45" fmla="*/ 15 h 729"/>
                <a:gd name="T46" fmla="*/ 115 w 206"/>
                <a:gd name="T47" fmla="*/ 4 h 729"/>
                <a:gd name="T48" fmla="*/ 43 w 206"/>
                <a:gd name="T49" fmla="*/ 0 h 729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206" h="729">
                  <a:moveTo>
                    <a:pt x="49" y="0"/>
                  </a:moveTo>
                  <a:cubicBezTo>
                    <a:pt x="49" y="0"/>
                    <a:pt x="53" y="43"/>
                    <a:pt x="49" y="58"/>
                  </a:cubicBezTo>
                  <a:cubicBezTo>
                    <a:pt x="44" y="74"/>
                    <a:pt x="24" y="137"/>
                    <a:pt x="25" y="201"/>
                  </a:cubicBezTo>
                  <a:cubicBezTo>
                    <a:pt x="26" y="266"/>
                    <a:pt x="23" y="347"/>
                    <a:pt x="23" y="379"/>
                  </a:cubicBezTo>
                  <a:cubicBezTo>
                    <a:pt x="23" y="411"/>
                    <a:pt x="22" y="498"/>
                    <a:pt x="18" y="523"/>
                  </a:cubicBezTo>
                  <a:cubicBezTo>
                    <a:pt x="15" y="549"/>
                    <a:pt x="0" y="639"/>
                    <a:pt x="0" y="639"/>
                  </a:cubicBezTo>
                  <a:cubicBezTo>
                    <a:pt x="0" y="639"/>
                    <a:pt x="4" y="655"/>
                    <a:pt x="9" y="664"/>
                  </a:cubicBezTo>
                  <a:cubicBezTo>
                    <a:pt x="14" y="672"/>
                    <a:pt x="18" y="687"/>
                    <a:pt x="24" y="695"/>
                  </a:cubicBezTo>
                  <a:cubicBezTo>
                    <a:pt x="29" y="703"/>
                    <a:pt x="35" y="714"/>
                    <a:pt x="41" y="713"/>
                  </a:cubicBezTo>
                  <a:cubicBezTo>
                    <a:pt x="47" y="713"/>
                    <a:pt x="57" y="709"/>
                    <a:pt x="57" y="709"/>
                  </a:cubicBezTo>
                  <a:cubicBezTo>
                    <a:pt x="57" y="709"/>
                    <a:pt x="73" y="720"/>
                    <a:pt x="79" y="722"/>
                  </a:cubicBezTo>
                  <a:cubicBezTo>
                    <a:pt x="85" y="724"/>
                    <a:pt x="93" y="722"/>
                    <a:pt x="96" y="720"/>
                  </a:cubicBezTo>
                  <a:cubicBezTo>
                    <a:pt x="96" y="720"/>
                    <a:pt x="106" y="726"/>
                    <a:pt x="110" y="726"/>
                  </a:cubicBezTo>
                  <a:cubicBezTo>
                    <a:pt x="115" y="727"/>
                    <a:pt x="124" y="729"/>
                    <a:pt x="136" y="719"/>
                  </a:cubicBezTo>
                  <a:cubicBezTo>
                    <a:pt x="147" y="710"/>
                    <a:pt x="179" y="680"/>
                    <a:pt x="185" y="670"/>
                  </a:cubicBezTo>
                  <a:cubicBezTo>
                    <a:pt x="137" y="669"/>
                    <a:pt x="137" y="669"/>
                    <a:pt x="137" y="669"/>
                  </a:cubicBezTo>
                  <a:cubicBezTo>
                    <a:pt x="137" y="669"/>
                    <a:pt x="134" y="655"/>
                    <a:pt x="135" y="643"/>
                  </a:cubicBezTo>
                  <a:cubicBezTo>
                    <a:pt x="136" y="632"/>
                    <a:pt x="141" y="562"/>
                    <a:pt x="131" y="545"/>
                  </a:cubicBezTo>
                  <a:cubicBezTo>
                    <a:pt x="121" y="529"/>
                    <a:pt x="111" y="514"/>
                    <a:pt x="112" y="496"/>
                  </a:cubicBezTo>
                  <a:cubicBezTo>
                    <a:pt x="112" y="478"/>
                    <a:pt x="112" y="413"/>
                    <a:pt x="123" y="365"/>
                  </a:cubicBezTo>
                  <a:cubicBezTo>
                    <a:pt x="134" y="317"/>
                    <a:pt x="163" y="199"/>
                    <a:pt x="166" y="185"/>
                  </a:cubicBezTo>
                  <a:cubicBezTo>
                    <a:pt x="169" y="170"/>
                    <a:pt x="180" y="109"/>
                    <a:pt x="185" y="95"/>
                  </a:cubicBezTo>
                  <a:cubicBezTo>
                    <a:pt x="189" y="82"/>
                    <a:pt x="206" y="18"/>
                    <a:pt x="206" y="18"/>
                  </a:cubicBezTo>
                  <a:cubicBezTo>
                    <a:pt x="206" y="18"/>
                    <a:pt x="161" y="5"/>
                    <a:pt x="131" y="4"/>
                  </a:cubicBezTo>
                  <a:cubicBezTo>
                    <a:pt x="102" y="4"/>
                    <a:pt x="58" y="7"/>
                    <a:pt x="49" y="0"/>
                  </a:cubicBez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9492" name="Freeform 699">
              <a:extLst>
                <a:ext uri="{FF2B5EF4-FFF2-40B4-BE49-F238E27FC236}">
                  <a16:creationId xmlns:a16="http://schemas.microsoft.com/office/drawing/2014/main" id="{2465C610-F7E9-435C-9ED0-52A8CF77D7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4" y="2396"/>
              <a:ext cx="11" cy="54"/>
            </a:xfrm>
            <a:custGeom>
              <a:avLst/>
              <a:gdLst>
                <a:gd name="T0" fmla="*/ 7 w 12"/>
                <a:gd name="T1" fmla="*/ 0 h 56"/>
                <a:gd name="T2" fmla="*/ 9 w 12"/>
                <a:gd name="T3" fmla="*/ 14 h 56"/>
                <a:gd name="T4" fmla="*/ 7 w 12"/>
                <a:gd name="T5" fmla="*/ 31 h 56"/>
                <a:gd name="T6" fmla="*/ 0 w 12"/>
                <a:gd name="T7" fmla="*/ 50 h 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56">
                  <a:moveTo>
                    <a:pt x="10" y="0"/>
                  </a:moveTo>
                  <a:cubicBezTo>
                    <a:pt x="9" y="6"/>
                    <a:pt x="11" y="11"/>
                    <a:pt x="12" y="17"/>
                  </a:cubicBezTo>
                  <a:cubicBezTo>
                    <a:pt x="12" y="22"/>
                    <a:pt x="11" y="28"/>
                    <a:pt x="10" y="34"/>
                  </a:cubicBezTo>
                  <a:cubicBezTo>
                    <a:pt x="9" y="40"/>
                    <a:pt x="8" y="54"/>
                    <a:pt x="0" y="56"/>
                  </a:cubicBezTo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9493" name="Freeform 700">
              <a:extLst>
                <a:ext uri="{FF2B5EF4-FFF2-40B4-BE49-F238E27FC236}">
                  <a16:creationId xmlns:a16="http://schemas.microsoft.com/office/drawing/2014/main" id="{507D7092-2598-4FCA-B89A-82CC143686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5" y="2349"/>
              <a:ext cx="40" cy="102"/>
            </a:xfrm>
            <a:custGeom>
              <a:avLst/>
              <a:gdLst>
                <a:gd name="T0" fmla="*/ 36 w 42"/>
                <a:gd name="T1" fmla="*/ 92 h 107"/>
                <a:gd name="T2" fmla="*/ 26 w 42"/>
                <a:gd name="T3" fmla="*/ 91 h 107"/>
                <a:gd name="T4" fmla="*/ 21 w 42"/>
                <a:gd name="T5" fmla="*/ 87 h 107"/>
                <a:gd name="T6" fmla="*/ 15 w 42"/>
                <a:gd name="T7" fmla="*/ 82 h 107"/>
                <a:gd name="T8" fmla="*/ 6 w 42"/>
                <a:gd name="T9" fmla="*/ 67 h 107"/>
                <a:gd name="T10" fmla="*/ 4 w 42"/>
                <a:gd name="T11" fmla="*/ 49 h 107"/>
                <a:gd name="T12" fmla="*/ 3 w 42"/>
                <a:gd name="T13" fmla="*/ 22 h 107"/>
                <a:gd name="T14" fmla="*/ 2 w 42"/>
                <a:gd name="T15" fmla="*/ 11 h 107"/>
                <a:gd name="T16" fmla="*/ 1 w 42"/>
                <a:gd name="T17" fmla="*/ 7 h 107"/>
                <a:gd name="T18" fmla="*/ 2 w 42"/>
                <a:gd name="T19" fmla="*/ 0 h 10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2" h="107">
                  <a:moveTo>
                    <a:pt x="42" y="106"/>
                  </a:moveTo>
                  <a:cubicBezTo>
                    <a:pt x="38" y="107"/>
                    <a:pt x="32" y="107"/>
                    <a:pt x="29" y="105"/>
                  </a:cubicBezTo>
                  <a:cubicBezTo>
                    <a:pt x="27" y="104"/>
                    <a:pt x="26" y="102"/>
                    <a:pt x="24" y="100"/>
                  </a:cubicBezTo>
                  <a:cubicBezTo>
                    <a:pt x="22" y="98"/>
                    <a:pt x="20" y="96"/>
                    <a:pt x="18" y="94"/>
                  </a:cubicBezTo>
                  <a:cubicBezTo>
                    <a:pt x="13" y="89"/>
                    <a:pt x="9" y="83"/>
                    <a:pt x="6" y="77"/>
                  </a:cubicBezTo>
                  <a:cubicBezTo>
                    <a:pt x="3" y="70"/>
                    <a:pt x="4" y="64"/>
                    <a:pt x="4" y="57"/>
                  </a:cubicBezTo>
                  <a:cubicBezTo>
                    <a:pt x="4" y="46"/>
                    <a:pt x="4" y="36"/>
                    <a:pt x="3" y="25"/>
                  </a:cubicBezTo>
                  <a:cubicBezTo>
                    <a:pt x="3" y="21"/>
                    <a:pt x="3" y="18"/>
                    <a:pt x="2" y="14"/>
                  </a:cubicBezTo>
                  <a:cubicBezTo>
                    <a:pt x="2" y="12"/>
                    <a:pt x="1" y="9"/>
                    <a:pt x="1" y="7"/>
                  </a:cubicBezTo>
                  <a:cubicBezTo>
                    <a:pt x="1" y="5"/>
                    <a:pt x="0" y="1"/>
                    <a:pt x="2" y="0"/>
                  </a:cubicBezTo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9494" name="Freeform 701">
              <a:extLst>
                <a:ext uri="{FF2B5EF4-FFF2-40B4-BE49-F238E27FC236}">
                  <a16:creationId xmlns:a16="http://schemas.microsoft.com/office/drawing/2014/main" id="{605305D5-136B-4DAE-B4DB-DD07159F87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6" y="2413"/>
              <a:ext cx="19" cy="3"/>
            </a:xfrm>
            <a:custGeom>
              <a:avLst/>
              <a:gdLst>
                <a:gd name="T0" fmla="*/ 0 w 20"/>
                <a:gd name="T1" fmla="*/ 2 h 4"/>
                <a:gd name="T2" fmla="*/ 6 w 20"/>
                <a:gd name="T3" fmla="*/ 2 h 4"/>
                <a:gd name="T4" fmla="*/ 10 w 20"/>
                <a:gd name="T5" fmla="*/ 2 h 4"/>
                <a:gd name="T6" fmla="*/ 17 w 20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4">
                  <a:moveTo>
                    <a:pt x="0" y="3"/>
                  </a:moveTo>
                  <a:cubicBezTo>
                    <a:pt x="2" y="3"/>
                    <a:pt x="4" y="4"/>
                    <a:pt x="6" y="4"/>
                  </a:cubicBezTo>
                  <a:cubicBezTo>
                    <a:pt x="9" y="4"/>
                    <a:pt x="9" y="3"/>
                    <a:pt x="11" y="2"/>
                  </a:cubicBezTo>
                  <a:cubicBezTo>
                    <a:pt x="14" y="1"/>
                    <a:pt x="17" y="1"/>
                    <a:pt x="20" y="0"/>
                  </a:cubicBezTo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9495" name="Freeform 702">
              <a:extLst>
                <a:ext uri="{FF2B5EF4-FFF2-40B4-BE49-F238E27FC236}">
                  <a16:creationId xmlns:a16="http://schemas.microsoft.com/office/drawing/2014/main" id="{36B25156-602F-4A3F-8703-CDA81EF9BFF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3" y="2426"/>
              <a:ext cx="29" cy="17"/>
            </a:xfrm>
            <a:custGeom>
              <a:avLst/>
              <a:gdLst>
                <a:gd name="T0" fmla="*/ 4 w 30"/>
                <a:gd name="T1" fmla="*/ 15 h 18"/>
                <a:gd name="T2" fmla="*/ 2 w 30"/>
                <a:gd name="T3" fmla="*/ 8 h 18"/>
                <a:gd name="T4" fmla="*/ 12 w 30"/>
                <a:gd name="T5" fmla="*/ 1 h 18"/>
                <a:gd name="T6" fmla="*/ 20 w 30"/>
                <a:gd name="T7" fmla="*/ 1 h 18"/>
                <a:gd name="T8" fmla="*/ 26 w 30"/>
                <a:gd name="T9" fmla="*/ 9 h 18"/>
                <a:gd name="T10" fmla="*/ 26 w 30"/>
                <a:gd name="T11" fmla="*/ 15 h 1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0" h="18">
                  <a:moveTo>
                    <a:pt x="4" y="18"/>
                  </a:moveTo>
                  <a:cubicBezTo>
                    <a:pt x="3" y="15"/>
                    <a:pt x="0" y="11"/>
                    <a:pt x="2" y="8"/>
                  </a:cubicBezTo>
                  <a:cubicBezTo>
                    <a:pt x="4" y="4"/>
                    <a:pt x="8" y="2"/>
                    <a:pt x="12" y="1"/>
                  </a:cubicBezTo>
                  <a:cubicBezTo>
                    <a:pt x="15" y="1"/>
                    <a:pt x="19" y="0"/>
                    <a:pt x="23" y="1"/>
                  </a:cubicBezTo>
                  <a:cubicBezTo>
                    <a:pt x="27" y="2"/>
                    <a:pt x="28" y="5"/>
                    <a:pt x="29" y="9"/>
                  </a:cubicBezTo>
                  <a:cubicBezTo>
                    <a:pt x="30" y="12"/>
                    <a:pt x="30" y="15"/>
                    <a:pt x="29" y="18"/>
                  </a:cubicBezTo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9496" name="Freeform 703">
              <a:extLst>
                <a:ext uri="{FF2B5EF4-FFF2-40B4-BE49-F238E27FC236}">
                  <a16:creationId xmlns:a16="http://schemas.microsoft.com/office/drawing/2014/main" id="{E924A85F-F967-4D78-8D0C-AFC34C619F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5" y="2394"/>
              <a:ext cx="61" cy="54"/>
            </a:xfrm>
            <a:custGeom>
              <a:avLst/>
              <a:gdLst>
                <a:gd name="T0" fmla="*/ 0 w 64"/>
                <a:gd name="T1" fmla="*/ 0 h 57"/>
                <a:gd name="T2" fmla="*/ 2 w 64"/>
                <a:gd name="T3" fmla="*/ 9 h 57"/>
                <a:gd name="T4" fmla="*/ 8 w 64"/>
                <a:gd name="T5" fmla="*/ 14 h 57"/>
                <a:gd name="T6" fmla="*/ 13 w 64"/>
                <a:gd name="T7" fmla="*/ 20 h 57"/>
                <a:gd name="T8" fmla="*/ 20 w 64"/>
                <a:gd name="T9" fmla="*/ 25 h 57"/>
                <a:gd name="T10" fmla="*/ 31 w 64"/>
                <a:gd name="T11" fmla="*/ 32 h 57"/>
                <a:gd name="T12" fmla="*/ 42 w 64"/>
                <a:gd name="T13" fmla="*/ 41 h 57"/>
                <a:gd name="T14" fmla="*/ 49 w 64"/>
                <a:gd name="T15" fmla="*/ 45 h 57"/>
                <a:gd name="T16" fmla="*/ 55 w 64"/>
                <a:gd name="T17" fmla="*/ 48 h 5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4" h="57">
                  <a:moveTo>
                    <a:pt x="0" y="0"/>
                  </a:moveTo>
                  <a:cubicBezTo>
                    <a:pt x="1" y="3"/>
                    <a:pt x="0" y="6"/>
                    <a:pt x="2" y="9"/>
                  </a:cubicBezTo>
                  <a:cubicBezTo>
                    <a:pt x="3" y="12"/>
                    <a:pt x="5" y="15"/>
                    <a:pt x="8" y="17"/>
                  </a:cubicBezTo>
                  <a:cubicBezTo>
                    <a:pt x="10" y="19"/>
                    <a:pt x="13" y="21"/>
                    <a:pt x="16" y="23"/>
                  </a:cubicBezTo>
                  <a:cubicBezTo>
                    <a:pt x="18" y="25"/>
                    <a:pt x="20" y="27"/>
                    <a:pt x="23" y="29"/>
                  </a:cubicBezTo>
                  <a:cubicBezTo>
                    <a:pt x="27" y="32"/>
                    <a:pt x="32" y="35"/>
                    <a:pt x="36" y="38"/>
                  </a:cubicBezTo>
                  <a:cubicBezTo>
                    <a:pt x="40" y="40"/>
                    <a:pt x="44" y="44"/>
                    <a:pt x="48" y="47"/>
                  </a:cubicBezTo>
                  <a:cubicBezTo>
                    <a:pt x="50" y="49"/>
                    <a:pt x="53" y="51"/>
                    <a:pt x="57" y="53"/>
                  </a:cubicBezTo>
                  <a:cubicBezTo>
                    <a:pt x="59" y="54"/>
                    <a:pt x="63" y="55"/>
                    <a:pt x="64" y="57"/>
                  </a:cubicBezTo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9497" name="Freeform 704">
              <a:extLst>
                <a:ext uri="{FF2B5EF4-FFF2-40B4-BE49-F238E27FC236}">
                  <a16:creationId xmlns:a16="http://schemas.microsoft.com/office/drawing/2014/main" id="{9658A9FC-EB13-4787-8D35-FE467B35FD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1" y="2392"/>
              <a:ext cx="47" cy="45"/>
            </a:xfrm>
            <a:custGeom>
              <a:avLst/>
              <a:gdLst>
                <a:gd name="T0" fmla="*/ 43 w 49"/>
                <a:gd name="T1" fmla="*/ 39 h 48"/>
                <a:gd name="T2" fmla="*/ 37 w 49"/>
                <a:gd name="T3" fmla="*/ 35 h 48"/>
                <a:gd name="T4" fmla="*/ 33 w 49"/>
                <a:gd name="T5" fmla="*/ 30 h 48"/>
                <a:gd name="T6" fmla="*/ 20 w 49"/>
                <a:gd name="T7" fmla="*/ 20 h 48"/>
                <a:gd name="T8" fmla="*/ 12 w 49"/>
                <a:gd name="T9" fmla="*/ 11 h 48"/>
                <a:gd name="T10" fmla="*/ 5 w 49"/>
                <a:gd name="T11" fmla="*/ 5 h 48"/>
                <a:gd name="T12" fmla="*/ 0 w 49"/>
                <a:gd name="T13" fmla="*/ 0 h 4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9" h="48">
                  <a:moveTo>
                    <a:pt x="49" y="48"/>
                  </a:moveTo>
                  <a:cubicBezTo>
                    <a:pt x="47" y="45"/>
                    <a:pt x="45" y="44"/>
                    <a:pt x="43" y="42"/>
                  </a:cubicBezTo>
                  <a:cubicBezTo>
                    <a:pt x="41" y="40"/>
                    <a:pt x="39" y="38"/>
                    <a:pt x="37" y="36"/>
                  </a:cubicBezTo>
                  <a:cubicBezTo>
                    <a:pt x="32" y="32"/>
                    <a:pt x="28" y="27"/>
                    <a:pt x="23" y="23"/>
                  </a:cubicBezTo>
                  <a:cubicBezTo>
                    <a:pt x="20" y="20"/>
                    <a:pt x="16" y="17"/>
                    <a:pt x="12" y="14"/>
                  </a:cubicBezTo>
                  <a:cubicBezTo>
                    <a:pt x="9" y="12"/>
                    <a:pt x="7" y="9"/>
                    <a:pt x="5" y="5"/>
                  </a:cubicBezTo>
                  <a:cubicBezTo>
                    <a:pt x="3" y="4"/>
                    <a:pt x="1" y="1"/>
                    <a:pt x="0" y="0"/>
                  </a:cubicBezTo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9498" name="Freeform 705">
              <a:extLst>
                <a:ext uri="{FF2B5EF4-FFF2-40B4-BE49-F238E27FC236}">
                  <a16:creationId xmlns:a16="http://schemas.microsoft.com/office/drawing/2014/main" id="{4053EDA2-A713-45A2-9A53-0E32CF3139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9" y="1754"/>
              <a:ext cx="230" cy="85"/>
            </a:xfrm>
            <a:custGeom>
              <a:avLst/>
              <a:gdLst>
                <a:gd name="T0" fmla="*/ 4 w 241"/>
                <a:gd name="T1" fmla="*/ 17 h 89"/>
                <a:gd name="T2" fmla="*/ 16 w 241"/>
                <a:gd name="T3" fmla="*/ 4 h 89"/>
                <a:gd name="T4" fmla="*/ 48 w 241"/>
                <a:gd name="T5" fmla="*/ 6 h 89"/>
                <a:gd name="T6" fmla="*/ 91 w 241"/>
                <a:gd name="T7" fmla="*/ 10 h 89"/>
                <a:gd name="T8" fmla="*/ 182 w 241"/>
                <a:gd name="T9" fmla="*/ 21 h 89"/>
                <a:gd name="T10" fmla="*/ 192 w 241"/>
                <a:gd name="T11" fmla="*/ 26 h 89"/>
                <a:gd name="T12" fmla="*/ 200 w 241"/>
                <a:gd name="T13" fmla="*/ 31 h 89"/>
                <a:gd name="T14" fmla="*/ 207 w 241"/>
                <a:gd name="T15" fmla="*/ 49 h 89"/>
                <a:gd name="T16" fmla="*/ 197 w 241"/>
                <a:gd name="T17" fmla="*/ 59 h 89"/>
                <a:gd name="T18" fmla="*/ 181 w 241"/>
                <a:gd name="T19" fmla="*/ 71 h 89"/>
                <a:gd name="T20" fmla="*/ 167 w 241"/>
                <a:gd name="T21" fmla="*/ 77 h 8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41" h="89">
                  <a:moveTo>
                    <a:pt x="4" y="20"/>
                  </a:moveTo>
                  <a:cubicBezTo>
                    <a:pt x="0" y="7"/>
                    <a:pt x="10" y="6"/>
                    <a:pt x="19" y="4"/>
                  </a:cubicBezTo>
                  <a:cubicBezTo>
                    <a:pt x="29" y="1"/>
                    <a:pt x="45" y="0"/>
                    <a:pt x="54" y="6"/>
                  </a:cubicBezTo>
                  <a:cubicBezTo>
                    <a:pt x="54" y="6"/>
                    <a:pt x="79" y="12"/>
                    <a:pt x="105" y="10"/>
                  </a:cubicBezTo>
                  <a:cubicBezTo>
                    <a:pt x="132" y="8"/>
                    <a:pt x="190" y="14"/>
                    <a:pt x="210" y="24"/>
                  </a:cubicBezTo>
                  <a:cubicBezTo>
                    <a:pt x="212" y="25"/>
                    <a:pt x="218" y="28"/>
                    <a:pt x="221" y="29"/>
                  </a:cubicBezTo>
                  <a:cubicBezTo>
                    <a:pt x="225" y="31"/>
                    <a:pt x="228" y="33"/>
                    <a:pt x="231" y="36"/>
                  </a:cubicBezTo>
                  <a:cubicBezTo>
                    <a:pt x="236" y="41"/>
                    <a:pt x="241" y="49"/>
                    <a:pt x="238" y="56"/>
                  </a:cubicBezTo>
                  <a:cubicBezTo>
                    <a:pt x="236" y="62"/>
                    <a:pt x="231" y="65"/>
                    <a:pt x="226" y="68"/>
                  </a:cubicBezTo>
                  <a:cubicBezTo>
                    <a:pt x="220" y="72"/>
                    <a:pt x="215" y="79"/>
                    <a:pt x="209" y="82"/>
                  </a:cubicBezTo>
                  <a:cubicBezTo>
                    <a:pt x="203" y="86"/>
                    <a:pt x="197" y="87"/>
                    <a:pt x="192" y="89"/>
                  </a:cubicBezTo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9499" name="Freeform 706">
              <a:extLst>
                <a:ext uri="{FF2B5EF4-FFF2-40B4-BE49-F238E27FC236}">
                  <a16:creationId xmlns:a16="http://schemas.microsoft.com/office/drawing/2014/main" id="{420C9260-1454-4112-9D32-72B016BD89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6" y="1546"/>
              <a:ext cx="20" cy="262"/>
            </a:xfrm>
            <a:custGeom>
              <a:avLst/>
              <a:gdLst>
                <a:gd name="T0" fmla="*/ 18 w 21"/>
                <a:gd name="T1" fmla="*/ 0 h 274"/>
                <a:gd name="T2" fmla="*/ 10 w 21"/>
                <a:gd name="T3" fmla="*/ 22 h 274"/>
                <a:gd name="T4" fmla="*/ 11 w 21"/>
                <a:gd name="T5" fmla="*/ 33 h 274"/>
                <a:gd name="T6" fmla="*/ 9 w 21"/>
                <a:gd name="T7" fmla="*/ 87 h 274"/>
                <a:gd name="T8" fmla="*/ 1 w 21"/>
                <a:gd name="T9" fmla="*/ 165 h 274"/>
                <a:gd name="T10" fmla="*/ 6 w 21"/>
                <a:gd name="T11" fmla="*/ 209 h 274"/>
                <a:gd name="T12" fmla="*/ 0 w 21"/>
                <a:gd name="T13" fmla="*/ 240 h 27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" h="274">
                  <a:moveTo>
                    <a:pt x="21" y="0"/>
                  </a:moveTo>
                  <a:cubicBezTo>
                    <a:pt x="18" y="8"/>
                    <a:pt x="12" y="16"/>
                    <a:pt x="12" y="25"/>
                  </a:cubicBezTo>
                  <a:cubicBezTo>
                    <a:pt x="11" y="29"/>
                    <a:pt x="14" y="34"/>
                    <a:pt x="14" y="39"/>
                  </a:cubicBezTo>
                  <a:cubicBezTo>
                    <a:pt x="17" y="59"/>
                    <a:pt x="12" y="79"/>
                    <a:pt x="9" y="99"/>
                  </a:cubicBezTo>
                  <a:cubicBezTo>
                    <a:pt x="5" y="129"/>
                    <a:pt x="1" y="159"/>
                    <a:pt x="1" y="189"/>
                  </a:cubicBezTo>
                  <a:cubicBezTo>
                    <a:pt x="1" y="207"/>
                    <a:pt x="2" y="223"/>
                    <a:pt x="6" y="240"/>
                  </a:cubicBezTo>
                  <a:cubicBezTo>
                    <a:pt x="8" y="253"/>
                    <a:pt x="7" y="263"/>
                    <a:pt x="0" y="274"/>
                  </a:cubicBezTo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9500" name="Freeform 707">
              <a:extLst>
                <a:ext uri="{FF2B5EF4-FFF2-40B4-BE49-F238E27FC236}">
                  <a16:creationId xmlns:a16="http://schemas.microsoft.com/office/drawing/2014/main" id="{89DE89DE-83B2-4A72-8939-1F320B6AC4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7" y="1340"/>
              <a:ext cx="97" cy="130"/>
            </a:xfrm>
            <a:custGeom>
              <a:avLst/>
              <a:gdLst>
                <a:gd name="T0" fmla="*/ 2 w 102"/>
                <a:gd name="T1" fmla="*/ 3 h 136"/>
                <a:gd name="T2" fmla="*/ 0 w 102"/>
                <a:gd name="T3" fmla="*/ 0 h 136"/>
                <a:gd name="T4" fmla="*/ 49 w 102"/>
                <a:gd name="T5" fmla="*/ 32 h 136"/>
                <a:gd name="T6" fmla="*/ 65 w 102"/>
                <a:gd name="T7" fmla="*/ 71 h 136"/>
                <a:gd name="T8" fmla="*/ 87 w 102"/>
                <a:gd name="T9" fmla="*/ 119 h 1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2" h="136">
                  <a:moveTo>
                    <a:pt x="2" y="3"/>
                  </a:moveTo>
                  <a:cubicBezTo>
                    <a:pt x="1" y="2"/>
                    <a:pt x="0" y="1"/>
                    <a:pt x="0" y="0"/>
                  </a:cubicBezTo>
                  <a:cubicBezTo>
                    <a:pt x="17" y="14"/>
                    <a:pt x="44" y="18"/>
                    <a:pt x="57" y="37"/>
                  </a:cubicBezTo>
                  <a:cubicBezTo>
                    <a:pt x="66" y="50"/>
                    <a:pt x="71" y="66"/>
                    <a:pt x="76" y="81"/>
                  </a:cubicBezTo>
                  <a:cubicBezTo>
                    <a:pt x="83" y="100"/>
                    <a:pt x="93" y="117"/>
                    <a:pt x="102" y="136"/>
                  </a:cubicBezTo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9501" name="Freeform 708">
              <a:extLst>
                <a:ext uri="{FF2B5EF4-FFF2-40B4-BE49-F238E27FC236}">
                  <a16:creationId xmlns:a16="http://schemas.microsoft.com/office/drawing/2014/main" id="{A1321173-C4A7-461A-8124-86E9B433F7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6" y="1551"/>
              <a:ext cx="111" cy="161"/>
            </a:xfrm>
            <a:custGeom>
              <a:avLst/>
              <a:gdLst>
                <a:gd name="T0" fmla="*/ 0 w 116"/>
                <a:gd name="T1" fmla="*/ 0 h 169"/>
                <a:gd name="T2" fmla="*/ 45 w 116"/>
                <a:gd name="T3" fmla="*/ 78 h 169"/>
                <a:gd name="T4" fmla="*/ 74 w 116"/>
                <a:gd name="T5" fmla="*/ 114 h 169"/>
                <a:gd name="T6" fmla="*/ 101 w 116"/>
                <a:gd name="T7" fmla="*/ 146 h 16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6" h="169">
                  <a:moveTo>
                    <a:pt x="0" y="0"/>
                  </a:moveTo>
                  <a:cubicBezTo>
                    <a:pt x="20" y="28"/>
                    <a:pt x="31" y="61"/>
                    <a:pt x="51" y="90"/>
                  </a:cubicBezTo>
                  <a:cubicBezTo>
                    <a:pt x="61" y="105"/>
                    <a:pt x="72" y="118"/>
                    <a:pt x="84" y="132"/>
                  </a:cubicBezTo>
                  <a:cubicBezTo>
                    <a:pt x="94" y="144"/>
                    <a:pt x="103" y="161"/>
                    <a:pt x="116" y="169"/>
                  </a:cubicBezTo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9502" name="Freeform 709">
              <a:extLst>
                <a:ext uri="{FF2B5EF4-FFF2-40B4-BE49-F238E27FC236}">
                  <a16:creationId xmlns:a16="http://schemas.microsoft.com/office/drawing/2014/main" id="{1E232116-458C-4816-92B1-72AF3DC0AFC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2" y="1225"/>
              <a:ext cx="287" cy="212"/>
            </a:xfrm>
            <a:custGeom>
              <a:avLst/>
              <a:gdLst>
                <a:gd name="T0" fmla="*/ 0 w 300"/>
                <a:gd name="T1" fmla="*/ 0 h 222"/>
                <a:gd name="T2" fmla="*/ 79 w 300"/>
                <a:gd name="T3" fmla="*/ 76 h 222"/>
                <a:gd name="T4" fmla="*/ 171 w 300"/>
                <a:gd name="T5" fmla="*/ 154 h 222"/>
                <a:gd name="T6" fmla="*/ 226 w 300"/>
                <a:gd name="T7" fmla="*/ 182 h 222"/>
                <a:gd name="T8" fmla="*/ 263 w 300"/>
                <a:gd name="T9" fmla="*/ 192 h 2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0" h="222">
                  <a:moveTo>
                    <a:pt x="0" y="0"/>
                  </a:moveTo>
                  <a:cubicBezTo>
                    <a:pt x="36" y="19"/>
                    <a:pt x="63" y="58"/>
                    <a:pt x="91" y="88"/>
                  </a:cubicBezTo>
                  <a:cubicBezTo>
                    <a:pt x="122" y="120"/>
                    <a:pt x="159" y="150"/>
                    <a:pt x="195" y="177"/>
                  </a:cubicBezTo>
                  <a:cubicBezTo>
                    <a:pt x="215" y="192"/>
                    <a:pt x="235" y="200"/>
                    <a:pt x="258" y="209"/>
                  </a:cubicBezTo>
                  <a:cubicBezTo>
                    <a:pt x="271" y="213"/>
                    <a:pt x="286" y="222"/>
                    <a:pt x="300" y="221"/>
                  </a:cubicBezTo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9503" name="Freeform 710">
              <a:extLst>
                <a:ext uri="{FF2B5EF4-FFF2-40B4-BE49-F238E27FC236}">
                  <a16:creationId xmlns:a16="http://schemas.microsoft.com/office/drawing/2014/main" id="{3F87E53C-6B2D-4AFC-B4C8-4AA816C52CC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9" y="1417"/>
              <a:ext cx="111" cy="87"/>
            </a:xfrm>
            <a:custGeom>
              <a:avLst/>
              <a:gdLst>
                <a:gd name="T0" fmla="*/ 0 w 116"/>
                <a:gd name="T1" fmla="*/ 0 h 91"/>
                <a:gd name="T2" fmla="*/ 41 w 116"/>
                <a:gd name="T3" fmla="*/ 40 h 91"/>
                <a:gd name="T4" fmla="*/ 101 w 116"/>
                <a:gd name="T5" fmla="*/ 79 h 9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6" h="91">
                  <a:moveTo>
                    <a:pt x="0" y="0"/>
                  </a:moveTo>
                  <a:cubicBezTo>
                    <a:pt x="20" y="13"/>
                    <a:pt x="30" y="29"/>
                    <a:pt x="47" y="46"/>
                  </a:cubicBezTo>
                  <a:cubicBezTo>
                    <a:pt x="67" y="67"/>
                    <a:pt x="89" y="80"/>
                    <a:pt x="116" y="91"/>
                  </a:cubicBezTo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9504" name="Freeform 711">
              <a:extLst>
                <a:ext uri="{FF2B5EF4-FFF2-40B4-BE49-F238E27FC236}">
                  <a16:creationId xmlns:a16="http://schemas.microsoft.com/office/drawing/2014/main" id="{AE84122E-7AEB-48B1-BE17-B19BF9E572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4" y="1246"/>
              <a:ext cx="28" cy="174"/>
            </a:xfrm>
            <a:custGeom>
              <a:avLst/>
              <a:gdLst>
                <a:gd name="T0" fmla="*/ 0 w 29"/>
                <a:gd name="T1" fmla="*/ 157 h 183"/>
                <a:gd name="T2" fmla="*/ 15 w 29"/>
                <a:gd name="T3" fmla="*/ 110 h 183"/>
                <a:gd name="T4" fmla="*/ 25 w 29"/>
                <a:gd name="T5" fmla="*/ 68 h 183"/>
                <a:gd name="T6" fmla="*/ 25 w 29"/>
                <a:gd name="T7" fmla="*/ 30 h 183"/>
                <a:gd name="T8" fmla="*/ 18 w 29"/>
                <a:gd name="T9" fmla="*/ 0 h 18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183">
                  <a:moveTo>
                    <a:pt x="0" y="183"/>
                  </a:moveTo>
                  <a:cubicBezTo>
                    <a:pt x="1" y="164"/>
                    <a:pt x="12" y="146"/>
                    <a:pt x="18" y="128"/>
                  </a:cubicBezTo>
                  <a:cubicBezTo>
                    <a:pt x="23" y="113"/>
                    <a:pt x="27" y="96"/>
                    <a:pt x="28" y="80"/>
                  </a:cubicBezTo>
                  <a:cubicBezTo>
                    <a:pt x="29" y="65"/>
                    <a:pt x="29" y="51"/>
                    <a:pt x="28" y="36"/>
                  </a:cubicBezTo>
                  <a:cubicBezTo>
                    <a:pt x="27" y="26"/>
                    <a:pt x="27" y="8"/>
                    <a:pt x="21" y="0"/>
                  </a:cubicBezTo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9505" name="Freeform 712">
              <a:extLst>
                <a:ext uri="{FF2B5EF4-FFF2-40B4-BE49-F238E27FC236}">
                  <a16:creationId xmlns:a16="http://schemas.microsoft.com/office/drawing/2014/main" id="{5C716C01-45AC-4A88-A85B-F7860E0A9F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1" y="1679"/>
              <a:ext cx="20" cy="185"/>
            </a:xfrm>
            <a:custGeom>
              <a:avLst/>
              <a:gdLst>
                <a:gd name="T0" fmla="*/ 20 w 20"/>
                <a:gd name="T1" fmla="*/ 168 h 194"/>
                <a:gd name="T2" fmla="*/ 13 w 20"/>
                <a:gd name="T3" fmla="*/ 69 h 194"/>
                <a:gd name="T4" fmla="*/ 3 w 20"/>
                <a:gd name="T5" fmla="*/ 0 h 19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194">
                  <a:moveTo>
                    <a:pt x="20" y="194"/>
                  </a:moveTo>
                  <a:cubicBezTo>
                    <a:pt x="20" y="156"/>
                    <a:pt x="19" y="117"/>
                    <a:pt x="13" y="80"/>
                  </a:cubicBezTo>
                  <a:cubicBezTo>
                    <a:pt x="9" y="55"/>
                    <a:pt x="0" y="26"/>
                    <a:pt x="3" y="0"/>
                  </a:cubicBezTo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9506" name="Freeform 713">
              <a:extLst>
                <a:ext uri="{FF2B5EF4-FFF2-40B4-BE49-F238E27FC236}">
                  <a16:creationId xmlns:a16="http://schemas.microsoft.com/office/drawing/2014/main" id="{A2F0ED35-46A4-410A-B6D9-FA4AD078FC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0" y="1553"/>
              <a:ext cx="30" cy="182"/>
            </a:xfrm>
            <a:custGeom>
              <a:avLst/>
              <a:gdLst>
                <a:gd name="T0" fmla="*/ 28 w 31"/>
                <a:gd name="T1" fmla="*/ 0 h 191"/>
                <a:gd name="T2" fmla="*/ 23 w 31"/>
                <a:gd name="T3" fmla="*/ 51 h 191"/>
                <a:gd name="T4" fmla="*/ 16 w 31"/>
                <a:gd name="T5" fmla="*/ 91 h 191"/>
                <a:gd name="T6" fmla="*/ 12 w 31"/>
                <a:gd name="T7" fmla="*/ 125 h 191"/>
                <a:gd name="T8" fmla="*/ 0 w 31"/>
                <a:gd name="T9" fmla="*/ 165 h 19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191">
                  <a:moveTo>
                    <a:pt x="31" y="0"/>
                  </a:moveTo>
                  <a:cubicBezTo>
                    <a:pt x="31" y="20"/>
                    <a:pt x="27" y="40"/>
                    <a:pt x="26" y="60"/>
                  </a:cubicBezTo>
                  <a:cubicBezTo>
                    <a:pt x="25" y="76"/>
                    <a:pt x="23" y="90"/>
                    <a:pt x="19" y="106"/>
                  </a:cubicBezTo>
                  <a:cubicBezTo>
                    <a:pt x="16" y="119"/>
                    <a:pt x="14" y="132"/>
                    <a:pt x="12" y="145"/>
                  </a:cubicBezTo>
                  <a:cubicBezTo>
                    <a:pt x="9" y="160"/>
                    <a:pt x="1" y="177"/>
                    <a:pt x="0" y="191"/>
                  </a:cubicBezTo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9507" name="Freeform 714">
              <a:extLst>
                <a:ext uri="{FF2B5EF4-FFF2-40B4-BE49-F238E27FC236}">
                  <a16:creationId xmlns:a16="http://schemas.microsoft.com/office/drawing/2014/main" id="{2F0F68C5-9B75-44D8-B1E7-9A9FAAD6ED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7" y="1511"/>
              <a:ext cx="22" cy="31"/>
            </a:xfrm>
            <a:custGeom>
              <a:avLst/>
              <a:gdLst>
                <a:gd name="T0" fmla="*/ 0 w 23"/>
                <a:gd name="T1" fmla="*/ 29 h 32"/>
                <a:gd name="T2" fmla="*/ 20 w 23"/>
                <a:gd name="T3" fmla="*/ 0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32">
                  <a:moveTo>
                    <a:pt x="0" y="32"/>
                  </a:moveTo>
                  <a:cubicBezTo>
                    <a:pt x="3" y="23"/>
                    <a:pt x="16" y="8"/>
                    <a:pt x="23" y="0"/>
                  </a:cubicBezTo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9508" name="Freeform 715">
              <a:extLst>
                <a:ext uri="{FF2B5EF4-FFF2-40B4-BE49-F238E27FC236}">
                  <a16:creationId xmlns:a16="http://schemas.microsoft.com/office/drawing/2014/main" id="{B6D3B318-5B46-44BF-86B8-6EDF6CB6A83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6" y="1421"/>
              <a:ext cx="23" cy="101"/>
            </a:xfrm>
            <a:custGeom>
              <a:avLst/>
              <a:gdLst>
                <a:gd name="T0" fmla="*/ 0 w 24"/>
                <a:gd name="T1" fmla="*/ 91 h 106"/>
                <a:gd name="T2" fmla="*/ 21 w 24"/>
                <a:gd name="T3" fmla="*/ 0 h 10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106">
                  <a:moveTo>
                    <a:pt x="0" y="106"/>
                  </a:moveTo>
                  <a:cubicBezTo>
                    <a:pt x="12" y="73"/>
                    <a:pt x="20" y="35"/>
                    <a:pt x="24" y="0"/>
                  </a:cubicBezTo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9509" name="Freeform 716">
              <a:extLst>
                <a:ext uri="{FF2B5EF4-FFF2-40B4-BE49-F238E27FC236}">
                  <a16:creationId xmlns:a16="http://schemas.microsoft.com/office/drawing/2014/main" id="{D46094FE-8FD1-4083-8957-F3CECE8A9D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4" y="1560"/>
              <a:ext cx="172" cy="208"/>
            </a:xfrm>
            <a:custGeom>
              <a:avLst/>
              <a:gdLst>
                <a:gd name="T0" fmla="*/ 3 w 180"/>
                <a:gd name="T1" fmla="*/ 60 h 218"/>
                <a:gd name="T2" fmla="*/ 2 w 180"/>
                <a:gd name="T3" fmla="*/ 23 h 218"/>
                <a:gd name="T4" fmla="*/ 1 w 180"/>
                <a:gd name="T5" fmla="*/ 0 h 218"/>
                <a:gd name="T6" fmla="*/ 31 w 180"/>
                <a:gd name="T7" fmla="*/ 1 h 218"/>
                <a:gd name="T8" fmla="*/ 70 w 180"/>
                <a:gd name="T9" fmla="*/ 1 h 218"/>
                <a:gd name="T10" fmla="*/ 104 w 180"/>
                <a:gd name="T11" fmla="*/ 2 h 218"/>
                <a:gd name="T12" fmla="*/ 129 w 180"/>
                <a:gd name="T13" fmla="*/ 3 h 218"/>
                <a:gd name="T14" fmla="*/ 149 w 180"/>
                <a:gd name="T15" fmla="*/ 3 h 218"/>
                <a:gd name="T16" fmla="*/ 154 w 180"/>
                <a:gd name="T17" fmla="*/ 3 h 218"/>
                <a:gd name="T18" fmla="*/ 154 w 180"/>
                <a:gd name="T19" fmla="*/ 20 h 218"/>
                <a:gd name="T20" fmla="*/ 150 w 180"/>
                <a:gd name="T21" fmla="*/ 72 h 218"/>
                <a:gd name="T22" fmla="*/ 149 w 180"/>
                <a:gd name="T23" fmla="*/ 114 h 218"/>
                <a:gd name="T24" fmla="*/ 149 w 180"/>
                <a:gd name="T25" fmla="*/ 148 h 218"/>
                <a:gd name="T26" fmla="*/ 147 w 180"/>
                <a:gd name="T27" fmla="*/ 175 h 218"/>
                <a:gd name="T28" fmla="*/ 135 w 180"/>
                <a:gd name="T29" fmla="*/ 182 h 218"/>
                <a:gd name="T30" fmla="*/ 113 w 180"/>
                <a:gd name="T31" fmla="*/ 187 h 218"/>
                <a:gd name="T32" fmla="*/ 102 w 180"/>
                <a:gd name="T33" fmla="*/ 189 h 218"/>
                <a:gd name="T34" fmla="*/ 88 w 180"/>
                <a:gd name="T35" fmla="*/ 189 h 218"/>
                <a:gd name="T36" fmla="*/ 60 w 180"/>
                <a:gd name="T37" fmla="*/ 189 h 218"/>
                <a:gd name="T38" fmla="*/ 34 w 180"/>
                <a:gd name="T39" fmla="*/ 184 h 218"/>
                <a:gd name="T40" fmla="*/ 19 w 180"/>
                <a:gd name="T41" fmla="*/ 179 h 218"/>
                <a:gd name="T42" fmla="*/ 15 w 180"/>
                <a:gd name="T43" fmla="*/ 156 h 218"/>
                <a:gd name="T44" fmla="*/ 14 w 180"/>
                <a:gd name="T45" fmla="*/ 127 h 218"/>
                <a:gd name="T46" fmla="*/ 13 w 180"/>
                <a:gd name="T47" fmla="*/ 112 h 218"/>
                <a:gd name="T48" fmla="*/ 13 w 180"/>
                <a:gd name="T49" fmla="*/ 98 h 218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80" h="218">
                  <a:moveTo>
                    <a:pt x="3" y="69"/>
                  </a:moveTo>
                  <a:cubicBezTo>
                    <a:pt x="0" y="55"/>
                    <a:pt x="1" y="40"/>
                    <a:pt x="2" y="26"/>
                  </a:cubicBezTo>
                  <a:cubicBezTo>
                    <a:pt x="2" y="20"/>
                    <a:pt x="5" y="5"/>
                    <a:pt x="1" y="0"/>
                  </a:cubicBezTo>
                  <a:cubicBezTo>
                    <a:pt x="13" y="3"/>
                    <a:pt x="25" y="0"/>
                    <a:pt x="36" y="1"/>
                  </a:cubicBezTo>
                  <a:cubicBezTo>
                    <a:pt x="51" y="2"/>
                    <a:pt x="66" y="1"/>
                    <a:pt x="80" y="1"/>
                  </a:cubicBezTo>
                  <a:cubicBezTo>
                    <a:pt x="93" y="1"/>
                    <a:pt x="106" y="1"/>
                    <a:pt x="119" y="2"/>
                  </a:cubicBezTo>
                  <a:cubicBezTo>
                    <a:pt x="129" y="3"/>
                    <a:pt x="138" y="4"/>
                    <a:pt x="148" y="3"/>
                  </a:cubicBezTo>
                  <a:cubicBezTo>
                    <a:pt x="156" y="3"/>
                    <a:pt x="163" y="3"/>
                    <a:pt x="171" y="3"/>
                  </a:cubicBezTo>
                  <a:cubicBezTo>
                    <a:pt x="172" y="3"/>
                    <a:pt x="176" y="3"/>
                    <a:pt x="177" y="3"/>
                  </a:cubicBezTo>
                  <a:cubicBezTo>
                    <a:pt x="180" y="6"/>
                    <a:pt x="177" y="20"/>
                    <a:pt x="177" y="23"/>
                  </a:cubicBezTo>
                  <a:cubicBezTo>
                    <a:pt x="175" y="43"/>
                    <a:pt x="172" y="63"/>
                    <a:pt x="172" y="83"/>
                  </a:cubicBezTo>
                  <a:cubicBezTo>
                    <a:pt x="171" y="99"/>
                    <a:pt x="172" y="115"/>
                    <a:pt x="171" y="131"/>
                  </a:cubicBezTo>
                  <a:cubicBezTo>
                    <a:pt x="171" y="144"/>
                    <a:pt x="171" y="157"/>
                    <a:pt x="171" y="170"/>
                  </a:cubicBezTo>
                  <a:cubicBezTo>
                    <a:pt x="171" y="181"/>
                    <a:pt x="171" y="191"/>
                    <a:pt x="168" y="201"/>
                  </a:cubicBezTo>
                  <a:cubicBezTo>
                    <a:pt x="166" y="207"/>
                    <a:pt x="160" y="207"/>
                    <a:pt x="155" y="210"/>
                  </a:cubicBezTo>
                  <a:cubicBezTo>
                    <a:pt x="147" y="213"/>
                    <a:pt x="139" y="215"/>
                    <a:pt x="130" y="215"/>
                  </a:cubicBezTo>
                  <a:cubicBezTo>
                    <a:pt x="126" y="215"/>
                    <a:pt x="121" y="217"/>
                    <a:pt x="117" y="217"/>
                  </a:cubicBezTo>
                  <a:cubicBezTo>
                    <a:pt x="111" y="217"/>
                    <a:pt x="105" y="216"/>
                    <a:pt x="100" y="217"/>
                  </a:cubicBezTo>
                  <a:cubicBezTo>
                    <a:pt x="90" y="217"/>
                    <a:pt x="79" y="218"/>
                    <a:pt x="69" y="217"/>
                  </a:cubicBezTo>
                  <a:cubicBezTo>
                    <a:pt x="59" y="216"/>
                    <a:pt x="50" y="214"/>
                    <a:pt x="40" y="212"/>
                  </a:cubicBezTo>
                  <a:cubicBezTo>
                    <a:pt x="35" y="211"/>
                    <a:pt x="27" y="210"/>
                    <a:pt x="22" y="206"/>
                  </a:cubicBezTo>
                  <a:cubicBezTo>
                    <a:pt x="17" y="202"/>
                    <a:pt x="19" y="187"/>
                    <a:pt x="18" y="180"/>
                  </a:cubicBezTo>
                  <a:cubicBezTo>
                    <a:pt x="17" y="169"/>
                    <a:pt x="18" y="158"/>
                    <a:pt x="17" y="146"/>
                  </a:cubicBezTo>
                  <a:cubicBezTo>
                    <a:pt x="17" y="140"/>
                    <a:pt x="16" y="135"/>
                    <a:pt x="16" y="129"/>
                  </a:cubicBezTo>
                  <a:cubicBezTo>
                    <a:pt x="16" y="124"/>
                    <a:pt x="18" y="118"/>
                    <a:pt x="16" y="113"/>
                  </a:cubicBezTo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9510" name="Freeform 717">
              <a:extLst>
                <a:ext uri="{FF2B5EF4-FFF2-40B4-BE49-F238E27FC236}">
                  <a16:creationId xmlns:a16="http://schemas.microsoft.com/office/drawing/2014/main" id="{88345BA3-B673-4391-8CC1-1F0EAAA6EA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5" y="1581"/>
              <a:ext cx="130" cy="160"/>
            </a:xfrm>
            <a:custGeom>
              <a:avLst/>
              <a:gdLst>
                <a:gd name="T0" fmla="*/ 10 w 136"/>
                <a:gd name="T1" fmla="*/ 79 h 168"/>
                <a:gd name="T2" fmla="*/ 6 w 136"/>
                <a:gd name="T3" fmla="*/ 45 h 168"/>
                <a:gd name="T4" fmla="*/ 3 w 136"/>
                <a:gd name="T5" fmla="*/ 24 h 168"/>
                <a:gd name="T6" fmla="*/ 0 w 136"/>
                <a:gd name="T7" fmla="*/ 7 h 168"/>
                <a:gd name="T8" fmla="*/ 38 w 136"/>
                <a:gd name="T9" fmla="*/ 9 h 168"/>
                <a:gd name="T10" fmla="*/ 78 w 136"/>
                <a:gd name="T11" fmla="*/ 7 h 168"/>
                <a:gd name="T12" fmla="*/ 107 w 136"/>
                <a:gd name="T13" fmla="*/ 1 h 168"/>
                <a:gd name="T14" fmla="*/ 115 w 136"/>
                <a:gd name="T15" fmla="*/ 7 h 168"/>
                <a:gd name="T16" fmla="*/ 116 w 136"/>
                <a:gd name="T17" fmla="*/ 56 h 168"/>
                <a:gd name="T18" fmla="*/ 119 w 136"/>
                <a:gd name="T19" fmla="*/ 94 h 168"/>
                <a:gd name="T20" fmla="*/ 117 w 136"/>
                <a:gd name="T21" fmla="*/ 135 h 168"/>
                <a:gd name="T22" fmla="*/ 106 w 136"/>
                <a:gd name="T23" fmla="*/ 142 h 168"/>
                <a:gd name="T24" fmla="*/ 78 w 136"/>
                <a:gd name="T25" fmla="*/ 145 h 168"/>
                <a:gd name="T26" fmla="*/ 32 w 136"/>
                <a:gd name="T27" fmla="*/ 143 h 168"/>
                <a:gd name="T28" fmla="*/ 12 w 136"/>
                <a:gd name="T29" fmla="*/ 136 h 168"/>
                <a:gd name="T30" fmla="*/ 12 w 136"/>
                <a:gd name="T31" fmla="*/ 103 h 168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36" h="168">
                  <a:moveTo>
                    <a:pt x="10" y="91"/>
                  </a:moveTo>
                  <a:cubicBezTo>
                    <a:pt x="4" y="81"/>
                    <a:pt x="7" y="62"/>
                    <a:pt x="6" y="51"/>
                  </a:cubicBezTo>
                  <a:cubicBezTo>
                    <a:pt x="5" y="43"/>
                    <a:pt x="5" y="35"/>
                    <a:pt x="3" y="27"/>
                  </a:cubicBezTo>
                  <a:cubicBezTo>
                    <a:pt x="2" y="21"/>
                    <a:pt x="1" y="13"/>
                    <a:pt x="0" y="7"/>
                  </a:cubicBezTo>
                  <a:cubicBezTo>
                    <a:pt x="14" y="6"/>
                    <a:pt x="29" y="9"/>
                    <a:pt x="44" y="9"/>
                  </a:cubicBezTo>
                  <a:cubicBezTo>
                    <a:pt x="59" y="9"/>
                    <a:pt x="75" y="9"/>
                    <a:pt x="90" y="7"/>
                  </a:cubicBezTo>
                  <a:cubicBezTo>
                    <a:pt x="101" y="7"/>
                    <a:pt x="111" y="1"/>
                    <a:pt x="122" y="1"/>
                  </a:cubicBezTo>
                  <a:cubicBezTo>
                    <a:pt x="128" y="0"/>
                    <a:pt x="131" y="0"/>
                    <a:pt x="132" y="7"/>
                  </a:cubicBezTo>
                  <a:cubicBezTo>
                    <a:pt x="135" y="26"/>
                    <a:pt x="132" y="46"/>
                    <a:pt x="133" y="65"/>
                  </a:cubicBezTo>
                  <a:cubicBezTo>
                    <a:pt x="134" y="80"/>
                    <a:pt x="135" y="94"/>
                    <a:pt x="136" y="109"/>
                  </a:cubicBezTo>
                  <a:cubicBezTo>
                    <a:pt x="136" y="124"/>
                    <a:pt x="136" y="141"/>
                    <a:pt x="134" y="156"/>
                  </a:cubicBezTo>
                  <a:cubicBezTo>
                    <a:pt x="133" y="162"/>
                    <a:pt x="127" y="163"/>
                    <a:pt x="121" y="164"/>
                  </a:cubicBezTo>
                  <a:cubicBezTo>
                    <a:pt x="111" y="166"/>
                    <a:pt x="100" y="168"/>
                    <a:pt x="90" y="168"/>
                  </a:cubicBezTo>
                  <a:cubicBezTo>
                    <a:pt x="72" y="168"/>
                    <a:pt x="55" y="167"/>
                    <a:pt x="37" y="166"/>
                  </a:cubicBezTo>
                  <a:cubicBezTo>
                    <a:pt x="29" y="165"/>
                    <a:pt x="15" y="167"/>
                    <a:pt x="15" y="157"/>
                  </a:cubicBezTo>
                  <a:cubicBezTo>
                    <a:pt x="15" y="146"/>
                    <a:pt x="18" y="130"/>
                    <a:pt x="15" y="119"/>
                  </a:cubicBezTo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9511" name="Freeform 718">
              <a:extLst>
                <a:ext uri="{FF2B5EF4-FFF2-40B4-BE49-F238E27FC236}">
                  <a16:creationId xmlns:a16="http://schemas.microsoft.com/office/drawing/2014/main" id="{3B0FE28C-B59B-44E3-B1F8-A59876BD95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1" y="1624"/>
              <a:ext cx="121" cy="5"/>
            </a:xfrm>
            <a:custGeom>
              <a:avLst/>
              <a:gdLst>
                <a:gd name="T0" fmla="*/ 0 w 127"/>
                <a:gd name="T1" fmla="*/ 3 h 6"/>
                <a:gd name="T2" fmla="*/ 34 w 127"/>
                <a:gd name="T3" fmla="*/ 3 h 6"/>
                <a:gd name="T4" fmla="*/ 68 w 127"/>
                <a:gd name="T5" fmla="*/ 3 h 6"/>
                <a:gd name="T6" fmla="*/ 110 w 127"/>
                <a:gd name="T7" fmla="*/ 0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7" h="6">
                  <a:moveTo>
                    <a:pt x="0" y="4"/>
                  </a:moveTo>
                  <a:cubicBezTo>
                    <a:pt x="12" y="3"/>
                    <a:pt x="28" y="5"/>
                    <a:pt x="40" y="5"/>
                  </a:cubicBezTo>
                  <a:cubicBezTo>
                    <a:pt x="53" y="6"/>
                    <a:pt x="66" y="6"/>
                    <a:pt x="79" y="5"/>
                  </a:cubicBezTo>
                  <a:cubicBezTo>
                    <a:pt x="94" y="4"/>
                    <a:pt x="112" y="5"/>
                    <a:pt x="127" y="0"/>
                  </a:cubicBezTo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9512" name="Freeform 719">
              <a:extLst>
                <a:ext uri="{FF2B5EF4-FFF2-40B4-BE49-F238E27FC236}">
                  <a16:creationId xmlns:a16="http://schemas.microsoft.com/office/drawing/2014/main" id="{C4106527-013B-4588-9A7F-0EFD3E0D83B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4" y="1589"/>
              <a:ext cx="4" cy="40"/>
            </a:xfrm>
            <a:custGeom>
              <a:avLst/>
              <a:gdLst>
                <a:gd name="T0" fmla="*/ 2 w 4"/>
                <a:gd name="T1" fmla="*/ 36 h 42"/>
                <a:gd name="T2" fmla="*/ 1 w 4"/>
                <a:gd name="T3" fmla="*/ 13 h 42"/>
                <a:gd name="T4" fmla="*/ 0 w 4"/>
                <a:gd name="T5" fmla="*/ 0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2">
                  <a:moveTo>
                    <a:pt x="2" y="42"/>
                  </a:moveTo>
                  <a:cubicBezTo>
                    <a:pt x="4" y="35"/>
                    <a:pt x="2" y="23"/>
                    <a:pt x="1" y="16"/>
                  </a:cubicBezTo>
                  <a:cubicBezTo>
                    <a:pt x="1" y="10"/>
                    <a:pt x="0" y="5"/>
                    <a:pt x="0" y="0"/>
                  </a:cubicBezTo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9513" name="Freeform 720">
              <a:extLst>
                <a:ext uri="{FF2B5EF4-FFF2-40B4-BE49-F238E27FC236}">
                  <a16:creationId xmlns:a16="http://schemas.microsoft.com/office/drawing/2014/main" id="{BF5661F2-2582-409A-9840-FDA377961C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8" y="1649"/>
              <a:ext cx="43" cy="1"/>
            </a:xfrm>
            <a:custGeom>
              <a:avLst/>
              <a:gdLst>
                <a:gd name="T0" fmla="*/ 0 w 45"/>
                <a:gd name="T1" fmla="*/ 0 h 1"/>
                <a:gd name="T2" fmla="*/ 39 w 45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5" h="1">
                  <a:moveTo>
                    <a:pt x="0" y="0"/>
                  </a:moveTo>
                  <a:cubicBezTo>
                    <a:pt x="0" y="0"/>
                    <a:pt x="36" y="1"/>
                    <a:pt x="45" y="0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9514" name="Freeform 721">
              <a:extLst>
                <a:ext uri="{FF2B5EF4-FFF2-40B4-BE49-F238E27FC236}">
                  <a16:creationId xmlns:a16="http://schemas.microsoft.com/office/drawing/2014/main" id="{AF69EC07-5D85-41BA-90AA-0F068A3DD0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8" y="1662"/>
              <a:ext cx="43" cy="1"/>
            </a:xfrm>
            <a:custGeom>
              <a:avLst/>
              <a:gdLst>
                <a:gd name="T0" fmla="*/ 0 w 45"/>
                <a:gd name="T1" fmla="*/ 0 h 1"/>
                <a:gd name="T2" fmla="*/ 39 w 45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5" h="1">
                  <a:moveTo>
                    <a:pt x="0" y="0"/>
                  </a:moveTo>
                  <a:cubicBezTo>
                    <a:pt x="0" y="0"/>
                    <a:pt x="36" y="1"/>
                    <a:pt x="45" y="0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9515" name="Freeform 722">
              <a:extLst>
                <a:ext uri="{FF2B5EF4-FFF2-40B4-BE49-F238E27FC236}">
                  <a16:creationId xmlns:a16="http://schemas.microsoft.com/office/drawing/2014/main" id="{70E2E812-6C55-481B-8BFF-4CD9515D41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3" y="1687"/>
              <a:ext cx="77" cy="3"/>
            </a:xfrm>
            <a:custGeom>
              <a:avLst/>
              <a:gdLst>
                <a:gd name="T0" fmla="*/ 0 w 80"/>
                <a:gd name="T1" fmla="*/ 2 h 4"/>
                <a:gd name="T2" fmla="*/ 71 w 80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0" h="4">
                  <a:moveTo>
                    <a:pt x="0" y="4"/>
                  </a:moveTo>
                  <a:cubicBezTo>
                    <a:pt x="0" y="4"/>
                    <a:pt x="57" y="4"/>
                    <a:pt x="80" y="0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9516" name="Freeform 723">
              <a:extLst>
                <a:ext uri="{FF2B5EF4-FFF2-40B4-BE49-F238E27FC236}">
                  <a16:creationId xmlns:a16="http://schemas.microsoft.com/office/drawing/2014/main" id="{2069EEA5-8C96-41B7-AA86-BDAB5F6E2E9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0" y="1718"/>
              <a:ext cx="78" cy="4"/>
            </a:xfrm>
            <a:custGeom>
              <a:avLst/>
              <a:gdLst>
                <a:gd name="T0" fmla="*/ 0 w 81"/>
                <a:gd name="T1" fmla="*/ 0 h 4"/>
                <a:gd name="T2" fmla="*/ 72 w 81"/>
                <a:gd name="T3" fmla="*/ 1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1" h="4">
                  <a:moveTo>
                    <a:pt x="0" y="0"/>
                  </a:moveTo>
                  <a:cubicBezTo>
                    <a:pt x="0" y="0"/>
                    <a:pt x="66" y="4"/>
                    <a:pt x="81" y="1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9517" name="Freeform 724">
              <a:extLst>
                <a:ext uri="{FF2B5EF4-FFF2-40B4-BE49-F238E27FC236}">
                  <a16:creationId xmlns:a16="http://schemas.microsoft.com/office/drawing/2014/main" id="{548FCC12-C819-4F42-8EBF-9EA8EF9690C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3" y="1516"/>
              <a:ext cx="18" cy="45"/>
            </a:xfrm>
            <a:custGeom>
              <a:avLst/>
              <a:gdLst>
                <a:gd name="T0" fmla="*/ 4 w 19"/>
                <a:gd name="T1" fmla="*/ 41 h 47"/>
                <a:gd name="T2" fmla="*/ 16 w 19"/>
                <a:gd name="T3" fmla="*/ 41 h 47"/>
                <a:gd name="T4" fmla="*/ 9 w 19"/>
                <a:gd name="T5" fmla="*/ 0 h 47"/>
                <a:gd name="T6" fmla="*/ 4 w 19"/>
                <a:gd name="T7" fmla="*/ 41 h 4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47">
                  <a:moveTo>
                    <a:pt x="4" y="47"/>
                  </a:moveTo>
                  <a:cubicBezTo>
                    <a:pt x="19" y="47"/>
                    <a:pt x="19" y="47"/>
                    <a:pt x="19" y="47"/>
                  </a:cubicBezTo>
                  <a:cubicBezTo>
                    <a:pt x="19" y="47"/>
                    <a:pt x="18" y="0"/>
                    <a:pt x="9" y="0"/>
                  </a:cubicBezTo>
                  <a:cubicBezTo>
                    <a:pt x="0" y="0"/>
                    <a:pt x="4" y="47"/>
                    <a:pt x="4" y="47"/>
                  </a:cubicBezTo>
                  <a:close/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9518" name="Freeform 725">
              <a:extLst>
                <a:ext uri="{FF2B5EF4-FFF2-40B4-BE49-F238E27FC236}">
                  <a16:creationId xmlns:a16="http://schemas.microsoft.com/office/drawing/2014/main" id="{D7DBFAA4-54EF-42E1-8EB8-4F30ADA793B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2" y="1512"/>
              <a:ext cx="14" cy="76"/>
            </a:xfrm>
            <a:custGeom>
              <a:avLst/>
              <a:gdLst>
                <a:gd name="T0" fmla="*/ 5 w 15"/>
                <a:gd name="T1" fmla="*/ 0 h 80"/>
                <a:gd name="T2" fmla="*/ 5 w 15"/>
                <a:gd name="T3" fmla="*/ 67 h 80"/>
                <a:gd name="T4" fmla="*/ 12 w 15"/>
                <a:gd name="T5" fmla="*/ 68 h 80"/>
                <a:gd name="T6" fmla="*/ 5 w 15"/>
                <a:gd name="T7" fmla="*/ 0 h 8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80">
                  <a:moveTo>
                    <a:pt x="5" y="0"/>
                  </a:moveTo>
                  <a:cubicBezTo>
                    <a:pt x="0" y="0"/>
                    <a:pt x="5" y="79"/>
                    <a:pt x="5" y="79"/>
                  </a:cubicBezTo>
                  <a:cubicBezTo>
                    <a:pt x="15" y="80"/>
                    <a:pt x="15" y="80"/>
                    <a:pt x="15" y="80"/>
                  </a:cubicBezTo>
                  <a:cubicBezTo>
                    <a:pt x="15" y="80"/>
                    <a:pt x="14" y="0"/>
                    <a:pt x="5" y="0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9519" name="Freeform 726">
              <a:extLst>
                <a:ext uri="{FF2B5EF4-FFF2-40B4-BE49-F238E27FC236}">
                  <a16:creationId xmlns:a16="http://schemas.microsoft.com/office/drawing/2014/main" id="{1B00C5B3-5624-4031-B58A-9450AEFC45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4" y="1889"/>
              <a:ext cx="24" cy="6"/>
            </a:xfrm>
            <a:custGeom>
              <a:avLst/>
              <a:gdLst>
                <a:gd name="T0" fmla="*/ 0 w 25"/>
                <a:gd name="T1" fmla="*/ 6 h 6"/>
                <a:gd name="T2" fmla="*/ 22 w 25"/>
                <a:gd name="T3" fmla="*/ 2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6">
                  <a:moveTo>
                    <a:pt x="0" y="6"/>
                  </a:moveTo>
                  <a:cubicBezTo>
                    <a:pt x="0" y="6"/>
                    <a:pt x="12" y="0"/>
                    <a:pt x="25" y="2"/>
                  </a:cubicBezTo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9520" name="Freeform 727">
              <a:extLst>
                <a:ext uri="{FF2B5EF4-FFF2-40B4-BE49-F238E27FC236}">
                  <a16:creationId xmlns:a16="http://schemas.microsoft.com/office/drawing/2014/main" id="{DFBF7C26-AEF5-42DA-B000-B6C8F69B2A2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6" y="1022"/>
              <a:ext cx="89" cy="39"/>
            </a:xfrm>
            <a:custGeom>
              <a:avLst/>
              <a:gdLst>
                <a:gd name="T0" fmla="*/ 2 w 93"/>
                <a:gd name="T1" fmla="*/ 21 h 41"/>
                <a:gd name="T2" fmla="*/ 18 w 93"/>
                <a:gd name="T3" fmla="*/ 13 h 41"/>
                <a:gd name="T4" fmla="*/ 33 w 93"/>
                <a:gd name="T5" fmla="*/ 6 h 41"/>
                <a:gd name="T6" fmla="*/ 47 w 93"/>
                <a:gd name="T7" fmla="*/ 4 h 41"/>
                <a:gd name="T8" fmla="*/ 60 w 93"/>
                <a:gd name="T9" fmla="*/ 4 h 41"/>
                <a:gd name="T10" fmla="*/ 71 w 93"/>
                <a:gd name="T11" fmla="*/ 7 h 41"/>
                <a:gd name="T12" fmla="*/ 81 w 93"/>
                <a:gd name="T13" fmla="*/ 9 h 41"/>
                <a:gd name="T14" fmla="*/ 74 w 93"/>
                <a:gd name="T15" fmla="*/ 21 h 41"/>
                <a:gd name="T16" fmla="*/ 62 w 93"/>
                <a:gd name="T17" fmla="*/ 29 h 41"/>
                <a:gd name="T18" fmla="*/ 33 w 93"/>
                <a:gd name="T19" fmla="*/ 33 h 41"/>
                <a:gd name="T20" fmla="*/ 25 w 93"/>
                <a:gd name="T21" fmla="*/ 32 h 41"/>
                <a:gd name="T22" fmla="*/ 15 w 93"/>
                <a:gd name="T23" fmla="*/ 29 h 41"/>
                <a:gd name="T24" fmla="*/ 9 w 93"/>
                <a:gd name="T25" fmla="*/ 27 h 41"/>
                <a:gd name="T26" fmla="*/ 0 w 93"/>
                <a:gd name="T27" fmla="*/ 23 h 4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93" h="41">
                  <a:moveTo>
                    <a:pt x="2" y="24"/>
                  </a:moveTo>
                  <a:cubicBezTo>
                    <a:pt x="9" y="25"/>
                    <a:pt x="15" y="20"/>
                    <a:pt x="21" y="16"/>
                  </a:cubicBezTo>
                  <a:cubicBezTo>
                    <a:pt x="26" y="13"/>
                    <a:pt x="32" y="6"/>
                    <a:pt x="38" y="6"/>
                  </a:cubicBezTo>
                  <a:cubicBezTo>
                    <a:pt x="44" y="5"/>
                    <a:pt x="48" y="7"/>
                    <a:pt x="53" y="4"/>
                  </a:cubicBezTo>
                  <a:cubicBezTo>
                    <a:pt x="58" y="0"/>
                    <a:pt x="63" y="2"/>
                    <a:pt x="69" y="4"/>
                  </a:cubicBezTo>
                  <a:cubicBezTo>
                    <a:pt x="72" y="5"/>
                    <a:pt x="76" y="6"/>
                    <a:pt x="80" y="7"/>
                  </a:cubicBezTo>
                  <a:cubicBezTo>
                    <a:pt x="84" y="9"/>
                    <a:pt x="89" y="8"/>
                    <a:pt x="93" y="9"/>
                  </a:cubicBezTo>
                  <a:cubicBezTo>
                    <a:pt x="93" y="14"/>
                    <a:pt x="86" y="21"/>
                    <a:pt x="84" y="24"/>
                  </a:cubicBezTo>
                  <a:cubicBezTo>
                    <a:pt x="80" y="28"/>
                    <a:pt x="76" y="31"/>
                    <a:pt x="71" y="34"/>
                  </a:cubicBezTo>
                  <a:cubicBezTo>
                    <a:pt x="62" y="40"/>
                    <a:pt x="49" y="41"/>
                    <a:pt x="39" y="39"/>
                  </a:cubicBezTo>
                  <a:cubicBezTo>
                    <a:pt x="35" y="38"/>
                    <a:pt x="31" y="39"/>
                    <a:pt x="28" y="38"/>
                  </a:cubicBezTo>
                  <a:cubicBezTo>
                    <a:pt x="25" y="37"/>
                    <a:pt x="21" y="37"/>
                    <a:pt x="18" y="35"/>
                  </a:cubicBezTo>
                  <a:cubicBezTo>
                    <a:pt x="15" y="34"/>
                    <a:pt x="12" y="33"/>
                    <a:pt x="9" y="31"/>
                  </a:cubicBezTo>
                  <a:cubicBezTo>
                    <a:pt x="6" y="30"/>
                    <a:pt x="2" y="29"/>
                    <a:pt x="0" y="26"/>
                  </a:cubicBezTo>
                </a:path>
              </a:pathLst>
            </a:custGeom>
            <a:solidFill>
              <a:srgbClr val="F9DF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9521" name="Freeform 728">
              <a:extLst>
                <a:ext uri="{FF2B5EF4-FFF2-40B4-BE49-F238E27FC236}">
                  <a16:creationId xmlns:a16="http://schemas.microsoft.com/office/drawing/2014/main" id="{5AFEEBCE-44CF-404E-A987-49F6F41E9C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6" y="1020"/>
              <a:ext cx="105" cy="26"/>
            </a:xfrm>
            <a:custGeom>
              <a:avLst/>
              <a:gdLst>
                <a:gd name="T0" fmla="*/ 96 w 109"/>
                <a:gd name="T1" fmla="*/ 6 h 28"/>
                <a:gd name="T2" fmla="*/ 89 w 109"/>
                <a:gd name="T3" fmla="*/ 7 h 28"/>
                <a:gd name="T4" fmla="*/ 84 w 109"/>
                <a:gd name="T5" fmla="*/ 7 h 28"/>
                <a:gd name="T6" fmla="*/ 66 w 109"/>
                <a:gd name="T7" fmla="*/ 2 h 28"/>
                <a:gd name="T8" fmla="*/ 61 w 109"/>
                <a:gd name="T9" fmla="*/ 0 h 28"/>
                <a:gd name="T10" fmla="*/ 56 w 109"/>
                <a:gd name="T11" fmla="*/ 4 h 28"/>
                <a:gd name="T12" fmla="*/ 52 w 109"/>
                <a:gd name="T13" fmla="*/ 7 h 28"/>
                <a:gd name="T14" fmla="*/ 45 w 109"/>
                <a:gd name="T15" fmla="*/ 6 h 28"/>
                <a:gd name="T16" fmla="*/ 40 w 109"/>
                <a:gd name="T17" fmla="*/ 5 h 28"/>
                <a:gd name="T18" fmla="*/ 37 w 109"/>
                <a:gd name="T19" fmla="*/ 7 h 28"/>
                <a:gd name="T20" fmla="*/ 33 w 109"/>
                <a:gd name="T21" fmla="*/ 11 h 28"/>
                <a:gd name="T22" fmla="*/ 20 w 109"/>
                <a:gd name="T23" fmla="*/ 18 h 28"/>
                <a:gd name="T24" fmla="*/ 11 w 109"/>
                <a:gd name="T25" fmla="*/ 19 h 28"/>
                <a:gd name="T26" fmla="*/ 0 w 109"/>
                <a:gd name="T27" fmla="*/ 19 h 28"/>
                <a:gd name="T28" fmla="*/ 12 w 109"/>
                <a:gd name="T29" fmla="*/ 22 h 28"/>
                <a:gd name="T30" fmla="*/ 16 w 109"/>
                <a:gd name="T31" fmla="*/ 20 h 28"/>
                <a:gd name="T32" fmla="*/ 24 w 109"/>
                <a:gd name="T33" fmla="*/ 19 h 28"/>
                <a:gd name="T34" fmla="*/ 38 w 109"/>
                <a:gd name="T35" fmla="*/ 10 h 28"/>
                <a:gd name="T36" fmla="*/ 42 w 109"/>
                <a:gd name="T37" fmla="*/ 7 h 28"/>
                <a:gd name="T38" fmla="*/ 48 w 109"/>
                <a:gd name="T39" fmla="*/ 7 h 28"/>
                <a:gd name="T40" fmla="*/ 53 w 109"/>
                <a:gd name="T41" fmla="*/ 7 h 28"/>
                <a:gd name="T42" fmla="*/ 59 w 109"/>
                <a:gd name="T43" fmla="*/ 6 h 28"/>
                <a:gd name="T44" fmla="*/ 63 w 109"/>
                <a:gd name="T45" fmla="*/ 5 h 28"/>
                <a:gd name="T46" fmla="*/ 69 w 109"/>
                <a:gd name="T47" fmla="*/ 7 h 28"/>
                <a:gd name="T48" fmla="*/ 82 w 109"/>
                <a:gd name="T49" fmla="*/ 8 h 28"/>
                <a:gd name="T50" fmla="*/ 89 w 109"/>
                <a:gd name="T51" fmla="*/ 9 h 28"/>
                <a:gd name="T52" fmla="*/ 92 w 109"/>
                <a:gd name="T53" fmla="*/ 9 h 28"/>
                <a:gd name="T54" fmla="*/ 94 w 109"/>
                <a:gd name="T55" fmla="*/ 7 h 28"/>
                <a:gd name="T56" fmla="*/ 97 w 109"/>
                <a:gd name="T57" fmla="*/ 5 h 28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109" h="28">
                  <a:moveTo>
                    <a:pt x="108" y="6"/>
                  </a:moveTo>
                  <a:cubicBezTo>
                    <a:pt x="106" y="7"/>
                    <a:pt x="103" y="10"/>
                    <a:pt x="100" y="10"/>
                  </a:cubicBezTo>
                  <a:cubicBezTo>
                    <a:pt x="97" y="10"/>
                    <a:pt x="95" y="9"/>
                    <a:pt x="93" y="8"/>
                  </a:cubicBezTo>
                  <a:cubicBezTo>
                    <a:pt x="87" y="6"/>
                    <a:pt x="80" y="4"/>
                    <a:pt x="74" y="2"/>
                  </a:cubicBezTo>
                  <a:cubicBezTo>
                    <a:pt x="72" y="1"/>
                    <a:pt x="69" y="0"/>
                    <a:pt x="67" y="0"/>
                  </a:cubicBezTo>
                  <a:cubicBezTo>
                    <a:pt x="65" y="0"/>
                    <a:pt x="64" y="2"/>
                    <a:pt x="62" y="4"/>
                  </a:cubicBezTo>
                  <a:cubicBezTo>
                    <a:pt x="61" y="5"/>
                    <a:pt x="59" y="7"/>
                    <a:pt x="58" y="7"/>
                  </a:cubicBezTo>
                  <a:cubicBezTo>
                    <a:pt x="55" y="8"/>
                    <a:pt x="53" y="7"/>
                    <a:pt x="51" y="6"/>
                  </a:cubicBezTo>
                  <a:cubicBezTo>
                    <a:pt x="50" y="5"/>
                    <a:pt x="48" y="5"/>
                    <a:pt x="46" y="5"/>
                  </a:cubicBezTo>
                  <a:cubicBezTo>
                    <a:pt x="45" y="7"/>
                    <a:pt x="43" y="8"/>
                    <a:pt x="41" y="10"/>
                  </a:cubicBezTo>
                  <a:cubicBezTo>
                    <a:pt x="40" y="11"/>
                    <a:pt x="38" y="13"/>
                    <a:pt x="36" y="14"/>
                  </a:cubicBezTo>
                  <a:cubicBezTo>
                    <a:pt x="32" y="16"/>
                    <a:pt x="28" y="19"/>
                    <a:pt x="23" y="21"/>
                  </a:cubicBezTo>
                  <a:cubicBezTo>
                    <a:pt x="20" y="23"/>
                    <a:pt x="15" y="23"/>
                    <a:pt x="11" y="24"/>
                  </a:cubicBezTo>
                  <a:cubicBezTo>
                    <a:pt x="7" y="25"/>
                    <a:pt x="4" y="24"/>
                    <a:pt x="0" y="24"/>
                  </a:cubicBezTo>
                  <a:cubicBezTo>
                    <a:pt x="3" y="25"/>
                    <a:pt x="8" y="28"/>
                    <a:pt x="12" y="28"/>
                  </a:cubicBezTo>
                  <a:cubicBezTo>
                    <a:pt x="14" y="28"/>
                    <a:pt x="16" y="27"/>
                    <a:pt x="19" y="26"/>
                  </a:cubicBezTo>
                  <a:cubicBezTo>
                    <a:pt x="21" y="25"/>
                    <a:pt x="24" y="24"/>
                    <a:pt x="27" y="23"/>
                  </a:cubicBezTo>
                  <a:cubicBezTo>
                    <a:pt x="33" y="20"/>
                    <a:pt x="38" y="17"/>
                    <a:pt x="43" y="13"/>
                  </a:cubicBezTo>
                  <a:cubicBezTo>
                    <a:pt x="44" y="12"/>
                    <a:pt x="46" y="10"/>
                    <a:pt x="48" y="10"/>
                  </a:cubicBezTo>
                  <a:cubicBezTo>
                    <a:pt x="50" y="9"/>
                    <a:pt x="52" y="10"/>
                    <a:pt x="54" y="10"/>
                  </a:cubicBezTo>
                  <a:cubicBezTo>
                    <a:pt x="56" y="11"/>
                    <a:pt x="58" y="11"/>
                    <a:pt x="59" y="10"/>
                  </a:cubicBezTo>
                  <a:cubicBezTo>
                    <a:pt x="62" y="10"/>
                    <a:pt x="63" y="8"/>
                    <a:pt x="65" y="6"/>
                  </a:cubicBezTo>
                  <a:cubicBezTo>
                    <a:pt x="67" y="4"/>
                    <a:pt x="68" y="4"/>
                    <a:pt x="70" y="5"/>
                  </a:cubicBezTo>
                  <a:cubicBezTo>
                    <a:pt x="73" y="6"/>
                    <a:pt x="75" y="7"/>
                    <a:pt x="78" y="8"/>
                  </a:cubicBezTo>
                  <a:cubicBezTo>
                    <a:pt x="82" y="10"/>
                    <a:pt x="87" y="10"/>
                    <a:pt x="91" y="11"/>
                  </a:cubicBezTo>
                  <a:cubicBezTo>
                    <a:pt x="94" y="11"/>
                    <a:pt x="96" y="12"/>
                    <a:pt x="99" y="12"/>
                  </a:cubicBezTo>
                  <a:cubicBezTo>
                    <a:pt x="101" y="12"/>
                    <a:pt x="102" y="13"/>
                    <a:pt x="104" y="12"/>
                  </a:cubicBezTo>
                  <a:cubicBezTo>
                    <a:pt x="105" y="11"/>
                    <a:pt x="105" y="9"/>
                    <a:pt x="106" y="8"/>
                  </a:cubicBezTo>
                  <a:cubicBezTo>
                    <a:pt x="107" y="7"/>
                    <a:pt x="109" y="6"/>
                    <a:pt x="109" y="5"/>
                  </a:cubicBezTo>
                </a:path>
              </a:pathLst>
            </a:custGeom>
            <a:solidFill>
              <a:srgbClr val="EDC5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9522" name="Freeform 729">
              <a:extLst>
                <a:ext uri="{FF2B5EF4-FFF2-40B4-BE49-F238E27FC236}">
                  <a16:creationId xmlns:a16="http://schemas.microsoft.com/office/drawing/2014/main" id="{3E706BB7-B64C-4B99-A375-EBF7DE2807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7" y="1031"/>
              <a:ext cx="89" cy="32"/>
            </a:xfrm>
            <a:custGeom>
              <a:avLst/>
              <a:gdLst>
                <a:gd name="T0" fmla="*/ 2 w 93"/>
                <a:gd name="T1" fmla="*/ 16 h 33"/>
                <a:gd name="T2" fmla="*/ 0 w 93"/>
                <a:gd name="T3" fmla="*/ 16 h 33"/>
                <a:gd name="T4" fmla="*/ 11 w 93"/>
                <a:gd name="T5" fmla="*/ 21 h 33"/>
                <a:gd name="T6" fmla="*/ 13 w 93"/>
                <a:gd name="T7" fmla="*/ 24 h 33"/>
                <a:gd name="T8" fmla="*/ 20 w 93"/>
                <a:gd name="T9" fmla="*/ 26 h 33"/>
                <a:gd name="T10" fmla="*/ 39 w 93"/>
                <a:gd name="T11" fmla="*/ 29 h 33"/>
                <a:gd name="T12" fmla="*/ 57 w 93"/>
                <a:gd name="T13" fmla="*/ 24 h 33"/>
                <a:gd name="T14" fmla="*/ 73 w 93"/>
                <a:gd name="T15" fmla="*/ 14 h 33"/>
                <a:gd name="T16" fmla="*/ 81 w 93"/>
                <a:gd name="T17" fmla="*/ 0 h 33"/>
                <a:gd name="T18" fmla="*/ 73 w 93"/>
                <a:gd name="T19" fmla="*/ 9 h 33"/>
                <a:gd name="T20" fmla="*/ 67 w 93"/>
                <a:gd name="T21" fmla="*/ 16 h 33"/>
                <a:gd name="T22" fmla="*/ 52 w 93"/>
                <a:gd name="T23" fmla="*/ 24 h 33"/>
                <a:gd name="T24" fmla="*/ 33 w 93"/>
                <a:gd name="T25" fmla="*/ 25 h 33"/>
                <a:gd name="T26" fmla="*/ 18 w 93"/>
                <a:gd name="T27" fmla="*/ 22 h 33"/>
                <a:gd name="T28" fmla="*/ 9 w 93"/>
                <a:gd name="T29" fmla="*/ 18 h 33"/>
                <a:gd name="T30" fmla="*/ 0 w 93"/>
                <a:gd name="T31" fmla="*/ 16 h 33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93" h="33">
                  <a:moveTo>
                    <a:pt x="2" y="18"/>
                  </a:moveTo>
                  <a:cubicBezTo>
                    <a:pt x="1" y="18"/>
                    <a:pt x="1" y="19"/>
                    <a:pt x="0" y="18"/>
                  </a:cubicBezTo>
                  <a:cubicBezTo>
                    <a:pt x="4" y="20"/>
                    <a:pt x="8" y="22"/>
                    <a:pt x="12" y="24"/>
                  </a:cubicBezTo>
                  <a:cubicBezTo>
                    <a:pt x="13" y="25"/>
                    <a:pt x="15" y="26"/>
                    <a:pt x="16" y="27"/>
                  </a:cubicBezTo>
                  <a:cubicBezTo>
                    <a:pt x="19" y="28"/>
                    <a:pt x="21" y="28"/>
                    <a:pt x="23" y="29"/>
                  </a:cubicBezTo>
                  <a:cubicBezTo>
                    <a:pt x="30" y="31"/>
                    <a:pt x="38" y="33"/>
                    <a:pt x="45" y="32"/>
                  </a:cubicBezTo>
                  <a:cubicBezTo>
                    <a:pt x="52" y="31"/>
                    <a:pt x="60" y="30"/>
                    <a:pt x="66" y="27"/>
                  </a:cubicBezTo>
                  <a:cubicBezTo>
                    <a:pt x="72" y="24"/>
                    <a:pt x="79" y="20"/>
                    <a:pt x="83" y="14"/>
                  </a:cubicBezTo>
                  <a:cubicBezTo>
                    <a:pt x="87" y="9"/>
                    <a:pt x="90" y="5"/>
                    <a:pt x="93" y="0"/>
                  </a:cubicBezTo>
                  <a:cubicBezTo>
                    <a:pt x="90" y="3"/>
                    <a:pt x="86" y="6"/>
                    <a:pt x="83" y="9"/>
                  </a:cubicBezTo>
                  <a:cubicBezTo>
                    <a:pt x="81" y="12"/>
                    <a:pt x="78" y="14"/>
                    <a:pt x="76" y="16"/>
                  </a:cubicBezTo>
                  <a:cubicBezTo>
                    <a:pt x="72" y="22"/>
                    <a:pt x="65" y="25"/>
                    <a:pt x="59" y="27"/>
                  </a:cubicBezTo>
                  <a:cubicBezTo>
                    <a:pt x="52" y="28"/>
                    <a:pt x="45" y="28"/>
                    <a:pt x="38" y="28"/>
                  </a:cubicBezTo>
                  <a:cubicBezTo>
                    <a:pt x="32" y="27"/>
                    <a:pt x="26" y="27"/>
                    <a:pt x="21" y="25"/>
                  </a:cubicBezTo>
                  <a:cubicBezTo>
                    <a:pt x="17" y="24"/>
                    <a:pt x="13" y="23"/>
                    <a:pt x="9" y="21"/>
                  </a:cubicBezTo>
                  <a:cubicBezTo>
                    <a:pt x="6" y="21"/>
                    <a:pt x="2" y="21"/>
                    <a:pt x="0" y="19"/>
                  </a:cubicBezTo>
                </a:path>
              </a:pathLst>
            </a:custGeom>
            <a:solidFill>
              <a:srgbClr val="EDC5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9523" name="Freeform 730">
              <a:extLst>
                <a:ext uri="{FF2B5EF4-FFF2-40B4-BE49-F238E27FC236}">
                  <a16:creationId xmlns:a16="http://schemas.microsoft.com/office/drawing/2014/main" id="{54287FBB-F5E9-4FF9-B8E0-7072C79672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4" y="1029"/>
              <a:ext cx="32" cy="9"/>
            </a:xfrm>
            <a:custGeom>
              <a:avLst/>
              <a:gdLst>
                <a:gd name="T0" fmla="*/ 24 w 33"/>
                <a:gd name="T1" fmla="*/ 1 h 9"/>
                <a:gd name="T2" fmla="*/ 25 w 33"/>
                <a:gd name="T3" fmla="*/ 3 h 9"/>
                <a:gd name="T4" fmla="*/ 22 w 33"/>
                <a:gd name="T5" fmla="*/ 4 h 9"/>
                <a:gd name="T6" fmla="*/ 16 w 33"/>
                <a:gd name="T7" fmla="*/ 6 h 9"/>
                <a:gd name="T8" fmla="*/ 0 w 33"/>
                <a:gd name="T9" fmla="*/ 9 h 9"/>
                <a:gd name="T10" fmla="*/ 19 w 33"/>
                <a:gd name="T11" fmla="*/ 7 h 9"/>
                <a:gd name="T12" fmla="*/ 26 w 33"/>
                <a:gd name="T13" fmla="*/ 5 h 9"/>
                <a:gd name="T14" fmla="*/ 30 w 33"/>
                <a:gd name="T15" fmla="*/ 0 h 9"/>
                <a:gd name="T16" fmla="*/ 26 w 33"/>
                <a:gd name="T17" fmla="*/ 1 h 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3" h="9">
                  <a:moveTo>
                    <a:pt x="27" y="1"/>
                  </a:moveTo>
                  <a:cubicBezTo>
                    <a:pt x="28" y="2"/>
                    <a:pt x="28" y="2"/>
                    <a:pt x="28" y="3"/>
                  </a:cubicBezTo>
                  <a:cubicBezTo>
                    <a:pt x="27" y="3"/>
                    <a:pt x="25" y="4"/>
                    <a:pt x="25" y="4"/>
                  </a:cubicBezTo>
                  <a:cubicBezTo>
                    <a:pt x="22" y="5"/>
                    <a:pt x="19" y="6"/>
                    <a:pt x="16" y="6"/>
                  </a:cubicBezTo>
                  <a:cubicBezTo>
                    <a:pt x="11" y="7"/>
                    <a:pt x="5" y="9"/>
                    <a:pt x="0" y="9"/>
                  </a:cubicBezTo>
                  <a:cubicBezTo>
                    <a:pt x="8" y="8"/>
                    <a:pt x="15" y="9"/>
                    <a:pt x="22" y="7"/>
                  </a:cubicBezTo>
                  <a:cubicBezTo>
                    <a:pt x="24" y="6"/>
                    <a:pt x="27" y="6"/>
                    <a:pt x="29" y="5"/>
                  </a:cubicBezTo>
                  <a:cubicBezTo>
                    <a:pt x="31" y="4"/>
                    <a:pt x="32" y="2"/>
                    <a:pt x="33" y="0"/>
                  </a:cubicBezTo>
                  <a:cubicBezTo>
                    <a:pt x="32" y="1"/>
                    <a:pt x="30" y="1"/>
                    <a:pt x="29" y="1"/>
                  </a:cubicBezTo>
                </a:path>
              </a:pathLst>
            </a:custGeom>
            <a:solidFill>
              <a:srgbClr val="EDC5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9524" name="Freeform 731">
              <a:extLst>
                <a:ext uri="{FF2B5EF4-FFF2-40B4-BE49-F238E27FC236}">
                  <a16:creationId xmlns:a16="http://schemas.microsoft.com/office/drawing/2014/main" id="{8043A0D8-254E-47C3-862F-23ED0307FC1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4" y="1042"/>
              <a:ext cx="35" cy="6"/>
            </a:xfrm>
            <a:custGeom>
              <a:avLst/>
              <a:gdLst>
                <a:gd name="T0" fmla="*/ 5 w 37"/>
                <a:gd name="T1" fmla="*/ 3 h 7"/>
                <a:gd name="T2" fmla="*/ 17 w 37"/>
                <a:gd name="T3" fmla="*/ 3 h 7"/>
                <a:gd name="T4" fmla="*/ 25 w 37"/>
                <a:gd name="T5" fmla="*/ 2 h 7"/>
                <a:gd name="T6" fmla="*/ 31 w 37"/>
                <a:gd name="T7" fmla="*/ 0 h 7"/>
                <a:gd name="T8" fmla="*/ 26 w 37"/>
                <a:gd name="T9" fmla="*/ 2 h 7"/>
                <a:gd name="T10" fmla="*/ 20 w 37"/>
                <a:gd name="T11" fmla="*/ 3 h 7"/>
                <a:gd name="T12" fmla="*/ 10 w 37"/>
                <a:gd name="T13" fmla="*/ 4 h 7"/>
                <a:gd name="T14" fmla="*/ 0 w 37"/>
                <a:gd name="T15" fmla="*/ 3 h 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7" h="7">
                  <a:moveTo>
                    <a:pt x="5" y="3"/>
                  </a:moveTo>
                  <a:cubicBezTo>
                    <a:pt x="7" y="7"/>
                    <a:pt x="17" y="4"/>
                    <a:pt x="20" y="4"/>
                  </a:cubicBezTo>
                  <a:cubicBezTo>
                    <a:pt x="23" y="3"/>
                    <a:pt x="27" y="3"/>
                    <a:pt x="30" y="2"/>
                  </a:cubicBezTo>
                  <a:cubicBezTo>
                    <a:pt x="32" y="1"/>
                    <a:pt x="35" y="0"/>
                    <a:pt x="37" y="0"/>
                  </a:cubicBezTo>
                  <a:cubicBezTo>
                    <a:pt x="35" y="0"/>
                    <a:pt x="33" y="1"/>
                    <a:pt x="31" y="2"/>
                  </a:cubicBezTo>
                  <a:cubicBezTo>
                    <a:pt x="29" y="3"/>
                    <a:pt x="26" y="4"/>
                    <a:pt x="23" y="4"/>
                  </a:cubicBezTo>
                  <a:cubicBezTo>
                    <a:pt x="20" y="5"/>
                    <a:pt x="16" y="6"/>
                    <a:pt x="13" y="7"/>
                  </a:cubicBezTo>
                  <a:cubicBezTo>
                    <a:pt x="9" y="7"/>
                    <a:pt x="2" y="7"/>
                    <a:pt x="0" y="3"/>
                  </a:cubicBezTo>
                </a:path>
              </a:pathLst>
            </a:custGeom>
            <a:solidFill>
              <a:srgbClr val="EDC5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9525" name="Freeform 732">
              <a:extLst>
                <a:ext uri="{FF2B5EF4-FFF2-40B4-BE49-F238E27FC236}">
                  <a16:creationId xmlns:a16="http://schemas.microsoft.com/office/drawing/2014/main" id="{A8CF8DD9-2381-4E8A-98BA-B97881FB4D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8" y="1038"/>
              <a:ext cx="24" cy="5"/>
            </a:xfrm>
            <a:custGeom>
              <a:avLst/>
              <a:gdLst>
                <a:gd name="T0" fmla="*/ 0 w 25"/>
                <a:gd name="T1" fmla="*/ 5 h 5"/>
                <a:gd name="T2" fmla="*/ 12 w 25"/>
                <a:gd name="T3" fmla="*/ 4 h 5"/>
                <a:gd name="T4" fmla="*/ 22 w 25"/>
                <a:gd name="T5" fmla="*/ 0 h 5"/>
                <a:gd name="T6" fmla="*/ 12 w 25"/>
                <a:gd name="T7" fmla="*/ 5 h 5"/>
                <a:gd name="T8" fmla="*/ 3 w 25"/>
                <a:gd name="T9" fmla="*/ 5 h 5"/>
                <a:gd name="T10" fmla="*/ 3 w 25"/>
                <a:gd name="T11" fmla="*/ 4 h 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" h="5">
                  <a:moveTo>
                    <a:pt x="0" y="5"/>
                  </a:moveTo>
                  <a:cubicBezTo>
                    <a:pt x="4" y="4"/>
                    <a:pt x="9" y="5"/>
                    <a:pt x="14" y="4"/>
                  </a:cubicBezTo>
                  <a:cubicBezTo>
                    <a:pt x="18" y="3"/>
                    <a:pt x="21" y="1"/>
                    <a:pt x="25" y="0"/>
                  </a:cubicBezTo>
                  <a:cubicBezTo>
                    <a:pt x="23" y="3"/>
                    <a:pt x="18" y="5"/>
                    <a:pt x="15" y="5"/>
                  </a:cubicBezTo>
                  <a:cubicBezTo>
                    <a:pt x="12" y="5"/>
                    <a:pt x="7" y="4"/>
                    <a:pt x="3" y="5"/>
                  </a:cubicBezTo>
                  <a:cubicBezTo>
                    <a:pt x="3" y="5"/>
                    <a:pt x="3" y="4"/>
                    <a:pt x="3" y="4"/>
                  </a:cubicBezTo>
                </a:path>
              </a:pathLst>
            </a:custGeom>
            <a:solidFill>
              <a:srgbClr val="EDC5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9526" name="Freeform 733">
              <a:extLst>
                <a:ext uri="{FF2B5EF4-FFF2-40B4-BE49-F238E27FC236}">
                  <a16:creationId xmlns:a16="http://schemas.microsoft.com/office/drawing/2014/main" id="{5E2E1302-B688-4CC7-9C95-76E40BC3623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9" y="921"/>
              <a:ext cx="55" cy="28"/>
            </a:xfrm>
            <a:custGeom>
              <a:avLst/>
              <a:gdLst>
                <a:gd name="T0" fmla="*/ 47 w 58"/>
                <a:gd name="T1" fmla="*/ 11 h 29"/>
                <a:gd name="T2" fmla="*/ 18 w 58"/>
                <a:gd name="T3" fmla="*/ 5 h 29"/>
                <a:gd name="T4" fmla="*/ 0 w 58"/>
                <a:gd name="T5" fmla="*/ 21 h 29"/>
                <a:gd name="T6" fmla="*/ 26 w 58"/>
                <a:gd name="T7" fmla="*/ 21 h 29"/>
                <a:gd name="T8" fmla="*/ 43 w 58"/>
                <a:gd name="T9" fmla="*/ 14 h 29"/>
                <a:gd name="T10" fmla="*/ 47 w 58"/>
                <a:gd name="T11" fmla="*/ 11 h 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8" h="29">
                  <a:moveTo>
                    <a:pt x="56" y="11"/>
                  </a:moveTo>
                  <a:cubicBezTo>
                    <a:pt x="55" y="8"/>
                    <a:pt x="38" y="0"/>
                    <a:pt x="21" y="5"/>
                  </a:cubicBezTo>
                  <a:cubicBezTo>
                    <a:pt x="4" y="11"/>
                    <a:pt x="0" y="24"/>
                    <a:pt x="0" y="24"/>
                  </a:cubicBezTo>
                  <a:cubicBezTo>
                    <a:pt x="0" y="24"/>
                    <a:pt x="15" y="29"/>
                    <a:pt x="30" y="24"/>
                  </a:cubicBezTo>
                  <a:cubicBezTo>
                    <a:pt x="45" y="19"/>
                    <a:pt x="45" y="16"/>
                    <a:pt x="50" y="15"/>
                  </a:cubicBezTo>
                  <a:cubicBezTo>
                    <a:pt x="54" y="15"/>
                    <a:pt x="58" y="14"/>
                    <a:pt x="56" y="11"/>
                  </a:cubicBez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9527" name="Freeform 734">
              <a:extLst>
                <a:ext uri="{FF2B5EF4-FFF2-40B4-BE49-F238E27FC236}">
                  <a16:creationId xmlns:a16="http://schemas.microsoft.com/office/drawing/2014/main" id="{1C140B20-0DF4-49F2-9C48-FDED1BBC78B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1" y="907"/>
              <a:ext cx="57" cy="20"/>
            </a:xfrm>
            <a:custGeom>
              <a:avLst/>
              <a:gdLst>
                <a:gd name="T0" fmla="*/ 1 w 59"/>
                <a:gd name="T1" fmla="*/ 12 h 21"/>
                <a:gd name="T2" fmla="*/ 31 w 59"/>
                <a:gd name="T3" fmla="*/ 0 h 21"/>
                <a:gd name="T4" fmla="*/ 53 w 59"/>
                <a:gd name="T5" fmla="*/ 10 h 21"/>
                <a:gd name="T6" fmla="*/ 27 w 59"/>
                <a:gd name="T7" fmla="*/ 18 h 21"/>
                <a:gd name="T8" fmla="*/ 9 w 59"/>
                <a:gd name="T9" fmla="*/ 15 h 21"/>
                <a:gd name="T10" fmla="*/ 1 w 59"/>
                <a:gd name="T11" fmla="*/ 12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9" h="21">
                  <a:moveTo>
                    <a:pt x="1" y="15"/>
                  </a:moveTo>
                  <a:cubicBezTo>
                    <a:pt x="2" y="13"/>
                    <a:pt x="16" y="0"/>
                    <a:pt x="34" y="0"/>
                  </a:cubicBezTo>
                  <a:cubicBezTo>
                    <a:pt x="51" y="1"/>
                    <a:pt x="59" y="12"/>
                    <a:pt x="59" y="12"/>
                  </a:cubicBezTo>
                  <a:cubicBezTo>
                    <a:pt x="59" y="12"/>
                    <a:pt x="46" y="21"/>
                    <a:pt x="30" y="21"/>
                  </a:cubicBezTo>
                  <a:cubicBezTo>
                    <a:pt x="14" y="20"/>
                    <a:pt x="13" y="17"/>
                    <a:pt x="9" y="18"/>
                  </a:cubicBezTo>
                  <a:cubicBezTo>
                    <a:pt x="5" y="18"/>
                    <a:pt x="0" y="19"/>
                    <a:pt x="1" y="15"/>
                  </a:cubicBez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9528" name="Freeform 735">
              <a:extLst>
                <a:ext uri="{FF2B5EF4-FFF2-40B4-BE49-F238E27FC236}">
                  <a16:creationId xmlns:a16="http://schemas.microsoft.com/office/drawing/2014/main" id="{5CF775BF-BE85-490A-AA85-E5B1C781BA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4" y="924"/>
              <a:ext cx="20" cy="13"/>
            </a:xfrm>
            <a:custGeom>
              <a:avLst/>
              <a:gdLst>
                <a:gd name="T0" fmla="*/ 1 w 21"/>
                <a:gd name="T1" fmla="*/ 13 h 13"/>
                <a:gd name="T2" fmla="*/ 10 w 21"/>
                <a:gd name="T3" fmla="*/ 12 h 13"/>
                <a:gd name="T4" fmla="*/ 15 w 21"/>
                <a:gd name="T5" fmla="*/ 10 h 13"/>
                <a:gd name="T6" fmla="*/ 18 w 21"/>
                <a:gd name="T7" fmla="*/ 8 h 13"/>
                <a:gd name="T8" fmla="*/ 16 w 21"/>
                <a:gd name="T9" fmla="*/ 5 h 13"/>
                <a:gd name="T10" fmla="*/ 2 w 21"/>
                <a:gd name="T11" fmla="*/ 6 h 13"/>
                <a:gd name="T12" fmla="*/ 0 w 21"/>
                <a:gd name="T13" fmla="*/ 13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" h="13">
                  <a:moveTo>
                    <a:pt x="1" y="13"/>
                  </a:moveTo>
                  <a:cubicBezTo>
                    <a:pt x="1" y="13"/>
                    <a:pt x="9" y="12"/>
                    <a:pt x="10" y="12"/>
                  </a:cubicBezTo>
                  <a:cubicBezTo>
                    <a:pt x="13" y="11"/>
                    <a:pt x="15" y="10"/>
                    <a:pt x="18" y="10"/>
                  </a:cubicBezTo>
                  <a:cubicBezTo>
                    <a:pt x="19" y="10"/>
                    <a:pt x="21" y="10"/>
                    <a:pt x="21" y="8"/>
                  </a:cubicBezTo>
                  <a:cubicBezTo>
                    <a:pt x="21" y="7"/>
                    <a:pt x="20" y="6"/>
                    <a:pt x="19" y="5"/>
                  </a:cubicBezTo>
                  <a:cubicBezTo>
                    <a:pt x="15" y="0"/>
                    <a:pt x="6" y="2"/>
                    <a:pt x="2" y="6"/>
                  </a:cubicBezTo>
                  <a:cubicBezTo>
                    <a:pt x="1" y="8"/>
                    <a:pt x="0" y="10"/>
                    <a:pt x="0" y="13"/>
                  </a:cubicBezTo>
                </a:path>
              </a:pathLst>
            </a:custGeom>
            <a:solidFill>
              <a:srgbClr val="2D54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9529" name="Freeform 736">
              <a:extLst>
                <a:ext uri="{FF2B5EF4-FFF2-40B4-BE49-F238E27FC236}">
                  <a16:creationId xmlns:a16="http://schemas.microsoft.com/office/drawing/2014/main" id="{2A2D74F9-146A-40B8-AB57-350DE63CC19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0" y="908"/>
              <a:ext cx="21" cy="10"/>
            </a:xfrm>
            <a:custGeom>
              <a:avLst/>
              <a:gdLst>
                <a:gd name="T0" fmla="*/ 0 w 22"/>
                <a:gd name="T1" fmla="*/ 10 h 10"/>
                <a:gd name="T2" fmla="*/ 11 w 22"/>
                <a:gd name="T3" fmla="*/ 10 h 10"/>
                <a:gd name="T4" fmla="*/ 16 w 22"/>
                <a:gd name="T5" fmla="*/ 10 h 10"/>
                <a:gd name="T6" fmla="*/ 19 w 22"/>
                <a:gd name="T7" fmla="*/ 9 h 10"/>
                <a:gd name="T8" fmla="*/ 14 w 22"/>
                <a:gd name="T9" fmla="*/ 2 h 10"/>
                <a:gd name="T10" fmla="*/ 7 w 22"/>
                <a:gd name="T11" fmla="*/ 1 h 10"/>
                <a:gd name="T12" fmla="*/ 0 w 22"/>
                <a:gd name="T13" fmla="*/ 10 h 1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" h="10">
                  <a:moveTo>
                    <a:pt x="0" y="10"/>
                  </a:moveTo>
                  <a:cubicBezTo>
                    <a:pt x="5" y="10"/>
                    <a:pt x="10" y="10"/>
                    <a:pt x="14" y="10"/>
                  </a:cubicBezTo>
                  <a:cubicBezTo>
                    <a:pt x="16" y="10"/>
                    <a:pt x="18" y="10"/>
                    <a:pt x="19" y="10"/>
                  </a:cubicBezTo>
                  <a:cubicBezTo>
                    <a:pt x="21" y="10"/>
                    <a:pt x="22" y="10"/>
                    <a:pt x="22" y="9"/>
                  </a:cubicBezTo>
                  <a:cubicBezTo>
                    <a:pt x="22" y="6"/>
                    <a:pt x="19" y="3"/>
                    <a:pt x="17" y="2"/>
                  </a:cubicBezTo>
                  <a:cubicBezTo>
                    <a:pt x="14" y="0"/>
                    <a:pt x="10" y="0"/>
                    <a:pt x="7" y="1"/>
                  </a:cubicBezTo>
                  <a:cubicBezTo>
                    <a:pt x="4" y="2"/>
                    <a:pt x="1" y="6"/>
                    <a:pt x="0" y="10"/>
                  </a:cubicBezTo>
                </a:path>
              </a:pathLst>
            </a:custGeom>
            <a:solidFill>
              <a:srgbClr val="2D54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9530" name="Freeform 737">
              <a:extLst>
                <a:ext uri="{FF2B5EF4-FFF2-40B4-BE49-F238E27FC236}">
                  <a16:creationId xmlns:a16="http://schemas.microsoft.com/office/drawing/2014/main" id="{C83E8D1C-7216-4ADE-B089-BD55021D5F8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4" y="911"/>
              <a:ext cx="11" cy="10"/>
            </a:xfrm>
            <a:custGeom>
              <a:avLst/>
              <a:gdLst>
                <a:gd name="T0" fmla="*/ 1 w 11"/>
                <a:gd name="T1" fmla="*/ 5 h 11"/>
                <a:gd name="T2" fmla="*/ 7 w 11"/>
                <a:gd name="T3" fmla="*/ 8 h 11"/>
                <a:gd name="T4" fmla="*/ 10 w 11"/>
                <a:gd name="T5" fmla="*/ 5 h 11"/>
                <a:gd name="T6" fmla="*/ 4 w 11"/>
                <a:gd name="T7" fmla="*/ 1 h 11"/>
                <a:gd name="T8" fmla="*/ 1 w 11"/>
                <a:gd name="T9" fmla="*/ 5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1">
                  <a:moveTo>
                    <a:pt x="1" y="7"/>
                  </a:moveTo>
                  <a:cubicBezTo>
                    <a:pt x="2" y="10"/>
                    <a:pt x="4" y="11"/>
                    <a:pt x="7" y="11"/>
                  </a:cubicBezTo>
                  <a:cubicBezTo>
                    <a:pt x="10" y="10"/>
                    <a:pt x="11" y="7"/>
                    <a:pt x="10" y="5"/>
                  </a:cubicBezTo>
                  <a:cubicBezTo>
                    <a:pt x="10" y="2"/>
                    <a:pt x="7" y="0"/>
                    <a:pt x="4" y="1"/>
                  </a:cubicBezTo>
                  <a:cubicBezTo>
                    <a:pt x="2" y="2"/>
                    <a:pt x="0" y="5"/>
                    <a:pt x="1" y="7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9531" name="Oval 738">
              <a:extLst>
                <a:ext uri="{FF2B5EF4-FFF2-40B4-BE49-F238E27FC236}">
                  <a16:creationId xmlns:a16="http://schemas.microsoft.com/office/drawing/2014/main" id="{44045286-B5B9-4972-BA90-CAAE56AEE6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92" y="912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532" name="Oval 739">
              <a:extLst>
                <a:ext uri="{FF2B5EF4-FFF2-40B4-BE49-F238E27FC236}">
                  <a16:creationId xmlns:a16="http://schemas.microsoft.com/office/drawing/2014/main" id="{9439A8B0-CC90-442A-8F29-426BA6A155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81" y="929"/>
              <a:ext cx="8" cy="10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533" name="Oval 740">
              <a:extLst>
                <a:ext uri="{FF2B5EF4-FFF2-40B4-BE49-F238E27FC236}">
                  <a16:creationId xmlns:a16="http://schemas.microsoft.com/office/drawing/2014/main" id="{CFC7208B-D04D-4E77-92A7-3ABC99BFC1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76" y="931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534" name="Freeform 741">
              <a:extLst>
                <a:ext uri="{FF2B5EF4-FFF2-40B4-BE49-F238E27FC236}">
                  <a16:creationId xmlns:a16="http://schemas.microsoft.com/office/drawing/2014/main" id="{B5E0E920-E59C-4330-9B5D-ECF609A6D6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8" y="836"/>
              <a:ext cx="29" cy="89"/>
            </a:xfrm>
            <a:custGeom>
              <a:avLst/>
              <a:gdLst>
                <a:gd name="T0" fmla="*/ 0 w 30"/>
                <a:gd name="T1" fmla="*/ 81 h 93"/>
                <a:gd name="T2" fmla="*/ 3 w 30"/>
                <a:gd name="T3" fmla="*/ 54 h 93"/>
                <a:gd name="T4" fmla="*/ 7 w 30"/>
                <a:gd name="T5" fmla="*/ 31 h 93"/>
                <a:gd name="T6" fmla="*/ 15 w 30"/>
                <a:gd name="T7" fmla="*/ 11 h 93"/>
                <a:gd name="T8" fmla="*/ 27 w 30"/>
                <a:gd name="T9" fmla="*/ 0 h 93"/>
                <a:gd name="T10" fmla="*/ 9 w 30"/>
                <a:gd name="T11" fmla="*/ 41 h 93"/>
                <a:gd name="T12" fmla="*/ 4 w 30"/>
                <a:gd name="T13" fmla="*/ 72 h 9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" h="93">
                  <a:moveTo>
                    <a:pt x="0" y="93"/>
                  </a:moveTo>
                  <a:cubicBezTo>
                    <a:pt x="0" y="83"/>
                    <a:pt x="1" y="73"/>
                    <a:pt x="3" y="62"/>
                  </a:cubicBezTo>
                  <a:cubicBezTo>
                    <a:pt x="4" y="53"/>
                    <a:pt x="4" y="43"/>
                    <a:pt x="7" y="34"/>
                  </a:cubicBezTo>
                  <a:cubicBezTo>
                    <a:pt x="10" y="27"/>
                    <a:pt x="13" y="19"/>
                    <a:pt x="17" y="14"/>
                  </a:cubicBezTo>
                  <a:cubicBezTo>
                    <a:pt x="20" y="9"/>
                    <a:pt x="26" y="5"/>
                    <a:pt x="30" y="0"/>
                  </a:cubicBezTo>
                  <a:cubicBezTo>
                    <a:pt x="22" y="15"/>
                    <a:pt x="12" y="30"/>
                    <a:pt x="9" y="47"/>
                  </a:cubicBezTo>
                  <a:cubicBezTo>
                    <a:pt x="6" y="58"/>
                    <a:pt x="9" y="72"/>
                    <a:pt x="4" y="82"/>
                  </a:cubicBezTo>
                </a:path>
              </a:pathLst>
            </a:custGeom>
            <a:solidFill>
              <a:srgbClr val="82400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9535" name="Freeform 742">
              <a:extLst>
                <a:ext uri="{FF2B5EF4-FFF2-40B4-BE49-F238E27FC236}">
                  <a16:creationId xmlns:a16="http://schemas.microsoft.com/office/drawing/2014/main" id="{26760503-0ED9-4B62-A5AC-3B9F49A2E4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4" y="833"/>
              <a:ext cx="19" cy="64"/>
            </a:xfrm>
            <a:custGeom>
              <a:avLst/>
              <a:gdLst>
                <a:gd name="T0" fmla="*/ 17 w 20"/>
                <a:gd name="T1" fmla="*/ 1 h 67"/>
                <a:gd name="T2" fmla="*/ 9 w 20"/>
                <a:gd name="T3" fmla="*/ 26 h 67"/>
                <a:gd name="T4" fmla="*/ 2 w 20"/>
                <a:gd name="T5" fmla="*/ 58 h 67"/>
                <a:gd name="T6" fmla="*/ 4 w 20"/>
                <a:gd name="T7" fmla="*/ 22 h 67"/>
                <a:gd name="T8" fmla="*/ 10 w 20"/>
                <a:gd name="T9" fmla="*/ 9 h 67"/>
                <a:gd name="T10" fmla="*/ 15 w 20"/>
                <a:gd name="T11" fmla="*/ 0 h 6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" h="67">
                  <a:moveTo>
                    <a:pt x="20" y="1"/>
                  </a:moveTo>
                  <a:cubicBezTo>
                    <a:pt x="12" y="7"/>
                    <a:pt x="8" y="20"/>
                    <a:pt x="9" y="29"/>
                  </a:cubicBezTo>
                  <a:cubicBezTo>
                    <a:pt x="10" y="41"/>
                    <a:pt x="5" y="55"/>
                    <a:pt x="2" y="67"/>
                  </a:cubicBezTo>
                  <a:cubicBezTo>
                    <a:pt x="2" y="53"/>
                    <a:pt x="0" y="39"/>
                    <a:pt x="4" y="25"/>
                  </a:cubicBezTo>
                  <a:cubicBezTo>
                    <a:pt x="5" y="19"/>
                    <a:pt x="7" y="15"/>
                    <a:pt x="11" y="9"/>
                  </a:cubicBezTo>
                  <a:cubicBezTo>
                    <a:pt x="13" y="6"/>
                    <a:pt x="16" y="3"/>
                    <a:pt x="18" y="0"/>
                  </a:cubicBezTo>
                </a:path>
              </a:pathLst>
            </a:custGeom>
            <a:solidFill>
              <a:srgbClr val="82400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9536" name="Freeform 743">
              <a:extLst>
                <a:ext uri="{FF2B5EF4-FFF2-40B4-BE49-F238E27FC236}">
                  <a16:creationId xmlns:a16="http://schemas.microsoft.com/office/drawing/2014/main" id="{D5BAE0BB-A088-4840-B1FB-36CD2B7BE24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9" y="882"/>
              <a:ext cx="20" cy="31"/>
            </a:xfrm>
            <a:custGeom>
              <a:avLst/>
              <a:gdLst>
                <a:gd name="T0" fmla="*/ 18 w 20"/>
                <a:gd name="T1" fmla="*/ 24 h 32"/>
                <a:gd name="T2" fmla="*/ 11 w 20"/>
                <a:gd name="T3" fmla="*/ 12 h 32"/>
                <a:gd name="T4" fmla="*/ 0 w 20"/>
                <a:gd name="T5" fmla="*/ 0 h 32"/>
                <a:gd name="T6" fmla="*/ 13 w 20"/>
                <a:gd name="T7" fmla="*/ 17 h 32"/>
                <a:gd name="T8" fmla="*/ 20 w 20"/>
                <a:gd name="T9" fmla="*/ 29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32">
                  <a:moveTo>
                    <a:pt x="18" y="27"/>
                  </a:moveTo>
                  <a:cubicBezTo>
                    <a:pt x="16" y="22"/>
                    <a:pt x="15" y="16"/>
                    <a:pt x="11" y="12"/>
                  </a:cubicBezTo>
                  <a:cubicBezTo>
                    <a:pt x="7" y="8"/>
                    <a:pt x="3" y="5"/>
                    <a:pt x="0" y="0"/>
                  </a:cubicBezTo>
                  <a:cubicBezTo>
                    <a:pt x="4" y="7"/>
                    <a:pt x="8" y="14"/>
                    <a:pt x="13" y="20"/>
                  </a:cubicBezTo>
                  <a:cubicBezTo>
                    <a:pt x="15" y="24"/>
                    <a:pt x="19" y="28"/>
                    <a:pt x="20" y="32"/>
                  </a:cubicBezTo>
                </a:path>
              </a:pathLst>
            </a:custGeom>
            <a:solidFill>
              <a:srgbClr val="82400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9537" name="Freeform 744">
              <a:extLst>
                <a:ext uri="{FF2B5EF4-FFF2-40B4-BE49-F238E27FC236}">
                  <a16:creationId xmlns:a16="http://schemas.microsoft.com/office/drawing/2014/main" id="{7153F614-2155-4FEF-A5EF-670895789B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1" y="804"/>
              <a:ext cx="47" cy="73"/>
            </a:xfrm>
            <a:custGeom>
              <a:avLst/>
              <a:gdLst>
                <a:gd name="T0" fmla="*/ 43 w 49"/>
                <a:gd name="T1" fmla="*/ 0 h 77"/>
                <a:gd name="T2" fmla="*/ 35 w 49"/>
                <a:gd name="T3" fmla="*/ 18 h 77"/>
                <a:gd name="T4" fmla="*/ 0 w 49"/>
                <a:gd name="T5" fmla="*/ 65 h 77"/>
                <a:gd name="T6" fmla="*/ 43 w 49"/>
                <a:gd name="T7" fmla="*/ 0 h 7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9" h="77">
                  <a:moveTo>
                    <a:pt x="49" y="0"/>
                  </a:moveTo>
                  <a:cubicBezTo>
                    <a:pt x="49" y="0"/>
                    <a:pt x="46" y="19"/>
                    <a:pt x="41" y="21"/>
                  </a:cubicBezTo>
                  <a:cubicBezTo>
                    <a:pt x="36" y="24"/>
                    <a:pt x="10" y="37"/>
                    <a:pt x="0" y="77"/>
                  </a:cubicBezTo>
                  <a:cubicBezTo>
                    <a:pt x="0" y="77"/>
                    <a:pt x="7" y="35"/>
                    <a:pt x="49" y="0"/>
                  </a:cubicBezTo>
                  <a:close/>
                </a:path>
              </a:pathLst>
            </a:custGeom>
            <a:solidFill>
              <a:srgbClr val="82400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9538" name="Freeform 745">
              <a:extLst>
                <a:ext uri="{FF2B5EF4-FFF2-40B4-BE49-F238E27FC236}">
                  <a16:creationId xmlns:a16="http://schemas.microsoft.com/office/drawing/2014/main" id="{7BBEA1EE-646D-4A04-8EA9-4AEFB1DAF8F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4" y="730"/>
              <a:ext cx="54" cy="83"/>
            </a:xfrm>
            <a:custGeom>
              <a:avLst/>
              <a:gdLst>
                <a:gd name="T0" fmla="*/ 50 w 56"/>
                <a:gd name="T1" fmla="*/ 37 h 87"/>
                <a:gd name="T2" fmla="*/ 40 w 56"/>
                <a:gd name="T3" fmla="*/ 30 h 87"/>
                <a:gd name="T4" fmla="*/ 25 w 56"/>
                <a:gd name="T5" fmla="*/ 18 h 87"/>
                <a:gd name="T6" fmla="*/ 0 w 56"/>
                <a:gd name="T7" fmla="*/ 0 h 87"/>
                <a:gd name="T8" fmla="*/ 15 w 56"/>
                <a:gd name="T9" fmla="*/ 13 h 87"/>
                <a:gd name="T10" fmla="*/ 35 w 56"/>
                <a:gd name="T11" fmla="*/ 30 h 87"/>
                <a:gd name="T12" fmla="*/ 15 w 56"/>
                <a:gd name="T13" fmla="*/ 19 h 87"/>
                <a:gd name="T14" fmla="*/ 25 w 56"/>
                <a:gd name="T15" fmla="*/ 27 h 87"/>
                <a:gd name="T16" fmla="*/ 6 w 56"/>
                <a:gd name="T17" fmla="*/ 23 h 87"/>
                <a:gd name="T18" fmla="*/ 23 w 56"/>
                <a:gd name="T19" fmla="*/ 30 h 87"/>
                <a:gd name="T20" fmla="*/ 2 w 56"/>
                <a:gd name="T21" fmla="*/ 37 h 87"/>
                <a:gd name="T22" fmla="*/ 39 w 56"/>
                <a:gd name="T23" fmla="*/ 34 h 87"/>
                <a:gd name="T24" fmla="*/ 19 w 56"/>
                <a:gd name="T25" fmla="*/ 40 h 87"/>
                <a:gd name="T26" fmla="*/ 29 w 56"/>
                <a:gd name="T27" fmla="*/ 39 h 87"/>
                <a:gd name="T28" fmla="*/ 18 w 56"/>
                <a:gd name="T29" fmla="*/ 48 h 87"/>
                <a:gd name="T30" fmla="*/ 7 w 56"/>
                <a:gd name="T31" fmla="*/ 59 h 87"/>
                <a:gd name="T32" fmla="*/ 21 w 56"/>
                <a:gd name="T33" fmla="*/ 52 h 87"/>
                <a:gd name="T34" fmla="*/ 8 w 56"/>
                <a:gd name="T35" fmla="*/ 75 h 87"/>
                <a:gd name="T36" fmla="*/ 26 w 56"/>
                <a:gd name="T37" fmla="*/ 62 h 87"/>
                <a:gd name="T38" fmla="*/ 35 w 56"/>
                <a:gd name="T39" fmla="*/ 52 h 87"/>
                <a:gd name="T40" fmla="*/ 41 w 56"/>
                <a:gd name="T41" fmla="*/ 49 h 87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56" h="87">
                  <a:moveTo>
                    <a:pt x="56" y="43"/>
                  </a:moveTo>
                  <a:cubicBezTo>
                    <a:pt x="53" y="44"/>
                    <a:pt x="47" y="37"/>
                    <a:pt x="44" y="35"/>
                  </a:cubicBezTo>
                  <a:cubicBezTo>
                    <a:pt x="39" y="30"/>
                    <a:pt x="33" y="25"/>
                    <a:pt x="28" y="21"/>
                  </a:cubicBezTo>
                  <a:cubicBezTo>
                    <a:pt x="20" y="14"/>
                    <a:pt x="10" y="3"/>
                    <a:pt x="0" y="0"/>
                  </a:cubicBezTo>
                  <a:cubicBezTo>
                    <a:pt x="7" y="3"/>
                    <a:pt x="13" y="10"/>
                    <a:pt x="18" y="16"/>
                  </a:cubicBezTo>
                  <a:cubicBezTo>
                    <a:pt x="25" y="22"/>
                    <a:pt x="32" y="28"/>
                    <a:pt x="38" y="35"/>
                  </a:cubicBezTo>
                  <a:cubicBezTo>
                    <a:pt x="33" y="29"/>
                    <a:pt x="25" y="25"/>
                    <a:pt x="18" y="22"/>
                  </a:cubicBezTo>
                  <a:cubicBezTo>
                    <a:pt x="21" y="25"/>
                    <a:pt x="26" y="26"/>
                    <a:pt x="28" y="30"/>
                  </a:cubicBezTo>
                  <a:cubicBezTo>
                    <a:pt x="22" y="27"/>
                    <a:pt x="12" y="25"/>
                    <a:pt x="6" y="26"/>
                  </a:cubicBezTo>
                  <a:cubicBezTo>
                    <a:pt x="12" y="28"/>
                    <a:pt x="21" y="31"/>
                    <a:pt x="26" y="35"/>
                  </a:cubicBezTo>
                  <a:cubicBezTo>
                    <a:pt x="19" y="35"/>
                    <a:pt x="8" y="38"/>
                    <a:pt x="2" y="43"/>
                  </a:cubicBezTo>
                  <a:cubicBezTo>
                    <a:pt x="15" y="42"/>
                    <a:pt x="29" y="37"/>
                    <a:pt x="42" y="40"/>
                  </a:cubicBezTo>
                  <a:cubicBezTo>
                    <a:pt x="35" y="40"/>
                    <a:pt x="28" y="43"/>
                    <a:pt x="22" y="46"/>
                  </a:cubicBezTo>
                  <a:cubicBezTo>
                    <a:pt x="26" y="46"/>
                    <a:pt x="29" y="45"/>
                    <a:pt x="32" y="45"/>
                  </a:cubicBezTo>
                  <a:cubicBezTo>
                    <a:pt x="31" y="49"/>
                    <a:pt x="24" y="52"/>
                    <a:pt x="21" y="55"/>
                  </a:cubicBezTo>
                  <a:cubicBezTo>
                    <a:pt x="17" y="58"/>
                    <a:pt x="10" y="63"/>
                    <a:pt x="7" y="68"/>
                  </a:cubicBezTo>
                  <a:cubicBezTo>
                    <a:pt x="12" y="70"/>
                    <a:pt x="20" y="61"/>
                    <a:pt x="24" y="60"/>
                  </a:cubicBezTo>
                  <a:cubicBezTo>
                    <a:pt x="20" y="69"/>
                    <a:pt x="10" y="77"/>
                    <a:pt x="8" y="87"/>
                  </a:cubicBezTo>
                  <a:cubicBezTo>
                    <a:pt x="15" y="83"/>
                    <a:pt x="24" y="76"/>
                    <a:pt x="29" y="71"/>
                  </a:cubicBezTo>
                  <a:cubicBezTo>
                    <a:pt x="32" y="67"/>
                    <a:pt x="35" y="64"/>
                    <a:pt x="38" y="61"/>
                  </a:cubicBezTo>
                  <a:cubicBezTo>
                    <a:pt x="41" y="59"/>
                    <a:pt x="44" y="58"/>
                    <a:pt x="46" y="56"/>
                  </a:cubicBezTo>
                </a:path>
              </a:pathLst>
            </a:custGeom>
            <a:solidFill>
              <a:srgbClr val="82400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9539" name="Freeform 746">
              <a:extLst>
                <a:ext uri="{FF2B5EF4-FFF2-40B4-BE49-F238E27FC236}">
                  <a16:creationId xmlns:a16="http://schemas.microsoft.com/office/drawing/2014/main" id="{B69DDE91-B4EC-46CA-B6EB-BAFC08B34B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3" y="749"/>
              <a:ext cx="76" cy="86"/>
            </a:xfrm>
            <a:custGeom>
              <a:avLst/>
              <a:gdLst>
                <a:gd name="T0" fmla="*/ 41 w 80"/>
                <a:gd name="T1" fmla="*/ 2 h 90"/>
                <a:gd name="T2" fmla="*/ 8 w 80"/>
                <a:gd name="T3" fmla="*/ 45 h 90"/>
                <a:gd name="T4" fmla="*/ 19 w 80"/>
                <a:gd name="T5" fmla="*/ 28 h 90"/>
                <a:gd name="T6" fmla="*/ 13 w 80"/>
                <a:gd name="T7" fmla="*/ 36 h 90"/>
                <a:gd name="T8" fmla="*/ 25 w 80"/>
                <a:gd name="T9" fmla="*/ 24 h 90"/>
                <a:gd name="T10" fmla="*/ 12 w 80"/>
                <a:gd name="T11" fmla="*/ 50 h 90"/>
                <a:gd name="T12" fmla="*/ 0 w 80"/>
                <a:gd name="T13" fmla="*/ 70 h 90"/>
                <a:gd name="T14" fmla="*/ 32 w 80"/>
                <a:gd name="T15" fmla="*/ 31 h 90"/>
                <a:gd name="T16" fmla="*/ 23 w 80"/>
                <a:gd name="T17" fmla="*/ 51 h 90"/>
                <a:gd name="T18" fmla="*/ 34 w 80"/>
                <a:gd name="T19" fmla="*/ 44 h 90"/>
                <a:gd name="T20" fmla="*/ 29 w 80"/>
                <a:gd name="T21" fmla="*/ 50 h 90"/>
                <a:gd name="T22" fmla="*/ 34 w 80"/>
                <a:gd name="T23" fmla="*/ 50 h 90"/>
                <a:gd name="T24" fmla="*/ 27 w 80"/>
                <a:gd name="T25" fmla="*/ 61 h 90"/>
                <a:gd name="T26" fmla="*/ 40 w 80"/>
                <a:gd name="T27" fmla="*/ 52 h 90"/>
                <a:gd name="T28" fmla="*/ 26 w 80"/>
                <a:gd name="T29" fmla="*/ 73 h 90"/>
                <a:gd name="T30" fmla="*/ 46 w 80"/>
                <a:gd name="T31" fmla="*/ 57 h 90"/>
                <a:gd name="T32" fmla="*/ 33 w 80"/>
                <a:gd name="T33" fmla="*/ 78 h 90"/>
                <a:gd name="T34" fmla="*/ 53 w 80"/>
                <a:gd name="T35" fmla="*/ 55 h 90"/>
                <a:gd name="T36" fmla="*/ 68 w 80"/>
                <a:gd name="T37" fmla="*/ 35 h 90"/>
                <a:gd name="T38" fmla="*/ 55 w 80"/>
                <a:gd name="T39" fmla="*/ 48 h 90"/>
                <a:gd name="T40" fmla="*/ 57 w 80"/>
                <a:gd name="T41" fmla="*/ 43 h 90"/>
                <a:gd name="T42" fmla="*/ 50 w 80"/>
                <a:gd name="T43" fmla="*/ 48 h 90"/>
                <a:gd name="T44" fmla="*/ 51 w 80"/>
                <a:gd name="T45" fmla="*/ 46 h 90"/>
                <a:gd name="T46" fmla="*/ 46 w 80"/>
                <a:gd name="T47" fmla="*/ 51 h 90"/>
                <a:gd name="T48" fmla="*/ 51 w 80"/>
                <a:gd name="T49" fmla="*/ 31 h 90"/>
                <a:gd name="T50" fmla="*/ 39 w 80"/>
                <a:gd name="T51" fmla="*/ 41 h 90"/>
                <a:gd name="T52" fmla="*/ 51 w 80"/>
                <a:gd name="T53" fmla="*/ 20 h 90"/>
                <a:gd name="T54" fmla="*/ 32 w 80"/>
                <a:gd name="T55" fmla="*/ 30 h 90"/>
                <a:gd name="T56" fmla="*/ 44 w 80"/>
                <a:gd name="T57" fmla="*/ 12 h 90"/>
                <a:gd name="T58" fmla="*/ 30 w 80"/>
                <a:gd name="T59" fmla="*/ 20 h 90"/>
                <a:gd name="T60" fmla="*/ 46 w 80"/>
                <a:gd name="T61" fmla="*/ 0 h 90"/>
                <a:gd name="T62" fmla="*/ 39 w 80"/>
                <a:gd name="T63" fmla="*/ 3 h 90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80" h="90">
                  <a:moveTo>
                    <a:pt x="47" y="2"/>
                  </a:moveTo>
                  <a:cubicBezTo>
                    <a:pt x="26" y="5"/>
                    <a:pt x="16" y="36"/>
                    <a:pt x="8" y="51"/>
                  </a:cubicBezTo>
                  <a:cubicBezTo>
                    <a:pt x="11" y="43"/>
                    <a:pt x="16" y="38"/>
                    <a:pt x="22" y="31"/>
                  </a:cubicBezTo>
                  <a:cubicBezTo>
                    <a:pt x="20" y="35"/>
                    <a:pt x="17" y="38"/>
                    <a:pt x="16" y="42"/>
                  </a:cubicBezTo>
                  <a:cubicBezTo>
                    <a:pt x="21" y="38"/>
                    <a:pt x="24" y="31"/>
                    <a:pt x="28" y="27"/>
                  </a:cubicBezTo>
                  <a:cubicBezTo>
                    <a:pt x="22" y="36"/>
                    <a:pt x="20" y="47"/>
                    <a:pt x="15" y="56"/>
                  </a:cubicBezTo>
                  <a:cubicBezTo>
                    <a:pt x="10" y="65"/>
                    <a:pt x="5" y="72"/>
                    <a:pt x="0" y="80"/>
                  </a:cubicBezTo>
                  <a:cubicBezTo>
                    <a:pt x="14" y="68"/>
                    <a:pt x="28" y="51"/>
                    <a:pt x="38" y="35"/>
                  </a:cubicBezTo>
                  <a:cubicBezTo>
                    <a:pt x="37" y="44"/>
                    <a:pt x="30" y="51"/>
                    <a:pt x="26" y="58"/>
                  </a:cubicBezTo>
                  <a:cubicBezTo>
                    <a:pt x="31" y="56"/>
                    <a:pt x="34" y="52"/>
                    <a:pt x="40" y="50"/>
                  </a:cubicBezTo>
                  <a:cubicBezTo>
                    <a:pt x="37" y="52"/>
                    <a:pt x="36" y="54"/>
                    <a:pt x="34" y="57"/>
                  </a:cubicBezTo>
                  <a:cubicBezTo>
                    <a:pt x="36" y="56"/>
                    <a:pt x="38" y="56"/>
                    <a:pt x="40" y="56"/>
                  </a:cubicBezTo>
                  <a:cubicBezTo>
                    <a:pt x="39" y="61"/>
                    <a:pt x="33" y="65"/>
                    <a:pt x="31" y="70"/>
                  </a:cubicBezTo>
                  <a:cubicBezTo>
                    <a:pt x="36" y="67"/>
                    <a:pt x="42" y="63"/>
                    <a:pt x="46" y="60"/>
                  </a:cubicBezTo>
                  <a:cubicBezTo>
                    <a:pt x="45" y="69"/>
                    <a:pt x="35" y="77"/>
                    <a:pt x="29" y="84"/>
                  </a:cubicBezTo>
                  <a:cubicBezTo>
                    <a:pt x="39" y="82"/>
                    <a:pt x="47" y="74"/>
                    <a:pt x="54" y="66"/>
                  </a:cubicBezTo>
                  <a:cubicBezTo>
                    <a:pt x="52" y="75"/>
                    <a:pt x="41" y="81"/>
                    <a:pt x="39" y="90"/>
                  </a:cubicBezTo>
                  <a:cubicBezTo>
                    <a:pt x="49" y="83"/>
                    <a:pt x="55" y="73"/>
                    <a:pt x="62" y="64"/>
                  </a:cubicBezTo>
                  <a:cubicBezTo>
                    <a:pt x="68" y="58"/>
                    <a:pt x="79" y="50"/>
                    <a:pt x="80" y="41"/>
                  </a:cubicBezTo>
                  <a:cubicBezTo>
                    <a:pt x="77" y="47"/>
                    <a:pt x="70" y="53"/>
                    <a:pt x="64" y="54"/>
                  </a:cubicBezTo>
                  <a:cubicBezTo>
                    <a:pt x="65" y="53"/>
                    <a:pt x="65" y="51"/>
                    <a:pt x="66" y="49"/>
                  </a:cubicBezTo>
                  <a:cubicBezTo>
                    <a:pt x="64" y="50"/>
                    <a:pt x="61" y="52"/>
                    <a:pt x="59" y="54"/>
                  </a:cubicBezTo>
                  <a:cubicBezTo>
                    <a:pt x="60" y="54"/>
                    <a:pt x="60" y="53"/>
                    <a:pt x="60" y="52"/>
                  </a:cubicBezTo>
                  <a:cubicBezTo>
                    <a:pt x="58" y="54"/>
                    <a:pt x="56" y="56"/>
                    <a:pt x="53" y="58"/>
                  </a:cubicBezTo>
                  <a:cubicBezTo>
                    <a:pt x="55" y="52"/>
                    <a:pt x="60" y="44"/>
                    <a:pt x="60" y="36"/>
                  </a:cubicBezTo>
                  <a:cubicBezTo>
                    <a:pt x="56" y="40"/>
                    <a:pt x="52" y="47"/>
                    <a:pt x="45" y="47"/>
                  </a:cubicBezTo>
                  <a:cubicBezTo>
                    <a:pt x="50" y="39"/>
                    <a:pt x="55" y="31"/>
                    <a:pt x="60" y="23"/>
                  </a:cubicBezTo>
                  <a:cubicBezTo>
                    <a:pt x="53" y="25"/>
                    <a:pt x="43" y="28"/>
                    <a:pt x="38" y="33"/>
                  </a:cubicBezTo>
                  <a:cubicBezTo>
                    <a:pt x="40" y="27"/>
                    <a:pt x="46" y="21"/>
                    <a:pt x="50" y="15"/>
                  </a:cubicBezTo>
                  <a:cubicBezTo>
                    <a:pt x="46" y="17"/>
                    <a:pt x="40" y="22"/>
                    <a:pt x="36" y="23"/>
                  </a:cubicBezTo>
                  <a:cubicBezTo>
                    <a:pt x="41" y="15"/>
                    <a:pt x="47" y="7"/>
                    <a:pt x="54" y="0"/>
                  </a:cubicBezTo>
                  <a:cubicBezTo>
                    <a:pt x="51" y="0"/>
                    <a:pt x="48" y="2"/>
                    <a:pt x="45" y="3"/>
                  </a:cubicBezTo>
                </a:path>
              </a:pathLst>
            </a:custGeom>
            <a:solidFill>
              <a:srgbClr val="B261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9540" name="Freeform 747">
              <a:extLst>
                <a:ext uri="{FF2B5EF4-FFF2-40B4-BE49-F238E27FC236}">
                  <a16:creationId xmlns:a16="http://schemas.microsoft.com/office/drawing/2014/main" id="{4275A6CE-5D2E-4D18-AC65-78442A7DF7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0" y="725"/>
              <a:ext cx="88" cy="58"/>
            </a:xfrm>
            <a:custGeom>
              <a:avLst/>
              <a:gdLst>
                <a:gd name="T0" fmla="*/ 69 w 92"/>
                <a:gd name="T1" fmla="*/ 0 h 61"/>
                <a:gd name="T2" fmla="*/ 52 w 92"/>
                <a:gd name="T3" fmla="*/ 8 h 61"/>
                <a:gd name="T4" fmla="*/ 32 w 92"/>
                <a:gd name="T5" fmla="*/ 22 h 61"/>
                <a:gd name="T6" fmla="*/ 0 w 92"/>
                <a:gd name="T7" fmla="*/ 52 h 61"/>
                <a:gd name="T8" fmla="*/ 20 w 92"/>
                <a:gd name="T9" fmla="*/ 36 h 61"/>
                <a:gd name="T10" fmla="*/ 11 w 92"/>
                <a:gd name="T11" fmla="*/ 46 h 61"/>
                <a:gd name="T12" fmla="*/ 54 w 92"/>
                <a:gd name="T13" fmla="*/ 14 h 61"/>
                <a:gd name="T14" fmla="*/ 29 w 92"/>
                <a:gd name="T15" fmla="*/ 40 h 61"/>
                <a:gd name="T16" fmla="*/ 37 w 92"/>
                <a:gd name="T17" fmla="*/ 31 h 61"/>
                <a:gd name="T18" fmla="*/ 33 w 92"/>
                <a:gd name="T19" fmla="*/ 38 h 61"/>
                <a:gd name="T20" fmla="*/ 80 w 92"/>
                <a:gd name="T21" fmla="*/ 11 h 61"/>
                <a:gd name="T22" fmla="*/ 61 w 92"/>
                <a:gd name="T23" fmla="*/ 11 h 61"/>
                <a:gd name="T24" fmla="*/ 68 w 92"/>
                <a:gd name="T25" fmla="*/ 10 h 61"/>
                <a:gd name="T26" fmla="*/ 62 w 92"/>
                <a:gd name="T27" fmla="*/ 7 h 61"/>
                <a:gd name="T28" fmla="*/ 71 w 92"/>
                <a:gd name="T29" fmla="*/ 0 h 61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92" h="61">
                  <a:moveTo>
                    <a:pt x="78" y="0"/>
                  </a:moveTo>
                  <a:cubicBezTo>
                    <a:pt x="74" y="4"/>
                    <a:pt x="65" y="5"/>
                    <a:pt x="59" y="8"/>
                  </a:cubicBezTo>
                  <a:cubicBezTo>
                    <a:pt x="51" y="13"/>
                    <a:pt x="44" y="19"/>
                    <a:pt x="37" y="25"/>
                  </a:cubicBezTo>
                  <a:cubicBezTo>
                    <a:pt x="23" y="36"/>
                    <a:pt x="8" y="44"/>
                    <a:pt x="0" y="61"/>
                  </a:cubicBezTo>
                  <a:cubicBezTo>
                    <a:pt x="4" y="54"/>
                    <a:pt x="16" y="45"/>
                    <a:pt x="23" y="42"/>
                  </a:cubicBezTo>
                  <a:cubicBezTo>
                    <a:pt x="21" y="46"/>
                    <a:pt x="17" y="49"/>
                    <a:pt x="14" y="53"/>
                  </a:cubicBezTo>
                  <a:cubicBezTo>
                    <a:pt x="32" y="45"/>
                    <a:pt x="42" y="24"/>
                    <a:pt x="62" y="17"/>
                  </a:cubicBezTo>
                  <a:cubicBezTo>
                    <a:pt x="51" y="25"/>
                    <a:pt x="43" y="37"/>
                    <a:pt x="32" y="46"/>
                  </a:cubicBezTo>
                  <a:cubicBezTo>
                    <a:pt x="34" y="42"/>
                    <a:pt x="39" y="38"/>
                    <a:pt x="43" y="37"/>
                  </a:cubicBezTo>
                  <a:cubicBezTo>
                    <a:pt x="42" y="39"/>
                    <a:pt x="40" y="42"/>
                    <a:pt x="38" y="44"/>
                  </a:cubicBezTo>
                  <a:cubicBezTo>
                    <a:pt x="52" y="29"/>
                    <a:pt x="70" y="9"/>
                    <a:pt x="92" y="14"/>
                  </a:cubicBezTo>
                  <a:cubicBezTo>
                    <a:pt x="86" y="10"/>
                    <a:pt x="77" y="12"/>
                    <a:pt x="70" y="14"/>
                  </a:cubicBezTo>
                  <a:cubicBezTo>
                    <a:pt x="72" y="13"/>
                    <a:pt x="75" y="11"/>
                    <a:pt x="77" y="10"/>
                  </a:cubicBezTo>
                  <a:cubicBezTo>
                    <a:pt x="75" y="10"/>
                    <a:pt x="72" y="8"/>
                    <a:pt x="71" y="7"/>
                  </a:cubicBezTo>
                  <a:cubicBezTo>
                    <a:pt x="74" y="5"/>
                    <a:pt x="77" y="2"/>
                    <a:pt x="81" y="0"/>
                  </a:cubicBezTo>
                </a:path>
              </a:pathLst>
            </a:custGeom>
            <a:solidFill>
              <a:srgbClr val="B261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9541" name="Freeform 748">
              <a:extLst>
                <a:ext uri="{FF2B5EF4-FFF2-40B4-BE49-F238E27FC236}">
                  <a16:creationId xmlns:a16="http://schemas.microsoft.com/office/drawing/2014/main" id="{6F593CD8-2995-4310-8433-08EA508784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0" y="822"/>
              <a:ext cx="56" cy="65"/>
            </a:xfrm>
            <a:custGeom>
              <a:avLst/>
              <a:gdLst>
                <a:gd name="T0" fmla="*/ 0 w 58"/>
                <a:gd name="T1" fmla="*/ 11 h 68"/>
                <a:gd name="T2" fmla="*/ 8 w 58"/>
                <a:gd name="T3" fmla="*/ 27 h 68"/>
                <a:gd name="T4" fmla="*/ 14 w 58"/>
                <a:gd name="T5" fmla="*/ 42 h 68"/>
                <a:gd name="T6" fmla="*/ 16 w 58"/>
                <a:gd name="T7" fmla="*/ 56 h 68"/>
                <a:gd name="T8" fmla="*/ 15 w 58"/>
                <a:gd name="T9" fmla="*/ 46 h 68"/>
                <a:gd name="T10" fmla="*/ 20 w 58"/>
                <a:gd name="T11" fmla="*/ 51 h 68"/>
                <a:gd name="T12" fmla="*/ 15 w 58"/>
                <a:gd name="T13" fmla="*/ 32 h 68"/>
                <a:gd name="T14" fmla="*/ 32 w 58"/>
                <a:gd name="T15" fmla="*/ 59 h 68"/>
                <a:gd name="T16" fmla="*/ 31 w 58"/>
                <a:gd name="T17" fmla="*/ 47 h 68"/>
                <a:gd name="T18" fmla="*/ 36 w 58"/>
                <a:gd name="T19" fmla="*/ 51 h 68"/>
                <a:gd name="T20" fmla="*/ 35 w 58"/>
                <a:gd name="T21" fmla="*/ 48 h 68"/>
                <a:gd name="T22" fmla="*/ 41 w 58"/>
                <a:gd name="T23" fmla="*/ 52 h 68"/>
                <a:gd name="T24" fmla="*/ 33 w 58"/>
                <a:gd name="T25" fmla="*/ 33 h 68"/>
                <a:gd name="T26" fmla="*/ 52 w 58"/>
                <a:gd name="T27" fmla="*/ 59 h 68"/>
                <a:gd name="T28" fmla="*/ 45 w 58"/>
                <a:gd name="T29" fmla="*/ 45 h 68"/>
                <a:gd name="T30" fmla="*/ 41 w 58"/>
                <a:gd name="T31" fmla="*/ 29 h 68"/>
                <a:gd name="T32" fmla="*/ 48 w 58"/>
                <a:gd name="T33" fmla="*/ 40 h 68"/>
                <a:gd name="T34" fmla="*/ 43 w 58"/>
                <a:gd name="T35" fmla="*/ 31 h 68"/>
                <a:gd name="T36" fmla="*/ 45 w 58"/>
                <a:gd name="T37" fmla="*/ 32 h 68"/>
                <a:gd name="T38" fmla="*/ 34 w 58"/>
                <a:gd name="T39" fmla="*/ 16 h 68"/>
                <a:gd name="T40" fmla="*/ 18 w 58"/>
                <a:gd name="T41" fmla="*/ 0 h 68"/>
                <a:gd name="T42" fmla="*/ 33 w 58"/>
                <a:gd name="T43" fmla="*/ 21 h 68"/>
                <a:gd name="T44" fmla="*/ 29 w 58"/>
                <a:gd name="T45" fmla="*/ 16 h 68"/>
                <a:gd name="T46" fmla="*/ 33 w 58"/>
                <a:gd name="T47" fmla="*/ 24 h 68"/>
                <a:gd name="T48" fmla="*/ 30 w 58"/>
                <a:gd name="T49" fmla="*/ 21 h 68"/>
                <a:gd name="T50" fmla="*/ 31 w 58"/>
                <a:gd name="T51" fmla="*/ 27 h 68"/>
                <a:gd name="T52" fmla="*/ 23 w 58"/>
                <a:gd name="T53" fmla="*/ 17 h 68"/>
                <a:gd name="T54" fmla="*/ 29 w 58"/>
                <a:gd name="T55" fmla="*/ 37 h 68"/>
                <a:gd name="T56" fmla="*/ 21 w 58"/>
                <a:gd name="T57" fmla="*/ 26 h 68"/>
                <a:gd name="T58" fmla="*/ 14 w 58"/>
                <a:gd name="T59" fmla="*/ 11 h 68"/>
                <a:gd name="T60" fmla="*/ 15 w 58"/>
                <a:gd name="T61" fmla="*/ 23 h 68"/>
                <a:gd name="T62" fmla="*/ 14 w 58"/>
                <a:gd name="T63" fmla="*/ 17 h 68"/>
                <a:gd name="T64" fmla="*/ 14 w 58"/>
                <a:gd name="T65" fmla="*/ 24 h 68"/>
                <a:gd name="T66" fmla="*/ 3 w 58"/>
                <a:gd name="T67" fmla="*/ 11 h 68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58" h="68">
                  <a:moveTo>
                    <a:pt x="0" y="14"/>
                  </a:moveTo>
                  <a:cubicBezTo>
                    <a:pt x="3" y="20"/>
                    <a:pt x="6" y="24"/>
                    <a:pt x="8" y="30"/>
                  </a:cubicBezTo>
                  <a:cubicBezTo>
                    <a:pt x="10" y="36"/>
                    <a:pt x="12" y="42"/>
                    <a:pt x="14" y="48"/>
                  </a:cubicBezTo>
                  <a:cubicBezTo>
                    <a:pt x="16" y="54"/>
                    <a:pt x="17" y="60"/>
                    <a:pt x="19" y="65"/>
                  </a:cubicBezTo>
                  <a:cubicBezTo>
                    <a:pt x="18" y="61"/>
                    <a:pt x="18" y="56"/>
                    <a:pt x="18" y="52"/>
                  </a:cubicBezTo>
                  <a:cubicBezTo>
                    <a:pt x="19" y="54"/>
                    <a:pt x="21" y="56"/>
                    <a:pt x="23" y="58"/>
                  </a:cubicBezTo>
                  <a:cubicBezTo>
                    <a:pt x="21" y="52"/>
                    <a:pt x="21" y="43"/>
                    <a:pt x="18" y="37"/>
                  </a:cubicBezTo>
                  <a:cubicBezTo>
                    <a:pt x="27" y="45"/>
                    <a:pt x="33" y="56"/>
                    <a:pt x="35" y="68"/>
                  </a:cubicBezTo>
                  <a:cubicBezTo>
                    <a:pt x="35" y="63"/>
                    <a:pt x="36" y="58"/>
                    <a:pt x="34" y="53"/>
                  </a:cubicBezTo>
                  <a:cubicBezTo>
                    <a:pt x="36" y="54"/>
                    <a:pt x="38" y="56"/>
                    <a:pt x="39" y="58"/>
                  </a:cubicBezTo>
                  <a:cubicBezTo>
                    <a:pt x="39" y="57"/>
                    <a:pt x="39" y="55"/>
                    <a:pt x="38" y="54"/>
                  </a:cubicBezTo>
                  <a:cubicBezTo>
                    <a:pt x="41" y="55"/>
                    <a:pt x="44" y="58"/>
                    <a:pt x="45" y="60"/>
                  </a:cubicBezTo>
                  <a:cubicBezTo>
                    <a:pt x="44" y="53"/>
                    <a:pt x="38" y="45"/>
                    <a:pt x="36" y="38"/>
                  </a:cubicBezTo>
                  <a:cubicBezTo>
                    <a:pt x="46" y="45"/>
                    <a:pt x="52" y="57"/>
                    <a:pt x="58" y="68"/>
                  </a:cubicBezTo>
                  <a:cubicBezTo>
                    <a:pt x="54" y="63"/>
                    <a:pt x="53" y="56"/>
                    <a:pt x="51" y="51"/>
                  </a:cubicBezTo>
                  <a:cubicBezTo>
                    <a:pt x="49" y="44"/>
                    <a:pt x="46" y="38"/>
                    <a:pt x="45" y="32"/>
                  </a:cubicBezTo>
                  <a:cubicBezTo>
                    <a:pt x="49" y="36"/>
                    <a:pt x="51" y="41"/>
                    <a:pt x="54" y="46"/>
                  </a:cubicBezTo>
                  <a:cubicBezTo>
                    <a:pt x="52" y="43"/>
                    <a:pt x="49" y="38"/>
                    <a:pt x="49" y="35"/>
                  </a:cubicBezTo>
                  <a:cubicBezTo>
                    <a:pt x="50" y="35"/>
                    <a:pt x="51" y="36"/>
                    <a:pt x="51" y="37"/>
                  </a:cubicBezTo>
                  <a:cubicBezTo>
                    <a:pt x="50" y="31"/>
                    <a:pt x="42" y="24"/>
                    <a:pt x="37" y="19"/>
                  </a:cubicBezTo>
                  <a:cubicBezTo>
                    <a:pt x="32" y="12"/>
                    <a:pt x="26" y="6"/>
                    <a:pt x="21" y="0"/>
                  </a:cubicBezTo>
                  <a:cubicBezTo>
                    <a:pt x="26" y="8"/>
                    <a:pt x="31" y="16"/>
                    <a:pt x="36" y="24"/>
                  </a:cubicBezTo>
                  <a:cubicBezTo>
                    <a:pt x="35" y="22"/>
                    <a:pt x="33" y="21"/>
                    <a:pt x="32" y="19"/>
                  </a:cubicBezTo>
                  <a:cubicBezTo>
                    <a:pt x="33" y="21"/>
                    <a:pt x="36" y="24"/>
                    <a:pt x="36" y="27"/>
                  </a:cubicBezTo>
                  <a:cubicBezTo>
                    <a:pt x="35" y="26"/>
                    <a:pt x="34" y="25"/>
                    <a:pt x="33" y="24"/>
                  </a:cubicBezTo>
                  <a:cubicBezTo>
                    <a:pt x="33" y="26"/>
                    <a:pt x="34" y="28"/>
                    <a:pt x="34" y="30"/>
                  </a:cubicBezTo>
                  <a:cubicBezTo>
                    <a:pt x="31" y="27"/>
                    <a:pt x="28" y="23"/>
                    <a:pt x="26" y="20"/>
                  </a:cubicBezTo>
                  <a:cubicBezTo>
                    <a:pt x="27" y="27"/>
                    <a:pt x="29" y="36"/>
                    <a:pt x="32" y="43"/>
                  </a:cubicBezTo>
                  <a:cubicBezTo>
                    <a:pt x="29" y="38"/>
                    <a:pt x="26" y="34"/>
                    <a:pt x="24" y="29"/>
                  </a:cubicBezTo>
                  <a:cubicBezTo>
                    <a:pt x="21" y="24"/>
                    <a:pt x="19" y="18"/>
                    <a:pt x="15" y="14"/>
                  </a:cubicBezTo>
                  <a:cubicBezTo>
                    <a:pt x="15" y="18"/>
                    <a:pt x="19" y="22"/>
                    <a:pt x="18" y="26"/>
                  </a:cubicBezTo>
                  <a:cubicBezTo>
                    <a:pt x="17" y="24"/>
                    <a:pt x="15" y="22"/>
                    <a:pt x="14" y="20"/>
                  </a:cubicBezTo>
                  <a:cubicBezTo>
                    <a:pt x="13" y="23"/>
                    <a:pt x="15" y="25"/>
                    <a:pt x="15" y="27"/>
                  </a:cubicBezTo>
                  <a:cubicBezTo>
                    <a:pt x="13" y="25"/>
                    <a:pt x="4" y="11"/>
                    <a:pt x="3" y="12"/>
                  </a:cubicBezTo>
                </a:path>
              </a:pathLst>
            </a:custGeom>
            <a:solidFill>
              <a:srgbClr val="B261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9542" name="Freeform 749">
              <a:extLst>
                <a:ext uri="{FF2B5EF4-FFF2-40B4-BE49-F238E27FC236}">
                  <a16:creationId xmlns:a16="http://schemas.microsoft.com/office/drawing/2014/main" id="{44FE45AB-100D-40FC-B39F-0BF42C058EE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9" y="863"/>
              <a:ext cx="36" cy="83"/>
            </a:xfrm>
            <a:custGeom>
              <a:avLst/>
              <a:gdLst>
                <a:gd name="T0" fmla="*/ 2 w 38"/>
                <a:gd name="T1" fmla="*/ 24 h 87"/>
                <a:gd name="T2" fmla="*/ 9 w 38"/>
                <a:gd name="T3" fmla="*/ 0 h 87"/>
                <a:gd name="T4" fmla="*/ 8 w 38"/>
                <a:gd name="T5" fmla="*/ 15 h 87"/>
                <a:gd name="T6" fmla="*/ 9 w 38"/>
                <a:gd name="T7" fmla="*/ 10 h 87"/>
                <a:gd name="T8" fmla="*/ 9 w 38"/>
                <a:gd name="T9" fmla="*/ 18 h 87"/>
                <a:gd name="T10" fmla="*/ 10 w 38"/>
                <a:gd name="T11" fmla="*/ 15 h 87"/>
                <a:gd name="T12" fmla="*/ 10 w 38"/>
                <a:gd name="T13" fmla="*/ 30 h 87"/>
                <a:gd name="T14" fmla="*/ 10 w 38"/>
                <a:gd name="T15" fmla="*/ 50 h 87"/>
                <a:gd name="T16" fmla="*/ 18 w 38"/>
                <a:gd name="T17" fmla="*/ 31 h 87"/>
                <a:gd name="T18" fmla="*/ 18 w 38"/>
                <a:gd name="T19" fmla="*/ 36 h 87"/>
                <a:gd name="T20" fmla="*/ 20 w 38"/>
                <a:gd name="T21" fmla="*/ 30 h 87"/>
                <a:gd name="T22" fmla="*/ 22 w 38"/>
                <a:gd name="T23" fmla="*/ 31 h 87"/>
                <a:gd name="T24" fmla="*/ 27 w 38"/>
                <a:gd name="T25" fmla="*/ 10 h 87"/>
                <a:gd name="T26" fmla="*/ 26 w 38"/>
                <a:gd name="T27" fmla="*/ 29 h 87"/>
                <a:gd name="T28" fmla="*/ 32 w 38"/>
                <a:gd name="T29" fmla="*/ 10 h 87"/>
                <a:gd name="T30" fmla="*/ 30 w 38"/>
                <a:gd name="T31" fmla="*/ 16 h 87"/>
                <a:gd name="T32" fmla="*/ 26 w 38"/>
                <a:gd name="T33" fmla="*/ 43 h 87"/>
                <a:gd name="T34" fmla="*/ 27 w 38"/>
                <a:gd name="T35" fmla="*/ 75 h 87"/>
                <a:gd name="T36" fmla="*/ 25 w 38"/>
                <a:gd name="T37" fmla="*/ 42 h 87"/>
                <a:gd name="T38" fmla="*/ 23 w 38"/>
                <a:gd name="T39" fmla="*/ 56 h 87"/>
                <a:gd name="T40" fmla="*/ 23 w 38"/>
                <a:gd name="T41" fmla="*/ 45 h 87"/>
                <a:gd name="T42" fmla="*/ 21 w 38"/>
                <a:gd name="T43" fmla="*/ 49 h 87"/>
                <a:gd name="T44" fmla="*/ 20 w 38"/>
                <a:gd name="T45" fmla="*/ 43 h 87"/>
                <a:gd name="T46" fmla="*/ 14 w 38"/>
                <a:gd name="T47" fmla="*/ 58 h 87"/>
                <a:gd name="T48" fmla="*/ 9 w 38"/>
                <a:gd name="T49" fmla="*/ 75 h 87"/>
                <a:gd name="T50" fmla="*/ 9 w 38"/>
                <a:gd name="T51" fmla="*/ 48 h 87"/>
                <a:gd name="T52" fmla="*/ 7 w 38"/>
                <a:gd name="T53" fmla="*/ 56 h 87"/>
                <a:gd name="T54" fmla="*/ 9 w 38"/>
                <a:gd name="T55" fmla="*/ 42 h 87"/>
                <a:gd name="T56" fmla="*/ 8 w 38"/>
                <a:gd name="T57" fmla="*/ 43 h 87"/>
                <a:gd name="T58" fmla="*/ 6 w 38"/>
                <a:gd name="T59" fmla="*/ 35 h 87"/>
                <a:gd name="T60" fmla="*/ 2 w 38"/>
                <a:gd name="T61" fmla="*/ 44 h 87"/>
                <a:gd name="T62" fmla="*/ 2 w 38"/>
                <a:gd name="T63" fmla="*/ 23 h 87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38" h="87">
                  <a:moveTo>
                    <a:pt x="2" y="27"/>
                  </a:moveTo>
                  <a:cubicBezTo>
                    <a:pt x="4" y="18"/>
                    <a:pt x="8" y="9"/>
                    <a:pt x="12" y="0"/>
                  </a:cubicBezTo>
                  <a:cubicBezTo>
                    <a:pt x="11" y="6"/>
                    <a:pt x="9" y="12"/>
                    <a:pt x="8" y="18"/>
                  </a:cubicBezTo>
                  <a:cubicBezTo>
                    <a:pt x="9" y="16"/>
                    <a:pt x="10" y="14"/>
                    <a:pt x="11" y="12"/>
                  </a:cubicBezTo>
                  <a:cubicBezTo>
                    <a:pt x="11" y="15"/>
                    <a:pt x="10" y="18"/>
                    <a:pt x="10" y="21"/>
                  </a:cubicBezTo>
                  <a:cubicBezTo>
                    <a:pt x="10" y="20"/>
                    <a:pt x="12" y="19"/>
                    <a:pt x="13" y="18"/>
                  </a:cubicBezTo>
                  <a:cubicBezTo>
                    <a:pt x="14" y="24"/>
                    <a:pt x="13" y="29"/>
                    <a:pt x="13" y="35"/>
                  </a:cubicBezTo>
                  <a:cubicBezTo>
                    <a:pt x="13" y="42"/>
                    <a:pt x="13" y="50"/>
                    <a:pt x="13" y="57"/>
                  </a:cubicBezTo>
                  <a:cubicBezTo>
                    <a:pt x="15" y="50"/>
                    <a:pt x="18" y="44"/>
                    <a:pt x="21" y="37"/>
                  </a:cubicBezTo>
                  <a:cubicBezTo>
                    <a:pt x="21" y="39"/>
                    <a:pt x="21" y="41"/>
                    <a:pt x="21" y="42"/>
                  </a:cubicBezTo>
                  <a:cubicBezTo>
                    <a:pt x="22" y="40"/>
                    <a:pt x="23" y="37"/>
                    <a:pt x="23" y="34"/>
                  </a:cubicBezTo>
                  <a:cubicBezTo>
                    <a:pt x="23" y="34"/>
                    <a:pt x="24" y="36"/>
                    <a:pt x="25" y="37"/>
                  </a:cubicBezTo>
                  <a:cubicBezTo>
                    <a:pt x="26" y="29"/>
                    <a:pt x="29" y="17"/>
                    <a:pt x="33" y="11"/>
                  </a:cubicBezTo>
                  <a:cubicBezTo>
                    <a:pt x="32" y="18"/>
                    <a:pt x="30" y="25"/>
                    <a:pt x="30" y="32"/>
                  </a:cubicBezTo>
                  <a:cubicBezTo>
                    <a:pt x="34" y="27"/>
                    <a:pt x="36" y="17"/>
                    <a:pt x="38" y="10"/>
                  </a:cubicBezTo>
                  <a:cubicBezTo>
                    <a:pt x="38" y="13"/>
                    <a:pt x="37" y="16"/>
                    <a:pt x="36" y="19"/>
                  </a:cubicBezTo>
                  <a:cubicBezTo>
                    <a:pt x="34" y="29"/>
                    <a:pt x="32" y="39"/>
                    <a:pt x="31" y="49"/>
                  </a:cubicBezTo>
                  <a:cubicBezTo>
                    <a:pt x="30" y="62"/>
                    <a:pt x="32" y="74"/>
                    <a:pt x="32" y="87"/>
                  </a:cubicBezTo>
                  <a:cubicBezTo>
                    <a:pt x="29" y="75"/>
                    <a:pt x="30" y="61"/>
                    <a:pt x="29" y="48"/>
                  </a:cubicBezTo>
                  <a:cubicBezTo>
                    <a:pt x="27" y="53"/>
                    <a:pt x="28" y="60"/>
                    <a:pt x="26" y="65"/>
                  </a:cubicBezTo>
                  <a:cubicBezTo>
                    <a:pt x="26" y="60"/>
                    <a:pt x="27" y="55"/>
                    <a:pt x="26" y="51"/>
                  </a:cubicBezTo>
                  <a:cubicBezTo>
                    <a:pt x="26" y="53"/>
                    <a:pt x="25" y="55"/>
                    <a:pt x="24" y="56"/>
                  </a:cubicBezTo>
                  <a:cubicBezTo>
                    <a:pt x="24" y="54"/>
                    <a:pt x="25" y="51"/>
                    <a:pt x="23" y="49"/>
                  </a:cubicBezTo>
                  <a:cubicBezTo>
                    <a:pt x="20" y="52"/>
                    <a:pt x="19" y="62"/>
                    <a:pt x="17" y="67"/>
                  </a:cubicBezTo>
                  <a:cubicBezTo>
                    <a:pt x="15" y="73"/>
                    <a:pt x="14" y="80"/>
                    <a:pt x="12" y="87"/>
                  </a:cubicBezTo>
                  <a:cubicBezTo>
                    <a:pt x="9" y="77"/>
                    <a:pt x="10" y="65"/>
                    <a:pt x="10" y="55"/>
                  </a:cubicBezTo>
                  <a:cubicBezTo>
                    <a:pt x="9" y="58"/>
                    <a:pt x="8" y="62"/>
                    <a:pt x="7" y="65"/>
                  </a:cubicBezTo>
                  <a:cubicBezTo>
                    <a:pt x="6" y="60"/>
                    <a:pt x="9" y="54"/>
                    <a:pt x="9" y="48"/>
                  </a:cubicBezTo>
                  <a:cubicBezTo>
                    <a:pt x="8" y="49"/>
                    <a:pt x="8" y="49"/>
                    <a:pt x="8" y="49"/>
                  </a:cubicBezTo>
                  <a:cubicBezTo>
                    <a:pt x="7" y="47"/>
                    <a:pt x="7" y="43"/>
                    <a:pt x="6" y="41"/>
                  </a:cubicBezTo>
                  <a:cubicBezTo>
                    <a:pt x="5" y="44"/>
                    <a:pt x="4" y="48"/>
                    <a:pt x="2" y="50"/>
                  </a:cubicBezTo>
                  <a:cubicBezTo>
                    <a:pt x="0" y="42"/>
                    <a:pt x="2" y="34"/>
                    <a:pt x="2" y="26"/>
                  </a:cubicBezTo>
                </a:path>
              </a:pathLst>
            </a:custGeom>
            <a:solidFill>
              <a:srgbClr val="B261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9543" name="Freeform 750">
              <a:extLst>
                <a:ext uri="{FF2B5EF4-FFF2-40B4-BE49-F238E27FC236}">
                  <a16:creationId xmlns:a16="http://schemas.microsoft.com/office/drawing/2014/main" id="{D8DF8C81-78D0-4EED-AECC-DA1AD22E26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2" y="888"/>
              <a:ext cx="41" cy="118"/>
            </a:xfrm>
            <a:custGeom>
              <a:avLst/>
              <a:gdLst>
                <a:gd name="T0" fmla="*/ 10 w 43"/>
                <a:gd name="T1" fmla="*/ 0 h 124"/>
                <a:gd name="T2" fmla="*/ 5 w 43"/>
                <a:gd name="T3" fmla="*/ 14 h 124"/>
                <a:gd name="T4" fmla="*/ 2 w 43"/>
                <a:gd name="T5" fmla="*/ 26 h 124"/>
                <a:gd name="T6" fmla="*/ 3 w 43"/>
                <a:gd name="T7" fmla="*/ 48 h 124"/>
                <a:gd name="T8" fmla="*/ 10 w 43"/>
                <a:gd name="T9" fmla="*/ 66 h 124"/>
                <a:gd name="T10" fmla="*/ 13 w 43"/>
                <a:gd name="T11" fmla="*/ 71 h 124"/>
                <a:gd name="T12" fmla="*/ 21 w 43"/>
                <a:gd name="T13" fmla="*/ 79 h 124"/>
                <a:gd name="T14" fmla="*/ 24 w 43"/>
                <a:gd name="T15" fmla="*/ 86 h 124"/>
                <a:gd name="T16" fmla="*/ 23 w 43"/>
                <a:gd name="T17" fmla="*/ 93 h 124"/>
                <a:gd name="T18" fmla="*/ 29 w 43"/>
                <a:gd name="T19" fmla="*/ 99 h 124"/>
                <a:gd name="T20" fmla="*/ 37 w 43"/>
                <a:gd name="T21" fmla="*/ 107 h 124"/>
                <a:gd name="T22" fmla="*/ 31 w 43"/>
                <a:gd name="T23" fmla="*/ 97 h 124"/>
                <a:gd name="T24" fmla="*/ 29 w 43"/>
                <a:gd name="T25" fmla="*/ 89 h 124"/>
                <a:gd name="T26" fmla="*/ 30 w 43"/>
                <a:gd name="T27" fmla="*/ 81 h 124"/>
                <a:gd name="T28" fmla="*/ 29 w 43"/>
                <a:gd name="T29" fmla="*/ 71 h 124"/>
                <a:gd name="T30" fmla="*/ 18 w 43"/>
                <a:gd name="T31" fmla="*/ 49 h 124"/>
                <a:gd name="T32" fmla="*/ 20 w 43"/>
                <a:gd name="T33" fmla="*/ 41 h 124"/>
                <a:gd name="T34" fmla="*/ 29 w 43"/>
                <a:gd name="T35" fmla="*/ 41 h 124"/>
                <a:gd name="T36" fmla="*/ 14 w 43"/>
                <a:gd name="T37" fmla="*/ 39 h 124"/>
                <a:gd name="T38" fmla="*/ 8 w 43"/>
                <a:gd name="T39" fmla="*/ 30 h 124"/>
                <a:gd name="T40" fmla="*/ 10 w 43"/>
                <a:gd name="T41" fmla="*/ 20 h 124"/>
                <a:gd name="T42" fmla="*/ 19 w 43"/>
                <a:gd name="T43" fmla="*/ 10 h 124"/>
                <a:gd name="T44" fmla="*/ 13 w 43"/>
                <a:gd name="T45" fmla="*/ 0 h 124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43" h="124">
                  <a:moveTo>
                    <a:pt x="13" y="0"/>
                  </a:moveTo>
                  <a:cubicBezTo>
                    <a:pt x="10" y="2"/>
                    <a:pt x="7" y="12"/>
                    <a:pt x="5" y="17"/>
                  </a:cubicBezTo>
                  <a:cubicBezTo>
                    <a:pt x="4" y="21"/>
                    <a:pt x="3" y="25"/>
                    <a:pt x="2" y="29"/>
                  </a:cubicBezTo>
                  <a:cubicBezTo>
                    <a:pt x="1" y="38"/>
                    <a:pt x="0" y="47"/>
                    <a:pt x="3" y="56"/>
                  </a:cubicBezTo>
                  <a:cubicBezTo>
                    <a:pt x="5" y="64"/>
                    <a:pt x="11" y="69"/>
                    <a:pt x="13" y="76"/>
                  </a:cubicBezTo>
                  <a:cubicBezTo>
                    <a:pt x="14" y="78"/>
                    <a:pt x="14" y="81"/>
                    <a:pt x="16" y="83"/>
                  </a:cubicBezTo>
                  <a:cubicBezTo>
                    <a:pt x="19" y="86"/>
                    <a:pt x="22" y="87"/>
                    <a:pt x="24" y="91"/>
                  </a:cubicBezTo>
                  <a:cubicBezTo>
                    <a:pt x="26" y="93"/>
                    <a:pt x="26" y="97"/>
                    <a:pt x="27" y="100"/>
                  </a:cubicBezTo>
                  <a:cubicBezTo>
                    <a:pt x="27" y="102"/>
                    <a:pt x="25" y="105"/>
                    <a:pt x="26" y="108"/>
                  </a:cubicBezTo>
                  <a:cubicBezTo>
                    <a:pt x="26" y="110"/>
                    <a:pt x="31" y="114"/>
                    <a:pt x="33" y="115"/>
                  </a:cubicBezTo>
                  <a:cubicBezTo>
                    <a:pt x="36" y="118"/>
                    <a:pt x="40" y="121"/>
                    <a:pt x="43" y="124"/>
                  </a:cubicBezTo>
                  <a:cubicBezTo>
                    <a:pt x="40" y="120"/>
                    <a:pt x="39" y="116"/>
                    <a:pt x="37" y="112"/>
                  </a:cubicBezTo>
                  <a:cubicBezTo>
                    <a:pt x="35" y="109"/>
                    <a:pt x="34" y="107"/>
                    <a:pt x="33" y="104"/>
                  </a:cubicBezTo>
                  <a:cubicBezTo>
                    <a:pt x="33" y="100"/>
                    <a:pt x="33" y="96"/>
                    <a:pt x="34" y="93"/>
                  </a:cubicBezTo>
                  <a:cubicBezTo>
                    <a:pt x="35" y="89"/>
                    <a:pt x="34" y="87"/>
                    <a:pt x="32" y="83"/>
                  </a:cubicBezTo>
                  <a:cubicBezTo>
                    <a:pt x="28" y="76"/>
                    <a:pt x="23" y="66"/>
                    <a:pt x="21" y="57"/>
                  </a:cubicBezTo>
                  <a:cubicBezTo>
                    <a:pt x="20" y="54"/>
                    <a:pt x="20" y="49"/>
                    <a:pt x="23" y="47"/>
                  </a:cubicBezTo>
                  <a:cubicBezTo>
                    <a:pt x="25" y="46"/>
                    <a:pt x="30" y="47"/>
                    <a:pt x="32" y="47"/>
                  </a:cubicBezTo>
                  <a:cubicBezTo>
                    <a:pt x="29" y="43"/>
                    <a:pt x="22" y="46"/>
                    <a:pt x="17" y="45"/>
                  </a:cubicBezTo>
                  <a:cubicBezTo>
                    <a:pt x="13" y="45"/>
                    <a:pt x="8" y="40"/>
                    <a:pt x="8" y="36"/>
                  </a:cubicBezTo>
                  <a:cubicBezTo>
                    <a:pt x="8" y="31"/>
                    <a:pt x="11" y="27"/>
                    <a:pt x="13" y="23"/>
                  </a:cubicBezTo>
                  <a:cubicBezTo>
                    <a:pt x="15" y="19"/>
                    <a:pt x="19" y="16"/>
                    <a:pt x="22" y="12"/>
                  </a:cubicBezTo>
                  <a:cubicBezTo>
                    <a:pt x="17" y="11"/>
                    <a:pt x="16" y="4"/>
                    <a:pt x="16" y="0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9544" name="Freeform 751">
              <a:extLst>
                <a:ext uri="{FF2B5EF4-FFF2-40B4-BE49-F238E27FC236}">
                  <a16:creationId xmlns:a16="http://schemas.microsoft.com/office/drawing/2014/main" id="{4D030517-C7BE-437D-B554-D0466D5975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7" y="958"/>
              <a:ext cx="10" cy="44"/>
            </a:xfrm>
            <a:custGeom>
              <a:avLst/>
              <a:gdLst>
                <a:gd name="T0" fmla="*/ 7 w 11"/>
                <a:gd name="T1" fmla="*/ 7 h 47"/>
                <a:gd name="T2" fmla="*/ 5 w 11"/>
                <a:gd name="T3" fmla="*/ 7 h 47"/>
                <a:gd name="T4" fmla="*/ 5 w 11"/>
                <a:gd name="T5" fmla="*/ 19 h 47"/>
                <a:gd name="T6" fmla="*/ 0 w 11"/>
                <a:gd name="T7" fmla="*/ 38 h 47"/>
                <a:gd name="T8" fmla="*/ 8 w 11"/>
                <a:gd name="T9" fmla="*/ 9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47">
                  <a:moveTo>
                    <a:pt x="10" y="7"/>
                  </a:moveTo>
                  <a:cubicBezTo>
                    <a:pt x="9" y="0"/>
                    <a:pt x="5" y="1"/>
                    <a:pt x="5" y="8"/>
                  </a:cubicBezTo>
                  <a:cubicBezTo>
                    <a:pt x="5" y="13"/>
                    <a:pt x="6" y="17"/>
                    <a:pt x="6" y="22"/>
                  </a:cubicBezTo>
                  <a:cubicBezTo>
                    <a:pt x="5" y="31"/>
                    <a:pt x="3" y="39"/>
                    <a:pt x="0" y="47"/>
                  </a:cubicBezTo>
                  <a:cubicBezTo>
                    <a:pt x="5" y="35"/>
                    <a:pt x="10" y="25"/>
                    <a:pt x="11" y="12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9545" name="Freeform 752">
              <a:extLst>
                <a:ext uri="{FF2B5EF4-FFF2-40B4-BE49-F238E27FC236}">
                  <a16:creationId xmlns:a16="http://schemas.microsoft.com/office/drawing/2014/main" id="{83929866-5112-4E8A-B0DC-B0DD94F2D1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5" y="963"/>
              <a:ext cx="77" cy="164"/>
            </a:xfrm>
            <a:custGeom>
              <a:avLst/>
              <a:gdLst>
                <a:gd name="T0" fmla="*/ 67 w 80"/>
                <a:gd name="T1" fmla="*/ 4 h 172"/>
                <a:gd name="T2" fmla="*/ 66 w 80"/>
                <a:gd name="T3" fmla="*/ 37 h 172"/>
                <a:gd name="T4" fmla="*/ 64 w 80"/>
                <a:gd name="T5" fmla="*/ 63 h 172"/>
                <a:gd name="T6" fmla="*/ 56 w 80"/>
                <a:gd name="T7" fmla="*/ 98 h 172"/>
                <a:gd name="T8" fmla="*/ 36 w 80"/>
                <a:gd name="T9" fmla="*/ 127 h 172"/>
                <a:gd name="T10" fmla="*/ 0 w 80"/>
                <a:gd name="T11" fmla="*/ 149 h 172"/>
                <a:gd name="T12" fmla="*/ 34 w 80"/>
                <a:gd name="T13" fmla="*/ 108 h 172"/>
                <a:gd name="T14" fmla="*/ 57 w 80"/>
                <a:gd name="T15" fmla="*/ 59 h 172"/>
                <a:gd name="T16" fmla="*/ 61 w 80"/>
                <a:gd name="T17" fmla="*/ 23 h 172"/>
                <a:gd name="T18" fmla="*/ 65 w 80"/>
                <a:gd name="T19" fmla="*/ 0 h 17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0" h="172">
                  <a:moveTo>
                    <a:pt x="76" y="4"/>
                  </a:moveTo>
                  <a:cubicBezTo>
                    <a:pt x="80" y="15"/>
                    <a:pt x="76" y="31"/>
                    <a:pt x="75" y="43"/>
                  </a:cubicBezTo>
                  <a:cubicBezTo>
                    <a:pt x="74" y="52"/>
                    <a:pt x="74" y="62"/>
                    <a:pt x="72" y="72"/>
                  </a:cubicBezTo>
                  <a:cubicBezTo>
                    <a:pt x="70" y="86"/>
                    <a:pt x="68" y="100"/>
                    <a:pt x="62" y="113"/>
                  </a:cubicBezTo>
                  <a:cubicBezTo>
                    <a:pt x="56" y="124"/>
                    <a:pt x="48" y="136"/>
                    <a:pt x="39" y="146"/>
                  </a:cubicBezTo>
                  <a:cubicBezTo>
                    <a:pt x="29" y="159"/>
                    <a:pt x="15" y="165"/>
                    <a:pt x="0" y="172"/>
                  </a:cubicBezTo>
                  <a:cubicBezTo>
                    <a:pt x="13" y="157"/>
                    <a:pt x="27" y="142"/>
                    <a:pt x="37" y="125"/>
                  </a:cubicBezTo>
                  <a:cubicBezTo>
                    <a:pt x="48" y="106"/>
                    <a:pt x="57" y="89"/>
                    <a:pt x="63" y="68"/>
                  </a:cubicBezTo>
                  <a:cubicBezTo>
                    <a:pt x="66" y="54"/>
                    <a:pt x="66" y="40"/>
                    <a:pt x="68" y="26"/>
                  </a:cubicBezTo>
                  <a:cubicBezTo>
                    <a:pt x="69" y="19"/>
                    <a:pt x="71" y="7"/>
                    <a:pt x="74" y="0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9546" name="Freeform 753">
              <a:extLst>
                <a:ext uri="{FF2B5EF4-FFF2-40B4-BE49-F238E27FC236}">
                  <a16:creationId xmlns:a16="http://schemas.microsoft.com/office/drawing/2014/main" id="{69706889-E220-45A2-90F6-3DA723238CC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0" y="793"/>
              <a:ext cx="127" cy="96"/>
            </a:xfrm>
            <a:custGeom>
              <a:avLst/>
              <a:gdLst>
                <a:gd name="T0" fmla="*/ 115 w 133"/>
                <a:gd name="T1" fmla="*/ 2 h 100"/>
                <a:gd name="T2" fmla="*/ 92 w 133"/>
                <a:gd name="T3" fmla="*/ 22 h 100"/>
                <a:gd name="T4" fmla="*/ 64 w 133"/>
                <a:gd name="T5" fmla="*/ 55 h 100"/>
                <a:gd name="T6" fmla="*/ 36 w 133"/>
                <a:gd name="T7" fmla="*/ 68 h 100"/>
                <a:gd name="T8" fmla="*/ 11 w 133"/>
                <a:gd name="T9" fmla="*/ 81 h 100"/>
                <a:gd name="T10" fmla="*/ 0 w 133"/>
                <a:gd name="T11" fmla="*/ 88 h 100"/>
                <a:gd name="T12" fmla="*/ 25 w 133"/>
                <a:gd name="T13" fmla="*/ 80 h 100"/>
                <a:gd name="T14" fmla="*/ 51 w 133"/>
                <a:gd name="T15" fmla="*/ 72 h 100"/>
                <a:gd name="T16" fmla="*/ 81 w 133"/>
                <a:gd name="T17" fmla="*/ 58 h 100"/>
                <a:gd name="T18" fmla="*/ 106 w 133"/>
                <a:gd name="T19" fmla="*/ 29 h 100"/>
                <a:gd name="T20" fmla="*/ 116 w 133"/>
                <a:gd name="T21" fmla="*/ 4 h 10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33" h="100">
                  <a:moveTo>
                    <a:pt x="132" y="2"/>
                  </a:moveTo>
                  <a:cubicBezTo>
                    <a:pt x="119" y="0"/>
                    <a:pt x="113" y="16"/>
                    <a:pt x="106" y="25"/>
                  </a:cubicBezTo>
                  <a:cubicBezTo>
                    <a:pt x="96" y="38"/>
                    <a:pt x="85" y="50"/>
                    <a:pt x="73" y="61"/>
                  </a:cubicBezTo>
                  <a:cubicBezTo>
                    <a:pt x="64" y="69"/>
                    <a:pt x="54" y="76"/>
                    <a:pt x="42" y="77"/>
                  </a:cubicBezTo>
                  <a:cubicBezTo>
                    <a:pt x="31" y="79"/>
                    <a:pt x="20" y="84"/>
                    <a:pt x="11" y="92"/>
                  </a:cubicBezTo>
                  <a:cubicBezTo>
                    <a:pt x="7" y="94"/>
                    <a:pt x="4" y="98"/>
                    <a:pt x="0" y="100"/>
                  </a:cubicBezTo>
                  <a:cubicBezTo>
                    <a:pt x="6" y="93"/>
                    <a:pt x="20" y="92"/>
                    <a:pt x="28" y="90"/>
                  </a:cubicBezTo>
                  <a:cubicBezTo>
                    <a:pt x="38" y="87"/>
                    <a:pt x="48" y="83"/>
                    <a:pt x="58" y="81"/>
                  </a:cubicBezTo>
                  <a:cubicBezTo>
                    <a:pt x="70" y="79"/>
                    <a:pt x="83" y="73"/>
                    <a:pt x="93" y="66"/>
                  </a:cubicBezTo>
                  <a:cubicBezTo>
                    <a:pt x="105" y="58"/>
                    <a:pt x="117" y="46"/>
                    <a:pt x="122" y="32"/>
                  </a:cubicBezTo>
                  <a:cubicBezTo>
                    <a:pt x="125" y="23"/>
                    <a:pt x="126" y="10"/>
                    <a:pt x="133" y="4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9547" name="Freeform 754">
              <a:extLst>
                <a:ext uri="{FF2B5EF4-FFF2-40B4-BE49-F238E27FC236}">
                  <a16:creationId xmlns:a16="http://schemas.microsoft.com/office/drawing/2014/main" id="{D3B0F82B-4F4C-4CE1-9805-90C3A7477D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2" y="798"/>
              <a:ext cx="42" cy="25"/>
            </a:xfrm>
            <a:custGeom>
              <a:avLst/>
              <a:gdLst>
                <a:gd name="T0" fmla="*/ 7 w 44"/>
                <a:gd name="T1" fmla="*/ 0 h 26"/>
                <a:gd name="T2" fmla="*/ 14 w 44"/>
                <a:gd name="T3" fmla="*/ 6 h 26"/>
                <a:gd name="T4" fmla="*/ 24 w 44"/>
                <a:gd name="T5" fmla="*/ 9 h 26"/>
                <a:gd name="T6" fmla="*/ 38 w 44"/>
                <a:gd name="T7" fmla="*/ 23 h 26"/>
                <a:gd name="T8" fmla="*/ 15 w 44"/>
                <a:gd name="T9" fmla="*/ 10 h 26"/>
                <a:gd name="T10" fmla="*/ 0 w 44"/>
                <a:gd name="T11" fmla="*/ 2 h 2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4" h="26">
                  <a:moveTo>
                    <a:pt x="7" y="0"/>
                  </a:moveTo>
                  <a:cubicBezTo>
                    <a:pt x="10" y="2"/>
                    <a:pt x="13" y="4"/>
                    <a:pt x="17" y="6"/>
                  </a:cubicBezTo>
                  <a:cubicBezTo>
                    <a:pt x="21" y="7"/>
                    <a:pt x="24" y="7"/>
                    <a:pt x="27" y="9"/>
                  </a:cubicBezTo>
                  <a:cubicBezTo>
                    <a:pt x="35" y="13"/>
                    <a:pt x="39" y="19"/>
                    <a:pt x="44" y="26"/>
                  </a:cubicBezTo>
                  <a:cubicBezTo>
                    <a:pt x="35" y="19"/>
                    <a:pt x="30" y="12"/>
                    <a:pt x="18" y="10"/>
                  </a:cubicBezTo>
                  <a:cubicBezTo>
                    <a:pt x="11" y="8"/>
                    <a:pt x="5" y="8"/>
                    <a:pt x="0" y="2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9548" name="Freeform 755">
              <a:extLst>
                <a:ext uri="{FF2B5EF4-FFF2-40B4-BE49-F238E27FC236}">
                  <a16:creationId xmlns:a16="http://schemas.microsoft.com/office/drawing/2014/main" id="{C38E35FD-87F3-4780-B80D-1119E25FF5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2" y="794"/>
              <a:ext cx="8" cy="6"/>
            </a:xfrm>
            <a:custGeom>
              <a:avLst/>
              <a:gdLst>
                <a:gd name="T0" fmla="*/ 6 w 9"/>
                <a:gd name="T1" fmla="*/ 5 h 6"/>
                <a:gd name="T2" fmla="*/ 0 w 9"/>
                <a:gd name="T3" fmla="*/ 4 h 6"/>
                <a:gd name="T4" fmla="*/ 4 w 9"/>
                <a:gd name="T5" fmla="*/ 6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6">
                  <a:moveTo>
                    <a:pt x="9" y="5"/>
                  </a:moveTo>
                  <a:cubicBezTo>
                    <a:pt x="7" y="2"/>
                    <a:pt x="1" y="0"/>
                    <a:pt x="0" y="4"/>
                  </a:cubicBezTo>
                  <a:cubicBezTo>
                    <a:pt x="2" y="4"/>
                    <a:pt x="4" y="5"/>
                    <a:pt x="6" y="6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9549" name="Freeform 756">
              <a:extLst>
                <a:ext uri="{FF2B5EF4-FFF2-40B4-BE49-F238E27FC236}">
                  <a16:creationId xmlns:a16="http://schemas.microsoft.com/office/drawing/2014/main" id="{9A9276B8-06E2-4CCF-99C6-42240E0D15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5" y="1012"/>
              <a:ext cx="16" cy="23"/>
            </a:xfrm>
            <a:custGeom>
              <a:avLst/>
              <a:gdLst>
                <a:gd name="T0" fmla="*/ 4 w 16"/>
                <a:gd name="T1" fmla="*/ 12 h 24"/>
                <a:gd name="T2" fmla="*/ 9 w 16"/>
                <a:gd name="T3" fmla="*/ 6 h 24"/>
                <a:gd name="T4" fmla="*/ 11 w 16"/>
                <a:gd name="T5" fmla="*/ 12 h 24"/>
                <a:gd name="T6" fmla="*/ 16 w 16"/>
                <a:gd name="T7" fmla="*/ 21 h 24"/>
                <a:gd name="T8" fmla="*/ 9 w 16"/>
                <a:gd name="T9" fmla="*/ 12 h 24"/>
                <a:gd name="T10" fmla="*/ 4 w 16"/>
                <a:gd name="T11" fmla="*/ 11 h 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" h="24">
                  <a:moveTo>
                    <a:pt x="4" y="12"/>
                  </a:moveTo>
                  <a:cubicBezTo>
                    <a:pt x="0" y="12"/>
                    <a:pt x="2" y="0"/>
                    <a:pt x="9" y="6"/>
                  </a:cubicBezTo>
                  <a:cubicBezTo>
                    <a:pt x="12" y="8"/>
                    <a:pt x="10" y="11"/>
                    <a:pt x="11" y="14"/>
                  </a:cubicBezTo>
                  <a:cubicBezTo>
                    <a:pt x="12" y="17"/>
                    <a:pt x="16" y="20"/>
                    <a:pt x="16" y="24"/>
                  </a:cubicBezTo>
                  <a:cubicBezTo>
                    <a:pt x="14" y="21"/>
                    <a:pt x="11" y="17"/>
                    <a:pt x="9" y="14"/>
                  </a:cubicBezTo>
                  <a:cubicBezTo>
                    <a:pt x="8" y="12"/>
                    <a:pt x="7" y="8"/>
                    <a:pt x="4" y="11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9550" name="Freeform 757">
              <a:extLst>
                <a:ext uri="{FF2B5EF4-FFF2-40B4-BE49-F238E27FC236}">
                  <a16:creationId xmlns:a16="http://schemas.microsoft.com/office/drawing/2014/main" id="{72EEEE4E-F717-481B-8F77-8AB3AA62EC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4" y="1106"/>
              <a:ext cx="158" cy="217"/>
            </a:xfrm>
            <a:custGeom>
              <a:avLst/>
              <a:gdLst>
                <a:gd name="T0" fmla="*/ 0 w 166"/>
                <a:gd name="T1" fmla="*/ 37 h 227"/>
                <a:gd name="T2" fmla="*/ 88 w 166"/>
                <a:gd name="T3" fmla="*/ 0 h 227"/>
                <a:gd name="T4" fmla="*/ 139 w 166"/>
                <a:gd name="T5" fmla="*/ 141 h 227"/>
                <a:gd name="T6" fmla="*/ 129 w 166"/>
                <a:gd name="T7" fmla="*/ 198 h 227"/>
                <a:gd name="T8" fmla="*/ 128 w 166"/>
                <a:gd name="T9" fmla="*/ 141 h 227"/>
                <a:gd name="T10" fmla="*/ 66 w 166"/>
                <a:gd name="T11" fmla="*/ 64 h 227"/>
                <a:gd name="T12" fmla="*/ 0 w 166"/>
                <a:gd name="T13" fmla="*/ 37 h 2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6" h="227">
                  <a:moveTo>
                    <a:pt x="0" y="43"/>
                  </a:moveTo>
                  <a:cubicBezTo>
                    <a:pt x="0" y="43"/>
                    <a:pt x="59" y="42"/>
                    <a:pt x="102" y="0"/>
                  </a:cubicBezTo>
                  <a:cubicBezTo>
                    <a:pt x="102" y="0"/>
                    <a:pt x="86" y="111"/>
                    <a:pt x="161" y="162"/>
                  </a:cubicBezTo>
                  <a:cubicBezTo>
                    <a:pt x="150" y="227"/>
                    <a:pt x="150" y="227"/>
                    <a:pt x="150" y="227"/>
                  </a:cubicBezTo>
                  <a:cubicBezTo>
                    <a:pt x="150" y="227"/>
                    <a:pt x="166" y="172"/>
                    <a:pt x="148" y="162"/>
                  </a:cubicBezTo>
                  <a:cubicBezTo>
                    <a:pt x="130" y="152"/>
                    <a:pt x="77" y="100"/>
                    <a:pt x="77" y="73"/>
                  </a:cubicBezTo>
                  <a:cubicBezTo>
                    <a:pt x="77" y="46"/>
                    <a:pt x="75" y="37"/>
                    <a:pt x="0" y="43"/>
                  </a:cubicBezTo>
                  <a:close/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9551" name="Freeform 758">
              <a:extLst>
                <a:ext uri="{FF2B5EF4-FFF2-40B4-BE49-F238E27FC236}">
                  <a16:creationId xmlns:a16="http://schemas.microsoft.com/office/drawing/2014/main" id="{0CD5FC7C-1336-4A00-93F3-1F99126610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5" y="3651"/>
              <a:ext cx="54" cy="19"/>
            </a:xfrm>
            <a:custGeom>
              <a:avLst/>
              <a:gdLst>
                <a:gd name="T0" fmla="*/ 2 w 57"/>
                <a:gd name="T1" fmla="*/ 0 h 20"/>
                <a:gd name="T2" fmla="*/ 48 w 57"/>
                <a:gd name="T3" fmla="*/ 12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7" h="20">
                  <a:moveTo>
                    <a:pt x="2" y="0"/>
                  </a:moveTo>
                  <a:cubicBezTo>
                    <a:pt x="0" y="14"/>
                    <a:pt x="43" y="20"/>
                    <a:pt x="57" y="15"/>
                  </a:cubicBezTo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9552" name="Oval 759">
              <a:extLst>
                <a:ext uri="{FF2B5EF4-FFF2-40B4-BE49-F238E27FC236}">
                  <a16:creationId xmlns:a16="http://schemas.microsoft.com/office/drawing/2014/main" id="{92F81A95-ECAD-4CD6-A8F6-ECD00AB364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68" y="3817"/>
              <a:ext cx="10" cy="10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553" name="Oval 760">
              <a:extLst>
                <a:ext uri="{FF2B5EF4-FFF2-40B4-BE49-F238E27FC236}">
                  <a16:creationId xmlns:a16="http://schemas.microsoft.com/office/drawing/2014/main" id="{26DE852C-B4DF-4763-9A5F-2225B94CA4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00" y="3823"/>
              <a:ext cx="10" cy="9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554" name="Oval 761">
              <a:extLst>
                <a:ext uri="{FF2B5EF4-FFF2-40B4-BE49-F238E27FC236}">
                  <a16:creationId xmlns:a16="http://schemas.microsoft.com/office/drawing/2014/main" id="{EF31A53D-96C3-4911-AAF0-4B40C733AB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35" y="3824"/>
              <a:ext cx="9" cy="9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555" name="Oval 762">
              <a:extLst>
                <a:ext uri="{FF2B5EF4-FFF2-40B4-BE49-F238E27FC236}">
                  <a16:creationId xmlns:a16="http://schemas.microsoft.com/office/drawing/2014/main" id="{9EFEE829-C91D-4E1F-9B93-EC99DE89F3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74" y="3821"/>
              <a:ext cx="9" cy="9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556" name="Freeform 763">
              <a:extLst>
                <a:ext uri="{FF2B5EF4-FFF2-40B4-BE49-F238E27FC236}">
                  <a16:creationId xmlns:a16="http://schemas.microsoft.com/office/drawing/2014/main" id="{D90F112E-7944-49CF-9AC7-A6A75234D1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0" y="3785"/>
              <a:ext cx="18" cy="19"/>
            </a:xfrm>
            <a:custGeom>
              <a:avLst/>
              <a:gdLst>
                <a:gd name="T0" fmla="*/ 0 w 19"/>
                <a:gd name="T1" fmla="*/ 0 h 20"/>
                <a:gd name="T2" fmla="*/ 16 w 19"/>
                <a:gd name="T3" fmla="*/ 17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20">
                  <a:moveTo>
                    <a:pt x="0" y="0"/>
                  </a:moveTo>
                  <a:cubicBezTo>
                    <a:pt x="0" y="0"/>
                    <a:pt x="7" y="16"/>
                    <a:pt x="19" y="20"/>
                  </a:cubicBezTo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9557" name="Freeform 764">
              <a:extLst>
                <a:ext uri="{FF2B5EF4-FFF2-40B4-BE49-F238E27FC236}">
                  <a16:creationId xmlns:a16="http://schemas.microsoft.com/office/drawing/2014/main" id="{D19990BE-1C80-4291-8195-5944FA20003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0" y="918"/>
              <a:ext cx="23" cy="119"/>
            </a:xfrm>
            <a:custGeom>
              <a:avLst/>
              <a:gdLst>
                <a:gd name="T0" fmla="*/ 10 w 24"/>
                <a:gd name="T1" fmla="*/ 0 h 124"/>
                <a:gd name="T2" fmla="*/ 0 w 24"/>
                <a:gd name="T3" fmla="*/ 25 h 124"/>
                <a:gd name="T4" fmla="*/ 6 w 24"/>
                <a:gd name="T5" fmla="*/ 56 h 124"/>
                <a:gd name="T6" fmla="*/ 4 w 24"/>
                <a:gd name="T7" fmla="*/ 67 h 124"/>
                <a:gd name="T8" fmla="*/ 2 w 24"/>
                <a:gd name="T9" fmla="*/ 76 h 124"/>
                <a:gd name="T10" fmla="*/ 5 w 24"/>
                <a:gd name="T11" fmla="*/ 80 h 124"/>
                <a:gd name="T12" fmla="*/ 11 w 24"/>
                <a:gd name="T13" fmla="*/ 90 h 124"/>
                <a:gd name="T14" fmla="*/ 21 w 24"/>
                <a:gd name="T15" fmla="*/ 109 h 124"/>
                <a:gd name="T16" fmla="*/ 12 w 24"/>
                <a:gd name="T17" fmla="*/ 80 h 124"/>
                <a:gd name="T18" fmla="*/ 13 w 24"/>
                <a:gd name="T19" fmla="*/ 59 h 124"/>
                <a:gd name="T20" fmla="*/ 10 w 24"/>
                <a:gd name="T21" fmla="*/ 31 h 124"/>
                <a:gd name="T22" fmla="*/ 11 w 24"/>
                <a:gd name="T23" fmla="*/ 1 h 12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4" h="124">
                  <a:moveTo>
                    <a:pt x="10" y="0"/>
                  </a:moveTo>
                  <a:cubicBezTo>
                    <a:pt x="2" y="3"/>
                    <a:pt x="0" y="20"/>
                    <a:pt x="0" y="28"/>
                  </a:cubicBezTo>
                  <a:cubicBezTo>
                    <a:pt x="0" y="39"/>
                    <a:pt x="5" y="51"/>
                    <a:pt x="6" y="63"/>
                  </a:cubicBezTo>
                  <a:cubicBezTo>
                    <a:pt x="6" y="67"/>
                    <a:pt x="6" y="72"/>
                    <a:pt x="4" y="76"/>
                  </a:cubicBezTo>
                  <a:cubicBezTo>
                    <a:pt x="3" y="79"/>
                    <a:pt x="1" y="82"/>
                    <a:pt x="2" y="85"/>
                  </a:cubicBezTo>
                  <a:cubicBezTo>
                    <a:pt x="2" y="87"/>
                    <a:pt x="4" y="89"/>
                    <a:pt x="5" y="90"/>
                  </a:cubicBezTo>
                  <a:cubicBezTo>
                    <a:pt x="7" y="94"/>
                    <a:pt x="9" y="98"/>
                    <a:pt x="11" y="102"/>
                  </a:cubicBezTo>
                  <a:cubicBezTo>
                    <a:pt x="15" y="109"/>
                    <a:pt x="19" y="118"/>
                    <a:pt x="24" y="124"/>
                  </a:cubicBezTo>
                  <a:cubicBezTo>
                    <a:pt x="19" y="114"/>
                    <a:pt x="15" y="100"/>
                    <a:pt x="15" y="90"/>
                  </a:cubicBezTo>
                  <a:cubicBezTo>
                    <a:pt x="14" y="82"/>
                    <a:pt x="17" y="75"/>
                    <a:pt x="16" y="67"/>
                  </a:cubicBezTo>
                  <a:cubicBezTo>
                    <a:pt x="15" y="56"/>
                    <a:pt x="12" y="45"/>
                    <a:pt x="10" y="34"/>
                  </a:cubicBezTo>
                  <a:cubicBezTo>
                    <a:pt x="9" y="24"/>
                    <a:pt x="6" y="11"/>
                    <a:pt x="11" y="1"/>
                  </a:cubicBezTo>
                </a:path>
              </a:pathLst>
            </a:custGeom>
            <a:solidFill>
              <a:srgbClr val="FCFB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9558" name="Freeform 765">
              <a:extLst>
                <a:ext uri="{FF2B5EF4-FFF2-40B4-BE49-F238E27FC236}">
                  <a16:creationId xmlns:a16="http://schemas.microsoft.com/office/drawing/2014/main" id="{CD8082BF-5C47-46C9-AE00-EB2544C8D8B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9" y="1054"/>
              <a:ext cx="110" cy="84"/>
            </a:xfrm>
            <a:custGeom>
              <a:avLst/>
              <a:gdLst>
                <a:gd name="T0" fmla="*/ 0 w 115"/>
                <a:gd name="T1" fmla="*/ 16 h 88"/>
                <a:gd name="T2" fmla="*/ 11 w 115"/>
                <a:gd name="T3" fmla="*/ 32 h 88"/>
                <a:gd name="T4" fmla="*/ 21 w 115"/>
                <a:gd name="T5" fmla="*/ 49 h 88"/>
                <a:gd name="T6" fmla="*/ 38 w 115"/>
                <a:gd name="T7" fmla="*/ 64 h 88"/>
                <a:gd name="T8" fmla="*/ 65 w 115"/>
                <a:gd name="T9" fmla="*/ 73 h 88"/>
                <a:gd name="T10" fmla="*/ 83 w 115"/>
                <a:gd name="T11" fmla="*/ 75 h 88"/>
                <a:gd name="T12" fmla="*/ 100 w 115"/>
                <a:gd name="T13" fmla="*/ 76 h 88"/>
                <a:gd name="T14" fmla="*/ 25 w 115"/>
                <a:gd name="T15" fmla="*/ 41 h 88"/>
                <a:gd name="T16" fmla="*/ 11 w 115"/>
                <a:gd name="T17" fmla="*/ 20 h 88"/>
                <a:gd name="T18" fmla="*/ 8 w 115"/>
                <a:gd name="T19" fmla="*/ 9 h 88"/>
                <a:gd name="T20" fmla="*/ 5 w 115"/>
                <a:gd name="T21" fmla="*/ 0 h 88"/>
                <a:gd name="T22" fmla="*/ 1 w 115"/>
                <a:gd name="T23" fmla="*/ 12 h 8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15" h="88">
                  <a:moveTo>
                    <a:pt x="0" y="19"/>
                  </a:moveTo>
                  <a:cubicBezTo>
                    <a:pt x="4" y="23"/>
                    <a:pt x="7" y="32"/>
                    <a:pt x="11" y="37"/>
                  </a:cubicBezTo>
                  <a:cubicBezTo>
                    <a:pt x="15" y="43"/>
                    <a:pt x="19" y="50"/>
                    <a:pt x="24" y="55"/>
                  </a:cubicBezTo>
                  <a:cubicBezTo>
                    <a:pt x="30" y="62"/>
                    <a:pt x="37" y="68"/>
                    <a:pt x="44" y="73"/>
                  </a:cubicBezTo>
                  <a:cubicBezTo>
                    <a:pt x="53" y="79"/>
                    <a:pt x="64" y="81"/>
                    <a:pt x="74" y="84"/>
                  </a:cubicBezTo>
                  <a:cubicBezTo>
                    <a:pt x="81" y="86"/>
                    <a:pt x="88" y="86"/>
                    <a:pt x="95" y="87"/>
                  </a:cubicBezTo>
                  <a:cubicBezTo>
                    <a:pt x="101" y="88"/>
                    <a:pt x="110" y="86"/>
                    <a:pt x="115" y="88"/>
                  </a:cubicBezTo>
                  <a:cubicBezTo>
                    <a:pt x="83" y="80"/>
                    <a:pt x="50" y="73"/>
                    <a:pt x="28" y="47"/>
                  </a:cubicBezTo>
                  <a:cubicBezTo>
                    <a:pt x="22" y="40"/>
                    <a:pt x="17" y="32"/>
                    <a:pt x="14" y="23"/>
                  </a:cubicBezTo>
                  <a:cubicBezTo>
                    <a:pt x="12" y="19"/>
                    <a:pt x="10" y="14"/>
                    <a:pt x="8" y="9"/>
                  </a:cubicBezTo>
                  <a:cubicBezTo>
                    <a:pt x="7" y="6"/>
                    <a:pt x="7" y="2"/>
                    <a:pt x="5" y="0"/>
                  </a:cubicBezTo>
                  <a:cubicBezTo>
                    <a:pt x="3" y="4"/>
                    <a:pt x="2" y="11"/>
                    <a:pt x="1" y="15"/>
                  </a:cubicBezTo>
                </a:path>
              </a:pathLst>
            </a:custGeom>
            <a:solidFill>
              <a:srgbClr val="FCFB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9559" name="Freeform 766">
              <a:extLst>
                <a:ext uri="{FF2B5EF4-FFF2-40B4-BE49-F238E27FC236}">
                  <a16:creationId xmlns:a16="http://schemas.microsoft.com/office/drawing/2014/main" id="{EA557FD4-7978-434E-A875-C2B894BFD8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4" y="1126"/>
              <a:ext cx="26" cy="111"/>
            </a:xfrm>
            <a:custGeom>
              <a:avLst/>
              <a:gdLst>
                <a:gd name="T0" fmla="*/ 3 w 27"/>
                <a:gd name="T1" fmla="*/ 0 h 117"/>
                <a:gd name="T2" fmla="*/ 5 w 27"/>
                <a:gd name="T3" fmla="*/ 7 h 117"/>
                <a:gd name="T4" fmla="*/ 8 w 27"/>
                <a:gd name="T5" fmla="*/ 18 h 117"/>
                <a:gd name="T6" fmla="*/ 10 w 27"/>
                <a:gd name="T7" fmla="*/ 36 h 117"/>
                <a:gd name="T8" fmla="*/ 7 w 27"/>
                <a:gd name="T9" fmla="*/ 60 h 117"/>
                <a:gd name="T10" fmla="*/ 4 w 27"/>
                <a:gd name="T11" fmla="*/ 66 h 117"/>
                <a:gd name="T12" fmla="*/ 2 w 27"/>
                <a:gd name="T13" fmla="*/ 73 h 117"/>
                <a:gd name="T14" fmla="*/ 13 w 27"/>
                <a:gd name="T15" fmla="*/ 84 h 117"/>
                <a:gd name="T16" fmla="*/ 24 w 27"/>
                <a:gd name="T17" fmla="*/ 100 h 117"/>
                <a:gd name="T18" fmla="*/ 13 w 27"/>
                <a:gd name="T19" fmla="*/ 40 h 117"/>
                <a:gd name="T20" fmla="*/ 3 w 27"/>
                <a:gd name="T21" fmla="*/ 0 h 11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7" h="117">
                  <a:moveTo>
                    <a:pt x="3" y="0"/>
                  </a:moveTo>
                  <a:cubicBezTo>
                    <a:pt x="3" y="2"/>
                    <a:pt x="5" y="5"/>
                    <a:pt x="5" y="7"/>
                  </a:cubicBezTo>
                  <a:cubicBezTo>
                    <a:pt x="7" y="11"/>
                    <a:pt x="7" y="16"/>
                    <a:pt x="8" y="21"/>
                  </a:cubicBezTo>
                  <a:cubicBezTo>
                    <a:pt x="9" y="28"/>
                    <a:pt x="10" y="35"/>
                    <a:pt x="10" y="42"/>
                  </a:cubicBezTo>
                  <a:cubicBezTo>
                    <a:pt x="10" y="51"/>
                    <a:pt x="8" y="61"/>
                    <a:pt x="7" y="70"/>
                  </a:cubicBezTo>
                  <a:cubicBezTo>
                    <a:pt x="6" y="73"/>
                    <a:pt x="5" y="76"/>
                    <a:pt x="4" y="78"/>
                  </a:cubicBezTo>
                  <a:cubicBezTo>
                    <a:pt x="2" y="81"/>
                    <a:pt x="0" y="82"/>
                    <a:pt x="2" y="85"/>
                  </a:cubicBezTo>
                  <a:cubicBezTo>
                    <a:pt x="5" y="90"/>
                    <a:pt x="11" y="94"/>
                    <a:pt x="14" y="99"/>
                  </a:cubicBezTo>
                  <a:cubicBezTo>
                    <a:pt x="19" y="104"/>
                    <a:pt x="23" y="111"/>
                    <a:pt x="27" y="117"/>
                  </a:cubicBezTo>
                  <a:cubicBezTo>
                    <a:pt x="16" y="94"/>
                    <a:pt x="18" y="70"/>
                    <a:pt x="16" y="46"/>
                  </a:cubicBezTo>
                  <a:cubicBezTo>
                    <a:pt x="15" y="33"/>
                    <a:pt x="15" y="8"/>
                    <a:pt x="3" y="0"/>
                  </a:cubicBezTo>
                </a:path>
              </a:pathLst>
            </a:custGeom>
            <a:solidFill>
              <a:srgbClr val="FCFB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9560" name="Freeform 767">
              <a:extLst>
                <a:ext uri="{FF2B5EF4-FFF2-40B4-BE49-F238E27FC236}">
                  <a16:creationId xmlns:a16="http://schemas.microsoft.com/office/drawing/2014/main" id="{7F9F902E-D0F5-45D6-BA2C-2E320461B7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0" y="908"/>
              <a:ext cx="28" cy="67"/>
            </a:xfrm>
            <a:custGeom>
              <a:avLst/>
              <a:gdLst>
                <a:gd name="T0" fmla="*/ 0 w 29"/>
                <a:gd name="T1" fmla="*/ 0 h 70"/>
                <a:gd name="T2" fmla="*/ 14 w 29"/>
                <a:gd name="T3" fmla="*/ 33 h 70"/>
                <a:gd name="T4" fmla="*/ 13 w 29"/>
                <a:gd name="T5" fmla="*/ 47 h 70"/>
                <a:gd name="T6" fmla="*/ 10 w 29"/>
                <a:gd name="T7" fmla="*/ 56 h 70"/>
                <a:gd name="T8" fmla="*/ 16 w 29"/>
                <a:gd name="T9" fmla="*/ 61 h 70"/>
                <a:gd name="T10" fmla="*/ 25 w 29"/>
                <a:gd name="T11" fmla="*/ 51 h 70"/>
                <a:gd name="T12" fmla="*/ 18 w 29"/>
                <a:gd name="T13" fmla="*/ 40 h 70"/>
                <a:gd name="T14" fmla="*/ 14 w 29"/>
                <a:gd name="T15" fmla="*/ 22 h 70"/>
                <a:gd name="T16" fmla="*/ 9 w 29"/>
                <a:gd name="T17" fmla="*/ 9 h 70"/>
                <a:gd name="T18" fmla="*/ 2 w 29"/>
                <a:gd name="T19" fmla="*/ 0 h 7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9" h="70">
                  <a:moveTo>
                    <a:pt x="0" y="0"/>
                  </a:moveTo>
                  <a:cubicBezTo>
                    <a:pt x="8" y="11"/>
                    <a:pt x="13" y="25"/>
                    <a:pt x="14" y="38"/>
                  </a:cubicBezTo>
                  <a:cubicBezTo>
                    <a:pt x="14" y="43"/>
                    <a:pt x="14" y="48"/>
                    <a:pt x="13" y="53"/>
                  </a:cubicBezTo>
                  <a:cubicBezTo>
                    <a:pt x="13" y="57"/>
                    <a:pt x="11" y="60"/>
                    <a:pt x="10" y="64"/>
                  </a:cubicBezTo>
                  <a:cubicBezTo>
                    <a:pt x="13" y="65"/>
                    <a:pt x="16" y="70"/>
                    <a:pt x="19" y="70"/>
                  </a:cubicBezTo>
                  <a:cubicBezTo>
                    <a:pt x="19" y="64"/>
                    <a:pt x="26" y="62"/>
                    <a:pt x="28" y="57"/>
                  </a:cubicBezTo>
                  <a:cubicBezTo>
                    <a:pt x="29" y="53"/>
                    <a:pt x="23" y="50"/>
                    <a:pt x="21" y="46"/>
                  </a:cubicBezTo>
                  <a:cubicBezTo>
                    <a:pt x="19" y="39"/>
                    <a:pt x="19" y="32"/>
                    <a:pt x="17" y="25"/>
                  </a:cubicBezTo>
                  <a:cubicBezTo>
                    <a:pt x="15" y="20"/>
                    <a:pt x="12" y="13"/>
                    <a:pt x="9" y="9"/>
                  </a:cubicBezTo>
                  <a:cubicBezTo>
                    <a:pt x="8" y="5"/>
                    <a:pt x="4" y="3"/>
                    <a:pt x="2" y="0"/>
                  </a:cubicBezTo>
                </a:path>
              </a:pathLst>
            </a:custGeom>
            <a:solidFill>
              <a:srgbClr val="FCFB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9561" name="Freeform 768">
              <a:extLst>
                <a:ext uri="{FF2B5EF4-FFF2-40B4-BE49-F238E27FC236}">
                  <a16:creationId xmlns:a16="http://schemas.microsoft.com/office/drawing/2014/main" id="{DED0920E-8F5D-43B9-AD02-D20BFA557F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2" y="1277"/>
              <a:ext cx="44" cy="30"/>
            </a:xfrm>
            <a:custGeom>
              <a:avLst/>
              <a:gdLst>
                <a:gd name="T0" fmla="*/ 0 w 46"/>
                <a:gd name="T1" fmla="*/ 26 h 31"/>
                <a:gd name="T2" fmla="*/ 21 w 46"/>
                <a:gd name="T3" fmla="*/ 16 h 31"/>
                <a:gd name="T4" fmla="*/ 40 w 46"/>
                <a:gd name="T5" fmla="*/ 15 h 31"/>
                <a:gd name="T6" fmla="*/ 0 w 46"/>
                <a:gd name="T7" fmla="*/ 28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6" h="31">
                  <a:moveTo>
                    <a:pt x="0" y="29"/>
                  </a:moveTo>
                  <a:cubicBezTo>
                    <a:pt x="8" y="28"/>
                    <a:pt x="16" y="20"/>
                    <a:pt x="24" y="19"/>
                  </a:cubicBezTo>
                  <a:cubicBezTo>
                    <a:pt x="31" y="17"/>
                    <a:pt x="39" y="17"/>
                    <a:pt x="46" y="16"/>
                  </a:cubicBezTo>
                  <a:cubicBezTo>
                    <a:pt x="35" y="0"/>
                    <a:pt x="8" y="22"/>
                    <a:pt x="0" y="31"/>
                  </a:cubicBezTo>
                </a:path>
              </a:pathLst>
            </a:custGeom>
            <a:solidFill>
              <a:srgbClr val="FCFB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9562" name="Freeform 769">
              <a:extLst>
                <a:ext uri="{FF2B5EF4-FFF2-40B4-BE49-F238E27FC236}">
                  <a16:creationId xmlns:a16="http://schemas.microsoft.com/office/drawing/2014/main" id="{CD56745D-06B9-4A37-81CE-3EE18A3970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8" y="1584"/>
              <a:ext cx="49" cy="41"/>
            </a:xfrm>
            <a:custGeom>
              <a:avLst/>
              <a:gdLst>
                <a:gd name="T0" fmla="*/ 0 w 52"/>
                <a:gd name="T1" fmla="*/ 8 h 42"/>
                <a:gd name="T2" fmla="*/ 4 w 52"/>
                <a:gd name="T3" fmla="*/ 20 h 42"/>
                <a:gd name="T4" fmla="*/ 4 w 52"/>
                <a:gd name="T5" fmla="*/ 27 h 42"/>
                <a:gd name="T6" fmla="*/ 3 w 52"/>
                <a:gd name="T7" fmla="*/ 39 h 42"/>
                <a:gd name="T8" fmla="*/ 8 w 52"/>
                <a:gd name="T9" fmla="*/ 38 h 42"/>
                <a:gd name="T10" fmla="*/ 17 w 52"/>
                <a:gd name="T11" fmla="*/ 38 h 42"/>
                <a:gd name="T12" fmla="*/ 26 w 52"/>
                <a:gd name="T13" fmla="*/ 38 h 42"/>
                <a:gd name="T14" fmla="*/ 39 w 52"/>
                <a:gd name="T15" fmla="*/ 35 h 42"/>
                <a:gd name="T16" fmla="*/ 42 w 52"/>
                <a:gd name="T17" fmla="*/ 31 h 42"/>
                <a:gd name="T18" fmla="*/ 42 w 52"/>
                <a:gd name="T19" fmla="*/ 18 h 42"/>
                <a:gd name="T20" fmla="*/ 41 w 52"/>
                <a:gd name="T21" fmla="*/ 0 h 42"/>
                <a:gd name="T22" fmla="*/ 17 w 52"/>
                <a:gd name="T23" fmla="*/ 6 h 42"/>
                <a:gd name="T24" fmla="*/ 8 w 52"/>
                <a:gd name="T25" fmla="*/ 8 h 42"/>
                <a:gd name="T26" fmla="*/ 0 w 52"/>
                <a:gd name="T27" fmla="*/ 10 h 4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52" h="42">
                  <a:moveTo>
                    <a:pt x="0" y="8"/>
                  </a:moveTo>
                  <a:cubicBezTo>
                    <a:pt x="0" y="12"/>
                    <a:pt x="3" y="16"/>
                    <a:pt x="4" y="20"/>
                  </a:cubicBezTo>
                  <a:cubicBezTo>
                    <a:pt x="4" y="23"/>
                    <a:pt x="4" y="26"/>
                    <a:pt x="4" y="30"/>
                  </a:cubicBezTo>
                  <a:cubicBezTo>
                    <a:pt x="4" y="34"/>
                    <a:pt x="4" y="38"/>
                    <a:pt x="3" y="42"/>
                  </a:cubicBezTo>
                  <a:cubicBezTo>
                    <a:pt x="6" y="42"/>
                    <a:pt x="8" y="41"/>
                    <a:pt x="11" y="41"/>
                  </a:cubicBezTo>
                  <a:cubicBezTo>
                    <a:pt x="14" y="41"/>
                    <a:pt x="17" y="41"/>
                    <a:pt x="20" y="41"/>
                  </a:cubicBezTo>
                  <a:cubicBezTo>
                    <a:pt x="24" y="41"/>
                    <a:pt x="28" y="41"/>
                    <a:pt x="32" y="41"/>
                  </a:cubicBezTo>
                  <a:cubicBezTo>
                    <a:pt x="37" y="40"/>
                    <a:pt x="42" y="39"/>
                    <a:pt x="47" y="38"/>
                  </a:cubicBezTo>
                  <a:cubicBezTo>
                    <a:pt x="51" y="37"/>
                    <a:pt x="51" y="37"/>
                    <a:pt x="51" y="34"/>
                  </a:cubicBezTo>
                  <a:cubicBezTo>
                    <a:pt x="52" y="29"/>
                    <a:pt x="51" y="23"/>
                    <a:pt x="51" y="18"/>
                  </a:cubicBezTo>
                  <a:cubicBezTo>
                    <a:pt x="51" y="13"/>
                    <a:pt x="52" y="5"/>
                    <a:pt x="50" y="0"/>
                  </a:cubicBezTo>
                  <a:cubicBezTo>
                    <a:pt x="40" y="1"/>
                    <a:pt x="30" y="4"/>
                    <a:pt x="20" y="6"/>
                  </a:cubicBezTo>
                  <a:cubicBezTo>
                    <a:pt x="17" y="7"/>
                    <a:pt x="13" y="7"/>
                    <a:pt x="9" y="8"/>
                  </a:cubicBezTo>
                  <a:cubicBezTo>
                    <a:pt x="6" y="9"/>
                    <a:pt x="3" y="10"/>
                    <a:pt x="0" y="10"/>
                  </a:cubicBezTo>
                </a:path>
              </a:pathLst>
            </a:custGeom>
            <a:solidFill>
              <a:srgbClr val="94C6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9563" name="Freeform 770">
              <a:extLst>
                <a:ext uri="{FF2B5EF4-FFF2-40B4-BE49-F238E27FC236}">
                  <a16:creationId xmlns:a16="http://schemas.microsoft.com/office/drawing/2014/main" id="{A8784649-2399-48D0-91AF-5B656D10240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6" y="1783"/>
              <a:ext cx="42" cy="51"/>
            </a:xfrm>
            <a:custGeom>
              <a:avLst/>
              <a:gdLst>
                <a:gd name="T0" fmla="*/ 13 w 44"/>
                <a:gd name="T1" fmla="*/ 0 h 54"/>
                <a:gd name="T2" fmla="*/ 0 w 44"/>
                <a:gd name="T3" fmla="*/ 45 h 54"/>
                <a:gd name="T4" fmla="*/ 12 w 44"/>
                <a:gd name="T5" fmla="*/ 37 h 54"/>
                <a:gd name="T6" fmla="*/ 27 w 44"/>
                <a:gd name="T7" fmla="*/ 26 h 54"/>
                <a:gd name="T8" fmla="*/ 15 w 44"/>
                <a:gd name="T9" fmla="*/ 0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" h="54">
                  <a:moveTo>
                    <a:pt x="16" y="0"/>
                  </a:moveTo>
                  <a:cubicBezTo>
                    <a:pt x="11" y="18"/>
                    <a:pt x="4" y="36"/>
                    <a:pt x="0" y="54"/>
                  </a:cubicBezTo>
                  <a:cubicBezTo>
                    <a:pt x="5" y="51"/>
                    <a:pt x="11" y="47"/>
                    <a:pt x="15" y="43"/>
                  </a:cubicBezTo>
                  <a:cubicBezTo>
                    <a:pt x="20" y="39"/>
                    <a:pt x="25" y="36"/>
                    <a:pt x="30" y="32"/>
                  </a:cubicBezTo>
                  <a:cubicBezTo>
                    <a:pt x="44" y="20"/>
                    <a:pt x="31" y="5"/>
                    <a:pt x="18" y="0"/>
                  </a:cubicBezTo>
                </a:path>
              </a:pathLst>
            </a:custGeom>
            <a:solidFill>
              <a:srgbClr val="EAEA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9564" name="Freeform 771">
              <a:extLst>
                <a:ext uri="{FF2B5EF4-FFF2-40B4-BE49-F238E27FC236}">
                  <a16:creationId xmlns:a16="http://schemas.microsoft.com/office/drawing/2014/main" id="{3B708A99-8427-4F29-95B6-3F57D665854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6" y="1755"/>
              <a:ext cx="44" cy="47"/>
            </a:xfrm>
            <a:custGeom>
              <a:avLst/>
              <a:gdLst>
                <a:gd name="T0" fmla="*/ 37 w 46"/>
                <a:gd name="T1" fmla="*/ 8 h 49"/>
                <a:gd name="T2" fmla="*/ 37 w 46"/>
                <a:gd name="T3" fmla="*/ 15 h 49"/>
                <a:gd name="T4" fmla="*/ 38 w 46"/>
                <a:gd name="T5" fmla="*/ 27 h 49"/>
                <a:gd name="T6" fmla="*/ 38 w 46"/>
                <a:gd name="T7" fmla="*/ 43 h 49"/>
                <a:gd name="T8" fmla="*/ 28 w 46"/>
                <a:gd name="T9" fmla="*/ 35 h 49"/>
                <a:gd name="T10" fmla="*/ 16 w 46"/>
                <a:gd name="T11" fmla="*/ 32 h 49"/>
                <a:gd name="T12" fmla="*/ 0 w 46"/>
                <a:gd name="T13" fmla="*/ 12 h 49"/>
                <a:gd name="T14" fmla="*/ 1 w 46"/>
                <a:gd name="T15" fmla="*/ 10 h 49"/>
                <a:gd name="T16" fmla="*/ 35 w 46"/>
                <a:gd name="T17" fmla="*/ 6 h 4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6" h="49">
                  <a:moveTo>
                    <a:pt x="43" y="8"/>
                  </a:moveTo>
                  <a:cubicBezTo>
                    <a:pt x="42" y="7"/>
                    <a:pt x="43" y="15"/>
                    <a:pt x="43" y="18"/>
                  </a:cubicBezTo>
                  <a:cubicBezTo>
                    <a:pt x="43" y="22"/>
                    <a:pt x="44" y="26"/>
                    <a:pt x="44" y="30"/>
                  </a:cubicBezTo>
                  <a:cubicBezTo>
                    <a:pt x="45" y="36"/>
                    <a:pt x="46" y="43"/>
                    <a:pt x="44" y="49"/>
                  </a:cubicBezTo>
                  <a:cubicBezTo>
                    <a:pt x="40" y="49"/>
                    <a:pt x="35" y="43"/>
                    <a:pt x="31" y="41"/>
                  </a:cubicBezTo>
                  <a:cubicBezTo>
                    <a:pt x="27" y="39"/>
                    <a:pt x="22" y="38"/>
                    <a:pt x="19" y="35"/>
                  </a:cubicBezTo>
                  <a:cubicBezTo>
                    <a:pt x="10" y="30"/>
                    <a:pt x="4" y="21"/>
                    <a:pt x="0" y="12"/>
                  </a:cubicBezTo>
                  <a:cubicBezTo>
                    <a:pt x="0" y="12"/>
                    <a:pt x="1" y="11"/>
                    <a:pt x="1" y="10"/>
                  </a:cubicBezTo>
                  <a:cubicBezTo>
                    <a:pt x="11" y="7"/>
                    <a:pt x="32" y="0"/>
                    <a:pt x="41" y="6"/>
                  </a:cubicBezTo>
                </a:path>
              </a:pathLst>
            </a:custGeom>
            <a:solidFill>
              <a:srgbClr val="EAEA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9565" name="Freeform 772">
              <a:extLst>
                <a:ext uri="{FF2B5EF4-FFF2-40B4-BE49-F238E27FC236}">
                  <a16:creationId xmlns:a16="http://schemas.microsoft.com/office/drawing/2014/main" id="{DE7ACDDD-6C2D-4E65-ABDB-B27A22A9E1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1" y="1561"/>
              <a:ext cx="123" cy="182"/>
            </a:xfrm>
            <a:custGeom>
              <a:avLst/>
              <a:gdLst>
                <a:gd name="T0" fmla="*/ 19 w 129"/>
                <a:gd name="T1" fmla="*/ 1 h 191"/>
                <a:gd name="T2" fmla="*/ 64 w 129"/>
                <a:gd name="T3" fmla="*/ 77 h 191"/>
                <a:gd name="T4" fmla="*/ 112 w 129"/>
                <a:gd name="T5" fmla="*/ 135 h 191"/>
                <a:gd name="T6" fmla="*/ 112 w 129"/>
                <a:gd name="T7" fmla="*/ 135 h 191"/>
                <a:gd name="T8" fmla="*/ 74 w 129"/>
                <a:gd name="T9" fmla="*/ 100 h 191"/>
                <a:gd name="T10" fmla="*/ 54 w 129"/>
                <a:gd name="T11" fmla="*/ 83 h 191"/>
                <a:gd name="T12" fmla="*/ 39 w 129"/>
                <a:gd name="T13" fmla="*/ 66 h 191"/>
                <a:gd name="T14" fmla="*/ 10 w 129"/>
                <a:gd name="T15" fmla="*/ 87 h 191"/>
                <a:gd name="T16" fmla="*/ 7 w 129"/>
                <a:gd name="T17" fmla="*/ 124 h 191"/>
                <a:gd name="T18" fmla="*/ 5 w 129"/>
                <a:gd name="T19" fmla="*/ 165 h 191"/>
                <a:gd name="T20" fmla="*/ 5 w 129"/>
                <a:gd name="T21" fmla="*/ 131 h 191"/>
                <a:gd name="T22" fmla="*/ 5 w 129"/>
                <a:gd name="T23" fmla="*/ 94 h 191"/>
                <a:gd name="T24" fmla="*/ 10 w 129"/>
                <a:gd name="T25" fmla="*/ 55 h 191"/>
                <a:gd name="T26" fmla="*/ 14 w 129"/>
                <a:gd name="T27" fmla="*/ 0 h 19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29" h="191">
                  <a:moveTo>
                    <a:pt x="22" y="1"/>
                  </a:moveTo>
                  <a:cubicBezTo>
                    <a:pt x="39" y="32"/>
                    <a:pt x="48" y="63"/>
                    <a:pt x="73" y="89"/>
                  </a:cubicBezTo>
                  <a:cubicBezTo>
                    <a:pt x="93" y="109"/>
                    <a:pt x="115" y="131"/>
                    <a:pt x="129" y="156"/>
                  </a:cubicBezTo>
                  <a:cubicBezTo>
                    <a:pt x="129" y="156"/>
                    <a:pt x="129" y="156"/>
                    <a:pt x="129" y="156"/>
                  </a:cubicBezTo>
                  <a:cubicBezTo>
                    <a:pt x="112" y="147"/>
                    <a:pt x="99" y="128"/>
                    <a:pt x="86" y="115"/>
                  </a:cubicBezTo>
                  <a:cubicBezTo>
                    <a:pt x="79" y="107"/>
                    <a:pt x="70" y="102"/>
                    <a:pt x="63" y="95"/>
                  </a:cubicBezTo>
                  <a:cubicBezTo>
                    <a:pt x="56" y="90"/>
                    <a:pt x="51" y="81"/>
                    <a:pt x="45" y="76"/>
                  </a:cubicBezTo>
                  <a:cubicBezTo>
                    <a:pt x="26" y="61"/>
                    <a:pt x="16" y="83"/>
                    <a:pt x="13" y="101"/>
                  </a:cubicBezTo>
                  <a:cubicBezTo>
                    <a:pt x="10" y="115"/>
                    <a:pt x="8" y="129"/>
                    <a:pt x="7" y="143"/>
                  </a:cubicBezTo>
                  <a:cubicBezTo>
                    <a:pt x="7" y="157"/>
                    <a:pt x="0" y="178"/>
                    <a:pt x="5" y="191"/>
                  </a:cubicBezTo>
                  <a:cubicBezTo>
                    <a:pt x="5" y="177"/>
                    <a:pt x="4" y="164"/>
                    <a:pt x="5" y="151"/>
                  </a:cubicBezTo>
                  <a:cubicBezTo>
                    <a:pt x="6" y="137"/>
                    <a:pt x="3" y="123"/>
                    <a:pt x="5" y="109"/>
                  </a:cubicBezTo>
                  <a:cubicBezTo>
                    <a:pt x="7" y="94"/>
                    <a:pt x="11" y="79"/>
                    <a:pt x="12" y="64"/>
                  </a:cubicBezTo>
                  <a:cubicBezTo>
                    <a:pt x="13" y="42"/>
                    <a:pt x="8" y="20"/>
                    <a:pt x="17" y="0"/>
                  </a:cubicBezTo>
                </a:path>
              </a:pathLst>
            </a:custGeom>
            <a:solidFill>
              <a:srgbClr val="EAEA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9566" name="Freeform 773">
              <a:extLst>
                <a:ext uri="{FF2B5EF4-FFF2-40B4-BE49-F238E27FC236}">
                  <a16:creationId xmlns:a16="http://schemas.microsoft.com/office/drawing/2014/main" id="{775BEE40-1082-4A64-AEA6-3D499DE9A1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0" y="1809"/>
              <a:ext cx="74" cy="146"/>
            </a:xfrm>
            <a:custGeom>
              <a:avLst/>
              <a:gdLst>
                <a:gd name="T0" fmla="*/ 68 w 77"/>
                <a:gd name="T1" fmla="*/ 0 h 153"/>
                <a:gd name="T2" fmla="*/ 52 w 77"/>
                <a:gd name="T3" fmla="*/ 17 h 153"/>
                <a:gd name="T4" fmla="*/ 36 w 77"/>
                <a:gd name="T5" fmla="*/ 28 h 153"/>
                <a:gd name="T6" fmla="*/ 18 w 77"/>
                <a:gd name="T7" fmla="*/ 47 h 153"/>
                <a:gd name="T8" fmla="*/ 2 w 77"/>
                <a:gd name="T9" fmla="*/ 132 h 153"/>
                <a:gd name="T10" fmla="*/ 40 w 77"/>
                <a:gd name="T11" fmla="*/ 131 h 153"/>
                <a:gd name="T12" fmla="*/ 33 w 77"/>
                <a:gd name="T13" fmla="*/ 124 h 153"/>
                <a:gd name="T14" fmla="*/ 31 w 77"/>
                <a:gd name="T15" fmla="*/ 108 h 153"/>
                <a:gd name="T16" fmla="*/ 36 w 77"/>
                <a:gd name="T17" fmla="*/ 64 h 153"/>
                <a:gd name="T18" fmla="*/ 63 w 77"/>
                <a:gd name="T19" fmla="*/ 2 h 15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7" h="153">
                  <a:moveTo>
                    <a:pt x="77" y="0"/>
                  </a:moveTo>
                  <a:cubicBezTo>
                    <a:pt x="70" y="2"/>
                    <a:pt x="64" y="15"/>
                    <a:pt x="58" y="20"/>
                  </a:cubicBezTo>
                  <a:cubicBezTo>
                    <a:pt x="53" y="24"/>
                    <a:pt x="47" y="28"/>
                    <a:pt x="41" y="31"/>
                  </a:cubicBezTo>
                  <a:cubicBezTo>
                    <a:pt x="28" y="37"/>
                    <a:pt x="23" y="37"/>
                    <a:pt x="21" y="53"/>
                  </a:cubicBezTo>
                  <a:cubicBezTo>
                    <a:pt x="15" y="86"/>
                    <a:pt x="0" y="119"/>
                    <a:pt x="2" y="152"/>
                  </a:cubicBezTo>
                  <a:cubicBezTo>
                    <a:pt x="15" y="153"/>
                    <a:pt x="33" y="153"/>
                    <a:pt x="46" y="151"/>
                  </a:cubicBezTo>
                  <a:cubicBezTo>
                    <a:pt x="43" y="147"/>
                    <a:pt x="38" y="146"/>
                    <a:pt x="36" y="142"/>
                  </a:cubicBezTo>
                  <a:cubicBezTo>
                    <a:pt x="33" y="138"/>
                    <a:pt x="34" y="129"/>
                    <a:pt x="34" y="124"/>
                  </a:cubicBezTo>
                  <a:cubicBezTo>
                    <a:pt x="35" y="108"/>
                    <a:pt x="37" y="89"/>
                    <a:pt x="40" y="73"/>
                  </a:cubicBezTo>
                  <a:cubicBezTo>
                    <a:pt x="45" y="46"/>
                    <a:pt x="68" y="28"/>
                    <a:pt x="72" y="2"/>
                  </a:cubicBezTo>
                </a:path>
              </a:pathLst>
            </a:custGeom>
            <a:solidFill>
              <a:srgbClr val="EAEA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9567" name="Freeform 774">
              <a:extLst>
                <a:ext uri="{FF2B5EF4-FFF2-40B4-BE49-F238E27FC236}">
                  <a16:creationId xmlns:a16="http://schemas.microsoft.com/office/drawing/2014/main" id="{31AFB548-721A-4EF3-BC1A-CF1F282439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4" y="2216"/>
              <a:ext cx="249" cy="232"/>
            </a:xfrm>
            <a:custGeom>
              <a:avLst/>
              <a:gdLst>
                <a:gd name="T0" fmla="*/ 2 w 260"/>
                <a:gd name="T1" fmla="*/ 210 h 243"/>
                <a:gd name="T2" fmla="*/ 1 w 260"/>
                <a:gd name="T3" fmla="*/ 211 h 243"/>
                <a:gd name="T4" fmla="*/ 31 w 260"/>
                <a:gd name="T5" fmla="*/ 187 h 243"/>
                <a:gd name="T6" fmla="*/ 48 w 260"/>
                <a:gd name="T7" fmla="*/ 173 h 243"/>
                <a:gd name="T8" fmla="*/ 77 w 260"/>
                <a:gd name="T9" fmla="*/ 175 h 243"/>
                <a:gd name="T10" fmla="*/ 102 w 260"/>
                <a:gd name="T11" fmla="*/ 178 h 243"/>
                <a:gd name="T12" fmla="*/ 156 w 260"/>
                <a:gd name="T13" fmla="*/ 161 h 243"/>
                <a:gd name="T14" fmla="*/ 181 w 260"/>
                <a:gd name="T15" fmla="*/ 106 h 243"/>
                <a:gd name="T16" fmla="*/ 203 w 260"/>
                <a:gd name="T17" fmla="*/ 54 h 243"/>
                <a:gd name="T18" fmla="*/ 228 w 260"/>
                <a:gd name="T19" fmla="*/ 0 h 243"/>
                <a:gd name="T20" fmla="*/ 204 w 260"/>
                <a:gd name="T21" fmla="*/ 76 h 243"/>
                <a:gd name="T22" fmla="*/ 181 w 260"/>
                <a:gd name="T23" fmla="*/ 146 h 243"/>
                <a:gd name="T24" fmla="*/ 135 w 260"/>
                <a:gd name="T25" fmla="*/ 190 h 243"/>
                <a:gd name="T26" fmla="*/ 63 w 260"/>
                <a:gd name="T27" fmla="*/ 188 h 243"/>
                <a:gd name="T28" fmla="*/ 40 w 260"/>
                <a:gd name="T29" fmla="*/ 188 h 243"/>
                <a:gd name="T30" fmla="*/ 15 w 260"/>
                <a:gd name="T31" fmla="*/ 202 h 243"/>
                <a:gd name="T32" fmla="*/ 2 w 260"/>
                <a:gd name="T33" fmla="*/ 211 h 24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260" h="243">
                  <a:moveTo>
                    <a:pt x="2" y="241"/>
                  </a:moveTo>
                  <a:cubicBezTo>
                    <a:pt x="2" y="242"/>
                    <a:pt x="0" y="242"/>
                    <a:pt x="1" y="242"/>
                  </a:cubicBezTo>
                  <a:cubicBezTo>
                    <a:pt x="13" y="236"/>
                    <a:pt x="24" y="223"/>
                    <a:pt x="34" y="215"/>
                  </a:cubicBezTo>
                  <a:cubicBezTo>
                    <a:pt x="40" y="210"/>
                    <a:pt x="46" y="201"/>
                    <a:pt x="54" y="199"/>
                  </a:cubicBezTo>
                  <a:cubicBezTo>
                    <a:pt x="61" y="198"/>
                    <a:pt x="79" y="200"/>
                    <a:pt x="88" y="201"/>
                  </a:cubicBezTo>
                  <a:cubicBezTo>
                    <a:pt x="98" y="202"/>
                    <a:pt x="107" y="204"/>
                    <a:pt x="117" y="204"/>
                  </a:cubicBezTo>
                  <a:cubicBezTo>
                    <a:pt x="139" y="203"/>
                    <a:pt x="162" y="204"/>
                    <a:pt x="177" y="185"/>
                  </a:cubicBezTo>
                  <a:cubicBezTo>
                    <a:pt x="191" y="169"/>
                    <a:pt x="201" y="143"/>
                    <a:pt x="206" y="122"/>
                  </a:cubicBezTo>
                  <a:cubicBezTo>
                    <a:pt x="211" y="101"/>
                    <a:pt x="219" y="81"/>
                    <a:pt x="231" y="63"/>
                  </a:cubicBezTo>
                  <a:cubicBezTo>
                    <a:pt x="243" y="42"/>
                    <a:pt x="249" y="21"/>
                    <a:pt x="259" y="0"/>
                  </a:cubicBezTo>
                  <a:cubicBezTo>
                    <a:pt x="260" y="29"/>
                    <a:pt x="243" y="61"/>
                    <a:pt x="232" y="88"/>
                  </a:cubicBezTo>
                  <a:cubicBezTo>
                    <a:pt x="222" y="114"/>
                    <a:pt x="216" y="142"/>
                    <a:pt x="206" y="168"/>
                  </a:cubicBezTo>
                  <a:cubicBezTo>
                    <a:pt x="196" y="193"/>
                    <a:pt x="181" y="216"/>
                    <a:pt x="153" y="218"/>
                  </a:cubicBezTo>
                  <a:cubicBezTo>
                    <a:pt x="127" y="221"/>
                    <a:pt x="97" y="221"/>
                    <a:pt x="72" y="216"/>
                  </a:cubicBezTo>
                  <a:cubicBezTo>
                    <a:pt x="63" y="214"/>
                    <a:pt x="54" y="213"/>
                    <a:pt x="46" y="216"/>
                  </a:cubicBezTo>
                  <a:cubicBezTo>
                    <a:pt x="36" y="220"/>
                    <a:pt x="27" y="228"/>
                    <a:pt x="18" y="233"/>
                  </a:cubicBezTo>
                  <a:cubicBezTo>
                    <a:pt x="14" y="236"/>
                    <a:pt x="6" y="239"/>
                    <a:pt x="2" y="243"/>
                  </a:cubicBezTo>
                </a:path>
              </a:pathLst>
            </a:custGeom>
            <a:solidFill>
              <a:srgbClr val="EAEA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9568" name="Freeform 775">
              <a:extLst>
                <a:ext uri="{FF2B5EF4-FFF2-40B4-BE49-F238E27FC236}">
                  <a16:creationId xmlns:a16="http://schemas.microsoft.com/office/drawing/2014/main" id="{8C18A91A-FDB5-44C9-9ADA-F33BD7A0D29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6" y="1414"/>
              <a:ext cx="171" cy="94"/>
            </a:xfrm>
            <a:custGeom>
              <a:avLst/>
              <a:gdLst>
                <a:gd name="T0" fmla="*/ 1 w 179"/>
                <a:gd name="T1" fmla="*/ 0 h 99"/>
                <a:gd name="T2" fmla="*/ 39 w 179"/>
                <a:gd name="T3" fmla="*/ 36 h 99"/>
                <a:gd name="T4" fmla="*/ 73 w 179"/>
                <a:gd name="T5" fmla="*/ 57 h 99"/>
                <a:gd name="T6" fmla="*/ 109 w 179"/>
                <a:gd name="T7" fmla="*/ 74 h 99"/>
                <a:gd name="T8" fmla="*/ 156 w 179"/>
                <a:gd name="T9" fmla="*/ 85 h 99"/>
                <a:gd name="T10" fmla="*/ 96 w 179"/>
                <a:gd name="T11" fmla="*/ 63 h 99"/>
                <a:gd name="T12" fmla="*/ 69 w 179"/>
                <a:gd name="T13" fmla="*/ 39 h 99"/>
                <a:gd name="T14" fmla="*/ 53 w 179"/>
                <a:gd name="T15" fmla="*/ 37 h 99"/>
                <a:gd name="T16" fmla="*/ 30 w 179"/>
                <a:gd name="T17" fmla="*/ 27 h 99"/>
                <a:gd name="T18" fmla="*/ 0 w 179"/>
                <a:gd name="T19" fmla="*/ 0 h 9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79" h="99">
                  <a:moveTo>
                    <a:pt x="1" y="0"/>
                  </a:moveTo>
                  <a:cubicBezTo>
                    <a:pt x="17" y="5"/>
                    <a:pt x="32" y="30"/>
                    <a:pt x="45" y="42"/>
                  </a:cubicBezTo>
                  <a:cubicBezTo>
                    <a:pt x="58" y="54"/>
                    <a:pt x="69" y="57"/>
                    <a:pt x="84" y="66"/>
                  </a:cubicBezTo>
                  <a:cubicBezTo>
                    <a:pt x="98" y="74"/>
                    <a:pt x="109" y="82"/>
                    <a:pt x="125" y="86"/>
                  </a:cubicBezTo>
                  <a:cubicBezTo>
                    <a:pt x="143" y="91"/>
                    <a:pt x="161" y="95"/>
                    <a:pt x="179" y="99"/>
                  </a:cubicBezTo>
                  <a:cubicBezTo>
                    <a:pt x="156" y="96"/>
                    <a:pt x="131" y="85"/>
                    <a:pt x="110" y="74"/>
                  </a:cubicBezTo>
                  <a:cubicBezTo>
                    <a:pt x="96" y="67"/>
                    <a:pt x="91" y="52"/>
                    <a:pt x="79" y="45"/>
                  </a:cubicBezTo>
                  <a:cubicBezTo>
                    <a:pt x="74" y="42"/>
                    <a:pt x="66" y="44"/>
                    <a:pt x="61" y="43"/>
                  </a:cubicBezTo>
                  <a:cubicBezTo>
                    <a:pt x="51" y="41"/>
                    <a:pt x="42" y="36"/>
                    <a:pt x="33" y="31"/>
                  </a:cubicBezTo>
                  <a:cubicBezTo>
                    <a:pt x="22" y="23"/>
                    <a:pt x="6" y="11"/>
                    <a:pt x="0" y="0"/>
                  </a:cubicBezTo>
                </a:path>
              </a:pathLst>
            </a:custGeom>
            <a:solidFill>
              <a:srgbClr val="EAEA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9569" name="Freeform 776">
              <a:extLst>
                <a:ext uri="{FF2B5EF4-FFF2-40B4-BE49-F238E27FC236}">
                  <a16:creationId xmlns:a16="http://schemas.microsoft.com/office/drawing/2014/main" id="{15AD52CC-098F-40AC-ACFD-F55710F38D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3" y="1569"/>
              <a:ext cx="100" cy="296"/>
            </a:xfrm>
            <a:custGeom>
              <a:avLst/>
              <a:gdLst>
                <a:gd name="T0" fmla="*/ 10 w 105"/>
                <a:gd name="T1" fmla="*/ 10 h 310"/>
                <a:gd name="T2" fmla="*/ 7 w 105"/>
                <a:gd name="T3" fmla="*/ 53 h 310"/>
                <a:gd name="T4" fmla="*/ 3 w 105"/>
                <a:gd name="T5" fmla="*/ 87 h 310"/>
                <a:gd name="T6" fmla="*/ 5 w 105"/>
                <a:gd name="T7" fmla="*/ 146 h 310"/>
                <a:gd name="T8" fmla="*/ 10 w 105"/>
                <a:gd name="T9" fmla="*/ 264 h 310"/>
                <a:gd name="T10" fmla="*/ 48 w 105"/>
                <a:gd name="T11" fmla="*/ 270 h 310"/>
                <a:gd name="T12" fmla="*/ 90 w 105"/>
                <a:gd name="T13" fmla="*/ 264 h 310"/>
                <a:gd name="T14" fmla="*/ 48 w 105"/>
                <a:gd name="T15" fmla="*/ 251 h 310"/>
                <a:gd name="T16" fmla="*/ 37 w 105"/>
                <a:gd name="T17" fmla="*/ 225 h 310"/>
                <a:gd name="T18" fmla="*/ 28 w 105"/>
                <a:gd name="T19" fmla="*/ 168 h 310"/>
                <a:gd name="T20" fmla="*/ 10 w 105"/>
                <a:gd name="T21" fmla="*/ 0 h 31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05" h="310">
                  <a:moveTo>
                    <a:pt x="11" y="10"/>
                  </a:moveTo>
                  <a:cubicBezTo>
                    <a:pt x="7" y="23"/>
                    <a:pt x="8" y="46"/>
                    <a:pt x="7" y="61"/>
                  </a:cubicBezTo>
                  <a:cubicBezTo>
                    <a:pt x="6" y="74"/>
                    <a:pt x="4" y="86"/>
                    <a:pt x="3" y="99"/>
                  </a:cubicBezTo>
                  <a:cubicBezTo>
                    <a:pt x="0" y="123"/>
                    <a:pt x="2" y="144"/>
                    <a:pt x="5" y="168"/>
                  </a:cubicBezTo>
                  <a:cubicBezTo>
                    <a:pt x="9" y="213"/>
                    <a:pt x="10" y="258"/>
                    <a:pt x="12" y="303"/>
                  </a:cubicBezTo>
                  <a:cubicBezTo>
                    <a:pt x="27" y="303"/>
                    <a:pt x="41" y="310"/>
                    <a:pt x="56" y="310"/>
                  </a:cubicBezTo>
                  <a:cubicBezTo>
                    <a:pt x="71" y="309"/>
                    <a:pt x="91" y="307"/>
                    <a:pt x="105" y="304"/>
                  </a:cubicBezTo>
                  <a:cubicBezTo>
                    <a:pt x="89" y="303"/>
                    <a:pt x="70" y="298"/>
                    <a:pt x="56" y="288"/>
                  </a:cubicBezTo>
                  <a:cubicBezTo>
                    <a:pt x="46" y="280"/>
                    <a:pt x="45" y="272"/>
                    <a:pt x="43" y="259"/>
                  </a:cubicBezTo>
                  <a:cubicBezTo>
                    <a:pt x="41" y="237"/>
                    <a:pt x="34" y="216"/>
                    <a:pt x="32" y="193"/>
                  </a:cubicBezTo>
                  <a:cubicBezTo>
                    <a:pt x="24" y="129"/>
                    <a:pt x="11" y="65"/>
                    <a:pt x="12" y="0"/>
                  </a:cubicBezTo>
                </a:path>
              </a:pathLst>
            </a:custGeom>
            <a:solidFill>
              <a:srgbClr val="EAEA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9570" name="Freeform 777">
              <a:extLst>
                <a:ext uri="{FF2B5EF4-FFF2-40B4-BE49-F238E27FC236}">
                  <a16:creationId xmlns:a16="http://schemas.microsoft.com/office/drawing/2014/main" id="{CF1C496D-AFF7-403C-A40E-494583EBD4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2" y="1514"/>
              <a:ext cx="40" cy="124"/>
            </a:xfrm>
            <a:custGeom>
              <a:avLst/>
              <a:gdLst>
                <a:gd name="T0" fmla="*/ 38 w 41"/>
                <a:gd name="T1" fmla="*/ 0 h 130"/>
                <a:gd name="T2" fmla="*/ 20 w 41"/>
                <a:gd name="T3" fmla="*/ 28 h 130"/>
                <a:gd name="T4" fmla="*/ 10 w 41"/>
                <a:gd name="T5" fmla="*/ 48 h 130"/>
                <a:gd name="T6" fmla="*/ 1 w 41"/>
                <a:gd name="T7" fmla="*/ 113 h 130"/>
                <a:gd name="T8" fmla="*/ 8 w 41"/>
                <a:gd name="T9" fmla="*/ 84 h 130"/>
                <a:gd name="T10" fmla="*/ 19 w 41"/>
                <a:gd name="T11" fmla="*/ 48 h 130"/>
                <a:gd name="T12" fmla="*/ 35 w 41"/>
                <a:gd name="T13" fmla="*/ 3 h 13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1" h="130">
                  <a:moveTo>
                    <a:pt x="41" y="0"/>
                  </a:moveTo>
                  <a:cubicBezTo>
                    <a:pt x="40" y="11"/>
                    <a:pt x="27" y="22"/>
                    <a:pt x="22" y="31"/>
                  </a:cubicBezTo>
                  <a:cubicBezTo>
                    <a:pt x="17" y="39"/>
                    <a:pt x="13" y="47"/>
                    <a:pt x="10" y="55"/>
                  </a:cubicBezTo>
                  <a:cubicBezTo>
                    <a:pt x="3" y="80"/>
                    <a:pt x="1" y="105"/>
                    <a:pt x="1" y="130"/>
                  </a:cubicBezTo>
                  <a:cubicBezTo>
                    <a:pt x="0" y="118"/>
                    <a:pt x="5" y="107"/>
                    <a:pt x="8" y="96"/>
                  </a:cubicBezTo>
                  <a:cubicBezTo>
                    <a:pt x="12" y="82"/>
                    <a:pt x="13" y="68"/>
                    <a:pt x="19" y="54"/>
                  </a:cubicBezTo>
                  <a:cubicBezTo>
                    <a:pt x="26" y="37"/>
                    <a:pt x="32" y="20"/>
                    <a:pt x="38" y="3"/>
                  </a:cubicBezTo>
                </a:path>
              </a:pathLst>
            </a:custGeom>
            <a:solidFill>
              <a:srgbClr val="EAEA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9571" name="Freeform 778">
              <a:extLst>
                <a:ext uri="{FF2B5EF4-FFF2-40B4-BE49-F238E27FC236}">
                  <a16:creationId xmlns:a16="http://schemas.microsoft.com/office/drawing/2014/main" id="{5C7F9899-0CCC-4635-AE31-27AB5D7CB0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1" y="1433"/>
              <a:ext cx="19" cy="73"/>
            </a:xfrm>
            <a:custGeom>
              <a:avLst/>
              <a:gdLst>
                <a:gd name="T0" fmla="*/ 11 w 20"/>
                <a:gd name="T1" fmla="*/ 0 h 77"/>
                <a:gd name="T2" fmla="*/ 0 w 20"/>
                <a:gd name="T3" fmla="*/ 65 h 77"/>
                <a:gd name="T4" fmla="*/ 17 w 20"/>
                <a:gd name="T5" fmla="*/ 1 h 7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77">
                  <a:moveTo>
                    <a:pt x="14" y="0"/>
                  </a:moveTo>
                  <a:cubicBezTo>
                    <a:pt x="11" y="25"/>
                    <a:pt x="7" y="52"/>
                    <a:pt x="0" y="77"/>
                  </a:cubicBezTo>
                  <a:cubicBezTo>
                    <a:pt x="20" y="56"/>
                    <a:pt x="20" y="29"/>
                    <a:pt x="20" y="1"/>
                  </a:cubicBezTo>
                </a:path>
              </a:pathLst>
            </a:custGeom>
            <a:solidFill>
              <a:srgbClr val="EAEA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9572" name="Freeform 779">
              <a:extLst>
                <a:ext uri="{FF2B5EF4-FFF2-40B4-BE49-F238E27FC236}">
                  <a16:creationId xmlns:a16="http://schemas.microsoft.com/office/drawing/2014/main" id="{00F0F9E5-9825-4912-8300-F41AD5791D8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8" y="2169"/>
              <a:ext cx="425" cy="376"/>
            </a:xfrm>
            <a:custGeom>
              <a:avLst/>
              <a:gdLst>
                <a:gd name="T0" fmla="*/ 0 w 445"/>
                <a:gd name="T1" fmla="*/ 303 h 394"/>
                <a:gd name="T2" fmla="*/ 380 w 445"/>
                <a:gd name="T3" fmla="*/ 284 h 394"/>
                <a:gd name="T4" fmla="*/ 388 w 445"/>
                <a:gd name="T5" fmla="*/ 0 h 394"/>
                <a:gd name="T6" fmla="*/ 308 w 445"/>
                <a:gd name="T7" fmla="*/ 219 h 394"/>
                <a:gd name="T8" fmla="*/ 183 w 445"/>
                <a:gd name="T9" fmla="*/ 276 h 394"/>
                <a:gd name="T10" fmla="*/ 0 w 445"/>
                <a:gd name="T11" fmla="*/ 303 h 39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45" h="394">
                  <a:moveTo>
                    <a:pt x="0" y="349"/>
                  </a:moveTo>
                  <a:cubicBezTo>
                    <a:pt x="0" y="349"/>
                    <a:pt x="303" y="394"/>
                    <a:pt x="437" y="327"/>
                  </a:cubicBezTo>
                  <a:cubicBezTo>
                    <a:pt x="437" y="327"/>
                    <a:pt x="443" y="51"/>
                    <a:pt x="445" y="0"/>
                  </a:cubicBezTo>
                  <a:cubicBezTo>
                    <a:pt x="445" y="0"/>
                    <a:pt x="422" y="204"/>
                    <a:pt x="354" y="251"/>
                  </a:cubicBezTo>
                  <a:cubicBezTo>
                    <a:pt x="287" y="298"/>
                    <a:pt x="287" y="305"/>
                    <a:pt x="210" y="317"/>
                  </a:cubicBezTo>
                  <a:cubicBezTo>
                    <a:pt x="132" y="329"/>
                    <a:pt x="97" y="352"/>
                    <a:pt x="0" y="349"/>
                  </a:cubicBezTo>
                  <a:close/>
                </a:path>
              </a:pathLst>
            </a:custGeom>
            <a:solidFill>
              <a:srgbClr val="F4F4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9573" name="Freeform 780">
              <a:extLst>
                <a:ext uri="{FF2B5EF4-FFF2-40B4-BE49-F238E27FC236}">
                  <a16:creationId xmlns:a16="http://schemas.microsoft.com/office/drawing/2014/main" id="{20B06B40-835A-4153-8A17-E3E4F94EA7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6" y="2517"/>
              <a:ext cx="170" cy="99"/>
            </a:xfrm>
            <a:custGeom>
              <a:avLst/>
              <a:gdLst>
                <a:gd name="T0" fmla="*/ 148 w 178"/>
                <a:gd name="T1" fmla="*/ 89 h 104"/>
                <a:gd name="T2" fmla="*/ 132 w 178"/>
                <a:gd name="T3" fmla="*/ 43 h 104"/>
                <a:gd name="T4" fmla="*/ 95 w 178"/>
                <a:gd name="T5" fmla="*/ 23 h 104"/>
                <a:gd name="T6" fmla="*/ 0 w 178"/>
                <a:gd name="T7" fmla="*/ 0 h 104"/>
                <a:gd name="T8" fmla="*/ 42 w 178"/>
                <a:gd name="T9" fmla="*/ 3 h 104"/>
                <a:gd name="T10" fmla="*/ 92 w 178"/>
                <a:gd name="T11" fmla="*/ 4 h 104"/>
                <a:gd name="T12" fmla="*/ 136 w 178"/>
                <a:gd name="T13" fmla="*/ 10 h 104"/>
                <a:gd name="T14" fmla="*/ 155 w 178"/>
                <a:gd name="T15" fmla="*/ 41 h 10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78" h="104">
                  <a:moveTo>
                    <a:pt x="170" y="104"/>
                  </a:moveTo>
                  <a:cubicBezTo>
                    <a:pt x="165" y="90"/>
                    <a:pt x="167" y="62"/>
                    <a:pt x="151" y="49"/>
                  </a:cubicBezTo>
                  <a:cubicBezTo>
                    <a:pt x="141" y="41"/>
                    <a:pt x="122" y="30"/>
                    <a:pt x="109" y="26"/>
                  </a:cubicBezTo>
                  <a:cubicBezTo>
                    <a:pt x="75" y="12"/>
                    <a:pt x="34" y="16"/>
                    <a:pt x="0" y="0"/>
                  </a:cubicBezTo>
                  <a:cubicBezTo>
                    <a:pt x="12" y="6"/>
                    <a:pt x="34" y="3"/>
                    <a:pt x="48" y="3"/>
                  </a:cubicBezTo>
                  <a:cubicBezTo>
                    <a:pt x="67" y="3"/>
                    <a:pt x="86" y="4"/>
                    <a:pt x="106" y="4"/>
                  </a:cubicBezTo>
                  <a:cubicBezTo>
                    <a:pt x="123" y="4"/>
                    <a:pt x="140" y="6"/>
                    <a:pt x="156" y="10"/>
                  </a:cubicBezTo>
                  <a:cubicBezTo>
                    <a:pt x="177" y="15"/>
                    <a:pt x="178" y="25"/>
                    <a:pt x="178" y="47"/>
                  </a:cubicBezTo>
                </a:path>
              </a:pathLst>
            </a:custGeom>
            <a:solidFill>
              <a:srgbClr val="EAEA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9574" name="Freeform 781">
              <a:extLst>
                <a:ext uri="{FF2B5EF4-FFF2-40B4-BE49-F238E27FC236}">
                  <a16:creationId xmlns:a16="http://schemas.microsoft.com/office/drawing/2014/main" id="{A5F31184-3DC6-4C5B-B5AB-E799A85DAE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8" y="2510"/>
              <a:ext cx="198" cy="131"/>
            </a:xfrm>
            <a:custGeom>
              <a:avLst/>
              <a:gdLst>
                <a:gd name="T0" fmla="*/ 3 w 207"/>
                <a:gd name="T1" fmla="*/ 22 h 137"/>
                <a:gd name="T2" fmla="*/ 31 w 207"/>
                <a:gd name="T3" fmla="*/ 28 h 137"/>
                <a:gd name="T4" fmla="*/ 69 w 207"/>
                <a:gd name="T5" fmla="*/ 32 h 137"/>
                <a:gd name="T6" fmla="*/ 121 w 207"/>
                <a:gd name="T7" fmla="*/ 34 h 137"/>
                <a:gd name="T8" fmla="*/ 162 w 207"/>
                <a:gd name="T9" fmla="*/ 57 h 137"/>
                <a:gd name="T10" fmla="*/ 181 w 207"/>
                <a:gd name="T11" fmla="*/ 120 h 137"/>
                <a:gd name="T12" fmla="*/ 174 w 207"/>
                <a:gd name="T13" fmla="*/ 29 h 137"/>
                <a:gd name="T14" fmla="*/ 165 w 207"/>
                <a:gd name="T15" fmla="*/ 0 h 137"/>
                <a:gd name="T16" fmla="*/ 81 w 207"/>
                <a:gd name="T17" fmla="*/ 11 h 137"/>
                <a:gd name="T18" fmla="*/ 0 w 207"/>
                <a:gd name="T19" fmla="*/ 16 h 13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07" h="137">
                  <a:moveTo>
                    <a:pt x="3" y="25"/>
                  </a:moveTo>
                  <a:cubicBezTo>
                    <a:pt x="8" y="29"/>
                    <a:pt x="25" y="30"/>
                    <a:pt x="34" y="31"/>
                  </a:cubicBezTo>
                  <a:cubicBezTo>
                    <a:pt x="49" y="34"/>
                    <a:pt x="63" y="38"/>
                    <a:pt x="78" y="37"/>
                  </a:cubicBezTo>
                  <a:cubicBezTo>
                    <a:pt x="98" y="36"/>
                    <a:pt x="119" y="36"/>
                    <a:pt x="139" y="40"/>
                  </a:cubicBezTo>
                  <a:cubicBezTo>
                    <a:pt x="157" y="43"/>
                    <a:pt x="174" y="52"/>
                    <a:pt x="185" y="66"/>
                  </a:cubicBezTo>
                  <a:cubicBezTo>
                    <a:pt x="201" y="85"/>
                    <a:pt x="198" y="115"/>
                    <a:pt x="207" y="137"/>
                  </a:cubicBezTo>
                  <a:cubicBezTo>
                    <a:pt x="200" y="102"/>
                    <a:pt x="203" y="67"/>
                    <a:pt x="199" y="32"/>
                  </a:cubicBezTo>
                  <a:cubicBezTo>
                    <a:pt x="198" y="22"/>
                    <a:pt x="195" y="9"/>
                    <a:pt x="189" y="0"/>
                  </a:cubicBezTo>
                  <a:cubicBezTo>
                    <a:pt x="160" y="10"/>
                    <a:pt x="124" y="12"/>
                    <a:pt x="93" y="13"/>
                  </a:cubicBezTo>
                  <a:cubicBezTo>
                    <a:pt x="61" y="14"/>
                    <a:pt x="31" y="19"/>
                    <a:pt x="0" y="19"/>
                  </a:cubicBezTo>
                </a:path>
              </a:pathLst>
            </a:custGeom>
            <a:solidFill>
              <a:srgbClr val="EAEA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9575" name="Freeform 782">
              <a:extLst>
                <a:ext uri="{FF2B5EF4-FFF2-40B4-BE49-F238E27FC236}">
                  <a16:creationId xmlns:a16="http://schemas.microsoft.com/office/drawing/2014/main" id="{2C1B47DF-2869-4FA6-B640-C095350D562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3" y="3112"/>
              <a:ext cx="69" cy="193"/>
            </a:xfrm>
            <a:custGeom>
              <a:avLst/>
              <a:gdLst>
                <a:gd name="T0" fmla="*/ 54 w 72"/>
                <a:gd name="T1" fmla="*/ 0 h 202"/>
                <a:gd name="T2" fmla="*/ 0 w 72"/>
                <a:gd name="T3" fmla="*/ 176 h 202"/>
                <a:gd name="T4" fmla="*/ 33 w 72"/>
                <a:gd name="T5" fmla="*/ 96 h 202"/>
                <a:gd name="T6" fmla="*/ 58 w 72"/>
                <a:gd name="T7" fmla="*/ 97 h 202"/>
                <a:gd name="T8" fmla="*/ 63 w 72"/>
                <a:gd name="T9" fmla="*/ 15 h 2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2" h="202">
                  <a:moveTo>
                    <a:pt x="61" y="0"/>
                  </a:moveTo>
                  <a:cubicBezTo>
                    <a:pt x="31" y="64"/>
                    <a:pt x="14" y="133"/>
                    <a:pt x="0" y="202"/>
                  </a:cubicBezTo>
                  <a:cubicBezTo>
                    <a:pt x="9" y="173"/>
                    <a:pt x="19" y="136"/>
                    <a:pt x="36" y="110"/>
                  </a:cubicBezTo>
                  <a:cubicBezTo>
                    <a:pt x="47" y="95"/>
                    <a:pt x="62" y="96"/>
                    <a:pt x="67" y="112"/>
                  </a:cubicBezTo>
                  <a:cubicBezTo>
                    <a:pt x="67" y="80"/>
                    <a:pt x="69" y="49"/>
                    <a:pt x="72" y="18"/>
                  </a:cubicBezTo>
                </a:path>
              </a:pathLst>
            </a:custGeom>
            <a:solidFill>
              <a:srgbClr val="EAEA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9576" name="Freeform 783">
              <a:extLst>
                <a:ext uri="{FF2B5EF4-FFF2-40B4-BE49-F238E27FC236}">
                  <a16:creationId xmlns:a16="http://schemas.microsoft.com/office/drawing/2014/main" id="{3BB9D432-BA3E-4805-8256-87B19F9A68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1" y="3077"/>
              <a:ext cx="44" cy="435"/>
            </a:xfrm>
            <a:custGeom>
              <a:avLst/>
              <a:gdLst>
                <a:gd name="T0" fmla="*/ 7 w 46"/>
                <a:gd name="T1" fmla="*/ 0 h 456"/>
                <a:gd name="T2" fmla="*/ 24 w 46"/>
                <a:gd name="T3" fmla="*/ 94 h 456"/>
                <a:gd name="T4" fmla="*/ 33 w 46"/>
                <a:gd name="T5" fmla="*/ 186 h 456"/>
                <a:gd name="T6" fmla="*/ 37 w 46"/>
                <a:gd name="T7" fmla="*/ 284 h 456"/>
                <a:gd name="T8" fmla="*/ 40 w 46"/>
                <a:gd name="T9" fmla="*/ 396 h 456"/>
                <a:gd name="T10" fmla="*/ 24 w 46"/>
                <a:gd name="T11" fmla="*/ 255 h 456"/>
                <a:gd name="T12" fmla="*/ 11 w 46"/>
                <a:gd name="T13" fmla="*/ 156 h 456"/>
                <a:gd name="T14" fmla="*/ 0 w 46"/>
                <a:gd name="T15" fmla="*/ 78 h 456"/>
                <a:gd name="T16" fmla="*/ 0 w 46"/>
                <a:gd name="T17" fmla="*/ 12 h 45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6" h="456">
                  <a:moveTo>
                    <a:pt x="7" y="0"/>
                  </a:moveTo>
                  <a:cubicBezTo>
                    <a:pt x="7" y="36"/>
                    <a:pt x="20" y="74"/>
                    <a:pt x="27" y="109"/>
                  </a:cubicBezTo>
                  <a:cubicBezTo>
                    <a:pt x="34" y="144"/>
                    <a:pt x="36" y="178"/>
                    <a:pt x="39" y="214"/>
                  </a:cubicBezTo>
                  <a:cubicBezTo>
                    <a:pt x="43" y="251"/>
                    <a:pt x="43" y="289"/>
                    <a:pt x="43" y="327"/>
                  </a:cubicBezTo>
                  <a:cubicBezTo>
                    <a:pt x="43" y="365"/>
                    <a:pt x="33" y="419"/>
                    <a:pt x="46" y="456"/>
                  </a:cubicBezTo>
                  <a:cubicBezTo>
                    <a:pt x="33" y="402"/>
                    <a:pt x="35" y="347"/>
                    <a:pt x="27" y="293"/>
                  </a:cubicBezTo>
                  <a:cubicBezTo>
                    <a:pt x="21" y="255"/>
                    <a:pt x="17" y="218"/>
                    <a:pt x="11" y="180"/>
                  </a:cubicBezTo>
                  <a:cubicBezTo>
                    <a:pt x="7" y="149"/>
                    <a:pt x="0" y="121"/>
                    <a:pt x="0" y="90"/>
                  </a:cubicBezTo>
                  <a:cubicBezTo>
                    <a:pt x="0" y="65"/>
                    <a:pt x="0" y="40"/>
                    <a:pt x="0" y="15"/>
                  </a:cubicBezTo>
                </a:path>
              </a:pathLst>
            </a:custGeom>
            <a:solidFill>
              <a:srgbClr val="EAEA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9577" name="Freeform 784">
              <a:extLst>
                <a:ext uri="{FF2B5EF4-FFF2-40B4-BE49-F238E27FC236}">
                  <a16:creationId xmlns:a16="http://schemas.microsoft.com/office/drawing/2014/main" id="{36FABD1E-CE0F-4A7D-B35C-0EB542FF2F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9" y="2763"/>
              <a:ext cx="84" cy="253"/>
            </a:xfrm>
            <a:custGeom>
              <a:avLst/>
              <a:gdLst>
                <a:gd name="T0" fmla="*/ 68 w 88"/>
                <a:gd name="T1" fmla="*/ 231 h 265"/>
                <a:gd name="T2" fmla="*/ 32 w 88"/>
                <a:gd name="T3" fmla="*/ 126 h 265"/>
                <a:gd name="T4" fmla="*/ 14 w 88"/>
                <a:gd name="T5" fmla="*/ 51 h 265"/>
                <a:gd name="T6" fmla="*/ 1 w 88"/>
                <a:gd name="T7" fmla="*/ 0 h 265"/>
                <a:gd name="T8" fmla="*/ 52 w 88"/>
                <a:gd name="T9" fmla="*/ 122 h 265"/>
                <a:gd name="T10" fmla="*/ 71 w 88"/>
                <a:gd name="T11" fmla="*/ 149 h 265"/>
                <a:gd name="T12" fmla="*/ 69 w 88"/>
                <a:gd name="T13" fmla="*/ 221 h 26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8" h="265">
                  <a:moveTo>
                    <a:pt x="77" y="265"/>
                  </a:moveTo>
                  <a:cubicBezTo>
                    <a:pt x="48" y="239"/>
                    <a:pt x="44" y="180"/>
                    <a:pt x="37" y="145"/>
                  </a:cubicBezTo>
                  <a:cubicBezTo>
                    <a:pt x="32" y="117"/>
                    <a:pt x="27" y="86"/>
                    <a:pt x="17" y="59"/>
                  </a:cubicBezTo>
                  <a:cubicBezTo>
                    <a:pt x="11" y="40"/>
                    <a:pt x="0" y="21"/>
                    <a:pt x="1" y="0"/>
                  </a:cubicBezTo>
                  <a:cubicBezTo>
                    <a:pt x="23" y="44"/>
                    <a:pt x="32" y="100"/>
                    <a:pt x="60" y="140"/>
                  </a:cubicBezTo>
                  <a:cubicBezTo>
                    <a:pt x="68" y="150"/>
                    <a:pt x="79" y="159"/>
                    <a:pt x="82" y="171"/>
                  </a:cubicBezTo>
                  <a:cubicBezTo>
                    <a:pt x="88" y="195"/>
                    <a:pt x="73" y="228"/>
                    <a:pt x="79" y="255"/>
                  </a:cubicBezTo>
                </a:path>
              </a:pathLst>
            </a:custGeom>
            <a:solidFill>
              <a:srgbClr val="EAEA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9578" name="Freeform 785">
              <a:extLst>
                <a:ext uri="{FF2B5EF4-FFF2-40B4-BE49-F238E27FC236}">
                  <a16:creationId xmlns:a16="http://schemas.microsoft.com/office/drawing/2014/main" id="{9A88658C-02CE-4084-89EA-BFEE55CD6D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1" y="2776"/>
              <a:ext cx="44" cy="145"/>
            </a:xfrm>
            <a:custGeom>
              <a:avLst/>
              <a:gdLst>
                <a:gd name="T0" fmla="*/ 2 w 46"/>
                <a:gd name="T1" fmla="*/ 42 h 152"/>
                <a:gd name="T2" fmla="*/ 17 w 46"/>
                <a:gd name="T3" fmla="*/ 60 h 152"/>
                <a:gd name="T4" fmla="*/ 23 w 46"/>
                <a:gd name="T5" fmla="*/ 41 h 152"/>
                <a:gd name="T6" fmla="*/ 24 w 46"/>
                <a:gd name="T7" fmla="*/ 0 h 152"/>
                <a:gd name="T8" fmla="*/ 32 w 46"/>
                <a:gd name="T9" fmla="*/ 49 h 152"/>
                <a:gd name="T10" fmla="*/ 37 w 46"/>
                <a:gd name="T11" fmla="*/ 103 h 152"/>
                <a:gd name="T12" fmla="*/ 32 w 46"/>
                <a:gd name="T13" fmla="*/ 122 h 152"/>
                <a:gd name="T14" fmla="*/ 29 w 46"/>
                <a:gd name="T15" fmla="*/ 112 h 152"/>
                <a:gd name="T16" fmla="*/ 19 w 46"/>
                <a:gd name="T17" fmla="*/ 91 h 152"/>
                <a:gd name="T18" fmla="*/ 10 w 46"/>
                <a:gd name="T19" fmla="*/ 67 h 15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6" h="152">
                  <a:moveTo>
                    <a:pt x="2" y="48"/>
                  </a:moveTo>
                  <a:cubicBezTo>
                    <a:pt x="0" y="57"/>
                    <a:pt x="9" y="78"/>
                    <a:pt x="20" y="69"/>
                  </a:cubicBezTo>
                  <a:cubicBezTo>
                    <a:pt x="26" y="65"/>
                    <a:pt x="26" y="54"/>
                    <a:pt x="26" y="47"/>
                  </a:cubicBezTo>
                  <a:cubicBezTo>
                    <a:pt x="27" y="32"/>
                    <a:pt x="26" y="16"/>
                    <a:pt x="27" y="0"/>
                  </a:cubicBezTo>
                  <a:cubicBezTo>
                    <a:pt x="38" y="8"/>
                    <a:pt x="37" y="43"/>
                    <a:pt x="37" y="56"/>
                  </a:cubicBezTo>
                  <a:cubicBezTo>
                    <a:pt x="38" y="77"/>
                    <a:pt x="43" y="97"/>
                    <a:pt x="43" y="118"/>
                  </a:cubicBezTo>
                  <a:cubicBezTo>
                    <a:pt x="43" y="125"/>
                    <a:pt x="46" y="152"/>
                    <a:pt x="36" y="140"/>
                  </a:cubicBezTo>
                  <a:cubicBezTo>
                    <a:pt x="34" y="137"/>
                    <a:pt x="33" y="132"/>
                    <a:pt x="32" y="129"/>
                  </a:cubicBezTo>
                  <a:cubicBezTo>
                    <a:pt x="29" y="121"/>
                    <a:pt x="25" y="113"/>
                    <a:pt x="22" y="105"/>
                  </a:cubicBezTo>
                  <a:cubicBezTo>
                    <a:pt x="18" y="96"/>
                    <a:pt x="12" y="87"/>
                    <a:pt x="10" y="77"/>
                  </a:cubicBezTo>
                </a:path>
              </a:pathLst>
            </a:custGeom>
            <a:solidFill>
              <a:srgbClr val="EAEA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9579" name="Freeform 786">
              <a:extLst>
                <a:ext uri="{FF2B5EF4-FFF2-40B4-BE49-F238E27FC236}">
                  <a16:creationId xmlns:a16="http://schemas.microsoft.com/office/drawing/2014/main" id="{F8701E51-DD52-47B9-BEDB-3605624040F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5" y="3667"/>
              <a:ext cx="174" cy="48"/>
            </a:xfrm>
            <a:custGeom>
              <a:avLst/>
              <a:gdLst>
                <a:gd name="T0" fmla="*/ 0 w 182"/>
                <a:gd name="T1" fmla="*/ 25 h 50"/>
                <a:gd name="T2" fmla="*/ 28 w 182"/>
                <a:gd name="T3" fmla="*/ 24 h 50"/>
                <a:gd name="T4" fmla="*/ 57 w 182"/>
                <a:gd name="T5" fmla="*/ 15 h 50"/>
                <a:gd name="T6" fmla="*/ 106 w 182"/>
                <a:gd name="T7" fmla="*/ 5 h 50"/>
                <a:gd name="T8" fmla="*/ 139 w 182"/>
                <a:gd name="T9" fmla="*/ 12 h 50"/>
                <a:gd name="T10" fmla="*/ 156 w 182"/>
                <a:gd name="T11" fmla="*/ 42 h 50"/>
                <a:gd name="T12" fmla="*/ 156 w 182"/>
                <a:gd name="T13" fmla="*/ 44 h 50"/>
                <a:gd name="T14" fmla="*/ 125 w 182"/>
                <a:gd name="T15" fmla="*/ 23 h 50"/>
                <a:gd name="T16" fmla="*/ 86 w 182"/>
                <a:gd name="T17" fmla="*/ 21 h 50"/>
                <a:gd name="T18" fmla="*/ 35 w 182"/>
                <a:gd name="T19" fmla="*/ 33 h 50"/>
                <a:gd name="T20" fmla="*/ 6 w 182"/>
                <a:gd name="T21" fmla="*/ 29 h 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82" h="50">
                  <a:moveTo>
                    <a:pt x="0" y="28"/>
                  </a:moveTo>
                  <a:cubicBezTo>
                    <a:pt x="11" y="28"/>
                    <a:pt x="20" y="29"/>
                    <a:pt x="31" y="27"/>
                  </a:cubicBezTo>
                  <a:cubicBezTo>
                    <a:pt x="43" y="24"/>
                    <a:pt x="54" y="20"/>
                    <a:pt x="66" y="18"/>
                  </a:cubicBezTo>
                  <a:cubicBezTo>
                    <a:pt x="85" y="13"/>
                    <a:pt x="102" y="6"/>
                    <a:pt x="121" y="5"/>
                  </a:cubicBezTo>
                  <a:cubicBezTo>
                    <a:pt x="136" y="5"/>
                    <a:pt x="149" y="0"/>
                    <a:pt x="159" y="13"/>
                  </a:cubicBezTo>
                  <a:cubicBezTo>
                    <a:pt x="164" y="19"/>
                    <a:pt x="182" y="40"/>
                    <a:pt x="178" y="48"/>
                  </a:cubicBezTo>
                  <a:cubicBezTo>
                    <a:pt x="178" y="48"/>
                    <a:pt x="179" y="50"/>
                    <a:pt x="179" y="50"/>
                  </a:cubicBezTo>
                  <a:cubicBezTo>
                    <a:pt x="167" y="44"/>
                    <a:pt x="157" y="31"/>
                    <a:pt x="143" y="26"/>
                  </a:cubicBezTo>
                  <a:cubicBezTo>
                    <a:pt x="130" y="22"/>
                    <a:pt x="112" y="23"/>
                    <a:pt x="98" y="24"/>
                  </a:cubicBezTo>
                  <a:cubicBezTo>
                    <a:pt x="78" y="26"/>
                    <a:pt x="60" y="34"/>
                    <a:pt x="41" y="36"/>
                  </a:cubicBezTo>
                  <a:cubicBezTo>
                    <a:pt x="30" y="37"/>
                    <a:pt x="16" y="39"/>
                    <a:pt x="6" y="32"/>
                  </a:cubicBezTo>
                </a:path>
              </a:pathLst>
            </a:custGeom>
            <a:solidFill>
              <a:srgbClr val="EAEA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9580" name="Freeform 787">
              <a:extLst>
                <a:ext uri="{FF2B5EF4-FFF2-40B4-BE49-F238E27FC236}">
                  <a16:creationId xmlns:a16="http://schemas.microsoft.com/office/drawing/2014/main" id="{9A6975F7-4444-45F4-A701-205C86A1B42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8" y="1956"/>
              <a:ext cx="159" cy="326"/>
            </a:xfrm>
            <a:custGeom>
              <a:avLst/>
              <a:gdLst>
                <a:gd name="T0" fmla="*/ 0 w 166"/>
                <a:gd name="T1" fmla="*/ 12 h 342"/>
                <a:gd name="T2" fmla="*/ 86 w 166"/>
                <a:gd name="T3" fmla="*/ 10 h 342"/>
                <a:gd name="T4" fmla="*/ 119 w 166"/>
                <a:gd name="T5" fmla="*/ 4 h 342"/>
                <a:gd name="T6" fmla="*/ 135 w 166"/>
                <a:gd name="T7" fmla="*/ 1 h 342"/>
                <a:gd name="T8" fmla="*/ 139 w 166"/>
                <a:gd name="T9" fmla="*/ 10 h 342"/>
                <a:gd name="T10" fmla="*/ 103 w 166"/>
                <a:gd name="T11" fmla="*/ 88 h 342"/>
                <a:gd name="T12" fmla="*/ 78 w 166"/>
                <a:gd name="T13" fmla="*/ 154 h 342"/>
                <a:gd name="T14" fmla="*/ 34 w 166"/>
                <a:gd name="T15" fmla="*/ 296 h 342"/>
                <a:gd name="T16" fmla="*/ 57 w 166"/>
                <a:gd name="T17" fmla="*/ 191 h 342"/>
                <a:gd name="T18" fmla="*/ 84 w 166"/>
                <a:gd name="T19" fmla="*/ 120 h 342"/>
                <a:gd name="T20" fmla="*/ 103 w 166"/>
                <a:gd name="T21" fmla="*/ 50 h 342"/>
                <a:gd name="T22" fmla="*/ 61 w 166"/>
                <a:gd name="T23" fmla="*/ 31 h 342"/>
                <a:gd name="T24" fmla="*/ 11 w 166"/>
                <a:gd name="T25" fmla="*/ 18 h 34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66" h="342">
                  <a:moveTo>
                    <a:pt x="0" y="15"/>
                  </a:moveTo>
                  <a:cubicBezTo>
                    <a:pt x="33" y="14"/>
                    <a:pt x="66" y="18"/>
                    <a:pt x="98" y="13"/>
                  </a:cubicBezTo>
                  <a:cubicBezTo>
                    <a:pt x="110" y="11"/>
                    <a:pt x="123" y="7"/>
                    <a:pt x="135" y="4"/>
                  </a:cubicBezTo>
                  <a:cubicBezTo>
                    <a:pt x="139" y="3"/>
                    <a:pt x="149" y="0"/>
                    <a:pt x="153" y="1"/>
                  </a:cubicBezTo>
                  <a:cubicBezTo>
                    <a:pt x="166" y="4"/>
                    <a:pt x="161" y="1"/>
                    <a:pt x="158" y="13"/>
                  </a:cubicBezTo>
                  <a:cubicBezTo>
                    <a:pt x="150" y="42"/>
                    <a:pt x="129" y="73"/>
                    <a:pt x="118" y="102"/>
                  </a:cubicBezTo>
                  <a:cubicBezTo>
                    <a:pt x="108" y="127"/>
                    <a:pt x="99" y="153"/>
                    <a:pt x="89" y="178"/>
                  </a:cubicBezTo>
                  <a:cubicBezTo>
                    <a:pt x="70" y="229"/>
                    <a:pt x="39" y="286"/>
                    <a:pt x="40" y="342"/>
                  </a:cubicBezTo>
                  <a:cubicBezTo>
                    <a:pt x="38" y="304"/>
                    <a:pt x="54" y="256"/>
                    <a:pt x="65" y="220"/>
                  </a:cubicBezTo>
                  <a:cubicBezTo>
                    <a:pt x="74" y="192"/>
                    <a:pt x="85" y="165"/>
                    <a:pt x="96" y="139"/>
                  </a:cubicBezTo>
                  <a:cubicBezTo>
                    <a:pt x="105" y="117"/>
                    <a:pt x="122" y="82"/>
                    <a:pt x="118" y="58"/>
                  </a:cubicBezTo>
                  <a:cubicBezTo>
                    <a:pt x="114" y="33"/>
                    <a:pt x="91" y="35"/>
                    <a:pt x="70" y="36"/>
                  </a:cubicBezTo>
                  <a:cubicBezTo>
                    <a:pt x="47" y="38"/>
                    <a:pt x="32" y="29"/>
                    <a:pt x="12" y="21"/>
                  </a:cubicBezTo>
                </a:path>
              </a:pathLst>
            </a:custGeom>
            <a:solidFill>
              <a:srgbClr val="368B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9581" name="Freeform 788">
              <a:extLst>
                <a:ext uri="{FF2B5EF4-FFF2-40B4-BE49-F238E27FC236}">
                  <a16:creationId xmlns:a16="http://schemas.microsoft.com/office/drawing/2014/main" id="{EC33868B-D6DC-4D5A-89C7-B1A58DB0DE4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2" y="1966"/>
              <a:ext cx="62" cy="428"/>
            </a:xfrm>
            <a:custGeom>
              <a:avLst/>
              <a:gdLst>
                <a:gd name="T0" fmla="*/ 46 w 64"/>
                <a:gd name="T1" fmla="*/ 0 h 448"/>
                <a:gd name="T2" fmla="*/ 9 w 64"/>
                <a:gd name="T3" fmla="*/ 156 h 448"/>
                <a:gd name="T4" fmla="*/ 3 w 64"/>
                <a:gd name="T5" fmla="*/ 255 h 448"/>
                <a:gd name="T6" fmla="*/ 18 w 64"/>
                <a:gd name="T7" fmla="*/ 286 h 448"/>
                <a:gd name="T8" fmla="*/ 23 w 64"/>
                <a:gd name="T9" fmla="*/ 388 h 448"/>
                <a:gd name="T10" fmla="*/ 49 w 64"/>
                <a:gd name="T11" fmla="*/ 390 h 448"/>
                <a:gd name="T12" fmla="*/ 39 w 64"/>
                <a:gd name="T13" fmla="*/ 348 h 448"/>
                <a:gd name="T14" fmla="*/ 42 w 64"/>
                <a:gd name="T15" fmla="*/ 281 h 448"/>
                <a:gd name="T16" fmla="*/ 34 w 64"/>
                <a:gd name="T17" fmla="*/ 218 h 448"/>
                <a:gd name="T18" fmla="*/ 32 w 64"/>
                <a:gd name="T19" fmla="*/ 154 h 448"/>
                <a:gd name="T20" fmla="*/ 47 w 64"/>
                <a:gd name="T21" fmla="*/ 50 h 448"/>
                <a:gd name="T22" fmla="*/ 52 w 64"/>
                <a:gd name="T23" fmla="*/ 1 h 448"/>
                <a:gd name="T24" fmla="*/ 47 w 64"/>
                <a:gd name="T25" fmla="*/ 2 h 44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4" h="448">
                  <a:moveTo>
                    <a:pt x="50" y="0"/>
                  </a:moveTo>
                  <a:cubicBezTo>
                    <a:pt x="36" y="62"/>
                    <a:pt x="23" y="118"/>
                    <a:pt x="9" y="179"/>
                  </a:cubicBezTo>
                  <a:cubicBezTo>
                    <a:pt x="2" y="209"/>
                    <a:pt x="0" y="261"/>
                    <a:pt x="3" y="292"/>
                  </a:cubicBezTo>
                  <a:cubicBezTo>
                    <a:pt x="5" y="311"/>
                    <a:pt x="15" y="311"/>
                    <a:pt x="21" y="328"/>
                  </a:cubicBezTo>
                  <a:cubicBezTo>
                    <a:pt x="35" y="372"/>
                    <a:pt x="25" y="407"/>
                    <a:pt x="26" y="445"/>
                  </a:cubicBezTo>
                  <a:cubicBezTo>
                    <a:pt x="35" y="442"/>
                    <a:pt x="46" y="448"/>
                    <a:pt x="55" y="447"/>
                  </a:cubicBezTo>
                  <a:cubicBezTo>
                    <a:pt x="50" y="432"/>
                    <a:pt x="43" y="417"/>
                    <a:pt x="42" y="399"/>
                  </a:cubicBezTo>
                  <a:cubicBezTo>
                    <a:pt x="40" y="374"/>
                    <a:pt x="45" y="348"/>
                    <a:pt x="45" y="322"/>
                  </a:cubicBezTo>
                  <a:cubicBezTo>
                    <a:pt x="45" y="297"/>
                    <a:pt x="44" y="274"/>
                    <a:pt x="37" y="250"/>
                  </a:cubicBezTo>
                  <a:cubicBezTo>
                    <a:pt x="31" y="224"/>
                    <a:pt x="33" y="203"/>
                    <a:pt x="35" y="177"/>
                  </a:cubicBezTo>
                  <a:cubicBezTo>
                    <a:pt x="39" y="137"/>
                    <a:pt x="46" y="97"/>
                    <a:pt x="52" y="57"/>
                  </a:cubicBezTo>
                  <a:cubicBezTo>
                    <a:pt x="54" y="42"/>
                    <a:pt x="64" y="15"/>
                    <a:pt x="58" y="1"/>
                  </a:cubicBezTo>
                  <a:cubicBezTo>
                    <a:pt x="57" y="1"/>
                    <a:pt x="54" y="1"/>
                    <a:pt x="53" y="2"/>
                  </a:cubicBezTo>
                </a:path>
              </a:pathLst>
            </a:custGeom>
            <a:solidFill>
              <a:srgbClr val="0A40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9582" name="Freeform 789">
              <a:extLst>
                <a:ext uri="{FF2B5EF4-FFF2-40B4-BE49-F238E27FC236}">
                  <a16:creationId xmlns:a16="http://schemas.microsoft.com/office/drawing/2014/main" id="{E1D9DB06-2949-4AF6-9DF1-932B99B239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4" y="1095"/>
              <a:ext cx="193" cy="55"/>
            </a:xfrm>
            <a:custGeom>
              <a:avLst/>
              <a:gdLst>
                <a:gd name="T0" fmla="*/ 0 w 202"/>
                <a:gd name="T1" fmla="*/ 9 h 58"/>
                <a:gd name="T2" fmla="*/ 97 w 202"/>
                <a:gd name="T3" fmla="*/ 44 h 58"/>
                <a:gd name="T4" fmla="*/ 176 w 202"/>
                <a:gd name="T5" fmla="*/ 0 h 5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2" h="58">
                  <a:moveTo>
                    <a:pt x="0" y="11"/>
                  </a:moveTo>
                  <a:cubicBezTo>
                    <a:pt x="0" y="11"/>
                    <a:pt x="23" y="58"/>
                    <a:pt x="111" y="51"/>
                  </a:cubicBezTo>
                  <a:cubicBezTo>
                    <a:pt x="174" y="44"/>
                    <a:pt x="202" y="0"/>
                    <a:pt x="202" y="0"/>
                  </a:cubicBezTo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</p:grpSp>
      <p:pic>
        <p:nvPicPr>
          <p:cNvPr id="5" name="Image 4" descr="Une image contenant personne&#10;&#10;Description générée automatiquement">
            <a:extLst>
              <a:ext uri="{FF2B5EF4-FFF2-40B4-BE49-F238E27FC236}">
                <a16:creationId xmlns:a16="http://schemas.microsoft.com/office/drawing/2014/main" id="{4AB0DE10-3283-4055-B4A2-B2A3C80718C3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948636" y="1091875"/>
            <a:ext cx="1973725" cy="5415710"/>
          </a:xfrm>
          <a:prstGeom prst="rect">
            <a:avLst/>
          </a:prstGeom>
        </p:spPr>
      </p:pic>
      <p:pic>
        <p:nvPicPr>
          <p:cNvPr id="11" name="Image 10" descr="Une image contenant personne&#10;&#10;Description générée automatiquement">
            <a:extLst>
              <a:ext uri="{FF2B5EF4-FFF2-40B4-BE49-F238E27FC236}">
                <a16:creationId xmlns:a16="http://schemas.microsoft.com/office/drawing/2014/main" id="{364AA847-D618-4D02-9E1E-66367765EA66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709845" y="997123"/>
            <a:ext cx="2015574" cy="5530538"/>
          </a:xfrm>
          <a:prstGeom prst="rect">
            <a:avLst/>
          </a:prstGeom>
        </p:spPr>
      </p:pic>
      <p:sp>
        <p:nvSpPr>
          <p:cNvPr id="46082" name="Rectangle 2">
            <a:extLst>
              <a:ext uri="{FF2B5EF4-FFF2-40B4-BE49-F238E27FC236}">
                <a16:creationId xmlns:a16="http://schemas.microsoft.com/office/drawing/2014/main" id="{B3DBC1DB-A2CD-4A8F-BCBD-CBE1243A697A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 dirty="0"/>
              <a:t>Healthcare </a:t>
            </a:r>
            <a:r>
              <a:rPr lang="fr-FR" altLang="x-none" sz="5067" dirty="0" err="1"/>
              <a:t>Professionals</a:t>
            </a:r>
            <a:r>
              <a:rPr lang="fr-FR" altLang="x-none" sz="5067" dirty="0"/>
              <a:t> (1)</a:t>
            </a:r>
          </a:p>
        </p:txBody>
      </p:sp>
      <p:grpSp>
        <p:nvGrpSpPr>
          <p:cNvPr id="59394" name="male-doctor-holding-medical-chart">
            <a:extLst>
              <a:ext uri="{FF2B5EF4-FFF2-40B4-BE49-F238E27FC236}">
                <a16:creationId xmlns:a16="http://schemas.microsoft.com/office/drawing/2014/main" id="{8AB9F677-6950-4CF3-BA1A-0CB107BADF8C}"/>
              </a:ext>
            </a:extLst>
          </p:cNvPr>
          <p:cNvGrpSpPr>
            <a:grpSpLocks/>
          </p:cNvGrpSpPr>
          <p:nvPr/>
        </p:nvGrpSpPr>
        <p:grpSpPr bwMode="auto">
          <a:xfrm>
            <a:off x="1407419" y="1288305"/>
            <a:ext cx="2173287" cy="5041900"/>
            <a:chOff x="673" y="720"/>
            <a:chExt cx="1369" cy="3176"/>
          </a:xfrm>
        </p:grpSpPr>
        <p:sp>
          <p:nvSpPr>
            <p:cNvPr id="59802" name="Freeform 192">
              <a:extLst>
                <a:ext uri="{FF2B5EF4-FFF2-40B4-BE49-F238E27FC236}">
                  <a16:creationId xmlns:a16="http://schemas.microsoft.com/office/drawing/2014/main" id="{D0D5F140-0D50-4472-A7F1-6E49952BDB11}"/>
                </a:ext>
              </a:extLst>
            </p:cNvPr>
            <p:cNvSpPr>
              <a:spLocks/>
            </p:cNvSpPr>
            <p:nvPr/>
          </p:nvSpPr>
          <p:spPr bwMode="auto">
            <a:xfrm>
              <a:off x="729" y="2329"/>
              <a:ext cx="951" cy="789"/>
            </a:xfrm>
            <a:custGeom>
              <a:avLst/>
              <a:gdLst>
                <a:gd name="T0" fmla="*/ 0 w 812"/>
                <a:gd name="T1" fmla="*/ 963 h 677"/>
                <a:gd name="T2" fmla="*/ 111 w 812"/>
                <a:gd name="T3" fmla="*/ 986 h 677"/>
                <a:gd name="T4" fmla="*/ 404 w 812"/>
                <a:gd name="T5" fmla="*/ 1021 h 677"/>
                <a:gd name="T6" fmla="*/ 748 w 812"/>
                <a:gd name="T7" fmla="*/ 1059 h 677"/>
                <a:gd name="T8" fmla="*/ 1039 w 812"/>
                <a:gd name="T9" fmla="*/ 1010 h 677"/>
                <a:gd name="T10" fmla="*/ 1305 w 812"/>
                <a:gd name="T11" fmla="*/ 889 h 677"/>
                <a:gd name="T12" fmla="*/ 739 w 812"/>
                <a:gd name="T13" fmla="*/ 0 h 677"/>
                <a:gd name="T14" fmla="*/ 563 w 812"/>
                <a:gd name="T15" fmla="*/ 26 h 677"/>
                <a:gd name="T16" fmla="*/ 0 w 812"/>
                <a:gd name="T17" fmla="*/ 963 h 67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12" h="677">
                  <a:moveTo>
                    <a:pt x="0" y="608"/>
                  </a:moveTo>
                  <a:cubicBezTo>
                    <a:pt x="0" y="608"/>
                    <a:pt x="4" y="623"/>
                    <a:pt x="69" y="623"/>
                  </a:cubicBezTo>
                  <a:cubicBezTo>
                    <a:pt x="135" y="623"/>
                    <a:pt x="202" y="640"/>
                    <a:pt x="252" y="645"/>
                  </a:cubicBezTo>
                  <a:cubicBezTo>
                    <a:pt x="303" y="649"/>
                    <a:pt x="376" y="677"/>
                    <a:pt x="466" y="669"/>
                  </a:cubicBezTo>
                  <a:cubicBezTo>
                    <a:pt x="556" y="661"/>
                    <a:pt x="607" y="658"/>
                    <a:pt x="646" y="638"/>
                  </a:cubicBezTo>
                  <a:cubicBezTo>
                    <a:pt x="685" y="618"/>
                    <a:pt x="802" y="612"/>
                    <a:pt x="812" y="562"/>
                  </a:cubicBezTo>
                  <a:cubicBezTo>
                    <a:pt x="460" y="0"/>
                    <a:pt x="460" y="0"/>
                    <a:pt x="460" y="0"/>
                  </a:cubicBezTo>
                  <a:cubicBezTo>
                    <a:pt x="351" y="16"/>
                    <a:pt x="351" y="16"/>
                    <a:pt x="351" y="16"/>
                  </a:cubicBezTo>
                  <a:lnTo>
                    <a:pt x="0" y="608"/>
                  </a:lnTo>
                  <a:close/>
                </a:path>
              </a:pathLst>
            </a:custGeom>
            <a:solidFill>
              <a:srgbClr val="D3D3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9803" name="Freeform 193">
              <a:extLst>
                <a:ext uri="{FF2B5EF4-FFF2-40B4-BE49-F238E27FC236}">
                  <a16:creationId xmlns:a16="http://schemas.microsoft.com/office/drawing/2014/main" id="{6280FF53-F633-4AF5-A2B8-82E5A8F50FE4}"/>
                </a:ext>
              </a:extLst>
            </p:cNvPr>
            <p:cNvSpPr>
              <a:spLocks/>
            </p:cNvSpPr>
            <p:nvPr/>
          </p:nvSpPr>
          <p:spPr bwMode="auto">
            <a:xfrm>
              <a:off x="729" y="2329"/>
              <a:ext cx="951" cy="789"/>
            </a:xfrm>
            <a:custGeom>
              <a:avLst/>
              <a:gdLst>
                <a:gd name="T0" fmla="*/ 0 w 812"/>
                <a:gd name="T1" fmla="*/ 963 h 677"/>
                <a:gd name="T2" fmla="*/ 111 w 812"/>
                <a:gd name="T3" fmla="*/ 986 h 677"/>
                <a:gd name="T4" fmla="*/ 404 w 812"/>
                <a:gd name="T5" fmla="*/ 1021 h 677"/>
                <a:gd name="T6" fmla="*/ 748 w 812"/>
                <a:gd name="T7" fmla="*/ 1059 h 677"/>
                <a:gd name="T8" fmla="*/ 1039 w 812"/>
                <a:gd name="T9" fmla="*/ 1010 h 677"/>
                <a:gd name="T10" fmla="*/ 1305 w 812"/>
                <a:gd name="T11" fmla="*/ 889 h 677"/>
                <a:gd name="T12" fmla="*/ 739 w 812"/>
                <a:gd name="T13" fmla="*/ 0 h 677"/>
                <a:gd name="T14" fmla="*/ 563 w 812"/>
                <a:gd name="T15" fmla="*/ 26 h 677"/>
                <a:gd name="T16" fmla="*/ 0 w 812"/>
                <a:gd name="T17" fmla="*/ 963 h 67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12" h="677">
                  <a:moveTo>
                    <a:pt x="0" y="608"/>
                  </a:moveTo>
                  <a:cubicBezTo>
                    <a:pt x="0" y="608"/>
                    <a:pt x="4" y="623"/>
                    <a:pt x="69" y="623"/>
                  </a:cubicBezTo>
                  <a:cubicBezTo>
                    <a:pt x="135" y="623"/>
                    <a:pt x="202" y="640"/>
                    <a:pt x="252" y="645"/>
                  </a:cubicBezTo>
                  <a:cubicBezTo>
                    <a:pt x="303" y="649"/>
                    <a:pt x="376" y="677"/>
                    <a:pt x="466" y="669"/>
                  </a:cubicBezTo>
                  <a:cubicBezTo>
                    <a:pt x="556" y="661"/>
                    <a:pt x="607" y="658"/>
                    <a:pt x="646" y="638"/>
                  </a:cubicBezTo>
                  <a:cubicBezTo>
                    <a:pt x="685" y="618"/>
                    <a:pt x="802" y="612"/>
                    <a:pt x="812" y="562"/>
                  </a:cubicBezTo>
                  <a:cubicBezTo>
                    <a:pt x="460" y="0"/>
                    <a:pt x="460" y="0"/>
                    <a:pt x="460" y="0"/>
                  </a:cubicBezTo>
                  <a:cubicBezTo>
                    <a:pt x="351" y="16"/>
                    <a:pt x="351" y="16"/>
                    <a:pt x="351" y="16"/>
                  </a:cubicBezTo>
                  <a:lnTo>
                    <a:pt x="0" y="608"/>
                  </a:lnTo>
                  <a:close/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9804" name="Freeform 194">
              <a:extLst>
                <a:ext uri="{FF2B5EF4-FFF2-40B4-BE49-F238E27FC236}">
                  <a16:creationId xmlns:a16="http://schemas.microsoft.com/office/drawing/2014/main" id="{3D079E51-4B9A-4963-95E2-815FE6AE82F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6" y="3624"/>
              <a:ext cx="316" cy="189"/>
            </a:xfrm>
            <a:custGeom>
              <a:avLst/>
              <a:gdLst>
                <a:gd name="T0" fmla="*/ 11 w 270"/>
                <a:gd name="T1" fmla="*/ 94 h 163"/>
                <a:gd name="T2" fmla="*/ 47 w 270"/>
                <a:gd name="T3" fmla="*/ 216 h 163"/>
                <a:gd name="T4" fmla="*/ 190 w 270"/>
                <a:gd name="T5" fmla="*/ 245 h 163"/>
                <a:gd name="T6" fmla="*/ 433 w 270"/>
                <a:gd name="T7" fmla="*/ 237 h 163"/>
                <a:gd name="T8" fmla="*/ 385 w 270"/>
                <a:gd name="T9" fmla="*/ 110 h 163"/>
                <a:gd name="T10" fmla="*/ 297 w 270"/>
                <a:gd name="T11" fmla="*/ 32 h 163"/>
                <a:gd name="T12" fmla="*/ 11 w 270"/>
                <a:gd name="T13" fmla="*/ 94 h 16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0" h="163">
                  <a:moveTo>
                    <a:pt x="7" y="60"/>
                  </a:moveTo>
                  <a:cubicBezTo>
                    <a:pt x="7" y="60"/>
                    <a:pt x="0" y="128"/>
                    <a:pt x="29" y="138"/>
                  </a:cubicBezTo>
                  <a:cubicBezTo>
                    <a:pt x="59" y="148"/>
                    <a:pt x="99" y="152"/>
                    <a:pt x="118" y="157"/>
                  </a:cubicBezTo>
                  <a:cubicBezTo>
                    <a:pt x="136" y="163"/>
                    <a:pt x="270" y="152"/>
                    <a:pt x="270" y="152"/>
                  </a:cubicBezTo>
                  <a:cubicBezTo>
                    <a:pt x="240" y="71"/>
                    <a:pt x="240" y="71"/>
                    <a:pt x="240" y="71"/>
                  </a:cubicBezTo>
                  <a:cubicBezTo>
                    <a:pt x="240" y="71"/>
                    <a:pt x="204" y="41"/>
                    <a:pt x="185" y="21"/>
                  </a:cubicBezTo>
                  <a:cubicBezTo>
                    <a:pt x="165" y="0"/>
                    <a:pt x="7" y="60"/>
                    <a:pt x="7" y="60"/>
                  </a:cubicBezTo>
                  <a:close/>
                </a:path>
              </a:pathLst>
            </a:custGeom>
            <a:solidFill>
              <a:srgbClr val="FEF3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9805" name="Freeform 195">
              <a:extLst>
                <a:ext uri="{FF2B5EF4-FFF2-40B4-BE49-F238E27FC236}">
                  <a16:creationId xmlns:a16="http://schemas.microsoft.com/office/drawing/2014/main" id="{0C675A98-7E43-406F-98F4-9AA938ADA944}"/>
                </a:ext>
              </a:extLst>
            </p:cNvPr>
            <p:cNvSpPr>
              <a:spLocks/>
            </p:cNvSpPr>
            <p:nvPr/>
          </p:nvSpPr>
          <p:spPr bwMode="auto">
            <a:xfrm>
              <a:off x="992" y="3642"/>
              <a:ext cx="227" cy="145"/>
            </a:xfrm>
            <a:custGeom>
              <a:avLst/>
              <a:gdLst>
                <a:gd name="T0" fmla="*/ 43 w 194"/>
                <a:gd name="T1" fmla="*/ 67 h 124"/>
                <a:gd name="T2" fmla="*/ 16 w 194"/>
                <a:gd name="T3" fmla="*/ 116 h 124"/>
                <a:gd name="T4" fmla="*/ 236 w 194"/>
                <a:gd name="T5" fmla="*/ 199 h 124"/>
                <a:gd name="T6" fmla="*/ 308 w 194"/>
                <a:gd name="T7" fmla="*/ 120 h 124"/>
                <a:gd name="T8" fmla="*/ 287 w 194"/>
                <a:gd name="T9" fmla="*/ 18 h 124"/>
                <a:gd name="T10" fmla="*/ 43 w 194"/>
                <a:gd name="T11" fmla="*/ 67 h 1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4" h="124">
                  <a:moveTo>
                    <a:pt x="27" y="42"/>
                  </a:moveTo>
                  <a:cubicBezTo>
                    <a:pt x="27" y="42"/>
                    <a:pt x="20" y="63"/>
                    <a:pt x="10" y="73"/>
                  </a:cubicBezTo>
                  <a:cubicBezTo>
                    <a:pt x="0" y="82"/>
                    <a:pt x="148" y="124"/>
                    <a:pt x="148" y="124"/>
                  </a:cubicBezTo>
                  <a:cubicBezTo>
                    <a:pt x="192" y="75"/>
                    <a:pt x="192" y="75"/>
                    <a:pt x="192" y="75"/>
                  </a:cubicBezTo>
                  <a:cubicBezTo>
                    <a:pt x="192" y="75"/>
                    <a:pt x="194" y="22"/>
                    <a:pt x="179" y="11"/>
                  </a:cubicBezTo>
                  <a:cubicBezTo>
                    <a:pt x="165" y="0"/>
                    <a:pt x="27" y="42"/>
                    <a:pt x="27" y="42"/>
                  </a:cubicBezTo>
                  <a:close/>
                </a:path>
              </a:pathLst>
            </a:custGeom>
            <a:solidFill>
              <a:srgbClr val="FEF3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9806" name="Freeform 196">
              <a:extLst>
                <a:ext uri="{FF2B5EF4-FFF2-40B4-BE49-F238E27FC236}">
                  <a16:creationId xmlns:a16="http://schemas.microsoft.com/office/drawing/2014/main" id="{424BACB1-CD51-4DDA-93ED-4DEBEFB2694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6" y="3624"/>
              <a:ext cx="316" cy="189"/>
            </a:xfrm>
            <a:custGeom>
              <a:avLst/>
              <a:gdLst>
                <a:gd name="T0" fmla="*/ 11 w 270"/>
                <a:gd name="T1" fmla="*/ 94 h 163"/>
                <a:gd name="T2" fmla="*/ 47 w 270"/>
                <a:gd name="T3" fmla="*/ 216 h 163"/>
                <a:gd name="T4" fmla="*/ 190 w 270"/>
                <a:gd name="T5" fmla="*/ 245 h 163"/>
                <a:gd name="T6" fmla="*/ 433 w 270"/>
                <a:gd name="T7" fmla="*/ 237 h 163"/>
                <a:gd name="T8" fmla="*/ 385 w 270"/>
                <a:gd name="T9" fmla="*/ 110 h 163"/>
                <a:gd name="T10" fmla="*/ 297 w 270"/>
                <a:gd name="T11" fmla="*/ 32 h 163"/>
                <a:gd name="T12" fmla="*/ 11 w 270"/>
                <a:gd name="T13" fmla="*/ 94 h 16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0" h="163">
                  <a:moveTo>
                    <a:pt x="7" y="60"/>
                  </a:moveTo>
                  <a:cubicBezTo>
                    <a:pt x="7" y="60"/>
                    <a:pt x="0" y="128"/>
                    <a:pt x="29" y="138"/>
                  </a:cubicBezTo>
                  <a:cubicBezTo>
                    <a:pt x="59" y="148"/>
                    <a:pt x="99" y="152"/>
                    <a:pt x="118" y="157"/>
                  </a:cubicBezTo>
                  <a:cubicBezTo>
                    <a:pt x="136" y="163"/>
                    <a:pt x="270" y="152"/>
                    <a:pt x="270" y="152"/>
                  </a:cubicBezTo>
                  <a:cubicBezTo>
                    <a:pt x="240" y="71"/>
                    <a:pt x="240" y="71"/>
                    <a:pt x="240" y="71"/>
                  </a:cubicBezTo>
                  <a:cubicBezTo>
                    <a:pt x="240" y="71"/>
                    <a:pt x="204" y="41"/>
                    <a:pt x="185" y="21"/>
                  </a:cubicBezTo>
                  <a:cubicBezTo>
                    <a:pt x="165" y="0"/>
                    <a:pt x="7" y="60"/>
                    <a:pt x="7" y="60"/>
                  </a:cubicBezTo>
                  <a:close/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9807" name="Freeform 197">
              <a:extLst>
                <a:ext uri="{FF2B5EF4-FFF2-40B4-BE49-F238E27FC236}">
                  <a16:creationId xmlns:a16="http://schemas.microsoft.com/office/drawing/2014/main" id="{EE5814F2-EAF4-48B9-9651-2754A462CAF4}"/>
                </a:ext>
              </a:extLst>
            </p:cNvPr>
            <p:cNvSpPr>
              <a:spLocks/>
            </p:cNvSpPr>
            <p:nvPr/>
          </p:nvSpPr>
          <p:spPr bwMode="auto">
            <a:xfrm>
              <a:off x="993" y="3641"/>
              <a:ext cx="226" cy="145"/>
            </a:xfrm>
            <a:custGeom>
              <a:avLst/>
              <a:gdLst>
                <a:gd name="T0" fmla="*/ 41 w 193"/>
                <a:gd name="T1" fmla="*/ 68 h 124"/>
                <a:gd name="T2" fmla="*/ 15 w 193"/>
                <a:gd name="T3" fmla="*/ 116 h 124"/>
                <a:gd name="T4" fmla="*/ 235 w 193"/>
                <a:gd name="T5" fmla="*/ 199 h 124"/>
                <a:gd name="T6" fmla="*/ 307 w 193"/>
                <a:gd name="T7" fmla="*/ 120 h 124"/>
                <a:gd name="T8" fmla="*/ 288 w 193"/>
                <a:gd name="T9" fmla="*/ 18 h 124"/>
                <a:gd name="T10" fmla="*/ 41 w 193"/>
                <a:gd name="T11" fmla="*/ 68 h 1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3" h="124">
                  <a:moveTo>
                    <a:pt x="26" y="43"/>
                  </a:moveTo>
                  <a:cubicBezTo>
                    <a:pt x="26" y="43"/>
                    <a:pt x="19" y="63"/>
                    <a:pt x="9" y="73"/>
                  </a:cubicBezTo>
                  <a:cubicBezTo>
                    <a:pt x="0" y="82"/>
                    <a:pt x="147" y="124"/>
                    <a:pt x="147" y="124"/>
                  </a:cubicBezTo>
                  <a:cubicBezTo>
                    <a:pt x="191" y="75"/>
                    <a:pt x="191" y="75"/>
                    <a:pt x="191" y="75"/>
                  </a:cubicBezTo>
                  <a:cubicBezTo>
                    <a:pt x="191" y="75"/>
                    <a:pt x="193" y="22"/>
                    <a:pt x="179" y="11"/>
                  </a:cubicBezTo>
                  <a:cubicBezTo>
                    <a:pt x="164" y="0"/>
                    <a:pt x="26" y="43"/>
                    <a:pt x="26" y="43"/>
                  </a:cubicBezTo>
                  <a:close/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9808" name="Freeform 198">
              <a:extLst>
                <a:ext uri="{FF2B5EF4-FFF2-40B4-BE49-F238E27FC236}">
                  <a16:creationId xmlns:a16="http://schemas.microsoft.com/office/drawing/2014/main" id="{713998C2-9D5D-405A-B421-FEE9A6009B32}"/>
                </a:ext>
              </a:extLst>
            </p:cNvPr>
            <p:cNvSpPr>
              <a:spLocks/>
            </p:cNvSpPr>
            <p:nvPr/>
          </p:nvSpPr>
          <p:spPr bwMode="auto">
            <a:xfrm>
              <a:off x="902" y="2147"/>
              <a:ext cx="914" cy="1566"/>
            </a:xfrm>
            <a:custGeom>
              <a:avLst/>
              <a:gdLst>
                <a:gd name="T0" fmla="*/ 359 w 781"/>
                <a:gd name="T1" fmla="*/ 0 h 1344"/>
                <a:gd name="T2" fmla="*/ 697 w 781"/>
                <a:gd name="T3" fmla="*/ 20 h 1344"/>
                <a:gd name="T4" fmla="*/ 859 w 781"/>
                <a:gd name="T5" fmla="*/ 1085 h 1344"/>
                <a:gd name="T6" fmla="*/ 998 w 781"/>
                <a:gd name="T7" fmla="*/ 1151 h 1344"/>
                <a:gd name="T8" fmla="*/ 1063 w 781"/>
                <a:gd name="T9" fmla="*/ 1411 h 1344"/>
                <a:gd name="T10" fmla="*/ 1107 w 781"/>
                <a:gd name="T11" fmla="*/ 1535 h 1344"/>
                <a:gd name="T12" fmla="*/ 1133 w 781"/>
                <a:gd name="T13" fmla="*/ 1712 h 1344"/>
                <a:gd name="T14" fmla="*/ 1191 w 781"/>
                <a:gd name="T15" fmla="*/ 1913 h 1344"/>
                <a:gd name="T16" fmla="*/ 1252 w 781"/>
                <a:gd name="T17" fmla="*/ 2023 h 1344"/>
                <a:gd name="T18" fmla="*/ 1127 w 781"/>
                <a:gd name="T19" fmla="*/ 2087 h 1344"/>
                <a:gd name="T20" fmla="*/ 1001 w 781"/>
                <a:gd name="T21" fmla="*/ 2114 h 1344"/>
                <a:gd name="T22" fmla="*/ 838 w 781"/>
                <a:gd name="T23" fmla="*/ 2117 h 1344"/>
                <a:gd name="T24" fmla="*/ 734 w 781"/>
                <a:gd name="T25" fmla="*/ 1676 h 1344"/>
                <a:gd name="T26" fmla="*/ 669 w 781"/>
                <a:gd name="T27" fmla="*/ 1339 h 1344"/>
                <a:gd name="T28" fmla="*/ 612 w 781"/>
                <a:gd name="T29" fmla="*/ 1094 h 1344"/>
                <a:gd name="T30" fmla="*/ 542 w 781"/>
                <a:gd name="T31" fmla="*/ 909 h 1344"/>
                <a:gd name="T32" fmla="*/ 497 w 781"/>
                <a:gd name="T33" fmla="*/ 707 h 1344"/>
                <a:gd name="T34" fmla="*/ 408 w 781"/>
                <a:gd name="T35" fmla="*/ 500 h 1344"/>
                <a:gd name="T36" fmla="*/ 384 w 781"/>
                <a:gd name="T37" fmla="*/ 767 h 1344"/>
                <a:gd name="T38" fmla="*/ 365 w 781"/>
                <a:gd name="T39" fmla="*/ 1061 h 1344"/>
                <a:gd name="T40" fmla="*/ 376 w 781"/>
                <a:gd name="T41" fmla="*/ 1222 h 1344"/>
                <a:gd name="T42" fmla="*/ 378 w 781"/>
                <a:gd name="T43" fmla="*/ 1495 h 1344"/>
                <a:gd name="T44" fmla="*/ 396 w 781"/>
                <a:gd name="T45" fmla="*/ 1705 h 1344"/>
                <a:gd name="T46" fmla="*/ 420 w 781"/>
                <a:gd name="T47" fmla="*/ 1898 h 1344"/>
                <a:gd name="T48" fmla="*/ 435 w 781"/>
                <a:gd name="T49" fmla="*/ 2060 h 1344"/>
                <a:gd name="T50" fmla="*/ 408 w 781"/>
                <a:gd name="T51" fmla="*/ 2085 h 1344"/>
                <a:gd name="T52" fmla="*/ 301 w 781"/>
                <a:gd name="T53" fmla="*/ 2117 h 1344"/>
                <a:gd name="T54" fmla="*/ 143 w 781"/>
                <a:gd name="T55" fmla="*/ 2123 h 1344"/>
                <a:gd name="T56" fmla="*/ 57 w 781"/>
                <a:gd name="T57" fmla="*/ 1826 h 1344"/>
                <a:gd name="T58" fmla="*/ 30 w 781"/>
                <a:gd name="T59" fmla="*/ 1561 h 1344"/>
                <a:gd name="T60" fmla="*/ 0 w 781"/>
                <a:gd name="T61" fmla="*/ 1206 h 1344"/>
                <a:gd name="T62" fmla="*/ 359 w 781"/>
                <a:gd name="T63" fmla="*/ 0 h 1344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781" h="1344">
                  <a:moveTo>
                    <a:pt x="224" y="0"/>
                  </a:moveTo>
                  <a:cubicBezTo>
                    <a:pt x="435" y="13"/>
                    <a:pt x="435" y="13"/>
                    <a:pt x="435" y="13"/>
                  </a:cubicBezTo>
                  <a:cubicBezTo>
                    <a:pt x="536" y="686"/>
                    <a:pt x="536" y="686"/>
                    <a:pt x="536" y="686"/>
                  </a:cubicBezTo>
                  <a:cubicBezTo>
                    <a:pt x="623" y="728"/>
                    <a:pt x="623" y="728"/>
                    <a:pt x="623" y="728"/>
                  </a:cubicBezTo>
                  <a:cubicBezTo>
                    <a:pt x="623" y="728"/>
                    <a:pt x="654" y="859"/>
                    <a:pt x="663" y="892"/>
                  </a:cubicBezTo>
                  <a:cubicBezTo>
                    <a:pt x="671" y="926"/>
                    <a:pt x="690" y="926"/>
                    <a:pt x="690" y="970"/>
                  </a:cubicBezTo>
                  <a:cubicBezTo>
                    <a:pt x="690" y="1015"/>
                    <a:pt x="699" y="1051"/>
                    <a:pt x="707" y="1082"/>
                  </a:cubicBezTo>
                  <a:cubicBezTo>
                    <a:pt x="715" y="1114"/>
                    <a:pt x="730" y="1181"/>
                    <a:pt x="743" y="1209"/>
                  </a:cubicBezTo>
                  <a:cubicBezTo>
                    <a:pt x="756" y="1236"/>
                    <a:pt x="781" y="1279"/>
                    <a:pt x="781" y="1279"/>
                  </a:cubicBezTo>
                  <a:cubicBezTo>
                    <a:pt x="781" y="1279"/>
                    <a:pt x="751" y="1321"/>
                    <a:pt x="703" y="1319"/>
                  </a:cubicBezTo>
                  <a:cubicBezTo>
                    <a:pt x="654" y="1317"/>
                    <a:pt x="654" y="1329"/>
                    <a:pt x="625" y="1336"/>
                  </a:cubicBezTo>
                  <a:cubicBezTo>
                    <a:pt x="595" y="1342"/>
                    <a:pt x="523" y="1338"/>
                    <a:pt x="523" y="1338"/>
                  </a:cubicBezTo>
                  <a:cubicBezTo>
                    <a:pt x="523" y="1338"/>
                    <a:pt x="477" y="1148"/>
                    <a:pt x="458" y="1059"/>
                  </a:cubicBezTo>
                  <a:cubicBezTo>
                    <a:pt x="439" y="970"/>
                    <a:pt x="431" y="899"/>
                    <a:pt x="418" y="846"/>
                  </a:cubicBezTo>
                  <a:cubicBezTo>
                    <a:pt x="405" y="793"/>
                    <a:pt x="397" y="724"/>
                    <a:pt x="382" y="692"/>
                  </a:cubicBezTo>
                  <a:cubicBezTo>
                    <a:pt x="367" y="660"/>
                    <a:pt x="353" y="616"/>
                    <a:pt x="338" y="574"/>
                  </a:cubicBezTo>
                  <a:cubicBezTo>
                    <a:pt x="323" y="532"/>
                    <a:pt x="323" y="483"/>
                    <a:pt x="310" y="447"/>
                  </a:cubicBezTo>
                  <a:cubicBezTo>
                    <a:pt x="298" y="411"/>
                    <a:pt x="255" y="316"/>
                    <a:pt x="255" y="316"/>
                  </a:cubicBezTo>
                  <a:cubicBezTo>
                    <a:pt x="255" y="316"/>
                    <a:pt x="245" y="441"/>
                    <a:pt x="239" y="485"/>
                  </a:cubicBezTo>
                  <a:cubicBezTo>
                    <a:pt x="232" y="530"/>
                    <a:pt x="232" y="624"/>
                    <a:pt x="228" y="671"/>
                  </a:cubicBezTo>
                  <a:cubicBezTo>
                    <a:pt x="224" y="717"/>
                    <a:pt x="234" y="743"/>
                    <a:pt x="234" y="772"/>
                  </a:cubicBezTo>
                  <a:cubicBezTo>
                    <a:pt x="234" y="802"/>
                    <a:pt x="234" y="914"/>
                    <a:pt x="236" y="945"/>
                  </a:cubicBezTo>
                  <a:cubicBezTo>
                    <a:pt x="239" y="977"/>
                    <a:pt x="243" y="1040"/>
                    <a:pt x="247" y="1078"/>
                  </a:cubicBezTo>
                  <a:cubicBezTo>
                    <a:pt x="251" y="1116"/>
                    <a:pt x="255" y="1171"/>
                    <a:pt x="262" y="1200"/>
                  </a:cubicBezTo>
                  <a:cubicBezTo>
                    <a:pt x="268" y="1230"/>
                    <a:pt x="272" y="1302"/>
                    <a:pt x="272" y="1302"/>
                  </a:cubicBezTo>
                  <a:cubicBezTo>
                    <a:pt x="272" y="1302"/>
                    <a:pt x="260" y="1298"/>
                    <a:pt x="255" y="1317"/>
                  </a:cubicBezTo>
                  <a:cubicBezTo>
                    <a:pt x="251" y="1336"/>
                    <a:pt x="222" y="1344"/>
                    <a:pt x="188" y="1338"/>
                  </a:cubicBezTo>
                  <a:cubicBezTo>
                    <a:pt x="154" y="1331"/>
                    <a:pt x="108" y="1329"/>
                    <a:pt x="89" y="1342"/>
                  </a:cubicBezTo>
                  <a:cubicBezTo>
                    <a:pt x="89" y="1342"/>
                    <a:pt x="51" y="1260"/>
                    <a:pt x="36" y="1154"/>
                  </a:cubicBezTo>
                  <a:cubicBezTo>
                    <a:pt x="21" y="1049"/>
                    <a:pt x="25" y="1025"/>
                    <a:pt x="19" y="987"/>
                  </a:cubicBezTo>
                  <a:cubicBezTo>
                    <a:pt x="13" y="949"/>
                    <a:pt x="0" y="762"/>
                    <a:pt x="0" y="762"/>
                  </a:cubicBezTo>
                  <a:lnTo>
                    <a:pt x="224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9809" name="Freeform 199">
              <a:extLst>
                <a:ext uri="{FF2B5EF4-FFF2-40B4-BE49-F238E27FC236}">
                  <a16:creationId xmlns:a16="http://schemas.microsoft.com/office/drawing/2014/main" id="{84E858E1-AB0F-4E81-85F7-84BCEC834847}"/>
                </a:ext>
              </a:extLst>
            </p:cNvPr>
            <p:cNvSpPr>
              <a:spLocks/>
            </p:cNvSpPr>
            <p:nvPr/>
          </p:nvSpPr>
          <p:spPr bwMode="auto">
            <a:xfrm>
              <a:off x="902" y="2147"/>
              <a:ext cx="914" cy="1566"/>
            </a:xfrm>
            <a:custGeom>
              <a:avLst/>
              <a:gdLst>
                <a:gd name="T0" fmla="*/ 359 w 781"/>
                <a:gd name="T1" fmla="*/ 0 h 1344"/>
                <a:gd name="T2" fmla="*/ 697 w 781"/>
                <a:gd name="T3" fmla="*/ 20 h 1344"/>
                <a:gd name="T4" fmla="*/ 859 w 781"/>
                <a:gd name="T5" fmla="*/ 1085 h 1344"/>
                <a:gd name="T6" fmla="*/ 998 w 781"/>
                <a:gd name="T7" fmla="*/ 1151 h 1344"/>
                <a:gd name="T8" fmla="*/ 1063 w 781"/>
                <a:gd name="T9" fmla="*/ 1411 h 1344"/>
                <a:gd name="T10" fmla="*/ 1107 w 781"/>
                <a:gd name="T11" fmla="*/ 1535 h 1344"/>
                <a:gd name="T12" fmla="*/ 1133 w 781"/>
                <a:gd name="T13" fmla="*/ 1712 h 1344"/>
                <a:gd name="T14" fmla="*/ 1191 w 781"/>
                <a:gd name="T15" fmla="*/ 1913 h 1344"/>
                <a:gd name="T16" fmla="*/ 1252 w 781"/>
                <a:gd name="T17" fmla="*/ 2023 h 1344"/>
                <a:gd name="T18" fmla="*/ 1127 w 781"/>
                <a:gd name="T19" fmla="*/ 2087 h 1344"/>
                <a:gd name="T20" fmla="*/ 1001 w 781"/>
                <a:gd name="T21" fmla="*/ 2114 h 1344"/>
                <a:gd name="T22" fmla="*/ 838 w 781"/>
                <a:gd name="T23" fmla="*/ 2117 h 1344"/>
                <a:gd name="T24" fmla="*/ 734 w 781"/>
                <a:gd name="T25" fmla="*/ 1676 h 1344"/>
                <a:gd name="T26" fmla="*/ 669 w 781"/>
                <a:gd name="T27" fmla="*/ 1339 h 1344"/>
                <a:gd name="T28" fmla="*/ 612 w 781"/>
                <a:gd name="T29" fmla="*/ 1094 h 1344"/>
                <a:gd name="T30" fmla="*/ 542 w 781"/>
                <a:gd name="T31" fmla="*/ 909 h 1344"/>
                <a:gd name="T32" fmla="*/ 497 w 781"/>
                <a:gd name="T33" fmla="*/ 707 h 1344"/>
                <a:gd name="T34" fmla="*/ 408 w 781"/>
                <a:gd name="T35" fmla="*/ 500 h 1344"/>
                <a:gd name="T36" fmla="*/ 384 w 781"/>
                <a:gd name="T37" fmla="*/ 767 h 1344"/>
                <a:gd name="T38" fmla="*/ 365 w 781"/>
                <a:gd name="T39" fmla="*/ 1061 h 1344"/>
                <a:gd name="T40" fmla="*/ 376 w 781"/>
                <a:gd name="T41" fmla="*/ 1222 h 1344"/>
                <a:gd name="T42" fmla="*/ 378 w 781"/>
                <a:gd name="T43" fmla="*/ 1495 h 1344"/>
                <a:gd name="T44" fmla="*/ 396 w 781"/>
                <a:gd name="T45" fmla="*/ 1705 h 1344"/>
                <a:gd name="T46" fmla="*/ 420 w 781"/>
                <a:gd name="T47" fmla="*/ 1898 h 1344"/>
                <a:gd name="T48" fmla="*/ 435 w 781"/>
                <a:gd name="T49" fmla="*/ 2060 h 1344"/>
                <a:gd name="T50" fmla="*/ 408 w 781"/>
                <a:gd name="T51" fmla="*/ 2085 h 1344"/>
                <a:gd name="T52" fmla="*/ 301 w 781"/>
                <a:gd name="T53" fmla="*/ 2117 h 1344"/>
                <a:gd name="T54" fmla="*/ 143 w 781"/>
                <a:gd name="T55" fmla="*/ 2123 h 1344"/>
                <a:gd name="T56" fmla="*/ 57 w 781"/>
                <a:gd name="T57" fmla="*/ 1826 h 1344"/>
                <a:gd name="T58" fmla="*/ 30 w 781"/>
                <a:gd name="T59" fmla="*/ 1561 h 1344"/>
                <a:gd name="T60" fmla="*/ 0 w 781"/>
                <a:gd name="T61" fmla="*/ 1206 h 1344"/>
                <a:gd name="T62" fmla="*/ 359 w 781"/>
                <a:gd name="T63" fmla="*/ 0 h 1344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781" h="1344">
                  <a:moveTo>
                    <a:pt x="224" y="0"/>
                  </a:moveTo>
                  <a:cubicBezTo>
                    <a:pt x="435" y="13"/>
                    <a:pt x="435" y="13"/>
                    <a:pt x="435" y="13"/>
                  </a:cubicBezTo>
                  <a:cubicBezTo>
                    <a:pt x="536" y="686"/>
                    <a:pt x="536" y="686"/>
                    <a:pt x="536" y="686"/>
                  </a:cubicBezTo>
                  <a:cubicBezTo>
                    <a:pt x="623" y="728"/>
                    <a:pt x="623" y="728"/>
                    <a:pt x="623" y="728"/>
                  </a:cubicBezTo>
                  <a:cubicBezTo>
                    <a:pt x="623" y="728"/>
                    <a:pt x="654" y="859"/>
                    <a:pt x="663" y="892"/>
                  </a:cubicBezTo>
                  <a:cubicBezTo>
                    <a:pt x="671" y="926"/>
                    <a:pt x="690" y="926"/>
                    <a:pt x="690" y="970"/>
                  </a:cubicBezTo>
                  <a:cubicBezTo>
                    <a:pt x="690" y="1015"/>
                    <a:pt x="699" y="1051"/>
                    <a:pt x="707" y="1082"/>
                  </a:cubicBezTo>
                  <a:cubicBezTo>
                    <a:pt x="715" y="1114"/>
                    <a:pt x="730" y="1181"/>
                    <a:pt x="743" y="1209"/>
                  </a:cubicBezTo>
                  <a:cubicBezTo>
                    <a:pt x="756" y="1236"/>
                    <a:pt x="781" y="1279"/>
                    <a:pt x="781" y="1279"/>
                  </a:cubicBezTo>
                  <a:cubicBezTo>
                    <a:pt x="781" y="1279"/>
                    <a:pt x="751" y="1321"/>
                    <a:pt x="703" y="1319"/>
                  </a:cubicBezTo>
                  <a:cubicBezTo>
                    <a:pt x="654" y="1317"/>
                    <a:pt x="654" y="1329"/>
                    <a:pt x="625" y="1336"/>
                  </a:cubicBezTo>
                  <a:cubicBezTo>
                    <a:pt x="595" y="1342"/>
                    <a:pt x="523" y="1338"/>
                    <a:pt x="523" y="1338"/>
                  </a:cubicBezTo>
                  <a:cubicBezTo>
                    <a:pt x="523" y="1338"/>
                    <a:pt x="477" y="1148"/>
                    <a:pt x="458" y="1059"/>
                  </a:cubicBezTo>
                  <a:cubicBezTo>
                    <a:pt x="439" y="970"/>
                    <a:pt x="431" y="899"/>
                    <a:pt x="418" y="846"/>
                  </a:cubicBezTo>
                  <a:cubicBezTo>
                    <a:pt x="405" y="793"/>
                    <a:pt x="397" y="724"/>
                    <a:pt x="382" y="692"/>
                  </a:cubicBezTo>
                  <a:cubicBezTo>
                    <a:pt x="367" y="660"/>
                    <a:pt x="353" y="616"/>
                    <a:pt x="338" y="574"/>
                  </a:cubicBezTo>
                  <a:cubicBezTo>
                    <a:pt x="323" y="532"/>
                    <a:pt x="323" y="483"/>
                    <a:pt x="310" y="447"/>
                  </a:cubicBezTo>
                  <a:cubicBezTo>
                    <a:pt x="298" y="411"/>
                    <a:pt x="255" y="316"/>
                    <a:pt x="255" y="316"/>
                  </a:cubicBezTo>
                  <a:cubicBezTo>
                    <a:pt x="255" y="316"/>
                    <a:pt x="245" y="441"/>
                    <a:pt x="239" y="485"/>
                  </a:cubicBezTo>
                  <a:cubicBezTo>
                    <a:pt x="232" y="530"/>
                    <a:pt x="232" y="624"/>
                    <a:pt x="228" y="671"/>
                  </a:cubicBezTo>
                  <a:cubicBezTo>
                    <a:pt x="224" y="717"/>
                    <a:pt x="234" y="743"/>
                    <a:pt x="234" y="772"/>
                  </a:cubicBezTo>
                  <a:cubicBezTo>
                    <a:pt x="234" y="802"/>
                    <a:pt x="234" y="914"/>
                    <a:pt x="236" y="945"/>
                  </a:cubicBezTo>
                  <a:cubicBezTo>
                    <a:pt x="239" y="977"/>
                    <a:pt x="243" y="1040"/>
                    <a:pt x="247" y="1078"/>
                  </a:cubicBezTo>
                  <a:cubicBezTo>
                    <a:pt x="251" y="1116"/>
                    <a:pt x="255" y="1171"/>
                    <a:pt x="262" y="1200"/>
                  </a:cubicBezTo>
                  <a:cubicBezTo>
                    <a:pt x="268" y="1230"/>
                    <a:pt x="272" y="1302"/>
                    <a:pt x="272" y="1302"/>
                  </a:cubicBezTo>
                  <a:cubicBezTo>
                    <a:pt x="272" y="1302"/>
                    <a:pt x="260" y="1298"/>
                    <a:pt x="255" y="1317"/>
                  </a:cubicBezTo>
                  <a:cubicBezTo>
                    <a:pt x="251" y="1336"/>
                    <a:pt x="222" y="1344"/>
                    <a:pt x="188" y="1338"/>
                  </a:cubicBezTo>
                  <a:cubicBezTo>
                    <a:pt x="154" y="1331"/>
                    <a:pt x="108" y="1329"/>
                    <a:pt x="89" y="1342"/>
                  </a:cubicBezTo>
                  <a:cubicBezTo>
                    <a:pt x="89" y="1342"/>
                    <a:pt x="51" y="1260"/>
                    <a:pt x="36" y="1154"/>
                  </a:cubicBezTo>
                  <a:cubicBezTo>
                    <a:pt x="21" y="1049"/>
                    <a:pt x="25" y="1025"/>
                    <a:pt x="19" y="987"/>
                  </a:cubicBezTo>
                  <a:cubicBezTo>
                    <a:pt x="13" y="949"/>
                    <a:pt x="0" y="762"/>
                    <a:pt x="0" y="762"/>
                  </a:cubicBezTo>
                  <a:lnTo>
                    <a:pt x="224" y="0"/>
                  </a:lnTo>
                  <a:close/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9810" name="Freeform 200">
              <a:extLst>
                <a:ext uri="{FF2B5EF4-FFF2-40B4-BE49-F238E27FC236}">
                  <a16:creationId xmlns:a16="http://schemas.microsoft.com/office/drawing/2014/main" id="{230CC8D3-373B-4756-8E32-A2A2FEE74A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2" y="1203"/>
              <a:ext cx="298" cy="1017"/>
            </a:xfrm>
            <a:custGeom>
              <a:avLst/>
              <a:gdLst>
                <a:gd name="T0" fmla="*/ 1 w 255"/>
                <a:gd name="T1" fmla="*/ 2 h 873"/>
                <a:gd name="T2" fmla="*/ 181 w 255"/>
                <a:gd name="T3" fmla="*/ 85 h 873"/>
                <a:gd name="T4" fmla="*/ 313 w 255"/>
                <a:gd name="T5" fmla="*/ 0 h 873"/>
                <a:gd name="T6" fmla="*/ 395 w 255"/>
                <a:gd name="T7" fmla="*/ 227 h 873"/>
                <a:gd name="T8" fmla="*/ 400 w 255"/>
                <a:gd name="T9" fmla="*/ 862 h 873"/>
                <a:gd name="T10" fmla="*/ 407 w 255"/>
                <a:gd name="T11" fmla="*/ 1348 h 873"/>
                <a:gd name="T12" fmla="*/ 26 w 255"/>
                <a:gd name="T13" fmla="*/ 1316 h 873"/>
                <a:gd name="T14" fmla="*/ 37 w 255"/>
                <a:gd name="T15" fmla="*/ 600 h 873"/>
                <a:gd name="T16" fmla="*/ 0 w 255"/>
                <a:gd name="T17" fmla="*/ 122 h 873"/>
                <a:gd name="T18" fmla="*/ 1 w 255"/>
                <a:gd name="T19" fmla="*/ 2 h 87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55" h="873">
                  <a:moveTo>
                    <a:pt x="1" y="2"/>
                  </a:moveTo>
                  <a:cubicBezTo>
                    <a:pt x="1" y="2"/>
                    <a:pt x="44" y="70"/>
                    <a:pt x="114" y="54"/>
                  </a:cubicBezTo>
                  <a:cubicBezTo>
                    <a:pt x="184" y="39"/>
                    <a:pt x="196" y="0"/>
                    <a:pt x="196" y="0"/>
                  </a:cubicBezTo>
                  <a:cubicBezTo>
                    <a:pt x="196" y="0"/>
                    <a:pt x="243" y="94"/>
                    <a:pt x="247" y="143"/>
                  </a:cubicBezTo>
                  <a:cubicBezTo>
                    <a:pt x="250" y="192"/>
                    <a:pt x="251" y="545"/>
                    <a:pt x="251" y="545"/>
                  </a:cubicBezTo>
                  <a:cubicBezTo>
                    <a:pt x="255" y="852"/>
                    <a:pt x="255" y="852"/>
                    <a:pt x="255" y="852"/>
                  </a:cubicBezTo>
                  <a:cubicBezTo>
                    <a:pt x="255" y="852"/>
                    <a:pt x="87" y="873"/>
                    <a:pt x="16" y="833"/>
                  </a:cubicBezTo>
                  <a:cubicBezTo>
                    <a:pt x="23" y="379"/>
                    <a:pt x="23" y="379"/>
                    <a:pt x="23" y="379"/>
                  </a:cubicBezTo>
                  <a:cubicBezTo>
                    <a:pt x="0" y="77"/>
                    <a:pt x="0" y="77"/>
                    <a:pt x="0" y="77"/>
                  </a:cubicBezTo>
                  <a:lnTo>
                    <a:pt x="1" y="2"/>
                  </a:lnTo>
                  <a:close/>
                </a:path>
              </a:pathLst>
            </a:custGeom>
            <a:solidFill>
              <a:srgbClr val="D3E3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9811" name="Freeform 201">
              <a:extLst>
                <a:ext uri="{FF2B5EF4-FFF2-40B4-BE49-F238E27FC236}">
                  <a16:creationId xmlns:a16="http://schemas.microsoft.com/office/drawing/2014/main" id="{4F0073C1-8955-45C8-A02F-09FBDDAB51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2" y="1203"/>
              <a:ext cx="298" cy="1017"/>
            </a:xfrm>
            <a:custGeom>
              <a:avLst/>
              <a:gdLst>
                <a:gd name="T0" fmla="*/ 1 w 255"/>
                <a:gd name="T1" fmla="*/ 2 h 873"/>
                <a:gd name="T2" fmla="*/ 181 w 255"/>
                <a:gd name="T3" fmla="*/ 85 h 873"/>
                <a:gd name="T4" fmla="*/ 313 w 255"/>
                <a:gd name="T5" fmla="*/ 0 h 873"/>
                <a:gd name="T6" fmla="*/ 395 w 255"/>
                <a:gd name="T7" fmla="*/ 227 h 873"/>
                <a:gd name="T8" fmla="*/ 400 w 255"/>
                <a:gd name="T9" fmla="*/ 862 h 873"/>
                <a:gd name="T10" fmla="*/ 407 w 255"/>
                <a:gd name="T11" fmla="*/ 1348 h 873"/>
                <a:gd name="T12" fmla="*/ 26 w 255"/>
                <a:gd name="T13" fmla="*/ 1316 h 873"/>
                <a:gd name="T14" fmla="*/ 37 w 255"/>
                <a:gd name="T15" fmla="*/ 600 h 873"/>
                <a:gd name="T16" fmla="*/ 0 w 255"/>
                <a:gd name="T17" fmla="*/ 122 h 873"/>
                <a:gd name="T18" fmla="*/ 1 w 255"/>
                <a:gd name="T19" fmla="*/ 2 h 87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55" h="873">
                  <a:moveTo>
                    <a:pt x="1" y="2"/>
                  </a:moveTo>
                  <a:cubicBezTo>
                    <a:pt x="1" y="2"/>
                    <a:pt x="44" y="70"/>
                    <a:pt x="114" y="54"/>
                  </a:cubicBezTo>
                  <a:cubicBezTo>
                    <a:pt x="184" y="39"/>
                    <a:pt x="196" y="0"/>
                    <a:pt x="196" y="0"/>
                  </a:cubicBezTo>
                  <a:cubicBezTo>
                    <a:pt x="196" y="0"/>
                    <a:pt x="243" y="94"/>
                    <a:pt x="247" y="143"/>
                  </a:cubicBezTo>
                  <a:cubicBezTo>
                    <a:pt x="250" y="192"/>
                    <a:pt x="251" y="545"/>
                    <a:pt x="251" y="545"/>
                  </a:cubicBezTo>
                  <a:cubicBezTo>
                    <a:pt x="255" y="852"/>
                    <a:pt x="255" y="852"/>
                    <a:pt x="255" y="852"/>
                  </a:cubicBezTo>
                  <a:cubicBezTo>
                    <a:pt x="255" y="852"/>
                    <a:pt x="87" y="873"/>
                    <a:pt x="16" y="833"/>
                  </a:cubicBezTo>
                  <a:cubicBezTo>
                    <a:pt x="23" y="379"/>
                    <a:pt x="23" y="379"/>
                    <a:pt x="23" y="379"/>
                  </a:cubicBezTo>
                  <a:cubicBezTo>
                    <a:pt x="0" y="77"/>
                    <a:pt x="0" y="77"/>
                    <a:pt x="0" y="77"/>
                  </a:cubicBezTo>
                  <a:lnTo>
                    <a:pt x="1" y="2"/>
                  </a:lnTo>
                  <a:close/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9812" name="Freeform 202">
              <a:extLst>
                <a:ext uri="{FF2B5EF4-FFF2-40B4-BE49-F238E27FC236}">
                  <a16:creationId xmlns:a16="http://schemas.microsoft.com/office/drawing/2014/main" id="{6D07683C-DC53-49E4-8F04-2B37D18270A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9" y="2487"/>
              <a:ext cx="5" cy="37"/>
            </a:xfrm>
            <a:custGeom>
              <a:avLst/>
              <a:gdLst>
                <a:gd name="T0" fmla="*/ 8 w 4"/>
                <a:gd name="T1" fmla="*/ 50 h 32"/>
                <a:gd name="T2" fmla="*/ 8 w 4"/>
                <a:gd name="T3" fmla="*/ 0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2">
                  <a:moveTo>
                    <a:pt x="4" y="32"/>
                  </a:moveTo>
                  <a:cubicBezTo>
                    <a:pt x="4" y="23"/>
                    <a:pt x="0" y="8"/>
                    <a:pt x="4" y="0"/>
                  </a:cubicBezTo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9813" name="Freeform 203">
              <a:extLst>
                <a:ext uri="{FF2B5EF4-FFF2-40B4-BE49-F238E27FC236}">
                  <a16:creationId xmlns:a16="http://schemas.microsoft.com/office/drawing/2014/main" id="{CEB295DD-DFE4-4AC8-A9A6-39E177DED58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8" y="2468"/>
              <a:ext cx="82" cy="20"/>
            </a:xfrm>
            <a:custGeom>
              <a:avLst/>
              <a:gdLst>
                <a:gd name="T0" fmla="*/ 0 w 70"/>
                <a:gd name="T1" fmla="*/ 18 h 17"/>
                <a:gd name="T2" fmla="*/ 22 w 70"/>
                <a:gd name="T3" fmla="*/ 28 h 17"/>
                <a:gd name="T4" fmla="*/ 30 w 70"/>
                <a:gd name="T5" fmla="*/ 22 h 17"/>
                <a:gd name="T6" fmla="*/ 47 w 70"/>
                <a:gd name="T7" fmla="*/ 21 h 17"/>
                <a:gd name="T8" fmla="*/ 91 w 70"/>
                <a:gd name="T9" fmla="*/ 7 h 17"/>
                <a:gd name="T10" fmla="*/ 112 w 70"/>
                <a:gd name="T11" fmla="*/ 0 h 1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0" h="17">
                  <a:moveTo>
                    <a:pt x="0" y="11"/>
                  </a:moveTo>
                  <a:cubicBezTo>
                    <a:pt x="2" y="9"/>
                    <a:pt x="10" y="17"/>
                    <a:pt x="14" y="17"/>
                  </a:cubicBezTo>
                  <a:cubicBezTo>
                    <a:pt x="15" y="17"/>
                    <a:pt x="17" y="14"/>
                    <a:pt x="19" y="14"/>
                  </a:cubicBezTo>
                  <a:cubicBezTo>
                    <a:pt x="22" y="13"/>
                    <a:pt x="26" y="14"/>
                    <a:pt x="29" y="13"/>
                  </a:cubicBezTo>
                  <a:cubicBezTo>
                    <a:pt x="39" y="12"/>
                    <a:pt x="48" y="7"/>
                    <a:pt x="57" y="4"/>
                  </a:cubicBezTo>
                  <a:cubicBezTo>
                    <a:pt x="61" y="3"/>
                    <a:pt x="66" y="2"/>
                    <a:pt x="70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9814" name="Freeform 204">
              <a:extLst>
                <a:ext uri="{FF2B5EF4-FFF2-40B4-BE49-F238E27FC236}">
                  <a16:creationId xmlns:a16="http://schemas.microsoft.com/office/drawing/2014/main" id="{0BA85481-4B08-4667-BAA5-8822B45C7071}"/>
                </a:ext>
              </a:extLst>
            </p:cNvPr>
            <p:cNvSpPr>
              <a:spLocks/>
            </p:cNvSpPr>
            <p:nvPr/>
          </p:nvSpPr>
          <p:spPr bwMode="auto">
            <a:xfrm>
              <a:off x="920" y="3038"/>
              <a:ext cx="201" cy="584"/>
            </a:xfrm>
            <a:custGeom>
              <a:avLst/>
              <a:gdLst>
                <a:gd name="T0" fmla="*/ 0 w 171"/>
                <a:gd name="T1" fmla="*/ 7 h 501"/>
                <a:gd name="T2" fmla="*/ 1 w 171"/>
                <a:gd name="T3" fmla="*/ 12 h 501"/>
                <a:gd name="T4" fmla="*/ 9 w 171"/>
                <a:gd name="T5" fmla="*/ 55 h 501"/>
                <a:gd name="T6" fmla="*/ 22 w 171"/>
                <a:gd name="T7" fmla="*/ 189 h 501"/>
                <a:gd name="T8" fmla="*/ 80 w 171"/>
                <a:gd name="T9" fmla="*/ 431 h 501"/>
                <a:gd name="T10" fmla="*/ 175 w 171"/>
                <a:gd name="T11" fmla="*/ 653 h 501"/>
                <a:gd name="T12" fmla="*/ 277 w 171"/>
                <a:gd name="T13" fmla="*/ 794 h 50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1" h="501">
                  <a:moveTo>
                    <a:pt x="0" y="4"/>
                  </a:moveTo>
                  <a:cubicBezTo>
                    <a:pt x="1" y="0"/>
                    <a:pt x="1" y="5"/>
                    <a:pt x="1" y="8"/>
                  </a:cubicBezTo>
                  <a:cubicBezTo>
                    <a:pt x="3" y="16"/>
                    <a:pt x="4" y="25"/>
                    <a:pt x="6" y="34"/>
                  </a:cubicBezTo>
                  <a:cubicBezTo>
                    <a:pt x="9" y="62"/>
                    <a:pt x="10" y="91"/>
                    <a:pt x="14" y="119"/>
                  </a:cubicBezTo>
                  <a:cubicBezTo>
                    <a:pt x="22" y="169"/>
                    <a:pt x="32" y="224"/>
                    <a:pt x="49" y="272"/>
                  </a:cubicBezTo>
                  <a:cubicBezTo>
                    <a:pt x="66" y="320"/>
                    <a:pt x="85" y="367"/>
                    <a:pt x="108" y="412"/>
                  </a:cubicBezTo>
                  <a:cubicBezTo>
                    <a:pt x="124" y="445"/>
                    <a:pt x="152" y="470"/>
                    <a:pt x="171" y="501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9815" name="Freeform 205">
              <a:extLst>
                <a:ext uri="{FF2B5EF4-FFF2-40B4-BE49-F238E27FC236}">
                  <a16:creationId xmlns:a16="http://schemas.microsoft.com/office/drawing/2014/main" id="{A1DEE92E-579C-4122-8E87-D9B40014E6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0" y="2855"/>
              <a:ext cx="271" cy="412"/>
            </a:xfrm>
            <a:custGeom>
              <a:avLst/>
              <a:gdLst>
                <a:gd name="T0" fmla="*/ 0 w 232"/>
                <a:gd name="T1" fmla="*/ 0 h 353"/>
                <a:gd name="T2" fmla="*/ 55 w 232"/>
                <a:gd name="T3" fmla="*/ 140 h 353"/>
                <a:gd name="T4" fmla="*/ 127 w 232"/>
                <a:gd name="T5" fmla="*/ 293 h 353"/>
                <a:gd name="T6" fmla="*/ 263 w 232"/>
                <a:gd name="T7" fmla="*/ 446 h 353"/>
                <a:gd name="T8" fmla="*/ 370 w 232"/>
                <a:gd name="T9" fmla="*/ 561 h 3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2" h="353">
                  <a:moveTo>
                    <a:pt x="0" y="0"/>
                  </a:moveTo>
                  <a:cubicBezTo>
                    <a:pt x="18" y="26"/>
                    <a:pt x="24" y="59"/>
                    <a:pt x="34" y="88"/>
                  </a:cubicBezTo>
                  <a:cubicBezTo>
                    <a:pt x="46" y="121"/>
                    <a:pt x="59" y="156"/>
                    <a:pt x="80" y="184"/>
                  </a:cubicBezTo>
                  <a:cubicBezTo>
                    <a:pt x="105" y="218"/>
                    <a:pt x="136" y="249"/>
                    <a:pt x="165" y="280"/>
                  </a:cubicBezTo>
                  <a:cubicBezTo>
                    <a:pt x="186" y="303"/>
                    <a:pt x="206" y="337"/>
                    <a:pt x="232" y="353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9816" name="Freeform 206">
              <a:extLst>
                <a:ext uri="{FF2B5EF4-FFF2-40B4-BE49-F238E27FC236}">
                  <a16:creationId xmlns:a16="http://schemas.microsoft.com/office/drawing/2014/main" id="{EE80A12B-D424-4668-BA42-4D5F9390D0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4" y="2974"/>
              <a:ext cx="163" cy="148"/>
            </a:xfrm>
            <a:custGeom>
              <a:avLst/>
              <a:gdLst>
                <a:gd name="T0" fmla="*/ 40 w 139"/>
                <a:gd name="T1" fmla="*/ 90 h 127"/>
                <a:gd name="T2" fmla="*/ 6 w 139"/>
                <a:gd name="T3" fmla="*/ 7 h 127"/>
                <a:gd name="T4" fmla="*/ 77 w 139"/>
                <a:gd name="T5" fmla="*/ 75 h 127"/>
                <a:gd name="T6" fmla="*/ 224 w 139"/>
                <a:gd name="T7" fmla="*/ 200 h 1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9" h="127">
                  <a:moveTo>
                    <a:pt x="25" y="57"/>
                  </a:moveTo>
                  <a:cubicBezTo>
                    <a:pt x="18" y="41"/>
                    <a:pt x="0" y="22"/>
                    <a:pt x="3" y="4"/>
                  </a:cubicBezTo>
                  <a:cubicBezTo>
                    <a:pt x="19" y="0"/>
                    <a:pt x="39" y="37"/>
                    <a:pt x="48" y="47"/>
                  </a:cubicBezTo>
                  <a:cubicBezTo>
                    <a:pt x="75" y="76"/>
                    <a:pt x="107" y="104"/>
                    <a:pt x="139" y="127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9817" name="Freeform 207">
              <a:extLst>
                <a:ext uri="{FF2B5EF4-FFF2-40B4-BE49-F238E27FC236}">
                  <a16:creationId xmlns:a16="http://schemas.microsoft.com/office/drawing/2014/main" id="{FB84B611-B771-47D4-8E04-0A9A5EECE6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1" y="3298"/>
              <a:ext cx="278" cy="358"/>
            </a:xfrm>
            <a:custGeom>
              <a:avLst/>
              <a:gdLst>
                <a:gd name="T0" fmla="*/ 0 w 237"/>
                <a:gd name="T1" fmla="*/ 0 h 307"/>
                <a:gd name="T2" fmla="*/ 76 w 237"/>
                <a:gd name="T3" fmla="*/ 106 h 307"/>
                <a:gd name="T4" fmla="*/ 190 w 237"/>
                <a:gd name="T5" fmla="*/ 308 h 307"/>
                <a:gd name="T6" fmla="*/ 382 w 237"/>
                <a:gd name="T7" fmla="*/ 486 h 30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7" h="307">
                  <a:moveTo>
                    <a:pt x="0" y="0"/>
                  </a:moveTo>
                  <a:cubicBezTo>
                    <a:pt x="19" y="1"/>
                    <a:pt x="40" y="53"/>
                    <a:pt x="47" y="67"/>
                  </a:cubicBezTo>
                  <a:cubicBezTo>
                    <a:pt x="69" y="108"/>
                    <a:pt x="90" y="156"/>
                    <a:pt x="118" y="194"/>
                  </a:cubicBezTo>
                  <a:cubicBezTo>
                    <a:pt x="149" y="238"/>
                    <a:pt x="188" y="282"/>
                    <a:pt x="237" y="307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9818" name="Freeform 208">
              <a:extLst>
                <a:ext uri="{FF2B5EF4-FFF2-40B4-BE49-F238E27FC236}">
                  <a16:creationId xmlns:a16="http://schemas.microsoft.com/office/drawing/2014/main" id="{BF9A8DCC-3BBC-48E8-82F8-A86DC524FAA2}"/>
                </a:ext>
              </a:extLst>
            </p:cNvPr>
            <p:cNvSpPr>
              <a:spLocks/>
            </p:cNvSpPr>
            <p:nvPr/>
          </p:nvSpPr>
          <p:spPr bwMode="auto">
            <a:xfrm>
              <a:off x="957" y="3706"/>
              <a:ext cx="265" cy="175"/>
            </a:xfrm>
            <a:custGeom>
              <a:avLst/>
              <a:gdLst>
                <a:gd name="T0" fmla="*/ 70 w 227"/>
                <a:gd name="T1" fmla="*/ 16 h 150"/>
                <a:gd name="T2" fmla="*/ 184 w 227"/>
                <a:gd name="T3" fmla="*/ 7 h 150"/>
                <a:gd name="T4" fmla="*/ 283 w 227"/>
                <a:gd name="T5" fmla="*/ 41 h 150"/>
                <a:gd name="T6" fmla="*/ 322 w 227"/>
                <a:gd name="T7" fmla="*/ 67 h 150"/>
                <a:gd name="T8" fmla="*/ 353 w 227"/>
                <a:gd name="T9" fmla="*/ 30 h 150"/>
                <a:gd name="T10" fmla="*/ 361 w 227"/>
                <a:gd name="T11" fmla="*/ 49 h 150"/>
                <a:gd name="T12" fmla="*/ 360 w 227"/>
                <a:gd name="T13" fmla="*/ 78 h 150"/>
                <a:gd name="T14" fmla="*/ 320 w 227"/>
                <a:gd name="T15" fmla="*/ 104 h 150"/>
                <a:gd name="T16" fmla="*/ 294 w 227"/>
                <a:gd name="T17" fmla="*/ 130 h 150"/>
                <a:gd name="T18" fmla="*/ 221 w 227"/>
                <a:gd name="T19" fmla="*/ 198 h 150"/>
                <a:gd name="T20" fmla="*/ 48 w 227"/>
                <a:gd name="T21" fmla="*/ 207 h 150"/>
                <a:gd name="T22" fmla="*/ 6 w 227"/>
                <a:gd name="T23" fmla="*/ 133 h 150"/>
                <a:gd name="T24" fmla="*/ 26 w 227"/>
                <a:gd name="T25" fmla="*/ 89 h 150"/>
                <a:gd name="T26" fmla="*/ 70 w 227"/>
                <a:gd name="T27" fmla="*/ 16 h 15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27" h="150">
                  <a:moveTo>
                    <a:pt x="44" y="10"/>
                  </a:moveTo>
                  <a:cubicBezTo>
                    <a:pt x="44" y="10"/>
                    <a:pt x="72" y="0"/>
                    <a:pt x="116" y="4"/>
                  </a:cubicBezTo>
                  <a:cubicBezTo>
                    <a:pt x="161" y="9"/>
                    <a:pt x="170" y="15"/>
                    <a:pt x="177" y="26"/>
                  </a:cubicBezTo>
                  <a:cubicBezTo>
                    <a:pt x="185" y="37"/>
                    <a:pt x="202" y="42"/>
                    <a:pt x="202" y="42"/>
                  </a:cubicBezTo>
                  <a:cubicBezTo>
                    <a:pt x="202" y="42"/>
                    <a:pt x="221" y="29"/>
                    <a:pt x="222" y="19"/>
                  </a:cubicBezTo>
                  <a:cubicBezTo>
                    <a:pt x="222" y="19"/>
                    <a:pt x="227" y="23"/>
                    <a:pt x="227" y="31"/>
                  </a:cubicBezTo>
                  <a:cubicBezTo>
                    <a:pt x="227" y="38"/>
                    <a:pt x="226" y="49"/>
                    <a:pt x="226" y="49"/>
                  </a:cubicBezTo>
                  <a:cubicBezTo>
                    <a:pt x="226" y="49"/>
                    <a:pt x="208" y="60"/>
                    <a:pt x="201" y="65"/>
                  </a:cubicBezTo>
                  <a:cubicBezTo>
                    <a:pt x="193" y="70"/>
                    <a:pt x="194" y="63"/>
                    <a:pt x="185" y="81"/>
                  </a:cubicBezTo>
                  <a:cubicBezTo>
                    <a:pt x="175" y="98"/>
                    <a:pt x="149" y="119"/>
                    <a:pt x="139" y="125"/>
                  </a:cubicBezTo>
                  <a:cubicBezTo>
                    <a:pt x="130" y="130"/>
                    <a:pt x="65" y="150"/>
                    <a:pt x="30" y="130"/>
                  </a:cubicBezTo>
                  <a:cubicBezTo>
                    <a:pt x="7" y="117"/>
                    <a:pt x="5" y="95"/>
                    <a:pt x="3" y="84"/>
                  </a:cubicBezTo>
                  <a:cubicBezTo>
                    <a:pt x="0" y="72"/>
                    <a:pt x="7" y="68"/>
                    <a:pt x="16" y="56"/>
                  </a:cubicBezTo>
                  <a:cubicBezTo>
                    <a:pt x="24" y="44"/>
                    <a:pt x="39" y="15"/>
                    <a:pt x="44" y="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9819" name="Freeform 209">
              <a:extLst>
                <a:ext uri="{FF2B5EF4-FFF2-40B4-BE49-F238E27FC236}">
                  <a16:creationId xmlns:a16="http://schemas.microsoft.com/office/drawing/2014/main" id="{01D95FE0-3A79-44A6-8A2B-281CA4757F0D}"/>
                </a:ext>
              </a:extLst>
            </p:cNvPr>
            <p:cNvSpPr>
              <a:spLocks/>
            </p:cNvSpPr>
            <p:nvPr/>
          </p:nvSpPr>
          <p:spPr bwMode="auto">
            <a:xfrm>
              <a:off x="978" y="3826"/>
              <a:ext cx="82" cy="24"/>
            </a:xfrm>
            <a:custGeom>
              <a:avLst/>
              <a:gdLst>
                <a:gd name="T0" fmla="*/ 0 w 70"/>
                <a:gd name="T1" fmla="*/ 0 h 20"/>
                <a:gd name="T2" fmla="*/ 50 w 70"/>
                <a:gd name="T3" fmla="*/ 34 h 20"/>
                <a:gd name="T4" fmla="*/ 112 w 70"/>
                <a:gd name="T5" fmla="*/ 35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0" h="20">
                  <a:moveTo>
                    <a:pt x="0" y="0"/>
                  </a:moveTo>
                  <a:cubicBezTo>
                    <a:pt x="0" y="0"/>
                    <a:pt x="16" y="19"/>
                    <a:pt x="32" y="19"/>
                  </a:cubicBezTo>
                  <a:cubicBezTo>
                    <a:pt x="48" y="18"/>
                    <a:pt x="70" y="20"/>
                    <a:pt x="70" y="2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9820" name="Freeform 210">
              <a:extLst>
                <a:ext uri="{FF2B5EF4-FFF2-40B4-BE49-F238E27FC236}">
                  <a16:creationId xmlns:a16="http://schemas.microsoft.com/office/drawing/2014/main" id="{72968600-56A1-418F-BA49-AE57A78FAC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4" y="3755"/>
              <a:ext cx="49" cy="77"/>
            </a:xfrm>
            <a:custGeom>
              <a:avLst/>
              <a:gdLst>
                <a:gd name="T0" fmla="*/ 67 w 42"/>
                <a:gd name="T1" fmla="*/ 0 h 66"/>
                <a:gd name="T2" fmla="*/ 30 w 42"/>
                <a:gd name="T3" fmla="*/ 39 h 66"/>
                <a:gd name="T4" fmla="*/ 0 w 42"/>
                <a:gd name="T5" fmla="*/ 105 h 6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" h="66">
                  <a:moveTo>
                    <a:pt x="42" y="0"/>
                  </a:moveTo>
                  <a:cubicBezTo>
                    <a:pt x="42" y="0"/>
                    <a:pt x="28" y="9"/>
                    <a:pt x="19" y="24"/>
                  </a:cubicBezTo>
                  <a:cubicBezTo>
                    <a:pt x="10" y="39"/>
                    <a:pt x="14" y="49"/>
                    <a:pt x="0" y="66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9821" name="Freeform 211">
              <a:extLst>
                <a:ext uri="{FF2B5EF4-FFF2-40B4-BE49-F238E27FC236}">
                  <a16:creationId xmlns:a16="http://schemas.microsoft.com/office/drawing/2014/main" id="{CEA1E1E9-5E62-4A11-9063-0FBF48325E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4" y="3753"/>
              <a:ext cx="10" cy="31"/>
            </a:xfrm>
            <a:custGeom>
              <a:avLst/>
              <a:gdLst>
                <a:gd name="T0" fmla="*/ 0 w 9"/>
                <a:gd name="T1" fmla="*/ 41 h 27"/>
                <a:gd name="T2" fmla="*/ 12 w 9"/>
                <a:gd name="T3" fmla="*/ 0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7">
                  <a:moveTo>
                    <a:pt x="0" y="27"/>
                  </a:moveTo>
                  <a:cubicBezTo>
                    <a:pt x="0" y="27"/>
                    <a:pt x="5" y="7"/>
                    <a:pt x="9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9822" name="Freeform 212">
              <a:extLst>
                <a:ext uri="{FF2B5EF4-FFF2-40B4-BE49-F238E27FC236}">
                  <a16:creationId xmlns:a16="http://schemas.microsoft.com/office/drawing/2014/main" id="{31C93F7F-8140-4C33-819B-26376EF8F2B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3" y="3705"/>
              <a:ext cx="459" cy="191"/>
            </a:xfrm>
            <a:custGeom>
              <a:avLst/>
              <a:gdLst>
                <a:gd name="T0" fmla="*/ 15 w 392"/>
                <a:gd name="T1" fmla="*/ 104 h 164"/>
                <a:gd name="T2" fmla="*/ 2 w 392"/>
                <a:gd name="T3" fmla="*/ 123 h 164"/>
                <a:gd name="T4" fmla="*/ 7 w 392"/>
                <a:gd name="T5" fmla="*/ 172 h 164"/>
                <a:gd name="T6" fmla="*/ 78 w 392"/>
                <a:gd name="T7" fmla="*/ 199 h 164"/>
                <a:gd name="T8" fmla="*/ 177 w 392"/>
                <a:gd name="T9" fmla="*/ 199 h 164"/>
                <a:gd name="T10" fmla="*/ 227 w 392"/>
                <a:gd name="T11" fmla="*/ 183 h 164"/>
                <a:gd name="T12" fmla="*/ 300 w 392"/>
                <a:gd name="T13" fmla="*/ 217 h 164"/>
                <a:gd name="T14" fmla="*/ 585 w 392"/>
                <a:gd name="T15" fmla="*/ 236 h 164"/>
                <a:gd name="T16" fmla="*/ 547 w 392"/>
                <a:gd name="T17" fmla="*/ 75 h 164"/>
                <a:gd name="T18" fmla="*/ 450 w 392"/>
                <a:gd name="T19" fmla="*/ 44 h 164"/>
                <a:gd name="T20" fmla="*/ 364 w 392"/>
                <a:gd name="T21" fmla="*/ 0 h 164"/>
                <a:gd name="T22" fmla="*/ 286 w 392"/>
                <a:gd name="T23" fmla="*/ 33 h 164"/>
                <a:gd name="T24" fmla="*/ 158 w 392"/>
                <a:gd name="T25" fmla="*/ 137 h 164"/>
                <a:gd name="T26" fmla="*/ 87 w 392"/>
                <a:gd name="T27" fmla="*/ 125 h 164"/>
                <a:gd name="T28" fmla="*/ 15 w 392"/>
                <a:gd name="T29" fmla="*/ 104 h 16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392" h="164">
                  <a:moveTo>
                    <a:pt x="9" y="65"/>
                  </a:moveTo>
                  <a:cubicBezTo>
                    <a:pt x="9" y="65"/>
                    <a:pt x="4" y="67"/>
                    <a:pt x="2" y="78"/>
                  </a:cubicBezTo>
                  <a:cubicBezTo>
                    <a:pt x="0" y="88"/>
                    <a:pt x="4" y="109"/>
                    <a:pt x="4" y="109"/>
                  </a:cubicBezTo>
                  <a:cubicBezTo>
                    <a:pt x="4" y="109"/>
                    <a:pt x="13" y="127"/>
                    <a:pt x="49" y="126"/>
                  </a:cubicBezTo>
                  <a:cubicBezTo>
                    <a:pt x="84" y="125"/>
                    <a:pt x="110" y="126"/>
                    <a:pt x="110" y="126"/>
                  </a:cubicBezTo>
                  <a:cubicBezTo>
                    <a:pt x="110" y="126"/>
                    <a:pt x="123" y="116"/>
                    <a:pt x="142" y="116"/>
                  </a:cubicBezTo>
                  <a:cubicBezTo>
                    <a:pt x="160" y="116"/>
                    <a:pt x="165" y="130"/>
                    <a:pt x="187" y="137"/>
                  </a:cubicBezTo>
                  <a:cubicBezTo>
                    <a:pt x="210" y="144"/>
                    <a:pt x="338" y="164"/>
                    <a:pt x="365" y="149"/>
                  </a:cubicBezTo>
                  <a:cubicBezTo>
                    <a:pt x="392" y="135"/>
                    <a:pt x="380" y="61"/>
                    <a:pt x="341" y="47"/>
                  </a:cubicBezTo>
                  <a:cubicBezTo>
                    <a:pt x="302" y="33"/>
                    <a:pt x="299" y="38"/>
                    <a:pt x="280" y="28"/>
                  </a:cubicBezTo>
                  <a:cubicBezTo>
                    <a:pt x="260" y="18"/>
                    <a:pt x="227" y="0"/>
                    <a:pt x="227" y="0"/>
                  </a:cubicBezTo>
                  <a:cubicBezTo>
                    <a:pt x="227" y="0"/>
                    <a:pt x="194" y="8"/>
                    <a:pt x="178" y="21"/>
                  </a:cubicBezTo>
                  <a:cubicBezTo>
                    <a:pt x="161" y="34"/>
                    <a:pt x="126" y="78"/>
                    <a:pt x="98" y="87"/>
                  </a:cubicBezTo>
                  <a:cubicBezTo>
                    <a:pt x="98" y="87"/>
                    <a:pt x="64" y="80"/>
                    <a:pt x="54" y="79"/>
                  </a:cubicBezTo>
                  <a:cubicBezTo>
                    <a:pt x="44" y="77"/>
                    <a:pt x="9" y="65"/>
                    <a:pt x="9" y="6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9823" name="Freeform 213">
              <a:extLst>
                <a:ext uri="{FF2B5EF4-FFF2-40B4-BE49-F238E27FC236}">
                  <a16:creationId xmlns:a16="http://schemas.microsoft.com/office/drawing/2014/main" id="{1A0252CD-461E-4786-9E27-4AF761674FD0}"/>
                </a:ext>
              </a:extLst>
            </p:cNvPr>
            <p:cNvSpPr>
              <a:spLocks/>
            </p:cNvSpPr>
            <p:nvPr/>
          </p:nvSpPr>
          <p:spPr bwMode="auto">
            <a:xfrm>
              <a:off x="957" y="3706"/>
              <a:ext cx="265" cy="175"/>
            </a:xfrm>
            <a:custGeom>
              <a:avLst/>
              <a:gdLst>
                <a:gd name="T0" fmla="*/ 70 w 227"/>
                <a:gd name="T1" fmla="*/ 16 h 150"/>
                <a:gd name="T2" fmla="*/ 184 w 227"/>
                <a:gd name="T3" fmla="*/ 7 h 150"/>
                <a:gd name="T4" fmla="*/ 283 w 227"/>
                <a:gd name="T5" fmla="*/ 41 h 150"/>
                <a:gd name="T6" fmla="*/ 322 w 227"/>
                <a:gd name="T7" fmla="*/ 67 h 150"/>
                <a:gd name="T8" fmla="*/ 353 w 227"/>
                <a:gd name="T9" fmla="*/ 30 h 150"/>
                <a:gd name="T10" fmla="*/ 361 w 227"/>
                <a:gd name="T11" fmla="*/ 49 h 150"/>
                <a:gd name="T12" fmla="*/ 360 w 227"/>
                <a:gd name="T13" fmla="*/ 78 h 150"/>
                <a:gd name="T14" fmla="*/ 320 w 227"/>
                <a:gd name="T15" fmla="*/ 104 h 150"/>
                <a:gd name="T16" fmla="*/ 294 w 227"/>
                <a:gd name="T17" fmla="*/ 130 h 150"/>
                <a:gd name="T18" fmla="*/ 221 w 227"/>
                <a:gd name="T19" fmla="*/ 198 h 150"/>
                <a:gd name="T20" fmla="*/ 48 w 227"/>
                <a:gd name="T21" fmla="*/ 207 h 150"/>
                <a:gd name="T22" fmla="*/ 6 w 227"/>
                <a:gd name="T23" fmla="*/ 133 h 150"/>
                <a:gd name="T24" fmla="*/ 26 w 227"/>
                <a:gd name="T25" fmla="*/ 89 h 150"/>
                <a:gd name="T26" fmla="*/ 70 w 227"/>
                <a:gd name="T27" fmla="*/ 16 h 15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27" h="150">
                  <a:moveTo>
                    <a:pt x="44" y="10"/>
                  </a:moveTo>
                  <a:cubicBezTo>
                    <a:pt x="44" y="10"/>
                    <a:pt x="72" y="0"/>
                    <a:pt x="116" y="4"/>
                  </a:cubicBezTo>
                  <a:cubicBezTo>
                    <a:pt x="161" y="9"/>
                    <a:pt x="170" y="15"/>
                    <a:pt x="177" y="26"/>
                  </a:cubicBezTo>
                  <a:cubicBezTo>
                    <a:pt x="185" y="37"/>
                    <a:pt x="202" y="42"/>
                    <a:pt x="202" y="42"/>
                  </a:cubicBezTo>
                  <a:cubicBezTo>
                    <a:pt x="202" y="42"/>
                    <a:pt x="221" y="29"/>
                    <a:pt x="222" y="19"/>
                  </a:cubicBezTo>
                  <a:cubicBezTo>
                    <a:pt x="222" y="19"/>
                    <a:pt x="227" y="23"/>
                    <a:pt x="227" y="31"/>
                  </a:cubicBezTo>
                  <a:cubicBezTo>
                    <a:pt x="227" y="38"/>
                    <a:pt x="226" y="49"/>
                    <a:pt x="226" y="49"/>
                  </a:cubicBezTo>
                  <a:cubicBezTo>
                    <a:pt x="226" y="49"/>
                    <a:pt x="208" y="60"/>
                    <a:pt x="201" y="65"/>
                  </a:cubicBezTo>
                  <a:cubicBezTo>
                    <a:pt x="193" y="70"/>
                    <a:pt x="194" y="63"/>
                    <a:pt x="185" y="81"/>
                  </a:cubicBezTo>
                  <a:cubicBezTo>
                    <a:pt x="175" y="98"/>
                    <a:pt x="149" y="119"/>
                    <a:pt x="139" y="125"/>
                  </a:cubicBezTo>
                  <a:cubicBezTo>
                    <a:pt x="130" y="130"/>
                    <a:pt x="65" y="150"/>
                    <a:pt x="30" y="130"/>
                  </a:cubicBezTo>
                  <a:cubicBezTo>
                    <a:pt x="7" y="117"/>
                    <a:pt x="5" y="95"/>
                    <a:pt x="3" y="84"/>
                  </a:cubicBezTo>
                  <a:cubicBezTo>
                    <a:pt x="0" y="72"/>
                    <a:pt x="7" y="68"/>
                    <a:pt x="16" y="56"/>
                  </a:cubicBezTo>
                  <a:cubicBezTo>
                    <a:pt x="24" y="44"/>
                    <a:pt x="39" y="15"/>
                    <a:pt x="44" y="10"/>
                  </a:cubicBezTo>
                  <a:close/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9824" name="Freeform 214">
              <a:extLst>
                <a:ext uri="{FF2B5EF4-FFF2-40B4-BE49-F238E27FC236}">
                  <a16:creationId xmlns:a16="http://schemas.microsoft.com/office/drawing/2014/main" id="{1D0CC140-3FA2-4DDD-ACC9-F718652AE3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3" y="3705"/>
              <a:ext cx="459" cy="191"/>
            </a:xfrm>
            <a:custGeom>
              <a:avLst/>
              <a:gdLst>
                <a:gd name="T0" fmla="*/ 15 w 392"/>
                <a:gd name="T1" fmla="*/ 104 h 164"/>
                <a:gd name="T2" fmla="*/ 2 w 392"/>
                <a:gd name="T3" fmla="*/ 123 h 164"/>
                <a:gd name="T4" fmla="*/ 7 w 392"/>
                <a:gd name="T5" fmla="*/ 172 h 164"/>
                <a:gd name="T6" fmla="*/ 78 w 392"/>
                <a:gd name="T7" fmla="*/ 199 h 164"/>
                <a:gd name="T8" fmla="*/ 177 w 392"/>
                <a:gd name="T9" fmla="*/ 199 h 164"/>
                <a:gd name="T10" fmla="*/ 227 w 392"/>
                <a:gd name="T11" fmla="*/ 183 h 164"/>
                <a:gd name="T12" fmla="*/ 300 w 392"/>
                <a:gd name="T13" fmla="*/ 217 h 164"/>
                <a:gd name="T14" fmla="*/ 585 w 392"/>
                <a:gd name="T15" fmla="*/ 236 h 164"/>
                <a:gd name="T16" fmla="*/ 547 w 392"/>
                <a:gd name="T17" fmla="*/ 75 h 164"/>
                <a:gd name="T18" fmla="*/ 450 w 392"/>
                <a:gd name="T19" fmla="*/ 44 h 164"/>
                <a:gd name="T20" fmla="*/ 364 w 392"/>
                <a:gd name="T21" fmla="*/ 0 h 164"/>
                <a:gd name="T22" fmla="*/ 286 w 392"/>
                <a:gd name="T23" fmla="*/ 33 h 164"/>
                <a:gd name="T24" fmla="*/ 158 w 392"/>
                <a:gd name="T25" fmla="*/ 137 h 164"/>
                <a:gd name="T26" fmla="*/ 87 w 392"/>
                <a:gd name="T27" fmla="*/ 125 h 164"/>
                <a:gd name="T28" fmla="*/ 15 w 392"/>
                <a:gd name="T29" fmla="*/ 104 h 16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392" h="164">
                  <a:moveTo>
                    <a:pt x="9" y="65"/>
                  </a:moveTo>
                  <a:cubicBezTo>
                    <a:pt x="9" y="65"/>
                    <a:pt x="4" y="67"/>
                    <a:pt x="2" y="78"/>
                  </a:cubicBezTo>
                  <a:cubicBezTo>
                    <a:pt x="0" y="88"/>
                    <a:pt x="4" y="109"/>
                    <a:pt x="4" y="109"/>
                  </a:cubicBezTo>
                  <a:cubicBezTo>
                    <a:pt x="4" y="109"/>
                    <a:pt x="13" y="127"/>
                    <a:pt x="49" y="126"/>
                  </a:cubicBezTo>
                  <a:cubicBezTo>
                    <a:pt x="84" y="125"/>
                    <a:pt x="110" y="126"/>
                    <a:pt x="110" y="126"/>
                  </a:cubicBezTo>
                  <a:cubicBezTo>
                    <a:pt x="110" y="126"/>
                    <a:pt x="123" y="116"/>
                    <a:pt x="142" y="116"/>
                  </a:cubicBezTo>
                  <a:cubicBezTo>
                    <a:pt x="160" y="116"/>
                    <a:pt x="165" y="130"/>
                    <a:pt x="187" y="137"/>
                  </a:cubicBezTo>
                  <a:cubicBezTo>
                    <a:pt x="210" y="144"/>
                    <a:pt x="338" y="164"/>
                    <a:pt x="365" y="149"/>
                  </a:cubicBezTo>
                  <a:cubicBezTo>
                    <a:pt x="392" y="135"/>
                    <a:pt x="380" y="61"/>
                    <a:pt x="341" y="47"/>
                  </a:cubicBezTo>
                  <a:cubicBezTo>
                    <a:pt x="302" y="33"/>
                    <a:pt x="299" y="38"/>
                    <a:pt x="280" y="28"/>
                  </a:cubicBezTo>
                  <a:cubicBezTo>
                    <a:pt x="260" y="18"/>
                    <a:pt x="227" y="0"/>
                    <a:pt x="227" y="0"/>
                  </a:cubicBezTo>
                  <a:cubicBezTo>
                    <a:pt x="227" y="0"/>
                    <a:pt x="194" y="8"/>
                    <a:pt x="178" y="21"/>
                  </a:cubicBezTo>
                  <a:cubicBezTo>
                    <a:pt x="161" y="34"/>
                    <a:pt x="126" y="78"/>
                    <a:pt x="98" y="87"/>
                  </a:cubicBezTo>
                  <a:cubicBezTo>
                    <a:pt x="98" y="87"/>
                    <a:pt x="64" y="80"/>
                    <a:pt x="54" y="79"/>
                  </a:cubicBezTo>
                  <a:cubicBezTo>
                    <a:pt x="44" y="77"/>
                    <a:pt x="9" y="65"/>
                    <a:pt x="9" y="65"/>
                  </a:cubicBezTo>
                  <a:close/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9825" name="Freeform 215">
              <a:extLst>
                <a:ext uri="{FF2B5EF4-FFF2-40B4-BE49-F238E27FC236}">
                  <a16:creationId xmlns:a16="http://schemas.microsoft.com/office/drawing/2014/main" id="{5233FD5F-39EF-4474-AEFD-ADA6F0CCD3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8" y="3784"/>
              <a:ext cx="118" cy="26"/>
            </a:xfrm>
            <a:custGeom>
              <a:avLst/>
              <a:gdLst>
                <a:gd name="T0" fmla="*/ 6 w 101"/>
                <a:gd name="T1" fmla="*/ 0 h 22"/>
                <a:gd name="T2" fmla="*/ 34 w 101"/>
                <a:gd name="T3" fmla="*/ 35 h 22"/>
                <a:gd name="T4" fmla="*/ 161 w 101"/>
                <a:gd name="T5" fmla="*/ 37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1" h="22">
                  <a:moveTo>
                    <a:pt x="3" y="0"/>
                  </a:moveTo>
                  <a:cubicBezTo>
                    <a:pt x="3" y="0"/>
                    <a:pt x="0" y="21"/>
                    <a:pt x="21" y="21"/>
                  </a:cubicBezTo>
                  <a:cubicBezTo>
                    <a:pt x="43" y="21"/>
                    <a:pt x="74" y="17"/>
                    <a:pt x="101" y="22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9826" name="Freeform 216">
              <a:extLst>
                <a:ext uri="{FF2B5EF4-FFF2-40B4-BE49-F238E27FC236}">
                  <a16:creationId xmlns:a16="http://schemas.microsoft.com/office/drawing/2014/main" id="{E82F2C2B-0C90-43C5-BD19-C133A8AA55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2" y="3812"/>
              <a:ext cx="303" cy="67"/>
            </a:xfrm>
            <a:custGeom>
              <a:avLst/>
              <a:gdLst>
                <a:gd name="T0" fmla="*/ 0 w 259"/>
                <a:gd name="T1" fmla="*/ 0 h 57"/>
                <a:gd name="T2" fmla="*/ 73 w 259"/>
                <a:gd name="T3" fmla="*/ 21 h 57"/>
                <a:gd name="T4" fmla="*/ 208 w 259"/>
                <a:gd name="T5" fmla="*/ 65 h 57"/>
                <a:gd name="T6" fmla="*/ 414 w 259"/>
                <a:gd name="T7" fmla="*/ 63 h 5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9" h="57">
                  <a:moveTo>
                    <a:pt x="0" y="0"/>
                  </a:moveTo>
                  <a:cubicBezTo>
                    <a:pt x="0" y="0"/>
                    <a:pt x="26" y="5"/>
                    <a:pt x="45" y="13"/>
                  </a:cubicBezTo>
                  <a:cubicBezTo>
                    <a:pt x="63" y="20"/>
                    <a:pt x="94" y="38"/>
                    <a:pt x="130" y="40"/>
                  </a:cubicBezTo>
                  <a:cubicBezTo>
                    <a:pt x="167" y="42"/>
                    <a:pt x="211" y="57"/>
                    <a:pt x="259" y="39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9827" name="Freeform 217">
              <a:extLst>
                <a:ext uri="{FF2B5EF4-FFF2-40B4-BE49-F238E27FC236}">
                  <a16:creationId xmlns:a16="http://schemas.microsoft.com/office/drawing/2014/main" id="{3CA4D3FD-CA2E-42FF-B70F-7F2F178BFB0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" y="757"/>
              <a:ext cx="314" cy="538"/>
            </a:xfrm>
            <a:custGeom>
              <a:avLst/>
              <a:gdLst>
                <a:gd name="T0" fmla="*/ 16 w 268"/>
                <a:gd name="T1" fmla="*/ 286 h 461"/>
                <a:gd name="T2" fmla="*/ 9 w 268"/>
                <a:gd name="T3" fmla="*/ 326 h 461"/>
                <a:gd name="T4" fmla="*/ 29 w 268"/>
                <a:gd name="T5" fmla="*/ 373 h 461"/>
                <a:gd name="T6" fmla="*/ 54 w 268"/>
                <a:gd name="T7" fmla="*/ 406 h 461"/>
                <a:gd name="T8" fmla="*/ 73 w 268"/>
                <a:gd name="T9" fmla="*/ 399 h 461"/>
                <a:gd name="T10" fmla="*/ 90 w 268"/>
                <a:gd name="T11" fmla="*/ 522 h 461"/>
                <a:gd name="T12" fmla="*/ 101 w 268"/>
                <a:gd name="T13" fmla="*/ 670 h 461"/>
                <a:gd name="T14" fmla="*/ 279 w 268"/>
                <a:gd name="T15" fmla="*/ 726 h 461"/>
                <a:gd name="T16" fmla="*/ 414 w 268"/>
                <a:gd name="T17" fmla="*/ 626 h 461"/>
                <a:gd name="T18" fmla="*/ 376 w 268"/>
                <a:gd name="T19" fmla="*/ 542 h 461"/>
                <a:gd name="T20" fmla="*/ 382 w 268"/>
                <a:gd name="T21" fmla="*/ 473 h 461"/>
                <a:gd name="T22" fmla="*/ 395 w 268"/>
                <a:gd name="T23" fmla="*/ 425 h 461"/>
                <a:gd name="T24" fmla="*/ 397 w 268"/>
                <a:gd name="T25" fmla="*/ 384 h 461"/>
                <a:gd name="T26" fmla="*/ 410 w 268"/>
                <a:gd name="T27" fmla="*/ 369 h 461"/>
                <a:gd name="T28" fmla="*/ 418 w 268"/>
                <a:gd name="T29" fmla="*/ 329 h 461"/>
                <a:gd name="T30" fmla="*/ 425 w 268"/>
                <a:gd name="T31" fmla="*/ 282 h 461"/>
                <a:gd name="T32" fmla="*/ 409 w 268"/>
                <a:gd name="T33" fmla="*/ 253 h 461"/>
                <a:gd name="T34" fmla="*/ 400 w 268"/>
                <a:gd name="T35" fmla="*/ 209 h 461"/>
                <a:gd name="T36" fmla="*/ 405 w 268"/>
                <a:gd name="T37" fmla="*/ 152 h 461"/>
                <a:gd name="T38" fmla="*/ 391 w 268"/>
                <a:gd name="T39" fmla="*/ 114 h 461"/>
                <a:gd name="T40" fmla="*/ 359 w 268"/>
                <a:gd name="T41" fmla="*/ 46 h 461"/>
                <a:gd name="T42" fmla="*/ 299 w 268"/>
                <a:gd name="T43" fmla="*/ 9 h 461"/>
                <a:gd name="T44" fmla="*/ 218 w 268"/>
                <a:gd name="T45" fmla="*/ 29 h 461"/>
                <a:gd name="T46" fmla="*/ 95 w 268"/>
                <a:gd name="T47" fmla="*/ 27 h 461"/>
                <a:gd name="T48" fmla="*/ 49 w 268"/>
                <a:gd name="T49" fmla="*/ 98 h 461"/>
                <a:gd name="T50" fmla="*/ 35 w 268"/>
                <a:gd name="T51" fmla="*/ 194 h 461"/>
                <a:gd name="T52" fmla="*/ 41 w 268"/>
                <a:gd name="T53" fmla="*/ 258 h 461"/>
                <a:gd name="T54" fmla="*/ 16 w 268"/>
                <a:gd name="T55" fmla="*/ 286 h 461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268" h="461">
                  <a:moveTo>
                    <a:pt x="10" y="180"/>
                  </a:moveTo>
                  <a:cubicBezTo>
                    <a:pt x="10" y="180"/>
                    <a:pt x="0" y="186"/>
                    <a:pt x="6" y="205"/>
                  </a:cubicBezTo>
                  <a:cubicBezTo>
                    <a:pt x="11" y="223"/>
                    <a:pt x="14" y="228"/>
                    <a:pt x="18" y="235"/>
                  </a:cubicBezTo>
                  <a:cubicBezTo>
                    <a:pt x="23" y="242"/>
                    <a:pt x="28" y="256"/>
                    <a:pt x="33" y="255"/>
                  </a:cubicBezTo>
                  <a:cubicBezTo>
                    <a:pt x="38" y="255"/>
                    <a:pt x="45" y="251"/>
                    <a:pt x="45" y="251"/>
                  </a:cubicBezTo>
                  <a:cubicBezTo>
                    <a:pt x="45" y="251"/>
                    <a:pt x="54" y="314"/>
                    <a:pt x="56" y="328"/>
                  </a:cubicBezTo>
                  <a:cubicBezTo>
                    <a:pt x="56" y="328"/>
                    <a:pt x="53" y="398"/>
                    <a:pt x="62" y="422"/>
                  </a:cubicBezTo>
                  <a:cubicBezTo>
                    <a:pt x="70" y="445"/>
                    <a:pt x="136" y="461"/>
                    <a:pt x="173" y="457"/>
                  </a:cubicBezTo>
                  <a:cubicBezTo>
                    <a:pt x="209" y="452"/>
                    <a:pt x="265" y="416"/>
                    <a:pt x="257" y="393"/>
                  </a:cubicBezTo>
                  <a:cubicBezTo>
                    <a:pt x="250" y="370"/>
                    <a:pt x="234" y="341"/>
                    <a:pt x="234" y="341"/>
                  </a:cubicBezTo>
                  <a:cubicBezTo>
                    <a:pt x="237" y="297"/>
                    <a:pt x="237" y="297"/>
                    <a:pt x="237" y="297"/>
                  </a:cubicBezTo>
                  <a:cubicBezTo>
                    <a:pt x="237" y="297"/>
                    <a:pt x="244" y="287"/>
                    <a:pt x="246" y="267"/>
                  </a:cubicBezTo>
                  <a:cubicBezTo>
                    <a:pt x="247" y="255"/>
                    <a:pt x="247" y="242"/>
                    <a:pt x="247" y="242"/>
                  </a:cubicBezTo>
                  <a:cubicBezTo>
                    <a:pt x="247" y="242"/>
                    <a:pt x="253" y="244"/>
                    <a:pt x="255" y="232"/>
                  </a:cubicBezTo>
                  <a:cubicBezTo>
                    <a:pt x="256" y="220"/>
                    <a:pt x="258" y="214"/>
                    <a:pt x="260" y="207"/>
                  </a:cubicBezTo>
                  <a:cubicBezTo>
                    <a:pt x="262" y="201"/>
                    <a:pt x="266" y="186"/>
                    <a:pt x="265" y="177"/>
                  </a:cubicBezTo>
                  <a:cubicBezTo>
                    <a:pt x="264" y="169"/>
                    <a:pt x="268" y="162"/>
                    <a:pt x="254" y="159"/>
                  </a:cubicBezTo>
                  <a:cubicBezTo>
                    <a:pt x="254" y="159"/>
                    <a:pt x="248" y="139"/>
                    <a:pt x="248" y="131"/>
                  </a:cubicBezTo>
                  <a:cubicBezTo>
                    <a:pt x="248" y="123"/>
                    <a:pt x="254" y="105"/>
                    <a:pt x="252" y="95"/>
                  </a:cubicBezTo>
                  <a:cubicBezTo>
                    <a:pt x="251" y="86"/>
                    <a:pt x="246" y="78"/>
                    <a:pt x="243" y="72"/>
                  </a:cubicBezTo>
                  <a:cubicBezTo>
                    <a:pt x="240" y="67"/>
                    <a:pt x="230" y="38"/>
                    <a:pt x="223" y="28"/>
                  </a:cubicBezTo>
                  <a:cubicBezTo>
                    <a:pt x="217" y="19"/>
                    <a:pt x="202" y="0"/>
                    <a:pt x="186" y="6"/>
                  </a:cubicBezTo>
                  <a:cubicBezTo>
                    <a:pt x="171" y="12"/>
                    <a:pt x="153" y="22"/>
                    <a:pt x="136" y="18"/>
                  </a:cubicBezTo>
                  <a:cubicBezTo>
                    <a:pt x="120" y="14"/>
                    <a:pt x="72" y="4"/>
                    <a:pt x="59" y="17"/>
                  </a:cubicBezTo>
                  <a:cubicBezTo>
                    <a:pt x="45" y="30"/>
                    <a:pt x="38" y="43"/>
                    <a:pt x="31" y="62"/>
                  </a:cubicBezTo>
                  <a:cubicBezTo>
                    <a:pt x="25" y="81"/>
                    <a:pt x="19" y="103"/>
                    <a:pt x="22" y="122"/>
                  </a:cubicBezTo>
                  <a:cubicBezTo>
                    <a:pt x="25" y="142"/>
                    <a:pt x="25" y="149"/>
                    <a:pt x="26" y="162"/>
                  </a:cubicBezTo>
                  <a:cubicBezTo>
                    <a:pt x="27" y="176"/>
                    <a:pt x="10" y="180"/>
                    <a:pt x="10" y="180"/>
                  </a:cubicBezTo>
                  <a:close/>
                </a:path>
              </a:pathLst>
            </a:custGeom>
            <a:solidFill>
              <a:srgbClr val="FEF3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9828" name="Freeform 218">
              <a:extLst>
                <a:ext uri="{FF2B5EF4-FFF2-40B4-BE49-F238E27FC236}">
                  <a16:creationId xmlns:a16="http://schemas.microsoft.com/office/drawing/2014/main" id="{1749A1AA-595C-4EA8-B201-F835D8471C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" y="757"/>
              <a:ext cx="314" cy="538"/>
            </a:xfrm>
            <a:custGeom>
              <a:avLst/>
              <a:gdLst>
                <a:gd name="T0" fmla="*/ 16 w 268"/>
                <a:gd name="T1" fmla="*/ 286 h 461"/>
                <a:gd name="T2" fmla="*/ 9 w 268"/>
                <a:gd name="T3" fmla="*/ 326 h 461"/>
                <a:gd name="T4" fmla="*/ 29 w 268"/>
                <a:gd name="T5" fmla="*/ 373 h 461"/>
                <a:gd name="T6" fmla="*/ 54 w 268"/>
                <a:gd name="T7" fmla="*/ 406 h 461"/>
                <a:gd name="T8" fmla="*/ 73 w 268"/>
                <a:gd name="T9" fmla="*/ 399 h 461"/>
                <a:gd name="T10" fmla="*/ 90 w 268"/>
                <a:gd name="T11" fmla="*/ 522 h 461"/>
                <a:gd name="T12" fmla="*/ 101 w 268"/>
                <a:gd name="T13" fmla="*/ 670 h 461"/>
                <a:gd name="T14" fmla="*/ 279 w 268"/>
                <a:gd name="T15" fmla="*/ 726 h 461"/>
                <a:gd name="T16" fmla="*/ 414 w 268"/>
                <a:gd name="T17" fmla="*/ 626 h 461"/>
                <a:gd name="T18" fmla="*/ 376 w 268"/>
                <a:gd name="T19" fmla="*/ 542 h 461"/>
                <a:gd name="T20" fmla="*/ 382 w 268"/>
                <a:gd name="T21" fmla="*/ 473 h 461"/>
                <a:gd name="T22" fmla="*/ 395 w 268"/>
                <a:gd name="T23" fmla="*/ 425 h 461"/>
                <a:gd name="T24" fmla="*/ 397 w 268"/>
                <a:gd name="T25" fmla="*/ 384 h 461"/>
                <a:gd name="T26" fmla="*/ 410 w 268"/>
                <a:gd name="T27" fmla="*/ 369 h 461"/>
                <a:gd name="T28" fmla="*/ 418 w 268"/>
                <a:gd name="T29" fmla="*/ 329 h 461"/>
                <a:gd name="T30" fmla="*/ 425 w 268"/>
                <a:gd name="T31" fmla="*/ 282 h 461"/>
                <a:gd name="T32" fmla="*/ 409 w 268"/>
                <a:gd name="T33" fmla="*/ 253 h 461"/>
                <a:gd name="T34" fmla="*/ 400 w 268"/>
                <a:gd name="T35" fmla="*/ 209 h 461"/>
                <a:gd name="T36" fmla="*/ 405 w 268"/>
                <a:gd name="T37" fmla="*/ 152 h 461"/>
                <a:gd name="T38" fmla="*/ 391 w 268"/>
                <a:gd name="T39" fmla="*/ 114 h 461"/>
                <a:gd name="T40" fmla="*/ 359 w 268"/>
                <a:gd name="T41" fmla="*/ 46 h 461"/>
                <a:gd name="T42" fmla="*/ 299 w 268"/>
                <a:gd name="T43" fmla="*/ 9 h 461"/>
                <a:gd name="T44" fmla="*/ 218 w 268"/>
                <a:gd name="T45" fmla="*/ 29 h 461"/>
                <a:gd name="T46" fmla="*/ 95 w 268"/>
                <a:gd name="T47" fmla="*/ 27 h 461"/>
                <a:gd name="T48" fmla="*/ 49 w 268"/>
                <a:gd name="T49" fmla="*/ 98 h 461"/>
                <a:gd name="T50" fmla="*/ 35 w 268"/>
                <a:gd name="T51" fmla="*/ 194 h 461"/>
                <a:gd name="T52" fmla="*/ 41 w 268"/>
                <a:gd name="T53" fmla="*/ 258 h 461"/>
                <a:gd name="T54" fmla="*/ 16 w 268"/>
                <a:gd name="T55" fmla="*/ 286 h 461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268" h="461">
                  <a:moveTo>
                    <a:pt x="10" y="180"/>
                  </a:moveTo>
                  <a:cubicBezTo>
                    <a:pt x="10" y="180"/>
                    <a:pt x="0" y="186"/>
                    <a:pt x="6" y="205"/>
                  </a:cubicBezTo>
                  <a:cubicBezTo>
                    <a:pt x="11" y="223"/>
                    <a:pt x="14" y="228"/>
                    <a:pt x="18" y="235"/>
                  </a:cubicBezTo>
                  <a:cubicBezTo>
                    <a:pt x="23" y="242"/>
                    <a:pt x="28" y="256"/>
                    <a:pt x="33" y="255"/>
                  </a:cubicBezTo>
                  <a:cubicBezTo>
                    <a:pt x="38" y="255"/>
                    <a:pt x="45" y="251"/>
                    <a:pt x="45" y="251"/>
                  </a:cubicBezTo>
                  <a:cubicBezTo>
                    <a:pt x="45" y="251"/>
                    <a:pt x="54" y="314"/>
                    <a:pt x="56" y="328"/>
                  </a:cubicBezTo>
                  <a:cubicBezTo>
                    <a:pt x="56" y="328"/>
                    <a:pt x="53" y="398"/>
                    <a:pt x="62" y="422"/>
                  </a:cubicBezTo>
                  <a:cubicBezTo>
                    <a:pt x="70" y="445"/>
                    <a:pt x="136" y="461"/>
                    <a:pt x="173" y="457"/>
                  </a:cubicBezTo>
                  <a:cubicBezTo>
                    <a:pt x="209" y="452"/>
                    <a:pt x="265" y="416"/>
                    <a:pt x="257" y="393"/>
                  </a:cubicBezTo>
                  <a:cubicBezTo>
                    <a:pt x="250" y="370"/>
                    <a:pt x="234" y="341"/>
                    <a:pt x="234" y="341"/>
                  </a:cubicBezTo>
                  <a:cubicBezTo>
                    <a:pt x="237" y="297"/>
                    <a:pt x="237" y="297"/>
                    <a:pt x="237" y="297"/>
                  </a:cubicBezTo>
                  <a:cubicBezTo>
                    <a:pt x="237" y="297"/>
                    <a:pt x="244" y="287"/>
                    <a:pt x="246" y="267"/>
                  </a:cubicBezTo>
                  <a:cubicBezTo>
                    <a:pt x="247" y="255"/>
                    <a:pt x="247" y="242"/>
                    <a:pt x="247" y="242"/>
                  </a:cubicBezTo>
                  <a:cubicBezTo>
                    <a:pt x="247" y="242"/>
                    <a:pt x="253" y="244"/>
                    <a:pt x="255" y="232"/>
                  </a:cubicBezTo>
                  <a:cubicBezTo>
                    <a:pt x="256" y="220"/>
                    <a:pt x="258" y="214"/>
                    <a:pt x="260" y="207"/>
                  </a:cubicBezTo>
                  <a:cubicBezTo>
                    <a:pt x="262" y="201"/>
                    <a:pt x="266" y="186"/>
                    <a:pt x="265" y="177"/>
                  </a:cubicBezTo>
                  <a:cubicBezTo>
                    <a:pt x="264" y="169"/>
                    <a:pt x="268" y="162"/>
                    <a:pt x="254" y="159"/>
                  </a:cubicBezTo>
                  <a:cubicBezTo>
                    <a:pt x="254" y="159"/>
                    <a:pt x="248" y="139"/>
                    <a:pt x="248" y="131"/>
                  </a:cubicBezTo>
                  <a:cubicBezTo>
                    <a:pt x="248" y="123"/>
                    <a:pt x="254" y="105"/>
                    <a:pt x="252" y="95"/>
                  </a:cubicBezTo>
                  <a:cubicBezTo>
                    <a:pt x="251" y="86"/>
                    <a:pt x="246" y="78"/>
                    <a:pt x="243" y="72"/>
                  </a:cubicBezTo>
                  <a:cubicBezTo>
                    <a:pt x="240" y="67"/>
                    <a:pt x="230" y="38"/>
                    <a:pt x="223" y="28"/>
                  </a:cubicBezTo>
                  <a:cubicBezTo>
                    <a:pt x="217" y="19"/>
                    <a:pt x="202" y="0"/>
                    <a:pt x="186" y="6"/>
                  </a:cubicBezTo>
                  <a:cubicBezTo>
                    <a:pt x="171" y="12"/>
                    <a:pt x="153" y="22"/>
                    <a:pt x="136" y="18"/>
                  </a:cubicBezTo>
                  <a:cubicBezTo>
                    <a:pt x="120" y="14"/>
                    <a:pt x="72" y="4"/>
                    <a:pt x="59" y="17"/>
                  </a:cubicBezTo>
                  <a:cubicBezTo>
                    <a:pt x="45" y="30"/>
                    <a:pt x="38" y="43"/>
                    <a:pt x="31" y="62"/>
                  </a:cubicBezTo>
                  <a:cubicBezTo>
                    <a:pt x="25" y="81"/>
                    <a:pt x="19" y="103"/>
                    <a:pt x="22" y="122"/>
                  </a:cubicBezTo>
                  <a:cubicBezTo>
                    <a:pt x="25" y="142"/>
                    <a:pt x="25" y="149"/>
                    <a:pt x="26" y="162"/>
                  </a:cubicBezTo>
                  <a:cubicBezTo>
                    <a:pt x="27" y="176"/>
                    <a:pt x="10" y="180"/>
                    <a:pt x="10" y="180"/>
                  </a:cubicBezTo>
                  <a:close/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9829" name="Freeform 219">
              <a:extLst>
                <a:ext uri="{FF2B5EF4-FFF2-40B4-BE49-F238E27FC236}">
                  <a16:creationId xmlns:a16="http://schemas.microsoft.com/office/drawing/2014/main" id="{8CCDE8D5-7725-4B16-86C5-6E01F9E3B34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3" y="868"/>
              <a:ext cx="94" cy="54"/>
            </a:xfrm>
            <a:custGeom>
              <a:avLst/>
              <a:gdLst>
                <a:gd name="T0" fmla="*/ 129 w 80"/>
                <a:gd name="T1" fmla="*/ 18 h 46"/>
                <a:gd name="T2" fmla="*/ 80 w 80"/>
                <a:gd name="T3" fmla="*/ 7 h 46"/>
                <a:gd name="T4" fmla="*/ 11 w 80"/>
                <a:gd name="T5" fmla="*/ 55 h 46"/>
                <a:gd name="T6" fmla="*/ 73 w 80"/>
                <a:gd name="T7" fmla="*/ 31 h 46"/>
                <a:gd name="T8" fmla="*/ 129 w 80"/>
                <a:gd name="T9" fmla="*/ 18 h 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0" h="46">
                  <a:moveTo>
                    <a:pt x="80" y="11"/>
                  </a:moveTo>
                  <a:cubicBezTo>
                    <a:pt x="79" y="7"/>
                    <a:pt x="71" y="0"/>
                    <a:pt x="49" y="4"/>
                  </a:cubicBezTo>
                  <a:cubicBezTo>
                    <a:pt x="27" y="8"/>
                    <a:pt x="13" y="22"/>
                    <a:pt x="7" y="34"/>
                  </a:cubicBezTo>
                  <a:cubicBezTo>
                    <a:pt x="0" y="46"/>
                    <a:pt x="17" y="21"/>
                    <a:pt x="45" y="19"/>
                  </a:cubicBezTo>
                  <a:cubicBezTo>
                    <a:pt x="74" y="18"/>
                    <a:pt x="80" y="20"/>
                    <a:pt x="80" y="11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9830" name="Freeform 220">
              <a:extLst>
                <a:ext uri="{FF2B5EF4-FFF2-40B4-BE49-F238E27FC236}">
                  <a16:creationId xmlns:a16="http://schemas.microsoft.com/office/drawing/2014/main" id="{F1F092F8-2132-4549-8CE8-20FF1A57E92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3" y="862"/>
              <a:ext cx="82" cy="32"/>
            </a:xfrm>
            <a:custGeom>
              <a:avLst/>
              <a:gdLst>
                <a:gd name="T0" fmla="*/ 0 w 70"/>
                <a:gd name="T1" fmla="*/ 21 h 27"/>
                <a:gd name="T2" fmla="*/ 49 w 70"/>
                <a:gd name="T3" fmla="*/ 2 h 27"/>
                <a:gd name="T4" fmla="*/ 103 w 70"/>
                <a:gd name="T5" fmla="*/ 32 h 27"/>
                <a:gd name="T6" fmla="*/ 64 w 70"/>
                <a:gd name="T7" fmla="*/ 24 h 27"/>
                <a:gd name="T8" fmla="*/ 0 w 70"/>
                <a:gd name="T9" fmla="*/ 24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0" h="27">
                  <a:moveTo>
                    <a:pt x="0" y="13"/>
                  </a:moveTo>
                  <a:cubicBezTo>
                    <a:pt x="0" y="7"/>
                    <a:pt x="12" y="0"/>
                    <a:pt x="31" y="2"/>
                  </a:cubicBezTo>
                  <a:cubicBezTo>
                    <a:pt x="49" y="3"/>
                    <a:pt x="59" y="11"/>
                    <a:pt x="64" y="19"/>
                  </a:cubicBezTo>
                  <a:cubicBezTo>
                    <a:pt x="70" y="27"/>
                    <a:pt x="57" y="16"/>
                    <a:pt x="40" y="14"/>
                  </a:cubicBezTo>
                  <a:cubicBezTo>
                    <a:pt x="13" y="10"/>
                    <a:pt x="1" y="25"/>
                    <a:pt x="0" y="14"/>
                  </a:cubicBezTo>
                </a:path>
              </a:pathLst>
            </a:custGeom>
            <a:solidFill>
              <a:srgbClr val="1919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9831" name="Freeform 221">
              <a:extLst>
                <a:ext uri="{FF2B5EF4-FFF2-40B4-BE49-F238E27FC236}">
                  <a16:creationId xmlns:a16="http://schemas.microsoft.com/office/drawing/2014/main" id="{C059BEA8-CC19-4F50-91C0-B1F2D3510C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5" y="901"/>
              <a:ext cx="11" cy="47"/>
            </a:xfrm>
            <a:custGeom>
              <a:avLst/>
              <a:gdLst>
                <a:gd name="T0" fmla="*/ 0 w 10"/>
                <a:gd name="T1" fmla="*/ 0 h 41"/>
                <a:gd name="T2" fmla="*/ 9 w 10"/>
                <a:gd name="T3" fmla="*/ 21 h 41"/>
                <a:gd name="T4" fmla="*/ 10 w 10"/>
                <a:gd name="T5" fmla="*/ 38 h 41"/>
                <a:gd name="T6" fmla="*/ 13 w 10"/>
                <a:gd name="T7" fmla="*/ 62 h 41"/>
                <a:gd name="T8" fmla="*/ 9 w 10"/>
                <a:gd name="T9" fmla="*/ 42 h 41"/>
                <a:gd name="T10" fmla="*/ 4 w 10"/>
                <a:gd name="T11" fmla="*/ 25 h 41"/>
                <a:gd name="T12" fmla="*/ 4 w 10"/>
                <a:gd name="T13" fmla="*/ 11 h 41"/>
                <a:gd name="T14" fmla="*/ 0 w 10"/>
                <a:gd name="T15" fmla="*/ 0 h 4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" h="41">
                  <a:moveTo>
                    <a:pt x="0" y="0"/>
                  </a:moveTo>
                  <a:cubicBezTo>
                    <a:pt x="0" y="0"/>
                    <a:pt x="7" y="10"/>
                    <a:pt x="6" y="14"/>
                  </a:cubicBezTo>
                  <a:cubicBezTo>
                    <a:pt x="5" y="18"/>
                    <a:pt x="5" y="22"/>
                    <a:pt x="7" y="25"/>
                  </a:cubicBezTo>
                  <a:cubicBezTo>
                    <a:pt x="8" y="29"/>
                    <a:pt x="10" y="40"/>
                    <a:pt x="10" y="41"/>
                  </a:cubicBezTo>
                  <a:cubicBezTo>
                    <a:pt x="10" y="41"/>
                    <a:pt x="8" y="31"/>
                    <a:pt x="6" y="28"/>
                  </a:cubicBezTo>
                  <a:cubicBezTo>
                    <a:pt x="4" y="25"/>
                    <a:pt x="4" y="22"/>
                    <a:pt x="4" y="17"/>
                  </a:cubicBezTo>
                  <a:cubicBezTo>
                    <a:pt x="5" y="13"/>
                    <a:pt x="5" y="10"/>
                    <a:pt x="4" y="8"/>
                  </a:cubicBezTo>
                  <a:cubicBezTo>
                    <a:pt x="2" y="5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9832" name="Freeform 222">
              <a:extLst>
                <a:ext uri="{FF2B5EF4-FFF2-40B4-BE49-F238E27FC236}">
                  <a16:creationId xmlns:a16="http://schemas.microsoft.com/office/drawing/2014/main" id="{9942259D-AAE9-412D-B3A5-421A1512E5D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0" y="894"/>
              <a:ext cx="23" cy="80"/>
            </a:xfrm>
            <a:custGeom>
              <a:avLst/>
              <a:gdLst>
                <a:gd name="T0" fmla="*/ 8 w 20"/>
                <a:gd name="T1" fmla="*/ 0 h 69"/>
                <a:gd name="T2" fmla="*/ 0 w 20"/>
                <a:gd name="T3" fmla="*/ 14 h 69"/>
                <a:gd name="T4" fmla="*/ 3 w 20"/>
                <a:gd name="T5" fmla="*/ 23 h 69"/>
                <a:gd name="T6" fmla="*/ 12 w 20"/>
                <a:gd name="T7" fmla="*/ 50 h 69"/>
                <a:gd name="T8" fmla="*/ 14 w 20"/>
                <a:gd name="T9" fmla="*/ 73 h 69"/>
                <a:gd name="T10" fmla="*/ 24 w 20"/>
                <a:gd name="T11" fmla="*/ 92 h 69"/>
                <a:gd name="T12" fmla="*/ 24 w 20"/>
                <a:gd name="T13" fmla="*/ 108 h 69"/>
                <a:gd name="T14" fmla="*/ 23 w 20"/>
                <a:gd name="T15" fmla="*/ 85 h 69"/>
                <a:gd name="T16" fmla="*/ 14 w 20"/>
                <a:gd name="T17" fmla="*/ 66 h 69"/>
                <a:gd name="T18" fmla="*/ 10 w 20"/>
                <a:gd name="T19" fmla="*/ 32 h 69"/>
                <a:gd name="T20" fmla="*/ 3 w 20"/>
                <a:gd name="T21" fmla="*/ 14 h 69"/>
                <a:gd name="T22" fmla="*/ 8 w 20"/>
                <a:gd name="T23" fmla="*/ 0 h 6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0" h="69">
                  <a:moveTo>
                    <a:pt x="5" y="0"/>
                  </a:moveTo>
                  <a:cubicBezTo>
                    <a:pt x="5" y="0"/>
                    <a:pt x="3" y="7"/>
                    <a:pt x="0" y="9"/>
                  </a:cubicBezTo>
                  <a:cubicBezTo>
                    <a:pt x="0" y="9"/>
                    <a:pt x="0" y="9"/>
                    <a:pt x="3" y="15"/>
                  </a:cubicBezTo>
                  <a:cubicBezTo>
                    <a:pt x="6" y="22"/>
                    <a:pt x="8" y="27"/>
                    <a:pt x="8" y="32"/>
                  </a:cubicBezTo>
                  <a:cubicBezTo>
                    <a:pt x="7" y="36"/>
                    <a:pt x="6" y="44"/>
                    <a:pt x="9" y="47"/>
                  </a:cubicBezTo>
                  <a:cubicBezTo>
                    <a:pt x="12" y="51"/>
                    <a:pt x="16" y="55"/>
                    <a:pt x="16" y="59"/>
                  </a:cubicBezTo>
                  <a:cubicBezTo>
                    <a:pt x="17" y="62"/>
                    <a:pt x="16" y="69"/>
                    <a:pt x="16" y="69"/>
                  </a:cubicBezTo>
                  <a:cubicBezTo>
                    <a:pt x="16" y="69"/>
                    <a:pt x="20" y="57"/>
                    <a:pt x="15" y="54"/>
                  </a:cubicBezTo>
                  <a:cubicBezTo>
                    <a:pt x="11" y="50"/>
                    <a:pt x="9" y="46"/>
                    <a:pt x="9" y="42"/>
                  </a:cubicBezTo>
                  <a:cubicBezTo>
                    <a:pt x="8" y="37"/>
                    <a:pt x="10" y="27"/>
                    <a:pt x="7" y="21"/>
                  </a:cubicBezTo>
                  <a:cubicBezTo>
                    <a:pt x="4" y="15"/>
                    <a:pt x="2" y="11"/>
                    <a:pt x="3" y="9"/>
                  </a:cubicBezTo>
                  <a:cubicBezTo>
                    <a:pt x="3" y="8"/>
                    <a:pt x="5" y="0"/>
                    <a:pt x="5" y="0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9833" name="Freeform 223">
              <a:extLst>
                <a:ext uri="{FF2B5EF4-FFF2-40B4-BE49-F238E27FC236}">
                  <a16:creationId xmlns:a16="http://schemas.microsoft.com/office/drawing/2014/main" id="{12A43235-3E55-4037-81FF-B56CAE2F318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3" y="972"/>
              <a:ext cx="12" cy="24"/>
            </a:xfrm>
            <a:custGeom>
              <a:avLst/>
              <a:gdLst>
                <a:gd name="T0" fmla="*/ 17 w 10"/>
                <a:gd name="T1" fmla="*/ 7 h 21"/>
                <a:gd name="T2" fmla="*/ 10 w 10"/>
                <a:gd name="T3" fmla="*/ 3 h 21"/>
                <a:gd name="T4" fmla="*/ 1 w 10"/>
                <a:gd name="T5" fmla="*/ 19 h 21"/>
                <a:gd name="T6" fmla="*/ 2 w 10"/>
                <a:gd name="T7" fmla="*/ 31 h 21"/>
                <a:gd name="T8" fmla="*/ 2 w 10"/>
                <a:gd name="T9" fmla="*/ 19 h 21"/>
                <a:gd name="T10" fmla="*/ 12 w 10"/>
                <a:gd name="T11" fmla="*/ 13 h 21"/>
                <a:gd name="T12" fmla="*/ 17 w 10"/>
                <a:gd name="T13" fmla="*/ 7 h 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" h="21">
                  <a:moveTo>
                    <a:pt x="10" y="4"/>
                  </a:moveTo>
                  <a:cubicBezTo>
                    <a:pt x="10" y="4"/>
                    <a:pt x="9" y="0"/>
                    <a:pt x="6" y="3"/>
                  </a:cubicBezTo>
                  <a:cubicBezTo>
                    <a:pt x="3" y="6"/>
                    <a:pt x="0" y="10"/>
                    <a:pt x="1" y="13"/>
                  </a:cubicBezTo>
                  <a:cubicBezTo>
                    <a:pt x="2" y="16"/>
                    <a:pt x="2" y="21"/>
                    <a:pt x="2" y="21"/>
                  </a:cubicBezTo>
                  <a:cubicBezTo>
                    <a:pt x="2" y="21"/>
                    <a:pt x="2" y="15"/>
                    <a:pt x="2" y="13"/>
                  </a:cubicBezTo>
                  <a:cubicBezTo>
                    <a:pt x="3" y="11"/>
                    <a:pt x="5" y="10"/>
                    <a:pt x="7" y="9"/>
                  </a:cubicBezTo>
                  <a:cubicBezTo>
                    <a:pt x="9" y="9"/>
                    <a:pt x="10" y="4"/>
                    <a:pt x="10" y="4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9834" name="Freeform 224">
              <a:extLst>
                <a:ext uri="{FF2B5EF4-FFF2-40B4-BE49-F238E27FC236}">
                  <a16:creationId xmlns:a16="http://schemas.microsoft.com/office/drawing/2014/main" id="{FC2FA6DE-0E36-434C-A64D-66A330F86E5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2" y="979"/>
              <a:ext cx="16" cy="16"/>
            </a:xfrm>
            <a:custGeom>
              <a:avLst/>
              <a:gdLst>
                <a:gd name="T0" fmla="*/ 0 w 14"/>
                <a:gd name="T1" fmla="*/ 18 h 14"/>
                <a:gd name="T2" fmla="*/ 13 w 14"/>
                <a:gd name="T3" fmla="*/ 11 h 14"/>
                <a:gd name="T4" fmla="*/ 13 w 14"/>
                <a:gd name="T5" fmla="*/ 0 h 14"/>
                <a:gd name="T6" fmla="*/ 13 w 14"/>
                <a:gd name="T7" fmla="*/ 18 h 14"/>
                <a:gd name="T8" fmla="*/ 0 w 14"/>
                <a:gd name="T9" fmla="*/ 18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0" y="12"/>
                  </a:moveTo>
                  <a:cubicBezTo>
                    <a:pt x="0" y="12"/>
                    <a:pt x="9" y="11"/>
                    <a:pt x="9" y="8"/>
                  </a:cubicBezTo>
                  <a:cubicBezTo>
                    <a:pt x="9" y="5"/>
                    <a:pt x="9" y="0"/>
                    <a:pt x="9" y="0"/>
                  </a:cubicBezTo>
                  <a:cubicBezTo>
                    <a:pt x="9" y="0"/>
                    <a:pt x="14" y="8"/>
                    <a:pt x="9" y="12"/>
                  </a:cubicBezTo>
                  <a:cubicBezTo>
                    <a:pt x="7" y="14"/>
                    <a:pt x="0" y="12"/>
                    <a:pt x="0" y="12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9835" name="Freeform 225">
              <a:extLst>
                <a:ext uri="{FF2B5EF4-FFF2-40B4-BE49-F238E27FC236}">
                  <a16:creationId xmlns:a16="http://schemas.microsoft.com/office/drawing/2014/main" id="{6E1D6120-56BA-413E-B547-E19BB2F149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2" y="975"/>
              <a:ext cx="16" cy="20"/>
            </a:xfrm>
            <a:custGeom>
              <a:avLst/>
              <a:gdLst>
                <a:gd name="T0" fmla="*/ 21 w 14"/>
                <a:gd name="T1" fmla="*/ 6 h 17"/>
                <a:gd name="T2" fmla="*/ 10 w 14"/>
                <a:gd name="T3" fmla="*/ 6 h 17"/>
                <a:gd name="T4" fmla="*/ 2 w 14"/>
                <a:gd name="T5" fmla="*/ 16 h 17"/>
                <a:gd name="T6" fmla="*/ 2 w 14"/>
                <a:gd name="T7" fmla="*/ 28 h 17"/>
                <a:gd name="T8" fmla="*/ 10 w 14"/>
                <a:gd name="T9" fmla="*/ 28 h 17"/>
                <a:gd name="T10" fmla="*/ 3 w 14"/>
                <a:gd name="T11" fmla="*/ 21 h 17"/>
                <a:gd name="T12" fmla="*/ 10 w 14"/>
                <a:gd name="T13" fmla="*/ 9 h 17"/>
                <a:gd name="T14" fmla="*/ 21 w 14"/>
                <a:gd name="T15" fmla="*/ 6 h 1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4" h="17">
                  <a:moveTo>
                    <a:pt x="14" y="3"/>
                  </a:moveTo>
                  <a:cubicBezTo>
                    <a:pt x="14" y="3"/>
                    <a:pt x="9" y="0"/>
                    <a:pt x="7" y="3"/>
                  </a:cubicBezTo>
                  <a:cubicBezTo>
                    <a:pt x="5" y="6"/>
                    <a:pt x="3" y="8"/>
                    <a:pt x="2" y="10"/>
                  </a:cubicBezTo>
                  <a:cubicBezTo>
                    <a:pt x="1" y="12"/>
                    <a:pt x="0" y="16"/>
                    <a:pt x="2" y="17"/>
                  </a:cubicBezTo>
                  <a:cubicBezTo>
                    <a:pt x="3" y="17"/>
                    <a:pt x="7" y="17"/>
                    <a:pt x="7" y="17"/>
                  </a:cubicBezTo>
                  <a:cubicBezTo>
                    <a:pt x="7" y="17"/>
                    <a:pt x="3" y="16"/>
                    <a:pt x="3" y="13"/>
                  </a:cubicBezTo>
                  <a:cubicBezTo>
                    <a:pt x="4" y="11"/>
                    <a:pt x="6" y="8"/>
                    <a:pt x="7" y="6"/>
                  </a:cubicBezTo>
                  <a:cubicBezTo>
                    <a:pt x="9" y="4"/>
                    <a:pt x="14" y="3"/>
                    <a:pt x="14" y="3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9836" name="Freeform 226">
              <a:extLst>
                <a:ext uri="{FF2B5EF4-FFF2-40B4-BE49-F238E27FC236}">
                  <a16:creationId xmlns:a16="http://schemas.microsoft.com/office/drawing/2014/main" id="{B31A2609-ECB2-4265-8658-228375F6D2E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9" y="968"/>
              <a:ext cx="9" cy="25"/>
            </a:xfrm>
            <a:custGeom>
              <a:avLst/>
              <a:gdLst>
                <a:gd name="T0" fmla="*/ 8 w 8"/>
                <a:gd name="T1" fmla="*/ 0 h 21"/>
                <a:gd name="T2" fmla="*/ 3 w 8"/>
                <a:gd name="T3" fmla="*/ 24 h 21"/>
                <a:gd name="T4" fmla="*/ 11 w 8"/>
                <a:gd name="T5" fmla="*/ 36 h 21"/>
                <a:gd name="T6" fmla="*/ 0 w 8"/>
                <a:gd name="T7" fmla="*/ 20 h 21"/>
                <a:gd name="T8" fmla="*/ 8 w 8"/>
                <a:gd name="T9" fmla="*/ 0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21">
                  <a:moveTo>
                    <a:pt x="5" y="0"/>
                  </a:moveTo>
                  <a:cubicBezTo>
                    <a:pt x="5" y="0"/>
                    <a:pt x="2" y="10"/>
                    <a:pt x="3" y="14"/>
                  </a:cubicBezTo>
                  <a:cubicBezTo>
                    <a:pt x="4" y="17"/>
                    <a:pt x="8" y="21"/>
                    <a:pt x="8" y="21"/>
                  </a:cubicBezTo>
                  <a:cubicBezTo>
                    <a:pt x="8" y="21"/>
                    <a:pt x="0" y="17"/>
                    <a:pt x="0" y="12"/>
                  </a:cubicBezTo>
                  <a:cubicBezTo>
                    <a:pt x="0" y="7"/>
                    <a:pt x="5" y="0"/>
                    <a:pt x="5" y="0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9837" name="Freeform 227">
              <a:extLst>
                <a:ext uri="{FF2B5EF4-FFF2-40B4-BE49-F238E27FC236}">
                  <a16:creationId xmlns:a16="http://schemas.microsoft.com/office/drawing/2014/main" id="{3D5471B1-8A62-40B8-BC9C-D54AE058354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4" y="1020"/>
              <a:ext cx="105" cy="26"/>
            </a:xfrm>
            <a:custGeom>
              <a:avLst/>
              <a:gdLst>
                <a:gd name="T0" fmla="*/ 144 w 90"/>
                <a:gd name="T1" fmla="*/ 14 h 23"/>
                <a:gd name="T2" fmla="*/ 103 w 90"/>
                <a:gd name="T3" fmla="*/ 1 h 23"/>
                <a:gd name="T4" fmla="*/ 82 w 90"/>
                <a:gd name="T5" fmla="*/ 3 h 23"/>
                <a:gd name="T6" fmla="*/ 57 w 90"/>
                <a:gd name="T7" fmla="*/ 3 h 23"/>
                <a:gd name="T8" fmla="*/ 0 w 90"/>
                <a:gd name="T9" fmla="*/ 33 h 23"/>
                <a:gd name="T10" fmla="*/ 63 w 90"/>
                <a:gd name="T11" fmla="*/ 8 h 23"/>
                <a:gd name="T12" fmla="*/ 83 w 90"/>
                <a:gd name="T13" fmla="*/ 9 h 23"/>
                <a:gd name="T14" fmla="*/ 103 w 90"/>
                <a:gd name="T15" fmla="*/ 3 h 23"/>
                <a:gd name="T16" fmla="*/ 144 w 90"/>
                <a:gd name="T17" fmla="*/ 14 h 2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0" h="23">
                  <a:moveTo>
                    <a:pt x="90" y="10"/>
                  </a:moveTo>
                  <a:cubicBezTo>
                    <a:pt x="90" y="10"/>
                    <a:pt x="69" y="1"/>
                    <a:pt x="64" y="1"/>
                  </a:cubicBezTo>
                  <a:cubicBezTo>
                    <a:pt x="58" y="0"/>
                    <a:pt x="53" y="3"/>
                    <a:pt x="51" y="3"/>
                  </a:cubicBezTo>
                  <a:cubicBezTo>
                    <a:pt x="48" y="4"/>
                    <a:pt x="42" y="1"/>
                    <a:pt x="36" y="3"/>
                  </a:cubicBezTo>
                  <a:cubicBezTo>
                    <a:pt x="30" y="6"/>
                    <a:pt x="4" y="19"/>
                    <a:pt x="0" y="23"/>
                  </a:cubicBezTo>
                  <a:cubicBezTo>
                    <a:pt x="0" y="23"/>
                    <a:pt x="32" y="6"/>
                    <a:pt x="39" y="5"/>
                  </a:cubicBezTo>
                  <a:cubicBezTo>
                    <a:pt x="50" y="5"/>
                    <a:pt x="47" y="7"/>
                    <a:pt x="52" y="6"/>
                  </a:cubicBezTo>
                  <a:cubicBezTo>
                    <a:pt x="56" y="6"/>
                    <a:pt x="58" y="1"/>
                    <a:pt x="64" y="3"/>
                  </a:cubicBezTo>
                  <a:cubicBezTo>
                    <a:pt x="70" y="4"/>
                    <a:pt x="90" y="10"/>
                    <a:pt x="90" y="10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9838" name="Freeform 228">
              <a:extLst>
                <a:ext uri="{FF2B5EF4-FFF2-40B4-BE49-F238E27FC236}">
                  <a16:creationId xmlns:a16="http://schemas.microsoft.com/office/drawing/2014/main" id="{AF0D268F-9ED3-4EA8-8BE7-FF5B005DB5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2" y="1030"/>
              <a:ext cx="95" cy="14"/>
            </a:xfrm>
            <a:custGeom>
              <a:avLst/>
              <a:gdLst>
                <a:gd name="T0" fmla="*/ 130 w 81"/>
                <a:gd name="T1" fmla="*/ 1 h 12"/>
                <a:gd name="T2" fmla="*/ 95 w 81"/>
                <a:gd name="T3" fmla="*/ 1 h 12"/>
                <a:gd name="T4" fmla="*/ 77 w 81"/>
                <a:gd name="T5" fmla="*/ 6 h 12"/>
                <a:gd name="T6" fmla="*/ 57 w 81"/>
                <a:gd name="T7" fmla="*/ 8 h 12"/>
                <a:gd name="T8" fmla="*/ 32 w 81"/>
                <a:gd name="T9" fmla="*/ 13 h 12"/>
                <a:gd name="T10" fmla="*/ 0 w 81"/>
                <a:gd name="T11" fmla="*/ 19 h 12"/>
                <a:gd name="T12" fmla="*/ 40 w 81"/>
                <a:gd name="T13" fmla="*/ 15 h 12"/>
                <a:gd name="T14" fmla="*/ 72 w 81"/>
                <a:gd name="T15" fmla="*/ 11 h 12"/>
                <a:gd name="T16" fmla="*/ 90 w 81"/>
                <a:gd name="T17" fmla="*/ 6 h 12"/>
                <a:gd name="T18" fmla="*/ 130 w 81"/>
                <a:gd name="T19" fmla="*/ 1 h 1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1" h="12">
                  <a:moveTo>
                    <a:pt x="81" y="1"/>
                  </a:moveTo>
                  <a:cubicBezTo>
                    <a:pt x="81" y="1"/>
                    <a:pt x="62" y="1"/>
                    <a:pt x="59" y="1"/>
                  </a:cubicBezTo>
                  <a:cubicBezTo>
                    <a:pt x="56" y="1"/>
                    <a:pt x="50" y="0"/>
                    <a:pt x="48" y="3"/>
                  </a:cubicBezTo>
                  <a:cubicBezTo>
                    <a:pt x="45" y="5"/>
                    <a:pt x="40" y="5"/>
                    <a:pt x="36" y="5"/>
                  </a:cubicBezTo>
                  <a:cubicBezTo>
                    <a:pt x="33" y="4"/>
                    <a:pt x="24" y="7"/>
                    <a:pt x="20" y="8"/>
                  </a:cubicBezTo>
                  <a:cubicBezTo>
                    <a:pt x="16" y="9"/>
                    <a:pt x="3" y="12"/>
                    <a:pt x="0" y="12"/>
                  </a:cubicBezTo>
                  <a:cubicBezTo>
                    <a:pt x="0" y="12"/>
                    <a:pt x="19" y="10"/>
                    <a:pt x="25" y="9"/>
                  </a:cubicBezTo>
                  <a:cubicBezTo>
                    <a:pt x="32" y="7"/>
                    <a:pt x="38" y="8"/>
                    <a:pt x="44" y="7"/>
                  </a:cubicBezTo>
                  <a:cubicBezTo>
                    <a:pt x="49" y="6"/>
                    <a:pt x="51" y="4"/>
                    <a:pt x="56" y="3"/>
                  </a:cubicBezTo>
                  <a:cubicBezTo>
                    <a:pt x="60" y="3"/>
                    <a:pt x="78" y="3"/>
                    <a:pt x="81" y="1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9839" name="Freeform 229">
              <a:extLst>
                <a:ext uri="{FF2B5EF4-FFF2-40B4-BE49-F238E27FC236}">
                  <a16:creationId xmlns:a16="http://schemas.microsoft.com/office/drawing/2014/main" id="{9835D4EF-03CB-4D0F-8AC0-C5A9DDFF27C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8" y="1039"/>
              <a:ext cx="86" cy="21"/>
            </a:xfrm>
            <a:custGeom>
              <a:avLst/>
              <a:gdLst>
                <a:gd name="T0" fmla="*/ 116 w 74"/>
                <a:gd name="T1" fmla="*/ 0 h 18"/>
                <a:gd name="T2" fmla="*/ 98 w 74"/>
                <a:gd name="T3" fmla="*/ 18 h 18"/>
                <a:gd name="T4" fmla="*/ 56 w 74"/>
                <a:gd name="T5" fmla="*/ 26 h 18"/>
                <a:gd name="T6" fmla="*/ 17 w 74"/>
                <a:gd name="T7" fmla="*/ 22 h 18"/>
                <a:gd name="T8" fmla="*/ 0 w 74"/>
                <a:gd name="T9" fmla="*/ 18 h 18"/>
                <a:gd name="T10" fmla="*/ 27 w 74"/>
                <a:gd name="T11" fmla="*/ 21 h 18"/>
                <a:gd name="T12" fmla="*/ 57 w 74"/>
                <a:gd name="T13" fmla="*/ 21 h 18"/>
                <a:gd name="T14" fmla="*/ 94 w 74"/>
                <a:gd name="T15" fmla="*/ 13 h 18"/>
                <a:gd name="T16" fmla="*/ 116 w 74"/>
                <a:gd name="T17" fmla="*/ 0 h 1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4" h="18">
                  <a:moveTo>
                    <a:pt x="74" y="0"/>
                  </a:moveTo>
                  <a:cubicBezTo>
                    <a:pt x="74" y="0"/>
                    <a:pt x="68" y="9"/>
                    <a:pt x="62" y="11"/>
                  </a:cubicBezTo>
                  <a:cubicBezTo>
                    <a:pt x="55" y="12"/>
                    <a:pt x="41" y="14"/>
                    <a:pt x="35" y="16"/>
                  </a:cubicBezTo>
                  <a:cubicBezTo>
                    <a:pt x="28" y="18"/>
                    <a:pt x="17" y="16"/>
                    <a:pt x="11" y="14"/>
                  </a:cubicBezTo>
                  <a:cubicBezTo>
                    <a:pt x="5" y="13"/>
                    <a:pt x="0" y="11"/>
                    <a:pt x="0" y="11"/>
                  </a:cubicBezTo>
                  <a:cubicBezTo>
                    <a:pt x="0" y="11"/>
                    <a:pt x="9" y="11"/>
                    <a:pt x="17" y="13"/>
                  </a:cubicBezTo>
                  <a:cubicBezTo>
                    <a:pt x="24" y="15"/>
                    <a:pt x="30" y="15"/>
                    <a:pt x="36" y="13"/>
                  </a:cubicBezTo>
                  <a:cubicBezTo>
                    <a:pt x="42" y="12"/>
                    <a:pt x="56" y="10"/>
                    <a:pt x="60" y="8"/>
                  </a:cubicBezTo>
                  <a:cubicBezTo>
                    <a:pt x="63" y="7"/>
                    <a:pt x="69" y="5"/>
                    <a:pt x="74" y="0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9840" name="Freeform 230">
              <a:extLst>
                <a:ext uri="{FF2B5EF4-FFF2-40B4-BE49-F238E27FC236}">
                  <a16:creationId xmlns:a16="http://schemas.microsoft.com/office/drawing/2014/main" id="{358AD795-7853-42F4-8376-2E288D4EB7E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8" y="1070"/>
              <a:ext cx="42" cy="9"/>
            </a:xfrm>
            <a:custGeom>
              <a:avLst/>
              <a:gdLst>
                <a:gd name="T0" fmla="*/ 0 w 36"/>
                <a:gd name="T1" fmla="*/ 11 h 8"/>
                <a:gd name="T2" fmla="*/ 57 w 36"/>
                <a:gd name="T3" fmla="*/ 2 h 8"/>
                <a:gd name="T4" fmla="*/ 0 w 36"/>
                <a:gd name="T5" fmla="*/ 11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8">
                  <a:moveTo>
                    <a:pt x="0" y="8"/>
                  </a:moveTo>
                  <a:cubicBezTo>
                    <a:pt x="0" y="8"/>
                    <a:pt x="24" y="0"/>
                    <a:pt x="36" y="2"/>
                  </a:cubicBezTo>
                  <a:cubicBezTo>
                    <a:pt x="36" y="2"/>
                    <a:pt x="5" y="8"/>
                    <a:pt x="0" y="8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9841" name="Freeform 231">
              <a:extLst>
                <a:ext uri="{FF2B5EF4-FFF2-40B4-BE49-F238E27FC236}">
                  <a16:creationId xmlns:a16="http://schemas.microsoft.com/office/drawing/2014/main" id="{04BDB0FB-A7FC-428E-863B-3C2107A0155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5" y="1017"/>
              <a:ext cx="10" cy="35"/>
            </a:xfrm>
            <a:custGeom>
              <a:avLst/>
              <a:gdLst>
                <a:gd name="T0" fmla="*/ 16 w 8"/>
                <a:gd name="T1" fmla="*/ 46 h 30"/>
                <a:gd name="T2" fmla="*/ 0 w 8"/>
                <a:gd name="T3" fmla="*/ 0 h 30"/>
                <a:gd name="T4" fmla="*/ 14 w 8"/>
                <a:gd name="T5" fmla="*/ 48 h 30"/>
                <a:gd name="T6" fmla="*/ 16 w 8"/>
                <a:gd name="T7" fmla="*/ 46 h 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30">
                  <a:moveTo>
                    <a:pt x="8" y="28"/>
                  </a:moveTo>
                  <a:cubicBezTo>
                    <a:pt x="8" y="28"/>
                    <a:pt x="3" y="7"/>
                    <a:pt x="0" y="0"/>
                  </a:cubicBezTo>
                  <a:cubicBezTo>
                    <a:pt x="0" y="0"/>
                    <a:pt x="5" y="23"/>
                    <a:pt x="7" y="30"/>
                  </a:cubicBezTo>
                  <a:lnTo>
                    <a:pt x="8" y="28"/>
                  </a:ln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9842" name="Freeform 232">
              <a:extLst>
                <a:ext uri="{FF2B5EF4-FFF2-40B4-BE49-F238E27FC236}">
                  <a16:creationId xmlns:a16="http://schemas.microsoft.com/office/drawing/2014/main" id="{76C3C507-DA94-4500-A309-B74D555C74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3" y="980"/>
              <a:ext cx="32" cy="49"/>
            </a:xfrm>
            <a:custGeom>
              <a:avLst/>
              <a:gdLst>
                <a:gd name="T0" fmla="*/ 2 w 28"/>
                <a:gd name="T1" fmla="*/ 7 h 42"/>
                <a:gd name="T2" fmla="*/ 7 w 28"/>
                <a:gd name="T3" fmla="*/ 0 h 42"/>
                <a:gd name="T4" fmla="*/ 19 w 28"/>
                <a:gd name="T5" fmla="*/ 16 h 42"/>
                <a:gd name="T6" fmla="*/ 24 w 28"/>
                <a:gd name="T7" fmla="*/ 32 h 42"/>
                <a:gd name="T8" fmla="*/ 27 w 28"/>
                <a:gd name="T9" fmla="*/ 49 h 42"/>
                <a:gd name="T10" fmla="*/ 38 w 28"/>
                <a:gd name="T11" fmla="*/ 60 h 42"/>
                <a:gd name="T12" fmla="*/ 22 w 28"/>
                <a:gd name="T13" fmla="*/ 64 h 42"/>
                <a:gd name="T14" fmla="*/ 15 w 28"/>
                <a:gd name="T15" fmla="*/ 54 h 42"/>
                <a:gd name="T16" fmla="*/ 25 w 28"/>
                <a:gd name="T17" fmla="*/ 63 h 42"/>
                <a:gd name="T18" fmla="*/ 33 w 28"/>
                <a:gd name="T19" fmla="*/ 57 h 42"/>
                <a:gd name="T20" fmla="*/ 21 w 28"/>
                <a:gd name="T21" fmla="*/ 47 h 42"/>
                <a:gd name="T22" fmla="*/ 19 w 28"/>
                <a:gd name="T23" fmla="*/ 30 h 42"/>
                <a:gd name="T24" fmla="*/ 15 w 28"/>
                <a:gd name="T25" fmla="*/ 9 h 42"/>
                <a:gd name="T26" fmla="*/ 7 w 28"/>
                <a:gd name="T27" fmla="*/ 1 h 42"/>
                <a:gd name="T28" fmla="*/ 2 w 28"/>
                <a:gd name="T29" fmla="*/ 7 h 42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8" h="42">
                  <a:moveTo>
                    <a:pt x="2" y="4"/>
                  </a:moveTo>
                  <a:cubicBezTo>
                    <a:pt x="2" y="4"/>
                    <a:pt x="0" y="0"/>
                    <a:pt x="4" y="0"/>
                  </a:cubicBezTo>
                  <a:cubicBezTo>
                    <a:pt x="8" y="0"/>
                    <a:pt x="12" y="5"/>
                    <a:pt x="13" y="10"/>
                  </a:cubicBezTo>
                  <a:cubicBezTo>
                    <a:pt x="15" y="14"/>
                    <a:pt x="16" y="15"/>
                    <a:pt x="16" y="20"/>
                  </a:cubicBezTo>
                  <a:cubicBezTo>
                    <a:pt x="15" y="26"/>
                    <a:pt x="15" y="28"/>
                    <a:pt x="18" y="31"/>
                  </a:cubicBezTo>
                  <a:cubicBezTo>
                    <a:pt x="22" y="33"/>
                    <a:pt x="28" y="35"/>
                    <a:pt x="25" y="38"/>
                  </a:cubicBezTo>
                  <a:cubicBezTo>
                    <a:pt x="21" y="40"/>
                    <a:pt x="18" y="42"/>
                    <a:pt x="15" y="40"/>
                  </a:cubicBezTo>
                  <a:cubicBezTo>
                    <a:pt x="13" y="38"/>
                    <a:pt x="10" y="33"/>
                    <a:pt x="10" y="33"/>
                  </a:cubicBezTo>
                  <a:cubicBezTo>
                    <a:pt x="10" y="33"/>
                    <a:pt x="15" y="39"/>
                    <a:pt x="17" y="39"/>
                  </a:cubicBezTo>
                  <a:cubicBezTo>
                    <a:pt x="20" y="39"/>
                    <a:pt x="24" y="39"/>
                    <a:pt x="22" y="36"/>
                  </a:cubicBezTo>
                  <a:cubicBezTo>
                    <a:pt x="20" y="34"/>
                    <a:pt x="15" y="33"/>
                    <a:pt x="14" y="29"/>
                  </a:cubicBezTo>
                  <a:cubicBezTo>
                    <a:pt x="13" y="25"/>
                    <a:pt x="13" y="23"/>
                    <a:pt x="13" y="19"/>
                  </a:cubicBezTo>
                  <a:cubicBezTo>
                    <a:pt x="12" y="14"/>
                    <a:pt x="12" y="9"/>
                    <a:pt x="10" y="6"/>
                  </a:cubicBezTo>
                  <a:cubicBezTo>
                    <a:pt x="7" y="3"/>
                    <a:pt x="5" y="0"/>
                    <a:pt x="4" y="1"/>
                  </a:cubicBezTo>
                  <a:cubicBezTo>
                    <a:pt x="2" y="2"/>
                    <a:pt x="2" y="4"/>
                    <a:pt x="2" y="4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9843" name="Freeform 233">
              <a:extLst>
                <a:ext uri="{FF2B5EF4-FFF2-40B4-BE49-F238E27FC236}">
                  <a16:creationId xmlns:a16="http://schemas.microsoft.com/office/drawing/2014/main" id="{C7FD3616-4F46-492D-80B3-706F5AA3FF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6" y="1066"/>
              <a:ext cx="94" cy="74"/>
            </a:xfrm>
            <a:custGeom>
              <a:avLst/>
              <a:gdLst>
                <a:gd name="T0" fmla="*/ 0 w 80"/>
                <a:gd name="T1" fmla="*/ 0 h 63"/>
                <a:gd name="T2" fmla="*/ 47 w 80"/>
                <a:gd name="T3" fmla="*/ 85 h 63"/>
                <a:gd name="T4" fmla="*/ 129 w 80"/>
                <a:gd name="T5" fmla="*/ 102 h 63"/>
                <a:gd name="T6" fmla="*/ 89 w 80"/>
                <a:gd name="T7" fmla="*/ 100 h 63"/>
                <a:gd name="T8" fmla="*/ 33 w 80"/>
                <a:gd name="T9" fmla="*/ 74 h 63"/>
                <a:gd name="T10" fmla="*/ 2 w 80"/>
                <a:gd name="T11" fmla="*/ 21 h 63"/>
                <a:gd name="T12" fmla="*/ 0 w 80"/>
                <a:gd name="T13" fmla="*/ 0 h 6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0" h="63">
                  <a:moveTo>
                    <a:pt x="0" y="0"/>
                  </a:moveTo>
                  <a:cubicBezTo>
                    <a:pt x="0" y="0"/>
                    <a:pt x="11" y="42"/>
                    <a:pt x="29" y="52"/>
                  </a:cubicBezTo>
                  <a:cubicBezTo>
                    <a:pt x="49" y="61"/>
                    <a:pt x="69" y="61"/>
                    <a:pt x="80" y="63"/>
                  </a:cubicBezTo>
                  <a:cubicBezTo>
                    <a:pt x="80" y="63"/>
                    <a:pt x="63" y="62"/>
                    <a:pt x="55" y="61"/>
                  </a:cubicBezTo>
                  <a:cubicBezTo>
                    <a:pt x="47" y="60"/>
                    <a:pt x="27" y="56"/>
                    <a:pt x="20" y="46"/>
                  </a:cubicBezTo>
                  <a:cubicBezTo>
                    <a:pt x="12" y="37"/>
                    <a:pt x="2" y="13"/>
                    <a:pt x="2" y="13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9844" name="Freeform 234">
              <a:extLst>
                <a:ext uri="{FF2B5EF4-FFF2-40B4-BE49-F238E27FC236}">
                  <a16:creationId xmlns:a16="http://schemas.microsoft.com/office/drawing/2014/main" id="{FE35F460-6C93-41EF-B0C3-76D452C83C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8" y="1102"/>
              <a:ext cx="32" cy="22"/>
            </a:xfrm>
            <a:custGeom>
              <a:avLst/>
              <a:gdLst>
                <a:gd name="T0" fmla="*/ 43 w 27"/>
                <a:gd name="T1" fmla="*/ 0 h 19"/>
                <a:gd name="T2" fmla="*/ 0 w 27"/>
                <a:gd name="T3" fmla="*/ 29 h 19"/>
                <a:gd name="T4" fmla="*/ 45 w 27"/>
                <a:gd name="T5" fmla="*/ 1 h 19"/>
                <a:gd name="T6" fmla="*/ 43 w 27"/>
                <a:gd name="T7" fmla="*/ 0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19">
                  <a:moveTo>
                    <a:pt x="25" y="0"/>
                  </a:moveTo>
                  <a:cubicBezTo>
                    <a:pt x="25" y="0"/>
                    <a:pt x="17" y="11"/>
                    <a:pt x="0" y="19"/>
                  </a:cubicBezTo>
                  <a:cubicBezTo>
                    <a:pt x="0" y="19"/>
                    <a:pt x="16" y="16"/>
                    <a:pt x="27" y="1"/>
                  </a:cubicBezTo>
                  <a:lnTo>
                    <a:pt x="25" y="0"/>
                  </a:ln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9845" name="Freeform 235">
              <a:extLst>
                <a:ext uri="{FF2B5EF4-FFF2-40B4-BE49-F238E27FC236}">
                  <a16:creationId xmlns:a16="http://schemas.microsoft.com/office/drawing/2014/main" id="{0314FDE2-4FEF-4714-8622-E23E33297ED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1" y="1128"/>
              <a:ext cx="52" cy="9"/>
            </a:xfrm>
            <a:custGeom>
              <a:avLst/>
              <a:gdLst>
                <a:gd name="T0" fmla="*/ 69 w 45"/>
                <a:gd name="T1" fmla="*/ 0 h 8"/>
                <a:gd name="T2" fmla="*/ 0 w 45"/>
                <a:gd name="T3" fmla="*/ 11 h 8"/>
                <a:gd name="T4" fmla="*/ 69 w 45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5" h="8">
                  <a:moveTo>
                    <a:pt x="45" y="0"/>
                  </a:moveTo>
                  <a:cubicBezTo>
                    <a:pt x="45" y="0"/>
                    <a:pt x="10" y="7"/>
                    <a:pt x="0" y="8"/>
                  </a:cubicBezTo>
                  <a:cubicBezTo>
                    <a:pt x="0" y="8"/>
                    <a:pt x="30" y="5"/>
                    <a:pt x="45" y="0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9846" name="Freeform 236">
              <a:extLst>
                <a:ext uri="{FF2B5EF4-FFF2-40B4-BE49-F238E27FC236}">
                  <a16:creationId xmlns:a16="http://schemas.microsoft.com/office/drawing/2014/main" id="{BF1C2E62-18DA-4829-9FED-1C24868AAA9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8" y="1150"/>
              <a:ext cx="12" cy="37"/>
            </a:xfrm>
            <a:custGeom>
              <a:avLst/>
              <a:gdLst>
                <a:gd name="T0" fmla="*/ 0 w 10"/>
                <a:gd name="T1" fmla="*/ 0 h 32"/>
                <a:gd name="T2" fmla="*/ 7 w 10"/>
                <a:gd name="T3" fmla="*/ 9 h 32"/>
                <a:gd name="T4" fmla="*/ 12 w 10"/>
                <a:gd name="T5" fmla="*/ 19 h 32"/>
                <a:gd name="T6" fmla="*/ 8 w 10"/>
                <a:gd name="T7" fmla="*/ 23 h 32"/>
                <a:gd name="T8" fmla="*/ 6 w 10"/>
                <a:gd name="T9" fmla="*/ 29 h 32"/>
                <a:gd name="T10" fmla="*/ 6 w 10"/>
                <a:gd name="T11" fmla="*/ 34 h 32"/>
                <a:gd name="T12" fmla="*/ 8 w 10"/>
                <a:gd name="T13" fmla="*/ 42 h 32"/>
                <a:gd name="T14" fmla="*/ 17 w 10"/>
                <a:gd name="T15" fmla="*/ 50 h 32"/>
                <a:gd name="T16" fmla="*/ 2 w 10"/>
                <a:gd name="T17" fmla="*/ 42 h 32"/>
                <a:gd name="T18" fmla="*/ 2 w 10"/>
                <a:gd name="T19" fmla="*/ 25 h 32"/>
                <a:gd name="T20" fmla="*/ 6 w 10"/>
                <a:gd name="T21" fmla="*/ 14 h 32"/>
                <a:gd name="T22" fmla="*/ 0 w 10"/>
                <a:gd name="T23" fmla="*/ 0 h 3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0" h="32">
                  <a:moveTo>
                    <a:pt x="0" y="0"/>
                  </a:moveTo>
                  <a:cubicBezTo>
                    <a:pt x="2" y="2"/>
                    <a:pt x="3" y="4"/>
                    <a:pt x="4" y="6"/>
                  </a:cubicBezTo>
                  <a:cubicBezTo>
                    <a:pt x="5" y="8"/>
                    <a:pt x="7" y="10"/>
                    <a:pt x="7" y="12"/>
                  </a:cubicBezTo>
                  <a:cubicBezTo>
                    <a:pt x="7" y="13"/>
                    <a:pt x="6" y="14"/>
                    <a:pt x="5" y="15"/>
                  </a:cubicBezTo>
                  <a:cubicBezTo>
                    <a:pt x="4" y="16"/>
                    <a:pt x="3" y="17"/>
                    <a:pt x="3" y="19"/>
                  </a:cubicBezTo>
                  <a:cubicBezTo>
                    <a:pt x="3" y="20"/>
                    <a:pt x="3" y="21"/>
                    <a:pt x="3" y="22"/>
                  </a:cubicBezTo>
                  <a:cubicBezTo>
                    <a:pt x="4" y="24"/>
                    <a:pt x="4" y="26"/>
                    <a:pt x="5" y="27"/>
                  </a:cubicBezTo>
                  <a:cubicBezTo>
                    <a:pt x="6" y="29"/>
                    <a:pt x="8" y="30"/>
                    <a:pt x="10" y="32"/>
                  </a:cubicBezTo>
                  <a:cubicBezTo>
                    <a:pt x="7" y="32"/>
                    <a:pt x="3" y="29"/>
                    <a:pt x="2" y="27"/>
                  </a:cubicBezTo>
                  <a:cubicBezTo>
                    <a:pt x="0" y="23"/>
                    <a:pt x="1" y="20"/>
                    <a:pt x="2" y="16"/>
                  </a:cubicBezTo>
                  <a:cubicBezTo>
                    <a:pt x="2" y="14"/>
                    <a:pt x="4" y="11"/>
                    <a:pt x="3" y="9"/>
                  </a:cubicBezTo>
                  <a:cubicBezTo>
                    <a:pt x="2" y="6"/>
                    <a:pt x="1" y="3"/>
                    <a:pt x="0" y="0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9847" name="Freeform 237">
              <a:extLst>
                <a:ext uri="{FF2B5EF4-FFF2-40B4-BE49-F238E27FC236}">
                  <a16:creationId xmlns:a16="http://schemas.microsoft.com/office/drawing/2014/main" id="{3C5BEA12-F914-4C2E-BC70-C98ECD1D168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3" y="1158"/>
              <a:ext cx="6" cy="28"/>
            </a:xfrm>
            <a:custGeom>
              <a:avLst/>
              <a:gdLst>
                <a:gd name="T0" fmla="*/ 7 w 5"/>
                <a:gd name="T1" fmla="*/ 0 h 24"/>
                <a:gd name="T2" fmla="*/ 7 w 5"/>
                <a:gd name="T3" fmla="*/ 11 h 24"/>
                <a:gd name="T4" fmla="*/ 7 w 5"/>
                <a:gd name="T5" fmla="*/ 25 h 24"/>
                <a:gd name="T6" fmla="*/ 1 w 5"/>
                <a:gd name="T7" fmla="*/ 39 h 24"/>
                <a:gd name="T8" fmla="*/ 1 w 5"/>
                <a:gd name="T9" fmla="*/ 29 h 24"/>
                <a:gd name="T10" fmla="*/ 6 w 5"/>
                <a:gd name="T11" fmla="*/ 15 h 24"/>
                <a:gd name="T12" fmla="*/ 2 w 5"/>
                <a:gd name="T13" fmla="*/ 7 h 24"/>
                <a:gd name="T14" fmla="*/ 6 w 5"/>
                <a:gd name="T15" fmla="*/ 0 h 2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" h="24">
                  <a:moveTo>
                    <a:pt x="4" y="0"/>
                  </a:moveTo>
                  <a:cubicBezTo>
                    <a:pt x="5" y="2"/>
                    <a:pt x="4" y="5"/>
                    <a:pt x="4" y="7"/>
                  </a:cubicBezTo>
                  <a:cubicBezTo>
                    <a:pt x="5" y="9"/>
                    <a:pt x="4" y="13"/>
                    <a:pt x="4" y="15"/>
                  </a:cubicBezTo>
                  <a:cubicBezTo>
                    <a:pt x="3" y="18"/>
                    <a:pt x="3" y="22"/>
                    <a:pt x="1" y="24"/>
                  </a:cubicBezTo>
                  <a:cubicBezTo>
                    <a:pt x="0" y="22"/>
                    <a:pt x="1" y="19"/>
                    <a:pt x="1" y="18"/>
                  </a:cubicBezTo>
                  <a:cubicBezTo>
                    <a:pt x="2" y="15"/>
                    <a:pt x="2" y="12"/>
                    <a:pt x="3" y="9"/>
                  </a:cubicBezTo>
                  <a:cubicBezTo>
                    <a:pt x="3" y="7"/>
                    <a:pt x="2" y="6"/>
                    <a:pt x="2" y="4"/>
                  </a:cubicBezTo>
                  <a:cubicBezTo>
                    <a:pt x="2" y="2"/>
                    <a:pt x="3" y="1"/>
                    <a:pt x="3" y="0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9848" name="Freeform 238">
              <a:extLst>
                <a:ext uri="{FF2B5EF4-FFF2-40B4-BE49-F238E27FC236}">
                  <a16:creationId xmlns:a16="http://schemas.microsoft.com/office/drawing/2014/main" id="{BFFB9BD8-2161-4ED7-94BB-9E95113241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6" y="907"/>
              <a:ext cx="59" cy="25"/>
            </a:xfrm>
            <a:custGeom>
              <a:avLst/>
              <a:gdLst>
                <a:gd name="T0" fmla="*/ 76 w 51"/>
                <a:gd name="T1" fmla="*/ 19 h 22"/>
                <a:gd name="T2" fmla="*/ 72 w 51"/>
                <a:gd name="T3" fmla="*/ 13 h 22"/>
                <a:gd name="T4" fmla="*/ 51 w 51"/>
                <a:gd name="T5" fmla="*/ 2 h 22"/>
                <a:gd name="T6" fmla="*/ 27 w 51"/>
                <a:gd name="T7" fmla="*/ 2 h 22"/>
                <a:gd name="T8" fmla="*/ 0 w 51"/>
                <a:gd name="T9" fmla="*/ 22 h 22"/>
                <a:gd name="T10" fmla="*/ 22 w 51"/>
                <a:gd name="T11" fmla="*/ 32 h 22"/>
                <a:gd name="T12" fmla="*/ 50 w 51"/>
                <a:gd name="T13" fmla="*/ 26 h 22"/>
                <a:gd name="T14" fmla="*/ 68 w 51"/>
                <a:gd name="T15" fmla="*/ 19 h 22"/>
                <a:gd name="T16" fmla="*/ 76 w 51"/>
                <a:gd name="T17" fmla="*/ 19 h 2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1" h="22">
                  <a:moveTo>
                    <a:pt x="49" y="13"/>
                  </a:moveTo>
                  <a:cubicBezTo>
                    <a:pt x="49" y="13"/>
                    <a:pt x="51" y="10"/>
                    <a:pt x="47" y="9"/>
                  </a:cubicBezTo>
                  <a:cubicBezTo>
                    <a:pt x="44" y="7"/>
                    <a:pt x="34" y="2"/>
                    <a:pt x="33" y="2"/>
                  </a:cubicBezTo>
                  <a:cubicBezTo>
                    <a:pt x="31" y="1"/>
                    <a:pt x="23" y="0"/>
                    <a:pt x="17" y="2"/>
                  </a:cubicBezTo>
                  <a:cubicBezTo>
                    <a:pt x="12" y="4"/>
                    <a:pt x="3" y="9"/>
                    <a:pt x="0" y="15"/>
                  </a:cubicBezTo>
                  <a:cubicBezTo>
                    <a:pt x="0" y="15"/>
                    <a:pt x="5" y="22"/>
                    <a:pt x="14" y="22"/>
                  </a:cubicBezTo>
                  <a:cubicBezTo>
                    <a:pt x="23" y="22"/>
                    <a:pt x="28" y="20"/>
                    <a:pt x="32" y="18"/>
                  </a:cubicBezTo>
                  <a:cubicBezTo>
                    <a:pt x="36" y="16"/>
                    <a:pt x="42" y="13"/>
                    <a:pt x="44" y="13"/>
                  </a:cubicBezTo>
                  <a:cubicBezTo>
                    <a:pt x="46" y="13"/>
                    <a:pt x="49" y="13"/>
                    <a:pt x="49" y="1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9849" name="Freeform 239">
              <a:extLst>
                <a:ext uri="{FF2B5EF4-FFF2-40B4-BE49-F238E27FC236}">
                  <a16:creationId xmlns:a16="http://schemas.microsoft.com/office/drawing/2014/main" id="{0962E9EC-8052-4CC5-B60B-9A93EC913C2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3" y="901"/>
              <a:ext cx="54" cy="23"/>
            </a:xfrm>
            <a:custGeom>
              <a:avLst/>
              <a:gdLst>
                <a:gd name="T0" fmla="*/ 1 w 46"/>
                <a:gd name="T1" fmla="*/ 18 h 20"/>
                <a:gd name="T2" fmla="*/ 11 w 46"/>
                <a:gd name="T3" fmla="*/ 10 h 20"/>
                <a:gd name="T4" fmla="*/ 40 w 46"/>
                <a:gd name="T5" fmla="*/ 0 h 20"/>
                <a:gd name="T6" fmla="*/ 74 w 46"/>
                <a:gd name="T7" fmla="*/ 16 h 20"/>
                <a:gd name="T8" fmla="*/ 54 w 46"/>
                <a:gd name="T9" fmla="*/ 28 h 20"/>
                <a:gd name="T10" fmla="*/ 22 w 46"/>
                <a:gd name="T11" fmla="*/ 28 h 20"/>
                <a:gd name="T12" fmla="*/ 8 w 46"/>
                <a:gd name="T13" fmla="*/ 21 h 20"/>
                <a:gd name="T14" fmla="*/ 1 w 46"/>
                <a:gd name="T15" fmla="*/ 18 h 2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6" h="20">
                  <a:moveTo>
                    <a:pt x="1" y="12"/>
                  </a:moveTo>
                  <a:cubicBezTo>
                    <a:pt x="0" y="9"/>
                    <a:pt x="4" y="9"/>
                    <a:pt x="7" y="7"/>
                  </a:cubicBezTo>
                  <a:cubicBezTo>
                    <a:pt x="11" y="5"/>
                    <a:pt x="16" y="0"/>
                    <a:pt x="25" y="0"/>
                  </a:cubicBezTo>
                  <a:cubicBezTo>
                    <a:pt x="34" y="0"/>
                    <a:pt x="39" y="1"/>
                    <a:pt x="46" y="10"/>
                  </a:cubicBezTo>
                  <a:cubicBezTo>
                    <a:pt x="46" y="10"/>
                    <a:pt x="37" y="16"/>
                    <a:pt x="33" y="18"/>
                  </a:cubicBezTo>
                  <a:cubicBezTo>
                    <a:pt x="30" y="20"/>
                    <a:pt x="17" y="19"/>
                    <a:pt x="14" y="18"/>
                  </a:cubicBezTo>
                  <a:cubicBezTo>
                    <a:pt x="12" y="17"/>
                    <a:pt x="7" y="15"/>
                    <a:pt x="5" y="14"/>
                  </a:cubicBezTo>
                  <a:cubicBezTo>
                    <a:pt x="2" y="13"/>
                    <a:pt x="1" y="14"/>
                    <a:pt x="1" y="1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9850" name="Freeform 240">
              <a:extLst>
                <a:ext uri="{FF2B5EF4-FFF2-40B4-BE49-F238E27FC236}">
                  <a16:creationId xmlns:a16="http://schemas.microsoft.com/office/drawing/2014/main" id="{A3DE9700-4E0E-4285-865E-236878F3F8C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7" y="907"/>
              <a:ext cx="24" cy="23"/>
            </a:xfrm>
            <a:custGeom>
              <a:avLst/>
              <a:gdLst>
                <a:gd name="T0" fmla="*/ 28 w 20"/>
                <a:gd name="T1" fmla="*/ 2 h 20"/>
                <a:gd name="T2" fmla="*/ 35 w 20"/>
                <a:gd name="T3" fmla="*/ 16 h 20"/>
                <a:gd name="T4" fmla="*/ 17 w 20"/>
                <a:gd name="T5" fmla="*/ 30 h 20"/>
                <a:gd name="T6" fmla="*/ 0 w 20"/>
                <a:gd name="T7" fmla="*/ 16 h 20"/>
                <a:gd name="T8" fmla="*/ 1 w 20"/>
                <a:gd name="T9" fmla="*/ 10 h 20"/>
                <a:gd name="T10" fmla="*/ 28 w 20"/>
                <a:gd name="T11" fmla="*/ 2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" h="20">
                  <a:moveTo>
                    <a:pt x="16" y="2"/>
                  </a:moveTo>
                  <a:cubicBezTo>
                    <a:pt x="19" y="4"/>
                    <a:pt x="20" y="7"/>
                    <a:pt x="20" y="10"/>
                  </a:cubicBezTo>
                  <a:cubicBezTo>
                    <a:pt x="20" y="15"/>
                    <a:pt x="16" y="20"/>
                    <a:pt x="10" y="20"/>
                  </a:cubicBezTo>
                  <a:cubicBezTo>
                    <a:pt x="5" y="20"/>
                    <a:pt x="0" y="15"/>
                    <a:pt x="0" y="10"/>
                  </a:cubicBezTo>
                  <a:cubicBezTo>
                    <a:pt x="0" y="9"/>
                    <a:pt x="0" y="8"/>
                    <a:pt x="1" y="7"/>
                  </a:cubicBezTo>
                  <a:cubicBezTo>
                    <a:pt x="2" y="3"/>
                    <a:pt x="15" y="0"/>
                    <a:pt x="16" y="2"/>
                  </a:cubicBezTo>
                  <a:close/>
                </a:path>
              </a:pathLst>
            </a:custGeom>
            <a:solidFill>
              <a:srgbClr val="12512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9851" name="Freeform 241">
              <a:extLst>
                <a:ext uri="{FF2B5EF4-FFF2-40B4-BE49-F238E27FC236}">
                  <a16:creationId xmlns:a16="http://schemas.microsoft.com/office/drawing/2014/main" id="{E8AF2AAC-2570-45A8-812F-2C808680F2C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8" y="900"/>
              <a:ext cx="25" cy="22"/>
            </a:xfrm>
            <a:custGeom>
              <a:avLst/>
              <a:gdLst>
                <a:gd name="T0" fmla="*/ 30 w 21"/>
                <a:gd name="T1" fmla="*/ 2 h 19"/>
                <a:gd name="T2" fmla="*/ 36 w 21"/>
                <a:gd name="T3" fmla="*/ 14 h 19"/>
                <a:gd name="T4" fmla="*/ 18 w 21"/>
                <a:gd name="T5" fmla="*/ 29 h 19"/>
                <a:gd name="T6" fmla="*/ 0 w 21"/>
                <a:gd name="T7" fmla="*/ 14 h 19"/>
                <a:gd name="T8" fmla="*/ 2 w 21"/>
                <a:gd name="T9" fmla="*/ 3 h 19"/>
                <a:gd name="T10" fmla="*/ 30 w 21"/>
                <a:gd name="T11" fmla="*/ 2 h 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19">
                  <a:moveTo>
                    <a:pt x="18" y="2"/>
                  </a:moveTo>
                  <a:cubicBezTo>
                    <a:pt x="20" y="4"/>
                    <a:pt x="21" y="6"/>
                    <a:pt x="21" y="9"/>
                  </a:cubicBezTo>
                  <a:cubicBezTo>
                    <a:pt x="21" y="14"/>
                    <a:pt x="16" y="19"/>
                    <a:pt x="11" y="19"/>
                  </a:cubicBezTo>
                  <a:cubicBezTo>
                    <a:pt x="5" y="19"/>
                    <a:pt x="0" y="14"/>
                    <a:pt x="0" y="9"/>
                  </a:cubicBezTo>
                  <a:cubicBezTo>
                    <a:pt x="0" y="7"/>
                    <a:pt x="1" y="5"/>
                    <a:pt x="2" y="3"/>
                  </a:cubicBezTo>
                  <a:cubicBezTo>
                    <a:pt x="4" y="0"/>
                    <a:pt x="17" y="1"/>
                    <a:pt x="18" y="2"/>
                  </a:cubicBezTo>
                  <a:close/>
                </a:path>
              </a:pathLst>
            </a:custGeom>
            <a:solidFill>
              <a:srgbClr val="12512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9852" name="Freeform 242">
              <a:extLst>
                <a:ext uri="{FF2B5EF4-FFF2-40B4-BE49-F238E27FC236}">
                  <a16:creationId xmlns:a16="http://schemas.microsoft.com/office/drawing/2014/main" id="{FC2DE262-2EB6-4DA7-90C3-47CCBAEEDB1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6" y="907"/>
              <a:ext cx="59" cy="25"/>
            </a:xfrm>
            <a:custGeom>
              <a:avLst/>
              <a:gdLst>
                <a:gd name="T0" fmla="*/ 76 w 51"/>
                <a:gd name="T1" fmla="*/ 19 h 22"/>
                <a:gd name="T2" fmla="*/ 72 w 51"/>
                <a:gd name="T3" fmla="*/ 13 h 22"/>
                <a:gd name="T4" fmla="*/ 51 w 51"/>
                <a:gd name="T5" fmla="*/ 2 h 22"/>
                <a:gd name="T6" fmla="*/ 27 w 51"/>
                <a:gd name="T7" fmla="*/ 2 h 22"/>
                <a:gd name="T8" fmla="*/ 0 w 51"/>
                <a:gd name="T9" fmla="*/ 22 h 22"/>
                <a:gd name="T10" fmla="*/ 22 w 51"/>
                <a:gd name="T11" fmla="*/ 32 h 22"/>
                <a:gd name="T12" fmla="*/ 50 w 51"/>
                <a:gd name="T13" fmla="*/ 26 h 22"/>
                <a:gd name="T14" fmla="*/ 68 w 51"/>
                <a:gd name="T15" fmla="*/ 19 h 22"/>
                <a:gd name="T16" fmla="*/ 76 w 51"/>
                <a:gd name="T17" fmla="*/ 19 h 2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1" h="22">
                  <a:moveTo>
                    <a:pt x="49" y="13"/>
                  </a:moveTo>
                  <a:cubicBezTo>
                    <a:pt x="49" y="13"/>
                    <a:pt x="51" y="10"/>
                    <a:pt x="47" y="9"/>
                  </a:cubicBezTo>
                  <a:cubicBezTo>
                    <a:pt x="44" y="7"/>
                    <a:pt x="34" y="2"/>
                    <a:pt x="33" y="2"/>
                  </a:cubicBezTo>
                  <a:cubicBezTo>
                    <a:pt x="31" y="1"/>
                    <a:pt x="23" y="0"/>
                    <a:pt x="17" y="2"/>
                  </a:cubicBezTo>
                  <a:cubicBezTo>
                    <a:pt x="12" y="4"/>
                    <a:pt x="3" y="9"/>
                    <a:pt x="0" y="15"/>
                  </a:cubicBezTo>
                  <a:cubicBezTo>
                    <a:pt x="0" y="15"/>
                    <a:pt x="5" y="22"/>
                    <a:pt x="14" y="22"/>
                  </a:cubicBezTo>
                  <a:cubicBezTo>
                    <a:pt x="23" y="22"/>
                    <a:pt x="28" y="20"/>
                    <a:pt x="32" y="18"/>
                  </a:cubicBezTo>
                  <a:cubicBezTo>
                    <a:pt x="36" y="16"/>
                    <a:pt x="42" y="13"/>
                    <a:pt x="44" y="13"/>
                  </a:cubicBezTo>
                  <a:cubicBezTo>
                    <a:pt x="46" y="13"/>
                    <a:pt x="49" y="13"/>
                    <a:pt x="49" y="13"/>
                  </a:cubicBezTo>
                  <a:close/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9853" name="Freeform 243">
              <a:extLst>
                <a:ext uri="{FF2B5EF4-FFF2-40B4-BE49-F238E27FC236}">
                  <a16:creationId xmlns:a16="http://schemas.microsoft.com/office/drawing/2014/main" id="{C264CE25-53C7-4DC9-A7B0-F0DD60EE73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3" y="901"/>
              <a:ext cx="54" cy="23"/>
            </a:xfrm>
            <a:custGeom>
              <a:avLst/>
              <a:gdLst>
                <a:gd name="T0" fmla="*/ 1 w 46"/>
                <a:gd name="T1" fmla="*/ 18 h 20"/>
                <a:gd name="T2" fmla="*/ 11 w 46"/>
                <a:gd name="T3" fmla="*/ 10 h 20"/>
                <a:gd name="T4" fmla="*/ 40 w 46"/>
                <a:gd name="T5" fmla="*/ 0 h 20"/>
                <a:gd name="T6" fmla="*/ 74 w 46"/>
                <a:gd name="T7" fmla="*/ 16 h 20"/>
                <a:gd name="T8" fmla="*/ 54 w 46"/>
                <a:gd name="T9" fmla="*/ 28 h 20"/>
                <a:gd name="T10" fmla="*/ 22 w 46"/>
                <a:gd name="T11" fmla="*/ 28 h 20"/>
                <a:gd name="T12" fmla="*/ 8 w 46"/>
                <a:gd name="T13" fmla="*/ 21 h 20"/>
                <a:gd name="T14" fmla="*/ 1 w 46"/>
                <a:gd name="T15" fmla="*/ 18 h 2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6" h="20">
                  <a:moveTo>
                    <a:pt x="1" y="12"/>
                  </a:moveTo>
                  <a:cubicBezTo>
                    <a:pt x="0" y="9"/>
                    <a:pt x="4" y="9"/>
                    <a:pt x="7" y="7"/>
                  </a:cubicBezTo>
                  <a:cubicBezTo>
                    <a:pt x="11" y="5"/>
                    <a:pt x="16" y="0"/>
                    <a:pt x="25" y="0"/>
                  </a:cubicBezTo>
                  <a:cubicBezTo>
                    <a:pt x="34" y="0"/>
                    <a:pt x="39" y="1"/>
                    <a:pt x="46" y="10"/>
                  </a:cubicBezTo>
                  <a:cubicBezTo>
                    <a:pt x="46" y="10"/>
                    <a:pt x="37" y="16"/>
                    <a:pt x="33" y="18"/>
                  </a:cubicBezTo>
                  <a:cubicBezTo>
                    <a:pt x="30" y="20"/>
                    <a:pt x="17" y="19"/>
                    <a:pt x="14" y="18"/>
                  </a:cubicBezTo>
                  <a:cubicBezTo>
                    <a:pt x="12" y="17"/>
                    <a:pt x="7" y="15"/>
                    <a:pt x="5" y="14"/>
                  </a:cubicBezTo>
                  <a:cubicBezTo>
                    <a:pt x="2" y="13"/>
                    <a:pt x="1" y="14"/>
                    <a:pt x="1" y="12"/>
                  </a:cubicBezTo>
                  <a:close/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9854" name="Freeform 244">
              <a:extLst>
                <a:ext uri="{FF2B5EF4-FFF2-40B4-BE49-F238E27FC236}">
                  <a16:creationId xmlns:a16="http://schemas.microsoft.com/office/drawing/2014/main" id="{81F70C2B-7761-4188-8821-6E52577F50C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5" y="887"/>
              <a:ext cx="54" cy="16"/>
            </a:xfrm>
            <a:custGeom>
              <a:avLst/>
              <a:gdLst>
                <a:gd name="T0" fmla="*/ 1 w 46"/>
                <a:gd name="T1" fmla="*/ 21 h 14"/>
                <a:gd name="T2" fmla="*/ 2 w 46"/>
                <a:gd name="T3" fmla="*/ 11 h 14"/>
                <a:gd name="T4" fmla="*/ 27 w 46"/>
                <a:gd name="T5" fmla="*/ 1 h 14"/>
                <a:gd name="T6" fmla="*/ 53 w 46"/>
                <a:gd name="T7" fmla="*/ 2 h 14"/>
                <a:gd name="T8" fmla="*/ 74 w 46"/>
                <a:gd name="T9" fmla="*/ 21 h 14"/>
                <a:gd name="T10" fmla="*/ 49 w 46"/>
                <a:gd name="T11" fmla="*/ 7 h 14"/>
                <a:gd name="T12" fmla="*/ 31 w 46"/>
                <a:gd name="T13" fmla="*/ 3 h 14"/>
                <a:gd name="T14" fmla="*/ 11 w 46"/>
                <a:gd name="T15" fmla="*/ 10 h 14"/>
                <a:gd name="T16" fmla="*/ 1 w 46"/>
                <a:gd name="T17" fmla="*/ 21 h 1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6" h="14">
                  <a:moveTo>
                    <a:pt x="1" y="14"/>
                  </a:moveTo>
                  <a:cubicBezTo>
                    <a:pt x="1" y="14"/>
                    <a:pt x="0" y="9"/>
                    <a:pt x="2" y="8"/>
                  </a:cubicBezTo>
                  <a:cubicBezTo>
                    <a:pt x="4" y="7"/>
                    <a:pt x="13" y="3"/>
                    <a:pt x="17" y="1"/>
                  </a:cubicBezTo>
                  <a:cubicBezTo>
                    <a:pt x="21" y="0"/>
                    <a:pt x="28" y="1"/>
                    <a:pt x="32" y="2"/>
                  </a:cubicBezTo>
                  <a:cubicBezTo>
                    <a:pt x="35" y="3"/>
                    <a:pt x="46" y="14"/>
                    <a:pt x="46" y="14"/>
                  </a:cubicBezTo>
                  <a:cubicBezTo>
                    <a:pt x="46" y="14"/>
                    <a:pt x="36" y="5"/>
                    <a:pt x="31" y="4"/>
                  </a:cubicBezTo>
                  <a:cubicBezTo>
                    <a:pt x="27" y="3"/>
                    <a:pt x="23" y="2"/>
                    <a:pt x="19" y="3"/>
                  </a:cubicBezTo>
                  <a:cubicBezTo>
                    <a:pt x="15" y="3"/>
                    <a:pt x="10" y="5"/>
                    <a:pt x="7" y="7"/>
                  </a:cubicBezTo>
                  <a:cubicBezTo>
                    <a:pt x="4" y="9"/>
                    <a:pt x="1" y="8"/>
                    <a:pt x="1" y="14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9855" name="Freeform 245">
              <a:extLst>
                <a:ext uri="{FF2B5EF4-FFF2-40B4-BE49-F238E27FC236}">
                  <a16:creationId xmlns:a16="http://schemas.microsoft.com/office/drawing/2014/main" id="{C2D8058E-EBED-4AFA-9602-EA660146F0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6" y="898"/>
              <a:ext cx="56" cy="17"/>
            </a:xfrm>
            <a:custGeom>
              <a:avLst/>
              <a:gdLst>
                <a:gd name="T0" fmla="*/ 76 w 48"/>
                <a:gd name="T1" fmla="*/ 18 h 14"/>
                <a:gd name="T2" fmla="*/ 58 w 48"/>
                <a:gd name="T3" fmla="*/ 0 h 14"/>
                <a:gd name="T4" fmla="*/ 21 w 48"/>
                <a:gd name="T5" fmla="*/ 6 h 14"/>
                <a:gd name="T6" fmla="*/ 0 w 48"/>
                <a:gd name="T7" fmla="*/ 25 h 14"/>
                <a:gd name="T8" fmla="*/ 26 w 48"/>
                <a:gd name="T9" fmla="*/ 7 h 14"/>
                <a:gd name="T10" fmla="*/ 63 w 48"/>
                <a:gd name="T11" fmla="*/ 2 h 14"/>
                <a:gd name="T12" fmla="*/ 76 w 48"/>
                <a:gd name="T13" fmla="*/ 18 h 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8" h="14">
                  <a:moveTo>
                    <a:pt x="48" y="10"/>
                  </a:moveTo>
                  <a:cubicBezTo>
                    <a:pt x="48" y="10"/>
                    <a:pt x="43" y="0"/>
                    <a:pt x="37" y="0"/>
                  </a:cubicBezTo>
                  <a:cubicBezTo>
                    <a:pt x="32" y="0"/>
                    <a:pt x="19" y="1"/>
                    <a:pt x="13" y="3"/>
                  </a:cubicBezTo>
                  <a:cubicBezTo>
                    <a:pt x="8" y="5"/>
                    <a:pt x="0" y="14"/>
                    <a:pt x="0" y="14"/>
                  </a:cubicBezTo>
                  <a:cubicBezTo>
                    <a:pt x="0" y="14"/>
                    <a:pt x="8" y="5"/>
                    <a:pt x="16" y="4"/>
                  </a:cubicBezTo>
                  <a:cubicBezTo>
                    <a:pt x="24" y="3"/>
                    <a:pt x="36" y="0"/>
                    <a:pt x="39" y="2"/>
                  </a:cubicBezTo>
                  <a:cubicBezTo>
                    <a:pt x="42" y="4"/>
                    <a:pt x="48" y="10"/>
                    <a:pt x="48" y="10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9856" name="Freeform 246">
              <a:extLst>
                <a:ext uri="{FF2B5EF4-FFF2-40B4-BE49-F238E27FC236}">
                  <a16:creationId xmlns:a16="http://schemas.microsoft.com/office/drawing/2014/main" id="{943785FE-DF1A-43A0-AF60-F3DE48577B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5" y="917"/>
              <a:ext cx="5" cy="5"/>
            </a:xfrm>
            <a:custGeom>
              <a:avLst/>
              <a:gdLst>
                <a:gd name="T0" fmla="*/ 8 w 4"/>
                <a:gd name="T1" fmla="*/ 0 h 4"/>
                <a:gd name="T2" fmla="*/ 6 w 4"/>
                <a:gd name="T3" fmla="*/ 1 h 4"/>
                <a:gd name="T4" fmla="*/ 6 w 4"/>
                <a:gd name="T5" fmla="*/ 6 h 4"/>
                <a:gd name="T6" fmla="*/ 1 w 4"/>
                <a:gd name="T7" fmla="*/ 8 h 4"/>
                <a:gd name="T8" fmla="*/ 8 w 4"/>
                <a:gd name="T9" fmla="*/ 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4" y="0"/>
                  </a:moveTo>
                  <a:cubicBezTo>
                    <a:pt x="4" y="1"/>
                    <a:pt x="3" y="1"/>
                    <a:pt x="3" y="1"/>
                  </a:cubicBezTo>
                  <a:cubicBezTo>
                    <a:pt x="3" y="2"/>
                    <a:pt x="3" y="3"/>
                    <a:pt x="3" y="3"/>
                  </a:cubicBezTo>
                  <a:cubicBezTo>
                    <a:pt x="3" y="4"/>
                    <a:pt x="1" y="4"/>
                    <a:pt x="1" y="4"/>
                  </a:cubicBezTo>
                  <a:cubicBezTo>
                    <a:pt x="0" y="3"/>
                    <a:pt x="2" y="1"/>
                    <a:pt x="4" y="0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9857" name="Freeform 247">
              <a:extLst>
                <a:ext uri="{FF2B5EF4-FFF2-40B4-BE49-F238E27FC236}">
                  <a16:creationId xmlns:a16="http://schemas.microsoft.com/office/drawing/2014/main" id="{0386BA6E-FD00-462F-BACB-435A8154CC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6" y="912"/>
              <a:ext cx="3" cy="5"/>
            </a:xfrm>
            <a:custGeom>
              <a:avLst/>
              <a:gdLst>
                <a:gd name="T0" fmla="*/ 0 w 2"/>
                <a:gd name="T1" fmla="*/ 6 h 4"/>
                <a:gd name="T2" fmla="*/ 5 w 2"/>
                <a:gd name="T3" fmla="*/ 0 h 4"/>
                <a:gd name="T4" fmla="*/ 5 w 2"/>
                <a:gd name="T5" fmla="*/ 8 h 4"/>
                <a:gd name="T6" fmla="*/ 0 w 2"/>
                <a:gd name="T7" fmla="*/ 8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4">
                  <a:moveTo>
                    <a:pt x="0" y="3"/>
                  </a:moveTo>
                  <a:cubicBezTo>
                    <a:pt x="1" y="4"/>
                    <a:pt x="1" y="1"/>
                    <a:pt x="1" y="0"/>
                  </a:cubicBezTo>
                  <a:cubicBezTo>
                    <a:pt x="2" y="1"/>
                    <a:pt x="2" y="3"/>
                    <a:pt x="1" y="4"/>
                  </a:cubicBezTo>
                  <a:cubicBezTo>
                    <a:pt x="1" y="4"/>
                    <a:pt x="1" y="4"/>
                    <a:pt x="0" y="4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9858" name="Freeform 248">
              <a:extLst>
                <a:ext uri="{FF2B5EF4-FFF2-40B4-BE49-F238E27FC236}">
                  <a16:creationId xmlns:a16="http://schemas.microsoft.com/office/drawing/2014/main" id="{8559DBAC-525F-424C-A7E5-46499F71F233}"/>
                </a:ext>
              </a:extLst>
            </p:cNvPr>
            <p:cNvSpPr>
              <a:spLocks/>
            </p:cNvSpPr>
            <p:nvPr/>
          </p:nvSpPr>
          <p:spPr bwMode="auto">
            <a:xfrm>
              <a:off x="673" y="1137"/>
              <a:ext cx="597" cy="1927"/>
            </a:xfrm>
            <a:custGeom>
              <a:avLst/>
              <a:gdLst>
                <a:gd name="T0" fmla="*/ 620 w 510"/>
                <a:gd name="T1" fmla="*/ 0 h 1653"/>
                <a:gd name="T2" fmla="*/ 627 w 510"/>
                <a:gd name="T3" fmla="*/ 76 h 1653"/>
                <a:gd name="T4" fmla="*/ 657 w 510"/>
                <a:gd name="T5" fmla="*/ 161 h 1653"/>
                <a:gd name="T6" fmla="*/ 763 w 510"/>
                <a:gd name="T7" fmla="*/ 372 h 1653"/>
                <a:gd name="T8" fmla="*/ 803 w 510"/>
                <a:gd name="T9" fmla="*/ 690 h 1653"/>
                <a:gd name="T10" fmla="*/ 733 w 510"/>
                <a:gd name="T11" fmla="*/ 1131 h 1653"/>
                <a:gd name="T12" fmla="*/ 694 w 510"/>
                <a:gd name="T13" fmla="*/ 1738 h 1653"/>
                <a:gd name="T14" fmla="*/ 640 w 510"/>
                <a:gd name="T15" fmla="*/ 2283 h 1653"/>
                <a:gd name="T16" fmla="*/ 627 w 510"/>
                <a:gd name="T17" fmla="*/ 2580 h 1653"/>
                <a:gd name="T18" fmla="*/ 473 w 510"/>
                <a:gd name="T19" fmla="*/ 2609 h 1653"/>
                <a:gd name="T20" fmla="*/ 200 w 510"/>
                <a:gd name="T21" fmla="*/ 2565 h 1653"/>
                <a:gd name="T22" fmla="*/ 77 w 510"/>
                <a:gd name="T23" fmla="*/ 2582 h 1653"/>
                <a:gd name="T24" fmla="*/ 103 w 510"/>
                <a:gd name="T25" fmla="*/ 2073 h 1653"/>
                <a:gd name="T26" fmla="*/ 171 w 510"/>
                <a:gd name="T27" fmla="*/ 1542 h 1653"/>
                <a:gd name="T28" fmla="*/ 214 w 510"/>
                <a:gd name="T29" fmla="*/ 1231 h 1653"/>
                <a:gd name="T30" fmla="*/ 247 w 510"/>
                <a:gd name="T31" fmla="*/ 984 h 1653"/>
                <a:gd name="T32" fmla="*/ 114 w 510"/>
                <a:gd name="T33" fmla="*/ 976 h 1653"/>
                <a:gd name="T34" fmla="*/ 61 w 510"/>
                <a:gd name="T35" fmla="*/ 972 h 1653"/>
                <a:gd name="T36" fmla="*/ 41 w 510"/>
                <a:gd name="T37" fmla="*/ 950 h 1653"/>
                <a:gd name="T38" fmla="*/ 9 w 510"/>
                <a:gd name="T39" fmla="*/ 884 h 1653"/>
                <a:gd name="T40" fmla="*/ 1 w 510"/>
                <a:gd name="T41" fmla="*/ 804 h 1653"/>
                <a:gd name="T42" fmla="*/ 37 w 510"/>
                <a:gd name="T43" fmla="*/ 732 h 1653"/>
                <a:gd name="T44" fmla="*/ 57 w 510"/>
                <a:gd name="T45" fmla="*/ 688 h 1653"/>
                <a:gd name="T46" fmla="*/ 85 w 510"/>
                <a:gd name="T47" fmla="*/ 638 h 1653"/>
                <a:gd name="T48" fmla="*/ 96 w 510"/>
                <a:gd name="T49" fmla="*/ 555 h 1653"/>
                <a:gd name="T50" fmla="*/ 133 w 510"/>
                <a:gd name="T51" fmla="*/ 472 h 1653"/>
                <a:gd name="T52" fmla="*/ 160 w 510"/>
                <a:gd name="T53" fmla="*/ 437 h 1653"/>
                <a:gd name="T54" fmla="*/ 201 w 510"/>
                <a:gd name="T55" fmla="*/ 246 h 1653"/>
                <a:gd name="T56" fmla="*/ 316 w 510"/>
                <a:gd name="T57" fmla="*/ 133 h 1653"/>
                <a:gd name="T58" fmla="*/ 472 w 510"/>
                <a:gd name="T59" fmla="*/ 77 h 1653"/>
                <a:gd name="T60" fmla="*/ 536 w 510"/>
                <a:gd name="T61" fmla="*/ 49 h 1653"/>
                <a:gd name="T62" fmla="*/ 618 w 510"/>
                <a:gd name="T63" fmla="*/ 0 h 1653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510" h="1653">
                  <a:moveTo>
                    <a:pt x="387" y="0"/>
                  </a:moveTo>
                  <a:cubicBezTo>
                    <a:pt x="391" y="48"/>
                    <a:pt x="391" y="48"/>
                    <a:pt x="391" y="48"/>
                  </a:cubicBezTo>
                  <a:cubicBezTo>
                    <a:pt x="391" y="48"/>
                    <a:pt x="398" y="81"/>
                    <a:pt x="409" y="101"/>
                  </a:cubicBezTo>
                  <a:cubicBezTo>
                    <a:pt x="420" y="121"/>
                    <a:pt x="464" y="189"/>
                    <a:pt x="476" y="235"/>
                  </a:cubicBezTo>
                  <a:cubicBezTo>
                    <a:pt x="489" y="280"/>
                    <a:pt x="510" y="368"/>
                    <a:pt x="501" y="436"/>
                  </a:cubicBezTo>
                  <a:cubicBezTo>
                    <a:pt x="492" y="504"/>
                    <a:pt x="462" y="665"/>
                    <a:pt x="457" y="714"/>
                  </a:cubicBezTo>
                  <a:cubicBezTo>
                    <a:pt x="452" y="763"/>
                    <a:pt x="441" y="1040"/>
                    <a:pt x="433" y="1097"/>
                  </a:cubicBezTo>
                  <a:cubicBezTo>
                    <a:pt x="425" y="1154"/>
                    <a:pt x="405" y="1381"/>
                    <a:pt x="399" y="1441"/>
                  </a:cubicBezTo>
                  <a:cubicBezTo>
                    <a:pt x="393" y="1501"/>
                    <a:pt x="391" y="1628"/>
                    <a:pt x="391" y="1628"/>
                  </a:cubicBezTo>
                  <a:cubicBezTo>
                    <a:pt x="391" y="1628"/>
                    <a:pt x="344" y="1653"/>
                    <a:pt x="295" y="1647"/>
                  </a:cubicBezTo>
                  <a:cubicBezTo>
                    <a:pt x="246" y="1641"/>
                    <a:pt x="175" y="1623"/>
                    <a:pt x="125" y="1619"/>
                  </a:cubicBezTo>
                  <a:cubicBezTo>
                    <a:pt x="75" y="1615"/>
                    <a:pt x="48" y="1630"/>
                    <a:pt x="48" y="1630"/>
                  </a:cubicBezTo>
                  <a:cubicBezTo>
                    <a:pt x="48" y="1630"/>
                    <a:pt x="53" y="1392"/>
                    <a:pt x="64" y="1308"/>
                  </a:cubicBezTo>
                  <a:cubicBezTo>
                    <a:pt x="75" y="1224"/>
                    <a:pt x="104" y="1016"/>
                    <a:pt x="107" y="974"/>
                  </a:cubicBezTo>
                  <a:cubicBezTo>
                    <a:pt x="110" y="932"/>
                    <a:pt x="128" y="814"/>
                    <a:pt x="133" y="777"/>
                  </a:cubicBezTo>
                  <a:cubicBezTo>
                    <a:pt x="138" y="740"/>
                    <a:pt x="154" y="621"/>
                    <a:pt x="154" y="621"/>
                  </a:cubicBezTo>
                  <a:cubicBezTo>
                    <a:pt x="154" y="621"/>
                    <a:pt x="89" y="614"/>
                    <a:pt x="71" y="616"/>
                  </a:cubicBezTo>
                  <a:cubicBezTo>
                    <a:pt x="53" y="618"/>
                    <a:pt x="46" y="612"/>
                    <a:pt x="38" y="613"/>
                  </a:cubicBezTo>
                  <a:cubicBezTo>
                    <a:pt x="30" y="614"/>
                    <a:pt x="34" y="614"/>
                    <a:pt x="26" y="600"/>
                  </a:cubicBezTo>
                  <a:cubicBezTo>
                    <a:pt x="18" y="586"/>
                    <a:pt x="7" y="581"/>
                    <a:pt x="6" y="558"/>
                  </a:cubicBezTo>
                  <a:cubicBezTo>
                    <a:pt x="5" y="535"/>
                    <a:pt x="2" y="524"/>
                    <a:pt x="1" y="508"/>
                  </a:cubicBezTo>
                  <a:cubicBezTo>
                    <a:pt x="0" y="492"/>
                    <a:pt x="14" y="473"/>
                    <a:pt x="23" y="462"/>
                  </a:cubicBezTo>
                  <a:cubicBezTo>
                    <a:pt x="32" y="451"/>
                    <a:pt x="33" y="447"/>
                    <a:pt x="36" y="434"/>
                  </a:cubicBezTo>
                  <a:cubicBezTo>
                    <a:pt x="39" y="421"/>
                    <a:pt x="46" y="398"/>
                    <a:pt x="53" y="402"/>
                  </a:cubicBezTo>
                  <a:cubicBezTo>
                    <a:pt x="53" y="402"/>
                    <a:pt x="56" y="369"/>
                    <a:pt x="60" y="350"/>
                  </a:cubicBezTo>
                  <a:cubicBezTo>
                    <a:pt x="64" y="331"/>
                    <a:pt x="74" y="301"/>
                    <a:pt x="83" y="298"/>
                  </a:cubicBezTo>
                  <a:cubicBezTo>
                    <a:pt x="92" y="295"/>
                    <a:pt x="100" y="294"/>
                    <a:pt x="100" y="276"/>
                  </a:cubicBezTo>
                  <a:cubicBezTo>
                    <a:pt x="100" y="258"/>
                    <a:pt x="117" y="171"/>
                    <a:pt x="126" y="155"/>
                  </a:cubicBezTo>
                  <a:cubicBezTo>
                    <a:pt x="135" y="139"/>
                    <a:pt x="149" y="103"/>
                    <a:pt x="197" y="84"/>
                  </a:cubicBezTo>
                  <a:cubicBezTo>
                    <a:pt x="245" y="65"/>
                    <a:pt x="283" y="54"/>
                    <a:pt x="294" y="49"/>
                  </a:cubicBezTo>
                  <a:cubicBezTo>
                    <a:pt x="305" y="44"/>
                    <a:pt x="319" y="40"/>
                    <a:pt x="334" y="31"/>
                  </a:cubicBezTo>
                  <a:cubicBezTo>
                    <a:pt x="349" y="22"/>
                    <a:pt x="385" y="0"/>
                    <a:pt x="38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9859" name="Freeform 249">
              <a:extLst>
                <a:ext uri="{FF2B5EF4-FFF2-40B4-BE49-F238E27FC236}">
                  <a16:creationId xmlns:a16="http://schemas.microsoft.com/office/drawing/2014/main" id="{7B6365DC-4CC8-448E-AAFC-5E3F3E1E9D65}"/>
                </a:ext>
              </a:extLst>
            </p:cNvPr>
            <p:cNvSpPr>
              <a:spLocks/>
            </p:cNvSpPr>
            <p:nvPr/>
          </p:nvSpPr>
          <p:spPr bwMode="auto">
            <a:xfrm>
              <a:off x="673" y="1137"/>
              <a:ext cx="597" cy="1927"/>
            </a:xfrm>
            <a:custGeom>
              <a:avLst/>
              <a:gdLst>
                <a:gd name="T0" fmla="*/ 620 w 510"/>
                <a:gd name="T1" fmla="*/ 0 h 1653"/>
                <a:gd name="T2" fmla="*/ 627 w 510"/>
                <a:gd name="T3" fmla="*/ 76 h 1653"/>
                <a:gd name="T4" fmla="*/ 657 w 510"/>
                <a:gd name="T5" fmla="*/ 161 h 1653"/>
                <a:gd name="T6" fmla="*/ 763 w 510"/>
                <a:gd name="T7" fmla="*/ 372 h 1653"/>
                <a:gd name="T8" fmla="*/ 803 w 510"/>
                <a:gd name="T9" fmla="*/ 690 h 1653"/>
                <a:gd name="T10" fmla="*/ 733 w 510"/>
                <a:gd name="T11" fmla="*/ 1131 h 1653"/>
                <a:gd name="T12" fmla="*/ 694 w 510"/>
                <a:gd name="T13" fmla="*/ 1738 h 1653"/>
                <a:gd name="T14" fmla="*/ 640 w 510"/>
                <a:gd name="T15" fmla="*/ 2283 h 1653"/>
                <a:gd name="T16" fmla="*/ 627 w 510"/>
                <a:gd name="T17" fmla="*/ 2580 h 1653"/>
                <a:gd name="T18" fmla="*/ 473 w 510"/>
                <a:gd name="T19" fmla="*/ 2609 h 1653"/>
                <a:gd name="T20" fmla="*/ 200 w 510"/>
                <a:gd name="T21" fmla="*/ 2565 h 1653"/>
                <a:gd name="T22" fmla="*/ 77 w 510"/>
                <a:gd name="T23" fmla="*/ 2582 h 1653"/>
                <a:gd name="T24" fmla="*/ 103 w 510"/>
                <a:gd name="T25" fmla="*/ 2073 h 1653"/>
                <a:gd name="T26" fmla="*/ 171 w 510"/>
                <a:gd name="T27" fmla="*/ 1542 h 1653"/>
                <a:gd name="T28" fmla="*/ 214 w 510"/>
                <a:gd name="T29" fmla="*/ 1231 h 1653"/>
                <a:gd name="T30" fmla="*/ 247 w 510"/>
                <a:gd name="T31" fmla="*/ 984 h 1653"/>
                <a:gd name="T32" fmla="*/ 114 w 510"/>
                <a:gd name="T33" fmla="*/ 976 h 1653"/>
                <a:gd name="T34" fmla="*/ 61 w 510"/>
                <a:gd name="T35" fmla="*/ 972 h 1653"/>
                <a:gd name="T36" fmla="*/ 41 w 510"/>
                <a:gd name="T37" fmla="*/ 950 h 1653"/>
                <a:gd name="T38" fmla="*/ 9 w 510"/>
                <a:gd name="T39" fmla="*/ 884 h 1653"/>
                <a:gd name="T40" fmla="*/ 1 w 510"/>
                <a:gd name="T41" fmla="*/ 804 h 1653"/>
                <a:gd name="T42" fmla="*/ 37 w 510"/>
                <a:gd name="T43" fmla="*/ 732 h 1653"/>
                <a:gd name="T44" fmla="*/ 57 w 510"/>
                <a:gd name="T45" fmla="*/ 688 h 1653"/>
                <a:gd name="T46" fmla="*/ 85 w 510"/>
                <a:gd name="T47" fmla="*/ 638 h 1653"/>
                <a:gd name="T48" fmla="*/ 96 w 510"/>
                <a:gd name="T49" fmla="*/ 555 h 1653"/>
                <a:gd name="T50" fmla="*/ 133 w 510"/>
                <a:gd name="T51" fmla="*/ 472 h 1653"/>
                <a:gd name="T52" fmla="*/ 160 w 510"/>
                <a:gd name="T53" fmla="*/ 437 h 1653"/>
                <a:gd name="T54" fmla="*/ 201 w 510"/>
                <a:gd name="T55" fmla="*/ 246 h 1653"/>
                <a:gd name="T56" fmla="*/ 316 w 510"/>
                <a:gd name="T57" fmla="*/ 133 h 1653"/>
                <a:gd name="T58" fmla="*/ 472 w 510"/>
                <a:gd name="T59" fmla="*/ 77 h 1653"/>
                <a:gd name="T60" fmla="*/ 536 w 510"/>
                <a:gd name="T61" fmla="*/ 49 h 1653"/>
                <a:gd name="T62" fmla="*/ 618 w 510"/>
                <a:gd name="T63" fmla="*/ 0 h 1653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510" h="1653">
                  <a:moveTo>
                    <a:pt x="387" y="0"/>
                  </a:moveTo>
                  <a:cubicBezTo>
                    <a:pt x="391" y="48"/>
                    <a:pt x="391" y="48"/>
                    <a:pt x="391" y="48"/>
                  </a:cubicBezTo>
                  <a:cubicBezTo>
                    <a:pt x="391" y="48"/>
                    <a:pt x="398" y="81"/>
                    <a:pt x="409" y="101"/>
                  </a:cubicBezTo>
                  <a:cubicBezTo>
                    <a:pt x="420" y="121"/>
                    <a:pt x="464" y="189"/>
                    <a:pt x="476" y="235"/>
                  </a:cubicBezTo>
                  <a:cubicBezTo>
                    <a:pt x="489" y="280"/>
                    <a:pt x="510" y="368"/>
                    <a:pt x="501" y="436"/>
                  </a:cubicBezTo>
                  <a:cubicBezTo>
                    <a:pt x="492" y="504"/>
                    <a:pt x="462" y="665"/>
                    <a:pt x="457" y="714"/>
                  </a:cubicBezTo>
                  <a:cubicBezTo>
                    <a:pt x="452" y="763"/>
                    <a:pt x="441" y="1040"/>
                    <a:pt x="433" y="1097"/>
                  </a:cubicBezTo>
                  <a:cubicBezTo>
                    <a:pt x="425" y="1154"/>
                    <a:pt x="405" y="1381"/>
                    <a:pt x="399" y="1441"/>
                  </a:cubicBezTo>
                  <a:cubicBezTo>
                    <a:pt x="393" y="1501"/>
                    <a:pt x="391" y="1628"/>
                    <a:pt x="391" y="1628"/>
                  </a:cubicBezTo>
                  <a:cubicBezTo>
                    <a:pt x="391" y="1628"/>
                    <a:pt x="344" y="1653"/>
                    <a:pt x="295" y="1647"/>
                  </a:cubicBezTo>
                  <a:cubicBezTo>
                    <a:pt x="246" y="1641"/>
                    <a:pt x="175" y="1623"/>
                    <a:pt x="125" y="1619"/>
                  </a:cubicBezTo>
                  <a:cubicBezTo>
                    <a:pt x="75" y="1615"/>
                    <a:pt x="48" y="1630"/>
                    <a:pt x="48" y="1630"/>
                  </a:cubicBezTo>
                  <a:cubicBezTo>
                    <a:pt x="48" y="1630"/>
                    <a:pt x="53" y="1392"/>
                    <a:pt x="64" y="1308"/>
                  </a:cubicBezTo>
                  <a:cubicBezTo>
                    <a:pt x="75" y="1224"/>
                    <a:pt x="104" y="1016"/>
                    <a:pt x="107" y="974"/>
                  </a:cubicBezTo>
                  <a:cubicBezTo>
                    <a:pt x="110" y="932"/>
                    <a:pt x="128" y="814"/>
                    <a:pt x="133" y="777"/>
                  </a:cubicBezTo>
                  <a:cubicBezTo>
                    <a:pt x="138" y="740"/>
                    <a:pt x="154" y="621"/>
                    <a:pt x="154" y="621"/>
                  </a:cubicBezTo>
                  <a:cubicBezTo>
                    <a:pt x="154" y="621"/>
                    <a:pt x="89" y="614"/>
                    <a:pt x="71" y="616"/>
                  </a:cubicBezTo>
                  <a:cubicBezTo>
                    <a:pt x="53" y="618"/>
                    <a:pt x="46" y="612"/>
                    <a:pt x="38" y="613"/>
                  </a:cubicBezTo>
                  <a:cubicBezTo>
                    <a:pt x="30" y="614"/>
                    <a:pt x="34" y="614"/>
                    <a:pt x="26" y="600"/>
                  </a:cubicBezTo>
                  <a:cubicBezTo>
                    <a:pt x="18" y="586"/>
                    <a:pt x="7" y="581"/>
                    <a:pt x="6" y="558"/>
                  </a:cubicBezTo>
                  <a:cubicBezTo>
                    <a:pt x="5" y="535"/>
                    <a:pt x="2" y="524"/>
                    <a:pt x="1" y="508"/>
                  </a:cubicBezTo>
                  <a:cubicBezTo>
                    <a:pt x="0" y="492"/>
                    <a:pt x="14" y="473"/>
                    <a:pt x="23" y="462"/>
                  </a:cubicBezTo>
                  <a:cubicBezTo>
                    <a:pt x="32" y="451"/>
                    <a:pt x="33" y="447"/>
                    <a:pt x="36" y="434"/>
                  </a:cubicBezTo>
                  <a:cubicBezTo>
                    <a:pt x="39" y="421"/>
                    <a:pt x="46" y="398"/>
                    <a:pt x="53" y="402"/>
                  </a:cubicBezTo>
                  <a:cubicBezTo>
                    <a:pt x="53" y="402"/>
                    <a:pt x="56" y="369"/>
                    <a:pt x="60" y="350"/>
                  </a:cubicBezTo>
                  <a:cubicBezTo>
                    <a:pt x="64" y="331"/>
                    <a:pt x="74" y="301"/>
                    <a:pt x="83" y="298"/>
                  </a:cubicBezTo>
                  <a:cubicBezTo>
                    <a:pt x="92" y="295"/>
                    <a:pt x="100" y="294"/>
                    <a:pt x="100" y="276"/>
                  </a:cubicBezTo>
                  <a:cubicBezTo>
                    <a:pt x="100" y="258"/>
                    <a:pt x="117" y="171"/>
                    <a:pt x="126" y="155"/>
                  </a:cubicBezTo>
                  <a:cubicBezTo>
                    <a:pt x="135" y="139"/>
                    <a:pt x="149" y="103"/>
                    <a:pt x="197" y="84"/>
                  </a:cubicBezTo>
                  <a:cubicBezTo>
                    <a:pt x="245" y="65"/>
                    <a:pt x="283" y="54"/>
                    <a:pt x="294" y="49"/>
                  </a:cubicBezTo>
                  <a:cubicBezTo>
                    <a:pt x="305" y="44"/>
                    <a:pt x="319" y="40"/>
                    <a:pt x="334" y="31"/>
                  </a:cubicBezTo>
                  <a:cubicBezTo>
                    <a:pt x="349" y="22"/>
                    <a:pt x="385" y="0"/>
                    <a:pt x="385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9860" name="Freeform 250">
              <a:extLst>
                <a:ext uri="{FF2B5EF4-FFF2-40B4-BE49-F238E27FC236}">
                  <a16:creationId xmlns:a16="http://schemas.microsoft.com/office/drawing/2014/main" id="{67AD55E2-964A-414D-874B-DB348A2180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3" y="1184"/>
              <a:ext cx="204" cy="590"/>
            </a:xfrm>
            <a:custGeom>
              <a:avLst/>
              <a:gdLst>
                <a:gd name="T0" fmla="*/ 0 w 174"/>
                <a:gd name="T1" fmla="*/ 0 h 506"/>
                <a:gd name="T2" fmla="*/ 56 w 174"/>
                <a:gd name="T3" fmla="*/ 189 h 506"/>
                <a:gd name="T4" fmla="*/ 137 w 174"/>
                <a:gd name="T5" fmla="*/ 213 h 506"/>
                <a:gd name="T6" fmla="*/ 165 w 174"/>
                <a:gd name="T7" fmla="*/ 236 h 506"/>
                <a:gd name="T8" fmla="*/ 124 w 174"/>
                <a:gd name="T9" fmla="*/ 297 h 506"/>
                <a:gd name="T10" fmla="*/ 268 w 174"/>
                <a:gd name="T11" fmla="*/ 557 h 506"/>
                <a:gd name="T12" fmla="*/ 256 w 174"/>
                <a:gd name="T13" fmla="*/ 802 h 50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4" h="506">
                  <a:moveTo>
                    <a:pt x="0" y="0"/>
                  </a:moveTo>
                  <a:cubicBezTo>
                    <a:pt x="0" y="0"/>
                    <a:pt x="3" y="85"/>
                    <a:pt x="35" y="119"/>
                  </a:cubicBezTo>
                  <a:cubicBezTo>
                    <a:pt x="35" y="119"/>
                    <a:pt x="70" y="130"/>
                    <a:pt x="85" y="135"/>
                  </a:cubicBezTo>
                  <a:cubicBezTo>
                    <a:pt x="100" y="140"/>
                    <a:pt x="113" y="139"/>
                    <a:pt x="102" y="148"/>
                  </a:cubicBezTo>
                  <a:cubicBezTo>
                    <a:pt x="91" y="157"/>
                    <a:pt x="66" y="181"/>
                    <a:pt x="77" y="188"/>
                  </a:cubicBezTo>
                  <a:cubicBezTo>
                    <a:pt x="88" y="195"/>
                    <a:pt x="158" y="269"/>
                    <a:pt x="166" y="352"/>
                  </a:cubicBezTo>
                  <a:cubicBezTo>
                    <a:pt x="174" y="435"/>
                    <a:pt x="159" y="506"/>
                    <a:pt x="159" y="506"/>
                  </a:cubicBezTo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9861" name="Freeform 251">
              <a:extLst>
                <a:ext uri="{FF2B5EF4-FFF2-40B4-BE49-F238E27FC236}">
                  <a16:creationId xmlns:a16="http://schemas.microsoft.com/office/drawing/2014/main" id="{15CE5642-BCA4-41EE-A8C2-A24F6569468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2" y="1149"/>
              <a:ext cx="393" cy="1875"/>
            </a:xfrm>
            <a:custGeom>
              <a:avLst/>
              <a:gdLst>
                <a:gd name="T0" fmla="*/ 6 w 335"/>
                <a:gd name="T1" fmla="*/ 0 h 1609"/>
                <a:gd name="T2" fmla="*/ 0 w 335"/>
                <a:gd name="T3" fmla="*/ 61 h 1609"/>
                <a:gd name="T4" fmla="*/ 54 w 335"/>
                <a:gd name="T5" fmla="*/ 165 h 1609"/>
                <a:gd name="T6" fmla="*/ 57 w 335"/>
                <a:gd name="T7" fmla="*/ 432 h 1609"/>
                <a:gd name="T8" fmla="*/ 66 w 335"/>
                <a:gd name="T9" fmla="*/ 897 h 1609"/>
                <a:gd name="T10" fmla="*/ 73 w 335"/>
                <a:gd name="T11" fmla="*/ 1404 h 1609"/>
                <a:gd name="T12" fmla="*/ 102 w 335"/>
                <a:gd name="T13" fmla="*/ 1807 h 1609"/>
                <a:gd name="T14" fmla="*/ 202 w 335"/>
                <a:gd name="T15" fmla="*/ 2529 h 1609"/>
                <a:gd name="T16" fmla="*/ 336 w 335"/>
                <a:gd name="T17" fmla="*/ 2528 h 1609"/>
                <a:gd name="T18" fmla="*/ 479 w 335"/>
                <a:gd name="T19" fmla="*/ 2490 h 1609"/>
                <a:gd name="T20" fmla="*/ 422 w 335"/>
                <a:gd name="T21" fmla="*/ 2267 h 1609"/>
                <a:gd name="T22" fmla="*/ 327 w 335"/>
                <a:gd name="T23" fmla="*/ 1717 h 1609"/>
                <a:gd name="T24" fmla="*/ 311 w 335"/>
                <a:gd name="T25" fmla="*/ 1644 h 1609"/>
                <a:gd name="T26" fmla="*/ 388 w 335"/>
                <a:gd name="T27" fmla="*/ 1657 h 1609"/>
                <a:gd name="T28" fmla="*/ 541 w 335"/>
                <a:gd name="T29" fmla="*/ 1624 h 1609"/>
                <a:gd name="T30" fmla="*/ 533 w 335"/>
                <a:gd name="T31" fmla="*/ 1473 h 1609"/>
                <a:gd name="T32" fmla="*/ 516 w 335"/>
                <a:gd name="T33" fmla="*/ 1367 h 1609"/>
                <a:gd name="T34" fmla="*/ 515 w 335"/>
                <a:gd name="T35" fmla="*/ 1247 h 1609"/>
                <a:gd name="T36" fmla="*/ 495 w 335"/>
                <a:gd name="T37" fmla="*/ 1069 h 1609"/>
                <a:gd name="T38" fmla="*/ 482 w 335"/>
                <a:gd name="T39" fmla="*/ 890 h 1609"/>
                <a:gd name="T40" fmla="*/ 460 w 335"/>
                <a:gd name="T41" fmla="*/ 718 h 1609"/>
                <a:gd name="T42" fmla="*/ 421 w 335"/>
                <a:gd name="T43" fmla="*/ 429 h 1609"/>
                <a:gd name="T44" fmla="*/ 392 w 335"/>
                <a:gd name="T45" fmla="*/ 281 h 1609"/>
                <a:gd name="T46" fmla="*/ 326 w 335"/>
                <a:gd name="T47" fmla="*/ 183 h 1609"/>
                <a:gd name="T48" fmla="*/ 222 w 335"/>
                <a:gd name="T49" fmla="*/ 136 h 1609"/>
                <a:gd name="T50" fmla="*/ 124 w 335"/>
                <a:gd name="T51" fmla="*/ 79 h 1609"/>
                <a:gd name="T52" fmla="*/ 53 w 335"/>
                <a:gd name="T53" fmla="*/ 36 h 1609"/>
                <a:gd name="T54" fmla="*/ 6 w 335"/>
                <a:gd name="T55" fmla="*/ 0 h 1609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335" h="1609">
                  <a:moveTo>
                    <a:pt x="3" y="0"/>
                  </a:moveTo>
                  <a:cubicBezTo>
                    <a:pt x="0" y="39"/>
                    <a:pt x="0" y="39"/>
                    <a:pt x="0" y="39"/>
                  </a:cubicBezTo>
                  <a:cubicBezTo>
                    <a:pt x="0" y="39"/>
                    <a:pt x="27" y="72"/>
                    <a:pt x="33" y="105"/>
                  </a:cubicBezTo>
                  <a:cubicBezTo>
                    <a:pt x="39" y="138"/>
                    <a:pt x="34" y="242"/>
                    <a:pt x="36" y="273"/>
                  </a:cubicBezTo>
                  <a:cubicBezTo>
                    <a:pt x="38" y="304"/>
                    <a:pt x="43" y="518"/>
                    <a:pt x="41" y="567"/>
                  </a:cubicBezTo>
                  <a:cubicBezTo>
                    <a:pt x="39" y="616"/>
                    <a:pt x="47" y="836"/>
                    <a:pt x="45" y="887"/>
                  </a:cubicBezTo>
                  <a:cubicBezTo>
                    <a:pt x="43" y="938"/>
                    <a:pt x="59" y="1103"/>
                    <a:pt x="63" y="1142"/>
                  </a:cubicBezTo>
                  <a:cubicBezTo>
                    <a:pt x="67" y="1181"/>
                    <a:pt x="108" y="1530"/>
                    <a:pt x="125" y="1598"/>
                  </a:cubicBezTo>
                  <a:cubicBezTo>
                    <a:pt x="125" y="1598"/>
                    <a:pt x="142" y="1609"/>
                    <a:pt x="208" y="1597"/>
                  </a:cubicBezTo>
                  <a:cubicBezTo>
                    <a:pt x="274" y="1585"/>
                    <a:pt x="297" y="1574"/>
                    <a:pt x="297" y="1574"/>
                  </a:cubicBezTo>
                  <a:cubicBezTo>
                    <a:pt x="297" y="1574"/>
                    <a:pt x="276" y="1485"/>
                    <a:pt x="262" y="1432"/>
                  </a:cubicBezTo>
                  <a:cubicBezTo>
                    <a:pt x="248" y="1379"/>
                    <a:pt x="209" y="1127"/>
                    <a:pt x="203" y="1085"/>
                  </a:cubicBezTo>
                  <a:cubicBezTo>
                    <a:pt x="197" y="1043"/>
                    <a:pt x="193" y="1039"/>
                    <a:pt x="193" y="1039"/>
                  </a:cubicBezTo>
                  <a:cubicBezTo>
                    <a:pt x="193" y="1039"/>
                    <a:pt x="193" y="1056"/>
                    <a:pt x="240" y="1047"/>
                  </a:cubicBezTo>
                  <a:cubicBezTo>
                    <a:pt x="287" y="1038"/>
                    <a:pt x="335" y="1031"/>
                    <a:pt x="335" y="1026"/>
                  </a:cubicBezTo>
                  <a:cubicBezTo>
                    <a:pt x="335" y="1021"/>
                    <a:pt x="333" y="965"/>
                    <a:pt x="330" y="931"/>
                  </a:cubicBezTo>
                  <a:cubicBezTo>
                    <a:pt x="327" y="897"/>
                    <a:pt x="319" y="887"/>
                    <a:pt x="320" y="864"/>
                  </a:cubicBezTo>
                  <a:cubicBezTo>
                    <a:pt x="321" y="841"/>
                    <a:pt x="328" y="816"/>
                    <a:pt x="319" y="788"/>
                  </a:cubicBezTo>
                  <a:cubicBezTo>
                    <a:pt x="310" y="760"/>
                    <a:pt x="308" y="707"/>
                    <a:pt x="307" y="675"/>
                  </a:cubicBezTo>
                  <a:cubicBezTo>
                    <a:pt x="306" y="643"/>
                    <a:pt x="298" y="588"/>
                    <a:pt x="298" y="563"/>
                  </a:cubicBezTo>
                  <a:cubicBezTo>
                    <a:pt x="298" y="538"/>
                    <a:pt x="290" y="497"/>
                    <a:pt x="285" y="454"/>
                  </a:cubicBezTo>
                  <a:cubicBezTo>
                    <a:pt x="280" y="411"/>
                    <a:pt x="267" y="299"/>
                    <a:pt x="261" y="271"/>
                  </a:cubicBezTo>
                  <a:cubicBezTo>
                    <a:pt x="255" y="243"/>
                    <a:pt x="250" y="199"/>
                    <a:pt x="243" y="178"/>
                  </a:cubicBezTo>
                  <a:cubicBezTo>
                    <a:pt x="236" y="157"/>
                    <a:pt x="221" y="128"/>
                    <a:pt x="202" y="116"/>
                  </a:cubicBezTo>
                  <a:cubicBezTo>
                    <a:pt x="183" y="104"/>
                    <a:pt x="157" y="93"/>
                    <a:pt x="137" y="86"/>
                  </a:cubicBezTo>
                  <a:cubicBezTo>
                    <a:pt x="117" y="79"/>
                    <a:pt x="95" y="57"/>
                    <a:pt x="77" y="50"/>
                  </a:cubicBezTo>
                  <a:cubicBezTo>
                    <a:pt x="59" y="43"/>
                    <a:pt x="40" y="29"/>
                    <a:pt x="32" y="23"/>
                  </a:cubicBezTo>
                  <a:cubicBezTo>
                    <a:pt x="24" y="17"/>
                    <a:pt x="3" y="0"/>
                    <a:pt x="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9862" name="Freeform 252">
              <a:extLst>
                <a:ext uri="{FF2B5EF4-FFF2-40B4-BE49-F238E27FC236}">
                  <a16:creationId xmlns:a16="http://schemas.microsoft.com/office/drawing/2014/main" id="{0EB487C7-074F-4452-982F-BC858E51D2D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2" y="1149"/>
              <a:ext cx="393" cy="1875"/>
            </a:xfrm>
            <a:custGeom>
              <a:avLst/>
              <a:gdLst>
                <a:gd name="T0" fmla="*/ 6 w 335"/>
                <a:gd name="T1" fmla="*/ 0 h 1609"/>
                <a:gd name="T2" fmla="*/ 0 w 335"/>
                <a:gd name="T3" fmla="*/ 61 h 1609"/>
                <a:gd name="T4" fmla="*/ 54 w 335"/>
                <a:gd name="T5" fmla="*/ 165 h 1609"/>
                <a:gd name="T6" fmla="*/ 57 w 335"/>
                <a:gd name="T7" fmla="*/ 432 h 1609"/>
                <a:gd name="T8" fmla="*/ 66 w 335"/>
                <a:gd name="T9" fmla="*/ 897 h 1609"/>
                <a:gd name="T10" fmla="*/ 73 w 335"/>
                <a:gd name="T11" fmla="*/ 1404 h 1609"/>
                <a:gd name="T12" fmla="*/ 102 w 335"/>
                <a:gd name="T13" fmla="*/ 1807 h 1609"/>
                <a:gd name="T14" fmla="*/ 202 w 335"/>
                <a:gd name="T15" fmla="*/ 2529 h 1609"/>
                <a:gd name="T16" fmla="*/ 336 w 335"/>
                <a:gd name="T17" fmla="*/ 2528 h 1609"/>
                <a:gd name="T18" fmla="*/ 479 w 335"/>
                <a:gd name="T19" fmla="*/ 2490 h 1609"/>
                <a:gd name="T20" fmla="*/ 422 w 335"/>
                <a:gd name="T21" fmla="*/ 2267 h 1609"/>
                <a:gd name="T22" fmla="*/ 327 w 335"/>
                <a:gd name="T23" fmla="*/ 1717 h 1609"/>
                <a:gd name="T24" fmla="*/ 311 w 335"/>
                <a:gd name="T25" fmla="*/ 1644 h 1609"/>
                <a:gd name="T26" fmla="*/ 388 w 335"/>
                <a:gd name="T27" fmla="*/ 1657 h 1609"/>
                <a:gd name="T28" fmla="*/ 541 w 335"/>
                <a:gd name="T29" fmla="*/ 1624 h 1609"/>
                <a:gd name="T30" fmla="*/ 533 w 335"/>
                <a:gd name="T31" fmla="*/ 1473 h 1609"/>
                <a:gd name="T32" fmla="*/ 516 w 335"/>
                <a:gd name="T33" fmla="*/ 1367 h 1609"/>
                <a:gd name="T34" fmla="*/ 515 w 335"/>
                <a:gd name="T35" fmla="*/ 1247 h 1609"/>
                <a:gd name="T36" fmla="*/ 495 w 335"/>
                <a:gd name="T37" fmla="*/ 1069 h 1609"/>
                <a:gd name="T38" fmla="*/ 482 w 335"/>
                <a:gd name="T39" fmla="*/ 890 h 1609"/>
                <a:gd name="T40" fmla="*/ 460 w 335"/>
                <a:gd name="T41" fmla="*/ 718 h 1609"/>
                <a:gd name="T42" fmla="*/ 421 w 335"/>
                <a:gd name="T43" fmla="*/ 429 h 1609"/>
                <a:gd name="T44" fmla="*/ 392 w 335"/>
                <a:gd name="T45" fmla="*/ 281 h 1609"/>
                <a:gd name="T46" fmla="*/ 326 w 335"/>
                <a:gd name="T47" fmla="*/ 183 h 1609"/>
                <a:gd name="T48" fmla="*/ 222 w 335"/>
                <a:gd name="T49" fmla="*/ 136 h 1609"/>
                <a:gd name="T50" fmla="*/ 124 w 335"/>
                <a:gd name="T51" fmla="*/ 79 h 1609"/>
                <a:gd name="T52" fmla="*/ 53 w 335"/>
                <a:gd name="T53" fmla="*/ 36 h 1609"/>
                <a:gd name="T54" fmla="*/ 6 w 335"/>
                <a:gd name="T55" fmla="*/ 0 h 1609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335" h="1609">
                  <a:moveTo>
                    <a:pt x="3" y="0"/>
                  </a:moveTo>
                  <a:cubicBezTo>
                    <a:pt x="0" y="39"/>
                    <a:pt x="0" y="39"/>
                    <a:pt x="0" y="39"/>
                  </a:cubicBezTo>
                  <a:cubicBezTo>
                    <a:pt x="0" y="39"/>
                    <a:pt x="27" y="72"/>
                    <a:pt x="33" y="105"/>
                  </a:cubicBezTo>
                  <a:cubicBezTo>
                    <a:pt x="39" y="138"/>
                    <a:pt x="34" y="242"/>
                    <a:pt x="36" y="273"/>
                  </a:cubicBezTo>
                  <a:cubicBezTo>
                    <a:pt x="38" y="304"/>
                    <a:pt x="43" y="518"/>
                    <a:pt x="41" y="567"/>
                  </a:cubicBezTo>
                  <a:cubicBezTo>
                    <a:pt x="39" y="616"/>
                    <a:pt x="47" y="836"/>
                    <a:pt x="45" y="887"/>
                  </a:cubicBezTo>
                  <a:cubicBezTo>
                    <a:pt x="43" y="938"/>
                    <a:pt x="59" y="1103"/>
                    <a:pt x="63" y="1142"/>
                  </a:cubicBezTo>
                  <a:cubicBezTo>
                    <a:pt x="67" y="1181"/>
                    <a:pt x="108" y="1530"/>
                    <a:pt x="125" y="1598"/>
                  </a:cubicBezTo>
                  <a:cubicBezTo>
                    <a:pt x="125" y="1598"/>
                    <a:pt x="142" y="1609"/>
                    <a:pt x="208" y="1597"/>
                  </a:cubicBezTo>
                  <a:cubicBezTo>
                    <a:pt x="274" y="1585"/>
                    <a:pt x="297" y="1574"/>
                    <a:pt x="297" y="1574"/>
                  </a:cubicBezTo>
                  <a:cubicBezTo>
                    <a:pt x="297" y="1574"/>
                    <a:pt x="276" y="1485"/>
                    <a:pt x="262" y="1432"/>
                  </a:cubicBezTo>
                  <a:cubicBezTo>
                    <a:pt x="248" y="1379"/>
                    <a:pt x="209" y="1127"/>
                    <a:pt x="203" y="1085"/>
                  </a:cubicBezTo>
                  <a:cubicBezTo>
                    <a:pt x="197" y="1043"/>
                    <a:pt x="193" y="1039"/>
                    <a:pt x="193" y="1039"/>
                  </a:cubicBezTo>
                  <a:cubicBezTo>
                    <a:pt x="193" y="1039"/>
                    <a:pt x="193" y="1056"/>
                    <a:pt x="240" y="1047"/>
                  </a:cubicBezTo>
                  <a:cubicBezTo>
                    <a:pt x="287" y="1038"/>
                    <a:pt x="335" y="1031"/>
                    <a:pt x="335" y="1026"/>
                  </a:cubicBezTo>
                  <a:cubicBezTo>
                    <a:pt x="335" y="1021"/>
                    <a:pt x="333" y="965"/>
                    <a:pt x="330" y="931"/>
                  </a:cubicBezTo>
                  <a:cubicBezTo>
                    <a:pt x="327" y="897"/>
                    <a:pt x="319" y="887"/>
                    <a:pt x="320" y="864"/>
                  </a:cubicBezTo>
                  <a:cubicBezTo>
                    <a:pt x="321" y="841"/>
                    <a:pt x="328" y="816"/>
                    <a:pt x="319" y="788"/>
                  </a:cubicBezTo>
                  <a:cubicBezTo>
                    <a:pt x="310" y="760"/>
                    <a:pt x="308" y="707"/>
                    <a:pt x="307" y="675"/>
                  </a:cubicBezTo>
                  <a:cubicBezTo>
                    <a:pt x="306" y="643"/>
                    <a:pt x="298" y="588"/>
                    <a:pt x="298" y="563"/>
                  </a:cubicBezTo>
                  <a:cubicBezTo>
                    <a:pt x="298" y="538"/>
                    <a:pt x="290" y="497"/>
                    <a:pt x="285" y="454"/>
                  </a:cubicBezTo>
                  <a:cubicBezTo>
                    <a:pt x="280" y="411"/>
                    <a:pt x="267" y="299"/>
                    <a:pt x="261" y="271"/>
                  </a:cubicBezTo>
                  <a:cubicBezTo>
                    <a:pt x="255" y="243"/>
                    <a:pt x="250" y="199"/>
                    <a:pt x="243" y="178"/>
                  </a:cubicBezTo>
                  <a:cubicBezTo>
                    <a:pt x="236" y="157"/>
                    <a:pt x="221" y="128"/>
                    <a:pt x="202" y="116"/>
                  </a:cubicBezTo>
                  <a:cubicBezTo>
                    <a:pt x="183" y="104"/>
                    <a:pt x="157" y="93"/>
                    <a:pt x="137" y="86"/>
                  </a:cubicBezTo>
                  <a:cubicBezTo>
                    <a:pt x="117" y="79"/>
                    <a:pt x="95" y="57"/>
                    <a:pt x="77" y="50"/>
                  </a:cubicBezTo>
                  <a:cubicBezTo>
                    <a:pt x="59" y="43"/>
                    <a:pt x="40" y="29"/>
                    <a:pt x="32" y="23"/>
                  </a:cubicBezTo>
                  <a:cubicBezTo>
                    <a:pt x="24" y="17"/>
                    <a:pt x="3" y="0"/>
                    <a:pt x="3" y="0"/>
                  </a:cubicBezTo>
                  <a:close/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9863" name="Freeform 253">
              <a:extLst>
                <a:ext uri="{FF2B5EF4-FFF2-40B4-BE49-F238E27FC236}">
                  <a16:creationId xmlns:a16="http://schemas.microsoft.com/office/drawing/2014/main" id="{47FD3BD4-FDFB-4E60-A22F-636FBC5F55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5" y="1186"/>
              <a:ext cx="101" cy="432"/>
            </a:xfrm>
            <a:custGeom>
              <a:avLst/>
              <a:gdLst>
                <a:gd name="T0" fmla="*/ 0 w 86"/>
                <a:gd name="T1" fmla="*/ 0 h 370"/>
                <a:gd name="T2" fmla="*/ 70 w 86"/>
                <a:gd name="T3" fmla="*/ 78 h 370"/>
                <a:gd name="T4" fmla="*/ 140 w 86"/>
                <a:gd name="T5" fmla="*/ 146 h 370"/>
                <a:gd name="T6" fmla="*/ 73 w 86"/>
                <a:gd name="T7" fmla="*/ 153 h 370"/>
                <a:gd name="T8" fmla="*/ 32 w 86"/>
                <a:gd name="T9" fmla="*/ 190 h 370"/>
                <a:gd name="T10" fmla="*/ 81 w 86"/>
                <a:gd name="T11" fmla="*/ 255 h 370"/>
                <a:gd name="T12" fmla="*/ 29 w 86"/>
                <a:gd name="T13" fmla="*/ 420 h 370"/>
                <a:gd name="T14" fmla="*/ 21 w 86"/>
                <a:gd name="T15" fmla="*/ 507 h 370"/>
                <a:gd name="T16" fmla="*/ 13 w 86"/>
                <a:gd name="T17" fmla="*/ 588 h 37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6" h="370">
                  <a:moveTo>
                    <a:pt x="0" y="0"/>
                  </a:moveTo>
                  <a:cubicBezTo>
                    <a:pt x="0" y="0"/>
                    <a:pt x="27" y="30"/>
                    <a:pt x="43" y="49"/>
                  </a:cubicBezTo>
                  <a:cubicBezTo>
                    <a:pt x="60" y="67"/>
                    <a:pt x="86" y="92"/>
                    <a:pt x="86" y="92"/>
                  </a:cubicBezTo>
                  <a:cubicBezTo>
                    <a:pt x="86" y="92"/>
                    <a:pt x="56" y="91"/>
                    <a:pt x="45" y="96"/>
                  </a:cubicBezTo>
                  <a:cubicBezTo>
                    <a:pt x="34" y="100"/>
                    <a:pt x="20" y="120"/>
                    <a:pt x="20" y="120"/>
                  </a:cubicBezTo>
                  <a:cubicBezTo>
                    <a:pt x="20" y="120"/>
                    <a:pt x="48" y="151"/>
                    <a:pt x="50" y="160"/>
                  </a:cubicBezTo>
                  <a:cubicBezTo>
                    <a:pt x="50" y="160"/>
                    <a:pt x="23" y="242"/>
                    <a:pt x="18" y="264"/>
                  </a:cubicBezTo>
                  <a:cubicBezTo>
                    <a:pt x="14" y="286"/>
                    <a:pt x="15" y="299"/>
                    <a:pt x="13" y="319"/>
                  </a:cubicBezTo>
                  <a:cubicBezTo>
                    <a:pt x="10" y="338"/>
                    <a:pt x="8" y="370"/>
                    <a:pt x="8" y="370"/>
                  </a:cubicBezTo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9864" name="Freeform 254">
              <a:extLst>
                <a:ext uri="{FF2B5EF4-FFF2-40B4-BE49-F238E27FC236}">
                  <a16:creationId xmlns:a16="http://schemas.microsoft.com/office/drawing/2014/main" id="{F057210E-C326-4E3B-B45B-AD99E6F1217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9" y="1562"/>
              <a:ext cx="100" cy="42"/>
            </a:xfrm>
            <a:custGeom>
              <a:avLst/>
              <a:gdLst>
                <a:gd name="T0" fmla="*/ 0 w 85"/>
                <a:gd name="T1" fmla="*/ 0 h 36"/>
                <a:gd name="T2" fmla="*/ 135 w 85"/>
                <a:gd name="T3" fmla="*/ 8 h 36"/>
                <a:gd name="T4" fmla="*/ 139 w 85"/>
                <a:gd name="T5" fmla="*/ 43 h 36"/>
                <a:gd name="T6" fmla="*/ 1 w 85"/>
                <a:gd name="T7" fmla="*/ 40 h 36"/>
                <a:gd name="T8" fmla="*/ 0 w 85"/>
                <a:gd name="T9" fmla="*/ 0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5" h="36">
                  <a:moveTo>
                    <a:pt x="0" y="0"/>
                  </a:moveTo>
                  <a:cubicBezTo>
                    <a:pt x="0" y="0"/>
                    <a:pt x="49" y="12"/>
                    <a:pt x="83" y="5"/>
                  </a:cubicBezTo>
                  <a:cubicBezTo>
                    <a:pt x="85" y="27"/>
                    <a:pt x="85" y="27"/>
                    <a:pt x="85" y="27"/>
                  </a:cubicBezTo>
                  <a:cubicBezTo>
                    <a:pt x="85" y="27"/>
                    <a:pt x="13" y="36"/>
                    <a:pt x="1" y="25"/>
                  </a:cubicBezTo>
                  <a:lnTo>
                    <a:pt x="0" y="0"/>
                  </a:lnTo>
                  <a:close/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9865" name="Freeform 255">
              <a:extLst>
                <a:ext uri="{FF2B5EF4-FFF2-40B4-BE49-F238E27FC236}">
                  <a16:creationId xmlns:a16="http://schemas.microsoft.com/office/drawing/2014/main" id="{0B941B59-31DB-4A29-B807-F3320F343AE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9" y="1430"/>
              <a:ext cx="31" cy="934"/>
            </a:xfrm>
            <a:custGeom>
              <a:avLst/>
              <a:gdLst>
                <a:gd name="T0" fmla="*/ 17 w 26"/>
                <a:gd name="T1" fmla="*/ 0 h 801"/>
                <a:gd name="T2" fmla="*/ 10 w 26"/>
                <a:gd name="T3" fmla="*/ 136 h 801"/>
                <a:gd name="T4" fmla="*/ 8 w 26"/>
                <a:gd name="T5" fmla="*/ 278 h 801"/>
                <a:gd name="T6" fmla="*/ 10 w 26"/>
                <a:gd name="T7" fmla="*/ 548 h 801"/>
                <a:gd name="T8" fmla="*/ 7 w 26"/>
                <a:gd name="T9" fmla="*/ 694 h 801"/>
                <a:gd name="T10" fmla="*/ 36 w 26"/>
                <a:gd name="T11" fmla="*/ 957 h 801"/>
                <a:gd name="T12" fmla="*/ 44 w 26"/>
                <a:gd name="T13" fmla="*/ 1270 h 80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" h="801">
                  <a:moveTo>
                    <a:pt x="10" y="0"/>
                  </a:moveTo>
                  <a:cubicBezTo>
                    <a:pt x="10" y="0"/>
                    <a:pt x="9" y="70"/>
                    <a:pt x="6" y="86"/>
                  </a:cubicBezTo>
                  <a:cubicBezTo>
                    <a:pt x="2" y="102"/>
                    <a:pt x="4" y="149"/>
                    <a:pt x="5" y="175"/>
                  </a:cubicBezTo>
                  <a:cubicBezTo>
                    <a:pt x="5" y="201"/>
                    <a:pt x="11" y="320"/>
                    <a:pt x="6" y="346"/>
                  </a:cubicBezTo>
                  <a:cubicBezTo>
                    <a:pt x="0" y="372"/>
                    <a:pt x="1" y="406"/>
                    <a:pt x="4" y="437"/>
                  </a:cubicBezTo>
                  <a:cubicBezTo>
                    <a:pt x="7" y="468"/>
                    <a:pt x="20" y="576"/>
                    <a:pt x="21" y="604"/>
                  </a:cubicBezTo>
                  <a:cubicBezTo>
                    <a:pt x="21" y="632"/>
                    <a:pt x="18" y="759"/>
                    <a:pt x="26" y="801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9866" name="Freeform 256">
              <a:extLst>
                <a:ext uri="{FF2B5EF4-FFF2-40B4-BE49-F238E27FC236}">
                  <a16:creationId xmlns:a16="http://schemas.microsoft.com/office/drawing/2014/main" id="{A0B8BC0D-43B2-4A6F-B432-304AE78D4D8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0" y="2304"/>
              <a:ext cx="164" cy="44"/>
            </a:xfrm>
            <a:custGeom>
              <a:avLst/>
              <a:gdLst>
                <a:gd name="T0" fmla="*/ 0 w 140"/>
                <a:gd name="T1" fmla="*/ 59 h 38"/>
                <a:gd name="T2" fmla="*/ 115 w 140"/>
                <a:gd name="T3" fmla="*/ 3 h 38"/>
                <a:gd name="T4" fmla="*/ 225 w 140"/>
                <a:gd name="T5" fmla="*/ 57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0" h="38">
                  <a:moveTo>
                    <a:pt x="0" y="38"/>
                  </a:moveTo>
                  <a:cubicBezTo>
                    <a:pt x="0" y="38"/>
                    <a:pt x="8" y="5"/>
                    <a:pt x="72" y="3"/>
                  </a:cubicBezTo>
                  <a:cubicBezTo>
                    <a:pt x="136" y="0"/>
                    <a:pt x="140" y="36"/>
                    <a:pt x="140" y="36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9867" name="Freeform 257">
              <a:extLst>
                <a:ext uri="{FF2B5EF4-FFF2-40B4-BE49-F238E27FC236}">
                  <a16:creationId xmlns:a16="http://schemas.microsoft.com/office/drawing/2014/main" id="{8AB849CE-5648-46EA-AE3E-FC9FFFF152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9" y="1396"/>
              <a:ext cx="42" cy="119"/>
            </a:xfrm>
            <a:custGeom>
              <a:avLst/>
              <a:gdLst>
                <a:gd name="T0" fmla="*/ 0 w 36"/>
                <a:gd name="T1" fmla="*/ 162 h 102"/>
                <a:gd name="T2" fmla="*/ 22 w 36"/>
                <a:gd name="T3" fmla="*/ 105 h 102"/>
                <a:gd name="T4" fmla="*/ 41 w 36"/>
                <a:gd name="T5" fmla="*/ 47 h 102"/>
                <a:gd name="T6" fmla="*/ 57 w 36"/>
                <a:gd name="T7" fmla="*/ 0 h 10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" h="102">
                  <a:moveTo>
                    <a:pt x="0" y="102"/>
                  </a:moveTo>
                  <a:cubicBezTo>
                    <a:pt x="0" y="102"/>
                    <a:pt x="10" y="85"/>
                    <a:pt x="14" y="66"/>
                  </a:cubicBezTo>
                  <a:cubicBezTo>
                    <a:pt x="17" y="48"/>
                    <a:pt x="22" y="37"/>
                    <a:pt x="26" y="29"/>
                  </a:cubicBezTo>
                  <a:cubicBezTo>
                    <a:pt x="29" y="21"/>
                    <a:pt x="36" y="0"/>
                    <a:pt x="36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9868" name="Freeform 258">
              <a:extLst>
                <a:ext uri="{FF2B5EF4-FFF2-40B4-BE49-F238E27FC236}">
                  <a16:creationId xmlns:a16="http://schemas.microsoft.com/office/drawing/2014/main" id="{CCBE5CBC-D14C-4DC3-A372-221160B4C83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9" y="1893"/>
              <a:ext cx="43" cy="63"/>
            </a:xfrm>
            <a:custGeom>
              <a:avLst/>
              <a:gdLst>
                <a:gd name="T0" fmla="*/ 56 w 37"/>
                <a:gd name="T1" fmla="*/ 47 h 54"/>
                <a:gd name="T2" fmla="*/ 26 w 37"/>
                <a:gd name="T3" fmla="*/ 84 h 54"/>
                <a:gd name="T4" fmla="*/ 2 w 37"/>
                <a:gd name="T5" fmla="*/ 40 h 54"/>
                <a:gd name="T6" fmla="*/ 33 w 37"/>
                <a:gd name="T7" fmla="*/ 1 h 54"/>
                <a:gd name="T8" fmla="*/ 56 w 37"/>
                <a:gd name="T9" fmla="*/ 47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" h="54">
                  <a:moveTo>
                    <a:pt x="35" y="29"/>
                  </a:moveTo>
                  <a:cubicBezTo>
                    <a:pt x="34" y="43"/>
                    <a:pt x="25" y="54"/>
                    <a:pt x="16" y="53"/>
                  </a:cubicBezTo>
                  <a:cubicBezTo>
                    <a:pt x="6" y="52"/>
                    <a:pt x="0" y="40"/>
                    <a:pt x="2" y="25"/>
                  </a:cubicBezTo>
                  <a:cubicBezTo>
                    <a:pt x="3" y="11"/>
                    <a:pt x="12" y="0"/>
                    <a:pt x="21" y="1"/>
                  </a:cubicBezTo>
                  <a:cubicBezTo>
                    <a:pt x="31" y="2"/>
                    <a:pt x="37" y="14"/>
                    <a:pt x="35" y="29"/>
                  </a:cubicBezTo>
                  <a:close/>
                </a:path>
              </a:pathLst>
            </a:custGeom>
            <a:solidFill>
              <a:srgbClr val="D3D3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9869" name="Freeform 259">
              <a:extLst>
                <a:ext uri="{FF2B5EF4-FFF2-40B4-BE49-F238E27FC236}">
                  <a16:creationId xmlns:a16="http://schemas.microsoft.com/office/drawing/2014/main" id="{5C967C87-4166-4787-9817-DE68CD66D0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0" y="2049"/>
              <a:ext cx="43" cy="63"/>
            </a:xfrm>
            <a:custGeom>
              <a:avLst/>
              <a:gdLst>
                <a:gd name="T0" fmla="*/ 56 w 37"/>
                <a:gd name="T1" fmla="*/ 47 h 54"/>
                <a:gd name="T2" fmla="*/ 23 w 37"/>
                <a:gd name="T3" fmla="*/ 84 h 54"/>
                <a:gd name="T4" fmla="*/ 1 w 37"/>
                <a:gd name="T5" fmla="*/ 41 h 54"/>
                <a:gd name="T6" fmla="*/ 33 w 37"/>
                <a:gd name="T7" fmla="*/ 1 h 54"/>
                <a:gd name="T8" fmla="*/ 56 w 37"/>
                <a:gd name="T9" fmla="*/ 47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" h="54">
                  <a:moveTo>
                    <a:pt x="35" y="29"/>
                  </a:moveTo>
                  <a:cubicBezTo>
                    <a:pt x="33" y="44"/>
                    <a:pt x="25" y="54"/>
                    <a:pt x="15" y="53"/>
                  </a:cubicBezTo>
                  <a:cubicBezTo>
                    <a:pt x="6" y="52"/>
                    <a:pt x="0" y="40"/>
                    <a:pt x="1" y="26"/>
                  </a:cubicBezTo>
                  <a:cubicBezTo>
                    <a:pt x="3" y="11"/>
                    <a:pt x="12" y="0"/>
                    <a:pt x="21" y="1"/>
                  </a:cubicBezTo>
                  <a:cubicBezTo>
                    <a:pt x="30" y="2"/>
                    <a:pt x="37" y="15"/>
                    <a:pt x="35" y="29"/>
                  </a:cubicBezTo>
                  <a:close/>
                </a:path>
              </a:pathLst>
            </a:custGeom>
            <a:solidFill>
              <a:srgbClr val="D3D3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9870" name="Freeform 260">
              <a:extLst>
                <a:ext uri="{FF2B5EF4-FFF2-40B4-BE49-F238E27FC236}">
                  <a16:creationId xmlns:a16="http://schemas.microsoft.com/office/drawing/2014/main" id="{716A0997-A897-4553-A178-7679502704E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9" y="1893"/>
              <a:ext cx="43" cy="63"/>
            </a:xfrm>
            <a:custGeom>
              <a:avLst/>
              <a:gdLst>
                <a:gd name="T0" fmla="*/ 56 w 37"/>
                <a:gd name="T1" fmla="*/ 47 h 54"/>
                <a:gd name="T2" fmla="*/ 26 w 37"/>
                <a:gd name="T3" fmla="*/ 84 h 54"/>
                <a:gd name="T4" fmla="*/ 2 w 37"/>
                <a:gd name="T5" fmla="*/ 40 h 54"/>
                <a:gd name="T6" fmla="*/ 33 w 37"/>
                <a:gd name="T7" fmla="*/ 1 h 54"/>
                <a:gd name="T8" fmla="*/ 56 w 37"/>
                <a:gd name="T9" fmla="*/ 47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" h="54">
                  <a:moveTo>
                    <a:pt x="35" y="29"/>
                  </a:moveTo>
                  <a:cubicBezTo>
                    <a:pt x="34" y="43"/>
                    <a:pt x="25" y="54"/>
                    <a:pt x="16" y="53"/>
                  </a:cubicBezTo>
                  <a:cubicBezTo>
                    <a:pt x="7" y="52"/>
                    <a:pt x="0" y="40"/>
                    <a:pt x="2" y="25"/>
                  </a:cubicBezTo>
                  <a:cubicBezTo>
                    <a:pt x="3" y="11"/>
                    <a:pt x="12" y="0"/>
                    <a:pt x="21" y="1"/>
                  </a:cubicBezTo>
                  <a:cubicBezTo>
                    <a:pt x="31" y="2"/>
                    <a:pt x="37" y="14"/>
                    <a:pt x="35" y="29"/>
                  </a:cubicBezTo>
                  <a:close/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9871" name="Freeform 261">
              <a:extLst>
                <a:ext uri="{FF2B5EF4-FFF2-40B4-BE49-F238E27FC236}">
                  <a16:creationId xmlns:a16="http://schemas.microsoft.com/office/drawing/2014/main" id="{F6854B79-D5A3-4B0F-B241-98770D6026E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0" y="2049"/>
              <a:ext cx="43" cy="63"/>
            </a:xfrm>
            <a:custGeom>
              <a:avLst/>
              <a:gdLst>
                <a:gd name="T0" fmla="*/ 56 w 37"/>
                <a:gd name="T1" fmla="*/ 47 h 54"/>
                <a:gd name="T2" fmla="*/ 23 w 37"/>
                <a:gd name="T3" fmla="*/ 84 h 54"/>
                <a:gd name="T4" fmla="*/ 1 w 37"/>
                <a:gd name="T5" fmla="*/ 41 h 54"/>
                <a:gd name="T6" fmla="*/ 33 w 37"/>
                <a:gd name="T7" fmla="*/ 1 h 54"/>
                <a:gd name="T8" fmla="*/ 56 w 37"/>
                <a:gd name="T9" fmla="*/ 47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" h="54">
                  <a:moveTo>
                    <a:pt x="35" y="29"/>
                  </a:moveTo>
                  <a:cubicBezTo>
                    <a:pt x="34" y="44"/>
                    <a:pt x="25" y="54"/>
                    <a:pt x="15" y="53"/>
                  </a:cubicBezTo>
                  <a:cubicBezTo>
                    <a:pt x="6" y="52"/>
                    <a:pt x="0" y="40"/>
                    <a:pt x="1" y="26"/>
                  </a:cubicBezTo>
                  <a:cubicBezTo>
                    <a:pt x="3" y="11"/>
                    <a:pt x="12" y="0"/>
                    <a:pt x="21" y="1"/>
                  </a:cubicBezTo>
                  <a:cubicBezTo>
                    <a:pt x="30" y="2"/>
                    <a:pt x="37" y="15"/>
                    <a:pt x="35" y="29"/>
                  </a:cubicBezTo>
                  <a:close/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9872" name="Freeform 262">
              <a:extLst>
                <a:ext uri="{FF2B5EF4-FFF2-40B4-BE49-F238E27FC236}">
                  <a16:creationId xmlns:a16="http://schemas.microsoft.com/office/drawing/2014/main" id="{CA96E9C7-A232-483E-8A53-452ACA156B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8" y="1678"/>
              <a:ext cx="6" cy="1"/>
            </a:xfrm>
            <a:custGeom>
              <a:avLst/>
              <a:gdLst>
                <a:gd name="T0" fmla="*/ 8 w 5"/>
                <a:gd name="T1" fmla="*/ 0 h 1"/>
                <a:gd name="T2" fmla="*/ 0 w 5"/>
                <a:gd name="T3" fmla="*/ 1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">
                  <a:moveTo>
                    <a:pt x="5" y="0"/>
                  </a:moveTo>
                  <a:cubicBezTo>
                    <a:pt x="3" y="0"/>
                    <a:pt x="2" y="0"/>
                    <a:pt x="0" y="1"/>
                  </a:cubicBezTo>
                </a:path>
              </a:pathLst>
            </a:custGeom>
            <a:noFill/>
            <a:ln w="7938" cap="flat">
              <a:solidFill>
                <a:srgbClr val="B4101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9873" name="Freeform 263">
              <a:extLst>
                <a:ext uri="{FF2B5EF4-FFF2-40B4-BE49-F238E27FC236}">
                  <a16:creationId xmlns:a16="http://schemas.microsoft.com/office/drawing/2014/main" id="{3DB0A9E0-A134-4542-BB99-6515D5E2DF3A}"/>
                </a:ext>
              </a:extLst>
            </p:cNvPr>
            <p:cNvSpPr>
              <a:spLocks/>
            </p:cNvSpPr>
            <p:nvPr/>
          </p:nvSpPr>
          <p:spPr bwMode="auto">
            <a:xfrm>
              <a:off x="852" y="1733"/>
              <a:ext cx="195" cy="133"/>
            </a:xfrm>
            <a:custGeom>
              <a:avLst/>
              <a:gdLst>
                <a:gd name="T0" fmla="*/ 0 w 166"/>
                <a:gd name="T1" fmla="*/ 174 h 114"/>
                <a:gd name="T2" fmla="*/ 213 w 166"/>
                <a:gd name="T3" fmla="*/ 161 h 114"/>
                <a:gd name="T4" fmla="*/ 261 w 166"/>
                <a:gd name="T5" fmla="*/ 0 h 1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6" h="114">
                  <a:moveTo>
                    <a:pt x="0" y="110"/>
                  </a:moveTo>
                  <a:cubicBezTo>
                    <a:pt x="0" y="110"/>
                    <a:pt x="96" y="114"/>
                    <a:pt x="131" y="101"/>
                  </a:cubicBezTo>
                  <a:cubicBezTo>
                    <a:pt x="166" y="88"/>
                    <a:pt x="161" y="0"/>
                    <a:pt x="161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9874" name="Freeform 264">
              <a:extLst>
                <a:ext uri="{FF2B5EF4-FFF2-40B4-BE49-F238E27FC236}">
                  <a16:creationId xmlns:a16="http://schemas.microsoft.com/office/drawing/2014/main" id="{35B809A9-4DD0-47F8-8674-EB0F759A81E1}"/>
                </a:ext>
              </a:extLst>
            </p:cNvPr>
            <p:cNvSpPr>
              <a:spLocks/>
            </p:cNvSpPr>
            <p:nvPr/>
          </p:nvSpPr>
          <p:spPr bwMode="auto">
            <a:xfrm>
              <a:off x="978" y="1791"/>
              <a:ext cx="31" cy="60"/>
            </a:xfrm>
            <a:custGeom>
              <a:avLst/>
              <a:gdLst>
                <a:gd name="T0" fmla="*/ 41 w 27"/>
                <a:gd name="T1" fmla="*/ 84 h 51"/>
                <a:gd name="T2" fmla="*/ 0 w 27"/>
                <a:gd name="T3" fmla="*/ 0 h 5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51">
                  <a:moveTo>
                    <a:pt x="27" y="51"/>
                  </a:moveTo>
                  <a:cubicBezTo>
                    <a:pt x="27" y="51"/>
                    <a:pt x="9" y="49"/>
                    <a:pt x="0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9875" name="Freeform 265">
              <a:extLst>
                <a:ext uri="{FF2B5EF4-FFF2-40B4-BE49-F238E27FC236}">
                  <a16:creationId xmlns:a16="http://schemas.microsoft.com/office/drawing/2014/main" id="{0E27EC20-41BE-42F0-856E-9BAEF542E06B}"/>
                </a:ext>
              </a:extLst>
            </p:cNvPr>
            <p:cNvSpPr>
              <a:spLocks/>
            </p:cNvSpPr>
            <p:nvPr/>
          </p:nvSpPr>
          <p:spPr bwMode="auto">
            <a:xfrm>
              <a:off x="740" y="1618"/>
              <a:ext cx="260" cy="43"/>
            </a:xfrm>
            <a:custGeom>
              <a:avLst/>
              <a:gdLst>
                <a:gd name="T0" fmla="*/ 357 w 222"/>
                <a:gd name="T1" fmla="*/ 8 h 37"/>
                <a:gd name="T2" fmla="*/ 335 w 222"/>
                <a:gd name="T3" fmla="*/ 3 h 37"/>
                <a:gd name="T4" fmla="*/ 274 w 222"/>
                <a:gd name="T5" fmla="*/ 10 h 37"/>
                <a:gd name="T6" fmla="*/ 218 w 222"/>
                <a:gd name="T7" fmla="*/ 28 h 37"/>
                <a:gd name="T8" fmla="*/ 171 w 222"/>
                <a:gd name="T9" fmla="*/ 40 h 37"/>
                <a:gd name="T10" fmla="*/ 112 w 222"/>
                <a:gd name="T11" fmla="*/ 51 h 37"/>
                <a:gd name="T12" fmla="*/ 0 w 222"/>
                <a:gd name="T13" fmla="*/ 58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2" h="37">
                  <a:moveTo>
                    <a:pt x="222" y="5"/>
                  </a:moveTo>
                  <a:cubicBezTo>
                    <a:pt x="222" y="5"/>
                    <a:pt x="218" y="0"/>
                    <a:pt x="208" y="3"/>
                  </a:cubicBezTo>
                  <a:cubicBezTo>
                    <a:pt x="199" y="6"/>
                    <a:pt x="181" y="4"/>
                    <a:pt x="171" y="7"/>
                  </a:cubicBezTo>
                  <a:cubicBezTo>
                    <a:pt x="161" y="9"/>
                    <a:pt x="148" y="17"/>
                    <a:pt x="136" y="18"/>
                  </a:cubicBezTo>
                  <a:cubicBezTo>
                    <a:pt x="123" y="19"/>
                    <a:pt x="117" y="18"/>
                    <a:pt x="107" y="25"/>
                  </a:cubicBezTo>
                  <a:cubicBezTo>
                    <a:pt x="97" y="32"/>
                    <a:pt x="87" y="34"/>
                    <a:pt x="70" y="33"/>
                  </a:cubicBezTo>
                  <a:cubicBezTo>
                    <a:pt x="54" y="31"/>
                    <a:pt x="24" y="29"/>
                    <a:pt x="0" y="37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9876" name="Freeform 266">
              <a:extLst>
                <a:ext uri="{FF2B5EF4-FFF2-40B4-BE49-F238E27FC236}">
                  <a16:creationId xmlns:a16="http://schemas.microsoft.com/office/drawing/2014/main" id="{05412B4B-1AC2-4D5A-8B8F-E41B939A9AFE}"/>
                </a:ext>
              </a:extLst>
            </p:cNvPr>
            <p:cNvSpPr>
              <a:spLocks/>
            </p:cNvSpPr>
            <p:nvPr/>
          </p:nvSpPr>
          <p:spPr bwMode="auto">
            <a:xfrm>
              <a:off x="951" y="1407"/>
              <a:ext cx="274" cy="413"/>
            </a:xfrm>
            <a:custGeom>
              <a:avLst/>
              <a:gdLst>
                <a:gd name="T0" fmla="*/ 63 w 234"/>
                <a:gd name="T1" fmla="*/ 291 h 355"/>
                <a:gd name="T2" fmla="*/ 39 w 234"/>
                <a:gd name="T3" fmla="*/ 291 h 355"/>
                <a:gd name="T4" fmla="*/ 0 w 234"/>
                <a:gd name="T5" fmla="*/ 292 h 355"/>
                <a:gd name="T6" fmla="*/ 26 w 234"/>
                <a:gd name="T7" fmla="*/ 0 h 355"/>
                <a:gd name="T8" fmla="*/ 331 w 234"/>
                <a:gd name="T9" fmla="*/ 30 h 355"/>
                <a:gd name="T10" fmla="*/ 376 w 234"/>
                <a:gd name="T11" fmla="*/ 36 h 355"/>
                <a:gd name="T12" fmla="*/ 315 w 234"/>
                <a:gd name="T13" fmla="*/ 540 h 355"/>
                <a:gd name="T14" fmla="*/ 269 w 234"/>
                <a:gd name="T15" fmla="*/ 558 h 355"/>
                <a:gd name="T16" fmla="*/ 117 w 234"/>
                <a:gd name="T17" fmla="*/ 537 h 355"/>
                <a:gd name="T18" fmla="*/ 125 w 234"/>
                <a:gd name="T19" fmla="*/ 436 h 355"/>
                <a:gd name="T20" fmla="*/ 63 w 234"/>
                <a:gd name="T21" fmla="*/ 291 h 35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34" h="355">
                  <a:moveTo>
                    <a:pt x="39" y="185"/>
                  </a:moveTo>
                  <a:cubicBezTo>
                    <a:pt x="39" y="185"/>
                    <a:pt x="34" y="183"/>
                    <a:pt x="24" y="185"/>
                  </a:cubicBezTo>
                  <a:cubicBezTo>
                    <a:pt x="13" y="187"/>
                    <a:pt x="0" y="186"/>
                    <a:pt x="0" y="186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207" y="19"/>
                    <a:pt x="207" y="19"/>
                    <a:pt x="207" y="19"/>
                  </a:cubicBezTo>
                  <a:cubicBezTo>
                    <a:pt x="234" y="23"/>
                    <a:pt x="234" y="23"/>
                    <a:pt x="234" y="23"/>
                  </a:cubicBezTo>
                  <a:cubicBezTo>
                    <a:pt x="196" y="343"/>
                    <a:pt x="196" y="343"/>
                    <a:pt x="196" y="343"/>
                  </a:cubicBezTo>
                  <a:cubicBezTo>
                    <a:pt x="167" y="355"/>
                    <a:pt x="167" y="355"/>
                    <a:pt x="167" y="355"/>
                  </a:cubicBezTo>
                  <a:cubicBezTo>
                    <a:pt x="73" y="341"/>
                    <a:pt x="73" y="341"/>
                    <a:pt x="73" y="341"/>
                  </a:cubicBezTo>
                  <a:cubicBezTo>
                    <a:pt x="73" y="341"/>
                    <a:pt x="80" y="296"/>
                    <a:pt x="78" y="277"/>
                  </a:cubicBezTo>
                  <a:cubicBezTo>
                    <a:pt x="75" y="259"/>
                    <a:pt x="39" y="185"/>
                    <a:pt x="39" y="18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9877" name="Freeform 267">
              <a:extLst>
                <a:ext uri="{FF2B5EF4-FFF2-40B4-BE49-F238E27FC236}">
                  <a16:creationId xmlns:a16="http://schemas.microsoft.com/office/drawing/2014/main" id="{0E5E5549-C471-4346-8965-01D8F7A8611A}"/>
                </a:ext>
              </a:extLst>
            </p:cNvPr>
            <p:cNvSpPr>
              <a:spLocks/>
            </p:cNvSpPr>
            <p:nvPr/>
          </p:nvSpPr>
          <p:spPr bwMode="auto">
            <a:xfrm>
              <a:off x="951" y="1407"/>
              <a:ext cx="274" cy="413"/>
            </a:xfrm>
            <a:custGeom>
              <a:avLst/>
              <a:gdLst>
                <a:gd name="T0" fmla="*/ 63 w 234"/>
                <a:gd name="T1" fmla="*/ 291 h 355"/>
                <a:gd name="T2" fmla="*/ 39 w 234"/>
                <a:gd name="T3" fmla="*/ 291 h 355"/>
                <a:gd name="T4" fmla="*/ 0 w 234"/>
                <a:gd name="T5" fmla="*/ 292 h 355"/>
                <a:gd name="T6" fmla="*/ 26 w 234"/>
                <a:gd name="T7" fmla="*/ 0 h 355"/>
                <a:gd name="T8" fmla="*/ 331 w 234"/>
                <a:gd name="T9" fmla="*/ 30 h 355"/>
                <a:gd name="T10" fmla="*/ 376 w 234"/>
                <a:gd name="T11" fmla="*/ 36 h 355"/>
                <a:gd name="T12" fmla="*/ 315 w 234"/>
                <a:gd name="T13" fmla="*/ 540 h 355"/>
                <a:gd name="T14" fmla="*/ 269 w 234"/>
                <a:gd name="T15" fmla="*/ 558 h 355"/>
                <a:gd name="T16" fmla="*/ 117 w 234"/>
                <a:gd name="T17" fmla="*/ 537 h 355"/>
                <a:gd name="T18" fmla="*/ 125 w 234"/>
                <a:gd name="T19" fmla="*/ 436 h 355"/>
                <a:gd name="T20" fmla="*/ 63 w 234"/>
                <a:gd name="T21" fmla="*/ 291 h 35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34" h="355">
                  <a:moveTo>
                    <a:pt x="39" y="185"/>
                  </a:moveTo>
                  <a:cubicBezTo>
                    <a:pt x="39" y="185"/>
                    <a:pt x="34" y="183"/>
                    <a:pt x="24" y="185"/>
                  </a:cubicBezTo>
                  <a:cubicBezTo>
                    <a:pt x="13" y="187"/>
                    <a:pt x="0" y="186"/>
                    <a:pt x="0" y="186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207" y="19"/>
                    <a:pt x="207" y="19"/>
                    <a:pt x="207" y="19"/>
                  </a:cubicBezTo>
                  <a:cubicBezTo>
                    <a:pt x="234" y="23"/>
                    <a:pt x="234" y="23"/>
                    <a:pt x="234" y="23"/>
                  </a:cubicBezTo>
                  <a:cubicBezTo>
                    <a:pt x="196" y="343"/>
                    <a:pt x="196" y="343"/>
                    <a:pt x="196" y="343"/>
                  </a:cubicBezTo>
                  <a:cubicBezTo>
                    <a:pt x="167" y="355"/>
                    <a:pt x="167" y="355"/>
                    <a:pt x="167" y="355"/>
                  </a:cubicBezTo>
                  <a:cubicBezTo>
                    <a:pt x="73" y="341"/>
                    <a:pt x="73" y="341"/>
                    <a:pt x="73" y="341"/>
                  </a:cubicBezTo>
                  <a:cubicBezTo>
                    <a:pt x="73" y="341"/>
                    <a:pt x="80" y="296"/>
                    <a:pt x="78" y="277"/>
                  </a:cubicBezTo>
                  <a:cubicBezTo>
                    <a:pt x="75" y="259"/>
                    <a:pt x="39" y="185"/>
                    <a:pt x="39" y="185"/>
                  </a:cubicBezTo>
                  <a:close/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9878" name="Line 268">
              <a:extLst>
                <a:ext uri="{FF2B5EF4-FFF2-40B4-BE49-F238E27FC236}">
                  <a16:creationId xmlns:a16="http://schemas.microsoft.com/office/drawing/2014/main" id="{4F0B2404-AE70-43DD-8F5D-CA04EEC9F5D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149" y="1429"/>
              <a:ext cx="44" cy="391"/>
            </a:xfrm>
            <a:prstGeom prst="line">
              <a:avLst/>
            </a:prstGeom>
            <a:noFill/>
            <a:ln w="6350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9879" name="Line 269">
              <a:extLst>
                <a:ext uri="{FF2B5EF4-FFF2-40B4-BE49-F238E27FC236}">
                  <a16:creationId xmlns:a16="http://schemas.microsoft.com/office/drawing/2014/main" id="{A1870C52-1B3E-4451-9AE0-02F664F7102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157" y="1429"/>
              <a:ext cx="43" cy="388"/>
            </a:xfrm>
            <a:prstGeom prst="line">
              <a:avLst/>
            </a:prstGeom>
            <a:noFill/>
            <a:ln w="6350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9880" name="Line 270">
              <a:extLst>
                <a:ext uri="{FF2B5EF4-FFF2-40B4-BE49-F238E27FC236}">
                  <a16:creationId xmlns:a16="http://schemas.microsoft.com/office/drawing/2014/main" id="{CF4FA9F1-758A-4C44-AE66-955ED062E5C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166" y="1431"/>
              <a:ext cx="42" cy="381"/>
            </a:xfrm>
            <a:prstGeom prst="line">
              <a:avLst/>
            </a:prstGeom>
            <a:noFill/>
            <a:ln w="6350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9881" name="Line 271">
              <a:extLst>
                <a:ext uri="{FF2B5EF4-FFF2-40B4-BE49-F238E27FC236}">
                  <a16:creationId xmlns:a16="http://schemas.microsoft.com/office/drawing/2014/main" id="{D1345E6C-D489-47AE-BC13-49D34170592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173" y="1433"/>
              <a:ext cx="45" cy="376"/>
            </a:xfrm>
            <a:prstGeom prst="line">
              <a:avLst/>
            </a:prstGeom>
            <a:noFill/>
            <a:ln w="6350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9882" name="Line 272">
              <a:extLst>
                <a:ext uri="{FF2B5EF4-FFF2-40B4-BE49-F238E27FC236}">
                  <a16:creationId xmlns:a16="http://schemas.microsoft.com/office/drawing/2014/main" id="{75C5CA3C-8AB6-482F-B06D-7AD7FF2CE4A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88" y="1447"/>
              <a:ext cx="14" cy="150"/>
            </a:xfrm>
            <a:prstGeom prst="line">
              <a:avLst/>
            </a:prstGeom>
            <a:noFill/>
            <a:ln w="6350" cap="rnd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9883" name="Line 273">
              <a:extLst>
                <a:ext uri="{FF2B5EF4-FFF2-40B4-BE49-F238E27FC236}">
                  <a16:creationId xmlns:a16="http://schemas.microsoft.com/office/drawing/2014/main" id="{7D02EFEC-1B13-4EB1-A3D1-B71FC74D0C0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79" y="1578"/>
              <a:ext cx="78" cy="8"/>
            </a:xfrm>
            <a:prstGeom prst="line">
              <a:avLst/>
            </a:prstGeom>
            <a:noFill/>
            <a:ln w="6350" cap="rnd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9884" name="Freeform 274">
              <a:extLst>
                <a:ext uri="{FF2B5EF4-FFF2-40B4-BE49-F238E27FC236}">
                  <a16:creationId xmlns:a16="http://schemas.microsoft.com/office/drawing/2014/main" id="{F1800454-495E-4BCF-B594-8EF0AD02471C}"/>
                </a:ext>
              </a:extLst>
            </p:cNvPr>
            <p:cNvSpPr>
              <a:spLocks/>
            </p:cNvSpPr>
            <p:nvPr/>
          </p:nvSpPr>
          <p:spPr bwMode="auto">
            <a:xfrm>
              <a:off x="982" y="1463"/>
              <a:ext cx="153" cy="88"/>
            </a:xfrm>
            <a:custGeom>
              <a:avLst/>
              <a:gdLst>
                <a:gd name="T0" fmla="*/ 0 w 153"/>
                <a:gd name="T1" fmla="*/ 85 h 88"/>
                <a:gd name="T2" fmla="*/ 43 w 153"/>
                <a:gd name="T3" fmla="*/ 0 h 88"/>
                <a:gd name="T4" fmla="*/ 39 w 153"/>
                <a:gd name="T5" fmla="*/ 88 h 88"/>
                <a:gd name="T6" fmla="*/ 53 w 153"/>
                <a:gd name="T7" fmla="*/ 60 h 88"/>
                <a:gd name="T8" fmla="*/ 53 w 153"/>
                <a:gd name="T9" fmla="*/ 75 h 88"/>
                <a:gd name="T10" fmla="*/ 62 w 153"/>
                <a:gd name="T11" fmla="*/ 60 h 88"/>
                <a:gd name="T12" fmla="*/ 69 w 153"/>
                <a:gd name="T13" fmla="*/ 78 h 88"/>
                <a:gd name="T14" fmla="*/ 112 w 153"/>
                <a:gd name="T15" fmla="*/ 0 h 88"/>
                <a:gd name="T16" fmla="*/ 110 w 153"/>
                <a:gd name="T17" fmla="*/ 60 h 88"/>
                <a:gd name="T18" fmla="*/ 126 w 153"/>
                <a:gd name="T19" fmla="*/ 36 h 88"/>
                <a:gd name="T20" fmla="*/ 128 w 153"/>
                <a:gd name="T21" fmla="*/ 50 h 88"/>
                <a:gd name="T22" fmla="*/ 140 w 153"/>
                <a:gd name="T23" fmla="*/ 37 h 88"/>
                <a:gd name="T24" fmla="*/ 153 w 153"/>
                <a:gd name="T25" fmla="*/ 43 h 8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53" h="88">
                  <a:moveTo>
                    <a:pt x="0" y="85"/>
                  </a:moveTo>
                  <a:lnTo>
                    <a:pt x="43" y="0"/>
                  </a:lnTo>
                  <a:lnTo>
                    <a:pt x="39" y="88"/>
                  </a:lnTo>
                  <a:lnTo>
                    <a:pt x="53" y="60"/>
                  </a:lnTo>
                  <a:lnTo>
                    <a:pt x="53" y="75"/>
                  </a:lnTo>
                  <a:lnTo>
                    <a:pt x="62" y="60"/>
                  </a:lnTo>
                  <a:lnTo>
                    <a:pt x="69" y="78"/>
                  </a:lnTo>
                  <a:lnTo>
                    <a:pt x="112" y="0"/>
                  </a:lnTo>
                  <a:lnTo>
                    <a:pt x="110" y="60"/>
                  </a:lnTo>
                  <a:lnTo>
                    <a:pt x="126" y="36"/>
                  </a:lnTo>
                  <a:lnTo>
                    <a:pt x="128" y="50"/>
                  </a:lnTo>
                  <a:lnTo>
                    <a:pt x="140" y="37"/>
                  </a:lnTo>
                  <a:lnTo>
                    <a:pt x="153" y="43"/>
                  </a:lnTo>
                </a:path>
              </a:pathLst>
            </a:custGeom>
            <a:noFill/>
            <a:ln w="6350" cap="rnd">
              <a:solidFill>
                <a:srgbClr val="B4101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9885" name="Line 275">
              <a:extLst>
                <a:ext uri="{FF2B5EF4-FFF2-40B4-BE49-F238E27FC236}">
                  <a16:creationId xmlns:a16="http://schemas.microsoft.com/office/drawing/2014/main" id="{F17DDA62-5227-4453-8316-F268229C533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1075" y="1794"/>
              <a:ext cx="58" cy="7"/>
            </a:xfrm>
            <a:prstGeom prst="line">
              <a:avLst/>
            </a:prstGeom>
            <a:noFill/>
            <a:ln w="6350" cap="rnd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9886" name="Line 276">
              <a:extLst>
                <a:ext uri="{FF2B5EF4-FFF2-40B4-BE49-F238E27FC236}">
                  <a16:creationId xmlns:a16="http://schemas.microsoft.com/office/drawing/2014/main" id="{110BAB8E-5F19-4782-823E-702C269E8D5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1077" y="1776"/>
              <a:ext cx="59" cy="7"/>
            </a:xfrm>
            <a:prstGeom prst="line">
              <a:avLst/>
            </a:prstGeom>
            <a:noFill/>
            <a:ln w="6350" cap="rnd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9887" name="Line 277">
              <a:extLst>
                <a:ext uri="{FF2B5EF4-FFF2-40B4-BE49-F238E27FC236}">
                  <a16:creationId xmlns:a16="http://schemas.microsoft.com/office/drawing/2014/main" id="{698F0954-8455-4EDB-B605-5C007F97D83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1081" y="1759"/>
              <a:ext cx="58" cy="7"/>
            </a:xfrm>
            <a:prstGeom prst="line">
              <a:avLst/>
            </a:prstGeom>
            <a:noFill/>
            <a:ln w="6350" cap="rnd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9888" name="Line 278">
              <a:extLst>
                <a:ext uri="{FF2B5EF4-FFF2-40B4-BE49-F238E27FC236}">
                  <a16:creationId xmlns:a16="http://schemas.microsoft.com/office/drawing/2014/main" id="{19918B88-C07C-4E3C-9497-6FFEF540D75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1082" y="1741"/>
              <a:ext cx="58" cy="7"/>
            </a:xfrm>
            <a:prstGeom prst="line">
              <a:avLst/>
            </a:prstGeom>
            <a:noFill/>
            <a:ln w="6350" cap="rnd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9889" name="Freeform 279">
              <a:extLst>
                <a:ext uri="{FF2B5EF4-FFF2-40B4-BE49-F238E27FC236}">
                  <a16:creationId xmlns:a16="http://schemas.microsoft.com/office/drawing/2014/main" id="{79912C8E-0A1A-4C6E-98FF-2CD43D6CA619}"/>
                </a:ext>
              </a:extLst>
            </p:cNvPr>
            <p:cNvSpPr>
              <a:spLocks/>
            </p:cNvSpPr>
            <p:nvPr/>
          </p:nvSpPr>
          <p:spPr bwMode="auto">
            <a:xfrm>
              <a:off x="974" y="1436"/>
              <a:ext cx="272" cy="359"/>
            </a:xfrm>
            <a:custGeom>
              <a:avLst/>
              <a:gdLst>
                <a:gd name="T0" fmla="*/ 30 w 232"/>
                <a:gd name="T1" fmla="*/ 258 h 308"/>
                <a:gd name="T2" fmla="*/ 22 w 232"/>
                <a:gd name="T3" fmla="*/ 305 h 308"/>
                <a:gd name="T4" fmla="*/ 22 w 232"/>
                <a:gd name="T5" fmla="*/ 385 h 308"/>
                <a:gd name="T6" fmla="*/ 7 w 232"/>
                <a:gd name="T7" fmla="*/ 487 h 308"/>
                <a:gd name="T8" fmla="*/ 54 w 232"/>
                <a:gd name="T9" fmla="*/ 441 h 308"/>
                <a:gd name="T10" fmla="*/ 120 w 232"/>
                <a:gd name="T11" fmla="*/ 383 h 308"/>
                <a:gd name="T12" fmla="*/ 151 w 232"/>
                <a:gd name="T13" fmla="*/ 383 h 308"/>
                <a:gd name="T14" fmla="*/ 215 w 232"/>
                <a:gd name="T15" fmla="*/ 401 h 308"/>
                <a:gd name="T16" fmla="*/ 297 w 232"/>
                <a:gd name="T17" fmla="*/ 394 h 308"/>
                <a:gd name="T18" fmla="*/ 342 w 232"/>
                <a:gd name="T19" fmla="*/ 360 h 308"/>
                <a:gd name="T20" fmla="*/ 344 w 232"/>
                <a:gd name="T21" fmla="*/ 331 h 308"/>
                <a:gd name="T22" fmla="*/ 354 w 232"/>
                <a:gd name="T23" fmla="*/ 297 h 308"/>
                <a:gd name="T24" fmla="*/ 363 w 232"/>
                <a:gd name="T25" fmla="*/ 270 h 308"/>
                <a:gd name="T26" fmla="*/ 367 w 232"/>
                <a:gd name="T27" fmla="*/ 235 h 308"/>
                <a:gd name="T28" fmla="*/ 365 w 232"/>
                <a:gd name="T29" fmla="*/ 207 h 308"/>
                <a:gd name="T30" fmla="*/ 367 w 232"/>
                <a:gd name="T31" fmla="*/ 170 h 308"/>
                <a:gd name="T32" fmla="*/ 327 w 232"/>
                <a:gd name="T33" fmla="*/ 147 h 308"/>
                <a:gd name="T34" fmla="*/ 319 w 232"/>
                <a:gd name="T35" fmla="*/ 161 h 308"/>
                <a:gd name="T36" fmla="*/ 288 w 232"/>
                <a:gd name="T37" fmla="*/ 164 h 308"/>
                <a:gd name="T38" fmla="*/ 284 w 232"/>
                <a:gd name="T39" fmla="*/ 140 h 308"/>
                <a:gd name="T40" fmla="*/ 301 w 232"/>
                <a:gd name="T41" fmla="*/ 98 h 308"/>
                <a:gd name="T42" fmla="*/ 329 w 232"/>
                <a:gd name="T43" fmla="*/ 51 h 308"/>
                <a:gd name="T44" fmla="*/ 310 w 232"/>
                <a:gd name="T45" fmla="*/ 0 h 308"/>
                <a:gd name="T46" fmla="*/ 279 w 232"/>
                <a:gd name="T47" fmla="*/ 30 h 308"/>
                <a:gd name="T48" fmla="*/ 258 w 232"/>
                <a:gd name="T49" fmla="*/ 55 h 308"/>
                <a:gd name="T50" fmla="*/ 222 w 232"/>
                <a:gd name="T51" fmla="*/ 96 h 308"/>
                <a:gd name="T52" fmla="*/ 172 w 232"/>
                <a:gd name="T53" fmla="*/ 142 h 308"/>
                <a:gd name="T54" fmla="*/ 120 w 232"/>
                <a:gd name="T55" fmla="*/ 199 h 308"/>
                <a:gd name="T56" fmla="*/ 75 w 232"/>
                <a:gd name="T57" fmla="*/ 225 h 308"/>
                <a:gd name="T58" fmla="*/ 32 w 232"/>
                <a:gd name="T59" fmla="*/ 256 h 308"/>
                <a:gd name="T60" fmla="*/ 30 w 232"/>
                <a:gd name="T61" fmla="*/ 258 h 308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232" h="308">
                  <a:moveTo>
                    <a:pt x="19" y="163"/>
                  </a:moveTo>
                  <a:cubicBezTo>
                    <a:pt x="19" y="163"/>
                    <a:pt x="14" y="178"/>
                    <a:pt x="14" y="193"/>
                  </a:cubicBezTo>
                  <a:cubicBezTo>
                    <a:pt x="14" y="208"/>
                    <a:pt x="16" y="229"/>
                    <a:pt x="14" y="243"/>
                  </a:cubicBezTo>
                  <a:cubicBezTo>
                    <a:pt x="11" y="257"/>
                    <a:pt x="0" y="291"/>
                    <a:pt x="4" y="308"/>
                  </a:cubicBezTo>
                  <a:cubicBezTo>
                    <a:pt x="4" y="308"/>
                    <a:pt x="21" y="291"/>
                    <a:pt x="33" y="278"/>
                  </a:cubicBezTo>
                  <a:cubicBezTo>
                    <a:pt x="44" y="264"/>
                    <a:pt x="68" y="242"/>
                    <a:pt x="74" y="242"/>
                  </a:cubicBezTo>
                  <a:cubicBezTo>
                    <a:pt x="81" y="242"/>
                    <a:pt x="89" y="242"/>
                    <a:pt x="94" y="242"/>
                  </a:cubicBezTo>
                  <a:cubicBezTo>
                    <a:pt x="100" y="242"/>
                    <a:pt x="123" y="250"/>
                    <a:pt x="133" y="253"/>
                  </a:cubicBezTo>
                  <a:cubicBezTo>
                    <a:pt x="143" y="257"/>
                    <a:pt x="172" y="252"/>
                    <a:pt x="184" y="249"/>
                  </a:cubicBezTo>
                  <a:cubicBezTo>
                    <a:pt x="195" y="245"/>
                    <a:pt x="210" y="235"/>
                    <a:pt x="212" y="227"/>
                  </a:cubicBezTo>
                  <a:cubicBezTo>
                    <a:pt x="213" y="219"/>
                    <a:pt x="210" y="215"/>
                    <a:pt x="213" y="209"/>
                  </a:cubicBezTo>
                  <a:cubicBezTo>
                    <a:pt x="216" y="203"/>
                    <a:pt x="221" y="196"/>
                    <a:pt x="220" y="188"/>
                  </a:cubicBezTo>
                  <a:cubicBezTo>
                    <a:pt x="220" y="180"/>
                    <a:pt x="221" y="179"/>
                    <a:pt x="225" y="171"/>
                  </a:cubicBezTo>
                  <a:cubicBezTo>
                    <a:pt x="230" y="164"/>
                    <a:pt x="232" y="155"/>
                    <a:pt x="228" y="148"/>
                  </a:cubicBezTo>
                  <a:cubicBezTo>
                    <a:pt x="224" y="141"/>
                    <a:pt x="221" y="137"/>
                    <a:pt x="226" y="131"/>
                  </a:cubicBezTo>
                  <a:cubicBezTo>
                    <a:pt x="231" y="125"/>
                    <a:pt x="232" y="114"/>
                    <a:pt x="228" y="107"/>
                  </a:cubicBezTo>
                  <a:cubicBezTo>
                    <a:pt x="224" y="100"/>
                    <a:pt x="203" y="93"/>
                    <a:pt x="203" y="93"/>
                  </a:cubicBezTo>
                  <a:cubicBezTo>
                    <a:pt x="203" y="93"/>
                    <a:pt x="202" y="99"/>
                    <a:pt x="198" y="101"/>
                  </a:cubicBezTo>
                  <a:cubicBezTo>
                    <a:pt x="193" y="104"/>
                    <a:pt x="182" y="106"/>
                    <a:pt x="179" y="104"/>
                  </a:cubicBezTo>
                  <a:cubicBezTo>
                    <a:pt x="176" y="101"/>
                    <a:pt x="172" y="97"/>
                    <a:pt x="176" y="88"/>
                  </a:cubicBezTo>
                  <a:cubicBezTo>
                    <a:pt x="180" y="79"/>
                    <a:pt x="186" y="72"/>
                    <a:pt x="187" y="62"/>
                  </a:cubicBezTo>
                  <a:cubicBezTo>
                    <a:pt x="189" y="52"/>
                    <a:pt x="201" y="45"/>
                    <a:pt x="205" y="33"/>
                  </a:cubicBezTo>
                  <a:cubicBezTo>
                    <a:pt x="210" y="22"/>
                    <a:pt x="208" y="0"/>
                    <a:pt x="192" y="0"/>
                  </a:cubicBezTo>
                  <a:cubicBezTo>
                    <a:pt x="173" y="19"/>
                    <a:pt x="173" y="19"/>
                    <a:pt x="173" y="19"/>
                  </a:cubicBezTo>
                  <a:cubicBezTo>
                    <a:pt x="173" y="19"/>
                    <a:pt x="164" y="28"/>
                    <a:pt x="160" y="34"/>
                  </a:cubicBezTo>
                  <a:cubicBezTo>
                    <a:pt x="155" y="40"/>
                    <a:pt x="148" y="51"/>
                    <a:pt x="137" y="60"/>
                  </a:cubicBezTo>
                  <a:cubicBezTo>
                    <a:pt x="126" y="70"/>
                    <a:pt x="117" y="77"/>
                    <a:pt x="107" y="90"/>
                  </a:cubicBezTo>
                  <a:cubicBezTo>
                    <a:pt x="96" y="103"/>
                    <a:pt x="83" y="113"/>
                    <a:pt x="74" y="126"/>
                  </a:cubicBezTo>
                  <a:cubicBezTo>
                    <a:pt x="64" y="138"/>
                    <a:pt x="58" y="133"/>
                    <a:pt x="47" y="142"/>
                  </a:cubicBezTo>
                  <a:cubicBezTo>
                    <a:pt x="36" y="152"/>
                    <a:pt x="20" y="162"/>
                    <a:pt x="20" y="162"/>
                  </a:cubicBezTo>
                  <a:lnTo>
                    <a:pt x="19" y="163"/>
                  </a:lnTo>
                  <a:close/>
                </a:path>
              </a:pathLst>
            </a:custGeom>
            <a:solidFill>
              <a:srgbClr val="FEF3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9890" name="Freeform 280">
              <a:extLst>
                <a:ext uri="{FF2B5EF4-FFF2-40B4-BE49-F238E27FC236}">
                  <a16:creationId xmlns:a16="http://schemas.microsoft.com/office/drawing/2014/main" id="{55C89573-6F2C-4156-8AEA-8E96DC279F3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75" y="1439"/>
              <a:ext cx="271" cy="356"/>
            </a:xfrm>
            <a:custGeom>
              <a:avLst/>
              <a:gdLst>
                <a:gd name="T0" fmla="*/ 287 w 231"/>
                <a:gd name="T1" fmla="*/ 97 h 305"/>
                <a:gd name="T2" fmla="*/ 300 w 231"/>
                <a:gd name="T3" fmla="*/ 98 h 305"/>
                <a:gd name="T4" fmla="*/ 300 w 231"/>
                <a:gd name="T5" fmla="*/ 95 h 305"/>
                <a:gd name="T6" fmla="*/ 328 w 231"/>
                <a:gd name="T7" fmla="*/ 48 h 305"/>
                <a:gd name="T8" fmla="*/ 320 w 231"/>
                <a:gd name="T9" fmla="*/ 0 h 305"/>
                <a:gd name="T10" fmla="*/ 300 w 231"/>
                <a:gd name="T11" fmla="*/ 30 h 305"/>
                <a:gd name="T12" fmla="*/ 282 w 231"/>
                <a:gd name="T13" fmla="*/ 72 h 305"/>
                <a:gd name="T14" fmla="*/ 287 w 231"/>
                <a:gd name="T15" fmla="*/ 97 h 305"/>
                <a:gd name="T16" fmla="*/ 22 w 231"/>
                <a:gd name="T17" fmla="*/ 287 h 305"/>
                <a:gd name="T18" fmla="*/ 21 w 231"/>
                <a:gd name="T19" fmla="*/ 302 h 305"/>
                <a:gd name="T20" fmla="*/ 21 w 231"/>
                <a:gd name="T21" fmla="*/ 310 h 305"/>
                <a:gd name="T22" fmla="*/ 22 w 231"/>
                <a:gd name="T23" fmla="*/ 287 h 305"/>
                <a:gd name="T24" fmla="*/ 364 w 231"/>
                <a:gd name="T25" fmla="*/ 203 h 305"/>
                <a:gd name="T26" fmla="*/ 366 w 231"/>
                <a:gd name="T27" fmla="*/ 165 h 305"/>
                <a:gd name="T28" fmla="*/ 365 w 231"/>
                <a:gd name="T29" fmla="*/ 163 h 305"/>
                <a:gd name="T30" fmla="*/ 366 w 231"/>
                <a:gd name="T31" fmla="*/ 168 h 305"/>
                <a:gd name="T32" fmla="*/ 363 w 231"/>
                <a:gd name="T33" fmla="*/ 203 h 305"/>
                <a:gd name="T34" fmla="*/ 354 w 231"/>
                <a:gd name="T35" fmla="*/ 230 h 305"/>
                <a:gd name="T36" fmla="*/ 343 w 231"/>
                <a:gd name="T37" fmla="*/ 264 h 305"/>
                <a:gd name="T38" fmla="*/ 341 w 231"/>
                <a:gd name="T39" fmla="*/ 293 h 305"/>
                <a:gd name="T40" fmla="*/ 296 w 231"/>
                <a:gd name="T41" fmla="*/ 327 h 305"/>
                <a:gd name="T42" fmla="*/ 214 w 231"/>
                <a:gd name="T43" fmla="*/ 334 h 305"/>
                <a:gd name="T44" fmla="*/ 150 w 231"/>
                <a:gd name="T45" fmla="*/ 316 h 305"/>
                <a:gd name="T46" fmla="*/ 118 w 231"/>
                <a:gd name="T47" fmla="*/ 316 h 305"/>
                <a:gd name="T48" fmla="*/ 53 w 231"/>
                <a:gd name="T49" fmla="*/ 374 h 305"/>
                <a:gd name="T50" fmla="*/ 13 w 231"/>
                <a:gd name="T51" fmla="*/ 413 h 305"/>
                <a:gd name="T52" fmla="*/ 6 w 231"/>
                <a:gd name="T53" fmla="*/ 486 h 305"/>
                <a:gd name="T54" fmla="*/ 53 w 231"/>
                <a:gd name="T55" fmla="*/ 438 h 305"/>
                <a:gd name="T56" fmla="*/ 118 w 231"/>
                <a:gd name="T57" fmla="*/ 381 h 305"/>
                <a:gd name="T58" fmla="*/ 150 w 231"/>
                <a:gd name="T59" fmla="*/ 381 h 305"/>
                <a:gd name="T60" fmla="*/ 214 w 231"/>
                <a:gd name="T61" fmla="*/ 398 h 305"/>
                <a:gd name="T62" fmla="*/ 296 w 231"/>
                <a:gd name="T63" fmla="*/ 391 h 305"/>
                <a:gd name="T64" fmla="*/ 341 w 231"/>
                <a:gd name="T65" fmla="*/ 356 h 305"/>
                <a:gd name="T66" fmla="*/ 343 w 231"/>
                <a:gd name="T67" fmla="*/ 327 h 305"/>
                <a:gd name="T68" fmla="*/ 354 w 231"/>
                <a:gd name="T69" fmla="*/ 294 h 305"/>
                <a:gd name="T70" fmla="*/ 363 w 231"/>
                <a:gd name="T71" fmla="*/ 267 h 305"/>
                <a:gd name="T72" fmla="*/ 366 w 231"/>
                <a:gd name="T73" fmla="*/ 230 h 305"/>
                <a:gd name="T74" fmla="*/ 364 w 231"/>
                <a:gd name="T75" fmla="*/ 203 h 305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231" h="305">
                  <a:moveTo>
                    <a:pt x="178" y="61"/>
                  </a:moveTo>
                  <a:cubicBezTo>
                    <a:pt x="180" y="62"/>
                    <a:pt x="183" y="62"/>
                    <a:pt x="186" y="62"/>
                  </a:cubicBezTo>
                  <a:cubicBezTo>
                    <a:pt x="186" y="61"/>
                    <a:pt x="186" y="60"/>
                    <a:pt x="186" y="59"/>
                  </a:cubicBezTo>
                  <a:cubicBezTo>
                    <a:pt x="188" y="49"/>
                    <a:pt x="200" y="42"/>
                    <a:pt x="204" y="30"/>
                  </a:cubicBezTo>
                  <a:cubicBezTo>
                    <a:pt x="208" y="21"/>
                    <a:pt x="208" y="5"/>
                    <a:pt x="199" y="0"/>
                  </a:cubicBezTo>
                  <a:cubicBezTo>
                    <a:pt x="194" y="6"/>
                    <a:pt x="188" y="12"/>
                    <a:pt x="186" y="19"/>
                  </a:cubicBezTo>
                  <a:cubicBezTo>
                    <a:pt x="185" y="29"/>
                    <a:pt x="179" y="36"/>
                    <a:pt x="175" y="45"/>
                  </a:cubicBezTo>
                  <a:cubicBezTo>
                    <a:pt x="171" y="54"/>
                    <a:pt x="175" y="59"/>
                    <a:pt x="178" y="61"/>
                  </a:cubicBezTo>
                  <a:close/>
                  <a:moveTo>
                    <a:pt x="14" y="181"/>
                  </a:moveTo>
                  <a:cubicBezTo>
                    <a:pt x="13" y="184"/>
                    <a:pt x="13" y="187"/>
                    <a:pt x="13" y="190"/>
                  </a:cubicBezTo>
                  <a:cubicBezTo>
                    <a:pt x="13" y="192"/>
                    <a:pt x="13" y="193"/>
                    <a:pt x="13" y="195"/>
                  </a:cubicBezTo>
                  <a:cubicBezTo>
                    <a:pt x="14" y="190"/>
                    <a:pt x="14" y="186"/>
                    <a:pt x="14" y="181"/>
                  </a:cubicBezTo>
                  <a:close/>
                  <a:moveTo>
                    <a:pt x="225" y="128"/>
                  </a:moveTo>
                  <a:cubicBezTo>
                    <a:pt x="230" y="122"/>
                    <a:pt x="231" y="111"/>
                    <a:pt x="227" y="104"/>
                  </a:cubicBezTo>
                  <a:cubicBezTo>
                    <a:pt x="227" y="104"/>
                    <a:pt x="227" y="103"/>
                    <a:pt x="226" y="103"/>
                  </a:cubicBezTo>
                  <a:cubicBezTo>
                    <a:pt x="227" y="103"/>
                    <a:pt x="227" y="104"/>
                    <a:pt x="227" y="105"/>
                  </a:cubicBezTo>
                  <a:cubicBezTo>
                    <a:pt x="231" y="112"/>
                    <a:pt x="229" y="121"/>
                    <a:pt x="224" y="128"/>
                  </a:cubicBezTo>
                  <a:cubicBezTo>
                    <a:pt x="220" y="136"/>
                    <a:pt x="219" y="137"/>
                    <a:pt x="219" y="145"/>
                  </a:cubicBezTo>
                  <a:cubicBezTo>
                    <a:pt x="220" y="153"/>
                    <a:pt x="215" y="160"/>
                    <a:pt x="212" y="166"/>
                  </a:cubicBezTo>
                  <a:cubicBezTo>
                    <a:pt x="209" y="172"/>
                    <a:pt x="212" y="176"/>
                    <a:pt x="211" y="184"/>
                  </a:cubicBezTo>
                  <a:cubicBezTo>
                    <a:pt x="209" y="192"/>
                    <a:pt x="194" y="202"/>
                    <a:pt x="183" y="206"/>
                  </a:cubicBezTo>
                  <a:cubicBezTo>
                    <a:pt x="171" y="209"/>
                    <a:pt x="142" y="214"/>
                    <a:pt x="132" y="210"/>
                  </a:cubicBezTo>
                  <a:cubicBezTo>
                    <a:pt x="122" y="207"/>
                    <a:pt x="99" y="199"/>
                    <a:pt x="93" y="199"/>
                  </a:cubicBezTo>
                  <a:cubicBezTo>
                    <a:pt x="88" y="199"/>
                    <a:pt x="80" y="199"/>
                    <a:pt x="73" y="199"/>
                  </a:cubicBezTo>
                  <a:cubicBezTo>
                    <a:pt x="67" y="199"/>
                    <a:pt x="43" y="221"/>
                    <a:pt x="32" y="235"/>
                  </a:cubicBezTo>
                  <a:cubicBezTo>
                    <a:pt x="24" y="244"/>
                    <a:pt x="14" y="254"/>
                    <a:pt x="8" y="260"/>
                  </a:cubicBezTo>
                  <a:cubicBezTo>
                    <a:pt x="4" y="275"/>
                    <a:pt x="0" y="294"/>
                    <a:pt x="3" y="305"/>
                  </a:cubicBezTo>
                  <a:cubicBezTo>
                    <a:pt x="3" y="305"/>
                    <a:pt x="20" y="288"/>
                    <a:pt x="32" y="275"/>
                  </a:cubicBezTo>
                  <a:cubicBezTo>
                    <a:pt x="43" y="261"/>
                    <a:pt x="67" y="239"/>
                    <a:pt x="73" y="239"/>
                  </a:cubicBezTo>
                  <a:cubicBezTo>
                    <a:pt x="80" y="239"/>
                    <a:pt x="88" y="239"/>
                    <a:pt x="93" y="239"/>
                  </a:cubicBezTo>
                  <a:cubicBezTo>
                    <a:pt x="99" y="239"/>
                    <a:pt x="122" y="247"/>
                    <a:pt x="132" y="250"/>
                  </a:cubicBezTo>
                  <a:cubicBezTo>
                    <a:pt x="142" y="254"/>
                    <a:pt x="171" y="249"/>
                    <a:pt x="183" y="246"/>
                  </a:cubicBezTo>
                  <a:cubicBezTo>
                    <a:pt x="194" y="242"/>
                    <a:pt x="209" y="232"/>
                    <a:pt x="211" y="224"/>
                  </a:cubicBezTo>
                  <a:cubicBezTo>
                    <a:pt x="212" y="216"/>
                    <a:pt x="209" y="212"/>
                    <a:pt x="212" y="206"/>
                  </a:cubicBezTo>
                  <a:cubicBezTo>
                    <a:pt x="215" y="200"/>
                    <a:pt x="220" y="193"/>
                    <a:pt x="219" y="185"/>
                  </a:cubicBezTo>
                  <a:cubicBezTo>
                    <a:pt x="219" y="177"/>
                    <a:pt x="220" y="176"/>
                    <a:pt x="224" y="168"/>
                  </a:cubicBezTo>
                  <a:cubicBezTo>
                    <a:pt x="229" y="161"/>
                    <a:pt x="231" y="152"/>
                    <a:pt x="227" y="145"/>
                  </a:cubicBezTo>
                  <a:cubicBezTo>
                    <a:pt x="223" y="138"/>
                    <a:pt x="220" y="134"/>
                    <a:pt x="225" y="128"/>
                  </a:cubicBezTo>
                  <a:close/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9891" name="Freeform 281">
              <a:extLst>
                <a:ext uri="{FF2B5EF4-FFF2-40B4-BE49-F238E27FC236}">
                  <a16:creationId xmlns:a16="http://schemas.microsoft.com/office/drawing/2014/main" id="{14DEE95F-C698-4113-B665-156964DD02EE}"/>
                </a:ext>
              </a:extLst>
            </p:cNvPr>
            <p:cNvSpPr>
              <a:spLocks/>
            </p:cNvSpPr>
            <p:nvPr/>
          </p:nvSpPr>
          <p:spPr bwMode="auto">
            <a:xfrm>
              <a:off x="974" y="1436"/>
              <a:ext cx="272" cy="359"/>
            </a:xfrm>
            <a:custGeom>
              <a:avLst/>
              <a:gdLst>
                <a:gd name="T0" fmla="*/ 30 w 232"/>
                <a:gd name="T1" fmla="*/ 258 h 308"/>
                <a:gd name="T2" fmla="*/ 22 w 232"/>
                <a:gd name="T3" fmla="*/ 305 h 308"/>
                <a:gd name="T4" fmla="*/ 22 w 232"/>
                <a:gd name="T5" fmla="*/ 385 h 308"/>
                <a:gd name="T6" fmla="*/ 7 w 232"/>
                <a:gd name="T7" fmla="*/ 487 h 308"/>
                <a:gd name="T8" fmla="*/ 54 w 232"/>
                <a:gd name="T9" fmla="*/ 441 h 308"/>
                <a:gd name="T10" fmla="*/ 120 w 232"/>
                <a:gd name="T11" fmla="*/ 383 h 308"/>
                <a:gd name="T12" fmla="*/ 151 w 232"/>
                <a:gd name="T13" fmla="*/ 383 h 308"/>
                <a:gd name="T14" fmla="*/ 215 w 232"/>
                <a:gd name="T15" fmla="*/ 401 h 308"/>
                <a:gd name="T16" fmla="*/ 297 w 232"/>
                <a:gd name="T17" fmla="*/ 394 h 308"/>
                <a:gd name="T18" fmla="*/ 342 w 232"/>
                <a:gd name="T19" fmla="*/ 360 h 308"/>
                <a:gd name="T20" fmla="*/ 344 w 232"/>
                <a:gd name="T21" fmla="*/ 331 h 308"/>
                <a:gd name="T22" fmla="*/ 354 w 232"/>
                <a:gd name="T23" fmla="*/ 297 h 308"/>
                <a:gd name="T24" fmla="*/ 363 w 232"/>
                <a:gd name="T25" fmla="*/ 270 h 308"/>
                <a:gd name="T26" fmla="*/ 367 w 232"/>
                <a:gd name="T27" fmla="*/ 235 h 308"/>
                <a:gd name="T28" fmla="*/ 365 w 232"/>
                <a:gd name="T29" fmla="*/ 207 h 308"/>
                <a:gd name="T30" fmla="*/ 367 w 232"/>
                <a:gd name="T31" fmla="*/ 170 h 308"/>
                <a:gd name="T32" fmla="*/ 327 w 232"/>
                <a:gd name="T33" fmla="*/ 147 h 308"/>
                <a:gd name="T34" fmla="*/ 319 w 232"/>
                <a:gd name="T35" fmla="*/ 161 h 308"/>
                <a:gd name="T36" fmla="*/ 288 w 232"/>
                <a:gd name="T37" fmla="*/ 164 h 308"/>
                <a:gd name="T38" fmla="*/ 284 w 232"/>
                <a:gd name="T39" fmla="*/ 140 h 308"/>
                <a:gd name="T40" fmla="*/ 301 w 232"/>
                <a:gd name="T41" fmla="*/ 98 h 308"/>
                <a:gd name="T42" fmla="*/ 329 w 232"/>
                <a:gd name="T43" fmla="*/ 51 h 308"/>
                <a:gd name="T44" fmla="*/ 310 w 232"/>
                <a:gd name="T45" fmla="*/ 0 h 308"/>
                <a:gd name="T46" fmla="*/ 279 w 232"/>
                <a:gd name="T47" fmla="*/ 30 h 308"/>
                <a:gd name="T48" fmla="*/ 258 w 232"/>
                <a:gd name="T49" fmla="*/ 55 h 308"/>
                <a:gd name="T50" fmla="*/ 222 w 232"/>
                <a:gd name="T51" fmla="*/ 96 h 308"/>
                <a:gd name="T52" fmla="*/ 172 w 232"/>
                <a:gd name="T53" fmla="*/ 142 h 308"/>
                <a:gd name="T54" fmla="*/ 120 w 232"/>
                <a:gd name="T55" fmla="*/ 199 h 308"/>
                <a:gd name="T56" fmla="*/ 75 w 232"/>
                <a:gd name="T57" fmla="*/ 225 h 308"/>
                <a:gd name="T58" fmla="*/ 32 w 232"/>
                <a:gd name="T59" fmla="*/ 256 h 308"/>
                <a:gd name="T60" fmla="*/ 30 w 232"/>
                <a:gd name="T61" fmla="*/ 258 h 308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232" h="308">
                  <a:moveTo>
                    <a:pt x="19" y="163"/>
                  </a:moveTo>
                  <a:cubicBezTo>
                    <a:pt x="19" y="163"/>
                    <a:pt x="14" y="178"/>
                    <a:pt x="14" y="193"/>
                  </a:cubicBezTo>
                  <a:cubicBezTo>
                    <a:pt x="14" y="208"/>
                    <a:pt x="16" y="229"/>
                    <a:pt x="14" y="243"/>
                  </a:cubicBezTo>
                  <a:cubicBezTo>
                    <a:pt x="11" y="257"/>
                    <a:pt x="0" y="291"/>
                    <a:pt x="4" y="308"/>
                  </a:cubicBezTo>
                  <a:cubicBezTo>
                    <a:pt x="4" y="308"/>
                    <a:pt x="21" y="291"/>
                    <a:pt x="33" y="278"/>
                  </a:cubicBezTo>
                  <a:cubicBezTo>
                    <a:pt x="44" y="264"/>
                    <a:pt x="68" y="242"/>
                    <a:pt x="74" y="242"/>
                  </a:cubicBezTo>
                  <a:cubicBezTo>
                    <a:pt x="81" y="242"/>
                    <a:pt x="89" y="242"/>
                    <a:pt x="94" y="242"/>
                  </a:cubicBezTo>
                  <a:cubicBezTo>
                    <a:pt x="100" y="242"/>
                    <a:pt x="123" y="250"/>
                    <a:pt x="133" y="253"/>
                  </a:cubicBezTo>
                  <a:cubicBezTo>
                    <a:pt x="143" y="257"/>
                    <a:pt x="172" y="252"/>
                    <a:pt x="184" y="249"/>
                  </a:cubicBezTo>
                  <a:cubicBezTo>
                    <a:pt x="195" y="245"/>
                    <a:pt x="210" y="235"/>
                    <a:pt x="212" y="227"/>
                  </a:cubicBezTo>
                  <a:cubicBezTo>
                    <a:pt x="213" y="219"/>
                    <a:pt x="210" y="215"/>
                    <a:pt x="213" y="209"/>
                  </a:cubicBezTo>
                  <a:cubicBezTo>
                    <a:pt x="216" y="203"/>
                    <a:pt x="221" y="196"/>
                    <a:pt x="220" y="188"/>
                  </a:cubicBezTo>
                  <a:cubicBezTo>
                    <a:pt x="220" y="180"/>
                    <a:pt x="221" y="179"/>
                    <a:pt x="225" y="171"/>
                  </a:cubicBezTo>
                  <a:cubicBezTo>
                    <a:pt x="230" y="164"/>
                    <a:pt x="232" y="155"/>
                    <a:pt x="228" y="148"/>
                  </a:cubicBezTo>
                  <a:cubicBezTo>
                    <a:pt x="224" y="141"/>
                    <a:pt x="221" y="137"/>
                    <a:pt x="226" y="131"/>
                  </a:cubicBezTo>
                  <a:cubicBezTo>
                    <a:pt x="231" y="125"/>
                    <a:pt x="232" y="114"/>
                    <a:pt x="228" y="107"/>
                  </a:cubicBezTo>
                  <a:cubicBezTo>
                    <a:pt x="224" y="100"/>
                    <a:pt x="203" y="93"/>
                    <a:pt x="203" y="93"/>
                  </a:cubicBezTo>
                  <a:cubicBezTo>
                    <a:pt x="203" y="93"/>
                    <a:pt x="202" y="99"/>
                    <a:pt x="198" y="101"/>
                  </a:cubicBezTo>
                  <a:cubicBezTo>
                    <a:pt x="193" y="104"/>
                    <a:pt x="182" y="106"/>
                    <a:pt x="179" y="104"/>
                  </a:cubicBezTo>
                  <a:cubicBezTo>
                    <a:pt x="176" y="101"/>
                    <a:pt x="172" y="97"/>
                    <a:pt x="176" y="88"/>
                  </a:cubicBezTo>
                  <a:cubicBezTo>
                    <a:pt x="180" y="79"/>
                    <a:pt x="186" y="72"/>
                    <a:pt x="187" y="62"/>
                  </a:cubicBezTo>
                  <a:cubicBezTo>
                    <a:pt x="189" y="52"/>
                    <a:pt x="201" y="45"/>
                    <a:pt x="205" y="33"/>
                  </a:cubicBezTo>
                  <a:cubicBezTo>
                    <a:pt x="210" y="22"/>
                    <a:pt x="208" y="0"/>
                    <a:pt x="192" y="0"/>
                  </a:cubicBezTo>
                  <a:cubicBezTo>
                    <a:pt x="173" y="19"/>
                    <a:pt x="173" y="19"/>
                    <a:pt x="173" y="19"/>
                  </a:cubicBezTo>
                  <a:cubicBezTo>
                    <a:pt x="173" y="19"/>
                    <a:pt x="164" y="28"/>
                    <a:pt x="160" y="34"/>
                  </a:cubicBezTo>
                  <a:cubicBezTo>
                    <a:pt x="155" y="40"/>
                    <a:pt x="148" y="51"/>
                    <a:pt x="137" y="60"/>
                  </a:cubicBezTo>
                  <a:cubicBezTo>
                    <a:pt x="126" y="70"/>
                    <a:pt x="117" y="77"/>
                    <a:pt x="107" y="90"/>
                  </a:cubicBezTo>
                  <a:cubicBezTo>
                    <a:pt x="96" y="103"/>
                    <a:pt x="83" y="113"/>
                    <a:pt x="74" y="126"/>
                  </a:cubicBezTo>
                  <a:cubicBezTo>
                    <a:pt x="64" y="138"/>
                    <a:pt x="58" y="133"/>
                    <a:pt x="47" y="142"/>
                  </a:cubicBezTo>
                  <a:cubicBezTo>
                    <a:pt x="36" y="152"/>
                    <a:pt x="20" y="162"/>
                    <a:pt x="20" y="162"/>
                  </a:cubicBezTo>
                  <a:lnTo>
                    <a:pt x="19" y="163"/>
                  </a:lnTo>
                  <a:close/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9892" name="Freeform 282">
              <a:extLst>
                <a:ext uri="{FF2B5EF4-FFF2-40B4-BE49-F238E27FC236}">
                  <a16:creationId xmlns:a16="http://schemas.microsoft.com/office/drawing/2014/main" id="{6E2DBF74-BD53-46AB-BF98-7C57A782168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5" y="1545"/>
              <a:ext cx="22" cy="12"/>
            </a:xfrm>
            <a:custGeom>
              <a:avLst/>
              <a:gdLst>
                <a:gd name="T0" fmla="*/ 29 w 19"/>
                <a:gd name="T1" fmla="*/ 17 h 10"/>
                <a:gd name="T2" fmla="*/ 0 w 19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10">
                  <a:moveTo>
                    <a:pt x="19" y="10"/>
                  </a:moveTo>
                  <a:cubicBezTo>
                    <a:pt x="19" y="10"/>
                    <a:pt x="5" y="9"/>
                    <a:pt x="0" y="0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9893" name="Freeform 283">
              <a:extLst>
                <a:ext uri="{FF2B5EF4-FFF2-40B4-BE49-F238E27FC236}">
                  <a16:creationId xmlns:a16="http://schemas.microsoft.com/office/drawing/2014/main" id="{D58C2262-D8DD-4617-B2F1-FC586818B7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3" y="1443"/>
              <a:ext cx="30" cy="23"/>
            </a:xfrm>
            <a:custGeom>
              <a:avLst/>
              <a:gdLst>
                <a:gd name="T0" fmla="*/ 0 w 26"/>
                <a:gd name="T1" fmla="*/ 17 h 20"/>
                <a:gd name="T2" fmla="*/ 21 w 26"/>
                <a:gd name="T3" fmla="*/ 20 h 20"/>
                <a:gd name="T4" fmla="*/ 40 w 26"/>
                <a:gd name="T5" fmla="*/ 0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20">
                  <a:moveTo>
                    <a:pt x="0" y="11"/>
                  </a:moveTo>
                  <a:cubicBezTo>
                    <a:pt x="0" y="11"/>
                    <a:pt x="9" y="20"/>
                    <a:pt x="14" y="13"/>
                  </a:cubicBezTo>
                  <a:cubicBezTo>
                    <a:pt x="19" y="7"/>
                    <a:pt x="26" y="0"/>
                    <a:pt x="26" y="0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9894" name="Freeform 284">
              <a:extLst>
                <a:ext uri="{FF2B5EF4-FFF2-40B4-BE49-F238E27FC236}">
                  <a16:creationId xmlns:a16="http://schemas.microsoft.com/office/drawing/2014/main" id="{ED44A962-D9A4-47D2-98F2-88C53C63B60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5" y="1566"/>
              <a:ext cx="7" cy="18"/>
            </a:xfrm>
            <a:custGeom>
              <a:avLst/>
              <a:gdLst>
                <a:gd name="T0" fmla="*/ 0 w 6"/>
                <a:gd name="T1" fmla="*/ 0 h 15"/>
                <a:gd name="T2" fmla="*/ 9 w 6"/>
                <a:gd name="T3" fmla="*/ 26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5">
                  <a:moveTo>
                    <a:pt x="0" y="0"/>
                  </a:moveTo>
                  <a:cubicBezTo>
                    <a:pt x="2" y="5"/>
                    <a:pt x="6" y="10"/>
                    <a:pt x="6" y="15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9895" name="Freeform 285">
              <a:extLst>
                <a:ext uri="{FF2B5EF4-FFF2-40B4-BE49-F238E27FC236}">
                  <a16:creationId xmlns:a16="http://schemas.microsoft.com/office/drawing/2014/main" id="{7BDDB0FE-F411-4708-B5B9-8E5606D98B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1" y="1600"/>
              <a:ext cx="5" cy="1"/>
            </a:xfrm>
            <a:custGeom>
              <a:avLst/>
              <a:gdLst>
                <a:gd name="T0" fmla="*/ 8 w 4"/>
                <a:gd name="T1" fmla="*/ 0 h 1"/>
                <a:gd name="T2" fmla="*/ 0 w 4"/>
                <a:gd name="T3" fmla="*/ 1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4" y="0"/>
                  </a:moveTo>
                  <a:cubicBezTo>
                    <a:pt x="3" y="1"/>
                    <a:pt x="1" y="1"/>
                    <a:pt x="0" y="1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9896" name="Freeform 286">
              <a:extLst>
                <a:ext uri="{FF2B5EF4-FFF2-40B4-BE49-F238E27FC236}">
                  <a16:creationId xmlns:a16="http://schemas.microsoft.com/office/drawing/2014/main" id="{0D31745C-BF77-49AB-A7E4-42D7E03B1C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4" y="1643"/>
              <a:ext cx="11" cy="6"/>
            </a:xfrm>
            <a:custGeom>
              <a:avLst/>
              <a:gdLst>
                <a:gd name="T0" fmla="*/ 16 w 9"/>
                <a:gd name="T1" fmla="*/ 0 h 5"/>
                <a:gd name="T2" fmla="*/ 0 w 9"/>
                <a:gd name="T3" fmla="*/ 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5">
                  <a:moveTo>
                    <a:pt x="9" y="0"/>
                  </a:moveTo>
                  <a:cubicBezTo>
                    <a:pt x="6" y="2"/>
                    <a:pt x="3" y="3"/>
                    <a:pt x="0" y="5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9897" name="Freeform 287">
              <a:extLst>
                <a:ext uri="{FF2B5EF4-FFF2-40B4-BE49-F238E27FC236}">
                  <a16:creationId xmlns:a16="http://schemas.microsoft.com/office/drawing/2014/main" id="{DD3B908B-2F6A-409B-9E9B-089602B0ABE7}"/>
                </a:ext>
              </a:extLst>
            </p:cNvPr>
            <p:cNvSpPr>
              <a:spLocks/>
            </p:cNvSpPr>
            <p:nvPr/>
          </p:nvSpPr>
          <p:spPr bwMode="auto">
            <a:xfrm>
              <a:off x="905" y="1269"/>
              <a:ext cx="19" cy="204"/>
            </a:xfrm>
            <a:custGeom>
              <a:avLst/>
              <a:gdLst>
                <a:gd name="T0" fmla="*/ 1 w 16"/>
                <a:gd name="T1" fmla="*/ 0 h 175"/>
                <a:gd name="T2" fmla="*/ 8 w 16"/>
                <a:gd name="T3" fmla="*/ 23 h 175"/>
                <a:gd name="T4" fmla="*/ 10 w 16"/>
                <a:gd name="T5" fmla="*/ 61 h 175"/>
                <a:gd name="T6" fmla="*/ 10 w 16"/>
                <a:gd name="T7" fmla="*/ 138 h 175"/>
                <a:gd name="T8" fmla="*/ 14 w 16"/>
                <a:gd name="T9" fmla="*/ 277 h 1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75">
                  <a:moveTo>
                    <a:pt x="1" y="0"/>
                  </a:moveTo>
                  <a:cubicBezTo>
                    <a:pt x="0" y="2"/>
                    <a:pt x="5" y="10"/>
                    <a:pt x="5" y="15"/>
                  </a:cubicBezTo>
                  <a:cubicBezTo>
                    <a:pt x="7" y="22"/>
                    <a:pt x="6" y="31"/>
                    <a:pt x="6" y="39"/>
                  </a:cubicBezTo>
                  <a:cubicBezTo>
                    <a:pt x="6" y="55"/>
                    <a:pt x="5" y="71"/>
                    <a:pt x="6" y="87"/>
                  </a:cubicBezTo>
                  <a:cubicBezTo>
                    <a:pt x="6" y="115"/>
                    <a:pt x="16" y="147"/>
                    <a:pt x="8" y="175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9898" name="Freeform 288">
              <a:extLst>
                <a:ext uri="{FF2B5EF4-FFF2-40B4-BE49-F238E27FC236}">
                  <a16:creationId xmlns:a16="http://schemas.microsoft.com/office/drawing/2014/main" id="{CAB89D9F-2AE2-46F0-989D-9397E9A191E3}"/>
                </a:ext>
              </a:extLst>
            </p:cNvPr>
            <p:cNvSpPr>
              <a:spLocks/>
            </p:cNvSpPr>
            <p:nvPr/>
          </p:nvSpPr>
          <p:spPr bwMode="auto">
            <a:xfrm>
              <a:off x="861" y="1470"/>
              <a:ext cx="37" cy="43"/>
            </a:xfrm>
            <a:custGeom>
              <a:avLst/>
              <a:gdLst>
                <a:gd name="T0" fmla="*/ 0 w 32"/>
                <a:gd name="T1" fmla="*/ 0 h 37"/>
                <a:gd name="T2" fmla="*/ 50 w 32"/>
                <a:gd name="T3" fmla="*/ 58 h 3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2" h="37">
                  <a:moveTo>
                    <a:pt x="0" y="0"/>
                  </a:moveTo>
                  <a:cubicBezTo>
                    <a:pt x="14" y="9"/>
                    <a:pt x="23" y="23"/>
                    <a:pt x="32" y="37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9899" name="Freeform 289">
              <a:extLst>
                <a:ext uri="{FF2B5EF4-FFF2-40B4-BE49-F238E27FC236}">
                  <a16:creationId xmlns:a16="http://schemas.microsoft.com/office/drawing/2014/main" id="{251B5AC6-CF3C-4C58-AF1F-E738672058FB}"/>
                </a:ext>
              </a:extLst>
            </p:cNvPr>
            <p:cNvSpPr>
              <a:spLocks/>
            </p:cNvSpPr>
            <p:nvPr/>
          </p:nvSpPr>
          <p:spPr bwMode="auto">
            <a:xfrm>
              <a:off x="783" y="1489"/>
              <a:ext cx="88" cy="90"/>
            </a:xfrm>
            <a:custGeom>
              <a:avLst/>
              <a:gdLst>
                <a:gd name="T0" fmla="*/ 22 w 75"/>
                <a:gd name="T1" fmla="*/ 0 h 77"/>
                <a:gd name="T2" fmla="*/ 7 w 75"/>
                <a:gd name="T3" fmla="*/ 22 h 77"/>
                <a:gd name="T4" fmla="*/ 53 w 75"/>
                <a:gd name="T5" fmla="*/ 70 h 77"/>
                <a:gd name="T6" fmla="*/ 96 w 75"/>
                <a:gd name="T7" fmla="*/ 105 h 77"/>
                <a:gd name="T8" fmla="*/ 121 w 75"/>
                <a:gd name="T9" fmla="*/ 123 h 7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" h="77">
                  <a:moveTo>
                    <a:pt x="14" y="0"/>
                  </a:moveTo>
                  <a:cubicBezTo>
                    <a:pt x="7" y="2"/>
                    <a:pt x="0" y="4"/>
                    <a:pt x="4" y="14"/>
                  </a:cubicBezTo>
                  <a:cubicBezTo>
                    <a:pt x="8" y="24"/>
                    <a:pt x="24" y="37"/>
                    <a:pt x="32" y="44"/>
                  </a:cubicBezTo>
                  <a:cubicBezTo>
                    <a:pt x="41" y="51"/>
                    <a:pt x="52" y="57"/>
                    <a:pt x="60" y="66"/>
                  </a:cubicBezTo>
                  <a:cubicBezTo>
                    <a:pt x="65" y="71"/>
                    <a:pt x="70" y="72"/>
                    <a:pt x="75" y="77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9900" name="Freeform 290">
              <a:extLst>
                <a:ext uri="{FF2B5EF4-FFF2-40B4-BE49-F238E27FC236}">
                  <a16:creationId xmlns:a16="http://schemas.microsoft.com/office/drawing/2014/main" id="{3518B893-1B1F-4B0F-8C93-88DA3653A98D}"/>
                </a:ext>
              </a:extLst>
            </p:cNvPr>
            <p:cNvSpPr>
              <a:spLocks/>
            </p:cNvSpPr>
            <p:nvPr/>
          </p:nvSpPr>
          <p:spPr bwMode="auto">
            <a:xfrm>
              <a:off x="893" y="1598"/>
              <a:ext cx="12" cy="16"/>
            </a:xfrm>
            <a:custGeom>
              <a:avLst/>
              <a:gdLst>
                <a:gd name="T0" fmla="*/ 0 w 10"/>
                <a:gd name="T1" fmla="*/ 0 h 14"/>
                <a:gd name="T2" fmla="*/ 17 w 10"/>
                <a:gd name="T3" fmla="*/ 21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4">
                  <a:moveTo>
                    <a:pt x="0" y="0"/>
                  </a:moveTo>
                  <a:cubicBezTo>
                    <a:pt x="4" y="4"/>
                    <a:pt x="8" y="9"/>
                    <a:pt x="10" y="14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9901" name="Freeform 291">
              <a:extLst>
                <a:ext uri="{FF2B5EF4-FFF2-40B4-BE49-F238E27FC236}">
                  <a16:creationId xmlns:a16="http://schemas.microsoft.com/office/drawing/2014/main" id="{E646FA88-B1C0-43F4-ABCD-ACBC9A22F8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8" y="2302"/>
              <a:ext cx="130" cy="249"/>
            </a:xfrm>
            <a:custGeom>
              <a:avLst/>
              <a:gdLst>
                <a:gd name="T0" fmla="*/ 8 w 111"/>
                <a:gd name="T1" fmla="*/ 14 h 214"/>
                <a:gd name="T2" fmla="*/ 104 w 111"/>
                <a:gd name="T3" fmla="*/ 10 h 214"/>
                <a:gd name="T4" fmla="*/ 158 w 111"/>
                <a:gd name="T5" fmla="*/ 61 h 214"/>
                <a:gd name="T6" fmla="*/ 169 w 111"/>
                <a:gd name="T7" fmla="*/ 116 h 214"/>
                <a:gd name="T8" fmla="*/ 171 w 111"/>
                <a:gd name="T9" fmla="*/ 156 h 214"/>
                <a:gd name="T10" fmla="*/ 148 w 111"/>
                <a:gd name="T11" fmla="*/ 221 h 214"/>
                <a:gd name="T12" fmla="*/ 121 w 111"/>
                <a:gd name="T13" fmla="*/ 278 h 214"/>
                <a:gd name="T14" fmla="*/ 71 w 111"/>
                <a:gd name="T15" fmla="*/ 315 h 214"/>
                <a:gd name="T16" fmla="*/ 47 w 111"/>
                <a:gd name="T17" fmla="*/ 328 h 214"/>
                <a:gd name="T18" fmla="*/ 26 w 111"/>
                <a:gd name="T19" fmla="*/ 337 h 214"/>
                <a:gd name="T20" fmla="*/ 13 w 111"/>
                <a:gd name="T21" fmla="*/ 306 h 214"/>
                <a:gd name="T22" fmla="*/ 47 w 111"/>
                <a:gd name="T23" fmla="*/ 272 h 214"/>
                <a:gd name="T24" fmla="*/ 49 w 111"/>
                <a:gd name="T25" fmla="*/ 251 h 214"/>
                <a:gd name="T26" fmla="*/ 77 w 111"/>
                <a:gd name="T27" fmla="*/ 241 h 214"/>
                <a:gd name="T28" fmla="*/ 87 w 111"/>
                <a:gd name="T29" fmla="*/ 212 h 214"/>
                <a:gd name="T30" fmla="*/ 82 w 111"/>
                <a:gd name="T31" fmla="*/ 157 h 214"/>
                <a:gd name="T32" fmla="*/ 71 w 111"/>
                <a:gd name="T33" fmla="*/ 145 h 214"/>
                <a:gd name="T34" fmla="*/ 57 w 111"/>
                <a:gd name="T35" fmla="*/ 180 h 214"/>
                <a:gd name="T36" fmla="*/ 47 w 111"/>
                <a:gd name="T37" fmla="*/ 242 h 214"/>
                <a:gd name="T38" fmla="*/ 6 w 111"/>
                <a:gd name="T39" fmla="*/ 240 h 214"/>
                <a:gd name="T40" fmla="*/ 2 w 111"/>
                <a:gd name="T41" fmla="*/ 185 h 214"/>
                <a:gd name="T42" fmla="*/ 8 w 111"/>
                <a:gd name="T43" fmla="*/ 147 h 214"/>
                <a:gd name="T44" fmla="*/ 7 w 111"/>
                <a:gd name="T45" fmla="*/ 73 h 214"/>
                <a:gd name="T46" fmla="*/ 8 w 111"/>
                <a:gd name="T47" fmla="*/ 14 h 214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111" h="214">
                  <a:moveTo>
                    <a:pt x="5" y="9"/>
                  </a:moveTo>
                  <a:cubicBezTo>
                    <a:pt x="5" y="9"/>
                    <a:pt x="41" y="0"/>
                    <a:pt x="65" y="7"/>
                  </a:cubicBezTo>
                  <a:cubicBezTo>
                    <a:pt x="89" y="14"/>
                    <a:pt x="98" y="39"/>
                    <a:pt x="98" y="39"/>
                  </a:cubicBezTo>
                  <a:cubicBezTo>
                    <a:pt x="98" y="39"/>
                    <a:pt x="102" y="65"/>
                    <a:pt x="105" y="74"/>
                  </a:cubicBezTo>
                  <a:cubicBezTo>
                    <a:pt x="107" y="84"/>
                    <a:pt x="111" y="90"/>
                    <a:pt x="107" y="99"/>
                  </a:cubicBezTo>
                  <a:cubicBezTo>
                    <a:pt x="103" y="107"/>
                    <a:pt x="95" y="131"/>
                    <a:pt x="92" y="140"/>
                  </a:cubicBezTo>
                  <a:cubicBezTo>
                    <a:pt x="90" y="149"/>
                    <a:pt x="84" y="169"/>
                    <a:pt x="75" y="176"/>
                  </a:cubicBezTo>
                  <a:cubicBezTo>
                    <a:pt x="66" y="183"/>
                    <a:pt x="48" y="197"/>
                    <a:pt x="44" y="200"/>
                  </a:cubicBezTo>
                  <a:cubicBezTo>
                    <a:pt x="40" y="203"/>
                    <a:pt x="29" y="208"/>
                    <a:pt x="29" y="208"/>
                  </a:cubicBezTo>
                  <a:cubicBezTo>
                    <a:pt x="16" y="214"/>
                    <a:pt x="16" y="214"/>
                    <a:pt x="16" y="214"/>
                  </a:cubicBezTo>
                  <a:cubicBezTo>
                    <a:pt x="16" y="214"/>
                    <a:pt x="3" y="205"/>
                    <a:pt x="8" y="194"/>
                  </a:cubicBezTo>
                  <a:cubicBezTo>
                    <a:pt x="12" y="183"/>
                    <a:pt x="29" y="173"/>
                    <a:pt x="29" y="173"/>
                  </a:cubicBezTo>
                  <a:cubicBezTo>
                    <a:pt x="29" y="173"/>
                    <a:pt x="25" y="163"/>
                    <a:pt x="31" y="160"/>
                  </a:cubicBezTo>
                  <a:cubicBezTo>
                    <a:pt x="37" y="157"/>
                    <a:pt x="48" y="153"/>
                    <a:pt x="48" y="153"/>
                  </a:cubicBezTo>
                  <a:cubicBezTo>
                    <a:pt x="48" y="153"/>
                    <a:pt x="52" y="138"/>
                    <a:pt x="54" y="134"/>
                  </a:cubicBezTo>
                  <a:cubicBezTo>
                    <a:pt x="56" y="129"/>
                    <a:pt x="51" y="104"/>
                    <a:pt x="51" y="100"/>
                  </a:cubicBezTo>
                  <a:cubicBezTo>
                    <a:pt x="52" y="97"/>
                    <a:pt x="44" y="92"/>
                    <a:pt x="44" y="92"/>
                  </a:cubicBezTo>
                  <a:cubicBezTo>
                    <a:pt x="44" y="92"/>
                    <a:pt x="37" y="110"/>
                    <a:pt x="36" y="114"/>
                  </a:cubicBezTo>
                  <a:cubicBezTo>
                    <a:pt x="35" y="119"/>
                    <a:pt x="35" y="149"/>
                    <a:pt x="29" y="154"/>
                  </a:cubicBezTo>
                  <a:cubicBezTo>
                    <a:pt x="23" y="159"/>
                    <a:pt x="6" y="161"/>
                    <a:pt x="3" y="152"/>
                  </a:cubicBezTo>
                  <a:cubicBezTo>
                    <a:pt x="0" y="142"/>
                    <a:pt x="2" y="127"/>
                    <a:pt x="2" y="118"/>
                  </a:cubicBezTo>
                  <a:cubicBezTo>
                    <a:pt x="2" y="110"/>
                    <a:pt x="5" y="103"/>
                    <a:pt x="5" y="93"/>
                  </a:cubicBezTo>
                  <a:cubicBezTo>
                    <a:pt x="4" y="84"/>
                    <a:pt x="4" y="52"/>
                    <a:pt x="4" y="46"/>
                  </a:cubicBezTo>
                  <a:cubicBezTo>
                    <a:pt x="3" y="40"/>
                    <a:pt x="5" y="9"/>
                    <a:pt x="5" y="9"/>
                  </a:cubicBezTo>
                  <a:close/>
                </a:path>
              </a:pathLst>
            </a:custGeom>
            <a:solidFill>
              <a:srgbClr val="FEF3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9902" name="Freeform 292">
              <a:extLst>
                <a:ext uri="{FF2B5EF4-FFF2-40B4-BE49-F238E27FC236}">
                  <a16:creationId xmlns:a16="http://schemas.microsoft.com/office/drawing/2014/main" id="{BCF29FAA-6871-490C-9885-A043F81CF27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1" y="2302"/>
              <a:ext cx="127" cy="129"/>
            </a:xfrm>
            <a:custGeom>
              <a:avLst/>
              <a:gdLst>
                <a:gd name="T0" fmla="*/ 165 w 108"/>
                <a:gd name="T1" fmla="*/ 117 h 111"/>
                <a:gd name="T2" fmla="*/ 155 w 108"/>
                <a:gd name="T3" fmla="*/ 57 h 111"/>
                <a:gd name="T4" fmla="*/ 101 w 108"/>
                <a:gd name="T5" fmla="*/ 10 h 111"/>
                <a:gd name="T6" fmla="*/ 1 w 108"/>
                <a:gd name="T7" fmla="*/ 16 h 111"/>
                <a:gd name="T8" fmla="*/ 0 w 108"/>
                <a:gd name="T9" fmla="*/ 74 h 111"/>
                <a:gd name="T10" fmla="*/ 1 w 108"/>
                <a:gd name="T11" fmla="*/ 106 h 111"/>
                <a:gd name="T12" fmla="*/ 1 w 108"/>
                <a:gd name="T13" fmla="*/ 86 h 111"/>
                <a:gd name="T14" fmla="*/ 100 w 108"/>
                <a:gd name="T15" fmla="*/ 85 h 111"/>
                <a:gd name="T16" fmla="*/ 155 w 108"/>
                <a:gd name="T17" fmla="*/ 134 h 111"/>
                <a:gd name="T18" fmla="*/ 160 w 108"/>
                <a:gd name="T19" fmla="*/ 174 h 111"/>
                <a:gd name="T20" fmla="*/ 168 w 108"/>
                <a:gd name="T21" fmla="*/ 156 h 111"/>
                <a:gd name="T22" fmla="*/ 165 w 108"/>
                <a:gd name="T23" fmla="*/ 117 h 11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08" h="111">
                  <a:moveTo>
                    <a:pt x="101" y="75"/>
                  </a:moveTo>
                  <a:cubicBezTo>
                    <a:pt x="99" y="66"/>
                    <a:pt x="95" y="36"/>
                    <a:pt x="95" y="36"/>
                  </a:cubicBezTo>
                  <a:cubicBezTo>
                    <a:pt x="95" y="36"/>
                    <a:pt x="86" y="14"/>
                    <a:pt x="62" y="7"/>
                  </a:cubicBezTo>
                  <a:cubicBezTo>
                    <a:pt x="38" y="0"/>
                    <a:pt x="1" y="10"/>
                    <a:pt x="1" y="10"/>
                  </a:cubicBezTo>
                  <a:cubicBezTo>
                    <a:pt x="1" y="10"/>
                    <a:pt x="0" y="41"/>
                    <a:pt x="0" y="47"/>
                  </a:cubicBezTo>
                  <a:cubicBezTo>
                    <a:pt x="1" y="50"/>
                    <a:pt x="1" y="58"/>
                    <a:pt x="1" y="67"/>
                  </a:cubicBezTo>
                  <a:cubicBezTo>
                    <a:pt x="1" y="60"/>
                    <a:pt x="1" y="55"/>
                    <a:pt x="1" y="55"/>
                  </a:cubicBezTo>
                  <a:cubicBezTo>
                    <a:pt x="1" y="55"/>
                    <a:pt x="37" y="46"/>
                    <a:pt x="61" y="54"/>
                  </a:cubicBezTo>
                  <a:cubicBezTo>
                    <a:pt x="85" y="61"/>
                    <a:pt x="95" y="85"/>
                    <a:pt x="95" y="85"/>
                  </a:cubicBezTo>
                  <a:cubicBezTo>
                    <a:pt x="95" y="85"/>
                    <a:pt x="97" y="99"/>
                    <a:pt x="99" y="111"/>
                  </a:cubicBezTo>
                  <a:cubicBezTo>
                    <a:pt x="101" y="106"/>
                    <a:pt x="103" y="102"/>
                    <a:pt x="104" y="99"/>
                  </a:cubicBezTo>
                  <a:cubicBezTo>
                    <a:pt x="108" y="91"/>
                    <a:pt x="104" y="85"/>
                    <a:pt x="101" y="75"/>
                  </a:cubicBezTo>
                  <a:close/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9903" name="Freeform 293">
              <a:extLst>
                <a:ext uri="{FF2B5EF4-FFF2-40B4-BE49-F238E27FC236}">
                  <a16:creationId xmlns:a16="http://schemas.microsoft.com/office/drawing/2014/main" id="{E7EB5B89-B899-4F12-BB62-BFFCC814C5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6" y="2302"/>
              <a:ext cx="132" cy="250"/>
            </a:xfrm>
            <a:custGeom>
              <a:avLst/>
              <a:gdLst>
                <a:gd name="T0" fmla="*/ 8 w 112"/>
                <a:gd name="T1" fmla="*/ 16 h 215"/>
                <a:gd name="T2" fmla="*/ 108 w 112"/>
                <a:gd name="T3" fmla="*/ 10 h 215"/>
                <a:gd name="T4" fmla="*/ 163 w 112"/>
                <a:gd name="T5" fmla="*/ 57 h 215"/>
                <a:gd name="T6" fmla="*/ 172 w 112"/>
                <a:gd name="T7" fmla="*/ 117 h 215"/>
                <a:gd name="T8" fmla="*/ 177 w 112"/>
                <a:gd name="T9" fmla="*/ 156 h 215"/>
                <a:gd name="T10" fmla="*/ 153 w 112"/>
                <a:gd name="T11" fmla="*/ 222 h 215"/>
                <a:gd name="T12" fmla="*/ 125 w 112"/>
                <a:gd name="T13" fmla="*/ 279 h 215"/>
                <a:gd name="T14" fmla="*/ 72 w 112"/>
                <a:gd name="T15" fmla="*/ 316 h 215"/>
                <a:gd name="T16" fmla="*/ 47 w 112"/>
                <a:gd name="T17" fmla="*/ 329 h 215"/>
                <a:gd name="T18" fmla="*/ 28 w 112"/>
                <a:gd name="T19" fmla="*/ 338 h 215"/>
                <a:gd name="T20" fmla="*/ 13 w 112"/>
                <a:gd name="T21" fmla="*/ 307 h 215"/>
                <a:gd name="T22" fmla="*/ 48 w 112"/>
                <a:gd name="T23" fmla="*/ 273 h 215"/>
                <a:gd name="T24" fmla="*/ 52 w 112"/>
                <a:gd name="T25" fmla="*/ 252 h 215"/>
                <a:gd name="T26" fmla="*/ 80 w 112"/>
                <a:gd name="T27" fmla="*/ 242 h 215"/>
                <a:gd name="T28" fmla="*/ 91 w 112"/>
                <a:gd name="T29" fmla="*/ 213 h 215"/>
                <a:gd name="T30" fmla="*/ 85 w 112"/>
                <a:gd name="T31" fmla="*/ 158 h 215"/>
                <a:gd name="T32" fmla="*/ 72 w 112"/>
                <a:gd name="T33" fmla="*/ 147 h 215"/>
                <a:gd name="T34" fmla="*/ 59 w 112"/>
                <a:gd name="T35" fmla="*/ 181 h 215"/>
                <a:gd name="T36" fmla="*/ 47 w 112"/>
                <a:gd name="T37" fmla="*/ 243 h 215"/>
                <a:gd name="T38" fmla="*/ 6 w 112"/>
                <a:gd name="T39" fmla="*/ 241 h 215"/>
                <a:gd name="T40" fmla="*/ 2 w 112"/>
                <a:gd name="T41" fmla="*/ 186 h 215"/>
                <a:gd name="T42" fmla="*/ 8 w 112"/>
                <a:gd name="T43" fmla="*/ 148 h 215"/>
                <a:gd name="T44" fmla="*/ 7 w 112"/>
                <a:gd name="T45" fmla="*/ 74 h 215"/>
                <a:gd name="T46" fmla="*/ 8 w 112"/>
                <a:gd name="T47" fmla="*/ 16 h 215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112" h="215">
                  <a:moveTo>
                    <a:pt x="5" y="10"/>
                  </a:moveTo>
                  <a:cubicBezTo>
                    <a:pt x="5" y="10"/>
                    <a:pt x="42" y="0"/>
                    <a:pt x="66" y="7"/>
                  </a:cubicBezTo>
                  <a:cubicBezTo>
                    <a:pt x="90" y="15"/>
                    <a:pt x="99" y="36"/>
                    <a:pt x="99" y="36"/>
                  </a:cubicBezTo>
                  <a:cubicBezTo>
                    <a:pt x="99" y="36"/>
                    <a:pt x="103" y="66"/>
                    <a:pt x="105" y="75"/>
                  </a:cubicBezTo>
                  <a:cubicBezTo>
                    <a:pt x="108" y="85"/>
                    <a:pt x="112" y="91"/>
                    <a:pt x="108" y="99"/>
                  </a:cubicBezTo>
                  <a:cubicBezTo>
                    <a:pt x="104" y="108"/>
                    <a:pt x="95" y="132"/>
                    <a:pt x="93" y="141"/>
                  </a:cubicBezTo>
                  <a:cubicBezTo>
                    <a:pt x="90" y="150"/>
                    <a:pt x="85" y="170"/>
                    <a:pt x="76" y="177"/>
                  </a:cubicBezTo>
                  <a:cubicBezTo>
                    <a:pt x="67" y="184"/>
                    <a:pt x="49" y="198"/>
                    <a:pt x="44" y="201"/>
                  </a:cubicBezTo>
                  <a:cubicBezTo>
                    <a:pt x="40" y="204"/>
                    <a:pt x="29" y="209"/>
                    <a:pt x="29" y="209"/>
                  </a:cubicBezTo>
                  <a:cubicBezTo>
                    <a:pt x="17" y="215"/>
                    <a:pt x="17" y="215"/>
                    <a:pt x="17" y="215"/>
                  </a:cubicBezTo>
                  <a:cubicBezTo>
                    <a:pt x="17" y="215"/>
                    <a:pt x="4" y="206"/>
                    <a:pt x="8" y="195"/>
                  </a:cubicBezTo>
                  <a:cubicBezTo>
                    <a:pt x="13" y="184"/>
                    <a:pt x="30" y="174"/>
                    <a:pt x="30" y="174"/>
                  </a:cubicBezTo>
                  <a:cubicBezTo>
                    <a:pt x="30" y="174"/>
                    <a:pt x="25" y="164"/>
                    <a:pt x="31" y="161"/>
                  </a:cubicBezTo>
                  <a:cubicBezTo>
                    <a:pt x="38" y="158"/>
                    <a:pt x="49" y="154"/>
                    <a:pt x="49" y="154"/>
                  </a:cubicBezTo>
                  <a:cubicBezTo>
                    <a:pt x="49" y="154"/>
                    <a:pt x="52" y="139"/>
                    <a:pt x="55" y="135"/>
                  </a:cubicBezTo>
                  <a:cubicBezTo>
                    <a:pt x="57" y="130"/>
                    <a:pt x="51" y="105"/>
                    <a:pt x="52" y="101"/>
                  </a:cubicBezTo>
                  <a:cubicBezTo>
                    <a:pt x="52" y="98"/>
                    <a:pt x="44" y="93"/>
                    <a:pt x="44" y="93"/>
                  </a:cubicBezTo>
                  <a:cubicBezTo>
                    <a:pt x="44" y="93"/>
                    <a:pt x="37" y="111"/>
                    <a:pt x="36" y="115"/>
                  </a:cubicBezTo>
                  <a:cubicBezTo>
                    <a:pt x="35" y="120"/>
                    <a:pt x="36" y="150"/>
                    <a:pt x="29" y="155"/>
                  </a:cubicBezTo>
                  <a:cubicBezTo>
                    <a:pt x="23" y="160"/>
                    <a:pt x="6" y="162"/>
                    <a:pt x="3" y="153"/>
                  </a:cubicBezTo>
                  <a:cubicBezTo>
                    <a:pt x="0" y="143"/>
                    <a:pt x="2" y="128"/>
                    <a:pt x="2" y="119"/>
                  </a:cubicBezTo>
                  <a:cubicBezTo>
                    <a:pt x="2" y="111"/>
                    <a:pt x="6" y="104"/>
                    <a:pt x="5" y="94"/>
                  </a:cubicBezTo>
                  <a:cubicBezTo>
                    <a:pt x="5" y="85"/>
                    <a:pt x="5" y="53"/>
                    <a:pt x="4" y="47"/>
                  </a:cubicBezTo>
                  <a:cubicBezTo>
                    <a:pt x="4" y="41"/>
                    <a:pt x="5" y="10"/>
                    <a:pt x="5" y="10"/>
                  </a:cubicBezTo>
                  <a:close/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9904" name="Freeform 294">
              <a:extLst>
                <a:ext uri="{FF2B5EF4-FFF2-40B4-BE49-F238E27FC236}">
                  <a16:creationId xmlns:a16="http://schemas.microsoft.com/office/drawing/2014/main" id="{C70D99C8-FC99-490F-988A-9C01A16EF4A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9" y="2456"/>
              <a:ext cx="27" cy="29"/>
            </a:xfrm>
            <a:custGeom>
              <a:avLst/>
              <a:gdLst>
                <a:gd name="T0" fmla="*/ 0 w 23"/>
                <a:gd name="T1" fmla="*/ 7 h 25"/>
                <a:gd name="T2" fmla="*/ 32 w 23"/>
                <a:gd name="T3" fmla="*/ 12 h 25"/>
                <a:gd name="T4" fmla="*/ 32 w 23"/>
                <a:gd name="T5" fmla="*/ 39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25">
                  <a:moveTo>
                    <a:pt x="0" y="4"/>
                  </a:moveTo>
                  <a:cubicBezTo>
                    <a:pt x="0" y="4"/>
                    <a:pt x="17" y="0"/>
                    <a:pt x="20" y="8"/>
                  </a:cubicBezTo>
                  <a:cubicBezTo>
                    <a:pt x="23" y="16"/>
                    <a:pt x="20" y="25"/>
                    <a:pt x="20" y="25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9905" name="Freeform 295">
              <a:extLst>
                <a:ext uri="{FF2B5EF4-FFF2-40B4-BE49-F238E27FC236}">
                  <a16:creationId xmlns:a16="http://schemas.microsoft.com/office/drawing/2014/main" id="{29ECA3DD-1C56-4C27-86DE-B589A6F26C0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2" y="2480"/>
              <a:ext cx="22" cy="23"/>
            </a:xfrm>
            <a:custGeom>
              <a:avLst/>
              <a:gdLst>
                <a:gd name="T0" fmla="*/ 0 w 19"/>
                <a:gd name="T1" fmla="*/ 30 h 20"/>
                <a:gd name="T2" fmla="*/ 23 w 19"/>
                <a:gd name="T3" fmla="*/ 10 h 20"/>
                <a:gd name="T4" fmla="*/ 29 w 19"/>
                <a:gd name="T5" fmla="*/ 0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20">
                  <a:moveTo>
                    <a:pt x="0" y="20"/>
                  </a:moveTo>
                  <a:cubicBezTo>
                    <a:pt x="0" y="20"/>
                    <a:pt x="12" y="9"/>
                    <a:pt x="15" y="7"/>
                  </a:cubicBezTo>
                  <a:cubicBezTo>
                    <a:pt x="18" y="5"/>
                    <a:pt x="19" y="0"/>
                    <a:pt x="19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9906" name="Freeform 296">
              <a:extLst>
                <a:ext uri="{FF2B5EF4-FFF2-40B4-BE49-F238E27FC236}">
                  <a16:creationId xmlns:a16="http://schemas.microsoft.com/office/drawing/2014/main" id="{98381438-422D-4CF1-95E8-12DF2D45A1F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1" y="2533"/>
              <a:ext cx="22" cy="10"/>
            </a:xfrm>
            <a:custGeom>
              <a:avLst/>
              <a:gdLst>
                <a:gd name="T0" fmla="*/ 29 w 19"/>
                <a:gd name="T1" fmla="*/ 12 h 9"/>
                <a:gd name="T2" fmla="*/ 0 w 19"/>
                <a:gd name="T3" fmla="*/ 12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9">
                  <a:moveTo>
                    <a:pt x="19" y="9"/>
                  </a:moveTo>
                  <a:cubicBezTo>
                    <a:pt x="19" y="9"/>
                    <a:pt x="15" y="0"/>
                    <a:pt x="0" y="9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9907" name="Line 297">
              <a:extLst>
                <a:ext uri="{FF2B5EF4-FFF2-40B4-BE49-F238E27FC236}">
                  <a16:creationId xmlns:a16="http://schemas.microsoft.com/office/drawing/2014/main" id="{46318F19-59A8-4670-87DC-2DBBBDCC094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74" y="2482"/>
              <a:ext cx="6" cy="5"/>
            </a:xfrm>
            <a:prstGeom prst="line">
              <a:avLst/>
            </a:prstGeom>
            <a:noFill/>
            <a:ln w="4763" cap="rnd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9908" name="Line 298">
              <a:extLst>
                <a:ext uri="{FF2B5EF4-FFF2-40B4-BE49-F238E27FC236}">
                  <a16:creationId xmlns:a16="http://schemas.microsoft.com/office/drawing/2014/main" id="{4DAC698D-B087-4112-82F3-03D1912C94A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78" y="2439"/>
              <a:ext cx="9" cy="1"/>
            </a:xfrm>
            <a:prstGeom prst="line">
              <a:avLst/>
            </a:prstGeom>
            <a:noFill/>
            <a:ln w="4763" cap="rnd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9909" name="Freeform 299">
              <a:extLst>
                <a:ext uri="{FF2B5EF4-FFF2-40B4-BE49-F238E27FC236}">
                  <a16:creationId xmlns:a16="http://schemas.microsoft.com/office/drawing/2014/main" id="{B34F37C4-7829-4D00-ABB8-C689B15ED1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8" y="2373"/>
              <a:ext cx="12" cy="37"/>
            </a:xfrm>
            <a:custGeom>
              <a:avLst/>
              <a:gdLst>
                <a:gd name="T0" fmla="*/ 0 w 10"/>
                <a:gd name="T1" fmla="*/ 50 h 32"/>
                <a:gd name="T2" fmla="*/ 10 w 10"/>
                <a:gd name="T3" fmla="*/ 23 h 32"/>
                <a:gd name="T4" fmla="*/ 17 w 10"/>
                <a:gd name="T5" fmla="*/ 0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32">
                  <a:moveTo>
                    <a:pt x="0" y="32"/>
                  </a:moveTo>
                  <a:cubicBezTo>
                    <a:pt x="0" y="32"/>
                    <a:pt x="4" y="20"/>
                    <a:pt x="6" y="15"/>
                  </a:cubicBezTo>
                  <a:cubicBezTo>
                    <a:pt x="8" y="10"/>
                    <a:pt x="10" y="0"/>
                    <a:pt x="10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9910" name="Freeform 300">
              <a:extLst>
                <a:ext uri="{FF2B5EF4-FFF2-40B4-BE49-F238E27FC236}">
                  <a16:creationId xmlns:a16="http://schemas.microsoft.com/office/drawing/2014/main" id="{2702B896-C1D7-40D3-9AB2-A6EEC2C829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0" y="1129"/>
              <a:ext cx="34" cy="232"/>
            </a:xfrm>
            <a:custGeom>
              <a:avLst/>
              <a:gdLst>
                <a:gd name="T0" fmla="*/ 47 w 29"/>
                <a:gd name="T1" fmla="*/ 0 h 199"/>
                <a:gd name="T2" fmla="*/ 1 w 29"/>
                <a:gd name="T3" fmla="*/ 166 h 199"/>
                <a:gd name="T4" fmla="*/ 1 w 29"/>
                <a:gd name="T5" fmla="*/ 315 h 19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199">
                  <a:moveTo>
                    <a:pt x="29" y="0"/>
                  </a:moveTo>
                  <a:cubicBezTo>
                    <a:pt x="29" y="0"/>
                    <a:pt x="0" y="4"/>
                    <a:pt x="1" y="105"/>
                  </a:cubicBezTo>
                  <a:cubicBezTo>
                    <a:pt x="1" y="160"/>
                    <a:pt x="1" y="199"/>
                    <a:pt x="1" y="199"/>
                  </a:cubicBezTo>
                </a:path>
              </a:pathLst>
            </a:custGeom>
            <a:noFill/>
            <a:ln w="1587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9911" name="Freeform 301">
              <a:extLst>
                <a:ext uri="{FF2B5EF4-FFF2-40B4-BE49-F238E27FC236}">
                  <a16:creationId xmlns:a16="http://schemas.microsoft.com/office/drawing/2014/main" id="{28924E74-01D0-436C-9DFF-813693E06D7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8" y="1359"/>
              <a:ext cx="87" cy="63"/>
            </a:xfrm>
            <a:custGeom>
              <a:avLst/>
              <a:gdLst>
                <a:gd name="T0" fmla="*/ 0 w 74"/>
                <a:gd name="T1" fmla="*/ 75 h 54"/>
                <a:gd name="T2" fmla="*/ 61 w 74"/>
                <a:gd name="T3" fmla="*/ 1 h 54"/>
                <a:gd name="T4" fmla="*/ 120 w 74"/>
                <a:gd name="T5" fmla="*/ 86 h 5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4" h="54">
                  <a:moveTo>
                    <a:pt x="0" y="47"/>
                  </a:moveTo>
                  <a:cubicBezTo>
                    <a:pt x="0" y="47"/>
                    <a:pt x="6" y="0"/>
                    <a:pt x="37" y="1"/>
                  </a:cubicBezTo>
                  <a:cubicBezTo>
                    <a:pt x="69" y="1"/>
                    <a:pt x="74" y="54"/>
                    <a:pt x="74" y="54"/>
                  </a:cubicBezTo>
                </a:path>
              </a:pathLst>
            </a:custGeom>
            <a:noFill/>
            <a:ln w="1587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9912" name="Freeform 302">
              <a:extLst>
                <a:ext uri="{FF2B5EF4-FFF2-40B4-BE49-F238E27FC236}">
                  <a16:creationId xmlns:a16="http://schemas.microsoft.com/office/drawing/2014/main" id="{9387E1DE-E6D9-4CEC-BDA7-29B4FF0763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0" y="941"/>
              <a:ext cx="11" cy="98"/>
            </a:xfrm>
            <a:custGeom>
              <a:avLst/>
              <a:gdLst>
                <a:gd name="T0" fmla="*/ 13 w 9"/>
                <a:gd name="T1" fmla="*/ 0 h 84"/>
                <a:gd name="T2" fmla="*/ 16 w 9"/>
                <a:gd name="T3" fmla="*/ 21 h 84"/>
                <a:gd name="T4" fmla="*/ 15 w 9"/>
                <a:gd name="T5" fmla="*/ 46 h 84"/>
                <a:gd name="T6" fmla="*/ 2 w 9"/>
                <a:gd name="T7" fmla="*/ 91 h 84"/>
                <a:gd name="T8" fmla="*/ 0 w 9"/>
                <a:gd name="T9" fmla="*/ 133 h 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4">
                  <a:moveTo>
                    <a:pt x="7" y="0"/>
                  </a:moveTo>
                  <a:cubicBezTo>
                    <a:pt x="7" y="0"/>
                    <a:pt x="8" y="6"/>
                    <a:pt x="9" y="13"/>
                  </a:cubicBezTo>
                  <a:cubicBezTo>
                    <a:pt x="9" y="19"/>
                    <a:pt x="9" y="22"/>
                    <a:pt x="8" y="28"/>
                  </a:cubicBezTo>
                  <a:cubicBezTo>
                    <a:pt x="7" y="34"/>
                    <a:pt x="3" y="47"/>
                    <a:pt x="2" y="57"/>
                  </a:cubicBezTo>
                  <a:cubicBezTo>
                    <a:pt x="1" y="66"/>
                    <a:pt x="0" y="77"/>
                    <a:pt x="0" y="84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9913" name="Freeform 303">
              <a:extLst>
                <a:ext uri="{FF2B5EF4-FFF2-40B4-BE49-F238E27FC236}">
                  <a16:creationId xmlns:a16="http://schemas.microsoft.com/office/drawing/2014/main" id="{6E30169B-3684-4254-A760-15D238B1AD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1" y="720"/>
              <a:ext cx="311" cy="267"/>
            </a:xfrm>
            <a:custGeom>
              <a:avLst/>
              <a:gdLst>
                <a:gd name="T0" fmla="*/ 309 w 265"/>
                <a:gd name="T1" fmla="*/ 22 h 229"/>
                <a:gd name="T2" fmla="*/ 296 w 265"/>
                <a:gd name="T3" fmla="*/ 7 h 229"/>
                <a:gd name="T4" fmla="*/ 271 w 265"/>
                <a:gd name="T5" fmla="*/ 7 h 229"/>
                <a:gd name="T6" fmla="*/ 255 w 265"/>
                <a:gd name="T7" fmla="*/ 8 h 229"/>
                <a:gd name="T8" fmla="*/ 238 w 265"/>
                <a:gd name="T9" fmla="*/ 2 h 229"/>
                <a:gd name="T10" fmla="*/ 214 w 265"/>
                <a:gd name="T11" fmla="*/ 1 h 229"/>
                <a:gd name="T12" fmla="*/ 207 w 265"/>
                <a:gd name="T13" fmla="*/ 10 h 229"/>
                <a:gd name="T14" fmla="*/ 180 w 265"/>
                <a:gd name="T15" fmla="*/ 10 h 229"/>
                <a:gd name="T16" fmla="*/ 146 w 265"/>
                <a:gd name="T17" fmla="*/ 19 h 229"/>
                <a:gd name="T18" fmla="*/ 121 w 265"/>
                <a:gd name="T19" fmla="*/ 23 h 229"/>
                <a:gd name="T20" fmla="*/ 89 w 265"/>
                <a:gd name="T21" fmla="*/ 48 h 229"/>
                <a:gd name="T22" fmla="*/ 68 w 265"/>
                <a:gd name="T23" fmla="*/ 66 h 229"/>
                <a:gd name="T24" fmla="*/ 48 w 265"/>
                <a:gd name="T25" fmla="*/ 89 h 229"/>
                <a:gd name="T26" fmla="*/ 26 w 265"/>
                <a:gd name="T27" fmla="*/ 112 h 229"/>
                <a:gd name="T28" fmla="*/ 39 w 265"/>
                <a:gd name="T29" fmla="*/ 114 h 229"/>
                <a:gd name="T30" fmla="*/ 25 w 265"/>
                <a:gd name="T31" fmla="*/ 138 h 229"/>
                <a:gd name="T32" fmla="*/ 0 w 265"/>
                <a:gd name="T33" fmla="*/ 202 h 229"/>
                <a:gd name="T34" fmla="*/ 7 w 265"/>
                <a:gd name="T35" fmla="*/ 239 h 229"/>
                <a:gd name="T36" fmla="*/ 13 w 265"/>
                <a:gd name="T37" fmla="*/ 260 h 229"/>
                <a:gd name="T38" fmla="*/ 9 w 265"/>
                <a:gd name="T39" fmla="*/ 279 h 229"/>
                <a:gd name="T40" fmla="*/ 19 w 265"/>
                <a:gd name="T41" fmla="*/ 295 h 229"/>
                <a:gd name="T42" fmla="*/ 22 w 265"/>
                <a:gd name="T43" fmla="*/ 318 h 229"/>
                <a:gd name="T44" fmla="*/ 26 w 265"/>
                <a:gd name="T45" fmla="*/ 337 h 229"/>
                <a:gd name="T46" fmla="*/ 42 w 265"/>
                <a:gd name="T47" fmla="*/ 342 h 229"/>
                <a:gd name="T48" fmla="*/ 58 w 265"/>
                <a:gd name="T49" fmla="*/ 360 h 229"/>
                <a:gd name="T50" fmla="*/ 63 w 265"/>
                <a:gd name="T51" fmla="*/ 337 h 229"/>
                <a:gd name="T52" fmla="*/ 65 w 265"/>
                <a:gd name="T53" fmla="*/ 295 h 229"/>
                <a:gd name="T54" fmla="*/ 62 w 265"/>
                <a:gd name="T55" fmla="*/ 251 h 229"/>
                <a:gd name="T56" fmla="*/ 58 w 265"/>
                <a:gd name="T57" fmla="*/ 202 h 229"/>
                <a:gd name="T58" fmla="*/ 84 w 265"/>
                <a:gd name="T59" fmla="*/ 155 h 229"/>
                <a:gd name="T60" fmla="*/ 96 w 265"/>
                <a:gd name="T61" fmla="*/ 126 h 229"/>
                <a:gd name="T62" fmla="*/ 133 w 265"/>
                <a:gd name="T63" fmla="*/ 85 h 229"/>
                <a:gd name="T64" fmla="*/ 196 w 265"/>
                <a:gd name="T65" fmla="*/ 87 h 229"/>
                <a:gd name="T66" fmla="*/ 252 w 265"/>
                <a:gd name="T67" fmla="*/ 97 h 229"/>
                <a:gd name="T68" fmla="*/ 327 w 265"/>
                <a:gd name="T69" fmla="*/ 69 h 229"/>
                <a:gd name="T70" fmla="*/ 371 w 265"/>
                <a:gd name="T71" fmla="*/ 101 h 229"/>
                <a:gd name="T72" fmla="*/ 401 w 265"/>
                <a:gd name="T73" fmla="*/ 162 h 229"/>
                <a:gd name="T74" fmla="*/ 419 w 265"/>
                <a:gd name="T75" fmla="*/ 213 h 229"/>
                <a:gd name="T76" fmla="*/ 413 w 265"/>
                <a:gd name="T77" fmla="*/ 259 h 229"/>
                <a:gd name="T78" fmla="*/ 422 w 265"/>
                <a:gd name="T79" fmla="*/ 303 h 229"/>
                <a:gd name="T80" fmla="*/ 420 w 265"/>
                <a:gd name="T81" fmla="*/ 252 h 229"/>
                <a:gd name="T82" fmla="*/ 426 w 265"/>
                <a:gd name="T83" fmla="*/ 212 h 229"/>
                <a:gd name="T84" fmla="*/ 411 w 265"/>
                <a:gd name="T85" fmla="*/ 164 h 229"/>
                <a:gd name="T86" fmla="*/ 401 w 265"/>
                <a:gd name="T87" fmla="*/ 145 h 229"/>
                <a:gd name="T88" fmla="*/ 383 w 265"/>
                <a:gd name="T89" fmla="*/ 87 h 229"/>
                <a:gd name="T90" fmla="*/ 366 w 265"/>
                <a:gd name="T91" fmla="*/ 61 h 229"/>
                <a:gd name="T92" fmla="*/ 357 w 265"/>
                <a:gd name="T93" fmla="*/ 50 h 229"/>
                <a:gd name="T94" fmla="*/ 373 w 265"/>
                <a:gd name="T95" fmla="*/ 50 h 229"/>
                <a:gd name="T96" fmla="*/ 309 w 265"/>
                <a:gd name="T97" fmla="*/ 22 h 229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265" h="229">
                  <a:moveTo>
                    <a:pt x="191" y="14"/>
                  </a:moveTo>
                  <a:cubicBezTo>
                    <a:pt x="191" y="14"/>
                    <a:pt x="194" y="6"/>
                    <a:pt x="183" y="4"/>
                  </a:cubicBezTo>
                  <a:cubicBezTo>
                    <a:pt x="172" y="2"/>
                    <a:pt x="170" y="5"/>
                    <a:pt x="168" y="4"/>
                  </a:cubicBezTo>
                  <a:cubicBezTo>
                    <a:pt x="165" y="3"/>
                    <a:pt x="161" y="5"/>
                    <a:pt x="158" y="5"/>
                  </a:cubicBezTo>
                  <a:cubicBezTo>
                    <a:pt x="155" y="6"/>
                    <a:pt x="152" y="3"/>
                    <a:pt x="147" y="2"/>
                  </a:cubicBezTo>
                  <a:cubicBezTo>
                    <a:pt x="142" y="1"/>
                    <a:pt x="135" y="0"/>
                    <a:pt x="132" y="1"/>
                  </a:cubicBezTo>
                  <a:cubicBezTo>
                    <a:pt x="130" y="2"/>
                    <a:pt x="128" y="7"/>
                    <a:pt x="128" y="7"/>
                  </a:cubicBezTo>
                  <a:cubicBezTo>
                    <a:pt x="128" y="7"/>
                    <a:pt x="119" y="6"/>
                    <a:pt x="111" y="7"/>
                  </a:cubicBezTo>
                  <a:cubicBezTo>
                    <a:pt x="104" y="9"/>
                    <a:pt x="97" y="12"/>
                    <a:pt x="90" y="12"/>
                  </a:cubicBezTo>
                  <a:cubicBezTo>
                    <a:pt x="84" y="11"/>
                    <a:pt x="80" y="12"/>
                    <a:pt x="75" y="15"/>
                  </a:cubicBezTo>
                  <a:cubicBezTo>
                    <a:pt x="71" y="17"/>
                    <a:pt x="60" y="27"/>
                    <a:pt x="55" y="30"/>
                  </a:cubicBezTo>
                  <a:cubicBezTo>
                    <a:pt x="51" y="34"/>
                    <a:pt x="44" y="38"/>
                    <a:pt x="42" y="42"/>
                  </a:cubicBezTo>
                  <a:cubicBezTo>
                    <a:pt x="40" y="46"/>
                    <a:pt x="35" y="53"/>
                    <a:pt x="30" y="56"/>
                  </a:cubicBezTo>
                  <a:cubicBezTo>
                    <a:pt x="25" y="60"/>
                    <a:pt x="16" y="70"/>
                    <a:pt x="16" y="70"/>
                  </a:cubicBezTo>
                  <a:cubicBezTo>
                    <a:pt x="24" y="72"/>
                    <a:pt x="24" y="72"/>
                    <a:pt x="24" y="72"/>
                  </a:cubicBezTo>
                  <a:cubicBezTo>
                    <a:pt x="24" y="72"/>
                    <a:pt x="19" y="83"/>
                    <a:pt x="15" y="87"/>
                  </a:cubicBezTo>
                  <a:cubicBezTo>
                    <a:pt x="11" y="92"/>
                    <a:pt x="0" y="114"/>
                    <a:pt x="0" y="127"/>
                  </a:cubicBezTo>
                  <a:cubicBezTo>
                    <a:pt x="1" y="140"/>
                    <a:pt x="1" y="146"/>
                    <a:pt x="4" y="151"/>
                  </a:cubicBezTo>
                  <a:cubicBezTo>
                    <a:pt x="8" y="156"/>
                    <a:pt x="9" y="155"/>
                    <a:pt x="8" y="164"/>
                  </a:cubicBezTo>
                  <a:cubicBezTo>
                    <a:pt x="8" y="173"/>
                    <a:pt x="6" y="171"/>
                    <a:pt x="6" y="176"/>
                  </a:cubicBezTo>
                  <a:cubicBezTo>
                    <a:pt x="7" y="182"/>
                    <a:pt x="11" y="182"/>
                    <a:pt x="12" y="186"/>
                  </a:cubicBezTo>
                  <a:cubicBezTo>
                    <a:pt x="13" y="191"/>
                    <a:pt x="14" y="196"/>
                    <a:pt x="14" y="201"/>
                  </a:cubicBezTo>
                  <a:cubicBezTo>
                    <a:pt x="14" y="206"/>
                    <a:pt x="16" y="213"/>
                    <a:pt x="16" y="213"/>
                  </a:cubicBezTo>
                  <a:cubicBezTo>
                    <a:pt x="16" y="213"/>
                    <a:pt x="24" y="210"/>
                    <a:pt x="26" y="215"/>
                  </a:cubicBezTo>
                  <a:cubicBezTo>
                    <a:pt x="28" y="220"/>
                    <a:pt x="34" y="229"/>
                    <a:pt x="36" y="227"/>
                  </a:cubicBezTo>
                  <a:cubicBezTo>
                    <a:pt x="39" y="225"/>
                    <a:pt x="40" y="223"/>
                    <a:pt x="39" y="213"/>
                  </a:cubicBezTo>
                  <a:cubicBezTo>
                    <a:pt x="38" y="203"/>
                    <a:pt x="40" y="195"/>
                    <a:pt x="40" y="186"/>
                  </a:cubicBezTo>
                  <a:cubicBezTo>
                    <a:pt x="41" y="176"/>
                    <a:pt x="40" y="170"/>
                    <a:pt x="38" y="158"/>
                  </a:cubicBezTo>
                  <a:cubicBezTo>
                    <a:pt x="36" y="146"/>
                    <a:pt x="34" y="132"/>
                    <a:pt x="36" y="127"/>
                  </a:cubicBezTo>
                  <a:cubicBezTo>
                    <a:pt x="38" y="123"/>
                    <a:pt x="48" y="103"/>
                    <a:pt x="52" y="98"/>
                  </a:cubicBezTo>
                  <a:cubicBezTo>
                    <a:pt x="56" y="92"/>
                    <a:pt x="57" y="90"/>
                    <a:pt x="60" y="80"/>
                  </a:cubicBezTo>
                  <a:cubicBezTo>
                    <a:pt x="63" y="71"/>
                    <a:pt x="70" y="54"/>
                    <a:pt x="82" y="54"/>
                  </a:cubicBezTo>
                  <a:cubicBezTo>
                    <a:pt x="94" y="54"/>
                    <a:pt x="110" y="51"/>
                    <a:pt x="121" y="55"/>
                  </a:cubicBezTo>
                  <a:cubicBezTo>
                    <a:pt x="131" y="59"/>
                    <a:pt x="145" y="65"/>
                    <a:pt x="156" y="61"/>
                  </a:cubicBezTo>
                  <a:cubicBezTo>
                    <a:pt x="167" y="58"/>
                    <a:pt x="194" y="43"/>
                    <a:pt x="203" y="44"/>
                  </a:cubicBezTo>
                  <a:cubicBezTo>
                    <a:pt x="211" y="46"/>
                    <a:pt x="224" y="52"/>
                    <a:pt x="229" y="64"/>
                  </a:cubicBezTo>
                  <a:cubicBezTo>
                    <a:pt x="234" y="77"/>
                    <a:pt x="246" y="96"/>
                    <a:pt x="248" y="102"/>
                  </a:cubicBezTo>
                  <a:cubicBezTo>
                    <a:pt x="250" y="107"/>
                    <a:pt x="259" y="124"/>
                    <a:pt x="259" y="135"/>
                  </a:cubicBezTo>
                  <a:cubicBezTo>
                    <a:pt x="258" y="146"/>
                    <a:pt x="255" y="155"/>
                    <a:pt x="256" y="163"/>
                  </a:cubicBezTo>
                  <a:cubicBezTo>
                    <a:pt x="257" y="171"/>
                    <a:pt x="262" y="191"/>
                    <a:pt x="262" y="191"/>
                  </a:cubicBezTo>
                  <a:cubicBezTo>
                    <a:pt x="262" y="191"/>
                    <a:pt x="258" y="168"/>
                    <a:pt x="260" y="159"/>
                  </a:cubicBezTo>
                  <a:cubicBezTo>
                    <a:pt x="261" y="151"/>
                    <a:pt x="265" y="143"/>
                    <a:pt x="263" y="134"/>
                  </a:cubicBezTo>
                  <a:cubicBezTo>
                    <a:pt x="260" y="124"/>
                    <a:pt x="258" y="108"/>
                    <a:pt x="254" y="104"/>
                  </a:cubicBezTo>
                  <a:cubicBezTo>
                    <a:pt x="251" y="101"/>
                    <a:pt x="249" y="103"/>
                    <a:pt x="248" y="91"/>
                  </a:cubicBezTo>
                  <a:cubicBezTo>
                    <a:pt x="247" y="79"/>
                    <a:pt x="241" y="59"/>
                    <a:pt x="237" y="55"/>
                  </a:cubicBezTo>
                  <a:cubicBezTo>
                    <a:pt x="233" y="51"/>
                    <a:pt x="228" y="39"/>
                    <a:pt x="227" y="39"/>
                  </a:cubicBezTo>
                  <a:cubicBezTo>
                    <a:pt x="226" y="38"/>
                    <a:pt x="221" y="32"/>
                    <a:pt x="221" y="32"/>
                  </a:cubicBezTo>
                  <a:cubicBezTo>
                    <a:pt x="221" y="32"/>
                    <a:pt x="228" y="29"/>
                    <a:pt x="231" y="32"/>
                  </a:cubicBezTo>
                  <a:cubicBezTo>
                    <a:pt x="231" y="32"/>
                    <a:pt x="214" y="9"/>
                    <a:pt x="191" y="14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9914" name="Freeform 304">
              <a:extLst>
                <a:ext uri="{FF2B5EF4-FFF2-40B4-BE49-F238E27FC236}">
                  <a16:creationId xmlns:a16="http://schemas.microsoft.com/office/drawing/2014/main" id="{5D1EA648-5529-4DE3-9664-E2B1E6397D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6" y="880"/>
              <a:ext cx="35" cy="116"/>
            </a:xfrm>
            <a:custGeom>
              <a:avLst/>
              <a:gdLst>
                <a:gd name="T0" fmla="*/ 39 w 30"/>
                <a:gd name="T1" fmla="*/ 8 h 100"/>
                <a:gd name="T2" fmla="*/ 29 w 30"/>
                <a:gd name="T3" fmla="*/ 10 h 100"/>
                <a:gd name="T4" fmla="*/ 18 w 30"/>
                <a:gd name="T5" fmla="*/ 17 h 100"/>
                <a:gd name="T6" fmla="*/ 13 w 30"/>
                <a:gd name="T7" fmla="*/ 26 h 100"/>
                <a:gd name="T8" fmla="*/ 11 w 30"/>
                <a:gd name="T9" fmla="*/ 32 h 100"/>
                <a:gd name="T10" fmla="*/ 9 w 30"/>
                <a:gd name="T11" fmla="*/ 52 h 100"/>
                <a:gd name="T12" fmla="*/ 25 w 30"/>
                <a:gd name="T13" fmla="*/ 65 h 100"/>
                <a:gd name="T14" fmla="*/ 37 w 30"/>
                <a:gd name="T15" fmla="*/ 75 h 100"/>
                <a:gd name="T16" fmla="*/ 43 w 30"/>
                <a:gd name="T17" fmla="*/ 97 h 100"/>
                <a:gd name="T18" fmla="*/ 46 w 30"/>
                <a:gd name="T19" fmla="*/ 126 h 100"/>
                <a:gd name="T20" fmla="*/ 46 w 30"/>
                <a:gd name="T21" fmla="*/ 140 h 100"/>
                <a:gd name="T22" fmla="*/ 41 w 30"/>
                <a:gd name="T23" fmla="*/ 143 h 100"/>
                <a:gd name="T24" fmla="*/ 37 w 30"/>
                <a:gd name="T25" fmla="*/ 148 h 100"/>
                <a:gd name="T26" fmla="*/ 29 w 30"/>
                <a:gd name="T27" fmla="*/ 143 h 100"/>
                <a:gd name="T28" fmla="*/ 25 w 30"/>
                <a:gd name="T29" fmla="*/ 117 h 100"/>
                <a:gd name="T30" fmla="*/ 22 w 30"/>
                <a:gd name="T31" fmla="*/ 103 h 100"/>
                <a:gd name="T32" fmla="*/ 16 w 30"/>
                <a:gd name="T33" fmla="*/ 94 h 100"/>
                <a:gd name="T34" fmla="*/ 9 w 30"/>
                <a:gd name="T35" fmla="*/ 71 h 100"/>
                <a:gd name="T36" fmla="*/ 6 w 30"/>
                <a:gd name="T37" fmla="*/ 51 h 100"/>
                <a:gd name="T38" fmla="*/ 0 w 30"/>
                <a:gd name="T39" fmla="*/ 35 h 100"/>
                <a:gd name="T40" fmla="*/ 1 w 30"/>
                <a:gd name="T41" fmla="*/ 28 h 100"/>
                <a:gd name="T42" fmla="*/ 2 w 30"/>
                <a:gd name="T43" fmla="*/ 19 h 100"/>
                <a:gd name="T44" fmla="*/ 9 w 30"/>
                <a:gd name="T45" fmla="*/ 7 h 100"/>
                <a:gd name="T46" fmla="*/ 30 w 30"/>
                <a:gd name="T47" fmla="*/ 0 h 100"/>
                <a:gd name="T48" fmla="*/ 39 w 30"/>
                <a:gd name="T49" fmla="*/ 1 h 100"/>
                <a:gd name="T50" fmla="*/ 46 w 30"/>
                <a:gd name="T51" fmla="*/ 1 h 100"/>
                <a:gd name="T52" fmla="*/ 43 w 30"/>
                <a:gd name="T53" fmla="*/ 3 h 100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30" h="100">
                  <a:moveTo>
                    <a:pt x="24" y="5"/>
                  </a:moveTo>
                  <a:cubicBezTo>
                    <a:pt x="24" y="5"/>
                    <a:pt x="19" y="6"/>
                    <a:pt x="18" y="7"/>
                  </a:cubicBezTo>
                  <a:cubicBezTo>
                    <a:pt x="16" y="8"/>
                    <a:pt x="13" y="10"/>
                    <a:pt x="11" y="11"/>
                  </a:cubicBezTo>
                  <a:cubicBezTo>
                    <a:pt x="9" y="12"/>
                    <a:pt x="9" y="14"/>
                    <a:pt x="8" y="16"/>
                  </a:cubicBezTo>
                  <a:cubicBezTo>
                    <a:pt x="8" y="18"/>
                    <a:pt x="7" y="19"/>
                    <a:pt x="7" y="21"/>
                  </a:cubicBezTo>
                  <a:cubicBezTo>
                    <a:pt x="5" y="25"/>
                    <a:pt x="4" y="29"/>
                    <a:pt x="6" y="34"/>
                  </a:cubicBezTo>
                  <a:cubicBezTo>
                    <a:pt x="7" y="38"/>
                    <a:pt x="12" y="39"/>
                    <a:pt x="15" y="41"/>
                  </a:cubicBezTo>
                  <a:cubicBezTo>
                    <a:pt x="18" y="43"/>
                    <a:pt x="21" y="45"/>
                    <a:pt x="23" y="48"/>
                  </a:cubicBezTo>
                  <a:cubicBezTo>
                    <a:pt x="25" y="52"/>
                    <a:pt x="26" y="57"/>
                    <a:pt x="27" y="62"/>
                  </a:cubicBezTo>
                  <a:cubicBezTo>
                    <a:pt x="28" y="68"/>
                    <a:pt x="27" y="74"/>
                    <a:pt x="28" y="81"/>
                  </a:cubicBezTo>
                  <a:cubicBezTo>
                    <a:pt x="28" y="83"/>
                    <a:pt x="30" y="88"/>
                    <a:pt x="28" y="90"/>
                  </a:cubicBezTo>
                  <a:cubicBezTo>
                    <a:pt x="28" y="91"/>
                    <a:pt x="26" y="91"/>
                    <a:pt x="26" y="91"/>
                  </a:cubicBezTo>
                  <a:cubicBezTo>
                    <a:pt x="24" y="93"/>
                    <a:pt x="24" y="94"/>
                    <a:pt x="23" y="95"/>
                  </a:cubicBezTo>
                  <a:cubicBezTo>
                    <a:pt x="19" y="100"/>
                    <a:pt x="19" y="95"/>
                    <a:pt x="18" y="91"/>
                  </a:cubicBezTo>
                  <a:cubicBezTo>
                    <a:pt x="17" y="86"/>
                    <a:pt x="15" y="81"/>
                    <a:pt x="15" y="75"/>
                  </a:cubicBezTo>
                  <a:cubicBezTo>
                    <a:pt x="15" y="72"/>
                    <a:pt x="16" y="68"/>
                    <a:pt x="14" y="66"/>
                  </a:cubicBezTo>
                  <a:cubicBezTo>
                    <a:pt x="13" y="64"/>
                    <a:pt x="12" y="62"/>
                    <a:pt x="10" y="60"/>
                  </a:cubicBezTo>
                  <a:cubicBezTo>
                    <a:pt x="6" y="57"/>
                    <a:pt x="6" y="52"/>
                    <a:pt x="6" y="46"/>
                  </a:cubicBezTo>
                  <a:cubicBezTo>
                    <a:pt x="6" y="41"/>
                    <a:pt x="4" y="38"/>
                    <a:pt x="3" y="33"/>
                  </a:cubicBezTo>
                  <a:cubicBezTo>
                    <a:pt x="2" y="29"/>
                    <a:pt x="0" y="26"/>
                    <a:pt x="0" y="22"/>
                  </a:cubicBezTo>
                  <a:cubicBezTo>
                    <a:pt x="0" y="20"/>
                    <a:pt x="1" y="19"/>
                    <a:pt x="1" y="18"/>
                  </a:cubicBezTo>
                  <a:cubicBezTo>
                    <a:pt x="2" y="16"/>
                    <a:pt x="2" y="14"/>
                    <a:pt x="2" y="12"/>
                  </a:cubicBezTo>
                  <a:cubicBezTo>
                    <a:pt x="3" y="9"/>
                    <a:pt x="3" y="6"/>
                    <a:pt x="6" y="4"/>
                  </a:cubicBezTo>
                  <a:cubicBezTo>
                    <a:pt x="11" y="3"/>
                    <a:pt x="15" y="1"/>
                    <a:pt x="19" y="0"/>
                  </a:cubicBezTo>
                  <a:cubicBezTo>
                    <a:pt x="21" y="0"/>
                    <a:pt x="23" y="0"/>
                    <a:pt x="24" y="1"/>
                  </a:cubicBezTo>
                  <a:cubicBezTo>
                    <a:pt x="25" y="1"/>
                    <a:pt x="27" y="0"/>
                    <a:pt x="28" y="1"/>
                  </a:cubicBezTo>
                  <a:cubicBezTo>
                    <a:pt x="28" y="2"/>
                    <a:pt x="27" y="2"/>
                    <a:pt x="27" y="3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9915" name="Freeform 305">
              <a:extLst>
                <a:ext uri="{FF2B5EF4-FFF2-40B4-BE49-F238E27FC236}">
                  <a16:creationId xmlns:a16="http://schemas.microsoft.com/office/drawing/2014/main" id="{F35870DE-5D2B-4664-A604-24CB596DFF9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8" y="975"/>
              <a:ext cx="25" cy="45"/>
            </a:xfrm>
            <a:custGeom>
              <a:avLst/>
              <a:gdLst>
                <a:gd name="T0" fmla="*/ 0 w 21"/>
                <a:gd name="T1" fmla="*/ 20 h 38"/>
                <a:gd name="T2" fmla="*/ 17 w 21"/>
                <a:gd name="T3" fmla="*/ 44 h 38"/>
                <a:gd name="T4" fmla="*/ 36 w 21"/>
                <a:gd name="T5" fmla="*/ 63 h 38"/>
                <a:gd name="T6" fmla="*/ 21 w 21"/>
                <a:gd name="T7" fmla="*/ 45 h 38"/>
                <a:gd name="T8" fmla="*/ 14 w 21"/>
                <a:gd name="T9" fmla="*/ 27 h 38"/>
                <a:gd name="T10" fmla="*/ 12 w 21"/>
                <a:gd name="T11" fmla="*/ 11 h 38"/>
                <a:gd name="T12" fmla="*/ 7 w 21"/>
                <a:gd name="T13" fmla="*/ 0 h 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" h="38">
                  <a:moveTo>
                    <a:pt x="0" y="12"/>
                  </a:moveTo>
                  <a:cubicBezTo>
                    <a:pt x="1" y="18"/>
                    <a:pt x="6" y="21"/>
                    <a:pt x="10" y="26"/>
                  </a:cubicBezTo>
                  <a:cubicBezTo>
                    <a:pt x="14" y="30"/>
                    <a:pt x="17" y="34"/>
                    <a:pt x="21" y="38"/>
                  </a:cubicBezTo>
                  <a:cubicBezTo>
                    <a:pt x="18" y="35"/>
                    <a:pt x="16" y="31"/>
                    <a:pt x="13" y="27"/>
                  </a:cubicBezTo>
                  <a:cubicBezTo>
                    <a:pt x="11" y="24"/>
                    <a:pt x="9" y="21"/>
                    <a:pt x="8" y="16"/>
                  </a:cubicBezTo>
                  <a:cubicBezTo>
                    <a:pt x="7" y="13"/>
                    <a:pt x="7" y="10"/>
                    <a:pt x="7" y="7"/>
                  </a:cubicBezTo>
                  <a:cubicBezTo>
                    <a:pt x="7" y="3"/>
                    <a:pt x="5" y="3"/>
                    <a:pt x="4" y="0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9916" name="Freeform 306">
              <a:extLst>
                <a:ext uri="{FF2B5EF4-FFF2-40B4-BE49-F238E27FC236}">
                  <a16:creationId xmlns:a16="http://schemas.microsoft.com/office/drawing/2014/main" id="{0262C6BC-2F24-464A-8E24-1BA2E18068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1" y="895"/>
              <a:ext cx="35" cy="78"/>
            </a:xfrm>
            <a:custGeom>
              <a:avLst/>
              <a:gdLst>
                <a:gd name="T0" fmla="*/ 15 w 30"/>
                <a:gd name="T1" fmla="*/ 1 h 67"/>
                <a:gd name="T2" fmla="*/ 21 w 30"/>
                <a:gd name="T3" fmla="*/ 14 h 67"/>
                <a:gd name="T4" fmla="*/ 26 w 30"/>
                <a:gd name="T5" fmla="*/ 28 h 67"/>
                <a:gd name="T6" fmla="*/ 29 w 30"/>
                <a:gd name="T7" fmla="*/ 50 h 67"/>
                <a:gd name="T8" fmla="*/ 37 w 30"/>
                <a:gd name="T9" fmla="*/ 76 h 67"/>
                <a:gd name="T10" fmla="*/ 34 w 30"/>
                <a:gd name="T11" fmla="*/ 93 h 67"/>
                <a:gd name="T12" fmla="*/ 40 w 30"/>
                <a:gd name="T13" fmla="*/ 99 h 67"/>
                <a:gd name="T14" fmla="*/ 48 w 30"/>
                <a:gd name="T15" fmla="*/ 105 h 67"/>
                <a:gd name="T16" fmla="*/ 37 w 30"/>
                <a:gd name="T17" fmla="*/ 106 h 67"/>
                <a:gd name="T18" fmla="*/ 30 w 30"/>
                <a:gd name="T19" fmla="*/ 102 h 67"/>
                <a:gd name="T20" fmla="*/ 26 w 30"/>
                <a:gd name="T21" fmla="*/ 102 h 67"/>
                <a:gd name="T22" fmla="*/ 25 w 30"/>
                <a:gd name="T23" fmla="*/ 84 h 67"/>
                <a:gd name="T24" fmla="*/ 21 w 30"/>
                <a:gd name="T25" fmla="*/ 55 h 67"/>
                <a:gd name="T26" fmla="*/ 18 w 30"/>
                <a:gd name="T27" fmla="*/ 41 h 67"/>
                <a:gd name="T28" fmla="*/ 16 w 30"/>
                <a:gd name="T29" fmla="*/ 28 h 67"/>
                <a:gd name="T30" fmla="*/ 11 w 30"/>
                <a:gd name="T31" fmla="*/ 0 h 67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30" h="67">
                  <a:moveTo>
                    <a:pt x="9" y="1"/>
                  </a:moveTo>
                  <a:cubicBezTo>
                    <a:pt x="11" y="2"/>
                    <a:pt x="12" y="7"/>
                    <a:pt x="13" y="9"/>
                  </a:cubicBezTo>
                  <a:cubicBezTo>
                    <a:pt x="14" y="12"/>
                    <a:pt x="15" y="15"/>
                    <a:pt x="16" y="18"/>
                  </a:cubicBezTo>
                  <a:cubicBezTo>
                    <a:pt x="18" y="23"/>
                    <a:pt x="17" y="27"/>
                    <a:pt x="18" y="32"/>
                  </a:cubicBezTo>
                  <a:cubicBezTo>
                    <a:pt x="18" y="38"/>
                    <a:pt x="20" y="42"/>
                    <a:pt x="23" y="48"/>
                  </a:cubicBezTo>
                  <a:cubicBezTo>
                    <a:pt x="20" y="51"/>
                    <a:pt x="20" y="55"/>
                    <a:pt x="21" y="59"/>
                  </a:cubicBezTo>
                  <a:cubicBezTo>
                    <a:pt x="22" y="61"/>
                    <a:pt x="23" y="62"/>
                    <a:pt x="25" y="63"/>
                  </a:cubicBezTo>
                  <a:cubicBezTo>
                    <a:pt x="26" y="65"/>
                    <a:pt x="29" y="65"/>
                    <a:pt x="30" y="66"/>
                  </a:cubicBezTo>
                  <a:cubicBezTo>
                    <a:pt x="28" y="67"/>
                    <a:pt x="25" y="67"/>
                    <a:pt x="23" y="67"/>
                  </a:cubicBezTo>
                  <a:cubicBezTo>
                    <a:pt x="21" y="67"/>
                    <a:pt x="20" y="66"/>
                    <a:pt x="19" y="65"/>
                  </a:cubicBezTo>
                  <a:cubicBezTo>
                    <a:pt x="18" y="65"/>
                    <a:pt x="16" y="65"/>
                    <a:pt x="16" y="65"/>
                  </a:cubicBezTo>
                  <a:cubicBezTo>
                    <a:pt x="12" y="62"/>
                    <a:pt x="14" y="56"/>
                    <a:pt x="15" y="53"/>
                  </a:cubicBezTo>
                  <a:cubicBezTo>
                    <a:pt x="17" y="47"/>
                    <a:pt x="14" y="40"/>
                    <a:pt x="13" y="34"/>
                  </a:cubicBezTo>
                  <a:cubicBezTo>
                    <a:pt x="12" y="32"/>
                    <a:pt x="11" y="29"/>
                    <a:pt x="11" y="26"/>
                  </a:cubicBezTo>
                  <a:cubicBezTo>
                    <a:pt x="10" y="23"/>
                    <a:pt x="10" y="21"/>
                    <a:pt x="10" y="18"/>
                  </a:cubicBezTo>
                  <a:cubicBezTo>
                    <a:pt x="10" y="12"/>
                    <a:pt x="0" y="4"/>
                    <a:pt x="7" y="0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9917" name="Freeform 307">
              <a:extLst>
                <a:ext uri="{FF2B5EF4-FFF2-40B4-BE49-F238E27FC236}">
                  <a16:creationId xmlns:a16="http://schemas.microsoft.com/office/drawing/2014/main" id="{D89DB573-9DD3-4E66-9C11-7612A574CB5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0" y="926"/>
              <a:ext cx="41" cy="8"/>
            </a:xfrm>
            <a:custGeom>
              <a:avLst/>
              <a:gdLst>
                <a:gd name="T0" fmla="*/ 0 w 35"/>
                <a:gd name="T1" fmla="*/ 0 h 7"/>
                <a:gd name="T2" fmla="*/ 30 w 35"/>
                <a:gd name="T3" fmla="*/ 7 h 7"/>
                <a:gd name="T4" fmla="*/ 56 w 35"/>
                <a:gd name="T5" fmla="*/ 0 h 7"/>
                <a:gd name="T6" fmla="*/ 49 w 35"/>
                <a:gd name="T7" fmla="*/ 2 h 7"/>
                <a:gd name="T8" fmla="*/ 40 w 35"/>
                <a:gd name="T9" fmla="*/ 7 h 7"/>
                <a:gd name="T10" fmla="*/ 29 w 35"/>
                <a:gd name="T11" fmla="*/ 8 h 7"/>
                <a:gd name="T12" fmla="*/ 16 w 35"/>
                <a:gd name="T13" fmla="*/ 10 h 7"/>
                <a:gd name="T14" fmla="*/ 11 w 35"/>
                <a:gd name="T15" fmla="*/ 9 h 7"/>
                <a:gd name="T16" fmla="*/ 2 w 35"/>
                <a:gd name="T17" fmla="*/ 7 h 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5" h="7">
                  <a:moveTo>
                    <a:pt x="0" y="0"/>
                  </a:moveTo>
                  <a:cubicBezTo>
                    <a:pt x="6" y="3"/>
                    <a:pt x="13" y="4"/>
                    <a:pt x="19" y="4"/>
                  </a:cubicBezTo>
                  <a:cubicBezTo>
                    <a:pt x="25" y="4"/>
                    <a:pt x="29" y="1"/>
                    <a:pt x="35" y="0"/>
                  </a:cubicBezTo>
                  <a:cubicBezTo>
                    <a:pt x="33" y="0"/>
                    <a:pt x="32" y="1"/>
                    <a:pt x="31" y="2"/>
                  </a:cubicBezTo>
                  <a:cubicBezTo>
                    <a:pt x="29" y="2"/>
                    <a:pt x="27" y="3"/>
                    <a:pt x="25" y="4"/>
                  </a:cubicBezTo>
                  <a:cubicBezTo>
                    <a:pt x="23" y="5"/>
                    <a:pt x="21" y="5"/>
                    <a:pt x="18" y="5"/>
                  </a:cubicBezTo>
                  <a:cubicBezTo>
                    <a:pt x="16" y="6"/>
                    <a:pt x="13" y="7"/>
                    <a:pt x="10" y="7"/>
                  </a:cubicBezTo>
                  <a:cubicBezTo>
                    <a:pt x="9" y="7"/>
                    <a:pt x="8" y="7"/>
                    <a:pt x="7" y="6"/>
                  </a:cubicBezTo>
                  <a:cubicBezTo>
                    <a:pt x="5" y="5"/>
                    <a:pt x="3" y="5"/>
                    <a:pt x="2" y="4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9918" name="Freeform 308">
              <a:extLst>
                <a:ext uri="{FF2B5EF4-FFF2-40B4-BE49-F238E27FC236}">
                  <a16:creationId xmlns:a16="http://schemas.microsoft.com/office/drawing/2014/main" id="{A986AFD3-3E09-48CD-970F-67CF52904F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6" y="930"/>
              <a:ext cx="52" cy="15"/>
            </a:xfrm>
            <a:custGeom>
              <a:avLst/>
              <a:gdLst>
                <a:gd name="T0" fmla="*/ 0 w 45"/>
                <a:gd name="T1" fmla="*/ 8 h 13"/>
                <a:gd name="T2" fmla="*/ 20 w 45"/>
                <a:gd name="T3" fmla="*/ 17 h 13"/>
                <a:gd name="T4" fmla="*/ 37 w 45"/>
                <a:gd name="T5" fmla="*/ 16 h 13"/>
                <a:gd name="T6" fmla="*/ 52 w 45"/>
                <a:gd name="T7" fmla="*/ 8 h 13"/>
                <a:gd name="T8" fmla="*/ 69 w 45"/>
                <a:gd name="T9" fmla="*/ 0 h 13"/>
                <a:gd name="T10" fmla="*/ 32 w 45"/>
                <a:gd name="T11" fmla="*/ 18 h 13"/>
                <a:gd name="T12" fmla="*/ 24 w 45"/>
                <a:gd name="T13" fmla="*/ 20 h 13"/>
                <a:gd name="T14" fmla="*/ 14 w 45"/>
                <a:gd name="T15" fmla="*/ 16 h 13"/>
                <a:gd name="T16" fmla="*/ 0 w 45"/>
                <a:gd name="T17" fmla="*/ 9 h 1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5" h="13">
                  <a:moveTo>
                    <a:pt x="0" y="5"/>
                  </a:moveTo>
                  <a:cubicBezTo>
                    <a:pt x="4" y="7"/>
                    <a:pt x="9" y="10"/>
                    <a:pt x="13" y="11"/>
                  </a:cubicBezTo>
                  <a:cubicBezTo>
                    <a:pt x="17" y="11"/>
                    <a:pt x="21" y="10"/>
                    <a:pt x="24" y="10"/>
                  </a:cubicBezTo>
                  <a:cubicBezTo>
                    <a:pt x="27" y="9"/>
                    <a:pt x="30" y="7"/>
                    <a:pt x="34" y="5"/>
                  </a:cubicBezTo>
                  <a:cubicBezTo>
                    <a:pt x="37" y="4"/>
                    <a:pt x="42" y="3"/>
                    <a:pt x="45" y="0"/>
                  </a:cubicBezTo>
                  <a:cubicBezTo>
                    <a:pt x="38" y="5"/>
                    <a:pt x="30" y="10"/>
                    <a:pt x="21" y="12"/>
                  </a:cubicBezTo>
                  <a:cubicBezTo>
                    <a:pt x="19" y="13"/>
                    <a:pt x="17" y="13"/>
                    <a:pt x="16" y="13"/>
                  </a:cubicBezTo>
                  <a:cubicBezTo>
                    <a:pt x="14" y="12"/>
                    <a:pt x="11" y="11"/>
                    <a:pt x="9" y="10"/>
                  </a:cubicBezTo>
                  <a:cubicBezTo>
                    <a:pt x="6" y="9"/>
                    <a:pt x="3" y="7"/>
                    <a:pt x="0" y="6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9919" name="Freeform 309">
              <a:extLst>
                <a:ext uri="{FF2B5EF4-FFF2-40B4-BE49-F238E27FC236}">
                  <a16:creationId xmlns:a16="http://schemas.microsoft.com/office/drawing/2014/main" id="{E6E27D97-F699-421B-A2DD-3A78F34344A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5" y="874"/>
              <a:ext cx="19" cy="33"/>
            </a:xfrm>
            <a:custGeom>
              <a:avLst/>
              <a:gdLst>
                <a:gd name="T0" fmla="*/ 27 w 16"/>
                <a:gd name="T1" fmla="*/ 37 h 28"/>
                <a:gd name="T2" fmla="*/ 24 w 16"/>
                <a:gd name="T3" fmla="*/ 28 h 28"/>
                <a:gd name="T4" fmla="*/ 17 w 16"/>
                <a:gd name="T5" fmla="*/ 21 h 28"/>
                <a:gd name="T6" fmla="*/ 2 w 16"/>
                <a:gd name="T7" fmla="*/ 6 h 28"/>
                <a:gd name="T8" fmla="*/ 2 w 16"/>
                <a:gd name="T9" fmla="*/ 15 h 28"/>
                <a:gd name="T10" fmla="*/ 0 w 16"/>
                <a:gd name="T11" fmla="*/ 24 h 28"/>
                <a:gd name="T12" fmla="*/ 6 w 16"/>
                <a:gd name="T13" fmla="*/ 28 h 28"/>
                <a:gd name="T14" fmla="*/ 15 w 16"/>
                <a:gd name="T15" fmla="*/ 37 h 28"/>
                <a:gd name="T16" fmla="*/ 24 w 16"/>
                <a:gd name="T17" fmla="*/ 46 h 2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6" h="28">
                  <a:moveTo>
                    <a:pt x="16" y="22"/>
                  </a:moveTo>
                  <a:cubicBezTo>
                    <a:pt x="16" y="21"/>
                    <a:pt x="14" y="19"/>
                    <a:pt x="14" y="17"/>
                  </a:cubicBezTo>
                  <a:cubicBezTo>
                    <a:pt x="13" y="15"/>
                    <a:pt x="12" y="15"/>
                    <a:pt x="10" y="13"/>
                  </a:cubicBezTo>
                  <a:cubicBezTo>
                    <a:pt x="9" y="11"/>
                    <a:pt x="4" y="0"/>
                    <a:pt x="2" y="3"/>
                  </a:cubicBezTo>
                  <a:cubicBezTo>
                    <a:pt x="1" y="4"/>
                    <a:pt x="2" y="8"/>
                    <a:pt x="2" y="9"/>
                  </a:cubicBezTo>
                  <a:cubicBezTo>
                    <a:pt x="2" y="11"/>
                    <a:pt x="1" y="12"/>
                    <a:pt x="0" y="14"/>
                  </a:cubicBezTo>
                  <a:cubicBezTo>
                    <a:pt x="0" y="16"/>
                    <a:pt x="2" y="16"/>
                    <a:pt x="3" y="17"/>
                  </a:cubicBezTo>
                  <a:cubicBezTo>
                    <a:pt x="5" y="19"/>
                    <a:pt x="7" y="20"/>
                    <a:pt x="9" y="22"/>
                  </a:cubicBezTo>
                  <a:cubicBezTo>
                    <a:pt x="10" y="24"/>
                    <a:pt x="12" y="26"/>
                    <a:pt x="14" y="28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9920" name="Freeform 310">
              <a:extLst>
                <a:ext uri="{FF2B5EF4-FFF2-40B4-BE49-F238E27FC236}">
                  <a16:creationId xmlns:a16="http://schemas.microsoft.com/office/drawing/2014/main" id="{71F18ADB-292D-4941-91DB-EE02B9C0AA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7" y="995"/>
              <a:ext cx="19" cy="25"/>
            </a:xfrm>
            <a:custGeom>
              <a:avLst/>
              <a:gdLst>
                <a:gd name="T0" fmla="*/ 17 w 16"/>
                <a:gd name="T1" fmla="*/ 0 h 21"/>
                <a:gd name="T2" fmla="*/ 2 w 16"/>
                <a:gd name="T3" fmla="*/ 0 h 21"/>
                <a:gd name="T4" fmla="*/ 6 w 16"/>
                <a:gd name="T5" fmla="*/ 10 h 21"/>
                <a:gd name="T6" fmla="*/ 10 w 16"/>
                <a:gd name="T7" fmla="*/ 20 h 21"/>
                <a:gd name="T8" fmla="*/ 15 w 16"/>
                <a:gd name="T9" fmla="*/ 30 h 21"/>
                <a:gd name="T10" fmla="*/ 27 w 16"/>
                <a:gd name="T11" fmla="*/ 36 h 21"/>
                <a:gd name="T12" fmla="*/ 17 w 16"/>
                <a:gd name="T13" fmla="*/ 2 h 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" h="21">
                  <a:moveTo>
                    <a:pt x="10" y="0"/>
                  </a:moveTo>
                  <a:cubicBezTo>
                    <a:pt x="8" y="2"/>
                    <a:pt x="4" y="0"/>
                    <a:pt x="2" y="0"/>
                  </a:cubicBezTo>
                  <a:cubicBezTo>
                    <a:pt x="2" y="2"/>
                    <a:pt x="2" y="4"/>
                    <a:pt x="3" y="6"/>
                  </a:cubicBezTo>
                  <a:cubicBezTo>
                    <a:pt x="3" y="9"/>
                    <a:pt x="5" y="10"/>
                    <a:pt x="6" y="12"/>
                  </a:cubicBezTo>
                  <a:cubicBezTo>
                    <a:pt x="7" y="14"/>
                    <a:pt x="8" y="17"/>
                    <a:pt x="9" y="18"/>
                  </a:cubicBezTo>
                  <a:cubicBezTo>
                    <a:pt x="11" y="20"/>
                    <a:pt x="14" y="20"/>
                    <a:pt x="16" y="21"/>
                  </a:cubicBezTo>
                  <a:cubicBezTo>
                    <a:pt x="12" y="19"/>
                    <a:pt x="0" y="4"/>
                    <a:pt x="10" y="2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9921" name="Freeform 311">
              <a:extLst>
                <a:ext uri="{FF2B5EF4-FFF2-40B4-BE49-F238E27FC236}">
                  <a16:creationId xmlns:a16="http://schemas.microsoft.com/office/drawing/2014/main" id="{403AFE18-020A-4CA3-B6D8-208C771C4CD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7" y="997"/>
              <a:ext cx="14" cy="25"/>
            </a:xfrm>
            <a:custGeom>
              <a:avLst/>
              <a:gdLst>
                <a:gd name="T0" fmla="*/ 0 w 12"/>
                <a:gd name="T1" fmla="*/ 0 h 21"/>
                <a:gd name="T2" fmla="*/ 11 w 12"/>
                <a:gd name="T3" fmla="*/ 1 h 21"/>
                <a:gd name="T4" fmla="*/ 16 w 12"/>
                <a:gd name="T5" fmla="*/ 20 h 21"/>
                <a:gd name="T6" fmla="*/ 19 w 12"/>
                <a:gd name="T7" fmla="*/ 36 h 21"/>
                <a:gd name="T8" fmla="*/ 0 w 12"/>
                <a:gd name="T9" fmla="*/ 2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21">
                  <a:moveTo>
                    <a:pt x="0" y="0"/>
                  </a:moveTo>
                  <a:cubicBezTo>
                    <a:pt x="2" y="2"/>
                    <a:pt x="4" y="2"/>
                    <a:pt x="7" y="1"/>
                  </a:cubicBezTo>
                  <a:cubicBezTo>
                    <a:pt x="6" y="4"/>
                    <a:pt x="9" y="9"/>
                    <a:pt x="10" y="12"/>
                  </a:cubicBezTo>
                  <a:cubicBezTo>
                    <a:pt x="10" y="15"/>
                    <a:pt x="12" y="18"/>
                    <a:pt x="12" y="21"/>
                  </a:cubicBezTo>
                  <a:cubicBezTo>
                    <a:pt x="6" y="16"/>
                    <a:pt x="4" y="9"/>
                    <a:pt x="0" y="2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9922" name="Freeform 312">
              <a:extLst>
                <a:ext uri="{FF2B5EF4-FFF2-40B4-BE49-F238E27FC236}">
                  <a16:creationId xmlns:a16="http://schemas.microsoft.com/office/drawing/2014/main" id="{142752CB-1C3C-458F-9374-9BD6BB5F3D2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8" y="1001"/>
              <a:ext cx="12" cy="20"/>
            </a:xfrm>
            <a:custGeom>
              <a:avLst/>
              <a:gdLst>
                <a:gd name="T0" fmla="*/ 17 w 10"/>
                <a:gd name="T1" fmla="*/ 28 h 17"/>
                <a:gd name="T2" fmla="*/ 0 w 10"/>
                <a:gd name="T3" fmla="*/ 28 h 17"/>
                <a:gd name="T4" fmla="*/ 7 w 10"/>
                <a:gd name="T5" fmla="*/ 19 h 17"/>
                <a:gd name="T6" fmla="*/ 1 w 10"/>
                <a:gd name="T7" fmla="*/ 0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7">
                  <a:moveTo>
                    <a:pt x="10" y="17"/>
                  </a:moveTo>
                  <a:cubicBezTo>
                    <a:pt x="7" y="16"/>
                    <a:pt x="4" y="16"/>
                    <a:pt x="0" y="17"/>
                  </a:cubicBezTo>
                  <a:cubicBezTo>
                    <a:pt x="0" y="15"/>
                    <a:pt x="3" y="14"/>
                    <a:pt x="4" y="12"/>
                  </a:cubicBezTo>
                  <a:cubicBezTo>
                    <a:pt x="5" y="8"/>
                    <a:pt x="1" y="4"/>
                    <a:pt x="1" y="0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9923" name="Freeform 313">
              <a:extLst>
                <a:ext uri="{FF2B5EF4-FFF2-40B4-BE49-F238E27FC236}">
                  <a16:creationId xmlns:a16="http://schemas.microsoft.com/office/drawing/2014/main" id="{AEDF9547-06DD-43AB-B94E-B3EE565617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2" y="1050"/>
              <a:ext cx="67" cy="20"/>
            </a:xfrm>
            <a:custGeom>
              <a:avLst/>
              <a:gdLst>
                <a:gd name="T0" fmla="*/ 0 w 57"/>
                <a:gd name="T1" fmla="*/ 13 h 17"/>
                <a:gd name="T2" fmla="*/ 26 w 57"/>
                <a:gd name="T3" fmla="*/ 16 h 17"/>
                <a:gd name="T4" fmla="*/ 47 w 57"/>
                <a:gd name="T5" fmla="*/ 11 h 17"/>
                <a:gd name="T6" fmla="*/ 93 w 57"/>
                <a:gd name="T7" fmla="*/ 0 h 17"/>
                <a:gd name="T8" fmla="*/ 81 w 57"/>
                <a:gd name="T9" fmla="*/ 8 h 17"/>
                <a:gd name="T10" fmla="*/ 66 w 57"/>
                <a:gd name="T11" fmla="*/ 15 h 17"/>
                <a:gd name="T12" fmla="*/ 53 w 57"/>
                <a:gd name="T13" fmla="*/ 25 h 17"/>
                <a:gd name="T14" fmla="*/ 31 w 57"/>
                <a:gd name="T15" fmla="*/ 28 h 17"/>
                <a:gd name="T16" fmla="*/ 18 w 57"/>
                <a:gd name="T17" fmla="*/ 25 h 17"/>
                <a:gd name="T18" fmla="*/ 0 w 57"/>
                <a:gd name="T19" fmla="*/ 16 h 1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7" h="17">
                  <a:moveTo>
                    <a:pt x="0" y="8"/>
                  </a:moveTo>
                  <a:cubicBezTo>
                    <a:pt x="4" y="6"/>
                    <a:pt x="11" y="10"/>
                    <a:pt x="16" y="10"/>
                  </a:cubicBezTo>
                  <a:cubicBezTo>
                    <a:pt x="20" y="9"/>
                    <a:pt x="25" y="8"/>
                    <a:pt x="29" y="7"/>
                  </a:cubicBezTo>
                  <a:cubicBezTo>
                    <a:pt x="38" y="5"/>
                    <a:pt x="50" y="5"/>
                    <a:pt x="57" y="0"/>
                  </a:cubicBezTo>
                  <a:cubicBezTo>
                    <a:pt x="55" y="1"/>
                    <a:pt x="52" y="4"/>
                    <a:pt x="50" y="5"/>
                  </a:cubicBezTo>
                  <a:cubicBezTo>
                    <a:pt x="47" y="7"/>
                    <a:pt x="44" y="8"/>
                    <a:pt x="41" y="9"/>
                  </a:cubicBezTo>
                  <a:cubicBezTo>
                    <a:pt x="38" y="11"/>
                    <a:pt x="35" y="14"/>
                    <a:pt x="32" y="15"/>
                  </a:cubicBezTo>
                  <a:cubicBezTo>
                    <a:pt x="28" y="17"/>
                    <a:pt x="23" y="16"/>
                    <a:pt x="19" y="17"/>
                  </a:cubicBezTo>
                  <a:cubicBezTo>
                    <a:pt x="16" y="17"/>
                    <a:pt x="14" y="16"/>
                    <a:pt x="11" y="15"/>
                  </a:cubicBezTo>
                  <a:cubicBezTo>
                    <a:pt x="8" y="13"/>
                    <a:pt x="3" y="12"/>
                    <a:pt x="0" y="10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9924" name="Freeform 314">
              <a:extLst>
                <a:ext uri="{FF2B5EF4-FFF2-40B4-BE49-F238E27FC236}">
                  <a16:creationId xmlns:a16="http://schemas.microsoft.com/office/drawing/2014/main" id="{311857AF-93AB-4A23-8B1F-621D74D13D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9" y="1112"/>
              <a:ext cx="56" cy="124"/>
            </a:xfrm>
            <a:custGeom>
              <a:avLst/>
              <a:gdLst>
                <a:gd name="T0" fmla="*/ 76 w 48"/>
                <a:gd name="T1" fmla="*/ 0 h 107"/>
                <a:gd name="T2" fmla="*/ 47 w 48"/>
                <a:gd name="T3" fmla="*/ 22 h 107"/>
                <a:gd name="T4" fmla="*/ 26 w 48"/>
                <a:gd name="T5" fmla="*/ 29 h 107"/>
                <a:gd name="T6" fmla="*/ 6 w 48"/>
                <a:gd name="T7" fmla="*/ 36 h 107"/>
                <a:gd name="T8" fmla="*/ 8 w 48"/>
                <a:gd name="T9" fmla="*/ 57 h 107"/>
                <a:gd name="T10" fmla="*/ 6 w 48"/>
                <a:gd name="T11" fmla="*/ 81 h 107"/>
                <a:gd name="T12" fmla="*/ 2 w 48"/>
                <a:gd name="T13" fmla="*/ 100 h 107"/>
                <a:gd name="T14" fmla="*/ 1 w 48"/>
                <a:gd name="T15" fmla="*/ 115 h 107"/>
                <a:gd name="T16" fmla="*/ 7 w 48"/>
                <a:gd name="T17" fmla="*/ 119 h 107"/>
                <a:gd name="T18" fmla="*/ 11 w 48"/>
                <a:gd name="T19" fmla="*/ 127 h 107"/>
                <a:gd name="T20" fmla="*/ 19 w 48"/>
                <a:gd name="T21" fmla="*/ 145 h 107"/>
                <a:gd name="T22" fmla="*/ 35 w 48"/>
                <a:gd name="T23" fmla="*/ 154 h 107"/>
                <a:gd name="T24" fmla="*/ 48 w 48"/>
                <a:gd name="T25" fmla="*/ 167 h 107"/>
                <a:gd name="T26" fmla="*/ 37 w 48"/>
                <a:gd name="T27" fmla="*/ 147 h 107"/>
                <a:gd name="T28" fmla="*/ 32 w 48"/>
                <a:gd name="T29" fmla="*/ 130 h 107"/>
                <a:gd name="T30" fmla="*/ 32 w 48"/>
                <a:gd name="T31" fmla="*/ 110 h 107"/>
                <a:gd name="T32" fmla="*/ 29 w 48"/>
                <a:gd name="T33" fmla="*/ 85 h 107"/>
                <a:gd name="T34" fmla="*/ 49 w 48"/>
                <a:gd name="T35" fmla="*/ 49 h 107"/>
                <a:gd name="T36" fmla="*/ 70 w 48"/>
                <a:gd name="T37" fmla="*/ 20 h 107"/>
                <a:gd name="T38" fmla="*/ 76 w 48"/>
                <a:gd name="T39" fmla="*/ 2 h 107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48" h="107">
                  <a:moveTo>
                    <a:pt x="48" y="0"/>
                  </a:moveTo>
                  <a:cubicBezTo>
                    <a:pt x="43" y="7"/>
                    <a:pt x="35" y="11"/>
                    <a:pt x="29" y="14"/>
                  </a:cubicBezTo>
                  <a:cubicBezTo>
                    <a:pt x="24" y="16"/>
                    <a:pt x="20" y="18"/>
                    <a:pt x="16" y="19"/>
                  </a:cubicBezTo>
                  <a:cubicBezTo>
                    <a:pt x="12" y="20"/>
                    <a:pt x="5" y="20"/>
                    <a:pt x="3" y="23"/>
                  </a:cubicBezTo>
                  <a:cubicBezTo>
                    <a:pt x="0" y="25"/>
                    <a:pt x="5" y="33"/>
                    <a:pt x="5" y="36"/>
                  </a:cubicBezTo>
                  <a:cubicBezTo>
                    <a:pt x="5" y="41"/>
                    <a:pt x="4" y="47"/>
                    <a:pt x="3" y="52"/>
                  </a:cubicBezTo>
                  <a:cubicBezTo>
                    <a:pt x="2" y="56"/>
                    <a:pt x="2" y="60"/>
                    <a:pt x="2" y="64"/>
                  </a:cubicBezTo>
                  <a:cubicBezTo>
                    <a:pt x="2" y="67"/>
                    <a:pt x="0" y="71"/>
                    <a:pt x="1" y="73"/>
                  </a:cubicBezTo>
                  <a:cubicBezTo>
                    <a:pt x="1" y="75"/>
                    <a:pt x="3" y="76"/>
                    <a:pt x="4" y="77"/>
                  </a:cubicBezTo>
                  <a:cubicBezTo>
                    <a:pt x="5" y="79"/>
                    <a:pt x="6" y="81"/>
                    <a:pt x="7" y="82"/>
                  </a:cubicBezTo>
                  <a:cubicBezTo>
                    <a:pt x="9" y="85"/>
                    <a:pt x="10" y="91"/>
                    <a:pt x="12" y="93"/>
                  </a:cubicBezTo>
                  <a:cubicBezTo>
                    <a:pt x="14" y="95"/>
                    <a:pt x="19" y="97"/>
                    <a:pt x="22" y="99"/>
                  </a:cubicBezTo>
                  <a:cubicBezTo>
                    <a:pt x="25" y="101"/>
                    <a:pt x="27" y="104"/>
                    <a:pt x="30" y="107"/>
                  </a:cubicBezTo>
                  <a:cubicBezTo>
                    <a:pt x="28" y="103"/>
                    <a:pt x="25" y="99"/>
                    <a:pt x="23" y="95"/>
                  </a:cubicBezTo>
                  <a:cubicBezTo>
                    <a:pt x="21" y="91"/>
                    <a:pt x="21" y="88"/>
                    <a:pt x="20" y="84"/>
                  </a:cubicBezTo>
                  <a:cubicBezTo>
                    <a:pt x="19" y="79"/>
                    <a:pt x="20" y="76"/>
                    <a:pt x="20" y="71"/>
                  </a:cubicBezTo>
                  <a:cubicBezTo>
                    <a:pt x="21" y="66"/>
                    <a:pt x="18" y="60"/>
                    <a:pt x="18" y="54"/>
                  </a:cubicBezTo>
                  <a:cubicBezTo>
                    <a:pt x="18" y="44"/>
                    <a:pt x="25" y="39"/>
                    <a:pt x="31" y="31"/>
                  </a:cubicBezTo>
                  <a:cubicBezTo>
                    <a:pt x="35" y="25"/>
                    <a:pt x="40" y="19"/>
                    <a:pt x="44" y="13"/>
                  </a:cubicBezTo>
                  <a:cubicBezTo>
                    <a:pt x="46" y="9"/>
                    <a:pt x="46" y="6"/>
                    <a:pt x="48" y="2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9925" name="Freeform 315">
              <a:extLst>
                <a:ext uri="{FF2B5EF4-FFF2-40B4-BE49-F238E27FC236}">
                  <a16:creationId xmlns:a16="http://schemas.microsoft.com/office/drawing/2014/main" id="{E5CD0209-AD88-4878-80FB-66B5966ED13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5" y="1106"/>
              <a:ext cx="81" cy="69"/>
            </a:xfrm>
            <a:custGeom>
              <a:avLst/>
              <a:gdLst>
                <a:gd name="T0" fmla="*/ 0 w 69"/>
                <a:gd name="T1" fmla="*/ 0 h 59"/>
                <a:gd name="T2" fmla="*/ 19 w 69"/>
                <a:gd name="T3" fmla="*/ 25 h 59"/>
                <a:gd name="T4" fmla="*/ 42 w 69"/>
                <a:gd name="T5" fmla="*/ 43 h 59"/>
                <a:gd name="T6" fmla="*/ 86 w 69"/>
                <a:gd name="T7" fmla="*/ 55 h 59"/>
                <a:gd name="T8" fmla="*/ 102 w 69"/>
                <a:gd name="T9" fmla="*/ 55 h 59"/>
                <a:gd name="T10" fmla="*/ 110 w 69"/>
                <a:gd name="T11" fmla="*/ 57 h 59"/>
                <a:gd name="T12" fmla="*/ 110 w 69"/>
                <a:gd name="T13" fmla="*/ 76 h 59"/>
                <a:gd name="T14" fmla="*/ 110 w 69"/>
                <a:gd name="T15" fmla="*/ 95 h 59"/>
                <a:gd name="T16" fmla="*/ 87 w 69"/>
                <a:gd name="T17" fmla="*/ 67 h 59"/>
                <a:gd name="T18" fmla="*/ 72 w 69"/>
                <a:gd name="T19" fmla="*/ 65 h 59"/>
                <a:gd name="T20" fmla="*/ 46 w 69"/>
                <a:gd name="T21" fmla="*/ 63 h 59"/>
                <a:gd name="T22" fmla="*/ 11 w 69"/>
                <a:gd name="T23" fmla="*/ 40 h 59"/>
                <a:gd name="T24" fmla="*/ 2 w 69"/>
                <a:gd name="T25" fmla="*/ 18 h 59"/>
                <a:gd name="T26" fmla="*/ 0 w 69"/>
                <a:gd name="T27" fmla="*/ 0 h 59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69" h="59">
                  <a:moveTo>
                    <a:pt x="0" y="0"/>
                  </a:moveTo>
                  <a:cubicBezTo>
                    <a:pt x="4" y="5"/>
                    <a:pt x="8" y="11"/>
                    <a:pt x="12" y="15"/>
                  </a:cubicBezTo>
                  <a:cubicBezTo>
                    <a:pt x="16" y="20"/>
                    <a:pt x="21" y="23"/>
                    <a:pt x="26" y="27"/>
                  </a:cubicBezTo>
                  <a:cubicBezTo>
                    <a:pt x="34" y="32"/>
                    <a:pt x="43" y="34"/>
                    <a:pt x="53" y="34"/>
                  </a:cubicBezTo>
                  <a:cubicBezTo>
                    <a:pt x="57" y="34"/>
                    <a:pt x="60" y="34"/>
                    <a:pt x="63" y="34"/>
                  </a:cubicBezTo>
                  <a:cubicBezTo>
                    <a:pt x="66" y="33"/>
                    <a:pt x="67" y="33"/>
                    <a:pt x="68" y="36"/>
                  </a:cubicBezTo>
                  <a:cubicBezTo>
                    <a:pt x="69" y="39"/>
                    <a:pt x="68" y="44"/>
                    <a:pt x="68" y="48"/>
                  </a:cubicBezTo>
                  <a:cubicBezTo>
                    <a:pt x="69" y="51"/>
                    <a:pt x="69" y="56"/>
                    <a:pt x="68" y="59"/>
                  </a:cubicBezTo>
                  <a:cubicBezTo>
                    <a:pt x="64" y="53"/>
                    <a:pt x="61" y="44"/>
                    <a:pt x="54" y="42"/>
                  </a:cubicBezTo>
                  <a:cubicBezTo>
                    <a:pt x="51" y="41"/>
                    <a:pt x="47" y="41"/>
                    <a:pt x="44" y="41"/>
                  </a:cubicBezTo>
                  <a:cubicBezTo>
                    <a:pt x="39" y="41"/>
                    <a:pt x="34" y="41"/>
                    <a:pt x="28" y="39"/>
                  </a:cubicBezTo>
                  <a:cubicBezTo>
                    <a:pt x="19" y="37"/>
                    <a:pt x="12" y="33"/>
                    <a:pt x="7" y="25"/>
                  </a:cubicBezTo>
                  <a:cubicBezTo>
                    <a:pt x="4" y="21"/>
                    <a:pt x="3" y="16"/>
                    <a:pt x="2" y="11"/>
                  </a:cubicBezTo>
                  <a:cubicBezTo>
                    <a:pt x="1" y="8"/>
                    <a:pt x="1" y="2"/>
                    <a:pt x="0" y="0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9926" name="Freeform 316">
              <a:extLst>
                <a:ext uri="{FF2B5EF4-FFF2-40B4-BE49-F238E27FC236}">
                  <a16:creationId xmlns:a16="http://schemas.microsoft.com/office/drawing/2014/main" id="{757B7245-65A8-40A1-BB94-F729512554B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9" y="1493"/>
              <a:ext cx="22" cy="55"/>
            </a:xfrm>
            <a:custGeom>
              <a:avLst/>
              <a:gdLst>
                <a:gd name="T0" fmla="*/ 17 w 19"/>
                <a:gd name="T1" fmla="*/ 0 h 47"/>
                <a:gd name="T2" fmla="*/ 10 w 19"/>
                <a:gd name="T3" fmla="*/ 25 h 47"/>
                <a:gd name="T4" fmla="*/ 1 w 19"/>
                <a:gd name="T5" fmla="*/ 47 h 47"/>
                <a:gd name="T6" fmla="*/ 8 w 19"/>
                <a:gd name="T7" fmla="*/ 75 h 47"/>
                <a:gd name="T8" fmla="*/ 19 w 19"/>
                <a:gd name="T9" fmla="*/ 41 h 47"/>
                <a:gd name="T10" fmla="*/ 29 w 19"/>
                <a:gd name="T11" fmla="*/ 6 h 4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" h="47">
                  <a:moveTo>
                    <a:pt x="11" y="0"/>
                  </a:moveTo>
                  <a:cubicBezTo>
                    <a:pt x="7" y="3"/>
                    <a:pt x="8" y="10"/>
                    <a:pt x="7" y="15"/>
                  </a:cubicBezTo>
                  <a:cubicBezTo>
                    <a:pt x="6" y="20"/>
                    <a:pt x="3" y="24"/>
                    <a:pt x="1" y="29"/>
                  </a:cubicBezTo>
                  <a:cubicBezTo>
                    <a:pt x="0" y="35"/>
                    <a:pt x="2" y="42"/>
                    <a:pt x="5" y="47"/>
                  </a:cubicBezTo>
                  <a:cubicBezTo>
                    <a:pt x="5" y="38"/>
                    <a:pt x="9" y="34"/>
                    <a:pt x="12" y="26"/>
                  </a:cubicBezTo>
                  <a:cubicBezTo>
                    <a:pt x="16" y="19"/>
                    <a:pt x="18" y="11"/>
                    <a:pt x="19" y="3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9927" name="Freeform 317">
              <a:extLst>
                <a:ext uri="{FF2B5EF4-FFF2-40B4-BE49-F238E27FC236}">
                  <a16:creationId xmlns:a16="http://schemas.microsoft.com/office/drawing/2014/main" id="{608B9673-9488-4B74-88A6-193552F9DD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2" y="2381"/>
              <a:ext cx="36" cy="58"/>
            </a:xfrm>
            <a:custGeom>
              <a:avLst/>
              <a:gdLst>
                <a:gd name="T0" fmla="*/ 1 w 31"/>
                <a:gd name="T1" fmla="*/ 35 h 50"/>
                <a:gd name="T2" fmla="*/ 12 w 31"/>
                <a:gd name="T3" fmla="*/ 56 h 50"/>
                <a:gd name="T4" fmla="*/ 16 w 31"/>
                <a:gd name="T5" fmla="*/ 78 h 50"/>
                <a:gd name="T6" fmla="*/ 49 w 31"/>
                <a:gd name="T7" fmla="*/ 71 h 50"/>
                <a:gd name="T8" fmla="*/ 20 w 31"/>
                <a:gd name="T9" fmla="*/ 59 h 50"/>
                <a:gd name="T10" fmla="*/ 36 w 31"/>
                <a:gd name="T11" fmla="*/ 35 h 50"/>
                <a:gd name="T12" fmla="*/ 22 w 31"/>
                <a:gd name="T13" fmla="*/ 36 h 50"/>
                <a:gd name="T14" fmla="*/ 14 w 31"/>
                <a:gd name="T15" fmla="*/ 30 h 50"/>
                <a:gd name="T16" fmla="*/ 12 w 31"/>
                <a:gd name="T17" fmla="*/ 0 h 50"/>
                <a:gd name="T18" fmla="*/ 0 w 31"/>
                <a:gd name="T19" fmla="*/ 32 h 5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1" h="50">
                  <a:moveTo>
                    <a:pt x="1" y="22"/>
                  </a:moveTo>
                  <a:cubicBezTo>
                    <a:pt x="5" y="26"/>
                    <a:pt x="7" y="28"/>
                    <a:pt x="8" y="35"/>
                  </a:cubicBezTo>
                  <a:cubicBezTo>
                    <a:pt x="9" y="40"/>
                    <a:pt x="11" y="45"/>
                    <a:pt x="10" y="50"/>
                  </a:cubicBezTo>
                  <a:cubicBezTo>
                    <a:pt x="11" y="43"/>
                    <a:pt x="26" y="45"/>
                    <a:pt x="31" y="46"/>
                  </a:cubicBezTo>
                  <a:cubicBezTo>
                    <a:pt x="25" y="47"/>
                    <a:pt x="15" y="43"/>
                    <a:pt x="13" y="38"/>
                  </a:cubicBezTo>
                  <a:cubicBezTo>
                    <a:pt x="11" y="30"/>
                    <a:pt x="19" y="27"/>
                    <a:pt x="23" y="22"/>
                  </a:cubicBezTo>
                  <a:cubicBezTo>
                    <a:pt x="21" y="23"/>
                    <a:pt x="17" y="24"/>
                    <a:pt x="14" y="23"/>
                  </a:cubicBezTo>
                  <a:cubicBezTo>
                    <a:pt x="11" y="23"/>
                    <a:pt x="11" y="21"/>
                    <a:pt x="9" y="19"/>
                  </a:cubicBezTo>
                  <a:cubicBezTo>
                    <a:pt x="9" y="13"/>
                    <a:pt x="8" y="6"/>
                    <a:pt x="8" y="0"/>
                  </a:cubicBezTo>
                  <a:cubicBezTo>
                    <a:pt x="8" y="8"/>
                    <a:pt x="3" y="15"/>
                    <a:pt x="0" y="21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9928" name="Freeform 318">
              <a:extLst>
                <a:ext uri="{FF2B5EF4-FFF2-40B4-BE49-F238E27FC236}">
                  <a16:creationId xmlns:a16="http://schemas.microsoft.com/office/drawing/2014/main" id="{44D515A9-631D-444D-A3F2-801BA38C082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7" y="2426"/>
              <a:ext cx="18" cy="9"/>
            </a:xfrm>
            <a:custGeom>
              <a:avLst/>
              <a:gdLst>
                <a:gd name="T0" fmla="*/ 1 w 15"/>
                <a:gd name="T1" fmla="*/ 0 h 7"/>
                <a:gd name="T2" fmla="*/ 26 w 15"/>
                <a:gd name="T3" fmla="*/ 10 h 7"/>
                <a:gd name="T4" fmla="*/ 0 w 15"/>
                <a:gd name="T5" fmla="*/ 6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7">
                  <a:moveTo>
                    <a:pt x="1" y="0"/>
                  </a:moveTo>
                  <a:cubicBezTo>
                    <a:pt x="1" y="2"/>
                    <a:pt x="11" y="5"/>
                    <a:pt x="15" y="5"/>
                  </a:cubicBezTo>
                  <a:cubicBezTo>
                    <a:pt x="8" y="7"/>
                    <a:pt x="6" y="6"/>
                    <a:pt x="0" y="3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9929" name="Freeform 319">
              <a:extLst>
                <a:ext uri="{FF2B5EF4-FFF2-40B4-BE49-F238E27FC236}">
                  <a16:creationId xmlns:a16="http://schemas.microsoft.com/office/drawing/2014/main" id="{D5618489-7323-4F22-BBD6-8E0765D776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5" y="1027"/>
              <a:ext cx="26" cy="24"/>
            </a:xfrm>
            <a:custGeom>
              <a:avLst/>
              <a:gdLst>
                <a:gd name="T0" fmla="*/ 17 w 22"/>
                <a:gd name="T1" fmla="*/ 29 h 21"/>
                <a:gd name="T2" fmla="*/ 26 w 22"/>
                <a:gd name="T3" fmla="*/ 30 h 21"/>
                <a:gd name="T4" fmla="*/ 35 w 22"/>
                <a:gd name="T5" fmla="*/ 25 h 21"/>
                <a:gd name="T6" fmla="*/ 33 w 22"/>
                <a:gd name="T7" fmla="*/ 10 h 21"/>
                <a:gd name="T8" fmla="*/ 30 w 22"/>
                <a:gd name="T9" fmla="*/ 0 h 21"/>
                <a:gd name="T10" fmla="*/ 24 w 22"/>
                <a:gd name="T11" fmla="*/ 3 h 21"/>
                <a:gd name="T12" fmla="*/ 15 w 22"/>
                <a:gd name="T13" fmla="*/ 8 h 21"/>
                <a:gd name="T14" fmla="*/ 7 w 22"/>
                <a:gd name="T15" fmla="*/ 7 h 21"/>
                <a:gd name="T16" fmla="*/ 1 w 22"/>
                <a:gd name="T17" fmla="*/ 2 h 21"/>
                <a:gd name="T18" fmla="*/ 8 w 22"/>
                <a:gd name="T19" fmla="*/ 17 h 21"/>
                <a:gd name="T20" fmla="*/ 17 w 22"/>
                <a:gd name="T21" fmla="*/ 30 h 2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2" h="21">
                  <a:moveTo>
                    <a:pt x="10" y="19"/>
                  </a:moveTo>
                  <a:cubicBezTo>
                    <a:pt x="12" y="21"/>
                    <a:pt x="13" y="21"/>
                    <a:pt x="16" y="20"/>
                  </a:cubicBezTo>
                  <a:cubicBezTo>
                    <a:pt x="18" y="19"/>
                    <a:pt x="20" y="19"/>
                    <a:pt x="21" y="17"/>
                  </a:cubicBezTo>
                  <a:cubicBezTo>
                    <a:pt x="22" y="14"/>
                    <a:pt x="20" y="10"/>
                    <a:pt x="20" y="7"/>
                  </a:cubicBezTo>
                  <a:cubicBezTo>
                    <a:pt x="20" y="5"/>
                    <a:pt x="19" y="2"/>
                    <a:pt x="18" y="0"/>
                  </a:cubicBezTo>
                  <a:cubicBezTo>
                    <a:pt x="16" y="0"/>
                    <a:pt x="16" y="2"/>
                    <a:pt x="14" y="3"/>
                  </a:cubicBezTo>
                  <a:cubicBezTo>
                    <a:pt x="13" y="5"/>
                    <a:pt x="11" y="5"/>
                    <a:pt x="9" y="5"/>
                  </a:cubicBezTo>
                  <a:cubicBezTo>
                    <a:pt x="7" y="5"/>
                    <a:pt x="5" y="5"/>
                    <a:pt x="4" y="4"/>
                  </a:cubicBezTo>
                  <a:cubicBezTo>
                    <a:pt x="3" y="3"/>
                    <a:pt x="2" y="2"/>
                    <a:pt x="1" y="2"/>
                  </a:cubicBezTo>
                  <a:cubicBezTo>
                    <a:pt x="0" y="4"/>
                    <a:pt x="4" y="9"/>
                    <a:pt x="5" y="11"/>
                  </a:cubicBezTo>
                  <a:cubicBezTo>
                    <a:pt x="6" y="14"/>
                    <a:pt x="8" y="17"/>
                    <a:pt x="10" y="20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9930" name="Freeform 320">
              <a:extLst>
                <a:ext uri="{FF2B5EF4-FFF2-40B4-BE49-F238E27FC236}">
                  <a16:creationId xmlns:a16="http://schemas.microsoft.com/office/drawing/2014/main" id="{839D8A96-9267-45F2-8086-C81717F67F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6" y="1109"/>
              <a:ext cx="46" cy="118"/>
            </a:xfrm>
            <a:custGeom>
              <a:avLst/>
              <a:gdLst>
                <a:gd name="T0" fmla="*/ 0 w 39"/>
                <a:gd name="T1" fmla="*/ 0 h 101"/>
                <a:gd name="T2" fmla="*/ 6 w 39"/>
                <a:gd name="T3" fmla="*/ 34 h 101"/>
                <a:gd name="T4" fmla="*/ 9 w 39"/>
                <a:gd name="T5" fmla="*/ 68 h 101"/>
                <a:gd name="T6" fmla="*/ 15 w 39"/>
                <a:gd name="T7" fmla="*/ 114 h 101"/>
                <a:gd name="T8" fmla="*/ 24 w 39"/>
                <a:gd name="T9" fmla="*/ 139 h 101"/>
                <a:gd name="T10" fmla="*/ 34 w 39"/>
                <a:gd name="T11" fmla="*/ 161 h 101"/>
                <a:gd name="T12" fmla="*/ 25 w 39"/>
                <a:gd name="T13" fmla="*/ 113 h 101"/>
                <a:gd name="T14" fmla="*/ 31 w 39"/>
                <a:gd name="T15" fmla="*/ 78 h 101"/>
                <a:gd name="T16" fmla="*/ 46 w 39"/>
                <a:gd name="T17" fmla="*/ 60 h 101"/>
                <a:gd name="T18" fmla="*/ 54 w 39"/>
                <a:gd name="T19" fmla="*/ 56 h 101"/>
                <a:gd name="T20" fmla="*/ 64 w 39"/>
                <a:gd name="T21" fmla="*/ 54 h 101"/>
                <a:gd name="T22" fmla="*/ 34 w 39"/>
                <a:gd name="T23" fmla="*/ 43 h 101"/>
                <a:gd name="T24" fmla="*/ 20 w 39"/>
                <a:gd name="T25" fmla="*/ 30 h 101"/>
                <a:gd name="T26" fmla="*/ 13 w 39"/>
                <a:gd name="T27" fmla="*/ 19 h 101"/>
                <a:gd name="T28" fmla="*/ 9 w 39"/>
                <a:gd name="T29" fmla="*/ 9 h 101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39" h="101">
                  <a:moveTo>
                    <a:pt x="0" y="0"/>
                  </a:moveTo>
                  <a:cubicBezTo>
                    <a:pt x="2" y="7"/>
                    <a:pt x="2" y="14"/>
                    <a:pt x="3" y="21"/>
                  </a:cubicBezTo>
                  <a:cubicBezTo>
                    <a:pt x="4" y="29"/>
                    <a:pt x="5" y="36"/>
                    <a:pt x="6" y="43"/>
                  </a:cubicBezTo>
                  <a:cubicBezTo>
                    <a:pt x="6" y="53"/>
                    <a:pt x="7" y="63"/>
                    <a:pt x="9" y="72"/>
                  </a:cubicBezTo>
                  <a:cubicBezTo>
                    <a:pt x="10" y="77"/>
                    <a:pt x="12" y="82"/>
                    <a:pt x="14" y="87"/>
                  </a:cubicBezTo>
                  <a:cubicBezTo>
                    <a:pt x="16" y="91"/>
                    <a:pt x="18" y="97"/>
                    <a:pt x="21" y="101"/>
                  </a:cubicBezTo>
                  <a:cubicBezTo>
                    <a:pt x="17" y="92"/>
                    <a:pt x="16" y="81"/>
                    <a:pt x="15" y="71"/>
                  </a:cubicBezTo>
                  <a:cubicBezTo>
                    <a:pt x="15" y="64"/>
                    <a:pt x="15" y="55"/>
                    <a:pt x="19" y="49"/>
                  </a:cubicBezTo>
                  <a:cubicBezTo>
                    <a:pt x="21" y="45"/>
                    <a:pt x="24" y="41"/>
                    <a:pt x="28" y="38"/>
                  </a:cubicBezTo>
                  <a:cubicBezTo>
                    <a:pt x="29" y="37"/>
                    <a:pt x="31" y="36"/>
                    <a:pt x="33" y="35"/>
                  </a:cubicBezTo>
                  <a:cubicBezTo>
                    <a:pt x="35" y="34"/>
                    <a:pt x="37" y="34"/>
                    <a:pt x="39" y="33"/>
                  </a:cubicBezTo>
                  <a:cubicBezTo>
                    <a:pt x="33" y="32"/>
                    <a:pt x="26" y="30"/>
                    <a:pt x="21" y="27"/>
                  </a:cubicBezTo>
                  <a:cubicBezTo>
                    <a:pt x="18" y="25"/>
                    <a:pt x="15" y="22"/>
                    <a:pt x="12" y="19"/>
                  </a:cubicBezTo>
                  <a:cubicBezTo>
                    <a:pt x="11" y="17"/>
                    <a:pt x="10" y="14"/>
                    <a:pt x="8" y="12"/>
                  </a:cubicBezTo>
                  <a:cubicBezTo>
                    <a:pt x="8" y="10"/>
                    <a:pt x="8" y="7"/>
                    <a:pt x="6" y="6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9931" name="Freeform 321">
              <a:extLst>
                <a:ext uri="{FF2B5EF4-FFF2-40B4-BE49-F238E27FC236}">
                  <a16:creationId xmlns:a16="http://schemas.microsoft.com/office/drawing/2014/main" id="{FBD719D9-8B08-42DB-920A-C0CD11D8ABD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9" y="909"/>
              <a:ext cx="21" cy="13"/>
            </a:xfrm>
            <a:custGeom>
              <a:avLst/>
              <a:gdLst>
                <a:gd name="T0" fmla="*/ 0 w 18"/>
                <a:gd name="T1" fmla="*/ 18 h 11"/>
                <a:gd name="T2" fmla="*/ 13 w 18"/>
                <a:gd name="T3" fmla="*/ 13 h 11"/>
                <a:gd name="T4" fmla="*/ 22 w 18"/>
                <a:gd name="T5" fmla="*/ 11 h 11"/>
                <a:gd name="T6" fmla="*/ 29 w 18"/>
                <a:gd name="T7" fmla="*/ 7 h 11"/>
                <a:gd name="T8" fmla="*/ 26 w 18"/>
                <a:gd name="T9" fmla="*/ 1 h 11"/>
                <a:gd name="T10" fmla="*/ 16 w 18"/>
                <a:gd name="T11" fmla="*/ 1 h 11"/>
                <a:gd name="T12" fmla="*/ 2 w 18"/>
                <a:gd name="T13" fmla="*/ 7 h 11"/>
                <a:gd name="T14" fmla="*/ 0 w 18"/>
                <a:gd name="T15" fmla="*/ 8 h 11"/>
                <a:gd name="T16" fmla="*/ 0 w 18"/>
                <a:gd name="T17" fmla="*/ 11 h 11"/>
                <a:gd name="T18" fmla="*/ 0 w 18"/>
                <a:gd name="T19" fmla="*/ 18 h 1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8" h="11">
                  <a:moveTo>
                    <a:pt x="0" y="11"/>
                  </a:moveTo>
                  <a:cubicBezTo>
                    <a:pt x="2" y="9"/>
                    <a:pt x="5" y="9"/>
                    <a:pt x="8" y="8"/>
                  </a:cubicBezTo>
                  <a:cubicBezTo>
                    <a:pt x="10" y="8"/>
                    <a:pt x="12" y="7"/>
                    <a:pt x="14" y="7"/>
                  </a:cubicBezTo>
                  <a:cubicBezTo>
                    <a:pt x="15" y="6"/>
                    <a:pt x="18" y="6"/>
                    <a:pt x="18" y="4"/>
                  </a:cubicBezTo>
                  <a:cubicBezTo>
                    <a:pt x="18" y="3"/>
                    <a:pt x="16" y="2"/>
                    <a:pt x="16" y="1"/>
                  </a:cubicBezTo>
                  <a:cubicBezTo>
                    <a:pt x="14" y="0"/>
                    <a:pt x="12" y="0"/>
                    <a:pt x="10" y="1"/>
                  </a:cubicBezTo>
                  <a:cubicBezTo>
                    <a:pt x="7" y="1"/>
                    <a:pt x="4" y="3"/>
                    <a:pt x="2" y="4"/>
                  </a:cubicBezTo>
                  <a:cubicBezTo>
                    <a:pt x="1" y="4"/>
                    <a:pt x="0" y="5"/>
                    <a:pt x="0" y="5"/>
                  </a:cubicBezTo>
                  <a:cubicBezTo>
                    <a:pt x="0" y="5"/>
                    <a:pt x="0" y="6"/>
                    <a:pt x="0" y="7"/>
                  </a:cubicBezTo>
                  <a:cubicBezTo>
                    <a:pt x="0" y="8"/>
                    <a:pt x="0" y="10"/>
                    <a:pt x="0" y="11"/>
                  </a:cubicBezTo>
                </a:path>
              </a:pathLst>
            </a:custGeom>
            <a:solidFill>
              <a:srgbClr val="1539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9932" name="Freeform 322">
              <a:extLst>
                <a:ext uri="{FF2B5EF4-FFF2-40B4-BE49-F238E27FC236}">
                  <a16:creationId xmlns:a16="http://schemas.microsoft.com/office/drawing/2014/main" id="{9A462CCA-4DD8-4B87-86CC-A4B3CADDEF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8" y="902"/>
              <a:ext cx="23" cy="10"/>
            </a:xfrm>
            <a:custGeom>
              <a:avLst/>
              <a:gdLst>
                <a:gd name="T0" fmla="*/ 2 w 20"/>
                <a:gd name="T1" fmla="*/ 3 h 9"/>
                <a:gd name="T2" fmla="*/ 8 w 20"/>
                <a:gd name="T3" fmla="*/ 1 h 9"/>
                <a:gd name="T4" fmla="*/ 14 w 20"/>
                <a:gd name="T5" fmla="*/ 1 h 9"/>
                <a:gd name="T6" fmla="*/ 23 w 20"/>
                <a:gd name="T7" fmla="*/ 1 h 9"/>
                <a:gd name="T8" fmla="*/ 29 w 20"/>
                <a:gd name="T9" fmla="*/ 1 h 9"/>
                <a:gd name="T10" fmla="*/ 30 w 20"/>
                <a:gd name="T11" fmla="*/ 8 h 9"/>
                <a:gd name="T12" fmla="*/ 29 w 20"/>
                <a:gd name="T13" fmla="*/ 10 h 9"/>
                <a:gd name="T14" fmla="*/ 23 w 20"/>
                <a:gd name="T15" fmla="*/ 10 h 9"/>
                <a:gd name="T16" fmla="*/ 8 w 20"/>
                <a:gd name="T17" fmla="*/ 11 h 9"/>
                <a:gd name="T18" fmla="*/ 3 w 20"/>
                <a:gd name="T19" fmla="*/ 11 h 9"/>
                <a:gd name="T20" fmla="*/ 1 w 20"/>
                <a:gd name="T21" fmla="*/ 11 h 9"/>
                <a:gd name="T22" fmla="*/ 1 w 20"/>
                <a:gd name="T23" fmla="*/ 4 h 9"/>
                <a:gd name="T24" fmla="*/ 2 w 20"/>
                <a:gd name="T25" fmla="*/ 2 h 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0" h="9">
                  <a:moveTo>
                    <a:pt x="2" y="3"/>
                  </a:moveTo>
                  <a:cubicBezTo>
                    <a:pt x="2" y="2"/>
                    <a:pt x="4" y="2"/>
                    <a:pt x="5" y="1"/>
                  </a:cubicBezTo>
                  <a:cubicBezTo>
                    <a:pt x="6" y="1"/>
                    <a:pt x="7" y="1"/>
                    <a:pt x="9" y="1"/>
                  </a:cubicBezTo>
                  <a:cubicBezTo>
                    <a:pt x="11" y="1"/>
                    <a:pt x="13" y="1"/>
                    <a:pt x="15" y="1"/>
                  </a:cubicBezTo>
                  <a:cubicBezTo>
                    <a:pt x="16" y="1"/>
                    <a:pt x="18" y="0"/>
                    <a:pt x="19" y="1"/>
                  </a:cubicBezTo>
                  <a:cubicBezTo>
                    <a:pt x="20" y="2"/>
                    <a:pt x="20" y="4"/>
                    <a:pt x="20" y="5"/>
                  </a:cubicBezTo>
                  <a:cubicBezTo>
                    <a:pt x="20" y="6"/>
                    <a:pt x="20" y="7"/>
                    <a:pt x="19" y="7"/>
                  </a:cubicBezTo>
                  <a:cubicBezTo>
                    <a:pt x="18" y="7"/>
                    <a:pt x="16" y="7"/>
                    <a:pt x="15" y="7"/>
                  </a:cubicBezTo>
                  <a:cubicBezTo>
                    <a:pt x="11" y="7"/>
                    <a:pt x="8" y="7"/>
                    <a:pt x="5" y="8"/>
                  </a:cubicBezTo>
                  <a:cubicBezTo>
                    <a:pt x="4" y="8"/>
                    <a:pt x="3" y="8"/>
                    <a:pt x="3" y="8"/>
                  </a:cubicBezTo>
                  <a:cubicBezTo>
                    <a:pt x="2" y="8"/>
                    <a:pt x="1" y="9"/>
                    <a:pt x="1" y="8"/>
                  </a:cubicBezTo>
                  <a:cubicBezTo>
                    <a:pt x="0" y="8"/>
                    <a:pt x="1" y="5"/>
                    <a:pt x="1" y="4"/>
                  </a:cubicBezTo>
                  <a:cubicBezTo>
                    <a:pt x="1" y="4"/>
                    <a:pt x="2" y="3"/>
                    <a:pt x="2" y="2"/>
                  </a:cubicBezTo>
                </a:path>
              </a:pathLst>
            </a:custGeom>
            <a:solidFill>
              <a:srgbClr val="1539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9933" name="Freeform 323">
              <a:extLst>
                <a:ext uri="{FF2B5EF4-FFF2-40B4-BE49-F238E27FC236}">
                  <a16:creationId xmlns:a16="http://schemas.microsoft.com/office/drawing/2014/main" id="{D00B0249-E863-4470-B31A-35A54DDC9F3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2" y="921"/>
              <a:ext cx="16" cy="8"/>
            </a:xfrm>
            <a:custGeom>
              <a:avLst/>
              <a:gdLst>
                <a:gd name="T0" fmla="*/ 1 w 14"/>
                <a:gd name="T1" fmla="*/ 1 h 7"/>
                <a:gd name="T2" fmla="*/ 10 w 14"/>
                <a:gd name="T3" fmla="*/ 2 h 7"/>
                <a:gd name="T4" fmla="*/ 15 w 14"/>
                <a:gd name="T5" fmla="*/ 2 h 7"/>
                <a:gd name="T6" fmla="*/ 19 w 14"/>
                <a:gd name="T7" fmla="*/ 0 h 7"/>
                <a:gd name="T8" fmla="*/ 11 w 14"/>
                <a:gd name="T9" fmla="*/ 9 h 7"/>
                <a:gd name="T10" fmla="*/ 0 w 14"/>
                <a:gd name="T11" fmla="*/ 2 h 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" h="7">
                  <a:moveTo>
                    <a:pt x="1" y="1"/>
                  </a:moveTo>
                  <a:cubicBezTo>
                    <a:pt x="3" y="2"/>
                    <a:pt x="5" y="3"/>
                    <a:pt x="7" y="2"/>
                  </a:cubicBezTo>
                  <a:cubicBezTo>
                    <a:pt x="8" y="2"/>
                    <a:pt x="9" y="2"/>
                    <a:pt x="10" y="2"/>
                  </a:cubicBezTo>
                  <a:cubicBezTo>
                    <a:pt x="11" y="1"/>
                    <a:pt x="12" y="0"/>
                    <a:pt x="13" y="0"/>
                  </a:cubicBezTo>
                  <a:cubicBezTo>
                    <a:pt x="14" y="2"/>
                    <a:pt x="10" y="6"/>
                    <a:pt x="8" y="6"/>
                  </a:cubicBezTo>
                  <a:cubicBezTo>
                    <a:pt x="5" y="7"/>
                    <a:pt x="0" y="6"/>
                    <a:pt x="0" y="2"/>
                  </a:cubicBezTo>
                </a:path>
              </a:pathLst>
            </a:custGeom>
            <a:solidFill>
              <a:srgbClr val="258F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9934" name="Freeform 324">
              <a:extLst>
                <a:ext uri="{FF2B5EF4-FFF2-40B4-BE49-F238E27FC236}">
                  <a16:creationId xmlns:a16="http://schemas.microsoft.com/office/drawing/2014/main" id="{C52922AD-E985-4C3D-A652-0ECA0E45A1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2" y="912"/>
              <a:ext cx="17" cy="11"/>
            </a:xfrm>
            <a:custGeom>
              <a:avLst/>
              <a:gdLst>
                <a:gd name="T0" fmla="*/ 3 w 15"/>
                <a:gd name="T1" fmla="*/ 0 h 9"/>
                <a:gd name="T2" fmla="*/ 11 w 15"/>
                <a:gd name="T3" fmla="*/ 6 h 9"/>
                <a:gd name="T4" fmla="*/ 16 w 15"/>
                <a:gd name="T5" fmla="*/ 2 h 9"/>
                <a:gd name="T6" fmla="*/ 20 w 15"/>
                <a:gd name="T7" fmla="*/ 1 h 9"/>
                <a:gd name="T8" fmla="*/ 1 w 15"/>
                <a:gd name="T9" fmla="*/ 0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9">
                  <a:moveTo>
                    <a:pt x="3" y="0"/>
                  </a:moveTo>
                  <a:cubicBezTo>
                    <a:pt x="3" y="2"/>
                    <a:pt x="6" y="3"/>
                    <a:pt x="8" y="3"/>
                  </a:cubicBezTo>
                  <a:cubicBezTo>
                    <a:pt x="9" y="3"/>
                    <a:pt x="10" y="3"/>
                    <a:pt x="11" y="2"/>
                  </a:cubicBezTo>
                  <a:cubicBezTo>
                    <a:pt x="12" y="2"/>
                    <a:pt x="13" y="0"/>
                    <a:pt x="14" y="1"/>
                  </a:cubicBezTo>
                  <a:cubicBezTo>
                    <a:pt x="15" y="9"/>
                    <a:pt x="0" y="8"/>
                    <a:pt x="1" y="0"/>
                  </a:cubicBezTo>
                </a:path>
              </a:pathLst>
            </a:custGeom>
            <a:solidFill>
              <a:srgbClr val="258F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9935" name="Oval 325">
              <a:extLst>
                <a:ext uri="{FF2B5EF4-FFF2-40B4-BE49-F238E27FC236}">
                  <a16:creationId xmlns:a16="http://schemas.microsoft.com/office/drawing/2014/main" id="{00BC4726-B538-4A8F-8CFE-8AB3EFAA38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96" y="905"/>
              <a:ext cx="10" cy="10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936" name="Oval 326">
              <a:extLst>
                <a:ext uri="{FF2B5EF4-FFF2-40B4-BE49-F238E27FC236}">
                  <a16:creationId xmlns:a16="http://schemas.microsoft.com/office/drawing/2014/main" id="{AB2B3665-952D-4DFA-82AB-5DC3A29E25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74" y="914"/>
              <a:ext cx="10" cy="9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937" name="Oval 327">
              <a:extLst>
                <a:ext uri="{FF2B5EF4-FFF2-40B4-BE49-F238E27FC236}">
                  <a16:creationId xmlns:a16="http://schemas.microsoft.com/office/drawing/2014/main" id="{9BC0F689-1BC3-4AE7-9889-64A3AC230A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80" y="914"/>
              <a:ext cx="7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938" name="Oval 328">
              <a:extLst>
                <a:ext uri="{FF2B5EF4-FFF2-40B4-BE49-F238E27FC236}">
                  <a16:creationId xmlns:a16="http://schemas.microsoft.com/office/drawing/2014/main" id="{8EA57317-FB70-4FD3-AD55-1A46F1E33F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02" y="907"/>
              <a:ext cx="6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939" name="Freeform 329">
              <a:extLst>
                <a:ext uri="{FF2B5EF4-FFF2-40B4-BE49-F238E27FC236}">
                  <a16:creationId xmlns:a16="http://schemas.microsoft.com/office/drawing/2014/main" id="{B84CB6C7-95EE-41A4-AFE4-0C27DDB4A9F4}"/>
                </a:ext>
              </a:extLst>
            </p:cNvPr>
            <p:cNvSpPr>
              <a:spLocks/>
            </p:cNvSpPr>
            <p:nvPr/>
          </p:nvSpPr>
          <p:spPr bwMode="auto">
            <a:xfrm>
              <a:off x="985" y="1739"/>
              <a:ext cx="56" cy="107"/>
            </a:xfrm>
            <a:custGeom>
              <a:avLst/>
              <a:gdLst>
                <a:gd name="T0" fmla="*/ 70 w 48"/>
                <a:gd name="T1" fmla="*/ 0 h 92"/>
                <a:gd name="T2" fmla="*/ 29 w 48"/>
                <a:gd name="T3" fmla="*/ 42 h 92"/>
                <a:gd name="T4" fmla="*/ 1 w 48"/>
                <a:gd name="T5" fmla="*/ 85 h 92"/>
                <a:gd name="T6" fmla="*/ 18 w 48"/>
                <a:gd name="T7" fmla="*/ 128 h 92"/>
                <a:gd name="T8" fmla="*/ 34 w 48"/>
                <a:gd name="T9" fmla="*/ 143 h 92"/>
                <a:gd name="T10" fmla="*/ 55 w 48"/>
                <a:gd name="T11" fmla="*/ 119 h 92"/>
                <a:gd name="T12" fmla="*/ 74 w 48"/>
                <a:gd name="T13" fmla="*/ 2 h 9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8" h="92">
                  <a:moveTo>
                    <a:pt x="44" y="0"/>
                  </a:moveTo>
                  <a:cubicBezTo>
                    <a:pt x="35" y="8"/>
                    <a:pt x="26" y="18"/>
                    <a:pt x="18" y="27"/>
                  </a:cubicBezTo>
                  <a:cubicBezTo>
                    <a:pt x="12" y="35"/>
                    <a:pt x="0" y="44"/>
                    <a:pt x="1" y="54"/>
                  </a:cubicBezTo>
                  <a:cubicBezTo>
                    <a:pt x="3" y="63"/>
                    <a:pt x="7" y="74"/>
                    <a:pt x="11" y="82"/>
                  </a:cubicBezTo>
                  <a:cubicBezTo>
                    <a:pt x="13" y="84"/>
                    <a:pt x="16" y="92"/>
                    <a:pt x="21" y="91"/>
                  </a:cubicBezTo>
                  <a:cubicBezTo>
                    <a:pt x="25" y="91"/>
                    <a:pt x="32" y="79"/>
                    <a:pt x="34" y="76"/>
                  </a:cubicBezTo>
                  <a:cubicBezTo>
                    <a:pt x="45" y="54"/>
                    <a:pt x="48" y="8"/>
                    <a:pt x="46" y="2"/>
                  </a:cubicBezTo>
                </a:path>
              </a:pathLst>
            </a:custGeom>
            <a:solidFill>
              <a:srgbClr val="D3D3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9940" name="Freeform 330">
              <a:extLst>
                <a:ext uri="{FF2B5EF4-FFF2-40B4-BE49-F238E27FC236}">
                  <a16:creationId xmlns:a16="http://schemas.microsoft.com/office/drawing/2014/main" id="{EEE485CD-0F40-4E5D-993F-72F17234695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8" y="3737"/>
              <a:ext cx="61" cy="78"/>
            </a:xfrm>
            <a:custGeom>
              <a:avLst/>
              <a:gdLst>
                <a:gd name="T0" fmla="*/ 82 w 52"/>
                <a:gd name="T1" fmla="*/ 0 h 67"/>
                <a:gd name="T2" fmla="*/ 79 w 52"/>
                <a:gd name="T3" fmla="*/ 31 h 67"/>
                <a:gd name="T4" fmla="*/ 53 w 52"/>
                <a:gd name="T5" fmla="*/ 49 h 67"/>
                <a:gd name="T6" fmla="*/ 38 w 52"/>
                <a:gd name="T7" fmla="*/ 57 h 67"/>
                <a:gd name="T8" fmla="*/ 25 w 52"/>
                <a:gd name="T9" fmla="*/ 69 h 67"/>
                <a:gd name="T10" fmla="*/ 11 w 52"/>
                <a:gd name="T11" fmla="*/ 88 h 67"/>
                <a:gd name="T12" fmla="*/ 0 w 52"/>
                <a:gd name="T13" fmla="*/ 106 h 67"/>
                <a:gd name="T14" fmla="*/ 0 w 52"/>
                <a:gd name="T15" fmla="*/ 106 h 67"/>
                <a:gd name="T16" fmla="*/ 6 w 52"/>
                <a:gd name="T17" fmla="*/ 93 h 67"/>
                <a:gd name="T18" fmla="*/ 13 w 52"/>
                <a:gd name="T19" fmla="*/ 75 h 67"/>
                <a:gd name="T20" fmla="*/ 31 w 52"/>
                <a:gd name="T21" fmla="*/ 47 h 67"/>
                <a:gd name="T22" fmla="*/ 62 w 52"/>
                <a:gd name="T23" fmla="*/ 20 h 67"/>
                <a:gd name="T24" fmla="*/ 74 w 52"/>
                <a:gd name="T25" fmla="*/ 9 h 67"/>
                <a:gd name="T26" fmla="*/ 82 w 52"/>
                <a:gd name="T27" fmla="*/ 0 h 6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52" h="67">
                  <a:moveTo>
                    <a:pt x="51" y="0"/>
                  </a:moveTo>
                  <a:cubicBezTo>
                    <a:pt x="51" y="7"/>
                    <a:pt x="52" y="15"/>
                    <a:pt x="49" y="20"/>
                  </a:cubicBezTo>
                  <a:cubicBezTo>
                    <a:pt x="46" y="26"/>
                    <a:pt x="37" y="28"/>
                    <a:pt x="32" y="31"/>
                  </a:cubicBezTo>
                  <a:cubicBezTo>
                    <a:pt x="29" y="33"/>
                    <a:pt x="26" y="35"/>
                    <a:pt x="23" y="36"/>
                  </a:cubicBezTo>
                  <a:cubicBezTo>
                    <a:pt x="20" y="38"/>
                    <a:pt x="18" y="41"/>
                    <a:pt x="15" y="44"/>
                  </a:cubicBezTo>
                  <a:cubicBezTo>
                    <a:pt x="12" y="48"/>
                    <a:pt x="10" y="52"/>
                    <a:pt x="7" y="56"/>
                  </a:cubicBezTo>
                  <a:cubicBezTo>
                    <a:pt x="5" y="59"/>
                    <a:pt x="0" y="62"/>
                    <a:pt x="0" y="67"/>
                  </a:cubicBezTo>
                  <a:cubicBezTo>
                    <a:pt x="0" y="67"/>
                    <a:pt x="0" y="67"/>
                    <a:pt x="0" y="67"/>
                  </a:cubicBezTo>
                  <a:cubicBezTo>
                    <a:pt x="1" y="65"/>
                    <a:pt x="2" y="62"/>
                    <a:pt x="3" y="59"/>
                  </a:cubicBezTo>
                  <a:cubicBezTo>
                    <a:pt x="5" y="55"/>
                    <a:pt x="7" y="51"/>
                    <a:pt x="8" y="47"/>
                  </a:cubicBezTo>
                  <a:cubicBezTo>
                    <a:pt x="10" y="41"/>
                    <a:pt x="15" y="34"/>
                    <a:pt x="19" y="29"/>
                  </a:cubicBezTo>
                  <a:cubicBezTo>
                    <a:pt x="25" y="23"/>
                    <a:pt x="32" y="19"/>
                    <a:pt x="38" y="13"/>
                  </a:cubicBezTo>
                  <a:cubicBezTo>
                    <a:pt x="40" y="10"/>
                    <a:pt x="43" y="8"/>
                    <a:pt x="46" y="6"/>
                  </a:cubicBezTo>
                  <a:cubicBezTo>
                    <a:pt x="48" y="4"/>
                    <a:pt x="49" y="1"/>
                    <a:pt x="51" y="0"/>
                  </a:cubicBezTo>
                </a:path>
              </a:pathLst>
            </a:custGeom>
            <a:solidFill>
              <a:srgbClr val="D3D3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9941" name="Freeform 331">
              <a:extLst>
                <a:ext uri="{FF2B5EF4-FFF2-40B4-BE49-F238E27FC236}">
                  <a16:creationId xmlns:a16="http://schemas.microsoft.com/office/drawing/2014/main" id="{8392E26B-8754-4112-8EA9-508E2B1E78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4" y="3786"/>
              <a:ext cx="70" cy="19"/>
            </a:xfrm>
            <a:custGeom>
              <a:avLst/>
              <a:gdLst>
                <a:gd name="T0" fmla="*/ 1 w 60"/>
                <a:gd name="T1" fmla="*/ 0 h 17"/>
                <a:gd name="T2" fmla="*/ 48 w 60"/>
                <a:gd name="T3" fmla="*/ 22 h 17"/>
                <a:gd name="T4" fmla="*/ 63 w 60"/>
                <a:gd name="T5" fmla="*/ 22 h 17"/>
                <a:gd name="T6" fmla="*/ 74 w 60"/>
                <a:gd name="T7" fmla="*/ 23 h 17"/>
                <a:gd name="T8" fmla="*/ 86 w 60"/>
                <a:gd name="T9" fmla="*/ 22 h 17"/>
                <a:gd name="T10" fmla="*/ 96 w 60"/>
                <a:gd name="T11" fmla="*/ 22 h 17"/>
                <a:gd name="T12" fmla="*/ 68 w 60"/>
                <a:gd name="T13" fmla="*/ 15 h 17"/>
                <a:gd name="T14" fmla="*/ 40 w 60"/>
                <a:gd name="T15" fmla="*/ 11 h 17"/>
                <a:gd name="T16" fmla="*/ 2 w 60"/>
                <a:gd name="T17" fmla="*/ 0 h 1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0" h="17">
                  <a:moveTo>
                    <a:pt x="1" y="0"/>
                  </a:moveTo>
                  <a:cubicBezTo>
                    <a:pt x="0" y="15"/>
                    <a:pt x="18" y="16"/>
                    <a:pt x="30" y="16"/>
                  </a:cubicBezTo>
                  <a:cubicBezTo>
                    <a:pt x="33" y="16"/>
                    <a:pt x="36" y="15"/>
                    <a:pt x="39" y="16"/>
                  </a:cubicBezTo>
                  <a:cubicBezTo>
                    <a:pt x="41" y="16"/>
                    <a:pt x="43" y="17"/>
                    <a:pt x="46" y="17"/>
                  </a:cubicBezTo>
                  <a:cubicBezTo>
                    <a:pt x="48" y="17"/>
                    <a:pt x="51" y="16"/>
                    <a:pt x="54" y="16"/>
                  </a:cubicBezTo>
                  <a:cubicBezTo>
                    <a:pt x="56" y="16"/>
                    <a:pt x="58" y="17"/>
                    <a:pt x="60" y="16"/>
                  </a:cubicBezTo>
                  <a:cubicBezTo>
                    <a:pt x="57" y="13"/>
                    <a:pt x="48" y="12"/>
                    <a:pt x="43" y="11"/>
                  </a:cubicBezTo>
                  <a:cubicBezTo>
                    <a:pt x="37" y="9"/>
                    <a:pt x="31" y="9"/>
                    <a:pt x="25" y="8"/>
                  </a:cubicBezTo>
                  <a:cubicBezTo>
                    <a:pt x="17" y="6"/>
                    <a:pt x="9" y="3"/>
                    <a:pt x="2" y="0"/>
                  </a:cubicBezTo>
                </a:path>
              </a:pathLst>
            </a:custGeom>
            <a:solidFill>
              <a:srgbClr val="D3D3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9942" name="Freeform 332">
              <a:extLst>
                <a:ext uri="{FF2B5EF4-FFF2-40B4-BE49-F238E27FC236}">
                  <a16:creationId xmlns:a16="http://schemas.microsoft.com/office/drawing/2014/main" id="{AE46B606-2AEA-4085-8545-8968FF4ADB0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9" y="3795"/>
              <a:ext cx="37" cy="53"/>
            </a:xfrm>
            <a:custGeom>
              <a:avLst/>
              <a:gdLst>
                <a:gd name="T0" fmla="*/ 0 w 32"/>
                <a:gd name="T1" fmla="*/ 0 h 46"/>
                <a:gd name="T2" fmla="*/ 0 w 32"/>
                <a:gd name="T3" fmla="*/ 12 h 46"/>
                <a:gd name="T4" fmla="*/ 1 w 32"/>
                <a:gd name="T5" fmla="*/ 27 h 46"/>
                <a:gd name="T6" fmla="*/ 8 w 32"/>
                <a:gd name="T7" fmla="*/ 51 h 46"/>
                <a:gd name="T8" fmla="*/ 50 w 32"/>
                <a:gd name="T9" fmla="*/ 70 h 46"/>
                <a:gd name="T10" fmla="*/ 43 w 32"/>
                <a:gd name="T11" fmla="*/ 38 h 46"/>
                <a:gd name="T12" fmla="*/ 32 w 32"/>
                <a:gd name="T13" fmla="*/ 27 h 46"/>
                <a:gd name="T14" fmla="*/ 0 w 32"/>
                <a:gd name="T15" fmla="*/ 2 h 4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2" h="46">
                  <a:moveTo>
                    <a:pt x="0" y="0"/>
                  </a:moveTo>
                  <a:cubicBezTo>
                    <a:pt x="1" y="2"/>
                    <a:pt x="0" y="5"/>
                    <a:pt x="0" y="8"/>
                  </a:cubicBezTo>
                  <a:cubicBezTo>
                    <a:pt x="0" y="11"/>
                    <a:pt x="1" y="14"/>
                    <a:pt x="1" y="17"/>
                  </a:cubicBezTo>
                  <a:cubicBezTo>
                    <a:pt x="1" y="22"/>
                    <a:pt x="2" y="29"/>
                    <a:pt x="5" y="33"/>
                  </a:cubicBezTo>
                  <a:cubicBezTo>
                    <a:pt x="10" y="40"/>
                    <a:pt x="24" y="46"/>
                    <a:pt x="32" y="46"/>
                  </a:cubicBezTo>
                  <a:cubicBezTo>
                    <a:pt x="29" y="39"/>
                    <a:pt x="29" y="32"/>
                    <a:pt x="28" y="25"/>
                  </a:cubicBezTo>
                  <a:cubicBezTo>
                    <a:pt x="27" y="19"/>
                    <a:pt x="27" y="18"/>
                    <a:pt x="21" y="17"/>
                  </a:cubicBezTo>
                  <a:cubicBezTo>
                    <a:pt x="14" y="15"/>
                    <a:pt x="2" y="11"/>
                    <a:pt x="0" y="2"/>
                  </a:cubicBezTo>
                </a:path>
              </a:pathLst>
            </a:custGeom>
            <a:solidFill>
              <a:srgbClr val="D3D3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9943" name="Freeform 333">
              <a:extLst>
                <a:ext uri="{FF2B5EF4-FFF2-40B4-BE49-F238E27FC236}">
                  <a16:creationId xmlns:a16="http://schemas.microsoft.com/office/drawing/2014/main" id="{53749C08-5D5B-46BC-8DD0-E1656FDD77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8" y="2203"/>
              <a:ext cx="247" cy="746"/>
            </a:xfrm>
            <a:custGeom>
              <a:avLst/>
              <a:gdLst>
                <a:gd name="T0" fmla="*/ 0 w 211"/>
                <a:gd name="T1" fmla="*/ 0 h 640"/>
                <a:gd name="T2" fmla="*/ 129 w 211"/>
                <a:gd name="T3" fmla="*/ 17 h 640"/>
                <a:gd name="T4" fmla="*/ 234 w 211"/>
                <a:gd name="T5" fmla="*/ 0 h 640"/>
                <a:gd name="T6" fmla="*/ 234 w 211"/>
                <a:gd name="T7" fmla="*/ 105 h 640"/>
                <a:gd name="T8" fmla="*/ 248 w 211"/>
                <a:gd name="T9" fmla="*/ 237 h 640"/>
                <a:gd name="T10" fmla="*/ 273 w 211"/>
                <a:gd name="T11" fmla="*/ 558 h 640"/>
                <a:gd name="T12" fmla="*/ 294 w 211"/>
                <a:gd name="T13" fmla="*/ 708 h 640"/>
                <a:gd name="T14" fmla="*/ 302 w 211"/>
                <a:gd name="T15" fmla="*/ 768 h 640"/>
                <a:gd name="T16" fmla="*/ 323 w 211"/>
                <a:gd name="T17" fmla="*/ 830 h 640"/>
                <a:gd name="T18" fmla="*/ 338 w 211"/>
                <a:gd name="T19" fmla="*/ 1014 h 640"/>
                <a:gd name="T20" fmla="*/ 303 w 211"/>
                <a:gd name="T21" fmla="*/ 881 h 640"/>
                <a:gd name="T22" fmla="*/ 248 w 211"/>
                <a:gd name="T23" fmla="*/ 736 h 640"/>
                <a:gd name="T24" fmla="*/ 238 w 211"/>
                <a:gd name="T25" fmla="*/ 563 h 640"/>
                <a:gd name="T26" fmla="*/ 195 w 211"/>
                <a:gd name="T27" fmla="*/ 361 h 640"/>
                <a:gd name="T28" fmla="*/ 110 w 211"/>
                <a:gd name="T29" fmla="*/ 113 h 640"/>
                <a:gd name="T30" fmla="*/ 11 w 211"/>
                <a:gd name="T31" fmla="*/ 8 h 640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11" h="640">
                  <a:moveTo>
                    <a:pt x="0" y="0"/>
                  </a:moveTo>
                  <a:cubicBezTo>
                    <a:pt x="27" y="4"/>
                    <a:pt x="52" y="13"/>
                    <a:pt x="80" y="11"/>
                  </a:cubicBezTo>
                  <a:cubicBezTo>
                    <a:pt x="102" y="9"/>
                    <a:pt x="124" y="1"/>
                    <a:pt x="146" y="0"/>
                  </a:cubicBezTo>
                  <a:cubicBezTo>
                    <a:pt x="151" y="20"/>
                    <a:pt x="146" y="45"/>
                    <a:pt x="146" y="66"/>
                  </a:cubicBezTo>
                  <a:cubicBezTo>
                    <a:pt x="146" y="95"/>
                    <a:pt x="151" y="121"/>
                    <a:pt x="155" y="149"/>
                  </a:cubicBezTo>
                  <a:cubicBezTo>
                    <a:pt x="164" y="217"/>
                    <a:pt x="164" y="285"/>
                    <a:pt x="170" y="353"/>
                  </a:cubicBezTo>
                  <a:cubicBezTo>
                    <a:pt x="172" y="385"/>
                    <a:pt x="177" y="416"/>
                    <a:pt x="183" y="447"/>
                  </a:cubicBezTo>
                  <a:cubicBezTo>
                    <a:pt x="185" y="459"/>
                    <a:pt x="185" y="473"/>
                    <a:pt x="188" y="485"/>
                  </a:cubicBezTo>
                  <a:cubicBezTo>
                    <a:pt x="191" y="499"/>
                    <a:pt x="199" y="510"/>
                    <a:pt x="202" y="524"/>
                  </a:cubicBezTo>
                  <a:cubicBezTo>
                    <a:pt x="210" y="561"/>
                    <a:pt x="203" y="603"/>
                    <a:pt x="211" y="640"/>
                  </a:cubicBezTo>
                  <a:cubicBezTo>
                    <a:pt x="204" y="612"/>
                    <a:pt x="198" y="584"/>
                    <a:pt x="189" y="557"/>
                  </a:cubicBezTo>
                  <a:cubicBezTo>
                    <a:pt x="180" y="526"/>
                    <a:pt x="158" y="496"/>
                    <a:pt x="155" y="464"/>
                  </a:cubicBezTo>
                  <a:cubicBezTo>
                    <a:pt x="151" y="427"/>
                    <a:pt x="155" y="391"/>
                    <a:pt x="148" y="355"/>
                  </a:cubicBezTo>
                  <a:cubicBezTo>
                    <a:pt x="140" y="312"/>
                    <a:pt x="129" y="271"/>
                    <a:pt x="122" y="228"/>
                  </a:cubicBezTo>
                  <a:cubicBezTo>
                    <a:pt x="113" y="176"/>
                    <a:pt x="105" y="112"/>
                    <a:pt x="68" y="71"/>
                  </a:cubicBezTo>
                  <a:cubicBezTo>
                    <a:pt x="48" y="49"/>
                    <a:pt x="24" y="29"/>
                    <a:pt x="7" y="5"/>
                  </a:cubicBezTo>
                </a:path>
              </a:pathLst>
            </a:custGeom>
            <a:solidFill>
              <a:srgbClr val="E5E4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9944" name="Freeform 334">
              <a:extLst>
                <a:ext uri="{FF2B5EF4-FFF2-40B4-BE49-F238E27FC236}">
                  <a16:creationId xmlns:a16="http://schemas.microsoft.com/office/drawing/2014/main" id="{64BE1871-091C-441C-AF6C-BE8CE3D9D99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6" y="1260"/>
              <a:ext cx="93" cy="934"/>
            </a:xfrm>
            <a:custGeom>
              <a:avLst/>
              <a:gdLst>
                <a:gd name="T0" fmla="*/ 91 w 80"/>
                <a:gd name="T1" fmla="*/ 3 h 802"/>
                <a:gd name="T2" fmla="*/ 105 w 80"/>
                <a:gd name="T3" fmla="*/ 76 h 802"/>
                <a:gd name="T4" fmla="*/ 106 w 80"/>
                <a:gd name="T5" fmla="*/ 172 h 802"/>
                <a:gd name="T6" fmla="*/ 105 w 80"/>
                <a:gd name="T7" fmla="*/ 339 h 802"/>
                <a:gd name="T8" fmla="*/ 109 w 80"/>
                <a:gd name="T9" fmla="*/ 735 h 802"/>
                <a:gd name="T10" fmla="*/ 105 w 80"/>
                <a:gd name="T11" fmla="*/ 1060 h 802"/>
                <a:gd name="T12" fmla="*/ 123 w 80"/>
                <a:gd name="T13" fmla="*/ 1259 h 802"/>
                <a:gd name="T14" fmla="*/ 51 w 80"/>
                <a:gd name="T15" fmla="*/ 1264 h 802"/>
                <a:gd name="T16" fmla="*/ 0 w 80"/>
                <a:gd name="T17" fmla="*/ 1254 h 802"/>
                <a:gd name="T18" fmla="*/ 26 w 80"/>
                <a:gd name="T19" fmla="*/ 1201 h 802"/>
                <a:gd name="T20" fmla="*/ 49 w 80"/>
                <a:gd name="T21" fmla="*/ 1104 h 802"/>
                <a:gd name="T22" fmla="*/ 66 w 80"/>
                <a:gd name="T23" fmla="*/ 876 h 802"/>
                <a:gd name="T24" fmla="*/ 91 w 80"/>
                <a:gd name="T25" fmla="*/ 516 h 802"/>
                <a:gd name="T26" fmla="*/ 86 w 80"/>
                <a:gd name="T27" fmla="*/ 208 h 802"/>
                <a:gd name="T28" fmla="*/ 81 w 80"/>
                <a:gd name="T29" fmla="*/ 93 h 802"/>
                <a:gd name="T30" fmla="*/ 69 w 80"/>
                <a:gd name="T31" fmla="*/ 30 h 802"/>
                <a:gd name="T32" fmla="*/ 84 w 80"/>
                <a:gd name="T33" fmla="*/ 0 h 80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80" h="802">
                  <a:moveTo>
                    <a:pt x="58" y="3"/>
                  </a:moveTo>
                  <a:cubicBezTo>
                    <a:pt x="60" y="2"/>
                    <a:pt x="65" y="39"/>
                    <a:pt x="66" y="48"/>
                  </a:cubicBezTo>
                  <a:cubicBezTo>
                    <a:pt x="67" y="68"/>
                    <a:pt x="67" y="88"/>
                    <a:pt x="67" y="109"/>
                  </a:cubicBezTo>
                  <a:cubicBezTo>
                    <a:pt x="67" y="144"/>
                    <a:pt x="65" y="179"/>
                    <a:pt x="66" y="215"/>
                  </a:cubicBezTo>
                  <a:cubicBezTo>
                    <a:pt x="66" y="299"/>
                    <a:pt x="64" y="381"/>
                    <a:pt x="70" y="465"/>
                  </a:cubicBezTo>
                  <a:cubicBezTo>
                    <a:pt x="76" y="533"/>
                    <a:pt x="63" y="602"/>
                    <a:pt x="66" y="671"/>
                  </a:cubicBezTo>
                  <a:cubicBezTo>
                    <a:pt x="67" y="713"/>
                    <a:pt x="80" y="754"/>
                    <a:pt x="78" y="797"/>
                  </a:cubicBezTo>
                  <a:cubicBezTo>
                    <a:pt x="63" y="797"/>
                    <a:pt x="48" y="802"/>
                    <a:pt x="33" y="800"/>
                  </a:cubicBezTo>
                  <a:cubicBezTo>
                    <a:pt x="22" y="800"/>
                    <a:pt x="11" y="796"/>
                    <a:pt x="0" y="794"/>
                  </a:cubicBezTo>
                  <a:cubicBezTo>
                    <a:pt x="2" y="782"/>
                    <a:pt x="10" y="771"/>
                    <a:pt x="16" y="760"/>
                  </a:cubicBezTo>
                  <a:cubicBezTo>
                    <a:pt x="25" y="741"/>
                    <a:pt x="27" y="721"/>
                    <a:pt x="31" y="699"/>
                  </a:cubicBezTo>
                  <a:cubicBezTo>
                    <a:pt x="39" y="651"/>
                    <a:pt x="33" y="602"/>
                    <a:pt x="42" y="555"/>
                  </a:cubicBezTo>
                  <a:cubicBezTo>
                    <a:pt x="56" y="479"/>
                    <a:pt x="58" y="403"/>
                    <a:pt x="58" y="326"/>
                  </a:cubicBezTo>
                  <a:cubicBezTo>
                    <a:pt x="58" y="261"/>
                    <a:pt x="61" y="197"/>
                    <a:pt x="55" y="132"/>
                  </a:cubicBezTo>
                  <a:cubicBezTo>
                    <a:pt x="53" y="108"/>
                    <a:pt x="54" y="83"/>
                    <a:pt x="52" y="59"/>
                  </a:cubicBezTo>
                  <a:cubicBezTo>
                    <a:pt x="51" y="45"/>
                    <a:pt x="44" y="31"/>
                    <a:pt x="44" y="19"/>
                  </a:cubicBezTo>
                  <a:cubicBezTo>
                    <a:pt x="44" y="8"/>
                    <a:pt x="46" y="8"/>
                    <a:pt x="53" y="0"/>
                  </a:cubicBezTo>
                </a:path>
              </a:pathLst>
            </a:custGeom>
            <a:solidFill>
              <a:srgbClr val="9ABD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9945" name="Freeform 335">
              <a:extLst>
                <a:ext uri="{FF2B5EF4-FFF2-40B4-BE49-F238E27FC236}">
                  <a16:creationId xmlns:a16="http://schemas.microsoft.com/office/drawing/2014/main" id="{EEBE6D7D-4B94-408E-ADCE-F7E71C2979C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0" y="1137"/>
              <a:ext cx="65" cy="490"/>
            </a:xfrm>
            <a:custGeom>
              <a:avLst/>
              <a:gdLst>
                <a:gd name="T0" fmla="*/ 8 w 55"/>
                <a:gd name="T1" fmla="*/ 1 h 420"/>
                <a:gd name="T2" fmla="*/ 61 w 55"/>
                <a:gd name="T3" fmla="*/ 266 h 420"/>
                <a:gd name="T4" fmla="*/ 0 w 55"/>
                <a:gd name="T5" fmla="*/ 667 h 4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5" h="420">
                  <a:moveTo>
                    <a:pt x="5" y="1"/>
                  </a:moveTo>
                  <a:cubicBezTo>
                    <a:pt x="5" y="1"/>
                    <a:pt x="55" y="0"/>
                    <a:pt x="37" y="167"/>
                  </a:cubicBezTo>
                  <a:cubicBezTo>
                    <a:pt x="24" y="280"/>
                    <a:pt x="0" y="328"/>
                    <a:pt x="0" y="420"/>
                  </a:cubicBezTo>
                </a:path>
              </a:pathLst>
            </a:custGeom>
            <a:noFill/>
            <a:ln w="1587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9946" name="Freeform 336">
              <a:extLst>
                <a:ext uri="{FF2B5EF4-FFF2-40B4-BE49-F238E27FC236}">
                  <a16:creationId xmlns:a16="http://schemas.microsoft.com/office/drawing/2014/main" id="{7327D9EC-F3E4-4B9D-BE84-F049C8630B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8" y="1627"/>
              <a:ext cx="82" cy="105"/>
            </a:xfrm>
            <a:custGeom>
              <a:avLst/>
              <a:gdLst>
                <a:gd name="T0" fmla="*/ 73 w 70"/>
                <a:gd name="T1" fmla="*/ 34 h 90"/>
                <a:gd name="T2" fmla="*/ 73 w 70"/>
                <a:gd name="T3" fmla="*/ 0 h 90"/>
                <a:gd name="T4" fmla="*/ 40 w 70"/>
                <a:gd name="T5" fmla="*/ 0 h 90"/>
                <a:gd name="T6" fmla="*/ 40 w 70"/>
                <a:gd name="T7" fmla="*/ 34 h 90"/>
                <a:gd name="T8" fmla="*/ 0 w 70"/>
                <a:gd name="T9" fmla="*/ 88 h 90"/>
                <a:gd name="T10" fmla="*/ 56 w 70"/>
                <a:gd name="T11" fmla="*/ 144 h 90"/>
                <a:gd name="T12" fmla="*/ 112 w 70"/>
                <a:gd name="T13" fmla="*/ 88 h 90"/>
                <a:gd name="T14" fmla="*/ 73 w 70"/>
                <a:gd name="T15" fmla="*/ 34 h 9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0" h="90">
                  <a:moveTo>
                    <a:pt x="45" y="21"/>
                  </a:moveTo>
                  <a:cubicBezTo>
                    <a:pt x="45" y="0"/>
                    <a:pt x="45" y="0"/>
                    <a:pt x="45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25" y="21"/>
                    <a:pt x="25" y="21"/>
                    <a:pt x="25" y="21"/>
                  </a:cubicBezTo>
                  <a:cubicBezTo>
                    <a:pt x="11" y="26"/>
                    <a:pt x="0" y="39"/>
                    <a:pt x="0" y="55"/>
                  </a:cubicBezTo>
                  <a:cubicBezTo>
                    <a:pt x="0" y="74"/>
                    <a:pt x="16" y="90"/>
                    <a:pt x="35" y="90"/>
                  </a:cubicBezTo>
                  <a:cubicBezTo>
                    <a:pt x="55" y="90"/>
                    <a:pt x="70" y="74"/>
                    <a:pt x="70" y="55"/>
                  </a:cubicBezTo>
                  <a:cubicBezTo>
                    <a:pt x="70" y="39"/>
                    <a:pt x="60" y="26"/>
                    <a:pt x="45" y="21"/>
                  </a:cubicBezTo>
                  <a:close/>
                </a:path>
              </a:pathLst>
            </a:custGeom>
            <a:solidFill>
              <a:srgbClr val="9292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9947" name="Freeform 337">
              <a:extLst>
                <a:ext uri="{FF2B5EF4-FFF2-40B4-BE49-F238E27FC236}">
                  <a16:creationId xmlns:a16="http://schemas.microsoft.com/office/drawing/2014/main" id="{41599D35-D2F8-4ED2-A45B-59842217146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8" y="1626"/>
              <a:ext cx="53" cy="106"/>
            </a:xfrm>
            <a:custGeom>
              <a:avLst/>
              <a:gdLst>
                <a:gd name="T0" fmla="*/ 26 w 45"/>
                <a:gd name="T1" fmla="*/ 89 h 91"/>
                <a:gd name="T2" fmla="*/ 67 w 45"/>
                <a:gd name="T3" fmla="*/ 36 h 91"/>
                <a:gd name="T4" fmla="*/ 67 w 45"/>
                <a:gd name="T5" fmla="*/ 1 h 91"/>
                <a:gd name="T6" fmla="*/ 73 w 45"/>
                <a:gd name="T7" fmla="*/ 1 h 91"/>
                <a:gd name="T8" fmla="*/ 73 w 45"/>
                <a:gd name="T9" fmla="*/ 0 h 91"/>
                <a:gd name="T10" fmla="*/ 40 w 45"/>
                <a:gd name="T11" fmla="*/ 0 h 91"/>
                <a:gd name="T12" fmla="*/ 40 w 45"/>
                <a:gd name="T13" fmla="*/ 35 h 91"/>
                <a:gd name="T14" fmla="*/ 0 w 45"/>
                <a:gd name="T15" fmla="*/ 89 h 91"/>
                <a:gd name="T16" fmla="*/ 57 w 45"/>
                <a:gd name="T17" fmla="*/ 143 h 91"/>
                <a:gd name="T18" fmla="*/ 68 w 45"/>
                <a:gd name="T19" fmla="*/ 142 h 91"/>
                <a:gd name="T20" fmla="*/ 26 w 45"/>
                <a:gd name="T21" fmla="*/ 89 h 9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5" h="91">
                  <a:moveTo>
                    <a:pt x="16" y="56"/>
                  </a:moveTo>
                  <a:cubicBezTo>
                    <a:pt x="16" y="40"/>
                    <a:pt x="26" y="27"/>
                    <a:pt x="41" y="23"/>
                  </a:cubicBezTo>
                  <a:cubicBezTo>
                    <a:pt x="41" y="1"/>
                    <a:pt x="41" y="1"/>
                    <a:pt x="41" y="1"/>
                  </a:cubicBezTo>
                  <a:cubicBezTo>
                    <a:pt x="45" y="1"/>
                    <a:pt x="45" y="1"/>
                    <a:pt x="45" y="1"/>
                  </a:cubicBezTo>
                  <a:cubicBezTo>
                    <a:pt x="45" y="0"/>
                    <a:pt x="45" y="0"/>
                    <a:pt x="45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25" y="22"/>
                    <a:pt x="25" y="22"/>
                    <a:pt x="25" y="22"/>
                  </a:cubicBezTo>
                  <a:cubicBezTo>
                    <a:pt x="11" y="26"/>
                    <a:pt x="0" y="40"/>
                    <a:pt x="0" y="56"/>
                  </a:cubicBezTo>
                  <a:cubicBezTo>
                    <a:pt x="0" y="75"/>
                    <a:pt x="16" y="91"/>
                    <a:pt x="35" y="91"/>
                  </a:cubicBezTo>
                  <a:cubicBezTo>
                    <a:pt x="37" y="91"/>
                    <a:pt x="40" y="91"/>
                    <a:pt x="42" y="90"/>
                  </a:cubicBezTo>
                  <a:cubicBezTo>
                    <a:pt x="27" y="86"/>
                    <a:pt x="16" y="73"/>
                    <a:pt x="16" y="56"/>
                  </a:cubicBezTo>
                  <a:close/>
                </a:path>
              </a:pathLst>
            </a:custGeom>
            <a:solidFill>
              <a:srgbClr val="B5B5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9948" name="Freeform 338">
              <a:extLst>
                <a:ext uri="{FF2B5EF4-FFF2-40B4-BE49-F238E27FC236}">
                  <a16:creationId xmlns:a16="http://schemas.microsoft.com/office/drawing/2014/main" id="{FD82C625-E435-4200-B59D-811568525A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3" y="1675"/>
              <a:ext cx="23" cy="32"/>
            </a:xfrm>
            <a:custGeom>
              <a:avLst/>
              <a:gdLst>
                <a:gd name="T0" fmla="*/ 17 w 20"/>
                <a:gd name="T1" fmla="*/ 21 h 28"/>
                <a:gd name="T2" fmla="*/ 30 w 20"/>
                <a:gd name="T3" fmla="*/ 1 h 28"/>
                <a:gd name="T4" fmla="*/ 21 w 20"/>
                <a:gd name="T5" fmla="*/ 0 h 28"/>
                <a:gd name="T6" fmla="*/ 0 w 20"/>
                <a:gd name="T7" fmla="*/ 21 h 28"/>
                <a:gd name="T8" fmla="*/ 21 w 20"/>
                <a:gd name="T9" fmla="*/ 42 h 28"/>
                <a:gd name="T10" fmla="*/ 30 w 20"/>
                <a:gd name="T11" fmla="*/ 40 h 28"/>
                <a:gd name="T12" fmla="*/ 17 w 20"/>
                <a:gd name="T13" fmla="*/ 21 h 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28">
                  <a:moveTo>
                    <a:pt x="11" y="14"/>
                  </a:moveTo>
                  <a:cubicBezTo>
                    <a:pt x="11" y="8"/>
                    <a:pt x="15" y="4"/>
                    <a:pt x="20" y="1"/>
                  </a:cubicBezTo>
                  <a:cubicBezTo>
                    <a:pt x="18" y="1"/>
                    <a:pt x="16" y="0"/>
                    <a:pt x="14" y="0"/>
                  </a:cubicBezTo>
                  <a:cubicBezTo>
                    <a:pt x="6" y="0"/>
                    <a:pt x="0" y="6"/>
                    <a:pt x="0" y="14"/>
                  </a:cubicBezTo>
                  <a:cubicBezTo>
                    <a:pt x="0" y="22"/>
                    <a:pt x="6" y="28"/>
                    <a:pt x="14" y="28"/>
                  </a:cubicBezTo>
                  <a:cubicBezTo>
                    <a:pt x="16" y="28"/>
                    <a:pt x="18" y="28"/>
                    <a:pt x="20" y="27"/>
                  </a:cubicBezTo>
                  <a:cubicBezTo>
                    <a:pt x="15" y="25"/>
                    <a:pt x="11" y="20"/>
                    <a:pt x="11" y="14"/>
                  </a:cubicBezTo>
                  <a:close/>
                </a:path>
              </a:pathLst>
            </a:custGeom>
            <a:solidFill>
              <a:srgbClr val="B5B5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9949" name="Freeform 339">
              <a:extLst>
                <a:ext uri="{FF2B5EF4-FFF2-40B4-BE49-F238E27FC236}">
                  <a16:creationId xmlns:a16="http://schemas.microsoft.com/office/drawing/2014/main" id="{12485FAB-2B33-4EAC-B91F-F4BF746E9A5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8" y="1626"/>
              <a:ext cx="82" cy="106"/>
            </a:xfrm>
            <a:custGeom>
              <a:avLst/>
              <a:gdLst>
                <a:gd name="T0" fmla="*/ 73 w 70"/>
                <a:gd name="T1" fmla="*/ 35 h 91"/>
                <a:gd name="T2" fmla="*/ 73 w 70"/>
                <a:gd name="T3" fmla="*/ 0 h 91"/>
                <a:gd name="T4" fmla="*/ 40 w 70"/>
                <a:gd name="T5" fmla="*/ 0 h 91"/>
                <a:gd name="T6" fmla="*/ 40 w 70"/>
                <a:gd name="T7" fmla="*/ 35 h 91"/>
                <a:gd name="T8" fmla="*/ 0 w 70"/>
                <a:gd name="T9" fmla="*/ 89 h 91"/>
                <a:gd name="T10" fmla="*/ 56 w 70"/>
                <a:gd name="T11" fmla="*/ 143 h 91"/>
                <a:gd name="T12" fmla="*/ 112 w 70"/>
                <a:gd name="T13" fmla="*/ 89 h 91"/>
                <a:gd name="T14" fmla="*/ 73 w 70"/>
                <a:gd name="T15" fmla="*/ 35 h 9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0" h="91">
                  <a:moveTo>
                    <a:pt x="45" y="22"/>
                  </a:moveTo>
                  <a:cubicBezTo>
                    <a:pt x="45" y="0"/>
                    <a:pt x="45" y="0"/>
                    <a:pt x="45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25" y="22"/>
                    <a:pt x="25" y="22"/>
                    <a:pt x="25" y="22"/>
                  </a:cubicBezTo>
                  <a:cubicBezTo>
                    <a:pt x="11" y="26"/>
                    <a:pt x="0" y="40"/>
                    <a:pt x="0" y="56"/>
                  </a:cubicBezTo>
                  <a:cubicBezTo>
                    <a:pt x="0" y="75"/>
                    <a:pt x="16" y="91"/>
                    <a:pt x="35" y="91"/>
                  </a:cubicBezTo>
                  <a:cubicBezTo>
                    <a:pt x="54" y="91"/>
                    <a:pt x="70" y="75"/>
                    <a:pt x="70" y="56"/>
                  </a:cubicBezTo>
                  <a:cubicBezTo>
                    <a:pt x="70" y="40"/>
                    <a:pt x="59" y="26"/>
                    <a:pt x="45" y="22"/>
                  </a:cubicBezTo>
                  <a:close/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9950" name="Oval 340">
              <a:extLst>
                <a:ext uri="{FF2B5EF4-FFF2-40B4-BE49-F238E27FC236}">
                  <a16:creationId xmlns:a16="http://schemas.microsoft.com/office/drawing/2014/main" id="{3DFF8068-F4DB-48AF-9FFD-E1470B5886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13" y="1675"/>
              <a:ext cx="32" cy="32"/>
            </a:xfrm>
            <a:prstGeom prst="ellipse">
              <a:avLst/>
            </a:prstGeom>
            <a:noFill/>
            <a:ln w="6350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951" name="Freeform 341">
              <a:extLst>
                <a:ext uri="{FF2B5EF4-FFF2-40B4-BE49-F238E27FC236}">
                  <a16:creationId xmlns:a16="http://schemas.microsoft.com/office/drawing/2014/main" id="{A37F5200-D329-4E91-82A9-2E3ED8F1915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5" y="3762"/>
              <a:ext cx="311" cy="103"/>
            </a:xfrm>
            <a:custGeom>
              <a:avLst/>
              <a:gdLst>
                <a:gd name="T0" fmla="*/ 0 w 265"/>
                <a:gd name="T1" fmla="*/ 56 h 88"/>
                <a:gd name="T2" fmla="*/ 102 w 265"/>
                <a:gd name="T3" fmla="*/ 90 h 88"/>
                <a:gd name="T4" fmla="*/ 140 w 265"/>
                <a:gd name="T5" fmla="*/ 110 h 88"/>
                <a:gd name="T6" fmla="*/ 188 w 265"/>
                <a:gd name="T7" fmla="*/ 122 h 88"/>
                <a:gd name="T8" fmla="*/ 241 w 265"/>
                <a:gd name="T9" fmla="*/ 131 h 88"/>
                <a:gd name="T10" fmla="*/ 299 w 265"/>
                <a:gd name="T11" fmla="*/ 139 h 88"/>
                <a:gd name="T12" fmla="*/ 398 w 265"/>
                <a:gd name="T13" fmla="*/ 131 h 88"/>
                <a:gd name="T14" fmla="*/ 426 w 265"/>
                <a:gd name="T15" fmla="*/ 74 h 88"/>
                <a:gd name="T16" fmla="*/ 404 w 265"/>
                <a:gd name="T17" fmla="*/ 67 h 88"/>
                <a:gd name="T18" fmla="*/ 354 w 265"/>
                <a:gd name="T19" fmla="*/ 91 h 88"/>
                <a:gd name="T20" fmla="*/ 292 w 265"/>
                <a:gd name="T21" fmla="*/ 99 h 88"/>
                <a:gd name="T22" fmla="*/ 241 w 265"/>
                <a:gd name="T23" fmla="*/ 94 h 88"/>
                <a:gd name="T24" fmla="*/ 192 w 265"/>
                <a:gd name="T25" fmla="*/ 82 h 88"/>
                <a:gd name="T26" fmla="*/ 124 w 265"/>
                <a:gd name="T27" fmla="*/ 56 h 88"/>
                <a:gd name="T28" fmla="*/ 80 w 265"/>
                <a:gd name="T29" fmla="*/ 30 h 88"/>
                <a:gd name="T30" fmla="*/ 82 w 265"/>
                <a:gd name="T31" fmla="*/ 0 h 88"/>
                <a:gd name="T32" fmla="*/ 38 w 265"/>
                <a:gd name="T33" fmla="*/ 30 h 88"/>
                <a:gd name="T34" fmla="*/ 11 w 265"/>
                <a:gd name="T35" fmla="*/ 48 h 88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265" h="88">
                  <a:moveTo>
                    <a:pt x="0" y="35"/>
                  </a:moveTo>
                  <a:cubicBezTo>
                    <a:pt x="22" y="41"/>
                    <a:pt x="43" y="49"/>
                    <a:pt x="63" y="56"/>
                  </a:cubicBezTo>
                  <a:cubicBezTo>
                    <a:pt x="71" y="59"/>
                    <a:pt x="79" y="64"/>
                    <a:pt x="86" y="68"/>
                  </a:cubicBezTo>
                  <a:cubicBezTo>
                    <a:pt x="95" y="72"/>
                    <a:pt x="106" y="74"/>
                    <a:pt x="116" y="76"/>
                  </a:cubicBezTo>
                  <a:cubicBezTo>
                    <a:pt x="128" y="78"/>
                    <a:pt x="138" y="80"/>
                    <a:pt x="149" y="82"/>
                  </a:cubicBezTo>
                  <a:cubicBezTo>
                    <a:pt x="161" y="83"/>
                    <a:pt x="174" y="86"/>
                    <a:pt x="185" y="87"/>
                  </a:cubicBezTo>
                  <a:cubicBezTo>
                    <a:pt x="207" y="88"/>
                    <a:pt x="225" y="87"/>
                    <a:pt x="246" y="82"/>
                  </a:cubicBezTo>
                  <a:cubicBezTo>
                    <a:pt x="263" y="77"/>
                    <a:pt x="265" y="62"/>
                    <a:pt x="263" y="46"/>
                  </a:cubicBezTo>
                  <a:cubicBezTo>
                    <a:pt x="262" y="37"/>
                    <a:pt x="258" y="38"/>
                    <a:pt x="250" y="42"/>
                  </a:cubicBezTo>
                  <a:cubicBezTo>
                    <a:pt x="240" y="48"/>
                    <a:pt x="230" y="53"/>
                    <a:pt x="219" y="57"/>
                  </a:cubicBezTo>
                  <a:cubicBezTo>
                    <a:pt x="208" y="61"/>
                    <a:pt x="193" y="62"/>
                    <a:pt x="181" y="62"/>
                  </a:cubicBezTo>
                  <a:cubicBezTo>
                    <a:pt x="170" y="63"/>
                    <a:pt x="160" y="61"/>
                    <a:pt x="149" y="58"/>
                  </a:cubicBezTo>
                  <a:cubicBezTo>
                    <a:pt x="139" y="55"/>
                    <a:pt x="129" y="54"/>
                    <a:pt x="119" y="51"/>
                  </a:cubicBezTo>
                  <a:cubicBezTo>
                    <a:pt x="105" y="47"/>
                    <a:pt x="91" y="40"/>
                    <a:pt x="77" y="35"/>
                  </a:cubicBezTo>
                  <a:cubicBezTo>
                    <a:pt x="69" y="31"/>
                    <a:pt x="53" y="28"/>
                    <a:pt x="49" y="19"/>
                  </a:cubicBezTo>
                  <a:cubicBezTo>
                    <a:pt x="46" y="13"/>
                    <a:pt x="49" y="6"/>
                    <a:pt x="51" y="0"/>
                  </a:cubicBezTo>
                  <a:cubicBezTo>
                    <a:pt x="41" y="6"/>
                    <a:pt x="33" y="13"/>
                    <a:pt x="23" y="19"/>
                  </a:cubicBezTo>
                  <a:cubicBezTo>
                    <a:pt x="17" y="22"/>
                    <a:pt x="10" y="25"/>
                    <a:pt x="7" y="30"/>
                  </a:cubicBezTo>
                </a:path>
              </a:pathLst>
            </a:custGeom>
            <a:solidFill>
              <a:srgbClr val="E5E4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9952" name="Freeform 342">
              <a:extLst>
                <a:ext uri="{FF2B5EF4-FFF2-40B4-BE49-F238E27FC236}">
                  <a16:creationId xmlns:a16="http://schemas.microsoft.com/office/drawing/2014/main" id="{7D056696-4982-46F1-A483-969AB1F9F646}"/>
                </a:ext>
              </a:extLst>
            </p:cNvPr>
            <p:cNvSpPr>
              <a:spLocks/>
            </p:cNvSpPr>
            <p:nvPr/>
          </p:nvSpPr>
          <p:spPr bwMode="auto">
            <a:xfrm>
              <a:off x="962" y="3773"/>
              <a:ext cx="197" cy="74"/>
            </a:xfrm>
            <a:custGeom>
              <a:avLst/>
              <a:gdLst>
                <a:gd name="T0" fmla="*/ 7 w 168"/>
                <a:gd name="T1" fmla="*/ 22 h 64"/>
                <a:gd name="T2" fmla="*/ 40 w 168"/>
                <a:gd name="T3" fmla="*/ 77 h 64"/>
                <a:gd name="T4" fmla="*/ 95 w 168"/>
                <a:gd name="T5" fmla="*/ 93 h 64"/>
                <a:gd name="T6" fmla="*/ 242 w 168"/>
                <a:gd name="T7" fmla="*/ 53 h 64"/>
                <a:gd name="T8" fmla="*/ 270 w 168"/>
                <a:gd name="T9" fmla="*/ 0 h 64"/>
                <a:gd name="T10" fmla="*/ 217 w 168"/>
                <a:gd name="T11" fmla="*/ 29 h 64"/>
                <a:gd name="T12" fmla="*/ 157 w 168"/>
                <a:gd name="T13" fmla="*/ 37 h 64"/>
                <a:gd name="T14" fmla="*/ 122 w 168"/>
                <a:gd name="T15" fmla="*/ 29 h 64"/>
                <a:gd name="T16" fmla="*/ 75 w 168"/>
                <a:gd name="T17" fmla="*/ 28 h 64"/>
                <a:gd name="T18" fmla="*/ 39 w 168"/>
                <a:gd name="T19" fmla="*/ 23 h 64"/>
                <a:gd name="T20" fmla="*/ 15 w 168"/>
                <a:gd name="T21" fmla="*/ 20 h 6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68" h="64">
                  <a:moveTo>
                    <a:pt x="4" y="14"/>
                  </a:moveTo>
                  <a:cubicBezTo>
                    <a:pt x="0" y="25"/>
                    <a:pt x="16" y="42"/>
                    <a:pt x="25" y="50"/>
                  </a:cubicBezTo>
                  <a:cubicBezTo>
                    <a:pt x="34" y="57"/>
                    <a:pt x="48" y="59"/>
                    <a:pt x="59" y="60"/>
                  </a:cubicBezTo>
                  <a:cubicBezTo>
                    <a:pt x="91" y="63"/>
                    <a:pt x="130" y="64"/>
                    <a:pt x="150" y="35"/>
                  </a:cubicBezTo>
                  <a:cubicBezTo>
                    <a:pt x="156" y="27"/>
                    <a:pt x="168" y="10"/>
                    <a:pt x="167" y="0"/>
                  </a:cubicBezTo>
                  <a:cubicBezTo>
                    <a:pt x="157" y="7"/>
                    <a:pt x="148" y="16"/>
                    <a:pt x="135" y="19"/>
                  </a:cubicBezTo>
                  <a:cubicBezTo>
                    <a:pt x="124" y="21"/>
                    <a:pt x="109" y="27"/>
                    <a:pt x="97" y="24"/>
                  </a:cubicBezTo>
                  <a:cubicBezTo>
                    <a:pt x="90" y="23"/>
                    <a:pt x="84" y="19"/>
                    <a:pt x="76" y="19"/>
                  </a:cubicBezTo>
                  <a:cubicBezTo>
                    <a:pt x="66" y="20"/>
                    <a:pt x="57" y="20"/>
                    <a:pt x="47" y="18"/>
                  </a:cubicBezTo>
                  <a:cubicBezTo>
                    <a:pt x="39" y="17"/>
                    <a:pt x="32" y="17"/>
                    <a:pt x="24" y="15"/>
                  </a:cubicBezTo>
                  <a:cubicBezTo>
                    <a:pt x="18" y="13"/>
                    <a:pt x="15" y="12"/>
                    <a:pt x="9" y="13"/>
                  </a:cubicBezTo>
                </a:path>
              </a:pathLst>
            </a:custGeom>
            <a:solidFill>
              <a:srgbClr val="E5E4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9953" name="Oval 343">
              <a:extLst>
                <a:ext uri="{FF2B5EF4-FFF2-40B4-BE49-F238E27FC236}">
                  <a16:creationId xmlns:a16="http://schemas.microsoft.com/office/drawing/2014/main" id="{0BC0A767-4E16-4907-B22C-13037FAF94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42" y="3718"/>
              <a:ext cx="8" cy="8"/>
            </a:xfrm>
            <a:prstGeom prst="ellipse">
              <a:avLst/>
            </a:prstGeom>
            <a:solidFill>
              <a:srgbClr val="E5E4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954" name="Oval 344">
              <a:extLst>
                <a:ext uri="{FF2B5EF4-FFF2-40B4-BE49-F238E27FC236}">
                  <a16:creationId xmlns:a16="http://schemas.microsoft.com/office/drawing/2014/main" id="{89371969-915B-4043-B2F2-440E2E9495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22" y="3731"/>
              <a:ext cx="9" cy="8"/>
            </a:xfrm>
            <a:prstGeom prst="ellipse">
              <a:avLst/>
            </a:prstGeom>
            <a:solidFill>
              <a:srgbClr val="E5E4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955" name="Oval 345">
              <a:extLst>
                <a:ext uri="{FF2B5EF4-FFF2-40B4-BE49-F238E27FC236}">
                  <a16:creationId xmlns:a16="http://schemas.microsoft.com/office/drawing/2014/main" id="{389B92FC-FA7D-4F20-9BC0-61A61C722B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54" y="3745"/>
              <a:ext cx="8" cy="8"/>
            </a:xfrm>
            <a:prstGeom prst="ellipse">
              <a:avLst/>
            </a:prstGeom>
            <a:solidFill>
              <a:srgbClr val="E5E4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956" name="Oval 346">
              <a:extLst>
                <a:ext uri="{FF2B5EF4-FFF2-40B4-BE49-F238E27FC236}">
                  <a16:creationId xmlns:a16="http://schemas.microsoft.com/office/drawing/2014/main" id="{A04B0AD2-D1CC-44CE-9FE1-F50361FF36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86" y="3741"/>
              <a:ext cx="10" cy="10"/>
            </a:xfrm>
            <a:prstGeom prst="ellipse">
              <a:avLst/>
            </a:prstGeom>
            <a:solidFill>
              <a:srgbClr val="E5E4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957" name="Oval 347">
              <a:extLst>
                <a:ext uri="{FF2B5EF4-FFF2-40B4-BE49-F238E27FC236}">
                  <a16:creationId xmlns:a16="http://schemas.microsoft.com/office/drawing/2014/main" id="{22E5FB79-E68A-4D22-9941-F19E4E340D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72" y="3775"/>
              <a:ext cx="10" cy="8"/>
            </a:xfrm>
            <a:prstGeom prst="ellipse">
              <a:avLst/>
            </a:prstGeom>
            <a:solidFill>
              <a:srgbClr val="E5E4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958" name="Oval 348">
              <a:extLst>
                <a:ext uri="{FF2B5EF4-FFF2-40B4-BE49-F238E27FC236}">
                  <a16:creationId xmlns:a16="http://schemas.microsoft.com/office/drawing/2014/main" id="{BF4F2114-38C2-4FD8-BE34-6DF3EC238E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37" y="3774"/>
              <a:ext cx="10" cy="8"/>
            </a:xfrm>
            <a:prstGeom prst="ellipse">
              <a:avLst/>
            </a:prstGeom>
            <a:solidFill>
              <a:srgbClr val="E5E4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959" name="Oval 349">
              <a:extLst>
                <a:ext uri="{FF2B5EF4-FFF2-40B4-BE49-F238E27FC236}">
                  <a16:creationId xmlns:a16="http://schemas.microsoft.com/office/drawing/2014/main" id="{D32E4021-D3EB-4948-B53B-4460967F72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02" y="3756"/>
              <a:ext cx="8" cy="9"/>
            </a:xfrm>
            <a:prstGeom prst="ellipse">
              <a:avLst/>
            </a:prstGeom>
            <a:solidFill>
              <a:srgbClr val="E5E4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960" name="Oval 350">
              <a:extLst>
                <a:ext uri="{FF2B5EF4-FFF2-40B4-BE49-F238E27FC236}">
                  <a16:creationId xmlns:a16="http://schemas.microsoft.com/office/drawing/2014/main" id="{9B0218C7-1B7D-4978-A8D2-995F83D3C8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58" y="3805"/>
              <a:ext cx="8" cy="8"/>
            </a:xfrm>
            <a:prstGeom prst="ellipse">
              <a:avLst/>
            </a:prstGeom>
            <a:solidFill>
              <a:srgbClr val="E5E4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961" name="Oval 351">
              <a:extLst>
                <a:ext uri="{FF2B5EF4-FFF2-40B4-BE49-F238E27FC236}">
                  <a16:creationId xmlns:a16="http://schemas.microsoft.com/office/drawing/2014/main" id="{B35F60DF-2B89-4D6C-B231-6597283F68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08" y="3784"/>
              <a:ext cx="8" cy="9"/>
            </a:xfrm>
            <a:prstGeom prst="ellipse">
              <a:avLst/>
            </a:prstGeom>
            <a:solidFill>
              <a:srgbClr val="E5E4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962" name="Oval 352">
              <a:extLst>
                <a:ext uri="{FF2B5EF4-FFF2-40B4-BE49-F238E27FC236}">
                  <a16:creationId xmlns:a16="http://schemas.microsoft.com/office/drawing/2014/main" id="{7E8C6B90-836F-4684-8C75-1A52D036BB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97" y="3804"/>
              <a:ext cx="9" cy="9"/>
            </a:xfrm>
            <a:prstGeom prst="ellipse">
              <a:avLst/>
            </a:prstGeom>
            <a:solidFill>
              <a:srgbClr val="E5E4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963" name="Oval 353">
              <a:extLst>
                <a:ext uri="{FF2B5EF4-FFF2-40B4-BE49-F238E27FC236}">
                  <a16:creationId xmlns:a16="http://schemas.microsoft.com/office/drawing/2014/main" id="{7CAACFD2-6698-44CD-993E-C9A36234D4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07" y="3770"/>
              <a:ext cx="10" cy="10"/>
            </a:xfrm>
            <a:prstGeom prst="ellipse">
              <a:avLst/>
            </a:prstGeom>
            <a:solidFill>
              <a:srgbClr val="E5E4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964" name="Oval 354">
              <a:extLst>
                <a:ext uri="{FF2B5EF4-FFF2-40B4-BE49-F238E27FC236}">
                  <a16:creationId xmlns:a16="http://schemas.microsoft.com/office/drawing/2014/main" id="{0E71F899-1477-4CF0-A55C-66E178DFA4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50" y="3770"/>
              <a:ext cx="8" cy="9"/>
            </a:xfrm>
            <a:prstGeom prst="ellipse">
              <a:avLst/>
            </a:prstGeom>
            <a:solidFill>
              <a:srgbClr val="E5E4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965" name="Oval 355">
              <a:extLst>
                <a:ext uri="{FF2B5EF4-FFF2-40B4-BE49-F238E27FC236}">
                  <a16:creationId xmlns:a16="http://schemas.microsoft.com/office/drawing/2014/main" id="{DE933C56-4C74-4E1B-BF9B-58A2905C1E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41" y="3808"/>
              <a:ext cx="9" cy="8"/>
            </a:xfrm>
            <a:prstGeom prst="ellipse">
              <a:avLst/>
            </a:prstGeom>
            <a:solidFill>
              <a:srgbClr val="E5E4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966" name="Oval 356">
              <a:extLst>
                <a:ext uri="{FF2B5EF4-FFF2-40B4-BE49-F238E27FC236}">
                  <a16:creationId xmlns:a16="http://schemas.microsoft.com/office/drawing/2014/main" id="{27F9C1A0-A157-44C5-A13C-3F60BDAEF0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2" y="3794"/>
              <a:ext cx="9" cy="9"/>
            </a:xfrm>
            <a:prstGeom prst="ellipse">
              <a:avLst/>
            </a:prstGeom>
            <a:solidFill>
              <a:srgbClr val="E5E4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967" name="Oval 357">
              <a:extLst>
                <a:ext uri="{FF2B5EF4-FFF2-40B4-BE49-F238E27FC236}">
                  <a16:creationId xmlns:a16="http://schemas.microsoft.com/office/drawing/2014/main" id="{7D119184-F472-43FF-A088-3DFBFFA1CE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16" y="3726"/>
              <a:ext cx="9" cy="9"/>
            </a:xfrm>
            <a:prstGeom prst="ellipse">
              <a:avLst/>
            </a:prstGeom>
            <a:solidFill>
              <a:srgbClr val="E5E4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968" name="Oval 358">
              <a:extLst>
                <a:ext uri="{FF2B5EF4-FFF2-40B4-BE49-F238E27FC236}">
                  <a16:creationId xmlns:a16="http://schemas.microsoft.com/office/drawing/2014/main" id="{486F1DFF-9787-4231-92C1-C2B5A2C02B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50" y="3725"/>
              <a:ext cx="10" cy="9"/>
            </a:xfrm>
            <a:prstGeom prst="ellipse">
              <a:avLst/>
            </a:prstGeom>
            <a:solidFill>
              <a:srgbClr val="E5E4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969" name="Oval 359">
              <a:extLst>
                <a:ext uri="{FF2B5EF4-FFF2-40B4-BE49-F238E27FC236}">
                  <a16:creationId xmlns:a16="http://schemas.microsoft.com/office/drawing/2014/main" id="{646B57C3-327B-474C-8259-E7D0F3B0A1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34" y="3756"/>
              <a:ext cx="8" cy="9"/>
            </a:xfrm>
            <a:prstGeom prst="ellipse">
              <a:avLst/>
            </a:prstGeom>
            <a:solidFill>
              <a:srgbClr val="E5E4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970" name="Oval 360">
              <a:extLst>
                <a:ext uri="{FF2B5EF4-FFF2-40B4-BE49-F238E27FC236}">
                  <a16:creationId xmlns:a16="http://schemas.microsoft.com/office/drawing/2014/main" id="{7DF20984-173C-4D7B-A520-FA8255DEF9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02" y="3752"/>
              <a:ext cx="10" cy="9"/>
            </a:xfrm>
            <a:prstGeom prst="ellipse">
              <a:avLst/>
            </a:prstGeom>
            <a:solidFill>
              <a:srgbClr val="E5E4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971" name="Oval 361">
              <a:extLst>
                <a:ext uri="{FF2B5EF4-FFF2-40B4-BE49-F238E27FC236}">
                  <a16:creationId xmlns:a16="http://schemas.microsoft.com/office/drawing/2014/main" id="{6F83B41C-FE1B-46C2-9532-57897E6EE0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10" y="3780"/>
              <a:ext cx="10" cy="8"/>
            </a:xfrm>
            <a:prstGeom prst="ellipse">
              <a:avLst/>
            </a:prstGeom>
            <a:solidFill>
              <a:srgbClr val="E5E4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972" name="Oval 362">
              <a:extLst>
                <a:ext uri="{FF2B5EF4-FFF2-40B4-BE49-F238E27FC236}">
                  <a16:creationId xmlns:a16="http://schemas.microsoft.com/office/drawing/2014/main" id="{93ADE5DC-8103-4802-B898-6341AB9B00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58" y="3779"/>
              <a:ext cx="10" cy="9"/>
            </a:xfrm>
            <a:prstGeom prst="ellipse">
              <a:avLst/>
            </a:prstGeom>
            <a:solidFill>
              <a:srgbClr val="E5E4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973" name="Oval 363">
              <a:extLst>
                <a:ext uri="{FF2B5EF4-FFF2-40B4-BE49-F238E27FC236}">
                  <a16:creationId xmlns:a16="http://schemas.microsoft.com/office/drawing/2014/main" id="{84606AFA-9642-4F95-8B21-A94CBB0AFC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80" y="3748"/>
              <a:ext cx="9" cy="10"/>
            </a:xfrm>
            <a:prstGeom prst="ellipse">
              <a:avLst/>
            </a:prstGeom>
            <a:solidFill>
              <a:srgbClr val="E5E4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974" name="Oval 364">
              <a:extLst>
                <a:ext uri="{FF2B5EF4-FFF2-40B4-BE49-F238E27FC236}">
                  <a16:creationId xmlns:a16="http://schemas.microsoft.com/office/drawing/2014/main" id="{DFC7C538-F255-442F-B1AE-E717A9C1B7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05" y="3727"/>
              <a:ext cx="10" cy="10"/>
            </a:xfrm>
            <a:prstGeom prst="ellipse">
              <a:avLst/>
            </a:prstGeom>
            <a:solidFill>
              <a:srgbClr val="E5E4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975" name="Oval 365">
              <a:extLst>
                <a:ext uri="{FF2B5EF4-FFF2-40B4-BE49-F238E27FC236}">
                  <a16:creationId xmlns:a16="http://schemas.microsoft.com/office/drawing/2014/main" id="{56C6C4B2-0C81-41D5-87E1-8FEC85F88B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35" y="3749"/>
              <a:ext cx="9" cy="9"/>
            </a:xfrm>
            <a:prstGeom prst="ellipse">
              <a:avLst/>
            </a:prstGeom>
            <a:solidFill>
              <a:srgbClr val="E5E4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976" name="Oval 366">
              <a:extLst>
                <a:ext uri="{FF2B5EF4-FFF2-40B4-BE49-F238E27FC236}">
                  <a16:creationId xmlns:a16="http://schemas.microsoft.com/office/drawing/2014/main" id="{ED053259-B27A-4DEF-A2B8-924B31FC21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04" y="3770"/>
              <a:ext cx="8" cy="10"/>
            </a:xfrm>
            <a:prstGeom prst="ellipse">
              <a:avLst/>
            </a:prstGeom>
            <a:solidFill>
              <a:srgbClr val="E5E4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977" name="Freeform 367">
              <a:extLst>
                <a:ext uri="{FF2B5EF4-FFF2-40B4-BE49-F238E27FC236}">
                  <a16:creationId xmlns:a16="http://schemas.microsoft.com/office/drawing/2014/main" id="{1E0A70B6-4614-4B11-936B-7E9D6843879F}"/>
                </a:ext>
              </a:extLst>
            </p:cNvPr>
            <p:cNvSpPr>
              <a:spLocks/>
            </p:cNvSpPr>
            <p:nvPr/>
          </p:nvSpPr>
          <p:spPr bwMode="auto">
            <a:xfrm>
              <a:off x="944" y="3268"/>
              <a:ext cx="182" cy="423"/>
            </a:xfrm>
            <a:custGeom>
              <a:avLst/>
              <a:gdLst>
                <a:gd name="T0" fmla="*/ 0 w 156"/>
                <a:gd name="T1" fmla="*/ 0 h 363"/>
                <a:gd name="T2" fmla="*/ 19 w 156"/>
                <a:gd name="T3" fmla="*/ 89 h 363"/>
                <a:gd name="T4" fmla="*/ 43 w 156"/>
                <a:gd name="T5" fmla="*/ 174 h 363"/>
                <a:gd name="T6" fmla="*/ 100 w 156"/>
                <a:gd name="T7" fmla="*/ 323 h 363"/>
                <a:gd name="T8" fmla="*/ 140 w 156"/>
                <a:gd name="T9" fmla="*/ 383 h 363"/>
                <a:gd name="T10" fmla="*/ 179 w 156"/>
                <a:gd name="T11" fmla="*/ 446 h 363"/>
                <a:gd name="T12" fmla="*/ 247 w 156"/>
                <a:gd name="T13" fmla="*/ 544 h 363"/>
                <a:gd name="T14" fmla="*/ 188 w 156"/>
                <a:gd name="T15" fmla="*/ 567 h 363"/>
                <a:gd name="T16" fmla="*/ 131 w 156"/>
                <a:gd name="T17" fmla="*/ 567 h 363"/>
                <a:gd name="T18" fmla="*/ 125 w 156"/>
                <a:gd name="T19" fmla="*/ 485 h 363"/>
                <a:gd name="T20" fmla="*/ 68 w 156"/>
                <a:gd name="T21" fmla="*/ 332 h 363"/>
                <a:gd name="T22" fmla="*/ 11 w 156"/>
                <a:gd name="T23" fmla="*/ 28 h 36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56" h="363">
                  <a:moveTo>
                    <a:pt x="0" y="0"/>
                  </a:moveTo>
                  <a:cubicBezTo>
                    <a:pt x="9" y="14"/>
                    <a:pt x="9" y="40"/>
                    <a:pt x="12" y="56"/>
                  </a:cubicBezTo>
                  <a:cubicBezTo>
                    <a:pt x="16" y="75"/>
                    <a:pt x="21" y="93"/>
                    <a:pt x="27" y="110"/>
                  </a:cubicBezTo>
                  <a:cubicBezTo>
                    <a:pt x="39" y="141"/>
                    <a:pt x="47" y="175"/>
                    <a:pt x="63" y="204"/>
                  </a:cubicBezTo>
                  <a:cubicBezTo>
                    <a:pt x="70" y="217"/>
                    <a:pt x="80" y="229"/>
                    <a:pt x="88" y="242"/>
                  </a:cubicBezTo>
                  <a:cubicBezTo>
                    <a:pt x="97" y="255"/>
                    <a:pt x="103" y="269"/>
                    <a:pt x="112" y="282"/>
                  </a:cubicBezTo>
                  <a:cubicBezTo>
                    <a:pt x="126" y="301"/>
                    <a:pt x="154" y="319"/>
                    <a:pt x="156" y="344"/>
                  </a:cubicBezTo>
                  <a:cubicBezTo>
                    <a:pt x="143" y="346"/>
                    <a:pt x="132" y="357"/>
                    <a:pt x="118" y="359"/>
                  </a:cubicBezTo>
                  <a:cubicBezTo>
                    <a:pt x="108" y="361"/>
                    <a:pt x="92" y="363"/>
                    <a:pt x="82" y="359"/>
                  </a:cubicBezTo>
                  <a:cubicBezTo>
                    <a:pt x="80" y="340"/>
                    <a:pt x="86" y="325"/>
                    <a:pt x="79" y="306"/>
                  </a:cubicBezTo>
                  <a:cubicBezTo>
                    <a:pt x="67" y="273"/>
                    <a:pt x="52" y="244"/>
                    <a:pt x="43" y="210"/>
                  </a:cubicBezTo>
                  <a:cubicBezTo>
                    <a:pt x="27" y="147"/>
                    <a:pt x="7" y="83"/>
                    <a:pt x="7" y="18"/>
                  </a:cubicBezTo>
                </a:path>
              </a:pathLst>
            </a:custGeom>
            <a:solidFill>
              <a:srgbClr val="E5E4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9978" name="Freeform 368">
              <a:extLst>
                <a:ext uri="{FF2B5EF4-FFF2-40B4-BE49-F238E27FC236}">
                  <a16:creationId xmlns:a16="http://schemas.microsoft.com/office/drawing/2014/main" id="{D8AB6129-8FCF-4D41-B1D8-803E61CF34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6" y="3312"/>
              <a:ext cx="246" cy="370"/>
            </a:xfrm>
            <a:custGeom>
              <a:avLst/>
              <a:gdLst>
                <a:gd name="T0" fmla="*/ 0 w 210"/>
                <a:gd name="T1" fmla="*/ 0 h 317"/>
                <a:gd name="T2" fmla="*/ 32 w 210"/>
                <a:gd name="T3" fmla="*/ 56 h 317"/>
                <a:gd name="T4" fmla="*/ 66 w 210"/>
                <a:gd name="T5" fmla="*/ 141 h 317"/>
                <a:gd name="T6" fmla="*/ 143 w 210"/>
                <a:gd name="T7" fmla="*/ 282 h 317"/>
                <a:gd name="T8" fmla="*/ 246 w 210"/>
                <a:gd name="T9" fmla="*/ 402 h 317"/>
                <a:gd name="T10" fmla="*/ 299 w 210"/>
                <a:gd name="T11" fmla="*/ 455 h 317"/>
                <a:gd name="T12" fmla="*/ 337 w 210"/>
                <a:gd name="T13" fmla="*/ 489 h 317"/>
                <a:gd name="T14" fmla="*/ 200 w 210"/>
                <a:gd name="T15" fmla="*/ 503 h 317"/>
                <a:gd name="T16" fmla="*/ 175 w 210"/>
                <a:gd name="T17" fmla="*/ 470 h 317"/>
                <a:gd name="T18" fmla="*/ 131 w 210"/>
                <a:gd name="T19" fmla="*/ 334 h 317"/>
                <a:gd name="T20" fmla="*/ 50 w 210"/>
                <a:gd name="T21" fmla="*/ 132 h 317"/>
                <a:gd name="T22" fmla="*/ 32 w 210"/>
                <a:gd name="T23" fmla="*/ 65 h 317"/>
                <a:gd name="T24" fmla="*/ 8 w 210"/>
                <a:gd name="T25" fmla="*/ 1 h 31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10" h="317">
                  <a:moveTo>
                    <a:pt x="0" y="0"/>
                  </a:moveTo>
                  <a:cubicBezTo>
                    <a:pt x="11" y="2"/>
                    <a:pt x="17" y="25"/>
                    <a:pt x="20" y="35"/>
                  </a:cubicBezTo>
                  <a:cubicBezTo>
                    <a:pt x="27" y="53"/>
                    <a:pt x="33" y="71"/>
                    <a:pt x="41" y="89"/>
                  </a:cubicBezTo>
                  <a:cubicBezTo>
                    <a:pt x="56" y="119"/>
                    <a:pt x="71" y="149"/>
                    <a:pt x="89" y="177"/>
                  </a:cubicBezTo>
                  <a:cubicBezTo>
                    <a:pt x="107" y="205"/>
                    <a:pt x="130" y="229"/>
                    <a:pt x="153" y="253"/>
                  </a:cubicBezTo>
                  <a:cubicBezTo>
                    <a:pt x="164" y="264"/>
                    <a:pt x="174" y="276"/>
                    <a:pt x="186" y="286"/>
                  </a:cubicBezTo>
                  <a:cubicBezTo>
                    <a:pt x="194" y="293"/>
                    <a:pt x="205" y="299"/>
                    <a:pt x="210" y="308"/>
                  </a:cubicBezTo>
                  <a:cubicBezTo>
                    <a:pt x="181" y="308"/>
                    <a:pt x="154" y="315"/>
                    <a:pt x="125" y="316"/>
                  </a:cubicBezTo>
                  <a:cubicBezTo>
                    <a:pt x="107" y="317"/>
                    <a:pt x="110" y="312"/>
                    <a:pt x="108" y="296"/>
                  </a:cubicBezTo>
                  <a:cubicBezTo>
                    <a:pt x="104" y="265"/>
                    <a:pt x="94" y="238"/>
                    <a:pt x="82" y="210"/>
                  </a:cubicBezTo>
                  <a:cubicBezTo>
                    <a:pt x="63" y="168"/>
                    <a:pt x="43" y="128"/>
                    <a:pt x="32" y="83"/>
                  </a:cubicBezTo>
                  <a:cubicBezTo>
                    <a:pt x="29" y="69"/>
                    <a:pt x="24" y="55"/>
                    <a:pt x="20" y="41"/>
                  </a:cubicBezTo>
                  <a:cubicBezTo>
                    <a:pt x="15" y="28"/>
                    <a:pt x="14" y="12"/>
                    <a:pt x="5" y="1"/>
                  </a:cubicBezTo>
                </a:path>
              </a:pathLst>
            </a:custGeom>
            <a:solidFill>
              <a:srgbClr val="E5E4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9979" name="Freeform 369">
              <a:extLst>
                <a:ext uri="{FF2B5EF4-FFF2-40B4-BE49-F238E27FC236}">
                  <a16:creationId xmlns:a16="http://schemas.microsoft.com/office/drawing/2014/main" id="{4C512380-60C7-494D-A8F5-4615E9FAF82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1" y="2985"/>
              <a:ext cx="222" cy="355"/>
            </a:xfrm>
            <a:custGeom>
              <a:avLst/>
              <a:gdLst>
                <a:gd name="T0" fmla="*/ 0 w 190"/>
                <a:gd name="T1" fmla="*/ 0 h 305"/>
                <a:gd name="T2" fmla="*/ 79 w 190"/>
                <a:gd name="T3" fmla="*/ 162 h 305"/>
                <a:gd name="T4" fmla="*/ 192 w 190"/>
                <a:gd name="T5" fmla="*/ 282 h 305"/>
                <a:gd name="T6" fmla="*/ 249 w 190"/>
                <a:gd name="T7" fmla="*/ 347 h 305"/>
                <a:gd name="T8" fmla="*/ 300 w 190"/>
                <a:gd name="T9" fmla="*/ 402 h 305"/>
                <a:gd name="T10" fmla="*/ 275 w 190"/>
                <a:gd name="T11" fmla="*/ 421 h 305"/>
                <a:gd name="T12" fmla="*/ 238 w 190"/>
                <a:gd name="T13" fmla="*/ 481 h 305"/>
                <a:gd name="T14" fmla="*/ 179 w 190"/>
                <a:gd name="T15" fmla="*/ 338 h 305"/>
                <a:gd name="T16" fmla="*/ 140 w 190"/>
                <a:gd name="T17" fmla="*/ 287 h 305"/>
                <a:gd name="T18" fmla="*/ 92 w 190"/>
                <a:gd name="T19" fmla="*/ 210 h 305"/>
                <a:gd name="T20" fmla="*/ 30 w 190"/>
                <a:gd name="T21" fmla="*/ 114 h 305"/>
                <a:gd name="T22" fmla="*/ 2 w 190"/>
                <a:gd name="T23" fmla="*/ 9 h 30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90" h="305">
                  <a:moveTo>
                    <a:pt x="0" y="0"/>
                  </a:moveTo>
                  <a:cubicBezTo>
                    <a:pt x="15" y="36"/>
                    <a:pt x="24" y="72"/>
                    <a:pt x="50" y="102"/>
                  </a:cubicBezTo>
                  <a:cubicBezTo>
                    <a:pt x="73" y="129"/>
                    <a:pt x="99" y="151"/>
                    <a:pt x="120" y="179"/>
                  </a:cubicBezTo>
                  <a:cubicBezTo>
                    <a:pt x="131" y="194"/>
                    <a:pt x="142" y="207"/>
                    <a:pt x="156" y="220"/>
                  </a:cubicBezTo>
                  <a:cubicBezTo>
                    <a:pt x="164" y="227"/>
                    <a:pt x="187" y="242"/>
                    <a:pt x="188" y="254"/>
                  </a:cubicBezTo>
                  <a:cubicBezTo>
                    <a:pt x="190" y="266"/>
                    <a:pt x="180" y="262"/>
                    <a:pt x="172" y="267"/>
                  </a:cubicBezTo>
                  <a:cubicBezTo>
                    <a:pt x="159" y="274"/>
                    <a:pt x="157" y="293"/>
                    <a:pt x="150" y="305"/>
                  </a:cubicBezTo>
                  <a:cubicBezTo>
                    <a:pt x="124" y="290"/>
                    <a:pt x="127" y="239"/>
                    <a:pt x="112" y="214"/>
                  </a:cubicBezTo>
                  <a:cubicBezTo>
                    <a:pt x="105" y="203"/>
                    <a:pt x="96" y="192"/>
                    <a:pt x="88" y="182"/>
                  </a:cubicBezTo>
                  <a:cubicBezTo>
                    <a:pt x="77" y="166"/>
                    <a:pt x="69" y="149"/>
                    <a:pt x="58" y="133"/>
                  </a:cubicBezTo>
                  <a:cubicBezTo>
                    <a:pt x="43" y="113"/>
                    <a:pt x="28" y="96"/>
                    <a:pt x="19" y="72"/>
                  </a:cubicBezTo>
                  <a:cubicBezTo>
                    <a:pt x="11" y="51"/>
                    <a:pt x="8" y="27"/>
                    <a:pt x="2" y="6"/>
                  </a:cubicBezTo>
                </a:path>
              </a:pathLst>
            </a:custGeom>
            <a:solidFill>
              <a:srgbClr val="E5E4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9980" name="Freeform 370">
              <a:extLst>
                <a:ext uri="{FF2B5EF4-FFF2-40B4-BE49-F238E27FC236}">
                  <a16:creationId xmlns:a16="http://schemas.microsoft.com/office/drawing/2014/main" id="{5F425D38-E82A-4786-8F41-89A84FBDA09C}"/>
                </a:ext>
              </a:extLst>
            </p:cNvPr>
            <p:cNvSpPr>
              <a:spLocks/>
            </p:cNvSpPr>
            <p:nvPr/>
          </p:nvSpPr>
          <p:spPr bwMode="auto">
            <a:xfrm>
              <a:off x="925" y="3049"/>
              <a:ext cx="205" cy="37"/>
            </a:xfrm>
            <a:custGeom>
              <a:avLst/>
              <a:gdLst>
                <a:gd name="T0" fmla="*/ 8 w 175"/>
                <a:gd name="T1" fmla="*/ 1 h 32"/>
                <a:gd name="T2" fmla="*/ 170 w 175"/>
                <a:gd name="T3" fmla="*/ 22 h 32"/>
                <a:gd name="T4" fmla="*/ 281 w 175"/>
                <a:gd name="T5" fmla="*/ 0 h 32"/>
                <a:gd name="T6" fmla="*/ 266 w 175"/>
                <a:gd name="T7" fmla="*/ 23 h 32"/>
                <a:gd name="T8" fmla="*/ 235 w 175"/>
                <a:gd name="T9" fmla="*/ 34 h 32"/>
                <a:gd name="T10" fmla="*/ 123 w 175"/>
                <a:gd name="T11" fmla="*/ 40 h 32"/>
                <a:gd name="T12" fmla="*/ 50 w 175"/>
                <a:gd name="T13" fmla="*/ 19 h 32"/>
                <a:gd name="T14" fmla="*/ 0 w 175"/>
                <a:gd name="T15" fmla="*/ 2 h 3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75" h="32">
                  <a:moveTo>
                    <a:pt x="5" y="1"/>
                  </a:moveTo>
                  <a:cubicBezTo>
                    <a:pt x="40" y="6"/>
                    <a:pt x="70" y="17"/>
                    <a:pt x="106" y="14"/>
                  </a:cubicBezTo>
                  <a:cubicBezTo>
                    <a:pt x="129" y="12"/>
                    <a:pt x="154" y="8"/>
                    <a:pt x="175" y="0"/>
                  </a:cubicBezTo>
                  <a:cubicBezTo>
                    <a:pt x="171" y="4"/>
                    <a:pt x="170" y="11"/>
                    <a:pt x="166" y="15"/>
                  </a:cubicBezTo>
                  <a:cubicBezTo>
                    <a:pt x="160" y="22"/>
                    <a:pt x="157" y="20"/>
                    <a:pt x="147" y="22"/>
                  </a:cubicBezTo>
                  <a:cubicBezTo>
                    <a:pt x="124" y="26"/>
                    <a:pt x="102" y="32"/>
                    <a:pt x="77" y="26"/>
                  </a:cubicBezTo>
                  <a:cubicBezTo>
                    <a:pt x="62" y="22"/>
                    <a:pt x="47" y="18"/>
                    <a:pt x="32" y="12"/>
                  </a:cubicBezTo>
                  <a:cubicBezTo>
                    <a:pt x="23" y="9"/>
                    <a:pt x="8" y="2"/>
                    <a:pt x="0" y="2"/>
                  </a:cubicBezTo>
                </a:path>
              </a:pathLst>
            </a:custGeom>
            <a:solidFill>
              <a:srgbClr val="E5E4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9981" name="Freeform 371">
              <a:extLst>
                <a:ext uri="{FF2B5EF4-FFF2-40B4-BE49-F238E27FC236}">
                  <a16:creationId xmlns:a16="http://schemas.microsoft.com/office/drawing/2014/main" id="{DB18E4AE-00B8-4A80-B75B-814DABAC87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5" y="2479"/>
              <a:ext cx="67" cy="181"/>
            </a:xfrm>
            <a:custGeom>
              <a:avLst/>
              <a:gdLst>
                <a:gd name="T0" fmla="*/ 89 w 57"/>
                <a:gd name="T1" fmla="*/ 0 h 155"/>
                <a:gd name="T2" fmla="*/ 54 w 57"/>
                <a:gd name="T3" fmla="*/ 9 h 155"/>
                <a:gd name="T4" fmla="*/ 16 w 57"/>
                <a:gd name="T5" fmla="*/ 18 h 155"/>
                <a:gd name="T6" fmla="*/ 8 w 57"/>
                <a:gd name="T7" fmla="*/ 41 h 155"/>
                <a:gd name="T8" fmla="*/ 8 w 57"/>
                <a:gd name="T9" fmla="*/ 76 h 155"/>
                <a:gd name="T10" fmla="*/ 49 w 57"/>
                <a:gd name="T11" fmla="*/ 149 h 155"/>
                <a:gd name="T12" fmla="*/ 93 w 57"/>
                <a:gd name="T13" fmla="*/ 246 h 155"/>
                <a:gd name="T14" fmla="*/ 65 w 57"/>
                <a:gd name="T15" fmla="*/ 172 h 155"/>
                <a:gd name="T16" fmla="*/ 40 w 57"/>
                <a:gd name="T17" fmla="*/ 104 h 155"/>
                <a:gd name="T18" fmla="*/ 53 w 57"/>
                <a:gd name="T19" fmla="*/ 40 h 155"/>
                <a:gd name="T20" fmla="*/ 83 w 57"/>
                <a:gd name="T21" fmla="*/ 6 h 15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7" h="155">
                  <a:moveTo>
                    <a:pt x="55" y="0"/>
                  </a:moveTo>
                  <a:cubicBezTo>
                    <a:pt x="47" y="0"/>
                    <a:pt x="40" y="4"/>
                    <a:pt x="33" y="6"/>
                  </a:cubicBezTo>
                  <a:cubicBezTo>
                    <a:pt x="26" y="8"/>
                    <a:pt x="17" y="8"/>
                    <a:pt x="10" y="11"/>
                  </a:cubicBezTo>
                  <a:cubicBezTo>
                    <a:pt x="0" y="14"/>
                    <a:pt x="4" y="15"/>
                    <a:pt x="5" y="26"/>
                  </a:cubicBezTo>
                  <a:cubicBezTo>
                    <a:pt x="6" y="33"/>
                    <a:pt x="4" y="41"/>
                    <a:pt x="5" y="48"/>
                  </a:cubicBezTo>
                  <a:cubicBezTo>
                    <a:pt x="9" y="63"/>
                    <a:pt x="23" y="80"/>
                    <a:pt x="31" y="94"/>
                  </a:cubicBezTo>
                  <a:cubicBezTo>
                    <a:pt x="41" y="114"/>
                    <a:pt x="48" y="135"/>
                    <a:pt x="57" y="155"/>
                  </a:cubicBezTo>
                  <a:cubicBezTo>
                    <a:pt x="47" y="143"/>
                    <a:pt x="46" y="123"/>
                    <a:pt x="40" y="108"/>
                  </a:cubicBezTo>
                  <a:cubicBezTo>
                    <a:pt x="34" y="93"/>
                    <a:pt x="27" y="81"/>
                    <a:pt x="25" y="65"/>
                  </a:cubicBezTo>
                  <a:cubicBezTo>
                    <a:pt x="22" y="49"/>
                    <a:pt x="23" y="40"/>
                    <a:pt x="32" y="25"/>
                  </a:cubicBezTo>
                  <a:cubicBezTo>
                    <a:pt x="36" y="19"/>
                    <a:pt x="44" y="3"/>
                    <a:pt x="51" y="3"/>
                  </a:cubicBezTo>
                </a:path>
              </a:pathLst>
            </a:custGeom>
            <a:solidFill>
              <a:srgbClr val="E5E4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9982" name="Freeform 372">
              <a:extLst>
                <a:ext uri="{FF2B5EF4-FFF2-40B4-BE49-F238E27FC236}">
                  <a16:creationId xmlns:a16="http://schemas.microsoft.com/office/drawing/2014/main" id="{8B8EF546-6D48-42E3-A2D7-FF5D6D932AA2}"/>
                </a:ext>
              </a:extLst>
            </p:cNvPr>
            <p:cNvSpPr>
              <a:spLocks/>
            </p:cNvSpPr>
            <p:nvPr/>
          </p:nvSpPr>
          <p:spPr bwMode="auto">
            <a:xfrm>
              <a:off x="855" y="1819"/>
              <a:ext cx="203" cy="75"/>
            </a:xfrm>
            <a:custGeom>
              <a:avLst/>
              <a:gdLst>
                <a:gd name="T0" fmla="*/ 9 w 174"/>
                <a:gd name="T1" fmla="*/ 73 h 64"/>
                <a:gd name="T2" fmla="*/ 182 w 174"/>
                <a:gd name="T3" fmla="*/ 69 h 64"/>
                <a:gd name="T4" fmla="*/ 259 w 174"/>
                <a:gd name="T5" fmla="*/ 1 h 64"/>
                <a:gd name="T6" fmla="*/ 277 w 174"/>
                <a:gd name="T7" fmla="*/ 6 h 64"/>
                <a:gd name="T8" fmla="*/ 242 w 174"/>
                <a:gd name="T9" fmla="*/ 57 h 64"/>
                <a:gd name="T10" fmla="*/ 173 w 174"/>
                <a:gd name="T11" fmla="*/ 87 h 64"/>
                <a:gd name="T12" fmla="*/ 78 w 174"/>
                <a:gd name="T13" fmla="*/ 97 h 64"/>
                <a:gd name="T14" fmla="*/ 8 w 174"/>
                <a:gd name="T15" fmla="*/ 103 h 64"/>
                <a:gd name="T16" fmla="*/ 7 w 174"/>
                <a:gd name="T17" fmla="*/ 75 h 6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74" h="64">
                  <a:moveTo>
                    <a:pt x="6" y="45"/>
                  </a:moveTo>
                  <a:cubicBezTo>
                    <a:pt x="40" y="48"/>
                    <a:pt x="79" y="53"/>
                    <a:pt x="115" y="43"/>
                  </a:cubicBezTo>
                  <a:cubicBezTo>
                    <a:pt x="136" y="38"/>
                    <a:pt x="153" y="19"/>
                    <a:pt x="163" y="1"/>
                  </a:cubicBezTo>
                  <a:cubicBezTo>
                    <a:pt x="167" y="0"/>
                    <a:pt x="170" y="2"/>
                    <a:pt x="174" y="3"/>
                  </a:cubicBezTo>
                  <a:cubicBezTo>
                    <a:pt x="172" y="13"/>
                    <a:pt x="159" y="29"/>
                    <a:pt x="152" y="36"/>
                  </a:cubicBezTo>
                  <a:cubicBezTo>
                    <a:pt x="141" y="48"/>
                    <a:pt x="124" y="50"/>
                    <a:pt x="109" y="54"/>
                  </a:cubicBezTo>
                  <a:cubicBezTo>
                    <a:pt x="90" y="59"/>
                    <a:pt x="68" y="60"/>
                    <a:pt x="49" y="61"/>
                  </a:cubicBezTo>
                  <a:cubicBezTo>
                    <a:pt x="34" y="62"/>
                    <a:pt x="20" y="60"/>
                    <a:pt x="5" y="64"/>
                  </a:cubicBezTo>
                  <a:cubicBezTo>
                    <a:pt x="4" y="59"/>
                    <a:pt x="0" y="53"/>
                    <a:pt x="4" y="47"/>
                  </a:cubicBezTo>
                </a:path>
              </a:pathLst>
            </a:custGeom>
            <a:solidFill>
              <a:srgbClr val="E5E4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9983" name="Freeform 373">
              <a:extLst>
                <a:ext uri="{FF2B5EF4-FFF2-40B4-BE49-F238E27FC236}">
                  <a16:creationId xmlns:a16="http://schemas.microsoft.com/office/drawing/2014/main" id="{FBF2AAA9-94ED-46CC-A3F8-61536AEFFF1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6" y="1810"/>
              <a:ext cx="145" cy="27"/>
            </a:xfrm>
            <a:custGeom>
              <a:avLst/>
              <a:gdLst>
                <a:gd name="T0" fmla="*/ 13 w 124"/>
                <a:gd name="T1" fmla="*/ 2 h 23"/>
                <a:gd name="T2" fmla="*/ 64 w 124"/>
                <a:gd name="T3" fmla="*/ 8 h 23"/>
                <a:gd name="T4" fmla="*/ 119 w 124"/>
                <a:gd name="T5" fmla="*/ 19 h 23"/>
                <a:gd name="T6" fmla="*/ 161 w 124"/>
                <a:gd name="T7" fmla="*/ 21 h 23"/>
                <a:gd name="T8" fmla="*/ 199 w 124"/>
                <a:gd name="T9" fmla="*/ 7 h 23"/>
                <a:gd name="T10" fmla="*/ 168 w 124"/>
                <a:gd name="T11" fmla="*/ 32 h 23"/>
                <a:gd name="T12" fmla="*/ 96 w 124"/>
                <a:gd name="T13" fmla="*/ 36 h 23"/>
                <a:gd name="T14" fmla="*/ 43 w 124"/>
                <a:gd name="T15" fmla="*/ 29 h 23"/>
                <a:gd name="T16" fmla="*/ 0 w 124"/>
                <a:gd name="T17" fmla="*/ 29 h 23"/>
                <a:gd name="T18" fmla="*/ 7 w 124"/>
                <a:gd name="T19" fmla="*/ 11 h 2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4" h="23">
                  <a:moveTo>
                    <a:pt x="8" y="2"/>
                  </a:moveTo>
                  <a:cubicBezTo>
                    <a:pt x="18" y="0"/>
                    <a:pt x="30" y="4"/>
                    <a:pt x="40" y="5"/>
                  </a:cubicBezTo>
                  <a:cubicBezTo>
                    <a:pt x="51" y="7"/>
                    <a:pt x="62" y="10"/>
                    <a:pt x="74" y="12"/>
                  </a:cubicBezTo>
                  <a:cubicBezTo>
                    <a:pt x="82" y="13"/>
                    <a:pt x="93" y="15"/>
                    <a:pt x="101" y="13"/>
                  </a:cubicBezTo>
                  <a:cubicBezTo>
                    <a:pt x="108" y="12"/>
                    <a:pt x="118" y="7"/>
                    <a:pt x="124" y="4"/>
                  </a:cubicBezTo>
                  <a:cubicBezTo>
                    <a:pt x="116" y="13"/>
                    <a:pt x="117" y="19"/>
                    <a:pt x="105" y="20"/>
                  </a:cubicBezTo>
                  <a:cubicBezTo>
                    <a:pt x="90" y="21"/>
                    <a:pt x="75" y="23"/>
                    <a:pt x="60" y="22"/>
                  </a:cubicBezTo>
                  <a:cubicBezTo>
                    <a:pt x="48" y="22"/>
                    <a:pt x="38" y="19"/>
                    <a:pt x="27" y="18"/>
                  </a:cubicBezTo>
                  <a:cubicBezTo>
                    <a:pt x="18" y="17"/>
                    <a:pt x="9" y="19"/>
                    <a:pt x="0" y="18"/>
                  </a:cubicBezTo>
                  <a:cubicBezTo>
                    <a:pt x="2" y="15"/>
                    <a:pt x="3" y="11"/>
                    <a:pt x="4" y="7"/>
                  </a:cubicBezTo>
                </a:path>
              </a:pathLst>
            </a:custGeom>
            <a:solidFill>
              <a:srgbClr val="E5E4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9984" name="Freeform 374">
              <a:extLst>
                <a:ext uri="{FF2B5EF4-FFF2-40B4-BE49-F238E27FC236}">
                  <a16:creationId xmlns:a16="http://schemas.microsoft.com/office/drawing/2014/main" id="{A78297A5-17DA-473F-990C-17E738E7EEAE}"/>
                </a:ext>
              </a:extLst>
            </p:cNvPr>
            <p:cNvSpPr>
              <a:spLocks/>
            </p:cNvSpPr>
            <p:nvPr/>
          </p:nvSpPr>
          <p:spPr bwMode="auto">
            <a:xfrm>
              <a:off x="678" y="1727"/>
              <a:ext cx="307" cy="127"/>
            </a:xfrm>
            <a:custGeom>
              <a:avLst/>
              <a:gdLst>
                <a:gd name="T0" fmla="*/ 0 w 262"/>
                <a:gd name="T1" fmla="*/ 14 h 109"/>
                <a:gd name="T2" fmla="*/ 2 w 262"/>
                <a:gd name="T3" fmla="*/ 14 h 109"/>
                <a:gd name="T4" fmla="*/ 25 w 262"/>
                <a:gd name="T5" fmla="*/ 112 h 109"/>
                <a:gd name="T6" fmla="*/ 75 w 262"/>
                <a:gd name="T7" fmla="*/ 158 h 109"/>
                <a:gd name="T8" fmla="*/ 255 w 262"/>
                <a:gd name="T9" fmla="*/ 160 h 109"/>
                <a:gd name="T10" fmla="*/ 394 w 262"/>
                <a:gd name="T11" fmla="*/ 165 h 109"/>
                <a:gd name="T12" fmla="*/ 422 w 262"/>
                <a:gd name="T13" fmla="*/ 164 h 109"/>
                <a:gd name="T14" fmla="*/ 403 w 262"/>
                <a:gd name="T15" fmla="*/ 130 h 109"/>
                <a:gd name="T16" fmla="*/ 395 w 262"/>
                <a:gd name="T17" fmla="*/ 80 h 109"/>
                <a:gd name="T18" fmla="*/ 410 w 262"/>
                <a:gd name="T19" fmla="*/ 0 h 109"/>
                <a:gd name="T20" fmla="*/ 303 w 262"/>
                <a:gd name="T21" fmla="*/ 35 h 109"/>
                <a:gd name="T22" fmla="*/ 130 w 262"/>
                <a:gd name="T23" fmla="*/ 33 h 109"/>
                <a:gd name="T24" fmla="*/ 63 w 262"/>
                <a:gd name="T25" fmla="*/ 27 h 109"/>
                <a:gd name="T26" fmla="*/ 15 w 262"/>
                <a:gd name="T27" fmla="*/ 17 h 109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62" h="109">
                  <a:moveTo>
                    <a:pt x="0" y="9"/>
                  </a:moveTo>
                  <a:cubicBezTo>
                    <a:pt x="0" y="9"/>
                    <a:pt x="1" y="9"/>
                    <a:pt x="2" y="9"/>
                  </a:cubicBezTo>
                  <a:cubicBezTo>
                    <a:pt x="8" y="29"/>
                    <a:pt x="8" y="50"/>
                    <a:pt x="15" y="70"/>
                  </a:cubicBezTo>
                  <a:cubicBezTo>
                    <a:pt x="20" y="85"/>
                    <a:pt x="29" y="99"/>
                    <a:pt x="47" y="100"/>
                  </a:cubicBezTo>
                  <a:cubicBezTo>
                    <a:pt x="84" y="102"/>
                    <a:pt x="122" y="96"/>
                    <a:pt x="159" y="101"/>
                  </a:cubicBezTo>
                  <a:cubicBezTo>
                    <a:pt x="188" y="105"/>
                    <a:pt x="216" y="109"/>
                    <a:pt x="245" y="105"/>
                  </a:cubicBezTo>
                  <a:cubicBezTo>
                    <a:pt x="250" y="104"/>
                    <a:pt x="257" y="102"/>
                    <a:pt x="262" y="104"/>
                  </a:cubicBezTo>
                  <a:cubicBezTo>
                    <a:pt x="260" y="96"/>
                    <a:pt x="254" y="89"/>
                    <a:pt x="251" y="82"/>
                  </a:cubicBezTo>
                  <a:cubicBezTo>
                    <a:pt x="246" y="72"/>
                    <a:pt x="245" y="62"/>
                    <a:pt x="246" y="51"/>
                  </a:cubicBezTo>
                  <a:cubicBezTo>
                    <a:pt x="247" y="33"/>
                    <a:pt x="252" y="18"/>
                    <a:pt x="255" y="0"/>
                  </a:cubicBezTo>
                  <a:cubicBezTo>
                    <a:pt x="240" y="18"/>
                    <a:pt x="211" y="21"/>
                    <a:pt x="189" y="22"/>
                  </a:cubicBezTo>
                  <a:cubicBezTo>
                    <a:pt x="152" y="25"/>
                    <a:pt x="117" y="22"/>
                    <a:pt x="81" y="21"/>
                  </a:cubicBezTo>
                  <a:cubicBezTo>
                    <a:pt x="67" y="21"/>
                    <a:pt x="53" y="18"/>
                    <a:pt x="39" y="17"/>
                  </a:cubicBezTo>
                  <a:cubicBezTo>
                    <a:pt x="30" y="16"/>
                    <a:pt x="16" y="17"/>
                    <a:pt x="9" y="11"/>
                  </a:cubicBezTo>
                </a:path>
              </a:pathLst>
            </a:custGeom>
            <a:solidFill>
              <a:srgbClr val="E5E4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9985" name="Freeform 375">
              <a:extLst>
                <a:ext uri="{FF2B5EF4-FFF2-40B4-BE49-F238E27FC236}">
                  <a16:creationId xmlns:a16="http://schemas.microsoft.com/office/drawing/2014/main" id="{410EF29A-D576-4799-A47D-50592AB272E2}"/>
                </a:ext>
              </a:extLst>
            </p:cNvPr>
            <p:cNvSpPr>
              <a:spLocks/>
            </p:cNvSpPr>
            <p:nvPr/>
          </p:nvSpPr>
          <p:spPr bwMode="auto">
            <a:xfrm>
              <a:off x="796" y="1496"/>
              <a:ext cx="118" cy="124"/>
            </a:xfrm>
            <a:custGeom>
              <a:avLst/>
              <a:gdLst>
                <a:gd name="T0" fmla="*/ 19 w 101"/>
                <a:gd name="T1" fmla="*/ 2 h 106"/>
                <a:gd name="T2" fmla="*/ 7 w 101"/>
                <a:gd name="T3" fmla="*/ 8 h 106"/>
                <a:gd name="T4" fmla="*/ 19 w 101"/>
                <a:gd name="T5" fmla="*/ 30 h 106"/>
                <a:gd name="T6" fmla="*/ 82 w 101"/>
                <a:gd name="T7" fmla="*/ 78 h 106"/>
                <a:gd name="T8" fmla="*/ 130 w 101"/>
                <a:gd name="T9" fmla="*/ 119 h 106"/>
                <a:gd name="T10" fmla="*/ 161 w 101"/>
                <a:gd name="T11" fmla="*/ 170 h 106"/>
                <a:gd name="T12" fmla="*/ 133 w 101"/>
                <a:gd name="T13" fmla="*/ 104 h 106"/>
                <a:gd name="T14" fmla="*/ 91 w 101"/>
                <a:gd name="T15" fmla="*/ 56 h 106"/>
                <a:gd name="T16" fmla="*/ 16 w 101"/>
                <a:gd name="T17" fmla="*/ 1 h 10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1" h="106">
                  <a:moveTo>
                    <a:pt x="12" y="2"/>
                  </a:moveTo>
                  <a:cubicBezTo>
                    <a:pt x="7" y="0"/>
                    <a:pt x="5" y="1"/>
                    <a:pt x="4" y="5"/>
                  </a:cubicBezTo>
                  <a:cubicBezTo>
                    <a:pt x="0" y="11"/>
                    <a:pt x="7" y="15"/>
                    <a:pt x="12" y="19"/>
                  </a:cubicBezTo>
                  <a:cubicBezTo>
                    <a:pt x="24" y="30"/>
                    <a:pt x="38" y="39"/>
                    <a:pt x="51" y="49"/>
                  </a:cubicBezTo>
                  <a:cubicBezTo>
                    <a:pt x="61" y="57"/>
                    <a:pt x="73" y="64"/>
                    <a:pt x="81" y="74"/>
                  </a:cubicBezTo>
                  <a:cubicBezTo>
                    <a:pt x="90" y="83"/>
                    <a:pt x="94" y="95"/>
                    <a:pt x="101" y="106"/>
                  </a:cubicBezTo>
                  <a:cubicBezTo>
                    <a:pt x="96" y="91"/>
                    <a:pt x="94" y="78"/>
                    <a:pt x="84" y="65"/>
                  </a:cubicBezTo>
                  <a:cubicBezTo>
                    <a:pt x="76" y="54"/>
                    <a:pt x="66" y="43"/>
                    <a:pt x="57" y="35"/>
                  </a:cubicBezTo>
                  <a:cubicBezTo>
                    <a:pt x="44" y="23"/>
                    <a:pt x="16" y="18"/>
                    <a:pt x="10" y="1"/>
                  </a:cubicBezTo>
                </a:path>
              </a:pathLst>
            </a:custGeom>
            <a:solidFill>
              <a:srgbClr val="E5E4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9986" name="Freeform 376">
              <a:extLst>
                <a:ext uri="{FF2B5EF4-FFF2-40B4-BE49-F238E27FC236}">
                  <a16:creationId xmlns:a16="http://schemas.microsoft.com/office/drawing/2014/main" id="{270BBCCE-9096-4AD3-82DA-2B7CEA45FD58}"/>
                </a:ext>
              </a:extLst>
            </p:cNvPr>
            <p:cNvSpPr>
              <a:spLocks/>
            </p:cNvSpPr>
            <p:nvPr/>
          </p:nvSpPr>
          <p:spPr bwMode="auto">
            <a:xfrm>
              <a:off x="891" y="1291"/>
              <a:ext cx="16" cy="187"/>
            </a:xfrm>
            <a:custGeom>
              <a:avLst/>
              <a:gdLst>
                <a:gd name="T0" fmla="*/ 9 w 14"/>
                <a:gd name="T1" fmla="*/ 0 h 160"/>
                <a:gd name="T2" fmla="*/ 13 w 14"/>
                <a:gd name="T3" fmla="*/ 83 h 160"/>
                <a:gd name="T4" fmla="*/ 11 w 14"/>
                <a:gd name="T5" fmla="*/ 159 h 160"/>
                <a:gd name="T6" fmla="*/ 21 w 14"/>
                <a:gd name="T7" fmla="*/ 205 h 160"/>
                <a:gd name="T8" fmla="*/ 17 w 14"/>
                <a:gd name="T9" fmla="*/ 256 h 160"/>
                <a:gd name="T10" fmla="*/ 0 w 14"/>
                <a:gd name="T11" fmla="*/ 132 h 160"/>
                <a:gd name="T12" fmla="*/ 9 w 14"/>
                <a:gd name="T13" fmla="*/ 56 h 160"/>
                <a:gd name="T14" fmla="*/ 19 w 14"/>
                <a:gd name="T15" fmla="*/ 13 h 16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4" h="160">
                  <a:moveTo>
                    <a:pt x="6" y="0"/>
                  </a:moveTo>
                  <a:cubicBezTo>
                    <a:pt x="14" y="15"/>
                    <a:pt x="10" y="36"/>
                    <a:pt x="9" y="52"/>
                  </a:cubicBezTo>
                  <a:cubicBezTo>
                    <a:pt x="7" y="67"/>
                    <a:pt x="6" y="83"/>
                    <a:pt x="8" y="99"/>
                  </a:cubicBezTo>
                  <a:cubicBezTo>
                    <a:pt x="10" y="108"/>
                    <a:pt x="13" y="118"/>
                    <a:pt x="14" y="128"/>
                  </a:cubicBezTo>
                  <a:cubicBezTo>
                    <a:pt x="14" y="139"/>
                    <a:pt x="12" y="149"/>
                    <a:pt x="11" y="160"/>
                  </a:cubicBezTo>
                  <a:cubicBezTo>
                    <a:pt x="7" y="135"/>
                    <a:pt x="0" y="108"/>
                    <a:pt x="0" y="83"/>
                  </a:cubicBezTo>
                  <a:cubicBezTo>
                    <a:pt x="0" y="67"/>
                    <a:pt x="4" y="51"/>
                    <a:pt x="6" y="35"/>
                  </a:cubicBezTo>
                  <a:cubicBezTo>
                    <a:pt x="8" y="26"/>
                    <a:pt x="14" y="16"/>
                    <a:pt x="13" y="8"/>
                  </a:cubicBezTo>
                </a:path>
              </a:pathLst>
            </a:custGeom>
            <a:solidFill>
              <a:srgbClr val="E5E4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9987" name="Freeform 377">
              <a:extLst>
                <a:ext uri="{FF2B5EF4-FFF2-40B4-BE49-F238E27FC236}">
                  <a16:creationId xmlns:a16="http://schemas.microsoft.com/office/drawing/2014/main" id="{6B1CDF7C-F151-4495-837A-1BAA4FADE28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9" y="1530"/>
              <a:ext cx="66" cy="790"/>
            </a:xfrm>
            <a:custGeom>
              <a:avLst/>
              <a:gdLst>
                <a:gd name="T0" fmla="*/ 14 w 57"/>
                <a:gd name="T1" fmla="*/ 3 h 678"/>
                <a:gd name="T2" fmla="*/ 9 w 57"/>
                <a:gd name="T3" fmla="*/ 93 h 678"/>
                <a:gd name="T4" fmla="*/ 12 w 57"/>
                <a:gd name="T5" fmla="*/ 203 h 678"/>
                <a:gd name="T6" fmla="*/ 17 w 57"/>
                <a:gd name="T7" fmla="*/ 334 h 678"/>
                <a:gd name="T8" fmla="*/ 10 w 57"/>
                <a:gd name="T9" fmla="*/ 556 h 678"/>
                <a:gd name="T10" fmla="*/ 37 w 57"/>
                <a:gd name="T11" fmla="*/ 993 h 678"/>
                <a:gd name="T12" fmla="*/ 34 w 57"/>
                <a:gd name="T13" fmla="*/ 1073 h 678"/>
                <a:gd name="T14" fmla="*/ 87 w 57"/>
                <a:gd name="T15" fmla="*/ 1053 h 678"/>
                <a:gd name="T16" fmla="*/ 69 w 57"/>
                <a:gd name="T17" fmla="*/ 1000 h 678"/>
                <a:gd name="T18" fmla="*/ 69 w 57"/>
                <a:gd name="T19" fmla="*/ 879 h 678"/>
                <a:gd name="T20" fmla="*/ 75 w 57"/>
                <a:gd name="T21" fmla="*/ 671 h 678"/>
                <a:gd name="T22" fmla="*/ 66 w 57"/>
                <a:gd name="T23" fmla="*/ 597 h 678"/>
                <a:gd name="T24" fmla="*/ 49 w 57"/>
                <a:gd name="T25" fmla="*/ 527 h 678"/>
                <a:gd name="T26" fmla="*/ 66 w 57"/>
                <a:gd name="T27" fmla="*/ 383 h 678"/>
                <a:gd name="T28" fmla="*/ 51 w 57"/>
                <a:gd name="T29" fmla="*/ 323 h 678"/>
                <a:gd name="T30" fmla="*/ 39 w 57"/>
                <a:gd name="T31" fmla="*/ 287 h 678"/>
                <a:gd name="T32" fmla="*/ 41 w 57"/>
                <a:gd name="T33" fmla="*/ 224 h 678"/>
                <a:gd name="T34" fmla="*/ 22 w 57"/>
                <a:gd name="T35" fmla="*/ 0 h 678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57" h="678">
                  <a:moveTo>
                    <a:pt x="9" y="3"/>
                  </a:moveTo>
                  <a:cubicBezTo>
                    <a:pt x="0" y="16"/>
                    <a:pt x="6" y="44"/>
                    <a:pt x="6" y="59"/>
                  </a:cubicBezTo>
                  <a:cubicBezTo>
                    <a:pt x="6" y="82"/>
                    <a:pt x="6" y="105"/>
                    <a:pt x="8" y="128"/>
                  </a:cubicBezTo>
                  <a:cubicBezTo>
                    <a:pt x="10" y="155"/>
                    <a:pt x="11" y="183"/>
                    <a:pt x="11" y="211"/>
                  </a:cubicBezTo>
                  <a:cubicBezTo>
                    <a:pt x="11" y="259"/>
                    <a:pt x="3" y="302"/>
                    <a:pt x="7" y="351"/>
                  </a:cubicBezTo>
                  <a:cubicBezTo>
                    <a:pt x="14" y="443"/>
                    <a:pt x="28" y="534"/>
                    <a:pt x="24" y="627"/>
                  </a:cubicBezTo>
                  <a:cubicBezTo>
                    <a:pt x="24" y="642"/>
                    <a:pt x="29" y="665"/>
                    <a:pt x="22" y="678"/>
                  </a:cubicBezTo>
                  <a:cubicBezTo>
                    <a:pt x="32" y="669"/>
                    <a:pt x="41" y="662"/>
                    <a:pt x="56" y="666"/>
                  </a:cubicBezTo>
                  <a:cubicBezTo>
                    <a:pt x="56" y="655"/>
                    <a:pt x="48" y="644"/>
                    <a:pt x="45" y="632"/>
                  </a:cubicBezTo>
                  <a:cubicBezTo>
                    <a:pt x="41" y="608"/>
                    <a:pt x="44" y="580"/>
                    <a:pt x="45" y="555"/>
                  </a:cubicBezTo>
                  <a:cubicBezTo>
                    <a:pt x="49" y="512"/>
                    <a:pt x="57" y="465"/>
                    <a:pt x="48" y="424"/>
                  </a:cubicBezTo>
                  <a:cubicBezTo>
                    <a:pt x="45" y="408"/>
                    <a:pt x="46" y="393"/>
                    <a:pt x="42" y="377"/>
                  </a:cubicBezTo>
                  <a:cubicBezTo>
                    <a:pt x="39" y="362"/>
                    <a:pt x="33" y="348"/>
                    <a:pt x="31" y="333"/>
                  </a:cubicBezTo>
                  <a:cubicBezTo>
                    <a:pt x="26" y="306"/>
                    <a:pt x="23" y="263"/>
                    <a:pt x="42" y="242"/>
                  </a:cubicBezTo>
                  <a:cubicBezTo>
                    <a:pt x="25" y="233"/>
                    <a:pt x="36" y="220"/>
                    <a:pt x="33" y="204"/>
                  </a:cubicBezTo>
                  <a:cubicBezTo>
                    <a:pt x="32" y="196"/>
                    <a:pt x="27" y="190"/>
                    <a:pt x="25" y="181"/>
                  </a:cubicBezTo>
                  <a:cubicBezTo>
                    <a:pt x="23" y="168"/>
                    <a:pt x="26" y="155"/>
                    <a:pt x="26" y="142"/>
                  </a:cubicBezTo>
                  <a:cubicBezTo>
                    <a:pt x="26" y="94"/>
                    <a:pt x="11" y="47"/>
                    <a:pt x="14" y="0"/>
                  </a:cubicBezTo>
                </a:path>
              </a:pathLst>
            </a:custGeom>
            <a:solidFill>
              <a:srgbClr val="E5E4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9988" name="Freeform 378">
              <a:extLst>
                <a:ext uri="{FF2B5EF4-FFF2-40B4-BE49-F238E27FC236}">
                  <a16:creationId xmlns:a16="http://schemas.microsoft.com/office/drawing/2014/main" id="{6D65DA8A-1A7F-4AAE-AAD4-47716238F3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6" y="2315"/>
              <a:ext cx="53" cy="53"/>
            </a:xfrm>
            <a:custGeom>
              <a:avLst/>
              <a:gdLst>
                <a:gd name="T0" fmla="*/ 73 w 45"/>
                <a:gd name="T1" fmla="*/ 0 h 46"/>
                <a:gd name="T2" fmla="*/ 25 w 45"/>
                <a:gd name="T3" fmla="*/ 28 h 46"/>
                <a:gd name="T4" fmla="*/ 13 w 45"/>
                <a:gd name="T5" fmla="*/ 62 h 46"/>
                <a:gd name="T6" fmla="*/ 58 w 45"/>
                <a:gd name="T7" fmla="*/ 68 h 46"/>
                <a:gd name="T8" fmla="*/ 71 w 45"/>
                <a:gd name="T9" fmla="*/ 60 h 46"/>
                <a:gd name="T10" fmla="*/ 73 w 45"/>
                <a:gd name="T11" fmla="*/ 16 h 46"/>
                <a:gd name="T12" fmla="*/ 73 w 45"/>
                <a:gd name="T13" fmla="*/ 3 h 4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5" h="46">
                  <a:moveTo>
                    <a:pt x="45" y="0"/>
                  </a:moveTo>
                  <a:cubicBezTo>
                    <a:pt x="33" y="5"/>
                    <a:pt x="23" y="9"/>
                    <a:pt x="15" y="18"/>
                  </a:cubicBezTo>
                  <a:cubicBezTo>
                    <a:pt x="10" y="23"/>
                    <a:pt x="0" y="35"/>
                    <a:pt x="8" y="41"/>
                  </a:cubicBezTo>
                  <a:cubicBezTo>
                    <a:pt x="15" y="46"/>
                    <a:pt x="28" y="45"/>
                    <a:pt x="36" y="44"/>
                  </a:cubicBezTo>
                  <a:cubicBezTo>
                    <a:pt x="40" y="43"/>
                    <a:pt x="43" y="44"/>
                    <a:pt x="43" y="39"/>
                  </a:cubicBezTo>
                  <a:cubicBezTo>
                    <a:pt x="44" y="30"/>
                    <a:pt x="44" y="19"/>
                    <a:pt x="45" y="10"/>
                  </a:cubicBezTo>
                  <a:cubicBezTo>
                    <a:pt x="45" y="8"/>
                    <a:pt x="45" y="5"/>
                    <a:pt x="45" y="3"/>
                  </a:cubicBezTo>
                </a:path>
              </a:pathLst>
            </a:custGeom>
            <a:solidFill>
              <a:srgbClr val="E5E4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9989" name="Freeform 379">
              <a:extLst>
                <a:ext uri="{FF2B5EF4-FFF2-40B4-BE49-F238E27FC236}">
                  <a16:creationId xmlns:a16="http://schemas.microsoft.com/office/drawing/2014/main" id="{E7D3DC15-FB41-4898-BF4A-A5ECC3DD74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3" y="2099"/>
              <a:ext cx="156" cy="529"/>
            </a:xfrm>
            <a:custGeom>
              <a:avLst/>
              <a:gdLst>
                <a:gd name="T0" fmla="*/ 6 w 133"/>
                <a:gd name="T1" fmla="*/ 0 h 454"/>
                <a:gd name="T2" fmla="*/ 41 w 133"/>
                <a:gd name="T3" fmla="*/ 240 h 454"/>
                <a:gd name="T4" fmla="*/ 109 w 133"/>
                <a:gd name="T5" fmla="*/ 429 h 454"/>
                <a:gd name="T6" fmla="*/ 215 w 133"/>
                <a:gd name="T7" fmla="*/ 718 h 454"/>
                <a:gd name="T8" fmla="*/ 129 w 133"/>
                <a:gd name="T9" fmla="*/ 519 h 454"/>
                <a:gd name="T10" fmla="*/ 46 w 133"/>
                <a:gd name="T11" fmla="*/ 362 h 454"/>
                <a:gd name="T12" fmla="*/ 0 w 133"/>
                <a:gd name="T13" fmla="*/ 0 h 45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3" h="454">
                  <a:moveTo>
                    <a:pt x="3" y="0"/>
                  </a:moveTo>
                  <a:cubicBezTo>
                    <a:pt x="16" y="49"/>
                    <a:pt x="13" y="102"/>
                    <a:pt x="26" y="152"/>
                  </a:cubicBezTo>
                  <a:cubicBezTo>
                    <a:pt x="37" y="193"/>
                    <a:pt x="48" y="233"/>
                    <a:pt x="67" y="271"/>
                  </a:cubicBezTo>
                  <a:cubicBezTo>
                    <a:pt x="97" y="332"/>
                    <a:pt x="111" y="391"/>
                    <a:pt x="133" y="454"/>
                  </a:cubicBezTo>
                  <a:cubicBezTo>
                    <a:pt x="103" y="417"/>
                    <a:pt x="100" y="369"/>
                    <a:pt x="80" y="328"/>
                  </a:cubicBezTo>
                  <a:cubicBezTo>
                    <a:pt x="63" y="293"/>
                    <a:pt x="40" y="266"/>
                    <a:pt x="28" y="229"/>
                  </a:cubicBezTo>
                  <a:cubicBezTo>
                    <a:pt x="4" y="161"/>
                    <a:pt x="1" y="72"/>
                    <a:pt x="0" y="0"/>
                  </a:cubicBezTo>
                </a:path>
              </a:pathLst>
            </a:custGeom>
            <a:solidFill>
              <a:srgbClr val="E5E4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9990" name="Freeform 380">
              <a:extLst>
                <a:ext uri="{FF2B5EF4-FFF2-40B4-BE49-F238E27FC236}">
                  <a16:creationId xmlns:a16="http://schemas.microsoft.com/office/drawing/2014/main" id="{577A080D-D1C2-4ADC-957D-623B46AE114F}"/>
                </a:ext>
              </a:extLst>
            </p:cNvPr>
            <p:cNvSpPr>
              <a:spLocks/>
            </p:cNvSpPr>
            <p:nvPr/>
          </p:nvSpPr>
          <p:spPr bwMode="auto">
            <a:xfrm>
              <a:off x="831" y="1994"/>
              <a:ext cx="201" cy="645"/>
            </a:xfrm>
            <a:custGeom>
              <a:avLst/>
              <a:gdLst>
                <a:gd name="T0" fmla="*/ 103 w 171"/>
                <a:gd name="T1" fmla="*/ 61 h 553"/>
                <a:gd name="T2" fmla="*/ 212 w 171"/>
                <a:gd name="T3" fmla="*/ 533 h 553"/>
                <a:gd name="T4" fmla="*/ 276 w 171"/>
                <a:gd name="T5" fmla="*/ 877 h 553"/>
                <a:gd name="T6" fmla="*/ 220 w 171"/>
                <a:gd name="T7" fmla="*/ 640 h 553"/>
                <a:gd name="T8" fmla="*/ 103 w 171"/>
                <a:gd name="T9" fmla="*/ 394 h 553"/>
                <a:gd name="T10" fmla="*/ 13 w 171"/>
                <a:gd name="T11" fmla="*/ 232 h 553"/>
                <a:gd name="T12" fmla="*/ 65 w 171"/>
                <a:gd name="T13" fmla="*/ 0 h 553"/>
                <a:gd name="T14" fmla="*/ 78 w 171"/>
                <a:gd name="T15" fmla="*/ 8 h 55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71" h="553">
                  <a:moveTo>
                    <a:pt x="64" y="39"/>
                  </a:moveTo>
                  <a:cubicBezTo>
                    <a:pt x="32" y="139"/>
                    <a:pt x="100" y="245"/>
                    <a:pt x="130" y="336"/>
                  </a:cubicBezTo>
                  <a:cubicBezTo>
                    <a:pt x="152" y="405"/>
                    <a:pt x="171" y="480"/>
                    <a:pt x="170" y="553"/>
                  </a:cubicBezTo>
                  <a:cubicBezTo>
                    <a:pt x="150" y="511"/>
                    <a:pt x="151" y="450"/>
                    <a:pt x="135" y="404"/>
                  </a:cubicBezTo>
                  <a:cubicBezTo>
                    <a:pt x="117" y="352"/>
                    <a:pt x="92" y="297"/>
                    <a:pt x="64" y="249"/>
                  </a:cubicBezTo>
                  <a:cubicBezTo>
                    <a:pt x="44" y="216"/>
                    <a:pt x="14" y="185"/>
                    <a:pt x="8" y="147"/>
                  </a:cubicBezTo>
                  <a:cubicBezTo>
                    <a:pt x="0" y="103"/>
                    <a:pt x="5" y="29"/>
                    <a:pt x="40" y="0"/>
                  </a:cubicBezTo>
                  <a:cubicBezTo>
                    <a:pt x="43" y="1"/>
                    <a:pt x="45" y="2"/>
                    <a:pt x="48" y="5"/>
                  </a:cubicBezTo>
                </a:path>
              </a:pathLst>
            </a:custGeom>
            <a:solidFill>
              <a:srgbClr val="E5E4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9991" name="Freeform 381">
              <a:extLst>
                <a:ext uri="{FF2B5EF4-FFF2-40B4-BE49-F238E27FC236}">
                  <a16:creationId xmlns:a16="http://schemas.microsoft.com/office/drawing/2014/main" id="{A6B16452-F2A8-4379-879A-A17E2AE7BC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6" y="3730"/>
              <a:ext cx="172" cy="68"/>
            </a:xfrm>
            <a:custGeom>
              <a:avLst/>
              <a:gdLst>
                <a:gd name="T0" fmla="*/ 231 w 147"/>
                <a:gd name="T1" fmla="*/ 50 h 59"/>
                <a:gd name="T2" fmla="*/ 200 w 147"/>
                <a:gd name="T3" fmla="*/ 37 h 59"/>
                <a:gd name="T4" fmla="*/ 158 w 147"/>
                <a:gd name="T5" fmla="*/ 20 h 59"/>
                <a:gd name="T6" fmla="*/ 83 w 147"/>
                <a:gd name="T7" fmla="*/ 20 h 59"/>
                <a:gd name="T8" fmla="*/ 0 w 147"/>
                <a:gd name="T9" fmla="*/ 0 h 59"/>
                <a:gd name="T10" fmla="*/ 19 w 147"/>
                <a:gd name="T11" fmla="*/ 52 h 59"/>
                <a:gd name="T12" fmla="*/ 64 w 147"/>
                <a:gd name="T13" fmla="*/ 71 h 59"/>
                <a:gd name="T14" fmla="*/ 122 w 147"/>
                <a:gd name="T15" fmla="*/ 82 h 59"/>
                <a:gd name="T16" fmla="*/ 170 w 147"/>
                <a:gd name="T17" fmla="*/ 90 h 59"/>
                <a:gd name="T18" fmla="*/ 201 w 147"/>
                <a:gd name="T19" fmla="*/ 71 h 59"/>
                <a:gd name="T20" fmla="*/ 235 w 147"/>
                <a:gd name="T21" fmla="*/ 51 h 5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47" h="59">
                  <a:moveTo>
                    <a:pt x="144" y="32"/>
                  </a:moveTo>
                  <a:cubicBezTo>
                    <a:pt x="140" y="27"/>
                    <a:pt x="131" y="26"/>
                    <a:pt x="125" y="24"/>
                  </a:cubicBezTo>
                  <a:cubicBezTo>
                    <a:pt x="116" y="20"/>
                    <a:pt x="108" y="16"/>
                    <a:pt x="98" y="13"/>
                  </a:cubicBezTo>
                  <a:cubicBezTo>
                    <a:pt x="84" y="9"/>
                    <a:pt x="67" y="11"/>
                    <a:pt x="52" y="13"/>
                  </a:cubicBezTo>
                  <a:cubicBezTo>
                    <a:pt x="32" y="16"/>
                    <a:pt x="11" y="18"/>
                    <a:pt x="0" y="0"/>
                  </a:cubicBezTo>
                  <a:cubicBezTo>
                    <a:pt x="4" y="12"/>
                    <a:pt x="4" y="24"/>
                    <a:pt x="12" y="34"/>
                  </a:cubicBezTo>
                  <a:cubicBezTo>
                    <a:pt x="19" y="43"/>
                    <a:pt x="30" y="44"/>
                    <a:pt x="40" y="47"/>
                  </a:cubicBezTo>
                  <a:cubicBezTo>
                    <a:pt x="52" y="50"/>
                    <a:pt x="64" y="53"/>
                    <a:pt x="76" y="54"/>
                  </a:cubicBezTo>
                  <a:cubicBezTo>
                    <a:pt x="86" y="54"/>
                    <a:pt x="96" y="59"/>
                    <a:pt x="106" y="59"/>
                  </a:cubicBezTo>
                  <a:cubicBezTo>
                    <a:pt x="113" y="59"/>
                    <a:pt x="120" y="51"/>
                    <a:pt x="126" y="47"/>
                  </a:cubicBezTo>
                  <a:cubicBezTo>
                    <a:pt x="132" y="41"/>
                    <a:pt x="140" y="36"/>
                    <a:pt x="147" y="33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9992" name="Freeform 382">
              <a:extLst>
                <a:ext uri="{FF2B5EF4-FFF2-40B4-BE49-F238E27FC236}">
                  <a16:creationId xmlns:a16="http://schemas.microsoft.com/office/drawing/2014/main" id="{B16638E7-D665-4FF4-A315-E7ECF1F52C7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4" y="3690"/>
              <a:ext cx="50" cy="58"/>
            </a:xfrm>
            <a:custGeom>
              <a:avLst/>
              <a:gdLst>
                <a:gd name="T0" fmla="*/ 65 w 43"/>
                <a:gd name="T1" fmla="*/ 2 h 50"/>
                <a:gd name="T2" fmla="*/ 65 w 43"/>
                <a:gd name="T3" fmla="*/ 9 h 50"/>
                <a:gd name="T4" fmla="*/ 66 w 43"/>
                <a:gd name="T5" fmla="*/ 20 h 50"/>
                <a:gd name="T6" fmla="*/ 66 w 43"/>
                <a:gd name="T7" fmla="*/ 37 h 50"/>
                <a:gd name="T8" fmla="*/ 48 w 43"/>
                <a:gd name="T9" fmla="*/ 61 h 50"/>
                <a:gd name="T10" fmla="*/ 36 w 43"/>
                <a:gd name="T11" fmla="*/ 78 h 50"/>
                <a:gd name="T12" fmla="*/ 0 w 43"/>
                <a:gd name="T13" fmla="*/ 56 h 50"/>
                <a:gd name="T14" fmla="*/ 48 w 43"/>
                <a:gd name="T15" fmla="*/ 35 h 50"/>
                <a:gd name="T16" fmla="*/ 64 w 43"/>
                <a:gd name="T17" fmla="*/ 3 h 5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3" h="50">
                  <a:moveTo>
                    <a:pt x="41" y="2"/>
                  </a:moveTo>
                  <a:cubicBezTo>
                    <a:pt x="41" y="0"/>
                    <a:pt x="41" y="5"/>
                    <a:pt x="41" y="6"/>
                  </a:cubicBezTo>
                  <a:cubicBezTo>
                    <a:pt x="42" y="8"/>
                    <a:pt x="42" y="10"/>
                    <a:pt x="42" y="13"/>
                  </a:cubicBezTo>
                  <a:cubicBezTo>
                    <a:pt x="43" y="16"/>
                    <a:pt x="43" y="20"/>
                    <a:pt x="42" y="24"/>
                  </a:cubicBezTo>
                  <a:cubicBezTo>
                    <a:pt x="41" y="30"/>
                    <a:pt x="36" y="37"/>
                    <a:pt x="30" y="40"/>
                  </a:cubicBezTo>
                  <a:cubicBezTo>
                    <a:pt x="29" y="44"/>
                    <a:pt x="26" y="47"/>
                    <a:pt x="23" y="50"/>
                  </a:cubicBezTo>
                  <a:cubicBezTo>
                    <a:pt x="14" y="47"/>
                    <a:pt x="7" y="42"/>
                    <a:pt x="0" y="35"/>
                  </a:cubicBezTo>
                  <a:cubicBezTo>
                    <a:pt x="10" y="36"/>
                    <a:pt x="24" y="29"/>
                    <a:pt x="30" y="22"/>
                  </a:cubicBezTo>
                  <a:cubicBezTo>
                    <a:pt x="35" y="17"/>
                    <a:pt x="38" y="9"/>
                    <a:pt x="40" y="3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</p:grpSp>
      <p:grpSp>
        <p:nvGrpSpPr>
          <p:cNvPr id="59395" name="male-doctor-in-lab-coat">
            <a:extLst>
              <a:ext uri="{FF2B5EF4-FFF2-40B4-BE49-F238E27FC236}">
                <a16:creationId xmlns:a16="http://schemas.microsoft.com/office/drawing/2014/main" id="{00B478DA-96F1-48AE-B4A4-4321FCFDEC8B}"/>
              </a:ext>
            </a:extLst>
          </p:cNvPr>
          <p:cNvGrpSpPr>
            <a:grpSpLocks/>
          </p:cNvGrpSpPr>
          <p:nvPr/>
        </p:nvGrpSpPr>
        <p:grpSpPr bwMode="auto">
          <a:xfrm>
            <a:off x="6591367" y="1255761"/>
            <a:ext cx="1795463" cy="5087937"/>
            <a:chOff x="3792" y="720"/>
            <a:chExt cx="1131" cy="3205"/>
          </a:xfrm>
        </p:grpSpPr>
        <p:grpSp>
          <p:nvGrpSpPr>
            <p:cNvPr id="59583" name="Group 384">
              <a:extLst>
                <a:ext uri="{FF2B5EF4-FFF2-40B4-BE49-F238E27FC236}">
                  <a16:creationId xmlns:a16="http://schemas.microsoft.com/office/drawing/2014/main" id="{63A6F414-3D1E-486F-B68A-1A39DD77B5B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92" y="720"/>
              <a:ext cx="1131" cy="3205"/>
              <a:chOff x="3792" y="720"/>
              <a:chExt cx="1131" cy="3205"/>
            </a:xfrm>
          </p:grpSpPr>
          <p:sp>
            <p:nvSpPr>
              <p:cNvPr id="59602" name="Freeform 385">
                <a:extLst>
                  <a:ext uri="{FF2B5EF4-FFF2-40B4-BE49-F238E27FC236}">
                    <a16:creationId xmlns:a16="http://schemas.microsoft.com/office/drawing/2014/main" id="{1D417B28-FBD9-46D5-9FF8-8380073DAD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7" y="2395"/>
                <a:ext cx="136" cy="248"/>
              </a:xfrm>
              <a:custGeom>
                <a:avLst/>
                <a:gdLst>
                  <a:gd name="T0" fmla="*/ 46 w 138"/>
                  <a:gd name="T1" fmla="*/ 0 h 252"/>
                  <a:gd name="T2" fmla="*/ 0 w 138"/>
                  <a:gd name="T3" fmla="*/ 239 h 252"/>
                  <a:gd name="T4" fmla="*/ 132 w 138"/>
                  <a:gd name="T5" fmla="*/ 240 h 252"/>
                  <a:gd name="T6" fmla="*/ 46 w 138"/>
                  <a:gd name="T7" fmla="*/ 0 h 25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8" h="252">
                    <a:moveTo>
                      <a:pt x="49" y="0"/>
                    </a:moveTo>
                    <a:cubicBezTo>
                      <a:pt x="49" y="2"/>
                      <a:pt x="0" y="251"/>
                      <a:pt x="0" y="251"/>
                    </a:cubicBezTo>
                    <a:cubicBezTo>
                      <a:pt x="0" y="251"/>
                      <a:pt x="104" y="248"/>
                      <a:pt x="138" y="252"/>
                    </a:cubicBez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9603" name="Freeform 386">
                <a:extLst>
                  <a:ext uri="{FF2B5EF4-FFF2-40B4-BE49-F238E27FC236}">
                    <a16:creationId xmlns:a16="http://schemas.microsoft.com/office/drawing/2014/main" id="{0824870C-66C4-4DD2-AE8B-E7B3A7F434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7" y="2398"/>
                <a:ext cx="136" cy="248"/>
              </a:xfrm>
              <a:custGeom>
                <a:avLst/>
                <a:gdLst>
                  <a:gd name="T0" fmla="*/ 46 w 138"/>
                  <a:gd name="T1" fmla="*/ 0 h 252"/>
                  <a:gd name="T2" fmla="*/ 0 w 138"/>
                  <a:gd name="T3" fmla="*/ 239 h 252"/>
                  <a:gd name="T4" fmla="*/ 132 w 138"/>
                  <a:gd name="T5" fmla="*/ 240 h 252"/>
                  <a:gd name="T6" fmla="*/ 46 w 138"/>
                  <a:gd name="T7" fmla="*/ 0 h 25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8" h="252">
                    <a:moveTo>
                      <a:pt x="49" y="0"/>
                    </a:moveTo>
                    <a:cubicBezTo>
                      <a:pt x="49" y="2"/>
                      <a:pt x="0" y="251"/>
                      <a:pt x="0" y="251"/>
                    </a:cubicBezTo>
                    <a:cubicBezTo>
                      <a:pt x="0" y="251"/>
                      <a:pt x="104" y="248"/>
                      <a:pt x="138" y="252"/>
                    </a:cubicBezTo>
                    <a:lnTo>
                      <a:pt x="49" y="0"/>
                    </a:lnTo>
                    <a:close/>
                  </a:path>
                </a:pathLst>
              </a:custGeom>
              <a:noFill/>
              <a:ln w="6350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9604" name="Freeform 387">
                <a:extLst>
                  <a:ext uri="{FF2B5EF4-FFF2-40B4-BE49-F238E27FC236}">
                    <a16:creationId xmlns:a16="http://schemas.microsoft.com/office/drawing/2014/main" id="{DB8066D6-4D9C-48C3-9884-F907026D30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0" y="3719"/>
                <a:ext cx="124" cy="63"/>
              </a:xfrm>
              <a:custGeom>
                <a:avLst/>
                <a:gdLst>
                  <a:gd name="T0" fmla="*/ 0 w 124"/>
                  <a:gd name="T1" fmla="*/ 9 h 63"/>
                  <a:gd name="T2" fmla="*/ 20 w 124"/>
                  <a:gd name="T3" fmla="*/ 47 h 63"/>
                  <a:gd name="T4" fmla="*/ 98 w 124"/>
                  <a:gd name="T5" fmla="*/ 63 h 63"/>
                  <a:gd name="T6" fmla="*/ 124 w 124"/>
                  <a:gd name="T7" fmla="*/ 38 h 63"/>
                  <a:gd name="T8" fmla="*/ 124 w 124"/>
                  <a:gd name="T9" fmla="*/ 0 h 63"/>
                  <a:gd name="T10" fmla="*/ 0 w 124"/>
                  <a:gd name="T11" fmla="*/ 9 h 6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4" h="63">
                    <a:moveTo>
                      <a:pt x="0" y="9"/>
                    </a:moveTo>
                    <a:lnTo>
                      <a:pt x="20" y="47"/>
                    </a:lnTo>
                    <a:lnTo>
                      <a:pt x="98" y="63"/>
                    </a:lnTo>
                    <a:lnTo>
                      <a:pt x="124" y="38"/>
                    </a:lnTo>
                    <a:lnTo>
                      <a:pt x="124" y="0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9605" name="Freeform 388">
                <a:extLst>
                  <a:ext uri="{FF2B5EF4-FFF2-40B4-BE49-F238E27FC236}">
                    <a16:creationId xmlns:a16="http://schemas.microsoft.com/office/drawing/2014/main" id="{CCD9CFBB-F48E-44CE-BFCF-8E4E189046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8" y="3679"/>
                <a:ext cx="202" cy="74"/>
              </a:xfrm>
              <a:custGeom>
                <a:avLst/>
                <a:gdLst>
                  <a:gd name="T0" fmla="*/ 1 w 205"/>
                  <a:gd name="T1" fmla="*/ 12 h 75"/>
                  <a:gd name="T2" fmla="*/ 0 w 205"/>
                  <a:gd name="T3" fmla="*/ 31 h 75"/>
                  <a:gd name="T4" fmla="*/ 111 w 205"/>
                  <a:gd name="T5" fmla="*/ 69 h 75"/>
                  <a:gd name="T6" fmla="*/ 181 w 205"/>
                  <a:gd name="T7" fmla="*/ 43 h 75"/>
                  <a:gd name="T8" fmla="*/ 196 w 205"/>
                  <a:gd name="T9" fmla="*/ 0 h 75"/>
                  <a:gd name="T10" fmla="*/ 1 w 205"/>
                  <a:gd name="T11" fmla="*/ 12 h 7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05" h="75">
                    <a:moveTo>
                      <a:pt x="1" y="12"/>
                    </a:moveTo>
                    <a:cubicBezTo>
                      <a:pt x="0" y="31"/>
                      <a:pt x="0" y="31"/>
                      <a:pt x="0" y="31"/>
                    </a:cubicBezTo>
                    <a:cubicBezTo>
                      <a:pt x="0" y="31"/>
                      <a:pt x="95" y="75"/>
                      <a:pt x="117" y="72"/>
                    </a:cubicBezTo>
                    <a:cubicBezTo>
                      <a:pt x="138" y="70"/>
                      <a:pt x="176" y="58"/>
                      <a:pt x="190" y="46"/>
                    </a:cubicBezTo>
                    <a:cubicBezTo>
                      <a:pt x="204" y="33"/>
                      <a:pt x="205" y="0"/>
                      <a:pt x="205" y="0"/>
                    </a:cubicBezTo>
                    <a:lnTo>
                      <a:pt x="1" y="1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9606" name="Freeform 389">
                <a:extLst>
                  <a:ext uri="{FF2B5EF4-FFF2-40B4-BE49-F238E27FC236}">
                    <a16:creationId xmlns:a16="http://schemas.microsoft.com/office/drawing/2014/main" id="{114D512D-E2EA-4C6A-896C-BC3585B308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1" y="754"/>
                <a:ext cx="329" cy="661"/>
              </a:xfrm>
              <a:custGeom>
                <a:avLst/>
                <a:gdLst>
                  <a:gd name="T0" fmla="*/ 155 w 334"/>
                  <a:gd name="T1" fmla="*/ 0 h 671"/>
                  <a:gd name="T2" fmla="*/ 55 w 334"/>
                  <a:gd name="T3" fmla="*/ 34 h 671"/>
                  <a:gd name="T4" fmla="*/ 23 w 334"/>
                  <a:gd name="T5" fmla="*/ 144 h 671"/>
                  <a:gd name="T6" fmla="*/ 27 w 334"/>
                  <a:gd name="T7" fmla="*/ 198 h 671"/>
                  <a:gd name="T8" fmla="*/ 8 w 334"/>
                  <a:gd name="T9" fmla="*/ 195 h 671"/>
                  <a:gd name="T10" fmla="*/ 18 w 334"/>
                  <a:gd name="T11" fmla="*/ 229 h 671"/>
                  <a:gd name="T12" fmla="*/ 47 w 334"/>
                  <a:gd name="T13" fmla="*/ 272 h 671"/>
                  <a:gd name="T14" fmla="*/ 63 w 334"/>
                  <a:gd name="T15" fmla="*/ 322 h 671"/>
                  <a:gd name="T16" fmla="*/ 45 w 334"/>
                  <a:gd name="T17" fmla="*/ 451 h 671"/>
                  <a:gd name="T18" fmla="*/ 148 w 334"/>
                  <a:gd name="T19" fmla="*/ 641 h 671"/>
                  <a:gd name="T20" fmla="*/ 293 w 334"/>
                  <a:gd name="T21" fmla="*/ 422 h 671"/>
                  <a:gd name="T22" fmla="*/ 270 w 334"/>
                  <a:gd name="T23" fmla="*/ 283 h 671"/>
                  <a:gd name="T24" fmla="*/ 275 w 334"/>
                  <a:gd name="T25" fmla="*/ 263 h 671"/>
                  <a:gd name="T26" fmla="*/ 295 w 334"/>
                  <a:gd name="T27" fmla="*/ 244 h 671"/>
                  <a:gd name="T28" fmla="*/ 314 w 334"/>
                  <a:gd name="T29" fmla="*/ 181 h 671"/>
                  <a:gd name="T30" fmla="*/ 292 w 334"/>
                  <a:gd name="T31" fmla="*/ 180 h 671"/>
                  <a:gd name="T32" fmla="*/ 290 w 334"/>
                  <a:gd name="T33" fmla="*/ 113 h 671"/>
                  <a:gd name="T34" fmla="*/ 234 w 334"/>
                  <a:gd name="T35" fmla="*/ 9 h 671"/>
                  <a:gd name="T36" fmla="*/ 155 w 334"/>
                  <a:gd name="T37" fmla="*/ 0 h 671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334" h="671">
                    <a:moveTo>
                      <a:pt x="161" y="0"/>
                    </a:moveTo>
                    <a:cubicBezTo>
                      <a:pt x="161" y="0"/>
                      <a:pt x="72" y="18"/>
                      <a:pt x="58" y="37"/>
                    </a:cubicBezTo>
                    <a:cubicBezTo>
                      <a:pt x="44" y="56"/>
                      <a:pt x="21" y="139"/>
                      <a:pt x="23" y="150"/>
                    </a:cubicBezTo>
                    <a:cubicBezTo>
                      <a:pt x="25" y="162"/>
                      <a:pt x="27" y="207"/>
                      <a:pt x="27" y="207"/>
                    </a:cubicBezTo>
                    <a:cubicBezTo>
                      <a:pt x="27" y="207"/>
                      <a:pt x="17" y="197"/>
                      <a:pt x="8" y="204"/>
                    </a:cubicBezTo>
                    <a:cubicBezTo>
                      <a:pt x="0" y="209"/>
                      <a:pt x="16" y="233"/>
                      <a:pt x="18" y="240"/>
                    </a:cubicBezTo>
                    <a:cubicBezTo>
                      <a:pt x="19" y="247"/>
                      <a:pt x="23" y="287"/>
                      <a:pt x="50" y="284"/>
                    </a:cubicBezTo>
                    <a:cubicBezTo>
                      <a:pt x="50" y="284"/>
                      <a:pt x="58" y="323"/>
                      <a:pt x="66" y="337"/>
                    </a:cubicBezTo>
                    <a:cubicBezTo>
                      <a:pt x="66" y="337"/>
                      <a:pt x="78" y="457"/>
                      <a:pt x="48" y="472"/>
                    </a:cubicBezTo>
                    <a:cubicBezTo>
                      <a:pt x="154" y="671"/>
                      <a:pt x="154" y="671"/>
                      <a:pt x="154" y="671"/>
                    </a:cubicBezTo>
                    <a:cubicBezTo>
                      <a:pt x="307" y="441"/>
                      <a:pt x="307" y="441"/>
                      <a:pt x="307" y="441"/>
                    </a:cubicBezTo>
                    <a:cubicBezTo>
                      <a:pt x="307" y="441"/>
                      <a:pt x="274" y="419"/>
                      <a:pt x="282" y="295"/>
                    </a:cubicBezTo>
                    <a:cubicBezTo>
                      <a:pt x="282" y="295"/>
                      <a:pt x="286" y="281"/>
                      <a:pt x="287" y="275"/>
                    </a:cubicBezTo>
                    <a:cubicBezTo>
                      <a:pt x="287" y="275"/>
                      <a:pt x="300" y="280"/>
                      <a:pt x="309" y="256"/>
                    </a:cubicBezTo>
                    <a:cubicBezTo>
                      <a:pt x="318" y="232"/>
                      <a:pt x="334" y="203"/>
                      <a:pt x="329" y="190"/>
                    </a:cubicBezTo>
                    <a:cubicBezTo>
                      <a:pt x="324" y="177"/>
                      <a:pt x="308" y="184"/>
                      <a:pt x="306" y="189"/>
                    </a:cubicBezTo>
                    <a:cubicBezTo>
                      <a:pt x="306" y="189"/>
                      <a:pt x="302" y="144"/>
                      <a:pt x="303" y="119"/>
                    </a:cubicBezTo>
                    <a:cubicBezTo>
                      <a:pt x="304" y="93"/>
                      <a:pt x="270" y="13"/>
                      <a:pt x="246" y="9"/>
                    </a:cubicBezTo>
                    <a:cubicBezTo>
                      <a:pt x="222" y="6"/>
                      <a:pt x="161" y="0"/>
                      <a:pt x="161" y="0"/>
                    </a:cubicBezTo>
                    <a:close/>
                  </a:path>
                </a:pathLst>
              </a:custGeom>
              <a:solidFill>
                <a:srgbClr val="F8F3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9607" name="Freeform 390">
                <a:extLst>
                  <a:ext uri="{FF2B5EF4-FFF2-40B4-BE49-F238E27FC236}">
                    <a16:creationId xmlns:a16="http://schemas.microsoft.com/office/drawing/2014/main" id="{3A24FD62-B1CD-4D89-828D-9AC4D83656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1" y="754"/>
                <a:ext cx="329" cy="661"/>
              </a:xfrm>
              <a:custGeom>
                <a:avLst/>
                <a:gdLst>
                  <a:gd name="T0" fmla="*/ 155 w 334"/>
                  <a:gd name="T1" fmla="*/ 0 h 671"/>
                  <a:gd name="T2" fmla="*/ 55 w 334"/>
                  <a:gd name="T3" fmla="*/ 34 h 671"/>
                  <a:gd name="T4" fmla="*/ 23 w 334"/>
                  <a:gd name="T5" fmla="*/ 144 h 671"/>
                  <a:gd name="T6" fmla="*/ 27 w 334"/>
                  <a:gd name="T7" fmla="*/ 198 h 671"/>
                  <a:gd name="T8" fmla="*/ 8 w 334"/>
                  <a:gd name="T9" fmla="*/ 195 h 671"/>
                  <a:gd name="T10" fmla="*/ 18 w 334"/>
                  <a:gd name="T11" fmla="*/ 229 h 671"/>
                  <a:gd name="T12" fmla="*/ 47 w 334"/>
                  <a:gd name="T13" fmla="*/ 272 h 671"/>
                  <a:gd name="T14" fmla="*/ 63 w 334"/>
                  <a:gd name="T15" fmla="*/ 322 h 671"/>
                  <a:gd name="T16" fmla="*/ 45 w 334"/>
                  <a:gd name="T17" fmla="*/ 451 h 671"/>
                  <a:gd name="T18" fmla="*/ 148 w 334"/>
                  <a:gd name="T19" fmla="*/ 641 h 671"/>
                  <a:gd name="T20" fmla="*/ 293 w 334"/>
                  <a:gd name="T21" fmla="*/ 422 h 671"/>
                  <a:gd name="T22" fmla="*/ 270 w 334"/>
                  <a:gd name="T23" fmla="*/ 283 h 671"/>
                  <a:gd name="T24" fmla="*/ 275 w 334"/>
                  <a:gd name="T25" fmla="*/ 263 h 671"/>
                  <a:gd name="T26" fmla="*/ 295 w 334"/>
                  <a:gd name="T27" fmla="*/ 244 h 671"/>
                  <a:gd name="T28" fmla="*/ 314 w 334"/>
                  <a:gd name="T29" fmla="*/ 181 h 671"/>
                  <a:gd name="T30" fmla="*/ 292 w 334"/>
                  <a:gd name="T31" fmla="*/ 180 h 671"/>
                  <a:gd name="T32" fmla="*/ 290 w 334"/>
                  <a:gd name="T33" fmla="*/ 113 h 671"/>
                  <a:gd name="T34" fmla="*/ 234 w 334"/>
                  <a:gd name="T35" fmla="*/ 9 h 671"/>
                  <a:gd name="T36" fmla="*/ 155 w 334"/>
                  <a:gd name="T37" fmla="*/ 0 h 671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334" h="671">
                    <a:moveTo>
                      <a:pt x="161" y="0"/>
                    </a:moveTo>
                    <a:cubicBezTo>
                      <a:pt x="161" y="0"/>
                      <a:pt x="72" y="18"/>
                      <a:pt x="58" y="37"/>
                    </a:cubicBezTo>
                    <a:cubicBezTo>
                      <a:pt x="44" y="56"/>
                      <a:pt x="21" y="139"/>
                      <a:pt x="23" y="150"/>
                    </a:cubicBezTo>
                    <a:cubicBezTo>
                      <a:pt x="25" y="162"/>
                      <a:pt x="27" y="207"/>
                      <a:pt x="27" y="207"/>
                    </a:cubicBezTo>
                    <a:cubicBezTo>
                      <a:pt x="27" y="207"/>
                      <a:pt x="17" y="197"/>
                      <a:pt x="8" y="204"/>
                    </a:cubicBezTo>
                    <a:cubicBezTo>
                      <a:pt x="0" y="209"/>
                      <a:pt x="16" y="233"/>
                      <a:pt x="18" y="240"/>
                    </a:cubicBezTo>
                    <a:cubicBezTo>
                      <a:pt x="19" y="247"/>
                      <a:pt x="23" y="287"/>
                      <a:pt x="50" y="284"/>
                    </a:cubicBezTo>
                    <a:cubicBezTo>
                      <a:pt x="50" y="284"/>
                      <a:pt x="58" y="323"/>
                      <a:pt x="66" y="337"/>
                    </a:cubicBezTo>
                    <a:cubicBezTo>
                      <a:pt x="66" y="337"/>
                      <a:pt x="78" y="457"/>
                      <a:pt x="48" y="472"/>
                    </a:cubicBezTo>
                    <a:cubicBezTo>
                      <a:pt x="154" y="671"/>
                      <a:pt x="154" y="671"/>
                      <a:pt x="154" y="671"/>
                    </a:cubicBezTo>
                    <a:cubicBezTo>
                      <a:pt x="307" y="441"/>
                      <a:pt x="307" y="441"/>
                      <a:pt x="307" y="441"/>
                    </a:cubicBezTo>
                    <a:cubicBezTo>
                      <a:pt x="307" y="441"/>
                      <a:pt x="274" y="419"/>
                      <a:pt x="282" y="295"/>
                    </a:cubicBezTo>
                    <a:cubicBezTo>
                      <a:pt x="282" y="295"/>
                      <a:pt x="286" y="281"/>
                      <a:pt x="287" y="275"/>
                    </a:cubicBezTo>
                    <a:cubicBezTo>
                      <a:pt x="287" y="275"/>
                      <a:pt x="300" y="280"/>
                      <a:pt x="309" y="256"/>
                    </a:cubicBezTo>
                    <a:cubicBezTo>
                      <a:pt x="318" y="232"/>
                      <a:pt x="334" y="203"/>
                      <a:pt x="329" y="190"/>
                    </a:cubicBezTo>
                    <a:cubicBezTo>
                      <a:pt x="324" y="177"/>
                      <a:pt x="308" y="184"/>
                      <a:pt x="306" y="189"/>
                    </a:cubicBezTo>
                    <a:cubicBezTo>
                      <a:pt x="306" y="189"/>
                      <a:pt x="302" y="144"/>
                      <a:pt x="303" y="119"/>
                    </a:cubicBezTo>
                    <a:cubicBezTo>
                      <a:pt x="304" y="93"/>
                      <a:pt x="270" y="13"/>
                      <a:pt x="246" y="9"/>
                    </a:cubicBezTo>
                    <a:cubicBezTo>
                      <a:pt x="222" y="6"/>
                      <a:pt x="161" y="0"/>
                      <a:pt x="161" y="0"/>
                    </a:cubicBezTo>
                    <a:close/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9608" name="Freeform 391">
                <a:extLst>
                  <a:ext uri="{FF2B5EF4-FFF2-40B4-BE49-F238E27FC236}">
                    <a16:creationId xmlns:a16="http://schemas.microsoft.com/office/drawing/2014/main" id="{B87FD112-0874-47CB-810A-3A111B8695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3" y="720"/>
                <a:ext cx="310" cy="244"/>
              </a:xfrm>
              <a:custGeom>
                <a:avLst/>
                <a:gdLst>
                  <a:gd name="T0" fmla="*/ 158 w 314"/>
                  <a:gd name="T1" fmla="*/ 92 h 248"/>
                  <a:gd name="T2" fmla="*/ 87 w 314"/>
                  <a:gd name="T3" fmla="*/ 69 h 248"/>
                  <a:gd name="T4" fmla="*/ 49 w 314"/>
                  <a:gd name="T5" fmla="*/ 128 h 248"/>
                  <a:gd name="T6" fmla="*/ 32 w 314"/>
                  <a:gd name="T7" fmla="*/ 167 h 248"/>
                  <a:gd name="T8" fmla="*/ 31 w 314"/>
                  <a:gd name="T9" fmla="*/ 233 h 248"/>
                  <a:gd name="T10" fmla="*/ 16 w 314"/>
                  <a:gd name="T11" fmla="*/ 214 h 248"/>
                  <a:gd name="T12" fmla="*/ 7 w 314"/>
                  <a:gd name="T13" fmla="*/ 173 h 248"/>
                  <a:gd name="T14" fmla="*/ 5 w 314"/>
                  <a:gd name="T15" fmla="*/ 151 h 248"/>
                  <a:gd name="T16" fmla="*/ 6 w 314"/>
                  <a:gd name="T17" fmla="*/ 144 h 248"/>
                  <a:gd name="T18" fmla="*/ 8 w 314"/>
                  <a:gd name="T19" fmla="*/ 110 h 248"/>
                  <a:gd name="T20" fmla="*/ 18 w 314"/>
                  <a:gd name="T21" fmla="*/ 87 h 248"/>
                  <a:gd name="T22" fmla="*/ 35 w 314"/>
                  <a:gd name="T23" fmla="*/ 65 h 248"/>
                  <a:gd name="T24" fmla="*/ 26 w 314"/>
                  <a:gd name="T25" fmla="*/ 64 h 248"/>
                  <a:gd name="T26" fmla="*/ 39 w 314"/>
                  <a:gd name="T27" fmla="*/ 50 h 248"/>
                  <a:gd name="T28" fmla="*/ 75 w 314"/>
                  <a:gd name="T29" fmla="*/ 29 h 248"/>
                  <a:gd name="T30" fmla="*/ 87 w 314"/>
                  <a:gd name="T31" fmla="*/ 23 h 248"/>
                  <a:gd name="T32" fmla="*/ 75 w 314"/>
                  <a:gd name="T33" fmla="*/ 24 h 248"/>
                  <a:gd name="T34" fmla="*/ 99 w 314"/>
                  <a:gd name="T35" fmla="*/ 10 h 248"/>
                  <a:gd name="T36" fmla="*/ 135 w 314"/>
                  <a:gd name="T37" fmla="*/ 6 h 248"/>
                  <a:gd name="T38" fmla="*/ 151 w 314"/>
                  <a:gd name="T39" fmla="*/ 4 h 248"/>
                  <a:gd name="T40" fmla="*/ 189 w 314"/>
                  <a:gd name="T41" fmla="*/ 5 h 248"/>
                  <a:gd name="T42" fmla="*/ 209 w 314"/>
                  <a:gd name="T43" fmla="*/ 12 h 248"/>
                  <a:gd name="T44" fmla="*/ 228 w 314"/>
                  <a:gd name="T45" fmla="*/ 16 h 248"/>
                  <a:gd name="T46" fmla="*/ 268 w 314"/>
                  <a:gd name="T47" fmla="*/ 43 h 248"/>
                  <a:gd name="T48" fmla="*/ 284 w 314"/>
                  <a:gd name="T49" fmla="*/ 82 h 248"/>
                  <a:gd name="T50" fmla="*/ 297 w 314"/>
                  <a:gd name="T51" fmla="*/ 112 h 248"/>
                  <a:gd name="T52" fmla="*/ 302 w 314"/>
                  <a:gd name="T53" fmla="*/ 151 h 248"/>
                  <a:gd name="T54" fmla="*/ 295 w 314"/>
                  <a:gd name="T55" fmla="*/ 148 h 248"/>
                  <a:gd name="T56" fmla="*/ 296 w 314"/>
                  <a:gd name="T57" fmla="*/ 167 h 248"/>
                  <a:gd name="T58" fmla="*/ 294 w 314"/>
                  <a:gd name="T59" fmla="*/ 198 h 248"/>
                  <a:gd name="T60" fmla="*/ 292 w 314"/>
                  <a:gd name="T61" fmla="*/ 213 h 248"/>
                  <a:gd name="T62" fmla="*/ 286 w 314"/>
                  <a:gd name="T63" fmla="*/ 226 h 248"/>
                  <a:gd name="T64" fmla="*/ 283 w 314"/>
                  <a:gd name="T65" fmla="*/ 211 h 248"/>
                  <a:gd name="T66" fmla="*/ 284 w 314"/>
                  <a:gd name="T67" fmla="*/ 172 h 248"/>
                  <a:gd name="T68" fmla="*/ 271 w 314"/>
                  <a:gd name="T69" fmla="*/ 129 h 248"/>
                  <a:gd name="T70" fmla="*/ 257 w 314"/>
                  <a:gd name="T71" fmla="*/ 102 h 248"/>
                  <a:gd name="T72" fmla="*/ 233 w 314"/>
                  <a:gd name="T73" fmla="*/ 59 h 248"/>
                  <a:gd name="T74" fmla="*/ 158 w 314"/>
                  <a:gd name="T75" fmla="*/ 92 h 24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0" t="0" r="r" b="b"/>
                <a:pathLst>
                  <a:path w="314" h="248">
                    <a:moveTo>
                      <a:pt x="164" y="98"/>
                    </a:moveTo>
                    <a:cubicBezTo>
                      <a:pt x="132" y="101"/>
                      <a:pt x="113" y="72"/>
                      <a:pt x="90" y="72"/>
                    </a:cubicBezTo>
                    <a:cubicBezTo>
                      <a:pt x="68" y="72"/>
                      <a:pt x="59" y="120"/>
                      <a:pt x="52" y="134"/>
                    </a:cubicBezTo>
                    <a:cubicBezTo>
                      <a:pt x="44" y="147"/>
                      <a:pt x="30" y="163"/>
                      <a:pt x="32" y="176"/>
                    </a:cubicBezTo>
                    <a:cubicBezTo>
                      <a:pt x="34" y="190"/>
                      <a:pt x="40" y="230"/>
                      <a:pt x="31" y="245"/>
                    </a:cubicBezTo>
                    <a:cubicBezTo>
                      <a:pt x="31" y="245"/>
                      <a:pt x="24" y="248"/>
                      <a:pt x="16" y="226"/>
                    </a:cubicBezTo>
                    <a:cubicBezTo>
                      <a:pt x="9" y="205"/>
                      <a:pt x="12" y="192"/>
                      <a:pt x="7" y="182"/>
                    </a:cubicBezTo>
                    <a:cubicBezTo>
                      <a:pt x="2" y="173"/>
                      <a:pt x="0" y="166"/>
                      <a:pt x="5" y="158"/>
                    </a:cubicBezTo>
                    <a:cubicBezTo>
                      <a:pt x="10" y="151"/>
                      <a:pt x="6" y="150"/>
                      <a:pt x="6" y="150"/>
                    </a:cubicBezTo>
                    <a:cubicBezTo>
                      <a:pt x="6" y="150"/>
                      <a:pt x="7" y="128"/>
                      <a:pt x="8" y="116"/>
                    </a:cubicBezTo>
                    <a:cubicBezTo>
                      <a:pt x="10" y="103"/>
                      <a:pt x="8" y="102"/>
                      <a:pt x="18" y="90"/>
                    </a:cubicBezTo>
                    <a:cubicBezTo>
                      <a:pt x="28" y="78"/>
                      <a:pt x="35" y="68"/>
                      <a:pt x="35" y="68"/>
                    </a:cubicBezTo>
                    <a:cubicBezTo>
                      <a:pt x="26" y="67"/>
                      <a:pt x="26" y="67"/>
                      <a:pt x="26" y="67"/>
                    </a:cubicBezTo>
                    <a:cubicBezTo>
                      <a:pt x="26" y="67"/>
                      <a:pt x="34" y="60"/>
                      <a:pt x="42" y="53"/>
                    </a:cubicBezTo>
                    <a:cubicBezTo>
                      <a:pt x="50" y="46"/>
                      <a:pt x="70" y="30"/>
                      <a:pt x="78" y="29"/>
                    </a:cubicBezTo>
                    <a:cubicBezTo>
                      <a:pt x="86" y="28"/>
                      <a:pt x="90" y="23"/>
                      <a:pt x="90" y="23"/>
                    </a:cubicBezTo>
                    <a:cubicBezTo>
                      <a:pt x="90" y="23"/>
                      <a:pt x="86" y="19"/>
                      <a:pt x="78" y="24"/>
                    </a:cubicBezTo>
                    <a:cubicBezTo>
                      <a:pt x="78" y="24"/>
                      <a:pt x="89" y="12"/>
                      <a:pt x="102" y="10"/>
                    </a:cubicBezTo>
                    <a:cubicBezTo>
                      <a:pt x="116" y="8"/>
                      <a:pt x="134" y="6"/>
                      <a:pt x="141" y="6"/>
                    </a:cubicBezTo>
                    <a:cubicBezTo>
                      <a:pt x="148" y="7"/>
                      <a:pt x="154" y="7"/>
                      <a:pt x="157" y="4"/>
                    </a:cubicBezTo>
                    <a:cubicBezTo>
                      <a:pt x="160" y="0"/>
                      <a:pt x="186" y="4"/>
                      <a:pt x="195" y="5"/>
                    </a:cubicBezTo>
                    <a:cubicBezTo>
                      <a:pt x="204" y="6"/>
                      <a:pt x="214" y="8"/>
                      <a:pt x="218" y="12"/>
                    </a:cubicBezTo>
                    <a:cubicBezTo>
                      <a:pt x="222" y="17"/>
                      <a:pt x="229" y="11"/>
                      <a:pt x="237" y="16"/>
                    </a:cubicBezTo>
                    <a:cubicBezTo>
                      <a:pt x="245" y="20"/>
                      <a:pt x="272" y="36"/>
                      <a:pt x="279" y="46"/>
                    </a:cubicBezTo>
                    <a:cubicBezTo>
                      <a:pt x="286" y="56"/>
                      <a:pt x="297" y="72"/>
                      <a:pt x="296" y="85"/>
                    </a:cubicBezTo>
                    <a:cubicBezTo>
                      <a:pt x="296" y="85"/>
                      <a:pt x="310" y="102"/>
                      <a:pt x="309" y="118"/>
                    </a:cubicBezTo>
                    <a:cubicBezTo>
                      <a:pt x="308" y="135"/>
                      <a:pt x="308" y="152"/>
                      <a:pt x="314" y="158"/>
                    </a:cubicBezTo>
                    <a:cubicBezTo>
                      <a:pt x="307" y="154"/>
                      <a:pt x="307" y="154"/>
                      <a:pt x="307" y="154"/>
                    </a:cubicBezTo>
                    <a:cubicBezTo>
                      <a:pt x="307" y="154"/>
                      <a:pt x="310" y="168"/>
                      <a:pt x="308" y="176"/>
                    </a:cubicBezTo>
                    <a:cubicBezTo>
                      <a:pt x="307" y="184"/>
                      <a:pt x="308" y="198"/>
                      <a:pt x="306" y="207"/>
                    </a:cubicBezTo>
                    <a:cubicBezTo>
                      <a:pt x="305" y="216"/>
                      <a:pt x="304" y="224"/>
                      <a:pt x="304" y="224"/>
                    </a:cubicBezTo>
                    <a:cubicBezTo>
                      <a:pt x="298" y="238"/>
                      <a:pt x="298" y="238"/>
                      <a:pt x="298" y="238"/>
                    </a:cubicBezTo>
                    <a:cubicBezTo>
                      <a:pt x="298" y="238"/>
                      <a:pt x="296" y="232"/>
                      <a:pt x="295" y="221"/>
                    </a:cubicBezTo>
                    <a:cubicBezTo>
                      <a:pt x="294" y="210"/>
                      <a:pt x="296" y="201"/>
                      <a:pt x="296" y="181"/>
                    </a:cubicBezTo>
                    <a:cubicBezTo>
                      <a:pt x="296" y="161"/>
                      <a:pt x="290" y="142"/>
                      <a:pt x="282" y="135"/>
                    </a:cubicBezTo>
                    <a:cubicBezTo>
                      <a:pt x="273" y="128"/>
                      <a:pt x="268" y="123"/>
                      <a:pt x="266" y="108"/>
                    </a:cubicBezTo>
                    <a:cubicBezTo>
                      <a:pt x="264" y="92"/>
                      <a:pt x="256" y="64"/>
                      <a:pt x="242" y="62"/>
                    </a:cubicBezTo>
                    <a:cubicBezTo>
                      <a:pt x="229" y="60"/>
                      <a:pt x="203" y="96"/>
                      <a:pt x="164" y="98"/>
                    </a:cubicBezTo>
                    <a:close/>
                  </a:path>
                </a:pathLst>
              </a:custGeom>
              <a:solidFill>
                <a:srgbClr val="8259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9609" name="Freeform 392">
                <a:extLst>
                  <a:ext uri="{FF2B5EF4-FFF2-40B4-BE49-F238E27FC236}">
                    <a16:creationId xmlns:a16="http://schemas.microsoft.com/office/drawing/2014/main" id="{61A59188-574D-4F20-87E7-325DA442B3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3" y="720"/>
                <a:ext cx="310" cy="244"/>
              </a:xfrm>
              <a:custGeom>
                <a:avLst/>
                <a:gdLst>
                  <a:gd name="T0" fmla="*/ 158 w 314"/>
                  <a:gd name="T1" fmla="*/ 92 h 248"/>
                  <a:gd name="T2" fmla="*/ 87 w 314"/>
                  <a:gd name="T3" fmla="*/ 69 h 248"/>
                  <a:gd name="T4" fmla="*/ 49 w 314"/>
                  <a:gd name="T5" fmla="*/ 128 h 248"/>
                  <a:gd name="T6" fmla="*/ 32 w 314"/>
                  <a:gd name="T7" fmla="*/ 167 h 248"/>
                  <a:gd name="T8" fmla="*/ 31 w 314"/>
                  <a:gd name="T9" fmla="*/ 233 h 248"/>
                  <a:gd name="T10" fmla="*/ 16 w 314"/>
                  <a:gd name="T11" fmla="*/ 214 h 248"/>
                  <a:gd name="T12" fmla="*/ 7 w 314"/>
                  <a:gd name="T13" fmla="*/ 173 h 248"/>
                  <a:gd name="T14" fmla="*/ 5 w 314"/>
                  <a:gd name="T15" fmla="*/ 151 h 248"/>
                  <a:gd name="T16" fmla="*/ 6 w 314"/>
                  <a:gd name="T17" fmla="*/ 144 h 248"/>
                  <a:gd name="T18" fmla="*/ 8 w 314"/>
                  <a:gd name="T19" fmla="*/ 110 h 248"/>
                  <a:gd name="T20" fmla="*/ 18 w 314"/>
                  <a:gd name="T21" fmla="*/ 87 h 248"/>
                  <a:gd name="T22" fmla="*/ 35 w 314"/>
                  <a:gd name="T23" fmla="*/ 65 h 248"/>
                  <a:gd name="T24" fmla="*/ 26 w 314"/>
                  <a:gd name="T25" fmla="*/ 64 h 248"/>
                  <a:gd name="T26" fmla="*/ 39 w 314"/>
                  <a:gd name="T27" fmla="*/ 50 h 248"/>
                  <a:gd name="T28" fmla="*/ 75 w 314"/>
                  <a:gd name="T29" fmla="*/ 29 h 248"/>
                  <a:gd name="T30" fmla="*/ 87 w 314"/>
                  <a:gd name="T31" fmla="*/ 23 h 248"/>
                  <a:gd name="T32" fmla="*/ 75 w 314"/>
                  <a:gd name="T33" fmla="*/ 24 h 248"/>
                  <a:gd name="T34" fmla="*/ 99 w 314"/>
                  <a:gd name="T35" fmla="*/ 10 h 248"/>
                  <a:gd name="T36" fmla="*/ 135 w 314"/>
                  <a:gd name="T37" fmla="*/ 6 h 248"/>
                  <a:gd name="T38" fmla="*/ 151 w 314"/>
                  <a:gd name="T39" fmla="*/ 4 h 248"/>
                  <a:gd name="T40" fmla="*/ 189 w 314"/>
                  <a:gd name="T41" fmla="*/ 5 h 248"/>
                  <a:gd name="T42" fmla="*/ 209 w 314"/>
                  <a:gd name="T43" fmla="*/ 12 h 248"/>
                  <a:gd name="T44" fmla="*/ 228 w 314"/>
                  <a:gd name="T45" fmla="*/ 16 h 248"/>
                  <a:gd name="T46" fmla="*/ 268 w 314"/>
                  <a:gd name="T47" fmla="*/ 43 h 248"/>
                  <a:gd name="T48" fmla="*/ 284 w 314"/>
                  <a:gd name="T49" fmla="*/ 82 h 248"/>
                  <a:gd name="T50" fmla="*/ 297 w 314"/>
                  <a:gd name="T51" fmla="*/ 112 h 248"/>
                  <a:gd name="T52" fmla="*/ 302 w 314"/>
                  <a:gd name="T53" fmla="*/ 151 h 248"/>
                  <a:gd name="T54" fmla="*/ 295 w 314"/>
                  <a:gd name="T55" fmla="*/ 148 h 248"/>
                  <a:gd name="T56" fmla="*/ 296 w 314"/>
                  <a:gd name="T57" fmla="*/ 167 h 248"/>
                  <a:gd name="T58" fmla="*/ 294 w 314"/>
                  <a:gd name="T59" fmla="*/ 198 h 248"/>
                  <a:gd name="T60" fmla="*/ 292 w 314"/>
                  <a:gd name="T61" fmla="*/ 213 h 248"/>
                  <a:gd name="T62" fmla="*/ 286 w 314"/>
                  <a:gd name="T63" fmla="*/ 226 h 248"/>
                  <a:gd name="T64" fmla="*/ 283 w 314"/>
                  <a:gd name="T65" fmla="*/ 211 h 248"/>
                  <a:gd name="T66" fmla="*/ 284 w 314"/>
                  <a:gd name="T67" fmla="*/ 172 h 248"/>
                  <a:gd name="T68" fmla="*/ 271 w 314"/>
                  <a:gd name="T69" fmla="*/ 129 h 248"/>
                  <a:gd name="T70" fmla="*/ 257 w 314"/>
                  <a:gd name="T71" fmla="*/ 102 h 248"/>
                  <a:gd name="T72" fmla="*/ 233 w 314"/>
                  <a:gd name="T73" fmla="*/ 59 h 248"/>
                  <a:gd name="T74" fmla="*/ 158 w 314"/>
                  <a:gd name="T75" fmla="*/ 92 h 24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0" t="0" r="r" b="b"/>
                <a:pathLst>
                  <a:path w="314" h="248">
                    <a:moveTo>
                      <a:pt x="164" y="98"/>
                    </a:moveTo>
                    <a:cubicBezTo>
                      <a:pt x="132" y="101"/>
                      <a:pt x="113" y="72"/>
                      <a:pt x="90" y="72"/>
                    </a:cubicBezTo>
                    <a:cubicBezTo>
                      <a:pt x="68" y="72"/>
                      <a:pt x="59" y="120"/>
                      <a:pt x="52" y="134"/>
                    </a:cubicBezTo>
                    <a:cubicBezTo>
                      <a:pt x="44" y="147"/>
                      <a:pt x="30" y="163"/>
                      <a:pt x="32" y="176"/>
                    </a:cubicBezTo>
                    <a:cubicBezTo>
                      <a:pt x="34" y="190"/>
                      <a:pt x="40" y="230"/>
                      <a:pt x="31" y="245"/>
                    </a:cubicBezTo>
                    <a:cubicBezTo>
                      <a:pt x="31" y="245"/>
                      <a:pt x="24" y="248"/>
                      <a:pt x="16" y="226"/>
                    </a:cubicBezTo>
                    <a:cubicBezTo>
                      <a:pt x="9" y="205"/>
                      <a:pt x="12" y="192"/>
                      <a:pt x="7" y="182"/>
                    </a:cubicBezTo>
                    <a:cubicBezTo>
                      <a:pt x="2" y="173"/>
                      <a:pt x="0" y="166"/>
                      <a:pt x="5" y="158"/>
                    </a:cubicBezTo>
                    <a:cubicBezTo>
                      <a:pt x="10" y="151"/>
                      <a:pt x="6" y="150"/>
                      <a:pt x="6" y="150"/>
                    </a:cubicBezTo>
                    <a:cubicBezTo>
                      <a:pt x="6" y="150"/>
                      <a:pt x="7" y="128"/>
                      <a:pt x="8" y="116"/>
                    </a:cubicBezTo>
                    <a:cubicBezTo>
                      <a:pt x="10" y="103"/>
                      <a:pt x="8" y="102"/>
                      <a:pt x="18" y="90"/>
                    </a:cubicBezTo>
                    <a:cubicBezTo>
                      <a:pt x="28" y="78"/>
                      <a:pt x="35" y="68"/>
                      <a:pt x="35" y="68"/>
                    </a:cubicBezTo>
                    <a:cubicBezTo>
                      <a:pt x="26" y="67"/>
                      <a:pt x="26" y="67"/>
                      <a:pt x="26" y="67"/>
                    </a:cubicBezTo>
                    <a:cubicBezTo>
                      <a:pt x="26" y="67"/>
                      <a:pt x="34" y="60"/>
                      <a:pt x="42" y="53"/>
                    </a:cubicBezTo>
                    <a:cubicBezTo>
                      <a:pt x="50" y="46"/>
                      <a:pt x="70" y="30"/>
                      <a:pt x="78" y="29"/>
                    </a:cubicBezTo>
                    <a:cubicBezTo>
                      <a:pt x="86" y="28"/>
                      <a:pt x="90" y="23"/>
                      <a:pt x="90" y="23"/>
                    </a:cubicBezTo>
                    <a:cubicBezTo>
                      <a:pt x="90" y="23"/>
                      <a:pt x="86" y="19"/>
                      <a:pt x="78" y="24"/>
                    </a:cubicBezTo>
                    <a:cubicBezTo>
                      <a:pt x="78" y="24"/>
                      <a:pt x="89" y="12"/>
                      <a:pt x="102" y="10"/>
                    </a:cubicBezTo>
                    <a:cubicBezTo>
                      <a:pt x="116" y="8"/>
                      <a:pt x="134" y="6"/>
                      <a:pt x="141" y="6"/>
                    </a:cubicBezTo>
                    <a:cubicBezTo>
                      <a:pt x="148" y="7"/>
                      <a:pt x="154" y="7"/>
                      <a:pt x="157" y="4"/>
                    </a:cubicBezTo>
                    <a:cubicBezTo>
                      <a:pt x="160" y="0"/>
                      <a:pt x="186" y="4"/>
                      <a:pt x="195" y="5"/>
                    </a:cubicBezTo>
                    <a:cubicBezTo>
                      <a:pt x="204" y="6"/>
                      <a:pt x="214" y="8"/>
                      <a:pt x="218" y="12"/>
                    </a:cubicBezTo>
                    <a:cubicBezTo>
                      <a:pt x="222" y="17"/>
                      <a:pt x="229" y="11"/>
                      <a:pt x="237" y="16"/>
                    </a:cubicBezTo>
                    <a:cubicBezTo>
                      <a:pt x="245" y="20"/>
                      <a:pt x="272" y="36"/>
                      <a:pt x="279" y="46"/>
                    </a:cubicBezTo>
                    <a:cubicBezTo>
                      <a:pt x="286" y="56"/>
                      <a:pt x="297" y="72"/>
                      <a:pt x="296" y="85"/>
                    </a:cubicBezTo>
                    <a:cubicBezTo>
                      <a:pt x="296" y="85"/>
                      <a:pt x="310" y="102"/>
                      <a:pt x="309" y="118"/>
                    </a:cubicBezTo>
                    <a:cubicBezTo>
                      <a:pt x="308" y="135"/>
                      <a:pt x="308" y="152"/>
                      <a:pt x="314" y="158"/>
                    </a:cubicBezTo>
                    <a:cubicBezTo>
                      <a:pt x="307" y="154"/>
                      <a:pt x="307" y="154"/>
                      <a:pt x="307" y="154"/>
                    </a:cubicBezTo>
                    <a:cubicBezTo>
                      <a:pt x="307" y="154"/>
                      <a:pt x="310" y="168"/>
                      <a:pt x="308" y="176"/>
                    </a:cubicBezTo>
                    <a:cubicBezTo>
                      <a:pt x="307" y="184"/>
                      <a:pt x="308" y="198"/>
                      <a:pt x="306" y="207"/>
                    </a:cubicBezTo>
                    <a:cubicBezTo>
                      <a:pt x="305" y="216"/>
                      <a:pt x="304" y="224"/>
                      <a:pt x="304" y="224"/>
                    </a:cubicBezTo>
                    <a:cubicBezTo>
                      <a:pt x="298" y="238"/>
                      <a:pt x="298" y="238"/>
                      <a:pt x="298" y="238"/>
                    </a:cubicBezTo>
                    <a:cubicBezTo>
                      <a:pt x="298" y="238"/>
                      <a:pt x="296" y="232"/>
                      <a:pt x="295" y="221"/>
                    </a:cubicBezTo>
                    <a:cubicBezTo>
                      <a:pt x="294" y="210"/>
                      <a:pt x="296" y="201"/>
                      <a:pt x="296" y="181"/>
                    </a:cubicBezTo>
                    <a:cubicBezTo>
                      <a:pt x="296" y="161"/>
                      <a:pt x="290" y="142"/>
                      <a:pt x="282" y="135"/>
                    </a:cubicBezTo>
                    <a:cubicBezTo>
                      <a:pt x="273" y="128"/>
                      <a:pt x="268" y="123"/>
                      <a:pt x="266" y="108"/>
                    </a:cubicBezTo>
                    <a:cubicBezTo>
                      <a:pt x="264" y="92"/>
                      <a:pt x="256" y="64"/>
                      <a:pt x="242" y="62"/>
                    </a:cubicBezTo>
                    <a:cubicBezTo>
                      <a:pt x="229" y="60"/>
                      <a:pt x="203" y="96"/>
                      <a:pt x="164" y="98"/>
                    </a:cubicBezTo>
                    <a:close/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9610" name="Freeform 393">
                <a:extLst>
                  <a:ext uri="{FF2B5EF4-FFF2-40B4-BE49-F238E27FC236}">
                    <a16:creationId xmlns:a16="http://schemas.microsoft.com/office/drawing/2014/main" id="{A2FBEC03-284A-4D04-A0C3-3F36AD10D1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0" y="965"/>
                <a:ext cx="17" cy="44"/>
              </a:xfrm>
              <a:custGeom>
                <a:avLst/>
                <a:gdLst>
                  <a:gd name="T0" fmla="*/ 0 w 17"/>
                  <a:gd name="T1" fmla="*/ 3 h 45"/>
                  <a:gd name="T2" fmla="*/ 11 w 17"/>
                  <a:gd name="T3" fmla="*/ 12 h 45"/>
                  <a:gd name="T4" fmla="*/ 15 w 17"/>
                  <a:gd name="T5" fmla="*/ 25 h 45"/>
                  <a:gd name="T6" fmla="*/ 12 w 17"/>
                  <a:gd name="T7" fmla="*/ 25 h 45"/>
                  <a:gd name="T8" fmla="*/ 17 w 17"/>
                  <a:gd name="T9" fmla="*/ 42 h 45"/>
                  <a:gd name="T10" fmla="*/ 10 w 17"/>
                  <a:gd name="T11" fmla="*/ 30 h 45"/>
                  <a:gd name="T12" fmla="*/ 12 w 17"/>
                  <a:gd name="T13" fmla="*/ 22 h 45"/>
                  <a:gd name="T14" fmla="*/ 7 w 17"/>
                  <a:gd name="T15" fmla="*/ 11 h 45"/>
                  <a:gd name="T16" fmla="*/ 0 w 17"/>
                  <a:gd name="T17" fmla="*/ 3 h 4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7" h="45">
                    <a:moveTo>
                      <a:pt x="0" y="3"/>
                    </a:moveTo>
                    <a:cubicBezTo>
                      <a:pt x="7" y="0"/>
                      <a:pt x="9" y="6"/>
                      <a:pt x="11" y="12"/>
                    </a:cubicBezTo>
                    <a:cubicBezTo>
                      <a:pt x="12" y="16"/>
                      <a:pt x="15" y="23"/>
                      <a:pt x="15" y="28"/>
                    </a:cubicBezTo>
                    <a:cubicBezTo>
                      <a:pt x="14" y="27"/>
                      <a:pt x="13" y="28"/>
                      <a:pt x="12" y="28"/>
                    </a:cubicBezTo>
                    <a:cubicBezTo>
                      <a:pt x="11" y="35"/>
                      <a:pt x="17" y="39"/>
                      <a:pt x="17" y="45"/>
                    </a:cubicBezTo>
                    <a:cubicBezTo>
                      <a:pt x="15" y="41"/>
                      <a:pt x="11" y="37"/>
                      <a:pt x="10" y="33"/>
                    </a:cubicBezTo>
                    <a:cubicBezTo>
                      <a:pt x="8" y="29"/>
                      <a:pt x="12" y="26"/>
                      <a:pt x="12" y="22"/>
                    </a:cubicBezTo>
                    <a:cubicBezTo>
                      <a:pt x="11" y="19"/>
                      <a:pt x="9" y="14"/>
                      <a:pt x="7" y="11"/>
                    </a:cubicBezTo>
                    <a:cubicBezTo>
                      <a:pt x="6" y="8"/>
                      <a:pt x="4" y="2"/>
                      <a:pt x="0" y="3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9611" name="Freeform 394">
                <a:extLst>
                  <a:ext uri="{FF2B5EF4-FFF2-40B4-BE49-F238E27FC236}">
                    <a16:creationId xmlns:a16="http://schemas.microsoft.com/office/drawing/2014/main" id="{630B04C4-8C28-474B-B85D-386BE64F23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0" y="942"/>
                <a:ext cx="28" cy="62"/>
              </a:xfrm>
              <a:custGeom>
                <a:avLst/>
                <a:gdLst>
                  <a:gd name="T0" fmla="*/ 28 w 28"/>
                  <a:gd name="T1" fmla="*/ 6 h 62"/>
                  <a:gd name="T2" fmla="*/ 21 w 28"/>
                  <a:gd name="T3" fmla="*/ 3 h 62"/>
                  <a:gd name="T4" fmla="*/ 14 w 28"/>
                  <a:gd name="T5" fmla="*/ 14 h 62"/>
                  <a:gd name="T6" fmla="*/ 8 w 28"/>
                  <a:gd name="T7" fmla="*/ 25 h 62"/>
                  <a:gd name="T8" fmla="*/ 7 w 28"/>
                  <a:gd name="T9" fmla="*/ 29 h 62"/>
                  <a:gd name="T10" fmla="*/ 9 w 28"/>
                  <a:gd name="T11" fmla="*/ 32 h 62"/>
                  <a:gd name="T12" fmla="*/ 3 w 28"/>
                  <a:gd name="T13" fmla="*/ 50 h 62"/>
                  <a:gd name="T14" fmla="*/ 3 w 28"/>
                  <a:gd name="T15" fmla="*/ 60 h 62"/>
                  <a:gd name="T16" fmla="*/ 9 w 28"/>
                  <a:gd name="T17" fmla="*/ 56 h 62"/>
                  <a:gd name="T18" fmla="*/ 4 w 28"/>
                  <a:gd name="T19" fmla="*/ 55 h 62"/>
                  <a:gd name="T20" fmla="*/ 9 w 28"/>
                  <a:gd name="T21" fmla="*/ 46 h 62"/>
                  <a:gd name="T22" fmla="*/ 12 w 28"/>
                  <a:gd name="T23" fmla="*/ 38 h 62"/>
                  <a:gd name="T24" fmla="*/ 12 w 28"/>
                  <a:gd name="T25" fmla="*/ 33 h 62"/>
                  <a:gd name="T26" fmla="*/ 10 w 28"/>
                  <a:gd name="T27" fmla="*/ 29 h 62"/>
                  <a:gd name="T28" fmla="*/ 18 w 28"/>
                  <a:gd name="T29" fmla="*/ 13 h 62"/>
                  <a:gd name="T30" fmla="*/ 27 w 28"/>
                  <a:gd name="T31" fmla="*/ 6 h 62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28" h="62">
                    <a:moveTo>
                      <a:pt x="28" y="6"/>
                    </a:moveTo>
                    <a:cubicBezTo>
                      <a:pt x="26" y="6"/>
                      <a:pt x="25" y="1"/>
                      <a:pt x="21" y="3"/>
                    </a:cubicBezTo>
                    <a:cubicBezTo>
                      <a:pt x="17" y="4"/>
                      <a:pt x="15" y="11"/>
                      <a:pt x="14" y="14"/>
                    </a:cubicBezTo>
                    <a:cubicBezTo>
                      <a:pt x="12" y="18"/>
                      <a:pt x="10" y="21"/>
                      <a:pt x="8" y="25"/>
                    </a:cubicBezTo>
                    <a:cubicBezTo>
                      <a:pt x="8" y="26"/>
                      <a:pt x="7" y="28"/>
                      <a:pt x="7" y="29"/>
                    </a:cubicBezTo>
                    <a:cubicBezTo>
                      <a:pt x="8" y="31"/>
                      <a:pt x="9" y="30"/>
                      <a:pt x="9" y="32"/>
                    </a:cubicBezTo>
                    <a:cubicBezTo>
                      <a:pt x="12" y="38"/>
                      <a:pt x="6" y="45"/>
                      <a:pt x="3" y="50"/>
                    </a:cubicBezTo>
                    <a:cubicBezTo>
                      <a:pt x="2" y="53"/>
                      <a:pt x="0" y="57"/>
                      <a:pt x="3" y="60"/>
                    </a:cubicBezTo>
                    <a:cubicBezTo>
                      <a:pt x="6" y="62"/>
                      <a:pt x="8" y="59"/>
                      <a:pt x="9" y="56"/>
                    </a:cubicBezTo>
                    <a:cubicBezTo>
                      <a:pt x="7" y="58"/>
                      <a:pt x="4" y="59"/>
                      <a:pt x="4" y="55"/>
                    </a:cubicBezTo>
                    <a:cubicBezTo>
                      <a:pt x="4" y="53"/>
                      <a:pt x="8" y="48"/>
                      <a:pt x="9" y="46"/>
                    </a:cubicBezTo>
                    <a:cubicBezTo>
                      <a:pt x="10" y="44"/>
                      <a:pt x="12" y="41"/>
                      <a:pt x="12" y="38"/>
                    </a:cubicBezTo>
                    <a:cubicBezTo>
                      <a:pt x="13" y="37"/>
                      <a:pt x="13" y="35"/>
                      <a:pt x="12" y="33"/>
                    </a:cubicBezTo>
                    <a:cubicBezTo>
                      <a:pt x="12" y="31"/>
                      <a:pt x="10" y="31"/>
                      <a:pt x="10" y="29"/>
                    </a:cubicBezTo>
                    <a:cubicBezTo>
                      <a:pt x="9" y="25"/>
                      <a:pt x="16" y="17"/>
                      <a:pt x="18" y="13"/>
                    </a:cubicBezTo>
                    <a:cubicBezTo>
                      <a:pt x="20" y="7"/>
                      <a:pt x="22" y="0"/>
                      <a:pt x="27" y="6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9612" name="Freeform 395">
                <a:extLst>
                  <a:ext uri="{FF2B5EF4-FFF2-40B4-BE49-F238E27FC236}">
                    <a16:creationId xmlns:a16="http://schemas.microsoft.com/office/drawing/2014/main" id="{7FA8D2AF-D614-4391-BC0E-3BCE5FBF87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6" y="896"/>
                <a:ext cx="8" cy="67"/>
              </a:xfrm>
              <a:custGeom>
                <a:avLst/>
                <a:gdLst>
                  <a:gd name="T0" fmla="*/ 0 w 8"/>
                  <a:gd name="T1" fmla="*/ 0 h 68"/>
                  <a:gd name="T2" fmla="*/ 6 w 8"/>
                  <a:gd name="T3" fmla="*/ 18 h 68"/>
                  <a:gd name="T4" fmla="*/ 6 w 8"/>
                  <a:gd name="T5" fmla="*/ 34 h 68"/>
                  <a:gd name="T6" fmla="*/ 8 w 8"/>
                  <a:gd name="T7" fmla="*/ 51 h 68"/>
                  <a:gd name="T8" fmla="*/ 2 w 8"/>
                  <a:gd name="T9" fmla="*/ 65 h 68"/>
                  <a:gd name="T10" fmla="*/ 6 w 8"/>
                  <a:gd name="T11" fmla="*/ 48 h 68"/>
                  <a:gd name="T12" fmla="*/ 5 w 8"/>
                  <a:gd name="T13" fmla="*/ 32 h 68"/>
                  <a:gd name="T14" fmla="*/ 4 w 8"/>
                  <a:gd name="T15" fmla="*/ 15 h 68"/>
                  <a:gd name="T16" fmla="*/ 3 w 8"/>
                  <a:gd name="T17" fmla="*/ 8 h 68"/>
                  <a:gd name="T18" fmla="*/ 0 w 8"/>
                  <a:gd name="T19" fmla="*/ 1 h 6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" h="68">
                    <a:moveTo>
                      <a:pt x="0" y="0"/>
                    </a:moveTo>
                    <a:cubicBezTo>
                      <a:pt x="4" y="6"/>
                      <a:pt x="7" y="10"/>
                      <a:pt x="6" y="18"/>
                    </a:cubicBezTo>
                    <a:cubicBezTo>
                      <a:pt x="6" y="24"/>
                      <a:pt x="6" y="30"/>
                      <a:pt x="6" y="36"/>
                    </a:cubicBezTo>
                    <a:cubicBezTo>
                      <a:pt x="6" y="42"/>
                      <a:pt x="7" y="48"/>
                      <a:pt x="8" y="54"/>
                    </a:cubicBezTo>
                    <a:cubicBezTo>
                      <a:pt x="8" y="60"/>
                      <a:pt x="5" y="63"/>
                      <a:pt x="2" y="68"/>
                    </a:cubicBezTo>
                    <a:cubicBezTo>
                      <a:pt x="3" y="62"/>
                      <a:pt x="6" y="57"/>
                      <a:pt x="6" y="51"/>
                    </a:cubicBezTo>
                    <a:cubicBezTo>
                      <a:pt x="6" y="45"/>
                      <a:pt x="5" y="38"/>
                      <a:pt x="5" y="32"/>
                    </a:cubicBezTo>
                    <a:cubicBezTo>
                      <a:pt x="4" y="27"/>
                      <a:pt x="3" y="21"/>
                      <a:pt x="4" y="15"/>
                    </a:cubicBezTo>
                    <a:cubicBezTo>
                      <a:pt x="4" y="12"/>
                      <a:pt x="4" y="12"/>
                      <a:pt x="3" y="8"/>
                    </a:cubicBezTo>
                    <a:cubicBezTo>
                      <a:pt x="2" y="6"/>
                      <a:pt x="0" y="4"/>
                      <a:pt x="0" y="1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9613" name="Freeform 396">
                <a:extLst>
                  <a:ext uri="{FF2B5EF4-FFF2-40B4-BE49-F238E27FC236}">
                    <a16:creationId xmlns:a16="http://schemas.microsoft.com/office/drawing/2014/main" id="{08A9E817-7F8E-463C-94BA-3302A1DB65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8" y="899"/>
                <a:ext cx="5" cy="45"/>
              </a:xfrm>
              <a:custGeom>
                <a:avLst/>
                <a:gdLst>
                  <a:gd name="T0" fmla="*/ 5 w 5"/>
                  <a:gd name="T1" fmla="*/ 0 h 46"/>
                  <a:gd name="T2" fmla="*/ 0 w 5"/>
                  <a:gd name="T3" fmla="*/ 11 h 46"/>
                  <a:gd name="T4" fmla="*/ 2 w 5"/>
                  <a:gd name="T5" fmla="*/ 21 h 46"/>
                  <a:gd name="T6" fmla="*/ 2 w 5"/>
                  <a:gd name="T7" fmla="*/ 31 h 46"/>
                  <a:gd name="T8" fmla="*/ 1 w 5"/>
                  <a:gd name="T9" fmla="*/ 43 h 46"/>
                  <a:gd name="T10" fmla="*/ 4 w 5"/>
                  <a:gd name="T11" fmla="*/ 22 h 46"/>
                  <a:gd name="T12" fmla="*/ 2 w 5"/>
                  <a:gd name="T13" fmla="*/ 11 h 46"/>
                  <a:gd name="T14" fmla="*/ 4 w 5"/>
                  <a:gd name="T15" fmla="*/ 0 h 4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" h="46">
                    <a:moveTo>
                      <a:pt x="5" y="0"/>
                    </a:moveTo>
                    <a:cubicBezTo>
                      <a:pt x="3" y="4"/>
                      <a:pt x="0" y="6"/>
                      <a:pt x="0" y="11"/>
                    </a:cubicBezTo>
                    <a:cubicBezTo>
                      <a:pt x="0" y="14"/>
                      <a:pt x="2" y="17"/>
                      <a:pt x="2" y="21"/>
                    </a:cubicBezTo>
                    <a:cubicBezTo>
                      <a:pt x="3" y="25"/>
                      <a:pt x="2" y="30"/>
                      <a:pt x="2" y="34"/>
                    </a:cubicBezTo>
                    <a:cubicBezTo>
                      <a:pt x="2" y="37"/>
                      <a:pt x="2" y="42"/>
                      <a:pt x="1" y="46"/>
                    </a:cubicBezTo>
                    <a:cubicBezTo>
                      <a:pt x="5" y="39"/>
                      <a:pt x="4" y="29"/>
                      <a:pt x="4" y="22"/>
                    </a:cubicBezTo>
                    <a:cubicBezTo>
                      <a:pt x="4" y="17"/>
                      <a:pt x="2" y="15"/>
                      <a:pt x="2" y="11"/>
                    </a:cubicBezTo>
                    <a:cubicBezTo>
                      <a:pt x="1" y="7"/>
                      <a:pt x="3" y="4"/>
                      <a:pt x="4" y="0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9614" name="Freeform 397">
                <a:extLst>
                  <a:ext uri="{FF2B5EF4-FFF2-40B4-BE49-F238E27FC236}">
                    <a16:creationId xmlns:a16="http://schemas.microsoft.com/office/drawing/2014/main" id="{BDD28453-8016-4080-8B5A-148426378C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1" y="975"/>
                <a:ext cx="11" cy="23"/>
              </a:xfrm>
              <a:custGeom>
                <a:avLst/>
                <a:gdLst>
                  <a:gd name="T0" fmla="*/ 6 w 12"/>
                  <a:gd name="T1" fmla="*/ 0 h 23"/>
                  <a:gd name="T2" fmla="*/ 6 w 12"/>
                  <a:gd name="T3" fmla="*/ 14 h 23"/>
                  <a:gd name="T4" fmla="*/ 9 w 12"/>
                  <a:gd name="T5" fmla="*/ 23 h 23"/>
                  <a:gd name="T6" fmla="*/ 6 w 12"/>
                  <a:gd name="T7" fmla="*/ 0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23">
                    <a:moveTo>
                      <a:pt x="7" y="0"/>
                    </a:moveTo>
                    <a:cubicBezTo>
                      <a:pt x="6" y="4"/>
                      <a:pt x="7" y="10"/>
                      <a:pt x="7" y="14"/>
                    </a:cubicBezTo>
                    <a:cubicBezTo>
                      <a:pt x="7" y="18"/>
                      <a:pt x="9" y="20"/>
                      <a:pt x="12" y="23"/>
                    </a:cubicBezTo>
                    <a:cubicBezTo>
                      <a:pt x="0" y="20"/>
                      <a:pt x="6" y="8"/>
                      <a:pt x="6" y="0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9615" name="Freeform 398">
                <a:extLst>
                  <a:ext uri="{FF2B5EF4-FFF2-40B4-BE49-F238E27FC236}">
                    <a16:creationId xmlns:a16="http://schemas.microsoft.com/office/drawing/2014/main" id="{82B91C82-1EC3-4201-85CE-57CD149CC9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4" y="973"/>
                <a:ext cx="11" cy="25"/>
              </a:xfrm>
              <a:custGeom>
                <a:avLst/>
                <a:gdLst>
                  <a:gd name="T0" fmla="*/ 2 w 12"/>
                  <a:gd name="T1" fmla="*/ 1 h 25"/>
                  <a:gd name="T2" fmla="*/ 4 w 12"/>
                  <a:gd name="T3" fmla="*/ 6 h 25"/>
                  <a:gd name="T4" fmla="*/ 4 w 12"/>
                  <a:gd name="T5" fmla="*/ 13 h 25"/>
                  <a:gd name="T6" fmla="*/ 0 w 12"/>
                  <a:gd name="T7" fmla="*/ 25 h 25"/>
                  <a:gd name="T8" fmla="*/ 2 w 12"/>
                  <a:gd name="T9" fmla="*/ 0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25">
                    <a:moveTo>
                      <a:pt x="2" y="1"/>
                    </a:moveTo>
                    <a:cubicBezTo>
                      <a:pt x="2" y="3"/>
                      <a:pt x="4" y="4"/>
                      <a:pt x="4" y="6"/>
                    </a:cubicBezTo>
                    <a:cubicBezTo>
                      <a:pt x="5" y="8"/>
                      <a:pt x="5" y="11"/>
                      <a:pt x="4" y="13"/>
                    </a:cubicBezTo>
                    <a:cubicBezTo>
                      <a:pt x="4" y="18"/>
                      <a:pt x="2" y="21"/>
                      <a:pt x="0" y="25"/>
                    </a:cubicBezTo>
                    <a:cubicBezTo>
                      <a:pt x="6" y="21"/>
                      <a:pt x="12" y="3"/>
                      <a:pt x="2" y="0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9616" name="Freeform 399">
                <a:extLst>
                  <a:ext uri="{FF2B5EF4-FFF2-40B4-BE49-F238E27FC236}">
                    <a16:creationId xmlns:a16="http://schemas.microsoft.com/office/drawing/2014/main" id="{072901A3-FF6D-4B15-A518-1240FD0F73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5" y="984"/>
                <a:ext cx="15" cy="16"/>
              </a:xfrm>
              <a:custGeom>
                <a:avLst/>
                <a:gdLst>
                  <a:gd name="T0" fmla="*/ 15 w 15"/>
                  <a:gd name="T1" fmla="*/ 4 h 16"/>
                  <a:gd name="T2" fmla="*/ 2 w 15"/>
                  <a:gd name="T3" fmla="*/ 11 h 16"/>
                  <a:gd name="T4" fmla="*/ 8 w 15"/>
                  <a:gd name="T5" fmla="*/ 9 h 16"/>
                  <a:gd name="T6" fmla="*/ 15 w 15"/>
                  <a:gd name="T7" fmla="*/ 4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16">
                    <a:moveTo>
                      <a:pt x="15" y="4"/>
                    </a:moveTo>
                    <a:cubicBezTo>
                      <a:pt x="11" y="0"/>
                      <a:pt x="0" y="7"/>
                      <a:pt x="2" y="11"/>
                    </a:cubicBezTo>
                    <a:cubicBezTo>
                      <a:pt x="4" y="16"/>
                      <a:pt x="6" y="11"/>
                      <a:pt x="8" y="9"/>
                    </a:cubicBezTo>
                    <a:cubicBezTo>
                      <a:pt x="10" y="8"/>
                      <a:pt x="14" y="6"/>
                      <a:pt x="15" y="4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9617" name="Freeform 400">
                <a:extLst>
                  <a:ext uri="{FF2B5EF4-FFF2-40B4-BE49-F238E27FC236}">
                    <a16:creationId xmlns:a16="http://schemas.microsoft.com/office/drawing/2014/main" id="{58D680C4-E4B2-4D23-A02B-9A5E334023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3" y="985"/>
                <a:ext cx="15" cy="13"/>
              </a:xfrm>
              <a:custGeom>
                <a:avLst/>
                <a:gdLst>
                  <a:gd name="T0" fmla="*/ 1 w 15"/>
                  <a:gd name="T1" fmla="*/ 4 h 13"/>
                  <a:gd name="T2" fmla="*/ 4 w 15"/>
                  <a:gd name="T3" fmla="*/ 0 h 13"/>
                  <a:gd name="T4" fmla="*/ 15 w 15"/>
                  <a:gd name="T5" fmla="*/ 8 h 13"/>
                  <a:gd name="T6" fmla="*/ 1 w 15"/>
                  <a:gd name="T7" fmla="*/ 4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13">
                    <a:moveTo>
                      <a:pt x="1" y="4"/>
                    </a:moveTo>
                    <a:cubicBezTo>
                      <a:pt x="0" y="1"/>
                      <a:pt x="1" y="0"/>
                      <a:pt x="4" y="0"/>
                    </a:cubicBezTo>
                    <a:cubicBezTo>
                      <a:pt x="7" y="3"/>
                      <a:pt x="12" y="4"/>
                      <a:pt x="15" y="8"/>
                    </a:cubicBezTo>
                    <a:cubicBezTo>
                      <a:pt x="13" y="13"/>
                      <a:pt x="4" y="5"/>
                      <a:pt x="1" y="4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9618" name="Freeform 401">
                <a:extLst>
                  <a:ext uri="{FF2B5EF4-FFF2-40B4-BE49-F238E27FC236}">
                    <a16:creationId xmlns:a16="http://schemas.microsoft.com/office/drawing/2014/main" id="{6F3237A0-8F01-492C-AE57-AC854FA7AF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3" y="997"/>
                <a:ext cx="5" cy="4"/>
              </a:xfrm>
              <a:custGeom>
                <a:avLst/>
                <a:gdLst>
                  <a:gd name="T0" fmla="*/ 1 w 5"/>
                  <a:gd name="T1" fmla="*/ 1 h 4"/>
                  <a:gd name="T2" fmla="*/ 5 w 5"/>
                  <a:gd name="T3" fmla="*/ 1 h 4"/>
                  <a:gd name="T4" fmla="*/ 0 w 5"/>
                  <a:gd name="T5" fmla="*/ 2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4">
                    <a:moveTo>
                      <a:pt x="1" y="1"/>
                    </a:moveTo>
                    <a:cubicBezTo>
                      <a:pt x="3" y="0"/>
                      <a:pt x="4" y="1"/>
                      <a:pt x="5" y="1"/>
                    </a:cubicBezTo>
                    <a:cubicBezTo>
                      <a:pt x="5" y="4"/>
                      <a:pt x="2" y="4"/>
                      <a:pt x="0" y="2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9619" name="Freeform 402">
                <a:extLst>
                  <a:ext uri="{FF2B5EF4-FFF2-40B4-BE49-F238E27FC236}">
                    <a16:creationId xmlns:a16="http://schemas.microsoft.com/office/drawing/2014/main" id="{C86FE303-A89D-417E-BE35-A5CF8BC296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7" y="870"/>
                <a:ext cx="84" cy="44"/>
              </a:xfrm>
              <a:custGeom>
                <a:avLst/>
                <a:gdLst>
                  <a:gd name="T0" fmla="*/ 80 w 86"/>
                  <a:gd name="T1" fmla="*/ 12 h 45"/>
                  <a:gd name="T2" fmla="*/ 41 w 86"/>
                  <a:gd name="T3" fmla="*/ 6 h 45"/>
                  <a:gd name="T4" fmla="*/ 8 w 86"/>
                  <a:gd name="T5" fmla="*/ 28 h 45"/>
                  <a:gd name="T6" fmla="*/ 49 w 86"/>
                  <a:gd name="T7" fmla="*/ 19 h 45"/>
                  <a:gd name="T8" fmla="*/ 80 w 86"/>
                  <a:gd name="T9" fmla="*/ 12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6" h="45">
                    <a:moveTo>
                      <a:pt x="86" y="12"/>
                    </a:moveTo>
                    <a:cubicBezTo>
                      <a:pt x="86" y="0"/>
                      <a:pt x="58" y="1"/>
                      <a:pt x="44" y="6"/>
                    </a:cubicBezTo>
                    <a:cubicBezTo>
                      <a:pt x="30" y="11"/>
                      <a:pt x="16" y="17"/>
                      <a:pt x="8" y="31"/>
                    </a:cubicBezTo>
                    <a:cubicBezTo>
                      <a:pt x="0" y="45"/>
                      <a:pt x="28" y="19"/>
                      <a:pt x="52" y="19"/>
                    </a:cubicBezTo>
                    <a:cubicBezTo>
                      <a:pt x="75" y="19"/>
                      <a:pt x="85" y="28"/>
                      <a:pt x="86" y="12"/>
                    </a:cubicBezTo>
                    <a:close/>
                  </a:path>
                </a:pathLst>
              </a:custGeom>
              <a:solidFill>
                <a:srgbClr val="8259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9620" name="Freeform 403">
                <a:extLst>
                  <a:ext uri="{FF2B5EF4-FFF2-40B4-BE49-F238E27FC236}">
                    <a16:creationId xmlns:a16="http://schemas.microsoft.com/office/drawing/2014/main" id="{BC5632D7-3957-4BC2-AD09-16CA0C261D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0" y="904"/>
                <a:ext cx="53" cy="29"/>
              </a:xfrm>
              <a:custGeom>
                <a:avLst/>
                <a:gdLst>
                  <a:gd name="T0" fmla="*/ 50 w 54"/>
                  <a:gd name="T1" fmla="*/ 18 h 29"/>
                  <a:gd name="T2" fmla="*/ 38 w 54"/>
                  <a:gd name="T3" fmla="*/ 8 h 29"/>
                  <a:gd name="T4" fmla="*/ 11 w 54"/>
                  <a:gd name="T5" fmla="*/ 7 h 29"/>
                  <a:gd name="T6" fmla="*/ 0 w 54"/>
                  <a:gd name="T7" fmla="*/ 21 h 29"/>
                  <a:gd name="T8" fmla="*/ 23 w 54"/>
                  <a:gd name="T9" fmla="*/ 27 h 29"/>
                  <a:gd name="T10" fmla="*/ 42 w 54"/>
                  <a:gd name="T11" fmla="*/ 21 h 29"/>
                  <a:gd name="T12" fmla="*/ 50 w 54"/>
                  <a:gd name="T13" fmla="*/ 18 h 2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4" h="29">
                    <a:moveTo>
                      <a:pt x="53" y="18"/>
                    </a:moveTo>
                    <a:cubicBezTo>
                      <a:pt x="54" y="15"/>
                      <a:pt x="48" y="13"/>
                      <a:pt x="41" y="8"/>
                    </a:cubicBezTo>
                    <a:cubicBezTo>
                      <a:pt x="34" y="3"/>
                      <a:pt x="20" y="0"/>
                      <a:pt x="11" y="7"/>
                    </a:cubicBezTo>
                    <a:cubicBezTo>
                      <a:pt x="2" y="14"/>
                      <a:pt x="0" y="21"/>
                      <a:pt x="0" y="21"/>
                    </a:cubicBezTo>
                    <a:cubicBezTo>
                      <a:pt x="0" y="21"/>
                      <a:pt x="10" y="29"/>
                      <a:pt x="23" y="27"/>
                    </a:cubicBezTo>
                    <a:cubicBezTo>
                      <a:pt x="36" y="26"/>
                      <a:pt x="41" y="22"/>
                      <a:pt x="45" y="21"/>
                    </a:cubicBezTo>
                    <a:cubicBezTo>
                      <a:pt x="50" y="21"/>
                      <a:pt x="53" y="23"/>
                      <a:pt x="53" y="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9621" name="Freeform 404">
                <a:extLst>
                  <a:ext uri="{FF2B5EF4-FFF2-40B4-BE49-F238E27FC236}">
                    <a16:creationId xmlns:a16="http://schemas.microsoft.com/office/drawing/2014/main" id="{ECB05D79-85CA-498B-BEF5-1F53C8E996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1" y="906"/>
                <a:ext cx="26" cy="25"/>
              </a:xfrm>
              <a:custGeom>
                <a:avLst/>
                <a:gdLst>
                  <a:gd name="T0" fmla="*/ 23 w 26"/>
                  <a:gd name="T1" fmla="*/ 3 h 25"/>
                  <a:gd name="T2" fmla="*/ 26 w 26"/>
                  <a:gd name="T3" fmla="*/ 12 h 25"/>
                  <a:gd name="T4" fmla="*/ 13 w 26"/>
                  <a:gd name="T5" fmla="*/ 25 h 25"/>
                  <a:gd name="T6" fmla="*/ 0 w 26"/>
                  <a:gd name="T7" fmla="*/ 12 h 25"/>
                  <a:gd name="T8" fmla="*/ 2 w 26"/>
                  <a:gd name="T9" fmla="*/ 4 h 25"/>
                  <a:gd name="T10" fmla="*/ 23 w 26"/>
                  <a:gd name="T11" fmla="*/ 3 h 2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6" h="25">
                    <a:moveTo>
                      <a:pt x="23" y="3"/>
                    </a:moveTo>
                    <a:cubicBezTo>
                      <a:pt x="25" y="6"/>
                      <a:pt x="26" y="9"/>
                      <a:pt x="26" y="12"/>
                    </a:cubicBezTo>
                    <a:cubicBezTo>
                      <a:pt x="26" y="19"/>
                      <a:pt x="20" y="25"/>
                      <a:pt x="13" y="25"/>
                    </a:cubicBezTo>
                    <a:cubicBezTo>
                      <a:pt x="5" y="25"/>
                      <a:pt x="0" y="19"/>
                      <a:pt x="0" y="12"/>
                    </a:cubicBezTo>
                    <a:cubicBezTo>
                      <a:pt x="0" y="9"/>
                      <a:pt x="0" y="6"/>
                      <a:pt x="2" y="4"/>
                    </a:cubicBezTo>
                    <a:cubicBezTo>
                      <a:pt x="4" y="1"/>
                      <a:pt x="21" y="0"/>
                      <a:pt x="23" y="3"/>
                    </a:cubicBezTo>
                    <a:close/>
                  </a:path>
                </a:pathLst>
              </a:custGeom>
              <a:solidFill>
                <a:srgbClr val="5F3C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9622" name="Oval 405">
                <a:extLst>
                  <a:ext uri="{FF2B5EF4-FFF2-40B4-BE49-F238E27FC236}">
                    <a16:creationId xmlns:a16="http://schemas.microsoft.com/office/drawing/2014/main" id="{C021321E-1750-46F6-AAC3-9BBF046CC7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59" y="913"/>
                <a:ext cx="10" cy="10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9623" name="Freeform 406">
                <a:extLst>
                  <a:ext uri="{FF2B5EF4-FFF2-40B4-BE49-F238E27FC236}">
                    <a16:creationId xmlns:a16="http://schemas.microsoft.com/office/drawing/2014/main" id="{5BA87B7B-581D-4A31-8FDE-3C8CFCBECA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5" y="901"/>
                <a:ext cx="53" cy="22"/>
              </a:xfrm>
              <a:custGeom>
                <a:avLst/>
                <a:gdLst>
                  <a:gd name="T0" fmla="*/ 53 w 53"/>
                  <a:gd name="T1" fmla="*/ 9 h 22"/>
                  <a:gd name="T2" fmla="*/ 22 w 53"/>
                  <a:gd name="T3" fmla="*/ 3 h 22"/>
                  <a:gd name="T4" fmla="*/ 0 w 53"/>
                  <a:gd name="T5" fmla="*/ 22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3" h="22">
                    <a:moveTo>
                      <a:pt x="53" y="9"/>
                    </a:moveTo>
                    <a:cubicBezTo>
                      <a:pt x="53" y="9"/>
                      <a:pt x="43" y="0"/>
                      <a:pt x="22" y="3"/>
                    </a:cubicBezTo>
                    <a:cubicBezTo>
                      <a:pt x="7" y="5"/>
                      <a:pt x="0" y="22"/>
                      <a:pt x="0" y="22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9624" name="Freeform 407">
                <a:extLst>
                  <a:ext uri="{FF2B5EF4-FFF2-40B4-BE49-F238E27FC236}">
                    <a16:creationId xmlns:a16="http://schemas.microsoft.com/office/drawing/2014/main" id="{ED3336FE-E4CD-4D2D-ABB6-44EACB5BC7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0" y="867"/>
                <a:ext cx="87" cy="38"/>
              </a:xfrm>
              <a:custGeom>
                <a:avLst/>
                <a:gdLst>
                  <a:gd name="T0" fmla="*/ 1 w 89"/>
                  <a:gd name="T1" fmla="*/ 12 h 39"/>
                  <a:gd name="T2" fmla="*/ 39 w 89"/>
                  <a:gd name="T3" fmla="*/ 3 h 39"/>
                  <a:gd name="T4" fmla="*/ 74 w 89"/>
                  <a:gd name="T5" fmla="*/ 23 h 39"/>
                  <a:gd name="T6" fmla="*/ 33 w 89"/>
                  <a:gd name="T7" fmla="*/ 17 h 39"/>
                  <a:gd name="T8" fmla="*/ 1 w 89"/>
                  <a:gd name="T9" fmla="*/ 12 h 3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9" h="39">
                    <a:moveTo>
                      <a:pt x="1" y="12"/>
                    </a:moveTo>
                    <a:cubicBezTo>
                      <a:pt x="0" y="0"/>
                      <a:pt x="28" y="0"/>
                      <a:pt x="42" y="3"/>
                    </a:cubicBezTo>
                    <a:cubicBezTo>
                      <a:pt x="57" y="7"/>
                      <a:pt x="71" y="12"/>
                      <a:pt x="80" y="26"/>
                    </a:cubicBezTo>
                    <a:cubicBezTo>
                      <a:pt x="89" y="39"/>
                      <a:pt x="59" y="15"/>
                      <a:pt x="36" y="17"/>
                    </a:cubicBezTo>
                    <a:cubicBezTo>
                      <a:pt x="12" y="19"/>
                      <a:pt x="3" y="29"/>
                      <a:pt x="1" y="12"/>
                    </a:cubicBezTo>
                    <a:close/>
                  </a:path>
                </a:pathLst>
              </a:custGeom>
              <a:solidFill>
                <a:srgbClr val="8259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9625" name="Freeform 408">
                <a:extLst>
                  <a:ext uri="{FF2B5EF4-FFF2-40B4-BE49-F238E27FC236}">
                    <a16:creationId xmlns:a16="http://schemas.microsoft.com/office/drawing/2014/main" id="{E61A554B-6403-4D21-97E1-A819FBD937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7" y="901"/>
                <a:ext cx="54" cy="28"/>
              </a:xfrm>
              <a:custGeom>
                <a:avLst/>
                <a:gdLst>
                  <a:gd name="T0" fmla="*/ 0 w 54"/>
                  <a:gd name="T1" fmla="*/ 18 h 28"/>
                  <a:gd name="T2" fmla="*/ 13 w 54"/>
                  <a:gd name="T3" fmla="*/ 8 h 28"/>
                  <a:gd name="T4" fmla="*/ 43 w 54"/>
                  <a:gd name="T5" fmla="*/ 7 h 28"/>
                  <a:gd name="T6" fmla="*/ 54 w 54"/>
                  <a:gd name="T7" fmla="*/ 20 h 28"/>
                  <a:gd name="T8" fmla="*/ 31 w 54"/>
                  <a:gd name="T9" fmla="*/ 27 h 28"/>
                  <a:gd name="T10" fmla="*/ 9 w 54"/>
                  <a:gd name="T11" fmla="*/ 21 h 28"/>
                  <a:gd name="T12" fmla="*/ 0 w 54"/>
                  <a:gd name="T13" fmla="*/ 18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4" h="28">
                    <a:moveTo>
                      <a:pt x="0" y="18"/>
                    </a:moveTo>
                    <a:cubicBezTo>
                      <a:pt x="0" y="15"/>
                      <a:pt x="6" y="13"/>
                      <a:pt x="13" y="8"/>
                    </a:cubicBezTo>
                    <a:cubicBezTo>
                      <a:pt x="20" y="3"/>
                      <a:pt x="34" y="0"/>
                      <a:pt x="43" y="7"/>
                    </a:cubicBezTo>
                    <a:cubicBezTo>
                      <a:pt x="52" y="14"/>
                      <a:pt x="54" y="20"/>
                      <a:pt x="54" y="20"/>
                    </a:cubicBezTo>
                    <a:cubicBezTo>
                      <a:pt x="54" y="20"/>
                      <a:pt x="44" y="28"/>
                      <a:pt x="31" y="27"/>
                    </a:cubicBezTo>
                    <a:cubicBezTo>
                      <a:pt x="18" y="26"/>
                      <a:pt x="13" y="22"/>
                      <a:pt x="9" y="21"/>
                    </a:cubicBezTo>
                    <a:cubicBezTo>
                      <a:pt x="4" y="20"/>
                      <a:pt x="1" y="22"/>
                      <a:pt x="0" y="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9626" name="Freeform 409">
                <a:extLst>
                  <a:ext uri="{FF2B5EF4-FFF2-40B4-BE49-F238E27FC236}">
                    <a16:creationId xmlns:a16="http://schemas.microsoft.com/office/drawing/2014/main" id="{C7A3BBD8-6D09-4190-A8C1-AD5EAD7EF5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0" y="904"/>
                <a:ext cx="53" cy="29"/>
              </a:xfrm>
              <a:custGeom>
                <a:avLst/>
                <a:gdLst>
                  <a:gd name="T0" fmla="*/ 50 w 54"/>
                  <a:gd name="T1" fmla="*/ 18 h 29"/>
                  <a:gd name="T2" fmla="*/ 38 w 54"/>
                  <a:gd name="T3" fmla="*/ 8 h 29"/>
                  <a:gd name="T4" fmla="*/ 11 w 54"/>
                  <a:gd name="T5" fmla="*/ 7 h 29"/>
                  <a:gd name="T6" fmla="*/ 0 w 54"/>
                  <a:gd name="T7" fmla="*/ 21 h 29"/>
                  <a:gd name="T8" fmla="*/ 23 w 54"/>
                  <a:gd name="T9" fmla="*/ 27 h 29"/>
                  <a:gd name="T10" fmla="*/ 42 w 54"/>
                  <a:gd name="T11" fmla="*/ 21 h 29"/>
                  <a:gd name="T12" fmla="*/ 50 w 54"/>
                  <a:gd name="T13" fmla="*/ 18 h 2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4" h="29">
                    <a:moveTo>
                      <a:pt x="53" y="18"/>
                    </a:moveTo>
                    <a:cubicBezTo>
                      <a:pt x="54" y="15"/>
                      <a:pt x="48" y="13"/>
                      <a:pt x="41" y="8"/>
                    </a:cubicBezTo>
                    <a:cubicBezTo>
                      <a:pt x="34" y="3"/>
                      <a:pt x="20" y="0"/>
                      <a:pt x="11" y="7"/>
                    </a:cubicBezTo>
                    <a:cubicBezTo>
                      <a:pt x="2" y="14"/>
                      <a:pt x="0" y="21"/>
                      <a:pt x="0" y="21"/>
                    </a:cubicBezTo>
                    <a:cubicBezTo>
                      <a:pt x="0" y="21"/>
                      <a:pt x="10" y="29"/>
                      <a:pt x="23" y="27"/>
                    </a:cubicBezTo>
                    <a:cubicBezTo>
                      <a:pt x="36" y="26"/>
                      <a:pt x="41" y="22"/>
                      <a:pt x="45" y="21"/>
                    </a:cubicBezTo>
                    <a:cubicBezTo>
                      <a:pt x="50" y="21"/>
                      <a:pt x="53" y="23"/>
                      <a:pt x="53" y="18"/>
                    </a:cubicBezTo>
                    <a:close/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9627" name="Freeform 410">
                <a:extLst>
                  <a:ext uri="{FF2B5EF4-FFF2-40B4-BE49-F238E27FC236}">
                    <a16:creationId xmlns:a16="http://schemas.microsoft.com/office/drawing/2014/main" id="{BC0A89F2-3F8D-4EDD-A0C4-A7EBFD2670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4" y="903"/>
                <a:ext cx="26" cy="25"/>
              </a:xfrm>
              <a:custGeom>
                <a:avLst/>
                <a:gdLst>
                  <a:gd name="T0" fmla="*/ 3 w 26"/>
                  <a:gd name="T1" fmla="*/ 3 h 25"/>
                  <a:gd name="T2" fmla="*/ 0 w 26"/>
                  <a:gd name="T3" fmla="*/ 12 h 25"/>
                  <a:gd name="T4" fmla="*/ 13 w 26"/>
                  <a:gd name="T5" fmla="*/ 25 h 25"/>
                  <a:gd name="T6" fmla="*/ 26 w 26"/>
                  <a:gd name="T7" fmla="*/ 12 h 25"/>
                  <a:gd name="T8" fmla="*/ 24 w 26"/>
                  <a:gd name="T9" fmla="*/ 4 h 25"/>
                  <a:gd name="T10" fmla="*/ 3 w 26"/>
                  <a:gd name="T11" fmla="*/ 3 h 2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6" h="25">
                    <a:moveTo>
                      <a:pt x="3" y="3"/>
                    </a:moveTo>
                    <a:cubicBezTo>
                      <a:pt x="1" y="5"/>
                      <a:pt x="0" y="8"/>
                      <a:pt x="0" y="12"/>
                    </a:cubicBezTo>
                    <a:cubicBezTo>
                      <a:pt x="0" y="19"/>
                      <a:pt x="6" y="25"/>
                      <a:pt x="13" y="25"/>
                    </a:cubicBezTo>
                    <a:cubicBezTo>
                      <a:pt x="20" y="25"/>
                      <a:pt x="26" y="19"/>
                      <a:pt x="26" y="12"/>
                    </a:cubicBezTo>
                    <a:cubicBezTo>
                      <a:pt x="26" y="9"/>
                      <a:pt x="25" y="6"/>
                      <a:pt x="24" y="4"/>
                    </a:cubicBezTo>
                    <a:cubicBezTo>
                      <a:pt x="21" y="0"/>
                      <a:pt x="5" y="0"/>
                      <a:pt x="3" y="3"/>
                    </a:cubicBezTo>
                    <a:close/>
                  </a:path>
                </a:pathLst>
              </a:custGeom>
              <a:solidFill>
                <a:srgbClr val="5F3C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9628" name="Oval 411">
                <a:extLst>
                  <a:ext uri="{FF2B5EF4-FFF2-40B4-BE49-F238E27FC236}">
                    <a16:creationId xmlns:a16="http://schemas.microsoft.com/office/drawing/2014/main" id="{D4A36F98-27C6-4441-98BB-71E1C57B20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82" y="909"/>
                <a:ext cx="10" cy="11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9629" name="Freeform 412">
                <a:extLst>
                  <a:ext uri="{FF2B5EF4-FFF2-40B4-BE49-F238E27FC236}">
                    <a16:creationId xmlns:a16="http://schemas.microsoft.com/office/drawing/2014/main" id="{1CB20BEC-56C3-40CE-9219-3577C24E85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3" y="898"/>
                <a:ext cx="52" cy="22"/>
              </a:xfrm>
              <a:custGeom>
                <a:avLst/>
                <a:gdLst>
                  <a:gd name="T0" fmla="*/ 0 w 52"/>
                  <a:gd name="T1" fmla="*/ 9 h 22"/>
                  <a:gd name="T2" fmla="*/ 30 w 52"/>
                  <a:gd name="T3" fmla="*/ 3 h 22"/>
                  <a:gd name="T4" fmla="*/ 52 w 52"/>
                  <a:gd name="T5" fmla="*/ 22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2" h="22">
                    <a:moveTo>
                      <a:pt x="0" y="9"/>
                    </a:moveTo>
                    <a:cubicBezTo>
                      <a:pt x="0" y="9"/>
                      <a:pt x="9" y="0"/>
                      <a:pt x="30" y="3"/>
                    </a:cubicBezTo>
                    <a:cubicBezTo>
                      <a:pt x="46" y="5"/>
                      <a:pt x="52" y="22"/>
                      <a:pt x="52" y="22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9630" name="Freeform 413">
                <a:extLst>
                  <a:ext uri="{FF2B5EF4-FFF2-40B4-BE49-F238E27FC236}">
                    <a16:creationId xmlns:a16="http://schemas.microsoft.com/office/drawing/2014/main" id="{B9C2E871-789C-4306-AB00-BCF1DF0BEA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6" y="1023"/>
                <a:ext cx="106" cy="19"/>
              </a:xfrm>
              <a:custGeom>
                <a:avLst/>
                <a:gdLst>
                  <a:gd name="T0" fmla="*/ 0 w 108"/>
                  <a:gd name="T1" fmla="*/ 19 h 19"/>
                  <a:gd name="T2" fmla="*/ 24 w 108"/>
                  <a:gd name="T3" fmla="*/ 11 h 19"/>
                  <a:gd name="T4" fmla="*/ 36 w 108"/>
                  <a:gd name="T5" fmla="*/ 4 h 19"/>
                  <a:gd name="T6" fmla="*/ 50 w 108"/>
                  <a:gd name="T7" fmla="*/ 9 h 19"/>
                  <a:gd name="T8" fmla="*/ 64 w 108"/>
                  <a:gd name="T9" fmla="*/ 3 h 19"/>
                  <a:gd name="T10" fmla="*/ 102 w 108"/>
                  <a:gd name="T11" fmla="*/ 15 h 19"/>
                  <a:gd name="T12" fmla="*/ 66 w 108"/>
                  <a:gd name="T13" fmla="*/ 1 h 19"/>
                  <a:gd name="T14" fmla="*/ 50 w 108"/>
                  <a:gd name="T15" fmla="*/ 5 h 19"/>
                  <a:gd name="T16" fmla="*/ 35 w 108"/>
                  <a:gd name="T17" fmla="*/ 1 h 19"/>
                  <a:gd name="T18" fmla="*/ 0 w 108"/>
                  <a:gd name="T19" fmla="*/ 19 h 1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08" h="19">
                    <a:moveTo>
                      <a:pt x="0" y="19"/>
                    </a:moveTo>
                    <a:cubicBezTo>
                      <a:pt x="0" y="19"/>
                      <a:pt x="16" y="15"/>
                      <a:pt x="24" y="11"/>
                    </a:cubicBezTo>
                    <a:cubicBezTo>
                      <a:pt x="32" y="7"/>
                      <a:pt x="35" y="4"/>
                      <a:pt x="39" y="4"/>
                    </a:cubicBezTo>
                    <a:cubicBezTo>
                      <a:pt x="44" y="4"/>
                      <a:pt x="49" y="9"/>
                      <a:pt x="53" y="9"/>
                    </a:cubicBezTo>
                    <a:cubicBezTo>
                      <a:pt x="57" y="8"/>
                      <a:pt x="63" y="3"/>
                      <a:pt x="67" y="3"/>
                    </a:cubicBezTo>
                    <a:cubicBezTo>
                      <a:pt x="72" y="3"/>
                      <a:pt x="100" y="14"/>
                      <a:pt x="108" y="15"/>
                    </a:cubicBezTo>
                    <a:cubicBezTo>
                      <a:pt x="108" y="15"/>
                      <a:pt x="74" y="2"/>
                      <a:pt x="69" y="1"/>
                    </a:cubicBezTo>
                    <a:cubicBezTo>
                      <a:pt x="64" y="0"/>
                      <a:pt x="59" y="5"/>
                      <a:pt x="53" y="5"/>
                    </a:cubicBezTo>
                    <a:cubicBezTo>
                      <a:pt x="48" y="5"/>
                      <a:pt x="43" y="1"/>
                      <a:pt x="38" y="1"/>
                    </a:cubicBezTo>
                    <a:cubicBezTo>
                      <a:pt x="33" y="2"/>
                      <a:pt x="8" y="17"/>
                      <a:pt x="0" y="19"/>
                    </a:cubicBezTo>
                    <a:close/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9631" name="Freeform 414">
                <a:extLst>
                  <a:ext uri="{FF2B5EF4-FFF2-40B4-BE49-F238E27FC236}">
                    <a16:creationId xmlns:a16="http://schemas.microsoft.com/office/drawing/2014/main" id="{C375F0DB-D66A-4BF8-B25E-F06114DCA2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8" y="1032"/>
                <a:ext cx="81" cy="11"/>
              </a:xfrm>
              <a:custGeom>
                <a:avLst/>
                <a:gdLst>
                  <a:gd name="T0" fmla="*/ 0 w 83"/>
                  <a:gd name="T1" fmla="*/ 11 h 11"/>
                  <a:gd name="T2" fmla="*/ 77 w 83"/>
                  <a:gd name="T3" fmla="*/ 11 h 11"/>
                  <a:gd name="T4" fmla="*/ 0 w 83"/>
                  <a:gd name="T5" fmla="*/ 11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3" h="11">
                    <a:moveTo>
                      <a:pt x="0" y="11"/>
                    </a:moveTo>
                    <a:cubicBezTo>
                      <a:pt x="0" y="11"/>
                      <a:pt x="52" y="5"/>
                      <a:pt x="83" y="11"/>
                    </a:cubicBezTo>
                    <a:cubicBezTo>
                      <a:pt x="83" y="11"/>
                      <a:pt x="50" y="0"/>
                      <a:pt x="0" y="11"/>
                    </a:cubicBezTo>
                    <a:close/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9632" name="Freeform 415">
                <a:extLst>
                  <a:ext uri="{FF2B5EF4-FFF2-40B4-BE49-F238E27FC236}">
                    <a16:creationId xmlns:a16="http://schemas.microsoft.com/office/drawing/2014/main" id="{280B60FA-BE8A-4627-B479-D5DB339187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8" y="1044"/>
                <a:ext cx="82" cy="14"/>
              </a:xfrm>
              <a:custGeom>
                <a:avLst/>
                <a:gdLst>
                  <a:gd name="T0" fmla="*/ 0 w 84"/>
                  <a:gd name="T1" fmla="*/ 0 h 14"/>
                  <a:gd name="T2" fmla="*/ 16 w 84"/>
                  <a:gd name="T3" fmla="*/ 11 h 14"/>
                  <a:gd name="T4" fmla="*/ 63 w 84"/>
                  <a:gd name="T5" fmla="*/ 11 h 14"/>
                  <a:gd name="T6" fmla="*/ 78 w 84"/>
                  <a:gd name="T7" fmla="*/ 0 h 14"/>
                  <a:gd name="T8" fmla="*/ 64 w 84"/>
                  <a:gd name="T9" fmla="*/ 12 h 14"/>
                  <a:gd name="T10" fmla="*/ 16 w 84"/>
                  <a:gd name="T11" fmla="*/ 13 h 14"/>
                  <a:gd name="T12" fmla="*/ 0 w 84"/>
                  <a:gd name="T13" fmla="*/ 0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4" h="14">
                    <a:moveTo>
                      <a:pt x="0" y="0"/>
                    </a:moveTo>
                    <a:cubicBezTo>
                      <a:pt x="0" y="0"/>
                      <a:pt x="3" y="11"/>
                      <a:pt x="16" y="11"/>
                    </a:cubicBezTo>
                    <a:cubicBezTo>
                      <a:pt x="29" y="11"/>
                      <a:pt x="69" y="11"/>
                      <a:pt x="69" y="11"/>
                    </a:cubicBezTo>
                    <a:cubicBezTo>
                      <a:pt x="69" y="11"/>
                      <a:pt x="79" y="8"/>
                      <a:pt x="84" y="0"/>
                    </a:cubicBezTo>
                    <a:cubicBezTo>
                      <a:pt x="84" y="0"/>
                      <a:pt x="82" y="10"/>
                      <a:pt x="70" y="12"/>
                    </a:cubicBezTo>
                    <a:cubicBezTo>
                      <a:pt x="59" y="14"/>
                      <a:pt x="16" y="13"/>
                      <a:pt x="16" y="13"/>
                    </a:cubicBezTo>
                    <a:cubicBezTo>
                      <a:pt x="16" y="13"/>
                      <a:pt x="3" y="14"/>
                      <a:pt x="0" y="0"/>
                    </a:cubicBezTo>
                    <a:close/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9633" name="Freeform 416">
                <a:extLst>
                  <a:ext uri="{FF2B5EF4-FFF2-40B4-BE49-F238E27FC236}">
                    <a16:creationId xmlns:a16="http://schemas.microsoft.com/office/drawing/2014/main" id="{475C7992-0560-46B3-924A-C4DFCE85F0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5" y="1083"/>
                <a:ext cx="78" cy="47"/>
              </a:xfrm>
              <a:custGeom>
                <a:avLst/>
                <a:gdLst>
                  <a:gd name="T0" fmla="*/ 0 w 79"/>
                  <a:gd name="T1" fmla="*/ 5 h 48"/>
                  <a:gd name="T2" fmla="*/ 42 w 79"/>
                  <a:gd name="T3" fmla="*/ 37 h 48"/>
                  <a:gd name="T4" fmla="*/ 71 w 79"/>
                  <a:gd name="T5" fmla="*/ 42 h 48"/>
                  <a:gd name="T6" fmla="*/ 44 w 79"/>
                  <a:gd name="T7" fmla="*/ 34 h 48"/>
                  <a:gd name="T8" fmla="*/ 1 w 79"/>
                  <a:gd name="T9" fmla="*/ 0 h 48"/>
                  <a:gd name="T10" fmla="*/ 0 w 79"/>
                  <a:gd name="T11" fmla="*/ 5 h 4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9" h="48">
                    <a:moveTo>
                      <a:pt x="0" y="5"/>
                    </a:moveTo>
                    <a:cubicBezTo>
                      <a:pt x="0" y="5"/>
                      <a:pt x="11" y="32"/>
                      <a:pt x="45" y="40"/>
                    </a:cubicBezTo>
                    <a:cubicBezTo>
                      <a:pt x="79" y="48"/>
                      <a:pt x="74" y="45"/>
                      <a:pt x="74" y="45"/>
                    </a:cubicBezTo>
                    <a:cubicBezTo>
                      <a:pt x="74" y="45"/>
                      <a:pt x="58" y="42"/>
                      <a:pt x="47" y="37"/>
                    </a:cubicBezTo>
                    <a:cubicBezTo>
                      <a:pt x="35" y="33"/>
                      <a:pt x="13" y="26"/>
                      <a:pt x="1" y="0"/>
                    </a:cubicBez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9634" name="Freeform 417">
                <a:extLst>
                  <a:ext uri="{FF2B5EF4-FFF2-40B4-BE49-F238E27FC236}">
                    <a16:creationId xmlns:a16="http://schemas.microsoft.com/office/drawing/2014/main" id="{1F3012DE-06D1-4C9E-B78A-F89EB708E4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1" y="1030"/>
                <a:ext cx="70" cy="94"/>
              </a:xfrm>
              <a:custGeom>
                <a:avLst/>
                <a:gdLst>
                  <a:gd name="T0" fmla="*/ 68 w 71"/>
                  <a:gd name="T1" fmla="*/ 0 h 95"/>
                  <a:gd name="T2" fmla="*/ 0 w 71"/>
                  <a:gd name="T3" fmla="*/ 92 h 95"/>
                  <a:gd name="T4" fmla="*/ 66 w 71"/>
                  <a:gd name="T5" fmla="*/ 26 h 95"/>
                  <a:gd name="T6" fmla="*/ 68 w 71"/>
                  <a:gd name="T7" fmla="*/ 0 h 9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1" h="95">
                    <a:moveTo>
                      <a:pt x="71" y="0"/>
                    </a:moveTo>
                    <a:cubicBezTo>
                      <a:pt x="71" y="0"/>
                      <a:pt x="65" y="74"/>
                      <a:pt x="0" y="95"/>
                    </a:cubicBezTo>
                    <a:cubicBezTo>
                      <a:pt x="0" y="95"/>
                      <a:pt x="52" y="88"/>
                      <a:pt x="69" y="26"/>
                    </a:cubicBezTo>
                    <a:lnTo>
                      <a:pt x="71" y="0"/>
                    </a:lnTo>
                    <a:close/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9635" name="Freeform 418">
                <a:extLst>
                  <a:ext uri="{FF2B5EF4-FFF2-40B4-BE49-F238E27FC236}">
                    <a16:creationId xmlns:a16="http://schemas.microsoft.com/office/drawing/2014/main" id="{EC563694-301E-47AF-A409-978191C0D1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3" y="1130"/>
                <a:ext cx="54" cy="16"/>
              </a:xfrm>
              <a:custGeom>
                <a:avLst/>
                <a:gdLst>
                  <a:gd name="T0" fmla="*/ 0 w 55"/>
                  <a:gd name="T1" fmla="*/ 1 h 17"/>
                  <a:gd name="T2" fmla="*/ 52 w 55"/>
                  <a:gd name="T3" fmla="*/ 0 h 17"/>
                  <a:gd name="T4" fmla="*/ 0 w 55"/>
                  <a:gd name="T5" fmla="*/ 1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5" h="17">
                    <a:moveTo>
                      <a:pt x="0" y="1"/>
                    </a:moveTo>
                    <a:cubicBezTo>
                      <a:pt x="0" y="1"/>
                      <a:pt x="37" y="10"/>
                      <a:pt x="55" y="0"/>
                    </a:cubicBezTo>
                    <a:cubicBezTo>
                      <a:pt x="55" y="0"/>
                      <a:pt x="32" y="17"/>
                      <a:pt x="0" y="1"/>
                    </a:cubicBezTo>
                    <a:close/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9636" name="Freeform 419">
                <a:extLst>
                  <a:ext uri="{FF2B5EF4-FFF2-40B4-BE49-F238E27FC236}">
                    <a16:creationId xmlns:a16="http://schemas.microsoft.com/office/drawing/2014/main" id="{BA5398C7-3C4E-435A-9176-799468AE76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0" y="1151"/>
                <a:ext cx="26" cy="29"/>
              </a:xfrm>
              <a:custGeom>
                <a:avLst/>
                <a:gdLst>
                  <a:gd name="T0" fmla="*/ 6 w 26"/>
                  <a:gd name="T1" fmla="*/ 0 h 29"/>
                  <a:gd name="T2" fmla="*/ 26 w 26"/>
                  <a:gd name="T3" fmla="*/ 25 h 29"/>
                  <a:gd name="T4" fmla="*/ 25 w 26"/>
                  <a:gd name="T5" fmla="*/ 29 h 29"/>
                  <a:gd name="T6" fmla="*/ 6 w 26"/>
                  <a:gd name="T7" fmla="*/ 0 h 2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29">
                    <a:moveTo>
                      <a:pt x="6" y="0"/>
                    </a:moveTo>
                    <a:cubicBezTo>
                      <a:pt x="6" y="0"/>
                      <a:pt x="4" y="17"/>
                      <a:pt x="26" y="25"/>
                    </a:cubicBezTo>
                    <a:cubicBezTo>
                      <a:pt x="25" y="29"/>
                      <a:pt x="25" y="29"/>
                      <a:pt x="25" y="29"/>
                    </a:cubicBezTo>
                    <a:cubicBezTo>
                      <a:pt x="25" y="29"/>
                      <a:pt x="0" y="18"/>
                      <a:pt x="6" y="0"/>
                    </a:cubicBezTo>
                    <a:close/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9637" name="Freeform 420">
                <a:extLst>
                  <a:ext uri="{FF2B5EF4-FFF2-40B4-BE49-F238E27FC236}">
                    <a16:creationId xmlns:a16="http://schemas.microsoft.com/office/drawing/2014/main" id="{67F4F874-8F14-41E5-8D91-50A60B5A9F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1" y="3698"/>
                <a:ext cx="360" cy="156"/>
              </a:xfrm>
              <a:custGeom>
                <a:avLst/>
                <a:gdLst>
                  <a:gd name="T0" fmla="*/ 332 w 366"/>
                  <a:gd name="T1" fmla="*/ 0 h 159"/>
                  <a:gd name="T2" fmla="*/ 341 w 366"/>
                  <a:gd name="T3" fmla="*/ 57 h 159"/>
                  <a:gd name="T4" fmla="*/ 339 w 366"/>
                  <a:gd name="T5" fmla="*/ 84 h 159"/>
                  <a:gd name="T6" fmla="*/ 270 w 366"/>
                  <a:gd name="T7" fmla="*/ 105 h 159"/>
                  <a:gd name="T8" fmla="*/ 239 w 366"/>
                  <a:gd name="T9" fmla="*/ 94 h 159"/>
                  <a:gd name="T10" fmla="*/ 205 w 366"/>
                  <a:gd name="T11" fmla="*/ 122 h 159"/>
                  <a:gd name="T12" fmla="*/ 88 w 366"/>
                  <a:gd name="T13" fmla="*/ 148 h 159"/>
                  <a:gd name="T14" fmla="*/ 13 w 366"/>
                  <a:gd name="T15" fmla="*/ 131 h 159"/>
                  <a:gd name="T16" fmla="*/ 8 w 366"/>
                  <a:gd name="T17" fmla="*/ 113 h 159"/>
                  <a:gd name="T18" fmla="*/ 43 w 366"/>
                  <a:gd name="T19" fmla="*/ 86 h 159"/>
                  <a:gd name="T20" fmla="*/ 93 w 366"/>
                  <a:gd name="T21" fmla="*/ 41 h 159"/>
                  <a:gd name="T22" fmla="*/ 133 w 366"/>
                  <a:gd name="T23" fmla="*/ 5 h 159"/>
                  <a:gd name="T24" fmla="*/ 208 w 366"/>
                  <a:gd name="T25" fmla="*/ 26 h 159"/>
                  <a:gd name="T26" fmla="*/ 290 w 366"/>
                  <a:gd name="T27" fmla="*/ 22 h 159"/>
                  <a:gd name="T28" fmla="*/ 332 w 366"/>
                  <a:gd name="T29" fmla="*/ 0 h 159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366" h="159">
                    <a:moveTo>
                      <a:pt x="350" y="0"/>
                    </a:moveTo>
                    <a:cubicBezTo>
                      <a:pt x="350" y="0"/>
                      <a:pt x="366" y="41"/>
                      <a:pt x="359" y="60"/>
                    </a:cubicBezTo>
                    <a:cubicBezTo>
                      <a:pt x="359" y="60"/>
                      <a:pt x="355" y="81"/>
                      <a:pt x="357" y="90"/>
                    </a:cubicBezTo>
                    <a:cubicBezTo>
                      <a:pt x="284" y="111"/>
                      <a:pt x="284" y="111"/>
                      <a:pt x="284" y="111"/>
                    </a:cubicBezTo>
                    <a:cubicBezTo>
                      <a:pt x="251" y="100"/>
                      <a:pt x="251" y="100"/>
                      <a:pt x="251" y="100"/>
                    </a:cubicBezTo>
                    <a:cubicBezTo>
                      <a:pt x="251" y="100"/>
                      <a:pt x="233" y="115"/>
                      <a:pt x="215" y="128"/>
                    </a:cubicBezTo>
                    <a:cubicBezTo>
                      <a:pt x="197" y="142"/>
                      <a:pt x="127" y="159"/>
                      <a:pt x="91" y="157"/>
                    </a:cubicBezTo>
                    <a:cubicBezTo>
                      <a:pt x="54" y="155"/>
                      <a:pt x="13" y="140"/>
                      <a:pt x="13" y="140"/>
                    </a:cubicBezTo>
                    <a:cubicBezTo>
                      <a:pt x="13" y="140"/>
                      <a:pt x="0" y="125"/>
                      <a:pt x="8" y="119"/>
                    </a:cubicBezTo>
                    <a:cubicBezTo>
                      <a:pt x="16" y="114"/>
                      <a:pt x="32" y="105"/>
                      <a:pt x="46" y="92"/>
                    </a:cubicBezTo>
                    <a:cubicBezTo>
                      <a:pt x="60" y="78"/>
                      <a:pt x="93" y="51"/>
                      <a:pt x="99" y="44"/>
                    </a:cubicBezTo>
                    <a:cubicBezTo>
                      <a:pt x="106" y="36"/>
                      <a:pt x="139" y="5"/>
                      <a:pt x="139" y="5"/>
                    </a:cubicBezTo>
                    <a:cubicBezTo>
                      <a:pt x="139" y="5"/>
                      <a:pt x="188" y="4"/>
                      <a:pt x="219" y="28"/>
                    </a:cubicBezTo>
                    <a:cubicBezTo>
                      <a:pt x="249" y="52"/>
                      <a:pt x="285" y="40"/>
                      <a:pt x="305" y="22"/>
                    </a:cubicBezTo>
                    <a:cubicBezTo>
                      <a:pt x="325" y="3"/>
                      <a:pt x="350" y="0"/>
                      <a:pt x="350" y="0"/>
                    </a:cubicBezTo>
                    <a:close/>
                  </a:path>
                </a:pathLst>
              </a:custGeom>
              <a:solidFill>
                <a:srgbClr val="7C53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9638" name="Freeform 421">
                <a:extLst>
                  <a:ext uri="{FF2B5EF4-FFF2-40B4-BE49-F238E27FC236}">
                    <a16:creationId xmlns:a16="http://schemas.microsoft.com/office/drawing/2014/main" id="{02DD69EF-B34C-4A21-BC08-F22176EFEB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1" y="3698"/>
                <a:ext cx="360" cy="156"/>
              </a:xfrm>
              <a:custGeom>
                <a:avLst/>
                <a:gdLst>
                  <a:gd name="T0" fmla="*/ 332 w 366"/>
                  <a:gd name="T1" fmla="*/ 0 h 159"/>
                  <a:gd name="T2" fmla="*/ 341 w 366"/>
                  <a:gd name="T3" fmla="*/ 57 h 159"/>
                  <a:gd name="T4" fmla="*/ 339 w 366"/>
                  <a:gd name="T5" fmla="*/ 84 h 159"/>
                  <a:gd name="T6" fmla="*/ 270 w 366"/>
                  <a:gd name="T7" fmla="*/ 105 h 159"/>
                  <a:gd name="T8" fmla="*/ 239 w 366"/>
                  <a:gd name="T9" fmla="*/ 94 h 159"/>
                  <a:gd name="T10" fmla="*/ 205 w 366"/>
                  <a:gd name="T11" fmla="*/ 122 h 159"/>
                  <a:gd name="T12" fmla="*/ 88 w 366"/>
                  <a:gd name="T13" fmla="*/ 148 h 159"/>
                  <a:gd name="T14" fmla="*/ 13 w 366"/>
                  <a:gd name="T15" fmla="*/ 131 h 159"/>
                  <a:gd name="T16" fmla="*/ 8 w 366"/>
                  <a:gd name="T17" fmla="*/ 113 h 159"/>
                  <a:gd name="T18" fmla="*/ 43 w 366"/>
                  <a:gd name="T19" fmla="*/ 86 h 159"/>
                  <a:gd name="T20" fmla="*/ 93 w 366"/>
                  <a:gd name="T21" fmla="*/ 41 h 159"/>
                  <a:gd name="T22" fmla="*/ 133 w 366"/>
                  <a:gd name="T23" fmla="*/ 5 h 159"/>
                  <a:gd name="T24" fmla="*/ 208 w 366"/>
                  <a:gd name="T25" fmla="*/ 26 h 159"/>
                  <a:gd name="T26" fmla="*/ 290 w 366"/>
                  <a:gd name="T27" fmla="*/ 22 h 159"/>
                  <a:gd name="T28" fmla="*/ 332 w 366"/>
                  <a:gd name="T29" fmla="*/ 0 h 159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366" h="159">
                    <a:moveTo>
                      <a:pt x="350" y="0"/>
                    </a:moveTo>
                    <a:cubicBezTo>
                      <a:pt x="350" y="0"/>
                      <a:pt x="366" y="41"/>
                      <a:pt x="359" y="60"/>
                    </a:cubicBezTo>
                    <a:cubicBezTo>
                      <a:pt x="359" y="60"/>
                      <a:pt x="355" y="81"/>
                      <a:pt x="357" y="90"/>
                    </a:cubicBezTo>
                    <a:cubicBezTo>
                      <a:pt x="284" y="111"/>
                      <a:pt x="284" y="111"/>
                      <a:pt x="284" y="111"/>
                    </a:cubicBezTo>
                    <a:cubicBezTo>
                      <a:pt x="251" y="100"/>
                      <a:pt x="251" y="100"/>
                      <a:pt x="251" y="100"/>
                    </a:cubicBezTo>
                    <a:cubicBezTo>
                      <a:pt x="251" y="100"/>
                      <a:pt x="233" y="115"/>
                      <a:pt x="215" y="128"/>
                    </a:cubicBezTo>
                    <a:cubicBezTo>
                      <a:pt x="197" y="142"/>
                      <a:pt x="127" y="159"/>
                      <a:pt x="91" y="157"/>
                    </a:cubicBezTo>
                    <a:cubicBezTo>
                      <a:pt x="54" y="155"/>
                      <a:pt x="13" y="140"/>
                      <a:pt x="13" y="140"/>
                    </a:cubicBezTo>
                    <a:cubicBezTo>
                      <a:pt x="13" y="140"/>
                      <a:pt x="0" y="125"/>
                      <a:pt x="8" y="119"/>
                    </a:cubicBezTo>
                    <a:cubicBezTo>
                      <a:pt x="16" y="114"/>
                      <a:pt x="32" y="105"/>
                      <a:pt x="46" y="92"/>
                    </a:cubicBezTo>
                    <a:cubicBezTo>
                      <a:pt x="60" y="78"/>
                      <a:pt x="93" y="51"/>
                      <a:pt x="99" y="44"/>
                    </a:cubicBezTo>
                    <a:cubicBezTo>
                      <a:pt x="106" y="36"/>
                      <a:pt x="139" y="5"/>
                      <a:pt x="139" y="5"/>
                    </a:cubicBezTo>
                    <a:cubicBezTo>
                      <a:pt x="139" y="5"/>
                      <a:pt x="188" y="4"/>
                      <a:pt x="219" y="28"/>
                    </a:cubicBezTo>
                    <a:cubicBezTo>
                      <a:pt x="249" y="52"/>
                      <a:pt x="285" y="40"/>
                      <a:pt x="305" y="22"/>
                    </a:cubicBezTo>
                    <a:cubicBezTo>
                      <a:pt x="325" y="3"/>
                      <a:pt x="350" y="0"/>
                      <a:pt x="350" y="0"/>
                    </a:cubicBezTo>
                    <a:close/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9639" name="Freeform 422">
                <a:extLst>
                  <a:ext uri="{FF2B5EF4-FFF2-40B4-BE49-F238E27FC236}">
                    <a16:creationId xmlns:a16="http://schemas.microsoft.com/office/drawing/2014/main" id="{393CD8CC-EC7C-4ACB-88A9-FD250F9913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6" y="3719"/>
                <a:ext cx="101" cy="38"/>
              </a:xfrm>
              <a:custGeom>
                <a:avLst/>
                <a:gdLst>
                  <a:gd name="T0" fmla="*/ 99 w 102"/>
                  <a:gd name="T1" fmla="*/ 6 h 38"/>
                  <a:gd name="T2" fmla="*/ 70 w 102"/>
                  <a:gd name="T3" fmla="*/ 38 h 38"/>
                  <a:gd name="T4" fmla="*/ 0 w 102"/>
                  <a:gd name="T5" fmla="*/ 2 h 3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2" h="38">
                    <a:moveTo>
                      <a:pt x="102" y="6"/>
                    </a:moveTo>
                    <a:cubicBezTo>
                      <a:pt x="73" y="38"/>
                      <a:pt x="73" y="38"/>
                      <a:pt x="73" y="38"/>
                    </a:cubicBezTo>
                    <a:cubicBezTo>
                      <a:pt x="73" y="38"/>
                      <a:pt x="45" y="0"/>
                      <a:pt x="0" y="2"/>
                    </a:cubicBezTo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9640" name="Freeform 423">
                <a:extLst>
                  <a:ext uri="{FF2B5EF4-FFF2-40B4-BE49-F238E27FC236}">
                    <a16:creationId xmlns:a16="http://schemas.microsoft.com/office/drawing/2014/main" id="{F6912F5E-7886-42D5-B0EC-3B3CB5F092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7" y="3766"/>
                <a:ext cx="347" cy="73"/>
              </a:xfrm>
              <a:custGeom>
                <a:avLst/>
                <a:gdLst>
                  <a:gd name="T0" fmla="*/ 0 w 352"/>
                  <a:gd name="T1" fmla="*/ 48 h 74"/>
                  <a:gd name="T2" fmla="*/ 51 w 352"/>
                  <a:gd name="T3" fmla="*/ 64 h 74"/>
                  <a:gd name="T4" fmla="*/ 187 w 352"/>
                  <a:gd name="T5" fmla="*/ 49 h 74"/>
                  <a:gd name="T6" fmla="*/ 278 w 352"/>
                  <a:gd name="T7" fmla="*/ 17 h 74"/>
                  <a:gd name="T8" fmla="*/ 337 w 352"/>
                  <a:gd name="T9" fmla="*/ 0 h 7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2" h="74">
                    <a:moveTo>
                      <a:pt x="0" y="51"/>
                    </a:moveTo>
                    <a:cubicBezTo>
                      <a:pt x="0" y="51"/>
                      <a:pt x="16" y="63"/>
                      <a:pt x="54" y="67"/>
                    </a:cubicBezTo>
                    <a:cubicBezTo>
                      <a:pt x="92" y="72"/>
                      <a:pt x="151" y="74"/>
                      <a:pt x="196" y="52"/>
                    </a:cubicBezTo>
                    <a:cubicBezTo>
                      <a:pt x="241" y="31"/>
                      <a:pt x="263" y="20"/>
                      <a:pt x="290" y="17"/>
                    </a:cubicBezTo>
                    <a:cubicBezTo>
                      <a:pt x="318" y="15"/>
                      <a:pt x="342" y="10"/>
                      <a:pt x="352" y="0"/>
                    </a:cubicBezTo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9641" name="Line 424">
                <a:extLst>
                  <a:ext uri="{FF2B5EF4-FFF2-40B4-BE49-F238E27FC236}">
                    <a16:creationId xmlns:a16="http://schemas.microsoft.com/office/drawing/2014/main" id="{91EAB050-DC9B-4FFC-BA93-4F370CD11AF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211" y="3785"/>
                <a:ext cx="1" cy="22"/>
              </a:xfrm>
              <a:prstGeom prst="line">
                <a:avLst/>
              </a:prstGeom>
              <a:noFill/>
              <a:ln w="3175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9642" name="Freeform 425">
                <a:extLst>
                  <a:ext uri="{FF2B5EF4-FFF2-40B4-BE49-F238E27FC236}">
                    <a16:creationId xmlns:a16="http://schemas.microsoft.com/office/drawing/2014/main" id="{C0047DE1-A8DA-4BE7-99C1-274D4C0749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0" y="3719"/>
                <a:ext cx="323" cy="206"/>
              </a:xfrm>
              <a:custGeom>
                <a:avLst/>
                <a:gdLst>
                  <a:gd name="T0" fmla="*/ 173 w 328"/>
                  <a:gd name="T1" fmla="*/ 0 h 209"/>
                  <a:gd name="T2" fmla="*/ 209 w 328"/>
                  <a:gd name="T3" fmla="*/ 47 h 209"/>
                  <a:gd name="T4" fmla="*/ 232 w 328"/>
                  <a:gd name="T5" fmla="*/ 82 h 209"/>
                  <a:gd name="T6" fmla="*/ 252 w 328"/>
                  <a:gd name="T7" fmla="*/ 102 h 209"/>
                  <a:gd name="T8" fmla="*/ 285 w 328"/>
                  <a:gd name="T9" fmla="*/ 124 h 209"/>
                  <a:gd name="T10" fmla="*/ 308 w 328"/>
                  <a:gd name="T11" fmla="*/ 153 h 209"/>
                  <a:gd name="T12" fmla="*/ 285 w 328"/>
                  <a:gd name="T13" fmla="*/ 177 h 209"/>
                  <a:gd name="T14" fmla="*/ 215 w 328"/>
                  <a:gd name="T15" fmla="*/ 191 h 209"/>
                  <a:gd name="T16" fmla="*/ 160 w 328"/>
                  <a:gd name="T17" fmla="*/ 175 h 209"/>
                  <a:gd name="T18" fmla="*/ 99 w 328"/>
                  <a:gd name="T19" fmla="*/ 118 h 209"/>
                  <a:gd name="T20" fmla="*/ 84 w 328"/>
                  <a:gd name="T21" fmla="*/ 103 h 209"/>
                  <a:gd name="T22" fmla="*/ 67 w 328"/>
                  <a:gd name="T23" fmla="*/ 113 h 209"/>
                  <a:gd name="T24" fmla="*/ 16 w 328"/>
                  <a:gd name="T25" fmla="*/ 88 h 209"/>
                  <a:gd name="T26" fmla="*/ 15 w 328"/>
                  <a:gd name="T27" fmla="*/ 72 h 209"/>
                  <a:gd name="T28" fmla="*/ 14 w 328"/>
                  <a:gd name="T29" fmla="*/ 23 h 209"/>
                  <a:gd name="T30" fmla="*/ 90 w 328"/>
                  <a:gd name="T31" fmla="*/ 47 h 209"/>
                  <a:gd name="T32" fmla="*/ 110 w 328"/>
                  <a:gd name="T33" fmla="*/ 27 h 209"/>
                  <a:gd name="T34" fmla="*/ 172 w 328"/>
                  <a:gd name="T35" fmla="*/ 0 h 209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328" h="209">
                    <a:moveTo>
                      <a:pt x="182" y="0"/>
                    </a:moveTo>
                    <a:cubicBezTo>
                      <a:pt x="182" y="0"/>
                      <a:pt x="208" y="33"/>
                      <a:pt x="218" y="50"/>
                    </a:cubicBezTo>
                    <a:cubicBezTo>
                      <a:pt x="227" y="66"/>
                      <a:pt x="239" y="79"/>
                      <a:pt x="244" y="85"/>
                    </a:cubicBezTo>
                    <a:cubicBezTo>
                      <a:pt x="249" y="91"/>
                      <a:pt x="255" y="102"/>
                      <a:pt x="264" y="107"/>
                    </a:cubicBezTo>
                    <a:cubicBezTo>
                      <a:pt x="273" y="111"/>
                      <a:pt x="290" y="125"/>
                      <a:pt x="298" y="130"/>
                    </a:cubicBezTo>
                    <a:cubicBezTo>
                      <a:pt x="328" y="150"/>
                      <a:pt x="323" y="159"/>
                      <a:pt x="323" y="159"/>
                    </a:cubicBezTo>
                    <a:cubicBezTo>
                      <a:pt x="323" y="159"/>
                      <a:pt x="309" y="182"/>
                      <a:pt x="298" y="186"/>
                    </a:cubicBezTo>
                    <a:cubicBezTo>
                      <a:pt x="287" y="190"/>
                      <a:pt x="237" y="199"/>
                      <a:pt x="224" y="200"/>
                    </a:cubicBezTo>
                    <a:cubicBezTo>
                      <a:pt x="212" y="200"/>
                      <a:pt x="192" y="209"/>
                      <a:pt x="167" y="184"/>
                    </a:cubicBezTo>
                    <a:cubicBezTo>
                      <a:pt x="142" y="160"/>
                      <a:pt x="115" y="135"/>
                      <a:pt x="105" y="124"/>
                    </a:cubicBezTo>
                    <a:cubicBezTo>
                      <a:pt x="97" y="115"/>
                      <a:pt x="87" y="109"/>
                      <a:pt x="87" y="109"/>
                    </a:cubicBezTo>
                    <a:cubicBezTo>
                      <a:pt x="70" y="119"/>
                      <a:pt x="70" y="119"/>
                      <a:pt x="70" y="119"/>
                    </a:cubicBezTo>
                    <a:cubicBezTo>
                      <a:pt x="70" y="119"/>
                      <a:pt x="22" y="102"/>
                      <a:pt x="16" y="91"/>
                    </a:cubicBezTo>
                    <a:cubicBezTo>
                      <a:pt x="15" y="75"/>
                      <a:pt x="15" y="75"/>
                      <a:pt x="15" y="75"/>
                    </a:cubicBezTo>
                    <a:cubicBezTo>
                      <a:pt x="15" y="75"/>
                      <a:pt x="0" y="47"/>
                      <a:pt x="14" y="23"/>
                    </a:cubicBezTo>
                    <a:cubicBezTo>
                      <a:pt x="14" y="23"/>
                      <a:pt x="72" y="51"/>
                      <a:pt x="93" y="50"/>
                    </a:cubicBezTo>
                    <a:cubicBezTo>
                      <a:pt x="113" y="49"/>
                      <a:pt x="116" y="27"/>
                      <a:pt x="116" y="27"/>
                    </a:cubicBezTo>
                    <a:cubicBezTo>
                      <a:pt x="181" y="0"/>
                      <a:pt x="181" y="0"/>
                      <a:pt x="181" y="0"/>
                    </a:cubicBezTo>
                  </a:path>
                </a:pathLst>
              </a:custGeom>
              <a:solidFill>
                <a:srgbClr val="7C53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9643" name="Freeform 426">
                <a:extLst>
                  <a:ext uri="{FF2B5EF4-FFF2-40B4-BE49-F238E27FC236}">
                    <a16:creationId xmlns:a16="http://schemas.microsoft.com/office/drawing/2014/main" id="{3D9E495C-5B46-46E3-933B-93A77F1B02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0" y="3719"/>
                <a:ext cx="323" cy="206"/>
              </a:xfrm>
              <a:custGeom>
                <a:avLst/>
                <a:gdLst>
                  <a:gd name="T0" fmla="*/ 173 w 328"/>
                  <a:gd name="T1" fmla="*/ 0 h 209"/>
                  <a:gd name="T2" fmla="*/ 209 w 328"/>
                  <a:gd name="T3" fmla="*/ 47 h 209"/>
                  <a:gd name="T4" fmla="*/ 232 w 328"/>
                  <a:gd name="T5" fmla="*/ 82 h 209"/>
                  <a:gd name="T6" fmla="*/ 252 w 328"/>
                  <a:gd name="T7" fmla="*/ 102 h 209"/>
                  <a:gd name="T8" fmla="*/ 285 w 328"/>
                  <a:gd name="T9" fmla="*/ 124 h 209"/>
                  <a:gd name="T10" fmla="*/ 308 w 328"/>
                  <a:gd name="T11" fmla="*/ 153 h 209"/>
                  <a:gd name="T12" fmla="*/ 285 w 328"/>
                  <a:gd name="T13" fmla="*/ 177 h 209"/>
                  <a:gd name="T14" fmla="*/ 215 w 328"/>
                  <a:gd name="T15" fmla="*/ 191 h 209"/>
                  <a:gd name="T16" fmla="*/ 160 w 328"/>
                  <a:gd name="T17" fmla="*/ 175 h 209"/>
                  <a:gd name="T18" fmla="*/ 99 w 328"/>
                  <a:gd name="T19" fmla="*/ 118 h 209"/>
                  <a:gd name="T20" fmla="*/ 84 w 328"/>
                  <a:gd name="T21" fmla="*/ 103 h 209"/>
                  <a:gd name="T22" fmla="*/ 67 w 328"/>
                  <a:gd name="T23" fmla="*/ 113 h 209"/>
                  <a:gd name="T24" fmla="*/ 16 w 328"/>
                  <a:gd name="T25" fmla="*/ 88 h 209"/>
                  <a:gd name="T26" fmla="*/ 15 w 328"/>
                  <a:gd name="T27" fmla="*/ 72 h 209"/>
                  <a:gd name="T28" fmla="*/ 14 w 328"/>
                  <a:gd name="T29" fmla="*/ 23 h 209"/>
                  <a:gd name="T30" fmla="*/ 90 w 328"/>
                  <a:gd name="T31" fmla="*/ 47 h 209"/>
                  <a:gd name="T32" fmla="*/ 110 w 328"/>
                  <a:gd name="T33" fmla="*/ 27 h 209"/>
                  <a:gd name="T34" fmla="*/ 172 w 328"/>
                  <a:gd name="T35" fmla="*/ 0 h 209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328" h="209">
                    <a:moveTo>
                      <a:pt x="182" y="0"/>
                    </a:moveTo>
                    <a:cubicBezTo>
                      <a:pt x="182" y="0"/>
                      <a:pt x="208" y="33"/>
                      <a:pt x="218" y="50"/>
                    </a:cubicBezTo>
                    <a:cubicBezTo>
                      <a:pt x="227" y="66"/>
                      <a:pt x="239" y="79"/>
                      <a:pt x="244" y="85"/>
                    </a:cubicBezTo>
                    <a:cubicBezTo>
                      <a:pt x="249" y="91"/>
                      <a:pt x="255" y="102"/>
                      <a:pt x="264" y="107"/>
                    </a:cubicBezTo>
                    <a:cubicBezTo>
                      <a:pt x="273" y="111"/>
                      <a:pt x="290" y="125"/>
                      <a:pt x="298" y="130"/>
                    </a:cubicBezTo>
                    <a:cubicBezTo>
                      <a:pt x="328" y="150"/>
                      <a:pt x="323" y="159"/>
                      <a:pt x="323" y="159"/>
                    </a:cubicBezTo>
                    <a:cubicBezTo>
                      <a:pt x="323" y="159"/>
                      <a:pt x="309" y="182"/>
                      <a:pt x="298" y="186"/>
                    </a:cubicBezTo>
                    <a:cubicBezTo>
                      <a:pt x="287" y="190"/>
                      <a:pt x="237" y="199"/>
                      <a:pt x="224" y="200"/>
                    </a:cubicBezTo>
                    <a:cubicBezTo>
                      <a:pt x="212" y="200"/>
                      <a:pt x="192" y="209"/>
                      <a:pt x="167" y="184"/>
                    </a:cubicBezTo>
                    <a:cubicBezTo>
                      <a:pt x="142" y="160"/>
                      <a:pt x="115" y="135"/>
                      <a:pt x="105" y="124"/>
                    </a:cubicBezTo>
                    <a:cubicBezTo>
                      <a:pt x="97" y="115"/>
                      <a:pt x="87" y="109"/>
                      <a:pt x="87" y="109"/>
                    </a:cubicBezTo>
                    <a:cubicBezTo>
                      <a:pt x="70" y="119"/>
                      <a:pt x="70" y="119"/>
                      <a:pt x="70" y="119"/>
                    </a:cubicBezTo>
                    <a:cubicBezTo>
                      <a:pt x="70" y="119"/>
                      <a:pt x="22" y="102"/>
                      <a:pt x="16" y="91"/>
                    </a:cubicBezTo>
                    <a:cubicBezTo>
                      <a:pt x="15" y="75"/>
                      <a:pt x="15" y="75"/>
                      <a:pt x="15" y="75"/>
                    </a:cubicBezTo>
                    <a:cubicBezTo>
                      <a:pt x="15" y="75"/>
                      <a:pt x="0" y="47"/>
                      <a:pt x="14" y="23"/>
                    </a:cubicBezTo>
                    <a:cubicBezTo>
                      <a:pt x="14" y="23"/>
                      <a:pt x="72" y="51"/>
                      <a:pt x="93" y="50"/>
                    </a:cubicBezTo>
                    <a:cubicBezTo>
                      <a:pt x="113" y="49"/>
                      <a:pt x="116" y="27"/>
                      <a:pt x="116" y="27"/>
                    </a:cubicBezTo>
                    <a:cubicBezTo>
                      <a:pt x="181" y="0"/>
                      <a:pt x="181" y="0"/>
                      <a:pt x="181" y="0"/>
                    </a:cubicBezTo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9644" name="Freeform 427">
                <a:extLst>
                  <a:ext uri="{FF2B5EF4-FFF2-40B4-BE49-F238E27FC236}">
                    <a16:creationId xmlns:a16="http://schemas.microsoft.com/office/drawing/2014/main" id="{45A9459F-6CB3-4F6E-B3FB-0E037CC252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0" y="3752"/>
                <a:ext cx="95" cy="31"/>
              </a:xfrm>
              <a:custGeom>
                <a:avLst/>
                <a:gdLst>
                  <a:gd name="T0" fmla="*/ 0 w 96"/>
                  <a:gd name="T1" fmla="*/ 5 h 32"/>
                  <a:gd name="T2" fmla="*/ 25 w 96"/>
                  <a:gd name="T3" fmla="*/ 29 h 32"/>
                  <a:gd name="T4" fmla="*/ 93 w 96"/>
                  <a:gd name="T5" fmla="*/ 0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6" h="32">
                    <a:moveTo>
                      <a:pt x="0" y="5"/>
                    </a:moveTo>
                    <a:cubicBezTo>
                      <a:pt x="25" y="32"/>
                      <a:pt x="25" y="32"/>
                      <a:pt x="25" y="32"/>
                    </a:cubicBezTo>
                    <a:cubicBezTo>
                      <a:pt x="25" y="32"/>
                      <a:pt x="49" y="1"/>
                      <a:pt x="96" y="0"/>
                    </a:cubicBezTo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9645" name="Freeform 428">
                <a:extLst>
                  <a:ext uri="{FF2B5EF4-FFF2-40B4-BE49-F238E27FC236}">
                    <a16:creationId xmlns:a16="http://schemas.microsoft.com/office/drawing/2014/main" id="{C6AA81F2-AD73-4AB4-BBC6-8F95B81E24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5" y="3793"/>
                <a:ext cx="303" cy="118"/>
              </a:xfrm>
              <a:custGeom>
                <a:avLst/>
                <a:gdLst>
                  <a:gd name="T0" fmla="*/ 293 w 308"/>
                  <a:gd name="T1" fmla="*/ 81 h 120"/>
                  <a:gd name="T2" fmla="*/ 228 w 308"/>
                  <a:gd name="T3" fmla="*/ 106 h 120"/>
                  <a:gd name="T4" fmla="*/ 152 w 308"/>
                  <a:gd name="T5" fmla="*/ 100 h 120"/>
                  <a:gd name="T6" fmla="*/ 64 w 308"/>
                  <a:gd name="T7" fmla="*/ 30 h 120"/>
                  <a:gd name="T8" fmla="*/ 0 w 308"/>
                  <a:gd name="T9" fmla="*/ 0 h 1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8" h="120">
                    <a:moveTo>
                      <a:pt x="308" y="84"/>
                    </a:moveTo>
                    <a:cubicBezTo>
                      <a:pt x="308" y="84"/>
                      <a:pt x="279" y="108"/>
                      <a:pt x="240" y="112"/>
                    </a:cubicBezTo>
                    <a:cubicBezTo>
                      <a:pt x="199" y="116"/>
                      <a:pt x="186" y="120"/>
                      <a:pt x="161" y="106"/>
                    </a:cubicBezTo>
                    <a:cubicBezTo>
                      <a:pt x="137" y="92"/>
                      <a:pt x="89" y="40"/>
                      <a:pt x="67" y="31"/>
                    </a:cubicBezTo>
                    <a:cubicBezTo>
                      <a:pt x="44" y="22"/>
                      <a:pt x="9" y="13"/>
                      <a:pt x="0" y="0"/>
                    </a:cubicBezTo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9646" name="Line 429">
                <a:extLst>
                  <a:ext uri="{FF2B5EF4-FFF2-40B4-BE49-F238E27FC236}">
                    <a16:creationId xmlns:a16="http://schemas.microsoft.com/office/drawing/2014/main" id="{69360A9F-933A-4EAB-986C-15413B1222D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669" y="3820"/>
                <a:ext cx="1" cy="16"/>
              </a:xfrm>
              <a:prstGeom prst="line">
                <a:avLst/>
              </a:prstGeom>
              <a:noFill/>
              <a:ln w="3175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9647" name="Freeform 430">
                <a:extLst>
                  <a:ext uri="{FF2B5EF4-FFF2-40B4-BE49-F238E27FC236}">
                    <a16:creationId xmlns:a16="http://schemas.microsoft.com/office/drawing/2014/main" id="{6820986D-E969-49D0-A73D-1BCDBC6F64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8" y="1997"/>
                <a:ext cx="795" cy="1766"/>
              </a:xfrm>
              <a:custGeom>
                <a:avLst/>
                <a:gdLst>
                  <a:gd name="T0" fmla="*/ 56 w 807"/>
                  <a:gd name="T1" fmla="*/ 0 h 1795"/>
                  <a:gd name="T2" fmla="*/ 576 w 807"/>
                  <a:gd name="T3" fmla="*/ 49 h 1795"/>
                  <a:gd name="T4" fmla="*/ 684 w 807"/>
                  <a:gd name="T5" fmla="*/ 787 h 1795"/>
                  <a:gd name="T6" fmla="*/ 700 w 807"/>
                  <a:gd name="T7" fmla="*/ 1035 h 1795"/>
                  <a:gd name="T8" fmla="*/ 734 w 807"/>
                  <a:gd name="T9" fmla="*/ 1223 h 1795"/>
                  <a:gd name="T10" fmla="*/ 751 w 807"/>
                  <a:gd name="T11" fmla="*/ 1504 h 1795"/>
                  <a:gd name="T12" fmla="*/ 771 w 807"/>
                  <a:gd name="T13" fmla="*/ 1659 h 1795"/>
                  <a:gd name="T14" fmla="*/ 657 w 807"/>
                  <a:gd name="T15" fmla="*/ 1703 h 1795"/>
                  <a:gd name="T16" fmla="*/ 541 w 807"/>
                  <a:gd name="T17" fmla="*/ 1669 h 1795"/>
                  <a:gd name="T18" fmla="*/ 534 w 807"/>
                  <a:gd name="T19" fmla="*/ 1538 h 1795"/>
                  <a:gd name="T20" fmla="*/ 523 w 807"/>
                  <a:gd name="T21" fmla="*/ 1405 h 1795"/>
                  <a:gd name="T22" fmla="*/ 517 w 807"/>
                  <a:gd name="T23" fmla="*/ 1336 h 1795"/>
                  <a:gd name="T24" fmla="*/ 485 w 807"/>
                  <a:gd name="T25" fmla="*/ 1215 h 1795"/>
                  <a:gd name="T26" fmla="*/ 460 w 807"/>
                  <a:gd name="T27" fmla="*/ 1053 h 1795"/>
                  <a:gd name="T28" fmla="*/ 443 w 807"/>
                  <a:gd name="T29" fmla="*/ 953 h 1795"/>
                  <a:gd name="T30" fmla="*/ 412 w 807"/>
                  <a:gd name="T31" fmla="*/ 793 h 1795"/>
                  <a:gd name="T32" fmla="*/ 374 w 807"/>
                  <a:gd name="T33" fmla="*/ 612 h 1795"/>
                  <a:gd name="T34" fmla="*/ 323 w 807"/>
                  <a:gd name="T35" fmla="*/ 422 h 1795"/>
                  <a:gd name="T36" fmla="*/ 294 w 807"/>
                  <a:gd name="T37" fmla="*/ 660 h 1795"/>
                  <a:gd name="T38" fmla="*/ 290 w 807"/>
                  <a:gd name="T39" fmla="*/ 842 h 1795"/>
                  <a:gd name="T40" fmla="*/ 270 w 807"/>
                  <a:gd name="T41" fmla="*/ 948 h 1795"/>
                  <a:gd name="T42" fmla="*/ 265 w 807"/>
                  <a:gd name="T43" fmla="*/ 1045 h 1795"/>
                  <a:gd name="T44" fmla="*/ 273 w 807"/>
                  <a:gd name="T45" fmla="*/ 1254 h 1795"/>
                  <a:gd name="T46" fmla="*/ 284 w 807"/>
                  <a:gd name="T47" fmla="*/ 1505 h 1795"/>
                  <a:gd name="T48" fmla="*/ 281 w 807"/>
                  <a:gd name="T49" fmla="*/ 1651 h 1795"/>
                  <a:gd name="T50" fmla="*/ 170 w 807"/>
                  <a:gd name="T51" fmla="*/ 1668 h 1795"/>
                  <a:gd name="T52" fmla="*/ 38 w 807"/>
                  <a:gd name="T53" fmla="*/ 1641 h 1795"/>
                  <a:gd name="T54" fmla="*/ 31 w 807"/>
                  <a:gd name="T55" fmla="*/ 1473 h 1795"/>
                  <a:gd name="T56" fmla="*/ 27 w 807"/>
                  <a:gd name="T57" fmla="*/ 1286 h 1795"/>
                  <a:gd name="T58" fmla="*/ 23 w 807"/>
                  <a:gd name="T59" fmla="*/ 1161 h 1795"/>
                  <a:gd name="T60" fmla="*/ 24 w 807"/>
                  <a:gd name="T61" fmla="*/ 1063 h 1795"/>
                  <a:gd name="T62" fmla="*/ 19 w 807"/>
                  <a:gd name="T63" fmla="*/ 980 h 1795"/>
                  <a:gd name="T64" fmla="*/ 20 w 807"/>
                  <a:gd name="T65" fmla="*/ 860 h 1795"/>
                  <a:gd name="T66" fmla="*/ 18 w 807"/>
                  <a:gd name="T67" fmla="*/ 761 h 1795"/>
                  <a:gd name="T68" fmla="*/ 0 w 807"/>
                  <a:gd name="T69" fmla="*/ 255 h 1795"/>
                  <a:gd name="T70" fmla="*/ 56 w 807"/>
                  <a:gd name="T71" fmla="*/ 0 h 1795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807" h="1795">
                    <a:moveTo>
                      <a:pt x="59" y="0"/>
                    </a:moveTo>
                    <a:cubicBezTo>
                      <a:pt x="603" y="52"/>
                      <a:pt x="603" y="52"/>
                      <a:pt x="603" y="52"/>
                    </a:cubicBezTo>
                    <a:cubicBezTo>
                      <a:pt x="603" y="52"/>
                      <a:pt x="715" y="707"/>
                      <a:pt x="715" y="826"/>
                    </a:cubicBezTo>
                    <a:cubicBezTo>
                      <a:pt x="715" y="944"/>
                      <a:pt x="725" y="1049"/>
                      <a:pt x="733" y="1087"/>
                    </a:cubicBezTo>
                    <a:cubicBezTo>
                      <a:pt x="740" y="1125"/>
                      <a:pt x="769" y="1238"/>
                      <a:pt x="767" y="1284"/>
                    </a:cubicBezTo>
                    <a:cubicBezTo>
                      <a:pt x="765" y="1330"/>
                      <a:pt x="781" y="1523"/>
                      <a:pt x="786" y="1580"/>
                    </a:cubicBezTo>
                    <a:cubicBezTo>
                      <a:pt x="790" y="1637"/>
                      <a:pt x="807" y="1742"/>
                      <a:pt x="807" y="1742"/>
                    </a:cubicBezTo>
                    <a:cubicBezTo>
                      <a:pt x="807" y="1742"/>
                      <a:pt x="752" y="1795"/>
                      <a:pt x="687" y="1788"/>
                    </a:cubicBezTo>
                    <a:cubicBezTo>
                      <a:pt x="622" y="1781"/>
                      <a:pt x="565" y="1752"/>
                      <a:pt x="565" y="1752"/>
                    </a:cubicBezTo>
                    <a:cubicBezTo>
                      <a:pt x="565" y="1752"/>
                      <a:pt x="560" y="1658"/>
                      <a:pt x="558" y="1615"/>
                    </a:cubicBezTo>
                    <a:cubicBezTo>
                      <a:pt x="556" y="1572"/>
                      <a:pt x="549" y="1500"/>
                      <a:pt x="547" y="1475"/>
                    </a:cubicBezTo>
                    <a:cubicBezTo>
                      <a:pt x="544" y="1450"/>
                      <a:pt x="541" y="1403"/>
                      <a:pt x="541" y="1403"/>
                    </a:cubicBezTo>
                    <a:cubicBezTo>
                      <a:pt x="541" y="1403"/>
                      <a:pt x="515" y="1318"/>
                      <a:pt x="507" y="1276"/>
                    </a:cubicBezTo>
                    <a:cubicBezTo>
                      <a:pt x="499" y="1234"/>
                      <a:pt x="487" y="1141"/>
                      <a:pt x="481" y="1106"/>
                    </a:cubicBezTo>
                    <a:cubicBezTo>
                      <a:pt x="474" y="1071"/>
                      <a:pt x="474" y="1039"/>
                      <a:pt x="464" y="1001"/>
                    </a:cubicBezTo>
                    <a:cubicBezTo>
                      <a:pt x="453" y="964"/>
                      <a:pt x="436" y="884"/>
                      <a:pt x="430" y="832"/>
                    </a:cubicBezTo>
                    <a:cubicBezTo>
                      <a:pt x="425" y="779"/>
                      <a:pt x="402" y="690"/>
                      <a:pt x="392" y="642"/>
                    </a:cubicBezTo>
                    <a:cubicBezTo>
                      <a:pt x="382" y="595"/>
                      <a:pt x="338" y="443"/>
                      <a:pt x="338" y="443"/>
                    </a:cubicBezTo>
                    <a:cubicBezTo>
                      <a:pt x="338" y="443"/>
                      <a:pt x="311" y="662"/>
                      <a:pt x="307" y="693"/>
                    </a:cubicBezTo>
                    <a:cubicBezTo>
                      <a:pt x="304" y="723"/>
                      <a:pt x="307" y="843"/>
                      <a:pt x="303" y="884"/>
                    </a:cubicBezTo>
                    <a:cubicBezTo>
                      <a:pt x="298" y="925"/>
                      <a:pt x="293" y="971"/>
                      <a:pt x="282" y="996"/>
                    </a:cubicBezTo>
                    <a:cubicBezTo>
                      <a:pt x="272" y="1021"/>
                      <a:pt x="277" y="1070"/>
                      <a:pt x="277" y="1097"/>
                    </a:cubicBezTo>
                    <a:cubicBezTo>
                      <a:pt x="277" y="1124"/>
                      <a:pt x="284" y="1277"/>
                      <a:pt x="285" y="1317"/>
                    </a:cubicBezTo>
                    <a:cubicBezTo>
                      <a:pt x="286" y="1357"/>
                      <a:pt x="298" y="1530"/>
                      <a:pt x="296" y="1581"/>
                    </a:cubicBezTo>
                    <a:cubicBezTo>
                      <a:pt x="294" y="1632"/>
                      <a:pt x="293" y="1734"/>
                      <a:pt x="293" y="1734"/>
                    </a:cubicBezTo>
                    <a:cubicBezTo>
                      <a:pt x="293" y="1734"/>
                      <a:pt x="244" y="1754"/>
                      <a:pt x="179" y="1751"/>
                    </a:cubicBezTo>
                    <a:cubicBezTo>
                      <a:pt x="114" y="1747"/>
                      <a:pt x="55" y="1736"/>
                      <a:pt x="41" y="1723"/>
                    </a:cubicBezTo>
                    <a:cubicBezTo>
                      <a:pt x="41" y="1723"/>
                      <a:pt x="31" y="1601"/>
                      <a:pt x="31" y="1547"/>
                    </a:cubicBezTo>
                    <a:cubicBezTo>
                      <a:pt x="31" y="1492"/>
                      <a:pt x="31" y="1395"/>
                      <a:pt x="27" y="1350"/>
                    </a:cubicBezTo>
                    <a:cubicBezTo>
                      <a:pt x="24" y="1304"/>
                      <a:pt x="24" y="1239"/>
                      <a:pt x="23" y="1219"/>
                    </a:cubicBezTo>
                    <a:cubicBezTo>
                      <a:pt x="22" y="1198"/>
                      <a:pt x="22" y="1147"/>
                      <a:pt x="24" y="1116"/>
                    </a:cubicBezTo>
                    <a:cubicBezTo>
                      <a:pt x="26" y="1086"/>
                      <a:pt x="18" y="1062"/>
                      <a:pt x="19" y="1029"/>
                    </a:cubicBezTo>
                    <a:cubicBezTo>
                      <a:pt x="20" y="996"/>
                      <a:pt x="20" y="934"/>
                      <a:pt x="20" y="903"/>
                    </a:cubicBezTo>
                    <a:cubicBezTo>
                      <a:pt x="20" y="873"/>
                      <a:pt x="18" y="799"/>
                      <a:pt x="18" y="799"/>
                    </a:cubicBezTo>
                    <a:cubicBezTo>
                      <a:pt x="0" y="267"/>
                      <a:pt x="0" y="267"/>
                      <a:pt x="0" y="267"/>
                    </a:cubicBezTo>
                    <a:lnTo>
                      <a:pt x="59" y="0"/>
                    </a:lnTo>
                    <a:close/>
                  </a:path>
                </a:pathLst>
              </a:custGeom>
              <a:solidFill>
                <a:srgbClr val="B5A2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9648" name="Freeform 431">
                <a:extLst>
                  <a:ext uri="{FF2B5EF4-FFF2-40B4-BE49-F238E27FC236}">
                    <a16:creationId xmlns:a16="http://schemas.microsoft.com/office/drawing/2014/main" id="{C25BF272-E7D8-45A3-8260-FEE07889F7F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055" y="1997"/>
                <a:ext cx="738" cy="1766"/>
              </a:xfrm>
              <a:custGeom>
                <a:avLst/>
                <a:gdLst>
                  <a:gd name="T0" fmla="*/ 696 w 749"/>
                  <a:gd name="T1" fmla="*/ 1504 h 1795"/>
                  <a:gd name="T2" fmla="*/ 679 w 749"/>
                  <a:gd name="T3" fmla="*/ 1223 h 1795"/>
                  <a:gd name="T4" fmla="*/ 645 w 749"/>
                  <a:gd name="T5" fmla="*/ 1035 h 1795"/>
                  <a:gd name="T6" fmla="*/ 628 w 749"/>
                  <a:gd name="T7" fmla="*/ 787 h 1795"/>
                  <a:gd name="T8" fmla="*/ 521 w 749"/>
                  <a:gd name="T9" fmla="*/ 49 h 1795"/>
                  <a:gd name="T10" fmla="*/ 1 w 749"/>
                  <a:gd name="T11" fmla="*/ 0 h 1795"/>
                  <a:gd name="T12" fmla="*/ 0 w 749"/>
                  <a:gd name="T13" fmla="*/ 3 h 1795"/>
                  <a:gd name="T14" fmla="*/ 488 w 749"/>
                  <a:gd name="T15" fmla="*/ 49 h 1795"/>
                  <a:gd name="T16" fmla="*/ 594 w 749"/>
                  <a:gd name="T17" fmla="*/ 787 h 1795"/>
                  <a:gd name="T18" fmla="*/ 612 w 749"/>
                  <a:gd name="T19" fmla="*/ 1035 h 1795"/>
                  <a:gd name="T20" fmla="*/ 643 w 749"/>
                  <a:gd name="T21" fmla="*/ 1223 h 1795"/>
                  <a:gd name="T22" fmla="*/ 662 w 749"/>
                  <a:gd name="T23" fmla="*/ 1504 h 1795"/>
                  <a:gd name="T24" fmla="*/ 683 w 749"/>
                  <a:gd name="T25" fmla="*/ 1659 h 1795"/>
                  <a:gd name="T26" fmla="*/ 595 w 749"/>
                  <a:gd name="T27" fmla="*/ 1702 h 1795"/>
                  <a:gd name="T28" fmla="*/ 602 w 749"/>
                  <a:gd name="T29" fmla="*/ 1703 h 1795"/>
                  <a:gd name="T30" fmla="*/ 716 w 749"/>
                  <a:gd name="T31" fmla="*/ 1659 h 1795"/>
                  <a:gd name="T32" fmla="*/ 696 w 749"/>
                  <a:gd name="T33" fmla="*/ 1504 h 1795"/>
                  <a:gd name="T34" fmla="*/ 204 w 749"/>
                  <a:gd name="T35" fmla="*/ 660 h 1795"/>
                  <a:gd name="T36" fmla="*/ 200 w 749"/>
                  <a:gd name="T37" fmla="*/ 842 h 1795"/>
                  <a:gd name="T38" fmla="*/ 179 w 749"/>
                  <a:gd name="T39" fmla="*/ 948 h 1795"/>
                  <a:gd name="T40" fmla="*/ 174 w 749"/>
                  <a:gd name="T41" fmla="*/ 1045 h 1795"/>
                  <a:gd name="T42" fmla="*/ 182 w 749"/>
                  <a:gd name="T43" fmla="*/ 1254 h 1795"/>
                  <a:gd name="T44" fmla="*/ 193 w 749"/>
                  <a:gd name="T45" fmla="*/ 1505 h 1795"/>
                  <a:gd name="T46" fmla="*/ 190 w 749"/>
                  <a:gd name="T47" fmla="*/ 1651 h 1795"/>
                  <a:gd name="T48" fmla="*/ 111 w 749"/>
                  <a:gd name="T49" fmla="*/ 1668 h 1795"/>
                  <a:gd name="T50" fmla="*/ 115 w 749"/>
                  <a:gd name="T51" fmla="*/ 1668 h 1795"/>
                  <a:gd name="T52" fmla="*/ 226 w 749"/>
                  <a:gd name="T53" fmla="*/ 1651 h 1795"/>
                  <a:gd name="T54" fmla="*/ 229 w 749"/>
                  <a:gd name="T55" fmla="*/ 1505 h 1795"/>
                  <a:gd name="T56" fmla="*/ 218 w 749"/>
                  <a:gd name="T57" fmla="*/ 1254 h 1795"/>
                  <a:gd name="T58" fmla="*/ 210 w 749"/>
                  <a:gd name="T59" fmla="*/ 1045 h 1795"/>
                  <a:gd name="T60" fmla="*/ 215 w 749"/>
                  <a:gd name="T61" fmla="*/ 948 h 1795"/>
                  <a:gd name="T62" fmla="*/ 234 w 749"/>
                  <a:gd name="T63" fmla="*/ 842 h 1795"/>
                  <a:gd name="T64" fmla="*/ 237 w 749"/>
                  <a:gd name="T65" fmla="*/ 660 h 1795"/>
                  <a:gd name="T66" fmla="*/ 267 w 749"/>
                  <a:gd name="T67" fmla="*/ 426 h 1795"/>
                  <a:gd name="T68" fmla="*/ 222 w 749"/>
                  <a:gd name="T69" fmla="*/ 382 h 1795"/>
                  <a:gd name="T70" fmla="*/ 204 w 749"/>
                  <a:gd name="T71" fmla="*/ 660 h 1795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749" h="1795">
                    <a:moveTo>
                      <a:pt x="728" y="1580"/>
                    </a:moveTo>
                    <a:cubicBezTo>
                      <a:pt x="723" y="1523"/>
                      <a:pt x="707" y="1330"/>
                      <a:pt x="709" y="1284"/>
                    </a:cubicBezTo>
                    <a:cubicBezTo>
                      <a:pt x="711" y="1238"/>
                      <a:pt x="682" y="1125"/>
                      <a:pt x="675" y="1087"/>
                    </a:cubicBezTo>
                    <a:cubicBezTo>
                      <a:pt x="667" y="1049"/>
                      <a:pt x="657" y="944"/>
                      <a:pt x="657" y="826"/>
                    </a:cubicBezTo>
                    <a:cubicBezTo>
                      <a:pt x="657" y="707"/>
                      <a:pt x="545" y="52"/>
                      <a:pt x="545" y="52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509" y="52"/>
                      <a:pt x="509" y="52"/>
                      <a:pt x="509" y="52"/>
                    </a:cubicBezTo>
                    <a:cubicBezTo>
                      <a:pt x="509" y="52"/>
                      <a:pt x="621" y="707"/>
                      <a:pt x="621" y="826"/>
                    </a:cubicBezTo>
                    <a:cubicBezTo>
                      <a:pt x="621" y="944"/>
                      <a:pt x="631" y="1049"/>
                      <a:pt x="639" y="1087"/>
                    </a:cubicBezTo>
                    <a:cubicBezTo>
                      <a:pt x="646" y="1125"/>
                      <a:pt x="675" y="1238"/>
                      <a:pt x="673" y="1284"/>
                    </a:cubicBezTo>
                    <a:cubicBezTo>
                      <a:pt x="671" y="1330"/>
                      <a:pt x="687" y="1523"/>
                      <a:pt x="692" y="1580"/>
                    </a:cubicBezTo>
                    <a:cubicBezTo>
                      <a:pt x="696" y="1637"/>
                      <a:pt x="713" y="1742"/>
                      <a:pt x="713" y="1742"/>
                    </a:cubicBezTo>
                    <a:cubicBezTo>
                      <a:pt x="713" y="1742"/>
                      <a:pt x="673" y="1780"/>
                      <a:pt x="622" y="1787"/>
                    </a:cubicBezTo>
                    <a:cubicBezTo>
                      <a:pt x="624" y="1787"/>
                      <a:pt x="626" y="1788"/>
                      <a:pt x="629" y="1788"/>
                    </a:cubicBezTo>
                    <a:cubicBezTo>
                      <a:pt x="694" y="1795"/>
                      <a:pt x="749" y="1742"/>
                      <a:pt x="749" y="1742"/>
                    </a:cubicBezTo>
                    <a:cubicBezTo>
                      <a:pt x="749" y="1742"/>
                      <a:pt x="732" y="1637"/>
                      <a:pt x="728" y="1580"/>
                    </a:cubicBezTo>
                    <a:close/>
                    <a:moveTo>
                      <a:pt x="213" y="693"/>
                    </a:moveTo>
                    <a:cubicBezTo>
                      <a:pt x="210" y="723"/>
                      <a:pt x="213" y="843"/>
                      <a:pt x="209" y="884"/>
                    </a:cubicBezTo>
                    <a:cubicBezTo>
                      <a:pt x="204" y="925"/>
                      <a:pt x="199" y="971"/>
                      <a:pt x="188" y="996"/>
                    </a:cubicBezTo>
                    <a:cubicBezTo>
                      <a:pt x="178" y="1021"/>
                      <a:pt x="183" y="1070"/>
                      <a:pt x="183" y="1097"/>
                    </a:cubicBezTo>
                    <a:cubicBezTo>
                      <a:pt x="183" y="1124"/>
                      <a:pt x="190" y="1277"/>
                      <a:pt x="191" y="1317"/>
                    </a:cubicBezTo>
                    <a:cubicBezTo>
                      <a:pt x="192" y="1357"/>
                      <a:pt x="204" y="1530"/>
                      <a:pt x="202" y="1581"/>
                    </a:cubicBezTo>
                    <a:cubicBezTo>
                      <a:pt x="200" y="1632"/>
                      <a:pt x="199" y="1734"/>
                      <a:pt x="199" y="1734"/>
                    </a:cubicBezTo>
                    <a:cubicBezTo>
                      <a:pt x="199" y="1734"/>
                      <a:pt x="165" y="1748"/>
                      <a:pt x="117" y="1751"/>
                    </a:cubicBezTo>
                    <a:cubicBezTo>
                      <a:pt x="119" y="1751"/>
                      <a:pt x="120" y="1751"/>
                      <a:pt x="121" y="1751"/>
                    </a:cubicBezTo>
                    <a:cubicBezTo>
                      <a:pt x="186" y="1754"/>
                      <a:pt x="235" y="1734"/>
                      <a:pt x="235" y="1734"/>
                    </a:cubicBezTo>
                    <a:cubicBezTo>
                      <a:pt x="235" y="1734"/>
                      <a:pt x="236" y="1632"/>
                      <a:pt x="238" y="1581"/>
                    </a:cubicBezTo>
                    <a:cubicBezTo>
                      <a:pt x="240" y="1530"/>
                      <a:pt x="228" y="1357"/>
                      <a:pt x="227" y="1317"/>
                    </a:cubicBezTo>
                    <a:cubicBezTo>
                      <a:pt x="226" y="1277"/>
                      <a:pt x="219" y="1124"/>
                      <a:pt x="219" y="1097"/>
                    </a:cubicBezTo>
                    <a:cubicBezTo>
                      <a:pt x="219" y="1070"/>
                      <a:pt x="214" y="1021"/>
                      <a:pt x="224" y="996"/>
                    </a:cubicBezTo>
                    <a:cubicBezTo>
                      <a:pt x="235" y="971"/>
                      <a:pt x="240" y="925"/>
                      <a:pt x="245" y="884"/>
                    </a:cubicBezTo>
                    <a:cubicBezTo>
                      <a:pt x="249" y="843"/>
                      <a:pt x="246" y="723"/>
                      <a:pt x="249" y="693"/>
                    </a:cubicBezTo>
                    <a:cubicBezTo>
                      <a:pt x="251" y="675"/>
                      <a:pt x="271" y="512"/>
                      <a:pt x="279" y="447"/>
                    </a:cubicBezTo>
                    <a:cubicBezTo>
                      <a:pt x="256" y="426"/>
                      <a:pt x="231" y="400"/>
                      <a:pt x="231" y="400"/>
                    </a:cubicBezTo>
                    <a:cubicBezTo>
                      <a:pt x="231" y="400"/>
                      <a:pt x="217" y="662"/>
                      <a:pt x="213" y="693"/>
                    </a:cubicBezTo>
                    <a:close/>
                  </a:path>
                </a:pathLst>
              </a:custGeom>
              <a:solidFill>
                <a:srgbClr val="9380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9649" name="Freeform 432">
                <a:extLst>
                  <a:ext uri="{FF2B5EF4-FFF2-40B4-BE49-F238E27FC236}">
                    <a16:creationId xmlns:a16="http://schemas.microsoft.com/office/drawing/2014/main" id="{71978427-1C3B-4150-8D66-3438E1583D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8" y="1997"/>
                <a:ext cx="795" cy="1766"/>
              </a:xfrm>
              <a:custGeom>
                <a:avLst/>
                <a:gdLst>
                  <a:gd name="T0" fmla="*/ 56 w 807"/>
                  <a:gd name="T1" fmla="*/ 0 h 1795"/>
                  <a:gd name="T2" fmla="*/ 576 w 807"/>
                  <a:gd name="T3" fmla="*/ 49 h 1795"/>
                  <a:gd name="T4" fmla="*/ 684 w 807"/>
                  <a:gd name="T5" fmla="*/ 787 h 1795"/>
                  <a:gd name="T6" fmla="*/ 700 w 807"/>
                  <a:gd name="T7" fmla="*/ 1035 h 1795"/>
                  <a:gd name="T8" fmla="*/ 734 w 807"/>
                  <a:gd name="T9" fmla="*/ 1223 h 1795"/>
                  <a:gd name="T10" fmla="*/ 751 w 807"/>
                  <a:gd name="T11" fmla="*/ 1504 h 1795"/>
                  <a:gd name="T12" fmla="*/ 771 w 807"/>
                  <a:gd name="T13" fmla="*/ 1659 h 1795"/>
                  <a:gd name="T14" fmla="*/ 657 w 807"/>
                  <a:gd name="T15" fmla="*/ 1703 h 1795"/>
                  <a:gd name="T16" fmla="*/ 541 w 807"/>
                  <a:gd name="T17" fmla="*/ 1669 h 1795"/>
                  <a:gd name="T18" fmla="*/ 534 w 807"/>
                  <a:gd name="T19" fmla="*/ 1538 h 1795"/>
                  <a:gd name="T20" fmla="*/ 523 w 807"/>
                  <a:gd name="T21" fmla="*/ 1405 h 1795"/>
                  <a:gd name="T22" fmla="*/ 517 w 807"/>
                  <a:gd name="T23" fmla="*/ 1336 h 1795"/>
                  <a:gd name="T24" fmla="*/ 485 w 807"/>
                  <a:gd name="T25" fmla="*/ 1215 h 1795"/>
                  <a:gd name="T26" fmla="*/ 460 w 807"/>
                  <a:gd name="T27" fmla="*/ 1053 h 1795"/>
                  <a:gd name="T28" fmla="*/ 443 w 807"/>
                  <a:gd name="T29" fmla="*/ 953 h 1795"/>
                  <a:gd name="T30" fmla="*/ 412 w 807"/>
                  <a:gd name="T31" fmla="*/ 793 h 1795"/>
                  <a:gd name="T32" fmla="*/ 374 w 807"/>
                  <a:gd name="T33" fmla="*/ 612 h 1795"/>
                  <a:gd name="T34" fmla="*/ 323 w 807"/>
                  <a:gd name="T35" fmla="*/ 422 h 1795"/>
                  <a:gd name="T36" fmla="*/ 294 w 807"/>
                  <a:gd name="T37" fmla="*/ 660 h 1795"/>
                  <a:gd name="T38" fmla="*/ 290 w 807"/>
                  <a:gd name="T39" fmla="*/ 842 h 1795"/>
                  <a:gd name="T40" fmla="*/ 270 w 807"/>
                  <a:gd name="T41" fmla="*/ 948 h 1795"/>
                  <a:gd name="T42" fmla="*/ 265 w 807"/>
                  <a:gd name="T43" fmla="*/ 1045 h 1795"/>
                  <a:gd name="T44" fmla="*/ 273 w 807"/>
                  <a:gd name="T45" fmla="*/ 1254 h 1795"/>
                  <a:gd name="T46" fmla="*/ 284 w 807"/>
                  <a:gd name="T47" fmla="*/ 1505 h 1795"/>
                  <a:gd name="T48" fmla="*/ 281 w 807"/>
                  <a:gd name="T49" fmla="*/ 1651 h 1795"/>
                  <a:gd name="T50" fmla="*/ 170 w 807"/>
                  <a:gd name="T51" fmla="*/ 1668 h 1795"/>
                  <a:gd name="T52" fmla="*/ 38 w 807"/>
                  <a:gd name="T53" fmla="*/ 1641 h 1795"/>
                  <a:gd name="T54" fmla="*/ 31 w 807"/>
                  <a:gd name="T55" fmla="*/ 1473 h 1795"/>
                  <a:gd name="T56" fmla="*/ 27 w 807"/>
                  <a:gd name="T57" fmla="*/ 1286 h 1795"/>
                  <a:gd name="T58" fmla="*/ 23 w 807"/>
                  <a:gd name="T59" fmla="*/ 1161 h 1795"/>
                  <a:gd name="T60" fmla="*/ 24 w 807"/>
                  <a:gd name="T61" fmla="*/ 1063 h 1795"/>
                  <a:gd name="T62" fmla="*/ 19 w 807"/>
                  <a:gd name="T63" fmla="*/ 980 h 1795"/>
                  <a:gd name="T64" fmla="*/ 20 w 807"/>
                  <a:gd name="T65" fmla="*/ 860 h 1795"/>
                  <a:gd name="T66" fmla="*/ 18 w 807"/>
                  <a:gd name="T67" fmla="*/ 761 h 1795"/>
                  <a:gd name="T68" fmla="*/ 0 w 807"/>
                  <a:gd name="T69" fmla="*/ 255 h 1795"/>
                  <a:gd name="T70" fmla="*/ 56 w 807"/>
                  <a:gd name="T71" fmla="*/ 0 h 1795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807" h="1795">
                    <a:moveTo>
                      <a:pt x="59" y="0"/>
                    </a:moveTo>
                    <a:cubicBezTo>
                      <a:pt x="603" y="52"/>
                      <a:pt x="603" y="52"/>
                      <a:pt x="603" y="52"/>
                    </a:cubicBezTo>
                    <a:cubicBezTo>
                      <a:pt x="603" y="52"/>
                      <a:pt x="715" y="707"/>
                      <a:pt x="715" y="826"/>
                    </a:cubicBezTo>
                    <a:cubicBezTo>
                      <a:pt x="715" y="944"/>
                      <a:pt x="725" y="1049"/>
                      <a:pt x="733" y="1087"/>
                    </a:cubicBezTo>
                    <a:cubicBezTo>
                      <a:pt x="740" y="1125"/>
                      <a:pt x="769" y="1238"/>
                      <a:pt x="767" y="1284"/>
                    </a:cubicBezTo>
                    <a:cubicBezTo>
                      <a:pt x="765" y="1330"/>
                      <a:pt x="781" y="1523"/>
                      <a:pt x="786" y="1580"/>
                    </a:cubicBezTo>
                    <a:cubicBezTo>
                      <a:pt x="790" y="1637"/>
                      <a:pt x="807" y="1742"/>
                      <a:pt x="807" y="1742"/>
                    </a:cubicBezTo>
                    <a:cubicBezTo>
                      <a:pt x="807" y="1742"/>
                      <a:pt x="752" y="1795"/>
                      <a:pt x="687" y="1788"/>
                    </a:cubicBezTo>
                    <a:cubicBezTo>
                      <a:pt x="622" y="1781"/>
                      <a:pt x="565" y="1752"/>
                      <a:pt x="565" y="1752"/>
                    </a:cubicBezTo>
                    <a:cubicBezTo>
                      <a:pt x="565" y="1752"/>
                      <a:pt x="560" y="1658"/>
                      <a:pt x="558" y="1615"/>
                    </a:cubicBezTo>
                    <a:cubicBezTo>
                      <a:pt x="556" y="1572"/>
                      <a:pt x="549" y="1500"/>
                      <a:pt x="547" y="1475"/>
                    </a:cubicBezTo>
                    <a:cubicBezTo>
                      <a:pt x="544" y="1450"/>
                      <a:pt x="541" y="1403"/>
                      <a:pt x="541" y="1403"/>
                    </a:cubicBezTo>
                    <a:cubicBezTo>
                      <a:pt x="541" y="1403"/>
                      <a:pt x="515" y="1318"/>
                      <a:pt x="507" y="1276"/>
                    </a:cubicBezTo>
                    <a:cubicBezTo>
                      <a:pt x="499" y="1234"/>
                      <a:pt x="487" y="1141"/>
                      <a:pt x="481" y="1106"/>
                    </a:cubicBezTo>
                    <a:cubicBezTo>
                      <a:pt x="474" y="1071"/>
                      <a:pt x="474" y="1039"/>
                      <a:pt x="464" y="1001"/>
                    </a:cubicBezTo>
                    <a:cubicBezTo>
                      <a:pt x="453" y="964"/>
                      <a:pt x="436" y="884"/>
                      <a:pt x="430" y="832"/>
                    </a:cubicBezTo>
                    <a:cubicBezTo>
                      <a:pt x="425" y="779"/>
                      <a:pt x="402" y="690"/>
                      <a:pt x="392" y="642"/>
                    </a:cubicBezTo>
                    <a:cubicBezTo>
                      <a:pt x="382" y="595"/>
                      <a:pt x="338" y="443"/>
                      <a:pt x="338" y="443"/>
                    </a:cubicBezTo>
                    <a:cubicBezTo>
                      <a:pt x="338" y="443"/>
                      <a:pt x="311" y="662"/>
                      <a:pt x="307" y="693"/>
                    </a:cubicBezTo>
                    <a:cubicBezTo>
                      <a:pt x="304" y="723"/>
                      <a:pt x="307" y="843"/>
                      <a:pt x="303" y="884"/>
                    </a:cubicBezTo>
                    <a:cubicBezTo>
                      <a:pt x="298" y="925"/>
                      <a:pt x="293" y="971"/>
                      <a:pt x="282" y="996"/>
                    </a:cubicBezTo>
                    <a:cubicBezTo>
                      <a:pt x="272" y="1021"/>
                      <a:pt x="277" y="1070"/>
                      <a:pt x="277" y="1097"/>
                    </a:cubicBezTo>
                    <a:cubicBezTo>
                      <a:pt x="277" y="1124"/>
                      <a:pt x="284" y="1277"/>
                      <a:pt x="285" y="1317"/>
                    </a:cubicBezTo>
                    <a:cubicBezTo>
                      <a:pt x="286" y="1357"/>
                      <a:pt x="298" y="1530"/>
                      <a:pt x="296" y="1581"/>
                    </a:cubicBezTo>
                    <a:cubicBezTo>
                      <a:pt x="294" y="1632"/>
                      <a:pt x="293" y="1734"/>
                      <a:pt x="293" y="1734"/>
                    </a:cubicBezTo>
                    <a:cubicBezTo>
                      <a:pt x="293" y="1734"/>
                      <a:pt x="244" y="1754"/>
                      <a:pt x="179" y="1751"/>
                    </a:cubicBezTo>
                    <a:cubicBezTo>
                      <a:pt x="114" y="1747"/>
                      <a:pt x="55" y="1736"/>
                      <a:pt x="41" y="1723"/>
                    </a:cubicBezTo>
                    <a:cubicBezTo>
                      <a:pt x="41" y="1723"/>
                      <a:pt x="31" y="1601"/>
                      <a:pt x="31" y="1547"/>
                    </a:cubicBezTo>
                    <a:cubicBezTo>
                      <a:pt x="31" y="1492"/>
                      <a:pt x="31" y="1395"/>
                      <a:pt x="27" y="1350"/>
                    </a:cubicBezTo>
                    <a:cubicBezTo>
                      <a:pt x="24" y="1304"/>
                      <a:pt x="24" y="1239"/>
                      <a:pt x="23" y="1219"/>
                    </a:cubicBezTo>
                    <a:cubicBezTo>
                      <a:pt x="22" y="1198"/>
                      <a:pt x="22" y="1147"/>
                      <a:pt x="24" y="1116"/>
                    </a:cubicBezTo>
                    <a:cubicBezTo>
                      <a:pt x="26" y="1086"/>
                      <a:pt x="18" y="1062"/>
                      <a:pt x="19" y="1029"/>
                    </a:cubicBezTo>
                    <a:cubicBezTo>
                      <a:pt x="20" y="996"/>
                      <a:pt x="20" y="934"/>
                      <a:pt x="20" y="903"/>
                    </a:cubicBezTo>
                    <a:cubicBezTo>
                      <a:pt x="20" y="873"/>
                      <a:pt x="18" y="799"/>
                      <a:pt x="18" y="799"/>
                    </a:cubicBezTo>
                    <a:cubicBezTo>
                      <a:pt x="0" y="267"/>
                      <a:pt x="0" y="267"/>
                      <a:pt x="0" y="267"/>
                    </a:cubicBezTo>
                    <a:lnTo>
                      <a:pt x="59" y="0"/>
                    </a:lnTo>
                    <a:close/>
                  </a:path>
                </a:pathLst>
              </a:custGeom>
              <a:noFill/>
              <a:ln w="6350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9650" name="Freeform 433">
                <a:extLst>
                  <a:ext uri="{FF2B5EF4-FFF2-40B4-BE49-F238E27FC236}">
                    <a16:creationId xmlns:a16="http://schemas.microsoft.com/office/drawing/2014/main" id="{6BB25578-48B2-4CDB-BADA-7B7846B39C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0" y="3168"/>
                <a:ext cx="56" cy="252"/>
              </a:xfrm>
              <a:custGeom>
                <a:avLst/>
                <a:gdLst>
                  <a:gd name="T0" fmla="*/ 0 w 57"/>
                  <a:gd name="T1" fmla="*/ 0 h 256"/>
                  <a:gd name="T2" fmla="*/ 19 w 57"/>
                  <a:gd name="T3" fmla="*/ 71 h 256"/>
                  <a:gd name="T4" fmla="*/ 47 w 57"/>
                  <a:gd name="T5" fmla="*/ 163 h 256"/>
                  <a:gd name="T6" fmla="*/ 54 w 57"/>
                  <a:gd name="T7" fmla="*/ 244 h 25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7" h="256">
                    <a:moveTo>
                      <a:pt x="0" y="0"/>
                    </a:moveTo>
                    <a:cubicBezTo>
                      <a:pt x="0" y="0"/>
                      <a:pt x="8" y="51"/>
                      <a:pt x="19" y="74"/>
                    </a:cubicBezTo>
                    <a:cubicBezTo>
                      <a:pt x="29" y="98"/>
                      <a:pt x="48" y="146"/>
                      <a:pt x="50" y="172"/>
                    </a:cubicBezTo>
                    <a:cubicBezTo>
                      <a:pt x="51" y="197"/>
                      <a:pt x="57" y="256"/>
                      <a:pt x="57" y="256"/>
                    </a:cubicBezTo>
                  </a:path>
                </a:pathLst>
              </a:custGeom>
              <a:noFill/>
              <a:ln w="6350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9651" name="Freeform 434">
                <a:extLst>
                  <a:ext uri="{FF2B5EF4-FFF2-40B4-BE49-F238E27FC236}">
                    <a16:creationId xmlns:a16="http://schemas.microsoft.com/office/drawing/2014/main" id="{91480A3B-1F96-48E0-AC00-4DBB388CD9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7" y="2753"/>
                <a:ext cx="119" cy="305"/>
              </a:xfrm>
              <a:custGeom>
                <a:avLst/>
                <a:gdLst>
                  <a:gd name="T0" fmla="*/ 0 w 120"/>
                  <a:gd name="T1" fmla="*/ 0 h 310"/>
                  <a:gd name="T2" fmla="*/ 117 w 120"/>
                  <a:gd name="T3" fmla="*/ 295 h 3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0" h="310">
                    <a:moveTo>
                      <a:pt x="0" y="0"/>
                    </a:moveTo>
                    <a:cubicBezTo>
                      <a:pt x="0" y="0"/>
                      <a:pt x="52" y="218"/>
                      <a:pt x="120" y="310"/>
                    </a:cubicBezTo>
                  </a:path>
                </a:pathLst>
              </a:custGeom>
              <a:noFill/>
              <a:ln w="6350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9652" name="Freeform 435">
                <a:extLst>
                  <a:ext uri="{FF2B5EF4-FFF2-40B4-BE49-F238E27FC236}">
                    <a16:creationId xmlns:a16="http://schemas.microsoft.com/office/drawing/2014/main" id="{622C8336-1B89-491F-BA2C-EC29C58D60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0" y="2313"/>
                <a:ext cx="65" cy="100"/>
              </a:xfrm>
              <a:custGeom>
                <a:avLst/>
                <a:gdLst>
                  <a:gd name="T0" fmla="*/ 63 w 66"/>
                  <a:gd name="T1" fmla="*/ 96 h 102"/>
                  <a:gd name="T2" fmla="*/ 32 w 66"/>
                  <a:gd name="T3" fmla="*/ 62 h 102"/>
                  <a:gd name="T4" fmla="*/ 0 w 66"/>
                  <a:gd name="T5" fmla="*/ 0 h 10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6" h="102">
                    <a:moveTo>
                      <a:pt x="66" y="102"/>
                    </a:moveTo>
                    <a:cubicBezTo>
                      <a:pt x="66" y="102"/>
                      <a:pt x="43" y="88"/>
                      <a:pt x="32" y="65"/>
                    </a:cubicBezTo>
                    <a:cubicBezTo>
                      <a:pt x="21" y="43"/>
                      <a:pt x="1" y="8"/>
                      <a:pt x="0" y="0"/>
                    </a:cubicBezTo>
                  </a:path>
                </a:pathLst>
              </a:custGeom>
              <a:noFill/>
              <a:ln w="6350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9653" name="Freeform 436">
                <a:extLst>
                  <a:ext uri="{FF2B5EF4-FFF2-40B4-BE49-F238E27FC236}">
                    <a16:creationId xmlns:a16="http://schemas.microsoft.com/office/drawing/2014/main" id="{099CF1D4-A10A-4DD2-A516-79ACD35129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4" y="1157"/>
                <a:ext cx="535" cy="1010"/>
              </a:xfrm>
              <a:custGeom>
                <a:avLst/>
                <a:gdLst>
                  <a:gd name="T0" fmla="*/ 209 w 544"/>
                  <a:gd name="T1" fmla="*/ 79 h 1026"/>
                  <a:gd name="T2" fmla="*/ 256 w 544"/>
                  <a:gd name="T3" fmla="*/ 115 h 1026"/>
                  <a:gd name="T4" fmla="*/ 280 w 544"/>
                  <a:gd name="T5" fmla="*/ 217 h 1026"/>
                  <a:gd name="T6" fmla="*/ 297 w 544"/>
                  <a:gd name="T7" fmla="*/ 182 h 1026"/>
                  <a:gd name="T8" fmla="*/ 308 w 544"/>
                  <a:gd name="T9" fmla="*/ 151 h 1026"/>
                  <a:gd name="T10" fmla="*/ 327 w 544"/>
                  <a:gd name="T11" fmla="*/ 103 h 1026"/>
                  <a:gd name="T12" fmla="*/ 360 w 544"/>
                  <a:gd name="T13" fmla="*/ 68 h 1026"/>
                  <a:gd name="T14" fmla="*/ 411 w 544"/>
                  <a:gd name="T15" fmla="*/ 0 h 1026"/>
                  <a:gd name="T16" fmla="*/ 416 w 544"/>
                  <a:gd name="T17" fmla="*/ 156 h 1026"/>
                  <a:gd name="T18" fmla="*/ 441 w 544"/>
                  <a:gd name="T19" fmla="*/ 462 h 1026"/>
                  <a:gd name="T20" fmla="*/ 473 w 544"/>
                  <a:gd name="T21" fmla="*/ 726 h 1026"/>
                  <a:gd name="T22" fmla="*/ 517 w 544"/>
                  <a:gd name="T23" fmla="*/ 950 h 1026"/>
                  <a:gd name="T24" fmla="*/ 403 w 544"/>
                  <a:gd name="T25" fmla="*/ 959 h 1026"/>
                  <a:gd name="T26" fmla="*/ 216 w 544"/>
                  <a:gd name="T27" fmla="*/ 974 h 1026"/>
                  <a:gd name="T28" fmla="*/ 30 w 544"/>
                  <a:gd name="T29" fmla="*/ 910 h 1026"/>
                  <a:gd name="T30" fmla="*/ 0 w 544"/>
                  <a:gd name="T31" fmla="*/ 729 h 1026"/>
                  <a:gd name="T32" fmla="*/ 30 w 544"/>
                  <a:gd name="T33" fmla="*/ 404 h 1026"/>
                  <a:gd name="T34" fmla="*/ 169 w 544"/>
                  <a:gd name="T35" fmla="*/ 41 h 1026"/>
                  <a:gd name="T36" fmla="*/ 209 w 544"/>
                  <a:gd name="T37" fmla="*/ 79 h 102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544" h="1026">
                    <a:moveTo>
                      <a:pt x="221" y="82"/>
                    </a:moveTo>
                    <a:cubicBezTo>
                      <a:pt x="221" y="82"/>
                      <a:pt x="264" y="97"/>
                      <a:pt x="268" y="121"/>
                    </a:cubicBezTo>
                    <a:cubicBezTo>
                      <a:pt x="272" y="145"/>
                      <a:pt x="295" y="227"/>
                      <a:pt x="295" y="227"/>
                    </a:cubicBezTo>
                    <a:cubicBezTo>
                      <a:pt x="295" y="227"/>
                      <a:pt x="306" y="201"/>
                      <a:pt x="312" y="191"/>
                    </a:cubicBezTo>
                    <a:cubicBezTo>
                      <a:pt x="317" y="180"/>
                      <a:pt x="319" y="177"/>
                      <a:pt x="323" y="157"/>
                    </a:cubicBezTo>
                    <a:cubicBezTo>
                      <a:pt x="326" y="138"/>
                      <a:pt x="333" y="120"/>
                      <a:pt x="345" y="109"/>
                    </a:cubicBezTo>
                    <a:cubicBezTo>
                      <a:pt x="357" y="98"/>
                      <a:pt x="358" y="86"/>
                      <a:pt x="378" y="71"/>
                    </a:cubicBezTo>
                    <a:cubicBezTo>
                      <a:pt x="398" y="56"/>
                      <a:pt x="431" y="10"/>
                      <a:pt x="432" y="0"/>
                    </a:cubicBezTo>
                    <a:cubicBezTo>
                      <a:pt x="437" y="163"/>
                      <a:pt x="437" y="163"/>
                      <a:pt x="437" y="163"/>
                    </a:cubicBezTo>
                    <a:cubicBezTo>
                      <a:pt x="464" y="484"/>
                      <a:pt x="464" y="484"/>
                      <a:pt x="464" y="484"/>
                    </a:cubicBezTo>
                    <a:cubicBezTo>
                      <a:pt x="497" y="761"/>
                      <a:pt x="497" y="761"/>
                      <a:pt x="497" y="761"/>
                    </a:cubicBezTo>
                    <a:cubicBezTo>
                      <a:pt x="544" y="996"/>
                      <a:pt x="544" y="996"/>
                      <a:pt x="544" y="996"/>
                    </a:cubicBezTo>
                    <a:cubicBezTo>
                      <a:pt x="544" y="996"/>
                      <a:pt x="468" y="996"/>
                      <a:pt x="424" y="1005"/>
                    </a:cubicBezTo>
                    <a:cubicBezTo>
                      <a:pt x="380" y="1014"/>
                      <a:pt x="266" y="1026"/>
                      <a:pt x="228" y="1021"/>
                    </a:cubicBezTo>
                    <a:cubicBezTo>
                      <a:pt x="189" y="1016"/>
                      <a:pt x="54" y="989"/>
                      <a:pt x="32" y="954"/>
                    </a:cubicBezTo>
                    <a:cubicBezTo>
                      <a:pt x="32" y="954"/>
                      <a:pt x="0" y="840"/>
                      <a:pt x="0" y="765"/>
                    </a:cubicBezTo>
                    <a:cubicBezTo>
                      <a:pt x="0" y="690"/>
                      <a:pt x="20" y="489"/>
                      <a:pt x="32" y="424"/>
                    </a:cubicBezTo>
                    <a:cubicBezTo>
                      <a:pt x="44" y="358"/>
                      <a:pt x="178" y="44"/>
                      <a:pt x="178" y="44"/>
                    </a:cubicBezTo>
                    <a:lnTo>
                      <a:pt x="221" y="82"/>
                    </a:lnTo>
                    <a:close/>
                  </a:path>
                </a:pathLst>
              </a:custGeom>
              <a:solidFill>
                <a:srgbClr val="F9D00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9654" name="Freeform 437">
                <a:extLst>
                  <a:ext uri="{FF2B5EF4-FFF2-40B4-BE49-F238E27FC236}">
                    <a16:creationId xmlns:a16="http://schemas.microsoft.com/office/drawing/2014/main" id="{798CB6F5-FA6E-4C1A-A028-9A35ADF648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4" y="1157"/>
                <a:ext cx="535" cy="1010"/>
              </a:xfrm>
              <a:custGeom>
                <a:avLst/>
                <a:gdLst>
                  <a:gd name="T0" fmla="*/ 209 w 544"/>
                  <a:gd name="T1" fmla="*/ 79 h 1026"/>
                  <a:gd name="T2" fmla="*/ 256 w 544"/>
                  <a:gd name="T3" fmla="*/ 115 h 1026"/>
                  <a:gd name="T4" fmla="*/ 280 w 544"/>
                  <a:gd name="T5" fmla="*/ 217 h 1026"/>
                  <a:gd name="T6" fmla="*/ 297 w 544"/>
                  <a:gd name="T7" fmla="*/ 182 h 1026"/>
                  <a:gd name="T8" fmla="*/ 308 w 544"/>
                  <a:gd name="T9" fmla="*/ 151 h 1026"/>
                  <a:gd name="T10" fmla="*/ 327 w 544"/>
                  <a:gd name="T11" fmla="*/ 103 h 1026"/>
                  <a:gd name="T12" fmla="*/ 360 w 544"/>
                  <a:gd name="T13" fmla="*/ 68 h 1026"/>
                  <a:gd name="T14" fmla="*/ 411 w 544"/>
                  <a:gd name="T15" fmla="*/ 0 h 1026"/>
                  <a:gd name="T16" fmla="*/ 416 w 544"/>
                  <a:gd name="T17" fmla="*/ 156 h 1026"/>
                  <a:gd name="T18" fmla="*/ 441 w 544"/>
                  <a:gd name="T19" fmla="*/ 462 h 1026"/>
                  <a:gd name="T20" fmla="*/ 473 w 544"/>
                  <a:gd name="T21" fmla="*/ 726 h 1026"/>
                  <a:gd name="T22" fmla="*/ 517 w 544"/>
                  <a:gd name="T23" fmla="*/ 950 h 1026"/>
                  <a:gd name="T24" fmla="*/ 403 w 544"/>
                  <a:gd name="T25" fmla="*/ 959 h 1026"/>
                  <a:gd name="T26" fmla="*/ 216 w 544"/>
                  <a:gd name="T27" fmla="*/ 974 h 1026"/>
                  <a:gd name="T28" fmla="*/ 30 w 544"/>
                  <a:gd name="T29" fmla="*/ 910 h 1026"/>
                  <a:gd name="T30" fmla="*/ 0 w 544"/>
                  <a:gd name="T31" fmla="*/ 729 h 1026"/>
                  <a:gd name="T32" fmla="*/ 30 w 544"/>
                  <a:gd name="T33" fmla="*/ 404 h 1026"/>
                  <a:gd name="T34" fmla="*/ 169 w 544"/>
                  <a:gd name="T35" fmla="*/ 41 h 1026"/>
                  <a:gd name="T36" fmla="*/ 209 w 544"/>
                  <a:gd name="T37" fmla="*/ 79 h 102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544" h="1026">
                    <a:moveTo>
                      <a:pt x="221" y="82"/>
                    </a:moveTo>
                    <a:cubicBezTo>
                      <a:pt x="221" y="82"/>
                      <a:pt x="264" y="97"/>
                      <a:pt x="268" y="121"/>
                    </a:cubicBezTo>
                    <a:cubicBezTo>
                      <a:pt x="272" y="145"/>
                      <a:pt x="295" y="227"/>
                      <a:pt x="295" y="227"/>
                    </a:cubicBezTo>
                    <a:cubicBezTo>
                      <a:pt x="295" y="227"/>
                      <a:pt x="306" y="201"/>
                      <a:pt x="312" y="191"/>
                    </a:cubicBezTo>
                    <a:cubicBezTo>
                      <a:pt x="317" y="180"/>
                      <a:pt x="319" y="177"/>
                      <a:pt x="323" y="157"/>
                    </a:cubicBezTo>
                    <a:cubicBezTo>
                      <a:pt x="326" y="138"/>
                      <a:pt x="333" y="120"/>
                      <a:pt x="345" y="109"/>
                    </a:cubicBezTo>
                    <a:cubicBezTo>
                      <a:pt x="357" y="98"/>
                      <a:pt x="358" y="86"/>
                      <a:pt x="378" y="71"/>
                    </a:cubicBezTo>
                    <a:cubicBezTo>
                      <a:pt x="398" y="56"/>
                      <a:pt x="431" y="10"/>
                      <a:pt x="432" y="0"/>
                    </a:cubicBezTo>
                    <a:cubicBezTo>
                      <a:pt x="437" y="163"/>
                      <a:pt x="437" y="163"/>
                      <a:pt x="437" y="163"/>
                    </a:cubicBezTo>
                    <a:cubicBezTo>
                      <a:pt x="464" y="484"/>
                      <a:pt x="464" y="484"/>
                      <a:pt x="464" y="484"/>
                    </a:cubicBezTo>
                    <a:cubicBezTo>
                      <a:pt x="497" y="761"/>
                      <a:pt x="497" y="761"/>
                      <a:pt x="497" y="761"/>
                    </a:cubicBezTo>
                    <a:cubicBezTo>
                      <a:pt x="544" y="996"/>
                      <a:pt x="544" y="996"/>
                      <a:pt x="544" y="996"/>
                    </a:cubicBezTo>
                    <a:cubicBezTo>
                      <a:pt x="544" y="996"/>
                      <a:pt x="468" y="996"/>
                      <a:pt x="424" y="1005"/>
                    </a:cubicBezTo>
                    <a:cubicBezTo>
                      <a:pt x="380" y="1014"/>
                      <a:pt x="266" y="1026"/>
                      <a:pt x="228" y="1021"/>
                    </a:cubicBezTo>
                    <a:cubicBezTo>
                      <a:pt x="189" y="1016"/>
                      <a:pt x="54" y="989"/>
                      <a:pt x="32" y="954"/>
                    </a:cubicBezTo>
                    <a:cubicBezTo>
                      <a:pt x="32" y="954"/>
                      <a:pt x="0" y="840"/>
                      <a:pt x="0" y="765"/>
                    </a:cubicBezTo>
                    <a:cubicBezTo>
                      <a:pt x="0" y="690"/>
                      <a:pt x="20" y="489"/>
                      <a:pt x="32" y="424"/>
                    </a:cubicBezTo>
                    <a:cubicBezTo>
                      <a:pt x="44" y="358"/>
                      <a:pt x="178" y="44"/>
                      <a:pt x="178" y="44"/>
                    </a:cubicBezTo>
                    <a:lnTo>
                      <a:pt x="221" y="82"/>
                    </a:lnTo>
                    <a:close/>
                  </a:path>
                </a:pathLst>
              </a:custGeom>
              <a:noFill/>
              <a:ln w="6350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9655" name="Freeform 438">
                <a:extLst>
                  <a:ext uri="{FF2B5EF4-FFF2-40B4-BE49-F238E27FC236}">
                    <a16:creationId xmlns:a16="http://schemas.microsoft.com/office/drawing/2014/main" id="{565AB2B7-9181-427C-B5AE-0A96396902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2" y="1186"/>
                <a:ext cx="410" cy="1619"/>
              </a:xfrm>
              <a:custGeom>
                <a:avLst/>
                <a:gdLst>
                  <a:gd name="T0" fmla="*/ 396 w 416"/>
                  <a:gd name="T1" fmla="*/ 45 h 1645"/>
                  <a:gd name="T2" fmla="*/ 366 w 416"/>
                  <a:gd name="T3" fmla="*/ 150 h 1645"/>
                  <a:gd name="T4" fmla="*/ 324 w 416"/>
                  <a:gd name="T5" fmla="*/ 286 h 1645"/>
                  <a:gd name="T6" fmla="*/ 306 w 416"/>
                  <a:gd name="T7" fmla="*/ 342 h 1645"/>
                  <a:gd name="T8" fmla="*/ 293 w 416"/>
                  <a:gd name="T9" fmla="*/ 385 h 1645"/>
                  <a:gd name="T10" fmla="*/ 279 w 416"/>
                  <a:gd name="T11" fmla="*/ 455 h 1645"/>
                  <a:gd name="T12" fmla="*/ 275 w 416"/>
                  <a:gd name="T13" fmla="*/ 506 h 1645"/>
                  <a:gd name="T14" fmla="*/ 276 w 416"/>
                  <a:gd name="T15" fmla="*/ 631 h 1645"/>
                  <a:gd name="T16" fmla="*/ 264 w 416"/>
                  <a:gd name="T17" fmla="*/ 778 h 1645"/>
                  <a:gd name="T18" fmla="*/ 275 w 416"/>
                  <a:gd name="T19" fmla="*/ 873 h 1645"/>
                  <a:gd name="T20" fmla="*/ 273 w 416"/>
                  <a:gd name="T21" fmla="*/ 1033 h 1645"/>
                  <a:gd name="T22" fmla="*/ 275 w 416"/>
                  <a:gd name="T23" fmla="*/ 1113 h 1645"/>
                  <a:gd name="T24" fmla="*/ 304 w 416"/>
                  <a:gd name="T25" fmla="*/ 1568 h 1645"/>
                  <a:gd name="T26" fmla="*/ 78 w 416"/>
                  <a:gd name="T27" fmla="*/ 1477 h 1645"/>
                  <a:gd name="T28" fmla="*/ 97 w 416"/>
                  <a:gd name="T29" fmla="*/ 1243 h 1645"/>
                  <a:gd name="T30" fmla="*/ 60 w 416"/>
                  <a:gd name="T31" fmla="*/ 1064 h 1645"/>
                  <a:gd name="T32" fmla="*/ 65 w 416"/>
                  <a:gd name="T33" fmla="*/ 952 h 1645"/>
                  <a:gd name="T34" fmla="*/ 69 w 416"/>
                  <a:gd name="T35" fmla="*/ 919 h 1645"/>
                  <a:gd name="T36" fmla="*/ 69 w 416"/>
                  <a:gd name="T37" fmla="*/ 877 h 1645"/>
                  <a:gd name="T38" fmla="*/ 49 w 416"/>
                  <a:gd name="T39" fmla="*/ 853 h 1645"/>
                  <a:gd name="T40" fmla="*/ 38 w 416"/>
                  <a:gd name="T41" fmla="*/ 797 h 1645"/>
                  <a:gd name="T42" fmla="*/ 34 w 416"/>
                  <a:gd name="T43" fmla="*/ 770 h 1645"/>
                  <a:gd name="T44" fmla="*/ 25 w 416"/>
                  <a:gd name="T45" fmla="*/ 745 h 1645"/>
                  <a:gd name="T46" fmla="*/ 11 w 416"/>
                  <a:gd name="T47" fmla="*/ 706 h 1645"/>
                  <a:gd name="T48" fmla="*/ 11 w 416"/>
                  <a:gd name="T49" fmla="*/ 674 h 1645"/>
                  <a:gd name="T50" fmla="*/ 12 w 416"/>
                  <a:gd name="T51" fmla="*/ 634 h 1645"/>
                  <a:gd name="T52" fmla="*/ 3 w 416"/>
                  <a:gd name="T53" fmla="*/ 610 h 1645"/>
                  <a:gd name="T54" fmla="*/ 8 w 416"/>
                  <a:gd name="T55" fmla="*/ 587 h 1645"/>
                  <a:gd name="T56" fmla="*/ 21 w 416"/>
                  <a:gd name="T57" fmla="*/ 549 h 1645"/>
                  <a:gd name="T58" fmla="*/ 21 w 416"/>
                  <a:gd name="T59" fmla="*/ 520 h 1645"/>
                  <a:gd name="T60" fmla="*/ 42 w 416"/>
                  <a:gd name="T61" fmla="*/ 497 h 1645"/>
                  <a:gd name="T62" fmla="*/ 58 w 416"/>
                  <a:gd name="T63" fmla="*/ 427 h 1645"/>
                  <a:gd name="T64" fmla="*/ 88 w 416"/>
                  <a:gd name="T65" fmla="*/ 362 h 1645"/>
                  <a:gd name="T66" fmla="*/ 82 w 416"/>
                  <a:gd name="T67" fmla="*/ 317 h 1645"/>
                  <a:gd name="T68" fmla="*/ 78 w 416"/>
                  <a:gd name="T69" fmla="*/ 286 h 1645"/>
                  <a:gd name="T70" fmla="*/ 92 w 416"/>
                  <a:gd name="T71" fmla="*/ 227 h 1645"/>
                  <a:gd name="T72" fmla="*/ 105 w 416"/>
                  <a:gd name="T73" fmla="*/ 158 h 1645"/>
                  <a:gd name="T74" fmla="*/ 154 w 416"/>
                  <a:gd name="T75" fmla="*/ 73 h 1645"/>
                  <a:gd name="T76" fmla="*/ 344 w 416"/>
                  <a:gd name="T77" fmla="*/ 23 h 1645"/>
                  <a:gd name="T78" fmla="*/ 398 w 416"/>
                  <a:gd name="T79" fmla="*/ 0 h 1645"/>
                  <a:gd name="T80" fmla="*/ 396 w 416"/>
                  <a:gd name="T81" fmla="*/ 45 h 1645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416" h="1645">
                    <a:moveTo>
                      <a:pt x="414" y="48"/>
                    </a:moveTo>
                    <a:cubicBezTo>
                      <a:pt x="414" y="48"/>
                      <a:pt x="392" y="85"/>
                      <a:pt x="382" y="156"/>
                    </a:cubicBezTo>
                    <a:cubicBezTo>
                      <a:pt x="371" y="226"/>
                      <a:pt x="345" y="279"/>
                      <a:pt x="339" y="301"/>
                    </a:cubicBezTo>
                    <a:cubicBezTo>
                      <a:pt x="332" y="322"/>
                      <a:pt x="327" y="349"/>
                      <a:pt x="320" y="359"/>
                    </a:cubicBezTo>
                    <a:cubicBezTo>
                      <a:pt x="313" y="370"/>
                      <a:pt x="310" y="388"/>
                      <a:pt x="305" y="403"/>
                    </a:cubicBezTo>
                    <a:cubicBezTo>
                      <a:pt x="299" y="419"/>
                      <a:pt x="295" y="452"/>
                      <a:pt x="291" y="477"/>
                    </a:cubicBezTo>
                    <a:cubicBezTo>
                      <a:pt x="288" y="502"/>
                      <a:pt x="287" y="513"/>
                      <a:pt x="287" y="530"/>
                    </a:cubicBezTo>
                    <a:cubicBezTo>
                      <a:pt x="288" y="547"/>
                      <a:pt x="292" y="607"/>
                      <a:pt x="288" y="661"/>
                    </a:cubicBezTo>
                    <a:cubicBezTo>
                      <a:pt x="284" y="716"/>
                      <a:pt x="275" y="772"/>
                      <a:pt x="276" y="816"/>
                    </a:cubicBezTo>
                    <a:cubicBezTo>
                      <a:pt x="277" y="860"/>
                      <a:pt x="289" y="867"/>
                      <a:pt x="287" y="915"/>
                    </a:cubicBezTo>
                    <a:cubicBezTo>
                      <a:pt x="284" y="963"/>
                      <a:pt x="283" y="1045"/>
                      <a:pt x="285" y="1084"/>
                    </a:cubicBezTo>
                    <a:cubicBezTo>
                      <a:pt x="288" y="1123"/>
                      <a:pt x="287" y="1141"/>
                      <a:pt x="287" y="1167"/>
                    </a:cubicBezTo>
                    <a:cubicBezTo>
                      <a:pt x="287" y="1192"/>
                      <a:pt x="305" y="1541"/>
                      <a:pt x="317" y="1645"/>
                    </a:cubicBezTo>
                    <a:cubicBezTo>
                      <a:pt x="317" y="1645"/>
                      <a:pt x="117" y="1607"/>
                      <a:pt x="81" y="1549"/>
                    </a:cubicBezTo>
                    <a:cubicBezTo>
                      <a:pt x="81" y="1549"/>
                      <a:pt x="104" y="1340"/>
                      <a:pt x="100" y="1304"/>
                    </a:cubicBezTo>
                    <a:cubicBezTo>
                      <a:pt x="100" y="1304"/>
                      <a:pt x="63" y="1181"/>
                      <a:pt x="63" y="1116"/>
                    </a:cubicBezTo>
                    <a:cubicBezTo>
                      <a:pt x="63" y="1051"/>
                      <a:pt x="60" y="1031"/>
                      <a:pt x="68" y="999"/>
                    </a:cubicBezTo>
                    <a:cubicBezTo>
                      <a:pt x="76" y="967"/>
                      <a:pt x="72" y="964"/>
                      <a:pt x="72" y="964"/>
                    </a:cubicBezTo>
                    <a:cubicBezTo>
                      <a:pt x="72" y="920"/>
                      <a:pt x="72" y="920"/>
                      <a:pt x="72" y="920"/>
                    </a:cubicBezTo>
                    <a:cubicBezTo>
                      <a:pt x="72" y="920"/>
                      <a:pt x="57" y="920"/>
                      <a:pt x="52" y="895"/>
                    </a:cubicBezTo>
                    <a:cubicBezTo>
                      <a:pt x="47" y="869"/>
                      <a:pt x="51" y="851"/>
                      <a:pt x="41" y="836"/>
                    </a:cubicBezTo>
                    <a:cubicBezTo>
                      <a:pt x="32" y="821"/>
                      <a:pt x="37" y="819"/>
                      <a:pt x="37" y="808"/>
                    </a:cubicBezTo>
                    <a:cubicBezTo>
                      <a:pt x="37" y="797"/>
                      <a:pt x="37" y="797"/>
                      <a:pt x="25" y="781"/>
                    </a:cubicBezTo>
                    <a:cubicBezTo>
                      <a:pt x="13" y="765"/>
                      <a:pt x="15" y="757"/>
                      <a:pt x="11" y="741"/>
                    </a:cubicBezTo>
                    <a:cubicBezTo>
                      <a:pt x="7" y="725"/>
                      <a:pt x="7" y="732"/>
                      <a:pt x="11" y="707"/>
                    </a:cubicBezTo>
                    <a:cubicBezTo>
                      <a:pt x="15" y="681"/>
                      <a:pt x="17" y="672"/>
                      <a:pt x="12" y="665"/>
                    </a:cubicBezTo>
                    <a:cubicBezTo>
                      <a:pt x="7" y="659"/>
                      <a:pt x="23" y="652"/>
                      <a:pt x="3" y="640"/>
                    </a:cubicBezTo>
                    <a:cubicBezTo>
                      <a:pt x="3" y="640"/>
                      <a:pt x="0" y="640"/>
                      <a:pt x="8" y="616"/>
                    </a:cubicBezTo>
                    <a:cubicBezTo>
                      <a:pt x="16" y="592"/>
                      <a:pt x="21" y="576"/>
                      <a:pt x="21" y="576"/>
                    </a:cubicBezTo>
                    <a:cubicBezTo>
                      <a:pt x="21" y="576"/>
                      <a:pt x="13" y="561"/>
                      <a:pt x="21" y="545"/>
                    </a:cubicBezTo>
                    <a:cubicBezTo>
                      <a:pt x="29" y="529"/>
                      <a:pt x="45" y="543"/>
                      <a:pt x="45" y="521"/>
                    </a:cubicBezTo>
                    <a:cubicBezTo>
                      <a:pt x="45" y="500"/>
                      <a:pt x="52" y="473"/>
                      <a:pt x="61" y="448"/>
                    </a:cubicBezTo>
                    <a:cubicBezTo>
                      <a:pt x="71" y="423"/>
                      <a:pt x="95" y="405"/>
                      <a:pt x="91" y="380"/>
                    </a:cubicBezTo>
                    <a:cubicBezTo>
                      <a:pt x="87" y="355"/>
                      <a:pt x="83" y="345"/>
                      <a:pt x="85" y="332"/>
                    </a:cubicBezTo>
                    <a:cubicBezTo>
                      <a:pt x="88" y="319"/>
                      <a:pt x="88" y="315"/>
                      <a:pt x="81" y="301"/>
                    </a:cubicBezTo>
                    <a:cubicBezTo>
                      <a:pt x="75" y="288"/>
                      <a:pt x="89" y="265"/>
                      <a:pt x="95" y="239"/>
                    </a:cubicBezTo>
                    <a:cubicBezTo>
                      <a:pt x="100" y="212"/>
                      <a:pt x="108" y="192"/>
                      <a:pt x="111" y="167"/>
                    </a:cubicBezTo>
                    <a:cubicBezTo>
                      <a:pt x="113" y="141"/>
                      <a:pt x="135" y="87"/>
                      <a:pt x="160" y="76"/>
                    </a:cubicBezTo>
                    <a:cubicBezTo>
                      <a:pt x="185" y="65"/>
                      <a:pt x="359" y="23"/>
                      <a:pt x="359" y="23"/>
                    </a:cubicBezTo>
                    <a:cubicBezTo>
                      <a:pt x="416" y="0"/>
                      <a:pt x="416" y="0"/>
                      <a:pt x="416" y="0"/>
                    </a:cubicBezTo>
                    <a:lnTo>
                      <a:pt x="414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9656" name="Freeform 439">
                <a:extLst>
                  <a:ext uri="{FF2B5EF4-FFF2-40B4-BE49-F238E27FC236}">
                    <a16:creationId xmlns:a16="http://schemas.microsoft.com/office/drawing/2014/main" id="{041D0EFC-9432-436B-BD5B-1788D70514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3" y="1186"/>
                <a:ext cx="179" cy="1620"/>
              </a:xfrm>
              <a:custGeom>
                <a:avLst/>
                <a:gdLst>
                  <a:gd name="T0" fmla="*/ 171 w 182"/>
                  <a:gd name="T1" fmla="*/ 0 h 1646"/>
                  <a:gd name="T2" fmla="*/ 171 w 182"/>
                  <a:gd name="T3" fmla="*/ 0 h 1646"/>
                  <a:gd name="T4" fmla="*/ 121 w 182"/>
                  <a:gd name="T5" fmla="*/ 154 h 1646"/>
                  <a:gd name="T6" fmla="*/ 61 w 182"/>
                  <a:gd name="T7" fmla="*/ 286 h 1646"/>
                  <a:gd name="T8" fmla="*/ 42 w 182"/>
                  <a:gd name="T9" fmla="*/ 342 h 1646"/>
                  <a:gd name="T10" fmla="*/ 30 w 182"/>
                  <a:gd name="T11" fmla="*/ 385 h 1646"/>
                  <a:gd name="T12" fmla="*/ 17 w 182"/>
                  <a:gd name="T13" fmla="*/ 455 h 1646"/>
                  <a:gd name="T14" fmla="*/ 13 w 182"/>
                  <a:gd name="T15" fmla="*/ 507 h 1646"/>
                  <a:gd name="T16" fmla="*/ 13 w 182"/>
                  <a:gd name="T17" fmla="*/ 632 h 1646"/>
                  <a:gd name="T18" fmla="*/ 1 w 182"/>
                  <a:gd name="T19" fmla="*/ 778 h 1646"/>
                  <a:gd name="T20" fmla="*/ 12 w 182"/>
                  <a:gd name="T21" fmla="*/ 873 h 1646"/>
                  <a:gd name="T22" fmla="*/ 31 w 182"/>
                  <a:gd name="T23" fmla="*/ 1069 h 1646"/>
                  <a:gd name="T24" fmla="*/ 35 w 182"/>
                  <a:gd name="T25" fmla="*/ 1161 h 1646"/>
                  <a:gd name="T26" fmla="*/ 39 w 182"/>
                  <a:gd name="T27" fmla="*/ 1560 h 1646"/>
                  <a:gd name="T28" fmla="*/ 80 w 182"/>
                  <a:gd name="T29" fmla="*/ 1569 h 1646"/>
                  <a:gd name="T30" fmla="*/ 49 w 182"/>
                  <a:gd name="T31" fmla="*/ 1113 h 1646"/>
                  <a:gd name="T32" fmla="*/ 48 w 182"/>
                  <a:gd name="T33" fmla="*/ 1033 h 1646"/>
                  <a:gd name="T34" fmla="*/ 49 w 182"/>
                  <a:gd name="T35" fmla="*/ 873 h 1646"/>
                  <a:gd name="T36" fmla="*/ 39 w 182"/>
                  <a:gd name="T37" fmla="*/ 778 h 1646"/>
                  <a:gd name="T38" fmla="*/ 51 w 182"/>
                  <a:gd name="T39" fmla="*/ 632 h 1646"/>
                  <a:gd name="T40" fmla="*/ 50 w 182"/>
                  <a:gd name="T41" fmla="*/ 507 h 1646"/>
                  <a:gd name="T42" fmla="*/ 54 w 182"/>
                  <a:gd name="T43" fmla="*/ 455 h 1646"/>
                  <a:gd name="T44" fmla="*/ 68 w 182"/>
                  <a:gd name="T45" fmla="*/ 385 h 1646"/>
                  <a:gd name="T46" fmla="*/ 82 w 182"/>
                  <a:gd name="T47" fmla="*/ 342 h 1646"/>
                  <a:gd name="T48" fmla="*/ 98 w 182"/>
                  <a:gd name="T49" fmla="*/ 286 h 1646"/>
                  <a:gd name="T50" fmla="*/ 141 w 182"/>
                  <a:gd name="T51" fmla="*/ 150 h 1646"/>
                  <a:gd name="T52" fmla="*/ 170 w 182"/>
                  <a:gd name="T53" fmla="*/ 45 h 1646"/>
                  <a:gd name="T54" fmla="*/ 173 w 182"/>
                  <a:gd name="T55" fmla="*/ 0 h 1646"/>
                  <a:gd name="T56" fmla="*/ 171 w 182"/>
                  <a:gd name="T57" fmla="*/ 0 h 164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182" h="1646">
                    <a:moveTo>
                      <a:pt x="180" y="0"/>
                    </a:moveTo>
                    <a:cubicBezTo>
                      <a:pt x="180" y="0"/>
                      <a:pt x="180" y="0"/>
                      <a:pt x="180" y="0"/>
                    </a:cubicBezTo>
                    <a:cubicBezTo>
                      <a:pt x="180" y="0"/>
                      <a:pt x="143" y="39"/>
                      <a:pt x="127" y="162"/>
                    </a:cubicBezTo>
                    <a:cubicBezTo>
                      <a:pt x="119" y="233"/>
                      <a:pt x="71" y="279"/>
                      <a:pt x="64" y="301"/>
                    </a:cubicBezTo>
                    <a:cubicBezTo>
                      <a:pt x="58" y="323"/>
                      <a:pt x="52" y="349"/>
                      <a:pt x="45" y="359"/>
                    </a:cubicBezTo>
                    <a:cubicBezTo>
                      <a:pt x="38" y="370"/>
                      <a:pt x="36" y="388"/>
                      <a:pt x="30" y="403"/>
                    </a:cubicBezTo>
                    <a:cubicBezTo>
                      <a:pt x="25" y="419"/>
                      <a:pt x="20" y="453"/>
                      <a:pt x="17" y="477"/>
                    </a:cubicBezTo>
                    <a:cubicBezTo>
                      <a:pt x="13" y="502"/>
                      <a:pt x="12" y="514"/>
                      <a:pt x="13" y="531"/>
                    </a:cubicBezTo>
                    <a:cubicBezTo>
                      <a:pt x="13" y="547"/>
                      <a:pt x="17" y="607"/>
                      <a:pt x="13" y="662"/>
                    </a:cubicBezTo>
                    <a:cubicBezTo>
                      <a:pt x="9" y="716"/>
                      <a:pt x="0" y="772"/>
                      <a:pt x="1" y="816"/>
                    </a:cubicBezTo>
                    <a:cubicBezTo>
                      <a:pt x="3" y="860"/>
                      <a:pt x="15" y="867"/>
                      <a:pt x="12" y="915"/>
                    </a:cubicBezTo>
                    <a:cubicBezTo>
                      <a:pt x="9" y="963"/>
                      <a:pt x="31" y="1082"/>
                      <a:pt x="34" y="1121"/>
                    </a:cubicBezTo>
                    <a:cubicBezTo>
                      <a:pt x="37" y="1159"/>
                      <a:pt x="38" y="1193"/>
                      <a:pt x="38" y="1218"/>
                    </a:cubicBezTo>
                    <a:cubicBezTo>
                      <a:pt x="38" y="1243"/>
                      <a:pt x="30" y="1523"/>
                      <a:pt x="42" y="1636"/>
                    </a:cubicBezTo>
                    <a:cubicBezTo>
                      <a:pt x="66" y="1642"/>
                      <a:pt x="83" y="1646"/>
                      <a:pt x="83" y="1646"/>
                    </a:cubicBezTo>
                    <a:cubicBezTo>
                      <a:pt x="71" y="1542"/>
                      <a:pt x="52" y="1192"/>
                      <a:pt x="52" y="1167"/>
                    </a:cubicBezTo>
                    <a:cubicBezTo>
                      <a:pt x="52" y="1142"/>
                      <a:pt x="54" y="1123"/>
                      <a:pt x="51" y="1084"/>
                    </a:cubicBezTo>
                    <a:cubicBezTo>
                      <a:pt x="48" y="1046"/>
                      <a:pt x="50" y="963"/>
                      <a:pt x="52" y="915"/>
                    </a:cubicBezTo>
                    <a:cubicBezTo>
                      <a:pt x="55" y="867"/>
                      <a:pt x="43" y="860"/>
                      <a:pt x="42" y="816"/>
                    </a:cubicBezTo>
                    <a:cubicBezTo>
                      <a:pt x="40" y="772"/>
                      <a:pt x="50" y="716"/>
                      <a:pt x="54" y="662"/>
                    </a:cubicBezTo>
                    <a:cubicBezTo>
                      <a:pt x="58" y="607"/>
                      <a:pt x="53" y="547"/>
                      <a:pt x="53" y="531"/>
                    </a:cubicBezTo>
                    <a:cubicBezTo>
                      <a:pt x="52" y="514"/>
                      <a:pt x="53" y="502"/>
                      <a:pt x="57" y="477"/>
                    </a:cubicBezTo>
                    <a:cubicBezTo>
                      <a:pt x="60" y="453"/>
                      <a:pt x="65" y="419"/>
                      <a:pt x="71" y="403"/>
                    </a:cubicBezTo>
                    <a:cubicBezTo>
                      <a:pt x="76" y="388"/>
                      <a:pt x="78" y="370"/>
                      <a:pt x="85" y="359"/>
                    </a:cubicBezTo>
                    <a:cubicBezTo>
                      <a:pt x="92" y="349"/>
                      <a:pt x="98" y="323"/>
                      <a:pt x="104" y="301"/>
                    </a:cubicBezTo>
                    <a:cubicBezTo>
                      <a:pt x="111" y="279"/>
                      <a:pt x="137" y="226"/>
                      <a:pt x="147" y="156"/>
                    </a:cubicBezTo>
                    <a:cubicBezTo>
                      <a:pt x="158" y="85"/>
                      <a:pt x="179" y="48"/>
                      <a:pt x="179" y="48"/>
                    </a:cubicBezTo>
                    <a:cubicBezTo>
                      <a:pt x="182" y="0"/>
                      <a:pt x="182" y="0"/>
                      <a:pt x="182" y="0"/>
                    </a:cubicBezTo>
                    <a:lnTo>
                      <a:pt x="180" y="0"/>
                    </a:lnTo>
                    <a:close/>
                  </a:path>
                </a:pathLst>
              </a:custGeom>
              <a:solidFill>
                <a:srgbClr val="E5E4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9657" name="Freeform 440">
                <a:extLst>
                  <a:ext uri="{FF2B5EF4-FFF2-40B4-BE49-F238E27FC236}">
                    <a16:creationId xmlns:a16="http://schemas.microsoft.com/office/drawing/2014/main" id="{3C602064-26EB-440C-8DC3-3E3A75F1C6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2" y="1186"/>
                <a:ext cx="410" cy="1619"/>
              </a:xfrm>
              <a:custGeom>
                <a:avLst/>
                <a:gdLst>
                  <a:gd name="T0" fmla="*/ 396 w 416"/>
                  <a:gd name="T1" fmla="*/ 45 h 1645"/>
                  <a:gd name="T2" fmla="*/ 366 w 416"/>
                  <a:gd name="T3" fmla="*/ 150 h 1645"/>
                  <a:gd name="T4" fmla="*/ 324 w 416"/>
                  <a:gd name="T5" fmla="*/ 286 h 1645"/>
                  <a:gd name="T6" fmla="*/ 306 w 416"/>
                  <a:gd name="T7" fmla="*/ 342 h 1645"/>
                  <a:gd name="T8" fmla="*/ 293 w 416"/>
                  <a:gd name="T9" fmla="*/ 385 h 1645"/>
                  <a:gd name="T10" fmla="*/ 279 w 416"/>
                  <a:gd name="T11" fmla="*/ 455 h 1645"/>
                  <a:gd name="T12" fmla="*/ 275 w 416"/>
                  <a:gd name="T13" fmla="*/ 506 h 1645"/>
                  <a:gd name="T14" fmla="*/ 276 w 416"/>
                  <a:gd name="T15" fmla="*/ 631 h 1645"/>
                  <a:gd name="T16" fmla="*/ 264 w 416"/>
                  <a:gd name="T17" fmla="*/ 778 h 1645"/>
                  <a:gd name="T18" fmla="*/ 275 w 416"/>
                  <a:gd name="T19" fmla="*/ 873 h 1645"/>
                  <a:gd name="T20" fmla="*/ 273 w 416"/>
                  <a:gd name="T21" fmla="*/ 1033 h 1645"/>
                  <a:gd name="T22" fmla="*/ 275 w 416"/>
                  <a:gd name="T23" fmla="*/ 1113 h 1645"/>
                  <a:gd name="T24" fmla="*/ 304 w 416"/>
                  <a:gd name="T25" fmla="*/ 1568 h 1645"/>
                  <a:gd name="T26" fmla="*/ 78 w 416"/>
                  <a:gd name="T27" fmla="*/ 1477 h 1645"/>
                  <a:gd name="T28" fmla="*/ 97 w 416"/>
                  <a:gd name="T29" fmla="*/ 1243 h 1645"/>
                  <a:gd name="T30" fmla="*/ 60 w 416"/>
                  <a:gd name="T31" fmla="*/ 1064 h 1645"/>
                  <a:gd name="T32" fmla="*/ 65 w 416"/>
                  <a:gd name="T33" fmla="*/ 952 h 1645"/>
                  <a:gd name="T34" fmla="*/ 69 w 416"/>
                  <a:gd name="T35" fmla="*/ 919 h 1645"/>
                  <a:gd name="T36" fmla="*/ 69 w 416"/>
                  <a:gd name="T37" fmla="*/ 877 h 1645"/>
                  <a:gd name="T38" fmla="*/ 49 w 416"/>
                  <a:gd name="T39" fmla="*/ 853 h 1645"/>
                  <a:gd name="T40" fmla="*/ 38 w 416"/>
                  <a:gd name="T41" fmla="*/ 797 h 1645"/>
                  <a:gd name="T42" fmla="*/ 34 w 416"/>
                  <a:gd name="T43" fmla="*/ 770 h 1645"/>
                  <a:gd name="T44" fmla="*/ 25 w 416"/>
                  <a:gd name="T45" fmla="*/ 745 h 1645"/>
                  <a:gd name="T46" fmla="*/ 11 w 416"/>
                  <a:gd name="T47" fmla="*/ 706 h 1645"/>
                  <a:gd name="T48" fmla="*/ 11 w 416"/>
                  <a:gd name="T49" fmla="*/ 674 h 1645"/>
                  <a:gd name="T50" fmla="*/ 12 w 416"/>
                  <a:gd name="T51" fmla="*/ 634 h 1645"/>
                  <a:gd name="T52" fmla="*/ 3 w 416"/>
                  <a:gd name="T53" fmla="*/ 610 h 1645"/>
                  <a:gd name="T54" fmla="*/ 8 w 416"/>
                  <a:gd name="T55" fmla="*/ 587 h 1645"/>
                  <a:gd name="T56" fmla="*/ 21 w 416"/>
                  <a:gd name="T57" fmla="*/ 549 h 1645"/>
                  <a:gd name="T58" fmla="*/ 21 w 416"/>
                  <a:gd name="T59" fmla="*/ 520 h 1645"/>
                  <a:gd name="T60" fmla="*/ 42 w 416"/>
                  <a:gd name="T61" fmla="*/ 497 h 1645"/>
                  <a:gd name="T62" fmla="*/ 58 w 416"/>
                  <a:gd name="T63" fmla="*/ 427 h 1645"/>
                  <a:gd name="T64" fmla="*/ 88 w 416"/>
                  <a:gd name="T65" fmla="*/ 362 h 1645"/>
                  <a:gd name="T66" fmla="*/ 82 w 416"/>
                  <a:gd name="T67" fmla="*/ 317 h 1645"/>
                  <a:gd name="T68" fmla="*/ 78 w 416"/>
                  <a:gd name="T69" fmla="*/ 286 h 1645"/>
                  <a:gd name="T70" fmla="*/ 92 w 416"/>
                  <a:gd name="T71" fmla="*/ 227 h 1645"/>
                  <a:gd name="T72" fmla="*/ 105 w 416"/>
                  <a:gd name="T73" fmla="*/ 158 h 1645"/>
                  <a:gd name="T74" fmla="*/ 154 w 416"/>
                  <a:gd name="T75" fmla="*/ 73 h 1645"/>
                  <a:gd name="T76" fmla="*/ 344 w 416"/>
                  <a:gd name="T77" fmla="*/ 23 h 1645"/>
                  <a:gd name="T78" fmla="*/ 398 w 416"/>
                  <a:gd name="T79" fmla="*/ 0 h 1645"/>
                  <a:gd name="T80" fmla="*/ 396 w 416"/>
                  <a:gd name="T81" fmla="*/ 45 h 1645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416" h="1645">
                    <a:moveTo>
                      <a:pt x="414" y="48"/>
                    </a:moveTo>
                    <a:cubicBezTo>
                      <a:pt x="414" y="48"/>
                      <a:pt x="392" y="85"/>
                      <a:pt x="382" y="156"/>
                    </a:cubicBezTo>
                    <a:cubicBezTo>
                      <a:pt x="371" y="226"/>
                      <a:pt x="345" y="279"/>
                      <a:pt x="339" y="301"/>
                    </a:cubicBezTo>
                    <a:cubicBezTo>
                      <a:pt x="332" y="322"/>
                      <a:pt x="327" y="349"/>
                      <a:pt x="320" y="359"/>
                    </a:cubicBezTo>
                    <a:cubicBezTo>
                      <a:pt x="313" y="370"/>
                      <a:pt x="310" y="388"/>
                      <a:pt x="305" y="403"/>
                    </a:cubicBezTo>
                    <a:cubicBezTo>
                      <a:pt x="299" y="419"/>
                      <a:pt x="295" y="452"/>
                      <a:pt x="291" y="477"/>
                    </a:cubicBezTo>
                    <a:cubicBezTo>
                      <a:pt x="288" y="502"/>
                      <a:pt x="287" y="513"/>
                      <a:pt x="287" y="530"/>
                    </a:cubicBezTo>
                    <a:cubicBezTo>
                      <a:pt x="288" y="547"/>
                      <a:pt x="292" y="607"/>
                      <a:pt x="288" y="661"/>
                    </a:cubicBezTo>
                    <a:cubicBezTo>
                      <a:pt x="284" y="716"/>
                      <a:pt x="275" y="772"/>
                      <a:pt x="276" y="816"/>
                    </a:cubicBezTo>
                    <a:cubicBezTo>
                      <a:pt x="277" y="860"/>
                      <a:pt x="289" y="867"/>
                      <a:pt x="287" y="915"/>
                    </a:cubicBezTo>
                    <a:cubicBezTo>
                      <a:pt x="284" y="963"/>
                      <a:pt x="283" y="1045"/>
                      <a:pt x="285" y="1084"/>
                    </a:cubicBezTo>
                    <a:cubicBezTo>
                      <a:pt x="288" y="1123"/>
                      <a:pt x="287" y="1141"/>
                      <a:pt x="287" y="1167"/>
                    </a:cubicBezTo>
                    <a:cubicBezTo>
                      <a:pt x="287" y="1192"/>
                      <a:pt x="305" y="1541"/>
                      <a:pt x="317" y="1645"/>
                    </a:cubicBezTo>
                    <a:cubicBezTo>
                      <a:pt x="317" y="1645"/>
                      <a:pt x="117" y="1607"/>
                      <a:pt x="81" y="1549"/>
                    </a:cubicBezTo>
                    <a:cubicBezTo>
                      <a:pt x="81" y="1549"/>
                      <a:pt x="104" y="1340"/>
                      <a:pt x="100" y="1304"/>
                    </a:cubicBezTo>
                    <a:cubicBezTo>
                      <a:pt x="100" y="1304"/>
                      <a:pt x="63" y="1181"/>
                      <a:pt x="63" y="1116"/>
                    </a:cubicBezTo>
                    <a:cubicBezTo>
                      <a:pt x="63" y="1051"/>
                      <a:pt x="60" y="1031"/>
                      <a:pt x="68" y="999"/>
                    </a:cubicBezTo>
                    <a:cubicBezTo>
                      <a:pt x="76" y="967"/>
                      <a:pt x="72" y="964"/>
                      <a:pt x="72" y="964"/>
                    </a:cubicBezTo>
                    <a:cubicBezTo>
                      <a:pt x="72" y="920"/>
                      <a:pt x="72" y="920"/>
                      <a:pt x="72" y="920"/>
                    </a:cubicBezTo>
                    <a:cubicBezTo>
                      <a:pt x="72" y="920"/>
                      <a:pt x="57" y="920"/>
                      <a:pt x="52" y="895"/>
                    </a:cubicBezTo>
                    <a:cubicBezTo>
                      <a:pt x="47" y="869"/>
                      <a:pt x="51" y="851"/>
                      <a:pt x="41" y="836"/>
                    </a:cubicBezTo>
                    <a:cubicBezTo>
                      <a:pt x="32" y="821"/>
                      <a:pt x="37" y="819"/>
                      <a:pt x="37" y="808"/>
                    </a:cubicBezTo>
                    <a:cubicBezTo>
                      <a:pt x="37" y="797"/>
                      <a:pt x="37" y="797"/>
                      <a:pt x="25" y="781"/>
                    </a:cubicBezTo>
                    <a:cubicBezTo>
                      <a:pt x="13" y="765"/>
                      <a:pt x="15" y="757"/>
                      <a:pt x="11" y="741"/>
                    </a:cubicBezTo>
                    <a:cubicBezTo>
                      <a:pt x="7" y="725"/>
                      <a:pt x="7" y="732"/>
                      <a:pt x="11" y="707"/>
                    </a:cubicBezTo>
                    <a:cubicBezTo>
                      <a:pt x="15" y="681"/>
                      <a:pt x="17" y="672"/>
                      <a:pt x="12" y="665"/>
                    </a:cubicBezTo>
                    <a:cubicBezTo>
                      <a:pt x="7" y="659"/>
                      <a:pt x="23" y="652"/>
                      <a:pt x="3" y="640"/>
                    </a:cubicBezTo>
                    <a:cubicBezTo>
                      <a:pt x="3" y="640"/>
                      <a:pt x="0" y="640"/>
                      <a:pt x="8" y="616"/>
                    </a:cubicBezTo>
                    <a:cubicBezTo>
                      <a:pt x="16" y="592"/>
                      <a:pt x="21" y="576"/>
                      <a:pt x="21" y="576"/>
                    </a:cubicBezTo>
                    <a:cubicBezTo>
                      <a:pt x="21" y="576"/>
                      <a:pt x="13" y="561"/>
                      <a:pt x="21" y="545"/>
                    </a:cubicBezTo>
                    <a:cubicBezTo>
                      <a:pt x="29" y="529"/>
                      <a:pt x="45" y="543"/>
                      <a:pt x="45" y="521"/>
                    </a:cubicBezTo>
                    <a:cubicBezTo>
                      <a:pt x="45" y="500"/>
                      <a:pt x="52" y="473"/>
                      <a:pt x="61" y="448"/>
                    </a:cubicBezTo>
                    <a:cubicBezTo>
                      <a:pt x="71" y="423"/>
                      <a:pt x="95" y="405"/>
                      <a:pt x="91" y="380"/>
                    </a:cubicBezTo>
                    <a:cubicBezTo>
                      <a:pt x="87" y="355"/>
                      <a:pt x="83" y="345"/>
                      <a:pt x="85" y="332"/>
                    </a:cubicBezTo>
                    <a:cubicBezTo>
                      <a:pt x="88" y="319"/>
                      <a:pt x="88" y="315"/>
                      <a:pt x="81" y="301"/>
                    </a:cubicBezTo>
                    <a:cubicBezTo>
                      <a:pt x="75" y="288"/>
                      <a:pt x="89" y="265"/>
                      <a:pt x="95" y="239"/>
                    </a:cubicBezTo>
                    <a:cubicBezTo>
                      <a:pt x="100" y="212"/>
                      <a:pt x="108" y="192"/>
                      <a:pt x="111" y="167"/>
                    </a:cubicBezTo>
                    <a:cubicBezTo>
                      <a:pt x="113" y="141"/>
                      <a:pt x="135" y="87"/>
                      <a:pt x="160" y="76"/>
                    </a:cubicBezTo>
                    <a:cubicBezTo>
                      <a:pt x="185" y="65"/>
                      <a:pt x="359" y="23"/>
                      <a:pt x="359" y="23"/>
                    </a:cubicBezTo>
                    <a:cubicBezTo>
                      <a:pt x="416" y="0"/>
                      <a:pt x="416" y="0"/>
                      <a:pt x="416" y="0"/>
                    </a:cubicBezTo>
                    <a:lnTo>
                      <a:pt x="414" y="48"/>
                    </a:lnTo>
                    <a:close/>
                  </a:path>
                </a:pathLst>
              </a:custGeom>
              <a:noFill/>
              <a:ln w="6350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9658" name="Freeform 441">
                <a:extLst>
                  <a:ext uri="{FF2B5EF4-FFF2-40B4-BE49-F238E27FC236}">
                    <a16:creationId xmlns:a16="http://schemas.microsoft.com/office/drawing/2014/main" id="{3307F4BC-8D01-4A42-B49B-7CB2B934BC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1" y="1202"/>
                <a:ext cx="135" cy="373"/>
              </a:xfrm>
              <a:custGeom>
                <a:avLst/>
                <a:gdLst>
                  <a:gd name="T0" fmla="*/ 131 w 137"/>
                  <a:gd name="T1" fmla="*/ 0 h 379"/>
                  <a:gd name="T2" fmla="*/ 48 w 137"/>
                  <a:gd name="T3" fmla="*/ 31 h 379"/>
                  <a:gd name="T4" fmla="*/ 72 w 137"/>
                  <a:gd name="T5" fmla="*/ 80 h 379"/>
                  <a:gd name="T6" fmla="*/ 24 w 137"/>
                  <a:gd name="T7" fmla="*/ 104 h 379"/>
                  <a:gd name="T8" fmla="*/ 8 w 137"/>
                  <a:gd name="T9" fmla="*/ 361 h 37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7" h="379">
                    <a:moveTo>
                      <a:pt x="137" y="0"/>
                    </a:moveTo>
                    <a:cubicBezTo>
                      <a:pt x="51" y="32"/>
                      <a:pt x="51" y="32"/>
                      <a:pt x="51" y="32"/>
                    </a:cubicBezTo>
                    <a:cubicBezTo>
                      <a:pt x="75" y="83"/>
                      <a:pt x="75" y="83"/>
                      <a:pt x="75" y="83"/>
                    </a:cubicBezTo>
                    <a:cubicBezTo>
                      <a:pt x="24" y="110"/>
                      <a:pt x="24" y="110"/>
                      <a:pt x="24" y="110"/>
                    </a:cubicBezTo>
                    <a:cubicBezTo>
                      <a:pt x="24" y="110"/>
                      <a:pt x="0" y="279"/>
                      <a:pt x="8" y="379"/>
                    </a:cubicBezTo>
                  </a:path>
                </a:pathLst>
              </a:custGeom>
              <a:noFill/>
              <a:ln w="6350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9659" name="Freeform 442">
                <a:extLst>
                  <a:ext uri="{FF2B5EF4-FFF2-40B4-BE49-F238E27FC236}">
                    <a16:creationId xmlns:a16="http://schemas.microsoft.com/office/drawing/2014/main" id="{A5FCFD34-61CE-420B-8C7E-E77C41B9D5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3" y="1317"/>
                <a:ext cx="158" cy="991"/>
              </a:xfrm>
              <a:custGeom>
                <a:avLst/>
                <a:gdLst>
                  <a:gd name="T0" fmla="*/ 154 w 160"/>
                  <a:gd name="T1" fmla="*/ 0 h 1007"/>
                  <a:gd name="T2" fmla="*/ 45 w 160"/>
                  <a:gd name="T3" fmla="*/ 271 h 1007"/>
                  <a:gd name="T4" fmla="*/ 5 w 160"/>
                  <a:gd name="T5" fmla="*/ 503 h 1007"/>
                  <a:gd name="T6" fmla="*/ 32 w 160"/>
                  <a:gd name="T7" fmla="*/ 648 h 1007"/>
                  <a:gd name="T8" fmla="*/ 54 w 160"/>
                  <a:gd name="T9" fmla="*/ 834 h 1007"/>
                  <a:gd name="T10" fmla="*/ 81 w 160"/>
                  <a:gd name="T11" fmla="*/ 960 h 100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60" h="1007">
                    <a:moveTo>
                      <a:pt x="160" y="0"/>
                    </a:moveTo>
                    <a:cubicBezTo>
                      <a:pt x="160" y="0"/>
                      <a:pt x="76" y="204"/>
                      <a:pt x="48" y="284"/>
                    </a:cubicBezTo>
                    <a:cubicBezTo>
                      <a:pt x="20" y="364"/>
                      <a:pt x="0" y="464"/>
                      <a:pt x="5" y="527"/>
                    </a:cubicBezTo>
                    <a:cubicBezTo>
                      <a:pt x="11" y="590"/>
                      <a:pt x="25" y="623"/>
                      <a:pt x="32" y="680"/>
                    </a:cubicBezTo>
                    <a:cubicBezTo>
                      <a:pt x="39" y="738"/>
                      <a:pt x="49" y="835"/>
                      <a:pt x="57" y="875"/>
                    </a:cubicBezTo>
                    <a:cubicBezTo>
                      <a:pt x="65" y="915"/>
                      <a:pt x="83" y="975"/>
                      <a:pt x="84" y="1007"/>
                    </a:cubicBezTo>
                  </a:path>
                </a:pathLst>
              </a:custGeom>
              <a:noFill/>
              <a:ln w="6350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9660" name="Freeform 443">
                <a:extLst>
                  <a:ext uri="{FF2B5EF4-FFF2-40B4-BE49-F238E27FC236}">
                    <a16:creationId xmlns:a16="http://schemas.microsoft.com/office/drawing/2014/main" id="{7E53F225-EFA0-4D0C-B157-F38FEFC7DB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2" y="1882"/>
                <a:ext cx="112" cy="255"/>
              </a:xfrm>
              <a:custGeom>
                <a:avLst/>
                <a:gdLst>
                  <a:gd name="T0" fmla="*/ 106 w 114"/>
                  <a:gd name="T1" fmla="*/ 3 h 260"/>
                  <a:gd name="T2" fmla="*/ 108 w 114"/>
                  <a:gd name="T3" fmla="*/ 0 h 260"/>
                  <a:gd name="T4" fmla="*/ 97 w 114"/>
                  <a:gd name="T5" fmla="*/ 27 h 260"/>
                  <a:gd name="T6" fmla="*/ 88 w 114"/>
                  <a:gd name="T7" fmla="*/ 57 h 260"/>
                  <a:gd name="T8" fmla="*/ 77 w 114"/>
                  <a:gd name="T9" fmla="*/ 124 h 260"/>
                  <a:gd name="T10" fmla="*/ 59 w 114"/>
                  <a:gd name="T11" fmla="*/ 167 h 260"/>
                  <a:gd name="T12" fmla="*/ 27 w 114"/>
                  <a:gd name="T13" fmla="*/ 212 h 260"/>
                  <a:gd name="T14" fmla="*/ 13 w 114"/>
                  <a:gd name="T15" fmla="*/ 232 h 260"/>
                  <a:gd name="T16" fmla="*/ 0 w 114"/>
                  <a:gd name="T17" fmla="*/ 245 h 260"/>
                  <a:gd name="T18" fmla="*/ 1 w 114"/>
                  <a:gd name="T19" fmla="*/ 244 h 26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14" h="260">
                    <a:moveTo>
                      <a:pt x="112" y="3"/>
                    </a:moveTo>
                    <a:cubicBezTo>
                      <a:pt x="113" y="1"/>
                      <a:pt x="112" y="0"/>
                      <a:pt x="114" y="0"/>
                    </a:cubicBezTo>
                    <a:cubicBezTo>
                      <a:pt x="107" y="4"/>
                      <a:pt x="103" y="21"/>
                      <a:pt x="103" y="30"/>
                    </a:cubicBezTo>
                    <a:cubicBezTo>
                      <a:pt x="101" y="42"/>
                      <a:pt x="98" y="49"/>
                      <a:pt x="94" y="60"/>
                    </a:cubicBezTo>
                    <a:cubicBezTo>
                      <a:pt x="87" y="84"/>
                      <a:pt x="80" y="104"/>
                      <a:pt x="80" y="130"/>
                    </a:cubicBezTo>
                    <a:cubicBezTo>
                      <a:pt x="80" y="150"/>
                      <a:pt x="74" y="159"/>
                      <a:pt x="62" y="176"/>
                    </a:cubicBezTo>
                    <a:cubicBezTo>
                      <a:pt x="51" y="192"/>
                      <a:pt x="37" y="207"/>
                      <a:pt x="27" y="224"/>
                    </a:cubicBezTo>
                    <a:cubicBezTo>
                      <a:pt x="22" y="232"/>
                      <a:pt x="18" y="240"/>
                      <a:pt x="13" y="247"/>
                    </a:cubicBezTo>
                    <a:cubicBezTo>
                      <a:pt x="9" y="251"/>
                      <a:pt x="2" y="255"/>
                      <a:pt x="0" y="260"/>
                    </a:cubicBezTo>
                    <a:cubicBezTo>
                      <a:pt x="0" y="260"/>
                      <a:pt x="1" y="259"/>
                      <a:pt x="1" y="259"/>
                    </a:cubicBezTo>
                  </a:path>
                </a:pathLst>
              </a:custGeom>
              <a:noFill/>
              <a:ln w="6350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9661" name="Freeform 444">
                <a:extLst>
                  <a:ext uri="{FF2B5EF4-FFF2-40B4-BE49-F238E27FC236}">
                    <a16:creationId xmlns:a16="http://schemas.microsoft.com/office/drawing/2014/main" id="{A080BA2A-6595-4436-97F2-9D25DF2066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1" y="1963"/>
                <a:ext cx="25" cy="47"/>
              </a:xfrm>
              <a:custGeom>
                <a:avLst/>
                <a:gdLst>
                  <a:gd name="T0" fmla="*/ 25 w 25"/>
                  <a:gd name="T1" fmla="*/ 0 h 48"/>
                  <a:gd name="T2" fmla="*/ 17 w 25"/>
                  <a:gd name="T3" fmla="*/ 3 h 48"/>
                  <a:gd name="T4" fmla="*/ 14 w 25"/>
                  <a:gd name="T5" fmla="*/ 23 h 48"/>
                  <a:gd name="T6" fmla="*/ 1 w 25"/>
                  <a:gd name="T7" fmla="*/ 45 h 48"/>
                  <a:gd name="T8" fmla="*/ 0 w 25"/>
                  <a:gd name="T9" fmla="*/ 38 h 4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48">
                    <a:moveTo>
                      <a:pt x="25" y="0"/>
                    </a:moveTo>
                    <a:cubicBezTo>
                      <a:pt x="22" y="1"/>
                      <a:pt x="20" y="2"/>
                      <a:pt x="17" y="3"/>
                    </a:cubicBezTo>
                    <a:cubicBezTo>
                      <a:pt x="15" y="10"/>
                      <a:pt x="17" y="17"/>
                      <a:pt x="14" y="23"/>
                    </a:cubicBezTo>
                    <a:cubicBezTo>
                      <a:pt x="11" y="30"/>
                      <a:pt x="6" y="42"/>
                      <a:pt x="1" y="48"/>
                    </a:cubicBezTo>
                    <a:cubicBezTo>
                      <a:pt x="0" y="45"/>
                      <a:pt x="0" y="43"/>
                      <a:pt x="0" y="41"/>
                    </a:cubicBezTo>
                  </a:path>
                </a:pathLst>
              </a:custGeom>
              <a:noFill/>
              <a:ln w="6350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9662" name="Freeform 445">
                <a:extLst>
                  <a:ext uri="{FF2B5EF4-FFF2-40B4-BE49-F238E27FC236}">
                    <a16:creationId xmlns:a16="http://schemas.microsoft.com/office/drawing/2014/main" id="{68C36144-AFD1-413A-B899-9C8414407F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7" y="1807"/>
                <a:ext cx="33" cy="18"/>
              </a:xfrm>
              <a:custGeom>
                <a:avLst/>
                <a:gdLst>
                  <a:gd name="T0" fmla="*/ 33 w 33"/>
                  <a:gd name="T1" fmla="*/ 4 h 19"/>
                  <a:gd name="T2" fmla="*/ 16 w 33"/>
                  <a:gd name="T3" fmla="*/ 3 h 19"/>
                  <a:gd name="T4" fmla="*/ 0 w 33"/>
                  <a:gd name="T5" fmla="*/ 16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" h="19">
                    <a:moveTo>
                      <a:pt x="33" y="4"/>
                    </a:moveTo>
                    <a:cubicBezTo>
                      <a:pt x="27" y="9"/>
                      <a:pt x="23" y="0"/>
                      <a:pt x="16" y="3"/>
                    </a:cubicBezTo>
                    <a:cubicBezTo>
                      <a:pt x="10" y="5"/>
                      <a:pt x="5" y="16"/>
                      <a:pt x="0" y="19"/>
                    </a:cubicBezTo>
                  </a:path>
                </a:pathLst>
              </a:custGeom>
              <a:noFill/>
              <a:ln w="6350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9663" name="Freeform 446">
                <a:extLst>
                  <a:ext uri="{FF2B5EF4-FFF2-40B4-BE49-F238E27FC236}">
                    <a16:creationId xmlns:a16="http://schemas.microsoft.com/office/drawing/2014/main" id="{6D0719FF-EC6B-4702-A5EE-316A0BFDBB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6" y="1771"/>
                <a:ext cx="73" cy="22"/>
              </a:xfrm>
              <a:custGeom>
                <a:avLst/>
                <a:gdLst>
                  <a:gd name="T0" fmla="*/ 69 w 75"/>
                  <a:gd name="T1" fmla="*/ 0 h 22"/>
                  <a:gd name="T2" fmla="*/ 55 w 75"/>
                  <a:gd name="T3" fmla="*/ 21 h 22"/>
                  <a:gd name="T4" fmla="*/ 30 w 75"/>
                  <a:gd name="T5" fmla="*/ 21 h 22"/>
                  <a:gd name="T6" fmla="*/ 0 w 75"/>
                  <a:gd name="T7" fmla="*/ 15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5" h="22">
                    <a:moveTo>
                      <a:pt x="75" y="0"/>
                    </a:moveTo>
                    <a:cubicBezTo>
                      <a:pt x="69" y="6"/>
                      <a:pt x="66" y="14"/>
                      <a:pt x="61" y="21"/>
                    </a:cubicBezTo>
                    <a:cubicBezTo>
                      <a:pt x="55" y="14"/>
                      <a:pt x="40" y="21"/>
                      <a:pt x="33" y="21"/>
                    </a:cubicBezTo>
                    <a:cubicBezTo>
                      <a:pt x="23" y="22"/>
                      <a:pt x="8" y="20"/>
                      <a:pt x="0" y="15"/>
                    </a:cubicBezTo>
                  </a:path>
                </a:pathLst>
              </a:custGeom>
              <a:noFill/>
              <a:ln w="6350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9664" name="Freeform 447">
                <a:extLst>
                  <a:ext uri="{FF2B5EF4-FFF2-40B4-BE49-F238E27FC236}">
                    <a16:creationId xmlns:a16="http://schemas.microsoft.com/office/drawing/2014/main" id="{CADDA2DA-D4E2-4A77-B185-B387367A12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3" y="1529"/>
                <a:ext cx="41" cy="43"/>
              </a:xfrm>
              <a:custGeom>
                <a:avLst/>
                <a:gdLst>
                  <a:gd name="T0" fmla="*/ 4 w 41"/>
                  <a:gd name="T1" fmla="*/ 13 h 44"/>
                  <a:gd name="T2" fmla="*/ 14 w 41"/>
                  <a:gd name="T3" fmla="*/ 4 h 44"/>
                  <a:gd name="T4" fmla="*/ 36 w 41"/>
                  <a:gd name="T5" fmla="*/ 41 h 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1" h="44">
                    <a:moveTo>
                      <a:pt x="4" y="13"/>
                    </a:moveTo>
                    <a:cubicBezTo>
                      <a:pt x="0" y="13"/>
                      <a:pt x="3" y="0"/>
                      <a:pt x="14" y="4"/>
                    </a:cubicBezTo>
                    <a:cubicBezTo>
                      <a:pt x="23" y="8"/>
                      <a:pt x="41" y="35"/>
                      <a:pt x="36" y="44"/>
                    </a:cubicBezTo>
                  </a:path>
                </a:pathLst>
              </a:custGeom>
              <a:noFill/>
              <a:ln w="6350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9665" name="Freeform 448">
                <a:extLst>
                  <a:ext uri="{FF2B5EF4-FFF2-40B4-BE49-F238E27FC236}">
                    <a16:creationId xmlns:a16="http://schemas.microsoft.com/office/drawing/2014/main" id="{34791F07-65AE-4AEB-9A74-69515C4F9B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1" y="1457"/>
                <a:ext cx="89" cy="97"/>
              </a:xfrm>
              <a:custGeom>
                <a:avLst/>
                <a:gdLst>
                  <a:gd name="T0" fmla="*/ 10 w 91"/>
                  <a:gd name="T1" fmla="*/ 32 h 98"/>
                  <a:gd name="T2" fmla="*/ 25 w 91"/>
                  <a:gd name="T3" fmla="*/ 0 h 98"/>
                  <a:gd name="T4" fmla="*/ 83 w 91"/>
                  <a:gd name="T5" fmla="*/ 95 h 9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1" h="98">
                    <a:moveTo>
                      <a:pt x="10" y="32"/>
                    </a:moveTo>
                    <a:cubicBezTo>
                      <a:pt x="0" y="16"/>
                      <a:pt x="9" y="0"/>
                      <a:pt x="28" y="0"/>
                    </a:cubicBezTo>
                    <a:cubicBezTo>
                      <a:pt x="64" y="1"/>
                      <a:pt x="91" y="68"/>
                      <a:pt x="89" y="98"/>
                    </a:cubicBezTo>
                  </a:path>
                </a:pathLst>
              </a:custGeom>
              <a:noFill/>
              <a:ln w="6350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9666" name="Freeform 449">
                <a:extLst>
                  <a:ext uri="{FF2B5EF4-FFF2-40B4-BE49-F238E27FC236}">
                    <a16:creationId xmlns:a16="http://schemas.microsoft.com/office/drawing/2014/main" id="{366B3B22-6E56-49D2-BCDF-633B5610A0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8" y="1329"/>
                <a:ext cx="13" cy="64"/>
              </a:xfrm>
              <a:custGeom>
                <a:avLst/>
                <a:gdLst>
                  <a:gd name="T0" fmla="*/ 3 w 13"/>
                  <a:gd name="T1" fmla="*/ 0 h 65"/>
                  <a:gd name="T2" fmla="*/ 13 w 13"/>
                  <a:gd name="T3" fmla="*/ 62 h 6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65">
                    <a:moveTo>
                      <a:pt x="3" y="0"/>
                    </a:moveTo>
                    <a:cubicBezTo>
                      <a:pt x="0" y="12"/>
                      <a:pt x="9" y="49"/>
                      <a:pt x="13" y="65"/>
                    </a:cubicBezTo>
                  </a:path>
                </a:pathLst>
              </a:custGeom>
              <a:noFill/>
              <a:ln w="6350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9667" name="Freeform 450">
                <a:extLst>
                  <a:ext uri="{FF2B5EF4-FFF2-40B4-BE49-F238E27FC236}">
                    <a16:creationId xmlns:a16="http://schemas.microsoft.com/office/drawing/2014/main" id="{60C9DD44-97E1-4F68-876B-716A0E083F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8" y="1145"/>
                <a:ext cx="80" cy="158"/>
              </a:xfrm>
              <a:custGeom>
                <a:avLst/>
                <a:gdLst>
                  <a:gd name="T0" fmla="*/ 40 w 81"/>
                  <a:gd name="T1" fmla="*/ 6 h 160"/>
                  <a:gd name="T2" fmla="*/ 32 w 81"/>
                  <a:gd name="T3" fmla="*/ 57 h 160"/>
                  <a:gd name="T4" fmla="*/ 78 w 81"/>
                  <a:gd name="T5" fmla="*/ 103 h 160"/>
                  <a:gd name="T6" fmla="*/ 44 w 81"/>
                  <a:gd name="T7" fmla="*/ 106 h 160"/>
                  <a:gd name="T8" fmla="*/ 36 w 81"/>
                  <a:gd name="T9" fmla="*/ 154 h 160"/>
                  <a:gd name="T10" fmla="*/ 15 w 81"/>
                  <a:gd name="T11" fmla="*/ 35 h 160"/>
                  <a:gd name="T12" fmla="*/ 40 w 81"/>
                  <a:gd name="T13" fmla="*/ 6 h 16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1" h="160">
                    <a:moveTo>
                      <a:pt x="40" y="6"/>
                    </a:moveTo>
                    <a:cubicBezTo>
                      <a:pt x="40" y="6"/>
                      <a:pt x="43" y="31"/>
                      <a:pt x="32" y="60"/>
                    </a:cubicBezTo>
                    <a:cubicBezTo>
                      <a:pt x="32" y="60"/>
                      <a:pt x="44" y="88"/>
                      <a:pt x="81" y="106"/>
                    </a:cubicBezTo>
                    <a:cubicBezTo>
                      <a:pt x="81" y="106"/>
                      <a:pt x="55" y="95"/>
                      <a:pt x="47" y="109"/>
                    </a:cubicBezTo>
                    <a:cubicBezTo>
                      <a:pt x="39" y="124"/>
                      <a:pt x="36" y="160"/>
                      <a:pt x="36" y="160"/>
                    </a:cubicBezTo>
                    <a:cubicBezTo>
                      <a:pt x="36" y="160"/>
                      <a:pt x="0" y="119"/>
                      <a:pt x="15" y="35"/>
                    </a:cubicBezTo>
                    <a:cubicBezTo>
                      <a:pt x="18" y="18"/>
                      <a:pt x="34" y="0"/>
                      <a:pt x="40" y="6"/>
                    </a:cubicBezTo>
                    <a:close/>
                  </a:path>
                </a:pathLst>
              </a:custGeom>
              <a:solidFill>
                <a:srgbClr val="F9D00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9668" name="Freeform 451">
                <a:extLst>
                  <a:ext uri="{FF2B5EF4-FFF2-40B4-BE49-F238E27FC236}">
                    <a16:creationId xmlns:a16="http://schemas.microsoft.com/office/drawing/2014/main" id="{194A5606-3C6F-4721-939E-E45587F19C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8" y="1145"/>
                <a:ext cx="80" cy="158"/>
              </a:xfrm>
              <a:custGeom>
                <a:avLst/>
                <a:gdLst>
                  <a:gd name="T0" fmla="*/ 40 w 81"/>
                  <a:gd name="T1" fmla="*/ 6 h 160"/>
                  <a:gd name="T2" fmla="*/ 32 w 81"/>
                  <a:gd name="T3" fmla="*/ 57 h 160"/>
                  <a:gd name="T4" fmla="*/ 78 w 81"/>
                  <a:gd name="T5" fmla="*/ 103 h 160"/>
                  <a:gd name="T6" fmla="*/ 44 w 81"/>
                  <a:gd name="T7" fmla="*/ 106 h 160"/>
                  <a:gd name="T8" fmla="*/ 36 w 81"/>
                  <a:gd name="T9" fmla="*/ 154 h 160"/>
                  <a:gd name="T10" fmla="*/ 15 w 81"/>
                  <a:gd name="T11" fmla="*/ 35 h 160"/>
                  <a:gd name="T12" fmla="*/ 40 w 81"/>
                  <a:gd name="T13" fmla="*/ 6 h 16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1" h="160">
                    <a:moveTo>
                      <a:pt x="40" y="6"/>
                    </a:moveTo>
                    <a:cubicBezTo>
                      <a:pt x="40" y="6"/>
                      <a:pt x="43" y="31"/>
                      <a:pt x="32" y="60"/>
                    </a:cubicBezTo>
                    <a:cubicBezTo>
                      <a:pt x="32" y="60"/>
                      <a:pt x="44" y="88"/>
                      <a:pt x="81" y="106"/>
                    </a:cubicBezTo>
                    <a:cubicBezTo>
                      <a:pt x="81" y="106"/>
                      <a:pt x="55" y="95"/>
                      <a:pt x="47" y="109"/>
                    </a:cubicBezTo>
                    <a:cubicBezTo>
                      <a:pt x="39" y="124"/>
                      <a:pt x="36" y="160"/>
                      <a:pt x="36" y="160"/>
                    </a:cubicBezTo>
                    <a:cubicBezTo>
                      <a:pt x="36" y="160"/>
                      <a:pt x="0" y="119"/>
                      <a:pt x="15" y="35"/>
                    </a:cubicBezTo>
                    <a:cubicBezTo>
                      <a:pt x="18" y="18"/>
                      <a:pt x="34" y="0"/>
                      <a:pt x="40" y="6"/>
                    </a:cubicBezTo>
                    <a:close/>
                  </a:path>
                </a:pathLst>
              </a:custGeom>
              <a:noFill/>
              <a:ln w="6350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9669" name="Freeform 452">
                <a:extLst>
                  <a:ext uri="{FF2B5EF4-FFF2-40B4-BE49-F238E27FC236}">
                    <a16:creationId xmlns:a16="http://schemas.microsoft.com/office/drawing/2014/main" id="{34C5138B-D976-44EE-AF91-A0541C6A29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2" y="1151"/>
                <a:ext cx="24" cy="54"/>
              </a:xfrm>
              <a:custGeom>
                <a:avLst/>
                <a:gdLst>
                  <a:gd name="T0" fmla="*/ 15 w 25"/>
                  <a:gd name="T1" fmla="*/ 52 h 55"/>
                  <a:gd name="T2" fmla="*/ 22 w 25"/>
                  <a:gd name="T3" fmla="*/ 0 h 5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" h="55">
                    <a:moveTo>
                      <a:pt x="18" y="55"/>
                    </a:moveTo>
                    <a:cubicBezTo>
                      <a:pt x="18" y="55"/>
                      <a:pt x="0" y="8"/>
                      <a:pt x="25" y="0"/>
                    </a:cubicBezTo>
                  </a:path>
                </a:pathLst>
              </a:custGeom>
              <a:noFill/>
              <a:ln w="6350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9670" name="Freeform 453">
                <a:extLst>
                  <a:ext uri="{FF2B5EF4-FFF2-40B4-BE49-F238E27FC236}">
                    <a16:creationId xmlns:a16="http://schemas.microsoft.com/office/drawing/2014/main" id="{50785189-445B-499D-BB78-D5C0C19C86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2" y="1152"/>
                <a:ext cx="388" cy="1567"/>
              </a:xfrm>
              <a:custGeom>
                <a:avLst/>
                <a:gdLst>
                  <a:gd name="T0" fmla="*/ 17 w 393"/>
                  <a:gd name="T1" fmla="*/ 0 h 1592"/>
                  <a:gd name="T2" fmla="*/ 5 w 393"/>
                  <a:gd name="T3" fmla="*/ 52 h 1592"/>
                  <a:gd name="T4" fmla="*/ 2 w 393"/>
                  <a:gd name="T5" fmla="*/ 133 h 1592"/>
                  <a:gd name="T6" fmla="*/ 16 w 393"/>
                  <a:gd name="T7" fmla="*/ 387 h 1592"/>
                  <a:gd name="T8" fmla="*/ 43 w 393"/>
                  <a:gd name="T9" fmla="*/ 672 h 1592"/>
                  <a:gd name="T10" fmla="*/ 64 w 393"/>
                  <a:gd name="T11" fmla="*/ 811 h 1592"/>
                  <a:gd name="T12" fmla="*/ 173 w 393"/>
                  <a:gd name="T13" fmla="*/ 1259 h 1592"/>
                  <a:gd name="T14" fmla="*/ 244 w 393"/>
                  <a:gd name="T15" fmla="*/ 1450 h 1592"/>
                  <a:gd name="T16" fmla="*/ 265 w 393"/>
                  <a:gd name="T17" fmla="*/ 1513 h 1592"/>
                  <a:gd name="T18" fmla="*/ 378 w 393"/>
                  <a:gd name="T19" fmla="*/ 1488 h 1592"/>
                  <a:gd name="T20" fmla="*/ 362 w 393"/>
                  <a:gd name="T21" fmla="*/ 1455 h 1592"/>
                  <a:gd name="T22" fmla="*/ 378 w 393"/>
                  <a:gd name="T23" fmla="*/ 1444 h 1592"/>
                  <a:gd name="T24" fmla="*/ 317 w 393"/>
                  <a:gd name="T25" fmla="*/ 1151 h 1592"/>
                  <a:gd name="T26" fmla="*/ 360 w 393"/>
                  <a:gd name="T27" fmla="*/ 1137 h 1592"/>
                  <a:gd name="T28" fmla="*/ 358 w 393"/>
                  <a:gd name="T29" fmla="*/ 1053 h 1592"/>
                  <a:gd name="T30" fmla="*/ 364 w 393"/>
                  <a:gd name="T31" fmla="*/ 861 h 1592"/>
                  <a:gd name="T32" fmla="*/ 357 w 393"/>
                  <a:gd name="T33" fmla="*/ 759 h 1592"/>
                  <a:gd name="T34" fmla="*/ 351 w 393"/>
                  <a:gd name="T35" fmla="*/ 618 h 1592"/>
                  <a:gd name="T36" fmla="*/ 351 w 393"/>
                  <a:gd name="T37" fmla="*/ 498 h 1592"/>
                  <a:gd name="T38" fmla="*/ 341 w 393"/>
                  <a:gd name="T39" fmla="*/ 407 h 1592"/>
                  <a:gd name="T40" fmla="*/ 337 w 393"/>
                  <a:gd name="T41" fmla="*/ 334 h 1592"/>
                  <a:gd name="T42" fmla="*/ 316 w 393"/>
                  <a:gd name="T43" fmla="*/ 207 h 1592"/>
                  <a:gd name="T44" fmla="*/ 271 w 393"/>
                  <a:gd name="T45" fmla="*/ 77 h 1592"/>
                  <a:gd name="T46" fmla="*/ 66 w 393"/>
                  <a:gd name="T47" fmla="*/ 31 h 1592"/>
                  <a:gd name="T48" fmla="*/ 17 w 393"/>
                  <a:gd name="T49" fmla="*/ 0 h 1592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393" h="1592">
                    <a:moveTo>
                      <a:pt x="17" y="0"/>
                    </a:moveTo>
                    <a:cubicBezTo>
                      <a:pt x="17" y="0"/>
                      <a:pt x="10" y="38"/>
                      <a:pt x="5" y="55"/>
                    </a:cubicBezTo>
                    <a:cubicBezTo>
                      <a:pt x="0" y="71"/>
                      <a:pt x="0" y="116"/>
                      <a:pt x="2" y="139"/>
                    </a:cubicBezTo>
                    <a:cubicBezTo>
                      <a:pt x="3" y="162"/>
                      <a:pt x="14" y="352"/>
                      <a:pt x="16" y="405"/>
                    </a:cubicBezTo>
                    <a:cubicBezTo>
                      <a:pt x="18" y="458"/>
                      <a:pt x="40" y="667"/>
                      <a:pt x="46" y="705"/>
                    </a:cubicBezTo>
                    <a:cubicBezTo>
                      <a:pt x="52" y="743"/>
                      <a:pt x="67" y="816"/>
                      <a:pt x="67" y="850"/>
                    </a:cubicBezTo>
                    <a:cubicBezTo>
                      <a:pt x="67" y="884"/>
                      <a:pt x="131" y="1174"/>
                      <a:pt x="179" y="1320"/>
                    </a:cubicBezTo>
                    <a:cubicBezTo>
                      <a:pt x="227" y="1466"/>
                      <a:pt x="244" y="1499"/>
                      <a:pt x="253" y="1521"/>
                    </a:cubicBezTo>
                    <a:cubicBezTo>
                      <a:pt x="262" y="1543"/>
                      <a:pt x="274" y="1587"/>
                      <a:pt x="274" y="1587"/>
                    </a:cubicBezTo>
                    <a:cubicBezTo>
                      <a:pt x="274" y="1587"/>
                      <a:pt x="373" y="1592"/>
                      <a:pt x="393" y="1560"/>
                    </a:cubicBezTo>
                    <a:cubicBezTo>
                      <a:pt x="377" y="1526"/>
                      <a:pt x="377" y="1526"/>
                      <a:pt x="377" y="1526"/>
                    </a:cubicBezTo>
                    <a:cubicBezTo>
                      <a:pt x="377" y="1526"/>
                      <a:pt x="389" y="1524"/>
                      <a:pt x="393" y="1514"/>
                    </a:cubicBezTo>
                    <a:cubicBezTo>
                      <a:pt x="393" y="1514"/>
                      <a:pt x="342" y="1283"/>
                      <a:pt x="329" y="1207"/>
                    </a:cubicBezTo>
                    <a:cubicBezTo>
                      <a:pt x="329" y="1207"/>
                      <a:pt x="368" y="1212"/>
                      <a:pt x="375" y="1192"/>
                    </a:cubicBezTo>
                    <a:cubicBezTo>
                      <a:pt x="375" y="1192"/>
                      <a:pt x="370" y="1149"/>
                      <a:pt x="373" y="1104"/>
                    </a:cubicBezTo>
                    <a:cubicBezTo>
                      <a:pt x="376" y="1059"/>
                      <a:pt x="384" y="949"/>
                      <a:pt x="379" y="903"/>
                    </a:cubicBezTo>
                    <a:cubicBezTo>
                      <a:pt x="374" y="857"/>
                      <a:pt x="372" y="827"/>
                      <a:pt x="372" y="795"/>
                    </a:cubicBezTo>
                    <a:cubicBezTo>
                      <a:pt x="372" y="763"/>
                      <a:pt x="367" y="692"/>
                      <a:pt x="366" y="648"/>
                    </a:cubicBezTo>
                    <a:cubicBezTo>
                      <a:pt x="365" y="604"/>
                      <a:pt x="371" y="550"/>
                      <a:pt x="366" y="522"/>
                    </a:cubicBezTo>
                    <a:cubicBezTo>
                      <a:pt x="361" y="494"/>
                      <a:pt x="359" y="452"/>
                      <a:pt x="354" y="428"/>
                    </a:cubicBezTo>
                    <a:cubicBezTo>
                      <a:pt x="349" y="404"/>
                      <a:pt x="352" y="368"/>
                      <a:pt x="349" y="349"/>
                    </a:cubicBezTo>
                    <a:cubicBezTo>
                      <a:pt x="346" y="330"/>
                      <a:pt x="334" y="243"/>
                      <a:pt x="328" y="216"/>
                    </a:cubicBezTo>
                    <a:cubicBezTo>
                      <a:pt x="322" y="189"/>
                      <a:pt x="302" y="104"/>
                      <a:pt x="282" y="80"/>
                    </a:cubicBezTo>
                    <a:cubicBezTo>
                      <a:pt x="282" y="80"/>
                      <a:pt x="181" y="42"/>
                      <a:pt x="69" y="31"/>
                    </a:cubicBezTo>
                    <a:cubicBezTo>
                      <a:pt x="69" y="31"/>
                      <a:pt x="29" y="4"/>
                      <a:pt x="1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9671" name="Freeform 454">
                <a:extLst>
                  <a:ext uri="{FF2B5EF4-FFF2-40B4-BE49-F238E27FC236}">
                    <a16:creationId xmlns:a16="http://schemas.microsoft.com/office/drawing/2014/main" id="{A0F75908-01F0-41C3-83FA-0054D89C34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2" y="1152"/>
                <a:ext cx="388" cy="1567"/>
              </a:xfrm>
              <a:custGeom>
                <a:avLst/>
                <a:gdLst>
                  <a:gd name="T0" fmla="*/ 17 w 393"/>
                  <a:gd name="T1" fmla="*/ 0 h 1592"/>
                  <a:gd name="T2" fmla="*/ 5 w 393"/>
                  <a:gd name="T3" fmla="*/ 52 h 1592"/>
                  <a:gd name="T4" fmla="*/ 2 w 393"/>
                  <a:gd name="T5" fmla="*/ 133 h 1592"/>
                  <a:gd name="T6" fmla="*/ 16 w 393"/>
                  <a:gd name="T7" fmla="*/ 387 h 1592"/>
                  <a:gd name="T8" fmla="*/ 43 w 393"/>
                  <a:gd name="T9" fmla="*/ 672 h 1592"/>
                  <a:gd name="T10" fmla="*/ 64 w 393"/>
                  <a:gd name="T11" fmla="*/ 811 h 1592"/>
                  <a:gd name="T12" fmla="*/ 173 w 393"/>
                  <a:gd name="T13" fmla="*/ 1259 h 1592"/>
                  <a:gd name="T14" fmla="*/ 244 w 393"/>
                  <a:gd name="T15" fmla="*/ 1450 h 1592"/>
                  <a:gd name="T16" fmla="*/ 265 w 393"/>
                  <a:gd name="T17" fmla="*/ 1513 h 1592"/>
                  <a:gd name="T18" fmla="*/ 378 w 393"/>
                  <a:gd name="T19" fmla="*/ 1488 h 1592"/>
                  <a:gd name="T20" fmla="*/ 362 w 393"/>
                  <a:gd name="T21" fmla="*/ 1455 h 1592"/>
                  <a:gd name="T22" fmla="*/ 378 w 393"/>
                  <a:gd name="T23" fmla="*/ 1444 h 1592"/>
                  <a:gd name="T24" fmla="*/ 317 w 393"/>
                  <a:gd name="T25" fmla="*/ 1151 h 1592"/>
                  <a:gd name="T26" fmla="*/ 360 w 393"/>
                  <a:gd name="T27" fmla="*/ 1137 h 1592"/>
                  <a:gd name="T28" fmla="*/ 358 w 393"/>
                  <a:gd name="T29" fmla="*/ 1053 h 1592"/>
                  <a:gd name="T30" fmla="*/ 364 w 393"/>
                  <a:gd name="T31" fmla="*/ 861 h 1592"/>
                  <a:gd name="T32" fmla="*/ 357 w 393"/>
                  <a:gd name="T33" fmla="*/ 759 h 1592"/>
                  <a:gd name="T34" fmla="*/ 351 w 393"/>
                  <a:gd name="T35" fmla="*/ 618 h 1592"/>
                  <a:gd name="T36" fmla="*/ 351 w 393"/>
                  <a:gd name="T37" fmla="*/ 498 h 1592"/>
                  <a:gd name="T38" fmla="*/ 341 w 393"/>
                  <a:gd name="T39" fmla="*/ 407 h 1592"/>
                  <a:gd name="T40" fmla="*/ 337 w 393"/>
                  <a:gd name="T41" fmla="*/ 334 h 1592"/>
                  <a:gd name="T42" fmla="*/ 316 w 393"/>
                  <a:gd name="T43" fmla="*/ 207 h 1592"/>
                  <a:gd name="T44" fmla="*/ 271 w 393"/>
                  <a:gd name="T45" fmla="*/ 77 h 1592"/>
                  <a:gd name="T46" fmla="*/ 66 w 393"/>
                  <a:gd name="T47" fmla="*/ 31 h 1592"/>
                  <a:gd name="T48" fmla="*/ 17 w 393"/>
                  <a:gd name="T49" fmla="*/ 0 h 1592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393" h="1592">
                    <a:moveTo>
                      <a:pt x="17" y="0"/>
                    </a:moveTo>
                    <a:cubicBezTo>
                      <a:pt x="17" y="0"/>
                      <a:pt x="10" y="38"/>
                      <a:pt x="5" y="55"/>
                    </a:cubicBezTo>
                    <a:cubicBezTo>
                      <a:pt x="0" y="71"/>
                      <a:pt x="0" y="116"/>
                      <a:pt x="2" y="139"/>
                    </a:cubicBezTo>
                    <a:cubicBezTo>
                      <a:pt x="3" y="162"/>
                      <a:pt x="14" y="352"/>
                      <a:pt x="16" y="405"/>
                    </a:cubicBezTo>
                    <a:cubicBezTo>
                      <a:pt x="18" y="458"/>
                      <a:pt x="40" y="667"/>
                      <a:pt x="46" y="705"/>
                    </a:cubicBezTo>
                    <a:cubicBezTo>
                      <a:pt x="52" y="743"/>
                      <a:pt x="67" y="816"/>
                      <a:pt x="67" y="850"/>
                    </a:cubicBezTo>
                    <a:cubicBezTo>
                      <a:pt x="67" y="884"/>
                      <a:pt x="131" y="1174"/>
                      <a:pt x="179" y="1320"/>
                    </a:cubicBezTo>
                    <a:cubicBezTo>
                      <a:pt x="227" y="1466"/>
                      <a:pt x="244" y="1499"/>
                      <a:pt x="253" y="1521"/>
                    </a:cubicBezTo>
                    <a:cubicBezTo>
                      <a:pt x="262" y="1543"/>
                      <a:pt x="274" y="1587"/>
                      <a:pt x="274" y="1587"/>
                    </a:cubicBezTo>
                    <a:cubicBezTo>
                      <a:pt x="274" y="1587"/>
                      <a:pt x="373" y="1592"/>
                      <a:pt x="393" y="1560"/>
                    </a:cubicBezTo>
                    <a:cubicBezTo>
                      <a:pt x="377" y="1526"/>
                      <a:pt x="377" y="1526"/>
                      <a:pt x="377" y="1526"/>
                    </a:cubicBezTo>
                    <a:cubicBezTo>
                      <a:pt x="377" y="1526"/>
                      <a:pt x="389" y="1524"/>
                      <a:pt x="393" y="1514"/>
                    </a:cubicBezTo>
                    <a:cubicBezTo>
                      <a:pt x="393" y="1514"/>
                      <a:pt x="342" y="1283"/>
                      <a:pt x="329" y="1207"/>
                    </a:cubicBezTo>
                    <a:cubicBezTo>
                      <a:pt x="329" y="1207"/>
                      <a:pt x="368" y="1212"/>
                      <a:pt x="375" y="1192"/>
                    </a:cubicBezTo>
                    <a:cubicBezTo>
                      <a:pt x="375" y="1192"/>
                      <a:pt x="370" y="1149"/>
                      <a:pt x="373" y="1104"/>
                    </a:cubicBezTo>
                    <a:cubicBezTo>
                      <a:pt x="376" y="1059"/>
                      <a:pt x="384" y="949"/>
                      <a:pt x="379" y="903"/>
                    </a:cubicBezTo>
                    <a:cubicBezTo>
                      <a:pt x="374" y="857"/>
                      <a:pt x="372" y="827"/>
                      <a:pt x="372" y="795"/>
                    </a:cubicBezTo>
                    <a:cubicBezTo>
                      <a:pt x="372" y="763"/>
                      <a:pt x="367" y="692"/>
                      <a:pt x="366" y="648"/>
                    </a:cubicBezTo>
                    <a:cubicBezTo>
                      <a:pt x="365" y="604"/>
                      <a:pt x="371" y="550"/>
                      <a:pt x="366" y="522"/>
                    </a:cubicBezTo>
                    <a:cubicBezTo>
                      <a:pt x="361" y="494"/>
                      <a:pt x="359" y="452"/>
                      <a:pt x="354" y="428"/>
                    </a:cubicBezTo>
                    <a:cubicBezTo>
                      <a:pt x="349" y="404"/>
                      <a:pt x="352" y="368"/>
                      <a:pt x="349" y="349"/>
                    </a:cubicBezTo>
                    <a:cubicBezTo>
                      <a:pt x="346" y="330"/>
                      <a:pt x="334" y="243"/>
                      <a:pt x="328" y="216"/>
                    </a:cubicBezTo>
                    <a:cubicBezTo>
                      <a:pt x="322" y="189"/>
                      <a:pt x="302" y="104"/>
                      <a:pt x="282" y="80"/>
                    </a:cubicBezTo>
                    <a:cubicBezTo>
                      <a:pt x="282" y="80"/>
                      <a:pt x="181" y="42"/>
                      <a:pt x="69" y="31"/>
                    </a:cubicBezTo>
                    <a:cubicBezTo>
                      <a:pt x="69" y="31"/>
                      <a:pt x="29" y="4"/>
                      <a:pt x="17" y="0"/>
                    </a:cubicBezTo>
                    <a:close/>
                  </a:path>
                </a:pathLst>
              </a:custGeom>
              <a:noFill/>
              <a:ln w="6350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9672" name="Freeform 455">
                <a:extLst>
                  <a:ext uri="{FF2B5EF4-FFF2-40B4-BE49-F238E27FC236}">
                    <a16:creationId xmlns:a16="http://schemas.microsoft.com/office/drawing/2014/main" id="{C70A656D-BCC0-4D1B-8904-5739195EA4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9" y="1182"/>
                <a:ext cx="73" cy="520"/>
              </a:xfrm>
              <a:custGeom>
                <a:avLst/>
                <a:gdLst>
                  <a:gd name="T0" fmla="*/ 10 w 75"/>
                  <a:gd name="T1" fmla="*/ 0 h 529"/>
                  <a:gd name="T2" fmla="*/ 51 w 75"/>
                  <a:gd name="T3" fmla="*/ 29 h 529"/>
                  <a:gd name="T4" fmla="*/ 23 w 75"/>
                  <a:gd name="T5" fmla="*/ 68 h 529"/>
                  <a:gd name="T6" fmla="*/ 69 w 75"/>
                  <a:gd name="T7" fmla="*/ 92 h 529"/>
                  <a:gd name="T8" fmla="*/ 43 w 75"/>
                  <a:gd name="T9" fmla="*/ 238 h 529"/>
                  <a:gd name="T10" fmla="*/ 8 w 75"/>
                  <a:gd name="T11" fmla="*/ 414 h 529"/>
                  <a:gd name="T12" fmla="*/ 2 w 75"/>
                  <a:gd name="T13" fmla="*/ 502 h 52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5" h="529">
                    <a:moveTo>
                      <a:pt x="10" y="0"/>
                    </a:moveTo>
                    <a:cubicBezTo>
                      <a:pt x="10" y="0"/>
                      <a:pt x="45" y="23"/>
                      <a:pt x="54" y="30"/>
                    </a:cubicBezTo>
                    <a:cubicBezTo>
                      <a:pt x="26" y="71"/>
                      <a:pt x="26" y="71"/>
                      <a:pt x="26" y="71"/>
                    </a:cubicBezTo>
                    <a:cubicBezTo>
                      <a:pt x="75" y="98"/>
                      <a:pt x="75" y="98"/>
                      <a:pt x="75" y="98"/>
                    </a:cubicBezTo>
                    <a:cubicBezTo>
                      <a:pt x="75" y="98"/>
                      <a:pt x="55" y="202"/>
                      <a:pt x="46" y="250"/>
                    </a:cubicBezTo>
                    <a:cubicBezTo>
                      <a:pt x="36" y="298"/>
                      <a:pt x="14" y="411"/>
                      <a:pt x="8" y="435"/>
                    </a:cubicBezTo>
                    <a:cubicBezTo>
                      <a:pt x="1" y="458"/>
                      <a:pt x="0" y="497"/>
                      <a:pt x="2" y="529"/>
                    </a:cubicBezTo>
                  </a:path>
                </a:pathLst>
              </a:custGeom>
              <a:noFill/>
              <a:ln w="6350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9673" name="Freeform 456">
                <a:extLst>
                  <a:ext uri="{FF2B5EF4-FFF2-40B4-BE49-F238E27FC236}">
                    <a16:creationId xmlns:a16="http://schemas.microsoft.com/office/drawing/2014/main" id="{9FC14531-CFC4-436B-95C8-F26733C13F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2" y="1863"/>
                <a:ext cx="205" cy="468"/>
              </a:xfrm>
              <a:custGeom>
                <a:avLst/>
                <a:gdLst>
                  <a:gd name="T0" fmla="*/ 190 w 208"/>
                  <a:gd name="T1" fmla="*/ 452 h 476"/>
                  <a:gd name="T2" fmla="*/ 116 w 208"/>
                  <a:gd name="T3" fmla="*/ 408 h 476"/>
                  <a:gd name="T4" fmla="*/ 0 w 208"/>
                  <a:gd name="T5" fmla="*/ 412 h 476"/>
                  <a:gd name="T6" fmla="*/ 0 w 208"/>
                  <a:gd name="T7" fmla="*/ 382 h 476"/>
                  <a:gd name="T8" fmla="*/ 7 w 208"/>
                  <a:gd name="T9" fmla="*/ 359 h 476"/>
                  <a:gd name="T10" fmla="*/ 11 w 208"/>
                  <a:gd name="T11" fmla="*/ 322 h 476"/>
                  <a:gd name="T12" fmla="*/ 15 w 208"/>
                  <a:gd name="T13" fmla="*/ 289 h 476"/>
                  <a:gd name="T14" fmla="*/ 24 w 208"/>
                  <a:gd name="T15" fmla="*/ 249 h 476"/>
                  <a:gd name="T16" fmla="*/ 34 w 208"/>
                  <a:gd name="T17" fmla="*/ 205 h 476"/>
                  <a:gd name="T18" fmla="*/ 38 w 208"/>
                  <a:gd name="T19" fmla="*/ 137 h 476"/>
                  <a:gd name="T20" fmla="*/ 47 w 208"/>
                  <a:gd name="T21" fmla="*/ 72 h 476"/>
                  <a:gd name="T22" fmla="*/ 28 w 208"/>
                  <a:gd name="T23" fmla="*/ 0 h 47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08" h="476">
                    <a:moveTo>
                      <a:pt x="199" y="476"/>
                    </a:moveTo>
                    <a:cubicBezTo>
                      <a:pt x="199" y="476"/>
                      <a:pt x="208" y="451"/>
                      <a:pt x="122" y="429"/>
                    </a:cubicBezTo>
                    <a:cubicBezTo>
                      <a:pt x="36" y="407"/>
                      <a:pt x="0" y="433"/>
                      <a:pt x="0" y="433"/>
                    </a:cubicBezTo>
                    <a:cubicBezTo>
                      <a:pt x="0" y="433"/>
                      <a:pt x="0" y="413"/>
                      <a:pt x="0" y="403"/>
                    </a:cubicBezTo>
                    <a:cubicBezTo>
                      <a:pt x="0" y="393"/>
                      <a:pt x="6" y="392"/>
                      <a:pt x="7" y="377"/>
                    </a:cubicBezTo>
                    <a:cubicBezTo>
                      <a:pt x="7" y="362"/>
                      <a:pt x="7" y="354"/>
                      <a:pt x="11" y="339"/>
                    </a:cubicBezTo>
                    <a:cubicBezTo>
                      <a:pt x="15" y="324"/>
                      <a:pt x="11" y="312"/>
                      <a:pt x="15" y="304"/>
                    </a:cubicBezTo>
                    <a:cubicBezTo>
                      <a:pt x="18" y="296"/>
                      <a:pt x="20" y="274"/>
                      <a:pt x="24" y="261"/>
                    </a:cubicBezTo>
                    <a:cubicBezTo>
                      <a:pt x="29" y="248"/>
                      <a:pt x="35" y="228"/>
                      <a:pt x="36" y="216"/>
                    </a:cubicBezTo>
                    <a:cubicBezTo>
                      <a:pt x="37" y="204"/>
                      <a:pt x="40" y="178"/>
                      <a:pt x="41" y="143"/>
                    </a:cubicBezTo>
                    <a:cubicBezTo>
                      <a:pt x="43" y="108"/>
                      <a:pt x="43" y="104"/>
                      <a:pt x="50" y="75"/>
                    </a:cubicBezTo>
                    <a:cubicBezTo>
                      <a:pt x="57" y="45"/>
                      <a:pt x="49" y="24"/>
                      <a:pt x="28" y="0"/>
                    </a:cubicBezTo>
                  </a:path>
                </a:pathLst>
              </a:custGeom>
              <a:noFill/>
              <a:ln w="6350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9674" name="Freeform 457">
                <a:extLst>
                  <a:ext uri="{FF2B5EF4-FFF2-40B4-BE49-F238E27FC236}">
                    <a16:creationId xmlns:a16="http://schemas.microsoft.com/office/drawing/2014/main" id="{C7DB9FC7-2D75-4CF1-B151-6B02523812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6" y="1451"/>
                <a:ext cx="22" cy="494"/>
              </a:xfrm>
              <a:custGeom>
                <a:avLst/>
                <a:gdLst>
                  <a:gd name="T0" fmla="*/ 14 w 22"/>
                  <a:gd name="T1" fmla="*/ 478 h 502"/>
                  <a:gd name="T2" fmla="*/ 8 w 22"/>
                  <a:gd name="T3" fmla="*/ 432 h 502"/>
                  <a:gd name="T4" fmla="*/ 5 w 22"/>
                  <a:gd name="T5" fmla="*/ 357 h 502"/>
                  <a:gd name="T6" fmla="*/ 11 w 22"/>
                  <a:gd name="T7" fmla="*/ 210 h 502"/>
                  <a:gd name="T8" fmla="*/ 15 w 22"/>
                  <a:gd name="T9" fmla="*/ 90 h 502"/>
                  <a:gd name="T10" fmla="*/ 16 w 22"/>
                  <a:gd name="T11" fmla="*/ 37 h 502"/>
                  <a:gd name="T12" fmla="*/ 22 w 22"/>
                  <a:gd name="T13" fmla="*/ 0 h 50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502">
                    <a:moveTo>
                      <a:pt x="14" y="502"/>
                    </a:moveTo>
                    <a:cubicBezTo>
                      <a:pt x="14" y="502"/>
                      <a:pt x="17" y="468"/>
                      <a:pt x="8" y="453"/>
                    </a:cubicBezTo>
                    <a:cubicBezTo>
                      <a:pt x="0" y="438"/>
                      <a:pt x="3" y="405"/>
                      <a:pt x="5" y="375"/>
                    </a:cubicBezTo>
                    <a:cubicBezTo>
                      <a:pt x="6" y="344"/>
                      <a:pt x="9" y="259"/>
                      <a:pt x="11" y="219"/>
                    </a:cubicBezTo>
                    <a:cubicBezTo>
                      <a:pt x="13" y="179"/>
                      <a:pt x="15" y="110"/>
                      <a:pt x="15" y="93"/>
                    </a:cubicBezTo>
                    <a:cubicBezTo>
                      <a:pt x="16" y="77"/>
                      <a:pt x="15" y="55"/>
                      <a:pt x="16" y="40"/>
                    </a:cubicBezTo>
                    <a:cubicBezTo>
                      <a:pt x="17" y="25"/>
                      <a:pt x="22" y="0"/>
                      <a:pt x="22" y="0"/>
                    </a:cubicBezTo>
                  </a:path>
                </a:pathLst>
              </a:custGeom>
              <a:noFill/>
              <a:ln w="6350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9675" name="Freeform 458">
                <a:extLst>
                  <a:ext uri="{FF2B5EF4-FFF2-40B4-BE49-F238E27FC236}">
                    <a16:creationId xmlns:a16="http://schemas.microsoft.com/office/drawing/2014/main" id="{5480E015-8B42-4CDD-A5D5-E8792B42EE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2" y="1377"/>
                <a:ext cx="21" cy="135"/>
              </a:xfrm>
              <a:custGeom>
                <a:avLst/>
                <a:gdLst>
                  <a:gd name="T0" fmla="*/ 21 w 21"/>
                  <a:gd name="T1" fmla="*/ 0 h 138"/>
                  <a:gd name="T2" fmla="*/ 10 w 21"/>
                  <a:gd name="T3" fmla="*/ 73 h 138"/>
                  <a:gd name="T4" fmla="*/ 0 w 21"/>
                  <a:gd name="T5" fmla="*/ 129 h 13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138">
                    <a:moveTo>
                      <a:pt x="21" y="0"/>
                    </a:moveTo>
                    <a:cubicBezTo>
                      <a:pt x="21" y="0"/>
                      <a:pt x="19" y="59"/>
                      <a:pt x="10" y="79"/>
                    </a:cubicBezTo>
                    <a:cubicBezTo>
                      <a:pt x="1" y="100"/>
                      <a:pt x="0" y="138"/>
                      <a:pt x="0" y="138"/>
                    </a:cubicBezTo>
                  </a:path>
                </a:pathLst>
              </a:custGeom>
              <a:noFill/>
              <a:ln w="6350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9676" name="Freeform 459">
                <a:extLst>
                  <a:ext uri="{FF2B5EF4-FFF2-40B4-BE49-F238E27FC236}">
                    <a16:creationId xmlns:a16="http://schemas.microsoft.com/office/drawing/2014/main" id="{876ED4FB-BF85-4521-8F2B-7CA47EF12F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4" y="1833"/>
                <a:ext cx="8" cy="18"/>
              </a:xfrm>
              <a:custGeom>
                <a:avLst/>
                <a:gdLst>
                  <a:gd name="T0" fmla="*/ 0 w 8"/>
                  <a:gd name="T1" fmla="*/ 0 h 18"/>
                  <a:gd name="T2" fmla="*/ 7 w 8"/>
                  <a:gd name="T3" fmla="*/ 18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18">
                    <a:moveTo>
                      <a:pt x="0" y="0"/>
                    </a:moveTo>
                    <a:cubicBezTo>
                      <a:pt x="4" y="5"/>
                      <a:pt x="8" y="11"/>
                      <a:pt x="7" y="18"/>
                    </a:cubicBezTo>
                  </a:path>
                </a:pathLst>
              </a:custGeom>
              <a:noFill/>
              <a:ln w="6350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9677" name="Freeform 460">
                <a:extLst>
                  <a:ext uri="{FF2B5EF4-FFF2-40B4-BE49-F238E27FC236}">
                    <a16:creationId xmlns:a16="http://schemas.microsoft.com/office/drawing/2014/main" id="{61FF8FAF-F729-448F-ACD6-BDD3F25817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4" y="1788"/>
                <a:ext cx="91" cy="30"/>
              </a:xfrm>
              <a:custGeom>
                <a:avLst/>
                <a:gdLst>
                  <a:gd name="T0" fmla="*/ 0 w 92"/>
                  <a:gd name="T1" fmla="*/ 30 h 30"/>
                  <a:gd name="T2" fmla="*/ 35 w 92"/>
                  <a:gd name="T3" fmla="*/ 10 h 30"/>
                  <a:gd name="T4" fmla="*/ 89 w 92"/>
                  <a:gd name="T5" fmla="*/ 7 h 3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2" h="30">
                    <a:moveTo>
                      <a:pt x="0" y="30"/>
                    </a:moveTo>
                    <a:cubicBezTo>
                      <a:pt x="7" y="20"/>
                      <a:pt x="23" y="13"/>
                      <a:pt x="35" y="10"/>
                    </a:cubicBezTo>
                    <a:cubicBezTo>
                      <a:pt x="55" y="5"/>
                      <a:pt x="73" y="0"/>
                      <a:pt x="92" y="7"/>
                    </a:cubicBezTo>
                  </a:path>
                </a:pathLst>
              </a:custGeom>
              <a:noFill/>
              <a:ln w="6350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9678" name="Freeform 461">
                <a:extLst>
                  <a:ext uri="{FF2B5EF4-FFF2-40B4-BE49-F238E27FC236}">
                    <a16:creationId xmlns:a16="http://schemas.microsoft.com/office/drawing/2014/main" id="{FB56C9FC-3F53-4189-9F73-6747C32EED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6" y="1523"/>
                <a:ext cx="84" cy="204"/>
              </a:xfrm>
              <a:custGeom>
                <a:avLst/>
                <a:gdLst>
                  <a:gd name="T0" fmla="*/ 36 w 86"/>
                  <a:gd name="T1" fmla="*/ 4 h 207"/>
                  <a:gd name="T2" fmla="*/ 60 w 86"/>
                  <a:gd name="T3" fmla="*/ 7 h 207"/>
                  <a:gd name="T4" fmla="*/ 80 w 86"/>
                  <a:gd name="T5" fmla="*/ 10 h 207"/>
                  <a:gd name="T6" fmla="*/ 72 w 86"/>
                  <a:gd name="T7" fmla="*/ 57 h 207"/>
                  <a:gd name="T8" fmla="*/ 72 w 86"/>
                  <a:gd name="T9" fmla="*/ 107 h 207"/>
                  <a:gd name="T10" fmla="*/ 73 w 86"/>
                  <a:gd name="T11" fmla="*/ 154 h 207"/>
                  <a:gd name="T12" fmla="*/ 72 w 86"/>
                  <a:gd name="T13" fmla="*/ 182 h 207"/>
                  <a:gd name="T14" fmla="*/ 61 w 86"/>
                  <a:gd name="T15" fmla="*/ 190 h 207"/>
                  <a:gd name="T16" fmla="*/ 35 w 86"/>
                  <a:gd name="T17" fmla="*/ 197 h 207"/>
                  <a:gd name="T18" fmla="*/ 0 w 86"/>
                  <a:gd name="T19" fmla="*/ 190 h 20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6" h="207">
                    <a:moveTo>
                      <a:pt x="39" y="4"/>
                    </a:moveTo>
                    <a:cubicBezTo>
                      <a:pt x="45" y="0"/>
                      <a:pt x="56" y="5"/>
                      <a:pt x="63" y="7"/>
                    </a:cubicBezTo>
                    <a:cubicBezTo>
                      <a:pt x="71" y="9"/>
                      <a:pt x="78" y="10"/>
                      <a:pt x="86" y="10"/>
                    </a:cubicBezTo>
                    <a:cubicBezTo>
                      <a:pt x="82" y="27"/>
                      <a:pt x="78" y="42"/>
                      <a:pt x="78" y="60"/>
                    </a:cubicBezTo>
                    <a:cubicBezTo>
                      <a:pt x="77" y="77"/>
                      <a:pt x="78" y="95"/>
                      <a:pt x="78" y="113"/>
                    </a:cubicBezTo>
                    <a:cubicBezTo>
                      <a:pt x="79" y="129"/>
                      <a:pt x="79" y="145"/>
                      <a:pt x="79" y="160"/>
                    </a:cubicBezTo>
                    <a:cubicBezTo>
                      <a:pt x="79" y="169"/>
                      <a:pt x="81" y="183"/>
                      <a:pt x="78" y="191"/>
                    </a:cubicBezTo>
                    <a:cubicBezTo>
                      <a:pt x="73" y="190"/>
                      <a:pt x="68" y="196"/>
                      <a:pt x="64" y="199"/>
                    </a:cubicBezTo>
                    <a:cubicBezTo>
                      <a:pt x="56" y="204"/>
                      <a:pt x="48" y="207"/>
                      <a:pt x="38" y="206"/>
                    </a:cubicBezTo>
                    <a:cubicBezTo>
                      <a:pt x="25" y="205"/>
                      <a:pt x="12" y="201"/>
                      <a:pt x="0" y="199"/>
                    </a:cubicBezTo>
                  </a:path>
                </a:pathLst>
              </a:custGeom>
              <a:noFill/>
              <a:ln w="6350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9679" name="Freeform 462">
                <a:extLst>
                  <a:ext uri="{FF2B5EF4-FFF2-40B4-BE49-F238E27FC236}">
                    <a16:creationId xmlns:a16="http://schemas.microsoft.com/office/drawing/2014/main" id="{863BAC23-831E-4E2B-93E2-AC5D7D9448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9" y="1564"/>
                <a:ext cx="44" cy="5"/>
              </a:xfrm>
              <a:custGeom>
                <a:avLst/>
                <a:gdLst>
                  <a:gd name="T0" fmla="*/ 44 w 44"/>
                  <a:gd name="T1" fmla="*/ 3 h 6"/>
                  <a:gd name="T2" fmla="*/ 26 w 44"/>
                  <a:gd name="T3" fmla="*/ 3 h 6"/>
                  <a:gd name="T4" fmla="*/ 0 w 44"/>
                  <a:gd name="T5" fmla="*/ 1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4" h="6">
                    <a:moveTo>
                      <a:pt x="44" y="6"/>
                    </a:moveTo>
                    <a:cubicBezTo>
                      <a:pt x="40" y="0"/>
                      <a:pt x="32" y="4"/>
                      <a:pt x="26" y="4"/>
                    </a:cubicBezTo>
                    <a:cubicBezTo>
                      <a:pt x="19" y="4"/>
                      <a:pt x="6" y="5"/>
                      <a:pt x="0" y="1"/>
                    </a:cubicBezTo>
                  </a:path>
                </a:pathLst>
              </a:custGeom>
              <a:noFill/>
              <a:ln w="6350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9680" name="Freeform 463">
                <a:extLst>
                  <a:ext uri="{FF2B5EF4-FFF2-40B4-BE49-F238E27FC236}">
                    <a16:creationId xmlns:a16="http://schemas.microsoft.com/office/drawing/2014/main" id="{C578170D-4888-4C57-A55F-8EFFE2DC87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7" y="1525"/>
                <a:ext cx="43" cy="206"/>
              </a:xfrm>
              <a:custGeom>
                <a:avLst/>
                <a:gdLst>
                  <a:gd name="T0" fmla="*/ 27 w 44"/>
                  <a:gd name="T1" fmla="*/ 8 h 209"/>
                  <a:gd name="T2" fmla="*/ 16 w 44"/>
                  <a:gd name="T3" fmla="*/ 6 h 209"/>
                  <a:gd name="T4" fmla="*/ 1 w 44"/>
                  <a:gd name="T5" fmla="*/ 1 h 209"/>
                  <a:gd name="T6" fmla="*/ 5 w 44"/>
                  <a:gd name="T7" fmla="*/ 31 h 209"/>
                  <a:gd name="T8" fmla="*/ 7 w 44"/>
                  <a:gd name="T9" fmla="*/ 83 h 209"/>
                  <a:gd name="T10" fmla="*/ 6 w 44"/>
                  <a:gd name="T11" fmla="*/ 115 h 209"/>
                  <a:gd name="T12" fmla="*/ 13 w 44"/>
                  <a:gd name="T13" fmla="*/ 146 h 209"/>
                  <a:gd name="T14" fmla="*/ 21 w 44"/>
                  <a:gd name="T15" fmla="*/ 172 h 209"/>
                  <a:gd name="T16" fmla="*/ 22 w 44"/>
                  <a:gd name="T17" fmla="*/ 184 h 209"/>
                  <a:gd name="T18" fmla="*/ 24 w 44"/>
                  <a:gd name="T19" fmla="*/ 193 h 209"/>
                  <a:gd name="T20" fmla="*/ 41 w 44"/>
                  <a:gd name="T21" fmla="*/ 196 h 20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4" h="209">
                    <a:moveTo>
                      <a:pt x="30" y="8"/>
                    </a:moveTo>
                    <a:cubicBezTo>
                      <a:pt x="26" y="7"/>
                      <a:pt x="21" y="7"/>
                      <a:pt x="16" y="6"/>
                    </a:cubicBezTo>
                    <a:cubicBezTo>
                      <a:pt x="11" y="5"/>
                      <a:pt x="6" y="0"/>
                      <a:pt x="1" y="1"/>
                    </a:cubicBezTo>
                    <a:cubicBezTo>
                      <a:pt x="0" y="11"/>
                      <a:pt x="4" y="22"/>
                      <a:pt x="5" y="31"/>
                    </a:cubicBezTo>
                    <a:cubicBezTo>
                      <a:pt x="6" y="49"/>
                      <a:pt x="8" y="68"/>
                      <a:pt x="7" y="86"/>
                    </a:cubicBezTo>
                    <a:cubicBezTo>
                      <a:pt x="6" y="98"/>
                      <a:pt x="5" y="110"/>
                      <a:pt x="6" y="121"/>
                    </a:cubicBezTo>
                    <a:cubicBezTo>
                      <a:pt x="7" y="132"/>
                      <a:pt x="12" y="142"/>
                      <a:pt x="13" y="152"/>
                    </a:cubicBezTo>
                    <a:cubicBezTo>
                      <a:pt x="15" y="162"/>
                      <a:pt x="18" y="171"/>
                      <a:pt x="21" y="181"/>
                    </a:cubicBezTo>
                    <a:cubicBezTo>
                      <a:pt x="22" y="185"/>
                      <a:pt x="23" y="189"/>
                      <a:pt x="24" y="193"/>
                    </a:cubicBezTo>
                    <a:cubicBezTo>
                      <a:pt x="25" y="195"/>
                      <a:pt x="25" y="200"/>
                      <a:pt x="27" y="202"/>
                    </a:cubicBezTo>
                    <a:cubicBezTo>
                      <a:pt x="29" y="206"/>
                      <a:pt x="44" y="209"/>
                      <a:pt x="44" y="205"/>
                    </a:cubicBezTo>
                  </a:path>
                </a:pathLst>
              </a:custGeom>
              <a:noFill/>
              <a:ln w="6350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9681" name="Freeform 464">
                <a:extLst>
                  <a:ext uri="{FF2B5EF4-FFF2-40B4-BE49-F238E27FC236}">
                    <a16:creationId xmlns:a16="http://schemas.microsoft.com/office/drawing/2014/main" id="{86C33505-6966-4F5D-91AC-0B63D8140F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2" y="1569"/>
                <a:ext cx="24" cy="7"/>
              </a:xfrm>
              <a:custGeom>
                <a:avLst/>
                <a:gdLst>
                  <a:gd name="T0" fmla="*/ 2 w 25"/>
                  <a:gd name="T1" fmla="*/ 0 h 8"/>
                  <a:gd name="T2" fmla="*/ 13 w 25"/>
                  <a:gd name="T3" fmla="*/ 4 h 8"/>
                  <a:gd name="T4" fmla="*/ 22 w 25"/>
                  <a:gd name="T5" fmla="*/ 4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8">
                    <a:moveTo>
                      <a:pt x="2" y="0"/>
                    </a:moveTo>
                    <a:cubicBezTo>
                      <a:pt x="0" y="2"/>
                      <a:pt x="13" y="5"/>
                      <a:pt x="16" y="6"/>
                    </a:cubicBezTo>
                    <a:cubicBezTo>
                      <a:pt x="19" y="6"/>
                      <a:pt x="23" y="8"/>
                      <a:pt x="25" y="5"/>
                    </a:cubicBezTo>
                  </a:path>
                </a:pathLst>
              </a:custGeom>
              <a:noFill/>
              <a:ln w="6350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9682" name="Freeform 465">
                <a:extLst>
                  <a:ext uri="{FF2B5EF4-FFF2-40B4-BE49-F238E27FC236}">
                    <a16:creationId xmlns:a16="http://schemas.microsoft.com/office/drawing/2014/main" id="{FDC712FF-FA26-4229-8B05-59106A9A8A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0" y="1376"/>
                <a:ext cx="16" cy="69"/>
              </a:xfrm>
              <a:custGeom>
                <a:avLst/>
                <a:gdLst>
                  <a:gd name="T0" fmla="*/ 16 w 16"/>
                  <a:gd name="T1" fmla="*/ 0 h 71"/>
                  <a:gd name="T2" fmla="*/ 0 w 16"/>
                  <a:gd name="T3" fmla="*/ 65 h 7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71">
                    <a:moveTo>
                      <a:pt x="16" y="0"/>
                    </a:moveTo>
                    <a:cubicBezTo>
                      <a:pt x="12" y="25"/>
                      <a:pt x="4" y="47"/>
                      <a:pt x="0" y="71"/>
                    </a:cubicBezTo>
                  </a:path>
                </a:pathLst>
              </a:custGeom>
              <a:noFill/>
              <a:ln w="6350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9683" name="Freeform 466">
                <a:extLst>
                  <a:ext uri="{FF2B5EF4-FFF2-40B4-BE49-F238E27FC236}">
                    <a16:creationId xmlns:a16="http://schemas.microsoft.com/office/drawing/2014/main" id="{98D86E28-D2DF-4872-8238-5F64EE7AD2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4" y="1465"/>
                <a:ext cx="33" cy="448"/>
              </a:xfrm>
              <a:custGeom>
                <a:avLst/>
                <a:gdLst>
                  <a:gd name="T0" fmla="*/ 31 w 34"/>
                  <a:gd name="T1" fmla="*/ 0 h 455"/>
                  <a:gd name="T2" fmla="*/ 22 w 34"/>
                  <a:gd name="T3" fmla="*/ 115 h 455"/>
                  <a:gd name="T4" fmla="*/ 8 w 34"/>
                  <a:gd name="T5" fmla="*/ 156 h 455"/>
                  <a:gd name="T6" fmla="*/ 3 w 34"/>
                  <a:gd name="T7" fmla="*/ 199 h 455"/>
                  <a:gd name="T8" fmla="*/ 13 w 34"/>
                  <a:gd name="T9" fmla="*/ 239 h 455"/>
                  <a:gd name="T10" fmla="*/ 25 w 34"/>
                  <a:gd name="T11" fmla="*/ 274 h 455"/>
                  <a:gd name="T12" fmla="*/ 21 w 34"/>
                  <a:gd name="T13" fmla="*/ 379 h 455"/>
                  <a:gd name="T14" fmla="*/ 22 w 34"/>
                  <a:gd name="T15" fmla="*/ 434 h 45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4" h="455">
                    <a:moveTo>
                      <a:pt x="34" y="0"/>
                    </a:moveTo>
                    <a:cubicBezTo>
                      <a:pt x="34" y="41"/>
                      <a:pt x="33" y="82"/>
                      <a:pt x="25" y="121"/>
                    </a:cubicBezTo>
                    <a:cubicBezTo>
                      <a:pt x="21" y="136"/>
                      <a:pt x="15" y="149"/>
                      <a:pt x="8" y="162"/>
                    </a:cubicBezTo>
                    <a:cubicBezTo>
                      <a:pt x="0" y="178"/>
                      <a:pt x="0" y="191"/>
                      <a:pt x="3" y="208"/>
                    </a:cubicBezTo>
                    <a:cubicBezTo>
                      <a:pt x="5" y="224"/>
                      <a:pt x="5" y="237"/>
                      <a:pt x="13" y="251"/>
                    </a:cubicBezTo>
                    <a:cubicBezTo>
                      <a:pt x="20" y="262"/>
                      <a:pt x="26" y="272"/>
                      <a:pt x="28" y="286"/>
                    </a:cubicBezTo>
                    <a:cubicBezTo>
                      <a:pt x="32" y="322"/>
                      <a:pt x="24" y="361"/>
                      <a:pt x="24" y="397"/>
                    </a:cubicBezTo>
                    <a:cubicBezTo>
                      <a:pt x="24" y="416"/>
                      <a:pt x="25" y="436"/>
                      <a:pt x="25" y="455"/>
                    </a:cubicBezTo>
                  </a:path>
                </a:pathLst>
              </a:custGeom>
              <a:noFill/>
              <a:ln w="6350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9684" name="Freeform 467">
                <a:extLst>
                  <a:ext uri="{FF2B5EF4-FFF2-40B4-BE49-F238E27FC236}">
                    <a16:creationId xmlns:a16="http://schemas.microsoft.com/office/drawing/2014/main" id="{A34FA44B-1895-4659-B02F-22004A5C54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0" y="1938"/>
                <a:ext cx="38" cy="197"/>
              </a:xfrm>
              <a:custGeom>
                <a:avLst/>
                <a:gdLst>
                  <a:gd name="T0" fmla="*/ 2 w 39"/>
                  <a:gd name="T1" fmla="*/ 0 h 201"/>
                  <a:gd name="T2" fmla="*/ 2 w 39"/>
                  <a:gd name="T3" fmla="*/ 54 h 201"/>
                  <a:gd name="T4" fmla="*/ 15 w 39"/>
                  <a:gd name="T5" fmla="*/ 127 h 201"/>
                  <a:gd name="T6" fmla="*/ 36 w 39"/>
                  <a:gd name="T7" fmla="*/ 189 h 20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9" h="201">
                    <a:moveTo>
                      <a:pt x="2" y="0"/>
                    </a:moveTo>
                    <a:cubicBezTo>
                      <a:pt x="11" y="7"/>
                      <a:pt x="2" y="44"/>
                      <a:pt x="2" y="57"/>
                    </a:cubicBezTo>
                    <a:cubicBezTo>
                      <a:pt x="0" y="85"/>
                      <a:pt x="8" y="110"/>
                      <a:pt x="15" y="136"/>
                    </a:cubicBezTo>
                    <a:cubicBezTo>
                      <a:pt x="20" y="156"/>
                      <a:pt x="23" y="188"/>
                      <a:pt x="39" y="201"/>
                    </a:cubicBezTo>
                  </a:path>
                </a:pathLst>
              </a:custGeom>
              <a:noFill/>
              <a:ln w="6350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9685" name="Freeform 468">
                <a:extLst>
                  <a:ext uri="{FF2B5EF4-FFF2-40B4-BE49-F238E27FC236}">
                    <a16:creationId xmlns:a16="http://schemas.microsoft.com/office/drawing/2014/main" id="{A9085233-93E2-4FC7-A33E-9BF9709DBA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4" y="1923"/>
                <a:ext cx="262" cy="175"/>
              </a:xfrm>
              <a:custGeom>
                <a:avLst/>
                <a:gdLst>
                  <a:gd name="T0" fmla="*/ 0 w 265"/>
                  <a:gd name="T1" fmla="*/ 0 h 178"/>
                  <a:gd name="T2" fmla="*/ 83 w 265"/>
                  <a:gd name="T3" fmla="*/ 76 h 178"/>
                  <a:gd name="T4" fmla="*/ 159 w 265"/>
                  <a:gd name="T5" fmla="*/ 126 h 178"/>
                  <a:gd name="T6" fmla="*/ 256 w 265"/>
                  <a:gd name="T7" fmla="*/ 155 h 17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5" h="178">
                    <a:moveTo>
                      <a:pt x="0" y="0"/>
                    </a:moveTo>
                    <a:cubicBezTo>
                      <a:pt x="35" y="13"/>
                      <a:pt x="60" y="53"/>
                      <a:pt x="86" y="79"/>
                    </a:cubicBezTo>
                    <a:cubicBezTo>
                      <a:pt x="108" y="100"/>
                      <a:pt x="139" y="118"/>
                      <a:pt x="165" y="132"/>
                    </a:cubicBezTo>
                    <a:cubicBezTo>
                      <a:pt x="188" y="145"/>
                      <a:pt x="237" y="178"/>
                      <a:pt x="265" y="164"/>
                    </a:cubicBezTo>
                  </a:path>
                </a:pathLst>
              </a:custGeom>
              <a:noFill/>
              <a:ln w="6350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9686" name="Freeform 469">
                <a:extLst>
                  <a:ext uri="{FF2B5EF4-FFF2-40B4-BE49-F238E27FC236}">
                    <a16:creationId xmlns:a16="http://schemas.microsoft.com/office/drawing/2014/main" id="{49DCF03C-7C41-407E-AB73-1BD82DC084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8" y="1930"/>
                <a:ext cx="66" cy="36"/>
              </a:xfrm>
              <a:custGeom>
                <a:avLst/>
                <a:gdLst>
                  <a:gd name="T0" fmla="*/ 0 w 67"/>
                  <a:gd name="T1" fmla="*/ 0 h 37"/>
                  <a:gd name="T2" fmla="*/ 64 w 67"/>
                  <a:gd name="T3" fmla="*/ 34 h 3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7" h="37">
                    <a:moveTo>
                      <a:pt x="0" y="0"/>
                    </a:moveTo>
                    <a:cubicBezTo>
                      <a:pt x="23" y="13"/>
                      <a:pt x="36" y="36"/>
                      <a:pt x="67" y="37"/>
                    </a:cubicBezTo>
                  </a:path>
                </a:pathLst>
              </a:custGeom>
              <a:noFill/>
              <a:ln w="6350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9687" name="Oval 470">
                <a:extLst>
                  <a:ext uri="{FF2B5EF4-FFF2-40B4-BE49-F238E27FC236}">
                    <a16:creationId xmlns:a16="http://schemas.microsoft.com/office/drawing/2014/main" id="{210C0A75-85CE-4C04-AB7B-E869135832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15" y="1441"/>
                <a:ext cx="17" cy="15"/>
              </a:xfrm>
              <a:prstGeom prst="ellipse">
                <a:avLst/>
              </a:pr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9688" name="Oval 471">
                <a:extLst>
                  <a:ext uri="{FF2B5EF4-FFF2-40B4-BE49-F238E27FC236}">
                    <a16:creationId xmlns:a16="http://schemas.microsoft.com/office/drawing/2014/main" id="{DCA8F279-6622-4585-9FD6-EAB2055F79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99" y="1589"/>
                <a:ext cx="16" cy="16"/>
              </a:xfrm>
              <a:prstGeom prst="ellipse">
                <a:avLst/>
              </a:pr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9689" name="Oval 472">
                <a:extLst>
                  <a:ext uri="{FF2B5EF4-FFF2-40B4-BE49-F238E27FC236}">
                    <a16:creationId xmlns:a16="http://schemas.microsoft.com/office/drawing/2014/main" id="{EB5B1A89-CF65-45C4-8597-D66A0D4203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2" y="1725"/>
                <a:ext cx="16" cy="16"/>
              </a:xfrm>
              <a:prstGeom prst="ellipse">
                <a:avLst/>
              </a:pr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9690" name="Oval 473">
                <a:extLst>
                  <a:ext uri="{FF2B5EF4-FFF2-40B4-BE49-F238E27FC236}">
                    <a16:creationId xmlns:a16="http://schemas.microsoft.com/office/drawing/2014/main" id="{9C7871D7-1FE9-4FEF-9AAE-7B5845ABEC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11" y="1864"/>
                <a:ext cx="16" cy="16"/>
              </a:xfrm>
              <a:prstGeom prst="ellipse">
                <a:avLst/>
              </a:pr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9691" name="Oval 474">
                <a:extLst>
                  <a:ext uri="{FF2B5EF4-FFF2-40B4-BE49-F238E27FC236}">
                    <a16:creationId xmlns:a16="http://schemas.microsoft.com/office/drawing/2014/main" id="{CDDCEBF0-0319-4EBB-BCD2-F77BE1B1E5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10" y="2016"/>
                <a:ext cx="16" cy="16"/>
              </a:xfrm>
              <a:prstGeom prst="ellipse">
                <a:avLst/>
              </a:pr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9692" name="Oval 475">
                <a:extLst>
                  <a:ext uri="{FF2B5EF4-FFF2-40B4-BE49-F238E27FC236}">
                    <a16:creationId xmlns:a16="http://schemas.microsoft.com/office/drawing/2014/main" id="{87687F81-36F0-45A6-9419-1CC9ABD943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40" y="2133"/>
                <a:ext cx="16" cy="16"/>
              </a:xfrm>
              <a:prstGeom prst="ellipse">
                <a:avLst/>
              </a:pr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9693" name="Freeform 476">
                <a:extLst>
                  <a:ext uri="{FF2B5EF4-FFF2-40B4-BE49-F238E27FC236}">
                    <a16:creationId xmlns:a16="http://schemas.microsoft.com/office/drawing/2014/main" id="{E4665E6F-E810-4B36-AD58-F556268DDC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0" y="1337"/>
                <a:ext cx="135" cy="55"/>
              </a:xfrm>
              <a:custGeom>
                <a:avLst/>
                <a:gdLst>
                  <a:gd name="T0" fmla="*/ 131 w 135"/>
                  <a:gd name="T1" fmla="*/ 55 h 55"/>
                  <a:gd name="T2" fmla="*/ 0 w 135"/>
                  <a:gd name="T3" fmla="*/ 55 h 55"/>
                  <a:gd name="T4" fmla="*/ 4 w 135"/>
                  <a:gd name="T5" fmla="*/ 0 h 55"/>
                  <a:gd name="T6" fmla="*/ 135 w 135"/>
                  <a:gd name="T7" fmla="*/ 0 h 55"/>
                  <a:gd name="T8" fmla="*/ 131 w 135"/>
                  <a:gd name="T9" fmla="*/ 55 h 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5" h="55">
                    <a:moveTo>
                      <a:pt x="131" y="55"/>
                    </a:moveTo>
                    <a:lnTo>
                      <a:pt x="0" y="55"/>
                    </a:lnTo>
                    <a:lnTo>
                      <a:pt x="4" y="0"/>
                    </a:lnTo>
                    <a:lnTo>
                      <a:pt x="135" y="0"/>
                    </a:lnTo>
                    <a:lnTo>
                      <a:pt x="131" y="55"/>
                    </a:lnTo>
                    <a:close/>
                  </a:path>
                </a:pathLst>
              </a:custGeom>
              <a:solidFill>
                <a:srgbClr val="FFFFFF"/>
              </a:solidFill>
              <a:ln w="6350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9694" name="Line 477">
                <a:extLst>
                  <a:ext uri="{FF2B5EF4-FFF2-40B4-BE49-F238E27FC236}">
                    <a16:creationId xmlns:a16="http://schemas.microsoft.com/office/drawing/2014/main" id="{3A8F6621-6392-41D4-A152-E618DDD746E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4546" y="1338"/>
                <a:ext cx="5" cy="55"/>
              </a:xfrm>
              <a:prstGeom prst="line">
                <a:avLst/>
              </a:prstGeom>
              <a:noFill/>
              <a:ln w="3175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9695" name="Line 478">
                <a:extLst>
                  <a:ext uri="{FF2B5EF4-FFF2-40B4-BE49-F238E27FC236}">
                    <a16:creationId xmlns:a16="http://schemas.microsoft.com/office/drawing/2014/main" id="{79AF2F2F-E689-47A7-B302-B3961C3502B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4742" y="2339"/>
                <a:ext cx="14" cy="1"/>
              </a:xfrm>
              <a:prstGeom prst="line">
                <a:avLst/>
              </a:prstGeom>
              <a:noFill/>
              <a:ln w="6350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9696" name="Freeform 479">
                <a:extLst>
                  <a:ext uri="{FF2B5EF4-FFF2-40B4-BE49-F238E27FC236}">
                    <a16:creationId xmlns:a16="http://schemas.microsoft.com/office/drawing/2014/main" id="{3DEA72B9-679D-4336-A42D-52EC2C573B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3" y="2262"/>
                <a:ext cx="185" cy="304"/>
              </a:xfrm>
              <a:custGeom>
                <a:avLst/>
                <a:gdLst>
                  <a:gd name="T0" fmla="*/ 178 w 187"/>
                  <a:gd name="T1" fmla="*/ 28 h 308"/>
                  <a:gd name="T2" fmla="*/ 43 w 187"/>
                  <a:gd name="T3" fmla="*/ 25 h 308"/>
                  <a:gd name="T4" fmla="*/ 17 w 187"/>
                  <a:gd name="T5" fmla="*/ 87 h 308"/>
                  <a:gd name="T6" fmla="*/ 9 w 187"/>
                  <a:gd name="T7" fmla="*/ 124 h 308"/>
                  <a:gd name="T8" fmla="*/ 4 w 187"/>
                  <a:gd name="T9" fmla="*/ 187 h 308"/>
                  <a:gd name="T10" fmla="*/ 0 w 187"/>
                  <a:gd name="T11" fmla="*/ 212 h 308"/>
                  <a:gd name="T12" fmla="*/ 27 w 187"/>
                  <a:gd name="T13" fmla="*/ 214 h 308"/>
                  <a:gd name="T14" fmla="*/ 46 w 187"/>
                  <a:gd name="T15" fmla="*/ 188 h 308"/>
                  <a:gd name="T16" fmla="*/ 41 w 187"/>
                  <a:gd name="T17" fmla="*/ 208 h 308"/>
                  <a:gd name="T18" fmla="*/ 23 w 187"/>
                  <a:gd name="T19" fmla="*/ 242 h 308"/>
                  <a:gd name="T20" fmla="*/ 14 w 187"/>
                  <a:gd name="T21" fmla="*/ 264 h 308"/>
                  <a:gd name="T22" fmla="*/ 34 w 187"/>
                  <a:gd name="T23" fmla="*/ 269 h 308"/>
                  <a:gd name="T24" fmla="*/ 41 w 187"/>
                  <a:gd name="T25" fmla="*/ 289 h 308"/>
                  <a:gd name="T26" fmla="*/ 60 w 187"/>
                  <a:gd name="T27" fmla="*/ 280 h 308"/>
                  <a:gd name="T28" fmla="*/ 79 w 187"/>
                  <a:gd name="T29" fmla="*/ 266 h 308"/>
                  <a:gd name="T30" fmla="*/ 91 w 187"/>
                  <a:gd name="T31" fmla="*/ 263 h 308"/>
                  <a:gd name="T32" fmla="*/ 108 w 187"/>
                  <a:gd name="T33" fmla="*/ 246 h 308"/>
                  <a:gd name="T34" fmla="*/ 114 w 187"/>
                  <a:gd name="T35" fmla="*/ 257 h 308"/>
                  <a:gd name="T36" fmla="*/ 136 w 187"/>
                  <a:gd name="T37" fmla="*/ 240 h 308"/>
                  <a:gd name="T38" fmla="*/ 155 w 187"/>
                  <a:gd name="T39" fmla="*/ 204 h 308"/>
                  <a:gd name="T40" fmla="*/ 173 w 187"/>
                  <a:gd name="T41" fmla="*/ 149 h 308"/>
                  <a:gd name="T42" fmla="*/ 181 w 187"/>
                  <a:gd name="T43" fmla="*/ 119 h 308"/>
                  <a:gd name="T44" fmla="*/ 178 w 187"/>
                  <a:gd name="T45" fmla="*/ 28 h 308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87" h="308">
                    <a:moveTo>
                      <a:pt x="184" y="28"/>
                    </a:moveTo>
                    <a:cubicBezTo>
                      <a:pt x="184" y="28"/>
                      <a:pt x="97" y="0"/>
                      <a:pt x="43" y="25"/>
                    </a:cubicBezTo>
                    <a:cubicBezTo>
                      <a:pt x="43" y="25"/>
                      <a:pt x="22" y="81"/>
                      <a:pt x="17" y="90"/>
                    </a:cubicBezTo>
                    <a:cubicBezTo>
                      <a:pt x="13" y="99"/>
                      <a:pt x="11" y="116"/>
                      <a:pt x="9" y="130"/>
                    </a:cubicBezTo>
                    <a:cubicBezTo>
                      <a:pt x="8" y="143"/>
                      <a:pt x="4" y="183"/>
                      <a:pt x="4" y="194"/>
                    </a:cubicBezTo>
                    <a:cubicBezTo>
                      <a:pt x="0" y="221"/>
                      <a:pt x="0" y="221"/>
                      <a:pt x="0" y="221"/>
                    </a:cubicBezTo>
                    <a:cubicBezTo>
                      <a:pt x="0" y="221"/>
                      <a:pt x="15" y="232"/>
                      <a:pt x="27" y="223"/>
                    </a:cubicBezTo>
                    <a:cubicBezTo>
                      <a:pt x="38" y="213"/>
                      <a:pt x="46" y="195"/>
                      <a:pt x="46" y="195"/>
                    </a:cubicBezTo>
                    <a:cubicBezTo>
                      <a:pt x="46" y="195"/>
                      <a:pt x="45" y="208"/>
                      <a:pt x="41" y="217"/>
                    </a:cubicBezTo>
                    <a:cubicBezTo>
                      <a:pt x="36" y="227"/>
                      <a:pt x="27" y="245"/>
                      <a:pt x="23" y="251"/>
                    </a:cubicBezTo>
                    <a:cubicBezTo>
                      <a:pt x="19" y="258"/>
                      <a:pt x="12" y="269"/>
                      <a:pt x="14" y="275"/>
                    </a:cubicBezTo>
                    <a:cubicBezTo>
                      <a:pt x="15" y="281"/>
                      <a:pt x="25" y="288"/>
                      <a:pt x="34" y="281"/>
                    </a:cubicBezTo>
                    <a:cubicBezTo>
                      <a:pt x="34" y="281"/>
                      <a:pt x="30" y="295"/>
                      <a:pt x="41" y="301"/>
                    </a:cubicBezTo>
                    <a:cubicBezTo>
                      <a:pt x="51" y="308"/>
                      <a:pt x="58" y="296"/>
                      <a:pt x="63" y="292"/>
                    </a:cubicBezTo>
                    <a:cubicBezTo>
                      <a:pt x="69" y="288"/>
                      <a:pt x="82" y="277"/>
                      <a:pt x="82" y="277"/>
                    </a:cubicBezTo>
                    <a:cubicBezTo>
                      <a:pt x="82" y="277"/>
                      <a:pt x="89" y="278"/>
                      <a:pt x="94" y="273"/>
                    </a:cubicBezTo>
                    <a:cubicBezTo>
                      <a:pt x="100" y="268"/>
                      <a:pt x="111" y="255"/>
                      <a:pt x="111" y="255"/>
                    </a:cubicBezTo>
                    <a:cubicBezTo>
                      <a:pt x="111" y="255"/>
                      <a:pt x="110" y="264"/>
                      <a:pt x="117" y="266"/>
                    </a:cubicBezTo>
                    <a:cubicBezTo>
                      <a:pt x="124" y="269"/>
                      <a:pt x="132" y="257"/>
                      <a:pt x="139" y="249"/>
                    </a:cubicBezTo>
                    <a:cubicBezTo>
                      <a:pt x="146" y="241"/>
                      <a:pt x="157" y="226"/>
                      <a:pt x="161" y="213"/>
                    </a:cubicBezTo>
                    <a:cubicBezTo>
                      <a:pt x="164" y="201"/>
                      <a:pt x="176" y="163"/>
                      <a:pt x="179" y="155"/>
                    </a:cubicBezTo>
                    <a:cubicBezTo>
                      <a:pt x="182" y="148"/>
                      <a:pt x="187" y="136"/>
                      <a:pt x="187" y="125"/>
                    </a:cubicBezTo>
                    <a:cubicBezTo>
                      <a:pt x="187" y="114"/>
                      <a:pt x="184" y="28"/>
                      <a:pt x="184" y="28"/>
                    </a:cubicBezTo>
                    <a:close/>
                  </a:path>
                </a:pathLst>
              </a:custGeom>
              <a:solidFill>
                <a:srgbClr val="F8F3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9697" name="Freeform 480">
                <a:extLst>
                  <a:ext uri="{FF2B5EF4-FFF2-40B4-BE49-F238E27FC236}">
                    <a16:creationId xmlns:a16="http://schemas.microsoft.com/office/drawing/2014/main" id="{E7B76AAD-5ACE-4E33-9131-2EED61F40B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3" y="2262"/>
                <a:ext cx="185" cy="304"/>
              </a:xfrm>
              <a:custGeom>
                <a:avLst/>
                <a:gdLst>
                  <a:gd name="T0" fmla="*/ 178 w 187"/>
                  <a:gd name="T1" fmla="*/ 28 h 308"/>
                  <a:gd name="T2" fmla="*/ 43 w 187"/>
                  <a:gd name="T3" fmla="*/ 25 h 308"/>
                  <a:gd name="T4" fmla="*/ 17 w 187"/>
                  <a:gd name="T5" fmla="*/ 87 h 308"/>
                  <a:gd name="T6" fmla="*/ 9 w 187"/>
                  <a:gd name="T7" fmla="*/ 124 h 308"/>
                  <a:gd name="T8" fmla="*/ 4 w 187"/>
                  <a:gd name="T9" fmla="*/ 187 h 308"/>
                  <a:gd name="T10" fmla="*/ 0 w 187"/>
                  <a:gd name="T11" fmla="*/ 212 h 308"/>
                  <a:gd name="T12" fmla="*/ 27 w 187"/>
                  <a:gd name="T13" fmla="*/ 214 h 308"/>
                  <a:gd name="T14" fmla="*/ 46 w 187"/>
                  <a:gd name="T15" fmla="*/ 188 h 308"/>
                  <a:gd name="T16" fmla="*/ 41 w 187"/>
                  <a:gd name="T17" fmla="*/ 208 h 308"/>
                  <a:gd name="T18" fmla="*/ 23 w 187"/>
                  <a:gd name="T19" fmla="*/ 242 h 308"/>
                  <a:gd name="T20" fmla="*/ 14 w 187"/>
                  <a:gd name="T21" fmla="*/ 264 h 308"/>
                  <a:gd name="T22" fmla="*/ 34 w 187"/>
                  <a:gd name="T23" fmla="*/ 269 h 308"/>
                  <a:gd name="T24" fmla="*/ 41 w 187"/>
                  <a:gd name="T25" fmla="*/ 289 h 308"/>
                  <a:gd name="T26" fmla="*/ 60 w 187"/>
                  <a:gd name="T27" fmla="*/ 280 h 308"/>
                  <a:gd name="T28" fmla="*/ 79 w 187"/>
                  <a:gd name="T29" fmla="*/ 266 h 308"/>
                  <a:gd name="T30" fmla="*/ 91 w 187"/>
                  <a:gd name="T31" fmla="*/ 263 h 308"/>
                  <a:gd name="T32" fmla="*/ 108 w 187"/>
                  <a:gd name="T33" fmla="*/ 246 h 308"/>
                  <a:gd name="T34" fmla="*/ 114 w 187"/>
                  <a:gd name="T35" fmla="*/ 257 h 308"/>
                  <a:gd name="T36" fmla="*/ 136 w 187"/>
                  <a:gd name="T37" fmla="*/ 240 h 308"/>
                  <a:gd name="T38" fmla="*/ 155 w 187"/>
                  <a:gd name="T39" fmla="*/ 204 h 308"/>
                  <a:gd name="T40" fmla="*/ 173 w 187"/>
                  <a:gd name="T41" fmla="*/ 149 h 308"/>
                  <a:gd name="T42" fmla="*/ 181 w 187"/>
                  <a:gd name="T43" fmla="*/ 119 h 308"/>
                  <a:gd name="T44" fmla="*/ 178 w 187"/>
                  <a:gd name="T45" fmla="*/ 28 h 308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87" h="308">
                    <a:moveTo>
                      <a:pt x="184" y="28"/>
                    </a:moveTo>
                    <a:cubicBezTo>
                      <a:pt x="184" y="28"/>
                      <a:pt x="97" y="0"/>
                      <a:pt x="43" y="25"/>
                    </a:cubicBezTo>
                    <a:cubicBezTo>
                      <a:pt x="43" y="25"/>
                      <a:pt x="22" y="81"/>
                      <a:pt x="17" y="90"/>
                    </a:cubicBezTo>
                    <a:cubicBezTo>
                      <a:pt x="13" y="99"/>
                      <a:pt x="11" y="116"/>
                      <a:pt x="9" y="130"/>
                    </a:cubicBezTo>
                    <a:cubicBezTo>
                      <a:pt x="8" y="143"/>
                      <a:pt x="4" y="183"/>
                      <a:pt x="4" y="194"/>
                    </a:cubicBezTo>
                    <a:cubicBezTo>
                      <a:pt x="0" y="221"/>
                      <a:pt x="0" y="221"/>
                      <a:pt x="0" y="221"/>
                    </a:cubicBezTo>
                    <a:cubicBezTo>
                      <a:pt x="0" y="221"/>
                      <a:pt x="15" y="232"/>
                      <a:pt x="27" y="223"/>
                    </a:cubicBezTo>
                    <a:cubicBezTo>
                      <a:pt x="38" y="213"/>
                      <a:pt x="46" y="195"/>
                      <a:pt x="46" y="195"/>
                    </a:cubicBezTo>
                    <a:cubicBezTo>
                      <a:pt x="46" y="195"/>
                      <a:pt x="45" y="208"/>
                      <a:pt x="41" y="217"/>
                    </a:cubicBezTo>
                    <a:cubicBezTo>
                      <a:pt x="36" y="227"/>
                      <a:pt x="27" y="245"/>
                      <a:pt x="23" y="251"/>
                    </a:cubicBezTo>
                    <a:cubicBezTo>
                      <a:pt x="19" y="258"/>
                      <a:pt x="12" y="269"/>
                      <a:pt x="14" y="275"/>
                    </a:cubicBezTo>
                    <a:cubicBezTo>
                      <a:pt x="15" y="281"/>
                      <a:pt x="25" y="288"/>
                      <a:pt x="34" y="281"/>
                    </a:cubicBezTo>
                    <a:cubicBezTo>
                      <a:pt x="34" y="281"/>
                      <a:pt x="30" y="295"/>
                      <a:pt x="41" y="301"/>
                    </a:cubicBezTo>
                    <a:cubicBezTo>
                      <a:pt x="51" y="308"/>
                      <a:pt x="58" y="296"/>
                      <a:pt x="63" y="292"/>
                    </a:cubicBezTo>
                    <a:cubicBezTo>
                      <a:pt x="69" y="288"/>
                      <a:pt x="82" y="277"/>
                      <a:pt x="82" y="277"/>
                    </a:cubicBezTo>
                    <a:cubicBezTo>
                      <a:pt x="82" y="277"/>
                      <a:pt x="89" y="278"/>
                      <a:pt x="94" y="273"/>
                    </a:cubicBezTo>
                    <a:cubicBezTo>
                      <a:pt x="100" y="268"/>
                      <a:pt x="111" y="255"/>
                      <a:pt x="111" y="255"/>
                    </a:cubicBezTo>
                    <a:cubicBezTo>
                      <a:pt x="111" y="255"/>
                      <a:pt x="110" y="264"/>
                      <a:pt x="117" y="266"/>
                    </a:cubicBezTo>
                    <a:cubicBezTo>
                      <a:pt x="124" y="269"/>
                      <a:pt x="132" y="257"/>
                      <a:pt x="139" y="249"/>
                    </a:cubicBezTo>
                    <a:cubicBezTo>
                      <a:pt x="146" y="241"/>
                      <a:pt x="157" y="226"/>
                      <a:pt x="161" y="213"/>
                    </a:cubicBezTo>
                    <a:cubicBezTo>
                      <a:pt x="164" y="201"/>
                      <a:pt x="176" y="163"/>
                      <a:pt x="179" y="155"/>
                    </a:cubicBezTo>
                    <a:cubicBezTo>
                      <a:pt x="182" y="148"/>
                      <a:pt x="187" y="136"/>
                      <a:pt x="187" y="125"/>
                    </a:cubicBezTo>
                    <a:cubicBezTo>
                      <a:pt x="187" y="114"/>
                      <a:pt x="184" y="28"/>
                      <a:pt x="184" y="28"/>
                    </a:cubicBezTo>
                    <a:close/>
                  </a:path>
                </a:pathLst>
              </a:custGeom>
              <a:noFill/>
              <a:ln w="6350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9698" name="Freeform 481">
                <a:extLst>
                  <a:ext uri="{FF2B5EF4-FFF2-40B4-BE49-F238E27FC236}">
                    <a16:creationId xmlns:a16="http://schemas.microsoft.com/office/drawing/2014/main" id="{7215592E-5C82-4B7C-9246-79A73FAABA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9" y="2369"/>
                <a:ext cx="5" cy="85"/>
              </a:xfrm>
              <a:custGeom>
                <a:avLst/>
                <a:gdLst>
                  <a:gd name="T0" fmla="*/ 0 w 5"/>
                  <a:gd name="T1" fmla="*/ 81 h 87"/>
                  <a:gd name="T2" fmla="*/ 2 w 5"/>
                  <a:gd name="T3" fmla="*/ 49 h 87"/>
                  <a:gd name="T4" fmla="*/ 5 w 5"/>
                  <a:gd name="T5" fmla="*/ 0 h 8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87">
                    <a:moveTo>
                      <a:pt x="0" y="87"/>
                    </a:moveTo>
                    <a:cubicBezTo>
                      <a:pt x="0" y="87"/>
                      <a:pt x="1" y="66"/>
                      <a:pt x="2" y="52"/>
                    </a:cubicBezTo>
                    <a:cubicBezTo>
                      <a:pt x="3" y="38"/>
                      <a:pt x="5" y="0"/>
                      <a:pt x="5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9699" name="Freeform 482">
                <a:extLst>
                  <a:ext uri="{FF2B5EF4-FFF2-40B4-BE49-F238E27FC236}">
                    <a16:creationId xmlns:a16="http://schemas.microsoft.com/office/drawing/2014/main" id="{A62EFA4B-B63E-4BFD-8977-9D6CD817F9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9" y="2426"/>
                <a:ext cx="54" cy="112"/>
              </a:xfrm>
              <a:custGeom>
                <a:avLst/>
                <a:gdLst>
                  <a:gd name="T0" fmla="*/ 0 w 55"/>
                  <a:gd name="T1" fmla="*/ 108 h 114"/>
                  <a:gd name="T2" fmla="*/ 25 w 55"/>
                  <a:gd name="T3" fmla="*/ 84 h 114"/>
                  <a:gd name="T4" fmla="*/ 41 w 55"/>
                  <a:gd name="T5" fmla="*/ 58 h 114"/>
                  <a:gd name="T6" fmla="*/ 52 w 55"/>
                  <a:gd name="T7" fmla="*/ 0 h 1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5" h="114">
                    <a:moveTo>
                      <a:pt x="0" y="114"/>
                    </a:moveTo>
                    <a:cubicBezTo>
                      <a:pt x="0" y="114"/>
                      <a:pt x="18" y="98"/>
                      <a:pt x="25" y="90"/>
                    </a:cubicBezTo>
                    <a:cubicBezTo>
                      <a:pt x="31" y="81"/>
                      <a:pt x="40" y="77"/>
                      <a:pt x="44" y="61"/>
                    </a:cubicBezTo>
                    <a:cubicBezTo>
                      <a:pt x="48" y="46"/>
                      <a:pt x="53" y="7"/>
                      <a:pt x="55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9700" name="Freeform 483">
                <a:extLst>
                  <a:ext uri="{FF2B5EF4-FFF2-40B4-BE49-F238E27FC236}">
                    <a16:creationId xmlns:a16="http://schemas.microsoft.com/office/drawing/2014/main" id="{11637F9C-6A20-4BC9-BED3-989929E0A2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4" y="2435"/>
                <a:ext cx="45" cy="100"/>
              </a:xfrm>
              <a:custGeom>
                <a:avLst/>
                <a:gdLst>
                  <a:gd name="T0" fmla="*/ 0 w 45"/>
                  <a:gd name="T1" fmla="*/ 96 h 102"/>
                  <a:gd name="T2" fmla="*/ 19 w 45"/>
                  <a:gd name="T3" fmla="*/ 74 h 102"/>
                  <a:gd name="T4" fmla="*/ 29 w 45"/>
                  <a:gd name="T5" fmla="*/ 48 h 102"/>
                  <a:gd name="T6" fmla="*/ 45 w 45"/>
                  <a:gd name="T7" fmla="*/ 0 h 10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5" h="102">
                    <a:moveTo>
                      <a:pt x="0" y="102"/>
                    </a:moveTo>
                    <a:cubicBezTo>
                      <a:pt x="0" y="102"/>
                      <a:pt x="16" y="84"/>
                      <a:pt x="19" y="78"/>
                    </a:cubicBezTo>
                    <a:cubicBezTo>
                      <a:pt x="22" y="72"/>
                      <a:pt x="26" y="60"/>
                      <a:pt x="29" y="51"/>
                    </a:cubicBezTo>
                    <a:cubicBezTo>
                      <a:pt x="32" y="41"/>
                      <a:pt x="45" y="0"/>
                      <a:pt x="45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9701" name="Freeform 484">
                <a:extLst>
                  <a:ext uri="{FF2B5EF4-FFF2-40B4-BE49-F238E27FC236}">
                    <a16:creationId xmlns:a16="http://schemas.microsoft.com/office/drawing/2014/main" id="{1B5BB1CE-E4E2-4BA1-A3E8-87B3B94045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3" y="2431"/>
                <a:ext cx="42" cy="82"/>
              </a:xfrm>
              <a:custGeom>
                <a:avLst/>
                <a:gdLst>
                  <a:gd name="T0" fmla="*/ 0 w 43"/>
                  <a:gd name="T1" fmla="*/ 78 h 84"/>
                  <a:gd name="T2" fmla="*/ 15 w 43"/>
                  <a:gd name="T3" fmla="*/ 60 h 84"/>
                  <a:gd name="T4" fmla="*/ 27 w 43"/>
                  <a:gd name="T5" fmla="*/ 28 h 84"/>
                  <a:gd name="T6" fmla="*/ 40 w 43"/>
                  <a:gd name="T7" fmla="*/ 0 h 8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3" h="84">
                    <a:moveTo>
                      <a:pt x="0" y="84"/>
                    </a:moveTo>
                    <a:cubicBezTo>
                      <a:pt x="0" y="84"/>
                      <a:pt x="12" y="72"/>
                      <a:pt x="15" y="63"/>
                    </a:cubicBezTo>
                    <a:cubicBezTo>
                      <a:pt x="19" y="53"/>
                      <a:pt x="28" y="38"/>
                      <a:pt x="30" y="31"/>
                    </a:cubicBezTo>
                    <a:cubicBezTo>
                      <a:pt x="33" y="23"/>
                      <a:pt x="43" y="0"/>
                      <a:pt x="43" y="0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9702" name="Freeform 485">
                <a:extLst>
                  <a:ext uri="{FF2B5EF4-FFF2-40B4-BE49-F238E27FC236}">
                    <a16:creationId xmlns:a16="http://schemas.microsoft.com/office/drawing/2014/main" id="{2A13CE89-C5C9-4C22-BA35-3DD6AC5D57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8" y="2413"/>
                <a:ext cx="2" cy="6"/>
              </a:xfrm>
              <a:custGeom>
                <a:avLst/>
                <a:gdLst>
                  <a:gd name="T0" fmla="*/ 2 w 2"/>
                  <a:gd name="T1" fmla="*/ 0 h 6"/>
                  <a:gd name="T2" fmla="*/ 0 w 2"/>
                  <a:gd name="T3" fmla="*/ 6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6">
                    <a:moveTo>
                      <a:pt x="2" y="0"/>
                    </a:moveTo>
                    <a:cubicBezTo>
                      <a:pt x="2" y="2"/>
                      <a:pt x="1" y="4"/>
                      <a:pt x="0" y="6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9703" name="Freeform 486">
                <a:extLst>
                  <a:ext uri="{FF2B5EF4-FFF2-40B4-BE49-F238E27FC236}">
                    <a16:creationId xmlns:a16="http://schemas.microsoft.com/office/drawing/2014/main" id="{C20145DB-CA78-4C08-BEB2-8ECBEB7008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0" y="2417"/>
                <a:ext cx="2" cy="4"/>
              </a:xfrm>
              <a:custGeom>
                <a:avLst/>
                <a:gdLst>
                  <a:gd name="T0" fmla="*/ 2 w 2"/>
                  <a:gd name="T1" fmla="*/ 1 h 4"/>
                  <a:gd name="T2" fmla="*/ 0 w 2"/>
                  <a:gd name="T3" fmla="*/ 4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4">
                    <a:moveTo>
                      <a:pt x="2" y="1"/>
                    </a:moveTo>
                    <a:cubicBezTo>
                      <a:pt x="2" y="0"/>
                      <a:pt x="1" y="3"/>
                      <a:pt x="0" y="4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9704" name="Freeform 487">
                <a:extLst>
                  <a:ext uri="{FF2B5EF4-FFF2-40B4-BE49-F238E27FC236}">
                    <a16:creationId xmlns:a16="http://schemas.microsoft.com/office/drawing/2014/main" id="{C612BB4E-2494-4ABB-A5C0-8C95B89356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9" y="2406"/>
                <a:ext cx="3" cy="7"/>
              </a:xfrm>
              <a:custGeom>
                <a:avLst/>
                <a:gdLst>
                  <a:gd name="T0" fmla="*/ 2 w 3"/>
                  <a:gd name="T1" fmla="*/ 0 h 7"/>
                  <a:gd name="T2" fmla="*/ 0 w 3"/>
                  <a:gd name="T3" fmla="*/ 7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7">
                    <a:moveTo>
                      <a:pt x="2" y="0"/>
                    </a:moveTo>
                    <a:cubicBezTo>
                      <a:pt x="3" y="3"/>
                      <a:pt x="1" y="5"/>
                      <a:pt x="0" y="7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9705" name="Freeform 488">
                <a:extLst>
                  <a:ext uri="{FF2B5EF4-FFF2-40B4-BE49-F238E27FC236}">
                    <a16:creationId xmlns:a16="http://schemas.microsoft.com/office/drawing/2014/main" id="{DDA9135D-66FC-4EBD-A381-59A1B77038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6" y="2454"/>
                <a:ext cx="18" cy="30"/>
              </a:xfrm>
              <a:custGeom>
                <a:avLst/>
                <a:gdLst>
                  <a:gd name="T0" fmla="*/ 0 w 18"/>
                  <a:gd name="T1" fmla="*/ 3 h 30"/>
                  <a:gd name="T2" fmla="*/ 17 w 18"/>
                  <a:gd name="T3" fmla="*/ 9 h 30"/>
                  <a:gd name="T4" fmla="*/ 10 w 18"/>
                  <a:gd name="T5" fmla="*/ 30 h 3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30">
                    <a:moveTo>
                      <a:pt x="0" y="3"/>
                    </a:moveTo>
                    <a:cubicBezTo>
                      <a:pt x="6" y="0"/>
                      <a:pt x="15" y="2"/>
                      <a:pt x="17" y="9"/>
                    </a:cubicBezTo>
                    <a:cubicBezTo>
                      <a:pt x="18" y="17"/>
                      <a:pt x="13" y="24"/>
                      <a:pt x="10" y="30"/>
                    </a:cubicBezTo>
                  </a:path>
                </a:pathLst>
              </a:custGeom>
              <a:noFill/>
              <a:ln w="6350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9706" name="Freeform 489">
                <a:extLst>
                  <a:ext uri="{FF2B5EF4-FFF2-40B4-BE49-F238E27FC236}">
                    <a16:creationId xmlns:a16="http://schemas.microsoft.com/office/drawing/2014/main" id="{09095E43-658D-4FF0-BAF1-A0CEB11679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7" y="2523"/>
                <a:ext cx="23" cy="11"/>
              </a:xfrm>
              <a:custGeom>
                <a:avLst/>
                <a:gdLst>
                  <a:gd name="T0" fmla="*/ 23 w 23"/>
                  <a:gd name="T1" fmla="*/ 11 h 11"/>
                  <a:gd name="T2" fmla="*/ 13 w 23"/>
                  <a:gd name="T3" fmla="*/ 0 h 11"/>
                  <a:gd name="T4" fmla="*/ 0 w 23"/>
                  <a:gd name="T5" fmla="*/ 9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11">
                    <a:moveTo>
                      <a:pt x="23" y="11"/>
                    </a:moveTo>
                    <a:cubicBezTo>
                      <a:pt x="22" y="5"/>
                      <a:pt x="19" y="0"/>
                      <a:pt x="13" y="0"/>
                    </a:cubicBezTo>
                    <a:cubicBezTo>
                      <a:pt x="8" y="0"/>
                      <a:pt x="4" y="7"/>
                      <a:pt x="0" y="9"/>
                    </a:cubicBezTo>
                  </a:path>
                </a:pathLst>
              </a:custGeom>
              <a:noFill/>
              <a:ln w="6350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9707" name="Freeform 490">
                <a:extLst>
                  <a:ext uri="{FF2B5EF4-FFF2-40B4-BE49-F238E27FC236}">
                    <a16:creationId xmlns:a16="http://schemas.microsoft.com/office/drawing/2014/main" id="{A342F1AD-70C5-438A-A7A5-8A54738BEE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9" y="2540"/>
                <a:ext cx="23" cy="12"/>
              </a:xfrm>
              <a:custGeom>
                <a:avLst/>
                <a:gdLst>
                  <a:gd name="T0" fmla="*/ 21 w 24"/>
                  <a:gd name="T1" fmla="*/ 12 h 12"/>
                  <a:gd name="T2" fmla="*/ 11 w 24"/>
                  <a:gd name="T3" fmla="*/ 2 h 12"/>
                  <a:gd name="T4" fmla="*/ 0 w 24"/>
                  <a:gd name="T5" fmla="*/ 10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12">
                    <a:moveTo>
                      <a:pt x="24" y="12"/>
                    </a:moveTo>
                    <a:cubicBezTo>
                      <a:pt x="20" y="7"/>
                      <a:pt x="19" y="0"/>
                      <a:pt x="11" y="2"/>
                    </a:cubicBezTo>
                    <a:cubicBezTo>
                      <a:pt x="6" y="4"/>
                      <a:pt x="3" y="8"/>
                      <a:pt x="0" y="10"/>
                    </a:cubicBezTo>
                  </a:path>
                </a:pathLst>
              </a:custGeom>
              <a:noFill/>
              <a:ln w="6350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9708" name="Freeform 491">
                <a:extLst>
                  <a:ext uri="{FF2B5EF4-FFF2-40B4-BE49-F238E27FC236}">
                    <a16:creationId xmlns:a16="http://schemas.microsoft.com/office/drawing/2014/main" id="{F588BD90-15A4-4A2F-A08E-18E5890752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3" y="2511"/>
                <a:ext cx="18" cy="8"/>
              </a:xfrm>
              <a:custGeom>
                <a:avLst/>
                <a:gdLst>
                  <a:gd name="T0" fmla="*/ 16 w 19"/>
                  <a:gd name="T1" fmla="*/ 6 h 8"/>
                  <a:gd name="T2" fmla="*/ 9 w 19"/>
                  <a:gd name="T3" fmla="*/ 1 h 8"/>
                  <a:gd name="T4" fmla="*/ 0 w 19"/>
                  <a:gd name="T5" fmla="*/ 8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8">
                    <a:moveTo>
                      <a:pt x="19" y="6"/>
                    </a:moveTo>
                    <a:cubicBezTo>
                      <a:pt x="19" y="1"/>
                      <a:pt x="13" y="0"/>
                      <a:pt x="10" y="1"/>
                    </a:cubicBezTo>
                    <a:cubicBezTo>
                      <a:pt x="6" y="2"/>
                      <a:pt x="3" y="6"/>
                      <a:pt x="0" y="8"/>
                    </a:cubicBezTo>
                  </a:path>
                </a:pathLst>
              </a:custGeom>
              <a:noFill/>
              <a:ln w="6350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9709" name="Freeform 492">
                <a:extLst>
                  <a:ext uri="{FF2B5EF4-FFF2-40B4-BE49-F238E27FC236}">
                    <a16:creationId xmlns:a16="http://schemas.microsoft.com/office/drawing/2014/main" id="{C649EA3D-6383-4646-8701-CA335DA9E3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2" y="2478"/>
                <a:ext cx="82" cy="176"/>
              </a:xfrm>
              <a:custGeom>
                <a:avLst/>
                <a:gdLst>
                  <a:gd name="T0" fmla="*/ 80 w 83"/>
                  <a:gd name="T1" fmla="*/ 170 h 179"/>
                  <a:gd name="T2" fmla="*/ 0 w 83"/>
                  <a:gd name="T3" fmla="*/ 0 h 17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3" h="179">
                    <a:moveTo>
                      <a:pt x="83" y="179"/>
                    </a:moveTo>
                    <a:cubicBezTo>
                      <a:pt x="83" y="179"/>
                      <a:pt x="13" y="43"/>
                      <a:pt x="0" y="0"/>
                    </a:cubicBezTo>
                  </a:path>
                </a:pathLst>
              </a:custGeom>
              <a:noFill/>
              <a:ln w="6350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9710" name="Freeform 493">
                <a:extLst>
                  <a:ext uri="{FF2B5EF4-FFF2-40B4-BE49-F238E27FC236}">
                    <a16:creationId xmlns:a16="http://schemas.microsoft.com/office/drawing/2014/main" id="{68D64A67-D5D9-4070-BACB-40B2E3FAEB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6" y="1830"/>
                <a:ext cx="99" cy="408"/>
              </a:xfrm>
              <a:custGeom>
                <a:avLst/>
                <a:gdLst>
                  <a:gd name="T0" fmla="*/ 97 w 100"/>
                  <a:gd name="T1" fmla="*/ 396 h 414"/>
                  <a:gd name="T2" fmla="*/ 0 w 100"/>
                  <a:gd name="T3" fmla="*/ 0 h 4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0" h="414">
                    <a:moveTo>
                      <a:pt x="100" y="414"/>
                    </a:moveTo>
                    <a:cubicBezTo>
                      <a:pt x="100" y="414"/>
                      <a:pt x="20" y="174"/>
                      <a:pt x="0" y="0"/>
                    </a:cubicBezTo>
                  </a:path>
                </a:pathLst>
              </a:custGeom>
              <a:noFill/>
              <a:ln w="6350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9711" name="Freeform 494">
                <a:extLst>
                  <a:ext uri="{FF2B5EF4-FFF2-40B4-BE49-F238E27FC236}">
                    <a16:creationId xmlns:a16="http://schemas.microsoft.com/office/drawing/2014/main" id="{779577F8-D163-4AFD-A63F-B1F110FB0C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6" y="1233"/>
                <a:ext cx="48" cy="75"/>
              </a:xfrm>
              <a:custGeom>
                <a:avLst/>
                <a:gdLst>
                  <a:gd name="T0" fmla="*/ 0 w 49"/>
                  <a:gd name="T1" fmla="*/ 3 h 76"/>
                  <a:gd name="T2" fmla="*/ 16 w 49"/>
                  <a:gd name="T3" fmla="*/ 26 h 76"/>
                  <a:gd name="T4" fmla="*/ 17 w 49"/>
                  <a:gd name="T5" fmla="*/ 73 h 76"/>
                  <a:gd name="T6" fmla="*/ 46 w 49"/>
                  <a:gd name="T7" fmla="*/ 27 h 7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9" h="76">
                    <a:moveTo>
                      <a:pt x="0" y="3"/>
                    </a:moveTo>
                    <a:cubicBezTo>
                      <a:pt x="0" y="3"/>
                      <a:pt x="18" y="0"/>
                      <a:pt x="16" y="26"/>
                    </a:cubicBezTo>
                    <a:cubicBezTo>
                      <a:pt x="15" y="53"/>
                      <a:pt x="17" y="76"/>
                      <a:pt x="17" y="76"/>
                    </a:cubicBezTo>
                    <a:cubicBezTo>
                      <a:pt x="49" y="27"/>
                      <a:pt x="49" y="27"/>
                      <a:pt x="49" y="27"/>
                    </a:cubicBezTo>
                  </a:path>
                </a:pathLst>
              </a:custGeom>
              <a:noFill/>
              <a:ln w="6350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9712" name="Freeform 495">
                <a:extLst>
                  <a:ext uri="{FF2B5EF4-FFF2-40B4-BE49-F238E27FC236}">
                    <a16:creationId xmlns:a16="http://schemas.microsoft.com/office/drawing/2014/main" id="{6FF128A3-5444-4F85-B480-9DB9E3AD1A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4" y="1273"/>
                <a:ext cx="32" cy="15"/>
              </a:xfrm>
              <a:custGeom>
                <a:avLst/>
                <a:gdLst>
                  <a:gd name="T0" fmla="*/ 2 w 33"/>
                  <a:gd name="T1" fmla="*/ 0 h 15"/>
                  <a:gd name="T2" fmla="*/ 14 w 33"/>
                  <a:gd name="T3" fmla="*/ 12 h 15"/>
                  <a:gd name="T4" fmla="*/ 30 w 33"/>
                  <a:gd name="T5" fmla="*/ 2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" h="15">
                    <a:moveTo>
                      <a:pt x="2" y="0"/>
                    </a:moveTo>
                    <a:cubicBezTo>
                      <a:pt x="0" y="8"/>
                      <a:pt x="5" y="15"/>
                      <a:pt x="14" y="12"/>
                    </a:cubicBezTo>
                    <a:cubicBezTo>
                      <a:pt x="20" y="11"/>
                      <a:pt x="28" y="5"/>
                      <a:pt x="33" y="2"/>
                    </a:cubicBezTo>
                  </a:path>
                </a:pathLst>
              </a:custGeom>
              <a:noFill/>
              <a:ln w="6350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9713" name="Freeform 496">
                <a:extLst>
                  <a:ext uri="{FF2B5EF4-FFF2-40B4-BE49-F238E27FC236}">
                    <a16:creationId xmlns:a16="http://schemas.microsoft.com/office/drawing/2014/main" id="{91304441-62DB-4560-8FE2-1A41EC2FE9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6" y="1256"/>
                <a:ext cx="25" cy="12"/>
              </a:xfrm>
              <a:custGeom>
                <a:avLst/>
                <a:gdLst>
                  <a:gd name="T0" fmla="*/ 17 w 25"/>
                  <a:gd name="T1" fmla="*/ 0 h 12"/>
                  <a:gd name="T2" fmla="*/ 10 w 25"/>
                  <a:gd name="T3" fmla="*/ 12 h 12"/>
                  <a:gd name="T4" fmla="*/ 19 w 25"/>
                  <a:gd name="T5" fmla="*/ 0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12">
                    <a:moveTo>
                      <a:pt x="17" y="0"/>
                    </a:moveTo>
                    <a:cubicBezTo>
                      <a:pt x="11" y="0"/>
                      <a:pt x="0" y="11"/>
                      <a:pt x="10" y="12"/>
                    </a:cubicBezTo>
                    <a:cubicBezTo>
                      <a:pt x="14" y="12"/>
                      <a:pt x="25" y="3"/>
                      <a:pt x="19" y="0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9714" name="Freeform 497">
                <a:extLst>
                  <a:ext uri="{FF2B5EF4-FFF2-40B4-BE49-F238E27FC236}">
                    <a16:creationId xmlns:a16="http://schemas.microsoft.com/office/drawing/2014/main" id="{AFCCEA01-2EE6-4A05-A57F-F788BDC071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9" y="2465"/>
                <a:ext cx="52" cy="182"/>
              </a:xfrm>
              <a:custGeom>
                <a:avLst/>
                <a:gdLst>
                  <a:gd name="T0" fmla="*/ 0 w 53"/>
                  <a:gd name="T1" fmla="*/ 0 h 185"/>
                  <a:gd name="T2" fmla="*/ 32 w 53"/>
                  <a:gd name="T3" fmla="*/ 89 h 185"/>
                  <a:gd name="T4" fmla="*/ 50 w 53"/>
                  <a:gd name="T5" fmla="*/ 176 h 185"/>
                  <a:gd name="T6" fmla="*/ 49 w 53"/>
                  <a:gd name="T7" fmla="*/ 173 h 18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3" h="185">
                    <a:moveTo>
                      <a:pt x="0" y="0"/>
                    </a:moveTo>
                    <a:cubicBezTo>
                      <a:pt x="13" y="30"/>
                      <a:pt x="25" y="61"/>
                      <a:pt x="35" y="93"/>
                    </a:cubicBezTo>
                    <a:cubicBezTo>
                      <a:pt x="43" y="123"/>
                      <a:pt x="45" y="155"/>
                      <a:pt x="53" y="185"/>
                    </a:cubicBezTo>
                    <a:cubicBezTo>
                      <a:pt x="53" y="184"/>
                      <a:pt x="52" y="183"/>
                      <a:pt x="52" y="182"/>
                    </a:cubicBezTo>
                  </a:path>
                </a:pathLst>
              </a:custGeom>
              <a:noFill/>
              <a:ln w="6350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9715" name="Freeform 498">
                <a:extLst>
                  <a:ext uri="{FF2B5EF4-FFF2-40B4-BE49-F238E27FC236}">
                    <a16:creationId xmlns:a16="http://schemas.microsoft.com/office/drawing/2014/main" id="{705900E5-5EB6-4D33-A8C1-BCF601B10A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0" y="2350"/>
                <a:ext cx="15" cy="65"/>
              </a:xfrm>
              <a:custGeom>
                <a:avLst/>
                <a:gdLst>
                  <a:gd name="T0" fmla="*/ 13 w 15"/>
                  <a:gd name="T1" fmla="*/ 0 h 66"/>
                  <a:gd name="T2" fmla="*/ 7 w 15"/>
                  <a:gd name="T3" fmla="*/ 63 h 6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66">
                    <a:moveTo>
                      <a:pt x="13" y="0"/>
                    </a:moveTo>
                    <a:cubicBezTo>
                      <a:pt x="15" y="22"/>
                      <a:pt x="0" y="45"/>
                      <a:pt x="7" y="66"/>
                    </a:cubicBezTo>
                  </a:path>
                </a:pathLst>
              </a:custGeom>
              <a:noFill/>
              <a:ln w="6350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9716" name="Freeform 499">
                <a:extLst>
                  <a:ext uri="{FF2B5EF4-FFF2-40B4-BE49-F238E27FC236}">
                    <a16:creationId xmlns:a16="http://schemas.microsoft.com/office/drawing/2014/main" id="{5A6018AC-594B-4FC1-B657-21E129F8BC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4" y="2254"/>
                <a:ext cx="43" cy="82"/>
              </a:xfrm>
              <a:custGeom>
                <a:avLst/>
                <a:gdLst>
                  <a:gd name="T0" fmla="*/ 0 w 44"/>
                  <a:gd name="T1" fmla="*/ 0 h 84"/>
                  <a:gd name="T2" fmla="*/ 13 w 44"/>
                  <a:gd name="T3" fmla="*/ 32 h 84"/>
                  <a:gd name="T4" fmla="*/ 41 w 44"/>
                  <a:gd name="T5" fmla="*/ 78 h 8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4" h="84">
                    <a:moveTo>
                      <a:pt x="0" y="0"/>
                    </a:moveTo>
                    <a:cubicBezTo>
                      <a:pt x="0" y="11"/>
                      <a:pt x="8" y="24"/>
                      <a:pt x="13" y="35"/>
                    </a:cubicBezTo>
                    <a:cubicBezTo>
                      <a:pt x="21" y="53"/>
                      <a:pt x="30" y="70"/>
                      <a:pt x="44" y="84"/>
                    </a:cubicBezTo>
                  </a:path>
                </a:pathLst>
              </a:custGeom>
              <a:noFill/>
              <a:ln w="6350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9717" name="Freeform 500">
                <a:extLst>
                  <a:ext uri="{FF2B5EF4-FFF2-40B4-BE49-F238E27FC236}">
                    <a16:creationId xmlns:a16="http://schemas.microsoft.com/office/drawing/2014/main" id="{4FF12E03-0873-45A9-80E2-A6F7668D72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7" y="971"/>
                <a:ext cx="14" cy="63"/>
              </a:xfrm>
              <a:custGeom>
                <a:avLst/>
                <a:gdLst>
                  <a:gd name="T0" fmla="*/ 14 w 14"/>
                  <a:gd name="T1" fmla="*/ 61 h 64"/>
                  <a:gd name="T2" fmla="*/ 5 w 14"/>
                  <a:gd name="T3" fmla="*/ 26 h 64"/>
                  <a:gd name="T4" fmla="*/ 0 w 14"/>
                  <a:gd name="T5" fmla="*/ 0 h 6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64">
                    <a:moveTo>
                      <a:pt x="14" y="64"/>
                    </a:moveTo>
                    <a:cubicBezTo>
                      <a:pt x="14" y="64"/>
                      <a:pt x="7" y="35"/>
                      <a:pt x="5" y="26"/>
                    </a:cubicBezTo>
                    <a:cubicBezTo>
                      <a:pt x="3" y="16"/>
                      <a:pt x="0" y="0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9718" name="Freeform 501">
                <a:extLst>
                  <a:ext uri="{FF2B5EF4-FFF2-40B4-BE49-F238E27FC236}">
                    <a16:creationId xmlns:a16="http://schemas.microsoft.com/office/drawing/2014/main" id="{559FA795-F3BB-4F65-87C7-2B5995D645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4" y="951"/>
                <a:ext cx="12" cy="74"/>
              </a:xfrm>
              <a:custGeom>
                <a:avLst/>
                <a:gdLst>
                  <a:gd name="T0" fmla="*/ 0 w 12"/>
                  <a:gd name="T1" fmla="*/ 72 h 75"/>
                  <a:gd name="T2" fmla="*/ 3 w 12"/>
                  <a:gd name="T3" fmla="*/ 48 h 75"/>
                  <a:gd name="T4" fmla="*/ 9 w 12"/>
                  <a:gd name="T5" fmla="*/ 22 h 75"/>
                  <a:gd name="T6" fmla="*/ 12 w 12"/>
                  <a:gd name="T7" fmla="*/ 0 h 7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75">
                    <a:moveTo>
                      <a:pt x="0" y="75"/>
                    </a:moveTo>
                    <a:cubicBezTo>
                      <a:pt x="0" y="75"/>
                      <a:pt x="2" y="60"/>
                      <a:pt x="3" y="51"/>
                    </a:cubicBezTo>
                    <a:cubicBezTo>
                      <a:pt x="4" y="43"/>
                      <a:pt x="7" y="29"/>
                      <a:pt x="9" y="22"/>
                    </a:cubicBezTo>
                    <a:cubicBezTo>
                      <a:pt x="10" y="14"/>
                      <a:pt x="12" y="0"/>
                      <a:pt x="12" y="0"/>
                    </a:cubicBezTo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9719" name="Freeform 502">
                <a:extLst>
                  <a:ext uri="{FF2B5EF4-FFF2-40B4-BE49-F238E27FC236}">
                    <a16:creationId xmlns:a16="http://schemas.microsoft.com/office/drawing/2014/main" id="{0FF00C3C-B0AE-46E7-89EF-21E63BF645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7" y="901"/>
                <a:ext cx="54" cy="28"/>
              </a:xfrm>
              <a:custGeom>
                <a:avLst/>
                <a:gdLst>
                  <a:gd name="T0" fmla="*/ 0 w 54"/>
                  <a:gd name="T1" fmla="*/ 18 h 28"/>
                  <a:gd name="T2" fmla="*/ 13 w 54"/>
                  <a:gd name="T3" fmla="*/ 8 h 28"/>
                  <a:gd name="T4" fmla="*/ 43 w 54"/>
                  <a:gd name="T5" fmla="*/ 7 h 28"/>
                  <a:gd name="T6" fmla="*/ 54 w 54"/>
                  <a:gd name="T7" fmla="*/ 20 h 28"/>
                  <a:gd name="T8" fmla="*/ 31 w 54"/>
                  <a:gd name="T9" fmla="*/ 27 h 28"/>
                  <a:gd name="T10" fmla="*/ 9 w 54"/>
                  <a:gd name="T11" fmla="*/ 21 h 28"/>
                  <a:gd name="T12" fmla="*/ 0 w 54"/>
                  <a:gd name="T13" fmla="*/ 18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4" h="28">
                    <a:moveTo>
                      <a:pt x="0" y="18"/>
                    </a:moveTo>
                    <a:cubicBezTo>
                      <a:pt x="0" y="15"/>
                      <a:pt x="6" y="13"/>
                      <a:pt x="13" y="8"/>
                    </a:cubicBezTo>
                    <a:cubicBezTo>
                      <a:pt x="20" y="3"/>
                      <a:pt x="34" y="0"/>
                      <a:pt x="43" y="7"/>
                    </a:cubicBezTo>
                    <a:cubicBezTo>
                      <a:pt x="52" y="14"/>
                      <a:pt x="54" y="20"/>
                      <a:pt x="54" y="20"/>
                    </a:cubicBezTo>
                    <a:cubicBezTo>
                      <a:pt x="54" y="20"/>
                      <a:pt x="44" y="28"/>
                      <a:pt x="31" y="27"/>
                    </a:cubicBezTo>
                    <a:cubicBezTo>
                      <a:pt x="18" y="26"/>
                      <a:pt x="13" y="22"/>
                      <a:pt x="9" y="21"/>
                    </a:cubicBezTo>
                    <a:cubicBezTo>
                      <a:pt x="4" y="20"/>
                      <a:pt x="1" y="22"/>
                      <a:pt x="0" y="18"/>
                    </a:cubicBezTo>
                    <a:close/>
                  </a:path>
                </a:pathLst>
              </a:custGeom>
              <a:noFill/>
              <a:ln w="317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9720" name="Freeform 503">
                <a:extLst>
                  <a:ext uri="{FF2B5EF4-FFF2-40B4-BE49-F238E27FC236}">
                    <a16:creationId xmlns:a16="http://schemas.microsoft.com/office/drawing/2014/main" id="{B3649480-2F9F-4111-A13B-6DB3D5BE90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2" y="908"/>
                <a:ext cx="25" cy="11"/>
              </a:xfrm>
              <a:custGeom>
                <a:avLst/>
                <a:gdLst>
                  <a:gd name="T0" fmla="*/ 0 w 25"/>
                  <a:gd name="T1" fmla="*/ 10 h 11"/>
                  <a:gd name="T2" fmla="*/ 4 w 25"/>
                  <a:gd name="T3" fmla="*/ 10 h 11"/>
                  <a:gd name="T4" fmla="*/ 6 w 25"/>
                  <a:gd name="T5" fmla="*/ 7 h 11"/>
                  <a:gd name="T6" fmla="*/ 11 w 25"/>
                  <a:gd name="T7" fmla="*/ 4 h 11"/>
                  <a:gd name="T8" fmla="*/ 17 w 25"/>
                  <a:gd name="T9" fmla="*/ 7 h 11"/>
                  <a:gd name="T10" fmla="*/ 22 w 25"/>
                  <a:gd name="T11" fmla="*/ 11 h 11"/>
                  <a:gd name="T12" fmla="*/ 22 w 25"/>
                  <a:gd name="T13" fmla="*/ 10 h 11"/>
                  <a:gd name="T14" fmla="*/ 15 w 25"/>
                  <a:gd name="T15" fmla="*/ 1 h 11"/>
                  <a:gd name="T16" fmla="*/ 1 w 25"/>
                  <a:gd name="T17" fmla="*/ 6 h 11"/>
                  <a:gd name="T18" fmla="*/ 0 w 25"/>
                  <a:gd name="T19" fmla="*/ 10 h 1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5" h="11">
                    <a:moveTo>
                      <a:pt x="0" y="10"/>
                    </a:moveTo>
                    <a:cubicBezTo>
                      <a:pt x="1" y="10"/>
                      <a:pt x="3" y="11"/>
                      <a:pt x="4" y="10"/>
                    </a:cubicBezTo>
                    <a:cubicBezTo>
                      <a:pt x="5" y="9"/>
                      <a:pt x="5" y="8"/>
                      <a:pt x="6" y="7"/>
                    </a:cubicBezTo>
                    <a:cubicBezTo>
                      <a:pt x="7" y="6"/>
                      <a:pt x="9" y="4"/>
                      <a:pt x="11" y="4"/>
                    </a:cubicBezTo>
                    <a:cubicBezTo>
                      <a:pt x="14" y="4"/>
                      <a:pt x="15" y="5"/>
                      <a:pt x="17" y="7"/>
                    </a:cubicBezTo>
                    <a:cubicBezTo>
                      <a:pt x="18" y="9"/>
                      <a:pt x="18" y="11"/>
                      <a:pt x="22" y="11"/>
                    </a:cubicBezTo>
                    <a:cubicBezTo>
                      <a:pt x="22" y="10"/>
                      <a:pt x="22" y="10"/>
                      <a:pt x="22" y="10"/>
                    </a:cubicBezTo>
                    <a:cubicBezTo>
                      <a:pt x="25" y="6"/>
                      <a:pt x="19" y="1"/>
                      <a:pt x="15" y="1"/>
                    </a:cubicBezTo>
                    <a:cubicBezTo>
                      <a:pt x="10" y="0"/>
                      <a:pt x="2" y="1"/>
                      <a:pt x="1" y="6"/>
                    </a:cubicBezTo>
                    <a:cubicBezTo>
                      <a:pt x="0" y="7"/>
                      <a:pt x="0" y="8"/>
                      <a:pt x="0" y="10"/>
                    </a:cubicBezTo>
                  </a:path>
                </a:pathLst>
              </a:custGeom>
              <a:solidFill>
                <a:srgbClr val="3D241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9721" name="Freeform 504">
                <a:extLst>
                  <a:ext uri="{FF2B5EF4-FFF2-40B4-BE49-F238E27FC236}">
                    <a16:creationId xmlns:a16="http://schemas.microsoft.com/office/drawing/2014/main" id="{2D14D815-8D19-46D2-B863-A4A023ECEE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5" y="906"/>
                <a:ext cx="25" cy="11"/>
              </a:xfrm>
              <a:custGeom>
                <a:avLst/>
                <a:gdLst>
                  <a:gd name="T0" fmla="*/ 0 w 25"/>
                  <a:gd name="T1" fmla="*/ 9 h 11"/>
                  <a:gd name="T2" fmla="*/ 4 w 25"/>
                  <a:gd name="T3" fmla="*/ 9 h 11"/>
                  <a:gd name="T4" fmla="*/ 6 w 25"/>
                  <a:gd name="T5" fmla="*/ 6 h 11"/>
                  <a:gd name="T6" fmla="*/ 11 w 25"/>
                  <a:gd name="T7" fmla="*/ 3 h 11"/>
                  <a:gd name="T8" fmla="*/ 17 w 25"/>
                  <a:gd name="T9" fmla="*/ 6 h 11"/>
                  <a:gd name="T10" fmla="*/ 22 w 25"/>
                  <a:gd name="T11" fmla="*/ 10 h 11"/>
                  <a:gd name="T12" fmla="*/ 22 w 25"/>
                  <a:gd name="T13" fmla="*/ 10 h 11"/>
                  <a:gd name="T14" fmla="*/ 15 w 25"/>
                  <a:gd name="T15" fmla="*/ 0 h 11"/>
                  <a:gd name="T16" fmla="*/ 1 w 25"/>
                  <a:gd name="T17" fmla="*/ 5 h 11"/>
                  <a:gd name="T18" fmla="*/ 0 w 25"/>
                  <a:gd name="T19" fmla="*/ 9 h 1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5" h="11">
                    <a:moveTo>
                      <a:pt x="0" y="9"/>
                    </a:moveTo>
                    <a:cubicBezTo>
                      <a:pt x="1" y="10"/>
                      <a:pt x="3" y="10"/>
                      <a:pt x="4" y="9"/>
                    </a:cubicBezTo>
                    <a:cubicBezTo>
                      <a:pt x="5" y="9"/>
                      <a:pt x="5" y="7"/>
                      <a:pt x="6" y="6"/>
                    </a:cubicBezTo>
                    <a:cubicBezTo>
                      <a:pt x="7" y="5"/>
                      <a:pt x="9" y="4"/>
                      <a:pt x="11" y="3"/>
                    </a:cubicBezTo>
                    <a:cubicBezTo>
                      <a:pt x="14" y="3"/>
                      <a:pt x="15" y="4"/>
                      <a:pt x="17" y="6"/>
                    </a:cubicBezTo>
                    <a:cubicBezTo>
                      <a:pt x="18" y="8"/>
                      <a:pt x="18" y="11"/>
                      <a:pt x="22" y="10"/>
                    </a:cubicBezTo>
                    <a:cubicBezTo>
                      <a:pt x="22" y="10"/>
                      <a:pt x="22" y="10"/>
                      <a:pt x="22" y="10"/>
                    </a:cubicBezTo>
                    <a:cubicBezTo>
                      <a:pt x="25" y="5"/>
                      <a:pt x="19" y="0"/>
                      <a:pt x="15" y="0"/>
                    </a:cubicBezTo>
                    <a:cubicBezTo>
                      <a:pt x="10" y="0"/>
                      <a:pt x="2" y="0"/>
                      <a:pt x="1" y="5"/>
                    </a:cubicBezTo>
                    <a:cubicBezTo>
                      <a:pt x="0" y="7"/>
                      <a:pt x="0" y="8"/>
                      <a:pt x="0" y="9"/>
                    </a:cubicBezTo>
                  </a:path>
                </a:pathLst>
              </a:custGeom>
              <a:solidFill>
                <a:srgbClr val="3D241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9722" name="Oval 505">
                <a:extLst>
                  <a:ext uri="{FF2B5EF4-FFF2-40B4-BE49-F238E27FC236}">
                    <a16:creationId xmlns:a16="http://schemas.microsoft.com/office/drawing/2014/main" id="{07A2C246-ADA2-483D-898D-61D321CB2C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56" y="913"/>
                <a:ext cx="8" cy="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9723" name="Oval 506">
                <a:extLst>
                  <a:ext uri="{FF2B5EF4-FFF2-40B4-BE49-F238E27FC236}">
                    <a16:creationId xmlns:a16="http://schemas.microsoft.com/office/drawing/2014/main" id="{3D2EF948-F51B-428F-A6B6-DB7EAA27ED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79" y="910"/>
                <a:ext cx="7" cy="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9724" name="Freeform 507">
                <a:extLst>
                  <a:ext uri="{FF2B5EF4-FFF2-40B4-BE49-F238E27FC236}">
                    <a16:creationId xmlns:a16="http://schemas.microsoft.com/office/drawing/2014/main" id="{0A9080BA-5471-4504-9443-84B44EE917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2" y="892"/>
                <a:ext cx="43" cy="136"/>
              </a:xfrm>
              <a:custGeom>
                <a:avLst/>
                <a:gdLst>
                  <a:gd name="T0" fmla="*/ 12 w 44"/>
                  <a:gd name="T1" fmla="*/ 0 h 138"/>
                  <a:gd name="T2" fmla="*/ 2 w 44"/>
                  <a:gd name="T3" fmla="*/ 29 h 138"/>
                  <a:gd name="T4" fmla="*/ 2 w 44"/>
                  <a:gd name="T5" fmla="*/ 41 h 138"/>
                  <a:gd name="T6" fmla="*/ 0 w 44"/>
                  <a:gd name="T7" fmla="*/ 55 h 138"/>
                  <a:gd name="T8" fmla="*/ 5 w 44"/>
                  <a:gd name="T9" fmla="*/ 68 h 138"/>
                  <a:gd name="T10" fmla="*/ 17 w 44"/>
                  <a:gd name="T11" fmla="*/ 78 h 138"/>
                  <a:gd name="T12" fmla="*/ 21 w 44"/>
                  <a:gd name="T13" fmla="*/ 89 h 138"/>
                  <a:gd name="T14" fmla="*/ 18 w 44"/>
                  <a:gd name="T15" fmla="*/ 101 h 138"/>
                  <a:gd name="T16" fmla="*/ 31 w 44"/>
                  <a:gd name="T17" fmla="*/ 116 h 138"/>
                  <a:gd name="T18" fmla="*/ 41 w 44"/>
                  <a:gd name="T19" fmla="*/ 132 h 138"/>
                  <a:gd name="T20" fmla="*/ 35 w 44"/>
                  <a:gd name="T21" fmla="*/ 117 h 138"/>
                  <a:gd name="T22" fmla="*/ 28 w 44"/>
                  <a:gd name="T23" fmla="*/ 103 h 138"/>
                  <a:gd name="T24" fmla="*/ 27 w 44"/>
                  <a:gd name="T25" fmla="*/ 77 h 138"/>
                  <a:gd name="T26" fmla="*/ 22 w 44"/>
                  <a:gd name="T27" fmla="*/ 52 h 138"/>
                  <a:gd name="T28" fmla="*/ 23 w 44"/>
                  <a:gd name="T29" fmla="*/ 39 h 138"/>
                  <a:gd name="T30" fmla="*/ 16 w 44"/>
                  <a:gd name="T31" fmla="*/ 34 h 138"/>
                  <a:gd name="T32" fmla="*/ 13 w 44"/>
                  <a:gd name="T33" fmla="*/ 26 h 138"/>
                  <a:gd name="T34" fmla="*/ 13 w 44"/>
                  <a:gd name="T35" fmla="*/ 20 h 138"/>
                  <a:gd name="T36" fmla="*/ 12 w 44"/>
                  <a:gd name="T37" fmla="*/ 3 h 138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44" h="138">
                    <a:moveTo>
                      <a:pt x="12" y="0"/>
                    </a:moveTo>
                    <a:cubicBezTo>
                      <a:pt x="2" y="6"/>
                      <a:pt x="2" y="18"/>
                      <a:pt x="2" y="29"/>
                    </a:cubicBezTo>
                    <a:cubicBezTo>
                      <a:pt x="2" y="34"/>
                      <a:pt x="3" y="39"/>
                      <a:pt x="2" y="44"/>
                    </a:cubicBezTo>
                    <a:cubicBezTo>
                      <a:pt x="2" y="49"/>
                      <a:pt x="0" y="54"/>
                      <a:pt x="0" y="58"/>
                    </a:cubicBezTo>
                    <a:cubicBezTo>
                      <a:pt x="1" y="62"/>
                      <a:pt x="3" y="68"/>
                      <a:pt x="5" y="71"/>
                    </a:cubicBezTo>
                    <a:cubicBezTo>
                      <a:pt x="8" y="75"/>
                      <a:pt x="13" y="78"/>
                      <a:pt x="17" y="81"/>
                    </a:cubicBezTo>
                    <a:cubicBezTo>
                      <a:pt x="20" y="85"/>
                      <a:pt x="22" y="87"/>
                      <a:pt x="21" y="92"/>
                    </a:cubicBezTo>
                    <a:cubicBezTo>
                      <a:pt x="21" y="96"/>
                      <a:pt x="18" y="103"/>
                      <a:pt x="18" y="106"/>
                    </a:cubicBezTo>
                    <a:cubicBezTo>
                      <a:pt x="20" y="111"/>
                      <a:pt x="30" y="117"/>
                      <a:pt x="34" y="122"/>
                    </a:cubicBezTo>
                    <a:cubicBezTo>
                      <a:pt x="38" y="127"/>
                      <a:pt x="41" y="133"/>
                      <a:pt x="44" y="138"/>
                    </a:cubicBezTo>
                    <a:cubicBezTo>
                      <a:pt x="42" y="134"/>
                      <a:pt x="40" y="128"/>
                      <a:pt x="38" y="123"/>
                    </a:cubicBezTo>
                    <a:cubicBezTo>
                      <a:pt x="36" y="118"/>
                      <a:pt x="33" y="113"/>
                      <a:pt x="31" y="109"/>
                    </a:cubicBezTo>
                    <a:cubicBezTo>
                      <a:pt x="27" y="100"/>
                      <a:pt x="30" y="90"/>
                      <a:pt x="30" y="80"/>
                    </a:cubicBezTo>
                    <a:cubicBezTo>
                      <a:pt x="19" y="78"/>
                      <a:pt x="19" y="63"/>
                      <a:pt x="22" y="55"/>
                    </a:cubicBezTo>
                    <a:cubicBezTo>
                      <a:pt x="24" y="51"/>
                      <a:pt x="29" y="47"/>
                      <a:pt x="26" y="42"/>
                    </a:cubicBezTo>
                    <a:cubicBezTo>
                      <a:pt x="25" y="39"/>
                      <a:pt x="19" y="36"/>
                      <a:pt x="16" y="35"/>
                    </a:cubicBezTo>
                    <a:cubicBezTo>
                      <a:pt x="16" y="32"/>
                      <a:pt x="13" y="30"/>
                      <a:pt x="13" y="26"/>
                    </a:cubicBezTo>
                    <a:cubicBezTo>
                      <a:pt x="12" y="24"/>
                      <a:pt x="13" y="22"/>
                      <a:pt x="13" y="20"/>
                    </a:cubicBezTo>
                    <a:cubicBezTo>
                      <a:pt x="14" y="14"/>
                      <a:pt x="12" y="9"/>
                      <a:pt x="12" y="3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9725" name="Freeform 508">
                <a:extLst>
                  <a:ext uri="{FF2B5EF4-FFF2-40B4-BE49-F238E27FC236}">
                    <a16:creationId xmlns:a16="http://schemas.microsoft.com/office/drawing/2014/main" id="{EBDDFE24-2421-4D1A-886C-BFD28C2847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3" y="887"/>
                <a:ext cx="18" cy="28"/>
              </a:xfrm>
              <a:custGeom>
                <a:avLst/>
                <a:gdLst>
                  <a:gd name="T0" fmla="*/ 1 w 19"/>
                  <a:gd name="T1" fmla="*/ 28 h 28"/>
                  <a:gd name="T2" fmla="*/ 5 w 19"/>
                  <a:gd name="T3" fmla="*/ 20 h 28"/>
                  <a:gd name="T4" fmla="*/ 9 w 19"/>
                  <a:gd name="T5" fmla="*/ 16 h 28"/>
                  <a:gd name="T6" fmla="*/ 11 w 19"/>
                  <a:gd name="T7" fmla="*/ 13 h 28"/>
                  <a:gd name="T8" fmla="*/ 16 w 19"/>
                  <a:gd name="T9" fmla="*/ 10 h 28"/>
                  <a:gd name="T10" fmla="*/ 14 w 19"/>
                  <a:gd name="T11" fmla="*/ 0 h 28"/>
                  <a:gd name="T12" fmla="*/ 7 w 19"/>
                  <a:gd name="T13" fmla="*/ 2 h 28"/>
                  <a:gd name="T14" fmla="*/ 3 w 19"/>
                  <a:gd name="T15" fmla="*/ 4 h 28"/>
                  <a:gd name="T16" fmla="*/ 0 w 19"/>
                  <a:gd name="T17" fmla="*/ 6 h 2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9" h="28">
                    <a:moveTo>
                      <a:pt x="1" y="28"/>
                    </a:moveTo>
                    <a:cubicBezTo>
                      <a:pt x="1" y="25"/>
                      <a:pt x="3" y="22"/>
                      <a:pt x="5" y="20"/>
                    </a:cubicBezTo>
                    <a:cubicBezTo>
                      <a:pt x="6" y="18"/>
                      <a:pt x="8" y="17"/>
                      <a:pt x="10" y="16"/>
                    </a:cubicBezTo>
                    <a:cubicBezTo>
                      <a:pt x="11" y="15"/>
                      <a:pt x="13" y="14"/>
                      <a:pt x="14" y="13"/>
                    </a:cubicBezTo>
                    <a:cubicBezTo>
                      <a:pt x="16" y="12"/>
                      <a:pt x="18" y="11"/>
                      <a:pt x="19" y="10"/>
                    </a:cubicBezTo>
                    <a:cubicBezTo>
                      <a:pt x="17" y="7"/>
                      <a:pt x="18" y="3"/>
                      <a:pt x="17" y="0"/>
                    </a:cubicBezTo>
                    <a:cubicBezTo>
                      <a:pt x="14" y="1"/>
                      <a:pt x="10" y="1"/>
                      <a:pt x="7" y="2"/>
                    </a:cubicBezTo>
                    <a:cubicBezTo>
                      <a:pt x="5" y="3"/>
                      <a:pt x="4" y="3"/>
                      <a:pt x="3" y="4"/>
                    </a:cubicBezTo>
                    <a:cubicBezTo>
                      <a:pt x="2" y="5"/>
                      <a:pt x="1" y="5"/>
                      <a:pt x="0" y="6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9726" name="Freeform 509">
                <a:extLst>
                  <a:ext uri="{FF2B5EF4-FFF2-40B4-BE49-F238E27FC236}">
                    <a16:creationId xmlns:a16="http://schemas.microsoft.com/office/drawing/2014/main" id="{F178FB42-F2BB-4659-BE7F-D32E210268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6" y="1002"/>
                <a:ext cx="12" cy="25"/>
              </a:xfrm>
              <a:custGeom>
                <a:avLst/>
                <a:gdLst>
                  <a:gd name="T0" fmla="*/ 11 w 12"/>
                  <a:gd name="T1" fmla="*/ 22 h 26"/>
                  <a:gd name="T2" fmla="*/ 5 w 12"/>
                  <a:gd name="T3" fmla="*/ 20 h 26"/>
                  <a:gd name="T4" fmla="*/ 1 w 12"/>
                  <a:gd name="T5" fmla="*/ 18 h 26"/>
                  <a:gd name="T6" fmla="*/ 3 w 12"/>
                  <a:gd name="T7" fmla="*/ 7 h 26"/>
                  <a:gd name="T8" fmla="*/ 0 w 12"/>
                  <a:gd name="T9" fmla="*/ 0 h 26"/>
                  <a:gd name="T10" fmla="*/ 7 w 12"/>
                  <a:gd name="T11" fmla="*/ 2 h 26"/>
                  <a:gd name="T12" fmla="*/ 12 w 12"/>
                  <a:gd name="T13" fmla="*/ 22 h 2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26">
                    <a:moveTo>
                      <a:pt x="11" y="25"/>
                    </a:moveTo>
                    <a:cubicBezTo>
                      <a:pt x="10" y="24"/>
                      <a:pt x="7" y="24"/>
                      <a:pt x="5" y="23"/>
                    </a:cubicBezTo>
                    <a:cubicBezTo>
                      <a:pt x="4" y="23"/>
                      <a:pt x="3" y="22"/>
                      <a:pt x="1" y="21"/>
                    </a:cubicBezTo>
                    <a:cubicBezTo>
                      <a:pt x="2" y="17"/>
                      <a:pt x="4" y="12"/>
                      <a:pt x="3" y="7"/>
                    </a:cubicBezTo>
                    <a:cubicBezTo>
                      <a:pt x="3" y="4"/>
                      <a:pt x="1" y="2"/>
                      <a:pt x="0" y="0"/>
                    </a:cubicBezTo>
                    <a:cubicBezTo>
                      <a:pt x="2" y="1"/>
                      <a:pt x="5" y="2"/>
                      <a:pt x="7" y="2"/>
                    </a:cubicBezTo>
                    <a:cubicBezTo>
                      <a:pt x="7" y="4"/>
                      <a:pt x="9" y="26"/>
                      <a:pt x="12" y="25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9727" name="Freeform 510">
                <a:extLst>
                  <a:ext uri="{FF2B5EF4-FFF2-40B4-BE49-F238E27FC236}">
                    <a16:creationId xmlns:a16="http://schemas.microsoft.com/office/drawing/2014/main" id="{09DD192E-BB26-4DF7-85B0-74B1171396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1" y="1005"/>
                <a:ext cx="7" cy="18"/>
              </a:xfrm>
              <a:custGeom>
                <a:avLst/>
                <a:gdLst>
                  <a:gd name="T0" fmla="*/ 1 w 7"/>
                  <a:gd name="T1" fmla="*/ 16 h 18"/>
                  <a:gd name="T2" fmla="*/ 1 w 7"/>
                  <a:gd name="T3" fmla="*/ 7 h 18"/>
                  <a:gd name="T4" fmla="*/ 0 w 7"/>
                  <a:gd name="T5" fmla="*/ 0 h 18"/>
                  <a:gd name="T6" fmla="*/ 3 w 7"/>
                  <a:gd name="T7" fmla="*/ 12 h 18"/>
                  <a:gd name="T8" fmla="*/ 7 w 7"/>
                  <a:gd name="T9" fmla="*/ 18 h 18"/>
                  <a:gd name="T10" fmla="*/ 2 w 7"/>
                  <a:gd name="T11" fmla="*/ 16 h 1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" h="18">
                    <a:moveTo>
                      <a:pt x="1" y="16"/>
                    </a:moveTo>
                    <a:cubicBezTo>
                      <a:pt x="1" y="13"/>
                      <a:pt x="1" y="10"/>
                      <a:pt x="1" y="7"/>
                    </a:cubicBezTo>
                    <a:cubicBezTo>
                      <a:pt x="0" y="5"/>
                      <a:pt x="0" y="3"/>
                      <a:pt x="0" y="0"/>
                    </a:cubicBezTo>
                    <a:cubicBezTo>
                      <a:pt x="1" y="4"/>
                      <a:pt x="2" y="8"/>
                      <a:pt x="3" y="12"/>
                    </a:cubicBezTo>
                    <a:cubicBezTo>
                      <a:pt x="4" y="14"/>
                      <a:pt x="7" y="16"/>
                      <a:pt x="7" y="18"/>
                    </a:cubicBezTo>
                    <a:cubicBezTo>
                      <a:pt x="6" y="17"/>
                      <a:pt x="4" y="17"/>
                      <a:pt x="2" y="16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9728" name="Freeform 511">
                <a:extLst>
                  <a:ext uri="{FF2B5EF4-FFF2-40B4-BE49-F238E27FC236}">
                    <a16:creationId xmlns:a16="http://schemas.microsoft.com/office/drawing/2014/main" id="{84A62659-7CDB-40DE-8FF5-055B5CE87A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7" y="1068"/>
                <a:ext cx="52" cy="12"/>
              </a:xfrm>
              <a:custGeom>
                <a:avLst/>
                <a:gdLst>
                  <a:gd name="T0" fmla="*/ 0 w 53"/>
                  <a:gd name="T1" fmla="*/ 8 h 13"/>
                  <a:gd name="T2" fmla="*/ 32 w 53"/>
                  <a:gd name="T3" fmla="*/ 6 h 13"/>
                  <a:gd name="T4" fmla="*/ 50 w 53"/>
                  <a:gd name="T5" fmla="*/ 6 h 13"/>
                  <a:gd name="T6" fmla="*/ 50 w 53"/>
                  <a:gd name="T7" fmla="*/ 6 h 13"/>
                  <a:gd name="T8" fmla="*/ 1 w 53"/>
                  <a:gd name="T9" fmla="*/ 8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3" h="13">
                    <a:moveTo>
                      <a:pt x="0" y="11"/>
                    </a:moveTo>
                    <a:cubicBezTo>
                      <a:pt x="11" y="13"/>
                      <a:pt x="24" y="9"/>
                      <a:pt x="35" y="8"/>
                    </a:cubicBezTo>
                    <a:cubicBezTo>
                      <a:pt x="40" y="8"/>
                      <a:pt x="47" y="7"/>
                      <a:pt x="53" y="9"/>
                    </a:cubicBezTo>
                    <a:cubicBezTo>
                      <a:pt x="53" y="9"/>
                      <a:pt x="53" y="8"/>
                      <a:pt x="53" y="8"/>
                    </a:cubicBezTo>
                    <a:cubicBezTo>
                      <a:pt x="36" y="0"/>
                      <a:pt x="18" y="7"/>
                      <a:pt x="1" y="11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9729" name="Freeform 512">
                <a:extLst>
                  <a:ext uri="{FF2B5EF4-FFF2-40B4-BE49-F238E27FC236}">
                    <a16:creationId xmlns:a16="http://schemas.microsoft.com/office/drawing/2014/main" id="{2CE0A829-DAB2-4D42-929E-34D3168429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5" y="948"/>
                <a:ext cx="20" cy="52"/>
              </a:xfrm>
              <a:custGeom>
                <a:avLst/>
                <a:gdLst>
                  <a:gd name="T0" fmla="*/ 20 w 20"/>
                  <a:gd name="T1" fmla="*/ 2 h 52"/>
                  <a:gd name="T2" fmla="*/ 18 w 20"/>
                  <a:gd name="T3" fmla="*/ 0 h 52"/>
                  <a:gd name="T4" fmla="*/ 9 w 20"/>
                  <a:gd name="T5" fmla="*/ 16 h 52"/>
                  <a:gd name="T6" fmla="*/ 9 w 20"/>
                  <a:gd name="T7" fmla="*/ 29 h 52"/>
                  <a:gd name="T8" fmla="*/ 3 w 20"/>
                  <a:gd name="T9" fmla="*/ 45 h 52"/>
                  <a:gd name="T10" fmla="*/ 10 w 20"/>
                  <a:gd name="T11" fmla="*/ 46 h 52"/>
                  <a:gd name="T12" fmla="*/ 12 w 20"/>
                  <a:gd name="T13" fmla="*/ 41 h 52"/>
                  <a:gd name="T14" fmla="*/ 10 w 20"/>
                  <a:gd name="T15" fmla="*/ 41 h 52"/>
                  <a:gd name="T16" fmla="*/ 13 w 20"/>
                  <a:gd name="T17" fmla="*/ 31 h 52"/>
                  <a:gd name="T18" fmla="*/ 13 w 20"/>
                  <a:gd name="T19" fmla="*/ 21 h 52"/>
                  <a:gd name="T20" fmla="*/ 17 w 20"/>
                  <a:gd name="T21" fmla="*/ 10 h 52"/>
                  <a:gd name="T22" fmla="*/ 20 w 20"/>
                  <a:gd name="T23" fmla="*/ 2 h 5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0" h="52">
                    <a:moveTo>
                      <a:pt x="20" y="2"/>
                    </a:moveTo>
                    <a:cubicBezTo>
                      <a:pt x="20" y="1"/>
                      <a:pt x="19" y="1"/>
                      <a:pt x="18" y="0"/>
                    </a:cubicBezTo>
                    <a:cubicBezTo>
                      <a:pt x="15" y="6"/>
                      <a:pt x="12" y="11"/>
                      <a:pt x="9" y="16"/>
                    </a:cubicBezTo>
                    <a:cubicBezTo>
                      <a:pt x="6" y="21"/>
                      <a:pt x="10" y="24"/>
                      <a:pt x="9" y="29"/>
                    </a:cubicBezTo>
                    <a:cubicBezTo>
                      <a:pt x="9" y="35"/>
                      <a:pt x="5" y="40"/>
                      <a:pt x="3" y="45"/>
                    </a:cubicBezTo>
                    <a:cubicBezTo>
                      <a:pt x="0" y="52"/>
                      <a:pt x="7" y="44"/>
                      <a:pt x="10" y="46"/>
                    </a:cubicBezTo>
                    <a:cubicBezTo>
                      <a:pt x="11" y="45"/>
                      <a:pt x="12" y="43"/>
                      <a:pt x="12" y="41"/>
                    </a:cubicBezTo>
                    <a:cubicBezTo>
                      <a:pt x="11" y="41"/>
                      <a:pt x="10" y="40"/>
                      <a:pt x="10" y="41"/>
                    </a:cubicBezTo>
                    <a:cubicBezTo>
                      <a:pt x="9" y="38"/>
                      <a:pt x="12" y="33"/>
                      <a:pt x="13" y="31"/>
                    </a:cubicBezTo>
                    <a:cubicBezTo>
                      <a:pt x="14" y="27"/>
                      <a:pt x="13" y="24"/>
                      <a:pt x="13" y="21"/>
                    </a:cubicBezTo>
                    <a:cubicBezTo>
                      <a:pt x="13" y="17"/>
                      <a:pt x="15" y="13"/>
                      <a:pt x="17" y="10"/>
                    </a:cubicBezTo>
                    <a:cubicBezTo>
                      <a:pt x="18" y="7"/>
                      <a:pt x="18" y="4"/>
                      <a:pt x="20" y="2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9730" name="Freeform 513">
                <a:extLst>
                  <a:ext uri="{FF2B5EF4-FFF2-40B4-BE49-F238E27FC236}">
                    <a16:creationId xmlns:a16="http://schemas.microsoft.com/office/drawing/2014/main" id="{DE2522CE-F02C-4CCC-998F-0F9AF148E3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9" y="971"/>
                <a:ext cx="15" cy="41"/>
              </a:xfrm>
              <a:custGeom>
                <a:avLst/>
                <a:gdLst>
                  <a:gd name="T0" fmla="*/ 0 w 15"/>
                  <a:gd name="T1" fmla="*/ 0 h 42"/>
                  <a:gd name="T2" fmla="*/ 5 w 15"/>
                  <a:gd name="T3" fmla="*/ 1 h 42"/>
                  <a:gd name="T4" fmla="*/ 7 w 15"/>
                  <a:gd name="T5" fmla="*/ 6 h 42"/>
                  <a:gd name="T6" fmla="*/ 10 w 15"/>
                  <a:gd name="T7" fmla="*/ 18 h 42"/>
                  <a:gd name="T8" fmla="*/ 8 w 15"/>
                  <a:gd name="T9" fmla="*/ 24 h 42"/>
                  <a:gd name="T10" fmla="*/ 15 w 15"/>
                  <a:gd name="T11" fmla="*/ 39 h 42"/>
                  <a:gd name="T12" fmla="*/ 8 w 15"/>
                  <a:gd name="T13" fmla="*/ 29 h 42"/>
                  <a:gd name="T14" fmla="*/ 5 w 15"/>
                  <a:gd name="T15" fmla="*/ 21 h 42"/>
                  <a:gd name="T16" fmla="*/ 4 w 15"/>
                  <a:gd name="T17" fmla="*/ 12 h 42"/>
                  <a:gd name="T18" fmla="*/ 0 w 15"/>
                  <a:gd name="T19" fmla="*/ 1 h 4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5" h="42">
                    <a:moveTo>
                      <a:pt x="0" y="0"/>
                    </a:moveTo>
                    <a:cubicBezTo>
                      <a:pt x="0" y="0"/>
                      <a:pt x="4" y="0"/>
                      <a:pt x="5" y="1"/>
                    </a:cubicBezTo>
                    <a:cubicBezTo>
                      <a:pt x="6" y="2"/>
                      <a:pt x="6" y="5"/>
                      <a:pt x="7" y="6"/>
                    </a:cubicBezTo>
                    <a:cubicBezTo>
                      <a:pt x="8" y="10"/>
                      <a:pt x="11" y="14"/>
                      <a:pt x="10" y="18"/>
                    </a:cubicBezTo>
                    <a:cubicBezTo>
                      <a:pt x="10" y="21"/>
                      <a:pt x="7" y="23"/>
                      <a:pt x="8" y="27"/>
                    </a:cubicBezTo>
                    <a:cubicBezTo>
                      <a:pt x="10" y="32"/>
                      <a:pt x="15" y="37"/>
                      <a:pt x="15" y="42"/>
                    </a:cubicBezTo>
                    <a:cubicBezTo>
                      <a:pt x="11" y="40"/>
                      <a:pt x="10" y="35"/>
                      <a:pt x="8" y="32"/>
                    </a:cubicBezTo>
                    <a:cubicBezTo>
                      <a:pt x="6" y="29"/>
                      <a:pt x="5" y="25"/>
                      <a:pt x="5" y="22"/>
                    </a:cubicBezTo>
                    <a:cubicBezTo>
                      <a:pt x="5" y="17"/>
                      <a:pt x="6" y="15"/>
                      <a:pt x="4" y="12"/>
                    </a:cubicBezTo>
                    <a:cubicBezTo>
                      <a:pt x="2" y="8"/>
                      <a:pt x="1" y="5"/>
                      <a:pt x="0" y="1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9731" name="Freeform 514">
                <a:extLst>
                  <a:ext uri="{FF2B5EF4-FFF2-40B4-BE49-F238E27FC236}">
                    <a16:creationId xmlns:a16="http://schemas.microsoft.com/office/drawing/2014/main" id="{77FF97E2-D666-4628-8243-AE6D79BBBE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1" y="786"/>
                <a:ext cx="88" cy="147"/>
              </a:xfrm>
              <a:custGeom>
                <a:avLst/>
                <a:gdLst>
                  <a:gd name="T0" fmla="*/ 0 w 89"/>
                  <a:gd name="T1" fmla="*/ 24 h 149"/>
                  <a:gd name="T2" fmla="*/ 16 w 89"/>
                  <a:gd name="T3" fmla="*/ 13 h 149"/>
                  <a:gd name="T4" fmla="*/ 30 w 89"/>
                  <a:gd name="T5" fmla="*/ 4 h 149"/>
                  <a:gd name="T6" fmla="*/ 44 w 89"/>
                  <a:gd name="T7" fmla="*/ 1 h 149"/>
                  <a:gd name="T8" fmla="*/ 50 w 89"/>
                  <a:gd name="T9" fmla="*/ 17 h 149"/>
                  <a:gd name="T10" fmla="*/ 64 w 89"/>
                  <a:gd name="T11" fmla="*/ 57 h 149"/>
                  <a:gd name="T12" fmla="*/ 84 w 89"/>
                  <a:gd name="T13" fmla="*/ 90 h 149"/>
                  <a:gd name="T14" fmla="*/ 85 w 89"/>
                  <a:gd name="T15" fmla="*/ 117 h 149"/>
                  <a:gd name="T16" fmla="*/ 86 w 89"/>
                  <a:gd name="T17" fmla="*/ 143 h 149"/>
                  <a:gd name="T18" fmla="*/ 79 w 89"/>
                  <a:gd name="T19" fmla="*/ 116 h 149"/>
                  <a:gd name="T20" fmla="*/ 71 w 89"/>
                  <a:gd name="T21" fmla="*/ 104 h 149"/>
                  <a:gd name="T22" fmla="*/ 63 w 89"/>
                  <a:gd name="T23" fmla="*/ 92 h 149"/>
                  <a:gd name="T24" fmla="*/ 53 w 89"/>
                  <a:gd name="T25" fmla="*/ 87 h 149"/>
                  <a:gd name="T26" fmla="*/ 45 w 89"/>
                  <a:gd name="T27" fmla="*/ 84 h 149"/>
                  <a:gd name="T28" fmla="*/ 44 w 89"/>
                  <a:gd name="T29" fmla="*/ 63 h 149"/>
                  <a:gd name="T30" fmla="*/ 44 w 89"/>
                  <a:gd name="T31" fmla="*/ 44 h 149"/>
                  <a:gd name="T32" fmla="*/ 16 w 89"/>
                  <a:gd name="T33" fmla="*/ 19 h 149"/>
                  <a:gd name="T34" fmla="*/ 2 w 89"/>
                  <a:gd name="T35" fmla="*/ 25 h 149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89" h="149">
                    <a:moveTo>
                      <a:pt x="0" y="24"/>
                    </a:moveTo>
                    <a:cubicBezTo>
                      <a:pt x="4" y="19"/>
                      <a:pt x="11" y="16"/>
                      <a:pt x="16" y="13"/>
                    </a:cubicBezTo>
                    <a:cubicBezTo>
                      <a:pt x="20" y="9"/>
                      <a:pt x="25" y="6"/>
                      <a:pt x="30" y="4"/>
                    </a:cubicBezTo>
                    <a:cubicBezTo>
                      <a:pt x="34" y="2"/>
                      <a:pt x="39" y="0"/>
                      <a:pt x="44" y="1"/>
                    </a:cubicBezTo>
                    <a:cubicBezTo>
                      <a:pt x="49" y="3"/>
                      <a:pt x="52" y="12"/>
                      <a:pt x="53" y="17"/>
                    </a:cubicBezTo>
                    <a:cubicBezTo>
                      <a:pt x="57" y="32"/>
                      <a:pt x="58" y="46"/>
                      <a:pt x="67" y="60"/>
                    </a:cubicBezTo>
                    <a:cubicBezTo>
                      <a:pt x="74" y="71"/>
                      <a:pt x="84" y="80"/>
                      <a:pt x="87" y="93"/>
                    </a:cubicBezTo>
                    <a:cubicBezTo>
                      <a:pt x="89" y="103"/>
                      <a:pt x="89" y="113"/>
                      <a:pt x="88" y="123"/>
                    </a:cubicBezTo>
                    <a:cubicBezTo>
                      <a:pt x="88" y="132"/>
                      <a:pt x="89" y="141"/>
                      <a:pt x="89" y="149"/>
                    </a:cubicBezTo>
                    <a:cubicBezTo>
                      <a:pt x="86" y="140"/>
                      <a:pt x="85" y="131"/>
                      <a:pt x="82" y="122"/>
                    </a:cubicBezTo>
                    <a:cubicBezTo>
                      <a:pt x="80" y="116"/>
                      <a:pt x="76" y="113"/>
                      <a:pt x="74" y="107"/>
                    </a:cubicBezTo>
                    <a:cubicBezTo>
                      <a:pt x="71" y="102"/>
                      <a:pt x="72" y="99"/>
                      <a:pt x="66" y="95"/>
                    </a:cubicBezTo>
                    <a:cubicBezTo>
                      <a:pt x="63" y="93"/>
                      <a:pt x="60" y="91"/>
                      <a:pt x="56" y="90"/>
                    </a:cubicBezTo>
                    <a:cubicBezTo>
                      <a:pt x="54" y="89"/>
                      <a:pt x="49" y="88"/>
                      <a:pt x="48" y="87"/>
                    </a:cubicBezTo>
                    <a:cubicBezTo>
                      <a:pt x="45" y="83"/>
                      <a:pt x="47" y="71"/>
                      <a:pt x="47" y="66"/>
                    </a:cubicBezTo>
                    <a:cubicBezTo>
                      <a:pt x="47" y="60"/>
                      <a:pt x="46" y="53"/>
                      <a:pt x="44" y="47"/>
                    </a:cubicBezTo>
                    <a:cubicBezTo>
                      <a:pt x="42" y="35"/>
                      <a:pt x="29" y="16"/>
                      <a:pt x="16" y="19"/>
                    </a:cubicBezTo>
                    <a:cubicBezTo>
                      <a:pt x="11" y="20"/>
                      <a:pt x="6" y="24"/>
                      <a:pt x="2" y="25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9732" name="Freeform 515">
                <a:extLst>
                  <a:ext uri="{FF2B5EF4-FFF2-40B4-BE49-F238E27FC236}">
                    <a16:creationId xmlns:a16="http://schemas.microsoft.com/office/drawing/2014/main" id="{2FCC5A91-125F-43C9-8FC1-E6A3594A31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0" y="982"/>
                <a:ext cx="79" cy="141"/>
              </a:xfrm>
              <a:custGeom>
                <a:avLst/>
                <a:gdLst>
                  <a:gd name="T0" fmla="*/ 76 w 80"/>
                  <a:gd name="T1" fmla="*/ 0 h 143"/>
                  <a:gd name="T2" fmla="*/ 71 w 80"/>
                  <a:gd name="T3" fmla="*/ 19 h 143"/>
                  <a:gd name="T4" fmla="*/ 69 w 80"/>
                  <a:gd name="T5" fmla="*/ 35 h 143"/>
                  <a:gd name="T6" fmla="*/ 62 w 80"/>
                  <a:gd name="T7" fmla="*/ 75 h 143"/>
                  <a:gd name="T8" fmla="*/ 40 w 80"/>
                  <a:gd name="T9" fmla="*/ 111 h 143"/>
                  <a:gd name="T10" fmla="*/ 22 w 80"/>
                  <a:gd name="T11" fmla="*/ 127 h 143"/>
                  <a:gd name="T12" fmla="*/ 0 w 80"/>
                  <a:gd name="T13" fmla="*/ 134 h 143"/>
                  <a:gd name="T14" fmla="*/ 14 w 80"/>
                  <a:gd name="T15" fmla="*/ 121 h 143"/>
                  <a:gd name="T16" fmla="*/ 34 w 80"/>
                  <a:gd name="T17" fmla="*/ 100 h 143"/>
                  <a:gd name="T18" fmla="*/ 57 w 80"/>
                  <a:gd name="T19" fmla="*/ 59 h 143"/>
                  <a:gd name="T20" fmla="*/ 66 w 80"/>
                  <a:gd name="T21" fmla="*/ 26 h 143"/>
                  <a:gd name="T22" fmla="*/ 75 w 80"/>
                  <a:gd name="T23" fmla="*/ 2 h 14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80" h="143">
                    <a:moveTo>
                      <a:pt x="79" y="0"/>
                    </a:moveTo>
                    <a:cubicBezTo>
                      <a:pt x="80" y="4"/>
                      <a:pt x="76" y="14"/>
                      <a:pt x="74" y="19"/>
                    </a:cubicBezTo>
                    <a:cubicBezTo>
                      <a:pt x="73" y="25"/>
                      <a:pt x="72" y="32"/>
                      <a:pt x="72" y="38"/>
                    </a:cubicBezTo>
                    <a:cubicBezTo>
                      <a:pt x="71" y="51"/>
                      <a:pt x="69" y="65"/>
                      <a:pt x="65" y="78"/>
                    </a:cubicBezTo>
                    <a:cubicBezTo>
                      <a:pt x="62" y="92"/>
                      <a:pt x="53" y="106"/>
                      <a:pt x="43" y="117"/>
                    </a:cubicBezTo>
                    <a:cubicBezTo>
                      <a:pt x="38" y="122"/>
                      <a:pt x="28" y="129"/>
                      <a:pt x="22" y="133"/>
                    </a:cubicBezTo>
                    <a:cubicBezTo>
                      <a:pt x="12" y="139"/>
                      <a:pt x="2" y="143"/>
                      <a:pt x="0" y="140"/>
                    </a:cubicBezTo>
                    <a:cubicBezTo>
                      <a:pt x="6" y="138"/>
                      <a:pt x="10" y="130"/>
                      <a:pt x="14" y="127"/>
                    </a:cubicBezTo>
                    <a:cubicBezTo>
                      <a:pt x="21" y="119"/>
                      <a:pt x="28" y="112"/>
                      <a:pt x="34" y="103"/>
                    </a:cubicBezTo>
                    <a:cubicBezTo>
                      <a:pt x="43" y="90"/>
                      <a:pt x="53" y="77"/>
                      <a:pt x="60" y="62"/>
                    </a:cubicBezTo>
                    <a:cubicBezTo>
                      <a:pt x="65" y="50"/>
                      <a:pt x="64" y="38"/>
                      <a:pt x="69" y="26"/>
                    </a:cubicBezTo>
                    <a:cubicBezTo>
                      <a:pt x="71" y="19"/>
                      <a:pt x="79" y="10"/>
                      <a:pt x="78" y="2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9733" name="Freeform 516">
                <a:extLst>
                  <a:ext uri="{FF2B5EF4-FFF2-40B4-BE49-F238E27FC236}">
                    <a16:creationId xmlns:a16="http://schemas.microsoft.com/office/drawing/2014/main" id="{4914FAD5-3965-4DC4-B9E4-C717B33299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7" y="1076"/>
                <a:ext cx="76" cy="137"/>
              </a:xfrm>
              <a:custGeom>
                <a:avLst/>
                <a:gdLst>
                  <a:gd name="T0" fmla="*/ 66 w 77"/>
                  <a:gd name="T1" fmla="*/ 0 h 139"/>
                  <a:gd name="T2" fmla="*/ 65 w 77"/>
                  <a:gd name="T3" fmla="*/ 23 h 139"/>
                  <a:gd name="T4" fmla="*/ 68 w 77"/>
                  <a:gd name="T5" fmla="*/ 44 h 139"/>
                  <a:gd name="T6" fmla="*/ 73 w 77"/>
                  <a:gd name="T7" fmla="*/ 75 h 139"/>
                  <a:gd name="T8" fmla="*/ 72 w 77"/>
                  <a:gd name="T9" fmla="*/ 84 h 139"/>
                  <a:gd name="T10" fmla="*/ 60 w 77"/>
                  <a:gd name="T11" fmla="*/ 99 h 139"/>
                  <a:gd name="T12" fmla="*/ 47 w 77"/>
                  <a:gd name="T13" fmla="*/ 115 h 139"/>
                  <a:gd name="T14" fmla="*/ 35 w 77"/>
                  <a:gd name="T15" fmla="*/ 133 h 139"/>
                  <a:gd name="T16" fmla="*/ 44 w 77"/>
                  <a:gd name="T17" fmla="*/ 107 h 139"/>
                  <a:gd name="T18" fmla="*/ 50 w 77"/>
                  <a:gd name="T19" fmla="*/ 83 h 139"/>
                  <a:gd name="T20" fmla="*/ 49 w 77"/>
                  <a:gd name="T21" fmla="*/ 59 h 139"/>
                  <a:gd name="T22" fmla="*/ 48 w 77"/>
                  <a:gd name="T23" fmla="*/ 43 h 139"/>
                  <a:gd name="T24" fmla="*/ 29 w 77"/>
                  <a:gd name="T25" fmla="*/ 44 h 139"/>
                  <a:gd name="T26" fmla="*/ 0 w 77"/>
                  <a:gd name="T27" fmla="*/ 54 h 139"/>
                  <a:gd name="T28" fmla="*/ 13 w 77"/>
                  <a:gd name="T29" fmla="*/ 48 h 139"/>
                  <a:gd name="T30" fmla="*/ 25 w 77"/>
                  <a:gd name="T31" fmla="*/ 41 h 139"/>
                  <a:gd name="T32" fmla="*/ 42 w 77"/>
                  <a:gd name="T33" fmla="*/ 32 h 139"/>
                  <a:gd name="T34" fmla="*/ 56 w 77"/>
                  <a:gd name="T35" fmla="*/ 16 h 139"/>
                  <a:gd name="T36" fmla="*/ 66 w 77"/>
                  <a:gd name="T37" fmla="*/ 0 h 139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77" h="139">
                    <a:moveTo>
                      <a:pt x="69" y="0"/>
                    </a:moveTo>
                    <a:cubicBezTo>
                      <a:pt x="67" y="6"/>
                      <a:pt x="68" y="16"/>
                      <a:pt x="68" y="23"/>
                    </a:cubicBezTo>
                    <a:cubicBezTo>
                      <a:pt x="69" y="31"/>
                      <a:pt x="70" y="39"/>
                      <a:pt x="71" y="47"/>
                    </a:cubicBezTo>
                    <a:cubicBezTo>
                      <a:pt x="72" y="57"/>
                      <a:pt x="74" y="68"/>
                      <a:pt x="76" y="78"/>
                    </a:cubicBezTo>
                    <a:cubicBezTo>
                      <a:pt x="77" y="82"/>
                      <a:pt x="77" y="83"/>
                      <a:pt x="75" y="87"/>
                    </a:cubicBezTo>
                    <a:cubicBezTo>
                      <a:pt x="72" y="92"/>
                      <a:pt x="67" y="97"/>
                      <a:pt x="63" y="102"/>
                    </a:cubicBezTo>
                    <a:cubicBezTo>
                      <a:pt x="59" y="108"/>
                      <a:pt x="54" y="114"/>
                      <a:pt x="50" y="121"/>
                    </a:cubicBezTo>
                    <a:cubicBezTo>
                      <a:pt x="46" y="128"/>
                      <a:pt x="39" y="132"/>
                      <a:pt x="35" y="139"/>
                    </a:cubicBezTo>
                    <a:cubicBezTo>
                      <a:pt x="41" y="132"/>
                      <a:pt x="44" y="121"/>
                      <a:pt x="47" y="113"/>
                    </a:cubicBezTo>
                    <a:cubicBezTo>
                      <a:pt x="50" y="104"/>
                      <a:pt x="53" y="95"/>
                      <a:pt x="53" y="86"/>
                    </a:cubicBezTo>
                    <a:cubicBezTo>
                      <a:pt x="54" y="78"/>
                      <a:pt x="53" y="70"/>
                      <a:pt x="52" y="62"/>
                    </a:cubicBezTo>
                    <a:cubicBezTo>
                      <a:pt x="52" y="57"/>
                      <a:pt x="53" y="50"/>
                      <a:pt x="51" y="46"/>
                    </a:cubicBezTo>
                    <a:cubicBezTo>
                      <a:pt x="46" y="39"/>
                      <a:pt x="35" y="44"/>
                      <a:pt x="29" y="47"/>
                    </a:cubicBezTo>
                    <a:cubicBezTo>
                      <a:pt x="20" y="50"/>
                      <a:pt x="10" y="57"/>
                      <a:pt x="0" y="57"/>
                    </a:cubicBezTo>
                    <a:cubicBezTo>
                      <a:pt x="4" y="53"/>
                      <a:pt x="8" y="53"/>
                      <a:pt x="13" y="51"/>
                    </a:cubicBezTo>
                    <a:cubicBezTo>
                      <a:pt x="18" y="49"/>
                      <a:pt x="21" y="46"/>
                      <a:pt x="25" y="44"/>
                    </a:cubicBezTo>
                    <a:cubicBezTo>
                      <a:pt x="32" y="41"/>
                      <a:pt x="40" y="37"/>
                      <a:pt x="45" y="32"/>
                    </a:cubicBezTo>
                    <a:cubicBezTo>
                      <a:pt x="50" y="27"/>
                      <a:pt x="55" y="21"/>
                      <a:pt x="59" y="16"/>
                    </a:cubicBezTo>
                    <a:cubicBezTo>
                      <a:pt x="63" y="11"/>
                      <a:pt x="65" y="5"/>
                      <a:pt x="69" y="0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9734" name="Freeform 517">
                <a:extLst>
                  <a:ext uri="{FF2B5EF4-FFF2-40B4-BE49-F238E27FC236}">
                    <a16:creationId xmlns:a16="http://schemas.microsoft.com/office/drawing/2014/main" id="{815D00E7-A059-4B43-802C-C988195B0B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2" y="1160"/>
                <a:ext cx="35" cy="33"/>
              </a:xfrm>
              <a:custGeom>
                <a:avLst/>
                <a:gdLst>
                  <a:gd name="T0" fmla="*/ 2 w 35"/>
                  <a:gd name="T1" fmla="*/ 0 h 34"/>
                  <a:gd name="T2" fmla="*/ 21 w 35"/>
                  <a:gd name="T3" fmla="*/ 20 h 34"/>
                  <a:gd name="T4" fmla="*/ 31 w 35"/>
                  <a:gd name="T5" fmla="*/ 27 h 34"/>
                  <a:gd name="T6" fmla="*/ 11 w 35"/>
                  <a:gd name="T7" fmla="*/ 22 h 34"/>
                  <a:gd name="T8" fmla="*/ 0 w 35"/>
                  <a:gd name="T9" fmla="*/ 3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" h="34">
                    <a:moveTo>
                      <a:pt x="2" y="0"/>
                    </a:moveTo>
                    <a:cubicBezTo>
                      <a:pt x="7" y="9"/>
                      <a:pt x="11" y="19"/>
                      <a:pt x="21" y="23"/>
                    </a:cubicBezTo>
                    <a:cubicBezTo>
                      <a:pt x="23" y="23"/>
                      <a:pt x="35" y="25"/>
                      <a:pt x="31" y="30"/>
                    </a:cubicBezTo>
                    <a:cubicBezTo>
                      <a:pt x="28" y="34"/>
                      <a:pt x="14" y="27"/>
                      <a:pt x="11" y="25"/>
                    </a:cubicBezTo>
                    <a:cubicBezTo>
                      <a:pt x="3" y="20"/>
                      <a:pt x="2" y="10"/>
                      <a:pt x="0" y="3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9735" name="Freeform 518">
                <a:extLst>
                  <a:ext uri="{FF2B5EF4-FFF2-40B4-BE49-F238E27FC236}">
                    <a16:creationId xmlns:a16="http://schemas.microsoft.com/office/drawing/2014/main" id="{E8F672A8-2E6B-42ED-8E83-F97AF5991C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6" y="931"/>
                <a:ext cx="37" cy="70"/>
              </a:xfrm>
              <a:custGeom>
                <a:avLst/>
                <a:gdLst>
                  <a:gd name="T0" fmla="*/ 7 w 38"/>
                  <a:gd name="T1" fmla="*/ 0 h 71"/>
                  <a:gd name="T2" fmla="*/ 19 w 38"/>
                  <a:gd name="T3" fmla="*/ 6 h 71"/>
                  <a:gd name="T4" fmla="*/ 35 w 38"/>
                  <a:gd name="T5" fmla="*/ 9 h 71"/>
                  <a:gd name="T6" fmla="*/ 19 w 38"/>
                  <a:gd name="T7" fmla="*/ 14 h 71"/>
                  <a:gd name="T8" fmla="*/ 19 w 38"/>
                  <a:gd name="T9" fmla="*/ 34 h 71"/>
                  <a:gd name="T10" fmla="*/ 15 w 38"/>
                  <a:gd name="T11" fmla="*/ 68 h 71"/>
                  <a:gd name="T12" fmla="*/ 6 w 38"/>
                  <a:gd name="T13" fmla="*/ 35 h 71"/>
                  <a:gd name="T14" fmla="*/ 5 w 38"/>
                  <a:gd name="T15" fmla="*/ 3 h 7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8" h="71">
                    <a:moveTo>
                      <a:pt x="7" y="0"/>
                    </a:moveTo>
                    <a:cubicBezTo>
                      <a:pt x="12" y="1"/>
                      <a:pt x="16" y="5"/>
                      <a:pt x="22" y="6"/>
                    </a:cubicBezTo>
                    <a:cubicBezTo>
                      <a:pt x="27" y="7"/>
                      <a:pt x="33" y="8"/>
                      <a:pt x="38" y="9"/>
                    </a:cubicBezTo>
                    <a:cubicBezTo>
                      <a:pt x="32" y="8"/>
                      <a:pt x="24" y="10"/>
                      <a:pt x="22" y="14"/>
                    </a:cubicBezTo>
                    <a:cubicBezTo>
                      <a:pt x="19" y="19"/>
                      <a:pt x="20" y="29"/>
                      <a:pt x="20" y="34"/>
                    </a:cubicBezTo>
                    <a:cubicBezTo>
                      <a:pt x="18" y="47"/>
                      <a:pt x="16" y="58"/>
                      <a:pt x="15" y="71"/>
                    </a:cubicBezTo>
                    <a:cubicBezTo>
                      <a:pt x="11" y="60"/>
                      <a:pt x="9" y="48"/>
                      <a:pt x="6" y="37"/>
                    </a:cubicBezTo>
                    <a:cubicBezTo>
                      <a:pt x="2" y="24"/>
                      <a:pt x="0" y="16"/>
                      <a:pt x="5" y="3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9736" name="Freeform 519">
                <a:extLst>
                  <a:ext uri="{FF2B5EF4-FFF2-40B4-BE49-F238E27FC236}">
                    <a16:creationId xmlns:a16="http://schemas.microsoft.com/office/drawing/2014/main" id="{3D12B288-63F0-4162-96F1-86EE5515A3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7" y="807"/>
                <a:ext cx="39" cy="213"/>
              </a:xfrm>
              <a:custGeom>
                <a:avLst/>
                <a:gdLst>
                  <a:gd name="T0" fmla="*/ 36 w 40"/>
                  <a:gd name="T1" fmla="*/ 4 h 217"/>
                  <a:gd name="T2" fmla="*/ 20 w 40"/>
                  <a:gd name="T3" fmla="*/ 44 h 217"/>
                  <a:gd name="T4" fmla="*/ 3 w 40"/>
                  <a:gd name="T5" fmla="*/ 77 h 217"/>
                  <a:gd name="T6" fmla="*/ 7 w 40"/>
                  <a:gd name="T7" fmla="*/ 120 h 217"/>
                  <a:gd name="T8" fmla="*/ 9 w 40"/>
                  <a:gd name="T9" fmla="*/ 173 h 217"/>
                  <a:gd name="T10" fmla="*/ 15 w 40"/>
                  <a:gd name="T11" fmla="*/ 205 h 217"/>
                  <a:gd name="T12" fmla="*/ 9 w 40"/>
                  <a:gd name="T13" fmla="*/ 142 h 217"/>
                  <a:gd name="T14" fmla="*/ 13 w 40"/>
                  <a:gd name="T15" fmla="*/ 93 h 217"/>
                  <a:gd name="T16" fmla="*/ 23 w 40"/>
                  <a:gd name="T17" fmla="*/ 45 h 217"/>
                  <a:gd name="T18" fmla="*/ 37 w 40"/>
                  <a:gd name="T19" fmla="*/ 0 h 21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0" h="217">
                    <a:moveTo>
                      <a:pt x="39" y="4"/>
                    </a:moveTo>
                    <a:cubicBezTo>
                      <a:pt x="29" y="16"/>
                      <a:pt x="29" y="33"/>
                      <a:pt x="22" y="47"/>
                    </a:cubicBezTo>
                    <a:cubicBezTo>
                      <a:pt x="17" y="58"/>
                      <a:pt x="6" y="68"/>
                      <a:pt x="3" y="80"/>
                    </a:cubicBezTo>
                    <a:cubicBezTo>
                      <a:pt x="0" y="95"/>
                      <a:pt x="9" y="110"/>
                      <a:pt x="7" y="126"/>
                    </a:cubicBezTo>
                    <a:cubicBezTo>
                      <a:pt x="4" y="145"/>
                      <a:pt x="5" y="162"/>
                      <a:pt x="9" y="182"/>
                    </a:cubicBezTo>
                    <a:cubicBezTo>
                      <a:pt x="11" y="194"/>
                      <a:pt x="12" y="206"/>
                      <a:pt x="15" y="217"/>
                    </a:cubicBezTo>
                    <a:cubicBezTo>
                      <a:pt x="13" y="196"/>
                      <a:pt x="7" y="172"/>
                      <a:pt x="9" y="151"/>
                    </a:cubicBezTo>
                    <a:cubicBezTo>
                      <a:pt x="11" y="132"/>
                      <a:pt x="17" y="117"/>
                      <a:pt x="13" y="99"/>
                    </a:cubicBezTo>
                    <a:cubicBezTo>
                      <a:pt x="9" y="81"/>
                      <a:pt x="16" y="63"/>
                      <a:pt x="26" y="48"/>
                    </a:cubicBezTo>
                    <a:cubicBezTo>
                      <a:pt x="35" y="34"/>
                      <a:pt x="34" y="16"/>
                      <a:pt x="40" y="0"/>
                    </a:cubicBezTo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9737" name="Freeform 520">
                <a:extLst>
                  <a:ext uri="{FF2B5EF4-FFF2-40B4-BE49-F238E27FC236}">
                    <a16:creationId xmlns:a16="http://schemas.microsoft.com/office/drawing/2014/main" id="{E2478019-12B3-44B3-8373-944CD7D5C8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5" y="941"/>
                <a:ext cx="19" cy="50"/>
              </a:xfrm>
              <a:custGeom>
                <a:avLst/>
                <a:gdLst>
                  <a:gd name="T0" fmla="*/ 10 w 19"/>
                  <a:gd name="T1" fmla="*/ 1 h 51"/>
                  <a:gd name="T2" fmla="*/ 9 w 19"/>
                  <a:gd name="T3" fmla="*/ 19 h 51"/>
                  <a:gd name="T4" fmla="*/ 2 w 19"/>
                  <a:gd name="T5" fmla="*/ 28 h 51"/>
                  <a:gd name="T6" fmla="*/ 7 w 19"/>
                  <a:gd name="T7" fmla="*/ 37 h 51"/>
                  <a:gd name="T8" fmla="*/ 19 w 19"/>
                  <a:gd name="T9" fmla="*/ 48 h 51"/>
                  <a:gd name="T10" fmla="*/ 13 w 19"/>
                  <a:gd name="T11" fmla="*/ 38 h 51"/>
                  <a:gd name="T12" fmla="*/ 9 w 19"/>
                  <a:gd name="T13" fmla="*/ 33 h 51"/>
                  <a:gd name="T14" fmla="*/ 11 w 19"/>
                  <a:gd name="T15" fmla="*/ 26 h 51"/>
                  <a:gd name="T16" fmla="*/ 13 w 19"/>
                  <a:gd name="T17" fmla="*/ 15 h 51"/>
                  <a:gd name="T18" fmla="*/ 11 w 19"/>
                  <a:gd name="T19" fmla="*/ 0 h 5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9" h="51">
                    <a:moveTo>
                      <a:pt x="10" y="1"/>
                    </a:moveTo>
                    <a:cubicBezTo>
                      <a:pt x="10" y="7"/>
                      <a:pt x="10" y="13"/>
                      <a:pt x="9" y="19"/>
                    </a:cubicBezTo>
                    <a:cubicBezTo>
                      <a:pt x="7" y="23"/>
                      <a:pt x="3" y="26"/>
                      <a:pt x="2" y="31"/>
                    </a:cubicBezTo>
                    <a:cubicBezTo>
                      <a:pt x="0" y="35"/>
                      <a:pt x="4" y="37"/>
                      <a:pt x="7" y="40"/>
                    </a:cubicBezTo>
                    <a:cubicBezTo>
                      <a:pt x="10" y="43"/>
                      <a:pt x="14" y="50"/>
                      <a:pt x="19" y="51"/>
                    </a:cubicBezTo>
                    <a:cubicBezTo>
                      <a:pt x="18" y="48"/>
                      <a:pt x="15" y="44"/>
                      <a:pt x="13" y="41"/>
                    </a:cubicBezTo>
                    <a:cubicBezTo>
                      <a:pt x="12" y="39"/>
                      <a:pt x="10" y="37"/>
                      <a:pt x="9" y="36"/>
                    </a:cubicBezTo>
                    <a:cubicBezTo>
                      <a:pt x="8" y="33"/>
                      <a:pt x="10" y="31"/>
                      <a:pt x="11" y="29"/>
                    </a:cubicBezTo>
                    <a:cubicBezTo>
                      <a:pt x="14" y="23"/>
                      <a:pt x="15" y="20"/>
                      <a:pt x="13" y="15"/>
                    </a:cubicBezTo>
                    <a:cubicBezTo>
                      <a:pt x="12" y="10"/>
                      <a:pt x="13" y="4"/>
                      <a:pt x="11" y="0"/>
                    </a:cubicBezTo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9738" name="Freeform 521">
                <a:extLst>
                  <a:ext uri="{FF2B5EF4-FFF2-40B4-BE49-F238E27FC236}">
                    <a16:creationId xmlns:a16="http://schemas.microsoft.com/office/drawing/2014/main" id="{84661F7F-A47C-4189-A2B1-2A19A4885E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1" y="917"/>
                <a:ext cx="9" cy="15"/>
              </a:xfrm>
              <a:custGeom>
                <a:avLst/>
                <a:gdLst>
                  <a:gd name="T0" fmla="*/ 5 w 9"/>
                  <a:gd name="T1" fmla="*/ 0 h 15"/>
                  <a:gd name="T2" fmla="*/ 0 w 9"/>
                  <a:gd name="T3" fmla="*/ 12 h 15"/>
                  <a:gd name="T4" fmla="*/ 7 w 9"/>
                  <a:gd name="T5" fmla="*/ 10 h 15"/>
                  <a:gd name="T6" fmla="*/ 6 w 9"/>
                  <a:gd name="T7" fmla="*/ 0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15">
                    <a:moveTo>
                      <a:pt x="5" y="0"/>
                    </a:moveTo>
                    <a:cubicBezTo>
                      <a:pt x="5" y="5"/>
                      <a:pt x="4" y="10"/>
                      <a:pt x="0" y="12"/>
                    </a:cubicBezTo>
                    <a:cubicBezTo>
                      <a:pt x="2" y="15"/>
                      <a:pt x="5" y="13"/>
                      <a:pt x="7" y="10"/>
                    </a:cubicBezTo>
                    <a:cubicBezTo>
                      <a:pt x="9" y="6"/>
                      <a:pt x="7" y="4"/>
                      <a:pt x="6" y="0"/>
                    </a:cubicBezTo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9739" name="Freeform 522">
                <a:extLst>
                  <a:ext uri="{FF2B5EF4-FFF2-40B4-BE49-F238E27FC236}">
                    <a16:creationId xmlns:a16="http://schemas.microsoft.com/office/drawing/2014/main" id="{DD49E810-7235-43F7-962D-3E51792870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7" y="1044"/>
                <a:ext cx="65" cy="8"/>
              </a:xfrm>
              <a:custGeom>
                <a:avLst/>
                <a:gdLst>
                  <a:gd name="T0" fmla="*/ 3 w 66"/>
                  <a:gd name="T1" fmla="*/ 2 h 8"/>
                  <a:gd name="T2" fmla="*/ 10 w 66"/>
                  <a:gd name="T3" fmla="*/ 3 h 8"/>
                  <a:gd name="T4" fmla="*/ 22 w 66"/>
                  <a:gd name="T5" fmla="*/ 4 h 8"/>
                  <a:gd name="T6" fmla="*/ 29 w 66"/>
                  <a:gd name="T7" fmla="*/ 3 h 8"/>
                  <a:gd name="T8" fmla="*/ 38 w 66"/>
                  <a:gd name="T9" fmla="*/ 2 h 8"/>
                  <a:gd name="T10" fmla="*/ 50 w 66"/>
                  <a:gd name="T11" fmla="*/ 1 h 8"/>
                  <a:gd name="T12" fmla="*/ 57 w 66"/>
                  <a:gd name="T13" fmla="*/ 1 h 8"/>
                  <a:gd name="T14" fmla="*/ 63 w 66"/>
                  <a:gd name="T15" fmla="*/ 2 h 8"/>
                  <a:gd name="T16" fmla="*/ 51 w 66"/>
                  <a:gd name="T17" fmla="*/ 6 h 8"/>
                  <a:gd name="T18" fmla="*/ 30 w 66"/>
                  <a:gd name="T19" fmla="*/ 8 h 8"/>
                  <a:gd name="T20" fmla="*/ 14 w 66"/>
                  <a:gd name="T21" fmla="*/ 7 h 8"/>
                  <a:gd name="T22" fmla="*/ 8 w 66"/>
                  <a:gd name="T23" fmla="*/ 7 h 8"/>
                  <a:gd name="T24" fmla="*/ 3 w 66"/>
                  <a:gd name="T25" fmla="*/ 6 h 8"/>
                  <a:gd name="T26" fmla="*/ 0 w 66"/>
                  <a:gd name="T27" fmla="*/ 3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66" h="8">
                    <a:moveTo>
                      <a:pt x="3" y="2"/>
                    </a:moveTo>
                    <a:cubicBezTo>
                      <a:pt x="4" y="3"/>
                      <a:pt x="8" y="3"/>
                      <a:pt x="10" y="3"/>
                    </a:cubicBezTo>
                    <a:cubicBezTo>
                      <a:pt x="14" y="3"/>
                      <a:pt x="18" y="3"/>
                      <a:pt x="22" y="4"/>
                    </a:cubicBezTo>
                    <a:cubicBezTo>
                      <a:pt x="24" y="4"/>
                      <a:pt x="27" y="4"/>
                      <a:pt x="29" y="3"/>
                    </a:cubicBezTo>
                    <a:cubicBezTo>
                      <a:pt x="33" y="3"/>
                      <a:pt x="37" y="2"/>
                      <a:pt x="41" y="2"/>
                    </a:cubicBezTo>
                    <a:cubicBezTo>
                      <a:pt x="45" y="2"/>
                      <a:pt x="49" y="1"/>
                      <a:pt x="53" y="1"/>
                    </a:cubicBezTo>
                    <a:cubicBezTo>
                      <a:pt x="55" y="1"/>
                      <a:pt x="58" y="0"/>
                      <a:pt x="60" y="1"/>
                    </a:cubicBezTo>
                    <a:cubicBezTo>
                      <a:pt x="61" y="1"/>
                      <a:pt x="66" y="1"/>
                      <a:pt x="66" y="2"/>
                    </a:cubicBezTo>
                    <a:cubicBezTo>
                      <a:pt x="66" y="6"/>
                      <a:pt x="56" y="5"/>
                      <a:pt x="54" y="6"/>
                    </a:cubicBezTo>
                    <a:cubicBezTo>
                      <a:pt x="46" y="7"/>
                      <a:pt x="38" y="8"/>
                      <a:pt x="30" y="8"/>
                    </a:cubicBezTo>
                    <a:cubicBezTo>
                      <a:pt x="25" y="8"/>
                      <a:pt x="20" y="7"/>
                      <a:pt x="14" y="7"/>
                    </a:cubicBezTo>
                    <a:cubicBezTo>
                      <a:pt x="12" y="7"/>
                      <a:pt x="10" y="7"/>
                      <a:pt x="8" y="7"/>
                    </a:cubicBezTo>
                    <a:cubicBezTo>
                      <a:pt x="6" y="7"/>
                      <a:pt x="5" y="6"/>
                      <a:pt x="3" y="6"/>
                    </a:cubicBezTo>
                    <a:cubicBezTo>
                      <a:pt x="1" y="5"/>
                      <a:pt x="1" y="4"/>
                      <a:pt x="0" y="3"/>
                    </a:cubicBezTo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9740" name="Freeform 523">
                <a:extLst>
                  <a:ext uri="{FF2B5EF4-FFF2-40B4-BE49-F238E27FC236}">
                    <a16:creationId xmlns:a16="http://schemas.microsoft.com/office/drawing/2014/main" id="{086867DA-C7BA-42BC-B951-DC59D314D2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6" y="1029"/>
                <a:ext cx="14" cy="6"/>
              </a:xfrm>
              <a:custGeom>
                <a:avLst/>
                <a:gdLst>
                  <a:gd name="T0" fmla="*/ 2 w 14"/>
                  <a:gd name="T1" fmla="*/ 3 h 6"/>
                  <a:gd name="T2" fmla="*/ 10 w 14"/>
                  <a:gd name="T3" fmla="*/ 1 h 6"/>
                  <a:gd name="T4" fmla="*/ 14 w 14"/>
                  <a:gd name="T5" fmla="*/ 4 h 6"/>
                  <a:gd name="T6" fmla="*/ 7 w 14"/>
                  <a:gd name="T7" fmla="*/ 5 h 6"/>
                  <a:gd name="T8" fmla="*/ 0 w 14"/>
                  <a:gd name="T9" fmla="*/ 4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6">
                    <a:moveTo>
                      <a:pt x="2" y="3"/>
                    </a:moveTo>
                    <a:cubicBezTo>
                      <a:pt x="4" y="1"/>
                      <a:pt x="7" y="0"/>
                      <a:pt x="10" y="1"/>
                    </a:cubicBezTo>
                    <a:cubicBezTo>
                      <a:pt x="11" y="1"/>
                      <a:pt x="13" y="3"/>
                      <a:pt x="14" y="4"/>
                    </a:cubicBezTo>
                    <a:cubicBezTo>
                      <a:pt x="13" y="6"/>
                      <a:pt x="9" y="5"/>
                      <a:pt x="7" y="5"/>
                    </a:cubicBezTo>
                    <a:cubicBezTo>
                      <a:pt x="5" y="5"/>
                      <a:pt x="2" y="3"/>
                      <a:pt x="0" y="4"/>
                    </a:cubicBezTo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9741" name="Freeform 524">
                <a:extLst>
                  <a:ext uri="{FF2B5EF4-FFF2-40B4-BE49-F238E27FC236}">
                    <a16:creationId xmlns:a16="http://schemas.microsoft.com/office/drawing/2014/main" id="{D907246E-2969-4105-904B-7C9C0591B0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3" y="1028"/>
                <a:ext cx="19" cy="5"/>
              </a:xfrm>
              <a:custGeom>
                <a:avLst/>
                <a:gdLst>
                  <a:gd name="T0" fmla="*/ 1 w 19"/>
                  <a:gd name="T1" fmla="*/ 4 h 5"/>
                  <a:gd name="T2" fmla="*/ 1 w 19"/>
                  <a:gd name="T3" fmla="*/ 4 h 5"/>
                  <a:gd name="T4" fmla="*/ 12 w 19"/>
                  <a:gd name="T5" fmla="*/ 0 h 5"/>
                  <a:gd name="T6" fmla="*/ 19 w 19"/>
                  <a:gd name="T7" fmla="*/ 4 h 5"/>
                  <a:gd name="T8" fmla="*/ 17 w 19"/>
                  <a:gd name="T9" fmla="*/ 5 h 5"/>
                  <a:gd name="T10" fmla="*/ 12 w 19"/>
                  <a:gd name="T11" fmla="*/ 4 h 5"/>
                  <a:gd name="T12" fmla="*/ 0 w 19"/>
                  <a:gd name="T13" fmla="*/ 4 h 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5">
                    <a:moveTo>
                      <a:pt x="1" y="4"/>
                    </a:moveTo>
                    <a:cubicBezTo>
                      <a:pt x="1" y="4"/>
                      <a:pt x="1" y="4"/>
                      <a:pt x="1" y="4"/>
                    </a:cubicBezTo>
                    <a:cubicBezTo>
                      <a:pt x="3" y="1"/>
                      <a:pt x="8" y="0"/>
                      <a:pt x="12" y="0"/>
                    </a:cubicBezTo>
                    <a:cubicBezTo>
                      <a:pt x="14" y="0"/>
                      <a:pt x="18" y="2"/>
                      <a:pt x="19" y="4"/>
                    </a:cubicBezTo>
                    <a:cubicBezTo>
                      <a:pt x="18" y="4"/>
                      <a:pt x="18" y="4"/>
                      <a:pt x="17" y="5"/>
                    </a:cubicBezTo>
                    <a:cubicBezTo>
                      <a:pt x="15" y="5"/>
                      <a:pt x="13" y="4"/>
                      <a:pt x="12" y="4"/>
                    </a:cubicBezTo>
                    <a:cubicBezTo>
                      <a:pt x="8" y="4"/>
                      <a:pt x="4" y="3"/>
                      <a:pt x="0" y="4"/>
                    </a:cubicBezTo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9742" name="Freeform 525">
                <a:extLst>
                  <a:ext uri="{FF2B5EF4-FFF2-40B4-BE49-F238E27FC236}">
                    <a16:creationId xmlns:a16="http://schemas.microsoft.com/office/drawing/2014/main" id="{4F49ACB5-049D-4CA3-AA9D-0CB2109109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1" y="1147"/>
                <a:ext cx="34" cy="35"/>
              </a:xfrm>
              <a:custGeom>
                <a:avLst/>
                <a:gdLst>
                  <a:gd name="T0" fmla="*/ 2 w 34"/>
                  <a:gd name="T1" fmla="*/ 0 h 35"/>
                  <a:gd name="T2" fmla="*/ 33 w 34"/>
                  <a:gd name="T3" fmla="*/ 33 h 35"/>
                  <a:gd name="T4" fmla="*/ 8 w 34"/>
                  <a:gd name="T5" fmla="*/ 1 h 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4" h="35">
                    <a:moveTo>
                      <a:pt x="2" y="0"/>
                    </a:moveTo>
                    <a:cubicBezTo>
                      <a:pt x="0" y="13"/>
                      <a:pt x="19" y="35"/>
                      <a:pt x="33" y="33"/>
                    </a:cubicBezTo>
                    <a:cubicBezTo>
                      <a:pt x="34" y="23"/>
                      <a:pt x="13" y="8"/>
                      <a:pt x="8" y="1"/>
                    </a:cubicBezTo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9743" name="Freeform 526">
                <a:extLst>
                  <a:ext uri="{FF2B5EF4-FFF2-40B4-BE49-F238E27FC236}">
                    <a16:creationId xmlns:a16="http://schemas.microsoft.com/office/drawing/2014/main" id="{B0D02591-A16B-43B1-98E2-059C7C0495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8" y="725"/>
                <a:ext cx="93" cy="86"/>
              </a:xfrm>
              <a:custGeom>
                <a:avLst/>
                <a:gdLst>
                  <a:gd name="T0" fmla="*/ 20 w 95"/>
                  <a:gd name="T1" fmla="*/ 81 h 87"/>
                  <a:gd name="T2" fmla="*/ 23 w 95"/>
                  <a:gd name="T3" fmla="*/ 83 h 87"/>
                  <a:gd name="T4" fmla="*/ 37 w 95"/>
                  <a:gd name="T5" fmla="*/ 83 h 87"/>
                  <a:gd name="T6" fmla="*/ 56 w 95"/>
                  <a:gd name="T7" fmla="*/ 79 h 87"/>
                  <a:gd name="T8" fmla="*/ 73 w 95"/>
                  <a:gd name="T9" fmla="*/ 68 h 87"/>
                  <a:gd name="T10" fmla="*/ 89 w 95"/>
                  <a:gd name="T11" fmla="*/ 56 h 87"/>
                  <a:gd name="T12" fmla="*/ 78 w 95"/>
                  <a:gd name="T13" fmla="*/ 62 h 87"/>
                  <a:gd name="T14" fmla="*/ 70 w 95"/>
                  <a:gd name="T15" fmla="*/ 66 h 87"/>
                  <a:gd name="T16" fmla="*/ 80 w 95"/>
                  <a:gd name="T17" fmla="*/ 56 h 87"/>
                  <a:gd name="T18" fmla="*/ 89 w 95"/>
                  <a:gd name="T19" fmla="*/ 46 h 87"/>
                  <a:gd name="T20" fmla="*/ 74 w 95"/>
                  <a:gd name="T21" fmla="*/ 51 h 87"/>
                  <a:gd name="T22" fmla="*/ 82 w 95"/>
                  <a:gd name="T23" fmla="*/ 44 h 87"/>
                  <a:gd name="T24" fmla="*/ 75 w 95"/>
                  <a:gd name="T25" fmla="*/ 44 h 87"/>
                  <a:gd name="T26" fmla="*/ 79 w 95"/>
                  <a:gd name="T27" fmla="*/ 43 h 87"/>
                  <a:gd name="T28" fmla="*/ 51 w 95"/>
                  <a:gd name="T29" fmla="*/ 43 h 87"/>
                  <a:gd name="T30" fmla="*/ 66 w 95"/>
                  <a:gd name="T31" fmla="*/ 37 h 87"/>
                  <a:gd name="T32" fmla="*/ 54 w 95"/>
                  <a:gd name="T33" fmla="*/ 36 h 87"/>
                  <a:gd name="T34" fmla="*/ 58 w 95"/>
                  <a:gd name="T35" fmla="*/ 35 h 87"/>
                  <a:gd name="T36" fmla="*/ 51 w 95"/>
                  <a:gd name="T37" fmla="*/ 33 h 87"/>
                  <a:gd name="T38" fmla="*/ 70 w 95"/>
                  <a:gd name="T39" fmla="*/ 24 h 87"/>
                  <a:gd name="T40" fmla="*/ 49 w 95"/>
                  <a:gd name="T41" fmla="*/ 16 h 87"/>
                  <a:gd name="T42" fmla="*/ 53 w 95"/>
                  <a:gd name="T43" fmla="*/ 16 h 87"/>
                  <a:gd name="T44" fmla="*/ 43 w 95"/>
                  <a:gd name="T45" fmla="*/ 8 h 87"/>
                  <a:gd name="T46" fmla="*/ 58 w 95"/>
                  <a:gd name="T47" fmla="*/ 2 h 87"/>
                  <a:gd name="T48" fmla="*/ 29 w 95"/>
                  <a:gd name="T49" fmla="*/ 4 h 87"/>
                  <a:gd name="T50" fmla="*/ 19 w 95"/>
                  <a:gd name="T51" fmla="*/ 9 h 87"/>
                  <a:gd name="T52" fmla="*/ 4 w 95"/>
                  <a:gd name="T53" fmla="*/ 9 h 87"/>
                  <a:gd name="T54" fmla="*/ 14 w 95"/>
                  <a:gd name="T55" fmla="*/ 13 h 87"/>
                  <a:gd name="T56" fmla="*/ 9 w 95"/>
                  <a:gd name="T57" fmla="*/ 14 h 87"/>
                  <a:gd name="T58" fmla="*/ 11 w 95"/>
                  <a:gd name="T59" fmla="*/ 15 h 87"/>
                  <a:gd name="T60" fmla="*/ 0 w 95"/>
                  <a:gd name="T61" fmla="*/ 23 h 87"/>
                  <a:gd name="T62" fmla="*/ 10 w 95"/>
                  <a:gd name="T63" fmla="*/ 31 h 87"/>
                  <a:gd name="T64" fmla="*/ 18 w 95"/>
                  <a:gd name="T65" fmla="*/ 35 h 87"/>
                  <a:gd name="T66" fmla="*/ 22 w 95"/>
                  <a:gd name="T67" fmla="*/ 36 h 87"/>
                  <a:gd name="T68" fmla="*/ 10 w 95"/>
                  <a:gd name="T69" fmla="*/ 39 h 87"/>
                  <a:gd name="T70" fmla="*/ 20 w 95"/>
                  <a:gd name="T71" fmla="*/ 45 h 87"/>
                  <a:gd name="T72" fmla="*/ 18 w 95"/>
                  <a:gd name="T73" fmla="*/ 44 h 87"/>
                  <a:gd name="T74" fmla="*/ 17 w 95"/>
                  <a:gd name="T75" fmla="*/ 45 h 87"/>
                  <a:gd name="T76" fmla="*/ 20 w 95"/>
                  <a:gd name="T77" fmla="*/ 48 h 87"/>
                  <a:gd name="T78" fmla="*/ 13 w 95"/>
                  <a:gd name="T79" fmla="*/ 48 h 87"/>
                  <a:gd name="T80" fmla="*/ 25 w 95"/>
                  <a:gd name="T81" fmla="*/ 59 h 87"/>
                  <a:gd name="T82" fmla="*/ 13 w 95"/>
                  <a:gd name="T83" fmla="*/ 60 h 87"/>
                  <a:gd name="T84" fmla="*/ 23 w 95"/>
                  <a:gd name="T85" fmla="*/ 70 h 87"/>
                  <a:gd name="T86" fmla="*/ 18 w 95"/>
                  <a:gd name="T87" fmla="*/ 70 h 87"/>
                  <a:gd name="T88" fmla="*/ 23 w 95"/>
                  <a:gd name="T89" fmla="*/ 73 h 87"/>
                  <a:gd name="T90" fmla="*/ 23 w 95"/>
                  <a:gd name="T91" fmla="*/ 78 h 87"/>
                  <a:gd name="T92" fmla="*/ 19 w 95"/>
                  <a:gd name="T93" fmla="*/ 78 h 87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</a:gdLst>
                <a:ahLst/>
                <a:cxnLst>
                  <a:cxn ang="T94">
                    <a:pos x="T0" y="T1"/>
                  </a:cxn>
                  <a:cxn ang="T95">
                    <a:pos x="T2" y="T3"/>
                  </a:cxn>
                  <a:cxn ang="T96">
                    <a:pos x="T4" y="T5"/>
                  </a:cxn>
                  <a:cxn ang="T97">
                    <a:pos x="T6" y="T7"/>
                  </a:cxn>
                  <a:cxn ang="T98">
                    <a:pos x="T8" y="T9"/>
                  </a:cxn>
                  <a:cxn ang="T99">
                    <a:pos x="T10" y="T11"/>
                  </a:cxn>
                  <a:cxn ang="T100">
                    <a:pos x="T12" y="T13"/>
                  </a:cxn>
                  <a:cxn ang="T101">
                    <a:pos x="T14" y="T15"/>
                  </a:cxn>
                  <a:cxn ang="T102">
                    <a:pos x="T16" y="T17"/>
                  </a:cxn>
                  <a:cxn ang="T103">
                    <a:pos x="T18" y="T19"/>
                  </a:cxn>
                  <a:cxn ang="T104">
                    <a:pos x="T20" y="T21"/>
                  </a:cxn>
                  <a:cxn ang="T105">
                    <a:pos x="T22" y="T23"/>
                  </a:cxn>
                  <a:cxn ang="T106">
                    <a:pos x="T24" y="T25"/>
                  </a:cxn>
                  <a:cxn ang="T107">
                    <a:pos x="T26" y="T27"/>
                  </a:cxn>
                  <a:cxn ang="T108">
                    <a:pos x="T28" y="T29"/>
                  </a:cxn>
                  <a:cxn ang="T109">
                    <a:pos x="T30" y="T31"/>
                  </a:cxn>
                  <a:cxn ang="T110">
                    <a:pos x="T32" y="T33"/>
                  </a:cxn>
                  <a:cxn ang="T111">
                    <a:pos x="T34" y="T35"/>
                  </a:cxn>
                  <a:cxn ang="T112">
                    <a:pos x="T36" y="T37"/>
                  </a:cxn>
                  <a:cxn ang="T113">
                    <a:pos x="T38" y="T39"/>
                  </a:cxn>
                  <a:cxn ang="T114">
                    <a:pos x="T40" y="T41"/>
                  </a:cxn>
                  <a:cxn ang="T115">
                    <a:pos x="T42" y="T43"/>
                  </a:cxn>
                  <a:cxn ang="T116">
                    <a:pos x="T44" y="T45"/>
                  </a:cxn>
                  <a:cxn ang="T117">
                    <a:pos x="T46" y="T47"/>
                  </a:cxn>
                  <a:cxn ang="T118">
                    <a:pos x="T48" y="T49"/>
                  </a:cxn>
                  <a:cxn ang="T119">
                    <a:pos x="T50" y="T51"/>
                  </a:cxn>
                  <a:cxn ang="T120">
                    <a:pos x="T52" y="T53"/>
                  </a:cxn>
                  <a:cxn ang="T121">
                    <a:pos x="T54" y="T55"/>
                  </a:cxn>
                  <a:cxn ang="T122">
                    <a:pos x="T56" y="T57"/>
                  </a:cxn>
                  <a:cxn ang="T123">
                    <a:pos x="T58" y="T59"/>
                  </a:cxn>
                  <a:cxn ang="T124">
                    <a:pos x="T60" y="T61"/>
                  </a:cxn>
                  <a:cxn ang="T125">
                    <a:pos x="T62" y="T63"/>
                  </a:cxn>
                  <a:cxn ang="T126">
                    <a:pos x="T64" y="T65"/>
                  </a:cxn>
                  <a:cxn ang="T127">
                    <a:pos x="T66" y="T67"/>
                  </a:cxn>
                  <a:cxn ang="T128">
                    <a:pos x="T68" y="T69"/>
                  </a:cxn>
                  <a:cxn ang="T129">
                    <a:pos x="T70" y="T71"/>
                  </a:cxn>
                  <a:cxn ang="T130">
                    <a:pos x="T72" y="T73"/>
                  </a:cxn>
                  <a:cxn ang="T131">
                    <a:pos x="T74" y="T75"/>
                  </a:cxn>
                  <a:cxn ang="T132">
                    <a:pos x="T76" y="T77"/>
                  </a:cxn>
                  <a:cxn ang="T133">
                    <a:pos x="T78" y="T79"/>
                  </a:cxn>
                  <a:cxn ang="T134">
                    <a:pos x="T80" y="T81"/>
                  </a:cxn>
                  <a:cxn ang="T135">
                    <a:pos x="T82" y="T83"/>
                  </a:cxn>
                  <a:cxn ang="T136">
                    <a:pos x="T84" y="T85"/>
                  </a:cxn>
                  <a:cxn ang="T137">
                    <a:pos x="T86" y="T87"/>
                  </a:cxn>
                  <a:cxn ang="T138">
                    <a:pos x="T88" y="T89"/>
                  </a:cxn>
                  <a:cxn ang="T139">
                    <a:pos x="T90" y="T91"/>
                  </a:cxn>
                  <a:cxn ang="T140">
                    <a:pos x="T92" y="T93"/>
                  </a:cxn>
                </a:cxnLst>
                <a:rect l="0" t="0" r="r" b="b"/>
                <a:pathLst>
                  <a:path w="95" h="87">
                    <a:moveTo>
                      <a:pt x="20" y="84"/>
                    </a:moveTo>
                    <a:cubicBezTo>
                      <a:pt x="21" y="84"/>
                      <a:pt x="25" y="85"/>
                      <a:pt x="26" y="86"/>
                    </a:cubicBezTo>
                    <a:cubicBezTo>
                      <a:pt x="31" y="87"/>
                      <a:pt x="36" y="87"/>
                      <a:pt x="40" y="86"/>
                    </a:cubicBezTo>
                    <a:cubicBezTo>
                      <a:pt x="47" y="86"/>
                      <a:pt x="53" y="84"/>
                      <a:pt x="59" y="82"/>
                    </a:cubicBezTo>
                    <a:cubicBezTo>
                      <a:pt x="66" y="79"/>
                      <a:pt x="73" y="76"/>
                      <a:pt x="79" y="71"/>
                    </a:cubicBezTo>
                    <a:cubicBezTo>
                      <a:pt x="85" y="68"/>
                      <a:pt x="91" y="65"/>
                      <a:pt x="95" y="59"/>
                    </a:cubicBezTo>
                    <a:cubicBezTo>
                      <a:pt x="92" y="62"/>
                      <a:pt x="87" y="63"/>
                      <a:pt x="84" y="65"/>
                    </a:cubicBezTo>
                    <a:cubicBezTo>
                      <a:pt x="81" y="67"/>
                      <a:pt x="79" y="68"/>
                      <a:pt x="76" y="69"/>
                    </a:cubicBezTo>
                    <a:cubicBezTo>
                      <a:pt x="81" y="68"/>
                      <a:pt x="83" y="63"/>
                      <a:pt x="86" y="59"/>
                    </a:cubicBezTo>
                    <a:cubicBezTo>
                      <a:pt x="89" y="56"/>
                      <a:pt x="92" y="53"/>
                      <a:pt x="95" y="49"/>
                    </a:cubicBezTo>
                    <a:cubicBezTo>
                      <a:pt x="90" y="52"/>
                      <a:pt x="85" y="54"/>
                      <a:pt x="80" y="54"/>
                    </a:cubicBezTo>
                    <a:cubicBezTo>
                      <a:pt x="83" y="55"/>
                      <a:pt x="88" y="51"/>
                      <a:pt x="88" y="47"/>
                    </a:cubicBezTo>
                    <a:cubicBezTo>
                      <a:pt x="85" y="48"/>
                      <a:pt x="84" y="48"/>
                      <a:pt x="81" y="47"/>
                    </a:cubicBezTo>
                    <a:cubicBezTo>
                      <a:pt x="82" y="47"/>
                      <a:pt x="84" y="46"/>
                      <a:pt x="85" y="45"/>
                    </a:cubicBezTo>
                    <a:cubicBezTo>
                      <a:pt x="75" y="44"/>
                      <a:pt x="64" y="46"/>
                      <a:pt x="54" y="43"/>
                    </a:cubicBezTo>
                    <a:cubicBezTo>
                      <a:pt x="59" y="43"/>
                      <a:pt x="66" y="41"/>
                      <a:pt x="69" y="37"/>
                    </a:cubicBezTo>
                    <a:cubicBezTo>
                      <a:pt x="65" y="37"/>
                      <a:pt x="60" y="39"/>
                      <a:pt x="57" y="36"/>
                    </a:cubicBezTo>
                    <a:cubicBezTo>
                      <a:pt x="58" y="35"/>
                      <a:pt x="60" y="35"/>
                      <a:pt x="61" y="35"/>
                    </a:cubicBezTo>
                    <a:cubicBezTo>
                      <a:pt x="58" y="35"/>
                      <a:pt x="56" y="34"/>
                      <a:pt x="54" y="33"/>
                    </a:cubicBezTo>
                    <a:cubicBezTo>
                      <a:pt x="62" y="34"/>
                      <a:pt x="70" y="28"/>
                      <a:pt x="76" y="24"/>
                    </a:cubicBezTo>
                    <a:cubicBezTo>
                      <a:pt x="67" y="24"/>
                      <a:pt x="59" y="21"/>
                      <a:pt x="52" y="16"/>
                    </a:cubicBezTo>
                    <a:cubicBezTo>
                      <a:pt x="53" y="16"/>
                      <a:pt x="55" y="16"/>
                      <a:pt x="56" y="16"/>
                    </a:cubicBezTo>
                    <a:cubicBezTo>
                      <a:pt x="55" y="14"/>
                      <a:pt x="45" y="11"/>
                      <a:pt x="46" y="8"/>
                    </a:cubicBezTo>
                    <a:cubicBezTo>
                      <a:pt x="47" y="4"/>
                      <a:pt x="58" y="3"/>
                      <a:pt x="61" y="2"/>
                    </a:cubicBezTo>
                    <a:cubicBezTo>
                      <a:pt x="52" y="0"/>
                      <a:pt x="40" y="1"/>
                      <a:pt x="32" y="4"/>
                    </a:cubicBezTo>
                    <a:cubicBezTo>
                      <a:pt x="27" y="6"/>
                      <a:pt x="24" y="9"/>
                      <a:pt x="19" y="9"/>
                    </a:cubicBezTo>
                    <a:cubicBezTo>
                      <a:pt x="14" y="9"/>
                      <a:pt x="9" y="8"/>
                      <a:pt x="4" y="9"/>
                    </a:cubicBezTo>
                    <a:cubicBezTo>
                      <a:pt x="7" y="11"/>
                      <a:pt x="11" y="11"/>
                      <a:pt x="14" y="13"/>
                    </a:cubicBezTo>
                    <a:cubicBezTo>
                      <a:pt x="12" y="12"/>
                      <a:pt x="10" y="13"/>
                      <a:pt x="9" y="14"/>
                    </a:cubicBezTo>
                    <a:cubicBezTo>
                      <a:pt x="10" y="14"/>
                      <a:pt x="10" y="15"/>
                      <a:pt x="11" y="15"/>
                    </a:cubicBezTo>
                    <a:cubicBezTo>
                      <a:pt x="10" y="21"/>
                      <a:pt x="4" y="21"/>
                      <a:pt x="0" y="23"/>
                    </a:cubicBezTo>
                    <a:cubicBezTo>
                      <a:pt x="2" y="26"/>
                      <a:pt x="7" y="29"/>
                      <a:pt x="10" y="31"/>
                    </a:cubicBezTo>
                    <a:cubicBezTo>
                      <a:pt x="13" y="33"/>
                      <a:pt x="15" y="34"/>
                      <a:pt x="18" y="35"/>
                    </a:cubicBezTo>
                    <a:cubicBezTo>
                      <a:pt x="20" y="35"/>
                      <a:pt x="21" y="35"/>
                      <a:pt x="22" y="36"/>
                    </a:cubicBezTo>
                    <a:cubicBezTo>
                      <a:pt x="18" y="38"/>
                      <a:pt x="14" y="39"/>
                      <a:pt x="10" y="39"/>
                    </a:cubicBezTo>
                    <a:cubicBezTo>
                      <a:pt x="13" y="42"/>
                      <a:pt x="17" y="45"/>
                      <a:pt x="20" y="48"/>
                    </a:cubicBezTo>
                    <a:cubicBezTo>
                      <a:pt x="19" y="47"/>
                      <a:pt x="18" y="47"/>
                      <a:pt x="18" y="47"/>
                    </a:cubicBezTo>
                    <a:cubicBezTo>
                      <a:pt x="17" y="47"/>
                      <a:pt x="17" y="47"/>
                      <a:pt x="17" y="48"/>
                    </a:cubicBezTo>
                    <a:cubicBezTo>
                      <a:pt x="18" y="49"/>
                      <a:pt x="20" y="49"/>
                      <a:pt x="20" y="51"/>
                    </a:cubicBezTo>
                    <a:cubicBezTo>
                      <a:pt x="18" y="51"/>
                      <a:pt x="15" y="51"/>
                      <a:pt x="13" y="51"/>
                    </a:cubicBezTo>
                    <a:cubicBezTo>
                      <a:pt x="16" y="56"/>
                      <a:pt x="24" y="59"/>
                      <a:pt x="28" y="62"/>
                    </a:cubicBezTo>
                    <a:cubicBezTo>
                      <a:pt x="23" y="64"/>
                      <a:pt x="18" y="61"/>
                      <a:pt x="13" y="63"/>
                    </a:cubicBezTo>
                    <a:cubicBezTo>
                      <a:pt x="16" y="66"/>
                      <a:pt x="20" y="69"/>
                      <a:pt x="23" y="73"/>
                    </a:cubicBezTo>
                    <a:cubicBezTo>
                      <a:pt x="21" y="73"/>
                      <a:pt x="20" y="73"/>
                      <a:pt x="18" y="73"/>
                    </a:cubicBezTo>
                    <a:cubicBezTo>
                      <a:pt x="19" y="75"/>
                      <a:pt x="21" y="75"/>
                      <a:pt x="23" y="76"/>
                    </a:cubicBezTo>
                    <a:cubicBezTo>
                      <a:pt x="20" y="76"/>
                      <a:pt x="22" y="79"/>
                      <a:pt x="23" y="81"/>
                    </a:cubicBezTo>
                    <a:cubicBezTo>
                      <a:pt x="22" y="81"/>
                      <a:pt x="20" y="81"/>
                      <a:pt x="19" y="81"/>
                    </a:cubicBezTo>
                  </a:path>
                </a:pathLst>
              </a:custGeom>
              <a:solidFill>
                <a:srgbClr val="996D3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9744" name="Freeform 527">
                <a:extLst>
                  <a:ext uri="{FF2B5EF4-FFF2-40B4-BE49-F238E27FC236}">
                    <a16:creationId xmlns:a16="http://schemas.microsoft.com/office/drawing/2014/main" id="{D0B64F49-7DE4-446E-AE6F-211B007813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4" y="782"/>
                <a:ext cx="36" cy="87"/>
              </a:xfrm>
              <a:custGeom>
                <a:avLst/>
                <a:gdLst>
                  <a:gd name="T0" fmla="*/ 0 w 36"/>
                  <a:gd name="T1" fmla="*/ 20 h 88"/>
                  <a:gd name="T2" fmla="*/ 6 w 36"/>
                  <a:gd name="T3" fmla="*/ 44 h 88"/>
                  <a:gd name="T4" fmla="*/ 24 w 36"/>
                  <a:gd name="T5" fmla="*/ 67 h 88"/>
                  <a:gd name="T6" fmla="*/ 13 w 36"/>
                  <a:gd name="T7" fmla="*/ 48 h 88"/>
                  <a:gd name="T8" fmla="*/ 19 w 36"/>
                  <a:gd name="T9" fmla="*/ 53 h 88"/>
                  <a:gd name="T10" fmla="*/ 17 w 36"/>
                  <a:gd name="T11" fmla="*/ 49 h 88"/>
                  <a:gd name="T12" fmla="*/ 23 w 36"/>
                  <a:gd name="T13" fmla="*/ 54 h 88"/>
                  <a:gd name="T14" fmla="*/ 22 w 36"/>
                  <a:gd name="T15" fmla="*/ 48 h 88"/>
                  <a:gd name="T16" fmla="*/ 33 w 36"/>
                  <a:gd name="T17" fmla="*/ 85 h 88"/>
                  <a:gd name="T18" fmla="*/ 31 w 36"/>
                  <a:gd name="T19" fmla="*/ 48 h 88"/>
                  <a:gd name="T20" fmla="*/ 35 w 36"/>
                  <a:gd name="T21" fmla="*/ 58 h 88"/>
                  <a:gd name="T22" fmla="*/ 36 w 36"/>
                  <a:gd name="T23" fmla="*/ 50 h 88"/>
                  <a:gd name="T24" fmla="*/ 31 w 36"/>
                  <a:gd name="T25" fmla="*/ 38 h 88"/>
                  <a:gd name="T26" fmla="*/ 34 w 36"/>
                  <a:gd name="T27" fmla="*/ 42 h 88"/>
                  <a:gd name="T28" fmla="*/ 24 w 36"/>
                  <a:gd name="T29" fmla="*/ 22 h 88"/>
                  <a:gd name="T30" fmla="*/ 19 w 36"/>
                  <a:gd name="T31" fmla="*/ 0 h 88"/>
                  <a:gd name="T32" fmla="*/ 19 w 36"/>
                  <a:gd name="T33" fmla="*/ 11 h 88"/>
                  <a:gd name="T34" fmla="*/ 19 w 36"/>
                  <a:gd name="T35" fmla="*/ 28 h 88"/>
                  <a:gd name="T36" fmla="*/ 14 w 36"/>
                  <a:gd name="T37" fmla="*/ 15 h 88"/>
                  <a:gd name="T38" fmla="*/ 14 w 36"/>
                  <a:gd name="T39" fmla="*/ 23 h 88"/>
                  <a:gd name="T40" fmla="*/ 11 w 36"/>
                  <a:gd name="T41" fmla="*/ 21 h 88"/>
                  <a:gd name="T42" fmla="*/ 13 w 36"/>
                  <a:gd name="T43" fmla="*/ 29 h 88"/>
                  <a:gd name="T44" fmla="*/ 1 w 36"/>
                  <a:gd name="T45" fmla="*/ 18 h 88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36" h="88">
                    <a:moveTo>
                      <a:pt x="0" y="20"/>
                    </a:moveTo>
                    <a:cubicBezTo>
                      <a:pt x="4" y="29"/>
                      <a:pt x="4" y="37"/>
                      <a:pt x="6" y="47"/>
                    </a:cubicBezTo>
                    <a:cubicBezTo>
                      <a:pt x="8" y="59"/>
                      <a:pt x="17" y="62"/>
                      <a:pt x="24" y="70"/>
                    </a:cubicBezTo>
                    <a:cubicBezTo>
                      <a:pt x="17" y="67"/>
                      <a:pt x="14" y="58"/>
                      <a:pt x="13" y="51"/>
                    </a:cubicBezTo>
                    <a:cubicBezTo>
                      <a:pt x="15" y="53"/>
                      <a:pt x="17" y="55"/>
                      <a:pt x="19" y="56"/>
                    </a:cubicBezTo>
                    <a:cubicBezTo>
                      <a:pt x="18" y="55"/>
                      <a:pt x="17" y="53"/>
                      <a:pt x="17" y="52"/>
                    </a:cubicBezTo>
                    <a:cubicBezTo>
                      <a:pt x="19" y="53"/>
                      <a:pt x="21" y="56"/>
                      <a:pt x="23" y="57"/>
                    </a:cubicBezTo>
                    <a:cubicBezTo>
                      <a:pt x="22" y="56"/>
                      <a:pt x="22" y="53"/>
                      <a:pt x="22" y="51"/>
                    </a:cubicBezTo>
                    <a:cubicBezTo>
                      <a:pt x="33" y="59"/>
                      <a:pt x="31" y="76"/>
                      <a:pt x="33" y="88"/>
                    </a:cubicBezTo>
                    <a:cubicBezTo>
                      <a:pt x="30" y="76"/>
                      <a:pt x="35" y="63"/>
                      <a:pt x="31" y="51"/>
                    </a:cubicBezTo>
                    <a:cubicBezTo>
                      <a:pt x="33" y="54"/>
                      <a:pt x="34" y="58"/>
                      <a:pt x="35" y="61"/>
                    </a:cubicBezTo>
                    <a:cubicBezTo>
                      <a:pt x="34" y="59"/>
                      <a:pt x="31" y="51"/>
                      <a:pt x="36" y="53"/>
                    </a:cubicBezTo>
                    <a:cubicBezTo>
                      <a:pt x="36" y="47"/>
                      <a:pt x="32" y="43"/>
                      <a:pt x="31" y="38"/>
                    </a:cubicBezTo>
                    <a:cubicBezTo>
                      <a:pt x="32" y="39"/>
                      <a:pt x="33" y="40"/>
                      <a:pt x="34" y="42"/>
                    </a:cubicBezTo>
                    <a:cubicBezTo>
                      <a:pt x="29" y="35"/>
                      <a:pt x="26" y="30"/>
                      <a:pt x="24" y="22"/>
                    </a:cubicBezTo>
                    <a:cubicBezTo>
                      <a:pt x="22" y="15"/>
                      <a:pt x="22" y="7"/>
                      <a:pt x="19" y="0"/>
                    </a:cubicBezTo>
                    <a:cubicBezTo>
                      <a:pt x="19" y="4"/>
                      <a:pt x="19" y="8"/>
                      <a:pt x="19" y="11"/>
                    </a:cubicBezTo>
                    <a:cubicBezTo>
                      <a:pt x="18" y="17"/>
                      <a:pt x="20" y="22"/>
                      <a:pt x="19" y="28"/>
                    </a:cubicBezTo>
                    <a:cubicBezTo>
                      <a:pt x="19" y="24"/>
                      <a:pt x="16" y="19"/>
                      <a:pt x="14" y="15"/>
                    </a:cubicBezTo>
                    <a:cubicBezTo>
                      <a:pt x="12" y="18"/>
                      <a:pt x="13" y="20"/>
                      <a:pt x="14" y="23"/>
                    </a:cubicBezTo>
                    <a:cubicBezTo>
                      <a:pt x="13" y="22"/>
                      <a:pt x="12" y="22"/>
                      <a:pt x="11" y="21"/>
                    </a:cubicBezTo>
                    <a:cubicBezTo>
                      <a:pt x="11" y="24"/>
                      <a:pt x="12" y="27"/>
                      <a:pt x="13" y="29"/>
                    </a:cubicBezTo>
                    <a:cubicBezTo>
                      <a:pt x="9" y="26"/>
                      <a:pt x="4" y="22"/>
                      <a:pt x="1" y="18"/>
                    </a:cubicBezTo>
                  </a:path>
                </a:pathLst>
              </a:custGeom>
              <a:solidFill>
                <a:srgbClr val="996D3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9745" name="Freeform 528">
                <a:extLst>
                  <a:ext uri="{FF2B5EF4-FFF2-40B4-BE49-F238E27FC236}">
                    <a16:creationId xmlns:a16="http://schemas.microsoft.com/office/drawing/2014/main" id="{4A4502E8-1E0F-42EE-875A-CD9123AD17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4" y="792"/>
                <a:ext cx="48" cy="82"/>
              </a:xfrm>
              <a:custGeom>
                <a:avLst/>
                <a:gdLst>
                  <a:gd name="T0" fmla="*/ 47 w 48"/>
                  <a:gd name="T1" fmla="*/ 23 h 83"/>
                  <a:gd name="T2" fmla="*/ 36 w 48"/>
                  <a:gd name="T3" fmla="*/ 52 h 83"/>
                  <a:gd name="T4" fmla="*/ 15 w 48"/>
                  <a:gd name="T5" fmla="*/ 80 h 83"/>
                  <a:gd name="T6" fmla="*/ 23 w 48"/>
                  <a:gd name="T7" fmla="*/ 62 h 83"/>
                  <a:gd name="T8" fmla="*/ 18 w 48"/>
                  <a:gd name="T9" fmla="*/ 69 h 83"/>
                  <a:gd name="T10" fmla="*/ 18 w 48"/>
                  <a:gd name="T11" fmla="*/ 65 h 83"/>
                  <a:gd name="T12" fmla="*/ 16 w 48"/>
                  <a:gd name="T13" fmla="*/ 68 h 83"/>
                  <a:gd name="T14" fmla="*/ 15 w 48"/>
                  <a:gd name="T15" fmla="*/ 58 h 83"/>
                  <a:gd name="T16" fmla="*/ 7 w 48"/>
                  <a:gd name="T17" fmla="*/ 75 h 83"/>
                  <a:gd name="T18" fmla="*/ 8 w 48"/>
                  <a:gd name="T19" fmla="*/ 60 h 83"/>
                  <a:gd name="T20" fmla="*/ 7 w 48"/>
                  <a:gd name="T21" fmla="*/ 65 h 83"/>
                  <a:gd name="T22" fmla="*/ 6 w 48"/>
                  <a:gd name="T23" fmla="*/ 63 h 83"/>
                  <a:gd name="T24" fmla="*/ 3 w 48"/>
                  <a:gd name="T25" fmla="*/ 70 h 83"/>
                  <a:gd name="T26" fmla="*/ 3 w 48"/>
                  <a:gd name="T27" fmla="*/ 43 h 83"/>
                  <a:gd name="T28" fmla="*/ 3 w 48"/>
                  <a:gd name="T29" fmla="*/ 54 h 83"/>
                  <a:gd name="T30" fmla="*/ 9 w 48"/>
                  <a:gd name="T31" fmla="*/ 26 h 83"/>
                  <a:gd name="T32" fmla="*/ 30 w 48"/>
                  <a:gd name="T33" fmla="*/ 2 h 83"/>
                  <a:gd name="T34" fmla="*/ 24 w 48"/>
                  <a:gd name="T35" fmla="*/ 17 h 83"/>
                  <a:gd name="T36" fmla="*/ 31 w 48"/>
                  <a:gd name="T37" fmla="*/ 11 h 83"/>
                  <a:gd name="T38" fmla="*/ 30 w 48"/>
                  <a:gd name="T39" fmla="*/ 18 h 83"/>
                  <a:gd name="T40" fmla="*/ 33 w 48"/>
                  <a:gd name="T41" fmla="*/ 16 h 83"/>
                  <a:gd name="T42" fmla="*/ 33 w 48"/>
                  <a:gd name="T43" fmla="*/ 22 h 83"/>
                  <a:gd name="T44" fmla="*/ 48 w 48"/>
                  <a:gd name="T45" fmla="*/ 0 h 83"/>
                  <a:gd name="T46" fmla="*/ 40 w 48"/>
                  <a:gd name="T47" fmla="*/ 24 h 83"/>
                  <a:gd name="T48" fmla="*/ 45 w 48"/>
                  <a:gd name="T49" fmla="*/ 18 h 83"/>
                  <a:gd name="T50" fmla="*/ 44 w 48"/>
                  <a:gd name="T51" fmla="*/ 22 h 83"/>
                  <a:gd name="T52" fmla="*/ 46 w 48"/>
                  <a:gd name="T53" fmla="*/ 21 h 83"/>
                  <a:gd name="T54" fmla="*/ 45 w 48"/>
                  <a:gd name="T55" fmla="*/ 27 h 83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48" h="83">
                    <a:moveTo>
                      <a:pt x="47" y="23"/>
                    </a:moveTo>
                    <a:cubicBezTo>
                      <a:pt x="44" y="33"/>
                      <a:pt x="42" y="46"/>
                      <a:pt x="36" y="55"/>
                    </a:cubicBezTo>
                    <a:cubicBezTo>
                      <a:pt x="31" y="65"/>
                      <a:pt x="18" y="72"/>
                      <a:pt x="15" y="83"/>
                    </a:cubicBezTo>
                    <a:cubicBezTo>
                      <a:pt x="17" y="77"/>
                      <a:pt x="22" y="71"/>
                      <a:pt x="23" y="65"/>
                    </a:cubicBezTo>
                    <a:cubicBezTo>
                      <a:pt x="21" y="67"/>
                      <a:pt x="20" y="70"/>
                      <a:pt x="18" y="72"/>
                    </a:cubicBezTo>
                    <a:cubicBezTo>
                      <a:pt x="18" y="71"/>
                      <a:pt x="18" y="69"/>
                      <a:pt x="18" y="68"/>
                    </a:cubicBezTo>
                    <a:cubicBezTo>
                      <a:pt x="18" y="69"/>
                      <a:pt x="16" y="70"/>
                      <a:pt x="16" y="71"/>
                    </a:cubicBezTo>
                    <a:cubicBezTo>
                      <a:pt x="15" y="68"/>
                      <a:pt x="16" y="64"/>
                      <a:pt x="15" y="61"/>
                    </a:cubicBezTo>
                    <a:cubicBezTo>
                      <a:pt x="13" y="67"/>
                      <a:pt x="10" y="73"/>
                      <a:pt x="7" y="78"/>
                    </a:cubicBezTo>
                    <a:cubicBezTo>
                      <a:pt x="6" y="74"/>
                      <a:pt x="6" y="68"/>
                      <a:pt x="8" y="63"/>
                    </a:cubicBezTo>
                    <a:cubicBezTo>
                      <a:pt x="8" y="65"/>
                      <a:pt x="7" y="67"/>
                      <a:pt x="7" y="68"/>
                    </a:cubicBezTo>
                    <a:cubicBezTo>
                      <a:pt x="6" y="68"/>
                      <a:pt x="6" y="67"/>
                      <a:pt x="6" y="66"/>
                    </a:cubicBezTo>
                    <a:cubicBezTo>
                      <a:pt x="5" y="68"/>
                      <a:pt x="5" y="71"/>
                      <a:pt x="3" y="73"/>
                    </a:cubicBezTo>
                    <a:cubicBezTo>
                      <a:pt x="0" y="64"/>
                      <a:pt x="3" y="55"/>
                      <a:pt x="3" y="46"/>
                    </a:cubicBezTo>
                    <a:cubicBezTo>
                      <a:pt x="3" y="49"/>
                      <a:pt x="2" y="54"/>
                      <a:pt x="3" y="57"/>
                    </a:cubicBezTo>
                    <a:cubicBezTo>
                      <a:pt x="2" y="46"/>
                      <a:pt x="3" y="36"/>
                      <a:pt x="9" y="26"/>
                    </a:cubicBezTo>
                    <a:cubicBezTo>
                      <a:pt x="15" y="17"/>
                      <a:pt x="24" y="11"/>
                      <a:pt x="30" y="2"/>
                    </a:cubicBezTo>
                    <a:cubicBezTo>
                      <a:pt x="29" y="7"/>
                      <a:pt x="25" y="12"/>
                      <a:pt x="24" y="17"/>
                    </a:cubicBezTo>
                    <a:cubicBezTo>
                      <a:pt x="26" y="14"/>
                      <a:pt x="29" y="13"/>
                      <a:pt x="31" y="11"/>
                    </a:cubicBezTo>
                    <a:cubicBezTo>
                      <a:pt x="31" y="14"/>
                      <a:pt x="30" y="16"/>
                      <a:pt x="30" y="18"/>
                    </a:cubicBezTo>
                    <a:cubicBezTo>
                      <a:pt x="31" y="17"/>
                      <a:pt x="32" y="17"/>
                      <a:pt x="33" y="16"/>
                    </a:cubicBezTo>
                    <a:cubicBezTo>
                      <a:pt x="34" y="18"/>
                      <a:pt x="34" y="20"/>
                      <a:pt x="33" y="22"/>
                    </a:cubicBezTo>
                    <a:cubicBezTo>
                      <a:pt x="39" y="19"/>
                      <a:pt x="46" y="5"/>
                      <a:pt x="48" y="0"/>
                    </a:cubicBezTo>
                    <a:cubicBezTo>
                      <a:pt x="47" y="8"/>
                      <a:pt x="44" y="17"/>
                      <a:pt x="40" y="24"/>
                    </a:cubicBezTo>
                    <a:cubicBezTo>
                      <a:pt x="42" y="22"/>
                      <a:pt x="44" y="20"/>
                      <a:pt x="45" y="18"/>
                    </a:cubicBezTo>
                    <a:cubicBezTo>
                      <a:pt x="44" y="20"/>
                      <a:pt x="44" y="21"/>
                      <a:pt x="44" y="22"/>
                    </a:cubicBezTo>
                    <a:cubicBezTo>
                      <a:pt x="45" y="22"/>
                      <a:pt x="45" y="21"/>
                      <a:pt x="46" y="21"/>
                    </a:cubicBezTo>
                    <a:cubicBezTo>
                      <a:pt x="46" y="23"/>
                      <a:pt x="46" y="25"/>
                      <a:pt x="45" y="27"/>
                    </a:cubicBezTo>
                  </a:path>
                </a:pathLst>
              </a:custGeom>
              <a:solidFill>
                <a:srgbClr val="996D3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9746" name="Freeform 529">
                <a:extLst>
                  <a:ext uri="{FF2B5EF4-FFF2-40B4-BE49-F238E27FC236}">
                    <a16:creationId xmlns:a16="http://schemas.microsoft.com/office/drawing/2014/main" id="{DA8995B0-D145-42CE-84D7-509E082962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7" y="2282"/>
                <a:ext cx="145" cy="53"/>
              </a:xfrm>
              <a:custGeom>
                <a:avLst/>
                <a:gdLst>
                  <a:gd name="T0" fmla="*/ 0 w 147"/>
                  <a:gd name="T1" fmla="*/ 40 h 54"/>
                  <a:gd name="T2" fmla="*/ 16 w 147"/>
                  <a:gd name="T3" fmla="*/ 8 h 54"/>
                  <a:gd name="T4" fmla="*/ 59 w 147"/>
                  <a:gd name="T5" fmla="*/ 0 h 54"/>
                  <a:gd name="T6" fmla="*/ 103 w 147"/>
                  <a:gd name="T7" fmla="*/ 3 h 54"/>
                  <a:gd name="T8" fmla="*/ 119 w 147"/>
                  <a:gd name="T9" fmla="*/ 6 h 54"/>
                  <a:gd name="T10" fmla="*/ 136 w 147"/>
                  <a:gd name="T11" fmla="*/ 11 h 54"/>
                  <a:gd name="T12" fmla="*/ 139 w 147"/>
                  <a:gd name="T13" fmla="*/ 31 h 54"/>
                  <a:gd name="T14" fmla="*/ 140 w 147"/>
                  <a:gd name="T15" fmla="*/ 51 h 54"/>
                  <a:gd name="T16" fmla="*/ 134 w 147"/>
                  <a:gd name="T17" fmla="*/ 40 h 54"/>
                  <a:gd name="T18" fmla="*/ 113 w 147"/>
                  <a:gd name="T19" fmla="*/ 31 h 54"/>
                  <a:gd name="T20" fmla="*/ 58 w 147"/>
                  <a:gd name="T21" fmla="*/ 25 h 54"/>
                  <a:gd name="T22" fmla="*/ 22 w 147"/>
                  <a:gd name="T23" fmla="*/ 27 h 54"/>
                  <a:gd name="T24" fmla="*/ 3 w 147"/>
                  <a:gd name="T25" fmla="*/ 37 h 5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47" h="54">
                    <a:moveTo>
                      <a:pt x="0" y="43"/>
                    </a:moveTo>
                    <a:cubicBezTo>
                      <a:pt x="4" y="33"/>
                      <a:pt x="6" y="13"/>
                      <a:pt x="16" y="8"/>
                    </a:cubicBezTo>
                    <a:cubicBezTo>
                      <a:pt x="30" y="0"/>
                      <a:pt x="47" y="1"/>
                      <a:pt x="62" y="0"/>
                    </a:cubicBezTo>
                    <a:cubicBezTo>
                      <a:pt x="77" y="0"/>
                      <a:pt x="91" y="1"/>
                      <a:pt x="106" y="3"/>
                    </a:cubicBezTo>
                    <a:cubicBezTo>
                      <a:pt x="112" y="3"/>
                      <a:pt x="119" y="5"/>
                      <a:pt x="125" y="6"/>
                    </a:cubicBezTo>
                    <a:cubicBezTo>
                      <a:pt x="131" y="7"/>
                      <a:pt x="138" y="7"/>
                      <a:pt x="142" y="11"/>
                    </a:cubicBezTo>
                    <a:cubicBezTo>
                      <a:pt x="147" y="16"/>
                      <a:pt x="145" y="27"/>
                      <a:pt x="145" y="34"/>
                    </a:cubicBezTo>
                    <a:cubicBezTo>
                      <a:pt x="145" y="40"/>
                      <a:pt x="146" y="47"/>
                      <a:pt x="146" y="54"/>
                    </a:cubicBezTo>
                    <a:cubicBezTo>
                      <a:pt x="143" y="51"/>
                      <a:pt x="142" y="46"/>
                      <a:pt x="140" y="43"/>
                    </a:cubicBezTo>
                    <a:cubicBezTo>
                      <a:pt x="135" y="37"/>
                      <a:pt x="126" y="34"/>
                      <a:pt x="119" y="34"/>
                    </a:cubicBezTo>
                    <a:cubicBezTo>
                      <a:pt x="99" y="31"/>
                      <a:pt x="81" y="24"/>
                      <a:pt x="61" y="25"/>
                    </a:cubicBezTo>
                    <a:cubicBezTo>
                      <a:pt x="48" y="25"/>
                      <a:pt x="35" y="25"/>
                      <a:pt x="22" y="29"/>
                    </a:cubicBezTo>
                    <a:cubicBezTo>
                      <a:pt x="14" y="31"/>
                      <a:pt x="9" y="36"/>
                      <a:pt x="3" y="40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9747" name="Freeform 530">
                <a:extLst>
                  <a:ext uri="{FF2B5EF4-FFF2-40B4-BE49-F238E27FC236}">
                    <a16:creationId xmlns:a16="http://schemas.microsoft.com/office/drawing/2014/main" id="{31515487-A409-4E6A-A709-FC45874589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0" y="2411"/>
                <a:ext cx="30" cy="73"/>
              </a:xfrm>
              <a:custGeom>
                <a:avLst/>
                <a:gdLst>
                  <a:gd name="T0" fmla="*/ 29 w 30"/>
                  <a:gd name="T1" fmla="*/ 1 h 74"/>
                  <a:gd name="T2" fmla="*/ 28 w 30"/>
                  <a:gd name="T3" fmla="*/ 16 h 74"/>
                  <a:gd name="T4" fmla="*/ 26 w 30"/>
                  <a:gd name="T5" fmla="*/ 32 h 74"/>
                  <a:gd name="T6" fmla="*/ 23 w 30"/>
                  <a:gd name="T7" fmla="*/ 44 h 74"/>
                  <a:gd name="T8" fmla="*/ 11 w 30"/>
                  <a:gd name="T9" fmla="*/ 61 h 74"/>
                  <a:gd name="T10" fmla="*/ 6 w 30"/>
                  <a:gd name="T11" fmla="*/ 68 h 74"/>
                  <a:gd name="T12" fmla="*/ 0 w 30"/>
                  <a:gd name="T13" fmla="*/ 71 h 74"/>
                  <a:gd name="T14" fmla="*/ 5 w 30"/>
                  <a:gd name="T15" fmla="*/ 57 h 74"/>
                  <a:gd name="T16" fmla="*/ 11 w 30"/>
                  <a:gd name="T17" fmla="*/ 48 h 74"/>
                  <a:gd name="T18" fmla="*/ 28 w 30"/>
                  <a:gd name="T19" fmla="*/ 0 h 7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0" h="74">
                    <a:moveTo>
                      <a:pt x="29" y="1"/>
                    </a:moveTo>
                    <a:cubicBezTo>
                      <a:pt x="27" y="6"/>
                      <a:pt x="28" y="12"/>
                      <a:pt x="28" y="16"/>
                    </a:cubicBezTo>
                    <a:cubicBezTo>
                      <a:pt x="27" y="22"/>
                      <a:pt x="26" y="27"/>
                      <a:pt x="26" y="32"/>
                    </a:cubicBezTo>
                    <a:cubicBezTo>
                      <a:pt x="26" y="38"/>
                      <a:pt x="26" y="42"/>
                      <a:pt x="23" y="47"/>
                    </a:cubicBezTo>
                    <a:cubicBezTo>
                      <a:pt x="19" y="53"/>
                      <a:pt x="16" y="59"/>
                      <a:pt x="11" y="64"/>
                    </a:cubicBezTo>
                    <a:cubicBezTo>
                      <a:pt x="10" y="66"/>
                      <a:pt x="8" y="69"/>
                      <a:pt x="6" y="71"/>
                    </a:cubicBezTo>
                    <a:cubicBezTo>
                      <a:pt x="4" y="73"/>
                      <a:pt x="2" y="72"/>
                      <a:pt x="0" y="74"/>
                    </a:cubicBezTo>
                    <a:cubicBezTo>
                      <a:pt x="1" y="69"/>
                      <a:pt x="4" y="65"/>
                      <a:pt x="5" y="60"/>
                    </a:cubicBezTo>
                    <a:cubicBezTo>
                      <a:pt x="6" y="57"/>
                      <a:pt x="8" y="54"/>
                      <a:pt x="11" y="51"/>
                    </a:cubicBezTo>
                    <a:cubicBezTo>
                      <a:pt x="23" y="39"/>
                      <a:pt x="30" y="18"/>
                      <a:pt x="28" y="0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9748" name="Freeform 531">
                <a:extLst>
                  <a:ext uri="{FF2B5EF4-FFF2-40B4-BE49-F238E27FC236}">
                    <a16:creationId xmlns:a16="http://schemas.microsoft.com/office/drawing/2014/main" id="{D329D8FC-1056-4032-B6DF-7B06ABC9A7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0" y="2480"/>
                <a:ext cx="26" cy="46"/>
              </a:xfrm>
              <a:custGeom>
                <a:avLst/>
                <a:gdLst>
                  <a:gd name="T0" fmla="*/ 1 w 26"/>
                  <a:gd name="T1" fmla="*/ 43 h 47"/>
                  <a:gd name="T2" fmla="*/ 9 w 26"/>
                  <a:gd name="T3" fmla="*/ 31 h 47"/>
                  <a:gd name="T4" fmla="*/ 17 w 26"/>
                  <a:gd name="T5" fmla="*/ 20 h 47"/>
                  <a:gd name="T6" fmla="*/ 26 w 26"/>
                  <a:gd name="T7" fmla="*/ 0 h 47"/>
                  <a:gd name="T8" fmla="*/ 17 w 26"/>
                  <a:gd name="T9" fmla="*/ 22 h 47"/>
                  <a:gd name="T10" fmla="*/ 12 w 26"/>
                  <a:gd name="T11" fmla="*/ 31 h 47"/>
                  <a:gd name="T12" fmla="*/ 7 w 26"/>
                  <a:gd name="T13" fmla="*/ 37 h 47"/>
                  <a:gd name="T14" fmla="*/ 0 w 26"/>
                  <a:gd name="T15" fmla="*/ 44 h 4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6" h="47">
                    <a:moveTo>
                      <a:pt x="1" y="46"/>
                    </a:moveTo>
                    <a:cubicBezTo>
                      <a:pt x="4" y="43"/>
                      <a:pt x="6" y="38"/>
                      <a:pt x="9" y="34"/>
                    </a:cubicBezTo>
                    <a:cubicBezTo>
                      <a:pt x="12" y="30"/>
                      <a:pt x="14" y="25"/>
                      <a:pt x="17" y="20"/>
                    </a:cubicBezTo>
                    <a:cubicBezTo>
                      <a:pt x="21" y="14"/>
                      <a:pt x="24" y="7"/>
                      <a:pt x="26" y="0"/>
                    </a:cubicBezTo>
                    <a:cubicBezTo>
                      <a:pt x="26" y="7"/>
                      <a:pt x="20" y="16"/>
                      <a:pt x="17" y="22"/>
                    </a:cubicBezTo>
                    <a:cubicBezTo>
                      <a:pt x="15" y="26"/>
                      <a:pt x="14" y="31"/>
                      <a:pt x="12" y="34"/>
                    </a:cubicBezTo>
                    <a:cubicBezTo>
                      <a:pt x="11" y="37"/>
                      <a:pt x="9" y="38"/>
                      <a:pt x="7" y="40"/>
                    </a:cubicBezTo>
                    <a:cubicBezTo>
                      <a:pt x="4" y="42"/>
                      <a:pt x="3" y="44"/>
                      <a:pt x="0" y="47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9749" name="Freeform 532">
                <a:extLst>
                  <a:ext uri="{FF2B5EF4-FFF2-40B4-BE49-F238E27FC236}">
                    <a16:creationId xmlns:a16="http://schemas.microsoft.com/office/drawing/2014/main" id="{FB58DFF1-0F4E-45CE-8011-800CEB71BC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8" y="2508"/>
                <a:ext cx="39" cy="38"/>
              </a:xfrm>
              <a:custGeom>
                <a:avLst/>
                <a:gdLst>
                  <a:gd name="T0" fmla="*/ 1 w 40"/>
                  <a:gd name="T1" fmla="*/ 36 h 39"/>
                  <a:gd name="T2" fmla="*/ 4 w 40"/>
                  <a:gd name="T3" fmla="*/ 30 h 39"/>
                  <a:gd name="T4" fmla="*/ 15 w 40"/>
                  <a:gd name="T5" fmla="*/ 21 h 39"/>
                  <a:gd name="T6" fmla="*/ 37 w 40"/>
                  <a:gd name="T7" fmla="*/ 0 h 39"/>
                  <a:gd name="T8" fmla="*/ 28 w 40"/>
                  <a:gd name="T9" fmla="*/ 12 h 39"/>
                  <a:gd name="T10" fmla="*/ 19 w 40"/>
                  <a:gd name="T11" fmla="*/ 20 h 39"/>
                  <a:gd name="T12" fmla="*/ 1 w 40"/>
                  <a:gd name="T13" fmla="*/ 36 h 3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0" h="39">
                    <a:moveTo>
                      <a:pt x="1" y="39"/>
                    </a:moveTo>
                    <a:cubicBezTo>
                      <a:pt x="0" y="36"/>
                      <a:pt x="3" y="34"/>
                      <a:pt x="4" y="33"/>
                    </a:cubicBezTo>
                    <a:cubicBezTo>
                      <a:pt x="8" y="30"/>
                      <a:pt x="11" y="27"/>
                      <a:pt x="15" y="24"/>
                    </a:cubicBezTo>
                    <a:cubicBezTo>
                      <a:pt x="23" y="16"/>
                      <a:pt x="33" y="9"/>
                      <a:pt x="40" y="0"/>
                    </a:cubicBezTo>
                    <a:cubicBezTo>
                      <a:pt x="37" y="3"/>
                      <a:pt x="35" y="9"/>
                      <a:pt x="31" y="12"/>
                    </a:cubicBezTo>
                    <a:cubicBezTo>
                      <a:pt x="28" y="17"/>
                      <a:pt x="24" y="20"/>
                      <a:pt x="19" y="23"/>
                    </a:cubicBezTo>
                    <a:cubicBezTo>
                      <a:pt x="13" y="28"/>
                      <a:pt x="7" y="34"/>
                      <a:pt x="1" y="39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9750" name="Freeform 533">
                <a:extLst>
                  <a:ext uri="{FF2B5EF4-FFF2-40B4-BE49-F238E27FC236}">
                    <a16:creationId xmlns:a16="http://schemas.microsoft.com/office/drawing/2014/main" id="{2D1BEFE7-157C-4594-83E8-F06C3F4429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7" y="2478"/>
                <a:ext cx="18" cy="15"/>
              </a:xfrm>
              <a:custGeom>
                <a:avLst/>
                <a:gdLst>
                  <a:gd name="T0" fmla="*/ 16 w 19"/>
                  <a:gd name="T1" fmla="*/ 15 h 15"/>
                  <a:gd name="T2" fmla="*/ 0 w 19"/>
                  <a:gd name="T3" fmla="*/ 0 h 15"/>
                  <a:gd name="T4" fmla="*/ 9 w 19"/>
                  <a:gd name="T5" fmla="*/ 5 h 15"/>
                  <a:gd name="T6" fmla="*/ 15 w 19"/>
                  <a:gd name="T7" fmla="*/ 13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15">
                    <a:moveTo>
                      <a:pt x="19" y="15"/>
                    </a:moveTo>
                    <a:cubicBezTo>
                      <a:pt x="13" y="14"/>
                      <a:pt x="5" y="4"/>
                      <a:pt x="0" y="0"/>
                    </a:cubicBezTo>
                    <a:cubicBezTo>
                      <a:pt x="3" y="2"/>
                      <a:pt x="7" y="3"/>
                      <a:pt x="9" y="5"/>
                    </a:cubicBezTo>
                    <a:cubicBezTo>
                      <a:pt x="12" y="8"/>
                      <a:pt x="15" y="11"/>
                      <a:pt x="18" y="13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9751" name="Freeform 534">
                <a:extLst>
                  <a:ext uri="{FF2B5EF4-FFF2-40B4-BE49-F238E27FC236}">
                    <a16:creationId xmlns:a16="http://schemas.microsoft.com/office/drawing/2014/main" id="{0D6F4E5F-86A3-4A96-92A3-6F716CA6AA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4" y="2476"/>
                <a:ext cx="11" cy="8"/>
              </a:xfrm>
              <a:custGeom>
                <a:avLst/>
                <a:gdLst>
                  <a:gd name="T0" fmla="*/ 10 w 11"/>
                  <a:gd name="T1" fmla="*/ 7 h 8"/>
                  <a:gd name="T2" fmla="*/ 0 w 11"/>
                  <a:gd name="T3" fmla="*/ 0 h 8"/>
                  <a:gd name="T4" fmla="*/ 11 w 11"/>
                  <a:gd name="T5" fmla="*/ 8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8">
                    <a:moveTo>
                      <a:pt x="10" y="7"/>
                    </a:moveTo>
                    <a:cubicBezTo>
                      <a:pt x="7" y="5"/>
                      <a:pt x="3" y="3"/>
                      <a:pt x="0" y="0"/>
                    </a:cubicBezTo>
                    <a:cubicBezTo>
                      <a:pt x="2" y="4"/>
                      <a:pt x="9" y="4"/>
                      <a:pt x="11" y="8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9752" name="Freeform 535">
                <a:extLst>
                  <a:ext uri="{FF2B5EF4-FFF2-40B4-BE49-F238E27FC236}">
                    <a16:creationId xmlns:a16="http://schemas.microsoft.com/office/drawing/2014/main" id="{5D8ADA82-5954-4E0E-88F9-0BF1E457F0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5" y="2505"/>
                <a:ext cx="14" cy="6"/>
              </a:xfrm>
              <a:custGeom>
                <a:avLst/>
                <a:gdLst>
                  <a:gd name="T0" fmla="*/ 14 w 14"/>
                  <a:gd name="T1" fmla="*/ 4 h 7"/>
                  <a:gd name="T2" fmla="*/ 0 w 14"/>
                  <a:gd name="T3" fmla="*/ 0 h 7"/>
                  <a:gd name="T4" fmla="*/ 12 w 14"/>
                  <a:gd name="T5" fmla="*/ 4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7">
                    <a:moveTo>
                      <a:pt x="14" y="7"/>
                    </a:moveTo>
                    <a:cubicBezTo>
                      <a:pt x="10" y="4"/>
                      <a:pt x="2" y="6"/>
                      <a:pt x="0" y="0"/>
                    </a:cubicBezTo>
                    <a:cubicBezTo>
                      <a:pt x="4" y="0"/>
                      <a:pt x="8" y="6"/>
                      <a:pt x="12" y="7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9753" name="Freeform 536">
                <a:extLst>
                  <a:ext uri="{FF2B5EF4-FFF2-40B4-BE49-F238E27FC236}">
                    <a16:creationId xmlns:a16="http://schemas.microsoft.com/office/drawing/2014/main" id="{4CFF9541-B8A7-4509-9DB2-5E9D16E220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0" y="2500"/>
                <a:ext cx="9" cy="7"/>
              </a:xfrm>
              <a:custGeom>
                <a:avLst/>
                <a:gdLst>
                  <a:gd name="T0" fmla="*/ 9 w 9"/>
                  <a:gd name="T1" fmla="*/ 7 h 7"/>
                  <a:gd name="T2" fmla="*/ 0 w 9"/>
                  <a:gd name="T3" fmla="*/ 0 h 7"/>
                  <a:gd name="T4" fmla="*/ 8 w 9"/>
                  <a:gd name="T5" fmla="*/ 6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7">
                    <a:moveTo>
                      <a:pt x="9" y="7"/>
                    </a:moveTo>
                    <a:cubicBezTo>
                      <a:pt x="6" y="6"/>
                      <a:pt x="1" y="3"/>
                      <a:pt x="0" y="0"/>
                    </a:cubicBezTo>
                    <a:cubicBezTo>
                      <a:pt x="3" y="1"/>
                      <a:pt x="6" y="4"/>
                      <a:pt x="8" y="6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9754" name="Freeform 537">
                <a:extLst>
                  <a:ext uri="{FF2B5EF4-FFF2-40B4-BE49-F238E27FC236}">
                    <a16:creationId xmlns:a16="http://schemas.microsoft.com/office/drawing/2014/main" id="{6C9F4A1E-4F45-4341-B65F-2105DA04A1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2" y="2476"/>
                <a:ext cx="6" cy="3"/>
              </a:xfrm>
              <a:custGeom>
                <a:avLst/>
                <a:gdLst>
                  <a:gd name="T0" fmla="*/ 6 w 6"/>
                  <a:gd name="T1" fmla="*/ 3 h 3"/>
                  <a:gd name="T2" fmla="*/ 0 w 6"/>
                  <a:gd name="T3" fmla="*/ 0 h 3"/>
                  <a:gd name="T4" fmla="*/ 5 w 6"/>
                  <a:gd name="T5" fmla="*/ 2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3">
                    <a:moveTo>
                      <a:pt x="6" y="3"/>
                    </a:moveTo>
                    <a:cubicBezTo>
                      <a:pt x="5" y="2"/>
                      <a:pt x="2" y="1"/>
                      <a:pt x="0" y="0"/>
                    </a:cubicBezTo>
                    <a:cubicBezTo>
                      <a:pt x="2" y="1"/>
                      <a:pt x="3" y="2"/>
                      <a:pt x="5" y="2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9755" name="Freeform 538">
                <a:extLst>
                  <a:ext uri="{FF2B5EF4-FFF2-40B4-BE49-F238E27FC236}">
                    <a16:creationId xmlns:a16="http://schemas.microsoft.com/office/drawing/2014/main" id="{9D15C006-397A-47B1-8664-427AA5576F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6" y="2410"/>
                <a:ext cx="17" cy="6"/>
              </a:xfrm>
              <a:custGeom>
                <a:avLst/>
                <a:gdLst>
                  <a:gd name="T0" fmla="*/ 0 w 17"/>
                  <a:gd name="T1" fmla="*/ 0 h 6"/>
                  <a:gd name="T2" fmla="*/ 17 w 17"/>
                  <a:gd name="T3" fmla="*/ 6 h 6"/>
                  <a:gd name="T4" fmla="*/ 9 w 17"/>
                  <a:gd name="T5" fmla="*/ 3 h 6"/>
                  <a:gd name="T6" fmla="*/ 2 w 17"/>
                  <a:gd name="T7" fmla="*/ 1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6">
                    <a:moveTo>
                      <a:pt x="0" y="0"/>
                    </a:moveTo>
                    <a:cubicBezTo>
                      <a:pt x="1" y="5"/>
                      <a:pt x="12" y="6"/>
                      <a:pt x="17" y="6"/>
                    </a:cubicBezTo>
                    <a:cubicBezTo>
                      <a:pt x="14" y="5"/>
                      <a:pt x="12" y="4"/>
                      <a:pt x="9" y="3"/>
                    </a:cubicBezTo>
                    <a:cubicBezTo>
                      <a:pt x="7" y="3"/>
                      <a:pt x="3" y="3"/>
                      <a:pt x="2" y="1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9756" name="Freeform 539">
                <a:extLst>
                  <a:ext uri="{FF2B5EF4-FFF2-40B4-BE49-F238E27FC236}">
                    <a16:creationId xmlns:a16="http://schemas.microsoft.com/office/drawing/2014/main" id="{B35A87AD-4C91-437B-B5BD-89EF04301B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9" y="2404"/>
                <a:ext cx="9" cy="3"/>
              </a:xfrm>
              <a:custGeom>
                <a:avLst/>
                <a:gdLst>
                  <a:gd name="T0" fmla="*/ 0 w 9"/>
                  <a:gd name="T1" fmla="*/ 0 h 3"/>
                  <a:gd name="T2" fmla="*/ 9 w 9"/>
                  <a:gd name="T3" fmla="*/ 3 h 3"/>
                  <a:gd name="T4" fmla="*/ 2 w 9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3">
                    <a:moveTo>
                      <a:pt x="0" y="0"/>
                    </a:moveTo>
                    <a:cubicBezTo>
                      <a:pt x="2" y="2"/>
                      <a:pt x="6" y="3"/>
                      <a:pt x="9" y="3"/>
                    </a:cubicBezTo>
                    <a:cubicBezTo>
                      <a:pt x="7" y="1"/>
                      <a:pt x="4" y="0"/>
                      <a:pt x="2" y="0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9757" name="Freeform 540">
                <a:extLst>
                  <a:ext uri="{FF2B5EF4-FFF2-40B4-BE49-F238E27FC236}">
                    <a16:creationId xmlns:a16="http://schemas.microsoft.com/office/drawing/2014/main" id="{82D38FF2-18E8-4384-9B1D-3E9127F17E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3" y="2492"/>
                <a:ext cx="9" cy="5"/>
              </a:xfrm>
              <a:custGeom>
                <a:avLst/>
                <a:gdLst>
                  <a:gd name="T0" fmla="*/ 9 w 9"/>
                  <a:gd name="T1" fmla="*/ 5 h 5"/>
                  <a:gd name="T2" fmla="*/ 0 w 9"/>
                  <a:gd name="T3" fmla="*/ 0 h 5"/>
                  <a:gd name="T4" fmla="*/ 6 w 9"/>
                  <a:gd name="T5" fmla="*/ 4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5">
                    <a:moveTo>
                      <a:pt x="9" y="5"/>
                    </a:moveTo>
                    <a:cubicBezTo>
                      <a:pt x="6" y="4"/>
                      <a:pt x="3" y="2"/>
                      <a:pt x="0" y="0"/>
                    </a:cubicBezTo>
                    <a:cubicBezTo>
                      <a:pt x="1" y="2"/>
                      <a:pt x="4" y="4"/>
                      <a:pt x="6" y="4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9758" name="Freeform 541">
                <a:extLst>
                  <a:ext uri="{FF2B5EF4-FFF2-40B4-BE49-F238E27FC236}">
                    <a16:creationId xmlns:a16="http://schemas.microsoft.com/office/drawing/2014/main" id="{BBDA1EB5-B251-4124-BCD4-F00E763818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4" y="2480"/>
                <a:ext cx="9" cy="4"/>
              </a:xfrm>
              <a:custGeom>
                <a:avLst/>
                <a:gdLst>
                  <a:gd name="T0" fmla="*/ 9 w 9"/>
                  <a:gd name="T1" fmla="*/ 4 h 4"/>
                  <a:gd name="T2" fmla="*/ 0 w 9"/>
                  <a:gd name="T3" fmla="*/ 0 h 4"/>
                  <a:gd name="T4" fmla="*/ 6 w 9"/>
                  <a:gd name="T5" fmla="*/ 4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4">
                    <a:moveTo>
                      <a:pt x="9" y="4"/>
                    </a:moveTo>
                    <a:cubicBezTo>
                      <a:pt x="7" y="3"/>
                      <a:pt x="3" y="0"/>
                      <a:pt x="0" y="0"/>
                    </a:cubicBezTo>
                    <a:cubicBezTo>
                      <a:pt x="1" y="2"/>
                      <a:pt x="4" y="4"/>
                      <a:pt x="6" y="4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9759" name="Freeform 542">
                <a:extLst>
                  <a:ext uri="{FF2B5EF4-FFF2-40B4-BE49-F238E27FC236}">
                    <a16:creationId xmlns:a16="http://schemas.microsoft.com/office/drawing/2014/main" id="{E2D8F81A-82E4-4F80-A7BF-375FFA6351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8" y="1340"/>
                <a:ext cx="34" cy="49"/>
              </a:xfrm>
              <a:custGeom>
                <a:avLst/>
                <a:gdLst>
                  <a:gd name="T0" fmla="*/ 4 w 34"/>
                  <a:gd name="T1" fmla="*/ 0 h 49"/>
                  <a:gd name="T2" fmla="*/ 0 w 34"/>
                  <a:gd name="T3" fmla="*/ 49 h 49"/>
                  <a:gd name="T4" fmla="*/ 30 w 34"/>
                  <a:gd name="T5" fmla="*/ 49 h 49"/>
                  <a:gd name="T6" fmla="*/ 34 w 34"/>
                  <a:gd name="T7" fmla="*/ 0 h 49"/>
                  <a:gd name="T8" fmla="*/ 4 w 34"/>
                  <a:gd name="T9" fmla="*/ 0 h 4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" h="49">
                    <a:moveTo>
                      <a:pt x="4" y="0"/>
                    </a:moveTo>
                    <a:lnTo>
                      <a:pt x="0" y="49"/>
                    </a:lnTo>
                    <a:lnTo>
                      <a:pt x="30" y="49"/>
                    </a:lnTo>
                    <a:lnTo>
                      <a:pt x="34" y="0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38A12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9760" name="Freeform 543">
                <a:extLst>
                  <a:ext uri="{FF2B5EF4-FFF2-40B4-BE49-F238E27FC236}">
                    <a16:creationId xmlns:a16="http://schemas.microsoft.com/office/drawing/2014/main" id="{8A95BF0F-AC2C-4BBD-B7EF-4996D8ACB1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4" y="1340"/>
                <a:ext cx="21" cy="34"/>
              </a:xfrm>
              <a:custGeom>
                <a:avLst/>
                <a:gdLst>
                  <a:gd name="T0" fmla="*/ 16 w 22"/>
                  <a:gd name="T1" fmla="*/ 8 h 34"/>
                  <a:gd name="T2" fmla="*/ 8 w 22"/>
                  <a:gd name="T3" fmla="*/ 2 h 34"/>
                  <a:gd name="T4" fmla="*/ 11 w 22"/>
                  <a:gd name="T5" fmla="*/ 16 h 34"/>
                  <a:gd name="T6" fmla="*/ 11 w 22"/>
                  <a:gd name="T7" fmla="*/ 30 h 34"/>
                  <a:gd name="T8" fmla="*/ 3 w 22"/>
                  <a:gd name="T9" fmla="*/ 22 h 34"/>
                  <a:gd name="T10" fmla="*/ 11 w 22"/>
                  <a:gd name="T11" fmla="*/ 31 h 34"/>
                  <a:gd name="T12" fmla="*/ 13 w 22"/>
                  <a:gd name="T13" fmla="*/ 16 h 34"/>
                  <a:gd name="T14" fmla="*/ 11 w 22"/>
                  <a:gd name="T15" fmla="*/ 6 h 34"/>
                  <a:gd name="T16" fmla="*/ 13 w 22"/>
                  <a:gd name="T17" fmla="*/ 6 h 34"/>
                  <a:gd name="T18" fmla="*/ 15 w 22"/>
                  <a:gd name="T19" fmla="*/ 9 h 34"/>
                  <a:gd name="T20" fmla="*/ 17 w 22"/>
                  <a:gd name="T21" fmla="*/ 8 h 34"/>
                  <a:gd name="T22" fmla="*/ 17 w 22"/>
                  <a:gd name="T23" fmla="*/ 7 h 3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2" h="34">
                    <a:moveTo>
                      <a:pt x="19" y="8"/>
                    </a:moveTo>
                    <a:cubicBezTo>
                      <a:pt x="22" y="2"/>
                      <a:pt x="11" y="0"/>
                      <a:pt x="8" y="2"/>
                    </a:cubicBezTo>
                    <a:cubicBezTo>
                      <a:pt x="0" y="6"/>
                      <a:pt x="8" y="12"/>
                      <a:pt x="11" y="16"/>
                    </a:cubicBezTo>
                    <a:cubicBezTo>
                      <a:pt x="14" y="18"/>
                      <a:pt x="19" y="26"/>
                      <a:pt x="13" y="30"/>
                    </a:cubicBezTo>
                    <a:cubicBezTo>
                      <a:pt x="9" y="32"/>
                      <a:pt x="4" y="25"/>
                      <a:pt x="3" y="22"/>
                    </a:cubicBezTo>
                    <a:cubicBezTo>
                      <a:pt x="2" y="28"/>
                      <a:pt x="9" y="34"/>
                      <a:pt x="14" y="31"/>
                    </a:cubicBezTo>
                    <a:cubicBezTo>
                      <a:pt x="19" y="29"/>
                      <a:pt x="20" y="20"/>
                      <a:pt x="16" y="16"/>
                    </a:cubicBezTo>
                    <a:cubicBezTo>
                      <a:pt x="14" y="14"/>
                      <a:pt x="3" y="7"/>
                      <a:pt x="11" y="6"/>
                    </a:cubicBezTo>
                    <a:cubicBezTo>
                      <a:pt x="12" y="5"/>
                      <a:pt x="15" y="5"/>
                      <a:pt x="16" y="6"/>
                    </a:cubicBezTo>
                    <a:cubicBezTo>
                      <a:pt x="18" y="7"/>
                      <a:pt x="17" y="7"/>
                      <a:pt x="18" y="9"/>
                    </a:cubicBezTo>
                    <a:cubicBezTo>
                      <a:pt x="19" y="13"/>
                      <a:pt x="21" y="13"/>
                      <a:pt x="20" y="8"/>
                    </a:cubicBezTo>
                    <a:cubicBezTo>
                      <a:pt x="20" y="8"/>
                      <a:pt x="20" y="7"/>
                      <a:pt x="20" y="7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9761" name="Freeform 544">
                <a:extLst>
                  <a:ext uri="{FF2B5EF4-FFF2-40B4-BE49-F238E27FC236}">
                    <a16:creationId xmlns:a16="http://schemas.microsoft.com/office/drawing/2014/main" id="{80F9AA49-5DBB-41F3-A752-4A6CC8BB58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1" y="1368"/>
                <a:ext cx="26" cy="13"/>
              </a:xfrm>
              <a:custGeom>
                <a:avLst/>
                <a:gdLst>
                  <a:gd name="T0" fmla="*/ 0 w 27"/>
                  <a:gd name="T1" fmla="*/ 0 h 13"/>
                  <a:gd name="T2" fmla="*/ 4 w 27"/>
                  <a:gd name="T3" fmla="*/ 3 h 13"/>
                  <a:gd name="T4" fmla="*/ 9 w 27"/>
                  <a:gd name="T5" fmla="*/ 4 h 13"/>
                  <a:gd name="T6" fmla="*/ 14 w 27"/>
                  <a:gd name="T7" fmla="*/ 4 h 13"/>
                  <a:gd name="T8" fmla="*/ 24 w 27"/>
                  <a:gd name="T9" fmla="*/ 1 h 13"/>
                  <a:gd name="T10" fmla="*/ 19 w 27"/>
                  <a:gd name="T11" fmla="*/ 5 h 13"/>
                  <a:gd name="T12" fmla="*/ 13 w 27"/>
                  <a:gd name="T13" fmla="*/ 6 h 13"/>
                  <a:gd name="T14" fmla="*/ 7 w 27"/>
                  <a:gd name="T15" fmla="*/ 4 h 13"/>
                  <a:gd name="T16" fmla="*/ 1 w 27"/>
                  <a:gd name="T17" fmla="*/ 1 h 13"/>
                  <a:gd name="T18" fmla="*/ 5 w 27"/>
                  <a:gd name="T19" fmla="*/ 7 h 13"/>
                  <a:gd name="T20" fmla="*/ 13 w 27"/>
                  <a:gd name="T21" fmla="*/ 11 h 13"/>
                  <a:gd name="T22" fmla="*/ 23 w 27"/>
                  <a:gd name="T23" fmla="*/ 2 h 13"/>
                  <a:gd name="T24" fmla="*/ 17 w 27"/>
                  <a:gd name="T25" fmla="*/ 11 h 13"/>
                  <a:gd name="T26" fmla="*/ 11 w 27"/>
                  <a:gd name="T27" fmla="*/ 12 h 13"/>
                  <a:gd name="T28" fmla="*/ 5 w 27"/>
                  <a:gd name="T29" fmla="*/ 8 h 13"/>
                  <a:gd name="T30" fmla="*/ 1 w 27"/>
                  <a:gd name="T31" fmla="*/ 1 h 13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27" h="13">
                    <a:moveTo>
                      <a:pt x="0" y="0"/>
                    </a:moveTo>
                    <a:cubicBezTo>
                      <a:pt x="1" y="1"/>
                      <a:pt x="3" y="2"/>
                      <a:pt x="4" y="3"/>
                    </a:cubicBezTo>
                    <a:cubicBezTo>
                      <a:pt x="6" y="3"/>
                      <a:pt x="8" y="4"/>
                      <a:pt x="9" y="4"/>
                    </a:cubicBezTo>
                    <a:cubicBezTo>
                      <a:pt x="12" y="4"/>
                      <a:pt x="14" y="5"/>
                      <a:pt x="17" y="4"/>
                    </a:cubicBezTo>
                    <a:cubicBezTo>
                      <a:pt x="20" y="4"/>
                      <a:pt x="25" y="3"/>
                      <a:pt x="27" y="1"/>
                    </a:cubicBezTo>
                    <a:cubicBezTo>
                      <a:pt x="27" y="3"/>
                      <a:pt x="24" y="5"/>
                      <a:pt x="22" y="5"/>
                    </a:cubicBezTo>
                    <a:cubicBezTo>
                      <a:pt x="20" y="6"/>
                      <a:pt x="17" y="6"/>
                      <a:pt x="15" y="6"/>
                    </a:cubicBezTo>
                    <a:cubicBezTo>
                      <a:pt x="12" y="6"/>
                      <a:pt x="9" y="5"/>
                      <a:pt x="7" y="4"/>
                    </a:cubicBezTo>
                    <a:cubicBezTo>
                      <a:pt x="4" y="4"/>
                      <a:pt x="3" y="2"/>
                      <a:pt x="1" y="1"/>
                    </a:cubicBezTo>
                    <a:cubicBezTo>
                      <a:pt x="1" y="3"/>
                      <a:pt x="4" y="6"/>
                      <a:pt x="5" y="7"/>
                    </a:cubicBezTo>
                    <a:cubicBezTo>
                      <a:pt x="8" y="9"/>
                      <a:pt x="11" y="11"/>
                      <a:pt x="15" y="11"/>
                    </a:cubicBezTo>
                    <a:cubicBezTo>
                      <a:pt x="20" y="11"/>
                      <a:pt x="24" y="6"/>
                      <a:pt x="26" y="2"/>
                    </a:cubicBezTo>
                    <a:cubicBezTo>
                      <a:pt x="26" y="5"/>
                      <a:pt x="23" y="9"/>
                      <a:pt x="20" y="11"/>
                    </a:cubicBezTo>
                    <a:cubicBezTo>
                      <a:pt x="17" y="13"/>
                      <a:pt x="14" y="13"/>
                      <a:pt x="11" y="12"/>
                    </a:cubicBezTo>
                    <a:cubicBezTo>
                      <a:pt x="8" y="11"/>
                      <a:pt x="6" y="10"/>
                      <a:pt x="5" y="8"/>
                    </a:cubicBezTo>
                    <a:cubicBezTo>
                      <a:pt x="3" y="6"/>
                      <a:pt x="2" y="3"/>
                      <a:pt x="1" y="1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9762" name="Freeform 545">
                <a:extLst>
                  <a:ext uri="{FF2B5EF4-FFF2-40B4-BE49-F238E27FC236}">
                    <a16:creationId xmlns:a16="http://schemas.microsoft.com/office/drawing/2014/main" id="{80C8CEC8-ED4B-4A5D-8686-82405D5095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3" y="1380"/>
                <a:ext cx="3" cy="11"/>
              </a:xfrm>
              <a:custGeom>
                <a:avLst/>
                <a:gdLst>
                  <a:gd name="T0" fmla="*/ 0 w 3"/>
                  <a:gd name="T1" fmla="*/ 0 h 12"/>
                  <a:gd name="T2" fmla="*/ 1 w 3"/>
                  <a:gd name="T3" fmla="*/ 9 h 12"/>
                  <a:gd name="T4" fmla="*/ 3 w 3"/>
                  <a:gd name="T5" fmla="*/ 9 h 12"/>
                  <a:gd name="T6" fmla="*/ 2 w 3"/>
                  <a:gd name="T7" fmla="*/ 0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12">
                    <a:moveTo>
                      <a:pt x="0" y="0"/>
                    </a:moveTo>
                    <a:cubicBezTo>
                      <a:pt x="0" y="3"/>
                      <a:pt x="1" y="9"/>
                      <a:pt x="1" y="12"/>
                    </a:cubicBezTo>
                    <a:cubicBezTo>
                      <a:pt x="1" y="12"/>
                      <a:pt x="2" y="12"/>
                      <a:pt x="3" y="12"/>
                    </a:cubicBezTo>
                    <a:cubicBezTo>
                      <a:pt x="3" y="9"/>
                      <a:pt x="2" y="3"/>
                      <a:pt x="2" y="0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9763" name="Freeform 546">
                <a:extLst>
                  <a:ext uri="{FF2B5EF4-FFF2-40B4-BE49-F238E27FC236}">
                    <a16:creationId xmlns:a16="http://schemas.microsoft.com/office/drawing/2014/main" id="{53D59596-7E0F-4C95-9D1B-67A24C2178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9" y="1379"/>
                <a:ext cx="13" cy="5"/>
              </a:xfrm>
              <a:custGeom>
                <a:avLst/>
                <a:gdLst>
                  <a:gd name="T0" fmla="*/ 1 w 13"/>
                  <a:gd name="T1" fmla="*/ 0 h 6"/>
                  <a:gd name="T2" fmla="*/ 7 w 13"/>
                  <a:gd name="T3" fmla="*/ 3 h 6"/>
                  <a:gd name="T4" fmla="*/ 11 w 13"/>
                  <a:gd name="T5" fmla="*/ 1 h 6"/>
                  <a:gd name="T6" fmla="*/ 6 w 13"/>
                  <a:gd name="T7" fmla="*/ 3 h 6"/>
                  <a:gd name="T8" fmla="*/ 2 w 13"/>
                  <a:gd name="T9" fmla="*/ 3 h 6"/>
                  <a:gd name="T10" fmla="*/ 1 w 13"/>
                  <a:gd name="T11" fmla="*/ 1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" h="6">
                    <a:moveTo>
                      <a:pt x="1" y="0"/>
                    </a:moveTo>
                    <a:cubicBezTo>
                      <a:pt x="2" y="3"/>
                      <a:pt x="5" y="3"/>
                      <a:pt x="7" y="3"/>
                    </a:cubicBezTo>
                    <a:cubicBezTo>
                      <a:pt x="9" y="3"/>
                      <a:pt x="10" y="2"/>
                      <a:pt x="11" y="1"/>
                    </a:cubicBezTo>
                    <a:cubicBezTo>
                      <a:pt x="13" y="3"/>
                      <a:pt x="8" y="6"/>
                      <a:pt x="6" y="6"/>
                    </a:cubicBezTo>
                    <a:cubicBezTo>
                      <a:pt x="5" y="6"/>
                      <a:pt x="3" y="6"/>
                      <a:pt x="2" y="4"/>
                    </a:cubicBezTo>
                    <a:cubicBezTo>
                      <a:pt x="1" y="4"/>
                      <a:pt x="0" y="2"/>
                      <a:pt x="1" y="1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9764" name="Freeform 547">
                <a:extLst>
                  <a:ext uri="{FF2B5EF4-FFF2-40B4-BE49-F238E27FC236}">
                    <a16:creationId xmlns:a16="http://schemas.microsoft.com/office/drawing/2014/main" id="{B22043B4-CF90-445D-837A-3E0282310C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8" y="1383"/>
                <a:ext cx="12" cy="4"/>
              </a:xfrm>
              <a:custGeom>
                <a:avLst/>
                <a:gdLst>
                  <a:gd name="T0" fmla="*/ 2 w 12"/>
                  <a:gd name="T1" fmla="*/ 0 h 4"/>
                  <a:gd name="T2" fmla="*/ 10 w 12"/>
                  <a:gd name="T3" fmla="*/ 1 h 4"/>
                  <a:gd name="T4" fmla="*/ 12 w 12"/>
                  <a:gd name="T5" fmla="*/ 0 h 4"/>
                  <a:gd name="T6" fmla="*/ 10 w 12"/>
                  <a:gd name="T7" fmla="*/ 2 h 4"/>
                  <a:gd name="T8" fmla="*/ 2 w 12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4">
                    <a:moveTo>
                      <a:pt x="2" y="0"/>
                    </a:moveTo>
                    <a:cubicBezTo>
                      <a:pt x="4" y="1"/>
                      <a:pt x="8" y="2"/>
                      <a:pt x="10" y="1"/>
                    </a:cubicBezTo>
                    <a:cubicBezTo>
                      <a:pt x="10" y="1"/>
                      <a:pt x="11" y="0"/>
                      <a:pt x="12" y="0"/>
                    </a:cubicBezTo>
                    <a:cubicBezTo>
                      <a:pt x="12" y="1"/>
                      <a:pt x="11" y="2"/>
                      <a:pt x="10" y="2"/>
                    </a:cubicBezTo>
                    <a:cubicBezTo>
                      <a:pt x="9" y="3"/>
                      <a:pt x="0" y="4"/>
                      <a:pt x="2" y="0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9765" name="Freeform 548">
                <a:extLst>
                  <a:ext uri="{FF2B5EF4-FFF2-40B4-BE49-F238E27FC236}">
                    <a16:creationId xmlns:a16="http://schemas.microsoft.com/office/drawing/2014/main" id="{AC7F7ACA-1225-46F2-B989-FE61F8D342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6" y="1164"/>
                <a:ext cx="97" cy="205"/>
              </a:xfrm>
              <a:custGeom>
                <a:avLst/>
                <a:gdLst>
                  <a:gd name="T0" fmla="*/ 0 w 98"/>
                  <a:gd name="T1" fmla="*/ 39 h 208"/>
                  <a:gd name="T2" fmla="*/ 35 w 98"/>
                  <a:gd name="T3" fmla="*/ 73 h 208"/>
                  <a:gd name="T4" fmla="*/ 59 w 98"/>
                  <a:gd name="T5" fmla="*/ 99 h 208"/>
                  <a:gd name="T6" fmla="*/ 70 w 98"/>
                  <a:gd name="T7" fmla="*/ 136 h 208"/>
                  <a:gd name="T8" fmla="*/ 81 w 98"/>
                  <a:gd name="T9" fmla="*/ 175 h 208"/>
                  <a:gd name="T10" fmla="*/ 88 w 98"/>
                  <a:gd name="T11" fmla="*/ 199 h 208"/>
                  <a:gd name="T12" fmla="*/ 92 w 98"/>
                  <a:gd name="T13" fmla="*/ 183 h 208"/>
                  <a:gd name="T14" fmla="*/ 89 w 98"/>
                  <a:gd name="T15" fmla="*/ 167 h 208"/>
                  <a:gd name="T16" fmla="*/ 67 w 98"/>
                  <a:gd name="T17" fmla="*/ 103 h 208"/>
                  <a:gd name="T18" fmla="*/ 61 w 98"/>
                  <a:gd name="T19" fmla="*/ 82 h 208"/>
                  <a:gd name="T20" fmla="*/ 40 w 98"/>
                  <a:gd name="T21" fmla="*/ 63 h 208"/>
                  <a:gd name="T22" fmla="*/ 20 w 98"/>
                  <a:gd name="T23" fmla="*/ 50 h 208"/>
                  <a:gd name="T24" fmla="*/ 10 w 98"/>
                  <a:gd name="T25" fmla="*/ 33 h 208"/>
                  <a:gd name="T26" fmla="*/ 6 w 98"/>
                  <a:gd name="T27" fmla="*/ 0 h 208"/>
                  <a:gd name="T28" fmla="*/ 0 w 98"/>
                  <a:gd name="T29" fmla="*/ 38 h 20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98" h="208">
                    <a:moveTo>
                      <a:pt x="0" y="42"/>
                    </a:moveTo>
                    <a:cubicBezTo>
                      <a:pt x="11" y="54"/>
                      <a:pt x="23" y="66"/>
                      <a:pt x="35" y="76"/>
                    </a:cubicBezTo>
                    <a:cubicBezTo>
                      <a:pt x="44" y="85"/>
                      <a:pt x="57" y="91"/>
                      <a:pt x="62" y="102"/>
                    </a:cubicBezTo>
                    <a:cubicBezTo>
                      <a:pt x="69" y="115"/>
                      <a:pt x="71" y="128"/>
                      <a:pt x="73" y="142"/>
                    </a:cubicBezTo>
                    <a:cubicBezTo>
                      <a:pt x="75" y="157"/>
                      <a:pt x="80" y="170"/>
                      <a:pt x="84" y="184"/>
                    </a:cubicBezTo>
                    <a:cubicBezTo>
                      <a:pt x="86" y="191"/>
                      <a:pt x="90" y="200"/>
                      <a:pt x="91" y="208"/>
                    </a:cubicBezTo>
                    <a:cubicBezTo>
                      <a:pt x="93" y="203"/>
                      <a:pt x="94" y="197"/>
                      <a:pt x="95" y="192"/>
                    </a:cubicBezTo>
                    <a:cubicBezTo>
                      <a:pt x="98" y="183"/>
                      <a:pt x="97" y="183"/>
                      <a:pt x="92" y="174"/>
                    </a:cubicBezTo>
                    <a:cubicBezTo>
                      <a:pt x="81" y="152"/>
                      <a:pt x="74" y="132"/>
                      <a:pt x="70" y="109"/>
                    </a:cubicBezTo>
                    <a:cubicBezTo>
                      <a:pt x="69" y="101"/>
                      <a:pt x="69" y="91"/>
                      <a:pt x="64" y="85"/>
                    </a:cubicBezTo>
                    <a:cubicBezTo>
                      <a:pt x="58" y="78"/>
                      <a:pt x="47" y="72"/>
                      <a:pt x="40" y="66"/>
                    </a:cubicBezTo>
                    <a:cubicBezTo>
                      <a:pt x="34" y="61"/>
                      <a:pt x="26" y="57"/>
                      <a:pt x="20" y="53"/>
                    </a:cubicBezTo>
                    <a:cubicBezTo>
                      <a:pt x="14" y="48"/>
                      <a:pt x="12" y="40"/>
                      <a:pt x="10" y="33"/>
                    </a:cubicBezTo>
                    <a:cubicBezTo>
                      <a:pt x="8" y="24"/>
                      <a:pt x="11" y="6"/>
                      <a:pt x="6" y="0"/>
                    </a:cubicBezTo>
                    <a:cubicBezTo>
                      <a:pt x="6" y="15"/>
                      <a:pt x="5" y="28"/>
                      <a:pt x="0" y="41"/>
                    </a:cubicBezTo>
                  </a:path>
                </a:pathLst>
              </a:custGeom>
              <a:solidFill>
                <a:srgbClr val="F5E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9766" name="Freeform 549">
                <a:extLst>
                  <a:ext uri="{FF2B5EF4-FFF2-40B4-BE49-F238E27FC236}">
                    <a16:creationId xmlns:a16="http://schemas.microsoft.com/office/drawing/2014/main" id="{90D7A273-22EC-4882-B81C-BCCAAF554B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0" y="3822"/>
                <a:ext cx="11" cy="11"/>
              </a:xfrm>
              <a:custGeom>
                <a:avLst/>
                <a:gdLst>
                  <a:gd name="T0" fmla="*/ 1 w 11"/>
                  <a:gd name="T1" fmla="*/ 0 h 12"/>
                  <a:gd name="T2" fmla="*/ 0 w 11"/>
                  <a:gd name="T3" fmla="*/ 9 h 12"/>
                  <a:gd name="T4" fmla="*/ 6 w 11"/>
                  <a:gd name="T5" fmla="*/ 6 h 12"/>
                  <a:gd name="T6" fmla="*/ 11 w 11"/>
                  <a:gd name="T7" fmla="*/ 5 h 12"/>
                  <a:gd name="T8" fmla="*/ 7 w 11"/>
                  <a:gd name="T9" fmla="*/ 3 h 12"/>
                  <a:gd name="T10" fmla="*/ 2 w 11"/>
                  <a:gd name="T11" fmla="*/ 1 h 1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12">
                    <a:moveTo>
                      <a:pt x="1" y="0"/>
                    </a:moveTo>
                    <a:cubicBezTo>
                      <a:pt x="1" y="4"/>
                      <a:pt x="0" y="8"/>
                      <a:pt x="0" y="12"/>
                    </a:cubicBezTo>
                    <a:cubicBezTo>
                      <a:pt x="2" y="10"/>
                      <a:pt x="4" y="8"/>
                      <a:pt x="6" y="7"/>
                    </a:cubicBezTo>
                    <a:cubicBezTo>
                      <a:pt x="8" y="6"/>
                      <a:pt x="10" y="6"/>
                      <a:pt x="11" y="5"/>
                    </a:cubicBezTo>
                    <a:cubicBezTo>
                      <a:pt x="11" y="4"/>
                      <a:pt x="8" y="3"/>
                      <a:pt x="7" y="3"/>
                    </a:cubicBezTo>
                    <a:cubicBezTo>
                      <a:pt x="5" y="2"/>
                      <a:pt x="3" y="2"/>
                      <a:pt x="2" y="1"/>
                    </a:cubicBezTo>
                  </a:path>
                </a:pathLst>
              </a:custGeom>
              <a:solidFill>
                <a:srgbClr val="5C36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9767" name="Freeform 550">
                <a:extLst>
                  <a:ext uri="{FF2B5EF4-FFF2-40B4-BE49-F238E27FC236}">
                    <a16:creationId xmlns:a16="http://schemas.microsoft.com/office/drawing/2014/main" id="{F498122B-A4F8-4778-BEF6-580B708575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9" y="3763"/>
                <a:ext cx="80" cy="61"/>
              </a:xfrm>
              <a:custGeom>
                <a:avLst/>
                <a:gdLst>
                  <a:gd name="T0" fmla="*/ 2 w 82"/>
                  <a:gd name="T1" fmla="*/ 0 h 61"/>
                  <a:gd name="T2" fmla="*/ 8 w 82"/>
                  <a:gd name="T3" fmla="*/ 25 h 61"/>
                  <a:gd name="T4" fmla="*/ 24 w 82"/>
                  <a:gd name="T5" fmla="*/ 41 h 61"/>
                  <a:gd name="T6" fmla="*/ 51 w 82"/>
                  <a:gd name="T7" fmla="*/ 50 h 61"/>
                  <a:gd name="T8" fmla="*/ 76 w 82"/>
                  <a:gd name="T9" fmla="*/ 61 h 61"/>
                  <a:gd name="T10" fmla="*/ 42 w 82"/>
                  <a:gd name="T11" fmla="*/ 40 h 61"/>
                  <a:gd name="T12" fmla="*/ 20 w 82"/>
                  <a:gd name="T13" fmla="*/ 29 h 61"/>
                  <a:gd name="T14" fmla="*/ 9 w 82"/>
                  <a:gd name="T15" fmla="*/ 16 h 61"/>
                  <a:gd name="T16" fmla="*/ 1 w 82"/>
                  <a:gd name="T17" fmla="*/ 1 h 6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2" h="61">
                    <a:moveTo>
                      <a:pt x="2" y="0"/>
                    </a:moveTo>
                    <a:cubicBezTo>
                      <a:pt x="0" y="7"/>
                      <a:pt x="5" y="19"/>
                      <a:pt x="8" y="25"/>
                    </a:cubicBezTo>
                    <a:cubicBezTo>
                      <a:pt x="12" y="33"/>
                      <a:pt x="18" y="38"/>
                      <a:pt x="27" y="41"/>
                    </a:cubicBezTo>
                    <a:cubicBezTo>
                      <a:pt x="36" y="44"/>
                      <a:pt x="45" y="48"/>
                      <a:pt x="54" y="50"/>
                    </a:cubicBezTo>
                    <a:cubicBezTo>
                      <a:pt x="63" y="53"/>
                      <a:pt x="73" y="61"/>
                      <a:pt x="82" y="61"/>
                    </a:cubicBezTo>
                    <a:cubicBezTo>
                      <a:pt x="70" y="57"/>
                      <a:pt x="57" y="46"/>
                      <a:pt x="45" y="40"/>
                    </a:cubicBezTo>
                    <a:cubicBezTo>
                      <a:pt x="38" y="37"/>
                      <a:pt x="29" y="34"/>
                      <a:pt x="23" y="29"/>
                    </a:cubicBezTo>
                    <a:cubicBezTo>
                      <a:pt x="18" y="25"/>
                      <a:pt x="13" y="21"/>
                      <a:pt x="9" y="16"/>
                    </a:cubicBezTo>
                    <a:cubicBezTo>
                      <a:pt x="6" y="13"/>
                      <a:pt x="4" y="3"/>
                      <a:pt x="1" y="1"/>
                    </a:cubicBezTo>
                  </a:path>
                </a:pathLst>
              </a:custGeom>
              <a:solidFill>
                <a:srgbClr val="5C36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9768" name="Freeform 551">
                <a:extLst>
                  <a:ext uri="{FF2B5EF4-FFF2-40B4-BE49-F238E27FC236}">
                    <a16:creationId xmlns:a16="http://schemas.microsoft.com/office/drawing/2014/main" id="{3F57C94B-B469-486B-AFE6-C745357727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4" y="3787"/>
                <a:ext cx="24" cy="17"/>
              </a:xfrm>
              <a:custGeom>
                <a:avLst/>
                <a:gdLst>
                  <a:gd name="T0" fmla="*/ 24 w 24"/>
                  <a:gd name="T1" fmla="*/ 0 h 17"/>
                  <a:gd name="T2" fmla="*/ 24 w 24"/>
                  <a:gd name="T3" fmla="*/ 17 h 17"/>
                  <a:gd name="T4" fmla="*/ 0 w 24"/>
                  <a:gd name="T5" fmla="*/ 7 h 17"/>
                  <a:gd name="T6" fmla="*/ 12 w 24"/>
                  <a:gd name="T7" fmla="*/ 5 h 17"/>
                  <a:gd name="T8" fmla="*/ 24 w 24"/>
                  <a:gd name="T9" fmla="*/ 1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17">
                    <a:moveTo>
                      <a:pt x="24" y="0"/>
                    </a:moveTo>
                    <a:cubicBezTo>
                      <a:pt x="24" y="6"/>
                      <a:pt x="23" y="11"/>
                      <a:pt x="24" y="17"/>
                    </a:cubicBezTo>
                    <a:cubicBezTo>
                      <a:pt x="20" y="9"/>
                      <a:pt x="6" y="11"/>
                      <a:pt x="0" y="7"/>
                    </a:cubicBezTo>
                    <a:cubicBezTo>
                      <a:pt x="3" y="9"/>
                      <a:pt x="9" y="6"/>
                      <a:pt x="12" y="5"/>
                    </a:cubicBezTo>
                    <a:cubicBezTo>
                      <a:pt x="16" y="4"/>
                      <a:pt x="20" y="3"/>
                      <a:pt x="24" y="1"/>
                    </a:cubicBezTo>
                  </a:path>
                </a:pathLst>
              </a:custGeom>
              <a:solidFill>
                <a:srgbClr val="5C36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9769" name="Freeform 552">
                <a:extLst>
                  <a:ext uri="{FF2B5EF4-FFF2-40B4-BE49-F238E27FC236}">
                    <a16:creationId xmlns:a16="http://schemas.microsoft.com/office/drawing/2014/main" id="{9D78DA72-5C37-41A2-A877-58A208C9F3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7" y="3716"/>
                <a:ext cx="63" cy="63"/>
              </a:xfrm>
              <a:custGeom>
                <a:avLst/>
                <a:gdLst>
                  <a:gd name="T0" fmla="*/ 0 w 63"/>
                  <a:gd name="T1" fmla="*/ 61 h 64"/>
                  <a:gd name="T2" fmla="*/ 29 w 63"/>
                  <a:gd name="T3" fmla="*/ 55 h 64"/>
                  <a:gd name="T4" fmla="*/ 50 w 63"/>
                  <a:gd name="T5" fmla="*/ 45 h 64"/>
                  <a:gd name="T6" fmla="*/ 49 w 63"/>
                  <a:gd name="T7" fmla="*/ 0 h 64"/>
                  <a:gd name="T8" fmla="*/ 39 w 63"/>
                  <a:gd name="T9" fmla="*/ 43 h 64"/>
                  <a:gd name="T10" fmla="*/ 20 w 63"/>
                  <a:gd name="T11" fmla="*/ 53 h 64"/>
                  <a:gd name="T12" fmla="*/ 1 w 63"/>
                  <a:gd name="T13" fmla="*/ 61 h 6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3" h="64">
                    <a:moveTo>
                      <a:pt x="0" y="64"/>
                    </a:moveTo>
                    <a:cubicBezTo>
                      <a:pt x="8" y="61"/>
                      <a:pt x="19" y="61"/>
                      <a:pt x="29" y="58"/>
                    </a:cubicBezTo>
                    <a:cubicBezTo>
                      <a:pt x="36" y="56"/>
                      <a:pt x="43" y="53"/>
                      <a:pt x="50" y="48"/>
                    </a:cubicBezTo>
                    <a:cubicBezTo>
                      <a:pt x="63" y="39"/>
                      <a:pt x="54" y="12"/>
                      <a:pt x="49" y="0"/>
                    </a:cubicBezTo>
                    <a:cubicBezTo>
                      <a:pt x="48" y="18"/>
                      <a:pt x="56" y="33"/>
                      <a:pt x="39" y="46"/>
                    </a:cubicBezTo>
                    <a:cubicBezTo>
                      <a:pt x="33" y="50"/>
                      <a:pt x="26" y="54"/>
                      <a:pt x="20" y="56"/>
                    </a:cubicBezTo>
                    <a:cubicBezTo>
                      <a:pt x="14" y="59"/>
                      <a:pt x="5" y="60"/>
                      <a:pt x="1" y="64"/>
                    </a:cubicBezTo>
                  </a:path>
                </a:pathLst>
              </a:custGeom>
              <a:solidFill>
                <a:srgbClr val="5C36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9770" name="Freeform 553">
                <a:extLst>
                  <a:ext uri="{FF2B5EF4-FFF2-40B4-BE49-F238E27FC236}">
                    <a16:creationId xmlns:a16="http://schemas.microsoft.com/office/drawing/2014/main" id="{8AEB14B0-1A3B-424C-8672-510FF0ABAA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3" y="3717"/>
                <a:ext cx="88" cy="35"/>
              </a:xfrm>
              <a:custGeom>
                <a:avLst/>
                <a:gdLst>
                  <a:gd name="T0" fmla="*/ 0 w 89"/>
                  <a:gd name="T1" fmla="*/ 2 h 35"/>
                  <a:gd name="T2" fmla="*/ 63 w 89"/>
                  <a:gd name="T3" fmla="*/ 35 h 35"/>
                  <a:gd name="T4" fmla="*/ 86 w 89"/>
                  <a:gd name="T5" fmla="*/ 8 h 35"/>
                  <a:gd name="T6" fmla="*/ 63 w 89"/>
                  <a:gd name="T7" fmla="*/ 22 h 35"/>
                  <a:gd name="T8" fmla="*/ 0 w 89"/>
                  <a:gd name="T9" fmla="*/ 2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9" h="35">
                    <a:moveTo>
                      <a:pt x="0" y="2"/>
                    </a:moveTo>
                    <a:cubicBezTo>
                      <a:pt x="0" y="2"/>
                      <a:pt x="39" y="0"/>
                      <a:pt x="66" y="35"/>
                    </a:cubicBezTo>
                    <a:cubicBezTo>
                      <a:pt x="89" y="8"/>
                      <a:pt x="89" y="8"/>
                      <a:pt x="89" y="8"/>
                    </a:cubicBezTo>
                    <a:cubicBezTo>
                      <a:pt x="89" y="8"/>
                      <a:pt x="72" y="24"/>
                      <a:pt x="66" y="22"/>
                    </a:cubicBezTo>
                    <a:cubicBezTo>
                      <a:pt x="59" y="20"/>
                      <a:pt x="39" y="0"/>
                      <a:pt x="0" y="2"/>
                    </a:cubicBezTo>
                    <a:close/>
                  </a:path>
                </a:pathLst>
              </a:custGeom>
              <a:solidFill>
                <a:srgbClr val="B780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9771" name="Freeform 554">
                <a:extLst>
                  <a:ext uri="{FF2B5EF4-FFF2-40B4-BE49-F238E27FC236}">
                    <a16:creationId xmlns:a16="http://schemas.microsoft.com/office/drawing/2014/main" id="{886F5153-E6C5-46D3-8046-65FDB445E1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5" y="3747"/>
                <a:ext cx="82" cy="30"/>
              </a:xfrm>
              <a:custGeom>
                <a:avLst/>
                <a:gdLst>
                  <a:gd name="T0" fmla="*/ 0 w 83"/>
                  <a:gd name="T1" fmla="*/ 10 h 31"/>
                  <a:gd name="T2" fmla="*/ 20 w 83"/>
                  <a:gd name="T3" fmla="*/ 28 h 31"/>
                  <a:gd name="T4" fmla="*/ 80 w 83"/>
                  <a:gd name="T5" fmla="*/ 2 h 31"/>
                  <a:gd name="T6" fmla="*/ 36 w 83"/>
                  <a:gd name="T7" fmla="*/ 10 h 31"/>
                  <a:gd name="T8" fmla="*/ 0 w 83"/>
                  <a:gd name="T9" fmla="*/ 10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3" h="31">
                    <a:moveTo>
                      <a:pt x="0" y="10"/>
                    </a:moveTo>
                    <a:cubicBezTo>
                      <a:pt x="20" y="31"/>
                      <a:pt x="20" y="31"/>
                      <a:pt x="20" y="31"/>
                    </a:cubicBezTo>
                    <a:cubicBezTo>
                      <a:pt x="20" y="31"/>
                      <a:pt x="41" y="5"/>
                      <a:pt x="83" y="2"/>
                    </a:cubicBezTo>
                    <a:cubicBezTo>
                      <a:pt x="83" y="2"/>
                      <a:pt x="54" y="0"/>
                      <a:pt x="36" y="10"/>
                    </a:cubicBezTo>
                    <a:cubicBezTo>
                      <a:pt x="18" y="20"/>
                      <a:pt x="11" y="20"/>
                      <a:pt x="0" y="10"/>
                    </a:cubicBezTo>
                    <a:close/>
                  </a:path>
                </a:pathLst>
              </a:custGeom>
              <a:solidFill>
                <a:srgbClr val="B780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9772" name="Line 555">
                <a:extLst>
                  <a:ext uri="{FF2B5EF4-FFF2-40B4-BE49-F238E27FC236}">
                    <a16:creationId xmlns:a16="http://schemas.microsoft.com/office/drawing/2014/main" id="{00809993-8785-44D0-A7D0-F2E9D1CBED0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465" y="1350"/>
                <a:ext cx="72" cy="1"/>
              </a:xfrm>
              <a:prstGeom prst="line">
                <a:avLst/>
              </a:prstGeom>
              <a:noFill/>
              <a:ln w="6350" cap="rnd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9773" name="Line 556">
                <a:extLst>
                  <a:ext uri="{FF2B5EF4-FFF2-40B4-BE49-F238E27FC236}">
                    <a16:creationId xmlns:a16="http://schemas.microsoft.com/office/drawing/2014/main" id="{64541545-5630-40FC-A356-2E7E48B1D96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466" y="1363"/>
                <a:ext cx="72" cy="1"/>
              </a:xfrm>
              <a:prstGeom prst="line">
                <a:avLst/>
              </a:prstGeom>
              <a:noFill/>
              <a:ln w="6350" cap="rnd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9774" name="Line 557">
                <a:extLst>
                  <a:ext uri="{FF2B5EF4-FFF2-40B4-BE49-F238E27FC236}">
                    <a16:creationId xmlns:a16="http://schemas.microsoft.com/office/drawing/2014/main" id="{9DA3150F-DFFC-4D8A-967F-43549283FA6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465" y="1381"/>
                <a:ext cx="71" cy="1"/>
              </a:xfrm>
              <a:prstGeom prst="line">
                <a:avLst/>
              </a:prstGeom>
              <a:noFill/>
              <a:ln w="3175" cap="rnd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9775" name="Freeform 558">
                <a:extLst>
                  <a:ext uri="{FF2B5EF4-FFF2-40B4-BE49-F238E27FC236}">
                    <a16:creationId xmlns:a16="http://schemas.microsoft.com/office/drawing/2014/main" id="{4745D8AA-CA03-4F14-B9D3-182DD6BCF1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0" y="2297"/>
                <a:ext cx="50" cy="39"/>
              </a:xfrm>
              <a:custGeom>
                <a:avLst/>
                <a:gdLst>
                  <a:gd name="T0" fmla="*/ 0 w 51"/>
                  <a:gd name="T1" fmla="*/ 0 h 40"/>
                  <a:gd name="T2" fmla="*/ 0 w 51"/>
                  <a:gd name="T3" fmla="*/ 35 h 40"/>
                  <a:gd name="T4" fmla="*/ 22 w 51"/>
                  <a:gd name="T5" fmla="*/ 36 h 40"/>
                  <a:gd name="T6" fmla="*/ 40 w 51"/>
                  <a:gd name="T7" fmla="*/ 32 h 40"/>
                  <a:gd name="T8" fmla="*/ 11 w 51"/>
                  <a:gd name="T9" fmla="*/ 3 h 40"/>
                  <a:gd name="T10" fmla="*/ 1 w 51"/>
                  <a:gd name="T11" fmla="*/ 0 h 4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1" h="40">
                    <a:moveTo>
                      <a:pt x="0" y="0"/>
                    </a:moveTo>
                    <a:cubicBezTo>
                      <a:pt x="0" y="13"/>
                      <a:pt x="0" y="26"/>
                      <a:pt x="0" y="38"/>
                    </a:cubicBezTo>
                    <a:cubicBezTo>
                      <a:pt x="8" y="39"/>
                      <a:pt x="15" y="40"/>
                      <a:pt x="22" y="39"/>
                    </a:cubicBezTo>
                    <a:cubicBezTo>
                      <a:pt x="27" y="39"/>
                      <a:pt x="39" y="39"/>
                      <a:pt x="43" y="35"/>
                    </a:cubicBezTo>
                    <a:cubicBezTo>
                      <a:pt x="51" y="24"/>
                      <a:pt x="18" y="6"/>
                      <a:pt x="11" y="3"/>
                    </a:cubicBezTo>
                    <a:cubicBezTo>
                      <a:pt x="8" y="2"/>
                      <a:pt x="4" y="2"/>
                      <a:pt x="1" y="0"/>
                    </a:cubicBezTo>
                  </a:path>
                </a:pathLst>
              </a:custGeom>
              <a:solidFill>
                <a:srgbClr val="D9D7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9776" name="Freeform 559">
                <a:extLst>
                  <a:ext uri="{FF2B5EF4-FFF2-40B4-BE49-F238E27FC236}">
                    <a16:creationId xmlns:a16="http://schemas.microsoft.com/office/drawing/2014/main" id="{311CE8B7-580F-443A-BD45-4A05F039BB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1" y="1871"/>
                <a:ext cx="126" cy="258"/>
              </a:xfrm>
              <a:custGeom>
                <a:avLst/>
                <a:gdLst>
                  <a:gd name="T0" fmla="*/ 20 w 128"/>
                  <a:gd name="T1" fmla="*/ 250 h 262"/>
                  <a:gd name="T2" fmla="*/ 32 w 128"/>
                  <a:gd name="T3" fmla="*/ 234 h 262"/>
                  <a:gd name="T4" fmla="*/ 46 w 128"/>
                  <a:gd name="T5" fmla="*/ 214 h 262"/>
                  <a:gd name="T6" fmla="*/ 67 w 128"/>
                  <a:gd name="T7" fmla="*/ 185 h 262"/>
                  <a:gd name="T8" fmla="*/ 80 w 128"/>
                  <a:gd name="T9" fmla="*/ 152 h 262"/>
                  <a:gd name="T10" fmla="*/ 91 w 128"/>
                  <a:gd name="T11" fmla="*/ 127 h 262"/>
                  <a:gd name="T12" fmla="*/ 102 w 128"/>
                  <a:gd name="T13" fmla="*/ 47 h 262"/>
                  <a:gd name="T14" fmla="*/ 113 w 128"/>
                  <a:gd name="T15" fmla="*/ 21 h 262"/>
                  <a:gd name="T16" fmla="*/ 121 w 128"/>
                  <a:gd name="T17" fmla="*/ 0 h 262"/>
                  <a:gd name="T18" fmla="*/ 105 w 128"/>
                  <a:gd name="T19" fmla="*/ 26 h 262"/>
                  <a:gd name="T20" fmla="*/ 93 w 128"/>
                  <a:gd name="T21" fmla="*/ 63 h 262"/>
                  <a:gd name="T22" fmla="*/ 74 w 128"/>
                  <a:gd name="T23" fmla="*/ 129 h 262"/>
                  <a:gd name="T24" fmla="*/ 59 w 128"/>
                  <a:gd name="T25" fmla="*/ 157 h 262"/>
                  <a:gd name="T26" fmla="*/ 52 w 128"/>
                  <a:gd name="T27" fmla="*/ 176 h 262"/>
                  <a:gd name="T28" fmla="*/ 32 w 128"/>
                  <a:gd name="T29" fmla="*/ 198 h 262"/>
                  <a:gd name="T30" fmla="*/ 23 w 128"/>
                  <a:gd name="T31" fmla="*/ 202 h 262"/>
                  <a:gd name="T32" fmla="*/ 15 w 128"/>
                  <a:gd name="T33" fmla="*/ 196 h 262"/>
                  <a:gd name="T34" fmla="*/ 5 w 128"/>
                  <a:gd name="T35" fmla="*/ 197 h 262"/>
                  <a:gd name="T36" fmla="*/ 20 w 128"/>
                  <a:gd name="T37" fmla="*/ 211 h 262"/>
                  <a:gd name="T38" fmla="*/ 19 w 128"/>
                  <a:gd name="T39" fmla="*/ 246 h 262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128" h="262">
                    <a:moveTo>
                      <a:pt x="20" y="262"/>
                    </a:moveTo>
                    <a:cubicBezTo>
                      <a:pt x="25" y="259"/>
                      <a:pt x="29" y="251"/>
                      <a:pt x="33" y="246"/>
                    </a:cubicBezTo>
                    <a:cubicBezTo>
                      <a:pt x="38" y="238"/>
                      <a:pt x="44" y="231"/>
                      <a:pt x="49" y="223"/>
                    </a:cubicBezTo>
                    <a:cubicBezTo>
                      <a:pt x="56" y="214"/>
                      <a:pt x="64" y="204"/>
                      <a:pt x="70" y="194"/>
                    </a:cubicBezTo>
                    <a:cubicBezTo>
                      <a:pt x="76" y="183"/>
                      <a:pt x="79" y="169"/>
                      <a:pt x="83" y="158"/>
                    </a:cubicBezTo>
                    <a:cubicBezTo>
                      <a:pt x="87" y="150"/>
                      <a:pt x="92" y="142"/>
                      <a:pt x="94" y="133"/>
                    </a:cubicBezTo>
                    <a:cubicBezTo>
                      <a:pt x="99" y="106"/>
                      <a:pt x="103" y="78"/>
                      <a:pt x="108" y="50"/>
                    </a:cubicBezTo>
                    <a:cubicBezTo>
                      <a:pt x="110" y="40"/>
                      <a:pt x="115" y="31"/>
                      <a:pt x="119" y="21"/>
                    </a:cubicBezTo>
                    <a:cubicBezTo>
                      <a:pt x="122" y="16"/>
                      <a:pt x="128" y="6"/>
                      <a:pt x="127" y="0"/>
                    </a:cubicBezTo>
                    <a:cubicBezTo>
                      <a:pt x="124" y="8"/>
                      <a:pt x="116" y="17"/>
                      <a:pt x="111" y="26"/>
                    </a:cubicBezTo>
                    <a:cubicBezTo>
                      <a:pt x="104" y="38"/>
                      <a:pt x="101" y="52"/>
                      <a:pt x="97" y="66"/>
                    </a:cubicBezTo>
                    <a:cubicBezTo>
                      <a:pt x="91" y="89"/>
                      <a:pt x="88" y="114"/>
                      <a:pt x="77" y="135"/>
                    </a:cubicBezTo>
                    <a:cubicBezTo>
                      <a:pt x="72" y="145"/>
                      <a:pt x="66" y="153"/>
                      <a:pt x="62" y="163"/>
                    </a:cubicBezTo>
                    <a:cubicBezTo>
                      <a:pt x="58" y="170"/>
                      <a:pt x="58" y="178"/>
                      <a:pt x="55" y="185"/>
                    </a:cubicBezTo>
                    <a:cubicBezTo>
                      <a:pt x="51" y="195"/>
                      <a:pt x="44" y="204"/>
                      <a:pt x="35" y="207"/>
                    </a:cubicBezTo>
                    <a:cubicBezTo>
                      <a:pt x="32" y="208"/>
                      <a:pt x="26" y="211"/>
                      <a:pt x="23" y="211"/>
                    </a:cubicBezTo>
                    <a:cubicBezTo>
                      <a:pt x="21" y="210"/>
                      <a:pt x="18" y="206"/>
                      <a:pt x="15" y="205"/>
                    </a:cubicBezTo>
                    <a:cubicBezTo>
                      <a:pt x="12" y="203"/>
                      <a:pt x="0" y="199"/>
                      <a:pt x="5" y="206"/>
                    </a:cubicBezTo>
                    <a:cubicBezTo>
                      <a:pt x="8" y="212"/>
                      <a:pt x="17" y="212"/>
                      <a:pt x="20" y="220"/>
                    </a:cubicBezTo>
                    <a:cubicBezTo>
                      <a:pt x="24" y="231"/>
                      <a:pt x="19" y="246"/>
                      <a:pt x="19" y="258"/>
                    </a:cubicBezTo>
                  </a:path>
                </a:pathLst>
              </a:custGeom>
              <a:solidFill>
                <a:srgbClr val="D9D7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9777" name="Freeform 560">
                <a:extLst>
                  <a:ext uri="{FF2B5EF4-FFF2-40B4-BE49-F238E27FC236}">
                    <a16:creationId xmlns:a16="http://schemas.microsoft.com/office/drawing/2014/main" id="{99E87A27-1451-4164-AB03-767E1C2725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0" y="1960"/>
                <a:ext cx="36" cy="63"/>
              </a:xfrm>
              <a:custGeom>
                <a:avLst/>
                <a:gdLst>
                  <a:gd name="T0" fmla="*/ 33 w 36"/>
                  <a:gd name="T1" fmla="*/ 2 h 64"/>
                  <a:gd name="T2" fmla="*/ 24 w 36"/>
                  <a:gd name="T3" fmla="*/ 10 h 64"/>
                  <a:gd name="T4" fmla="*/ 22 w 36"/>
                  <a:gd name="T5" fmla="*/ 24 h 64"/>
                  <a:gd name="T6" fmla="*/ 14 w 36"/>
                  <a:gd name="T7" fmla="*/ 43 h 64"/>
                  <a:gd name="T8" fmla="*/ 10 w 36"/>
                  <a:gd name="T9" fmla="*/ 51 h 64"/>
                  <a:gd name="T10" fmla="*/ 3 w 36"/>
                  <a:gd name="T11" fmla="*/ 56 h 64"/>
                  <a:gd name="T12" fmla="*/ 7 w 36"/>
                  <a:gd name="T13" fmla="*/ 60 h 64"/>
                  <a:gd name="T14" fmla="*/ 28 w 36"/>
                  <a:gd name="T15" fmla="*/ 37 h 64"/>
                  <a:gd name="T16" fmla="*/ 36 w 36"/>
                  <a:gd name="T17" fmla="*/ 0 h 6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6" h="64">
                    <a:moveTo>
                      <a:pt x="33" y="2"/>
                    </a:moveTo>
                    <a:cubicBezTo>
                      <a:pt x="33" y="7"/>
                      <a:pt x="26" y="6"/>
                      <a:pt x="24" y="10"/>
                    </a:cubicBezTo>
                    <a:cubicBezTo>
                      <a:pt x="23" y="13"/>
                      <a:pt x="23" y="20"/>
                      <a:pt x="22" y="24"/>
                    </a:cubicBezTo>
                    <a:cubicBezTo>
                      <a:pt x="20" y="32"/>
                      <a:pt x="18" y="39"/>
                      <a:pt x="14" y="46"/>
                    </a:cubicBezTo>
                    <a:cubicBezTo>
                      <a:pt x="13" y="49"/>
                      <a:pt x="12" y="51"/>
                      <a:pt x="10" y="54"/>
                    </a:cubicBezTo>
                    <a:cubicBezTo>
                      <a:pt x="8" y="56"/>
                      <a:pt x="4" y="57"/>
                      <a:pt x="3" y="59"/>
                    </a:cubicBezTo>
                    <a:cubicBezTo>
                      <a:pt x="0" y="64"/>
                      <a:pt x="2" y="64"/>
                      <a:pt x="7" y="63"/>
                    </a:cubicBezTo>
                    <a:cubicBezTo>
                      <a:pt x="17" y="61"/>
                      <a:pt x="25" y="49"/>
                      <a:pt x="28" y="40"/>
                    </a:cubicBezTo>
                    <a:cubicBezTo>
                      <a:pt x="32" y="28"/>
                      <a:pt x="27" y="10"/>
                      <a:pt x="36" y="0"/>
                    </a:cubicBezTo>
                  </a:path>
                </a:pathLst>
              </a:custGeom>
              <a:solidFill>
                <a:srgbClr val="D9D7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9778" name="Freeform 561">
                <a:extLst>
                  <a:ext uri="{FF2B5EF4-FFF2-40B4-BE49-F238E27FC236}">
                    <a16:creationId xmlns:a16="http://schemas.microsoft.com/office/drawing/2014/main" id="{7A18C76A-8674-473F-AE18-D2E6C6BE41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8" y="2261"/>
                <a:ext cx="42" cy="154"/>
              </a:xfrm>
              <a:custGeom>
                <a:avLst/>
                <a:gdLst>
                  <a:gd name="T0" fmla="*/ 0 w 43"/>
                  <a:gd name="T1" fmla="*/ 0 h 156"/>
                  <a:gd name="T2" fmla="*/ 14 w 43"/>
                  <a:gd name="T3" fmla="*/ 38 h 156"/>
                  <a:gd name="T4" fmla="*/ 27 w 43"/>
                  <a:gd name="T5" fmla="*/ 63 h 156"/>
                  <a:gd name="T6" fmla="*/ 38 w 43"/>
                  <a:gd name="T7" fmla="*/ 79 h 156"/>
                  <a:gd name="T8" fmla="*/ 34 w 43"/>
                  <a:gd name="T9" fmla="*/ 86 h 156"/>
                  <a:gd name="T10" fmla="*/ 26 w 43"/>
                  <a:gd name="T11" fmla="*/ 107 h 156"/>
                  <a:gd name="T12" fmla="*/ 21 w 43"/>
                  <a:gd name="T13" fmla="*/ 126 h 156"/>
                  <a:gd name="T14" fmla="*/ 21 w 43"/>
                  <a:gd name="T15" fmla="*/ 150 h 156"/>
                  <a:gd name="T16" fmla="*/ 19 w 43"/>
                  <a:gd name="T17" fmla="*/ 106 h 156"/>
                  <a:gd name="T18" fmla="*/ 25 w 43"/>
                  <a:gd name="T19" fmla="*/ 78 h 156"/>
                  <a:gd name="T20" fmla="*/ 21 w 43"/>
                  <a:gd name="T21" fmla="*/ 66 h 156"/>
                  <a:gd name="T22" fmla="*/ 17 w 43"/>
                  <a:gd name="T23" fmla="*/ 51 h 156"/>
                  <a:gd name="T24" fmla="*/ 2 w 43"/>
                  <a:gd name="T25" fmla="*/ 7 h 15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43" h="156">
                    <a:moveTo>
                      <a:pt x="0" y="0"/>
                    </a:moveTo>
                    <a:cubicBezTo>
                      <a:pt x="6" y="11"/>
                      <a:pt x="8" y="26"/>
                      <a:pt x="14" y="38"/>
                    </a:cubicBezTo>
                    <a:cubicBezTo>
                      <a:pt x="19" y="48"/>
                      <a:pt x="25" y="57"/>
                      <a:pt x="30" y="66"/>
                    </a:cubicBezTo>
                    <a:cubicBezTo>
                      <a:pt x="33" y="72"/>
                      <a:pt x="39" y="76"/>
                      <a:pt x="41" y="82"/>
                    </a:cubicBezTo>
                    <a:cubicBezTo>
                      <a:pt x="43" y="88"/>
                      <a:pt x="42" y="86"/>
                      <a:pt x="37" y="89"/>
                    </a:cubicBezTo>
                    <a:cubicBezTo>
                      <a:pt x="29" y="93"/>
                      <a:pt x="30" y="101"/>
                      <a:pt x="29" y="110"/>
                    </a:cubicBezTo>
                    <a:cubicBezTo>
                      <a:pt x="27" y="118"/>
                      <a:pt x="25" y="125"/>
                      <a:pt x="24" y="132"/>
                    </a:cubicBezTo>
                    <a:cubicBezTo>
                      <a:pt x="23" y="140"/>
                      <a:pt x="24" y="149"/>
                      <a:pt x="22" y="156"/>
                    </a:cubicBezTo>
                    <a:cubicBezTo>
                      <a:pt x="19" y="140"/>
                      <a:pt x="19" y="124"/>
                      <a:pt x="19" y="109"/>
                    </a:cubicBezTo>
                    <a:cubicBezTo>
                      <a:pt x="19" y="99"/>
                      <a:pt x="27" y="90"/>
                      <a:pt x="28" y="81"/>
                    </a:cubicBezTo>
                    <a:cubicBezTo>
                      <a:pt x="28" y="77"/>
                      <a:pt x="24" y="72"/>
                      <a:pt x="22" y="69"/>
                    </a:cubicBezTo>
                    <a:cubicBezTo>
                      <a:pt x="20" y="64"/>
                      <a:pt x="19" y="59"/>
                      <a:pt x="17" y="54"/>
                    </a:cubicBezTo>
                    <a:cubicBezTo>
                      <a:pt x="10" y="38"/>
                      <a:pt x="5" y="25"/>
                      <a:pt x="2" y="7"/>
                    </a:cubicBezTo>
                  </a:path>
                </a:pathLst>
              </a:custGeom>
              <a:solidFill>
                <a:srgbClr val="D9D7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9779" name="Freeform 562">
                <a:extLst>
                  <a:ext uri="{FF2B5EF4-FFF2-40B4-BE49-F238E27FC236}">
                    <a16:creationId xmlns:a16="http://schemas.microsoft.com/office/drawing/2014/main" id="{7AEC2C45-22AC-42DA-B537-CB14BFB9EA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5" y="2499"/>
                <a:ext cx="46" cy="192"/>
              </a:xfrm>
              <a:custGeom>
                <a:avLst/>
                <a:gdLst>
                  <a:gd name="T0" fmla="*/ 2 w 46"/>
                  <a:gd name="T1" fmla="*/ 0 h 195"/>
                  <a:gd name="T2" fmla="*/ 8 w 46"/>
                  <a:gd name="T3" fmla="*/ 19 h 195"/>
                  <a:gd name="T4" fmla="*/ 16 w 46"/>
                  <a:gd name="T5" fmla="*/ 46 h 195"/>
                  <a:gd name="T6" fmla="*/ 30 w 46"/>
                  <a:gd name="T7" fmla="*/ 98 h 195"/>
                  <a:gd name="T8" fmla="*/ 34 w 46"/>
                  <a:gd name="T9" fmla="*/ 126 h 195"/>
                  <a:gd name="T10" fmla="*/ 41 w 46"/>
                  <a:gd name="T11" fmla="*/ 158 h 195"/>
                  <a:gd name="T12" fmla="*/ 46 w 46"/>
                  <a:gd name="T13" fmla="*/ 186 h 195"/>
                  <a:gd name="T14" fmla="*/ 33 w 46"/>
                  <a:gd name="T15" fmla="*/ 167 h 195"/>
                  <a:gd name="T16" fmla="*/ 21 w 46"/>
                  <a:gd name="T17" fmla="*/ 145 h 195"/>
                  <a:gd name="T18" fmla="*/ 11 w 46"/>
                  <a:gd name="T19" fmla="*/ 95 h 195"/>
                  <a:gd name="T20" fmla="*/ 6 w 46"/>
                  <a:gd name="T21" fmla="*/ 48 h 195"/>
                  <a:gd name="T22" fmla="*/ 0 w 46"/>
                  <a:gd name="T23" fmla="*/ 2 h 19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46" h="195">
                    <a:moveTo>
                      <a:pt x="2" y="0"/>
                    </a:moveTo>
                    <a:cubicBezTo>
                      <a:pt x="1" y="6"/>
                      <a:pt x="6" y="13"/>
                      <a:pt x="8" y="19"/>
                    </a:cubicBezTo>
                    <a:cubicBezTo>
                      <a:pt x="11" y="29"/>
                      <a:pt x="13" y="39"/>
                      <a:pt x="16" y="49"/>
                    </a:cubicBezTo>
                    <a:cubicBezTo>
                      <a:pt x="22" y="67"/>
                      <a:pt x="24" y="85"/>
                      <a:pt x="30" y="104"/>
                    </a:cubicBezTo>
                    <a:cubicBezTo>
                      <a:pt x="32" y="113"/>
                      <a:pt x="33" y="122"/>
                      <a:pt x="34" y="132"/>
                    </a:cubicBezTo>
                    <a:cubicBezTo>
                      <a:pt x="35" y="143"/>
                      <a:pt x="39" y="154"/>
                      <a:pt x="41" y="165"/>
                    </a:cubicBezTo>
                    <a:cubicBezTo>
                      <a:pt x="43" y="174"/>
                      <a:pt x="44" y="185"/>
                      <a:pt x="46" y="195"/>
                    </a:cubicBezTo>
                    <a:cubicBezTo>
                      <a:pt x="39" y="193"/>
                      <a:pt x="35" y="181"/>
                      <a:pt x="33" y="176"/>
                    </a:cubicBezTo>
                    <a:cubicBezTo>
                      <a:pt x="29" y="166"/>
                      <a:pt x="27" y="159"/>
                      <a:pt x="21" y="151"/>
                    </a:cubicBezTo>
                    <a:cubicBezTo>
                      <a:pt x="12" y="139"/>
                      <a:pt x="13" y="114"/>
                      <a:pt x="11" y="99"/>
                    </a:cubicBezTo>
                    <a:cubicBezTo>
                      <a:pt x="10" y="83"/>
                      <a:pt x="8" y="67"/>
                      <a:pt x="6" y="51"/>
                    </a:cubicBezTo>
                    <a:cubicBezTo>
                      <a:pt x="4" y="36"/>
                      <a:pt x="6" y="16"/>
                      <a:pt x="0" y="2"/>
                    </a:cubicBezTo>
                  </a:path>
                </a:pathLst>
              </a:custGeom>
              <a:solidFill>
                <a:srgbClr val="D9D7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9780" name="Freeform 563">
                <a:extLst>
                  <a:ext uri="{FF2B5EF4-FFF2-40B4-BE49-F238E27FC236}">
                    <a16:creationId xmlns:a16="http://schemas.microsoft.com/office/drawing/2014/main" id="{0BB2DE70-79FE-4C87-B111-5E7C288612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1" y="1310"/>
                <a:ext cx="101" cy="239"/>
              </a:xfrm>
              <a:custGeom>
                <a:avLst/>
                <a:gdLst>
                  <a:gd name="T0" fmla="*/ 0 w 102"/>
                  <a:gd name="T1" fmla="*/ 231 h 243"/>
                  <a:gd name="T2" fmla="*/ 99 w 102"/>
                  <a:gd name="T3" fmla="*/ 0 h 243"/>
                  <a:gd name="T4" fmla="*/ 1 w 102"/>
                  <a:gd name="T5" fmla="*/ 192 h 243"/>
                  <a:gd name="T6" fmla="*/ 0 w 102"/>
                  <a:gd name="T7" fmla="*/ 231 h 24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2" h="243">
                    <a:moveTo>
                      <a:pt x="0" y="243"/>
                    </a:moveTo>
                    <a:cubicBezTo>
                      <a:pt x="0" y="243"/>
                      <a:pt x="85" y="27"/>
                      <a:pt x="102" y="0"/>
                    </a:cubicBezTo>
                    <a:cubicBezTo>
                      <a:pt x="102" y="0"/>
                      <a:pt x="33" y="135"/>
                      <a:pt x="1" y="201"/>
                    </a:cubicBezTo>
                    <a:lnTo>
                      <a:pt x="0" y="243"/>
                    </a:lnTo>
                    <a:close/>
                  </a:path>
                </a:pathLst>
              </a:custGeom>
              <a:solidFill>
                <a:srgbClr val="D9D7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9781" name="Freeform 564">
                <a:extLst>
                  <a:ext uri="{FF2B5EF4-FFF2-40B4-BE49-F238E27FC236}">
                    <a16:creationId xmlns:a16="http://schemas.microsoft.com/office/drawing/2014/main" id="{3B027054-3E83-46BD-80D0-B82F6E3B38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6" y="1453"/>
                <a:ext cx="70" cy="80"/>
              </a:xfrm>
              <a:custGeom>
                <a:avLst/>
                <a:gdLst>
                  <a:gd name="T0" fmla="*/ 9 w 71"/>
                  <a:gd name="T1" fmla="*/ 30 h 81"/>
                  <a:gd name="T2" fmla="*/ 35 w 71"/>
                  <a:gd name="T3" fmla="*/ 17 h 81"/>
                  <a:gd name="T4" fmla="*/ 68 w 71"/>
                  <a:gd name="T5" fmla="*/ 78 h 81"/>
                  <a:gd name="T6" fmla="*/ 12 w 71"/>
                  <a:gd name="T7" fmla="*/ 30 h 8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1" h="81">
                    <a:moveTo>
                      <a:pt x="9" y="30"/>
                    </a:moveTo>
                    <a:cubicBezTo>
                      <a:pt x="0" y="13"/>
                      <a:pt x="28" y="10"/>
                      <a:pt x="37" y="17"/>
                    </a:cubicBezTo>
                    <a:cubicBezTo>
                      <a:pt x="53" y="29"/>
                      <a:pt x="71" y="62"/>
                      <a:pt x="71" y="81"/>
                    </a:cubicBezTo>
                    <a:cubicBezTo>
                      <a:pt x="67" y="77"/>
                      <a:pt x="29" y="0"/>
                      <a:pt x="12" y="30"/>
                    </a:cubicBezTo>
                  </a:path>
                </a:pathLst>
              </a:custGeom>
              <a:solidFill>
                <a:srgbClr val="D9D7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9782" name="Freeform 565">
                <a:extLst>
                  <a:ext uri="{FF2B5EF4-FFF2-40B4-BE49-F238E27FC236}">
                    <a16:creationId xmlns:a16="http://schemas.microsoft.com/office/drawing/2014/main" id="{63F02238-00E2-4DD1-A530-AEE2101625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0" y="1534"/>
                <a:ext cx="28" cy="45"/>
              </a:xfrm>
              <a:custGeom>
                <a:avLst/>
                <a:gdLst>
                  <a:gd name="T0" fmla="*/ 0 w 28"/>
                  <a:gd name="T1" fmla="*/ 10 h 46"/>
                  <a:gd name="T2" fmla="*/ 13 w 28"/>
                  <a:gd name="T3" fmla="*/ 14 h 46"/>
                  <a:gd name="T4" fmla="*/ 27 w 28"/>
                  <a:gd name="T5" fmla="*/ 43 h 46"/>
                  <a:gd name="T6" fmla="*/ 2 w 28"/>
                  <a:gd name="T7" fmla="*/ 11 h 4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" h="46">
                    <a:moveTo>
                      <a:pt x="0" y="10"/>
                    </a:moveTo>
                    <a:cubicBezTo>
                      <a:pt x="1" y="0"/>
                      <a:pt x="10" y="10"/>
                      <a:pt x="13" y="14"/>
                    </a:cubicBezTo>
                    <a:cubicBezTo>
                      <a:pt x="20" y="22"/>
                      <a:pt x="28" y="35"/>
                      <a:pt x="27" y="46"/>
                    </a:cubicBezTo>
                    <a:cubicBezTo>
                      <a:pt x="22" y="37"/>
                      <a:pt x="14" y="10"/>
                      <a:pt x="2" y="11"/>
                    </a:cubicBezTo>
                  </a:path>
                </a:pathLst>
              </a:custGeom>
              <a:solidFill>
                <a:srgbClr val="D9D7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9783" name="Freeform 566">
                <a:extLst>
                  <a:ext uri="{FF2B5EF4-FFF2-40B4-BE49-F238E27FC236}">
                    <a16:creationId xmlns:a16="http://schemas.microsoft.com/office/drawing/2014/main" id="{25FF547A-F59D-4E66-87C7-A608252BBA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9" y="1772"/>
                <a:ext cx="71" cy="16"/>
              </a:xfrm>
              <a:custGeom>
                <a:avLst/>
                <a:gdLst>
                  <a:gd name="T0" fmla="*/ 0 w 72"/>
                  <a:gd name="T1" fmla="*/ 3 h 16"/>
                  <a:gd name="T2" fmla="*/ 25 w 72"/>
                  <a:gd name="T3" fmla="*/ 10 h 16"/>
                  <a:gd name="T4" fmla="*/ 41 w 72"/>
                  <a:gd name="T5" fmla="*/ 14 h 16"/>
                  <a:gd name="T6" fmla="*/ 69 w 72"/>
                  <a:gd name="T7" fmla="*/ 0 h 16"/>
                  <a:gd name="T8" fmla="*/ 37 w 72"/>
                  <a:gd name="T9" fmla="*/ 8 h 16"/>
                  <a:gd name="T10" fmla="*/ 12 w 72"/>
                  <a:gd name="T11" fmla="*/ 3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2" h="16">
                    <a:moveTo>
                      <a:pt x="0" y="3"/>
                    </a:moveTo>
                    <a:cubicBezTo>
                      <a:pt x="7" y="11"/>
                      <a:pt x="16" y="8"/>
                      <a:pt x="25" y="10"/>
                    </a:cubicBezTo>
                    <a:cubicBezTo>
                      <a:pt x="33" y="13"/>
                      <a:pt x="35" y="14"/>
                      <a:pt x="44" y="14"/>
                    </a:cubicBezTo>
                    <a:cubicBezTo>
                      <a:pt x="58" y="14"/>
                      <a:pt x="69" y="16"/>
                      <a:pt x="72" y="0"/>
                    </a:cubicBezTo>
                    <a:cubicBezTo>
                      <a:pt x="60" y="0"/>
                      <a:pt x="55" y="11"/>
                      <a:pt x="40" y="8"/>
                    </a:cubicBezTo>
                    <a:cubicBezTo>
                      <a:pt x="31" y="6"/>
                      <a:pt x="22" y="3"/>
                      <a:pt x="12" y="3"/>
                    </a:cubicBezTo>
                  </a:path>
                </a:pathLst>
              </a:custGeom>
              <a:solidFill>
                <a:srgbClr val="D9D7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9784" name="Freeform 567">
                <a:extLst>
                  <a:ext uri="{FF2B5EF4-FFF2-40B4-BE49-F238E27FC236}">
                    <a16:creationId xmlns:a16="http://schemas.microsoft.com/office/drawing/2014/main" id="{69BDAD25-85A7-49A4-8BDF-D15744BD9C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1" y="1397"/>
                <a:ext cx="60" cy="154"/>
              </a:xfrm>
              <a:custGeom>
                <a:avLst/>
                <a:gdLst>
                  <a:gd name="T0" fmla="*/ 5 w 60"/>
                  <a:gd name="T1" fmla="*/ 56 h 156"/>
                  <a:gd name="T2" fmla="*/ 1 w 60"/>
                  <a:gd name="T3" fmla="*/ 87 h 156"/>
                  <a:gd name="T4" fmla="*/ 0 w 60"/>
                  <a:gd name="T5" fmla="*/ 108 h 156"/>
                  <a:gd name="T6" fmla="*/ 0 w 60"/>
                  <a:gd name="T7" fmla="*/ 150 h 156"/>
                  <a:gd name="T8" fmla="*/ 31 w 60"/>
                  <a:gd name="T9" fmla="*/ 64 h 156"/>
                  <a:gd name="T10" fmla="*/ 49 w 60"/>
                  <a:gd name="T11" fmla="*/ 28 h 156"/>
                  <a:gd name="T12" fmla="*/ 59 w 60"/>
                  <a:gd name="T13" fmla="*/ 0 h 156"/>
                  <a:gd name="T14" fmla="*/ 32 w 60"/>
                  <a:gd name="T15" fmla="*/ 39 h 156"/>
                  <a:gd name="T16" fmla="*/ 19 w 60"/>
                  <a:gd name="T17" fmla="*/ 57 h 156"/>
                  <a:gd name="T18" fmla="*/ 7 w 60"/>
                  <a:gd name="T19" fmla="*/ 73 h 156"/>
                  <a:gd name="T20" fmla="*/ 6 w 60"/>
                  <a:gd name="T21" fmla="*/ 56 h 15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0" h="156">
                    <a:moveTo>
                      <a:pt x="5" y="59"/>
                    </a:moveTo>
                    <a:cubicBezTo>
                      <a:pt x="0" y="64"/>
                      <a:pt x="1" y="82"/>
                      <a:pt x="1" y="90"/>
                    </a:cubicBezTo>
                    <a:cubicBezTo>
                      <a:pt x="1" y="97"/>
                      <a:pt x="0" y="104"/>
                      <a:pt x="0" y="111"/>
                    </a:cubicBezTo>
                    <a:cubicBezTo>
                      <a:pt x="0" y="126"/>
                      <a:pt x="2" y="142"/>
                      <a:pt x="0" y="156"/>
                    </a:cubicBezTo>
                    <a:cubicBezTo>
                      <a:pt x="11" y="126"/>
                      <a:pt x="19" y="96"/>
                      <a:pt x="31" y="67"/>
                    </a:cubicBezTo>
                    <a:cubicBezTo>
                      <a:pt x="37" y="54"/>
                      <a:pt x="44" y="41"/>
                      <a:pt x="49" y="28"/>
                    </a:cubicBezTo>
                    <a:cubicBezTo>
                      <a:pt x="52" y="19"/>
                      <a:pt x="60" y="10"/>
                      <a:pt x="59" y="0"/>
                    </a:cubicBezTo>
                    <a:cubicBezTo>
                      <a:pt x="48" y="11"/>
                      <a:pt x="40" y="27"/>
                      <a:pt x="32" y="40"/>
                    </a:cubicBezTo>
                    <a:cubicBezTo>
                      <a:pt x="28" y="47"/>
                      <a:pt x="23" y="53"/>
                      <a:pt x="19" y="60"/>
                    </a:cubicBezTo>
                    <a:cubicBezTo>
                      <a:pt x="16" y="66"/>
                      <a:pt x="13" y="73"/>
                      <a:pt x="7" y="76"/>
                    </a:cubicBezTo>
                    <a:cubicBezTo>
                      <a:pt x="2" y="73"/>
                      <a:pt x="7" y="64"/>
                      <a:pt x="6" y="59"/>
                    </a:cubicBezTo>
                  </a:path>
                </a:pathLst>
              </a:custGeom>
              <a:solidFill>
                <a:srgbClr val="E5E4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9785" name="Freeform 568">
                <a:extLst>
                  <a:ext uri="{FF2B5EF4-FFF2-40B4-BE49-F238E27FC236}">
                    <a16:creationId xmlns:a16="http://schemas.microsoft.com/office/drawing/2014/main" id="{AB79E548-FF01-43E4-B7F4-8353F5DC57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7" y="1399"/>
                <a:ext cx="56" cy="307"/>
              </a:xfrm>
              <a:custGeom>
                <a:avLst/>
                <a:gdLst>
                  <a:gd name="T0" fmla="*/ 50 w 56"/>
                  <a:gd name="T1" fmla="*/ 0 h 312"/>
                  <a:gd name="T2" fmla="*/ 29 w 56"/>
                  <a:gd name="T3" fmla="*/ 77 h 312"/>
                  <a:gd name="T4" fmla="*/ 14 w 56"/>
                  <a:gd name="T5" fmla="*/ 151 h 312"/>
                  <a:gd name="T6" fmla="*/ 3 w 56"/>
                  <a:gd name="T7" fmla="*/ 229 h 312"/>
                  <a:gd name="T8" fmla="*/ 1 w 56"/>
                  <a:gd name="T9" fmla="*/ 263 h 312"/>
                  <a:gd name="T10" fmla="*/ 5 w 56"/>
                  <a:gd name="T11" fmla="*/ 297 h 312"/>
                  <a:gd name="T12" fmla="*/ 5 w 56"/>
                  <a:gd name="T13" fmla="*/ 251 h 312"/>
                  <a:gd name="T14" fmla="*/ 13 w 56"/>
                  <a:gd name="T15" fmla="*/ 193 h 312"/>
                  <a:gd name="T16" fmla="*/ 35 w 56"/>
                  <a:gd name="T17" fmla="*/ 107 h 312"/>
                  <a:gd name="T18" fmla="*/ 56 w 56"/>
                  <a:gd name="T19" fmla="*/ 1 h 31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6" h="312">
                    <a:moveTo>
                      <a:pt x="50" y="0"/>
                    </a:moveTo>
                    <a:cubicBezTo>
                      <a:pt x="37" y="22"/>
                      <a:pt x="34" y="55"/>
                      <a:pt x="29" y="80"/>
                    </a:cubicBezTo>
                    <a:cubicBezTo>
                      <a:pt x="24" y="106"/>
                      <a:pt x="19" y="132"/>
                      <a:pt x="14" y="158"/>
                    </a:cubicBezTo>
                    <a:cubicBezTo>
                      <a:pt x="9" y="186"/>
                      <a:pt x="3" y="212"/>
                      <a:pt x="3" y="241"/>
                    </a:cubicBezTo>
                    <a:cubicBezTo>
                      <a:pt x="2" y="252"/>
                      <a:pt x="1" y="263"/>
                      <a:pt x="1" y="275"/>
                    </a:cubicBezTo>
                    <a:cubicBezTo>
                      <a:pt x="1" y="287"/>
                      <a:pt x="5" y="300"/>
                      <a:pt x="5" y="312"/>
                    </a:cubicBezTo>
                    <a:cubicBezTo>
                      <a:pt x="0" y="297"/>
                      <a:pt x="2" y="279"/>
                      <a:pt x="5" y="263"/>
                    </a:cubicBezTo>
                    <a:cubicBezTo>
                      <a:pt x="8" y="243"/>
                      <a:pt x="9" y="222"/>
                      <a:pt x="13" y="202"/>
                    </a:cubicBezTo>
                    <a:cubicBezTo>
                      <a:pt x="19" y="172"/>
                      <a:pt x="27" y="143"/>
                      <a:pt x="35" y="113"/>
                    </a:cubicBezTo>
                    <a:cubicBezTo>
                      <a:pt x="45" y="77"/>
                      <a:pt x="53" y="38"/>
                      <a:pt x="56" y="1"/>
                    </a:cubicBezTo>
                  </a:path>
                </a:pathLst>
              </a:custGeom>
              <a:solidFill>
                <a:srgbClr val="E5E4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9786" name="Freeform 569">
                <a:extLst>
                  <a:ext uri="{FF2B5EF4-FFF2-40B4-BE49-F238E27FC236}">
                    <a16:creationId xmlns:a16="http://schemas.microsoft.com/office/drawing/2014/main" id="{CD852589-94CA-4CB6-9124-1F4E14B8C2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7" y="1276"/>
                <a:ext cx="13" cy="55"/>
              </a:xfrm>
              <a:custGeom>
                <a:avLst/>
                <a:gdLst>
                  <a:gd name="T0" fmla="*/ 11 w 13"/>
                  <a:gd name="T1" fmla="*/ 3 h 56"/>
                  <a:gd name="T2" fmla="*/ 0 w 13"/>
                  <a:gd name="T3" fmla="*/ 53 h 56"/>
                  <a:gd name="T4" fmla="*/ 7 w 13"/>
                  <a:gd name="T5" fmla="*/ 51 h 56"/>
                  <a:gd name="T6" fmla="*/ 13 w 13"/>
                  <a:gd name="T7" fmla="*/ 0 h 5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56">
                    <a:moveTo>
                      <a:pt x="11" y="3"/>
                    </a:moveTo>
                    <a:cubicBezTo>
                      <a:pt x="10" y="21"/>
                      <a:pt x="6" y="40"/>
                      <a:pt x="0" y="56"/>
                    </a:cubicBezTo>
                    <a:cubicBezTo>
                      <a:pt x="2" y="56"/>
                      <a:pt x="5" y="55"/>
                      <a:pt x="7" y="54"/>
                    </a:cubicBezTo>
                    <a:cubicBezTo>
                      <a:pt x="11" y="37"/>
                      <a:pt x="13" y="18"/>
                      <a:pt x="13" y="0"/>
                    </a:cubicBezTo>
                  </a:path>
                </a:pathLst>
              </a:custGeom>
              <a:solidFill>
                <a:srgbClr val="E5E4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9787" name="Freeform 570">
                <a:extLst>
                  <a:ext uri="{FF2B5EF4-FFF2-40B4-BE49-F238E27FC236}">
                    <a16:creationId xmlns:a16="http://schemas.microsoft.com/office/drawing/2014/main" id="{346B311E-BC72-4452-A3BD-BAB7991D6C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3" y="1796"/>
                <a:ext cx="88" cy="47"/>
              </a:xfrm>
              <a:custGeom>
                <a:avLst/>
                <a:gdLst>
                  <a:gd name="T0" fmla="*/ 16 w 89"/>
                  <a:gd name="T1" fmla="*/ 44 h 48"/>
                  <a:gd name="T2" fmla="*/ 24 w 89"/>
                  <a:gd name="T3" fmla="*/ 17 h 48"/>
                  <a:gd name="T4" fmla="*/ 83 w 89"/>
                  <a:gd name="T5" fmla="*/ 0 h 48"/>
                  <a:gd name="T6" fmla="*/ 86 w 89"/>
                  <a:gd name="T7" fmla="*/ 3 h 48"/>
                  <a:gd name="T8" fmla="*/ 11 w 89"/>
                  <a:gd name="T9" fmla="*/ 45 h 4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9" h="48">
                    <a:moveTo>
                      <a:pt x="16" y="47"/>
                    </a:moveTo>
                    <a:cubicBezTo>
                      <a:pt x="10" y="31"/>
                      <a:pt x="5" y="26"/>
                      <a:pt x="24" y="17"/>
                    </a:cubicBezTo>
                    <a:cubicBezTo>
                      <a:pt x="44" y="8"/>
                      <a:pt x="65" y="6"/>
                      <a:pt x="86" y="0"/>
                    </a:cubicBezTo>
                    <a:cubicBezTo>
                      <a:pt x="87" y="1"/>
                      <a:pt x="88" y="2"/>
                      <a:pt x="89" y="3"/>
                    </a:cubicBezTo>
                    <a:cubicBezTo>
                      <a:pt x="75" y="2"/>
                      <a:pt x="0" y="27"/>
                      <a:pt x="11" y="48"/>
                    </a:cubicBezTo>
                  </a:path>
                </a:pathLst>
              </a:custGeom>
              <a:solidFill>
                <a:srgbClr val="E5E4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9788" name="Freeform 571">
                <a:extLst>
                  <a:ext uri="{FF2B5EF4-FFF2-40B4-BE49-F238E27FC236}">
                    <a16:creationId xmlns:a16="http://schemas.microsoft.com/office/drawing/2014/main" id="{AD34065F-A62E-46B9-8169-25EAB3BC85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1" y="1903"/>
                <a:ext cx="75" cy="310"/>
              </a:xfrm>
              <a:custGeom>
                <a:avLst/>
                <a:gdLst>
                  <a:gd name="T0" fmla="*/ 72 w 76"/>
                  <a:gd name="T1" fmla="*/ 298 h 315"/>
                  <a:gd name="T2" fmla="*/ 44 w 76"/>
                  <a:gd name="T3" fmla="*/ 197 h 315"/>
                  <a:gd name="T4" fmla="*/ 21 w 76"/>
                  <a:gd name="T5" fmla="*/ 115 h 315"/>
                  <a:gd name="T6" fmla="*/ 7 w 76"/>
                  <a:gd name="T7" fmla="*/ 51 h 315"/>
                  <a:gd name="T8" fmla="*/ 1 w 76"/>
                  <a:gd name="T9" fmla="*/ 0 h 315"/>
                  <a:gd name="T10" fmla="*/ 61 w 76"/>
                  <a:gd name="T11" fmla="*/ 224 h 315"/>
                  <a:gd name="T12" fmla="*/ 69 w 76"/>
                  <a:gd name="T13" fmla="*/ 265 h 315"/>
                  <a:gd name="T14" fmla="*/ 73 w 76"/>
                  <a:gd name="T15" fmla="*/ 300 h 31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6" h="315">
                    <a:moveTo>
                      <a:pt x="75" y="313"/>
                    </a:moveTo>
                    <a:cubicBezTo>
                      <a:pt x="55" y="281"/>
                      <a:pt x="57" y="241"/>
                      <a:pt x="47" y="206"/>
                    </a:cubicBezTo>
                    <a:cubicBezTo>
                      <a:pt x="38" y="178"/>
                      <a:pt x="29" y="150"/>
                      <a:pt x="21" y="121"/>
                    </a:cubicBezTo>
                    <a:cubicBezTo>
                      <a:pt x="15" y="98"/>
                      <a:pt x="9" y="77"/>
                      <a:pt x="7" y="54"/>
                    </a:cubicBezTo>
                    <a:cubicBezTo>
                      <a:pt x="5" y="37"/>
                      <a:pt x="0" y="17"/>
                      <a:pt x="1" y="0"/>
                    </a:cubicBezTo>
                    <a:cubicBezTo>
                      <a:pt x="15" y="80"/>
                      <a:pt x="49" y="157"/>
                      <a:pt x="64" y="236"/>
                    </a:cubicBezTo>
                    <a:cubicBezTo>
                      <a:pt x="67" y="250"/>
                      <a:pt x="70" y="263"/>
                      <a:pt x="72" y="277"/>
                    </a:cubicBezTo>
                    <a:cubicBezTo>
                      <a:pt x="74" y="288"/>
                      <a:pt x="73" y="307"/>
                      <a:pt x="76" y="315"/>
                    </a:cubicBezTo>
                  </a:path>
                </a:pathLst>
              </a:custGeom>
              <a:solidFill>
                <a:srgbClr val="E5E4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9789" name="Freeform 572">
                <a:extLst>
                  <a:ext uri="{FF2B5EF4-FFF2-40B4-BE49-F238E27FC236}">
                    <a16:creationId xmlns:a16="http://schemas.microsoft.com/office/drawing/2014/main" id="{5A665B0F-2319-43AC-B775-96C2B36D99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6" y="2431"/>
                <a:ext cx="95" cy="215"/>
              </a:xfrm>
              <a:custGeom>
                <a:avLst/>
                <a:gdLst>
                  <a:gd name="T0" fmla="*/ 12 w 97"/>
                  <a:gd name="T1" fmla="*/ 4 h 219"/>
                  <a:gd name="T2" fmla="*/ 7 w 97"/>
                  <a:gd name="T3" fmla="*/ 56 h 219"/>
                  <a:gd name="T4" fmla="*/ 28 w 97"/>
                  <a:gd name="T5" fmla="*/ 115 h 219"/>
                  <a:gd name="T6" fmla="*/ 55 w 97"/>
                  <a:gd name="T7" fmla="*/ 164 h 219"/>
                  <a:gd name="T8" fmla="*/ 67 w 97"/>
                  <a:gd name="T9" fmla="*/ 186 h 219"/>
                  <a:gd name="T10" fmla="*/ 74 w 97"/>
                  <a:gd name="T11" fmla="*/ 205 h 219"/>
                  <a:gd name="T12" fmla="*/ 77 w 97"/>
                  <a:gd name="T13" fmla="*/ 207 h 219"/>
                  <a:gd name="T14" fmla="*/ 70 w 97"/>
                  <a:gd name="T15" fmla="*/ 175 h 219"/>
                  <a:gd name="T16" fmla="*/ 46 w 97"/>
                  <a:gd name="T17" fmla="*/ 113 h 219"/>
                  <a:gd name="T18" fmla="*/ 11 w 97"/>
                  <a:gd name="T19" fmla="*/ 0 h 21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97" h="219">
                    <a:moveTo>
                      <a:pt x="12" y="4"/>
                    </a:moveTo>
                    <a:cubicBezTo>
                      <a:pt x="7" y="22"/>
                      <a:pt x="0" y="41"/>
                      <a:pt x="7" y="59"/>
                    </a:cubicBezTo>
                    <a:cubicBezTo>
                      <a:pt x="15" y="80"/>
                      <a:pt x="23" y="100"/>
                      <a:pt x="31" y="121"/>
                    </a:cubicBezTo>
                    <a:cubicBezTo>
                      <a:pt x="39" y="139"/>
                      <a:pt x="50" y="155"/>
                      <a:pt x="58" y="173"/>
                    </a:cubicBezTo>
                    <a:cubicBezTo>
                      <a:pt x="62" y="181"/>
                      <a:pt x="66" y="189"/>
                      <a:pt x="70" y="197"/>
                    </a:cubicBezTo>
                    <a:cubicBezTo>
                      <a:pt x="72" y="201"/>
                      <a:pt x="76" y="214"/>
                      <a:pt x="80" y="217"/>
                    </a:cubicBezTo>
                    <a:cubicBezTo>
                      <a:pt x="81" y="217"/>
                      <a:pt x="82" y="219"/>
                      <a:pt x="83" y="219"/>
                    </a:cubicBezTo>
                    <a:cubicBezTo>
                      <a:pt x="97" y="211"/>
                      <a:pt x="80" y="194"/>
                      <a:pt x="75" y="184"/>
                    </a:cubicBezTo>
                    <a:cubicBezTo>
                      <a:pt x="66" y="163"/>
                      <a:pt x="59" y="140"/>
                      <a:pt x="49" y="119"/>
                    </a:cubicBezTo>
                    <a:cubicBezTo>
                      <a:pt x="32" y="80"/>
                      <a:pt x="25" y="38"/>
                      <a:pt x="11" y="0"/>
                    </a:cubicBezTo>
                  </a:path>
                </a:pathLst>
              </a:custGeom>
              <a:solidFill>
                <a:srgbClr val="E5E4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9790" name="Freeform 573">
                <a:extLst>
                  <a:ext uri="{FF2B5EF4-FFF2-40B4-BE49-F238E27FC236}">
                    <a16:creationId xmlns:a16="http://schemas.microsoft.com/office/drawing/2014/main" id="{7F31C709-68AE-4618-825F-F234369A9D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6" y="1166"/>
                <a:ext cx="23" cy="207"/>
              </a:xfrm>
              <a:custGeom>
                <a:avLst/>
                <a:gdLst>
                  <a:gd name="T0" fmla="*/ 18 w 23"/>
                  <a:gd name="T1" fmla="*/ 0 h 210"/>
                  <a:gd name="T2" fmla="*/ 3 w 23"/>
                  <a:gd name="T3" fmla="*/ 103 h 210"/>
                  <a:gd name="T4" fmla="*/ 8 w 23"/>
                  <a:gd name="T5" fmla="*/ 201 h 210"/>
                  <a:gd name="T6" fmla="*/ 23 w 23"/>
                  <a:gd name="T7" fmla="*/ 124 h 210"/>
                  <a:gd name="T8" fmla="*/ 19 w 23"/>
                  <a:gd name="T9" fmla="*/ 3 h 2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210">
                    <a:moveTo>
                      <a:pt x="18" y="0"/>
                    </a:moveTo>
                    <a:cubicBezTo>
                      <a:pt x="5" y="28"/>
                      <a:pt x="0" y="78"/>
                      <a:pt x="3" y="108"/>
                    </a:cubicBezTo>
                    <a:cubicBezTo>
                      <a:pt x="7" y="146"/>
                      <a:pt x="8" y="173"/>
                      <a:pt x="8" y="210"/>
                    </a:cubicBezTo>
                    <a:cubicBezTo>
                      <a:pt x="7" y="181"/>
                      <a:pt x="23" y="158"/>
                      <a:pt x="23" y="130"/>
                    </a:cubicBezTo>
                    <a:cubicBezTo>
                      <a:pt x="23" y="89"/>
                      <a:pt x="9" y="42"/>
                      <a:pt x="19" y="3"/>
                    </a:cubicBezTo>
                  </a:path>
                </a:pathLst>
              </a:custGeom>
              <a:solidFill>
                <a:srgbClr val="E5E4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9791" name="Freeform 574">
                <a:extLst>
                  <a:ext uri="{FF2B5EF4-FFF2-40B4-BE49-F238E27FC236}">
                    <a16:creationId xmlns:a16="http://schemas.microsoft.com/office/drawing/2014/main" id="{BB8BF761-212A-43A7-A844-DD8FC887C2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8" y="1401"/>
                <a:ext cx="23" cy="323"/>
              </a:xfrm>
              <a:custGeom>
                <a:avLst/>
                <a:gdLst>
                  <a:gd name="T0" fmla="*/ 0 w 23"/>
                  <a:gd name="T1" fmla="*/ 2 h 328"/>
                  <a:gd name="T2" fmla="*/ 9 w 23"/>
                  <a:gd name="T3" fmla="*/ 162 h 328"/>
                  <a:gd name="T4" fmla="*/ 23 w 23"/>
                  <a:gd name="T5" fmla="*/ 313 h 328"/>
                  <a:gd name="T6" fmla="*/ 16 w 23"/>
                  <a:gd name="T7" fmla="*/ 116 h 328"/>
                  <a:gd name="T8" fmla="*/ 13 w 23"/>
                  <a:gd name="T9" fmla="*/ 42 h 328"/>
                  <a:gd name="T10" fmla="*/ 4 w 23"/>
                  <a:gd name="T11" fmla="*/ 0 h 32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3" h="328">
                    <a:moveTo>
                      <a:pt x="0" y="2"/>
                    </a:moveTo>
                    <a:cubicBezTo>
                      <a:pt x="0" y="59"/>
                      <a:pt x="4" y="115"/>
                      <a:pt x="9" y="171"/>
                    </a:cubicBezTo>
                    <a:cubicBezTo>
                      <a:pt x="13" y="223"/>
                      <a:pt x="9" y="279"/>
                      <a:pt x="23" y="328"/>
                    </a:cubicBezTo>
                    <a:cubicBezTo>
                      <a:pt x="22" y="259"/>
                      <a:pt x="16" y="191"/>
                      <a:pt x="16" y="122"/>
                    </a:cubicBezTo>
                    <a:cubicBezTo>
                      <a:pt x="16" y="96"/>
                      <a:pt x="14" y="71"/>
                      <a:pt x="13" y="45"/>
                    </a:cubicBezTo>
                    <a:cubicBezTo>
                      <a:pt x="13" y="32"/>
                      <a:pt x="17" y="8"/>
                      <a:pt x="4" y="0"/>
                    </a:cubicBezTo>
                  </a:path>
                </a:pathLst>
              </a:custGeom>
              <a:solidFill>
                <a:srgbClr val="E5E4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9792" name="Freeform 575">
                <a:extLst>
                  <a:ext uri="{FF2B5EF4-FFF2-40B4-BE49-F238E27FC236}">
                    <a16:creationId xmlns:a16="http://schemas.microsoft.com/office/drawing/2014/main" id="{36ABBA17-D171-46B0-BE96-3E6794163A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3" y="2489"/>
                <a:ext cx="92" cy="70"/>
              </a:xfrm>
              <a:custGeom>
                <a:avLst/>
                <a:gdLst>
                  <a:gd name="T0" fmla="*/ 0 w 93"/>
                  <a:gd name="T1" fmla="*/ 50 h 71"/>
                  <a:gd name="T2" fmla="*/ 18 w 93"/>
                  <a:gd name="T3" fmla="*/ 44 h 71"/>
                  <a:gd name="T4" fmla="*/ 27 w 93"/>
                  <a:gd name="T5" fmla="*/ 35 h 71"/>
                  <a:gd name="T6" fmla="*/ 75 w 93"/>
                  <a:gd name="T7" fmla="*/ 0 h 71"/>
                  <a:gd name="T8" fmla="*/ 90 w 93"/>
                  <a:gd name="T9" fmla="*/ 33 h 71"/>
                  <a:gd name="T10" fmla="*/ 66 w 93"/>
                  <a:gd name="T11" fmla="*/ 30 h 71"/>
                  <a:gd name="T12" fmla="*/ 46 w 93"/>
                  <a:gd name="T13" fmla="*/ 42 h 71"/>
                  <a:gd name="T14" fmla="*/ 28 w 93"/>
                  <a:gd name="T15" fmla="*/ 50 h 71"/>
                  <a:gd name="T16" fmla="*/ 6 w 93"/>
                  <a:gd name="T17" fmla="*/ 68 h 71"/>
                  <a:gd name="T18" fmla="*/ 1 w 93"/>
                  <a:gd name="T19" fmla="*/ 55 h 7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93" h="71">
                    <a:moveTo>
                      <a:pt x="0" y="53"/>
                    </a:moveTo>
                    <a:cubicBezTo>
                      <a:pt x="2" y="51"/>
                      <a:pt x="15" y="49"/>
                      <a:pt x="18" y="47"/>
                    </a:cubicBezTo>
                    <a:cubicBezTo>
                      <a:pt x="22" y="44"/>
                      <a:pt x="25" y="42"/>
                      <a:pt x="27" y="38"/>
                    </a:cubicBezTo>
                    <a:cubicBezTo>
                      <a:pt x="49" y="46"/>
                      <a:pt x="69" y="17"/>
                      <a:pt x="78" y="0"/>
                    </a:cubicBezTo>
                    <a:cubicBezTo>
                      <a:pt x="83" y="11"/>
                      <a:pt x="88" y="23"/>
                      <a:pt x="93" y="33"/>
                    </a:cubicBezTo>
                    <a:cubicBezTo>
                      <a:pt x="84" y="29"/>
                      <a:pt x="79" y="22"/>
                      <a:pt x="69" y="30"/>
                    </a:cubicBezTo>
                    <a:cubicBezTo>
                      <a:pt x="62" y="36"/>
                      <a:pt x="55" y="41"/>
                      <a:pt x="46" y="45"/>
                    </a:cubicBezTo>
                    <a:cubicBezTo>
                      <a:pt x="39" y="47"/>
                      <a:pt x="33" y="47"/>
                      <a:pt x="28" y="53"/>
                    </a:cubicBezTo>
                    <a:cubicBezTo>
                      <a:pt x="24" y="58"/>
                      <a:pt x="13" y="71"/>
                      <a:pt x="6" y="71"/>
                    </a:cubicBezTo>
                    <a:cubicBezTo>
                      <a:pt x="5" y="67"/>
                      <a:pt x="4" y="62"/>
                      <a:pt x="1" y="58"/>
                    </a:cubicBezTo>
                  </a:path>
                </a:pathLst>
              </a:custGeom>
              <a:solidFill>
                <a:srgbClr val="E5E4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9793" name="Freeform 576">
                <a:extLst>
                  <a:ext uri="{FF2B5EF4-FFF2-40B4-BE49-F238E27FC236}">
                    <a16:creationId xmlns:a16="http://schemas.microsoft.com/office/drawing/2014/main" id="{1B0FAF06-F343-4529-9D88-2B8BA0B524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9" y="3244"/>
                <a:ext cx="48" cy="210"/>
              </a:xfrm>
              <a:custGeom>
                <a:avLst/>
                <a:gdLst>
                  <a:gd name="T0" fmla="*/ 48 w 48"/>
                  <a:gd name="T1" fmla="*/ 202 h 214"/>
                  <a:gd name="T2" fmla="*/ 30 w 48"/>
                  <a:gd name="T3" fmla="*/ 80 h 214"/>
                  <a:gd name="T4" fmla="*/ 0 w 48"/>
                  <a:gd name="T5" fmla="*/ 0 h 214"/>
                  <a:gd name="T6" fmla="*/ 1 w 48"/>
                  <a:gd name="T7" fmla="*/ 64 h 214"/>
                  <a:gd name="T8" fmla="*/ 9 w 48"/>
                  <a:gd name="T9" fmla="*/ 88 h 214"/>
                  <a:gd name="T10" fmla="*/ 27 w 48"/>
                  <a:gd name="T11" fmla="*/ 129 h 214"/>
                  <a:gd name="T12" fmla="*/ 44 w 48"/>
                  <a:gd name="T13" fmla="*/ 196 h 2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8" h="214">
                    <a:moveTo>
                      <a:pt x="48" y="214"/>
                    </a:moveTo>
                    <a:cubicBezTo>
                      <a:pt x="37" y="171"/>
                      <a:pt x="39" y="128"/>
                      <a:pt x="30" y="86"/>
                    </a:cubicBezTo>
                    <a:cubicBezTo>
                      <a:pt x="24" y="56"/>
                      <a:pt x="8" y="29"/>
                      <a:pt x="0" y="0"/>
                    </a:cubicBezTo>
                    <a:cubicBezTo>
                      <a:pt x="0" y="22"/>
                      <a:pt x="0" y="45"/>
                      <a:pt x="1" y="67"/>
                    </a:cubicBezTo>
                    <a:cubicBezTo>
                      <a:pt x="1" y="81"/>
                      <a:pt x="0" y="84"/>
                      <a:pt x="9" y="94"/>
                    </a:cubicBezTo>
                    <a:cubicBezTo>
                      <a:pt x="19" y="105"/>
                      <a:pt x="23" y="122"/>
                      <a:pt x="27" y="136"/>
                    </a:cubicBezTo>
                    <a:cubicBezTo>
                      <a:pt x="32" y="158"/>
                      <a:pt x="45" y="185"/>
                      <a:pt x="44" y="208"/>
                    </a:cubicBezTo>
                  </a:path>
                </a:pathLst>
              </a:custGeom>
              <a:solidFill>
                <a:srgbClr val="9380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9794" name="Freeform 577">
                <a:extLst>
                  <a:ext uri="{FF2B5EF4-FFF2-40B4-BE49-F238E27FC236}">
                    <a16:creationId xmlns:a16="http://schemas.microsoft.com/office/drawing/2014/main" id="{9EDD47EA-8822-4E66-8CEA-3808CEF12A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8" y="2781"/>
                <a:ext cx="127" cy="271"/>
              </a:xfrm>
              <a:custGeom>
                <a:avLst/>
                <a:gdLst>
                  <a:gd name="T0" fmla="*/ 3 w 129"/>
                  <a:gd name="T1" fmla="*/ 13 h 275"/>
                  <a:gd name="T2" fmla="*/ 9 w 129"/>
                  <a:gd name="T3" fmla="*/ 42 h 275"/>
                  <a:gd name="T4" fmla="*/ 24 w 129"/>
                  <a:gd name="T5" fmla="*/ 93 h 275"/>
                  <a:gd name="T6" fmla="*/ 41 w 129"/>
                  <a:gd name="T7" fmla="*/ 155 h 275"/>
                  <a:gd name="T8" fmla="*/ 78 w 129"/>
                  <a:gd name="T9" fmla="*/ 232 h 275"/>
                  <a:gd name="T10" fmla="*/ 100 w 129"/>
                  <a:gd name="T11" fmla="*/ 262 h 275"/>
                  <a:gd name="T12" fmla="*/ 121 w 129"/>
                  <a:gd name="T13" fmla="*/ 229 h 275"/>
                  <a:gd name="T14" fmla="*/ 85 w 129"/>
                  <a:gd name="T15" fmla="*/ 207 h 275"/>
                  <a:gd name="T16" fmla="*/ 42 w 129"/>
                  <a:gd name="T17" fmla="*/ 111 h 275"/>
                  <a:gd name="T18" fmla="*/ 16 w 129"/>
                  <a:gd name="T19" fmla="*/ 48 h 275"/>
                  <a:gd name="T20" fmla="*/ 5 w 129"/>
                  <a:gd name="T21" fmla="*/ 23 h 275"/>
                  <a:gd name="T22" fmla="*/ 0 w 129"/>
                  <a:gd name="T23" fmla="*/ 0 h 27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29" h="275">
                    <a:moveTo>
                      <a:pt x="3" y="13"/>
                    </a:moveTo>
                    <a:cubicBezTo>
                      <a:pt x="7" y="23"/>
                      <a:pt x="7" y="35"/>
                      <a:pt x="9" y="45"/>
                    </a:cubicBezTo>
                    <a:cubicBezTo>
                      <a:pt x="14" y="62"/>
                      <a:pt x="19" y="79"/>
                      <a:pt x="24" y="96"/>
                    </a:cubicBezTo>
                    <a:cubicBezTo>
                      <a:pt x="31" y="117"/>
                      <a:pt x="37" y="139"/>
                      <a:pt x="44" y="161"/>
                    </a:cubicBezTo>
                    <a:cubicBezTo>
                      <a:pt x="52" y="189"/>
                      <a:pt x="66" y="216"/>
                      <a:pt x="81" y="242"/>
                    </a:cubicBezTo>
                    <a:cubicBezTo>
                      <a:pt x="85" y="250"/>
                      <a:pt x="95" y="273"/>
                      <a:pt x="106" y="274"/>
                    </a:cubicBezTo>
                    <a:cubicBezTo>
                      <a:pt x="121" y="275"/>
                      <a:pt x="129" y="249"/>
                      <a:pt x="127" y="238"/>
                    </a:cubicBezTo>
                    <a:cubicBezTo>
                      <a:pt x="107" y="239"/>
                      <a:pt x="99" y="232"/>
                      <a:pt x="88" y="216"/>
                    </a:cubicBezTo>
                    <a:cubicBezTo>
                      <a:pt x="67" y="185"/>
                      <a:pt x="58" y="152"/>
                      <a:pt x="45" y="117"/>
                    </a:cubicBezTo>
                    <a:cubicBezTo>
                      <a:pt x="36" y="95"/>
                      <a:pt x="26" y="72"/>
                      <a:pt x="16" y="51"/>
                    </a:cubicBezTo>
                    <a:cubicBezTo>
                      <a:pt x="11" y="41"/>
                      <a:pt x="7" y="34"/>
                      <a:pt x="5" y="23"/>
                    </a:cubicBezTo>
                    <a:cubicBezTo>
                      <a:pt x="4" y="16"/>
                      <a:pt x="4" y="5"/>
                      <a:pt x="0" y="0"/>
                    </a:cubicBezTo>
                  </a:path>
                </a:pathLst>
              </a:custGeom>
              <a:solidFill>
                <a:srgbClr val="9380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9795" name="Freeform 578">
                <a:extLst>
                  <a:ext uri="{FF2B5EF4-FFF2-40B4-BE49-F238E27FC236}">
                    <a16:creationId xmlns:a16="http://schemas.microsoft.com/office/drawing/2014/main" id="{0AB55AE1-D41B-4066-BE84-64E05087CC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4" y="3038"/>
                <a:ext cx="56" cy="280"/>
              </a:xfrm>
              <a:custGeom>
                <a:avLst/>
                <a:gdLst>
                  <a:gd name="T0" fmla="*/ 3 w 57"/>
                  <a:gd name="T1" fmla="*/ 12 h 284"/>
                  <a:gd name="T2" fmla="*/ 8 w 57"/>
                  <a:gd name="T3" fmla="*/ 125 h 284"/>
                  <a:gd name="T4" fmla="*/ 25 w 57"/>
                  <a:gd name="T5" fmla="*/ 192 h 284"/>
                  <a:gd name="T6" fmla="*/ 40 w 57"/>
                  <a:gd name="T7" fmla="*/ 239 h 284"/>
                  <a:gd name="T8" fmla="*/ 54 w 57"/>
                  <a:gd name="T9" fmla="*/ 272 h 284"/>
                  <a:gd name="T10" fmla="*/ 43 w 57"/>
                  <a:gd name="T11" fmla="*/ 244 h 284"/>
                  <a:gd name="T12" fmla="*/ 28 w 57"/>
                  <a:gd name="T13" fmla="*/ 178 h 284"/>
                  <a:gd name="T14" fmla="*/ 16 w 57"/>
                  <a:gd name="T15" fmla="*/ 106 h 284"/>
                  <a:gd name="T16" fmla="*/ 5 w 57"/>
                  <a:gd name="T17" fmla="*/ 0 h 28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7" h="284">
                    <a:moveTo>
                      <a:pt x="3" y="12"/>
                    </a:moveTo>
                    <a:cubicBezTo>
                      <a:pt x="6" y="50"/>
                      <a:pt x="0" y="94"/>
                      <a:pt x="8" y="131"/>
                    </a:cubicBezTo>
                    <a:cubicBezTo>
                      <a:pt x="13" y="154"/>
                      <a:pt x="17" y="179"/>
                      <a:pt x="25" y="201"/>
                    </a:cubicBezTo>
                    <a:cubicBezTo>
                      <a:pt x="31" y="217"/>
                      <a:pt x="37" y="232"/>
                      <a:pt x="43" y="248"/>
                    </a:cubicBezTo>
                    <a:cubicBezTo>
                      <a:pt x="47" y="259"/>
                      <a:pt x="56" y="273"/>
                      <a:pt x="57" y="284"/>
                    </a:cubicBezTo>
                    <a:cubicBezTo>
                      <a:pt x="49" y="279"/>
                      <a:pt x="48" y="264"/>
                      <a:pt x="46" y="255"/>
                    </a:cubicBezTo>
                    <a:cubicBezTo>
                      <a:pt x="40" y="233"/>
                      <a:pt x="37" y="209"/>
                      <a:pt x="31" y="187"/>
                    </a:cubicBezTo>
                    <a:cubicBezTo>
                      <a:pt x="23" y="162"/>
                      <a:pt x="18" y="138"/>
                      <a:pt x="16" y="112"/>
                    </a:cubicBezTo>
                    <a:cubicBezTo>
                      <a:pt x="12" y="75"/>
                      <a:pt x="12" y="37"/>
                      <a:pt x="5" y="0"/>
                    </a:cubicBezTo>
                  </a:path>
                </a:pathLst>
              </a:custGeom>
              <a:solidFill>
                <a:srgbClr val="D6C3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9796" name="Freeform 579">
                <a:extLst>
                  <a:ext uri="{FF2B5EF4-FFF2-40B4-BE49-F238E27FC236}">
                    <a16:creationId xmlns:a16="http://schemas.microsoft.com/office/drawing/2014/main" id="{E170C13B-F421-4CA7-BAA6-9A9A6235E6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2" y="2800"/>
                <a:ext cx="133" cy="629"/>
              </a:xfrm>
              <a:custGeom>
                <a:avLst/>
                <a:gdLst>
                  <a:gd name="T0" fmla="*/ 0 w 135"/>
                  <a:gd name="T1" fmla="*/ 2 h 639"/>
                  <a:gd name="T2" fmla="*/ 14 w 135"/>
                  <a:gd name="T3" fmla="*/ 77 h 639"/>
                  <a:gd name="T4" fmla="*/ 31 w 135"/>
                  <a:gd name="T5" fmla="*/ 136 h 639"/>
                  <a:gd name="T6" fmla="*/ 55 w 135"/>
                  <a:gd name="T7" fmla="*/ 289 h 639"/>
                  <a:gd name="T8" fmla="*/ 79 w 135"/>
                  <a:gd name="T9" fmla="*/ 428 h 639"/>
                  <a:gd name="T10" fmla="*/ 102 w 135"/>
                  <a:gd name="T11" fmla="*/ 513 h 639"/>
                  <a:gd name="T12" fmla="*/ 120 w 135"/>
                  <a:gd name="T13" fmla="*/ 573 h 639"/>
                  <a:gd name="T14" fmla="*/ 128 w 135"/>
                  <a:gd name="T15" fmla="*/ 609 h 639"/>
                  <a:gd name="T16" fmla="*/ 120 w 135"/>
                  <a:gd name="T17" fmla="*/ 575 h 639"/>
                  <a:gd name="T18" fmla="*/ 102 w 135"/>
                  <a:gd name="T19" fmla="*/ 478 h 639"/>
                  <a:gd name="T20" fmla="*/ 85 w 135"/>
                  <a:gd name="T21" fmla="*/ 386 h 639"/>
                  <a:gd name="T22" fmla="*/ 63 w 135"/>
                  <a:gd name="T23" fmla="*/ 242 h 639"/>
                  <a:gd name="T24" fmla="*/ 38 w 135"/>
                  <a:gd name="T25" fmla="*/ 108 h 639"/>
                  <a:gd name="T26" fmla="*/ 24 w 135"/>
                  <a:gd name="T27" fmla="*/ 53 h 639"/>
                  <a:gd name="T28" fmla="*/ 6 w 135"/>
                  <a:gd name="T29" fmla="*/ 0 h 639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35" h="639">
                    <a:moveTo>
                      <a:pt x="0" y="2"/>
                    </a:moveTo>
                    <a:cubicBezTo>
                      <a:pt x="10" y="26"/>
                      <a:pt x="8" y="54"/>
                      <a:pt x="14" y="80"/>
                    </a:cubicBezTo>
                    <a:cubicBezTo>
                      <a:pt x="18" y="101"/>
                      <a:pt x="24" y="121"/>
                      <a:pt x="31" y="142"/>
                    </a:cubicBezTo>
                    <a:cubicBezTo>
                      <a:pt x="49" y="197"/>
                      <a:pt x="53" y="247"/>
                      <a:pt x="58" y="304"/>
                    </a:cubicBezTo>
                    <a:cubicBezTo>
                      <a:pt x="62" y="353"/>
                      <a:pt x="70" y="402"/>
                      <a:pt x="82" y="449"/>
                    </a:cubicBezTo>
                    <a:cubicBezTo>
                      <a:pt x="91" y="479"/>
                      <a:pt x="99" y="508"/>
                      <a:pt x="108" y="537"/>
                    </a:cubicBezTo>
                    <a:cubicBezTo>
                      <a:pt x="115" y="558"/>
                      <a:pt x="119" y="580"/>
                      <a:pt x="126" y="600"/>
                    </a:cubicBezTo>
                    <a:cubicBezTo>
                      <a:pt x="131" y="613"/>
                      <a:pt x="135" y="625"/>
                      <a:pt x="134" y="639"/>
                    </a:cubicBezTo>
                    <a:cubicBezTo>
                      <a:pt x="135" y="626"/>
                      <a:pt x="129" y="615"/>
                      <a:pt x="126" y="602"/>
                    </a:cubicBezTo>
                    <a:cubicBezTo>
                      <a:pt x="118" y="569"/>
                      <a:pt x="114" y="535"/>
                      <a:pt x="108" y="502"/>
                    </a:cubicBezTo>
                    <a:cubicBezTo>
                      <a:pt x="102" y="469"/>
                      <a:pt x="96" y="436"/>
                      <a:pt x="88" y="404"/>
                    </a:cubicBezTo>
                    <a:cubicBezTo>
                      <a:pt x="75" y="355"/>
                      <a:pt x="71" y="305"/>
                      <a:pt x="66" y="254"/>
                    </a:cubicBezTo>
                    <a:cubicBezTo>
                      <a:pt x="62" y="204"/>
                      <a:pt x="55" y="162"/>
                      <a:pt x="41" y="114"/>
                    </a:cubicBezTo>
                    <a:cubicBezTo>
                      <a:pt x="35" y="94"/>
                      <a:pt x="29" y="75"/>
                      <a:pt x="24" y="56"/>
                    </a:cubicBezTo>
                    <a:cubicBezTo>
                      <a:pt x="20" y="41"/>
                      <a:pt x="16" y="10"/>
                      <a:pt x="6" y="0"/>
                    </a:cubicBezTo>
                  </a:path>
                </a:pathLst>
              </a:custGeom>
              <a:solidFill>
                <a:srgbClr val="D6C3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9797" name="Freeform 580">
                <a:extLst>
                  <a:ext uri="{FF2B5EF4-FFF2-40B4-BE49-F238E27FC236}">
                    <a16:creationId xmlns:a16="http://schemas.microsoft.com/office/drawing/2014/main" id="{227D14D1-CA48-4968-A0B4-B3CB6432A6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6" y="2123"/>
                <a:ext cx="453" cy="73"/>
              </a:xfrm>
              <a:custGeom>
                <a:avLst/>
                <a:gdLst>
                  <a:gd name="T0" fmla="*/ 4 w 460"/>
                  <a:gd name="T1" fmla="*/ 0 h 74"/>
                  <a:gd name="T2" fmla="*/ 207 w 460"/>
                  <a:gd name="T3" fmla="*/ 45 h 74"/>
                  <a:gd name="T4" fmla="*/ 276 w 460"/>
                  <a:gd name="T5" fmla="*/ 43 h 74"/>
                  <a:gd name="T6" fmla="*/ 353 w 460"/>
                  <a:gd name="T7" fmla="*/ 30 h 74"/>
                  <a:gd name="T8" fmla="*/ 433 w 460"/>
                  <a:gd name="T9" fmla="*/ 24 h 74"/>
                  <a:gd name="T10" fmla="*/ 439 w 460"/>
                  <a:gd name="T11" fmla="*/ 57 h 74"/>
                  <a:gd name="T12" fmla="*/ 387 w 460"/>
                  <a:gd name="T13" fmla="*/ 65 h 74"/>
                  <a:gd name="T14" fmla="*/ 309 w 460"/>
                  <a:gd name="T15" fmla="*/ 69 h 74"/>
                  <a:gd name="T16" fmla="*/ 171 w 460"/>
                  <a:gd name="T17" fmla="*/ 69 h 74"/>
                  <a:gd name="T18" fmla="*/ 65 w 460"/>
                  <a:gd name="T19" fmla="*/ 57 h 74"/>
                  <a:gd name="T20" fmla="*/ 4 w 460"/>
                  <a:gd name="T21" fmla="*/ 34 h 74"/>
                  <a:gd name="T22" fmla="*/ 0 w 460"/>
                  <a:gd name="T23" fmla="*/ 4 h 7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460" h="74">
                    <a:moveTo>
                      <a:pt x="4" y="0"/>
                    </a:moveTo>
                    <a:cubicBezTo>
                      <a:pt x="79" y="40"/>
                      <a:pt x="134" y="45"/>
                      <a:pt x="216" y="48"/>
                    </a:cubicBezTo>
                    <a:cubicBezTo>
                      <a:pt x="231" y="49"/>
                      <a:pt x="273" y="48"/>
                      <a:pt x="288" y="46"/>
                    </a:cubicBezTo>
                    <a:cubicBezTo>
                      <a:pt x="314" y="44"/>
                      <a:pt x="344" y="35"/>
                      <a:pt x="370" y="30"/>
                    </a:cubicBezTo>
                    <a:cubicBezTo>
                      <a:pt x="398" y="24"/>
                      <a:pt x="425" y="23"/>
                      <a:pt x="454" y="24"/>
                    </a:cubicBezTo>
                    <a:cubicBezTo>
                      <a:pt x="458" y="36"/>
                      <a:pt x="453" y="49"/>
                      <a:pt x="460" y="60"/>
                    </a:cubicBezTo>
                    <a:cubicBezTo>
                      <a:pt x="438" y="55"/>
                      <a:pt x="426" y="63"/>
                      <a:pt x="405" y="68"/>
                    </a:cubicBezTo>
                    <a:cubicBezTo>
                      <a:pt x="378" y="74"/>
                      <a:pt x="351" y="73"/>
                      <a:pt x="324" y="72"/>
                    </a:cubicBezTo>
                    <a:cubicBezTo>
                      <a:pt x="276" y="70"/>
                      <a:pt x="227" y="71"/>
                      <a:pt x="180" y="72"/>
                    </a:cubicBezTo>
                    <a:cubicBezTo>
                      <a:pt x="142" y="72"/>
                      <a:pt x="104" y="67"/>
                      <a:pt x="68" y="60"/>
                    </a:cubicBezTo>
                    <a:cubicBezTo>
                      <a:pt x="45" y="55"/>
                      <a:pt x="27" y="39"/>
                      <a:pt x="4" y="34"/>
                    </a:cubicBezTo>
                    <a:cubicBezTo>
                      <a:pt x="1" y="24"/>
                      <a:pt x="4" y="13"/>
                      <a:pt x="0" y="4"/>
                    </a:cubicBezTo>
                  </a:path>
                </a:pathLst>
              </a:custGeom>
              <a:solidFill>
                <a:srgbClr val="9380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9798" name="Freeform 581">
                <a:extLst>
                  <a:ext uri="{FF2B5EF4-FFF2-40B4-BE49-F238E27FC236}">
                    <a16:creationId xmlns:a16="http://schemas.microsoft.com/office/drawing/2014/main" id="{9F55AE05-D04E-4A8F-9F14-94BC35659A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8" y="2143"/>
                <a:ext cx="75" cy="191"/>
              </a:xfrm>
              <a:custGeom>
                <a:avLst/>
                <a:gdLst>
                  <a:gd name="T0" fmla="*/ 0 w 77"/>
                  <a:gd name="T1" fmla="*/ 35 h 194"/>
                  <a:gd name="T2" fmla="*/ 21 w 77"/>
                  <a:gd name="T3" fmla="*/ 53 h 194"/>
                  <a:gd name="T4" fmla="*/ 40 w 77"/>
                  <a:gd name="T5" fmla="*/ 99 h 194"/>
                  <a:gd name="T6" fmla="*/ 71 w 77"/>
                  <a:gd name="T7" fmla="*/ 185 h 194"/>
                  <a:gd name="T8" fmla="*/ 46 w 77"/>
                  <a:gd name="T9" fmla="*/ 69 h 194"/>
                  <a:gd name="T10" fmla="*/ 28 w 77"/>
                  <a:gd name="T11" fmla="*/ 0 h 19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7" h="194">
                    <a:moveTo>
                      <a:pt x="0" y="38"/>
                    </a:moveTo>
                    <a:cubicBezTo>
                      <a:pt x="1" y="41"/>
                      <a:pt x="19" y="48"/>
                      <a:pt x="24" y="56"/>
                    </a:cubicBezTo>
                    <a:cubicBezTo>
                      <a:pt x="34" y="70"/>
                      <a:pt x="38" y="89"/>
                      <a:pt x="43" y="105"/>
                    </a:cubicBezTo>
                    <a:cubicBezTo>
                      <a:pt x="53" y="133"/>
                      <a:pt x="62" y="168"/>
                      <a:pt x="77" y="194"/>
                    </a:cubicBezTo>
                    <a:cubicBezTo>
                      <a:pt x="73" y="151"/>
                      <a:pt x="58" y="112"/>
                      <a:pt x="49" y="72"/>
                    </a:cubicBezTo>
                    <a:cubicBezTo>
                      <a:pt x="46" y="57"/>
                      <a:pt x="48" y="3"/>
                      <a:pt x="31" y="0"/>
                    </a:cubicBezTo>
                  </a:path>
                </a:pathLst>
              </a:custGeom>
              <a:solidFill>
                <a:srgbClr val="9380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9799" name="Freeform 582">
                <a:extLst>
                  <a:ext uri="{FF2B5EF4-FFF2-40B4-BE49-F238E27FC236}">
                    <a16:creationId xmlns:a16="http://schemas.microsoft.com/office/drawing/2014/main" id="{C935642E-4D55-401B-B72E-38BD279F17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5" y="1180"/>
                <a:ext cx="39" cy="84"/>
              </a:xfrm>
              <a:custGeom>
                <a:avLst/>
                <a:gdLst>
                  <a:gd name="T0" fmla="*/ 37 w 40"/>
                  <a:gd name="T1" fmla="*/ 59 h 86"/>
                  <a:gd name="T2" fmla="*/ 21 w 40"/>
                  <a:gd name="T3" fmla="*/ 63 h 86"/>
                  <a:gd name="T4" fmla="*/ 19 w 40"/>
                  <a:gd name="T5" fmla="*/ 80 h 86"/>
                  <a:gd name="T6" fmla="*/ 13 w 40"/>
                  <a:gd name="T7" fmla="*/ 54 h 86"/>
                  <a:gd name="T8" fmla="*/ 4 w 40"/>
                  <a:gd name="T9" fmla="*/ 34 h 86"/>
                  <a:gd name="T10" fmla="*/ 3 w 40"/>
                  <a:gd name="T11" fmla="*/ 0 h 86"/>
                  <a:gd name="T12" fmla="*/ 18 w 40"/>
                  <a:gd name="T13" fmla="*/ 38 h 86"/>
                  <a:gd name="T14" fmla="*/ 35 w 40"/>
                  <a:gd name="T15" fmla="*/ 59 h 8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0" h="86">
                    <a:moveTo>
                      <a:pt x="40" y="62"/>
                    </a:moveTo>
                    <a:cubicBezTo>
                      <a:pt x="33" y="64"/>
                      <a:pt x="29" y="62"/>
                      <a:pt x="24" y="69"/>
                    </a:cubicBezTo>
                    <a:cubicBezTo>
                      <a:pt x="20" y="75"/>
                      <a:pt x="20" y="80"/>
                      <a:pt x="19" y="86"/>
                    </a:cubicBezTo>
                    <a:cubicBezTo>
                      <a:pt x="16" y="78"/>
                      <a:pt x="16" y="66"/>
                      <a:pt x="13" y="57"/>
                    </a:cubicBezTo>
                    <a:cubicBezTo>
                      <a:pt x="10" y="50"/>
                      <a:pt x="6" y="44"/>
                      <a:pt x="4" y="37"/>
                    </a:cubicBezTo>
                    <a:cubicBezTo>
                      <a:pt x="0" y="26"/>
                      <a:pt x="0" y="11"/>
                      <a:pt x="3" y="0"/>
                    </a:cubicBezTo>
                    <a:cubicBezTo>
                      <a:pt x="5" y="13"/>
                      <a:pt x="9" y="29"/>
                      <a:pt x="18" y="41"/>
                    </a:cubicBezTo>
                    <a:cubicBezTo>
                      <a:pt x="23" y="48"/>
                      <a:pt x="35" y="55"/>
                      <a:pt x="38" y="62"/>
                    </a:cubicBezTo>
                  </a:path>
                </a:pathLst>
              </a:custGeom>
              <a:solidFill>
                <a:srgbClr val="FDDB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9800" name="Freeform 583">
                <a:extLst>
                  <a:ext uri="{FF2B5EF4-FFF2-40B4-BE49-F238E27FC236}">
                    <a16:creationId xmlns:a16="http://schemas.microsoft.com/office/drawing/2014/main" id="{718F4570-F53E-4457-A726-FB28D221E2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7" y="1191"/>
                <a:ext cx="39" cy="63"/>
              </a:xfrm>
              <a:custGeom>
                <a:avLst/>
                <a:gdLst>
                  <a:gd name="T0" fmla="*/ 0 w 40"/>
                  <a:gd name="T1" fmla="*/ 38 h 64"/>
                  <a:gd name="T2" fmla="*/ 9 w 40"/>
                  <a:gd name="T3" fmla="*/ 49 h 64"/>
                  <a:gd name="T4" fmla="*/ 11 w 40"/>
                  <a:gd name="T5" fmla="*/ 61 h 64"/>
                  <a:gd name="T6" fmla="*/ 24 w 40"/>
                  <a:gd name="T7" fmla="*/ 31 h 64"/>
                  <a:gd name="T8" fmla="*/ 37 w 40"/>
                  <a:gd name="T9" fmla="*/ 0 h 64"/>
                  <a:gd name="T10" fmla="*/ 19 w 40"/>
                  <a:gd name="T11" fmla="*/ 27 h 64"/>
                  <a:gd name="T12" fmla="*/ 1 w 40"/>
                  <a:gd name="T13" fmla="*/ 38 h 6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0" h="64">
                    <a:moveTo>
                      <a:pt x="0" y="41"/>
                    </a:moveTo>
                    <a:cubicBezTo>
                      <a:pt x="1" y="44"/>
                      <a:pt x="7" y="48"/>
                      <a:pt x="9" y="52"/>
                    </a:cubicBezTo>
                    <a:cubicBezTo>
                      <a:pt x="10" y="56"/>
                      <a:pt x="9" y="60"/>
                      <a:pt x="11" y="64"/>
                    </a:cubicBezTo>
                    <a:cubicBezTo>
                      <a:pt x="14" y="52"/>
                      <a:pt x="22" y="42"/>
                      <a:pt x="27" y="31"/>
                    </a:cubicBezTo>
                    <a:cubicBezTo>
                      <a:pt x="32" y="22"/>
                      <a:pt x="40" y="10"/>
                      <a:pt x="40" y="0"/>
                    </a:cubicBezTo>
                    <a:cubicBezTo>
                      <a:pt x="36" y="10"/>
                      <a:pt x="27" y="20"/>
                      <a:pt x="19" y="27"/>
                    </a:cubicBezTo>
                    <a:cubicBezTo>
                      <a:pt x="13" y="32"/>
                      <a:pt x="5" y="36"/>
                      <a:pt x="1" y="41"/>
                    </a:cubicBezTo>
                  </a:path>
                </a:pathLst>
              </a:custGeom>
              <a:solidFill>
                <a:srgbClr val="FDDB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9801" name="Freeform 584">
                <a:extLst>
                  <a:ext uri="{FF2B5EF4-FFF2-40B4-BE49-F238E27FC236}">
                    <a16:creationId xmlns:a16="http://schemas.microsoft.com/office/drawing/2014/main" id="{905E38CE-1A09-46E1-8785-6EFC8063A0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0" y="1340"/>
                <a:ext cx="43" cy="158"/>
              </a:xfrm>
              <a:custGeom>
                <a:avLst/>
                <a:gdLst>
                  <a:gd name="T0" fmla="*/ 42 w 43"/>
                  <a:gd name="T1" fmla="*/ 0 h 160"/>
                  <a:gd name="T2" fmla="*/ 29 w 43"/>
                  <a:gd name="T3" fmla="*/ 25 h 160"/>
                  <a:gd name="T4" fmla="*/ 21 w 43"/>
                  <a:gd name="T5" fmla="*/ 41 h 160"/>
                  <a:gd name="T6" fmla="*/ 20 w 43"/>
                  <a:gd name="T7" fmla="*/ 57 h 160"/>
                  <a:gd name="T8" fmla="*/ 14 w 43"/>
                  <a:gd name="T9" fmla="*/ 81 h 160"/>
                  <a:gd name="T10" fmla="*/ 5 w 43"/>
                  <a:gd name="T11" fmla="*/ 154 h 160"/>
                  <a:gd name="T12" fmla="*/ 11 w 43"/>
                  <a:gd name="T13" fmla="*/ 111 h 160"/>
                  <a:gd name="T14" fmla="*/ 24 w 43"/>
                  <a:gd name="T15" fmla="*/ 67 h 160"/>
                  <a:gd name="T16" fmla="*/ 43 w 43"/>
                  <a:gd name="T17" fmla="*/ 2 h 16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3" h="160">
                    <a:moveTo>
                      <a:pt x="42" y="0"/>
                    </a:moveTo>
                    <a:cubicBezTo>
                      <a:pt x="36" y="7"/>
                      <a:pt x="33" y="17"/>
                      <a:pt x="29" y="25"/>
                    </a:cubicBezTo>
                    <a:cubicBezTo>
                      <a:pt x="27" y="31"/>
                      <a:pt x="23" y="37"/>
                      <a:pt x="21" y="44"/>
                    </a:cubicBezTo>
                    <a:cubicBezTo>
                      <a:pt x="20" y="50"/>
                      <a:pt x="21" y="55"/>
                      <a:pt x="20" y="60"/>
                    </a:cubicBezTo>
                    <a:cubicBezTo>
                      <a:pt x="17" y="68"/>
                      <a:pt x="15" y="76"/>
                      <a:pt x="14" y="84"/>
                    </a:cubicBezTo>
                    <a:cubicBezTo>
                      <a:pt x="9" y="109"/>
                      <a:pt x="0" y="134"/>
                      <a:pt x="5" y="160"/>
                    </a:cubicBezTo>
                    <a:cubicBezTo>
                      <a:pt x="9" y="145"/>
                      <a:pt x="8" y="129"/>
                      <a:pt x="11" y="114"/>
                    </a:cubicBezTo>
                    <a:cubicBezTo>
                      <a:pt x="15" y="99"/>
                      <a:pt x="20" y="85"/>
                      <a:pt x="24" y="70"/>
                    </a:cubicBezTo>
                    <a:cubicBezTo>
                      <a:pt x="29" y="49"/>
                      <a:pt x="29" y="20"/>
                      <a:pt x="43" y="2"/>
                    </a:cubicBezTo>
                  </a:path>
                </a:pathLst>
              </a:custGeom>
              <a:solidFill>
                <a:srgbClr val="FDDB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</p:grpSp>
        <p:sp>
          <p:nvSpPr>
            <p:cNvPr id="59584" name="Freeform 585">
              <a:extLst>
                <a:ext uri="{FF2B5EF4-FFF2-40B4-BE49-F238E27FC236}">
                  <a16:creationId xmlns:a16="http://schemas.microsoft.com/office/drawing/2014/main" id="{F0B3084C-B465-4904-AA09-C757535D4E0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6" y="1582"/>
              <a:ext cx="34" cy="145"/>
            </a:xfrm>
            <a:custGeom>
              <a:avLst/>
              <a:gdLst>
                <a:gd name="T0" fmla="*/ 2 w 34"/>
                <a:gd name="T1" fmla="*/ 0 h 147"/>
                <a:gd name="T2" fmla="*/ 5 w 34"/>
                <a:gd name="T3" fmla="*/ 34 h 147"/>
                <a:gd name="T4" fmla="*/ 1 w 34"/>
                <a:gd name="T5" fmla="*/ 52 h 147"/>
                <a:gd name="T6" fmla="*/ 7 w 34"/>
                <a:gd name="T7" fmla="*/ 80 h 147"/>
                <a:gd name="T8" fmla="*/ 18 w 34"/>
                <a:gd name="T9" fmla="*/ 112 h 147"/>
                <a:gd name="T10" fmla="*/ 26 w 34"/>
                <a:gd name="T11" fmla="*/ 136 h 147"/>
                <a:gd name="T12" fmla="*/ 23 w 34"/>
                <a:gd name="T13" fmla="*/ 118 h 147"/>
                <a:gd name="T14" fmla="*/ 14 w 34"/>
                <a:gd name="T15" fmla="*/ 58 h 147"/>
                <a:gd name="T16" fmla="*/ 11 w 34"/>
                <a:gd name="T17" fmla="*/ 18 h 147"/>
                <a:gd name="T18" fmla="*/ 3 w 34"/>
                <a:gd name="T19" fmla="*/ 0 h 14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4" h="147">
                  <a:moveTo>
                    <a:pt x="2" y="0"/>
                  </a:moveTo>
                  <a:cubicBezTo>
                    <a:pt x="5" y="11"/>
                    <a:pt x="6" y="23"/>
                    <a:pt x="5" y="34"/>
                  </a:cubicBezTo>
                  <a:cubicBezTo>
                    <a:pt x="4" y="41"/>
                    <a:pt x="1" y="48"/>
                    <a:pt x="1" y="55"/>
                  </a:cubicBezTo>
                  <a:cubicBezTo>
                    <a:pt x="0" y="64"/>
                    <a:pt x="5" y="74"/>
                    <a:pt x="7" y="83"/>
                  </a:cubicBezTo>
                  <a:cubicBezTo>
                    <a:pt x="10" y="95"/>
                    <a:pt x="15" y="106"/>
                    <a:pt x="18" y="118"/>
                  </a:cubicBezTo>
                  <a:cubicBezTo>
                    <a:pt x="20" y="124"/>
                    <a:pt x="20" y="139"/>
                    <a:pt x="26" y="142"/>
                  </a:cubicBezTo>
                  <a:cubicBezTo>
                    <a:pt x="34" y="147"/>
                    <a:pt x="24" y="127"/>
                    <a:pt x="23" y="124"/>
                  </a:cubicBezTo>
                  <a:cubicBezTo>
                    <a:pt x="17" y="103"/>
                    <a:pt x="16" y="82"/>
                    <a:pt x="14" y="61"/>
                  </a:cubicBezTo>
                  <a:cubicBezTo>
                    <a:pt x="13" y="47"/>
                    <a:pt x="12" y="32"/>
                    <a:pt x="11" y="18"/>
                  </a:cubicBezTo>
                  <a:cubicBezTo>
                    <a:pt x="11" y="13"/>
                    <a:pt x="10" y="0"/>
                    <a:pt x="3" y="0"/>
                  </a:cubicBezTo>
                </a:path>
              </a:pathLst>
            </a:custGeom>
            <a:solidFill>
              <a:srgbClr val="FDDB5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9585" name="Freeform 586">
              <a:extLst>
                <a:ext uri="{FF2B5EF4-FFF2-40B4-BE49-F238E27FC236}">
                  <a16:creationId xmlns:a16="http://schemas.microsoft.com/office/drawing/2014/main" id="{D60124E1-34D8-49A1-85CF-17F87FABF41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3" y="1531"/>
              <a:ext cx="12" cy="35"/>
            </a:xfrm>
            <a:custGeom>
              <a:avLst/>
              <a:gdLst>
                <a:gd name="T0" fmla="*/ 0 w 12"/>
                <a:gd name="T1" fmla="*/ 0 h 35"/>
                <a:gd name="T2" fmla="*/ 4 w 12"/>
                <a:gd name="T3" fmla="*/ 33 h 35"/>
                <a:gd name="T4" fmla="*/ 5 w 12"/>
                <a:gd name="T5" fmla="*/ 32 h 35"/>
                <a:gd name="T6" fmla="*/ 10 w 12"/>
                <a:gd name="T7" fmla="*/ 35 h 35"/>
                <a:gd name="T8" fmla="*/ 2 w 12"/>
                <a:gd name="T9" fmla="*/ 4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35">
                  <a:moveTo>
                    <a:pt x="0" y="0"/>
                  </a:moveTo>
                  <a:cubicBezTo>
                    <a:pt x="1" y="10"/>
                    <a:pt x="2" y="23"/>
                    <a:pt x="4" y="33"/>
                  </a:cubicBezTo>
                  <a:cubicBezTo>
                    <a:pt x="5" y="32"/>
                    <a:pt x="5" y="32"/>
                    <a:pt x="5" y="32"/>
                  </a:cubicBezTo>
                  <a:cubicBezTo>
                    <a:pt x="7" y="33"/>
                    <a:pt x="9" y="34"/>
                    <a:pt x="10" y="35"/>
                  </a:cubicBezTo>
                  <a:cubicBezTo>
                    <a:pt x="10" y="27"/>
                    <a:pt x="12" y="7"/>
                    <a:pt x="2" y="4"/>
                  </a:cubicBezTo>
                </a:path>
              </a:pathLst>
            </a:custGeom>
            <a:solidFill>
              <a:srgbClr val="FDDB5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9586" name="Freeform 587">
              <a:extLst>
                <a:ext uri="{FF2B5EF4-FFF2-40B4-BE49-F238E27FC236}">
                  <a16:creationId xmlns:a16="http://schemas.microsoft.com/office/drawing/2014/main" id="{3BD2601C-1A26-41A5-9141-B993F34063A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8" y="1537"/>
              <a:ext cx="16" cy="24"/>
            </a:xfrm>
            <a:custGeom>
              <a:avLst/>
              <a:gdLst>
                <a:gd name="T0" fmla="*/ 16 w 16"/>
                <a:gd name="T1" fmla="*/ 0 h 24"/>
                <a:gd name="T2" fmla="*/ 11 w 16"/>
                <a:gd name="T3" fmla="*/ 24 h 24"/>
                <a:gd name="T4" fmla="*/ 0 w 16"/>
                <a:gd name="T5" fmla="*/ 23 h 24"/>
                <a:gd name="T6" fmla="*/ 10 w 16"/>
                <a:gd name="T7" fmla="*/ 2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24">
                  <a:moveTo>
                    <a:pt x="16" y="0"/>
                  </a:moveTo>
                  <a:cubicBezTo>
                    <a:pt x="16" y="7"/>
                    <a:pt x="13" y="16"/>
                    <a:pt x="11" y="24"/>
                  </a:cubicBezTo>
                  <a:cubicBezTo>
                    <a:pt x="7" y="23"/>
                    <a:pt x="4" y="23"/>
                    <a:pt x="0" y="23"/>
                  </a:cubicBezTo>
                  <a:cubicBezTo>
                    <a:pt x="2" y="18"/>
                    <a:pt x="3" y="3"/>
                    <a:pt x="10" y="2"/>
                  </a:cubicBezTo>
                </a:path>
              </a:pathLst>
            </a:custGeom>
            <a:solidFill>
              <a:srgbClr val="FDDB5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9587" name="Freeform 588">
              <a:extLst>
                <a:ext uri="{FF2B5EF4-FFF2-40B4-BE49-F238E27FC236}">
                  <a16:creationId xmlns:a16="http://schemas.microsoft.com/office/drawing/2014/main" id="{25F0F70A-CBCE-4509-AE98-98E65C2A8F1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4" y="1576"/>
              <a:ext cx="64" cy="151"/>
            </a:xfrm>
            <a:custGeom>
              <a:avLst/>
              <a:gdLst>
                <a:gd name="T0" fmla="*/ 53 w 65"/>
                <a:gd name="T1" fmla="*/ 0 h 153"/>
                <a:gd name="T2" fmla="*/ 61 w 65"/>
                <a:gd name="T3" fmla="*/ 9 h 153"/>
                <a:gd name="T4" fmla="*/ 61 w 65"/>
                <a:gd name="T5" fmla="*/ 42 h 153"/>
                <a:gd name="T6" fmla="*/ 62 w 65"/>
                <a:gd name="T7" fmla="*/ 71 h 153"/>
                <a:gd name="T8" fmla="*/ 60 w 65"/>
                <a:gd name="T9" fmla="*/ 100 h 153"/>
                <a:gd name="T10" fmla="*/ 60 w 65"/>
                <a:gd name="T11" fmla="*/ 118 h 153"/>
                <a:gd name="T12" fmla="*/ 48 w 65"/>
                <a:gd name="T13" fmla="*/ 134 h 153"/>
                <a:gd name="T14" fmla="*/ 0 w 65"/>
                <a:gd name="T15" fmla="*/ 132 h 153"/>
                <a:gd name="T16" fmla="*/ 20 w 65"/>
                <a:gd name="T17" fmla="*/ 126 h 153"/>
                <a:gd name="T18" fmla="*/ 33 w 65"/>
                <a:gd name="T19" fmla="*/ 120 h 153"/>
                <a:gd name="T20" fmla="*/ 36 w 65"/>
                <a:gd name="T21" fmla="*/ 107 h 153"/>
                <a:gd name="T22" fmla="*/ 40 w 65"/>
                <a:gd name="T23" fmla="*/ 85 h 153"/>
                <a:gd name="T24" fmla="*/ 48 w 65"/>
                <a:gd name="T25" fmla="*/ 37 h 153"/>
                <a:gd name="T26" fmla="*/ 50 w 65"/>
                <a:gd name="T27" fmla="*/ 15 h 153"/>
                <a:gd name="T28" fmla="*/ 53 w 65"/>
                <a:gd name="T29" fmla="*/ 1 h 15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65" h="153">
                  <a:moveTo>
                    <a:pt x="56" y="0"/>
                  </a:moveTo>
                  <a:cubicBezTo>
                    <a:pt x="64" y="0"/>
                    <a:pt x="64" y="1"/>
                    <a:pt x="64" y="9"/>
                  </a:cubicBezTo>
                  <a:cubicBezTo>
                    <a:pt x="63" y="21"/>
                    <a:pt x="63" y="33"/>
                    <a:pt x="64" y="45"/>
                  </a:cubicBezTo>
                  <a:cubicBezTo>
                    <a:pt x="64" y="55"/>
                    <a:pt x="65" y="64"/>
                    <a:pt x="65" y="74"/>
                  </a:cubicBezTo>
                  <a:cubicBezTo>
                    <a:pt x="64" y="84"/>
                    <a:pt x="63" y="93"/>
                    <a:pt x="63" y="103"/>
                  </a:cubicBezTo>
                  <a:cubicBezTo>
                    <a:pt x="63" y="110"/>
                    <a:pt x="65" y="117"/>
                    <a:pt x="63" y="124"/>
                  </a:cubicBezTo>
                  <a:cubicBezTo>
                    <a:pt x="62" y="131"/>
                    <a:pt x="57" y="135"/>
                    <a:pt x="51" y="140"/>
                  </a:cubicBezTo>
                  <a:cubicBezTo>
                    <a:pt x="36" y="153"/>
                    <a:pt x="16" y="138"/>
                    <a:pt x="0" y="138"/>
                  </a:cubicBezTo>
                  <a:cubicBezTo>
                    <a:pt x="6" y="134"/>
                    <a:pt x="13" y="133"/>
                    <a:pt x="20" y="132"/>
                  </a:cubicBezTo>
                  <a:cubicBezTo>
                    <a:pt x="27" y="131"/>
                    <a:pt x="33" y="133"/>
                    <a:pt x="36" y="126"/>
                  </a:cubicBezTo>
                  <a:cubicBezTo>
                    <a:pt x="37" y="122"/>
                    <a:pt x="38" y="115"/>
                    <a:pt x="39" y="110"/>
                  </a:cubicBezTo>
                  <a:cubicBezTo>
                    <a:pt x="42" y="103"/>
                    <a:pt x="44" y="96"/>
                    <a:pt x="43" y="88"/>
                  </a:cubicBezTo>
                  <a:cubicBezTo>
                    <a:pt x="42" y="70"/>
                    <a:pt x="47" y="54"/>
                    <a:pt x="51" y="37"/>
                  </a:cubicBezTo>
                  <a:cubicBezTo>
                    <a:pt x="53" y="29"/>
                    <a:pt x="53" y="23"/>
                    <a:pt x="53" y="15"/>
                  </a:cubicBezTo>
                  <a:cubicBezTo>
                    <a:pt x="54" y="11"/>
                    <a:pt x="56" y="6"/>
                    <a:pt x="56" y="1"/>
                  </a:cubicBezTo>
                </a:path>
              </a:pathLst>
            </a:custGeom>
            <a:solidFill>
              <a:srgbClr val="FDDB5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9588" name="Freeform 589">
              <a:extLst>
                <a:ext uri="{FF2B5EF4-FFF2-40B4-BE49-F238E27FC236}">
                  <a16:creationId xmlns:a16="http://schemas.microsoft.com/office/drawing/2014/main" id="{BFC7A8CF-0CFE-467F-BDDD-D932949F586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0" y="1565"/>
              <a:ext cx="32" cy="192"/>
            </a:xfrm>
            <a:custGeom>
              <a:avLst/>
              <a:gdLst>
                <a:gd name="T0" fmla="*/ 26 w 33"/>
                <a:gd name="T1" fmla="*/ 0 h 195"/>
                <a:gd name="T2" fmla="*/ 15 w 33"/>
                <a:gd name="T3" fmla="*/ 49 h 195"/>
                <a:gd name="T4" fmla="*/ 1 w 33"/>
                <a:gd name="T5" fmla="*/ 97 h 195"/>
                <a:gd name="T6" fmla="*/ 15 w 33"/>
                <a:gd name="T7" fmla="*/ 141 h 195"/>
                <a:gd name="T8" fmla="*/ 27 w 33"/>
                <a:gd name="T9" fmla="*/ 186 h 195"/>
                <a:gd name="T10" fmla="*/ 24 w 33"/>
                <a:gd name="T11" fmla="*/ 159 h 195"/>
                <a:gd name="T12" fmla="*/ 16 w 33"/>
                <a:gd name="T13" fmla="*/ 130 h 195"/>
                <a:gd name="T14" fmla="*/ 7 w 33"/>
                <a:gd name="T15" fmla="*/ 112 h 195"/>
                <a:gd name="T16" fmla="*/ 8 w 33"/>
                <a:gd name="T17" fmla="*/ 94 h 195"/>
                <a:gd name="T18" fmla="*/ 10 w 33"/>
                <a:gd name="T19" fmla="*/ 73 h 195"/>
                <a:gd name="T20" fmla="*/ 16 w 33"/>
                <a:gd name="T21" fmla="*/ 51 h 195"/>
                <a:gd name="T22" fmla="*/ 20 w 33"/>
                <a:gd name="T23" fmla="*/ 31 h 195"/>
                <a:gd name="T24" fmla="*/ 24 w 33"/>
                <a:gd name="T25" fmla="*/ 8 h 19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3" h="195">
                  <a:moveTo>
                    <a:pt x="29" y="0"/>
                  </a:moveTo>
                  <a:cubicBezTo>
                    <a:pt x="25" y="18"/>
                    <a:pt x="22" y="35"/>
                    <a:pt x="15" y="52"/>
                  </a:cubicBezTo>
                  <a:cubicBezTo>
                    <a:pt x="8" y="69"/>
                    <a:pt x="0" y="84"/>
                    <a:pt x="1" y="103"/>
                  </a:cubicBezTo>
                  <a:cubicBezTo>
                    <a:pt x="2" y="120"/>
                    <a:pt x="5" y="133"/>
                    <a:pt x="15" y="147"/>
                  </a:cubicBezTo>
                  <a:cubicBezTo>
                    <a:pt x="25" y="162"/>
                    <a:pt x="24" y="179"/>
                    <a:pt x="30" y="195"/>
                  </a:cubicBezTo>
                  <a:cubicBezTo>
                    <a:pt x="33" y="188"/>
                    <a:pt x="29" y="174"/>
                    <a:pt x="27" y="167"/>
                  </a:cubicBezTo>
                  <a:cubicBezTo>
                    <a:pt x="25" y="155"/>
                    <a:pt x="21" y="147"/>
                    <a:pt x="16" y="136"/>
                  </a:cubicBezTo>
                  <a:cubicBezTo>
                    <a:pt x="13" y="130"/>
                    <a:pt x="10" y="124"/>
                    <a:pt x="7" y="118"/>
                  </a:cubicBezTo>
                  <a:cubicBezTo>
                    <a:pt x="3" y="111"/>
                    <a:pt x="6" y="106"/>
                    <a:pt x="8" y="98"/>
                  </a:cubicBezTo>
                  <a:cubicBezTo>
                    <a:pt x="9" y="91"/>
                    <a:pt x="9" y="84"/>
                    <a:pt x="10" y="76"/>
                  </a:cubicBezTo>
                  <a:cubicBezTo>
                    <a:pt x="12" y="69"/>
                    <a:pt x="15" y="62"/>
                    <a:pt x="18" y="54"/>
                  </a:cubicBezTo>
                  <a:cubicBezTo>
                    <a:pt x="20" y="47"/>
                    <a:pt x="21" y="38"/>
                    <a:pt x="23" y="31"/>
                  </a:cubicBezTo>
                  <a:cubicBezTo>
                    <a:pt x="25" y="23"/>
                    <a:pt x="27" y="16"/>
                    <a:pt x="27" y="8"/>
                  </a:cubicBezTo>
                </a:path>
              </a:pathLst>
            </a:custGeom>
            <a:solidFill>
              <a:srgbClr val="FDDB5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9589" name="Freeform 590">
              <a:extLst>
                <a:ext uri="{FF2B5EF4-FFF2-40B4-BE49-F238E27FC236}">
                  <a16:creationId xmlns:a16="http://schemas.microsoft.com/office/drawing/2014/main" id="{D299F081-A491-4EB7-BBAF-DC059FF5170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4" y="1913"/>
              <a:ext cx="199" cy="135"/>
            </a:xfrm>
            <a:custGeom>
              <a:avLst/>
              <a:gdLst>
                <a:gd name="T0" fmla="*/ 0 w 202"/>
                <a:gd name="T1" fmla="*/ 0 h 137"/>
                <a:gd name="T2" fmla="*/ 22 w 202"/>
                <a:gd name="T3" fmla="*/ 11 h 137"/>
                <a:gd name="T4" fmla="*/ 60 w 202"/>
                <a:gd name="T5" fmla="*/ 38 h 137"/>
                <a:gd name="T6" fmla="*/ 99 w 202"/>
                <a:gd name="T7" fmla="*/ 81 h 137"/>
                <a:gd name="T8" fmla="*/ 152 w 202"/>
                <a:gd name="T9" fmla="*/ 111 h 137"/>
                <a:gd name="T10" fmla="*/ 173 w 202"/>
                <a:gd name="T11" fmla="*/ 122 h 137"/>
                <a:gd name="T12" fmla="*/ 193 w 202"/>
                <a:gd name="T13" fmla="*/ 130 h 137"/>
                <a:gd name="T14" fmla="*/ 184 w 202"/>
                <a:gd name="T15" fmla="*/ 128 h 137"/>
                <a:gd name="T16" fmla="*/ 137 w 202"/>
                <a:gd name="T17" fmla="*/ 101 h 137"/>
                <a:gd name="T18" fmla="*/ 100 w 202"/>
                <a:gd name="T19" fmla="*/ 76 h 137"/>
                <a:gd name="T20" fmla="*/ 81 w 202"/>
                <a:gd name="T21" fmla="*/ 48 h 137"/>
                <a:gd name="T22" fmla="*/ 46 w 202"/>
                <a:gd name="T23" fmla="*/ 15 h 137"/>
                <a:gd name="T24" fmla="*/ 27 w 202"/>
                <a:gd name="T25" fmla="*/ 5 h 137"/>
                <a:gd name="T26" fmla="*/ 0 w 202"/>
                <a:gd name="T27" fmla="*/ 1 h 13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02" h="137">
                  <a:moveTo>
                    <a:pt x="0" y="0"/>
                  </a:moveTo>
                  <a:cubicBezTo>
                    <a:pt x="7" y="1"/>
                    <a:pt x="15" y="7"/>
                    <a:pt x="22" y="11"/>
                  </a:cubicBezTo>
                  <a:cubicBezTo>
                    <a:pt x="36" y="20"/>
                    <a:pt x="51" y="29"/>
                    <a:pt x="63" y="41"/>
                  </a:cubicBezTo>
                  <a:cubicBezTo>
                    <a:pt x="78" y="54"/>
                    <a:pt x="87" y="72"/>
                    <a:pt x="103" y="84"/>
                  </a:cubicBezTo>
                  <a:cubicBezTo>
                    <a:pt x="121" y="96"/>
                    <a:pt x="139" y="107"/>
                    <a:pt x="158" y="117"/>
                  </a:cubicBezTo>
                  <a:cubicBezTo>
                    <a:pt x="166" y="121"/>
                    <a:pt x="174" y="125"/>
                    <a:pt x="182" y="128"/>
                  </a:cubicBezTo>
                  <a:cubicBezTo>
                    <a:pt x="189" y="131"/>
                    <a:pt x="196" y="132"/>
                    <a:pt x="202" y="136"/>
                  </a:cubicBezTo>
                  <a:cubicBezTo>
                    <a:pt x="199" y="137"/>
                    <a:pt x="196" y="136"/>
                    <a:pt x="193" y="134"/>
                  </a:cubicBezTo>
                  <a:cubicBezTo>
                    <a:pt x="175" y="128"/>
                    <a:pt x="159" y="116"/>
                    <a:pt x="143" y="106"/>
                  </a:cubicBezTo>
                  <a:cubicBezTo>
                    <a:pt x="130" y="98"/>
                    <a:pt x="116" y="90"/>
                    <a:pt x="106" y="79"/>
                  </a:cubicBezTo>
                  <a:cubicBezTo>
                    <a:pt x="98" y="70"/>
                    <a:pt x="92" y="60"/>
                    <a:pt x="84" y="51"/>
                  </a:cubicBezTo>
                  <a:cubicBezTo>
                    <a:pt x="74" y="38"/>
                    <a:pt x="62" y="24"/>
                    <a:pt x="49" y="15"/>
                  </a:cubicBezTo>
                  <a:cubicBezTo>
                    <a:pt x="42" y="10"/>
                    <a:pt x="35" y="7"/>
                    <a:pt x="27" y="5"/>
                  </a:cubicBezTo>
                  <a:cubicBezTo>
                    <a:pt x="20" y="4"/>
                    <a:pt x="6" y="5"/>
                    <a:pt x="0" y="1"/>
                  </a:cubicBezTo>
                </a:path>
              </a:pathLst>
            </a:custGeom>
            <a:solidFill>
              <a:srgbClr val="FDDB5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9590" name="Freeform 591">
              <a:extLst>
                <a:ext uri="{FF2B5EF4-FFF2-40B4-BE49-F238E27FC236}">
                  <a16:creationId xmlns:a16="http://schemas.microsoft.com/office/drawing/2014/main" id="{4297B39D-0E8A-4235-A611-672C8DF6C23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7" y="1892"/>
              <a:ext cx="104" cy="64"/>
            </a:xfrm>
            <a:custGeom>
              <a:avLst/>
              <a:gdLst>
                <a:gd name="T0" fmla="*/ 4 w 106"/>
                <a:gd name="T1" fmla="*/ 12 h 65"/>
                <a:gd name="T2" fmla="*/ 28 w 106"/>
                <a:gd name="T3" fmla="*/ 24 h 65"/>
                <a:gd name="T4" fmla="*/ 60 w 106"/>
                <a:gd name="T5" fmla="*/ 45 h 65"/>
                <a:gd name="T6" fmla="*/ 100 w 106"/>
                <a:gd name="T7" fmla="*/ 61 h 65"/>
                <a:gd name="T8" fmla="*/ 87 w 106"/>
                <a:gd name="T9" fmla="*/ 52 h 65"/>
                <a:gd name="T10" fmla="*/ 55 w 106"/>
                <a:gd name="T11" fmla="*/ 19 h 65"/>
                <a:gd name="T12" fmla="*/ 0 w 106"/>
                <a:gd name="T13" fmla="*/ 6 h 6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6" h="65">
                  <a:moveTo>
                    <a:pt x="4" y="12"/>
                  </a:moveTo>
                  <a:cubicBezTo>
                    <a:pt x="11" y="18"/>
                    <a:pt x="22" y="20"/>
                    <a:pt x="31" y="24"/>
                  </a:cubicBezTo>
                  <a:cubicBezTo>
                    <a:pt x="43" y="31"/>
                    <a:pt x="52" y="40"/>
                    <a:pt x="63" y="48"/>
                  </a:cubicBezTo>
                  <a:cubicBezTo>
                    <a:pt x="75" y="58"/>
                    <a:pt x="89" y="65"/>
                    <a:pt x="106" y="64"/>
                  </a:cubicBezTo>
                  <a:cubicBezTo>
                    <a:pt x="103" y="60"/>
                    <a:pt x="97" y="58"/>
                    <a:pt x="93" y="55"/>
                  </a:cubicBezTo>
                  <a:cubicBezTo>
                    <a:pt x="79" y="46"/>
                    <a:pt x="67" y="33"/>
                    <a:pt x="58" y="19"/>
                  </a:cubicBezTo>
                  <a:cubicBezTo>
                    <a:pt x="45" y="1"/>
                    <a:pt x="19" y="0"/>
                    <a:pt x="0" y="6"/>
                  </a:cubicBezTo>
                </a:path>
              </a:pathLst>
            </a:custGeom>
            <a:solidFill>
              <a:srgbClr val="FDDB5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9591" name="Freeform 592">
              <a:extLst>
                <a:ext uri="{FF2B5EF4-FFF2-40B4-BE49-F238E27FC236}">
                  <a16:creationId xmlns:a16="http://schemas.microsoft.com/office/drawing/2014/main" id="{C528B4B3-C907-4B70-9DB2-D39F1614714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0" y="1246"/>
              <a:ext cx="38" cy="54"/>
            </a:xfrm>
            <a:custGeom>
              <a:avLst/>
              <a:gdLst>
                <a:gd name="T0" fmla="*/ 38 w 38"/>
                <a:gd name="T1" fmla="*/ 11 h 55"/>
                <a:gd name="T2" fmla="*/ 9 w 38"/>
                <a:gd name="T3" fmla="*/ 9 h 55"/>
                <a:gd name="T4" fmla="*/ 2 w 38"/>
                <a:gd name="T5" fmla="*/ 27 h 55"/>
                <a:gd name="T6" fmla="*/ 0 w 38"/>
                <a:gd name="T7" fmla="*/ 52 h 55"/>
                <a:gd name="T8" fmla="*/ 4 w 38"/>
                <a:gd name="T9" fmla="*/ 43 h 55"/>
                <a:gd name="T10" fmla="*/ 15 w 38"/>
                <a:gd name="T11" fmla="*/ 27 h 55"/>
                <a:gd name="T12" fmla="*/ 28 w 38"/>
                <a:gd name="T13" fmla="*/ 15 h 55"/>
                <a:gd name="T14" fmla="*/ 37 w 38"/>
                <a:gd name="T15" fmla="*/ 10 h 5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8" h="55">
                  <a:moveTo>
                    <a:pt x="38" y="11"/>
                  </a:moveTo>
                  <a:cubicBezTo>
                    <a:pt x="28" y="6"/>
                    <a:pt x="18" y="0"/>
                    <a:pt x="9" y="9"/>
                  </a:cubicBezTo>
                  <a:cubicBezTo>
                    <a:pt x="4" y="14"/>
                    <a:pt x="2" y="22"/>
                    <a:pt x="2" y="29"/>
                  </a:cubicBezTo>
                  <a:cubicBezTo>
                    <a:pt x="2" y="38"/>
                    <a:pt x="2" y="47"/>
                    <a:pt x="0" y="55"/>
                  </a:cubicBezTo>
                  <a:cubicBezTo>
                    <a:pt x="1" y="52"/>
                    <a:pt x="3" y="49"/>
                    <a:pt x="4" y="46"/>
                  </a:cubicBezTo>
                  <a:cubicBezTo>
                    <a:pt x="7" y="40"/>
                    <a:pt x="11" y="33"/>
                    <a:pt x="15" y="28"/>
                  </a:cubicBezTo>
                  <a:cubicBezTo>
                    <a:pt x="19" y="24"/>
                    <a:pt x="24" y="19"/>
                    <a:pt x="28" y="15"/>
                  </a:cubicBezTo>
                  <a:cubicBezTo>
                    <a:pt x="30" y="13"/>
                    <a:pt x="33" y="9"/>
                    <a:pt x="37" y="10"/>
                  </a:cubicBezTo>
                </a:path>
              </a:pathLst>
            </a:custGeom>
            <a:solidFill>
              <a:srgbClr val="F7B8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9592" name="Freeform 593">
              <a:extLst>
                <a:ext uri="{FF2B5EF4-FFF2-40B4-BE49-F238E27FC236}">
                  <a16:creationId xmlns:a16="http://schemas.microsoft.com/office/drawing/2014/main" id="{DAE9404D-35D4-42B1-96F1-77615003D40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8" y="1274"/>
              <a:ext cx="32" cy="19"/>
            </a:xfrm>
            <a:custGeom>
              <a:avLst/>
              <a:gdLst>
                <a:gd name="T0" fmla="*/ 0 w 32"/>
                <a:gd name="T1" fmla="*/ 0 h 19"/>
                <a:gd name="T2" fmla="*/ 18 w 32"/>
                <a:gd name="T3" fmla="*/ 15 h 19"/>
                <a:gd name="T4" fmla="*/ 32 w 32"/>
                <a:gd name="T5" fmla="*/ 19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19">
                  <a:moveTo>
                    <a:pt x="0" y="0"/>
                  </a:moveTo>
                  <a:cubicBezTo>
                    <a:pt x="4" y="5"/>
                    <a:pt x="13" y="12"/>
                    <a:pt x="18" y="15"/>
                  </a:cubicBezTo>
                  <a:cubicBezTo>
                    <a:pt x="23" y="17"/>
                    <a:pt x="28" y="17"/>
                    <a:pt x="32" y="19"/>
                  </a:cubicBezTo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9593" name="Freeform 594">
              <a:extLst>
                <a:ext uri="{FF2B5EF4-FFF2-40B4-BE49-F238E27FC236}">
                  <a16:creationId xmlns:a16="http://schemas.microsoft.com/office/drawing/2014/main" id="{38EA5791-F6C3-4CE9-8216-8069B4869ED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0" y="1707"/>
              <a:ext cx="78" cy="31"/>
            </a:xfrm>
            <a:custGeom>
              <a:avLst/>
              <a:gdLst>
                <a:gd name="T0" fmla="*/ 7 w 80"/>
                <a:gd name="T1" fmla="*/ 21 h 31"/>
                <a:gd name="T2" fmla="*/ 48 w 80"/>
                <a:gd name="T3" fmla="*/ 20 h 31"/>
                <a:gd name="T4" fmla="*/ 74 w 80"/>
                <a:gd name="T5" fmla="*/ 0 h 31"/>
                <a:gd name="T6" fmla="*/ 38 w 80"/>
                <a:gd name="T7" fmla="*/ 30 h 31"/>
                <a:gd name="T8" fmla="*/ 20 w 80"/>
                <a:gd name="T9" fmla="*/ 30 h 31"/>
                <a:gd name="T10" fmla="*/ 0 w 80"/>
                <a:gd name="T11" fmla="*/ 25 h 3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0" h="31">
                  <a:moveTo>
                    <a:pt x="7" y="21"/>
                  </a:moveTo>
                  <a:cubicBezTo>
                    <a:pt x="21" y="25"/>
                    <a:pt x="38" y="27"/>
                    <a:pt x="51" y="20"/>
                  </a:cubicBezTo>
                  <a:cubicBezTo>
                    <a:pt x="59" y="15"/>
                    <a:pt x="75" y="9"/>
                    <a:pt x="80" y="0"/>
                  </a:cubicBezTo>
                  <a:cubicBezTo>
                    <a:pt x="76" y="12"/>
                    <a:pt x="53" y="27"/>
                    <a:pt x="41" y="30"/>
                  </a:cubicBezTo>
                  <a:cubicBezTo>
                    <a:pt x="35" y="31"/>
                    <a:pt x="27" y="30"/>
                    <a:pt x="21" y="30"/>
                  </a:cubicBezTo>
                  <a:cubicBezTo>
                    <a:pt x="14" y="30"/>
                    <a:pt x="5" y="30"/>
                    <a:pt x="0" y="25"/>
                  </a:cubicBezTo>
                </a:path>
              </a:pathLst>
            </a:custGeom>
            <a:solidFill>
              <a:srgbClr val="F7B8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9594" name="Freeform 595">
              <a:extLst>
                <a:ext uri="{FF2B5EF4-FFF2-40B4-BE49-F238E27FC236}">
                  <a16:creationId xmlns:a16="http://schemas.microsoft.com/office/drawing/2014/main" id="{DE5968CF-3A5B-4A8E-B128-FE16120F358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5" y="1732"/>
              <a:ext cx="16" cy="8"/>
            </a:xfrm>
            <a:custGeom>
              <a:avLst/>
              <a:gdLst>
                <a:gd name="T0" fmla="*/ 0 w 16"/>
                <a:gd name="T1" fmla="*/ 0 h 8"/>
                <a:gd name="T2" fmla="*/ 16 w 16"/>
                <a:gd name="T3" fmla="*/ 4 h 8"/>
                <a:gd name="T4" fmla="*/ 0 w 16"/>
                <a:gd name="T5" fmla="*/ 1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8">
                  <a:moveTo>
                    <a:pt x="0" y="0"/>
                  </a:moveTo>
                  <a:cubicBezTo>
                    <a:pt x="5" y="2"/>
                    <a:pt x="10" y="4"/>
                    <a:pt x="16" y="4"/>
                  </a:cubicBezTo>
                  <a:cubicBezTo>
                    <a:pt x="11" y="8"/>
                    <a:pt x="4" y="6"/>
                    <a:pt x="0" y="1"/>
                  </a:cubicBezTo>
                </a:path>
              </a:pathLst>
            </a:custGeom>
            <a:solidFill>
              <a:srgbClr val="F7B8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9595" name="Freeform 596">
              <a:extLst>
                <a:ext uri="{FF2B5EF4-FFF2-40B4-BE49-F238E27FC236}">
                  <a16:creationId xmlns:a16="http://schemas.microsoft.com/office/drawing/2014/main" id="{E65CFA70-7EF6-4C90-8F0B-68B597C3B5C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6" y="2061"/>
              <a:ext cx="191" cy="89"/>
            </a:xfrm>
            <a:custGeom>
              <a:avLst/>
              <a:gdLst>
                <a:gd name="T0" fmla="*/ 5 w 194"/>
                <a:gd name="T1" fmla="*/ 0 h 91"/>
                <a:gd name="T2" fmla="*/ 7 w 194"/>
                <a:gd name="T3" fmla="*/ 33 h 91"/>
                <a:gd name="T4" fmla="*/ 7 w 194"/>
                <a:gd name="T5" fmla="*/ 44 h 91"/>
                <a:gd name="T6" fmla="*/ 28 w 194"/>
                <a:gd name="T7" fmla="*/ 51 h 91"/>
                <a:gd name="T8" fmla="*/ 98 w 194"/>
                <a:gd name="T9" fmla="*/ 72 h 91"/>
                <a:gd name="T10" fmla="*/ 141 w 194"/>
                <a:gd name="T11" fmla="*/ 81 h 91"/>
                <a:gd name="T12" fmla="*/ 185 w 194"/>
                <a:gd name="T13" fmla="*/ 85 h 91"/>
                <a:gd name="T14" fmla="*/ 93 w 194"/>
                <a:gd name="T15" fmla="*/ 64 h 91"/>
                <a:gd name="T16" fmla="*/ 39 w 194"/>
                <a:gd name="T17" fmla="*/ 44 h 91"/>
                <a:gd name="T18" fmla="*/ 17 w 194"/>
                <a:gd name="T19" fmla="*/ 27 h 91"/>
                <a:gd name="T20" fmla="*/ 0 w 194"/>
                <a:gd name="T21" fmla="*/ 3 h 9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94" h="91">
                  <a:moveTo>
                    <a:pt x="5" y="0"/>
                  </a:moveTo>
                  <a:cubicBezTo>
                    <a:pt x="7" y="12"/>
                    <a:pt x="8" y="24"/>
                    <a:pt x="7" y="36"/>
                  </a:cubicBezTo>
                  <a:cubicBezTo>
                    <a:pt x="7" y="39"/>
                    <a:pt x="4" y="44"/>
                    <a:pt x="7" y="47"/>
                  </a:cubicBezTo>
                  <a:cubicBezTo>
                    <a:pt x="9" y="50"/>
                    <a:pt x="24" y="53"/>
                    <a:pt x="28" y="54"/>
                  </a:cubicBezTo>
                  <a:cubicBezTo>
                    <a:pt x="53" y="63"/>
                    <a:pt x="77" y="73"/>
                    <a:pt x="104" y="78"/>
                  </a:cubicBezTo>
                  <a:cubicBezTo>
                    <a:pt x="118" y="80"/>
                    <a:pt x="132" y="85"/>
                    <a:pt x="147" y="87"/>
                  </a:cubicBezTo>
                  <a:cubicBezTo>
                    <a:pt x="162" y="90"/>
                    <a:pt x="178" y="87"/>
                    <a:pt x="194" y="91"/>
                  </a:cubicBezTo>
                  <a:cubicBezTo>
                    <a:pt x="161" y="87"/>
                    <a:pt x="127" y="77"/>
                    <a:pt x="96" y="67"/>
                  </a:cubicBezTo>
                  <a:cubicBezTo>
                    <a:pt x="77" y="62"/>
                    <a:pt x="60" y="55"/>
                    <a:pt x="42" y="47"/>
                  </a:cubicBezTo>
                  <a:cubicBezTo>
                    <a:pt x="32" y="43"/>
                    <a:pt x="25" y="38"/>
                    <a:pt x="17" y="30"/>
                  </a:cubicBezTo>
                  <a:cubicBezTo>
                    <a:pt x="9" y="21"/>
                    <a:pt x="6" y="12"/>
                    <a:pt x="0" y="3"/>
                  </a:cubicBezTo>
                </a:path>
              </a:pathLst>
            </a:custGeom>
            <a:solidFill>
              <a:srgbClr val="F7B8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9596" name="Freeform 597">
              <a:extLst>
                <a:ext uri="{FF2B5EF4-FFF2-40B4-BE49-F238E27FC236}">
                  <a16:creationId xmlns:a16="http://schemas.microsoft.com/office/drawing/2014/main" id="{92241832-4EF9-488F-ABB1-4AE1076B6FD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6" y="1035"/>
              <a:ext cx="8" cy="4"/>
            </a:xfrm>
            <a:custGeom>
              <a:avLst/>
              <a:gdLst>
                <a:gd name="T0" fmla="*/ 0 w 8"/>
                <a:gd name="T1" fmla="*/ 0 h 4"/>
                <a:gd name="T2" fmla="*/ 8 w 8"/>
                <a:gd name="T3" fmla="*/ 0 h 4"/>
                <a:gd name="T4" fmla="*/ 1 w 8"/>
                <a:gd name="T5" fmla="*/ 1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4">
                  <a:moveTo>
                    <a:pt x="0" y="0"/>
                  </a:moveTo>
                  <a:cubicBezTo>
                    <a:pt x="2" y="2"/>
                    <a:pt x="6" y="2"/>
                    <a:pt x="8" y="0"/>
                  </a:cubicBezTo>
                  <a:cubicBezTo>
                    <a:pt x="7" y="4"/>
                    <a:pt x="3" y="2"/>
                    <a:pt x="1" y="1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9597" name="Freeform 598">
              <a:extLst>
                <a:ext uri="{FF2B5EF4-FFF2-40B4-BE49-F238E27FC236}">
                  <a16:creationId xmlns:a16="http://schemas.microsoft.com/office/drawing/2014/main" id="{2C310242-9940-42C9-955A-65FE3150F64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5" y="1038"/>
              <a:ext cx="10" cy="4"/>
            </a:xfrm>
            <a:custGeom>
              <a:avLst/>
              <a:gdLst>
                <a:gd name="T0" fmla="*/ 10 w 10"/>
                <a:gd name="T1" fmla="*/ 0 h 4"/>
                <a:gd name="T2" fmla="*/ 7 w 10"/>
                <a:gd name="T3" fmla="*/ 1 h 4"/>
                <a:gd name="T4" fmla="*/ 4 w 10"/>
                <a:gd name="T5" fmla="*/ 2 h 4"/>
                <a:gd name="T6" fmla="*/ 1 w 10"/>
                <a:gd name="T7" fmla="*/ 1 h 4"/>
                <a:gd name="T8" fmla="*/ 0 w 10"/>
                <a:gd name="T9" fmla="*/ 0 h 4"/>
                <a:gd name="T10" fmla="*/ 1 w 10"/>
                <a:gd name="T11" fmla="*/ 3 h 4"/>
                <a:gd name="T12" fmla="*/ 3 w 10"/>
                <a:gd name="T13" fmla="*/ 3 h 4"/>
                <a:gd name="T14" fmla="*/ 9 w 10"/>
                <a:gd name="T15" fmla="*/ 1 h 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" h="4">
                  <a:moveTo>
                    <a:pt x="10" y="0"/>
                  </a:moveTo>
                  <a:cubicBezTo>
                    <a:pt x="9" y="1"/>
                    <a:pt x="8" y="1"/>
                    <a:pt x="7" y="1"/>
                  </a:cubicBezTo>
                  <a:cubicBezTo>
                    <a:pt x="6" y="2"/>
                    <a:pt x="5" y="2"/>
                    <a:pt x="4" y="2"/>
                  </a:cubicBezTo>
                  <a:cubicBezTo>
                    <a:pt x="3" y="2"/>
                    <a:pt x="2" y="2"/>
                    <a:pt x="1" y="1"/>
                  </a:cubicBezTo>
                  <a:cubicBezTo>
                    <a:pt x="1" y="1"/>
                    <a:pt x="0" y="1"/>
                    <a:pt x="0" y="0"/>
                  </a:cubicBezTo>
                  <a:cubicBezTo>
                    <a:pt x="0" y="1"/>
                    <a:pt x="0" y="2"/>
                    <a:pt x="1" y="3"/>
                  </a:cubicBezTo>
                  <a:cubicBezTo>
                    <a:pt x="1" y="4"/>
                    <a:pt x="2" y="4"/>
                    <a:pt x="3" y="3"/>
                  </a:cubicBezTo>
                  <a:cubicBezTo>
                    <a:pt x="5" y="3"/>
                    <a:pt x="7" y="2"/>
                    <a:pt x="9" y="1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9598" name="Freeform 599">
              <a:extLst>
                <a:ext uri="{FF2B5EF4-FFF2-40B4-BE49-F238E27FC236}">
                  <a16:creationId xmlns:a16="http://schemas.microsoft.com/office/drawing/2014/main" id="{AF35D870-90A8-4C42-A779-CCFDEFAAC1C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7" y="1030"/>
              <a:ext cx="10" cy="23"/>
            </a:xfrm>
            <a:custGeom>
              <a:avLst/>
              <a:gdLst>
                <a:gd name="T0" fmla="*/ 6 w 10"/>
                <a:gd name="T1" fmla="*/ 1 h 23"/>
                <a:gd name="T2" fmla="*/ 10 w 10"/>
                <a:gd name="T3" fmla="*/ 23 h 23"/>
                <a:gd name="T4" fmla="*/ 2 w 10"/>
                <a:gd name="T5" fmla="*/ 13 h 23"/>
                <a:gd name="T6" fmla="*/ 5 w 10"/>
                <a:gd name="T7" fmla="*/ 0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23">
                  <a:moveTo>
                    <a:pt x="6" y="1"/>
                  </a:moveTo>
                  <a:cubicBezTo>
                    <a:pt x="1" y="9"/>
                    <a:pt x="5" y="16"/>
                    <a:pt x="10" y="23"/>
                  </a:cubicBezTo>
                  <a:cubicBezTo>
                    <a:pt x="5" y="22"/>
                    <a:pt x="3" y="17"/>
                    <a:pt x="2" y="13"/>
                  </a:cubicBezTo>
                  <a:cubicBezTo>
                    <a:pt x="0" y="7"/>
                    <a:pt x="2" y="4"/>
                    <a:pt x="5" y="0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9599" name="Freeform 600">
              <a:extLst>
                <a:ext uri="{FF2B5EF4-FFF2-40B4-BE49-F238E27FC236}">
                  <a16:creationId xmlns:a16="http://schemas.microsoft.com/office/drawing/2014/main" id="{61E2D3E7-493A-4D2D-9E72-23F859B66C0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3" y="1023"/>
              <a:ext cx="9" cy="25"/>
            </a:xfrm>
            <a:custGeom>
              <a:avLst/>
              <a:gdLst>
                <a:gd name="T0" fmla="*/ 0 w 9"/>
                <a:gd name="T1" fmla="*/ 2 h 25"/>
                <a:gd name="T2" fmla="*/ 6 w 9"/>
                <a:gd name="T3" fmla="*/ 15 h 25"/>
                <a:gd name="T4" fmla="*/ 2 w 9"/>
                <a:gd name="T5" fmla="*/ 25 h 25"/>
                <a:gd name="T6" fmla="*/ 8 w 9"/>
                <a:gd name="T7" fmla="*/ 13 h 25"/>
                <a:gd name="T8" fmla="*/ 5 w 9"/>
                <a:gd name="T9" fmla="*/ 7 h 25"/>
                <a:gd name="T10" fmla="*/ 1 w 9"/>
                <a:gd name="T11" fmla="*/ 0 h 2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" h="25">
                  <a:moveTo>
                    <a:pt x="0" y="2"/>
                  </a:moveTo>
                  <a:cubicBezTo>
                    <a:pt x="0" y="6"/>
                    <a:pt x="6" y="10"/>
                    <a:pt x="6" y="15"/>
                  </a:cubicBezTo>
                  <a:cubicBezTo>
                    <a:pt x="6" y="18"/>
                    <a:pt x="3" y="22"/>
                    <a:pt x="2" y="25"/>
                  </a:cubicBezTo>
                  <a:cubicBezTo>
                    <a:pt x="5" y="23"/>
                    <a:pt x="9" y="17"/>
                    <a:pt x="8" y="13"/>
                  </a:cubicBezTo>
                  <a:cubicBezTo>
                    <a:pt x="8" y="10"/>
                    <a:pt x="6" y="9"/>
                    <a:pt x="5" y="7"/>
                  </a:cubicBezTo>
                  <a:cubicBezTo>
                    <a:pt x="3" y="5"/>
                    <a:pt x="2" y="2"/>
                    <a:pt x="1" y="0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9600" name="Freeform 601">
              <a:extLst>
                <a:ext uri="{FF2B5EF4-FFF2-40B4-BE49-F238E27FC236}">
                  <a16:creationId xmlns:a16="http://schemas.microsoft.com/office/drawing/2014/main" id="{DAA72172-17A0-44E6-A9EE-AFADFB6DA0E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2" y="1030"/>
              <a:ext cx="9" cy="14"/>
            </a:xfrm>
            <a:custGeom>
              <a:avLst/>
              <a:gdLst>
                <a:gd name="T0" fmla="*/ 0 w 9"/>
                <a:gd name="T1" fmla="*/ 0 h 14"/>
                <a:gd name="T2" fmla="*/ 1 w 9"/>
                <a:gd name="T3" fmla="*/ 14 h 14"/>
                <a:gd name="T4" fmla="*/ 2 w 9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4">
                  <a:moveTo>
                    <a:pt x="0" y="0"/>
                  </a:moveTo>
                  <a:cubicBezTo>
                    <a:pt x="3" y="5"/>
                    <a:pt x="4" y="9"/>
                    <a:pt x="1" y="14"/>
                  </a:cubicBezTo>
                  <a:cubicBezTo>
                    <a:pt x="6" y="10"/>
                    <a:pt x="9" y="3"/>
                    <a:pt x="2" y="0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59601" name="Freeform 602">
              <a:extLst>
                <a:ext uri="{FF2B5EF4-FFF2-40B4-BE49-F238E27FC236}">
                  <a16:creationId xmlns:a16="http://schemas.microsoft.com/office/drawing/2014/main" id="{06D6D4D7-A5CE-413C-8CC2-116D4A788A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9" y="1032"/>
              <a:ext cx="4" cy="12"/>
            </a:xfrm>
            <a:custGeom>
              <a:avLst/>
              <a:gdLst>
                <a:gd name="T0" fmla="*/ 4 w 4"/>
                <a:gd name="T1" fmla="*/ 0 h 12"/>
                <a:gd name="T2" fmla="*/ 3 w 4"/>
                <a:gd name="T3" fmla="*/ 12 h 12"/>
                <a:gd name="T4" fmla="*/ 2 w 4"/>
                <a:gd name="T5" fmla="*/ 1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12">
                  <a:moveTo>
                    <a:pt x="4" y="0"/>
                  </a:moveTo>
                  <a:cubicBezTo>
                    <a:pt x="3" y="4"/>
                    <a:pt x="2" y="8"/>
                    <a:pt x="3" y="12"/>
                  </a:cubicBezTo>
                  <a:cubicBezTo>
                    <a:pt x="1" y="9"/>
                    <a:pt x="0" y="5"/>
                    <a:pt x="2" y="1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</p:grpSp>
      <p:pic>
        <p:nvPicPr>
          <p:cNvPr id="602" name="Image 601">
            <a:extLst>
              <a:ext uri="{FF2B5EF4-FFF2-40B4-BE49-F238E27FC236}">
                <a16:creationId xmlns:a16="http://schemas.microsoft.com/office/drawing/2014/main" id="{4FA9C6D5-D5AA-4A95-B2CE-A2C1C6968AB2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931419" y="1299031"/>
            <a:ext cx="1517255" cy="5229185"/>
          </a:xfrm>
          <a:prstGeom prst="rect">
            <a:avLst/>
          </a:prstGeom>
        </p:spPr>
      </p:pic>
      <p:pic>
        <p:nvPicPr>
          <p:cNvPr id="3" name="Image 2" descr="Une image contenant personne, debout&#10;&#10;Description générée automatiquement">
            <a:extLst>
              <a:ext uri="{FF2B5EF4-FFF2-40B4-BE49-F238E27FC236}">
                <a16:creationId xmlns:a16="http://schemas.microsoft.com/office/drawing/2014/main" id="{E32B0093-24E9-495C-B13E-E3A4A328DD11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482130" y="1184297"/>
            <a:ext cx="1910925" cy="5376913"/>
          </a:xfrm>
          <a:prstGeom prst="rect">
            <a:avLst/>
          </a:prstGeom>
        </p:spPr>
      </p:pic>
      <p:pic>
        <p:nvPicPr>
          <p:cNvPr id="7" name="Image 6" descr="Une image contenant personne&#10;&#10;Description générée automatiquement">
            <a:extLst>
              <a:ext uri="{FF2B5EF4-FFF2-40B4-BE49-F238E27FC236}">
                <a16:creationId xmlns:a16="http://schemas.microsoft.com/office/drawing/2014/main" id="{C3B01680-FA96-4F76-A578-1CF3E8512E2F}"/>
              </a:ext>
            </a:extLst>
          </p:cNvPr>
          <p:cNvPicPr>
            <a:picLocks noChangeAspect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206583" y="1048598"/>
            <a:ext cx="1908808" cy="5237583"/>
          </a:xfrm>
          <a:prstGeom prst="rect">
            <a:avLst/>
          </a:prstGeom>
        </p:spPr>
      </p:pic>
      <p:pic>
        <p:nvPicPr>
          <p:cNvPr id="9" name="Image 8" descr="Une image contenant personne&#10;&#10;Description générée automatiquement">
            <a:extLst>
              <a:ext uri="{FF2B5EF4-FFF2-40B4-BE49-F238E27FC236}">
                <a16:creationId xmlns:a16="http://schemas.microsoft.com/office/drawing/2014/main" id="{36B079B6-976A-467F-9424-6A709BC4FEF3}"/>
              </a:ext>
            </a:extLst>
          </p:cNvPr>
          <p:cNvPicPr>
            <a:picLocks noChangeAspect="1"/>
          </p:cNvPicPr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237982" y="1011657"/>
            <a:ext cx="2085422" cy="5722195"/>
          </a:xfrm>
          <a:prstGeom prst="rect">
            <a:avLst/>
          </a:prstGeom>
        </p:spPr>
      </p:pic>
      <p:pic>
        <p:nvPicPr>
          <p:cNvPr id="13" name="Image 12" descr="Une image contenant personne, debout&#10;&#10;Description générée automatiquement">
            <a:extLst>
              <a:ext uri="{FF2B5EF4-FFF2-40B4-BE49-F238E27FC236}">
                <a16:creationId xmlns:a16="http://schemas.microsoft.com/office/drawing/2014/main" id="{BE1B7951-6934-4E97-9A2D-235E1EF79DA6}"/>
              </a:ext>
            </a:extLst>
          </p:cNvPr>
          <p:cNvPicPr>
            <a:picLocks noChangeAspect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762058" y="1049868"/>
            <a:ext cx="1958091" cy="5509628"/>
          </a:xfrm>
          <a:prstGeom prst="rect">
            <a:avLst/>
          </a:prstGeom>
        </p:spPr>
      </p:pic>
      <p:pic>
        <p:nvPicPr>
          <p:cNvPr id="15" name="Image 14" descr="Une image contenant personne, debout&#10;&#10;Description générée automatiquement">
            <a:extLst>
              <a:ext uri="{FF2B5EF4-FFF2-40B4-BE49-F238E27FC236}">
                <a16:creationId xmlns:a16="http://schemas.microsoft.com/office/drawing/2014/main" id="{4ACBBC33-3B2B-49DE-A581-F0F20047C5C3}"/>
              </a:ext>
            </a:extLst>
          </p:cNvPr>
          <p:cNvPicPr>
            <a:picLocks noChangeAspect="1"/>
          </p:cNvPicPr>
          <p:nvPr/>
        </p:nvPicPr>
        <p:blipFill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62297" y="1220043"/>
            <a:ext cx="1913728" cy="5384800"/>
          </a:xfrm>
          <a:prstGeom prst="rect">
            <a:avLst/>
          </a:prstGeom>
        </p:spPr>
      </p:pic>
    </p:spTree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082" name="Rectangle 2">
            <a:extLst>
              <a:ext uri="{FF2B5EF4-FFF2-40B4-BE49-F238E27FC236}">
                <a16:creationId xmlns:a16="http://schemas.microsoft.com/office/drawing/2014/main" id="{B3DBC1DB-A2CD-4A8F-BCBD-CBE1243A697A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 dirty="0"/>
              <a:t>Healthcare </a:t>
            </a:r>
            <a:r>
              <a:rPr lang="fr-FR" altLang="x-none" sz="5067" dirty="0" err="1"/>
              <a:t>Professionals</a:t>
            </a:r>
            <a:r>
              <a:rPr lang="fr-FR" altLang="x-none" sz="5067" dirty="0"/>
              <a:t> (2)</a:t>
            </a:r>
          </a:p>
        </p:txBody>
      </p:sp>
      <p:pic>
        <p:nvPicPr>
          <p:cNvPr id="4" name="Image 3" descr="Une image contenant homme, personne, debout, posant&#10;&#10;Description générée automatiquement">
            <a:extLst>
              <a:ext uri="{FF2B5EF4-FFF2-40B4-BE49-F238E27FC236}">
                <a16:creationId xmlns:a16="http://schemas.microsoft.com/office/drawing/2014/main" id="{5D7B406C-D32D-49AA-BFA9-72A9254725A0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603547" y="995032"/>
            <a:ext cx="3188490" cy="5157192"/>
          </a:xfrm>
          <a:prstGeom prst="rect">
            <a:avLst/>
          </a:prstGeom>
        </p:spPr>
      </p:pic>
      <p:pic>
        <p:nvPicPr>
          <p:cNvPr id="6" name="Image 5" descr="Une image contenant habits, posant&#10;&#10;Description générée automatiquement">
            <a:extLst>
              <a:ext uri="{FF2B5EF4-FFF2-40B4-BE49-F238E27FC236}">
                <a16:creationId xmlns:a16="http://schemas.microsoft.com/office/drawing/2014/main" id="{5F3448D5-EDFA-4F5F-AD32-05138DE44A6B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299223" y="1380826"/>
            <a:ext cx="3004664" cy="5157192"/>
          </a:xfrm>
          <a:prstGeom prst="rect">
            <a:avLst/>
          </a:prstGeom>
        </p:spPr>
      </p:pic>
      <p:pic>
        <p:nvPicPr>
          <p:cNvPr id="8" name="Image 7">
            <a:extLst>
              <a:ext uri="{FF2B5EF4-FFF2-40B4-BE49-F238E27FC236}">
                <a16:creationId xmlns:a16="http://schemas.microsoft.com/office/drawing/2014/main" id="{B63FDD8E-9F4A-4271-91EF-22CB31C02F7D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192142" y="1311812"/>
            <a:ext cx="3081570" cy="5157192"/>
          </a:xfrm>
          <a:prstGeom prst="rect">
            <a:avLst/>
          </a:prstGeom>
        </p:spPr>
      </p:pic>
      <p:pic>
        <p:nvPicPr>
          <p:cNvPr id="10" name="Image 9">
            <a:extLst>
              <a:ext uri="{FF2B5EF4-FFF2-40B4-BE49-F238E27FC236}">
                <a16:creationId xmlns:a16="http://schemas.microsoft.com/office/drawing/2014/main" id="{2888FDC0-36E6-4F66-8BFA-A9E83EEBDDBA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170890" y="1380826"/>
            <a:ext cx="3081570" cy="5157192"/>
          </a:xfrm>
          <a:prstGeom prst="rect">
            <a:avLst/>
          </a:prstGeom>
        </p:spPr>
      </p:pic>
      <p:pic>
        <p:nvPicPr>
          <p:cNvPr id="14" name="Image 13" descr="Une image contenant personne, homme, debout, posant&#10;&#10;Description générée automatiquement">
            <a:extLst>
              <a:ext uri="{FF2B5EF4-FFF2-40B4-BE49-F238E27FC236}">
                <a16:creationId xmlns:a16="http://schemas.microsoft.com/office/drawing/2014/main" id="{825B8FEF-5E3E-49B9-B19E-08D29323A518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035956" y="1280322"/>
            <a:ext cx="3188490" cy="5157192"/>
          </a:xfrm>
          <a:prstGeom prst="rect">
            <a:avLst/>
          </a:prstGeom>
        </p:spPr>
      </p:pic>
      <p:pic>
        <p:nvPicPr>
          <p:cNvPr id="16" name="Image 15" descr="Une image contenant personne, posant&#10;&#10;Description générée automatiquement">
            <a:extLst>
              <a:ext uri="{FF2B5EF4-FFF2-40B4-BE49-F238E27FC236}">
                <a16:creationId xmlns:a16="http://schemas.microsoft.com/office/drawing/2014/main" id="{1269EED8-F448-4E01-A7B6-6502517FCF4A}"/>
              </a:ext>
            </a:extLst>
          </p:cNvPr>
          <p:cNvPicPr>
            <a:picLocks noChangeAspect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600644" y="1210748"/>
            <a:ext cx="3188490" cy="5157192"/>
          </a:xfrm>
          <a:prstGeom prst="rect">
            <a:avLst/>
          </a:prstGeom>
        </p:spPr>
      </p:pic>
      <p:pic>
        <p:nvPicPr>
          <p:cNvPr id="18" name="Image 17" descr="Une image contenant debout, posant&#10;&#10;Description générée automatiquement">
            <a:extLst>
              <a:ext uri="{FF2B5EF4-FFF2-40B4-BE49-F238E27FC236}">
                <a16:creationId xmlns:a16="http://schemas.microsoft.com/office/drawing/2014/main" id="{88A956CF-1C83-47E4-82E3-E173B750B79E}"/>
              </a:ext>
            </a:extLst>
          </p:cNvPr>
          <p:cNvPicPr>
            <a:picLocks noChangeAspect="1"/>
          </p:cNvPicPr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29913" y="1189957"/>
            <a:ext cx="3188490" cy="5157192"/>
          </a:xfrm>
          <a:prstGeom prst="rect">
            <a:avLst/>
          </a:prstGeom>
        </p:spPr>
      </p:pic>
      <p:pic>
        <p:nvPicPr>
          <p:cNvPr id="12" name="Image 11">
            <a:extLst>
              <a:ext uri="{FF2B5EF4-FFF2-40B4-BE49-F238E27FC236}">
                <a16:creationId xmlns:a16="http://schemas.microsoft.com/office/drawing/2014/main" id="{76B3DB59-6BD8-413B-BFE7-57D7042412E5}"/>
              </a:ext>
            </a:extLst>
          </p:cNvPr>
          <p:cNvPicPr>
            <a:picLocks noChangeAspect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497271" y="1381232"/>
            <a:ext cx="3081570" cy="515719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104598574"/>
      </p:ext>
    </p:extLst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 1">
            <a:extLst>
              <a:ext uri="{FF2B5EF4-FFF2-40B4-BE49-F238E27FC236}">
                <a16:creationId xmlns:a16="http://schemas.microsoft.com/office/drawing/2014/main" id="{B7EDF374-BD3A-42D9-81DF-27DE3F011F3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r-FR" altLang="x-none" sz="4800" dirty="0"/>
              <a:t>Healthcare </a:t>
            </a:r>
            <a:r>
              <a:rPr lang="fr-FR" altLang="x-none" sz="4800" dirty="0" err="1"/>
              <a:t>Professionals</a:t>
            </a:r>
            <a:r>
              <a:rPr lang="fr-FR" altLang="x-none" sz="4800" dirty="0"/>
              <a:t> (3)</a:t>
            </a:r>
            <a:endParaRPr lang="en-US" dirty="0"/>
          </a:p>
        </p:txBody>
      </p:sp>
      <p:pic>
        <p:nvPicPr>
          <p:cNvPr id="4" name="Image 3" descr="Une image contenant personne, homme, debout, portant&#10;&#10;Description générée automatiquement">
            <a:extLst>
              <a:ext uri="{FF2B5EF4-FFF2-40B4-BE49-F238E27FC236}">
                <a16:creationId xmlns:a16="http://schemas.microsoft.com/office/drawing/2014/main" id="{DEDEF07A-9FF0-4D71-B96F-29C80BF75F4A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986168" y="1196752"/>
            <a:ext cx="2788876" cy="5301208"/>
          </a:xfrm>
          <a:prstGeom prst="rect">
            <a:avLst/>
          </a:prstGeom>
        </p:spPr>
      </p:pic>
      <p:pic>
        <p:nvPicPr>
          <p:cNvPr id="6" name="Image 5" descr="Une image contenant personne, debout, homme, complet&#10;&#10;Description générée automatiquement">
            <a:extLst>
              <a:ext uri="{FF2B5EF4-FFF2-40B4-BE49-F238E27FC236}">
                <a16:creationId xmlns:a16="http://schemas.microsoft.com/office/drawing/2014/main" id="{5B49CA3B-BF7B-41BC-86F5-41F57449C995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596777" y="1156589"/>
            <a:ext cx="2788876" cy="5301208"/>
          </a:xfrm>
          <a:prstGeom prst="rect">
            <a:avLst/>
          </a:prstGeom>
        </p:spPr>
      </p:pic>
      <p:pic>
        <p:nvPicPr>
          <p:cNvPr id="8" name="Image 7" descr="Une image contenant couteau&#10;&#10;Description générée automatiquement">
            <a:extLst>
              <a:ext uri="{FF2B5EF4-FFF2-40B4-BE49-F238E27FC236}">
                <a16:creationId xmlns:a16="http://schemas.microsoft.com/office/drawing/2014/main" id="{A2DA1B34-67CC-4AB0-8D11-F5033DF39AEC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485611" y="1181133"/>
            <a:ext cx="1867328" cy="5301208"/>
          </a:xfrm>
          <a:prstGeom prst="rect">
            <a:avLst/>
          </a:prstGeom>
        </p:spPr>
      </p:pic>
      <p:pic>
        <p:nvPicPr>
          <p:cNvPr id="12" name="Image 11">
            <a:extLst>
              <a:ext uri="{FF2B5EF4-FFF2-40B4-BE49-F238E27FC236}">
                <a16:creationId xmlns:a16="http://schemas.microsoft.com/office/drawing/2014/main" id="{AD01F070-C6AD-40B6-8699-72161F71B0EF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809935" y="1221296"/>
            <a:ext cx="2669846" cy="5301208"/>
          </a:xfrm>
          <a:prstGeom prst="rect">
            <a:avLst/>
          </a:prstGeom>
        </p:spPr>
      </p:pic>
      <p:pic>
        <p:nvPicPr>
          <p:cNvPr id="14" name="Image 13">
            <a:extLst>
              <a:ext uri="{FF2B5EF4-FFF2-40B4-BE49-F238E27FC236}">
                <a16:creationId xmlns:a16="http://schemas.microsoft.com/office/drawing/2014/main" id="{177F6263-1C35-439B-888F-6568B6398B9F}"/>
              </a:ext>
            </a:extLst>
          </p:cNvPr>
          <p:cNvPicPr>
            <a:picLocks noChangeAspect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804105" y="1181133"/>
            <a:ext cx="2669846" cy="5301208"/>
          </a:xfrm>
          <a:prstGeom prst="rect">
            <a:avLst/>
          </a:prstGeom>
        </p:spPr>
      </p:pic>
      <p:pic>
        <p:nvPicPr>
          <p:cNvPr id="18" name="Image 17" descr="Une image contenant personne, complet, debout, portant&#10;&#10;Description générée automatiquement">
            <a:extLst>
              <a:ext uri="{FF2B5EF4-FFF2-40B4-BE49-F238E27FC236}">
                <a16:creationId xmlns:a16="http://schemas.microsoft.com/office/drawing/2014/main" id="{B6C9F016-E77D-4A83-9BCE-58B33645C44F}"/>
              </a:ext>
            </a:extLst>
          </p:cNvPr>
          <p:cNvPicPr>
            <a:picLocks noChangeAspect="1"/>
          </p:cNvPicPr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79022" y="1181133"/>
            <a:ext cx="2788876" cy="5301208"/>
          </a:xfrm>
          <a:prstGeom prst="rect">
            <a:avLst/>
          </a:prstGeom>
        </p:spPr>
      </p:pic>
      <p:pic>
        <p:nvPicPr>
          <p:cNvPr id="20" name="Image 19" descr="Une image contenant personne, complet, debout, portant&#10;&#10;Description générée automatiquement">
            <a:extLst>
              <a:ext uri="{FF2B5EF4-FFF2-40B4-BE49-F238E27FC236}">
                <a16:creationId xmlns:a16="http://schemas.microsoft.com/office/drawing/2014/main" id="{95C4A307-B723-4583-8185-E32B6CE6F79E}"/>
              </a:ext>
            </a:extLst>
          </p:cNvPr>
          <p:cNvPicPr>
            <a:picLocks noChangeAspect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181808" y="1181133"/>
            <a:ext cx="2788876" cy="5301208"/>
          </a:xfrm>
          <a:prstGeom prst="rect">
            <a:avLst/>
          </a:prstGeom>
        </p:spPr>
      </p:pic>
      <p:pic>
        <p:nvPicPr>
          <p:cNvPr id="16" name="Image 15">
            <a:extLst>
              <a:ext uri="{FF2B5EF4-FFF2-40B4-BE49-F238E27FC236}">
                <a16:creationId xmlns:a16="http://schemas.microsoft.com/office/drawing/2014/main" id="{68E5F19F-8AC4-44FC-8C8C-2A6F5349FF07}"/>
              </a:ext>
            </a:extLst>
          </p:cNvPr>
          <p:cNvPicPr>
            <a:picLocks noChangeAspect="1"/>
          </p:cNvPicPr>
          <p:nvPr/>
        </p:nvPicPr>
        <p:blipFill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852560" y="1181133"/>
            <a:ext cx="2669846" cy="5301208"/>
          </a:xfrm>
          <a:prstGeom prst="rect">
            <a:avLst/>
          </a:prstGeom>
        </p:spPr>
      </p:pic>
      <p:pic>
        <p:nvPicPr>
          <p:cNvPr id="10" name="Image 9">
            <a:extLst>
              <a:ext uri="{FF2B5EF4-FFF2-40B4-BE49-F238E27FC236}">
                <a16:creationId xmlns:a16="http://schemas.microsoft.com/office/drawing/2014/main" id="{631E2315-6C60-4E4B-A57D-766078B4CEDF}"/>
              </a:ext>
            </a:extLst>
          </p:cNvPr>
          <p:cNvPicPr>
            <a:picLocks noChangeAspect="1"/>
          </p:cNvPicPr>
          <p:nvPr/>
        </p:nvPicPr>
        <p:blipFill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704930" y="1236915"/>
            <a:ext cx="2669846" cy="530120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039686065"/>
      </p:ext>
    </p:extLst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106" name="Rectangle 2">
            <a:extLst>
              <a:ext uri="{FF2B5EF4-FFF2-40B4-BE49-F238E27FC236}">
                <a16:creationId xmlns:a16="http://schemas.microsoft.com/office/drawing/2014/main" id="{2EBD7B22-F513-4D03-B054-55D37A57B62F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r>
              <a:rPr lang="fr-FR" b="0" dirty="0">
                <a:hlinkClick r:id="rId2"/>
              </a:rPr>
              <a:t>Surgeon</a:t>
            </a:r>
            <a:endParaRPr lang="fr-FR" b="0" dirty="0"/>
          </a:p>
        </p:txBody>
      </p:sp>
      <p:grpSp>
        <p:nvGrpSpPr>
          <p:cNvPr id="60418" name="standing-male-doctor-illustration">
            <a:extLst>
              <a:ext uri="{FF2B5EF4-FFF2-40B4-BE49-F238E27FC236}">
                <a16:creationId xmlns:a16="http://schemas.microsoft.com/office/drawing/2014/main" id="{4A965CBA-5C63-4D31-A65B-F9B3B717BD83}"/>
              </a:ext>
            </a:extLst>
          </p:cNvPr>
          <p:cNvGrpSpPr>
            <a:grpSpLocks/>
          </p:cNvGrpSpPr>
          <p:nvPr/>
        </p:nvGrpSpPr>
        <p:grpSpPr bwMode="auto">
          <a:xfrm>
            <a:off x="10798969" y="198421"/>
            <a:ext cx="1001538" cy="2824319"/>
            <a:chOff x="405" y="716"/>
            <a:chExt cx="1179" cy="3326"/>
          </a:xfrm>
        </p:grpSpPr>
        <p:sp>
          <p:nvSpPr>
            <p:cNvPr id="60791" name="Freeform 4">
              <a:extLst>
                <a:ext uri="{FF2B5EF4-FFF2-40B4-BE49-F238E27FC236}">
                  <a16:creationId xmlns:a16="http://schemas.microsoft.com/office/drawing/2014/main" id="{E2873732-794B-43FB-B493-F3218E155A3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9" y="3822"/>
              <a:ext cx="128" cy="65"/>
            </a:xfrm>
            <a:custGeom>
              <a:avLst/>
              <a:gdLst>
                <a:gd name="T0" fmla="*/ 0 w 128"/>
                <a:gd name="T1" fmla="*/ 9 h 65"/>
                <a:gd name="T2" fmla="*/ 22 w 128"/>
                <a:gd name="T3" fmla="*/ 49 h 65"/>
                <a:gd name="T4" fmla="*/ 102 w 128"/>
                <a:gd name="T5" fmla="*/ 65 h 65"/>
                <a:gd name="T6" fmla="*/ 128 w 128"/>
                <a:gd name="T7" fmla="*/ 38 h 65"/>
                <a:gd name="T8" fmla="*/ 128 w 128"/>
                <a:gd name="T9" fmla="*/ 0 h 65"/>
                <a:gd name="T10" fmla="*/ 0 w 128"/>
                <a:gd name="T11" fmla="*/ 9 h 6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8" h="65">
                  <a:moveTo>
                    <a:pt x="0" y="9"/>
                  </a:moveTo>
                  <a:lnTo>
                    <a:pt x="22" y="49"/>
                  </a:lnTo>
                  <a:lnTo>
                    <a:pt x="102" y="65"/>
                  </a:lnTo>
                  <a:lnTo>
                    <a:pt x="128" y="38"/>
                  </a:lnTo>
                  <a:lnTo>
                    <a:pt x="128" y="0"/>
                  </a:lnTo>
                  <a:lnTo>
                    <a:pt x="0" y="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60792" name="Freeform 5">
              <a:extLst>
                <a:ext uri="{FF2B5EF4-FFF2-40B4-BE49-F238E27FC236}">
                  <a16:creationId xmlns:a16="http://schemas.microsoft.com/office/drawing/2014/main" id="{9A1CC860-01AD-4033-8E18-80DC9B7F296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9" y="3822"/>
              <a:ext cx="315" cy="220"/>
            </a:xfrm>
            <a:custGeom>
              <a:avLst/>
              <a:gdLst>
                <a:gd name="T0" fmla="*/ 399 w 214"/>
                <a:gd name="T1" fmla="*/ 0 h 150"/>
                <a:gd name="T2" fmla="*/ 478 w 214"/>
                <a:gd name="T3" fmla="*/ 107 h 150"/>
                <a:gd name="T4" fmla="*/ 536 w 214"/>
                <a:gd name="T5" fmla="*/ 188 h 150"/>
                <a:gd name="T6" fmla="*/ 580 w 214"/>
                <a:gd name="T7" fmla="*/ 230 h 150"/>
                <a:gd name="T8" fmla="*/ 655 w 214"/>
                <a:gd name="T9" fmla="*/ 285 h 150"/>
                <a:gd name="T10" fmla="*/ 683 w 214"/>
                <a:gd name="T11" fmla="*/ 353 h 150"/>
                <a:gd name="T12" fmla="*/ 655 w 214"/>
                <a:gd name="T13" fmla="*/ 405 h 150"/>
                <a:gd name="T14" fmla="*/ 528 w 214"/>
                <a:gd name="T15" fmla="*/ 465 h 150"/>
                <a:gd name="T16" fmla="*/ 367 w 214"/>
                <a:gd name="T17" fmla="*/ 400 h 150"/>
                <a:gd name="T18" fmla="*/ 233 w 214"/>
                <a:gd name="T19" fmla="*/ 268 h 150"/>
                <a:gd name="T20" fmla="*/ 191 w 214"/>
                <a:gd name="T21" fmla="*/ 236 h 150"/>
                <a:gd name="T22" fmla="*/ 155 w 214"/>
                <a:gd name="T23" fmla="*/ 258 h 150"/>
                <a:gd name="T24" fmla="*/ 35 w 214"/>
                <a:gd name="T25" fmla="*/ 198 h 150"/>
                <a:gd name="T26" fmla="*/ 35 w 214"/>
                <a:gd name="T27" fmla="*/ 163 h 150"/>
                <a:gd name="T28" fmla="*/ 32 w 214"/>
                <a:gd name="T29" fmla="*/ 50 h 150"/>
                <a:gd name="T30" fmla="*/ 203 w 214"/>
                <a:gd name="T31" fmla="*/ 107 h 150"/>
                <a:gd name="T32" fmla="*/ 256 w 214"/>
                <a:gd name="T33" fmla="*/ 60 h 150"/>
                <a:gd name="T34" fmla="*/ 399 w 214"/>
                <a:gd name="T35" fmla="*/ 0 h 150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214" h="150">
                  <a:moveTo>
                    <a:pt x="125" y="0"/>
                  </a:moveTo>
                  <a:cubicBezTo>
                    <a:pt x="125" y="0"/>
                    <a:pt x="144" y="23"/>
                    <a:pt x="150" y="34"/>
                  </a:cubicBezTo>
                  <a:cubicBezTo>
                    <a:pt x="157" y="46"/>
                    <a:pt x="165" y="54"/>
                    <a:pt x="168" y="59"/>
                  </a:cubicBezTo>
                  <a:cubicBezTo>
                    <a:pt x="172" y="63"/>
                    <a:pt x="175" y="70"/>
                    <a:pt x="182" y="73"/>
                  </a:cubicBezTo>
                  <a:cubicBezTo>
                    <a:pt x="188" y="76"/>
                    <a:pt x="200" y="85"/>
                    <a:pt x="205" y="90"/>
                  </a:cubicBezTo>
                  <a:cubicBezTo>
                    <a:pt x="213" y="97"/>
                    <a:pt x="214" y="112"/>
                    <a:pt x="214" y="112"/>
                  </a:cubicBezTo>
                  <a:cubicBezTo>
                    <a:pt x="214" y="112"/>
                    <a:pt x="211" y="122"/>
                    <a:pt x="205" y="128"/>
                  </a:cubicBezTo>
                  <a:cubicBezTo>
                    <a:pt x="200" y="134"/>
                    <a:pt x="185" y="150"/>
                    <a:pt x="166" y="147"/>
                  </a:cubicBezTo>
                  <a:cubicBezTo>
                    <a:pt x="157" y="146"/>
                    <a:pt x="133" y="143"/>
                    <a:pt x="115" y="127"/>
                  </a:cubicBezTo>
                  <a:cubicBezTo>
                    <a:pt x="98" y="110"/>
                    <a:pt x="80" y="93"/>
                    <a:pt x="73" y="85"/>
                  </a:cubicBezTo>
                  <a:cubicBezTo>
                    <a:pt x="67" y="79"/>
                    <a:pt x="60" y="75"/>
                    <a:pt x="60" y="75"/>
                  </a:cubicBezTo>
                  <a:cubicBezTo>
                    <a:pt x="48" y="82"/>
                    <a:pt x="48" y="82"/>
                    <a:pt x="48" y="82"/>
                  </a:cubicBezTo>
                  <a:cubicBezTo>
                    <a:pt x="48" y="82"/>
                    <a:pt x="15" y="70"/>
                    <a:pt x="11" y="63"/>
                  </a:cubicBezTo>
                  <a:cubicBezTo>
                    <a:pt x="11" y="52"/>
                    <a:pt x="11" y="52"/>
                    <a:pt x="11" y="52"/>
                  </a:cubicBezTo>
                  <a:cubicBezTo>
                    <a:pt x="11" y="52"/>
                    <a:pt x="0" y="32"/>
                    <a:pt x="10" y="16"/>
                  </a:cubicBezTo>
                  <a:cubicBezTo>
                    <a:pt x="10" y="16"/>
                    <a:pt x="50" y="35"/>
                    <a:pt x="64" y="34"/>
                  </a:cubicBezTo>
                  <a:cubicBezTo>
                    <a:pt x="78" y="34"/>
                    <a:pt x="80" y="19"/>
                    <a:pt x="80" y="19"/>
                  </a:cubicBezTo>
                  <a:cubicBezTo>
                    <a:pt x="125" y="0"/>
                    <a:pt x="125" y="0"/>
                    <a:pt x="125" y="0"/>
                  </a:cubicBezTo>
                </a:path>
              </a:pathLst>
            </a:custGeom>
            <a:solidFill>
              <a:srgbClr val="E0E0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60793" name="Freeform 6">
              <a:extLst>
                <a:ext uri="{FF2B5EF4-FFF2-40B4-BE49-F238E27FC236}">
                  <a16:creationId xmlns:a16="http://schemas.microsoft.com/office/drawing/2014/main" id="{84009FCC-11E1-40D0-9B08-DA67091960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9" y="3822"/>
              <a:ext cx="315" cy="220"/>
            </a:xfrm>
            <a:custGeom>
              <a:avLst/>
              <a:gdLst>
                <a:gd name="T0" fmla="*/ 399 w 214"/>
                <a:gd name="T1" fmla="*/ 0 h 150"/>
                <a:gd name="T2" fmla="*/ 478 w 214"/>
                <a:gd name="T3" fmla="*/ 107 h 150"/>
                <a:gd name="T4" fmla="*/ 536 w 214"/>
                <a:gd name="T5" fmla="*/ 188 h 150"/>
                <a:gd name="T6" fmla="*/ 580 w 214"/>
                <a:gd name="T7" fmla="*/ 230 h 150"/>
                <a:gd name="T8" fmla="*/ 655 w 214"/>
                <a:gd name="T9" fmla="*/ 285 h 150"/>
                <a:gd name="T10" fmla="*/ 683 w 214"/>
                <a:gd name="T11" fmla="*/ 353 h 150"/>
                <a:gd name="T12" fmla="*/ 655 w 214"/>
                <a:gd name="T13" fmla="*/ 405 h 150"/>
                <a:gd name="T14" fmla="*/ 528 w 214"/>
                <a:gd name="T15" fmla="*/ 465 h 150"/>
                <a:gd name="T16" fmla="*/ 367 w 214"/>
                <a:gd name="T17" fmla="*/ 400 h 150"/>
                <a:gd name="T18" fmla="*/ 233 w 214"/>
                <a:gd name="T19" fmla="*/ 268 h 150"/>
                <a:gd name="T20" fmla="*/ 191 w 214"/>
                <a:gd name="T21" fmla="*/ 236 h 150"/>
                <a:gd name="T22" fmla="*/ 155 w 214"/>
                <a:gd name="T23" fmla="*/ 258 h 150"/>
                <a:gd name="T24" fmla="*/ 35 w 214"/>
                <a:gd name="T25" fmla="*/ 198 h 150"/>
                <a:gd name="T26" fmla="*/ 35 w 214"/>
                <a:gd name="T27" fmla="*/ 163 h 150"/>
                <a:gd name="T28" fmla="*/ 32 w 214"/>
                <a:gd name="T29" fmla="*/ 50 h 150"/>
                <a:gd name="T30" fmla="*/ 203 w 214"/>
                <a:gd name="T31" fmla="*/ 107 h 150"/>
                <a:gd name="T32" fmla="*/ 256 w 214"/>
                <a:gd name="T33" fmla="*/ 60 h 150"/>
                <a:gd name="T34" fmla="*/ 399 w 214"/>
                <a:gd name="T35" fmla="*/ 0 h 150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214" h="150">
                  <a:moveTo>
                    <a:pt x="125" y="0"/>
                  </a:moveTo>
                  <a:cubicBezTo>
                    <a:pt x="125" y="0"/>
                    <a:pt x="144" y="23"/>
                    <a:pt x="150" y="34"/>
                  </a:cubicBezTo>
                  <a:cubicBezTo>
                    <a:pt x="157" y="46"/>
                    <a:pt x="165" y="54"/>
                    <a:pt x="168" y="59"/>
                  </a:cubicBezTo>
                  <a:cubicBezTo>
                    <a:pt x="172" y="63"/>
                    <a:pt x="175" y="70"/>
                    <a:pt x="182" y="73"/>
                  </a:cubicBezTo>
                  <a:cubicBezTo>
                    <a:pt x="188" y="76"/>
                    <a:pt x="200" y="85"/>
                    <a:pt x="205" y="90"/>
                  </a:cubicBezTo>
                  <a:cubicBezTo>
                    <a:pt x="213" y="97"/>
                    <a:pt x="214" y="112"/>
                    <a:pt x="214" y="112"/>
                  </a:cubicBezTo>
                  <a:cubicBezTo>
                    <a:pt x="214" y="112"/>
                    <a:pt x="211" y="122"/>
                    <a:pt x="205" y="128"/>
                  </a:cubicBezTo>
                  <a:cubicBezTo>
                    <a:pt x="200" y="134"/>
                    <a:pt x="185" y="150"/>
                    <a:pt x="166" y="147"/>
                  </a:cubicBezTo>
                  <a:cubicBezTo>
                    <a:pt x="157" y="146"/>
                    <a:pt x="133" y="143"/>
                    <a:pt x="115" y="127"/>
                  </a:cubicBezTo>
                  <a:cubicBezTo>
                    <a:pt x="98" y="110"/>
                    <a:pt x="80" y="93"/>
                    <a:pt x="73" y="85"/>
                  </a:cubicBezTo>
                  <a:cubicBezTo>
                    <a:pt x="67" y="79"/>
                    <a:pt x="60" y="75"/>
                    <a:pt x="60" y="75"/>
                  </a:cubicBezTo>
                  <a:cubicBezTo>
                    <a:pt x="48" y="82"/>
                    <a:pt x="48" y="82"/>
                    <a:pt x="48" y="82"/>
                  </a:cubicBezTo>
                  <a:cubicBezTo>
                    <a:pt x="48" y="82"/>
                    <a:pt x="15" y="70"/>
                    <a:pt x="11" y="63"/>
                  </a:cubicBezTo>
                  <a:cubicBezTo>
                    <a:pt x="11" y="52"/>
                    <a:pt x="11" y="52"/>
                    <a:pt x="11" y="52"/>
                  </a:cubicBezTo>
                  <a:cubicBezTo>
                    <a:pt x="11" y="52"/>
                    <a:pt x="0" y="32"/>
                    <a:pt x="10" y="16"/>
                  </a:cubicBezTo>
                  <a:cubicBezTo>
                    <a:pt x="10" y="16"/>
                    <a:pt x="50" y="35"/>
                    <a:pt x="64" y="34"/>
                  </a:cubicBezTo>
                  <a:cubicBezTo>
                    <a:pt x="78" y="34"/>
                    <a:pt x="80" y="19"/>
                    <a:pt x="80" y="19"/>
                  </a:cubicBezTo>
                  <a:cubicBezTo>
                    <a:pt x="125" y="0"/>
                    <a:pt x="125" y="0"/>
                    <a:pt x="125" y="0"/>
                  </a:cubicBezTo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60794" name="Freeform 7">
              <a:extLst>
                <a:ext uri="{FF2B5EF4-FFF2-40B4-BE49-F238E27FC236}">
                  <a16:creationId xmlns:a16="http://schemas.microsoft.com/office/drawing/2014/main" id="{F285CB04-0852-4F6B-9B6B-ADA22089FB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5" y="3899"/>
              <a:ext cx="280" cy="132"/>
            </a:xfrm>
            <a:custGeom>
              <a:avLst/>
              <a:gdLst>
                <a:gd name="T0" fmla="*/ 609 w 190"/>
                <a:gd name="T1" fmla="*/ 252 h 90"/>
                <a:gd name="T2" fmla="*/ 501 w 190"/>
                <a:gd name="T3" fmla="*/ 282 h 90"/>
                <a:gd name="T4" fmla="*/ 357 w 190"/>
                <a:gd name="T5" fmla="*/ 227 h 90"/>
                <a:gd name="T6" fmla="*/ 143 w 190"/>
                <a:gd name="T7" fmla="*/ 66 h 90"/>
                <a:gd name="T8" fmla="*/ 0 w 190"/>
                <a:gd name="T9" fmla="*/ 0 h 9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0" h="90">
                  <a:moveTo>
                    <a:pt x="190" y="80"/>
                  </a:moveTo>
                  <a:cubicBezTo>
                    <a:pt x="190" y="80"/>
                    <a:pt x="179" y="90"/>
                    <a:pt x="157" y="89"/>
                  </a:cubicBezTo>
                  <a:cubicBezTo>
                    <a:pt x="134" y="89"/>
                    <a:pt x="127" y="82"/>
                    <a:pt x="111" y="72"/>
                  </a:cubicBezTo>
                  <a:cubicBezTo>
                    <a:pt x="94" y="63"/>
                    <a:pt x="61" y="27"/>
                    <a:pt x="45" y="21"/>
                  </a:cubicBezTo>
                  <a:cubicBezTo>
                    <a:pt x="30" y="14"/>
                    <a:pt x="6" y="9"/>
                    <a:pt x="0" y="0"/>
                  </a:cubicBezTo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60795" name="Line 8">
              <a:extLst>
                <a:ext uri="{FF2B5EF4-FFF2-40B4-BE49-F238E27FC236}">
                  <a16:creationId xmlns:a16="http://schemas.microsoft.com/office/drawing/2014/main" id="{43B14801-48B9-4A58-8DA3-1DC65672A59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340" y="3925"/>
              <a:ext cx="1" cy="18"/>
            </a:xfrm>
            <a:prstGeom prst="line">
              <a:avLst/>
            </a:prstGeom>
            <a:noFill/>
            <a:ln w="4763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60796" name="Freeform 9">
              <a:extLst>
                <a:ext uri="{FF2B5EF4-FFF2-40B4-BE49-F238E27FC236}">
                  <a16:creationId xmlns:a16="http://schemas.microsoft.com/office/drawing/2014/main" id="{1714581D-9992-47E6-AB84-6CC72008C6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1" y="3928"/>
              <a:ext cx="12" cy="12"/>
            </a:xfrm>
            <a:custGeom>
              <a:avLst/>
              <a:gdLst>
                <a:gd name="T0" fmla="*/ 5 w 8"/>
                <a:gd name="T1" fmla="*/ 0 h 8"/>
                <a:gd name="T2" fmla="*/ 0 w 8"/>
                <a:gd name="T3" fmla="*/ 27 h 8"/>
                <a:gd name="T4" fmla="*/ 14 w 8"/>
                <a:gd name="T5" fmla="*/ 14 h 8"/>
                <a:gd name="T6" fmla="*/ 27 w 8"/>
                <a:gd name="T7" fmla="*/ 12 h 8"/>
                <a:gd name="T8" fmla="*/ 18 w 8"/>
                <a:gd name="T9" fmla="*/ 5 h 8"/>
                <a:gd name="T10" fmla="*/ 5 w 8"/>
                <a:gd name="T11" fmla="*/ 0 h 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" h="8">
                  <a:moveTo>
                    <a:pt x="1" y="0"/>
                  </a:moveTo>
                  <a:cubicBezTo>
                    <a:pt x="0" y="2"/>
                    <a:pt x="0" y="5"/>
                    <a:pt x="0" y="8"/>
                  </a:cubicBezTo>
                  <a:cubicBezTo>
                    <a:pt x="1" y="7"/>
                    <a:pt x="3" y="5"/>
                    <a:pt x="4" y="4"/>
                  </a:cubicBezTo>
                  <a:cubicBezTo>
                    <a:pt x="5" y="4"/>
                    <a:pt x="7" y="3"/>
                    <a:pt x="8" y="3"/>
                  </a:cubicBezTo>
                  <a:cubicBezTo>
                    <a:pt x="7" y="2"/>
                    <a:pt x="6" y="2"/>
                    <a:pt x="5" y="1"/>
                  </a:cubicBezTo>
                  <a:cubicBezTo>
                    <a:pt x="3" y="1"/>
                    <a:pt x="2" y="1"/>
                    <a:pt x="1" y="0"/>
                  </a:cubicBezTo>
                </a:path>
              </a:pathLst>
            </a:custGeom>
            <a:solidFill>
              <a:srgbClr val="A8A7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60797" name="Freeform 10">
              <a:extLst>
                <a:ext uri="{FF2B5EF4-FFF2-40B4-BE49-F238E27FC236}">
                  <a16:creationId xmlns:a16="http://schemas.microsoft.com/office/drawing/2014/main" id="{C3B63028-75C6-457F-85BA-A8ECFDFD696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8" y="3868"/>
              <a:ext cx="84" cy="61"/>
            </a:xfrm>
            <a:custGeom>
              <a:avLst/>
              <a:gdLst>
                <a:gd name="T0" fmla="*/ 6 w 57"/>
                <a:gd name="T1" fmla="*/ 0 h 42"/>
                <a:gd name="T2" fmla="*/ 19 w 57"/>
                <a:gd name="T3" fmla="*/ 52 h 42"/>
                <a:gd name="T4" fmla="*/ 60 w 57"/>
                <a:gd name="T5" fmla="*/ 87 h 42"/>
                <a:gd name="T6" fmla="*/ 122 w 57"/>
                <a:gd name="T7" fmla="*/ 107 h 42"/>
                <a:gd name="T8" fmla="*/ 183 w 57"/>
                <a:gd name="T9" fmla="*/ 129 h 42"/>
                <a:gd name="T10" fmla="*/ 100 w 57"/>
                <a:gd name="T11" fmla="*/ 87 h 42"/>
                <a:gd name="T12" fmla="*/ 52 w 57"/>
                <a:gd name="T13" fmla="*/ 61 h 42"/>
                <a:gd name="T14" fmla="*/ 22 w 57"/>
                <a:gd name="T15" fmla="*/ 33 h 42"/>
                <a:gd name="T16" fmla="*/ 1 w 57"/>
                <a:gd name="T17" fmla="*/ 1 h 4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7" h="42">
                  <a:moveTo>
                    <a:pt x="2" y="0"/>
                  </a:moveTo>
                  <a:cubicBezTo>
                    <a:pt x="0" y="5"/>
                    <a:pt x="4" y="13"/>
                    <a:pt x="6" y="17"/>
                  </a:cubicBezTo>
                  <a:cubicBezTo>
                    <a:pt x="9" y="23"/>
                    <a:pt x="13" y="26"/>
                    <a:pt x="19" y="28"/>
                  </a:cubicBezTo>
                  <a:cubicBezTo>
                    <a:pt x="25" y="30"/>
                    <a:pt x="31" y="33"/>
                    <a:pt x="38" y="35"/>
                  </a:cubicBezTo>
                  <a:cubicBezTo>
                    <a:pt x="44" y="36"/>
                    <a:pt x="51" y="42"/>
                    <a:pt x="57" y="42"/>
                  </a:cubicBezTo>
                  <a:cubicBezTo>
                    <a:pt x="48" y="39"/>
                    <a:pt x="40" y="32"/>
                    <a:pt x="31" y="28"/>
                  </a:cubicBezTo>
                  <a:cubicBezTo>
                    <a:pt x="26" y="25"/>
                    <a:pt x="20" y="24"/>
                    <a:pt x="16" y="20"/>
                  </a:cubicBezTo>
                  <a:cubicBezTo>
                    <a:pt x="13" y="17"/>
                    <a:pt x="9" y="14"/>
                    <a:pt x="7" y="11"/>
                  </a:cubicBezTo>
                  <a:cubicBezTo>
                    <a:pt x="5" y="9"/>
                    <a:pt x="3" y="2"/>
                    <a:pt x="1" y="1"/>
                  </a:cubicBezTo>
                </a:path>
              </a:pathLst>
            </a:custGeom>
            <a:solidFill>
              <a:srgbClr val="A8A7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60798" name="Freeform 11">
              <a:extLst>
                <a:ext uri="{FF2B5EF4-FFF2-40B4-BE49-F238E27FC236}">
                  <a16:creationId xmlns:a16="http://schemas.microsoft.com/office/drawing/2014/main" id="{B34B4BBA-E712-4087-910F-512D7336FC1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1" y="3828"/>
              <a:ext cx="124" cy="112"/>
            </a:xfrm>
            <a:custGeom>
              <a:avLst/>
              <a:gdLst>
                <a:gd name="T0" fmla="*/ 128 w 84"/>
                <a:gd name="T1" fmla="*/ 0 h 76"/>
                <a:gd name="T2" fmla="*/ 155 w 84"/>
                <a:gd name="T3" fmla="*/ 40 h 76"/>
                <a:gd name="T4" fmla="*/ 187 w 84"/>
                <a:gd name="T5" fmla="*/ 81 h 76"/>
                <a:gd name="T6" fmla="*/ 242 w 84"/>
                <a:gd name="T7" fmla="*/ 150 h 76"/>
                <a:gd name="T8" fmla="*/ 261 w 84"/>
                <a:gd name="T9" fmla="*/ 211 h 76"/>
                <a:gd name="T10" fmla="*/ 216 w 84"/>
                <a:gd name="T11" fmla="*/ 237 h 76"/>
                <a:gd name="T12" fmla="*/ 168 w 84"/>
                <a:gd name="T13" fmla="*/ 234 h 76"/>
                <a:gd name="T14" fmla="*/ 120 w 84"/>
                <a:gd name="T15" fmla="*/ 180 h 76"/>
                <a:gd name="T16" fmla="*/ 9 w 84"/>
                <a:gd name="T17" fmla="*/ 77 h 76"/>
                <a:gd name="T18" fmla="*/ 0 w 84"/>
                <a:gd name="T19" fmla="*/ 68 h 7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4" h="76">
                  <a:moveTo>
                    <a:pt x="40" y="0"/>
                  </a:moveTo>
                  <a:cubicBezTo>
                    <a:pt x="43" y="3"/>
                    <a:pt x="45" y="8"/>
                    <a:pt x="48" y="12"/>
                  </a:cubicBezTo>
                  <a:cubicBezTo>
                    <a:pt x="51" y="16"/>
                    <a:pt x="54" y="20"/>
                    <a:pt x="58" y="25"/>
                  </a:cubicBezTo>
                  <a:cubicBezTo>
                    <a:pt x="64" y="32"/>
                    <a:pt x="69" y="39"/>
                    <a:pt x="75" y="47"/>
                  </a:cubicBezTo>
                  <a:cubicBezTo>
                    <a:pt x="80" y="52"/>
                    <a:pt x="84" y="59"/>
                    <a:pt x="81" y="66"/>
                  </a:cubicBezTo>
                  <a:cubicBezTo>
                    <a:pt x="78" y="71"/>
                    <a:pt x="73" y="72"/>
                    <a:pt x="67" y="74"/>
                  </a:cubicBezTo>
                  <a:cubicBezTo>
                    <a:pt x="62" y="75"/>
                    <a:pt x="57" y="76"/>
                    <a:pt x="52" y="73"/>
                  </a:cubicBezTo>
                  <a:cubicBezTo>
                    <a:pt x="46" y="69"/>
                    <a:pt x="42" y="61"/>
                    <a:pt x="37" y="56"/>
                  </a:cubicBezTo>
                  <a:cubicBezTo>
                    <a:pt x="27" y="44"/>
                    <a:pt x="16" y="33"/>
                    <a:pt x="3" y="24"/>
                  </a:cubicBezTo>
                  <a:cubicBezTo>
                    <a:pt x="2" y="23"/>
                    <a:pt x="1" y="22"/>
                    <a:pt x="0" y="21"/>
                  </a:cubicBezTo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60799" name="Freeform 12">
              <a:extLst>
                <a:ext uri="{FF2B5EF4-FFF2-40B4-BE49-F238E27FC236}">
                  <a16:creationId xmlns:a16="http://schemas.microsoft.com/office/drawing/2014/main" id="{7C898C63-62B2-43C2-AF70-123788850D1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7" y="3907"/>
              <a:ext cx="55" cy="25"/>
            </a:xfrm>
            <a:custGeom>
              <a:avLst/>
              <a:gdLst>
                <a:gd name="T0" fmla="*/ 122 w 37"/>
                <a:gd name="T1" fmla="*/ 0 h 17"/>
                <a:gd name="T2" fmla="*/ 54 w 37"/>
                <a:gd name="T3" fmla="*/ 13 h 17"/>
                <a:gd name="T4" fmla="*/ 0 w 37"/>
                <a:gd name="T5" fmla="*/ 54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17">
                  <a:moveTo>
                    <a:pt x="37" y="0"/>
                  </a:moveTo>
                  <a:cubicBezTo>
                    <a:pt x="30" y="1"/>
                    <a:pt x="23" y="0"/>
                    <a:pt x="16" y="4"/>
                  </a:cubicBezTo>
                  <a:cubicBezTo>
                    <a:pt x="11" y="7"/>
                    <a:pt x="3" y="12"/>
                    <a:pt x="0" y="17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60800" name="Freeform 13">
              <a:extLst>
                <a:ext uri="{FF2B5EF4-FFF2-40B4-BE49-F238E27FC236}">
                  <a16:creationId xmlns:a16="http://schemas.microsoft.com/office/drawing/2014/main" id="{49450160-BD61-43A5-A43A-09FE8F51DFD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4" y="3891"/>
              <a:ext cx="56" cy="28"/>
            </a:xfrm>
            <a:custGeom>
              <a:avLst/>
              <a:gdLst>
                <a:gd name="T0" fmla="*/ 122 w 38"/>
                <a:gd name="T1" fmla="*/ 0 h 19"/>
                <a:gd name="T2" fmla="*/ 81 w 38"/>
                <a:gd name="T3" fmla="*/ 6 h 19"/>
                <a:gd name="T4" fmla="*/ 40 w 38"/>
                <a:gd name="T5" fmla="*/ 22 h 19"/>
                <a:gd name="T6" fmla="*/ 0 w 38"/>
                <a:gd name="T7" fmla="*/ 60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" h="19">
                  <a:moveTo>
                    <a:pt x="38" y="0"/>
                  </a:moveTo>
                  <a:cubicBezTo>
                    <a:pt x="34" y="1"/>
                    <a:pt x="30" y="0"/>
                    <a:pt x="25" y="2"/>
                  </a:cubicBezTo>
                  <a:cubicBezTo>
                    <a:pt x="21" y="3"/>
                    <a:pt x="16" y="5"/>
                    <a:pt x="12" y="7"/>
                  </a:cubicBezTo>
                  <a:cubicBezTo>
                    <a:pt x="7" y="10"/>
                    <a:pt x="3" y="14"/>
                    <a:pt x="0" y="19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60801" name="Freeform 14">
              <a:extLst>
                <a:ext uri="{FF2B5EF4-FFF2-40B4-BE49-F238E27FC236}">
                  <a16:creationId xmlns:a16="http://schemas.microsoft.com/office/drawing/2014/main" id="{5C799DC2-DEDD-4D5E-9643-14DFDBA330F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2" y="3874"/>
              <a:ext cx="53" cy="29"/>
            </a:xfrm>
            <a:custGeom>
              <a:avLst/>
              <a:gdLst>
                <a:gd name="T0" fmla="*/ 115 w 36"/>
                <a:gd name="T1" fmla="*/ 0 h 20"/>
                <a:gd name="T2" fmla="*/ 68 w 36"/>
                <a:gd name="T3" fmla="*/ 13 h 20"/>
                <a:gd name="T4" fmla="*/ 32 w 36"/>
                <a:gd name="T5" fmla="*/ 28 h 20"/>
                <a:gd name="T6" fmla="*/ 0 w 36"/>
                <a:gd name="T7" fmla="*/ 61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" h="20">
                  <a:moveTo>
                    <a:pt x="36" y="0"/>
                  </a:moveTo>
                  <a:cubicBezTo>
                    <a:pt x="31" y="1"/>
                    <a:pt x="26" y="2"/>
                    <a:pt x="21" y="4"/>
                  </a:cubicBezTo>
                  <a:cubicBezTo>
                    <a:pt x="17" y="6"/>
                    <a:pt x="14" y="8"/>
                    <a:pt x="10" y="9"/>
                  </a:cubicBezTo>
                  <a:cubicBezTo>
                    <a:pt x="6" y="12"/>
                    <a:pt x="3" y="16"/>
                    <a:pt x="0" y="2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60802" name="Freeform 15">
              <a:extLst>
                <a:ext uri="{FF2B5EF4-FFF2-40B4-BE49-F238E27FC236}">
                  <a16:creationId xmlns:a16="http://schemas.microsoft.com/office/drawing/2014/main" id="{694DF398-F50D-45D5-BBF5-44D8C0186B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2" y="3856"/>
              <a:ext cx="62" cy="29"/>
            </a:xfrm>
            <a:custGeom>
              <a:avLst/>
              <a:gdLst>
                <a:gd name="T0" fmla="*/ 136 w 42"/>
                <a:gd name="T1" fmla="*/ 0 h 20"/>
                <a:gd name="T2" fmla="*/ 46 w 42"/>
                <a:gd name="T3" fmla="*/ 32 h 20"/>
                <a:gd name="T4" fmla="*/ 0 w 42"/>
                <a:gd name="T5" fmla="*/ 61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" h="20">
                  <a:moveTo>
                    <a:pt x="42" y="0"/>
                  </a:moveTo>
                  <a:cubicBezTo>
                    <a:pt x="32" y="1"/>
                    <a:pt x="22" y="5"/>
                    <a:pt x="14" y="10"/>
                  </a:cubicBezTo>
                  <a:cubicBezTo>
                    <a:pt x="8" y="12"/>
                    <a:pt x="2" y="14"/>
                    <a:pt x="0" y="2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60803" name="Freeform 16">
              <a:extLst>
                <a:ext uri="{FF2B5EF4-FFF2-40B4-BE49-F238E27FC236}">
                  <a16:creationId xmlns:a16="http://schemas.microsoft.com/office/drawing/2014/main" id="{3B55681B-2193-4E0E-A5C0-EA0282DAE2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9" y="3838"/>
              <a:ext cx="58" cy="33"/>
            </a:xfrm>
            <a:custGeom>
              <a:avLst/>
              <a:gdLst>
                <a:gd name="T0" fmla="*/ 0 w 40"/>
                <a:gd name="T1" fmla="*/ 75 h 22"/>
                <a:gd name="T2" fmla="*/ 122 w 40"/>
                <a:gd name="T3" fmla="*/ 0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0" h="22">
                  <a:moveTo>
                    <a:pt x="0" y="22"/>
                  </a:moveTo>
                  <a:cubicBezTo>
                    <a:pt x="8" y="9"/>
                    <a:pt x="26" y="0"/>
                    <a:pt x="40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60804" name="Freeform 17">
              <a:extLst>
                <a:ext uri="{FF2B5EF4-FFF2-40B4-BE49-F238E27FC236}">
                  <a16:creationId xmlns:a16="http://schemas.microsoft.com/office/drawing/2014/main" id="{9C3A9097-5F18-4276-A970-4FBDDA0272E6}"/>
                </a:ext>
              </a:extLst>
            </p:cNvPr>
            <p:cNvSpPr>
              <a:spLocks/>
            </p:cNvSpPr>
            <p:nvPr/>
          </p:nvSpPr>
          <p:spPr bwMode="auto">
            <a:xfrm>
              <a:off x="582" y="3822"/>
              <a:ext cx="128" cy="65"/>
            </a:xfrm>
            <a:custGeom>
              <a:avLst/>
              <a:gdLst>
                <a:gd name="T0" fmla="*/ 128 w 128"/>
                <a:gd name="T1" fmla="*/ 9 h 65"/>
                <a:gd name="T2" fmla="*/ 106 w 128"/>
                <a:gd name="T3" fmla="*/ 49 h 65"/>
                <a:gd name="T4" fmla="*/ 26 w 128"/>
                <a:gd name="T5" fmla="*/ 65 h 65"/>
                <a:gd name="T6" fmla="*/ 0 w 128"/>
                <a:gd name="T7" fmla="*/ 38 h 65"/>
                <a:gd name="T8" fmla="*/ 0 w 128"/>
                <a:gd name="T9" fmla="*/ 0 h 65"/>
                <a:gd name="T10" fmla="*/ 128 w 128"/>
                <a:gd name="T11" fmla="*/ 9 h 6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8" h="65">
                  <a:moveTo>
                    <a:pt x="128" y="9"/>
                  </a:moveTo>
                  <a:lnTo>
                    <a:pt x="106" y="49"/>
                  </a:lnTo>
                  <a:lnTo>
                    <a:pt x="26" y="65"/>
                  </a:lnTo>
                  <a:lnTo>
                    <a:pt x="0" y="38"/>
                  </a:lnTo>
                  <a:lnTo>
                    <a:pt x="0" y="0"/>
                  </a:lnTo>
                  <a:lnTo>
                    <a:pt x="128" y="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60805" name="Freeform 18">
              <a:extLst>
                <a:ext uri="{FF2B5EF4-FFF2-40B4-BE49-F238E27FC236}">
                  <a16:creationId xmlns:a16="http://schemas.microsoft.com/office/drawing/2014/main" id="{9D84FDA7-3E47-4517-BB98-C47B5C79AD7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" y="3822"/>
              <a:ext cx="315" cy="220"/>
            </a:xfrm>
            <a:custGeom>
              <a:avLst/>
              <a:gdLst>
                <a:gd name="T0" fmla="*/ 281 w 214"/>
                <a:gd name="T1" fmla="*/ 0 h 150"/>
                <a:gd name="T2" fmla="*/ 203 w 214"/>
                <a:gd name="T3" fmla="*/ 107 h 150"/>
                <a:gd name="T4" fmla="*/ 147 w 214"/>
                <a:gd name="T5" fmla="*/ 188 h 150"/>
                <a:gd name="T6" fmla="*/ 102 w 214"/>
                <a:gd name="T7" fmla="*/ 230 h 150"/>
                <a:gd name="T8" fmla="*/ 28 w 214"/>
                <a:gd name="T9" fmla="*/ 285 h 150"/>
                <a:gd name="T10" fmla="*/ 0 w 214"/>
                <a:gd name="T11" fmla="*/ 353 h 150"/>
                <a:gd name="T12" fmla="*/ 28 w 214"/>
                <a:gd name="T13" fmla="*/ 405 h 150"/>
                <a:gd name="T14" fmla="*/ 155 w 214"/>
                <a:gd name="T15" fmla="*/ 465 h 150"/>
                <a:gd name="T16" fmla="*/ 316 w 214"/>
                <a:gd name="T17" fmla="*/ 400 h 150"/>
                <a:gd name="T18" fmla="*/ 450 w 214"/>
                <a:gd name="T19" fmla="*/ 268 h 150"/>
                <a:gd name="T20" fmla="*/ 492 w 214"/>
                <a:gd name="T21" fmla="*/ 236 h 150"/>
                <a:gd name="T22" fmla="*/ 528 w 214"/>
                <a:gd name="T23" fmla="*/ 258 h 150"/>
                <a:gd name="T24" fmla="*/ 648 w 214"/>
                <a:gd name="T25" fmla="*/ 198 h 150"/>
                <a:gd name="T26" fmla="*/ 648 w 214"/>
                <a:gd name="T27" fmla="*/ 163 h 150"/>
                <a:gd name="T28" fmla="*/ 651 w 214"/>
                <a:gd name="T29" fmla="*/ 50 h 150"/>
                <a:gd name="T30" fmla="*/ 478 w 214"/>
                <a:gd name="T31" fmla="*/ 107 h 150"/>
                <a:gd name="T32" fmla="*/ 427 w 214"/>
                <a:gd name="T33" fmla="*/ 60 h 150"/>
                <a:gd name="T34" fmla="*/ 284 w 214"/>
                <a:gd name="T35" fmla="*/ 0 h 150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214" h="150">
                  <a:moveTo>
                    <a:pt x="88" y="0"/>
                  </a:moveTo>
                  <a:cubicBezTo>
                    <a:pt x="88" y="0"/>
                    <a:pt x="70" y="23"/>
                    <a:pt x="64" y="34"/>
                  </a:cubicBezTo>
                  <a:cubicBezTo>
                    <a:pt x="57" y="46"/>
                    <a:pt x="49" y="54"/>
                    <a:pt x="46" y="59"/>
                  </a:cubicBezTo>
                  <a:cubicBezTo>
                    <a:pt x="42" y="63"/>
                    <a:pt x="38" y="70"/>
                    <a:pt x="32" y="73"/>
                  </a:cubicBezTo>
                  <a:cubicBezTo>
                    <a:pt x="25" y="76"/>
                    <a:pt x="14" y="85"/>
                    <a:pt x="9" y="90"/>
                  </a:cubicBezTo>
                  <a:cubicBezTo>
                    <a:pt x="0" y="97"/>
                    <a:pt x="0" y="112"/>
                    <a:pt x="0" y="112"/>
                  </a:cubicBezTo>
                  <a:cubicBezTo>
                    <a:pt x="0" y="112"/>
                    <a:pt x="3" y="122"/>
                    <a:pt x="9" y="128"/>
                  </a:cubicBezTo>
                  <a:cubicBezTo>
                    <a:pt x="14" y="134"/>
                    <a:pt x="29" y="150"/>
                    <a:pt x="48" y="147"/>
                  </a:cubicBezTo>
                  <a:cubicBezTo>
                    <a:pt x="56" y="146"/>
                    <a:pt x="81" y="143"/>
                    <a:pt x="99" y="127"/>
                  </a:cubicBezTo>
                  <a:cubicBezTo>
                    <a:pt x="116" y="110"/>
                    <a:pt x="134" y="93"/>
                    <a:pt x="141" y="85"/>
                  </a:cubicBezTo>
                  <a:cubicBezTo>
                    <a:pt x="147" y="79"/>
                    <a:pt x="154" y="75"/>
                    <a:pt x="154" y="75"/>
                  </a:cubicBezTo>
                  <a:cubicBezTo>
                    <a:pt x="166" y="82"/>
                    <a:pt x="166" y="82"/>
                    <a:pt x="166" y="82"/>
                  </a:cubicBezTo>
                  <a:cubicBezTo>
                    <a:pt x="166" y="82"/>
                    <a:pt x="199" y="70"/>
                    <a:pt x="203" y="63"/>
                  </a:cubicBezTo>
                  <a:cubicBezTo>
                    <a:pt x="203" y="52"/>
                    <a:pt x="203" y="52"/>
                    <a:pt x="203" y="52"/>
                  </a:cubicBezTo>
                  <a:cubicBezTo>
                    <a:pt x="203" y="52"/>
                    <a:pt x="214" y="32"/>
                    <a:pt x="204" y="16"/>
                  </a:cubicBezTo>
                  <a:cubicBezTo>
                    <a:pt x="204" y="16"/>
                    <a:pt x="164" y="35"/>
                    <a:pt x="150" y="34"/>
                  </a:cubicBezTo>
                  <a:cubicBezTo>
                    <a:pt x="136" y="34"/>
                    <a:pt x="134" y="19"/>
                    <a:pt x="134" y="19"/>
                  </a:cubicBezTo>
                  <a:cubicBezTo>
                    <a:pt x="89" y="0"/>
                    <a:pt x="89" y="0"/>
                    <a:pt x="89" y="0"/>
                  </a:cubicBezTo>
                </a:path>
              </a:pathLst>
            </a:custGeom>
            <a:solidFill>
              <a:srgbClr val="E0E0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60806" name="Freeform 19">
              <a:extLst>
                <a:ext uri="{FF2B5EF4-FFF2-40B4-BE49-F238E27FC236}">
                  <a16:creationId xmlns:a16="http://schemas.microsoft.com/office/drawing/2014/main" id="{750AB1F0-4DAD-4542-9632-A97B89BE0A5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" y="3822"/>
              <a:ext cx="315" cy="220"/>
            </a:xfrm>
            <a:custGeom>
              <a:avLst/>
              <a:gdLst>
                <a:gd name="T0" fmla="*/ 281 w 214"/>
                <a:gd name="T1" fmla="*/ 0 h 150"/>
                <a:gd name="T2" fmla="*/ 203 w 214"/>
                <a:gd name="T3" fmla="*/ 107 h 150"/>
                <a:gd name="T4" fmla="*/ 147 w 214"/>
                <a:gd name="T5" fmla="*/ 188 h 150"/>
                <a:gd name="T6" fmla="*/ 102 w 214"/>
                <a:gd name="T7" fmla="*/ 230 h 150"/>
                <a:gd name="T8" fmla="*/ 28 w 214"/>
                <a:gd name="T9" fmla="*/ 285 h 150"/>
                <a:gd name="T10" fmla="*/ 0 w 214"/>
                <a:gd name="T11" fmla="*/ 353 h 150"/>
                <a:gd name="T12" fmla="*/ 28 w 214"/>
                <a:gd name="T13" fmla="*/ 405 h 150"/>
                <a:gd name="T14" fmla="*/ 155 w 214"/>
                <a:gd name="T15" fmla="*/ 465 h 150"/>
                <a:gd name="T16" fmla="*/ 316 w 214"/>
                <a:gd name="T17" fmla="*/ 400 h 150"/>
                <a:gd name="T18" fmla="*/ 450 w 214"/>
                <a:gd name="T19" fmla="*/ 268 h 150"/>
                <a:gd name="T20" fmla="*/ 492 w 214"/>
                <a:gd name="T21" fmla="*/ 236 h 150"/>
                <a:gd name="T22" fmla="*/ 528 w 214"/>
                <a:gd name="T23" fmla="*/ 258 h 150"/>
                <a:gd name="T24" fmla="*/ 648 w 214"/>
                <a:gd name="T25" fmla="*/ 198 h 150"/>
                <a:gd name="T26" fmla="*/ 648 w 214"/>
                <a:gd name="T27" fmla="*/ 163 h 150"/>
                <a:gd name="T28" fmla="*/ 651 w 214"/>
                <a:gd name="T29" fmla="*/ 50 h 150"/>
                <a:gd name="T30" fmla="*/ 478 w 214"/>
                <a:gd name="T31" fmla="*/ 107 h 150"/>
                <a:gd name="T32" fmla="*/ 427 w 214"/>
                <a:gd name="T33" fmla="*/ 60 h 150"/>
                <a:gd name="T34" fmla="*/ 284 w 214"/>
                <a:gd name="T35" fmla="*/ 0 h 150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214" h="150">
                  <a:moveTo>
                    <a:pt x="88" y="0"/>
                  </a:moveTo>
                  <a:cubicBezTo>
                    <a:pt x="88" y="0"/>
                    <a:pt x="70" y="23"/>
                    <a:pt x="64" y="34"/>
                  </a:cubicBezTo>
                  <a:cubicBezTo>
                    <a:pt x="57" y="46"/>
                    <a:pt x="49" y="54"/>
                    <a:pt x="46" y="59"/>
                  </a:cubicBezTo>
                  <a:cubicBezTo>
                    <a:pt x="42" y="63"/>
                    <a:pt x="38" y="70"/>
                    <a:pt x="32" y="73"/>
                  </a:cubicBezTo>
                  <a:cubicBezTo>
                    <a:pt x="25" y="76"/>
                    <a:pt x="14" y="85"/>
                    <a:pt x="9" y="90"/>
                  </a:cubicBezTo>
                  <a:cubicBezTo>
                    <a:pt x="0" y="97"/>
                    <a:pt x="0" y="112"/>
                    <a:pt x="0" y="112"/>
                  </a:cubicBezTo>
                  <a:cubicBezTo>
                    <a:pt x="0" y="112"/>
                    <a:pt x="3" y="122"/>
                    <a:pt x="9" y="128"/>
                  </a:cubicBezTo>
                  <a:cubicBezTo>
                    <a:pt x="14" y="134"/>
                    <a:pt x="29" y="150"/>
                    <a:pt x="48" y="147"/>
                  </a:cubicBezTo>
                  <a:cubicBezTo>
                    <a:pt x="56" y="146"/>
                    <a:pt x="81" y="143"/>
                    <a:pt x="99" y="127"/>
                  </a:cubicBezTo>
                  <a:cubicBezTo>
                    <a:pt x="116" y="110"/>
                    <a:pt x="134" y="93"/>
                    <a:pt x="141" y="85"/>
                  </a:cubicBezTo>
                  <a:cubicBezTo>
                    <a:pt x="147" y="79"/>
                    <a:pt x="154" y="75"/>
                    <a:pt x="154" y="75"/>
                  </a:cubicBezTo>
                  <a:cubicBezTo>
                    <a:pt x="166" y="82"/>
                    <a:pt x="166" y="82"/>
                    <a:pt x="166" y="82"/>
                  </a:cubicBezTo>
                  <a:cubicBezTo>
                    <a:pt x="166" y="82"/>
                    <a:pt x="199" y="70"/>
                    <a:pt x="203" y="63"/>
                  </a:cubicBezTo>
                  <a:cubicBezTo>
                    <a:pt x="203" y="52"/>
                    <a:pt x="203" y="52"/>
                    <a:pt x="203" y="52"/>
                  </a:cubicBezTo>
                  <a:cubicBezTo>
                    <a:pt x="203" y="52"/>
                    <a:pt x="214" y="32"/>
                    <a:pt x="204" y="16"/>
                  </a:cubicBezTo>
                  <a:cubicBezTo>
                    <a:pt x="204" y="16"/>
                    <a:pt x="164" y="35"/>
                    <a:pt x="150" y="34"/>
                  </a:cubicBezTo>
                  <a:cubicBezTo>
                    <a:pt x="136" y="34"/>
                    <a:pt x="134" y="19"/>
                    <a:pt x="134" y="19"/>
                  </a:cubicBezTo>
                  <a:cubicBezTo>
                    <a:pt x="89" y="0"/>
                    <a:pt x="89" y="0"/>
                    <a:pt x="89" y="0"/>
                  </a:cubicBezTo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60807" name="Freeform 20">
              <a:extLst>
                <a:ext uri="{FF2B5EF4-FFF2-40B4-BE49-F238E27FC236}">
                  <a16:creationId xmlns:a16="http://schemas.microsoft.com/office/drawing/2014/main" id="{E6A9194C-16D4-46AD-B4D8-3D91C592BEE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" y="3899"/>
              <a:ext cx="280" cy="132"/>
            </a:xfrm>
            <a:custGeom>
              <a:avLst/>
              <a:gdLst>
                <a:gd name="T0" fmla="*/ 0 w 190"/>
                <a:gd name="T1" fmla="*/ 252 h 90"/>
                <a:gd name="T2" fmla="*/ 102 w 190"/>
                <a:gd name="T3" fmla="*/ 282 h 90"/>
                <a:gd name="T4" fmla="*/ 252 w 190"/>
                <a:gd name="T5" fmla="*/ 227 h 90"/>
                <a:gd name="T6" fmla="*/ 460 w 190"/>
                <a:gd name="T7" fmla="*/ 66 h 90"/>
                <a:gd name="T8" fmla="*/ 609 w 190"/>
                <a:gd name="T9" fmla="*/ 0 h 9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0" h="90">
                  <a:moveTo>
                    <a:pt x="0" y="80"/>
                  </a:moveTo>
                  <a:cubicBezTo>
                    <a:pt x="0" y="80"/>
                    <a:pt x="11" y="90"/>
                    <a:pt x="32" y="89"/>
                  </a:cubicBezTo>
                  <a:cubicBezTo>
                    <a:pt x="55" y="89"/>
                    <a:pt x="63" y="82"/>
                    <a:pt x="79" y="72"/>
                  </a:cubicBezTo>
                  <a:cubicBezTo>
                    <a:pt x="96" y="63"/>
                    <a:pt x="129" y="27"/>
                    <a:pt x="144" y="21"/>
                  </a:cubicBezTo>
                  <a:cubicBezTo>
                    <a:pt x="160" y="14"/>
                    <a:pt x="184" y="9"/>
                    <a:pt x="190" y="0"/>
                  </a:cubicBezTo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60808" name="Line 21">
              <a:extLst>
                <a:ext uri="{FF2B5EF4-FFF2-40B4-BE49-F238E27FC236}">
                  <a16:creationId xmlns:a16="http://schemas.microsoft.com/office/drawing/2014/main" id="{7B19529D-4ACD-4E75-A695-3E5B2C7C85D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49" y="3925"/>
              <a:ext cx="1" cy="18"/>
            </a:xfrm>
            <a:prstGeom prst="line">
              <a:avLst/>
            </a:prstGeom>
            <a:noFill/>
            <a:ln w="4763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60809" name="Freeform 22">
              <a:extLst>
                <a:ext uri="{FF2B5EF4-FFF2-40B4-BE49-F238E27FC236}">
                  <a16:creationId xmlns:a16="http://schemas.microsoft.com/office/drawing/2014/main" id="{C3932F3F-99B0-4730-B75D-B4BE9E9C015E}"/>
                </a:ext>
              </a:extLst>
            </p:cNvPr>
            <p:cNvSpPr>
              <a:spLocks/>
            </p:cNvSpPr>
            <p:nvPr/>
          </p:nvSpPr>
          <p:spPr bwMode="auto">
            <a:xfrm>
              <a:off x="636" y="3928"/>
              <a:ext cx="12" cy="12"/>
            </a:xfrm>
            <a:custGeom>
              <a:avLst/>
              <a:gdLst>
                <a:gd name="T0" fmla="*/ 26 w 8"/>
                <a:gd name="T1" fmla="*/ 0 h 8"/>
                <a:gd name="T2" fmla="*/ 27 w 8"/>
                <a:gd name="T3" fmla="*/ 27 h 8"/>
                <a:gd name="T4" fmla="*/ 14 w 8"/>
                <a:gd name="T5" fmla="*/ 14 h 8"/>
                <a:gd name="T6" fmla="*/ 0 w 8"/>
                <a:gd name="T7" fmla="*/ 12 h 8"/>
                <a:gd name="T8" fmla="*/ 12 w 8"/>
                <a:gd name="T9" fmla="*/ 5 h 8"/>
                <a:gd name="T10" fmla="*/ 26 w 8"/>
                <a:gd name="T11" fmla="*/ 0 h 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" h="8">
                  <a:moveTo>
                    <a:pt x="7" y="0"/>
                  </a:moveTo>
                  <a:cubicBezTo>
                    <a:pt x="7" y="2"/>
                    <a:pt x="8" y="5"/>
                    <a:pt x="8" y="8"/>
                  </a:cubicBezTo>
                  <a:cubicBezTo>
                    <a:pt x="6" y="7"/>
                    <a:pt x="5" y="5"/>
                    <a:pt x="4" y="4"/>
                  </a:cubicBezTo>
                  <a:cubicBezTo>
                    <a:pt x="3" y="4"/>
                    <a:pt x="1" y="3"/>
                    <a:pt x="0" y="3"/>
                  </a:cubicBezTo>
                  <a:cubicBezTo>
                    <a:pt x="1" y="2"/>
                    <a:pt x="2" y="2"/>
                    <a:pt x="3" y="1"/>
                  </a:cubicBezTo>
                  <a:cubicBezTo>
                    <a:pt x="4" y="1"/>
                    <a:pt x="6" y="1"/>
                    <a:pt x="7" y="0"/>
                  </a:cubicBezTo>
                </a:path>
              </a:pathLst>
            </a:custGeom>
            <a:solidFill>
              <a:srgbClr val="A8A7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60810" name="Freeform 23">
              <a:extLst>
                <a:ext uri="{FF2B5EF4-FFF2-40B4-BE49-F238E27FC236}">
                  <a16:creationId xmlns:a16="http://schemas.microsoft.com/office/drawing/2014/main" id="{68E7C505-71F9-4E5C-AC94-6EDE15C88F1A}"/>
                </a:ext>
              </a:extLst>
            </p:cNvPr>
            <p:cNvSpPr>
              <a:spLocks/>
            </p:cNvSpPr>
            <p:nvPr/>
          </p:nvSpPr>
          <p:spPr bwMode="auto">
            <a:xfrm>
              <a:off x="627" y="3868"/>
              <a:ext cx="83" cy="61"/>
            </a:xfrm>
            <a:custGeom>
              <a:avLst/>
              <a:gdLst>
                <a:gd name="T0" fmla="*/ 181 w 56"/>
                <a:gd name="T1" fmla="*/ 0 h 42"/>
                <a:gd name="T2" fmla="*/ 167 w 56"/>
                <a:gd name="T3" fmla="*/ 52 h 42"/>
                <a:gd name="T4" fmla="*/ 123 w 56"/>
                <a:gd name="T5" fmla="*/ 87 h 42"/>
                <a:gd name="T6" fmla="*/ 62 w 56"/>
                <a:gd name="T7" fmla="*/ 107 h 42"/>
                <a:gd name="T8" fmla="*/ 0 w 56"/>
                <a:gd name="T9" fmla="*/ 129 h 42"/>
                <a:gd name="T10" fmla="*/ 82 w 56"/>
                <a:gd name="T11" fmla="*/ 87 h 42"/>
                <a:gd name="T12" fmla="*/ 133 w 56"/>
                <a:gd name="T13" fmla="*/ 61 h 42"/>
                <a:gd name="T14" fmla="*/ 163 w 56"/>
                <a:gd name="T15" fmla="*/ 33 h 42"/>
                <a:gd name="T16" fmla="*/ 182 w 56"/>
                <a:gd name="T17" fmla="*/ 1 h 4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6" h="42">
                  <a:moveTo>
                    <a:pt x="55" y="0"/>
                  </a:moveTo>
                  <a:cubicBezTo>
                    <a:pt x="56" y="5"/>
                    <a:pt x="53" y="13"/>
                    <a:pt x="51" y="17"/>
                  </a:cubicBezTo>
                  <a:cubicBezTo>
                    <a:pt x="48" y="23"/>
                    <a:pt x="44" y="26"/>
                    <a:pt x="38" y="28"/>
                  </a:cubicBezTo>
                  <a:cubicBezTo>
                    <a:pt x="31" y="30"/>
                    <a:pt x="25" y="33"/>
                    <a:pt x="19" y="35"/>
                  </a:cubicBezTo>
                  <a:cubicBezTo>
                    <a:pt x="13" y="36"/>
                    <a:pt x="6" y="42"/>
                    <a:pt x="0" y="42"/>
                  </a:cubicBezTo>
                  <a:cubicBezTo>
                    <a:pt x="9" y="39"/>
                    <a:pt x="17" y="32"/>
                    <a:pt x="25" y="28"/>
                  </a:cubicBezTo>
                  <a:cubicBezTo>
                    <a:pt x="31" y="25"/>
                    <a:pt x="36" y="24"/>
                    <a:pt x="41" y="20"/>
                  </a:cubicBezTo>
                  <a:cubicBezTo>
                    <a:pt x="44" y="17"/>
                    <a:pt x="48" y="14"/>
                    <a:pt x="50" y="11"/>
                  </a:cubicBezTo>
                  <a:cubicBezTo>
                    <a:pt x="52" y="9"/>
                    <a:pt x="54" y="2"/>
                    <a:pt x="56" y="1"/>
                  </a:cubicBezTo>
                </a:path>
              </a:pathLst>
            </a:custGeom>
            <a:solidFill>
              <a:srgbClr val="A8A7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60811" name="Freeform 24">
              <a:extLst>
                <a:ext uri="{FF2B5EF4-FFF2-40B4-BE49-F238E27FC236}">
                  <a16:creationId xmlns:a16="http://schemas.microsoft.com/office/drawing/2014/main" id="{2BCA4F6C-3FCE-420F-BBB1-18EF8295534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" y="3828"/>
              <a:ext cx="125" cy="112"/>
            </a:xfrm>
            <a:custGeom>
              <a:avLst/>
              <a:gdLst>
                <a:gd name="T0" fmla="*/ 143 w 85"/>
                <a:gd name="T1" fmla="*/ 0 h 76"/>
                <a:gd name="T2" fmla="*/ 116 w 85"/>
                <a:gd name="T3" fmla="*/ 40 h 76"/>
                <a:gd name="T4" fmla="*/ 87 w 85"/>
                <a:gd name="T5" fmla="*/ 81 h 76"/>
                <a:gd name="T6" fmla="*/ 32 w 85"/>
                <a:gd name="T7" fmla="*/ 150 h 76"/>
                <a:gd name="T8" fmla="*/ 13 w 85"/>
                <a:gd name="T9" fmla="*/ 211 h 76"/>
                <a:gd name="T10" fmla="*/ 54 w 85"/>
                <a:gd name="T11" fmla="*/ 237 h 76"/>
                <a:gd name="T12" fmla="*/ 101 w 85"/>
                <a:gd name="T13" fmla="*/ 234 h 76"/>
                <a:gd name="T14" fmla="*/ 149 w 85"/>
                <a:gd name="T15" fmla="*/ 180 h 76"/>
                <a:gd name="T16" fmla="*/ 257 w 85"/>
                <a:gd name="T17" fmla="*/ 77 h 76"/>
                <a:gd name="T18" fmla="*/ 271 w 85"/>
                <a:gd name="T19" fmla="*/ 68 h 7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5" h="76">
                  <a:moveTo>
                    <a:pt x="45" y="0"/>
                  </a:moveTo>
                  <a:cubicBezTo>
                    <a:pt x="42" y="3"/>
                    <a:pt x="40" y="8"/>
                    <a:pt x="37" y="12"/>
                  </a:cubicBezTo>
                  <a:cubicBezTo>
                    <a:pt x="34" y="16"/>
                    <a:pt x="31" y="20"/>
                    <a:pt x="27" y="25"/>
                  </a:cubicBezTo>
                  <a:cubicBezTo>
                    <a:pt x="21" y="32"/>
                    <a:pt x="15" y="39"/>
                    <a:pt x="10" y="47"/>
                  </a:cubicBezTo>
                  <a:cubicBezTo>
                    <a:pt x="5" y="52"/>
                    <a:pt x="0" y="59"/>
                    <a:pt x="4" y="66"/>
                  </a:cubicBezTo>
                  <a:cubicBezTo>
                    <a:pt x="7" y="71"/>
                    <a:pt x="12" y="72"/>
                    <a:pt x="17" y="74"/>
                  </a:cubicBezTo>
                  <a:cubicBezTo>
                    <a:pt x="23" y="75"/>
                    <a:pt x="28" y="76"/>
                    <a:pt x="32" y="73"/>
                  </a:cubicBezTo>
                  <a:cubicBezTo>
                    <a:pt x="39" y="69"/>
                    <a:pt x="42" y="61"/>
                    <a:pt x="47" y="56"/>
                  </a:cubicBezTo>
                  <a:cubicBezTo>
                    <a:pt x="58" y="44"/>
                    <a:pt x="69" y="33"/>
                    <a:pt x="81" y="24"/>
                  </a:cubicBezTo>
                  <a:cubicBezTo>
                    <a:pt x="83" y="23"/>
                    <a:pt x="84" y="22"/>
                    <a:pt x="85" y="21"/>
                  </a:cubicBezTo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60812" name="Freeform 25">
              <a:extLst>
                <a:ext uri="{FF2B5EF4-FFF2-40B4-BE49-F238E27FC236}">
                  <a16:creationId xmlns:a16="http://schemas.microsoft.com/office/drawing/2014/main" id="{3542ED30-9308-4657-8BC2-346F823E990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" y="3907"/>
              <a:ext cx="53" cy="25"/>
            </a:xfrm>
            <a:custGeom>
              <a:avLst/>
              <a:gdLst>
                <a:gd name="T0" fmla="*/ 0 w 36"/>
                <a:gd name="T1" fmla="*/ 0 h 17"/>
                <a:gd name="T2" fmla="*/ 68 w 36"/>
                <a:gd name="T3" fmla="*/ 13 h 17"/>
                <a:gd name="T4" fmla="*/ 115 w 36"/>
                <a:gd name="T5" fmla="*/ 54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17">
                  <a:moveTo>
                    <a:pt x="0" y="0"/>
                  </a:moveTo>
                  <a:cubicBezTo>
                    <a:pt x="7" y="1"/>
                    <a:pt x="14" y="0"/>
                    <a:pt x="21" y="4"/>
                  </a:cubicBezTo>
                  <a:cubicBezTo>
                    <a:pt x="26" y="7"/>
                    <a:pt x="34" y="12"/>
                    <a:pt x="36" y="17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60813" name="Freeform 26">
              <a:extLst>
                <a:ext uri="{FF2B5EF4-FFF2-40B4-BE49-F238E27FC236}">
                  <a16:creationId xmlns:a16="http://schemas.microsoft.com/office/drawing/2014/main" id="{EF10EE29-1DE4-40B9-B312-49127C37168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" y="3891"/>
              <a:ext cx="56" cy="28"/>
            </a:xfrm>
            <a:custGeom>
              <a:avLst/>
              <a:gdLst>
                <a:gd name="T0" fmla="*/ 0 w 38"/>
                <a:gd name="T1" fmla="*/ 0 h 19"/>
                <a:gd name="T2" fmla="*/ 41 w 38"/>
                <a:gd name="T3" fmla="*/ 6 h 19"/>
                <a:gd name="T4" fmla="*/ 83 w 38"/>
                <a:gd name="T5" fmla="*/ 22 h 19"/>
                <a:gd name="T6" fmla="*/ 122 w 38"/>
                <a:gd name="T7" fmla="*/ 60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" h="19">
                  <a:moveTo>
                    <a:pt x="0" y="0"/>
                  </a:moveTo>
                  <a:cubicBezTo>
                    <a:pt x="4" y="1"/>
                    <a:pt x="8" y="0"/>
                    <a:pt x="13" y="2"/>
                  </a:cubicBezTo>
                  <a:cubicBezTo>
                    <a:pt x="17" y="3"/>
                    <a:pt x="21" y="5"/>
                    <a:pt x="26" y="7"/>
                  </a:cubicBezTo>
                  <a:cubicBezTo>
                    <a:pt x="31" y="10"/>
                    <a:pt x="35" y="14"/>
                    <a:pt x="38" y="19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60814" name="Freeform 27">
              <a:extLst>
                <a:ext uri="{FF2B5EF4-FFF2-40B4-BE49-F238E27FC236}">
                  <a16:creationId xmlns:a16="http://schemas.microsoft.com/office/drawing/2014/main" id="{55E6F52C-E5BD-44AB-A40F-56158B4B4AE7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" y="3874"/>
              <a:ext cx="53" cy="29"/>
            </a:xfrm>
            <a:custGeom>
              <a:avLst/>
              <a:gdLst>
                <a:gd name="T0" fmla="*/ 0 w 36"/>
                <a:gd name="T1" fmla="*/ 0 h 20"/>
                <a:gd name="T2" fmla="*/ 47 w 36"/>
                <a:gd name="T3" fmla="*/ 13 h 20"/>
                <a:gd name="T4" fmla="*/ 82 w 36"/>
                <a:gd name="T5" fmla="*/ 28 h 20"/>
                <a:gd name="T6" fmla="*/ 115 w 36"/>
                <a:gd name="T7" fmla="*/ 61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" h="20">
                  <a:moveTo>
                    <a:pt x="0" y="0"/>
                  </a:moveTo>
                  <a:cubicBezTo>
                    <a:pt x="5" y="1"/>
                    <a:pt x="10" y="1"/>
                    <a:pt x="15" y="4"/>
                  </a:cubicBezTo>
                  <a:cubicBezTo>
                    <a:pt x="19" y="6"/>
                    <a:pt x="22" y="8"/>
                    <a:pt x="26" y="9"/>
                  </a:cubicBezTo>
                  <a:cubicBezTo>
                    <a:pt x="30" y="12"/>
                    <a:pt x="33" y="16"/>
                    <a:pt x="36" y="2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60815" name="Freeform 28">
              <a:extLst>
                <a:ext uri="{FF2B5EF4-FFF2-40B4-BE49-F238E27FC236}">
                  <a16:creationId xmlns:a16="http://schemas.microsoft.com/office/drawing/2014/main" id="{B124B614-F411-4451-B4F0-047EE0171C29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" y="3856"/>
              <a:ext cx="62" cy="29"/>
            </a:xfrm>
            <a:custGeom>
              <a:avLst/>
              <a:gdLst>
                <a:gd name="T0" fmla="*/ 0 w 42"/>
                <a:gd name="T1" fmla="*/ 0 h 20"/>
                <a:gd name="T2" fmla="*/ 90 w 42"/>
                <a:gd name="T3" fmla="*/ 32 h 20"/>
                <a:gd name="T4" fmla="*/ 136 w 42"/>
                <a:gd name="T5" fmla="*/ 61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" h="20">
                  <a:moveTo>
                    <a:pt x="0" y="0"/>
                  </a:moveTo>
                  <a:cubicBezTo>
                    <a:pt x="9" y="1"/>
                    <a:pt x="20" y="5"/>
                    <a:pt x="28" y="10"/>
                  </a:cubicBezTo>
                  <a:cubicBezTo>
                    <a:pt x="33" y="12"/>
                    <a:pt x="40" y="14"/>
                    <a:pt x="42" y="2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60816" name="Freeform 29">
              <a:extLst>
                <a:ext uri="{FF2B5EF4-FFF2-40B4-BE49-F238E27FC236}">
                  <a16:creationId xmlns:a16="http://schemas.microsoft.com/office/drawing/2014/main" id="{E4520BFD-3120-48AE-ACE3-60DB906B0057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" y="3838"/>
              <a:ext cx="59" cy="33"/>
            </a:xfrm>
            <a:custGeom>
              <a:avLst/>
              <a:gdLst>
                <a:gd name="T0" fmla="*/ 128 w 40"/>
                <a:gd name="T1" fmla="*/ 75 h 22"/>
                <a:gd name="T2" fmla="*/ 0 w 40"/>
                <a:gd name="T3" fmla="*/ 0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0" h="22">
                  <a:moveTo>
                    <a:pt x="40" y="22"/>
                  </a:moveTo>
                  <a:cubicBezTo>
                    <a:pt x="33" y="9"/>
                    <a:pt x="15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60817" name="Freeform 30">
              <a:extLst>
                <a:ext uri="{FF2B5EF4-FFF2-40B4-BE49-F238E27FC236}">
                  <a16:creationId xmlns:a16="http://schemas.microsoft.com/office/drawing/2014/main" id="{1FCE22AD-0797-4C59-B0D0-2B89B1292479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" y="2107"/>
              <a:ext cx="948" cy="1761"/>
            </a:xfrm>
            <a:custGeom>
              <a:avLst/>
              <a:gdLst>
                <a:gd name="T0" fmla="*/ 1603 w 644"/>
                <a:gd name="T1" fmla="*/ 0 h 1199"/>
                <a:gd name="T2" fmla="*/ 1850 w 644"/>
                <a:gd name="T3" fmla="*/ 1685 h 1199"/>
                <a:gd name="T4" fmla="*/ 1887 w 644"/>
                <a:gd name="T5" fmla="*/ 2256 h 1199"/>
                <a:gd name="T6" fmla="*/ 1965 w 644"/>
                <a:gd name="T7" fmla="*/ 2683 h 1199"/>
                <a:gd name="T8" fmla="*/ 2006 w 644"/>
                <a:gd name="T9" fmla="*/ 3331 h 1199"/>
                <a:gd name="T10" fmla="*/ 2055 w 644"/>
                <a:gd name="T11" fmla="*/ 3682 h 1199"/>
                <a:gd name="T12" fmla="*/ 1786 w 644"/>
                <a:gd name="T13" fmla="*/ 3783 h 1199"/>
                <a:gd name="T14" fmla="*/ 1521 w 644"/>
                <a:gd name="T15" fmla="*/ 3704 h 1199"/>
                <a:gd name="T16" fmla="*/ 1506 w 644"/>
                <a:gd name="T17" fmla="*/ 3406 h 1199"/>
                <a:gd name="T18" fmla="*/ 1479 w 644"/>
                <a:gd name="T19" fmla="*/ 3102 h 1199"/>
                <a:gd name="T20" fmla="*/ 1468 w 644"/>
                <a:gd name="T21" fmla="*/ 2946 h 1199"/>
                <a:gd name="T22" fmla="*/ 1394 w 644"/>
                <a:gd name="T23" fmla="*/ 2669 h 1199"/>
                <a:gd name="T24" fmla="*/ 1337 w 644"/>
                <a:gd name="T25" fmla="*/ 2297 h 1199"/>
                <a:gd name="T26" fmla="*/ 1298 w 644"/>
                <a:gd name="T27" fmla="*/ 2069 h 1199"/>
                <a:gd name="T28" fmla="*/ 1225 w 644"/>
                <a:gd name="T29" fmla="*/ 1698 h 1199"/>
                <a:gd name="T30" fmla="*/ 1142 w 644"/>
                <a:gd name="T31" fmla="*/ 1285 h 1199"/>
                <a:gd name="T32" fmla="*/ 1025 w 644"/>
                <a:gd name="T33" fmla="*/ 852 h 1199"/>
                <a:gd name="T34" fmla="*/ 913 w 644"/>
                <a:gd name="T35" fmla="*/ 1285 h 1199"/>
                <a:gd name="T36" fmla="*/ 826 w 644"/>
                <a:gd name="T37" fmla="*/ 1698 h 1199"/>
                <a:gd name="T38" fmla="*/ 752 w 644"/>
                <a:gd name="T39" fmla="*/ 2069 h 1199"/>
                <a:gd name="T40" fmla="*/ 715 w 644"/>
                <a:gd name="T41" fmla="*/ 2297 h 1199"/>
                <a:gd name="T42" fmla="*/ 657 w 644"/>
                <a:gd name="T43" fmla="*/ 2669 h 1199"/>
                <a:gd name="T44" fmla="*/ 583 w 644"/>
                <a:gd name="T45" fmla="*/ 2946 h 1199"/>
                <a:gd name="T46" fmla="*/ 570 w 644"/>
                <a:gd name="T47" fmla="*/ 3102 h 1199"/>
                <a:gd name="T48" fmla="*/ 546 w 644"/>
                <a:gd name="T49" fmla="*/ 3406 h 1199"/>
                <a:gd name="T50" fmla="*/ 528 w 644"/>
                <a:gd name="T51" fmla="*/ 3704 h 1199"/>
                <a:gd name="T52" fmla="*/ 265 w 644"/>
                <a:gd name="T53" fmla="*/ 3783 h 1199"/>
                <a:gd name="T54" fmla="*/ 0 w 644"/>
                <a:gd name="T55" fmla="*/ 3682 h 1199"/>
                <a:gd name="T56" fmla="*/ 46 w 644"/>
                <a:gd name="T57" fmla="*/ 3331 h 1199"/>
                <a:gd name="T58" fmla="*/ 87 w 644"/>
                <a:gd name="T59" fmla="*/ 2683 h 1199"/>
                <a:gd name="T60" fmla="*/ 162 w 644"/>
                <a:gd name="T61" fmla="*/ 2256 h 1199"/>
                <a:gd name="T62" fmla="*/ 202 w 644"/>
                <a:gd name="T63" fmla="*/ 1685 h 1199"/>
                <a:gd name="T64" fmla="*/ 446 w 644"/>
                <a:gd name="T65" fmla="*/ 0 h 1199"/>
                <a:gd name="T66" fmla="*/ 1603 w 644"/>
                <a:gd name="T67" fmla="*/ 0 h 1199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644" h="1199">
                  <a:moveTo>
                    <a:pt x="503" y="0"/>
                  </a:moveTo>
                  <a:cubicBezTo>
                    <a:pt x="503" y="0"/>
                    <a:pt x="580" y="451"/>
                    <a:pt x="580" y="532"/>
                  </a:cubicBezTo>
                  <a:cubicBezTo>
                    <a:pt x="580" y="614"/>
                    <a:pt x="587" y="686"/>
                    <a:pt x="592" y="712"/>
                  </a:cubicBezTo>
                  <a:cubicBezTo>
                    <a:pt x="597" y="738"/>
                    <a:pt x="617" y="816"/>
                    <a:pt x="616" y="847"/>
                  </a:cubicBezTo>
                  <a:cubicBezTo>
                    <a:pt x="614" y="879"/>
                    <a:pt x="626" y="1012"/>
                    <a:pt x="629" y="1051"/>
                  </a:cubicBezTo>
                  <a:cubicBezTo>
                    <a:pt x="632" y="1090"/>
                    <a:pt x="644" y="1162"/>
                    <a:pt x="644" y="1162"/>
                  </a:cubicBezTo>
                  <a:cubicBezTo>
                    <a:pt x="644" y="1162"/>
                    <a:pt x="605" y="1199"/>
                    <a:pt x="560" y="1194"/>
                  </a:cubicBezTo>
                  <a:cubicBezTo>
                    <a:pt x="516" y="1190"/>
                    <a:pt x="477" y="1169"/>
                    <a:pt x="477" y="1169"/>
                  </a:cubicBezTo>
                  <a:cubicBezTo>
                    <a:pt x="477" y="1169"/>
                    <a:pt x="474" y="1105"/>
                    <a:pt x="472" y="1075"/>
                  </a:cubicBezTo>
                  <a:cubicBezTo>
                    <a:pt x="470" y="1045"/>
                    <a:pt x="466" y="996"/>
                    <a:pt x="464" y="979"/>
                  </a:cubicBezTo>
                  <a:cubicBezTo>
                    <a:pt x="463" y="962"/>
                    <a:pt x="460" y="930"/>
                    <a:pt x="460" y="930"/>
                  </a:cubicBezTo>
                  <a:cubicBezTo>
                    <a:pt x="460" y="930"/>
                    <a:pt x="442" y="871"/>
                    <a:pt x="437" y="842"/>
                  </a:cubicBezTo>
                  <a:cubicBezTo>
                    <a:pt x="431" y="813"/>
                    <a:pt x="423" y="749"/>
                    <a:pt x="419" y="725"/>
                  </a:cubicBezTo>
                  <a:cubicBezTo>
                    <a:pt x="414" y="701"/>
                    <a:pt x="414" y="679"/>
                    <a:pt x="407" y="653"/>
                  </a:cubicBezTo>
                  <a:cubicBezTo>
                    <a:pt x="400" y="627"/>
                    <a:pt x="388" y="572"/>
                    <a:pt x="384" y="536"/>
                  </a:cubicBezTo>
                  <a:cubicBezTo>
                    <a:pt x="380" y="500"/>
                    <a:pt x="365" y="439"/>
                    <a:pt x="358" y="406"/>
                  </a:cubicBezTo>
                  <a:cubicBezTo>
                    <a:pt x="351" y="373"/>
                    <a:pt x="321" y="269"/>
                    <a:pt x="321" y="269"/>
                  </a:cubicBezTo>
                  <a:cubicBezTo>
                    <a:pt x="321" y="269"/>
                    <a:pt x="293" y="373"/>
                    <a:pt x="286" y="406"/>
                  </a:cubicBezTo>
                  <a:cubicBezTo>
                    <a:pt x="278" y="439"/>
                    <a:pt x="263" y="500"/>
                    <a:pt x="259" y="536"/>
                  </a:cubicBezTo>
                  <a:cubicBezTo>
                    <a:pt x="255" y="572"/>
                    <a:pt x="243" y="627"/>
                    <a:pt x="236" y="653"/>
                  </a:cubicBezTo>
                  <a:cubicBezTo>
                    <a:pt x="229" y="679"/>
                    <a:pt x="229" y="701"/>
                    <a:pt x="224" y="725"/>
                  </a:cubicBezTo>
                  <a:cubicBezTo>
                    <a:pt x="220" y="749"/>
                    <a:pt x="212" y="813"/>
                    <a:pt x="206" y="842"/>
                  </a:cubicBezTo>
                  <a:cubicBezTo>
                    <a:pt x="201" y="871"/>
                    <a:pt x="183" y="930"/>
                    <a:pt x="183" y="930"/>
                  </a:cubicBezTo>
                  <a:cubicBezTo>
                    <a:pt x="183" y="930"/>
                    <a:pt x="181" y="962"/>
                    <a:pt x="179" y="979"/>
                  </a:cubicBezTo>
                  <a:cubicBezTo>
                    <a:pt x="177" y="996"/>
                    <a:pt x="173" y="1045"/>
                    <a:pt x="171" y="1075"/>
                  </a:cubicBezTo>
                  <a:cubicBezTo>
                    <a:pt x="170" y="1105"/>
                    <a:pt x="166" y="1169"/>
                    <a:pt x="166" y="1169"/>
                  </a:cubicBezTo>
                  <a:cubicBezTo>
                    <a:pt x="166" y="1169"/>
                    <a:pt x="127" y="1190"/>
                    <a:pt x="83" y="1194"/>
                  </a:cubicBezTo>
                  <a:cubicBezTo>
                    <a:pt x="38" y="1199"/>
                    <a:pt x="0" y="1162"/>
                    <a:pt x="0" y="1162"/>
                  </a:cubicBezTo>
                  <a:cubicBezTo>
                    <a:pt x="0" y="1162"/>
                    <a:pt x="11" y="1090"/>
                    <a:pt x="14" y="1051"/>
                  </a:cubicBezTo>
                  <a:cubicBezTo>
                    <a:pt x="18" y="1012"/>
                    <a:pt x="29" y="879"/>
                    <a:pt x="27" y="847"/>
                  </a:cubicBezTo>
                  <a:cubicBezTo>
                    <a:pt x="26" y="816"/>
                    <a:pt x="46" y="738"/>
                    <a:pt x="51" y="712"/>
                  </a:cubicBezTo>
                  <a:cubicBezTo>
                    <a:pt x="56" y="686"/>
                    <a:pt x="63" y="614"/>
                    <a:pt x="63" y="532"/>
                  </a:cubicBezTo>
                  <a:cubicBezTo>
                    <a:pt x="63" y="451"/>
                    <a:pt x="140" y="0"/>
                    <a:pt x="140" y="0"/>
                  </a:cubicBezTo>
                  <a:lnTo>
                    <a:pt x="50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60818" name="Freeform 31">
              <a:extLst>
                <a:ext uri="{FF2B5EF4-FFF2-40B4-BE49-F238E27FC236}">
                  <a16:creationId xmlns:a16="http://schemas.microsoft.com/office/drawing/2014/main" id="{B169BC9C-3134-4320-A252-110B5C80FB6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6" y="2829"/>
              <a:ext cx="121" cy="313"/>
            </a:xfrm>
            <a:custGeom>
              <a:avLst/>
              <a:gdLst>
                <a:gd name="T0" fmla="*/ 0 w 82"/>
                <a:gd name="T1" fmla="*/ 0 h 213"/>
                <a:gd name="T2" fmla="*/ 264 w 82"/>
                <a:gd name="T3" fmla="*/ 676 h 2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2" h="213">
                  <a:moveTo>
                    <a:pt x="0" y="0"/>
                  </a:moveTo>
                  <a:cubicBezTo>
                    <a:pt x="0" y="0"/>
                    <a:pt x="35" y="150"/>
                    <a:pt x="82" y="213"/>
                  </a:cubicBezTo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60819" name="Freeform 32">
              <a:extLst>
                <a:ext uri="{FF2B5EF4-FFF2-40B4-BE49-F238E27FC236}">
                  <a16:creationId xmlns:a16="http://schemas.microsoft.com/office/drawing/2014/main" id="{CBB2622D-5716-4151-971A-BC8E0387D07F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" y="2107"/>
              <a:ext cx="948" cy="1761"/>
            </a:xfrm>
            <a:custGeom>
              <a:avLst/>
              <a:gdLst>
                <a:gd name="T0" fmla="*/ 1603 w 644"/>
                <a:gd name="T1" fmla="*/ 0 h 1199"/>
                <a:gd name="T2" fmla="*/ 1850 w 644"/>
                <a:gd name="T3" fmla="*/ 1685 h 1199"/>
                <a:gd name="T4" fmla="*/ 1887 w 644"/>
                <a:gd name="T5" fmla="*/ 2256 h 1199"/>
                <a:gd name="T6" fmla="*/ 1965 w 644"/>
                <a:gd name="T7" fmla="*/ 2683 h 1199"/>
                <a:gd name="T8" fmla="*/ 2006 w 644"/>
                <a:gd name="T9" fmla="*/ 3331 h 1199"/>
                <a:gd name="T10" fmla="*/ 2055 w 644"/>
                <a:gd name="T11" fmla="*/ 3682 h 1199"/>
                <a:gd name="T12" fmla="*/ 1786 w 644"/>
                <a:gd name="T13" fmla="*/ 3783 h 1199"/>
                <a:gd name="T14" fmla="*/ 1521 w 644"/>
                <a:gd name="T15" fmla="*/ 3704 h 1199"/>
                <a:gd name="T16" fmla="*/ 1506 w 644"/>
                <a:gd name="T17" fmla="*/ 3406 h 1199"/>
                <a:gd name="T18" fmla="*/ 1479 w 644"/>
                <a:gd name="T19" fmla="*/ 3102 h 1199"/>
                <a:gd name="T20" fmla="*/ 1468 w 644"/>
                <a:gd name="T21" fmla="*/ 2946 h 1199"/>
                <a:gd name="T22" fmla="*/ 1394 w 644"/>
                <a:gd name="T23" fmla="*/ 2669 h 1199"/>
                <a:gd name="T24" fmla="*/ 1337 w 644"/>
                <a:gd name="T25" fmla="*/ 2297 h 1199"/>
                <a:gd name="T26" fmla="*/ 1298 w 644"/>
                <a:gd name="T27" fmla="*/ 2069 h 1199"/>
                <a:gd name="T28" fmla="*/ 1225 w 644"/>
                <a:gd name="T29" fmla="*/ 1698 h 1199"/>
                <a:gd name="T30" fmla="*/ 1142 w 644"/>
                <a:gd name="T31" fmla="*/ 1285 h 1199"/>
                <a:gd name="T32" fmla="*/ 1025 w 644"/>
                <a:gd name="T33" fmla="*/ 852 h 1199"/>
                <a:gd name="T34" fmla="*/ 913 w 644"/>
                <a:gd name="T35" fmla="*/ 1285 h 1199"/>
                <a:gd name="T36" fmla="*/ 826 w 644"/>
                <a:gd name="T37" fmla="*/ 1698 h 1199"/>
                <a:gd name="T38" fmla="*/ 752 w 644"/>
                <a:gd name="T39" fmla="*/ 2069 h 1199"/>
                <a:gd name="T40" fmla="*/ 715 w 644"/>
                <a:gd name="T41" fmla="*/ 2297 h 1199"/>
                <a:gd name="T42" fmla="*/ 657 w 644"/>
                <a:gd name="T43" fmla="*/ 2669 h 1199"/>
                <a:gd name="T44" fmla="*/ 583 w 644"/>
                <a:gd name="T45" fmla="*/ 2946 h 1199"/>
                <a:gd name="T46" fmla="*/ 570 w 644"/>
                <a:gd name="T47" fmla="*/ 3102 h 1199"/>
                <a:gd name="T48" fmla="*/ 546 w 644"/>
                <a:gd name="T49" fmla="*/ 3406 h 1199"/>
                <a:gd name="T50" fmla="*/ 528 w 644"/>
                <a:gd name="T51" fmla="*/ 3704 h 1199"/>
                <a:gd name="T52" fmla="*/ 265 w 644"/>
                <a:gd name="T53" fmla="*/ 3783 h 1199"/>
                <a:gd name="T54" fmla="*/ 0 w 644"/>
                <a:gd name="T55" fmla="*/ 3682 h 1199"/>
                <a:gd name="T56" fmla="*/ 46 w 644"/>
                <a:gd name="T57" fmla="*/ 3331 h 1199"/>
                <a:gd name="T58" fmla="*/ 87 w 644"/>
                <a:gd name="T59" fmla="*/ 2683 h 1199"/>
                <a:gd name="T60" fmla="*/ 162 w 644"/>
                <a:gd name="T61" fmla="*/ 2256 h 1199"/>
                <a:gd name="T62" fmla="*/ 202 w 644"/>
                <a:gd name="T63" fmla="*/ 1685 h 1199"/>
                <a:gd name="T64" fmla="*/ 446 w 644"/>
                <a:gd name="T65" fmla="*/ 0 h 1199"/>
                <a:gd name="T66" fmla="*/ 1603 w 644"/>
                <a:gd name="T67" fmla="*/ 0 h 1199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644" h="1199">
                  <a:moveTo>
                    <a:pt x="503" y="0"/>
                  </a:moveTo>
                  <a:cubicBezTo>
                    <a:pt x="503" y="0"/>
                    <a:pt x="580" y="451"/>
                    <a:pt x="580" y="532"/>
                  </a:cubicBezTo>
                  <a:cubicBezTo>
                    <a:pt x="580" y="614"/>
                    <a:pt x="587" y="686"/>
                    <a:pt x="592" y="712"/>
                  </a:cubicBezTo>
                  <a:cubicBezTo>
                    <a:pt x="597" y="738"/>
                    <a:pt x="617" y="816"/>
                    <a:pt x="616" y="847"/>
                  </a:cubicBezTo>
                  <a:cubicBezTo>
                    <a:pt x="614" y="879"/>
                    <a:pt x="626" y="1012"/>
                    <a:pt x="629" y="1051"/>
                  </a:cubicBezTo>
                  <a:cubicBezTo>
                    <a:pt x="632" y="1090"/>
                    <a:pt x="644" y="1162"/>
                    <a:pt x="644" y="1162"/>
                  </a:cubicBezTo>
                  <a:cubicBezTo>
                    <a:pt x="644" y="1162"/>
                    <a:pt x="605" y="1199"/>
                    <a:pt x="560" y="1194"/>
                  </a:cubicBezTo>
                  <a:cubicBezTo>
                    <a:pt x="516" y="1190"/>
                    <a:pt x="477" y="1169"/>
                    <a:pt x="477" y="1169"/>
                  </a:cubicBezTo>
                  <a:cubicBezTo>
                    <a:pt x="477" y="1169"/>
                    <a:pt x="474" y="1105"/>
                    <a:pt x="472" y="1075"/>
                  </a:cubicBezTo>
                  <a:cubicBezTo>
                    <a:pt x="470" y="1045"/>
                    <a:pt x="466" y="996"/>
                    <a:pt x="464" y="979"/>
                  </a:cubicBezTo>
                  <a:cubicBezTo>
                    <a:pt x="463" y="962"/>
                    <a:pt x="460" y="930"/>
                    <a:pt x="460" y="930"/>
                  </a:cubicBezTo>
                  <a:cubicBezTo>
                    <a:pt x="460" y="930"/>
                    <a:pt x="442" y="871"/>
                    <a:pt x="437" y="842"/>
                  </a:cubicBezTo>
                  <a:cubicBezTo>
                    <a:pt x="431" y="813"/>
                    <a:pt x="423" y="749"/>
                    <a:pt x="419" y="725"/>
                  </a:cubicBezTo>
                  <a:cubicBezTo>
                    <a:pt x="414" y="701"/>
                    <a:pt x="414" y="679"/>
                    <a:pt x="407" y="653"/>
                  </a:cubicBezTo>
                  <a:cubicBezTo>
                    <a:pt x="400" y="627"/>
                    <a:pt x="388" y="572"/>
                    <a:pt x="384" y="536"/>
                  </a:cubicBezTo>
                  <a:cubicBezTo>
                    <a:pt x="380" y="500"/>
                    <a:pt x="365" y="439"/>
                    <a:pt x="358" y="406"/>
                  </a:cubicBezTo>
                  <a:cubicBezTo>
                    <a:pt x="351" y="373"/>
                    <a:pt x="321" y="269"/>
                    <a:pt x="321" y="269"/>
                  </a:cubicBezTo>
                  <a:cubicBezTo>
                    <a:pt x="321" y="269"/>
                    <a:pt x="293" y="373"/>
                    <a:pt x="286" y="406"/>
                  </a:cubicBezTo>
                  <a:cubicBezTo>
                    <a:pt x="278" y="439"/>
                    <a:pt x="263" y="500"/>
                    <a:pt x="259" y="536"/>
                  </a:cubicBezTo>
                  <a:cubicBezTo>
                    <a:pt x="255" y="572"/>
                    <a:pt x="243" y="627"/>
                    <a:pt x="236" y="653"/>
                  </a:cubicBezTo>
                  <a:cubicBezTo>
                    <a:pt x="229" y="679"/>
                    <a:pt x="229" y="701"/>
                    <a:pt x="224" y="725"/>
                  </a:cubicBezTo>
                  <a:cubicBezTo>
                    <a:pt x="220" y="749"/>
                    <a:pt x="212" y="813"/>
                    <a:pt x="206" y="842"/>
                  </a:cubicBezTo>
                  <a:cubicBezTo>
                    <a:pt x="201" y="871"/>
                    <a:pt x="183" y="930"/>
                    <a:pt x="183" y="930"/>
                  </a:cubicBezTo>
                  <a:cubicBezTo>
                    <a:pt x="183" y="930"/>
                    <a:pt x="181" y="962"/>
                    <a:pt x="179" y="979"/>
                  </a:cubicBezTo>
                  <a:cubicBezTo>
                    <a:pt x="177" y="996"/>
                    <a:pt x="173" y="1045"/>
                    <a:pt x="171" y="1075"/>
                  </a:cubicBezTo>
                  <a:cubicBezTo>
                    <a:pt x="170" y="1105"/>
                    <a:pt x="166" y="1169"/>
                    <a:pt x="166" y="1169"/>
                  </a:cubicBezTo>
                  <a:cubicBezTo>
                    <a:pt x="166" y="1169"/>
                    <a:pt x="127" y="1190"/>
                    <a:pt x="83" y="1194"/>
                  </a:cubicBezTo>
                  <a:cubicBezTo>
                    <a:pt x="38" y="1199"/>
                    <a:pt x="0" y="1162"/>
                    <a:pt x="0" y="1162"/>
                  </a:cubicBezTo>
                  <a:cubicBezTo>
                    <a:pt x="0" y="1162"/>
                    <a:pt x="11" y="1090"/>
                    <a:pt x="14" y="1051"/>
                  </a:cubicBezTo>
                  <a:cubicBezTo>
                    <a:pt x="18" y="1012"/>
                    <a:pt x="29" y="879"/>
                    <a:pt x="27" y="847"/>
                  </a:cubicBezTo>
                  <a:cubicBezTo>
                    <a:pt x="26" y="816"/>
                    <a:pt x="46" y="738"/>
                    <a:pt x="51" y="712"/>
                  </a:cubicBezTo>
                  <a:cubicBezTo>
                    <a:pt x="56" y="686"/>
                    <a:pt x="63" y="614"/>
                    <a:pt x="63" y="532"/>
                  </a:cubicBezTo>
                  <a:cubicBezTo>
                    <a:pt x="63" y="451"/>
                    <a:pt x="140" y="0"/>
                    <a:pt x="140" y="0"/>
                  </a:cubicBezTo>
                  <a:lnTo>
                    <a:pt x="503" y="0"/>
                  </a:lnTo>
                  <a:close/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60820" name="Freeform 33">
              <a:extLst>
                <a:ext uri="{FF2B5EF4-FFF2-40B4-BE49-F238E27FC236}">
                  <a16:creationId xmlns:a16="http://schemas.microsoft.com/office/drawing/2014/main" id="{CAA1A936-F247-496D-9967-54D6F3EF084B}"/>
                </a:ext>
              </a:extLst>
            </p:cNvPr>
            <p:cNvSpPr>
              <a:spLocks/>
            </p:cNvSpPr>
            <p:nvPr/>
          </p:nvSpPr>
          <p:spPr bwMode="auto">
            <a:xfrm>
              <a:off x="642" y="2829"/>
              <a:ext cx="121" cy="313"/>
            </a:xfrm>
            <a:custGeom>
              <a:avLst/>
              <a:gdLst>
                <a:gd name="T0" fmla="*/ 264 w 82"/>
                <a:gd name="T1" fmla="*/ 0 h 213"/>
                <a:gd name="T2" fmla="*/ 0 w 82"/>
                <a:gd name="T3" fmla="*/ 676 h 2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2" h="213">
                  <a:moveTo>
                    <a:pt x="82" y="0"/>
                  </a:moveTo>
                  <a:cubicBezTo>
                    <a:pt x="82" y="0"/>
                    <a:pt x="47" y="150"/>
                    <a:pt x="0" y="213"/>
                  </a:cubicBezTo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60821" name="Freeform 34">
              <a:extLst>
                <a:ext uri="{FF2B5EF4-FFF2-40B4-BE49-F238E27FC236}">
                  <a16:creationId xmlns:a16="http://schemas.microsoft.com/office/drawing/2014/main" id="{0C8331D6-B33D-4F26-B3B3-10D97D7BB571}"/>
                </a:ext>
              </a:extLst>
            </p:cNvPr>
            <p:cNvSpPr>
              <a:spLocks/>
            </p:cNvSpPr>
            <p:nvPr/>
          </p:nvSpPr>
          <p:spPr bwMode="auto">
            <a:xfrm>
              <a:off x="811" y="755"/>
              <a:ext cx="339" cy="699"/>
            </a:xfrm>
            <a:custGeom>
              <a:avLst/>
              <a:gdLst>
                <a:gd name="T0" fmla="*/ 352 w 230"/>
                <a:gd name="T1" fmla="*/ 0 h 476"/>
                <a:gd name="T2" fmla="*/ 128 w 230"/>
                <a:gd name="T3" fmla="*/ 79 h 476"/>
                <a:gd name="T4" fmla="*/ 52 w 230"/>
                <a:gd name="T5" fmla="*/ 326 h 476"/>
                <a:gd name="T6" fmla="*/ 60 w 230"/>
                <a:gd name="T7" fmla="*/ 451 h 476"/>
                <a:gd name="T8" fmla="*/ 15 w 230"/>
                <a:gd name="T9" fmla="*/ 445 h 476"/>
                <a:gd name="T10" fmla="*/ 40 w 230"/>
                <a:gd name="T11" fmla="*/ 521 h 476"/>
                <a:gd name="T12" fmla="*/ 109 w 230"/>
                <a:gd name="T13" fmla="*/ 617 h 476"/>
                <a:gd name="T14" fmla="*/ 143 w 230"/>
                <a:gd name="T15" fmla="*/ 736 h 476"/>
                <a:gd name="T16" fmla="*/ 102 w 230"/>
                <a:gd name="T17" fmla="*/ 1028 h 476"/>
                <a:gd name="T18" fmla="*/ 394 w 230"/>
                <a:gd name="T19" fmla="*/ 1507 h 476"/>
                <a:gd name="T20" fmla="*/ 691 w 230"/>
                <a:gd name="T21" fmla="*/ 1007 h 476"/>
                <a:gd name="T22" fmla="*/ 622 w 230"/>
                <a:gd name="T23" fmla="*/ 643 h 476"/>
                <a:gd name="T24" fmla="*/ 629 w 230"/>
                <a:gd name="T25" fmla="*/ 599 h 476"/>
                <a:gd name="T26" fmla="*/ 678 w 230"/>
                <a:gd name="T27" fmla="*/ 557 h 476"/>
                <a:gd name="T28" fmla="*/ 724 w 230"/>
                <a:gd name="T29" fmla="*/ 414 h 476"/>
                <a:gd name="T30" fmla="*/ 674 w 230"/>
                <a:gd name="T31" fmla="*/ 411 h 476"/>
                <a:gd name="T32" fmla="*/ 666 w 230"/>
                <a:gd name="T33" fmla="*/ 258 h 476"/>
                <a:gd name="T34" fmla="*/ 541 w 230"/>
                <a:gd name="T35" fmla="*/ 19 h 476"/>
                <a:gd name="T36" fmla="*/ 352 w 230"/>
                <a:gd name="T37" fmla="*/ 0 h 47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230" h="476">
                  <a:moveTo>
                    <a:pt x="110" y="0"/>
                  </a:moveTo>
                  <a:cubicBezTo>
                    <a:pt x="110" y="0"/>
                    <a:pt x="49" y="12"/>
                    <a:pt x="40" y="25"/>
                  </a:cubicBezTo>
                  <a:cubicBezTo>
                    <a:pt x="30" y="38"/>
                    <a:pt x="14" y="95"/>
                    <a:pt x="16" y="103"/>
                  </a:cubicBezTo>
                  <a:cubicBezTo>
                    <a:pt x="17" y="112"/>
                    <a:pt x="19" y="142"/>
                    <a:pt x="19" y="142"/>
                  </a:cubicBezTo>
                  <a:cubicBezTo>
                    <a:pt x="19" y="142"/>
                    <a:pt x="12" y="135"/>
                    <a:pt x="5" y="140"/>
                  </a:cubicBezTo>
                  <a:cubicBezTo>
                    <a:pt x="0" y="144"/>
                    <a:pt x="11" y="160"/>
                    <a:pt x="12" y="165"/>
                  </a:cubicBezTo>
                  <a:cubicBezTo>
                    <a:pt x="13" y="170"/>
                    <a:pt x="15" y="197"/>
                    <a:pt x="34" y="195"/>
                  </a:cubicBezTo>
                  <a:cubicBezTo>
                    <a:pt x="34" y="195"/>
                    <a:pt x="39" y="222"/>
                    <a:pt x="45" y="232"/>
                  </a:cubicBezTo>
                  <a:cubicBezTo>
                    <a:pt x="45" y="232"/>
                    <a:pt x="53" y="314"/>
                    <a:pt x="32" y="325"/>
                  </a:cubicBezTo>
                  <a:cubicBezTo>
                    <a:pt x="123" y="476"/>
                    <a:pt x="123" y="476"/>
                    <a:pt x="123" y="476"/>
                  </a:cubicBezTo>
                  <a:cubicBezTo>
                    <a:pt x="216" y="318"/>
                    <a:pt x="216" y="318"/>
                    <a:pt x="216" y="318"/>
                  </a:cubicBezTo>
                  <a:cubicBezTo>
                    <a:pt x="216" y="318"/>
                    <a:pt x="188" y="288"/>
                    <a:pt x="194" y="203"/>
                  </a:cubicBezTo>
                  <a:cubicBezTo>
                    <a:pt x="194" y="203"/>
                    <a:pt x="196" y="193"/>
                    <a:pt x="197" y="189"/>
                  </a:cubicBezTo>
                  <a:cubicBezTo>
                    <a:pt x="197" y="189"/>
                    <a:pt x="206" y="193"/>
                    <a:pt x="212" y="176"/>
                  </a:cubicBezTo>
                  <a:cubicBezTo>
                    <a:pt x="218" y="160"/>
                    <a:pt x="230" y="139"/>
                    <a:pt x="226" y="131"/>
                  </a:cubicBezTo>
                  <a:cubicBezTo>
                    <a:pt x="222" y="122"/>
                    <a:pt x="212" y="126"/>
                    <a:pt x="210" y="130"/>
                  </a:cubicBezTo>
                  <a:cubicBezTo>
                    <a:pt x="210" y="130"/>
                    <a:pt x="208" y="99"/>
                    <a:pt x="208" y="82"/>
                  </a:cubicBezTo>
                  <a:cubicBezTo>
                    <a:pt x="209" y="64"/>
                    <a:pt x="186" y="9"/>
                    <a:pt x="169" y="6"/>
                  </a:cubicBezTo>
                  <a:cubicBezTo>
                    <a:pt x="153" y="4"/>
                    <a:pt x="110" y="0"/>
                    <a:pt x="110" y="0"/>
                  </a:cubicBezTo>
                  <a:close/>
                </a:path>
              </a:pathLst>
            </a:custGeom>
            <a:solidFill>
              <a:srgbClr val="F8F3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60822" name="Freeform 35">
              <a:extLst>
                <a:ext uri="{FF2B5EF4-FFF2-40B4-BE49-F238E27FC236}">
                  <a16:creationId xmlns:a16="http://schemas.microsoft.com/office/drawing/2014/main" id="{AD1B2EBD-19D4-4640-A0C8-C1855C7F0D1B}"/>
                </a:ext>
              </a:extLst>
            </p:cNvPr>
            <p:cNvSpPr>
              <a:spLocks/>
            </p:cNvSpPr>
            <p:nvPr/>
          </p:nvSpPr>
          <p:spPr bwMode="auto">
            <a:xfrm>
              <a:off x="811" y="755"/>
              <a:ext cx="339" cy="699"/>
            </a:xfrm>
            <a:custGeom>
              <a:avLst/>
              <a:gdLst>
                <a:gd name="T0" fmla="*/ 352 w 230"/>
                <a:gd name="T1" fmla="*/ 0 h 476"/>
                <a:gd name="T2" fmla="*/ 128 w 230"/>
                <a:gd name="T3" fmla="*/ 79 h 476"/>
                <a:gd name="T4" fmla="*/ 52 w 230"/>
                <a:gd name="T5" fmla="*/ 326 h 476"/>
                <a:gd name="T6" fmla="*/ 60 w 230"/>
                <a:gd name="T7" fmla="*/ 451 h 476"/>
                <a:gd name="T8" fmla="*/ 15 w 230"/>
                <a:gd name="T9" fmla="*/ 445 h 476"/>
                <a:gd name="T10" fmla="*/ 40 w 230"/>
                <a:gd name="T11" fmla="*/ 521 h 476"/>
                <a:gd name="T12" fmla="*/ 109 w 230"/>
                <a:gd name="T13" fmla="*/ 617 h 476"/>
                <a:gd name="T14" fmla="*/ 143 w 230"/>
                <a:gd name="T15" fmla="*/ 736 h 476"/>
                <a:gd name="T16" fmla="*/ 102 w 230"/>
                <a:gd name="T17" fmla="*/ 1028 h 476"/>
                <a:gd name="T18" fmla="*/ 394 w 230"/>
                <a:gd name="T19" fmla="*/ 1507 h 476"/>
                <a:gd name="T20" fmla="*/ 691 w 230"/>
                <a:gd name="T21" fmla="*/ 1007 h 476"/>
                <a:gd name="T22" fmla="*/ 622 w 230"/>
                <a:gd name="T23" fmla="*/ 643 h 476"/>
                <a:gd name="T24" fmla="*/ 629 w 230"/>
                <a:gd name="T25" fmla="*/ 599 h 476"/>
                <a:gd name="T26" fmla="*/ 678 w 230"/>
                <a:gd name="T27" fmla="*/ 557 h 476"/>
                <a:gd name="T28" fmla="*/ 724 w 230"/>
                <a:gd name="T29" fmla="*/ 414 h 476"/>
                <a:gd name="T30" fmla="*/ 674 w 230"/>
                <a:gd name="T31" fmla="*/ 411 h 476"/>
                <a:gd name="T32" fmla="*/ 666 w 230"/>
                <a:gd name="T33" fmla="*/ 258 h 476"/>
                <a:gd name="T34" fmla="*/ 541 w 230"/>
                <a:gd name="T35" fmla="*/ 19 h 476"/>
                <a:gd name="T36" fmla="*/ 352 w 230"/>
                <a:gd name="T37" fmla="*/ 0 h 47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230" h="476">
                  <a:moveTo>
                    <a:pt x="110" y="0"/>
                  </a:moveTo>
                  <a:cubicBezTo>
                    <a:pt x="110" y="0"/>
                    <a:pt x="49" y="12"/>
                    <a:pt x="40" y="25"/>
                  </a:cubicBezTo>
                  <a:cubicBezTo>
                    <a:pt x="30" y="38"/>
                    <a:pt x="14" y="95"/>
                    <a:pt x="16" y="103"/>
                  </a:cubicBezTo>
                  <a:cubicBezTo>
                    <a:pt x="17" y="112"/>
                    <a:pt x="19" y="142"/>
                    <a:pt x="19" y="142"/>
                  </a:cubicBezTo>
                  <a:cubicBezTo>
                    <a:pt x="19" y="142"/>
                    <a:pt x="12" y="135"/>
                    <a:pt x="5" y="140"/>
                  </a:cubicBezTo>
                  <a:cubicBezTo>
                    <a:pt x="0" y="144"/>
                    <a:pt x="11" y="160"/>
                    <a:pt x="12" y="165"/>
                  </a:cubicBezTo>
                  <a:cubicBezTo>
                    <a:pt x="13" y="170"/>
                    <a:pt x="15" y="197"/>
                    <a:pt x="34" y="195"/>
                  </a:cubicBezTo>
                  <a:cubicBezTo>
                    <a:pt x="34" y="195"/>
                    <a:pt x="39" y="222"/>
                    <a:pt x="45" y="232"/>
                  </a:cubicBezTo>
                  <a:cubicBezTo>
                    <a:pt x="45" y="232"/>
                    <a:pt x="53" y="314"/>
                    <a:pt x="32" y="325"/>
                  </a:cubicBezTo>
                  <a:cubicBezTo>
                    <a:pt x="123" y="476"/>
                    <a:pt x="123" y="476"/>
                    <a:pt x="123" y="476"/>
                  </a:cubicBezTo>
                  <a:cubicBezTo>
                    <a:pt x="216" y="318"/>
                    <a:pt x="216" y="318"/>
                    <a:pt x="216" y="318"/>
                  </a:cubicBezTo>
                  <a:cubicBezTo>
                    <a:pt x="216" y="318"/>
                    <a:pt x="188" y="288"/>
                    <a:pt x="194" y="203"/>
                  </a:cubicBezTo>
                  <a:cubicBezTo>
                    <a:pt x="194" y="203"/>
                    <a:pt x="196" y="193"/>
                    <a:pt x="197" y="189"/>
                  </a:cubicBezTo>
                  <a:cubicBezTo>
                    <a:pt x="197" y="189"/>
                    <a:pt x="206" y="193"/>
                    <a:pt x="212" y="176"/>
                  </a:cubicBezTo>
                  <a:cubicBezTo>
                    <a:pt x="218" y="160"/>
                    <a:pt x="230" y="139"/>
                    <a:pt x="226" y="131"/>
                  </a:cubicBezTo>
                  <a:cubicBezTo>
                    <a:pt x="222" y="122"/>
                    <a:pt x="212" y="126"/>
                    <a:pt x="210" y="130"/>
                  </a:cubicBezTo>
                  <a:cubicBezTo>
                    <a:pt x="210" y="130"/>
                    <a:pt x="208" y="99"/>
                    <a:pt x="208" y="82"/>
                  </a:cubicBezTo>
                  <a:cubicBezTo>
                    <a:pt x="209" y="64"/>
                    <a:pt x="186" y="9"/>
                    <a:pt x="169" y="6"/>
                  </a:cubicBezTo>
                  <a:cubicBezTo>
                    <a:pt x="153" y="4"/>
                    <a:pt x="110" y="0"/>
                    <a:pt x="110" y="0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60823" name="Freeform 36">
              <a:extLst>
                <a:ext uri="{FF2B5EF4-FFF2-40B4-BE49-F238E27FC236}">
                  <a16:creationId xmlns:a16="http://schemas.microsoft.com/office/drawing/2014/main" id="{7BB69268-2FCB-4A5C-A90E-D82EC081B590}"/>
                </a:ext>
              </a:extLst>
            </p:cNvPr>
            <p:cNvSpPr>
              <a:spLocks/>
            </p:cNvSpPr>
            <p:nvPr/>
          </p:nvSpPr>
          <p:spPr bwMode="auto">
            <a:xfrm>
              <a:off x="811" y="716"/>
              <a:ext cx="327" cy="257"/>
            </a:xfrm>
            <a:custGeom>
              <a:avLst/>
              <a:gdLst>
                <a:gd name="T0" fmla="*/ 364 w 222"/>
                <a:gd name="T1" fmla="*/ 222 h 175"/>
                <a:gd name="T2" fmla="*/ 202 w 222"/>
                <a:gd name="T3" fmla="*/ 169 h 175"/>
                <a:gd name="T4" fmla="*/ 119 w 222"/>
                <a:gd name="T5" fmla="*/ 303 h 175"/>
                <a:gd name="T6" fmla="*/ 74 w 222"/>
                <a:gd name="T7" fmla="*/ 392 h 175"/>
                <a:gd name="T8" fmla="*/ 69 w 222"/>
                <a:gd name="T9" fmla="*/ 542 h 175"/>
                <a:gd name="T10" fmla="*/ 40 w 222"/>
                <a:gd name="T11" fmla="*/ 505 h 175"/>
                <a:gd name="T12" fmla="*/ 13 w 222"/>
                <a:gd name="T13" fmla="*/ 391 h 175"/>
                <a:gd name="T14" fmla="*/ 9 w 222"/>
                <a:gd name="T15" fmla="*/ 304 h 175"/>
                <a:gd name="T16" fmla="*/ 9 w 222"/>
                <a:gd name="T17" fmla="*/ 257 h 175"/>
                <a:gd name="T18" fmla="*/ 35 w 222"/>
                <a:gd name="T19" fmla="*/ 217 h 175"/>
                <a:gd name="T20" fmla="*/ 27 w 222"/>
                <a:gd name="T21" fmla="*/ 201 h 175"/>
                <a:gd name="T22" fmla="*/ 100 w 222"/>
                <a:gd name="T23" fmla="*/ 120 h 175"/>
                <a:gd name="T24" fmla="*/ 81 w 222"/>
                <a:gd name="T25" fmla="*/ 115 h 175"/>
                <a:gd name="T26" fmla="*/ 143 w 222"/>
                <a:gd name="T27" fmla="*/ 75 h 175"/>
                <a:gd name="T28" fmla="*/ 196 w 222"/>
                <a:gd name="T29" fmla="*/ 41 h 175"/>
                <a:gd name="T30" fmla="*/ 183 w 222"/>
                <a:gd name="T31" fmla="*/ 22 h 175"/>
                <a:gd name="T32" fmla="*/ 256 w 222"/>
                <a:gd name="T33" fmla="*/ 13 h 175"/>
                <a:gd name="T34" fmla="*/ 349 w 222"/>
                <a:gd name="T35" fmla="*/ 15 h 175"/>
                <a:gd name="T36" fmla="*/ 467 w 222"/>
                <a:gd name="T37" fmla="*/ 15 h 175"/>
                <a:gd name="T38" fmla="*/ 546 w 222"/>
                <a:gd name="T39" fmla="*/ 41 h 175"/>
                <a:gd name="T40" fmla="*/ 597 w 222"/>
                <a:gd name="T41" fmla="*/ 41 h 175"/>
                <a:gd name="T42" fmla="*/ 601 w 222"/>
                <a:gd name="T43" fmla="*/ 75 h 175"/>
                <a:gd name="T44" fmla="*/ 642 w 222"/>
                <a:gd name="T45" fmla="*/ 95 h 175"/>
                <a:gd name="T46" fmla="*/ 642 w 222"/>
                <a:gd name="T47" fmla="*/ 140 h 175"/>
                <a:gd name="T48" fmla="*/ 682 w 222"/>
                <a:gd name="T49" fmla="*/ 176 h 175"/>
                <a:gd name="T50" fmla="*/ 688 w 222"/>
                <a:gd name="T51" fmla="*/ 238 h 175"/>
                <a:gd name="T52" fmla="*/ 697 w 222"/>
                <a:gd name="T53" fmla="*/ 266 h 175"/>
                <a:gd name="T54" fmla="*/ 703 w 222"/>
                <a:gd name="T55" fmla="*/ 310 h 175"/>
                <a:gd name="T56" fmla="*/ 697 w 222"/>
                <a:gd name="T57" fmla="*/ 372 h 175"/>
                <a:gd name="T58" fmla="*/ 678 w 222"/>
                <a:gd name="T59" fmla="*/ 408 h 175"/>
                <a:gd name="T60" fmla="*/ 678 w 222"/>
                <a:gd name="T61" fmla="*/ 460 h 175"/>
                <a:gd name="T62" fmla="*/ 670 w 222"/>
                <a:gd name="T63" fmla="*/ 498 h 175"/>
                <a:gd name="T64" fmla="*/ 657 w 222"/>
                <a:gd name="T65" fmla="*/ 529 h 175"/>
                <a:gd name="T66" fmla="*/ 651 w 222"/>
                <a:gd name="T67" fmla="*/ 492 h 175"/>
                <a:gd name="T68" fmla="*/ 651 w 222"/>
                <a:gd name="T69" fmla="*/ 404 h 175"/>
                <a:gd name="T70" fmla="*/ 623 w 222"/>
                <a:gd name="T71" fmla="*/ 304 h 175"/>
                <a:gd name="T72" fmla="*/ 588 w 222"/>
                <a:gd name="T73" fmla="*/ 244 h 175"/>
                <a:gd name="T74" fmla="*/ 536 w 222"/>
                <a:gd name="T75" fmla="*/ 142 h 175"/>
                <a:gd name="T76" fmla="*/ 364 w 222"/>
                <a:gd name="T77" fmla="*/ 222 h 175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222" h="175">
                  <a:moveTo>
                    <a:pt x="114" y="70"/>
                  </a:moveTo>
                  <a:cubicBezTo>
                    <a:pt x="92" y="72"/>
                    <a:pt x="79" y="53"/>
                    <a:pt x="63" y="53"/>
                  </a:cubicBezTo>
                  <a:cubicBezTo>
                    <a:pt x="48" y="53"/>
                    <a:pt x="42" y="86"/>
                    <a:pt x="37" y="95"/>
                  </a:cubicBezTo>
                  <a:cubicBezTo>
                    <a:pt x="32" y="104"/>
                    <a:pt x="22" y="115"/>
                    <a:pt x="23" y="124"/>
                  </a:cubicBezTo>
                  <a:cubicBezTo>
                    <a:pt x="25" y="133"/>
                    <a:pt x="29" y="161"/>
                    <a:pt x="22" y="171"/>
                  </a:cubicBezTo>
                  <a:cubicBezTo>
                    <a:pt x="20" y="175"/>
                    <a:pt x="12" y="159"/>
                    <a:pt x="12" y="159"/>
                  </a:cubicBezTo>
                  <a:cubicBezTo>
                    <a:pt x="8" y="147"/>
                    <a:pt x="8" y="135"/>
                    <a:pt x="4" y="123"/>
                  </a:cubicBezTo>
                  <a:cubicBezTo>
                    <a:pt x="0" y="113"/>
                    <a:pt x="1" y="107"/>
                    <a:pt x="3" y="96"/>
                  </a:cubicBezTo>
                  <a:cubicBezTo>
                    <a:pt x="4" y="91"/>
                    <a:pt x="1" y="86"/>
                    <a:pt x="3" y="81"/>
                  </a:cubicBezTo>
                  <a:cubicBezTo>
                    <a:pt x="4" y="76"/>
                    <a:pt x="11" y="74"/>
                    <a:pt x="11" y="69"/>
                  </a:cubicBezTo>
                  <a:cubicBezTo>
                    <a:pt x="12" y="65"/>
                    <a:pt x="9" y="66"/>
                    <a:pt x="8" y="63"/>
                  </a:cubicBezTo>
                  <a:cubicBezTo>
                    <a:pt x="7" y="51"/>
                    <a:pt x="26" y="47"/>
                    <a:pt x="31" y="38"/>
                  </a:cubicBezTo>
                  <a:cubicBezTo>
                    <a:pt x="31" y="38"/>
                    <a:pt x="25" y="35"/>
                    <a:pt x="25" y="36"/>
                  </a:cubicBezTo>
                  <a:cubicBezTo>
                    <a:pt x="29" y="29"/>
                    <a:pt x="39" y="29"/>
                    <a:pt x="45" y="24"/>
                  </a:cubicBezTo>
                  <a:cubicBezTo>
                    <a:pt x="38" y="17"/>
                    <a:pt x="56" y="12"/>
                    <a:pt x="61" y="13"/>
                  </a:cubicBezTo>
                  <a:cubicBezTo>
                    <a:pt x="59" y="12"/>
                    <a:pt x="57" y="10"/>
                    <a:pt x="57" y="7"/>
                  </a:cubicBezTo>
                  <a:cubicBezTo>
                    <a:pt x="63" y="4"/>
                    <a:pt x="73" y="3"/>
                    <a:pt x="80" y="4"/>
                  </a:cubicBezTo>
                  <a:cubicBezTo>
                    <a:pt x="87" y="4"/>
                    <a:pt x="103" y="12"/>
                    <a:pt x="109" y="5"/>
                  </a:cubicBezTo>
                  <a:cubicBezTo>
                    <a:pt x="114" y="0"/>
                    <a:pt x="138" y="6"/>
                    <a:pt x="146" y="5"/>
                  </a:cubicBezTo>
                  <a:cubicBezTo>
                    <a:pt x="152" y="5"/>
                    <a:pt x="176" y="1"/>
                    <a:pt x="171" y="13"/>
                  </a:cubicBezTo>
                  <a:cubicBezTo>
                    <a:pt x="176" y="14"/>
                    <a:pt x="184" y="11"/>
                    <a:pt x="187" y="13"/>
                  </a:cubicBezTo>
                  <a:cubicBezTo>
                    <a:pt x="193" y="17"/>
                    <a:pt x="187" y="20"/>
                    <a:pt x="188" y="24"/>
                  </a:cubicBezTo>
                  <a:cubicBezTo>
                    <a:pt x="191" y="29"/>
                    <a:pt x="198" y="25"/>
                    <a:pt x="201" y="30"/>
                  </a:cubicBezTo>
                  <a:cubicBezTo>
                    <a:pt x="204" y="34"/>
                    <a:pt x="198" y="39"/>
                    <a:pt x="201" y="44"/>
                  </a:cubicBezTo>
                  <a:cubicBezTo>
                    <a:pt x="203" y="49"/>
                    <a:pt x="210" y="52"/>
                    <a:pt x="213" y="56"/>
                  </a:cubicBezTo>
                  <a:cubicBezTo>
                    <a:pt x="218" y="63"/>
                    <a:pt x="216" y="68"/>
                    <a:pt x="215" y="75"/>
                  </a:cubicBezTo>
                  <a:cubicBezTo>
                    <a:pt x="215" y="81"/>
                    <a:pt x="215" y="79"/>
                    <a:pt x="218" y="84"/>
                  </a:cubicBezTo>
                  <a:cubicBezTo>
                    <a:pt x="222" y="89"/>
                    <a:pt x="221" y="92"/>
                    <a:pt x="220" y="98"/>
                  </a:cubicBezTo>
                  <a:cubicBezTo>
                    <a:pt x="218" y="104"/>
                    <a:pt x="220" y="112"/>
                    <a:pt x="218" y="117"/>
                  </a:cubicBezTo>
                  <a:cubicBezTo>
                    <a:pt x="216" y="121"/>
                    <a:pt x="213" y="125"/>
                    <a:pt x="212" y="129"/>
                  </a:cubicBezTo>
                  <a:cubicBezTo>
                    <a:pt x="211" y="135"/>
                    <a:pt x="213" y="140"/>
                    <a:pt x="212" y="145"/>
                  </a:cubicBezTo>
                  <a:cubicBezTo>
                    <a:pt x="211" y="151"/>
                    <a:pt x="210" y="157"/>
                    <a:pt x="210" y="157"/>
                  </a:cubicBezTo>
                  <a:cubicBezTo>
                    <a:pt x="206" y="167"/>
                    <a:pt x="206" y="167"/>
                    <a:pt x="206" y="167"/>
                  </a:cubicBezTo>
                  <a:cubicBezTo>
                    <a:pt x="206" y="167"/>
                    <a:pt x="205" y="163"/>
                    <a:pt x="204" y="155"/>
                  </a:cubicBezTo>
                  <a:cubicBezTo>
                    <a:pt x="203" y="147"/>
                    <a:pt x="204" y="141"/>
                    <a:pt x="204" y="127"/>
                  </a:cubicBezTo>
                  <a:cubicBezTo>
                    <a:pt x="204" y="114"/>
                    <a:pt x="201" y="100"/>
                    <a:pt x="195" y="96"/>
                  </a:cubicBezTo>
                  <a:cubicBezTo>
                    <a:pt x="189" y="91"/>
                    <a:pt x="186" y="87"/>
                    <a:pt x="184" y="77"/>
                  </a:cubicBezTo>
                  <a:cubicBezTo>
                    <a:pt x="183" y="66"/>
                    <a:pt x="177" y="47"/>
                    <a:pt x="168" y="45"/>
                  </a:cubicBezTo>
                  <a:cubicBezTo>
                    <a:pt x="159" y="44"/>
                    <a:pt x="141" y="69"/>
                    <a:pt x="114" y="70"/>
                  </a:cubicBezTo>
                  <a:close/>
                </a:path>
              </a:pathLst>
            </a:custGeom>
            <a:solidFill>
              <a:srgbClr val="47180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60824" name="Freeform 37">
              <a:extLst>
                <a:ext uri="{FF2B5EF4-FFF2-40B4-BE49-F238E27FC236}">
                  <a16:creationId xmlns:a16="http://schemas.microsoft.com/office/drawing/2014/main" id="{06F20ECC-26CF-4599-8171-5A5035CD4964}"/>
                </a:ext>
              </a:extLst>
            </p:cNvPr>
            <p:cNvSpPr>
              <a:spLocks/>
            </p:cNvSpPr>
            <p:nvPr/>
          </p:nvSpPr>
          <p:spPr bwMode="auto">
            <a:xfrm>
              <a:off x="829" y="971"/>
              <a:ext cx="18" cy="46"/>
            </a:xfrm>
            <a:custGeom>
              <a:avLst/>
              <a:gdLst>
                <a:gd name="T0" fmla="*/ 5 w 12"/>
                <a:gd name="T1" fmla="*/ 6 h 31"/>
                <a:gd name="T2" fmla="*/ 27 w 12"/>
                <a:gd name="T3" fmla="*/ 27 h 31"/>
                <a:gd name="T4" fmla="*/ 39 w 12"/>
                <a:gd name="T5" fmla="*/ 62 h 31"/>
                <a:gd name="T6" fmla="*/ 32 w 12"/>
                <a:gd name="T7" fmla="*/ 62 h 31"/>
                <a:gd name="T8" fmla="*/ 41 w 12"/>
                <a:gd name="T9" fmla="*/ 101 h 31"/>
                <a:gd name="T10" fmla="*/ 26 w 12"/>
                <a:gd name="T11" fmla="*/ 74 h 31"/>
                <a:gd name="T12" fmla="*/ 32 w 12"/>
                <a:gd name="T13" fmla="*/ 49 h 31"/>
                <a:gd name="T14" fmla="*/ 21 w 12"/>
                <a:gd name="T15" fmla="*/ 27 h 31"/>
                <a:gd name="T16" fmla="*/ 0 w 12"/>
                <a:gd name="T17" fmla="*/ 6 h 3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" h="31">
                  <a:moveTo>
                    <a:pt x="1" y="2"/>
                  </a:moveTo>
                  <a:cubicBezTo>
                    <a:pt x="6" y="0"/>
                    <a:pt x="7" y="4"/>
                    <a:pt x="8" y="8"/>
                  </a:cubicBezTo>
                  <a:cubicBezTo>
                    <a:pt x="9" y="11"/>
                    <a:pt x="11" y="16"/>
                    <a:pt x="11" y="19"/>
                  </a:cubicBezTo>
                  <a:cubicBezTo>
                    <a:pt x="10" y="19"/>
                    <a:pt x="9" y="19"/>
                    <a:pt x="9" y="19"/>
                  </a:cubicBezTo>
                  <a:cubicBezTo>
                    <a:pt x="9" y="24"/>
                    <a:pt x="12" y="27"/>
                    <a:pt x="12" y="31"/>
                  </a:cubicBezTo>
                  <a:cubicBezTo>
                    <a:pt x="11" y="28"/>
                    <a:pt x="8" y="26"/>
                    <a:pt x="7" y="23"/>
                  </a:cubicBezTo>
                  <a:cubicBezTo>
                    <a:pt x="7" y="20"/>
                    <a:pt x="9" y="18"/>
                    <a:pt x="9" y="15"/>
                  </a:cubicBezTo>
                  <a:cubicBezTo>
                    <a:pt x="8" y="13"/>
                    <a:pt x="7" y="10"/>
                    <a:pt x="6" y="8"/>
                  </a:cubicBezTo>
                  <a:cubicBezTo>
                    <a:pt x="5" y="5"/>
                    <a:pt x="4" y="2"/>
                    <a:pt x="0" y="2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60825" name="Freeform 38">
              <a:extLst>
                <a:ext uri="{FF2B5EF4-FFF2-40B4-BE49-F238E27FC236}">
                  <a16:creationId xmlns:a16="http://schemas.microsoft.com/office/drawing/2014/main" id="{EB318C3F-D229-4BEC-A271-8061F74E37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7" y="949"/>
              <a:ext cx="28" cy="62"/>
            </a:xfrm>
            <a:custGeom>
              <a:avLst/>
              <a:gdLst>
                <a:gd name="T0" fmla="*/ 60 w 19"/>
                <a:gd name="T1" fmla="*/ 13 h 42"/>
                <a:gd name="T2" fmla="*/ 46 w 19"/>
                <a:gd name="T3" fmla="*/ 1 h 42"/>
                <a:gd name="T4" fmla="*/ 32 w 19"/>
                <a:gd name="T5" fmla="*/ 28 h 42"/>
                <a:gd name="T6" fmla="*/ 19 w 19"/>
                <a:gd name="T7" fmla="*/ 52 h 42"/>
                <a:gd name="T8" fmla="*/ 15 w 19"/>
                <a:gd name="T9" fmla="*/ 61 h 42"/>
                <a:gd name="T10" fmla="*/ 22 w 19"/>
                <a:gd name="T11" fmla="*/ 68 h 42"/>
                <a:gd name="T12" fmla="*/ 9 w 19"/>
                <a:gd name="T13" fmla="*/ 109 h 42"/>
                <a:gd name="T14" fmla="*/ 6 w 19"/>
                <a:gd name="T15" fmla="*/ 128 h 42"/>
                <a:gd name="T16" fmla="*/ 22 w 19"/>
                <a:gd name="T17" fmla="*/ 123 h 42"/>
                <a:gd name="T18" fmla="*/ 9 w 19"/>
                <a:gd name="T19" fmla="*/ 120 h 42"/>
                <a:gd name="T20" fmla="*/ 19 w 19"/>
                <a:gd name="T21" fmla="*/ 100 h 42"/>
                <a:gd name="T22" fmla="*/ 28 w 19"/>
                <a:gd name="T23" fmla="*/ 83 h 42"/>
                <a:gd name="T24" fmla="*/ 28 w 19"/>
                <a:gd name="T25" fmla="*/ 69 h 42"/>
                <a:gd name="T26" fmla="*/ 22 w 19"/>
                <a:gd name="T27" fmla="*/ 61 h 42"/>
                <a:gd name="T28" fmla="*/ 40 w 19"/>
                <a:gd name="T29" fmla="*/ 27 h 42"/>
                <a:gd name="T30" fmla="*/ 60 w 19"/>
                <a:gd name="T31" fmla="*/ 13 h 4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9" h="42">
                  <a:moveTo>
                    <a:pt x="19" y="4"/>
                  </a:moveTo>
                  <a:cubicBezTo>
                    <a:pt x="18" y="4"/>
                    <a:pt x="18" y="0"/>
                    <a:pt x="14" y="1"/>
                  </a:cubicBezTo>
                  <a:cubicBezTo>
                    <a:pt x="12" y="2"/>
                    <a:pt x="11" y="7"/>
                    <a:pt x="10" y="9"/>
                  </a:cubicBezTo>
                  <a:cubicBezTo>
                    <a:pt x="9" y="11"/>
                    <a:pt x="7" y="14"/>
                    <a:pt x="6" y="16"/>
                  </a:cubicBezTo>
                  <a:cubicBezTo>
                    <a:pt x="6" y="17"/>
                    <a:pt x="5" y="18"/>
                    <a:pt x="5" y="19"/>
                  </a:cubicBezTo>
                  <a:cubicBezTo>
                    <a:pt x="5" y="21"/>
                    <a:pt x="6" y="20"/>
                    <a:pt x="7" y="21"/>
                  </a:cubicBezTo>
                  <a:cubicBezTo>
                    <a:pt x="8" y="25"/>
                    <a:pt x="4" y="30"/>
                    <a:pt x="3" y="34"/>
                  </a:cubicBezTo>
                  <a:cubicBezTo>
                    <a:pt x="2" y="36"/>
                    <a:pt x="0" y="39"/>
                    <a:pt x="2" y="40"/>
                  </a:cubicBezTo>
                  <a:cubicBezTo>
                    <a:pt x="4" y="42"/>
                    <a:pt x="6" y="40"/>
                    <a:pt x="7" y="38"/>
                  </a:cubicBezTo>
                  <a:cubicBezTo>
                    <a:pt x="5" y="39"/>
                    <a:pt x="3" y="40"/>
                    <a:pt x="3" y="37"/>
                  </a:cubicBezTo>
                  <a:cubicBezTo>
                    <a:pt x="3" y="36"/>
                    <a:pt x="6" y="33"/>
                    <a:pt x="6" y="31"/>
                  </a:cubicBezTo>
                  <a:cubicBezTo>
                    <a:pt x="7" y="29"/>
                    <a:pt x="8" y="28"/>
                    <a:pt x="9" y="26"/>
                  </a:cubicBezTo>
                  <a:cubicBezTo>
                    <a:pt x="9" y="24"/>
                    <a:pt x="9" y="23"/>
                    <a:pt x="9" y="22"/>
                  </a:cubicBezTo>
                  <a:cubicBezTo>
                    <a:pt x="8" y="21"/>
                    <a:pt x="7" y="20"/>
                    <a:pt x="7" y="19"/>
                  </a:cubicBezTo>
                  <a:cubicBezTo>
                    <a:pt x="6" y="16"/>
                    <a:pt x="11" y="11"/>
                    <a:pt x="12" y="8"/>
                  </a:cubicBezTo>
                  <a:cubicBezTo>
                    <a:pt x="14" y="4"/>
                    <a:pt x="15" y="0"/>
                    <a:pt x="19" y="4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60826" name="Freeform 39">
              <a:extLst>
                <a:ext uri="{FF2B5EF4-FFF2-40B4-BE49-F238E27FC236}">
                  <a16:creationId xmlns:a16="http://schemas.microsoft.com/office/drawing/2014/main" id="{565E4BB4-1A3B-424E-B5BB-520D0F1DD686}"/>
                </a:ext>
              </a:extLst>
            </p:cNvPr>
            <p:cNvSpPr>
              <a:spLocks/>
            </p:cNvSpPr>
            <p:nvPr/>
          </p:nvSpPr>
          <p:spPr bwMode="auto">
            <a:xfrm>
              <a:off x="960" y="901"/>
              <a:ext cx="7" cy="69"/>
            </a:xfrm>
            <a:custGeom>
              <a:avLst/>
              <a:gdLst>
                <a:gd name="T0" fmla="*/ 0 w 5"/>
                <a:gd name="T1" fmla="*/ 0 h 47"/>
                <a:gd name="T2" fmla="*/ 11 w 5"/>
                <a:gd name="T3" fmla="*/ 38 h 47"/>
                <a:gd name="T4" fmla="*/ 11 w 5"/>
                <a:gd name="T5" fmla="*/ 79 h 47"/>
                <a:gd name="T6" fmla="*/ 14 w 5"/>
                <a:gd name="T7" fmla="*/ 116 h 47"/>
                <a:gd name="T8" fmla="*/ 1 w 5"/>
                <a:gd name="T9" fmla="*/ 148 h 47"/>
                <a:gd name="T10" fmla="*/ 11 w 5"/>
                <a:gd name="T11" fmla="*/ 110 h 47"/>
                <a:gd name="T12" fmla="*/ 8 w 5"/>
                <a:gd name="T13" fmla="*/ 69 h 47"/>
                <a:gd name="T14" fmla="*/ 6 w 5"/>
                <a:gd name="T15" fmla="*/ 34 h 47"/>
                <a:gd name="T16" fmla="*/ 6 w 5"/>
                <a:gd name="T17" fmla="*/ 19 h 47"/>
                <a:gd name="T18" fmla="*/ 0 w 5"/>
                <a:gd name="T19" fmla="*/ 1 h 4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" h="47">
                  <a:moveTo>
                    <a:pt x="0" y="0"/>
                  </a:moveTo>
                  <a:cubicBezTo>
                    <a:pt x="2" y="4"/>
                    <a:pt x="4" y="7"/>
                    <a:pt x="4" y="12"/>
                  </a:cubicBezTo>
                  <a:cubicBezTo>
                    <a:pt x="4" y="16"/>
                    <a:pt x="4" y="21"/>
                    <a:pt x="4" y="25"/>
                  </a:cubicBezTo>
                  <a:cubicBezTo>
                    <a:pt x="4" y="29"/>
                    <a:pt x="5" y="33"/>
                    <a:pt x="5" y="37"/>
                  </a:cubicBezTo>
                  <a:cubicBezTo>
                    <a:pt x="5" y="42"/>
                    <a:pt x="3" y="44"/>
                    <a:pt x="1" y="47"/>
                  </a:cubicBezTo>
                  <a:cubicBezTo>
                    <a:pt x="2" y="43"/>
                    <a:pt x="4" y="39"/>
                    <a:pt x="4" y="35"/>
                  </a:cubicBezTo>
                  <a:cubicBezTo>
                    <a:pt x="4" y="31"/>
                    <a:pt x="3" y="26"/>
                    <a:pt x="3" y="22"/>
                  </a:cubicBezTo>
                  <a:cubicBezTo>
                    <a:pt x="3" y="18"/>
                    <a:pt x="2" y="14"/>
                    <a:pt x="2" y="11"/>
                  </a:cubicBezTo>
                  <a:cubicBezTo>
                    <a:pt x="3" y="8"/>
                    <a:pt x="3" y="8"/>
                    <a:pt x="2" y="6"/>
                  </a:cubicBezTo>
                  <a:cubicBezTo>
                    <a:pt x="1" y="4"/>
                    <a:pt x="0" y="3"/>
                    <a:pt x="0" y="1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60827" name="Freeform 40">
              <a:extLst>
                <a:ext uri="{FF2B5EF4-FFF2-40B4-BE49-F238E27FC236}">
                  <a16:creationId xmlns:a16="http://schemas.microsoft.com/office/drawing/2014/main" id="{0B83D5BA-69A4-49AD-90AB-0BA0618F0623}"/>
                </a:ext>
              </a:extLst>
            </p:cNvPr>
            <p:cNvSpPr>
              <a:spLocks/>
            </p:cNvSpPr>
            <p:nvPr/>
          </p:nvSpPr>
          <p:spPr bwMode="auto">
            <a:xfrm>
              <a:off x="992" y="904"/>
              <a:ext cx="5" cy="45"/>
            </a:xfrm>
            <a:custGeom>
              <a:avLst/>
              <a:gdLst>
                <a:gd name="T0" fmla="*/ 13 w 3"/>
                <a:gd name="T1" fmla="*/ 0 h 31"/>
                <a:gd name="T2" fmla="*/ 0 w 3"/>
                <a:gd name="T3" fmla="*/ 22 h 31"/>
                <a:gd name="T4" fmla="*/ 5 w 3"/>
                <a:gd name="T5" fmla="*/ 42 h 31"/>
                <a:gd name="T6" fmla="*/ 5 w 3"/>
                <a:gd name="T7" fmla="*/ 70 h 31"/>
                <a:gd name="T8" fmla="*/ 5 w 3"/>
                <a:gd name="T9" fmla="*/ 94 h 31"/>
                <a:gd name="T10" fmla="*/ 8 w 3"/>
                <a:gd name="T11" fmla="*/ 46 h 31"/>
                <a:gd name="T12" fmla="*/ 5 w 3"/>
                <a:gd name="T13" fmla="*/ 25 h 31"/>
                <a:gd name="T14" fmla="*/ 8 w 3"/>
                <a:gd name="T15" fmla="*/ 0 h 3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" h="31">
                  <a:moveTo>
                    <a:pt x="3" y="0"/>
                  </a:moveTo>
                  <a:cubicBezTo>
                    <a:pt x="2" y="3"/>
                    <a:pt x="0" y="4"/>
                    <a:pt x="0" y="7"/>
                  </a:cubicBezTo>
                  <a:cubicBezTo>
                    <a:pt x="0" y="10"/>
                    <a:pt x="1" y="12"/>
                    <a:pt x="1" y="14"/>
                  </a:cubicBezTo>
                  <a:cubicBezTo>
                    <a:pt x="2" y="17"/>
                    <a:pt x="1" y="20"/>
                    <a:pt x="1" y="23"/>
                  </a:cubicBezTo>
                  <a:cubicBezTo>
                    <a:pt x="1" y="26"/>
                    <a:pt x="1" y="29"/>
                    <a:pt x="1" y="31"/>
                  </a:cubicBezTo>
                  <a:cubicBezTo>
                    <a:pt x="3" y="27"/>
                    <a:pt x="2" y="20"/>
                    <a:pt x="2" y="15"/>
                  </a:cubicBezTo>
                  <a:cubicBezTo>
                    <a:pt x="2" y="12"/>
                    <a:pt x="2" y="10"/>
                    <a:pt x="1" y="8"/>
                  </a:cubicBezTo>
                  <a:cubicBezTo>
                    <a:pt x="0" y="5"/>
                    <a:pt x="2" y="2"/>
                    <a:pt x="2" y="0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60828" name="Freeform 41">
              <a:extLst>
                <a:ext uri="{FF2B5EF4-FFF2-40B4-BE49-F238E27FC236}">
                  <a16:creationId xmlns:a16="http://schemas.microsoft.com/office/drawing/2014/main" id="{9E7BFB94-FB87-4844-9DC1-D14C86A1D7CE}"/>
                </a:ext>
              </a:extLst>
            </p:cNvPr>
            <p:cNvSpPr>
              <a:spLocks/>
            </p:cNvSpPr>
            <p:nvPr/>
          </p:nvSpPr>
          <p:spPr bwMode="auto">
            <a:xfrm>
              <a:off x="944" y="981"/>
              <a:ext cx="11" cy="24"/>
            </a:xfrm>
            <a:custGeom>
              <a:avLst/>
              <a:gdLst>
                <a:gd name="T0" fmla="*/ 14 w 8"/>
                <a:gd name="T1" fmla="*/ 0 h 16"/>
                <a:gd name="T2" fmla="*/ 11 w 8"/>
                <a:gd name="T3" fmla="*/ 35 h 16"/>
                <a:gd name="T4" fmla="*/ 21 w 8"/>
                <a:gd name="T5" fmla="*/ 54 h 16"/>
                <a:gd name="T6" fmla="*/ 11 w 8"/>
                <a:gd name="T7" fmla="*/ 0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16">
                  <a:moveTo>
                    <a:pt x="5" y="0"/>
                  </a:moveTo>
                  <a:cubicBezTo>
                    <a:pt x="4" y="3"/>
                    <a:pt x="4" y="7"/>
                    <a:pt x="4" y="10"/>
                  </a:cubicBezTo>
                  <a:cubicBezTo>
                    <a:pt x="5" y="13"/>
                    <a:pt x="6" y="14"/>
                    <a:pt x="8" y="16"/>
                  </a:cubicBezTo>
                  <a:cubicBezTo>
                    <a:pt x="0" y="14"/>
                    <a:pt x="4" y="6"/>
                    <a:pt x="4" y="0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60829" name="Freeform 42">
              <a:extLst>
                <a:ext uri="{FF2B5EF4-FFF2-40B4-BE49-F238E27FC236}">
                  <a16:creationId xmlns:a16="http://schemas.microsoft.com/office/drawing/2014/main" id="{2A968F9E-A787-4189-AF60-943953E0AD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8" y="980"/>
              <a:ext cx="12" cy="25"/>
            </a:xfrm>
            <a:custGeom>
              <a:avLst/>
              <a:gdLst>
                <a:gd name="T0" fmla="*/ 5 w 8"/>
                <a:gd name="T1" fmla="*/ 0 h 17"/>
                <a:gd name="T2" fmla="*/ 12 w 8"/>
                <a:gd name="T3" fmla="*/ 13 h 17"/>
                <a:gd name="T4" fmla="*/ 12 w 8"/>
                <a:gd name="T5" fmla="*/ 28 h 17"/>
                <a:gd name="T6" fmla="*/ 0 w 8"/>
                <a:gd name="T7" fmla="*/ 54 h 17"/>
                <a:gd name="T8" fmla="*/ 5 w 8"/>
                <a:gd name="T9" fmla="*/ 0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17">
                  <a:moveTo>
                    <a:pt x="1" y="0"/>
                  </a:moveTo>
                  <a:cubicBezTo>
                    <a:pt x="1" y="2"/>
                    <a:pt x="2" y="2"/>
                    <a:pt x="3" y="4"/>
                  </a:cubicBezTo>
                  <a:cubicBezTo>
                    <a:pt x="3" y="5"/>
                    <a:pt x="3" y="7"/>
                    <a:pt x="3" y="9"/>
                  </a:cubicBezTo>
                  <a:cubicBezTo>
                    <a:pt x="3" y="12"/>
                    <a:pt x="1" y="14"/>
                    <a:pt x="0" y="17"/>
                  </a:cubicBezTo>
                  <a:cubicBezTo>
                    <a:pt x="4" y="14"/>
                    <a:pt x="8" y="2"/>
                    <a:pt x="1" y="0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60830" name="Freeform 43">
              <a:extLst>
                <a:ext uri="{FF2B5EF4-FFF2-40B4-BE49-F238E27FC236}">
                  <a16:creationId xmlns:a16="http://schemas.microsoft.com/office/drawing/2014/main" id="{7CF838CC-098E-4402-9F33-BE263A1158DD}"/>
                </a:ext>
              </a:extLst>
            </p:cNvPr>
            <p:cNvSpPr>
              <a:spLocks/>
            </p:cNvSpPr>
            <p:nvPr/>
          </p:nvSpPr>
          <p:spPr bwMode="auto">
            <a:xfrm>
              <a:off x="989" y="990"/>
              <a:ext cx="15" cy="16"/>
            </a:xfrm>
            <a:custGeom>
              <a:avLst/>
              <a:gdLst>
                <a:gd name="T0" fmla="*/ 35 w 10"/>
                <a:gd name="T1" fmla="*/ 9 h 11"/>
                <a:gd name="T2" fmla="*/ 5 w 10"/>
                <a:gd name="T3" fmla="*/ 25 h 11"/>
                <a:gd name="T4" fmla="*/ 18 w 10"/>
                <a:gd name="T5" fmla="*/ 22 h 11"/>
                <a:gd name="T6" fmla="*/ 35 w 10"/>
                <a:gd name="T7" fmla="*/ 9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1">
                  <a:moveTo>
                    <a:pt x="10" y="3"/>
                  </a:moveTo>
                  <a:cubicBezTo>
                    <a:pt x="7" y="0"/>
                    <a:pt x="0" y="5"/>
                    <a:pt x="1" y="8"/>
                  </a:cubicBezTo>
                  <a:cubicBezTo>
                    <a:pt x="3" y="11"/>
                    <a:pt x="4" y="8"/>
                    <a:pt x="5" y="7"/>
                  </a:cubicBezTo>
                  <a:cubicBezTo>
                    <a:pt x="6" y="5"/>
                    <a:pt x="10" y="5"/>
                    <a:pt x="10" y="3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60831" name="Freeform 44">
              <a:extLst>
                <a:ext uri="{FF2B5EF4-FFF2-40B4-BE49-F238E27FC236}">
                  <a16:creationId xmlns:a16="http://schemas.microsoft.com/office/drawing/2014/main" id="{818C4266-F71F-45C3-97AB-F30AE6B229FA}"/>
                </a:ext>
              </a:extLst>
            </p:cNvPr>
            <p:cNvSpPr>
              <a:spLocks/>
            </p:cNvSpPr>
            <p:nvPr/>
          </p:nvSpPr>
          <p:spPr bwMode="auto">
            <a:xfrm>
              <a:off x="955" y="992"/>
              <a:ext cx="17" cy="13"/>
            </a:xfrm>
            <a:custGeom>
              <a:avLst/>
              <a:gdLst>
                <a:gd name="T0" fmla="*/ 5 w 11"/>
                <a:gd name="T1" fmla="*/ 9 h 9"/>
                <a:gd name="T2" fmla="*/ 12 w 11"/>
                <a:gd name="T3" fmla="*/ 0 h 9"/>
                <a:gd name="T4" fmla="*/ 40 w 11"/>
                <a:gd name="T5" fmla="*/ 14 h 9"/>
                <a:gd name="T6" fmla="*/ 8 w 11"/>
                <a:gd name="T7" fmla="*/ 9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9">
                  <a:moveTo>
                    <a:pt x="1" y="3"/>
                  </a:moveTo>
                  <a:cubicBezTo>
                    <a:pt x="0" y="1"/>
                    <a:pt x="2" y="0"/>
                    <a:pt x="3" y="0"/>
                  </a:cubicBezTo>
                  <a:cubicBezTo>
                    <a:pt x="5" y="2"/>
                    <a:pt x="9" y="3"/>
                    <a:pt x="11" y="5"/>
                  </a:cubicBezTo>
                  <a:cubicBezTo>
                    <a:pt x="10" y="9"/>
                    <a:pt x="4" y="3"/>
                    <a:pt x="2" y="3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60832" name="Freeform 45">
              <a:extLst>
                <a:ext uri="{FF2B5EF4-FFF2-40B4-BE49-F238E27FC236}">
                  <a16:creationId xmlns:a16="http://schemas.microsoft.com/office/drawing/2014/main" id="{B7F2B50D-2FF1-4839-9663-5B6BD33A0849}"/>
                </a:ext>
              </a:extLst>
            </p:cNvPr>
            <p:cNvSpPr>
              <a:spLocks/>
            </p:cNvSpPr>
            <p:nvPr/>
          </p:nvSpPr>
          <p:spPr bwMode="auto">
            <a:xfrm>
              <a:off x="978" y="1003"/>
              <a:ext cx="4" cy="5"/>
            </a:xfrm>
            <a:custGeom>
              <a:avLst/>
              <a:gdLst>
                <a:gd name="T0" fmla="*/ 0 w 3"/>
                <a:gd name="T1" fmla="*/ 5 h 3"/>
                <a:gd name="T2" fmla="*/ 7 w 3"/>
                <a:gd name="T3" fmla="*/ 5 h 3"/>
                <a:gd name="T4" fmla="*/ 0 w 3"/>
                <a:gd name="T5" fmla="*/ 5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1" y="0"/>
                    <a:pt x="2" y="1"/>
                    <a:pt x="3" y="1"/>
                  </a:cubicBezTo>
                  <a:cubicBezTo>
                    <a:pt x="3" y="3"/>
                    <a:pt x="1" y="3"/>
                    <a:pt x="0" y="1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60833" name="Freeform 46">
              <a:extLst>
                <a:ext uri="{FF2B5EF4-FFF2-40B4-BE49-F238E27FC236}">
                  <a16:creationId xmlns:a16="http://schemas.microsoft.com/office/drawing/2014/main" id="{046218F5-51C0-46C7-9A43-C6DDD011B927}"/>
                </a:ext>
              </a:extLst>
            </p:cNvPr>
            <p:cNvSpPr>
              <a:spLocks/>
            </p:cNvSpPr>
            <p:nvPr/>
          </p:nvSpPr>
          <p:spPr bwMode="auto">
            <a:xfrm>
              <a:off x="860" y="870"/>
              <a:ext cx="87" cy="45"/>
            </a:xfrm>
            <a:custGeom>
              <a:avLst/>
              <a:gdLst>
                <a:gd name="T0" fmla="*/ 189 w 59"/>
                <a:gd name="T1" fmla="*/ 28 h 31"/>
                <a:gd name="T2" fmla="*/ 96 w 59"/>
                <a:gd name="T3" fmla="*/ 15 h 31"/>
                <a:gd name="T4" fmla="*/ 19 w 59"/>
                <a:gd name="T5" fmla="*/ 67 h 31"/>
                <a:gd name="T6" fmla="*/ 115 w 59"/>
                <a:gd name="T7" fmla="*/ 42 h 31"/>
                <a:gd name="T8" fmla="*/ 189 w 59"/>
                <a:gd name="T9" fmla="*/ 28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9" h="31">
                  <a:moveTo>
                    <a:pt x="59" y="9"/>
                  </a:moveTo>
                  <a:cubicBezTo>
                    <a:pt x="59" y="0"/>
                    <a:pt x="40" y="1"/>
                    <a:pt x="30" y="5"/>
                  </a:cubicBezTo>
                  <a:cubicBezTo>
                    <a:pt x="21" y="8"/>
                    <a:pt x="11" y="13"/>
                    <a:pt x="6" y="22"/>
                  </a:cubicBezTo>
                  <a:cubicBezTo>
                    <a:pt x="0" y="31"/>
                    <a:pt x="20" y="14"/>
                    <a:pt x="36" y="14"/>
                  </a:cubicBezTo>
                  <a:cubicBezTo>
                    <a:pt x="52" y="14"/>
                    <a:pt x="59" y="20"/>
                    <a:pt x="59" y="9"/>
                  </a:cubicBezTo>
                  <a:close/>
                </a:path>
              </a:pathLst>
            </a:custGeom>
            <a:solidFill>
              <a:srgbClr val="47180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60834" name="Freeform 47">
              <a:extLst>
                <a:ext uri="{FF2B5EF4-FFF2-40B4-BE49-F238E27FC236}">
                  <a16:creationId xmlns:a16="http://schemas.microsoft.com/office/drawing/2014/main" id="{B6F10085-7AB3-44C3-9379-33346786F7AB}"/>
                </a:ext>
              </a:extLst>
            </p:cNvPr>
            <p:cNvSpPr>
              <a:spLocks/>
            </p:cNvSpPr>
            <p:nvPr/>
          </p:nvSpPr>
          <p:spPr bwMode="auto">
            <a:xfrm>
              <a:off x="892" y="909"/>
              <a:ext cx="55" cy="28"/>
            </a:xfrm>
            <a:custGeom>
              <a:avLst/>
              <a:gdLst>
                <a:gd name="T0" fmla="*/ 119 w 37"/>
                <a:gd name="T1" fmla="*/ 40 h 19"/>
                <a:gd name="T2" fmla="*/ 92 w 37"/>
                <a:gd name="T3" fmla="*/ 15 h 19"/>
                <a:gd name="T4" fmla="*/ 22 w 37"/>
                <a:gd name="T5" fmla="*/ 13 h 19"/>
                <a:gd name="T6" fmla="*/ 0 w 37"/>
                <a:gd name="T7" fmla="*/ 46 h 19"/>
                <a:gd name="T8" fmla="*/ 49 w 37"/>
                <a:gd name="T9" fmla="*/ 59 h 19"/>
                <a:gd name="T10" fmla="*/ 101 w 37"/>
                <a:gd name="T11" fmla="*/ 46 h 19"/>
                <a:gd name="T12" fmla="*/ 119 w 37"/>
                <a:gd name="T13" fmla="*/ 40 h 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7" h="19">
                  <a:moveTo>
                    <a:pt x="36" y="12"/>
                  </a:moveTo>
                  <a:cubicBezTo>
                    <a:pt x="37" y="10"/>
                    <a:pt x="33" y="9"/>
                    <a:pt x="28" y="5"/>
                  </a:cubicBezTo>
                  <a:cubicBezTo>
                    <a:pt x="23" y="2"/>
                    <a:pt x="13" y="0"/>
                    <a:pt x="7" y="4"/>
                  </a:cubicBezTo>
                  <a:cubicBezTo>
                    <a:pt x="1" y="9"/>
                    <a:pt x="0" y="14"/>
                    <a:pt x="0" y="14"/>
                  </a:cubicBezTo>
                  <a:cubicBezTo>
                    <a:pt x="0" y="14"/>
                    <a:pt x="7" y="19"/>
                    <a:pt x="15" y="18"/>
                  </a:cubicBezTo>
                  <a:cubicBezTo>
                    <a:pt x="24" y="18"/>
                    <a:pt x="28" y="15"/>
                    <a:pt x="31" y="14"/>
                  </a:cubicBezTo>
                  <a:cubicBezTo>
                    <a:pt x="34" y="14"/>
                    <a:pt x="36" y="15"/>
                    <a:pt x="36" y="1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60835" name="Freeform 48">
              <a:extLst>
                <a:ext uri="{FF2B5EF4-FFF2-40B4-BE49-F238E27FC236}">
                  <a16:creationId xmlns:a16="http://schemas.microsoft.com/office/drawing/2014/main" id="{FD8526F0-FA99-4627-8204-CA06A234FF25}"/>
                </a:ext>
              </a:extLst>
            </p:cNvPr>
            <p:cNvSpPr>
              <a:spLocks/>
            </p:cNvSpPr>
            <p:nvPr/>
          </p:nvSpPr>
          <p:spPr bwMode="auto">
            <a:xfrm>
              <a:off x="902" y="911"/>
              <a:ext cx="27" cy="25"/>
            </a:xfrm>
            <a:custGeom>
              <a:avLst/>
              <a:gdLst>
                <a:gd name="T0" fmla="*/ 54 w 18"/>
                <a:gd name="T1" fmla="*/ 6 h 17"/>
                <a:gd name="T2" fmla="*/ 62 w 18"/>
                <a:gd name="T3" fmla="*/ 26 h 17"/>
                <a:gd name="T4" fmla="*/ 32 w 18"/>
                <a:gd name="T5" fmla="*/ 54 h 17"/>
                <a:gd name="T6" fmla="*/ 0 w 18"/>
                <a:gd name="T7" fmla="*/ 26 h 17"/>
                <a:gd name="T8" fmla="*/ 8 w 18"/>
                <a:gd name="T9" fmla="*/ 9 h 17"/>
                <a:gd name="T10" fmla="*/ 54 w 18"/>
                <a:gd name="T11" fmla="*/ 6 h 1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" h="17">
                  <a:moveTo>
                    <a:pt x="16" y="2"/>
                  </a:moveTo>
                  <a:cubicBezTo>
                    <a:pt x="17" y="4"/>
                    <a:pt x="18" y="6"/>
                    <a:pt x="18" y="8"/>
                  </a:cubicBezTo>
                  <a:cubicBezTo>
                    <a:pt x="18" y="13"/>
                    <a:pt x="14" y="17"/>
                    <a:pt x="9" y="17"/>
                  </a:cubicBezTo>
                  <a:cubicBezTo>
                    <a:pt x="4" y="17"/>
                    <a:pt x="0" y="13"/>
                    <a:pt x="0" y="8"/>
                  </a:cubicBezTo>
                  <a:cubicBezTo>
                    <a:pt x="0" y="6"/>
                    <a:pt x="1" y="4"/>
                    <a:pt x="2" y="3"/>
                  </a:cubicBezTo>
                  <a:cubicBezTo>
                    <a:pt x="3" y="0"/>
                    <a:pt x="14" y="0"/>
                    <a:pt x="16" y="2"/>
                  </a:cubicBezTo>
                  <a:close/>
                </a:path>
              </a:pathLst>
            </a:custGeom>
            <a:solidFill>
              <a:srgbClr val="1968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60836" name="Oval 49">
              <a:extLst>
                <a:ext uri="{FF2B5EF4-FFF2-40B4-BE49-F238E27FC236}">
                  <a16:creationId xmlns:a16="http://schemas.microsoft.com/office/drawing/2014/main" id="{E57A8BD0-47D1-4359-AB6A-4ECC58108F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11" y="917"/>
              <a:ext cx="11" cy="10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837" name="Freeform 50">
              <a:extLst>
                <a:ext uri="{FF2B5EF4-FFF2-40B4-BE49-F238E27FC236}">
                  <a16:creationId xmlns:a16="http://schemas.microsoft.com/office/drawing/2014/main" id="{8CA2C5BE-9700-4639-A8DD-B4A768F57C5F}"/>
                </a:ext>
              </a:extLst>
            </p:cNvPr>
            <p:cNvSpPr>
              <a:spLocks/>
            </p:cNvSpPr>
            <p:nvPr/>
          </p:nvSpPr>
          <p:spPr bwMode="auto">
            <a:xfrm>
              <a:off x="888" y="905"/>
              <a:ext cx="53" cy="24"/>
            </a:xfrm>
            <a:custGeom>
              <a:avLst/>
              <a:gdLst>
                <a:gd name="T0" fmla="*/ 115 w 36"/>
                <a:gd name="T1" fmla="*/ 26 h 16"/>
                <a:gd name="T2" fmla="*/ 47 w 36"/>
                <a:gd name="T3" fmla="*/ 8 h 16"/>
                <a:gd name="T4" fmla="*/ 0 w 36"/>
                <a:gd name="T5" fmla="*/ 54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16">
                  <a:moveTo>
                    <a:pt x="36" y="7"/>
                  </a:moveTo>
                  <a:cubicBezTo>
                    <a:pt x="36" y="7"/>
                    <a:pt x="29" y="0"/>
                    <a:pt x="15" y="2"/>
                  </a:cubicBezTo>
                  <a:cubicBezTo>
                    <a:pt x="4" y="4"/>
                    <a:pt x="0" y="16"/>
                    <a:pt x="0" y="16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60838" name="Freeform 51">
              <a:extLst>
                <a:ext uri="{FF2B5EF4-FFF2-40B4-BE49-F238E27FC236}">
                  <a16:creationId xmlns:a16="http://schemas.microsoft.com/office/drawing/2014/main" id="{35D56ACC-8D97-4C91-8979-2FAD3C096C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0" y="870"/>
              <a:ext cx="90" cy="39"/>
            </a:xfrm>
            <a:custGeom>
              <a:avLst/>
              <a:gdLst>
                <a:gd name="T0" fmla="*/ 0 w 61"/>
                <a:gd name="T1" fmla="*/ 27 h 27"/>
                <a:gd name="T2" fmla="*/ 93 w 61"/>
                <a:gd name="T3" fmla="*/ 9 h 27"/>
                <a:gd name="T4" fmla="*/ 177 w 61"/>
                <a:gd name="T5" fmla="*/ 55 h 27"/>
                <a:gd name="T6" fmla="*/ 77 w 61"/>
                <a:gd name="T7" fmla="*/ 36 h 27"/>
                <a:gd name="T8" fmla="*/ 0 w 61"/>
                <a:gd name="T9" fmla="*/ 27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1" h="27">
                  <a:moveTo>
                    <a:pt x="0" y="9"/>
                  </a:moveTo>
                  <a:cubicBezTo>
                    <a:pt x="0" y="1"/>
                    <a:pt x="19" y="0"/>
                    <a:pt x="29" y="3"/>
                  </a:cubicBezTo>
                  <a:cubicBezTo>
                    <a:pt x="39" y="5"/>
                    <a:pt x="48" y="9"/>
                    <a:pt x="55" y="18"/>
                  </a:cubicBezTo>
                  <a:cubicBezTo>
                    <a:pt x="61" y="27"/>
                    <a:pt x="40" y="11"/>
                    <a:pt x="24" y="12"/>
                  </a:cubicBezTo>
                  <a:cubicBezTo>
                    <a:pt x="8" y="13"/>
                    <a:pt x="2" y="20"/>
                    <a:pt x="0" y="9"/>
                  </a:cubicBezTo>
                  <a:close/>
                </a:path>
              </a:pathLst>
            </a:custGeom>
            <a:solidFill>
              <a:srgbClr val="47180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60839" name="Freeform 52">
              <a:extLst>
                <a:ext uri="{FF2B5EF4-FFF2-40B4-BE49-F238E27FC236}">
                  <a16:creationId xmlns:a16="http://schemas.microsoft.com/office/drawing/2014/main" id="{B4D31F21-6AD6-45AC-862B-DCCC93547B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3" y="905"/>
              <a:ext cx="53" cy="29"/>
            </a:xfrm>
            <a:custGeom>
              <a:avLst/>
              <a:gdLst>
                <a:gd name="T0" fmla="*/ 0 w 36"/>
                <a:gd name="T1" fmla="*/ 41 h 20"/>
                <a:gd name="T2" fmla="*/ 27 w 36"/>
                <a:gd name="T3" fmla="*/ 19 h 20"/>
                <a:gd name="T4" fmla="*/ 93 w 36"/>
                <a:gd name="T5" fmla="*/ 15 h 20"/>
                <a:gd name="T6" fmla="*/ 115 w 36"/>
                <a:gd name="T7" fmla="*/ 42 h 20"/>
                <a:gd name="T8" fmla="*/ 68 w 36"/>
                <a:gd name="T9" fmla="*/ 59 h 20"/>
                <a:gd name="T10" fmla="*/ 19 w 36"/>
                <a:gd name="T11" fmla="*/ 46 h 20"/>
                <a:gd name="T12" fmla="*/ 0 w 36"/>
                <a:gd name="T13" fmla="*/ 41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6" h="20">
                  <a:moveTo>
                    <a:pt x="0" y="13"/>
                  </a:moveTo>
                  <a:cubicBezTo>
                    <a:pt x="0" y="11"/>
                    <a:pt x="3" y="10"/>
                    <a:pt x="8" y="6"/>
                  </a:cubicBezTo>
                  <a:cubicBezTo>
                    <a:pt x="14" y="3"/>
                    <a:pt x="23" y="0"/>
                    <a:pt x="29" y="5"/>
                  </a:cubicBezTo>
                  <a:cubicBezTo>
                    <a:pt x="35" y="10"/>
                    <a:pt x="36" y="14"/>
                    <a:pt x="36" y="14"/>
                  </a:cubicBezTo>
                  <a:cubicBezTo>
                    <a:pt x="36" y="14"/>
                    <a:pt x="30" y="20"/>
                    <a:pt x="21" y="19"/>
                  </a:cubicBezTo>
                  <a:cubicBezTo>
                    <a:pt x="12" y="18"/>
                    <a:pt x="9" y="16"/>
                    <a:pt x="6" y="15"/>
                  </a:cubicBezTo>
                  <a:cubicBezTo>
                    <a:pt x="2" y="14"/>
                    <a:pt x="0" y="16"/>
                    <a:pt x="0" y="1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60840" name="Freeform 53">
              <a:extLst>
                <a:ext uri="{FF2B5EF4-FFF2-40B4-BE49-F238E27FC236}">
                  <a16:creationId xmlns:a16="http://schemas.microsoft.com/office/drawing/2014/main" id="{F4C2453E-E19F-47AB-98C8-F6FFC7B81532}"/>
                </a:ext>
              </a:extLst>
            </p:cNvPr>
            <p:cNvSpPr>
              <a:spLocks/>
            </p:cNvSpPr>
            <p:nvPr/>
          </p:nvSpPr>
          <p:spPr bwMode="auto">
            <a:xfrm>
              <a:off x="892" y="909"/>
              <a:ext cx="55" cy="28"/>
            </a:xfrm>
            <a:custGeom>
              <a:avLst/>
              <a:gdLst>
                <a:gd name="T0" fmla="*/ 119 w 37"/>
                <a:gd name="T1" fmla="*/ 40 h 19"/>
                <a:gd name="T2" fmla="*/ 92 w 37"/>
                <a:gd name="T3" fmla="*/ 15 h 19"/>
                <a:gd name="T4" fmla="*/ 22 w 37"/>
                <a:gd name="T5" fmla="*/ 13 h 19"/>
                <a:gd name="T6" fmla="*/ 0 w 37"/>
                <a:gd name="T7" fmla="*/ 46 h 19"/>
                <a:gd name="T8" fmla="*/ 49 w 37"/>
                <a:gd name="T9" fmla="*/ 59 h 19"/>
                <a:gd name="T10" fmla="*/ 101 w 37"/>
                <a:gd name="T11" fmla="*/ 46 h 19"/>
                <a:gd name="T12" fmla="*/ 119 w 37"/>
                <a:gd name="T13" fmla="*/ 40 h 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7" h="19">
                  <a:moveTo>
                    <a:pt x="36" y="12"/>
                  </a:moveTo>
                  <a:cubicBezTo>
                    <a:pt x="37" y="10"/>
                    <a:pt x="33" y="9"/>
                    <a:pt x="28" y="5"/>
                  </a:cubicBezTo>
                  <a:cubicBezTo>
                    <a:pt x="23" y="2"/>
                    <a:pt x="13" y="0"/>
                    <a:pt x="7" y="4"/>
                  </a:cubicBezTo>
                  <a:cubicBezTo>
                    <a:pt x="1" y="9"/>
                    <a:pt x="0" y="14"/>
                    <a:pt x="0" y="14"/>
                  </a:cubicBezTo>
                  <a:cubicBezTo>
                    <a:pt x="0" y="14"/>
                    <a:pt x="7" y="19"/>
                    <a:pt x="15" y="18"/>
                  </a:cubicBezTo>
                  <a:cubicBezTo>
                    <a:pt x="24" y="18"/>
                    <a:pt x="28" y="15"/>
                    <a:pt x="31" y="14"/>
                  </a:cubicBezTo>
                  <a:cubicBezTo>
                    <a:pt x="34" y="14"/>
                    <a:pt x="36" y="15"/>
                    <a:pt x="36" y="12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60841" name="Freeform 54">
              <a:extLst>
                <a:ext uri="{FF2B5EF4-FFF2-40B4-BE49-F238E27FC236}">
                  <a16:creationId xmlns:a16="http://schemas.microsoft.com/office/drawing/2014/main" id="{D3F76FC2-AAE6-47F9-921B-1E4ECBF00A7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9" y="908"/>
              <a:ext cx="27" cy="25"/>
            </a:xfrm>
            <a:custGeom>
              <a:avLst/>
              <a:gdLst>
                <a:gd name="T0" fmla="*/ 8 w 18"/>
                <a:gd name="T1" fmla="*/ 6 h 17"/>
                <a:gd name="T2" fmla="*/ 0 w 18"/>
                <a:gd name="T3" fmla="*/ 26 h 17"/>
                <a:gd name="T4" fmla="*/ 32 w 18"/>
                <a:gd name="T5" fmla="*/ 54 h 17"/>
                <a:gd name="T6" fmla="*/ 62 w 18"/>
                <a:gd name="T7" fmla="*/ 26 h 17"/>
                <a:gd name="T8" fmla="*/ 59 w 18"/>
                <a:gd name="T9" fmla="*/ 6 h 17"/>
                <a:gd name="T10" fmla="*/ 8 w 18"/>
                <a:gd name="T11" fmla="*/ 6 h 1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" h="17">
                  <a:moveTo>
                    <a:pt x="2" y="2"/>
                  </a:moveTo>
                  <a:cubicBezTo>
                    <a:pt x="1" y="4"/>
                    <a:pt x="0" y="6"/>
                    <a:pt x="0" y="8"/>
                  </a:cubicBezTo>
                  <a:cubicBezTo>
                    <a:pt x="0" y="13"/>
                    <a:pt x="4" y="17"/>
                    <a:pt x="9" y="17"/>
                  </a:cubicBezTo>
                  <a:cubicBezTo>
                    <a:pt x="14" y="17"/>
                    <a:pt x="18" y="13"/>
                    <a:pt x="18" y="8"/>
                  </a:cubicBezTo>
                  <a:cubicBezTo>
                    <a:pt x="18" y="6"/>
                    <a:pt x="18" y="4"/>
                    <a:pt x="17" y="2"/>
                  </a:cubicBezTo>
                  <a:cubicBezTo>
                    <a:pt x="15" y="0"/>
                    <a:pt x="4" y="0"/>
                    <a:pt x="2" y="2"/>
                  </a:cubicBezTo>
                  <a:close/>
                </a:path>
              </a:pathLst>
            </a:custGeom>
            <a:solidFill>
              <a:srgbClr val="1968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60842" name="Oval 55">
              <a:extLst>
                <a:ext uri="{FF2B5EF4-FFF2-40B4-BE49-F238E27FC236}">
                  <a16:creationId xmlns:a16="http://schemas.microsoft.com/office/drawing/2014/main" id="{BF0B0F27-9B74-4B70-A4A3-041B647597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38" y="914"/>
              <a:ext cx="10" cy="10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843" name="Freeform 56">
              <a:extLst>
                <a:ext uri="{FF2B5EF4-FFF2-40B4-BE49-F238E27FC236}">
                  <a16:creationId xmlns:a16="http://schemas.microsoft.com/office/drawing/2014/main" id="{8D23D2FF-7FCD-4FE6-A6BC-ECBEEBA54B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9" y="902"/>
              <a:ext cx="53" cy="22"/>
            </a:xfrm>
            <a:custGeom>
              <a:avLst/>
              <a:gdLst>
                <a:gd name="T0" fmla="*/ 0 w 36"/>
                <a:gd name="T1" fmla="*/ 19 h 15"/>
                <a:gd name="T2" fmla="*/ 68 w 36"/>
                <a:gd name="T3" fmla="*/ 6 h 15"/>
                <a:gd name="T4" fmla="*/ 115 w 36"/>
                <a:gd name="T5" fmla="*/ 47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15">
                  <a:moveTo>
                    <a:pt x="0" y="6"/>
                  </a:moveTo>
                  <a:cubicBezTo>
                    <a:pt x="0" y="6"/>
                    <a:pt x="6" y="0"/>
                    <a:pt x="21" y="2"/>
                  </a:cubicBezTo>
                  <a:cubicBezTo>
                    <a:pt x="31" y="4"/>
                    <a:pt x="36" y="15"/>
                    <a:pt x="36" y="15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60844" name="Freeform 57">
              <a:extLst>
                <a:ext uri="{FF2B5EF4-FFF2-40B4-BE49-F238E27FC236}">
                  <a16:creationId xmlns:a16="http://schemas.microsoft.com/office/drawing/2014/main" id="{C03EBAA5-C9FB-4D8E-ABBD-84FB09EAAFC9}"/>
                </a:ext>
              </a:extLst>
            </p:cNvPr>
            <p:cNvSpPr>
              <a:spLocks/>
            </p:cNvSpPr>
            <p:nvPr/>
          </p:nvSpPr>
          <p:spPr bwMode="auto">
            <a:xfrm>
              <a:off x="933" y="1030"/>
              <a:ext cx="99" cy="20"/>
            </a:xfrm>
            <a:custGeom>
              <a:avLst/>
              <a:gdLst>
                <a:gd name="T0" fmla="*/ 0 w 67"/>
                <a:gd name="T1" fmla="*/ 41 h 14"/>
                <a:gd name="T2" fmla="*/ 49 w 67"/>
                <a:gd name="T3" fmla="*/ 23 h 14"/>
                <a:gd name="T4" fmla="*/ 77 w 67"/>
                <a:gd name="T5" fmla="*/ 9 h 14"/>
                <a:gd name="T6" fmla="*/ 106 w 67"/>
                <a:gd name="T7" fmla="*/ 20 h 14"/>
                <a:gd name="T8" fmla="*/ 136 w 67"/>
                <a:gd name="T9" fmla="*/ 9 h 14"/>
                <a:gd name="T10" fmla="*/ 216 w 67"/>
                <a:gd name="T11" fmla="*/ 33 h 14"/>
                <a:gd name="T12" fmla="*/ 140 w 67"/>
                <a:gd name="T13" fmla="*/ 1 h 14"/>
                <a:gd name="T14" fmla="*/ 106 w 67"/>
                <a:gd name="T15" fmla="*/ 13 h 14"/>
                <a:gd name="T16" fmla="*/ 77 w 67"/>
                <a:gd name="T17" fmla="*/ 6 h 14"/>
                <a:gd name="T18" fmla="*/ 0 w 67"/>
                <a:gd name="T19" fmla="*/ 41 h 1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7" h="14">
                  <a:moveTo>
                    <a:pt x="0" y="14"/>
                  </a:moveTo>
                  <a:cubicBezTo>
                    <a:pt x="0" y="14"/>
                    <a:pt x="10" y="11"/>
                    <a:pt x="15" y="8"/>
                  </a:cubicBezTo>
                  <a:cubicBezTo>
                    <a:pt x="20" y="5"/>
                    <a:pt x="22" y="3"/>
                    <a:pt x="24" y="3"/>
                  </a:cubicBezTo>
                  <a:cubicBezTo>
                    <a:pt x="27" y="4"/>
                    <a:pt x="31" y="7"/>
                    <a:pt x="33" y="7"/>
                  </a:cubicBezTo>
                  <a:cubicBezTo>
                    <a:pt x="36" y="6"/>
                    <a:pt x="39" y="3"/>
                    <a:pt x="42" y="3"/>
                  </a:cubicBezTo>
                  <a:cubicBezTo>
                    <a:pt x="45" y="3"/>
                    <a:pt x="62" y="10"/>
                    <a:pt x="67" y="11"/>
                  </a:cubicBezTo>
                  <a:cubicBezTo>
                    <a:pt x="67" y="11"/>
                    <a:pt x="46" y="2"/>
                    <a:pt x="43" y="1"/>
                  </a:cubicBezTo>
                  <a:cubicBezTo>
                    <a:pt x="40" y="0"/>
                    <a:pt x="37" y="4"/>
                    <a:pt x="33" y="4"/>
                  </a:cubicBezTo>
                  <a:cubicBezTo>
                    <a:pt x="30" y="4"/>
                    <a:pt x="27" y="2"/>
                    <a:pt x="24" y="2"/>
                  </a:cubicBezTo>
                  <a:cubicBezTo>
                    <a:pt x="21" y="2"/>
                    <a:pt x="5" y="12"/>
                    <a:pt x="0" y="14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60845" name="Freeform 58">
              <a:extLst>
                <a:ext uri="{FF2B5EF4-FFF2-40B4-BE49-F238E27FC236}">
                  <a16:creationId xmlns:a16="http://schemas.microsoft.com/office/drawing/2014/main" id="{8FEB44DB-5D56-450E-AA02-7F3889D3A6FE}"/>
                </a:ext>
              </a:extLst>
            </p:cNvPr>
            <p:cNvSpPr>
              <a:spLocks/>
            </p:cNvSpPr>
            <p:nvPr/>
          </p:nvSpPr>
          <p:spPr bwMode="auto">
            <a:xfrm>
              <a:off x="945" y="1040"/>
              <a:ext cx="75" cy="10"/>
            </a:xfrm>
            <a:custGeom>
              <a:avLst/>
              <a:gdLst>
                <a:gd name="T0" fmla="*/ 0 w 51"/>
                <a:gd name="T1" fmla="*/ 20 h 7"/>
                <a:gd name="T2" fmla="*/ 162 w 51"/>
                <a:gd name="T3" fmla="*/ 20 h 7"/>
                <a:gd name="T4" fmla="*/ 0 w 51"/>
                <a:gd name="T5" fmla="*/ 2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1" h="7">
                  <a:moveTo>
                    <a:pt x="0" y="7"/>
                  </a:moveTo>
                  <a:cubicBezTo>
                    <a:pt x="0" y="7"/>
                    <a:pt x="32" y="4"/>
                    <a:pt x="51" y="7"/>
                  </a:cubicBezTo>
                  <a:cubicBezTo>
                    <a:pt x="51" y="7"/>
                    <a:pt x="30" y="0"/>
                    <a:pt x="0" y="7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60846" name="Freeform 59">
              <a:extLst>
                <a:ext uri="{FF2B5EF4-FFF2-40B4-BE49-F238E27FC236}">
                  <a16:creationId xmlns:a16="http://schemas.microsoft.com/office/drawing/2014/main" id="{479F14DC-540D-42BC-8720-B830591A1A96}"/>
                </a:ext>
              </a:extLst>
            </p:cNvPr>
            <p:cNvSpPr>
              <a:spLocks/>
            </p:cNvSpPr>
            <p:nvPr/>
          </p:nvSpPr>
          <p:spPr bwMode="auto">
            <a:xfrm>
              <a:off x="944" y="1052"/>
              <a:ext cx="78" cy="15"/>
            </a:xfrm>
            <a:custGeom>
              <a:avLst/>
              <a:gdLst>
                <a:gd name="T0" fmla="*/ 0 w 53"/>
                <a:gd name="T1" fmla="*/ 0 h 10"/>
                <a:gd name="T2" fmla="*/ 32 w 53"/>
                <a:gd name="T3" fmla="*/ 27 h 10"/>
                <a:gd name="T4" fmla="*/ 141 w 53"/>
                <a:gd name="T5" fmla="*/ 26 h 10"/>
                <a:gd name="T6" fmla="*/ 169 w 53"/>
                <a:gd name="T7" fmla="*/ 0 h 10"/>
                <a:gd name="T8" fmla="*/ 141 w 53"/>
                <a:gd name="T9" fmla="*/ 32 h 10"/>
                <a:gd name="T10" fmla="*/ 32 w 53"/>
                <a:gd name="T11" fmla="*/ 32 h 10"/>
                <a:gd name="T12" fmla="*/ 0 w 53"/>
                <a:gd name="T13" fmla="*/ 0 h 1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3" h="10">
                  <a:moveTo>
                    <a:pt x="0" y="0"/>
                  </a:moveTo>
                  <a:cubicBezTo>
                    <a:pt x="0" y="0"/>
                    <a:pt x="2" y="8"/>
                    <a:pt x="10" y="8"/>
                  </a:cubicBezTo>
                  <a:cubicBezTo>
                    <a:pt x="18" y="8"/>
                    <a:pt x="44" y="7"/>
                    <a:pt x="44" y="7"/>
                  </a:cubicBezTo>
                  <a:cubicBezTo>
                    <a:pt x="44" y="7"/>
                    <a:pt x="50" y="5"/>
                    <a:pt x="53" y="0"/>
                  </a:cubicBezTo>
                  <a:cubicBezTo>
                    <a:pt x="53" y="0"/>
                    <a:pt x="51" y="7"/>
                    <a:pt x="44" y="9"/>
                  </a:cubicBezTo>
                  <a:cubicBezTo>
                    <a:pt x="37" y="10"/>
                    <a:pt x="10" y="9"/>
                    <a:pt x="10" y="9"/>
                  </a:cubicBezTo>
                  <a:cubicBezTo>
                    <a:pt x="10" y="9"/>
                    <a:pt x="3" y="10"/>
                    <a:pt x="0" y="0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60847" name="Freeform 60">
              <a:extLst>
                <a:ext uri="{FF2B5EF4-FFF2-40B4-BE49-F238E27FC236}">
                  <a16:creationId xmlns:a16="http://schemas.microsoft.com/office/drawing/2014/main" id="{25870DBD-F620-4F1F-9A58-69164527337D}"/>
                </a:ext>
              </a:extLst>
            </p:cNvPr>
            <p:cNvSpPr>
              <a:spLocks/>
            </p:cNvSpPr>
            <p:nvPr/>
          </p:nvSpPr>
          <p:spPr bwMode="auto">
            <a:xfrm>
              <a:off x="877" y="1093"/>
              <a:ext cx="80" cy="49"/>
            </a:xfrm>
            <a:custGeom>
              <a:avLst/>
              <a:gdLst>
                <a:gd name="T0" fmla="*/ 0 w 54"/>
                <a:gd name="T1" fmla="*/ 9 h 33"/>
                <a:gd name="T2" fmla="*/ 96 w 54"/>
                <a:gd name="T3" fmla="*/ 88 h 33"/>
                <a:gd name="T4" fmla="*/ 163 w 54"/>
                <a:gd name="T5" fmla="*/ 101 h 33"/>
                <a:gd name="T6" fmla="*/ 104 w 54"/>
                <a:gd name="T7" fmla="*/ 82 h 33"/>
                <a:gd name="T8" fmla="*/ 0 w 54"/>
                <a:gd name="T9" fmla="*/ 0 h 33"/>
                <a:gd name="T10" fmla="*/ 0 w 54"/>
                <a:gd name="T11" fmla="*/ 9 h 3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4" h="33">
                  <a:moveTo>
                    <a:pt x="0" y="3"/>
                  </a:moveTo>
                  <a:cubicBezTo>
                    <a:pt x="0" y="3"/>
                    <a:pt x="7" y="22"/>
                    <a:pt x="30" y="27"/>
                  </a:cubicBezTo>
                  <a:cubicBezTo>
                    <a:pt x="54" y="33"/>
                    <a:pt x="50" y="31"/>
                    <a:pt x="50" y="31"/>
                  </a:cubicBezTo>
                  <a:cubicBezTo>
                    <a:pt x="50" y="31"/>
                    <a:pt x="40" y="28"/>
                    <a:pt x="32" y="25"/>
                  </a:cubicBezTo>
                  <a:cubicBezTo>
                    <a:pt x="24" y="22"/>
                    <a:pt x="9" y="18"/>
                    <a:pt x="0" y="0"/>
                  </a:cubicBezTo>
                  <a:lnTo>
                    <a:pt x="0" y="3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60848" name="Freeform 61">
              <a:extLst>
                <a:ext uri="{FF2B5EF4-FFF2-40B4-BE49-F238E27FC236}">
                  <a16:creationId xmlns:a16="http://schemas.microsoft.com/office/drawing/2014/main" id="{1F17C229-6612-4F81-8D86-116E57A6006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6" y="1039"/>
              <a:ext cx="72" cy="95"/>
            </a:xfrm>
            <a:custGeom>
              <a:avLst/>
              <a:gdLst>
                <a:gd name="T0" fmla="*/ 156 w 49"/>
                <a:gd name="T1" fmla="*/ 0 h 65"/>
                <a:gd name="T2" fmla="*/ 0 w 49"/>
                <a:gd name="T3" fmla="*/ 203 h 65"/>
                <a:gd name="T4" fmla="*/ 153 w 49"/>
                <a:gd name="T5" fmla="*/ 54 h 65"/>
                <a:gd name="T6" fmla="*/ 156 w 49"/>
                <a:gd name="T7" fmla="*/ 0 h 6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9" h="65">
                  <a:moveTo>
                    <a:pt x="49" y="0"/>
                  </a:moveTo>
                  <a:cubicBezTo>
                    <a:pt x="49" y="0"/>
                    <a:pt x="45" y="50"/>
                    <a:pt x="0" y="65"/>
                  </a:cubicBezTo>
                  <a:cubicBezTo>
                    <a:pt x="0" y="65"/>
                    <a:pt x="36" y="60"/>
                    <a:pt x="48" y="17"/>
                  </a:cubicBezTo>
                  <a:lnTo>
                    <a:pt x="49" y="0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60849" name="Freeform 62">
              <a:extLst>
                <a:ext uri="{FF2B5EF4-FFF2-40B4-BE49-F238E27FC236}">
                  <a16:creationId xmlns:a16="http://schemas.microsoft.com/office/drawing/2014/main" id="{5BDBD00A-A0B8-40DB-A98B-3F4F16152392}"/>
                </a:ext>
              </a:extLst>
            </p:cNvPr>
            <p:cNvSpPr>
              <a:spLocks/>
            </p:cNvSpPr>
            <p:nvPr/>
          </p:nvSpPr>
          <p:spPr bwMode="auto">
            <a:xfrm>
              <a:off x="957" y="1140"/>
              <a:ext cx="56" cy="16"/>
            </a:xfrm>
            <a:custGeom>
              <a:avLst/>
              <a:gdLst>
                <a:gd name="T0" fmla="*/ 0 w 38"/>
                <a:gd name="T1" fmla="*/ 1 h 11"/>
                <a:gd name="T2" fmla="*/ 122 w 38"/>
                <a:gd name="T3" fmla="*/ 0 h 11"/>
                <a:gd name="T4" fmla="*/ 0 w 38"/>
                <a:gd name="T5" fmla="*/ 1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11">
                  <a:moveTo>
                    <a:pt x="0" y="1"/>
                  </a:moveTo>
                  <a:cubicBezTo>
                    <a:pt x="0" y="1"/>
                    <a:pt x="25" y="7"/>
                    <a:pt x="38" y="0"/>
                  </a:cubicBezTo>
                  <a:cubicBezTo>
                    <a:pt x="38" y="0"/>
                    <a:pt x="22" y="11"/>
                    <a:pt x="0" y="1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60850" name="Freeform 63">
              <a:extLst>
                <a:ext uri="{FF2B5EF4-FFF2-40B4-BE49-F238E27FC236}">
                  <a16:creationId xmlns:a16="http://schemas.microsoft.com/office/drawing/2014/main" id="{0E3BAD10-F718-4E9C-9885-95A94778C6BC}"/>
                </a:ext>
              </a:extLst>
            </p:cNvPr>
            <p:cNvSpPr>
              <a:spLocks/>
            </p:cNvSpPr>
            <p:nvPr/>
          </p:nvSpPr>
          <p:spPr bwMode="auto">
            <a:xfrm>
              <a:off x="954" y="1162"/>
              <a:ext cx="27" cy="29"/>
            </a:xfrm>
            <a:custGeom>
              <a:avLst/>
              <a:gdLst>
                <a:gd name="T0" fmla="*/ 14 w 18"/>
                <a:gd name="T1" fmla="*/ 0 h 20"/>
                <a:gd name="T2" fmla="*/ 62 w 18"/>
                <a:gd name="T3" fmla="*/ 52 h 20"/>
                <a:gd name="T4" fmla="*/ 59 w 18"/>
                <a:gd name="T5" fmla="*/ 61 h 20"/>
                <a:gd name="T6" fmla="*/ 14 w 18"/>
                <a:gd name="T7" fmla="*/ 0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20">
                  <a:moveTo>
                    <a:pt x="4" y="0"/>
                  </a:moveTo>
                  <a:cubicBezTo>
                    <a:pt x="4" y="0"/>
                    <a:pt x="2" y="12"/>
                    <a:pt x="18" y="17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0" y="13"/>
                    <a:pt x="4" y="0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60851" name="Freeform 64">
              <a:extLst>
                <a:ext uri="{FF2B5EF4-FFF2-40B4-BE49-F238E27FC236}">
                  <a16:creationId xmlns:a16="http://schemas.microsoft.com/office/drawing/2014/main" id="{E0381843-6F08-4BD4-A3C2-7A6F54198BC9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" y="1187"/>
              <a:ext cx="983" cy="1509"/>
            </a:xfrm>
            <a:custGeom>
              <a:avLst/>
              <a:gdLst>
                <a:gd name="T0" fmla="*/ 1332 w 668"/>
                <a:gd name="T1" fmla="*/ 3238 h 1027"/>
                <a:gd name="T2" fmla="*/ 1360 w 668"/>
                <a:gd name="T3" fmla="*/ 3202 h 1027"/>
                <a:gd name="T4" fmla="*/ 1411 w 668"/>
                <a:gd name="T5" fmla="*/ 3202 h 1027"/>
                <a:gd name="T6" fmla="*/ 2001 w 668"/>
                <a:gd name="T7" fmla="*/ 3105 h 1027"/>
                <a:gd name="T8" fmla="*/ 1998 w 668"/>
                <a:gd name="T9" fmla="*/ 3064 h 1027"/>
                <a:gd name="T10" fmla="*/ 2043 w 668"/>
                <a:gd name="T11" fmla="*/ 3009 h 1027"/>
                <a:gd name="T12" fmla="*/ 1994 w 668"/>
                <a:gd name="T13" fmla="*/ 2630 h 1027"/>
                <a:gd name="T14" fmla="*/ 2109 w 668"/>
                <a:gd name="T15" fmla="*/ 2602 h 1027"/>
                <a:gd name="T16" fmla="*/ 2107 w 668"/>
                <a:gd name="T17" fmla="*/ 2407 h 1027"/>
                <a:gd name="T18" fmla="*/ 2121 w 668"/>
                <a:gd name="T19" fmla="*/ 1969 h 1027"/>
                <a:gd name="T20" fmla="*/ 2103 w 668"/>
                <a:gd name="T21" fmla="*/ 1735 h 1027"/>
                <a:gd name="T22" fmla="*/ 2090 w 668"/>
                <a:gd name="T23" fmla="*/ 1413 h 1027"/>
                <a:gd name="T24" fmla="*/ 2090 w 668"/>
                <a:gd name="T25" fmla="*/ 1137 h 1027"/>
                <a:gd name="T26" fmla="*/ 2066 w 668"/>
                <a:gd name="T27" fmla="*/ 934 h 1027"/>
                <a:gd name="T28" fmla="*/ 2053 w 668"/>
                <a:gd name="T29" fmla="*/ 763 h 1027"/>
                <a:gd name="T30" fmla="*/ 2007 w 668"/>
                <a:gd name="T31" fmla="*/ 473 h 1027"/>
                <a:gd name="T32" fmla="*/ 1914 w 668"/>
                <a:gd name="T33" fmla="*/ 259 h 1027"/>
                <a:gd name="T34" fmla="*/ 1441 w 668"/>
                <a:gd name="T35" fmla="*/ 68 h 1027"/>
                <a:gd name="T36" fmla="*/ 1326 w 668"/>
                <a:gd name="T37" fmla="*/ 0 h 1027"/>
                <a:gd name="T38" fmla="*/ 1299 w 668"/>
                <a:gd name="T39" fmla="*/ 120 h 1027"/>
                <a:gd name="T40" fmla="*/ 1087 w 668"/>
                <a:gd name="T41" fmla="*/ 511 h 1027"/>
                <a:gd name="T42" fmla="*/ 1067 w 668"/>
                <a:gd name="T43" fmla="*/ 469 h 1027"/>
                <a:gd name="T44" fmla="*/ 831 w 668"/>
                <a:gd name="T45" fmla="*/ 120 h 1027"/>
                <a:gd name="T46" fmla="*/ 805 w 668"/>
                <a:gd name="T47" fmla="*/ 0 h 1027"/>
                <a:gd name="T48" fmla="*/ 690 w 668"/>
                <a:gd name="T49" fmla="*/ 68 h 1027"/>
                <a:gd name="T50" fmla="*/ 216 w 668"/>
                <a:gd name="T51" fmla="*/ 259 h 1027"/>
                <a:gd name="T52" fmla="*/ 124 w 668"/>
                <a:gd name="T53" fmla="*/ 473 h 1027"/>
                <a:gd name="T54" fmla="*/ 77 w 668"/>
                <a:gd name="T55" fmla="*/ 763 h 1027"/>
                <a:gd name="T56" fmla="*/ 68 w 668"/>
                <a:gd name="T57" fmla="*/ 934 h 1027"/>
                <a:gd name="T58" fmla="*/ 41 w 668"/>
                <a:gd name="T59" fmla="*/ 1137 h 1027"/>
                <a:gd name="T60" fmla="*/ 41 w 668"/>
                <a:gd name="T61" fmla="*/ 1413 h 1027"/>
                <a:gd name="T62" fmla="*/ 28 w 668"/>
                <a:gd name="T63" fmla="*/ 1735 h 1027"/>
                <a:gd name="T64" fmla="*/ 13 w 668"/>
                <a:gd name="T65" fmla="*/ 1969 h 1027"/>
                <a:gd name="T66" fmla="*/ 26 w 668"/>
                <a:gd name="T67" fmla="*/ 2407 h 1027"/>
                <a:gd name="T68" fmla="*/ 22 w 668"/>
                <a:gd name="T69" fmla="*/ 2602 h 1027"/>
                <a:gd name="T70" fmla="*/ 137 w 668"/>
                <a:gd name="T71" fmla="*/ 2630 h 1027"/>
                <a:gd name="T72" fmla="*/ 88 w 668"/>
                <a:gd name="T73" fmla="*/ 3009 h 1027"/>
                <a:gd name="T74" fmla="*/ 134 w 668"/>
                <a:gd name="T75" fmla="*/ 3064 h 1027"/>
                <a:gd name="T76" fmla="*/ 129 w 668"/>
                <a:gd name="T77" fmla="*/ 3105 h 1027"/>
                <a:gd name="T78" fmla="*/ 1332 w 668"/>
                <a:gd name="T79" fmla="*/ 3238 h 1027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668" h="1027">
                  <a:moveTo>
                    <a:pt x="418" y="1021"/>
                  </a:moveTo>
                  <a:cubicBezTo>
                    <a:pt x="423" y="1021"/>
                    <a:pt x="422" y="1009"/>
                    <a:pt x="427" y="1009"/>
                  </a:cubicBezTo>
                  <a:cubicBezTo>
                    <a:pt x="431" y="1009"/>
                    <a:pt x="439" y="1010"/>
                    <a:pt x="443" y="1009"/>
                  </a:cubicBezTo>
                  <a:cubicBezTo>
                    <a:pt x="547" y="1001"/>
                    <a:pt x="617" y="984"/>
                    <a:pt x="628" y="979"/>
                  </a:cubicBezTo>
                  <a:cubicBezTo>
                    <a:pt x="627" y="966"/>
                    <a:pt x="627" y="966"/>
                    <a:pt x="627" y="966"/>
                  </a:cubicBezTo>
                  <a:cubicBezTo>
                    <a:pt x="627" y="966"/>
                    <a:pt x="638" y="956"/>
                    <a:pt x="641" y="949"/>
                  </a:cubicBezTo>
                  <a:cubicBezTo>
                    <a:pt x="641" y="949"/>
                    <a:pt x="629" y="886"/>
                    <a:pt x="626" y="829"/>
                  </a:cubicBezTo>
                  <a:cubicBezTo>
                    <a:pt x="626" y="829"/>
                    <a:pt x="657" y="834"/>
                    <a:pt x="662" y="820"/>
                  </a:cubicBezTo>
                  <a:cubicBezTo>
                    <a:pt x="662" y="820"/>
                    <a:pt x="659" y="790"/>
                    <a:pt x="661" y="759"/>
                  </a:cubicBezTo>
                  <a:cubicBezTo>
                    <a:pt x="663" y="729"/>
                    <a:pt x="668" y="653"/>
                    <a:pt x="665" y="621"/>
                  </a:cubicBezTo>
                  <a:cubicBezTo>
                    <a:pt x="662" y="590"/>
                    <a:pt x="660" y="569"/>
                    <a:pt x="660" y="547"/>
                  </a:cubicBezTo>
                  <a:cubicBezTo>
                    <a:pt x="660" y="525"/>
                    <a:pt x="657" y="476"/>
                    <a:pt x="656" y="446"/>
                  </a:cubicBezTo>
                  <a:cubicBezTo>
                    <a:pt x="655" y="416"/>
                    <a:pt x="659" y="378"/>
                    <a:pt x="656" y="359"/>
                  </a:cubicBezTo>
                  <a:cubicBezTo>
                    <a:pt x="653" y="340"/>
                    <a:pt x="651" y="311"/>
                    <a:pt x="648" y="295"/>
                  </a:cubicBezTo>
                  <a:cubicBezTo>
                    <a:pt x="644" y="278"/>
                    <a:pt x="646" y="253"/>
                    <a:pt x="644" y="240"/>
                  </a:cubicBezTo>
                  <a:cubicBezTo>
                    <a:pt x="642" y="227"/>
                    <a:pt x="634" y="167"/>
                    <a:pt x="630" y="149"/>
                  </a:cubicBezTo>
                  <a:cubicBezTo>
                    <a:pt x="626" y="130"/>
                    <a:pt x="615" y="98"/>
                    <a:pt x="601" y="82"/>
                  </a:cubicBezTo>
                  <a:cubicBezTo>
                    <a:pt x="601" y="82"/>
                    <a:pt x="530" y="47"/>
                    <a:pt x="452" y="21"/>
                  </a:cubicBezTo>
                  <a:cubicBezTo>
                    <a:pt x="452" y="21"/>
                    <a:pt x="424" y="3"/>
                    <a:pt x="416" y="0"/>
                  </a:cubicBezTo>
                  <a:cubicBezTo>
                    <a:pt x="416" y="0"/>
                    <a:pt x="411" y="26"/>
                    <a:pt x="408" y="38"/>
                  </a:cubicBezTo>
                  <a:cubicBezTo>
                    <a:pt x="406" y="46"/>
                    <a:pt x="374" y="106"/>
                    <a:pt x="341" y="161"/>
                  </a:cubicBezTo>
                  <a:cubicBezTo>
                    <a:pt x="335" y="148"/>
                    <a:pt x="335" y="148"/>
                    <a:pt x="335" y="148"/>
                  </a:cubicBezTo>
                  <a:cubicBezTo>
                    <a:pt x="308" y="107"/>
                    <a:pt x="263" y="46"/>
                    <a:pt x="261" y="38"/>
                  </a:cubicBezTo>
                  <a:cubicBezTo>
                    <a:pt x="258" y="26"/>
                    <a:pt x="253" y="0"/>
                    <a:pt x="253" y="0"/>
                  </a:cubicBezTo>
                  <a:cubicBezTo>
                    <a:pt x="244" y="3"/>
                    <a:pt x="217" y="21"/>
                    <a:pt x="217" y="21"/>
                  </a:cubicBezTo>
                  <a:cubicBezTo>
                    <a:pt x="139" y="47"/>
                    <a:pt x="68" y="82"/>
                    <a:pt x="68" y="82"/>
                  </a:cubicBezTo>
                  <a:cubicBezTo>
                    <a:pt x="54" y="98"/>
                    <a:pt x="43" y="130"/>
                    <a:pt x="39" y="149"/>
                  </a:cubicBezTo>
                  <a:cubicBezTo>
                    <a:pt x="35" y="167"/>
                    <a:pt x="27" y="227"/>
                    <a:pt x="24" y="240"/>
                  </a:cubicBezTo>
                  <a:cubicBezTo>
                    <a:pt x="22" y="253"/>
                    <a:pt x="24" y="278"/>
                    <a:pt x="21" y="295"/>
                  </a:cubicBezTo>
                  <a:cubicBezTo>
                    <a:pt x="18" y="311"/>
                    <a:pt x="16" y="340"/>
                    <a:pt x="13" y="359"/>
                  </a:cubicBezTo>
                  <a:cubicBezTo>
                    <a:pt x="9" y="378"/>
                    <a:pt x="13" y="416"/>
                    <a:pt x="13" y="446"/>
                  </a:cubicBezTo>
                  <a:cubicBezTo>
                    <a:pt x="12" y="476"/>
                    <a:pt x="9" y="525"/>
                    <a:pt x="9" y="547"/>
                  </a:cubicBezTo>
                  <a:cubicBezTo>
                    <a:pt x="9" y="569"/>
                    <a:pt x="7" y="590"/>
                    <a:pt x="4" y="621"/>
                  </a:cubicBezTo>
                  <a:cubicBezTo>
                    <a:pt x="0" y="653"/>
                    <a:pt x="6" y="729"/>
                    <a:pt x="8" y="759"/>
                  </a:cubicBezTo>
                  <a:cubicBezTo>
                    <a:pt x="10" y="790"/>
                    <a:pt x="7" y="820"/>
                    <a:pt x="7" y="820"/>
                  </a:cubicBezTo>
                  <a:cubicBezTo>
                    <a:pt x="11" y="834"/>
                    <a:pt x="43" y="829"/>
                    <a:pt x="43" y="829"/>
                  </a:cubicBezTo>
                  <a:cubicBezTo>
                    <a:pt x="40" y="886"/>
                    <a:pt x="28" y="949"/>
                    <a:pt x="28" y="949"/>
                  </a:cubicBezTo>
                  <a:cubicBezTo>
                    <a:pt x="31" y="956"/>
                    <a:pt x="42" y="966"/>
                    <a:pt x="42" y="966"/>
                  </a:cubicBezTo>
                  <a:cubicBezTo>
                    <a:pt x="41" y="979"/>
                    <a:pt x="41" y="979"/>
                    <a:pt x="41" y="979"/>
                  </a:cubicBezTo>
                  <a:cubicBezTo>
                    <a:pt x="180" y="1013"/>
                    <a:pt x="313" y="1027"/>
                    <a:pt x="418" y="102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60852" name="Freeform 65">
              <a:extLst>
                <a:ext uri="{FF2B5EF4-FFF2-40B4-BE49-F238E27FC236}">
                  <a16:creationId xmlns:a16="http://schemas.microsoft.com/office/drawing/2014/main" id="{FCBC491A-F20D-49DF-B9C3-7B8A21168A3E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" y="1187"/>
              <a:ext cx="983" cy="1509"/>
            </a:xfrm>
            <a:custGeom>
              <a:avLst/>
              <a:gdLst>
                <a:gd name="T0" fmla="*/ 1332 w 668"/>
                <a:gd name="T1" fmla="*/ 3238 h 1027"/>
                <a:gd name="T2" fmla="*/ 1360 w 668"/>
                <a:gd name="T3" fmla="*/ 3202 h 1027"/>
                <a:gd name="T4" fmla="*/ 1411 w 668"/>
                <a:gd name="T5" fmla="*/ 3202 h 1027"/>
                <a:gd name="T6" fmla="*/ 2001 w 668"/>
                <a:gd name="T7" fmla="*/ 3105 h 1027"/>
                <a:gd name="T8" fmla="*/ 1998 w 668"/>
                <a:gd name="T9" fmla="*/ 3064 h 1027"/>
                <a:gd name="T10" fmla="*/ 2043 w 668"/>
                <a:gd name="T11" fmla="*/ 3009 h 1027"/>
                <a:gd name="T12" fmla="*/ 1994 w 668"/>
                <a:gd name="T13" fmla="*/ 2630 h 1027"/>
                <a:gd name="T14" fmla="*/ 2109 w 668"/>
                <a:gd name="T15" fmla="*/ 2602 h 1027"/>
                <a:gd name="T16" fmla="*/ 2107 w 668"/>
                <a:gd name="T17" fmla="*/ 2407 h 1027"/>
                <a:gd name="T18" fmla="*/ 2121 w 668"/>
                <a:gd name="T19" fmla="*/ 1969 h 1027"/>
                <a:gd name="T20" fmla="*/ 2103 w 668"/>
                <a:gd name="T21" fmla="*/ 1735 h 1027"/>
                <a:gd name="T22" fmla="*/ 2090 w 668"/>
                <a:gd name="T23" fmla="*/ 1413 h 1027"/>
                <a:gd name="T24" fmla="*/ 2090 w 668"/>
                <a:gd name="T25" fmla="*/ 1137 h 1027"/>
                <a:gd name="T26" fmla="*/ 2066 w 668"/>
                <a:gd name="T27" fmla="*/ 934 h 1027"/>
                <a:gd name="T28" fmla="*/ 2053 w 668"/>
                <a:gd name="T29" fmla="*/ 763 h 1027"/>
                <a:gd name="T30" fmla="*/ 2007 w 668"/>
                <a:gd name="T31" fmla="*/ 473 h 1027"/>
                <a:gd name="T32" fmla="*/ 1914 w 668"/>
                <a:gd name="T33" fmla="*/ 259 h 1027"/>
                <a:gd name="T34" fmla="*/ 1441 w 668"/>
                <a:gd name="T35" fmla="*/ 68 h 1027"/>
                <a:gd name="T36" fmla="*/ 1326 w 668"/>
                <a:gd name="T37" fmla="*/ 0 h 1027"/>
                <a:gd name="T38" fmla="*/ 1299 w 668"/>
                <a:gd name="T39" fmla="*/ 120 h 1027"/>
                <a:gd name="T40" fmla="*/ 1087 w 668"/>
                <a:gd name="T41" fmla="*/ 511 h 1027"/>
                <a:gd name="T42" fmla="*/ 1067 w 668"/>
                <a:gd name="T43" fmla="*/ 469 h 1027"/>
                <a:gd name="T44" fmla="*/ 831 w 668"/>
                <a:gd name="T45" fmla="*/ 120 h 1027"/>
                <a:gd name="T46" fmla="*/ 805 w 668"/>
                <a:gd name="T47" fmla="*/ 0 h 1027"/>
                <a:gd name="T48" fmla="*/ 690 w 668"/>
                <a:gd name="T49" fmla="*/ 68 h 1027"/>
                <a:gd name="T50" fmla="*/ 216 w 668"/>
                <a:gd name="T51" fmla="*/ 259 h 1027"/>
                <a:gd name="T52" fmla="*/ 124 w 668"/>
                <a:gd name="T53" fmla="*/ 473 h 1027"/>
                <a:gd name="T54" fmla="*/ 77 w 668"/>
                <a:gd name="T55" fmla="*/ 763 h 1027"/>
                <a:gd name="T56" fmla="*/ 68 w 668"/>
                <a:gd name="T57" fmla="*/ 934 h 1027"/>
                <a:gd name="T58" fmla="*/ 41 w 668"/>
                <a:gd name="T59" fmla="*/ 1137 h 1027"/>
                <a:gd name="T60" fmla="*/ 41 w 668"/>
                <a:gd name="T61" fmla="*/ 1413 h 1027"/>
                <a:gd name="T62" fmla="*/ 28 w 668"/>
                <a:gd name="T63" fmla="*/ 1735 h 1027"/>
                <a:gd name="T64" fmla="*/ 13 w 668"/>
                <a:gd name="T65" fmla="*/ 1969 h 1027"/>
                <a:gd name="T66" fmla="*/ 26 w 668"/>
                <a:gd name="T67" fmla="*/ 2407 h 1027"/>
                <a:gd name="T68" fmla="*/ 22 w 668"/>
                <a:gd name="T69" fmla="*/ 2602 h 1027"/>
                <a:gd name="T70" fmla="*/ 137 w 668"/>
                <a:gd name="T71" fmla="*/ 2630 h 1027"/>
                <a:gd name="T72" fmla="*/ 88 w 668"/>
                <a:gd name="T73" fmla="*/ 3009 h 1027"/>
                <a:gd name="T74" fmla="*/ 134 w 668"/>
                <a:gd name="T75" fmla="*/ 3064 h 1027"/>
                <a:gd name="T76" fmla="*/ 129 w 668"/>
                <a:gd name="T77" fmla="*/ 3105 h 1027"/>
                <a:gd name="T78" fmla="*/ 1332 w 668"/>
                <a:gd name="T79" fmla="*/ 3238 h 1027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668" h="1027">
                  <a:moveTo>
                    <a:pt x="418" y="1021"/>
                  </a:moveTo>
                  <a:cubicBezTo>
                    <a:pt x="423" y="1021"/>
                    <a:pt x="422" y="1009"/>
                    <a:pt x="427" y="1009"/>
                  </a:cubicBezTo>
                  <a:cubicBezTo>
                    <a:pt x="431" y="1009"/>
                    <a:pt x="439" y="1010"/>
                    <a:pt x="443" y="1009"/>
                  </a:cubicBezTo>
                  <a:cubicBezTo>
                    <a:pt x="547" y="1001"/>
                    <a:pt x="617" y="984"/>
                    <a:pt x="628" y="979"/>
                  </a:cubicBezTo>
                  <a:cubicBezTo>
                    <a:pt x="627" y="966"/>
                    <a:pt x="627" y="966"/>
                    <a:pt x="627" y="966"/>
                  </a:cubicBezTo>
                  <a:cubicBezTo>
                    <a:pt x="627" y="966"/>
                    <a:pt x="638" y="956"/>
                    <a:pt x="641" y="949"/>
                  </a:cubicBezTo>
                  <a:cubicBezTo>
                    <a:pt x="641" y="949"/>
                    <a:pt x="629" y="886"/>
                    <a:pt x="626" y="829"/>
                  </a:cubicBezTo>
                  <a:cubicBezTo>
                    <a:pt x="626" y="829"/>
                    <a:pt x="657" y="834"/>
                    <a:pt x="662" y="820"/>
                  </a:cubicBezTo>
                  <a:cubicBezTo>
                    <a:pt x="662" y="820"/>
                    <a:pt x="659" y="790"/>
                    <a:pt x="661" y="759"/>
                  </a:cubicBezTo>
                  <a:cubicBezTo>
                    <a:pt x="663" y="729"/>
                    <a:pt x="668" y="653"/>
                    <a:pt x="665" y="621"/>
                  </a:cubicBezTo>
                  <a:cubicBezTo>
                    <a:pt x="662" y="590"/>
                    <a:pt x="660" y="569"/>
                    <a:pt x="660" y="547"/>
                  </a:cubicBezTo>
                  <a:cubicBezTo>
                    <a:pt x="660" y="525"/>
                    <a:pt x="657" y="476"/>
                    <a:pt x="656" y="446"/>
                  </a:cubicBezTo>
                  <a:cubicBezTo>
                    <a:pt x="655" y="416"/>
                    <a:pt x="659" y="378"/>
                    <a:pt x="656" y="359"/>
                  </a:cubicBezTo>
                  <a:cubicBezTo>
                    <a:pt x="653" y="340"/>
                    <a:pt x="651" y="311"/>
                    <a:pt x="648" y="295"/>
                  </a:cubicBezTo>
                  <a:cubicBezTo>
                    <a:pt x="644" y="278"/>
                    <a:pt x="646" y="253"/>
                    <a:pt x="644" y="240"/>
                  </a:cubicBezTo>
                  <a:cubicBezTo>
                    <a:pt x="642" y="227"/>
                    <a:pt x="634" y="167"/>
                    <a:pt x="630" y="149"/>
                  </a:cubicBezTo>
                  <a:cubicBezTo>
                    <a:pt x="626" y="130"/>
                    <a:pt x="615" y="98"/>
                    <a:pt x="601" y="82"/>
                  </a:cubicBezTo>
                  <a:cubicBezTo>
                    <a:pt x="601" y="82"/>
                    <a:pt x="530" y="47"/>
                    <a:pt x="452" y="21"/>
                  </a:cubicBezTo>
                  <a:cubicBezTo>
                    <a:pt x="452" y="21"/>
                    <a:pt x="424" y="3"/>
                    <a:pt x="416" y="0"/>
                  </a:cubicBezTo>
                  <a:cubicBezTo>
                    <a:pt x="416" y="0"/>
                    <a:pt x="411" y="26"/>
                    <a:pt x="408" y="38"/>
                  </a:cubicBezTo>
                  <a:cubicBezTo>
                    <a:pt x="406" y="46"/>
                    <a:pt x="374" y="106"/>
                    <a:pt x="341" y="161"/>
                  </a:cubicBezTo>
                  <a:cubicBezTo>
                    <a:pt x="335" y="148"/>
                    <a:pt x="335" y="148"/>
                    <a:pt x="335" y="148"/>
                  </a:cubicBezTo>
                  <a:cubicBezTo>
                    <a:pt x="308" y="107"/>
                    <a:pt x="263" y="46"/>
                    <a:pt x="261" y="38"/>
                  </a:cubicBezTo>
                  <a:cubicBezTo>
                    <a:pt x="258" y="26"/>
                    <a:pt x="253" y="0"/>
                    <a:pt x="253" y="0"/>
                  </a:cubicBezTo>
                  <a:cubicBezTo>
                    <a:pt x="244" y="3"/>
                    <a:pt x="217" y="21"/>
                    <a:pt x="217" y="21"/>
                  </a:cubicBezTo>
                  <a:cubicBezTo>
                    <a:pt x="139" y="47"/>
                    <a:pt x="68" y="82"/>
                    <a:pt x="68" y="82"/>
                  </a:cubicBezTo>
                  <a:cubicBezTo>
                    <a:pt x="54" y="98"/>
                    <a:pt x="43" y="130"/>
                    <a:pt x="39" y="149"/>
                  </a:cubicBezTo>
                  <a:cubicBezTo>
                    <a:pt x="35" y="167"/>
                    <a:pt x="27" y="227"/>
                    <a:pt x="24" y="240"/>
                  </a:cubicBezTo>
                  <a:cubicBezTo>
                    <a:pt x="22" y="253"/>
                    <a:pt x="24" y="278"/>
                    <a:pt x="21" y="295"/>
                  </a:cubicBezTo>
                  <a:cubicBezTo>
                    <a:pt x="18" y="311"/>
                    <a:pt x="16" y="340"/>
                    <a:pt x="13" y="359"/>
                  </a:cubicBezTo>
                  <a:cubicBezTo>
                    <a:pt x="9" y="378"/>
                    <a:pt x="13" y="416"/>
                    <a:pt x="13" y="446"/>
                  </a:cubicBezTo>
                  <a:cubicBezTo>
                    <a:pt x="12" y="476"/>
                    <a:pt x="9" y="525"/>
                    <a:pt x="9" y="547"/>
                  </a:cubicBezTo>
                  <a:cubicBezTo>
                    <a:pt x="9" y="569"/>
                    <a:pt x="7" y="590"/>
                    <a:pt x="4" y="621"/>
                  </a:cubicBezTo>
                  <a:cubicBezTo>
                    <a:pt x="0" y="653"/>
                    <a:pt x="6" y="729"/>
                    <a:pt x="8" y="759"/>
                  </a:cubicBezTo>
                  <a:cubicBezTo>
                    <a:pt x="10" y="790"/>
                    <a:pt x="7" y="820"/>
                    <a:pt x="7" y="820"/>
                  </a:cubicBezTo>
                  <a:cubicBezTo>
                    <a:pt x="11" y="834"/>
                    <a:pt x="43" y="829"/>
                    <a:pt x="43" y="829"/>
                  </a:cubicBezTo>
                  <a:cubicBezTo>
                    <a:pt x="40" y="886"/>
                    <a:pt x="28" y="949"/>
                    <a:pt x="28" y="949"/>
                  </a:cubicBezTo>
                  <a:cubicBezTo>
                    <a:pt x="31" y="956"/>
                    <a:pt x="42" y="966"/>
                    <a:pt x="42" y="966"/>
                  </a:cubicBezTo>
                  <a:cubicBezTo>
                    <a:pt x="41" y="979"/>
                    <a:pt x="41" y="979"/>
                    <a:pt x="41" y="979"/>
                  </a:cubicBezTo>
                  <a:cubicBezTo>
                    <a:pt x="180" y="1013"/>
                    <a:pt x="313" y="1027"/>
                    <a:pt x="418" y="1021"/>
                  </a:cubicBezTo>
                  <a:close/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60853" name="Freeform 66">
              <a:extLst>
                <a:ext uri="{FF2B5EF4-FFF2-40B4-BE49-F238E27FC236}">
                  <a16:creationId xmlns:a16="http://schemas.microsoft.com/office/drawing/2014/main" id="{30ECB853-7678-4D1C-B14F-3305535EA5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2" y="1917"/>
              <a:ext cx="210" cy="480"/>
            </a:xfrm>
            <a:custGeom>
              <a:avLst/>
              <a:gdLst>
                <a:gd name="T0" fmla="*/ 432 w 143"/>
                <a:gd name="T1" fmla="*/ 1035 h 327"/>
                <a:gd name="T2" fmla="*/ 266 w 143"/>
                <a:gd name="T3" fmla="*/ 934 h 327"/>
                <a:gd name="T4" fmla="*/ 0 w 143"/>
                <a:gd name="T5" fmla="*/ 939 h 327"/>
                <a:gd name="T6" fmla="*/ 0 w 143"/>
                <a:gd name="T7" fmla="*/ 876 h 327"/>
                <a:gd name="T8" fmla="*/ 13 w 143"/>
                <a:gd name="T9" fmla="*/ 819 h 327"/>
                <a:gd name="T10" fmla="*/ 22 w 143"/>
                <a:gd name="T11" fmla="*/ 737 h 327"/>
                <a:gd name="T12" fmla="*/ 32 w 143"/>
                <a:gd name="T13" fmla="*/ 662 h 327"/>
                <a:gd name="T14" fmla="*/ 50 w 143"/>
                <a:gd name="T15" fmla="*/ 567 h 327"/>
                <a:gd name="T16" fmla="*/ 79 w 143"/>
                <a:gd name="T17" fmla="*/ 468 h 327"/>
                <a:gd name="T18" fmla="*/ 88 w 143"/>
                <a:gd name="T19" fmla="*/ 310 h 327"/>
                <a:gd name="T20" fmla="*/ 95 w 143"/>
                <a:gd name="T21" fmla="*/ 170 h 327"/>
                <a:gd name="T22" fmla="*/ 60 w 143"/>
                <a:gd name="T23" fmla="*/ 0 h 32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43" h="327">
                  <a:moveTo>
                    <a:pt x="136" y="327"/>
                  </a:moveTo>
                  <a:cubicBezTo>
                    <a:pt x="136" y="327"/>
                    <a:pt x="143" y="310"/>
                    <a:pt x="84" y="295"/>
                  </a:cubicBezTo>
                  <a:cubicBezTo>
                    <a:pt x="25" y="280"/>
                    <a:pt x="0" y="297"/>
                    <a:pt x="0" y="297"/>
                  </a:cubicBezTo>
                  <a:cubicBezTo>
                    <a:pt x="0" y="297"/>
                    <a:pt x="0" y="284"/>
                    <a:pt x="0" y="277"/>
                  </a:cubicBezTo>
                  <a:cubicBezTo>
                    <a:pt x="0" y="270"/>
                    <a:pt x="4" y="269"/>
                    <a:pt x="4" y="259"/>
                  </a:cubicBezTo>
                  <a:cubicBezTo>
                    <a:pt x="5" y="249"/>
                    <a:pt x="5" y="243"/>
                    <a:pt x="7" y="233"/>
                  </a:cubicBezTo>
                  <a:cubicBezTo>
                    <a:pt x="10" y="223"/>
                    <a:pt x="7" y="214"/>
                    <a:pt x="10" y="209"/>
                  </a:cubicBezTo>
                  <a:cubicBezTo>
                    <a:pt x="12" y="203"/>
                    <a:pt x="13" y="188"/>
                    <a:pt x="16" y="179"/>
                  </a:cubicBezTo>
                  <a:cubicBezTo>
                    <a:pt x="20" y="171"/>
                    <a:pt x="24" y="156"/>
                    <a:pt x="25" y="148"/>
                  </a:cubicBezTo>
                  <a:cubicBezTo>
                    <a:pt x="25" y="140"/>
                    <a:pt x="27" y="122"/>
                    <a:pt x="28" y="98"/>
                  </a:cubicBezTo>
                  <a:cubicBezTo>
                    <a:pt x="29" y="74"/>
                    <a:pt x="30" y="75"/>
                    <a:pt x="30" y="54"/>
                  </a:cubicBezTo>
                  <a:cubicBezTo>
                    <a:pt x="30" y="33"/>
                    <a:pt x="24" y="25"/>
                    <a:pt x="19" y="0"/>
                  </a:cubicBezTo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60854" name="Freeform 67">
              <a:extLst>
                <a:ext uri="{FF2B5EF4-FFF2-40B4-BE49-F238E27FC236}">
                  <a16:creationId xmlns:a16="http://schemas.microsoft.com/office/drawing/2014/main" id="{48BA97AF-035F-425A-BEEB-9A0FDB1208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2" y="1519"/>
              <a:ext cx="31" cy="491"/>
            </a:xfrm>
            <a:custGeom>
              <a:avLst/>
              <a:gdLst>
                <a:gd name="T0" fmla="*/ 46 w 21"/>
                <a:gd name="T1" fmla="*/ 1061 h 334"/>
                <a:gd name="T2" fmla="*/ 52 w 21"/>
                <a:gd name="T3" fmla="*/ 938 h 334"/>
                <a:gd name="T4" fmla="*/ 41 w 21"/>
                <a:gd name="T5" fmla="*/ 764 h 334"/>
                <a:gd name="T6" fmla="*/ 32 w 21"/>
                <a:gd name="T7" fmla="*/ 434 h 334"/>
                <a:gd name="T8" fmla="*/ 1 w 21"/>
                <a:gd name="T9" fmla="*/ 181 h 334"/>
                <a:gd name="T10" fmla="*/ 15 w 21"/>
                <a:gd name="T11" fmla="*/ 32 h 33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334">
                  <a:moveTo>
                    <a:pt x="14" y="334"/>
                  </a:moveTo>
                  <a:cubicBezTo>
                    <a:pt x="14" y="334"/>
                    <a:pt x="21" y="305"/>
                    <a:pt x="16" y="295"/>
                  </a:cubicBezTo>
                  <a:cubicBezTo>
                    <a:pt x="10" y="285"/>
                    <a:pt x="12" y="262"/>
                    <a:pt x="13" y="241"/>
                  </a:cubicBezTo>
                  <a:cubicBezTo>
                    <a:pt x="14" y="220"/>
                    <a:pt x="8" y="164"/>
                    <a:pt x="10" y="137"/>
                  </a:cubicBezTo>
                  <a:cubicBezTo>
                    <a:pt x="11" y="110"/>
                    <a:pt x="0" y="69"/>
                    <a:pt x="1" y="57"/>
                  </a:cubicBezTo>
                  <a:cubicBezTo>
                    <a:pt x="2" y="46"/>
                    <a:pt x="6" y="0"/>
                    <a:pt x="5" y="10"/>
                  </a:cubicBezTo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60855" name="Freeform 68">
              <a:extLst>
                <a:ext uri="{FF2B5EF4-FFF2-40B4-BE49-F238E27FC236}">
                  <a16:creationId xmlns:a16="http://schemas.microsoft.com/office/drawing/2014/main" id="{3E0B1F4B-C0FE-454C-A2F2-3B9AA5E16C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5" y="1886"/>
              <a:ext cx="8" cy="19"/>
            </a:xfrm>
            <a:custGeom>
              <a:avLst/>
              <a:gdLst>
                <a:gd name="T0" fmla="*/ 0 w 5"/>
                <a:gd name="T1" fmla="*/ 0 h 13"/>
                <a:gd name="T2" fmla="*/ 21 w 5"/>
                <a:gd name="T3" fmla="*/ 41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3">
                  <a:moveTo>
                    <a:pt x="0" y="0"/>
                  </a:moveTo>
                  <a:cubicBezTo>
                    <a:pt x="3" y="3"/>
                    <a:pt x="5" y="8"/>
                    <a:pt x="5" y="13"/>
                  </a:cubicBezTo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60856" name="Freeform 69">
              <a:extLst>
                <a:ext uri="{FF2B5EF4-FFF2-40B4-BE49-F238E27FC236}">
                  <a16:creationId xmlns:a16="http://schemas.microsoft.com/office/drawing/2014/main" id="{4DE5821B-8ACC-46AE-8158-97BEEAC8B2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5" y="1839"/>
              <a:ext cx="93" cy="31"/>
            </a:xfrm>
            <a:custGeom>
              <a:avLst/>
              <a:gdLst>
                <a:gd name="T0" fmla="*/ 0 w 63"/>
                <a:gd name="T1" fmla="*/ 68 h 21"/>
                <a:gd name="T2" fmla="*/ 77 w 63"/>
                <a:gd name="T3" fmla="*/ 22 h 21"/>
                <a:gd name="T4" fmla="*/ 202 w 63"/>
                <a:gd name="T5" fmla="*/ 15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3" h="21">
                  <a:moveTo>
                    <a:pt x="0" y="21"/>
                  </a:moveTo>
                  <a:cubicBezTo>
                    <a:pt x="5" y="14"/>
                    <a:pt x="16" y="10"/>
                    <a:pt x="24" y="7"/>
                  </a:cubicBezTo>
                  <a:cubicBezTo>
                    <a:pt x="38" y="4"/>
                    <a:pt x="50" y="0"/>
                    <a:pt x="63" y="5"/>
                  </a:cubicBezTo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60857" name="Line 70">
              <a:extLst>
                <a:ext uri="{FF2B5EF4-FFF2-40B4-BE49-F238E27FC236}">
                  <a16:creationId xmlns:a16="http://schemas.microsoft.com/office/drawing/2014/main" id="{840B68B2-6F6C-4127-B1D3-DB482695FA9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1413" y="2405"/>
              <a:ext cx="11" cy="1"/>
            </a:xfrm>
            <a:prstGeom prst="line">
              <a:avLst/>
            </a:prstGeom>
            <a:noFill/>
            <a:ln w="7938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60858" name="Freeform 71">
              <a:extLst>
                <a:ext uri="{FF2B5EF4-FFF2-40B4-BE49-F238E27FC236}">
                  <a16:creationId xmlns:a16="http://schemas.microsoft.com/office/drawing/2014/main" id="{DD43B944-B5F2-4D97-BDF1-04A5E73F0385}"/>
                </a:ext>
              </a:extLst>
            </p:cNvPr>
            <p:cNvSpPr>
              <a:spLocks/>
            </p:cNvSpPr>
            <p:nvPr/>
          </p:nvSpPr>
          <p:spPr bwMode="auto">
            <a:xfrm>
              <a:off x="847" y="977"/>
              <a:ext cx="14" cy="65"/>
            </a:xfrm>
            <a:custGeom>
              <a:avLst/>
              <a:gdLst>
                <a:gd name="T0" fmla="*/ 28 w 10"/>
                <a:gd name="T1" fmla="*/ 142 h 44"/>
                <a:gd name="T2" fmla="*/ 11 w 10"/>
                <a:gd name="T3" fmla="*/ 59 h 44"/>
                <a:gd name="T4" fmla="*/ 0 w 10"/>
                <a:gd name="T5" fmla="*/ 0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44">
                  <a:moveTo>
                    <a:pt x="10" y="44"/>
                  </a:moveTo>
                  <a:cubicBezTo>
                    <a:pt x="10" y="44"/>
                    <a:pt x="5" y="25"/>
                    <a:pt x="4" y="18"/>
                  </a:cubicBezTo>
                  <a:cubicBezTo>
                    <a:pt x="2" y="11"/>
                    <a:pt x="0" y="0"/>
                    <a:pt x="0" y="0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60859" name="Freeform 72">
              <a:extLst>
                <a:ext uri="{FF2B5EF4-FFF2-40B4-BE49-F238E27FC236}">
                  <a16:creationId xmlns:a16="http://schemas.microsoft.com/office/drawing/2014/main" id="{FE01FC1A-EE4F-4014-B15E-BE1F87F82C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1" y="956"/>
              <a:ext cx="12" cy="77"/>
            </a:xfrm>
            <a:custGeom>
              <a:avLst/>
              <a:gdLst>
                <a:gd name="T0" fmla="*/ 0 w 8"/>
                <a:gd name="T1" fmla="*/ 169 h 52"/>
                <a:gd name="T2" fmla="*/ 8 w 8"/>
                <a:gd name="T3" fmla="*/ 116 h 52"/>
                <a:gd name="T4" fmla="*/ 21 w 8"/>
                <a:gd name="T5" fmla="*/ 49 h 52"/>
                <a:gd name="T6" fmla="*/ 27 w 8"/>
                <a:gd name="T7" fmla="*/ 0 h 5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52">
                  <a:moveTo>
                    <a:pt x="0" y="52"/>
                  </a:moveTo>
                  <a:cubicBezTo>
                    <a:pt x="0" y="52"/>
                    <a:pt x="1" y="42"/>
                    <a:pt x="2" y="36"/>
                  </a:cubicBezTo>
                  <a:cubicBezTo>
                    <a:pt x="3" y="30"/>
                    <a:pt x="5" y="21"/>
                    <a:pt x="6" y="15"/>
                  </a:cubicBezTo>
                  <a:cubicBezTo>
                    <a:pt x="7" y="10"/>
                    <a:pt x="8" y="0"/>
                    <a:pt x="8" y="0"/>
                  </a:cubicBezTo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60860" name="Freeform 73">
              <a:extLst>
                <a:ext uri="{FF2B5EF4-FFF2-40B4-BE49-F238E27FC236}">
                  <a16:creationId xmlns:a16="http://schemas.microsoft.com/office/drawing/2014/main" id="{E716EAEC-84B5-4F3D-941A-1FBD41CEE12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3" y="905"/>
              <a:ext cx="53" cy="29"/>
            </a:xfrm>
            <a:custGeom>
              <a:avLst/>
              <a:gdLst>
                <a:gd name="T0" fmla="*/ 0 w 36"/>
                <a:gd name="T1" fmla="*/ 41 h 20"/>
                <a:gd name="T2" fmla="*/ 27 w 36"/>
                <a:gd name="T3" fmla="*/ 19 h 20"/>
                <a:gd name="T4" fmla="*/ 93 w 36"/>
                <a:gd name="T5" fmla="*/ 15 h 20"/>
                <a:gd name="T6" fmla="*/ 115 w 36"/>
                <a:gd name="T7" fmla="*/ 42 h 20"/>
                <a:gd name="T8" fmla="*/ 68 w 36"/>
                <a:gd name="T9" fmla="*/ 59 h 20"/>
                <a:gd name="T10" fmla="*/ 19 w 36"/>
                <a:gd name="T11" fmla="*/ 46 h 20"/>
                <a:gd name="T12" fmla="*/ 0 w 36"/>
                <a:gd name="T13" fmla="*/ 41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6" h="20">
                  <a:moveTo>
                    <a:pt x="0" y="13"/>
                  </a:moveTo>
                  <a:cubicBezTo>
                    <a:pt x="0" y="11"/>
                    <a:pt x="3" y="10"/>
                    <a:pt x="8" y="6"/>
                  </a:cubicBezTo>
                  <a:cubicBezTo>
                    <a:pt x="14" y="3"/>
                    <a:pt x="23" y="0"/>
                    <a:pt x="29" y="5"/>
                  </a:cubicBezTo>
                  <a:cubicBezTo>
                    <a:pt x="35" y="10"/>
                    <a:pt x="36" y="14"/>
                    <a:pt x="36" y="14"/>
                  </a:cubicBezTo>
                  <a:cubicBezTo>
                    <a:pt x="36" y="14"/>
                    <a:pt x="30" y="20"/>
                    <a:pt x="21" y="19"/>
                  </a:cubicBezTo>
                  <a:cubicBezTo>
                    <a:pt x="12" y="18"/>
                    <a:pt x="9" y="16"/>
                    <a:pt x="6" y="15"/>
                  </a:cubicBezTo>
                  <a:cubicBezTo>
                    <a:pt x="2" y="14"/>
                    <a:pt x="0" y="16"/>
                    <a:pt x="0" y="13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60861" name="Freeform 74">
              <a:extLst>
                <a:ext uri="{FF2B5EF4-FFF2-40B4-BE49-F238E27FC236}">
                  <a16:creationId xmlns:a16="http://schemas.microsoft.com/office/drawing/2014/main" id="{5C9AF923-8C12-4075-A5DB-C01F2934F942}"/>
                </a:ext>
              </a:extLst>
            </p:cNvPr>
            <p:cNvSpPr>
              <a:spLocks/>
            </p:cNvSpPr>
            <p:nvPr/>
          </p:nvSpPr>
          <p:spPr bwMode="auto">
            <a:xfrm>
              <a:off x="904" y="912"/>
              <a:ext cx="25" cy="12"/>
            </a:xfrm>
            <a:custGeom>
              <a:avLst/>
              <a:gdLst>
                <a:gd name="T0" fmla="*/ 0 w 17"/>
                <a:gd name="T1" fmla="*/ 26 h 8"/>
                <a:gd name="T2" fmla="*/ 9 w 17"/>
                <a:gd name="T3" fmla="*/ 26 h 8"/>
                <a:gd name="T4" fmla="*/ 13 w 17"/>
                <a:gd name="T5" fmla="*/ 18 h 8"/>
                <a:gd name="T6" fmla="*/ 26 w 17"/>
                <a:gd name="T7" fmla="*/ 12 h 8"/>
                <a:gd name="T8" fmla="*/ 35 w 17"/>
                <a:gd name="T9" fmla="*/ 18 h 8"/>
                <a:gd name="T10" fmla="*/ 47 w 17"/>
                <a:gd name="T11" fmla="*/ 26 h 8"/>
                <a:gd name="T12" fmla="*/ 47 w 17"/>
                <a:gd name="T13" fmla="*/ 26 h 8"/>
                <a:gd name="T14" fmla="*/ 32 w 17"/>
                <a:gd name="T15" fmla="*/ 5 h 8"/>
                <a:gd name="T16" fmla="*/ 0 w 17"/>
                <a:gd name="T17" fmla="*/ 14 h 8"/>
                <a:gd name="T18" fmla="*/ 0 w 17"/>
                <a:gd name="T19" fmla="*/ 26 h 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7" h="8">
                  <a:moveTo>
                    <a:pt x="0" y="7"/>
                  </a:moveTo>
                  <a:cubicBezTo>
                    <a:pt x="1" y="7"/>
                    <a:pt x="2" y="8"/>
                    <a:pt x="3" y="7"/>
                  </a:cubicBezTo>
                  <a:cubicBezTo>
                    <a:pt x="3" y="7"/>
                    <a:pt x="4" y="6"/>
                    <a:pt x="4" y="5"/>
                  </a:cubicBezTo>
                  <a:cubicBezTo>
                    <a:pt x="5" y="4"/>
                    <a:pt x="6" y="3"/>
                    <a:pt x="8" y="3"/>
                  </a:cubicBezTo>
                  <a:cubicBezTo>
                    <a:pt x="9" y="3"/>
                    <a:pt x="11" y="4"/>
                    <a:pt x="11" y="5"/>
                  </a:cubicBezTo>
                  <a:cubicBezTo>
                    <a:pt x="12" y="6"/>
                    <a:pt x="13" y="8"/>
                    <a:pt x="15" y="7"/>
                  </a:cubicBezTo>
                  <a:cubicBezTo>
                    <a:pt x="15" y="7"/>
                    <a:pt x="15" y="7"/>
                    <a:pt x="15" y="7"/>
                  </a:cubicBezTo>
                  <a:cubicBezTo>
                    <a:pt x="17" y="4"/>
                    <a:pt x="13" y="1"/>
                    <a:pt x="10" y="1"/>
                  </a:cubicBezTo>
                  <a:cubicBezTo>
                    <a:pt x="7" y="0"/>
                    <a:pt x="2" y="1"/>
                    <a:pt x="0" y="4"/>
                  </a:cubicBezTo>
                  <a:cubicBezTo>
                    <a:pt x="0" y="5"/>
                    <a:pt x="0" y="6"/>
                    <a:pt x="0" y="7"/>
                  </a:cubicBezTo>
                </a:path>
              </a:pathLst>
            </a:custGeom>
            <a:solidFill>
              <a:srgbClr val="0B3D0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60862" name="Freeform 75">
              <a:extLst>
                <a:ext uri="{FF2B5EF4-FFF2-40B4-BE49-F238E27FC236}">
                  <a16:creationId xmlns:a16="http://schemas.microsoft.com/office/drawing/2014/main" id="{D4B9D819-C07A-4029-BE93-CD48BC08E0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1" y="911"/>
              <a:ext cx="25" cy="10"/>
            </a:xfrm>
            <a:custGeom>
              <a:avLst/>
              <a:gdLst>
                <a:gd name="T0" fmla="*/ 0 w 17"/>
                <a:gd name="T1" fmla="*/ 19 h 7"/>
                <a:gd name="T2" fmla="*/ 9 w 17"/>
                <a:gd name="T3" fmla="*/ 19 h 7"/>
                <a:gd name="T4" fmla="*/ 13 w 17"/>
                <a:gd name="T5" fmla="*/ 13 h 7"/>
                <a:gd name="T6" fmla="*/ 26 w 17"/>
                <a:gd name="T7" fmla="*/ 6 h 7"/>
                <a:gd name="T8" fmla="*/ 35 w 17"/>
                <a:gd name="T9" fmla="*/ 13 h 7"/>
                <a:gd name="T10" fmla="*/ 47 w 17"/>
                <a:gd name="T11" fmla="*/ 20 h 7"/>
                <a:gd name="T12" fmla="*/ 47 w 17"/>
                <a:gd name="T13" fmla="*/ 20 h 7"/>
                <a:gd name="T14" fmla="*/ 32 w 17"/>
                <a:gd name="T15" fmla="*/ 0 h 7"/>
                <a:gd name="T16" fmla="*/ 0 w 17"/>
                <a:gd name="T17" fmla="*/ 13 h 7"/>
                <a:gd name="T18" fmla="*/ 0 w 17"/>
                <a:gd name="T19" fmla="*/ 19 h 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7" h="7">
                  <a:moveTo>
                    <a:pt x="0" y="6"/>
                  </a:moveTo>
                  <a:cubicBezTo>
                    <a:pt x="1" y="7"/>
                    <a:pt x="2" y="7"/>
                    <a:pt x="3" y="6"/>
                  </a:cubicBezTo>
                  <a:cubicBezTo>
                    <a:pt x="3" y="6"/>
                    <a:pt x="4" y="5"/>
                    <a:pt x="4" y="4"/>
                  </a:cubicBezTo>
                  <a:cubicBezTo>
                    <a:pt x="5" y="3"/>
                    <a:pt x="6" y="2"/>
                    <a:pt x="8" y="2"/>
                  </a:cubicBezTo>
                  <a:cubicBezTo>
                    <a:pt x="9" y="2"/>
                    <a:pt x="11" y="3"/>
                    <a:pt x="11" y="4"/>
                  </a:cubicBezTo>
                  <a:cubicBezTo>
                    <a:pt x="12" y="5"/>
                    <a:pt x="13" y="7"/>
                    <a:pt x="15" y="7"/>
                  </a:cubicBezTo>
                  <a:cubicBezTo>
                    <a:pt x="15" y="7"/>
                    <a:pt x="15" y="7"/>
                    <a:pt x="15" y="7"/>
                  </a:cubicBezTo>
                  <a:cubicBezTo>
                    <a:pt x="17" y="3"/>
                    <a:pt x="13" y="0"/>
                    <a:pt x="10" y="0"/>
                  </a:cubicBezTo>
                  <a:cubicBezTo>
                    <a:pt x="7" y="0"/>
                    <a:pt x="2" y="0"/>
                    <a:pt x="0" y="4"/>
                  </a:cubicBezTo>
                  <a:cubicBezTo>
                    <a:pt x="0" y="4"/>
                    <a:pt x="0" y="5"/>
                    <a:pt x="0" y="6"/>
                  </a:cubicBezTo>
                </a:path>
              </a:pathLst>
            </a:custGeom>
            <a:solidFill>
              <a:srgbClr val="0B3D0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60863" name="Oval 76">
              <a:extLst>
                <a:ext uri="{FF2B5EF4-FFF2-40B4-BE49-F238E27FC236}">
                  <a16:creationId xmlns:a16="http://schemas.microsoft.com/office/drawing/2014/main" id="{81225DDA-49E4-42AC-9558-FE58A4F018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8" y="918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864" name="Oval 77">
              <a:extLst>
                <a:ext uri="{FF2B5EF4-FFF2-40B4-BE49-F238E27FC236}">
                  <a16:creationId xmlns:a16="http://schemas.microsoft.com/office/drawing/2014/main" id="{C07A18A5-73DB-440D-A9AD-17A3B82AB7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35" y="915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865" name="Freeform 78">
              <a:extLst>
                <a:ext uri="{FF2B5EF4-FFF2-40B4-BE49-F238E27FC236}">
                  <a16:creationId xmlns:a16="http://schemas.microsoft.com/office/drawing/2014/main" id="{0AE35CB4-165F-4EF8-8E2C-E4DC57AF564D}"/>
                </a:ext>
              </a:extLst>
            </p:cNvPr>
            <p:cNvSpPr>
              <a:spLocks/>
            </p:cNvSpPr>
            <p:nvPr/>
          </p:nvSpPr>
          <p:spPr bwMode="auto">
            <a:xfrm>
              <a:off x="997" y="896"/>
              <a:ext cx="44" cy="140"/>
            </a:xfrm>
            <a:custGeom>
              <a:avLst/>
              <a:gdLst>
                <a:gd name="T0" fmla="*/ 26 w 30"/>
                <a:gd name="T1" fmla="*/ 0 h 95"/>
                <a:gd name="T2" fmla="*/ 1 w 30"/>
                <a:gd name="T3" fmla="*/ 63 h 95"/>
                <a:gd name="T4" fmla="*/ 1 w 30"/>
                <a:gd name="T5" fmla="*/ 100 h 95"/>
                <a:gd name="T6" fmla="*/ 0 w 30"/>
                <a:gd name="T7" fmla="*/ 128 h 95"/>
                <a:gd name="T8" fmla="*/ 9 w 30"/>
                <a:gd name="T9" fmla="*/ 156 h 95"/>
                <a:gd name="T10" fmla="*/ 34 w 30"/>
                <a:gd name="T11" fmla="*/ 180 h 95"/>
                <a:gd name="T12" fmla="*/ 45 w 30"/>
                <a:gd name="T13" fmla="*/ 202 h 95"/>
                <a:gd name="T14" fmla="*/ 38 w 30"/>
                <a:gd name="T15" fmla="*/ 234 h 95"/>
                <a:gd name="T16" fmla="*/ 73 w 30"/>
                <a:gd name="T17" fmla="*/ 270 h 95"/>
                <a:gd name="T18" fmla="*/ 95 w 30"/>
                <a:gd name="T19" fmla="*/ 304 h 95"/>
                <a:gd name="T20" fmla="*/ 82 w 30"/>
                <a:gd name="T21" fmla="*/ 271 h 95"/>
                <a:gd name="T22" fmla="*/ 66 w 30"/>
                <a:gd name="T23" fmla="*/ 242 h 95"/>
                <a:gd name="T24" fmla="*/ 63 w 30"/>
                <a:gd name="T25" fmla="*/ 175 h 95"/>
                <a:gd name="T26" fmla="*/ 47 w 30"/>
                <a:gd name="T27" fmla="*/ 122 h 95"/>
                <a:gd name="T28" fmla="*/ 56 w 30"/>
                <a:gd name="T29" fmla="*/ 93 h 95"/>
                <a:gd name="T30" fmla="*/ 34 w 30"/>
                <a:gd name="T31" fmla="*/ 77 h 95"/>
                <a:gd name="T32" fmla="*/ 26 w 30"/>
                <a:gd name="T33" fmla="*/ 59 h 95"/>
                <a:gd name="T34" fmla="*/ 28 w 30"/>
                <a:gd name="T35" fmla="*/ 46 h 95"/>
                <a:gd name="T36" fmla="*/ 26 w 30"/>
                <a:gd name="T37" fmla="*/ 6 h 95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30" h="95">
                  <a:moveTo>
                    <a:pt x="8" y="0"/>
                  </a:moveTo>
                  <a:cubicBezTo>
                    <a:pt x="1" y="4"/>
                    <a:pt x="1" y="13"/>
                    <a:pt x="1" y="20"/>
                  </a:cubicBezTo>
                  <a:cubicBezTo>
                    <a:pt x="1" y="23"/>
                    <a:pt x="1" y="27"/>
                    <a:pt x="1" y="31"/>
                  </a:cubicBezTo>
                  <a:cubicBezTo>
                    <a:pt x="1" y="34"/>
                    <a:pt x="0" y="37"/>
                    <a:pt x="0" y="40"/>
                  </a:cubicBezTo>
                  <a:cubicBezTo>
                    <a:pt x="0" y="43"/>
                    <a:pt x="2" y="47"/>
                    <a:pt x="3" y="49"/>
                  </a:cubicBezTo>
                  <a:cubicBezTo>
                    <a:pt x="5" y="52"/>
                    <a:pt x="9" y="54"/>
                    <a:pt x="11" y="56"/>
                  </a:cubicBezTo>
                  <a:cubicBezTo>
                    <a:pt x="13" y="59"/>
                    <a:pt x="14" y="60"/>
                    <a:pt x="14" y="63"/>
                  </a:cubicBezTo>
                  <a:cubicBezTo>
                    <a:pt x="14" y="66"/>
                    <a:pt x="12" y="71"/>
                    <a:pt x="12" y="73"/>
                  </a:cubicBezTo>
                  <a:cubicBezTo>
                    <a:pt x="13" y="76"/>
                    <a:pt x="21" y="81"/>
                    <a:pt x="23" y="84"/>
                  </a:cubicBezTo>
                  <a:cubicBezTo>
                    <a:pt x="26" y="88"/>
                    <a:pt x="27" y="92"/>
                    <a:pt x="30" y="95"/>
                  </a:cubicBezTo>
                  <a:cubicBezTo>
                    <a:pt x="28" y="92"/>
                    <a:pt x="27" y="88"/>
                    <a:pt x="26" y="85"/>
                  </a:cubicBezTo>
                  <a:cubicBezTo>
                    <a:pt x="24" y="81"/>
                    <a:pt x="22" y="78"/>
                    <a:pt x="21" y="75"/>
                  </a:cubicBezTo>
                  <a:cubicBezTo>
                    <a:pt x="18" y="69"/>
                    <a:pt x="20" y="62"/>
                    <a:pt x="20" y="55"/>
                  </a:cubicBezTo>
                  <a:cubicBezTo>
                    <a:pt x="13" y="54"/>
                    <a:pt x="13" y="43"/>
                    <a:pt x="15" y="38"/>
                  </a:cubicBezTo>
                  <a:cubicBezTo>
                    <a:pt x="16" y="35"/>
                    <a:pt x="19" y="33"/>
                    <a:pt x="18" y="29"/>
                  </a:cubicBezTo>
                  <a:cubicBezTo>
                    <a:pt x="17" y="27"/>
                    <a:pt x="12" y="25"/>
                    <a:pt x="11" y="24"/>
                  </a:cubicBezTo>
                  <a:cubicBezTo>
                    <a:pt x="10" y="22"/>
                    <a:pt x="9" y="21"/>
                    <a:pt x="8" y="18"/>
                  </a:cubicBezTo>
                  <a:cubicBezTo>
                    <a:pt x="8" y="16"/>
                    <a:pt x="9" y="15"/>
                    <a:pt x="9" y="14"/>
                  </a:cubicBezTo>
                  <a:cubicBezTo>
                    <a:pt x="9" y="10"/>
                    <a:pt x="8" y="6"/>
                    <a:pt x="8" y="2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60866" name="Freeform 79">
              <a:extLst>
                <a:ext uri="{FF2B5EF4-FFF2-40B4-BE49-F238E27FC236}">
                  <a16:creationId xmlns:a16="http://schemas.microsoft.com/office/drawing/2014/main" id="{1654079F-0699-4E47-9CB9-3C9587BFE8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7" y="892"/>
              <a:ext cx="19" cy="28"/>
            </a:xfrm>
            <a:custGeom>
              <a:avLst/>
              <a:gdLst>
                <a:gd name="T0" fmla="*/ 1 w 13"/>
                <a:gd name="T1" fmla="*/ 60 h 19"/>
                <a:gd name="T2" fmla="*/ 9 w 13"/>
                <a:gd name="T3" fmla="*/ 41 h 19"/>
                <a:gd name="T4" fmla="*/ 22 w 13"/>
                <a:gd name="T5" fmla="*/ 35 h 19"/>
                <a:gd name="T6" fmla="*/ 32 w 13"/>
                <a:gd name="T7" fmla="*/ 28 h 19"/>
                <a:gd name="T8" fmla="*/ 41 w 13"/>
                <a:gd name="T9" fmla="*/ 22 h 19"/>
                <a:gd name="T10" fmla="*/ 38 w 13"/>
                <a:gd name="T11" fmla="*/ 0 h 19"/>
                <a:gd name="T12" fmla="*/ 15 w 13"/>
                <a:gd name="T13" fmla="*/ 1 h 19"/>
                <a:gd name="T14" fmla="*/ 6 w 13"/>
                <a:gd name="T15" fmla="*/ 9 h 19"/>
                <a:gd name="T16" fmla="*/ 0 w 13"/>
                <a:gd name="T17" fmla="*/ 13 h 1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" h="19">
                  <a:moveTo>
                    <a:pt x="1" y="19"/>
                  </a:moveTo>
                  <a:cubicBezTo>
                    <a:pt x="1" y="17"/>
                    <a:pt x="2" y="15"/>
                    <a:pt x="3" y="13"/>
                  </a:cubicBezTo>
                  <a:cubicBezTo>
                    <a:pt x="4" y="12"/>
                    <a:pt x="5" y="12"/>
                    <a:pt x="7" y="11"/>
                  </a:cubicBezTo>
                  <a:cubicBezTo>
                    <a:pt x="8" y="10"/>
                    <a:pt x="9" y="9"/>
                    <a:pt x="10" y="9"/>
                  </a:cubicBezTo>
                  <a:cubicBezTo>
                    <a:pt x="11" y="8"/>
                    <a:pt x="12" y="7"/>
                    <a:pt x="13" y="7"/>
                  </a:cubicBezTo>
                  <a:cubicBezTo>
                    <a:pt x="11" y="5"/>
                    <a:pt x="13" y="2"/>
                    <a:pt x="12" y="0"/>
                  </a:cubicBezTo>
                  <a:cubicBezTo>
                    <a:pt x="10" y="0"/>
                    <a:pt x="7" y="0"/>
                    <a:pt x="5" y="1"/>
                  </a:cubicBezTo>
                  <a:cubicBezTo>
                    <a:pt x="4" y="2"/>
                    <a:pt x="3" y="2"/>
                    <a:pt x="2" y="3"/>
                  </a:cubicBezTo>
                  <a:cubicBezTo>
                    <a:pt x="2" y="3"/>
                    <a:pt x="1" y="3"/>
                    <a:pt x="0" y="4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60867" name="Freeform 80">
              <a:extLst>
                <a:ext uri="{FF2B5EF4-FFF2-40B4-BE49-F238E27FC236}">
                  <a16:creationId xmlns:a16="http://schemas.microsoft.com/office/drawing/2014/main" id="{B20EF363-5803-4468-BB18-19F32971FB0F}"/>
                </a:ext>
              </a:extLst>
            </p:cNvPr>
            <p:cNvSpPr>
              <a:spLocks/>
            </p:cNvSpPr>
            <p:nvPr/>
          </p:nvSpPr>
          <p:spPr bwMode="auto">
            <a:xfrm>
              <a:off x="970" y="1009"/>
              <a:ext cx="12" cy="25"/>
            </a:xfrm>
            <a:custGeom>
              <a:avLst/>
              <a:gdLst>
                <a:gd name="T0" fmla="*/ 26 w 8"/>
                <a:gd name="T1" fmla="*/ 54 h 17"/>
                <a:gd name="T2" fmla="*/ 12 w 8"/>
                <a:gd name="T3" fmla="*/ 51 h 17"/>
                <a:gd name="T4" fmla="*/ 0 w 8"/>
                <a:gd name="T5" fmla="*/ 46 h 17"/>
                <a:gd name="T6" fmla="*/ 8 w 8"/>
                <a:gd name="T7" fmla="*/ 15 h 17"/>
                <a:gd name="T8" fmla="*/ 0 w 8"/>
                <a:gd name="T9" fmla="*/ 0 h 17"/>
                <a:gd name="T10" fmla="*/ 18 w 8"/>
                <a:gd name="T11" fmla="*/ 1 h 17"/>
                <a:gd name="T12" fmla="*/ 27 w 8"/>
                <a:gd name="T13" fmla="*/ 54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" h="17">
                  <a:moveTo>
                    <a:pt x="7" y="17"/>
                  </a:moveTo>
                  <a:cubicBezTo>
                    <a:pt x="6" y="16"/>
                    <a:pt x="5" y="16"/>
                    <a:pt x="3" y="16"/>
                  </a:cubicBezTo>
                  <a:cubicBezTo>
                    <a:pt x="2" y="15"/>
                    <a:pt x="2" y="15"/>
                    <a:pt x="0" y="14"/>
                  </a:cubicBezTo>
                  <a:cubicBezTo>
                    <a:pt x="1" y="11"/>
                    <a:pt x="2" y="8"/>
                    <a:pt x="2" y="5"/>
                  </a:cubicBezTo>
                  <a:cubicBezTo>
                    <a:pt x="2" y="3"/>
                    <a:pt x="0" y="1"/>
                    <a:pt x="0" y="0"/>
                  </a:cubicBezTo>
                  <a:cubicBezTo>
                    <a:pt x="1" y="0"/>
                    <a:pt x="3" y="1"/>
                    <a:pt x="5" y="1"/>
                  </a:cubicBezTo>
                  <a:cubicBezTo>
                    <a:pt x="5" y="2"/>
                    <a:pt x="6" y="17"/>
                    <a:pt x="8" y="17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60868" name="Freeform 81">
              <a:extLst>
                <a:ext uri="{FF2B5EF4-FFF2-40B4-BE49-F238E27FC236}">
                  <a16:creationId xmlns:a16="http://schemas.microsoft.com/office/drawing/2014/main" id="{6DEA5B1F-F8C4-4942-A784-F9C35549B853}"/>
                </a:ext>
              </a:extLst>
            </p:cNvPr>
            <p:cNvSpPr>
              <a:spLocks/>
            </p:cNvSpPr>
            <p:nvPr/>
          </p:nvSpPr>
          <p:spPr bwMode="auto">
            <a:xfrm>
              <a:off x="995" y="1014"/>
              <a:ext cx="8" cy="17"/>
            </a:xfrm>
            <a:custGeom>
              <a:avLst/>
              <a:gdLst>
                <a:gd name="T0" fmla="*/ 5 w 5"/>
                <a:gd name="T1" fmla="*/ 28 h 12"/>
                <a:gd name="T2" fmla="*/ 0 w 5"/>
                <a:gd name="T3" fmla="*/ 13 h 12"/>
                <a:gd name="T4" fmla="*/ 0 w 5"/>
                <a:gd name="T5" fmla="*/ 0 h 12"/>
                <a:gd name="T6" fmla="*/ 8 w 5"/>
                <a:gd name="T7" fmla="*/ 23 h 12"/>
                <a:gd name="T8" fmla="*/ 21 w 5"/>
                <a:gd name="T9" fmla="*/ 34 h 12"/>
                <a:gd name="T10" fmla="*/ 5 w 5"/>
                <a:gd name="T11" fmla="*/ 28 h 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" h="12">
                  <a:moveTo>
                    <a:pt x="1" y="10"/>
                  </a:moveTo>
                  <a:cubicBezTo>
                    <a:pt x="0" y="8"/>
                    <a:pt x="0" y="6"/>
                    <a:pt x="0" y="4"/>
                  </a:cubicBezTo>
                  <a:cubicBezTo>
                    <a:pt x="0" y="3"/>
                    <a:pt x="0" y="1"/>
                    <a:pt x="0" y="0"/>
                  </a:cubicBezTo>
                  <a:cubicBezTo>
                    <a:pt x="1" y="2"/>
                    <a:pt x="1" y="5"/>
                    <a:pt x="2" y="8"/>
                  </a:cubicBezTo>
                  <a:cubicBezTo>
                    <a:pt x="3" y="9"/>
                    <a:pt x="5" y="10"/>
                    <a:pt x="5" y="12"/>
                  </a:cubicBezTo>
                  <a:cubicBezTo>
                    <a:pt x="4" y="11"/>
                    <a:pt x="2" y="11"/>
                    <a:pt x="1" y="10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60869" name="Freeform 82">
              <a:extLst>
                <a:ext uri="{FF2B5EF4-FFF2-40B4-BE49-F238E27FC236}">
                  <a16:creationId xmlns:a16="http://schemas.microsoft.com/office/drawing/2014/main" id="{58174D52-95C2-475E-B4C5-472A10EB9297}"/>
                </a:ext>
              </a:extLst>
            </p:cNvPr>
            <p:cNvSpPr>
              <a:spLocks/>
            </p:cNvSpPr>
            <p:nvPr/>
          </p:nvSpPr>
          <p:spPr bwMode="auto">
            <a:xfrm>
              <a:off x="960" y="1077"/>
              <a:ext cx="54" cy="13"/>
            </a:xfrm>
            <a:custGeom>
              <a:avLst/>
              <a:gdLst>
                <a:gd name="T0" fmla="*/ 0 w 37"/>
                <a:gd name="T1" fmla="*/ 20 h 9"/>
                <a:gd name="T2" fmla="*/ 74 w 37"/>
                <a:gd name="T3" fmla="*/ 14 h 9"/>
                <a:gd name="T4" fmla="*/ 115 w 37"/>
                <a:gd name="T5" fmla="*/ 19 h 9"/>
                <a:gd name="T6" fmla="*/ 115 w 37"/>
                <a:gd name="T7" fmla="*/ 14 h 9"/>
                <a:gd name="T8" fmla="*/ 1 w 37"/>
                <a:gd name="T9" fmla="*/ 20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" h="9">
                  <a:moveTo>
                    <a:pt x="0" y="7"/>
                  </a:moveTo>
                  <a:cubicBezTo>
                    <a:pt x="8" y="9"/>
                    <a:pt x="17" y="6"/>
                    <a:pt x="24" y="5"/>
                  </a:cubicBezTo>
                  <a:cubicBezTo>
                    <a:pt x="28" y="5"/>
                    <a:pt x="33" y="5"/>
                    <a:pt x="37" y="6"/>
                  </a:cubicBezTo>
                  <a:cubicBezTo>
                    <a:pt x="37" y="6"/>
                    <a:pt x="37" y="5"/>
                    <a:pt x="37" y="5"/>
                  </a:cubicBezTo>
                  <a:cubicBezTo>
                    <a:pt x="25" y="0"/>
                    <a:pt x="13" y="4"/>
                    <a:pt x="1" y="7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60870" name="Freeform 83">
              <a:extLst>
                <a:ext uri="{FF2B5EF4-FFF2-40B4-BE49-F238E27FC236}">
                  <a16:creationId xmlns:a16="http://schemas.microsoft.com/office/drawing/2014/main" id="{1FD3D59C-B08E-41DC-90C6-0B05DC6F78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3" y="955"/>
              <a:ext cx="21" cy="51"/>
            </a:xfrm>
            <a:custGeom>
              <a:avLst/>
              <a:gdLst>
                <a:gd name="T0" fmla="*/ 48 w 14"/>
                <a:gd name="T1" fmla="*/ 1 h 35"/>
                <a:gd name="T2" fmla="*/ 41 w 14"/>
                <a:gd name="T3" fmla="*/ 0 h 35"/>
                <a:gd name="T4" fmla="*/ 21 w 14"/>
                <a:gd name="T5" fmla="*/ 34 h 35"/>
                <a:gd name="T6" fmla="*/ 21 w 14"/>
                <a:gd name="T7" fmla="*/ 61 h 35"/>
                <a:gd name="T8" fmla="*/ 8 w 14"/>
                <a:gd name="T9" fmla="*/ 96 h 35"/>
                <a:gd name="T10" fmla="*/ 26 w 14"/>
                <a:gd name="T11" fmla="*/ 96 h 35"/>
                <a:gd name="T12" fmla="*/ 27 w 14"/>
                <a:gd name="T13" fmla="*/ 87 h 35"/>
                <a:gd name="T14" fmla="*/ 21 w 14"/>
                <a:gd name="T15" fmla="*/ 83 h 35"/>
                <a:gd name="T16" fmla="*/ 32 w 14"/>
                <a:gd name="T17" fmla="*/ 61 h 35"/>
                <a:gd name="T18" fmla="*/ 32 w 14"/>
                <a:gd name="T19" fmla="*/ 42 h 35"/>
                <a:gd name="T20" fmla="*/ 39 w 14"/>
                <a:gd name="T21" fmla="*/ 19 h 35"/>
                <a:gd name="T22" fmla="*/ 45 w 14"/>
                <a:gd name="T23" fmla="*/ 0 h 3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4" h="35">
                  <a:moveTo>
                    <a:pt x="14" y="1"/>
                  </a:moveTo>
                  <a:cubicBezTo>
                    <a:pt x="13" y="0"/>
                    <a:pt x="13" y="0"/>
                    <a:pt x="12" y="0"/>
                  </a:cubicBezTo>
                  <a:cubicBezTo>
                    <a:pt x="10" y="3"/>
                    <a:pt x="8" y="7"/>
                    <a:pt x="6" y="11"/>
                  </a:cubicBezTo>
                  <a:cubicBezTo>
                    <a:pt x="4" y="14"/>
                    <a:pt x="6" y="16"/>
                    <a:pt x="6" y="20"/>
                  </a:cubicBezTo>
                  <a:cubicBezTo>
                    <a:pt x="6" y="24"/>
                    <a:pt x="3" y="27"/>
                    <a:pt x="2" y="31"/>
                  </a:cubicBezTo>
                  <a:cubicBezTo>
                    <a:pt x="0" y="35"/>
                    <a:pt x="5" y="30"/>
                    <a:pt x="7" y="31"/>
                  </a:cubicBezTo>
                  <a:cubicBezTo>
                    <a:pt x="7" y="30"/>
                    <a:pt x="8" y="29"/>
                    <a:pt x="8" y="28"/>
                  </a:cubicBezTo>
                  <a:cubicBezTo>
                    <a:pt x="7" y="28"/>
                    <a:pt x="7" y="27"/>
                    <a:pt x="6" y="27"/>
                  </a:cubicBezTo>
                  <a:cubicBezTo>
                    <a:pt x="6" y="25"/>
                    <a:pt x="8" y="22"/>
                    <a:pt x="9" y="20"/>
                  </a:cubicBezTo>
                  <a:cubicBezTo>
                    <a:pt x="9" y="18"/>
                    <a:pt x="9" y="16"/>
                    <a:pt x="9" y="14"/>
                  </a:cubicBezTo>
                  <a:cubicBezTo>
                    <a:pt x="9" y="11"/>
                    <a:pt x="10" y="8"/>
                    <a:pt x="11" y="6"/>
                  </a:cubicBezTo>
                  <a:cubicBezTo>
                    <a:pt x="12" y="5"/>
                    <a:pt x="12" y="2"/>
                    <a:pt x="13" y="0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60871" name="Freeform 84">
              <a:extLst>
                <a:ext uri="{FF2B5EF4-FFF2-40B4-BE49-F238E27FC236}">
                  <a16:creationId xmlns:a16="http://schemas.microsoft.com/office/drawing/2014/main" id="{A53F7F23-EBF2-470C-87FF-A5B9DF353C4F}"/>
                </a:ext>
              </a:extLst>
            </p:cNvPr>
            <p:cNvSpPr>
              <a:spLocks/>
            </p:cNvSpPr>
            <p:nvPr/>
          </p:nvSpPr>
          <p:spPr bwMode="auto">
            <a:xfrm>
              <a:off x="829" y="977"/>
              <a:ext cx="16" cy="43"/>
            </a:xfrm>
            <a:custGeom>
              <a:avLst/>
              <a:gdLst>
                <a:gd name="T0" fmla="*/ 0 w 11"/>
                <a:gd name="T1" fmla="*/ 1 h 29"/>
                <a:gd name="T2" fmla="*/ 9 w 11"/>
                <a:gd name="T3" fmla="*/ 1 h 29"/>
                <a:gd name="T4" fmla="*/ 15 w 11"/>
                <a:gd name="T5" fmla="*/ 15 h 29"/>
                <a:gd name="T6" fmla="*/ 22 w 11"/>
                <a:gd name="T7" fmla="*/ 40 h 29"/>
                <a:gd name="T8" fmla="*/ 19 w 11"/>
                <a:gd name="T9" fmla="*/ 62 h 29"/>
                <a:gd name="T10" fmla="*/ 33 w 11"/>
                <a:gd name="T11" fmla="*/ 95 h 29"/>
                <a:gd name="T12" fmla="*/ 19 w 11"/>
                <a:gd name="T13" fmla="*/ 73 h 29"/>
                <a:gd name="T14" fmla="*/ 13 w 11"/>
                <a:gd name="T15" fmla="*/ 49 h 29"/>
                <a:gd name="T16" fmla="*/ 9 w 11"/>
                <a:gd name="T17" fmla="*/ 27 h 29"/>
                <a:gd name="T18" fmla="*/ 0 w 11"/>
                <a:gd name="T19" fmla="*/ 1 h 2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" h="29">
                  <a:moveTo>
                    <a:pt x="0" y="1"/>
                  </a:moveTo>
                  <a:cubicBezTo>
                    <a:pt x="0" y="1"/>
                    <a:pt x="3" y="0"/>
                    <a:pt x="3" y="1"/>
                  </a:cubicBezTo>
                  <a:cubicBezTo>
                    <a:pt x="4" y="1"/>
                    <a:pt x="4" y="4"/>
                    <a:pt x="5" y="5"/>
                  </a:cubicBezTo>
                  <a:cubicBezTo>
                    <a:pt x="5" y="7"/>
                    <a:pt x="7" y="10"/>
                    <a:pt x="7" y="12"/>
                  </a:cubicBezTo>
                  <a:cubicBezTo>
                    <a:pt x="7" y="15"/>
                    <a:pt x="5" y="16"/>
                    <a:pt x="6" y="19"/>
                  </a:cubicBezTo>
                  <a:cubicBezTo>
                    <a:pt x="7" y="22"/>
                    <a:pt x="11" y="26"/>
                    <a:pt x="11" y="29"/>
                  </a:cubicBezTo>
                  <a:cubicBezTo>
                    <a:pt x="8" y="28"/>
                    <a:pt x="7" y="25"/>
                    <a:pt x="6" y="22"/>
                  </a:cubicBezTo>
                  <a:cubicBezTo>
                    <a:pt x="4" y="20"/>
                    <a:pt x="4" y="18"/>
                    <a:pt x="4" y="15"/>
                  </a:cubicBezTo>
                  <a:cubicBezTo>
                    <a:pt x="3" y="12"/>
                    <a:pt x="5" y="11"/>
                    <a:pt x="3" y="8"/>
                  </a:cubicBezTo>
                  <a:cubicBezTo>
                    <a:pt x="1" y="6"/>
                    <a:pt x="1" y="3"/>
                    <a:pt x="0" y="1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60872" name="Freeform 85">
              <a:extLst>
                <a:ext uri="{FF2B5EF4-FFF2-40B4-BE49-F238E27FC236}">
                  <a16:creationId xmlns:a16="http://schemas.microsoft.com/office/drawing/2014/main" id="{C1FD093D-17E7-43F3-BAF4-77CBB2B47AE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6" y="788"/>
              <a:ext cx="91" cy="151"/>
            </a:xfrm>
            <a:custGeom>
              <a:avLst/>
              <a:gdLst>
                <a:gd name="T0" fmla="*/ 0 w 62"/>
                <a:gd name="T1" fmla="*/ 50 h 103"/>
                <a:gd name="T2" fmla="*/ 34 w 62"/>
                <a:gd name="T3" fmla="*/ 28 h 103"/>
                <a:gd name="T4" fmla="*/ 68 w 62"/>
                <a:gd name="T5" fmla="*/ 9 h 103"/>
                <a:gd name="T6" fmla="*/ 95 w 62"/>
                <a:gd name="T7" fmla="*/ 1 h 103"/>
                <a:gd name="T8" fmla="*/ 116 w 62"/>
                <a:gd name="T9" fmla="*/ 38 h 103"/>
                <a:gd name="T10" fmla="*/ 147 w 62"/>
                <a:gd name="T11" fmla="*/ 129 h 103"/>
                <a:gd name="T12" fmla="*/ 189 w 62"/>
                <a:gd name="T13" fmla="*/ 202 h 103"/>
                <a:gd name="T14" fmla="*/ 194 w 62"/>
                <a:gd name="T15" fmla="*/ 268 h 103"/>
                <a:gd name="T16" fmla="*/ 194 w 62"/>
                <a:gd name="T17" fmla="*/ 324 h 103"/>
                <a:gd name="T18" fmla="*/ 181 w 62"/>
                <a:gd name="T19" fmla="*/ 264 h 103"/>
                <a:gd name="T20" fmla="*/ 161 w 62"/>
                <a:gd name="T21" fmla="*/ 232 h 103"/>
                <a:gd name="T22" fmla="*/ 147 w 62"/>
                <a:gd name="T23" fmla="*/ 208 h 103"/>
                <a:gd name="T24" fmla="*/ 123 w 62"/>
                <a:gd name="T25" fmla="*/ 195 h 103"/>
                <a:gd name="T26" fmla="*/ 103 w 62"/>
                <a:gd name="T27" fmla="*/ 189 h 103"/>
                <a:gd name="T28" fmla="*/ 103 w 62"/>
                <a:gd name="T29" fmla="*/ 144 h 103"/>
                <a:gd name="T30" fmla="*/ 100 w 62"/>
                <a:gd name="T31" fmla="*/ 101 h 103"/>
                <a:gd name="T32" fmla="*/ 34 w 62"/>
                <a:gd name="T33" fmla="*/ 41 h 103"/>
                <a:gd name="T34" fmla="*/ 1 w 62"/>
                <a:gd name="T35" fmla="*/ 54 h 103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62" h="103">
                  <a:moveTo>
                    <a:pt x="0" y="16"/>
                  </a:moveTo>
                  <a:cubicBezTo>
                    <a:pt x="3" y="13"/>
                    <a:pt x="8" y="11"/>
                    <a:pt x="11" y="9"/>
                  </a:cubicBezTo>
                  <a:cubicBezTo>
                    <a:pt x="14" y="6"/>
                    <a:pt x="18" y="4"/>
                    <a:pt x="21" y="3"/>
                  </a:cubicBezTo>
                  <a:cubicBezTo>
                    <a:pt x="24" y="2"/>
                    <a:pt x="27" y="0"/>
                    <a:pt x="30" y="1"/>
                  </a:cubicBezTo>
                  <a:cubicBezTo>
                    <a:pt x="34" y="2"/>
                    <a:pt x="36" y="8"/>
                    <a:pt x="37" y="12"/>
                  </a:cubicBezTo>
                  <a:cubicBezTo>
                    <a:pt x="40" y="22"/>
                    <a:pt x="40" y="32"/>
                    <a:pt x="46" y="41"/>
                  </a:cubicBezTo>
                  <a:cubicBezTo>
                    <a:pt x="51" y="49"/>
                    <a:pt x="58" y="55"/>
                    <a:pt x="60" y="64"/>
                  </a:cubicBezTo>
                  <a:cubicBezTo>
                    <a:pt x="61" y="70"/>
                    <a:pt x="62" y="78"/>
                    <a:pt x="61" y="85"/>
                  </a:cubicBezTo>
                  <a:cubicBezTo>
                    <a:pt x="61" y="91"/>
                    <a:pt x="62" y="97"/>
                    <a:pt x="61" y="103"/>
                  </a:cubicBezTo>
                  <a:cubicBezTo>
                    <a:pt x="59" y="97"/>
                    <a:pt x="59" y="90"/>
                    <a:pt x="57" y="84"/>
                  </a:cubicBezTo>
                  <a:cubicBezTo>
                    <a:pt x="55" y="80"/>
                    <a:pt x="53" y="77"/>
                    <a:pt x="51" y="74"/>
                  </a:cubicBezTo>
                  <a:cubicBezTo>
                    <a:pt x="49" y="70"/>
                    <a:pt x="50" y="68"/>
                    <a:pt x="46" y="66"/>
                  </a:cubicBezTo>
                  <a:cubicBezTo>
                    <a:pt x="44" y="64"/>
                    <a:pt x="41" y="63"/>
                    <a:pt x="39" y="62"/>
                  </a:cubicBezTo>
                  <a:cubicBezTo>
                    <a:pt x="38" y="61"/>
                    <a:pt x="34" y="61"/>
                    <a:pt x="33" y="60"/>
                  </a:cubicBezTo>
                  <a:cubicBezTo>
                    <a:pt x="31" y="57"/>
                    <a:pt x="33" y="49"/>
                    <a:pt x="33" y="46"/>
                  </a:cubicBezTo>
                  <a:cubicBezTo>
                    <a:pt x="32" y="41"/>
                    <a:pt x="32" y="37"/>
                    <a:pt x="31" y="32"/>
                  </a:cubicBezTo>
                  <a:cubicBezTo>
                    <a:pt x="29" y="24"/>
                    <a:pt x="21" y="11"/>
                    <a:pt x="11" y="13"/>
                  </a:cubicBezTo>
                  <a:cubicBezTo>
                    <a:pt x="8" y="14"/>
                    <a:pt x="5" y="16"/>
                    <a:pt x="1" y="17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60873" name="Freeform 86">
              <a:extLst>
                <a:ext uri="{FF2B5EF4-FFF2-40B4-BE49-F238E27FC236}">
                  <a16:creationId xmlns:a16="http://schemas.microsoft.com/office/drawing/2014/main" id="{009D6A7F-B6D1-4840-A527-D638D70B4A8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6" y="989"/>
              <a:ext cx="81" cy="144"/>
            </a:xfrm>
            <a:custGeom>
              <a:avLst/>
              <a:gdLst>
                <a:gd name="T0" fmla="*/ 174 w 55"/>
                <a:gd name="T1" fmla="*/ 0 h 98"/>
                <a:gd name="T2" fmla="*/ 162 w 55"/>
                <a:gd name="T3" fmla="*/ 41 h 98"/>
                <a:gd name="T4" fmla="*/ 156 w 55"/>
                <a:gd name="T5" fmla="*/ 82 h 98"/>
                <a:gd name="T6" fmla="*/ 143 w 55"/>
                <a:gd name="T7" fmla="*/ 169 h 98"/>
                <a:gd name="T8" fmla="*/ 93 w 55"/>
                <a:gd name="T9" fmla="*/ 254 h 98"/>
                <a:gd name="T10" fmla="*/ 47 w 55"/>
                <a:gd name="T11" fmla="*/ 289 h 98"/>
                <a:gd name="T12" fmla="*/ 0 w 55"/>
                <a:gd name="T13" fmla="*/ 304 h 98"/>
                <a:gd name="T14" fmla="*/ 28 w 55"/>
                <a:gd name="T15" fmla="*/ 276 h 98"/>
                <a:gd name="T16" fmla="*/ 74 w 55"/>
                <a:gd name="T17" fmla="*/ 225 h 98"/>
                <a:gd name="T18" fmla="*/ 130 w 55"/>
                <a:gd name="T19" fmla="*/ 134 h 98"/>
                <a:gd name="T20" fmla="*/ 150 w 55"/>
                <a:gd name="T21" fmla="*/ 56 h 98"/>
                <a:gd name="T22" fmla="*/ 169 w 55"/>
                <a:gd name="T23" fmla="*/ 1 h 9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5" h="98">
                  <a:moveTo>
                    <a:pt x="54" y="0"/>
                  </a:moveTo>
                  <a:cubicBezTo>
                    <a:pt x="55" y="3"/>
                    <a:pt x="51" y="9"/>
                    <a:pt x="51" y="13"/>
                  </a:cubicBezTo>
                  <a:cubicBezTo>
                    <a:pt x="50" y="17"/>
                    <a:pt x="49" y="22"/>
                    <a:pt x="49" y="26"/>
                  </a:cubicBezTo>
                  <a:cubicBezTo>
                    <a:pt x="48" y="35"/>
                    <a:pt x="47" y="45"/>
                    <a:pt x="45" y="53"/>
                  </a:cubicBezTo>
                  <a:cubicBezTo>
                    <a:pt x="42" y="63"/>
                    <a:pt x="36" y="73"/>
                    <a:pt x="29" y="80"/>
                  </a:cubicBezTo>
                  <a:cubicBezTo>
                    <a:pt x="26" y="84"/>
                    <a:pt x="19" y="89"/>
                    <a:pt x="15" y="91"/>
                  </a:cubicBezTo>
                  <a:cubicBezTo>
                    <a:pt x="8" y="95"/>
                    <a:pt x="1" y="98"/>
                    <a:pt x="0" y="96"/>
                  </a:cubicBezTo>
                  <a:cubicBezTo>
                    <a:pt x="3" y="95"/>
                    <a:pt x="6" y="90"/>
                    <a:pt x="9" y="87"/>
                  </a:cubicBezTo>
                  <a:cubicBezTo>
                    <a:pt x="14" y="82"/>
                    <a:pt x="19" y="77"/>
                    <a:pt x="23" y="71"/>
                  </a:cubicBezTo>
                  <a:cubicBezTo>
                    <a:pt x="29" y="62"/>
                    <a:pt x="36" y="53"/>
                    <a:pt x="41" y="42"/>
                  </a:cubicBezTo>
                  <a:cubicBezTo>
                    <a:pt x="44" y="34"/>
                    <a:pt x="44" y="26"/>
                    <a:pt x="47" y="18"/>
                  </a:cubicBezTo>
                  <a:cubicBezTo>
                    <a:pt x="49" y="13"/>
                    <a:pt x="54" y="7"/>
                    <a:pt x="53" y="1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60874" name="Freeform 87">
              <a:extLst>
                <a:ext uri="{FF2B5EF4-FFF2-40B4-BE49-F238E27FC236}">
                  <a16:creationId xmlns:a16="http://schemas.microsoft.com/office/drawing/2014/main" id="{4EF5C537-D2D9-4C21-8480-47B73D4B7E1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3" y="1086"/>
              <a:ext cx="78" cy="139"/>
            </a:xfrm>
            <a:custGeom>
              <a:avLst/>
              <a:gdLst>
                <a:gd name="T0" fmla="*/ 150 w 53"/>
                <a:gd name="T1" fmla="*/ 0 h 95"/>
                <a:gd name="T2" fmla="*/ 150 w 53"/>
                <a:gd name="T3" fmla="*/ 50 h 95"/>
                <a:gd name="T4" fmla="*/ 153 w 53"/>
                <a:gd name="T5" fmla="*/ 101 h 95"/>
                <a:gd name="T6" fmla="*/ 166 w 53"/>
                <a:gd name="T7" fmla="*/ 167 h 95"/>
                <a:gd name="T8" fmla="*/ 162 w 53"/>
                <a:gd name="T9" fmla="*/ 184 h 95"/>
                <a:gd name="T10" fmla="*/ 137 w 53"/>
                <a:gd name="T11" fmla="*/ 218 h 95"/>
                <a:gd name="T12" fmla="*/ 109 w 53"/>
                <a:gd name="T13" fmla="*/ 259 h 95"/>
                <a:gd name="T14" fmla="*/ 74 w 53"/>
                <a:gd name="T15" fmla="*/ 297 h 95"/>
                <a:gd name="T16" fmla="*/ 102 w 53"/>
                <a:gd name="T17" fmla="*/ 241 h 95"/>
                <a:gd name="T18" fmla="*/ 115 w 53"/>
                <a:gd name="T19" fmla="*/ 184 h 95"/>
                <a:gd name="T20" fmla="*/ 115 w 53"/>
                <a:gd name="T21" fmla="*/ 130 h 95"/>
                <a:gd name="T22" fmla="*/ 109 w 53"/>
                <a:gd name="T23" fmla="*/ 101 h 95"/>
                <a:gd name="T24" fmla="*/ 63 w 53"/>
                <a:gd name="T25" fmla="*/ 101 h 95"/>
                <a:gd name="T26" fmla="*/ 0 w 53"/>
                <a:gd name="T27" fmla="*/ 121 h 95"/>
                <a:gd name="T28" fmla="*/ 28 w 53"/>
                <a:gd name="T29" fmla="*/ 110 h 95"/>
                <a:gd name="T30" fmla="*/ 54 w 53"/>
                <a:gd name="T31" fmla="*/ 94 h 95"/>
                <a:gd name="T32" fmla="*/ 100 w 53"/>
                <a:gd name="T33" fmla="*/ 69 h 95"/>
                <a:gd name="T34" fmla="*/ 128 w 53"/>
                <a:gd name="T35" fmla="*/ 34 h 95"/>
                <a:gd name="T36" fmla="*/ 150 w 53"/>
                <a:gd name="T37" fmla="*/ 0 h 95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53" h="95">
                  <a:moveTo>
                    <a:pt x="47" y="0"/>
                  </a:moveTo>
                  <a:cubicBezTo>
                    <a:pt x="45" y="4"/>
                    <a:pt x="46" y="11"/>
                    <a:pt x="47" y="16"/>
                  </a:cubicBezTo>
                  <a:cubicBezTo>
                    <a:pt x="47" y="21"/>
                    <a:pt x="47" y="27"/>
                    <a:pt x="48" y="32"/>
                  </a:cubicBezTo>
                  <a:cubicBezTo>
                    <a:pt x="49" y="39"/>
                    <a:pt x="50" y="47"/>
                    <a:pt x="52" y="53"/>
                  </a:cubicBezTo>
                  <a:cubicBezTo>
                    <a:pt x="52" y="56"/>
                    <a:pt x="53" y="57"/>
                    <a:pt x="51" y="59"/>
                  </a:cubicBezTo>
                  <a:cubicBezTo>
                    <a:pt x="49" y="63"/>
                    <a:pt x="45" y="66"/>
                    <a:pt x="43" y="70"/>
                  </a:cubicBezTo>
                  <a:cubicBezTo>
                    <a:pt x="40" y="74"/>
                    <a:pt x="37" y="79"/>
                    <a:pt x="34" y="83"/>
                  </a:cubicBezTo>
                  <a:cubicBezTo>
                    <a:pt x="31" y="88"/>
                    <a:pt x="26" y="91"/>
                    <a:pt x="23" y="95"/>
                  </a:cubicBezTo>
                  <a:cubicBezTo>
                    <a:pt x="28" y="91"/>
                    <a:pt x="30" y="83"/>
                    <a:pt x="32" y="77"/>
                  </a:cubicBezTo>
                  <a:cubicBezTo>
                    <a:pt x="34" y="72"/>
                    <a:pt x="36" y="65"/>
                    <a:pt x="36" y="59"/>
                  </a:cubicBezTo>
                  <a:cubicBezTo>
                    <a:pt x="36" y="53"/>
                    <a:pt x="36" y="48"/>
                    <a:pt x="36" y="42"/>
                  </a:cubicBezTo>
                  <a:cubicBezTo>
                    <a:pt x="35" y="39"/>
                    <a:pt x="36" y="35"/>
                    <a:pt x="34" y="32"/>
                  </a:cubicBezTo>
                  <a:cubicBezTo>
                    <a:pt x="31" y="26"/>
                    <a:pt x="24" y="30"/>
                    <a:pt x="20" y="32"/>
                  </a:cubicBezTo>
                  <a:cubicBezTo>
                    <a:pt x="13" y="34"/>
                    <a:pt x="6" y="39"/>
                    <a:pt x="0" y="39"/>
                  </a:cubicBezTo>
                  <a:cubicBezTo>
                    <a:pt x="2" y="36"/>
                    <a:pt x="5" y="36"/>
                    <a:pt x="9" y="35"/>
                  </a:cubicBezTo>
                  <a:cubicBezTo>
                    <a:pt x="12" y="33"/>
                    <a:pt x="14" y="32"/>
                    <a:pt x="17" y="30"/>
                  </a:cubicBezTo>
                  <a:cubicBezTo>
                    <a:pt x="22" y="28"/>
                    <a:pt x="27" y="25"/>
                    <a:pt x="31" y="22"/>
                  </a:cubicBezTo>
                  <a:cubicBezTo>
                    <a:pt x="34" y="18"/>
                    <a:pt x="37" y="15"/>
                    <a:pt x="40" y="11"/>
                  </a:cubicBezTo>
                  <a:cubicBezTo>
                    <a:pt x="43" y="7"/>
                    <a:pt x="44" y="4"/>
                    <a:pt x="47" y="0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60875" name="Freeform 88">
              <a:extLst>
                <a:ext uri="{FF2B5EF4-FFF2-40B4-BE49-F238E27FC236}">
                  <a16:creationId xmlns:a16="http://schemas.microsoft.com/office/drawing/2014/main" id="{2C472541-2A09-4C2E-BAFA-EF3E9344732D}"/>
                </a:ext>
              </a:extLst>
            </p:cNvPr>
            <p:cNvSpPr>
              <a:spLocks/>
            </p:cNvSpPr>
            <p:nvPr/>
          </p:nvSpPr>
          <p:spPr bwMode="auto">
            <a:xfrm>
              <a:off x="955" y="1172"/>
              <a:ext cx="36" cy="34"/>
            </a:xfrm>
            <a:custGeom>
              <a:avLst/>
              <a:gdLst>
                <a:gd name="T0" fmla="*/ 5 w 24"/>
                <a:gd name="T1" fmla="*/ 0 h 23"/>
                <a:gd name="T2" fmla="*/ 48 w 24"/>
                <a:gd name="T3" fmla="*/ 49 h 23"/>
                <a:gd name="T4" fmla="*/ 72 w 24"/>
                <a:gd name="T5" fmla="*/ 65 h 23"/>
                <a:gd name="T6" fmla="*/ 26 w 24"/>
                <a:gd name="T7" fmla="*/ 52 h 23"/>
                <a:gd name="T8" fmla="*/ 0 w 24"/>
                <a:gd name="T9" fmla="*/ 1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23">
                  <a:moveTo>
                    <a:pt x="1" y="0"/>
                  </a:moveTo>
                  <a:cubicBezTo>
                    <a:pt x="5" y="5"/>
                    <a:pt x="8" y="12"/>
                    <a:pt x="14" y="15"/>
                  </a:cubicBezTo>
                  <a:cubicBezTo>
                    <a:pt x="16" y="15"/>
                    <a:pt x="24" y="17"/>
                    <a:pt x="21" y="20"/>
                  </a:cubicBezTo>
                  <a:cubicBezTo>
                    <a:pt x="19" y="23"/>
                    <a:pt x="9" y="18"/>
                    <a:pt x="7" y="16"/>
                  </a:cubicBezTo>
                  <a:cubicBezTo>
                    <a:pt x="2" y="13"/>
                    <a:pt x="2" y="6"/>
                    <a:pt x="0" y="1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60876" name="Freeform 89">
              <a:extLst>
                <a:ext uri="{FF2B5EF4-FFF2-40B4-BE49-F238E27FC236}">
                  <a16:creationId xmlns:a16="http://schemas.microsoft.com/office/drawing/2014/main" id="{192B1A7D-EEC4-4E8C-9A0D-81509496F0F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" y="936"/>
              <a:ext cx="37" cy="72"/>
            </a:xfrm>
            <a:custGeom>
              <a:avLst/>
              <a:gdLst>
                <a:gd name="T0" fmla="*/ 13 w 25"/>
                <a:gd name="T1" fmla="*/ 0 h 49"/>
                <a:gd name="T2" fmla="*/ 46 w 25"/>
                <a:gd name="T3" fmla="*/ 13 h 49"/>
                <a:gd name="T4" fmla="*/ 81 w 25"/>
                <a:gd name="T5" fmla="*/ 19 h 49"/>
                <a:gd name="T6" fmla="*/ 46 w 25"/>
                <a:gd name="T7" fmla="*/ 32 h 49"/>
                <a:gd name="T8" fmla="*/ 41 w 25"/>
                <a:gd name="T9" fmla="*/ 75 h 49"/>
                <a:gd name="T10" fmla="*/ 28 w 25"/>
                <a:gd name="T11" fmla="*/ 156 h 49"/>
                <a:gd name="T12" fmla="*/ 9 w 25"/>
                <a:gd name="T13" fmla="*/ 79 h 49"/>
                <a:gd name="T14" fmla="*/ 6 w 25"/>
                <a:gd name="T15" fmla="*/ 6 h 4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5" h="49">
                  <a:moveTo>
                    <a:pt x="4" y="0"/>
                  </a:moveTo>
                  <a:cubicBezTo>
                    <a:pt x="8" y="1"/>
                    <a:pt x="10" y="3"/>
                    <a:pt x="14" y="4"/>
                  </a:cubicBezTo>
                  <a:cubicBezTo>
                    <a:pt x="18" y="5"/>
                    <a:pt x="22" y="5"/>
                    <a:pt x="25" y="6"/>
                  </a:cubicBezTo>
                  <a:cubicBezTo>
                    <a:pt x="21" y="6"/>
                    <a:pt x="16" y="7"/>
                    <a:pt x="14" y="10"/>
                  </a:cubicBezTo>
                  <a:cubicBezTo>
                    <a:pt x="12" y="13"/>
                    <a:pt x="13" y="20"/>
                    <a:pt x="13" y="24"/>
                  </a:cubicBezTo>
                  <a:cubicBezTo>
                    <a:pt x="12" y="32"/>
                    <a:pt x="10" y="40"/>
                    <a:pt x="9" y="49"/>
                  </a:cubicBezTo>
                  <a:cubicBezTo>
                    <a:pt x="7" y="41"/>
                    <a:pt x="5" y="33"/>
                    <a:pt x="3" y="25"/>
                  </a:cubicBezTo>
                  <a:cubicBezTo>
                    <a:pt x="0" y="17"/>
                    <a:pt x="0" y="11"/>
                    <a:pt x="2" y="2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60877" name="Freeform 90">
              <a:extLst>
                <a:ext uri="{FF2B5EF4-FFF2-40B4-BE49-F238E27FC236}">
                  <a16:creationId xmlns:a16="http://schemas.microsoft.com/office/drawing/2014/main" id="{A4C5DD0C-693A-4DC9-97D8-526CB2B2707D}"/>
                </a:ext>
              </a:extLst>
            </p:cNvPr>
            <p:cNvSpPr>
              <a:spLocks/>
            </p:cNvSpPr>
            <p:nvPr/>
          </p:nvSpPr>
          <p:spPr bwMode="auto">
            <a:xfrm>
              <a:off x="847" y="810"/>
              <a:ext cx="41" cy="218"/>
            </a:xfrm>
            <a:custGeom>
              <a:avLst/>
              <a:gdLst>
                <a:gd name="T0" fmla="*/ 88 w 28"/>
                <a:gd name="T1" fmla="*/ 6 h 149"/>
                <a:gd name="T2" fmla="*/ 50 w 28"/>
                <a:gd name="T3" fmla="*/ 101 h 149"/>
                <a:gd name="T4" fmla="*/ 9 w 28"/>
                <a:gd name="T5" fmla="*/ 170 h 149"/>
                <a:gd name="T6" fmla="*/ 15 w 28"/>
                <a:gd name="T7" fmla="*/ 269 h 149"/>
                <a:gd name="T8" fmla="*/ 19 w 28"/>
                <a:gd name="T9" fmla="*/ 392 h 149"/>
                <a:gd name="T10" fmla="*/ 34 w 28"/>
                <a:gd name="T11" fmla="*/ 467 h 149"/>
                <a:gd name="T12" fmla="*/ 22 w 28"/>
                <a:gd name="T13" fmla="*/ 323 h 149"/>
                <a:gd name="T14" fmla="*/ 28 w 28"/>
                <a:gd name="T15" fmla="*/ 209 h 149"/>
                <a:gd name="T16" fmla="*/ 56 w 28"/>
                <a:gd name="T17" fmla="*/ 101 h 149"/>
                <a:gd name="T18" fmla="*/ 88 w 28"/>
                <a:gd name="T19" fmla="*/ 0 h 14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8" h="149">
                  <a:moveTo>
                    <a:pt x="28" y="2"/>
                  </a:moveTo>
                  <a:cubicBezTo>
                    <a:pt x="20" y="10"/>
                    <a:pt x="21" y="22"/>
                    <a:pt x="16" y="32"/>
                  </a:cubicBezTo>
                  <a:cubicBezTo>
                    <a:pt x="12" y="39"/>
                    <a:pt x="5" y="46"/>
                    <a:pt x="3" y="54"/>
                  </a:cubicBezTo>
                  <a:cubicBezTo>
                    <a:pt x="0" y="65"/>
                    <a:pt x="6" y="75"/>
                    <a:pt x="5" y="86"/>
                  </a:cubicBezTo>
                  <a:cubicBezTo>
                    <a:pt x="3" y="99"/>
                    <a:pt x="4" y="111"/>
                    <a:pt x="6" y="125"/>
                  </a:cubicBezTo>
                  <a:cubicBezTo>
                    <a:pt x="8" y="133"/>
                    <a:pt x="9" y="141"/>
                    <a:pt x="11" y="149"/>
                  </a:cubicBezTo>
                  <a:cubicBezTo>
                    <a:pt x="9" y="134"/>
                    <a:pt x="5" y="118"/>
                    <a:pt x="7" y="103"/>
                  </a:cubicBezTo>
                  <a:cubicBezTo>
                    <a:pt x="8" y="90"/>
                    <a:pt x="12" y="80"/>
                    <a:pt x="9" y="67"/>
                  </a:cubicBezTo>
                  <a:cubicBezTo>
                    <a:pt x="7" y="55"/>
                    <a:pt x="12" y="43"/>
                    <a:pt x="18" y="32"/>
                  </a:cubicBezTo>
                  <a:cubicBezTo>
                    <a:pt x="24" y="23"/>
                    <a:pt x="24" y="10"/>
                    <a:pt x="28" y="0"/>
                  </a:cubicBezTo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60878" name="Freeform 91">
              <a:extLst>
                <a:ext uri="{FF2B5EF4-FFF2-40B4-BE49-F238E27FC236}">
                  <a16:creationId xmlns:a16="http://schemas.microsoft.com/office/drawing/2014/main" id="{3CC6C7E0-E0D4-41F7-9EA0-4122935DE16D}"/>
                </a:ext>
              </a:extLst>
            </p:cNvPr>
            <p:cNvSpPr>
              <a:spLocks/>
            </p:cNvSpPr>
            <p:nvPr/>
          </p:nvSpPr>
          <p:spPr bwMode="auto">
            <a:xfrm>
              <a:off x="958" y="946"/>
              <a:ext cx="20" cy="52"/>
            </a:xfrm>
            <a:custGeom>
              <a:avLst/>
              <a:gdLst>
                <a:gd name="T0" fmla="*/ 26 w 13"/>
                <a:gd name="T1" fmla="*/ 1 h 35"/>
                <a:gd name="T2" fmla="*/ 22 w 13"/>
                <a:gd name="T3" fmla="*/ 42 h 35"/>
                <a:gd name="T4" fmla="*/ 5 w 13"/>
                <a:gd name="T5" fmla="*/ 68 h 35"/>
                <a:gd name="T6" fmla="*/ 18 w 13"/>
                <a:gd name="T7" fmla="*/ 88 h 35"/>
                <a:gd name="T8" fmla="*/ 48 w 13"/>
                <a:gd name="T9" fmla="*/ 114 h 35"/>
                <a:gd name="T10" fmla="*/ 34 w 13"/>
                <a:gd name="T11" fmla="*/ 92 h 35"/>
                <a:gd name="T12" fmla="*/ 26 w 13"/>
                <a:gd name="T13" fmla="*/ 79 h 35"/>
                <a:gd name="T14" fmla="*/ 28 w 13"/>
                <a:gd name="T15" fmla="*/ 67 h 35"/>
                <a:gd name="T16" fmla="*/ 34 w 13"/>
                <a:gd name="T17" fmla="*/ 33 h 35"/>
                <a:gd name="T18" fmla="*/ 28 w 13"/>
                <a:gd name="T19" fmla="*/ 0 h 3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" h="35">
                  <a:moveTo>
                    <a:pt x="7" y="1"/>
                  </a:moveTo>
                  <a:cubicBezTo>
                    <a:pt x="7" y="5"/>
                    <a:pt x="7" y="9"/>
                    <a:pt x="6" y="13"/>
                  </a:cubicBezTo>
                  <a:cubicBezTo>
                    <a:pt x="5" y="16"/>
                    <a:pt x="2" y="18"/>
                    <a:pt x="1" y="21"/>
                  </a:cubicBezTo>
                  <a:cubicBezTo>
                    <a:pt x="0" y="24"/>
                    <a:pt x="3" y="25"/>
                    <a:pt x="5" y="27"/>
                  </a:cubicBezTo>
                  <a:cubicBezTo>
                    <a:pt x="7" y="29"/>
                    <a:pt x="10" y="34"/>
                    <a:pt x="13" y="35"/>
                  </a:cubicBezTo>
                  <a:cubicBezTo>
                    <a:pt x="13" y="33"/>
                    <a:pt x="10" y="30"/>
                    <a:pt x="9" y="28"/>
                  </a:cubicBezTo>
                  <a:cubicBezTo>
                    <a:pt x="9" y="27"/>
                    <a:pt x="7" y="26"/>
                    <a:pt x="7" y="24"/>
                  </a:cubicBezTo>
                  <a:cubicBezTo>
                    <a:pt x="6" y="23"/>
                    <a:pt x="7" y="22"/>
                    <a:pt x="8" y="20"/>
                  </a:cubicBezTo>
                  <a:cubicBezTo>
                    <a:pt x="9" y="16"/>
                    <a:pt x="10" y="14"/>
                    <a:pt x="9" y="10"/>
                  </a:cubicBezTo>
                  <a:cubicBezTo>
                    <a:pt x="9" y="7"/>
                    <a:pt x="9" y="3"/>
                    <a:pt x="8" y="0"/>
                  </a:cubicBezTo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60879" name="Freeform 92">
              <a:extLst>
                <a:ext uri="{FF2B5EF4-FFF2-40B4-BE49-F238E27FC236}">
                  <a16:creationId xmlns:a16="http://schemas.microsoft.com/office/drawing/2014/main" id="{B47C0935-A0CC-4EBB-8EE0-2289EF992A00}"/>
                </a:ext>
              </a:extLst>
            </p:cNvPr>
            <p:cNvSpPr>
              <a:spLocks/>
            </p:cNvSpPr>
            <p:nvPr/>
          </p:nvSpPr>
          <p:spPr bwMode="auto">
            <a:xfrm>
              <a:off x="944" y="921"/>
              <a:ext cx="9" cy="16"/>
            </a:xfrm>
            <a:custGeom>
              <a:avLst/>
              <a:gdLst>
                <a:gd name="T0" fmla="*/ 14 w 6"/>
                <a:gd name="T1" fmla="*/ 0 h 11"/>
                <a:gd name="T2" fmla="*/ 0 w 6"/>
                <a:gd name="T3" fmla="*/ 28 h 11"/>
                <a:gd name="T4" fmla="*/ 18 w 6"/>
                <a:gd name="T5" fmla="*/ 22 h 11"/>
                <a:gd name="T6" fmla="*/ 14 w 6"/>
                <a:gd name="T7" fmla="*/ 0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11">
                  <a:moveTo>
                    <a:pt x="4" y="0"/>
                  </a:moveTo>
                  <a:cubicBezTo>
                    <a:pt x="4" y="4"/>
                    <a:pt x="4" y="7"/>
                    <a:pt x="0" y="9"/>
                  </a:cubicBezTo>
                  <a:cubicBezTo>
                    <a:pt x="2" y="11"/>
                    <a:pt x="4" y="9"/>
                    <a:pt x="5" y="7"/>
                  </a:cubicBezTo>
                  <a:cubicBezTo>
                    <a:pt x="6" y="5"/>
                    <a:pt x="5" y="3"/>
                    <a:pt x="4" y="0"/>
                  </a:cubicBezTo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60880" name="Freeform 93">
              <a:extLst>
                <a:ext uri="{FF2B5EF4-FFF2-40B4-BE49-F238E27FC236}">
                  <a16:creationId xmlns:a16="http://schemas.microsoft.com/office/drawing/2014/main" id="{79DD1BBA-DE0E-447B-A3FF-277C9C0E38DB}"/>
                </a:ext>
              </a:extLst>
            </p:cNvPr>
            <p:cNvSpPr>
              <a:spLocks/>
            </p:cNvSpPr>
            <p:nvPr/>
          </p:nvSpPr>
          <p:spPr bwMode="auto">
            <a:xfrm>
              <a:off x="951" y="1052"/>
              <a:ext cx="66" cy="9"/>
            </a:xfrm>
            <a:custGeom>
              <a:avLst/>
              <a:gdLst>
                <a:gd name="T0" fmla="*/ 6 w 45"/>
                <a:gd name="T1" fmla="*/ 5 h 6"/>
                <a:gd name="T2" fmla="*/ 19 w 45"/>
                <a:gd name="T3" fmla="*/ 8 h 6"/>
                <a:gd name="T4" fmla="*/ 45 w 45"/>
                <a:gd name="T5" fmla="*/ 12 h 6"/>
                <a:gd name="T6" fmla="*/ 63 w 45"/>
                <a:gd name="T7" fmla="*/ 8 h 6"/>
                <a:gd name="T8" fmla="*/ 88 w 45"/>
                <a:gd name="T9" fmla="*/ 5 h 6"/>
                <a:gd name="T10" fmla="*/ 114 w 45"/>
                <a:gd name="T11" fmla="*/ 5 h 6"/>
                <a:gd name="T12" fmla="*/ 129 w 45"/>
                <a:gd name="T13" fmla="*/ 0 h 6"/>
                <a:gd name="T14" fmla="*/ 142 w 45"/>
                <a:gd name="T15" fmla="*/ 8 h 6"/>
                <a:gd name="T16" fmla="*/ 116 w 45"/>
                <a:gd name="T17" fmla="*/ 14 h 6"/>
                <a:gd name="T18" fmla="*/ 66 w 45"/>
                <a:gd name="T19" fmla="*/ 21 h 6"/>
                <a:gd name="T20" fmla="*/ 32 w 45"/>
                <a:gd name="T21" fmla="*/ 18 h 6"/>
                <a:gd name="T22" fmla="*/ 15 w 45"/>
                <a:gd name="T23" fmla="*/ 18 h 6"/>
                <a:gd name="T24" fmla="*/ 6 w 45"/>
                <a:gd name="T25" fmla="*/ 14 h 6"/>
                <a:gd name="T26" fmla="*/ 0 w 45"/>
                <a:gd name="T27" fmla="*/ 8 h 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45" h="6">
                  <a:moveTo>
                    <a:pt x="2" y="1"/>
                  </a:moveTo>
                  <a:cubicBezTo>
                    <a:pt x="2" y="2"/>
                    <a:pt x="5" y="2"/>
                    <a:pt x="6" y="2"/>
                  </a:cubicBezTo>
                  <a:cubicBezTo>
                    <a:pt x="9" y="2"/>
                    <a:pt x="12" y="2"/>
                    <a:pt x="14" y="3"/>
                  </a:cubicBezTo>
                  <a:cubicBezTo>
                    <a:pt x="16" y="3"/>
                    <a:pt x="18" y="3"/>
                    <a:pt x="20" y="2"/>
                  </a:cubicBezTo>
                  <a:cubicBezTo>
                    <a:pt x="23" y="2"/>
                    <a:pt x="25" y="2"/>
                    <a:pt x="28" y="1"/>
                  </a:cubicBezTo>
                  <a:cubicBezTo>
                    <a:pt x="31" y="1"/>
                    <a:pt x="33" y="1"/>
                    <a:pt x="36" y="1"/>
                  </a:cubicBezTo>
                  <a:cubicBezTo>
                    <a:pt x="38" y="1"/>
                    <a:pt x="39" y="0"/>
                    <a:pt x="41" y="0"/>
                  </a:cubicBezTo>
                  <a:cubicBezTo>
                    <a:pt x="42" y="1"/>
                    <a:pt x="45" y="1"/>
                    <a:pt x="45" y="2"/>
                  </a:cubicBezTo>
                  <a:cubicBezTo>
                    <a:pt x="45" y="4"/>
                    <a:pt x="38" y="4"/>
                    <a:pt x="37" y="4"/>
                  </a:cubicBezTo>
                  <a:cubicBezTo>
                    <a:pt x="32" y="5"/>
                    <a:pt x="26" y="6"/>
                    <a:pt x="21" y="6"/>
                  </a:cubicBezTo>
                  <a:cubicBezTo>
                    <a:pt x="17" y="6"/>
                    <a:pt x="13" y="5"/>
                    <a:pt x="10" y="5"/>
                  </a:cubicBezTo>
                  <a:cubicBezTo>
                    <a:pt x="8" y="5"/>
                    <a:pt x="7" y="5"/>
                    <a:pt x="5" y="5"/>
                  </a:cubicBezTo>
                  <a:cubicBezTo>
                    <a:pt x="4" y="5"/>
                    <a:pt x="3" y="4"/>
                    <a:pt x="2" y="4"/>
                  </a:cubicBezTo>
                  <a:cubicBezTo>
                    <a:pt x="0" y="4"/>
                    <a:pt x="0" y="3"/>
                    <a:pt x="0" y="2"/>
                  </a:cubicBezTo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60881" name="Freeform 94">
              <a:extLst>
                <a:ext uri="{FF2B5EF4-FFF2-40B4-BE49-F238E27FC236}">
                  <a16:creationId xmlns:a16="http://schemas.microsoft.com/office/drawing/2014/main" id="{C573EF17-F21F-4618-9EDE-09D9F52B41EA}"/>
                </a:ext>
              </a:extLst>
            </p:cNvPr>
            <p:cNvSpPr>
              <a:spLocks/>
            </p:cNvSpPr>
            <p:nvPr/>
          </p:nvSpPr>
          <p:spPr bwMode="auto">
            <a:xfrm>
              <a:off x="960" y="1037"/>
              <a:ext cx="15" cy="6"/>
            </a:xfrm>
            <a:custGeom>
              <a:avLst/>
              <a:gdLst>
                <a:gd name="T0" fmla="*/ 5 w 10"/>
                <a:gd name="T1" fmla="*/ 8 h 4"/>
                <a:gd name="T2" fmla="*/ 21 w 10"/>
                <a:gd name="T3" fmla="*/ 0 h 4"/>
                <a:gd name="T4" fmla="*/ 35 w 10"/>
                <a:gd name="T5" fmla="*/ 8 h 4"/>
                <a:gd name="T6" fmla="*/ 18 w 10"/>
                <a:gd name="T7" fmla="*/ 12 h 4"/>
                <a:gd name="T8" fmla="*/ 0 w 10"/>
                <a:gd name="T9" fmla="*/ 12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4">
                  <a:moveTo>
                    <a:pt x="1" y="2"/>
                  </a:moveTo>
                  <a:cubicBezTo>
                    <a:pt x="3" y="1"/>
                    <a:pt x="4" y="0"/>
                    <a:pt x="6" y="0"/>
                  </a:cubicBezTo>
                  <a:cubicBezTo>
                    <a:pt x="8" y="1"/>
                    <a:pt x="9" y="2"/>
                    <a:pt x="10" y="2"/>
                  </a:cubicBezTo>
                  <a:cubicBezTo>
                    <a:pt x="9" y="4"/>
                    <a:pt x="6" y="3"/>
                    <a:pt x="5" y="3"/>
                  </a:cubicBezTo>
                  <a:cubicBezTo>
                    <a:pt x="3" y="3"/>
                    <a:pt x="1" y="2"/>
                    <a:pt x="0" y="3"/>
                  </a:cubicBezTo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60882" name="Freeform 95">
              <a:extLst>
                <a:ext uri="{FF2B5EF4-FFF2-40B4-BE49-F238E27FC236}">
                  <a16:creationId xmlns:a16="http://schemas.microsoft.com/office/drawing/2014/main" id="{F5198235-5604-49CD-8838-981D1626C6B6}"/>
                </a:ext>
              </a:extLst>
            </p:cNvPr>
            <p:cNvSpPr>
              <a:spLocks/>
            </p:cNvSpPr>
            <p:nvPr/>
          </p:nvSpPr>
          <p:spPr bwMode="auto">
            <a:xfrm>
              <a:off x="988" y="1036"/>
              <a:ext cx="18" cy="4"/>
            </a:xfrm>
            <a:custGeom>
              <a:avLst/>
              <a:gdLst>
                <a:gd name="T0" fmla="*/ 0 w 12"/>
                <a:gd name="T1" fmla="*/ 7 h 3"/>
                <a:gd name="T2" fmla="*/ 0 w 12"/>
                <a:gd name="T3" fmla="*/ 7 h 3"/>
                <a:gd name="T4" fmla="*/ 26 w 12"/>
                <a:gd name="T5" fmla="*/ 0 h 3"/>
                <a:gd name="T6" fmla="*/ 41 w 12"/>
                <a:gd name="T7" fmla="*/ 7 h 3"/>
                <a:gd name="T8" fmla="*/ 39 w 12"/>
                <a:gd name="T9" fmla="*/ 7 h 3"/>
                <a:gd name="T10" fmla="*/ 26 w 12"/>
                <a:gd name="T11" fmla="*/ 7 h 3"/>
                <a:gd name="T12" fmla="*/ 0 w 12"/>
                <a:gd name="T13" fmla="*/ 7 h 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3">
                  <a:moveTo>
                    <a:pt x="0" y="3"/>
                  </a:moveTo>
                  <a:cubicBezTo>
                    <a:pt x="0" y="3"/>
                    <a:pt x="0" y="3"/>
                    <a:pt x="0" y="3"/>
                  </a:cubicBezTo>
                  <a:cubicBezTo>
                    <a:pt x="1" y="1"/>
                    <a:pt x="5" y="0"/>
                    <a:pt x="7" y="0"/>
                  </a:cubicBezTo>
                  <a:cubicBezTo>
                    <a:pt x="9" y="0"/>
                    <a:pt x="12" y="1"/>
                    <a:pt x="12" y="3"/>
                  </a:cubicBezTo>
                  <a:cubicBezTo>
                    <a:pt x="12" y="3"/>
                    <a:pt x="12" y="3"/>
                    <a:pt x="11" y="3"/>
                  </a:cubicBezTo>
                  <a:cubicBezTo>
                    <a:pt x="10" y="3"/>
                    <a:pt x="9" y="3"/>
                    <a:pt x="7" y="3"/>
                  </a:cubicBezTo>
                  <a:cubicBezTo>
                    <a:pt x="5" y="3"/>
                    <a:pt x="2" y="2"/>
                    <a:pt x="0" y="3"/>
                  </a:cubicBezTo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60883" name="Freeform 96">
              <a:extLst>
                <a:ext uri="{FF2B5EF4-FFF2-40B4-BE49-F238E27FC236}">
                  <a16:creationId xmlns:a16="http://schemas.microsoft.com/office/drawing/2014/main" id="{2E238CAD-7E3F-40B0-9891-46B7F11D4D45}"/>
                </a:ext>
              </a:extLst>
            </p:cNvPr>
            <p:cNvSpPr>
              <a:spLocks/>
            </p:cNvSpPr>
            <p:nvPr/>
          </p:nvSpPr>
          <p:spPr bwMode="auto">
            <a:xfrm>
              <a:off x="966" y="1158"/>
              <a:ext cx="34" cy="35"/>
            </a:xfrm>
            <a:custGeom>
              <a:avLst/>
              <a:gdLst>
                <a:gd name="T0" fmla="*/ 1 w 23"/>
                <a:gd name="T1" fmla="*/ 0 h 24"/>
                <a:gd name="T2" fmla="*/ 72 w 23"/>
                <a:gd name="T3" fmla="*/ 73 h 24"/>
                <a:gd name="T4" fmla="*/ 15 w 23"/>
                <a:gd name="T5" fmla="*/ 1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24">
                  <a:moveTo>
                    <a:pt x="1" y="0"/>
                  </a:moveTo>
                  <a:cubicBezTo>
                    <a:pt x="0" y="10"/>
                    <a:pt x="12" y="24"/>
                    <a:pt x="22" y="23"/>
                  </a:cubicBezTo>
                  <a:cubicBezTo>
                    <a:pt x="23" y="16"/>
                    <a:pt x="8" y="6"/>
                    <a:pt x="5" y="1"/>
                  </a:cubicBezTo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60884" name="Freeform 97">
              <a:extLst>
                <a:ext uri="{FF2B5EF4-FFF2-40B4-BE49-F238E27FC236}">
                  <a16:creationId xmlns:a16="http://schemas.microsoft.com/office/drawing/2014/main" id="{6BB8CD5E-A405-47ED-8171-049928305742}"/>
                </a:ext>
              </a:extLst>
            </p:cNvPr>
            <p:cNvSpPr>
              <a:spLocks/>
            </p:cNvSpPr>
            <p:nvPr/>
          </p:nvSpPr>
          <p:spPr bwMode="auto">
            <a:xfrm>
              <a:off x="941" y="726"/>
              <a:ext cx="95" cy="87"/>
            </a:xfrm>
            <a:custGeom>
              <a:avLst/>
              <a:gdLst>
                <a:gd name="T0" fmla="*/ 42 w 65"/>
                <a:gd name="T1" fmla="*/ 183 h 59"/>
                <a:gd name="T2" fmla="*/ 56 w 65"/>
                <a:gd name="T3" fmla="*/ 187 h 59"/>
                <a:gd name="T4" fmla="*/ 88 w 65"/>
                <a:gd name="T5" fmla="*/ 189 h 59"/>
                <a:gd name="T6" fmla="*/ 124 w 65"/>
                <a:gd name="T7" fmla="*/ 180 h 59"/>
                <a:gd name="T8" fmla="*/ 168 w 65"/>
                <a:gd name="T9" fmla="*/ 155 h 59"/>
                <a:gd name="T10" fmla="*/ 203 w 65"/>
                <a:gd name="T11" fmla="*/ 128 h 59"/>
                <a:gd name="T12" fmla="*/ 177 w 65"/>
                <a:gd name="T13" fmla="*/ 142 h 59"/>
                <a:gd name="T14" fmla="*/ 162 w 65"/>
                <a:gd name="T15" fmla="*/ 150 h 59"/>
                <a:gd name="T16" fmla="*/ 184 w 65"/>
                <a:gd name="T17" fmla="*/ 128 h 59"/>
                <a:gd name="T18" fmla="*/ 203 w 65"/>
                <a:gd name="T19" fmla="*/ 106 h 59"/>
                <a:gd name="T20" fmla="*/ 171 w 65"/>
                <a:gd name="T21" fmla="*/ 119 h 59"/>
                <a:gd name="T22" fmla="*/ 189 w 65"/>
                <a:gd name="T23" fmla="*/ 102 h 59"/>
                <a:gd name="T24" fmla="*/ 175 w 65"/>
                <a:gd name="T25" fmla="*/ 102 h 59"/>
                <a:gd name="T26" fmla="*/ 181 w 65"/>
                <a:gd name="T27" fmla="*/ 96 h 59"/>
                <a:gd name="T28" fmla="*/ 115 w 65"/>
                <a:gd name="T29" fmla="*/ 93 h 59"/>
                <a:gd name="T30" fmla="*/ 148 w 65"/>
                <a:gd name="T31" fmla="*/ 81 h 59"/>
                <a:gd name="T32" fmla="*/ 121 w 65"/>
                <a:gd name="T33" fmla="*/ 77 h 59"/>
                <a:gd name="T34" fmla="*/ 130 w 65"/>
                <a:gd name="T35" fmla="*/ 74 h 59"/>
                <a:gd name="T36" fmla="*/ 115 w 65"/>
                <a:gd name="T37" fmla="*/ 69 h 59"/>
                <a:gd name="T38" fmla="*/ 162 w 65"/>
                <a:gd name="T39" fmla="*/ 52 h 59"/>
                <a:gd name="T40" fmla="*/ 110 w 65"/>
                <a:gd name="T41" fmla="*/ 32 h 59"/>
                <a:gd name="T42" fmla="*/ 120 w 65"/>
                <a:gd name="T43" fmla="*/ 32 h 59"/>
                <a:gd name="T44" fmla="*/ 101 w 65"/>
                <a:gd name="T45" fmla="*/ 13 h 59"/>
                <a:gd name="T46" fmla="*/ 130 w 65"/>
                <a:gd name="T47" fmla="*/ 0 h 59"/>
                <a:gd name="T48" fmla="*/ 69 w 65"/>
                <a:gd name="T49" fmla="*/ 6 h 59"/>
                <a:gd name="T50" fmla="*/ 41 w 65"/>
                <a:gd name="T51" fmla="*/ 19 h 59"/>
                <a:gd name="T52" fmla="*/ 9 w 65"/>
                <a:gd name="T53" fmla="*/ 15 h 59"/>
                <a:gd name="T54" fmla="*/ 28 w 65"/>
                <a:gd name="T55" fmla="*/ 27 h 59"/>
                <a:gd name="T56" fmla="*/ 19 w 65"/>
                <a:gd name="T57" fmla="*/ 28 h 59"/>
                <a:gd name="T58" fmla="*/ 26 w 65"/>
                <a:gd name="T59" fmla="*/ 32 h 59"/>
                <a:gd name="T60" fmla="*/ 0 w 65"/>
                <a:gd name="T61" fmla="*/ 47 h 59"/>
                <a:gd name="T62" fmla="*/ 22 w 65"/>
                <a:gd name="T63" fmla="*/ 68 h 59"/>
                <a:gd name="T64" fmla="*/ 38 w 65"/>
                <a:gd name="T65" fmla="*/ 74 h 59"/>
                <a:gd name="T66" fmla="*/ 47 w 65"/>
                <a:gd name="T67" fmla="*/ 77 h 59"/>
                <a:gd name="T68" fmla="*/ 22 w 65"/>
                <a:gd name="T69" fmla="*/ 83 h 59"/>
                <a:gd name="T70" fmla="*/ 41 w 65"/>
                <a:gd name="T71" fmla="*/ 102 h 59"/>
                <a:gd name="T72" fmla="*/ 38 w 65"/>
                <a:gd name="T73" fmla="*/ 100 h 59"/>
                <a:gd name="T74" fmla="*/ 34 w 65"/>
                <a:gd name="T75" fmla="*/ 102 h 59"/>
                <a:gd name="T76" fmla="*/ 42 w 65"/>
                <a:gd name="T77" fmla="*/ 114 h 59"/>
                <a:gd name="T78" fmla="*/ 28 w 65"/>
                <a:gd name="T79" fmla="*/ 114 h 59"/>
                <a:gd name="T80" fmla="*/ 60 w 65"/>
                <a:gd name="T81" fmla="*/ 134 h 59"/>
                <a:gd name="T82" fmla="*/ 28 w 65"/>
                <a:gd name="T83" fmla="*/ 137 h 59"/>
                <a:gd name="T84" fmla="*/ 50 w 65"/>
                <a:gd name="T85" fmla="*/ 156 h 59"/>
                <a:gd name="T86" fmla="*/ 38 w 65"/>
                <a:gd name="T87" fmla="*/ 161 h 59"/>
                <a:gd name="T88" fmla="*/ 47 w 65"/>
                <a:gd name="T89" fmla="*/ 168 h 59"/>
                <a:gd name="T90" fmla="*/ 47 w 65"/>
                <a:gd name="T91" fmla="*/ 175 h 59"/>
                <a:gd name="T92" fmla="*/ 41 w 65"/>
                <a:gd name="T93" fmla="*/ 175 h 59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0" t="0" r="r" b="b"/>
              <a:pathLst>
                <a:path w="65" h="59">
                  <a:moveTo>
                    <a:pt x="14" y="57"/>
                  </a:moveTo>
                  <a:cubicBezTo>
                    <a:pt x="14" y="57"/>
                    <a:pt x="17" y="58"/>
                    <a:pt x="18" y="58"/>
                  </a:cubicBezTo>
                  <a:cubicBezTo>
                    <a:pt x="21" y="59"/>
                    <a:pt x="24" y="59"/>
                    <a:pt x="28" y="59"/>
                  </a:cubicBezTo>
                  <a:cubicBezTo>
                    <a:pt x="32" y="58"/>
                    <a:pt x="36" y="57"/>
                    <a:pt x="40" y="56"/>
                  </a:cubicBezTo>
                  <a:cubicBezTo>
                    <a:pt x="45" y="54"/>
                    <a:pt x="50" y="51"/>
                    <a:pt x="54" y="48"/>
                  </a:cubicBezTo>
                  <a:cubicBezTo>
                    <a:pt x="58" y="46"/>
                    <a:pt x="63" y="44"/>
                    <a:pt x="65" y="40"/>
                  </a:cubicBezTo>
                  <a:cubicBezTo>
                    <a:pt x="63" y="42"/>
                    <a:pt x="60" y="43"/>
                    <a:pt x="57" y="44"/>
                  </a:cubicBezTo>
                  <a:cubicBezTo>
                    <a:pt x="55" y="45"/>
                    <a:pt x="54" y="46"/>
                    <a:pt x="52" y="47"/>
                  </a:cubicBezTo>
                  <a:cubicBezTo>
                    <a:pt x="55" y="46"/>
                    <a:pt x="57" y="42"/>
                    <a:pt x="59" y="40"/>
                  </a:cubicBezTo>
                  <a:cubicBezTo>
                    <a:pt x="61" y="38"/>
                    <a:pt x="63" y="36"/>
                    <a:pt x="65" y="33"/>
                  </a:cubicBezTo>
                  <a:cubicBezTo>
                    <a:pt x="61" y="35"/>
                    <a:pt x="58" y="36"/>
                    <a:pt x="55" y="37"/>
                  </a:cubicBezTo>
                  <a:cubicBezTo>
                    <a:pt x="57" y="37"/>
                    <a:pt x="60" y="34"/>
                    <a:pt x="60" y="32"/>
                  </a:cubicBezTo>
                  <a:cubicBezTo>
                    <a:pt x="58" y="33"/>
                    <a:pt x="57" y="32"/>
                    <a:pt x="56" y="32"/>
                  </a:cubicBezTo>
                  <a:cubicBezTo>
                    <a:pt x="56" y="31"/>
                    <a:pt x="57" y="31"/>
                    <a:pt x="58" y="30"/>
                  </a:cubicBezTo>
                  <a:cubicBezTo>
                    <a:pt x="51" y="29"/>
                    <a:pt x="44" y="31"/>
                    <a:pt x="37" y="29"/>
                  </a:cubicBezTo>
                  <a:cubicBezTo>
                    <a:pt x="40" y="29"/>
                    <a:pt x="45" y="28"/>
                    <a:pt x="47" y="25"/>
                  </a:cubicBezTo>
                  <a:cubicBezTo>
                    <a:pt x="45" y="25"/>
                    <a:pt x="41" y="26"/>
                    <a:pt x="39" y="24"/>
                  </a:cubicBezTo>
                  <a:cubicBezTo>
                    <a:pt x="40" y="24"/>
                    <a:pt x="41" y="23"/>
                    <a:pt x="42" y="23"/>
                  </a:cubicBezTo>
                  <a:cubicBezTo>
                    <a:pt x="40" y="23"/>
                    <a:pt x="38" y="23"/>
                    <a:pt x="37" y="22"/>
                  </a:cubicBezTo>
                  <a:cubicBezTo>
                    <a:pt x="43" y="23"/>
                    <a:pt x="48" y="19"/>
                    <a:pt x="52" y="16"/>
                  </a:cubicBezTo>
                  <a:cubicBezTo>
                    <a:pt x="46" y="16"/>
                    <a:pt x="41" y="13"/>
                    <a:pt x="35" y="10"/>
                  </a:cubicBezTo>
                  <a:cubicBezTo>
                    <a:pt x="36" y="10"/>
                    <a:pt x="37" y="10"/>
                    <a:pt x="38" y="10"/>
                  </a:cubicBezTo>
                  <a:cubicBezTo>
                    <a:pt x="37" y="9"/>
                    <a:pt x="31" y="7"/>
                    <a:pt x="32" y="4"/>
                  </a:cubicBezTo>
                  <a:cubicBezTo>
                    <a:pt x="32" y="2"/>
                    <a:pt x="40" y="1"/>
                    <a:pt x="42" y="0"/>
                  </a:cubicBezTo>
                  <a:cubicBezTo>
                    <a:pt x="36" y="0"/>
                    <a:pt x="27" y="0"/>
                    <a:pt x="22" y="2"/>
                  </a:cubicBezTo>
                  <a:cubicBezTo>
                    <a:pt x="18" y="4"/>
                    <a:pt x="16" y="6"/>
                    <a:pt x="13" y="6"/>
                  </a:cubicBezTo>
                  <a:cubicBezTo>
                    <a:pt x="9" y="6"/>
                    <a:pt x="6" y="5"/>
                    <a:pt x="3" y="5"/>
                  </a:cubicBezTo>
                  <a:cubicBezTo>
                    <a:pt x="4" y="7"/>
                    <a:pt x="7" y="7"/>
                    <a:pt x="9" y="8"/>
                  </a:cubicBezTo>
                  <a:cubicBezTo>
                    <a:pt x="8" y="8"/>
                    <a:pt x="7" y="8"/>
                    <a:pt x="6" y="9"/>
                  </a:cubicBezTo>
                  <a:cubicBezTo>
                    <a:pt x="6" y="9"/>
                    <a:pt x="7" y="10"/>
                    <a:pt x="8" y="10"/>
                  </a:cubicBezTo>
                  <a:cubicBezTo>
                    <a:pt x="6" y="14"/>
                    <a:pt x="3" y="14"/>
                    <a:pt x="0" y="15"/>
                  </a:cubicBezTo>
                  <a:cubicBezTo>
                    <a:pt x="1" y="17"/>
                    <a:pt x="4" y="19"/>
                    <a:pt x="7" y="21"/>
                  </a:cubicBezTo>
                  <a:cubicBezTo>
                    <a:pt x="9" y="22"/>
                    <a:pt x="10" y="23"/>
                    <a:pt x="12" y="23"/>
                  </a:cubicBezTo>
                  <a:cubicBezTo>
                    <a:pt x="13" y="24"/>
                    <a:pt x="14" y="24"/>
                    <a:pt x="15" y="24"/>
                  </a:cubicBezTo>
                  <a:cubicBezTo>
                    <a:pt x="12" y="25"/>
                    <a:pt x="10" y="26"/>
                    <a:pt x="7" y="26"/>
                  </a:cubicBezTo>
                  <a:cubicBezTo>
                    <a:pt x="8" y="28"/>
                    <a:pt x="11" y="30"/>
                    <a:pt x="13" y="32"/>
                  </a:cubicBezTo>
                  <a:cubicBezTo>
                    <a:pt x="13" y="32"/>
                    <a:pt x="12" y="32"/>
                    <a:pt x="12" y="31"/>
                  </a:cubicBezTo>
                  <a:cubicBezTo>
                    <a:pt x="12" y="32"/>
                    <a:pt x="12" y="32"/>
                    <a:pt x="11" y="32"/>
                  </a:cubicBezTo>
                  <a:cubicBezTo>
                    <a:pt x="12" y="33"/>
                    <a:pt x="14" y="33"/>
                    <a:pt x="14" y="35"/>
                  </a:cubicBezTo>
                  <a:cubicBezTo>
                    <a:pt x="12" y="35"/>
                    <a:pt x="10" y="35"/>
                    <a:pt x="9" y="35"/>
                  </a:cubicBezTo>
                  <a:cubicBezTo>
                    <a:pt x="11" y="38"/>
                    <a:pt x="16" y="40"/>
                    <a:pt x="19" y="42"/>
                  </a:cubicBezTo>
                  <a:cubicBezTo>
                    <a:pt x="16" y="43"/>
                    <a:pt x="12" y="42"/>
                    <a:pt x="9" y="43"/>
                  </a:cubicBezTo>
                  <a:cubicBezTo>
                    <a:pt x="11" y="45"/>
                    <a:pt x="14" y="47"/>
                    <a:pt x="16" y="49"/>
                  </a:cubicBezTo>
                  <a:cubicBezTo>
                    <a:pt x="14" y="49"/>
                    <a:pt x="13" y="49"/>
                    <a:pt x="12" y="50"/>
                  </a:cubicBezTo>
                  <a:cubicBezTo>
                    <a:pt x="13" y="51"/>
                    <a:pt x="14" y="51"/>
                    <a:pt x="15" y="52"/>
                  </a:cubicBezTo>
                  <a:cubicBezTo>
                    <a:pt x="14" y="52"/>
                    <a:pt x="15" y="54"/>
                    <a:pt x="15" y="55"/>
                  </a:cubicBezTo>
                  <a:cubicBezTo>
                    <a:pt x="15" y="55"/>
                    <a:pt x="14" y="55"/>
                    <a:pt x="13" y="55"/>
                  </a:cubicBezTo>
                </a:path>
              </a:pathLst>
            </a:custGeom>
            <a:solidFill>
              <a:srgbClr val="5E21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60885" name="Freeform 98">
              <a:extLst>
                <a:ext uri="{FF2B5EF4-FFF2-40B4-BE49-F238E27FC236}">
                  <a16:creationId xmlns:a16="http://schemas.microsoft.com/office/drawing/2014/main" id="{18F764C8-7EE3-4437-B94C-9F9A1DC7DE4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1" y="783"/>
              <a:ext cx="36" cy="88"/>
            </a:xfrm>
            <a:custGeom>
              <a:avLst/>
              <a:gdLst>
                <a:gd name="T0" fmla="*/ 0 w 25"/>
                <a:gd name="T1" fmla="*/ 45 h 60"/>
                <a:gd name="T2" fmla="*/ 13 w 25"/>
                <a:gd name="T3" fmla="*/ 101 h 60"/>
                <a:gd name="T4" fmla="*/ 50 w 25"/>
                <a:gd name="T5" fmla="*/ 155 h 60"/>
                <a:gd name="T6" fmla="*/ 27 w 25"/>
                <a:gd name="T7" fmla="*/ 110 h 60"/>
                <a:gd name="T8" fmla="*/ 39 w 25"/>
                <a:gd name="T9" fmla="*/ 123 h 60"/>
                <a:gd name="T10" fmla="*/ 35 w 25"/>
                <a:gd name="T11" fmla="*/ 114 h 60"/>
                <a:gd name="T12" fmla="*/ 48 w 25"/>
                <a:gd name="T13" fmla="*/ 128 h 60"/>
                <a:gd name="T14" fmla="*/ 48 w 25"/>
                <a:gd name="T15" fmla="*/ 110 h 60"/>
                <a:gd name="T16" fmla="*/ 69 w 25"/>
                <a:gd name="T17" fmla="*/ 189 h 60"/>
                <a:gd name="T18" fmla="*/ 62 w 25"/>
                <a:gd name="T19" fmla="*/ 110 h 60"/>
                <a:gd name="T20" fmla="*/ 72 w 25"/>
                <a:gd name="T21" fmla="*/ 133 h 60"/>
                <a:gd name="T22" fmla="*/ 75 w 25"/>
                <a:gd name="T23" fmla="*/ 114 h 60"/>
                <a:gd name="T24" fmla="*/ 62 w 25"/>
                <a:gd name="T25" fmla="*/ 82 h 60"/>
                <a:gd name="T26" fmla="*/ 72 w 25"/>
                <a:gd name="T27" fmla="*/ 92 h 60"/>
                <a:gd name="T28" fmla="*/ 50 w 25"/>
                <a:gd name="T29" fmla="*/ 47 h 60"/>
                <a:gd name="T30" fmla="*/ 42 w 25"/>
                <a:gd name="T31" fmla="*/ 0 h 60"/>
                <a:gd name="T32" fmla="*/ 39 w 25"/>
                <a:gd name="T33" fmla="*/ 26 h 60"/>
                <a:gd name="T34" fmla="*/ 42 w 25"/>
                <a:gd name="T35" fmla="*/ 60 h 60"/>
                <a:gd name="T36" fmla="*/ 29 w 25"/>
                <a:gd name="T37" fmla="*/ 34 h 60"/>
                <a:gd name="T38" fmla="*/ 29 w 25"/>
                <a:gd name="T39" fmla="*/ 50 h 60"/>
                <a:gd name="T40" fmla="*/ 24 w 25"/>
                <a:gd name="T41" fmla="*/ 47 h 60"/>
                <a:gd name="T42" fmla="*/ 27 w 25"/>
                <a:gd name="T43" fmla="*/ 63 h 60"/>
                <a:gd name="T44" fmla="*/ 1 w 25"/>
                <a:gd name="T45" fmla="*/ 41 h 60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25" h="60">
                  <a:moveTo>
                    <a:pt x="0" y="14"/>
                  </a:moveTo>
                  <a:cubicBezTo>
                    <a:pt x="3" y="20"/>
                    <a:pt x="3" y="26"/>
                    <a:pt x="4" y="32"/>
                  </a:cubicBezTo>
                  <a:cubicBezTo>
                    <a:pt x="6" y="41"/>
                    <a:pt x="12" y="43"/>
                    <a:pt x="17" y="49"/>
                  </a:cubicBezTo>
                  <a:cubicBezTo>
                    <a:pt x="12" y="46"/>
                    <a:pt x="10" y="40"/>
                    <a:pt x="9" y="35"/>
                  </a:cubicBezTo>
                  <a:cubicBezTo>
                    <a:pt x="11" y="36"/>
                    <a:pt x="12" y="38"/>
                    <a:pt x="13" y="39"/>
                  </a:cubicBezTo>
                  <a:cubicBezTo>
                    <a:pt x="13" y="38"/>
                    <a:pt x="12" y="37"/>
                    <a:pt x="12" y="36"/>
                  </a:cubicBezTo>
                  <a:cubicBezTo>
                    <a:pt x="13" y="37"/>
                    <a:pt x="15" y="38"/>
                    <a:pt x="16" y="40"/>
                  </a:cubicBezTo>
                  <a:cubicBezTo>
                    <a:pt x="16" y="38"/>
                    <a:pt x="15" y="37"/>
                    <a:pt x="16" y="35"/>
                  </a:cubicBezTo>
                  <a:cubicBezTo>
                    <a:pt x="23" y="40"/>
                    <a:pt x="21" y="53"/>
                    <a:pt x="23" y="60"/>
                  </a:cubicBezTo>
                  <a:cubicBezTo>
                    <a:pt x="21" y="53"/>
                    <a:pt x="25" y="43"/>
                    <a:pt x="21" y="35"/>
                  </a:cubicBezTo>
                  <a:cubicBezTo>
                    <a:pt x="23" y="38"/>
                    <a:pt x="24" y="40"/>
                    <a:pt x="24" y="42"/>
                  </a:cubicBezTo>
                  <a:cubicBezTo>
                    <a:pt x="24" y="40"/>
                    <a:pt x="22" y="36"/>
                    <a:pt x="25" y="36"/>
                  </a:cubicBezTo>
                  <a:cubicBezTo>
                    <a:pt x="25" y="33"/>
                    <a:pt x="23" y="30"/>
                    <a:pt x="21" y="26"/>
                  </a:cubicBezTo>
                  <a:cubicBezTo>
                    <a:pt x="22" y="27"/>
                    <a:pt x="23" y="28"/>
                    <a:pt x="24" y="29"/>
                  </a:cubicBezTo>
                  <a:cubicBezTo>
                    <a:pt x="21" y="24"/>
                    <a:pt x="18" y="21"/>
                    <a:pt x="17" y="15"/>
                  </a:cubicBezTo>
                  <a:cubicBezTo>
                    <a:pt x="16" y="10"/>
                    <a:pt x="15" y="5"/>
                    <a:pt x="14" y="0"/>
                  </a:cubicBezTo>
                  <a:cubicBezTo>
                    <a:pt x="14" y="3"/>
                    <a:pt x="13" y="5"/>
                    <a:pt x="13" y="8"/>
                  </a:cubicBezTo>
                  <a:cubicBezTo>
                    <a:pt x="13" y="12"/>
                    <a:pt x="14" y="16"/>
                    <a:pt x="14" y="19"/>
                  </a:cubicBezTo>
                  <a:cubicBezTo>
                    <a:pt x="13" y="16"/>
                    <a:pt x="11" y="13"/>
                    <a:pt x="10" y="11"/>
                  </a:cubicBezTo>
                  <a:cubicBezTo>
                    <a:pt x="9" y="12"/>
                    <a:pt x="10" y="14"/>
                    <a:pt x="10" y="16"/>
                  </a:cubicBezTo>
                  <a:cubicBezTo>
                    <a:pt x="9" y="15"/>
                    <a:pt x="9" y="15"/>
                    <a:pt x="8" y="15"/>
                  </a:cubicBezTo>
                  <a:cubicBezTo>
                    <a:pt x="8" y="17"/>
                    <a:pt x="9" y="18"/>
                    <a:pt x="9" y="20"/>
                  </a:cubicBezTo>
                  <a:cubicBezTo>
                    <a:pt x="7" y="18"/>
                    <a:pt x="3" y="15"/>
                    <a:pt x="1" y="13"/>
                  </a:cubicBezTo>
                </a:path>
              </a:pathLst>
            </a:custGeom>
            <a:solidFill>
              <a:srgbClr val="5E21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60886" name="Freeform 99">
              <a:extLst>
                <a:ext uri="{FF2B5EF4-FFF2-40B4-BE49-F238E27FC236}">
                  <a16:creationId xmlns:a16="http://schemas.microsoft.com/office/drawing/2014/main" id="{0DE77DF2-4752-45E3-B7C4-ADF80C8DB6A7}"/>
                </a:ext>
              </a:extLst>
            </p:cNvPr>
            <p:cNvSpPr>
              <a:spLocks/>
            </p:cNvSpPr>
            <p:nvPr/>
          </p:nvSpPr>
          <p:spPr bwMode="auto">
            <a:xfrm>
              <a:off x="823" y="793"/>
              <a:ext cx="50" cy="84"/>
            </a:xfrm>
            <a:custGeom>
              <a:avLst/>
              <a:gdLst>
                <a:gd name="T0" fmla="*/ 106 w 34"/>
                <a:gd name="T1" fmla="*/ 52 h 57"/>
                <a:gd name="T2" fmla="*/ 82 w 34"/>
                <a:gd name="T3" fmla="*/ 122 h 57"/>
                <a:gd name="T4" fmla="*/ 35 w 34"/>
                <a:gd name="T5" fmla="*/ 183 h 57"/>
                <a:gd name="T6" fmla="*/ 51 w 34"/>
                <a:gd name="T7" fmla="*/ 143 h 57"/>
                <a:gd name="T8" fmla="*/ 41 w 34"/>
                <a:gd name="T9" fmla="*/ 156 h 57"/>
                <a:gd name="T10" fmla="*/ 41 w 34"/>
                <a:gd name="T11" fmla="*/ 150 h 57"/>
                <a:gd name="T12" fmla="*/ 35 w 34"/>
                <a:gd name="T13" fmla="*/ 156 h 57"/>
                <a:gd name="T14" fmla="*/ 35 w 34"/>
                <a:gd name="T15" fmla="*/ 134 h 57"/>
                <a:gd name="T16" fmla="*/ 19 w 34"/>
                <a:gd name="T17" fmla="*/ 174 h 57"/>
                <a:gd name="T18" fmla="*/ 19 w 34"/>
                <a:gd name="T19" fmla="*/ 141 h 57"/>
                <a:gd name="T20" fmla="*/ 15 w 34"/>
                <a:gd name="T21" fmla="*/ 150 h 57"/>
                <a:gd name="T22" fmla="*/ 15 w 34"/>
                <a:gd name="T23" fmla="*/ 147 h 57"/>
                <a:gd name="T24" fmla="*/ 9 w 34"/>
                <a:gd name="T25" fmla="*/ 161 h 57"/>
                <a:gd name="T26" fmla="*/ 9 w 34"/>
                <a:gd name="T27" fmla="*/ 102 h 57"/>
                <a:gd name="T28" fmla="*/ 9 w 34"/>
                <a:gd name="T29" fmla="*/ 124 h 57"/>
                <a:gd name="T30" fmla="*/ 22 w 34"/>
                <a:gd name="T31" fmla="*/ 59 h 57"/>
                <a:gd name="T32" fmla="*/ 68 w 34"/>
                <a:gd name="T33" fmla="*/ 1 h 57"/>
                <a:gd name="T34" fmla="*/ 54 w 34"/>
                <a:gd name="T35" fmla="*/ 40 h 57"/>
                <a:gd name="T36" fmla="*/ 69 w 34"/>
                <a:gd name="T37" fmla="*/ 27 h 57"/>
                <a:gd name="T38" fmla="*/ 68 w 34"/>
                <a:gd name="T39" fmla="*/ 41 h 57"/>
                <a:gd name="T40" fmla="*/ 74 w 34"/>
                <a:gd name="T41" fmla="*/ 35 h 57"/>
                <a:gd name="T42" fmla="*/ 74 w 34"/>
                <a:gd name="T43" fmla="*/ 47 h 57"/>
                <a:gd name="T44" fmla="*/ 109 w 34"/>
                <a:gd name="T45" fmla="*/ 0 h 57"/>
                <a:gd name="T46" fmla="*/ 88 w 34"/>
                <a:gd name="T47" fmla="*/ 52 h 57"/>
                <a:gd name="T48" fmla="*/ 101 w 34"/>
                <a:gd name="T49" fmla="*/ 41 h 57"/>
                <a:gd name="T50" fmla="*/ 100 w 34"/>
                <a:gd name="T51" fmla="*/ 47 h 57"/>
                <a:gd name="T52" fmla="*/ 101 w 34"/>
                <a:gd name="T53" fmla="*/ 46 h 57"/>
                <a:gd name="T54" fmla="*/ 101 w 34"/>
                <a:gd name="T55" fmla="*/ 59 h 57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34" h="57">
                  <a:moveTo>
                    <a:pt x="33" y="16"/>
                  </a:moveTo>
                  <a:cubicBezTo>
                    <a:pt x="31" y="23"/>
                    <a:pt x="30" y="32"/>
                    <a:pt x="26" y="38"/>
                  </a:cubicBezTo>
                  <a:cubicBezTo>
                    <a:pt x="22" y="45"/>
                    <a:pt x="13" y="50"/>
                    <a:pt x="11" y="57"/>
                  </a:cubicBezTo>
                  <a:cubicBezTo>
                    <a:pt x="13" y="53"/>
                    <a:pt x="16" y="49"/>
                    <a:pt x="16" y="45"/>
                  </a:cubicBezTo>
                  <a:cubicBezTo>
                    <a:pt x="15" y="46"/>
                    <a:pt x="14" y="48"/>
                    <a:pt x="13" y="49"/>
                  </a:cubicBezTo>
                  <a:cubicBezTo>
                    <a:pt x="13" y="49"/>
                    <a:pt x="13" y="48"/>
                    <a:pt x="13" y="47"/>
                  </a:cubicBezTo>
                  <a:cubicBezTo>
                    <a:pt x="13" y="48"/>
                    <a:pt x="12" y="49"/>
                    <a:pt x="11" y="49"/>
                  </a:cubicBezTo>
                  <a:cubicBezTo>
                    <a:pt x="11" y="47"/>
                    <a:pt x="11" y="44"/>
                    <a:pt x="11" y="42"/>
                  </a:cubicBezTo>
                  <a:cubicBezTo>
                    <a:pt x="10" y="46"/>
                    <a:pt x="7" y="50"/>
                    <a:pt x="6" y="54"/>
                  </a:cubicBezTo>
                  <a:cubicBezTo>
                    <a:pt x="5" y="51"/>
                    <a:pt x="5" y="47"/>
                    <a:pt x="6" y="44"/>
                  </a:cubicBezTo>
                  <a:cubicBezTo>
                    <a:pt x="6" y="45"/>
                    <a:pt x="5" y="46"/>
                    <a:pt x="5" y="47"/>
                  </a:cubicBezTo>
                  <a:cubicBezTo>
                    <a:pt x="5" y="47"/>
                    <a:pt x="5" y="46"/>
                    <a:pt x="5" y="46"/>
                  </a:cubicBezTo>
                  <a:cubicBezTo>
                    <a:pt x="4" y="47"/>
                    <a:pt x="4" y="49"/>
                    <a:pt x="3" y="50"/>
                  </a:cubicBezTo>
                  <a:cubicBezTo>
                    <a:pt x="0" y="44"/>
                    <a:pt x="3" y="38"/>
                    <a:pt x="3" y="32"/>
                  </a:cubicBezTo>
                  <a:cubicBezTo>
                    <a:pt x="3" y="34"/>
                    <a:pt x="2" y="37"/>
                    <a:pt x="3" y="39"/>
                  </a:cubicBezTo>
                  <a:cubicBezTo>
                    <a:pt x="2" y="31"/>
                    <a:pt x="2" y="25"/>
                    <a:pt x="7" y="18"/>
                  </a:cubicBezTo>
                  <a:cubicBezTo>
                    <a:pt x="11" y="12"/>
                    <a:pt x="17" y="7"/>
                    <a:pt x="21" y="1"/>
                  </a:cubicBezTo>
                  <a:cubicBezTo>
                    <a:pt x="21" y="5"/>
                    <a:pt x="18" y="8"/>
                    <a:pt x="17" y="12"/>
                  </a:cubicBezTo>
                  <a:cubicBezTo>
                    <a:pt x="19" y="10"/>
                    <a:pt x="21" y="9"/>
                    <a:pt x="22" y="8"/>
                  </a:cubicBezTo>
                  <a:cubicBezTo>
                    <a:pt x="22" y="9"/>
                    <a:pt x="22" y="11"/>
                    <a:pt x="21" y="13"/>
                  </a:cubicBezTo>
                  <a:cubicBezTo>
                    <a:pt x="22" y="12"/>
                    <a:pt x="23" y="12"/>
                    <a:pt x="23" y="11"/>
                  </a:cubicBezTo>
                  <a:cubicBezTo>
                    <a:pt x="24" y="12"/>
                    <a:pt x="24" y="14"/>
                    <a:pt x="23" y="15"/>
                  </a:cubicBezTo>
                  <a:cubicBezTo>
                    <a:pt x="28" y="13"/>
                    <a:pt x="32" y="4"/>
                    <a:pt x="34" y="0"/>
                  </a:cubicBezTo>
                  <a:cubicBezTo>
                    <a:pt x="33" y="6"/>
                    <a:pt x="31" y="11"/>
                    <a:pt x="28" y="16"/>
                  </a:cubicBezTo>
                  <a:cubicBezTo>
                    <a:pt x="30" y="15"/>
                    <a:pt x="31" y="14"/>
                    <a:pt x="32" y="13"/>
                  </a:cubicBezTo>
                  <a:cubicBezTo>
                    <a:pt x="31" y="14"/>
                    <a:pt x="31" y="14"/>
                    <a:pt x="31" y="15"/>
                  </a:cubicBezTo>
                  <a:cubicBezTo>
                    <a:pt x="31" y="15"/>
                    <a:pt x="32" y="15"/>
                    <a:pt x="32" y="14"/>
                  </a:cubicBezTo>
                  <a:cubicBezTo>
                    <a:pt x="32" y="16"/>
                    <a:pt x="32" y="17"/>
                    <a:pt x="32" y="18"/>
                  </a:cubicBezTo>
                </a:path>
              </a:pathLst>
            </a:custGeom>
            <a:solidFill>
              <a:srgbClr val="5E21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60887" name="Freeform 100">
              <a:extLst>
                <a:ext uri="{FF2B5EF4-FFF2-40B4-BE49-F238E27FC236}">
                  <a16:creationId xmlns:a16="http://schemas.microsoft.com/office/drawing/2014/main" id="{23919127-79D1-412F-93C1-31E0A295BFF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4" y="2362"/>
              <a:ext cx="51" cy="41"/>
            </a:xfrm>
            <a:custGeom>
              <a:avLst/>
              <a:gdLst>
                <a:gd name="T0" fmla="*/ 0 w 35"/>
                <a:gd name="T1" fmla="*/ 0 h 28"/>
                <a:gd name="T2" fmla="*/ 0 w 35"/>
                <a:gd name="T3" fmla="*/ 86 h 28"/>
                <a:gd name="T4" fmla="*/ 47 w 35"/>
                <a:gd name="T5" fmla="*/ 86 h 28"/>
                <a:gd name="T6" fmla="*/ 89 w 35"/>
                <a:gd name="T7" fmla="*/ 75 h 28"/>
                <a:gd name="T8" fmla="*/ 22 w 35"/>
                <a:gd name="T9" fmla="*/ 6 h 28"/>
                <a:gd name="T10" fmla="*/ 1 w 35"/>
                <a:gd name="T11" fmla="*/ 0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5" h="28">
                  <a:moveTo>
                    <a:pt x="0" y="0"/>
                  </a:moveTo>
                  <a:cubicBezTo>
                    <a:pt x="0" y="9"/>
                    <a:pt x="0" y="18"/>
                    <a:pt x="0" y="27"/>
                  </a:cubicBezTo>
                  <a:cubicBezTo>
                    <a:pt x="5" y="27"/>
                    <a:pt x="10" y="28"/>
                    <a:pt x="15" y="27"/>
                  </a:cubicBezTo>
                  <a:cubicBezTo>
                    <a:pt x="18" y="27"/>
                    <a:pt x="27" y="27"/>
                    <a:pt x="29" y="24"/>
                  </a:cubicBezTo>
                  <a:cubicBezTo>
                    <a:pt x="35" y="17"/>
                    <a:pt x="12" y="5"/>
                    <a:pt x="7" y="2"/>
                  </a:cubicBezTo>
                  <a:cubicBezTo>
                    <a:pt x="5" y="1"/>
                    <a:pt x="3" y="1"/>
                    <a:pt x="1" y="0"/>
                  </a:cubicBezTo>
                </a:path>
              </a:pathLst>
            </a:custGeom>
            <a:solidFill>
              <a:srgbClr val="D8D7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60888" name="Freeform 101">
              <a:extLst>
                <a:ext uri="{FF2B5EF4-FFF2-40B4-BE49-F238E27FC236}">
                  <a16:creationId xmlns:a16="http://schemas.microsoft.com/office/drawing/2014/main" id="{9590BFA2-1556-4DB8-8DB2-1474DFADDC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9" y="1045"/>
              <a:ext cx="9" cy="3"/>
            </a:xfrm>
            <a:custGeom>
              <a:avLst/>
              <a:gdLst>
                <a:gd name="T0" fmla="*/ 0 w 6"/>
                <a:gd name="T1" fmla="*/ 0 h 2"/>
                <a:gd name="T2" fmla="*/ 21 w 6"/>
                <a:gd name="T3" fmla="*/ 0 h 2"/>
                <a:gd name="T4" fmla="*/ 5 w 6"/>
                <a:gd name="T5" fmla="*/ 5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2">
                  <a:moveTo>
                    <a:pt x="0" y="0"/>
                  </a:moveTo>
                  <a:cubicBezTo>
                    <a:pt x="2" y="1"/>
                    <a:pt x="5" y="1"/>
                    <a:pt x="6" y="0"/>
                  </a:cubicBezTo>
                  <a:cubicBezTo>
                    <a:pt x="5" y="2"/>
                    <a:pt x="3" y="2"/>
                    <a:pt x="1" y="1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60889" name="Freeform 102">
              <a:extLst>
                <a:ext uri="{FF2B5EF4-FFF2-40B4-BE49-F238E27FC236}">
                  <a16:creationId xmlns:a16="http://schemas.microsoft.com/office/drawing/2014/main" id="{29BADB33-0D90-4FAB-B9D3-7013AA476F09}"/>
                </a:ext>
              </a:extLst>
            </p:cNvPr>
            <p:cNvSpPr>
              <a:spLocks/>
            </p:cNvSpPr>
            <p:nvPr/>
          </p:nvSpPr>
          <p:spPr bwMode="auto">
            <a:xfrm>
              <a:off x="930" y="1048"/>
              <a:ext cx="11" cy="2"/>
            </a:xfrm>
            <a:custGeom>
              <a:avLst/>
              <a:gdLst>
                <a:gd name="T0" fmla="*/ 27 w 7"/>
                <a:gd name="T1" fmla="*/ 0 h 2"/>
                <a:gd name="T2" fmla="*/ 20 w 7"/>
                <a:gd name="T3" fmla="*/ 1 h 2"/>
                <a:gd name="T4" fmla="*/ 13 w 7"/>
                <a:gd name="T5" fmla="*/ 1 h 2"/>
                <a:gd name="T6" fmla="*/ 5 w 7"/>
                <a:gd name="T7" fmla="*/ 1 h 2"/>
                <a:gd name="T8" fmla="*/ 0 w 7"/>
                <a:gd name="T9" fmla="*/ 0 h 2"/>
                <a:gd name="T10" fmla="*/ 5 w 7"/>
                <a:gd name="T11" fmla="*/ 1 h 2"/>
                <a:gd name="T12" fmla="*/ 13 w 7"/>
                <a:gd name="T13" fmla="*/ 2 h 2"/>
                <a:gd name="T14" fmla="*/ 27 w 7"/>
                <a:gd name="T15" fmla="*/ 0 h 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" h="2">
                  <a:moveTo>
                    <a:pt x="7" y="0"/>
                  </a:moveTo>
                  <a:cubicBezTo>
                    <a:pt x="7" y="0"/>
                    <a:pt x="6" y="0"/>
                    <a:pt x="5" y="1"/>
                  </a:cubicBezTo>
                  <a:cubicBezTo>
                    <a:pt x="4" y="1"/>
                    <a:pt x="4" y="1"/>
                    <a:pt x="3" y="1"/>
                  </a:cubicBezTo>
                  <a:cubicBezTo>
                    <a:pt x="2" y="1"/>
                    <a:pt x="2" y="1"/>
                    <a:pt x="1" y="1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0" y="1"/>
                    <a:pt x="1" y="1"/>
                  </a:cubicBezTo>
                  <a:cubicBezTo>
                    <a:pt x="1" y="2"/>
                    <a:pt x="2" y="2"/>
                    <a:pt x="3" y="2"/>
                  </a:cubicBezTo>
                  <a:cubicBezTo>
                    <a:pt x="4" y="2"/>
                    <a:pt x="5" y="1"/>
                    <a:pt x="7" y="0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60890" name="Freeform 103">
              <a:extLst>
                <a:ext uri="{FF2B5EF4-FFF2-40B4-BE49-F238E27FC236}">
                  <a16:creationId xmlns:a16="http://schemas.microsoft.com/office/drawing/2014/main" id="{47B34FF2-3E80-485C-AFC1-F686BDBC19BD}"/>
                </a:ext>
              </a:extLst>
            </p:cNvPr>
            <p:cNvSpPr>
              <a:spLocks/>
            </p:cNvSpPr>
            <p:nvPr/>
          </p:nvSpPr>
          <p:spPr bwMode="auto">
            <a:xfrm>
              <a:off x="919" y="1039"/>
              <a:ext cx="10" cy="23"/>
            </a:xfrm>
            <a:custGeom>
              <a:avLst/>
              <a:gdLst>
                <a:gd name="T0" fmla="*/ 14 w 7"/>
                <a:gd name="T1" fmla="*/ 0 h 16"/>
                <a:gd name="T2" fmla="*/ 20 w 7"/>
                <a:gd name="T3" fmla="*/ 47 h 16"/>
                <a:gd name="T4" fmla="*/ 1 w 7"/>
                <a:gd name="T5" fmla="*/ 24 h 16"/>
                <a:gd name="T6" fmla="*/ 13 w 7"/>
                <a:gd name="T7" fmla="*/ 0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16">
                  <a:moveTo>
                    <a:pt x="5" y="0"/>
                  </a:moveTo>
                  <a:cubicBezTo>
                    <a:pt x="1" y="6"/>
                    <a:pt x="3" y="10"/>
                    <a:pt x="7" y="16"/>
                  </a:cubicBezTo>
                  <a:cubicBezTo>
                    <a:pt x="4" y="15"/>
                    <a:pt x="2" y="11"/>
                    <a:pt x="1" y="8"/>
                  </a:cubicBezTo>
                  <a:cubicBezTo>
                    <a:pt x="0" y="4"/>
                    <a:pt x="1" y="3"/>
                    <a:pt x="4" y="0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60891" name="Freeform 104">
              <a:extLst>
                <a:ext uri="{FF2B5EF4-FFF2-40B4-BE49-F238E27FC236}">
                  <a16:creationId xmlns:a16="http://schemas.microsoft.com/office/drawing/2014/main" id="{79405AB3-54EA-46CB-BECD-759AF1B2D14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9" y="1030"/>
              <a:ext cx="9" cy="26"/>
            </a:xfrm>
            <a:custGeom>
              <a:avLst/>
              <a:gdLst>
                <a:gd name="T0" fmla="*/ 0 w 6"/>
                <a:gd name="T1" fmla="*/ 6 h 18"/>
                <a:gd name="T2" fmla="*/ 12 w 6"/>
                <a:gd name="T3" fmla="*/ 33 h 18"/>
                <a:gd name="T4" fmla="*/ 5 w 6"/>
                <a:gd name="T5" fmla="*/ 55 h 18"/>
                <a:gd name="T6" fmla="*/ 18 w 6"/>
                <a:gd name="T7" fmla="*/ 29 h 18"/>
                <a:gd name="T8" fmla="*/ 12 w 6"/>
                <a:gd name="T9" fmla="*/ 19 h 18"/>
                <a:gd name="T10" fmla="*/ 0 w 6"/>
                <a:gd name="T11" fmla="*/ 0 h 1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" h="18">
                  <a:moveTo>
                    <a:pt x="0" y="2"/>
                  </a:moveTo>
                  <a:cubicBezTo>
                    <a:pt x="0" y="5"/>
                    <a:pt x="3" y="8"/>
                    <a:pt x="3" y="11"/>
                  </a:cubicBezTo>
                  <a:cubicBezTo>
                    <a:pt x="3" y="13"/>
                    <a:pt x="1" y="16"/>
                    <a:pt x="1" y="18"/>
                  </a:cubicBezTo>
                  <a:cubicBezTo>
                    <a:pt x="3" y="16"/>
                    <a:pt x="6" y="12"/>
                    <a:pt x="5" y="10"/>
                  </a:cubicBezTo>
                  <a:cubicBezTo>
                    <a:pt x="5" y="8"/>
                    <a:pt x="3" y="7"/>
                    <a:pt x="3" y="6"/>
                  </a:cubicBezTo>
                  <a:cubicBezTo>
                    <a:pt x="2" y="4"/>
                    <a:pt x="1" y="2"/>
                    <a:pt x="0" y="0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60892" name="Freeform 105">
              <a:extLst>
                <a:ext uri="{FF2B5EF4-FFF2-40B4-BE49-F238E27FC236}">
                  <a16:creationId xmlns:a16="http://schemas.microsoft.com/office/drawing/2014/main" id="{FCDCC367-DEF5-412B-8EB6-9A67A4D9BB8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8" y="1039"/>
              <a:ext cx="9" cy="13"/>
            </a:xfrm>
            <a:custGeom>
              <a:avLst/>
              <a:gdLst>
                <a:gd name="T0" fmla="*/ 0 w 6"/>
                <a:gd name="T1" fmla="*/ 0 h 9"/>
                <a:gd name="T2" fmla="*/ 0 w 6"/>
                <a:gd name="T3" fmla="*/ 27 h 9"/>
                <a:gd name="T4" fmla="*/ 5 w 6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9">
                  <a:moveTo>
                    <a:pt x="0" y="0"/>
                  </a:moveTo>
                  <a:cubicBezTo>
                    <a:pt x="2" y="3"/>
                    <a:pt x="2" y="6"/>
                    <a:pt x="0" y="9"/>
                  </a:cubicBezTo>
                  <a:cubicBezTo>
                    <a:pt x="3" y="6"/>
                    <a:pt x="6" y="2"/>
                    <a:pt x="1" y="0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60893" name="Freeform 106">
              <a:extLst>
                <a:ext uri="{FF2B5EF4-FFF2-40B4-BE49-F238E27FC236}">
                  <a16:creationId xmlns:a16="http://schemas.microsoft.com/office/drawing/2014/main" id="{7BF9E1A4-477B-4CE6-9E23-EF3854D2A68B}"/>
                </a:ext>
              </a:extLst>
            </p:cNvPr>
            <p:cNvSpPr>
              <a:spLocks/>
            </p:cNvSpPr>
            <p:nvPr/>
          </p:nvSpPr>
          <p:spPr bwMode="auto">
            <a:xfrm>
              <a:off x="910" y="1040"/>
              <a:ext cx="6" cy="12"/>
            </a:xfrm>
            <a:custGeom>
              <a:avLst/>
              <a:gdLst>
                <a:gd name="T0" fmla="*/ 14 w 4"/>
                <a:gd name="T1" fmla="*/ 0 h 8"/>
                <a:gd name="T2" fmla="*/ 12 w 4"/>
                <a:gd name="T3" fmla="*/ 27 h 8"/>
                <a:gd name="T4" fmla="*/ 8 w 4"/>
                <a:gd name="T5" fmla="*/ 5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8">
                  <a:moveTo>
                    <a:pt x="4" y="0"/>
                  </a:moveTo>
                  <a:cubicBezTo>
                    <a:pt x="3" y="2"/>
                    <a:pt x="2" y="6"/>
                    <a:pt x="3" y="8"/>
                  </a:cubicBezTo>
                  <a:cubicBezTo>
                    <a:pt x="1" y="6"/>
                    <a:pt x="0" y="3"/>
                    <a:pt x="2" y="1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60894" name="Freeform 107">
              <a:extLst>
                <a:ext uri="{FF2B5EF4-FFF2-40B4-BE49-F238E27FC236}">
                  <a16:creationId xmlns:a16="http://schemas.microsoft.com/office/drawing/2014/main" id="{C30CF495-DE80-46EE-8C58-B6958FB62A9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9" y="1478"/>
              <a:ext cx="15" cy="123"/>
            </a:xfrm>
            <a:custGeom>
              <a:avLst/>
              <a:gdLst>
                <a:gd name="T0" fmla="*/ 35 w 10"/>
                <a:gd name="T1" fmla="*/ 264 h 84"/>
                <a:gd name="T2" fmla="*/ 18 w 10"/>
                <a:gd name="T3" fmla="*/ 0 h 8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84">
                  <a:moveTo>
                    <a:pt x="10" y="84"/>
                  </a:moveTo>
                  <a:cubicBezTo>
                    <a:pt x="10" y="56"/>
                    <a:pt x="0" y="29"/>
                    <a:pt x="5" y="0"/>
                  </a:cubicBezTo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60895" name="Freeform 108">
              <a:extLst>
                <a:ext uri="{FF2B5EF4-FFF2-40B4-BE49-F238E27FC236}">
                  <a16:creationId xmlns:a16="http://schemas.microsoft.com/office/drawing/2014/main" id="{BD92725D-043F-4259-A580-D819A63B1910}"/>
                </a:ext>
              </a:extLst>
            </p:cNvPr>
            <p:cNvSpPr>
              <a:spLocks/>
            </p:cNvSpPr>
            <p:nvPr/>
          </p:nvSpPr>
          <p:spPr bwMode="auto">
            <a:xfrm>
              <a:off x="795" y="1218"/>
              <a:ext cx="327" cy="1467"/>
            </a:xfrm>
            <a:custGeom>
              <a:avLst/>
              <a:gdLst>
                <a:gd name="T0" fmla="*/ 60 w 222"/>
                <a:gd name="T1" fmla="*/ 0 h 999"/>
                <a:gd name="T2" fmla="*/ 0 w 222"/>
                <a:gd name="T3" fmla="*/ 75 h 999"/>
                <a:gd name="T4" fmla="*/ 100 w 222"/>
                <a:gd name="T5" fmla="*/ 170 h 999"/>
                <a:gd name="T6" fmla="*/ 55 w 222"/>
                <a:gd name="T7" fmla="*/ 244 h 999"/>
                <a:gd name="T8" fmla="*/ 275 w 222"/>
                <a:gd name="T9" fmla="*/ 562 h 999"/>
                <a:gd name="T10" fmla="*/ 586 w 222"/>
                <a:gd name="T11" fmla="*/ 1022 h 999"/>
                <a:gd name="T12" fmla="*/ 707 w 222"/>
                <a:gd name="T13" fmla="*/ 3163 h 99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2" h="999">
                  <a:moveTo>
                    <a:pt x="19" y="0"/>
                  </a:moveTo>
                  <a:cubicBezTo>
                    <a:pt x="19" y="0"/>
                    <a:pt x="4" y="13"/>
                    <a:pt x="0" y="24"/>
                  </a:cubicBezTo>
                  <a:cubicBezTo>
                    <a:pt x="31" y="54"/>
                    <a:pt x="31" y="54"/>
                    <a:pt x="31" y="54"/>
                  </a:cubicBezTo>
                  <a:cubicBezTo>
                    <a:pt x="17" y="77"/>
                    <a:pt x="17" y="77"/>
                    <a:pt x="17" y="77"/>
                  </a:cubicBezTo>
                  <a:cubicBezTo>
                    <a:pt x="17" y="77"/>
                    <a:pt x="70" y="149"/>
                    <a:pt x="86" y="178"/>
                  </a:cubicBezTo>
                  <a:cubicBezTo>
                    <a:pt x="106" y="213"/>
                    <a:pt x="179" y="307"/>
                    <a:pt x="183" y="323"/>
                  </a:cubicBezTo>
                  <a:cubicBezTo>
                    <a:pt x="188" y="339"/>
                    <a:pt x="222" y="977"/>
                    <a:pt x="221" y="999"/>
                  </a:cubicBezTo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60896" name="Freeform 109">
              <a:extLst>
                <a:ext uri="{FF2B5EF4-FFF2-40B4-BE49-F238E27FC236}">
                  <a16:creationId xmlns:a16="http://schemas.microsoft.com/office/drawing/2014/main" id="{48D9BFE2-1FEE-44C3-BAF0-2CE92EBB17D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5" y="1218"/>
              <a:ext cx="157" cy="314"/>
            </a:xfrm>
            <a:custGeom>
              <a:avLst/>
              <a:gdLst>
                <a:gd name="T0" fmla="*/ 277 w 107"/>
                <a:gd name="T1" fmla="*/ 0 h 214"/>
                <a:gd name="T2" fmla="*/ 337 w 107"/>
                <a:gd name="T3" fmla="*/ 75 h 214"/>
                <a:gd name="T4" fmla="*/ 241 w 107"/>
                <a:gd name="T5" fmla="*/ 170 h 214"/>
                <a:gd name="T6" fmla="*/ 289 w 107"/>
                <a:gd name="T7" fmla="*/ 244 h 214"/>
                <a:gd name="T8" fmla="*/ 0 w 107"/>
                <a:gd name="T9" fmla="*/ 676 h 2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7" h="214">
                  <a:moveTo>
                    <a:pt x="88" y="0"/>
                  </a:moveTo>
                  <a:cubicBezTo>
                    <a:pt x="88" y="0"/>
                    <a:pt x="104" y="13"/>
                    <a:pt x="107" y="24"/>
                  </a:cubicBezTo>
                  <a:cubicBezTo>
                    <a:pt x="76" y="54"/>
                    <a:pt x="76" y="54"/>
                    <a:pt x="76" y="54"/>
                  </a:cubicBezTo>
                  <a:cubicBezTo>
                    <a:pt x="91" y="77"/>
                    <a:pt x="91" y="77"/>
                    <a:pt x="91" y="77"/>
                  </a:cubicBezTo>
                  <a:cubicBezTo>
                    <a:pt x="91" y="77"/>
                    <a:pt x="13" y="183"/>
                    <a:pt x="0" y="214"/>
                  </a:cubicBezTo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60897" name="Freeform 110">
              <a:extLst>
                <a:ext uri="{FF2B5EF4-FFF2-40B4-BE49-F238E27FC236}">
                  <a16:creationId xmlns:a16="http://schemas.microsoft.com/office/drawing/2014/main" id="{40AB0FF2-19DD-4A84-87B2-51F58B3CF344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" y="1917"/>
              <a:ext cx="210" cy="480"/>
            </a:xfrm>
            <a:custGeom>
              <a:avLst/>
              <a:gdLst>
                <a:gd name="T0" fmla="*/ 22 w 143"/>
                <a:gd name="T1" fmla="*/ 1035 h 327"/>
                <a:gd name="T2" fmla="*/ 188 w 143"/>
                <a:gd name="T3" fmla="*/ 934 h 327"/>
                <a:gd name="T4" fmla="*/ 452 w 143"/>
                <a:gd name="T5" fmla="*/ 939 h 327"/>
                <a:gd name="T6" fmla="*/ 452 w 143"/>
                <a:gd name="T7" fmla="*/ 876 h 327"/>
                <a:gd name="T8" fmla="*/ 438 w 143"/>
                <a:gd name="T9" fmla="*/ 819 h 327"/>
                <a:gd name="T10" fmla="*/ 432 w 143"/>
                <a:gd name="T11" fmla="*/ 737 h 327"/>
                <a:gd name="T12" fmla="*/ 420 w 143"/>
                <a:gd name="T13" fmla="*/ 662 h 327"/>
                <a:gd name="T14" fmla="*/ 399 w 143"/>
                <a:gd name="T15" fmla="*/ 567 h 327"/>
                <a:gd name="T16" fmla="*/ 373 w 143"/>
                <a:gd name="T17" fmla="*/ 468 h 327"/>
                <a:gd name="T18" fmla="*/ 364 w 143"/>
                <a:gd name="T19" fmla="*/ 310 h 327"/>
                <a:gd name="T20" fmla="*/ 358 w 143"/>
                <a:gd name="T21" fmla="*/ 170 h 327"/>
                <a:gd name="T22" fmla="*/ 392 w 143"/>
                <a:gd name="T23" fmla="*/ 0 h 32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43" h="327">
                  <a:moveTo>
                    <a:pt x="7" y="327"/>
                  </a:moveTo>
                  <a:cubicBezTo>
                    <a:pt x="7" y="327"/>
                    <a:pt x="0" y="310"/>
                    <a:pt x="59" y="295"/>
                  </a:cubicBezTo>
                  <a:cubicBezTo>
                    <a:pt x="118" y="280"/>
                    <a:pt x="143" y="297"/>
                    <a:pt x="143" y="297"/>
                  </a:cubicBezTo>
                  <a:cubicBezTo>
                    <a:pt x="143" y="297"/>
                    <a:pt x="143" y="284"/>
                    <a:pt x="143" y="277"/>
                  </a:cubicBezTo>
                  <a:cubicBezTo>
                    <a:pt x="143" y="270"/>
                    <a:pt x="139" y="269"/>
                    <a:pt x="138" y="259"/>
                  </a:cubicBezTo>
                  <a:cubicBezTo>
                    <a:pt x="138" y="249"/>
                    <a:pt x="138" y="243"/>
                    <a:pt x="136" y="233"/>
                  </a:cubicBezTo>
                  <a:cubicBezTo>
                    <a:pt x="133" y="223"/>
                    <a:pt x="136" y="214"/>
                    <a:pt x="133" y="209"/>
                  </a:cubicBezTo>
                  <a:cubicBezTo>
                    <a:pt x="131" y="203"/>
                    <a:pt x="130" y="188"/>
                    <a:pt x="126" y="179"/>
                  </a:cubicBezTo>
                  <a:cubicBezTo>
                    <a:pt x="123" y="171"/>
                    <a:pt x="119" y="156"/>
                    <a:pt x="118" y="148"/>
                  </a:cubicBezTo>
                  <a:cubicBezTo>
                    <a:pt x="118" y="140"/>
                    <a:pt x="116" y="122"/>
                    <a:pt x="115" y="98"/>
                  </a:cubicBezTo>
                  <a:cubicBezTo>
                    <a:pt x="113" y="74"/>
                    <a:pt x="113" y="75"/>
                    <a:pt x="113" y="54"/>
                  </a:cubicBezTo>
                  <a:cubicBezTo>
                    <a:pt x="113" y="33"/>
                    <a:pt x="118" y="25"/>
                    <a:pt x="124" y="0"/>
                  </a:cubicBezTo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60898" name="Freeform 111">
              <a:extLst>
                <a:ext uri="{FF2B5EF4-FFF2-40B4-BE49-F238E27FC236}">
                  <a16:creationId xmlns:a16="http://schemas.microsoft.com/office/drawing/2014/main" id="{A3ADE884-47CE-4460-9D1E-FBE2B0134DE3}"/>
                </a:ext>
              </a:extLst>
            </p:cNvPr>
            <p:cNvSpPr>
              <a:spLocks/>
            </p:cNvSpPr>
            <p:nvPr/>
          </p:nvSpPr>
          <p:spPr bwMode="auto">
            <a:xfrm>
              <a:off x="674" y="1519"/>
              <a:ext cx="33" cy="491"/>
            </a:xfrm>
            <a:custGeom>
              <a:avLst/>
              <a:gdLst>
                <a:gd name="T0" fmla="*/ 27 w 22"/>
                <a:gd name="T1" fmla="*/ 1061 h 334"/>
                <a:gd name="T2" fmla="*/ 21 w 22"/>
                <a:gd name="T3" fmla="*/ 938 h 334"/>
                <a:gd name="T4" fmla="*/ 32 w 22"/>
                <a:gd name="T5" fmla="*/ 764 h 334"/>
                <a:gd name="T6" fmla="*/ 41 w 22"/>
                <a:gd name="T7" fmla="*/ 434 h 334"/>
                <a:gd name="T8" fmla="*/ 72 w 22"/>
                <a:gd name="T9" fmla="*/ 181 h 334"/>
                <a:gd name="T10" fmla="*/ 59 w 22"/>
                <a:gd name="T11" fmla="*/ 32 h 33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334">
                  <a:moveTo>
                    <a:pt x="8" y="334"/>
                  </a:moveTo>
                  <a:cubicBezTo>
                    <a:pt x="8" y="334"/>
                    <a:pt x="0" y="305"/>
                    <a:pt x="6" y="295"/>
                  </a:cubicBezTo>
                  <a:cubicBezTo>
                    <a:pt x="12" y="285"/>
                    <a:pt x="10" y="262"/>
                    <a:pt x="9" y="241"/>
                  </a:cubicBezTo>
                  <a:cubicBezTo>
                    <a:pt x="8" y="220"/>
                    <a:pt x="13" y="164"/>
                    <a:pt x="12" y="137"/>
                  </a:cubicBezTo>
                  <a:cubicBezTo>
                    <a:pt x="11" y="110"/>
                    <a:pt x="22" y="69"/>
                    <a:pt x="21" y="57"/>
                  </a:cubicBezTo>
                  <a:cubicBezTo>
                    <a:pt x="20" y="46"/>
                    <a:pt x="16" y="0"/>
                    <a:pt x="17" y="10"/>
                  </a:cubicBezTo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60899" name="Freeform 112">
              <a:extLst>
                <a:ext uri="{FF2B5EF4-FFF2-40B4-BE49-F238E27FC236}">
                  <a16:creationId xmlns:a16="http://schemas.microsoft.com/office/drawing/2014/main" id="{A26E1BD3-603E-4F8C-9D3A-EF373425F028}"/>
                </a:ext>
              </a:extLst>
            </p:cNvPr>
            <p:cNvSpPr>
              <a:spLocks/>
            </p:cNvSpPr>
            <p:nvPr/>
          </p:nvSpPr>
          <p:spPr bwMode="auto">
            <a:xfrm>
              <a:off x="646" y="1886"/>
              <a:ext cx="8" cy="19"/>
            </a:xfrm>
            <a:custGeom>
              <a:avLst/>
              <a:gdLst>
                <a:gd name="T0" fmla="*/ 21 w 5"/>
                <a:gd name="T1" fmla="*/ 0 h 13"/>
                <a:gd name="T2" fmla="*/ 0 w 5"/>
                <a:gd name="T3" fmla="*/ 41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3">
                  <a:moveTo>
                    <a:pt x="5" y="0"/>
                  </a:moveTo>
                  <a:cubicBezTo>
                    <a:pt x="2" y="3"/>
                    <a:pt x="0" y="8"/>
                    <a:pt x="0" y="13"/>
                  </a:cubicBezTo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60900" name="Freeform 113">
              <a:extLst>
                <a:ext uri="{FF2B5EF4-FFF2-40B4-BE49-F238E27FC236}">
                  <a16:creationId xmlns:a16="http://schemas.microsoft.com/office/drawing/2014/main" id="{F3116F84-77C5-4638-975D-3B197A3F0445}"/>
                </a:ext>
              </a:extLst>
            </p:cNvPr>
            <p:cNvSpPr>
              <a:spLocks/>
            </p:cNvSpPr>
            <p:nvPr/>
          </p:nvSpPr>
          <p:spPr bwMode="auto">
            <a:xfrm>
              <a:off x="561" y="1839"/>
              <a:ext cx="93" cy="31"/>
            </a:xfrm>
            <a:custGeom>
              <a:avLst/>
              <a:gdLst>
                <a:gd name="T0" fmla="*/ 202 w 63"/>
                <a:gd name="T1" fmla="*/ 68 h 21"/>
                <a:gd name="T2" fmla="*/ 127 w 63"/>
                <a:gd name="T3" fmla="*/ 22 h 21"/>
                <a:gd name="T4" fmla="*/ 0 w 63"/>
                <a:gd name="T5" fmla="*/ 15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3" h="21">
                  <a:moveTo>
                    <a:pt x="63" y="21"/>
                  </a:moveTo>
                  <a:cubicBezTo>
                    <a:pt x="58" y="14"/>
                    <a:pt x="47" y="10"/>
                    <a:pt x="39" y="7"/>
                  </a:cubicBezTo>
                  <a:cubicBezTo>
                    <a:pt x="25" y="4"/>
                    <a:pt x="13" y="0"/>
                    <a:pt x="0" y="5"/>
                  </a:cubicBezTo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60901" name="Freeform 114">
              <a:extLst>
                <a:ext uri="{FF2B5EF4-FFF2-40B4-BE49-F238E27FC236}">
                  <a16:creationId xmlns:a16="http://schemas.microsoft.com/office/drawing/2014/main" id="{C7CF07BF-FE03-4626-A889-6AA7144531F8}"/>
                </a:ext>
              </a:extLst>
            </p:cNvPr>
            <p:cNvSpPr>
              <a:spLocks/>
            </p:cNvSpPr>
            <p:nvPr/>
          </p:nvSpPr>
          <p:spPr bwMode="auto">
            <a:xfrm>
              <a:off x="574" y="2346"/>
              <a:ext cx="149" cy="56"/>
            </a:xfrm>
            <a:custGeom>
              <a:avLst/>
              <a:gdLst>
                <a:gd name="T0" fmla="*/ 325 w 101"/>
                <a:gd name="T1" fmla="*/ 100 h 38"/>
                <a:gd name="T2" fmla="*/ 289 w 101"/>
                <a:gd name="T3" fmla="*/ 19 h 38"/>
                <a:gd name="T4" fmla="*/ 187 w 101"/>
                <a:gd name="T5" fmla="*/ 1 h 38"/>
                <a:gd name="T6" fmla="*/ 89 w 101"/>
                <a:gd name="T7" fmla="*/ 9 h 38"/>
                <a:gd name="T8" fmla="*/ 46 w 101"/>
                <a:gd name="T9" fmla="*/ 15 h 38"/>
                <a:gd name="T10" fmla="*/ 9 w 101"/>
                <a:gd name="T11" fmla="*/ 28 h 38"/>
                <a:gd name="T12" fmla="*/ 1 w 101"/>
                <a:gd name="T13" fmla="*/ 77 h 38"/>
                <a:gd name="T14" fmla="*/ 1 w 101"/>
                <a:gd name="T15" fmla="*/ 122 h 38"/>
                <a:gd name="T16" fmla="*/ 15 w 101"/>
                <a:gd name="T17" fmla="*/ 96 h 38"/>
                <a:gd name="T18" fmla="*/ 60 w 101"/>
                <a:gd name="T19" fmla="*/ 77 h 38"/>
                <a:gd name="T20" fmla="*/ 189 w 101"/>
                <a:gd name="T21" fmla="*/ 59 h 38"/>
                <a:gd name="T22" fmla="*/ 271 w 101"/>
                <a:gd name="T23" fmla="*/ 68 h 38"/>
                <a:gd name="T24" fmla="*/ 317 w 101"/>
                <a:gd name="T25" fmla="*/ 88 h 3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01" h="38">
                  <a:moveTo>
                    <a:pt x="101" y="31"/>
                  </a:moveTo>
                  <a:cubicBezTo>
                    <a:pt x="98" y="23"/>
                    <a:pt x="97" y="10"/>
                    <a:pt x="90" y="6"/>
                  </a:cubicBezTo>
                  <a:cubicBezTo>
                    <a:pt x="80" y="1"/>
                    <a:pt x="69" y="1"/>
                    <a:pt x="58" y="1"/>
                  </a:cubicBezTo>
                  <a:cubicBezTo>
                    <a:pt x="48" y="0"/>
                    <a:pt x="38" y="2"/>
                    <a:pt x="28" y="3"/>
                  </a:cubicBezTo>
                  <a:cubicBezTo>
                    <a:pt x="23" y="3"/>
                    <a:pt x="19" y="4"/>
                    <a:pt x="14" y="5"/>
                  </a:cubicBezTo>
                  <a:cubicBezTo>
                    <a:pt x="11" y="6"/>
                    <a:pt x="6" y="6"/>
                    <a:pt x="3" y="9"/>
                  </a:cubicBezTo>
                  <a:cubicBezTo>
                    <a:pt x="0" y="12"/>
                    <a:pt x="1" y="19"/>
                    <a:pt x="1" y="24"/>
                  </a:cubicBezTo>
                  <a:cubicBezTo>
                    <a:pt x="1" y="29"/>
                    <a:pt x="0" y="33"/>
                    <a:pt x="1" y="38"/>
                  </a:cubicBezTo>
                  <a:cubicBezTo>
                    <a:pt x="2" y="36"/>
                    <a:pt x="3" y="32"/>
                    <a:pt x="5" y="30"/>
                  </a:cubicBezTo>
                  <a:cubicBezTo>
                    <a:pt x="8" y="26"/>
                    <a:pt x="14" y="24"/>
                    <a:pt x="19" y="24"/>
                  </a:cubicBezTo>
                  <a:cubicBezTo>
                    <a:pt x="32" y="22"/>
                    <a:pt x="45" y="17"/>
                    <a:pt x="59" y="18"/>
                  </a:cubicBezTo>
                  <a:cubicBezTo>
                    <a:pt x="68" y="18"/>
                    <a:pt x="76" y="18"/>
                    <a:pt x="85" y="21"/>
                  </a:cubicBezTo>
                  <a:cubicBezTo>
                    <a:pt x="91" y="22"/>
                    <a:pt x="94" y="26"/>
                    <a:pt x="99" y="28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60902" name="Freeform 115">
              <a:extLst>
                <a:ext uri="{FF2B5EF4-FFF2-40B4-BE49-F238E27FC236}">
                  <a16:creationId xmlns:a16="http://schemas.microsoft.com/office/drawing/2014/main" id="{1B354164-714B-4237-AF58-37753D69F399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" y="2362"/>
              <a:ext cx="51" cy="41"/>
            </a:xfrm>
            <a:custGeom>
              <a:avLst/>
              <a:gdLst>
                <a:gd name="T0" fmla="*/ 108 w 35"/>
                <a:gd name="T1" fmla="*/ 0 h 28"/>
                <a:gd name="T2" fmla="*/ 108 w 35"/>
                <a:gd name="T3" fmla="*/ 86 h 28"/>
                <a:gd name="T4" fmla="*/ 61 w 35"/>
                <a:gd name="T5" fmla="*/ 86 h 28"/>
                <a:gd name="T6" fmla="*/ 19 w 35"/>
                <a:gd name="T7" fmla="*/ 75 h 28"/>
                <a:gd name="T8" fmla="*/ 87 w 35"/>
                <a:gd name="T9" fmla="*/ 6 h 28"/>
                <a:gd name="T10" fmla="*/ 106 w 35"/>
                <a:gd name="T11" fmla="*/ 0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5" h="28">
                  <a:moveTo>
                    <a:pt x="35" y="0"/>
                  </a:moveTo>
                  <a:cubicBezTo>
                    <a:pt x="35" y="9"/>
                    <a:pt x="35" y="18"/>
                    <a:pt x="35" y="27"/>
                  </a:cubicBezTo>
                  <a:cubicBezTo>
                    <a:pt x="30" y="27"/>
                    <a:pt x="25" y="28"/>
                    <a:pt x="20" y="27"/>
                  </a:cubicBezTo>
                  <a:cubicBezTo>
                    <a:pt x="16" y="27"/>
                    <a:pt x="8" y="27"/>
                    <a:pt x="6" y="24"/>
                  </a:cubicBezTo>
                  <a:cubicBezTo>
                    <a:pt x="0" y="17"/>
                    <a:pt x="23" y="5"/>
                    <a:pt x="28" y="2"/>
                  </a:cubicBezTo>
                  <a:cubicBezTo>
                    <a:pt x="30" y="1"/>
                    <a:pt x="32" y="1"/>
                    <a:pt x="34" y="0"/>
                  </a:cubicBezTo>
                </a:path>
              </a:pathLst>
            </a:custGeom>
            <a:solidFill>
              <a:srgbClr val="D8D7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60903" name="Freeform 116">
              <a:extLst>
                <a:ext uri="{FF2B5EF4-FFF2-40B4-BE49-F238E27FC236}">
                  <a16:creationId xmlns:a16="http://schemas.microsoft.com/office/drawing/2014/main" id="{E49B8A38-5F65-462E-B3A2-0B73E6A55936}"/>
                </a:ext>
              </a:extLst>
            </p:cNvPr>
            <p:cNvSpPr>
              <a:spLocks/>
            </p:cNvSpPr>
            <p:nvPr/>
          </p:nvSpPr>
          <p:spPr bwMode="auto">
            <a:xfrm>
              <a:off x="705" y="1478"/>
              <a:ext cx="15" cy="123"/>
            </a:xfrm>
            <a:custGeom>
              <a:avLst/>
              <a:gdLst>
                <a:gd name="T0" fmla="*/ 0 w 10"/>
                <a:gd name="T1" fmla="*/ 264 h 84"/>
                <a:gd name="T2" fmla="*/ 18 w 10"/>
                <a:gd name="T3" fmla="*/ 0 h 8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84">
                  <a:moveTo>
                    <a:pt x="0" y="84"/>
                  </a:moveTo>
                  <a:cubicBezTo>
                    <a:pt x="0" y="56"/>
                    <a:pt x="10" y="29"/>
                    <a:pt x="5" y="0"/>
                  </a:cubicBezTo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60904" name="Freeform 117">
              <a:extLst>
                <a:ext uri="{FF2B5EF4-FFF2-40B4-BE49-F238E27FC236}">
                  <a16:creationId xmlns:a16="http://schemas.microsoft.com/office/drawing/2014/main" id="{73C483AE-9C23-46F0-8039-6190357F59BC}"/>
                </a:ext>
              </a:extLst>
            </p:cNvPr>
            <p:cNvSpPr>
              <a:spLocks/>
            </p:cNvSpPr>
            <p:nvPr/>
          </p:nvSpPr>
          <p:spPr bwMode="auto">
            <a:xfrm>
              <a:off x="883" y="1193"/>
              <a:ext cx="128" cy="194"/>
            </a:xfrm>
            <a:custGeom>
              <a:avLst/>
              <a:gdLst>
                <a:gd name="T0" fmla="*/ 0 w 87"/>
                <a:gd name="T1" fmla="*/ 6 h 132"/>
                <a:gd name="T2" fmla="*/ 35 w 87"/>
                <a:gd name="T3" fmla="*/ 129 h 132"/>
                <a:gd name="T4" fmla="*/ 106 w 87"/>
                <a:gd name="T5" fmla="*/ 231 h 132"/>
                <a:gd name="T6" fmla="*/ 178 w 87"/>
                <a:gd name="T7" fmla="*/ 332 h 132"/>
                <a:gd name="T8" fmla="*/ 235 w 87"/>
                <a:gd name="T9" fmla="*/ 419 h 132"/>
                <a:gd name="T10" fmla="*/ 249 w 87"/>
                <a:gd name="T11" fmla="*/ 373 h 132"/>
                <a:gd name="T12" fmla="*/ 277 w 87"/>
                <a:gd name="T13" fmla="*/ 316 h 132"/>
                <a:gd name="T14" fmla="*/ 202 w 87"/>
                <a:gd name="T15" fmla="*/ 304 h 132"/>
                <a:gd name="T16" fmla="*/ 102 w 87"/>
                <a:gd name="T17" fmla="*/ 184 h 132"/>
                <a:gd name="T18" fmla="*/ 41 w 87"/>
                <a:gd name="T19" fmla="*/ 68 h 132"/>
                <a:gd name="T20" fmla="*/ 1 w 87"/>
                <a:gd name="T21" fmla="*/ 0 h 13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7" h="132">
                  <a:moveTo>
                    <a:pt x="0" y="2"/>
                  </a:moveTo>
                  <a:cubicBezTo>
                    <a:pt x="2" y="15"/>
                    <a:pt x="5" y="29"/>
                    <a:pt x="11" y="41"/>
                  </a:cubicBezTo>
                  <a:cubicBezTo>
                    <a:pt x="17" y="53"/>
                    <a:pt x="25" y="62"/>
                    <a:pt x="33" y="73"/>
                  </a:cubicBezTo>
                  <a:cubicBezTo>
                    <a:pt x="40" y="84"/>
                    <a:pt x="47" y="95"/>
                    <a:pt x="56" y="105"/>
                  </a:cubicBezTo>
                  <a:cubicBezTo>
                    <a:pt x="63" y="113"/>
                    <a:pt x="69" y="122"/>
                    <a:pt x="74" y="132"/>
                  </a:cubicBezTo>
                  <a:cubicBezTo>
                    <a:pt x="75" y="131"/>
                    <a:pt x="76" y="121"/>
                    <a:pt x="78" y="118"/>
                  </a:cubicBezTo>
                  <a:cubicBezTo>
                    <a:pt x="81" y="112"/>
                    <a:pt x="87" y="105"/>
                    <a:pt x="87" y="99"/>
                  </a:cubicBezTo>
                  <a:cubicBezTo>
                    <a:pt x="81" y="109"/>
                    <a:pt x="68" y="102"/>
                    <a:pt x="63" y="96"/>
                  </a:cubicBezTo>
                  <a:cubicBezTo>
                    <a:pt x="52" y="85"/>
                    <a:pt x="42" y="71"/>
                    <a:pt x="32" y="58"/>
                  </a:cubicBezTo>
                  <a:cubicBezTo>
                    <a:pt x="23" y="47"/>
                    <a:pt x="18" y="34"/>
                    <a:pt x="13" y="21"/>
                  </a:cubicBezTo>
                  <a:cubicBezTo>
                    <a:pt x="10" y="13"/>
                    <a:pt x="5" y="6"/>
                    <a:pt x="1" y="0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60905" name="Freeform 118">
              <a:extLst>
                <a:ext uri="{FF2B5EF4-FFF2-40B4-BE49-F238E27FC236}">
                  <a16:creationId xmlns:a16="http://schemas.microsoft.com/office/drawing/2014/main" id="{015F32C2-CECD-4AD0-9BCC-BC5E2399670C}"/>
                </a:ext>
              </a:extLst>
            </p:cNvPr>
            <p:cNvSpPr>
              <a:spLocks/>
            </p:cNvSpPr>
            <p:nvPr/>
          </p:nvSpPr>
          <p:spPr bwMode="auto">
            <a:xfrm>
              <a:off x="995" y="1404"/>
              <a:ext cx="69" cy="288"/>
            </a:xfrm>
            <a:custGeom>
              <a:avLst/>
              <a:gdLst>
                <a:gd name="T0" fmla="*/ 0 w 47"/>
                <a:gd name="T1" fmla="*/ 0 h 196"/>
                <a:gd name="T2" fmla="*/ 148 w 47"/>
                <a:gd name="T3" fmla="*/ 622 h 19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7" h="196">
                  <a:moveTo>
                    <a:pt x="0" y="0"/>
                  </a:moveTo>
                  <a:cubicBezTo>
                    <a:pt x="0" y="0"/>
                    <a:pt x="18" y="18"/>
                    <a:pt x="47" y="196"/>
                  </a:cubicBezTo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60906" name="Freeform 119">
              <a:extLst>
                <a:ext uri="{FF2B5EF4-FFF2-40B4-BE49-F238E27FC236}">
                  <a16:creationId xmlns:a16="http://schemas.microsoft.com/office/drawing/2014/main" id="{71163D5D-A94D-40C6-8F4D-52BA65BE118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0" y="2496"/>
              <a:ext cx="15" cy="110"/>
            </a:xfrm>
            <a:custGeom>
              <a:avLst/>
              <a:gdLst>
                <a:gd name="T0" fmla="*/ 35 w 10"/>
                <a:gd name="T1" fmla="*/ 236 h 75"/>
                <a:gd name="T2" fmla="*/ 0 w 10"/>
                <a:gd name="T3" fmla="*/ 0 h 7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75">
                  <a:moveTo>
                    <a:pt x="10" y="75"/>
                  </a:moveTo>
                  <a:cubicBezTo>
                    <a:pt x="10" y="75"/>
                    <a:pt x="4" y="20"/>
                    <a:pt x="0" y="0"/>
                  </a:cubicBezTo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60907" name="Freeform 120">
              <a:extLst>
                <a:ext uri="{FF2B5EF4-FFF2-40B4-BE49-F238E27FC236}">
                  <a16:creationId xmlns:a16="http://schemas.microsoft.com/office/drawing/2014/main" id="{AD8701D5-1058-4EDE-BD94-FDB82EAB5B34}"/>
                </a:ext>
              </a:extLst>
            </p:cNvPr>
            <p:cNvSpPr>
              <a:spLocks/>
            </p:cNvSpPr>
            <p:nvPr/>
          </p:nvSpPr>
          <p:spPr bwMode="auto">
            <a:xfrm>
              <a:off x="564" y="2544"/>
              <a:ext cx="6" cy="62"/>
            </a:xfrm>
            <a:custGeom>
              <a:avLst/>
              <a:gdLst>
                <a:gd name="T0" fmla="*/ 0 w 4"/>
                <a:gd name="T1" fmla="*/ 136 h 42"/>
                <a:gd name="T2" fmla="*/ 14 w 4"/>
                <a:gd name="T3" fmla="*/ 0 h 4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42">
                  <a:moveTo>
                    <a:pt x="0" y="42"/>
                  </a:moveTo>
                  <a:cubicBezTo>
                    <a:pt x="0" y="42"/>
                    <a:pt x="1" y="24"/>
                    <a:pt x="4" y="0"/>
                  </a:cubicBezTo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60908" name="Freeform 121">
              <a:extLst>
                <a:ext uri="{FF2B5EF4-FFF2-40B4-BE49-F238E27FC236}">
                  <a16:creationId xmlns:a16="http://schemas.microsoft.com/office/drawing/2014/main" id="{5530B0BD-3142-4817-9A47-B7A6766FDDF6}"/>
                </a:ext>
              </a:extLst>
            </p:cNvPr>
            <p:cNvSpPr>
              <a:spLocks/>
            </p:cNvSpPr>
            <p:nvPr/>
          </p:nvSpPr>
          <p:spPr bwMode="auto">
            <a:xfrm>
              <a:off x="757" y="1562"/>
              <a:ext cx="140" cy="192"/>
            </a:xfrm>
            <a:custGeom>
              <a:avLst/>
              <a:gdLst>
                <a:gd name="T0" fmla="*/ 0 w 95"/>
                <a:gd name="T1" fmla="*/ 15 h 131"/>
                <a:gd name="T2" fmla="*/ 304 w 95"/>
                <a:gd name="T3" fmla="*/ 0 h 131"/>
                <a:gd name="T4" fmla="*/ 304 w 95"/>
                <a:gd name="T5" fmla="*/ 352 h 131"/>
                <a:gd name="T6" fmla="*/ 9 w 95"/>
                <a:gd name="T7" fmla="*/ 356 h 131"/>
                <a:gd name="T8" fmla="*/ 0 w 95"/>
                <a:gd name="T9" fmla="*/ 15 h 1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5" h="131">
                  <a:moveTo>
                    <a:pt x="0" y="5"/>
                  </a:moveTo>
                  <a:cubicBezTo>
                    <a:pt x="0" y="5"/>
                    <a:pt x="63" y="8"/>
                    <a:pt x="95" y="0"/>
                  </a:cubicBezTo>
                  <a:cubicBezTo>
                    <a:pt x="95" y="112"/>
                    <a:pt x="95" y="112"/>
                    <a:pt x="95" y="112"/>
                  </a:cubicBezTo>
                  <a:cubicBezTo>
                    <a:pt x="95" y="112"/>
                    <a:pt x="38" y="131"/>
                    <a:pt x="3" y="113"/>
                  </a:cubicBezTo>
                  <a:lnTo>
                    <a:pt x="0" y="5"/>
                  </a:lnTo>
                  <a:close/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60909" name="Freeform 122">
              <a:extLst>
                <a:ext uri="{FF2B5EF4-FFF2-40B4-BE49-F238E27FC236}">
                  <a16:creationId xmlns:a16="http://schemas.microsoft.com/office/drawing/2014/main" id="{702EF572-DB42-4321-9CBA-0307B8E39241}"/>
                </a:ext>
              </a:extLst>
            </p:cNvPr>
            <p:cNvSpPr>
              <a:spLocks/>
            </p:cNvSpPr>
            <p:nvPr/>
          </p:nvSpPr>
          <p:spPr bwMode="auto">
            <a:xfrm>
              <a:off x="758" y="1601"/>
              <a:ext cx="139" cy="36"/>
            </a:xfrm>
            <a:custGeom>
              <a:avLst/>
              <a:gdLst>
                <a:gd name="T0" fmla="*/ 0 w 139"/>
                <a:gd name="T1" fmla="*/ 8 h 36"/>
                <a:gd name="T2" fmla="*/ 71 w 139"/>
                <a:gd name="T3" fmla="*/ 36 h 36"/>
                <a:gd name="T4" fmla="*/ 139 w 139"/>
                <a:gd name="T5" fmla="*/ 0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9" h="36">
                  <a:moveTo>
                    <a:pt x="0" y="8"/>
                  </a:moveTo>
                  <a:lnTo>
                    <a:pt x="71" y="36"/>
                  </a:lnTo>
                  <a:lnTo>
                    <a:pt x="139" y="0"/>
                  </a:lnTo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60910" name="Freeform 123">
              <a:extLst>
                <a:ext uri="{FF2B5EF4-FFF2-40B4-BE49-F238E27FC236}">
                  <a16:creationId xmlns:a16="http://schemas.microsoft.com/office/drawing/2014/main" id="{7C866258-210F-49F6-ADF2-7312BF243D5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2" y="2328"/>
              <a:ext cx="189" cy="310"/>
            </a:xfrm>
            <a:custGeom>
              <a:avLst/>
              <a:gdLst>
                <a:gd name="T0" fmla="*/ 406 w 128"/>
                <a:gd name="T1" fmla="*/ 60 h 211"/>
                <a:gd name="T2" fmla="*/ 93 w 128"/>
                <a:gd name="T3" fmla="*/ 51 h 211"/>
                <a:gd name="T4" fmla="*/ 40 w 128"/>
                <a:gd name="T5" fmla="*/ 194 h 211"/>
                <a:gd name="T6" fmla="*/ 19 w 128"/>
                <a:gd name="T7" fmla="*/ 282 h 211"/>
                <a:gd name="T8" fmla="*/ 9 w 128"/>
                <a:gd name="T9" fmla="*/ 420 h 211"/>
                <a:gd name="T10" fmla="*/ 0 w 128"/>
                <a:gd name="T11" fmla="*/ 479 h 211"/>
                <a:gd name="T12" fmla="*/ 59 w 128"/>
                <a:gd name="T13" fmla="*/ 486 h 211"/>
                <a:gd name="T14" fmla="*/ 100 w 128"/>
                <a:gd name="T15" fmla="*/ 420 h 211"/>
                <a:gd name="T16" fmla="*/ 90 w 128"/>
                <a:gd name="T17" fmla="*/ 473 h 211"/>
                <a:gd name="T18" fmla="*/ 52 w 128"/>
                <a:gd name="T19" fmla="*/ 547 h 211"/>
                <a:gd name="T20" fmla="*/ 28 w 128"/>
                <a:gd name="T21" fmla="*/ 599 h 211"/>
                <a:gd name="T22" fmla="*/ 74 w 128"/>
                <a:gd name="T23" fmla="*/ 613 h 211"/>
                <a:gd name="T24" fmla="*/ 90 w 128"/>
                <a:gd name="T25" fmla="*/ 657 h 211"/>
                <a:gd name="T26" fmla="*/ 137 w 128"/>
                <a:gd name="T27" fmla="*/ 635 h 211"/>
                <a:gd name="T28" fmla="*/ 182 w 128"/>
                <a:gd name="T29" fmla="*/ 602 h 211"/>
                <a:gd name="T30" fmla="*/ 210 w 128"/>
                <a:gd name="T31" fmla="*/ 594 h 211"/>
                <a:gd name="T32" fmla="*/ 244 w 128"/>
                <a:gd name="T33" fmla="*/ 555 h 211"/>
                <a:gd name="T34" fmla="*/ 257 w 128"/>
                <a:gd name="T35" fmla="*/ 580 h 211"/>
                <a:gd name="T36" fmla="*/ 310 w 128"/>
                <a:gd name="T37" fmla="*/ 539 h 211"/>
                <a:gd name="T38" fmla="*/ 353 w 128"/>
                <a:gd name="T39" fmla="*/ 464 h 211"/>
                <a:gd name="T40" fmla="*/ 397 w 128"/>
                <a:gd name="T41" fmla="*/ 336 h 211"/>
                <a:gd name="T42" fmla="*/ 412 w 128"/>
                <a:gd name="T43" fmla="*/ 270 h 211"/>
                <a:gd name="T44" fmla="*/ 406 w 128"/>
                <a:gd name="T45" fmla="*/ 60 h 211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28" h="211">
                  <a:moveTo>
                    <a:pt x="126" y="19"/>
                  </a:moveTo>
                  <a:cubicBezTo>
                    <a:pt x="126" y="19"/>
                    <a:pt x="67" y="0"/>
                    <a:pt x="29" y="16"/>
                  </a:cubicBezTo>
                  <a:cubicBezTo>
                    <a:pt x="29" y="16"/>
                    <a:pt x="15" y="55"/>
                    <a:pt x="12" y="61"/>
                  </a:cubicBezTo>
                  <a:cubicBezTo>
                    <a:pt x="8" y="67"/>
                    <a:pt x="7" y="79"/>
                    <a:pt x="6" y="89"/>
                  </a:cubicBezTo>
                  <a:cubicBezTo>
                    <a:pt x="5" y="98"/>
                    <a:pt x="3" y="125"/>
                    <a:pt x="3" y="133"/>
                  </a:cubicBezTo>
                  <a:cubicBezTo>
                    <a:pt x="0" y="151"/>
                    <a:pt x="0" y="151"/>
                    <a:pt x="0" y="151"/>
                  </a:cubicBezTo>
                  <a:cubicBezTo>
                    <a:pt x="0" y="151"/>
                    <a:pt x="10" y="159"/>
                    <a:pt x="18" y="153"/>
                  </a:cubicBezTo>
                  <a:cubicBezTo>
                    <a:pt x="26" y="146"/>
                    <a:pt x="31" y="133"/>
                    <a:pt x="31" y="133"/>
                  </a:cubicBezTo>
                  <a:cubicBezTo>
                    <a:pt x="31" y="133"/>
                    <a:pt x="31" y="142"/>
                    <a:pt x="28" y="149"/>
                  </a:cubicBezTo>
                  <a:cubicBezTo>
                    <a:pt x="25" y="155"/>
                    <a:pt x="18" y="168"/>
                    <a:pt x="16" y="172"/>
                  </a:cubicBezTo>
                  <a:cubicBezTo>
                    <a:pt x="13" y="177"/>
                    <a:pt x="8" y="184"/>
                    <a:pt x="9" y="189"/>
                  </a:cubicBezTo>
                  <a:cubicBezTo>
                    <a:pt x="10" y="193"/>
                    <a:pt x="17" y="198"/>
                    <a:pt x="23" y="193"/>
                  </a:cubicBezTo>
                  <a:cubicBezTo>
                    <a:pt x="23" y="193"/>
                    <a:pt x="21" y="202"/>
                    <a:pt x="28" y="207"/>
                  </a:cubicBezTo>
                  <a:cubicBezTo>
                    <a:pt x="35" y="211"/>
                    <a:pt x="39" y="203"/>
                    <a:pt x="43" y="200"/>
                  </a:cubicBezTo>
                  <a:cubicBezTo>
                    <a:pt x="47" y="197"/>
                    <a:pt x="56" y="190"/>
                    <a:pt x="56" y="190"/>
                  </a:cubicBezTo>
                  <a:cubicBezTo>
                    <a:pt x="56" y="190"/>
                    <a:pt x="61" y="191"/>
                    <a:pt x="65" y="187"/>
                  </a:cubicBezTo>
                  <a:cubicBezTo>
                    <a:pt x="68" y="184"/>
                    <a:pt x="76" y="175"/>
                    <a:pt x="76" y="175"/>
                  </a:cubicBezTo>
                  <a:cubicBezTo>
                    <a:pt x="76" y="175"/>
                    <a:pt x="75" y="181"/>
                    <a:pt x="80" y="183"/>
                  </a:cubicBezTo>
                  <a:cubicBezTo>
                    <a:pt x="85" y="184"/>
                    <a:pt x="91" y="176"/>
                    <a:pt x="96" y="170"/>
                  </a:cubicBezTo>
                  <a:cubicBezTo>
                    <a:pt x="100" y="165"/>
                    <a:pt x="108" y="155"/>
                    <a:pt x="110" y="146"/>
                  </a:cubicBezTo>
                  <a:cubicBezTo>
                    <a:pt x="113" y="138"/>
                    <a:pt x="121" y="111"/>
                    <a:pt x="123" y="106"/>
                  </a:cubicBezTo>
                  <a:cubicBezTo>
                    <a:pt x="125" y="101"/>
                    <a:pt x="128" y="93"/>
                    <a:pt x="128" y="85"/>
                  </a:cubicBezTo>
                  <a:cubicBezTo>
                    <a:pt x="128" y="78"/>
                    <a:pt x="126" y="19"/>
                    <a:pt x="126" y="19"/>
                  </a:cubicBezTo>
                  <a:close/>
                </a:path>
              </a:pathLst>
            </a:custGeom>
            <a:solidFill>
              <a:srgbClr val="F8F3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60911" name="Freeform 124">
              <a:extLst>
                <a:ext uri="{FF2B5EF4-FFF2-40B4-BE49-F238E27FC236}">
                  <a16:creationId xmlns:a16="http://schemas.microsoft.com/office/drawing/2014/main" id="{0564F8A9-DA71-4073-B3A1-0B8A13160DD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2" y="2328"/>
              <a:ext cx="189" cy="310"/>
            </a:xfrm>
            <a:custGeom>
              <a:avLst/>
              <a:gdLst>
                <a:gd name="T0" fmla="*/ 406 w 128"/>
                <a:gd name="T1" fmla="*/ 60 h 211"/>
                <a:gd name="T2" fmla="*/ 93 w 128"/>
                <a:gd name="T3" fmla="*/ 51 h 211"/>
                <a:gd name="T4" fmla="*/ 40 w 128"/>
                <a:gd name="T5" fmla="*/ 194 h 211"/>
                <a:gd name="T6" fmla="*/ 19 w 128"/>
                <a:gd name="T7" fmla="*/ 282 h 211"/>
                <a:gd name="T8" fmla="*/ 9 w 128"/>
                <a:gd name="T9" fmla="*/ 420 h 211"/>
                <a:gd name="T10" fmla="*/ 0 w 128"/>
                <a:gd name="T11" fmla="*/ 479 h 211"/>
                <a:gd name="T12" fmla="*/ 59 w 128"/>
                <a:gd name="T13" fmla="*/ 486 h 211"/>
                <a:gd name="T14" fmla="*/ 100 w 128"/>
                <a:gd name="T15" fmla="*/ 420 h 211"/>
                <a:gd name="T16" fmla="*/ 90 w 128"/>
                <a:gd name="T17" fmla="*/ 473 h 211"/>
                <a:gd name="T18" fmla="*/ 52 w 128"/>
                <a:gd name="T19" fmla="*/ 547 h 211"/>
                <a:gd name="T20" fmla="*/ 28 w 128"/>
                <a:gd name="T21" fmla="*/ 599 h 211"/>
                <a:gd name="T22" fmla="*/ 74 w 128"/>
                <a:gd name="T23" fmla="*/ 613 h 211"/>
                <a:gd name="T24" fmla="*/ 90 w 128"/>
                <a:gd name="T25" fmla="*/ 657 h 211"/>
                <a:gd name="T26" fmla="*/ 137 w 128"/>
                <a:gd name="T27" fmla="*/ 635 h 211"/>
                <a:gd name="T28" fmla="*/ 182 w 128"/>
                <a:gd name="T29" fmla="*/ 602 h 211"/>
                <a:gd name="T30" fmla="*/ 210 w 128"/>
                <a:gd name="T31" fmla="*/ 594 h 211"/>
                <a:gd name="T32" fmla="*/ 244 w 128"/>
                <a:gd name="T33" fmla="*/ 555 h 211"/>
                <a:gd name="T34" fmla="*/ 257 w 128"/>
                <a:gd name="T35" fmla="*/ 580 h 211"/>
                <a:gd name="T36" fmla="*/ 310 w 128"/>
                <a:gd name="T37" fmla="*/ 539 h 211"/>
                <a:gd name="T38" fmla="*/ 353 w 128"/>
                <a:gd name="T39" fmla="*/ 464 h 211"/>
                <a:gd name="T40" fmla="*/ 397 w 128"/>
                <a:gd name="T41" fmla="*/ 336 h 211"/>
                <a:gd name="T42" fmla="*/ 412 w 128"/>
                <a:gd name="T43" fmla="*/ 270 h 211"/>
                <a:gd name="T44" fmla="*/ 406 w 128"/>
                <a:gd name="T45" fmla="*/ 60 h 211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28" h="211">
                  <a:moveTo>
                    <a:pt x="126" y="19"/>
                  </a:moveTo>
                  <a:cubicBezTo>
                    <a:pt x="126" y="19"/>
                    <a:pt x="67" y="0"/>
                    <a:pt x="29" y="16"/>
                  </a:cubicBezTo>
                  <a:cubicBezTo>
                    <a:pt x="29" y="16"/>
                    <a:pt x="15" y="55"/>
                    <a:pt x="12" y="61"/>
                  </a:cubicBezTo>
                  <a:cubicBezTo>
                    <a:pt x="8" y="67"/>
                    <a:pt x="7" y="79"/>
                    <a:pt x="6" y="89"/>
                  </a:cubicBezTo>
                  <a:cubicBezTo>
                    <a:pt x="5" y="98"/>
                    <a:pt x="3" y="125"/>
                    <a:pt x="3" y="133"/>
                  </a:cubicBezTo>
                  <a:cubicBezTo>
                    <a:pt x="0" y="151"/>
                    <a:pt x="0" y="151"/>
                    <a:pt x="0" y="151"/>
                  </a:cubicBezTo>
                  <a:cubicBezTo>
                    <a:pt x="0" y="151"/>
                    <a:pt x="10" y="159"/>
                    <a:pt x="18" y="153"/>
                  </a:cubicBezTo>
                  <a:cubicBezTo>
                    <a:pt x="26" y="146"/>
                    <a:pt x="31" y="133"/>
                    <a:pt x="31" y="133"/>
                  </a:cubicBezTo>
                  <a:cubicBezTo>
                    <a:pt x="31" y="133"/>
                    <a:pt x="31" y="142"/>
                    <a:pt x="28" y="149"/>
                  </a:cubicBezTo>
                  <a:cubicBezTo>
                    <a:pt x="25" y="155"/>
                    <a:pt x="18" y="168"/>
                    <a:pt x="16" y="172"/>
                  </a:cubicBezTo>
                  <a:cubicBezTo>
                    <a:pt x="13" y="177"/>
                    <a:pt x="8" y="184"/>
                    <a:pt x="9" y="189"/>
                  </a:cubicBezTo>
                  <a:cubicBezTo>
                    <a:pt x="10" y="193"/>
                    <a:pt x="17" y="198"/>
                    <a:pt x="23" y="193"/>
                  </a:cubicBezTo>
                  <a:cubicBezTo>
                    <a:pt x="23" y="193"/>
                    <a:pt x="21" y="202"/>
                    <a:pt x="28" y="207"/>
                  </a:cubicBezTo>
                  <a:cubicBezTo>
                    <a:pt x="35" y="211"/>
                    <a:pt x="39" y="203"/>
                    <a:pt x="43" y="200"/>
                  </a:cubicBezTo>
                  <a:cubicBezTo>
                    <a:pt x="47" y="197"/>
                    <a:pt x="56" y="190"/>
                    <a:pt x="56" y="190"/>
                  </a:cubicBezTo>
                  <a:cubicBezTo>
                    <a:pt x="56" y="190"/>
                    <a:pt x="61" y="191"/>
                    <a:pt x="65" y="187"/>
                  </a:cubicBezTo>
                  <a:cubicBezTo>
                    <a:pt x="68" y="184"/>
                    <a:pt x="76" y="175"/>
                    <a:pt x="76" y="175"/>
                  </a:cubicBezTo>
                  <a:cubicBezTo>
                    <a:pt x="76" y="175"/>
                    <a:pt x="75" y="181"/>
                    <a:pt x="80" y="183"/>
                  </a:cubicBezTo>
                  <a:cubicBezTo>
                    <a:pt x="85" y="184"/>
                    <a:pt x="91" y="176"/>
                    <a:pt x="96" y="170"/>
                  </a:cubicBezTo>
                  <a:cubicBezTo>
                    <a:pt x="100" y="165"/>
                    <a:pt x="108" y="155"/>
                    <a:pt x="110" y="146"/>
                  </a:cubicBezTo>
                  <a:cubicBezTo>
                    <a:pt x="113" y="138"/>
                    <a:pt x="121" y="111"/>
                    <a:pt x="123" y="106"/>
                  </a:cubicBezTo>
                  <a:cubicBezTo>
                    <a:pt x="125" y="101"/>
                    <a:pt x="128" y="93"/>
                    <a:pt x="128" y="85"/>
                  </a:cubicBezTo>
                  <a:cubicBezTo>
                    <a:pt x="128" y="78"/>
                    <a:pt x="126" y="19"/>
                    <a:pt x="126" y="19"/>
                  </a:cubicBezTo>
                  <a:close/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60912" name="Freeform 125">
              <a:extLst>
                <a:ext uri="{FF2B5EF4-FFF2-40B4-BE49-F238E27FC236}">
                  <a16:creationId xmlns:a16="http://schemas.microsoft.com/office/drawing/2014/main" id="{4BC60681-1F41-4FDF-ABE8-2BB918CF26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8" y="2436"/>
              <a:ext cx="6" cy="88"/>
            </a:xfrm>
            <a:custGeom>
              <a:avLst/>
              <a:gdLst>
                <a:gd name="T0" fmla="*/ 0 w 4"/>
                <a:gd name="T1" fmla="*/ 189 h 60"/>
                <a:gd name="T2" fmla="*/ 8 w 4"/>
                <a:gd name="T3" fmla="*/ 116 h 60"/>
                <a:gd name="T4" fmla="*/ 14 w 4"/>
                <a:gd name="T5" fmla="*/ 0 h 6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60">
                  <a:moveTo>
                    <a:pt x="0" y="60"/>
                  </a:moveTo>
                  <a:cubicBezTo>
                    <a:pt x="0" y="60"/>
                    <a:pt x="1" y="46"/>
                    <a:pt x="2" y="37"/>
                  </a:cubicBezTo>
                  <a:cubicBezTo>
                    <a:pt x="2" y="27"/>
                    <a:pt x="4" y="0"/>
                    <a:pt x="4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60913" name="Freeform 126">
              <a:extLst>
                <a:ext uri="{FF2B5EF4-FFF2-40B4-BE49-F238E27FC236}">
                  <a16:creationId xmlns:a16="http://schemas.microsoft.com/office/drawing/2014/main" id="{6ADE1EE1-1A0E-4A90-83AA-7A78F5069F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8" y="2496"/>
              <a:ext cx="55" cy="114"/>
            </a:xfrm>
            <a:custGeom>
              <a:avLst/>
              <a:gdLst>
                <a:gd name="T0" fmla="*/ 0 w 38"/>
                <a:gd name="T1" fmla="*/ 244 h 78"/>
                <a:gd name="T2" fmla="*/ 55 w 38"/>
                <a:gd name="T3" fmla="*/ 190 h 78"/>
                <a:gd name="T4" fmla="*/ 94 w 38"/>
                <a:gd name="T5" fmla="*/ 130 h 78"/>
                <a:gd name="T6" fmla="*/ 116 w 38"/>
                <a:gd name="T7" fmla="*/ 0 h 7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" h="78">
                  <a:moveTo>
                    <a:pt x="0" y="78"/>
                  </a:moveTo>
                  <a:cubicBezTo>
                    <a:pt x="0" y="78"/>
                    <a:pt x="13" y="67"/>
                    <a:pt x="18" y="61"/>
                  </a:cubicBezTo>
                  <a:cubicBezTo>
                    <a:pt x="22" y="56"/>
                    <a:pt x="28" y="52"/>
                    <a:pt x="31" y="42"/>
                  </a:cubicBezTo>
                  <a:cubicBezTo>
                    <a:pt x="33" y="31"/>
                    <a:pt x="37" y="5"/>
                    <a:pt x="38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60914" name="Freeform 127">
              <a:extLst>
                <a:ext uri="{FF2B5EF4-FFF2-40B4-BE49-F238E27FC236}">
                  <a16:creationId xmlns:a16="http://schemas.microsoft.com/office/drawing/2014/main" id="{56C9BDC1-3298-495A-A7CB-84F94430A65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5" y="2505"/>
              <a:ext cx="45" cy="102"/>
            </a:xfrm>
            <a:custGeom>
              <a:avLst/>
              <a:gdLst>
                <a:gd name="T0" fmla="*/ 0 w 31"/>
                <a:gd name="T1" fmla="*/ 217 h 70"/>
                <a:gd name="T2" fmla="*/ 41 w 31"/>
                <a:gd name="T3" fmla="*/ 168 h 70"/>
                <a:gd name="T4" fmla="*/ 61 w 31"/>
                <a:gd name="T5" fmla="*/ 108 h 70"/>
                <a:gd name="T6" fmla="*/ 94 w 31"/>
                <a:gd name="T7" fmla="*/ 0 h 7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70">
                  <a:moveTo>
                    <a:pt x="0" y="70"/>
                  </a:moveTo>
                  <a:cubicBezTo>
                    <a:pt x="0" y="70"/>
                    <a:pt x="11" y="58"/>
                    <a:pt x="13" y="54"/>
                  </a:cubicBezTo>
                  <a:cubicBezTo>
                    <a:pt x="16" y="50"/>
                    <a:pt x="18" y="41"/>
                    <a:pt x="20" y="35"/>
                  </a:cubicBezTo>
                  <a:cubicBezTo>
                    <a:pt x="22" y="28"/>
                    <a:pt x="31" y="0"/>
                    <a:pt x="31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60915" name="Freeform 128">
              <a:extLst>
                <a:ext uri="{FF2B5EF4-FFF2-40B4-BE49-F238E27FC236}">
                  <a16:creationId xmlns:a16="http://schemas.microsoft.com/office/drawing/2014/main" id="{A210F2FE-73BD-4C48-9B9C-22D1AE6E18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4" y="2500"/>
              <a:ext cx="44" cy="85"/>
            </a:xfrm>
            <a:custGeom>
              <a:avLst/>
              <a:gdLst>
                <a:gd name="T0" fmla="*/ 0 w 30"/>
                <a:gd name="T1" fmla="*/ 183 h 58"/>
                <a:gd name="T2" fmla="*/ 34 w 30"/>
                <a:gd name="T3" fmla="*/ 135 h 58"/>
                <a:gd name="T4" fmla="*/ 66 w 30"/>
                <a:gd name="T5" fmla="*/ 66 h 58"/>
                <a:gd name="T6" fmla="*/ 95 w 30"/>
                <a:gd name="T7" fmla="*/ 0 h 5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" h="58">
                  <a:moveTo>
                    <a:pt x="0" y="58"/>
                  </a:moveTo>
                  <a:cubicBezTo>
                    <a:pt x="0" y="58"/>
                    <a:pt x="8" y="50"/>
                    <a:pt x="11" y="43"/>
                  </a:cubicBezTo>
                  <a:cubicBezTo>
                    <a:pt x="13" y="37"/>
                    <a:pt x="20" y="26"/>
                    <a:pt x="21" y="21"/>
                  </a:cubicBezTo>
                  <a:cubicBezTo>
                    <a:pt x="23" y="16"/>
                    <a:pt x="30" y="0"/>
                    <a:pt x="30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60916" name="Freeform 129">
              <a:extLst>
                <a:ext uri="{FF2B5EF4-FFF2-40B4-BE49-F238E27FC236}">
                  <a16:creationId xmlns:a16="http://schemas.microsoft.com/office/drawing/2014/main" id="{B3768E65-6D82-4ED6-BA51-941469A813F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9" y="2483"/>
              <a:ext cx="2" cy="5"/>
            </a:xfrm>
            <a:custGeom>
              <a:avLst/>
              <a:gdLst>
                <a:gd name="T0" fmla="*/ 8 w 1"/>
                <a:gd name="T1" fmla="*/ 0 h 4"/>
                <a:gd name="T2" fmla="*/ 0 w 1"/>
                <a:gd name="T3" fmla="*/ 8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4">
                  <a:moveTo>
                    <a:pt x="1" y="0"/>
                  </a:moveTo>
                  <a:cubicBezTo>
                    <a:pt x="1" y="1"/>
                    <a:pt x="1" y="2"/>
                    <a:pt x="0" y="4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60917" name="Freeform 130">
              <a:extLst>
                <a:ext uri="{FF2B5EF4-FFF2-40B4-BE49-F238E27FC236}">
                  <a16:creationId xmlns:a16="http://schemas.microsoft.com/office/drawing/2014/main" id="{20BC792C-EDA1-4D2C-BA42-44363FFC5ED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3" y="2487"/>
              <a:ext cx="2" cy="3"/>
            </a:xfrm>
            <a:custGeom>
              <a:avLst/>
              <a:gdLst>
                <a:gd name="T0" fmla="*/ 8 w 1"/>
                <a:gd name="T1" fmla="*/ 0 h 2"/>
                <a:gd name="T2" fmla="*/ 0 w 1"/>
                <a:gd name="T3" fmla="*/ 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">
                  <a:moveTo>
                    <a:pt x="1" y="0"/>
                  </a:moveTo>
                  <a:cubicBezTo>
                    <a:pt x="1" y="0"/>
                    <a:pt x="0" y="2"/>
                    <a:pt x="0" y="2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60918" name="Freeform 131">
              <a:extLst>
                <a:ext uri="{FF2B5EF4-FFF2-40B4-BE49-F238E27FC236}">
                  <a16:creationId xmlns:a16="http://schemas.microsoft.com/office/drawing/2014/main" id="{F7C6B3CB-B8D1-41F4-984F-E15018AB1B2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1" y="2475"/>
              <a:ext cx="5" cy="8"/>
            </a:xfrm>
            <a:custGeom>
              <a:avLst/>
              <a:gdLst>
                <a:gd name="T0" fmla="*/ 8 w 3"/>
                <a:gd name="T1" fmla="*/ 0 h 5"/>
                <a:gd name="T2" fmla="*/ 0 w 3"/>
                <a:gd name="T3" fmla="*/ 21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5">
                  <a:moveTo>
                    <a:pt x="2" y="0"/>
                  </a:moveTo>
                  <a:cubicBezTo>
                    <a:pt x="3" y="2"/>
                    <a:pt x="1" y="4"/>
                    <a:pt x="0" y="5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60919" name="Freeform 132">
              <a:extLst>
                <a:ext uri="{FF2B5EF4-FFF2-40B4-BE49-F238E27FC236}">
                  <a16:creationId xmlns:a16="http://schemas.microsoft.com/office/drawing/2014/main" id="{FF853219-3D34-4E7A-9085-CDF30CBFAC7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5" y="2525"/>
              <a:ext cx="19" cy="30"/>
            </a:xfrm>
            <a:custGeom>
              <a:avLst/>
              <a:gdLst>
                <a:gd name="T0" fmla="*/ 0 w 13"/>
                <a:gd name="T1" fmla="*/ 5 h 20"/>
                <a:gd name="T2" fmla="*/ 34 w 13"/>
                <a:gd name="T3" fmla="*/ 21 h 20"/>
                <a:gd name="T4" fmla="*/ 19 w 13"/>
                <a:gd name="T5" fmla="*/ 68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20">
                  <a:moveTo>
                    <a:pt x="0" y="1"/>
                  </a:moveTo>
                  <a:cubicBezTo>
                    <a:pt x="4" y="0"/>
                    <a:pt x="10" y="1"/>
                    <a:pt x="11" y="6"/>
                  </a:cubicBezTo>
                  <a:cubicBezTo>
                    <a:pt x="13" y="11"/>
                    <a:pt x="9" y="16"/>
                    <a:pt x="6" y="20"/>
                  </a:cubicBezTo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60920" name="Freeform 133">
              <a:extLst>
                <a:ext uri="{FF2B5EF4-FFF2-40B4-BE49-F238E27FC236}">
                  <a16:creationId xmlns:a16="http://schemas.microsoft.com/office/drawing/2014/main" id="{2BB406EF-A3A9-4089-95F4-8A94ECB03A9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5" y="2596"/>
              <a:ext cx="24" cy="10"/>
            </a:xfrm>
            <a:custGeom>
              <a:avLst/>
              <a:gdLst>
                <a:gd name="T0" fmla="*/ 54 w 16"/>
                <a:gd name="T1" fmla="*/ 20 h 7"/>
                <a:gd name="T2" fmla="*/ 35 w 16"/>
                <a:gd name="T3" fmla="*/ 0 h 7"/>
                <a:gd name="T4" fmla="*/ 0 w 16"/>
                <a:gd name="T5" fmla="*/ 19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7">
                  <a:moveTo>
                    <a:pt x="16" y="7"/>
                  </a:moveTo>
                  <a:cubicBezTo>
                    <a:pt x="16" y="3"/>
                    <a:pt x="14" y="0"/>
                    <a:pt x="10" y="0"/>
                  </a:cubicBezTo>
                  <a:cubicBezTo>
                    <a:pt x="6" y="0"/>
                    <a:pt x="3" y="4"/>
                    <a:pt x="0" y="6"/>
                  </a:cubicBezTo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60921" name="Freeform 134">
              <a:extLst>
                <a:ext uri="{FF2B5EF4-FFF2-40B4-BE49-F238E27FC236}">
                  <a16:creationId xmlns:a16="http://schemas.microsoft.com/office/drawing/2014/main" id="{5A4FFC1C-6773-4BEC-9EB3-53050AA81D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8" y="2613"/>
              <a:ext cx="25" cy="11"/>
            </a:xfrm>
            <a:custGeom>
              <a:avLst/>
              <a:gdLst>
                <a:gd name="T0" fmla="*/ 54 w 17"/>
                <a:gd name="T1" fmla="*/ 27 h 7"/>
                <a:gd name="T2" fmla="*/ 26 w 17"/>
                <a:gd name="T3" fmla="*/ 5 h 7"/>
                <a:gd name="T4" fmla="*/ 0 w 17"/>
                <a:gd name="T5" fmla="*/ 22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7">
                  <a:moveTo>
                    <a:pt x="17" y="7"/>
                  </a:moveTo>
                  <a:cubicBezTo>
                    <a:pt x="14" y="4"/>
                    <a:pt x="13" y="0"/>
                    <a:pt x="8" y="1"/>
                  </a:cubicBezTo>
                  <a:cubicBezTo>
                    <a:pt x="5" y="2"/>
                    <a:pt x="3" y="5"/>
                    <a:pt x="0" y="6"/>
                  </a:cubicBezTo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60922" name="Freeform 135">
              <a:extLst>
                <a:ext uri="{FF2B5EF4-FFF2-40B4-BE49-F238E27FC236}">
                  <a16:creationId xmlns:a16="http://schemas.microsoft.com/office/drawing/2014/main" id="{155D0863-F869-424F-BE11-8EC41A0F4A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4" y="2582"/>
              <a:ext cx="19" cy="9"/>
            </a:xfrm>
            <a:custGeom>
              <a:avLst/>
              <a:gdLst>
                <a:gd name="T0" fmla="*/ 41 w 13"/>
                <a:gd name="T1" fmla="*/ 18 h 6"/>
                <a:gd name="T2" fmla="*/ 22 w 13"/>
                <a:gd name="T3" fmla="*/ 5 h 6"/>
                <a:gd name="T4" fmla="*/ 0 w 13"/>
                <a:gd name="T5" fmla="*/ 21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6">
                  <a:moveTo>
                    <a:pt x="13" y="5"/>
                  </a:moveTo>
                  <a:cubicBezTo>
                    <a:pt x="13" y="1"/>
                    <a:pt x="9" y="0"/>
                    <a:pt x="7" y="1"/>
                  </a:cubicBezTo>
                  <a:cubicBezTo>
                    <a:pt x="4" y="2"/>
                    <a:pt x="2" y="4"/>
                    <a:pt x="0" y="6"/>
                  </a:cubicBezTo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60923" name="Freeform 136">
              <a:extLst>
                <a:ext uri="{FF2B5EF4-FFF2-40B4-BE49-F238E27FC236}">
                  <a16:creationId xmlns:a16="http://schemas.microsoft.com/office/drawing/2014/main" id="{73C9E3E5-5ABB-477D-9660-E6222170FB0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6" y="2347"/>
              <a:ext cx="149" cy="55"/>
            </a:xfrm>
            <a:custGeom>
              <a:avLst/>
              <a:gdLst>
                <a:gd name="T0" fmla="*/ 0 w 101"/>
                <a:gd name="T1" fmla="*/ 100 h 37"/>
                <a:gd name="T2" fmla="*/ 35 w 101"/>
                <a:gd name="T3" fmla="*/ 19 h 37"/>
                <a:gd name="T4" fmla="*/ 137 w 101"/>
                <a:gd name="T5" fmla="*/ 0 h 37"/>
                <a:gd name="T6" fmla="*/ 235 w 101"/>
                <a:gd name="T7" fmla="*/ 6 h 37"/>
                <a:gd name="T8" fmla="*/ 276 w 101"/>
                <a:gd name="T9" fmla="*/ 13 h 37"/>
                <a:gd name="T10" fmla="*/ 316 w 101"/>
                <a:gd name="T11" fmla="*/ 27 h 37"/>
                <a:gd name="T12" fmla="*/ 322 w 101"/>
                <a:gd name="T13" fmla="*/ 76 h 37"/>
                <a:gd name="T14" fmla="*/ 322 w 101"/>
                <a:gd name="T15" fmla="*/ 122 h 37"/>
                <a:gd name="T16" fmla="*/ 308 w 101"/>
                <a:gd name="T17" fmla="*/ 100 h 37"/>
                <a:gd name="T18" fmla="*/ 264 w 101"/>
                <a:gd name="T19" fmla="*/ 76 h 37"/>
                <a:gd name="T20" fmla="*/ 134 w 101"/>
                <a:gd name="T21" fmla="*/ 55 h 37"/>
                <a:gd name="T22" fmla="*/ 52 w 101"/>
                <a:gd name="T23" fmla="*/ 67 h 37"/>
                <a:gd name="T24" fmla="*/ 6 w 101"/>
                <a:gd name="T25" fmla="*/ 88 h 3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01" h="37">
                  <a:moveTo>
                    <a:pt x="0" y="30"/>
                  </a:moveTo>
                  <a:cubicBezTo>
                    <a:pt x="3" y="23"/>
                    <a:pt x="4" y="9"/>
                    <a:pt x="11" y="6"/>
                  </a:cubicBezTo>
                  <a:cubicBezTo>
                    <a:pt x="21" y="0"/>
                    <a:pt x="32" y="1"/>
                    <a:pt x="43" y="0"/>
                  </a:cubicBezTo>
                  <a:cubicBezTo>
                    <a:pt x="53" y="0"/>
                    <a:pt x="63" y="1"/>
                    <a:pt x="73" y="2"/>
                  </a:cubicBezTo>
                  <a:cubicBezTo>
                    <a:pt x="77" y="2"/>
                    <a:pt x="82" y="4"/>
                    <a:pt x="86" y="4"/>
                  </a:cubicBezTo>
                  <a:cubicBezTo>
                    <a:pt x="90" y="5"/>
                    <a:pt x="95" y="5"/>
                    <a:pt x="98" y="8"/>
                  </a:cubicBezTo>
                  <a:cubicBezTo>
                    <a:pt x="101" y="11"/>
                    <a:pt x="100" y="19"/>
                    <a:pt x="100" y="23"/>
                  </a:cubicBezTo>
                  <a:cubicBezTo>
                    <a:pt x="100" y="28"/>
                    <a:pt x="101" y="33"/>
                    <a:pt x="100" y="37"/>
                  </a:cubicBezTo>
                  <a:cubicBezTo>
                    <a:pt x="98" y="35"/>
                    <a:pt x="98" y="32"/>
                    <a:pt x="96" y="30"/>
                  </a:cubicBezTo>
                  <a:cubicBezTo>
                    <a:pt x="93" y="26"/>
                    <a:pt x="87" y="24"/>
                    <a:pt x="82" y="23"/>
                  </a:cubicBezTo>
                  <a:cubicBezTo>
                    <a:pt x="68" y="22"/>
                    <a:pt x="56" y="16"/>
                    <a:pt x="42" y="17"/>
                  </a:cubicBezTo>
                  <a:cubicBezTo>
                    <a:pt x="33" y="18"/>
                    <a:pt x="25" y="18"/>
                    <a:pt x="16" y="20"/>
                  </a:cubicBezTo>
                  <a:cubicBezTo>
                    <a:pt x="10" y="22"/>
                    <a:pt x="7" y="25"/>
                    <a:pt x="2" y="27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60924" name="Freeform 137">
              <a:extLst>
                <a:ext uri="{FF2B5EF4-FFF2-40B4-BE49-F238E27FC236}">
                  <a16:creationId xmlns:a16="http://schemas.microsoft.com/office/drawing/2014/main" id="{651275C5-ECBF-46BA-A4F2-D5BAFDAB3CF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8" y="2480"/>
              <a:ext cx="31" cy="75"/>
            </a:xfrm>
            <a:custGeom>
              <a:avLst/>
              <a:gdLst>
                <a:gd name="T0" fmla="*/ 65 w 21"/>
                <a:gd name="T1" fmla="*/ 1 h 51"/>
                <a:gd name="T2" fmla="*/ 61 w 21"/>
                <a:gd name="T3" fmla="*/ 38 h 51"/>
                <a:gd name="T4" fmla="*/ 59 w 21"/>
                <a:gd name="T5" fmla="*/ 69 h 51"/>
                <a:gd name="T6" fmla="*/ 52 w 21"/>
                <a:gd name="T7" fmla="*/ 106 h 51"/>
                <a:gd name="T8" fmla="*/ 27 w 21"/>
                <a:gd name="T9" fmla="*/ 141 h 51"/>
                <a:gd name="T10" fmla="*/ 15 w 21"/>
                <a:gd name="T11" fmla="*/ 156 h 51"/>
                <a:gd name="T12" fmla="*/ 0 w 21"/>
                <a:gd name="T13" fmla="*/ 162 h 51"/>
                <a:gd name="T14" fmla="*/ 13 w 21"/>
                <a:gd name="T15" fmla="*/ 134 h 51"/>
                <a:gd name="T16" fmla="*/ 27 w 21"/>
                <a:gd name="T17" fmla="*/ 110 h 51"/>
                <a:gd name="T18" fmla="*/ 65 w 21"/>
                <a:gd name="T19" fmla="*/ 0 h 5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1" h="51">
                  <a:moveTo>
                    <a:pt x="20" y="1"/>
                  </a:moveTo>
                  <a:cubicBezTo>
                    <a:pt x="19" y="4"/>
                    <a:pt x="20" y="8"/>
                    <a:pt x="19" y="12"/>
                  </a:cubicBezTo>
                  <a:cubicBezTo>
                    <a:pt x="19" y="15"/>
                    <a:pt x="19" y="19"/>
                    <a:pt x="18" y="22"/>
                  </a:cubicBezTo>
                  <a:cubicBezTo>
                    <a:pt x="18" y="26"/>
                    <a:pt x="18" y="30"/>
                    <a:pt x="16" y="33"/>
                  </a:cubicBezTo>
                  <a:cubicBezTo>
                    <a:pt x="14" y="37"/>
                    <a:pt x="11" y="41"/>
                    <a:pt x="8" y="44"/>
                  </a:cubicBezTo>
                  <a:cubicBezTo>
                    <a:pt x="7" y="46"/>
                    <a:pt x="6" y="48"/>
                    <a:pt x="5" y="49"/>
                  </a:cubicBezTo>
                  <a:cubicBezTo>
                    <a:pt x="3" y="50"/>
                    <a:pt x="2" y="50"/>
                    <a:pt x="0" y="51"/>
                  </a:cubicBezTo>
                  <a:cubicBezTo>
                    <a:pt x="2" y="48"/>
                    <a:pt x="3" y="45"/>
                    <a:pt x="4" y="42"/>
                  </a:cubicBezTo>
                  <a:cubicBezTo>
                    <a:pt x="5" y="40"/>
                    <a:pt x="6" y="37"/>
                    <a:pt x="8" y="35"/>
                  </a:cubicBezTo>
                  <a:cubicBezTo>
                    <a:pt x="17" y="27"/>
                    <a:pt x="21" y="12"/>
                    <a:pt x="20" y="0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60925" name="Freeform 138">
              <a:extLst>
                <a:ext uri="{FF2B5EF4-FFF2-40B4-BE49-F238E27FC236}">
                  <a16:creationId xmlns:a16="http://schemas.microsoft.com/office/drawing/2014/main" id="{D5F4216A-89E0-4CD4-A915-784DE122D7C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0" y="2552"/>
              <a:ext cx="25" cy="47"/>
            </a:xfrm>
            <a:custGeom>
              <a:avLst/>
              <a:gdLst>
                <a:gd name="T0" fmla="*/ 0 w 17"/>
                <a:gd name="T1" fmla="*/ 100 h 32"/>
                <a:gd name="T2" fmla="*/ 19 w 17"/>
                <a:gd name="T3" fmla="*/ 73 h 32"/>
                <a:gd name="T4" fmla="*/ 35 w 17"/>
                <a:gd name="T5" fmla="*/ 46 h 32"/>
                <a:gd name="T6" fmla="*/ 54 w 17"/>
                <a:gd name="T7" fmla="*/ 0 h 32"/>
                <a:gd name="T8" fmla="*/ 35 w 17"/>
                <a:gd name="T9" fmla="*/ 47 h 32"/>
                <a:gd name="T10" fmla="*/ 26 w 17"/>
                <a:gd name="T11" fmla="*/ 73 h 32"/>
                <a:gd name="T12" fmla="*/ 15 w 17"/>
                <a:gd name="T13" fmla="*/ 87 h 32"/>
                <a:gd name="T14" fmla="*/ 0 w 17"/>
                <a:gd name="T15" fmla="*/ 101 h 3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7" h="32">
                  <a:moveTo>
                    <a:pt x="0" y="31"/>
                  </a:moveTo>
                  <a:cubicBezTo>
                    <a:pt x="2" y="29"/>
                    <a:pt x="4" y="26"/>
                    <a:pt x="6" y="23"/>
                  </a:cubicBezTo>
                  <a:cubicBezTo>
                    <a:pt x="8" y="20"/>
                    <a:pt x="9" y="17"/>
                    <a:pt x="11" y="14"/>
                  </a:cubicBezTo>
                  <a:cubicBezTo>
                    <a:pt x="14" y="9"/>
                    <a:pt x="16" y="5"/>
                    <a:pt x="17" y="0"/>
                  </a:cubicBezTo>
                  <a:cubicBezTo>
                    <a:pt x="17" y="4"/>
                    <a:pt x="13" y="11"/>
                    <a:pt x="11" y="15"/>
                  </a:cubicBezTo>
                  <a:cubicBezTo>
                    <a:pt x="10" y="17"/>
                    <a:pt x="9" y="21"/>
                    <a:pt x="8" y="23"/>
                  </a:cubicBezTo>
                  <a:cubicBezTo>
                    <a:pt x="7" y="25"/>
                    <a:pt x="6" y="26"/>
                    <a:pt x="5" y="27"/>
                  </a:cubicBezTo>
                  <a:cubicBezTo>
                    <a:pt x="3" y="28"/>
                    <a:pt x="2" y="30"/>
                    <a:pt x="0" y="32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60926" name="Freeform 139">
              <a:extLst>
                <a:ext uri="{FF2B5EF4-FFF2-40B4-BE49-F238E27FC236}">
                  <a16:creationId xmlns:a16="http://schemas.microsoft.com/office/drawing/2014/main" id="{2660D152-B9A7-4E70-ACC4-D3A57ED5682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8" y="2580"/>
              <a:ext cx="39" cy="38"/>
            </a:xfrm>
            <a:custGeom>
              <a:avLst/>
              <a:gdLst>
                <a:gd name="T0" fmla="*/ 1 w 27"/>
                <a:gd name="T1" fmla="*/ 82 h 26"/>
                <a:gd name="T2" fmla="*/ 9 w 27"/>
                <a:gd name="T3" fmla="*/ 69 h 26"/>
                <a:gd name="T4" fmla="*/ 29 w 27"/>
                <a:gd name="T5" fmla="*/ 50 h 26"/>
                <a:gd name="T6" fmla="*/ 81 w 27"/>
                <a:gd name="T7" fmla="*/ 0 h 26"/>
                <a:gd name="T8" fmla="*/ 66 w 27"/>
                <a:gd name="T9" fmla="*/ 26 h 26"/>
                <a:gd name="T10" fmla="*/ 39 w 27"/>
                <a:gd name="T11" fmla="*/ 50 h 26"/>
                <a:gd name="T12" fmla="*/ 1 w 27"/>
                <a:gd name="T13" fmla="*/ 82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" h="26">
                  <a:moveTo>
                    <a:pt x="1" y="26"/>
                  </a:moveTo>
                  <a:cubicBezTo>
                    <a:pt x="0" y="24"/>
                    <a:pt x="2" y="23"/>
                    <a:pt x="3" y="22"/>
                  </a:cubicBezTo>
                  <a:cubicBezTo>
                    <a:pt x="5" y="20"/>
                    <a:pt x="8" y="18"/>
                    <a:pt x="10" y="16"/>
                  </a:cubicBezTo>
                  <a:cubicBezTo>
                    <a:pt x="16" y="11"/>
                    <a:pt x="23" y="6"/>
                    <a:pt x="27" y="0"/>
                  </a:cubicBezTo>
                  <a:cubicBezTo>
                    <a:pt x="25" y="2"/>
                    <a:pt x="24" y="6"/>
                    <a:pt x="22" y="8"/>
                  </a:cubicBezTo>
                  <a:cubicBezTo>
                    <a:pt x="19" y="11"/>
                    <a:pt x="16" y="14"/>
                    <a:pt x="13" y="16"/>
                  </a:cubicBezTo>
                  <a:cubicBezTo>
                    <a:pt x="9" y="19"/>
                    <a:pt x="4" y="23"/>
                    <a:pt x="1" y="26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60927" name="Freeform 140">
              <a:extLst>
                <a:ext uri="{FF2B5EF4-FFF2-40B4-BE49-F238E27FC236}">
                  <a16:creationId xmlns:a16="http://schemas.microsoft.com/office/drawing/2014/main" id="{09967464-CD2A-400F-9A60-1CB7EFED80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7" y="2549"/>
              <a:ext cx="19" cy="14"/>
            </a:xfrm>
            <a:custGeom>
              <a:avLst/>
              <a:gdLst>
                <a:gd name="T0" fmla="*/ 41 w 13"/>
                <a:gd name="T1" fmla="*/ 28 h 10"/>
                <a:gd name="T2" fmla="*/ 0 w 13"/>
                <a:gd name="T3" fmla="*/ 0 h 10"/>
                <a:gd name="T4" fmla="*/ 19 w 13"/>
                <a:gd name="T5" fmla="*/ 11 h 10"/>
                <a:gd name="T6" fmla="*/ 38 w 13"/>
                <a:gd name="T7" fmla="*/ 25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0">
                  <a:moveTo>
                    <a:pt x="13" y="10"/>
                  </a:moveTo>
                  <a:cubicBezTo>
                    <a:pt x="9" y="10"/>
                    <a:pt x="4" y="3"/>
                    <a:pt x="0" y="0"/>
                  </a:cubicBezTo>
                  <a:cubicBezTo>
                    <a:pt x="2" y="2"/>
                    <a:pt x="4" y="2"/>
                    <a:pt x="6" y="4"/>
                  </a:cubicBezTo>
                  <a:cubicBezTo>
                    <a:pt x="8" y="5"/>
                    <a:pt x="10" y="8"/>
                    <a:pt x="12" y="9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60928" name="Freeform 141">
              <a:extLst>
                <a:ext uri="{FF2B5EF4-FFF2-40B4-BE49-F238E27FC236}">
                  <a16:creationId xmlns:a16="http://schemas.microsoft.com/office/drawing/2014/main" id="{03826C1F-76A3-4624-A9DF-4658FCA749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6" y="2547"/>
              <a:ext cx="10" cy="8"/>
            </a:xfrm>
            <a:custGeom>
              <a:avLst/>
              <a:gdLst>
                <a:gd name="T0" fmla="*/ 19 w 7"/>
                <a:gd name="T1" fmla="*/ 16 h 5"/>
                <a:gd name="T2" fmla="*/ 0 w 7"/>
                <a:gd name="T3" fmla="*/ 0 h 5"/>
                <a:gd name="T4" fmla="*/ 20 w 7"/>
                <a:gd name="T5" fmla="*/ 21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6" y="4"/>
                  </a:moveTo>
                  <a:cubicBezTo>
                    <a:pt x="4" y="3"/>
                    <a:pt x="2" y="2"/>
                    <a:pt x="0" y="0"/>
                  </a:cubicBezTo>
                  <a:cubicBezTo>
                    <a:pt x="1" y="3"/>
                    <a:pt x="6" y="2"/>
                    <a:pt x="7" y="5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60929" name="Freeform 142">
              <a:extLst>
                <a:ext uri="{FF2B5EF4-FFF2-40B4-BE49-F238E27FC236}">
                  <a16:creationId xmlns:a16="http://schemas.microsoft.com/office/drawing/2014/main" id="{61FB0F07-66BD-420F-A22F-6D3D50E31EC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6" y="2575"/>
              <a:ext cx="15" cy="7"/>
            </a:xfrm>
            <a:custGeom>
              <a:avLst/>
              <a:gdLst>
                <a:gd name="T0" fmla="*/ 35 w 10"/>
                <a:gd name="T1" fmla="*/ 14 h 5"/>
                <a:gd name="T2" fmla="*/ 0 w 10"/>
                <a:gd name="T3" fmla="*/ 0 h 5"/>
                <a:gd name="T4" fmla="*/ 27 w 10"/>
                <a:gd name="T5" fmla="*/ 14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5">
                  <a:moveTo>
                    <a:pt x="10" y="5"/>
                  </a:moveTo>
                  <a:cubicBezTo>
                    <a:pt x="7" y="3"/>
                    <a:pt x="1" y="5"/>
                    <a:pt x="0" y="0"/>
                  </a:cubicBezTo>
                  <a:cubicBezTo>
                    <a:pt x="3" y="0"/>
                    <a:pt x="5" y="5"/>
                    <a:pt x="8" y="5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60930" name="Freeform 143">
              <a:extLst>
                <a:ext uri="{FF2B5EF4-FFF2-40B4-BE49-F238E27FC236}">
                  <a16:creationId xmlns:a16="http://schemas.microsoft.com/office/drawing/2014/main" id="{261D74B2-7CBF-44D4-B2A3-52F6945BEF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2" y="2571"/>
              <a:ext cx="7" cy="7"/>
            </a:xfrm>
            <a:custGeom>
              <a:avLst/>
              <a:gdLst>
                <a:gd name="T0" fmla="*/ 14 w 5"/>
                <a:gd name="T1" fmla="*/ 14 h 5"/>
                <a:gd name="T2" fmla="*/ 0 w 5"/>
                <a:gd name="T3" fmla="*/ 0 h 5"/>
                <a:gd name="T4" fmla="*/ 14 w 5"/>
                <a:gd name="T5" fmla="*/ 11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5" y="5"/>
                  </a:moveTo>
                  <a:cubicBezTo>
                    <a:pt x="3" y="4"/>
                    <a:pt x="0" y="2"/>
                    <a:pt x="0" y="0"/>
                  </a:cubicBezTo>
                  <a:cubicBezTo>
                    <a:pt x="1" y="1"/>
                    <a:pt x="4" y="3"/>
                    <a:pt x="5" y="4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60931" name="Freeform 144">
              <a:extLst>
                <a:ext uri="{FF2B5EF4-FFF2-40B4-BE49-F238E27FC236}">
                  <a16:creationId xmlns:a16="http://schemas.microsoft.com/office/drawing/2014/main" id="{B51AA65E-BA5F-41BB-9C08-F06822BD8E8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3" y="2547"/>
              <a:ext cx="6" cy="3"/>
            </a:xfrm>
            <a:custGeom>
              <a:avLst/>
              <a:gdLst>
                <a:gd name="T0" fmla="*/ 14 w 4"/>
                <a:gd name="T1" fmla="*/ 8 h 2"/>
                <a:gd name="T2" fmla="*/ 0 w 4"/>
                <a:gd name="T3" fmla="*/ 0 h 2"/>
                <a:gd name="T4" fmla="*/ 12 w 4"/>
                <a:gd name="T5" fmla="*/ 5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2">
                  <a:moveTo>
                    <a:pt x="4" y="2"/>
                  </a:moveTo>
                  <a:cubicBezTo>
                    <a:pt x="3" y="1"/>
                    <a:pt x="1" y="0"/>
                    <a:pt x="0" y="0"/>
                  </a:cubicBezTo>
                  <a:cubicBezTo>
                    <a:pt x="1" y="0"/>
                    <a:pt x="2" y="1"/>
                    <a:pt x="3" y="1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60932" name="Freeform 145">
              <a:extLst>
                <a:ext uri="{FF2B5EF4-FFF2-40B4-BE49-F238E27FC236}">
                  <a16:creationId xmlns:a16="http://schemas.microsoft.com/office/drawing/2014/main" id="{A09E8F08-DDCA-4FAC-93E6-1E153F37C2E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5" y="2480"/>
              <a:ext cx="17" cy="6"/>
            </a:xfrm>
            <a:custGeom>
              <a:avLst/>
              <a:gdLst>
                <a:gd name="T0" fmla="*/ 0 w 11"/>
                <a:gd name="T1" fmla="*/ 0 h 4"/>
                <a:gd name="T2" fmla="*/ 40 w 11"/>
                <a:gd name="T3" fmla="*/ 12 h 4"/>
                <a:gd name="T4" fmla="*/ 22 w 11"/>
                <a:gd name="T5" fmla="*/ 8 h 4"/>
                <a:gd name="T6" fmla="*/ 5 w 11"/>
                <a:gd name="T7" fmla="*/ 5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4">
                  <a:moveTo>
                    <a:pt x="0" y="0"/>
                  </a:moveTo>
                  <a:cubicBezTo>
                    <a:pt x="1" y="3"/>
                    <a:pt x="8" y="4"/>
                    <a:pt x="11" y="3"/>
                  </a:cubicBezTo>
                  <a:cubicBezTo>
                    <a:pt x="9" y="3"/>
                    <a:pt x="8" y="2"/>
                    <a:pt x="6" y="2"/>
                  </a:cubicBezTo>
                  <a:cubicBezTo>
                    <a:pt x="4" y="2"/>
                    <a:pt x="2" y="2"/>
                    <a:pt x="1" y="1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60933" name="Freeform 146">
              <a:extLst>
                <a:ext uri="{FF2B5EF4-FFF2-40B4-BE49-F238E27FC236}">
                  <a16:creationId xmlns:a16="http://schemas.microsoft.com/office/drawing/2014/main" id="{7BEF69EF-8A9F-465A-8E81-8A63B7BFC7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8" y="2472"/>
              <a:ext cx="9" cy="5"/>
            </a:xfrm>
            <a:custGeom>
              <a:avLst/>
              <a:gdLst>
                <a:gd name="T0" fmla="*/ 0 w 6"/>
                <a:gd name="T1" fmla="*/ 0 h 3"/>
                <a:gd name="T2" fmla="*/ 21 w 6"/>
                <a:gd name="T3" fmla="*/ 8 h 3"/>
                <a:gd name="T4" fmla="*/ 5 w 6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3">
                  <a:moveTo>
                    <a:pt x="0" y="0"/>
                  </a:moveTo>
                  <a:cubicBezTo>
                    <a:pt x="1" y="2"/>
                    <a:pt x="4" y="3"/>
                    <a:pt x="6" y="2"/>
                  </a:cubicBezTo>
                  <a:cubicBezTo>
                    <a:pt x="5" y="1"/>
                    <a:pt x="3" y="0"/>
                    <a:pt x="1" y="0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60934" name="Freeform 147">
              <a:extLst>
                <a:ext uri="{FF2B5EF4-FFF2-40B4-BE49-F238E27FC236}">
                  <a16:creationId xmlns:a16="http://schemas.microsoft.com/office/drawing/2014/main" id="{B7E15144-E11B-4FC3-82ED-163798549F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4" y="2563"/>
              <a:ext cx="9" cy="5"/>
            </a:xfrm>
            <a:custGeom>
              <a:avLst/>
              <a:gdLst>
                <a:gd name="T0" fmla="*/ 21 w 6"/>
                <a:gd name="T1" fmla="*/ 13 h 3"/>
                <a:gd name="T2" fmla="*/ 0 w 6"/>
                <a:gd name="T3" fmla="*/ 0 h 3"/>
                <a:gd name="T4" fmla="*/ 14 w 6"/>
                <a:gd name="T5" fmla="*/ 8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3">
                  <a:moveTo>
                    <a:pt x="6" y="3"/>
                  </a:moveTo>
                  <a:cubicBezTo>
                    <a:pt x="4" y="2"/>
                    <a:pt x="2" y="1"/>
                    <a:pt x="0" y="0"/>
                  </a:cubicBezTo>
                  <a:cubicBezTo>
                    <a:pt x="1" y="1"/>
                    <a:pt x="3" y="2"/>
                    <a:pt x="4" y="2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60935" name="Freeform 148">
              <a:extLst>
                <a:ext uri="{FF2B5EF4-FFF2-40B4-BE49-F238E27FC236}">
                  <a16:creationId xmlns:a16="http://schemas.microsoft.com/office/drawing/2014/main" id="{2B3DC505-273A-408B-BDED-5298E4DC54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6" y="2550"/>
              <a:ext cx="9" cy="5"/>
            </a:xfrm>
            <a:custGeom>
              <a:avLst/>
              <a:gdLst>
                <a:gd name="T0" fmla="*/ 21 w 6"/>
                <a:gd name="T1" fmla="*/ 13 h 3"/>
                <a:gd name="T2" fmla="*/ 0 w 6"/>
                <a:gd name="T3" fmla="*/ 0 h 3"/>
                <a:gd name="T4" fmla="*/ 18 w 6"/>
                <a:gd name="T5" fmla="*/ 13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3">
                  <a:moveTo>
                    <a:pt x="6" y="3"/>
                  </a:moveTo>
                  <a:cubicBezTo>
                    <a:pt x="5" y="2"/>
                    <a:pt x="2" y="0"/>
                    <a:pt x="0" y="0"/>
                  </a:cubicBezTo>
                  <a:cubicBezTo>
                    <a:pt x="1" y="2"/>
                    <a:pt x="3" y="3"/>
                    <a:pt x="5" y="3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60936" name="Freeform 149">
              <a:extLst>
                <a:ext uri="{FF2B5EF4-FFF2-40B4-BE49-F238E27FC236}">
                  <a16:creationId xmlns:a16="http://schemas.microsoft.com/office/drawing/2014/main" id="{DB4162B1-0573-4EA3-83A1-778E46BC42C9}"/>
                </a:ext>
              </a:extLst>
            </p:cNvPr>
            <p:cNvSpPr>
              <a:spLocks/>
            </p:cNvSpPr>
            <p:nvPr/>
          </p:nvSpPr>
          <p:spPr bwMode="auto">
            <a:xfrm>
              <a:off x="567" y="2330"/>
              <a:ext cx="190" cy="310"/>
            </a:xfrm>
            <a:custGeom>
              <a:avLst/>
              <a:gdLst>
                <a:gd name="T0" fmla="*/ 9 w 129"/>
                <a:gd name="T1" fmla="*/ 60 h 211"/>
                <a:gd name="T2" fmla="*/ 317 w 129"/>
                <a:gd name="T3" fmla="*/ 51 h 211"/>
                <a:gd name="T4" fmla="*/ 373 w 129"/>
                <a:gd name="T5" fmla="*/ 194 h 211"/>
                <a:gd name="T6" fmla="*/ 393 w 129"/>
                <a:gd name="T7" fmla="*/ 282 h 211"/>
                <a:gd name="T8" fmla="*/ 404 w 129"/>
                <a:gd name="T9" fmla="*/ 420 h 211"/>
                <a:gd name="T10" fmla="*/ 412 w 129"/>
                <a:gd name="T11" fmla="*/ 482 h 211"/>
                <a:gd name="T12" fmla="*/ 353 w 129"/>
                <a:gd name="T13" fmla="*/ 486 h 211"/>
                <a:gd name="T14" fmla="*/ 311 w 129"/>
                <a:gd name="T15" fmla="*/ 420 h 211"/>
                <a:gd name="T16" fmla="*/ 323 w 129"/>
                <a:gd name="T17" fmla="*/ 473 h 211"/>
                <a:gd name="T18" fmla="*/ 359 w 129"/>
                <a:gd name="T19" fmla="*/ 548 h 211"/>
                <a:gd name="T20" fmla="*/ 384 w 129"/>
                <a:gd name="T21" fmla="*/ 599 h 211"/>
                <a:gd name="T22" fmla="*/ 339 w 129"/>
                <a:gd name="T23" fmla="*/ 613 h 211"/>
                <a:gd name="T24" fmla="*/ 323 w 129"/>
                <a:gd name="T25" fmla="*/ 657 h 211"/>
                <a:gd name="T26" fmla="*/ 275 w 129"/>
                <a:gd name="T27" fmla="*/ 635 h 211"/>
                <a:gd name="T28" fmla="*/ 234 w 129"/>
                <a:gd name="T29" fmla="*/ 602 h 211"/>
                <a:gd name="T30" fmla="*/ 203 w 129"/>
                <a:gd name="T31" fmla="*/ 594 h 211"/>
                <a:gd name="T32" fmla="*/ 169 w 129"/>
                <a:gd name="T33" fmla="*/ 555 h 211"/>
                <a:gd name="T34" fmla="*/ 156 w 129"/>
                <a:gd name="T35" fmla="*/ 580 h 211"/>
                <a:gd name="T36" fmla="*/ 106 w 129"/>
                <a:gd name="T37" fmla="*/ 542 h 211"/>
                <a:gd name="T38" fmla="*/ 60 w 129"/>
                <a:gd name="T39" fmla="*/ 464 h 211"/>
                <a:gd name="T40" fmla="*/ 19 w 129"/>
                <a:gd name="T41" fmla="*/ 336 h 211"/>
                <a:gd name="T42" fmla="*/ 0 w 129"/>
                <a:gd name="T43" fmla="*/ 270 h 211"/>
                <a:gd name="T44" fmla="*/ 9 w 129"/>
                <a:gd name="T45" fmla="*/ 60 h 211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29" h="211">
                  <a:moveTo>
                    <a:pt x="3" y="19"/>
                  </a:moveTo>
                  <a:cubicBezTo>
                    <a:pt x="3" y="19"/>
                    <a:pt x="62" y="0"/>
                    <a:pt x="99" y="16"/>
                  </a:cubicBezTo>
                  <a:cubicBezTo>
                    <a:pt x="99" y="16"/>
                    <a:pt x="114" y="55"/>
                    <a:pt x="117" y="61"/>
                  </a:cubicBezTo>
                  <a:cubicBezTo>
                    <a:pt x="120" y="67"/>
                    <a:pt x="122" y="79"/>
                    <a:pt x="123" y="89"/>
                  </a:cubicBezTo>
                  <a:cubicBezTo>
                    <a:pt x="124" y="98"/>
                    <a:pt x="126" y="125"/>
                    <a:pt x="126" y="133"/>
                  </a:cubicBezTo>
                  <a:cubicBezTo>
                    <a:pt x="129" y="152"/>
                    <a:pt x="129" y="152"/>
                    <a:pt x="129" y="152"/>
                  </a:cubicBezTo>
                  <a:cubicBezTo>
                    <a:pt x="129" y="152"/>
                    <a:pt x="118" y="159"/>
                    <a:pt x="111" y="153"/>
                  </a:cubicBezTo>
                  <a:cubicBezTo>
                    <a:pt x="103" y="146"/>
                    <a:pt x="97" y="133"/>
                    <a:pt x="97" y="133"/>
                  </a:cubicBezTo>
                  <a:cubicBezTo>
                    <a:pt x="97" y="133"/>
                    <a:pt x="98" y="143"/>
                    <a:pt x="101" y="149"/>
                  </a:cubicBezTo>
                  <a:cubicBezTo>
                    <a:pt x="104" y="155"/>
                    <a:pt x="110" y="168"/>
                    <a:pt x="113" y="173"/>
                  </a:cubicBezTo>
                  <a:cubicBezTo>
                    <a:pt x="116" y="177"/>
                    <a:pt x="121" y="184"/>
                    <a:pt x="120" y="189"/>
                  </a:cubicBezTo>
                  <a:cubicBezTo>
                    <a:pt x="118" y="193"/>
                    <a:pt x="112" y="198"/>
                    <a:pt x="106" y="193"/>
                  </a:cubicBezTo>
                  <a:cubicBezTo>
                    <a:pt x="106" y="193"/>
                    <a:pt x="108" y="202"/>
                    <a:pt x="101" y="207"/>
                  </a:cubicBezTo>
                  <a:cubicBezTo>
                    <a:pt x="94" y="211"/>
                    <a:pt x="89" y="203"/>
                    <a:pt x="86" y="200"/>
                  </a:cubicBezTo>
                  <a:cubicBezTo>
                    <a:pt x="82" y="197"/>
                    <a:pt x="73" y="190"/>
                    <a:pt x="73" y="190"/>
                  </a:cubicBezTo>
                  <a:cubicBezTo>
                    <a:pt x="73" y="190"/>
                    <a:pt x="68" y="191"/>
                    <a:pt x="64" y="187"/>
                  </a:cubicBezTo>
                  <a:cubicBezTo>
                    <a:pt x="60" y="184"/>
                    <a:pt x="53" y="175"/>
                    <a:pt x="53" y="175"/>
                  </a:cubicBezTo>
                  <a:cubicBezTo>
                    <a:pt x="53" y="175"/>
                    <a:pt x="54" y="181"/>
                    <a:pt x="49" y="183"/>
                  </a:cubicBezTo>
                  <a:cubicBezTo>
                    <a:pt x="44" y="184"/>
                    <a:pt x="38" y="176"/>
                    <a:pt x="33" y="171"/>
                  </a:cubicBezTo>
                  <a:cubicBezTo>
                    <a:pt x="28" y="165"/>
                    <a:pt x="21" y="155"/>
                    <a:pt x="19" y="146"/>
                  </a:cubicBezTo>
                  <a:cubicBezTo>
                    <a:pt x="16" y="138"/>
                    <a:pt x="8" y="112"/>
                    <a:pt x="6" y="106"/>
                  </a:cubicBezTo>
                  <a:cubicBezTo>
                    <a:pt x="4" y="101"/>
                    <a:pt x="0" y="93"/>
                    <a:pt x="0" y="85"/>
                  </a:cubicBezTo>
                  <a:cubicBezTo>
                    <a:pt x="0" y="78"/>
                    <a:pt x="3" y="19"/>
                    <a:pt x="3" y="19"/>
                  </a:cubicBezTo>
                  <a:close/>
                </a:path>
              </a:pathLst>
            </a:custGeom>
            <a:solidFill>
              <a:srgbClr val="F8F3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60937" name="Freeform 150">
              <a:extLst>
                <a:ext uri="{FF2B5EF4-FFF2-40B4-BE49-F238E27FC236}">
                  <a16:creationId xmlns:a16="http://schemas.microsoft.com/office/drawing/2014/main" id="{8840EA71-9CD5-4F8D-94E1-A37651D0B04D}"/>
                </a:ext>
              </a:extLst>
            </p:cNvPr>
            <p:cNvSpPr>
              <a:spLocks/>
            </p:cNvSpPr>
            <p:nvPr/>
          </p:nvSpPr>
          <p:spPr bwMode="auto">
            <a:xfrm>
              <a:off x="567" y="2330"/>
              <a:ext cx="190" cy="310"/>
            </a:xfrm>
            <a:custGeom>
              <a:avLst/>
              <a:gdLst>
                <a:gd name="T0" fmla="*/ 9 w 129"/>
                <a:gd name="T1" fmla="*/ 60 h 211"/>
                <a:gd name="T2" fmla="*/ 317 w 129"/>
                <a:gd name="T3" fmla="*/ 51 h 211"/>
                <a:gd name="T4" fmla="*/ 373 w 129"/>
                <a:gd name="T5" fmla="*/ 194 h 211"/>
                <a:gd name="T6" fmla="*/ 393 w 129"/>
                <a:gd name="T7" fmla="*/ 282 h 211"/>
                <a:gd name="T8" fmla="*/ 404 w 129"/>
                <a:gd name="T9" fmla="*/ 420 h 211"/>
                <a:gd name="T10" fmla="*/ 412 w 129"/>
                <a:gd name="T11" fmla="*/ 482 h 211"/>
                <a:gd name="T12" fmla="*/ 353 w 129"/>
                <a:gd name="T13" fmla="*/ 486 h 211"/>
                <a:gd name="T14" fmla="*/ 311 w 129"/>
                <a:gd name="T15" fmla="*/ 420 h 211"/>
                <a:gd name="T16" fmla="*/ 323 w 129"/>
                <a:gd name="T17" fmla="*/ 473 h 211"/>
                <a:gd name="T18" fmla="*/ 359 w 129"/>
                <a:gd name="T19" fmla="*/ 548 h 211"/>
                <a:gd name="T20" fmla="*/ 384 w 129"/>
                <a:gd name="T21" fmla="*/ 599 h 211"/>
                <a:gd name="T22" fmla="*/ 339 w 129"/>
                <a:gd name="T23" fmla="*/ 613 h 211"/>
                <a:gd name="T24" fmla="*/ 323 w 129"/>
                <a:gd name="T25" fmla="*/ 657 h 211"/>
                <a:gd name="T26" fmla="*/ 275 w 129"/>
                <a:gd name="T27" fmla="*/ 635 h 211"/>
                <a:gd name="T28" fmla="*/ 234 w 129"/>
                <a:gd name="T29" fmla="*/ 602 h 211"/>
                <a:gd name="T30" fmla="*/ 203 w 129"/>
                <a:gd name="T31" fmla="*/ 594 h 211"/>
                <a:gd name="T32" fmla="*/ 169 w 129"/>
                <a:gd name="T33" fmla="*/ 555 h 211"/>
                <a:gd name="T34" fmla="*/ 156 w 129"/>
                <a:gd name="T35" fmla="*/ 580 h 211"/>
                <a:gd name="T36" fmla="*/ 106 w 129"/>
                <a:gd name="T37" fmla="*/ 542 h 211"/>
                <a:gd name="T38" fmla="*/ 60 w 129"/>
                <a:gd name="T39" fmla="*/ 464 h 211"/>
                <a:gd name="T40" fmla="*/ 19 w 129"/>
                <a:gd name="T41" fmla="*/ 336 h 211"/>
                <a:gd name="T42" fmla="*/ 0 w 129"/>
                <a:gd name="T43" fmla="*/ 270 h 211"/>
                <a:gd name="T44" fmla="*/ 9 w 129"/>
                <a:gd name="T45" fmla="*/ 60 h 211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29" h="211">
                  <a:moveTo>
                    <a:pt x="3" y="19"/>
                  </a:moveTo>
                  <a:cubicBezTo>
                    <a:pt x="3" y="19"/>
                    <a:pt x="62" y="0"/>
                    <a:pt x="99" y="16"/>
                  </a:cubicBezTo>
                  <a:cubicBezTo>
                    <a:pt x="99" y="16"/>
                    <a:pt x="114" y="55"/>
                    <a:pt x="117" y="61"/>
                  </a:cubicBezTo>
                  <a:cubicBezTo>
                    <a:pt x="120" y="67"/>
                    <a:pt x="122" y="79"/>
                    <a:pt x="123" y="89"/>
                  </a:cubicBezTo>
                  <a:cubicBezTo>
                    <a:pt x="124" y="98"/>
                    <a:pt x="126" y="125"/>
                    <a:pt x="126" y="133"/>
                  </a:cubicBezTo>
                  <a:cubicBezTo>
                    <a:pt x="129" y="152"/>
                    <a:pt x="129" y="152"/>
                    <a:pt x="129" y="152"/>
                  </a:cubicBezTo>
                  <a:cubicBezTo>
                    <a:pt x="129" y="152"/>
                    <a:pt x="118" y="159"/>
                    <a:pt x="111" y="153"/>
                  </a:cubicBezTo>
                  <a:cubicBezTo>
                    <a:pt x="103" y="146"/>
                    <a:pt x="97" y="133"/>
                    <a:pt x="97" y="133"/>
                  </a:cubicBezTo>
                  <a:cubicBezTo>
                    <a:pt x="97" y="133"/>
                    <a:pt x="98" y="143"/>
                    <a:pt x="101" y="149"/>
                  </a:cubicBezTo>
                  <a:cubicBezTo>
                    <a:pt x="104" y="155"/>
                    <a:pt x="110" y="168"/>
                    <a:pt x="113" y="173"/>
                  </a:cubicBezTo>
                  <a:cubicBezTo>
                    <a:pt x="116" y="177"/>
                    <a:pt x="121" y="184"/>
                    <a:pt x="120" y="189"/>
                  </a:cubicBezTo>
                  <a:cubicBezTo>
                    <a:pt x="118" y="193"/>
                    <a:pt x="112" y="198"/>
                    <a:pt x="106" y="193"/>
                  </a:cubicBezTo>
                  <a:cubicBezTo>
                    <a:pt x="106" y="193"/>
                    <a:pt x="108" y="202"/>
                    <a:pt x="101" y="207"/>
                  </a:cubicBezTo>
                  <a:cubicBezTo>
                    <a:pt x="94" y="211"/>
                    <a:pt x="89" y="203"/>
                    <a:pt x="86" y="200"/>
                  </a:cubicBezTo>
                  <a:cubicBezTo>
                    <a:pt x="82" y="197"/>
                    <a:pt x="73" y="190"/>
                    <a:pt x="73" y="190"/>
                  </a:cubicBezTo>
                  <a:cubicBezTo>
                    <a:pt x="73" y="190"/>
                    <a:pt x="68" y="191"/>
                    <a:pt x="64" y="187"/>
                  </a:cubicBezTo>
                  <a:cubicBezTo>
                    <a:pt x="60" y="184"/>
                    <a:pt x="53" y="175"/>
                    <a:pt x="53" y="175"/>
                  </a:cubicBezTo>
                  <a:cubicBezTo>
                    <a:pt x="53" y="175"/>
                    <a:pt x="54" y="181"/>
                    <a:pt x="49" y="183"/>
                  </a:cubicBezTo>
                  <a:cubicBezTo>
                    <a:pt x="44" y="184"/>
                    <a:pt x="38" y="176"/>
                    <a:pt x="33" y="171"/>
                  </a:cubicBezTo>
                  <a:cubicBezTo>
                    <a:pt x="28" y="165"/>
                    <a:pt x="21" y="155"/>
                    <a:pt x="19" y="146"/>
                  </a:cubicBezTo>
                  <a:cubicBezTo>
                    <a:pt x="16" y="138"/>
                    <a:pt x="8" y="112"/>
                    <a:pt x="6" y="106"/>
                  </a:cubicBezTo>
                  <a:cubicBezTo>
                    <a:pt x="4" y="101"/>
                    <a:pt x="0" y="93"/>
                    <a:pt x="0" y="85"/>
                  </a:cubicBezTo>
                  <a:cubicBezTo>
                    <a:pt x="0" y="78"/>
                    <a:pt x="3" y="19"/>
                    <a:pt x="3" y="19"/>
                  </a:cubicBezTo>
                  <a:close/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60938" name="Freeform 151">
              <a:extLst>
                <a:ext uri="{FF2B5EF4-FFF2-40B4-BE49-F238E27FC236}">
                  <a16:creationId xmlns:a16="http://schemas.microsoft.com/office/drawing/2014/main" id="{DFC329E5-7E34-484E-8A6F-CCD70B38F3BD}"/>
                </a:ext>
              </a:extLst>
            </p:cNvPr>
            <p:cNvSpPr>
              <a:spLocks/>
            </p:cNvSpPr>
            <p:nvPr/>
          </p:nvSpPr>
          <p:spPr bwMode="auto">
            <a:xfrm>
              <a:off x="705" y="2439"/>
              <a:ext cx="5" cy="86"/>
            </a:xfrm>
            <a:custGeom>
              <a:avLst/>
              <a:gdLst>
                <a:gd name="T0" fmla="*/ 13 w 3"/>
                <a:gd name="T1" fmla="*/ 182 h 59"/>
                <a:gd name="T2" fmla="*/ 8 w 3"/>
                <a:gd name="T3" fmla="*/ 111 h 59"/>
                <a:gd name="T4" fmla="*/ 0 w 3"/>
                <a:gd name="T5" fmla="*/ 0 h 5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59">
                  <a:moveTo>
                    <a:pt x="3" y="59"/>
                  </a:moveTo>
                  <a:cubicBezTo>
                    <a:pt x="3" y="59"/>
                    <a:pt x="3" y="45"/>
                    <a:pt x="2" y="36"/>
                  </a:cubicBezTo>
                  <a:cubicBezTo>
                    <a:pt x="2" y="26"/>
                    <a:pt x="0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60939" name="Freeform 152">
              <a:extLst>
                <a:ext uri="{FF2B5EF4-FFF2-40B4-BE49-F238E27FC236}">
                  <a16:creationId xmlns:a16="http://schemas.microsoft.com/office/drawing/2014/main" id="{73C4A777-7A45-434D-A9C3-B8C97666A0F8}"/>
                </a:ext>
              </a:extLst>
            </p:cNvPr>
            <p:cNvSpPr>
              <a:spLocks/>
            </p:cNvSpPr>
            <p:nvPr/>
          </p:nvSpPr>
          <p:spPr bwMode="auto">
            <a:xfrm>
              <a:off x="665" y="2497"/>
              <a:ext cx="56" cy="115"/>
            </a:xfrm>
            <a:custGeom>
              <a:avLst/>
              <a:gdLst>
                <a:gd name="T0" fmla="*/ 122 w 38"/>
                <a:gd name="T1" fmla="*/ 251 h 78"/>
                <a:gd name="T2" fmla="*/ 63 w 38"/>
                <a:gd name="T3" fmla="*/ 196 h 78"/>
                <a:gd name="T4" fmla="*/ 22 w 38"/>
                <a:gd name="T5" fmla="*/ 134 h 78"/>
                <a:gd name="T6" fmla="*/ 0 w 38"/>
                <a:gd name="T7" fmla="*/ 0 h 7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" h="78">
                  <a:moveTo>
                    <a:pt x="38" y="78"/>
                  </a:moveTo>
                  <a:cubicBezTo>
                    <a:pt x="38" y="78"/>
                    <a:pt x="25" y="67"/>
                    <a:pt x="20" y="61"/>
                  </a:cubicBezTo>
                  <a:cubicBezTo>
                    <a:pt x="16" y="56"/>
                    <a:pt x="10" y="52"/>
                    <a:pt x="7" y="42"/>
                  </a:cubicBezTo>
                  <a:cubicBezTo>
                    <a:pt x="4" y="31"/>
                    <a:pt x="1" y="5"/>
                    <a:pt x="0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60940" name="Freeform 153">
              <a:extLst>
                <a:ext uri="{FF2B5EF4-FFF2-40B4-BE49-F238E27FC236}">
                  <a16:creationId xmlns:a16="http://schemas.microsoft.com/office/drawing/2014/main" id="{91D174B4-5EBA-4C23-800C-A3263F150CEC}"/>
                </a:ext>
              </a:extLst>
            </p:cNvPr>
            <p:cNvSpPr>
              <a:spLocks/>
            </p:cNvSpPr>
            <p:nvPr/>
          </p:nvSpPr>
          <p:spPr bwMode="auto">
            <a:xfrm>
              <a:off x="629" y="2506"/>
              <a:ext cx="45" cy="103"/>
            </a:xfrm>
            <a:custGeom>
              <a:avLst/>
              <a:gdLst>
                <a:gd name="T0" fmla="*/ 94 w 31"/>
                <a:gd name="T1" fmla="*/ 224 h 70"/>
                <a:gd name="T2" fmla="*/ 52 w 31"/>
                <a:gd name="T3" fmla="*/ 171 h 70"/>
                <a:gd name="T4" fmla="*/ 33 w 31"/>
                <a:gd name="T5" fmla="*/ 113 h 70"/>
                <a:gd name="T6" fmla="*/ 0 w 31"/>
                <a:gd name="T7" fmla="*/ 0 h 7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70">
                  <a:moveTo>
                    <a:pt x="31" y="70"/>
                  </a:moveTo>
                  <a:cubicBezTo>
                    <a:pt x="31" y="70"/>
                    <a:pt x="20" y="58"/>
                    <a:pt x="17" y="54"/>
                  </a:cubicBezTo>
                  <a:cubicBezTo>
                    <a:pt x="15" y="50"/>
                    <a:pt x="13" y="42"/>
                    <a:pt x="11" y="35"/>
                  </a:cubicBezTo>
                  <a:cubicBezTo>
                    <a:pt x="9" y="28"/>
                    <a:pt x="0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60941" name="Freeform 154">
              <a:extLst>
                <a:ext uri="{FF2B5EF4-FFF2-40B4-BE49-F238E27FC236}">
                  <a16:creationId xmlns:a16="http://schemas.microsoft.com/office/drawing/2014/main" id="{000C9379-E40B-4B41-AB8F-BC3A2B6D23D1}"/>
                </a:ext>
              </a:extLst>
            </p:cNvPr>
            <p:cNvSpPr>
              <a:spLocks/>
            </p:cNvSpPr>
            <p:nvPr/>
          </p:nvSpPr>
          <p:spPr bwMode="auto">
            <a:xfrm>
              <a:off x="601" y="2502"/>
              <a:ext cx="44" cy="85"/>
            </a:xfrm>
            <a:custGeom>
              <a:avLst/>
              <a:gdLst>
                <a:gd name="T0" fmla="*/ 95 w 30"/>
                <a:gd name="T1" fmla="*/ 183 h 58"/>
                <a:gd name="T2" fmla="*/ 60 w 30"/>
                <a:gd name="T3" fmla="*/ 135 h 58"/>
                <a:gd name="T4" fmla="*/ 28 w 30"/>
                <a:gd name="T5" fmla="*/ 66 h 58"/>
                <a:gd name="T6" fmla="*/ 0 w 30"/>
                <a:gd name="T7" fmla="*/ 0 h 5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" h="58">
                  <a:moveTo>
                    <a:pt x="30" y="58"/>
                  </a:moveTo>
                  <a:cubicBezTo>
                    <a:pt x="30" y="58"/>
                    <a:pt x="22" y="50"/>
                    <a:pt x="19" y="43"/>
                  </a:cubicBezTo>
                  <a:cubicBezTo>
                    <a:pt x="16" y="37"/>
                    <a:pt x="10" y="26"/>
                    <a:pt x="9" y="21"/>
                  </a:cubicBezTo>
                  <a:cubicBezTo>
                    <a:pt x="7" y="16"/>
                    <a:pt x="0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60942" name="Freeform 155">
              <a:extLst>
                <a:ext uri="{FF2B5EF4-FFF2-40B4-BE49-F238E27FC236}">
                  <a16:creationId xmlns:a16="http://schemas.microsoft.com/office/drawing/2014/main" id="{C1D2FBCA-36CA-4A9A-AF47-1D5E3E5286A1}"/>
                </a:ext>
              </a:extLst>
            </p:cNvPr>
            <p:cNvSpPr>
              <a:spLocks/>
            </p:cNvSpPr>
            <p:nvPr/>
          </p:nvSpPr>
          <p:spPr bwMode="auto">
            <a:xfrm>
              <a:off x="657" y="2484"/>
              <a:ext cx="3" cy="6"/>
            </a:xfrm>
            <a:custGeom>
              <a:avLst/>
              <a:gdLst>
                <a:gd name="T0" fmla="*/ 0 w 2"/>
                <a:gd name="T1" fmla="*/ 0 h 4"/>
                <a:gd name="T2" fmla="*/ 8 w 2"/>
                <a:gd name="T3" fmla="*/ 14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4">
                  <a:moveTo>
                    <a:pt x="0" y="0"/>
                  </a:moveTo>
                  <a:cubicBezTo>
                    <a:pt x="1" y="1"/>
                    <a:pt x="1" y="3"/>
                    <a:pt x="2" y="4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60943" name="Freeform 156">
              <a:extLst>
                <a:ext uri="{FF2B5EF4-FFF2-40B4-BE49-F238E27FC236}">
                  <a16:creationId xmlns:a16="http://schemas.microsoft.com/office/drawing/2014/main" id="{6417AAE4-42F9-476A-AD52-621C9260BF13}"/>
                </a:ext>
              </a:extLst>
            </p:cNvPr>
            <p:cNvSpPr>
              <a:spLocks/>
            </p:cNvSpPr>
            <p:nvPr/>
          </p:nvSpPr>
          <p:spPr bwMode="auto">
            <a:xfrm>
              <a:off x="624" y="2488"/>
              <a:ext cx="2" cy="3"/>
            </a:xfrm>
            <a:custGeom>
              <a:avLst/>
              <a:gdLst>
                <a:gd name="T0" fmla="*/ 0 w 1"/>
                <a:gd name="T1" fmla="*/ 0 h 2"/>
                <a:gd name="T2" fmla="*/ 8 w 1"/>
                <a:gd name="T3" fmla="*/ 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0" y="0"/>
                    <a:pt x="1" y="2"/>
                    <a:pt x="1" y="2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60944" name="Freeform 157">
              <a:extLst>
                <a:ext uri="{FF2B5EF4-FFF2-40B4-BE49-F238E27FC236}">
                  <a16:creationId xmlns:a16="http://schemas.microsoft.com/office/drawing/2014/main" id="{B81ACC8C-D4E6-437B-BF70-4BE6153D887A}"/>
                </a:ext>
              </a:extLst>
            </p:cNvPr>
            <p:cNvSpPr>
              <a:spLocks/>
            </p:cNvSpPr>
            <p:nvPr/>
          </p:nvSpPr>
          <p:spPr bwMode="auto">
            <a:xfrm>
              <a:off x="593" y="2477"/>
              <a:ext cx="3" cy="7"/>
            </a:xfrm>
            <a:custGeom>
              <a:avLst/>
              <a:gdLst>
                <a:gd name="T0" fmla="*/ 5 w 2"/>
                <a:gd name="T1" fmla="*/ 0 h 5"/>
                <a:gd name="T2" fmla="*/ 8 w 2"/>
                <a:gd name="T3" fmla="*/ 14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5">
                  <a:moveTo>
                    <a:pt x="1" y="0"/>
                  </a:moveTo>
                  <a:cubicBezTo>
                    <a:pt x="0" y="2"/>
                    <a:pt x="2" y="4"/>
                    <a:pt x="2" y="5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60945" name="Freeform 158">
              <a:extLst>
                <a:ext uri="{FF2B5EF4-FFF2-40B4-BE49-F238E27FC236}">
                  <a16:creationId xmlns:a16="http://schemas.microsoft.com/office/drawing/2014/main" id="{BB0E8DC2-A5C1-4AA7-9548-F826B575822B}"/>
                </a:ext>
              </a:extLst>
            </p:cNvPr>
            <p:cNvSpPr>
              <a:spLocks/>
            </p:cNvSpPr>
            <p:nvPr/>
          </p:nvSpPr>
          <p:spPr bwMode="auto">
            <a:xfrm>
              <a:off x="735" y="2527"/>
              <a:ext cx="19" cy="29"/>
            </a:xfrm>
            <a:custGeom>
              <a:avLst/>
              <a:gdLst>
                <a:gd name="T0" fmla="*/ 41 w 13"/>
                <a:gd name="T1" fmla="*/ 1 h 20"/>
                <a:gd name="T2" fmla="*/ 6 w 13"/>
                <a:gd name="T3" fmla="*/ 19 h 20"/>
                <a:gd name="T4" fmla="*/ 19 w 13"/>
                <a:gd name="T5" fmla="*/ 61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20">
                  <a:moveTo>
                    <a:pt x="13" y="1"/>
                  </a:moveTo>
                  <a:cubicBezTo>
                    <a:pt x="9" y="0"/>
                    <a:pt x="3" y="1"/>
                    <a:pt x="2" y="6"/>
                  </a:cubicBezTo>
                  <a:cubicBezTo>
                    <a:pt x="0" y="11"/>
                    <a:pt x="4" y="16"/>
                    <a:pt x="6" y="20"/>
                  </a:cubicBezTo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60946" name="Freeform 159">
              <a:extLst>
                <a:ext uri="{FF2B5EF4-FFF2-40B4-BE49-F238E27FC236}">
                  <a16:creationId xmlns:a16="http://schemas.microsoft.com/office/drawing/2014/main" id="{80BCEEF2-D370-47FE-BCF5-C2BD684A8B10}"/>
                </a:ext>
              </a:extLst>
            </p:cNvPr>
            <p:cNvSpPr>
              <a:spLocks/>
            </p:cNvSpPr>
            <p:nvPr/>
          </p:nvSpPr>
          <p:spPr bwMode="auto">
            <a:xfrm>
              <a:off x="720" y="2597"/>
              <a:ext cx="22" cy="10"/>
            </a:xfrm>
            <a:custGeom>
              <a:avLst/>
              <a:gdLst>
                <a:gd name="T0" fmla="*/ 0 w 15"/>
                <a:gd name="T1" fmla="*/ 20 h 7"/>
                <a:gd name="T2" fmla="*/ 19 w 15"/>
                <a:gd name="T3" fmla="*/ 0 h 7"/>
                <a:gd name="T4" fmla="*/ 47 w 15"/>
                <a:gd name="T5" fmla="*/ 19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7">
                  <a:moveTo>
                    <a:pt x="0" y="7"/>
                  </a:moveTo>
                  <a:cubicBezTo>
                    <a:pt x="0" y="4"/>
                    <a:pt x="2" y="0"/>
                    <a:pt x="6" y="0"/>
                  </a:cubicBezTo>
                  <a:cubicBezTo>
                    <a:pt x="10" y="0"/>
                    <a:pt x="12" y="4"/>
                    <a:pt x="15" y="6"/>
                  </a:cubicBezTo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60947" name="Freeform 160">
              <a:extLst>
                <a:ext uri="{FF2B5EF4-FFF2-40B4-BE49-F238E27FC236}">
                  <a16:creationId xmlns:a16="http://schemas.microsoft.com/office/drawing/2014/main" id="{32BA3425-E386-429B-B335-AB4B2EB62F60}"/>
                </a:ext>
              </a:extLst>
            </p:cNvPr>
            <p:cNvSpPr>
              <a:spLocks/>
            </p:cNvSpPr>
            <p:nvPr/>
          </p:nvSpPr>
          <p:spPr bwMode="auto">
            <a:xfrm>
              <a:off x="696" y="2615"/>
              <a:ext cx="25" cy="12"/>
            </a:xfrm>
            <a:custGeom>
              <a:avLst/>
              <a:gdLst>
                <a:gd name="T0" fmla="*/ 0 w 17"/>
                <a:gd name="T1" fmla="*/ 27 h 8"/>
                <a:gd name="T2" fmla="*/ 28 w 17"/>
                <a:gd name="T3" fmla="*/ 5 h 8"/>
                <a:gd name="T4" fmla="*/ 54 w 17"/>
                <a:gd name="T5" fmla="*/ 26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8">
                  <a:moveTo>
                    <a:pt x="0" y="8"/>
                  </a:moveTo>
                  <a:cubicBezTo>
                    <a:pt x="2" y="4"/>
                    <a:pt x="3" y="0"/>
                    <a:pt x="9" y="1"/>
                  </a:cubicBezTo>
                  <a:cubicBezTo>
                    <a:pt x="12" y="2"/>
                    <a:pt x="14" y="5"/>
                    <a:pt x="17" y="7"/>
                  </a:cubicBezTo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60948" name="Freeform 161">
              <a:extLst>
                <a:ext uri="{FF2B5EF4-FFF2-40B4-BE49-F238E27FC236}">
                  <a16:creationId xmlns:a16="http://schemas.microsoft.com/office/drawing/2014/main" id="{144D59B9-1EDA-418B-AF39-C1D40A3D06FE}"/>
                </a:ext>
              </a:extLst>
            </p:cNvPr>
            <p:cNvSpPr>
              <a:spLocks/>
            </p:cNvSpPr>
            <p:nvPr/>
          </p:nvSpPr>
          <p:spPr bwMode="auto">
            <a:xfrm>
              <a:off x="624" y="2584"/>
              <a:ext cx="21" cy="9"/>
            </a:xfrm>
            <a:custGeom>
              <a:avLst/>
              <a:gdLst>
                <a:gd name="T0" fmla="*/ 5 w 14"/>
                <a:gd name="T1" fmla="*/ 18 h 6"/>
                <a:gd name="T2" fmla="*/ 26 w 14"/>
                <a:gd name="T3" fmla="*/ 5 h 6"/>
                <a:gd name="T4" fmla="*/ 48 w 14"/>
                <a:gd name="T5" fmla="*/ 21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6">
                  <a:moveTo>
                    <a:pt x="1" y="5"/>
                  </a:moveTo>
                  <a:cubicBezTo>
                    <a:pt x="0" y="1"/>
                    <a:pt x="5" y="0"/>
                    <a:pt x="7" y="1"/>
                  </a:cubicBezTo>
                  <a:cubicBezTo>
                    <a:pt x="10" y="2"/>
                    <a:pt x="11" y="4"/>
                    <a:pt x="14" y="6"/>
                  </a:cubicBezTo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60949" name="Freeform 162">
              <a:extLst>
                <a:ext uri="{FF2B5EF4-FFF2-40B4-BE49-F238E27FC236}">
                  <a16:creationId xmlns:a16="http://schemas.microsoft.com/office/drawing/2014/main" id="{1E95B5E5-E500-49DD-A29D-94EB4D68E339}"/>
                </a:ext>
              </a:extLst>
            </p:cNvPr>
            <p:cNvSpPr>
              <a:spLocks/>
            </p:cNvSpPr>
            <p:nvPr/>
          </p:nvSpPr>
          <p:spPr bwMode="auto">
            <a:xfrm>
              <a:off x="710" y="2483"/>
              <a:ext cx="29" cy="73"/>
            </a:xfrm>
            <a:custGeom>
              <a:avLst/>
              <a:gdLst>
                <a:gd name="T0" fmla="*/ 1 w 20"/>
                <a:gd name="T1" fmla="*/ 0 h 50"/>
                <a:gd name="T2" fmla="*/ 1 w 20"/>
                <a:gd name="T3" fmla="*/ 34 h 50"/>
                <a:gd name="T4" fmla="*/ 9 w 20"/>
                <a:gd name="T5" fmla="*/ 66 h 50"/>
                <a:gd name="T6" fmla="*/ 13 w 20"/>
                <a:gd name="T7" fmla="*/ 101 h 50"/>
                <a:gd name="T8" fmla="*/ 41 w 20"/>
                <a:gd name="T9" fmla="*/ 134 h 50"/>
                <a:gd name="T10" fmla="*/ 48 w 20"/>
                <a:gd name="T11" fmla="*/ 149 h 50"/>
                <a:gd name="T12" fmla="*/ 61 w 20"/>
                <a:gd name="T13" fmla="*/ 156 h 50"/>
                <a:gd name="T14" fmla="*/ 52 w 20"/>
                <a:gd name="T15" fmla="*/ 128 h 50"/>
                <a:gd name="T16" fmla="*/ 41 w 20"/>
                <a:gd name="T17" fmla="*/ 108 h 50"/>
                <a:gd name="T18" fmla="*/ 1 w 20"/>
                <a:gd name="T19" fmla="*/ 0 h 5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0" h="50">
                  <a:moveTo>
                    <a:pt x="1" y="0"/>
                  </a:moveTo>
                  <a:cubicBezTo>
                    <a:pt x="2" y="3"/>
                    <a:pt x="1" y="7"/>
                    <a:pt x="1" y="11"/>
                  </a:cubicBezTo>
                  <a:cubicBezTo>
                    <a:pt x="2" y="14"/>
                    <a:pt x="2" y="18"/>
                    <a:pt x="3" y="21"/>
                  </a:cubicBezTo>
                  <a:cubicBezTo>
                    <a:pt x="3" y="25"/>
                    <a:pt x="2" y="29"/>
                    <a:pt x="4" y="32"/>
                  </a:cubicBezTo>
                  <a:cubicBezTo>
                    <a:pt x="7" y="36"/>
                    <a:pt x="10" y="40"/>
                    <a:pt x="13" y="43"/>
                  </a:cubicBezTo>
                  <a:cubicBezTo>
                    <a:pt x="14" y="45"/>
                    <a:pt x="15" y="47"/>
                    <a:pt x="16" y="48"/>
                  </a:cubicBezTo>
                  <a:cubicBezTo>
                    <a:pt x="18" y="49"/>
                    <a:pt x="19" y="49"/>
                    <a:pt x="20" y="50"/>
                  </a:cubicBezTo>
                  <a:cubicBezTo>
                    <a:pt x="19" y="47"/>
                    <a:pt x="18" y="44"/>
                    <a:pt x="17" y="41"/>
                  </a:cubicBezTo>
                  <a:cubicBezTo>
                    <a:pt x="16" y="39"/>
                    <a:pt x="15" y="36"/>
                    <a:pt x="13" y="35"/>
                  </a:cubicBezTo>
                  <a:cubicBezTo>
                    <a:pt x="4" y="26"/>
                    <a:pt x="0" y="12"/>
                    <a:pt x="1" y="0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60950" name="Freeform 163">
              <a:extLst>
                <a:ext uri="{FF2B5EF4-FFF2-40B4-BE49-F238E27FC236}">
                  <a16:creationId xmlns:a16="http://schemas.microsoft.com/office/drawing/2014/main" id="{803E3C62-F23E-4C2B-BC31-68AE4AA78193}"/>
                </a:ext>
              </a:extLst>
            </p:cNvPr>
            <p:cNvSpPr>
              <a:spLocks/>
            </p:cNvSpPr>
            <p:nvPr/>
          </p:nvSpPr>
          <p:spPr bwMode="auto">
            <a:xfrm>
              <a:off x="713" y="2553"/>
              <a:ext cx="26" cy="47"/>
            </a:xfrm>
            <a:custGeom>
              <a:avLst/>
              <a:gdLst>
                <a:gd name="T0" fmla="*/ 55 w 18"/>
                <a:gd name="T1" fmla="*/ 100 h 32"/>
                <a:gd name="T2" fmla="*/ 36 w 18"/>
                <a:gd name="T3" fmla="*/ 73 h 32"/>
                <a:gd name="T4" fmla="*/ 20 w 18"/>
                <a:gd name="T5" fmla="*/ 46 h 32"/>
                <a:gd name="T6" fmla="*/ 0 w 18"/>
                <a:gd name="T7" fmla="*/ 0 h 32"/>
                <a:gd name="T8" fmla="*/ 19 w 18"/>
                <a:gd name="T9" fmla="*/ 47 h 32"/>
                <a:gd name="T10" fmla="*/ 29 w 18"/>
                <a:gd name="T11" fmla="*/ 73 h 32"/>
                <a:gd name="T12" fmla="*/ 39 w 18"/>
                <a:gd name="T13" fmla="*/ 87 h 32"/>
                <a:gd name="T14" fmla="*/ 55 w 18"/>
                <a:gd name="T15" fmla="*/ 101 h 3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8" h="32">
                  <a:moveTo>
                    <a:pt x="18" y="31"/>
                  </a:moveTo>
                  <a:cubicBezTo>
                    <a:pt x="16" y="29"/>
                    <a:pt x="14" y="26"/>
                    <a:pt x="12" y="23"/>
                  </a:cubicBezTo>
                  <a:cubicBezTo>
                    <a:pt x="10" y="20"/>
                    <a:pt x="8" y="17"/>
                    <a:pt x="7" y="14"/>
                  </a:cubicBezTo>
                  <a:cubicBezTo>
                    <a:pt x="4" y="9"/>
                    <a:pt x="2" y="5"/>
                    <a:pt x="0" y="0"/>
                  </a:cubicBezTo>
                  <a:cubicBezTo>
                    <a:pt x="1" y="4"/>
                    <a:pt x="4" y="11"/>
                    <a:pt x="6" y="15"/>
                  </a:cubicBezTo>
                  <a:cubicBezTo>
                    <a:pt x="8" y="18"/>
                    <a:pt x="9" y="21"/>
                    <a:pt x="10" y="23"/>
                  </a:cubicBezTo>
                  <a:cubicBezTo>
                    <a:pt x="11" y="25"/>
                    <a:pt x="12" y="26"/>
                    <a:pt x="13" y="27"/>
                  </a:cubicBezTo>
                  <a:cubicBezTo>
                    <a:pt x="15" y="28"/>
                    <a:pt x="16" y="30"/>
                    <a:pt x="18" y="32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60951" name="Freeform 164">
              <a:extLst>
                <a:ext uri="{FF2B5EF4-FFF2-40B4-BE49-F238E27FC236}">
                  <a16:creationId xmlns:a16="http://schemas.microsoft.com/office/drawing/2014/main" id="{4F2A3222-0562-42B6-9DEC-A734E8135E2B}"/>
                </a:ext>
              </a:extLst>
            </p:cNvPr>
            <p:cNvSpPr>
              <a:spLocks/>
            </p:cNvSpPr>
            <p:nvPr/>
          </p:nvSpPr>
          <p:spPr bwMode="auto">
            <a:xfrm>
              <a:off x="682" y="2581"/>
              <a:ext cx="39" cy="40"/>
            </a:xfrm>
            <a:custGeom>
              <a:avLst/>
              <a:gdLst>
                <a:gd name="T0" fmla="*/ 79 w 27"/>
                <a:gd name="T1" fmla="*/ 87 h 27"/>
                <a:gd name="T2" fmla="*/ 74 w 27"/>
                <a:gd name="T3" fmla="*/ 73 h 27"/>
                <a:gd name="T4" fmla="*/ 52 w 27"/>
                <a:gd name="T5" fmla="*/ 53 h 27"/>
                <a:gd name="T6" fmla="*/ 0 w 27"/>
                <a:gd name="T7" fmla="*/ 0 h 27"/>
                <a:gd name="T8" fmla="*/ 14 w 27"/>
                <a:gd name="T9" fmla="*/ 27 h 27"/>
                <a:gd name="T10" fmla="*/ 42 w 27"/>
                <a:gd name="T11" fmla="*/ 53 h 27"/>
                <a:gd name="T12" fmla="*/ 79 w 27"/>
                <a:gd name="T13" fmla="*/ 87 h 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" h="27">
                  <a:moveTo>
                    <a:pt x="26" y="27"/>
                  </a:moveTo>
                  <a:cubicBezTo>
                    <a:pt x="27" y="24"/>
                    <a:pt x="25" y="23"/>
                    <a:pt x="24" y="22"/>
                  </a:cubicBezTo>
                  <a:cubicBezTo>
                    <a:pt x="21" y="20"/>
                    <a:pt x="19" y="19"/>
                    <a:pt x="17" y="16"/>
                  </a:cubicBezTo>
                  <a:cubicBezTo>
                    <a:pt x="11" y="11"/>
                    <a:pt x="4" y="6"/>
                    <a:pt x="0" y="0"/>
                  </a:cubicBezTo>
                  <a:cubicBezTo>
                    <a:pt x="2" y="2"/>
                    <a:pt x="3" y="6"/>
                    <a:pt x="5" y="8"/>
                  </a:cubicBezTo>
                  <a:cubicBezTo>
                    <a:pt x="8" y="11"/>
                    <a:pt x="11" y="14"/>
                    <a:pt x="14" y="16"/>
                  </a:cubicBezTo>
                  <a:cubicBezTo>
                    <a:pt x="18" y="19"/>
                    <a:pt x="22" y="23"/>
                    <a:pt x="26" y="27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60952" name="Freeform 165">
              <a:extLst>
                <a:ext uri="{FF2B5EF4-FFF2-40B4-BE49-F238E27FC236}">
                  <a16:creationId xmlns:a16="http://schemas.microsoft.com/office/drawing/2014/main" id="{F0A46667-AA6E-4421-92F5-D8E4EE94B946}"/>
                </a:ext>
              </a:extLst>
            </p:cNvPr>
            <p:cNvSpPr>
              <a:spLocks/>
            </p:cNvSpPr>
            <p:nvPr/>
          </p:nvSpPr>
          <p:spPr bwMode="auto">
            <a:xfrm>
              <a:off x="683" y="2550"/>
              <a:ext cx="19" cy="16"/>
            </a:xfrm>
            <a:custGeom>
              <a:avLst/>
              <a:gdLst>
                <a:gd name="T0" fmla="*/ 0 w 13"/>
                <a:gd name="T1" fmla="*/ 33 h 11"/>
                <a:gd name="T2" fmla="*/ 41 w 13"/>
                <a:gd name="T3" fmla="*/ 0 h 11"/>
                <a:gd name="T4" fmla="*/ 22 w 13"/>
                <a:gd name="T5" fmla="*/ 13 h 11"/>
                <a:gd name="T6" fmla="*/ 0 w 13"/>
                <a:gd name="T7" fmla="*/ 28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1">
                  <a:moveTo>
                    <a:pt x="0" y="11"/>
                  </a:moveTo>
                  <a:cubicBezTo>
                    <a:pt x="4" y="10"/>
                    <a:pt x="9" y="3"/>
                    <a:pt x="13" y="0"/>
                  </a:cubicBezTo>
                  <a:cubicBezTo>
                    <a:pt x="11" y="2"/>
                    <a:pt x="8" y="2"/>
                    <a:pt x="7" y="4"/>
                  </a:cubicBezTo>
                  <a:cubicBezTo>
                    <a:pt x="4" y="6"/>
                    <a:pt x="3" y="8"/>
                    <a:pt x="0" y="9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60953" name="Freeform 166">
              <a:extLst>
                <a:ext uri="{FF2B5EF4-FFF2-40B4-BE49-F238E27FC236}">
                  <a16:creationId xmlns:a16="http://schemas.microsoft.com/office/drawing/2014/main" id="{3C1457CC-0BAD-4196-ADC2-727440828273}"/>
                </a:ext>
              </a:extLst>
            </p:cNvPr>
            <p:cNvSpPr>
              <a:spLocks/>
            </p:cNvSpPr>
            <p:nvPr/>
          </p:nvSpPr>
          <p:spPr bwMode="auto">
            <a:xfrm>
              <a:off x="683" y="2549"/>
              <a:ext cx="10" cy="7"/>
            </a:xfrm>
            <a:custGeom>
              <a:avLst/>
              <a:gdLst>
                <a:gd name="T0" fmla="*/ 1 w 7"/>
                <a:gd name="T1" fmla="*/ 14 h 5"/>
                <a:gd name="T2" fmla="*/ 20 w 7"/>
                <a:gd name="T3" fmla="*/ 0 h 5"/>
                <a:gd name="T4" fmla="*/ 0 w 7"/>
                <a:gd name="T5" fmla="*/ 14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1" y="5"/>
                  </a:moveTo>
                  <a:cubicBezTo>
                    <a:pt x="3" y="3"/>
                    <a:pt x="5" y="2"/>
                    <a:pt x="7" y="0"/>
                  </a:cubicBezTo>
                  <a:cubicBezTo>
                    <a:pt x="6" y="3"/>
                    <a:pt x="1" y="2"/>
                    <a:pt x="0" y="5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60954" name="Freeform 167">
              <a:extLst>
                <a:ext uri="{FF2B5EF4-FFF2-40B4-BE49-F238E27FC236}">
                  <a16:creationId xmlns:a16="http://schemas.microsoft.com/office/drawing/2014/main" id="{D4F6790C-B4CF-47CA-9C0F-ABDFB2F98044}"/>
                </a:ext>
              </a:extLst>
            </p:cNvPr>
            <p:cNvSpPr>
              <a:spLocks/>
            </p:cNvSpPr>
            <p:nvPr/>
          </p:nvSpPr>
          <p:spPr bwMode="auto">
            <a:xfrm>
              <a:off x="658" y="2577"/>
              <a:ext cx="15" cy="7"/>
            </a:xfrm>
            <a:custGeom>
              <a:avLst/>
              <a:gdLst>
                <a:gd name="T0" fmla="*/ 0 w 10"/>
                <a:gd name="T1" fmla="*/ 14 h 5"/>
                <a:gd name="T2" fmla="*/ 35 w 10"/>
                <a:gd name="T3" fmla="*/ 0 h 5"/>
                <a:gd name="T4" fmla="*/ 5 w 10"/>
                <a:gd name="T5" fmla="*/ 14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5">
                  <a:moveTo>
                    <a:pt x="0" y="5"/>
                  </a:moveTo>
                  <a:cubicBezTo>
                    <a:pt x="3" y="3"/>
                    <a:pt x="9" y="5"/>
                    <a:pt x="10" y="0"/>
                  </a:cubicBezTo>
                  <a:cubicBezTo>
                    <a:pt x="7" y="0"/>
                    <a:pt x="4" y="5"/>
                    <a:pt x="1" y="5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60955" name="Freeform 168">
              <a:extLst>
                <a:ext uri="{FF2B5EF4-FFF2-40B4-BE49-F238E27FC236}">
                  <a16:creationId xmlns:a16="http://schemas.microsoft.com/office/drawing/2014/main" id="{7FDBE5E5-0808-4169-88F2-FA50DB01996D}"/>
                </a:ext>
              </a:extLst>
            </p:cNvPr>
            <p:cNvSpPr>
              <a:spLocks/>
            </p:cNvSpPr>
            <p:nvPr/>
          </p:nvSpPr>
          <p:spPr bwMode="auto">
            <a:xfrm>
              <a:off x="660" y="2572"/>
              <a:ext cx="7" cy="8"/>
            </a:xfrm>
            <a:custGeom>
              <a:avLst/>
              <a:gdLst>
                <a:gd name="T0" fmla="*/ 0 w 5"/>
                <a:gd name="T1" fmla="*/ 21 h 5"/>
                <a:gd name="T2" fmla="*/ 14 w 5"/>
                <a:gd name="T3" fmla="*/ 0 h 5"/>
                <a:gd name="T4" fmla="*/ 0 w 5"/>
                <a:gd name="T5" fmla="*/ 16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0" y="5"/>
                  </a:moveTo>
                  <a:cubicBezTo>
                    <a:pt x="1" y="4"/>
                    <a:pt x="5" y="3"/>
                    <a:pt x="5" y="0"/>
                  </a:cubicBezTo>
                  <a:cubicBezTo>
                    <a:pt x="3" y="1"/>
                    <a:pt x="1" y="3"/>
                    <a:pt x="0" y="4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60956" name="Freeform 169">
              <a:extLst>
                <a:ext uri="{FF2B5EF4-FFF2-40B4-BE49-F238E27FC236}">
                  <a16:creationId xmlns:a16="http://schemas.microsoft.com/office/drawing/2014/main" id="{51F34DCB-5CFD-4F10-8739-A80AFD570596}"/>
                </a:ext>
              </a:extLst>
            </p:cNvPr>
            <p:cNvSpPr>
              <a:spLocks/>
            </p:cNvSpPr>
            <p:nvPr/>
          </p:nvSpPr>
          <p:spPr bwMode="auto">
            <a:xfrm>
              <a:off x="680" y="2549"/>
              <a:ext cx="6" cy="3"/>
            </a:xfrm>
            <a:custGeom>
              <a:avLst/>
              <a:gdLst>
                <a:gd name="T0" fmla="*/ 0 w 4"/>
                <a:gd name="T1" fmla="*/ 8 h 2"/>
                <a:gd name="T2" fmla="*/ 14 w 4"/>
                <a:gd name="T3" fmla="*/ 0 h 2"/>
                <a:gd name="T4" fmla="*/ 0 w 4"/>
                <a:gd name="T5" fmla="*/ 8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2">
                  <a:moveTo>
                    <a:pt x="0" y="2"/>
                  </a:moveTo>
                  <a:cubicBezTo>
                    <a:pt x="0" y="1"/>
                    <a:pt x="3" y="0"/>
                    <a:pt x="4" y="0"/>
                  </a:cubicBezTo>
                  <a:cubicBezTo>
                    <a:pt x="3" y="1"/>
                    <a:pt x="2" y="1"/>
                    <a:pt x="0" y="2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60957" name="Freeform 170">
              <a:extLst>
                <a:ext uri="{FF2B5EF4-FFF2-40B4-BE49-F238E27FC236}">
                  <a16:creationId xmlns:a16="http://schemas.microsoft.com/office/drawing/2014/main" id="{3E0896A0-2F81-4781-BE8E-769A84E4D05B}"/>
                </a:ext>
              </a:extLst>
            </p:cNvPr>
            <p:cNvSpPr>
              <a:spLocks/>
            </p:cNvSpPr>
            <p:nvPr/>
          </p:nvSpPr>
          <p:spPr bwMode="auto">
            <a:xfrm>
              <a:off x="727" y="2481"/>
              <a:ext cx="17" cy="6"/>
            </a:xfrm>
            <a:custGeom>
              <a:avLst/>
              <a:gdLst>
                <a:gd name="T0" fmla="*/ 40 w 11"/>
                <a:gd name="T1" fmla="*/ 0 h 4"/>
                <a:gd name="T2" fmla="*/ 0 w 11"/>
                <a:gd name="T3" fmla="*/ 14 h 4"/>
                <a:gd name="T4" fmla="*/ 19 w 11"/>
                <a:gd name="T5" fmla="*/ 8 h 4"/>
                <a:gd name="T6" fmla="*/ 36 w 11"/>
                <a:gd name="T7" fmla="*/ 5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4">
                  <a:moveTo>
                    <a:pt x="11" y="0"/>
                  </a:moveTo>
                  <a:cubicBezTo>
                    <a:pt x="10" y="3"/>
                    <a:pt x="3" y="4"/>
                    <a:pt x="0" y="4"/>
                  </a:cubicBezTo>
                  <a:cubicBezTo>
                    <a:pt x="1" y="3"/>
                    <a:pt x="3" y="3"/>
                    <a:pt x="5" y="2"/>
                  </a:cubicBezTo>
                  <a:cubicBezTo>
                    <a:pt x="6" y="2"/>
                    <a:pt x="9" y="2"/>
                    <a:pt x="10" y="1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60958" name="Freeform 171">
              <a:extLst>
                <a:ext uri="{FF2B5EF4-FFF2-40B4-BE49-F238E27FC236}">
                  <a16:creationId xmlns:a16="http://schemas.microsoft.com/office/drawing/2014/main" id="{8B4F27A7-BCEE-4804-B6BF-F70095F687EB}"/>
                </a:ext>
              </a:extLst>
            </p:cNvPr>
            <p:cNvSpPr>
              <a:spLocks/>
            </p:cNvSpPr>
            <p:nvPr/>
          </p:nvSpPr>
          <p:spPr bwMode="auto">
            <a:xfrm>
              <a:off x="732" y="2474"/>
              <a:ext cx="9" cy="4"/>
            </a:xfrm>
            <a:custGeom>
              <a:avLst/>
              <a:gdLst>
                <a:gd name="T0" fmla="*/ 21 w 6"/>
                <a:gd name="T1" fmla="*/ 1 h 3"/>
                <a:gd name="T2" fmla="*/ 0 w 6"/>
                <a:gd name="T3" fmla="*/ 5 h 3"/>
                <a:gd name="T4" fmla="*/ 18 w 6"/>
                <a:gd name="T5" fmla="*/ 1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3">
                  <a:moveTo>
                    <a:pt x="6" y="1"/>
                  </a:moveTo>
                  <a:cubicBezTo>
                    <a:pt x="5" y="2"/>
                    <a:pt x="2" y="3"/>
                    <a:pt x="0" y="2"/>
                  </a:cubicBezTo>
                  <a:cubicBezTo>
                    <a:pt x="1" y="1"/>
                    <a:pt x="3" y="0"/>
                    <a:pt x="5" y="1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60959" name="Freeform 172">
              <a:extLst>
                <a:ext uri="{FF2B5EF4-FFF2-40B4-BE49-F238E27FC236}">
                  <a16:creationId xmlns:a16="http://schemas.microsoft.com/office/drawing/2014/main" id="{31079937-ED02-4028-AD1C-0130C2601C95}"/>
                </a:ext>
              </a:extLst>
            </p:cNvPr>
            <p:cNvSpPr>
              <a:spLocks/>
            </p:cNvSpPr>
            <p:nvPr/>
          </p:nvSpPr>
          <p:spPr bwMode="auto">
            <a:xfrm>
              <a:off x="635" y="2565"/>
              <a:ext cx="8" cy="4"/>
            </a:xfrm>
            <a:custGeom>
              <a:avLst/>
              <a:gdLst>
                <a:gd name="T0" fmla="*/ 0 w 6"/>
                <a:gd name="T1" fmla="*/ 7 h 3"/>
                <a:gd name="T2" fmla="*/ 15 w 6"/>
                <a:gd name="T3" fmla="*/ 0 h 3"/>
                <a:gd name="T4" fmla="*/ 5 w 6"/>
                <a:gd name="T5" fmla="*/ 7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3">
                  <a:moveTo>
                    <a:pt x="0" y="3"/>
                  </a:moveTo>
                  <a:cubicBezTo>
                    <a:pt x="2" y="3"/>
                    <a:pt x="4" y="1"/>
                    <a:pt x="6" y="0"/>
                  </a:cubicBezTo>
                  <a:cubicBezTo>
                    <a:pt x="6" y="2"/>
                    <a:pt x="4" y="2"/>
                    <a:pt x="2" y="3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60960" name="Freeform 173">
              <a:extLst>
                <a:ext uri="{FF2B5EF4-FFF2-40B4-BE49-F238E27FC236}">
                  <a16:creationId xmlns:a16="http://schemas.microsoft.com/office/drawing/2014/main" id="{D5B8EE18-C9EA-4B99-911B-1C5FFE07501B}"/>
                </a:ext>
              </a:extLst>
            </p:cNvPr>
            <p:cNvSpPr>
              <a:spLocks/>
            </p:cNvSpPr>
            <p:nvPr/>
          </p:nvSpPr>
          <p:spPr bwMode="auto">
            <a:xfrm>
              <a:off x="604" y="2552"/>
              <a:ext cx="7" cy="4"/>
            </a:xfrm>
            <a:custGeom>
              <a:avLst/>
              <a:gdLst>
                <a:gd name="T0" fmla="*/ 0 w 5"/>
                <a:gd name="T1" fmla="*/ 7 h 3"/>
                <a:gd name="T2" fmla="*/ 14 w 5"/>
                <a:gd name="T3" fmla="*/ 0 h 3"/>
                <a:gd name="T4" fmla="*/ 1 w 5"/>
                <a:gd name="T5" fmla="*/ 7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3">
                  <a:moveTo>
                    <a:pt x="0" y="3"/>
                  </a:moveTo>
                  <a:cubicBezTo>
                    <a:pt x="1" y="2"/>
                    <a:pt x="4" y="1"/>
                    <a:pt x="5" y="0"/>
                  </a:cubicBezTo>
                  <a:cubicBezTo>
                    <a:pt x="5" y="2"/>
                    <a:pt x="3" y="3"/>
                    <a:pt x="1" y="3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60961" name="Freeform 174">
              <a:extLst>
                <a:ext uri="{FF2B5EF4-FFF2-40B4-BE49-F238E27FC236}">
                  <a16:creationId xmlns:a16="http://schemas.microsoft.com/office/drawing/2014/main" id="{47BCBE42-1EF4-4732-A242-49C4B4EF4C63}"/>
                </a:ext>
              </a:extLst>
            </p:cNvPr>
            <p:cNvSpPr>
              <a:spLocks/>
            </p:cNvSpPr>
            <p:nvPr/>
          </p:nvSpPr>
          <p:spPr bwMode="auto">
            <a:xfrm>
              <a:off x="574" y="2349"/>
              <a:ext cx="149" cy="54"/>
            </a:xfrm>
            <a:custGeom>
              <a:avLst/>
              <a:gdLst>
                <a:gd name="T0" fmla="*/ 325 w 101"/>
                <a:gd name="T1" fmla="*/ 93 h 37"/>
                <a:gd name="T2" fmla="*/ 289 w 101"/>
                <a:gd name="T3" fmla="*/ 19 h 37"/>
                <a:gd name="T4" fmla="*/ 187 w 101"/>
                <a:gd name="T5" fmla="*/ 0 h 37"/>
                <a:gd name="T6" fmla="*/ 89 w 101"/>
                <a:gd name="T7" fmla="*/ 6 h 37"/>
                <a:gd name="T8" fmla="*/ 47 w 101"/>
                <a:gd name="T9" fmla="*/ 13 h 37"/>
                <a:gd name="T10" fmla="*/ 9 w 101"/>
                <a:gd name="T11" fmla="*/ 26 h 37"/>
                <a:gd name="T12" fmla="*/ 1 w 101"/>
                <a:gd name="T13" fmla="*/ 74 h 37"/>
                <a:gd name="T14" fmla="*/ 1 w 101"/>
                <a:gd name="T15" fmla="*/ 115 h 37"/>
                <a:gd name="T16" fmla="*/ 15 w 101"/>
                <a:gd name="T17" fmla="*/ 93 h 37"/>
                <a:gd name="T18" fmla="*/ 60 w 101"/>
                <a:gd name="T19" fmla="*/ 73 h 37"/>
                <a:gd name="T20" fmla="*/ 189 w 101"/>
                <a:gd name="T21" fmla="*/ 53 h 37"/>
                <a:gd name="T22" fmla="*/ 271 w 101"/>
                <a:gd name="T23" fmla="*/ 61 h 37"/>
                <a:gd name="T24" fmla="*/ 317 w 101"/>
                <a:gd name="T25" fmla="*/ 83 h 3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01" h="37">
                  <a:moveTo>
                    <a:pt x="101" y="30"/>
                  </a:moveTo>
                  <a:cubicBezTo>
                    <a:pt x="98" y="23"/>
                    <a:pt x="97" y="9"/>
                    <a:pt x="90" y="6"/>
                  </a:cubicBezTo>
                  <a:cubicBezTo>
                    <a:pt x="80" y="0"/>
                    <a:pt x="69" y="1"/>
                    <a:pt x="58" y="0"/>
                  </a:cubicBezTo>
                  <a:cubicBezTo>
                    <a:pt x="48" y="0"/>
                    <a:pt x="38" y="1"/>
                    <a:pt x="28" y="2"/>
                  </a:cubicBezTo>
                  <a:cubicBezTo>
                    <a:pt x="24" y="2"/>
                    <a:pt x="19" y="4"/>
                    <a:pt x="15" y="4"/>
                  </a:cubicBezTo>
                  <a:cubicBezTo>
                    <a:pt x="11" y="5"/>
                    <a:pt x="6" y="5"/>
                    <a:pt x="3" y="8"/>
                  </a:cubicBezTo>
                  <a:cubicBezTo>
                    <a:pt x="0" y="11"/>
                    <a:pt x="1" y="19"/>
                    <a:pt x="1" y="24"/>
                  </a:cubicBezTo>
                  <a:cubicBezTo>
                    <a:pt x="1" y="28"/>
                    <a:pt x="0" y="33"/>
                    <a:pt x="1" y="37"/>
                  </a:cubicBezTo>
                  <a:cubicBezTo>
                    <a:pt x="3" y="35"/>
                    <a:pt x="3" y="32"/>
                    <a:pt x="5" y="30"/>
                  </a:cubicBezTo>
                  <a:cubicBezTo>
                    <a:pt x="8" y="26"/>
                    <a:pt x="14" y="24"/>
                    <a:pt x="19" y="23"/>
                  </a:cubicBezTo>
                  <a:cubicBezTo>
                    <a:pt x="33" y="22"/>
                    <a:pt x="45" y="16"/>
                    <a:pt x="59" y="17"/>
                  </a:cubicBezTo>
                  <a:cubicBezTo>
                    <a:pt x="68" y="18"/>
                    <a:pt x="77" y="18"/>
                    <a:pt x="85" y="20"/>
                  </a:cubicBezTo>
                  <a:cubicBezTo>
                    <a:pt x="91" y="22"/>
                    <a:pt x="94" y="25"/>
                    <a:pt x="99" y="27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60962" name="Oval 175">
              <a:extLst>
                <a:ext uri="{FF2B5EF4-FFF2-40B4-BE49-F238E27FC236}">
                  <a16:creationId xmlns:a16="http://schemas.microsoft.com/office/drawing/2014/main" id="{D86A3B6E-C9F1-475A-A8C2-86F3448EBB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07" y="1728"/>
              <a:ext cx="43" cy="44"/>
            </a:xfrm>
            <a:prstGeom prst="ellipse">
              <a:avLst/>
            </a:prstGeom>
            <a:solidFill>
              <a:srgbClr val="FFFFFF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963" name="Freeform 176">
              <a:extLst>
                <a:ext uri="{FF2B5EF4-FFF2-40B4-BE49-F238E27FC236}">
                  <a16:creationId xmlns:a16="http://schemas.microsoft.com/office/drawing/2014/main" id="{8D0A9A9E-E5DF-4BDC-84A0-B0717D61D6D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2" y="1726"/>
              <a:ext cx="31" cy="32"/>
            </a:xfrm>
            <a:custGeom>
              <a:avLst/>
              <a:gdLst>
                <a:gd name="T0" fmla="*/ 0 w 21"/>
                <a:gd name="T1" fmla="*/ 25 h 22"/>
                <a:gd name="T2" fmla="*/ 35 w 21"/>
                <a:gd name="T3" fmla="*/ 68 h 22"/>
                <a:gd name="T4" fmla="*/ 1 w 21"/>
                <a:gd name="T5" fmla="*/ 25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22">
                  <a:moveTo>
                    <a:pt x="0" y="8"/>
                  </a:moveTo>
                  <a:cubicBezTo>
                    <a:pt x="11" y="8"/>
                    <a:pt x="6" y="19"/>
                    <a:pt x="11" y="22"/>
                  </a:cubicBezTo>
                  <a:cubicBezTo>
                    <a:pt x="21" y="16"/>
                    <a:pt x="8" y="0"/>
                    <a:pt x="1" y="8"/>
                  </a:cubicBezTo>
                </a:path>
              </a:pathLst>
            </a:custGeom>
            <a:solidFill>
              <a:srgbClr val="BEBF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60964" name="Oval 177">
              <a:extLst>
                <a:ext uri="{FF2B5EF4-FFF2-40B4-BE49-F238E27FC236}">
                  <a16:creationId xmlns:a16="http://schemas.microsoft.com/office/drawing/2014/main" id="{941D6755-F23B-4179-8B9B-F824AF4B8B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10" y="1898"/>
              <a:ext cx="44" cy="43"/>
            </a:xfrm>
            <a:prstGeom prst="ellipse">
              <a:avLst/>
            </a:prstGeom>
            <a:solidFill>
              <a:srgbClr val="FFFFFF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965" name="Freeform 178">
              <a:extLst>
                <a:ext uri="{FF2B5EF4-FFF2-40B4-BE49-F238E27FC236}">
                  <a16:creationId xmlns:a16="http://schemas.microsoft.com/office/drawing/2014/main" id="{38BFFC0A-3633-4BB4-A10A-48876991141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6" y="1895"/>
              <a:ext cx="30" cy="34"/>
            </a:xfrm>
            <a:custGeom>
              <a:avLst/>
              <a:gdLst>
                <a:gd name="T0" fmla="*/ 0 w 20"/>
                <a:gd name="T1" fmla="*/ 27 h 23"/>
                <a:gd name="T2" fmla="*/ 39 w 20"/>
                <a:gd name="T3" fmla="*/ 74 h 23"/>
                <a:gd name="T4" fmla="*/ 0 w 20"/>
                <a:gd name="T5" fmla="*/ 27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23">
                  <a:moveTo>
                    <a:pt x="0" y="8"/>
                  </a:moveTo>
                  <a:cubicBezTo>
                    <a:pt x="11" y="8"/>
                    <a:pt x="5" y="19"/>
                    <a:pt x="11" y="23"/>
                  </a:cubicBezTo>
                  <a:cubicBezTo>
                    <a:pt x="20" y="16"/>
                    <a:pt x="8" y="0"/>
                    <a:pt x="0" y="8"/>
                  </a:cubicBezTo>
                </a:path>
              </a:pathLst>
            </a:custGeom>
            <a:solidFill>
              <a:srgbClr val="BEBF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60966" name="Oval 179">
              <a:extLst>
                <a:ext uri="{FF2B5EF4-FFF2-40B4-BE49-F238E27FC236}">
                  <a16:creationId xmlns:a16="http://schemas.microsoft.com/office/drawing/2014/main" id="{D08827C7-5A3F-4991-B0BD-047769AD81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14" y="2073"/>
              <a:ext cx="43" cy="42"/>
            </a:xfrm>
            <a:prstGeom prst="ellipse">
              <a:avLst/>
            </a:prstGeom>
            <a:solidFill>
              <a:srgbClr val="FFFFFF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967" name="Freeform 180">
              <a:extLst>
                <a:ext uri="{FF2B5EF4-FFF2-40B4-BE49-F238E27FC236}">
                  <a16:creationId xmlns:a16="http://schemas.microsoft.com/office/drawing/2014/main" id="{7E050393-AE54-42F2-A9C5-56953676BF5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1" y="2071"/>
              <a:ext cx="29" cy="33"/>
            </a:xfrm>
            <a:custGeom>
              <a:avLst/>
              <a:gdLst>
                <a:gd name="T0" fmla="*/ 0 w 20"/>
                <a:gd name="T1" fmla="*/ 27 h 22"/>
                <a:gd name="T2" fmla="*/ 32 w 20"/>
                <a:gd name="T3" fmla="*/ 75 h 22"/>
                <a:gd name="T4" fmla="*/ 0 w 20"/>
                <a:gd name="T5" fmla="*/ 27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22">
                  <a:moveTo>
                    <a:pt x="0" y="8"/>
                  </a:moveTo>
                  <a:cubicBezTo>
                    <a:pt x="10" y="8"/>
                    <a:pt x="5" y="19"/>
                    <a:pt x="10" y="22"/>
                  </a:cubicBezTo>
                  <a:cubicBezTo>
                    <a:pt x="20" y="15"/>
                    <a:pt x="7" y="0"/>
                    <a:pt x="0" y="8"/>
                  </a:cubicBezTo>
                </a:path>
              </a:pathLst>
            </a:custGeom>
            <a:solidFill>
              <a:srgbClr val="BEBF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60968" name="Oval 181">
              <a:extLst>
                <a:ext uri="{FF2B5EF4-FFF2-40B4-BE49-F238E27FC236}">
                  <a16:creationId xmlns:a16="http://schemas.microsoft.com/office/drawing/2014/main" id="{196C165E-F460-4904-BD92-D19C27EEF9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22" y="2217"/>
              <a:ext cx="44" cy="44"/>
            </a:xfrm>
            <a:prstGeom prst="ellipse">
              <a:avLst/>
            </a:prstGeom>
            <a:solidFill>
              <a:srgbClr val="FFFFFF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969" name="Freeform 182">
              <a:extLst>
                <a:ext uri="{FF2B5EF4-FFF2-40B4-BE49-F238E27FC236}">
                  <a16:creationId xmlns:a16="http://schemas.microsoft.com/office/drawing/2014/main" id="{5170015E-FA96-4AD2-BB22-4E648489655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8" y="2215"/>
              <a:ext cx="29" cy="34"/>
            </a:xfrm>
            <a:custGeom>
              <a:avLst/>
              <a:gdLst>
                <a:gd name="T0" fmla="*/ 0 w 20"/>
                <a:gd name="T1" fmla="*/ 27 h 23"/>
                <a:gd name="T2" fmla="*/ 33 w 20"/>
                <a:gd name="T3" fmla="*/ 74 h 23"/>
                <a:gd name="T4" fmla="*/ 0 w 20"/>
                <a:gd name="T5" fmla="*/ 27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23">
                  <a:moveTo>
                    <a:pt x="0" y="8"/>
                  </a:moveTo>
                  <a:cubicBezTo>
                    <a:pt x="11" y="8"/>
                    <a:pt x="5" y="19"/>
                    <a:pt x="11" y="23"/>
                  </a:cubicBezTo>
                  <a:cubicBezTo>
                    <a:pt x="20" y="16"/>
                    <a:pt x="8" y="0"/>
                    <a:pt x="0" y="8"/>
                  </a:cubicBezTo>
                </a:path>
              </a:pathLst>
            </a:custGeom>
            <a:solidFill>
              <a:srgbClr val="BEBF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60970" name="Freeform 183">
              <a:extLst>
                <a:ext uri="{FF2B5EF4-FFF2-40B4-BE49-F238E27FC236}">
                  <a16:creationId xmlns:a16="http://schemas.microsoft.com/office/drawing/2014/main" id="{382633F4-41CF-4F31-9579-36ED731125B4}"/>
                </a:ext>
              </a:extLst>
            </p:cNvPr>
            <p:cNvSpPr>
              <a:spLocks/>
            </p:cNvSpPr>
            <p:nvPr/>
          </p:nvSpPr>
          <p:spPr bwMode="auto">
            <a:xfrm>
              <a:off x="692" y="2180"/>
              <a:ext cx="203" cy="351"/>
            </a:xfrm>
            <a:custGeom>
              <a:avLst/>
              <a:gdLst>
                <a:gd name="T0" fmla="*/ 0 w 138"/>
                <a:gd name="T1" fmla="*/ 0 h 239"/>
                <a:gd name="T2" fmla="*/ 427 w 138"/>
                <a:gd name="T3" fmla="*/ 26 h 239"/>
                <a:gd name="T4" fmla="*/ 440 w 138"/>
                <a:gd name="T5" fmla="*/ 756 h 239"/>
                <a:gd name="T6" fmla="*/ 129 w 138"/>
                <a:gd name="T7" fmla="*/ 717 h 2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8" h="239">
                  <a:moveTo>
                    <a:pt x="0" y="0"/>
                  </a:moveTo>
                  <a:cubicBezTo>
                    <a:pt x="0" y="0"/>
                    <a:pt x="79" y="13"/>
                    <a:pt x="134" y="8"/>
                  </a:cubicBezTo>
                  <a:cubicBezTo>
                    <a:pt x="138" y="239"/>
                    <a:pt x="138" y="239"/>
                    <a:pt x="138" y="239"/>
                  </a:cubicBezTo>
                  <a:cubicBezTo>
                    <a:pt x="138" y="239"/>
                    <a:pt x="79" y="238"/>
                    <a:pt x="41" y="226"/>
                  </a:cubicBezTo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60971" name="Freeform 184">
              <a:extLst>
                <a:ext uri="{FF2B5EF4-FFF2-40B4-BE49-F238E27FC236}">
                  <a16:creationId xmlns:a16="http://schemas.microsoft.com/office/drawing/2014/main" id="{0ED48781-1E7B-4498-ACBF-54EBC369390D}"/>
                </a:ext>
              </a:extLst>
            </p:cNvPr>
            <p:cNvSpPr>
              <a:spLocks/>
            </p:cNvSpPr>
            <p:nvPr/>
          </p:nvSpPr>
          <p:spPr bwMode="auto">
            <a:xfrm>
              <a:off x="705" y="2245"/>
              <a:ext cx="186" cy="22"/>
            </a:xfrm>
            <a:custGeom>
              <a:avLst/>
              <a:gdLst>
                <a:gd name="T0" fmla="*/ 406 w 126"/>
                <a:gd name="T1" fmla="*/ 26 h 15"/>
                <a:gd name="T2" fmla="*/ 0 w 126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6" h="15">
                  <a:moveTo>
                    <a:pt x="126" y="8"/>
                  </a:moveTo>
                  <a:cubicBezTo>
                    <a:pt x="126" y="8"/>
                    <a:pt x="30" y="15"/>
                    <a:pt x="0" y="0"/>
                  </a:cubicBezTo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60972" name="Freeform 185">
              <a:extLst>
                <a:ext uri="{FF2B5EF4-FFF2-40B4-BE49-F238E27FC236}">
                  <a16:creationId xmlns:a16="http://schemas.microsoft.com/office/drawing/2014/main" id="{9778B25C-77B6-4CA3-8C68-A17A97AE1F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1" y="2193"/>
              <a:ext cx="102" cy="338"/>
            </a:xfrm>
            <a:custGeom>
              <a:avLst/>
              <a:gdLst>
                <a:gd name="T0" fmla="*/ 223 w 69"/>
                <a:gd name="T1" fmla="*/ 0 h 230"/>
                <a:gd name="T2" fmla="*/ 0 w 69"/>
                <a:gd name="T3" fmla="*/ 1 h 230"/>
                <a:gd name="T4" fmla="*/ 35 w 69"/>
                <a:gd name="T5" fmla="*/ 730 h 230"/>
                <a:gd name="T6" fmla="*/ 95 w 69"/>
                <a:gd name="T7" fmla="*/ 727 h 2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9" h="230">
                  <a:moveTo>
                    <a:pt x="69" y="0"/>
                  </a:moveTo>
                  <a:cubicBezTo>
                    <a:pt x="69" y="0"/>
                    <a:pt x="20" y="5"/>
                    <a:pt x="0" y="1"/>
                  </a:cubicBezTo>
                  <a:cubicBezTo>
                    <a:pt x="11" y="230"/>
                    <a:pt x="11" y="230"/>
                    <a:pt x="11" y="230"/>
                  </a:cubicBezTo>
                  <a:cubicBezTo>
                    <a:pt x="11" y="230"/>
                    <a:pt x="18" y="230"/>
                    <a:pt x="29" y="229"/>
                  </a:cubicBezTo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60973" name="Freeform 186">
              <a:extLst>
                <a:ext uri="{FF2B5EF4-FFF2-40B4-BE49-F238E27FC236}">
                  <a16:creationId xmlns:a16="http://schemas.microsoft.com/office/drawing/2014/main" id="{4474DA04-98F4-4BD0-86BC-57DC0292A25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5" y="2252"/>
              <a:ext cx="89" cy="4"/>
            </a:xfrm>
            <a:custGeom>
              <a:avLst/>
              <a:gdLst>
                <a:gd name="T0" fmla="*/ 0 w 60"/>
                <a:gd name="T1" fmla="*/ 7 h 3"/>
                <a:gd name="T2" fmla="*/ 196 w 60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0" h="3">
                  <a:moveTo>
                    <a:pt x="0" y="3"/>
                  </a:moveTo>
                  <a:cubicBezTo>
                    <a:pt x="0" y="3"/>
                    <a:pt x="33" y="3"/>
                    <a:pt x="60" y="0"/>
                  </a:cubicBezTo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60974" name="Freeform 187">
              <a:extLst>
                <a:ext uri="{FF2B5EF4-FFF2-40B4-BE49-F238E27FC236}">
                  <a16:creationId xmlns:a16="http://schemas.microsoft.com/office/drawing/2014/main" id="{F1107099-4FFF-42C4-BB58-1117355791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2" y="1462"/>
              <a:ext cx="89" cy="1207"/>
            </a:xfrm>
            <a:custGeom>
              <a:avLst/>
              <a:gdLst>
                <a:gd name="T0" fmla="*/ 101 w 60"/>
                <a:gd name="T1" fmla="*/ 0 h 822"/>
                <a:gd name="T2" fmla="*/ 0 w 60"/>
                <a:gd name="T3" fmla="*/ 157 h 822"/>
                <a:gd name="T4" fmla="*/ 67 w 60"/>
                <a:gd name="T5" fmla="*/ 521 h 822"/>
                <a:gd name="T6" fmla="*/ 196 w 60"/>
                <a:gd name="T7" fmla="*/ 2602 h 822"/>
                <a:gd name="T8" fmla="*/ 104 w 60"/>
                <a:gd name="T9" fmla="*/ 521 h 822"/>
                <a:gd name="T10" fmla="*/ 49 w 60"/>
                <a:gd name="T11" fmla="*/ 142 h 822"/>
                <a:gd name="T12" fmla="*/ 101 w 60"/>
                <a:gd name="T13" fmla="*/ 0 h 8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0" h="822">
                  <a:moveTo>
                    <a:pt x="31" y="0"/>
                  </a:moveTo>
                  <a:cubicBezTo>
                    <a:pt x="31" y="0"/>
                    <a:pt x="5" y="36"/>
                    <a:pt x="0" y="50"/>
                  </a:cubicBezTo>
                  <a:cubicBezTo>
                    <a:pt x="0" y="50"/>
                    <a:pt x="13" y="108"/>
                    <a:pt x="20" y="165"/>
                  </a:cubicBezTo>
                  <a:cubicBezTo>
                    <a:pt x="26" y="221"/>
                    <a:pt x="60" y="822"/>
                    <a:pt x="60" y="822"/>
                  </a:cubicBezTo>
                  <a:cubicBezTo>
                    <a:pt x="36" y="227"/>
                    <a:pt x="40" y="229"/>
                    <a:pt x="32" y="165"/>
                  </a:cubicBezTo>
                  <a:cubicBezTo>
                    <a:pt x="29" y="145"/>
                    <a:pt x="7" y="68"/>
                    <a:pt x="15" y="45"/>
                  </a:cubicBezTo>
                  <a:cubicBezTo>
                    <a:pt x="22" y="23"/>
                    <a:pt x="31" y="0"/>
                    <a:pt x="31" y="0"/>
                  </a:cubicBezTo>
                  <a:close/>
                </a:path>
              </a:pathLst>
            </a:custGeom>
            <a:solidFill>
              <a:srgbClr val="D8D7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60975" name="Freeform 188">
              <a:extLst>
                <a:ext uri="{FF2B5EF4-FFF2-40B4-BE49-F238E27FC236}">
                  <a16:creationId xmlns:a16="http://schemas.microsoft.com/office/drawing/2014/main" id="{4724E6CB-E409-4CB9-AD44-53CA670B2BE1}"/>
                </a:ext>
              </a:extLst>
            </p:cNvPr>
            <p:cNvSpPr>
              <a:spLocks/>
            </p:cNvSpPr>
            <p:nvPr/>
          </p:nvSpPr>
          <p:spPr bwMode="auto">
            <a:xfrm>
              <a:off x="580" y="1851"/>
              <a:ext cx="62" cy="26"/>
            </a:xfrm>
            <a:custGeom>
              <a:avLst/>
              <a:gdLst>
                <a:gd name="T0" fmla="*/ 0 w 42"/>
                <a:gd name="T1" fmla="*/ 6 h 18"/>
                <a:gd name="T2" fmla="*/ 136 w 42"/>
                <a:gd name="T3" fmla="*/ 46 h 18"/>
                <a:gd name="T4" fmla="*/ 6 w 42"/>
                <a:gd name="T5" fmla="*/ 2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" h="18">
                  <a:moveTo>
                    <a:pt x="0" y="2"/>
                  </a:moveTo>
                  <a:cubicBezTo>
                    <a:pt x="15" y="0"/>
                    <a:pt x="30" y="10"/>
                    <a:pt x="42" y="15"/>
                  </a:cubicBezTo>
                  <a:cubicBezTo>
                    <a:pt x="31" y="18"/>
                    <a:pt x="11" y="11"/>
                    <a:pt x="2" y="7"/>
                  </a:cubicBezTo>
                </a:path>
              </a:pathLst>
            </a:custGeom>
            <a:solidFill>
              <a:srgbClr val="D8D7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60976" name="Freeform 189">
              <a:extLst>
                <a:ext uri="{FF2B5EF4-FFF2-40B4-BE49-F238E27FC236}">
                  <a16:creationId xmlns:a16="http://schemas.microsoft.com/office/drawing/2014/main" id="{A2B17FFC-C99A-4BC8-BD22-4F02E900B1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1" y="1854"/>
              <a:ext cx="53" cy="38"/>
            </a:xfrm>
            <a:custGeom>
              <a:avLst/>
              <a:gdLst>
                <a:gd name="T0" fmla="*/ 0 w 36"/>
                <a:gd name="T1" fmla="*/ 79 h 26"/>
                <a:gd name="T2" fmla="*/ 115 w 36"/>
                <a:gd name="T3" fmla="*/ 0 h 26"/>
                <a:gd name="T4" fmla="*/ 9 w 36"/>
                <a:gd name="T5" fmla="*/ 82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26">
                  <a:moveTo>
                    <a:pt x="0" y="25"/>
                  </a:moveTo>
                  <a:cubicBezTo>
                    <a:pt x="0" y="11"/>
                    <a:pt x="25" y="4"/>
                    <a:pt x="36" y="0"/>
                  </a:cubicBezTo>
                  <a:cubicBezTo>
                    <a:pt x="33" y="14"/>
                    <a:pt x="8" y="11"/>
                    <a:pt x="3" y="26"/>
                  </a:cubicBezTo>
                </a:path>
              </a:pathLst>
            </a:custGeom>
            <a:solidFill>
              <a:srgbClr val="D8D7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60977" name="Freeform 190">
              <a:extLst>
                <a:ext uri="{FF2B5EF4-FFF2-40B4-BE49-F238E27FC236}">
                  <a16:creationId xmlns:a16="http://schemas.microsoft.com/office/drawing/2014/main" id="{4AFD5802-F8CB-4A96-9512-4516F813D07C}"/>
                </a:ext>
              </a:extLst>
            </p:cNvPr>
            <p:cNvSpPr>
              <a:spLocks/>
            </p:cNvSpPr>
            <p:nvPr/>
          </p:nvSpPr>
          <p:spPr bwMode="auto">
            <a:xfrm>
              <a:off x="671" y="2030"/>
              <a:ext cx="142" cy="160"/>
            </a:xfrm>
            <a:custGeom>
              <a:avLst/>
              <a:gdLst>
                <a:gd name="T0" fmla="*/ 19 w 96"/>
                <a:gd name="T1" fmla="*/ 0 h 109"/>
                <a:gd name="T2" fmla="*/ 22 w 96"/>
                <a:gd name="T3" fmla="*/ 148 h 109"/>
                <a:gd name="T4" fmla="*/ 49 w 96"/>
                <a:gd name="T5" fmla="*/ 277 h 109"/>
                <a:gd name="T6" fmla="*/ 311 w 96"/>
                <a:gd name="T7" fmla="*/ 336 h 109"/>
                <a:gd name="T8" fmla="*/ 74 w 96"/>
                <a:gd name="T9" fmla="*/ 257 h 109"/>
                <a:gd name="T10" fmla="*/ 0 w 96"/>
                <a:gd name="T11" fmla="*/ 19 h 10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6" h="109">
                  <a:moveTo>
                    <a:pt x="6" y="0"/>
                  </a:moveTo>
                  <a:cubicBezTo>
                    <a:pt x="1" y="11"/>
                    <a:pt x="6" y="35"/>
                    <a:pt x="7" y="47"/>
                  </a:cubicBezTo>
                  <a:cubicBezTo>
                    <a:pt x="9" y="59"/>
                    <a:pt x="9" y="79"/>
                    <a:pt x="15" y="88"/>
                  </a:cubicBezTo>
                  <a:cubicBezTo>
                    <a:pt x="28" y="109"/>
                    <a:pt x="75" y="104"/>
                    <a:pt x="96" y="106"/>
                  </a:cubicBezTo>
                  <a:cubicBezTo>
                    <a:pt x="81" y="109"/>
                    <a:pt x="33" y="95"/>
                    <a:pt x="23" y="81"/>
                  </a:cubicBezTo>
                  <a:cubicBezTo>
                    <a:pt x="10" y="63"/>
                    <a:pt x="3" y="27"/>
                    <a:pt x="0" y="6"/>
                  </a:cubicBezTo>
                </a:path>
              </a:pathLst>
            </a:custGeom>
            <a:solidFill>
              <a:srgbClr val="D8D7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60978" name="Freeform 191">
              <a:extLst>
                <a:ext uri="{FF2B5EF4-FFF2-40B4-BE49-F238E27FC236}">
                  <a16:creationId xmlns:a16="http://schemas.microsoft.com/office/drawing/2014/main" id="{9359F30B-BE22-41E0-B99D-33D323AADE3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6" y="2572"/>
              <a:ext cx="103" cy="91"/>
            </a:xfrm>
            <a:custGeom>
              <a:avLst/>
              <a:gdLst>
                <a:gd name="T0" fmla="*/ 0 w 70"/>
                <a:gd name="T1" fmla="*/ 28 h 62"/>
                <a:gd name="T2" fmla="*/ 6 w 70"/>
                <a:gd name="T3" fmla="*/ 147 h 62"/>
                <a:gd name="T4" fmla="*/ 41 w 70"/>
                <a:gd name="T5" fmla="*/ 194 h 62"/>
                <a:gd name="T6" fmla="*/ 128 w 70"/>
                <a:gd name="T7" fmla="*/ 189 h 62"/>
                <a:gd name="T8" fmla="*/ 224 w 70"/>
                <a:gd name="T9" fmla="*/ 176 h 62"/>
                <a:gd name="T10" fmla="*/ 100 w 70"/>
                <a:gd name="T11" fmla="*/ 175 h 62"/>
                <a:gd name="T12" fmla="*/ 26 w 70"/>
                <a:gd name="T13" fmla="*/ 148 h 62"/>
                <a:gd name="T14" fmla="*/ 6 w 70"/>
                <a:gd name="T15" fmla="*/ 69 h 62"/>
                <a:gd name="T16" fmla="*/ 0 w 70"/>
                <a:gd name="T17" fmla="*/ 0 h 6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0" h="62">
                  <a:moveTo>
                    <a:pt x="0" y="9"/>
                  </a:moveTo>
                  <a:cubicBezTo>
                    <a:pt x="3" y="20"/>
                    <a:pt x="1" y="34"/>
                    <a:pt x="2" y="46"/>
                  </a:cubicBezTo>
                  <a:cubicBezTo>
                    <a:pt x="3" y="55"/>
                    <a:pt x="3" y="61"/>
                    <a:pt x="13" y="61"/>
                  </a:cubicBezTo>
                  <a:cubicBezTo>
                    <a:pt x="22" y="61"/>
                    <a:pt x="31" y="62"/>
                    <a:pt x="40" y="60"/>
                  </a:cubicBezTo>
                  <a:cubicBezTo>
                    <a:pt x="50" y="59"/>
                    <a:pt x="60" y="56"/>
                    <a:pt x="70" y="56"/>
                  </a:cubicBezTo>
                  <a:cubicBezTo>
                    <a:pt x="57" y="56"/>
                    <a:pt x="44" y="56"/>
                    <a:pt x="31" y="55"/>
                  </a:cubicBezTo>
                  <a:cubicBezTo>
                    <a:pt x="22" y="55"/>
                    <a:pt x="12" y="56"/>
                    <a:pt x="8" y="47"/>
                  </a:cubicBezTo>
                  <a:cubicBezTo>
                    <a:pt x="5" y="40"/>
                    <a:pt x="3" y="30"/>
                    <a:pt x="2" y="22"/>
                  </a:cubicBezTo>
                  <a:cubicBezTo>
                    <a:pt x="1" y="15"/>
                    <a:pt x="3" y="6"/>
                    <a:pt x="0" y="0"/>
                  </a:cubicBezTo>
                </a:path>
              </a:pathLst>
            </a:custGeom>
            <a:solidFill>
              <a:srgbClr val="D8D7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60979" name="Freeform 192">
              <a:extLst>
                <a:ext uri="{FF2B5EF4-FFF2-40B4-BE49-F238E27FC236}">
                  <a16:creationId xmlns:a16="http://schemas.microsoft.com/office/drawing/2014/main" id="{332364FB-A344-4481-9CF8-8B2C5C90A80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0" y="1381"/>
              <a:ext cx="59" cy="126"/>
            </a:xfrm>
            <a:custGeom>
              <a:avLst/>
              <a:gdLst>
                <a:gd name="T0" fmla="*/ 0 w 40"/>
                <a:gd name="T1" fmla="*/ 86 h 86"/>
                <a:gd name="T2" fmla="*/ 40 w 40"/>
                <a:gd name="T3" fmla="*/ 185 h 86"/>
                <a:gd name="T4" fmla="*/ 59 w 40"/>
                <a:gd name="T5" fmla="*/ 271 h 86"/>
                <a:gd name="T6" fmla="*/ 128 w 40"/>
                <a:gd name="T7" fmla="*/ 167 h 86"/>
                <a:gd name="T8" fmla="*/ 41 w 40"/>
                <a:gd name="T9" fmla="*/ 116 h 86"/>
                <a:gd name="T10" fmla="*/ 52 w 40"/>
                <a:gd name="T11" fmla="*/ 0 h 86"/>
                <a:gd name="T12" fmla="*/ 1 w 40"/>
                <a:gd name="T13" fmla="*/ 88 h 8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86">
                  <a:moveTo>
                    <a:pt x="0" y="27"/>
                  </a:moveTo>
                  <a:cubicBezTo>
                    <a:pt x="2" y="39"/>
                    <a:pt x="9" y="48"/>
                    <a:pt x="12" y="59"/>
                  </a:cubicBezTo>
                  <a:cubicBezTo>
                    <a:pt x="14" y="66"/>
                    <a:pt x="15" y="80"/>
                    <a:pt x="18" y="86"/>
                  </a:cubicBezTo>
                  <a:cubicBezTo>
                    <a:pt x="18" y="74"/>
                    <a:pt x="35" y="62"/>
                    <a:pt x="40" y="53"/>
                  </a:cubicBezTo>
                  <a:cubicBezTo>
                    <a:pt x="29" y="65"/>
                    <a:pt x="17" y="47"/>
                    <a:pt x="13" y="37"/>
                  </a:cubicBezTo>
                  <a:cubicBezTo>
                    <a:pt x="9" y="25"/>
                    <a:pt x="12" y="12"/>
                    <a:pt x="16" y="0"/>
                  </a:cubicBezTo>
                  <a:cubicBezTo>
                    <a:pt x="12" y="11"/>
                    <a:pt x="6" y="18"/>
                    <a:pt x="1" y="28"/>
                  </a:cubicBezTo>
                </a:path>
              </a:pathLst>
            </a:custGeom>
            <a:solidFill>
              <a:srgbClr val="D8D7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60980" name="Freeform 193">
              <a:extLst>
                <a:ext uri="{FF2B5EF4-FFF2-40B4-BE49-F238E27FC236}">
                  <a16:creationId xmlns:a16="http://schemas.microsoft.com/office/drawing/2014/main" id="{97E3562A-39AE-48FF-8583-FAF83927353F}"/>
                </a:ext>
              </a:extLst>
            </p:cNvPr>
            <p:cNvSpPr>
              <a:spLocks/>
            </p:cNvSpPr>
            <p:nvPr/>
          </p:nvSpPr>
          <p:spPr bwMode="auto">
            <a:xfrm>
              <a:off x="795" y="1256"/>
              <a:ext cx="43" cy="53"/>
            </a:xfrm>
            <a:custGeom>
              <a:avLst/>
              <a:gdLst>
                <a:gd name="T0" fmla="*/ 0 w 43"/>
                <a:gd name="T1" fmla="*/ 0 h 53"/>
                <a:gd name="T2" fmla="*/ 43 w 43"/>
                <a:gd name="T3" fmla="*/ 43 h 53"/>
                <a:gd name="T4" fmla="*/ 35 w 43"/>
                <a:gd name="T5" fmla="*/ 53 h 53"/>
                <a:gd name="T6" fmla="*/ 2 w 43"/>
                <a:gd name="T7" fmla="*/ 16 h 53"/>
                <a:gd name="T8" fmla="*/ 0 w 43"/>
                <a:gd name="T9" fmla="*/ 0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" h="53">
                  <a:moveTo>
                    <a:pt x="0" y="0"/>
                  </a:moveTo>
                  <a:lnTo>
                    <a:pt x="43" y="43"/>
                  </a:lnTo>
                  <a:lnTo>
                    <a:pt x="35" y="53"/>
                  </a:lnTo>
                  <a:lnTo>
                    <a:pt x="2" y="1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7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60981" name="Freeform 194">
              <a:extLst>
                <a:ext uri="{FF2B5EF4-FFF2-40B4-BE49-F238E27FC236}">
                  <a16:creationId xmlns:a16="http://schemas.microsoft.com/office/drawing/2014/main" id="{99D464F4-A353-4DD0-8608-2DE0E248B73A}"/>
                </a:ext>
              </a:extLst>
            </p:cNvPr>
            <p:cNvSpPr>
              <a:spLocks/>
            </p:cNvSpPr>
            <p:nvPr/>
          </p:nvSpPr>
          <p:spPr bwMode="auto">
            <a:xfrm>
              <a:off x="819" y="1338"/>
              <a:ext cx="241" cy="366"/>
            </a:xfrm>
            <a:custGeom>
              <a:avLst/>
              <a:gdLst>
                <a:gd name="T0" fmla="*/ 0 w 164"/>
                <a:gd name="T1" fmla="*/ 0 h 249"/>
                <a:gd name="T2" fmla="*/ 303 w 164"/>
                <a:gd name="T3" fmla="*/ 438 h 249"/>
                <a:gd name="T4" fmla="*/ 520 w 164"/>
                <a:gd name="T5" fmla="*/ 791 h 249"/>
                <a:gd name="T6" fmla="*/ 238 w 164"/>
                <a:gd name="T7" fmla="*/ 417 h 249"/>
                <a:gd name="T8" fmla="*/ 63 w 164"/>
                <a:gd name="T9" fmla="*/ 143 h 249"/>
                <a:gd name="T10" fmla="*/ 0 w 164"/>
                <a:gd name="T11" fmla="*/ 0 h 24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4" h="249">
                  <a:moveTo>
                    <a:pt x="0" y="0"/>
                  </a:moveTo>
                  <a:cubicBezTo>
                    <a:pt x="0" y="0"/>
                    <a:pt x="80" y="111"/>
                    <a:pt x="95" y="138"/>
                  </a:cubicBezTo>
                  <a:cubicBezTo>
                    <a:pt x="111" y="166"/>
                    <a:pt x="161" y="226"/>
                    <a:pt x="164" y="249"/>
                  </a:cubicBezTo>
                  <a:cubicBezTo>
                    <a:pt x="164" y="249"/>
                    <a:pt x="88" y="155"/>
                    <a:pt x="75" y="131"/>
                  </a:cubicBezTo>
                  <a:cubicBezTo>
                    <a:pt x="63" y="108"/>
                    <a:pt x="32" y="56"/>
                    <a:pt x="20" y="45"/>
                  </a:cubicBezTo>
                  <a:cubicBezTo>
                    <a:pt x="8" y="34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D8D7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60982" name="Freeform 195">
              <a:extLst>
                <a:ext uri="{FF2B5EF4-FFF2-40B4-BE49-F238E27FC236}">
                  <a16:creationId xmlns:a16="http://schemas.microsoft.com/office/drawing/2014/main" id="{8022150F-4F67-4633-94A3-19AF115FA011}"/>
                </a:ext>
              </a:extLst>
            </p:cNvPr>
            <p:cNvSpPr>
              <a:spLocks/>
            </p:cNvSpPr>
            <p:nvPr/>
          </p:nvSpPr>
          <p:spPr bwMode="auto">
            <a:xfrm>
              <a:off x="623" y="2829"/>
              <a:ext cx="116" cy="322"/>
            </a:xfrm>
            <a:custGeom>
              <a:avLst/>
              <a:gdLst>
                <a:gd name="T0" fmla="*/ 1 w 79"/>
                <a:gd name="T1" fmla="*/ 675 h 219"/>
                <a:gd name="T2" fmla="*/ 162 w 79"/>
                <a:gd name="T3" fmla="*/ 331 h 219"/>
                <a:gd name="T4" fmla="*/ 250 w 79"/>
                <a:gd name="T5" fmla="*/ 0 h 219"/>
                <a:gd name="T6" fmla="*/ 0 w 79"/>
                <a:gd name="T7" fmla="*/ 695 h 2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9" h="219">
                  <a:moveTo>
                    <a:pt x="1" y="212"/>
                  </a:moveTo>
                  <a:cubicBezTo>
                    <a:pt x="6" y="214"/>
                    <a:pt x="44" y="120"/>
                    <a:pt x="51" y="104"/>
                  </a:cubicBezTo>
                  <a:cubicBezTo>
                    <a:pt x="65" y="70"/>
                    <a:pt x="69" y="35"/>
                    <a:pt x="79" y="0"/>
                  </a:cubicBezTo>
                  <a:cubicBezTo>
                    <a:pt x="67" y="77"/>
                    <a:pt x="15" y="144"/>
                    <a:pt x="0" y="219"/>
                  </a:cubicBezTo>
                </a:path>
              </a:pathLst>
            </a:custGeom>
            <a:solidFill>
              <a:srgbClr val="D8D7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60983" name="Freeform 196">
              <a:extLst>
                <a:ext uri="{FF2B5EF4-FFF2-40B4-BE49-F238E27FC236}">
                  <a16:creationId xmlns:a16="http://schemas.microsoft.com/office/drawing/2014/main" id="{3B4CDA99-FAD3-44CF-BA4C-385E0AE0E2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1" y="2834"/>
              <a:ext cx="125" cy="279"/>
            </a:xfrm>
            <a:custGeom>
              <a:avLst/>
              <a:gdLst>
                <a:gd name="T0" fmla="*/ 19 w 85"/>
                <a:gd name="T1" fmla="*/ 9 h 190"/>
                <a:gd name="T2" fmla="*/ 74 w 85"/>
                <a:gd name="T3" fmla="*/ 203 h 190"/>
                <a:gd name="T4" fmla="*/ 141 w 85"/>
                <a:gd name="T5" fmla="*/ 358 h 190"/>
                <a:gd name="T6" fmla="*/ 271 w 85"/>
                <a:gd name="T7" fmla="*/ 602 h 190"/>
                <a:gd name="T8" fmla="*/ 128 w 85"/>
                <a:gd name="T9" fmla="*/ 276 h 190"/>
                <a:gd name="T10" fmla="*/ 0 w 85"/>
                <a:gd name="T11" fmla="*/ 0 h 19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5" h="190">
                  <a:moveTo>
                    <a:pt x="6" y="3"/>
                  </a:moveTo>
                  <a:cubicBezTo>
                    <a:pt x="17" y="14"/>
                    <a:pt x="18" y="47"/>
                    <a:pt x="23" y="64"/>
                  </a:cubicBezTo>
                  <a:cubicBezTo>
                    <a:pt x="29" y="81"/>
                    <a:pt x="35" y="97"/>
                    <a:pt x="44" y="113"/>
                  </a:cubicBezTo>
                  <a:cubicBezTo>
                    <a:pt x="57" y="139"/>
                    <a:pt x="69" y="167"/>
                    <a:pt x="85" y="190"/>
                  </a:cubicBezTo>
                  <a:cubicBezTo>
                    <a:pt x="67" y="159"/>
                    <a:pt x="55" y="121"/>
                    <a:pt x="40" y="87"/>
                  </a:cubicBezTo>
                  <a:cubicBezTo>
                    <a:pt x="27" y="58"/>
                    <a:pt x="11" y="30"/>
                    <a:pt x="0" y="0"/>
                  </a:cubicBezTo>
                </a:path>
              </a:pathLst>
            </a:custGeom>
            <a:solidFill>
              <a:srgbClr val="D8D7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60984" name="Freeform 197">
              <a:extLst>
                <a:ext uri="{FF2B5EF4-FFF2-40B4-BE49-F238E27FC236}">
                  <a16:creationId xmlns:a16="http://schemas.microsoft.com/office/drawing/2014/main" id="{8AF3C778-753B-44F9-BF21-E934454AEE0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0" y="3342"/>
              <a:ext cx="127" cy="241"/>
            </a:xfrm>
            <a:custGeom>
              <a:avLst/>
              <a:gdLst>
                <a:gd name="T0" fmla="*/ 0 w 86"/>
                <a:gd name="T1" fmla="*/ 0 h 164"/>
                <a:gd name="T2" fmla="*/ 100 w 86"/>
                <a:gd name="T3" fmla="*/ 285 h 164"/>
                <a:gd name="T4" fmla="*/ 278 w 86"/>
                <a:gd name="T5" fmla="*/ 520 h 164"/>
                <a:gd name="T6" fmla="*/ 207 w 86"/>
                <a:gd name="T7" fmla="*/ 397 h 164"/>
                <a:gd name="T8" fmla="*/ 114 w 86"/>
                <a:gd name="T9" fmla="*/ 262 h 164"/>
                <a:gd name="T10" fmla="*/ 15 w 86"/>
                <a:gd name="T11" fmla="*/ 26 h 16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6" h="164">
                  <a:moveTo>
                    <a:pt x="0" y="0"/>
                  </a:moveTo>
                  <a:cubicBezTo>
                    <a:pt x="6" y="29"/>
                    <a:pt x="11" y="68"/>
                    <a:pt x="31" y="90"/>
                  </a:cubicBezTo>
                  <a:cubicBezTo>
                    <a:pt x="52" y="113"/>
                    <a:pt x="77" y="133"/>
                    <a:pt x="86" y="164"/>
                  </a:cubicBezTo>
                  <a:cubicBezTo>
                    <a:pt x="76" y="154"/>
                    <a:pt x="70" y="138"/>
                    <a:pt x="64" y="125"/>
                  </a:cubicBezTo>
                  <a:cubicBezTo>
                    <a:pt x="56" y="108"/>
                    <a:pt x="45" y="96"/>
                    <a:pt x="35" y="82"/>
                  </a:cubicBezTo>
                  <a:cubicBezTo>
                    <a:pt x="19" y="59"/>
                    <a:pt x="12" y="34"/>
                    <a:pt x="5" y="8"/>
                  </a:cubicBezTo>
                </a:path>
              </a:pathLst>
            </a:custGeom>
            <a:solidFill>
              <a:srgbClr val="D8D7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60985" name="Freeform 198">
              <a:extLst>
                <a:ext uri="{FF2B5EF4-FFF2-40B4-BE49-F238E27FC236}">
                  <a16:creationId xmlns:a16="http://schemas.microsoft.com/office/drawing/2014/main" id="{8B664BB8-A93B-4773-BA29-14DC63469024}"/>
                </a:ext>
              </a:extLst>
            </p:cNvPr>
            <p:cNvSpPr>
              <a:spLocks/>
            </p:cNvSpPr>
            <p:nvPr/>
          </p:nvSpPr>
          <p:spPr bwMode="auto">
            <a:xfrm>
              <a:off x="701" y="3337"/>
              <a:ext cx="91" cy="228"/>
            </a:xfrm>
            <a:custGeom>
              <a:avLst/>
              <a:gdLst>
                <a:gd name="T0" fmla="*/ 176 w 62"/>
                <a:gd name="T1" fmla="*/ 0 h 155"/>
                <a:gd name="T2" fmla="*/ 0 w 62"/>
                <a:gd name="T3" fmla="*/ 493 h 155"/>
                <a:gd name="T4" fmla="*/ 82 w 62"/>
                <a:gd name="T5" fmla="*/ 350 h 155"/>
                <a:gd name="T6" fmla="*/ 147 w 62"/>
                <a:gd name="T7" fmla="*/ 238 h 155"/>
                <a:gd name="T8" fmla="*/ 197 w 62"/>
                <a:gd name="T9" fmla="*/ 15 h 1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2" h="155">
                  <a:moveTo>
                    <a:pt x="56" y="0"/>
                  </a:moveTo>
                  <a:cubicBezTo>
                    <a:pt x="59" y="54"/>
                    <a:pt x="19" y="107"/>
                    <a:pt x="0" y="155"/>
                  </a:cubicBezTo>
                  <a:cubicBezTo>
                    <a:pt x="10" y="141"/>
                    <a:pt x="16" y="124"/>
                    <a:pt x="26" y="110"/>
                  </a:cubicBezTo>
                  <a:cubicBezTo>
                    <a:pt x="33" y="99"/>
                    <a:pt x="41" y="87"/>
                    <a:pt x="46" y="75"/>
                  </a:cubicBezTo>
                  <a:cubicBezTo>
                    <a:pt x="53" y="55"/>
                    <a:pt x="50" y="20"/>
                    <a:pt x="62" y="5"/>
                  </a:cubicBezTo>
                </a:path>
              </a:pathLst>
            </a:custGeom>
            <a:solidFill>
              <a:srgbClr val="D8D7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60986" name="Freeform 199">
              <a:extLst>
                <a:ext uri="{FF2B5EF4-FFF2-40B4-BE49-F238E27FC236}">
                  <a16:creationId xmlns:a16="http://schemas.microsoft.com/office/drawing/2014/main" id="{2808D6A4-5847-4F95-8509-721DBEFC0883}"/>
                </a:ext>
              </a:extLst>
            </p:cNvPr>
            <p:cNvSpPr>
              <a:spLocks/>
            </p:cNvSpPr>
            <p:nvPr/>
          </p:nvSpPr>
          <p:spPr bwMode="auto">
            <a:xfrm>
              <a:off x="627" y="2631"/>
              <a:ext cx="305" cy="103"/>
            </a:xfrm>
            <a:custGeom>
              <a:avLst/>
              <a:gdLst>
                <a:gd name="T0" fmla="*/ 22 w 207"/>
                <a:gd name="T1" fmla="*/ 38 h 70"/>
                <a:gd name="T2" fmla="*/ 662 w 207"/>
                <a:gd name="T3" fmla="*/ 129 h 70"/>
                <a:gd name="T4" fmla="*/ 637 w 207"/>
                <a:gd name="T5" fmla="*/ 224 h 70"/>
                <a:gd name="T6" fmla="*/ 0 w 207"/>
                <a:gd name="T7" fmla="*/ 190 h 70"/>
                <a:gd name="T8" fmla="*/ 22 w 207"/>
                <a:gd name="T9" fmla="*/ 38 h 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7" h="70">
                  <a:moveTo>
                    <a:pt x="7" y="12"/>
                  </a:moveTo>
                  <a:cubicBezTo>
                    <a:pt x="7" y="12"/>
                    <a:pt x="156" y="39"/>
                    <a:pt x="207" y="41"/>
                  </a:cubicBezTo>
                  <a:cubicBezTo>
                    <a:pt x="199" y="70"/>
                    <a:pt x="199" y="70"/>
                    <a:pt x="199" y="70"/>
                  </a:cubicBezTo>
                  <a:cubicBezTo>
                    <a:pt x="199" y="70"/>
                    <a:pt x="48" y="0"/>
                    <a:pt x="0" y="60"/>
                  </a:cubicBezTo>
                  <a:lnTo>
                    <a:pt x="7" y="12"/>
                  </a:lnTo>
                  <a:close/>
                </a:path>
              </a:pathLst>
            </a:custGeom>
            <a:solidFill>
              <a:srgbClr val="D8D7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60987" name="Freeform 200">
              <a:extLst>
                <a:ext uri="{FF2B5EF4-FFF2-40B4-BE49-F238E27FC236}">
                  <a16:creationId xmlns:a16="http://schemas.microsoft.com/office/drawing/2014/main" id="{D3889779-2629-4012-B392-F5CB419E0C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1" y="2635"/>
              <a:ext cx="303" cy="102"/>
            </a:xfrm>
            <a:custGeom>
              <a:avLst/>
              <a:gdLst>
                <a:gd name="T0" fmla="*/ 635 w 206"/>
                <a:gd name="T1" fmla="*/ 35 h 69"/>
                <a:gd name="T2" fmla="*/ 293 w 206"/>
                <a:gd name="T3" fmla="*/ 83 h 69"/>
                <a:gd name="T4" fmla="*/ 207 w 206"/>
                <a:gd name="T5" fmla="*/ 87 h 69"/>
                <a:gd name="T6" fmla="*/ 184 w 206"/>
                <a:gd name="T7" fmla="*/ 120 h 69"/>
                <a:gd name="T8" fmla="*/ 0 w 206"/>
                <a:gd name="T9" fmla="*/ 129 h 69"/>
                <a:gd name="T10" fmla="*/ 26 w 206"/>
                <a:gd name="T11" fmla="*/ 223 h 69"/>
                <a:gd name="T12" fmla="*/ 656 w 206"/>
                <a:gd name="T13" fmla="*/ 195 h 69"/>
                <a:gd name="T14" fmla="*/ 635 w 206"/>
                <a:gd name="T15" fmla="*/ 35 h 6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06" h="69">
                  <a:moveTo>
                    <a:pt x="200" y="11"/>
                  </a:moveTo>
                  <a:cubicBezTo>
                    <a:pt x="200" y="11"/>
                    <a:pt x="146" y="18"/>
                    <a:pt x="92" y="26"/>
                  </a:cubicBezTo>
                  <a:cubicBezTo>
                    <a:pt x="86" y="27"/>
                    <a:pt x="70" y="26"/>
                    <a:pt x="65" y="27"/>
                  </a:cubicBezTo>
                  <a:cubicBezTo>
                    <a:pt x="59" y="28"/>
                    <a:pt x="63" y="36"/>
                    <a:pt x="58" y="37"/>
                  </a:cubicBezTo>
                  <a:cubicBezTo>
                    <a:pt x="34" y="40"/>
                    <a:pt x="14" y="39"/>
                    <a:pt x="0" y="40"/>
                  </a:cubicBezTo>
                  <a:cubicBezTo>
                    <a:pt x="8" y="69"/>
                    <a:pt x="8" y="69"/>
                    <a:pt x="8" y="69"/>
                  </a:cubicBezTo>
                  <a:cubicBezTo>
                    <a:pt x="8" y="69"/>
                    <a:pt x="159" y="0"/>
                    <a:pt x="206" y="60"/>
                  </a:cubicBezTo>
                  <a:lnTo>
                    <a:pt x="200" y="11"/>
                  </a:lnTo>
                  <a:close/>
                </a:path>
              </a:pathLst>
            </a:custGeom>
            <a:solidFill>
              <a:srgbClr val="D8D7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</p:grpSp>
      <p:grpSp>
        <p:nvGrpSpPr>
          <p:cNvPr id="60420" name="Group 399">
            <a:extLst>
              <a:ext uri="{FF2B5EF4-FFF2-40B4-BE49-F238E27FC236}">
                <a16:creationId xmlns:a16="http://schemas.microsoft.com/office/drawing/2014/main" id="{58A66D42-8F94-4C51-8FF4-CB5ADDC1849D}"/>
              </a:ext>
            </a:extLst>
          </p:cNvPr>
          <p:cNvGrpSpPr>
            <a:grpSpLocks/>
          </p:cNvGrpSpPr>
          <p:nvPr/>
        </p:nvGrpSpPr>
        <p:grpSpPr bwMode="auto">
          <a:xfrm>
            <a:off x="11101759" y="162190"/>
            <a:ext cx="372665" cy="253619"/>
            <a:chOff x="2203" y="766"/>
            <a:chExt cx="718" cy="490"/>
          </a:xfrm>
        </p:grpSpPr>
        <p:sp>
          <p:nvSpPr>
            <p:cNvPr id="60585" name="Freeform 400">
              <a:extLst>
                <a:ext uri="{FF2B5EF4-FFF2-40B4-BE49-F238E27FC236}">
                  <a16:creationId xmlns:a16="http://schemas.microsoft.com/office/drawing/2014/main" id="{A632C2B6-15EB-435A-89E9-C67D4E2AC00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3" y="768"/>
              <a:ext cx="718" cy="486"/>
            </a:xfrm>
            <a:custGeom>
              <a:avLst/>
              <a:gdLst>
                <a:gd name="T0" fmla="*/ 1709 w 287"/>
                <a:gd name="T1" fmla="*/ 0 h 194"/>
                <a:gd name="T2" fmla="*/ 1551 w 287"/>
                <a:gd name="T3" fmla="*/ 20 h 194"/>
                <a:gd name="T4" fmla="*/ 1238 w 287"/>
                <a:gd name="T5" fmla="*/ 125 h 194"/>
                <a:gd name="T6" fmla="*/ 1176 w 287"/>
                <a:gd name="T7" fmla="*/ 313 h 194"/>
                <a:gd name="T8" fmla="*/ 833 w 287"/>
                <a:gd name="T9" fmla="*/ 426 h 194"/>
                <a:gd name="T10" fmla="*/ 333 w 287"/>
                <a:gd name="T11" fmla="*/ 772 h 194"/>
                <a:gd name="T12" fmla="*/ 125 w 287"/>
                <a:gd name="T13" fmla="*/ 1255 h 194"/>
                <a:gd name="T14" fmla="*/ 50 w 287"/>
                <a:gd name="T15" fmla="*/ 1618 h 194"/>
                <a:gd name="T16" fmla="*/ 95 w 287"/>
                <a:gd name="T17" fmla="*/ 1984 h 194"/>
                <a:gd name="T18" fmla="*/ 238 w 287"/>
                <a:gd name="T19" fmla="*/ 2215 h 194"/>
                <a:gd name="T20" fmla="*/ 220 w 287"/>
                <a:gd name="T21" fmla="*/ 2468 h 194"/>
                <a:gd name="T22" fmla="*/ 345 w 287"/>
                <a:gd name="T23" fmla="*/ 2718 h 194"/>
                <a:gd name="T24" fmla="*/ 550 w 287"/>
                <a:gd name="T25" fmla="*/ 2924 h 194"/>
                <a:gd name="T26" fmla="*/ 751 w 287"/>
                <a:gd name="T27" fmla="*/ 3051 h 194"/>
                <a:gd name="T28" fmla="*/ 771 w 287"/>
                <a:gd name="T29" fmla="*/ 3031 h 194"/>
                <a:gd name="T30" fmla="*/ 846 w 287"/>
                <a:gd name="T31" fmla="*/ 2781 h 194"/>
                <a:gd name="T32" fmla="*/ 876 w 287"/>
                <a:gd name="T33" fmla="*/ 2485 h 194"/>
                <a:gd name="T34" fmla="*/ 988 w 287"/>
                <a:gd name="T35" fmla="*/ 2059 h 194"/>
                <a:gd name="T36" fmla="*/ 1271 w 287"/>
                <a:gd name="T37" fmla="*/ 1701 h 194"/>
                <a:gd name="T38" fmla="*/ 1376 w 287"/>
                <a:gd name="T39" fmla="*/ 1731 h 194"/>
                <a:gd name="T40" fmla="*/ 1816 w 287"/>
                <a:gd name="T41" fmla="*/ 1606 h 194"/>
                <a:gd name="T42" fmla="*/ 2442 w 287"/>
                <a:gd name="T43" fmla="*/ 1576 h 194"/>
                <a:gd name="T44" fmla="*/ 2679 w 287"/>
                <a:gd name="T45" fmla="*/ 1556 h 194"/>
                <a:gd name="T46" fmla="*/ 2709 w 287"/>
                <a:gd name="T47" fmla="*/ 1556 h 194"/>
                <a:gd name="T48" fmla="*/ 2784 w 287"/>
                <a:gd name="T49" fmla="*/ 1576 h 194"/>
                <a:gd name="T50" fmla="*/ 3022 w 287"/>
                <a:gd name="T51" fmla="*/ 1588 h 194"/>
                <a:gd name="T52" fmla="*/ 3180 w 287"/>
                <a:gd name="T53" fmla="*/ 1651 h 194"/>
                <a:gd name="T54" fmla="*/ 3472 w 287"/>
                <a:gd name="T55" fmla="*/ 1776 h 194"/>
                <a:gd name="T56" fmla="*/ 3618 w 287"/>
                <a:gd name="T57" fmla="*/ 2109 h 194"/>
                <a:gd name="T58" fmla="*/ 3663 w 287"/>
                <a:gd name="T59" fmla="*/ 2518 h 194"/>
                <a:gd name="T60" fmla="*/ 3775 w 287"/>
                <a:gd name="T61" fmla="*/ 2831 h 194"/>
                <a:gd name="T62" fmla="*/ 3788 w 287"/>
                <a:gd name="T63" fmla="*/ 2861 h 194"/>
                <a:gd name="T64" fmla="*/ 3930 w 287"/>
                <a:gd name="T65" fmla="*/ 2706 h 194"/>
                <a:gd name="T66" fmla="*/ 4118 w 287"/>
                <a:gd name="T67" fmla="*/ 2580 h 194"/>
                <a:gd name="T68" fmla="*/ 4305 w 287"/>
                <a:gd name="T69" fmla="*/ 2109 h 194"/>
                <a:gd name="T70" fmla="*/ 4476 w 287"/>
                <a:gd name="T71" fmla="*/ 1731 h 194"/>
                <a:gd name="T72" fmla="*/ 4381 w 287"/>
                <a:gd name="T73" fmla="*/ 1493 h 194"/>
                <a:gd name="T74" fmla="*/ 4305 w 287"/>
                <a:gd name="T75" fmla="*/ 1005 h 194"/>
                <a:gd name="T76" fmla="*/ 3975 w 287"/>
                <a:gd name="T77" fmla="*/ 534 h 194"/>
                <a:gd name="T78" fmla="*/ 3535 w 287"/>
                <a:gd name="T79" fmla="*/ 145 h 194"/>
                <a:gd name="T80" fmla="*/ 3367 w 287"/>
                <a:gd name="T81" fmla="*/ 113 h 194"/>
                <a:gd name="T82" fmla="*/ 3067 w 287"/>
                <a:gd name="T83" fmla="*/ 158 h 194"/>
                <a:gd name="T84" fmla="*/ 3035 w 287"/>
                <a:gd name="T85" fmla="*/ 158 h 194"/>
                <a:gd name="T86" fmla="*/ 2647 w 287"/>
                <a:gd name="T87" fmla="*/ 50 h 194"/>
                <a:gd name="T88" fmla="*/ 2534 w 287"/>
                <a:gd name="T89" fmla="*/ 33 h 194"/>
                <a:gd name="T90" fmla="*/ 2116 w 287"/>
                <a:gd name="T91" fmla="*/ 145 h 194"/>
                <a:gd name="T92" fmla="*/ 2096 w 287"/>
                <a:gd name="T93" fmla="*/ 125 h 194"/>
                <a:gd name="T94" fmla="*/ 1709 w 287"/>
                <a:gd name="T95" fmla="*/ 0 h 194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0" t="0" r="r" b="b"/>
              <a:pathLst>
                <a:path w="287" h="194">
                  <a:moveTo>
                    <a:pt x="109" y="0"/>
                  </a:moveTo>
                  <a:cubicBezTo>
                    <a:pt x="106" y="0"/>
                    <a:pt x="102" y="0"/>
                    <a:pt x="99" y="1"/>
                  </a:cubicBezTo>
                  <a:cubicBezTo>
                    <a:pt x="93" y="1"/>
                    <a:pt x="84" y="3"/>
                    <a:pt x="79" y="8"/>
                  </a:cubicBezTo>
                  <a:cubicBezTo>
                    <a:pt x="76" y="12"/>
                    <a:pt x="78" y="17"/>
                    <a:pt x="75" y="20"/>
                  </a:cubicBezTo>
                  <a:cubicBezTo>
                    <a:pt x="70" y="25"/>
                    <a:pt x="58" y="25"/>
                    <a:pt x="53" y="27"/>
                  </a:cubicBezTo>
                  <a:cubicBezTo>
                    <a:pt x="41" y="32"/>
                    <a:pt x="29" y="39"/>
                    <a:pt x="21" y="49"/>
                  </a:cubicBezTo>
                  <a:cubicBezTo>
                    <a:pt x="13" y="58"/>
                    <a:pt x="8" y="69"/>
                    <a:pt x="8" y="80"/>
                  </a:cubicBezTo>
                  <a:cubicBezTo>
                    <a:pt x="7" y="89"/>
                    <a:pt x="6" y="95"/>
                    <a:pt x="3" y="103"/>
                  </a:cubicBezTo>
                  <a:cubicBezTo>
                    <a:pt x="1" y="111"/>
                    <a:pt x="0" y="119"/>
                    <a:pt x="6" y="126"/>
                  </a:cubicBezTo>
                  <a:cubicBezTo>
                    <a:pt x="10" y="131"/>
                    <a:pt x="14" y="134"/>
                    <a:pt x="15" y="141"/>
                  </a:cubicBezTo>
                  <a:cubicBezTo>
                    <a:pt x="16" y="146"/>
                    <a:pt x="13" y="151"/>
                    <a:pt x="14" y="157"/>
                  </a:cubicBezTo>
                  <a:cubicBezTo>
                    <a:pt x="15" y="163"/>
                    <a:pt x="19" y="168"/>
                    <a:pt x="22" y="173"/>
                  </a:cubicBezTo>
                  <a:cubicBezTo>
                    <a:pt x="25" y="178"/>
                    <a:pt x="30" y="183"/>
                    <a:pt x="35" y="186"/>
                  </a:cubicBezTo>
                  <a:cubicBezTo>
                    <a:pt x="39" y="189"/>
                    <a:pt x="44" y="194"/>
                    <a:pt x="48" y="194"/>
                  </a:cubicBezTo>
                  <a:cubicBezTo>
                    <a:pt x="49" y="194"/>
                    <a:pt x="49" y="193"/>
                    <a:pt x="49" y="193"/>
                  </a:cubicBezTo>
                  <a:cubicBezTo>
                    <a:pt x="58" y="192"/>
                    <a:pt x="56" y="183"/>
                    <a:pt x="54" y="177"/>
                  </a:cubicBezTo>
                  <a:cubicBezTo>
                    <a:pt x="52" y="169"/>
                    <a:pt x="54" y="165"/>
                    <a:pt x="56" y="158"/>
                  </a:cubicBezTo>
                  <a:cubicBezTo>
                    <a:pt x="59" y="149"/>
                    <a:pt x="58" y="138"/>
                    <a:pt x="63" y="131"/>
                  </a:cubicBezTo>
                  <a:cubicBezTo>
                    <a:pt x="68" y="122"/>
                    <a:pt x="77" y="119"/>
                    <a:pt x="81" y="108"/>
                  </a:cubicBezTo>
                  <a:cubicBezTo>
                    <a:pt x="84" y="109"/>
                    <a:pt x="86" y="110"/>
                    <a:pt x="88" y="110"/>
                  </a:cubicBezTo>
                  <a:cubicBezTo>
                    <a:pt x="98" y="110"/>
                    <a:pt x="106" y="103"/>
                    <a:pt x="116" y="102"/>
                  </a:cubicBezTo>
                  <a:cubicBezTo>
                    <a:pt x="129" y="101"/>
                    <a:pt x="143" y="101"/>
                    <a:pt x="156" y="100"/>
                  </a:cubicBezTo>
                  <a:cubicBezTo>
                    <a:pt x="161" y="100"/>
                    <a:pt x="166" y="99"/>
                    <a:pt x="171" y="99"/>
                  </a:cubicBezTo>
                  <a:cubicBezTo>
                    <a:pt x="172" y="99"/>
                    <a:pt x="173" y="99"/>
                    <a:pt x="173" y="99"/>
                  </a:cubicBezTo>
                  <a:cubicBezTo>
                    <a:pt x="175" y="99"/>
                    <a:pt x="175" y="99"/>
                    <a:pt x="178" y="100"/>
                  </a:cubicBezTo>
                  <a:cubicBezTo>
                    <a:pt x="183" y="101"/>
                    <a:pt x="188" y="100"/>
                    <a:pt x="193" y="101"/>
                  </a:cubicBezTo>
                  <a:cubicBezTo>
                    <a:pt x="196" y="102"/>
                    <a:pt x="199" y="104"/>
                    <a:pt x="203" y="105"/>
                  </a:cubicBezTo>
                  <a:cubicBezTo>
                    <a:pt x="210" y="107"/>
                    <a:pt x="215" y="109"/>
                    <a:pt x="222" y="113"/>
                  </a:cubicBezTo>
                  <a:cubicBezTo>
                    <a:pt x="229" y="118"/>
                    <a:pt x="229" y="126"/>
                    <a:pt x="231" y="134"/>
                  </a:cubicBezTo>
                  <a:cubicBezTo>
                    <a:pt x="232" y="143"/>
                    <a:pt x="232" y="152"/>
                    <a:pt x="234" y="160"/>
                  </a:cubicBezTo>
                  <a:cubicBezTo>
                    <a:pt x="234" y="164"/>
                    <a:pt x="238" y="178"/>
                    <a:pt x="241" y="180"/>
                  </a:cubicBezTo>
                  <a:cubicBezTo>
                    <a:pt x="242" y="180"/>
                    <a:pt x="242" y="181"/>
                    <a:pt x="242" y="182"/>
                  </a:cubicBezTo>
                  <a:cubicBezTo>
                    <a:pt x="245" y="179"/>
                    <a:pt x="247" y="175"/>
                    <a:pt x="251" y="172"/>
                  </a:cubicBezTo>
                  <a:cubicBezTo>
                    <a:pt x="256" y="169"/>
                    <a:pt x="259" y="169"/>
                    <a:pt x="263" y="164"/>
                  </a:cubicBezTo>
                  <a:cubicBezTo>
                    <a:pt x="270" y="155"/>
                    <a:pt x="272" y="145"/>
                    <a:pt x="275" y="134"/>
                  </a:cubicBezTo>
                  <a:cubicBezTo>
                    <a:pt x="278" y="126"/>
                    <a:pt x="287" y="119"/>
                    <a:pt x="286" y="110"/>
                  </a:cubicBezTo>
                  <a:cubicBezTo>
                    <a:pt x="286" y="106"/>
                    <a:pt x="282" y="100"/>
                    <a:pt x="280" y="95"/>
                  </a:cubicBezTo>
                  <a:cubicBezTo>
                    <a:pt x="278" y="85"/>
                    <a:pt x="277" y="74"/>
                    <a:pt x="275" y="64"/>
                  </a:cubicBezTo>
                  <a:cubicBezTo>
                    <a:pt x="272" y="48"/>
                    <a:pt x="265" y="44"/>
                    <a:pt x="254" y="34"/>
                  </a:cubicBezTo>
                  <a:cubicBezTo>
                    <a:pt x="245" y="27"/>
                    <a:pt x="236" y="14"/>
                    <a:pt x="226" y="9"/>
                  </a:cubicBezTo>
                  <a:cubicBezTo>
                    <a:pt x="222" y="8"/>
                    <a:pt x="219" y="7"/>
                    <a:pt x="215" y="7"/>
                  </a:cubicBezTo>
                  <a:cubicBezTo>
                    <a:pt x="209" y="7"/>
                    <a:pt x="203" y="9"/>
                    <a:pt x="196" y="10"/>
                  </a:cubicBezTo>
                  <a:cubicBezTo>
                    <a:pt x="195" y="10"/>
                    <a:pt x="195" y="10"/>
                    <a:pt x="194" y="10"/>
                  </a:cubicBezTo>
                  <a:cubicBezTo>
                    <a:pt x="185" y="10"/>
                    <a:pt x="177" y="5"/>
                    <a:pt x="169" y="3"/>
                  </a:cubicBezTo>
                  <a:cubicBezTo>
                    <a:pt x="167" y="2"/>
                    <a:pt x="165" y="2"/>
                    <a:pt x="162" y="2"/>
                  </a:cubicBezTo>
                  <a:cubicBezTo>
                    <a:pt x="152" y="2"/>
                    <a:pt x="138" y="4"/>
                    <a:pt x="135" y="9"/>
                  </a:cubicBezTo>
                  <a:cubicBezTo>
                    <a:pt x="134" y="8"/>
                    <a:pt x="134" y="8"/>
                    <a:pt x="134" y="8"/>
                  </a:cubicBezTo>
                  <a:cubicBezTo>
                    <a:pt x="128" y="2"/>
                    <a:pt x="119" y="0"/>
                    <a:pt x="10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60586" name="Freeform 401">
              <a:extLst>
                <a:ext uri="{FF2B5EF4-FFF2-40B4-BE49-F238E27FC236}">
                  <a16:creationId xmlns:a16="http://schemas.microsoft.com/office/drawing/2014/main" id="{80412B74-E068-4049-9537-7915004AF8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5" y="766"/>
              <a:ext cx="716" cy="490"/>
            </a:xfrm>
            <a:custGeom>
              <a:avLst/>
              <a:gdLst>
                <a:gd name="T0" fmla="*/ 1692 w 286"/>
                <a:gd name="T1" fmla="*/ 0 h 196"/>
                <a:gd name="T2" fmla="*/ 1179 w 286"/>
                <a:gd name="T3" fmla="*/ 250 h 196"/>
                <a:gd name="T4" fmla="*/ 801 w 286"/>
                <a:gd name="T5" fmla="*/ 425 h 196"/>
                <a:gd name="T6" fmla="*/ 20 w 286"/>
                <a:gd name="T7" fmla="*/ 1625 h 196"/>
                <a:gd name="T8" fmla="*/ 158 w 286"/>
                <a:gd name="T9" fmla="*/ 2095 h 196"/>
                <a:gd name="T10" fmla="*/ 188 w 286"/>
                <a:gd name="T11" fmla="*/ 2438 h 196"/>
                <a:gd name="T12" fmla="*/ 533 w 286"/>
                <a:gd name="T13" fmla="*/ 2938 h 196"/>
                <a:gd name="T14" fmla="*/ 771 w 286"/>
                <a:gd name="T15" fmla="*/ 3050 h 196"/>
                <a:gd name="T16" fmla="*/ 846 w 286"/>
                <a:gd name="T17" fmla="*/ 2783 h 196"/>
                <a:gd name="T18" fmla="*/ 991 w 286"/>
                <a:gd name="T19" fmla="*/ 2063 h 196"/>
                <a:gd name="T20" fmla="*/ 1254 w 286"/>
                <a:gd name="T21" fmla="*/ 1708 h 196"/>
                <a:gd name="T22" fmla="*/ 1585 w 286"/>
                <a:gd name="T23" fmla="*/ 1688 h 196"/>
                <a:gd name="T24" fmla="*/ 2669 w 286"/>
                <a:gd name="T25" fmla="*/ 1583 h 196"/>
                <a:gd name="T26" fmla="*/ 2776 w 286"/>
                <a:gd name="T27" fmla="*/ 1595 h 196"/>
                <a:gd name="T28" fmla="*/ 3452 w 286"/>
                <a:gd name="T29" fmla="*/ 1800 h 196"/>
                <a:gd name="T30" fmla="*/ 3643 w 286"/>
                <a:gd name="T31" fmla="*/ 2533 h 196"/>
                <a:gd name="T32" fmla="*/ 3768 w 286"/>
                <a:gd name="T33" fmla="*/ 2845 h 196"/>
                <a:gd name="T34" fmla="*/ 3768 w 286"/>
                <a:gd name="T35" fmla="*/ 2845 h 196"/>
                <a:gd name="T36" fmla="*/ 3768 w 286"/>
                <a:gd name="T37" fmla="*/ 2845 h 196"/>
                <a:gd name="T38" fmla="*/ 3798 w 286"/>
                <a:gd name="T39" fmla="*/ 2875 h 196"/>
                <a:gd name="T40" fmla="*/ 4111 w 286"/>
                <a:gd name="T41" fmla="*/ 2595 h 196"/>
                <a:gd name="T42" fmla="*/ 4489 w 286"/>
                <a:gd name="T43" fmla="*/ 1770 h 196"/>
                <a:gd name="T44" fmla="*/ 4394 w 286"/>
                <a:gd name="T45" fmla="*/ 1500 h 196"/>
                <a:gd name="T46" fmla="*/ 3986 w 286"/>
                <a:gd name="T47" fmla="*/ 550 h 196"/>
                <a:gd name="T48" fmla="*/ 3059 w 286"/>
                <a:gd name="T49" fmla="*/ 158 h 196"/>
                <a:gd name="T50" fmla="*/ 2526 w 286"/>
                <a:gd name="T51" fmla="*/ 33 h 196"/>
                <a:gd name="T52" fmla="*/ 2100 w 286"/>
                <a:gd name="T53" fmla="*/ 158 h 196"/>
                <a:gd name="T54" fmla="*/ 2088 w 286"/>
                <a:gd name="T55" fmla="*/ 145 h 196"/>
                <a:gd name="T56" fmla="*/ 2068 w 286"/>
                <a:gd name="T57" fmla="*/ 158 h 196"/>
                <a:gd name="T58" fmla="*/ 2100 w 286"/>
                <a:gd name="T59" fmla="*/ 158 h 196"/>
                <a:gd name="T60" fmla="*/ 2639 w 286"/>
                <a:gd name="T61" fmla="*/ 83 h 196"/>
                <a:gd name="T62" fmla="*/ 3360 w 286"/>
                <a:gd name="T63" fmla="*/ 145 h 196"/>
                <a:gd name="T64" fmla="*/ 4173 w 286"/>
                <a:gd name="T65" fmla="*/ 750 h 196"/>
                <a:gd name="T66" fmla="*/ 4424 w 286"/>
                <a:gd name="T67" fmla="*/ 1625 h 196"/>
                <a:gd name="T68" fmla="*/ 4394 w 286"/>
                <a:gd name="T69" fmla="*/ 1925 h 196"/>
                <a:gd name="T70" fmla="*/ 4018 w 286"/>
                <a:gd name="T71" fmla="*/ 2645 h 196"/>
                <a:gd name="T72" fmla="*/ 3780 w 286"/>
                <a:gd name="T73" fmla="*/ 2863 h 196"/>
                <a:gd name="T74" fmla="*/ 3780 w 286"/>
                <a:gd name="T75" fmla="*/ 2813 h 196"/>
                <a:gd name="T76" fmla="*/ 3623 w 286"/>
                <a:gd name="T77" fmla="*/ 2113 h 196"/>
                <a:gd name="T78" fmla="*/ 3172 w 286"/>
                <a:gd name="T79" fmla="*/ 1645 h 196"/>
                <a:gd name="T80" fmla="*/ 2734 w 286"/>
                <a:gd name="T81" fmla="*/ 1550 h 196"/>
                <a:gd name="T82" fmla="*/ 2431 w 286"/>
                <a:gd name="T83" fmla="*/ 1563 h 196"/>
                <a:gd name="T84" fmla="*/ 1367 w 286"/>
                <a:gd name="T85" fmla="*/ 1720 h 196"/>
                <a:gd name="T86" fmla="*/ 1242 w 286"/>
                <a:gd name="T87" fmla="*/ 1708 h 196"/>
                <a:gd name="T88" fmla="*/ 846 w 286"/>
                <a:gd name="T89" fmla="*/ 2488 h 196"/>
                <a:gd name="T90" fmla="*/ 846 w 286"/>
                <a:gd name="T91" fmla="*/ 2925 h 196"/>
                <a:gd name="T92" fmla="*/ 739 w 286"/>
                <a:gd name="T93" fmla="*/ 3033 h 196"/>
                <a:gd name="T94" fmla="*/ 345 w 286"/>
                <a:gd name="T95" fmla="*/ 2720 h 196"/>
                <a:gd name="T96" fmla="*/ 238 w 286"/>
                <a:gd name="T97" fmla="*/ 2250 h 196"/>
                <a:gd name="T98" fmla="*/ 95 w 286"/>
                <a:gd name="T99" fmla="*/ 1970 h 196"/>
                <a:gd name="T100" fmla="*/ 125 w 286"/>
                <a:gd name="T101" fmla="*/ 1283 h 196"/>
                <a:gd name="T102" fmla="*/ 991 w 286"/>
                <a:gd name="T103" fmla="*/ 408 h 196"/>
                <a:gd name="T104" fmla="*/ 1242 w 286"/>
                <a:gd name="T105" fmla="*/ 158 h 196"/>
                <a:gd name="T106" fmla="*/ 2068 w 286"/>
                <a:gd name="T107" fmla="*/ 158 h 196"/>
                <a:gd name="T108" fmla="*/ 2088 w 286"/>
                <a:gd name="T109" fmla="*/ 145 h 19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286" h="196">
                  <a:moveTo>
                    <a:pt x="133" y="9"/>
                  </a:moveTo>
                  <a:cubicBezTo>
                    <a:pt x="134" y="8"/>
                    <a:pt x="134" y="8"/>
                    <a:pt x="134" y="8"/>
                  </a:cubicBezTo>
                  <a:cubicBezTo>
                    <a:pt x="127" y="2"/>
                    <a:pt x="118" y="0"/>
                    <a:pt x="108" y="0"/>
                  </a:cubicBezTo>
                  <a:cubicBezTo>
                    <a:pt x="105" y="0"/>
                    <a:pt x="101" y="0"/>
                    <a:pt x="98" y="1"/>
                  </a:cubicBezTo>
                  <a:cubicBezTo>
                    <a:pt x="91" y="2"/>
                    <a:pt x="82" y="3"/>
                    <a:pt x="77" y="9"/>
                  </a:cubicBezTo>
                  <a:cubicBezTo>
                    <a:pt x="76" y="11"/>
                    <a:pt x="75" y="13"/>
                    <a:pt x="75" y="16"/>
                  </a:cubicBezTo>
                  <a:cubicBezTo>
                    <a:pt x="75" y="18"/>
                    <a:pt x="74" y="19"/>
                    <a:pt x="73" y="21"/>
                  </a:cubicBezTo>
                  <a:cubicBezTo>
                    <a:pt x="71" y="22"/>
                    <a:pt x="67" y="24"/>
                    <a:pt x="63" y="24"/>
                  </a:cubicBezTo>
                  <a:cubicBezTo>
                    <a:pt x="59" y="25"/>
                    <a:pt x="54" y="26"/>
                    <a:pt x="51" y="27"/>
                  </a:cubicBezTo>
                  <a:cubicBezTo>
                    <a:pt x="40" y="32"/>
                    <a:pt x="28" y="39"/>
                    <a:pt x="19" y="49"/>
                  </a:cubicBezTo>
                  <a:cubicBezTo>
                    <a:pt x="11" y="58"/>
                    <a:pt x="6" y="69"/>
                    <a:pt x="6" y="81"/>
                  </a:cubicBezTo>
                  <a:cubicBezTo>
                    <a:pt x="5" y="90"/>
                    <a:pt x="4" y="96"/>
                    <a:pt x="1" y="104"/>
                  </a:cubicBezTo>
                  <a:cubicBezTo>
                    <a:pt x="0" y="107"/>
                    <a:pt x="0" y="111"/>
                    <a:pt x="0" y="115"/>
                  </a:cubicBezTo>
                  <a:cubicBezTo>
                    <a:pt x="0" y="119"/>
                    <a:pt x="1" y="124"/>
                    <a:pt x="4" y="128"/>
                  </a:cubicBezTo>
                  <a:cubicBezTo>
                    <a:pt x="6" y="130"/>
                    <a:pt x="8" y="132"/>
                    <a:pt x="10" y="134"/>
                  </a:cubicBezTo>
                  <a:cubicBezTo>
                    <a:pt x="11" y="136"/>
                    <a:pt x="13" y="139"/>
                    <a:pt x="13" y="142"/>
                  </a:cubicBezTo>
                  <a:cubicBezTo>
                    <a:pt x="13" y="142"/>
                    <a:pt x="13" y="143"/>
                    <a:pt x="13" y="144"/>
                  </a:cubicBezTo>
                  <a:cubicBezTo>
                    <a:pt x="13" y="147"/>
                    <a:pt x="12" y="151"/>
                    <a:pt x="12" y="156"/>
                  </a:cubicBezTo>
                  <a:cubicBezTo>
                    <a:pt x="12" y="157"/>
                    <a:pt x="12" y="157"/>
                    <a:pt x="12" y="158"/>
                  </a:cubicBezTo>
                  <a:cubicBezTo>
                    <a:pt x="13" y="165"/>
                    <a:pt x="17" y="169"/>
                    <a:pt x="20" y="175"/>
                  </a:cubicBezTo>
                  <a:cubicBezTo>
                    <a:pt x="23" y="180"/>
                    <a:pt x="29" y="185"/>
                    <a:pt x="34" y="188"/>
                  </a:cubicBezTo>
                  <a:cubicBezTo>
                    <a:pt x="36" y="189"/>
                    <a:pt x="38" y="191"/>
                    <a:pt x="40" y="193"/>
                  </a:cubicBezTo>
                  <a:cubicBezTo>
                    <a:pt x="42" y="194"/>
                    <a:pt x="45" y="195"/>
                    <a:pt x="47" y="196"/>
                  </a:cubicBezTo>
                  <a:cubicBezTo>
                    <a:pt x="48" y="196"/>
                    <a:pt x="48" y="195"/>
                    <a:pt x="49" y="195"/>
                  </a:cubicBezTo>
                  <a:cubicBezTo>
                    <a:pt x="51" y="195"/>
                    <a:pt x="53" y="194"/>
                    <a:pt x="54" y="192"/>
                  </a:cubicBezTo>
                  <a:cubicBezTo>
                    <a:pt x="55" y="191"/>
                    <a:pt x="56" y="189"/>
                    <a:pt x="56" y="187"/>
                  </a:cubicBezTo>
                  <a:cubicBezTo>
                    <a:pt x="56" y="184"/>
                    <a:pt x="55" y="180"/>
                    <a:pt x="54" y="178"/>
                  </a:cubicBezTo>
                  <a:cubicBezTo>
                    <a:pt x="53" y="175"/>
                    <a:pt x="53" y="173"/>
                    <a:pt x="53" y="172"/>
                  </a:cubicBezTo>
                  <a:cubicBezTo>
                    <a:pt x="53" y="168"/>
                    <a:pt x="54" y="164"/>
                    <a:pt x="56" y="159"/>
                  </a:cubicBezTo>
                  <a:cubicBezTo>
                    <a:pt x="59" y="150"/>
                    <a:pt x="58" y="140"/>
                    <a:pt x="63" y="132"/>
                  </a:cubicBezTo>
                  <a:cubicBezTo>
                    <a:pt x="65" y="128"/>
                    <a:pt x="69" y="125"/>
                    <a:pt x="72" y="122"/>
                  </a:cubicBezTo>
                  <a:cubicBezTo>
                    <a:pt x="76" y="119"/>
                    <a:pt x="79" y="115"/>
                    <a:pt x="81" y="110"/>
                  </a:cubicBezTo>
                  <a:cubicBezTo>
                    <a:pt x="80" y="109"/>
                    <a:pt x="80" y="109"/>
                    <a:pt x="80" y="109"/>
                  </a:cubicBezTo>
                  <a:cubicBezTo>
                    <a:pt x="80" y="110"/>
                    <a:pt x="80" y="110"/>
                    <a:pt x="80" y="110"/>
                  </a:cubicBezTo>
                  <a:cubicBezTo>
                    <a:pt x="82" y="111"/>
                    <a:pt x="85" y="112"/>
                    <a:pt x="87" y="112"/>
                  </a:cubicBezTo>
                  <a:cubicBezTo>
                    <a:pt x="92" y="112"/>
                    <a:pt x="97" y="110"/>
                    <a:pt x="101" y="108"/>
                  </a:cubicBezTo>
                  <a:cubicBezTo>
                    <a:pt x="106" y="107"/>
                    <a:pt x="110" y="105"/>
                    <a:pt x="115" y="104"/>
                  </a:cubicBezTo>
                  <a:cubicBezTo>
                    <a:pt x="128" y="103"/>
                    <a:pt x="142" y="103"/>
                    <a:pt x="155" y="102"/>
                  </a:cubicBezTo>
                  <a:cubicBezTo>
                    <a:pt x="161" y="102"/>
                    <a:pt x="166" y="101"/>
                    <a:pt x="170" y="101"/>
                  </a:cubicBezTo>
                  <a:cubicBezTo>
                    <a:pt x="171" y="101"/>
                    <a:pt x="172" y="101"/>
                    <a:pt x="172" y="101"/>
                  </a:cubicBezTo>
                  <a:cubicBezTo>
                    <a:pt x="173" y="101"/>
                    <a:pt x="173" y="101"/>
                    <a:pt x="174" y="101"/>
                  </a:cubicBezTo>
                  <a:cubicBezTo>
                    <a:pt x="175" y="101"/>
                    <a:pt x="175" y="102"/>
                    <a:pt x="177" y="102"/>
                  </a:cubicBezTo>
                  <a:cubicBezTo>
                    <a:pt x="182" y="103"/>
                    <a:pt x="187" y="102"/>
                    <a:pt x="192" y="103"/>
                  </a:cubicBezTo>
                  <a:cubicBezTo>
                    <a:pt x="195" y="103"/>
                    <a:pt x="198" y="106"/>
                    <a:pt x="201" y="107"/>
                  </a:cubicBezTo>
                  <a:cubicBezTo>
                    <a:pt x="209" y="109"/>
                    <a:pt x="213" y="111"/>
                    <a:pt x="220" y="115"/>
                  </a:cubicBezTo>
                  <a:cubicBezTo>
                    <a:pt x="224" y="118"/>
                    <a:pt x="226" y="120"/>
                    <a:pt x="227" y="124"/>
                  </a:cubicBezTo>
                  <a:cubicBezTo>
                    <a:pt x="228" y="127"/>
                    <a:pt x="228" y="131"/>
                    <a:pt x="229" y="136"/>
                  </a:cubicBezTo>
                  <a:cubicBezTo>
                    <a:pt x="230" y="144"/>
                    <a:pt x="230" y="153"/>
                    <a:pt x="232" y="162"/>
                  </a:cubicBezTo>
                  <a:cubicBezTo>
                    <a:pt x="232" y="164"/>
                    <a:pt x="233" y="168"/>
                    <a:pt x="234" y="172"/>
                  </a:cubicBezTo>
                  <a:cubicBezTo>
                    <a:pt x="235" y="174"/>
                    <a:pt x="236" y="176"/>
                    <a:pt x="237" y="178"/>
                  </a:cubicBezTo>
                  <a:cubicBezTo>
                    <a:pt x="238" y="180"/>
                    <a:pt x="238" y="181"/>
                    <a:pt x="240" y="182"/>
                  </a:cubicBezTo>
                  <a:cubicBezTo>
                    <a:pt x="240" y="182"/>
                    <a:pt x="240" y="182"/>
                    <a:pt x="240" y="182"/>
                  </a:cubicBezTo>
                  <a:cubicBezTo>
                    <a:pt x="240" y="182"/>
                    <a:pt x="240" y="182"/>
                    <a:pt x="240" y="182"/>
                  </a:cubicBezTo>
                  <a:cubicBezTo>
                    <a:pt x="240" y="182"/>
                    <a:pt x="240" y="182"/>
                    <a:pt x="240" y="182"/>
                  </a:cubicBezTo>
                  <a:cubicBezTo>
                    <a:pt x="240" y="182"/>
                    <a:pt x="240" y="182"/>
                    <a:pt x="240" y="182"/>
                  </a:cubicBezTo>
                  <a:cubicBezTo>
                    <a:pt x="240" y="182"/>
                    <a:pt x="240" y="182"/>
                    <a:pt x="240" y="182"/>
                  </a:cubicBezTo>
                  <a:cubicBezTo>
                    <a:pt x="240" y="182"/>
                    <a:pt x="240" y="182"/>
                    <a:pt x="240" y="182"/>
                  </a:cubicBezTo>
                  <a:cubicBezTo>
                    <a:pt x="240" y="182"/>
                    <a:pt x="240" y="183"/>
                    <a:pt x="240" y="183"/>
                  </a:cubicBezTo>
                  <a:cubicBezTo>
                    <a:pt x="241" y="185"/>
                    <a:pt x="241" y="185"/>
                    <a:pt x="241" y="185"/>
                  </a:cubicBezTo>
                  <a:cubicBezTo>
                    <a:pt x="242" y="184"/>
                    <a:pt x="242" y="184"/>
                    <a:pt x="242" y="184"/>
                  </a:cubicBezTo>
                  <a:cubicBezTo>
                    <a:pt x="245" y="180"/>
                    <a:pt x="247" y="176"/>
                    <a:pt x="251" y="174"/>
                  </a:cubicBezTo>
                  <a:cubicBezTo>
                    <a:pt x="253" y="173"/>
                    <a:pt x="255" y="172"/>
                    <a:pt x="257" y="171"/>
                  </a:cubicBezTo>
                  <a:cubicBezTo>
                    <a:pt x="259" y="170"/>
                    <a:pt x="261" y="168"/>
                    <a:pt x="262" y="166"/>
                  </a:cubicBezTo>
                  <a:cubicBezTo>
                    <a:pt x="270" y="156"/>
                    <a:pt x="272" y="146"/>
                    <a:pt x="275" y="135"/>
                  </a:cubicBezTo>
                  <a:cubicBezTo>
                    <a:pt x="276" y="132"/>
                    <a:pt x="279" y="128"/>
                    <a:pt x="281" y="125"/>
                  </a:cubicBezTo>
                  <a:cubicBezTo>
                    <a:pt x="284" y="121"/>
                    <a:pt x="286" y="117"/>
                    <a:pt x="286" y="113"/>
                  </a:cubicBezTo>
                  <a:cubicBezTo>
                    <a:pt x="286" y="112"/>
                    <a:pt x="286" y="112"/>
                    <a:pt x="286" y="111"/>
                  </a:cubicBezTo>
                  <a:cubicBezTo>
                    <a:pt x="286" y="109"/>
                    <a:pt x="285" y="106"/>
                    <a:pt x="284" y="103"/>
                  </a:cubicBezTo>
                  <a:cubicBezTo>
                    <a:pt x="282" y="101"/>
                    <a:pt x="281" y="98"/>
                    <a:pt x="280" y="96"/>
                  </a:cubicBezTo>
                  <a:cubicBezTo>
                    <a:pt x="278" y="85"/>
                    <a:pt x="277" y="75"/>
                    <a:pt x="275" y="64"/>
                  </a:cubicBezTo>
                  <a:cubicBezTo>
                    <a:pt x="273" y="57"/>
                    <a:pt x="271" y="52"/>
                    <a:pt x="267" y="47"/>
                  </a:cubicBezTo>
                  <a:cubicBezTo>
                    <a:pt x="264" y="43"/>
                    <a:pt x="259" y="39"/>
                    <a:pt x="254" y="35"/>
                  </a:cubicBezTo>
                  <a:cubicBezTo>
                    <a:pt x="245" y="27"/>
                    <a:pt x="236" y="14"/>
                    <a:pt x="225" y="9"/>
                  </a:cubicBezTo>
                  <a:cubicBezTo>
                    <a:pt x="221" y="8"/>
                    <a:pt x="218" y="7"/>
                    <a:pt x="214" y="7"/>
                  </a:cubicBezTo>
                  <a:cubicBezTo>
                    <a:pt x="208" y="7"/>
                    <a:pt x="202" y="9"/>
                    <a:pt x="195" y="10"/>
                  </a:cubicBezTo>
                  <a:cubicBezTo>
                    <a:pt x="194" y="10"/>
                    <a:pt x="194" y="10"/>
                    <a:pt x="193" y="10"/>
                  </a:cubicBezTo>
                  <a:cubicBezTo>
                    <a:pt x="185" y="10"/>
                    <a:pt x="177" y="5"/>
                    <a:pt x="168" y="3"/>
                  </a:cubicBezTo>
                  <a:cubicBezTo>
                    <a:pt x="166" y="2"/>
                    <a:pt x="164" y="2"/>
                    <a:pt x="161" y="2"/>
                  </a:cubicBezTo>
                  <a:cubicBezTo>
                    <a:pt x="156" y="2"/>
                    <a:pt x="150" y="3"/>
                    <a:pt x="145" y="4"/>
                  </a:cubicBezTo>
                  <a:cubicBezTo>
                    <a:pt x="140" y="5"/>
                    <a:pt x="135" y="6"/>
                    <a:pt x="133" y="9"/>
                  </a:cubicBezTo>
                  <a:cubicBezTo>
                    <a:pt x="134" y="10"/>
                    <a:pt x="134" y="10"/>
                    <a:pt x="134" y="10"/>
                  </a:cubicBezTo>
                  <a:cubicBezTo>
                    <a:pt x="134" y="9"/>
                    <a:pt x="134" y="9"/>
                    <a:pt x="134" y="9"/>
                  </a:cubicBezTo>
                  <a:cubicBezTo>
                    <a:pt x="134" y="8"/>
                    <a:pt x="134" y="8"/>
                    <a:pt x="134" y="8"/>
                  </a:cubicBezTo>
                  <a:cubicBezTo>
                    <a:pt x="133" y="9"/>
                    <a:pt x="133" y="9"/>
                    <a:pt x="133" y="9"/>
                  </a:cubicBezTo>
                  <a:cubicBezTo>
                    <a:pt x="134" y="8"/>
                    <a:pt x="134" y="8"/>
                    <a:pt x="134" y="8"/>
                  </a:cubicBezTo>
                  <a:cubicBezTo>
                    <a:pt x="133" y="9"/>
                    <a:pt x="133" y="9"/>
                    <a:pt x="133" y="9"/>
                  </a:cubicBezTo>
                  <a:cubicBezTo>
                    <a:pt x="132" y="10"/>
                    <a:pt x="132" y="10"/>
                    <a:pt x="132" y="10"/>
                  </a:cubicBezTo>
                  <a:cubicBezTo>
                    <a:pt x="133" y="10"/>
                    <a:pt x="133" y="10"/>
                    <a:pt x="133" y="10"/>
                  </a:cubicBezTo>
                  <a:cubicBezTo>
                    <a:pt x="134" y="11"/>
                    <a:pt x="134" y="11"/>
                    <a:pt x="134" y="11"/>
                  </a:cubicBezTo>
                  <a:cubicBezTo>
                    <a:pt x="134" y="10"/>
                    <a:pt x="134" y="10"/>
                    <a:pt x="134" y="10"/>
                  </a:cubicBezTo>
                  <a:cubicBezTo>
                    <a:pt x="136" y="8"/>
                    <a:pt x="140" y="7"/>
                    <a:pt x="145" y="6"/>
                  </a:cubicBezTo>
                  <a:cubicBezTo>
                    <a:pt x="150" y="5"/>
                    <a:pt x="156" y="4"/>
                    <a:pt x="161" y="4"/>
                  </a:cubicBezTo>
                  <a:cubicBezTo>
                    <a:pt x="164" y="4"/>
                    <a:pt x="166" y="4"/>
                    <a:pt x="168" y="5"/>
                  </a:cubicBezTo>
                  <a:cubicBezTo>
                    <a:pt x="176" y="7"/>
                    <a:pt x="184" y="12"/>
                    <a:pt x="193" y="12"/>
                  </a:cubicBezTo>
                  <a:cubicBezTo>
                    <a:pt x="194" y="12"/>
                    <a:pt x="194" y="12"/>
                    <a:pt x="195" y="12"/>
                  </a:cubicBezTo>
                  <a:cubicBezTo>
                    <a:pt x="202" y="11"/>
                    <a:pt x="208" y="9"/>
                    <a:pt x="214" y="9"/>
                  </a:cubicBezTo>
                  <a:cubicBezTo>
                    <a:pt x="217" y="9"/>
                    <a:pt x="221" y="10"/>
                    <a:pt x="224" y="11"/>
                  </a:cubicBezTo>
                  <a:cubicBezTo>
                    <a:pt x="234" y="16"/>
                    <a:pt x="243" y="28"/>
                    <a:pt x="252" y="36"/>
                  </a:cubicBezTo>
                  <a:cubicBezTo>
                    <a:pt x="258" y="41"/>
                    <a:pt x="262" y="44"/>
                    <a:pt x="266" y="48"/>
                  </a:cubicBezTo>
                  <a:cubicBezTo>
                    <a:pt x="269" y="53"/>
                    <a:pt x="271" y="57"/>
                    <a:pt x="273" y="65"/>
                  </a:cubicBezTo>
                  <a:cubicBezTo>
                    <a:pt x="275" y="76"/>
                    <a:pt x="276" y="86"/>
                    <a:pt x="278" y="96"/>
                  </a:cubicBezTo>
                  <a:cubicBezTo>
                    <a:pt x="279" y="99"/>
                    <a:pt x="280" y="102"/>
                    <a:pt x="282" y="104"/>
                  </a:cubicBezTo>
                  <a:cubicBezTo>
                    <a:pt x="283" y="107"/>
                    <a:pt x="284" y="109"/>
                    <a:pt x="284" y="111"/>
                  </a:cubicBezTo>
                  <a:cubicBezTo>
                    <a:pt x="284" y="112"/>
                    <a:pt x="284" y="112"/>
                    <a:pt x="284" y="113"/>
                  </a:cubicBezTo>
                  <a:cubicBezTo>
                    <a:pt x="284" y="116"/>
                    <a:pt x="282" y="120"/>
                    <a:pt x="280" y="123"/>
                  </a:cubicBezTo>
                  <a:cubicBezTo>
                    <a:pt x="277" y="127"/>
                    <a:pt x="274" y="131"/>
                    <a:pt x="273" y="135"/>
                  </a:cubicBezTo>
                  <a:cubicBezTo>
                    <a:pt x="270" y="146"/>
                    <a:pt x="268" y="155"/>
                    <a:pt x="261" y="165"/>
                  </a:cubicBezTo>
                  <a:cubicBezTo>
                    <a:pt x="259" y="167"/>
                    <a:pt x="258" y="168"/>
                    <a:pt x="256" y="169"/>
                  </a:cubicBezTo>
                  <a:cubicBezTo>
                    <a:pt x="254" y="170"/>
                    <a:pt x="252" y="171"/>
                    <a:pt x="250" y="172"/>
                  </a:cubicBezTo>
                  <a:cubicBezTo>
                    <a:pt x="246" y="175"/>
                    <a:pt x="244" y="179"/>
                    <a:pt x="241" y="182"/>
                  </a:cubicBezTo>
                  <a:cubicBezTo>
                    <a:pt x="241" y="183"/>
                    <a:pt x="241" y="183"/>
                    <a:pt x="241" y="183"/>
                  </a:cubicBezTo>
                  <a:cubicBezTo>
                    <a:pt x="242" y="182"/>
                    <a:pt x="242" y="182"/>
                    <a:pt x="242" y="182"/>
                  </a:cubicBezTo>
                  <a:cubicBezTo>
                    <a:pt x="242" y="182"/>
                    <a:pt x="242" y="182"/>
                    <a:pt x="242" y="181"/>
                  </a:cubicBezTo>
                  <a:cubicBezTo>
                    <a:pt x="241" y="181"/>
                    <a:pt x="241" y="181"/>
                    <a:pt x="241" y="180"/>
                  </a:cubicBezTo>
                  <a:cubicBezTo>
                    <a:pt x="240" y="180"/>
                    <a:pt x="239" y="179"/>
                    <a:pt x="239" y="177"/>
                  </a:cubicBezTo>
                  <a:cubicBezTo>
                    <a:pt x="236" y="172"/>
                    <a:pt x="234" y="164"/>
                    <a:pt x="233" y="161"/>
                  </a:cubicBezTo>
                  <a:cubicBezTo>
                    <a:pt x="232" y="153"/>
                    <a:pt x="232" y="144"/>
                    <a:pt x="231" y="135"/>
                  </a:cubicBezTo>
                  <a:cubicBezTo>
                    <a:pt x="230" y="131"/>
                    <a:pt x="230" y="127"/>
                    <a:pt x="229" y="123"/>
                  </a:cubicBezTo>
                  <a:cubicBezTo>
                    <a:pt x="227" y="120"/>
                    <a:pt x="225" y="116"/>
                    <a:pt x="221" y="114"/>
                  </a:cubicBezTo>
                  <a:cubicBezTo>
                    <a:pt x="214" y="109"/>
                    <a:pt x="210" y="107"/>
                    <a:pt x="202" y="105"/>
                  </a:cubicBezTo>
                  <a:cubicBezTo>
                    <a:pt x="199" y="104"/>
                    <a:pt x="196" y="102"/>
                    <a:pt x="192" y="101"/>
                  </a:cubicBezTo>
                  <a:cubicBezTo>
                    <a:pt x="187" y="100"/>
                    <a:pt x="182" y="101"/>
                    <a:pt x="177" y="100"/>
                  </a:cubicBezTo>
                  <a:cubicBezTo>
                    <a:pt x="176" y="100"/>
                    <a:pt x="175" y="99"/>
                    <a:pt x="174" y="99"/>
                  </a:cubicBezTo>
                  <a:cubicBezTo>
                    <a:pt x="174" y="99"/>
                    <a:pt x="173" y="99"/>
                    <a:pt x="172" y="99"/>
                  </a:cubicBezTo>
                  <a:cubicBezTo>
                    <a:pt x="172" y="99"/>
                    <a:pt x="171" y="99"/>
                    <a:pt x="170" y="99"/>
                  </a:cubicBezTo>
                  <a:cubicBezTo>
                    <a:pt x="165" y="99"/>
                    <a:pt x="160" y="100"/>
                    <a:pt x="155" y="100"/>
                  </a:cubicBezTo>
                  <a:cubicBezTo>
                    <a:pt x="142" y="101"/>
                    <a:pt x="128" y="101"/>
                    <a:pt x="114" y="102"/>
                  </a:cubicBezTo>
                  <a:cubicBezTo>
                    <a:pt x="110" y="103"/>
                    <a:pt x="105" y="105"/>
                    <a:pt x="101" y="106"/>
                  </a:cubicBezTo>
                  <a:cubicBezTo>
                    <a:pt x="96" y="108"/>
                    <a:pt x="92" y="110"/>
                    <a:pt x="87" y="110"/>
                  </a:cubicBezTo>
                  <a:cubicBezTo>
                    <a:pt x="85" y="110"/>
                    <a:pt x="83" y="109"/>
                    <a:pt x="81" y="108"/>
                  </a:cubicBezTo>
                  <a:cubicBezTo>
                    <a:pt x="80" y="108"/>
                    <a:pt x="80" y="108"/>
                    <a:pt x="80" y="108"/>
                  </a:cubicBezTo>
                  <a:cubicBezTo>
                    <a:pt x="79" y="109"/>
                    <a:pt x="79" y="109"/>
                    <a:pt x="79" y="109"/>
                  </a:cubicBezTo>
                  <a:cubicBezTo>
                    <a:pt x="77" y="114"/>
                    <a:pt x="74" y="117"/>
                    <a:pt x="71" y="120"/>
                  </a:cubicBezTo>
                  <a:cubicBezTo>
                    <a:pt x="68" y="123"/>
                    <a:pt x="64" y="126"/>
                    <a:pt x="61" y="131"/>
                  </a:cubicBezTo>
                  <a:cubicBezTo>
                    <a:pt x="56" y="139"/>
                    <a:pt x="57" y="150"/>
                    <a:pt x="54" y="159"/>
                  </a:cubicBezTo>
                  <a:cubicBezTo>
                    <a:pt x="52" y="164"/>
                    <a:pt x="51" y="167"/>
                    <a:pt x="51" y="172"/>
                  </a:cubicBezTo>
                  <a:cubicBezTo>
                    <a:pt x="51" y="174"/>
                    <a:pt x="51" y="176"/>
                    <a:pt x="52" y="178"/>
                  </a:cubicBezTo>
                  <a:cubicBezTo>
                    <a:pt x="53" y="181"/>
                    <a:pt x="54" y="184"/>
                    <a:pt x="54" y="187"/>
                  </a:cubicBezTo>
                  <a:cubicBezTo>
                    <a:pt x="54" y="189"/>
                    <a:pt x="53" y="190"/>
                    <a:pt x="52" y="191"/>
                  </a:cubicBezTo>
                  <a:cubicBezTo>
                    <a:pt x="52" y="192"/>
                    <a:pt x="50" y="193"/>
                    <a:pt x="48" y="193"/>
                  </a:cubicBezTo>
                  <a:cubicBezTo>
                    <a:pt x="47" y="194"/>
                    <a:pt x="47" y="194"/>
                    <a:pt x="47" y="194"/>
                  </a:cubicBezTo>
                  <a:cubicBezTo>
                    <a:pt x="46" y="194"/>
                    <a:pt x="43" y="192"/>
                    <a:pt x="41" y="191"/>
                  </a:cubicBezTo>
                  <a:cubicBezTo>
                    <a:pt x="39" y="190"/>
                    <a:pt x="37" y="188"/>
                    <a:pt x="35" y="187"/>
                  </a:cubicBezTo>
                  <a:cubicBezTo>
                    <a:pt x="30" y="183"/>
                    <a:pt x="25" y="179"/>
                    <a:pt x="22" y="174"/>
                  </a:cubicBezTo>
                  <a:cubicBezTo>
                    <a:pt x="19" y="168"/>
                    <a:pt x="15" y="164"/>
                    <a:pt x="14" y="158"/>
                  </a:cubicBezTo>
                  <a:cubicBezTo>
                    <a:pt x="14" y="157"/>
                    <a:pt x="14" y="156"/>
                    <a:pt x="14" y="156"/>
                  </a:cubicBezTo>
                  <a:cubicBezTo>
                    <a:pt x="14" y="152"/>
                    <a:pt x="15" y="148"/>
                    <a:pt x="15" y="144"/>
                  </a:cubicBezTo>
                  <a:cubicBezTo>
                    <a:pt x="15" y="143"/>
                    <a:pt x="15" y="142"/>
                    <a:pt x="15" y="141"/>
                  </a:cubicBezTo>
                  <a:cubicBezTo>
                    <a:pt x="15" y="138"/>
                    <a:pt x="13" y="135"/>
                    <a:pt x="11" y="133"/>
                  </a:cubicBezTo>
                  <a:cubicBezTo>
                    <a:pt x="10" y="131"/>
                    <a:pt x="8" y="129"/>
                    <a:pt x="6" y="126"/>
                  </a:cubicBezTo>
                  <a:cubicBezTo>
                    <a:pt x="3" y="123"/>
                    <a:pt x="2" y="119"/>
                    <a:pt x="2" y="115"/>
                  </a:cubicBezTo>
                  <a:cubicBezTo>
                    <a:pt x="2" y="111"/>
                    <a:pt x="2" y="108"/>
                    <a:pt x="3" y="104"/>
                  </a:cubicBezTo>
                  <a:cubicBezTo>
                    <a:pt x="6" y="96"/>
                    <a:pt x="7" y="90"/>
                    <a:pt x="8" y="82"/>
                  </a:cubicBezTo>
                  <a:cubicBezTo>
                    <a:pt x="8" y="70"/>
                    <a:pt x="13" y="59"/>
                    <a:pt x="21" y="50"/>
                  </a:cubicBezTo>
                  <a:cubicBezTo>
                    <a:pt x="29" y="41"/>
                    <a:pt x="41" y="34"/>
                    <a:pt x="52" y="29"/>
                  </a:cubicBezTo>
                  <a:cubicBezTo>
                    <a:pt x="55" y="28"/>
                    <a:pt x="59" y="27"/>
                    <a:pt x="63" y="26"/>
                  </a:cubicBezTo>
                  <a:cubicBezTo>
                    <a:pt x="68" y="25"/>
                    <a:pt x="72" y="24"/>
                    <a:pt x="74" y="22"/>
                  </a:cubicBezTo>
                  <a:cubicBezTo>
                    <a:pt x="76" y="20"/>
                    <a:pt x="77" y="18"/>
                    <a:pt x="77" y="16"/>
                  </a:cubicBezTo>
                  <a:cubicBezTo>
                    <a:pt x="77" y="14"/>
                    <a:pt x="78" y="12"/>
                    <a:pt x="79" y="10"/>
                  </a:cubicBezTo>
                  <a:cubicBezTo>
                    <a:pt x="83" y="5"/>
                    <a:pt x="92" y="3"/>
                    <a:pt x="98" y="3"/>
                  </a:cubicBezTo>
                  <a:cubicBezTo>
                    <a:pt x="101" y="2"/>
                    <a:pt x="105" y="2"/>
                    <a:pt x="108" y="2"/>
                  </a:cubicBezTo>
                  <a:cubicBezTo>
                    <a:pt x="117" y="2"/>
                    <a:pt x="127" y="4"/>
                    <a:pt x="132" y="10"/>
                  </a:cubicBezTo>
                  <a:cubicBezTo>
                    <a:pt x="132" y="10"/>
                    <a:pt x="132" y="10"/>
                    <a:pt x="132" y="10"/>
                  </a:cubicBezTo>
                  <a:cubicBezTo>
                    <a:pt x="132" y="10"/>
                    <a:pt x="132" y="10"/>
                    <a:pt x="132" y="10"/>
                  </a:cubicBezTo>
                  <a:lnTo>
                    <a:pt x="133" y="9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60587" name="Freeform 402">
              <a:extLst>
                <a:ext uri="{FF2B5EF4-FFF2-40B4-BE49-F238E27FC236}">
                  <a16:creationId xmlns:a16="http://schemas.microsoft.com/office/drawing/2014/main" id="{581B560F-4DF5-4B25-A47D-C204277EDC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8" y="993"/>
              <a:ext cx="100" cy="45"/>
            </a:xfrm>
            <a:custGeom>
              <a:avLst/>
              <a:gdLst>
                <a:gd name="T0" fmla="*/ 625 w 40"/>
                <a:gd name="T1" fmla="*/ 283 h 18"/>
                <a:gd name="T2" fmla="*/ 595 w 40"/>
                <a:gd name="T3" fmla="*/ 220 h 18"/>
                <a:gd name="T4" fmla="*/ 595 w 40"/>
                <a:gd name="T5" fmla="*/ 208 h 18"/>
                <a:gd name="T6" fmla="*/ 583 w 40"/>
                <a:gd name="T7" fmla="*/ 208 h 18"/>
                <a:gd name="T8" fmla="*/ 520 w 40"/>
                <a:gd name="T9" fmla="*/ 208 h 18"/>
                <a:gd name="T10" fmla="*/ 458 w 40"/>
                <a:gd name="T11" fmla="*/ 208 h 18"/>
                <a:gd name="T12" fmla="*/ 188 w 40"/>
                <a:gd name="T13" fmla="*/ 175 h 18"/>
                <a:gd name="T14" fmla="*/ 33 w 40"/>
                <a:gd name="T15" fmla="*/ 0 h 18"/>
                <a:gd name="T16" fmla="*/ 0 w 40"/>
                <a:gd name="T17" fmla="*/ 20 h 18"/>
                <a:gd name="T18" fmla="*/ 188 w 40"/>
                <a:gd name="T19" fmla="*/ 208 h 18"/>
                <a:gd name="T20" fmla="*/ 458 w 40"/>
                <a:gd name="T21" fmla="*/ 238 h 18"/>
                <a:gd name="T22" fmla="*/ 520 w 40"/>
                <a:gd name="T23" fmla="*/ 238 h 18"/>
                <a:gd name="T24" fmla="*/ 583 w 40"/>
                <a:gd name="T25" fmla="*/ 238 h 18"/>
                <a:gd name="T26" fmla="*/ 583 w 40"/>
                <a:gd name="T27" fmla="*/ 220 h 18"/>
                <a:gd name="T28" fmla="*/ 583 w 40"/>
                <a:gd name="T29" fmla="*/ 238 h 18"/>
                <a:gd name="T30" fmla="*/ 595 w 40"/>
                <a:gd name="T31" fmla="*/ 283 h 18"/>
                <a:gd name="T32" fmla="*/ 625 w 40"/>
                <a:gd name="T33" fmla="*/ 283 h 1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40" h="18">
                  <a:moveTo>
                    <a:pt x="40" y="18"/>
                  </a:moveTo>
                  <a:cubicBezTo>
                    <a:pt x="40" y="16"/>
                    <a:pt x="39" y="15"/>
                    <a:pt x="38" y="14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37" y="13"/>
                    <a:pt x="37" y="13"/>
                    <a:pt x="37" y="13"/>
                  </a:cubicBezTo>
                  <a:cubicBezTo>
                    <a:pt x="36" y="13"/>
                    <a:pt x="34" y="13"/>
                    <a:pt x="33" y="13"/>
                  </a:cubicBezTo>
                  <a:cubicBezTo>
                    <a:pt x="31" y="13"/>
                    <a:pt x="30" y="13"/>
                    <a:pt x="29" y="13"/>
                  </a:cubicBezTo>
                  <a:cubicBezTo>
                    <a:pt x="23" y="13"/>
                    <a:pt x="17" y="13"/>
                    <a:pt x="12" y="11"/>
                  </a:cubicBezTo>
                  <a:cubicBezTo>
                    <a:pt x="8" y="9"/>
                    <a:pt x="4" y="6"/>
                    <a:pt x="2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2" y="7"/>
                    <a:pt x="7" y="11"/>
                    <a:pt x="12" y="13"/>
                  </a:cubicBezTo>
                  <a:cubicBezTo>
                    <a:pt x="17" y="15"/>
                    <a:pt x="23" y="15"/>
                    <a:pt x="29" y="15"/>
                  </a:cubicBezTo>
                  <a:cubicBezTo>
                    <a:pt x="30" y="15"/>
                    <a:pt x="32" y="15"/>
                    <a:pt x="33" y="15"/>
                  </a:cubicBezTo>
                  <a:cubicBezTo>
                    <a:pt x="34" y="15"/>
                    <a:pt x="36" y="15"/>
                    <a:pt x="37" y="15"/>
                  </a:cubicBezTo>
                  <a:cubicBezTo>
                    <a:pt x="37" y="14"/>
                    <a:pt x="37" y="14"/>
                    <a:pt x="37" y="14"/>
                  </a:cubicBezTo>
                  <a:cubicBezTo>
                    <a:pt x="37" y="15"/>
                    <a:pt x="37" y="15"/>
                    <a:pt x="37" y="15"/>
                  </a:cubicBezTo>
                  <a:cubicBezTo>
                    <a:pt x="37" y="16"/>
                    <a:pt x="38" y="17"/>
                    <a:pt x="38" y="18"/>
                  </a:cubicBezTo>
                  <a:lnTo>
                    <a:pt x="40" y="18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60588" name="Freeform 403">
              <a:extLst>
                <a:ext uri="{FF2B5EF4-FFF2-40B4-BE49-F238E27FC236}">
                  <a16:creationId xmlns:a16="http://schemas.microsoft.com/office/drawing/2014/main" id="{AD632989-004C-4573-A63B-7D592D5CC2B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6" y="926"/>
              <a:ext cx="17" cy="105"/>
            </a:xfrm>
            <a:custGeom>
              <a:avLst/>
              <a:gdLst>
                <a:gd name="T0" fmla="*/ 58 w 7"/>
                <a:gd name="T1" fmla="*/ 625 h 42"/>
                <a:gd name="T2" fmla="*/ 41 w 7"/>
                <a:gd name="T3" fmla="*/ 613 h 42"/>
                <a:gd name="T4" fmla="*/ 29 w 7"/>
                <a:gd name="T5" fmla="*/ 583 h 42"/>
                <a:gd name="T6" fmla="*/ 70 w 7"/>
                <a:gd name="T7" fmla="*/ 425 h 42"/>
                <a:gd name="T8" fmla="*/ 100 w 7"/>
                <a:gd name="T9" fmla="*/ 175 h 42"/>
                <a:gd name="T10" fmla="*/ 70 w 7"/>
                <a:gd name="T11" fmla="*/ 0 h 42"/>
                <a:gd name="T12" fmla="*/ 41 w 7"/>
                <a:gd name="T13" fmla="*/ 20 h 42"/>
                <a:gd name="T14" fmla="*/ 70 w 7"/>
                <a:gd name="T15" fmla="*/ 175 h 42"/>
                <a:gd name="T16" fmla="*/ 41 w 7"/>
                <a:gd name="T17" fmla="*/ 408 h 42"/>
                <a:gd name="T18" fmla="*/ 0 w 7"/>
                <a:gd name="T19" fmla="*/ 583 h 42"/>
                <a:gd name="T20" fmla="*/ 12 w 7"/>
                <a:gd name="T21" fmla="*/ 613 h 42"/>
                <a:gd name="T22" fmla="*/ 41 w 7"/>
                <a:gd name="T23" fmla="*/ 658 h 42"/>
                <a:gd name="T24" fmla="*/ 58 w 7"/>
                <a:gd name="T25" fmla="*/ 625 h 4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7" h="42">
                  <a:moveTo>
                    <a:pt x="4" y="40"/>
                  </a:moveTo>
                  <a:cubicBezTo>
                    <a:pt x="3" y="39"/>
                    <a:pt x="3" y="39"/>
                    <a:pt x="3" y="39"/>
                  </a:cubicBezTo>
                  <a:cubicBezTo>
                    <a:pt x="2" y="38"/>
                    <a:pt x="2" y="37"/>
                    <a:pt x="2" y="37"/>
                  </a:cubicBezTo>
                  <a:cubicBezTo>
                    <a:pt x="2" y="33"/>
                    <a:pt x="4" y="29"/>
                    <a:pt x="5" y="27"/>
                  </a:cubicBezTo>
                  <a:cubicBezTo>
                    <a:pt x="6" y="21"/>
                    <a:pt x="7" y="16"/>
                    <a:pt x="7" y="11"/>
                  </a:cubicBezTo>
                  <a:cubicBezTo>
                    <a:pt x="7" y="7"/>
                    <a:pt x="6" y="4"/>
                    <a:pt x="5" y="0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4" y="4"/>
                    <a:pt x="5" y="7"/>
                    <a:pt x="5" y="11"/>
                  </a:cubicBezTo>
                  <a:cubicBezTo>
                    <a:pt x="5" y="16"/>
                    <a:pt x="4" y="21"/>
                    <a:pt x="3" y="26"/>
                  </a:cubicBezTo>
                  <a:cubicBezTo>
                    <a:pt x="2" y="28"/>
                    <a:pt x="0" y="33"/>
                    <a:pt x="0" y="37"/>
                  </a:cubicBezTo>
                  <a:cubicBezTo>
                    <a:pt x="0" y="38"/>
                    <a:pt x="0" y="38"/>
                    <a:pt x="1" y="39"/>
                  </a:cubicBezTo>
                  <a:cubicBezTo>
                    <a:pt x="1" y="40"/>
                    <a:pt x="2" y="41"/>
                    <a:pt x="3" y="42"/>
                  </a:cubicBezTo>
                  <a:lnTo>
                    <a:pt x="4" y="40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60589" name="Freeform 404">
              <a:extLst>
                <a:ext uri="{FF2B5EF4-FFF2-40B4-BE49-F238E27FC236}">
                  <a16:creationId xmlns:a16="http://schemas.microsoft.com/office/drawing/2014/main" id="{9A83DA5C-FBA3-4667-9945-BC3FACB526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8" y="961"/>
              <a:ext cx="151" cy="160"/>
            </a:xfrm>
            <a:custGeom>
              <a:avLst/>
              <a:gdLst>
                <a:gd name="T0" fmla="*/ 0 w 60"/>
                <a:gd name="T1" fmla="*/ 20 h 64"/>
                <a:gd name="T2" fmla="*/ 272 w 60"/>
                <a:gd name="T3" fmla="*/ 313 h 64"/>
                <a:gd name="T4" fmla="*/ 463 w 60"/>
                <a:gd name="T5" fmla="*/ 363 h 64"/>
                <a:gd name="T6" fmla="*/ 609 w 60"/>
                <a:gd name="T7" fmla="*/ 408 h 64"/>
                <a:gd name="T8" fmla="*/ 672 w 60"/>
                <a:gd name="T9" fmla="*/ 533 h 64"/>
                <a:gd name="T10" fmla="*/ 735 w 60"/>
                <a:gd name="T11" fmla="*/ 675 h 64"/>
                <a:gd name="T12" fmla="*/ 810 w 60"/>
                <a:gd name="T13" fmla="*/ 863 h 64"/>
                <a:gd name="T14" fmla="*/ 936 w 60"/>
                <a:gd name="T15" fmla="*/ 1000 h 64"/>
                <a:gd name="T16" fmla="*/ 956 w 60"/>
                <a:gd name="T17" fmla="*/ 970 h 64"/>
                <a:gd name="T18" fmla="*/ 843 w 60"/>
                <a:gd name="T19" fmla="*/ 845 h 64"/>
                <a:gd name="T20" fmla="*/ 768 w 60"/>
                <a:gd name="T21" fmla="*/ 658 h 64"/>
                <a:gd name="T22" fmla="*/ 702 w 60"/>
                <a:gd name="T23" fmla="*/ 520 h 64"/>
                <a:gd name="T24" fmla="*/ 639 w 60"/>
                <a:gd name="T25" fmla="*/ 395 h 64"/>
                <a:gd name="T26" fmla="*/ 463 w 60"/>
                <a:gd name="T27" fmla="*/ 333 h 64"/>
                <a:gd name="T28" fmla="*/ 284 w 60"/>
                <a:gd name="T29" fmla="*/ 283 h 64"/>
                <a:gd name="T30" fmla="*/ 33 w 60"/>
                <a:gd name="T31" fmla="*/ 0 h 64"/>
                <a:gd name="T32" fmla="*/ 0 w 60"/>
                <a:gd name="T33" fmla="*/ 20 h 64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0" h="64">
                  <a:moveTo>
                    <a:pt x="0" y="1"/>
                  </a:moveTo>
                  <a:cubicBezTo>
                    <a:pt x="3" y="8"/>
                    <a:pt x="11" y="16"/>
                    <a:pt x="17" y="20"/>
                  </a:cubicBezTo>
                  <a:cubicBezTo>
                    <a:pt x="20" y="21"/>
                    <a:pt x="25" y="22"/>
                    <a:pt x="29" y="23"/>
                  </a:cubicBezTo>
                  <a:cubicBezTo>
                    <a:pt x="33" y="24"/>
                    <a:pt x="36" y="25"/>
                    <a:pt x="38" y="26"/>
                  </a:cubicBezTo>
                  <a:cubicBezTo>
                    <a:pt x="40" y="28"/>
                    <a:pt x="41" y="31"/>
                    <a:pt x="42" y="34"/>
                  </a:cubicBezTo>
                  <a:cubicBezTo>
                    <a:pt x="44" y="38"/>
                    <a:pt x="45" y="41"/>
                    <a:pt x="46" y="43"/>
                  </a:cubicBezTo>
                  <a:cubicBezTo>
                    <a:pt x="47" y="47"/>
                    <a:pt x="49" y="51"/>
                    <a:pt x="51" y="55"/>
                  </a:cubicBezTo>
                  <a:cubicBezTo>
                    <a:pt x="53" y="59"/>
                    <a:pt x="55" y="62"/>
                    <a:pt x="59" y="64"/>
                  </a:cubicBezTo>
                  <a:cubicBezTo>
                    <a:pt x="60" y="62"/>
                    <a:pt x="60" y="62"/>
                    <a:pt x="60" y="62"/>
                  </a:cubicBezTo>
                  <a:cubicBezTo>
                    <a:pt x="57" y="61"/>
                    <a:pt x="54" y="57"/>
                    <a:pt x="53" y="54"/>
                  </a:cubicBezTo>
                  <a:cubicBezTo>
                    <a:pt x="51" y="50"/>
                    <a:pt x="49" y="46"/>
                    <a:pt x="48" y="42"/>
                  </a:cubicBezTo>
                  <a:cubicBezTo>
                    <a:pt x="47" y="40"/>
                    <a:pt x="46" y="37"/>
                    <a:pt x="44" y="33"/>
                  </a:cubicBezTo>
                  <a:cubicBezTo>
                    <a:pt x="43" y="30"/>
                    <a:pt x="41" y="27"/>
                    <a:pt x="40" y="25"/>
                  </a:cubicBezTo>
                  <a:cubicBezTo>
                    <a:pt x="37" y="23"/>
                    <a:pt x="33" y="22"/>
                    <a:pt x="29" y="21"/>
                  </a:cubicBezTo>
                  <a:cubicBezTo>
                    <a:pt x="25" y="20"/>
                    <a:pt x="21" y="19"/>
                    <a:pt x="18" y="18"/>
                  </a:cubicBezTo>
                  <a:cubicBezTo>
                    <a:pt x="12" y="15"/>
                    <a:pt x="5" y="7"/>
                    <a:pt x="2" y="0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60590" name="Freeform 405">
              <a:extLst>
                <a:ext uri="{FF2B5EF4-FFF2-40B4-BE49-F238E27FC236}">
                  <a16:creationId xmlns:a16="http://schemas.microsoft.com/office/drawing/2014/main" id="{57D3E7F7-3C75-41C6-BECD-ED7546F343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3" y="871"/>
              <a:ext cx="83" cy="80"/>
            </a:xfrm>
            <a:custGeom>
              <a:avLst/>
              <a:gdLst>
                <a:gd name="T0" fmla="*/ 0 w 33"/>
                <a:gd name="T1" fmla="*/ 33 h 32"/>
                <a:gd name="T2" fmla="*/ 317 w 33"/>
                <a:gd name="T3" fmla="*/ 188 h 32"/>
                <a:gd name="T4" fmla="*/ 493 w 33"/>
                <a:gd name="T5" fmla="*/ 500 h 32"/>
                <a:gd name="T6" fmla="*/ 526 w 33"/>
                <a:gd name="T7" fmla="*/ 500 h 32"/>
                <a:gd name="T8" fmla="*/ 335 w 33"/>
                <a:gd name="T9" fmla="*/ 175 h 32"/>
                <a:gd name="T10" fmla="*/ 20 w 33"/>
                <a:gd name="T11" fmla="*/ 0 h 32"/>
                <a:gd name="T12" fmla="*/ 0 w 33"/>
                <a:gd name="T13" fmla="*/ 33 h 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3" h="32">
                  <a:moveTo>
                    <a:pt x="0" y="2"/>
                  </a:moveTo>
                  <a:cubicBezTo>
                    <a:pt x="8" y="2"/>
                    <a:pt x="14" y="6"/>
                    <a:pt x="20" y="12"/>
                  </a:cubicBezTo>
                  <a:cubicBezTo>
                    <a:pt x="25" y="18"/>
                    <a:pt x="29" y="26"/>
                    <a:pt x="31" y="32"/>
                  </a:cubicBezTo>
                  <a:cubicBezTo>
                    <a:pt x="33" y="32"/>
                    <a:pt x="33" y="32"/>
                    <a:pt x="33" y="32"/>
                  </a:cubicBezTo>
                  <a:cubicBezTo>
                    <a:pt x="31" y="25"/>
                    <a:pt x="27" y="17"/>
                    <a:pt x="21" y="11"/>
                  </a:cubicBezTo>
                  <a:cubicBezTo>
                    <a:pt x="16" y="5"/>
                    <a:pt x="8" y="0"/>
                    <a:pt x="1" y="0"/>
                  </a:cubicBezTo>
                  <a:lnTo>
                    <a:pt x="0" y="2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60591" name="Freeform 406">
              <a:extLst>
                <a:ext uri="{FF2B5EF4-FFF2-40B4-BE49-F238E27FC236}">
                  <a16:creationId xmlns:a16="http://schemas.microsoft.com/office/drawing/2014/main" id="{B2CD5086-5923-47BB-9179-3F13E98FDB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5" y="1071"/>
              <a:ext cx="43" cy="103"/>
            </a:xfrm>
            <a:custGeom>
              <a:avLst/>
              <a:gdLst>
                <a:gd name="T0" fmla="*/ 0 w 17"/>
                <a:gd name="T1" fmla="*/ 20 h 41"/>
                <a:gd name="T2" fmla="*/ 192 w 17"/>
                <a:gd name="T3" fmla="*/ 188 h 41"/>
                <a:gd name="T4" fmla="*/ 243 w 17"/>
                <a:gd name="T5" fmla="*/ 442 h 41"/>
                <a:gd name="T6" fmla="*/ 210 w 17"/>
                <a:gd name="T7" fmla="*/ 651 h 41"/>
                <a:gd name="T8" fmla="*/ 243 w 17"/>
                <a:gd name="T9" fmla="*/ 651 h 41"/>
                <a:gd name="T10" fmla="*/ 276 w 17"/>
                <a:gd name="T11" fmla="*/ 442 h 41"/>
                <a:gd name="T12" fmla="*/ 225 w 17"/>
                <a:gd name="T13" fmla="*/ 176 h 41"/>
                <a:gd name="T14" fmla="*/ 20 w 17"/>
                <a:gd name="T15" fmla="*/ 0 h 41"/>
                <a:gd name="T16" fmla="*/ 0 w 17"/>
                <a:gd name="T17" fmla="*/ 20 h 4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7" h="41">
                  <a:moveTo>
                    <a:pt x="0" y="1"/>
                  </a:moveTo>
                  <a:cubicBezTo>
                    <a:pt x="6" y="3"/>
                    <a:pt x="9" y="7"/>
                    <a:pt x="12" y="12"/>
                  </a:cubicBezTo>
                  <a:cubicBezTo>
                    <a:pt x="14" y="17"/>
                    <a:pt x="15" y="23"/>
                    <a:pt x="15" y="28"/>
                  </a:cubicBezTo>
                  <a:cubicBezTo>
                    <a:pt x="15" y="33"/>
                    <a:pt x="15" y="37"/>
                    <a:pt x="13" y="41"/>
                  </a:cubicBezTo>
                  <a:cubicBezTo>
                    <a:pt x="15" y="41"/>
                    <a:pt x="15" y="41"/>
                    <a:pt x="15" y="41"/>
                  </a:cubicBezTo>
                  <a:cubicBezTo>
                    <a:pt x="17" y="38"/>
                    <a:pt x="17" y="33"/>
                    <a:pt x="17" y="28"/>
                  </a:cubicBezTo>
                  <a:cubicBezTo>
                    <a:pt x="17" y="22"/>
                    <a:pt x="16" y="16"/>
                    <a:pt x="14" y="11"/>
                  </a:cubicBezTo>
                  <a:cubicBezTo>
                    <a:pt x="11" y="6"/>
                    <a:pt x="7" y="1"/>
                    <a:pt x="1" y="0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60592" name="Freeform 407">
              <a:extLst>
                <a:ext uri="{FF2B5EF4-FFF2-40B4-BE49-F238E27FC236}">
                  <a16:creationId xmlns:a16="http://schemas.microsoft.com/office/drawing/2014/main" id="{D3B2B8AA-B06E-4A08-9470-9EA2780A3C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1" y="906"/>
              <a:ext cx="82" cy="72"/>
            </a:xfrm>
            <a:custGeom>
              <a:avLst/>
              <a:gdLst>
                <a:gd name="T0" fmla="*/ 0 w 33"/>
                <a:gd name="T1" fmla="*/ 444 h 29"/>
                <a:gd name="T2" fmla="*/ 12 w 33"/>
                <a:gd name="T3" fmla="*/ 444 h 29"/>
                <a:gd name="T4" fmla="*/ 340 w 33"/>
                <a:gd name="T5" fmla="*/ 308 h 29"/>
                <a:gd name="T6" fmla="*/ 507 w 33"/>
                <a:gd name="T7" fmla="*/ 12 h 29"/>
                <a:gd name="T8" fmla="*/ 507 w 33"/>
                <a:gd name="T9" fmla="*/ 0 h 29"/>
                <a:gd name="T10" fmla="*/ 475 w 33"/>
                <a:gd name="T11" fmla="*/ 0 h 29"/>
                <a:gd name="T12" fmla="*/ 475 w 33"/>
                <a:gd name="T13" fmla="*/ 12 h 29"/>
                <a:gd name="T14" fmla="*/ 321 w 33"/>
                <a:gd name="T15" fmla="*/ 290 h 29"/>
                <a:gd name="T16" fmla="*/ 12 w 33"/>
                <a:gd name="T17" fmla="*/ 412 h 29"/>
                <a:gd name="T18" fmla="*/ 0 w 33"/>
                <a:gd name="T19" fmla="*/ 412 h 29"/>
                <a:gd name="T20" fmla="*/ 0 w 33"/>
                <a:gd name="T21" fmla="*/ 444 h 2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3" h="29">
                  <a:moveTo>
                    <a:pt x="0" y="29"/>
                  </a:moveTo>
                  <a:cubicBezTo>
                    <a:pt x="1" y="29"/>
                    <a:pt x="1" y="29"/>
                    <a:pt x="1" y="29"/>
                  </a:cubicBezTo>
                  <a:cubicBezTo>
                    <a:pt x="8" y="29"/>
                    <a:pt x="16" y="25"/>
                    <a:pt x="22" y="20"/>
                  </a:cubicBezTo>
                  <a:cubicBezTo>
                    <a:pt x="28" y="15"/>
                    <a:pt x="33" y="8"/>
                    <a:pt x="33" y="1"/>
                  </a:cubicBezTo>
                  <a:cubicBezTo>
                    <a:pt x="33" y="0"/>
                    <a:pt x="33" y="0"/>
                    <a:pt x="33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31" y="1"/>
                    <a:pt x="31" y="1"/>
                    <a:pt x="31" y="1"/>
                  </a:cubicBezTo>
                  <a:cubicBezTo>
                    <a:pt x="31" y="7"/>
                    <a:pt x="27" y="14"/>
                    <a:pt x="21" y="19"/>
                  </a:cubicBezTo>
                  <a:cubicBezTo>
                    <a:pt x="15" y="24"/>
                    <a:pt x="8" y="27"/>
                    <a:pt x="1" y="27"/>
                  </a:cubicBezTo>
                  <a:cubicBezTo>
                    <a:pt x="0" y="27"/>
                    <a:pt x="0" y="27"/>
                    <a:pt x="0" y="27"/>
                  </a:cubicBezTo>
                  <a:lnTo>
                    <a:pt x="0" y="29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60593" name="Freeform 408">
              <a:extLst>
                <a:ext uri="{FF2B5EF4-FFF2-40B4-BE49-F238E27FC236}">
                  <a16:creationId xmlns:a16="http://schemas.microsoft.com/office/drawing/2014/main" id="{EB83A249-83B7-4285-9B8E-56B8FEC293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1" y="948"/>
              <a:ext cx="50" cy="115"/>
            </a:xfrm>
            <a:custGeom>
              <a:avLst/>
              <a:gdLst>
                <a:gd name="T0" fmla="*/ 33 w 20"/>
                <a:gd name="T1" fmla="*/ 720 h 46"/>
                <a:gd name="T2" fmla="*/ 313 w 20"/>
                <a:gd name="T3" fmla="*/ 0 h 46"/>
                <a:gd name="T4" fmla="*/ 283 w 20"/>
                <a:gd name="T5" fmla="*/ 0 h 46"/>
                <a:gd name="T6" fmla="*/ 0 w 20"/>
                <a:gd name="T7" fmla="*/ 720 h 46"/>
                <a:gd name="T8" fmla="*/ 33 w 20"/>
                <a:gd name="T9" fmla="*/ 720 h 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46">
                  <a:moveTo>
                    <a:pt x="2" y="46"/>
                  </a:moveTo>
                  <a:cubicBezTo>
                    <a:pt x="5" y="30"/>
                    <a:pt x="16" y="17"/>
                    <a:pt x="20" y="0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4" y="16"/>
                    <a:pt x="3" y="29"/>
                    <a:pt x="0" y="46"/>
                  </a:cubicBezTo>
                  <a:lnTo>
                    <a:pt x="2" y="4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</p:grpSp>
      <p:grpSp>
        <p:nvGrpSpPr>
          <p:cNvPr id="60421" name="Group 409">
            <a:extLst>
              <a:ext uri="{FF2B5EF4-FFF2-40B4-BE49-F238E27FC236}">
                <a16:creationId xmlns:a16="http://schemas.microsoft.com/office/drawing/2014/main" id="{ACFA724C-F19D-43E3-B8E4-F60CEA30A312}"/>
              </a:ext>
            </a:extLst>
          </p:cNvPr>
          <p:cNvGrpSpPr>
            <a:grpSpLocks/>
          </p:cNvGrpSpPr>
          <p:nvPr/>
        </p:nvGrpSpPr>
        <p:grpSpPr bwMode="auto">
          <a:xfrm>
            <a:off x="11156107" y="315742"/>
            <a:ext cx="263971" cy="110419"/>
            <a:chOff x="2327" y="1299"/>
            <a:chExt cx="531" cy="222"/>
          </a:xfrm>
        </p:grpSpPr>
        <p:sp>
          <p:nvSpPr>
            <p:cNvPr id="60574" name="Freeform 410">
              <a:extLst>
                <a:ext uri="{FF2B5EF4-FFF2-40B4-BE49-F238E27FC236}">
                  <a16:creationId xmlns:a16="http://schemas.microsoft.com/office/drawing/2014/main" id="{9F2C65A5-B553-4E85-9F87-820A7A74137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377" y="1314"/>
              <a:ext cx="440" cy="192"/>
            </a:xfrm>
            <a:custGeom>
              <a:avLst/>
              <a:gdLst>
                <a:gd name="T0" fmla="*/ 2533 w 176"/>
                <a:gd name="T1" fmla="*/ 790 h 77"/>
                <a:gd name="T2" fmla="*/ 2688 w 176"/>
                <a:gd name="T3" fmla="*/ 591 h 77"/>
                <a:gd name="T4" fmla="*/ 2738 w 176"/>
                <a:gd name="T5" fmla="*/ 571 h 77"/>
                <a:gd name="T6" fmla="*/ 2658 w 176"/>
                <a:gd name="T7" fmla="*/ 758 h 77"/>
                <a:gd name="T8" fmla="*/ 2520 w 176"/>
                <a:gd name="T9" fmla="*/ 975 h 77"/>
                <a:gd name="T10" fmla="*/ 2375 w 176"/>
                <a:gd name="T11" fmla="*/ 1025 h 77"/>
                <a:gd name="T12" fmla="*/ 1470 w 176"/>
                <a:gd name="T13" fmla="*/ 249 h 77"/>
                <a:gd name="T14" fmla="*/ 1270 w 176"/>
                <a:gd name="T15" fmla="*/ 529 h 77"/>
                <a:gd name="T16" fmla="*/ 970 w 176"/>
                <a:gd name="T17" fmla="*/ 883 h 77"/>
                <a:gd name="T18" fmla="*/ 770 w 176"/>
                <a:gd name="T19" fmla="*/ 1057 h 77"/>
                <a:gd name="T20" fmla="*/ 1250 w 176"/>
                <a:gd name="T21" fmla="*/ 324 h 77"/>
                <a:gd name="T22" fmla="*/ 2188 w 176"/>
                <a:gd name="T23" fmla="*/ 653 h 77"/>
                <a:gd name="T24" fmla="*/ 2595 w 176"/>
                <a:gd name="T25" fmla="*/ 187 h 77"/>
                <a:gd name="T26" fmla="*/ 2500 w 176"/>
                <a:gd name="T27" fmla="*/ 354 h 77"/>
                <a:gd name="T28" fmla="*/ 2470 w 176"/>
                <a:gd name="T29" fmla="*/ 479 h 77"/>
                <a:gd name="T30" fmla="*/ 2300 w 176"/>
                <a:gd name="T31" fmla="*/ 728 h 77"/>
                <a:gd name="T32" fmla="*/ 2145 w 176"/>
                <a:gd name="T33" fmla="*/ 883 h 77"/>
                <a:gd name="T34" fmla="*/ 2000 w 176"/>
                <a:gd name="T35" fmla="*/ 1025 h 77"/>
                <a:gd name="T36" fmla="*/ 2270 w 176"/>
                <a:gd name="T37" fmla="*/ 621 h 77"/>
                <a:gd name="T38" fmla="*/ 2208 w 176"/>
                <a:gd name="T39" fmla="*/ 92 h 77"/>
                <a:gd name="T40" fmla="*/ 2250 w 176"/>
                <a:gd name="T41" fmla="*/ 105 h 77"/>
                <a:gd name="T42" fmla="*/ 2158 w 176"/>
                <a:gd name="T43" fmla="*/ 229 h 77"/>
                <a:gd name="T44" fmla="*/ 2208 w 176"/>
                <a:gd name="T45" fmla="*/ 312 h 77"/>
                <a:gd name="T46" fmla="*/ 1938 w 176"/>
                <a:gd name="T47" fmla="*/ 591 h 77"/>
                <a:gd name="T48" fmla="*/ 1750 w 176"/>
                <a:gd name="T49" fmla="*/ 683 h 77"/>
                <a:gd name="T50" fmla="*/ 1708 w 176"/>
                <a:gd name="T51" fmla="*/ 653 h 77"/>
                <a:gd name="T52" fmla="*/ 2095 w 176"/>
                <a:gd name="T53" fmla="*/ 199 h 77"/>
                <a:gd name="T54" fmla="*/ 2208 w 176"/>
                <a:gd name="T55" fmla="*/ 92 h 77"/>
                <a:gd name="T56" fmla="*/ 1125 w 176"/>
                <a:gd name="T57" fmla="*/ 30 h 77"/>
                <a:gd name="T58" fmla="*/ 958 w 176"/>
                <a:gd name="T59" fmla="*/ 279 h 77"/>
                <a:gd name="T60" fmla="*/ 595 w 176"/>
                <a:gd name="T61" fmla="*/ 696 h 77"/>
                <a:gd name="T62" fmla="*/ 563 w 176"/>
                <a:gd name="T63" fmla="*/ 653 h 77"/>
                <a:gd name="T64" fmla="*/ 500 w 176"/>
                <a:gd name="T65" fmla="*/ 666 h 77"/>
                <a:gd name="T66" fmla="*/ 908 w 176"/>
                <a:gd name="T67" fmla="*/ 167 h 77"/>
                <a:gd name="T68" fmla="*/ 1050 w 176"/>
                <a:gd name="T69" fmla="*/ 92 h 77"/>
                <a:gd name="T70" fmla="*/ 1300 w 176"/>
                <a:gd name="T71" fmla="*/ 0 h 77"/>
                <a:gd name="T72" fmla="*/ 0 w 176"/>
                <a:gd name="T73" fmla="*/ 746 h 77"/>
                <a:gd name="T74" fmla="*/ 33 w 176"/>
                <a:gd name="T75" fmla="*/ 621 h 77"/>
                <a:gd name="T76" fmla="*/ 408 w 176"/>
                <a:gd name="T77" fmla="*/ 137 h 77"/>
                <a:gd name="T78" fmla="*/ 520 w 176"/>
                <a:gd name="T79" fmla="*/ 62 h 77"/>
                <a:gd name="T80" fmla="*/ 533 w 176"/>
                <a:gd name="T81" fmla="*/ 62 h 77"/>
                <a:gd name="T82" fmla="*/ 595 w 176"/>
                <a:gd name="T83" fmla="*/ 137 h 77"/>
                <a:gd name="T84" fmla="*/ 270 w 176"/>
                <a:gd name="T85" fmla="*/ 449 h 77"/>
                <a:gd name="T86" fmla="*/ 0 w 176"/>
                <a:gd name="T87" fmla="*/ 808 h 77"/>
                <a:gd name="T88" fmla="*/ 33 w 176"/>
                <a:gd name="T89" fmla="*/ 995 h 77"/>
                <a:gd name="T90" fmla="*/ 625 w 176"/>
                <a:gd name="T91" fmla="*/ 1194 h 77"/>
                <a:gd name="T92" fmla="*/ 1095 w 176"/>
                <a:gd name="T93" fmla="*/ 975 h 77"/>
                <a:gd name="T94" fmla="*/ 1220 w 176"/>
                <a:gd name="T95" fmla="*/ 790 h 77"/>
                <a:gd name="T96" fmla="*/ 1375 w 176"/>
                <a:gd name="T97" fmla="*/ 758 h 77"/>
                <a:gd name="T98" fmla="*/ 1375 w 176"/>
                <a:gd name="T99" fmla="*/ 758 h 77"/>
                <a:gd name="T100" fmla="*/ 1533 w 176"/>
                <a:gd name="T101" fmla="*/ 790 h 77"/>
                <a:gd name="T102" fmla="*/ 1658 w 176"/>
                <a:gd name="T103" fmla="*/ 975 h 77"/>
                <a:gd name="T104" fmla="*/ 2125 w 176"/>
                <a:gd name="T105" fmla="*/ 1194 h 77"/>
                <a:gd name="T106" fmla="*/ 2750 w 176"/>
                <a:gd name="T107" fmla="*/ 962 h 77"/>
                <a:gd name="T108" fmla="*/ 1425 w 176"/>
                <a:gd name="T109" fmla="*/ 0 h 77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176" h="77">
                  <a:moveTo>
                    <a:pt x="152" y="66"/>
                  </a:moveTo>
                  <a:cubicBezTo>
                    <a:pt x="152" y="61"/>
                    <a:pt x="159" y="54"/>
                    <a:pt x="162" y="51"/>
                  </a:cubicBezTo>
                  <a:cubicBezTo>
                    <a:pt x="165" y="47"/>
                    <a:pt x="169" y="43"/>
                    <a:pt x="171" y="38"/>
                  </a:cubicBezTo>
                  <a:cubicBezTo>
                    <a:pt x="172" y="38"/>
                    <a:pt x="172" y="38"/>
                    <a:pt x="172" y="38"/>
                  </a:cubicBezTo>
                  <a:cubicBezTo>
                    <a:pt x="175" y="37"/>
                    <a:pt x="175" y="37"/>
                    <a:pt x="175" y="37"/>
                  </a:cubicBezTo>
                  <a:cubicBezTo>
                    <a:pt x="175" y="37"/>
                    <a:pt x="175" y="37"/>
                    <a:pt x="175" y="37"/>
                  </a:cubicBezTo>
                  <a:cubicBezTo>
                    <a:pt x="175" y="37"/>
                    <a:pt x="176" y="37"/>
                    <a:pt x="176" y="37"/>
                  </a:cubicBezTo>
                  <a:cubicBezTo>
                    <a:pt x="176" y="41"/>
                    <a:pt x="172" y="46"/>
                    <a:pt x="170" y="49"/>
                  </a:cubicBezTo>
                  <a:cubicBezTo>
                    <a:pt x="167" y="52"/>
                    <a:pt x="165" y="56"/>
                    <a:pt x="163" y="59"/>
                  </a:cubicBezTo>
                  <a:cubicBezTo>
                    <a:pt x="162" y="61"/>
                    <a:pt x="162" y="62"/>
                    <a:pt x="161" y="63"/>
                  </a:cubicBezTo>
                  <a:cubicBezTo>
                    <a:pt x="162" y="62"/>
                    <a:pt x="163" y="60"/>
                    <a:pt x="163" y="58"/>
                  </a:cubicBezTo>
                  <a:cubicBezTo>
                    <a:pt x="158" y="59"/>
                    <a:pt x="156" y="64"/>
                    <a:pt x="152" y="66"/>
                  </a:cubicBezTo>
                  <a:moveTo>
                    <a:pt x="82" y="24"/>
                  </a:moveTo>
                  <a:cubicBezTo>
                    <a:pt x="84" y="21"/>
                    <a:pt x="90" y="16"/>
                    <a:pt x="94" y="16"/>
                  </a:cubicBezTo>
                  <a:cubicBezTo>
                    <a:pt x="94" y="16"/>
                    <a:pt x="95" y="16"/>
                    <a:pt x="95" y="16"/>
                  </a:cubicBezTo>
                  <a:cubicBezTo>
                    <a:pt x="93" y="23"/>
                    <a:pt x="85" y="28"/>
                    <a:pt x="81" y="34"/>
                  </a:cubicBezTo>
                  <a:cubicBezTo>
                    <a:pt x="76" y="39"/>
                    <a:pt x="72" y="44"/>
                    <a:pt x="68" y="49"/>
                  </a:cubicBezTo>
                  <a:cubicBezTo>
                    <a:pt x="66" y="52"/>
                    <a:pt x="64" y="56"/>
                    <a:pt x="62" y="57"/>
                  </a:cubicBezTo>
                  <a:cubicBezTo>
                    <a:pt x="62" y="56"/>
                    <a:pt x="62" y="55"/>
                    <a:pt x="62" y="54"/>
                  </a:cubicBezTo>
                  <a:cubicBezTo>
                    <a:pt x="58" y="56"/>
                    <a:pt x="54" y="67"/>
                    <a:pt x="49" y="68"/>
                  </a:cubicBezTo>
                  <a:cubicBezTo>
                    <a:pt x="47" y="60"/>
                    <a:pt x="57" y="51"/>
                    <a:pt x="62" y="45"/>
                  </a:cubicBezTo>
                  <a:cubicBezTo>
                    <a:pt x="68" y="37"/>
                    <a:pt x="73" y="28"/>
                    <a:pt x="80" y="21"/>
                  </a:cubicBezTo>
                  <a:cubicBezTo>
                    <a:pt x="82" y="24"/>
                    <a:pt x="82" y="24"/>
                    <a:pt x="82" y="24"/>
                  </a:cubicBezTo>
                  <a:moveTo>
                    <a:pt x="140" y="42"/>
                  </a:moveTo>
                  <a:cubicBezTo>
                    <a:pt x="141" y="37"/>
                    <a:pt x="150" y="29"/>
                    <a:pt x="154" y="26"/>
                  </a:cubicBezTo>
                  <a:cubicBezTo>
                    <a:pt x="158" y="21"/>
                    <a:pt x="162" y="17"/>
                    <a:pt x="166" y="12"/>
                  </a:cubicBezTo>
                  <a:cubicBezTo>
                    <a:pt x="167" y="13"/>
                    <a:pt x="167" y="13"/>
                    <a:pt x="167" y="13"/>
                  </a:cubicBezTo>
                  <a:cubicBezTo>
                    <a:pt x="168" y="15"/>
                    <a:pt x="162" y="21"/>
                    <a:pt x="160" y="23"/>
                  </a:cubicBezTo>
                  <a:cubicBezTo>
                    <a:pt x="157" y="27"/>
                    <a:pt x="153" y="30"/>
                    <a:pt x="151" y="35"/>
                  </a:cubicBezTo>
                  <a:cubicBezTo>
                    <a:pt x="153" y="34"/>
                    <a:pt x="156" y="31"/>
                    <a:pt x="158" y="31"/>
                  </a:cubicBezTo>
                  <a:cubicBezTo>
                    <a:pt x="158" y="31"/>
                    <a:pt x="159" y="31"/>
                    <a:pt x="159" y="31"/>
                  </a:cubicBezTo>
                  <a:cubicBezTo>
                    <a:pt x="157" y="37"/>
                    <a:pt x="151" y="42"/>
                    <a:pt x="147" y="47"/>
                  </a:cubicBezTo>
                  <a:cubicBezTo>
                    <a:pt x="147" y="47"/>
                    <a:pt x="147" y="46"/>
                    <a:pt x="148" y="46"/>
                  </a:cubicBezTo>
                  <a:cubicBezTo>
                    <a:pt x="143" y="49"/>
                    <a:pt x="140" y="53"/>
                    <a:pt x="137" y="57"/>
                  </a:cubicBezTo>
                  <a:cubicBezTo>
                    <a:pt x="135" y="59"/>
                    <a:pt x="132" y="66"/>
                    <a:pt x="129" y="66"/>
                  </a:cubicBezTo>
                  <a:cubicBezTo>
                    <a:pt x="128" y="66"/>
                    <a:pt x="128" y="66"/>
                    <a:pt x="128" y="66"/>
                  </a:cubicBezTo>
                  <a:cubicBezTo>
                    <a:pt x="129" y="61"/>
                    <a:pt x="133" y="55"/>
                    <a:pt x="136" y="52"/>
                  </a:cubicBezTo>
                  <a:cubicBezTo>
                    <a:pt x="138" y="49"/>
                    <a:pt x="144" y="44"/>
                    <a:pt x="145" y="40"/>
                  </a:cubicBezTo>
                  <a:cubicBezTo>
                    <a:pt x="143" y="40"/>
                    <a:pt x="142" y="42"/>
                    <a:pt x="140" y="42"/>
                  </a:cubicBezTo>
                  <a:moveTo>
                    <a:pt x="141" y="6"/>
                  </a:moveTo>
                  <a:cubicBezTo>
                    <a:pt x="142" y="5"/>
                    <a:pt x="142" y="4"/>
                    <a:pt x="143" y="4"/>
                  </a:cubicBezTo>
                  <a:cubicBezTo>
                    <a:pt x="144" y="4"/>
                    <a:pt x="145" y="5"/>
                    <a:pt x="144" y="7"/>
                  </a:cubicBezTo>
                  <a:cubicBezTo>
                    <a:pt x="143" y="10"/>
                    <a:pt x="139" y="12"/>
                    <a:pt x="138" y="15"/>
                  </a:cubicBezTo>
                  <a:cubicBezTo>
                    <a:pt x="138" y="15"/>
                    <a:pt x="138" y="15"/>
                    <a:pt x="138" y="15"/>
                  </a:cubicBezTo>
                  <a:cubicBezTo>
                    <a:pt x="134" y="19"/>
                    <a:pt x="129" y="25"/>
                    <a:pt x="126" y="31"/>
                  </a:cubicBezTo>
                  <a:cubicBezTo>
                    <a:pt x="130" y="29"/>
                    <a:pt x="137" y="23"/>
                    <a:pt x="141" y="20"/>
                  </a:cubicBezTo>
                  <a:cubicBezTo>
                    <a:pt x="140" y="22"/>
                    <a:pt x="137" y="25"/>
                    <a:pt x="135" y="27"/>
                  </a:cubicBezTo>
                  <a:cubicBezTo>
                    <a:pt x="132" y="30"/>
                    <a:pt x="128" y="34"/>
                    <a:pt x="124" y="38"/>
                  </a:cubicBezTo>
                  <a:cubicBezTo>
                    <a:pt x="119" y="44"/>
                    <a:pt x="114" y="51"/>
                    <a:pt x="108" y="56"/>
                  </a:cubicBezTo>
                  <a:cubicBezTo>
                    <a:pt x="109" y="52"/>
                    <a:pt x="111" y="48"/>
                    <a:pt x="112" y="44"/>
                  </a:cubicBezTo>
                  <a:cubicBezTo>
                    <a:pt x="108" y="45"/>
                    <a:pt x="106" y="49"/>
                    <a:pt x="103" y="51"/>
                  </a:cubicBezTo>
                  <a:cubicBezTo>
                    <a:pt x="102" y="48"/>
                    <a:pt x="107" y="44"/>
                    <a:pt x="109" y="42"/>
                  </a:cubicBezTo>
                  <a:cubicBezTo>
                    <a:pt x="113" y="38"/>
                    <a:pt x="116" y="33"/>
                    <a:pt x="121" y="28"/>
                  </a:cubicBezTo>
                  <a:cubicBezTo>
                    <a:pt x="125" y="23"/>
                    <a:pt x="130" y="19"/>
                    <a:pt x="134" y="13"/>
                  </a:cubicBezTo>
                  <a:cubicBezTo>
                    <a:pt x="136" y="11"/>
                    <a:pt x="137" y="7"/>
                    <a:pt x="140" y="5"/>
                  </a:cubicBezTo>
                  <a:cubicBezTo>
                    <a:pt x="141" y="6"/>
                    <a:pt x="141" y="6"/>
                    <a:pt x="141" y="6"/>
                  </a:cubicBezTo>
                  <a:moveTo>
                    <a:pt x="67" y="6"/>
                  </a:moveTo>
                  <a:cubicBezTo>
                    <a:pt x="67" y="4"/>
                    <a:pt x="70" y="2"/>
                    <a:pt x="72" y="2"/>
                  </a:cubicBezTo>
                  <a:cubicBezTo>
                    <a:pt x="73" y="2"/>
                    <a:pt x="73" y="2"/>
                    <a:pt x="74" y="2"/>
                  </a:cubicBezTo>
                  <a:cubicBezTo>
                    <a:pt x="72" y="8"/>
                    <a:pt x="65" y="13"/>
                    <a:pt x="61" y="18"/>
                  </a:cubicBezTo>
                  <a:cubicBezTo>
                    <a:pt x="56" y="22"/>
                    <a:pt x="52" y="27"/>
                    <a:pt x="48" y="32"/>
                  </a:cubicBezTo>
                  <a:cubicBezTo>
                    <a:pt x="45" y="36"/>
                    <a:pt x="42" y="42"/>
                    <a:pt x="38" y="45"/>
                  </a:cubicBezTo>
                  <a:cubicBezTo>
                    <a:pt x="38" y="43"/>
                    <a:pt x="39" y="42"/>
                    <a:pt x="38" y="42"/>
                  </a:cubicBezTo>
                  <a:cubicBezTo>
                    <a:pt x="38" y="42"/>
                    <a:pt x="37" y="42"/>
                    <a:pt x="36" y="42"/>
                  </a:cubicBezTo>
                  <a:cubicBezTo>
                    <a:pt x="32" y="44"/>
                    <a:pt x="31" y="52"/>
                    <a:pt x="26" y="52"/>
                  </a:cubicBezTo>
                  <a:cubicBezTo>
                    <a:pt x="26" y="49"/>
                    <a:pt x="29" y="45"/>
                    <a:pt x="32" y="43"/>
                  </a:cubicBezTo>
                  <a:cubicBezTo>
                    <a:pt x="36" y="37"/>
                    <a:pt x="40" y="31"/>
                    <a:pt x="45" y="26"/>
                  </a:cubicBezTo>
                  <a:cubicBezTo>
                    <a:pt x="49" y="21"/>
                    <a:pt x="53" y="16"/>
                    <a:pt x="58" y="11"/>
                  </a:cubicBezTo>
                  <a:cubicBezTo>
                    <a:pt x="60" y="9"/>
                    <a:pt x="63" y="7"/>
                    <a:pt x="65" y="5"/>
                  </a:cubicBezTo>
                  <a:cubicBezTo>
                    <a:pt x="67" y="6"/>
                    <a:pt x="67" y="6"/>
                    <a:pt x="67" y="6"/>
                  </a:cubicBezTo>
                  <a:moveTo>
                    <a:pt x="91" y="0"/>
                  </a:moveTo>
                  <a:cubicBezTo>
                    <a:pt x="83" y="0"/>
                    <a:pt x="83" y="0"/>
                    <a:pt x="83" y="0"/>
                  </a:cubicBezTo>
                  <a:cubicBezTo>
                    <a:pt x="58" y="0"/>
                    <a:pt x="30" y="2"/>
                    <a:pt x="0" y="8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2" y="44"/>
                    <a:pt x="5" y="40"/>
                    <a:pt x="6" y="35"/>
                  </a:cubicBezTo>
                  <a:cubicBezTo>
                    <a:pt x="4" y="36"/>
                    <a:pt x="3" y="38"/>
                    <a:pt x="2" y="40"/>
                  </a:cubicBezTo>
                  <a:cubicBezTo>
                    <a:pt x="3" y="32"/>
                    <a:pt x="12" y="25"/>
                    <a:pt x="17" y="19"/>
                  </a:cubicBezTo>
                  <a:cubicBezTo>
                    <a:pt x="20" y="16"/>
                    <a:pt x="23" y="13"/>
                    <a:pt x="26" y="9"/>
                  </a:cubicBezTo>
                  <a:cubicBezTo>
                    <a:pt x="27" y="8"/>
                    <a:pt x="29" y="4"/>
                    <a:pt x="32" y="4"/>
                  </a:cubicBezTo>
                  <a:cubicBezTo>
                    <a:pt x="32" y="4"/>
                    <a:pt x="32" y="4"/>
                    <a:pt x="33" y="4"/>
                  </a:cubicBezTo>
                  <a:cubicBezTo>
                    <a:pt x="34" y="4"/>
                    <a:pt x="34" y="4"/>
                    <a:pt x="34" y="4"/>
                  </a:cubicBezTo>
                  <a:cubicBezTo>
                    <a:pt x="34" y="4"/>
                    <a:pt x="34" y="4"/>
                    <a:pt x="34" y="4"/>
                  </a:cubicBezTo>
                  <a:cubicBezTo>
                    <a:pt x="32" y="8"/>
                    <a:pt x="27" y="12"/>
                    <a:pt x="26" y="16"/>
                  </a:cubicBezTo>
                  <a:cubicBezTo>
                    <a:pt x="30" y="15"/>
                    <a:pt x="33" y="9"/>
                    <a:pt x="38" y="9"/>
                  </a:cubicBezTo>
                  <a:cubicBezTo>
                    <a:pt x="38" y="9"/>
                    <a:pt x="38" y="9"/>
                    <a:pt x="39" y="9"/>
                  </a:cubicBezTo>
                  <a:cubicBezTo>
                    <a:pt x="33" y="17"/>
                    <a:pt x="24" y="22"/>
                    <a:pt x="17" y="29"/>
                  </a:cubicBezTo>
                  <a:cubicBezTo>
                    <a:pt x="13" y="33"/>
                    <a:pt x="9" y="37"/>
                    <a:pt x="6" y="42"/>
                  </a:cubicBezTo>
                  <a:cubicBezTo>
                    <a:pt x="5" y="45"/>
                    <a:pt x="2" y="50"/>
                    <a:pt x="0" y="52"/>
                  </a:cubicBezTo>
                  <a:cubicBezTo>
                    <a:pt x="0" y="62"/>
                    <a:pt x="0" y="62"/>
                    <a:pt x="0" y="62"/>
                  </a:cubicBezTo>
                  <a:cubicBezTo>
                    <a:pt x="1" y="62"/>
                    <a:pt x="1" y="63"/>
                    <a:pt x="2" y="64"/>
                  </a:cubicBezTo>
                  <a:cubicBezTo>
                    <a:pt x="4" y="65"/>
                    <a:pt x="7" y="67"/>
                    <a:pt x="11" y="69"/>
                  </a:cubicBezTo>
                  <a:cubicBezTo>
                    <a:pt x="19" y="73"/>
                    <a:pt x="29" y="77"/>
                    <a:pt x="40" y="77"/>
                  </a:cubicBezTo>
                  <a:cubicBezTo>
                    <a:pt x="40" y="77"/>
                    <a:pt x="40" y="77"/>
                    <a:pt x="40" y="77"/>
                  </a:cubicBezTo>
                  <a:cubicBezTo>
                    <a:pt x="50" y="77"/>
                    <a:pt x="60" y="73"/>
                    <a:pt x="70" y="63"/>
                  </a:cubicBezTo>
                  <a:cubicBezTo>
                    <a:pt x="71" y="62"/>
                    <a:pt x="71" y="60"/>
                    <a:pt x="72" y="58"/>
                  </a:cubicBezTo>
                  <a:cubicBezTo>
                    <a:pt x="73" y="56"/>
                    <a:pt x="75" y="53"/>
                    <a:pt x="78" y="51"/>
                  </a:cubicBezTo>
                  <a:cubicBezTo>
                    <a:pt x="81" y="49"/>
                    <a:pt x="84" y="49"/>
                    <a:pt x="88" y="49"/>
                  </a:cubicBezTo>
                  <a:cubicBezTo>
                    <a:pt x="88" y="49"/>
                    <a:pt x="88" y="49"/>
                    <a:pt x="88" y="49"/>
                  </a:cubicBezTo>
                  <a:cubicBezTo>
                    <a:pt x="88" y="49"/>
                    <a:pt x="88" y="49"/>
                    <a:pt x="88" y="49"/>
                  </a:cubicBezTo>
                  <a:cubicBezTo>
                    <a:pt x="88" y="49"/>
                    <a:pt x="88" y="49"/>
                    <a:pt x="88" y="49"/>
                  </a:cubicBezTo>
                  <a:cubicBezTo>
                    <a:pt x="88" y="49"/>
                    <a:pt x="88" y="49"/>
                    <a:pt x="89" y="49"/>
                  </a:cubicBezTo>
                  <a:cubicBezTo>
                    <a:pt x="92" y="49"/>
                    <a:pt x="95" y="49"/>
                    <a:pt x="98" y="51"/>
                  </a:cubicBezTo>
                  <a:cubicBezTo>
                    <a:pt x="100" y="52"/>
                    <a:pt x="102" y="54"/>
                    <a:pt x="103" y="56"/>
                  </a:cubicBezTo>
                  <a:cubicBezTo>
                    <a:pt x="105" y="58"/>
                    <a:pt x="105" y="61"/>
                    <a:pt x="106" y="63"/>
                  </a:cubicBezTo>
                  <a:cubicBezTo>
                    <a:pt x="116" y="73"/>
                    <a:pt x="126" y="77"/>
                    <a:pt x="136" y="77"/>
                  </a:cubicBezTo>
                  <a:cubicBezTo>
                    <a:pt x="136" y="77"/>
                    <a:pt x="136" y="77"/>
                    <a:pt x="136" y="77"/>
                  </a:cubicBezTo>
                  <a:cubicBezTo>
                    <a:pt x="146" y="77"/>
                    <a:pt x="156" y="73"/>
                    <a:pt x="163" y="70"/>
                  </a:cubicBezTo>
                  <a:cubicBezTo>
                    <a:pt x="169" y="67"/>
                    <a:pt x="174" y="64"/>
                    <a:pt x="176" y="62"/>
                  </a:cubicBezTo>
                  <a:cubicBezTo>
                    <a:pt x="176" y="8"/>
                    <a:pt x="176" y="8"/>
                    <a:pt x="176" y="8"/>
                  </a:cubicBezTo>
                  <a:cubicBezTo>
                    <a:pt x="145" y="2"/>
                    <a:pt x="116" y="0"/>
                    <a:pt x="9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60575" name="Freeform 411">
              <a:extLst>
                <a:ext uri="{FF2B5EF4-FFF2-40B4-BE49-F238E27FC236}">
                  <a16:creationId xmlns:a16="http://schemas.microsoft.com/office/drawing/2014/main" id="{8EC74E44-A03E-4492-9694-0621765B35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2" y="1299"/>
              <a:ext cx="470" cy="222"/>
            </a:xfrm>
            <a:custGeom>
              <a:avLst/>
              <a:gdLst>
                <a:gd name="T0" fmla="*/ 1470 w 188"/>
                <a:gd name="T1" fmla="*/ 853 h 89"/>
                <a:gd name="T2" fmla="*/ 1220 w 188"/>
                <a:gd name="T3" fmla="*/ 995 h 89"/>
                <a:gd name="T4" fmla="*/ 1188 w 188"/>
                <a:gd name="T5" fmla="*/ 1090 h 89"/>
                <a:gd name="T6" fmla="*/ 1208 w 188"/>
                <a:gd name="T7" fmla="*/ 1058 h 89"/>
                <a:gd name="T8" fmla="*/ 270 w 188"/>
                <a:gd name="T9" fmla="*/ 1162 h 89"/>
                <a:gd name="T10" fmla="*/ 95 w 188"/>
                <a:gd name="T11" fmla="*/ 1058 h 89"/>
                <a:gd name="T12" fmla="*/ 83 w 188"/>
                <a:gd name="T13" fmla="*/ 1040 h 89"/>
                <a:gd name="T14" fmla="*/ 95 w 188"/>
                <a:gd name="T15" fmla="*/ 1090 h 89"/>
                <a:gd name="T16" fmla="*/ 50 w 188"/>
                <a:gd name="T17" fmla="*/ 187 h 89"/>
                <a:gd name="T18" fmla="*/ 1395 w 188"/>
                <a:gd name="T19" fmla="*/ 92 h 89"/>
                <a:gd name="T20" fmla="*/ 1395 w 188"/>
                <a:gd name="T21" fmla="*/ 92 h 89"/>
                <a:gd name="T22" fmla="*/ 1520 w 188"/>
                <a:gd name="T23" fmla="*/ 42 h 89"/>
                <a:gd name="T24" fmla="*/ 2875 w 188"/>
                <a:gd name="T25" fmla="*/ 229 h 89"/>
                <a:gd name="T26" fmla="*/ 2845 w 188"/>
                <a:gd name="T27" fmla="*/ 187 h 89"/>
                <a:gd name="T28" fmla="*/ 2895 w 188"/>
                <a:gd name="T29" fmla="*/ 1090 h 89"/>
                <a:gd name="T30" fmla="*/ 2863 w 188"/>
                <a:gd name="T31" fmla="*/ 1040 h 89"/>
                <a:gd name="T32" fmla="*/ 2220 w 188"/>
                <a:gd name="T33" fmla="*/ 1287 h 89"/>
                <a:gd name="T34" fmla="*/ 1708 w 188"/>
                <a:gd name="T35" fmla="*/ 1090 h 89"/>
                <a:gd name="T36" fmla="*/ 1750 w 188"/>
                <a:gd name="T37" fmla="*/ 1090 h 89"/>
                <a:gd name="T38" fmla="*/ 1625 w 188"/>
                <a:gd name="T39" fmla="*/ 883 h 89"/>
                <a:gd name="T40" fmla="*/ 1470 w 188"/>
                <a:gd name="T41" fmla="*/ 853 h 89"/>
                <a:gd name="T42" fmla="*/ 1470 w 188"/>
                <a:gd name="T43" fmla="*/ 945 h 89"/>
                <a:gd name="T44" fmla="*/ 1583 w 188"/>
                <a:gd name="T45" fmla="*/ 965 h 89"/>
                <a:gd name="T46" fmla="*/ 1658 w 188"/>
                <a:gd name="T47" fmla="*/ 1090 h 89"/>
                <a:gd name="T48" fmla="*/ 1658 w 188"/>
                <a:gd name="T49" fmla="*/ 1090 h 89"/>
                <a:gd name="T50" fmla="*/ 1658 w 188"/>
                <a:gd name="T51" fmla="*/ 1090 h 89"/>
                <a:gd name="T52" fmla="*/ 1658 w 188"/>
                <a:gd name="T53" fmla="*/ 1090 h 89"/>
                <a:gd name="T54" fmla="*/ 2220 w 188"/>
                <a:gd name="T55" fmla="*/ 1382 h 89"/>
                <a:gd name="T56" fmla="*/ 2925 w 188"/>
                <a:gd name="T57" fmla="*/ 1120 h 89"/>
                <a:gd name="T58" fmla="*/ 2938 w 188"/>
                <a:gd name="T59" fmla="*/ 187 h 89"/>
                <a:gd name="T60" fmla="*/ 1520 w 188"/>
                <a:gd name="T61" fmla="*/ 0 h 89"/>
                <a:gd name="T62" fmla="*/ 1395 w 188"/>
                <a:gd name="T63" fmla="*/ 0 h 89"/>
                <a:gd name="T64" fmla="*/ 33 w 188"/>
                <a:gd name="T65" fmla="*/ 137 h 89"/>
                <a:gd name="T66" fmla="*/ 0 w 188"/>
                <a:gd name="T67" fmla="*/ 1090 h 89"/>
                <a:gd name="T68" fmla="*/ 220 w 188"/>
                <a:gd name="T69" fmla="*/ 1245 h 89"/>
                <a:gd name="T70" fmla="*/ 1283 w 188"/>
                <a:gd name="T71" fmla="*/ 1120 h 89"/>
                <a:gd name="T72" fmla="*/ 1270 w 188"/>
                <a:gd name="T73" fmla="*/ 1090 h 89"/>
                <a:gd name="T74" fmla="*/ 1283 w 188"/>
                <a:gd name="T75" fmla="*/ 1090 h 89"/>
                <a:gd name="T76" fmla="*/ 1283 w 188"/>
                <a:gd name="T77" fmla="*/ 1090 h 89"/>
                <a:gd name="T78" fmla="*/ 1313 w 188"/>
                <a:gd name="T79" fmla="*/ 1008 h 89"/>
                <a:gd name="T80" fmla="*/ 1470 w 188"/>
                <a:gd name="T81" fmla="*/ 945 h 89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188" h="89">
                  <a:moveTo>
                    <a:pt x="94" y="58"/>
                  </a:moveTo>
                  <a:cubicBezTo>
                    <a:pt x="94" y="55"/>
                    <a:pt x="94" y="55"/>
                    <a:pt x="94" y="55"/>
                  </a:cubicBezTo>
                  <a:cubicBezTo>
                    <a:pt x="90" y="55"/>
                    <a:pt x="87" y="55"/>
                    <a:pt x="84" y="57"/>
                  </a:cubicBezTo>
                  <a:cubicBezTo>
                    <a:pt x="81" y="59"/>
                    <a:pt x="79" y="62"/>
                    <a:pt x="78" y="64"/>
                  </a:cubicBezTo>
                  <a:cubicBezTo>
                    <a:pt x="77" y="67"/>
                    <a:pt x="76" y="69"/>
                    <a:pt x="76" y="70"/>
                  </a:cubicBezTo>
                  <a:cubicBezTo>
                    <a:pt x="76" y="70"/>
                    <a:pt x="76" y="70"/>
                    <a:pt x="76" y="70"/>
                  </a:cubicBezTo>
                  <a:cubicBezTo>
                    <a:pt x="79" y="70"/>
                    <a:pt x="79" y="70"/>
                    <a:pt x="79" y="70"/>
                  </a:cubicBezTo>
                  <a:cubicBezTo>
                    <a:pt x="77" y="68"/>
                    <a:pt x="77" y="68"/>
                    <a:pt x="77" y="68"/>
                  </a:cubicBezTo>
                  <a:cubicBezTo>
                    <a:pt x="67" y="79"/>
                    <a:pt x="56" y="83"/>
                    <a:pt x="46" y="83"/>
                  </a:cubicBezTo>
                  <a:cubicBezTo>
                    <a:pt x="35" y="83"/>
                    <a:pt x="25" y="79"/>
                    <a:pt x="17" y="75"/>
                  </a:cubicBezTo>
                  <a:cubicBezTo>
                    <a:pt x="13" y="73"/>
                    <a:pt x="10" y="71"/>
                    <a:pt x="8" y="70"/>
                  </a:cubicBezTo>
                  <a:cubicBezTo>
                    <a:pt x="7" y="69"/>
                    <a:pt x="6" y="68"/>
                    <a:pt x="6" y="68"/>
                  </a:cubicBezTo>
                  <a:cubicBezTo>
                    <a:pt x="5" y="67"/>
                    <a:pt x="5" y="67"/>
                    <a:pt x="5" y="67"/>
                  </a:cubicBezTo>
                  <a:cubicBezTo>
                    <a:pt x="5" y="67"/>
                    <a:pt x="5" y="67"/>
                    <a:pt x="5" y="67"/>
                  </a:cubicBezTo>
                  <a:cubicBezTo>
                    <a:pt x="3" y="70"/>
                    <a:pt x="3" y="70"/>
                    <a:pt x="3" y="70"/>
                  </a:cubicBezTo>
                  <a:cubicBezTo>
                    <a:pt x="6" y="70"/>
                    <a:pt x="6" y="70"/>
                    <a:pt x="6" y="70"/>
                  </a:cubicBezTo>
                  <a:cubicBezTo>
                    <a:pt x="6" y="12"/>
                    <a:pt x="6" y="12"/>
                    <a:pt x="6" y="12"/>
                  </a:cubicBezTo>
                  <a:cubicBezTo>
                    <a:pt x="3" y="12"/>
                    <a:pt x="3" y="12"/>
                    <a:pt x="3" y="12"/>
                  </a:cubicBezTo>
                  <a:cubicBezTo>
                    <a:pt x="4" y="15"/>
                    <a:pt x="4" y="15"/>
                    <a:pt x="4" y="15"/>
                  </a:cubicBezTo>
                  <a:cubicBezTo>
                    <a:pt x="34" y="9"/>
                    <a:pt x="63" y="6"/>
                    <a:pt x="89" y="6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6"/>
                    <a:pt x="89" y="6"/>
                    <a:pt x="89" y="6"/>
                  </a:cubicBezTo>
                  <a:cubicBezTo>
                    <a:pt x="97" y="6"/>
                    <a:pt x="97" y="6"/>
                    <a:pt x="97" y="6"/>
                  </a:cubicBezTo>
                  <a:cubicBezTo>
                    <a:pt x="97" y="3"/>
                    <a:pt x="97" y="3"/>
                    <a:pt x="97" y="3"/>
                  </a:cubicBezTo>
                  <a:cubicBezTo>
                    <a:pt x="97" y="6"/>
                    <a:pt x="97" y="6"/>
                    <a:pt x="97" y="6"/>
                  </a:cubicBezTo>
                  <a:cubicBezTo>
                    <a:pt x="123" y="6"/>
                    <a:pt x="153" y="8"/>
                    <a:pt x="184" y="15"/>
                  </a:cubicBezTo>
                  <a:cubicBezTo>
                    <a:pt x="185" y="12"/>
                    <a:pt x="185" y="12"/>
                    <a:pt x="185" y="12"/>
                  </a:cubicBezTo>
                  <a:cubicBezTo>
                    <a:pt x="182" y="12"/>
                    <a:pt x="182" y="12"/>
                    <a:pt x="182" y="12"/>
                  </a:cubicBezTo>
                  <a:cubicBezTo>
                    <a:pt x="182" y="70"/>
                    <a:pt x="182" y="70"/>
                    <a:pt x="182" y="70"/>
                  </a:cubicBezTo>
                  <a:cubicBezTo>
                    <a:pt x="185" y="70"/>
                    <a:pt x="185" y="70"/>
                    <a:pt x="185" y="70"/>
                  </a:cubicBezTo>
                  <a:cubicBezTo>
                    <a:pt x="183" y="67"/>
                    <a:pt x="183" y="67"/>
                    <a:pt x="183" y="67"/>
                  </a:cubicBezTo>
                  <a:cubicBezTo>
                    <a:pt x="183" y="67"/>
                    <a:pt x="183" y="67"/>
                    <a:pt x="183" y="67"/>
                  </a:cubicBezTo>
                  <a:cubicBezTo>
                    <a:pt x="182" y="68"/>
                    <a:pt x="177" y="72"/>
                    <a:pt x="169" y="76"/>
                  </a:cubicBezTo>
                  <a:cubicBezTo>
                    <a:pt x="162" y="79"/>
                    <a:pt x="152" y="83"/>
                    <a:pt x="142" y="83"/>
                  </a:cubicBezTo>
                  <a:cubicBezTo>
                    <a:pt x="132" y="83"/>
                    <a:pt x="121" y="79"/>
                    <a:pt x="111" y="68"/>
                  </a:cubicBezTo>
                  <a:cubicBezTo>
                    <a:pt x="109" y="70"/>
                    <a:pt x="109" y="70"/>
                    <a:pt x="109" y="70"/>
                  </a:cubicBezTo>
                  <a:cubicBezTo>
                    <a:pt x="112" y="70"/>
                    <a:pt x="112" y="70"/>
                    <a:pt x="112" y="70"/>
                  </a:cubicBezTo>
                  <a:cubicBezTo>
                    <a:pt x="112" y="70"/>
                    <a:pt x="112" y="70"/>
                    <a:pt x="112" y="70"/>
                  </a:cubicBezTo>
                  <a:cubicBezTo>
                    <a:pt x="112" y="69"/>
                    <a:pt x="111" y="65"/>
                    <a:pt x="109" y="62"/>
                  </a:cubicBezTo>
                  <a:cubicBezTo>
                    <a:pt x="108" y="60"/>
                    <a:pt x="106" y="58"/>
                    <a:pt x="104" y="57"/>
                  </a:cubicBezTo>
                  <a:cubicBezTo>
                    <a:pt x="101" y="55"/>
                    <a:pt x="98" y="55"/>
                    <a:pt x="94" y="55"/>
                  </a:cubicBezTo>
                  <a:cubicBezTo>
                    <a:pt x="94" y="55"/>
                    <a:pt x="94" y="55"/>
                    <a:pt x="94" y="55"/>
                  </a:cubicBezTo>
                  <a:cubicBezTo>
                    <a:pt x="94" y="58"/>
                    <a:pt x="94" y="58"/>
                    <a:pt x="94" y="58"/>
                  </a:cubicBezTo>
                  <a:cubicBezTo>
                    <a:pt x="94" y="61"/>
                    <a:pt x="94" y="61"/>
                    <a:pt x="94" y="61"/>
                  </a:cubicBezTo>
                  <a:cubicBezTo>
                    <a:pt x="94" y="61"/>
                    <a:pt x="94" y="61"/>
                    <a:pt x="94" y="61"/>
                  </a:cubicBezTo>
                  <a:cubicBezTo>
                    <a:pt x="97" y="61"/>
                    <a:pt x="100" y="61"/>
                    <a:pt x="101" y="62"/>
                  </a:cubicBezTo>
                  <a:cubicBezTo>
                    <a:pt x="103" y="63"/>
                    <a:pt x="104" y="65"/>
                    <a:pt x="105" y="66"/>
                  </a:cubicBezTo>
                  <a:cubicBezTo>
                    <a:pt x="106" y="68"/>
                    <a:pt x="106" y="70"/>
                    <a:pt x="106" y="70"/>
                  </a:cubicBezTo>
                  <a:cubicBezTo>
                    <a:pt x="106" y="70"/>
                    <a:pt x="106" y="70"/>
                    <a:pt x="106" y="70"/>
                  </a:cubicBezTo>
                  <a:cubicBezTo>
                    <a:pt x="106" y="70"/>
                    <a:pt x="106" y="70"/>
                    <a:pt x="106" y="70"/>
                  </a:cubicBezTo>
                  <a:cubicBezTo>
                    <a:pt x="106" y="70"/>
                    <a:pt x="106" y="70"/>
                    <a:pt x="106" y="70"/>
                  </a:cubicBezTo>
                  <a:cubicBezTo>
                    <a:pt x="106" y="70"/>
                    <a:pt x="106" y="70"/>
                    <a:pt x="106" y="70"/>
                  </a:cubicBezTo>
                  <a:cubicBezTo>
                    <a:pt x="106" y="70"/>
                    <a:pt x="106" y="70"/>
                    <a:pt x="106" y="70"/>
                  </a:cubicBezTo>
                  <a:cubicBezTo>
                    <a:pt x="106" y="70"/>
                    <a:pt x="106" y="70"/>
                    <a:pt x="106" y="70"/>
                  </a:cubicBezTo>
                  <a:cubicBezTo>
                    <a:pt x="106" y="71"/>
                    <a:pt x="106" y="72"/>
                    <a:pt x="106" y="72"/>
                  </a:cubicBezTo>
                  <a:cubicBezTo>
                    <a:pt x="118" y="84"/>
                    <a:pt x="131" y="89"/>
                    <a:pt x="142" y="89"/>
                  </a:cubicBezTo>
                  <a:cubicBezTo>
                    <a:pt x="155" y="89"/>
                    <a:pt x="166" y="84"/>
                    <a:pt x="174" y="80"/>
                  </a:cubicBezTo>
                  <a:cubicBezTo>
                    <a:pt x="182" y="76"/>
                    <a:pt x="187" y="72"/>
                    <a:pt x="187" y="72"/>
                  </a:cubicBezTo>
                  <a:cubicBezTo>
                    <a:pt x="188" y="71"/>
                    <a:pt x="188" y="70"/>
                    <a:pt x="188" y="70"/>
                  </a:cubicBezTo>
                  <a:cubicBezTo>
                    <a:pt x="188" y="12"/>
                    <a:pt x="188" y="12"/>
                    <a:pt x="188" y="12"/>
                  </a:cubicBezTo>
                  <a:cubicBezTo>
                    <a:pt x="188" y="10"/>
                    <a:pt x="187" y="9"/>
                    <a:pt x="186" y="9"/>
                  </a:cubicBezTo>
                  <a:cubicBezTo>
                    <a:pt x="154" y="2"/>
                    <a:pt x="123" y="0"/>
                    <a:pt x="97" y="0"/>
                  </a:cubicBezTo>
                  <a:cubicBezTo>
                    <a:pt x="97" y="0"/>
                    <a:pt x="97" y="0"/>
                    <a:pt x="97" y="0"/>
                  </a:cubicBezTo>
                  <a:cubicBezTo>
                    <a:pt x="89" y="0"/>
                    <a:pt x="89" y="0"/>
                    <a:pt x="89" y="0"/>
                  </a:cubicBezTo>
                  <a:cubicBezTo>
                    <a:pt x="89" y="0"/>
                    <a:pt x="89" y="0"/>
                    <a:pt x="89" y="0"/>
                  </a:cubicBezTo>
                  <a:cubicBezTo>
                    <a:pt x="63" y="0"/>
                    <a:pt x="34" y="3"/>
                    <a:pt x="2" y="9"/>
                  </a:cubicBezTo>
                  <a:cubicBezTo>
                    <a:pt x="1" y="9"/>
                    <a:pt x="0" y="10"/>
                    <a:pt x="0" y="12"/>
                  </a:cubicBezTo>
                  <a:cubicBezTo>
                    <a:pt x="0" y="70"/>
                    <a:pt x="0" y="70"/>
                    <a:pt x="0" y="70"/>
                  </a:cubicBezTo>
                  <a:cubicBezTo>
                    <a:pt x="0" y="70"/>
                    <a:pt x="0" y="71"/>
                    <a:pt x="1" y="72"/>
                  </a:cubicBezTo>
                  <a:cubicBezTo>
                    <a:pt x="1" y="72"/>
                    <a:pt x="6" y="76"/>
                    <a:pt x="14" y="80"/>
                  </a:cubicBezTo>
                  <a:cubicBezTo>
                    <a:pt x="22" y="84"/>
                    <a:pt x="33" y="89"/>
                    <a:pt x="46" y="89"/>
                  </a:cubicBezTo>
                  <a:cubicBezTo>
                    <a:pt x="57" y="89"/>
                    <a:pt x="70" y="84"/>
                    <a:pt x="82" y="72"/>
                  </a:cubicBezTo>
                  <a:cubicBezTo>
                    <a:pt x="82" y="72"/>
                    <a:pt x="82" y="71"/>
                    <a:pt x="82" y="70"/>
                  </a:cubicBezTo>
                  <a:cubicBezTo>
                    <a:pt x="81" y="70"/>
                    <a:pt x="81" y="70"/>
                    <a:pt x="81" y="70"/>
                  </a:cubicBezTo>
                  <a:cubicBezTo>
                    <a:pt x="82" y="70"/>
                    <a:pt x="82" y="70"/>
                    <a:pt x="82" y="70"/>
                  </a:cubicBezTo>
                  <a:cubicBezTo>
                    <a:pt x="82" y="70"/>
                    <a:pt x="82" y="70"/>
                    <a:pt x="82" y="70"/>
                  </a:cubicBezTo>
                  <a:cubicBezTo>
                    <a:pt x="81" y="70"/>
                    <a:pt x="81" y="70"/>
                    <a:pt x="81" y="70"/>
                  </a:cubicBezTo>
                  <a:cubicBezTo>
                    <a:pt x="82" y="70"/>
                    <a:pt x="82" y="70"/>
                    <a:pt x="82" y="70"/>
                  </a:cubicBezTo>
                  <a:cubicBezTo>
                    <a:pt x="82" y="70"/>
                    <a:pt x="82" y="70"/>
                    <a:pt x="82" y="70"/>
                  </a:cubicBezTo>
                  <a:cubicBezTo>
                    <a:pt x="82" y="69"/>
                    <a:pt x="83" y="67"/>
                    <a:pt x="84" y="65"/>
                  </a:cubicBezTo>
                  <a:cubicBezTo>
                    <a:pt x="85" y="64"/>
                    <a:pt x="86" y="63"/>
                    <a:pt x="87" y="62"/>
                  </a:cubicBezTo>
                  <a:cubicBezTo>
                    <a:pt x="88" y="61"/>
                    <a:pt x="91" y="61"/>
                    <a:pt x="94" y="61"/>
                  </a:cubicBezTo>
                  <a:cubicBezTo>
                    <a:pt x="94" y="58"/>
                    <a:pt x="94" y="58"/>
                    <a:pt x="94" y="58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60576" name="Freeform 412">
              <a:extLst>
                <a:ext uri="{FF2B5EF4-FFF2-40B4-BE49-F238E27FC236}">
                  <a16:creationId xmlns:a16="http://schemas.microsoft.com/office/drawing/2014/main" id="{7FB81A52-2793-4742-AF1D-1EF94C2AE3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7" y="1366"/>
              <a:ext cx="42" cy="60"/>
            </a:xfrm>
            <a:custGeom>
              <a:avLst/>
              <a:gdLst>
                <a:gd name="T0" fmla="*/ 257 w 17"/>
                <a:gd name="T1" fmla="*/ 0 h 24"/>
                <a:gd name="T2" fmla="*/ 257 w 17"/>
                <a:gd name="T3" fmla="*/ 375 h 24"/>
                <a:gd name="T4" fmla="*/ 257 w 17"/>
                <a:gd name="T5" fmla="*/ 0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4">
                  <a:moveTo>
                    <a:pt x="17" y="0"/>
                  </a:moveTo>
                  <a:cubicBezTo>
                    <a:pt x="17" y="0"/>
                    <a:pt x="0" y="10"/>
                    <a:pt x="17" y="24"/>
                  </a:cubicBezTo>
                  <a:lnTo>
                    <a:pt x="17" y="0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60577" name="Freeform 413">
              <a:extLst>
                <a:ext uri="{FF2B5EF4-FFF2-40B4-BE49-F238E27FC236}">
                  <a16:creationId xmlns:a16="http://schemas.microsoft.com/office/drawing/2014/main" id="{CAC11068-F03C-46CB-8361-0665588F0C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5" y="1366"/>
              <a:ext cx="33" cy="63"/>
            </a:xfrm>
            <a:custGeom>
              <a:avLst/>
              <a:gdLst>
                <a:gd name="T0" fmla="*/ 0 w 13"/>
                <a:gd name="T1" fmla="*/ 0 h 25"/>
                <a:gd name="T2" fmla="*/ 0 w 13"/>
                <a:gd name="T3" fmla="*/ 401 h 25"/>
                <a:gd name="T4" fmla="*/ 0 w 13"/>
                <a:gd name="T5" fmla="*/ 0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25">
                  <a:moveTo>
                    <a:pt x="0" y="0"/>
                  </a:moveTo>
                  <a:cubicBezTo>
                    <a:pt x="0" y="25"/>
                    <a:pt x="0" y="25"/>
                    <a:pt x="0" y="25"/>
                  </a:cubicBezTo>
                  <a:cubicBezTo>
                    <a:pt x="0" y="25"/>
                    <a:pt x="13" y="11"/>
                    <a:pt x="0" y="0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60578" name="Freeform 414">
              <a:extLst>
                <a:ext uri="{FF2B5EF4-FFF2-40B4-BE49-F238E27FC236}">
                  <a16:creationId xmlns:a16="http://schemas.microsoft.com/office/drawing/2014/main" id="{3676FE4B-E000-4E90-8115-71EC14F454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7" y="1324"/>
              <a:ext cx="98" cy="120"/>
            </a:xfrm>
            <a:custGeom>
              <a:avLst/>
              <a:gdLst>
                <a:gd name="T0" fmla="*/ 505 w 39"/>
                <a:gd name="T1" fmla="*/ 0 h 48"/>
                <a:gd name="T2" fmla="*/ 410 w 39"/>
                <a:gd name="T3" fmla="*/ 83 h 48"/>
                <a:gd name="T4" fmla="*/ 271 w 39"/>
                <a:gd name="T5" fmla="*/ 238 h 48"/>
                <a:gd name="T6" fmla="*/ 33 w 39"/>
                <a:gd name="T7" fmla="*/ 563 h 48"/>
                <a:gd name="T8" fmla="*/ 95 w 39"/>
                <a:gd name="T9" fmla="*/ 488 h 48"/>
                <a:gd name="T10" fmla="*/ 0 w 39"/>
                <a:gd name="T11" fmla="*/ 688 h 48"/>
                <a:gd name="T12" fmla="*/ 0 w 39"/>
                <a:gd name="T13" fmla="*/ 750 h 48"/>
                <a:gd name="T14" fmla="*/ 95 w 39"/>
                <a:gd name="T15" fmla="*/ 595 h 48"/>
                <a:gd name="T16" fmla="*/ 271 w 39"/>
                <a:gd name="T17" fmla="*/ 395 h 48"/>
                <a:gd name="T18" fmla="*/ 618 w 39"/>
                <a:gd name="T19" fmla="*/ 83 h 48"/>
                <a:gd name="T20" fmla="*/ 601 w 39"/>
                <a:gd name="T21" fmla="*/ 83 h 48"/>
                <a:gd name="T22" fmla="*/ 410 w 39"/>
                <a:gd name="T23" fmla="*/ 188 h 48"/>
                <a:gd name="T24" fmla="*/ 538 w 39"/>
                <a:gd name="T25" fmla="*/ 0 h 48"/>
                <a:gd name="T26" fmla="*/ 525 w 39"/>
                <a:gd name="T27" fmla="*/ 0 h 48"/>
                <a:gd name="T28" fmla="*/ 505 w 39"/>
                <a:gd name="T29" fmla="*/ 0 h 4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39" h="48">
                  <a:moveTo>
                    <a:pt x="32" y="0"/>
                  </a:moveTo>
                  <a:cubicBezTo>
                    <a:pt x="29" y="0"/>
                    <a:pt x="27" y="4"/>
                    <a:pt x="26" y="5"/>
                  </a:cubicBezTo>
                  <a:cubicBezTo>
                    <a:pt x="23" y="9"/>
                    <a:pt x="20" y="12"/>
                    <a:pt x="17" y="15"/>
                  </a:cubicBezTo>
                  <a:cubicBezTo>
                    <a:pt x="12" y="21"/>
                    <a:pt x="3" y="28"/>
                    <a:pt x="2" y="36"/>
                  </a:cubicBezTo>
                  <a:cubicBezTo>
                    <a:pt x="3" y="34"/>
                    <a:pt x="4" y="32"/>
                    <a:pt x="6" y="31"/>
                  </a:cubicBezTo>
                  <a:cubicBezTo>
                    <a:pt x="5" y="36"/>
                    <a:pt x="2" y="40"/>
                    <a:pt x="0" y="44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2" y="46"/>
                    <a:pt x="5" y="41"/>
                    <a:pt x="6" y="38"/>
                  </a:cubicBezTo>
                  <a:cubicBezTo>
                    <a:pt x="9" y="33"/>
                    <a:pt x="13" y="29"/>
                    <a:pt x="17" y="25"/>
                  </a:cubicBezTo>
                  <a:cubicBezTo>
                    <a:pt x="24" y="18"/>
                    <a:pt x="33" y="13"/>
                    <a:pt x="39" y="5"/>
                  </a:cubicBezTo>
                  <a:cubicBezTo>
                    <a:pt x="38" y="5"/>
                    <a:pt x="38" y="5"/>
                    <a:pt x="38" y="5"/>
                  </a:cubicBezTo>
                  <a:cubicBezTo>
                    <a:pt x="33" y="5"/>
                    <a:pt x="30" y="11"/>
                    <a:pt x="26" y="12"/>
                  </a:cubicBezTo>
                  <a:cubicBezTo>
                    <a:pt x="27" y="8"/>
                    <a:pt x="32" y="4"/>
                    <a:pt x="34" y="0"/>
                  </a:cubicBezTo>
                  <a:cubicBezTo>
                    <a:pt x="33" y="0"/>
                    <a:pt x="33" y="0"/>
                    <a:pt x="33" y="0"/>
                  </a:cubicBezTo>
                  <a:cubicBezTo>
                    <a:pt x="32" y="0"/>
                    <a:pt x="32" y="0"/>
                    <a:pt x="3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60579" name="Freeform 415">
              <a:extLst>
                <a:ext uri="{FF2B5EF4-FFF2-40B4-BE49-F238E27FC236}">
                  <a16:creationId xmlns:a16="http://schemas.microsoft.com/office/drawing/2014/main" id="{192DC96D-6A89-4D53-988F-7D663E2BE7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4" y="1434"/>
              <a:ext cx="3" cy="12"/>
            </a:xfrm>
            <a:custGeom>
              <a:avLst/>
              <a:gdLst>
                <a:gd name="T0" fmla="*/ 27 w 1"/>
                <a:gd name="T1" fmla="*/ 0 h 5"/>
                <a:gd name="T2" fmla="*/ 0 w 1"/>
                <a:gd name="T3" fmla="*/ 70 h 5"/>
                <a:gd name="T4" fmla="*/ 27 w 1"/>
                <a:gd name="T5" fmla="*/ 58 h 5"/>
                <a:gd name="T6" fmla="*/ 27 w 1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5">
                  <a:moveTo>
                    <a:pt x="1" y="0"/>
                  </a:moveTo>
                  <a:cubicBezTo>
                    <a:pt x="0" y="2"/>
                    <a:pt x="0" y="3"/>
                    <a:pt x="0" y="5"/>
                  </a:cubicBezTo>
                  <a:cubicBezTo>
                    <a:pt x="0" y="5"/>
                    <a:pt x="1" y="4"/>
                    <a:pt x="1" y="4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rgbClr val="C6C6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60580" name="Freeform 416">
              <a:extLst>
                <a:ext uri="{FF2B5EF4-FFF2-40B4-BE49-F238E27FC236}">
                  <a16:creationId xmlns:a16="http://schemas.microsoft.com/office/drawing/2014/main" id="{DBAC703C-EF15-4329-9922-DC8B49940F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2" y="1319"/>
              <a:ext cx="120" cy="125"/>
            </a:xfrm>
            <a:custGeom>
              <a:avLst/>
              <a:gdLst>
                <a:gd name="T0" fmla="*/ 720 w 48"/>
                <a:gd name="T1" fmla="*/ 0 h 50"/>
                <a:gd name="T2" fmla="*/ 645 w 48"/>
                <a:gd name="T3" fmla="*/ 63 h 50"/>
                <a:gd name="T4" fmla="*/ 613 w 48"/>
                <a:gd name="T5" fmla="*/ 50 h 50"/>
                <a:gd name="T6" fmla="*/ 500 w 48"/>
                <a:gd name="T7" fmla="*/ 145 h 50"/>
                <a:gd name="T8" fmla="*/ 300 w 48"/>
                <a:gd name="T9" fmla="*/ 375 h 50"/>
                <a:gd name="T10" fmla="*/ 95 w 48"/>
                <a:gd name="T11" fmla="*/ 645 h 50"/>
                <a:gd name="T12" fmla="*/ 0 w 48"/>
                <a:gd name="T13" fmla="*/ 783 h 50"/>
                <a:gd name="T14" fmla="*/ 158 w 48"/>
                <a:gd name="T15" fmla="*/ 625 h 50"/>
                <a:gd name="T16" fmla="*/ 188 w 48"/>
                <a:gd name="T17" fmla="*/ 625 h 50"/>
                <a:gd name="T18" fmla="*/ 188 w 48"/>
                <a:gd name="T19" fmla="*/ 675 h 50"/>
                <a:gd name="T20" fmla="*/ 345 w 48"/>
                <a:gd name="T21" fmla="*/ 470 h 50"/>
                <a:gd name="T22" fmla="*/ 550 w 48"/>
                <a:gd name="T23" fmla="*/ 250 h 50"/>
                <a:gd name="T24" fmla="*/ 750 w 48"/>
                <a:gd name="T25" fmla="*/ 0 h 50"/>
                <a:gd name="T26" fmla="*/ 720 w 48"/>
                <a:gd name="T27" fmla="*/ 0 h 5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48" h="50">
                  <a:moveTo>
                    <a:pt x="46" y="0"/>
                  </a:moveTo>
                  <a:cubicBezTo>
                    <a:pt x="44" y="0"/>
                    <a:pt x="41" y="2"/>
                    <a:pt x="41" y="4"/>
                  </a:cubicBezTo>
                  <a:cubicBezTo>
                    <a:pt x="39" y="3"/>
                    <a:pt x="39" y="3"/>
                    <a:pt x="39" y="3"/>
                  </a:cubicBezTo>
                  <a:cubicBezTo>
                    <a:pt x="37" y="5"/>
                    <a:pt x="34" y="7"/>
                    <a:pt x="32" y="9"/>
                  </a:cubicBezTo>
                  <a:cubicBezTo>
                    <a:pt x="27" y="14"/>
                    <a:pt x="23" y="19"/>
                    <a:pt x="19" y="24"/>
                  </a:cubicBezTo>
                  <a:cubicBezTo>
                    <a:pt x="14" y="29"/>
                    <a:pt x="10" y="35"/>
                    <a:pt x="6" y="41"/>
                  </a:cubicBezTo>
                  <a:cubicBezTo>
                    <a:pt x="3" y="43"/>
                    <a:pt x="0" y="47"/>
                    <a:pt x="0" y="50"/>
                  </a:cubicBezTo>
                  <a:cubicBezTo>
                    <a:pt x="5" y="50"/>
                    <a:pt x="6" y="42"/>
                    <a:pt x="10" y="40"/>
                  </a:cubicBezTo>
                  <a:cubicBezTo>
                    <a:pt x="11" y="40"/>
                    <a:pt x="12" y="40"/>
                    <a:pt x="12" y="40"/>
                  </a:cubicBezTo>
                  <a:cubicBezTo>
                    <a:pt x="13" y="40"/>
                    <a:pt x="12" y="41"/>
                    <a:pt x="12" y="43"/>
                  </a:cubicBezTo>
                  <a:cubicBezTo>
                    <a:pt x="16" y="40"/>
                    <a:pt x="19" y="34"/>
                    <a:pt x="22" y="30"/>
                  </a:cubicBezTo>
                  <a:cubicBezTo>
                    <a:pt x="26" y="25"/>
                    <a:pt x="30" y="20"/>
                    <a:pt x="35" y="16"/>
                  </a:cubicBezTo>
                  <a:cubicBezTo>
                    <a:pt x="39" y="11"/>
                    <a:pt x="46" y="6"/>
                    <a:pt x="48" y="0"/>
                  </a:cubicBezTo>
                  <a:cubicBezTo>
                    <a:pt x="47" y="0"/>
                    <a:pt x="47" y="0"/>
                    <a:pt x="4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60581" name="Freeform 417">
              <a:extLst>
                <a:ext uri="{FF2B5EF4-FFF2-40B4-BE49-F238E27FC236}">
                  <a16:creationId xmlns:a16="http://schemas.microsoft.com/office/drawing/2014/main" id="{C88C2E64-6E13-42A6-8A7B-37671C5406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5" y="1354"/>
              <a:ext cx="120" cy="130"/>
            </a:xfrm>
            <a:custGeom>
              <a:avLst/>
              <a:gdLst>
                <a:gd name="T0" fmla="*/ 738 w 48"/>
                <a:gd name="T1" fmla="*/ 0 h 52"/>
                <a:gd name="T2" fmla="*/ 550 w 48"/>
                <a:gd name="T3" fmla="*/ 125 h 52"/>
                <a:gd name="T4" fmla="*/ 520 w 48"/>
                <a:gd name="T5" fmla="*/ 83 h 52"/>
                <a:gd name="T6" fmla="*/ 238 w 48"/>
                <a:gd name="T7" fmla="*/ 458 h 52"/>
                <a:gd name="T8" fmla="*/ 33 w 48"/>
                <a:gd name="T9" fmla="*/ 813 h 52"/>
                <a:gd name="T10" fmla="*/ 238 w 48"/>
                <a:gd name="T11" fmla="*/ 595 h 52"/>
                <a:gd name="T12" fmla="*/ 238 w 48"/>
                <a:gd name="T13" fmla="*/ 645 h 52"/>
                <a:gd name="T14" fmla="*/ 333 w 48"/>
                <a:gd name="T15" fmla="*/ 520 h 52"/>
                <a:gd name="T16" fmla="*/ 533 w 48"/>
                <a:gd name="T17" fmla="*/ 283 h 52"/>
                <a:gd name="T18" fmla="*/ 750 w 48"/>
                <a:gd name="T19" fmla="*/ 0 h 52"/>
                <a:gd name="T20" fmla="*/ 738 w 48"/>
                <a:gd name="T21" fmla="*/ 0 h 5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8" h="52">
                  <a:moveTo>
                    <a:pt x="47" y="0"/>
                  </a:moveTo>
                  <a:cubicBezTo>
                    <a:pt x="43" y="0"/>
                    <a:pt x="37" y="5"/>
                    <a:pt x="35" y="8"/>
                  </a:cubicBezTo>
                  <a:cubicBezTo>
                    <a:pt x="33" y="5"/>
                    <a:pt x="33" y="5"/>
                    <a:pt x="33" y="5"/>
                  </a:cubicBezTo>
                  <a:cubicBezTo>
                    <a:pt x="26" y="12"/>
                    <a:pt x="21" y="21"/>
                    <a:pt x="15" y="29"/>
                  </a:cubicBezTo>
                  <a:cubicBezTo>
                    <a:pt x="10" y="35"/>
                    <a:pt x="0" y="44"/>
                    <a:pt x="2" y="52"/>
                  </a:cubicBezTo>
                  <a:cubicBezTo>
                    <a:pt x="7" y="51"/>
                    <a:pt x="11" y="40"/>
                    <a:pt x="15" y="38"/>
                  </a:cubicBezTo>
                  <a:cubicBezTo>
                    <a:pt x="15" y="39"/>
                    <a:pt x="15" y="40"/>
                    <a:pt x="15" y="41"/>
                  </a:cubicBezTo>
                  <a:cubicBezTo>
                    <a:pt x="17" y="40"/>
                    <a:pt x="19" y="36"/>
                    <a:pt x="21" y="33"/>
                  </a:cubicBezTo>
                  <a:cubicBezTo>
                    <a:pt x="25" y="28"/>
                    <a:pt x="29" y="23"/>
                    <a:pt x="34" y="18"/>
                  </a:cubicBezTo>
                  <a:cubicBezTo>
                    <a:pt x="38" y="12"/>
                    <a:pt x="46" y="7"/>
                    <a:pt x="48" y="0"/>
                  </a:cubicBezTo>
                  <a:cubicBezTo>
                    <a:pt x="48" y="0"/>
                    <a:pt x="47" y="0"/>
                    <a:pt x="4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60582" name="Freeform 418">
              <a:extLst>
                <a:ext uri="{FF2B5EF4-FFF2-40B4-BE49-F238E27FC236}">
                  <a16:creationId xmlns:a16="http://schemas.microsoft.com/office/drawing/2014/main" id="{10EE10AB-2AF1-4EB5-88AC-BFC6E93010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2" y="1324"/>
              <a:ext cx="108" cy="130"/>
            </a:xfrm>
            <a:custGeom>
              <a:avLst/>
              <a:gdLst>
                <a:gd name="T0" fmla="*/ 651 w 43"/>
                <a:gd name="T1" fmla="*/ 0 h 52"/>
                <a:gd name="T2" fmla="*/ 618 w 43"/>
                <a:gd name="T3" fmla="*/ 33 h 52"/>
                <a:gd name="T4" fmla="*/ 600 w 43"/>
                <a:gd name="T5" fmla="*/ 20 h 52"/>
                <a:gd name="T6" fmla="*/ 505 w 43"/>
                <a:gd name="T7" fmla="*/ 145 h 52"/>
                <a:gd name="T8" fmla="*/ 304 w 43"/>
                <a:gd name="T9" fmla="*/ 375 h 52"/>
                <a:gd name="T10" fmla="*/ 113 w 43"/>
                <a:gd name="T11" fmla="*/ 595 h 52"/>
                <a:gd name="T12" fmla="*/ 20 w 43"/>
                <a:gd name="T13" fmla="*/ 738 h 52"/>
                <a:gd name="T14" fmla="*/ 158 w 43"/>
                <a:gd name="T15" fmla="*/ 625 h 52"/>
                <a:gd name="T16" fmla="*/ 95 w 43"/>
                <a:gd name="T17" fmla="*/ 813 h 52"/>
                <a:gd name="T18" fmla="*/ 347 w 43"/>
                <a:gd name="T19" fmla="*/ 533 h 52"/>
                <a:gd name="T20" fmla="*/ 522 w 43"/>
                <a:gd name="T21" fmla="*/ 363 h 52"/>
                <a:gd name="T22" fmla="*/ 618 w 43"/>
                <a:gd name="T23" fmla="*/ 250 h 52"/>
                <a:gd name="T24" fmla="*/ 379 w 43"/>
                <a:gd name="T25" fmla="*/ 425 h 52"/>
                <a:gd name="T26" fmla="*/ 568 w 43"/>
                <a:gd name="T27" fmla="*/ 175 h 52"/>
                <a:gd name="T28" fmla="*/ 568 w 43"/>
                <a:gd name="T29" fmla="*/ 175 h 52"/>
                <a:gd name="T30" fmla="*/ 663 w 43"/>
                <a:gd name="T31" fmla="*/ 50 h 52"/>
                <a:gd name="T32" fmla="*/ 651 w 43"/>
                <a:gd name="T33" fmla="*/ 0 h 5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43" h="52">
                  <a:moveTo>
                    <a:pt x="41" y="0"/>
                  </a:moveTo>
                  <a:cubicBezTo>
                    <a:pt x="40" y="0"/>
                    <a:pt x="40" y="1"/>
                    <a:pt x="39" y="2"/>
                  </a:cubicBezTo>
                  <a:cubicBezTo>
                    <a:pt x="38" y="1"/>
                    <a:pt x="38" y="1"/>
                    <a:pt x="38" y="1"/>
                  </a:cubicBezTo>
                  <a:cubicBezTo>
                    <a:pt x="35" y="3"/>
                    <a:pt x="34" y="7"/>
                    <a:pt x="32" y="9"/>
                  </a:cubicBezTo>
                  <a:cubicBezTo>
                    <a:pt x="28" y="15"/>
                    <a:pt x="23" y="19"/>
                    <a:pt x="19" y="24"/>
                  </a:cubicBezTo>
                  <a:cubicBezTo>
                    <a:pt x="14" y="29"/>
                    <a:pt x="11" y="34"/>
                    <a:pt x="7" y="38"/>
                  </a:cubicBezTo>
                  <a:cubicBezTo>
                    <a:pt x="5" y="40"/>
                    <a:pt x="0" y="44"/>
                    <a:pt x="1" y="47"/>
                  </a:cubicBezTo>
                  <a:cubicBezTo>
                    <a:pt x="4" y="45"/>
                    <a:pt x="6" y="41"/>
                    <a:pt x="10" y="40"/>
                  </a:cubicBezTo>
                  <a:cubicBezTo>
                    <a:pt x="9" y="44"/>
                    <a:pt x="7" y="48"/>
                    <a:pt x="6" y="52"/>
                  </a:cubicBezTo>
                  <a:cubicBezTo>
                    <a:pt x="12" y="47"/>
                    <a:pt x="17" y="40"/>
                    <a:pt x="22" y="34"/>
                  </a:cubicBezTo>
                  <a:cubicBezTo>
                    <a:pt x="26" y="30"/>
                    <a:pt x="30" y="26"/>
                    <a:pt x="33" y="23"/>
                  </a:cubicBezTo>
                  <a:cubicBezTo>
                    <a:pt x="35" y="21"/>
                    <a:pt x="38" y="18"/>
                    <a:pt x="39" y="16"/>
                  </a:cubicBezTo>
                  <a:cubicBezTo>
                    <a:pt x="35" y="19"/>
                    <a:pt x="28" y="25"/>
                    <a:pt x="24" y="27"/>
                  </a:cubicBezTo>
                  <a:cubicBezTo>
                    <a:pt x="27" y="21"/>
                    <a:pt x="32" y="15"/>
                    <a:pt x="36" y="11"/>
                  </a:cubicBezTo>
                  <a:cubicBezTo>
                    <a:pt x="36" y="11"/>
                    <a:pt x="36" y="11"/>
                    <a:pt x="36" y="11"/>
                  </a:cubicBezTo>
                  <a:cubicBezTo>
                    <a:pt x="37" y="8"/>
                    <a:pt x="41" y="6"/>
                    <a:pt x="42" y="3"/>
                  </a:cubicBezTo>
                  <a:cubicBezTo>
                    <a:pt x="43" y="1"/>
                    <a:pt x="42" y="0"/>
                    <a:pt x="4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60583" name="Freeform 419">
              <a:extLst>
                <a:ext uri="{FF2B5EF4-FFF2-40B4-BE49-F238E27FC236}">
                  <a16:creationId xmlns:a16="http://schemas.microsoft.com/office/drawing/2014/main" id="{C221B87B-FC7E-4FDE-AC47-6780ACD7360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7" y="1344"/>
              <a:ext cx="100" cy="135"/>
            </a:xfrm>
            <a:custGeom>
              <a:avLst/>
              <a:gdLst>
                <a:gd name="T0" fmla="*/ 595 w 40"/>
                <a:gd name="T1" fmla="*/ 0 h 54"/>
                <a:gd name="T2" fmla="*/ 408 w 40"/>
                <a:gd name="T3" fmla="*/ 220 h 54"/>
                <a:gd name="T4" fmla="*/ 188 w 40"/>
                <a:gd name="T5" fmla="*/ 470 h 54"/>
                <a:gd name="T6" fmla="*/ 270 w 40"/>
                <a:gd name="T7" fmla="*/ 438 h 54"/>
                <a:gd name="T8" fmla="*/ 125 w 40"/>
                <a:gd name="T9" fmla="*/ 625 h 54"/>
                <a:gd name="T10" fmla="*/ 0 w 40"/>
                <a:gd name="T11" fmla="*/ 845 h 54"/>
                <a:gd name="T12" fmla="*/ 20 w 40"/>
                <a:gd name="T13" fmla="*/ 845 h 54"/>
                <a:gd name="T14" fmla="*/ 145 w 40"/>
                <a:gd name="T15" fmla="*/ 708 h 54"/>
                <a:gd name="T16" fmla="*/ 313 w 40"/>
                <a:gd name="T17" fmla="*/ 533 h 54"/>
                <a:gd name="T18" fmla="*/ 300 w 40"/>
                <a:gd name="T19" fmla="*/ 550 h 54"/>
                <a:gd name="T20" fmla="*/ 488 w 40"/>
                <a:gd name="T21" fmla="*/ 300 h 54"/>
                <a:gd name="T22" fmla="*/ 470 w 40"/>
                <a:gd name="T23" fmla="*/ 300 h 54"/>
                <a:gd name="T24" fmla="*/ 363 w 40"/>
                <a:gd name="T25" fmla="*/ 363 h 54"/>
                <a:gd name="T26" fmla="*/ 500 w 40"/>
                <a:gd name="T27" fmla="*/ 175 h 54"/>
                <a:gd name="T28" fmla="*/ 613 w 40"/>
                <a:gd name="T29" fmla="*/ 20 h 54"/>
                <a:gd name="T30" fmla="*/ 595 w 40"/>
                <a:gd name="T31" fmla="*/ 0 h 54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40" h="54">
                  <a:moveTo>
                    <a:pt x="38" y="0"/>
                  </a:moveTo>
                  <a:cubicBezTo>
                    <a:pt x="34" y="5"/>
                    <a:pt x="30" y="9"/>
                    <a:pt x="26" y="14"/>
                  </a:cubicBezTo>
                  <a:cubicBezTo>
                    <a:pt x="22" y="17"/>
                    <a:pt x="13" y="25"/>
                    <a:pt x="12" y="30"/>
                  </a:cubicBezTo>
                  <a:cubicBezTo>
                    <a:pt x="14" y="30"/>
                    <a:pt x="15" y="28"/>
                    <a:pt x="17" y="28"/>
                  </a:cubicBezTo>
                  <a:cubicBezTo>
                    <a:pt x="16" y="32"/>
                    <a:pt x="10" y="37"/>
                    <a:pt x="8" y="40"/>
                  </a:cubicBezTo>
                  <a:cubicBezTo>
                    <a:pt x="5" y="43"/>
                    <a:pt x="1" y="49"/>
                    <a:pt x="0" y="54"/>
                  </a:cubicBezTo>
                  <a:cubicBezTo>
                    <a:pt x="0" y="54"/>
                    <a:pt x="0" y="54"/>
                    <a:pt x="1" y="54"/>
                  </a:cubicBezTo>
                  <a:cubicBezTo>
                    <a:pt x="4" y="54"/>
                    <a:pt x="7" y="47"/>
                    <a:pt x="9" y="45"/>
                  </a:cubicBezTo>
                  <a:cubicBezTo>
                    <a:pt x="12" y="41"/>
                    <a:pt x="15" y="37"/>
                    <a:pt x="20" y="34"/>
                  </a:cubicBezTo>
                  <a:cubicBezTo>
                    <a:pt x="19" y="34"/>
                    <a:pt x="19" y="35"/>
                    <a:pt x="19" y="35"/>
                  </a:cubicBezTo>
                  <a:cubicBezTo>
                    <a:pt x="23" y="30"/>
                    <a:pt x="29" y="25"/>
                    <a:pt x="31" y="19"/>
                  </a:cubicBezTo>
                  <a:cubicBezTo>
                    <a:pt x="31" y="19"/>
                    <a:pt x="30" y="19"/>
                    <a:pt x="30" y="19"/>
                  </a:cubicBezTo>
                  <a:cubicBezTo>
                    <a:pt x="28" y="19"/>
                    <a:pt x="25" y="22"/>
                    <a:pt x="23" y="23"/>
                  </a:cubicBezTo>
                  <a:cubicBezTo>
                    <a:pt x="25" y="18"/>
                    <a:pt x="29" y="15"/>
                    <a:pt x="32" y="11"/>
                  </a:cubicBezTo>
                  <a:cubicBezTo>
                    <a:pt x="34" y="9"/>
                    <a:pt x="40" y="3"/>
                    <a:pt x="39" y="1"/>
                  </a:cubicBezTo>
                  <a:cubicBezTo>
                    <a:pt x="38" y="0"/>
                    <a:pt x="38" y="0"/>
                    <a:pt x="3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60584" name="Freeform 420">
              <a:extLst>
                <a:ext uri="{FF2B5EF4-FFF2-40B4-BE49-F238E27FC236}">
                  <a16:creationId xmlns:a16="http://schemas.microsoft.com/office/drawing/2014/main" id="{5FCD6CBD-41AF-4226-AEC8-D75D9AD9C5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7" y="1406"/>
              <a:ext cx="60" cy="73"/>
            </a:xfrm>
            <a:custGeom>
              <a:avLst/>
              <a:gdLst>
                <a:gd name="T0" fmla="*/ 363 w 24"/>
                <a:gd name="T1" fmla="*/ 0 h 29"/>
                <a:gd name="T2" fmla="*/ 363 w 24"/>
                <a:gd name="T3" fmla="*/ 0 h 29"/>
                <a:gd name="T4" fmla="*/ 313 w 24"/>
                <a:gd name="T5" fmla="*/ 20 h 29"/>
                <a:gd name="T6" fmla="*/ 300 w 24"/>
                <a:gd name="T7" fmla="*/ 20 h 29"/>
                <a:gd name="T8" fmla="*/ 158 w 24"/>
                <a:gd name="T9" fmla="*/ 222 h 29"/>
                <a:gd name="T10" fmla="*/ 0 w 24"/>
                <a:gd name="T11" fmla="*/ 463 h 29"/>
                <a:gd name="T12" fmla="*/ 175 w 24"/>
                <a:gd name="T13" fmla="*/ 335 h 29"/>
                <a:gd name="T14" fmla="*/ 145 w 24"/>
                <a:gd name="T15" fmla="*/ 413 h 29"/>
                <a:gd name="T16" fmla="*/ 175 w 24"/>
                <a:gd name="T17" fmla="*/ 347 h 29"/>
                <a:gd name="T18" fmla="*/ 283 w 24"/>
                <a:gd name="T19" fmla="*/ 191 h 29"/>
                <a:gd name="T20" fmla="*/ 375 w 24"/>
                <a:gd name="T21" fmla="*/ 0 h 29"/>
                <a:gd name="T22" fmla="*/ 363 w 24"/>
                <a:gd name="T23" fmla="*/ 0 h 2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4" h="29">
                  <a:moveTo>
                    <a:pt x="23" y="0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20" y="1"/>
                    <a:pt x="20" y="1"/>
                    <a:pt x="20" y="1"/>
                  </a:cubicBezTo>
                  <a:cubicBezTo>
                    <a:pt x="19" y="1"/>
                    <a:pt x="19" y="1"/>
                    <a:pt x="19" y="1"/>
                  </a:cubicBezTo>
                  <a:cubicBezTo>
                    <a:pt x="17" y="6"/>
                    <a:pt x="13" y="10"/>
                    <a:pt x="10" y="14"/>
                  </a:cubicBezTo>
                  <a:cubicBezTo>
                    <a:pt x="7" y="17"/>
                    <a:pt x="0" y="24"/>
                    <a:pt x="0" y="29"/>
                  </a:cubicBezTo>
                  <a:cubicBezTo>
                    <a:pt x="4" y="27"/>
                    <a:pt x="6" y="22"/>
                    <a:pt x="11" y="21"/>
                  </a:cubicBezTo>
                  <a:cubicBezTo>
                    <a:pt x="11" y="23"/>
                    <a:pt x="10" y="25"/>
                    <a:pt x="9" y="26"/>
                  </a:cubicBezTo>
                  <a:cubicBezTo>
                    <a:pt x="10" y="25"/>
                    <a:pt x="10" y="24"/>
                    <a:pt x="11" y="22"/>
                  </a:cubicBezTo>
                  <a:cubicBezTo>
                    <a:pt x="13" y="19"/>
                    <a:pt x="15" y="15"/>
                    <a:pt x="18" y="12"/>
                  </a:cubicBezTo>
                  <a:cubicBezTo>
                    <a:pt x="20" y="9"/>
                    <a:pt x="24" y="4"/>
                    <a:pt x="24" y="0"/>
                  </a:cubicBezTo>
                  <a:cubicBezTo>
                    <a:pt x="24" y="0"/>
                    <a:pt x="23" y="0"/>
                    <a:pt x="2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</p:grpSp>
      <p:grpSp>
        <p:nvGrpSpPr>
          <p:cNvPr id="60422" name="Group 421">
            <a:extLst>
              <a:ext uri="{FF2B5EF4-FFF2-40B4-BE49-F238E27FC236}">
                <a16:creationId xmlns:a16="http://schemas.microsoft.com/office/drawing/2014/main" id="{9ABB4FAA-1990-4170-AEA6-5D675378AC4E}"/>
              </a:ext>
            </a:extLst>
          </p:cNvPr>
          <p:cNvGrpSpPr>
            <a:grpSpLocks/>
          </p:cNvGrpSpPr>
          <p:nvPr/>
        </p:nvGrpSpPr>
        <p:grpSpPr bwMode="auto">
          <a:xfrm>
            <a:off x="11179398" y="405458"/>
            <a:ext cx="220839" cy="163041"/>
            <a:chOff x="2357" y="1589"/>
            <a:chExt cx="473" cy="350"/>
          </a:xfrm>
        </p:grpSpPr>
        <p:sp>
          <p:nvSpPr>
            <p:cNvPr id="60569" name="Freeform 422">
              <a:extLst>
                <a:ext uri="{FF2B5EF4-FFF2-40B4-BE49-F238E27FC236}">
                  <a16:creationId xmlns:a16="http://schemas.microsoft.com/office/drawing/2014/main" id="{30365876-B00D-4D34-A871-1AD01F60E9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7" y="1589"/>
              <a:ext cx="473" cy="350"/>
            </a:xfrm>
            <a:custGeom>
              <a:avLst/>
              <a:gdLst>
                <a:gd name="T0" fmla="*/ 1522 w 189"/>
                <a:gd name="T1" fmla="*/ 2188 h 140"/>
                <a:gd name="T2" fmla="*/ 2755 w 189"/>
                <a:gd name="T3" fmla="*/ 1270 h 140"/>
                <a:gd name="T4" fmla="*/ 2963 w 189"/>
                <a:gd name="T5" fmla="*/ 113 h 140"/>
                <a:gd name="T6" fmla="*/ 2255 w 189"/>
                <a:gd name="T7" fmla="*/ 345 h 140"/>
                <a:gd name="T8" fmla="*/ 1504 w 189"/>
                <a:gd name="T9" fmla="*/ 0 h 140"/>
                <a:gd name="T10" fmla="*/ 1459 w 189"/>
                <a:gd name="T11" fmla="*/ 0 h 140"/>
                <a:gd name="T12" fmla="*/ 708 w 189"/>
                <a:gd name="T13" fmla="*/ 345 h 140"/>
                <a:gd name="T14" fmla="*/ 0 w 189"/>
                <a:gd name="T15" fmla="*/ 113 h 140"/>
                <a:gd name="T16" fmla="*/ 208 w 189"/>
                <a:gd name="T17" fmla="*/ 1270 h 140"/>
                <a:gd name="T18" fmla="*/ 1442 w 189"/>
                <a:gd name="T19" fmla="*/ 2188 h 140"/>
                <a:gd name="T20" fmla="*/ 1522 w 189"/>
                <a:gd name="T21" fmla="*/ 2188 h 14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89" h="140">
                  <a:moveTo>
                    <a:pt x="97" y="140"/>
                  </a:moveTo>
                  <a:cubicBezTo>
                    <a:pt x="167" y="130"/>
                    <a:pt x="169" y="99"/>
                    <a:pt x="176" y="81"/>
                  </a:cubicBezTo>
                  <a:cubicBezTo>
                    <a:pt x="183" y="62"/>
                    <a:pt x="189" y="7"/>
                    <a:pt x="189" y="7"/>
                  </a:cubicBezTo>
                  <a:cubicBezTo>
                    <a:pt x="189" y="7"/>
                    <a:pt x="168" y="24"/>
                    <a:pt x="144" y="22"/>
                  </a:cubicBezTo>
                  <a:cubicBezTo>
                    <a:pt x="119" y="20"/>
                    <a:pt x="108" y="2"/>
                    <a:pt x="96" y="0"/>
                  </a:cubicBezTo>
                  <a:cubicBezTo>
                    <a:pt x="93" y="0"/>
                    <a:pt x="93" y="0"/>
                    <a:pt x="93" y="0"/>
                  </a:cubicBezTo>
                  <a:cubicBezTo>
                    <a:pt x="81" y="2"/>
                    <a:pt x="70" y="20"/>
                    <a:pt x="45" y="22"/>
                  </a:cubicBezTo>
                  <a:cubicBezTo>
                    <a:pt x="21" y="24"/>
                    <a:pt x="0" y="7"/>
                    <a:pt x="0" y="7"/>
                  </a:cubicBezTo>
                  <a:cubicBezTo>
                    <a:pt x="0" y="7"/>
                    <a:pt x="7" y="62"/>
                    <a:pt x="13" y="81"/>
                  </a:cubicBezTo>
                  <a:cubicBezTo>
                    <a:pt x="20" y="99"/>
                    <a:pt x="22" y="130"/>
                    <a:pt x="92" y="140"/>
                  </a:cubicBezTo>
                  <a:lnTo>
                    <a:pt x="97" y="140"/>
                  </a:lnTo>
                  <a:close/>
                </a:path>
              </a:pathLst>
            </a:custGeom>
            <a:solidFill>
              <a:srgbClr val="68B7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60570" name="Freeform 423">
              <a:extLst>
                <a:ext uri="{FF2B5EF4-FFF2-40B4-BE49-F238E27FC236}">
                  <a16:creationId xmlns:a16="http://schemas.microsoft.com/office/drawing/2014/main" id="{33B7EF32-65BB-414C-AD54-59D94993C40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7" y="1589"/>
              <a:ext cx="473" cy="350"/>
            </a:xfrm>
            <a:custGeom>
              <a:avLst/>
              <a:gdLst>
                <a:gd name="T0" fmla="*/ 1522 w 189"/>
                <a:gd name="T1" fmla="*/ 2188 h 140"/>
                <a:gd name="T2" fmla="*/ 2755 w 189"/>
                <a:gd name="T3" fmla="*/ 1270 h 140"/>
                <a:gd name="T4" fmla="*/ 2963 w 189"/>
                <a:gd name="T5" fmla="*/ 113 h 140"/>
                <a:gd name="T6" fmla="*/ 2255 w 189"/>
                <a:gd name="T7" fmla="*/ 345 h 140"/>
                <a:gd name="T8" fmla="*/ 1504 w 189"/>
                <a:gd name="T9" fmla="*/ 0 h 140"/>
                <a:gd name="T10" fmla="*/ 1459 w 189"/>
                <a:gd name="T11" fmla="*/ 0 h 140"/>
                <a:gd name="T12" fmla="*/ 708 w 189"/>
                <a:gd name="T13" fmla="*/ 345 h 140"/>
                <a:gd name="T14" fmla="*/ 0 w 189"/>
                <a:gd name="T15" fmla="*/ 113 h 140"/>
                <a:gd name="T16" fmla="*/ 208 w 189"/>
                <a:gd name="T17" fmla="*/ 1270 h 140"/>
                <a:gd name="T18" fmla="*/ 1442 w 189"/>
                <a:gd name="T19" fmla="*/ 2188 h 140"/>
                <a:gd name="T20" fmla="*/ 1522 w 189"/>
                <a:gd name="T21" fmla="*/ 2188 h 14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89" h="140">
                  <a:moveTo>
                    <a:pt x="97" y="140"/>
                  </a:moveTo>
                  <a:cubicBezTo>
                    <a:pt x="167" y="130"/>
                    <a:pt x="169" y="99"/>
                    <a:pt x="176" y="81"/>
                  </a:cubicBezTo>
                  <a:cubicBezTo>
                    <a:pt x="183" y="62"/>
                    <a:pt x="189" y="7"/>
                    <a:pt x="189" y="7"/>
                  </a:cubicBezTo>
                  <a:cubicBezTo>
                    <a:pt x="189" y="7"/>
                    <a:pt x="168" y="24"/>
                    <a:pt x="144" y="22"/>
                  </a:cubicBezTo>
                  <a:cubicBezTo>
                    <a:pt x="119" y="20"/>
                    <a:pt x="108" y="2"/>
                    <a:pt x="96" y="0"/>
                  </a:cubicBezTo>
                  <a:cubicBezTo>
                    <a:pt x="93" y="0"/>
                    <a:pt x="93" y="0"/>
                    <a:pt x="93" y="0"/>
                  </a:cubicBezTo>
                  <a:cubicBezTo>
                    <a:pt x="81" y="2"/>
                    <a:pt x="70" y="20"/>
                    <a:pt x="45" y="22"/>
                  </a:cubicBezTo>
                  <a:cubicBezTo>
                    <a:pt x="21" y="24"/>
                    <a:pt x="0" y="7"/>
                    <a:pt x="0" y="7"/>
                  </a:cubicBezTo>
                  <a:cubicBezTo>
                    <a:pt x="0" y="7"/>
                    <a:pt x="7" y="62"/>
                    <a:pt x="13" y="81"/>
                  </a:cubicBezTo>
                  <a:cubicBezTo>
                    <a:pt x="20" y="99"/>
                    <a:pt x="22" y="130"/>
                    <a:pt x="92" y="140"/>
                  </a:cubicBezTo>
                  <a:lnTo>
                    <a:pt x="97" y="140"/>
                  </a:lnTo>
                  <a:close/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60571" name="Freeform 424">
              <a:extLst>
                <a:ext uri="{FF2B5EF4-FFF2-40B4-BE49-F238E27FC236}">
                  <a16:creationId xmlns:a16="http://schemas.microsoft.com/office/drawing/2014/main" id="{7BFAB6E6-5C70-4754-AC1D-D0485967FA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2" y="1604"/>
              <a:ext cx="23" cy="308"/>
            </a:xfrm>
            <a:custGeom>
              <a:avLst/>
              <a:gdLst>
                <a:gd name="T0" fmla="*/ 151 w 9"/>
                <a:gd name="T1" fmla="*/ 1931 h 123"/>
                <a:gd name="T2" fmla="*/ 151 w 9"/>
                <a:gd name="T3" fmla="*/ 1650 h 123"/>
                <a:gd name="T4" fmla="*/ 97 w 9"/>
                <a:gd name="T5" fmla="*/ 1242 h 123"/>
                <a:gd name="T6" fmla="*/ 66 w 9"/>
                <a:gd name="T7" fmla="*/ 551 h 123"/>
                <a:gd name="T8" fmla="*/ 66 w 9"/>
                <a:gd name="T9" fmla="*/ 0 h 123"/>
                <a:gd name="T10" fmla="*/ 33 w 9"/>
                <a:gd name="T11" fmla="*/ 551 h 123"/>
                <a:gd name="T12" fmla="*/ 66 w 9"/>
                <a:gd name="T13" fmla="*/ 1242 h 123"/>
                <a:gd name="T14" fmla="*/ 118 w 9"/>
                <a:gd name="T15" fmla="*/ 1650 h 123"/>
                <a:gd name="T16" fmla="*/ 151 w 9"/>
                <a:gd name="T17" fmla="*/ 1931 h 12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" h="123">
                  <a:moveTo>
                    <a:pt x="9" y="123"/>
                  </a:moveTo>
                  <a:cubicBezTo>
                    <a:pt x="7" y="118"/>
                    <a:pt x="9" y="111"/>
                    <a:pt x="9" y="105"/>
                  </a:cubicBezTo>
                  <a:cubicBezTo>
                    <a:pt x="8" y="96"/>
                    <a:pt x="7" y="88"/>
                    <a:pt x="6" y="79"/>
                  </a:cubicBezTo>
                  <a:cubicBezTo>
                    <a:pt x="4" y="64"/>
                    <a:pt x="5" y="50"/>
                    <a:pt x="4" y="35"/>
                  </a:cubicBezTo>
                  <a:cubicBezTo>
                    <a:pt x="3" y="24"/>
                    <a:pt x="0" y="11"/>
                    <a:pt x="4" y="0"/>
                  </a:cubicBezTo>
                  <a:cubicBezTo>
                    <a:pt x="0" y="11"/>
                    <a:pt x="1" y="24"/>
                    <a:pt x="2" y="35"/>
                  </a:cubicBezTo>
                  <a:cubicBezTo>
                    <a:pt x="3" y="50"/>
                    <a:pt x="2" y="64"/>
                    <a:pt x="4" y="79"/>
                  </a:cubicBezTo>
                  <a:cubicBezTo>
                    <a:pt x="6" y="88"/>
                    <a:pt x="6" y="96"/>
                    <a:pt x="7" y="105"/>
                  </a:cubicBezTo>
                  <a:cubicBezTo>
                    <a:pt x="8" y="111"/>
                    <a:pt x="7" y="118"/>
                    <a:pt x="9" y="12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60572" name="Freeform 425">
              <a:extLst>
                <a:ext uri="{FF2B5EF4-FFF2-40B4-BE49-F238E27FC236}">
                  <a16:creationId xmlns:a16="http://schemas.microsoft.com/office/drawing/2014/main" id="{9A9E32FA-C1AC-4A9C-9956-BF05830EC1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2" y="1612"/>
              <a:ext cx="208" cy="295"/>
            </a:xfrm>
            <a:custGeom>
              <a:avLst/>
              <a:gdLst>
                <a:gd name="T0" fmla="*/ 0 w 83"/>
                <a:gd name="T1" fmla="*/ 145 h 118"/>
                <a:gd name="T2" fmla="*/ 158 w 83"/>
                <a:gd name="T3" fmla="*/ 283 h 118"/>
                <a:gd name="T4" fmla="*/ 363 w 83"/>
                <a:gd name="T5" fmla="*/ 345 h 118"/>
                <a:gd name="T6" fmla="*/ 754 w 83"/>
                <a:gd name="T7" fmla="*/ 363 h 118"/>
                <a:gd name="T8" fmla="*/ 1276 w 83"/>
                <a:gd name="T9" fmla="*/ 0 h 118"/>
                <a:gd name="T10" fmla="*/ 1225 w 83"/>
                <a:gd name="T11" fmla="*/ 188 h 118"/>
                <a:gd name="T12" fmla="*/ 1193 w 83"/>
                <a:gd name="T13" fmla="*/ 458 h 118"/>
                <a:gd name="T14" fmla="*/ 1213 w 83"/>
                <a:gd name="T15" fmla="*/ 970 h 118"/>
                <a:gd name="T16" fmla="*/ 1306 w 83"/>
                <a:gd name="T17" fmla="*/ 1845 h 118"/>
                <a:gd name="T18" fmla="*/ 1118 w 83"/>
                <a:gd name="T19" fmla="*/ 1833 h 118"/>
                <a:gd name="T20" fmla="*/ 709 w 83"/>
                <a:gd name="T21" fmla="*/ 1688 h 118"/>
                <a:gd name="T22" fmla="*/ 283 w 83"/>
                <a:gd name="T23" fmla="*/ 1208 h 118"/>
                <a:gd name="T24" fmla="*/ 125 w 83"/>
                <a:gd name="T25" fmla="*/ 675 h 118"/>
                <a:gd name="T26" fmla="*/ 83 w 83"/>
                <a:gd name="T27" fmla="*/ 425 h 118"/>
                <a:gd name="T28" fmla="*/ 20 w 83"/>
                <a:gd name="T29" fmla="*/ 238 h 11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83" h="118">
                  <a:moveTo>
                    <a:pt x="0" y="9"/>
                  </a:moveTo>
                  <a:cubicBezTo>
                    <a:pt x="1" y="12"/>
                    <a:pt x="7" y="16"/>
                    <a:pt x="10" y="18"/>
                  </a:cubicBezTo>
                  <a:cubicBezTo>
                    <a:pt x="14" y="20"/>
                    <a:pt x="19" y="21"/>
                    <a:pt x="23" y="22"/>
                  </a:cubicBezTo>
                  <a:cubicBezTo>
                    <a:pt x="31" y="23"/>
                    <a:pt x="40" y="24"/>
                    <a:pt x="48" y="23"/>
                  </a:cubicBezTo>
                  <a:cubicBezTo>
                    <a:pt x="62" y="22"/>
                    <a:pt x="72" y="10"/>
                    <a:pt x="81" y="0"/>
                  </a:cubicBezTo>
                  <a:cubicBezTo>
                    <a:pt x="81" y="4"/>
                    <a:pt x="79" y="8"/>
                    <a:pt x="78" y="12"/>
                  </a:cubicBezTo>
                  <a:cubicBezTo>
                    <a:pt x="77" y="18"/>
                    <a:pt x="77" y="23"/>
                    <a:pt x="76" y="29"/>
                  </a:cubicBezTo>
                  <a:cubicBezTo>
                    <a:pt x="75" y="40"/>
                    <a:pt x="77" y="51"/>
                    <a:pt x="77" y="62"/>
                  </a:cubicBezTo>
                  <a:cubicBezTo>
                    <a:pt x="77" y="81"/>
                    <a:pt x="78" y="100"/>
                    <a:pt x="83" y="118"/>
                  </a:cubicBezTo>
                  <a:cubicBezTo>
                    <a:pt x="79" y="117"/>
                    <a:pt x="75" y="117"/>
                    <a:pt x="71" y="117"/>
                  </a:cubicBezTo>
                  <a:cubicBezTo>
                    <a:pt x="62" y="116"/>
                    <a:pt x="53" y="113"/>
                    <a:pt x="45" y="108"/>
                  </a:cubicBezTo>
                  <a:cubicBezTo>
                    <a:pt x="33" y="101"/>
                    <a:pt x="23" y="90"/>
                    <a:pt x="18" y="77"/>
                  </a:cubicBezTo>
                  <a:cubicBezTo>
                    <a:pt x="14" y="66"/>
                    <a:pt x="10" y="55"/>
                    <a:pt x="8" y="43"/>
                  </a:cubicBezTo>
                  <a:cubicBezTo>
                    <a:pt x="7" y="37"/>
                    <a:pt x="6" y="32"/>
                    <a:pt x="5" y="27"/>
                  </a:cubicBezTo>
                  <a:cubicBezTo>
                    <a:pt x="4" y="23"/>
                    <a:pt x="1" y="19"/>
                    <a:pt x="1" y="15"/>
                  </a:cubicBezTo>
                </a:path>
              </a:pathLst>
            </a:custGeom>
            <a:solidFill>
              <a:srgbClr val="7BD6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60573" name="Freeform 426">
              <a:extLst>
                <a:ext uri="{FF2B5EF4-FFF2-40B4-BE49-F238E27FC236}">
                  <a16:creationId xmlns:a16="http://schemas.microsoft.com/office/drawing/2014/main" id="{7B21973D-09CC-4A02-B7CF-DB1C55DE81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5" y="1674"/>
              <a:ext cx="175" cy="233"/>
            </a:xfrm>
            <a:custGeom>
              <a:avLst/>
              <a:gdLst>
                <a:gd name="T0" fmla="*/ 33 w 70"/>
                <a:gd name="T1" fmla="*/ 208 h 93"/>
                <a:gd name="T2" fmla="*/ 270 w 70"/>
                <a:gd name="T3" fmla="*/ 125 h 93"/>
                <a:gd name="T4" fmla="*/ 345 w 70"/>
                <a:gd name="T5" fmla="*/ 20 h 93"/>
                <a:gd name="T6" fmla="*/ 470 w 70"/>
                <a:gd name="T7" fmla="*/ 50 h 93"/>
                <a:gd name="T8" fmla="*/ 800 w 70"/>
                <a:gd name="T9" fmla="*/ 125 h 93"/>
                <a:gd name="T10" fmla="*/ 1083 w 70"/>
                <a:gd name="T11" fmla="*/ 145 h 93"/>
                <a:gd name="T12" fmla="*/ 938 w 70"/>
                <a:gd name="T13" fmla="*/ 376 h 93"/>
                <a:gd name="T14" fmla="*/ 613 w 70"/>
                <a:gd name="T15" fmla="*/ 709 h 93"/>
                <a:gd name="T16" fmla="*/ 208 w 70"/>
                <a:gd name="T17" fmla="*/ 1318 h 93"/>
                <a:gd name="T18" fmla="*/ 125 w 70"/>
                <a:gd name="T19" fmla="*/ 1443 h 93"/>
                <a:gd name="T20" fmla="*/ 33 w 70"/>
                <a:gd name="T21" fmla="*/ 1097 h 93"/>
                <a:gd name="T22" fmla="*/ 33 w 70"/>
                <a:gd name="T23" fmla="*/ 616 h 93"/>
                <a:gd name="T24" fmla="*/ 33 w 70"/>
                <a:gd name="T25" fmla="*/ 301 h 9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70" h="93">
                  <a:moveTo>
                    <a:pt x="2" y="13"/>
                  </a:moveTo>
                  <a:cubicBezTo>
                    <a:pt x="7" y="17"/>
                    <a:pt x="15" y="11"/>
                    <a:pt x="17" y="8"/>
                  </a:cubicBezTo>
                  <a:cubicBezTo>
                    <a:pt x="19" y="6"/>
                    <a:pt x="20" y="2"/>
                    <a:pt x="22" y="1"/>
                  </a:cubicBezTo>
                  <a:cubicBezTo>
                    <a:pt x="24" y="0"/>
                    <a:pt x="28" y="2"/>
                    <a:pt x="30" y="3"/>
                  </a:cubicBezTo>
                  <a:cubicBezTo>
                    <a:pt x="37" y="4"/>
                    <a:pt x="44" y="7"/>
                    <a:pt x="51" y="8"/>
                  </a:cubicBezTo>
                  <a:cubicBezTo>
                    <a:pt x="57" y="10"/>
                    <a:pt x="63" y="9"/>
                    <a:pt x="69" y="9"/>
                  </a:cubicBezTo>
                  <a:cubicBezTo>
                    <a:pt x="70" y="14"/>
                    <a:pt x="63" y="21"/>
                    <a:pt x="60" y="24"/>
                  </a:cubicBezTo>
                  <a:cubicBezTo>
                    <a:pt x="54" y="32"/>
                    <a:pt x="47" y="38"/>
                    <a:pt x="39" y="45"/>
                  </a:cubicBezTo>
                  <a:cubicBezTo>
                    <a:pt x="28" y="55"/>
                    <a:pt x="19" y="71"/>
                    <a:pt x="13" y="84"/>
                  </a:cubicBezTo>
                  <a:cubicBezTo>
                    <a:pt x="12" y="86"/>
                    <a:pt x="10" y="92"/>
                    <a:pt x="8" y="92"/>
                  </a:cubicBezTo>
                  <a:cubicBezTo>
                    <a:pt x="4" y="93"/>
                    <a:pt x="2" y="73"/>
                    <a:pt x="2" y="70"/>
                  </a:cubicBezTo>
                  <a:cubicBezTo>
                    <a:pt x="0" y="59"/>
                    <a:pt x="2" y="50"/>
                    <a:pt x="2" y="39"/>
                  </a:cubicBezTo>
                  <a:cubicBezTo>
                    <a:pt x="3" y="34"/>
                    <a:pt x="4" y="23"/>
                    <a:pt x="2" y="19"/>
                  </a:cubicBezTo>
                </a:path>
              </a:pathLst>
            </a:custGeom>
            <a:solidFill>
              <a:srgbClr val="5FA5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</p:grpSp>
      <p:grpSp>
        <p:nvGrpSpPr>
          <p:cNvPr id="60423" name="surgeon-in-green-gown">
            <a:extLst>
              <a:ext uri="{FF2B5EF4-FFF2-40B4-BE49-F238E27FC236}">
                <a16:creationId xmlns:a16="http://schemas.microsoft.com/office/drawing/2014/main" id="{BAD682C9-2843-4E97-8365-6CA13906B8B9}"/>
              </a:ext>
            </a:extLst>
          </p:cNvPr>
          <p:cNvGrpSpPr>
            <a:grpSpLocks/>
          </p:cNvGrpSpPr>
          <p:nvPr/>
        </p:nvGrpSpPr>
        <p:grpSpPr bwMode="auto">
          <a:xfrm>
            <a:off x="10806733" y="581438"/>
            <a:ext cx="937702" cy="2277399"/>
            <a:chOff x="2131" y="346"/>
            <a:chExt cx="1494" cy="3628"/>
          </a:xfrm>
        </p:grpSpPr>
        <p:sp>
          <p:nvSpPr>
            <p:cNvPr id="60541" name="Freeform 428">
              <a:extLst>
                <a:ext uri="{FF2B5EF4-FFF2-40B4-BE49-F238E27FC236}">
                  <a16:creationId xmlns:a16="http://schemas.microsoft.com/office/drawing/2014/main" id="{7AD3E8E2-5EF2-476D-AFFE-57F1CE58277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135" y="350"/>
              <a:ext cx="1490" cy="3622"/>
            </a:xfrm>
            <a:custGeom>
              <a:avLst/>
              <a:gdLst>
                <a:gd name="T0" fmla="*/ 1036 w 742"/>
                <a:gd name="T1" fmla="*/ 7860 h 1805"/>
                <a:gd name="T2" fmla="*/ 819 w 742"/>
                <a:gd name="T3" fmla="*/ 7336 h 1805"/>
                <a:gd name="T4" fmla="*/ 795 w 742"/>
                <a:gd name="T5" fmla="*/ 6632 h 1805"/>
                <a:gd name="T6" fmla="*/ 1572 w 742"/>
                <a:gd name="T7" fmla="*/ 6608 h 1805"/>
                <a:gd name="T8" fmla="*/ 1767 w 742"/>
                <a:gd name="T9" fmla="*/ 7200 h 1805"/>
                <a:gd name="T10" fmla="*/ 1815 w 742"/>
                <a:gd name="T11" fmla="*/ 7708 h 1805"/>
                <a:gd name="T12" fmla="*/ 1669 w 742"/>
                <a:gd name="T13" fmla="*/ 7716 h 1805"/>
                <a:gd name="T14" fmla="*/ 1588 w 742"/>
                <a:gd name="T15" fmla="*/ 7683 h 1805"/>
                <a:gd name="T16" fmla="*/ 1741 w 742"/>
                <a:gd name="T17" fmla="*/ 8009 h 1805"/>
                <a:gd name="T18" fmla="*/ 1629 w 742"/>
                <a:gd name="T19" fmla="*/ 8041 h 1805"/>
                <a:gd name="T20" fmla="*/ 1556 w 742"/>
                <a:gd name="T21" fmla="*/ 8161 h 1805"/>
                <a:gd name="T22" fmla="*/ 1359 w 742"/>
                <a:gd name="T23" fmla="*/ 8017 h 1805"/>
                <a:gd name="T24" fmla="*/ 1287 w 742"/>
                <a:gd name="T25" fmla="*/ 7992 h 1805"/>
                <a:gd name="T26" fmla="*/ 1165 w 742"/>
                <a:gd name="T27" fmla="*/ 7960 h 1805"/>
                <a:gd name="T28" fmla="*/ 4520 w 742"/>
                <a:gd name="T29" fmla="*/ 7724 h 1805"/>
                <a:gd name="T30" fmla="*/ 4452 w 742"/>
                <a:gd name="T31" fmla="*/ 7545 h 1805"/>
                <a:gd name="T32" fmla="*/ 4528 w 742"/>
                <a:gd name="T33" fmla="*/ 6967 h 1805"/>
                <a:gd name="T34" fmla="*/ 4972 w 742"/>
                <a:gd name="T35" fmla="*/ 6552 h 1805"/>
                <a:gd name="T36" fmla="*/ 5464 w 742"/>
                <a:gd name="T37" fmla="*/ 7160 h 1805"/>
                <a:gd name="T38" fmla="*/ 5319 w 742"/>
                <a:gd name="T39" fmla="*/ 7651 h 1805"/>
                <a:gd name="T40" fmla="*/ 5084 w 742"/>
                <a:gd name="T41" fmla="*/ 7952 h 1805"/>
                <a:gd name="T42" fmla="*/ 5044 w 742"/>
                <a:gd name="T43" fmla="*/ 7884 h 1805"/>
                <a:gd name="T44" fmla="*/ 4892 w 742"/>
                <a:gd name="T45" fmla="*/ 8009 h 1805"/>
                <a:gd name="T46" fmla="*/ 4779 w 742"/>
                <a:gd name="T47" fmla="*/ 8089 h 1805"/>
                <a:gd name="T48" fmla="*/ 4657 w 742"/>
                <a:gd name="T49" fmla="*/ 8145 h 1805"/>
                <a:gd name="T50" fmla="*/ 4576 w 742"/>
                <a:gd name="T51" fmla="*/ 8049 h 1805"/>
                <a:gd name="T52" fmla="*/ 4560 w 742"/>
                <a:gd name="T53" fmla="*/ 7860 h 1805"/>
                <a:gd name="T54" fmla="*/ 4681 w 742"/>
                <a:gd name="T55" fmla="*/ 7545 h 1805"/>
                <a:gd name="T56" fmla="*/ 4520 w 742"/>
                <a:gd name="T57" fmla="*/ 7724 h 1805"/>
                <a:gd name="T58" fmla="*/ 3044 w 742"/>
                <a:gd name="T59" fmla="*/ 169 h 1805"/>
                <a:gd name="T60" fmla="*/ 1068 w 742"/>
                <a:gd name="T61" fmla="*/ 656 h 1805"/>
                <a:gd name="T62" fmla="*/ 241 w 742"/>
                <a:gd name="T63" fmla="*/ 3257 h 1805"/>
                <a:gd name="T64" fmla="*/ 153 w 742"/>
                <a:gd name="T65" fmla="*/ 6479 h 1805"/>
                <a:gd name="T66" fmla="*/ 665 w 742"/>
                <a:gd name="T67" fmla="*/ 6917 h 1805"/>
                <a:gd name="T68" fmla="*/ 420 w 742"/>
                <a:gd name="T69" fmla="*/ 9592 h 1805"/>
                <a:gd name="T70" fmla="*/ 2492 w 742"/>
                <a:gd name="T71" fmla="*/ 14584 h 1805"/>
                <a:gd name="T72" fmla="*/ 5880 w 742"/>
                <a:gd name="T73" fmla="*/ 13388 h 1805"/>
                <a:gd name="T74" fmla="*/ 5725 w 742"/>
                <a:gd name="T75" fmla="*/ 9277 h 1805"/>
                <a:gd name="T76" fmla="*/ 5992 w 742"/>
                <a:gd name="T77" fmla="*/ 6407 h 1805"/>
                <a:gd name="T78" fmla="*/ 5976 w 742"/>
                <a:gd name="T79" fmla="*/ 5001 h 1805"/>
                <a:gd name="T80" fmla="*/ 5864 w 742"/>
                <a:gd name="T81" fmla="*/ 2851 h 1805"/>
                <a:gd name="T82" fmla="*/ 5205 w 742"/>
                <a:gd name="T83" fmla="*/ 672 h 1805"/>
                <a:gd name="T84" fmla="*/ 3904 w 742"/>
                <a:gd name="T85" fmla="*/ 112 h 1805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742" h="1805">
                  <a:moveTo>
                    <a:pt x="143" y="985"/>
                  </a:moveTo>
                  <a:cubicBezTo>
                    <a:pt x="138" y="985"/>
                    <a:pt x="133" y="978"/>
                    <a:pt x="128" y="973"/>
                  </a:cubicBezTo>
                  <a:cubicBezTo>
                    <a:pt x="124" y="967"/>
                    <a:pt x="116" y="957"/>
                    <a:pt x="114" y="948"/>
                  </a:cubicBezTo>
                  <a:cubicBezTo>
                    <a:pt x="111" y="940"/>
                    <a:pt x="103" y="914"/>
                    <a:pt x="101" y="908"/>
                  </a:cubicBezTo>
                  <a:cubicBezTo>
                    <a:pt x="99" y="903"/>
                    <a:pt x="95" y="895"/>
                    <a:pt x="95" y="887"/>
                  </a:cubicBezTo>
                  <a:cubicBezTo>
                    <a:pt x="95" y="880"/>
                    <a:pt x="98" y="821"/>
                    <a:pt x="98" y="821"/>
                  </a:cubicBezTo>
                  <a:cubicBezTo>
                    <a:pt x="98" y="821"/>
                    <a:pt x="127" y="812"/>
                    <a:pt x="157" y="812"/>
                  </a:cubicBezTo>
                  <a:cubicBezTo>
                    <a:pt x="170" y="812"/>
                    <a:pt x="183" y="813"/>
                    <a:pt x="194" y="818"/>
                  </a:cubicBezTo>
                  <a:cubicBezTo>
                    <a:pt x="194" y="818"/>
                    <a:pt x="209" y="857"/>
                    <a:pt x="212" y="863"/>
                  </a:cubicBezTo>
                  <a:cubicBezTo>
                    <a:pt x="215" y="869"/>
                    <a:pt x="217" y="881"/>
                    <a:pt x="218" y="891"/>
                  </a:cubicBezTo>
                  <a:cubicBezTo>
                    <a:pt x="219" y="900"/>
                    <a:pt x="221" y="927"/>
                    <a:pt x="221" y="935"/>
                  </a:cubicBezTo>
                  <a:cubicBezTo>
                    <a:pt x="224" y="954"/>
                    <a:pt x="224" y="954"/>
                    <a:pt x="224" y="954"/>
                  </a:cubicBezTo>
                  <a:cubicBezTo>
                    <a:pt x="224" y="954"/>
                    <a:pt x="219" y="957"/>
                    <a:pt x="213" y="957"/>
                  </a:cubicBezTo>
                  <a:cubicBezTo>
                    <a:pt x="211" y="957"/>
                    <a:pt x="208" y="957"/>
                    <a:pt x="206" y="955"/>
                  </a:cubicBezTo>
                  <a:cubicBezTo>
                    <a:pt x="198" y="948"/>
                    <a:pt x="193" y="936"/>
                    <a:pt x="193" y="936"/>
                  </a:cubicBezTo>
                  <a:cubicBezTo>
                    <a:pt x="193" y="936"/>
                    <a:pt x="193" y="945"/>
                    <a:pt x="196" y="951"/>
                  </a:cubicBezTo>
                  <a:cubicBezTo>
                    <a:pt x="199" y="957"/>
                    <a:pt x="205" y="970"/>
                    <a:pt x="208" y="975"/>
                  </a:cubicBezTo>
                  <a:cubicBezTo>
                    <a:pt x="211" y="979"/>
                    <a:pt x="216" y="986"/>
                    <a:pt x="215" y="991"/>
                  </a:cubicBezTo>
                  <a:cubicBezTo>
                    <a:pt x="214" y="994"/>
                    <a:pt x="210" y="997"/>
                    <a:pt x="206" y="997"/>
                  </a:cubicBezTo>
                  <a:cubicBezTo>
                    <a:pt x="204" y="997"/>
                    <a:pt x="202" y="996"/>
                    <a:pt x="201" y="995"/>
                  </a:cubicBezTo>
                  <a:cubicBezTo>
                    <a:pt x="201" y="995"/>
                    <a:pt x="203" y="1004"/>
                    <a:pt x="196" y="1009"/>
                  </a:cubicBezTo>
                  <a:cubicBezTo>
                    <a:pt x="195" y="1010"/>
                    <a:pt x="193" y="1010"/>
                    <a:pt x="192" y="1010"/>
                  </a:cubicBezTo>
                  <a:cubicBezTo>
                    <a:pt x="187" y="1010"/>
                    <a:pt x="184" y="1005"/>
                    <a:pt x="181" y="1002"/>
                  </a:cubicBezTo>
                  <a:cubicBezTo>
                    <a:pt x="177" y="999"/>
                    <a:pt x="168" y="992"/>
                    <a:pt x="168" y="992"/>
                  </a:cubicBezTo>
                  <a:cubicBezTo>
                    <a:pt x="168" y="992"/>
                    <a:pt x="167" y="992"/>
                    <a:pt x="167" y="992"/>
                  </a:cubicBezTo>
                  <a:cubicBezTo>
                    <a:pt x="165" y="992"/>
                    <a:pt x="162" y="992"/>
                    <a:pt x="159" y="989"/>
                  </a:cubicBezTo>
                  <a:cubicBezTo>
                    <a:pt x="155" y="986"/>
                    <a:pt x="148" y="977"/>
                    <a:pt x="148" y="977"/>
                  </a:cubicBezTo>
                  <a:cubicBezTo>
                    <a:pt x="148" y="977"/>
                    <a:pt x="149" y="983"/>
                    <a:pt x="144" y="985"/>
                  </a:cubicBezTo>
                  <a:cubicBezTo>
                    <a:pt x="143" y="985"/>
                    <a:pt x="143" y="985"/>
                    <a:pt x="143" y="985"/>
                  </a:cubicBezTo>
                  <a:moveTo>
                    <a:pt x="558" y="956"/>
                  </a:moveTo>
                  <a:cubicBezTo>
                    <a:pt x="552" y="956"/>
                    <a:pt x="547" y="952"/>
                    <a:pt x="547" y="952"/>
                  </a:cubicBezTo>
                  <a:cubicBezTo>
                    <a:pt x="550" y="934"/>
                    <a:pt x="550" y="934"/>
                    <a:pt x="550" y="934"/>
                  </a:cubicBezTo>
                  <a:cubicBezTo>
                    <a:pt x="550" y="926"/>
                    <a:pt x="552" y="899"/>
                    <a:pt x="553" y="890"/>
                  </a:cubicBezTo>
                  <a:cubicBezTo>
                    <a:pt x="554" y="880"/>
                    <a:pt x="555" y="868"/>
                    <a:pt x="559" y="862"/>
                  </a:cubicBezTo>
                  <a:cubicBezTo>
                    <a:pt x="562" y="856"/>
                    <a:pt x="576" y="817"/>
                    <a:pt x="576" y="817"/>
                  </a:cubicBezTo>
                  <a:cubicBezTo>
                    <a:pt x="588" y="812"/>
                    <a:pt x="601" y="811"/>
                    <a:pt x="614" y="811"/>
                  </a:cubicBezTo>
                  <a:cubicBezTo>
                    <a:pt x="644" y="811"/>
                    <a:pt x="673" y="820"/>
                    <a:pt x="673" y="820"/>
                  </a:cubicBezTo>
                  <a:cubicBezTo>
                    <a:pt x="673" y="820"/>
                    <a:pt x="675" y="879"/>
                    <a:pt x="675" y="886"/>
                  </a:cubicBezTo>
                  <a:cubicBezTo>
                    <a:pt x="675" y="894"/>
                    <a:pt x="672" y="902"/>
                    <a:pt x="670" y="907"/>
                  </a:cubicBezTo>
                  <a:cubicBezTo>
                    <a:pt x="668" y="912"/>
                    <a:pt x="660" y="939"/>
                    <a:pt x="657" y="947"/>
                  </a:cubicBezTo>
                  <a:cubicBezTo>
                    <a:pt x="655" y="956"/>
                    <a:pt x="647" y="966"/>
                    <a:pt x="643" y="971"/>
                  </a:cubicBezTo>
                  <a:cubicBezTo>
                    <a:pt x="638" y="976"/>
                    <a:pt x="633" y="984"/>
                    <a:pt x="628" y="984"/>
                  </a:cubicBezTo>
                  <a:cubicBezTo>
                    <a:pt x="628" y="984"/>
                    <a:pt x="627" y="984"/>
                    <a:pt x="627" y="984"/>
                  </a:cubicBezTo>
                  <a:cubicBezTo>
                    <a:pt x="622" y="982"/>
                    <a:pt x="623" y="976"/>
                    <a:pt x="623" y="976"/>
                  </a:cubicBezTo>
                  <a:cubicBezTo>
                    <a:pt x="623" y="976"/>
                    <a:pt x="615" y="985"/>
                    <a:pt x="612" y="988"/>
                  </a:cubicBezTo>
                  <a:cubicBezTo>
                    <a:pt x="609" y="991"/>
                    <a:pt x="606" y="991"/>
                    <a:pt x="604" y="991"/>
                  </a:cubicBezTo>
                  <a:cubicBezTo>
                    <a:pt x="604" y="991"/>
                    <a:pt x="603" y="991"/>
                    <a:pt x="603" y="991"/>
                  </a:cubicBezTo>
                  <a:cubicBezTo>
                    <a:pt x="603" y="991"/>
                    <a:pt x="594" y="998"/>
                    <a:pt x="590" y="1001"/>
                  </a:cubicBezTo>
                  <a:cubicBezTo>
                    <a:pt x="587" y="1003"/>
                    <a:pt x="584" y="1009"/>
                    <a:pt x="579" y="1009"/>
                  </a:cubicBezTo>
                  <a:cubicBezTo>
                    <a:pt x="578" y="1009"/>
                    <a:pt x="576" y="1009"/>
                    <a:pt x="575" y="1008"/>
                  </a:cubicBezTo>
                  <a:cubicBezTo>
                    <a:pt x="568" y="1003"/>
                    <a:pt x="570" y="994"/>
                    <a:pt x="570" y="994"/>
                  </a:cubicBezTo>
                  <a:cubicBezTo>
                    <a:pt x="568" y="995"/>
                    <a:pt x="566" y="996"/>
                    <a:pt x="565" y="996"/>
                  </a:cubicBezTo>
                  <a:cubicBezTo>
                    <a:pt x="560" y="996"/>
                    <a:pt x="557" y="992"/>
                    <a:pt x="556" y="990"/>
                  </a:cubicBezTo>
                  <a:cubicBezTo>
                    <a:pt x="555" y="985"/>
                    <a:pt x="560" y="978"/>
                    <a:pt x="563" y="973"/>
                  </a:cubicBezTo>
                  <a:cubicBezTo>
                    <a:pt x="565" y="969"/>
                    <a:pt x="572" y="956"/>
                    <a:pt x="575" y="950"/>
                  </a:cubicBezTo>
                  <a:cubicBezTo>
                    <a:pt x="578" y="943"/>
                    <a:pt x="578" y="934"/>
                    <a:pt x="578" y="934"/>
                  </a:cubicBezTo>
                  <a:cubicBezTo>
                    <a:pt x="578" y="934"/>
                    <a:pt x="573" y="947"/>
                    <a:pt x="565" y="954"/>
                  </a:cubicBezTo>
                  <a:cubicBezTo>
                    <a:pt x="563" y="956"/>
                    <a:pt x="560" y="956"/>
                    <a:pt x="558" y="956"/>
                  </a:cubicBezTo>
                  <a:moveTo>
                    <a:pt x="461" y="0"/>
                  </a:moveTo>
                  <a:cubicBezTo>
                    <a:pt x="431" y="16"/>
                    <a:pt x="401" y="21"/>
                    <a:pt x="376" y="21"/>
                  </a:cubicBezTo>
                  <a:cubicBezTo>
                    <a:pt x="334" y="21"/>
                    <a:pt x="305" y="7"/>
                    <a:pt x="305" y="7"/>
                  </a:cubicBezTo>
                  <a:cubicBezTo>
                    <a:pt x="255" y="38"/>
                    <a:pt x="165" y="59"/>
                    <a:pt x="132" y="81"/>
                  </a:cubicBezTo>
                  <a:cubicBezTo>
                    <a:pt x="99" y="103"/>
                    <a:pt x="84" y="104"/>
                    <a:pt x="70" y="143"/>
                  </a:cubicBezTo>
                  <a:cubicBezTo>
                    <a:pt x="56" y="181"/>
                    <a:pt x="33" y="348"/>
                    <a:pt x="30" y="403"/>
                  </a:cubicBezTo>
                  <a:cubicBezTo>
                    <a:pt x="28" y="458"/>
                    <a:pt x="11" y="493"/>
                    <a:pt x="19" y="557"/>
                  </a:cubicBezTo>
                  <a:cubicBezTo>
                    <a:pt x="28" y="620"/>
                    <a:pt x="22" y="722"/>
                    <a:pt x="19" y="802"/>
                  </a:cubicBezTo>
                  <a:cubicBezTo>
                    <a:pt x="18" y="850"/>
                    <a:pt x="42" y="860"/>
                    <a:pt x="61" y="860"/>
                  </a:cubicBezTo>
                  <a:cubicBezTo>
                    <a:pt x="73" y="860"/>
                    <a:pt x="82" y="856"/>
                    <a:pt x="82" y="856"/>
                  </a:cubicBezTo>
                  <a:cubicBezTo>
                    <a:pt x="82" y="856"/>
                    <a:pt x="69" y="997"/>
                    <a:pt x="69" y="1030"/>
                  </a:cubicBezTo>
                  <a:cubicBezTo>
                    <a:pt x="69" y="1063"/>
                    <a:pt x="52" y="1121"/>
                    <a:pt x="52" y="1187"/>
                  </a:cubicBezTo>
                  <a:cubicBezTo>
                    <a:pt x="52" y="1253"/>
                    <a:pt x="0" y="1769"/>
                    <a:pt x="0" y="1769"/>
                  </a:cubicBezTo>
                  <a:cubicBezTo>
                    <a:pt x="86" y="1796"/>
                    <a:pt x="197" y="1805"/>
                    <a:pt x="308" y="1805"/>
                  </a:cubicBezTo>
                  <a:cubicBezTo>
                    <a:pt x="526" y="1805"/>
                    <a:pt x="740" y="1770"/>
                    <a:pt x="740" y="1770"/>
                  </a:cubicBezTo>
                  <a:cubicBezTo>
                    <a:pt x="740" y="1770"/>
                    <a:pt x="732" y="1726"/>
                    <a:pt x="726" y="1657"/>
                  </a:cubicBezTo>
                  <a:cubicBezTo>
                    <a:pt x="721" y="1588"/>
                    <a:pt x="713" y="1525"/>
                    <a:pt x="713" y="1429"/>
                  </a:cubicBezTo>
                  <a:cubicBezTo>
                    <a:pt x="713" y="1333"/>
                    <a:pt x="702" y="1269"/>
                    <a:pt x="707" y="1148"/>
                  </a:cubicBezTo>
                  <a:cubicBezTo>
                    <a:pt x="713" y="1027"/>
                    <a:pt x="699" y="856"/>
                    <a:pt x="699" y="856"/>
                  </a:cubicBezTo>
                  <a:cubicBezTo>
                    <a:pt x="741" y="845"/>
                    <a:pt x="740" y="824"/>
                    <a:pt x="740" y="793"/>
                  </a:cubicBezTo>
                  <a:cubicBezTo>
                    <a:pt x="740" y="762"/>
                    <a:pt x="738" y="744"/>
                    <a:pt x="736" y="702"/>
                  </a:cubicBezTo>
                  <a:cubicBezTo>
                    <a:pt x="735" y="659"/>
                    <a:pt x="740" y="654"/>
                    <a:pt x="738" y="619"/>
                  </a:cubicBezTo>
                  <a:cubicBezTo>
                    <a:pt x="736" y="584"/>
                    <a:pt x="738" y="555"/>
                    <a:pt x="740" y="498"/>
                  </a:cubicBezTo>
                  <a:cubicBezTo>
                    <a:pt x="742" y="441"/>
                    <a:pt x="729" y="388"/>
                    <a:pt x="724" y="353"/>
                  </a:cubicBezTo>
                  <a:cubicBezTo>
                    <a:pt x="718" y="318"/>
                    <a:pt x="709" y="175"/>
                    <a:pt x="696" y="148"/>
                  </a:cubicBezTo>
                  <a:cubicBezTo>
                    <a:pt x="683" y="120"/>
                    <a:pt x="658" y="91"/>
                    <a:pt x="643" y="83"/>
                  </a:cubicBezTo>
                  <a:cubicBezTo>
                    <a:pt x="628" y="76"/>
                    <a:pt x="546" y="41"/>
                    <a:pt x="535" y="36"/>
                  </a:cubicBezTo>
                  <a:cubicBezTo>
                    <a:pt x="524" y="30"/>
                    <a:pt x="493" y="21"/>
                    <a:pt x="482" y="14"/>
                  </a:cubicBezTo>
                  <a:cubicBezTo>
                    <a:pt x="471" y="6"/>
                    <a:pt x="461" y="0"/>
                    <a:pt x="461" y="0"/>
                  </a:cubicBezTo>
                </a:path>
              </a:pathLst>
            </a:custGeom>
            <a:solidFill>
              <a:srgbClr val="6ABA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60542" name="Freeform 429">
              <a:extLst>
                <a:ext uri="{FF2B5EF4-FFF2-40B4-BE49-F238E27FC236}">
                  <a16:creationId xmlns:a16="http://schemas.microsoft.com/office/drawing/2014/main" id="{21218AF4-5462-44F4-9CE7-8C68C10EB8B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131" y="346"/>
              <a:ext cx="1494" cy="3628"/>
            </a:xfrm>
            <a:custGeom>
              <a:avLst/>
              <a:gdLst>
                <a:gd name="T0" fmla="*/ 6008 w 744"/>
                <a:gd name="T1" fmla="*/ 4776 h 1808"/>
                <a:gd name="T2" fmla="*/ 5669 w 744"/>
                <a:gd name="T3" fmla="*/ 1204 h 1808"/>
                <a:gd name="T4" fmla="*/ 3928 w 744"/>
                <a:gd name="T5" fmla="*/ 112 h 1808"/>
                <a:gd name="T6" fmla="*/ 2500 w 744"/>
                <a:gd name="T7" fmla="*/ 64 h 1808"/>
                <a:gd name="T8" fmla="*/ 771 w 744"/>
                <a:gd name="T9" fmla="*/ 857 h 1808"/>
                <a:gd name="T10" fmla="*/ 153 w 744"/>
                <a:gd name="T11" fmla="*/ 6487 h 1808"/>
                <a:gd name="T12" fmla="*/ 616 w 744"/>
                <a:gd name="T13" fmla="*/ 7529 h 1808"/>
                <a:gd name="T14" fmla="*/ 16 w 744"/>
                <a:gd name="T15" fmla="*/ 14205 h 1808"/>
                <a:gd name="T16" fmla="*/ 6024 w 744"/>
                <a:gd name="T17" fmla="*/ 14319 h 1808"/>
                <a:gd name="T18" fmla="*/ 5693 w 744"/>
                <a:gd name="T19" fmla="*/ 6933 h 1808"/>
                <a:gd name="T20" fmla="*/ 6008 w 744"/>
                <a:gd name="T21" fmla="*/ 6423 h 1808"/>
                <a:gd name="T22" fmla="*/ 5661 w 744"/>
                <a:gd name="T23" fmla="*/ 6933 h 1808"/>
                <a:gd name="T24" fmla="*/ 5992 w 744"/>
                <a:gd name="T25" fmla="*/ 14319 h 1808"/>
                <a:gd name="T26" fmla="*/ 32 w 744"/>
                <a:gd name="T27" fmla="*/ 14311 h 1808"/>
                <a:gd name="T28" fmla="*/ 681 w 744"/>
                <a:gd name="T29" fmla="*/ 7120 h 1808"/>
                <a:gd name="T30" fmla="*/ 291 w 744"/>
                <a:gd name="T31" fmla="*/ 6869 h 1808"/>
                <a:gd name="T32" fmla="*/ 404 w 744"/>
                <a:gd name="T33" fmla="*/ 2175 h 1808"/>
                <a:gd name="T34" fmla="*/ 2484 w 744"/>
                <a:gd name="T35" fmla="*/ 72 h 1808"/>
                <a:gd name="T36" fmla="*/ 3904 w 744"/>
                <a:gd name="T37" fmla="*/ 136 h 1808"/>
                <a:gd name="T38" fmla="*/ 5637 w 744"/>
                <a:gd name="T39" fmla="*/ 1220 h 1808"/>
                <a:gd name="T40" fmla="*/ 5976 w 744"/>
                <a:gd name="T41" fmla="*/ 5017 h 1808"/>
                <a:gd name="T42" fmla="*/ 1588 w 744"/>
                <a:gd name="T43" fmla="*/ 7707 h 1808"/>
                <a:gd name="T44" fmla="*/ 1653 w 744"/>
                <a:gd name="T45" fmla="*/ 8041 h 1808"/>
                <a:gd name="T46" fmla="*/ 1572 w 744"/>
                <a:gd name="T47" fmla="*/ 8161 h 1808"/>
                <a:gd name="T48" fmla="*/ 1367 w 744"/>
                <a:gd name="T49" fmla="*/ 8017 h 1808"/>
                <a:gd name="T50" fmla="*/ 1263 w 744"/>
                <a:gd name="T51" fmla="*/ 7944 h 1808"/>
                <a:gd name="T52" fmla="*/ 1173 w 744"/>
                <a:gd name="T53" fmla="*/ 7960 h 1808"/>
                <a:gd name="T54" fmla="*/ 851 w 744"/>
                <a:gd name="T55" fmla="*/ 7352 h 1808"/>
                <a:gd name="T56" fmla="*/ 827 w 744"/>
                <a:gd name="T57" fmla="*/ 6664 h 1808"/>
                <a:gd name="T58" fmla="*/ 1717 w 744"/>
                <a:gd name="T59" fmla="*/ 6999 h 1808"/>
                <a:gd name="T60" fmla="*/ 1831 w 744"/>
                <a:gd name="T61" fmla="*/ 7724 h 1808"/>
                <a:gd name="T62" fmla="*/ 1596 w 744"/>
                <a:gd name="T63" fmla="*/ 7569 h 1808"/>
                <a:gd name="T64" fmla="*/ 1596 w 744"/>
                <a:gd name="T65" fmla="*/ 7587 h 1808"/>
                <a:gd name="T66" fmla="*/ 1741 w 744"/>
                <a:gd name="T67" fmla="*/ 7764 h 1808"/>
                <a:gd name="T68" fmla="*/ 1799 w 744"/>
                <a:gd name="T69" fmla="*/ 7208 h 1808"/>
                <a:gd name="T70" fmla="*/ 1596 w 744"/>
                <a:gd name="T71" fmla="*/ 6616 h 1808"/>
                <a:gd name="T72" fmla="*/ 867 w 744"/>
                <a:gd name="T73" fmla="*/ 7513 h 1808"/>
                <a:gd name="T74" fmla="*/ 1221 w 744"/>
                <a:gd name="T75" fmla="*/ 7952 h 1808"/>
                <a:gd name="T76" fmla="*/ 1367 w 744"/>
                <a:gd name="T77" fmla="*/ 8049 h 1808"/>
                <a:gd name="T78" fmla="*/ 1612 w 744"/>
                <a:gd name="T79" fmla="*/ 8177 h 1808"/>
                <a:gd name="T80" fmla="*/ 1741 w 744"/>
                <a:gd name="T81" fmla="*/ 8065 h 1808"/>
                <a:gd name="T82" fmla="*/ 5440 w 744"/>
                <a:gd name="T83" fmla="*/ 7344 h 1808"/>
                <a:gd name="T84" fmla="*/ 5100 w 744"/>
                <a:gd name="T85" fmla="*/ 7952 h 1808"/>
                <a:gd name="T86" fmla="*/ 5084 w 744"/>
                <a:gd name="T87" fmla="*/ 7852 h 1808"/>
                <a:gd name="T88" fmla="*/ 4900 w 744"/>
                <a:gd name="T89" fmla="*/ 8008 h 1808"/>
                <a:gd name="T90" fmla="*/ 4851 w 744"/>
                <a:gd name="T91" fmla="*/ 8041 h 1808"/>
                <a:gd name="T92" fmla="*/ 4649 w 744"/>
                <a:gd name="T93" fmla="*/ 8057 h 1808"/>
                <a:gd name="T94" fmla="*/ 4552 w 744"/>
                <a:gd name="T95" fmla="*/ 8033 h 1808"/>
                <a:gd name="T96" fmla="*/ 4689 w 744"/>
                <a:gd name="T97" fmla="*/ 7561 h 1808"/>
                <a:gd name="T98" fmla="*/ 4452 w 744"/>
                <a:gd name="T99" fmla="*/ 7699 h 1808"/>
                <a:gd name="T100" fmla="*/ 4508 w 744"/>
                <a:gd name="T101" fmla="*/ 7208 h 1808"/>
                <a:gd name="T102" fmla="*/ 4988 w 744"/>
                <a:gd name="T103" fmla="*/ 6584 h 1808"/>
                <a:gd name="T104" fmla="*/ 5456 w 744"/>
                <a:gd name="T105" fmla="*/ 6716 h 1808"/>
                <a:gd name="T106" fmla="*/ 5480 w 744"/>
                <a:gd name="T107" fmla="*/ 6624 h 1808"/>
                <a:gd name="T108" fmla="*/ 4584 w 744"/>
                <a:gd name="T109" fmla="*/ 6845 h 1808"/>
                <a:gd name="T110" fmla="*/ 4468 w 744"/>
                <a:gd name="T111" fmla="*/ 7561 h 1808"/>
                <a:gd name="T112" fmla="*/ 4713 w 744"/>
                <a:gd name="T113" fmla="*/ 7569 h 1808"/>
                <a:gd name="T114" fmla="*/ 4500 w 744"/>
                <a:gd name="T115" fmla="*/ 8000 h 1808"/>
                <a:gd name="T116" fmla="*/ 4617 w 744"/>
                <a:gd name="T117" fmla="*/ 8081 h 1808"/>
                <a:gd name="T118" fmla="*/ 4900 w 744"/>
                <a:gd name="T119" fmla="*/ 8025 h 1808"/>
                <a:gd name="T120" fmla="*/ 5044 w 744"/>
                <a:gd name="T121" fmla="*/ 7900 h 1808"/>
                <a:gd name="T122" fmla="*/ 5229 w 744"/>
                <a:gd name="T123" fmla="*/ 7876 h 1808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0" t="0" r="r" b="b"/>
              <a:pathLst>
                <a:path w="744" h="1808">
                  <a:moveTo>
                    <a:pt x="742" y="795"/>
                  </a:moveTo>
                  <a:cubicBezTo>
                    <a:pt x="744" y="795"/>
                    <a:pt x="744" y="795"/>
                    <a:pt x="744" y="795"/>
                  </a:cubicBezTo>
                  <a:cubicBezTo>
                    <a:pt x="744" y="764"/>
                    <a:pt x="742" y="746"/>
                    <a:pt x="740" y="703"/>
                  </a:cubicBezTo>
                  <a:cubicBezTo>
                    <a:pt x="740" y="697"/>
                    <a:pt x="740" y="692"/>
                    <a:pt x="740" y="687"/>
                  </a:cubicBezTo>
                  <a:cubicBezTo>
                    <a:pt x="740" y="664"/>
                    <a:pt x="743" y="654"/>
                    <a:pt x="743" y="635"/>
                  </a:cubicBezTo>
                  <a:cubicBezTo>
                    <a:pt x="743" y="631"/>
                    <a:pt x="743" y="626"/>
                    <a:pt x="742" y="621"/>
                  </a:cubicBezTo>
                  <a:cubicBezTo>
                    <a:pt x="742" y="611"/>
                    <a:pt x="742" y="601"/>
                    <a:pt x="742" y="591"/>
                  </a:cubicBezTo>
                  <a:cubicBezTo>
                    <a:pt x="742" y="567"/>
                    <a:pt x="743" y="540"/>
                    <a:pt x="744" y="500"/>
                  </a:cubicBezTo>
                  <a:cubicBezTo>
                    <a:pt x="744" y="496"/>
                    <a:pt x="744" y="493"/>
                    <a:pt x="744" y="489"/>
                  </a:cubicBezTo>
                  <a:cubicBezTo>
                    <a:pt x="744" y="436"/>
                    <a:pt x="733" y="387"/>
                    <a:pt x="728" y="355"/>
                  </a:cubicBezTo>
                  <a:cubicBezTo>
                    <a:pt x="725" y="338"/>
                    <a:pt x="721" y="293"/>
                    <a:pt x="717" y="249"/>
                  </a:cubicBezTo>
                  <a:cubicBezTo>
                    <a:pt x="714" y="228"/>
                    <a:pt x="712" y="206"/>
                    <a:pt x="709" y="188"/>
                  </a:cubicBezTo>
                  <a:cubicBezTo>
                    <a:pt x="708" y="179"/>
                    <a:pt x="706" y="171"/>
                    <a:pt x="705" y="165"/>
                  </a:cubicBezTo>
                  <a:cubicBezTo>
                    <a:pt x="703" y="158"/>
                    <a:pt x="702" y="153"/>
                    <a:pt x="700" y="149"/>
                  </a:cubicBezTo>
                  <a:cubicBezTo>
                    <a:pt x="693" y="135"/>
                    <a:pt x="684" y="121"/>
                    <a:pt x="674" y="109"/>
                  </a:cubicBezTo>
                  <a:cubicBezTo>
                    <a:pt x="664" y="97"/>
                    <a:pt x="654" y="88"/>
                    <a:pt x="646" y="84"/>
                  </a:cubicBezTo>
                  <a:cubicBezTo>
                    <a:pt x="638" y="80"/>
                    <a:pt x="614" y="69"/>
                    <a:pt x="590" y="59"/>
                  </a:cubicBezTo>
                  <a:cubicBezTo>
                    <a:pt x="578" y="54"/>
                    <a:pt x="566" y="49"/>
                    <a:pt x="557" y="45"/>
                  </a:cubicBezTo>
                  <a:cubicBezTo>
                    <a:pt x="547" y="41"/>
                    <a:pt x="540" y="37"/>
                    <a:pt x="538" y="36"/>
                  </a:cubicBezTo>
                  <a:cubicBezTo>
                    <a:pt x="532" y="33"/>
                    <a:pt x="521" y="29"/>
                    <a:pt x="511" y="26"/>
                  </a:cubicBezTo>
                  <a:cubicBezTo>
                    <a:pt x="500" y="22"/>
                    <a:pt x="490" y="18"/>
                    <a:pt x="485" y="14"/>
                  </a:cubicBezTo>
                  <a:cubicBezTo>
                    <a:pt x="474" y="7"/>
                    <a:pt x="464" y="1"/>
                    <a:pt x="464" y="1"/>
                  </a:cubicBezTo>
                  <a:cubicBezTo>
                    <a:pt x="463" y="0"/>
                    <a:pt x="463" y="0"/>
                    <a:pt x="463" y="0"/>
                  </a:cubicBezTo>
                  <a:cubicBezTo>
                    <a:pt x="462" y="1"/>
                    <a:pt x="462" y="1"/>
                    <a:pt x="462" y="1"/>
                  </a:cubicBezTo>
                  <a:cubicBezTo>
                    <a:pt x="432" y="16"/>
                    <a:pt x="403" y="21"/>
                    <a:pt x="378" y="21"/>
                  </a:cubicBezTo>
                  <a:cubicBezTo>
                    <a:pt x="358" y="21"/>
                    <a:pt x="340" y="18"/>
                    <a:pt x="327" y="14"/>
                  </a:cubicBezTo>
                  <a:cubicBezTo>
                    <a:pt x="321" y="13"/>
                    <a:pt x="316" y="11"/>
                    <a:pt x="313" y="10"/>
                  </a:cubicBezTo>
                  <a:cubicBezTo>
                    <a:pt x="311" y="9"/>
                    <a:pt x="310" y="8"/>
                    <a:pt x="309" y="8"/>
                  </a:cubicBezTo>
                  <a:cubicBezTo>
                    <a:pt x="309" y="8"/>
                    <a:pt x="308" y="8"/>
                    <a:pt x="308" y="8"/>
                  </a:cubicBezTo>
                  <a:cubicBezTo>
                    <a:pt x="308" y="7"/>
                    <a:pt x="308" y="7"/>
                    <a:pt x="308" y="7"/>
                  </a:cubicBezTo>
                  <a:cubicBezTo>
                    <a:pt x="307" y="7"/>
                    <a:pt x="307" y="7"/>
                    <a:pt x="307" y="7"/>
                  </a:cubicBezTo>
                  <a:cubicBezTo>
                    <a:pt x="306" y="7"/>
                    <a:pt x="306" y="7"/>
                    <a:pt x="306" y="7"/>
                  </a:cubicBezTo>
                  <a:cubicBezTo>
                    <a:pt x="281" y="23"/>
                    <a:pt x="246" y="36"/>
                    <a:pt x="213" y="47"/>
                  </a:cubicBezTo>
                  <a:cubicBezTo>
                    <a:pt x="181" y="59"/>
                    <a:pt x="150" y="70"/>
                    <a:pt x="133" y="81"/>
                  </a:cubicBezTo>
                  <a:cubicBezTo>
                    <a:pt x="117" y="92"/>
                    <a:pt x="105" y="98"/>
                    <a:pt x="95" y="106"/>
                  </a:cubicBezTo>
                  <a:cubicBezTo>
                    <a:pt x="85" y="114"/>
                    <a:pt x="77" y="124"/>
                    <a:pt x="70" y="144"/>
                  </a:cubicBezTo>
                  <a:cubicBezTo>
                    <a:pt x="67" y="154"/>
                    <a:pt x="63" y="171"/>
                    <a:pt x="59" y="193"/>
                  </a:cubicBezTo>
                  <a:cubicBezTo>
                    <a:pt x="46" y="259"/>
                    <a:pt x="32" y="363"/>
                    <a:pt x="30" y="405"/>
                  </a:cubicBezTo>
                  <a:cubicBezTo>
                    <a:pt x="28" y="448"/>
                    <a:pt x="17" y="480"/>
                    <a:pt x="17" y="524"/>
                  </a:cubicBezTo>
                  <a:cubicBezTo>
                    <a:pt x="17" y="535"/>
                    <a:pt x="18" y="546"/>
                    <a:pt x="19" y="559"/>
                  </a:cubicBezTo>
                  <a:cubicBezTo>
                    <a:pt x="23" y="584"/>
                    <a:pt x="24" y="614"/>
                    <a:pt x="24" y="647"/>
                  </a:cubicBezTo>
                  <a:cubicBezTo>
                    <a:pt x="24" y="698"/>
                    <a:pt x="21" y="755"/>
                    <a:pt x="19" y="803"/>
                  </a:cubicBezTo>
                  <a:cubicBezTo>
                    <a:pt x="19" y="805"/>
                    <a:pt x="19" y="807"/>
                    <a:pt x="19" y="808"/>
                  </a:cubicBezTo>
                  <a:cubicBezTo>
                    <a:pt x="19" y="831"/>
                    <a:pt x="25" y="845"/>
                    <a:pt x="34" y="853"/>
                  </a:cubicBezTo>
                  <a:cubicBezTo>
                    <a:pt x="42" y="862"/>
                    <a:pt x="53" y="864"/>
                    <a:pt x="63" y="864"/>
                  </a:cubicBezTo>
                  <a:cubicBezTo>
                    <a:pt x="75" y="864"/>
                    <a:pt x="85" y="860"/>
                    <a:pt x="85" y="860"/>
                  </a:cubicBezTo>
                  <a:cubicBezTo>
                    <a:pt x="84" y="858"/>
                    <a:pt x="84" y="858"/>
                    <a:pt x="84" y="858"/>
                  </a:cubicBezTo>
                  <a:cubicBezTo>
                    <a:pt x="83" y="858"/>
                    <a:pt x="83" y="858"/>
                    <a:pt x="83" y="858"/>
                  </a:cubicBezTo>
                  <a:cubicBezTo>
                    <a:pt x="83" y="858"/>
                    <a:pt x="79" y="893"/>
                    <a:pt x="76" y="932"/>
                  </a:cubicBezTo>
                  <a:cubicBezTo>
                    <a:pt x="72" y="972"/>
                    <a:pt x="69" y="1015"/>
                    <a:pt x="69" y="1032"/>
                  </a:cubicBezTo>
                  <a:cubicBezTo>
                    <a:pt x="69" y="1048"/>
                    <a:pt x="65" y="1071"/>
                    <a:pt x="61" y="1098"/>
                  </a:cubicBezTo>
                  <a:cubicBezTo>
                    <a:pt x="56" y="1124"/>
                    <a:pt x="52" y="1156"/>
                    <a:pt x="52" y="1189"/>
                  </a:cubicBezTo>
                  <a:cubicBezTo>
                    <a:pt x="52" y="1205"/>
                    <a:pt x="49" y="1250"/>
                    <a:pt x="44" y="1307"/>
                  </a:cubicBezTo>
                  <a:cubicBezTo>
                    <a:pt x="37" y="1394"/>
                    <a:pt x="26" y="1510"/>
                    <a:pt x="17" y="1604"/>
                  </a:cubicBezTo>
                  <a:cubicBezTo>
                    <a:pt x="12" y="1651"/>
                    <a:pt x="8" y="1693"/>
                    <a:pt x="5" y="1723"/>
                  </a:cubicBezTo>
                  <a:cubicBezTo>
                    <a:pt x="4" y="1737"/>
                    <a:pt x="2" y="1749"/>
                    <a:pt x="2" y="1758"/>
                  </a:cubicBezTo>
                  <a:cubicBezTo>
                    <a:pt x="1" y="1766"/>
                    <a:pt x="0" y="1771"/>
                    <a:pt x="0" y="1771"/>
                  </a:cubicBezTo>
                  <a:cubicBezTo>
                    <a:pt x="0" y="1772"/>
                    <a:pt x="0" y="1772"/>
                    <a:pt x="0" y="1772"/>
                  </a:cubicBezTo>
                  <a:cubicBezTo>
                    <a:pt x="2" y="1773"/>
                    <a:pt x="2" y="1773"/>
                    <a:pt x="2" y="1773"/>
                  </a:cubicBezTo>
                  <a:cubicBezTo>
                    <a:pt x="77" y="1799"/>
                    <a:pt x="186" y="1808"/>
                    <a:pt x="297" y="1808"/>
                  </a:cubicBezTo>
                  <a:cubicBezTo>
                    <a:pt x="515" y="1808"/>
                    <a:pt x="742" y="1774"/>
                    <a:pt x="742" y="1774"/>
                  </a:cubicBezTo>
                  <a:cubicBezTo>
                    <a:pt x="744" y="1774"/>
                    <a:pt x="744" y="1774"/>
                    <a:pt x="744" y="1774"/>
                  </a:cubicBezTo>
                  <a:cubicBezTo>
                    <a:pt x="744" y="1772"/>
                    <a:pt x="744" y="1772"/>
                    <a:pt x="744" y="1772"/>
                  </a:cubicBezTo>
                  <a:cubicBezTo>
                    <a:pt x="744" y="1772"/>
                    <a:pt x="744" y="1769"/>
                    <a:pt x="743" y="1764"/>
                  </a:cubicBezTo>
                  <a:cubicBezTo>
                    <a:pt x="740" y="1748"/>
                    <a:pt x="734" y="1711"/>
                    <a:pt x="730" y="1659"/>
                  </a:cubicBezTo>
                  <a:cubicBezTo>
                    <a:pt x="725" y="1590"/>
                    <a:pt x="717" y="1527"/>
                    <a:pt x="717" y="1431"/>
                  </a:cubicBezTo>
                  <a:cubicBezTo>
                    <a:pt x="717" y="1354"/>
                    <a:pt x="710" y="1298"/>
                    <a:pt x="710" y="1217"/>
                  </a:cubicBezTo>
                  <a:cubicBezTo>
                    <a:pt x="710" y="1196"/>
                    <a:pt x="710" y="1174"/>
                    <a:pt x="711" y="1150"/>
                  </a:cubicBezTo>
                  <a:cubicBezTo>
                    <a:pt x="712" y="1130"/>
                    <a:pt x="712" y="1108"/>
                    <a:pt x="712" y="1085"/>
                  </a:cubicBezTo>
                  <a:cubicBezTo>
                    <a:pt x="712" y="976"/>
                    <a:pt x="703" y="858"/>
                    <a:pt x="703" y="858"/>
                  </a:cubicBezTo>
                  <a:cubicBezTo>
                    <a:pt x="701" y="858"/>
                    <a:pt x="701" y="858"/>
                    <a:pt x="701" y="858"/>
                  </a:cubicBezTo>
                  <a:cubicBezTo>
                    <a:pt x="702" y="860"/>
                    <a:pt x="702" y="860"/>
                    <a:pt x="702" y="860"/>
                  </a:cubicBezTo>
                  <a:cubicBezTo>
                    <a:pt x="712" y="857"/>
                    <a:pt x="720" y="854"/>
                    <a:pt x="725" y="850"/>
                  </a:cubicBezTo>
                  <a:cubicBezTo>
                    <a:pt x="734" y="845"/>
                    <a:pt x="739" y="837"/>
                    <a:pt x="742" y="829"/>
                  </a:cubicBezTo>
                  <a:cubicBezTo>
                    <a:pt x="744" y="820"/>
                    <a:pt x="744" y="811"/>
                    <a:pt x="744" y="800"/>
                  </a:cubicBezTo>
                  <a:cubicBezTo>
                    <a:pt x="744" y="799"/>
                    <a:pt x="744" y="797"/>
                    <a:pt x="744" y="795"/>
                  </a:cubicBezTo>
                  <a:cubicBezTo>
                    <a:pt x="742" y="795"/>
                    <a:pt x="742" y="795"/>
                    <a:pt x="742" y="795"/>
                  </a:cubicBezTo>
                  <a:cubicBezTo>
                    <a:pt x="740" y="795"/>
                    <a:pt x="740" y="795"/>
                    <a:pt x="740" y="795"/>
                  </a:cubicBezTo>
                  <a:cubicBezTo>
                    <a:pt x="740" y="797"/>
                    <a:pt x="740" y="799"/>
                    <a:pt x="740" y="800"/>
                  </a:cubicBezTo>
                  <a:cubicBezTo>
                    <a:pt x="740" y="814"/>
                    <a:pt x="740" y="826"/>
                    <a:pt x="735" y="835"/>
                  </a:cubicBezTo>
                  <a:cubicBezTo>
                    <a:pt x="732" y="839"/>
                    <a:pt x="729" y="843"/>
                    <a:pt x="723" y="847"/>
                  </a:cubicBezTo>
                  <a:cubicBezTo>
                    <a:pt x="718" y="850"/>
                    <a:pt x="710" y="854"/>
                    <a:pt x="701" y="856"/>
                  </a:cubicBezTo>
                  <a:cubicBezTo>
                    <a:pt x="699" y="857"/>
                    <a:pt x="699" y="857"/>
                    <a:pt x="699" y="857"/>
                  </a:cubicBezTo>
                  <a:cubicBezTo>
                    <a:pt x="699" y="858"/>
                    <a:pt x="699" y="858"/>
                    <a:pt x="699" y="858"/>
                  </a:cubicBezTo>
                  <a:cubicBezTo>
                    <a:pt x="699" y="858"/>
                    <a:pt x="699" y="860"/>
                    <a:pt x="700" y="863"/>
                  </a:cubicBezTo>
                  <a:cubicBezTo>
                    <a:pt x="701" y="888"/>
                    <a:pt x="708" y="990"/>
                    <a:pt x="708" y="1085"/>
                  </a:cubicBezTo>
                  <a:cubicBezTo>
                    <a:pt x="708" y="1108"/>
                    <a:pt x="708" y="1130"/>
                    <a:pt x="707" y="1150"/>
                  </a:cubicBezTo>
                  <a:cubicBezTo>
                    <a:pt x="706" y="1174"/>
                    <a:pt x="706" y="1196"/>
                    <a:pt x="706" y="1217"/>
                  </a:cubicBezTo>
                  <a:cubicBezTo>
                    <a:pt x="706" y="1298"/>
                    <a:pt x="713" y="1354"/>
                    <a:pt x="713" y="1431"/>
                  </a:cubicBezTo>
                  <a:cubicBezTo>
                    <a:pt x="713" y="1527"/>
                    <a:pt x="721" y="1591"/>
                    <a:pt x="726" y="1659"/>
                  </a:cubicBezTo>
                  <a:cubicBezTo>
                    <a:pt x="732" y="1728"/>
                    <a:pt x="740" y="1772"/>
                    <a:pt x="740" y="1772"/>
                  </a:cubicBezTo>
                  <a:cubicBezTo>
                    <a:pt x="742" y="1772"/>
                    <a:pt x="742" y="1772"/>
                    <a:pt x="742" y="1772"/>
                  </a:cubicBezTo>
                  <a:cubicBezTo>
                    <a:pt x="742" y="1770"/>
                    <a:pt x="742" y="1770"/>
                    <a:pt x="742" y="1770"/>
                  </a:cubicBezTo>
                  <a:cubicBezTo>
                    <a:pt x="742" y="1770"/>
                    <a:pt x="738" y="1771"/>
                    <a:pt x="732" y="1771"/>
                  </a:cubicBezTo>
                  <a:cubicBezTo>
                    <a:pt x="685" y="1778"/>
                    <a:pt x="488" y="1804"/>
                    <a:pt x="297" y="1804"/>
                  </a:cubicBezTo>
                  <a:cubicBezTo>
                    <a:pt x="186" y="1804"/>
                    <a:pt x="78" y="1795"/>
                    <a:pt x="3" y="1769"/>
                  </a:cubicBezTo>
                  <a:cubicBezTo>
                    <a:pt x="2" y="1771"/>
                    <a:pt x="2" y="1771"/>
                    <a:pt x="2" y="1771"/>
                  </a:cubicBezTo>
                  <a:cubicBezTo>
                    <a:pt x="4" y="1771"/>
                    <a:pt x="4" y="1771"/>
                    <a:pt x="4" y="1771"/>
                  </a:cubicBezTo>
                  <a:cubicBezTo>
                    <a:pt x="4" y="1771"/>
                    <a:pt x="17" y="1642"/>
                    <a:pt x="30" y="1505"/>
                  </a:cubicBezTo>
                  <a:cubicBezTo>
                    <a:pt x="37" y="1436"/>
                    <a:pt x="43" y="1365"/>
                    <a:pt x="48" y="1308"/>
                  </a:cubicBezTo>
                  <a:cubicBezTo>
                    <a:pt x="53" y="1250"/>
                    <a:pt x="56" y="1205"/>
                    <a:pt x="56" y="1189"/>
                  </a:cubicBezTo>
                  <a:cubicBezTo>
                    <a:pt x="56" y="1156"/>
                    <a:pt x="60" y="1125"/>
                    <a:pt x="65" y="1098"/>
                  </a:cubicBezTo>
                  <a:cubicBezTo>
                    <a:pt x="69" y="1071"/>
                    <a:pt x="73" y="1049"/>
                    <a:pt x="73" y="1032"/>
                  </a:cubicBezTo>
                  <a:cubicBezTo>
                    <a:pt x="73" y="1016"/>
                    <a:pt x="76" y="972"/>
                    <a:pt x="80" y="933"/>
                  </a:cubicBezTo>
                  <a:cubicBezTo>
                    <a:pt x="81" y="913"/>
                    <a:pt x="83" y="894"/>
                    <a:pt x="84" y="881"/>
                  </a:cubicBezTo>
                  <a:cubicBezTo>
                    <a:pt x="85" y="874"/>
                    <a:pt x="86" y="868"/>
                    <a:pt x="86" y="864"/>
                  </a:cubicBezTo>
                  <a:cubicBezTo>
                    <a:pt x="86" y="860"/>
                    <a:pt x="86" y="858"/>
                    <a:pt x="86" y="858"/>
                  </a:cubicBezTo>
                  <a:cubicBezTo>
                    <a:pt x="87" y="855"/>
                    <a:pt x="87" y="855"/>
                    <a:pt x="87" y="855"/>
                  </a:cubicBezTo>
                  <a:cubicBezTo>
                    <a:pt x="84" y="856"/>
                    <a:pt x="84" y="856"/>
                    <a:pt x="84" y="856"/>
                  </a:cubicBezTo>
                  <a:cubicBezTo>
                    <a:pt x="83" y="856"/>
                    <a:pt x="83" y="856"/>
                    <a:pt x="83" y="856"/>
                  </a:cubicBezTo>
                  <a:cubicBezTo>
                    <a:pt x="81" y="857"/>
                    <a:pt x="73" y="860"/>
                    <a:pt x="63" y="860"/>
                  </a:cubicBezTo>
                  <a:cubicBezTo>
                    <a:pt x="54" y="860"/>
                    <a:pt x="44" y="858"/>
                    <a:pt x="36" y="850"/>
                  </a:cubicBezTo>
                  <a:cubicBezTo>
                    <a:pt x="29" y="843"/>
                    <a:pt x="23" y="830"/>
                    <a:pt x="23" y="808"/>
                  </a:cubicBezTo>
                  <a:cubicBezTo>
                    <a:pt x="23" y="807"/>
                    <a:pt x="23" y="805"/>
                    <a:pt x="23" y="804"/>
                  </a:cubicBezTo>
                  <a:cubicBezTo>
                    <a:pt x="25" y="755"/>
                    <a:pt x="28" y="699"/>
                    <a:pt x="28" y="647"/>
                  </a:cubicBezTo>
                  <a:cubicBezTo>
                    <a:pt x="28" y="614"/>
                    <a:pt x="27" y="583"/>
                    <a:pt x="23" y="558"/>
                  </a:cubicBezTo>
                  <a:cubicBezTo>
                    <a:pt x="22" y="546"/>
                    <a:pt x="21" y="535"/>
                    <a:pt x="21" y="524"/>
                  </a:cubicBezTo>
                  <a:cubicBezTo>
                    <a:pt x="21" y="481"/>
                    <a:pt x="32" y="449"/>
                    <a:pt x="34" y="405"/>
                  </a:cubicBezTo>
                  <a:cubicBezTo>
                    <a:pt x="36" y="377"/>
                    <a:pt x="42" y="322"/>
                    <a:pt x="50" y="269"/>
                  </a:cubicBezTo>
                  <a:cubicBezTo>
                    <a:pt x="54" y="242"/>
                    <a:pt x="58" y="216"/>
                    <a:pt x="63" y="194"/>
                  </a:cubicBezTo>
                  <a:cubicBezTo>
                    <a:pt x="67" y="172"/>
                    <a:pt x="71" y="155"/>
                    <a:pt x="74" y="145"/>
                  </a:cubicBezTo>
                  <a:cubicBezTo>
                    <a:pt x="81" y="126"/>
                    <a:pt x="88" y="117"/>
                    <a:pt x="97" y="109"/>
                  </a:cubicBezTo>
                  <a:cubicBezTo>
                    <a:pt x="107" y="101"/>
                    <a:pt x="119" y="95"/>
                    <a:pt x="135" y="84"/>
                  </a:cubicBezTo>
                  <a:cubicBezTo>
                    <a:pt x="151" y="74"/>
                    <a:pt x="182" y="63"/>
                    <a:pt x="215" y="51"/>
                  </a:cubicBezTo>
                  <a:cubicBezTo>
                    <a:pt x="248" y="39"/>
                    <a:pt x="283" y="27"/>
                    <a:pt x="308" y="11"/>
                  </a:cubicBezTo>
                  <a:cubicBezTo>
                    <a:pt x="307" y="9"/>
                    <a:pt x="307" y="9"/>
                    <a:pt x="307" y="9"/>
                  </a:cubicBezTo>
                  <a:cubicBezTo>
                    <a:pt x="306" y="11"/>
                    <a:pt x="306" y="11"/>
                    <a:pt x="306" y="11"/>
                  </a:cubicBezTo>
                  <a:cubicBezTo>
                    <a:pt x="306" y="11"/>
                    <a:pt x="336" y="25"/>
                    <a:pt x="378" y="25"/>
                  </a:cubicBezTo>
                  <a:cubicBezTo>
                    <a:pt x="404" y="25"/>
                    <a:pt x="433" y="20"/>
                    <a:pt x="464" y="4"/>
                  </a:cubicBezTo>
                  <a:cubicBezTo>
                    <a:pt x="463" y="2"/>
                    <a:pt x="463" y="2"/>
                    <a:pt x="463" y="2"/>
                  </a:cubicBezTo>
                  <a:cubicBezTo>
                    <a:pt x="462" y="4"/>
                    <a:pt x="462" y="4"/>
                    <a:pt x="462" y="4"/>
                  </a:cubicBezTo>
                  <a:cubicBezTo>
                    <a:pt x="462" y="4"/>
                    <a:pt x="464" y="6"/>
                    <a:pt x="468" y="8"/>
                  </a:cubicBezTo>
                  <a:cubicBezTo>
                    <a:pt x="472" y="10"/>
                    <a:pt x="477" y="14"/>
                    <a:pt x="482" y="17"/>
                  </a:cubicBezTo>
                  <a:cubicBezTo>
                    <a:pt x="488" y="21"/>
                    <a:pt x="499" y="25"/>
                    <a:pt x="509" y="29"/>
                  </a:cubicBezTo>
                  <a:cubicBezTo>
                    <a:pt x="520" y="33"/>
                    <a:pt x="531" y="37"/>
                    <a:pt x="536" y="40"/>
                  </a:cubicBezTo>
                  <a:cubicBezTo>
                    <a:pt x="539" y="41"/>
                    <a:pt x="546" y="44"/>
                    <a:pt x="555" y="48"/>
                  </a:cubicBezTo>
                  <a:cubicBezTo>
                    <a:pt x="570" y="55"/>
                    <a:pt x="589" y="63"/>
                    <a:pt x="606" y="70"/>
                  </a:cubicBezTo>
                  <a:cubicBezTo>
                    <a:pt x="624" y="78"/>
                    <a:pt x="639" y="85"/>
                    <a:pt x="644" y="87"/>
                  </a:cubicBezTo>
                  <a:cubicBezTo>
                    <a:pt x="651" y="91"/>
                    <a:pt x="661" y="100"/>
                    <a:pt x="671" y="111"/>
                  </a:cubicBezTo>
                  <a:cubicBezTo>
                    <a:pt x="680" y="123"/>
                    <a:pt x="690" y="137"/>
                    <a:pt x="696" y="151"/>
                  </a:cubicBezTo>
                  <a:cubicBezTo>
                    <a:pt x="698" y="154"/>
                    <a:pt x="699" y="159"/>
                    <a:pt x="701" y="165"/>
                  </a:cubicBezTo>
                  <a:cubicBezTo>
                    <a:pt x="706" y="188"/>
                    <a:pt x="710" y="228"/>
                    <a:pt x="714" y="266"/>
                  </a:cubicBezTo>
                  <a:cubicBezTo>
                    <a:pt x="718" y="304"/>
                    <a:pt x="721" y="340"/>
                    <a:pt x="724" y="355"/>
                  </a:cubicBezTo>
                  <a:cubicBezTo>
                    <a:pt x="729" y="388"/>
                    <a:pt x="740" y="437"/>
                    <a:pt x="740" y="489"/>
                  </a:cubicBezTo>
                  <a:cubicBezTo>
                    <a:pt x="740" y="493"/>
                    <a:pt x="740" y="496"/>
                    <a:pt x="740" y="500"/>
                  </a:cubicBezTo>
                  <a:cubicBezTo>
                    <a:pt x="739" y="540"/>
                    <a:pt x="738" y="567"/>
                    <a:pt x="738" y="591"/>
                  </a:cubicBezTo>
                  <a:cubicBezTo>
                    <a:pt x="738" y="601"/>
                    <a:pt x="738" y="611"/>
                    <a:pt x="738" y="621"/>
                  </a:cubicBezTo>
                  <a:cubicBezTo>
                    <a:pt x="739" y="626"/>
                    <a:pt x="739" y="631"/>
                    <a:pt x="739" y="635"/>
                  </a:cubicBezTo>
                  <a:cubicBezTo>
                    <a:pt x="739" y="654"/>
                    <a:pt x="736" y="664"/>
                    <a:pt x="736" y="687"/>
                  </a:cubicBezTo>
                  <a:cubicBezTo>
                    <a:pt x="736" y="692"/>
                    <a:pt x="736" y="697"/>
                    <a:pt x="736" y="704"/>
                  </a:cubicBezTo>
                  <a:cubicBezTo>
                    <a:pt x="738" y="746"/>
                    <a:pt x="740" y="764"/>
                    <a:pt x="740" y="795"/>
                  </a:cubicBezTo>
                  <a:lnTo>
                    <a:pt x="742" y="795"/>
                  </a:lnTo>
                  <a:close/>
                  <a:moveTo>
                    <a:pt x="198" y="953"/>
                  </a:moveTo>
                  <a:cubicBezTo>
                    <a:pt x="196" y="954"/>
                    <a:pt x="196" y="954"/>
                    <a:pt x="196" y="954"/>
                  </a:cubicBezTo>
                  <a:cubicBezTo>
                    <a:pt x="199" y="960"/>
                    <a:pt x="206" y="973"/>
                    <a:pt x="209" y="978"/>
                  </a:cubicBezTo>
                  <a:cubicBezTo>
                    <a:pt x="210" y="980"/>
                    <a:pt x="212" y="982"/>
                    <a:pt x="213" y="985"/>
                  </a:cubicBezTo>
                  <a:cubicBezTo>
                    <a:pt x="214" y="987"/>
                    <a:pt x="215" y="990"/>
                    <a:pt x="215" y="991"/>
                  </a:cubicBezTo>
                  <a:cubicBezTo>
                    <a:pt x="215" y="991"/>
                    <a:pt x="215" y="992"/>
                    <a:pt x="215" y="992"/>
                  </a:cubicBezTo>
                  <a:cubicBezTo>
                    <a:pt x="215" y="993"/>
                    <a:pt x="214" y="994"/>
                    <a:pt x="212" y="995"/>
                  </a:cubicBezTo>
                  <a:cubicBezTo>
                    <a:pt x="211" y="996"/>
                    <a:pt x="210" y="997"/>
                    <a:pt x="208" y="997"/>
                  </a:cubicBezTo>
                  <a:cubicBezTo>
                    <a:pt x="207" y="997"/>
                    <a:pt x="205" y="996"/>
                    <a:pt x="204" y="995"/>
                  </a:cubicBezTo>
                  <a:cubicBezTo>
                    <a:pt x="199" y="992"/>
                    <a:pt x="199" y="992"/>
                    <a:pt x="199" y="992"/>
                  </a:cubicBezTo>
                  <a:cubicBezTo>
                    <a:pt x="201" y="997"/>
                    <a:pt x="201" y="997"/>
                    <a:pt x="201" y="997"/>
                  </a:cubicBezTo>
                  <a:cubicBezTo>
                    <a:pt x="201" y="997"/>
                    <a:pt x="201" y="997"/>
                    <a:pt x="201" y="997"/>
                  </a:cubicBezTo>
                  <a:cubicBezTo>
                    <a:pt x="201" y="998"/>
                    <a:pt x="201" y="999"/>
                    <a:pt x="201" y="1001"/>
                  </a:cubicBezTo>
                  <a:cubicBezTo>
                    <a:pt x="201" y="1002"/>
                    <a:pt x="201" y="1004"/>
                    <a:pt x="200" y="1005"/>
                  </a:cubicBezTo>
                  <a:cubicBezTo>
                    <a:pt x="200" y="1007"/>
                    <a:pt x="199" y="1008"/>
                    <a:pt x="197" y="1009"/>
                  </a:cubicBezTo>
                  <a:cubicBezTo>
                    <a:pt x="196" y="1010"/>
                    <a:pt x="195" y="1010"/>
                    <a:pt x="194" y="1010"/>
                  </a:cubicBezTo>
                  <a:cubicBezTo>
                    <a:pt x="192" y="1010"/>
                    <a:pt x="191" y="1009"/>
                    <a:pt x="189" y="1007"/>
                  </a:cubicBezTo>
                  <a:cubicBezTo>
                    <a:pt x="187" y="1006"/>
                    <a:pt x="186" y="1004"/>
                    <a:pt x="184" y="1003"/>
                  </a:cubicBezTo>
                  <a:cubicBezTo>
                    <a:pt x="182" y="1001"/>
                    <a:pt x="179" y="999"/>
                    <a:pt x="176" y="997"/>
                  </a:cubicBezTo>
                  <a:cubicBezTo>
                    <a:pt x="173" y="994"/>
                    <a:pt x="171" y="993"/>
                    <a:pt x="171" y="993"/>
                  </a:cubicBezTo>
                  <a:cubicBezTo>
                    <a:pt x="170" y="992"/>
                    <a:pt x="170" y="992"/>
                    <a:pt x="170" y="992"/>
                  </a:cubicBezTo>
                  <a:cubicBezTo>
                    <a:pt x="169" y="992"/>
                    <a:pt x="169" y="992"/>
                    <a:pt x="169" y="992"/>
                  </a:cubicBezTo>
                  <a:cubicBezTo>
                    <a:pt x="169" y="992"/>
                    <a:pt x="169" y="992"/>
                    <a:pt x="169" y="992"/>
                  </a:cubicBezTo>
                  <a:cubicBezTo>
                    <a:pt x="169" y="992"/>
                    <a:pt x="169" y="992"/>
                    <a:pt x="169" y="992"/>
                  </a:cubicBezTo>
                  <a:cubicBezTo>
                    <a:pt x="169" y="992"/>
                    <a:pt x="169" y="992"/>
                    <a:pt x="169" y="992"/>
                  </a:cubicBezTo>
                  <a:cubicBezTo>
                    <a:pt x="169" y="992"/>
                    <a:pt x="169" y="992"/>
                    <a:pt x="169" y="992"/>
                  </a:cubicBezTo>
                  <a:cubicBezTo>
                    <a:pt x="169" y="992"/>
                    <a:pt x="169" y="992"/>
                    <a:pt x="169" y="992"/>
                  </a:cubicBezTo>
                  <a:cubicBezTo>
                    <a:pt x="169" y="992"/>
                    <a:pt x="169" y="992"/>
                    <a:pt x="169" y="992"/>
                  </a:cubicBezTo>
                  <a:cubicBezTo>
                    <a:pt x="168" y="992"/>
                    <a:pt x="165" y="992"/>
                    <a:pt x="163" y="990"/>
                  </a:cubicBezTo>
                  <a:cubicBezTo>
                    <a:pt x="161" y="988"/>
                    <a:pt x="158" y="985"/>
                    <a:pt x="156" y="983"/>
                  </a:cubicBezTo>
                  <a:cubicBezTo>
                    <a:pt x="153" y="980"/>
                    <a:pt x="152" y="978"/>
                    <a:pt x="152" y="978"/>
                  </a:cubicBezTo>
                  <a:cubicBezTo>
                    <a:pt x="147" y="973"/>
                    <a:pt x="147" y="973"/>
                    <a:pt x="147" y="973"/>
                  </a:cubicBezTo>
                  <a:cubicBezTo>
                    <a:pt x="148" y="979"/>
                    <a:pt x="148" y="979"/>
                    <a:pt x="148" y="979"/>
                  </a:cubicBezTo>
                  <a:cubicBezTo>
                    <a:pt x="148" y="979"/>
                    <a:pt x="148" y="979"/>
                    <a:pt x="148" y="979"/>
                  </a:cubicBezTo>
                  <a:cubicBezTo>
                    <a:pt x="148" y="980"/>
                    <a:pt x="148" y="980"/>
                    <a:pt x="148" y="980"/>
                  </a:cubicBezTo>
                  <a:cubicBezTo>
                    <a:pt x="148" y="980"/>
                    <a:pt x="148" y="982"/>
                    <a:pt x="148" y="983"/>
                  </a:cubicBezTo>
                  <a:cubicBezTo>
                    <a:pt x="147" y="984"/>
                    <a:pt x="146" y="984"/>
                    <a:pt x="145" y="985"/>
                  </a:cubicBezTo>
                  <a:cubicBezTo>
                    <a:pt x="145" y="985"/>
                    <a:pt x="145" y="985"/>
                    <a:pt x="145" y="985"/>
                  </a:cubicBezTo>
                  <a:cubicBezTo>
                    <a:pt x="144" y="985"/>
                    <a:pt x="143" y="985"/>
                    <a:pt x="142" y="984"/>
                  </a:cubicBezTo>
                  <a:cubicBezTo>
                    <a:pt x="141" y="983"/>
                    <a:pt x="139" y="981"/>
                    <a:pt x="137" y="979"/>
                  </a:cubicBezTo>
                  <a:cubicBezTo>
                    <a:pt x="135" y="977"/>
                    <a:pt x="134" y="975"/>
                    <a:pt x="132" y="973"/>
                  </a:cubicBezTo>
                  <a:cubicBezTo>
                    <a:pt x="127" y="968"/>
                    <a:pt x="120" y="958"/>
                    <a:pt x="117" y="950"/>
                  </a:cubicBezTo>
                  <a:cubicBezTo>
                    <a:pt x="116" y="945"/>
                    <a:pt x="113" y="937"/>
                    <a:pt x="111" y="928"/>
                  </a:cubicBezTo>
                  <a:cubicBezTo>
                    <a:pt x="108" y="920"/>
                    <a:pt x="106" y="912"/>
                    <a:pt x="105" y="910"/>
                  </a:cubicBezTo>
                  <a:cubicBezTo>
                    <a:pt x="103" y="904"/>
                    <a:pt x="99" y="897"/>
                    <a:pt x="99" y="889"/>
                  </a:cubicBezTo>
                  <a:cubicBezTo>
                    <a:pt x="99" y="886"/>
                    <a:pt x="100" y="869"/>
                    <a:pt x="101" y="853"/>
                  </a:cubicBezTo>
                  <a:cubicBezTo>
                    <a:pt x="101" y="846"/>
                    <a:pt x="101" y="838"/>
                    <a:pt x="101" y="832"/>
                  </a:cubicBezTo>
                  <a:cubicBezTo>
                    <a:pt x="102" y="827"/>
                    <a:pt x="102" y="823"/>
                    <a:pt x="102" y="823"/>
                  </a:cubicBezTo>
                  <a:cubicBezTo>
                    <a:pt x="100" y="823"/>
                    <a:pt x="100" y="823"/>
                    <a:pt x="100" y="823"/>
                  </a:cubicBezTo>
                  <a:cubicBezTo>
                    <a:pt x="100" y="825"/>
                    <a:pt x="100" y="825"/>
                    <a:pt x="100" y="825"/>
                  </a:cubicBezTo>
                  <a:cubicBezTo>
                    <a:pt x="100" y="825"/>
                    <a:pt x="101" y="825"/>
                    <a:pt x="102" y="825"/>
                  </a:cubicBezTo>
                  <a:cubicBezTo>
                    <a:pt x="107" y="823"/>
                    <a:pt x="133" y="816"/>
                    <a:pt x="159" y="816"/>
                  </a:cubicBezTo>
                  <a:cubicBezTo>
                    <a:pt x="172" y="816"/>
                    <a:pt x="185" y="817"/>
                    <a:pt x="196" y="822"/>
                  </a:cubicBezTo>
                  <a:cubicBezTo>
                    <a:pt x="196" y="820"/>
                    <a:pt x="196" y="820"/>
                    <a:pt x="196" y="820"/>
                  </a:cubicBezTo>
                  <a:cubicBezTo>
                    <a:pt x="195" y="821"/>
                    <a:pt x="195" y="821"/>
                    <a:pt x="195" y="821"/>
                  </a:cubicBezTo>
                  <a:cubicBezTo>
                    <a:pt x="195" y="821"/>
                    <a:pt x="198" y="831"/>
                    <a:pt x="202" y="841"/>
                  </a:cubicBezTo>
                  <a:cubicBezTo>
                    <a:pt x="204" y="847"/>
                    <a:pt x="206" y="852"/>
                    <a:pt x="208" y="856"/>
                  </a:cubicBezTo>
                  <a:cubicBezTo>
                    <a:pt x="210" y="861"/>
                    <a:pt x="211" y="865"/>
                    <a:pt x="212" y="866"/>
                  </a:cubicBezTo>
                  <a:cubicBezTo>
                    <a:pt x="214" y="869"/>
                    <a:pt x="215" y="873"/>
                    <a:pt x="216" y="878"/>
                  </a:cubicBezTo>
                  <a:cubicBezTo>
                    <a:pt x="217" y="883"/>
                    <a:pt x="217" y="888"/>
                    <a:pt x="218" y="893"/>
                  </a:cubicBezTo>
                  <a:cubicBezTo>
                    <a:pt x="218" y="898"/>
                    <a:pt x="219" y="907"/>
                    <a:pt x="220" y="916"/>
                  </a:cubicBezTo>
                  <a:cubicBezTo>
                    <a:pt x="221" y="925"/>
                    <a:pt x="221" y="933"/>
                    <a:pt x="221" y="937"/>
                  </a:cubicBezTo>
                  <a:cubicBezTo>
                    <a:pt x="221" y="937"/>
                    <a:pt x="221" y="937"/>
                    <a:pt x="221" y="937"/>
                  </a:cubicBezTo>
                  <a:cubicBezTo>
                    <a:pt x="224" y="956"/>
                    <a:pt x="224" y="956"/>
                    <a:pt x="224" y="956"/>
                  </a:cubicBezTo>
                  <a:cubicBezTo>
                    <a:pt x="226" y="956"/>
                    <a:pt x="226" y="956"/>
                    <a:pt x="226" y="956"/>
                  </a:cubicBezTo>
                  <a:cubicBezTo>
                    <a:pt x="225" y="954"/>
                    <a:pt x="225" y="954"/>
                    <a:pt x="225" y="954"/>
                  </a:cubicBezTo>
                  <a:cubicBezTo>
                    <a:pt x="225" y="954"/>
                    <a:pt x="225" y="954"/>
                    <a:pt x="225" y="954"/>
                  </a:cubicBezTo>
                  <a:cubicBezTo>
                    <a:pt x="224" y="954"/>
                    <a:pt x="220" y="957"/>
                    <a:pt x="215" y="957"/>
                  </a:cubicBezTo>
                  <a:cubicBezTo>
                    <a:pt x="213" y="957"/>
                    <a:pt x="211" y="957"/>
                    <a:pt x="209" y="955"/>
                  </a:cubicBezTo>
                  <a:cubicBezTo>
                    <a:pt x="205" y="952"/>
                    <a:pt x="202" y="948"/>
                    <a:pt x="200" y="944"/>
                  </a:cubicBezTo>
                  <a:cubicBezTo>
                    <a:pt x="199" y="942"/>
                    <a:pt x="198" y="940"/>
                    <a:pt x="197" y="939"/>
                  </a:cubicBezTo>
                  <a:cubicBezTo>
                    <a:pt x="197" y="938"/>
                    <a:pt x="197" y="938"/>
                    <a:pt x="197" y="937"/>
                  </a:cubicBezTo>
                  <a:cubicBezTo>
                    <a:pt x="196" y="937"/>
                    <a:pt x="196" y="937"/>
                    <a:pt x="196" y="937"/>
                  </a:cubicBezTo>
                  <a:cubicBezTo>
                    <a:pt x="193" y="938"/>
                    <a:pt x="193" y="938"/>
                    <a:pt x="193" y="938"/>
                  </a:cubicBezTo>
                  <a:cubicBezTo>
                    <a:pt x="193" y="938"/>
                    <a:pt x="193" y="947"/>
                    <a:pt x="196" y="954"/>
                  </a:cubicBezTo>
                  <a:cubicBezTo>
                    <a:pt x="198" y="953"/>
                    <a:pt x="198" y="953"/>
                    <a:pt x="198" y="953"/>
                  </a:cubicBezTo>
                  <a:cubicBezTo>
                    <a:pt x="200" y="952"/>
                    <a:pt x="200" y="952"/>
                    <a:pt x="200" y="952"/>
                  </a:cubicBezTo>
                  <a:cubicBezTo>
                    <a:pt x="199" y="949"/>
                    <a:pt x="198" y="945"/>
                    <a:pt x="197" y="942"/>
                  </a:cubicBezTo>
                  <a:cubicBezTo>
                    <a:pt x="197" y="941"/>
                    <a:pt x="197" y="940"/>
                    <a:pt x="197" y="939"/>
                  </a:cubicBezTo>
                  <a:cubicBezTo>
                    <a:pt x="197" y="938"/>
                    <a:pt x="197" y="938"/>
                    <a:pt x="197" y="938"/>
                  </a:cubicBezTo>
                  <a:cubicBezTo>
                    <a:pt x="196" y="937"/>
                    <a:pt x="196" y="937"/>
                    <a:pt x="196" y="937"/>
                  </a:cubicBezTo>
                  <a:cubicBezTo>
                    <a:pt x="195" y="937"/>
                    <a:pt x="195" y="937"/>
                    <a:pt x="195" y="937"/>
                  </a:cubicBezTo>
                  <a:cubicBezTo>
                    <a:pt x="193" y="938"/>
                    <a:pt x="193" y="938"/>
                    <a:pt x="193" y="938"/>
                  </a:cubicBezTo>
                  <a:cubicBezTo>
                    <a:pt x="193" y="938"/>
                    <a:pt x="194" y="942"/>
                    <a:pt x="196" y="946"/>
                  </a:cubicBezTo>
                  <a:cubicBezTo>
                    <a:pt x="199" y="950"/>
                    <a:pt x="202" y="955"/>
                    <a:pt x="206" y="958"/>
                  </a:cubicBezTo>
                  <a:cubicBezTo>
                    <a:pt x="209" y="961"/>
                    <a:pt x="212" y="961"/>
                    <a:pt x="215" y="961"/>
                  </a:cubicBezTo>
                  <a:cubicBezTo>
                    <a:pt x="222" y="961"/>
                    <a:pt x="227" y="957"/>
                    <a:pt x="227" y="957"/>
                  </a:cubicBezTo>
                  <a:cubicBezTo>
                    <a:pt x="228" y="956"/>
                    <a:pt x="228" y="956"/>
                    <a:pt x="228" y="956"/>
                  </a:cubicBezTo>
                  <a:cubicBezTo>
                    <a:pt x="225" y="937"/>
                    <a:pt x="225" y="937"/>
                    <a:pt x="225" y="937"/>
                  </a:cubicBezTo>
                  <a:cubicBezTo>
                    <a:pt x="223" y="937"/>
                    <a:pt x="223" y="937"/>
                    <a:pt x="223" y="937"/>
                  </a:cubicBezTo>
                  <a:cubicBezTo>
                    <a:pt x="225" y="937"/>
                    <a:pt x="225" y="937"/>
                    <a:pt x="225" y="937"/>
                  </a:cubicBezTo>
                  <a:cubicBezTo>
                    <a:pt x="225" y="933"/>
                    <a:pt x="225" y="924"/>
                    <a:pt x="224" y="915"/>
                  </a:cubicBezTo>
                  <a:cubicBezTo>
                    <a:pt x="223" y="906"/>
                    <a:pt x="222" y="897"/>
                    <a:pt x="222" y="892"/>
                  </a:cubicBezTo>
                  <a:cubicBezTo>
                    <a:pt x="221" y="888"/>
                    <a:pt x="221" y="882"/>
                    <a:pt x="220" y="877"/>
                  </a:cubicBezTo>
                  <a:cubicBezTo>
                    <a:pt x="219" y="872"/>
                    <a:pt x="218" y="868"/>
                    <a:pt x="216" y="864"/>
                  </a:cubicBezTo>
                  <a:cubicBezTo>
                    <a:pt x="215" y="863"/>
                    <a:pt x="214" y="859"/>
                    <a:pt x="212" y="855"/>
                  </a:cubicBezTo>
                  <a:cubicBezTo>
                    <a:pt x="209" y="848"/>
                    <a:pt x="206" y="839"/>
                    <a:pt x="203" y="832"/>
                  </a:cubicBezTo>
                  <a:cubicBezTo>
                    <a:pt x="200" y="825"/>
                    <a:pt x="198" y="820"/>
                    <a:pt x="198" y="820"/>
                  </a:cubicBezTo>
                  <a:cubicBezTo>
                    <a:pt x="198" y="819"/>
                    <a:pt x="198" y="819"/>
                    <a:pt x="198" y="819"/>
                  </a:cubicBezTo>
                  <a:cubicBezTo>
                    <a:pt x="197" y="819"/>
                    <a:pt x="197" y="819"/>
                    <a:pt x="197" y="819"/>
                  </a:cubicBezTo>
                  <a:cubicBezTo>
                    <a:pt x="186" y="813"/>
                    <a:pt x="172" y="812"/>
                    <a:pt x="159" y="812"/>
                  </a:cubicBezTo>
                  <a:cubicBezTo>
                    <a:pt x="128" y="812"/>
                    <a:pt x="99" y="821"/>
                    <a:pt x="99" y="821"/>
                  </a:cubicBezTo>
                  <a:cubicBezTo>
                    <a:pt x="98" y="822"/>
                    <a:pt x="98" y="822"/>
                    <a:pt x="98" y="822"/>
                  </a:cubicBezTo>
                  <a:cubicBezTo>
                    <a:pt x="98" y="823"/>
                    <a:pt x="98" y="823"/>
                    <a:pt x="98" y="823"/>
                  </a:cubicBezTo>
                  <a:cubicBezTo>
                    <a:pt x="98" y="823"/>
                    <a:pt x="95" y="882"/>
                    <a:pt x="95" y="889"/>
                  </a:cubicBezTo>
                  <a:cubicBezTo>
                    <a:pt x="95" y="898"/>
                    <a:pt x="99" y="906"/>
                    <a:pt x="101" y="911"/>
                  </a:cubicBezTo>
                  <a:cubicBezTo>
                    <a:pt x="102" y="914"/>
                    <a:pt x="105" y="921"/>
                    <a:pt x="107" y="930"/>
                  </a:cubicBezTo>
                  <a:cubicBezTo>
                    <a:pt x="110" y="938"/>
                    <a:pt x="112" y="947"/>
                    <a:pt x="114" y="951"/>
                  </a:cubicBezTo>
                  <a:cubicBezTo>
                    <a:pt x="116" y="960"/>
                    <a:pt x="124" y="970"/>
                    <a:pt x="129" y="976"/>
                  </a:cubicBezTo>
                  <a:cubicBezTo>
                    <a:pt x="131" y="978"/>
                    <a:pt x="133" y="981"/>
                    <a:pt x="136" y="984"/>
                  </a:cubicBezTo>
                  <a:cubicBezTo>
                    <a:pt x="137" y="985"/>
                    <a:pt x="139" y="987"/>
                    <a:pt x="140" y="987"/>
                  </a:cubicBezTo>
                  <a:cubicBezTo>
                    <a:pt x="141" y="988"/>
                    <a:pt x="143" y="989"/>
                    <a:pt x="145" y="989"/>
                  </a:cubicBezTo>
                  <a:cubicBezTo>
                    <a:pt x="145" y="989"/>
                    <a:pt x="146" y="989"/>
                    <a:pt x="146" y="989"/>
                  </a:cubicBezTo>
                  <a:cubicBezTo>
                    <a:pt x="149" y="988"/>
                    <a:pt x="151" y="986"/>
                    <a:pt x="151" y="984"/>
                  </a:cubicBezTo>
                  <a:cubicBezTo>
                    <a:pt x="152" y="982"/>
                    <a:pt x="152" y="981"/>
                    <a:pt x="152" y="980"/>
                  </a:cubicBezTo>
                  <a:cubicBezTo>
                    <a:pt x="152" y="979"/>
                    <a:pt x="152" y="979"/>
                    <a:pt x="152" y="979"/>
                  </a:cubicBezTo>
                  <a:cubicBezTo>
                    <a:pt x="150" y="979"/>
                    <a:pt x="150" y="979"/>
                    <a:pt x="150" y="979"/>
                  </a:cubicBezTo>
                  <a:cubicBezTo>
                    <a:pt x="148" y="980"/>
                    <a:pt x="148" y="980"/>
                    <a:pt x="148" y="980"/>
                  </a:cubicBezTo>
                  <a:cubicBezTo>
                    <a:pt x="148" y="980"/>
                    <a:pt x="150" y="983"/>
                    <a:pt x="153" y="985"/>
                  </a:cubicBezTo>
                  <a:cubicBezTo>
                    <a:pt x="155" y="988"/>
                    <a:pt x="158" y="991"/>
                    <a:pt x="160" y="993"/>
                  </a:cubicBezTo>
                  <a:cubicBezTo>
                    <a:pt x="163" y="996"/>
                    <a:pt x="167" y="996"/>
                    <a:pt x="169" y="996"/>
                  </a:cubicBezTo>
                  <a:cubicBezTo>
                    <a:pt x="169" y="996"/>
                    <a:pt x="170" y="996"/>
                    <a:pt x="170" y="996"/>
                  </a:cubicBezTo>
                  <a:cubicBezTo>
                    <a:pt x="170" y="994"/>
                    <a:pt x="170" y="994"/>
                    <a:pt x="170" y="994"/>
                  </a:cubicBezTo>
                  <a:cubicBezTo>
                    <a:pt x="168" y="996"/>
                    <a:pt x="168" y="996"/>
                    <a:pt x="168" y="996"/>
                  </a:cubicBezTo>
                  <a:cubicBezTo>
                    <a:pt x="168" y="996"/>
                    <a:pt x="177" y="1003"/>
                    <a:pt x="181" y="1006"/>
                  </a:cubicBezTo>
                  <a:cubicBezTo>
                    <a:pt x="183" y="1007"/>
                    <a:pt x="184" y="1009"/>
                    <a:pt x="186" y="1010"/>
                  </a:cubicBezTo>
                  <a:cubicBezTo>
                    <a:pt x="188" y="1012"/>
                    <a:pt x="191" y="1014"/>
                    <a:pt x="194" y="1014"/>
                  </a:cubicBezTo>
                  <a:cubicBezTo>
                    <a:pt x="196" y="1014"/>
                    <a:pt x="197" y="1013"/>
                    <a:pt x="199" y="1012"/>
                  </a:cubicBezTo>
                  <a:cubicBezTo>
                    <a:pt x="202" y="1011"/>
                    <a:pt x="203" y="1009"/>
                    <a:pt x="204" y="1007"/>
                  </a:cubicBezTo>
                  <a:cubicBezTo>
                    <a:pt x="205" y="1005"/>
                    <a:pt x="205" y="1002"/>
                    <a:pt x="205" y="1001"/>
                  </a:cubicBezTo>
                  <a:cubicBezTo>
                    <a:pt x="205" y="998"/>
                    <a:pt x="205" y="996"/>
                    <a:pt x="204" y="996"/>
                  </a:cubicBezTo>
                  <a:cubicBezTo>
                    <a:pt x="203" y="997"/>
                    <a:pt x="203" y="997"/>
                    <a:pt x="203" y="997"/>
                  </a:cubicBezTo>
                  <a:cubicBezTo>
                    <a:pt x="201" y="998"/>
                    <a:pt x="201" y="998"/>
                    <a:pt x="201" y="998"/>
                  </a:cubicBezTo>
                  <a:cubicBezTo>
                    <a:pt x="204" y="1000"/>
                    <a:pt x="206" y="1001"/>
                    <a:pt x="208" y="1001"/>
                  </a:cubicBezTo>
                  <a:cubicBezTo>
                    <a:pt x="211" y="1001"/>
                    <a:pt x="213" y="1000"/>
                    <a:pt x="215" y="998"/>
                  </a:cubicBezTo>
                  <a:cubicBezTo>
                    <a:pt x="217" y="997"/>
                    <a:pt x="218" y="995"/>
                    <a:pt x="219" y="993"/>
                  </a:cubicBezTo>
                  <a:cubicBezTo>
                    <a:pt x="219" y="993"/>
                    <a:pt x="219" y="992"/>
                    <a:pt x="219" y="991"/>
                  </a:cubicBezTo>
                  <a:cubicBezTo>
                    <a:pt x="219" y="988"/>
                    <a:pt x="218" y="986"/>
                    <a:pt x="216" y="983"/>
                  </a:cubicBezTo>
                  <a:cubicBezTo>
                    <a:pt x="215" y="980"/>
                    <a:pt x="213" y="977"/>
                    <a:pt x="212" y="975"/>
                  </a:cubicBezTo>
                  <a:cubicBezTo>
                    <a:pt x="209" y="971"/>
                    <a:pt x="203" y="958"/>
                    <a:pt x="200" y="952"/>
                  </a:cubicBezTo>
                  <a:lnTo>
                    <a:pt x="198" y="953"/>
                  </a:lnTo>
                  <a:close/>
                  <a:moveTo>
                    <a:pt x="672" y="909"/>
                  </a:moveTo>
                  <a:cubicBezTo>
                    <a:pt x="670" y="909"/>
                    <a:pt x="670" y="909"/>
                    <a:pt x="670" y="909"/>
                  </a:cubicBezTo>
                  <a:cubicBezTo>
                    <a:pt x="669" y="911"/>
                    <a:pt x="667" y="919"/>
                    <a:pt x="664" y="927"/>
                  </a:cubicBezTo>
                  <a:cubicBezTo>
                    <a:pt x="661" y="936"/>
                    <a:pt x="659" y="944"/>
                    <a:pt x="657" y="949"/>
                  </a:cubicBezTo>
                  <a:cubicBezTo>
                    <a:pt x="655" y="957"/>
                    <a:pt x="648" y="967"/>
                    <a:pt x="643" y="972"/>
                  </a:cubicBezTo>
                  <a:cubicBezTo>
                    <a:pt x="641" y="975"/>
                    <a:pt x="638" y="978"/>
                    <a:pt x="636" y="980"/>
                  </a:cubicBezTo>
                  <a:cubicBezTo>
                    <a:pt x="635" y="981"/>
                    <a:pt x="634" y="982"/>
                    <a:pt x="633" y="983"/>
                  </a:cubicBezTo>
                  <a:cubicBezTo>
                    <a:pt x="632" y="984"/>
                    <a:pt x="631" y="984"/>
                    <a:pt x="630" y="984"/>
                  </a:cubicBezTo>
                  <a:cubicBezTo>
                    <a:pt x="630" y="984"/>
                    <a:pt x="630" y="984"/>
                    <a:pt x="630" y="984"/>
                  </a:cubicBezTo>
                  <a:cubicBezTo>
                    <a:pt x="628" y="983"/>
                    <a:pt x="628" y="983"/>
                    <a:pt x="627" y="982"/>
                  </a:cubicBezTo>
                  <a:cubicBezTo>
                    <a:pt x="627" y="981"/>
                    <a:pt x="627" y="979"/>
                    <a:pt x="627" y="979"/>
                  </a:cubicBezTo>
                  <a:cubicBezTo>
                    <a:pt x="627" y="978"/>
                    <a:pt x="627" y="978"/>
                    <a:pt x="627" y="978"/>
                  </a:cubicBezTo>
                  <a:cubicBezTo>
                    <a:pt x="627" y="978"/>
                    <a:pt x="627" y="978"/>
                    <a:pt x="627" y="978"/>
                  </a:cubicBezTo>
                  <a:cubicBezTo>
                    <a:pt x="627" y="978"/>
                    <a:pt x="627" y="978"/>
                    <a:pt x="627" y="978"/>
                  </a:cubicBezTo>
                  <a:cubicBezTo>
                    <a:pt x="628" y="972"/>
                    <a:pt x="628" y="972"/>
                    <a:pt x="628" y="972"/>
                  </a:cubicBezTo>
                  <a:cubicBezTo>
                    <a:pt x="623" y="977"/>
                    <a:pt x="623" y="977"/>
                    <a:pt x="623" y="977"/>
                  </a:cubicBezTo>
                  <a:cubicBezTo>
                    <a:pt x="623" y="977"/>
                    <a:pt x="621" y="979"/>
                    <a:pt x="619" y="981"/>
                  </a:cubicBezTo>
                  <a:cubicBezTo>
                    <a:pt x="617" y="984"/>
                    <a:pt x="614" y="987"/>
                    <a:pt x="612" y="989"/>
                  </a:cubicBezTo>
                  <a:cubicBezTo>
                    <a:pt x="610" y="991"/>
                    <a:pt x="607" y="991"/>
                    <a:pt x="606" y="991"/>
                  </a:cubicBezTo>
                  <a:cubicBezTo>
                    <a:pt x="606" y="991"/>
                    <a:pt x="606" y="991"/>
                    <a:pt x="606" y="991"/>
                  </a:cubicBezTo>
                  <a:cubicBezTo>
                    <a:pt x="605" y="991"/>
                    <a:pt x="605" y="991"/>
                    <a:pt x="605" y="991"/>
                  </a:cubicBezTo>
                  <a:cubicBezTo>
                    <a:pt x="605" y="991"/>
                    <a:pt x="605" y="991"/>
                    <a:pt x="605" y="991"/>
                  </a:cubicBezTo>
                  <a:cubicBezTo>
                    <a:pt x="605" y="991"/>
                    <a:pt x="605" y="991"/>
                    <a:pt x="605" y="991"/>
                  </a:cubicBezTo>
                  <a:cubicBezTo>
                    <a:pt x="605" y="991"/>
                    <a:pt x="605" y="991"/>
                    <a:pt x="605" y="991"/>
                  </a:cubicBezTo>
                  <a:cubicBezTo>
                    <a:pt x="605" y="991"/>
                    <a:pt x="605" y="991"/>
                    <a:pt x="605" y="991"/>
                  </a:cubicBezTo>
                  <a:cubicBezTo>
                    <a:pt x="605" y="991"/>
                    <a:pt x="605" y="991"/>
                    <a:pt x="605" y="991"/>
                  </a:cubicBezTo>
                  <a:cubicBezTo>
                    <a:pt x="605" y="991"/>
                    <a:pt x="605" y="991"/>
                    <a:pt x="605" y="991"/>
                  </a:cubicBezTo>
                  <a:cubicBezTo>
                    <a:pt x="604" y="992"/>
                    <a:pt x="604" y="992"/>
                    <a:pt x="604" y="992"/>
                  </a:cubicBezTo>
                  <a:cubicBezTo>
                    <a:pt x="604" y="992"/>
                    <a:pt x="602" y="993"/>
                    <a:pt x="599" y="995"/>
                  </a:cubicBezTo>
                  <a:cubicBezTo>
                    <a:pt x="596" y="998"/>
                    <a:pt x="593" y="1000"/>
                    <a:pt x="591" y="1002"/>
                  </a:cubicBezTo>
                  <a:cubicBezTo>
                    <a:pt x="589" y="1003"/>
                    <a:pt x="588" y="1005"/>
                    <a:pt x="586" y="1006"/>
                  </a:cubicBezTo>
                  <a:cubicBezTo>
                    <a:pt x="584" y="1008"/>
                    <a:pt x="583" y="1009"/>
                    <a:pt x="581" y="1009"/>
                  </a:cubicBezTo>
                  <a:cubicBezTo>
                    <a:pt x="580" y="1009"/>
                    <a:pt x="579" y="1009"/>
                    <a:pt x="578" y="1008"/>
                  </a:cubicBezTo>
                  <a:cubicBezTo>
                    <a:pt x="576" y="1007"/>
                    <a:pt x="575" y="1005"/>
                    <a:pt x="575" y="1004"/>
                  </a:cubicBezTo>
                  <a:cubicBezTo>
                    <a:pt x="574" y="1003"/>
                    <a:pt x="574" y="1001"/>
                    <a:pt x="574" y="1000"/>
                  </a:cubicBezTo>
                  <a:cubicBezTo>
                    <a:pt x="574" y="999"/>
                    <a:pt x="574" y="998"/>
                    <a:pt x="574" y="997"/>
                  </a:cubicBezTo>
                  <a:cubicBezTo>
                    <a:pt x="574" y="996"/>
                    <a:pt x="574" y="996"/>
                    <a:pt x="574" y="996"/>
                  </a:cubicBezTo>
                  <a:cubicBezTo>
                    <a:pt x="574" y="996"/>
                    <a:pt x="574" y="996"/>
                    <a:pt x="574" y="996"/>
                  </a:cubicBezTo>
                  <a:cubicBezTo>
                    <a:pt x="574" y="996"/>
                    <a:pt x="574" y="996"/>
                    <a:pt x="574" y="996"/>
                  </a:cubicBezTo>
                  <a:cubicBezTo>
                    <a:pt x="576" y="991"/>
                    <a:pt x="576" y="991"/>
                    <a:pt x="576" y="991"/>
                  </a:cubicBezTo>
                  <a:cubicBezTo>
                    <a:pt x="571" y="994"/>
                    <a:pt x="571" y="994"/>
                    <a:pt x="571" y="994"/>
                  </a:cubicBezTo>
                  <a:cubicBezTo>
                    <a:pt x="569" y="995"/>
                    <a:pt x="568" y="996"/>
                    <a:pt x="567" y="996"/>
                  </a:cubicBezTo>
                  <a:cubicBezTo>
                    <a:pt x="565" y="996"/>
                    <a:pt x="564" y="995"/>
                    <a:pt x="562" y="994"/>
                  </a:cubicBezTo>
                  <a:cubicBezTo>
                    <a:pt x="561" y="993"/>
                    <a:pt x="560" y="992"/>
                    <a:pt x="560" y="991"/>
                  </a:cubicBezTo>
                  <a:cubicBezTo>
                    <a:pt x="560" y="991"/>
                    <a:pt x="560" y="990"/>
                    <a:pt x="560" y="990"/>
                  </a:cubicBezTo>
                  <a:cubicBezTo>
                    <a:pt x="560" y="988"/>
                    <a:pt x="561" y="986"/>
                    <a:pt x="562" y="984"/>
                  </a:cubicBezTo>
                  <a:cubicBezTo>
                    <a:pt x="563" y="981"/>
                    <a:pt x="565" y="978"/>
                    <a:pt x="566" y="976"/>
                  </a:cubicBezTo>
                  <a:cubicBezTo>
                    <a:pt x="569" y="972"/>
                    <a:pt x="576" y="959"/>
                    <a:pt x="579" y="953"/>
                  </a:cubicBezTo>
                  <a:cubicBezTo>
                    <a:pt x="582" y="946"/>
                    <a:pt x="582" y="937"/>
                    <a:pt x="582" y="937"/>
                  </a:cubicBezTo>
                  <a:cubicBezTo>
                    <a:pt x="579" y="936"/>
                    <a:pt x="579" y="936"/>
                    <a:pt x="579" y="936"/>
                  </a:cubicBezTo>
                  <a:cubicBezTo>
                    <a:pt x="578" y="936"/>
                    <a:pt x="578" y="936"/>
                    <a:pt x="578" y="936"/>
                  </a:cubicBezTo>
                  <a:cubicBezTo>
                    <a:pt x="577" y="939"/>
                    <a:pt x="572" y="949"/>
                    <a:pt x="566" y="954"/>
                  </a:cubicBezTo>
                  <a:cubicBezTo>
                    <a:pt x="564" y="956"/>
                    <a:pt x="562" y="956"/>
                    <a:pt x="560" y="956"/>
                  </a:cubicBezTo>
                  <a:cubicBezTo>
                    <a:pt x="557" y="956"/>
                    <a:pt x="555" y="955"/>
                    <a:pt x="553" y="955"/>
                  </a:cubicBezTo>
                  <a:cubicBezTo>
                    <a:pt x="552" y="954"/>
                    <a:pt x="551" y="954"/>
                    <a:pt x="551" y="953"/>
                  </a:cubicBezTo>
                  <a:cubicBezTo>
                    <a:pt x="550" y="953"/>
                    <a:pt x="550" y="953"/>
                    <a:pt x="550" y="953"/>
                  </a:cubicBezTo>
                  <a:cubicBezTo>
                    <a:pt x="550" y="953"/>
                    <a:pt x="550" y="953"/>
                    <a:pt x="550" y="953"/>
                  </a:cubicBezTo>
                  <a:cubicBezTo>
                    <a:pt x="550" y="953"/>
                    <a:pt x="550" y="953"/>
                    <a:pt x="550" y="953"/>
                  </a:cubicBezTo>
                  <a:cubicBezTo>
                    <a:pt x="549" y="954"/>
                    <a:pt x="549" y="954"/>
                    <a:pt x="549" y="954"/>
                  </a:cubicBezTo>
                  <a:cubicBezTo>
                    <a:pt x="551" y="955"/>
                    <a:pt x="551" y="955"/>
                    <a:pt x="551" y="955"/>
                  </a:cubicBezTo>
                  <a:cubicBezTo>
                    <a:pt x="554" y="936"/>
                    <a:pt x="554" y="936"/>
                    <a:pt x="554" y="936"/>
                  </a:cubicBezTo>
                  <a:cubicBezTo>
                    <a:pt x="554" y="936"/>
                    <a:pt x="554" y="936"/>
                    <a:pt x="554" y="936"/>
                  </a:cubicBezTo>
                  <a:cubicBezTo>
                    <a:pt x="554" y="932"/>
                    <a:pt x="554" y="924"/>
                    <a:pt x="555" y="915"/>
                  </a:cubicBezTo>
                  <a:cubicBezTo>
                    <a:pt x="556" y="906"/>
                    <a:pt x="557" y="896"/>
                    <a:pt x="557" y="892"/>
                  </a:cubicBezTo>
                  <a:cubicBezTo>
                    <a:pt x="558" y="887"/>
                    <a:pt x="558" y="882"/>
                    <a:pt x="559" y="877"/>
                  </a:cubicBezTo>
                  <a:cubicBezTo>
                    <a:pt x="560" y="872"/>
                    <a:pt x="561" y="868"/>
                    <a:pt x="562" y="865"/>
                  </a:cubicBezTo>
                  <a:cubicBezTo>
                    <a:pt x="563" y="863"/>
                    <a:pt x="565" y="860"/>
                    <a:pt x="567" y="855"/>
                  </a:cubicBezTo>
                  <a:cubicBezTo>
                    <a:pt x="572" y="842"/>
                    <a:pt x="580" y="820"/>
                    <a:pt x="580" y="820"/>
                  </a:cubicBezTo>
                  <a:cubicBezTo>
                    <a:pt x="578" y="819"/>
                    <a:pt x="578" y="819"/>
                    <a:pt x="578" y="819"/>
                  </a:cubicBezTo>
                  <a:cubicBezTo>
                    <a:pt x="579" y="821"/>
                    <a:pt x="579" y="821"/>
                    <a:pt x="579" y="821"/>
                  </a:cubicBezTo>
                  <a:cubicBezTo>
                    <a:pt x="590" y="816"/>
                    <a:pt x="603" y="815"/>
                    <a:pt x="616" y="815"/>
                  </a:cubicBezTo>
                  <a:cubicBezTo>
                    <a:pt x="631" y="815"/>
                    <a:pt x="646" y="817"/>
                    <a:pt x="657" y="819"/>
                  </a:cubicBezTo>
                  <a:cubicBezTo>
                    <a:pt x="662" y="820"/>
                    <a:pt x="666" y="822"/>
                    <a:pt x="670" y="822"/>
                  </a:cubicBezTo>
                  <a:cubicBezTo>
                    <a:pt x="671" y="823"/>
                    <a:pt x="672" y="823"/>
                    <a:pt x="673" y="823"/>
                  </a:cubicBezTo>
                  <a:cubicBezTo>
                    <a:pt x="674" y="824"/>
                    <a:pt x="675" y="824"/>
                    <a:pt x="675" y="824"/>
                  </a:cubicBezTo>
                  <a:cubicBezTo>
                    <a:pt x="675" y="822"/>
                    <a:pt x="675" y="822"/>
                    <a:pt x="675" y="822"/>
                  </a:cubicBezTo>
                  <a:cubicBezTo>
                    <a:pt x="673" y="822"/>
                    <a:pt x="673" y="822"/>
                    <a:pt x="673" y="822"/>
                  </a:cubicBezTo>
                  <a:cubicBezTo>
                    <a:pt x="673" y="822"/>
                    <a:pt x="673" y="826"/>
                    <a:pt x="674" y="831"/>
                  </a:cubicBezTo>
                  <a:cubicBezTo>
                    <a:pt x="674" y="848"/>
                    <a:pt x="675" y="883"/>
                    <a:pt x="675" y="888"/>
                  </a:cubicBezTo>
                  <a:cubicBezTo>
                    <a:pt x="675" y="896"/>
                    <a:pt x="672" y="903"/>
                    <a:pt x="670" y="909"/>
                  </a:cubicBezTo>
                  <a:cubicBezTo>
                    <a:pt x="672" y="909"/>
                    <a:pt x="672" y="909"/>
                    <a:pt x="672" y="909"/>
                  </a:cubicBezTo>
                  <a:cubicBezTo>
                    <a:pt x="674" y="910"/>
                    <a:pt x="674" y="910"/>
                    <a:pt x="674" y="910"/>
                  </a:cubicBezTo>
                  <a:cubicBezTo>
                    <a:pt x="676" y="905"/>
                    <a:pt x="679" y="897"/>
                    <a:pt x="679" y="888"/>
                  </a:cubicBezTo>
                  <a:cubicBezTo>
                    <a:pt x="679" y="880"/>
                    <a:pt x="677" y="822"/>
                    <a:pt x="677" y="822"/>
                  </a:cubicBezTo>
                  <a:cubicBezTo>
                    <a:pt x="677" y="820"/>
                    <a:pt x="677" y="820"/>
                    <a:pt x="677" y="820"/>
                  </a:cubicBezTo>
                  <a:cubicBezTo>
                    <a:pt x="676" y="820"/>
                    <a:pt x="676" y="820"/>
                    <a:pt x="676" y="820"/>
                  </a:cubicBezTo>
                  <a:cubicBezTo>
                    <a:pt x="676" y="820"/>
                    <a:pt x="647" y="811"/>
                    <a:pt x="616" y="811"/>
                  </a:cubicBezTo>
                  <a:cubicBezTo>
                    <a:pt x="603" y="811"/>
                    <a:pt x="589" y="812"/>
                    <a:pt x="578" y="818"/>
                  </a:cubicBezTo>
                  <a:cubicBezTo>
                    <a:pt x="577" y="818"/>
                    <a:pt x="577" y="818"/>
                    <a:pt x="577" y="818"/>
                  </a:cubicBezTo>
                  <a:cubicBezTo>
                    <a:pt x="577" y="819"/>
                    <a:pt x="577" y="819"/>
                    <a:pt x="577" y="819"/>
                  </a:cubicBezTo>
                  <a:cubicBezTo>
                    <a:pt x="577" y="819"/>
                    <a:pt x="576" y="821"/>
                    <a:pt x="574" y="825"/>
                  </a:cubicBezTo>
                  <a:cubicBezTo>
                    <a:pt x="572" y="830"/>
                    <a:pt x="569" y="839"/>
                    <a:pt x="566" y="847"/>
                  </a:cubicBezTo>
                  <a:cubicBezTo>
                    <a:pt x="564" y="850"/>
                    <a:pt x="563" y="854"/>
                    <a:pt x="562" y="857"/>
                  </a:cubicBezTo>
                  <a:cubicBezTo>
                    <a:pt x="560" y="860"/>
                    <a:pt x="559" y="862"/>
                    <a:pt x="559" y="863"/>
                  </a:cubicBezTo>
                  <a:cubicBezTo>
                    <a:pt x="557" y="867"/>
                    <a:pt x="556" y="871"/>
                    <a:pt x="555" y="876"/>
                  </a:cubicBezTo>
                  <a:cubicBezTo>
                    <a:pt x="554" y="881"/>
                    <a:pt x="554" y="887"/>
                    <a:pt x="553" y="891"/>
                  </a:cubicBezTo>
                  <a:cubicBezTo>
                    <a:pt x="553" y="896"/>
                    <a:pt x="552" y="905"/>
                    <a:pt x="551" y="914"/>
                  </a:cubicBezTo>
                  <a:cubicBezTo>
                    <a:pt x="550" y="923"/>
                    <a:pt x="550" y="932"/>
                    <a:pt x="550" y="936"/>
                  </a:cubicBezTo>
                  <a:cubicBezTo>
                    <a:pt x="552" y="936"/>
                    <a:pt x="552" y="936"/>
                    <a:pt x="552" y="936"/>
                  </a:cubicBezTo>
                  <a:cubicBezTo>
                    <a:pt x="550" y="936"/>
                    <a:pt x="550" y="936"/>
                    <a:pt x="550" y="936"/>
                  </a:cubicBezTo>
                  <a:cubicBezTo>
                    <a:pt x="547" y="955"/>
                    <a:pt x="547" y="955"/>
                    <a:pt x="547" y="955"/>
                  </a:cubicBezTo>
                  <a:cubicBezTo>
                    <a:pt x="548" y="956"/>
                    <a:pt x="548" y="956"/>
                    <a:pt x="548" y="956"/>
                  </a:cubicBezTo>
                  <a:cubicBezTo>
                    <a:pt x="548" y="956"/>
                    <a:pt x="553" y="960"/>
                    <a:pt x="560" y="960"/>
                  </a:cubicBezTo>
                  <a:cubicBezTo>
                    <a:pt x="563" y="960"/>
                    <a:pt x="566" y="960"/>
                    <a:pt x="568" y="957"/>
                  </a:cubicBezTo>
                  <a:cubicBezTo>
                    <a:pt x="573" y="954"/>
                    <a:pt x="576" y="949"/>
                    <a:pt x="578" y="945"/>
                  </a:cubicBezTo>
                  <a:cubicBezTo>
                    <a:pt x="581" y="941"/>
                    <a:pt x="582" y="937"/>
                    <a:pt x="582" y="937"/>
                  </a:cubicBezTo>
                  <a:cubicBezTo>
                    <a:pt x="580" y="936"/>
                    <a:pt x="580" y="936"/>
                    <a:pt x="580" y="936"/>
                  </a:cubicBezTo>
                  <a:cubicBezTo>
                    <a:pt x="578" y="936"/>
                    <a:pt x="578" y="936"/>
                    <a:pt x="578" y="936"/>
                  </a:cubicBezTo>
                  <a:cubicBezTo>
                    <a:pt x="578" y="936"/>
                    <a:pt x="578" y="937"/>
                    <a:pt x="578" y="938"/>
                  </a:cubicBezTo>
                  <a:cubicBezTo>
                    <a:pt x="578" y="940"/>
                    <a:pt x="577" y="947"/>
                    <a:pt x="575" y="951"/>
                  </a:cubicBezTo>
                  <a:cubicBezTo>
                    <a:pt x="572" y="957"/>
                    <a:pt x="566" y="970"/>
                    <a:pt x="563" y="974"/>
                  </a:cubicBezTo>
                  <a:cubicBezTo>
                    <a:pt x="562" y="976"/>
                    <a:pt x="560" y="979"/>
                    <a:pt x="559" y="982"/>
                  </a:cubicBezTo>
                  <a:cubicBezTo>
                    <a:pt x="557" y="984"/>
                    <a:pt x="556" y="987"/>
                    <a:pt x="556" y="990"/>
                  </a:cubicBezTo>
                  <a:cubicBezTo>
                    <a:pt x="556" y="991"/>
                    <a:pt x="556" y="991"/>
                    <a:pt x="556" y="992"/>
                  </a:cubicBezTo>
                  <a:cubicBezTo>
                    <a:pt x="557" y="994"/>
                    <a:pt x="558" y="996"/>
                    <a:pt x="560" y="997"/>
                  </a:cubicBezTo>
                  <a:cubicBezTo>
                    <a:pt x="562" y="999"/>
                    <a:pt x="564" y="1000"/>
                    <a:pt x="567" y="1000"/>
                  </a:cubicBezTo>
                  <a:cubicBezTo>
                    <a:pt x="569" y="1000"/>
                    <a:pt x="571" y="999"/>
                    <a:pt x="574" y="997"/>
                  </a:cubicBezTo>
                  <a:cubicBezTo>
                    <a:pt x="572" y="996"/>
                    <a:pt x="572" y="996"/>
                    <a:pt x="572" y="996"/>
                  </a:cubicBezTo>
                  <a:cubicBezTo>
                    <a:pt x="570" y="995"/>
                    <a:pt x="570" y="995"/>
                    <a:pt x="570" y="995"/>
                  </a:cubicBezTo>
                  <a:cubicBezTo>
                    <a:pt x="570" y="995"/>
                    <a:pt x="570" y="997"/>
                    <a:pt x="570" y="1000"/>
                  </a:cubicBezTo>
                  <a:cubicBezTo>
                    <a:pt x="570" y="1001"/>
                    <a:pt x="570" y="1003"/>
                    <a:pt x="571" y="1006"/>
                  </a:cubicBezTo>
                  <a:cubicBezTo>
                    <a:pt x="572" y="1008"/>
                    <a:pt x="573" y="1010"/>
                    <a:pt x="576" y="1011"/>
                  </a:cubicBezTo>
                  <a:cubicBezTo>
                    <a:pt x="577" y="1012"/>
                    <a:pt x="579" y="1013"/>
                    <a:pt x="581" y="1013"/>
                  </a:cubicBezTo>
                  <a:cubicBezTo>
                    <a:pt x="584" y="1013"/>
                    <a:pt x="587" y="1011"/>
                    <a:pt x="589" y="1009"/>
                  </a:cubicBezTo>
                  <a:cubicBezTo>
                    <a:pt x="591" y="1008"/>
                    <a:pt x="592" y="1006"/>
                    <a:pt x="593" y="1005"/>
                  </a:cubicBezTo>
                  <a:cubicBezTo>
                    <a:pt x="597" y="1002"/>
                    <a:pt x="606" y="995"/>
                    <a:pt x="606" y="995"/>
                  </a:cubicBezTo>
                  <a:cubicBezTo>
                    <a:pt x="605" y="993"/>
                    <a:pt x="605" y="993"/>
                    <a:pt x="605" y="993"/>
                  </a:cubicBezTo>
                  <a:cubicBezTo>
                    <a:pt x="605" y="995"/>
                    <a:pt x="605" y="995"/>
                    <a:pt x="605" y="995"/>
                  </a:cubicBezTo>
                  <a:cubicBezTo>
                    <a:pt x="605" y="995"/>
                    <a:pt x="605" y="995"/>
                    <a:pt x="606" y="995"/>
                  </a:cubicBezTo>
                  <a:cubicBezTo>
                    <a:pt x="608" y="995"/>
                    <a:pt x="612" y="995"/>
                    <a:pt x="615" y="992"/>
                  </a:cubicBezTo>
                  <a:cubicBezTo>
                    <a:pt x="617" y="990"/>
                    <a:pt x="620" y="987"/>
                    <a:pt x="622" y="984"/>
                  </a:cubicBezTo>
                  <a:cubicBezTo>
                    <a:pt x="625" y="981"/>
                    <a:pt x="626" y="979"/>
                    <a:pt x="626" y="979"/>
                  </a:cubicBezTo>
                  <a:cubicBezTo>
                    <a:pt x="625" y="978"/>
                    <a:pt x="625" y="978"/>
                    <a:pt x="625" y="978"/>
                  </a:cubicBezTo>
                  <a:cubicBezTo>
                    <a:pt x="623" y="978"/>
                    <a:pt x="623" y="978"/>
                    <a:pt x="623" y="978"/>
                  </a:cubicBezTo>
                  <a:cubicBezTo>
                    <a:pt x="623" y="978"/>
                    <a:pt x="623" y="978"/>
                    <a:pt x="623" y="979"/>
                  </a:cubicBezTo>
                  <a:cubicBezTo>
                    <a:pt x="623" y="980"/>
                    <a:pt x="623" y="981"/>
                    <a:pt x="624" y="983"/>
                  </a:cubicBezTo>
                  <a:cubicBezTo>
                    <a:pt x="624" y="985"/>
                    <a:pt x="626" y="987"/>
                    <a:pt x="628" y="988"/>
                  </a:cubicBezTo>
                  <a:cubicBezTo>
                    <a:pt x="629" y="988"/>
                    <a:pt x="630" y="988"/>
                    <a:pt x="630" y="988"/>
                  </a:cubicBezTo>
                  <a:cubicBezTo>
                    <a:pt x="632" y="988"/>
                    <a:pt x="634" y="987"/>
                    <a:pt x="635" y="986"/>
                  </a:cubicBezTo>
                  <a:cubicBezTo>
                    <a:pt x="637" y="985"/>
                    <a:pt x="639" y="983"/>
                    <a:pt x="641" y="981"/>
                  </a:cubicBezTo>
                  <a:cubicBezTo>
                    <a:pt x="643" y="979"/>
                    <a:pt x="644" y="977"/>
                    <a:pt x="646" y="975"/>
                  </a:cubicBezTo>
                  <a:cubicBezTo>
                    <a:pt x="651" y="969"/>
                    <a:pt x="658" y="959"/>
                    <a:pt x="661" y="950"/>
                  </a:cubicBezTo>
                  <a:cubicBezTo>
                    <a:pt x="663" y="946"/>
                    <a:pt x="665" y="937"/>
                    <a:pt x="668" y="929"/>
                  </a:cubicBezTo>
                  <a:cubicBezTo>
                    <a:pt x="670" y="920"/>
                    <a:pt x="673" y="912"/>
                    <a:pt x="674" y="910"/>
                  </a:cubicBezTo>
                  <a:lnTo>
                    <a:pt x="672" y="909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60543" name="Freeform 430">
              <a:extLst>
                <a:ext uri="{FF2B5EF4-FFF2-40B4-BE49-F238E27FC236}">
                  <a16:creationId xmlns:a16="http://schemas.microsoft.com/office/drawing/2014/main" id="{6C458102-FA6C-4D04-9477-68FA269AAF8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8" y="2064"/>
              <a:ext cx="55" cy="14"/>
            </a:xfrm>
            <a:custGeom>
              <a:avLst/>
              <a:gdLst>
                <a:gd name="T0" fmla="*/ 212 w 27"/>
                <a:gd name="T1" fmla="*/ 0 h 7"/>
                <a:gd name="T2" fmla="*/ 59 w 27"/>
                <a:gd name="T3" fmla="*/ 24 h 7"/>
                <a:gd name="T4" fmla="*/ 0 w 27"/>
                <a:gd name="T5" fmla="*/ 24 h 7"/>
                <a:gd name="T6" fmla="*/ 0 w 27"/>
                <a:gd name="T7" fmla="*/ 56 h 7"/>
                <a:gd name="T8" fmla="*/ 59 w 27"/>
                <a:gd name="T9" fmla="*/ 56 h 7"/>
                <a:gd name="T10" fmla="*/ 228 w 27"/>
                <a:gd name="T11" fmla="*/ 32 h 7"/>
                <a:gd name="T12" fmla="*/ 212 w 27"/>
                <a:gd name="T13" fmla="*/ 0 h 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" h="7">
                  <a:moveTo>
                    <a:pt x="25" y="0"/>
                  </a:moveTo>
                  <a:cubicBezTo>
                    <a:pt x="20" y="2"/>
                    <a:pt x="14" y="3"/>
                    <a:pt x="7" y="3"/>
                  </a:cubicBezTo>
                  <a:cubicBezTo>
                    <a:pt x="5" y="3"/>
                    <a:pt x="3" y="3"/>
                    <a:pt x="0" y="3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2" y="7"/>
                    <a:pt x="5" y="7"/>
                    <a:pt x="7" y="7"/>
                  </a:cubicBezTo>
                  <a:cubicBezTo>
                    <a:pt x="14" y="7"/>
                    <a:pt x="21" y="6"/>
                    <a:pt x="27" y="4"/>
                  </a:cubicBezTo>
                  <a:lnTo>
                    <a:pt x="25" y="0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60544" name="Freeform 431">
              <a:extLst>
                <a:ext uri="{FF2B5EF4-FFF2-40B4-BE49-F238E27FC236}">
                  <a16:creationId xmlns:a16="http://schemas.microsoft.com/office/drawing/2014/main" id="{A637B379-C7F4-46B0-9A32-C596EBF9D1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6" y="1857"/>
              <a:ext cx="121" cy="151"/>
            </a:xfrm>
            <a:custGeom>
              <a:avLst/>
              <a:gdLst>
                <a:gd name="T0" fmla="*/ 0 w 60"/>
                <a:gd name="T1" fmla="*/ 491 h 75"/>
                <a:gd name="T2" fmla="*/ 16 w 60"/>
                <a:gd name="T3" fmla="*/ 548 h 75"/>
                <a:gd name="T4" fmla="*/ 32 w 60"/>
                <a:gd name="T5" fmla="*/ 580 h 75"/>
                <a:gd name="T6" fmla="*/ 65 w 60"/>
                <a:gd name="T7" fmla="*/ 612 h 75"/>
                <a:gd name="T8" fmla="*/ 97 w 60"/>
                <a:gd name="T9" fmla="*/ 612 h 75"/>
                <a:gd name="T10" fmla="*/ 139 w 60"/>
                <a:gd name="T11" fmla="*/ 604 h 75"/>
                <a:gd name="T12" fmla="*/ 179 w 60"/>
                <a:gd name="T13" fmla="*/ 572 h 75"/>
                <a:gd name="T14" fmla="*/ 204 w 60"/>
                <a:gd name="T15" fmla="*/ 564 h 75"/>
                <a:gd name="T16" fmla="*/ 212 w 60"/>
                <a:gd name="T17" fmla="*/ 564 h 75"/>
                <a:gd name="T18" fmla="*/ 228 w 60"/>
                <a:gd name="T19" fmla="*/ 580 h 75"/>
                <a:gd name="T20" fmla="*/ 236 w 60"/>
                <a:gd name="T21" fmla="*/ 588 h 75"/>
                <a:gd name="T22" fmla="*/ 264 w 60"/>
                <a:gd name="T23" fmla="*/ 596 h 75"/>
                <a:gd name="T24" fmla="*/ 288 w 60"/>
                <a:gd name="T25" fmla="*/ 588 h 75"/>
                <a:gd name="T26" fmla="*/ 313 w 60"/>
                <a:gd name="T27" fmla="*/ 572 h 75"/>
                <a:gd name="T28" fmla="*/ 337 w 60"/>
                <a:gd name="T29" fmla="*/ 523 h 75"/>
                <a:gd name="T30" fmla="*/ 353 w 60"/>
                <a:gd name="T31" fmla="*/ 483 h 75"/>
                <a:gd name="T32" fmla="*/ 411 w 60"/>
                <a:gd name="T33" fmla="*/ 336 h 75"/>
                <a:gd name="T34" fmla="*/ 468 w 60"/>
                <a:gd name="T35" fmla="*/ 97 h 75"/>
                <a:gd name="T36" fmla="*/ 476 w 60"/>
                <a:gd name="T37" fmla="*/ 64 h 75"/>
                <a:gd name="T38" fmla="*/ 492 w 60"/>
                <a:gd name="T39" fmla="*/ 24 h 75"/>
                <a:gd name="T40" fmla="*/ 484 w 60"/>
                <a:gd name="T41" fmla="*/ 8 h 75"/>
                <a:gd name="T42" fmla="*/ 476 w 60"/>
                <a:gd name="T43" fmla="*/ 0 h 75"/>
                <a:gd name="T44" fmla="*/ 460 w 60"/>
                <a:gd name="T45" fmla="*/ 24 h 75"/>
                <a:gd name="T46" fmla="*/ 468 w 60"/>
                <a:gd name="T47" fmla="*/ 16 h 75"/>
                <a:gd name="T48" fmla="*/ 460 w 60"/>
                <a:gd name="T49" fmla="*/ 24 h 75"/>
                <a:gd name="T50" fmla="*/ 460 w 60"/>
                <a:gd name="T51" fmla="*/ 24 h 75"/>
                <a:gd name="T52" fmla="*/ 468 w 60"/>
                <a:gd name="T53" fmla="*/ 16 h 75"/>
                <a:gd name="T54" fmla="*/ 460 w 60"/>
                <a:gd name="T55" fmla="*/ 24 h 75"/>
                <a:gd name="T56" fmla="*/ 460 w 60"/>
                <a:gd name="T57" fmla="*/ 16 h 75"/>
                <a:gd name="T58" fmla="*/ 460 w 60"/>
                <a:gd name="T59" fmla="*/ 16 h 75"/>
                <a:gd name="T60" fmla="*/ 460 w 60"/>
                <a:gd name="T61" fmla="*/ 24 h 75"/>
                <a:gd name="T62" fmla="*/ 460 w 60"/>
                <a:gd name="T63" fmla="*/ 16 h 75"/>
                <a:gd name="T64" fmla="*/ 460 w 60"/>
                <a:gd name="T65" fmla="*/ 16 h 75"/>
                <a:gd name="T66" fmla="*/ 460 w 60"/>
                <a:gd name="T67" fmla="*/ 24 h 75"/>
                <a:gd name="T68" fmla="*/ 452 w 60"/>
                <a:gd name="T69" fmla="*/ 48 h 75"/>
                <a:gd name="T70" fmla="*/ 436 w 60"/>
                <a:gd name="T71" fmla="*/ 89 h 75"/>
                <a:gd name="T72" fmla="*/ 379 w 60"/>
                <a:gd name="T73" fmla="*/ 328 h 75"/>
                <a:gd name="T74" fmla="*/ 321 w 60"/>
                <a:gd name="T75" fmla="*/ 467 h 75"/>
                <a:gd name="T76" fmla="*/ 296 w 60"/>
                <a:gd name="T77" fmla="*/ 523 h 75"/>
                <a:gd name="T78" fmla="*/ 288 w 60"/>
                <a:gd name="T79" fmla="*/ 548 h 75"/>
                <a:gd name="T80" fmla="*/ 272 w 60"/>
                <a:gd name="T81" fmla="*/ 564 h 75"/>
                <a:gd name="T82" fmla="*/ 264 w 60"/>
                <a:gd name="T83" fmla="*/ 564 h 75"/>
                <a:gd name="T84" fmla="*/ 264 w 60"/>
                <a:gd name="T85" fmla="*/ 564 h 75"/>
                <a:gd name="T86" fmla="*/ 248 w 60"/>
                <a:gd name="T87" fmla="*/ 548 h 75"/>
                <a:gd name="T88" fmla="*/ 220 w 60"/>
                <a:gd name="T89" fmla="*/ 532 h 75"/>
                <a:gd name="T90" fmla="*/ 204 w 60"/>
                <a:gd name="T91" fmla="*/ 532 h 75"/>
                <a:gd name="T92" fmla="*/ 171 w 60"/>
                <a:gd name="T93" fmla="*/ 540 h 75"/>
                <a:gd name="T94" fmla="*/ 131 w 60"/>
                <a:gd name="T95" fmla="*/ 572 h 75"/>
                <a:gd name="T96" fmla="*/ 97 w 60"/>
                <a:gd name="T97" fmla="*/ 580 h 75"/>
                <a:gd name="T98" fmla="*/ 81 w 60"/>
                <a:gd name="T99" fmla="*/ 580 h 75"/>
                <a:gd name="T100" fmla="*/ 56 w 60"/>
                <a:gd name="T101" fmla="*/ 564 h 75"/>
                <a:gd name="T102" fmla="*/ 40 w 60"/>
                <a:gd name="T103" fmla="*/ 523 h 75"/>
                <a:gd name="T104" fmla="*/ 24 w 60"/>
                <a:gd name="T105" fmla="*/ 475 h 75"/>
                <a:gd name="T106" fmla="*/ 0 w 60"/>
                <a:gd name="T107" fmla="*/ 491 h 75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0" t="0" r="r" b="b"/>
              <a:pathLst>
                <a:path w="60" h="75">
                  <a:moveTo>
                    <a:pt x="0" y="60"/>
                  </a:moveTo>
                  <a:cubicBezTo>
                    <a:pt x="1" y="62"/>
                    <a:pt x="1" y="64"/>
                    <a:pt x="2" y="67"/>
                  </a:cubicBezTo>
                  <a:cubicBezTo>
                    <a:pt x="2" y="69"/>
                    <a:pt x="3" y="70"/>
                    <a:pt x="4" y="71"/>
                  </a:cubicBezTo>
                  <a:cubicBezTo>
                    <a:pt x="5" y="73"/>
                    <a:pt x="6" y="74"/>
                    <a:pt x="8" y="75"/>
                  </a:cubicBezTo>
                  <a:cubicBezTo>
                    <a:pt x="9" y="75"/>
                    <a:pt x="11" y="75"/>
                    <a:pt x="12" y="75"/>
                  </a:cubicBezTo>
                  <a:cubicBezTo>
                    <a:pt x="14" y="75"/>
                    <a:pt x="15" y="75"/>
                    <a:pt x="17" y="74"/>
                  </a:cubicBezTo>
                  <a:cubicBezTo>
                    <a:pt x="19" y="73"/>
                    <a:pt x="20" y="72"/>
                    <a:pt x="22" y="70"/>
                  </a:cubicBezTo>
                  <a:cubicBezTo>
                    <a:pt x="23" y="69"/>
                    <a:pt x="24" y="69"/>
                    <a:pt x="25" y="69"/>
                  </a:cubicBezTo>
                  <a:cubicBezTo>
                    <a:pt x="26" y="69"/>
                    <a:pt x="26" y="69"/>
                    <a:pt x="26" y="69"/>
                  </a:cubicBezTo>
                  <a:cubicBezTo>
                    <a:pt x="26" y="69"/>
                    <a:pt x="27" y="70"/>
                    <a:pt x="28" y="71"/>
                  </a:cubicBezTo>
                  <a:cubicBezTo>
                    <a:pt x="28" y="71"/>
                    <a:pt x="29" y="72"/>
                    <a:pt x="29" y="72"/>
                  </a:cubicBezTo>
                  <a:cubicBezTo>
                    <a:pt x="30" y="73"/>
                    <a:pt x="31" y="73"/>
                    <a:pt x="32" y="73"/>
                  </a:cubicBezTo>
                  <a:cubicBezTo>
                    <a:pt x="33" y="73"/>
                    <a:pt x="34" y="73"/>
                    <a:pt x="35" y="72"/>
                  </a:cubicBezTo>
                  <a:cubicBezTo>
                    <a:pt x="36" y="72"/>
                    <a:pt x="37" y="71"/>
                    <a:pt x="38" y="70"/>
                  </a:cubicBezTo>
                  <a:cubicBezTo>
                    <a:pt x="39" y="68"/>
                    <a:pt x="40" y="66"/>
                    <a:pt x="41" y="64"/>
                  </a:cubicBezTo>
                  <a:cubicBezTo>
                    <a:pt x="42" y="62"/>
                    <a:pt x="42" y="60"/>
                    <a:pt x="43" y="59"/>
                  </a:cubicBezTo>
                  <a:cubicBezTo>
                    <a:pt x="45" y="53"/>
                    <a:pt x="48" y="47"/>
                    <a:pt x="50" y="41"/>
                  </a:cubicBezTo>
                  <a:cubicBezTo>
                    <a:pt x="54" y="31"/>
                    <a:pt x="55" y="21"/>
                    <a:pt x="57" y="12"/>
                  </a:cubicBezTo>
                  <a:cubicBezTo>
                    <a:pt x="57" y="11"/>
                    <a:pt x="58" y="9"/>
                    <a:pt x="58" y="8"/>
                  </a:cubicBezTo>
                  <a:cubicBezTo>
                    <a:pt x="59" y="6"/>
                    <a:pt x="59" y="4"/>
                    <a:pt x="60" y="3"/>
                  </a:cubicBezTo>
                  <a:cubicBezTo>
                    <a:pt x="60" y="2"/>
                    <a:pt x="59" y="2"/>
                    <a:pt x="59" y="1"/>
                  </a:cubicBezTo>
                  <a:cubicBezTo>
                    <a:pt x="59" y="1"/>
                    <a:pt x="59" y="0"/>
                    <a:pt x="58" y="0"/>
                  </a:cubicBezTo>
                  <a:cubicBezTo>
                    <a:pt x="56" y="3"/>
                    <a:pt x="56" y="3"/>
                    <a:pt x="56" y="3"/>
                  </a:cubicBezTo>
                  <a:cubicBezTo>
                    <a:pt x="57" y="2"/>
                    <a:pt x="57" y="2"/>
                    <a:pt x="57" y="2"/>
                  </a:cubicBezTo>
                  <a:cubicBezTo>
                    <a:pt x="56" y="3"/>
                    <a:pt x="56" y="3"/>
                    <a:pt x="56" y="3"/>
                  </a:cubicBezTo>
                  <a:cubicBezTo>
                    <a:pt x="56" y="3"/>
                    <a:pt x="56" y="3"/>
                    <a:pt x="56" y="3"/>
                  </a:cubicBezTo>
                  <a:cubicBezTo>
                    <a:pt x="57" y="2"/>
                    <a:pt x="57" y="2"/>
                    <a:pt x="57" y="2"/>
                  </a:cubicBezTo>
                  <a:cubicBezTo>
                    <a:pt x="56" y="3"/>
                    <a:pt x="56" y="3"/>
                    <a:pt x="56" y="3"/>
                  </a:cubicBezTo>
                  <a:cubicBezTo>
                    <a:pt x="56" y="2"/>
                    <a:pt x="56" y="2"/>
                    <a:pt x="56" y="2"/>
                  </a:cubicBezTo>
                  <a:cubicBezTo>
                    <a:pt x="56" y="2"/>
                    <a:pt x="56" y="2"/>
                    <a:pt x="56" y="2"/>
                  </a:cubicBezTo>
                  <a:cubicBezTo>
                    <a:pt x="56" y="3"/>
                    <a:pt x="56" y="3"/>
                    <a:pt x="56" y="3"/>
                  </a:cubicBezTo>
                  <a:cubicBezTo>
                    <a:pt x="56" y="2"/>
                    <a:pt x="56" y="2"/>
                    <a:pt x="56" y="2"/>
                  </a:cubicBezTo>
                  <a:cubicBezTo>
                    <a:pt x="56" y="2"/>
                    <a:pt x="56" y="2"/>
                    <a:pt x="56" y="2"/>
                  </a:cubicBezTo>
                  <a:cubicBezTo>
                    <a:pt x="56" y="3"/>
                    <a:pt x="56" y="3"/>
                    <a:pt x="56" y="3"/>
                  </a:cubicBezTo>
                  <a:cubicBezTo>
                    <a:pt x="56" y="3"/>
                    <a:pt x="55" y="5"/>
                    <a:pt x="55" y="6"/>
                  </a:cubicBezTo>
                  <a:cubicBezTo>
                    <a:pt x="54" y="8"/>
                    <a:pt x="54" y="9"/>
                    <a:pt x="53" y="11"/>
                  </a:cubicBezTo>
                  <a:cubicBezTo>
                    <a:pt x="51" y="21"/>
                    <a:pt x="50" y="31"/>
                    <a:pt x="46" y="40"/>
                  </a:cubicBezTo>
                  <a:cubicBezTo>
                    <a:pt x="44" y="46"/>
                    <a:pt x="42" y="52"/>
                    <a:pt x="39" y="57"/>
                  </a:cubicBezTo>
                  <a:cubicBezTo>
                    <a:pt x="38" y="59"/>
                    <a:pt x="37" y="62"/>
                    <a:pt x="36" y="64"/>
                  </a:cubicBezTo>
                  <a:cubicBezTo>
                    <a:pt x="36" y="65"/>
                    <a:pt x="35" y="67"/>
                    <a:pt x="35" y="67"/>
                  </a:cubicBezTo>
                  <a:cubicBezTo>
                    <a:pt x="34" y="68"/>
                    <a:pt x="34" y="69"/>
                    <a:pt x="33" y="69"/>
                  </a:cubicBezTo>
                  <a:cubicBezTo>
                    <a:pt x="33" y="69"/>
                    <a:pt x="32" y="69"/>
                    <a:pt x="32" y="69"/>
                  </a:cubicBezTo>
                  <a:cubicBezTo>
                    <a:pt x="32" y="69"/>
                    <a:pt x="32" y="69"/>
                    <a:pt x="32" y="69"/>
                  </a:cubicBezTo>
                  <a:cubicBezTo>
                    <a:pt x="31" y="69"/>
                    <a:pt x="31" y="68"/>
                    <a:pt x="30" y="67"/>
                  </a:cubicBezTo>
                  <a:cubicBezTo>
                    <a:pt x="29" y="67"/>
                    <a:pt x="29" y="66"/>
                    <a:pt x="27" y="65"/>
                  </a:cubicBezTo>
                  <a:cubicBezTo>
                    <a:pt x="26" y="65"/>
                    <a:pt x="26" y="65"/>
                    <a:pt x="25" y="65"/>
                  </a:cubicBezTo>
                  <a:cubicBezTo>
                    <a:pt x="23" y="65"/>
                    <a:pt x="22" y="65"/>
                    <a:pt x="21" y="66"/>
                  </a:cubicBezTo>
                  <a:cubicBezTo>
                    <a:pt x="19" y="67"/>
                    <a:pt x="18" y="69"/>
                    <a:pt x="16" y="70"/>
                  </a:cubicBezTo>
                  <a:cubicBezTo>
                    <a:pt x="15" y="71"/>
                    <a:pt x="13" y="71"/>
                    <a:pt x="12" y="71"/>
                  </a:cubicBezTo>
                  <a:cubicBezTo>
                    <a:pt x="11" y="71"/>
                    <a:pt x="10" y="71"/>
                    <a:pt x="10" y="71"/>
                  </a:cubicBezTo>
                  <a:cubicBezTo>
                    <a:pt x="9" y="70"/>
                    <a:pt x="8" y="70"/>
                    <a:pt x="7" y="69"/>
                  </a:cubicBezTo>
                  <a:cubicBezTo>
                    <a:pt x="6" y="68"/>
                    <a:pt x="6" y="66"/>
                    <a:pt x="5" y="64"/>
                  </a:cubicBezTo>
                  <a:cubicBezTo>
                    <a:pt x="5" y="62"/>
                    <a:pt x="4" y="60"/>
                    <a:pt x="3" y="58"/>
                  </a:cubicBezTo>
                  <a:lnTo>
                    <a:pt x="0" y="60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60545" name="Freeform 432">
              <a:extLst>
                <a:ext uri="{FF2B5EF4-FFF2-40B4-BE49-F238E27FC236}">
                  <a16:creationId xmlns:a16="http://schemas.microsoft.com/office/drawing/2014/main" id="{B60E4B37-F981-4B18-8702-D8EF728DBE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3" y="952"/>
              <a:ext cx="113" cy="1068"/>
            </a:xfrm>
            <a:custGeom>
              <a:avLst/>
              <a:gdLst>
                <a:gd name="T0" fmla="*/ 240 w 56"/>
                <a:gd name="T1" fmla="*/ 4280 h 532"/>
                <a:gd name="T2" fmla="*/ 81 w 56"/>
                <a:gd name="T3" fmla="*/ 4152 h 532"/>
                <a:gd name="T4" fmla="*/ 32 w 56"/>
                <a:gd name="T5" fmla="*/ 3989 h 532"/>
                <a:gd name="T6" fmla="*/ 115 w 56"/>
                <a:gd name="T7" fmla="*/ 3672 h 532"/>
                <a:gd name="T8" fmla="*/ 248 w 56"/>
                <a:gd name="T9" fmla="*/ 3357 h 532"/>
                <a:gd name="T10" fmla="*/ 460 w 56"/>
                <a:gd name="T11" fmla="*/ 2548 h 532"/>
                <a:gd name="T12" fmla="*/ 436 w 56"/>
                <a:gd name="T13" fmla="*/ 2353 h 532"/>
                <a:gd name="T14" fmla="*/ 355 w 56"/>
                <a:gd name="T15" fmla="*/ 1536 h 532"/>
                <a:gd name="T16" fmla="*/ 363 w 56"/>
                <a:gd name="T17" fmla="*/ 1132 h 532"/>
                <a:gd name="T18" fmla="*/ 363 w 56"/>
                <a:gd name="T19" fmla="*/ 1108 h 532"/>
                <a:gd name="T20" fmla="*/ 321 w 56"/>
                <a:gd name="T21" fmla="*/ 915 h 532"/>
                <a:gd name="T22" fmla="*/ 248 w 56"/>
                <a:gd name="T23" fmla="*/ 729 h 532"/>
                <a:gd name="T24" fmla="*/ 188 w 56"/>
                <a:gd name="T25" fmla="*/ 193 h 532"/>
                <a:gd name="T26" fmla="*/ 196 w 56"/>
                <a:gd name="T27" fmla="*/ 0 h 532"/>
                <a:gd name="T28" fmla="*/ 163 w 56"/>
                <a:gd name="T29" fmla="*/ 0 h 532"/>
                <a:gd name="T30" fmla="*/ 155 w 56"/>
                <a:gd name="T31" fmla="*/ 193 h 532"/>
                <a:gd name="T32" fmla="*/ 220 w 56"/>
                <a:gd name="T33" fmla="*/ 737 h 532"/>
                <a:gd name="T34" fmla="*/ 289 w 56"/>
                <a:gd name="T35" fmla="*/ 923 h 532"/>
                <a:gd name="T36" fmla="*/ 329 w 56"/>
                <a:gd name="T37" fmla="*/ 1108 h 532"/>
                <a:gd name="T38" fmla="*/ 329 w 56"/>
                <a:gd name="T39" fmla="*/ 1132 h 532"/>
                <a:gd name="T40" fmla="*/ 321 w 56"/>
                <a:gd name="T41" fmla="*/ 1536 h 532"/>
                <a:gd name="T42" fmla="*/ 404 w 56"/>
                <a:gd name="T43" fmla="*/ 2361 h 532"/>
                <a:gd name="T44" fmla="*/ 428 w 56"/>
                <a:gd name="T45" fmla="*/ 2548 h 532"/>
                <a:gd name="T46" fmla="*/ 212 w 56"/>
                <a:gd name="T47" fmla="*/ 3349 h 532"/>
                <a:gd name="T48" fmla="*/ 89 w 56"/>
                <a:gd name="T49" fmla="*/ 3664 h 532"/>
                <a:gd name="T50" fmla="*/ 0 w 56"/>
                <a:gd name="T51" fmla="*/ 3989 h 532"/>
                <a:gd name="T52" fmla="*/ 48 w 56"/>
                <a:gd name="T53" fmla="*/ 4168 h 532"/>
                <a:gd name="T54" fmla="*/ 220 w 56"/>
                <a:gd name="T55" fmla="*/ 4304 h 532"/>
                <a:gd name="T56" fmla="*/ 240 w 56"/>
                <a:gd name="T57" fmla="*/ 4280 h 532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56" h="532">
                  <a:moveTo>
                    <a:pt x="29" y="529"/>
                  </a:moveTo>
                  <a:cubicBezTo>
                    <a:pt x="20" y="524"/>
                    <a:pt x="14" y="518"/>
                    <a:pt x="10" y="513"/>
                  </a:cubicBezTo>
                  <a:cubicBezTo>
                    <a:pt x="6" y="507"/>
                    <a:pt x="4" y="500"/>
                    <a:pt x="4" y="493"/>
                  </a:cubicBezTo>
                  <a:cubicBezTo>
                    <a:pt x="4" y="481"/>
                    <a:pt x="9" y="468"/>
                    <a:pt x="14" y="454"/>
                  </a:cubicBezTo>
                  <a:cubicBezTo>
                    <a:pt x="20" y="441"/>
                    <a:pt x="26" y="428"/>
                    <a:pt x="30" y="415"/>
                  </a:cubicBezTo>
                  <a:cubicBezTo>
                    <a:pt x="39" y="382"/>
                    <a:pt x="56" y="350"/>
                    <a:pt x="56" y="315"/>
                  </a:cubicBezTo>
                  <a:cubicBezTo>
                    <a:pt x="56" y="307"/>
                    <a:pt x="56" y="299"/>
                    <a:pt x="53" y="291"/>
                  </a:cubicBezTo>
                  <a:cubicBezTo>
                    <a:pt x="45" y="260"/>
                    <a:pt x="43" y="225"/>
                    <a:pt x="43" y="190"/>
                  </a:cubicBezTo>
                  <a:cubicBezTo>
                    <a:pt x="43" y="173"/>
                    <a:pt x="43" y="156"/>
                    <a:pt x="44" y="140"/>
                  </a:cubicBezTo>
                  <a:cubicBezTo>
                    <a:pt x="44" y="139"/>
                    <a:pt x="44" y="138"/>
                    <a:pt x="44" y="137"/>
                  </a:cubicBezTo>
                  <a:cubicBezTo>
                    <a:pt x="44" y="126"/>
                    <a:pt x="42" y="119"/>
                    <a:pt x="39" y="113"/>
                  </a:cubicBezTo>
                  <a:cubicBezTo>
                    <a:pt x="36" y="106"/>
                    <a:pt x="33" y="100"/>
                    <a:pt x="30" y="90"/>
                  </a:cubicBezTo>
                  <a:cubicBezTo>
                    <a:pt x="25" y="71"/>
                    <a:pt x="23" y="46"/>
                    <a:pt x="23" y="24"/>
                  </a:cubicBezTo>
                  <a:cubicBezTo>
                    <a:pt x="23" y="16"/>
                    <a:pt x="24" y="8"/>
                    <a:pt x="24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20" y="8"/>
                    <a:pt x="19" y="15"/>
                    <a:pt x="19" y="24"/>
                  </a:cubicBezTo>
                  <a:cubicBezTo>
                    <a:pt x="19" y="46"/>
                    <a:pt x="21" y="71"/>
                    <a:pt x="27" y="91"/>
                  </a:cubicBezTo>
                  <a:cubicBezTo>
                    <a:pt x="29" y="101"/>
                    <a:pt x="33" y="108"/>
                    <a:pt x="35" y="114"/>
                  </a:cubicBezTo>
                  <a:cubicBezTo>
                    <a:pt x="38" y="120"/>
                    <a:pt x="40" y="126"/>
                    <a:pt x="40" y="137"/>
                  </a:cubicBezTo>
                  <a:cubicBezTo>
                    <a:pt x="40" y="138"/>
                    <a:pt x="40" y="139"/>
                    <a:pt x="40" y="140"/>
                  </a:cubicBezTo>
                  <a:cubicBezTo>
                    <a:pt x="39" y="156"/>
                    <a:pt x="39" y="173"/>
                    <a:pt x="39" y="190"/>
                  </a:cubicBezTo>
                  <a:cubicBezTo>
                    <a:pt x="39" y="225"/>
                    <a:pt x="41" y="260"/>
                    <a:pt x="49" y="292"/>
                  </a:cubicBezTo>
                  <a:cubicBezTo>
                    <a:pt x="52" y="300"/>
                    <a:pt x="52" y="307"/>
                    <a:pt x="52" y="315"/>
                  </a:cubicBezTo>
                  <a:cubicBezTo>
                    <a:pt x="52" y="348"/>
                    <a:pt x="35" y="380"/>
                    <a:pt x="26" y="414"/>
                  </a:cubicBezTo>
                  <a:cubicBezTo>
                    <a:pt x="22" y="426"/>
                    <a:pt x="16" y="439"/>
                    <a:pt x="11" y="453"/>
                  </a:cubicBezTo>
                  <a:cubicBezTo>
                    <a:pt x="5" y="466"/>
                    <a:pt x="0" y="480"/>
                    <a:pt x="0" y="493"/>
                  </a:cubicBezTo>
                  <a:cubicBezTo>
                    <a:pt x="0" y="501"/>
                    <a:pt x="2" y="508"/>
                    <a:pt x="6" y="515"/>
                  </a:cubicBezTo>
                  <a:cubicBezTo>
                    <a:pt x="11" y="521"/>
                    <a:pt x="17" y="527"/>
                    <a:pt x="27" y="532"/>
                  </a:cubicBezTo>
                  <a:lnTo>
                    <a:pt x="29" y="529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60546" name="Freeform 433">
              <a:extLst>
                <a:ext uri="{FF2B5EF4-FFF2-40B4-BE49-F238E27FC236}">
                  <a16:creationId xmlns:a16="http://schemas.microsoft.com/office/drawing/2014/main" id="{99A6FE42-D07B-4966-9474-B7674CC70F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1" y="916"/>
              <a:ext cx="70" cy="1100"/>
            </a:xfrm>
            <a:custGeom>
              <a:avLst/>
              <a:gdLst>
                <a:gd name="T0" fmla="*/ 112 w 35"/>
                <a:gd name="T1" fmla="*/ 4432 h 548"/>
                <a:gd name="T2" fmla="*/ 248 w 35"/>
                <a:gd name="T3" fmla="*/ 4272 h 548"/>
                <a:gd name="T4" fmla="*/ 280 w 35"/>
                <a:gd name="T5" fmla="*/ 4125 h 548"/>
                <a:gd name="T6" fmla="*/ 208 w 35"/>
                <a:gd name="T7" fmla="*/ 3832 h 548"/>
                <a:gd name="T8" fmla="*/ 128 w 35"/>
                <a:gd name="T9" fmla="*/ 3204 h 548"/>
                <a:gd name="T10" fmla="*/ 32 w 35"/>
                <a:gd name="T11" fmla="*/ 2668 h 548"/>
                <a:gd name="T12" fmla="*/ 32 w 35"/>
                <a:gd name="T13" fmla="*/ 2660 h 548"/>
                <a:gd name="T14" fmla="*/ 104 w 35"/>
                <a:gd name="T15" fmla="*/ 2256 h 548"/>
                <a:gd name="T16" fmla="*/ 144 w 35"/>
                <a:gd name="T17" fmla="*/ 1568 h 548"/>
                <a:gd name="T18" fmla="*/ 176 w 35"/>
                <a:gd name="T19" fmla="*/ 1245 h 548"/>
                <a:gd name="T20" fmla="*/ 144 w 35"/>
                <a:gd name="T21" fmla="*/ 964 h 548"/>
                <a:gd name="T22" fmla="*/ 112 w 35"/>
                <a:gd name="T23" fmla="*/ 624 h 548"/>
                <a:gd name="T24" fmla="*/ 112 w 35"/>
                <a:gd name="T25" fmla="*/ 500 h 548"/>
                <a:gd name="T26" fmla="*/ 120 w 35"/>
                <a:gd name="T27" fmla="*/ 347 h 548"/>
                <a:gd name="T28" fmla="*/ 112 w 35"/>
                <a:gd name="T29" fmla="*/ 48 h 548"/>
                <a:gd name="T30" fmla="*/ 112 w 35"/>
                <a:gd name="T31" fmla="*/ 0 h 548"/>
                <a:gd name="T32" fmla="*/ 80 w 35"/>
                <a:gd name="T33" fmla="*/ 0 h 548"/>
                <a:gd name="T34" fmla="*/ 80 w 35"/>
                <a:gd name="T35" fmla="*/ 48 h 548"/>
                <a:gd name="T36" fmla="*/ 88 w 35"/>
                <a:gd name="T37" fmla="*/ 347 h 548"/>
                <a:gd name="T38" fmla="*/ 80 w 35"/>
                <a:gd name="T39" fmla="*/ 500 h 548"/>
                <a:gd name="T40" fmla="*/ 80 w 35"/>
                <a:gd name="T41" fmla="*/ 624 h 548"/>
                <a:gd name="T42" fmla="*/ 112 w 35"/>
                <a:gd name="T43" fmla="*/ 972 h 548"/>
                <a:gd name="T44" fmla="*/ 144 w 35"/>
                <a:gd name="T45" fmla="*/ 1245 h 548"/>
                <a:gd name="T46" fmla="*/ 112 w 35"/>
                <a:gd name="T47" fmla="*/ 1560 h 548"/>
                <a:gd name="T48" fmla="*/ 72 w 35"/>
                <a:gd name="T49" fmla="*/ 2256 h 548"/>
                <a:gd name="T50" fmla="*/ 0 w 35"/>
                <a:gd name="T51" fmla="*/ 2660 h 548"/>
                <a:gd name="T52" fmla="*/ 0 w 35"/>
                <a:gd name="T53" fmla="*/ 2668 h 548"/>
                <a:gd name="T54" fmla="*/ 96 w 35"/>
                <a:gd name="T55" fmla="*/ 3212 h 548"/>
                <a:gd name="T56" fmla="*/ 176 w 35"/>
                <a:gd name="T57" fmla="*/ 3840 h 548"/>
                <a:gd name="T58" fmla="*/ 248 w 35"/>
                <a:gd name="T59" fmla="*/ 4125 h 548"/>
                <a:gd name="T60" fmla="*/ 216 w 35"/>
                <a:gd name="T61" fmla="*/ 4255 h 548"/>
                <a:gd name="T62" fmla="*/ 88 w 35"/>
                <a:gd name="T63" fmla="*/ 4408 h 548"/>
                <a:gd name="T64" fmla="*/ 112 w 35"/>
                <a:gd name="T65" fmla="*/ 4432 h 548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35" h="548">
                  <a:moveTo>
                    <a:pt x="14" y="548"/>
                  </a:moveTo>
                  <a:cubicBezTo>
                    <a:pt x="22" y="540"/>
                    <a:pt x="27" y="534"/>
                    <a:pt x="31" y="528"/>
                  </a:cubicBezTo>
                  <a:cubicBezTo>
                    <a:pt x="34" y="522"/>
                    <a:pt x="35" y="516"/>
                    <a:pt x="35" y="510"/>
                  </a:cubicBezTo>
                  <a:cubicBezTo>
                    <a:pt x="35" y="499"/>
                    <a:pt x="31" y="489"/>
                    <a:pt x="26" y="474"/>
                  </a:cubicBezTo>
                  <a:cubicBezTo>
                    <a:pt x="19" y="450"/>
                    <a:pt x="22" y="422"/>
                    <a:pt x="16" y="396"/>
                  </a:cubicBezTo>
                  <a:cubicBezTo>
                    <a:pt x="11" y="374"/>
                    <a:pt x="4" y="352"/>
                    <a:pt x="4" y="330"/>
                  </a:cubicBezTo>
                  <a:cubicBezTo>
                    <a:pt x="4" y="329"/>
                    <a:pt x="4" y="329"/>
                    <a:pt x="4" y="329"/>
                  </a:cubicBezTo>
                  <a:cubicBezTo>
                    <a:pt x="5" y="312"/>
                    <a:pt x="10" y="298"/>
                    <a:pt x="13" y="279"/>
                  </a:cubicBezTo>
                  <a:cubicBezTo>
                    <a:pt x="16" y="250"/>
                    <a:pt x="13" y="221"/>
                    <a:pt x="18" y="194"/>
                  </a:cubicBezTo>
                  <a:cubicBezTo>
                    <a:pt x="20" y="180"/>
                    <a:pt x="22" y="167"/>
                    <a:pt x="22" y="154"/>
                  </a:cubicBezTo>
                  <a:cubicBezTo>
                    <a:pt x="22" y="143"/>
                    <a:pt x="21" y="131"/>
                    <a:pt x="18" y="119"/>
                  </a:cubicBezTo>
                  <a:cubicBezTo>
                    <a:pt x="16" y="106"/>
                    <a:pt x="14" y="91"/>
                    <a:pt x="14" y="77"/>
                  </a:cubicBezTo>
                  <a:cubicBezTo>
                    <a:pt x="14" y="72"/>
                    <a:pt x="14" y="67"/>
                    <a:pt x="14" y="62"/>
                  </a:cubicBezTo>
                  <a:cubicBezTo>
                    <a:pt x="15" y="56"/>
                    <a:pt x="15" y="49"/>
                    <a:pt x="15" y="43"/>
                  </a:cubicBezTo>
                  <a:cubicBezTo>
                    <a:pt x="15" y="31"/>
                    <a:pt x="14" y="19"/>
                    <a:pt x="14" y="6"/>
                  </a:cubicBezTo>
                  <a:cubicBezTo>
                    <a:pt x="14" y="4"/>
                    <a:pt x="14" y="2"/>
                    <a:pt x="14" y="0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10" y="2"/>
                    <a:pt x="10" y="4"/>
                    <a:pt x="10" y="6"/>
                  </a:cubicBezTo>
                  <a:cubicBezTo>
                    <a:pt x="10" y="19"/>
                    <a:pt x="11" y="31"/>
                    <a:pt x="11" y="43"/>
                  </a:cubicBezTo>
                  <a:cubicBezTo>
                    <a:pt x="11" y="49"/>
                    <a:pt x="11" y="56"/>
                    <a:pt x="10" y="62"/>
                  </a:cubicBezTo>
                  <a:cubicBezTo>
                    <a:pt x="10" y="67"/>
                    <a:pt x="10" y="72"/>
                    <a:pt x="10" y="77"/>
                  </a:cubicBezTo>
                  <a:cubicBezTo>
                    <a:pt x="10" y="92"/>
                    <a:pt x="12" y="106"/>
                    <a:pt x="14" y="120"/>
                  </a:cubicBezTo>
                  <a:cubicBezTo>
                    <a:pt x="17" y="132"/>
                    <a:pt x="18" y="143"/>
                    <a:pt x="18" y="154"/>
                  </a:cubicBezTo>
                  <a:cubicBezTo>
                    <a:pt x="18" y="167"/>
                    <a:pt x="16" y="179"/>
                    <a:pt x="14" y="193"/>
                  </a:cubicBezTo>
                  <a:cubicBezTo>
                    <a:pt x="9" y="221"/>
                    <a:pt x="12" y="251"/>
                    <a:pt x="9" y="279"/>
                  </a:cubicBezTo>
                  <a:cubicBezTo>
                    <a:pt x="7" y="297"/>
                    <a:pt x="1" y="311"/>
                    <a:pt x="0" y="329"/>
                  </a:cubicBezTo>
                  <a:cubicBezTo>
                    <a:pt x="0" y="330"/>
                    <a:pt x="0" y="330"/>
                    <a:pt x="0" y="330"/>
                  </a:cubicBezTo>
                  <a:cubicBezTo>
                    <a:pt x="0" y="353"/>
                    <a:pt x="7" y="375"/>
                    <a:pt x="12" y="397"/>
                  </a:cubicBezTo>
                  <a:cubicBezTo>
                    <a:pt x="18" y="422"/>
                    <a:pt x="15" y="450"/>
                    <a:pt x="22" y="475"/>
                  </a:cubicBezTo>
                  <a:cubicBezTo>
                    <a:pt x="27" y="490"/>
                    <a:pt x="31" y="501"/>
                    <a:pt x="31" y="510"/>
                  </a:cubicBezTo>
                  <a:cubicBezTo>
                    <a:pt x="31" y="515"/>
                    <a:pt x="30" y="520"/>
                    <a:pt x="27" y="526"/>
                  </a:cubicBezTo>
                  <a:cubicBezTo>
                    <a:pt x="24" y="531"/>
                    <a:pt x="19" y="537"/>
                    <a:pt x="11" y="545"/>
                  </a:cubicBezTo>
                  <a:lnTo>
                    <a:pt x="14" y="548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60547" name="Freeform 434">
              <a:extLst>
                <a:ext uri="{FF2B5EF4-FFF2-40B4-BE49-F238E27FC236}">
                  <a16:creationId xmlns:a16="http://schemas.microsoft.com/office/drawing/2014/main" id="{0D8451F6-6A4E-4001-87DA-0857F0F0A6E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8" y="2050"/>
              <a:ext cx="32" cy="22"/>
            </a:xfrm>
            <a:custGeom>
              <a:avLst/>
              <a:gdLst>
                <a:gd name="T0" fmla="*/ 24 w 16"/>
                <a:gd name="T1" fmla="*/ 88 h 11"/>
                <a:gd name="T2" fmla="*/ 80 w 16"/>
                <a:gd name="T3" fmla="*/ 56 h 11"/>
                <a:gd name="T4" fmla="*/ 128 w 16"/>
                <a:gd name="T5" fmla="*/ 32 h 11"/>
                <a:gd name="T6" fmla="*/ 112 w 16"/>
                <a:gd name="T7" fmla="*/ 0 h 11"/>
                <a:gd name="T8" fmla="*/ 64 w 16"/>
                <a:gd name="T9" fmla="*/ 24 h 11"/>
                <a:gd name="T10" fmla="*/ 0 w 16"/>
                <a:gd name="T11" fmla="*/ 56 h 11"/>
                <a:gd name="T12" fmla="*/ 24 w 16"/>
                <a:gd name="T13" fmla="*/ 88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" h="11">
                  <a:moveTo>
                    <a:pt x="3" y="11"/>
                  </a:moveTo>
                  <a:cubicBezTo>
                    <a:pt x="5" y="9"/>
                    <a:pt x="7" y="8"/>
                    <a:pt x="10" y="7"/>
                  </a:cubicBezTo>
                  <a:cubicBezTo>
                    <a:pt x="12" y="6"/>
                    <a:pt x="15" y="5"/>
                    <a:pt x="16" y="4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13" y="1"/>
                    <a:pt x="11" y="2"/>
                    <a:pt x="8" y="3"/>
                  </a:cubicBezTo>
                  <a:cubicBezTo>
                    <a:pt x="6" y="4"/>
                    <a:pt x="3" y="6"/>
                    <a:pt x="0" y="7"/>
                  </a:cubicBezTo>
                  <a:lnTo>
                    <a:pt x="3" y="11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60548" name="Freeform 435">
              <a:extLst>
                <a:ext uri="{FF2B5EF4-FFF2-40B4-BE49-F238E27FC236}">
                  <a16:creationId xmlns:a16="http://schemas.microsoft.com/office/drawing/2014/main" id="{79C9F373-B69C-4ABB-B866-474F19100C4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9" y="1745"/>
              <a:ext cx="121" cy="297"/>
            </a:xfrm>
            <a:custGeom>
              <a:avLst/>
              <a:gdLst>
                <a:gd name="T0" fmla="*/ 492 w 60"/>
                <a:gd name="T1" fmla="*/ 1092 h 148"/>
                <a:gd name="T2" fmla="*/ 444 w 60"/>
                <a:gd name="T3" fmla="*/ 1076 h 148"/>
                <a:gd name="T4" fmla="*/ 395 w 60"/>
                <a:gd name="T5" fmla="*/ 1092 h 148"/>
                <a:gd name="T6" fmla="*/ 353 w 60"/>
                <a:gd name="T7" fmla="*/ 1116 h 148"/>
                <a:gd name="T8" fmla="*/ 212 w 60"/>
                <a:gd name="T9" fmla="*/ 1164 h 148"/>
                <a:gd name="T10" fmla="*/ 188 w 60"/>
                <a:gd name="T11" fmla="*/ 1164 h 148"/>
                <a:gd name="T12" fmla="*/ 81 w 60"/>
                <a:gd name="T13" fmla="*/ 1124 h 148"/>
                <a:gd name="T14" fmla="*/ 40 w 60"/>
                <a:gd name="T15" fmla="*/ 1011 h 148"/>
                <a:gd name="T16" fmla="*/ 32 w 60"/>
                <a:gd name="T17" fmla="*/ 979 h 148"/>
                <a:gd name="T18" fmla="*/ 73 w 60"/>
                <a:gd name="T19" fmla="*/ 712 h 148"/>
                <a:gd name="T20" fmla="*/ 65 w 60"/>
                <a:gd name="T21" fmla="*/ 648 h 148"/>
                <a:gd name="T22" fmla="*/ 56 w 60"/>
                <a:gd name="T23" fmla="*/ 556 h 148"/>
                <a:gd name="T24" fmla="*/ 73 w 60"/>
                <a:gd name="T25" fmla="*/ 435 h 148"/>
                <a:gd name="T26" fmla="*/ 97 w 60"/>
                <a:gd name="T27" fmla="*/ 299 h 148"/>
                <a:gd name="T28" fmla="*/ 97 w 60"/>
                <a:gd name="T29" fmla="*/ 265 h 148"/>
                <a:gd name="T30" fmla="*/ 81 w 60"/>
                <a:gd name="T31" fmla="*/ 72 h 148"/>
                <a:gd name="T32" fmla="*/ 81 w 60"/>
                <a:gd name="T33" fmla="*/ 8 h 148"/>
                <a:gd name="T34" fmla="*/ 56 w 60"/>
                <a:gd name="T35" fmla="*/ 0 h 148"/>
                <a:gd name="T36" fmla="*/ 48 w 60"/>
                <a:gd name="T37" fmla="*/ 72 h 148"/>
                <a:gd name="T38" fmla="*/ 65 w 60"/>
                <a:gd name="T39" fmla="*/ 265 h 148"/>
                <a:gd name="T40" fmla="*/ 65 w 60"/>
                <a:gd name="T41" fmla="*/ 299 h 148"/>
                <a:gd name="T42" fmla="*/ 40 w 60"/>
                <a:gd name="T43" fmla="*/ 427 h 148"/>
                <a:gd name="T44" fmla="*/ 24 w 60"/>
                <a:gd name="T45" fmla="*/ 556 h 148"/>
                <a:gd name="T46" fmla="*/ 32 w 60"/>
                <a:gd name="T47" fmla="*/ 656 h 148"/>
                <a:gd name="T48" fmla="*/ 40 w 60"/>
                <a:gd name="T49" fmla="*/ 712 h 148"/>
                <a:gd name="T50" fmla="*/ 0 w 60"/>
                <a:gd name="T51" fmla="*/ 979 h 148"/>
                <a:gd name="T52" fmla="*/ 8 w 60"/>
                <a:gd name="T53" fmla="*/ 1011 h 148"/>
                <a:gd name="T54" fmla="*/ 56 w 60"/>
                <a:gd name="T55" fmla="*/ 1148 h 148"/>
                <a:gd name="T56" fmla="*/ 188 w 60"/>
                <a:gd name="T57" fmla="*/ 1196 h 148"/>
                <a:gd name="T58" fmla="*/ 212 w 60"/>
                <a:gd name="T59" fmla="*/ 1196 h 148"/>
                <a:gd name="T60" fmla="*/ 371 w 60"/>
                <a:gd name="T61" fmla="*/ 1140 h 148"/>
                <a:gd name="T62" fmla="*/ 411 w 60"/>
                <a:gd name="T63" fmla="*/ 1116 h 148"/>
                <a:gd name="T64" fmla="*/ 444 w 60"/>
                <a:gd name="T65" fmla="*/ 1108 h 148"/>
                <a:gd name="T66" fmla="*/ 468 w 60"/>
                <a:gd name="T67" fmla="*/ 1116 h 148"/>
                <a:gd name="T68" fmla="*/ 492 w 60"/>
                <a:gd name="T69" fmla="*/ 1092 h 148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60" h="148">
                  <a:moveTo>
                    <a:pt x="60" y="135"/>
                  </a:moveTo>
                  <a:cubicBezTo>
                    <a:pt x="58" y="134"/>
                    <a:pt x="56" y="133"/>
                    <a:pt x="54" y="133"/>
                  </a:cubicBezTo>
                  <a:cubicBezTo>
                    <a:pt x="52" y="133"/>
                    <a:pt x="50" y="134"/>
                    <a:pt x="48" y="135"/>
                  </a:cubicBezTo>
                  <a:cubicBezTo>
                    <a:pt x="46" y="136"/>
                    <a:pt x="44" y="137"/>
                    <a:pt x="43" y="138"/>
                  </a:cubicBezTo>
                  <a:cubicBezTo>
                    <a:pt x="37" y="142"/>
                    <a:pt x="33" y="144"/>
                    <a:pt x="26" y="144"/>
                  </a:cubicBezTo>
                  <a:cubicBezTo>
                    <a:pt x="25" y="144"/>
                    <a:pt x="24" y="144"/>
                    <a:pt x="23" y="144"/>
                  </a:cubicBezTo>
                  <a:cubicBezTo>
                    <a:pt x="17" y="144"/>
                    <a:pt x="13" y="142"/>
                    <a:pt x="10" y="139"/>
                  </a:cubicBezTo>
                  <a:cubicBezTo>
                    <a:pt x="7" y="136"/>
                    <a:pt x="5" y="131"/>
                    <a:pt x="5" y="125"/>
                  </a:cubicBezTo>
                  <a:cubicBezTo>
                    <a:pt x="4" y="123"/>
                    <a:pt x="4" y="122"/>
                    <a:pt x="4" y="121"/>
                  </a:cubicBezTo>
                  <a:cubicBezTo>
                    <a:pt x="4" y="110"/>
                    <a:pt x="9" y="99"/>
                    <a:pt x="9" y="88"/>
                  </a:cubicBezTo>
                  <a:cubicBezTo>
                    <a:pt x="9" y="86"/>
                    <a:pt x="9" y="83"/>
                    <a:pt x="8" y="80"/>
                  </a:cubicBezTo>
                  <a:cubicBezTo>
                    <a:pt x="7" y="76"/>
                    <a:pt x="7" y="73"/>
                    <a:pt x="7" y="69"/>
                  </a:cubicBezTo>
                  <a:cubicBezTo>
                    <a:pt x="7" y="64"/>
                    <a:pt x="8" y="59"/>
                    <a:pt x="9" y="54"/>
                  </a:cubicBezTo>
                  <a:cubicBezTo>
                    <a:pt x="10" y="49"/>
                    <a:pt x="11" y="44"/>
                    <a:pt x="12" y="37"/>
                  </a:cubicBezTo>
                  <a:cubicBezTo>
                    <a:pt x="12" y="36"/>
                    <a:pt x="12" y="35"/>
                    <a:pt x="12" y="33"/>
                  </a:cubicBezTo>
                  <a:cubicBezTo>
                    <a:pt x="12" y="25"/>
                    <a:pt x="10" y="17"/>
                    <a:pt x="10" y="9"/>
                  </a:cubicBezTo>
                  <a:cubicBezTo>
                    <a:pt x="10" y="6"/>
                    <a:pt x="10" y="4"/>
                    <a:pt x="10" y="1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6" y="3"/>
                    <a:pt x="6" y="6"/>
                    <a:pt x="6" y="9"/>
                  </a:cubicBezTo>
                  <a:cubicBezTo>
                    <a:pt x="6" y="17"/>
                    <a:pt x="8" y="25"/>
                    <a:pt x="8" y="33"/>
                  </a:cubicBezTo>
                  <a:cubicBezTo>
                    <a:pt x="8" y="34"/>
                    <a:pt x="8" y="36"/>
                    <a:pt x="8" y="37"/>
                  </a:cubicBezTo>
                  <a:cubicBezTo>
                    <a:pt x="8" y="43"/>
                    <a:pt x="6" y="48"/>
                    <a:pt x="5" y="53"/>
                  </a:cubicBezTo>
                  <a:cubicBezTo>
                    <a:pt x="4" y="58"/>
                    <a:pt x="3" y="64"/>
                    <a:pt x="3" y="69"/>
                  </a:cubicBezTo>
                  <a:cubicBezTo>
                    <a:pt x="3" y="73"/>
                    <a:pt x="3" y="77"/>
                    <a:pt x="4" y="81"/>
                  </a:cubicBezTo>
                  <a:cubicBezTo>
                    <a:pt x="5" y="83"/>
                    <a:pt x="5" y="86"/>
                    <a:pt x="5" y="88"/>
                  </a:cubicBezTo>
                  <a:cubicBezTo>
                    <a:pt x="5" y="98"/>
                    <a:pt x="0" y="109"/>
                    <a:pt x="0" y="121"/>
                  </a:cubicBezTo>
                  <a:cubicBezTo>
                    <a:pt x="0" y="122"/>
                    <a:pt x="0" y="124"/>
                    <a:pt x="1" y="125"/>
                  </a:cubicBezTo>
                  <a:cubicBezTo>
                    <a:pt x="1" y="132"/>
                    <a:pt x="4" y="137"/>
                    <a:pt x="7" y="142"/>
                  </a:cubicBezTo>
                  <a:cubicBezTo>
                    <a:pt x="11" y="146"/>
                    <a:pt x="16" y="148"/>
                    <a:pt x="23" y="148"/>
                  </a:cubicBezTo>
                  <a:cubicBezTo>
                    <a:pt x="24" y="148"/>
                    <a:pt x="25" y="148"/>
                    <a:pt x="26" y="148"/>
                  </a:cubicBezTo>
                  <a:cubicBezTo>
                    <a:pt x="34" y="148"/>
                    <a:pt x="39" y="145"/>
                    <a:pt x="45" y="141"/>
                  </a:cubicBezTo>
                  <a:cubicBezTo>
                    <a:pt x="46" y="140"/>
                    <a:pt x="48" y="139"/>
                    <a:pt x="50" y="138"/>
                  </a:cubicBezTo>
                  <a:cubicBezTo>
                    <a:pt x="51" y="138"/>
                    <a:pt x="53" y="137"/>
                    <a:pt x="54" y="137"/>
                  </a:cubicBezTo>
                  <a:cubicBezTo>
                    <a:pt x="55" y="137"/>
                    <a:pt x="56" y="137"/>
                    <a:pt x="57" y="138"/>
                  </a:cubicBezTo>
                  <a:lnTo>
                    <a:pt x="60" y="135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60549" name="Freeform 436">
              <a:extLst>
                <a:ext uri="{FF2B5EF4-FFF2-40B4-BE49-F238E27FC236}">
                  <a16:creationId xmlns:a16="http://schemas.microsoft.com/office/drawing/2014/main" id="{60669CE3-3F11-4454-B1A6-5855A71FAE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0" y="1779"/>
              <a:ext cx="72" cy="198"/>
            </a:xfrm>
            <a:custGeom>
              <a:avLst/>
              <a:gdLst>
                <a:gd name="T0" fmla="*/ 288 w 36"/>
                <a:gd name="T1" fmla="*/ 768 h 99"/>
                <a:gd name="T2" fmla="*/ 248 w 36"/>
                <a:gd name="T3" fmla="*/ 720 h 99"/>
                <a:gd name="T4" fmla="*/ 200 w 36"/>
                <a:gd name="T5" fmla="*/ 672 h 99"/>
                <a:gd name="T6" fmla="*/ 128 w 36"/>
                <a:gd name="T7" fmla="*/ 640 h 99"/>
                <a:gd name="T8" fmla="*/ 80 w 36"/>
                <a:gd name="T9" fmla="*/ 592 h 99"/>
                <a:gd name="T10" fmla="*/ 40 w 36"/>
                <a:gd name="T11" fmla="*/ 432 h 99"/>
                <a:gd name="T12" fmla="*/ 40 w 36"/>
                <a:gd name="T13" fmla="*/ 376 h 99"/>
                <a:gd name="T14" fmla="*/ 40 w 36"/>
                <a:gd name="T15" fmla="*/ 368 h 99"/>
                <a:gd name="T16" fmla="*/ 32 w 36"/>
                <a:gd name="T17" fmla="*/ 208 h 99"/>
                <a:gd name="T18" fmla="*/ 72 w 36"/>
                <a:gd name="T19" fmla="*/ 32 h 99"/>
                <a:gd name="T20" fmla="*/ 56 w 36"/>
                <a:gd name="T21" fmla="*/ 24 h 99"/>
                <a:gd name="T22" fmla="*/ 48 w 36"/>
                <a:gd name="T23" fmla="*/ 40 h 99"/>
                <a:gd name="T24" fmla="*/ 80 w 36"/>
                <a:gd name="T25" fmla="*/ 72 h 99"/>
                <a:gd name="T26" fmla="*/ 88 w 36"/>
                <a:gd name="T27" fmla="*/ 112 h 99"/>
                <a:gd name="T28" fmla="*/ 80 w 36"/>
                <a:gd name="T29" fmla="*/ 128 h 99"/>
                <a:gd name="T30" fmla="*/ 112 w 36"/>
                <a:gd name="T31" fmla="*/ 136 h 99"/>
                <a:gd name="T32" fmla="*/ 120 w 36"/>
                <a:gd name="T33" fmla="*/ 112 h 99"/>
                <a:gd name="T34" fmla="*/ 104 w 36"/>
                <a:gd name="T35" fmla="*/ 56 h 99"/>
                <a:gd name="T36" fmla="*/ 64 w 36"/>
                <a:gd name="T37" fmla="*/ 8 h 99"/>
                <a:gd name="T38" fmla="*/ 48 w 36"/>
                <a:gd name="T39" fmla="*/ 0 h 99"/>
                <a:gd name="T40" fmla="*/ 40 w 36"/>
                <a:gd name="T41" fmla="*/ 16 h 99"/>
                <a:gd name="T42" fmla="*/ 0 w 36"/>
                <a:gd name="T43" fmla="*/ 208 h 99"/>
                <a:gd name="T44" fmla="*/ 8 w 36"/>
                <a:gd name="T45" fmla="*/ 368 h 99"/>
                <a:gd name="T46" fmla="*/ 8 w 36"/>
                <a:gd name="T47" fmla="*/ 376 h 99"/>
                <a:gd name="T48" fmla="*/ 8 w 36"/>
                <a:gd name="T49" fmla="*/ 432 h 99"/>
                <a:gd name="T50" fmla="*/ 48 w 36"/>
                <a:gd name="T51" fmla="*/ 608 h 99"/>
                <a:gd name="T52" fmla="*/ 120 w 36"/>
                <a:gd name="T53" fmla="*/ 664 h 99"/>
                <a:gd name="T54" fmla="*/ 184 w 36"/>
                <a:gd name="T55" fmla="*/ 704 h 99"/>
                <a:gd name="T56" fmla="*/ 224 w 36"/>
                <a:gd name="T57" fmla="*/ 744 h 99"/>
                <a:gd name="T58" fmla="*/ 264 w 36"/>
                <a:gd name="T59" fmla="*/ 792 h 99"/>
                <a:gd name="T60" fmla="*/ 288 w 36"/>
                <a:gd name="T61" fmla="*/ 768 h 99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36" h="99">
                  <a:moveTo>
                    <a:pt x="36" y="96"/>
                  </a:moveTo>
                  <a:cubicBezTo>
                    <a:pt x="34" y="94"/>
                    <a:pt x="33" y="92"/>
                    <a:pt x="31" y="90"/>
                  </a:cubicBezTo>
                  <a:cubicBezTo>
                    <a:pt x="30" y="88"/>
                    <a:pt x="28" y="86"/>
                    <a:pt x="25" y="84"/>
                  </a:cubicBezTo>
                  <a:cubicBezTo>
                    <a:pt x="22" y="82"/>
                    <a:pt x="19" y="81"/>
                    <a:pt x="16" y="80"/>
                  </a:cubicBezTo>
                  <a:cubicBezTo>
                    <a:pt x="14" y="78"/>
                    <a:pt x="12" y="77"/>
                    <a:pt x="10" y="74"/>
                  </a:cubicBezTo>
                  <a:cubicBezTo>
                    <a:pt x="6" y="68"/>
                    <a:pt x="5" y="62"/>
                    <a:pt x="5" y="54"/>
                  </a:cubicBezTo>
                  <a:cubicBezTo>
                    <a:pt x="5" y="52"/>
                    <a:pt x="5" y="49"/>
                    <a:pt x="5" y="47"/>
                  </a:cubicBezTo>
                  <a:cubicBezTo>
                    <a:pt x="5" y="46"/>
                    <a:pt x="5" y="46"/>
                    <a:pt x="5" y="46"/>
                  </a:cubicBezTo>
                  <a:cubicBezTo>
                    <a:pt x="5" y="39"/>
                    <a:pt x="4" y="32"/>
                    <a:pt x="4" y="26"/>
                  </a:cubicBezTo>
                  <a:cubicBezTo>
                    <a:pt x="4" y="18"/>
                    <a:pt x="5" y="10"/>
                    <a:pt x="9" y="4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8" y="6"/>
                    <a:pt x="9" y="7"/>
                    <a:pt x="10" y="9"/>
                  </a:cubicBezTo>
                  <a:cubicBezTo>
                    <a:pt x="10" y="10"/>
                    <a:pt x="11" y="12"/>
                    <a:pt x="11" y="14"/>
                  </a:cubicBezTo>
                  <a:cubicBezTo>
                    <a:pt x="11" y="15"/>
                    <a:pt x="11" y="16"/>
                    <a:pt x="10" y="16"/>
                  </a:cubicBezTo>
                  <a:cubicBezTo>
                    <a:pt x="14" y="17"/>
                    <a:pt x="14" y="17"/>
                    <a:pt x="14" y="17"/>
                  </a:cubicBezTo>
                  <a:cubicBezTo>
                    <a:pt x="15" y="16"/>
                    <a:pt x="15" y="15"/>
                    <a:pt x="15" y="14"/>
                  </a:cubicBezTo>
                  <a:cubicBezTo>
                    <a:pt x="15" y="11"/>
                    <a:pt x="14" y="9"/>
                    <a:pt x="13" y="7"/>
                  </a:cubicBezTo>
                  <a:cubicBezTo>
                    <a:pt x="12" y="5"/>
                    <a:pt x="11" y="3"/>
                    <a:pt x="8" y="1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1" y="9"/>
                    <a:pt x="0" y="17"/>
                    <a:pt x="0" y="26"/>
                  </a:cubicBezTo>
                  <a:cubicBezTo>
                    <a:pt x="0" y="33"/>
                    <a:pt x="1" y="40"/>
                    <a:pt x="1" y="46"/>
                  </a:cubicBezTo>
                  <a:cubicBezTo>
                    <a:pt x="1" y="47"/>
                    <a:pt x="1" y="47"/>
                    <a:pt x="1" y="47"/>
                  </a:cubicBezTo>
                  <a:cubicBezTo>
                    <a:pt x="1" y="49"/>
                    <a:pt x="1" y="52"/>
                    <a:pt x="1" y="54"/>
                  </a:cubicBezTo>
                  <a:cubicBezTo>
                    <a:pt x="1" y="62"/>
                    <a:pt x="2" y="69"/>
                    <a:pt x="6" y="76"/>
                  </a:cubicBezTo>
                  <a:cubicBezTo>
                    <a:pt x="9" y="80"/>
                    <a:pt x="12" y="82"/>
                    <a:pt x="15" y="83"/>
                  </a:cubicBezTo>
                  <a:cubicBezTo>
                    <a:pt x="17" y="85"/>
                    <a:pt x="20" y="86"/>
                    <a:pt x="23" y="88"/>
                  </a:cubicBezTo>
                  <a:cubicBezTo>
                    <a:pt x="25" y="89"/>
                    <a:pt x="27" y="91"/>
                    <a:pt x="28" y="93"/>
                  </a:cubicBezTo>
                  <a:cubicBezTo>
                    <a:pt x="29" y="94"/>
                    <a:pt x="31" y="97"/>
                    <a:pt x="33" y="99"/>
                  </a:cubicBezTo>
                  <a:lnTo>
                    <a:pt x="36" y="9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60550" name="Freeform 437">
              <a:extLst>
                <a:ext uri="{FF2B5EF4-FFF2-40B4-BE49-F238E27FC236}">
                  <a16:creationId xmlns:a16="http://schemas.microsoft.com/office/drawing/2014/main" id="{8A842F25-999E-4E94-BF70-70C41B19CF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0" y="1644"/>
              <a:ext cx="57" cy="319"/>
            </a:xfrm>
            <a:custGeom>
              <a:avLst/>
              <a:gdLst>
                <a:gd name="T0" fmla="*/ 33 w 28"/>
                <a:gd name="T1" fmla="*/ 1276 h 159"/>
                <a:gd name="T2" fmla="*/ 33 w 28"/>
                <a:gd name="T3" fmla="*/ 1260 h 159"/>
                <a:gd name="T4" fmla="*/ 49 w 28"/>
                <a:gd name="T5" fmla="*/ 1204 h 159"/>
                <a:gd name="T6" fmla="*/ 128 w 28"/>
                <a:gd name="T7" fmla="*/ 1124 h 159"/>
                <a:gd name="T8" fmla="*/ 204 w 28"/>
                <a:gd name="T9" fmla="*/ 1035 h 159"/>
                <a:gd name="T10" fmla="*/ 236 w 28"/>
                <a:gd name="T11" fmla="*/ 849 h 159"/>
                <a:gd name="T12" fmla="*/ 204 w 28"/>
                <a:gd name="T13" fmla="*/ 656 h 159"/>
                <a:gd name="T14" fmla="*/ 145 w 28"/>
                <a:gd name="T15" fmla="*/ 281 h 159"/>
                <a:gd name="T16" fmla="*/ 49 w 28"/>
                <a:gd name="T17" fmla="*/ 16 h 159"/>
                <a:gd name="T18" fmla="*/ 41 w 28"/>
                <a:gd name="T19" fmla="*/ 0 h 159"/>
                <a:gd name="T20" fmla="*/ 24 w 28"/>
                <a:gd name="T21" fmla="*/ 16 h 159"/>
                <a:gd name="T22" fmla="*/ 0 w 28"/>
                <a:gd name="T23" fmla="*/ 64 h 159"/>
                <a:gd name="T24" fmla="*/ 33 w 28"/>
                <a:gd name="T25" fmla="*/ 72 h 159"/>
                <a:gd name="T26" fmla="*/ 49 w 28"/>
                <a:gd name="T27" fmla="*/ 40 h 159"/>
                <a:gd name="T28" fmla="*/ 33 w 28"/>
                <a:gd name="T29" fmla="*/ 24 h 159"/>
                <a:gd name="T30" fmla="*/ 24 w 28"/>
                <a:gd name="T31" fmla="*/ 32 h 159"/>
                <a:gd name="T32" fmla="*/ 108 w 28"/>
                <a:gd name="T33" fmla="*/ 289 h 159"/>
                <a:gd name="T34" fmla="*/ 169 w 28"/>
                <a:gd name="T35" fmla="*/ 664 h 159"/>
                <a:gd name="T36" fmla="*/ 204 w 28"/>
                <a:gd name="T37" fmla="*/ 849 h 159"/>
                <a:gd name="T38" fmla="*/ 169 w 28"/>
                <a:gd name="T39" fmla="*/ 1019 h 159"/>
                <a:gd name="T40" fmla="*/ 75 w 28"/>
                <a:gd name="T41" fmla="*/ 1132 h 159"/>
                <a:gd name="T42" fmla="*/ 24 w 28"/>
                <a:gd name="T43" fmla="*/ 1188 h 159"/>
                <a:gd name="T44" fmla="*/ 0 w 28"/>
                <a:gd name="T45" fmla="*/ 1260 h 159"/>
                <a:gd name="T46" fmla="*/ 0 w 28"/>
                <a:gd name="T47" fmla="*/ 1284 h 159"/>
                <a:gd name="T48" fmla="*/ 33 w 28"/>
                <a:gd name="T49" fmla="*/ 1276 h 159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28" h="159">
                  <a:moveTo>
                    <a:pt x="4" y="158"/>
                  </a:moveTo>
                  <a:cubicBezTo>
                    <a:pt x="4" y="157"/>
                    <a:pt x="4" y="157"/>
                    <a:pt x="4" y="156"/>
                  </a:cubicBezTo>
                  <a:cubicBezTo>
                    <a:pt x="4" y="154"/>
                    <a:pt x="5" y="152"/>
                    <a:pt x="6" y="149"/>
                  </a:cubicBezTo>
                  <a:cubicBezTo>
                    <a:pt x="8" y="146"/>
                    <a:pt x="12" y="143"/>
                    <a:pt x="15" y="139"/>
                  </a:cubicBezTo>
                  <a:cubicBezTo>
                    <a:pt x="19" y="136"/>
                    <a:pt x="22" y="132"/>
                    <a:pt x="24" y="128"/>
                  </a:cubicBezTo>
                  <a:cubicBezTo>
                    <a:pt x="27" y="121"/>
                    <a:pt x="28" y="113"/>
                    <a:pt x="28" y="105"/>
                  </a:cubicBezTo>
                  <a:cubicBezTo>
                    <a:pt x="28" y="96"/>
                    <a:pt x="27" y="88"/>
                    <a:pt x="24" y="81"/>
                  </a:cubicBezTo>
                  <a:cubicBezTo>
                    <a:pt x="18" y="65"/>
                    <a:pt x="18" y="53"/>
                    <a:pt x="17" y="35"/>
                  </a:cubicBezTo>
                  <a:cubicBezTo>
                    <a:pt x="16" y="22"/>
                    <a:pt x="12" y="13"/>
                    <a:pt x="6" y="2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2" y="4"/>
                    <a:pt x="0" y="6"/>
                    <a:pt x="0" y="8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4" y="8"/>
                    <a:pt x="5" y="6"/>
                    <a:pt x="6" y="5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9" y="15"/>
                    <a:pt x="12" y="23"/>
                    <a:pt x="13" y="36"/>
                  </a:cubicBezTo>
                  <a:cubicBezTo>
                    <a:pt x="14" y="53"/>
                    <a:pt x="14" y="66"/>
                    <a:pt x="20" y="82"/>
                  </a:cubicBezTo>
                  <a:cubicBezTo>
                    <a:pt x="23" y="89"/>
                    <a:pt x="24" y="97"/>
                    <a:pt x="24" y="105"/>
                  </a:cubicBezTo>
                  <a:cubicBezTo>
                    <a:pt x="24" y="112"/>
                    <a:pt x="23" y="120"/>
                    <a:pt x="20" y="126"/>
                  </a:cubicBezTo>
                  <a:cubicBezTo>
                    <a:pt x="18" y="131"/>
                    <a:pt x="13" y="135"/>
                    <a:pt x="9" y="140"/>
                  </a:cubicBezTo>
                  <a:cubicBezTo>
                    <a:pt x="7" y="142"/>
                    <a:pt x="5" y="145"/>
                    <a:pt x="3" y="147"/>
                  </a:cubicBezTo>
                  <a:cubicBezTo>
                    <a:pt x="1" y="150"/>
                    <a:pt x="0" y="153"/>
                    <a:pt x="0" y="156"/>
                  </a:cubicBezTo>
                  <a:cubicBezTo>
                    <a:pt x="0" y="157"/>
                    <a:pt x="0" y="158"/>
                    <a:pt x="0" y="159"/>
                  </a:cubicBezTo>
                  <a:lnTo>
                    <a:pt x="4" y="158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60551" name="Freeform 438">
              <a:extLst>
                <a:ext uri="{FF2B5EF4-FFF2-40B4-BE49-F238E27FC236}">
                  <a16:creationId xmlns:a16="http://schemas.microsoft.com/office/drawing/2014/main" id="{44570A2F-5BDD-475C-B178-409A80227A4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0" y="1685"/>
              <a:ext cx="101" cy="274"/>
            </a:xfrm>
            <a:custGeom>
              <a:avLst/>
              <a:gdLst>
                <a:gd name="T0" fmla="*/ 0 w 50"/>
                <a:gd name="T1" fmla="*/ 1008 h 137"/>
                <a:gd name="T2" fmla="*/ 40 w 50"/>
                <a:gd name="T3" fmla="*/ 1072 h 137"/>
                <a:gd name="T4" fmla="*/ 97 w 50"/>
                <a:gd name="T5" fmla="*/ 1096 h 137"/>
                <a:gd name="T6" fmla="*/ 180 w 50"/>
                <a:gd name="T7" fmla="*/ 1064 h 137"/>
                <a:gd name="T8" fmla="*/ 232 w 50"/>
                <a:gd name="T9" fmla="*/ 976 h 137"/>
                <a:gd name="T10" fmla="*/ 248 w 50"/>
                <a:gd name="T11" fmla="*/ 816 h 137"/>
                <a:gd name="T12" fmla="*/ 307 w 50"/>
                <a:gd name="T13" fmla="*/ 680 h 137"/>
                <a:gd name="T14" fmla="*/ 380 w 50"/>
                <a:gd name="T15" fmla="*/ 336 h 137"/>
                <a:gd name="T16" fmla="*/ 412 w 50"/>
                <a:gd name="T17" fmla="*/ 32 h 137"/>
                <a:gd name="T18" fmla="*/ 412 w 50"/>
                <a:gd name="T19" fmla="*/ 0 h 137"/>
                <a:gd name="T20" fmla="*/ 380 w 50"/>
                <a:gd name="T21" fmla="*/ 0 h 137"/>
                <a:gd name="T22" fmla="*/ 380 w 50"/>
                <a:gd name="T23" fmla="*/ 32 h 137"/>
                <a:gd name="T24" fmla="*/ 347 w 50"/>
                <a:gd name="T25" fmla="*/ 328 h 137"/>
                <a:gd name="T26" fmla="*/ 273 w 50"/>
                <a:gd name="T27" fmla="*/ 664 h 137"/>
                <a:gd name="T28" fmla="*/ 216 w 50"/>
                <a:gd name="T29" fmla="*/ 808 h 137"/>
                <a:gd name="T30" fmla="*/ 196 w 50"/>
                <a:gd name="T31" fmla="*/ 968 h 137"/>
                <a:gd name="T32" fmla="*/ 156 w 50"/>
                <a:gd name="T33" fmla="*/ 1040 h 137"/>
                <a:gd name="T34" fmla="*/ 97 w 50"/>
                <a:gd name="T35" fmla="*/ 1064 h 137"/>
                <a:gd name="T36" fmla="*/ 57 w 50"/>
                <a:gd name="T37" fmla="*/ 1056 h 137"/>
                <a:gd name="T38" fmla="*/ 32 w 50"/>
                <a:gd name="T39" fmla="*/ 1000 h 137"/>
                <a:gd name="T40" fmla="*/ 0 w 50"/>
                <a:gd name="T41" fmla="*/ 1008 h 137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50" h="137">
                  <a:moveTo>
                    <a:pt x="0" y="126"/>
                  </a:moveTo>
                  <a:cubicBezTo>
                    <a:pt x="1" y="130"/>
                    <a:pt x="3" y="132"/>
                    <a:pt x="5" y="134"/>
                  </a:cubicBezTo>
                  <a:cubicBezTo>
                    <a:pt x="7" y="136"/>
                    <a:pt x="9" y="137"/>
                    <a:pt x="12" y="137"/>
                  </a:cubicBezTo>
                  <a:cubicBezTo>
                    <a:pt x="15" y="137"/>
                    <a:pt x="19" y="135"/>
                    <a:pt x="22" y="133"/>
                  </a:cubicBezTo>
                  <a:cubicBezTo>
                    <a:pt x="25" y="130"/>
                    <a:pt x="27" y="126"/>
                    <a:pt x="28" y="122"/>
                  </a:cubicBezTo>
                  <a:cubicBezTo>
                    <a:pt x="29" y="115"/>
                    <a:pt x="28" y="108"/>
                    <a:pt x="30" y="102"/>
                  </a:cubicBezTo>
                  <a:cubicBezTo>
                    <a:pt x="31" y="96"/>
                    <a:pt x="35" y="91"/>
                    <a:pt x="37" y="85"/>
                  </a:cubicBezTo>
                  <a:cubicBezTo>
                    <a:pt x="42" y="71"/>
                    <a:pt x="43" y="55"/>
                    <a:pt x="46" y="42"/>
                  </a:cubicBezTo>
                  <a:cubicBezTo>
                    <a:pt x="48" y="30"/>
                    <a:pt x="50" y="16"/>
                    <a:pt x="50" y="4"/>
                  </a:cubicBezTo>
                  <a:cubicBezTo>
                    <a:pt x="50" y="3"/>
                    <a:pt x="50" y="2"/>
                    <a:pt x="50" y="0"/>
                  </a:cubicBezTo>
                  <a:cubicBezTo>
                    <a:pt x="46" y="0"/>
                    <a:pt x="46" y="0"/>
                    <a:pt x="46" y="0"/>
                  </a:cubicBezTo>
                  <a:cubicBezTo>
                    <a:pt x="46" y="2"/>
                    <a:pt x="46" y="3"/>
                    <a:pt x="46" y="4"/>
                  </a:cubicBezTo>
                  <a:cubicBezTo>
                    <a:pt x="46" y="16"/>
                    <a:pt x="44" y="29"/>
                    <a:pt x="42" y="41"/>
                  </a:cubicBezTo>
                  <a:cubicBezTo>
                    <a:pt x="39" y="55"/>
                    <a:pt x="38" y="70"/>
                    <a:pt x="33" y="83"/>
                  </a:cubicBezTo>
                  <a:cubicBezTo>
                    <a:pt x="31" y="89"/>
                    <a:pt x="28" y="94"/>
                    <a:pt x="26" y="101"/>
                  </a:cubicBezTo>
                  <a:cubicBezTo>
                    <a:pt x="24" y="108"/>
                    <a:pt x="25" y="115"/>
                    <a:pt x="24" y="121"/>
                  </a:cubicBezTo>
                  <a:cubicBezTo>
                    <a:pt x="23" y="124"/>
                    <a:pt x="21" y="127"/>
                    <a:pt x="19" y="130"/>
                  </a:cubicBezTo>
                  <a:cubicBezTo>
                    <a:pt x="17" y="132"/>
                    <a:pt x="14" y="133"/>
                    <a:pt x="12" y="133"/>
                  </a:cubicBezTo>
                  <a:cubicBezTo>
                    <a:pt x="10" y="133"/>
                    <a:pt x="9" y="133"/>
                    <a:pt x="7" y="132"/>
                  </a:cubicBezTo>
                  <a:cubicBezTo>
                    <a:pt x="6" y="130"/>
                    <a:pt x="5" y="128"/>
                    <a:pt x="4" y="125"/>
                  </a:cubicBezTo>
                  <a:lnTo>
                    <a:pt x="0" y="12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60552" name="Freeform 439">
              <a:extLst>
                <a:ext uri="{FF2B5EF4-FFF2-40B4-BE49-F238E27FC236}">
                  <a16:creationId xmlns:a16="http://schemas.microsoft.com/office/drawing/2014/main" id="{3B269301-A772-4A2F-B392-59E2113A3F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8" y="1654"/>
              <a:ext cx="96" cy="295"/>
            </a:xfrm>
            <a:custGeom>
              <a:avLst/>
              <a:gdLst>
                <a:gd name="T0" fmla="*/ 192 w 48"/>
                <a:gd name="T1" fmla="*/ 1116 h 147"/>
                <a:gd name="T2" fmla="*/ 184 w 48"/>
                <a:gd name="T3" fmla="*/ 1148 h 147"/>
                <a:gd name="T4" fmla="*/ 168 w 48"/>
                <a:gd name="T5" fmla="*/ 1156 h 147"/>
                <a:gd name="T6" fmla="*/ 128 w 48"/>
                <a:gd name="T7" fmla="*/ 1140 h 147"/>
                <a:gd name="T8" fmla="*/ 56 w 48"/>
                <a:gd name="T9" fmla="*/ 1076 h 147"/>
                <a:gd name="T10" fmla="*/ 32 w 48"/>
                <a:gd name="T11" fmla="*/ 979 h 147"/>
                <a:gd name="T12" fmla="*/ 40 w 48"/>
                <a:gd name="T13" fmla="*/ 923 h 147"/>
                <a:gd name="T14" fmla="*/ 128 w 48"/>
                <a:gd name="T15" fmla="*/ 704 h 147"/>
                <a:gd name="T16" fmla="*/ 240 w 48"/>
                <a:gd name="T17" fmla="*/ 484 h 147"/>
                <a:gd name="T18" fmla="*/ 384 w 48"/>
                <a:gd name="T19" fmla="*/ 16 h 147"/>
                <a:gd name="T20" fmla="*/ 376 w 48"/>
                <a:gd name="T21" fmla="*/ 0 h 147"/>
                <a:gd name="T22" fmla="*/ 344 w 48"/>
                <a:gd name="T23" fmla="*/ 0 h 147"/>
                <a:gd name="T24" fmla="*/ 352 w 48"/>
                <a:gd name="T25" fmla="*/ 16 h 147"/>
                <a:gd name="T26" fmla="*/ 216 w 48"/>
                <a:gd name="T27" fmla="*/ 476 h 147"/>
                <a:gd name="T28" fmla="*/ 104 w 48"/>
                <a:gd name="T29" fmla="*/ 688 h 147"/>
                <a:gd name="T30" fmla="*/ 8 w 48"/>
                <a:gd name="T31" fmla="*/ 915 h 147"/>
                <a:gd name="T32" fmla="*/ 0 w 48"/>
                <a:gd name="T33" fmla="*/ 979 h 147"/>
                <a:gd name="T34" fmla="*/ 24 w 48"/>
                <a:gd name="T35" fmla="*/ 1092 h 147"/>
                <a:gd name="T36" fmla="*/ 112 w 48"/>
                <a:gd name="T37" fmla="*/ 1172 h 147"/>
                <a:gd name="T38" fmla="*/ 168 w 48"/>
                <a:gd name="T39" fmla="*/ 1188 h 147"/>
                <a:gd name="T40" fmla="*/ 208 w 48"/>
                <a:gd name="T41" fmla="*/ 1164 h 147"/>
                <a:gd name="T42" fmla="*/ 224 w 48"/>
                <a:gd name="T43" fmla="*/ 1116 h 147"/>
                <a:gd name="T44" fmla="*/ 192 w 48"/>
                <a:gd name="T45" fmla="*/ 1116 h 147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48" h="147">
                  <a:moveTo>
                    <a:pt x="24" y="138"/>
                  </a:moveTo>
                  <a:cubicBezTo>
                    <a:pt x="24" y="140"/>
                    <a:pt x="24" y="141"/>
                    <a:pt x="23" y="142"/>
                  </a:cubicBezTo>
                  <a:cubicBezTo>
                    <a:pt x="23" y="142"/>
                    <a:pt x="22" y="143"/>
                    <a:pt x="21" y="143"/>
                  </a:cubicBezTo>
                  <a:cubicBezTo>
                    <a:pt x="19" y="143"/>
                    <a:pt x="18" y="142"/>
                    <a:pt x="16" y="141"/>
                  </a:cubicBezTo>
                  <a:cubicBezTo>
                    <a:pt x="12" y="139"/>
                    <a:pt x="9" y="136"/>
                    <a:pt x="7" y="133"/>
                  </a:cubicBezTo>
                  <a:cubicBezTo>
                    <a:pt x="5" y="129"/>
                    <a:pt x="4" y="125"/>
                    <a:pt x="4" y="121"/>
                  </a:cubicBezTo>
                  <a:cubicBezTo>
                    <a:pt x="4" y="119"/>
                    <a:pt x="4" y="116"/>
                    <a:pt x="5" y="114"/>
                  </a:cubicBezTo>
                  <a:cubicBezTo>
                    <a:pt x="6" y="105"/>
                    <a:pt x="11" y="96"/>
                    <a:pt x="16" y="87"/>
                  </a:cubicBezTo>
                  <a:cubicBezTo>
                    <a:pt x="21" y="78"/>
                    <a:pt x="27" y="69"/>
                    <a:pt x="30" y="60"/>
                  </a:cubicBezTo>
                  <a:cubicBezTo>
                    <a:pt x="38" y="43"/>
                    <a:pt x="47" y="22"/>
                    <a:pt x="48" y="2"/>
                  </a:cubicBezTo>
                  <a:cubicBezTo>
                    <a:pt x="48" y="1"/>
                    <a:pt x="47" y="0"/>
                    <a:pt x="47" y="0"/>
                  </a:cubicBezTo>
                  <a:cubicBezTo>
                    <a:pt x="43" y="0"/>
                    <a:pt x="43" y="0"/>
                    <a:pt x="43" y="0"/>
                  </a:cubicBezTo>
                  <a:cubicBezTo>
                    <a:pt x="43" y="0"/>
                    <a:pt x="44" y="1"/>
                    <a:pt x="44" y="2"/>
                  </a:cubicBezTo>
                  <a:cubicBezTo>
                    <a:pt x="44" y="21"/>
                    <a:pt x="34" y="41"/>
                    <a:pt x="27" y="59"/>
                  </a:cubicBezTo>
                  <a:cubicBezTo>
                    <a:pt x="23" y="67"/>
                    <a:pt x="18" y="76"/>
                    <a:pt x="13" y="85"/>
                  </a:cubicBezTo>
                  <a:cubicBezTo>
                    <a:pt x="7" y="94"/>
                    <a:pt x="3" y="104"/>
                    <a:pt x="1" y="113"/>
                  </a:cubicBezTo>
                  <a:cubicBezTo>
                    <a:pt x="0" y="116"/>
                    <a:pt x="0" y="118"/>
                    <a:pt x="0" y="121"/>
                  </a:cubicBezTo>
                  <a:cubicBezTo>
                    <a:pt x="0" y="126"/>
                    <a:pt x="1" y="131"/>
                    <a:pt x="3" y="135"/>
                  </a:cubicBezTo>
                  <a:cubicBezTo>
                    <a:pt x="6" y="139"/>
                    <a:pt x="9" y="143"/>
                    <a:pt x="14" y="145"/>
                  </a:cubicBezTo>
                  <a:cubicBezTo>
                    <a:pt x="16" y="146"/>
                    <a:pt x="18" y="147"/>
                    <a:pt x="21" y="147"/>
                  </a:cubicBezTo>
                  <a:cubicBezTo>
                    <a:pt x="23" y="147"/>
                    <a:pt x="25" y="146"/>
                    <a:pt x="26" y="144"/>
                  </a:cubicBezTo>
                  <a:cubicBezTo>
                    <a:pt x="28" y="143"/>
                    <a:pt x="28" y="141"/>
                    <a:pt x="28" y="138"/>
                  </a:cubicBezTo>
                  <a:lnTo>
                    <a:pt x="24" y="138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60553" name="Freeform 440">
              <a:extLst>
                <a:ext uri="{FF2B5EF4-FFF2-40B4-BE49-F238E27FC236}">
                  <a16:creationId xmlns:a16="http://schemas.microsoft.com/office/drawing/2014/main" id="{6247D267-98CA-4852-A65B-E675F9B387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7" y="1480"/>
              <a:ext cx="791" cy="70"/>
            </a:xfrm>
            <a:custGeom>
              <a:avLst/>
              <a:gdLst>
                <a:gd name="T0" fmla="*/ 3164 w 394"/>
                <a:gd name="T1" fmla="*/ 0 h 35"/>
                <a:gd name="T2" fmla="*/ 3164 w 394"/>
                <a:gd name="T3" fmla="*/ 0 h 35"/>
                <a:gd name="T4" fmla="*/ 1733 w 394"/>
                <a:gd name="T5" fmla="*/ 248 h 35"/>
                <a:gd name="T6" fmla="*/ 8 w 394"/>
                <a:gd name="T7" fmla="*/ 80 h 35"/>
                <a:gd name="T8" fmla="*/ 0 w 394"/>
                <a:gd name="T9" fmla="*/ 112 h 35"/>
                <a:gd name="T10" fmla="*/ 1733 w 394"/>
                <a:gd name="T11" fmla="*/ 280 h 35"/>
                <a:gd name="T12" fmla="*/ 3188 w 394"/>
                <a:gd name="T13" fmla="*/ 32 h 35"/>
                <a:gd name="T14" fmla="*/ 3164 w 394"/>
                <a:gd name="T15" fmla="*/ 0 h 3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94" h="35">
                  <a:moveTo>
                    <a:pt x="391" y="0"/>
                  </a:moveTo>
                  <a:cubicBezTo>
                    <a:pt x="391" y="0"/>
                    <a:pt x="391" y="0"/>
                    <a:pt x="391" y="0"/>
                  </a:cubicBezTo>
                  <a:cubicBezTo>
                    <a:pt x="389" y="2"/>
                    <a:pt x="341" y="31"/>
                    <a:pt x="214" y="31"/>
                  </a:cubicBezTo>
                  <a:cubicBezTo>
                    <a:pt x="159" y="31"/>
                    <a:pt x="89" y="25"/>
                    <a:pt x="1" y="10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88" y="29"/>
                    <a:pt x="159" y="35"/>
                    <a:pt x="214" y="35"/>
                  </a:cubicBezTo>
                  <a:cubicBezTo>
                    <a:pt x="345" y="35"/>
                    <a:pt x="393" y="4"/>
                    <a:pt x="394" y="4"/>
                  </a:cubicBezTo>
                  <a:lnTo>
                    <a:pt x="391" y="0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60554" name="Freeform 441">
              <a:extLst>
                <a:ext uri="{FF2B5EF4-FFF2-40B4-BE49-F238E27FC236}">
                  <a16:creationId xmlns:a16="http://schemas.microsoft.com/office/drawing/2014/main" id="{8A917FC2-918B-4FA5-90FB-A901397B8C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7" y="1546"/>
              <a:ext cx="813" cy="74"/>
            </a:xfrm>
            <a:custGeom>
              <a:avLst/>
              <a:gdLst>
                <a:gd name="T0" fmla="*/ 3268 w 405"/>
                <a:gd name="T1" fmla="*/ 0 h 37"/>
                <a:gd name="T2" fmla="*/ 3260 w 405"/>
                <a:gd name="T3" fmla="*/ 8 h 37"/>
                <a:gd name="T4" fmla="*/ 1724 w 405"/>
                <a:gd name="T5" fmla="*/ 264 h 37"/>
                <a:gd name="T6" fmla="*/ 8 w 405"/>
                <a:gd name="T7" fmla="*/ 32 h 37"/>
                <a:gd name="T8" fmla="*/ 0 w 405"/>
                <a:gd name="T9" fmla="*/ 64 h 37"/>
                <a:gd name="T10" fmla="*/ 1724 w 405"/>
                <a:gd name="T11" fmla="*/ 296 h 37"/>
                <a:gd name="T12" fmla="*/ 3276 w 405"/>
                <a:gd name="T13" fmla="*/ 32 h 37"/>
                <a:gd name="T14" fmla="*/ 3268 w 405"/>
                <a:gd name="T15" fmla="*/ 0 h 3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05" h="37">
                  <a:moveTo>
                    <a:pt x="404" y="0"/>
                  </a:moveTo>
                  <a:cubicBezTo>
                    <a:pt x="404" y="0"/>
                    <a:pt x="403" y="1"/>
                    <a:pt x="403" y="1"/>
                  </a:cubicBezTo>
                  <a:cubicBezTo>
                    <a:pt x="395" y="4"/>
                    <a:pt x="330" y="33"/>
                    <a:pt x="213" y="33"/>
                  </a:cubicBezTo>
                  <a:cubicBezTo>
                    <a:pt x="155" y="33"/>
                    <a:pt x="84" y="26"/>
                    <a:pt x="1" y="4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83" y="30"/>
                    <a:pt x="154" y="37"/>
                    <a:pt x="213" y="37"/>
                  </a:cubicBezTo>
                  <a:cubicBezTo>
                    <a:pt x="338" y="37"/>
                    <a:pt x="405" y="4"/>
                    <a:pt x="405" y="4"/>
                  </a:cubicBezTo>
                  <a:lnTo>
                    <a:pt x="404" y="0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60555" name="Freeform 442">
              <a:extLst>
                <a:ext uri="{FF2B5EF4-FFF2-40B4-BE49-F238E27FC236}">
                  <a16:creationId xmlns:a16="http://schemas.microsoft.com/office/drawing/2014/main" id="{60E79630-A91D-4AC4-8FC0-19BEFF5EF5F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5" y="1219"/>
              <a:ext cx="64" cy="297"/>
            </a:xfrm>
            <a:custGeom>
              <a:avLst/>
              <a:gdLst>
                <a:gd name="T0" fmla="*/ 248 w 32"/>
                <a:gd name="T1" fmla="*/ 1196 h 148"/>
                <a:gd name="T2" fmla="*/ 256 w 32"/>
                <a:gd name="T3" fmla="*/ 1140 h 148"/>
                <a:gd name="T4" fmla="*/ 200 w 32"/>
                <a:gd name="T5" fmla="*/ 907 h 148"/>
                <a:gd name="T6" fmla="*/ 112 w 32"/>
                <a:gd name="T7" fmla="*/ 688 h 148"/>
                <a:gd name="T8" fmla="*/ 32 w 32"/>
                <a:gd name="T9" fmla="*/ 289 h 148"/>
                <a:gd name="T10" fmla="*/ 96 w 32"/>
                <a:gd name="T11" fmla="*/ 24 h 148"/>
                <a:gd name="T12" fmla="*/ 80 w 32"/>
                <a:gd name="T13" fmla="*/ 16 h 148"/>
                <a:gd name="T14" fmla="*/ 80 w 32"/>
                <a:gd name="T15" fmla="*/ 32 h 148"/>
                <a:gd name="T16" fmla="*/ 88 w 32"/>
                <a:gd name="T17" fmla="*/ 32 h 148"/>
                <a:gd name="T18" fmla="*/ 128 w 32"/>
                <a:gd name="T19" fmla="*/ 48 h 148"/>
                <a:gd name="T20" fmla="*/ 152 w 32"/>
                <a:gd name="T21" fmla="*/ 104 h 148"/>
                <a:gd name="T22" fmla="*/ 184 w 32"/>
                <a:gd name="T23" fmla="*/ 96 h 148"/>
                <a:gd name="T24" fmla="*/ 152 w 32"/>
                <a:gd name="T25" fmla="*/ 32 h 148"/>
                <a:gd name="T26" fmla="*/ 88 w 32"/>
                <a:gd name="T27" fmla="*/ 0 h 148"/>
                <a:gd name="T28" fmla="*/ 80 w 32"/>
                <a:gd name="T29" fmla="*/ 0 h 148"/>
                <a:gd name="T30" fmla="*/ 72 w 32"/>
                <a:gd name="T31" fmla="*/ 0 h 148"/>
                <a:gd name="T32" fmla="*/ 72 w 32"/>
                <a:gd name="T33" fmla="*/ 8 h 148"/>
                <a:gd name="T34" fmla="*/ 0 w 32"/>
                <a:gd name="T35" fmla="*/ 289 h 148"/>
                <a:gd name="T36" fmla="*/ 80 w 32"/>
                <a:gd name="T37" fmla="*/ 704 h 148"/>
                <a:gd name="T38" fmla="*/ 168 w 32"/>
                <a:gd name="T39" fmla="*/ 915 h 148"/>
                <a:gd name="T40" fmla="*/ 224 w 32"/>
                <a:gd name="T41" fmla="*/ 1140 h 148"/>
                <a:gd name="T42" fmla="*/ 224 w 32"/>
                <a:gd name="T43" fmla="*/ 1188 h 148"/>
                <a:gd name="T44" fmla="*/ 248 w 32"/>
                <a:gd name="T45" fmla="*/ 1196 h 148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32" h="148">
                  <a:moveTo>
                    <a:pt x="31" y="148"/>
                  </a:moveTo>
                  <a:cubicBezTo>
                    <a:pt x="32" y="146"/>
                    <a:pt x="32" y="144"/>
                    <a:pt x="32" y="141"/>
                  </a:cubicBezTo>
                  <a:cubicBezTo>
                    <a:pt x="32" y="132"/>
                    <a:pt x="29" y="122"/>
                    <a:pt x="25" y="112"/>
                  </a:cubicBezTo>
                  <a:cubicBezTo>
                    <a:pt x="21" y="102"/>
                    <a:pt x="16" y="92"/>
                    <a:pt x="14" y="85"/>
                  </a:cubicBezTo>
                  <a:cubicBezTo>
                    <a:pt x="9" y="70"/>
                    <a:pt x="4" y="52"/>
                    <a:pt x="4" y="36"/>
                  </a:cubicBezTo>
                  <a:cubicBezTo>
                    <a:pt x="4" y="24"/>
                    <a:pt x="6" y="13"/>
                    <a:pt x="12" y="3"/>
                  </a:cubicBezTo>
                  <a:cubicBezTo>
                    <a:pt x="10" y="2"/>
                    <a:pt x="10" y="2"/>
                    <a:pt x="10" y="2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3" y="4"/>
                    <a:pt x="15" y="5"/>
                    <a:pt x="16" y="6"/>
                  </a:cubicBezTo>
                  <a:cubicBezTo>
                    <a:pt x="17" y="8"/>
                    <a:pt x="18" y="10"/>
                    <a:pt x="19" y="13"/>
                  </a:cubicBezTo>
                  <a:cubicBezTo>
                    <a:pt x="23" y="12"/>
                    <a:pt x="23" y="12"/>
                    <a:pt x="23" y="12"/>
                  </a:cubicBezTo>
                  <a:cubicBezTo>
                    <a:pt x="22" y="9"/>
                    <a:pt x="21" y="6"/>
                    <a:pt x="19" y="4"/>
                  </a:cubicBezTo>
                  <a:cubicBezTo>
                    <a:pt x="17" y="2"/>
                    <a:pt x="14" y="0"/>
                    <a:pt x="11" y="0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9" y="1"/>
                    <a:pt x="9" y="1"/>
                    <a:pt x="9" y="1"/>
                  </a:cubicBezTo>
                  <a:cubicBezTo>
                    <a:pt x="2" y="12"/>
                    <a:pt x="0" y="24"/>
                    <a:pt x="0" y="36"/>
                  </a:cubicBezTo>
                  <a:cubicBezTo>
                    <a:pt x="0" y="53"/>
                    <a:pt x="5" y="71"/>
                    <a:pt x="10" y="87"/>
                  </a:cubicBezTo>
                  <a:cubicBezTo>
                    <a:pt x="13" y="94"/>
                    <a:pt x="17" y="104"/>
                    <a:pt x="21" y="113"/>
                  </a:cubicBezTo>
                  <a:cubicBezTo>
                    <a:pt x="25" y="123"/>
                    <a:pt x="28" y="133"/>
                    <a:pt x="28" y="141"/>
                  </a:cubicBezTo>
                  <a:cubicBezTo>
                    <a:pt x="28" y="143"/>
                    <a:pt x="28" y="145"/>
                    <a:pt x="28" y="147"/>
                  </a:cubicBezTo>
                  <a:lnTo>
                    <a:pt x="31" y="148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60556" name="Freeform 443">
              <a:extLst>
                <a:ext uri="{FF2B5EF4-FFF2-40B4-BE49-F238E27FC236}">
                  <a16:creationId xmlns:a16="http://schemas.microsoft.com/office/drawing/2014/main" id="{35FEF986-892F-4159-8AFE-FDA183F4FA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7" y="1008"/>
              <a:ext cx="36" cy="434"/>
            </a:xfrm>
            <a:custGeom>
              <a:avLst/>
              <a:gdLst>
                <a:gd name="T0" fmla="*/ 88 w 18"/>
                <a:gd name="T1" fmla="*/ 1744 h 216"/>
                <a:gd name="T2" fmla="*/ 32 w 18"/>
                <a:gd name="T3" fmla="*/ 1396 h 216"/>
                <a:gd name="T4" fmla="*/ 144 w 18"/>
                <a:gd name="T5" fmla="*/ 428 h 216"/>
                <a:gd name="T6" fmla="*/ 56 w 18"/>
                <a:gd name="T7" fmla="*/ 0 h 216"/>
                <a:gd name="T8" fmla="*/ 32 w 18"/>
                <a:gd name="T9" fmla="*/ 8 h 216"/>
                <a:gd name="T10" fmla="*/ 112 w 18"/>
                <a:gd name="T11" fmla="*/ 428 h 216"/>
                <a:gd name="T12" fmla="*/ 0 w 18"/>
                <a:gd name="T13" fmla="*/ 1396 h 216"/>
                <a:gd name="T14" fmla="*/ 56 w 18"/>
                <a:gd name="T15" fmla="*/ 1752 h 216"/>
                <a:gd name="T16" fmla="*/ 88 w 18"/>
                <a:gd name="T17" fmla="*/ 1744 h 21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" h="216">
                  <a:moveTo>
                    <a:pt x="11" y="215"/>
                  </a:moveTo>
                  <a:cubicBezTo>
                    <a:pt x="6" y="201"/>
                    <a:pt x="4" y="186"/>
                    <a:pt x="4" y="172"/>
                  </a:cubicBezTo>
                  <a:cubicBezTo>
                    <a:pt x="4" y="132"/>
                    <a:pt x="18" y="93"/>
                    <a:pt x="18" y="53"/>
                  </a:cubicBezTo>
                  <a:cubicBezTo>
                    <a:pt x="18" y="35"/>
                    <a:pt x="15" y="17"/>
                    <a:pt x="7" y="0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12" y="18"/>
                    <a:pt x="14" y="35"/>
                    <a:pt x="14" y="53"/>
                  </a:cubicBezTo>
                  <a:cubicBezTo>
                    <a:pt x="14" y="92"/>
                    <a:pt x="0" y="131"/>
                    <a:pt x="0" y="172"/>
                  </a:cubicBezTo>
                  <a:cubicBezTo>
                    <a:pt x="0" y="187"/>
                    <a:pt x="2" y="201"/>
                    <a:pt x="7" y="216"/>
                  </a:cubicBezTo>
                  <a:lnTo>
                    <a:pt x="11" y="215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60557" name="Freeform 444">
              <a:extLst>
                <a:ext uri="{FF2B5EF4-FFF2-40B4-BE49-F238E27FC236}">
                  <a16:creationId xmlns:a16="http://schemas.microsoft.com/office/drawing/2014/main" id="{A05B55ED-BCCE-45E7-8083-630C2F1EA78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5" y="1028"/>
              <a:ext cx="58" cy="498"/>
            </a:xfrm>
            <a:custGeom>
              <a:avLst/>
              <a:gdLst>
                <a:gd name="T0" fmla="*/ 32 w 29"/>
                <a:gd name="T1" fmla="*/ 2008 h 248"/>
                <a:gd name="T2" fmla="*/ 192 w 29"/>
                <a:gd name="T3" fmla="*/ 1116 h 248"/>
                <a:gd name="T4" fmla="*/ 232 w 29"/>
                <a:gd name="T5" fmla="*/ 737 h 248"/>
                <a:gd name="T6" fmla="*/ 136 w 29"/>
                <a:gd name="T7" fmla="*/ 24 h 248"/>
                <a:gd name="T8" fmla="*/ 128 w 29"/>
                <a:gd name="T9" fmla="*/ 16 h 248"/>
                <a:gd name="T10" fmla="*/ 120 w 29"/>
                <a:gd name="T11" fmla="*/ 8 h 248"/>
                <a:gd name="T12" fmla="*/ 88 w 29"/>
                <a:gd name="T13" fmla="*/ 0 h 248"/>
                <a:gd name="T14" fmla="*/ 48 w 29"/>
                <a:gd name="T15" fmla="*/ 24 h 248"/>
                <a:gd name="T16" fmla="*/ 24 w 29"/>
                <a:gd name="T17" fmla="*/ 56 h 248"/>
                <a:gd name="T18" fmla="*/ 48 w 29"/>
                <a:gd name="T19" fmla="*/ 72 h 248"/>
                <a:gd name="T20" fmla="*/ 72 w 29"/>
                <a:gd name="T21" fmla="*/ 40 h 248"/>
                <a:gd name="T22" fmla="*/ 88 w 29"/>
                <a:gd name="T23" fmla="*/ 32 h 248"/>
                <a:gd name="T24" fmla="*/ 112 w 29"/>
                <a:gd name="T25" fmla="*/ 40 h 248"/>
                <a:gd name="T26" fmla="*/ 120 w 29"/>
                <a:gd name="T27" fmla="*/ 24 h 248"/>
                <a:gd name="T28" fmla="*/ 104 w 29"/>
                <a:gd name="T29" fmla="*/ 32 h 248"/>
                <a:gd name="T30" fmla="*/ 200 w 29"/>
                <a:gd name="T31" fmla="*/ 737 h 248"/>
                <a:gd name="T32" fmla="*/ 160 w 29"/>
                <a:gd name="T33" fmla="*/ 1108 h 248"/>
                <a:gd name="T34" fmla="*/ 0 w 29"/>
                <a:gd name="T35" fmla="*/ 2008 h 248"/>
                <a:gd name="T36" fmla="*/ 32 w 29"/>
                <a:gd name="T37" fmla="*/ 2008 h 248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29" h="248">
                  <a:moveTo>
                    <a:pt x="4" y="248"/>
                  </a:moveTo>
                  <a:cubicBezTo>
                    <a:pt x="4" y="211"/>
                    <a:pt x="15" y="175"/>
                    <a:pt x="24" y="138"/>
                  </a:cubicBezTo>
                  <a:cubicBezTo>
                    <a:pt x="27" y="122"/>
                    <a:pt x="29" y="106"/>
                    <a:pt x="29" y="91"/>
                  </a:cubicBezTo>
                  <a:cubicBezTo>
                    <a:pt x="29" y="61"/>
                    <a:pt x="23" y="34"/>
                    <a:pt x="17" y="3"/>
                  </a:cubicBezTo>
                  <a:cubicBezTo>
                    <a:pt x="16" y="2"/>
                    <a:pt x="16" y="2"/>
                    <a:pt x="16" y="2"/>
                  </a:cubicBezTo>
                  <a:cubicBezTo>
                    <a:pt x="15" y="1"/>
                    <a:pt x="15" y="1"/>
                    <a:pt x="15" y="1"/>
                  </a:cubicBezTo>
                  <a:cubicBezTo>
                    <a:pt x="14" y="1"/>
                    <a:pt x="13" y="0"/>
                    <a:pt x="11" y="0"/>
                  </a:cubicBezTo>
                  <a:cubicBezTo>
                    <a:pt x="9" y="0"/>
                    <a:pt x="7" y="1"/>
                    <a:pt x="6" y="3"/>
                  </a:cubicBezTo>
                  <a:cubicBezTo>
                    <a:pt x="5" y="4"/>
                    <a:pt x="4" y="5"/>
                    <a:pt x="3" y="7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7" y="8"/>
                    <a:pt x="8" y="6"/>
                    <a:pt x="9" y="5"/>
                  </a:cubicBezTo>
                  <a:cubicBezTo>
                    <a:pt x="10" y="5"/>
                    <a:pt x="10" y="4"/>
                    <a:pt x="11" y="4"/>
                  </a:cubicBezTo>
                  <a:cubicBezTo>
                    <a:pt x="12" y="4"/>
                    <a:pt x="13" y="4"/>
                    <a:pt x="14" y="5"/>
                  </a:cubicBezTo>
                  <a:cubicBezTo>
                    <a:pt x="15" y="3"/>
                    <a:pt x="15" y="3"/>
                    <a:pt x="15" y="3"/>
                  </a:cubicBezTo>
                  <a:cubicBezTo>
                    <a:pt x="13" y="4"/>
                    <a:pt x="13" y="4"/>
                    <a:pt x="13" y="4"/>
                  </a:cubicBezTo>
                  <a:cubicBezTo>
                    <a:pt x="19" y="34"/>
                    <a:pt x="25" y="62"/>
                    <a:pt x="25" y="91"/>
                  </a:cubicBezTo>
                  <a:cubicBezTo>
                    <a:pt x="25" y="106"/>
                    <a:pt x="23" y="121"/>
                    <a:pt x="20" y="137"/>
                  </a:cubicBezTo>
                  <a:cubicBezTo>
                    <a:pt x="12" y="174"/>
                    <a:pt x="1" y="210"/>
                    <a:pt x="0" y="248"/>
                  </a:cubicBezTo>
                  <a:lnTo>
                    <a:pt x="4" y="248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60558" name="Freeform 445">
              <a:extLst>
                <a:ext uri="{FF2B5EF4-FFF2-40B4-BE49-F238E27FC236}">
                  <a16:creationId xmlns:a16="http://schemas.microsoft.com/office/drawing/2014/main" id="{FA3A3EDF-67D3-4B68-9070-8AC2C8D370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9" y="926"/>
              <a:ext cx="90" cy="486"/>
            </a:xfrm>
            <a:custGeom>
              <a:avLst/>
              <a:gdLst>
                <a:gd name="T0" fmla="*/ 360 w 45"/>
                <a:gd name="T1" fmla="*/ 1960 h 242"/>
                <a:gd name="T2" fmla="*/ 192 w 45"/>
                <a:gd name="T3" fmla="*/ 1157 h 242"/>
                <a:gd name="T4" fmla="*/ 32 w 45"/>
                <a:gd name="T5" fmla="*/ 355 h 242"/>
                <a:gd name="T6" fmla="*/ 88 w 45"/>
                <a:gd name="T7" fmla="*/ 8 h 242"/>
                <a:gd name="T8" fmla="*/ 56 w 45"/>
                <a:gd name="T9" fmla="*/ 0 h 242"/>
                <a:gd name="T10" fmla="*/ 0 w 45"/>
                <a:gd name="T11" fmla="*/ 355 h 242"/>
                <a:gd name="T12" fmla="*/ 160 w 45"/>
                <a:gd name="T13" fmla="*/ 1165 h 242"/>
                <a:gd name="T14" fmla="*/ 328 w 45"/>
                <a:gd name="T15" fmla="*/ 1960 h 242"/>
                <a:gd name="T16" fmla="*/ 360 w 45"/>
                <a:gd name="T17" fmla="*/ 1960 h 24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5" h="242">
                  <a:moveTo>
                    <a:pt x="45" y="242"/>
                  </a:moveTo>
                  <a:cubicBezTo>
                    <a:pt x="45" y="210"/>
                    <a:pt x="34" y="176"/>
                    <a:pt x="24" y="143"/>
                  </a:cubicBezTo>
                  <a:cubicBezTo>
                    <a:pt x="14" y="109"/>
                    <a:pt x="4" y="76"/>
                    <a:pt x="4" y="44"/>
                  </a:cubicBezTo>
                  <a:cubicBezTo>
                    <a:pt x="4" y="29"/>
                    <a:pt x="6" y="15"/>
                    <a:pt x="11" y="1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2" y="14"/>
                    <a:pt x="0" y="29"/>
                    <a:pt x="0" y="44"/>
                  </a:cubicBezTo>
                  <a:cubicBezTo>
                    <a:pt x="0" y="77"/>
                    <a:pt x="10" y="111"/>
                    <a:pt x="20" y="144"/>
                  </a:cubicBezTo>
                  <a:cubicBezTo>
                    <a:pt x="31" y="177"/>
                    <a:pt x="41" y="210"/>
                    <a:pt x="41" y="242"/>
                  </a:cubicBezTo>
                  <a:lnTo>
                    <a:pt x="45" y="242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60559" name="Freeform 446">
              <a:extLst>
                <a:ext uri="{FF2B5EF4-FFF2-40B4-BE49-F238E27FC236}">
                  <a16:creationId xmlns:a16="http://schemas.microsoft.com/office/drawing/2014/main" id="{925D1BD1-DEA3-4903-BF13-47596FB8410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2" y="1333"/>
              <a:ext cx="22" cy="209"/>
            </a:xfrm>
            <a:custGeom>
              <a:avLst/>
              <a:gdLst>
                <a:gd name="T0" fmla="*/ 88 w 11"/>
                <a:gd name="T1" fmla="*/ 828 h 104"/>
                <a:gd name="T2" fmla="*/ 40 w 11"/>
                <a:gd name="T3" fmla="*/ 635 h 104"/>
                <a:gd name="T4" fmla="*/ 48 w 11"/>
                <a:gd name="T5" fmla="*/ 561 h 104"/>
                <a:gd name="T6" fmla="*/ 56 w 11"/>
                <a:gd name="T7" fmla="*/ 356 h 104"/>
                <a:gd name="T8" fmla="*/ 32 w 11"/>
                <a:gd name="T9" fmla="*/ 0 h 104"/>
                <a:gd name="T10" fmla="*/ 0 w 11"/>
                <a:gd name="T11" fmla="*/ 0 h 104"/>
                <a:gd name="T12" fmla="*/ 24 w 11"/>
                <a:gd name="T13" fmla="*/ 356 h 104"/>
                <a:gd name="T14" fmla="*/ 16 w 11"/>
                <a:gd name="T15" fmla="*/ 561 h 104"/>
                <a:gd name="T16" fmla="*/ 8 w 11"/>
                <a:gd name="T17" fmla="*/ 635 h 104"/>
                <a:gd name="T18" fmla="*/ 56 w 11"/>
                <a:gd name="T19" fmla="*/ 844 h 104"/>
                <a:gd name="T20" fmla="*/ 88 w 11"/>
                <a:gd name="T21" fmla="*/ 828 h 10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1" h="104">
                  <a:moveTo>
                    <a:pt x="11" y="102"/>
                  </a:moveTo>
                  <a:cubicBezTo>
                    <a:pt x="7" y="95"/>
                    <a:pt x="5" y="86"/>
                    <a:pt x="5" y="78"/>
                  </a:cubicBezTo>
                  <a:cubicBezTo>
                    <a:pt x="5" y="75"/>
                    <a:pt x="6" y="72"/>
                    <a:pt x="6" y="69"/>
                  </a:cubicBezTo>
                  <a:cubicBezTo>
                    <a:pt x="7" y="61"/>
                    <a:pt x="7" y="52"/>
                    <a:pt x="7" y="44"/>
                  </a:cubicBezTo>
                  <a:cubicBezTo>
                    <a:pt x="7" y="30"/>
                    <a:pt x="6" y="16"/>
                    <a:pt x="4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" y="16"/>
                    <a:pt x="3" y="30"/>
                    <a:pt x="3" y="44"/>
                  </a:cubicBezTo>
                  <a:cubicBezTo>
                    <a:pt x="3" y="52"/>
                    <a:pt x="3" y="60"/>
                    <a:pt x="2" y="69"/>
                  </a:cubicBezTo>
                  <a:cubicBezTo>
                    <a:pt x="2" y="72"/>
                    <a:pt x="1" y="75"/>
                    <a:pt x="1" y="78"/>
                  </a:cubicBezTo>
                  <a:cubicBezTo>
                    <a:pt x="1" y="87"/>
                    <a:pt x="3" y="96"/>
                    <a:pt x="7" y="104"/>
                  </a:cubicBezTo>
                  <a:lnTo>
                    <a:pt x="11" y="102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60560" name="Freeform 447">
              <a:extLst>
                <a:ext uri="{FF2B5EF4-FFF2-40B4-BE49-F238E27FC236}">
                  <a16:creationId xmlns:a16="http://schemas.microsoft.com/office/drawing/2014/main" id="{A1D96E24-4D16-4FBE-A863-5F71C23AEC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4" y="1612"/>
              <a:ext cx="22" cy="157"/>
            </a:xfrm>
            <a:custGeom>
              <a:avLst/>
              <a:gdLst>
                <a:gd name="T0" fmla="*/ 56 w 11"/>
                <a:gd name="T1" fmla="*/ 0 h 78"/>
                <a:gd name="T2" fmla="*/ 0 w 11"/>
                <a:gd name="T3" fmla="*/ 604 h 78"/>
                <a:gd name="T4" fmla="*/ 0 w 11"/>
                <a:gd name="T5" fmla="*/ 636 h 78"/>
                <a:gd name="T6" fmla="*/ 32 w 11"/>
                <a:gd name="T7" fmla="*/ 636 h 78"/>
                <a:gd name="T8" fmla="*/ 32 w 11"/>
                <a:gd name="T9" fmla="*/ 604 h 78"/>
                <a:gd name="T10" fmla="*/ 88 w 11"/>
                <a:gd name="T11" fmla="*/ 0 h 78"/>
                <a:gd name="T12" fmla="*/ 56 w 11"/>
                <a:gd name="T13" fmla="*/ 0 h 7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" h="78">
                  <a:moveTo>
                    <a:pt x="7" y="0"/>
                  </a:moveTo>
                  <a:cubicBezTo>
                    <a:pt x="7" y="24"/>
                    <a:pt x="0" y="49"/>
                    <a:pt x="0" y="74"/>
                  </a:cubicBezTo>
                  <a:cubicBezTo>
                    <a:pt x="0" y="75"/>
                    <a:pt x="0" y="77"/>
                    <a:pt x="0" y="78"/>
                  </a:cubicBezTo>
                  <a:cubicBezTo>
                    <a:pt x="4" y="78"/>
                    <a:pt x="4" y="78"/>
                    <a:pt x="4" y="78"/>
                  </a:cubicBezTo>
                  <a:cubicBezTo>
                    <a:pt x="4" y="76"/>
                    <a:pt x="4" y="75"/>
                    <a:pt x="4" y="74"/>
                  </a:cubicBezTo>
                  <a:cubicBezTo>
                    <a:pt x="4" y="49"/>
                    <a:pt x="11" y="25"/>
                    <a:pt x="11" y="0"/>
                  </a:cubicBezTo>
                  <a:lnTo>
                    <a:pt x="7" y="0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60561" name="Freeform 448">
              <a:extLst>
                <a:ext uri="{FF2B5EF4-FFF2-40B4-BE49-F238E27FC236}">
                  <a16:creationId xmlns:a16="http://schemas.microsoft.com/office/drawing/2014/main" id="{FC2E8D16-32C5-4EF2-AF24-F8EC767194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5" y="1578"/>
              <a:ext cx="60" cy="155"/>
            </a:xfrm>
            <a:custGeom>
              <a:avLst/>
              <a:gdLst>
                <a:gd name="T0" fmla="*/ 208 w 30"/>
                <a:gd name="T1" fmla="*/ 0 h 77"/>
                <a:gd name="T2" fmla="*/ 208 w 30"/>
                <a:gd name="T3" fmla="*/ 16 h 77"/>
                <a:gd name="T4" fmla="*/ 104 w 30"/>
                <a:gd name="T5" fmla="*/ 300 h 77"/>
                <a:gd name="T6" fmla="*/ 0 w 30"/>
                <a:gd name="T7" fmla="*/ 604 h 77"/>
                <a:gd name="T8" fmla="*/ 0 w 30"/>
                <a:gd name="T9" fmla="*/ 628 h 77"/>
                <a:gd name="T10" fmla="*/ 32 w 30"/>
                <a:gd name="T11" fmla="*/ 628 h 77"/>
                <a:gd name="T12" fmla="*/ 32 w 30"/>
                <a:gd name="T13" fmla="*/ 604 h 77"/>
                <a:gd name="T14" fmla="*/ 136 w 30"/>
                <a:gd name="T15" fmla="*/ 320 h 77"/>
                <a:gd name="T16" fmla="*/ 240 w 30"/>
                <a:gd name="T17" fmla="*/ 16 h 77"/>
                <a:gd name="T18" fmla="*/ 240 w 30"/>
                <a:gd name="T19" fmla="*/ 0 h 77"/>
                <a:gd name="T20" fmla="*/ 208 w 30"/>
                <a:gd name="T21" fmla="*/ 0 h 7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0" h="77">
                  <a:moveTo>
                    <a:pt x="26" y="0"/>
                  </a:moveTo>
                  <a:cubicBezTo>
                    <a:pt x="26" y="1"/>
                    <a:pt x="26" y="2"/>
                    <a:pt x="26" y="2"/>
                  </a:cubicBezTo>
                  <a:cubicBezTo>
                    <a:pt x="26" y="12"/>
                    <a:pt x="20" y="25"/>
                    <a:pt x="13" y="37"/>
                  </a:cubicBezTo>
                  <a:cubicBezTo>
                    <a:pt x="7" y="50"/>
                    <a:pt x="0" y="63"/>
                    <a:pt x="0" y="74"/>
                  </a:cubicBezTo>
                  <a:cubicBezTo>
                    <a:pt x="0" y="75"/>
                    <a:pt x="0" y="76"/>
                    <a:pt x="0" y="77"/>
                  </a:cubicBezTo>
                  <a:cubicBezTo>
                    <a:pt x="4" y="77"/>
                    <a:pt x="4" y="77"/>
                    <a:pt x="4" y="77"/>
                  </a:cubicBezTo>
                  <a:cubicBezTo>
                    <a:pt x="4" y="76"/>
                    <a:pt x="4" y="75"/>
                    <a:pt x="4" y="74"/>
                  </a:cubicBezTo>
                  <a:cubicBezTo>
                    <a:pt x="4" y="64"/>
                    <a:pt x="10" y="52"/>
                    <a:pt x="17" y="39"/>
                  </a:cubicBezTo>
                  <a:cubicBezTo>
                    <a:pt x="24" y="27"/>
                    <a:pt x="30" y="14"/>
                    <a:pt x="30" y="2"/>
                  </a:cubicBezTo>
                  <a:cubicBezTo>
                    <a:pt x="30" y="2"/>
                    <a:pt x="30" y="1"/>
                    <a:pt x="30" y="0"/>
                  </a:cubicBezTo>
                  <a:lnTo>
                    <a:pt x="26" y="0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60562" name="Freeform 449">
              <a:extLst>
                <a:ext uri="{FF2B5EF4-FFF2-40B4-BE49-F238E27FC236}">
                  <a16:creationId xmlns:a16="http://schemas.microsoft.com/office/drawing/2014/main" id="{1E7E35F1-5A4F-481B-9643-72CA0339815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9" y="1594"/>
              <a:ext cx="82" cy="1224"/>
            </a:xfrm>
            <a:custGeom>
              <a:avLst/>
              <a:gdLst>
                <a:gd name="T0" fmla="*/ 280 w 41"/>
                <a:gd name="T1" fmla="*/ 0 h 610"/>
                <a:gd name="T2" fmla="*/ 280 w 41"/>
                <a:gd name="T3" fmla="*/ 32 h 610"/>
                <a:gd name="T4" fmla="*/ 296 w 41"/>
                <a:gd name="T5" fmla="*/ 217 h 610"/>
                <a:gd name="T6" fmla="*/ 296 w 41"/>
                <a:gd name="T7" fmla="*/ 257 h 610"/>
                <a:gd name="T8" fmla="*/ 232 w 41"/>
                <a:gd name="T9" fmla="*/ 817 h 610"/>
                <a:gd name="T10" fmla="*/ 0 w 41"/>
                <a:gd name="T11" fmla="*/ 2159 h 610"/>
                <a:gd name="T12" fmla="*/ 8 w 41"/>
                <a:gd name="T13" fmla="*/ 2231 h 610"/>
                <a:gd name="T14" fmla="*/ 192 w 41"/>
                <a:gd name="T15" fmla="*/ 3740 h 610"/>
                <a:gd name="T16" fmla="*/ 232 w 41"/>
                <a:gd name="T17" fmla="*/ 4469 h 610"/>
                <a:gd name="T18" fmla="*/ 176 w 41"/>
                <a:gd name="T19" fmla="*/ 4920 h 610"/>
                <a:gd name="T20" fmla="*/ 208 w 41"/>
                <a:gd name="T21" fmla="*/ 4928 h 610"/>
                <a:gd name="T22" fmla="*/ 264 w 41"/>
                <a:gd name="T23" fmla="*/ 4469 h 610"/>
                <a:gd name="T24" fmla="*/ 224 w 41"/>
                <a:gd name="T25" fmla="*/ 3732 h 610"/>
                <a:gd name="T26" fmla="*/ 40 w 41"/>
                <a:gd name="T27" fmla="*/ 2231 h 610"/>
                <a:gd name="T28" fmla="*/ 32 w 41"/>
                <a:gd name="T29" fmla="*/ 2159 h 610"/>
                <a:gd name="T30" fmla="*/ 264 w 41"/>
                <a:gd name="T31" fmla="*/ 825 h 610"/>
                <a:gd name="T32" fmla="*/ 328 w 41"/>
                <a:gd name="T33" fmla="*/ 257 h 610"/>
                <a:gd name="T34" fmla="*/ 328 w 41"/>
                <a:gd name="T35" fmla="*/ 217 h 610"/>
                <a:gd name="T36" fmla="*/ 312 w 41"/>
                <a:gd name="T37" fmla="*/ 32 h 610"/>
                <a:gd name="T38" fmla="*/ 312 w 41"/>
                <a:gd name="T39" fmla="*/ 0 h 610"/>
                <a:gd name="T40" fmla="*/ 280 w 41"/>
                <a:gd name="T41" fmla="*/ 0 h 610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41" h="610">
                  <a:moveTo>
                    <a:pt x="35" y="0"/>
                  </a:moveTo>
                  <a:cubicBezTo>
                    <a:pt x="35" y="1"/>
                    <a:pt x="35" y="2"/>
                    <a:pt x="35" y="4"/>
                  </a:cubicBezTo>
                  <a:cubicBezTo>
                    <a:pt x="35" y="12"/>
                    <a:pt x="36" y="19"/>
                    <a:pt x="37" y="27"/>
                  </a:cubicBezTo>
                  <a:cubicBezTo>
                    <a:pt x="37" y="29"/>
                    <a:pt x="37" y="30"/>
                    <a:pt x="37" y="32"/>
                  </a:cubicBezTo>
                  <a:cubicBezTo>
                    <a:pt x="37" y="54"/>
                    <a:pt x="31" y="78"/>
                    <a:pt x="29" y="101"/>
                  </a:cubicBezTo>
                  <a:cubicBezTo>
                    <a:pt x="25" y="157"/>
                    <a:pt x="0" y="211"/>
                    <a:pt x="0" y="267"/>
                  </a:cubicBezTo>
                  <a:cubicBezTo>
                    <a:pt x="0" y="270"/>
                    <a:pt x="0" y="273"/>
                    <a:pt x="1" y="276"/>
                  </a:cubicBezTo>
                  <a:cubicBezTo>
                    <a:pt x="4" y="339"/>
                    <a:pt x="21" y="400"/>
                    <a:pt x="24" y="463"/>
                  </a:cubicBezTo>
                  <a:cubicBezTo>
                    <a:pt x="25" y="491"/>
                    <a:pt x="29" y="523"/>
                    <a:pt x="29" y="553"/>
                  </a:cubicBezTo>
                  <a:cubicBezTo>
                    <a:pt x="29" y="572"/>
                    <a:pt x="27" y="591"/>
                    <a:pt x="22" y="609"/>
                  </a:cubicBezTo>
                  <a:cubicBezTo>
                    <a:pt x="26" y="610"/>
                    <a:pt x="26" y="610"/>
                    <a:pt x="26" y="610"/>
                  </a:cubicBezTo>
                  <a:cubicBezTo>
                    <a:pt x="31" y="592"/>
                    <a:pt x="33" y="573"/>
                    <a:pt x="33" y="553"/>
                  </a:cubicBezTo>
                  <a:cubicBezTo>
                    <a:pt x="33" y="522"/>
                    <a:pt x="29" y="491"/>
                    <a:pt x="28" y="462"/>
                  </a:cubicBezTo>
                  <a:cubicBezTo>
                    <a:pt x="25" y="399"/>
                    <a:pt x="7" y="338"/>
                    <a:pt x="5" y="276"/>
                  </a:cubicBezTo>
                  <a:cubicBezTo>
                    <a:pt x="4" y="273"/>
                    <a:pt x="4" y="270"/>
                    <a:pt x="4" y="267"/>
                  </a:cubicBezTo>
                  <a:cubicBezTo>
                    <a:pt x="4" y="212"/>
                    <a:pt x="28" y="158"/>
                    <a:pt x="33" y="102"/>
                  </a:cubicBezTo>
                  <a:cubicBezTo>
                    <a:pt x="35" y="79"/>
                    <a:pt x="41" y="55"/>
                    <a:pt x="41" y="32"/>
                  </a:cubicBezTo>
                  <a:cubicBezTo>
                    <a:pt x="41" y="30"/>
                    <a:pt x="41" y="29"/>
                    <a:pt x="41" y="27"/>
                  </a:cubicBezTo>
                  <a:cubicBezTo>
                    <a:pt x="40" y="19"/>
                    <a:pt x="39" y="11"/>
                    <a:pt x="39" y="4"/>
                  </a:cubicBezTo>
                  <a:cubicBezTo>
                    <a:pt x="39" y="2"/>
                    <a:pt x="39" y="1"/>
                    <a:pt x="39" y="0"/>
                  </a:cubicBezTo>
                  <a:lnTo>
                    <a:pt x="35" y="0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60563" name="Freeform 450">
              <a:extLst>
                <a:ext uri="{FF2B5EF4-FFF2-40B4-BE49-F238E27FC236}">
                  <a16:creationId xmlns:a16="http://schemas.microsoft.com/office/drawing/2014/main" id="{6AD8A2DC-AC52-4DCE-A3D0-465B30DE750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0" y="2280"/>
              <a:ext cx="281" cy="1096"/>
            </a:xfrm>
            <a:custGeom>
              <a:avLst/>
              <a:gdLst>
                <a:gd name="T0" fmla="*/ 1108 w 140"/>
                <a:gd name="T1" fmla="*/ 0 h 546"/>
                <a:gd name="T2" fmla="*/ 249 w 140"/>
                <a:gd name="T3" fmla="*/ 2192 h 546"/>
                <a:gd name="T4" fmla="*/ 0 w 140"/>
                <a:gd name="T5" fmla="*/ 4416 h 546"/>
                <a:gd name="T6" fmla="*/ 32 w 140"/>
                <a:gd name="T7" fmla="*/ 4416 h 546"/>
                <a:gd name="T8" fmla="*/ 273 w 140"/>
                <a:gd name="T9" fmla="*/ 2200 h 546"/>
                <a:gd name="T10" fmla="*/ 1132 w 140"/>
                <a:gd name="T11" fmla="*/ 8 h 546"/>
                <a:gd name="T12" fmla="*/ 1108 w 140"/>
                <a:gd name="T13" fmla="*/ 0 h 54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0" h="546">
                  <a:moveTo>
                    <a:pt x="137" y="0"/>
                  </a:moveTo>
                  <a:cubicBezTo>
                    <a:pt x="107" y="91"/>
                    <a:pt x="59" y="178"/>
                    <a:pt x="31" y="271"/>
                  </a:cubicBezTo>
                  <a:cubicBezTo>
                    <a:pt x="3" y="360"/>
                    <a:pt x="0" y="454"/>
                    <a:pt x="0" y="546"/>
                  </a:cubicBezTo>
                  <a:cubicBezTo>
                    <a:pt x="4" y="546"/>
                    <a:pt x="4" y="546"/>
                    <a:pt x="4" y="546"/>
                  </a:cubicBezTo>
                  <a:cubicBezTo>
                    <a:pt x="4" y="454"/>
                    <a:pt x="7" y="360"/>
                    <a:pt x="34" y="272"/>
                  </a:cubicBezTo>
                  <a:cubicBezTo>
                    <a:pt x="63" y="180"/>
                    <a:pt x="111" y="92"/>
                    <a:pt x="140" y="1"/>
                  </a:cubicBezTo>
                  <a:lnTo>
                    <a:pt x="137" y="0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60564" name="Freeform 451">
              <a:extLst>
                <a:ext uri="{FF2B5EF4-FFF2-40B4-BE49-F238E27FC236}">
                  <a16:creationId xmlns:a16="http://schemas.microsoft.com/office/drawing/2014/main" id="{804FA2DE-C577-4198-8252-7F18A067889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9" y="1606"/>
              <a:ext cx="134" cy="1192"/>
            </a:xfrm>
            <a:custGeom>
              <a:avLst/>
              <a:gdLst>
                <a:gd name="T0" fmla="*/ 128 w 67"/>
                <a:gd name="T1" fmla="*/ 0 h 594"/>
                <a:gd name="T2" fmla="*/ 128 w 67"/>
                <a:gd name="T3" fmla="*/ 32 h 594"/>
                <a:gd name="T4" fmla="*/ 136 w 67"/>
                <a:gd name="T5" fmla="*/ 88 h 594"/>
                <a:gd name="T6" fmla="*/ 152 w 67"/>
                <a:gd name="T7" fmla="*/ 144 h 594"/>
                <a:gd name="T8" fmla="*/ 176 w 67"/>
                <a:gd name="T9" fmla="*/ 540 h 594"/>
                <a:gd name="T10" fmla="*/ 176 w 67"/>
                <a:gd name="T11" fmla="*/ 640 h 594"/>
                <a:gd name="T12" fmla="*/ 64 w 67"/>
                <a:gd name="T13" fmla="*/ 1981 h 594"/>
                <a:gd name="T14" fmla="*/ 0 w 67"/>
                <a:gd name="T15" fmla="*/ 2811 h 594"/>
                <a:gd name="T16" fmla="*/ 56 w 67"/>
                <a:gd name="T17" fmla="*/ 3395 h 594"/>
                <a:gd name="T18" fmla="*/ 504 w 67"/>
                <a:gd name="T19" fmla="*/ 4800 h 594"/>
                <a:gd name="T20" fmla="*/ 536 w 67"/>
                <a:gd name="T21" fmla="*/ 4792 h 594"/>
                <a:gd name="T22" fmla="*/ 88 w 67"/>
                <a:gd name="T23" fmla="*/ 3387 h 594"/>
                <a:gd name="T24" fmla="*/ 32 w 67"/>
                <a:gd name="T25" fmla="*/ 2811 h 594"/>
                <a:gd name="T26" fmla="*/ 96 w 67"/>
                <a:gd name="T27" fmla="*/ 1981 h 594"/>
                <a:gd name="T28" fmla="*/ 208 w 67"/>
                <a:gd name="T29" fmla="*/ 640 h 594"/>
                <a:gd name="T30" fmla="*/ 208 w 67"/>
                <a:gd name="T31" fmla="*/ 540 h 594"/>
                <a:gd name="T32" fmla="*/ 184 w 67"/>
                <a:gd name="T33" fmla="*/ 136 h 594"/>
                <a:gd name="T34" fmla="*/ 168 w 67"/>
                <a:gd name="T35" fmla="*/ 72 h 594"/>
                <a:gd name="T36" fmla="*/ 160 w 67"/>
                <a:gd name="T37" fmla="*/ 32 h 594"/>
                <a:gd name="T38" fmla="*/ 160 w 67"/>
                <a:gd name="T39" fmla="*/ 8 h 594"/>
                <a:gd name="T40" fmla="*/ 128 w 67"/>
                <a:gd name="T41" fmla="*/ 0 h 594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67" h="594">
                  <a:moveTo>
                    <a:pt x="16" y="0"/>
                  </a:moveTo>
                  <a:cubicBezTo>
                    <a:pt x="16" y="1"/>
                    <a:pt x="16" y="2"/>
                    <a:pt x="16" y="4"/>
                  </a:cubicBezTo>
                  <a:cubicBezTo>
                    <a:pt x="16" y="6"/>
                    <a:pt x="16" y="8"/>
                    <a:pt x="17" y="11"/>
                  </a:cubicBezTo>
                  <a:cubicBezTo>
                    <a:pt x="18" y="13"/>
                    <a:pt x="18" y="15"/>
                    <a:pt x="19" y="18"/>
                  </a:cubicBezTo>
                  <a:cubicBezTo>
                    <a:pt x="22" y="34"/>
                    <a:pt x="22" y="50"/>
                    <a:pt x="22" y="67"/>
                  </a:cubicBezTo>
                  <a:cubicBezTo>
                    <a:pt x="22" y="71"/>
                    <a:pt x="22" y="75"/>
                    <a:pt x="22" y="79"/>
                  </a:cubicBezTo>
                  <a:cubicBezTo>
                    <a:pt x="22" y="135"/>
                    <a:pt x="15" y="189"/>
                    <a:pt x="8" y="245"/>
                  </a:cubicBezTo>
                  <a:cubicBezTo>
                    <a:pt x="3" y="277"/>
                    <a:pt x="0" y="313"/>
                    <a:pt x="0" y="348"/>
                  </a:cubicBezTo>
                  <a:cubicBezTo>
                    <a:pt x="0" y="373"/>
                    <a:pt x="2" y="397"/>
                    <a:pt x="7" y="420"/>
                  </a:cubicBezTo>
                  <a:cubicBezTo>
                    <a:pt x="20" y="479"/>
                    <a:pt x="41" y="539"/>
                    <a:pt x="63" y="594"/>
                  </a:cubicBezTo>
                  <a:cubicBezTo>
                    <a:pt x="67" y="593"/>
                    <a:pt x="67" y="593"/>
                    <a:pt x="67" y="593"/>
                  </a:cubicBezTo>
                  <a:cubicBezTo>
                    <a:pt x="45" y="538"/>
                    <a:pt x="24" y="477"/>
                    <a:pt x="11" y="419"/>
                  </a:cubicBezTo>
                  <a:cubicBezTo>
                    <a:pt x="6" y="397"/>
                    <a:pt x="4" y="372"/>
                    <a:pt x="4" y="348"/>
                  </a:cubicBezTo>
                  <a:cubicBezTo>
                    <a:pt x="4" y="313"/>
                    <a:pt x="7" y="277"/>
                    <a:pt x="12" y="245"/>
                  </a:cubicBezTo>
                  <a:cubicBezTo>
                    <a:pt x="19" y="190"/>
                    <a:pt x="26" y="135"/>
                    <a:pt x="26" y="79"/>
                  </a:cubicBezTo>
                  <a:cubicBezTo>
                    <a:pt x="26" y="75"/>
                    <a:pt x="26" y="71"/>
                    <a:pt x="26" y="67"/>
                  </a:cubicBezTo>
                  <a:cubicBezTo>
                    <a:pt x="26" y="50"/>
                    <a:pt x="26" y="33"/>
                    <a:pt x="23" y="17"/>
                  </a:cubicBezTo>
                  <a:cubicBezTo>
                    <a:pt x="22" y="14"/>
                    <a:pt x="21" y="12"/>
                    <a:pt x="21" y="9"/>
                  </a:cubicBezTo>
                  <a:cubicBezTo>
                    <a:pt x="20" y="7"/>
                    <a:pt x="20" y="6"/>
                    <a:pt x="20" y="4"/>
                  </a:cubicBezTo>
                  <a:cubicBezTo>
                    <a:pt x="20" y="3"/>
                    <a:pt x="20" y="2"/>
                    <a:pt x="20" y="1"/>
                  </a:cubicBezTo>
                  <a:lnTo>
                    <a:pt x="16" y="0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60565" name="Freeform 452">
              <a:extLst>
                <a:ext uri="{FF2B5EF4-FFF2-40B4-BE49-F238E27FC236}">
                  <a16:creationId xmlns:a16="http://schemas.microsoft.com/office/drawing/2014/main" id="{CDE92BA2-424D-4E8E-8A6D-C0E283E8CFE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0" y="2505"/>
              <a:ext cx="107" cy="709"/>
            </a:xfrm>
            <a:custGeom>
              <a:avLst/>
              <a:gdLst>
                <a:gd name="T0" fmla="*/ 404 w 53"/>
                <a:gd name="T1" fmla="*/ 0 h 353"/>
                <a:gd name="T2" fmla="*/ 297 w 53"/>
                <a:gd name="T3" fmla="*/ 811 h 353"/>
                <a:gd name="T4" fmla="*/ 0 w 53"/>
                <a:gd name="T5" fmla="*/ 2860 h 353"/>
                <a:gd name="T6" fmla="*/ 32 w 53"/>
                <a:gd name="T7" fmla="*/ 2860 h 353"/>
                <a:gd name="T8" fmla="*/ 331 w 53"/>
                <a:gd name="T9" fmla="*/ 819 h 353"/>
                <a:gd name="T10" fmla="*/ 436 w 53"/>
                <a:gd name="T11" fmla="*/ 0 h 353"/>
                <a:gd name="T12" fmla="*/ 404 w 53"/>
                <a:gd name="T13" fmla="*/ 0 h 35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3" h="353">
                  <a:moveTo>
                    <a:pt x="49" y="0"/>
                  </a:moveTo>
                  <a:cubicBezTo>
                    <a:pt x="48" y="34"/>
                    <a:pt x="43" y="67"/>
                    <a:pt x="36" y="100"/>
                  </a:cubicBezTo>
                  <a:cubicBezTo>
                    <a:pt x="17" y="182"/>
                    <a:pt x="1" y="269"/>
                    <a:pt x="0" y="353"/>
                  </a:cubicBezTo>
                  <a:cubicBezTo>
                    <a:pt x="4" y="353"/>
                    <a:pt x="4" y="353"/>
                    <a:pt x="4" y="353"/>
                  </a:cubicBezTo>
                  <a:cubicBezTo>
                    <a:pt x="5" y="269"/>
                    <a:pt x="21" y="183"/>
                    <a:pt x="40" y="101"/>
                  </a:cubicBezTo>
                  <a:cubicBezTo>
                    <a:pt x="47" y="67"/>
                    <a:pt x="52" y="35"/>
                    <a:pt x="53" y="0"/>
                  </a:cubicBezTo>
                  <a:lnTo>
                    <a:pt x="49" y="0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60566" name="Freeform 453">
              <a:extLst>
                <a:ext uri="{FF2B5EF4-FFF2-40B4-BE49-F238E27FC236}">
                  <a16:creationId xmlns:a16="http://schemas.microsoft.com/office/drawing/2014/main" id="{022FFCB0-2F17-46D6-8612-49D5F85C748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1" y="1596"/>
              <a:ext cx="28" cy="472"/>
            </a:xfrm>
            <a:custGeom>
              <a:avLst/>
              <a:gdLst>
                <a:gd name="T0" fmla="*/ 24 w 14"/>
                <a:gd name="T1" fmla="*/ 0 h 235"/>
                <a:gd name="T2" fmla="*/ 0 w 14"/>
                <a:gd name="T3" fmla="*/ 137 h 235"/>
                <a:gd name="T4" fmla="*/ 40 w 14"/>
                <a:gd name="T5" fmla="*/ 412 h 235"/>
                <a:gd name="T6" fmla="*/ 80 w 14"/>
                <a:gd name="T7" fmla="*/ 681 h 235"/>
                <a:gd name="T8" fmla="*/ 80 w 14"/>
                <a:gd name="T9" fmla="*/ 689 h 235"/>
                <a:gd name="T10" fmla="*/ 16 w 14"/>
                <a:gd name="T11" fmla="*/ 1589 h 235"/>
                <a:gd name="T12" fmla="*/ 48 w 14"/>
                <a:gd name="T13" fmla="*/ 1904 h 235"/>
                <a:gd name="T14" fmla="*/ 80 w 14"/>
                <a:gd name="T15" fmla="*/ 1896 h 235"/>
                <a:gd name="T16" fmla="*/ 48 w 14"/>
                <a:gd name="T17" fmla="*/ 1589 h 235"/>
                <a:gd name="T18" fmla="*/ 112 w 14"/>
                <a:gd name="T19" fmla="*/ 689 h 235"/>
                <a:gd name="T20" fmla="*/ 112 w 14"/>
                <a:gd name="T21" fmla="*/ 681 h 235"/>
                <a:gd name="T22" fmla="*/ 72 w 14"/>
                <a:gd name="T23" fmla="*/ 404 h 235"/>
                <a:gd name="T24" fmla="*/ 32 w 14"/>
                <a:gd name="T25" fmla="*/ 137 h 235"/>
                <a:gd name="T26" fmla="*/ 48 w 14"/>
                <a:gd name="T27" fmla="*/ 8 h 235"/>
                <a:gd name="T28" fmla="*/ 24 w 14"/>
                <a:gd name="T29" fmla="*/ 0 h 235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4" h="235">
                  <a:moveTo>
                    <a:pt x="3" y="0"/>
                  </a:moveTo>
                  <a:cubicBezTo>
                    <a:pt x="1" y="6"/>
                    <a:pt x="0" y="11"/>
                    <a:pt x="0" y="17"/>
                  </a:cubicBezTo>
                  <a:cubicBezTo>
                    <a:pt x="0" y="29"/>
                    <a:pt x="2" y="40"/>
                    <a:pt x="5" y="51"/>
                  </a:cubicBezTo>
                  <a:cubicBezTo>
                    <a:pt x="8" y="63"/>
                    <a:pt x="10" y="74"/>
                    <a:pt x="10" y="84"/>
                  </a:cubicBezTo>
                  <a:cubicBezTo>
                    <a:pt x="10" y="84"/>
                    <a:pt x="10" y="84"/>
                    <a:pt x="10" y="85"/>
                  </a:cubicBezTo>
                  <a:cubicBezTo>
                    <a:pt x="10" y="122"/>
                    <a:pt x="2" y="158"/>
                    <a:pt x="2" y="196"/>
                  </a:cubicBezTo>
                  <a:cubicBezTo>
                    <a:pt x="2" y="209"/>
                    <a:pt x="3" y="222"/>
                    <a:pt x="6" y="235"/>
                  </a:cubicBezTo>
                  <a:cubicBezTo>
                    <a:pt x="10" y="234"/>
                    <a:pt x="10" y="234"/>
                    <a:pt x="10" y="234"/>
                  </a:cubicBezTo>
                  <a:cubicBezTo>
                    <a:pt x="7" y="221"/>
                    <a:pt x="6" y="209"/>
                    <a:pt x="6" y="196"/>
                  </a:cubicBezTo>
                  <a:cubicBezTo>
                    <a:pt x="6" y="159"/>
                    <a:pt x="14" y="122"/>
                    <a:pt x="14" y="85"/>
                  </a:cubicBezTo>
                  <a:cubicBezTo>
                    <a:pt x="14" y="84"/>
                    <a:pt x="14" y="84"/>
                    <a:pt x="14" y="84"/>
                  </a:cubicBezTo>
                  <a:cubicBezTo>
                    <a:pt x="14" y="73"/>
                    <a:pt x="12" y="62"/>
                    <a:pt x="9" y="50"/>
                  </a:cubicBezTo>
                  <a:cubicBezTo>
                    <a:pt x="6" y="39"/>
                    <a:pt x="4" y="28"/>
                    <a:pt x="4" y="17"/>
                  </a:cubicBezTo>
                  <a:cubicBezTo>
                    <a:pt x="4" y="12"/>
                    <a:pt x="5" y="6"/>
                    <a:pt x="6" y="1"/>
                  </a:cubicBezTo>
                  <a:lnTo>
                    <a:pt x="3" y="0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60567" name="Freeform 454">
              <a:extLst>
                <a:ext uri="{FF2B5EF4-FFF2-40B4-BE49-F238E27FC236}">
                  <a16:creationId xmlns:a16="http://schemas.microsoft.com/office/drawing/2014/main" id="{432BFAFE-900C-4199-8E91-672B5FE1BB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3" y="1666"/>
              <a:ext cx="70" cy="141"/>
            </a:xfrm>
            <a:custGeom>
              <a:avLst/>
              <a:gdLst>
                <a:gd name="T0" fmla="*/ 0 w 35"/>
                <a:gd name="T1" fmla="*/ 24 h 70"/>
                <a:gd name="T2" fmla="*/ 248 w 35"/>
                <a:gd name="T3" fmla="*/ 572 h 70"/>
                <a:gd name="T4" fmla="*/ 280 w 35"/>
                <a:gd name="T5" fmla="*/ 572 h 70"/>
                <a:gd name="T6" fmla="*/ 32 w 35"/>
                <a:gd name="T7" fmla="*/ 0 h 70"/>
                <a:gd name="T8" fmla="*/ 0 w 35"/>
                <a:gd name="T9" fmla="*/ 24 h 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70">
                  <a:moveTo>
                    <a:pt x="0" y="3"/>
                  </a:moveTo>
                  <a:cubicBezTo>
                    <a:pt x="14" y="20"/>
                    <a:pt x="27" y="47"/>
                    <a:pt x="31" y="70"/>
                  </a:cubicBezTo>
                  <a:cubicBezTo>
                    <a:pt x="35" y="70"/>
                    <a:pt x="35" y="70"/>
                    <a:pt x="35" y="70"/>
                  </a:cubicBezTo>
                  <a:cubicBezTo>
                    <a:pt x="31" y="46"/>
                    <a:pt x="18" y="18"/>
                    <a:pt x="4" y="0"/>
                  </a:cubicBezTo>
                  <a:lnTo>
                    <a:pt x="0" y="3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60568" name="Freeform 455">
              <a:extLst>
                <a:ext uri="{FF2B5EF4-FFF2-40B4-BE49-F238E27FC236}">
                  <a16:creationId xmlns:a16="http://schemas.microsoft.com/office/drawing/2014/main" id="{A1E8DF65-242A-4AF2-8F58-A37DCC6DF78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2" y="2479"/>
              <a:ext cx="173" cy="1022"/>
            </a:xfrm>
            <a:custGeom>
              <a:avLst/>
              <a:gdLst>
                <a:gd name="T0" fmla="*/ 0 w 86"/>
                <a:gd name="T1" fmla="*/ 8 h 509"/>
                <a:gd name="T2" fmla="*/ 384 w 86"/>
                <a:gd name="T3" fmla="*/ 1847 h 509"/>
                <a:gd name="T4" fmla="*/ 668 w 86"/>
                <a:gd name="T5" fmla="*/ 4096 h 509"/>
                <a:gd name="T6" fmla="*/ 668 w 86"/>
                <a:gd name="T7" fmla="*/ 4120 h 509"/>
                <a:gd name="T8" fmla="*/ 700 w 86"/>
                <a:gd name="T9" fmla="*/ 4120 h 509"/>
                <a:gd name="T10" fmla="*/ 700 w 86"/>
                <a:gd name="T11" fmla="*/ 4096 h 509"/>
                <a:gd name="T12" fmla="*/ 416 w 86"/>
                <a:gd name="T13" fmla="*/ 1839 h 509"/>
                <a:gd name="T14" fmla="*/ 24 w 86"/>
                <a:gd name="T15" fmla="*/ 0 h 509"/>
                <a:gd name="T16" fmla="*/ 0 w 86"/>
                <a:gd name="T17" fmla="*/ 8 h 50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6" h="509">
                  <a:moveTo>
                    <a:pt x="0" y="1"/>
                  </a:moveTo>
                  <a:cubicBezTo>
                    <a:pt x="29" y="71"/>
                    <a:pt x="29" y="154"/>
                    <a:pt x="47" y="228"/>
                  </a:cubicBezTo>
                  <a:cubicBezTo>
                    <a:pt x="68" y="322"/>
                    <a:pt x="82" y="410"/>
                    <a:pt x="82" y="506"/>
                  </a:cubicBezTo>
                  <a:cubicBezTo>
                    <a:pt x="82" y="507"/>
                    <a:pt x="82" y="508"/>
                    <a:pt x="82" y="509"/>
                  </a:cubicBezTo>
                  <a:cubicBezTo>
                    <a:pt x="86" y="509"/>
                    <a:pt x="86" y="509"/>
                    <a:pt x="86" y="509"/>
                  </a:cubicBezTo>
                  <a:cubicBezTo>
                    <a:pt x="86" y="508"/>
                    <a:pt x="86" y="507"/>
                    <a:pt x="86" y="506"/>
                  </a:cubicBezTo>
                  <a:cubicBezTo>
                    <a:pt x="86" y="410"/>
                    <a:pt x="72" y="321"/>
                    <a:pt x="51" y="227"/>
                  </a:cubicBezTo>
                  <a:cubicBezTo>
                    <a:pt x="33" y="154"/>
                    <a:pt x="33" y="70"/>
                    <a:pt x="3" y="0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</p:grpSp>
      <p:grpSp>
        <p:nvGrpSpPr>
          <p:cNvPr id="60424" name="Group 456">
            <a:extLst>
              <a:ext uri="{FF2B5EF4-FFF2-40B4-BE49-F238E27FC236}">
                <a16:creationId xmlns:a16="http://schemas.microsoft.com/office/drawing/2014/main" id="{0466A16E-A593-4ABA-BA70-7A193C96C41C}"/>
              </a:ext>
            </a:extLst>
          </p:cNvPr>
          <p:cNvGrpSpPr>
            <a:grpSpLocks/>
          </p:cNvGrpSpPr>
          <p:nvPr/>
        </p:nvGrpSpPr>
        <p:grpSpPr bwMode="auto">
          <a:xfrm>
            <a:off x="10930954" y="1595916"/>
            <a:ext cx="165629" cy="272598"/>
            <a:chOff x="1826" y="1852"/>
            <a:chExt cx="320" cy="528"/>
          </a:xfrm>
        </p:grpSpPr>
        <p:sp>
          <p:nvSpPr>
            <p:cNvPr id="60535" name="Freeform 457">
              <a:extLst>
                <a:ext uri="{FF2B5EF4-FFF2-40B4-BE49-F238E27FC236}">
                  <a16:creationId xmlns:a16="http://schemas.microsoft.com/office/drawing/2014/main" id="{7AA35F92-040F-4181-8A1F-AC8D1A04138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6" y="1852"/>
              <a:ext cx="320" cy="528"/>
            </a:xfrm>
            <a:custGeom>
              <a:avLst/>
              <a:gdLst>
                <a:gd name="T0" fmla="*/ 33 w 128"/>
                <a:gd name="T1" fmla="*/ 300 h 211"/>
                <a:gd name="T2" fmla="*/ 1550 w 128"/>
                <a:gd name="T3" fmla="*/ 250 h 211"/>
                <a:gd name="T4" fmla="*/ 1833 w 128"/>
                <a:gd name="T5" fmla="*/ 958 h 211"/>
                <a:gd name="T6" fmla="*/ 1908 w 128"/>
                <a:gd name="T7" fmla="*/ 1396 h 211"/>
                <a:gd name="T8" fmla="*/ 1970 w 128"/>
                <a:gd name="T9" fmla="*/ 2084 h 211"/>
                <a:gd name="T10" fmla="*/ 2000 w 128"/>
                <a:gd name="T11" fmla="*/ 2380 h 211"/>
                <a:gd name="T12" fmla="*/ 1720 w 128"/>
                <a:gd name="T13" fmla="*/ 2397 h 211"/>
                <a:gd name="T14" fmla="*/ 1520 w 128"/>
                <a:gd name="T15" fmla="*/ 2084 h 211"/>
                <a:gd name="T16" fmla="*/ 1563 w 128"/>
                <a:gd name="T17" fmla="*/ 2335 h 211"/>
                <a:gd name="T18" fmla="*/ 1770 w 128"/>
                <a:gd name="T19" fmla="*/ 2693 h 211"/>
                <a:gd name="T20" fmla="*/ 1863 w 128"/>
                <a:gd name="T21" fmla="*/ 2963 h 211"/>
                <a:gd name="T22" fmla="*/ 1645 w 128"/>
                <a:gd name="T23" fmla="*/ 3025 h 211"/>
                <a:gd name="T24" fmla="*/ 1563 w 128"/>
                <a:gd name="T25" fmla="*/ 3243 h 211"/>
                <a:gd name="T26" fmla="*/ 1333 w 128"/>
                <a:gd name="T27" fmla="*/ 3130 h 211"/>
                <a:gd name="T28" fmla="*/ 1125 w 128"/>
                <a:gd name="T29" fmla="*/ 2975 h 211"/>
                <a:gd name="T30" fmla="*/ 1000 w 128"/>
                <a:gd name="T31" fmla="*/ 2930 h 211"/>
                <a:gd name="T32" fmla="*/ 813 w 128"/>
                <a:gd name="T33" fmla="*/ 2743 h 211"/>
                <a:gd name="T34" fmla="*/ 750 w 128"/>
                <a:gd name="T35" fmla="*/ 2868 h 211"/>
                <a:gd name="T36" fmla="*/ 520 w 128"/>
                <a:gd name="T37" fmla="*/ 2680 h 211"/>
                <a:gd name="T38" fmla="*/ 283 w 128"/>
                <a:gd name="T39" fmla="*/ 2285 h 211"/>
                <a:gd name="T40" fmla="*/ 83 w 128"/>
                <a:gd name="T41" fmla="*/ 1659 h 211"/>
                <a:gd name="T42" fmla="*/ 0 w 128"/>
                <a:gd name="T43" fmla="*/ 1334 h 211"/>
                <a:gd name="T44" fmla="*/ 33 w 128"/>
                <a:gd name="T45" fmla="*/ 300 h 211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28" h="211">
                  <a:moveTo>
                    <a:pt x="2" y="19"/>
                  </a:moveTo>
                  <a:cubicBezTo>
                    <a:pt x="2" y="19"/>
                    <a:pt x="61" y="0"/>
                    <a:pt x="99" y="16"/>
                  </a:cubicBezTo>
                  <a:cubicBezTo>
                    <a:pt x="99" y="16"/>
                    <a:pt x="113" y="55"/>
                    <a:pt x="117" y="61"/>
                  </a:cubicBezTo>
                  <a:cubicBezTo>
                    <a:pt x="120" y="67"/>
                    <a:pt x="121" y="79"/>
                    <a:pt x="122" y="89"/>
                  </a:cubicBezTo>
                  <a:cubicBezTo>
                    <a:pt x="123" y="98"/>
                    <a:pt x="126" y="125"/>
                    <a:pt x="126" y="133"/>
                  </a:cubicBezTo>
                  <a:cubicBezTo>
                    <a:pt x="128" y="152"/>
                    <a:pt x="128" y="152"/>
                    <a:pt x="128" y="152"/>
                  </a:cubicBezTo>
                  <a:cubicBezTo>
                    <a:pt x="128" y="152"/>
                    <a:pt x="118" y="159"/>
                    <a:pt x="110" y="153"/>
                  </a:cubicBezTo>
                  <a:cubicBezTo>
                    <a:pt x="102" y="146"/>
                    <a:pt x="97" y="133"/>
                    <a:pt x="97" y="133"/>
                  </a:cubicBezTo>
                  <a:cubicBezTo>
                    <a:pt x="97" y="133"/>
                    <a:pt x="98" y="142"/>
                    <a:pt x="100" y="149"/>
                  </a:cubicBezTo>
                  <a:cubicBezTo>
                    <a:pt x="103" y="155"/>
                    <a:pt x="110" y="168"/>
                    <a:pt x="113" y="172"/>
                  </a:cubicBezTo>
                  <a:cubicBezTo>
                    <a:pt x="116" y="177"/>
                    <a:pt x="120" y="184"/>
                    <a:pt x="119" y="189"/>
                  </a:cubicBezTo>
                  <a:cubicBezTo>
                    <a:pt x="118" y="193"/>
                    <a:pt x="111" y="198"/>
                    <a:pt x="105" y="193"/>
                  </a:cubicBezTo>
                  <a:cubicBezTo>
                    <a:pt x="105" y="193"/>
                    <a:pt x="108" y="202"/>
                    <a:pt x="100" y="207"/>
                  </a:cubicBezTo>
                  <a:cubicBezTo>
                    <a:pt x="93" y="211"/>
                    <a:pt x="89" y="203"/>
                    <a:pt x="85" y="200"/>
                  </a:cubicBezTo>
                  <a:cubicBezTo>
                    <a:pt x="81" y="197"/>
                    <a:pt x="72" y="190"/>
                    <a:pt x="72" y="190"/>
                  </a:cubicBezTo>
                  <a:cubicBezTo>
                    <a:pt x="72" y="190"/>
                    <a:pt x="68" y="191"/>
                    <a:pt x="64" y="187"/>
                  </a:cubicBezTo>
                  <a:cubicBezTo>
                    <a:pt x="60" y="184"/>
                    <a:pt x="52" y="175"/>
                    <a:pt x="52" y="175"/>
                  </a:cubicBezTo>
                  <a:cubicBezTo>
                    <a:pt x="52" y="175"/>
                    <a:pt x="53" y="181"/>
                    <a:pt x="48" y="183"/>
                  </a:cubicBezTo>
                  <a:cubicBezTo>
                    <a:pt x="43" y="184"/>
                    <a:pt x="38" y="176"/>
                    <a:pt x="33" y="171"/>
                  </a:cubicBezTo>
                  <a:cubicBezTo>
                    <a:pt x="28" y="165"/>
                    <a:pt x="20" y="155"/>
                    <a:pt x="18" y="146"/>
                  </a:cubicBezTo>
                  <a:cubicBezTo>
                    <a:pt x="15" y="138"/>
                    <a:pt x="7" y="112"/>
                    <a:pt x="5" y="106"/>
                  </a:cubicBezTo>
                  <a:cubicBezTo>
                    <a:pt x="3" y="101"/>
                    <a:pt x="0" y="93"/>
                    <a:pt x="0" y="85"/>
                  </a:cubicBezTo>
                  <a:cubicBezTo>
                    <a:pt x="0" y="78"/>
                    <a:pt x="2" y="19"/>
                    <a:pt x="2" y="19"/>
                  </a:cubicBezTo>
                  <a:close/>
                </a:path>
              </a:pathLst>
            </a:custGeom>
            <a:solidFill>
              <a:srgbClr val="FFFF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60536" name="Freeform 458">
              <a:extLst>
                <a:ext uri="{FF2B5EF4-FFF2-40B4-BE49-F238E27FC236}">
                  <a16:creationId xmlns:a16="http://schemas.microsoft.com/office/drawing/2014/main" id="{551554B6-89A0-47B7-A148-5C0EC2AD29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6" y="1852"/>
              <a:ext cx="320" cy="528"/>
            </a:xfrm>
            <a:custGeom>
              <a:avLst/>
              <a:gdLst>
                <a:gd name="T0" fmla="*/ 33 w 128"/>
                <a:gd name="T1" fmla="*/ 300 h 211"/>
                <a:gd name="T2" fmla="*/ 1550 w 128"/>
                <a:gd name="T3" fmla="*/ 250 h 211"/>
                <a:gd name="T4" fmla="*/ 1833 w 128"/>
                <a:gd name="T5" fmla="*/ 958 h 211"/>
                <a:gd name="T6" fmla="*/ 1908 w 128"/>
                <a:gd name="T7" fmla="*/ 1396 h 211"/>
                <a:gd name="T8" fmla="*/ 1970 w 128"/>
                <a:gd name="T9" fmla="*/ 2084 h 211"/>
                <a:gd name="T10" fmla="*/ 2000 w 128"/>
                <a:gd name="T11" fmla="*/ 2380 h 211"/>
                <a:gd name="T12" fmla="*/ 1720 w 128"/>
                <a:gd name="T13" fmla="*/ 2397 h 211"/>
                <a:gd name="T14" fmla="*/ 1520 w 128"/>
                <a:gd name="T15" fmla="*/ 2084 h 211"/>
                <a:gd name="T16" fmla="*/ 1563 w 128"/>
                <a:gd name="T17" fmla="*/ 2335 h 211"/>
                <a:gd name="T18" fmla="*/ 1770 w 128"/>
                <a:gd name="T19" fmla="*/ 2693 h 211"/>
                <a:gd name="T20" fmla="*/ 1863 w 128"/>
                <a:gd name="T21" fmla="*/ 2963 h 211"/>
                <a:gd name="T22" fmla="*/ 1645 w 128"/>
                <a:gd name="T23" fmla="*/ 3025 h 211"/>
                <a:gd name="T24" fmla="*/ 1563 w 128"/>
                <a:gd name="T25" fmla="*/ 3243 h 211"/>
                <a:gd name="T26" fmla="*/ 1333 w 128"/>
                <a:gd name="T27" fmla="*/ 3130 h 211"/>
                <a:gd name="T28" fmla="*/ 1125 w 128"/>
                <a:gd name="T29" fmla="*/ 2975 h 211"/>
                <a:gd name="T30" fmla="*/ 1000 w 128"/>
                <a:gd name="T31" fmla="*/ 2930 h 211"/>
                <a:gd name="T32" fmla="*/ 813 w 128"/>
                <a:gd name="T33" fmla="*/ 2743 h 211"/>
                <a:gd name="T34" fmla="*/ 750 w 128"/>
                <a:gd name="T35" fmla="*/ 2868 h 211"/>
                <a:gd name="T36" fmla="*/ 520 w 128"/>
                <a:gd name="T37" fmla="*/ 2680 h 211"/>
                <a:gd name="T38" fmla="*/ 283 w 128"/>
                <a:gd name="T39" fmla="*/ 2285 h 211"/>
                <a:gd name="T40" fmla="*/ 83 w 128"/>
                <a:gd name="T41" fmla="*/ 1659 h 211"/>
                <a:gd name="T42" fmla="*/ 0 w 128"/>
                <a:gd name="T43" fmla="*/ 1334 h 211"/>
                <a:gd name="T44" fmla="*/ 33 w 128"/>
                <a:gd name="T45" fmla="*/ 300 h 211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28" h="211">
                  <a:moveTo>
                    <a:pt x="2" y="19"/>
                  </a:moveTo>
                  <a:cubicBezTo>
                    <a:pt x="2" y="19"/>
                    <a:pt x="61" y="0"/>
                    <a:pt x="99" y="16"/>
                  </a:cubicBezTo>
                  <a:cubicBezTo>
                    <a:pt x="99" y="16"/>
                    <a:pt x="113" y="55"/>
                    <a:pt x="117" y="61"/>
                  </a:cubicBezTo>
                  <a:cubicBezTo>
                    <a:pt x="120" y="67"/>
                    <a:pt x="121" y="79"/>
                    <a:pt x="122" y="89"/>
                  </a:cubicBezTo>
                  <a:cubicBezTo>
                    <a:pt x="123" y="98"/>
                    <a:pt x="126" y="125"/>
                    <a:pt x="126" y="133"/>
                  </a:cubicBezTo>
                  <a:cubicBezTo>
                    <a:pt x="128" y="152"/>
                    <a:pt x="128" y="152"/>
                    <a:pt x="128" y="152"/>
                  </a:cubicBezTo>
                  <a:cubicBezTo>
                    <a:pt x="128" y="152"/>
                    <a:pt x="118" y="159"/>
                    <a:pt x="110" y="153"/>
                  </a:cubicBezTo>
                  <a:cubicBezTo>
                    <a:pt x="102" y="146"/>
                    <a:pt x="97" y="133"/>
                    <a:pt x="97" y="133"/>
                  </a:cubicBezTo>
                  <a:cubicBezTo>
                    <a:pt x="97" y="133"/>
                    <a:pt x="98" y="142"/>
                    <a:pt x="100" y="149"/>
                  </a:cubicBezTo>
                  <a:cubicBezTo>
                    <a:pt x="103" y="155"/>
                    <a:pt x="110" y="168"/>
                    <a:pt x="113" y="172"/>
                  </a:cubicBezTo>
                  <a:cubicBezTo>
                    <a:pt x="116" y="177"/>
                    <a:pt x="120" y="184"/>
                    <a:pt x="119" y="189"/>
                  </a:cubicBezTo>
                  <a:cubicBezTo>
                    <a:pt x="118" y="193"/>
                    <a:pt x="111" y="198"/>
                    <a:pt x="105" y="193"/>
                  </a:cubicBezTo>
                  <a:cubicBezTo>
                    <a:pt x="105" y="193"/>
                    <a:pt x="108" y="202"/>
                    <a:pt x="100" y="207"/>
                  </a:cubicBezTo>
                  <a:cubicBezTo>
                    <a:pt x="93" y="211"/>
                    <a:pt x="89" y="203"/>
                    <a:pt x="85" y="200"/>
                  </a:cubicBezTo>
                  <a:cubicBezTo>
                    <a:pt x="81" y="197"/>
                    <a:pt x="72" y="190"/>
                    <a:pt x="72" y="190"/>
                  </a:cubicBezTo>
                  <a:cubicBezTo>
                    <a:pt x="72" y="190"/>
                    <a:pt x="68" y="191"/>
                    <a:pt x="64" y="187"/>
                  </a:cubicBezTo>
                  <a:cubicBezTo>
                    <a:pt x="60" y="184"/>
                    <a:pt x="52" y="175"/>
                    <a:pt x="52" y="175"/>
                  </a:cubicBezTo>
                  <a:cubicBezTo>
                    <a:pt x="52" y="175"/>
                    <a:pt x="53" y="181"/>
                    <a:pt x="48" y="183"/>
                  </a:cubicBezTo>
                  <a:cubicBezTo>
                    <a:pt x="43" y="184"/>
                    <a:pt x="38" y="176"/>
                    <a:pt x="33" y="171"/>
                  </a:cubicBezTo>
                  <a:cubicBezTo>
                    <a:pt x="28" y="165"/>
                    <a:pt x="20" y="155"/>
                    <a:pt x="18" y="146"/>
                  </a:cubicBezTo>
                  <a:cubicBezTo>
                    <a:pt x="15" y="138"/>
                    <a:pt x="7" y="112"/>
                    <a:pt x="5" y="106"/>
                  </a:cubicBezTo>
                  <a:cubicBezTo>
                    <a:pt x="3" y="101"/>
                    <a:pt x="0" y="93"/>
                    <a:pt x="0" y="85"/>
                  </a:cubicBezTo>
                  <a:cubicBezTo>
                    <a:pt x="0" y="78"/>
                    <a:pt x="2" y="19"/>
                    <a:pt x="2" y="19"/>
                  </a:cubicBezTo>
                  <a:close/>
                </a:path>
              </a:pathLst>
            </a:custGeom>
            <a:noFill/>
            <a:ln w="158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60537" name="Freeform 459">
              <a:extLst>
                <a:ext uri="{FF2B5EF4-FFF2-40B4-BE49-F238E27FC236}">
                  <a16:creationId xmlns:a16="http://schemas.microsoft.com/office/drawing/2014/main" id="{DCE2A28D-D9A6-426D-9391-B55B0A9883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9" y="2035"/>
              <a:ext cx="10" cy="150"/>
            </a:xfrm>
            <a:custGeom>
              <a:avLst/>
              <a:gdLst>
                <a:gd name="T0" fmla="*/ 63 w 4"/>
                <a:gd name="T1" fmla="*/ 938 h 60"/>
                <a:gd name="T2" fmla="*/ 50 w 4"/>
                <a:gd name="T3" fmla="*/ 583 h 60"/>
                <a:gd name="T4" fmla="*/ 0 w 4"/>
                <a:gd name="T5" fmla="*/ 0 h 6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60">
                  <a:moveTo>
                    <a:pt x="4" y="60"/>
                  </a:moveTo>
                  <a:cubicBezTo>
                    <a:pt x="4" y="60"/>
                    <a:pt x="3" y="46"/>
                    <a:pt x="3" y="37"/>
                  </a:cubicBezTo>
                  <a:cubicBezTo>
                    <a:pt x="2" y="27"/>
                    <a:pt x="0" y="0"/>
                    <a:pt x="0" y="0"/>
                  </a:cubicBezTo>
                </a:path>
              </a:pathLst>
            </a:custGeom>
            <a:noFill/>
            <a:ln w="15875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60538" name="Freeform 460">
              <a:extLst>
                <a:ext uri="{FF2B5EF4-FFF2-40B4-BE49-F238E27FC236}">
                  <a16:creationId xmlns:a16="http://schemas.microsoft.com/office/drawing/2014/main" id="{3ED790F6-7769-440A-A4E6-2105009A66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1" y="2137"/>
              <a:ext cx="95" cy="196"/>
            </a:xfrm>
            <a:custGeom>
              <a:avLst/>
              <a:gdLst>
                <a:gd name="T0" fmla="*/ 595 w 38"/>
                <a:gd name="T1" fmla="*/ 1239 h 78"/>
                <a:gd name="T2" fmla="*/ 333 w 38"/>
                <a:gd name="T3" fmla="*/ 965 h 78"/>
                <a:gd name="T4" fmla="*/ 113 w 38"/>
                <a:gd name="T5" fmla="*/ 668 h 78"/>
                <a:gd name="T6" fmla="*/ 0 w 38"/>
                <a:gd name="T7" fmla="*/ 0 h 7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" h="78">
                  <a:moveTo>
                    <a:pt x="38" y="78"/>
                  </a:moveTo>
                  <a:cubicBezTo>
                    <a:pt x="38" y="78"/>
                    <a:pt x="25" y="67"/>
                    <a:pt x="21" y="61"/>
                  </a:cubicBezTo>
                  <a:cubicBezTo>
                    <a:pt x="16" y="56"/>
                    <a:pt x="10" y="52"/>
                    <a:pt x="7" y="42"/>
                  </a:cubicBezTo>
                  <a:cubicBezTo>
                    <a:pt x="5" y="31"/>
                    <a:pt x="2" y="5"/>
                    <a:pt x="0" y="0"/>
                  </a:cubicBezTo>
                </a:path>
              </a:pathLst>
            </a:custGeom>
            <a:noFill/>
            <a:ln w="15875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60539" name="Freeform 461">
              <a:extLst>
                <a:ext uri="{FF2B5EF4-FFF2-40B4-BE49-F238E27FC236}">
                  <a16:creationId xmlns:a16="http://schemas.microsoft.com/office/drawing/2014/main" id="{767C5FD6-C685-4878-82A9-E823198B9B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9" y="2152"/>
              <a:ext cx="77" cy="176"/>
            </a:xfrm>
            <a:custGeom>
              <a:avLst/>
              <a:gdLst>
                <a:gd name="T0" fmla="*/ 474 w 31"/>
                <a:gd name="T1" fmla="*/ 1114 h 70"/>
                <a:gd name="T2" fmla="*/ 278 w 31"/>
                <a:gd name="T3" fmla="*/ 860 h 70"/>
                <a:gd name="T4" fmla="*/ 166 w 31"/>
                <a:gd name="T5" fmla="*/ 556 h 70"/>
                <a:gd name="T6" fmla="*/ 0 w 31"/>
                <a:gd name="T7" fmla="*/ 0 h 7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70">
                  <a:moveTo>
                    <a:pt x="31" y="70"/>
                  </a:moveTo>
                  <a:cubicBezTo>
                    <a:pt x="31" y="70"/>
                    <a:pt x="20" y="58"/>
                    <a:pt x="18" y="54"/>
                  </a:cubicBezTo>
                  <a:cubicBezTo>
                    <a:pt x="16" y="50"/>
                    <a:pt x="13" y="41"/>
                    <a:pt x="11" y="35"/>
                  </a:cubicBezTo>
                  <a:cubicBezTo>
                    <a:pt x="9" y="28"/>
                    <a:pt x="0" y="0"/>
                    <a:pt x="0" y="0"/>
                  </a:cubicBezTo>
                </a:path>
              </a:pathLst>
            </a:custGeom>
            <a:noFill/>
            <a:ln w="15875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60540" name="Freeform 462">
              <a:extLst>
                <a:ext uri="{FF2B5EF4-FFF2-40B4-BE49-F238E27FC236}">
                  <a16:creationId xmlns:a16="http://schemas.microsoft.com/office/drawing/2014/main" id="{1D9834C7-B023-4273-A48C-FBFD81DF209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4" y="2145"/>
              <a:ext cx="72" cy="145"/>
            </a:xfrm>
            <a:custGeom>
              <a:avLst/>
              <a:gdLst>
                <a:gd name="T0" fmla="*/ 444 w 29"/>
                <a:gd name="T1" fmla="*/ 908 h 58"/>
                <a:gd name="T2" fmla="*/ 278 w 29"/>
                <a:gd name="T3" fmla="*/ 675 h 58"/>
                <a:gd name="T4" fmla="*/ 124 w 29"/>
                <a:gd name="T5" fmla="*/ 333 h 58"/>
                <a:gd name="T6" fmla="*/ 0 w 29"/>
                <a:gd name="T7" fmla="*/ 0 h 5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" h="58">
                  <a:moveTo>
                    <a:pt x="29" y="58"/>
                  </a:moveTo>
                  <a:cubicBezTo>
                    <a:pt x="29" y="58"/>
                    <a:pt x="21" y="50"/>
                    <a:pt x="18" y="43"/>
                  </a:cubicBezTo>
                  <a:cubicBezTo>
                    <a:pt x="16" y="37"/>
                    <a:pt x="10" y="26"/>
                    <a:pt x="8" y="21"/>
                  </a:cubicBezTo>
                  <a:cubicBezTo>
                    <a:pt x="6" y="16"/>
                    <a:pt x="0" y="0"/>
                    <a:pt x="0" y="0"/>
                  </a:cubicBezTo>
                </a:path>
              </a:pathLst>
            </a:custGeom>
            <a:noFill/>
            <a:ln w="15875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</p:grpSp>
      <p:grpSp>
        <p:nvGrpSpPr>
          <p:cNvPr id="60425" name="Group 463">
            <a:extLst>
              <a:ext uri="{FF2B5EF4-FFF2-40B4-BE49-F238E27FC236}">
                <a16:creationId xmlns:a16="http://schemas.microsoft.com/office/drawing/2014/main" id="{CCBBE51D-B443-4AB1-B360-74BB625A866C}"/>
              </a:ext>
            </a:extLst>
          </p:cNvPr>
          <p:cNvGrpSpPr>
            <a:grpSpLocks/>
          </p:cNvGrpSpPr>
          <p:nvPr/>
        </p:nvGrpSpPr>
        <p:grpSpPr bwMode="auto">
          <a:xfrm>
            <a:off x="11495128" y="1590740"/>
            <a:ext cx="166492" cy="272598"/>
            <a:chOff x="3509" y="1900"/>
            <a:chExt cx="323" cy="528"/>
          </a:xfrm>
        </p:grpSpPr>
        <p:sp>
          <p:nvSpPr>
            <p:cNvPr id="60529" name="Freeform 464">
              <a:extLst>
                <a:ext uri="{FF2B5EF4-FFF2-40B4-BE49-F238E27FC236}">
                  <a16:creationId xmlns:a16="http://schemas.microsoft.com/office/drawing/2014/main" id="{77D59D9A-810D-446F-A405-CA6D418477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9" y="1900"/>
              <a:ext cx="323" cy="528"/>
            </a:xfrm>
            <a:custGeom>
              <a:avLst/>
              <a:gdLst>
                <a:gd name="T0" fmla="*/ 1976 w 129"/>
                <a:gd name="T1" fmla="*/ 300 h 211"/>
                <a:gd name="T2" fmla="*/ 471 w 129"/>
                <a:gd name="T3" fmla="*/ 250 h 211"/>
                <a:gd name="T4" fmla="*/ 188 w 129"/>
                <a:gd name="T5" fmla="*/ 958 h 211"/>
                <a:gd name="T6" fmla="*/ 95 w 129"/>
                <a:gd name="T7" fmla="*/ 1396 h 211"/>
                <a:gd name="T8" fmla="*/ 50 w 129"/>
                <a:gd name="T9" fmla="*/ 2084 h 211"/>
                <a:gd name="T10" fmla="*/ 0 w 129"/>
                <a:gd name="T11" fmla="*/ 2367 h 211"/>
                <a:gd name="T12" fmla="*/ 283 w 129"/>
                <a:gd name="T13" fmla="*/ 2397 h 211"/>
                <a:gd name="T14" fmla="*/ 501 w 129"/>
                <a:gd name="T15" fmla="*/ 2084 h 211"/>
                <a:gd name="T16" fmla="*/ 438 w 129"/>
                <a:gd name="T17" fmla="*/ 2335 h 211"/>
                <a:gd name="T18" fmla="*/ 250 w 129"/>
                <a:gd name="T19" fmla="*/ 2693 h 211"/>
                <a:gd name="T20" fmla="*/ 145 w 129"/>
                <a:gd name="T21" fmla="*/ 2963 h 211"/>
                <a:gd name="T22" fmla="*/ 363 w 129"/>
                <a:gd name="T23" fmla="*/ 3025 h 211"/>
                <a:gd name="T24" fmla="*/ 438 w 129"/>
                <a:gd name="T25" fmla="*/ 3243 h 211"/>
                <a:gd name="T26" fmla="*/ 676 w 129"/>
                <a:gd name="T27" fmla="*/ 3130 h 211"/>
                <a:gd name="T28" fmla="*/ 879 w 129"/>
                <a:gd name="T29" fmla="*/ 2975 h 211"/>
                <a:gd name="T30" fmla="*/ 1022 w 129"/>
                <a:gd name="T31" fmla="*/ 2930 h 211"/>
                <a:gd name="T32" fmla="*/ 1192 w 129"/>
                <a:gd name="T33" fmla="*/ 2743 h 211"/>
                <a:gd name="T34" fmla="*/ 1254 w 129"/>
                <a:gd name="T35" fmla="*/ 2868 h 211"/>
                <a:gd name="T36" fmla="*/ 1505 w 129"/>
                <a:gd name="T37" fmla="*/ 2663 h 211"/>
                <a:gd name="T38" fmla="*/ 1743 w 129"/>
                <a:gd name="T39" fmla="*/ 2285 h 211"/>
                <a:gd name="T40" fmla="*/ 1930 w 129"/>
                <a:gd name="T41" fmla="*/ 1659 h 211"/>
                <a:gd name="T42" fmla="*/ 2026 w 129"/>
                <a:gd name="T43" fmla="*/ 1334 h 211"/>
                <a:gd name="T44" fmla="*/ 1976 w 129"/>
                <a:gd name="T45" fmla="*/ 300 h 211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29" h="211">
                  <a:moveTo>
                    <a:pt x="126" y="19"/>
                  </a:moveTo>
                  <a:cubicBezTo>
                    <a:pt x="126" y="19"/>
                    <a:pt x="67" y="0"/>
                    <a:pt x="30" y="16"/>
                  </a:cubicBezTo>
                  <a:cubicBezTo>
                    <a:pt x="30" y="16"/>
                    <a:pt x="15" y="55"/>
                    <a:pt x="12" y="61"/>
                  </a:cubicBezTo>
                  <a:cubicBezTo>
                    <a:pt x="9" y="67"/>
                    <a:pt x="7" y="79"/>
                    <a:pt x="6" y="89"/>
                  </a:cubicBezTo>
                  <a:cubicBezTo>
                    <a:pt x="5" y="98"/>
                    <a:pt x="3" y="125"/>
                    <a:pt x="3" y="133"/>
                  </a:cubicBezTo>
                  <a:cubicBezTo>
                    <a:pt x="0" y="151"/>
                    <a:pt x="0" y="151"/>
                    <a:pt x="0" y="151"/>
                  </a:cubicBezTo>
                  <a:cubicBezTo>
                    <a:pt x="0" y="151"/>
                    <a:pt x="11" y="159"/>
                    <a:pt x="18" y="153"/>
                  </a:cubicBezTo>
                  <a:cubicBezTo>
                    <a:pt x="26" y="146"/>
                    <a:pt x="32" y="133"/>
                    <a:pt x="32" y="133"/>
                  </a:cubicBezTo>
                  <a:cubicBezTo>
                    <a:pt x="32" y="133"/>
                    <a:pt x="31" y="142"/>
                    <a:pt x="28" y="149"/>
                  </a:cubicBezTo>
                  <a:cubicBezTo>
                    <a:pt x="25" y="155"/>
                    <a:pt x="19" y="168"/>
                    <a:pt x="16" y="172"/>
                  </a:cubicBezTo>
                  <a:cubicBezTo>
                    <a:pt x="13" y="177"/>
                    <a:pt x="8" y="184"/>
                    <a:pt x="9" y="189"/>
                  </a:cubicBezTo>
                  <a:cubicBezTo>
                    <a:pt x="11" y="193"/>
                    <a:pt x="17" y="198"/>
                    <a:pt x="23" y="193"/>
                  </a:cubicBezTo>
                  <a:cubicBezTo>
                    <a:pt x="23" y="193"/>
                    <a:pt x="21" y="202"/>
                    <a:pt x="28" y="207"/>
                  </a:cubicBezTo>
                  <a:cubicBezTo>
                    <a:pt x="35" y="211"/>
                    <a:pt x="40" y="203"/>
                    <a:pt x="43" y="200"/>
                  </a:cubicBezTo>
                  <a:cubicBezTo>
                    <a:pt x="47" y="197"/>
                    <a:pt x="56" y="190"/>
                    <a:pt x="56" y="190"/>
                  </a:cubicBezTo>
                  <a:cubicBezTo>
                    <a:pt x="56" y="190"/>
                    <a:pt x="61" y="191"/>
                    <a:pt x="65" y="187"/>
                  </a:cubicBezTo>
                  <a:cubicBezTo>
                    <a:pt x="69" y="184"/>
                    <a:pt x="76" y="175"/>
                    <a:pt x="76" y="175"/>
                  </a:cubicBezTo>
                  <a:cubicBezTo>
                    <a:pt x="76" y="175"/>
                    <a:pt x="75" y="181"/>
                    <a:pt x="80" y="183"/>
                  </a:cubicBezTo>
                  <a:cubicBezTo>
                    <a:pt x="85" y="184"/>
                    <a:pt x="91" y="176"/>
                    <a:pt x="96" y="170"/>
                  </a:cubicBezTo>
                  <a:cubicBezTo>
                    <a:pt x="101" y="165"/>
                    <a:pt x="108" y="155"/>
                    <a:pt x="111" y="146"/>
                  </a:cubicBezTo>
                  <a:cubicBezTo>
                    <a:pt x="113" y="138"/>
                    <a:pt x="121" y="111"/>
                    <a:pt x="123" y="106"/>
                  </a:cubicBezTo>
                  <a:cubicBezTo>
                    <a:pt x="125" y="101"/>
                    <a:pt x="129" y="93"/>
                    <a:pt x="129" y="85"/>
                  </a:cubicBezTo>
                  <a:cubicBezTo>
                    <a:pt x="129" y="78"/>
                    <a:pt x="126" y="19"/>
                    <a:pt x="126" y="19"/>
                  </a:cubicBezTo>
                  <a:close/>
                </a:path>
              </a:pathLst>
            </a:custGeom>
            <a:solidFill>
              <a:srgbClr val="FFFF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60530" name="Freeform 465">
              <a:extLst>
                <a:ext uri="{FF2B5EF4-FFF2-40B4-BE49-F238E27FC236}">
                  <a16:creationId xmlns:a16="http://schemas.microsoft.com/office/drawing/2014/main" id="{6F119870-08D4-4DC8-B5BF-D0B8EF752DE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9" y="1900"/>
              <a:ext cx="323" cy="528"/>
            </a:xfrm>
            <a:custGeom>
              <a:avLst/>
              <a:gdLst>
                <a:gd name="T0" fmla="*/ 1976 w 129"/>
                <a:gd name="T1" fmla="*/ 300 h 211"/>
                <a:gd name="T2" fmla="*/ 471 w 129"/>
                <a:gd name="T3" fmla="*/ 250 h 211"/>
                <a:gd name="T4" fmla="*/ 188 w 129"/>
                <a:gd name="T5" fmla="*/ 958 h 211"/>
                <a:gd name="T6" fmla="*/ 95 w 129"/>
                <a:gd name="T7" fmla="*/ 1396 h 211"/>
                <a:gd name="T8" fmla="*/ 50 w 129"/>
                <a:gd name="T9" fmla="*/ 2084 h 211"/>
                <a:gd name="T10" fmla="*/ 0 w 129"/>
                <a:gd name="T11" fmla="*/ 2367 h 211"/>
                <a:gd name="T12" fmla="*/ 283 w 129"/>
                <a:gd name="T13" fmla="*/ 2397 h 211"/>
                <a:gd name="T14" fmla="*/ 501 w 129"/>
                <a:gd name="T15" fmla="*/ 2084 h 211"/>
                <a:gd name="T16" fmla="*/ 438 w 129"/>
                <a:gd name="T17" fmla="*/ 2335 h 211"/>
                <a:gd name="T18" fmla="*/ 250 w 129"/>
                <a:gd name="T19" fmla="*/ 2693 h 211"/>
                <a:gd name="T20" fmla="*/ 145 w 129"/>
                <a:gd name="T21" fmla="*/ 2963 h 211"/>
                <a:gd name="T22" fmla="*/ 363 w 129"/>
                <a:gd name="T23" fmla="*/ 3025 h 211"/>
                <a:gd name="T24" fmla="*/ 438 w 129"/>
                <a:gd name="T25" fmla="*/ 3243 h 211"/>
                <a:gd name="T26" fmla="*/ 676 w 129"/>
                <a:gd name="T27" fmla="*/ 3130 h 211"/>
                <a:gd name="T28" fmla="*/ 879 w 129"/>
                <a:gd name="T29" fmla="*/ 2975 h 211"/>
                <a:gd name="T30" fmla="*/ 1022 w 129"/>
                <a:gd name="T31" fmla="*/ 2930 h 211"/>
                <a:gd name="T32" fmla="*/ 1192 w 129"/>
                <a:gd name="T33" fmla="*/ 2743 h 211"/>
                <a:gd name="T34" fmla="*/ 1254 w 129"/>
                <a:gd name="T35" fmla="*/ 2868 h 211"/>
                <a:gd name="T36" fmla="*/ 1505 w 129"/>
                <a:gd name="T37" fmla="*/ 2663 h 211"/>
                <a:gd name="T38" fmla="*/ 1743 w 129"/>
                <a:gd name="T39" fmla="*/ 2285 h 211"/>
                <a:gd name="T40" fmla="*/ 1930 w 129"/>
                <a:gd name="T41" fmla="*/ 1659 h 211"/>
                <a:gd name="T42" fmla="*/ 2026 w 129"/>
                <a:gd name="T43" fmla="*/ 1334 h 211"/>
                <a:gd name="T44" fmla="*/ 1976 w 129"/>
                <a:gd name="T45" fmla="*/ 300 h 211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29" h="211">
                  <a:moveTo>
                    <a:pt x="126" y="19"/>
                  </a:moveTo>
                  <a:cubicBezTo>
                    <a:pt x="126" y="19"/>
                    <a:pt x="67" y="0"/>
                    <a:pt x="30" y="16"/>
                  </a:cubicBezTo>
                  <a:cubicBezTo>
                    <a:pt x="30" y="16"/>
                    <a:pt x="15" y="55"/>
                    <a:pt x="12" y="61"/>
                  </a:cubicBezTo>
                  <a:cubicBezTo>
                    <a:pt x="9" y="67"/>
                    <a:pt x="7" y="79"/>
                    <a:pt x="6" y="89"/>
                  </a:cubicBezTo>
                  <a:cubicBezTo>
                    <a:pt x="5" y="98"/>
                    <a:pt x="3" y="125"/>
                    <a:pt x="3" y="133"/>
                  </a:cubicBezTo>
                  <a:cubicBezTo>
                    <a:pt x="0" y="151"/>
                    <a:pt x="0" y="151"/>
                    <a:pt x="0" y="151"/>
                  </a:cubicBezTo>
                  <a:cubicBezTo>
                    <a:pt x="0" y="151"/>
                    <a:pt x="11" y="159"/>
                    <a:pt x="18" y="153"/>
                  </a:cubicBezTo>
                  <a:cubicBezTo>
                    <a:pt x="26" y="146"/>
                    <a:pt x="32" y="133"/>
                    <a:pt x="32" y="133"/>
                  </a:cubicBezTo>
                  <a:cubicBezTo>
                    <a:pt x="32" y="133"/>
                    <a:pt x="31" y="142"/>
                    <a:pt x="28" y="149"/>
                  </a:cubicBezTo>
                  <a:cubicBezTo>
                    <a:pt x="25" y="155"/>
                    <a:pt x="19" y="168"/>
                    <a:pt x="16" y="172"/>
                  </a:cubicBezTo>
                  <a:cubicBezTo>
                    <a:pt x="13" y="177"/>
                    <a:pt x="8" y="184"/>
                    <a:pt x="9" y="189"/>
                  </a:cubicBezTo>
                  <a:cubicBezTo>
                    <a:pt x="11" y="193"/>
                    <a:pt x="17" y="198"/>
                    <a:pt x="23" y="193"/>
                  </a:cubicBezTo>
                  <a:cubicBezTo>
                    <a:pt x="23" y="193"/>
                    <a:pt x="21" y="202"/>
                    <a:pt x="28" y="207"/>
                  </a:cubicBezTo>
                  <a:cubicBezTo>
                    <a:pt x="35" y="211"/>
                    <a:pt x="40" y="203"/>
                    <a:pt x="43" y="200"/>
                  </a:cubicBezTo>
                  <a:cubicBezTo>
                    <a:pt x="47" y="197"/>
                    <a:pt x="56" y="190"/>
                    <a:pt x="56" y="190"/>
                  </a:cubicBezTo>
                  <a:cubicBezTo>
                    <a:pt x="56" y="190"/>
                    <a:pt x="61" y="191"/>
                    <a:pt x="65" y="187"/>
                  </a:cubicBezTo>
                  <a:cubicBezTo>
                    <a:pt x="69" y="184"/>
                    <a:pt x="76" y="175"/>
                    <a:pt x="76" y="175"/>
                  </a:cubicBezTo>
                  <a:cubicBezTo>
                    <a:pt x="76" y="175"/>
                    <a:pt x="75" y="181"/>
                    <a:pt x="80" y="183"/>
                  </a:cubicBezTo>
                  <a:cubicBezTo>
                    <a:pt x="85" y="184"/>
                    <a:pt x="91" y="176"/>
                    <a:pt x="96" y="170"/>
                  </a:cubicBezTo>
                  <a:cubicBezTo>
                    <a:pt x="101" y="165"/>
                    <a:pt x="108" y="155"/>
                    <a:pt x="111" y="146"/>
                  </a:cubicBezTo>
                  <a:cubicBezTo>
                    <a:pt x="113" y="138"/>
                    <a:pt x="121" y="111"/>
                    <a:pt x="123" y="106"/>
                  </a:cubicBezTo>
                  <a:cubicBezTo>
                    <a:pt x="125" y="101"/>
                    <a:pt x="129" y="93"/>
                    <a:pt x="129" y="85"/>
                  </a:cubicBezTo>
                  <a:cubicBezTo>
                    <a:pt x="129" y="78"/>
                    <a:pt x="126" y="19"/>
                    <a:pt x="126" y="19"/>
                  </a:cubicBezTo>
                  <a:close/>
                </a:path>
              </a:pathLst>
            </a:custGeom>
            <a:noFill/>
            <a:ln w="158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60531" name="Freeform 466">
              <a:extLst>
                <a:ext uri="{FF2B5EF4-FFF2-40B4-BE49-F238E27FC236}">
                  <a16:creationId xmlns:a16="http://schemas.microsoft.com/office/drawing/2014/main" id="{5DC96896-451B-4BE4-9B34-F83191BB57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9" y="2083"/>
              <a:ext cx="8" cy="150"/>
            </a:xfrm>
            <a:custGeom>
              <a:avLst/>
              <a:gdLst>
                <a:gd name="T0" fmla="*/ 0 w 3"/>
                <a:gd name="T1" fmla="*/ 938 h 60"/>
                <a:gd name="T2" fmla="*/ 21 w 3"/>
                <a:gd name="T3" fmla="*/ 583 h 60"/>
                <a:gd name="T4" fmla="*/ 56 w 3"/>
                <a:gd name="T5" fmla="*/ 0 h 6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60">
                  <a:moveTo>
                    <a:pt x="0" y="60"/>
                  </a:moveTo>
                  <a:cubicBezTo>
                    <a:pt x="0" y="60"/>
                    <a:pt x="0" y="46"/>
                    <a:pt x="1" y="37"/>
                  </a:cubicBezTo>
                  <a:cubicBezTo>
                    <a:pt x="1" y="27"/>
                    <a:pt x="3" y="0"/>
                    <a:pt x="3" y="0"/>
                  </a:cubicBezTo>
                </a:path>
              </a:pathLst>
            </a:custGeom>
            <a:noFill/>
            <a:ln w="15875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60532" name="Freeform 467">
              <a:extLst>
                <a:ext uri="{FF2B5EF4-FFF2-40B4-BE49-F238E27FC236}">
                  <a16:creationId xmlns:a16="http://schemas.microsoft.com/office/drawing/2014/main" id="{F722D1F7-F24C-49F7-9377-F507C14278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9" y="2185"/>
              <a:ext cx="95" cy="195"/>
            </a:xfrm>
            <a:custGeom>
              <a:avLst/>
              <a:gdLst>
                <a:gd name="T0" fmla="*/ 0 w 38"/>
                <a:gd name="T1" fmla="*/ 1220 h 78"/>
                <a:gd name="T2" fmla="*/ 283 w 38"/>
                <a:gd name="T3" fmla="*/ 958 h 78"/>
                <a:gd name="T4" fmla="*/ 488 w 38"/>
                <a:gd name="T5" fmla="*/ 658 h 78"/>
                <a:gd name="T6" fmla="*/ 595 w 38"/>
                <a:gd name="T7" fmla="*/ 0 h 7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" h="78">
                  <a:moveTo>
                    <a:pt x="0" y="78"/>
                  </a:moveTo>
                  <a:cubicBezTo>
                    <a:pt x="0" y="78"/>
                    <a:pt x="13" y="67"/>
                    <a:pt x="18" y="61"/>
                  </a:cubicBezTo>
                  <a:cubicBezTo>
                    <a:pt x="22" y="56"/>
                    <a:pt x="28" y="52"/>
                    <a:pt x="31" y="42"/>
                  </a:cubicBezTo>
                  <a:cubicBezTo>
                    <a:pt x="34" y="31"/>
                    <a:pt x="37" y="5"/>
                    <a:pt x="38" y="0"/>
                  </a:cubicBezTo>
                </a:path>
              </a:pathLst>
            </a:custGeom>
            <a:noFill/>
            <a:ln w="15875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60533" name="Freeform 468">
              <a:extLst>
                <a:ext uri="{FF2B5EF4-FFF2-40B4-BE49-F238E27FC236}">
                  <a16:creationId xmlns:a16="http://schemas.microsoft.com/office/drawing/2014/main" id="{60272943-B76A-4753-B8B5-EFB187B656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9" y="2200"/>
              <a:ext cx="78" cy="175"/>
            </a:xfrm>
            <a:custGeom>
              <a:avLst/>
              <a:gdLst>
                <a:gd name="T0" fmla="*/ 0 w 31"/>
                <a:gd name="T1" fmla="*/ 1095 h 70"/>
                <a:gd name="T2" fmla="*/ 221 w 31"/>
                <a:gd name="T3" fmla="*/ 845 h 70"/>
                <a:gd name="T4" fmla="*/ 317 w 31"/>
                <a:gd name="T5" fmla="*/ 550 h 70"/>
                <a:gd name="T6" fmla="*/ 493 w 31"/>
                <a:gd name="T7" fmla="*/ 0 h 7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70">
                  <a:moveTo>
                    <a:pt x="0" y="70"/>
                  </a:moveTo>
                  <a:cubicBezTo>
                    <a:pt x="0" y="70"/>
                    <a:pt x="11" y="58"/>
                    <a:pt x="14" y="54"/>
                  </a:cubicBezTo>
                  <a:cubicBezTo>
                    <a:pt x="16" y="50"/>
                    <a:pt x="18" y="41"/>
                    <a:pt x="20" y="35"/>
                  </a:cubicBezTo>
                  <a:cubicBezTo>
                    <a:pt x="22" y="28"/>
                    <a:pt x="31" y="0"/>
                    <a:pt x="31" y="0"/>
                  </a:cubicBezTo>
                </a:path>
              </a:pathLst>
            </a:custGeom>
            <a:noFill/>
            <a:ln w="15875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60534" name="Freeform 469">
              <a:extLst>
                <a:ext uri="{FF2B5EF4-FFF2-40B4-BE49-F238E27FC236}">
                  <a16:creationId xmlns:a16="http://schemas.microsoft.com/office/drawing/2014/main" id="{3B31CE9D-38BB-4BBF-B9BA-3ABB380F81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9" y="2193"/>
              <a:ext cx="75" cy="145"/>
            </a:xfrm>
            <a:custGeom>
              <a:avLst/>
              <a:gdLst>
                <a:gd name="T0" fmla="*/ 0 w 30"/>
                <a:gd name="T1" fmla="*/ 908 h 58"/>
                <a:gd name="T2" fmla="*/ 175 w 30"/>
                <a:gd name="T3" fmla="*/ 675 h 58"/>
                <a:gd name="T4" fmla="*/ 333 w 30"/>
                <a:gd name="T5" fmla="*/ 333 h 58"/>
                <a:gd name="T6" fmla="*/ 470 w 30"/>
                <a:gd name="T7" fmla="*/ 0 h 5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" h="58">
                  <a:moveTo>
                    <a:pt x="0" y="58"/>
                  </a:moveTo>
                  <a:cubicBezTo>
                    <a:pt x="0" y="58"/>
                    <a:pt x="8" y="50"/>
                    <a:pt x="11" y="43"/>
                  </a:cubicBezTo>
                  <a:cubicBezTo>
                    <a:pt x="14" y="37"/>
                    <a:pt x="20" y="26"/>
                    <a:pt x="21" y="21"/>
                  </a:cubicBezTo>
                  <a:cubicBezTo>
                    <a:pt x="23" y="16"/>
                    <a:pt x="30" y="0"/>
                    <a:pt x="30" y="0"/>
                  </a:cubicBezTo>
                </a:path>
              </a:pathLst>
            </a:custGeom>
            <a:noFill/>
            <a:ln w="15875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</p:grpSp>
      <p:grpSp>
        <p:nvGrpSpPr>
          <p:cNvPr id="60426" name="Group 470">
            <a:extLst>
              <a:ext uri="{FF2B5EF4-FFF2-40B4-BE49-F238E27FC236}">
                <a16:creationId xmlns:a16="http://schemas.microsoft.com/office/drawing/2014/main" id="{27B8E3EA-496D-42A4-A696-F7587C9FF99C}"/>
              </a:ext>
            </a:extLst>
          </p:cNvPr>
          <p:cNvGrpSpPr>
            <a:grpSpLocks/>
          </p:cNvGrpSpPr>
          <p:nvPr/>
        </p:nvGrpSpPr>
        <p:grpSpPr bwMode="auto">
          <a:xfrm>
            <a:off x="10765325" y="2832957"/>
            <a:ext cx="307967" cy="195822"/>
            <a:chOff x="1632" y="3266"/>
            <a:chExt cx="597" cy="379"/>
          </a:xfrm>
        </p:grpSpPr>
        <p:sp>
          <p:nvSpPr>
            <p:cNvPr id="60522" name="Freeform 471">
              <a:extLst>
                <a:ext uri="{FF2B5EF4-FFF2-40B4-BE49-F238E27FC236}">
                  <a16:creationId xmlns:a16="http://schemas.microsoft.com/office/drawing/2014/main" id="{BAAD2913-8192-40AA-A4DA-CE551947DB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5" y="3271"/>
              <a:ext cx="594" cy="369"/>
            </a:xfrm>
            <a:custGeom>
              <a:avLst/>
              <a:gdLst>
                <a:gd name="T0" fmla="*/ 1478 w 238"/>
                <a:gd name="T1" fmla="*/ 0 h 147"/>
                <a:gd name="T2" fmla="*/ 1215 w 238"/>
                <a:gd name="T3" fmla="*/ 366 h 147"/>
                <a:gd name="T4" fmla="*/ 933 w 238"/>
                <a:gd name="T5" fmla="*/ 663 h 147"/>
                <a:gd name="T6" fmla="*/ 624 w 238"/>
                <a:gd name="T7" fmla="*/ 919 h 147"/>
                <a:gd name="T8" fmla="*/ 387 w 238"/>
                <a:gd name="T9" fmla="*/ 1185 h 147"/>
                <a:gd name="T10" fmla="*/ 105 w 238"/>
                <a:gd name="T11" fmla="*/ 1436 h 147"/>
                <a:gd name="T12" fmla="*/ 42 w 238"/>
                <a:gd name="T13" fmla="*/ 1707 h 147"/>
                <a:gd name="T14" fmla="*/ 467 w 238"/>
                <a:gd name="T15" fmla="*/ 2199 h 147"/>
                <a:gd name="T16" fmla="*/ 916 w 238"/>
                <a:gd name="T17" fmla="*/ 2324 h 147"/>
                <a:gd name="T18" fmla="*/ 1837 w 238"/>
                <a:gd name="T19" fmla="*/ 2053 h 147"/>
                <a:gd name="T20" fmla="*/ 2224 w 238"/>
                <a:gd name="T21" fmla="*/ 1790 h 147"/>
                <a:gd name="T22" fmla="*/ 2486 w 238"/>
                <a:gd name="T23" fmla="*/ 1531 h 147"/>
                <a:gd name="T24" fmla="*/ 3232 w 238"/>
                <a:gd name="T25" fmla="*/ 1152 h 147"/>
                <a:gd name="T26" fmla="*/ 3469 w 238"/>
                <a:gd name="T27" fmla="*/ 176 h 147"/>
                <a:gd name="T28" fmla="*/ 2940 w 238"/>
                <a:gd name="T29" fmla="*/ 409 h 147"/>
                <a:gd name="T30" fmla="*/ 2598 w 238"/>
                <a:gd name="T31" fmla="*/ 459 h 147"/>
                <a:gd name="T32" fmla="*/ 2411 w 238"/>
                <a:gd name="T33" fmla="*/ 442 h 147"/>
                <a:gd name="T34" fmla="*/ 1862 w 238"/>
                <a:gd name="T35" fmla="*/ 221 h 147"/>
                <a:gd name="T36" fmla="*/ 1507 w 238"/>
                <a:gd name="T37" fmla="*/ 20 h 147"/>
                <a:gd name="T38" fmla="*/ 1495 w 238"/>
                <a:gd name="T39" fmla="*/ 0 h 147"/>
                <a:gd name="T40" fmla="*/ 1478 w 238"/>
                <a:gd name="T41" fmla="*/ 0 h 147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238" h="147">
                  <a:moveTo>
                    <a:pt x="95" y="0"/>
                  </a:moveTo>
                  <a:cubicBezTo>
                    <a:pt x="86" y="0"/>
                    <a:pt x="82" y="17"/>
                    <a:pt x="78" y="23"/>
                  </a:cubicBezTo>
                  <a:cubicBezTo>
                    <a:pt x="72" y="30"/>
                    <a:pt x="65" y="35"/>
                    <a:pt x="60" y="42"/>
                  </a:cubicBezTo>
                  <a:cubicBezTo>
                    <a:pt x="54" y="49"/>
                    <a:pt x="47" y="52"/>
                    <a:pt x="40" y="58"/>
                  </a:cubicBezTo>
                  <a:cubicBezTo>
                    <a:pt x="34" y="63"/>
                    <a:pt x="30" y="70"/>
                    <a:pt x="25" y="75"/>
                  </a:cubicBezTo>
                  <a:cubicBezTo>
                    <a:pt x="19" y="81"/>
                    <a:pt x="14" y="87"/>
                    <a:pt x="7" y="91"/>
                  </a:cubicBezTo>
                  <a:cubicBezTo>
                    <a:pt x="1" y="96"/>
                    <a:pt x="0" y="100"/>
                    <a:pt x="3" y="108"/>
                  </a:cubicBezTo>
                  <a:cubicBezTo>
                    <a:pt x="8" y="120"/>
                    <a:pt x="19" y="132"/>
                    <a:pt x="30" y="139"/>
                  </a:cubicBezTo>
                  <a:cubicBezTo>
                    <a:pt x="38" y="145"/>
                    <a:pt x="48" y="147"/>
                    <a:pt x="59" y="147"/>
                  </a:cubicBezTo>
                  <a:cubicBezTo>
                    <a:pt x="80" y="147"/>
                    <a:pt x="103" y="139"/>
                    <a:pt x="118" y="130"/>
                  </a:cubicBezTo>
                  <a:cubicBezTo>
                    <a:pt x="127" y="126"/>
                    <a:pt x="135" y="119"/>
                    <a:pt x="143" y="113"/>
                  </a:cubicBezTo>
                  <a:cubicBezTo>
                    <a:pt x="149" y="108"/>
                    <a:pt x="153" y="101"/>
                    <a:pt x="160" y="97"/>
                  </a:cubicBezTo>
                  <a:cubicBezTo>
                    <a:pt x="175" y="87"/>
                    <a:pt x="192" y="81"/>
                    <a:pt x="208" y="73"/>
                  </a:cubicBezTo>
                  <a:cubicBezTo>
                    <a:pt x="232" y="59"/>
                    <a:pt x="238" y="34"/>
                    <a:pt x="223" y="11"/>
                  </a:cubicBezTo>
                  <a:cubicBezTo>
                    <a:pt x="214" y="20"/>
                    <a:pt x="200" y="23"/>
                    <a:pt x="189" y="26"/>
                  </a:cubicBezTo>
                  <a:cubicBezTo>
                    <a:pt x="181" y="28"/>
                    <a:pt x="174" y="29"/>
                    <a:pt x="167" y="29"/>
                  </a:cubicBezTo>
                  <a:cubicBezTo>
                    <a:pt x="163" y="29"/>
                    <a:pt x="159" y="29"/>
                    <a:pt x="155" y="28"/>
                  </a:cubicBezTo>
                  <a:cubicBezTo>
                    <a:pt x="142" y="26"/>
                    <a:pt x="131" y="19"/>
                    <a:pt x="120" y="14"/>
                  </a:cubicBezTo>
                  <a:cubicBezTo>
                    <a:pt x="113" y="10"/>
                    <a:pt x="104" y="5"/>
                    <a:pt x="97" y="1"/>
                  </a:cubicBezTo>
                  <a:cubicBezTo>
                    <a:pt x="96" y="0"/>
                    <a:pt x="96" y="0"/>
                    <a:pt x="96" y="0"/>
                  </a:cubicBezTo>
                  <a:cubicBezTo>
                    <a:pt x="96" y="0"/>
                    <a:pt x="95" y="0"/>
                    <a:pt x="9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60523" name="Freeform 472">
              <a:extLst>
                <a:ext uri="{FF2B5EF4-FFF2-40B4-BE49-F238E27FC236}">
                  <a16:creationId xmlns:a16="http://schemas.microsoft.com/office/drawing/2014/main" id="{755446D0-78D2-40F3-A348-C5824A2A175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2" y="3266"/>
              <a:ext cx="585" cy="379"/>
            </a:xfrm>
            <a:custGeom>
              <a:avLst/>
              <a:gdLst>
                <a:gd name="T0" fmla="*/ 1533 w 234"/>
                <a:gd name="T1" fmla="*/ 0 h 151"/>
                <a:gd name="T2" fmla="*/ 1395 w 234"/>
                <a:gd name="T3" fmla="*/ 50 h 151"/>
                <a:gd name="T4" fmla="*/ 1208 w 234"/>
                <a:gd name="T5" fmla="*/ 379 h 151"/>
                <a:gd name="T6" fmla="*/ 783 w 234"/>
                <a:gd name="T7" fmla="*/ 806 h 151"/>
                <a:gd name="T8" fmla="*/ 375 w 234"/>
                <a:gd name="T9" fmla="*/ 1202 h 151"/>
                <a:gd name="T10" fmla="*/ 33 w 234"/>
                <a:gd name="T11" fmla="*/ 1531 h 151"/>
                <a:gd name="T12" fmla="*/ 33 w 234"/>
                <a:gd name="T13" fmla="*/ 1757 h 151"/>
                <a:gd name="T14" fmla="*/ 938 w 234"/>
                <a:gd name="T15" fmla="*/ 2387 h 151"/>
                <a:gd name="T16" fmla="*/ 2270 w 234"/>
                <a:gd name="T17" fmla="*/ 1832 h 151"/>
                <a:gd name="T18" fmla="*/ 3283 w 234"/>
                <a:gd name="T19" fmla="*/ 1202 h 151"/>
                <a:gd name="T20" fmla="*/ 3533 w 234"/>
                <a:gd name="T21" fmla="*/ 188 h 151"/>
                <a:gd name="T22" fmla="*/ 3488 w 234"/>
                <a:gd name="T23" fmla="*/ 188 h 151"/>
                <a:gd name="T24" fmla="*/ 2625 w 234"/>
                <a:gd name="T25" fmla="*/ 459 h 151"/>
                <a:gd name="T26" fmla="*/ 1908 w 234"/>
                <a:gd name="T27" fmla="*/ 221 h 151"/>
                <a:gd name="T28" fmla="*/ 1533 w 234"/>
                <a:gd name="T29" fmla="*/ 50 h 151"/>
                <a:gd name="T30" fmla="*/ 1550 w 234"/>
                <a:gd name="T31" fmla="*/ 20 h 151"/>
                <a:gd name="T32" fmla="*/ 1533 w 234"/>
                <a:gd name="T33" fmla="*/ 0 h 151"/>
                <a:gd name="T34" fmla="*/ 1500 w 234"/>
                <a:gd name="T35" fmla="*/ 50 h 151"/>
                <a:gd name="T36" fmla="*/ 1520 w 234"/>
                <a:gd name="T37" fmla="*/ 63 h 151"/>
                <a:gd name="T38" fmla="*/ 1875 w 234"/>
                <a:gd name="T39" fmla="*/ 271 h 151"/>
                <a:gd name="T40" fmla="*/ 2625 w 234"/>
                <a:gd name="T41" fmla="*/ 522 h 151"/>
                <a:gd name="T42" fmla="*/ 3533 w 234"/>
                <a:gd name="T43" fmla="*/ 238 h 151"/>
                <a:gd name="T44" fmla="*/ 3488 w 234"/>
                <a:gd name="T45" fmla="*/ 221 h 151"/>
                <a:gd name="T46" fmla="*/ 3250 w 234"/>
                <a:gd name="T47" fmla="*/ 1152 h 151"/>
                <a:gd name="T48" fmla="*/ 2238 w 234"/>
                <a:gd name="T49" fmla="*/ 1790 h 151"/>
                <a:gd name="T50" fmla="*/ 938 w 234"/>
                <a:gd name="T51" fmla="*/ 2324 h 151"/>
                <a:gd name="T52" fmla="*/ 95 w 234"/>
                <a:gd name="T53" fmla="*/ 1739 h 151"/>
                <a:gd name="T54" fmla="*/ 83 w 234"/>
                <a:gd name="T55" fmla="*/ 1561 h 151"/>
                <a:gd name="T56" fmla="*/ 425 w 234"/>
                <a:gd name="T57" fmla="*/ 1247 h 151"/>
                <a:gd name="T58" fmla="*/ 813 w 234"/>
                <a:gd name="T59" fmla="*/ 856 h 151"/>
                <a:gd name="T60" fmla="*/ 1250 w 234"/>
                <a:gd name="T61" fmla="*/ 409 h 151"/>
                <a:gd name="T62" fmla="*/ 1395 w 234"/>
                <a:gd name="T63" fmla="*/ 146 h 151"/>
                <a:gd name="T64" fmla="*/ 1500 w 234"/>
                <a:gd name="T65" fmla="*/ 63 h 151"/>
                <a:gd name="T66" fmla="*/ 1520 w 234"/>
                <a:gd name="T67" fmla="*/ 33 h 151"/>
                <a:gd name="T68" fmla="*/ 1520 w 234"/>
                <a:gd name="T69" fmla="*/ 33 h 151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234" h="151">
                  <a:moveTo>
                    <a:pt x="97" y="2"/>
                  </a:moveTo>
                  <a:cubicBezTo>
                    <a:pt x="98" y="0"/>
                    <a:pt x="98" y="0"/>
                    <a:pt x="98" y="0"/>
                  </a:cubicBezTo>
                  <a:cubicBezTo>
                    <a:pt x="97" y="0"/>
                    <a:pt x="97" y="0"/>
                    <a:pt x="96" y="0"/>
                  </a:cubicBezTo>
                  <a:cubicBezTo>
                    <a:pt x="93" y="0"/>
                    <a:pt x="91" y="1"/>
                    <a:pt x="89" y="3"/>
                  </a:cubicBezTo>
                  <a:cubicBezTo>
                    <a:pt x="86" y="6"/>
                    <a:pt x="84" y="11"/>
                    <a:pt x="82" y="14"/>
                  </a:cubicBezTo>
                  <a:cubicBezTo>
                    <a:pt x="80" y="18"/>
                    <a:pt x="79" y="22"/>
                    <a:pt x="77" y="24"/>
                  </a:cubicBezTo>
                  <a:cubicBezTo>
                    <a:pt x="72" y="30"/>
                    <a:pt x="65" y="36"/>
                    <a:pt x="59" y="42"/>
                  </a:cubicBezTo>
                  <a:cubicBezTo>
                    <a:pt x="56" y="46"/>
                    <a:pt x="53" y="48"/>
                    <a:pt x="50" y="51"/>
                  </a:cubicBezTo>
                  <a:cubicBezTo>
                    <a:pt x="47" y="53"/>
                    <a:pt x="43" y="55"/>
                    <a:pt x="39" y="59"/>
                  </a:cubicBezTo>
                  <a:cubicBezTo>
                    <a:pt x="33" y="64"/>
                    <a:pt x="29" y="71"/>
                    <a:pt x="24" y="76"/>
                  </a:cubicBezTo>
                  <a:cubicBezTo>
                    <a:pt x="19" y="82"/>
                    <a:pt x="13" y="87"/>
                    <a:pt x="7" y="92"/>
                  </a:cubicBezTo>
                  <a:cubicBezTo>
                    <a:pt x="5" y="93"/>
                    <a:pt x="3" y="95"/>
                    <a:pt x="2" y="97"/>
                  </a:cubicBezTo>
                  <a:cubicBezTo>
                    <a:pt x="1" y="99"/>
                    <a:pt x="0" y="101"/>
                    <a:pt x="0" y="103"/>
                  </a:cubicBezTo>
                  <a:cubicBezTo>
                    <a:pt x="0" y="106"/>
                    <a:pt x="1" y="108"/>
                    <a:pt x="2" y="111"/>
                  </a:cubicBezTo>
                  <a:cubicBezTo>
                    <a:pt x="7" y="124"/>
                    <a:pt x="19" y="135"/>
                    <a:pt x="29" y="143"/>
                  </a:cubicBezTo>
                  <a:cubicBezTo>
                    <a:pt x="38" y="149"/>
                    <a:pt x="48" y="151"/>
                    <a:pt x="60" y="151"/>
                  </a:cubicBezTo>
                  <a:cubicBezTo>
                    <a:pt x="81" y="151"/>
                    <a:pt x="105" y="143"/>
                    <a:pt x="120" y="134"/>
                  </a:cubicBezTo>
                  <a:cubicBezTo>
                    <a:pt x="129" y="129"/>
                    <a:pt x="137" y="122"/>
                    <a:pt x="145" y="116"/>
                  </a:cubicBezTo>
                  <a:cubicBezTo>
                    <a:pt x="152" y="111"/>
                    <a:pt x="156" y="104"/>
                    <a:pt x="162" y="100"/>
                  </a:cubicBezTo>
                  <a:cubicBezTo>
                    <a:pt x="176" y="91"/>
                    <a:pt x="194" y="85"/>
                    <a:pt x="210" y="76"/>
                  </a:cubicBezTo>
                  <a:cubicBezTo>
                    <a:pt x="226" y="67"/>
                    <a:pt x="234" y="53"/>
                    <a:pt x="234" y="38"/>
                  </a:cubicBezTo>
                  <a:cubicBezTo>
                    <a:pt x="234" y="30"/>
                    <a:pt x="232" y="21"/>
                    <a:pt x="226" y="12"/>
                  </a:cubicBezTo>
                  <a:cubicBezTo>
                    <a:pt x="225" y="10"/>
                    <a:pt x="225" y="10"/>
                    <a:pt x="225" y="10"/>
                  </a:cubicBezTo>
                  <a:cubicBezTo>
                    <a:pt x="223" y="12"/>
                    <a:pt x="223" y="12"/>
                    <a:pt x="223" y="12"/>
                  </a:cubicBezTo>
                  <a:cubicBezTo>
                    <a:pt x="214" y="20"/>
                    <a:pt x="201" y="23"/>
                    <a:pt x="189" y="26"/>
                  </a:cubicBezTo>
                  <a:cubicBezTo>
                    <a:pt x="182" y="28"/>
                    <a:pt x="175" y="29"/>
                    <a:pt x="168" y="29"/>
                  </a:cubicBezTo>
                  <a:cubicBezTo>
                    <a:pt x="164" y="29"/>
                    <a:pt x="160" y="29"/>
                    <a:pt x="156" y="28"/>
                  </a:cubicBezTo>
                  <a:cubicBezTo>
                    <a:pt x="144" y="26"/>
                    <a:pt x="133" y="20"/>
                    <a:pt x="122" y="14"/>
                  </a:cubicBezTo>
                  <a:cubicBezTo>
                    <a:pt x="115" y="10"/>
                    <a:pt x="105" y="5"/>
                    <a:pt x="99" y="1"/>
                  </a:cubicBezTo>
                  <a:cubicBezTo>
                    <a:pt x="98" y="3"/>
                    <a:pt x="98" y="3"/>
                    <a:pt x="98" y="3"/>
                  </a:cubicBezTo>
                  <a:cubicBezTo>
                    <a:pt x="100" y="2"/>
                    <a:pt x="100" y="2"/>
                    <a:pt x="100" y="2"/>
                  </a:cubicBezTo>
                  <a:cubicBezTo>
                    <a:pt x="99" y="1"/>
                    <a:pt x="99" y="1"/>
                    <a:pt x="99" y="1"/>
                  </a:cubicBezTo>
                  <a:cubicBezTo>
                    <a:pt x="98" y="0"/>
                    <a:pt x="98" y="0"/>
                    <a:pt x="98" y="0"/>
                  </a:cubicBezTo>
                  <a:cubicBezTo>
                    <a:pt x="98" y="0"/>
                    <a:pt x="98" y="0"/>
                    <a:pt x="98" y="0"/>
                  </a:cubicBezTo>
                  <a:cubicBezTo>
                    <a:pt x="97" y="2"/>
                    <a:pt x="97" y="2"/>
                    <a:pt x="97" y="2"/>
                  </a:cubicBezTo>
                  <a:cubicBezTo>
                    <a:pt x="96" y="3"/>
                    <a:pt x="96" y="3"/>
                    <a:pt x="96" y="3"/>
                  </a:cubicBezTo>
                  <a:cubicBezTo>
                    <a:pt x="96" y="4"/>
                    <a:pt x="96" y="4"/>
                    <a:pt x="96" y="4"/>
                  </a:cubicBezTo>
                  <a:cubicBezTo>
                    <a:pt x="97" y="4"/>
                    <a:pt x="97" y="4"/>
                    <a:pt x="97" y="4"/>
                  </a:cubicBezTo>
                  <a:cubicBezTo>
                    <a:pt x="97" y="4"/>
                    <a:pt x="97" y="4"/>
                    <a:pt x="97" y="4"/>
                  </a:cubicBezTo>
                  <a:cubicBezTo>
                    <a:pt x="104" y="9"/>
                    <a:pt x="113" y="14"/>
                    <a:pt x="120" y="17"/>
                  </a:cubicBezTo>
                  <a:cubicBezTo>
                    <a:pt x="131" y="23"/>
                    <a:pt x="142" y="30"/>
                    <a:pt x="155" y="32"/>
                  </a:cubicBezTo>
                  <a:cubicBezTo>
                    <a:pt x="159" y="33"/>
                    <a:pt x="164" y="33"/>
                    <a:pt x="168" y="33"/>
                  </a:cubicBezTo>
                  <a:cubicBezTo>
                    <a:pt x="175" y="33"/>
                    <a:pt x="183" y="32"/>
                    <a:pt x="190" y="30"/>
                  </a:cubicBezTo>
                  <a:cubicBezTo>
                    <a:pt x="202" y="27"/>
                    <a:pt x="216" y="24"/>
                    <a:pt x="226" y="15"/>
                  </a:cubicBezTo>
                  <a:cubicBezTo>
                    <a:pt x="224" y="13"/>
                    <a:pt x="224" y="13"/>
                    <a:pt x="224" y="13"/>
                  </a:cubicBezTo>
                  <a:cubicBezTo>
                    <a:pt x="223" y="14"/>
                    <a:pt x="223" y="14"/>
                    <a:pt x="223" y="14"/>
                  </a:cubicBezTo>
                  <a:cubicBezTo>
                    <a:pt x="228" y="22"/>
                    <a:pt x="230" y="31"/>
                    <a:pt x="230" y="38"/>
                  </a:cubicBezTo>
                  <a:cubicBezTo>
                    <a:pt x="230" y="52"/>
                    <a:pt x="223" y="64"/>
                    <a:pt x="208" y="73"/>
                  </a:cubicBezTo>
                  <a:cubicBezTo>
                    <a:pt x="193" y="82"/>
                    <a:pt x="175" y="87"/>
                    <a:pt x="160" y="97"/>
                  </a:cubicBezTo>
                  <a:cubicBezTo>
                    <a:pt x="153" y="102"/>
                    <a:pt x="149" y="109"/>
                    <a:pt x="143" y="113"/>
                  </a:cubicBezTo>
                  <a:cubicBezTo>
                    <a:pt x="135" y="119"/>
                    <a:pt x="127" y="126"/>
                    <a:pt x="118" y="131"/>
                  </a:cubicBezTo>
                  <a:cubicBezTo>
                    <a:pt x="104" y="139"/>
                    <a:pt x="80" y="147"/>
                    <a:pt x="60" y="147"/>
                  </a:cubicBezTo>
                  <a:cubicBezTo>
                    <a:pt x="49" y="147"/>
                    <a:pt x="39" y="145"/>
                    <a:pt x="32" y="140"/>
                  </a:cubicBezTo>
                  <a:cubicBezTo>
                    <a:pt x="21" y="132"/>
                    <a:pt x="10" y="121"/>
                    <a:pt x="6" y="110"/>
                  </a:cubicBezTo>
                  <a:cubicBezTo>
                    <a:pt x="5" y="107"/>
                    <a:pt x="4" y="105"/>
                    <a:pt x="4" y="103"/>
                  </a:cubicBezTo>
                  <a:cubicBezTo>
                    <a:pt x="4" y="102"/>
                    <a:pt x="4" y="100"/>
                    <a:pt x="5" y="99"/>
                  </a:cubicBezTo>
                  <a:cubicBezTo>
                    <a:pt x="6" y="98"/>
                    <a:pt x="7" y="96"/>
                    <a:pt x="9" y="95"/>
                  </a:cubicBezTo>
                  <a:cubicBezTo>
                    <a:pt x="16" y="90"/>
                    <a:pt x="22" y="84"/>
                    <a:pt x="27" y="79"/>
                  </a:cubicBezTo>
                  <a:cubicBezTo>
                    <a:pt x="33" y="73"/>
                    <a:pt x="36" y="66"/>
                    <a:pt x="42" y="62"/>
                  </a:cubicBezTo>
                  <a:cubicBezTo>
                    <a:pt x="45" y="59"/>
                    <a:pt x="49" y="56"/>
                    <a:pt x="52" y="54"/>
                  </a:cubicBezTo>
                  <a:cubicBezTo>
                    <a:pt x="56" y="51"/>
                    <a:pt x="59" y="49"/>
                    <a:pt x="62" y="45"/>
                  </a:cubicBezTo>
                  <a:cubicBezTo>
                    <a:pt x="68" y="39"/>
                    <a:pt x="75" y="33"/>
                    <a:pt x="80" y="26"/>
                  </a:cubicBezTo>
                  <a:cubicBezTo>
                    <a:pt x="82" y="25"/>
                    <a:pt x="83" y="22"/>
                    <a:pt x="84" y="20"/>
                  </a:cubicBezTo>
                  <a:cubicBezTo>
                    <a:pt x="86" y="16"/>
                    <a:pt x="87" y="12"/>
                    <a:pt x="89" y="9"/>
                  </a:cubicBezTo>
                  <a:cubicBezTo>
                    <a:pt x="90" y="7"/>
                    <a:pt x="92" y="6"/>
                    <a:pt x="93" y="5"/>
                  </a:cubicBezTo>
                  <a:cubicBezTo>
                    <a:pt x="94" y="4"/>
                    <a:pt x="95" y="4"/>
                    <a:pt x="96" y="4"/>
                  </a:cubicBezTo>
                  <a:cubicBezTo>
                    <a:pt x="97" y="4"/>
                    <a:pt x="97" y="4"/>
                    <a:pt x="97" y="4"/>
                  </a:cubicBezTo>
                  <a:cubicBezTo>
                    <a:pt x="97" y="2"/>
                    <a:pt x="97" y="2"/>
                    <a:pt x="97" y="2"/>
                  </a:cubicBezTo>
                  <a:cubicBezTo>
                    <a:pt x="96" y="3"/>
                    <a:pt x="96" y="3"/>
                    <a:pt x="96" y="3"/>
                  </a:cubicBezTo>
                  <a:lnTo>
                    <a:pt x="97" y="2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60524" name="Freeform 473">
              <a:extLst>
                <a:ext uri="{FF2B5EF4-FFF2-40B4-BE49-F238E27FC236}">
                  <a16:creationId xmlns:a16="http://schemas.microsoft.com/office/drawing/2014/main" id="{0CAD9EEA-C8C6-48E6-AAB2-03964044FEA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2" y="3309"/>
              <a:ext cx="148" cy="155"/>
            </a:xfrm>
            <a:custGeom>
              <a:avLst/>
              <a:gdLst>
                <a:gd name="T0" fmla="*/ 931 w 59"/>
                <a:gd name="T1" fmla="*/ 20 h 62"/>
                <a:gd name="T2" fmla="*/ 880 w 59"/>
                <a:gd name="T3" fmla="*/ 0 h 62"/>
                <a:gd name="T4" fmla="*/ 838 w 59"/>
                <a:gd name="T5" fmla="*/ 20 h 62"/>
                <a:gd name="T6" fmla="*/ 755 w 59"/>
                <a:gd name="T7" fmla="*/ 145 h 62"/>
                <a:gd name="T8" fmla="*/ 522 w 59"/>
                <a:gd name="T9" fmla="*/ 375 h 62"/>
                <a:gd name="T10" fmla="*/ 221 w 59"/>
                <a:gd name="T11" fmla="*/ 533 h 62"/>
                <a:gd name="T12" fmla="*/ 83 w 59"/>
                <a:gd name="T13" fmla="*/ 720 h 62"/>
                <a:gd name="T14" fmla="*/ 0 w 59"/>
                <a:gd name="T15" fmla="*/ 938 h 62"/>
                <a:gd name="T16" fmla="*/ 0 w 59"/>
                <a:gd name="T17" fmla="*/ 970 h 62"/>
                <a:gd name="T18" fmla="*/ 33 w 59"/>
                <a:gd name="T19" fmla="*/ 970 h 62"/>
                <a:gd name="T20" fmla="*/ 33 w 59"/>
                <a:gd name="T21" fmla="*/ 938 h 62"/>
                <a:gd name="T22" fmla="*/ 113 w 59"/>
                <a:gd name="T23" fmla="*/ 738 h 62"/>
                <a:gd name="T24" fmla="*/ 238 w 59"/>
                <a:gd name="T25" fmla="*/ 563 h 62"/>
                <a:gd name="T26" fmla="*/ 534 w 59"/>
                <a:gd name="T27" fmla="*/ 395 h 62"/>
                <a:gd name="T28" fmla="*/ 788 w 59"/>
                <a:gd name="T29" fmla="*/ 158 h 62"/>
                <a:gd name="T30" fmla="*/ 838 w 59"/>
                <a:gd name="T31" fmla="*/ 83 h 62"/>
                <a:gd name="T32" fmla="*/ 868 w 59"/>
                <a:gd name="T33" fmla="*/ 50 h 62"/>
                <a:gd name="T34" fmla="*/ 880 w 59"/>
                <a:gd name="T35" fmla="*/ 33 h 62"/>
                <a:gd name="T36" fmla="*/ 913 w 59"/>
                <a:gd name="T37" fmla="*/ 50 h 62"/>
                <a:gd name="T38" fmla="*/ 931 w 59"/>
                <a:gd name="T39" fmla="*/ 20 h 62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59" h="62">
                  <a:moveTo>
                    <a:pt x="59" y="1"/>
                  </a:moveTo>
                  <a:cubicBezTo>
                    <a:pt x="58" y="1"/>
                    <a:pt x="57" y="0"/>
                    <a:pt x="56" y="0"/>
                  </a:cubicBezTo>
                  <a:cubicBezTo>
                    <a:pt x="55" y="0"/>
                    <a:pt x="54" y="1"/>
                    <a:pt x="53" y="1"/>
                  </a:cubicBezTo>
                  <a:cubicBezTo>
                    <a:pt x="51" y="3"/>
                    <a:pt x="50" y="7"/>
                    <a:pt x="48" y="9"/>
                  </a:cubicBezTo>
                  <a:cubicBezTo>
                    <a:pt x="44" y="16"/>
                    <a:pt x="40" y="20"/>
                    <a:pt x="33" y="24"/>
                  </a:cubicBezTo>
                  <a:cubicBezTo>
                    <a:pt x="27" y="27"/>
                    <a:pt x="19" y="29"/>
                    <a:pt x="14" y="34"/>
                  </a:cubicBezTo>
                  <a:cubicBezTo>
                    <a:pt x="11" y="37"/>
                    <a:pt x="7" y="41"/>
                    <a:pt x="5" y="46"/>
                  </a:cubicBezTo>
                  <a:cubicBezTo>
                    <a:pt x="2" y="51"/>
                    <a:pt x="0" y="56"/>
                    <a:pt x="0" y="60"/>
                  </a:cubicBezTo>
                  <a:cubicBezTo>
                    <a:pt x="0" y="61"/>
                    <a:pt x="0" y="61"/>
                    <a:pt x="0" y="62"/>
                  </a:cubicBezTo>
                  <a:cubicBezTo>
                    <a:pt x="2" y="62"/>
                    <a:pt x="2" y="62"/>
                    <a:pt x="2" y="62"/>
                  </a:cubicBezTo>
                  <a:cubicBezTo>
                    <a:pt x="2" y="61"/>
                    <a:pt x="2" y="61"/>
                    <a:pt x="2" y="60"/>
                  </a:cubicBezTo>
                  <a:cubicBezTo>
                    <a:pt x="2" y="57"/>
                    <a:pt x="4" y="52"/>
                    <a:pt x="7" y="47"/>
                  </a:cubicBezTo>
                  <a:cubicBezTo>
                    <a:pt x="9" y="42"/>
                    <a:pt x="12" y="38"/>
                    <a:pt x="15" y="36"/>
                  </a:cubicBezTo>
                  <a:cubicBezTo>
                    <a:pt x="20" y="31"/>
                    <a:pt x="28" y="29"/>
                    <a:pt x="34" y="25"/>
                  </a:cubicBezTo>
                  <a:cubicBezTo>
                    <a:pt x="42" y="21"/>
                    <a:pt x="46" y="18"/>
                    <a:pt x="50" y="10"/>
                  </a:cubicBezTo>
                  <a:cubicBezTo>
                    <a:pt x="51" y="8"/>
                    <a:pt x="52" y="6"/>
                    <a:pt x="53" y="5"/>
                  </a:cubicBezTo>
                  <a:cubicBezTo>
                    <a:pt x="54" y="4"/>
                    <a:pt x="54" y="3"/>
                    <a:pt x="55" y="3"/>
                  </a:cubicBezTo>
                  <a:cubicBezTo>
                    <a:pt x="55" y="2"/>
                    <a:pt x="56" y="2"/>
                    <a:pt x="56" y="2"/>
                  </a:cubicBezTo>
                  <a:cubicBezTo>
                    <a:pt x="57" y="2"/>
                    <a:pt x="58" y="2"/>
                    <a:pt x="58" y="3"/>
                  </a:cubicBezTo>
                  <a:lnTo>
                    <a:pt x="59" y="1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60525" name="Freeform 474">
              <a:extLst>
                <a:ext uri="{FF2B5EF4-FFF2-40B4-BE49-F238E27FC236}">
                  <a16:creationId xmlns:a16="http://schemas.microsoft.com/office/drawing/2014/main" id="{7C38CD8C-ADCF-440D-8F62-B32E311752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7" y="3327"/>
              <a:ext cx="75" cy="107"/>
            </a:xfrm>
            <a:custGeom>
              <a:avLst/>
              <a:gdLst>
                <a:gd name="T0" fmla="*/ 438 w 30"/>
                <a:gd name="T1" fmla="*/ 0 h 43"/>
                <a:gd name="T2" fmla="*/ 345 w 30"/>
                <a:gd name="T3" fmla="*/ 167 h 43"/>
                <a:gd name="T4" fmla="*/ 345 w 30"/>
                <a:gd name="T5" fmla="*/ 199 h 43"/>
                <a:gd name="T6" fmla="*/ 363 w 30"/>
                <a:gd name="T7" fmla="*/ 341 h 43"/>
                <a:gd name="T8" fmla="*/ 345 w 30"/>
                <a:gd name="T9" fmla="*/ 383 h 43"/>
                <a:gd name="T10" fmla="*/ 188 w 30"/>
                <a:gd name="T11" fmla="*/ 528 h 43"/>
                <a:gd name="T12" fmla="*/ 0 w 30"/>
                <a:gd name="T13" fmla="*/ 649 h 43"/>
                <a:gd name="T14" fmla="*/ 20 w 30"/>
                <a:gd name="T15" fmla="*/ 662 h 43"/>
                <a:gd name="T16" fmla="*/ 208 w 30"/>
                <a:gd name="T17" fmla="*/ 537 h 43"/>
                <a:gd name="T18" fmla="*/ 375 w 30"/>
                <a:gd name="T19" fmla="*/ 403 h 43"/>
                <a:gd name="T20" fmla="*/ 395 w 30"/>
                <a:gd name="T21" fmla="*/ 341 h 43"/>
                <a:gd name="T22" fmla="*/ 375 w 30"/>
                <a:gd name="T23" fmla="*/ 199 h 43"/>
                <a:gd name="T24" fmla="*/ 375 w 30"/>
                <a:gd name="T25" fmla="*/ 167 h 43"/>
                <a:gd name="T26" fmla="*/ 470 w 30"/>
                <a:gd name="T27" fmla="*/ 12 h 43"/>
                <a:gd name="T28" fmla="*/ 438 w 30"/>
                <a:gd name="T29" fmla="*/ 0 h 4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30" h="43">
                  <a:moveTo>
                    <a:pt x="28" y="0"/>
                  </a:moveTo>
                  <a:cubicBezTo>
                    <a:pt x="26" y="3"/>
                    <a:pt x="23" y="6"/>
                    <a:pt x="22" y="11"/>
                  </a:cubicBezTo>
                  <a:cubicBezTo>
                    <a:pt x="22" y="11"/>
                    <a:pt x="22" y="12"/>
                    <a:pt x="22" y="13"/>
                  </a:cubicBezTo>
                  <a:cubicBezTo>
                    <a:pt x="22" y="16"/>
                    <a:pt x="23" y="19"/>
                    <a:pt x="23" y="22"/>
                  </a:cubicBezTo>
                  <a:cubicBezTo>
                    <a:pt x="23" y="23"/>
                    <a:pt x="22" y="24"/>
                    <a:pt x="22" y="25"/>
                  </a:cubicBezTo>
                  <a:cubicBezTo>
                    <a:pt x="21" y="29"/>
                    <a:pt x="17" y="31"/>
                    <a:pt x="12" y="34"/>
                  </a:cubicBezTo>
                  <a:cubicBezTo>
                    <a:pt x="8" y="36"/>
                    <a:pt x="3" y="38"/>
                    <a:pt x="0" y="42"/>
                  </a:cubicBezTo>
                  <a:cubicBezTo>
                    <a:pt x="1" y="43"/>
                    <a:pt x="1" y="43"/>
                    <a:pt x="1" y="43"/>
                  </a:cubicBezTo>
                  <a:cubicBezTo>
                    <a:pt x="4" y="40"/>
                    <a:pt x="9" y="38"/>
                    <a:pt x="13" y="35"/>
                  </a:cubicBezTo>
                  <a:cubicBezTo>
                    <a:pt x="18" y="33"/>
                    <a:pt x="22" y="30"/>
                    <a:pt x="24" y="26"/>
                  </a:cubicBezTo>
                  <a:cubicBezTo>
                    <a:pt x="24" y="25"/>
                    <a:pt x="25" y="23"/>
                    <a:pt x="25" y="22"/>
                  </a:cubicBezTo>
                  <a:cubicBezTo>
                    <a:pt x="25" y="19"/>
                    <a:pt x="24" y="16"/>
                    <a:pt x="24" y="13"/>
                  </a:cubicBezTo>
                  <a:cubicBezTo>
                    <a:pt x="24" y="12"/>
                    <a:pt x="24" y="12"/>
                    <a:pt x="24" y="11"/>
                  </a:cubicBezTo>
                  <a:cubicBezTo>
                    <a:pt x="25" y="7"/>
                    <a:pt x="27" y="4"/>
                    <a:pt x="30" y="1"/>
                  </a:cubicBezTo>
                  <a:lnTo>
                    <a:pt x="28" y="0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60526" name="Freeform 475">
              <a:extLst>
                <a:ext uri="{FF2B5EF4-FFF2-40B4-BE49-F238E27FC236}">
                  <a16:creationId xmlns:a16="http://schemas.microsoft.com/office/drawing/2014/main" id="{B59FE4CF-4B87-48A4-80F7-B800FDB365A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2" y="3339"/>
              <a:ext cx="45" cy="113"/>
            </a:xfrm>
            <a:custGeom>
              <a:avLst/>
              <a:gdLst>
                <a:gd name="T0" fmla="*/ 0 w 18"/>
                <a:gd name="T1" fmla="*/ 0 h 45"/>
                <a:gd name="T2" fmla="*/ 0 w 18"/>
                <a:gd name="T3" fmla="*/ 33 h 45"/>
                <a:gd name="T4" fmla="*/ 125 w 18"/>
                <a:gd name="T5" fmla="*/ 304 h 45"/>
                <a:gd name="T6" fmla="*/ 250 w 18"/>
                <a:gd name="T7" fmla="*/ 713 h 45"/>
                <a:gd name="T8" fmla="*/ 283 w 18"/>
                <a:gd name="T9" fmla="*/ 713 h 45"/>
                <a:gd name="T10" fmla="*/ 158 w 18"/>
                <a:gd name="T11" fmla="*/ 284 h 45"/>
                <a:gd name="T12" fmla="*/ 33 w 18"/>
                <a:gd name="T13" fmla="*/ 33 h 45"/>
                <a:gd name="T14" fmla="*/ 33 w 18"/>
                <a:gd name="T15" fmla="*/ 0 h 45"/>
                <a:gd name="T16" fmla="*/ 0 w 18"/>
                <a:gd name="T17" fmla="*/ 0 h 4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" h="45">
                  <a:moveTo>
                    <a:pt x="0" y="0"/>
                  </a:moveTo>
                  <a:cubicBezTo>
                    <a:pt x="0" y="1"/>
                    <a:pt x="0" y="1"/>
                    <a:pt x="0" y="2"/>
                  </a:cubicBezTo>
                  <a:cubicBezTo>
                    <a:pt x="0" y="9"/>
                    <a:pt x="5" y="14"/>
                    <a:pt x="8" y="19"/>
                  </a:cubicBezTo>
                  <a:cubicBezTo>
                    <a:pt x="12" y="27"/>
                    <a:pt x="14" y="36"/>
                    <a:pt x="16" y="45"/>
                  </a:cubicBezTo>
                  <a:cubicBezTo>
                    <a:pt x="18" y="45"/>
                    <a:pt x="18" y="45"/>
                    <a:pt x="18" y="45"/>
                  </a:cubicBezTo>
                  <a:cubicBezTo>
                    <a:pt x="16" y="36"/>
                    <a:pt x="14" y="27"/>
                    <a:pt x="10" y="18"/>
                  </a:cubicBezTo>
                  <a:cubicBezTo>
                    <a:pt x="7" y="13"/>
                    <a:pt x="2" y="7"/>
                    <a:pt x="2" y="2"/>
                  </a:cubicBezTo>
                  <a:cubicBezTo>
                    <a:pt x="2" y="1"/>
                    <a:pt x="2" y="1"/>
                    <a:pt x="2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60527" name="Freeform 476">
              <a:extLst>
                <a:ext uri="{FF2B5EF4-FFF2-40B4-BE49-F238E27FC236}">
                  <a16:creationId xmlns:a16="http://schemas.microsoft.com/office/drawing/2014/main" id="{C7344595-2953-46F9-A28B-A809BB95B6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2" y="3359"/>
              <a:ext cx="17" cy="80"/>
            </a:xfrm>
            <a:custGeom>
              <a:avLst/>
              <a:gdLst>
                <a:gd name="T0" fmla="*/ 70 w 7"/>
                <a:gd name="T1" fmla="*/ 0 h 32"/>
                <a:gd name="T2" fmla="*/ 70 w 7"/>
                <a:gd name="T3" fmla="*/ 63 h 32"/>
                <a:gd name="T4" fmla="*/ 41 w 7"/>
                <a:gd name="T5" fmla="*/ 238 h 32"/>
                <a:gd name="T6" fmla="*/ 0 w 7"/>
                <a:gd name="T7" fmla="*/ 408 h 32"/>
                <a:gd name="T8" fmla="*/ 12 w 7"/>
                <a:gd name="T9" fmla="*/ 500 h 32"/>
                <a:gd name="T10" fmla="*/ 41 w 7"/>
                <a:gd name="T11" fmla="*/ 488 h 32"/>
                <a:gd name="T12" fmla="*/ 29 w 7"/>
                <a:gd name="T13" fmla="*/ 408 h 32"/>
                <a:gd name="T14" fmla="*/ 70 w 7"/>
                <a:gd name="T15" fmla="*/ 238 h 32"/>
                <a:gd name="T16" fmla="*/ 100 w 7"/>
                <a:gd name="T17" fmla="*/ 63 h 32"/>
                <a:gd name="T18" fmla="*/ 100 w 7"/>
                <a:gd name="T19" fmla="*/ 0 h 32"/>
                <a:gd name="T20" fmla="*/ 70 w 7"/>
                <a:gd name="T21" fmla="*/ 0 h 3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" h="32">
                  <a:moveTo>
                    <a:pt x="5" y="0"/>
                  </a:moveTo>
                  <a:cubicBezTo>
                    <a:pt x="5" y="1"/>
                    <a:pt x="5" y="3"/>
                    <a:pt x="5" y="4"/>
                  </a:cubicBezTo>
                  <a:cubicBezTo>
                    <a:pt x="5" y="8"/>
                    <a:pt x="4" y="11"/>
                    <a:pt x="3" y="15"/>
                  </a:cubicBezTo>
                  <a:cubicBezTo>
                    <a:pt x="1" y="18"/>
                    <a:pt x="0" y="22"/>
                    <a:pt x="0" y="26"/>
                  </a:cubicBezTo>
                  <a:cubicBezTo>
                    <a:pt x="0" y="28"/>
                    <a:pt x="0" y="30"/>
                    <a:pt x="1" y="32"/>
                  </a:cubicBezTo>
                  <a:cubicBezTo>
                    <a:pt x="3" y="31"/>
                    <a:pt x="3" y="31"/>
                    <a:pt x="3" y="31"/>
                  </a:cubicBezTo>
                  <a:cubicBezTo>
                    <a:pt x="2" y="30"/>
                    <a:pt x="2" y="28"/>
                    <a:pt x="2" y="26"/>
                  </a:cubicBezTo>
                  <a:cubicBezTo>
                    <a:pt x="2" y="23"/>
                    <a:pt x="3" y="19"/>
                    <a:pt x="5" y="15"/>
                  </a:cubicBezTo>
                  <a:cubicBezTo>
                    <a:pt x="6" y="12"/>
                    <a:pt x="7" y="8"/>
                    <a:pt x="7" y="4"/>
                  </a:cubicBezTo>
                  <a:cubicBezTo>
                    <a:pt x="7" y="3"/>
                    <a:pt x="7" y="1"/>
                    <a:pt x="7" y="0"/>
                  </a:cubicBezTo>
                  <a:lnTo>
                    <a:pt x="5" y="0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60528" name="Freeform 477">
              <a:extLst>
                <a:ext uri="{FF2B5EF4-FFF2-40B4-BE49-F238E27FC236}">
                  <a16:creationId xmlns:a16="http://schemas.microsoft.com/office/drawing/2014/main" id="{4F7BD81B-8586-4B41-BC3C-27CB76B30D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2" y="3347"/>
              <a:ext cx="47" cy="52"/>
            </a:xfrm>
            <a:custGeom>
              <a:avLst/>
              <a:gdLst>
                <a:gd name="T0" fmla="*/ 0 w 19"/>
                <a:gd name="T1" fmla="*/ 0 h 21"/>
                <a:gd name="T2" fmla="*/ 62 w 19"/>
                <a:gd name="T3" fmla="*/ 92 h 21"/>
                <a:gd name="T4" fmla="*/ 195 w 19"/>
                <a:gd name="T5" fmla="*/ 166 h 21"/>
                <a:gd name="T6" fmla="*/ 257 w 19"/>
                <a:gd name="T7" fmla="*/ 287 h 21"/>
                <a:gd name="T8" fmla="*/ 257 w 19"/>
                <a:gd name="T9" fmla="*/ 319 h 21"/>
                <a:gd name="T10" fmla="*/ 287 w 19"/>
                <a:gd name="T11" fmla="*/ 319 h 21"/>
                <a:gd name="T12" fmla="*/ 287 w 19"/>
                <a:gd name="T13" fmla="*/ 287 h 21"/>
                <a:gd name="T14" fmla="*/ 257 w 19"/>
                <a:gd name="T15" fmla="*/ 166 h 21"/>
                <a:gd name="T16" fmla="*/ 121 w 19"/>
                <a:gd name="T17" fmla="*/ 92 h 21"/>
                <a:gd name="T18" fmla="*/ 30 w 19"/>
                <a:gd name="T19" fmla="*/ 0 h 21"/>
                <a:gd name="T20" fmla="*/ 0 w 19"/>
                <a:gd name="T21" fmla="*/ 0 h 2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9" h="21">
                  <a:moveTo>
                    <a:pt x="0" y="0"/>
                  </a:moveTo>
                  <a:cubicBezTo>
                    <a:pt x="1" y="3"/>
                    <a:pt x="2" y="5"/>
                    <a:pt x="4" y="6"/>
                  </a:cubicBezTo>
                  <a:cubicBezTo>
                    <a:pt x="7" y="8"/>
                    <a:pt x="10" y="9"/>
                    <a:pt x="13" y="11"/>
                  </a:cubicBezTo>
                  <a:cubicBezTo>
                    <a:pt x="15" y="12"/>
                    <a:pt x="17" y="15"/>
                    <a:pt x="17" y="19"/>
                  </a:cubicBezTo>
                  <a:cubicBezTo>
                    <a:pt x="17" y="19"/>
                    <a:pt x="17" y="20"/>
                    <a:pt x="17" y="21"/>
                  </a:cubicBezTo>
                  <a:cubicBezTo>
                    <a:pt x="19" y="21"/>
                    <a:pt x="19" y="21"/>
                    <a:pt x="19" y="21"/>
                  </a:cubicBezTo>
                  <a:cubicBezTo>
                    <a:pt x="19" y="20"/>
                    <a:pt x="19" y="19"/>
                    <a:pt x="19" y="19"/>
                  </a:cubicBezTo>
                  <a:cubicBezTo>
                    <a:pt x="19" y="16"/>
                    <a:pt x="18" y="13"/>
                    <a:pt x="17" y="11"/>
                  </a:cubicBezTo>
                  <a:cubicBezTo>
                    <a:pt x="14" y="9"/>
                    <a:pt x="11" y="7"/>
                    <a:pt x="8" y="6"/>
                  </a:cubicBezTo>
                  <a:cubicBezTo>
                    <a:pt x="5" y="4"/>
                    <a:pt x="3" y="3"/>
                    <a:pt x="2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</p:grpSp>
      <p:grpSp>
        <p:nvGrpSpPr>
          <p:cNvPr id="60427" name="Group 478">
            <a:extLst>
              <a:ext uri="{FF2B5EF4-FFF2-40B4-BE49-F238E27FC236}">
                <a16:creationId xmlns:a16="http://schemas.microsoft.com/office/drawing/2014/main" id="{4DCEC1C4-050E-4D67-BBE7-DEF4A8499285}"/>
              </a:ext>
            </a:extLst>
          </p:cNvPr>
          <p:cNvGrpSpPr>
            <a:grpSpLocks/>
          </p:cNvGrpSpPr>
          <p:nvPr/>
        </p:nvGrpSpPr>
        <p:grpSpPr bwMode="auto">
          <a:xfrm>
            <a:off x="11510656" y="2832957"/>
            <a:ext cx="308829" cy="194959"/>
            <a:chOff x="3299" y="3312"/>
            <a:chExt cx="598" cy="378"/>
          </a:xfrm>
        </p:grpSpPr>
        <p:sp>
          <p:nvSpPr>
            <p:cNvPr id="60515" name="Freeform 479">
              <a:extLst>
                <a:ext uri="{FF2B5EF4-FFF2-40B4-BE49-F238E27FC236}">
                  <a16:creationId xmlns:a16="http://schemas.microsoft.com/office/drawing/2014/main" id="{E9CB6F85-D64A-4CBF-9EBC-D8607FA207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9" y="3317"/>
              <a:ext cx="596" cy="368"/>
            </a:xfrm>
            <a:custGeom>
              <a:avLst/>
              <a:gdLst>
                <a:gd name="T0" fmla="*/ 2246 w 238"/>
                <a:gd name="T1" fmla="*/ 0 h 147"/>
                <a:gd name="T2" fmla="*/ 2214 w 238"/>
                <a:gd name="T3" fmla="*/ 0 h 147"/>
                <a:gd name="T4" fmla="*/ 2214 w 238"/>
                <a:gd name="T5" fmla="*/ 20 h 147"/>
                <a:gd name="T6" fmla="*/ 1851 w 238"/>
                <a:gd name="T7" fmla="*/ 208 h 147"/>
                <a:gd name="T8" fmla="*/ 1305 w 238"/>
                <a:gd name="T9" fmla="*/ 438 h 147"/>
                <a:gd name="T10" fmla="*/ 1117 w 238"/>
                <a:gd name="T11" fmla="*/ 458 h 147"/>
                <a:gd name="T12" fmla="*/ 771 w 238"/>
                <a:gd name="T13" fmla="*/ 408 h 147"/>
                <a:gd name="T14" fmla="*/ 220 w 238"/>
                <a:gd name="T15" fmla="*/ 175 h 147"/>
                <a:gd name="T16" fmla="*/ 471 w 238"/>
                <a:gd name="T17" fmla="*/ 1147 h 147"/>
                <a:gd name="T18" fmla="*/ 1222 w 238"/>
                <a:gd name="T19" fmla="*/ 1505 h 147"/>
                <a:gd name="T20" fmla="*/ 1493 w 238"/>
                <a:gd name="T21" fmla="*/ 1755 h 147"/>
                <a:gd name="T22" fmla="*/ 1868 w 238"/>
                <a:gd name="T23" fmla="*/ 2038 h 147"/>
                <a:gd name="T24" fmla="*/ 2810 w 238"/>
                <a:gd name="T25" fmla="*/ 2306 h 147"/>
                <a:gd name="T26" fmla="*/ 3268 w 238"/>
                <a:gd name="T27" fmla="*/ 2180 h 147"/>
                <a:gd name="T28" fmla="*/ 3686 w 238"/>
                <a:gd name="T29" fmla="*/ 1692 h 147"/>
                <a:gd name="T30" fmla="*/ 3611 w 238"/>
                <a:gd name="T31" fmla="*/ 1429 h 147"/>
                <a:gd name="T32" fmla="*/ 3343 w 238"/>
                <a:gd name="T33" fmla="*/ 1179 h 147"/>
                <a:gd name="T34" fmla="*/ 3110 w 238"/>
                <a:gd name="T35" fmla="*/ 909 h 147"/>
                <a:gd name="T36" fmla="*/ 2797 w 238"/>
                <a:gd name="T37" fmla="*/ 646 h 147"/>
                <a:gd name="T38" fmla="*/ 2514 w 238"/>
                <a:gd name="T39" fmla="*/ 363 h 147"/>
                <a:gd name="T40" fmla="*/ 2246 w 238"/>
                <a:gd name="T41" fmla="*/ 0 h 147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238" h="147">
                  <a:moveTo>
                    <a:pt x="143" y="0"/>
                  </a:moveTo>
                  <a:cubicBezTo>
                    <a:pt x="142" y="0"/>
                    <a:pt x="142" y="0"/>
                    <a:pt x="141" y="0"/>
                  </a:cubicBezTo>
                  <a:cubicBezTo>
                    <a:pt x="141" y="1"/>
                    <a:pt x="141" y="1"/>
                    <a:pt x="141" y="1"/>
                  </a:cubicBezTo>
                  <a:cubicBezTo>
                    <a:pt x="134" y="5"/>
                    <a:pt x="125" y="10"/>
                    <a:pt x="118" y="13"/>
                  </a:cubicBezTo>
                  <a:cubicBezTo>
                    <a:pt x="107" y="19"/>
                    <a:pt x="96" y="26"/>
                    <a:pt x="83" y="28"/>
                  </a:cubicBezTo>
                  <a:cubicBezTo>
                    <a:pt x="79" y="29"/>
                    <a:pt x="75" y="29"/>
                    <a:pt x="71" y="29"/>
                  </a:cubicBezTo>
                  <a:cubicBezTo>
                    <a:pt x="64" y="29"/>
                    <a:pt x="56" y="28"/>
                    <a:pt x="49" y="26"/>
                  </a:cubicBezTo>
                  <a:cubicBezTo>
                    <a:pt x="37" y="22"/>
                    <a:pt x="24" y="19"/>
                    <a:pt x="14" y="11"/>
                  </a:cubicBezTo>
                  <a:cubicBezTo>
                    <a:pt x="0" y="34"/>
                    <a:pt x="6" y="59"/>
                    <a:pt x="30" y="73"/>
                  </a:cubicBezTo>
                  <a:cubicBezTo>
                    <a:pt x="45" y="81"/>
                    <a:pt x="63" y="87"/>
                    <a:pt x="78" y="96"/>
                  </a:cubicBezTo>
                  <a:cubicBezTo>
                    <a:pt x="84" y="101"/>
                    <a:pt x="88" y="108"/>
                    <a:pt x="95" y="112"/>
                  </a:cubicBezTo>
                  <a:cubicBezTo>
                    <a:pt x="103" y="118"/>
                    <a:pt x="111" y="125"/>
                    <a:pt x="119" y="130"/>
                  </a:cubicBezTo>
                  <a:cubicBezTo>
                    <a:pt x="134" y="138"/>
                    <a:pt x="158" y="147"/>
                    <a:pt x="179" y="147"/>
                  </a:cubicBezTo>
                  <a:cubicBezTo>
                    <a:pt x="190" y="147"/>
                    <a:pt x="200" y="144"/>
                    <a:pt x="208" y="139"/>
                  </a:cubicBezTo>
                  <a:cubicBezTo>
                    <a:pt x="219" y="132"/>
                    <a:pt x="230" y="120"/>
                    <a:pt x="235" y="108"/>
                  </a:cubicBezTo>
                  <a:cubicBezTo>
                    <a:pt x="238" y="100"/>
                    <a:pt x="237" y="96"/>
                    <a:pt x="230" y="91"/>
                  </a:cubicBezTo>
                  <a:cubicBezTo>
                    <a:pt x="224" y="86"/>
                    <a:pt x="218" y="81"/>
                    <a:pt x="213" y="75"/>
                  </a:cubicBezTo>
                  <a:cubicBezTo>
                    <a:pt x="208" y="70"/>
                    <a:pt x="204" y="63"/>
                    <a:pt x="198" y="58"/>
                  </a:cubicBezTo>
                  <a:cubicBezTo>
                    <a:pt x="191" y="52"/>
                    <a:pt x="184" y="49"/>
                    <a:pt x="178" y="41"/>
                  </a:cubicBezTo>
                  <a:cubicBezTo>
                    <a:pt x="173" y="35"/>
                    <a:pt x="166" y="29"/>
                    <a:pt x="160" y="23"/>
                  </a:cubicBezTo>
                  <a:cubicBezTo>
                    <a:pt x="155" y="17"/>
                    <a:pt x="152" y="0"/>
                    <a:pt x="14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60516" name="Freeform 480">
              <a:extLst>
                <a:ext uri="{FF2B5EF4-FFF2-40B4-BE49-F238E27FC236}">
                  <a16:creationId xmlns:a16="http://schemas.microsoft.com/office/drawing/2014/main" id="{4BE286CB-56FA-4DE9-AEB9-9ACF517E25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9" y="3312"/>
              <a:ext cx="588" cy="378"/>
            </a:xfrm>
            <a:custGeom>
              <a:avLst/>
              <a:gdLst>
                <a:gd name="T0" fmla="*/ 2159 w 235"/>
                <a:gd name="T1" fmla="*/ 63 h 151"/>
                <a:gd name="T2" fmla="*/ 2242 w 235"/>
                <a:gd name="T3" fmla="*/ 95 h 151"/>
                <a:gd name="T4" fmla="*/ 2430 w 235"/>
                <a:gd name="T5" fmla="*/ 408 h 151"/>
                <a:gd name="T6" fmla="*/ 2847 w 235"/>
                <a:gd name="T7" fmla="*/ 846 h 151"/>
                <a:gd name="T8" fmla="*/ 3243 w 235"/>
                <a:gd name="T9" fmla="*/ 1222 h 151"/>
                <a:gd name="T10" fmla="*/ 3588 w 235"/>
                <a:gd name="T11" fmla="*/ 1555 h 151"/>
                <a:gd name="T12" fmla="*/ 3588 w 235"/>
                <a:gd name="T13" fmla="*/ 1710 h 151"/>
                <a:gd name="T14" fmla="*/ 2742 w 235"/>
                <a:gd name="T15" fmla="*/ 2306 h 151"/>
                <a:gd name="T16" fmla="*/ 1439 w 235"/>
                <a:gd name="T17" fmla="*/ 1772 h 151"/>
                <a:gd name="T18" fmla="*/ 425 w 235"/>
                <a:gd name="T19" fmla="*/ 1147 h 151"/>
                <a:gd name="T20" fmla="*/ 188 w 235"/>
                <a:gd name="T21" fmla="*/ 220 h 151"/>
                <a:gd name="T22" fmla="*/ 145 w 235"/>
                <a:gd name="T23" fmla="*/ 238 h 151"/>
                <a:gd name="T24" fmla="*/ 1051 w 235"/>
                <a:gd name="T25" fmla="*/ 521 h 151"/>
                <a:gd name="T26" fmla="*/ 1804 w 235"/>
                <a:gd name="T27" fmla="*/ 270 h 151"/>
                <a:gd name="T28" fmla="*/ 2159 w 235"/>
                <a:gd name="T29" fmla="*/ 63 h 151"/>
                <a:gd name="T30" fmla="*/ 2147 w 235"/>
                <a:gd name="T31" fmla="*/ 33 h 151"/>
                <a:gd name="T32" fmla="*/ 2147 w 235"/>
                <a:gd name="T33" fmla="*/ 33 h 151"/>
                <a:gd name="T34" fmla="*/ 2117 w 235"/>
                <a:gd name="T35" fmla="*/ 20 h 151"/>
                <a:gd name="T36" fmla="*/ 2129 w 235"/>
                <a:gd name="T37" fmla="*/ 20 h 151"/>
                <a:gd name="T38" fmla="*/ 1239 w 235"/>
                <a:gd name="T39" fmla="*/ 438 h 151"/>
                <a:gd name="T40" fmla="*/ 721 w 235"/>
                <a:gd name="T41" fmla="*/ 408 h 151"/>
                <a:gd name="T42" fmla="*/ 158 w 235"/>
                <a:gd name="T43" fmla="*/ 158 h 151"/>
                <a:gd name="T44" fmla="*/ 0 w 235"/>
                <a:gd name="T45" fmla="*/ 596 h 151"/>
                <a:gd name="T46" fmla="*/ 1146 w 235"/>
                <a:gd name="T47" fmla="*/ 1567 h 151"/>
                <a:gd name="T48" fmla="*/ 1784 w 235"/>
                <a:gd name="T49" fmla="*/ 2100 h 151"/>
                <a:gd name="T50" fmla="*/ 3213 w 235"/>
                <a:gd name="T51" fmla="*/ 2243 h 151"/>
                <a:gd name="T52" fmla="*/ 3681 w 235"/>
                <a:gd name="T53" fmla="*/ 1617 h 151"/>
                <a:gd name="T54" fmla="*/ 3568 w 235"/>
                <a:gd name="T55" fmla="*/ 1429 h 151"/>
                <a:gd name="T56" fmla="*/ 3055 w 235"/>
                <a:gd name="T57" fmla="*/ 909 h 151"/>
                <a:gd name="T58" fmla="*/ 2742 w 235"/>
                <a:gd name="T59" fmla="*/ 658 h 151"/>
                <a:gd name="T60" fmla="*/ 2410 w 235"/>
                <a:gd name="T61" fmla="*/ 283 h 151"/>
                <a:gd name="T62" fmla="*/ 2272 w 235"/>
                <a:gd name="T63" fmla="*/ 33 h 151"/>
                <a:gd name="T64" fmla="*/ 2147 w 235"/>
                <a:gd name="T65" fmla="*/ 0 h 151"/>
                <a:gd name="T66" fmla="*/ 2129 w 235"/>
                <a:gd name="T67" fmla="*/ 20 h 151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235" h="151">
                  <a:moveTo>
                    <a:pt x="137" y="2"/>
                  </a:moveTo>
                  <a:cubicBezTo>
                    <a:pt x="138" y="4"/>
                    <a:pt x="138" y="4"/>
                    <a:pt x="138" y="4"/>
                  </a:cubicBezTo>
                  <a:cubicBezTo>
                    <a:pt x="139" y="4"/>
                    <a:pt x="139" y="4"/>
                    <a:pt x="139" y="4"/>
                  </a:cubicBezTo>
                  <a:cubicBezTo>
                    <a:pt x="140" y="4"/>
                    <a:pt x="142" y="4"/>
                    <a:pt x="143" y="6"/>
                  </a:cubicBezTo>
                  <a:cubicBezTo>
                    <a:pt x="145" y="8"/>
                    <a:pt x="147" y="12"/>
                    <a:pt x="149" y="16"/>
                  </a:cubicBezTo>
                  <a:cubicBezTo>
                    <a:pt x="151" y="20"/>
                    <a:pt x="152" y="24"/>
                    <a:pt x="155" y="26"/>
                  </a:cubicBezTo>
                  <a:cubicBezTo>
                    <a:pt x="160" y="33"/>
                    <a:pt x="167" y="38"/>
                    <a:pt x="172" y="45"/>
                  </a:cubicBezTo>
                  <a:cubicBezTo>
                    <a:pt x="175" y="48"/>
                    <a:pt x="179" y="51"/>
                    <a:pt x="182" y="54"/>
                  </a:cubicBezTo>
                  <a:cubicBezTo>
                    <a:pt x="186" y="56"/>
                    <a:pt x="189" y="59"/>
                    <a:pt x="193" y="61"/>
                  </a:cubicBezTo>
                  <a:cubicBezTo>
                    <a:pt x="198" y="66"/>
                    <a:pt x="202" y="73"/>
                    <a:pt x="207" y="78"/>
                  </a:cubicBezTo>
                  <a:cubicBezTo>
                    <a:pt x="213" y="84"/>
                    <a:pt x="219" y="90"/>
                    <a:pt x="225" y="95"/>
                  </a:cubicBezTo>
                  <a:cubicBezTo>
                    <a:pt x="227" y="96"/>
                    <a:pt x="229" y="98"/>
                    <a:pt x="229" y="99"/>
                  </a:cubicBezTo>
                  <a:cubicBezTo>
                    <a:pt x="230" y="100"/>
                    <a:pt x="231" y="101"/>
                    <a:pt x="231" y="103"/>
                  </a:cubicBezTo>
                  <a:cubicBezTo>
                    <a:pt x="231" y="105"/>
                    <a:pt x="230" y="107"/>
                    <a:pt x="229" y="109"/>
                  </a:cubicBezTo>
                  <a:cubicBezTo>
                    <a:pt x="225" y="121"/>
                    <a:pt x="213" y="132"/>
                    <a:pt x="203" y="139"/>
                  </a:cubicBezTo>
                  <a:cubicBezTo>
                    <a:pt x="196" y="144"/>
                    <a:pt x="186" y="147"/>
                    <a:pt x="175" y="147"/>
                  </a:cubicBezTo>
                  <a:cubicBezTo>
                    <a:pt x="155" y="147"/>
                    <a:pt x="131" y="139"/>
                    <a:pt x="116" y="130"/>
                  </a:cubicBezTo>
                  <a:cubicBezTo>
                    <a:pt x="108" y="126"/>
                    <a:pt x="100" y="119"/>
                    <a:pt x="92" y="113"/>
                  </a:cubicBezTo>
                  <a:cubicBezTo>
                    <a:pt x="86" y="108"/>
                    <a:pt x="82" y="102"/>
                    <a:pt x="75" y="97"/>
                  </a:cubicBezTo>
                  <a:cubicBezTo>
                    <a:pt x="60" y="87"/>
                    <a:pt x="42" y="81"/>
                    <a:pt x="27" y="73"/>
                  </a:cubicBezTo>
                  <a:cubicBezTo>
                    <a:pt x="12" y="64"/>
                    <a:pt x="4" y="52"/>
                    <a:pt x="4" y="38"/>
                  </a:cubicBezTo>
                  <a:cubicBezTo>
                    <a:pt x="4" y="30"/>
                    <a:pt x="7" y="22"/>
                    <a:pt x="12" y="14"/>
                  </a:cubicBezTo>
                  <a:cubicBezTo>
                    <a:pt x="10" y="13"/>
                    <a:pt x="10" y="13"/>
                    <a:pt x="10" y="13"/>
                  </a:cubicBezTo>
                  <a:cubicBezTo>
                    <a:pt x="9" y="15"/>
                    <a:pt x="9" y="15"/>
                    <a:pt x="9" y="15"/>
                  </a:cubicBezTo>
                  <a:cubicBezTo>
                    <a:pt x="19" y="23"/>
                    <a:pt x="33" y="26"/>
                    <a:pt x="45" y="30"/>
                  </a:cubicBezTo>
                  <a:cubicBezTo>
                    <a:pt x="52" y="32"/>
                    <a:pt x="59" y="33"/>
                    <a:pt x="67" y="33"/>
                  </a:cubicBezTo>
                  <a:cubicBezTo>
                    <a:pt x="71" y="33"/>
                    <a:pt x="75" y="33"/>
                    <a:pt x="79" y="32"/>
                  </a:cubicBezTo>
                  <a:cubicBezTo>
                    <a:pt x="93" y="30"/>
                    <a:pt x="104" y="23"/>
                    <a:pt x="115" y="17"/>
                  </a:cubicBezTo>
                  <a:cubicBezTo>
                    <a:pt x="121" y="14"/>
                    <a:pt x="131" y="9"/>
                    <a:pt x="138" y="4"/>
                  </a:cubicBezTo>
                  <a:cubicBezTo>
                    <a:pt x="138" y="4"/>
                    <a:pt x="138" y="4"/>
                    <a:pt x="138" y="4"/>
                  </a:cubicBezTo>
                  <a:cubicBezTo>
                    <a:pt x="139" y="3"/>
                    <a:pt x="139" y="3"/>
                    <a:pt x="139" y="3"/>
                  </a:cubicBezTo>
                  <a:cubicBezTo>
                    <a:pt x="137" y="2"/>
                    <a:pt x="137" y="2"/>
                    <a:pt x="137" y="2"/>
                  </a:cubicBezTo>
                  <a:cubicBezTo>
                    <a:pt x="138" y="4"/>
                    <a:pt x="138" y="4"/>
                    <a:pt x="138" y="4"/>
                  </a:cubicBezTo>
                  <a:cubicBezTo>
                    <a:pt x="137" y="2"/>
                    <a:pt x="137" y="2"/>
                    <a:pt x="137" y="2"/>
                  </a:cubicBezTo>
                  <a:cubicBezTo>
                    <a:pt x="136" y="1"/>
                    <a:pt x="136" y="1"/>
                    <a:pt x="136" y="1"/>
                  </a:cubicBezTo>
                  <a:cubicBezTo>
                    <a:pt x="135" y="1"/>
                    <a:pt x="135" y="1"/>
                    <a:pt x="135" y="1"/>
                  </a:cubicBezTo>
                  <a:cubicBezTo>
                    <a:pt x="137" y="3"/>
                    <a:pt x="137" y="3"/>
                    <a:pt x="137" y="3"/>
                  </a:cubicBezTo>
                  <a:cubicBezTo>
                    <a:pt x="136" y="1"/>
                    <a:pt x="136" y="1"/>
                    <a:pt x="136" y="1"/>
                  </a:cubicBezTo>
                  <a:cubicBezTo>
                    <a:pt x="129" y="5"/>
                    <a:pt x="120" y="10"/>
                    <a:pt x="113" y="14"/>
                  </a:cubicBezTo>
                  <a:cubicBezTo>
                    <a:pt x="102" y="19"/>
                    <a:pt x="91" y="26"/>
                    <a:pt x="79" y="28"/>
                  </a:cubicBezTo>
                  <a:cubicBezTo>
                    <a:pt x="75" y="29"/>
                    <a:pt x="71" y="29"/>
                    <a:pt x="67" y="29"/>
                  </a:cubicBezTo>
                  <a:cubicBezTo>
                    <a:pt x="60" y="29"/>
                    <a:pt x="53" y="28"/>
                    <a:pt x="46" y="26"/>
                  </a:cubicBezTo>
                  <a:cubicBezTo>
                    <a:pt x="34" y="23"/>
                    <a:pt x="21" y="20"/>
                    <a:pt x="12" y="12"/>
                  </a:cubicBezTo>
                  <a:cubicBezTo>
                    <a:pt x="10" y="10"/>
                    <a:pt x="10" y="10"/>
                    <a:pt x="10" y="10"/>
                  </a:cubicBezTo>
                  <a:cubicBezTo>
                    <a:pt x="9" y="12"/>
                    <a:pt x="9" y="12"/>
                    <a:pt x="9" y="12"/>
                  </a:cubicBezTo>
                  <a:cubicBezTo>
                    <a:pt x="3" y="21"/>
                    <a:pt x="0" y="29"/>
                    <a:pt x="0" y="38"/>
                  </a:cubicBezTo>
                  <a:cubicBezTo>
                    <a:pt x="0" y="53"/>
                    <a:pt x="9" y="67"/>
                    <a:pt x="25" y="76"/>
                  </a:cubicBezTo>
                  <a:cubicBezTo>
                    <a:pt x="41" y="85"/>
                    <a:pt x="58" y="90"/>
                    <a:pt x="73" y="100"/>
                  </a:cubicBezTo>
                  <a:cubicBezTo>
                    <a:pt x="79" y="104"/>
                    <a:pt x="83" y="111"/>
                    <a:pt x="89" y="116"/>
                  </a:cubicBezTo>
                  <a:cubicBezTo>
                    <a:pt x="97" y="122"/>
                    <a:pt x="105" y="129"/>
                    <a:pt x="114" y="134"/>
                  </a:cubicBezTo>
                  <a:cubicBezTo>
                    <a:pt x="130" y="142"/>
                    <a:pt x="154" y="151"/>
                    <a:pt x="175" y="151"/>
                  </a:cubicBezTo>
                  <a:cubicBezTo>
                    <a:pt x="186" y="151"/>
                    <a:pt x="197" y="148"/>
                    <a:pt x="205" y="143"/>
                  </a:cubicBezTo>
                  <a:cubicBezTo>
                    <a:pt x="216" y="135"/>
                    <a:pt x="228" y="124"/>
                    <a:pt x="233" y="111"/>
                  </a:cubicBezTo>
                  <a:cubicBezTo>
                    <a:pt x="234" y="108"/>
                    <a:pt x="235" y="105"/>
                    <a:pt x="235" y="103"/>
                  </a:cubicBezTo>
                  <a:cubicBezTo>
                    <a:pt x="235" y="101"/>
                    <a:pt x="234" y="99"/>
                    <a:pt x="233" y="97"/>
                  </a:cubicBezTo>
                  <a:cubicBezTo>
                    <a:pt x="232" y="95"/>
                    <a:pt x="230" y="93"/>
                    <a:pt x="228" y="91"/>
                  </a:cubicBezTo>
                  <a:cubicBezTo>
                    <a:pt x="221" y="87"/>
                    <a:pt x="216" y="81"/>
                    <a:pt x="210" y="76"/>
                  </a:cubicBezTo>
                  <a:cubicBezTo>
                    <a:pt x="205" y="70"/>
                    <a:pt x="202" y="64"/>
                    <a:pt x="195" y="58"/>
                  </a:cubicBezTo>
                  <a:cubicBezTo>
                    <a:pt x="192" y="55"/>
                    <a:pt x="188" y="53"/>
                    <a:pt x="185" y="50"/>
                  </a:cubicBezTo>
                  <a:cubicBezTo>
                    <a:pt x="181" y="48"/>
                    <a:pt x="178" y="46"/>
                    <a:pt x="175" y="42"/>
                  </a:cubicBezTo>
                  <a:cubicBezTo>
                    <a:pt x="170" y="35"/>
                    <a:pt x="163" y="30"/>
                    <a:pt x="158" y="24"/>
                  </a:cubicBezTo>
                  <a:cubicBezTo>
                    <a:pt x="157" y="23"/>
                    <a:pt x="156" y="21"/>
                    <a:pt x="154" y="18"/>
                  </a:cubicBezTo>
                  <a:cubicBezTo>
                    <a:pt x="153" y="14"/>
                    <a:pt x="151" y="10"/>
                    <a:pt x="149" y="6"/>
                  </a:cubicBezTo>
                  <a:cubicBezTo>
                    <a:pt x="147" y="5"/>
                    <a:pt x="146" y="3"/>
                    <a:pt x="145" y="2"/>
                  </a:cubicBezTo>
                  <a:cubicBezTo>
                    <a:pt x="143" y="1"/>
                    <a:pt x="141" y="0"/>
                    <a:pt x="139" y="0"/>
                  </a:cubicBezTo>
                  <a:cubicBezTo>
                    <a:pt x="138" y="0"/>
                    <a:pt x="138" y="0"/>
                    <a:pt x="137" y="0"/>
                  </a:cubicBezTo>
                  <a:cubicBezTo>
                    <a:pt x="136" y="0"/>
                    <a:pt x="136" y="0"/>
                    <a:pt x="136" y="0"/>
                  </a:cubicBezTo>
                  <a:cubicBezTo>
                    <a:pt x="136" y="1"/>
                    <a:pt x="136" y="1"/>
                    <a:pt x="136" y="1"/>
                  </a:cubicBezTo>
                  <a:lnTo>
                    <a:pt x="137" y="2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60517" name="Freeform 481">
              <a:extLst>
                <a:ext uri="{FF2B5EF4-FFF2-40B4-BE49-F238E27FC236}">
                  <a16:creationId xmlns:a16="http://schemas.microsoft.com/office/drawing/2014/main" id="{490AFCF7-210E-4CC0-B017-D0927BE035E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7" y="3355"/>
              <a:ext cx="150" cy="155"/>
            </a:xfrm>
            <a:custGeom>
              <a:avLst/>
              <a:gdLst>
                <a:gd name="T0" fmla="*/ 20 w 60"/>
                <a:gd name="T1" fmla="*/ 50 h 62"/>
                <a:gd name="T2" fmla="*/ 50 w 60"/>
                <a:gd name="T3" fmla="*/ 33 h 62"/>
                <a:gd name="T4" fmla="*/ 83 w 60"/>
                <a:gd name="T5" fmla="*/ 50 h 62"/>
                <a:gd name="T6" fmla="*/ 158 w 60"/>
                <a:gd name="T7" fmla="*/ 158 h 62"/>
                <a:gd name="T8" fmla="*/ 408 w 60"/>
                <a:gd name="T9" fmla="*/ 395 h 62"/>
                <a:gd name="T10" fmla="*/ 708 w 60"/>
                <a:gd name="T11" fmla="*/ 550 h 62"/>
                <a:gd name="T12" fmla="*/ 833 w 60"/>
                <a:gd name="T13" fmla="*/ 738 h 62"/>
                <a:gd name="T14" fmla="*/ 908 w 60"/>
                <a:gd name="T15" fmla="*/ 938 h 62"/>
                <a:gd name="T16" fmla="*/ 908 w 60"/>
                <a:gd name="T17" fmla="*/ 958 h 62"/>
                <a:gd name="T18" fmla="*/ 938 w 60"/>
                <a:gd name="T19" fmla="*/ 970 h 62"/>
                <a:gd name="T20" fmla="*/ 938 w 60"/>
                <a:gd name="T21" fmla="*/ 938 h 62"/>
                <a:gd name="T22" fmla="*/ 863 w 60"/>
                <a:gd name="T23" fmla="*/ 720 h 62"/>
                <a:gd name="T24" fmla="*/ 720 w 60"/>
                <a:gd name="T25" fmla="*/ 533 h 62"/>
                <a:gd name="T26" fmla="*/ 425 w 60"/>
                <a:gd name="T27" fmla="*/ 375 h 62"/>
                <a:gd name="T28" fmla="*/ 175 w 60"/>
                <a:gd name="T29" fmla="*/ 145 h 62"/>
                <a:gd name="T30" fmla="*/ 125 w 60"/>
                <a:gd name="T31" fmla="*/ 63 h 62"/>
                <a:gd name="T32" fmla="*/ 95 w 60"/>
                <a:gd name="T33" fmla="*/ 20 h 62"/>
                <a:gd name="T34" fmla="*/ 50 w 60"/>
                <a:gd name="T35" fmla="*/ 0 h 62"/>
                <a:gd name="T36" fmla="*/ 0 w 60"/>
                <a:gd name="T37" fmla="*/ 20 h 62"/>
                <a:gd name="T38" fmla="*/ 20 w 60"/>
                <a:gd name="T39" fmla="*/ 50 h 62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60" h="62">
                  <a:moveTo>
                    <a:pt x="1" y="3"/>
                  </a:moveTo>
                  <a:cubicBezTo>
                    <a:pt x="2" y="2"/>
                    <a:pt x="3" y="2"/>
                    <a:pt x="3" y="2"/>
                  </a:cubicBezTo>
                  <a:cubicBezTo>
                    <a:pt x="4" y="2"/>
                    <a:pt x="5" y="2"/>
                    <a:pt x="5" y="3"/>
                  </a:cubicBezTo>
                  <a:cubicBezTo>
                    <a:pt x="7" y="4"/>
                    <a:pt x="8" y="7"/>
                    <a:pt x="10" y="10"/>
                  </a:cubicBezTo>
                  <a:cubicBezTo>
                    <a:pt x="14" y="17"/>
                    <a:pt x="18" y="21"/>
                    <a:pt x="26" y="25"/>
                  </a:cubicBezTo>
                  <a:cubicBezTo>
                    <a:pt x="32" y="29"/>
                    <a:pt x="40" y="31"/>
                    <a:pt x="45" y="35"/>
                  </a:cubicBezTo>
                  <a:cubicBezTo>
                    <a:pt x="47" y="38"/>
                    <a:pt x="51" y="42"/>
                    <a:pt x="53" y="47"/>
                  </a:cubicBezTo>
                  <a:cubicBezTo>
                    <a:pt x="56" y="51"/>
                    <a:pt x="58" y="56"/>
                    <a:pt x="58" y="60"/>
                  </a:cubicBezTo>
                  <a:cubicBezTo>
                    <a:pt x="58" y="61"/>
                    <a:pt x="58" y="61"/>
                    <a:pt x="58" y="61"/>
                  </a:cubicBezTo>
                  <a:cubicBezTo>
                    <a:pt x="60" y="62"/>
                    <a:pt x="60" y="62"/>
                    <a:pt x="60" y="62"/>
                  </a:cubicBezTo>
                  <a:cubicBezTo>
                    <a:pt x="60" y="61"/>
                    <a:pt x="60" y="61"/>
                    <a:pt x="60" y="60"/>
                  </a:cubicBezTo>
                  <a:cubicBezTo>
                    <a:pt x="60" y="56"/>
                    <a:pt x="58" y="51"/>
                    <a:pt x="55" y="46"/>
                  </a:cubicBezTo>
                  <a:cubicBezTo>
                    <a:pt x="52" y="41"/>
                    <a:pt x="49" y="36"/>
                    <a:pt x="46" y="34"/>
                  </a:cubicBezTo>
                  <a:cubicBezTo>
                    <a:pt x="41" y="29"/>
                    <a:pt x="33" y="27"/>
                    <a:pt x="27" y="24"/>
                  </a:cubicBezTo>
                  <a:cubicBezTo>
                    <a:pt x="19" y="20"/>
                    <a:pt x="16" y="16"/>
                    <a:pt x="11" y="9"/>
                  </a:cubicBezTo>
                  <a:cubicBezTo>
                    <a:pt x="10" y="7"/>
                    <a:pt x="10" y="5"/>
                    <a:pt x="8" y="4"/>
                  </a:cubicBezTo>
                  <a:cubicBezTo>
                    <a:pt x="8" y="3"/>
                    <a:pt x="7" y="2"/>
                    <a:pt x="6" y="1"/>
                  </a:cubicBezTo>
                  <a:cubicBezTo>
                    <a:pt x="5" y="0"/>
                    <a:pt x="4" y="0"/>
                    <a:pt x="3" y="0"/>
                  </a:cubicBezTo>
                  <a:cubicBezTo>
                    <a:pt x="2" y="0"/>
                    <a:pt x="1" y="0"/>
                    <a:pt x="0" y="1"/>
                  </a:cubicBezTo>
                  <a:lnTo>
                    <a:pt x="1" y="3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60518" name="Freeform 482">
              <a:extLst>
                <a:ext uri="{FF2B5EF4-FFF2-40B4-BE49-F238E27FC236}">
                  <a16:creationId xmlns:a16="http://schemas.microsoft.com/office/drawing/2014/main" id="{84729810-9F2F-40F3-B5C0-9095993ECD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7" y="3372"/>
              <a:ext cx="75" cy="108"/>
            </a:xfrm>
            <a:custGeom>
              <a:avLst/>
              <a:gdLst>
                <a:gd name="T0" fmla="*/ 0 w 30"/>
                <a:gd name="T1" fmla="*/ 20 h 43"/>
                <a:gd name="T2" fmla="*/ 95 w 30"/>
                <a:gd name="T3" fmla="*/ 176 h 43"/>
                <a:gd name="T4" fmla="*/ 95 w 30"/>
                <a:gd name="T5" fmla="*/ 208 h 43"/>
                <a:gd name="T6" fmla="*/ 83 w 30"/>
                <a:gd name="T7" fmla="*/ 347 h 43"/>
                <a:gd name="T8" fmla="*/ 95 w 30"/>
                <a:gd name="T9" fmla="*/ 409 h 43"/>
                <a:gd name="T10" fmla="*/ 270 w 30"/>
                <a:gd name="T11" fmla="*/ 555 h 43"/>
                <a:gd name="T12" fmla="*/ 458 w 30"/>
                <a:gd name="T13" fmla="*/ 681 h 43"/>
                <a:gd name="T14" fmla="*/ 470 w 30"/>
                <a:gd name="T15" fmla="*/ 663 h 43"/>
                <a:gd name="T16" fmla="*/ 270 w 30"/>
                <a:gd name="T17" fmla="*/ 522 h 43"/>
                <a:gd name="T18" fmla="*/ 125 w 30"/>
                <a:gd name="T19" fmla="*/ 397 h 43"/>
                <a:gd name="T20" fmla="*/ 113 w 30"/>
                <a:gd name="T21" fmla="*/ 347 h 43"/>
                <a:gd name="T22" fmla="*/ 125 w 30"/>
                <a:gd name="T23" fmla="*/ 208 h 43"/>
                <a:gd name="T24" fmla="*/ 125 w 30"/>
                <a:gd name="T25" fmla="*/ 176 h 43"/>
                <a:gd name="T26" fmla="*/ 20 w 30"/>
                <a:gd name="T27" fmla="*/ 0 h 43"/>
                <a:gd name="T28" fmla="*/ 0 w 30"/>
                <a:gd name="T29" fmla="*/ 20 h 4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30" h="43">
                  <a:moveTo>
                    <a:pt x="0" y="1"/>
                  </a:moveTo>
                  <a:cubicBezTo>
                    <a:pt x="3" y="4"/>
                    <a:pt x="5" y="7"/>
                    <a:pt x="6" y="11"/>
                  </a:cubicBezTo>
                  <a:cubicBezTo>
                    <a:pt x="6" y="12"/>
                    <a:pt x="6" y="12"/>
                    <a:pt x="6" y="13"/>
                  </a:cubicBezTo>
                  <a:cubicBezTo>
                    <a:pt x="6" y="16"/>
                    <a:pt x="5" y="19"/>
                    <a:pt x="5" y="22"/>
                  </a:cubicBezTo>
                  <a:cubicBezTo>
                    <a:pt x="5" y="23"/>
                    <a:pt x="5" y="24"/>
                    <a:pt x="6" y="26"/>
                  </a:cubicBezTo>
                  <a:cubicBezTo>
                    <a:pt x="7" y="30"/>
                    <a:pt x="12" y="33"/>
                    <a:pt x="17" y="35"/>
                  </a:cubicBezTo>
                  <a:cubicBezTo>
                    <a:pt x="21" y="38"/>
                    <a:pt x="26" y="40"/>
                    <a:pt x="29" y="43"/>
                  </a:cubicBezTo>
                  <a:cubicBezTo>
                    <a:pt x="30" y="42"/>
                    <a:pt x="30" y="42"/>
                    <a:pt x="30" y="42"/>
                  </a:cubicBezTo>
                  <a:cubicBezTo>
                    <a:pt x="27" y="38"/>
                    <a:pt x="22" y="36"/>
                    <a:pt x="17" y="33"/>
                  </a:cubicBezTo>
                  <a:cubicBezTo>
                    <a:pt x="13" y="31"/>
                    <a:pt x="9" y="28"/>
                    <a:pt x="8" y="25"/>
                  </a:cubicBezTo>
                  <a:cubicBezTo>
                    <a:pt x="7" y="24"/>
                    <a:pt x="7" y="23"/>
                    <a:pt x="7" y="22"/>
                  </a:cubicBezTo>
                  <a:cubicBezTo>
                    <a:pt x="7" y="19"/>
                    <a:pt x="8" y="16"/>
                    <a:pt x="8" y="13"/>
                  </a:cubicBezTo>
                  <a:cubicBezTo>
                    <a:pt x="8" y="12"/>
                    <a:pt x="8" y="11"/>
                    <a:pt x="8" y="11"/>
                  </a:cubicBezTo>
                  <a:cubicBezTo>
                    <a:pt x="7" y="6"/>
                    <a:pt x="4" y="3"/>
                    <a:pt x="1" y="0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60519" name="Freeform 483">
              <a:extLst>
                <a:ext uri="{FF2B5EF4-FFF2-40B4-BE49-F238E27FC236}">
                  <a16:creationId xmlns:a16="http://schemas.microsoft.com/office/drawing/2014/main" id="{DC69CE07-55E4-4F5A-AC5F-1A94AA5316B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2" y="3385"/>
              <a:ext cx="45" cy="112"/>
            </a:xfrm>
            <a:custGeom>
              <a:avLst/>
              <a:gdLst>
                <a:gd name="T0" fmla="*/ 250 w 18"/>
                <a:gd name="T1" fmla="*/ 0 h 45"/>
                <a:gd name="T2" fmla="*/ 250 w 18"/>
                <a:gd name="T3" fmla="*/ 30 h 45"/>
                <a:gd name="T4" fmla="*/ 125 w 18"/>
                <a:gd name="T5" fmla="*/ 279 h 45"/>
                <a:gd name="T6" fmla="*/ 0 w 18"/>
                <a:gd name="T7" fmla="*/ 694 h 45"/>
                <a:gd name="T8" fmla="*/ 33 w 18"/>
                <a:gd name="T9" fmla="*/ 694 h 45"/>
                <a:gd name="T10" fmla="*/ 158 w 18"/>
                <a:gd name="T11" fmla="*/ 291 h 45"/>
                <a:gd name="T12" fmla="*/ 283 w 18"/>
                <a:gd name="T13" fmla="*/ 30 h 45"/>
                <a:gd name="T14" fmla="*/ 283 w 18"/>
                <a:gd name="T15" fmla="*/ 0 h 45"/>
                <a:gd name="T16" fmla="*/ 250 w 18"/>
                <a:gd name="T17" fmla="*/ 0 h 4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" h="45">
                  <a:moveTo>
                    <a:pt x="16" y="0"/>
                  </a:moveTo>
                  <a:cubicBezTo>
                    <a:pt x="16" y="1"/>
                    <a:pt x="16" y="1"/>
                    <a:pt x="16" y="2"/>
                  </a:cubicBezTo>
                  <a:cubicBezTo>
                    <a:pt x="16" y="7"/>
                    <a:pt x="11" y="13"/>
                    <a:pt x="8" y="18"/>
                  </a:cubicBezTo>
                  <a:cubicBezTo>
                    <a:pt x="4" y="26"/>
                    <a:pt x="2" y="35"/>
                    <a:pt x="0" y="45"/>
                  </a:cubicBezTo>
                  <a:cubicBezTo>
                    <a:pt x="2" y="45"/>
                    <a:pt x="2" y="45"/>
                    <a:pt x="2" y="45"/>
                  </a:cubicBezTo>
                  <a:cubicBezTo>
                    <a:pt x="4" y="36"/>
                    <a:pt x="5" y="27"/>
                    <a:pt x="10" y="19"/>
                  </a:cubicBezTo>
                  <a:cubicBezTo>
                    <a:pt x="13" y="14"/>
                    <a:pt x="18" y="8"/>
                    <a:pt x="18" y="2"/>
                  </a:cubicBezTo>
                  <a:cubicBezTo>
                    <a:pt x="18" y="1"/>
                    <a:pt x="18" y="1"/>
                    <a:pt x="18" y="0"/>
                  </a:cubicBezTo>
                  <a:lnTo>
                    <a:pt x="16" y="0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60520" name="Freeform 484">
              <a:extLst>
                <a:ext uri="{FF2B5EF4-FFF2-40B4-BE49-F238E27FC236}">
                  <a16:creationId xmlns:a16="http://schemas.microsoft.com/office/drawing/2014/main" id="{B3D4D1D8-7E3E-4C32-9347-DE626D8D26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7" y="3402"/>
              <a:ext cx="20" cy="83"/>
            </a:xfrm>
            <a:custGeom>
              <a:avLst/>
              <a:gdLst>
                <a:gd name="T0" fmla="*/ 20 w 8"/>
                <a:gd name="T1" fmla="*/ 0 h 33"/>
                <a:gd name="T2" fmla="*/ 0 w 8"/>
                <a:gd name="T3" fmla="*/ 83 h 33"/>
                <a:gd name="T4" fmla="*/ 50 w 8"/>
                <a:gd name="T5" fmla="*/ 254 h 33"/>
                <a:gd name="T6" fmla="*/ 95 w 8"/>
                <a:gd name="T7" fmla="*/ 430 h 33"/>
                <a:gd name="T8" fmla="*/ 83 w 8"/>
                <a:gd name="T9" fmla="*/ 506 h 33"/>
                <a:gd name="T10" fmla="*/ 113 w 8"/>
                <a:gd name="T11" fmla="*/ 526 h 33"/>
                <a:gd name="T12" fmla="*/ 125 w 8"/>
                <a:gd name="T13" fmla="*/ 430 h 33"/>
                <a:gd name="T14" fmla="*/ 83 w 8"/>
                <a:gd name="T15" fmla="*/ 254 h 33"/>
                <a:gd name="T16" fmla="*/ 33 w 8"/>
                <a:gd name="T17" fmla="*/ 83 h 33"/>
                <a:gd name="T18" fmla="*/ 50 w 8"/>
                <a:gd name="T19" fmla="*/ 20 h 33"/>
                <a:gd name="T20" fmla="*/ 20 w 8"/>
                <a:gd name="T21" fmla="*/ 0 h 3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" h="33">
                  <a:moveTo>
                    <a:pt x="1" y="0"/>
                  </a:moveTo>
                  <a:cubicBezTo>
                    <a:pt x="1" y="2"/>
                    <a:pt x="0" y="3"/>
                    <a:pt x="0" y="5"/>
                  </a:cubicBezTo>
                  <a:cubicBezTo>
                    <a:pt x="0" y="9"/>
                    <a:pt x="2" y="13"/>
                    <a:pt x="3" y="16"/>
                  </a:cubicBezTo>
                  <a:cubicBezTo>
                    <a:pt x="5" y="20"/>
                    <a:pt x="6" y="23"/>
                    <a:pt x="6" y="27"/>
                  </a:cubicBezTo>
                  <a:cubicBezTo>
                    <a:pt x="6" y="29"/>
                    <a:pt x="6" y="30"/>
                    <a:pt x="5" y="32"/>
                  </a:cubicBezTo>
                  <a:cubicBezTo>
                    <a:pt x="7" y="33"/>
                    <a:pt x="7" y="33"/>
                    <a:pt x="7" y="33"/>
                  </a:cubicBezTo>
                  <a:cubicBezTo>
                    <a:pt x="8" y="31"/>
                    <a:pt x="8" y="29"/>
                    <a:pt x="8" y="27"/>
                  </a:cubicBezTo>
                  <a:cubicBezTo>
                    <a:pt x="8" y="23"/>
                    <a:pt x="6" y="19"/>
                    <a:pt x="5" y="16"/>
                  </a:cubicBezTo>
                  <a:cubicBezTo>
                    <a:pt x="4" y="12"/>
                    <a:pt x="2" y="8"/>
                    <a:pt x="2" y="5"/>
                  </a:cubicBezTo>
                  <a:cubicBezTo>
                    <a:pt x="2" y="4"/>
                    <a:pt x="3" y="2"/>
                    <a:pt x="3" y="1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60521" name="Freeform 485">
              <a:extLst>
                <a:ext uri="{FF2B5EF4-FFF2-40B4-BE49-F238E27FC236}">
                  <a16:creationId xmlns:a16="http://schemas.microsoft.com/office/drawing/2014/main" id="{0DCEB78C-4178-4427-AF38-8D20A1394F1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9" y="3390"/>
              <a:ext cx="48" cy="55"/>
            </a:xfrm>
            <a:custGeom>
              <a:avLst/>
              <a:gdLst>
                <a:gd name="T0" fmla="*/ 275 w 19"/>
                <a:gd name="T1" fmla="*/ 0 h 22"/>
                <a:gd name="T2" fmla="*/ 210 w 19"/>
                <a:gd name="T3" fmla="*/ 83 h 22"/>
                <a:gd name="T4" fmla="*/ 83 w 19"/>
                <a:gd name="T5" fmla="*/ 158 h 22"/>
                <a:gd name="T6" fmla="*/ 0 w 19"/>
                <a:gd name="T7" fmla="*/ 313 h 22"/>
                <a:gd name="T8" fmla="*/ 0 w 19"/>
                <a:gd name="T9" fmla="*/ 345 h 22"/>
                <a:gd name="T10" fmla="*/ 33 w 19"/>
                <a:gd name="T11" fmla="*/ 333 h 22"/>
                <a:gd name="T12" fmla="*/ 33 w 19"/>
                <a:gd name="T13" fmla="*/ 313 h 22"/>
                <a:gd name="T14" fmla="*/ 63 w 19"/>
                <a:gd name="T15" fmla="*/ 208 h 22"/>
                <a:gd name="T16" fmla="*/ 179 w 19"/>
                <a:gd name="T17" fmla="*/ 145 h 22"/>
                <a:gd name="T18" fmla="*/ 306 w 19"/>
                <a:gd name="T19" fmla="*/ 20 h 22"/>
                <a:gd name="T20" fmla="*/ 275 w 19"/>
                <a:gd name="T21" fmla="*/ 0 h 2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9" h="22">
                  <a:moveTo>
                    <a:pt x="17" y="0"/>
                  </a:moveTo>
                  <a:cubicBezTo>
                    <a:pt x="16" y="3"/>
                    <a:pt x="15" y="4"/>
                    <a:pt x="13" y="5"/>
                  </a:cubicBezTo>
                  <a:cubicBezTo>
                    <a:pt x="11" y="7"/>
                    <a:pt x="7" y="8"/>
                    <a:pt x="5" y="10"/>
                  </a:cubicBezTo>
                  <a:cubicBezTo>
                    <a:pt x="2" y="12"/>
                    <a:pt x="0" y="15"/>
                    <a:pt x="0" y="20"/>
                  </a:cubicBezTo>
                  <a:cubicBezTo>
                    <a:pt x="0" y="20"/>
                    <a:pt x="0" y="21"/>
                    <a:pt x="0" y="22"/>
                  </a:cubicBezTo>
                  <a:cubicBezTo>
                    <a:pt x="2" y="21"/>
                    <a:pt x="2" y="21"/>
                    <a:pt x="2" y="21"/>
                  </a:cubicBezTo>
                  <a:cubicBezTo>
                    <a:pt x="2" y="21"/>
                    <a:pt x="2" y="20"/>
                    <a:pt x="2" y="20"/>
                  </a:cubicBezTo>
                  <a:cubicBezTo>
                    <a:pt x="2" y="17"/>
                    <a:pt x="3" y="15"/>
                    <a:pt x="4" y="13"/>
                  </a:cubicBezTo>
                  <a:cubicBezTo>
                    <a:pt x="6" y="11"/>
                    <a:pt x="8" y="10"/>
                    <a:pt x="11" y="9"/>
                  </a:cubicBezTo>
                  <a:cubicBezTo>
                    <a:pt x="14" y="7"/>
                    <a:pt x="17" y="5"/>
                    <a:pt x="19" y="1"/>
                  </a:cubicBezTo>
                  <a:lnTo>
                    <a:pt x="17" y="0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</p:grpSp>
      <p:grpSp>
        <p:nvGrpSpPr>
          <p:cNvPr id="60428" name="Group 486">
            <a:extLst>
              <a:ext uri="{FF2B5EF4-FFF2-40B4-BE49-F238E27FC236}">
                <a16:creationId xmlns:a16="http://schemas.microsoft.com/office/drawing/2014/main" id="{A12FDE24-7DF1-44D5-97EB-C62361E223CF}"/>
              </a:ext>
            </a:extLst>
          </p:cNvPr>
          <p:cNvGrpSpPr>
            <a:grpSpLocks/>
          </p:cNvGrpSpPr>
          <p:nvPr/>
        </p:nvGrpSpPr>
        <p:grpSpPr bwMode="auto">
          <a:xfrm>
            <a:off x="11152468" y="3391457"/>
            <a:ext cx="372665" cy="253619"/>
            <a:chOff x="2203" y="766"/>
            <a:chExt cx="718" cy="490"/>
          </a:xfrm>
        </p:grpSpPr>
        <p:sp>
          <p:nvSpPr>
            <p:cNvPr id="60506" name="Freeform 487">
              <a:extLst>
                <a:ext uri="{FF2B5EF4-FFF2-40B4-BE49-F238E27FC236}">
                  <a16:creationId xmlns:a16="http://schemas.microsoft.com/office/drawing/2014/main" id="{A3814F74-A57E-4B86-B86B-D41AF48A98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3" y="768"/>
              <a:ext cx="718" cy="486"/>
            </a:xfrm>
            <a:custGeom>
              <a:avLst/>
              <a:gdLst>
                <a:gd name="T0" fmla="*/ 1709 w 287"/>
                <a:gd name="T1" fmla="*/ 0 h 194"/>
                <a:gd name="T2" fmla="*/ 1551 w 287"/>
                <a:gd name="T3" fmla="*/ 20 h 194"/>
                <a:gd name="T4" fmla="*/ 1238 w 287"/>
                <a:gd name="T5" fmla="*/ 125 h 194"/>
                <a:gd name="T6" fmla="*/ 1176 w 287"/>
                <a:gd name="T7" fmla="*/ 313 h 194"/>
                <a:gd name="T8" fmla="*/ 833 w 287"/>
                <a:gd name="T9" fmla="*/ 426 h 194"/>
                <a:gd name="T10" fmla="*/ 333 w 287"/>
                <a:gd name="T11" fmla="*/ 772 h 194"/>
                <a:gd name="T12" fmla="*/ 125 w 287"/>
                <a:gd name="T13" fmla="*/ 1255 h 194"/>
                <a:gd name="T14" fmla="*/ 50 w 287"/>
                <a:gd name="T15" fmla="*/ 1618 h 194"/>
                <a:gd name="T16" fmla="*/ 95 w 287"/>
                <a:gd name="T17" fmla="*/ 1984 h 194"/>
                <a:gd name="T18" fmla="*/ 238 w 287"/>
                <a:gd name="T19" fmla="*/ 2215 h 194"/>
                <a:gd name="T20" fmla="*/ 220 w 287"/>
                <a:gd name="T21" fmla="*/ 2468 h 194"/>
                <a:gd name="T22" fmla="*/ 345 w 287"/>
                <a:gd name="T23" fmla="*/ 2718 h 194"/>
                <a:gd name="T24" fmla="*/ 550 w 287"/>
                <a:gd name="T25" fmla="*/ 2924 h 194"/>
                <a:gd name="T26" fmla="*/ 751 w 287"/>
                <a:gd name="T27" fmla="*/ 3051 h 194"/>
                <a:gd name="T28" fmla="*/ 771 w 287"/>
                <a:gd name="T29" fmla="*/ 3031 h 194"/>
                <a:gd name="T30" fmla="*/ 846 w 287"/>
                <a:gd name="T31" fmla="*/ 2781 h 194"/>
                <a:gd name="T32" fmla="*/ 876 w 287"/>
                <a:gd name="T33" fmla="*/ 2485 h 194"/>
                <a:gd name="T34" fmla="*/ 988 w 287"/>
                <a:gd name="T35" fmla="*/ 2059 h 194"/>
                <a:gd name="T36" fmla="*/ 1271 w 287"/>
                <a:gd name="T37" fmla="*/ 1701 h 194"/>
                <a:gd name="T38" fmla="*/ 1376 w 287"/>
                <a:gd name="T39" fmla="*/ 1731 h 194"/>
                <a:gd name="T40" fmla="*/ 1816 w 287"/>
                <a:gd name="T41" fmla="*/ 1606 h 194"/>
                <a:gd name="T42" fmla="*/ 2442 w 287"/>
                <a:gd name="T43" fmla="*/ 1576 h 194"/>
                <a:gd name="T44" fmla="*/ 2679 w 287"/>
                <a:gd name="T45" fmla="*/ 1556 h 194"/>
                <a:gd name="T46" fmla="*/ 2709 w 287"/>
                <a:gd name="T47" fmla="*/ 1556 h 194"/>
                <a:gd name="T48" fmla="*/ 2784 w 287"/>
                <a:gd name="T49" fmla="*/ 1576 h 194"/>
                <a:gd name="T50" fmla="*/ 3022 w 287"/>
                <a:gd name="T51" fmla="*/ 1588 h 194"/>
                <a:gd name="T52" fmla="*/ 3180 w 287"/>
                <a:gd name="T53" fmla="*/ 1651 h 194"/>
                <a:gd name="T54" fmla="*/ 3472 w 287"/>
                <a:gd name="T55" fmla="*/ 1776 h 194"/>
                <a:gd name="T56" fmla="*/ 3618 w 287"/>
                <a:gd name="T57" fmla="*/ 2109 h 194"/>
                <a:gd name="T58" fmla="*/ 3663 w 287"/>
                <a:gd name="T59" fmla="*/ 2518 h 194"/>
                <a:gd name="T60" fmla="*/ 3775 w 287"/>
                <a:gd name="T61" fmla="*/ 2831 h 194"/>
                <a:gd name="T62" fmla="*/ 3788 w 287"/>
                <a:gd name="T63" fmla="*/ 2861 h 194"/>
                <a:gd name="T64" fmla="*/ 3930 w 287"/>
                <a:gd name="T65" fmla="*/ 2706 h 194"/>
                <a:gd name="T66" fmla="*/ 4118 w 287"/>
                <a:gd name="T67" fmla="*/ 2580 h 194"/>
                <a:gd name="T68" fmla="*/ 4305 w 287"/>
                <a:gd name="T69" fmla="*/ 2109 h 194"/>
                <a:gd name="T70" fmla="*/ 4476 w 287"/>
                <a:gd name="T71" fmla="*/ 1731 h 194"/>
                <a:gd name="T72" fmla="*/ 4381 w 287"/>
                <a:gd name="T73" fmla="*/ 1493 h 194"/>
                <a:gd name="T74" fmla="*/ 4305 w 287"/>
                <a:gd name="T75" fmla="*/ 1005 h 194"/>
                <a:gd name="T76" fmla="*/ 3975 w 287"/>
                <a:gd name="T77" fmla="*/ 534 h 194"/>
                <a:gd name="T78" fmla="*/ 3535 w 287"/>
                <a:gd name="T79" fmla="*/ 145 h 194"/>
                <a:gd name="T80" fmla="*/ 3367 w 287"/>
                <a:gd name="T81" fmla="*/ 113 h 194"/>
                <a:gd name="T82" fmla="*/ 3067 w 287"/>
                <a:gd name="T83" fmla="*/ 158 h 194"/>
                <a:gd name="T84" fmla="*/ 3035 w 287"/>
                <a:gd name="T85" fmla="*/ 158 h 194"/>
                <a:gd name="T86" fmla="*/ 2647 w 287"/>
                <a:gd name="T87" fmla="*/ 50 h 194"/>
                <a:gd name="T88" fmla="*/ 2534 w 287"/>
                <a:gd name="T89" fmla="*/ 33 h 194"/>
                <a:gd name="T90" fmla="*/ 2116 w 287"/>
                <a:gd name="T91" fmla="*/ 145 h 194"/>
                <a:gd name="T92" fmla="*/ 2096 w 287"/>
                <a:gd name="T93" fmla="*/ 125 h 194"/>
                <a:gd name="T94" fmla="*/ 1709 w 287"/>
                <a:gd name="T95" fmla="*/ 0 h 194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0" t="0" r="r" b="b"/>
              <a:pathLst>
                <a:path w="287" h="194">
                  <a:moveTo>
                    <a:pt x="109" y="0"/>
                  </a:moveTo>
                  <a:cubicBezTo>
                    <a:pt x="106" y="0"/>
                    <a:pt x="102" y="0"/>
                    <a:pt x="99" y="1"/>
                  </a:cubicBezTo>
                  <a:cubicBezTo>
                    <a:pt x="93" y="1"/>
                    <a:pt x="84" y="3"/>
                    <a:pt x="79" y="8"/>
                  </a:cubicBezTo>
                  <a:cubicBezTo>
                    <a:pt x="76" y="12"/>
                    <a:pt x="78" y="17"/>
                    <a:pt x="75" y="20"/>
                  </a:cubicBezTo>
                  <a:cubicBezTo>
                    <a:pt x="70" y="25"/>
                    <a:pt x="58" y="25"/>
                    <a:pt x="53" y="27"/>
                  </a:cubicBezTo>
                  <a:cubicBezTo>
                    <a:pt x="41" y="32"/>
                    <a:pt x="29" y="39"/>
                    <a:pt x="21" y="49"/>
                  </a:cubicBezTo>
                  <a:cubicBezTo>
                    <a:pt x="13" y="58"/>
                    <a:pt x="8" y="69"/>
                    <a:pt x="8" y="80"/>
                  </a:cubicBezTo>
                  <a:cubicBezTo>
                    <a:pt x="7" y="89"/>
                    <a:pt x="6" y="95"/>
                    <a:pt x="3" y="103"/>
                  </a:cubicBezTo>
                  <a:cubicBezTo>
                    <a:pt x="1" y="111"/>
                    <a:pt x="0" y="119"/>
                    <a:pt x="6" y="126"/>
                  </a:cubicBezTo>
                  <a:cubicBezTo>
                    <a:pt x="10" y="131"/>
                    <a:pt x="14" y="134"/>
                    <a:pt x="15" y="141"/>
                  </a:cubicBezTo>
                  <a:cubicBezTo>
                    <a:pt x="16" y="146"/>
                    <a:pt x="13" y="151"/>
                    <a:pt x="14" y="157"/>
                  </a:cubicBezTo>
                  <a:cubicBezTo>
                    <a:pt x="15" y="163"/>
                    <a:pt x="19" y="168"/>
                    <a:pt x="22" y="173"/>
                  </a:cubicBezTo>
                  <a:cubicBezTo>
                    <a:pt x="25" y="178"/>
                    <a:pt x="30" y="183"/>
                    <a:pt x="35" y="186"/>
                  </a:cubicBezTo>
                  <a:cubicBezTo>
                    <a:pt x="39" y="189"/>
                    <a:pt x="44" y="194"/>
                    <a:pt x="48" y="194"/>
                  </a:cubicBezTo>
                  <a:cubicBezTo>
                    <a:pt x="49" y="194"/>
                    <a:pt x="49" y="193"/>
                    <a:pt x="49" y="193"/>
                  </a:cubicBezTo>
                  <a:cubicBezTo>
                    <a:pt x="58" y="192"/>
                    <a:pt x="56" y="183"/>
                    <a:pt x="54" y="177"/>
                  </a:cubicBezTo>
                  <a:cubicBezTo>
                    <a:pt x="52" y="169"/>
                    <a:pt x="54" y="165"/>
                    <a:pt x="56" y="158"/>
                  </a:cubicBezTo>
                  <a:cubicBezTo>
                    <a:pt x="59" y="149"/>
                    <a:pt x="58" y="138"/>
                    <a:pt x="63" y="131"/>
                  </a:cubicBezTo>
                  <a:cubicBezTo>
                    <a:pt x="68" y="122"/>
                    <a:pt x="77" y="119"/>
                    <a:pt x="81" y="108"/>
                  </a:cubicBezTo>
                  <a:cubicBezTo>
                    <a:pt x="84" y="109"/>
                    <a:pt x="86" y="110"/>
                    <a:pt x="88" y="110"/>
                  </a:cubicBezTo>
                  <a:cubicBezTo>
                    <a:pt x="98" y="110"/>
                    <a:pt x="106" y="103"/>
                    <a:pt x="116" y="102"/>
                  </a:cubicBezTo>
                  <a:cubicBezTo>
                    <a:pt x="129" y="101"/>
                    <a:pt x="143" y="101"/>
                    <a:pt x="156" y="100"/>
                  </a:cubicBezTo>
                  <a:cubicBezTo>
                    <a:pt x="161" y="100"/>
                    <a:pt x="166" y="99"/>
                    <a:pt x="171" y="99"/>
                  </a:cubicBezTo>
                  <a:cubicBezTo>
                    <a:pt x="172" y="99"/>
                    <a:pt x="173" y="99"/>
                    <a:pt x="173" y="99"/>
                  </a:cubicBezTo>
                  <a:cubicBezTo>
                    <a:pt x="175" y="99"/>
                    <a:pt x="175" y="99"/>
                    <a:pt x="178" y="100"/>
                  </a:cubicBezTo>
                  <a:cubicBezTo>
                    <a:pt x="183" y="101"/>
                    <a:pt x="188" y="100"/>
                    <a:pt x="193" y="101"/>
                  </a:cubicBezTo>
                  <a:cubicBezTo>
                    <a:pt x="196" y="102"/>
                    <a:pt x="199" y="104"/>
                    <a:pt x="203" y="105"/>
                  </a:cubicBezTo>
                  <a:cubicBezTo>
                    <a:pt x="210" y="107"/>
                    <a:pt x="215" y="109"/>
                    <a:pt x="222" y="113"/>
                  </a:cubicBezTo>
                  <a:cubicBezTo>
                    <a:pt x="229" y="118"/>
                    <a:pt x="229" y="126"/>
                    <a:pt x="231" y="134"/>
                  </a:cubicBezTo>
                  <a:cubicBezTo>
                    <a:pt x="232" y="143"/>
                    <a:pt x="232" y="152"/>
                    <a:pt x="234" y="160"/>
                  </a:cubicBezTo>
                  <a:cubicBezTo>
                    <a:pt x="234" y="164"/>
                    <a:pt x="238" y="178"/>
                    <a:pt x="241" y="180"/>
                  </a:cubicBezTo>
                  <a:cubicBezTo>
                    <a:pt x="242" y="180"/>
                    <a:pt x="242" y="181"/>
                    <a:pt x="242" y="182"/>
                  </a:cubicBezTo>
                  <a:cubicBezTo>
                    <a:pt x="245" y="179"/>
                    <a:pt x="247" y="175"/>
                    <a:pt x="251" y="172"/>
                  </a:cubicBezTo>
                  <a:cubicBezTo>
                    <a:pt x="256" y="169"/>
                    <a:pt x="259" y="169"/>
                    <a:pt x="263" y="164"/>
                  </a:cubicBezTo>
                  <a:cubicBezTo>
                    <a:pt x="270" y="155"/>
                    <a:pt x="272" y="145"/>
                    <a:pt x="275" y="134"/>
                  </a:cubicBezTo>
                  <a:cubicBezTo>
                    <a:pt x="278" y="126"/>
                    <a:pt x="287" y="119"/>
                    <a:pt x="286" y="110"/>
                  </a:cubicBezTo>
                  <a:cubicBezTo>
                    <a:pt x="286" y="106"/>
                    <a:pt x="282" y="100"/>
                    <a:pt x="280" y="95"/>
                  </a:cubicBezTo>
                  <a:cubicBezTo>
                    <a:pt x="278" y="85"/>
                    <a:pt x="277" y="74"/>
                    <a:pt x="275" y="64"/>
                  </a:cubicBezTo>
                  <a:cubicBezTo>
                    <a:pt x="272" y="48"/>
                    <a:pt x="265" y="44"/>
                    <a:pt x="254" y="34"/>
                  </a:cubicBezTo>
                  <a:cubicBezTo>
                    <a:pt x="245" y="27"/>
                    <a:pt x="236" y="14"/>
                    <a:pt x="226" y="9"/>
                  </a:cubicBezTo>
                  <a:cubicBezTo>
                    <a:pt x="222" y="8"/>
                    <a:pt x="219" y="7"/>
                    <a:pt x="215" y="7"/>
                  </a:cubicBezTo>
                  <a:cubicBezTo>
                    <a:pt x="209" y="7"/>
                    <a:pt x="203" y="9"/>
                    <a:pt x="196" y="10"/>
                  </a:cubicBezTo>
                  <a:cubicBezTo>
                    <a:pt x="195" y="10"/>
                    <a:pt x="195" y="10"/>
                    <a:pt x="194" y="10"/>
                  </a:cubicBezTo>
                  <a:cubicBezTo>
                    <a:pt x="185" y="10"/>
                    <a:pt x="177" y="5"/>
                    <a:pt x="169" y="3"/>
                  </a:cubicBezTo>
                  <a:cubicBezTo>
                    <a:pt x="167" y="2"/>
                    <a:pt x="165" y="2"/>
                    <a:pt x="162" y="2"/>
                  </a:cubicBezTo>
                  <a:cubicBezTo>
                    <a:pt x="152" y="2"/>
                    <a:pt x="138" y="4"/>
                    <a:pt x="135" y="9"/>
                  </a:cubicBezTo>
                  <a:cubicBezTo>
                    <a:pt x="134" y="8"/>
                    <a:pt x="134" y="8"/>
                    <a:pt x="134" y="8"/>
                  </a:cubicBezTo>
                  <a:cubicBezTo>
                    <a:pt x="128" y="2"/>
                    <a:pt x="119" y="0"/>
                    <a:pt x="10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60507" name="Freeform 488">
              <a:extLst>
                <a:ext uri="{FF2B5EF4-FFF2-40B4-BE49-F238E27FC236}">
                  <a16:creationId xmlns:a16="http://schemas.microsoft.com/office/drawing/2014/main" id="{2653264D-1B1A-461A-BBBC-720039102E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5" y="766"/>
              <a:ext cx="716" cy="490"/>
            </a:xfrm>
            <a:custGeom>
              <a:avLst/>
              <a:gdLst>
                <a:gd name="T0" fmla="*/ 1692 w 286"/>
                <a:gd name="T1" fmla="*/ 0 h 196"/>
                <a:gd name="T2" fmla="*/ 1179 w 286"/>
                <a:gd name="T3" fmla="*/ 250 h 196"/>
                <a:gd name="T4" fmla="*/ 801 w 286"/>
                <a:gd name="T5" fmla="*/ 425 h 196"/>
                <a:gd name="T6" fmla="*/ 20 w 286"/>
                <a:gd name="T7" fmla="*/ 1625 h 196"/>
                <a:gd name="T8" fmla="*/ 158 w 286"/>
                <a:gd name="T9" fmla="*/ 2095 h 196"/>
                <a:gd name="T10" fmla="*/ 188 w 286"/>
                <a:gd name="T11" fmla="*/ 2438 h 196"/>
                <a:gd name="T12" fmla="*/ 533 w 286"/>
                <a:gd name="T13" fmla="*/ 2938 h 196"/>
                <a:gd name="T14" fmla="*/ 771 w 286"/>
                <a:gd name="T15" fmla="*/ 3050 h 196"/>
                <a:gd name="T16" fmla="*/ 846 w 286"/>
                <a:gd name="T17" fmla="*/ 2783 h 196"/>
                <a:gd name="T18" fmla="*/ 991 w 286"/>
                <a:gd name="T19" fmla="*/ 2063 h 196"/>
                <a:gd name="T20" fmla="*/ 1254 w 286"/>
                <a:gd name="T21" fmla="*/ 1708 h 196"/>
                <a:gd name="T22" fmla="*/ 1585 w 286"/>
                <a:gd name="T23" fmla="*/ 1688 h 196"/>
                <a:gd name="T24" fmla="*/ 2669 w 286"/>
                <a:gd name="T25" fmla="*/ 1583 h 196"/>
                <a:gd name="T26" fmla="*/ 2776 w 286"/>
                <a:gd name="T27" fmla="*/ 1595 h 196"/>
                <a:gd name="T28" fmla="*/ 3452 w 286"/>
                <a:gd name="T29" fmla="*/ 1800 h 196"/>
                <a:gd name="T30" fmla="*/ 3643 w 286"/>
                <a:gd name="T31" fmla="*/ 2533 h 196"/>
                <a:gd name="T32" fmla="*/ 3768 w 286"/>
                <a:gd name="T33" fmla="*/ 2845 h 196"/>
                <a:gd name="T34" fmla="*/ 3768 w 286"/>
                <a:gd name="T35" fmla="*/ 2845 h 196"/>
                <a:gd name="T36" fmla="*/ 3768 w 286"/>
                <a:gd name="T37" fmla="*/ 2845 h 196"/>
                <a:gd name="T38" fmla="*/ 3798 w 286"/>
                <a:gd name="T39" fmla="*/ 2875 h 196"/>
                <a:gd name="T40" fmla="*/ 4111 w 286"/>
                <a:gd name="T41" fmla="*/ 2595 h 196"/>
                <a:gd name="T42" fmla="*/ 4489 w 286"/>
                <a:gd name="T43" fmla="*/ 1770 h 196"/>
                <a:gd name="T44" fmla="*/ 4394 w 286"/>
                <a:gd name="T45" fmla="*/ 1500 h 196"/>
                <a:gd name="T46" fmla="*/ 3986 w 286"/>
                <a:gd name="T47" fmla="*/ 550 h 196"/>
                <a:gd name="T48" fmla="*/ 3059 w 286"/>
                <a:gd name="T49" fmla="*/ 158 h 196"/>
                <a:gd name="T50" fmla="*/ 2526 w 286"/>
                <a:gd name="T51" fmla="*/ 33 h 196"/>
                <a:gd name="T52" fmla="*/ 2100 w 286"/>
                <a:gd name="T53" fmla="*/ 158 h 196"/>
                <a:gd name="T54" fmla="*/ 2088 w 286"/>
                <a:gd name="T55" fmla="*/ 145 h 196"/>
                <a:gd name="T56" fmla="*/ 2068 w 286"/>
                <a:gd name="T57" fmla="*/ 158 h 196"/>
                <a:gd name="T58" fmla="*/ 2100 w 286"/>
                <a:gd name="T59" fmla="*/ 158 h 196"/>
                <a:gd name="T60" fmla="*/ 2639 w 286"/>
                <a:gd name="T61" fmla="*/ 83 h 196"/>
                <a:gd name="T62" fmla="*/ 3360 w 286"/>
                <a:gd name="T63" fmla="*/ 145 h 196"/>
                <a:gd name="T64" fmla="*/ 4173 w 286"/>
                <a:gd name="T65" fmla="*/ 750 h 196"/>
                <a:gd name="T66" fmla="*/ 4424 w 286"/>
                <a:gd name="T67" fmla="*/ 1625 h 196"/>
                <a:gd name="T68" fmla="*/ 4394 w 286"/>
                <a:gd name="T69" fmla="*/ 1925 h 196"/>
                <a:gd name="T70" fmla="*/ 4018 w 286"/>
                <a:gd name="T71" fmla="*/ 2645 h 196"/>
                <a:gd name="T72" fmla="*/ 3780 w 286"/>
                <a:gd name="T73" fmla="*/ 2863 h 196"/>
                <a:gd name="T74" fmla="*/ 3780 w 286"/>
                <a:gd name="T75" fmla="*/ 2813 h 196"/>
                <a:gd name="T76" fmla="*/ 3623 w 286"/>
                <a:gd name="T77" fmla="*/ 2113 h 196"/>
                <a:gd name="T78" fmla="*/ 3172 w 286"/>
                <a:gd name="T79" fmla="*/ 1645 h 196"/>
                <a:gd name="T80" fmla="*/ 2734 w 286"/>
                <a:gd name="T81" fmla="*/ 1550 h 196"/>
                <a:gd name="T82" fmla="*/ 2431 w 286"/>
                <a:gd name="T83" fmla="*/ 1563 h 196"/>
                <a:gd name="T84" fmla="*/ 1367 w 286"/>
                <a:gd name="T85" fmla="*/ 1720 h 196"/>
                <a:gd name="T86" fmla="*/ 1242 w 286"/>
                <a:gd name="T87" fmla="*/ 1708 h 196"/>
                <a:gd name="T88" fmla="*/ 846 w 286"/>
                <a:gd name="T89" fmla="*/ 2488 h 196"/>
                <a:gd name="T90" fmla="*/ 846 w 286"/>
                <a:gd name="T91" fmla="*/ 2925 h 196"/>
                <a:gd name="T92" fmla="*/ 739 w 286"/>
                <a:gd name="T93" fmla="*/ 3033 h 196"/>
                <a:gd name="T94" fmla="*/ 345 w 286"/>
                <a:gd name="T95" fmla="*/ 2720 h 196"/>
                <a:gd name="T96" fmla="*/ 238 w 286"/>
                <a:gd name="T97" fmla="*/ 2250 h 196"/>
                <a:gd name="T98" fmla="*/ 95 w 286"/>
                <a:gd name="T99" fmla="*/ 1970 h 196"/>
                <a:gd name="T100" fmla="*/ 125 w 286"/>
                <a:gd name="T101" fmla="*/ 1283 h 196"/>
                <a:gd name="T102" fmla="*/ 991 w 286"/>
                <a:gd name="T103" fmla="*/ 408 h 196"/>
                <a:gd name="T104" fmla="*/ 1242 w 286"/>
                <a:gd name="T105" fmla="*/ 158 h 196"/>
                <a:gd name="T106" fmla="*/ 2068 w 286"/>
                <a:gd name="T107" fmla="*/ 158 h 196"/>
                <a:gd name="T108" fmla="*/ 2088 w 286"/>
                <a:gd name="T109" fmla="*/ 145 h 19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286" h="196">
                  <a:moveTo>
                    <a:pt x="133" y="9"/>
                  </a:moveTo>
                  <a:cubicBezTo>
                    <a:pt x="134" y="8"/>
                    <a:pt x="134" y="8"/>
                    <a:pt x="134" y="8"/>
                  </a:cubicBezTo>
                  <a:cubicBezTo>
                    <a:pt x="127" y="2"/>
                    <a:pt x="118" y="0"/>
                    <a:pt x="108" y="0"/>
                  </a:cubicBezTo>
                  <a:cubicBezTo>
                    <a:pt x="105" y="0"/>
                    <a:pt x="101" y="0"/>
                    <a:pt x="98" y="1"/>
                  </a:cubicBezTo>
                  <a:cubicBezTo>
                    <a:pt x="91" y="2"/>
                    <a:pt x="82" y="3"/>
                    <a:pt x="77" y="9"/>
                  </a:cubicBezTo>
                  <a:cubicBezTo>
                    <a:pt x="76" y="11"/>
                    <a:pt x="75" y="13"/>
                    <a:pt x="75" y="16"/>
                  </a:cubicBezTo>
                  <a:cubicBezTo>
                    <a:pt x="75" y="18"/>
                    <a:pt x="74" y="19"/>
                    <a:pt x="73" y="21"/>
                  </a:cubicBezTo>
                  <a:cubicBezTo>
                    <a:pt x="71" y="22"/>
                    <a:pt x="67" y="24"/>
                    <a:pt x="63" y="24"/>
                  </a:cubicBezTo>
                  <a:cubicBezTo>
                    <a:pt x="59" y="25"/>
                    <a:pt x="54" y="26"/>
                    <a:pt x="51" y="27"/>
                  </a:cubicBezTo>
                  <a:cubicBezTo>
                    <a:pt x="40" y="32"/>
                    <a:pt x="28" y="39"/>
                    <a:pt x="19" y="49"/>
                  </a:cubicBezTo>
                  <a:cubicBezTo>
                    <a:pt x="11" y="58"/>
                    <a:pt x="6" y="69"/>
                    <a:pt x="6" y="81"/>
                  </a:cubicBezTo>
                  <a:cubicBezTo>
                    <a:pt x="5" y="90"/>
                    <a:pt x="4" y="96"/>
                    <a:pt x="1" y="104"/>
                  </a:cubicBezTo>
                  <a:cubicBezTo>
                    <a:pt x="0" y="107"/>
                    <a:pt x="0" y="111"/>
                    <a:pt x="0" y="115"/>
                  </a:cubicBezTo>
                  <a:cubicBezTo>
                    <a:pt x="0" y="119"/>
                    <a:pt x="1" y="124"/>
                    <a:pt x="4" y="128"/>
                  </a:cubicBezTo>
                  <a:cubicBezTo>
                    <a:pt x="6" y="130"/>
                    <a:pt x="8" y="132"/>
                    <a:pt x="10" y="134"/>
                  </a:cubicBezTo>
                  <a:cubicBezTo>
                    <a:pt x="11" y="136"/>
                    <a:pt x="13" y="139"/>
                    <a:pt x="13" y="142"/>
                  </a:cubicBezTo>
                  <a:cubicBezTo>
                    <a:pt x="13" y="142"/>
                    <a:pt x="13" y="143"/>
                    <a:pt x="13" y="144"/>
                  </a:cubicBezTo>
                  <a:cubicBezTo>
                    <a:pt x="13" y="147"/>
                    <a:pt x="12" y="151"/>
                    <a:pt x="12" y="156"/>
                  </a:cubicBezTo>
                  <a:cubicBezTo>
                    <a:pt x="12" y="157"/>
                    <a:pt x="12" y="157"/>
                    <a:pt x="12" y="158"/>
                  </a:cubicBezTo>
                  <a:cubicBezTo>
                    <a:pt x="13" y="165"/>
                    <a:pt x="17" y="169"/>
                    <a:pt x="20" y="175"/>
                  </a:cubicBezTo>
                  <a:cubicBezTo>
                    <a:pt x="23" y="180"/>
                    <a:pt x="29" y="185"/>
                    <a:pt x="34" y="188"/>
                  </a:cubicBezTo>
                  <a:cubicBezTo>
                    <a:pt x="36" y="189"/>
                    <a:pt x="38" y="191"/>
                    <a:pt x="40" y="193"/>
                  </a:cubicBezTo>
                  <a:cubicBezTo>
                    <a:pt x="42" y="194"/>
                    <a:pt x="45" y="195"/>
                    <a:pt x="47" y="196"/>
                  </a:cubicBezTo>
                  <a:cubicBezTo>
                    <a:pt x="48" y="196"/>
                    <a:pt x="48" y="195"/>
                    <a:pt x="49" y="195"/>
                  </a:cubicBezTo>
                  <a:cubicBezTo>
                    <a:pt x="51" y="195"/>
                    <a:pt x="53" y="194"/>
                    <a:pt x="54" y="192"/>
                  </a:cubicBezTo>
                  <a:cubicBezTo>
                    <a:pt x="55" y="191"/>
                    <a:pt x="56" y="189"/>
                    <a:pt x="56" y="187"/>
                  </a:cubicBezTo>
                  <a:cubicBezTo>
                    <a:pt x="56" y="184"/>
                    <a:pt x="55" y="180"/>
                    <a:pt x="54" y="178"/>
                  </a:cubicBezTo>
                  <a:cubicBezTo>
                    <a:pt x="53" y="175"/>
                    <a:pt x="53" y="173"/>
                    <a:pt x="53" y="172"/>
                  </a:cubicBezTo>
                  <a:cubicBezTo>
                    <a:pt x="53" y="168"/>
                    <a:pt x="54" y="164"/>
                    <a:pt x="56" y="159"/>
                  </a:cubicBezTo>
                  <a:cubicBezTo>
                    <a:pt x="59" y="150"/>
                    <a:pt x="58" y="140"/>
                    <a:pt x="63" y="132"/>
                  </a:cubicBezTo>
                  <a:cubicBezTo>
                    <a:pt x="65" y="128"/>
                    <a:pt x="69" y="125"/>
                    <a:pt x="72" y="122"/>
                  </a:cubicBezTo>
                  <a:cubicBezTo>
                    <a:pt x="76" y="119"/>
                    <a:pt x="79" y="115"/>
                    <a:pt x="81" y="110"/>
                  </a:cubicBezTo>
                  <a:cubicBezTo>
                    <a:pt x="80" y="109"/>
                    <a:pt x="80" y="109"/>
                    <a:pt x="80" y="109"/>
                  </a:cubicBezTo>
                  <a:cubicBezTo>
                    <a:pt x="80" y="110"/>
                    <a:pt x="80" y="110"/>
                    <a:pt x="80" y="110"/>
                  </a:cubicBezTo>
                  <a:cubicBezTo>
                    <a:pt x="82" y="111"/>
                    <a:pt x="85" y="112"/>
                    <a:pt x="87" y="112"/>
                  </a:cubicBezTo>
                  <a:cubicBezTo>
                    <a:pt x="92" y="112"/>
                    <a:pt x="97" y="110"/>
                    <a:pt x="101" y="108"/>
                  </a:cubicBezTo>
                  <a:cubicBezTo>
                    <a:pt x="106" y="107"/>
                    <a:pt x="110" y="105"/>
                    <a:pt x="115" y="104"/>
                  </a:cubicBezTo>
                  <a:cubicBezTo>
                    <a:pt x="128" y="103"/>
                    <a:pt x="142" y="103"/>
                    <a:pt x="155" y="102"/>
                  </a:cubicBezTo>
                  <a:cubicBezTo>
                    <a:pt x="161" y="102"/>
                    <a:pt x="166" y="101"/>
                    <a:pt x="170" y="101"/>
                  </a:cubicBezTo>
                  <a:cubicBezTo>
                    <a:pt x="171" y="101"/>
                    <a:pt x="172" y="101"/>
                    <a:pt x="172" y="101"/>
                  </a:cubicBezTo>
                  <a:cubicBezTo>
                    <a:pt x="173" y="101"/>
                    <a:pt x="173" y="101"/>
                    <a:pt x="174" y="101"/>
                  </a:cubicBezTo>
                  <a:cubicBezTo>
                    <a:pt x="175" y="101"/>
                    <a:pt x="175" y="102"/>
                    <a:pt x="177" y="102"/>
                  </a:cubicBezTo>
                  <a:cubicBezTo>
                    <a:pt x="182" y="103"/>
                    <a:pt x="187" y="102"/>
                    <a:pt x="192" y="103"/>
                  </a:cubicBezTo>
                  <a:cubicBezTo>
                    <a:pt x="195" y="103"/>
                    <a:pt x="198" y="106"/>
                    <a:pt x="201" y="107"/>
                  </a:cubicBezTo>
                  <a:cubicBezTo>
                    <a:pt x="209" y="109"/>
                    <a:pt x="213" y="111"/>
                    <a:pt x="220" y="115"/>
                  </a:cubicBezTo>
                  <a:cubicBezTo>
                    <a:pt x="224" y="118"/>
                    <a:pt x="226" y="120"/>
                    <a:pt x="227" y="124"/>
                  </a:cubicBezTo>
                  <a:cubicBezTo>
                    <a:pt x="228" y="127"/>
                    <a:pt x="228" y="131"/>
                    <a:pt x="229" y="136"/>
                  </a:cubicBezTo>
                  <a:cubicBezTo>
                    <a:pt x="230" y="144"/>
                    <a:pt x="230" y="153"/>
                    <a:pt x="232" y="162"/>
                  </a:cubicBezTo>
                  <a:cubicBezTo>
                    <a:pt x="232" y="164"/>
                    <a:pt x="233" y="168"/>
                    <a:pt x="234" y="172"/>
                  </a:cubicBezTo>
                  <a:cubicBezTo>
                    <a:pt x="235" y="174"/>
                    <a:pt x="236" y="176"/>
                    <a:pt x="237" y="178"/>
                  </a:cubicBezTo>
                  <a:cubicBezTo>
                    <a:pt x="238" y="180"/>
                    <a:pt x="238" y="181"/>
                    <a:pt x="240" y="182"/>
                  </a:cubicBezTo>
                  <a:cubicBezTo>
                    <a:pt x="240" y="182"/>
                    <a:pt x="240" y="182"/>
                    <a:pt x="240" y="182"/>
                  </a:cubicBezTo>
                  <a:cubicBezTo>
                    <a:pt x="240" y="182"/>
                    <a:pt x="240" y="182"/>
                    <a:pt x="240" y="182"/>
                  </a:cubicBezTo>
                  <a:cubicBezTo>
                    <a:pt x="240" y="182"/>
                    <a:pt x="240" y="182"/>
                    <a:pt x="240" y="182"/>
                  </a:cubicBezTo>
                  <a:cubicBezTo>
                    <a:pt x="240" y="182"/>
                    <a:pt x="240" y="182"/>
                    <a:pt x="240" y="182"/>
                  </a:cubicBezTo>
                  <a:cubicBezTo>
                    <a:pt x="240" y="182"/>
                    <a:pt x="240" y="182"/>
                    <a:pt x="240" y="182"/>
                  </a:cubicBezTo>
                  <a:cubicBezTo>
                    <a:pt x="240" y="182"/>
                    <a:pt x="240" y="182"/>
                    <a:pt x="240" y="182"/>
                  </a:cubicBezTo>
                  <a:cubicBezTo>
                    <a:pt x="240" y="182"/>
                    <a:pt x="240" y="183"/>
                    <a:pt x="240" y="183"/>
                  </a:cubicBezTo>
                  <a:cubicBezTo>
                    <a:pt x="241" y="185"/>
                    <a:pt x="241" y="185"/>
                    <a:pt x="241" y="185"/>
                  </a:cubicBezTo>
                  <a:cubicBezTo>
                    <a:pt x="242" y="184"/>
                    <a:pt x="242" y="184"/>
                    <a:pt x="242" y="184"/>
                  </a:cubicBezTo>
                  <a:cubicBezTo>
                    <a:pt x="245" y="180"/>
                    <a:pt x="247" y="176"/>
                    <a:pt x="251" y="174"/>
                  </a:cubicBezTo>
                  <a:cubicBezTo>
                    <a:pt x="253" y="173"/>
                    <a:pt x="255" y="172"/>
                    <a:pt x="257" y="171"/>
                  </a:cubicBezTo>
                  <a:cubicBezTo>
                    <a:pt x="259" y="170"/>
                    <a:pt x="261" y="168"/>
                    <a:pt x="262" y="166"/>
                  </a:cubicBezTo>
                  <a:cubicBezTo>
                    <a:pt x="270" y="156"/>
                    <a:pt x="272" y="146"/>
                    <a:pt x="275" y="135"/>
                  </a:cubicBezTo>
                  <a:cubicBezTo>
                    <a:pt x="276" y="132"/>
                    <a:pt x="279" y="128"/>
                    <a:pt x="281" y="125"/>
                  </a:cubicBezTo>
                  <a:cubicBezTo>
                    <a:pt x="284" y="121"/>
                    <a:pt x="286" y="117"/>
                    <a:pt x="286" y="113"/>
                  </a:cubicBezTo>
                  <a:cubicBezTo>
                    <a:pt x="286" y="112"/>
                    <a:pt x="286" y="112"/>
                    <a:pt x="286" y="111"/>
                  </a:cubicBezTo>
                  <a:cubicBezTo>
                    <a:pt x="286" y="109"/>
                    <a:pt x="285" y="106"/>
                    <a:pt x="284" y="103"/>
                  </a:cubicBezTo>
                  <a:cubicBezTo>
                    <a:pt x="282" y="101"/>
                    <a:pt x="281" y="98"/>
                    <a:pt x="280" y="96"/>
                  </a:cubicBezTo>
                  <a:cubicBezTo>
                    <a:pt x="278" y="85"/>
                    <a:pt x="277" y="75"/>
                    <a:pt x="275" y="64"/>
                  </a:cubicBezTo>
                  <a:cubicBezTo>
                    <a:pt x="273" y="57"/>
                    <a:pt x="271" y="52"/>
                    <a:pt x="267" y="47"/>
                  </a:cubicBezTo>
                  <a:cubicBezTo>
                    <a:pt x="264" y="43"/>
                    <a:pt x="259" y="39"/>
                    <a:pt x="254" y="35"/>
                  </a:cubicBezTo>
                  <a:cubicBezTo>
                    <a:pt x="245" y="27"/>
                    <a:pt x="236" y="14"/>
                    <a:pt x="225" y="9"/>
                  </a:cubicBezTo>
                  <a:cubicBezTo>
                    <a:pt x="221" y="8"/>
                    <a:pt x="218" y="7"/>
                    <a:pt x="214" y="7"/>
                  </a:cubicBezTo>
                  <a:cubicBezTo>
                    <a:pt x="208" y="7"/>
                    <a:pt x="202" y="9"/>
                    <a:pt x="195" y="10"/>
                  </a:cubicBezTo>
                  <a:cubicBezTo>
                    <a:pt x="194" y="10"/>
                    <a:pt x="194" y="10"/>
                    <a:pt x="193" y="10"/>
                  </a:cubicBezTo>
                  <a:cubicBezTo>
                    <a:pt x="185" y="10"/>
                    <a:pt x="177" y="5"/>
                    <a:pt x="168" y="3"/>
                  </a:cubicBezTo>
                  <a:cubicBezTo>
                    <a:pt x="166" y="2"/>
                    <a:pt x="164" y="2"/>
                    <a:pt x="161" y="2"/>
                  </a:cubicBezTo>
                  <a:cubicBezTo>
                    <a:pt x="156" y="2"/>
                    <a:pt x="150" y="3"/>
                    <a:pt x="145" y="4"/>
                  </a:cubicBezTo>
                  <a:cubicBezTo>
                    <a:pt x="140" y="5"/>
                    <a:pt x="135" y="6"/>
                    <a:pt x="133" y="9"/>
                  </a:cubicBezTo>
                  <a:cubicBezTo>
                    <a:pt x="134" y="10"/>
                    <a:pt x="134" y="10"/>
                    <a:pt x="134" y="10"/>
                  </a:cubicBezTo>
                  <a:cubicBezTo>
                    <a:pt x="134" y="9"/>
                    <a:pt x="134" y="9"/>
                    <a:pt x="134" y="9"/>
                  </a:cubicBezTo>
                  <a:cubicBezTo>
                    <a:pt x="134" y="8"/>
                    <a:pt x="134" y="8"/>
                    <a:pt x="134" y="8"/>
                  </a:cubicBezTo>
                  <a:cubicBezTo>
                    <a:pt x="133" y="9"/>
                    <a:pt x="133" y="9"/>
                    <a:pt x="133" y="9"/>
                  </a:cubicBezTo>
                  <a:cubicBezTo>
                    <a:pt x="134" y="8"/>
                    <a:pt x="134" y="8"/>
                    <a:pt x="134" y="8"/>
                  </a:cubicBezTo>
                  <a:cubicBezTo>
                    <a:pt x="133" y="9"/>
                    <a:pt x="133" y="9"/>
                    <a:pt x="133" y="9"/>
                  </a:cubicBezTo>
                  <a:cubicBezTo>
                    <a:pt x="132" y="10"/>
                    <a:pt x="132" y="10"/>
                    <a:pt x="132" y="10"/>
                  </a:cubicBezTo>
                  <a:cubicBezTo>
                    <a:pt x="133" y="10"/>
                    <a:pt x="133" y="10"/>
                    <a:pt x="133" y="10"/>
                  </a:cubicBezTo>
                  <a:cubicBezTo>
                    <a:pt x="134" y="11"/>
                    <a:pt x="134" y="11"/>
                    <a:pt x="134" y="11"/>
                  </a:cubicBezTo>
                  <a:cubicBezTo>
                    <a:pt x="134" y="10"/>
                    <a:pt x="134" y="10"/>
                    <a:pt x="134" y="10"/>
                  </a:cubicBezTo>
                  <a:cubicBezTo>
                    <a:pt x="136" y="8"/>
                    <a:pt x="140" y="7"/>
                    <a:pt x="145" y="6"/>
                  </a:cubicBezTo>
                  <a:cubicBezTo>
                    <a:pt x="150" y="5"/>
                    <a:pt x="156" y="4"/>
                    <a:pt x="161" y="4"/>
                  </a:cubicBezTo>
                  <a:cubicBezTo>
                    <a:pt x="164" y="4"/>
                    <a:pt x="166" y="4"/>
                    <a:pt x="168" y="5"/>
                  </a:cubicBezTo>
                  <a:cubicBezTo>
                    <a:pt x="176" y="7"/>
                    <a:pt x="184" y="12"/>
                    <a:pt x="193" y="12"/>
                  </a:cubicBezTo>
                  <a:cubicBezTo>
                    <a:pt x="194" y="12"/>
                    <a:pt x="194" y="12"/>
                    <a:pt x="195" y="12"/>
                  </a:cubicBezTo>
                  <a:cubicBezTo>
                    <a:pt x="202" y="11"/>
                    <a:pt x="208" y="9"/>
                    <a:pt x="214" y="9"/>
                  </a:cubicBezTo>
                  <a:cubicBezTo>
                    <a:pt x="217" y="9"/>
                    <a:pt x="221" y="10"/>
                    <a:pt x="224" y="11"/>
                  </a:cubicBezTo>
                  <a:cubicBezTo>
                    <a:pt x="234" y="16"/>
                    <a:pt x="243" y="28"/>
                    <a:pt x="252" y="36"/>
                  </a:cubicBezTo>
                  <a:cubicBezTo>
                    <a:pt x="258" y="41"/>
                    <a:pt x="262" y="44"/>
                    <a:pt x="266" y="48"/>
                  </a:cubicBezTo>
                  <a:cubicBezTo>
                    <a:pt x="269" y="53"/>
                    <a:pt x="271" y="57"/>
                    <a:pt x="273" y="65"/>
                  </a:cubicBezTo>
                  <a:cubicBezTo>
                    <a:pt x="275" y="76"/>
                    <a:pt x="276" y="86"/>
                    <a:pt x="278" y="96"/>
                  </a:cubicBezTo>
                  <a:cubicBezTo>
                    <a:pt x="279" y="99"/>
                    <a:pt x="280" y="102"/>
                    <a:pt x="282" y="104"/>
                  </a:cubicBezTo>
                  <a:cubicBezTo>
                    <a:pt x="283" y="107"/>
                    <a:pt x="284" y="109"/>
                    <a:pt x="284" y="111"/>
                  </a:cubicBezTo>
                  <a:cubicBezTo>
                    <a:pt x="284" y="112"/>
                    <a:pt x="284" y="112"/>
                    <a:pt x="284" y="113"/>
                  </a:cubicBezTo>
                  <a:cubicBezTo>
                    <a:pt x="284" y="116"/>
                    <a:pt x="282" y="120"/>
                    <a:pt x="280" y="123"/>
                  </a:cubicBezTo>
                  <a:cubicBezTo>
                    <a:pt x="277" y="127"/>
                    <a:pt x="274" y="131"/>
                    <a:pt x="273" y="135"/>
                  </a:cubicBezTo>
                  <a:cubicBezTo>
                    <a:pt x="270" y="146"/>
                    <a:pt x="268" y="155"/>
                    <a:pt x="261" y="165"/>
                  </a:cubicBezTo>
                  <a:cubicBezTo>
                    <a:pt x="259" y="167"/>
                    <a:pt x="258" y="168"/>
                    <a:pt x="256" y="169"/>
                  </a:cubicBezTo>
                  <a:cubicBezTo>
                    <a:pt x="254" y="170"/>
                    <a:pt x="252" y="171"/>
                    <a:pt x="250" y="172"/>
                  </a:cubicBezTo>
                  <a:cubicBezTo>
                    <a:pt x="246" y="175"/>
                    <a:pt x="244" y="179"/>
                    <a:pt x="241" y="182"/>
                  </a:cubicBezTo>
                  <a:cubicBezTo>
                    <a:pt x="241" y="183"/>
                    <a:pt x="241" y="183"/>
                    <a:pt x="241" y="183"/>
                  </a:cubicBezTo>
                  <a:cubicBezTo>
                    <a:pt x="242" y="182"/>
                    <a:pt x="242" y="182"/>
                    <a:pt x="242" y="182"/>
                  </a:cubicBezTo>
                  <a:cubicBezTo>
                    <a:pt x="242" y="182"/>
                    <a:pt x="242" y="182"/>
                    <a:pt x="242" y="181"/>
                  </a:cubicBezTo>
                  <a:cubicBezTo>
                    <a:pt x="241" y="181"/>
                    <a:pt x="241" y="181"/>
                    <a:pt x="241" y="180"/>
                  </a:cubicBezTo>
                  <a:cubicBezTo>
                    <a:pt x="240" y="180"/>
                    <a:pt x="239" y="179"/>
                    <a:pt x="239" y="177"/>
                  </a:cubicBezTo>
                  <a:cubicBezTo>
                    <a:pt x="236" y="172"/>
                    <a:pt x="234" y="164"/>
                    <a:pt x="233" y="161"/>
                  </a:cubicBezTo>
                  <a:cubicBezTo>
                    <a:pt x="232" y="153"/>
                    <a:pt x="232" y="144"/>
                    <a:pt x="231" y="135"/>
                  </a:cubicBezTo>
                  <a:cubicBezTo>
                    <a:pt x="230" y="131"/>
                    <a:pt x="230" y="127"/>
                    <a:pt x="229" y="123"/>
                  </a:cubicBezTo>
                  <a:cubicBezTo>
                    <a:pt x="227" y="120"/>
                    <a:pt x="225" y="116"/>
                    <a:pt x="221" y="114"/>
                  </a:cubicBezTo>
                  <a:cubicBezTo>
                    <a:pt x="214" y="109"/>
                    <a:pt x="210" y="107"/>
                    <a:pt x="202" y="105"/>
                  </a:cubicBezTo>
                  <a:cubicBezTo>
                    <a:pt x="199" y="104"/>
                    <a:pt x="196" y="102"/>
                    <a:pt x="192" y="101"/>
                  </a:cubicBezTo>
                  <a:cubicBezTo>
                    <a:pt x="187" y="100"/>
                    <a:pt x="182" y="101"/>
                    <a:pt x="177" y="100"/>
                  </a:cubicBezTo>
                  <a:cubicBezTo>
                    <a:pt x="176" y="100"/>
                    <a:pt x="175" y="99"/>
                    <a:pt x="174" y="99"/>
                  </a:cubicBezTo>
                  <a:cubicBezTo>
                    <a:pt x="174" y="99"/>
                    <a:pt x="173" y="99"/>
                    <a:pt x="172" y="99"/>
                  </a:cubicBezTo>
                  <a:cubicBezTo>
                    <a:pt x="172" y="99"/>
                    <a:pt x="171" y="99"/>
                    <a:pt x="170" y="99"/>
                  </a:cubicBezTo>
                  <a:cubicBezTo>
                    <a:pt x="165" y="99"/>
                    <a:pt x="160" y="100"/>
                    <a:pt x="155" y="100"/>
                  </a:cubicBezTo>
                  <a:cubicBezTo>
                    <a:pt x="142" y="101"/>
                    <a:pt x="128" y="101"/>
                    <a:pt x="114" y="102"/>
                  </a:cubicBezTo>
                  <a:cubicBezTo>
                    <a:pt x="110" y="103"/>
                    <a:pt x="105" y="105"/>
                    <a:pt x="101" y="106"/>
                  </a:cubicBezTo>
                  <a:cubicBezTo>
                    <a:pt x="96" y="108"/>
                    <a:pt x="92" y="110"/>
                    <a:pt x="87" y="110"/>
                  </a:cubicBezTo>
                  <a:cubicBezTo>
                    <a:pt x="85" y="110"/>
                    <a:pt x="83" y="109"/>
                    <a:pt x="81" y="108"/>
                  </a:cubicBezTo>
                  <a:cubicBezTo>
                    <a:pt x="80" y="108"/>
                    <a:pt x="80" y="108"/>
                    <a:pt x="80" y="108"/>
                  </a:cubicBezTo>
                  <a:cubicBezTo>
                    <a:pt x="79" y="109"/>
                    <a:pt x="79" y="109"/>
                    <a:pt x="79" y="109"/>
                  </a:cubicBezTo>
                  <a:cubicBezTo>
                    <a:pt x="77" y="114"/>
                    <a:pt x="74" y="117"/>
                    <a:pt x="71" y="120"/>
                  </a:cubicBezTo>
                  <a:cubicBezTo>
                    <a:pt x="68" y="123"/>
                    <a:pt x="64" y="126"/>
                    <a:pt x="61" y="131"/>
                  </a:cubicBezTo>
                  <a:cubicBezTo>
                    <a:pt x="56" y="139"/>
                    <a:pt x="57" y="150"/>
                    <a:pt x="54" y="159"/>
                  </a:cubicBezTo>
                  <a:cubicBezTo>
                    <a:pt x="52" y="164"/>
                    <a:pt x="51" y="167"/>
                    <a:pt x="51" y="172"/>
                  </a:cubicBezTo>
                  <a:cubicBezTo>
                    <a:pt x="51" y="174"/>
                    <a:pt x="51" y="176"/>
                    <a:pt x="52" y="178"/>
                  </a:cubicBezTo>
                  <a:cubicBezTo>
                    <a:pt x="53" y="181"/>
                    <a:pt x="54" y="184"/>
                    <a:pt x="54" y="187"/>
                  </a:cubicBezTo>
                  <a:cubicBezTo>
                    <a:pt x="54" y="189"/>
                    <a:pt x="53" y="190"/>
                    <a:pt x="52" y="191"/>
                  </a:cubicBezTo>
                  <a:cubicBezTo>
                    <a:pt x="52" y="192"/>
                    <a:pt x="50" y="193"/>
                    <a:pt x="48" y="193"/>
                  </a:cubicBezTo>
                  <a:cubicBezTo>
                    <a:pt x="47" y="194"/>
                    <a:pt x="47" y="194"/>
                    <a:pt x="47" y="194"/>
                  </a:cubicBezTo>
                  <a:cubicBezTo>
                    <a:pt x="46" y="194"/>
                    <a:pt x="43" y="192"/>
                    <a:pt x="41" y="191"/>
                  </a:cubicBezTo>
                  <a:cubicBezTo>
                    <a:pt x="39" y="190"/>
                    <a:pt x="37" y="188"/>
                    <a:pt x="35" y="187"/>
                  </a:cubicBezTo>
                  <a:cubicBezTo>
                    <a:pt x="30" y="183"/>
                    <a:pt x="25" y="179"/>
                    <a:pt x="22" y="174"/>
                  </a:cubicBezTo>
                  <a:cubicBezTo>
                    <a:pt x="19" y="168"/>
                    <a:pt x="15" y="164"/>
                    <a:pt x="14" y="158"/>
                  </a:cubicBezTo>
                  <a:cubicBezTo>
                    <a:pt x="14" y="157"/>
                    <a:pt x="14" y="156"/>
                    <a:pt x="14" y="156"/>
                  </a:cubicBezTo>
                  <a:cubicBezTo>
                    <a:pt x="14" y="152"/>
                    <a:pt x="15" y="148"/>
                    <a:pt x="15" y="144"/>
                  </a:cubicBezTo>
                  <a:cubicBezTo>
                    <a:pt x="15" y="143"/>
                    <a:pt x="15" y="142"/>
                    <a:pt x="15" y="141"/>
                  </a:cubicBezTo>
                  <a:cubicBezTo>
                    <a:pt x="15" y="138"/>
                    <a:pt x="13" y="135"/>
                    <a:pt x="11" y="133"/>
                  </a:cubicBezTo>
                  <a:cubicBezTo>
                    <a:pt x="10" y="131"/>
                    <a:pt x="8" y="129"/>
                    <a:pt x="6" y="126"/>
                  </a:cubicBezTo>
                  <a:cubicBezTo>
                    <a:pt x="3" y="123"/>
                    <a:pt x="2" y="119"/>
                    <a:pt x="2" y="115"/>
                  </a:cubicBezTo>
                  <a:cubicBezTo>
                    <a:pt x="2" y="111"/>
                    <a:pt x="2" y="108"/>
                    <a:pt x="3" y="104"/>
                  </a:cubicBezTo>
                  <a:cubicBezTo>
                    <a:pt x="6" y="96"/>
                    <a:pt x="7" y="90"/>
                    <a:pt x="8" y="82"/>
                  </a:cubicBezTo>
                  <a:cubicBezTo>
                    <a:pt x="8" y="70"/>
                    <a:pt x="13" y="59"/>
                    <a:pt x="21" y="50"/>
                  </a:cubicBezTo>
                  <a:cubicBezTo>
                    <a:pt x="29" y="41"/>
                    <a:pt x="41" y="34"/>
                    <a:pt x="52" y="29"/>
                  </a:cubicBezTo>
                  <a:cubicBezTo>
                    <a:pt x="55" y="28"/>
                    <a:pt x="59" y="27"/>
                    <a:pt x="63" y="26"/>
                  </a:cubicBezTo>
                  <a:cubicBezTo>
                    <a:pt x="68" y="25"/>
                    <a:pt x="72" y="24"/>
                    <a:pt x="74" y="22"/>
                  </a:cubicBezTo>
                  <a:cubicBezTo>
                    <a:pt x="76" y="20"/>
                    <a:pt x="77" y="18"/>
                    <a:pt x="77" y="16"/>
                  </a:cubicBezTo>
                  <a:cubicBezTo>
                    <a:pt x="77" y="14"/>
                    <a:pt x="78" y="12"/>
                    <a:pt x="79" y="10"/>
                  </a:cubicBezTo>
                  <a:cubicBezTo>
                    <a:pt x="83" y="5"/>
                    <a:pt x="92" y="3"/>
                    <a:pt x="98" y="3"/>
                  </a:cubicBezTo>
                  <a:cubicBezTo>
                    <a:pt x="101" y="2"/>
                    <a:pt x="105" y="2"/>
                    <a:pt x="108" y="2"/>
                  </a:cubicBezTo>
                  <a:cubicBezTo>
                    <a:pt x="117" y="2"/>
                    <a:pt x="127" y="4"/>
                    <a:pt x="132" y="10"/>
                  </a:cubicBezTo>
                  <a:cubicBezTo>
                    <a:pt x="132" y="10"/>
                    <a:pt x="132" y="10"/>
                    <a:pt x="132" y="10"/>
                  </a:cubicBezTo>
                  <a:cubicBezTo>
                    <a:pt x="132" y="10"/>
                    <a:pt x="132" y="10"/>
                    <a:pt x="132" y="10"/>
                  </a:cubicBezTo>
                  <a:lnTo>
                    <a:pt x="133" y="9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60508" name="Freeform 489">
              <a:extLst>
                <a:ext uri="{FF2B5EF4-FFF2-40B4-BE49-F238E27FC236}">
                  <a16:creationId xmlns:a16="http://schemas.microsoft.com/office/drawing/2014/main" id="{84046F02-20F5-4BAD-A2C5-06699FE7C8D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8" y="993"/>
              <a:ext cx="100" cy="45"/>
            </a:xfrm>
            <a:custGeom>
              <a:avLst/>
              <a:gdLst>
                <a:gd name="T0" fmla="*/ 625 w 40"/>
                <a:gd name="T1" fmla="*/ 283 h 18"/>
                <a:gd name="T2" fmla="*/ 595 w 40"/>
                <a:gd name="T3" fmla="*/ 220 h 18"/>
                <a:gd name="T4" fmla="*/ 595 w 40"/>
                <a:gd name="T5" fmla="*/ 208 h 18"/>
                <a:gd name="T6" fmla="*/ 583 w 40"/>
                <a:gd name="T7" fmla="*/ 208 h 18"/>
                <a:gd name="T8" fmla="*/ 520 w 40"/>
                <a:gd name="T9" fmla="*/ 208 h 18"/>
                <a:gd name="T10" fmla="*/ 458 w 40"/>
                <a:gd name="T11" fmla="*/ 208 h 18"/>
                <a:gd name="T12" fmla="*/ 188 w 40"/>
                <a:gd name="T13" fmla="*/ 175 h 18"/>
                <a:gd name="T14" fmla="*/ 33 w 40"/>
                <a:gd name="T15" fmla="*/ 0 h 18"/>
                <a:gd name="T16" fmla="*/ 0 w 40"/>
                <a:gd name="T17" fmla="*/ 20 h 18"/>
                <a:gd name="T18" fmla="*/ 188 w 40"/>
                <a:gd name="T19" fmla="*/ 208 h 18"/>
                <a:gd name="T20" fmla="*/ 458 w 40"/>
                <a:gd name="T21" fmla="*/ 238 h 18"/>
                <a:gd name="T22" fmla="*/ 520 w 40"/>
                <a:gd name="T23" fmla="*/ 238 h 18"/>
                <a:gd name="T24" fmla="*/ 583 w 40"/>
                <a:gd name="T25" fmla="*/ 238 h 18"/>
                <a:gd name="T26" fmla="*/ 583 w 40"/>
                <a:gd name="T27" fmla="*/ 220 h 18"/>
                <a:gd name="T28" fmla="*/ 583 w 40"/>
                <a:gd name="T29" fmla="*/ 238 h 18"/>
                <a:gd name="T30" fmla="*/ 595 w 40"/>
                <a:gd name="T31" fmla="*/ 283 h 18"/>
                <a:gd name="T32" fmla="*/ 625 w 40"/>
                <a:gd name="T33" fmla="*/ 283 h 1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40" h="18">
                  <a:moveTo>
                    <a:pt x="40" y="18"/>
                  </a:moveTo>
                  <a:cubicBezTo>
                    <a:pt x="40" y="16"/>
                    <a:pt x="39" y="15"/>
                    <a:pt x="38" y="14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37" y="13"/>
                    <a:pt x="37" y="13"/>
                    <a:pt x="37" y="13"/>
                  </a:cubicBezTo>
                  <a:cubicBezTo>
                    <a:pt x="36" y="13"/>
                    <a:pt x="34" y="13"/>
                    <a:pt x="33" y="13"/>
                  </a:cubicBezTo>
                  <a:cubicBezTo>
                    <a:pt x="31" y="13"/>
                    <a:pt x="30" y="13"/>
                    <a:pt x="29" y="13"/>
                  </a:cubicBezTo>
                  <a:cubicBezTo>
                    <a:pt x="23" y="13"/>
                    <a:pt x="17" y="13"/>
                    <a:pt x="12" y="11"/>
                  </a:cubicBezTo>
                  <a:cubicBezTo>
                    <a:pt x="8" y="9"/>
                    <a:pt x="4" y="6"/>
                    <a:pt x="2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2" y="7"/>
                    <a:pt x="7" y="11"/>
                    <a:pt x="12" y="13"/>
                  </a:cubicBezTo>
                  <a:cubicBezTo>
                    <a:pt x="17" y="15"/>
                    <a:pt x="23" y="15"/>
                    <a:pt x="29" y="15"/>
                  </a:cubicBezTo>
                  <a:cubicBezTo>
                    <a:pt x="30" y="15"/>
                    <a:pt x="32" y="15"/>
                    <a:pt x="33" y="15"/>
                  </a:cubicBezTo>
                  <a:cubicBezTo>
                    <a:pt x="34" y="15"/>
                    <a:pt x="36" y="15"/>
                    <a:pt x="37" y="15"/>
                  </a:cubicBezTo>
                  <a:cubicBezTo>
                    <a:pt x="37" y="14"/>
                    <a:pt x="37" y="14"/>
                    <a:pt x="37" y="14"/>
                  </a:cubicBezTo>
                  <a:cubicBezTo>
                    <a:pt x="37" y="15"/>
                    <a:pt x="37" y="15"/>
                    <a:pt x="37" y="15"/>
                  </a:cubicBezTo>
                  <a:cubicBezTo>
                    <a:pt x="37" y="16"/>
                    <a:pt x="38" y="17"/>
                    <a:pt x="38" y="18"/>
                  </a:cubicBezTo>
                  <a:lnTo>
                    <a:pt x="40" y="18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60509" name="Freeform 490">
              <a:extLst>
                <a:ext uri="{FF2B5EF4-FFF2-40B4-BE49-F238E27FC236}">
                  <a16:creationId xmlns:a16="http://schemas.microsoft.com/office/drawing/2014/main" id="{3A1D1EE2-FA0D-4882-B8C8-F68EE599C8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6" y="926"/>
              <a:ext cx="17" cy="105"/>
            </a:xfrm>
            <a:custGeom>
              <a:avLst/>
              <a:gdLst>
                <a:gd name="T0" fmla="*/ 58 w 7"/>
                <a:gd name="T1" fmla="*/ 625 h 42"/>
                <a:gd name="T2" fmla="*/ 41 w 7"/>
                <a:gd name="T3" fmla="*/ 613 h 42"/>
                <a:gd name="T4" fmla="*/ 29 w 7"/>
                <a:gd name="T5" fmla="*/ 583 h 42"/>
                <a:gd name="T6" fmla="*/ 70 w 7"/>
                <a:gd name="T7" fmla="*/ 425 h 42"/>
                <a:gd name="T8" fmla="*/ 100 w 7"/>
                <a:gd name="T9" fmla="*/ 175 h 42"/>
                <a:gd name="T10" fmla="*/ 70 w 7"/>
                <a:gd name="T11" fmla="*/ 0 h 42"/>
                <a:gd name="T12" fmla="*/ 41 w 7"/>
                <a:gd name="T13" fmla="*/ 20 h 42"/>
                <a:gd name="T14" fmla="*/ 70 w 7"/>
                <a:gd name="T15" fmla="*/ 175 h 42"/>
                <a:gd name="T16" fmla="*/ 41 w 7"/>
                <a:gd name="T17" fmla="*/ 408 h 42"/>
                <a:gd name="T18" fmla="*/ 0 w 7"/>
                <a:gd name="T19" fmla="*/ 583 h 42"/>
                <a:gd name="T20" fmla="*/ 12 w 7"/>
                <a:gd name="T21" fmla="*/ 613 h 42"/>
                <a:gd name="T22" fmla="*/ 41 w 7"/>
                <a:gd name="T23" fmla="*/ 658 h 42"/>
                <a:gd name="T24" fmla="*/ 58 w 7"/>
                <a:gd name="T25" fmla="*/ 625 h 4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7" h="42">
                  <a:moveTo>
                    <a:pt x="4" y="40"/>
                  </a:moveTo>
                  <a:cubicBezTo>
                    <a:pt x="3" y="39"/>
                    <a:pt x="3" y="39"/>
                    <a:pt x="3" y="39"/>
                  </a:cubicBezTo>
                  <a:cubicBezTo>
                    <a:pt x="2" y="38"/>
                    <a:pt x="2" y="37"/>
                    <a:pt x="2" y="37"/>
                  </a:cubicBezTo>
                  <a:cubicBezTo>
                    <a:pt x="2" y="33"/>
                    <a:pt x="4" y="29"/>
                    <a:pt x="5" y="27"/>
                  </a:cubicBezTo>
                  <a:cubicBezTo>
                    <a:pt x="6" y="21"/>
                    <a:pt x="7" y="16"/>
                    <a:pt x="7" y="11"/>
                  </a:cubicBezTo>
                  <a:cubicBezTo>
                    <a:pt x="7" y="7"/>
                    <a:pt x="6" y="4"/>
                    <a:pt x="5" y="0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4" y="4"/>
                    <a:pt x="5" y="7"/>
                    <a:pt x="5" y="11"/>
                  </a:cubicBezTo>
                  <a:cubicBezTo>
                    <a:pt x="5" y="16"/>
                    <a:pt x="4" y="21"/>
                    <a:pt x="3" y="26"/>
                  </a:cubicBezTo>
                  <a:cubicBezTo>
                    <a:pt x="2" y="28"/>
                    <a:pt x="0" y="33"/>
                    <a:pt x="0" y="37"/>
                  </a:cubicBezTo>
                  <a:cubicBezTo>
                    <a:pt x="0" y="38"/>
                    <a:pt x="0" y="38"/>
                    <a:pt x="1" y="39"/>
                  </a:cubicBezTo>
                  <a:cubicBezTo>
                    <a:pt x="1" y="40"/>
                    <a:pt x="2" y="41"/>
                    <a:pt x="3" y="42"/>
                  </a:cubicBezTo>
                  <a:lnTo>
                    <a:pt x="4" y="40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60510" name="Freeform 491">
              <a:extLst>
                <a:ext uri="{FF2B5EF4-FFF2-40B4-BE49-F238E27FC236}">
                  <a16:creationId xmlns:a16="http://schemas.microsoft.com/office/drawing/2014/main" id="{028D1962-368A-4EA1-940A-C92CC950B3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8" y="961"/>
              <a:ext cx="151" cy="160"/>
            </a:xfrm>
            <a:custGeom>
              <a:avLst/>
              <a:gdLst>
                <a:gd name="T0" fmla="*/ 0 w 60"/>
                <a:gd name="T1" fmla="*/ 20 h 64"/>
                <a:gd name="T2" fmla="*/ 272 w 60"/>
                <a:gd name="T3" fmla="*/ 313 h 64"/>
                <a:gd name="T4" fmla="*/ 463 w 60"/>
                <a:gd name="T5" fmla="*/ 363 h 64"/>
                <a:gd name="T6" fmla="*/ 609 w 60"/>
                <a:gd name="T7" fmla="*/ 408 h 64"/>
                <a:gd name="T8" fmla="*/ 672 w 60"/>
                <a:gd name="T9" fmla="*/ 533 h 64"/>
                <a:gd name="T10" fmla="*/ 735 w 60"/>
                <a:gd name="T11" fmla="*/ 675 h 64"/>
                <a:gd name="T12" fmla="*/ 810 w 60"/>
                <a:gd name="T13" fmla="*/ 863 h 64"/>
                <a:gd name="T14" fmla="*/ 936 w 60"/>
                <a:gd name="T15" fmla="*/ 1000 h 64"/>
                <a:gd name="T16" fmla="*/ 956 w 60"/>
                <a:gd name="T17" fmla="*/ 970 h 64"/>
                <a:gd name="T18" fmla="*/ 843 w 60"/>
                <a:gd name="T19" fmla="*/ 845 h 64"/>
                <a:gd name="T20" fmla="*/ 768 w 60"/>
                <a:gd name="T21" fmla="*/ 658 h 64"/>
                <a:gd name="T22" fmla="*/ 702 w 60"/>
                <a:gd name="T23" fmla="*/ 520 h 64"/>
                <a:gd name="T24" fmla="*/ 639 w 60"/>
                <a:gd name="T25" fmla="*/ 395 h 64"/>
                <a:gd name="T26" fmla="*/ 463 w 60"/>
                <a:gd name="T27" fmla="*/ 333 h 64"/>
                <a:gd name="T28" fmla="*/ 284 w 60"/>
                <a:gd name="T29" fmla="*/ 283 h 64"/>
                <a:gd name="T30" fmla="*/ 33 w 60"/>
                <a:gd name="T31" fmla="*/ 0 h 64"/>
                <a:gd name="T32" fmla="*/ 0 w 60"/>
                <a:gd name="T33" fmla="*/ 20 h 64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0" h="64">
                  <a:moveTo>
                    <a:pt x="0" y="1"/>
                  </a:moveTo>
                  <a:cubicBezTo>
                    <a:pt x="3" y="8"/>
                    <a:pt x="11" y="16"/>
                    <a:pt x="17" y="20"/>
                  </a:cubicBezTo>
                  <a:cubicBezTo>
                    <a:pt x="20" y="21"/>
                    <a:pt x="25" y="22"/>
                    <a:pt x="29" y="23"/>
                  </a:cubicBezTo>
                  <a:cubicBezTo>
                    <a:pt x="33" y="24"/>
                    <a:pt x="36" y="25"/>
                    <a:pt x="38" y="26"/>
                  </a:cubicBezTo>
                  <a:cubicBezTo>
                    <a:pt x="40" y="28"/>
                    <a:pt x="41" y="31"/>
                    <a:pt x="42" y="34"/>
                  </a:cubicBezTo>
                  <a:cubicBezTo>
                    <a:pt x="44" y="38"/>
                    <a:pt x="45" y="41"/>
                    <a:pt x="46" y="43"/>
                  </a:cubicBezTo>
                  <a:cubicBezTo>
                    <a:pt x="47" y="47"/>
                    <a:pt x="49" y="51"/>
                    <a:pt x="51" y="55"/>
                  </a:cubicBezTo>
                  <a:cubicBezTo>
                    <a:pt x="53" y="59"/>
                    <a:pt x="55" y="62"/>
                    <a:pt x="59" y="64"/>
                  </a:cubicBezTo>
                  <a:cubicBezTo>
                    <a:pt x="60" y="62"/>
                    <a:pt x="60" y="62"/>
                    <a:pt x="60" y="62"/>
                  </a:cubicBezTo>
                  <a:cubicBezTo>
                    <a:pt x="57" y="61"/>
                    <a:pt x="54" y="57"/>
                    <a:pt x="53" y="54"/>
                  </a:cubicBezTo>
                  <a:cubicBezTo>
                    <a:pt x="51" y="50"/>
                    <a:pt x="49" y="46"/>
                    <a:pt x="48" y="42"/>
                  </a:cubicBezTo>
                  <a:cubicBezTo>
                    <a:pt x="47" y="40"/>
                    <a:pt x="46" y="37"/>
                    <a:pt x="44" y="33"/>
                  </a:cubicBezTo>
                  <a:cubicBezTo>
                    <a:pt x="43" y="30"/>
                    <a:pt x="41" y="27"/>
                    <a:pt x="40" y="25"/>
                  </a:cubicBezTo>
                  <a:cubicBezTo>
                    <a:pt x="37" y="23"/>
                    <a:pt x="33" y="22"/>
                    <a:pt x="29" y="21"/>
                  </a:cubicBezTo>
                  <a:cubicBezTo>
                    <a:pt x="25" y="20"/>
                    <a:pt x="21" y="19"/>
                    <a:pt x="18" y="18"/>
                  </a:cubicBezTo>
                  <a:cubicBezTo>
                    <a:pt x="12" y="15"/>
                    <a:pt x="5" y="7"/>
                    <a:pt x="2" y="0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60511" name="Freeform 492">
              <a:extLst>
                <a:ext uri="{FF2B5EF4-FFF2-40B4-BE49-F238E27FC236}">
                  <a16:creationId xmlns:a16="http://schemas.microsoft.com/office/drawing/2014/main" id="{BAF9F218-B354-4F95-85C6-1DEEC472C2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3" y="871"/>
              <a:ext cx="83" cy="80"/>
            </a:xfrm>
            <a:custGeom>
              <a:avLst/>
              <a:gdLst>
                <a:gd name="T0" fmla="*/ 0 w 33"/>
                <a:gd name="T1" fmla="*/ 33 h 32"/>
                <a:gd name="T2" fmla="*/ 317 w 33"/>
                <a:gd name="T3" fmla="*/ 188 h 32"/>
                <a:gd name="T4" fmla="*/ 493 w 33"/>
                <a:gd name="T5" fmla="*/ 500 h 32"/>
                <a:gd name="T6" fmla="*/ 526 w 33"/>
                <a:gd name="T7" fmla="*/ 500 h 32"/>
                <a:gd name="T8" fmla="*/ 335 w 33"/>
                <a:gd name="T9" fmla="*/ 175 h 32"/>
                <a:gd name="T10" fmla="*/ 20 w 33"/>
                <a:gd name="T11" fmla="*/ 0 h 32"/>
                <a:gd name="T12" fmla="*/ 0 w 33"/>
                <a:gd name="T13" fmla="*/ 33 h 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3" h="32">
                  <a:moveTo>
                    <a:pt x="0" y="2"/>
                  </a:moveTo>
                  <a:cubicBezTo>
                    <a:pt x="8" y="2"/>
                    <a:pt x="14" y="6"/>
                    <a:pt x="20" y="12"/>
                  </a:cubicBezTo>
                  <a:cubicBezTo>
                    <a:pt x="25" y="18"/>
                    <a:pt x="29" y="26"/>
                    <a:pt x="31" y="32"/>
                  </a:cubicBezTo>
                  <a:cubicBezTo>
                    <a:pt x="33" y="32"/>
                    <a:pt x="33" y="32"/>
                    <a:pt x="33" y="32"/>
                  </a:cubicBezTo>
                  <a:cubicBezTo>
                    <a:pt x="31" y="25"/>
                    <a:pt x="27" y="17"/>
                    <a:pt x="21" y="11"/>
                  </a:cubicBezTo>
                  <a:cubicBezTo>
                    <a:pt x="16" y="5"/>
                    <a:pt x="8" y="0"/>
                    <a:pt x="1" y="0"/>
                  </a:cubicBezTo>
                  <a:lnTo>
                    <a:pt x="0" y="2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60512" name="Freeform 493">
              <a:extLst>
                <a:ext uri="{FF2B5EF4-FFF2-40B4-BE49-F238E27FC236}">
                  <a16:creationId xmlns:a16="http://schemas.microsoft.com/office/drawing/2014/main" id="{735B7981-1DD8-4A3B-84C8-68BE50F4F2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5" y="1071"/>
              <a:ext cx="43" cy="103"/>
            </a:xfrm>
            <a:custGeom>
              <a:avLst/>
              <a:gdLst>
                <a:gd name="T0" fmla="*/ 0 w 17"/>
                <a:gd name="T1" fmla="*/ 20 h 41"/>
                <a:gd name="T2" fmla="*/ 192 w 17"/>
                <a:gd name="T3" fmla="*/ 188 h 41"/>
                <a:gd name="T4" fmla="*/ 243 w 17"/>
                <a:gd name="T5" fmla="*/ 442 h 41"/>
                <a:gd name="T6" fmla="*/ 210 w 17"/>
                <a:gd name="T7" fmla="*/ 651 h 41"/>
                <a:gd name="T8" fmla="*/ 243 w 17"/>
                <a:gd name="T9" fmla="*/ 651 h 41"/>
                <a:gd name="T10" fmla="*/ 276 w 17"/>
                <a:gd name="T11" fmla="*/ 442 h 41"/>
                <a:gd name="T12" fmla="*/ 225 w 17"/>
                <a:gd name="T13" fmla="*/ 176 h 41"/>
                <a:gd name="T14" fmla="*/ 20 w 17"/>
                <a:gd name="T15" fmla="*/ 0 h 41"/>
                <a:gd name="T16" fmla="*/ 0 w 17"/>
                <a:gd name="T17" fmla="*/ 20 h 4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7" h="41">
                  <a:moveTo>
                    <a:pt x="0" y="1"/>
                  </a:moveTo>
                  <a:cubicBezTo>
                    <a:pt x="6" y="3"/>
                    <a:pt x="9" y="7"/>
                    <a:pt x="12" y="12"/>
                  </a:cubicBezTo>
                  <a:cubicBezTo>
                    <a:pt x="14" y="17"/>
                    <a:pt x="15" y="23"/>
                    <a:pt x="15" y="28"/>
                  </a:cubicBezTo>
                  <a:cubicBezTo>
                    <a:pt x="15" y="33"/>
                    <a:pt x="15" y="37"/>
                    <a:pt x="13" y="41"/>
                  </a:cubicBezTo>
                  <a:cubicBezTo>
                    <a:pt x="15" y="41"/>
                    <a:pt x="15" y="41"/>
                    <a:pt x="15" y="41"/>
                  </a:cubicBezTo>
                  <a:cubicBezTo>
                    <a:pt x="17" y="38"/>
                    <a:pt x="17" y="33"/>
                    <a:pt x="17" y="28"/>
                  </a:cubicBezTo>
                  <a:cubicBezTo>
                    <a:pt x="17" y="22"/>
                    <a:pt x="16" y="16"/>
                    <a:pt x="14" y="11"/>
                  </a:cubicBezTo>
                  <a:cubicBezTo>
                    <a:pt x="11" y="6"/>
                    <a:pt x="7" y="1"/>
                    <a:pt x="1" y="0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60513" name="Freeform 494">
              <a:extLst>
                <a:ext uri="{FF2B5EF4-FFF2-40B4-BE49-F238E27FC236}">
                  <a16:creationId xmlns:a16="http://schemas.microsoft.com/office/drawing/2014/main" id="{C7571903-EF7B-426C-B165-ED12A2394D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1" y="906"/>
              <a:ext cx="82" cy="72"/>
            </a:xfrm>
            <a:custGeom>
              <a:avLst/>
              <a:gdLst>
                <a:gd name="T0" fmla="*/ 0 w 33"/>
                <a:gd name="T1" fmla="*/ 444 h 29"/>
                <a:gd name="T2" fmla="*/ 12 w 33"/>
                <a:gd name="T3" fmla="*/ 444 h 29"/>
                <a:gd name="T4" fmla="*/ 340 w 33"/>
                <a:gd name="T5" fmla="*/ 308 h 29"/>
                <a:gd name="T6" fmla="*/ 507 w 33"/>
                <a:gd name="T7" fmla="*/ 12 h 29"/>
                <a:gd name="T8" fmla="*/ 507 w 33"/>
                <a:gd name="T9" fmla="*/ 0 h 29"/>
                <a:gd name="T10" fmla="*/ 475 w 33"/>
                <a:gd name="T11" fmla="*/ 0 h 29"/>
                <a:gd name="T12" fmla="*/ 475 w 33"/>
                <a:gd name="T13" fmla="*/ 12 h 29"/>
                <a:gd name="T14" fmla="*/ 321 w 33"/>
                <a:gd name="T15" fmla="*/ 290 h 29"/>
                <a:gd name="T16" fmla="*/ 12 w 33"/>
                <a:gd name="T17" fmla="*/ 412 h 29"/>
                <a:gd name="T18" fmla="*/ 0 w 33"/>
                <a:gd name="T19" fmla="*/ 412 h 29"/>
                <a:gd name="T20" fmla="*/ 0 w 33"/>
                <a:gd name="T21" fmla="*/ 444 h 2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3" h="29">
                  <a:moveTo>
                    <a:pt x="0" y="29"/>
                  </a:moveTo>
                  <a:cubicBezTo>
                    <a:pt x="1" y="29"/>
                    <a:pt x="1" y="29"/>
                    <a:pt x="1" y="29"/>
                  </a:cubicBezTo>
                  <a:cubicBezTo>
                    <a:pt x="8" y="29"/>
                    <a:pt x="16" y="25"/>
                    <a:pt x="22" y="20"/>
                  </a:cubicBezTo>
                  <a:cubicBezTo>
                    <a:pt x="28" y="15"/>
                    <a:pt x="33" y="8"/>
                    <a:pt x="33" y="1"/>
                  </a:cubicBezTo>
                  <a:cubicBezTo>
                    <a:pt x="33" y="0"/>
                    <a:pt x="33" y="0"/>
                    <a:pt x="33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31" y="1"/>
                    <a:pt x="31" y="1"/>
                    <a:pt x="31" y="1"/>
                  </a:cubicBezTo>
                  <a:cubicBezTo>
                    <a:pt x="31" y="7"/>
                    <a:pt x="27" y="14"/>
                    <a:pt x="21" y="19"/>
                  </a:cubicBezTo>
                  <a:cubicBezTo>
                    <a:pt x="15" y="24"/>
                    <a:pt x="8" y="27"/>
                    <a:pt x="1" y="27"/>
                  </a:cubicBezTo>
                  <a:cubicBezTo>
                    <a:pt x="0" y="27"/>
                    <a:pt x="0" y="27"/>
                    <a:pt x="0" y="27"/>
                  </a:cubicBezTo>
                  <a:lnTo>
                    <a:pt x="0" y="29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60514" name="Freeform 495">
              <a:extLst>
                <a:ext uri="{FF2B5EF4-FFF2-40B4-BE49-F238E27FC236}">
                  <a16:creationId xmlns:a16="http://schemas.microsoft.com/office/drawing/2014/main" id="{9A192FE2-418D-4FB0-903D-3BC494416B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1" y="948"/>
              <a:ext cx="50" cy="115"/>
            </a:xfrm>
            <a:custGeom>
              <a:avLst/>
              <a:gdLst>
                <a:gd name="T0" fmla="*/ 33 w 20"/>
                <a:gd name="T1" fmla="*/ 720 h 46"/>
                <a:gd name="T2" fmla="*/ 313 w 20"/>
                <a:gd name="T3" fmla="*/ 0 h 46"/>
                <a:gd name="T4" fmla="*/ 283 w 20"/>
                <a:gd name="T5" fmla="*/ 0 h 46"/>
                <a:gd name="T6" fmla="*/ 0 w 20"/>
                <a:gd name="T7" fmla="*/ 720 h 46"/>
                <a:gd name="T8" fmla="*/ 33 w 20"/>
                <a:gd name="T9" fmla="*/ 720 h 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46">
                  <a:moveTo>
                    <a:pt x="2" y="46"/>
                  </a:moveTo>
                  <a:cubicBezTo>
                    <a:pt x="5" y="30"/>
                    <a:pt x="16" y="17"/>
                    <a:pt x="20" y="0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4" y="16"/>
                    <a:pt x="3" y="29"/>
                    <a:pt x="0" y="46"/>
                  </a:cubicBezTo>
                  <a:lnTo>
                    <a:pt x="2" y="4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</p:grpSp>
      <p:grpSp>
        <p:nvGrpSpPr>
          <p:cNvPr id="60429" name="Group 496">
            <a:extLst>
              <a:ext uri="{FF2B5EF4-FFF2-40B4-BE49-F238E27FC236}">
                <a16:creationId xmlns:a16="http://schemas.microsoft.com/office/drawing/2014/main" id="{2BEE9B20-E07B-4006-A473-C7B272DCA6FC}"/>
              </a:ext>
            </a:extLst>
          </p:cNvPr>
          <p:cNvGrpSpPr>
            <a:grpSpLocks/>
          </p:cNvGrpSpPr>
          <p:nvPr/>
        </p:nvGrpSpPr>
        <p:grpSpPr bwMode="auto">
          <a:xfrm>
            <a:off x="11206815" y="3586416"/>
            <a:ext cx="263971" cy="110419"/>
            <a:chOff x="2327" y="1299"/>
            <a:chExt cx="531" cy="222"/>
          </a:xfrm>
        </p:grpSpPr>
        <p:sp>
          <p:nvSpPr>
            <p:cNvPr id="60495" name="Freeform 497">
              <a:extLst>
                <a:ext uri="{FF2B5EF4-FFF2-40B4-BE49-F238E27FC236}">
                  <a16:creationId xmlns:a16="http://schemas.microsoft.com/office/drawing/2014/main" id="{8A6E2103-5C79-46B9-9850-0952C54164F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377" y="1314"/>
              <a:ext cx="440" cy="192"/>
            </a:xfrm>
            <a:custGeom>
              <a:avLst/>
              <a:gdLst>
                <a:gd name="T0" fmla="*/ 2533 w 176"/>
                <a:gd name="T1" fmla="*/ 790 h 77"/>
                <a:gd name="T2" fmla="*/ 2688 w 176"/>
                <a:gd name="T3" fmla="*/ 591 h 77"/>
                <a:gd name="T4" fmla="*/ 2738 w 176"/>
                <a:gd name="T5" fmla="*/ 571 h 77"/>
                <a:gd name="T6" fmla="*/ 2658 w 176"/>
                <a:gd name="T7" fmla="*/ 758 h 77"/>
                <a:gd name="T8" fmla="*/ 2520 w 176"/>
                <a:gd name="T9" fmla="*/ 975 h 77"/>
                <a:gd name="T10" fmla="*/ 2375 w 176"/>
                <a:gd name="T11" fmla="*/ 1025 h 77"/>
                <a:gd name="T12" fmla="*/ 1470 w 176"/>
                <a:gd name="T13" fmla="*/ 249 h 77"/>
                <a:gd name="T14" fmla="*/ 1270 w 176"/>
                <a:gd name="T15" fmla="*/ 529 h 77"/>
                <a:gd name="T16" fmla="*/ 970 w 176"/>
                <a:gd name="T17" fmla="*/ 883 h 77"/>
                <a:gd name="T18" fmla="*/ 770 w 176"/>
                <a:gd name="T19" fmla="*/ 1057 h 77"/>
                <a:gd name="T20" fmla="*/ 1250 w 176"/>
                <a:gd name="T21" fmla="*/ 324 h 77"/>
                <a:gd name="T22" fmla="*/ 2188 w 176"/>
                <a:gd name="T23" fmla="*/ 653 h 77"/>
                <a:gd name="T24" fmla="*/ 2595 w 176"/>
                <a:gd name="T25" fmla="*/ 187 h 77"/>
                <a:gd name="T26" fmla="*/ 2500 w 176"/>
                <a:gd name="T27" fmla="*/ 354 h 77"/>
                <a:gd name="T28" fmla="*/ 2470 w 176"/>
                <a:gd name="T29" fmla="*/ 479 h 77"/>
                <a:gd name="T30" fmla="*/ 2300 w 176"/>
                <a:gd name="T31" fmla="*/ 728 h 77"/>
                <a:gd name="T32" fmla="*/ 2145 w 176"/>
                <a:gd name="T33" fmla="*/ 883 h 77"/>
                <a:gd name="T34" fmla="*/ 2000 w 176"/>
                <a:gd name="T35" fmla="*/ 1025 h 77"/>
                <a:gd name="T36" fmla="*/ 2270 w 176"/>
                <a:gd name="T37" fmla="*/ 621 h 77"/>
                <a:gd name="T38" fmla="*/ 2208 w 176"/>
                <a:gd name="T39" fmla="*/ 92 h 77"/>
                <a:gd name="T40" fmla="*/ 2250 w 176"/>
                <a:gd name="T41" fmla="*/ 105 h 77"/>
                <a:gd name="T42" fmla="*/ 2158 w 176"/>
                <a:gd name="T43" fmla="*/ 229 h 77"/>
                <a:gd name="T44" fmla="*/ 2208 w 176"/>
                <a:gd name="T45" fmla="*/ 312 h 77"/>
                <a:gd name="T46" fmla="*/ 1938 w 176"/>
                <a:gd name="T47" fmla="*/ 591 h 77"/>
                <a:gd name="T48" fmla="*/ 1750 w 176"/>
                <a:gd name="T49" fmla="*/ 683 h 77"/>
                <a:gd name="T50" fmla="*/ 1708 w 176"/>
                <a:gd name="T51" fmla="*/ 653 h 77"/>
                <a:gd name="T52" fmla="*/ 2095 w 176"/>
                <a:gd name="T53" fmla="*/ 199 h 77"/>
                <a:gd name="T54" fmla="*/ 2208 w 176"/>
                <a:gd name="T55" fmla="*/ 92 h 77"/>
                <a:gd name="T56" fmla="*/ 1125 w 176"/>
                <a:gd name="T57" fmla="*/ 30 h 77"/>
                <a:gd name="T58" fmla="*/ 958 w 176"/>
                <a:gd name="T59" fmla="*/ 279 h 77"/>
                <a:gd name="T60" fmla="*/ 595 w 176"/>
                <a:gd name="T61" fmla="*/ 696 h 77"/>
                <a:gd name="T62" fmla="*/ 563 w 176"/>
                <a:gd name="T63" fmla="*/ 653 h 77"/>
                <a:gd name="T64" fmla="*/ 500 w 176"/>
                <a:gd name="T65" fmla="*/ 666 h 77"/>
                <a:gd name="T66" fmla="*/ 908 w 176"/>
                <a:gd name="T67" fmla="*/ 167 h 77"/>
                <a:gd name="T68" fmla="*/ 1050 w 176"/>
                <a:gd name="T69" fmla="*/ 92 h 77"/>
                <a:gd name="T70" fmla="*/ 1300 w 176"/>
                <a:gd name="T71" fmla="*/ 0 h 77"/>
                <a:gd name="T72" fmla="*/ 0 w 176"/>
                <a:gd name="T73" fmla="*/ 746 h 77"/>
                <a:gd name="T74" fmla="*/ 33 w 176"/>
                <a:gd name="T75" fmla="*/ 621 h 77"/>
                <a:gd name="T76" fmla="*/ 408 w 176"/>
                <a:gd name="T77" fmla="*/ 137 h 77"/>
                <a:gd name="T78" fmla="*/ 520 w 176"/>
                <a:gd name="T79" fmla="*/ 62 h 77"/>
                <a:gd name="T80" fmla="*/ 533 w 176"/>
                <a:gd name="T81" fmla="*/ 62 h 77"/>
                <a:gd name="T82" fmla="*/ 595 w 176"/>
                <a:gd name="T83" fmla="*/ 137 h 77"/>
                <a:gd name="T84" fmla="*/ 270 w 176"/>
                <a:gd name="T85" fmla="*/ 449 h 77"/>
                <a:gd name="T86" fmla="*/ 0 w 176"/>
                <a:gd name="T87" fmla="*/ 808 h 77"/>
                <a:gd name="T88" fmla="*/ 33 w 176"/>
                <a:gd name="T89" fmla="*/ 995 h 77"/>
                <a:gd name="T90" fmla="*/ 625 w 176"/>
                <a:gd name="T91" fmla="*/ 1194 h 77"/>
                <a:gd name="T92" fmla="*/ 1095 w 176"/>
                <a:gd name="T93" fmla="*/ 975 h 77"/>
                <a:gd name="T94" fmla="*/ 1220 w 176"/>
                <a:gd name="T95" fmla="*/ 790 h 77"/>
                <a:gd name="T96" fmla="*/ 1375 w 176"/>
                <a:gd name="T97" fmla="*/ 758 h 77"/>
                <a:gd name="T98" fmla="*/ 1375 w 176"/>
                <a:gd name="T99" fmla="*/ 758 h 77"/>
                <a:gd name="T100" fmla="*/ 1533 w 176"/>
                <a:gd name="T101" fmla="*/ 790 h 77"/>
                <a:gd name="T102" fmla="*/ 1658 w 176"/>
                <a:gd name="T103" fmla="*/ 975 h 77"/>
                <a:gd name="T104" fmla="*/ 2125 w 176"/>
                <a:gd name="T105" fmla="*/ 1194 h 77"/>
                <a:gd name="T106" fmla="*/ 2750 w 176"/>
                <a:gd name="T107" fmla="*/ 962 h 77"/>
                <a:gd name="T108" fmla="*/ 1425 w 176"/>
                <a:gd name="T109" fmla="*/ 0 h 77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176" h="77">
                  <a:moveTo>
                    <a:pt x="152" y="66"/>
                  </a:moveTo>
                  <a:cubicBezTo>
                    <a:pt x="152" y="61"/>
                    <a:pt x="159" y="54"/>
                    <a:pt x="162" y="51"/>
                  </a:cubicBezTo>
                  <a:cubicBezTo>
                    <a:pt x="165" y="47"/>
                    <a:pt x="169" y="43"/>
                    <a:pt x="171" y="38"/>
                  </a:cubicBezTo>
                  <a:cubicBezTo>
                    <a:pt x="172" y="38"/>
                    <a:pt x="172" y="38"/>
                    <a:pt x="172" y="38"/>
                  </a:cubicBezTo>
                  <a:cubicBezTo>
                    <a:pt x="175" y="37"/>
                    <a:pt x="175" y="37"/>
                    <a:pt x="175" y="37"/>
                  </a:cubicBezTo>
                  <a:cubicBezTo>
                    <a:pt x="175" y="37"/>
                    <a:pt x="175" y="37"/>
                    <a:pt x="175" y="37"/>
                  </a:cubicBezTo>
                  <a:cubicBezTo>
                    <a:pt x="175" y="37"/>
                    <a:pt x="176" y="37"/>
                    <a:pt x="176" y="37"/>
                  </a:cubicBezTo>
                  <a:cubicBezTo>
                    <a:pt x="176" y="41"/>
                    <a:pt x="172" y="46"/>
                    <a:pt x="170" y="49"/>
                  </a:cubicBezTo>
                  <a:cubicBezTo>
                    <a:pt x="167" y="52"/>
                    <a:pt x="165" y="56"/>
                    <a:pt x="163" y="59"/>
                  </a:cubicBezTo>
                  <a:cubicBezTo>
                    <a:pt x="162" y="61"/>
                    <a:pt x="162" y="62"/>
                    <a:pt x="161" y="63"/>
                  </a:cubicBezTo>
                  <a:cubicBezTo>
                    <a:pt x="162" y="62"/>
                    <a:pt x="163" y="60"/>
                    <a:pt x="163" y="58"/>
                  </a:cubicBezTo>
                  <a:cubicBezTo>
                    <a:pt x="158" y="59"/>
                    <a:pt x="156" y="64"/>
                    <a:pt x="152" y="66"/>
                  </a:cubicBezTo>
                  <a:moveTo>
                    <a:pt x="82" y="24"/>
                  </a:moveTo>
                  <a:cubicBezTo>
                    <a:pt x="84" y="21"/>
                    <a:pt x="90" y="16"/>
                    <a:pt x="94" y="16"/>
                  </a:cubicBezTo>
                  <a:cubicBezTo>
                    <a:pt x="94" y="16"/>
                    <a:pt x="95" y="16"/>
                    <a:pt x="95" y="16"/>
                  </a:cubicBezTo>
                  <a:cubicBezTo>
                    <a:pt x="93" y="23"/>
                    <a:pt x="85" y="28"/>
                    <a:pt x="81" y="34"/>
                  </a:cubicBezTo>
                  <a:cubicBezTo>
                    <a:pt x="76" y="39"/>
                    <a:pt x="72" y="44"/>
                    <a:pt x="68" y="49"/>
                  </a:cubicBezTo>
                  <a:cubicBezTo>
                    <a:pt x="66" y="52"/>
                    <a:pt x="64" y="56"/>
                    <a:pt x="62" y="57"/>
                  </a:cubicBezTo>
                  <a:cubicBezTo>
                    <a:pt x="62" y="56"/>
                    <a:pt x="62" y="55"/>
                    <a:pt x="62" y="54"/>
                  </a:cubicBezTo>
                  <a:cubicBezTo>
                    <a:pt x="58" y="56"/>
                    <a:pt x="54" y="67"/>
                    <a:pt x="49" y="68"/>
                  </a:cubicBezTo>
                  <a:cubicBezTo>
                    <a:pt x="47" y="60"/>
                    <a:pt x="57" y="51"/>
                    <a:pt x="62" y="45"/>
                  </a:cubicBezTo>
                  <a:cubicBezTo>
                    <a:pt x="68" y="37"/>
                    <a:pt x="73" y="28"/>
                    <a:pt x="80" y="21"/>
                  </a:cubicBezTo>
                  <a:cubicBezTo>
                    <a:pt x="82" y="24"/>
                    <a:pt x="82" y="24"/>
                    <a:pt x="82" y="24"/>
                  </a:cubicBezTo>
                  <a:moveTo>
                    <a:pt x="140" y="42"/>
                  </a:moveTo>
                  <a:cubicBezTo>
                    <a:pt x="141" y="37"/>
                    <a:pt x="150" y="29"/>
                    <a:pt x="154" y="26"/>
                  </a:cubicBezTo>
                  <a:cubicBezTo>
                    <a:pt x="158" y="21"/>
                    <a:pt x="162" y="17"/>
                    <a:pt x="166" y="12"/>
                  </a:cubicBezTo>
                  <a:cubicBezTo>
                    <a:pt x="167" y="13"/>
                    <a:pt x="167" y="13"/>
                    <a:pt x="167" y="13"/>
                  </a:cubicBezTo>
                  <a:cubicBezTo>
                    <a:pt x="168" y="15"/>
                    <a:pt x="162" y="21"/>
                    <a:pt x="160" y="23"/>
                  </a:cubicBezTo>
                  <a:cubicBezTo>
                    <a:pt x="157" y="27"/>
                    <a:pt x="153" y="30"/>
                    <a:pt x="151" y="35"/>
                  </a:cubicBezTo>
                  <a:cubicBezTo>
                    <a:pt x="153" y="34"/>
                    <a:pt x="156" y="31"/>
                    <a:pt x="158" y="31"/>
                  </a:cubicBezTo>
                  <a:cubicBezTo>
                    <a:pt x="158" y="31"/>
                    <a:pt x="159" y="31"/>
                    <a:pt x="159" y="31"/>
                  </a:cubicBezTo>
                  <a:cubicBezTo>
                    <a:pt x="157" y="37"/>
                    <a:pt x="151" y="42"/>
                    <a:pt x="147" y="47"/>
                  </a:cubicBezTo>
                  <a:cubicBezTo>
                    <a:pt x="147" y="47"/>
                    <a:pt x="147" y="46"/>
                    <a:pt x="148" y="46"/>
                  </a:cubicBezTo>
                  <a:cubicBezTo>
                    <a:pt x="143" y="49"/>
                    <a:pt x="140" y="53"/>
                    <a:pt x="137" y="57"/>
                  </a:cubicBezTo>
                  <a:cubicBezTo>
                    <a:pt x="135" y="59"/>
                    <a:pt x="132" y="66"/>
                    <a:pt x="129" y="66"/>
                  </a:cubicBezTo>
                  <a:cubicBezTo>
                    <a:pt x="128" y="66"/>
                    <a:pt x="128" y="66"/>
                    <a:pt x="128" y="66"/>
                  </a:cubicBezTo>
                  <a:cubicBezTo>
                    <a:pt x="129" y="61"/>
                    <a:pt x="133" y="55"/>
                    <a:pt x="136" y="52"/>
                  </a:cubicBezTo>
                  <a:cubicBezTo>
                    <a:pt x="138" y="49"/>
                    <a:pt x="144" y="44"/>
                    <a:pt x="145" y="40"/>
                  </a:cubicBezTo>
                  <a:cubicBezTo>
                    <a:pt x="143" y="40"/>
                    <a:pt x="142" y="42"/>
                    <a:pt x="140" y="42"/>
                  </a:cubicBezTo>
                  <a:moveTo>
                    <a:pt x="141" y="6"/>
                  </a:moveTo>
                  <a:cubicBezTo>
                    <a:pt x="142" y="5"/>
                    <a:pt x="142" y="4"/>
                    <a:pt x="143" y="4"/>
                  </a:cubicBezTo>
                  <a:cubicBezTo>
                    <a:pt x="144" y="4"/>
                    <a:pt x="145" y="5"/>
                    <a:pt x="144" y="7"/>
                  </a:cubicBezTo>
                  <a:cubicBezTo>
                    <a:pt x="143" y="10"/>
                    <a:pt x="139" y="12"/>
                    <a:pt x="138" y="15"/>
                  </a:cubicBezTo>
                  <a:cubicBezTo>
                    <a:pt x="138" y="15"/>
                    <a:pt x="138" y="15"/>
                    <a:pt x="138" y="15"/>
                  </a:cubicBezTo>
                  <a:cubicBezTo>
                    <a:pt x="134" y="19"/>
                    <a:pt x="129" y="25"/>
                    <a:pt x="126" y="31"/>
                  </a:cubicBezTo>
                  <a:cubicBezTo>
                    <a:pt x="130" y="29"/>
                    <a:pt x="137" y="23"/>
                    <a:pt x="141" y="20"/>
                  </a:cubicBezTo>
                  <a:cubicBezTo>
                    <a:pt x="140" y="22"/>
                    <a:pt x="137" y="25"/>
                    <a:pt x="135" y="27"/>
                  </a:cubicBezTo>
                  <a:cubicBezTo>
                    <a:pt x="132" y="30"/>
                    <a:pt x="128" y="34"/>
                    <a:pt x="124" y="38"/>
                  </a:cubicBezTo>
                  <a:cubicBezTo>
                    <a:pt x="119" y="44"/>
                    <a:pt x="114" y="51"/>
                    <a:pt x="108" y="56"/>
                  </a:cubicBezTo>
                  <a:cubicBezTo>
                    <a:pt x="109" y="52"/>
                    <a:pt x="111" y="48"/>
                    <a:pt x="112" y="44"/>
                  </a:cubicBezTo>
                  <a:cubicBezTo>
                    <a:pt x="108" y="45"/>
                    <a:pt x="106" y="49"/>
                    <a:pt x="103" y="51"/>
                  </a:cubicBezTo>
                  <a:cubicBezTo>
                    <a:pt x="102" y="48"/>
                    <a:pt x="107" y="44"/>
                    <a:pt x="109" y="42"/>
                  </a:cubicBezTo>
                  <a:cubicBezTo>
                    <a:pt x="113" y="38"/>
                    <a:pt x="116" y="33"/>
                    <a:pt x="121" y="28"/>
                  </a:cubicBezTo>
                  <a:cubicBezTo>
                    <a:pt x="125" y="23"/>
                    <a:pt x="130" y="19"/>
                    <a:pt x="134" y="13"/>
                  </a:cubicBezTo>
                  <a:cubicBezTo>
                    <a:pt x="136" y="11"/>
                    <a:pt x="137" y="7"/>
                    <a:pt x="140" y="5"/>
                  </a:cubicBezTo>
                  <a:cubicBezTo>
                    <a:pt x="141" y="6"/>
                    <a:pt x="141" y="6"/>
                    <a:pt x="141" y="6"/>
                  </a:cubicBezTo>
                  <a:moveTo>
                    <a:pt x="67" y="6"/>
                  </a:moveTo>
                  <a:cubicBezTo>
                    <a:pt x="67" y="4"/>
                    <a:pt x="70" y="2"/>
                    <a:pt x="72" y="2"/>
                  </a:cubicBezTo>
                  <a:cubicBezTo>
                    <a:pt x="73" y="2"/>
                    <a:pt x="73" y="2"/>
                    <a:pt x="74" y="2"/>
                  </a:cubicBezTo>
                  <a:cubicBezTo>
                    <a:pt x="72" y="8"/>
                    <a:pt x="65" y="13"/>
                    <a:pt x="61" y="18"/>
                  </a:cubicBezTo>
                  <a:cubicBezTo>
                    <a:pt x="56" y="22"/>
                    <a:pt x="52" y="27"/>
                    <a:pt x="48" y="32"/>
                  </a:cubicBezTo>
                  <a:cubicBezTo>
                    <a:pt x="45" y="36"/>
                    <a:pt x="42" y="42"/>
                    <a:pt x="38" y="45"/>
                  </a:cubicBezTo>
                  <a:cubicBezTo>
                    <a:pt x="38" y="43"/>
                    <a:pt x="39" y="42"/>
                    <a:pt x="38" y="42"/>
                  </a:cubicBezTo>
                  <a:cubicBezTo>
                    <a:pt x="38" y="42"/>
                    <a:pt x="37" y="42"/>
                    <a:pt x="36" y="42"/>
                  </a:cubicBezTo>
                  <a:cubicBezTo>
                    <a:pt x="32" y="44"/>
                    <a:pt x="31" y="52"/>
                    <a:pt x="26" y="52"/>
                  </a:cubicBezTo>
                  <a:cubicBezTo>
                    <a:pt x="26" y="49"/>
                    <a:pt x="29" y="45"/>
                    <a:pt x="32" y="43"/>
                  </a:cubicBezTo>
                  <a:cubicBezTo>
                    <a:pt x="36" y="37"/>
                    <a:pt x="40" y="31"/>
                    <a:pt x="45" y="26"/>
                  </a:cubicBezTo>
                  <a:cubicBezTo>
                    <a:pt x="49" y="21"/>
                    <a:pt x="53" y="16"/>
                    <a:pt x="58" y="11"/>
                  </a:cubicBezTo>
                  <a:cubicBezTo>
                    <a:pt x="60" y="9"/>
                    <a:pt x="63" y="7"/>
                    <a:pt x="65" y="5"/>
                  </a:cubicBezTo>
                  <a:cubicBezTo>
                    <a:pt x="67" y="6"/>
                    <a:pt x="67" y="6"/>
                    <a:pt x="67" y="6"/>
                  </a:cubicBezTo>
                  <a:moveTo>
                    <a:pt x="91" y="0"/>
                  </a:moveTo>
                  <a:cubicBezTo>
                    <a:pt x="83" y="0"/>
                    <a:pt x="83" y="0"/>
                    <a:pt x="83" y="0"/>
                  </a:cubicBezTo>
                  <a:cubicBezTo>
                    <a:pt x="58" y="0"/>
                    <a:pt x="30" y="2"/>
                    <a:pt x="0" y="8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2" y="44"/>
                    <a:pt x="5" y="40"/>
                    <a:pt x="6" y="35"/>
                  </a:cubicBezTo>
                  <a:cubicBezTo>
                    <a:pt x="4" y="36"/>
                    <a:pt x="3" y="38"/>
                    <a:pt x="2" y="40"/>
                  </a:cubicBezTo>
                  <a:cubicBezTo>
                    <a:pt x="3" y="32"/>
                    <a:pt x="12" y="25"/>
                    <a:pt x="17" y="19"/>
                  </a:cubicBezTo>
                  <a:cubicBezTo>
                    <a:pt x="20" y="16"/>
                    <a:pt x="23" y="13"/>
                    <a:pt x="26" y="9"/>
                  </a:cubicBezTo>
                  <a:cubicBezTo>
                    <a:pt x="27" y="8"/>
                    <a:pt x="29" y="4"/>
                    <a:pt x="32" y="4"/>
                  </a:cubicBezTo>
                  <a:cubicBezTo>
                    <a:pt x="32" y="4"/>
                    <a:pt x="32" y="4"/>
                    <a:pt x="33" y="4"/>
                  </a:cubicBezTo>
                  <a:cubicBezTo>
                    <a:pt x="34" y="4"/>
                    <a:pt x="34" y="4"/>
                    <a:pt x="34" y="4"/>
                  </a:cubicBezTo>
                  <a:cubicBezTo>
                    <a:pt x="34" y="4"/>
                    <a:pt x="34" y="4"/>
                    <a:pt x="34" y="4"/>
                  </a:cubicBezTo>
                  <a:cubicBezTo>
                    <a:pt x="32" y="8"/>
                    <a:pt x="27" y="12"/>
                    <a:pt x="26" y="16"/>
                  </a:cubicBezTo>
                  <a:cubicBezTo>
                    <a:pt x="30" y="15"/>
                    <a:pt x="33" y="9"/>
                    <a:pt x="38" y="9"/>
                  </a:cubicBezTo>
                  <a:cubicBezTo>
                    <a:pt x="38" y="9"/>
                    <a:pt x="38" y="9"/>
                    <a:pt x="39" y="9"/>
                  </a:cubicBezTo>
                  <a:cubicBezTo>
                    <a:pt x="33" y="17"/>
                    <a:pt x="24" y="22"/>
                    <a:pt x="17" y="29"/>
                  </a:cubicBezTo>
                  <a:cubicBezTo>
                    <a:pt x="13" y="33"/>
                    <a:pt x="9" y="37"/>
                    <a:pt x="6" y="42"/>
                  </a:cubicBezTo>
                  <a:cubicBezTo>
                    <a:pt x="5" y="45"/>
                    <a:pt x="2" y="50"/>
                    <a:pt x="0" y="52"/>
                  </a:cubicBezTo>
                  <a:cubicBezTo>
                    <a:pt x="0" y="62"/>
                    <a:pt x="0" y="62"/>
                    <a:pt x="0" y="62"/>
                  </a:cubicBezTo>
                  <a:cubicBezTo>
                    <a:pt x="1" y="62"/>
                    <a:pt x="1" y="63"/>
                    <a:pt x="2" y="64"/>
                  </a:cubicBezTo>
                  <a:cubicBezTo>
                    <a:pt x="4" y="65"/>
                    <a:pt x="7" y="67"/>
                    <a:pt x="11" y="69"/>
                  </a:cubicBezTo>
                  <a:cubicBezTo>
                    <a:pt x="19" y="73"/>
                    <a:pt x="29" y="77"/>
                    <a:pt x="40" y="77"/>
                  </a:cubicBezTo>
                  <a:cubicBezTo>
                    <a:pt x="40" y="77"/>
                    <a:pt x="40" y="77"/>
                    <a:pt x="40" y="77"/>
                  </a:cubicBezTo>
                  <a:cubicBezTo>
                    <a:pt x="50" y="77"/>
                    <a:pt x="60" y="73"/>
                    <a:pt x="70" y="63"/>
                  </a:cubicBezTo>
                  <a:cubicBezTo>
                    <a:pt x="71" y="62"/>
                    <a:pt x="71" y="60"/>
                    <a:pt x="72" y="58"/>
                  </a:cubicBezTo>
                  <a:cubicBezTo>
                    <a:pt x="73" y="56"/>
                    <a:pt x="75" y="53"/>
                    <a:pt x="78" y="51"/>
                  </a:cubicBezTo>
                  <a:cubicBezTo>
                    <a:pt x="81" y="49"/>
                    <a:pt x="84" y="49"/>
                    <a:pt x="88" y="49"/>
                  </a:cubicBezTo>
                  <a:cubicBezTo>
                    <a:pt x="88" y="49"/>
                    <a:pt x="88" y="49"/>
                    <a:pt x="88" y="49"/>
                  </a:cubicBezTo>
                  <a:cubicBezTo>
                    <a:pt x="88" y="49"/>
                    <a:pt x="88" y="49"/>
                    <a:pt x="88" y="49"/>
                  </a:cubicBezTo>
                  <a:cubicBezTo>
                    <a:pt x="88" y="49"/>
                    <a:pt x="88" y="49"/>
                    <a:pt x="88" y="49"/>
                  </a:cubicBezTo>
                  <a:cubicBezTo>
                    <a:pt x="88" y="49"/>
                    <a:pt x="88" y="49"/>
                    <a:pt x="89" y="49"/>
                  </a:cubicBezTo>
                  <a:cubicBezTo>
                    <a:pt x="92" y="49"/>
                    <a:pt x="95" y="49"/>
                    <a:pt x="98" y="51"/>
                  </a:cubicBezTo>
                  <a:cubicBezTo>
                    <a:pt x="100" y="52"/>
                    <a:pt x="102" y="54"/>
                    <a:pt x="103" y="56"/>
                  </a:cubicBezTo>
                  <a:cubicBezTo>
                    <a:pt x="105" y="58"/>
                    <a:pt x="105" y="61"/>
                    <a:pt x="106" y="63"/>
                  </a:cubicBezTo>
                  <a:cubicBezTo>
                    <a:pt x="116" y="73"/>
                    <a:pt x="126" y="77"/>
                    <a:pt x="136" y="77"/>
                  </a:cubicBezTo>
                  <a:cubicBezTo>
                    <a:pt x="136" y="77"/>
                    <a:pt x="136" y="77"/>
                    <a:pt x="136" y="77"/>
                  </a:cubicBezTo>
                  <a:cubicBezTo>
                    <a:pt x="146" y="77"/>
                    <a:pt x="156" y="73"/>
                    <a:pt x="163" y="70"/>
                  </a:cubicBezTo>
                  <a:cubicBezTo>
                    <a:pt x="169" y="67"/>
                    <a:pt x="174" y="64"/>
                    <a:pt x="176" y="62"/>
                  </a:cubicBezTo>
                  <a:cubicBezTo>
                    <a:pt x="176" y="8"/>
                    <a:pt x="176" y="8"/>
                    <a:pt x="176" y="8"/>
                  </a:cubicBezTo>
                  <a:cubicBezTo>
                    <a:pt x="145" y="2"/>
                    <a:pt x="116" y="0"/>
                    <a:pt x="9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60496" name="Freeform 498">
              <a:extLst>
                <a:ext uri="{FF2B5EF4-FFF2-40B4-BE49-F238E27FC236}">
                  <a16:creationId xmlns:a16="http://schemas.microsoft.com/office/drawing/2014/main" id="{411F9C0C-A567-4FB3-B07A-2C33F9EEE1F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2" y="1299"/>
              <a:ext cx="470" cy="222"/>
            </a:xfrm>
            <a:custGeom>
              <a:avLst/>
              <a:gdLst>
                <a:gd name="T0" fmla="*/ 1470 w 188"/>
                <a:gd name="T1" fmla="*/ 853 h 89"/>
                <a:gd name="T2" fmla="*/ 1220 w 188"/>
                <a:gd name="T3" fmla="*/ 995 h 89"/>
                <a:gd name="T4" fmla="*/ 1188 w 188"/>
                <a:gd name="T5" fmla="*/ 1090 h 89"/>
                <a:gd name="T6" fmla="*/ 1208 w 188"/>
                <a:gd name="T7" fmla="*/ 1058 h 89"/>
                <a:gd name="T8" fmla="*/ 270 w 188"/>
                <a:gd name="T9" fmla="*/ 1162 h 89"/>
                <a:gd name="T10" fmla="*/ 95 w 188"/>
                <a:gd name="T11" fmla="*/ 1058 h 89"/>
                <a:gd name="T12" fmla="*/ 83 w 188"/>
                <a:gd name="T13" fmla="*/ 1040 h 89"/>
                <a:gd name="T14" fmla="*/ 95 w 188"/>
                <a:gd name="T15" fmla="*/ 1090 h 89"/>
                <a:gd name="T16" fmla="*/ 50 w 188"/>
                <a:gd name="T17" fmla="*/ 187 h 89"/>
                <a:gd name="T18" fmla="*/ 1395 w 188"/>
                <a:gd name="T19" fmla="*/ 92 h 89"/>
                <a:gd name="T20" fmla="*/ 1395 w 188"/>
                <a:gd name="T21" fmla="*/ 92 h 89"/>
                <a:gd name="T22" fmla="*/ 1520 w 188"/>
                <a:gd name="T23" fmla="*/ 42 h 89"/>
                <a:gd name="T24" fmla="*/ 2875 w 188"/>
                <a:gd name="T25" fmla="*/ 229 h 89"/>
                <a:gd name="T26" fmla="*/ 2845 w 188"/>
                <a:gd name="T27" fmla="*/ 187 h 89"/>
                <a:gd name="T28" fmla="*/ 2895 w 188"/>
                <a:gd name="T29" fmla="*/ 1090 h 89"/>
                <a:gd name="T30" fmla="*/ 2863 w 188"/>
                <a:gd name="T31" fmla="*/ 1040 h 89"/>
                <a:gd name="T32" fmla="*/ 2220 w 188"/>
                <a:gd name="T33" fmla="*/ 1287 h 89"/>
                <a:gd name="T34" fmla="*/ 1708 w 188"/>
                <a:gd name="T35" fmla="*/ 1090 h 89"/>
                <a:gd name="T36" fmla="*/ 1750 w 188"/>
                <a:gd name="T37" fmla="*/ 1090 h 89"/>
                <a:gd name="T38" fmla="*/ 1625 w 188"/>
                <a:gd name="T39" fmla="*/ 883 h 89"/>
                <a:gd name="T40" fmla="*/ 1470 w 188"/>
                <a:gd name="T41" fmla="*/ 853 h 89"/>
                <a:gd name="T42" fmla="*/ 1470 w 188"/>
                <a:gd name="T43" fmla="*/ 945 h 89"/>
                <a:gd name="T44" fmla="*/ 1583 w 188"/>
                <a:gd name="T45" fmla="*/ 965 h 89"/>
                <a:gd name="T46" fmla="*/ 1658 w 188"/>
                <a:gd name="T47" fmla="*/ 1090 h 89"/>
                <a:gd name="T48" fmla="*/ 1658 w 188"/>
                <a:gd name="T49" fmla="*/ 1090 h 89"/>
                <a:gd name="T50" fmla="*/ 1658 w 188"/>
                <a:gd name="T51" fmla="*/ 1090 h 89"/>
                <a:gd name="T52" fmla="*/ 1658 w 188"/>
                <a:gd name="T53" fmla="*/ 1090 h 89"/>
                <a:gd name="T54" fmla="*/ 2220 w 188"/>
                <a:gd name="T55" fmla="*/ 1382 h 89"/>
                <a:gd name="T56" fmla="*/ 2925 w 188"/>
                <a:gd name="T57" fmla="*/ 1120 h 89"/>
                <a:gd name="T58" fmla="*/ 2938 w 188"/>
                <a:gd name="T59" fmla="*/ 187 h 89"/>
                <a:gd name="T60" fmla="*/ 1520 w 188"/>
                <a:gd name="T61" fmla="*/ 0 h 89"/>
                <a:gd name="T62" fmla="*/ 1395 w 188"/>
                <a:gd name="T63" fmla="*/ 0 h 89"/>
                <a:gd name="T64" fmla="*/ 33 w 188"/>
                <a:gd name="T65" fmla="*/ 137 h 89"/>
                <a:gd name="T66" fmla="*/ 0 w 188"/>
                <a:gd name="T67" fmla="*/ 1090 h 89"/>
                <a:gd name="T68" fmla="*/ 220 w 188"/>
                <a:gd name="T69" fmla="*/ 1245 h 89"/>
                <a:gd name="T70" fmla="*/ 1283 w 188"/>
                <a:gd name="T71" fmla="*/ 1120 h 89"/>
                <a:gd name="T72" fmla="*/ 1270 w 188"/>
                <a:gd name="T73" fmla="*/ 1090 h 89"/>
                <a:gd name="T74" fmla="*/ 1283 w 188"/>
                <a:gd name="T75" fmla="*/ 1090 h 89"/>
                <a:gd name="T76" fmla="*/ 1283 w 188"/>
                <a:gd name="T77" fmla="*/ 1090 h 89"/>
                <a:gd name="T78" fmla="*/ 1313 w 188"/>
                <a:gd name="T79" fmla="*/ 1008 h 89"/>
                <a:gd name="T80" fmla="*/ 1470 w 188"/>
                <a:gd name="T81" fmla="*/ 945 h 89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188" h="89">
                  <a:moveTo>
                    <a:pt x="94" y="58"/>
                  </a:moveTo>
                  <a:cubicBezTo>
                    <a:pt x="94" y="55"/>
                    <a:pt x="94" y="55"/>
                    <a:pt x="94" y="55"/>
                  </a:cubicBezTo>
                  <a:cubicBezTo>
                    <a:pt x="90" y="55"/>
                    <a:pt x="87" y="55"/>
                    <a:pt x="84" y="57"/>
                  </a:cubicBezTo>
                  <a:cubicBezTo>
                    <a:pt x="81" y="59"/>
                    <a:pt x="79" y="62"/>
                    <a:pt x="78" y="64"/>
                  </a:cubicBezTo>
                  <a:cubicBezTo>
                    <a:pt x="77" y="67"/>
                    <a:pt x="76" y="69"/>
                    <a:pt x="76" y="70"/>
                  </a:cubicBezTo>
                  <a:cubicBezTo>
                    <a:pt x="76" y="70"/>
                    <a:pt x="76" y="70"/>
                    <a:pt x="76" y="70"/>
                  </a:cubicBezTo>
                  <a:cubicBezTo>
                    <a:pt x="79" y="70"/>
                    <a:pt x="79" y="70"/>
                    <a:pt x="79" y="70"/>
                  </a:cubicBezTo>
                  <a:cubicBezTo>
                    <a:pt x="77" y="68"/>
                    <a:pt x="77" y="68"/>
                    <a:pt x="77" y="68"/>
                  </a:cubicBezTo>
                  <a:cubicBezTo>
                    <a:pt x="67" y="79"/>
                    <a:pt x="56" y="83"/>
                    <a:pt x="46" y="83"/>
                  </a:cubicBezTo>
                  <a:cubicBezTo>
                    <a:pt x="35" y="83"/>
                    <a:pt x="25" y="79"/>
                    <a:pt x="17" y="75"/>
                  </a:cubicBezTo>
                  <a:cubicBezTo>
                    <a:pt x="13" y="73"/>
                    <a:pt x="10" y="71"/>
                    <a:pt x="8" y="70"/>
                  </a:cubicBezTo>
                  <a:cubicBezTo>
                    <a:pt x="7" y="69"/>
                    <a:pt x="6" y="68"/>
                    <a:pt x="6" y="68"/>
                  </a:cubicBezTo>
                  <a:cubicBezTo>
                    <a:pt x="5" y="67"/>
                    <a:pt x="5" y="67"/>
                    <a:pt x="5" y="67"/>
                  </a:cubicBezTo>
                  <a:cubicBezTo>
                    <a:pt x="5" y="67"/>
                    <a:pt x="5" y="67"/>
                    <a:pt x="5" y="67"/>
                  </a:cubicBezTo>
                  <a:cubicBezTo>
                    <a:pt x="3" y="70"/>
                    <a:pt x="3" y="70"/>
                    <a:pt x="3" y="70"/>
                  </a:cubicBezTo>
                  <a:cubicBezTo>
                    <a:pt x="6" y="70"/>
                    <a:pt x="6" y="70"/>
                    <a:pt x="6" y="70"/>
                  </a:cubicBezTo>
                  <a:cubicBezTo>
                    <a:pt x="6" y="12"/>
                    <a:pt x="6" y="12"/>
                    <a:pt x="6" y="12"/>
                  </a:cubicBezTo>
                  <a:cubicBezTo>
                    <a:pt x="3" y="12"/>
                    <a:pt x="3" y="12"/>
                    <a:pt x="3" y="12"/>
                  </a:cubicBezTo>
                  <a:cubicBezTo>
                    <a:pt x="4" y="15"/>
                    <a:pt x="4" y="15"/>
                    <a:pt x="4" y="15"/>
                  </a:cubicBezTo>
                  <a:cubicBezTo>
                    <a:pt x="34" y="9"/>
                    <a:pt x="63" y="6"/>
                    <a:pt x="89" y="6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6"/>
                    <a:pt x="89" y="6"/>
                    <a:pt x="89" y="6"/>
                  </a:cubicBezTo>
                  <a:cubicBezTo>
                    <a:pt x="97" y="6"/>
                    <a:pt x="97" y="6"/>
                    <a:pt x="97" y="6"/>
                  </a:cubicBezTo>
                  <a:cubicBezTo>
                    <a:pt x="97" y="3"/>
                    <a:pt x="97" y="3"/>
                    <a:pt x="97" y="3"/>
                  </a:cubicBezTo>
                  <a:cubicBezTo>
                    <a:pt x="97" y="6"/>
                    <a:pt x="97" y="6"/>
                    <a:pt x="97" y="6"/>
                  </a:cubicBezTo>
                  <a:cubicBezTo>
                    <a:pt x="123" y="6"/>
                    <a:pt x="153" y="8"/>
                    <a:pt x="184" y="15"/>
                  </a:cubicBezTo>
                  <a:cubicBezTo>
                    <a:pt x="185" y="12"/>
                    <a:pt x="185" y="12"/>
                    <a:pt x="185" y="12"/>
                  </a:cubicBezTo>
                  <a:cubicBezTo>
                    <a:pt x="182" y="12"/>
                    <a:pt x="182" y="12"/>
                    <a:pt x="182" y="12"/>
                  </a:cubicBezTo>
                  <a:cubicBezTo>
                    <a:pt x="182" y="70"/>
                    <a:pt x="182" y="70"/>
                    <a:pt x="182" y="70"/>
                  </a:cubicBezTo>
                  <a:cubicBezTo>
                    <a:pt x="185" y="70"/>
                    <a:pt x="185" y="70"/>
                    <a:pt x="185" y="70"/>
                  </a:cubicBezTo>
                  <a:cubicBezTo>
                    <a:pt x="183" y="67"/>
                    <a:pt x="183" y="67"/>
                    <a:pt x="183" y="67"/>
                  </a:cubicBezTo>
                  <a:cubicBezTo>
                    <a:pt x="183" y="67"/>
                    <a:pt x="183" y="67"/>
                    <a:pt x="183" y="67"/>
                  </a:cubicBezTo>
                  <a:cubicBezTo>
                    <a:pt x="182" y="68"/>
                    <a:pt x="177" y="72"/>
                    <a:pt x="169" y="76"/>
                  </a:cubicBezTo>
                  <a:cubicBezTo>
                    <a:pt x="162" y="79"/>
                    <a:pt x="152" y="83"/>
                    <a:pt x="142" y="83"/>
                  </a:cubicBezTo>
                  <a:cubicBezTo>
                    <a:pt x="132" y="83"/>
                    <a:pt x="121" y="79"/>
                    <a:pt x="111" y="68"/>
                  </a:cubicBezTo>
                  <a:cubicBezTo>
                    <a:pt x="109" y="70"/>
                    <a:pt x="109" y="70"/>
                    <a:pt x="109" y="70"/>
                  </a:cubicBezTo>
                  <a:cubicBezTo>
                    <a:pt x="112" y="70"/>
                    <a:pt x="112" y="70"/>
                    <a:pt x="112" y="70"/>
                  </a:cubicBezTo>
                  <a:cubicBezTo>
                    <a:pt x="112" y="70"/>
                    <a:pt x="112" y="70"/>
                    <a:pt x="112" y="70"/>
                  </a:cubicBezTo>
                  <a:cubicBezTo>
                    <a:pt x="112" y="69"/>
                    <a:pt x="111" y="65"/>
                    <a:pt x="109" y="62"/>
                  </a:cubicBezTo>
                  <a:cubicBezTo>
                    <a:pt x="108" y="60"/>
                    <a:pt x="106" y="58"/>
                    <a:pt x="104" y="57"/>
                  </a:cubicBezTo>
                  <a:cubicBezTo>
                    <a:pt x="101" y="55"/>
                    <a:pt x="98" y="55"/>
                    <a:pt x="94" y="55"/>
                  </a:cubicBezTo>
                  <a:cubicBezTo>
                    <a:pt x="94" y="55"/>
                    <a:pt x="94" y="55"/>
                    <a:pt x="94" y="55"/>
                  </a:cubicBezTo>
                  <a:cubicBezTo>
                    <a:pt x="94" y="58"/>
                    <a:pt x="94" y="58"/>
                    <a:pt x="94" y="58"/>
                  </a:cubicBezTo>
                  <a:cubicBezTo>
                    <a:pt x="94" y="61"/>
                    <a:pt x="94" y="61"/>
                    <a:pt x="94" y="61"/>
                  </a:cubicBezTo>
                  <a:cubicBezTo>
                    <a:pt x="94" y="61"/>
                    <a:pt x="94" y="61"/>
                    <a:pt x="94" y="61"/>
                  </a:cubicBezTo>
                  <a:cubicBezTo>
                    <a:pt x="97" y="61"/>
                    <a:pt x="100" y="61"/>
                    <a:pt x="101" y="62"/>
                  </a:cubicBezTo>
                  <a:cubicBezTo>
                    <a:pt x="103" y="63"/>
                    <a:pt x="104" y="65"/>
                    <a:pt x="105" y="66"/>
                  </a:cubicBezTo>
                  <a:cubicBezTo>
                    <a:pt x="106" y="68"/>
                    <a:pt x="106" y="70"/>
                    <a:pt x="106" y="70"/>
                  </a:cubicBezTo>
                  <a:cubicBezTo>
                    <a:pt x="106" y="70"/>
                    <a:pt x="106" y="70"/>
                    <a:pt x="106" y="70"/>
                  </a:cubicBezTo>
                  <a:cubicBezTo>
                    <a:pt x="106" y="70"/>
                    <a:pt x="106" y="70"/>
                    <a:pt x="106" y="70"/>
                  </a:cubicBezTo>
                  <a:cubicBezTo>
                    <a:pt x="106" y="70"/>
                    <a:pt x="106" y="70"/>
                    <a:pt x="106" y="70"/>
                  </a:cubicBezTo>
                  <a:cubicBezTo>
                    <a:pt x="106" y="70"/>
                    <a:pt x="106" y="70"/>
                    <a:pt x="106" y="70"/>
                  </a:cubicBezTo>
                  <a:cubicBezTo>
                    <a:pt x="106" y="70"/>
                    <a:pt x="106" y="70"/>
                    <a:pt x="106" y="70"/>
                  </a:cubicBezTo>
                  <a:cubicBezTo>
                    <a:pt x="106" y="70"/>
                    <a:pt x="106" y="70"/>
                    <a:pt x="106" y="70"/>
                  </a:cubicBezTo>
                  <a:cubicBezTo>
                    <a:pt x="106" y="71"/>
                    <a:pt x="106" y="72"/>
                    <a:pt x="106" y="72"/>
                  </a:cubicBezTo>
                  <a:cubicBezTo>
                    <a:pt x="118" y="84"/>
                    <a:pt x="131" y="89"/>
                    <a:pt x="142" y="89"/>
                  </a:cubicBezTo>
                  <a:cubicBezTo>
                    <a:pt x="155" y="89"/>
                    <a:pt x="166" y="84"/>
                    <a:pt x="174" y="80"/>
                  </a:cubicBezTo>
                  <a:cubicBezTo>
                    <a:pt x="182" y="76"/>
                    <a:pt x="187" y="72"/>
                    <a:pt x="187" y="72"/>
                  </a:cubicBezTo>
                  <a:cubicBezTo>
                    <a:pt x="188" y="71"/>
                    <a:pt x="188" y="70"/>
                    <a:pt x="188" y="70"/>
                  </a:cubicBezTo>
                  <a:cubicBezTo>
                    <a:pt x="188" y="12"/>
                    <a:pt x="188" y="12"/>
                    <a:pt x="188" y="12"/>
                  </a:cubicBezTo>
                  <a:cubicBezTo>
                    <a:pt x="188" y="10"/>
                    <a:pt x="187" y="9"/>
                    <a:pt x="186" y="9"/>
                  </a:cubicBezTo>
                  <a:cubicBezTo>
                    <a:pt x="154" y="2"/>
                    <a:pt x="123" y="0"/>
                    <a:pt x="97" y="0"/>
                  </a:cubicBezTo>
                  <a:cubicBezTo>
                    <a:pt x="97" y="0"/>
                    <a:pt x="97" y="0"/>
                    <a:pt x="97" y="0"/>
                  </a:cubicBezTo>
                  <a:cubicBezTo>
                    <a:pt x="89" y="0"/>
                    <a:pt x="89" y="0"/>
                    <a:pt x="89" y="0"/>
                  </a:cubicBezTo>
                  <a:cubicBezTo>
                    <a:pt x="89" y="0"/>
                    <a:pt x="89" y="0"/>
                    <a:pt x="89" y="0"/>
                  </a:cubicBezTo>
                  <a:cubicBezTo>
                    <a:pt x="63" y="0"/>
                    <a:pt x="34" y="3"/>
                    <a:pt x="2" y="9"/>
                  </a:cubicBezTo>
                  <a:cubicBezTo>
                    <a:pt x="1" y="9"/>
                    <a:pt x="0" y="10"/>
                    <a:pt x="0" y="12"/>
                  </a:cubicBezTo>
                  <a:cubicBezTo>
                    <a:pt x="0" y="70"/>
                    <a:pt x="0" y="70"/>
                    <a:pt x="0" y="70"/>
                  </a:cubicBezTo>
                  <a:cubicBezTo>
                    <a:pt x="0" y="70"/>
                    <a:pt x="0" y="71"/>
                    <a:pt x="1" y="72"/>
                  </a:cubicBezTo>
                  <a:cubicBezTo>
                    <a:pt x="1" y="72"/>
                    <a:pt x="6" y="76"/>
                    <a:pt x="14" y="80"/>
                  </a:cubicBezTo>
                  <a:cubicBezTo>
                    <a:pt x="22" y="84"/>
                    <a:pt x="33" y="89"/>
                    <a:pt x="46" y="89"/>
                  </a:cubicBezTo>
                  <a:cubicBezTo>
                    <a:pt x="57" y="89"/>
                    <a:pt x="70" y="84"/>
                    <a:pt x="82" y="72"/>
                  </a:cubicBezTo>
                  <a:cubicBezTo>
                    <a:pt x="82" y="72"/>
                    <a:pt x="82" y="71"/>
                    <a:pt x="82" y="70"/>
                  </a:cubicBezTo>
                  <a:cubicBezTo>
                    <a:pt x="81" y="70"/>
                    <a:pt x="81" y="70"/>
                    <a:pt x="81" y="70"/>
                  </a:cubicBezTo>
                  <a:cubicBezTo>
                    <a:pt x="82" y="70"/>
                    <a:pt x="82" y="70"/>
                    <a:pt x="82" y="70"/>
                  </a:cubicBezTo>
                  <a:cubicBezTo>
                    <a:pt x="82" y="70"/>
                    <a:pt x="82" y="70"/>
                    <a:pt x="82" y="70"/>
                  </a:cubicBezTo>
                  <a:cubicBezTo>
                    <a:pt x="81" y="70"/>
                    <a:pt x="81" y="70"/>
                    <a:pt x="81" y="70"/>
                  </a:cubicBezTo>
                  <a:cubicBezTo>
                    <a:pt x="82" y="70"/>
                    <a:pt x="82" y="70"/>
                    <a:pt x="82" y="70"/>
                  </a:cubicBezTo>
                  <a:cubicBezTo>
                    <a:pt x="82" y="70"/>
                    <a:pt x="82" y="70"/>
                    <a:pt x="82" y="70"/>
                  </a:cubicBezTo>
                  <a:cubicBezTo>
                    <a:pt x="82" y="69"/>
                    <a:pt x="83" y="67"/>
                    <a:pt x="84" y="65"/>
                  </a:cubicBezTo>
                  <a:cubicBezTo>
                    <a:pt x="85" y="64"/>
                    <a:pt x="86" y="63"/>
                    <a:pt x="87" y="62"/>
                  </a:cubicBezTo>
                  <a:cubicBezTo>
                    <a:pt x="88" y="61"/>
                    <a:pt x="91" y="61"/>
                    <a:pt x="94" y="61"/>
                  </a:cubicBezTo>
                  <a:cubicBezTo>
                    <a:pt x="94" y="58"/>
                    <a:pt x="94" y="58"/>
                    <a:pt x="94" y="58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60497" name="Freeform 499">
              <a:extLst>
                <a:ext uri="{FF2B5EF4-FFF2-40B4-BE49-F238E27FC236}">
                  <a16:creationId xmlns:a16="http://schemas.microsoft.com/office/drawing/2014/main" id="{A0644D82-B514-47F5-BB6D-3C203585E9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7" y="1366"/>
              <a:ext cx="42" cy="60"/>
            </a:xfrm>
            <a:custGeom>
              <a:avLst/>
              <a:gdLst>
                <a:gd name="T0" fmla="*/ 257 w 17"/>
                <a:gd name="T1" fmla="*/ 0 h 24"/>
                <a:gd name="T2" fmla="*/ 257 w 17"/>
                <a:gd name="T3" fmla="*/ 375 h 24"/>
                <a:gd name="T4" fmla="*/ 257 w 17"/>
                <a:gd name="T5" fmla="*/ 0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4">
                  <a:moveTo>
                    <a:pt x="17" y="0"/>
                  </a:moveTo>
                  <a:cubicBezTo>
                    <a:pt x="17" y="0"/>
                    <a:pt x="0" y="10"/>
                    <a:pt x="17" y="24"/>
                  </a:cubicBezTo>
                  <a:lnTo>
                    <a:pt x="17" y="0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60498" name="Freeform 500">
              <a:extLst>
                <a:ext uri="{FF2B5EF4-FFF2-40B4-BE49-F238E27FC236}">
                  <a16:creationId xmlns:a16="http://schemas.microsoft.com/office/drawing/2014/main" id="{61D9A608-21CD-4AFA-8857-2EF2B3C252F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5" y="1366"/>
              <a:ext cx="33" cy="63"/>
            </a:xfrm>
            <a:custGeom>
              <a:avLst/>
              <a:gdLst>
                <a:gd name="T0" fmla="*/ 0 w 13"/>
                <a:gd name="T1" fmla="*/ 0 h 25"/>
                <a:gd name="T2" fmla="*/ 0 w 13"/>
                <a:gd name="T3" fmla="*/ 401 h 25"/>
                <a:gd name="T4" fmla="*/ 0 w 13"/>
                <a:gd name="T5" fmla="*/ 0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25">
                  <a:moveTo>
                    <a:pt x="0" y="0"/>
                  </a:moveTo>
                  <a:cubicBezTo>
                    <a:pt x="0" y="25"/>
                    <a:pt x="0" y="25"/>
                    <a:pt x="0" y="25"/>
                  </a:cubicBezTo>
                  <a:cubicBezTo>
                    <a:pt x="0" y="25"/>
                    <a:pt x="13" y="11"/>
                    <a:pt x="0" y="0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60499" name="Freeform 501">
              <a:extLst>
                <a:ext uri="{FF2B5EF4-FFF2-40B4-BE49-F238E27FC236}">
                  <a16:creationId xmlns:a16="http://schemas.microsoft.com/office/drawing/2014/main" id="{417DC4FF-6B86-4F6B-9B59-30B46E3330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7" y="1324"/>
              <a:ext cx="98" cy="120"/>
            </a:xfrm>
            <a:custGeom>
              <a:avLst/>
              <a:gdLst>
                <a:gd name="T0" fmla="*/ 505 w 39"/>
                <a:gd name="T1" fmla="*/ 0 h 48"/>
                <a:gd name="T2" fmla="*/ 410 w 39"/>
                <a:gd name="T3" fmla="*/ 83 h 48"/>
                <a:gd name="T4" fmla="*/ 271 w 39"/>
                <a:gd name="T5" fmla="*/ 238 h 48"/>
                <a:gd name="T6" fmla="*/ 33 w 39"/>
                <a:gd name="T7" fmla="*/ 563 h 48"/>
                <a:gd name="T8" fmla="*/ 95 w 39"/>
                <a:gd name="T9" fmla="*/ 488 h 48"/>
                <a:gd name="T10" fmla="*/ 0 w 39"/>
                <a:gd name="T11" fmla="*/ 688 h 48"/>
                <a:gd name="T12" fmla="*/ 0 w 39"/>
                <a:gd name="T13" fmla="*/ 750 h 48"/>
                <a:gd name="T14" fmla="*/ 95 w 39"/>
                <a:gd name="T15" fmla="*/ 595 h 48"/>
                <a:gd name="T16" fmla="*/ 271 w 39"/>
                <a:gd name="T17" fmla="*/ 395 h 48"/>
                <a:gd name="T18" fmla="*/ 618 w 39"/>
                <a:gd name="T19" fmla="*/ 83 h 48"/>
                <a:gd name="T20" fmla="*/ 601 w 39"/>
                <a:gd name="T21" fmla="*/ 83 h 48"/>
                <a:gd name="T22" fmla="*/ 410 w 39"/>
                <a:gd name="T23" fmla="*/ 188 h 48"/>
                <a:gd name="T24" fmla="*/ 538 w 39"/>
                <a:gd name="T25" fmla="*/ 0 h 48"/>
                <a:gd name="T26" fmla="*/ 525 w 39"/>
                <a:gd name="T27" fmla="*/ 0 h 48"/>
                <a:gd name="T28" fmla="*/ 505 w 39"/>
                <a:gd name="T29" fmla="*/ 0 h 4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39" h="48">
                  <a:moveTo>
                    <a:pt x="32" y="0"/>
                  </a:moveTo>
                  <a:cubicBezTo>
                    <a:pt x="29" y="0"/>
                    <a:pt x="27" y="4"/>
                    <a:pt x="26" y="5"/>
                  </a:cubicBezTo>
                  <a:cubicBezTo>
                    <a:pt x="23" y="9"/>
                    <a:pt x="20" y="12"/>
                    <a:pt x="17" y="15"/>
                  </a:cubicBezTo>
                  <a:cubicBezTo>
                    <a:pt x="12" y="21"/>
                    <a:pt x="3" y="28"/>
                    <a:pt x="2" y="36"/>
                  </a:cubicBezTo>
                  <a:cubicBezTo>
                    <a:pt x="3" y="34"/>
                    <a:pt x="4" y="32"/>
                    <a:pt x="6" y="31"/>
                  </a:cubicBezTo>
                  <a:cubicBezTo>
                    <a:pt x="5" y="36"/>
                    <a:pt x="2" y="40"/>
                    <a:pt x="0" y="44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2" y="46"/>
                    <a:pt x="5" y="41"/>
                    <a:pt x="6" y="38"/>
                  </a:cubicBezTo>
                  <a:cubicBezTo>
                    <a:pt x="9" y="33"/>
                    <a:pt x="13" y="29"/>
                    <a:pt x="17" y="25"/>
                  </a:cubicBezTo>
                  <a:cubicBezTo>
                    <a:pt x="24" y="18"/>
                    <a:pt x="33" y="13"/>
                    <a:pt x="39" y="5"/>
                  </a:cubicBezTo>
                  <a:cubicBezTo>
                    <a:pt x="38" y="5"/>
                    <a:pt x="38" y="5"/>
                    <a:pt x="38" y="5"/>
                  </a:cubicBezTo>
                  <a:cubicBezTo>
                    <a:pt x="33" y="5"/>
                    <a:pt x="30" y="11"/>
                    <a:pt x="26" y="12"/>
                  </a:cubicBezTo>
                  <a:cubicBezTo>
                    <a:pt x="27" y="8"/>
                    <a:pt x="32" y="4"/>
                    <a:pt x="34" y="0"/>
                  </a:cubicBezTo>
                  <a:cubicBezTo>
                    <a:pt x="33" y="0"/>
                    <a:pt x="33" y="0"/>
                    <a:pt x="33" y="0"/>
                  </a:cubicBezTo>
                  <a:cubicBezTo>
                    <a:pt x="32" y="0"/>
                    <a:pt x="32" y="0"/>
                    <a:pt x="3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60500" name="Freeform 502">
              <a:extLst>
                <a:ext uri="{FF2B5EF4-FFF2-40B4-BE49-F238E27FC236}">
                  <a16:creationId xmlns:a16="http://schemas.microsoft.com/office/drawing/2014/main" id="{4BA43C93-FD3B-4367-8650-6527B3DAEA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4" y="1434"/>
              <a:ext cx="3" cy="12"/>
            </a:xfrm>
            <a:custGeom>
              <a:avLst/>
              <a:gdLst>
                <a:gd name="T0" fmla="*/ 27 w 1"/>
                <a:gd name="T1" fmla="*/ 0 h 5"/>
                <a:gd name="T2" fmla="*/ 0 w 1"/>
                <a:gd name="T3" fmla="*/ 70 h 5"/>
                <a:gd name="T4" fmla="*/ 27 w 1"/>
                <a:gd name="T5" fmla="*/ 58 h 5"/>
                <a:gd name="T6" fmla="*/ 27 w 1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5">
                  <a:moveTo>
                    <a:pt x="1" y="0"/>
                  </a:moveTo>
                  <a:cubicBezTo>
                    <a:pt x="0" y="2"/>
                    <a:pt x="0" y="3"/>
                    <a:pt x="0" y="5"/>
                  </a:cubicBezTo>
                  <a:cubicBezTo>
                    <a:pt x="0" y="5"/>
                    <a:pt x="1" y="4"/>
                    <a:pt x="1" y="4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rgbClr val="C6C6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60501" name="Freeform 503">
              <a:extLst>
                <a:ext uri="{FF2B5EF4-FFF2-40B4-BE49-F238E27FC236}">
                  <a16:creationId xmlns:a16="http://schemas.microsoft.com/office/drawing/2014/main" id="{6D5D62A6-4340-4E9D-9FCF-3C257D5E8D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2" y="1319"/>
              <a:ext cx="120" cy="125"/>
            </a:xfrm>
            <a:custGeom>
              <a:avLst/>
              <a:gdLst>
                <a:gd name="T0" fmla="*/ 720 w 48"/>
                <a:gd name="T1" fmla="*/ 0 h 50"/>
                <a:gd name="T2" fmla="*/ 645 w 48"/>
                <a:gd name="T3" fmla="*/ 63 h 50"/>
                <a:gd name="T4" fmla="*/ 613 w 48"/>
                <a:gd name="T5" fmla="*/ 50 h 50"/>
                <a:gd name="T6" fmla="*/ 500 w 48"/>
                <a:gd name="T7" fmla="*/ 145 h 50"/>
                <a:gd name="T8" fmla="*/ 300 w 48"/>
                <a:gd name="T9" fmla="*/ 375 h 50"/>
                <a:gd name="T10" fmla="*/ 95 w 48"/>
                <a:gd name="T11" fmla="*/ 645 h 50"/>
                <a:gd name="T12" fmla="*/ 0 w 48"/>
                <a:gd name="T13" fmla="*/ 783 h 50"/>
                <a:gd name="T14" fmla="*/ 158 w 48"/>
                <a:gd name="T15" fmla="*/ 625 h 50"/>
                <a:gd name="T16" fmla="*/ 188 w 48"/>
                <a:gd name="T17" fmla="*/ 625 h 50"/>
                <a:gd name="T18" fmla="*/ 188 w 48"/>
                <a:gd name="T19" fmla="*/ 675 h 50"/>
                <a:gd name="T20" fmla="*/ 345 w 48"/>
                <a:gd name="T21" fmla="*/ 470 h 50"/>
                <a:gd name="T22" fmla="*/ 550 w 48"/>
                <a:gd name="T23" fmla="*/ 250 h 50"/>
                <a:gd name="T24" fmla="*/ 750 w 48"/>
                <a:gd name="T25" fmla="*/ 0 h 50"/>
                <a:gd name="T26" fmla="*/ 720 w 48"/>
                <a:gd name="T27" fmla="*/ 0 h 5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48" h="50">
                  <a:moveTo>
                    <a:pt x="46" y="0"/>
                  </a:moveTo>
                  <a:cubicBezTo>
                    <a:pt x="44" y="0"/>
                    <a:pt x="41" y="2"/>
                    <a:pt x="41" y="4"/>
                  </a:cubicBezTo>
                  <a:cubicBezTo>
                    <a:pt x="39" y="3"/>
                    <a:pt x="39" y="3"/>
                    <a:pt x="39" y="3"/>
                  </a:cubicBezTo>
                  <a:cubicBezTo>
                    <a:pt x="37" y="5"/>
                    <a:pt x="34" y="7"/>
                    <a:pt x="32" y="9"/>
                  </a:cubicBezTo>
                  <a:cubicBezTo>
                    <a:pt x="27" y="14"/>
                    <a:pt x="23" y="19"/>
                    <a:pt x="19" y="24"/>
                  </a:cubicBezTo>
                  <a:cubicBezTo>
                    <a:pt x="14" y="29"/>
                    <a:pt x="10" y="35"/>
                    <a:pt x="6" y="41"/>
                  </a:cubicBezTo>
                  <a:cubicBezTo>
                    <a:pt x="3" y="43"/>
                    <a:pt x="0" y="47"/>
                    <a:pt x="0" y="50"/>
                  </a:cubicBezTo>
                  <a:cubicBezTo>
                    <a:pt x="5" y="50"/>
                    <a:pt x="6" y="42"/>
                    <a:pt x="10" y="40"/>
                  </a:cubicBezTo>
                  <a:cubicBezTo>
                    <a:pt x="11" y="40"/>
                    <a:pt x="12" y="40"/>
                    <a:pt x="12" y="40"/>
                  </a:cubicBezTo>
                  <a:cubicBezTo>
                    <a:pt x="13" y="40"/>
                    <a:pt x="12" y="41"/>
                    <a:pt x="12" y="43"/>
                  </a:cubicBezTo>
                  <a:cubicBezTo>
                    <a:pt x="16" y="40"/>
                    <a:pt x="19" y="34"/>
                    <a:pt x="22" y="30"/>
                  </a:cubicBezTo>
                  <a:cubicBezTo>
                    <a:pt x="26" y="25"/>
                    <a:pt x="30" y="20"/>
                    <a:pt x="35" y="16"/>
                  </a:cubicBezTo>
                  <a:cubicBezTo>
                    <a:pt x="39" y="11"/>
                    <a:pt x="46" y="6"/>
                    <a:pt x="48" y="0"/>
                  </a:cubicBezTo>
                  <a:cubicBezTo>
                    <a:pt x="47" y="0"/>
                    <a:pt x="47" y="0"/>
                    <a:pt x="4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60502" name="Freeform 504">
              <a:extLst>
                <a:ext uri="{FF2B5EF4-FFF2-40B4-BE49-F238E27FC236}">
                  <a16:creationId xmlns:a16="http://schemas.microsoft.com/office/drawing/2014/main" id="{6DCEEE9A-C70B-4A90-B2A9-AFACA20D5C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5" y="1354"/>
              <a:ext cx="120" cy="130"/>
            </a:xfrm>
            <a:custGeom>
              <a:avLst/>
              <a:gdLst>
                <a:gd name="T0" fmla="*/ 738 w 48"/>
                <a:gd name="T1" fmla="*/ 0 h 52"/>
                <a:gd name="T2" fmla="*/ 550 w 48"/>
                <a:gd name="T3" fmla="*/ 125 h 52"/>
                <a:gd name="T4" fmla="*/ 520 w 48"/>
                <a:gd name="T5" fmla="*/ 83 h 52"/>
                <a:gd name="T6" fmla="*/ 238 w 48"/>
                <a:gd name="T7" fmla="*/ 458 h 52"/>
                <a:gd name="T8" fmla="*/ 33 w 48"/>
                <a:gd name="T9" fmla="*/ 813 h 52"/>
                <a:gd name="T10" fmla="*/ 238 w 48"/>
                <a:gd name="T11" fmla="*/ 595 h 52"/>
                <a:gd name="T12" fmla="*/ 238 w 48"/>
                <a:gd name="T13" fmla="*/ 645 h 52"/>
                <a:gd name="T14" fmla="*/ 333 w 48"/>
                <a:gd name="T15" fmla="*/ 520 h 52"/>
                <a:gd name="T16" fmla="*/ 533 w 48"/>
                <a:gd name="T17" fmla="*/ 283 h 52"/>
                <a:gd name="T18" fmla="*/ 750 w 48"/>
                <a:gd name="T19" fmla="*/ 0 h 52"/>
                <a:gd name="T20" fmla="*/ 738 w 48"/>
                <a:gd name="T21" fmla="*/ 0 h 5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8" h="52">
                  <a:moveTo>
                    <a:pt x="47" y="0"/>
                  </a:moveTo>
                  <a:cubicBezTo>
                    <a:pt x="43" y="0"/>
                    <a:pt x="37" y="5"/>
                    <a:pt x="35" y="8"/>
                  </a:cubicBezTo>
                  <a:cubicBezTo>
                    <a:pt x="33" y="5"/>
                    <a:pt x="33" y="5"/>
                    <a:pt x="33" y="5"/>
                  </a:cubicBezTo>
                  <a:cubicBezTo>
                    <a:pt x="26" y="12"/>
                    <a:pt x="21" y="21"/>
                    <a:pt x="15" y="29"/>
                  </a:cubicBezTo>
                  <a:cubicBezTo>
                    <a:pt x="10" y="35"/>
                    <a:pt x="0" y="44"/>
                    <a:pt x="2" y="52"/>
                  </a:cubicBezTo>
                  <a:cubicBezTo>
                    <a:pt x="7" y="51"/>
                    <a:pt x="11" y="40"/>
                    <a:pt x="15" y="38"/>
                  </a:cubicBezTo>
                  <a:cubicBezTo>
                    <a:pt x="15" y="39"/>
                    <a:pt x="15" y="40"/>
                    <a:pt x="15" y="41"/>
                  </a:cubicBezTo>
                  <a:cubicBezTo>
                    <a:pt x="17" y="40"/>
                    <a:pt x="19" y="36"/>
                    <a:pt x="21" y="33"/>
                  </a:cubicBezTo>
                  <a:cubicBezTo>
                    <a:pt x="25" y="28"/>
                    <a:pt x="29" y="23"/>
                    <a:pt x="34" y="18"/>
                  </a:cubicBezTo>
                  <a:cubicBezTo>
                    <a:pt x="38" y="12"/>
                    <a:pt x="46" y="7"/>
                    <a:pt x="48" y="0"/>
                  </a:cubicBezTo>
                  <a:cubicBezTo>
                    <a:pt x="48" y="0"/>
                    <a:pt x="47" y="0"/>
                    <a:pt x="4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60503" name="Freeform 505">
              <a:extLst>
                <a:ext uri="{FF2B5EF4-FFF2-40B4-BE49-F238E27FC236}">
                  <a16:creationId xmlns:a16="http://schemas.microsoft.com/office/drawing/2014/main" id="{8A164311-5CD0-4353-92F4-BCD85811D1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2" y="1324"/>
              <a:ext cx="108" cy="130"/>
            </a:xfrm>
            <a:custGeom>
              <a:avLst/>
              <a:gdLst>
                <a:gd name="T0" fmla="*/ 651 w 43"/>
                <a:gd name="T1" fmla="*/ 0 h 52"/>
                <a:gd name="T2" fmla="*/ 618 w 43"/>
                <a:gd name="T3" fmla="*/ 33 h 52"/>
                <a:gd name="T4" fmla="*/ 600 w 43"/>
                <a:gd name="T5" fmla="*/ 20 h 52"/>
                <a:gd name="T6" fmla="*/ 505 w 43"/>
                <a:gd name="T7" fmla="*/ 145 h 52"/>
                <a:gd name="T8" fmla="*/ 304 w 43"/>
                <a:gd name="T9" fmla="*/ 375 h 52"/>
                <a:gd name="T10" fmla="*/ 113 w 43"/>
                <a:gd name="T11" fmla="*/ 595 h 52"/>
                <a:gd name="T12" fmla="*/ 20 w 43"/>
                <a:gd name="T13" fmla="*/ 738 h 52"/>
                <a:gd name="T14" fmla="*/ 158 w 43"/>
                <a:gd name="T15" fmla="*/ 625 h 52"/>
                <a:gd name="T16" fmla="*/ 95 w 43"/>
                <a:gd name="T17" fmla="*/ 813 h 52"/>
                <a:gd name="T18" fmla="*/ 347 w 43"/>
                <a:gd name="T19" fmla="*/ 533 h 52"/>
                <a:gd name="T20" fmla="*/ 522 w 43"/>
                <a:gd name="T21" fmla="*/ 363 h 52"/>
                <a:gd name="T22" fmla="*/ 618 w 43"/>
                <a:gd name="T23" fmla="*/ 250 h 52"/>
                <a:gd name="T24" fmla="*/ 379 w 43"/>
                <a:gd name="T25" fmla="*/ 425 h 52"/>
                <a:gd name="T26" fmla="*/ 568 w 43"/>
                <a:gd name="T27" fmla="*/ 175 h 52"/>
                <a:gd name="T28" fmla="*/ 568 w 43"/>
                <a:gd name="T29" fmla="*/ 175 h 52"/>
                <a:gd name="T30" fmla="*/ 663 w 43"/>
                <a:gd name="T31" fmla="*/ 50 h 52"/>
                <a:gd name="T32" fmla="*/ 651 w 43"/>
                <a:gd name="T33" fmla="*/ 0 h 5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43" h="52">
                  <a:moveTo>
                    <a:pt x="41" y="0"/>
                  </a:moveTo>
                  <a:cubicBezTo>
                    <a:pt x="40" y="0"/>
                    <a:pt x="40" y="1"/>
                    <a:pt x="39" y="2"/>
                  </a:cubicBezTo>
                  <a:cubicBezTo>
                    <a:pt x="38" y="1"/>
                    <a:pt x="38" y="1"/>
                    <a:pt x="38" y="1"/>
                  </a:cubicBezTo>
                  <a:cubicBezTo>
                    <a:pt x="35" y="3"/>
                    <a:pt x="34" y="7"/>
                    <a:pt x="32" y="9"/>
                  </a:cubicBezTo>
                  <a:cubicBezTo>
                    <a:pt x="28" y="15"/>
                    <a:pt x="23" y="19"/>
                    <a:pt x="19" y="24"/>
                  </a:cubicBezTo>
                  <a:cubicBezTo>
                    <a:pt x="14" y="29"/>
                    <a:pt x="11" y="34"/>
                    <a:pt x="7" y="38"/>
                  </a:cubicBezTo>
                  <a:cubicBezTo>
                    <a:pt x="5" y="40"/>
                    <a:pt x="0" y="44"/>
                    <a:pt x="1" y="47"/>
                  </a:cubicBezTo>
                  <a:cubicBezTo>
                    <a:pt x="4" y="45"/>
                    <a:pt x="6" y="41"/>
                    <a:pt x="10" y="40"/>
                  </a:cubicBezTo>
                  <a:cubicBezTo>
                    <a:pt x="9" y="44"/>
                    <a:pt x="7" y="48"/>
                    <a:pt x="6" y="52"/>
                  </a:cubicBezTo>
                  <a:cubicBezTo>
                    <a:pt x="12" y="47"/>
                    <a:pt x="17" y="40"/>
                    <a:pt x="22" y="34"/>
                  </a:cubicBezTo>
                  <a:cubicBezTo>
                    <a:pt x="26" y="30"/>
                    <a:pt x="30" y="26"/>
                    <a:pt x="33" y="23"/>
                  </a:cubicBezTo>
                  <a:cubicBezTo>
                    <a:pt x="35" y="21"/>
                    <a:pt x="38" y="18"/>
                    <a:pt x="39" y="16"/>
                  </a:cubicBezTo>
                  <a:cubicBezTo>
                    <a:pt x="35" y="19"/>
                    <a:pt x="28" y="25"/>
                    <a:pt x="24" y="27"/>
                  </a:cubicBezTo>
                  <a:cubicBezTo>
                    <a:pt x="27" y="21"/>
                    <a:pt x="32" y="15"/>
                    <a:pt x="36" y="11"/>
                  </a:cubicBezTo>
                  <a:cubicBezTo>
                    <a:pt x="36" y="11"/>
                    <a:pt x="36" y="11"/>
                    <a:pt x="36" y="11"/>
                  </a:cubicBezTo>
                  <a:cubicBezTo>
                    <a:pt x="37" y="8"/>
                    <a:pt x="41" y="6"/>
                    <a:pt x="42" y="3"/>
                  </a:cubicBezTo>
                  <a:cubicBezTo>
                    <a:pt x="43" y="1"/>
                    <a:pt x="42" y="0"/>
                    <a:pt x="4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60504" name="Freeform 506">
              <a:extLst>
                <a:ext uri="{FF2B5EF4-FFF2-40B4-BE49-F238E27FC236}">
                  <a16:creationId xmlns:a16="http://schemas.microsoft.com/office/drawing/2014/main" id="{4336B3C8-897B-4E52-8C9C-4E5E542A33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7" y="1344"/>
              <a:ext cx="100" cy="135"/>
            </a:xfrm>
            <a:custGeom>
              <a:avLst/>
              <a:gdLst>
                <a:gd name="T0" fmla="*/ 595 w 40"/>
                <a:gd name="T1" fmla="*/ 0 h 54"/>
                <a:gd name="T2" fmla="*/ 408 w 40"/>
                <a:gd name="T3" fmla="*/ 220 h 54"/>
                <a:gd name="T4" fmla="*/ 188 w 40"/>
                <a:gd name="T5" fmla="*/ 470 h 54"/>
                <a:gd name="T6" fmla="*/ 270 w 40"/>
                <a:gd name="T7" fmla="*/ 438 h 54"/>
                <a:gd name="T8" fmla="*/ 125 w 40"/>
                <a:gd name="T9" fmla="*/ 625 h 54"/>
                <a:gd name="T10" fmla="*/ 0 w 40"/>
                <a:gd name="T11" fmla="*/ 845 h 54"/>
                <a:gd name="T12" fmla="*/ 20 w 40"/>
                <a:gd name="T13" fmla="*/ 845 h 54"/>
                <a:gd name="T14" fmla="*/ 145 w 40"/>
                <a:gd name="T15" fmla="*/ 708 h 54"/>
                <a:gd name="T16" fmla="*/ 313 w 40"/>
                <a:gd name="T17" fmla="*/ 533 h 54"/>
                <a:gd name="T18" fmla="*/ 300 w 40"/>
                <a:gd name="T19" fmla="*/ 550 h 54"/>
                <a:gd name="T20" fmla="*/ 488 w 40"/>
                <a:gd name="T21" fmla="*/ 300 h 54"/>
                <a:gd name="T22" fmla="*/ 470 w 40"/>
                <a:gd name="T23" fmla="*/ 300 h 54"/>
                <a:gd name="T24" fmla="*/ 363 w 40"/>
                <a:gd name="T25" fmla="*/ 363 h 54"/>
                <a:gd name="T26" fmla="*/ 500 w 40"/>
                <a:gd name="T27" fmla="*/ 175 h 54"/>
                <a:gd name="T28" fmla="*/ 613 w 40"/>
                <a:gd name="T29" fmla="*/ 20 h 54"/>
                <a:gd name="T30" fmla="*/ 595 w 40"/>
                <a:gd name="T31" fmla="*/ 0 h 54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40" h="54">
                  <a:moveTo>
                    <a:pt x="38" y="0"/>
                  </a:moveTo>
                  <a:cubicBezTo>
                    <a:pt x="34" y="5"/>
                    <a:pt x="30" y="9"/>
                    <a:pt x="26" y="14"/>
                  </a:cubicBezTo>
                  <a:cubicBezTo>
                    <a:pt x="22" y="17"/>
                    <a:pt x="13" y="25"/>
                    <a:pt x="12" y="30"/>
                  </a:cubicBezTo>
                  <a:cubicBezTo>
                    <a:pt x="14" y="30"/>
                    <a:pt x="15" y="28"/>
                    <a:pt x="17" y="28"/>
                  </a:cubicBezTo>
                  <a:cubicBezTo>
                    <a:pt x="16" y="32"/>
                    <a:pt x="10" y="37"/>
                    <a:pt x="8" y="40"/>
                  </a:cubicBezTo>
                  <a:cubicBezTo>
                    <a:pt x="5" y="43"/>
                    <a:pt x="1" y="49"/>
                    <a:pt x="0" y="54"/>
                  </a:cubicBezTo>
                  <a:cubicBezTo>
                    <a:pt x="0" y="54"/>
                    <a:pt x="0" y="54"/>
                    <a:pt x="1" y="54"/>
                  </a:cubicBezTo>
                  <a:cubicBezTo>
                    <a:pt x="4" y="54"/>
                    <a:pt x="7" y="47"/>
                    <a:pt x="9" y="45"/>
                  </a:cubicBezTo>
                  <a:cubicBezTo>
                    <a:pt x="12" y="41"/>
                    <a:pt x="15" y="37"/>
                    <a:pt x="20" y="34"/>
                  </a:cubicBezTo>
                  <a:cubicBezTo>
                    <a:pt x="19" y="34"/>
                    <a:pt x="19" y="35"/>
                    <a:pt x="19" y="35"/>
                  </a:cubicBezTo>
                  <a:cubicBezTo>
                    <a:pt x="23" y="30"/>
                    <a:pt x="29" y="25"/>
                    <a:pt x="31" y="19"/>
                  </a:cubicBezTo>
                  <a:cubicBezTo>
                    <a:pt x="31" y="19"/>
                    <a:pt x="30" y="19"/>
                    <a:pt x="30" y="19"/>
                  </a:cubicBezTo>
                  <a:cubicBezTo>
                    <a:pt x="28" y="19"/>
                    <a:pt x="25" y="22"/>
                    <a:pt x="23" y="23"/>
                  </a:cubicBezTo>
                  <a:cubicBezTo>
                    <a:pt x="25" y="18"/>
                    <a:pt x="29" y="15"/>
                    <a:pt x="32" y="11"/>
                  </a:cubicBezTo>
                  <a:cubicBezTo>
                    <a:pt x="34" y="9"/>
                    <a:pt x="40" y="3"/>
                    <a:pt x="39" y="1"/>
                  </a:cubicBezTo>
                  <a:cubicBezTo>
                    <a:pt x="38" y="0"/>
                    <a:pt x="38" y="0"/>
                    <a:pt x="3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60505" name="Freeform 507">
              <a:extLst>
                <a:ext uri="{FF2B5EF4-FFF2-40B4-BE49-F238E27FC236}">
                  <a16:creationId xmlns:a16="http://schemas.microsoft.com/office/drawing/2014/main" id="{6E5F5EB6-29B1-4D97-A912-F95F739B6F3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7" y="1406"/>
              <a:ext cx="60" cy="73"/>
            </a:xfrm>
            <a:custGeom>
              <a:avLst/>
              <a:gdLst>
                <a:gd name="T0" fmla="*/ 363 w 24"/>
                <a:gd name="T1" fmla="*/ 0 h 29"/>
                <a:gd name="T2" fmla="*/ 363 w 24"/>
                <a:gd name="T3" fmla="*/ 0 h 29"/>
                <a:gd name="T4" fmla="*/ 313 w 24"/>
                <a:gd name="T5" fmla="*/ 20 h 29"/>
                <a:gd name="T6" fmla="*/ 300 w 24"/>
                <a:gd name="T7" fmla="*/ 20 h 29"/>
                <a:gd name="T8" fmla="*/ 158 w 24"/>
                <a:gd name="T9" fmla="*/ 222 h 29"/>
                <a:gd name="T10" fmla="*/ 0 w 24"/>
                <a:gd name="T11" fmla="*/ 463 h 29"/>
                <a:gd name="T12" fmla="*/ 175 w 24"/>
                <a:gd name="T13" fmla="*/ 335 h 29"/>
                <a:gd name="T14" fmla="*/ 145 w 24"/>
                <a:gd name="T15" fmla="*/ 413 h 29"/>
                <a:gd name="T16" fmla="*/ 175 w 24"/>
                <a:gd name="T17" fmla="*/ 347 h 29"/>
                <a:gd name="T18" fmla="*/ 283 w 24"/>
                <a:gd name="T19" fmla="*/ 191 h 29"/>
                <a:gd name="T20" fmla="*/ 375 w 24"/>
                <a:gd name="T21" fmla="*/ 0 h 29"/>
                <a:gd name="T22" fmla="*/ 363 w 24"/>
                <a:gd name="T23" fmla="*/ 0 h 2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4" h="29">
                  <a:moveTo>
                    <a:pt x="23" y="0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20" y="1"/>
                    <a:pt x="20" y="1"/>
                    <a:pt x="20" y="1"/>
                  </a:cubicBezTo>
                  <a:cubicBezTo>
                    <a:pt x="19" y="1"/>
                    <a:pt x="19" y="1"/>
                    <a:pt x="19" y="1"/>
                  </a:cubicBezTo>
                  <a:cubicBezTo>
                    <a:pt x="17" y="6"/>
                    <a:pt x="13" y="10"/>
                    <a:pt x="10" y="14"/>
                  </a:cubicBezTo>
                  <a:cubicBezTo>
                    <a:pt x="7" y="17"/>
                    <a:pt x="0" y="24"/>
                    <a:pt x="0" y="29"/>
                  </a:cubicBezTo>
                  <a:cubicBezTo>
                    <a:pt x="4" y="27"/>
                    <a:pt x="6" y="22"/>
                    <a:pt x="11" y="21"/>
                  </a:cubicBezTo>
                  <a:cubicBezTo>
                    <a:pt x="11" y="23"/>
                    <a:pt x="10" y="25"/>
                    <a:pt x="9" y="26"/>
                  </a:cubicBezTo>
                  <a:cubicBezTo>
                    <a:pt x="10" y="25"/>
                    <a:pt x="10" y="24"/>
                    <a:pt x="11" y="22"/>
                  </a:cubicBezTo>
                  <a:cubicBezTo>
                    <a:pt x="13" y="19"/>
                    <a:pt x="15" y="15"/>
                    <a:pt x="18" y="12"/>
                  </a:cubicBezTo>
                  <a:cubicBezTo>
                    <a:pt x="20" y="9"/>
                    <a:pt x="24" y="4"/>
                    <a:pt x="24" y="0"/>
                  </a:cubicBezTo>
                  <a:cubicBezTo>
                    <a:pt x="24" y="0"/>
                    <a:pt x="23" y="0"/>
                    <a:pt x="2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</p:grpSp>
      <p:grpSp>
        <p:nvGrpSpPr>
          <p:cNvPr id="60430" name="Group 508">
            <a:extLst>
              <a:ext uri="{FF2B5EF4-FFF2-40B4-BE49-F238E27FC236}">
                <a16:creationId xmlns:a16="http://schemas.microsoft.com/office/drawing/2014/main" id="{5CE3AA84-B36C-44C2-B77C-0E06B093762E}"/>
              </a:ext>
            </a:extLst>
          </p:cNvPr>
          <p:cNvGrpSpPr>
            <a:grpSpLocks/>
          </p:cNvGrpSpPr>
          <p:nvPr/>
        </p:nvGrpSpPr>
        <p:grpSpPr bwMode="auto">
          <a:xfrm>
            <a:off x="11230106" y="3689071"/>
            <a:ext cx="220839" cy="163041"/>
            <a:chOff x="2357" y="1589"/>
            <a:chExt cx="473" cy="350"/>
          </a:xfrm>
        </p:grpSpPr>
        <p:sp>
          <p:nvSpPr>
            <p:cNvPr id="60490" name="Freeform 509">
              <a:extLst>
                <a:ext uri="{FF2B5EF4-FFF2-40B4-BE49-F238E27FC236}">
                  <a16:creationId xmlns:a16="http://schemas.microsoft.com/office/drawing/2014/main" id="{75D89BD3-F53E-405E-874D-F26541F49E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7" y="1589"/>
              <a:ext cx="473" cy="350"/>
            </a:xfrm>
            <a:custGeom>
              <a:avLst/>
              <a:gdLst>
                <a:gd name="T0" fmla="*/ 1522 w 189"/>
                <a:gd name="T1" fmla="*/ 2188 h 140"/>
                <a:gd name="T2" fmla="*/ 2755 w 189"/>
                <a:gd name="T3" fmla="*/ 1270 h 140"/>
                <a:gd name="T4" fmla="*/ 2963 w 189"/>
                <a:gd name="T5" fmla="*/ 113 h 140"/>
                <a:gd name="T6" fmla="*/ 2255 w 189"/>
                <a:gd name="T7" fmla="*/ 345 h 140"/>
                <a:gd name="T8" fmla="*/ 1504 w 189"/>
                <a:gd name="T9" fmla="*/ 0 h 140"/>
                <a:gd name="T10" fmla="*/ 1459 w 189"/>
                <a:gd name="T11" fmla="*/ 0 h 140"/>
                <a:gd name="T12" fmla="*/ 708 w 189"/>
                <a:gd name="T13" fmla="*/ 345 h 140"/>
                <a:gd name="T14" fmla="*/ 0 w 189"/>
                <a:gd name="T15" fmla="*/ 113 h 140"/>
                <a:gd name="T16" fmla="*/ 208 w 189"/>
                <a:gd name="T17" fmla="*/ 1270 h 140"/>
                <a:gd name="T18" fmla="*/ 1442 w 189"/>
                <a:gd name="T19" fmla="*/ 2188 h 140"/>
                <a:gd name="T20" fmla="*/ 1522 w 189"/>
                <a:gd name="T21" fmla="*/ 2188 h 14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89" h="140">
                  <a:moveTo>
                    <a:pt x="97" y="140"/>
                  </a:moveTo>
                  <a:cubicBezTo>
                    <a:pt x="167" y="130"/>
                    <a:pt x="169" y="99"/>
                    <a:pt x="176" y="81"/>
                  </a:cubicBezTo>
                  <a:cubicBezTo>
                    <a:pt x="183" y="62"/>
                    <a:pt x="189" y="7"/>
                    <a:pt x="189" y="7"/>
                  </a:cubicBezTo>
                  <a:cubicBezTo>
                    <a:pt x="189" y="7"/>
                    <a:pt x="168" y="24"/>
                    <a:pt x="144" y="22"/>
                  </a:cubicBezTo>
                  <a:cubicBezTo>
                    <a:pt x="119" y="20"/>
                    <a:pt x="108" y="2"/>
                    <a:pt x="96" y="0"/>
                  </a:cubicBezTo>
                  <a:cubicBezTo>
                    <a:pt x="93" y="0"/>
                    <a:pt x="93" y="0"/>
                    <a:pt x="93" y="0"/>
                  </a:cubicBezTo>
                  <a:cubicBezTo>
                    <a:pt x="81" y="2"/>
                    <a:pt x="70" y="20"/>
                    <a:pt x="45" y="22"/>
                  </a:cubicBezTo>
                  <a:cubicBezTo>
                    <a:pt x="21" y="24"/>
                    <a:pt x="0" y="7"/>
                    <a:pt x="0" y="7"/>
                  </a:cubicBezTo>
                  <a:cubicBezTo>
                    <a:pt x="0" y="7"/>
                    <a:pt x="7" y="62"/>
                    <a:pt x="13" y="81"/>
                  </a:cubicBezTo>
                  <a:cubicBezTo>
                    <a:pt x="20" y="99"/>
                    <a:pt x="22" y="130"/>
                    <a:pt x="92" y="140"/>
                  </a:cubicBezTo>
                  <a:lnTo>
                    <a:pt x="97" y="140"/>
                  </a:lnTo>
                  <a:close/>
                </a:path>
              </a:pathLst>
            </a:custGeom>
            <a:solidFill>
              <a:srgbClr val="68B7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60491" name="Freeform 510">
              <a:extLst>
                <a:ext uri="{FF2B5EF4-FFF2-40B4-BE49-F238E27FC236}">
                  <a16:creationId xmlns:a16="http://schemas.microsoft.com/office/drawing/2014/main" id="{BDD8CA2E-BE95-46AF-944F-CB5CE0F070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7" y="1589"/>
              <a:ext cx="473" cy="350"/>
            </a:xfrm>
            <a:custGeom>
              <a:avLst/>
              <a:gdLst>
                <a:gd name="T0" fmla="*/ 1522 w 189"/>
                <a:gd name="T1" fmla="*/ 2188 h 140"/>
                <a:gd name="T2" fmla="*/ 2755 w 189"/>
                <a:gd name="T3" fmla="*/ 1270 h 140"/>
                <a:gd name="T4" fmla="*/ 2963 w 189"/>
                <a:gd name="T5" fmla="*/ 113 h 140"/>
                <a:gd name="T6" fmla="*/ 2255 w 189"/>
                <a:gd name="T7" fmla="*/ 345 h 140"/>
                <a:gd name="T8" fmla="*/ 1504 w 189"/>
                <a:gd name="T9" fmla="*/ 0 h 140"/>
                <a:gd name="T10" fmla="*/ 1459 w 189"/>
                <a:gd name="T11" fmla="*/ 0 h 140"/>
                <a:gd name="T12" fmla="*/ 708 w 189"/>
                <a:gd name="T13" fmla="*/ 345 h 140"/>
                <a:gd name="T14" fmla="*/ 0 w 189"/>
                <a:gd name="T15" fmla="*/ 113 h 140"/>
                <a:gd name="T16" fmla="*/ 208 w 189"/>
                <a:gd name="T17" fmla="*/ 1270 h 140"/>
                <a:gd name="T18" fmla="*/ 1442 w 189"/>
                <a:gd name="T19" fmla="*/ 2188 h 140"/>
                <a:gd name="T20" fmla="*/ 1522 w 189"/>
                <a:gd name="T21" fmla="*/ 2188 h 14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89" h="140">
                  <a:moveTo>
                    <a:pt x="97" y="140"/>
                  </a:moveTo>
                  <a:cubicBezTo>
                    <a:pt x="167" y="130"/>
                    <a:pt x="169" y="99"/>
                    <a:pt x="176" y="81"/>
                  </a:cubicBezTo>
                  <a:cubicBezTo>
                    <a:pt x="183" y="62"/>
                    <a:pt x="189" y="7"/>
                    <a:pt x="189" y="7"/>
                  </a:cubicBezTo>
                  <a:cubicBezTo>
                    <a:pt x="189" y="7"/>
                    <a:pt x="168" y="24"/>
                    <a:pt x="144" y="22"/>
                  </a:cubicBezTo>
                  <a:cubicBezTo>
                    <a:pt x="119" y="20"/>
                    <a:pt x="108" y="2"/>
                    <a:pt x="96" y="0"/>
                  </a:cubicBezTo>
                  <a:cubicBezTo>
                    <a:pt x="93" y="0"/>
                    <a:pt x="93" y="0"/>
                    <a:pt x="93" y="0"/>
                  </a:cubicBezTo>
                  <a:cubicBezTo>
                    <a:pt x="81" y="2"/>
                    <a:pt x="70" y="20"/>
                    <a:pt x="45" y="22"/>
                  </a:cubicBezTo>
                  <a:cubicBezTo>
                    <a:pt x="21" y="24"/>
                    <a:pt x="0" y="7"/>
                    <a:pt x="0" y="7"/>
                  </a:cubicBezTo>
                  <a:cubicBezTo>
                    <a:pt x="0" y="7"/>
                    <a:pt x="7" y="62"/>
                    <a:pt x="13" y="81"/>
                  </a:cubicBezTo>
                  <a:cubicBezTo>
                    <a:pt x="20" y="99"/>
                    <a:pt x="22" y="130"/>
                    <a:pt x="92" y="140"/>
                  </a:cubicBezTo>
                  <a:lnTo>
                    <a:pt x="97" y="140"/>
                  </a:lnTo>
                  <a:close/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60492" name="Freeform 511">
              <a:extLst>
                <a:ext uri="{FF2B5EF4-FFF2-40B4-BE49-F238E27FC236}">
                  <a16:creationId xmlns:a16="http://schemas.microsoft.com/office/drawing/2014/main" id="{D3F71AE9-EE81-4577-A146-17AB7B56A0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2" y="1604"/>
              <a:ext cx="23" cy="308"/>
            </a:xfrm>
            <a:custGeom>
              <a:avLst/>
              <a:gdLst>
                <a:gd name="T0" fmla="*/ 151 w 9"/>
                <a:gd name="T1" fmla="*/ 1931 h 123"/>
                <a:gd name="T2" fmla="*/ 151 w 9"/>
                <a:gd name="T3" fmla="*/ 1650 h 123"/>
                <a:gd name="T4" fmla="*/ 97 w 9"/>
                <a:gd name="T5" fmla="*/ 1242 h 123"/>
                <a:gd name="T6" fmla="*/ 66 w 9"/>
                <a:gd name="T7" fmla="*/ 551 h 123"/>
                <a:gd name="T8" fmla="*/ 66 w 9"/>
                <a:gd name="T9" fmla="*/ 0 h 123"/>
                <a:gd name="T10" fmla="*/ 33 w 9"/>
                <a:gd name="T11" fmla="*/ 551 h 123"/>
                <a:gd name="T12" fmla="*/ 66 w 9"/>
                <a:gd name="T13" fmla="*/ 1242 h 123"/>
                <a:gd name="T14" fmla="*/ 118 w 9"/>
                <a:gd name="T15" fmla="*/ 1650 h 123"/>
                <a:gd name="T16" fmla="*/ 151 w 9"/>
                <a:gd name="T17" fmla="*/ 1931 h 12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" h="123">
                  <a:moveTo>
                    <a:pt x="9" y="123"/>
                  </a:moveTo>
                  <a:cubicBezTo>
                    <a:pt x="7" y="118"/>
                    <a:pt x="9" y="111"/>
                    <a:pt x="9" y="105"/>
                  </a:cubicBezTo>
                  <a:cubicBezTo>
                    <a:pt x="8" y="96"/>
                    <a:pt x="7" y="88"/>
                    <a:pt x="6" y="79"/>
                  </a:cubicBezTo>
                  <a:cubicBezTo>
                    <a:pt x="4" y="64"/>
                    <a:pt x="5" y="50"/>
                    <a:pt x="4" y="35"/>
                  </a:cubicBezTo>
                  <a:cubicBezTo>
                    <a:pt x="3" y="24"/>
                    <a:pt x="0" y="11"/>
                    <a:pt x="4" y="0"/>
                  </a:cubicBezTo>
                  <a:cubicBezTo>
                    <a:pt x="0" y="11"/>
                    <a:pt x="1" y="24"/>
                    <a:pt x="2" y="35"/>
                  </a:cubicBezTo>
                  <a:cubicBezTo>
                    <a:pt x="3" y="50"/>
                    <a:pt x="2" y="64"/>
                    <a:pt x="4" y="79"/>
                  </a:cubicBezTo>
                  <a:cubicBezTo>
                    <a:pt x="6" y="88"/>
                    <a:pt x="6" y="96"/>
                    <a:pt x="7" y="105"/>
                  </a:cubicBezTo>
                  <a:cubicBezTo>
                    <a:pt x="8" y="111"/>
                    <a:pt x="7" y="118"/>
                    <a:pt x="9" y="12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60493" name="Freeform 512">
              <a:extLst>
                <a:ext uri="{FF2B5EF4-FFF2-40B4-BE49-F238E27FC236}">
                  <a16:creationId xmlns:a16="http://schemas.microsoft.com/office/drawing/2014/main" id="{29A8F279-3F1F-42BE-98F6-BF3C2D7C2B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2" y="1612"/>
              <a:ext cx="208" cy="295"/>
            </a:xfrm>
            <a:custGeom>
              <a:avLst/>
              <a:gdLst>
                <a:gd name="T0" fmla="*/ 0 w 83"/>
                <a:gd name="T1" fmla="*/ 145 h 118"/>
                <a:gd name="T2" fmla="*/ 158 w 83"/>
                <a:gd name="T3" fmla="*/ 283 h 118"/>
                <a:gd name="T4" fmla="*/ 363 w 83"/>
                <a:gd name="T5" fmla="*/ 345 h 118"/>
                <a:gd name="T6" fmla="*/ 754 w 83"/>
                <a:gd name="T7" fmla="*/ 363 h 118"/>
                <a:gd name="T8" fmla="*/ 1276 w 83"/>
                <a:gd name="T9" fmla="*/ 0 h 118"/>
                <a:gd name="T10" fmla="*/ 1225 w 83"/>
                <a:gd name="T11" fmla="*/ 188 h 118"/>
                <a:gd name="T12" fmla="*/ 1193 w 83"/>
                <a:gd name="T13" fmla="*/ 458 h 118"/>
                <a:gd name="T14" fmla="*/ 1213 w 83"/>
                <a:gd name="T15" fmla="*/ 970 h 118"/>
                <a:gd name="T16" fmla="*/ 1306 w 83"/>
                <a:gd name="T17" fmla="*/ 1845 h 118"/>
                <a:gd name="T18" fmla="*/ 1118 w 83"/>
                <a:gd name="T19" fmla="*/ 1833 h 118"/>
                <a:gd name="T20" fmla="*/ 709 w 83"/>
                <a:gd name="T21" fmla="*/ 1688 h 118"/>
                <a:gd name="T22" fmla="*/ 283 w 83"/>
                <a:gd name="T23" fmla="*/ 1208 h 118"/>
                <a:gd name="T24" fmla="*/ 125 w 83"/>
                <a:gd name="T25" fmla="*/ 675 h 118"/>
                <a:gd name="T26" fmla="*/ 83 w 83"/>
                <a:gd name="T27" fmla="*/ 425 h 118"/>
                <a:gd name="T28" fmla="*/ 20 w 83"/>
                <a:gd name="T29" fmla="*/ 238 h 11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83" h="118">
                  <a:moveTo>
                    <a:pt x="0" y="9"/>
                  </a:moveTo>
                  <a:cubicBezTo>
                    <a:pt x="1" y="12"/>
                    <a:pt x="7" y="16"/>
                    <a:pt x="10" y="18"/>
                  </a:cubicBezTo>
                  <a:cubicBezTo>
                    <a:pt x="14" y="20"/>
                    <a:pt x="19" y="21"/>
                    <a:pt x="23" y="22"/>
                  </a:cubicBezTo>
                  <a:cubicBezTo>
                    <a:pt x="31" y="23"/>
                    <a:pt x="40" y="24"/>
                    <a:pt x="48" y="23"/>
                  </a:cubicBezTo>
                  <a:cubicBezTo>
                    <a:pt x="62" y="22"/>
                    <a:pt x="72" y="10"/>
                    <a:pt x="81" y="0"/>
                  </a:cubicBezTo>
                  <a:cubicBezTo>
                    <a:pt x="81" y="4"/>
                    <a:pt x="79" y="8"/>
                    <a:pt x="78" y="12"/>
                  </a:cubicBezTo>
                  <a:cubicBezTo>
                    <a:pt x="77" y="18"/>
                    <a:pt x="77" y="23"/>
                    <a:pt x="76" y="29"/>
                  </a:cubicBezTo>
                  <a:cubicBezTo>
                    <a:pt x="75" y="40"/>
                    <a:pt x="77" y="51"/>
                    <a:pt x="77" y="62"/>
                  </a:cubicBezTo>
                  <a:cubicBezTo>
                    <a:pt x="77" y="81"/>
                    <a:pt x="78" y="100"/>
                    <a:pt x="83" y="118"/>
                  </a:cubicBezTo>
                  <a:cubicBezTo>
                    <a:pt x="79" y="117"/>
                    <a:pt x="75" y="117"/>
                    <a:pt x="71" y="117"/>
                  </a:cubicBezTo>
                  <a:cubicBezTo>
                    <a:pt x="62" y="116"/>
                    <a:pt x="53" y="113"/>
                    <a:pt x="45" y="108"/>
                  </a:cubicBezTo>
                  <a:cubicBezTo>
                    <a:pt x="33" y="101"/>
                    <a:pt x="23" y="90"/>
                    <a:pt x="18" y="77"/>
                  </a:cubicBezTo>
                  <a:cubicBezTo>
                    <a:pt x="14" y="66"/>
                    <a:pt x="10" y="55"/>
                    <a:pt x="8" y="43"/>
                  </a:cubicBezTo>
                  <a:cubicBezTo>
                    <a:pt x="7" y="37"/>
                    <a:pt x="6" y="32"/>
                    <a:pt x="5" y="27"/>
                  </a:cubicBezTo>
                  <a:cubicBezTo>
                    <a:pt x="4" y="23"/>
                    <a:pt x="1" y="19"/>
                    <a:pt x="1" y="15"/>
                  </a:cubicBezTo>
                </a:path>
              </a:pathLst>
            </a:custGeom>
            <a:solidFill>
              <a:srgbClr val="7BD6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60494" name="Freeform 513">
              <a:extLst>
                <a:ext uri="{FF2B5EF4-FFF2-40B4-BE49-F238E27FC236}">
                  <a16:creationId xmlns:a16="http://schemas.microsoft.com/office/drawing/2014/main" id="{4B3F1B3A-C5EE-4221-92C5-6C327CCB9D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5" y="1674"/>
              <a:ext cx="175" cy="233"/>
            </a:xfrm>
            <a:custGeom>
              <a:avLst/>
              <a:gdLst>
                <a:gd name="T0" fmla="*/ 33 w 70"/>
                <a:gd name="T1" fmla="*/ 208 h 93"/>
                <a:gd name="T2" fmla="*/ 270 w 70"/>
                <a:gd name="T3" fmla="*/ 125 h 93"/>
                <a:gd name="T4" fmla="*/ 345 w 70"/>
                <a:gd name="T5" fmla="*/ 20 h 93"/>
                <a:gd name="T6" fmla="*/ 470 w 70"/>
                <a:gd name="T7" fmla="*/ 50 h 93"/>
                <a:gd name="T8" fmla="*/ 800 w 70"/>
                <a:gd name="T9" fmla="*/ 125 h 93"/>
                <a:gd name="T10" fmla="*/ 1083 w 70"/>
                <a:gd name="T11" fmla="*/ 145 h 93"/>
                <a:gd name="T12" fmla="*/ 938 w 70"/>
                <a:gd name="T13" fmla="*/ 376 h 93"/>
                <a:gd name="T14" fmla="*/ 613 w 70"/>
                <a:gd name="T15" fmla="*/ 709 h 93"/>
                <a:gd name="T16" fmla="*/ 208 w 70"/>
                <a:gd name="T17" fmla="*/ 1318 h 93"/>
                <a:gd name="T18" fmla="*/ 125 w 70"/>
                <a:gd name="T19" fmla="*/ 1443 h 93"/>
                <a:gd name="T20" fmla="*/ 33 w 70"/>
                <a:gd name="T21" fmla="*/ 1097 h 93"/>
                <a:gd name="T22" fmla="*/ 33 w 70"/>
                <a:gd name="T23" fmla="*/ 616 h 93"/>
                <a:gd name="T24" fmla="*/ 33 w 70"/>
                <a:gd name="T25" fmla="*/ 301 h 9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70" h="93">
                  <a:moveTo>
                    <a:pt x="2" y="13"/>
                  </a:moveTo>
                  <a:cubicBezTo>
                    <a:pt x="7" y="17"/>
                    <a:pt x="15" y="11"/>
                    <a:pt x="17" y="8"/>
                  </a:cubicBezTo>
                  <a:cubicBezTo>
                    <a:pt x="19" y="6"/>
                    <a:pt x="20" y="2"/>
                    <a:pt x="22" y="1"/>
                  </a:cubicBezTo>
                  <a:cubicBezTo>
                    <a:pt x="24" y="0"/>
                    <a:pt x="28" y="2"/>
                    <a:pt x="30" y="3"/>
                  </a:cubicBezTo>
                  <a:cubicBezTo>
                    <a:pt x="37" y="4"/>
                    <a:pt x="44" y="7"/>
                    <a:pt x="51" y="8"/>
                  </a:cubicBezTo>
                  <a:cubicBezTo>
                    <a:pt x="57" y="10"/>
                    <a:pt x="63" y="9"/>
                    <a:pt x="69" y="9"/>
                  </a:cubicBezTo>
                  <a:cubicBezTo>
                    <a:pt x="70" y="14"/>
                    <a:pt x="63" y="21"/>
                    <a:pt x="60" y="24"/>
                  </a:cubicBezTo>
                  <a:cubicBezTo>
                    <a:pt x="54" y="32"/>
                    <a:pt x="47" y="38"/>
                    <a:pt x="39" y="45"/>
                  </a:cubicBezTo>
                  <a:cubicBezTo>
                    <a:pt x="28" y="55"/>
                    <a:pt x="19" y="71"/>
                    <a:pt x="13" y="84"/>
                  </a:cubicBezTo>
                  <a:cubicBezTo>
                    <a:pt x="12" y="86"/>
                    <a:pt x="10" y="92"/>
                    <a:pt x="8" y="92"/>
                  </a:cubicBezTo>
                  <a:cubicBezTo>
                    <a:pt x="4" y="93"/>
                    <a:pt x="2" y="73"/>
                    <a:pt x="2" y="70"/>
                  </a:cubicBezTo>
                  <a:cubicBezTo>
                    <a:pt x="0" y="59"/>
                    <a:pt x="2" y="50"/>
                    <a:pt x="2" y="39"/>
                  </a:cubicBezTo>
                  <a:cubicBezTo>
                    <a:pt x="3" y="34"/>
                    <a:pt x="4" y="23"/>
                    <a:pt x="2" y="19"/>
                  </a:cubicBezTo>
                </a:path>
              </a:pathLst>
            </a:custGeom>
            <a:solidFill>
              <a:srgbClr val="5FA5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</p:grpSp>
      <p:grpSp>
        <p:nvGrpSpPr>
          <p:cNvPr id="60431" name="Green-surgical-gown-illustration">
            <a:extLst>
              <a:ext uri="{FF2B5EF4-FFF2-40B4-BE49-F238E27FC236}">
                <a16:creationId xmlns:a16="http://schemas.microsoft.com/office/drawing/2014/main" id="{53FEE1F6-F5DD-4305-8947-C2A7DE02B6E0}"/>
              </a:ext>
            </a:extLst>
          </p:cNvPr>
          <p:cNvGrpSpPr>
            <a:grpSpLocks/>
          </p:cNvGrpSpPr>
          <p:nvPr/>
        </p:nvGrpSpPr>
        <p:grpSpPr bwMode="auto">
          <a:xfrm>
            <a:off x="10857441" y="3852113"/>
            <a:ext cx="937702" cy="2277399"/>
            <a:chOff x="2131" y="346"/>
            <a:chExt cx="1494" cy="3628"/>
          </a:xfrm>
        </p:grpSpPr>
        <p:sp>
          <p:nvSpPr>
            <p:cNvPr id="60462" name="Freeform 515">
              <a:extLst>
                <a:ext uri="{FF2B5EF4-FFF2-40B4-BE49-F238E27FC236}">
                  <a16:creationId xmlns:a16="http://schemas.microsoft.com/office/drawing/2014/main" id="{541B4901-A6E6-4CD1-96F1-A3CC07F4432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135" y="350"/>
              <a:ext cx="1490" cy="3622"/>
            </a:xfrm>
            <a:custGeom>
              <a:avLst/>
              <a:gdLst>
                <a:gd name="T0" fmla="*/ 1036 w 742"/>
                <a:gd name="T1" fmla="*/ 7860 h 1805"/>
                <a:gd name="T2" fmla="*/ 819 w 742"/>
                <a:gd name="T3" fmla="*/ 7336 h 1805"/>
                <a:gd name="T4" fmla="*/ 795 w 742"/>
                <a:gd name="T5" fmla="*/ 6632 h 1805"/>
                <a:gd name="T6" fmla="*/ 1572 w 742"/>
                <a:gd name="T7" fmla="*/ 6608 h 1805"/>
                <a:gd name="T8" fmla="*/ 1767 w 742"/>
                <a:gd name="T9" fmla="*/ 7200 h 1805"/>
                <a:gd name="T10" fmla="*/ 1815 w 742"/>
                <a:gd name="T11" fmla="*/ 7708 h 1805"/>
                <a:gd name="T12" fmla="*/ 1669 w 742"/>
                <a:gd name="T13" fmla="*/ 7716 h 1805"/>
                <a:gd name="T14" fmla="*/ 1588 w 742"/>
                <a:gd name="T15" fmla="*/ 7683 h 1805"/>
                <a:gd name="T16" fmla="*/ 1741 w 742"/>
                <a:gd name="T17" fmla="*/ 8009 h 1805"/>
                <a:gd name="T18" fmla="*/ 1629 w 742"/>
                <a:gd name="T19" fmla="*/ 8041 h 1805"/>
                <a:gd name="T20" fmla="*/ 1556 w 742"/>
                <a:gd name="T21" fmla="*/ 8161 h 1805"/>
                <a:gd name="T22" fmla="*/ 1359 w 742"/>
                <a:gd name="T23" fmla="*/ 8017 h 1805"/>
                <a:gd name="T24" fmla="*/ 1287 w 742"/>
                <a:gd name="T25" fmla="*/ 7992 h 1805"/>
                <a:gd name="T26" fmla="*/ 1165 w 742"/>
                <a:gd name="T27" fmla="*/ 7960 h 1805"/>
                <a:gd name="T28" fmla="*/ 4520 w 742"/>
                <a:gd name="T29" fmla="*/ 7724 h 1805"/>
                <a:gd name="T30" fmla="*/ 4452 w 742"/>
                <a:gd name="T31" fmla="*/ 7545 h 1805"/>
                <a:gd name="T32" fmla="*/ 4528 w 742"/>
                <a:gd name="T33" fmla="*/ 6967 h 1805"/>
                <a:gd name="T34" fmla="*/ 4972 w 742"/>
                <a:gd name="T35" fmla="*/ 6552 h 1805"/>
                <a:gd name="T36" fmla="*/ 5464 w 742"/>
                <a:gd name="T37" fmla="*/ 7160 h 1805"/>
                <a:gd name="T38" fmla="*/ 5319 w 742"/>
                <a:gd name="T39" fmla="*/ 7651 h 1805"/>
                <a:gd name="T40" fmla="*/ 5084 w 742"/>
                <a:gd name="T41" fmla="*/ 7952 h 1805"/>
                <a:gd name="T42" fmla="*/ 5044 w 742"/>
                <a:gd name="T43" fmla="*/ 7884 h 1805"/>
                <a:gd name="T44" fmla="*/ 4892 w 742"/>
                <a:gd name="T45" fmla="*/ 8009 h 1805"/>
                <a:gd name="T46" fmla="*/ 4779 w 742"/>
                <a:gd name="T47" fmla="*/ 8089 h 1805"/>
                <a:gd name="T48" fmla="*/ 4657 w 742"/>
                <a:gd name="T49" fmla="*/ 8145 h 1805"/>
                <a:gd name="T50" fmla="*/ 4576 w 742"/>
                <a:gd name="T51" fmla="*/ 8049 h 1805"/>
                <a:gd name="T52" fmla="*/ 4560 w 742"/>
                <a:gd name="T53" fmla="*/ 7860 h 1805"/>
                <a:gd name="T54" fmla="*/ 4681 w 742"/>
                <a:gd name="T55" fmla="*/ 7545 h 1805"/>
                <a:gd name="T56" fmla="*/ 4520 w 742"/>
                <a:gd name="T57" fmla="*/ 7724 h 1805"/>
                <a:gd name="T58" fmla="*/ 3044 w 742"/>
                <a:gd name="T59" fmla="*/ 169 h 1805"/>
                <a:gd name="T60" fmla="*/ 1068 w 742"/>
                <a:gd name="T61" fmla="*/ 656 h 1805"/>
                <a:gd name="T62" fmla="*/ 241 w 742"/>
                <a:gd name="T63" fmla="*/ 3257 h 1805"/>
                <a:gd name="T64" fmla="*/ 153 w 742"/>
                <a:gd name="T65" fmla="*/ 6479 h 1805"/>
                <a:gd name="T66" fmla="*/ 665 w 742"/>
                <a:gd name="T67" fmla="*/ 6917 h 1805"/>
                <a:gd name="T68" fmla="*/ 420 w 742"/>
                <a:gd name="T69" fmla="*/ 9592 h 1805"/>
                <a:gd name="T70" fmla="*/ 2492 w 742"/>
                <a:gd name="T71" fmla="*/ 14584 h 1805"/>
                <a:gd name="T72" fmla="*/ 5880 w 742"/>
                <a:gd name="T73" fmla="*/ 13388 h 1805"/>
                <a:gd name="T74" fmla="*/ 5725 w 742"/>
                <a:gd name="T75" fmla="*/ 9277 h 1805"/>
                <a:gd name="T76" fmla="*/ 5992 w 742"/>
                <a:gd name="T77" fmla="*/ 6407 h 1805"/>
                <a:gd name="T78" fmla="*/ 5976 w 742"/>
                <a:gd name="T79" fmla="*/ 5001 h 1805"/>
                <a:gd name="T80" fmla="*/ 5864 w 742"/>
                <a:gd name="T81" fmla="*/ 2851 h 1805"/>
                <a:gd name="T82" fmla="*/ 5205 w 742"/>
                <a:gd name="T83" fmla="*/ 672 h 1805"/>
                <a:gd name="T84" fmla="*/ 3904 w 742"/>
                <a:gd name="T85" fmla="*/ 112 h 1805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742" h="1805">
                  <a:moveTo>
                    <a:pt x="143" y="985"/>
                  </a:moveTo>
                  <a:cubicBezTo>
                    <a:pt x="138" y="985"/>
                    <a:pt x="133" y="978"/>
                    <a:pt x="128" y="973"/>
                  </a:cubicBezTo>
                  <a:cubicBezTo>
                    <a:pt x="124" y="967"/>
                    <a:pt x="116" y="957"/>
                    <a:pt x="114" y="948"/>
                  </a:cubicBezTo>
                  <a:cubicBezTo>
                    <a:pt x="111" y="940"/>
                    <a:pt x="103" y="914"/>
                    <a:pt x="101" y="908"/>
                  </a:cubicBezTo>
                  <a:cubicBezTo>
                    <a:pt x="99" y="903"/>
                    <a:pt x="95" y="895"/>
                    <a:pt x="95" y="887"/>
                  </a:cubicBezTo>
                  <a:cubicBezTo>
                    <a:pt x="95" y="880"/>
                    <a:pt x="98" y="821"/>
                    <a:pt x="98" y="821"/>
                  </a:cubicBezTo>
                  <a:cubicBezTo>
                    <a:pt x="98" y="821"/>
                    <a:pt x="127" y="812"/>
                    <a:pt x="157" y="812"/>
                  </a:cubicBezTo>
                  <a:cubicBezTo>
                    <a:pt x="170" y="812"/>
                    <a:pt x="183" y="813"/>
                    <a:pt x="194" y="818"/>
                  </a:cubicBezTo>
                  <a:cubicBezTo>
                    <a:pt x="194" y="818"/>
                    <a:pt x="209" y="857"/>
                    <a:pt x="212" y="863"/>
                  </a:cubicBezTo>
                  <a:cubicBezTo>
                    <a:pt x="215" y="869"/>
                    <a:pt x="217" y="881"/>
                    <a:pt x="218" y="891"/>
                  </a:cubicBezTo>
                  <a:cubicBezTo>
                    <a:pt x="219" y="900"/>
                    <a:pt x="221" y="927"/>
                    <a:pt x="221" y="935"/>
                  </a:cubicBezTo>
                  <a:cubicBezTo>
                    <a:pt x="224" y="954"/>
                    <a:pt x="224" y="954"/>
                    <a:pt x="224" y="954"/>
                  </a:cubicBezTo>
                  <a:cubicBezTo>
                    <a:pt x="224" y="954"/>
                    <a:pt x="219" y="957"/>
                    <a:pt x="213" y="957"/>
                  </a:cubicBezTo>
                  <a:cubicBezTo>
                    <a:pt x="211" y="957"/>
                    <a:pt x="208" y="957"/>
                    <a:pt x="206" y="955"/>
                  </a:cubicBezTo>
                  <a:cubicBezTo>
                    <a:pt x="198" y="948"/>
                    <a:pt x="193" y="936"/>
                    <a:pt x="193" y="936"/>
                  </a:cubicBezTo>
                  <a:cubicBezTo>
                    <a:pt x="193" y="936"/>
                    <a:pt x="193" y="945"/>
                    <a:pt x="196" y="951"/>
                  </a:cubicBezTo>
                  <a:cubicBezTo>
                    <a:pt x="199" y="957"/>
                    <a:pt x="205" y="970"/>
                    <a:pt x="208" y="975"/>
                  </a:cubicBezTo>
                  <a:cubicBezTo>
                    <a:pt x="211" y="979"/>
                    <a:pt x="216" y="986"/>
                    <a:pt x="215" y="991"/>
                  </a:cubicBezTo>
                  <a:cubicBezTo>
                    <a:pt x="214" y="994"/>
                    <a:pt x="210" y="997"/>
                    <a:pt x="206" y="997"/>
                  </a:cubicBezTo>
                  <a:cubicBezTo>
                    <a:pt x="204" y="997"/>
                    <a:pt x="202" y="996"/>
                    <a:pt x="201" y="995"/>
                  </a:cubicBezTo>
                  <a:cubicBezTo>
                    <a:pt x="201" y="995"/>
                    <a:pt x="203" y="1004"/>
                    <a:pt x="196" y="1009"/>
                  </a:cubicBezTo>
                  <a:cubicBezTo>
                    <a:pt x="195" y="1010"/>
                    <a:pt x="193" y="1010"/>
                    <a:pt x="192" y="1010"/>
                  </a:cubicBezTo>
                  <a:cubicBezTo>
                    <a:pt x="187" y="1010"/>
                    <a:pt x="184" y="1005"/>
                    <a:pt x="181" y="1002"/>
                  </a:cubicBezTo>
                  <a:cubicBezTo>
                    <a:pt x="177" y="999"/>
                    <a:pt x="168" y="992"/>
                    <a:pt x="168" y="992"/>
                  </a:cubicBezTo>
                  <a:cubicBezTo>
                    <a:pt x="168" y="992"/>
                    <a:pt x="167" y="992"/>
                    <a:pt x="167" y="992"/>
                  </a:cubicBezTo>
                  <a:cubicBezTo>
                    <a:pt x="165" y="992"/>
                    <a:pt x="162" y="992"/>
                    <a:pt x="159" y="989"/>
                  </a:cubicBezTo>
                  <a:cubicBezTo>
                    <a:pt x="155" y="986"/>
                    <a:pt x="148" y="977"/>
                    <a:pt x="148" y="977"/>
                  </a:cubicBezTo>
                  <a:cubicBezTo>
                    <a:pt x="148" y="977"/>
                    <a:pt x="149" y="983"/>
                    <a:pt x="144" y="985"/>
                  </a:cubicBezTo>
                  <a:cubicBezTo>
                    <a:pt x="143" y="985"/>
                    <a:pt x="143" y="985"/>
                    <a:pt x="143" y="985"/>
                  </a:cubicBezTo>
                  <a:moveTo>
                    <a:pt x="558" y="956"/>
                  </a:moveTo>
                  <a:cubicBezTo>
                    <a:pt x="552" y="956"/>
                    <a:pt x="547" y="952"/>
                    <a:pt x="547" y="952"/>
                  </a:cubicBezTo>
                  <a:cubicBezTo>
                    <a:pt x="550" y="934"/>
                    <a:pt x="550" y="934"/>
                    <a:pt x="550" y="934"/>
                  </a:cubicBezTo>
                  <a:cubicBezTo>
                    <a:pt x="550" y="926"/>
                    <a:pt x="552" y="899"/>
                    <a:pt x="553" y="890"/>
                  </a:cubicBezTo>
                  <a:cubicBezTo>
                    <a:pt x="554" y="880"/>
                    <a:pt x="555" y="868"/>
                    <a:pt x="559" y="862"/>
                  </a:cubicBezTo>
                  <a:cubicBezTo>
                    <a:pt x="562" y="856"/>
                    <a:pt x="576" y="817"/>
                    <a:pt x="576" y="817"/>
                  </a:cubicBezTo>
                  <a:cubicBezTo>
                    <a:pt x="588" y="812"/>
                    <a:pt x="601" y="811"/>
                    <a:pt x="614" y="811"/>
                  </a:cubicBezTo>
                  <a:cubicBezTo>
                    <a:pt x="644" y="811"/>
                    <a:pt x="673" y="820"/>
                    <a:pt x="673" y="820"/>
                  </a:cubicBezTo>
                  <a:cubicBezTo>
                    <a:pt x="673" y="820"/>
                    <a:pt x="675" y="879"/>
                    <a:pt x="675" y="886"/>
                  </a:cubicBezTo>
                  <a:cubicBezTo>
                    <a:pt x="675" y="894"/>
                    <a:pt x="672" y="902"/>
                    <a:pt x="670" y="907"/>
                  </a:cubicBezTo>
                  <a:cubicBezTo>
                    <a:pt x="668" y="912"/>
                    <a:pt x="660" y="939"/>
                    <a:pt x="657" y="947"/>
                  </a:cubicBezTo>
                  <a:cubicBezTo>
                    <a:pt x="655" y="956"/>
                    <a:pt x="647" y="966"/>
                    <a:pt x="643" y="971"/>
                  </a:cubicBezTo>
                  <a:cubicBezTo>
                    <a:pt x="638" y="976"/>
                    <a:pt x="633" y="984"/>
                    <a:pt x="628" y="984"/>
                  </a:cubicBezTo>
                  <a:cubicBezTo>
                    <a:pt x="628" y="984"/>
                    <a:pt x="627" y="984"/>
                    <a:pt x="627" y="984"/>
                  </a:cubicBezTo>
                  <a:cubicBezTo>
                    <a:pt x="622" y="982"/>
                    <a:pt x="623" y="976"/>
                    <a:pt x="623" y="976"/>
                  </a:cubicBezTo>
                  <a:cubicBezTo>
                    <a:pt x="623" y="976"/>
                    <a:pt x="615" y="985"/>
                    <a:pt x="612" y="988"/>
                  </a:cubicBezTo>
                  <a:cubicBezTo>
                    <a:pt x="609" y="991"/>
                    <a:pt x="606" y="991"/>
                    <a:pt x="604" y="991"/>
                  </a:cubicBezTo>
                  <a:cubicBezTo>
                    <a:pt x="604" y="991"/>
                    <a:pt x="603" y="991"/>
                    <a:pt x="603" y="991"/>
                  </a:cubicBezTo>
                  <a:cubicBezTo>
                    <a:pt x="603" y="991"/>
                    <a:pt x="594" y="998"/>
                    <a:pt x="590" y="1001"/>
                  </a:cubicBezTo>
                  <a:cubicBezTo>
                    <a:pt x="587" y="1003"/>
                    <a:pt x="584" y="1009"/>
                    <a:pt x="579" y="1009"/>
                  </a:cubicBezTo>
                  <a:cubicBezTo>
                    <a:pt x="578" y="1009"/>
                    <a:pt x="576" y="1009"/>
                    <a:pt x="575" y="1008"/>
                  </a:cubicBezTo>
                  <a:cubicBezTo>
                    <a:pt x="568" y="1003"/>
                    <a:pt x="570" y="994"/>
                    <a:pt x="570" y="994"/>
                  </a:cubicBezTo>
                  <a:cubicBezTo>
                    <a:pt x="568" y="995"/>
                    <a:pt x="566" y="996"/>
                    <a:pt x="565" y="996"/>
                  </a:cubicBezTo>
                  <a:cubicBezTo>
                    <a:pt x="560" y="996"/>
                    <a:pt x="557" y="992"/>
                    <a:pt x="556" y="990"/>
                  </a:cubicBezTo>
                  <a:cubicBezTo>
                    <a:pt x="555" y="985"/>
                    <a:pt x="560" y="978"/>
                    <a:pt x="563" y="973"/>
                  </a:cubicBezTo>
                  <a:cubicBezTo>
                    <a:pt x="565" y="969"/>
                    <a:pt x="572" y="956"/>
                    <a:pt x="575" y="950"/>
                  </a:cubicBezTo>
                  <a:cubicBezTo>
                    <a:pt x="578" y="943"/>
                    <a:pt x="578" y="934"/>
                    <a:pt x="578" y="934"/>
                  </a:cubicBezTo>
                  <a:cubicBezTo>
                    <a:pt x="578" y="934"/>
                    <a:pt x="573" y="947"/>
                    <a:pt x="565" y="954"/>
                  </a:cubicBezTo>
                  <a:cubicBezTo>
                    <a:pt x="563" y="956"/>
                    <a:pt x="560" y="956"/>
                    <a:pt x="558" y="956"/>
                  </a:cubicBezTo>
                  <a:moveTo>
                    <a:pt x="461" y="0"/>
                  </a:moveTo>
                  <a:cubicBezTo>
                    <a:pt x="431" y="16"/>
                    <a:pt x="401" y="21"/>
                    <a:pt x="376" y="21"/>
                  </a:cubicBezTo>
                  <a:cubicBezTo>
                    <a:pt x="334" y="21"/>
                    <a:pt x="305" y="7"/>
                    <a:pt x="305" y="7"/>
                  </a:cubicBezTo>
                  <a:cubicBezTo>
                    <a:pt x="255" y="38"/>
                    <a:pt x="165" y="59"/>
                    <a:pt x="132" y="81"/>
                  </a:cubicBezTo>
                  <a:cubicBezTo>
                    <a:pt x="99" y="103"/>
                    <a:pt x="84" y="104"/>
                    <a:pt x="70" y="143"/>
                  </a:cubicBezTo>
                  <a:cubicBezTo>
                    <a:pt x="56" y="181"/>
                    <a:pt x="33" y="348"/>
                    <a:pt x="30" y="403"/>
                  </a:cubicBezTo>
                  <a:cubicBezTo>
                    <a:pt x="28" y="458"/>
                    <a:pt x="11" y="493"/>
                    <a:pt x="19" y="557"/>
                  </a:cubicBezTo>
                  <a:cubicBezTo>
                    <a:pt x="28" y="620"/>
                    <a:pt x="22" y="722"/>
                    <a:pt x="19" y="802"/>
                  </a:cubicBezTo>
                  <a:cubicBezTo>
                    <a:pt x="18" y="850"/>
                    <a:pt x="42" y="860"/>
                    <a:pt x="61" y="860"/>
                  </a:cubicBezTo>
                  <a:cubicBezTo>
                    <a:pt x="73" y="860"/>
                    <a:pt x="82" y="856"/>
                    <a:pt x="82" y="856"/>
                  </a:cubicBezTo>
                  <a:cubicBezTo>
                    <a:pt x="82" y="856"/>
                    <a:pt x="69" y="997"/>
                    <a:pt x="69" y="1030"/>
                  </a:cubicBezTo>
                  <a:cubicBezTo>
                    <a:pt x="69" y="1063"/>
                    <a:pt x="52" y="1121"/>
                    <a:pt x="52" y="1187"/>
                  </a:cubicBezTo>
                  <a:cubicBezTo>
                    <a:pt x="52" y="1253"/>
                    <a:pt x="0" y="1769"/>
                    <a:pt x="0" y="1769"/>
                  </a:cubicBezTo>
                  <a:cubicBezTo>
                    <a:pt x="86" y="1796"/>
                    <a:pt x="197" y="1805"/>
                    <a:pt x="308" y="1805"/>
                  </a:cubicBezTo>
                  <a:cubicBezTo>
                    <a:pt x="526" y="1805"/>
                    <a:pt x="740" y="1770"/>
                    <a:pt x="740" y="1770"/>
                  </a:cubicBezTo>
                  <a:cubicBezTo>
                    <a:pt x="740" y="1770"/>
                    <a:pt x="732" y="1726"/>
                    <a:pt x="726" y="1657"/>
                  </a:cubicBezTo>
                  <a:cubicBezTo>
                    <a:pt x="721" y="1588"/>
                    <a:pt x="713" y="1525"/>
                    <a:pt x="713" y="1429"/>
                  </a:cubicBezTo>
                  <a:cubicBezTo>
                    <a:pt x="713" y="1333"/>
                    <a:pt x="702" y="1269"/>
                    <a:pt x="707" y="1148"/>
                  </a:cubicBezTo>
                  <a:cubicBezTo>
                    <a:pt x="713" y="1027"/>
                    <a:pt x="699" y="856"/>
                    <a:pt x="699" y="856"/>
                  </a:cubicBezTo>
                  <a:cubicBezTo>
                    <a:pt x="741" y="845"/>
                    <a:pt x="740" y="824"/>
                    <a:pt x="740" y="793"/>
                  </a:cubicBezTo>
                  <a:cubicBezTo>
                    <a:pt x="740" y="762"/>
                    <a:pt x="738" y="744"/>
                    <a:pt x="736" y="702"/>
                  </a:cubicBezTo>
                  <a:cubicBezTo>
                    <a:pt x="735" y="659"/>
                    <a:pt x="740" y="654"/>
                    <a:pt x="738" y="619"/>
                  </a:cubicBezTo>
                  <a:cubicBezTo>
                    <a:pt x="736" y="584"/>
                    <a:pt x="738" y="555"/>
                    <a:pt x="740" y="498"/>
                  </a:cubicBezTo>
                  <a:cubicBezTo>
                    <a:pt x="742" y="441"/>
                    <a:pt x="729" y="388"/>
                    <a:pt x="724" y="353"/>
                  </a:cubicBezTo>
                  <a:cubicBezTo>
                    <a:pt x="718" y="318"/>
                    <a:pt x="709" y="175"/>
                    <a:pt x="696" y="148"/>
                  </a:cubicBezTo>
                  <a:cubicBezTo>
                    <a:pt x="683" y="120"/>
                    <a:pt x="658" y="91"/>
                    <a:pt x="643" y="83"/>
                  </a:cubicBezTo>
                  <a:cubicBezTo>
                    <a:pt x="628" y="76"/>
                    <a:pt x="546" y="41"/>
                    <a:pt x="535" y="36"/>
                  </a:cubicBezTo>
                  <a:cubicBezTo>
                    <a:pt x="524" y="30"/>
                    <a:pt x="493" y="21"/>
                    <a:pt x="482" y="14"/>
                  </a:cubicBezTo>
                  <a:cubicBezTo>
                    <a:pt x="471" y="6"/>
                    <a:pt x="461" y="0"/>
                    <a:pt x="461" y="0"/>
                  </a:cubicBezTo>
                </a:path>
              </a:pathLst>
            </a:custGeom>
            <a:solidFill>
              <a:srgbClr val="6ABA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60463" name="Freeform 516">
              <a:extLst>
                <a:ext uri="{FF2B5EF4-FFF2-40B4-BE49-F238E27FC236}">
                  <a16:creationId xmlns:a16="http://schemas.microsoft.com/office/drawing/2014/main" id="{E79989C9-A376-4611-941C-0C8B5E889A4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131" y="346"/>
              <a:ext cx="1494" cy="3628"/>
            </a:xfrm>
            <a:custGeom>
              <a:avLst/>
              <a:gdLst>
                <a:gd name="T0" fmla="*/ 6008 w 744"/>
                <a:gd name="T1" fmla="*/ 4776 h 1808"/>
                <a:gd name="T2" fmla="*/ 5669 w 744"/>
                <a:gd name="T3" fmla="*/ 1204 h 1808"/>
                <a:gd name="T4" fmla="*/ 3928 w 744"/>
                <a:gd name="T5" fmla="*/ 112 h 1808"/>
                <a:gd name="T6" fmla="*/ 2500 w 744"/>
                <a:gd name="T7" fmla="*/ 64 h 1808"/>
                <a:gd name="T8" fmla="*/ 771 w 744"/>
                <a:gd name="T9" fmla="*/ 857 h 1808"/>
                <a:gd name="T10" fmla="*/ 153 w 744"/>
                <a:gd name="T11" fmla="*/ 6487 h 1808"/>
                <a:gd name="T12" fmla="*/ 616 w 744"/>
                <a:gd name="T13" fmla="*/ 7529 h 1808"/>
                <a:gd name="T14" fmla="*/ 16 w 744"/>
                <a:gd name="T15" fmla="*/ 14205 h 1808"/>
                <a:gd name="T16" fmla="*/ 6024 w 744"/>
                <a:gd name="T17" fmla="*/ 14319 h 1808"/>
                <a:gd name="T18" fmla="*/ 5693 w 744"/>
                <a:gd name="T19" fmla="*/ 6933 h 1808"/>
                <a:gd name="T20" fmla="*/ 6008 w 744"/>
                <a:gd name="T21" fmla="*/ 6423 h 1808"/>
                <a:gd name="T22" fmla="*/ 5661 w 744"/>
                <a:gd name="T23" fmla="*/ 6933 h 1808"/>
                <a:gd name="T24" fmla="*/ 5992 w 744"/>
                <a:gd name="T25" fmla="*/ 14319 h 1808"/>
                <a:gd name="T26" fmla="*/ 32 w 744"/>
                <a:gd name="T27" fmla="*/ 14311 h 1808"/>
                <a:gd name="T28" fmla="*/ 681 w 744"/>
                <a:gd name="T29" fmla="*/ 7120 h 1808"/>
                <a:gd name="T30" fmla="*/ 291 w 744"/>
                <a:gd name="T31" fmla="*/ 6869 h 1808"/>
                <a:gd name="T32" fmla="*/ 404 w 744"/>
                <a:gd name="T33" fmla="*/ 2175 h 1808"/>
                <a:gd name="T34" fmla="*/ 2484 w 744"/>
                <a:gd name="T35" fmla="*/ 72 h 1808"/>
                <a:gd name="T36" fmla="*/ 3904 w 744"/>
                <a:gd name="T37" fmla="*/ 136 h 1808"/>
                <a:gd name="T38" fmla="*/ 5637 w 744"/>
                <a:gd name="T39" fmla="*/ 1220 h 1808"/>
                <a:gd name="T40" fmla="*/ 5976 w 744"/>
                <a:gd name="T41" fmla="*/ 5017 h 1808"/>
                <a:gd name="T42" fmla="*/ 1588 w 744"/>
                <a:gd name="T43" fmla="*/ 7707 h 1808"/>
                <a:gd name="T44" fmla="*/ 1653 w 744"/>
                <a:gd name="T45" fmla="*/ 8041 h 1808"/>
                <a:gd name="T46" fmla="*/ 1572 w 744"/>
                <a:gd name="T47" fmla="*/ 8161 h 1808"/>
                <a:gd name="T48" fmla="*/ 1367 w 744"/>
                <a:gd name="T49" fmla="*/ 8017 h 1808"/>
                <a:gd name="T50" fmla="*/ 1263 w 744"/>
                <a:gd name="T51" fmla="*/ 7944 h 1808"/>
                <a:gd name="T52" fmla="*/ 1173 w 744"/>
                <a:gd name="T53" fmla="*/ 7960 h 1808"/>
                <a:gd name="T54" fmla="*/ 851 w 744"/>
                <a:gd name="T55" fmla="*/ 7352 h 1808"/>
                <a:gd name="T56" fmla="*/ 827 w 744"/>
                <a:gd name="T57" fmla="*/ 6664 h 1808"/>
                <a:gd name="T58" fmla="*/ 1717 w 744"/>
                <a:gd name="T59" fmla="*/ 6999 h 1808"/>
                <a:gd name="T60" fmla="*/ 1831 w 744"/>
                <a:gd name="T61" fmla="*/ 7724 h 1808"/>
                <a:gd name="T62" fmla="*/ 1596 w 744"/>
                <a:gd name="T63" fmla="*/ 7569 h 1808"/>
                <a:gd name="T64" fmla="*/ 1596 w 744"/>
                <a:gd name="T65" fmla="*/ 7587 h 1808"/>
                <a:gd name="T66" fmla="*/ 1741 w 744"/>
                <a:gd name="T67" fmla="*/ 7764 h 1808"/>
                <a:gd name="T68" fmla="*/ 1799 w 744"/>
                <a:gd name="T69" fmla="*/ 7208 h 1808"/>
                <a:gd name="T70" fmla="*/ 1596 w 744"/>
                <a:gd name="T71" fmla="*/ 6616 h 1808"/>
                <a:gd name="T72" fmla="*/ 867 w 744"/>
                <a:gd name="T73" fmla="*/ 7513 h 1808"/>
                <a:gd name="T74" fmla="*/ 1221 w 744"/>
                <a:gd name="T75" fmla="*/ 7952 h 1808"/>
                <a:gd name="T76" fmla="*/ 1367 w 744"/>
                <a:gd name="T77" fmla="*/ 8049 h 1808"/>
                <a:gd name="T78" fmla="*/ 1612 w 744"/>
                <a:gd name="T79" fmla="*/ 8177 h 1808"/>
                <a:gd name="T80" fmla="*/ 1741 w 744"/>
                <a:gd name="T81" fmla="*/ 8065 h 1808"/>
                <a:gd name="T82" fmla="*/ 5440 w 744"/>
                <a:gd name="T83" fmla="*/ 7344 h 1808"/>
                <a:gd name="T84" fmla="*/ 5100 w 744"/>
                <a:gd name="T85" fmla="*/ 7952 h 1808"/>
                <a:gd name="T86" fmla="*/ 5084 w 744"/>
                <a:gd name="T87" fmla="*/ 7852 h 1808"/>
                <a:gd name="T88" fmla="*/ 4900 w 744"/>
                <a:gd name="T89" fmla="*/ 8008 h 1808"/>
                <a:gd name="T90" fmla="*/ 4851 w 744"/>
                <a:gd name="T91" fmla="*/ 8041 h 1808"/>
                <a:gd name="T92" fmla="*/ 4649 w 744"/>
                <a:gd name="T93" fmla="*/ 8057 h 1808"/>
                <a:gd name="T94" fmla="*/ 4552 w 744"/>
                <a:gd name="T95" fmla="*/ 8033 h 1808"/>
                <a:gd name="T96" fmla="*/ 4689 w 744"/>
                <a:gd name="T97" fmla="*/ 7561 h 1808"/>
                <a:gd name="T98" fmla="*/ 4452 w 744"/>
                <a:gd name="T99" fmla="*/ 7699 h 1808"/>
                <a:gd name="T100" fmla="*/ 4508 w 744"/>
                <a:gd name="T101" fmla="*/ 7208 h 1808"/>
                <a:gd name="T102" fmla="*/ 4988 w 744"/>
                <a:gd name="T103" fmla="*/ 6584 h 1808"/>
                <a:gd name="T104" fmla="*/ 5456 w 744"/>
                <a:gd name="T105" fmla="*/ 6716 h 1808"/>
                <a:gd name="T106" fmla="*/ 5480 w 744"/>
                <a:gd name="T107" fmla="*/ 6624 h 1808"/>
                <a:gd name="T108" fmla="*/ 4584 w 744"/>
                <a:gd name="T109" fmla="*/ 6845 h 1808"/>
                <a:gd name="T110" fmla="*/ 4468 w 744"/>
                <a:gd name="T111" fmla="*/ 7561 h 1808"/>
                <a:gd name="T112" fmla="*/ 4713 w 744"/>
                <a:gd name="T113" fmla="*/ 7569 h 1808"/>
                <a:gd name="T114" fmla="*/ 4500 w 744"/>
                <a:gd name="T115" fmla="*/ 8000 h 1808"/>
                <a:gd name="T116" fmla="*/ 4617 w 744"/>
                <a:gd name="T117" fmla="*/ 8081 h 1808"/>
                <a:gd name="T118" fmla="*/ 4900 w 744"/>
                <a:gd name="T119" fmla="*/ 8025 h 1808"/>
                <a:gd name="T120" fmla="*/ 5044 w 744"/>
                <a:gd name="T121" fmla="*/ 7900 h 1808"/>
                <a:gd name="T122" fmla="*/ 5229 w 744"/>
                <a:gd name="T123" fmla="*/ 7876 h 1808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0" t="0" r="r" b="b"/>
              <a:pathLst>
                <a:path w="744" h="1808">
                  <a:moveTo>
                    <a:pt x="742" y="795"/>
                  </a:moveTo>
                  <a:cubicBezTo>
                    <a:pt x="744" y="795"/>
                    <a:pt x="744" y="795"/>
                    <a:pt x="744" y="795"/>
                  </a:cubicBezTo>
                  <a:cubicBezTo>
                    <a:pt x="744" y="764"/>
                    <a:pt x="742" y="746"/>
                    <a:pt x="740" y="703"/>
                  </a:cubicBezTo>
                  <a:cubicBezTo>
                    <a:pt x="740" y="697"/>
                    <a:pt x="740" y="692"/>
                    <a:pt x="740" y="687"/>
                  </a:cubicBezTo>
                  <a:cubicBezTo>
                    <a:pt x="740" y="664"/>
                    <a:pt x="743" y="654"/>
                    <a:pt x="743" y="635"/>
                  </a:cubicBezTo>
                  <a:cubicBezTo>
                    <a:pt x="743" y="631"/>
                    <a:pt x="743" y="626"/>
                    <a:pt x="742" y="621"/>
                  </a:cubicBezTo>
                  <a:cubicBezTo>
                    <a:pt x="742" y="611"/>
                    <a:pt x="742" y="601"/>
                    <a:pt x="742" y="591"/>
                  </a:cubicBezTo>
                  <a:cubicBezTo>
                    <a:pt x="742" y="567"/>
                    <a:pt x="743" y="540"/>
                    <a:pt x="744" y="500"/>
                  </a:cubicBezTo>
                  <a:cubicBezTo>
                    <a:pt x="744" y="496"/>
                    <a:pt x="744" y="493"/>
                    <a:pt x="744" y="489"/>
                  </a:cubicBezTo>
                  <a:cubicBezTo>
                    <a:pt x="744" y="436"/>
                    <a:pt x="733" y="387"/>
                    <a:pt x="728" y="355"/>
                  </a:cubicBezTo>
                  <a:cubicBezTo>
                    <a:pt x="725" y="338"/>
                    <a:pt x="721" y="293"/>
                    <a:pt x="717" y="249"/>
                  </a:cubicBezTo>
                  <a:cubicBezTo>
                    <a:pt x="714" y="228"/>
                    <a:pt x="712" y="206"/>
                    <a:pt x="709" y="188"/>
                  </a:cubicBezTo>
                  <a:cubicBezTo>
                    <a:pt x="708" y="179"/>
                    <a:pt x="706" y="171"/>
                    <a:pt x="705" y="165"/>
                  </a:cubicBezTo>
                  <a:cubicBezTo>
                    <a:pt x="703" y="158"/>
                    <a:pt x="702" y="153"/>
                    <a:pt x="700" y="149"/>
                  </a:cubicBezTo>
                  <a:cubicBezTo>
                    <a:pt x="693" y="135"/>
                    <a:pt x="684" y="121"/>
                    <a:pt x="674" y="109"/>
                  </a:cubicBezTo>
                  <a:cubicBezTo>
                    <a:pt x="664" y="97"/>
                    <a:pt x="654" y="88"/>
                    <a:pt x="646" y="84"/>
                  </a:cubicBezTo>
                  <a:cubicBezTo>
                    <a:pt x="638" y="80"/>
                    <a:pt x="614" y="69"/>
                    <a:pt x="590" y="59"/>
                  </a:cubicBezTo>
                  <a:cubicBezTo>
                    <a:pt x="578" y="54"/>
                    <a:pt x="566" y="49"/>
                    <a:pt x="557" y="45"/>
                  </a:cubicBezTo>
                  <a:cubicBezTo>
                    <a:pt x="547" y="41"/>
                    <a:pt x="540" y="37"/>
                    <a:pt x="538" y="36"/>
                  </a:cubicBezTo>
                  <a:cubicBezTo>
                    <a:pt x="532" y="33"/>
                    <a:pt x="521" y="29"/>
                    <a:pt x="511" y="26"/>
                  </a:cubicBezTo>
                  <a:cubicBezTo>
                    <a:pt x="500" y="22"/>
                    <a:pt x="490" y="18"/>
                    <a:pt x="485" y="14"/>
                  </a:cubicBezTo>
                  <a:cubicBezTo>
                    <a:pt x="474" y="7"/>
                    <a:pt x="464" y="1"/>
                    <a:pt x="464" y="1"/>
                  </a:cubicBezTo>
                  <a:cubicBezTo>
                    <a:pt x="463" y="0"/>
                    <a:pt x="463" y="0"/>
                    <a:pt x="463" y="0"/>
                  </a:cubicBezTo>
                  <a:cubicBezTo>
                    <a:pt x="462" y="1"/>
                    <a:pt x="462" y="1"/>
                    <a:pt x="462" y="1"/>
                  </a:cubicBezTo>
                  <a:cubicBezTo>
                    <a:pt x="432" y="16"/>
                    <a:pt x="403" y="21"/>
                    <a:pt x="378" y="21"/>
                  </a:cubicBezTo>
                  <a:cubicBezTo>
                    <a:pt x="358" y="21"/>
                    <a:pt x="340" y="18"/>
                    <a:pt x="327" y="14"/>
                  </a:cubicBezTo>
                  <a:cubicBezTo>
                    <a:pt x="321" y="13"/>
                    <a:pt x="316" y="11"/>
                    <a:pt x="313" y="10"/>
                  </a:cubicBezTo>
                  <a:cubicBezTo>
                    <a:pt x="311" y="9"/>
                    <a:pt x="310" y="8"/>
                    <a:pt x="309" y="8"/>
                  </a:cubicBezTo>
                  <a:cubicBezTo>
                    <a:pt x="309" y="8"/>
                    <a:pt x="308" y="8"/>
                    <a:pt x="308" y="8"/>
                  </a:cubicBezTo>
                  <a:cubicBezTo>
                    <a:pt x="308" y="7"/>
                    <a:pt x="308" y="7"/>
                    <a:pt x="308" y="7"/>
                  </a:cubicBezTo>
                  <a:cubicBezTo>
                    <a:pt x="307" y="7"/>
                    <a:pt x="307" y="7"/>
                    <a:pt x="307" y="7"/>
                  </a:cubicBezTo>
                  <a:cubicBezTo>
                    <a:pt x="306" y="7"/>
                    <a:pt x="306" y="7"/>
                    <a:pt x="306" y="7"/>
                  </a:cubicBezTo>
                  <a:cubicBezTo>
                    <a:pt x="281" y="23"/>
                    <a:pt x="246" y="36"/>
                    <a:pt x="213" y="47"/>
                  </a:cubicBezTo>
                  <a:cubicBezTo>
                    <a:pt x="181" y="59"/>
                    <a:pt x="150" y="70"/>
                    <a:pt x="133" y="81"/>
                  </a:cubicBezTo>
                  <a:cubicBezTo>
                    <a:pt x="117" y="92"/>
                    <a:pt x="105" y="98"/>
                    <a:pt x="95" y="106"/>
                  </a:cubicBezTo>
                  <a:cubicBezTo>
                    <a:pt x="85" y="114"/>
                    <a:pt x="77" y="124"/>
                    <a:pt x="70" y="144"/>
                  </a:cubicBezTo>
                  <a:cubicBezTo>
                    <a:pt x="67" y="154"/>
                    <a:pt x="63" y="171"/>
                    <a:pt x="59" y="193"/>
                  </a:cubicBezTo>
                  <a:cubicBezTo>
                    <a:pt x="46" y="259"/>
                    <a:pt x="32" y="363"/>
                    <a:pt x="30" y="405"/>
                  </a:cubicBezTo>
                  <a:cubicBezTo>
                    <a:pt x="28" y="448"/>
                    <a:pt x="17" y="480"/>
                    <a:pt x="17" y="524"/>
                  </a:cubicBezTo>
                  <a:cubicBezTo>
                    <a:pt x="17" y="535"/>
                    <a:pt x="18" y="546"/>
                    <a:pt x="19" y="559"/>
                  </a:cubicBezTo>
                  <a:cubicBezTo>
                    <a:pt x="23" y="584"/>
                    <a:pt x="24" y="614"/>
                    <a:pt x="24" y="647"/>
                  </a:cubicBezTo>
                  <a:cubicBezTo>
                    <a:pt x="24" y="698"/>
                    <a:pt x="21" y="755"/>
                    <a:pt x="19" y="803"/>
                  </a:cubicBezTo>
                  <a:cubicBezTo>
                    <a:pt x="19" y="805"/>
                    <a:pt x="19" y="807"/>
                    <a:pt x="19" y="808"/>
                  </a:cubicBezTo>
                  <a:cubicBezTo>
                    <a:pt x="19" y="831"/>
                    <a:pt x="25" y="845"/>
                    <a:pt x="34" y="853"/>
                  </a:cubicBezTo>
                  <a:cubicBezTo>
                    <a:pt x="42" y="862"/>
                    <a:pt x="53" y="864"/>
                    <a:pt x="63" y="864"/>
                  </a:cubicBezTo>
                  <a:cubicBezTo>
                    <a:pt x="75" y="864"/>
                    <a:pt x="85" y="860"/>
                    <a:pt x="85" y="860"/>
                  </a:cubicBezTo>
                  <a:cubicBezTo>
                    <a:pt x="84" y="858"/>
                    <a:pt x="84" y="858"/>
                    <a:pt x="84" y="858"/>
                  </a:cubicBezTo>
                  <a:cubicBezTo>
                    <a:pt x="83" y="858"/>
                    <a:pt x="83" y="858"/>
                    <a:pt x="83" y="858"/>
                  </a:cubicBezTo>
                  <a:cubicBezTo>
                    <a:pt x="83" y="858"/>
                    <a:pt x="79" y="893"/>
                    <a:pt x="76" y="932"/>
                  </a:cubicBezTo>
                  <a:cubicBezTo>
                    <a:pt x="72" y="972"/>
                    <a:pt x="69" y="1015"/>
                    <a:pt x="69" y="1032"/>
                  </a:cubicBezTo>
                  <a:cubicBezTo>
                    <a:pt x="69" y="1048"/>
                    <a:pt x="65" y="1071"/>
                    <a:pt x="61" y="1098"/>
                  </a:cubicBezTo>
                  <a:cubicBezTo>
                    <a:pt x="56" y="1124"/>
                    <a:pt x="52" y="1156"/>
                    <a:pt x="52" y="1189"/>
                  </a:cubicBezTo>
                  <a:cubicBezTo>
                    <a:pt x="52" y="1205"/>
                    <a:pt x="49" y="1250"/>
                    <a:pt x="44" y="1307"/>
                  </a:cubicBezTo>
                  <a:cubicBezTo>
                    <a:pt x="37" y="1394"/>
                    <a:pt x="26" y="1510"/>
                    <a:pt x="17" y="1604"/>
                  </a:cubicBezTo>
                  <a:cubicBezTo>
                    <a:pt x="12" y="1651"/>
                    <a:pt x="8" y="1693"/>
                    <a:pt x="5" y="1723"/>
                  </a:cubicBezTo>
                  <a:cubicBezTo>
                    <a:pt x="4" y="1737"/>
                    <a:pt x="2" y="1749"/>
                    <a:pt x="2" y="1758"/>
                  </a:cubicBezTo>
                  <a:cubicBezTo>
                    <a:pt x="1" y="1766"/>
                    <a:pt x="0" y="1771"/>
                    <a:pt x="0" y="1771"/>
                  </a:cubicBezTo>
                  <a:cubicBezTo>
                    <a:pt x="0" y="1772"/>
                    <a:pt x="0" y="1772"/>
                    <a:pt x="0" y="1772"/>
                  </a:cubicBezTo>
                  <a:cubicBezTo>
                    <a:pt x="2" y="1773"/>
                    <a:pt x="2" y="1773"/>
                    <a:pt x="2" y="1773"/>
                  </a:cubicBezTo>
                  <a:cubicBezTo>
                    <a:pt x="77" y="1799"/>
                    <a:pt x="186" y="1808"/>
                    <a:pt x="297" y="1808"/>
                  </a:cubicBezTo>
                  <a:cubicBezTo>
                    <a:pt x="515" y="1808"/>
                    <a:pt x="742" y="1774"/>
                    <a:pt x="742" y="1774"/>
                  </a:cubicBezTo>
                  <a:cubicBezTo>
                    <a:pt x="744" y="1774"/>
                    <a:pt x="744" y="1774"/>
                    <a:pt x="744" y="1774"/>
                  </a:cubicBezTo>
                  <a:cubicBezTo>
                    <a:pt x="744" y="1772"/>
                    <a:pt x="744" y="1772"/>
                    <a:pt x="744" y="1772"/>
                  </a:cubicBezTo>
                  <a:cubicBezTo>
                    <a:pt x="744" y="1772"/>
                    <a:pt x="744" y="1769"/>
                    <a:pt x="743" y="1764"/>
                  </a:cubicBezTo>
                  <a:cubicBezTo>
                    <a:pt x="740" y="1748"/>
                    <a:pt x="734" y="1711"/>
                    <a:pt x="730" y="1659"/>
                  </a:cubicBezTo>
                  <a:cubicBezTo>
                    <a:pt x="725" y="1590"/>
                    <a:pt x="717" y="1527"/>
                    <a:pt x="717" y="1431"/>
                  </a:cubicBezTo>
                  <a:cubicBezTo>
                    <a:pt x="717" y="1354"/>
                    <a:pt x="710" y="1298"/>
                    <a:pt x="710" y="1217"/>
                  </a:cubicBezTo>
                  <a:cubicBezTo>
                    <a:pt x="710" y="1196"/>
                    <a:pt x="710" y="1174"/>
                    <a:pt x="711" y="1150"/>
                  </a:cubicBezTo>
                  <a:cubicBezTo>
                    <a:pt x="712" y="1130"/>
                    <a:pt x="712" y="1108"/>
                    <a:pt x="712" y="1085"/>
                  </a:cubicBezTo>
                  <a:cubicBezTo>
                    <a:pt x="712" y="976"/>
                    <a:pt x="703" y="858"/>
                    <a:pt x="703" y="858"/>
                  </a:cubicBezTo>
                  <a:cubicBezTo>
                    <a:pt x="701" y="858"/>
                    <a:pt x="701" y="858"/>
                    <a:pt x="701" y="858"/>
                  </a:cubicBezTo>
                  <a:cubicBezTo>
                    <a:pt x="702" y="860"/>
                    <a:pt x="702" y="860"/>
                    <a:pt x="702" y="860"/>
                  </a:cubicBezTo>
                  <a:cubicBezTo>
                    <a:pt x="712" y="857"/>
                    <a:pt x="720" y="854"/>
                    <a:pt x="725" y="850"/>
                  </a:cubicBezTo>
                  <a:cubicBezTo>
                    <a:pt x="734" y="845"/>
                    <a:pt x="739" y="837"/>
                    <a:pt x="742" y="829"/>
                  </a:cubicBezTo>
                  <a:cubicBezTo>
                    <a:pt x="744" y="820"/>
                    <a:pt x="744" y="811"/>
                    <a:pt x="744" y="800"/>
                  </a:cubicBezTo>
                  <a:cubicBezTo>
                    <a:pt x="744" y="799"/>
                    <a:pt x="744" y="797"/>
                    <a:pt x="744" y="795"/>
                  </a:cubicBezTo>
                  <a:cubicBezTo>
                    <a:pt x="742" y="795"/>
                    <a:pt x="742" y="795"/>
                    <a:pt x="742" y="795"/>
                  </a:cubicBezTo>
                  <a:cubicBezTo>
                    <a:pt x="740" y="795"/>
                    <a:pt x="740" y="795"/>
                    <a:pt x="740" y="795"/>
                  </a:cubicBezTo>
                  <a:cubicBezTo>
                    <a:pt x="740" y="797"/>
                    <a:pt x="740" y="799"/>
                    <a:pt x="740" y="800"/>
                  </a:cubicBezTo>
                  <a:cubicBezTo>
                    <a:pt x="740" y="814"/>
                    <a:pt x="740" y="826"/>
                    <a:pt x="735" y="835"/>
                  </a:cubicBezTo>
                  <a:cubicBezTo>
                    <a:pt x="732" y="839"/>
                    <a:pt x="729" y="843"/>
                    <a:pt x="723" y="847"/>
                  </a:cubicBezTo>
                  <a:cubicBezTo>
                    <a:pt x="718" y="850"/>
                    <a:pt x="710" y="854"/>
                    <a:pt x="701" y="856"/>
                  </a:cubicBezTo>
                  <a:cubicBezTo>
                    <a:pt x="699" y="857"/>
                    <a:pt x="699" y="857"/>
                    <a:pt x="699" y="857"/>
                  </a:cubicBezTo>
                  <a:cubicBezTo>
                    <a:pt x="699" y="858"/>
                    <a:pt x="699" y="858"/>
                    <a:pt x="699" y="858"/>
                  </a:cubicBezTo>
                  <a:cubicBezTo>
                    <a:pt x="699" y="858"/>
                    <a:pt x="699" y="860"/>
                    <a:pt x="700" y="863"/>
                  </a:cubicBezTo>
                  <a:cubicBezTo>
                    <a:pt x="701" y="888"/>
                    <a:pt x="708" y="990"/>
                    <a:pt x="708" y="1085"/>
                  </a:cubicBezTo>
                  <a:cubicBezTo>
                    <a:pt x="708" y="1108"/>
                    <a:pt x="708" y="1130"/>
                    <a:pt x="707" y="1150"/>
                  </a:cubicBezTo>
                  <a:cubicBezTo>
                    <a:pt x="706" y="1174"/>
                    <a:pt x="706" y="1196"/>
                    <a:pt x="706" y="1217"/>
                  </a:cubicBezTo>
                  <a:cubicBezTo>
                    <a:pt x="706" y="1298"/>
                    <a:pt x="713" y="1354"/>
                    <a:pt x="713" y="1431"/>
                  </a:cubicBezTo>
                  <a:cubicBezTo>
                    <a:pt x="713" y="1527"/>
                    <a:pt x="721" y="1591"/>
                    <a:pt x="726" y="1659"/>
                  </a:cubicBezTo>
                  <a:cubicBezTo>
                    <a:pt x="732" y="1728"/>
                    <a:pt x="740" y="1772"/>
                    <a:pt x="740" y="1772"/>
                  </a:cubicBezTo>
                  <a:cubicBezTo>
                    <a:pt x="742" y="1772"/>
                    <a:pt x="742" y="1772"/>
                    <a:pt x="742" y="1772"/>
                  </a:cubicBezTo>
                  <a:cubicBezTo>
                    <a:pt x="742" y="1770"/>
                    <a:pt x="742" y="1770"/>
                    <a:pt x="742" y="1770"/>
                  </a:cubicBezTo>
                  <a:cubicBezTo>
                    <a:pt x="742" y="1770"/>
                    <a:pt x="738" y="1771"/>
                    <a:pt x="732" y="1771"/>
                  </a:cubicBezTo>
                  <a:cubicBezTo>
                    <a:pt x="685" y="1778"/>
                    <a:pt x="488" y="1804"/>
                    <a:pt x="297" y="1804"/>
                  </a:cubicBezTo>
                  <a:cubicBezTo>
                    <a:pt x="186" y="1804"/>
                    <a:pt x="78" y="1795"/>
                    <a:pt x="3" y="1769"/>
                  </a:cubicBezTo>
                  <a:cubicBezTo>
                    <a:pt x="2" y="1771"/>
                    <a:pt x="2" y="1771"/>
                    <a:pt x="2" y="1771"/>
                  </a:cubicBezTo>
                  <a:cubicBezTo>
                    <a:pt x="4" y="1771"/>
                    <a:pt x="4" y="1771"/>
                    <a:pt x="4" y="1771"/>
                  </a:cubicBezTo>
                  <a:cubicBezTo>
                    <a:pt x="4" y="1771"/>
                    <a:pt x="17" y="1642"/>
                    <a:pt x="30" y="1505"/>
                  </a:cubicBezTo>
                  <a:cubicBezTo>
                    <a:pt x="37" y="1436"/>
                    <a:pt x="43" y="1365"/>
                    <a:pt x="48" y="1308"/>
                  </a:cubicBezTo>
                  <a:cubicBezTo>
                    <a:pt x="53" y="1250"/>
                    <a:pt x="56" y="1205"/>
                    <a:pt x="56" y="1189"/>
                  </a:cubicBezTo>
                  <a:cubicBezTo>
                    <a:pt x="56" y="1156"/>
                    <a:pt x="60" y="1125"/>
                    <a:pt x="65" y="1098"/>
                  </a:cubicBezTo>
                  <a:cubicBezTo>
                    <a:pt x="69" y="1071"/>
                    <a:pt x="73" y="1049"/>
                    <a:pt x="73" y="1032"/>
                  </a:cubicBezTo>
                  <a:cubicBezTo>
                    <a:pt x="73" y="1016"/>
                    <a:pt x="76" y="972"/>
                    <a:pt x="80" y="933"/>
                  </a:cubicBezTo>
                  <a:cubicBezTo>
                    <a:pt x="81" y="913"/>
                    <a:pt x="83" y="894"/>
                    <a:pt x="84" y="881"/>
                  </a:cubicBezTo>
                  <a:cubicBezTo>
                    <a:pt x="85" y="874"/>
                    <a:pt x="86" y="868"/>
                    <a:pt x="86" y="864"/>
                  </a:cubicBezTo>
                  <a:cubicBezTo>
                    <a:pt x="86" y="860"/>
                    <a:pt x="86" y="858"/>
                    <a:pt x="86" y="858"/>
                  </a:cubicBezTo>
                  <a:cubicBezTo>
                    <a:pt x="87" y="855"/>
                    <a:pt x="87" y="855"/>
                    <a:pt x="87" y="855"/>
                  </a:cubicBezTo>
                  <a:cubicBezTo>
                    <a:pt x="84" y="856"/>
                    <a:pt x="84" y="856"/>
                    <a:pt x="84" y="856"/>
                  </a:cubicBezTo>
                  <a:cubicBezTo>
                    <a:pt x="83" y="856"/>
                    <a:pt x="83" y="856"/>
                    <a:pt x="83" y="856"/>
                  </a:cubicBezTo>
                  <a:cubicBezTo>
                    <a:pt x="81" y="857"/>
                    <a:pt x="73" y="860"/>
                    <a:pt x="63" y="860"/>
                  </a:cubicBezTo>
                  <a:cubicBezTo>
                    <a:pt x="54" y="860"/>
                    <a:pt x="44" y="858"/>
                    <a:pt x="36" y="850"/>
                  </a:cubicBezTo>
                  <a:cubicBezTo>
                    <a:pt x="29" y="843"/>
                    <a:pt x="23" y="830"/>
                    <a:pt x="23" y="808"/>
                  </a:cubicBezTo>
                  <a:cubicBezTo>
                    <a:pt x="23" y="807"/>
                    <a:pt x="23" y="805"/>
                    <a:pt x="23" y="804"/>
                  </a:cubicBezTo>
                  <a:cubicBezTo>
                    <a:pt x="25" y="755"/>
                    <a:pt x="28" y="699"/>
                    <a:pt x="28" y="647"/>
                  </a:cubicBezTo>
                  <a:cubicBezTo>
                    <a:pt x="28" y="614"/>
                    <a:pt x="27" y="583"/>
                    <a:pt x="23" y="558"/>
                  </a:cubicBezTo>
                  <a:cubicBezTo>
                    <a:pt x="22" y="546"/>
                    <a:pt x="21" y="535"/>
                    <a:pt x="21" y="524"/>
                  </a:cubicBezTo>
                  <a:cubicBezTo>
                    <a:pt x="21" y="481"/>
                    <a:pt x="32" y="449"/>
                    <a:pt x="34" y="405"/>
                  </a:cubicBezTo>
                  <a:cubicBezTo>
                    <a:pt x="36" y="377"/>
                    <a:pt x="42" y="322"/>
                    <a:pt x="50" y="269"/>
                  </a:cubicBezTo>
                  <a:cubicBezTo>
                    <a:pt x="54" y="242"/>
                    <a:pt x="58" y="216"/>
                    <a:pt x="63" y="194"/>
                  </a:cubicBezTo>
                  <a:cubicBezTo>
                    <a:pt x="67" y="172"/>
                    <a:pt x="71" y="155"/>
                    <a:pt x="74" y="145"/>
                  </a:cubicBezTo>
                  <a:cubicBezTo>
                    <a:pt x="81" y="126"/>
                    <a:pt x="88" y="117"/>
                    <a:pt x="97" y="109"/>
                  </a:cubicBezTo>
                  <a:cubicBezTo>
                    <a:pt x="107" y="101"/>
                    <a:pt x="119" y="95"/>
                    <a:pt x="135" y="84"/>
                  </a:cubicBezTo>
                  <a:cubicBezTo>
                    <a:pt x="151" y="74"/>
                    <a:pt x="182" y="63"/>
                    <a:pt x="215" y="51"/>
                  </a:cubicBezTo>
                  <a:cubicBezTo>
                    <a:pt x="248" y="39"/>
                    <a:pt x="283" y="27"/>
                    <a:pt x="308" y="11"/>
                  </a:cubicBezTo>
                  <a:cubicBezTo>
                    <a:pt x="307" y="9"/>
                    <a:pt x="307" y="9"/>
                    <a:pt x="307" y="9"/>
                  </a:cubicBezTo>
                  <a:cubicBezTo>
                    <a:pt x="306" y="11"/>
                    <a:pt x="306" y="11"/>
                    <a:pt x="306" y="11"/>
                  </a:cubicBezTo>
                  <a:cubicBezTo>
                    <a:pt x="306" y="11"/>
                    <a:pt x="336" y="25"/>
                    <a:pt x="378" y="25"/>
                  </a:cubicBezTo>
                  <a:cubicBezTo>
                    <a:pt x="404" y="25"/>
                    <a:pt x="433" y="20"/>
                    <a:pt x="464" y="4"/>
                  </a:cubicBezTo>
                  <a:cubicBezTo>
                    <a:pt x="463" y="2"/>
                    <a:pt x="463" y="2"/>
                    <a:pt x="463" y="2"/>
                  </a:cubicBezTo>
                  <a:cubicBezTo>
                    <a:pt x="462" y="4"/>
                    <a:pt x="462" y="4"/>
                    <a:pt x="462" y="4"/>
                  </a:cubicBezTo>
                  <a:cubicBezTo>
                    <a:pt x="462" y="4"/>
                    <a:pt x="464" y="6"/>
                    <a:pt x="468" y="8"/>
                  </a:cubicBezTo>
                  <a:cubicBezTo>
                    <a:pt x="472" y="10"/>
                    <a:pt x="477" y="14"/>
                    <a:pt x="482" y="17"/>
                  </a:cubicBezTo>
                  <a:cubicBezTo>
                    <a:pt x="488" y="21"/>
                    <a:pt x="499" y="25"/>
                    <a:pt x="509" y="29"/>
                  </a:cubicBezTo>
                  <a:cubicBezTo>
                    <a:pt x="520" y="33"/>
                    <a:pt x="531" y="37"/>
                    <a:pt x="536" y="40"/>
                  </a:cubicBezTo>
                  <a:cubicBezTo>
                    <a:pt x="539" y="41"/>
                    <a:pt x="546" y="44"/>
                    <a:pt x="555" y="48"/>
                  </a:cubicBezTo>
                  <a:cubicBezTo>
                    <a:pt x="570" y="55"/>
                    <a:pt x="589" y="63"/>
                    <a:pt x="606" y="70"/>
                  </a:cubicBezTo>
                  <a:cubicBezTo>
                    <a:pt x="624" y="78"/>
                    <a:pt x="639" y="85"/>
                    <a:pt x="644" y="87"/>
                  </a:cubicBezTo>
                  <a:cubicBezTo>
                    <a:pt x="651" y="91"/>
                    <a:pt x="661" y="100"/>
                    <a:pt x="671" y="111"/>
                  </a:cubicBezTo>
                  <a:cubicBezTo>
                    <a:pt x="680" y="123"/>
                    <a:pt x="690" y="137"/>
                    <a:pt x="696" y="151"/>
                  </a:cubicBezTo>
                  <a:cubicBezTo>
                    <a:pt x="698" y="154"/>
                    <a:pt x="699" y="159"/>
                    <a:pt x="701" y="165"/>
                  </a:cubicBezTo>
                  <a:cubicBezTo>
                    <a:pt x="706" y="188"/>
                    <a:pt x="710" y="228"/>
                    <a:pt x="714" y="266"/>
                  </a:cubicBezTo>
                  <a:cubicBezTo>
                    <a:pt x="718" y="304"/>
                    <a:pt x="721" y="340"/>
                    <a:pt x="724" y="355"/>
                  </a:cubicBezTo>
                  <a:cubicBezTo>
                    <a:pt x="729" y="388"/>
                    <a:pt x="740" y="437"/>
                    <a:pt x="740" y="489"/>
                  </a:cubicBezTo>
                  <a:cubicBezTo>
                    <a:pt x="740" y="493"/>
                    <a:pt x="740" y="496"/>
                    <a:pt x="740" y="500"/>
                  </a:cubicBezTo>
                  <a:cubicBezTo>
                    <a:pt x="739" y="540"/>
                    <a:pt x="738" y="567"/>
                    <a:pt x="738" y="591"/>
                  </a:cubicBezTo>
                  <a:cubicBezTo>
                    <a:pt x="738" y="601"/>
                    <a:pt x="738" y="611"/>
                    <a:pt x="738" y="621"/>
                  </a:cubicBezTo>
                  <a:cubicBezTo>
                    <a:pt x="739" y="626"/>
                    <a:pt x="739" y="631"/>
                    <a:pt x="739" y="635"/>
                  </a:cubicBezTo>
                  <a:cubicBezTo>
                    <a:pt x="739" y="654"/>
                    <a:pt x="736" y="664"/>
                    <a:pt x="736" y="687"/>
                  </a:cubicBezTo>
                  <a:cubicBezTo>
                    <a:pt x="736" y="692"/>
                    <a:pt x="736" y="697"/>
                    <a:pt x="736" y="704"/>
                  </a:cubicBezTo>
                  <a:cubicBezTo>
                    <a:pt x="738" y="746"/>
                    <a:pt x="740" y="764"/>
                    <a:pt x="740" y="795"/>
                  </a:cubicBezTo>
                  <a:lnTo>
                    <a:pt x="742" y="795"/>
                  </a:lnTo>
                  <a:close/>
                  <a:moveTo>
                    <a:pt x="198" y="953"/>
                  </a:moveTo>
                  <a:cubicBezTo>
                    <a:pt x="196" y="954"/>
                    <a:pt x="196" y="954"/>
                    <a:pt x="196" y="954"/>
                  </a:cubicBezTo>
                  <a:cubicBezTo>
                    <a:pt x="199" y="960"/>
                    <a:pt x="206" y="973"/>
                    <a:pt x="209" y="978"/>
                  </a:cubicBezTo>
                  <a:cubicBezTo>
                    <a:pt x="210" y="980"/>
                    <a:pt x="212" y="982"/>
                    <a:pt x="213" y="985"/>
                  </a:cubicBezTo>
                  <a:cubicBezTo>
                    <a:pt x="214" y="987"/>
                    <a:pt x="215" y="990"/>
                    <a:pt x="215" y="991"/>
                  </a:cubicBezTo>
                  <a:cubicBezTo>
                    <a:pt x="215" y="991"/>
                    <a:pt x="215" y="992"/>
                    <a:pt x="215" y="992"/>
                  </a:cubicBezTo>
                  <a:cubicBezTo>
                    <a:pt x="215" y="993"/>
                    <a:pt x="214" y="994"/>
                    <a:pt x="212" y="995"/>
                  </a:cubicBezTo>
                  <a:cubicBezTo>
                    <a:pt x="211" y="996"/>
                    <a:pt x="210" y="997"/>
                    <a:pt x="208" y="997"/>
                  </a:cubicBezTo>
                  <a:cubicBezTo>
                    <a:pt x="207" y="997"/>
                    <a:pt x="205" y="996"/>
                    <a:pt x="204" y="995"/>
                  </a:cubicBezTo>
                  <a:cubicBezTo>
                    <a:pt x="199" y="992"/>
                    <a:pt x="199" y="992"/>
                    <a:pt x="199" y="992"/>
                  </a:cubicBezTo>
                  <a:cubicBezTo>
                    <a:pt x="201" y="997"/>
                    <a:pt x="201" y="997"/>
                    <a:pt x="201" y="997"/>
                  </a:cubicBezTo>
                  <a:cubicBezTo>
                    <a:pt x="201" y="997"/>
                    <a:pt x="201" y="997"/>
                    <a:pt x="201" y="997"/>
                  </a:cubicBezTo>
                  <a:cubicBezTo>
                    <a:pt x="201" y="998"/>
                    <a:pt x="201" y="999"/>
                    <a:pt x="201" y="1001"/>
                  </a:cubicBezTo>
                  <a:cubicBezTo>
                    <a:pt x="201" y="1002"/>
                    <a:pt x="201" y="1004"/>
                    <a:pt x="200" y="1005"/>
                  </a:cubicBezTo>
                  <a:cubicBezTo>
                    <a:pt x="200" y="1007"/>
                    <a:pt x="199" y="1008"/>
                    <a:pt x="197" y="1009"/>
                  </a:cubicBezTo>
                  <a:cubicBezTo>
                    <a:pt x="196" y="1010"/>
                    <a:pt x="195" y="1010"/>
                    <a:pt x="194" y="1010"/>
                  </a:cubicBezTo>
                  <a:cubicBezTo>
                    <a:pt x="192" y="1010"/>
                    <a:pt x="191" y="1009"/>
                    <a:pt x="189" y="1007"/>
                  </a:cubicBezTo>
                  <a:cubicBezTo>
                    <a:pt x="187" y="1006"/>
                    <a:pt x="186" y="1004"/>
                    <a:pt x="184" y="1003"/>
                  </a:cubicBezTo>
                  <a:cubicBezTo>
                    <a:pt x="182" y="1001"/>
                    <a:pt x="179" y="999"/>
                    <a:pt x="176" y="997"/>
                  </a:cubicBezTo>
                  <a:cubicBezTo>
                    <a:pt x="173" y="994"/>
                    <a:pt x="171" y="993"/>
                    <a:pt x="171" y="993"/>
                  </a:cubicBezTo>
                  <a:cubicBezTo>
                    <a:pt x="170" y="992"/>
                    <a:pt x="170" y="992"/>
                    <a:pt x="170" y="992"/>
                  </a:cubicBezTo>
                  <a:cubicBezTo>
                    <a:pt x="169" y="992"/>
                    <a:pt x="169" y="992"/>
                    <a:pt x="169" y="992"/>
                  </a:cubicBezTo>
                  <a:cubicBezTo>
                    <a:pt x="169" y="992"/>
                    <a:pt x="169" y="992"/>
                    <a:pt x="169" y="992"/>
                  </a:cubicBezTo>
                  <a:cubicBezTo>
                    <a:pt x="169" y="992"/>
                    <a:pt x="169" y="992"/>
                    <a:pt x="169" y="992"/>
                  </a:cubicBezTo>
                  <a:cubicBezTo>
                    <a:pt x="169" y="992"/>
                    <a:pt x="169" y="992"/>
                    <a:pt x="169" y="992"/>
                  </a:cubicBezTo>
                  <a:cubicBezTo>
                    <a:pt x="169" y="992"/>
                    <a:pt x="169" y="992"/>
                    <a:pt x="169" y="992"/>
                  </a:cubicBezTo>
                  <a:cubicBezTo>
                    <a:pt x="169" y="992"/>
                    <a:pt x="169" y="992"/>
                    <a:pt x="169" y="992"/>
                  </a:cubicBezTo>
                  <a:cubicBezTo>
                    <a:pt x="169" y="992"/>
                    <a:pt x="169" y="992"/>
                    <a:pt x="169" y="992"/>
                  </a:cubicBezTo>
                  <a:cubicBezTo>
                    <a:pt x="168" y="992"/>
                    <a:pt x="165" y="992"/>
                    <a:pt x="163" y="990"/>
                  </a:cubicBezTo>
                  <a:cubicBezTo>
                    <a:pt x="161" y="988"/>
                    <a:pt x="158" y="985"/>
                    <a:pt x="156" y="983"/>
                  </a:cubicBezTo>
                  <a:cubicBezTo>
                    <a:pt x="153" y="980"/>
                    <a:pt x="152" y="978"/>
                    <a:pt x="152" y="978"/>
                  </a:cubicBezTo>
                  <a:cubicBezTo>
                    <a:pt x="147" y="973"/>
                    <a:pt x="147" y="973"/>
                    <a:pt x="147" y="973"/>
                  </a:cubicBezTo>
                  <a:cubicBezTo>
                    <a:pt x="148" y="979"/>
                    <a:pt x="148" y="979"/>
                    <a:pt x="148" y="979"/>
                  </a:cubicBezTo>
                  <a:cubicBezTo>
                    <a:pt x="148" y="979"/>
                    <a:pt x="148" y="979"/>
                    <a:pt x="148" y="979"/>
                  </a:cubicBezTo>
                  <a:cubicBezTo>
                    <a:pt x="148" y="980"/>
                    <a:pt x="148" y="980"/>
                    <a:pt x="148" y="980"/>
                  </a:cubicBezTo>
                  <a:cubicBezTo>
                    <a:pt x="148" y="980"/>
                    <a:pt x="148" y="982"/>
                    <a:pt x="148" y="983"/>
                  </a:cubicBezTo>
                  <a:cubicBezTo>
                    <a:pt x="147" y="984"/>
                    <a:pt x="146" y="984"/>
                    <a:pt x="145" y="985"/>
                  </a:cubicBezTo>
                  <a:cubicBezTo>
                    <a:pt x="145" y="985"/>
                    <a:pt x="145" y="985"/>
                    <a:pt x="145" y="985"/>
                  </a:cubicBezTo>
                  <a:cubicBezTo>
                    <a:pt x="144" y="985"/>
                    <a:pt x="143" y="985"/>
                    <a:pt x="142" y="984"/>
                  </a:cubicBezTo>
                  <a:cubicBezTo>
                    <a:pt x="141" y="983"/>
                    <a:pt x="139" y="981"/>
                    <a:pt x="137" y="979"/>
                  </a:cubicBezTo>
                  <a:cubicBezTo>
                    <a:pt x="135" y="977"/>
                    <a:pt x="134" y="975"/>
                    <a:pt x="132" y="973"/>
                  </a:cubicBezTo>
                  <a:cubicBezTo>
                    <a:pt x="127" y="968"/>
                    <a:pt x="120" y="958"/>
                    <a:pt x="117" y="950"/>
                  </a:cubicBezTo>
                  <a:cubicBezTo>
                    <a:pt x="116" y="945"/>
                    <a:pt x="113" y="937"/>
                    <a:pt x="111" y="928"/>
                  </a:cubicBezTo>
                  <a:cubicBezTo>
                    <a:pt x="108" y="920"/>
                    <a:pt x="106" y="912"/>
                    <a:pt x="105" y="910"/>
                  </a:cubicBezTo>
                  <a:cubicBezTo>
                    <a:pt x="103" y="904"/>
                    <a:pt x="99" y="897"/>
                    <a:pt x="99" y="889"/>
                  </a:cubicBezTo>
                  <a:cubicBezTo>
                    <a:pt x="99" y="886"/>
                    <a:pt x="100" y="869"/>
                    <a:pt x="101" y="853"/>
                  </a:cubicBezTo>
                  <a:cubicBezTo>
                    <a:pt x="101" y="846"/>
                    <a:pt x="101" y="838"/>
                    <a:pt x="101" y="832"/>
                  </a:cubicBezTo>
                  <a:cubicBezTo>
                    <a:pt x="102" y="827"/>
                    <a:pt x="102" y="823"/>
                    <a:pt x="102" y="823"/>
                  </a:cubicBezTo>
                  <a:cubicBezTo>
                    <a:pt x="100" y="823"/>
                    <a:pt x="100" y="823"/>
                    <a:pt x="100" y="823"/>
                  </a:cubicBezTo>
                  <a:cubicBezTo>
                    <a:pt x="100" y="825"/>
                    <a:pt x="100" y="825"/>
                    <a:pt x="100" y="825"/>
                  </a:cubicBezTo>
                  <a:cubicBezTo>
                    <a:pt x="100" y="825"/>
                    <a:pt x="101" y="825"/>
                    <a:pt x="102" y="825"/>
                  </a:cubicBezTo>
                  <a:cubicBezTo>
                    <a:pt x="107" y="823"/>
                    <a:pt x="133" y="816"/>
                    <a:pt x="159" y="816"/>
                  </a:cubicBezTo>
                  <a:cubicBezTo>
                    <a:pt x="172" y="816"/>
                    <a:pt x="185" y="817"/>
                    <a:pt x="196" y="822"/>
                  </a:cubicBezTo>
                  <a:cubicBezTo>
                    <a:pt x="196" y="820"/>
                    <a:pt x="196" y="820"/>
                    <a:pt x="196" y="820"/>
                  </a:cubicBezTo>
                  <a:cubicBezTo>
                    <a:pt x="195" y="821"/>
                    <a:pt x="195" y="821"/>
                    <a:pt x="195" y="821"/>
                  </a:cubicBezTo>
                  <a:cubicBezTo>
                    <a:pt x="195" y="821"/>
                    <a:pt x="198" y="831"/>
                    <a:pt x="202" y="841"/>
                  </a:cubicBezTo>
                  <a:cubicBezTo>
                    <a:pt x="204" y="847"/>
                    <a:pt x="206" y="852"/>
                    <a:pt x="208" y="856"/>
                  </a:cubicBezTo>
                  <a:cubicBezTo>
                    <a:pt x="210" y="861"/>
                    <a:pt x="211" y="865"/>
                    <a:pt x="212" y="866"/>
                  </a:cubicBezTo>
                  <a:cubicBezTo>
                    <a:pt x="214" y="869"/>
                    <a:pt x="215" y="873"/>
                    <a:pt x="216" y="878"/>
                  </a:cubicBezTo>
                  <a:cubicBezTo>
                    <a:pt x="217" y="883"/>
                    <a:pt x="217" y="888"/>
                    <a:pt x="218" y="893"/>
                  </a:cubicBezTo>
                  <a:cubicBezTo>
                    <a:pt x="218" y="898"/>
                    <a:pt x="219" y="907"/>
                    <a:pt x="220" y="916"/>
                  </a:cubicBezTo>
                  <a:cubicBezTo>
                    <a:pt x="221" y="925"/>
                    <a:pt x="221" y="933"/>
                    <a:pt x="221" y="937"/>
                  </a:cubicBezTo>
                  <a:cubicBezTo>
                    <a:pt x="221" y="937"/>
                    <a:pt x="221" y="937"/>
                    <a:pt x="221" y="937"/>
                  </a:cubicBezTo>
                  <a:cubicBezTo>
                    <a:pt x="224" y="956"/>
                    <a:pt x="224" y="956"/>
                    <a:pt x="224" y="956"/>
                  </a:cubicBezTo>
                  <a:cubicBezTo>
                    <a:pt x="226" y="956"/>
                    <a:pt x="226" y="956"/>
                    <a:pt x="226" y="956"/>
                  </a:cubicBezTo>
                  <a:cubicBezTo>
                    <a:pt x="225" y="954"/>
                    <a:pt x="225" y="954"/>
                    <a:pt x="225" y="954"/>
                  </a:cubicBezTo>
                  <a:cubicBezTo>
                    <a:pt x="225" y="954"/>
                    <a:pt x="225" y="954"/>
                    <a:pt x="225" y="954"/>
                  </a:cubicBezTo>
                  <a:cubicBezTo>
                    <a:pt x="224" y="954"/>
                    <a:pt x="220" y="957"/>
                    <a:pt x="215" y="957"/>
                  </a:cubicBezTo>
                  <a:cubicBezTo>
                    <a:pt x="213" y="957"/>
                    <a:pt x="211" y="957"/>
                    <a:pt x="209" y="955"/>
                  </a:cubicBezTo>
                  <a:cubicBezTo>
                    <a:pt x="205" y="952"/>
                    <a:pt x="202" y="948"/>
                    <a:pt x="200" y="944"/>
                  </a:cubicBezTo>
                  <a:cubicBezTo>
                    <a:pt x="199" y="942"/>
                    <a:pt x="198" y="940"/>
                    <a:pt x="197" y="939"/>
                  </a:cubicBezTo>
                  <a:cubicBezTo>
                    <a:pt x="197" y="938"/>
                    <a:pt x="197" y="938"/>
                    <a:pt x="197" y="937"/>
                  </a:cubicBezTo>
                  <a:cubicBezTo>
                    <a:pt x="196" y="937"/>
                    <a:pt x="196" y="937"/>
                    <a:pt x="196" y="937"/>
                  </a:cubicBezTo>
                  <a:cubicBezTo>
                    <a:pt x="193" y="938"/>
                    <a:pt x="193" y="938"/>
                    <a:pt x="193" y="938"/>
                  </a:cubicBezTo>
                  <a:cubicBezTo>
                    <a:pt x="193" y="938"/>
                    <a:pt x="193" y="947"/>
                    <a:pt x="196" y="954"/>
                  </a:cubicBezTo>
                  <a:cubicBezTo>
                    <a:pt x="198" y="953"/>
                    <a:pt x="198" y="953"/>
                    <a:pt x="198" y="953"/>
                  </a:cubicBezTo>
                  <a:cubicBezTo>
                    <a:pt x="200" y="952"/>
                    <a:pt x="200" y="952"/>
                    <a:pt x="200" y="952"/>
                  </a:cubicBezTo>
                  <a:cubicBezTo>
                    <a:pt x="199" y="949"/>
                    <a:pt x="198" y="945"/>
                    <a:pt x="197" y="942"/>
                  </a:cubicBezTo>
                  <a:cubicBezTo>
                    <a:pt x="197" y="941"/>
                    <a:pt x="197" y="940"/>
                    <a:pt x="197" y="939"/>
                  </a:cubicBezTo>
                  <a:cubicBezTo>
                    <a:pt x="197" y="938"/>
                    <a:pt x="197" y="938"/>
                    <a:pt x="197" y="938"/>
                  </a:cubicBezTo>
                  <a:cubicBezTo>
                    <a:pt x="196" y="937"/>
                    <a:pt x="196" y="937"/>
                    <a:pt x="196" y="937"/>
                  </a:cubicBezTo>
                  <a:cubicBezTo>
                    <a:pt x="195" y="937"/>
                    <a:pt x="195" y="937"/>
                    <a:pt x="195" y="937"/>
                  </a:cubicBezTo>
                  <a:cubicBezTo>
                    <a:pt x="193" y="938"/>
                    <a:pt x="193" y="938"/>
                    <a:pt x="193" y="938"/>
                  </a:cubicBezTo>
                  <a:cubicBezTo>
                    <a:pt x="193" y="938"/>
                    <a:pt x="194" y="942"/>
                    <a:pt x="196" y="946"/>
                  </a:cubicBezTo>
                  <a:cubicBezTo>
                    <a:pt x="199" y="950"/>
                    <a:pt x="202" y="955"/>
                    <a:pt x="206" y="958"/>
                  </a:cubicBezTo>
                  <a:cubicBezTo>
                    <a:pt x="209" y="961"/>
                    <a:pt x="212" y="961"/>
                    <a:pt x="215" y="961"/>
                  </a:cubicBezTo>
                  <a:cubicBezTo>
                    <a:pt x="222" y="961"/>
                    <a:pt x="227" y="957"/>
                    <a:pt x="227" y="957"/>
                  </a:cubicBezTo>
                  <a:cubicBezTo>
                    <a:pt x="228" y="956"/>
                    <a:pt x="228" y="956"/>
                    <a:pt x="228" y="956"/>
                  </a:cubicBezTo>
                  <a:cubicBezTo>
                    <a:pt x="225" y="937"/>
                    <a:pt x="225" y="937"/>
                    <a:pt x="225" y="937"/>
                  </a:cubicBezTo>
                  <a:cubicBezTo>
                    <a:pt x="223" y="937"/>
                    <a:pt x="223" y="937"/>
                    <a:pt x="223" y="937"/>
                  </a:cubicBezTo>
                  <a:cubicBezTo>
                    <a:pt x="225" y="937"/>
                    <a:pt x="225" y="937"/>
                    <a:pt x="225" y="937"/>
                  </a:cubicBezTo>
                  <a:cubicBezTo>
                    <a:pt x="225" y="933"/>
                    <a:pt x="225" y="924"/>
                    <a:pt x="224" y="915"/>
                  </a:cubicBezTo>
                  <a:cubicBezTo>
                    <a:pt x="223" y="906"/>
                    <a:pt x="222" y="897"/>
                    <a:pt x="222" y="892"/>
                  </a:cubicBezTo>
                  <a:cubicBezTo>
                    <a:pt x="221" y="888"/>
                    <a:pt x="221" y="882"/>
                    <a:pt x="220" y="877"/>
                  </a:cubicBezTo>
                  <a:cubicBezTo>
                    <a:pt x="219" y="872"/>
                    <a:pt x="218" y="868"/>
                    <a:pt x="216" y="864"/>
                  </a:cubicBezTo>
                  <a:cubicBezTo>
                    <a:pt x="215" y="863"/>
                    <a:pt x="214" y="859"/>
                    <a:pt x="212" y="855"/>
                  </a:cubicBezTo>
                  <a:cubicBezTo>
                    <a:pt x="209" y="848"/>
                    <a:pt x="206" y="839"/>
                    <a:pt x="203" y="832"/>
                  </a:cubicBezTo>
                  <a:cubicBezTo>
                    <a:pt x="200" y="825"/>
                    <a:pt x="198" y="820"/>
                    <a:pt x="198" y="820"/>
                  </a:cubicBezTo>
                  <a:cubicBezTo>
                    <a:pt x="198" y="819"/>
                    <a:pt x="198" y="819"/>
                    <a:pt x="198" y="819"/>
                  </a:cubicBezTo>
                  <a:cubicBezTo>
                    <a:pt x="197" y="819"/>
                    <a:pt x="197" y="819"/>
                    <a:pt x="197" y="819"/>
                  </a:cubicBezTo>
                  <a:cubicBezTo>
                    <a:pt x="186" y="813"/>
                    <a:pt x="172" y="812"/>
                    <a:pt x="159" y="812"/>
                  </a:cubicBezTo>
                  <a:cubicBezTo>
                    <a:pt x="128" y="812"/>
                    <a:pt x="99" y="821"/>
                    <a:pt x="99" y="821"/>
                  </a:cubicBezTo>
                  <a:cubicBezTo>
                    <a:pt x="98" y="822"/>
                    <a:pt x="98" y="822"/>
                    <a:pt x="98" y="822"/>
                  </a:cubicBezTo>
                  <a:cubicBezTo>
                    <a:pt x="98" y="823"/>
                    <a:pt x="98" y="823"/>
                    <a:pt x="98" y="823"/>
                  </a:cubicBezTo>
                  <a:cubicBezTo>
                    <a:pt x="98" y="823"/>
                    <a:pt x="95" y="882"/>
                    <a:pt x="95" y="889"/>
                  </a:cubicBezTo>
                  <a:cubicBezTo>
                    <a:pt x="95" y="898"/>
                    <a:pt x="99" y="906"/>
                    <a:pt x="101" y="911"/>
                  </a:cubicBezTo>
                  <a:cubicBezTo>
                    <a:pt x="102" y="914"/>
                    <a:pt x="105" y="921"/>
                    <a:pt x="107" y="930"/>
                  </a:cubicBezTo>
                  <a:cubicBezTo>
                    <a:pt x="110" y="938"/>
                    <a:pt x="112" y="947"/>
                    <a:pt x="114" y="951"/>
                  </a:cubicBezTo>
                  <a:cubicBezTo>
                    <a:pt x="116" y="960"/>
                    <a:pt x="124" y="970"/>
                    <a:pt x="129" y="976"/>
                  </a:cubicBezTo>
                  <a:cubicBezTo>
                    <a:pt x="131" y="978"/>
                    <a:pt x="133" y="981"/>
                    <a:pt x="136" y="984"/>
                  </a:cubicBezTo>
                  <a:cubicBezTo>
                    <a:pt x="137" y="985"/>
                    <a:pt x="139" y="987"/>
                    <a:pt x="140" y="987"/>
                  </a:cubicBezTo>
                  <a:cubicBezTo>
                    <a:pt x="141" y="988"/>
                    <a:pt x="143" y="989"/>
                    <a:pt x="145" y="989"/>
                  </a:cubicBezTo>
                  <a:cubicBezTo>
                    <a:pt x="145" y="989"/>
                    <a:pt x="146" y="989"/>
                    <a:pt x="146" y="989"/>
                  </a:cubicBezTo>
                  <a:cubicBezTo>
                    <a:pt x="149" y="988"/>
                    <a:pt x="151" y="986"/>
                    <a:pt x="151" y="984"/>
                  </a:cubicBezTo>
                  <a:cubicBezTo>
                    <a:pt x="152" y="982"/>
                    <a:pt x="152" y="981"/>
                    <a:pt x="152" y="980"/>
                  </a:cubicBezTo>
                  <a:cubicBezTo>
                    <a:pt x="152" y="979"/>
                    <a:pt x="152" y="979"/>
                    <a:pt x="152" y="979"/>
                  </a:cubicBezTo>
                  <a:cubicBezTo>
                    <a:pt x="150" y="979"/>
                    <a:pt x="150" y="979"/>
                    <a:pt x="150" y="979"/>
                  </a:cubicBezTo>
                  <a:cubicBezTo>
                    <a:pt x="148" y="980"/>
                    <a:pt x="148" y="980"/>
                    <a:pt x="148" y="980"/>
                  </a:cubicBezTo>
                  <a:cubicBezTo>
                    <a:pt x="148" y="980"/>
                    <a:pt x="150" y="983"/>
                    <a:pt x="153" y="985"/>
                  </a:cubicBezTo>
                  <a:cubicBezTo>
                    <a:pt x="155" y="988"/>
                    <a:pt x="158" y="991"/>
                    <a:pt x="160" y="993"/>
                  </a:cubicBezTo>
                  <a:cubicBezTo>
                    <a:pt x="163" y="996"/>
                    <a:pt x="167" y="996"/>
                    <a:pt x="169" y="996"/>
                  </a:cubicBezTo>
                  <a:cubicBezTo>
                    <a:pt x="169" y="996"/>
                    <a:pt x="170" y="996"/>
                    <a:pt x="170" y="996"/>
                  </a:cubicBezTo>
                  <a:cubicBezTo>
                    <a:pt x="170" y="994"/>
                    <a:pt x="170" y="994"/>
                    <a:pt x="170" y="994"/>
                  </a:cubicBezTo>
                  <a:cubicBezTo>
                    <a:pt x="168" y="996"/>
                    <a:pt x="168" y="996"/>
                    <a:pt x="168" y="996"/>
                  </a:cubicBezTo>
                  <a:cubicBezTo>
                    <a:pt x="168" y="996"/>
                    <a:pt x="177" y="1003"/>
                    <a:pt x="181" y="1006"/>
                  </a:cubicBezTo>
                  <a:cubicBezTo>
                    <a:pt x="183" y="1007"/>
                    <a:pt x="184" y="1009"/>
                    <a:pt x="186" y="1010"/>
                  </a:cubicBezTo>
                  <a:cubicBezTo>
                    <a:pt x="188" y="1012"/>
                    <a:pt x="191" y="1014"/>
                    <a:pt x="194" y="1014"/>
                  </a:cubicBezTo>
                  <a:cubicBezTo>
                    <a:pt x="196" y="1014"/>
                    <a:pt x="197" y="1013"/>
                    <a:pt x="199" y="1012"/>
                  </a:cubicBezTo>
                  <a:cubicBezTo>
                    <a:pt x="202" y="1011"/>
                    <a:pt x="203" y="1009"/>
                    <a:pt x="204" y="1007"/>
                  </a:cubicBezTo>
                  <a:cubicBezTo>
                    <a:pt x="205" y="1005"/>
                    <a:pt x="205" y="1002"/>
                    <a:pt x="205" y="1001"/>
                  </a:cubicBezTo>
                  <a:cubicBezTo>
                    <a:pt x="205" y="998"/>
                    <a:pt x="205" y="996"/>
                    <a:pt x="204" y="996"/>
                  </a:cubicBezTo>
                  <a:cubicBezTo>
                    <a:pt x="203" y="997"/>
                    <a:pt x="203" y="997"/>
                    <a:pt x="203" y="997"/>
                  </a:cubicBezTo>
                  <a:cubicBezTo>
                    <a:pt x="201" y="998"/>
                    <a:pt x="201" y="998"/>
                    <a:pt x="201" y="998"/>
                  </a:cubicBezTo>
                  <a:cubicBezTo>
                    <a:pt x="204" y="1000"/>
                    <a:pt x="206" y="1001"/>
                    <a:pt x="208" y="1001"/>
                  </a:cubicBezTo>
                  <a:cubicBezTo>
                    <a:pt x="211" y="1001"/>
                    <a:pt x="213" y="1000"/>
                    <a:pt x="215" y="998"/>
                  </a:cubicBezTo>
                  <a:cubicBezTo>
                    <a:pt x="217" y="997"/>
                    <a:pt x="218" y="995"/>
                    <a:pt x="219" y="993"/>
                  </a:cubicBezTo>
                  <a:cubicBezTo>
                    <a:pt x="219" y="993"/>
                    <a:pt x="219" y="992"/>
                    <a:pt x="219" y="991"/>
                  </a:cubicBezTo>
                  <a:cubicBezTo>
                    <a:pt x="219" y="988"/>
                    <a:pt x="218" y="986"/>
                    <a:pt x="216" y="983"/>
                  </a:cubicBezTo>
                  <a:cubicBezTo>
                    <a:pt x="215" y="980"/>
                    <a:pt x="213" y="977"/>
                    <a:pt x="212" y="975"/>
                  </a:cubicBezTo>
                  <a:cubicBezTo>
                    <a:pt x="209" y="971"/>
                    <a:pt x="203" y="958"/>
                    <a:pt x="200" y="952"/>
                  </a:cubicBezTo>
                  <a:lnTo>
                    <a:pt x="198" y="953"/>
                  </a:lnTo>
                  <a:close/>
                  <a:moveTo>
                    <a:pt x="672" y="909"/>
                  </a:moveTo>
                  <a:cubicBezTo>
                    <a:pt x="670" y="909"/>
                    <a:pt x="670" y="909"/>
                    <a:pt x="670" y="909"/>
                  </a:cubicBezTo>
                  <a:cubicBezTo>
                    <a:pt x="669" y="911"/>
                    <a:pt x="667" y="919"/>
                    <a:pt x="664" y="927"/>
                  </a:cubicBezTo>
                  <a:cubicBezTo>
                    <a:pt x="661" y="936"/>
                    <a:pt x="659" y="944"/>
                    <a:pt x="657" y="949"/>
                  </a:cubicBezTo>
                  <a:cubicBezTo>
                    <a:pt x="655" y="957"/>
                    <a:pt x="648" y="967"/>
                    <a:pt x="643" y="972"/>
                  </a:cubicBezTo>
                  <a:cubicBezTo>
                    <a:pt x="641" y="975"/>
                    <a:pt x="638" y="978"/>
                    <a:pt x="636" y="980"/>
                  </a:cubicBezTo>
                  <a:cubicBezTo>
                    <a:pt x="635" y="981"/>
                    <a:pt x="634" y="982"/>
                    <a:pt x="633" y="983"/>
                  </a:cubicBezTo>
                  <a:cubicBezTo>
                    <a:pt x="632" y="984"/>
                    <a:pt x="631" y="984"/>
                    <a:pt x="630" y="984"/>
                  </a:cubicBezTo>
                  <a:cubicBezTo>
                    <a:pt x="630" y="984"/>
                    <a:pt x="630" y="984"/>
                    <a:pt x="630" y="984"/>
                  </a:cubicBezTo>
                  <a:cubicBezTo>
                    <a:pt x="628" y="983"/>
                    <a:pt x="628" y="983"/>
                    <a:pt x="627" y="982"/>
                  </a:cubicBezTo>
                  <a:cubicBezTo>
                    <a:pt x="627" y="981"/>
                    <a:pt x="627" y="979"/>
                    <a:pt x="627" y="979"/>
                  </a:cubicBezTo>
                  <a:cubicBezTo>
                    <a:pt x="627" y="978"/>
                    <a:pt x="627" y="978"/>
                    <a:pt x="627" y="978"/>
                  </a:cubicBezTo>
                  <a:cubicBezTo>
                    <a:pt x="627" y="978"/>
                    <a:pt x="627" y="978"/>
                    <a:pt x="627" y="978"/>
                  </a:cubicBezTo>
                  <a:cubicBezTo>
                    <a:pt x="627" y="978"/>
                    <a:pt x="627" y="978"/>
                    <a:pt x="627" y="978"/>
                  </a:cubicBezTo>
                  <a:cubicBezTo>
                    <a:pt x="628" y="972"/>
                    <a:pt x="628" y="972"/>
                    <a:pt x="628" y="972"/>
                  </a:cubicBezTo>
                  <a:cubicBezTo>
                    <a:pt x="623" y="977"/>
                    <a:pt x="623" y="977"/>
                    <a:pt x="623" y="977"/>
                  </a:cubicBezTo>
                  <a:cubicBezTo>
                    <a:pt x="623" y="977"/>
                    <a:pt x="621" y="979"/>
                    <a:pt x="619" y="981"/>
                  </a:cubicBezTo>
                  <a:cubicBezTo>
                    <a:pt x="617" y="984"/>
                    <a:pt x="614" y="987"/>
                    <a:pt x="612" y="989"/>
                  </a:cubicBezTo>
                  <a:cubicBezTo>
                    <a:pt x="610" y="991"/>
                    <a:pt x="607" y="991"/>
                    <a:pt x="606" y="991"/>
                  </a:cubicBezTo>
                  <a:cubicBezTo>
                    <a:pt x="606" y="991"/>
                    <a:pt x="606" y="991"/>
                    <a:pt x="606" y="991"/>
                  </a:cubicBezTo>
                  <a:cubicBezTo>
                    <a:pt x="605" y="991"/>
                    <a:pt x="605" y="991"/>
                    <a:pt x="605" y="991"/>
                  </a:cubicBezTo>
                  <a:cubicBezTo>
                    <a:pt x="605" y="991"/>
                    <a:pt x="605" y="991"/>
                    <a:pt x="605" y="991"/>
                  </a:cubicBezTo>
                  <a:cubicBezTo>
                    <a:pt x="605" y="991"/>
                    <a:pt x="605" y="991"/>
                    <a:pt x="605" y="991"/>
                  </a:cubicBezTo>
                  <a:cubicBezTo>
                    <a:pt x="605" y="991"/>
                    <a:pt x="605" y="991"/>
                    <a:pt x="605" y="991"/>
                  </a:cubicBezTo>
                  <a:cubicBezTo>
                    <a:pt x="605" y="991"/>
                    <a:pt x="605" y="991"/>
                    <a:pt x="605" y="991"/>
                  </a:cubicBezTo>
                  <a:cubicBezTo>
                    <a:pt x="605" y="991"/>
                    <a:pt x="605" y="991"/>
                    <a:pt x="605" y="991"/>
                  </a:cubicBezTo>
                  <a:cubicBezTo>
                    <a:pt x="605" y="991"/>
                    <a:pt x="605" y="991"/>
                    <a:pt x="605" y="991"/>
                  </a:cubicBezTo>
                  <a:cubicBezTo>
                    <a:pt x="604" y="992"/>
                    <a:pt x="604" y="992"/>
                    <a:pt x="604" y="992"/>
                  </a:cubicBezTo>
                  <a:cubicBezTo>
                    <a:pt x="604" y="992"/>
                    <a:pt x="602" y="993"/>
                    <a:pt x="599" y="995"/>
                  </a:cubicBezTo>
                  <a:cubicBezTo>
                    <a:pt x="596" y="998"/>
                    <a:pt x="593" y="1000"/>
                    <a:pt x="591" y="1002"/>
                  </a:cubicBezTo>
                  <a:cubicBezTo>
                    <a:pt x="589" y="1003"/>
                    <a:pt x="588" y="1005"/>
                    <a:pt x="586" y="1006"/>
                  </a:cubicBezTo>
                  <a:cubicBezTo>
                    <a:pt x="584" y="1008"/>
                    <a:pt x="583" y="1009"/>
                    <a:pt x="581" y="1009"/>
                  </a:cubicBezTo>
                  <a:cubicBezTo>
                    <a:pt x="580" y="1009"/>
                    <a:pt x="579" y="1009"/>
                    <a:pt x="578" y="1008"/>
                  </a:cubicBezTo>
                  <a:cubicBezTo>
                    <a:pt x="576" y="1007"/>
                    <a:pt x="575" y="1005"/>
                    <a:pt x="575" y="1004"/>
                  </a:cubicBezTo>
                  <a:cubicBezTo>
                    <a:pt x="574" y="1003"/>
                    <a:pt x="574" y="1001"/>
                    <a:pt x="574" y="1000"/>
                  </a:cubicBezTo>
                  <a:cubicBezTo>
                    <a:pt x="574" y="999"/>
                    <a:pt x="574" y="998"/>
                    <a:pt x="574" y="997"/>
                  </a:cubicBezTo>
                  <a:cubicBezTo>
                    <a:pt x="574" y="996"/>
                    <a:pt x="574" y="996"/>
                    <a:pt x="574" y="996"/>
                  </a:cubicBezTo>
                  <a:cubicBezTo>
                    <a:pt x="574" y="996"/>
                    <a:pt x="574" y="996"/>
                    <a:pt x="574" y="996"/>
                  </a:cubicBezTo>
                  <a:cubicBezTo>
                    <a:pt x="574" y="996"/>
                    <a:pt x="574" y="996"/>
                    <a:pt x="574" y="996"/>
                  </a:cubicBezTo>
                  <a:cubicBezTo>
                    <a:pt x="576" y="991"/>
                    <a:pt x="576" y="991"/>
                    <a:pt x="576" y="991"/>
                  </a:cubicBezTo>
                  <a:cubicBezTo>
                    <a:pt x="571" y="994"/>
                    <a:pt x="571" y="994"/>
                    <a:pt x="571" y="994"/>
                  </a:cubicBezTo>
                  <a:cubicBezTo>
                    <a:pt x="569" y="995"/>
                    <a:pt x="568" y="996"/>
                    <a:pt x="567" y="996"/>
                  </a:cubicBezTo>
                  <a:cubicBezTo>
                    <a:pt x="565" y="996"/>
                    <a:pt x="564" y="995"/>
                    <a:pt x="562" y="994"/>
                  </a:cubicBezTo>
                  <a:cubicBezTo>
                    <a:pt x="561" y="993"/>
                    <a:pt x="560" y="992"/>
                    <a:pt x="560" y="991"/>
                  </a:cubicBezTo>
                  <a:cubicBezTo>
                    <a:pt x="560" y="991"/>
                    <a:pt x="560" y="990"/>
                    <a:pt x="560" y="990"/>
                  </a:cubicBezTo>
                  <a:cubicBezTo>
                    <a:pt x="560" y="988"/>
                    <a:pt x="561" y="986"/>
                    <a:pt x="562" y="984"/>
                  </a:cubicBezTo>
                  <a:cubicBezTo>
                    <a:pt x="563" y="981"/>
                    <a:pt x="565" y="978"/>
                    <a:pt x="566" y="976"/>
                  </a:cubicBezTo>
                  <a:cubicBezTo>
                    <a:pt x="569" y="972"/>
                    <a:pt x="576" y="959"/>
                    <a:pt x="579" y="953"/>
                  </a:cubicBezTo>
                  <a:cubicBezTo>
                    <a:pt x="582" y="946"/>
                    <a:pt x="582" y="937"/>
                    <a:pt x="582" y="937"/>
                  </a:cubicBezTo>
                  <a:cubicBezTo>
                    <a:pt x="579" y="936"/>
                    <a:pt x="579" y="936"/>
                    <a:pt x="579" y="936"/>
                  </a:cubicBezTo>
                  <a:cubicBezTo>
                    <a:pt x="578" y="936"/>
                    <a:pt x="578" y="936"/>
                    <a:pt x="578" y="936"/>
                  </a:cubicBezTo>
                  <a:cubicBezTo>
                    <a:pt x="577" y="939"/>
                    <a:pt x="572" y="949"/>
                    <a:pt x="566" y="954"/>
                  </a:cubicBezTo>
                  <a:cubicBezTo>
                    <a:pt x="564" y="956"/>
                    <a:pt x="562" y="956"/>
                    <a:pt x="560" y="956"/>
                  </a:cubicBezTo>
                  <a:cubicBezTo>
                    <a:pt x="557" y="956"/>
                    <a:pt x="555" y="955"/>
                    <a:pt x="553" y="955"/>
                  </a:cubicBezTo>
                  <a:cubicBezTo>
                    <a:pt x="552" y="954"/>
                    <a:pt x="551" y="954"/>
                    <a:pt x="551" y="953"/>
                  </a:cubicBezTo>
                  <a:cubicBezTo>
                    <a:pt x="550" y="953"/>
                    <a:pt x="550" y="953"/>
                    <a:pt x="550" y="953"/>
                  </a:cubicBezTo>
                  <a:cubicBezTo>
                    <a:pt x="550" y="953"/>
                    <a:pt x="550" y="953"/>
                    <a:pt x="550" y="953"/>
                  </a:cubicBezTo>
                  <a:cubicBezTo>
                    <a:pt x="550" y="953"/>
                    <a:pt x="550" y="953"/>
                    <a:pt x="550" y="953"/>
                  </a:cubicBezTo>
                  <a:cubicBezTo>
                    <a:pt x="549" y="954"/>
                    <a:pt x="549" y="954"/>
                    <a:pt x="549" y="954"/>
                  </a:cubicBezTo>
                  <a:cubicBezTo>
                    <a:pt x="551" y="955"/>
                    <a:pt x="551" y="955"/>
                    <a:pt x="551" y="955"/>
                  </a:cubicBezTo>
                  <a:cubicBezTo>
                    <a:pt x="554" y="936"/>
                    <a:pt x="554" y="936"/>
                    <a:pt x="554" y="936"/>
                  </a:cubicBezTo>
                  <a:cubicBezTo>
                    <a:pt x="554" y="936"/>
                    <a:pt x="554" y="936"/>
                    <a:pt x="554" y="936"/>
                  </a:cubicBezTo>
                  <a:cubicBezTo>
                    <a:pt x="554" y="932"/>
                    <a:pt x="554" y="924"/>
                    <a:pt x="555" y="915"/>
                  </a:cubicBezTo>
                  <a:cubicBezTo>
                    <a:pt x="556" y="906"/>
                    <a:pt x="557" y="896"/>
                    <a:pt x="557" y="892"/>
                  </a:cubicBezTo>
                  <a:cubicBezTo>
                    <a:pt x="558" y="887"/>
                    <a:pt x="558" y="882"/>
                    <a:pt x="559" y="877"/>
                  </a:cubicBezTo>
                  <a:cubicBezTo>
                    <a:pt x="560" y="872"/>
                    <a:pt x="561" y="868"/>
                    <a:pt x="562" y="865"/>
                  </a:cubicBezTo>
                  <a:cubicBezTo>
                    <a:pt x="563" y="863"/>
                    <a:pt x="565" y="860"/>
                    <a:pt x="567" y="855"/>
                  </a:cubicBezTo>
                  <a:cubicBezTo>
                    <a:pt x="572" y="842"/>
                    <a:pt x="580" y="820"/>
                    <a:pt x="580" y="820"/>
                  </a:cubicBezTo>
                  <a:cubicBezTo>
                    <a:pt x="578" y="819"/>
                    <a:pt x="578" y="819"/>
                    <a:pt x="578" y="819"/>
                  </a:cubicBezTo>
                  <a:cubicBezTo>
                    <a:pt x="579" y="821"/>
                    <a:pt x="579" y="821"/>
                    <a:pt x="579" y="821"/>
                  </a:cubicBezTo>
                  <a:cubicBezTo>
                    <a:pt x="590" y="816"/>
                    <a:pt x="603" y="815"/>
                    <a:pt x="616" y="815"/>
                  </a:cubicBezTo>
                  <a:cubicBezTo>
                    <a:pt x="631" y="815"/>
                    <a:pt x="646" y="817"/>
                    <a:pt x="657" y="819"/>
                  </a:cubicBezTo>
                  <a:cubicBezTo>
                    <a:pt x="662" y="820"/>
                    <a:pt x="666" y="822"/>
                    <a:pt x="670" y="822"/>
                  </a:cubicBezTo>
                  <a:cubicBezTo>
                    <a:pt x="671" y="823"/>
                    <a:pt x="672" y="823"/>
                    <a:pt x="673" y="823"/>
                  </a:cubicBezTo>
                  <a:cubicBezTo>
                    <a:pt x="674" y="824"/>
                    <a:pt x="675" y="824"/>
                    <a:pt x="675" y="824"/>
                  </a:cubicBezTo>
                  <a:cubicBezTo>
                    <a:pt x="675" y="822"/>
                    <a:pt x="675" y="822"/>
                    <a:pt x="675" y="822"/>
                  </a:cubicBezTo>
                  <a:cubicBezTo>
                    <a:pt x="673" y="822"/>
                    <a:pt x="673" y="822"/>
                    <a:pt x="673" y="822"/>
                  </a:cubicBezTo>
                  <a:cubicBezTo>
                    <a:pt x="673" y="822"/>
                    <a:pt x="673" y="826"/>
                    <a:pt x="674" y="831"/>
                  </a:cubicBezTo>
                  <a:cubicBezTo>
                    <a:pt x="674" y="848"/>
                    <a:pt x="675" y="883"/>
                    <a:pt x="675" y="888"/>
                  </a:cubicBezTo>
                  <a:cubicBezTo>
                    <a:pt x="675" y="896"/>
                    <a:pt x="672" y="903"/>
                    <a:pt x="670" y="909"/>
                  </a:cubicBezTo>
                  <a:cubicBezTo>
                    <a:pt x="672" y="909"/>
                    <a:pt x="672" y="909"/>
                    <a:pt x="672" y="909"/>
                  </a:cubicBezTo>
                  <a:cubicBezTo>
                    <a:pt x="674" y="910"/>
                    <a:pt x="674" y="910"/>
                    <a:pt x="674" y="910"/>
                  </a:cubicBezTo>
                  <a:cubicBezTo>
                    <a:pt x="676" y="905"/>
                    <a:pt x="679" y="897"/>
                    <a:pt x="679" y="888"/>
                  </a:cubicBezTo>
                  <a:cubicBezTo>
                    <a:pt x="679" y="880"/>
                    <a:pt x="677" y="822"/>
                    <a:pt x="677" y="822"/>
                  </a:cubicBezTo>
                  <a:cubicBezTo>
                    <a:pt x="677" y="820"/>
                    <a:pt x="677" y="820"/>
                    <a:pt x="677" y="820"/>
                  </a:cubicBezTo>
                  <a:cubicBezTo>
                    <a:pt x="676" y="820"/>
                    <a:pt x="676" y="820"/>
                    <a:pt x="676" y="820"/>
                  </a:cubicBezTo>
                  <a:cubicBezTo>
                    <a:pt x="676" y="820"/>
                    <a:pt x="647" y="811"/>
                    <a:pt x="616" y="811"/>
                  </a:cubicBezTo>
                  <a:cubicBezTo>
                    <a:pt x="603" y="811"/>
                    <a:pt x="589" y="812"/>
                    <a:pt x="578" y="818"/>
                  </a:cubicBezTo>
                  <a:cubicBezTo>
                    <a:pt x="577" y="818"/>
                    <a:pt x="577" y="818"/>
                    <a:pt x="577" y="818"/>
                  </a:cubicBezTo>
                  <a:cubicBezTo>
                    <a:pt x="577" y="819"/>
                    <a:pt x="577" y="819"/>
                    <a:pt x="577" y="819"/>
                  </a:cubicBezTo>
                  <a:cubicBezTo>
                    <a:pt x="577" y="819"/>
                    <a:pt x="576" y="821"/>
                    <a:pt x="574" y="825"/>
                  </a:cubicBezTo>
                  <a:cubicBezTo>
                    <a:pt x="572" y="830"/>
                    <a:pt x="569" y="839"/>
                    <a:pt x="566" y="847"/>
                  </a:cubicBezTo>
                  <a:cubicBezTo>
                    <a:pt x="564" y="850"/>
                    <a:pt x="563" y="854"/>
                    <a:pt x="562" y="857"/>
                  </a:cubicBezTo>
                  <a:cubicBezTo>
                    <a:pt x="560" y="860"/>
                    <a:pt x="559" y="862"/>
                    <a:pt x="559" y="863"/>
                  </a:cubicBezTo>
                  <a:cubicBezTo>
                    <a:pt x="557" y="867"/>
                    <a:pt x="556" y="871"/>
                    <a:pt x="555" y="876"/>
                  </a:cubicBezTo>
                  <a:cubicBezTo>
                    <a:pt x="554" y="881"/>
                    <a:pt x="554" y="887"/>
                    <a:pt x="553" y="891"/>
                  </a:cubicBezTo>
                  <a:cubicBezTo>
                    <a:pt x="553" y="896"/>
                    <a:pt x="552" y="905"/>
                    <a:pt x="551" y="914"/>
                  </a:cubicBezTo>
                  <a:cubicBezTo>
                    <a:pt x="550" y="923"/>
                    <a:pt x="550" y="932"/>
                    <a:pt x="550" y="936"/>
                  </a:cubicBezTo>
                  <a:cubicBezTo>
                    <a:pt x="552" y="936"/>
                    <a:pt x="552" y="936"/>
                    <a:pt x="552" y="936"/>
                  </a:cubicBezTo>
                  <a:cubicBezTo>
                    <a:pt x="550" y="936"/>
                    <a:pt x="550" y="936"/>
                    <a:pt x="550" y="936"/>
                  </a:cubicBezTo>
                  <a:cubicBezTo>
                    <a:pt x="547" y="955"/>
                    <a:pt x="547" y="955"/>
                    <a:pt x="547" y="955"/>
                  </a:cubicBezTo>
                  <a:cubicBezTo>
                    <a:pt x="548" y="956"/>
                    <a:pt x="548" y="956"/>
                    <a:pt x="548" y="956"/>
                  </a:cubicBezTo>
                  <a:cubicBezTo>
                    <a:pt x="548" y="956"/>
                    <a:pt x="553" y="960"/>
                    <a:pt x="560" y="960"/>
                  </a:cubicBezTo>
                  <a:cubicBezTo>
                    <a:pt x="563" y="960"/>
                    <a:pt x="566" y="960"/>
                    <a:pt x="568" y="957"/>
                  </a:cubicBezTo>
                  <a:cubicBezTo>
                    <a:pt x="573" y="954"/>
                    <a:pt x="576" y="949"/>
                    <a:pt x="578" y="945"/>
                  </a:cubicBezTo>
                  <a:cubicBezTo>
                    <a:pt x="581" y="941"/>
                    <a:pt x="582" y="937"/>
                    <a:pt x="582" y="937"/>
                  </a:cubicBezTo>
                  <a:cubicBezTo>
                    <a:pt x="580" y="936"/>
                    <a:pt x="580" y="936"/>
                    <a:pt x="580" y="936"/>
                  </a:cubicBezTo>
                  <a:cubicBezTo>
                    <a:pt x="578" y="936"/>
                    <a:pt x="578" y="936"/>
                    <a:pt x="578" y="936"/>
                  </a:cubicBezTo>
                  <a:cubicBezTo>
                    <a:pt x="578" y="936"/>
                    <a:pt x="578" y="937"/>
                    <a:pt x="578" y="938"/>
                  </a:cubicBezTo>
                  <a:cubicBezTo>
                    <a:pt x="578" y="940"/>
                    <a:pt x="577" y="947"/>
                    <a:pt x="575" y="951"/>
                  </a:cubicBezTo>
                  <a:cubicBezTo>
                    <a:pt x="572" y="957"/>
                    <a:pt x="566" y="970"/>
                    <a:pt x="563" y="974"/>
                  </a:cubicBezTo>
                  <a:cubicBezTo>
                    <a:pt x="562" y="976"/>
                    <a:pt x="560" y="979"/>
                    <a:pt x="559" y="982"/>
                  </a:cubicBezTo>
                  <a:cubicBezTo>
                    <a:pt x="557" y="984"/>
                    <a:pt x="556" y="987"/>
                    <a:pt x="556" y="990"/>
                  </a:cubicBezTo>
                  <a:cubicBezTo>
                    <a:pt x="556" y="991"/>
                    <a:pt x="556" y="991"/>
                    <a:pt x="556" y="992"/>
                  </a:cubicBezTo>
                  <a:cubicBezTo>
                    <a:pt x="557" y="994"/>
                    <a:pt x="558" y="996"/>
                    <a:pt x="560" y="997"/>
                  </a:cubicBezTo>
                  <a:cubicBezTo>
                    <a:pt x="562" y="999"/>
                    <a:pt x="564" y="1000"/>
                    <a:pt x="567" y="1000"/>
                  </a:cubicBezTo>
                  <a:cubicBezTo>
                    <a:pt x="569" y="1000"/>
                    <a:pt x="571" y="999"/>
                    <a:pt x="574" y="997"/>
                  </a:cubicBezTo>
                  <a:cubicBezTo>
                    <a:pt x="572" y="996"/>
                    <a:pt x="572" y="996"/>
                    <a:pt x="572" y="996"/>
                  </a:cubicBezTo>
                  <a:cubicBezTo>
                    <a:pt x="570" y="995"/>
                    <a:pt x="570" y="995"/>
                    <a:pt x="570" y="995"/>
                  </a:cubicBezTo>
                  <a:cubicBezTo>
                    <a:pt x="570" y="995"/>
                    <a:pt x="570" y="997"/>
                    <a:pt x="570" y="1000"/>
                  </a:cubicBezTo>
                  <a:cubicBezTo>
                    <a:pt x="570" y="1001"/>
                    <a:pt x="570" y="1003"/>
                    <a:pt x="571" y="1006"/>
                  </a:cubicBezTo>
                  <a:cubicBezTo>
                    <a:pt x="572" y="1008"/>
                    <a:pt x="573" y="1010"/>
                    <a:pt x="576" y="1011"/>
                  </a:cubicBezTo>
                  <a:cubicBezTo>
                    <a:pt x="577" y="1012"/>
                    <a:pt x="579" y="1013"/>
                    <a:pt x="581" y="1013"/>
                  </a:cubicBezTo>
                  <a:cubicBezTo>
                    <a:pt x="584" y="1013"/>
                    <a:pt x="587" y="1011"/>
                    <a:pt x="589" y="1009"/>
                  </a:cubicBezTo>
                  <a:cubicBezTo>
                    <a:pt x="591" y="1008"/>
                    <a:pt x="592" y="1006"/>
                    <a:pt x="593" y="1005"/>
                  </a:cubicBezTo>
                  <a:cubicBezTo>
                    <a:pt x="597" y="1002"/>
                    <a:pt x="606" y="995"/>
                    <a:pt x="606" y="995"/>
                  </a:cubicBezTo>
                  <a:cubicBezTo>
                    <a:pt x="605" y="993"/>
                    <a:pt x="605" y="993"/>
                    <a:pt x="605" y="993"/>
                  </a:cubicBezTo>
                  <a:cubicBezTo>
                    <a:pt x="605" y="995"/>
                    <a:pt x="605" y="995"/>
                    <a:pt x="605" y="995"/>
                  </a:cubicBezTo>
                  <a:cubicBezTo>
                    <a:pt x="605" y="995"/>
                    <a:pt x="605" y="995"/>
                    <a:pt x="606" y="995"/>
                  </a:cubicBezTo>
                  <a:cubicBezTo>
                    <a:pt x="608" y="995"/>
                    <a:pt x="612" y="995"/>
                    <a:pt x="615" y="992"/>
                  </a:cubicBezTo>
                  <a:cubicBezTo>
                    <a:pt x="617" y="990"/>
                    <a:pt x="620" y="987"/>
                    <a:pt x="622" y="984"/>
                  </a:cubicBezTo>
                  <a:cubicBezTo>
                    <a:pt x="625" y="981"/>
                    <a:pt x="626" y="979"/>
                    <a:pt x="626" y="979"/>
                  </a:cubicBezTo>
                  <a:cubicBezTo>
                    <a:pt x="625" y="978"/>
                    <a:pt x="625" y="978"/>
                    <a:pt x="625" y="978"/>
                  </a:cubicBezTo>
                  <a:cubicBezTo>
                    <a:pt x="623" y="978"/>
                    <a:pt x="623" y="978"/>
                    <a:pt x="623" y="978"/>
                  </a:cubicBezTo>
                  <a:cubicBezTo>
                    <a:pt x="623" y="978"/>
                    <a:pt x="623" y="978"/>
                    <a:pt x="623" y="979"/>
                  </a:cubicBezTo>
                  <a:cubicBezTo>
                    <a:pt x="623" y="980"/>
                    <a:pt x="623" y="981"/>
                    <a:pt x="624" y="983"/>
                  </a:cubicBezTo>
                  <a:cubicBezTo>
                    <a:pt x="624" y="985"/>
                    <a:pt x="626" y="987"/>
                    <a:pt x="628" y="988"/>
                  </a:cubicBezTo>
                  <a:cubicBezTo>
                    <a:pt x="629" y="988"/>
                    <a:pt x="630" y="988"/>
                    <a:pt x="630" y="988"/>
                  </a:cubicBezTo>
                  <a:cubicBezTo>
                    <a:pt x="632" y="988"/>
                    <a:pt x="634" y="987"/>
                    <a:pt x="635" y="986"/>
                  </a:cubicBezTo>
                  <a:cubicBezTo>
                    <a:pt x="637" y="985"/>
                    <a:pt x="639" y="983"/>
                    <a:pt x="641" y="981"/>
                  </a:cubicBezTo>
                  <a:cubicBezTo>
                    <a:pt x="643" y="979"/>
                    <a:pt x="644" y="977"/>
                    <a:pt x="646" y="975"/>
                  </a:cubicBezTo>
                  <a:cubicBezTo>
                    <a:pt x="651" y="969"/>
                    <a:pt x="658" y="959"/>
                    <a:pt x="661" y="950"/>
                  </a:cubicBezTo>
                  <a:cubicBezTo>
                    <a:pt x="663" y="946"/>
                    <a:pt x="665" y="937"/>
                    <a:pt x="668" y="929"/>
                  </a:cubicBezTo>
                  <a:cubicBezTo>
                    <a:pt x="670" y="920"/>
                    <a:pt x="673" y="912"/>
                    <a:pt x="674" y="910"/>
                  </a:cubicBezTo>
                  <a:lnTo>
                    <a:pt x="672" y="909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60464" name="Freeform 517">
              <a:extLst>
                <a:ext uri="{FF2B5EF4-FFF2-40B4-BE49-F238E27FC236}">
                  <a16:creationId xmlns:a16="http://schemas.microsoft.com/office/drawing/2014/main" id="{5FA65D70-4694-47BA-8843-5DA929CF60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8" y="2064"/>
              <a:ext cx="55" cy="14"/>
            </a:xfrm>
            <a:custGeom>
              <a:avLst/>
              <a:gdLst>
                <a:gd name="T0" fmla="*/ 212 w 27"/>
                <a:gd name="T1" fmla="*/ 0 h 7"/>
                <a:gd name="T2" fmla="*/ 59 w 27"/>
                <a:gd name="T3" fmla="*/ 24 h 7"/>
                <a:gd name="T4" fmla="*/ 0 w 27"/>
                <a:gd name="T5" fmla="*/ 24 h 7"/>
                <a:gd name="T6" fmla="*/ 0 w 27"/>
                <a:gd name="T7" fmla="*/ 56 h 7"/>
                <a:gd name="T8" fmla="*/ 59 w 27"/>
                <a:gd name="T9" fmla="*/ 56 h 7"/>
                <a:gd name="T10" fmla="*/ 228 w 27"/>
                <a:gd name="T11" fmla="*/ 32 h 7"/>
                <a:gd name="T12" fmla="*/ 212 w 27"/>
                <a:gd name="T13" fmla="*/ 0 h 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" h="7">
                  <a:moveTo>
                    <a:pt x="25" y="0"/>
                  </a:moveTo>
                  <a:cubicBezTo>
                    <a:pt x="20" y="2"/>
                    <a:pt x="14" y="3"/>
                    <a:pt x="7" y="3"/>
                  </a:cubicBezTo>
                  <a:cubicBezTo>
                    <a:pt x="5" y="3"/>
                    <a:pt x="3" y="3"/>
                    <a:pt x="0" y="3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2" y="7"/>
                    <a:pt x="5" y="7"/>
                    <a:pt x="7" y="7"/>
                  </a:cubicBezTo>
                  <a:cubicBezTo>
                    <a:pt x="14" y="7"/>
                    <a:pt x="21" y="6"/>
                    <a:pt x="27" y="4"/>
                  </a:cubicBezTo>
                  <a:lnTo>
                    <a:pt x="25" y="0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60465" name="Freeform 518">
              <a:extLst>
                <a:ext uri="{FF2B5EF4-FFF2-40B4-BE49-F238E27FC236}">
                  <a16:creationId xmlns:a16="http://schemas.microsoft.com/office/drawing/2014/main" id="{8ACFD928-36FC-490A-825F-A2A6E865F39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6" y="1857"/>
              <a:ext cx="121" cy="151"/>
            </a:xfrm>
            <a:custGeom>
              <a:avLst/>
              <a:gdLst>
                <a:gd name="T0" fmla="*/ 0 w 60"/>
                <a:gd name="T1" fmla="*/ 491 h 75"/>
                <a:gd name="T2" fmla="*/ 16 w 60"/>
                <a:gd name="T3" fmla="*/ 548 h 75"/>
                <a:gd name="T4" fmla="*/ 32 w 60"/>
                <a:gd name="T5" fmla="*/ 580 h 75"/>
                <a:gd name="T6" fmla="*/ 65 w 60"/>
                <a:gd name="T7" fmla="*/ 612 h 75"/>
                <a:gd name="T8" fmla="*/ 97 w 60"/>
                <a:gd name="T9" fmla="*/ 612 h 75"/>
                <a:gd name="T10" fmla="*/ 139 w 60"/>
                <a:gd name="T11" fmla="*/ 604 h 75"/>
                <a:gd name="T12" fmla="*/ 179 w 60"/>
                <a:gd name="T13" fmla="*/ 572 h 75"/>
                <a:gd name="T14" fmla="*/ 204 w 60"/>
                <a:gd name="T15" fmla="*/ 564 h 75"/>
                <a:gd name="T16" fmla="*/ 212 w 60"/>
                <a:gd name="T17" fmla="*/ 564 h 75"/>
                <a:gd name="T18" fmla="*/ 228 w 60"/>
                <a:gd name="T19" fmla="*/ 580 h 75"/>
                <a:gd name="T20" fmla="*/ 236 w 60"/>
                <a:gd name="T21" fmla="*/ 588 h 75"/>
                <a:gd name="T22" fmla="*/ 264 w 60"/>
                <a:gd name="T23" fmla="*/ 596 h 75"/>
                <a:gd name="T24" fmla="*/ 288 w 60"/>
                <a:gd name="T25" fmla="*/ 588 h 75"/>
                <a:gd name="T26" fmla="*/ 313 w 60"/>
                <a:gd name="T27" fmla="*/ 572 h 75"/>
                <a:gd name="T28" fmla="*/ 337 w 60"/>
                <a:gd name="T29" fmla="*/ 523 h 75"/>
                <a:gd name="T30" fmla="*/ 353 w 60"/>
                <a:gd name="T31" fmla="*/ 483 h 75"/>
                <a:gd name="T32" fmla="*/ 411 w 60"/>
                <a:gd name="T33" fmla="*/ 336 h 75"/>
                <a:gd name="T34" fmla="*/ 468 w 60"/>
                <a:gd name="T35" fmla="*/ 97 h 75"/>
                <a:gd name="T36" fmla="*/ 476 w 60"/>
                <a:gd name="T37" fmla="*/ 64 h 75"/>
                <a:gd name="T38" fmla="*/ 492 w 60"/>
                <a:gd name="T39" fmla="*/ 24 h 75"/>
                <a:gd name="T40" fmla="*/ 484 w 60"/>
                <a:gd name="T41" fmla="*/ 8 h 75"/>
                <a:gd name="T42" fmla="*/ 476 w 60"/>
                <a:gd name="T43" fmla="*/ 0 h 75"/>
                <a:gd name="T44" fmla="*/ 460 w 60"/>
                <a:gd name="T45" fmla="*/ 24 h 75"/>
                <a:gd name="T46" fmla="*/ 468 w 60"/>
                <a:gd name="T47" fmla="*/ 16 h 75"/>
                <a:gd name="T48" fmla="*/ 460 w 60"/>
                <a:gd name="T49" fmla="*/ 24 h 75"/>
                <a:gd name="T50" fmla="*/ 460 w 60"/>
                <a:gd name="T51" fmla="*/ 24 h 75"/>
                <a:gd name="T52" fmla="*/ 468 w 60"/>
                <a:gd name="T53" fmla="*/ 16 h 75"/>
                <a:gd name="T54" fmla="*/ 460 w 60"/>
                <a:gd name="T55" fmla="*/ 24 h 75"/>
                <a:gd name="T56" fmla="*/ 460 w 60"/>
                <a:gd name="T57" fmla="*/ 16 h 75"/>
                <a:gd name="T58" fmla="*/ 460 w 60"/>
                <a:gd name="T59" fmla="*/ 16 h 75"/>
                <a:gd name="T60" fmla="*/ 460 w 60"/>
                <a:gd name="T61" fmla="*/ 24 h 75"/>
                <a:gd name="T62" fmla="*/ 460 w 60"/>
                <a:gd name="T63" fmla="*/ 16 h 75"/>
                <a:gd name="T64" fmla="*/ 460 w 60"/>
                <a:gd name="T65" fmla="*/ 16 h 75"/>
                <a:gd name="T66" fmla="*/ 460 w 60"/>
                <a:gd name="T67" fmla="*/ 24 h 75"/>
                <a:gd name="T68" fmla="*/ 452 w 60"/>
                <a:gd name="T69" fmla="*/ 48 h 75"/>
                <a:gd name="T70" fmla="*/ 436 w 60"/>
                <a:gd name="T71" fmla="*/ 89 h 75"/>
                <a:gd name="T72" fmla="*/ 379 w 60"/>
                <a:gd name="T73" fmla="*/ 328 h 75"/>
                <a:gd name="T74" fmla="*/ 321 w 60"/>
                <a:gd name="T75" fmla="*/ 467 h 75"/>
                <a:gd name="T76" fmla="*/ 296 w 60"/>
                <a:gd name="T77" fmla="*/ 523 h 75"/>
                <a:gd name="T78" fmla="*/ 288 w 60"/>
                <a:gd name="T79" fmla="*/ 548 h 75"/>
                <a:gd name="T80" fmla="*/ 272 w 60"/>
                <a:gd name="T81" fmla="*/ 564 h 75"/>
                <a:gd name="T82" fmla="*/ 264 w 60"/>
                <a:gd name="T83" fmla="*/ 564 h 75"/>
                <a:gd name="T84" fmla="*/ 264 w 60"/>
                <a:gd name="T85" fmla="*/ 564 h 75"/>
                <a:gd name="T86" fmla="*/ 248 w 60"/>
                <a:gd name="T87" fmla="*/ 548 h 75"/>
                <a:gd name="T88" fmla="*/ 220 w 60"/>
                <a:gd name="T89" fmla="*/ 532 h 75"/>
                <a:gd name="T90" fmla="*/ 204 w 60"/>
                <a:gd name="T91" fmla="*/ 532 h 75"/>
                <a:gd name="T92" fmla="*/ 171 w 60"/>
                <a:gd name="T93" fmla="*/ 540 h 75"/>
                <a:gd name="T94" fmla="*/ 131 w 60"/>
                <a:gd name="T95" fmla="*/ 572 h 75"/>
                <a:gd name="T96" fmla="*/ 97 w 60"/>
                <a:gd name="T97" fmla="*/ 580 h 75"/>
                <a:gd name="T98" fmla="*/ 81 w 60"/>
                <a:gd name="T99" fmla="*/ 580 h 75"/>
                <a:gd name="T100" fmla="*/ 56 w 60"/>
                <a:gd name="T101" fmla="*/ 564 h 75"/>
                <a:gd name="T102" fmla="*/ 40 w 60"/>
                <a:gd name="T103" fmla="*/ 523 h 75"/>
                <a:gd name="T104" fmla="*/ 24 w 60"/>
                <a:gd name="T105" fmla="*/ 475 h 75"/>
                <a:gd name="T106" fmla="*/ 0 w 60"/>
                <a:gd name="T107" fmla="*/ 491 h 75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0" t="0" r="r" b="b"/>
              <a:pathLst>
                <a:path w="60" h="75">
                  <a:moveTo>
                    <a:pt x="0" y="60"/>
                  </a:moveTo>
                  <a:cubicBezTo>
                    <a:pt x="1" y="62"/>
                    <a:pt x="1" y="64"/>
                    <a:pt x="2" y="67"/>
                  </a:cubicBezTo>
                  <a:cubicBezTo>
                    <a:pt x="2" y="69"/>
                    <a:pt x="3" y="70"/>
                    <a:pt x="4" y="71"/>
                  </a:cubicBezTo>
                  <a:cubicBezTo>
                    <a:pt x="5" y="73"/>
                    <a:pt x="6" y="74"/>
                    <a:pt x="8" y="75"/>
                  </a:cubicBezTo>
                  <a:cubicBezTo>
                    <a:pt x="9" y="75"/>
                    <a:pt x="11" y="75"/>
                    <a:pt x="12" y="75"/>
                  </a:cubicBezTo>
                  <a:cubicBezTo>
                    <a:pt x="14" y="75"/>
                    <a:pt x="15" y="75"/>
                    <a:pt x="17" y="74"/>
                  </a:cubicBezTo>
                  <a:cubicBezTo>
                    <a:pt x="19" y="73"/>
                    <a:pt x="20" y="72"/>
                    <a:pt x="22" y="70"/>
                  </a:cubicBezTo>
                  <a:cubicBezTo>
                    <a:pt x="23" y="69"/>
                    <a:pt x="24" y="69"/>
                    <a:pt x="25" y="69"/>
                  </a:cubicBezTo>
                  <a:cubicBezTo>
                    <a:pt x="26" y="69"/>
                    <a:pt x="26" y="69"/>
                    <a:pt x="26" y="69"/>
                  </a:cubicBezTo>
                  <a:cubicBezTo>
                    <a:pt x="26" y="69"/>
                    <a:pt x="27" y="70"/>
                    <a:pt x="28" y="71"/>
                  </a:cubicBezTo>
                  <a:cubicBezTo>
                    <a:pt x="28" y="71"/>
                    <a:pt x="29" y="72"/>
                    <a:pt x="29" y="72"/>
                  </a:cubicBezTo>
                  <a:cubicBezTo>
                    <a:pt x="30" y="73"/>
                    <a:pt x="31" y="73"/>
                    <a:pt x="32" y="73"/>
                  </a:cubicBezTo>
                  <a:cubicBezTo>
                    <a:pt x="33" y="73"/>
                    <a:pt x="34" y="73"/>
                    <a:pt x="35" y="72"/>
                  </a:cubicBezTo>
                  <a:cubicBezTo>
                    <a:pt x="36" y="72"/>
                    <a:pt x="37" y="71"/>
                    <a:pt x="38" y="70"/>
                  </a:cubicBezTo>
                  <a:cubicBezTo>
                    <a:pt x="39" y="68"/>
                    <a:pt x="40" y="66"/>
                    <a:pt x="41" y="64"/>
                  </a:cubicBezTo>
                  <a:cubicBezTo>
                    <a:pt x="42" y="62"/>
                    <a:pt x="42" y="60"/>
                    <a:pt x="43" y="59"/>
                  </a:cubicBezTo>
                  <a:cubicBezTo>
                    <a:pt x="45" y="53"/>
                    <a:pt x="48" y="47"/>
                    <a:pt x="50" y="41"/>
                  </a:cubicBezTo>
                  <a:cubicBezTo>
                    <a:pt x="54" y="31"/>
                    <a:pt x="55" y="21"/>
                    <a:pt x="57" y="12"/>
                  </a:cubicBezTo>
                  <a:cubicBezTo>
                    <a:pt x="57" y="11"/>
                    <a:pt x="58" y="9"/>
                    <a:pt x="58" y="8"/>
                  </a:cubicBezTo>
                  <a:cubicBezTo>
                    <a:pt x="59" y="6"/>
                    <a:pt x="59" y="4"/>
                    <a:pt x="60" y="3"/>
                  </a:cubicBezTo>
                  <a:cubicBezTo>
                    <a:pt x="60" y="2"/>
                    <a:pt x="59" y="2"/>
                    <a:pt x="59" y="1"/>
                  </a:cubicBezTo>
                  <a:cubicBezTo>
                    <a:pt x="59" y="1"/>
                    <a:pt x="59" y="0"/>
                    <a:pt x="58" y="0"/>
                  </a:cubicBezTo>
                  <a:cubicBezTo>
                    <a:pt x="56" y="3"/>
                    <a:pt x="56" y="3"/>
                    <a:pt x="56" y="3"/>
                  </a:cubicBezTo>
                  <a:cubicBezTo>
                    <a:pt x="57" y="2"/>
                    <a:pt x="57" y="2"/>
                    <a:pt x="57" y="2"/>
                  </a:cubicBezTo>
                  <a:cubicBezTo>
                    <a:pt x="56" y="3"/>
                    <a:pt x="56" y="3"/>
                    <a:pt x="56" y="3"/>
                  </a:cubicBezTo>
                  <a:cubicBezTo>
                    <a:pt x="56" y="3"/>
                    <a:pt x="56" y="3"/>
                    <a:pt x="56" y="3"/>
                  </a:cubicBezTo>
                  <a:cubicBezTo>
                    <a:pt x="57" y="2"/>
                    <a:pt x="57" y="2"/>
                    <a:pt x="57" y="2"/>
                  </a:cubicBezTo>
                  <a:cubicBezTo>
                    <a:pt x="56" y="3"/>
                    <a:pt x="56" y="3"/>
                    <a:pt x="56" y="3"/>
                  </a:cubicBezTo>
                  <a:cubicBezTo>
                    <a:pt x="56" y="2"/>
                    <a:pt x="56" y="2"/>
                    <a:pt x="56" y="2"/>
                  </a:cubicBezTo>
                  <a:cubicBezTo>
                    <a:pt x="56" y="2"/>
                    <a:pt x="56" y="2"/>
                    <a:pt x="56" y="2"/>
                  </a:cubicBezTo>
                  <a:cubicBezTo>
                    <a:pt x="56" y="3"/>
                    <a:pt x="56" y="3"/>
                    <a:pt x="56" y="3"/>
                  </a:cubicBezTo>
                  <a:cubicBezTo>
                    <a:pt x="56" y="2"/>
                    <a:pt x="56" y="2"/>
                    <a:pt x="56" y="2"/>
                  </a:cubicBezTo>
                  <a:cubicBezTo>
                    <a:pt x="56" y="2"/>
                    <a:pt x="56" y="2"/>
                    <a:pt x="56" y="2"/>
                  </a:cubicBezTo>
                  <a:cubicBezTo>
                    <a:pt x="56" y="3"/>
                    <a:pt x="56" y="3"/>
                    <a:pt x="56" y="3"/>
                  </a:cubicBezTo>
                  <a:cubicBezTo>
                    <a:pt x="56" y="3"/>
                    <a:pt x="55" y="5"/>
                    <a:pt x="55" y="6"/>
                  </a:cubicBezTo>
                  <a:cubicBezTo>
                    <a:pt x="54" y="8"/>
                    <a:pt x="54" y="9"/>
                    <a:pt x="53" y="11"/>
                  </a:cubicBezTo>
                  <a:cubicBezTo>
                    <a:pt x="51" y="21"/>
                    <a:pt x="50" y="31"/>
                    <a:pt x="46" y="40"/>
                  </a:cubicBezTo>
                  <a:cubicBezTo>
                    <a:pt x="44" y="46"/>
                    <a:pt x="42" y="52"/>
                    <a:pt x="39" y="57"/>
                  </a:cubicBezTo>
                  <a:cubicBezTo>
                    <a:pt x="38" y="59"/>
                    <a:pt x="37" y="62"/>
                    <a:pt x="36" y="64"/>
                  </a:cubicBezTo>
                  <a:cubicBezTo>
                    <a:pt x="36" y="65"/>
                    <a:pt x="35" y="67"/>
                    <a:pt x="35" y="67"/>
                  </a:cubicBezTo>
                  <a:cubicBezTo>
                    <a:pt x="34" y="68"/>
                    <a:pt x="34" y="69"/>
                    <a:pt x="33" y="69"/>
                  </a:cubicBezTo>
                  <a:cubicBezTo>
                    <a:pt x="33" y="69"/>
                    <a:pt x="32" y="69"/>
                    <a:pt x="32" y="69"/>
                  </a:cubicBezTo>
                  <a:cubicBezTo>
                    <a:pt x="32" y="69"/>
                    <a:pt x="32" y="69"/>
                    <a:pt x="32" y="69"/>
                  </a:cubicBezTo>
                  <a:cubicBezTo>
                    <a:pt x="31" y="69"/>
                    <a:pt x="31" y="68"/>
                    <a:pt x="30" y="67"/>
                  </a:cubicBezTo>
                  <a:cubicBezTo>
                    <a:pt x="29" y="67"/>
                    <a:pt x="29" y="66"/>
                    <a:pt x="27" y="65"/>
                  </a:cubicBezTo>
                  <a:cubicBezTo>
                    <a:pt x="26" y="65"/>
                    <a:pt x="26" y="65"/>
                    <a:pt x="25" y="65"/>
                  </a:cubicBezTo>
                  <a:cubicBezTo>
                    <a:pt x="23" y="65"/>
                    <a:pt x="22" y="65"/>
                    <a:pt x="21" y="66"/>
                  </a:cubicBezTo>
                  <a:cubicBezTo>
                    <a:pt x="19" y="67"/>
                    <a:pt x="18" y="69"/>
                    <a:pt x="16" y="70"/>
                  </a:cubicBezTo>
                  <a:cubicBezTo>
                    <a:pt x="15" y="71"/>
                    <a:pt x="13" y="71"/>
                    <a:pt x="12" y="71"/>
                  </a:cubicBezTo>
                  <a:cubicBezTo>
                    <a:pt x="11" y="71"/>
                    <a:pt x="10" y="71"/>
                    <a:pt x="10" y="71"/>
                  </a:cubicBezTo>
                  <a:cubicBezTo>
                    <a:pt x="9" y="70"/>
                    <a:pt x="8" y="70"/>
                    <a:pt x="7" y="69"/>
                  </a:cubicBezTo>
                  <a:cubicBezTo>
                    <a:pt x="6" y="68"/>
                    <a:pt x="6" y="66"/>
                    <a:pt x="5" y="64"/>
                  </a:cubicBezTo>
                  <a:cubicBezTo>
                    <a:pt x="5" y="62"/>
                    <a:pt x="4" y="60"/>
                    <a:pt x="3" y="58"/>
                  </a:cubicBezTo>
                  <a:lnTo>
                    <a:pt x="0" y="60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60466" name="Freeform 519">
              <a:extLst>
                <a:ext uri="{FF2B5EF4-FFF2-40B4-BE49-F238E27FC236}">
                  <a16:creationId xmlns:a16="http://schemas.microsoft.com/office/drawing/2014/main" id="{D0DB95DE-8A81-4074-ADD3-33DA241F06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3" y="952"/>
              <a:ext cx="113" cy="1068"/>
            </a:xfrm>
            <a:custGeom>
              <a:avLst/>
              <a:gdLst>
                <a:gd name="T0" fmla="*/ 240 w 56"/>
                <a:gd name="T1" fmla="*/ 4280 h 532"/>
                <a:gd name="T2" fmla="*/ 81 w 56"/>
                <a:gd name="T3" fmla="*/ 4152 h 532"/>
                <a:gd name="T4" fmla="*/ 32 w 56"/>
                <a:gd name="T5" fmla="*/ 3989 h 532"/>
                <a:gd name="T6" fmla="*/ 115 w 56"/>
                <a:gd name="T7" fmla="*/ 3672 h 532"/>
                <a:gd name="T8" fmla="*/ 248 w 56"/>
                <a:gd name="T9" fmla="*/ 3357 h 532"/>
                <a:gd name="T10" fmla="*/ 460 w 56"/>
                <a:gd name="T11" fmla="*/ 2548 h 532"/>
                <a:gd name="T12" fmla="*/ 436 w 56"/>
                <a:gd name="T13" fmla="*/ 2353 h 532"/>
                <a:gd name="T14" fmla="*/ 355 w 56"/>
                <a:gd name="T15" fmla="*/ 1536 h 532"/>
                <a:gd name="T16" fmla="*/ 363 w 56"/>
                <a:gd name="T17" fmla="*/ 1132 h 532"/>
                <a:gd name="T18" fmla="*/ 363 w 56"/>
                <a:gd name="T19" fmla="*/ 1108 h 532"/>
                <a:gd name="T20" fmla="*/ 321 w 56"/>
                <a:gd name="T21" fmla="*/ 915 h 532"/>
                <a:gd name="T22" fmla="*/ 248 w 56"/>
                <a:gd name="T23" fmla="*/ 729 h 532"/>
                <a:gd name="T24" fmla="*/ 188 w 56"/>
                <a:gd name="T25" fmla="*/ 193 h 532"/>
                <a:gd name="T26" fmla="*/ 196 w 56"/>
                <a:gd name="T27" fmla="*/ 0 h 532"/>
                <a:gd name="T28" fmla="*/ 163 w 56"/>
                <a:gd name="T29" fmla="*/ 0 h 532"/>
                <a:gd name="T30" fmla="*/ 155 w 56"/>
                <a:gd name="T31" fmla="*/ 193 h 532"/>
                <a:gd name="T32" fmla="*/ 220 w 56"/>
                <a:gd name="T33" fmla="*/ 737 h 532"/>
                <a:gd name="T34" fmla="*/ 289 w 56"/>
                <a:gd name="T35" fmla="*/ 923 h 532"/>
                <a:gd name="T36" fmla="*/ 329 w 56"/>
                <a:gd name="T37" fmla="*/ 1108 h 532"/>
                <a:gd name="T38" fmla="*/ 329 w 56"/>
                <a:gd name="T39" fmla="*/ 1132 h 532"/>
                <a:gd name="T40" fmla="*/ 321 w 56"/>
                <a:gd name="T41" fmla="*/ 1536 h 532"/>
                <a:gd name="T42" fmla="*/ 404 w 56"/>
                <a:gd name="T43" fmla="*/ 2361 h 532"/>
                <a:gd name="T44" fmla="*/ 428 w 56"/>
                <a:gd name="T45" fmla="*/ 2548 h 532"/>
                <a:gd name="T46" fmla="*/ 212 w 56"/>
                <a:gd name="T47" fmla="*/ 3349 h 532"/>
                <a:gd name="T48" fmla="*/ 89 w 56"/>
                <a:gd name="T49" fmla="*/ 3664 h 532"/>
                <a:gd name="T50" fmla="*/ 0 w 56"/>
                <a:gd name="T51" fmla="*/ 3989 h 532"/>
                <a:gd name="T52" fmla="*/ 48 w 56"/>
                <a:gd name="T53" fmla="*/ 4168 h 532"/>
                <a:gd name="T54" fmla="*/ 220 w 56"/>
                <a:gd name="T55" fmla="*/ 4304 h 532"/>
                <a:gd name="T56" fmla="*/ 240 w 56"/>
                <a:gd name="T57" fmla="*/ 4280 h 532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56" h="532">
                  <a:moveTo>
                    <a:pt x="29" y="529"/>
                  </a:moveTo>
                  <a:cubicBezTo>
                    <a:pt x="20" y="524"/>
                    <a:pt x="14" y="518"/>
                    <a:pt x="10" y="513"/>
                  </a:cubicBezTo>
                  <a:cubicBezTo>
                    <a:pt x="6" y="507"/>
                    <a:pt x="4" y="500"/>
                    <a:pt x="4" y="493"/>
                  </a:cubicBezTo>
                  <a:cubicBezTo>
                    <a:pt x="4" y="481"/>
                    <a:pt x="9" y="468"/>
                    <a:pt x="14" y="454"/>
                  </a:cubicBezTo>
                  <a:cubicBezTo>
                    <a:pt x="20" y="441"/>
                    <a:pt x="26" y="428"/>
                    <a:pt x="30" y="415"/>
                  </a:cubicBezTo>
                  <a:cubicBezTo>
                    <a:pt x="39" y="382"/>
                    <a:pt x="56" y="350"/>
                    <a:pt x="56" y="315"/>
                  </a:cubicBezTo>
                  <a:cubicBezTo>
                    <a:pt x="56" y="307"/>
                    <a:pt x="56" y="299"/>
                    <a:pt x="53" y="291"/>
                  </a:cubicBezTo>
                  <a:cubicBezTo>
                    <a:pt x="45" y="260"/>
                    <a:pt x="43" y="225"/>
                    <a:pt x="43" y="190"/>
                  </a:cubicBezTo>
                  <a:cubicBezTo>
                    <a:pt x="43" y="173"/>
                    <a:pt x="43" y="156"/>
                    <a:pt x="44" y="140"/>
                  </a:cubicBezTo>
                  <a:cubicBezTo>
                    <a:pt x="44" y="139"/>
                    <a:pt x="44" y="138"/>
                    <a:pt x="44" y="137"/>
                  </a:cubicBezTo>
                  <a:cubicBezTo>
                    <a:pt x="44" y="126"/>
                    <a:pt x="42" y="119"/>
                    <a:pt x="39" y="113"/>
                  </a:cubicBezTo>
                  <a:cubicBezTo>
                    <a:pt x="36" y="106"/>
                    <a:pt x="33" y="100"/>
                    <a:pt x="30" y="90"/>
                  </a:cubicBezTo>
                  <a:cubicBezTo>
                    <a:pt x="25" y="71"/>
                    <a:pt x="23" y="46"/>
                    <a:pt x="23" y="24"/>
                  </a:cubicBezTo>
                  <a:cubicBezTo>
                    <a:pt x="23" y="16"/>
                    <a:pt x="24" y="8"/>
                    <a:pt x="24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20" y="8"/>
                    <a:pt x="19" y="15"/>
                    <a:pt x="19" y="24"/>
                  </a:cubicBezTo>
                  <a:cubicBezTo>
                    <a:pt x="19" y="46"/>
                    <a:pt x="21" y="71"/>
                    <a:pt x="27" y="91"/>
                  </a:cubicBezTo>
                  <a:cubicBezTo>
                    <a:pt x="29" y="101"/>
                    <a:pt x="33" y="108"/>
                    <a:pt x="35" y="114"/>
                  </a:cubicBezTo>
                  <a:cubicBezTo>
                    <a:pt x="38" y="120"/>
                    <a:pt x="40" y="126"/>
                    <a:pt x="40" y="137"/>
                  </a:cubicBezTo>
                  <a:cubicBezTo>
                    <a:pt x="40" y="138"/>
                    <a:pt x="40" y="139"/>
                    <a:pt x="40" y="140"/>
                  </a:cubicBezTo>
                  <a:cubicBezTo>
                    <a:pt x="39" y="156"/>
                    <a:pt x="39" y="173"/>
                    <a:pt x="39" y="190"/>
                  </a:cubicBezTo>
                  <a:cubicBezTo>
                    <a:pt x="39" y="225"/>
                    <a:pt x="41" y="260"/>
                    <a:pt x="49" y="292"/>
                  </a:cubicBezTo>
                  <a:cubicBezTo>
                    <a:pt x="52" y="300"/>
                    <a:pt x="52" y="307"/>
                    <a:pt x="52" y="315"/>
                  </a:cubicBezTo>
                  <a:cubicBezTo>
                    <a:pt x="52" y="348"/>
                    <a:pt x="35" y="380"/>
                    <a:pt x="26" y="414"/>
                  </a:cubicBezTo>
                  <a:cubicBezTo>
                    <a:pt x="22" y="426"/>
                    <a:pt x="16" y="439"/>
                    <a:pt x="11" y="453"/>
                  </a:cubicBezTo>
                  <a:cubicBezTo>
                    <a:pt x="5" y="466"/>
                    <a:pt x="0" y="480"/>
                    <a:pt x="0" y="493"/>
                  </a:cubicBezTo>
                  <a:cubicBezTo>
                    <a:pt x="0" y="501"/>
                    <a:pt x="2" y="508"/>
                    <a:pt x="6" y="515"/>
                  </a:cubicBezTo>
                  <a:cubicBezTo>
                    <a:pt x="11" y="521"/>
                    <a:pt x="17" y="527"/>
                    <a:pt x="27" y="532"/>
                  </a:cubicBezTo>
                  <a:lnTo>
                    <a:pt x="29" y="529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60467" name="Freeform 520">
              <a:extLst>
                <a:ext uri="{FF2B5EF4-FFF2-40B4-BE49-F238E27FC236}">
                  <a16:creationId xmlns:a16="http://schemas.microsoft.com/office/drawing/2014/main" id="{A6BA67D4-623A-4BBB-AA56-E9A3BAADC3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1" y="916"/>
              <a:ext cx="70" cy="1100"/>
            </a:xfrm>
            <a:custGeom>
              <a:avLst/>
              <a:gdLst>
                <a:gd name="T0" fmla="*/ 112 w 35"/>
                <a:gd name="T1" fmla="*/ 4432 h 548"/>
                <a:gd name="T2" fmla="*/ 248 w 35"/>
                <a:gd name="T3" fmla="*/ 4272 h 548"/>
                <a:gd name="T4" fmla="*/ 280 w 35"/>
                <a:gd name="T5" fmla="*/ 4125 h 548"/>
                <a:gd name="T6" fmla="*/ 208 w 35"/>
                <a:gd name="T7" fmla="*/ 3832 h 548"/>
                <a:gd name="T8" fmla="*/ 128 w 35"/>
                <a:gd name="T9" fmla="*/ 3204 h 548"/>
                <a:gd name="T10" fmla="*/ 32 w 35"/>
                <a:gd name="T11" fmla="*/ 2668 h 548"/>
                <a:gd name="T12" fmla="*/ 32 w 35"/>
                <a:gd name="T13" fmla="*/ 2660 h 548"/>
                <a:gd name="T14" fmla="*/ 104 w 35"/>
                <a:gd name="T15" fmla="*/ 2256 h 548"/>
                <a:gd name="T16" fmla="*/ 144 w 35"/>
                <a:gd name="T17" fmla="*/ 1568 h 548"/>
                <a:gd name="T18" fmla="*/ 176 w 35"/>
                <a:gd name="T19" fmla="*/ 1245 h 548"/>
                <a:gd name="T20" fmla="*/ 144 w 35"/>
                <a:gd name="T21" fmla="*/ 964 h 548"/>
                <a:gd name="T22" fmla="*/ 112 w 35"/>
                <a:gd name="T23" fmla="*/ 624 h 548"/>
                <a:gd name="T24" fmla="*/ 112 w 35"/>
                <a:gd name="T25" fmla="*/ 500 h 548"/>
                <a:gd name="T26" fmla="*/ 120 w 35"/>
                <a:gd name="T27" fmla="*/ 347 h 548"/>
                <a:gd name="T28" fmla="*/ 112 w 35"/>
                <a:gd name="T29" fmla="*/ 48 h 548"/>
                <a:gd name="T30" fmla="*/ 112 w 35"/>
                <a:gd name="T31" fmla="*/ 0 h 548"/>
                <a:gd name="T32" fmla="*/ 80 w 35"/>
                <a:gd name="T33" fmla="*/ 0 h 548"/>
                <a:gd name="T34" fmla="*/ 80 w 35"/>
                <a:gd name="T35" fmla="*/ 48 h 548"/>
                <a:gd name="T36" fmla="*/ 88 w 35"/>
                <a:gd name="T37" fmla="*/ 347 h 548"/>
                <a:gd name="T38" fmla="*/ 80 w 35"/>
                <a:gd name="T39" fmla="*/ 500 h 548"/>
                <a:gd name="T40" fmla="*/ 80 w 35"/>
                <a:gd name="T41" fmla="*/ 624 h 548"/>
                <a:gd name="T42" fmla="*/ 112 w 35"/>
                <a:gd name="T43" fmla="*/ 972 h 548"/>
                <a:gd name="T44" fmla="*/ 144 w 35"/>
                <a:gd name="T45" fmla="*/ 1245 h 548"/>
                <a:gd name="T46" fmla="*/ 112 w 35"/>
                <a:gd name="T47" fmla="*/ 1560 h 548"/>
                <a:gd name="T48" fmla="*/ 72 w 35"/>
                <a:gd name="T49" fmla="*/ 2256 h 548"/>
                <a:gd name="T50" fmla="*/ 0 w 35"/>
                <a:gd name="T51" fmla="*/ 2660 h 548"/>
                <a:gd name="T52" fmla="*/ 0 w 35"/>
                <a:gd name="T53" fmla="*/ 2668 h 548"/>
                <a:gd name="T54" fmla="*/ 96 w 35"/>
                <a:gd name="T55" fmla="*/ 3212 h 548"/>
                <a:gd name="T56" fmla="*/ 176 w 35"/>
                <a:gd name="T57" fmla="*/ 3840 h 548"/>
                <a:gd name="T58" fmla="*/ 248 w 35"/>
                <a:gd name="T59" fmla="*/ 4125 h 548"/>
                <a:gd name="T60" fmla="*/ 216 w 35"/>
                <a:gd name="T61" fmla="*/ 4255 h 548"/>
                <a:gd name="T62" fmla="*/ 88 w 35"/>
                <a:gd name="T63" fmla="*/ 4408 h 548"/>
                <a:gd name="T64" fmla="*/ 112 w 35"/>
                <a:gd name="T65" fmla="*/ 4432 h 548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35" h="548">
                  <a:moveTo>
                    <a:pt x="14" y="548"/>
                  </a:moveTo>
                  <a:cubicBezTo>
                    <a:pt x="22" y="540"/>
                    <a:pt x="27" y="534"/>
                    <a:pt x="31" y="528"/>
                  </a:cubicBezTo>
                  <a:cubicBezTo>
                    <a:pt x="34" y="522"/>
                    <a:pt x="35" y="516"/>
                    <a:pt x="35" y="510"/>
                  </a:cubicBezTo>
                  <a:cubicBezTo>
                    <a:pt x="35" y="499"/>
                    <a:pt x="31" y="489"/>
                    <a:pt x="26" y="474"/>
                  </a:cubicBezTo>
                  <a:cubicBezTo>
                    <a:pt x="19" y="450"/>
                    <a:pt x="22" y="422"/>
                    <a:pt x="16" y="396"/>
                  </a:cubicBezTo>
                  <a:cubicBezTo>
                    <a:pt x="11" y="374"/>
                    <a:pt x="4" y="352"/>
                    <a:pt x="4" y="330"/>
                  </a:cubicBezTo>
                  <a:cubicBezTo>
                    <a:pt x="4" y="329"/>
                    <a:pt x="4" y="329"/>
                    <a:pt x="4" y="329"/>
                  </a:cubicBezTo>
                  <a:cubicBezTo>
                    <a:pt x="5" y="312"/>
                    <a:pt x="10" y="298"/>
                    <a:pt x="13" y="279"/>
                  </a:cubicBezTo>
                  <a:cubicBezTo>
                    <a:pt x="16" y="250"/>
                    <a:pt x="13" y="221"/>
                    <a:pt x="18" y="194"/>
                  </a:cubicBezTo>
                  <a:cubicBezTo>
                    <a:pt x="20" y="180"/>
                    <a:pt x="22" y="167"/>
                    <a:pt x="22" y="154"/>
                  </a:cubicBezTo>
                  <a:cubicBezTo>
                    <a:pt x="22" y="143"/>
                    <a:pt x="21" y="131"/>
                    <a:pt x="18" y="119"/>
                  </a:cubicBezTo>
                  <a:cubicBezTo>
                    <a:pt x="16" y="106"/>
                    <a:pt x="14" y="91"/>
                    <a:pt x="14" y="77"/>
                  </a:cubicBezTo>
                  <a:cubicBezTo>
                    <a:pt x="14" y="72"/>
                    <a:pt x="14" y="67"/>
                    <a:pt x="14" y="62"/>
                  </a:cubicBezTo>
                  <a:cubicBezTo>
                    <a:pt x="15" y="56"/>
                    <a:pt x="15" y="49"/>
                    <a:pt x="15" y="43"/>
                  </a:cubicBezTo>
                  <a:cubicBezTo>
                    <a:pt x="15" y="31"/>
                    <a:pt x="14" y="19"/>
                    <a:pt x="14" y="6"/>
                  </a:cubicBezTo>
                  <a:cubicBezTo>
                    <a:pt x="14" y="4"/>
                    <a:pt x="14" y="2"/>
                    <a:pt x="14" y="0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10" y="2"/>
                    <a:pt x="10" y="4"/>
                    <a:pt x="10" y="6"/>
                  </a:cubicBezTo>
                  <a:cubicBezTo>
                    <a:pt x="10" y="19"/>
                    <a:pt x="11" y="31"/>
                    <a:pt x="11" y="43"/>
                  </a:cubicBezTo>
                  <a:cubicBezTo>
                    <a:pt x="11" y="49"/>
                    <a:pt x="11" y="56"/>
                    <a:pt x="10" y="62"/>
                  </a:cubicBezTo>
                  <a:cubicBezTo>
                    <a:pt x="10" y="67"/>
                    <a:pt x="10" y="72"/>
                    <a:pt x="10" y="77"/>
                  </a:cubicBezTo>
                  <a:cubicBezTo>
                    <a:pt x="10" y="92"/>
                    <a:pt x="12" y="106"/>
                    <a:pt x="14" y="120"/>
                  </a:cubicBezTo>
                  <a:cubicBezTo>
                    <a:pt x="17" y="132"/>
                    <a:pt x="18" y="143"/>
                    <a:pt x="18" y="154"/>
                  </a:cubicBezTo>
                  <a:cubicBezTo>
                    <a:pt x="18" y="167"/>
                    <a:pt x="16" y="179"/>
                    <a:pt x="14" y="193"/>
                  </a:cubicBezTo>
                  <a:cubicBezTo>
                    <a:pt x="9" y="221"/>
                    <a:pt x="12" y="251"/>
                    <a:pt x="9" y="279"/>
                  </a:cubicBezTo>
                  <a:cubicBezTo>
                    <a:pt x="7" y="297"/>
                    <a:pt x="1" y="311"/>
                    <a:pt x="0" y="329"/>
                  </a:cubicBezTo>
                  <a:cubicBezTo>
                    <a:pt x="0" y="330"/>
                    <a:pt x="0" y="330"/>
                    <a:pt x="0" y="330"/>
                  </a:cubicBezTo>
                  <a:cubicBezTo>
                    <a:pt x="0" y="353"/>
                    <a:pt x="7" y="375"/>
                    <a:pt x="12" y="397"/>
                  </a:cubicBezTo>
                  <a:cubicBezTo>
                    <a:pt x="18" y="422"/>
                    <a:pt x="15" y="450"/>
                    <a:pt x="22" y="475"/>
                  </a:cubicBezTo>
                  <a:cubicBezTo>
                    <a:pt x="27" y="490"/>
                    <a:pt x="31" y="501"/>
                    <a:pt x="31" y="510"/>
                  </a:cubicBezTo>
                  <a:cubicBezTo>
                    <a:pt x="31" y="515"/>
                    <a:pt x="30" y="520"/>
                    <a:pt x="27" y="526"/>
                  </a:cubicBezTo>
                  <a:cubicBezTo>
                    <a:pt x="24" y="531"/>
                    <a:pt x="19" y="537"/>
                    <a:pt x="11" y="545"/>
                  </a:cubicBezTo>
                  <a:lnTo>
                    <a:pt x="14" y="548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60468" name="Freeform 521">
              <a:extLst>
                <a:ext uri="{FF2B5EF4-FFF2-40B4-BE49-F238E27FC236}">
                  <a16:creationId xmlns:a16="http://schemas.microsoft.com/office/drawing/2014/main" id="{961FCAB8-77A8-4BB2-8275-B3D7DAD546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8" y="2050"/>
              <a:ext cx="32" cy="22"/>
            </a:xfrm>
            <a:custGeom>
              <a:avLst/>
              <a:gdLst>
                <a:gd name="T0" fmla="*/ 24 w 16"/>
                <a:gd name="T1" fmla="*/ 88 h 11"/>
                <a:gd name="T2" fmla="*/ 80 w 16"/>
                <a:gd name="T3" fmla="*/ 56 h 11"/>
                <a:gd name="T4" fmla="*/ 128 w 16"/>
                <a:gd name="T5" fmla="*/ 32 h 11"/>
                <a:gd name="T6" fmla="*/ 112 w 16"/>
                <a:gd name="T7" fmla="*/ 0 h 11"/>
                <a:gd name="T8" fmla="*/ 64 w 16"/>
                <a:gd name="T9" fmla="*/ 24 h 11"/>
                <a:gd name="T10" fmla="*/ 0 w 16"/>
                <a:gd name="T11" fmla="*/ 56 h 11"/>
                <a:gd name="T12" fmla="*/ 24 w 16"/>
                <a:gd name="T13" fmla="*/ 88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" h="11">
                  <a:moveTo>
                    <a:pt x="3" y="11"/>
                  </a:moveTo>
                  <a:cubicBezTo>
                    <a:pt x="5" y="9"/>
                    <a:pt x="7" y="8"/>
                    <a:pt x="10" y="7"/>
                  </a:cubicBezTo>
                  <a:cubicBezTo>
                    <a:pt x="12" y="6"/>
                    <a:pt x="15" y="5"/>
                    <a:pt x="16" y="4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13" y="1"/>
                    <a:pt x="11" y="2"/>
                    <a:pt x="8" y="3"/>
                  </a:cubicBezTo>
                  <a:cubicBezTo>
                    <a:pt x="6" y="4"/>
                    <a:pt x="3" y="6"/>
                    <a:pt x="0" y="7"/>
                  </a:cubicBezTo>
                  <a:lnTo>
                    <a:pt x="3" y="11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60469" name="Freeform 522">
              <a:extLst>
                <a:ext uri="{FF2B5EF4-FFF2-40B4-BE49-F238E27FC236}">
                  <a16:creationId xmlns:a16="http://schemas.microsoft.com/office/drawing/2014/main" id="{FD11D336-FFD4-45A8-9DB2-BE8E1626770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9" y="1745"/>
              <a:ext cx="121" cy="297"/>
            </a:xfrm>
            <a:custGeom>
              <a:avLst/>
              <a:gdLst>
                <a:gd name="T0" fmla="*/ 492 w 60"/>
                <a:gd name="T1" fmla="*/ 1092 h 148"/>
                <a:gd name="T2" fmla="*/ 444 w 60"/>
                <a:gd name="T3" fmla="*/ 1076 h 148"/>
                <a:gd name="T4" fmla="*/ 395 w 60"/>
                <a:gd name="T5" fmla="*/ 1092 h 148"/>
                <a:gd name="T6" fmla="*/ 353 w 60"/>
                <a:gd name="T7" fmla="*/ 1116 h 148"/>
                <a:gd name="T8" fmla="*/ 212 w 60"/>
                <a:gd name="T9" fmla="*/ 1164 h 148"/>
                <a:gd name="T10" fmla="*/ 188 w 60"/>
                <a:gd name="T11" fmla="*/ 1164 h 148"/>
                <a:gd name="T12" fmla="*/ 81 w 60"/>
                <a:gd name="T13" fmla="*/ 1124 h 148"/>
                <a:gd name="T14" fmla="*/ 40 w 60"/>
                <a:gd name="T15" fmla="*/ 1011 h 148"/>
                <a:gd name="T16" fmla="*/ 32 w 60"/>
                <a:gd name="T17" fmla="*/ 979 h 148"/>
                <a:gd name="T18" fmla="*/ 73 w 60"/>
                <a:gd name="T19" fmla="*/ 712 h 148"/>
                <a:gd name="T20" fmla="*/ 65 w 60"/>
                <a:gd name="T21" fmla="*/ 648 h 148"/>
                <a:gd name="T22" fmla="*/ 56 w 60"/>
                <a:gd name="T23" fmla="*/ 556 h 148"/>
                <a:gd name="T24" fmla="*/ 73 w 60"/>
                <a:gd name="T25" fmla="*/ 435 h 148"/>
                <a:gd name="T26" fmla="*/ 97 w 60"/>
                <a:gd name="T27" fmla="*/ 299 h 148"/>
                <a:gd name="T28" fmla="*/ 97 w 60"/>
                <a:gd name="T29" fmla="*/ 265 h 148"/>
                <a:gd name="T30" fmla="*/ 81 w 60"/>
                <a:gd name="T31" fmla="*/ 72 h 148"/>
                <a:gd name="T32" fmla="*/ 81 w 60"/>
                <a:gd name="T33" fmla="*/ 8 h 148"/>
                <a:gd name="T34" fmla="*/ 56 w 60"/>
                <a:gd name="T35" fmla="*/ 0 h 148"/>
                <a:gd name="T36" fmla="*/ 48 w 60"/>
                <a:gd name="T37" fmla="*/ 72 h 148"/>
                <a:gd name="T38" fmla="*/ 65 w 60"/>
                <a:gd name="T39" fmla="*/ 265 h 148"/>
                <a:gd name="T40" fmla="*/ 65 w 60"/>
                <a:gd name="T41" fmla="*/ 299 h 148"/>
                <a:gd name="T42" fmla="*/ 40 w 60"/>
                <a:gd name="T43" fmla="*/ 427 h 148"/>
                <a:gd name="T44" fmla="*/ 24 w 60"/>
                <a:gd name="T45" fmla="*/ 556 h 148"/>
                <a:gd name="T46" fmla="*/ 32 w 60"/>
                <a:gd name="T47" fmla="*/ 656 h 148"/>
                <a:gd name="T48" fmla="*/ 40 w 60"/>
                <a:gd name="T49" fmla="*/ 712 h 148"/>
                <a:gd name="T50" fmla="*/ 0 w 60"/>
                <a:gd name="T51" fmla="*/ 979 h 148"/>
                <a:gd name="T52" fmla="*/ 8 w 60"/>
                <a:gd name="T53" fmla="*/ 1011 h 148"/>
                <a:gd name="T54" fmla="*/ 56 w 60"/>
                <a:gd name="T55" fmla="*/ 1148 h 148"/>
                <a:gd name="T56" fmla="*/ 188 w 60"/>
                <a:gd name="T57" fmla="*/ 1196 h 148"/>
                <a:gd name="T58" fmla="*/ 212 w 60"/>
                <a:gd name="T59" fmla="*/ 1196 h 148"/>
                <a:gd name="T60" fmla="*/ 371 w 60"/>
                <a:gd name="T61" fmla="*/ 1140 h 148"/>
                <a:gd name="T62" fmla="*/ 411 w 60"/>
                <a:gd name="T63" fmla="*/ 1116 h 148"/>
                <a:gd name="T64" fmla="*/ 444 w 60"/>
                <a:gd name="T65" fmla="*/ 1108 h 148"/>
                <a:gd name="T66" fmla="*/ 468 w 60"/>
                <a:gd name="T67" fmla="*/ 1116 h 148"/>
                <a:gd name="T68" fmla="*/ 492 w 60"/>
                <a:gd name="T69" fmla="*/ 1092 h 148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60" h="148">
                  <a:moveTo>
                    <a:pt x="60" y="135"/>
                  </a:moveTo>
                  <a:cubicBezTo>
                    <a:pt x="58" y="134"/>
                    <a:pt x="56" y="133"/>
                    <a:pt x="54" y="133"/>
                  </a:cubicBezTo>
                  <a:cubicBezTo>
                    <a:pt x="52" y="133"/>
                    <a:pt x="50" y="134"/>
                    <a:pt x="48" y="135"/>
                  </a:cubicBezTo>
                  <a:cubicBezTo>
                    <a:pt x="46" y="136"/>
                    <a:pt x="44" y="137"/>
                    <a:pt x="43" y="138"/>
                  </a:cubicBezTo>
                  <a:cubicBezTo>
                    <a:pt x="37" y="142"/>
                    <a:pt x="33" y="144"/>
                    <a:pt x="26" y="144"/>
                  </a:cubicBezTo>
                  <a:cubicBezTo>
                    <a:pt x="25" y="144"/>
                    <a:pt x="24" y="144"/>
                    <a:pt x="23" y="144"/>
                  </a:cubicBezTo>
                  <a:cubicBezTo>
                    <a:pt x="17" y="144"/>
                    <a:pt x="13" y="142"/>
                    <a:pt x="10" y="139"/>
                  </a:cubicBezTo>
                  <a:cubicBezTo>
                    <a:pt x="7" y="136"/>
                    <a:pt x="5" y="131"/>
                    <a:pt x="5" y="125"/>
                  </a:cubicBezTo>
                  <a:cubicBezTo>
                    <a:pt x="4" y="123"/>
                    <a:pt x="4" y="122"/>
                    <a:pt x="4" y="121"/>
                  </a:cubicBezTo>
                  <a:cubicBezTo>
                    <a:pt x="4" y="110"/>
                    <a:pt x="9" y="99"/>
                    <a:pt x="9" y="88"/>
                  </a:cubicBezTo>
                  <a:cubicBezTo>
                    <a:pt x="9" y="86"/>
                    <a:pt x="9" y="83"/>
                    <a:pt x="8" y="80"/>
                  </a:cubicBezTo>
                  <a:cubicBezTo>
                    <a:pt x="7" y="76"/>
                    <a:pt x="7" y="73"/>
                    <a:pt x="7" y="69"/>
                  </a:cubicBezTo>
                  <a:cubicBezTo>
                    <a:pt x="7" y="64"/>
                    <a:pt x="8" y="59"/>
                    <a:pt x="9" y="54"/>
                  </a:cubicBezTo>
                  <a:cubicBezTo>
                    <a:pt x="10" y="49"/>
                    <a:pt x="11" y="44"/>
                    <a:pt x="12" y="37"/>
                  </a:cubicBezTo>
                  <a:cubicBezTo>
                    <a:pt x="12" y="36"/>
                    <a:pt x="12" y="35"/>
                    <a:pt x="12" y="33"/>
                  </a:cubicBezTo>
                  <a:cubicBezTo>
                    <a:pt x="12" y="25"/>
                    <a:pt x="10" y="17"/>
                    <a:pt x="10" y="9"/>
                  </a:cubicBezTo>
                  <a:cubicBezTo>
                    <a:pt x="10" y="6"/>
                    <a:pt x="10" y="4"/>
                    <a:pt x="10" y="1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6" y="3"/>
                    <a:pt x="6" y="6"/>
                    <a:pt x="6" y="9"/>
                  </a:cubicBezTo>
                  <a:cubicBezTo>
                    <a:pt x="6" y="17"/>
                    <a:pt x="8" y="25"/>
                    <a:pt x="8" y="33"/>
                  </a:cubicBezTo>
                  <a:cubicBezTo>
                    <a:pt x="8" y="34"/>
                    <a:pt x="8" y="36"/>
                    <a:pt x="8" y="37"/>
                  </a:cubicBezTo>
                  <a:cubicBezTo>
                    <a:pt x="8" y="43"/>
                    <a:pt x="6" y="48"/>
                    <a:pt x="5" y="53"/>
                  </a:cubicBezTo>
                  <a:cubicBezTo>
                    <a:pt x="4" y="58"/>
                    <a:pt x="3" y="64"/>
                    <a:pt x="3" y="69"/>
                  </a:cubicBezTo>
                  <a:cubicBezTo>
                    <a:pt x="3" y="73"/>
                    <a:pt x="3" y="77"/>
                    <a:pt x="4" y="81"/>
                  </a:cubicBezTo>
                  <a:cubicBezTo>
                    <a:pt x="5" y="83"/>
                    <a:pt x="5" y="86"/>
                    <a:pt x="5" y="88"/>
                  </a:cubicBezTo>
                  <a:cubicBezTo>
                    <a:pt x="5" y="98"/>
                    <a:pt x="0" y="109"/>
                    <a:pt x="0" y="121"/>
                  </a:cubicBezTo>
                  <a:cubicBezTo>
                    <a:pt x="0" y="122"/>
                    <a:pt x="0" y="124"/>
                    <a:pt x="1" y="125"/>
                  </a:cubicBezTo>
                  <a:cubicBezTo>
                    <a:pt x="1" y="132"/>
                    <a:pt x="4" y="137"/>
                    <a:pt x="7" y="142"/>
                  </a:cubicBezTo>
                  <a:cubicBezTo>
                    <a:pt x="11" y="146"/>
                    <a:pt x="16" y="148"/>
                    <a:pt x="23" y="148"/>
                  </a:cubicBezTo>
                  <a:cubicBezTo>
                    <a:pt x="24" y="148"/>
                    <a:pt x="25" y="148"/>
                    <a:pt x="26" y="148"/>
                  </a:cubicBezTo>
                  <a:cubicBezTo>
                    <a:pt x="34" y="148"/>
                    <a:pt x="39" y="145"/>
                    <a:pt x="45" y="141"/>
                  </a:cubicBezTo>
                  <a:cubicBezTo>
                    <a:pt x="46" y="140"/>
                    <a:pt x="48" y="139"/>
                    <a:pt x="50" y="138"/>
                  </a:cubicBezTo>
                  <a:cubicBezTo>
                    <a:pt x="51" y="138"/>
                    <a:pt x="53" y="137"/>
                    <a:pt x="54" y="137"/>
                  </a:cubicBezTo>
                  <a:cubicBezTo>
                    <a:pt x="55" y="137"/>
                    <a:pt x="56" y="137"/>
                    <a:pt x="57" y="138"/>
                  </a:cubicBezTo>
                  <a:lnTo>
                    <a:pt x="60" y="135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60470" name="Freeform 523">
              <a:extLst>
                <a:ext uri="{FF2B5EF4-FFF2-40B4-BE49-F238E27FC236}">
                  <a16:creationId xmlns:a16="http://schemas.microsoft.com/office/drawing/2014/main" id="{B9996599-3F9D-4DCD-8946-2BB9BFC809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0" y="1779"/>
              <a:ext cx="72" cy="198"/>
            </a:xfrm>
            <a:custGeom>
              <a:avLst/>
              <a:gdLst>
                <a:gd name="T0" fmla="*/ 288 w 36"/>
                <a:gd name="T1" fmla="*/ 768 h 99"/>
                <a:gd name="T2" fmla="*/ 248 w 36"/>
                <a:gd name="T3" fmla="*/ 720 h 99"/>
                <a:gd name="T4" fmla="*/ 200 w 36"/>
                <a:gd name="T5" fmla="*/ 672 h 99"/>
                <a:gd name="T6" fmla="*/ 128 w 36"/>
                <a:gd name="T7" fmla="*/ 640 h 99"/>
                <a:gd name="T8" fmla="*/ 80 w 36"/>
                <a:gd name="T9" fmla="*/ 592 h 99"/>
                <a:gd name="T10" fmla="*/ 40 w 36"/>
                <a:gd name="T11" fmla="*/ 432 h 99"/>
                <a:gd name="T12" fmla="*/ 40 w 36"/>
                <a:gd name="T13" fmla="*/ 376 h 99"/>
                <a:gd name="T14" fmla="*/ 40 w 36"/>
                <a:gd name="T15" fmla="*/ 368 h 99"/>
                <a:gd name="T16" fmla="*/ 32 w 36"/>
                <a:gd name="T17" fmla="*/ 208 h 99"/>
                <a:gd name="T18" fmla="*/ 72 w 36"/>
                <a:gd name="T19" fmla="*/ 32 h 99"/>
                <a:gd name="T20" fmla="*/ 56 w 36"/>
                <a:gd name="T21" fmla="*/ 24 h 99"/>
                <a:gd name="T22" fmla="*/ 48 w 36"/>
                <a:gd name="T23" fmla="*/ 40 h 99"/>
                <a:gd name="T24" fmla="*/ 80 w 36"/>
                <a:gd name="T25" fmla="*/ 72 h 99"/>
                <a:gd name="T26" fmla="*/ 88 w 36"/>
                <a:gd name="T27" fmla="*/ 112 h 99"/>
                <a:gd name="T28" fmla="*/ 80 w 36"/>
                <a:gd name="T29" fmla="*/ 128 h 99"/>
                <a:gd name="T30" fmla="*/ 112 w 36"/>
                <a:gd name="T31" fmla="*/ 136 h 99"/>
                <a:gd name="T32" fmla="*/ 120 w 36"/>
                <a:gd name="T33" fmla="*/ 112 h 99"/>
                <a:gd name="T34" fmla="*/ 104 w 36"/>
                <a:gd name="T35" fmla="*/ 56 h 99"/>
                <a:gd name="T36" fmla="*/ 64 w 36"/>
                <a:gd name="T37" fmla="*/ 8 h 99"/>
                <a:gd name="T38" fmla="*/ 48 w 36"/>
                <a:gd name="T39" fmla="*/ 0 h 99"/>
                <a:gd name="T40" fmla="*/ 40 w 36"/>
                <a:gd name="T41" fmla="*/ 16 h 99"/>
                <a:gd name="T42" fmla="*/ 0 w 36"/>
                <a:gd name="T43" fmla="*/ 208 h 99"/>
                <a:gd name="T44" fmla="*/ 8 w 36"/>
                <a:gd name="T45" fmla="*/ 368 h 99"/>
                <a:gd name="T46" fmla="*/ 8 w 36"/>
                <a:gd name="T47" fmla="*/ 376 h 99"/>
                <a:gd name="T48" fmla="*/ 8 w 36"/>
                <a:gd name="T49" fmla="*/ 432 h 99"/>
                <a:gd name="T50" fmla="*/ 48 w 36"/>
                <a:gd name="T51" fmla="*/ 608 h 99"/>
                <a:gd name="T52" fmla="*/ 120 w 36"/>
                <a:gd name="T53" fmla="*/ 664 h 99"/>
                <a:gd name="T54" fmla="*/ 184 w 36"/>
                <a:gd name="T55" fmla="*/ 704 h 99"/>
                <a:gd name="T56" fmla="*/ 224 w 36"/>
                <a:gd name="T57" fmla="*/ 744 h 99"/>
                <a:gd name="T58" fmla="*/ 264 w 36"/>
                <a:gd name="T59" fmla="*/ 792 h 99"/>
                <a:gd name="T60" fmla="*/ 288 w 36"/>
                <a:gd name="T61" fmla="*/ 768 h 99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36" h="99">
                  <a:moveTo>
                    <a:pt x="36" y="96"/>
                  </a:moveTo>
                  <a:cubicBezTo>
                    <a:pt x="34" y="94"/>
                    <a:pt x="33" y="92"/>
                    <a:pt x="31" y="90"/>
                  </a:cubicBezTo>
                  <a:cubicBezTo>
                    <a:pt x="30" y="88"/>
                    <a:pt x="28" y="86"/>
                    <a:pt x="25" y="84"/>
                  </a:cubicBezTo>
                  <a:cubicBezTo>
                    <a:pt x="22" y="82"/>
                    <a:pt x="19" y="81"/>
                    <a:pt x="16" y="80"/>
                  </a:cubicBezTo>
                  <a:cubicBezTo>
                    <a:pt x="14" y="78"/>
                    <a:pt x="12" y="77"/>
                    <a:pt x="10" y="74"/>
                  </a:cubicBezTo>
                  <a:cubicBezTo>
                    <a:pt x="6" y="68"/>
                    <a:pt x="5" y="62"/>
                    <a:pt x="5" y="54"/>
                  </a:cubicBezTo>
                  <a:cubicBezTo>
                    <a:pt x="5" y="52"/>
                    <a:pt x="5" y="49"/>
                    <a:pt x="5" y="47"/>
                  </a:cubicBezTo>
                  <a:cubicBezTo>
                    <a:pt x="5" y="46"/>
                    <a:pt x="5" y="46"/>
                    <a:pt x="5" y="46"/>
                  </a:cubicBezTo>
                  <a:cubicBezTo>
                    <a:pt x="5" y="39"/>
                    <a:pt x="4" y="32"/>
                    <a:pt x="4" y="26"/>
                  </a:cubicBezTo>
                  <a:cubicBezTo>
                    <a:pt x="4" y="18"/>
                    <a:pt x="5" y="10"/>
                    <a:pt x="9" y="4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8" y="6"/>
                    <a:pt x="9" y="7"/>
                    <a:pt x="10" y="9"/>
                  </a:cubicBezTo>
                  <a:cubicBezTo>
                    <a:pt x="10" y="10"/>
                    <a:pt x="11" y="12"/>
                    <a:pt x="11" y="14"/>
                  </a:cubicBezTo>
                  <a:cubicBezTo>
                    <a:pt x="11" y="15"/>
                    <a:pt x="11" y="16"/>
                    <a:pt x="10" y="16"/>
                  </a:cubicBezTo>
                  <a:cubicBezTo>
                    <a:pt x="14" y="17"/>
                    <a:pt x="14" y="17"/>
                    <a:pt x="14" y="17"/>
                  </a:cubicBezTo>
                  <a:cubicBezTo>
                    <a:pt x="15" y="16"/>
                    <a:pt x="15" y="15"/>
                    <a:pt x="15" y="14"/>
                  </a:cubicBezTo>
                  <a:cubicBezTo>
                    <a:pt x="15" y="11"/>
                    <a:pt x="14" y="9"/>
                    <a:pt x="13" y="7"/>
                  </a:cubicBezTo>
                  <a:cubicBezTo>
                    <a:pt x="12" y="5"/>
                    <a:pt x="11" y="3"/>
                    <a:pt x="8" y="1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1" y="9"/>
                    <a:pt x="0" y="17"/>
                    <a:pt x="0" y="26"/>
                  </a:cubicBezTo>
                  <a:cubicBezTo>
                    <a:pt x="0" y="33"/>
                    <a:pt x="1" y="40"/>
                    <a:pt x="1" y="46"/>
                  </a:cubicBezTo>
                  <a:cubicBezTo>
                    <a:pt x="1" y="47"/>
                    <a:pt x="1" y="47"/>
                    <a:pt x="1" y="47"/>
                  </a:cubicBezTo>
                  <a:cubicBezTo>
                    <a:pt x="1" y="49"/>
                    <a:pt x="1" y="52"/>
                    <a:pt x="1" y="54"/>
                  </a:cubicBezTo>
                  <a:cubicBezTo>
                    <a:pt x="1" y="62"/>
                    <a:pt x="2" y="69"/>
                    <a:pt x="6" y="76"/>
                  </a:cubicBezTo>
                  <a:cubicBezTo>
                    <a:pt x="9" y="80"/>
                    <a:pt x="12" y="82"/>
                    <a:pt x="15" y="83"/>
                  </a:cubicBezTo>
                  <a:cubicBezTo>
                    <a:pt x="17" y="85"/>
                    <a:pt x="20" y="86"/>
                    <a:pt x="23" y="88"/>
                  </a:cubicBezTo>
                  <a:cubicBezTo>
                    <a:pt x="25" y="89"/>
                    <a:pt x="27" y="91"/>
                    <a:pt x="28" y="93"/>
                  </a:cubicBezTo>
                  <a:cubicBezTo>
                    <a:pt x="29" y="94"/>
                    <a:pt x="31" y="97"/>
                    <a:pt x="33" y="99"/>
                  </a:cubicBezTo>
                  <a:lnTo>
                    <a:pt x="36" y="9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60471" name="Freeform 524">
              <a:extLst>
                <a:ext uri="{FF2B5EF4-FFF2-40B4-BE49-F238E27FC236}">
                  <a16:creationId xmlns:a16="http://schemas.microsoft.com/office/drawing/2014/main" id="{ED19E339-1B9A-4A25-9291-273064A516C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0" y="1644"/>
              <a:ext cx="57" cy="319"/>
            </a:xfrm>
            <a:custGeom>
              <a:avLst/>
              <a:gdLst>
                <a:gd name="T0" fmla="*/ 33 w 28"/>
                <a:gd name="T1" fmla="*/ 1276 h 159"/>
                <a:gd name="T2" fmla="*/ 33 w 28"/>
                <a:gd name="T3" fmla="*/ 1260 h 159"/>
                <a:gd name="T4" fmla="*/ 49 w 28"/>
                <a:gd name="T5" fmla="*/ 1204 h 159"/>
                <a:gd name="T6" fmla="*/ 128 w 28"/>
                <a:gd name="T7" fmla="*/ 1124 h 159"/>
                <a:gd name="T8" fmla="*/ 204 w 28"/>
                <a:gd name="T9" fmla="*/ 1035 h 159"/>
                <a:gd name="T10" fmla="*/ 236 w 28"/>
                <a:gd name="T11" fmla="*/ 849 h 159"/>
                <a:gd name="T12" fmla="*/ 204 w 28"/>
                <a:gd name="T13" fmla="*/ 656 h 159"/>
                <a:gd name="T14" fmla="*/ 145 w 28"/>
                <a:gd name="T15" fmla="*/ 281 h 159"/>
                <a:gd name="T16" fmla="*/ 49 w 28"/>
                <a:gd name="T17" fmla="*/ 16 h 159"/>
                <a:gd name="T18" fmla="*/ 41 w 28"/>
                <a:gd name="T19" fmla="*/ 0 h 159"/>
                <a:gd name="T20" fmla="*/ 24 w 28"/>
                <a:gd name="T21" fmla="*/ 16 h 159"/>
                <a:gd name="T22" fmla="*/ 0 w 28"/>
                <a:gd name="T23" fmla="*/ 64 h 159"/>
                <a:gd name="T24" fmla="*/ 33 w 28"/>
                <a:gd name="T25" fmla="*/ 72 h 159"/>
                <a:gd name="T26" fmla="*/ 49 w 28"/>
                <a:gd name="T27" fmla="*/ 40 h 159"/>
                <a:gd name="T28" fmla="*/ 33 w 28"/>
                <a:gd name="T29" fmla="*/ 24 h 159"/>
                <a:gd name="T30" fmla="*/ 24 w 28"/>
                <a:gd name="T31" fmla="*/ 32 h 159"/>
                <a:gd name="T32" fmla="*/ 108 w 28"/>
                <a:gd name="T33" fmla="*/ 289 h 159"/>
                <a:gd name="T34" fmla="*/ 169 w 28"/>
                <a:gd name="T35" fmla="*/ 664 h 159"/>
                <a:gd name="T36" fmla="*/ 204 w 28"/>
                <a:gd name="T37" fmla="*/ 849 h 159"/>
                <a:gd name="T38" fmla="*/ 169 w 28"/>
                <a:gd name="T39" fmla="*/ 1019 h 159"/>
                <a:gd name="T40" fmla="*/ 75 w 28"/>
                <a:gd name="T41" fmla="*/ 1132 h 159"/>
                <a:gd name="T42" fmla="*/ 24 w 28"/>
                <a:gd name="T43" fmla="*/ 1188 h 159"/>
                <a:gd name="T44" fmla="*/ 0 w 28"/>
                <a:gd name="T45" fmla="*/ 1260 h 159"/>
                <a:gd name="T46" fmla="*/ 0 w 28"/>
                <a:gd name="T47" fmla="*/ 1284 h 159"/>
                <a:gd name="T48" fmla="*/ 33 w 28"/>
                <a:gd name="T49" fmla="*/ 1276 h 159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28" h="159">
                  <a:moveTo>
                    <a:pt x="4" y="158"/>
                  </a:moveTo>
                  <a:cubicBezTo>
                    <a:pt x="4" y="157"/>
                    <a:pt x="4" y="157"/>
                    <a:pt x="4" y="156"/>
                  </a:cubicBezTo>
                  <a:cubicBezTo>
                    <a:pt x="4" y="154"/>
                    <a:pt x="5" y="152"/>
                    <a:pt x="6" y="149"/>
                  </a:cubicBezTo>
                  <a:cubicBezTo>
                    <a:pt x="8" y="146"/>
                    <a:pt x="12" y="143"/>
                    <a:pt x="15" y="139"/>
                  </a:cubicBezTo>
                  <a:cubicBezTo>
                    <a:pt x="19" y="136"/>
                    <a:pt x="22" y="132"/>
                    <a:pt x="24" y="128"/>
                  </a:cubicBezTo>
                  <a:cubicBezTo>
                    <a:pt x="27" y="121"/>
                    <a:pt x="28" y="113"/>
                    <a:pt x="28" y="105"/>
                  </a:cubicBezTo>
                  <a:cubicBezTo>
                    <a:pt x="28" y="96"/>
                    <a:pt x="27" y="88"/>
                    <a:pt x="24" y="81"/>
                  </a:cubicBezTo>
                  <a:cubicBezTo>
                    <a:pt x="18" y="65"/>
                    <a:pt x="18" y="53"/>
                    <a:pt x="17" y="35"/>
                  </a:cubicBezTo>
                  <a:cubicBezTo>
                    <a:pt x="16" y="22"/>
                    <a:pt x="12" y="13"/>
                    <a:pt x="6" y="2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2" y="4"/>
                    <a:pt x="0" y="6"/>
                    <a:pt x="0" y="8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4" y="8"/>
                    <a:pt x="5" y="6"/>
                    <a:pt x="6" y="5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9" y="15"/>
                    <a:pt x="12" y="23"/>
                    <a:pt x="13" y="36"/>
                  </a:cubicBezTo>
                  <a:cubicBezTo>
                    <a:pt x="14" y="53"/>
                    <a:pt x="14" y="66"/>
                    <a:pt x="20" y="82"/>
                  </a:cubicBezTo>
                  <a:cubicBezTo>
                    <a:pt x="23" y="89"/>
                    <a:pt x="24" y="97"/>
                    <a:pt x="24" y="105"/>
                  </a:cubicBezTo>
                  <a:cubicBezTo>
                    <a:pt x="24" y="112"/>
                    <a:pt x="23" y="120"/>
                    <a:pt x="20" y="126"/>
                  </a:cubicBezTo>
                  <a:cubicBezTo>
                    <a:pt x="18" y="131"/>
                    <a:pt x="13" y="135"/>
                    <a:pt x="9" y="140"/>
                  </a:cubicBezTo>
                  <a:cubicBezTo>
                    <a:pt x="7" y="142"/>
                    <a:pt x="5" y="145"/>
                    <a:pt x="3" y="147"/>
                  </a:cubicBezTo>
                  <a:cubicBezTo>
                    <a:pt x="1" y="150"/>
                    <a:pt x="0" y="153"/>
                    <a:pt x="0" y="156"/>
                  </a:cubicBezTo>
                  <a:cubicBezTo>
                    <a:pt x="0" y="157"/>
                    <a:pt x="0" y="158"/>
                    <a:pt x="0" y="159"/>
                  </a:cubicBezTo>
                  <a:lnTo>
                    <a:pt x="4" y="158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60472" name="Freeform 525">
              <a:extLst>
                <a:ext uri="{FF2B5EF4-FFF2-40B4-BE49-F238E27FC236}">
                  <a16:creationId xmlns:a16="http://schemas.microsoft.com/office/drawing/2014/main" id="{5A4819B0-4943-4AB6-84C1-8BD0388548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0" y="1685"/>
              <a:ext cx="101" cy="274"/>
            </a:xfrm>
            <a:custGeom>
              <a:avLst/>
              <a:gdLst>
                <a:gd name="T0" fmla="*/ 0 w 50"/>
                <a:gd name="T1" fmla="*/ 1008 h 137"/>
                <a:gd name="T2" fmla="*/ 40 w 50"/>
                <a:gd name="T3" fmla="*/ 1072 h 137"/>
                <a:gd name="T4" fmla="*/ 97 w 50"/>
                <a:gd name="T5" fmla="*/ 1096 h 137"/>
                <a:gd name="T6" fmla="*/ 180 w 50"/>
                <a:gd name="T7" fmla="*/ 1064 h 137"/>
                <a:gd name="T8" fmla="*/ 232 w 50"/>
                <a:gd name="T9" fmla="*/ 976 h 137"/>
                <a:gd name="T10" fmla="*/ 248 w 50"/>
                <a:gd name="T11" fmla="*/ 816 h 137"/>
                <a:gd name="T12" fmla="*/ 307 w 50"/>
                <a:gd name="T13" fmla="*/ 680 h 137"/>
                <a:gd name="T14" fmla="*/ 380 w 50"/>
                <a:gd name="T15" fmla="*/ 336 h 137"/>
                <a:gd name="T16" fmla="*/ 412 w 50"/>
                <a:gd name="T17" fmla="*/ 32 h 137"/>
                <a:gd name="T18" fmla="*/ 412 w 50"/>
                <a:gd name="T19" fmla="*/ 0 h 137"/>
                <a:gd name="T20" fmla="*/ 380 w 50"/>
                <a:gd name="T21" fmla="*/ 0 h 137"/>
                <a:gd name="T22" fmla="*/ 380 w 50"/>
                <a:gd name="T23" fmla="*/ 32 h 137"/>
                <a:gd name="T24" fmla="*/ 347 w 50"/>
                <a:gd name="T25" fmla="*/ 328 h 137"/>
                <a:gd name="T26" fmla="*/ 273 w 50"/>
                <a:gd name="T27" fmla="*/ 664 h 137"/>
                <a:gd name="T28" fmla="*/ 216 w 50"/>
                <a:gd name="T29" fmla="*/ 808 h 137"/>
                <a:gd name="T30" fmla="*/ 196 w 50"/>
                <a:gd name="T31" fmla="*/ 968 h 137"/>
                <a:gd name="T32" fmla="*/ 156 w 50"/>
                <a:gd name="T33" fmla="*/ 1040 h 137"/>
                <a:gd name="T34" fmla="*/ 97 w 50"/>
                <a:gd name="T35" fmla="*/ 1064 h 137"/>
                <a:gd name="T36" fmla="*/ 57 w 50"/>
                <a:gd name="T37" fmla="*/ 1056 h 137"/>
                <a:gd name="T38" fmla="*/ 32 w 50"/>
                <a:gd name="T39" fmla="*/ 1000 h 137"/>
                <a:gd name="T40" fmla="*/ 0 w 50"/>
                <a:gd name="T41" fmla="*/ 1008 h 137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50" h="137">
                  <a:moveTo>
                    <a:pt x="0" y="126"/>
                  </a:moveTo>
                  <a:cubicBezTo>
                    <a:pt x="1" y="130"/>
                    <a:pt x="3" y="132"/>
                    <a:pt x="5" y="134"/>
                  </a:cubicBezTo>
                  <a:cubicBezTo>
                    <a:pt x="7" y="136"/>
                    <a:pt x="9" y="137"/>
                    <a:pt x="12" y="137"/>
                  </a:cubicBezTo>
                  <a:cubicBezTo>
                    <a:pt x="15" y="137"/>
                    <a:pt x="19" y="135"/>
                    <a:pt x="22" y="133"/>
                  </a:cubicBezTo>
                  <a:cubicBezTo>
                    <a:pt x="25" y="130"/>
                    <a:pt x="27" y="126"/>
                    <a:pt x="28" y="122"/>
                  </a:cubicBezTo>
                  <a:cubicBezTo>
                    <a:pt x="29" y="115"/>
                    <a:pt x="28" y="108"/>
                    <a:pt x="30" y="102"/>
                  </a:cubicBezTo>
                  <a:cubicBezTo>
                    <a:pt x="31" y="96"/>
                    <a:pt x="35" y="91"/>
                    <a:pt x="37" y="85"/>
                  </a:cubicBezTo>
                  <a:cubicBezTo>
                    <a:pt x="42" y="71"/>
                    <a:pt x="43" y="55"/>
                    <a:pt x="46" y="42"/>
                  </a:cubicBezTo>
                  <a:cubicBezTo>
                    <a:pt x="48" y="30"/>
                    <a:pt x="50" y="16"/>
                    <a:pt x="50" y="4"/>
                  </a:cubicBezTo>
                  <a:cubicBezTo>
                    <a:pt x="50" y="3"/>
                    <a:pt x="50" y="2"/>
                    <a:pt x="50" y="0"/>
                  </a:cubicBezTo>
                  <a:cubicBezTo>
                    <a:pt x="46" y="0"/>
                    <a:pt x="46" y="0"/>
                    <a:pt x="46" y="0"/>
                  </a:cubicBezTo>
                  <a:cubicBezTo>
                    <a:pt x="46" y="2"/>
                    <a:pt x="46" y="3"/>
                    <a:pt x="46" y="4"/>
                  </a:cubicBezTo>
                  <a:cubicBezTo>
                    <a:pt x="46" y="16"/>
                    <a:pt x="44" y="29"/>
                    <a:pt x="42" y="41"/>
                  </a:cubicBezTo>
                  <a:cubicBezTo>
                    <a:pt x="39" y="55"/>
                    <a:pt x="38" y="70"/>
                    <a:pt x="33" y="83"/>
                  </a:cubicBezTo>
                  <a:cubicBezTo>
                    <a:pt x="31" y="89"/>
                    <a:pt x="28" y="94"/>
                    <a:pt x="26" y="101"/>
                  </a:cubicBezTo>
                  <a:cubicBezTo>
                    <a:pt x="24" y="108"/>
                    <a:pt x="25" y="115"/>
                    <a:pt x="24" y="121"/>
                  </a:cubicBezTo>
                  <a:cubicBezTo>
                    <a:pt x="23" y="124"/>
                    <a:pt x="21" y="127"/>
                    <a:pt x="19" y="130"/>
                  </a:cubicBezTo>
                  <a:cubicBezTo>
                    <a:pt x="17" y="132"/>
                    <a:pt x="14" y="133"/>
                    <a:pt x="12" y="133"/>
                  </a:cubicBezTo>
                  <a:cubicBezTo>
                    <a:pt x="10" y="133"/>
                    <a:pt x="9" y="133"/>
                    <a:pt x="7" y="132"/>
                  </a:cubicBezTo>
                  <a:cubicBezTo>
                    <a:pt x="6" y="130"/>
                    <a:pt x="5" y="128"/>
                    <a:pt x="4" y="125"/>
                  </a:cubicBezTo>
                  <a:lnTo>
                    <a:pt x="0" y="12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60473" name="Freeform 526">
              <a:extLst>
                <a:ext uri="{FF2B5EF4-FFF2-40B4-BE49-F238E27FC236}">
                  <a16:creationId xmlns:a16="http://schemas.microsoft.com/office/drawing/2014/main" id="{BD926404-C95A-4829-A73E-F1E0CC0D990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8" y="1654"/>
              <a:ext cx="96" cy="295"/>
            </a:xfrm>
            <a:custGeom>
              <a:avLst/>
              <a:gdLst>
                <a:gd name="T0" fmla="*/ 192 w 48"/>
                <a:gd name="T1" fmla="*/ 1116 h 147"/>
                <a:gd name="T2" fmla="*/ 184 w 48"/>
                <a:gd name="T3" fmla="*/ 1148 h 147"/>
                <a:gd name="T4" fmla="*/ 168 w 48"/>
                <a:gd name="T5" fmla="*/ 1156 h 147"/>
                <a:gd name="T6" fmla="*/ 128 w 48"/>
                <a:gd name="T7" fmla="*/ 1140 h 147"/>
                <a:gd name="T8" fmla="*/ 56 w 48"/>
                <a:gd name="T9" fmla="*/ 1076 h 147"/>
                <a:gd name="T10" fmla="*/ 32 w 48"/>
                <a:gd name="T11" fmla="*/ 979 h 147"/>
                <a:gd name="T12" fmla="*/ 40 w 48"/>
                <a:gd name="T13" fmla="*/ 923 h 147"/>
                <a:gd name="T14" fmla="*/ 128 w 48"/>
                <a:gd name="T15" fmla="*/ 704 h 147"/>
                <a:gd name="T16" fmla="*/ 240 w 48"/>
                <a:gd name="T17" fmla="*/ 484 h 147"/>
                <a:gd name="T18" fmla="*/ 384 w 48"/>
                <a:gd name="T19" fmla="*/ 16 h 147"/>
                <a:gd name="T20" fmla="*/ 376 w 48"/>
                <a:gd name="T21" fmla="*/ 0 h 147"/>
                <a:gd name="T22" fmla="*/ 344 w 48"/>
                <a:gd name="T23" fmla="*/ 0 h 147"/>
                <a:gd name="T24" fmla="*/ 352 w 48"/>
                <a:gd name="T25" fmla="*/ 16 h 147"/>
                <a:gd name="T26" fmla="*/ 216 w 48"/>
                <a:gd name="T27" fmla="*/ 476 h 147"/>
                <a:gd name="T28" fmla="*/ 104 w 48"/>
                <a:gd name="T29" fmla="*/ 688 h 147"/>
                <a:gd name="T30" fmla="*/ 8 w 48"/>
                <a:gd name="T31" fmla="*/ 915 h 147"/>
                <a:gd name="T32" fmla="*/ 0 w 48"/>
                <a:gd name="T33" fmla="*/ 979 h 147"/>
                <a:gd name="T34" fmla="*/ 24 w 48"/>
                <a:gd name="T35" fmla="*/ 1092 h 147"/>
                <a:gd name="T36" fmla="*/ 112 w 48"/>
                <a:gd name="T37" fmla="*/ 1172 h 147"/>
                <a:gd name="T38" fmla="*/ 168 w 48"/>
                <a:gd name="T39" fmla="*/ 1188 h 147"/>
                <a:gd name="T40" fmla="*/ 208 w 48"/>
                <a:gd name="T41" fmla="*/ 1164 h 147"/>
                <a:gd name="T42" fmla="*/ 224 w 48"/>
                <a:gd name="T43" fmla="*/ 1116 h 147"/>
                <a:gd name="T44" fmla="*/ 192 w 48"/>
                <a:gd name="T45" fmla="*/ 1116 h 147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48" h="147">
                  <a:moveTo>
                    <a:pt x="24" y="138"/>
                  </a:moveTo>
                  <a:cubicBezTo>
                    <a:pt x="24" y="140"/>
                    <a:pt x="24" y="141"/>
                    <a:pt x="23" y="142"/>
                  </a:cubicBezTo>
                  <a:cubicBezTo>
                    <a:pt x="23" y="142"/>
                    <a:pt x="22" y="143"/>
                    <a:pt x="21" y="143"/>
                  </a:cubicBezTo>
                  <a:cubicBezTo>
                    <a:pt x="19" y="143"/>
                    <a:pt x="18" y="142"/>
                    <a:pt x="16" y="141"/>
                  </a:cubicBezTo>
                  <a:cubicBezTo>
                    <a:pt x="12" y="139"/>
                    <a:pt x="9" y="136"/>
                    <a:pt x="7" y="133"/>
                  </a:cubicBezTo>
                  <a:cubicBezTo>
                    <a:pt x="5" y="129"/>
                    <a:pt x="4" y="125"/>
                    <a:pt x="4" y="121"/>
                  </a:cubicBezTo>
                  <a:cubicBezTo>
                    <a:pt x="4" y="119"/>
                    <a:pt x="4" y="116"/>
                    <a:pt x="5" y="114"/>
                  </a:cubicBezTo>
                  <a:cubicBezTo>
                    <a:pt x="6" y="105"/>
                    <a:pt x="11" y="96"/>
                    <a:pt x="16" y="87"/>
                  </a:cubicBezTo>
                  <a:cubicBezTo>
                    <a:pt x="21" y="78"/>
                    <a:pt x="27" y="69"/>
                    <a:pt x="30" y="60"/>
                  </a:cubicBezTo>
                  <a:cubicBezTo>
                    <a:pt x="38" y="43"/>
                    <a:pt x="47" y="22"/>
                    <a:pt x="48" y="2"/>
                  </a:cubicBezTo>
                  <a:cubicBezTo>
                    <a:pt x="48" y="1"/>
                    <a:pt x="47" y="0"/>
                    <a:pt x="47" y="0"/>
                  </a:cubicBezTo>
                  <a:cubicBezTo>
                    <a:pt x="43" y="0"/>
                    <a:pt x="43" y="0"/>
                    <a:pt x="43" y="0"/>
                  </a:cubicBezTo>
                  <a:cubicBezTo>
                    <a:pt x="43" y="0"/>
                    <a:pt x="44" y="1"/>
                    <a:pt x="44" y="2"/>
                  </a:cubicBezTo>
                  <a:cubicBezTo>
                    <a:pt x="44" y="21"/>
                    <a:pt x="34" y="41"/>
                    <a:pt x="27" y="59"/>
                  </a:cubicBezTo>
                  <a:cubicBezTo>
                    <a:pt x="23" y="67"/>
                    <a:pt x="18" y="76"/>
                    <a:pt x="13" y="85"/>
                  </a:cubicBezTo>
                  <a:cubicBezTo>
                    <a:pt x="7" y="94"/>
                    <a:pt x="3" y="104"/>
                    <a:pt x="1" y="113"/>
                  </a:cubicBezTo>
                  <a:cubicBezTo>
                    <a:pt x="0" y="116"/>
                    <a:pt x="0" y="118"/>
                    <a:pt x="0" y="121"/>
                  </a:cubicBezTo>
                  <a:cubicBezTo>
                    <a:pt x="0" y="126"/>
                    <a:pt x="1" y="131"/>
                    <a:pt x="3" y="135"/>
                  </a:cubicBezTo>
                  <a:cubicBezTo>
                    <a:pt x="6" y="139"/>
                    <a:pt x="9" y="143"/>
                    <a:pt x="14" y="145"/>
                  </a:cubicBezTo>
                  <a:cubicBezTo>
                    <a:pt x="16" y="146"/>
                    <a:pt x="18" y="147"/>
                    <a:pt x="21" y="147"/>
                  </a:cubicBezTo>
                  <a:cubicBezTo>
                    <a:pt x="23" y="147"/>
                    <a:pt x="25" y="146"/>
                    <a:pt x="26" y="144"/>
                  </a:cubicBezTo>
                  <a:cubicBezTo>
                    <a:pt x="28" y="143"/>
                    <a:pt x="28" y="141"/>
                    <a:pt x="28" y="138"/>
                  </a:cubicBezTo>
                  <a:lnTo>
                    <a:pt x="24" y="138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60474" name="Freeform 527">
              <a:extLst>
                <a:ext uri="{FF2B5EF4-FFF2-40B4-BE49-F238E27FC236}">
                  <a16:creationId xmlns:a16="http://schemas.microsoft.com/office/drawing/2014/main" id="{A5675B60-2576-4C30-945E-2115E130C9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7" y="1480"/>
              <a:ext cx="791" cy="70"/>
            </a:xfrm>
            <a:custGeom>
              <a:avLst/>
              <a:gdLst>
                <a:gd name="T0" fmla="*/ 3164 w 394"/>
                <a:gd name="T1" fmla="*/ 0 h 35"/>
                <a:gd name="T2" fmla="*/ 3164 w 394"/>
                <a:gd name="T3" fmla="*/ 0 h 35"/>
                <a:gd name="T4" fmla="*/ 1733 w 394"/>
                <a:gd name="T5" fmla="*/ 248 h 35"/>
                <a:gd name="T6" fmla="*/ 8 w 394"/>
                <a:gd name="T7" fmla="*/ 80 h 35"/>
                <a:gd name="T8" fmla="*/ 0 w 394"/>
                <a:gd name="T9" fmla="*/ 112 h 35"/>
                <a:gd name="T10" fmla="*/ 1733 w 394"/>
                <a:gd name="T11" fmla="*/ 280 h 35"/>
                <a:gd name="T12" fmla="*/ 3188 w 394"/>
                <a:gd name="T13" fmla="*/ 32 h 35"/>
                <a:gd name="T14" fmla="*/ 3164 w 394"/>
                <a:gd name="T15" fmla="*/ 0 h 3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94" h="35">
                  <a:moveTo>
                    <a:pt x="391" y="0"/>
                  </a:moveTo>
                  <a:cubicBezTo>
                    <a:pt x="391" y="0"/>
                    <a:pt x="391" y="0"/>
                    <a:pt x="391" y="0"/>
                  </a:cubicBezTo>
                  <a:cubicBezTo>
                    <a:pt x="389" y="2"/>
                    <a:pt x="341" y="31"/>
                    <a:pt x="214" y="31"/>
                  </a:cubicBezTo>
                  <a:cubicBezTo>
                    <a:pt x="159" y="31"/>
                    <a:pt x="89" y="25"/>
                    <a:pt x="1" y="10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88" y="29"/>
                    <a:pt x="159" y="35"/>
                    <a:pt x="214" y="35"/>
                  </a:cubicBezTo>
                  <a:cubicBezTo>
                    <a:pt x="345" y="35"/>
                    <a:pt x="393" y="4"/>
                    <a:pt x="394" y="4"/>
                  </a:cubicBezTo>
                  <a:lnTo>
                    <a:pt x="391" y="0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60475" name="Freeform 528">
              <a:extLst>
                <a:ext uri="{FF2B5EF4-FFF2-40B4-BE49-F238E27FC236}">
                  <a16:creationId xmlns:a16="http://schemas.microsoft.com/office/drawing/2014/main" id="{AE610ADB-7394-4AF1-91FB-C22E221F8D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7" y="1546"/>
              <a:ext cx="813" cy="74"/>
            </a:xfrm>
            <a:custGeom>
              <a:avLst/>
              <a:gdLst>
                <a:gd name="T0" fmla="*/ 3268 w 405"/>
                <a:gd name="T1" fmla="*/ 0 h 37"/>
                <a:gd name="T2" fmla="*/ 3260 w 405"/>
                <a:gd name="T3" fmla="*/ 8 h 37"/>
                <a:gd name="T4" fmla="*/ 1724 w 405"/>
                <a:gd name="T5" fmla="*/ 264 h 37"/>
                <a:gd name="T6" fmla="*/ 8 w 405"/>
                <a:gd name="T7" fmla="*/ 32 h 37"/>
                <a:gd name="T8" fmla="*/ 0 w 405"/>
                <a:gd name="T9" fmla="*/ 64 h 37"/>
                <a:gd name="T10" fmla="*/ 1724 w 405"/>
                <a:gd name="T11" fmla="*/ 296 h 37"/>
                <a:gd name="T12" fmla="*/ 3276 w 405"/>
                <a:gd name="T13" fmla="*/ 32 h 37"/>
                <a:gd name="T14" fmla="*/ 3268 w 405"/>
                <a:gd name="T15" fmla="*/ 0 h 3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05" h="37">
                  <a:moveTo>
                    <a:pt x="404" y="0"/>
                  </a:moveTo>
                  <a:cubicBezTo>
                    <a:pt x="404" y="0"/>
                    <a:pt x="403" y="1"/>
                    <a:pt x="403" y="1"/>
                  </a:cubicBezTo>
                  <a:cubicBezTo>
                    <a:pt x="395" y="4"/>
                    <a:pt x="330" y="33"/>
                    <a:pt x="213" y="33"/>
                  </a:cubicBezTo>
                  <a:cubicBezTo>
                    <a:pt x="155" y="33"/>
                    <a:pt x="84" y="26"/>
                    <a:pt x="1" y="4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83" y="30"/>
                    <a:pt x="154" y="37"/>
                    <a:pt x="213" y="37"/>
                  </a:cubicBezTo>
                  <a:cubicBezTo>
                    <a:pt x="338" y="37"/>
                    <a:pt x="405" y="4"/>
                    <a:pt x="405" y="4"/>
                  </a:cubicBezTo>
                  <a:lnTo>
                    <a:pt x="404" y="0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60476" name="Freeform 529">
              <a:extLst>
                <a:ext uri="{FF2B5EF4-FFF2-40B4-BE49-F238E27FC236}">
                  <a16:creationId xmlns:a16="http://schemas.microsoft.com/office/drawing/2014/main" id="{A0D2929E-2910-4FDF-B03C-C19A05EF61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5" y="1219"/>
              <a:ext cx="64" cy="297"/>
            </a:xfrm>
            <a:custGeom>
              <a:avLst/>
              <a:gdLst>
                <a:gd name="T0" fmla="*/ 248 w 32"/>
                <a:gd name="T1" fmla="*/ 1196 h 148"/>
                <a:gd name="T2" fmla="*/ 256 w 32"/>
                <a:gd name="T3" fmla="*/ 1140 h 148"/>
                <a:gd name="T4" fmla="*/ 200 w 32"/>
                <a:gd name="T5" fmla="*/ 907 h 148"/>
                <a:gd name="T6" fmla="*/ 112 w 32"/>
                <a:gd name="T7" fmla="*/ 688 h 148"/>
                <a:gd name="T8" fmla="*/ 32 w 32"/>
                <a:gd name="T9" fmla="*/ 289 h 148"/>
                <a:gd name="T10" fmla="*/ 96 w 32"/>
                <a:gd name="T11" fmla="*/ 24 h 148"/>
                <a:gd name="T12" fmla="*/ 80 w 32"/>
                <a:gd name="T13" fmla="*/ 16 h 148"/>
                <a:gd name="T14" fmla="*/ 80 w 32"/>
                <a:gd name="T15" fmla="*/ 32 h 148"/>
                <a:gd name="T16" fmla="*/ 88 w 32"/>
                <a:gd name="T17" fmla="*/ 32 h 148"/>
                <a:gd name="T18" fmla="*/ 128 w 32"/>
                <a:gd name="T19" fmla="*/ 48 h 148"/>
                <a:gd name="T20" fmla="*/ 152 w 32"/>
                <a:gd name="T21" fmla="*/ 104 h 148"/>
                <a:gd name="T22" fmla="*/ 184 w 32"/>
                <a:gd name="T23" fmla="*/ 96 h 148"/>
                <a:gd name="T24" fmla="*/ 152 w 32"/>
                <a:gd name="T25" fmla="*/ 32 h 148"/>
                <a:gd name="T26" fmla="*/ 88 w 32"/>
                <a:gd name="T27" fmla="*/ 0 h 148"/>
                <a:gd name="T28" fmla="*/ 80 w 32"/>
                <a:gd name="T29" fmla="*/ 0 h 148"/>
                <a:gd name="T30" fmla="*/ 72 w 32"/>
                <a:gd name="T31" fmla="*/ 0 h 148"/>
                <a:gd name="T32" fmla="*/ 72 w 32"/>
                <a:gd name="T33" fmla="*/ 8 h 148"/>
                <a:gd name="T34" fmla="*/ 0 w 32"/>
                <a:gd name="T35" fmla="*/ 289 h 148"/>
                <a:gd name="T36" fmla="*/ 80 w 32"/>
                <a:gd name="T37" fmla="*/ 704 h 148"/>
                <a:gd name="T38" fmla="*/ 168 w 32"/>
                <a:gd name="T39" fmla="*/ 915 h 148"/>
                <a:gd name="T40" fmla="*/ 224 w 32"/>
                <a:gd name="T41" fmla="*/ 1140 h 148"/>
                <a:gd name="T42" fmla="*/ 224 w 32"/>
                <a:gd name="T43" fmla="*/ 1188 h 148"/>
                <a:gd name="T44" fmla="*/ 248 w 32"/>
                <a:gd name="T45" fmla="*/ 1196 h 148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32" h="148">
                  <a:moveTo>
                    <a:pt x="31" y="148"/>
                  </a:moveTo>
                  <a:cubicBezTo>
                    <a:pt x="32" y="146"/>
                    <a:pt x="32" y="144"/>
                    <a:pt x="32" y="141"/>
                  </a:cubicBezTo>
                  <a:cubicBezTo>
                    <a:pt x="32" y="132"/>
                    <a:pt x="29" y="122"/>
                    <a:pt x="25" y="112"/>
                  </a:cubicBezTo>
                  <a:cubicBezTo>
                    <a:pt x="21" y="102"/>
                    <a:pt x="16" y="92"/>
                    <a:pt x="14" y="85"/>
                  </a:cubicBezTo>
                  <a:cubicBezTo>
                    <a:pt x="9" y="70"/>
                    <a:pt x="4" y="52"/>
                    <a:pt x="4" y="36"/>
                  </a:cubicBezTo>
                  <a:cubicBezTo>
                    <a:pt x="4" y="24"/>
                    <a:pt x="6" y="13"/>
                    <a:pt x="12" y="3"/>
                  </a:cubicBezTo>
                  <a:cubicBezTo>
                    <a:pt x="10" y="2"/>
                    <a:pt x="10" y="2"/>
                    <a:pt x="10" y="2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3" y="4"/>
                    <a:pt x="15" y="5"/>
                    <a:pt x="16" y="6"/>
                  </a:cubicBezTo>
                  <a:cubicBezTo>
                    <a:pt x="17" y="8"/>
                    <a:pt x="18" y="10"/>
                    <a:pt x="19" y="13"/>
                  </a:cubicBezTo>
                  <a:cubicBezTo>
                    <a:pt x="23" y="12"/>
                    <a:pt x="23" y="12"/>
                    <a:pt x="23" y="12"/>
                  </a:cubicBezTo>
                  <a:cubicBezTo>
                    <a:pt x="22" y="9"/>
                    <a:pt x="21" y="6"/>
                    <a:pt x="19" y="4"/>
                  </a:cubicBezTo>
                  <a:cubicBezTo>
                    <a:pt x="17" y="2"/>
                    <a:pt x="14" y="0"/>
                    <a:pt x="11" y="0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9" y="1"/>
                    <a:pt x="9" y="1"/>
                    <a:pt x="9" y="1"/>
                  </a:cubicBezTo>
                  <a:cubicBezTo>
                    <a:pt x="2" y="12"/>
                    <a:pt x="0" y="24"/>
                    <a:pt x="0" y="36"/>
                  </a:cubicBezTo>
                  <a:cubicBezTo>
                    <a:pt x="0" y="53"/>
                    <a:pt x="5" y="71"/>
                    <a:pt x="10" y="87"/>
                  </a:cubicBezTo>
                  <a:cubicBezTo>
                    <a:pt x="13" y="94"/>
                    <a:pt x="17" y="104"/>
                    <a:pt x="21" y="113"/>
                  </a:cubicBezTo>
                  <a:cubicBezTo>
                    <a:pt x="25" y="123"/>
                    <a:pt x="28" y="133"/>
                    <a:pt x="28" y="141"/>
                  </a:cubicBezTo>
                  <a:cubicBezTo>
                    <a:pt x="28" y="143"/>
                    <a:pt x="28" y="145"/>
                    <a:pt x="28" y="147"/>
                  </a:cubicBezTo>
                  <a:lnTo>
                    <a:pt x="31" y="148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60477" name="Freeform 530">
              <a:extLst>
                <a:ext uri="{FF2B5EF4-FFF2-40B4-BE49-F238E27FC236}">
                  <a16:creationId xmlns:a16="http://schemas.microsoft.com/office/drawing/2014/main" id="{B565AEC6-EC3D-4331-ADB8-4E2F6606BA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7" y="1008"/>
              <a:ext cx="36" cy="434"/>
            </a:xfrm>
            <a:custGeom>
              <a:avLst/>
              <a:gdLst>
                <a:gd name="T0" fmla="*/ 88 w 18"/>
                <a:gd name="T1" fmla="*/ 1744 h 216"/>
                <a:gd name="T2" fmla="*/ 32 w 18"/>
                <a:gd name="T3" fmla="*/ 1396 h 216"/>
                <a:gd name="T4" fmla="*/ 144 w 18"/>
                <a:gd name="T5" fmla="*/ 428 h 216"/>
                <a:gd name="T6" fmla="*/ 56 w 18"/>
                <a:gd name="T7" fmla="*/ 0 h 216"/>
                <a:gd name="T8" fmla="*/ 32 w 18"/>
                <a:gd name="T9" fmla="*/ 8 h 216"/>
                <a:gd name="T10" fmla="*/ 112 w 18"/>
                <a:gd name="T11" fmla="*/ 428 h 216"/>
                <a:gd name="T12" fmla="*/ 0 w 18"/>
                <a:gd name="T13" fmla="*/ 1396 h 216"/>
                <a:gd name="T14" fmla="*/ 56 w 18"/>
                <a:gd name="T15" fmla="*/ 1752 h 216"/>
                <a:gd name="T16" fmla="*/ 88 w 18"/>
                <a:gd name="T17" fmla="*/ 1744 h 21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" h="216">
                  <a:moveTo>
                    <a:pt x="11" y="215"/>
                  </a:moveTo>
                  <a:cubicBezTo>
                    <a:pt x="6" y="201"/>
                    <a:pt x="4" y="186"/>
                    <a:pt x="4" y="172"/>
                  </a:cubicBezTo>
                  <a:cubicBezTo>
                    <a:pt x="4" y="132"/>
                    <a:pt x="18" y="93"/>
                    <a:pt x="18" y="53"/>
                  </a:cubicBezTo>
                  <a:cubicBezTo>
                    <a:pt x="18" y="35"/>
                    <a:pt x="15" y="17"/>
                    <a:pt x="7" y="0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12" y="18"/>
                    <a:pt x="14" y="35"/>
                    <a:pt x="14" y="53"/>
                  </a:cubicBezTo>
                  <a:cubicBezTo>
                    <a:pt x="14" y="92"/>
                    <a:pt x="0" y="131"/>
                    <a:pt x="0" y="172"/>
                  </a:cubicBezTo>
                  <a:cubicBezTo>
                    <a:pt x="0" y="187"/>
                    <a:pt x="2" y="201"/>
                    <a:pt x="7" y="216"/>
                  </a:cubicBezTo>
                  <a:lnTo>
                    <a:pt x="11" y="215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60478" name="Freeform 531">
              <a:extLst>
                <a:ext uri="{FF2B5EF4-FFF2-40B4-BE49-F238E27FC236}">
                  <a16:creationId xmlns:a16="http://schemas.microsoft.com/office/drawing/2014/main" id="{0321A5BB-5979-4CA3-8A06-2205DF1320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5" y="1028"/>
              <a:ext cx="58" cy="498"/>
            </a:xfrm>
            <a:custGeom>
              <a:avLst/>
              <a:gdLst>
                <a:gd name="T0" fmla="*/ 32 w 29"/>
                <a:gd name="T1" fmla="*/ 2008 h 248"/>
                <a:gd name="T2" fmla="*/ 192 w 29"/>
                <a:gd name="T3" fmla="*/ 1116 h 248"/>
                <a:gd name="T4" fmla="*/ 232 w 29"/>
                <a:gd name="T5" fmla="*/ 737 h 248"/>
                <a:gd name="T6" fmla="*/ 136 w 29"/>
                <a:gd name="T7" fmla="*/ 24 h 248"/>
                <a:gd name="T8" fmla="*/ 128 w 29"/>
                <a:gd name="T9" fmla="*/ 16 h 248"/>
                <a:gd name="T10" fmla="*/ 120 w 29"/>
                <a:gd name="T11" fmla="*/ 8 h 248"/>
                <a:gd name="T12" fmla="*/ 88 w 29"/>
                <a:gd name="T13" fmla="*/ 0 h 248"/>
                <a:gd name="T14" fmla="*/ 48 w 29"/>
                <a:gd name="T15" fmla="*/ 24 h 248"/>
                <a:gd name="T16" fmla="*/ 24 w 29"/>
                <a:gd name="T17" fmla="*/ 56 h 248"/>
                <a:gd name="T18" fmla="*/ 48 w 29"/>
                <a:gd name="T19" fmla="*/ 72 h 248"/>
                <a:gd name="T20" fmla="*/ 72 w 29"/>
                <a:gd name="T21" fmla="*/ 40 h 248"/>
                <a:gd name="T22" fmla="*/ 88 w 29"/>
                <a:gd name="T23" fmla="*/ 32 h 248"/>
                <a:gd name="T24" fmla="*/ 112 w 29"/>
                <a:gd name="T25" fmla="*/ 40 h 248"/>
                <a:gd name="T26" fmla="*/ 120 w 29"/>
                <a:gd name="T27" fmla="*/ 24 h 248"/>
                <a:gd name="T28" fmla="*/ 104 w 29"/>
                <a:gd name="T29" fmla="*/ 32 h 248"/>
                <a:gd name="T30" fmla="*/ 200 w 29"/>
                <a:gd name="T31" fmla="*/ 737 h 248"/>
                <a:gd name="T32" fmla="*/ 160 w 29"/>
                <a:gd name="T33" fmla="*/ 1108 h 248"/>
                <a:gd name="T34" fmla="*/ 0 w 29"/>
                <a:gd name="T35" fmla="*/ 2008 h 248"/>
                <a:gd name="T36" fmla="*/ 32 w 29"/>
                <a:gd name="T37" fmla="*/ 2008 h 248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29" h="248">
                  <a:moveTo>
                    <a:pt x="4" y="248"/>
                  </a:moveTo>
                  <a:cubicBezTo>
                    <a:pt x="4" y="211"/>
                    <a:pt x="15" y="175"/>
                    <a:pt x="24" y="138"/>
                  </a:cubicBezTo>
                  <a:cubicBezTo>
                    <a:pt x="27" y="122"/>
                    <a:pt x="29" y="106"/>
                    <a:pt x="29" y="91"/>
                  </a:cubicBezTo>
                  <a:cubicBezTo>
                    <a:pt x="29" y="61"/>
                    <a:pt x="23" y="34"/>
                    <a:pt x="17" y="3"/>
                  </a:cubicBezTo>
                  <a:cubicBezTo>
                    <a:pt x="16" y="2"/>
                    <a:pt x="16" y="2"/>
                    <a:pt x="16" y="2"/>
                  </a:cubicBezTo>
                  <a:cubicBezTo>
                    <a:pt x="15" y="1"/>
                    <a:pt x="15" y="1"/>
                    <a:pt x="15" y="1"/>
                  </a:cubicBezTo>
                  <a:cubicBezTo>
                    <a:pt x="14" y="1"/>
                    <a:pt x="13" y="0"/>
                    <a:pt x="11" y="0"/>
                  </a:cubicBezTo>
                  <a:cubicBezTo>
                    <a:pt x="9" y="0"/>
                    <a:pt x="7" y="1"/>
                    <a:pt x="6" y="3"/>
                  </a:cubicBezTo>
                  <a:cubicBezTo>
                    <a:pt x="5" y="4"/>
                    <a:pt x="4" y="5"/>
                    <a:pt x="3" y="7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7" y="8"/>
                    <a:pt x="8" y="6"/>
                    <a:pt x="9" y="5"/>
                  </a:cubicBezTo>
                  <a:cubicBezTo>
                    <a:pt x="10" y="5"/>
                    <a:pt x="10" y="4"/>
                    <a:pt x="11" y="4"/>
                  </a:cubicBezTo>
                  <a:cubicBezTo>
                    <a:pt x="12" y="4"/>
                    <a:pt x="13" y="4"/>
                    <a:pt x="14" y="5"/>
                  </a:cubicBezTo>
                  <a:cubicBezTo>
                    <a:pt x="15" y="3"/>
                    <a:pt x="15" y="3"/>
                    <a:pt x="15" y="3"/>
                  </a:cubicBezTo>
                  <a:cubicBezTo>
                    <a:pt x="13" y="4"/>
                    <a:pt x="13" y="4"/>
                    <a:pt x="13" y="4"/>
                  </a:cubicBezTo>
                  <a:cubicBezTo>
                    <a:pt x="19" y="34"/>
                    <a:pt x="25" y="62"/>
                    <a:pt x="25" y="91"/>
                  </a:cubicBezTo>
                  <a:cubicBezTo>
                    <a:pt x="25" y="106"/>
                    <a:pt x="23" y="121"/>
                    <a:pt x="20" y="137"/>
                  </a:cubicBezTo>
                  <a:cubicBezTo>
                    <a:pt x="12" y="174"/>
                    <a:pt x="1" y="210"/>
                    <a:pt x="0" y="248"/>
                  </a:cubicBezTo>
                  <a:lnTo>
                    <a:pt x="4" y="248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60479" name="Freeform 532">
              <a:extLst>
                <a:ext uri="{FF2B5EF4-FFF2-40B4-BE49-F238E27FC236}">
                  <a16:creationId xmlns:a16="http://schemas.microsoft.com/office/drawing/2014/main" id="{ECB11BDB-E72B-4C66-85C7-23B47E03E4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9" y="926"/>
              <a:ext cx="90" cy="486"/>
            </a:xfrm>
            <a:custGeom>
              <a:avLst/>
              <a:gdLst>
                <a:gd name="T0" fmla="*/ 360 w 45"/>
                <a:gd name="T1" fmla="*/ 1960 h 242"/>
                <a:gd name="T2" fmla="*/ 192 w 45"/>
                <a:gd name="T3" fmla="*/ 1157 h 242"/>
                <a:gd name="T4" fmla="*/ 32 w 45"/>
                <a:gd name="T5" fmla="*/ 355 h 242"/>
                <a:gd name="T6" fmla="*/ 88 w 45"/>
                <a:gd name="T7" fmla="*/ 8 h 242"/>
                <a:gd name="T8" fmla="*/ 56 w 45"/>
                <a:gd name="T9" fmla="*/ 0 h 242"/>
                <a:gd name="T10" fmla="*/ 0 w 45"/>
                <a:gd name="T11" fmla="*/ 355 h 242"/>
                <a:gd name="T12" fmla="*/ 160 w 45"/>
                <a:gd name="T13" fmla="*/ 1165 h 242"/>
                <a:gd name="T14" fmla="*/ 328 w 45"/>
                <a:gd name="T15" fmla="*/ 1960 h 242"/>
                <a:gd name="T16" fmla="*/ 360 w 45"/>
                <a:gd name="T17" fmla="*/ 1960 h 24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5" h="242">
                  <a:moveTo>
                    <a:pt x="45" y="242"/>
                  </a:moveTo>
                  <a:cubicBezTo>
                    <a:pt x="45" y="210"/>
                    <a:pt x="34" y="176"/>
                    <a:pt x="24" y="143"/>
                  </a:cubicBezTo>
                  <a:cubicBezTo>
                    <a:pt x="14" y="109"/>
                    <a:pt x="4" y="76"/>
                    <a:pt x="4" y="44"/>
                  </a:cubicBezTo>
                  <a:cubicBezTo>
                    <a:pt x="4" y="29"/>
                    <a:pt x="6" y="15"/>
                    <a:pt x="11" y="1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2" y="14"/>
                    <a:pt x="0" y="29"/>
                    <a:pt x="0" y="44"/>
                  </a:cubicBezTo>
                  <a:cubicBezTo>
                    <a:pt x="0" y="77"/>
                    <a:pt x="10" y="111"/>
                    <a:pt x="20" y="144"/>
                  </a:cubicBezTo>
                  <a:cubicBezTo>
                    <a:pt x="31" y="177"/>
                    <a:pt x="41" y="210"/>
                    <a:pt x="41" y="242"/>
                  </a:cubicBezTo>
                  <a:lnTo>
                    <a:pt x="45" y="242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60480" name="Freeform 533">
              <a:extLst>
                <a:ext uri="{FF2B5EF4-FFF2-40B4-BE49-F238E27FC236}">
                  <a16:creationId xmlns:a16="http://schemas.microsoft.com/office/drawing/2014/main" id="{DBD05B7F-77F5-4BDE-8234-DDEE03A2269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2" y="1333"/>
              <a:ext cx="22" cy="209"/>
            </a:xfrm>
            <a:custGeom>
              <a:avLst/>
              <a:gdLst>
                <a:gd name="T0" fmla="*/ 88 w 11"/>
                <a:gd name="T1" fmla="*/ 828 h 104"/>
                <a:gd name="T2" fmla="*/ 40 w 11"/>
                <a:gd name="T3" fmla="*/ 635 h 104"/>
                <a:gd name="T4" fmla="*/ 48 w 11"/>
                <a:gd name="T5" fmla="*/ 561 h 104"/>
                <a:gd name="T6" fmla="*/ 56 w 11"/>
                <a:gd name="T7" fmla="*/ 356 h 104"/>
                <a:gd name="T8" fmla="*/ 32 w 11"/>
                <a:gd name="T9" fmla="*/ 0 h 104"/>
                <a:gd name="T10" fmla="*/ 0 w 11"/>
                <a:gd name="T11" fmla="*/ 0 h 104"/>
                <a:gd name="T12" fmla="*/ 24 w 11"/>
                <a:gd name="T13" fmla="*/ 356 h 104"/>
                <a:gd name="T14" fmla="*/ 16 w 11"/>
                <a:gd name="T15" fmla="*/ 561 h 104"/>
                <a:gd name="T16" fmla="*/ 8 w 11"/>
                <a:gd name="T17" fmla="*/ 635 h 104"/>
                <a:gd name="T18" fmla="*/ 56 w 11"/>
                <a:gd name="T19" fmla="*/ 844 h 104"/>
                <a:gd name="T20" fmla="*/ 88 w 11"/>
                <a:gd name="T21" fmla="*/ 828 h 10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1" h="104">
                  <a:moveTo>
                    <a:pt x="11" y="102"/>
                  </a:moveTo>
                  <a:cubicBezTo>
                    <a:pt x="7" y="95"/>
                    <a:pt x="5" y="86"/>
                    <a:pt x="5" y="78"/>
                  </a:cubicBezTo>
                  <a:cubicBezTo>
                    <a:pt x="5" y="75"/>
                    <a:pt x="6" y="72"/>
                    <a:pt x="6" y="69"/>
                  </a:cubicBezTo>
                  <a:cubicBezTo>
                    <a:pt x="7" y="61"/>
                    <a:pt x="7" y="52"/>
                    <a:pt x="7" y="44"/>
                  </a:cubicBezTo>
                  <a:cubicBezTo>
                    <a:pt x="7" y="30"/>
                    <a:pt x="6" y="16"/>
                    <a:pt x="4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" y="16"/>
                    <a:pt x="3" y="30"/>
                    <a:pt x="3" y="44"/>
                  </a:cubicBezTo>
                  <a:cubicBezTo>
                    <a:pt x="3" y="52"/>
                    <a:pt x="3" y="60"/>
                    <a:pt x="2" y="69"/>
                  </a:cubicBezTo>
                  <a:cubicBezTo>
                    <a:pt x="2" y="72"/>
                    <a:pt x="1" y="75"/>
                    <a:pt x="1" y="78"/>
                  </a:cubicBezTo>
                  <a:cubicBezTo>
                    <a:pt x="1" y="87"/>
                    <a:pt x="3" y="96"/>
                    <a:pt x="7" y="104"/>
                  </a:cubicBezTo>
                  <a:lnTo>
                    <a:pt x="11" y="102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60481" name="Freeform 534">
              <a:extLst>
                <a:ext uri="{FF2B5EF4-FFF2-40B4-BE49-F238E27FC236}">
                  <a16:creationId xmlns:a16="http://schemas.microsoft.com/office/drawing/2014/main" id="{7AC0F9B2-29E1-4033-8501-AD7C566D13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4" y="1612"/>
              <a:ext cx="22" cy="157"/>
            </a:xfrm>
            <a:custGeom>
              <a:avLst/>
              <a:gdLst>
                <a:gd name="T0" fmla="*/ 56 w 11"/>
                <a:gd name="T1" fmla="*/ 0 h 78"/>
                <a:gd name="T2" fmla="*/ 0 w 11"/>
                <a:gd name="T3" fmla="*/ 604 h 78"/>
                <a:gd name="T4" fmla="*/ 0 w 11"/>
                <a:gd name="T5" fmla="*/ 636 h 78"/>
                <a:gd name="T6" fmla="*/ 32 w 11"/>
                <a:gd name="T7" fmla="*/ 636 h 78"/>
                <a:gd name="T8" fmla="*/ 32 w 11"/>
                <a:gd name="T9" fmla="*/ 604 h 78"/>
                <a:gd name="T10" fmla="*/ 88 w 11"/>
                <a:gd name="T11" fmla="*/ 0 h 78"/>
                <a:gd name="T12" fmla="*/ 56 w 11"/>
                <a:gd name="T13" fmla="*/ 0 h 7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" h="78">
                  <a:moveTo>
                    <a:pt x="7" y="0"/>
                  </a:moveTo>
                  <a:cubicBezTo>
                    <a:pt x="7" y="24"/>
                    <a:pt x="0" y="49"/>
                    <a:pt x="0" y="74"/>
                  </a:cubicBezTo>
                  <a:cubicBezTo>
                    <a:pt x="0" y="75"/>
                    <a:pt x="0" y="77"/>
                    <a:pt x="0" y="78"/>
                  </a:cubicBezTo>
                  <a:cubicBezTo>
                    <a:pt x="4" y="78"/>
                    <a:pt x="4" y="78"/>
                    <a:pt x="4" y="78"/>
                  </a:cubicBezTo>
                  <a:cubicBezTo>
                    <a:pt x="4" y="76"/>
                    <a:pt x="4" y="75"/>
                    <a:pt x="4" y="74"/>
                  </a:cubicBezTo>
                  <a:cubicBezTo>
                    <a:pt x="4" y="49"/>
                    <a:pt x="11" y="25"/>
                    <a:pt x="11" y="0"/>
                  </a:cubicBezTo>
                  <a:lnTo>
                    <a:pt x="7" y="0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60482" name="Freeform 535">
              <a:extLst>
                <a:ext uri="{FF2B5EF4-FFF2-40B4-BE49-F238E27FC236}">
                  <a16:creationId xmlns:a16="http://schemas.microsoft.com/office/drawing/2014/main" id="{D94433B3-88B2-4030-9754-E1856598EC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5" y="1578"/>
              <a:ext cx="60" cy="155"/>
            </a:xfrm>
            <a:custGeom>
              <a:avLst/>
              <a:gdLst>
                <a:gd name="T0" fmla="*/ 208 w 30"/>
                <a:gd name="T1" fmla="*/ 0 h 77"/>
                <a:gd name="T2" fmla="*/ 208 w 30"/>
                <a:gd name="T3" fmla="*/ 16 h 77"/>
                <a:gd name="T4" fmla="*/ 104 w 30"/>
                <a:gd name="T5" fmla="*/ 300 h 77"/>
                <a:gd name="T6" fmla="*/ 0 w 30"/>
                <a:gd name="T7" fmla="*/ 604 h 77"/>
                <a:gd name="T8" fmla="*/ 0 w 30"/>
                <a:gd name="T9" fmla="*/ 628 h 77"/>
                <a:gd name="T10" fmla="*/ 32 w 30"/>
                <a:gd name="T11" fmla="*/ 628 h 77"/>
                <a:gd name="T12" fmla="*/ 32 w 30"/>
                <a:gd name="T13" fmla="*/ 604 h 77"/>
                <a:gd name="T14" fmla="*/ 136 w 30"/>
                <a:gd name="T15" fmla="*/ 320 h 77"/>
                <a:gd name="T16" fmla="*/ 240 w 30"/>
                <a:gd name="T17" fmla="*/ 16 h 77"/>
                <a:gd name="T18" fmla="*/ 240 w 30"/>
                <a:gd name="T19" fmla="*/ 0 h 77"/>
                <a:gd name="T20" fmla="*/ 208 w 30"/>
                <a:gd name="T21" fmla="*/ 0 h 7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0" h="77">
                  <a:moveTo>
                    <a:pt x="26" y="0"/>
                  </a:moveTo>
                  <a:cubicBezTo>
                    <a:pt x="26" y="1"/>
                    <a:pt x="26" y="2"/>
                    <a:pt x="26" y="2"/>
                  </a:cubicBezTo>
                  <a:cubicBezTo>
                    <a:pt x="26" y="12"/>
                    <a:pt x="20" y="25"/>
                    <a:pt x="13" y="37"/>
                  </a:cubicBezTo>
                  <a:cubicBezTo>
                    <a:pt x="7" y="50"/>
                    <a:pt x="0" y="63"/>
                    <a:pt x="0" y="74"/>
                  </a:cubicBezTo>
                  <a:cubicBezTo>
                    <a:pt x="0" y="75"/>
                    <a:pt x="0" y="76"/>
                    <a:pt x="0" y="77"/>
                  </a:cubicBezTo>
                  <a:cubicBezTo>
                    <a:pt x="4" y="77"/>
                    <a:pt x="4" y="77"/>
                    <a:pt x="4" y="77"/>
                  </a:cubicBezTo>
                  <a:cubicBezTo>
                    <a:pt x="4" y="76"/>
                    <a:pt x="4" y="75"/>
                    <a:pt x="4" y="74"/>
                  </a:cubicBezTo>
                  <a:cubicBezTo>
                    <a:pt x="4" y="64"/>
                    <a:pt x="10" y="52"/>
                    <a:pt x="17" y="39"/>
                  </a:cubicBezTo>
                  <a:cubicBezTo>
                    <a:pt x="24" y="27"/>
                    <a:pt x="30" y="14"/>
                    <a:pt x="30" y="2"/>
                  </a:cubicBezTo>
                  <a:cubicBezTo>
                    <a:pt x="30" y="2"/>
                    <a:pt x="30" y="1"/>
                    <a:pt x="30" y="0"/>
                  </a:cubicBezTo>
                  <a:lnTo>
                    <a:pt x="26" y="0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60483" name="Freeform 536">
              <a:extLst>
                <a:ext uri="{FF2B5EF4-FFF2-40B4-BE49-F238E27FC236}">
                  <a16:creationId xmlns:a16="http://schemas.microsoft.com/office/drawing/2014/main" id="{91944AED-2AB2-4AF5-BA56-8841AFDBD0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9" y="1594"/>
              <a:ext cx="82" cy="1224"/>
            </a:xfrm>
            <a:custGeom>
              <a:avLst/>
              <a:gdLst>
                <a:gd name="T0" fmla="*/ 280 w 41"/>
                <a:gd name="T1" fmla="*/ 0 h 610"/>
                <a:gd name="T2" fmla="*/ 280 w 41"/>
                <a:gd name="T3" fmla="*/ 32 h 610"/>
                <a:gd name="T4" fmla="*/ 296 w 41"/>
                <a:gd name="T5" fmla="*/ 217 h 610"/>
                <a:gd name="T6" fmla="*/ 296 w 41"/>
                <a:gd name="T7" fmla="*/ 257 h 610"/>
                <a:gd name="T8" fmla="*/ 232 w 41"/>
                <a:gd name="T9" fmla="*/ 817 h 610"/>
                <a:gd name="T10" fmla="*/ 0 w 41"/>
                <a:gd name="T11" fmla="*/ 2159 h 610"/>
                <a:gd name="T12" fmla="*/ 8 w 41"/>
                <a:gd name="T13" fmla="*/ 2231 h 610"/>
                <a:gd name="T14" fmla="*/ 192 w 41"/>
                <a:gd name="T15" fmla="*/ 3740 h 610"/>
                <a:gd name="T16" fmla="*/ 232 w 41"/>
                <a:gd name="T17" fmla="*/ 4469 h 610"/>
                <a:gd name="T18" fmla="*/ 176 w 41"/>
                <a:gd name="T19" fmla="*/ 4920 h 610"/>
                <a:gd name="T20" fmla="*/ 208 w 41"/>
                <a:gd name="T21" fmla="*/ 4928 h 610"/>
                <a:gd name="T22" fmla="*/ 264 w 41"/>
                <a:gd name="T23" fmla="*/ 4469 h 610"/>
                <a:gd name="T24" fmla="*/ 224 w 41"/>
                <a:gd name="T25" fmla="*/ 3732 h 610"/>
                <a:gd name="T26" fmla="*/ 40 w 41"/>
                <a:gd name="T27" fmla="*/ 2231 h 610"/>
                <a:gd name="T28" fmla="*/ 32 w 41"/>
                <a:gd name="T29" fmla="*/ 2159 h 610"/>
                <a:gd name="T30" fmla="*/ 264 w 41"/>
                <a:gd name="T31" fmla="*/ 825 h 610"/>
                <a:gd name="T32" fmla="*/ 328 w 41"/>
                <a:gd name="T33" fmla="*/ 257 h 610"/>
                <a:gd name="T34" fmla="*/ 328 w 41"/>
                <a:gd name="T35" fmla="*/ 217 h 610"/>
                <a:gd name="T36" fmla="*/ 312 w 41"/>
                <a:gd name="T37" fmla="*/ 32 h 610"/>
                <a:gd name="T38" fmla="*/ 312 w 41"/>
                <a:gd name="T39" fmla="*/ 0 h 610"/>
                <a:gd name="T40" fmla="*/ 280 w 41"/>
                <a:gd name="T41" fmla="*/ 0 h 610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41" h="610">
                  <a:moveTo>
                    <a:pt x="35" y="0"/>
                  </a:moveTo>
                  <a:cubicBezTo>
                    <a:pt x="35" y="1"/>
                    <a:pt x="35" y="2"/>
                    <a:pt x="35" y="4"/>
                  </a:cubicBezTo>
                  <a:cubicBezTo>
                    <a:pt x="35" y="12"/>
                    <a:pt x="36" y="19"/>
                    <a:pt x="37" y="27"/>
                  </a:cubicBezTo>
                  <a:cubicBezTo>
                    <a:pt x="37" y="29"/>
                    <a:pt x="37" y="30"/>
                    <a:pt x="37" y="32"/>
                  </a:cubicBezTo>
                  <a:cubicBezTo>
                    <a:pt x="37" y="54"/>
                    <a:pt x="31" y="78"/>
                    <a:pt x="29" y="101"/>
                  </a:cubicBezTo>
                  <a:cubicBezTo>
                    <a:pt x="25" y="157"/>
                    <a:pt x="0" y="211"/>
                    <a:pt x="0" y="267"/>
                  </a:cubicBezTo>
                  <a:cubicBezTo>
                    <a:pt x="0" y="270"/>
                    <a:pt x="0" y="273"/>
                    <a:pt x="1" y="276"/>
                  </a:cubicBezTo>
                  <a:cubicBezTo>
                    <a:pt x="4" y="339"/>
                    <a:pt x="21" y="400"/>
                    <a:pt x="24" y="463"/>
                  </a:cubicBezTo>
                  <a:cubicBezTo>
                    <a:pt x="25" y="491"/>
                    <a:pt x="29" y="523"/>
                    <a:pt x="29" y="553"/>
                  </a:cubicBezTo>
                  <a:cubicBezTo>
                    <a:pt x="29" y="572"/>
                    <a:pt x="27" y="591"/>
                    <a:pt x="22" y="609"/>
                  </a:cubicBezTo>
                  <a:cubicBezTo>
                    <a:pt x="26" y="610"/>
                    <a:pt x="26" y="610"/>
                    <a:pt x="26" y="610"/>
                  </a:cubicBezTo>
                  <a:cubicBezTo>
                    <a:pt x="31" y="592"/>
                    <a:pt x="33" y="573"/>
                    <a:pt x="33" y="553"/>
                  </a:cubicBezTo>
                  <a:cubicBezTo>
                    <a:pt x="33" y="522"/>
                    <a:pt x="29" y="491"/>
                    <a:pt x="28" y="462"/>
                  </a:cubicBezTo>
                  <a:cubicBezTo>
                    <a:pt x="25" y="399"/>
                    <a:pt x="7" y="338"/>
                    <a:pt x="5" y="276"/>
                  </a:cubicBezTo>
                  <a:cubicBezTo>
                    <a:pt x="4" y="273"/>
                    <a:pt x="4" y="270"/>
                    <a:pt x="4" y="267"/>
                  </a:cubicBezTo>
                  <a:cubicBezTo>
                    <a:pt x="4" y="212"/>
                    <a:pt x="28" y="158"/>
                    <a:pt x="33" y="102"/>
                  </a:cubicBezTo>
                  <a:cubicBezTo>
                    <a:pt x="35" y="79"/>
                    <a:pt x="41" y="55"/>
                    <a:pt x="41" y="32"/>
                  </a:cubicBezTo>
                  <a:cubicBezTo>
                    <a:pt x="41" y="30"/>
                    <a:pt x="41" y="29"/>
                    <a:pt x="41" y="27"/>
                  </a:cubicBezTo>
                  <a:cubicBezTo>
                    <a:pt x="40" y="19"/>
                    <a:pt x="39" y="11"/>
                    <a:pt x="39" y="4"/>
                  </a:cubicBezTo>
                  <a:cubicBezTo>
                    <a:pt x="39" y="2"/>
                    <a:pt x="39" y="1"/>
                    <a:pt x="39" y="0"/>
                  </a:cubicBezTo>
                  <a:lnTo>
                    <a:pt x="35" y="0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60484" name="Freeform 537">
              <a:extLst>
                <a:ext uri="{FF2B5EF4-FFF2-40B4-BE49-F238E27FC236}">
                  <a16:creationId xmlns:a16="http://schemas.microsoft.com/office/drawing/2014/main" id="{14939114-E177-42C2-9B36-403930E777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0" y="2280"/>
              <a:ext cx="281" cy="1096"/>
            </a:xfrm>
            <a:custGeom>
              <a:avLst/>
              <a:gdLst>
                <a:gd name="T0" fmla="*/ 1108 w 140"/>
                <a:gd name="T1" fmla="*/ 0 h 546"/>
                <a:gd name="T2" fmla="*/ 249 w 140"/>
                <a:gd name="T3" fmla="*/ 2192 h 546"/>
                <a:gd name="T4" fmla="*/ 0 w 140"/>
                <a:gd name="T5" fmla="*/ 4416 h 546"/>
                <a:gd name="T6" fmla="*/ 32 w 140"/>
                <a:gd name="T7" fmla="*/ 4416 h 546"/>
                <a:gd name="T8" fmla="*/ 273 w 140"/>
                <a:gd name="T9" fmla="*/ 2200 h 546"/>
                <a:gd name="T10" fmla="*/ 1132 w 140"/>
                <a:gd name="T11" fmla="*/ 8 h 546"/>
                <a:gd name="T12" fmla="*/ 1108 w 140"/>
                <a:gd name="T13" fmla="*/ 0 h 54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0" h="546">
                  <a:moveTo>
                    <a:pt x="137" y="0"/>
                  </a:moveTo>
                  <a:cubicBezTo>
                    <a:pt x="107" y="91"/>
                    <a:pt x="59" y="178"/>
                    <a:pt x="31" y="271"/>
                  </a:cubicBezTo>
                  <a:cubicBezTo>
                    <a:pt x="3" y="360"/>
                    <a:pt x="0" y="454"/>
                    <a:pt x="0" y="546"/>
                  </a:cubicBezTo>
                  <a:cubicBezTo>
                    <a:pt x="4" y="546"/>
                    <a:pt x="4" y="546"/>
                    <a:pt x="4" y="546"/>
                  </a:cubicBezTo>
                  <a:cubicBezTo>
                    <a:pt x="4" y="454"/>
                    <a:pt x="7" y="360"/>
                    <a:pt x="34" y="272"/>
                  </a:cubicBezTo>
                  <a:cubicBezTo>
                    <a:pt x="63" y="180"/>
                    <a:pt x="111" y="92"/>
                    <a:pt x="140" y="1"/>
                  </a:cubicBezTo>
                  <a:lnTo>
                    <a:pt x="137" y="0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60485" name="Freeform 538">
              <a:extLst>
                <a:ext uri="{FF2B5EF4-FFF2-40B4-BE49-F238E27FC236}">
                  <a16:creationId xmlns:a16="http://schemas.microsoft.com/office/drawing/2014/main" id="{500AF11B-F00E-4E62-B31E-2A8CD97396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9" y="1606"/>
              <a:ext cx="134" cy="1192"/>
            </a:xfrm>
            <a:custGeom>
              <a:avLst/>
              <a:gdLst>
                <a:gd name="T0" fmla="*/ 128 w 67"/>
                <a:gd name="T1" fmla="*/ 0 h 594"/>
                <a:gd name="T2" fmla="*/ 128 w 67"/>
                <a:gd name="T3" fmla="*/ 32 h 594"/>
                <a:gd name="T4" fmla="*/ 136 w 67"/>
                <a:gd name="T5" fmla="*/ 88 h 594"/>
                <a:gd name="T6" fmla="*/ 152 w 67"/>
                <a:gd name="T7" fmla="*/ 144 h 594"/>
                <a:gd name="T8" fmla="*/ 176 w 67"/>
                <a:gd name="T9" fmla="*/ 540 h 594"/>
                <a:gd name="T10" fmla="*/ 176 w 67"/>
                <a:gd name="T11" fmla="*/ 640 h 594"/>
                <a:gd name="T12" fmla="*/ 64 w 67"/>
                <a:gd name="T13" fmla="*/ 1981 h 594"/>
                <a:gd name="T14" fmla="*/ 0 w 67"/>
                <a:gd name="T15" fmla="*/ 2811 h 594"/>
                <a:gd name="T16" fmla="*/ 56 w 67"/>
                <a:gd name="T17" fmla="*/ 3395 h 594"/>
                <a:gd name="T18" fmla="*/ 504 w 67"/>
                <a:gd name="T19" fmla="*/ 4800 h 594"/>
                <a:gd name="T20" fmla="*/ 536 w 67"/>
                <a:gd name="T21" fmla="*/ 4792 h 594"/>
                <a:gd name="T22" fmla="*/ 88 w 67"/>
                <a:gd name="T23" fmla="*/ 3387 h 594"/>
                <a:gd name="T24" fmla="*/ 32 w 67"/>
                <a:gd name="T25" fmla="*/ 2811 h 594"/>
                <a:gd name="T26" fmla="*/ 96 w 67"/>
                <a:gd name="T27" fmla="*/ 1981 h 594"/>
                <a:gd name="T28" fmla="*/ 208 w 67"/>
                <a:gd name="T29" fmla="*/ 640 h 594"/>
                <a:gd name="T30" fmla="*/ 208 w 67"/>
                <a:gd name="T31" fmla="*/ 540 h 594"/>
                <a:gd name="T32" fmla="*/ 184 w 67"/>
                <a:gd name="T33" fmla="*/ 136 h 594"/>
                <a:gd name="T34" fmla="*/ 168 w 67"/>
                <a:gd name="T35" fmla="*/ 72 h 594"/>
                <a:gd name="T36" fmla="*/ 160 w 67"/>
                <a:gd name="T37" fmla="*/ 32 h 594"/>
                <a:gd name="T38" fmla="*/ 160 w 67"/>
                <a:gd name="T39" fmla="*/ 8 h 594"/>
                <a:gd name="T40" fmla="*/ 128 w 67"/>
                <a:gd name="T41" fmla="*/ 0 h 594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67" h="594">
                  <a:moveTo>
                    <a:pt x="16" y="0"/>
                  </a:moveTo>
                  <a:cubicBezTo>
                    <a:pt x="16" y="1"/>
                    <a:pt x="16" y="2"/>
                    <a:pt x="16" y="4"/>
                  </a:cubicBezTo>
                  <a:cubicBezTo>
                    <a:pt x="16" y="6"/>
                    <a:pt x="16" y="8"/>
                    <a:pt x="17" y="11"/>
                  </a:cubicBezTo>
                  <a:cubicBezTo>
                    <a:pt x="18" y="13"/>
                    <a:pt x="18" y="15"/>
                    <a:pt x="19" y="18"/>
                  </a:cubicBezTo>
                  <a:cubicBezTo>
                    <a:pt x="22" y="34"/>
                    <a:pt x="22" y="50"/>
                    <a:pt x="22" y="67"/>
                  </a:cubicBezTo>
                  <a:cubicBezTo>
                    <a:pt x="22" y="71"/>
                    <a:pt x="22" y="75"/>
                    <a:pt x="22" y="79"/>
                  </a:cubicBezTo>
                  <a:cubicBezTo>
                    <a:pt x="22" y="135"/>
                    <a:pt x="15" y="189"/>
                    <a:pt x="8" y="245"/>
                  </a:cubicBezTo>
                  <a:cubicBezTo>
                    <a:pt x="3" y="277"/>
                    <a:pt x="0" y="313"/>
                    <a:pt x="0" y="348"/>
                  </a:cubicBezTo>
                  <a:cubicBezTo>
                    <a:pt x="0" y="373"/>
                    <a:pt x="2" y="397"/>
                    <a:pt x="7" y="420"/>
                  </a:cubicBezTo>
                  <a:cubicBezTo>
                    <a:pt x="20" y="479"/>
                    <a:pt x="41" y="539"/>
                    <a:pt x="63" y="594"/>
                  </a:cubicBezTo>
                  <a:cubicBezTo>
                    <a:pt x="67" y="593"/>
                    <a:pt x="67" y="593"/>
                    <a:pt x="67" y="593"/>
                  </a:cubicBezTo>
                  <a:cubicBezTo>
                    <a:pt x="45" y="538"/>
                    <a:pt x="24" y="477"/>
                    <a:pt x="11" y="419"/>
                  </a:cubicBezTo>
                  <a:cubicBezTo>
                    <a:pt x="6" y="397"/>
                    <a:pt x="4" y="372"/>
                    <a:pt x="4" y="348"/>
                  </a:cubicBezTo>
                  <a:cubicBezTo>
                    <a:pt x="4" y="313"/>
                    <a:pt x="7" y="277"/>
                    <a:pt x="12" y="245"/>
                  </a:cubicBezTo>
                  <a:cubicBezTo>
                    <a:pt x="19" y="190"/>
                    <a:pt x="26" y="135"/>
                    <a:pt x="26" y="79"/>
                  </a:cubicBezTo>
                  <a:cubicBezTo>
                    <a:pt x="26" y="75"/>
                    <a:pt x="26" y="71"/>
                    <a:pt x="26" y="67"/>
                  </a:cubicBezTo>
                  <a:cubicBezTo>
                    <a:pt x="26" y="50"/>
                    <a:pt x="26" y="33"/>
                    <a:pt x="23" y="17"/>
                  </a:cubicBezTo>
                  <a:cubicBezTo>
                    <a:pt x="22" y="14"/>
                    <a:pt x="21" y="12"/>
                    <a:pt x="21" y="9"/>
                  </a:cubicBezTo>
                  <a:cubicBezTo>
                    <a:pt x="20" y="7"/>
                    <a:pt x="20" y="6"/>
                    <a:pt x="20" y="4"/>
                  </a:cubicBezTo>
                  <a:cubicBezTo>
                    <a:pt x="20" y="3"/>
                    <a:pt x="20" y="2"/>
                    <a:pt x="20" y="1"/>
                  </a:cubicBezTo>
                  <a:lnTo>
                    <a:pt x="16" y="0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60486" name="Freeform 539">
              <a:extLst>
                <a:ext uri="{FF2B5EF4-FFF2-40B4-BE49-F238E27FC236}">
                  <a16:creationId xmlns:a16="http://schemas.microsoft.com/office/drawing/2014/main" id="{9F1B9281-DA60-47B5-926C-8DD61C9D320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0" y="2505"/>
              <a:ext cx="107" cy="709"/>
            </a:xfrm>
            <a:custGeom>
              <a:avLst/>
              <a:gdLst>
                <a:gd name="T0" fmla="*/ 404 w 53"/>
                <a:gd name="T1" fmla="*/ 0 h 353"/>
                <a:gd name="T2" fmla="*/ 297 w 53"/>
                <a:gd name="T3" fmla="*/ 811 h 353"/>
                <a:gd name="T4" fmla="*/ 0 w 53"/>
                <a:gd name="T5" fmla="*/ 2860 h 353"/>
                <a:gd name="T6" fmla="*/ 32 w 53"/>
                <a:gd name="T7" fmla="*/ 2860 h 353"/>
                <a:gd name="T8" fmla="*/ 331 w 53"/>
                <a:gd name="T9" fmla="*/ 819 h 353"/>
                <a:gd name="T10" fmla="*/ 436 w 53"/>
                <a:gd name="T11" fmla="*/ 0 h 353"/>
                <a:gd name="T12" fmla="*/ 404 w 53"/>
                <a:gd name="T13" fmla="*/ 0 h 35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3" h="353">
                  <a:moveTo>
                    <a:pt x="49" y="0"/>
                  </a:moveTo>
                  <a:cubicBezTo>
                    <a:pt x="48" y="34"/>
                    <a:pt x="43" y="67"/>
                    <a:pt x="36" y="100"/>
                  </a:cubicBezTo>
                  <a:cubicBezTo>
                    <a:pt x="17" y="182"/>
                    <a:pt x="1" y="269"/>
                    <a:pt x="0" y="353"/>
                  </a:cubicBezTo>
                  <a:cubicBezTo>
                    <a:pt x="4" y="353"/>
                    <a:pt x="4" y="353"/>
                    <a:pt x="4" y="353"/>
                  </a:cubicBezTo>
                  <a:cubicBezTo>
                    <a:pt x="5" y="269"/>
                    <a:pt x="21" y="183"/>
                    <a:pt x="40" y="101"/>
                  </a:cubicBezTo>
                  <a:cubicBezTo>
                    <a:pt x="47" y="67"/>
                    <a:pt x="52" y="35"/>
                    <a:pt x="53" y="0"/>
                  </a:cubicBezTo>
                  <a:lnTo>
                    <a:pt x="49" y="0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60487" name="Freeform 540">
              <a:extLst>
                <a:ext uri="{FF2B5EF4-FFF2-40B4-BE49-F238E27FC236}">
                  <a16:creationId xmlns:a16="http://schemas.microsoft.com/office/drawing/2014/main" id="{2E589B94-A366-409E-BD9E-1516CC79E29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1" y="1596"/>
              <a:ext cx="28" cy="472"/>
            </a:xfrm>
            <a:custGeom>
              <a:avLst/>
              <a:gdLst>
                <a:gd name="T0" fmla="*/ 24 w 14"/>
                <a:gd name="T1" fmla="*/ 0 h 235"/>
                <a:gd name="T2" fmla="*/ 0 w 14"/>
                <a:gd name="T3" fmla="*/ 137 h 235"/>
                <a:gd name="T4" fmla="*/ 40 w 14"/>
                <a:gd name="T5" fmla="*/ 412 h 235"/>
                <a:gd name="T6" fmla="*/ 80 w 14"/>
                <a:gd name="T7" fmla="*/ 681 h 235"/>
                <a:gd name="T8" fmla="*/ 80 w 14"/>
                <a:gd name="T9" fmla="*/ 689 h 235"/>
                <a:gd name="T10" fmla="*/ 16 w 14"/>
                <a:gd name="T11" fmla="*/ 1589 h 235"/>
                <a:gd name="T12" fmla="*/ 48 w 14"/>
                <a:gd name="T13" fmla="*/ 1904 h 235"/>
                <a:gd name="T14" fmla="*/ 80 w 14"/>
                <a:gd name="T15" fmla="*/ 1896 h 235"/>
                <a:gd name="T16" fmla="*/ 48 w 14"/>
                <a:gd name="T17" fmla="*/ 1589 h 235"/>
                <a:gd name="T18" fmla="*/ 112 w 14"/>
                <a:gd name="T19" fmla="*/ 689 h 235"/>
                <a:gd name="T20" fmla="*/ 112 w 14"/>
                <a:gd name="T21" fmla="*/ 681 h 235"/>
                <a:gd name="T22" fmla="*/ 72 w 14"/>
                <a:gd name="T23" fmla="*/ 404 h 235"/>
                <a:gd name="T24" fmla="*/ 32 w 14"/>
                <a:gd name="T25" fmla="*/ 137 h 235"/>
                <a:gd name="T26" fmla="*/ 48 w 14"/>
                <a:gd name="T27" fmla="*/ 8 h 235"/>
                <a:gd name="T28" fmla="*/ 24 w 14"/>
                <a:gd name="T29" fmla="*/ 0 h 235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4" h="235">
                  <a:moveTo>
                    <a:pt x="3" y="0"/>
                  </a:moveTo>
                  <a:cubicBezTo>
                    <a:pt x="1" y="6"/>
                    <a:pt x="0" y="11"/>
                    <a:pt x="0" y="17"/>
                  </a:cubicBezTo>
                  <a:cubicBezTo>
                    <a:pt x="0" y="29"/>
                    <a:pt x="2" y="40"/>
                    <a:pt x="5" y="51"/>
                  </a:cubicBezTo>
                  <a:cubicBezTo>
                    <a:pt x="8" y="63"/>
                    <a:pt x="10" y="74"/>
                    <a:pt x="10" y="84"/>
                  </a:cubicBezTo>
                  <a:cubicBezTo>
                    <a:pt x="10" y="84"/>
                    <a:pt x="10" y="84"/>
                    <a:pt x="10" y="85"/>
                  </a:cubicBezTo>
                  <a:cubicBezTo>
                    <a:pt x="10" y="122"/>
                    <a:pt x="2" y="158"/>
                    <a:pt x="2" y="196"/>
                  </a:cubicBezTo>
                  <a:cubicBezTo>
                    <a:pt x="2" y="209"/>
                    <a:pt x="3" y="222"/>
                    <a:pt x="6" y="235"/>
                  </a:cubicBezTo>
                  <a:cubicBezTo>
                    <a:pt x="10" y="234"/>
                    <a:pt x="10" y="234"/>
                    <a:pt x="10" y="234"/>
                  </a:cubicBezTo>
                  <a:cubicBezTo>
                    <a:pt x="7" y="221"/>
                    <a:pt x="6" y="209"/>
                    <a:pt x="6" y="196"/>
                  </a:cubicBezTo>
                  <a:cubicBezTo>
                    <a:pt x="6" y="159"/>
                    <a:pt x="14" y="122"/>
                    <a:pt x="14" y="85"/>
                  </a:cubicBezTo>
                  <a:cubicBezTo>
                    <a:pt x="14" y="84"/>
                    <a:pt x="14" y="84"/>
                    <a:pt x="14" y="84"/>
                  </a:cubicBezTo>
                  <a:cubicBezTo>
                    <a:pt x="14" y="73"/>
                    <a:pt x="12" y="62"/>
                    <a:pt x="9" y="50"/>
                  </a:cubicBezTo>
                  <a:cubicBezTo>
                    <a:pt x="6" y="39"/>
                    <a:pt x="4" y="28"/>
                    <a:pt x="4" y="17"/>
                  </a:cubicBezTo>
                  <a:cubicBezTo>
                    <a:pt x="4" y="12"/>
                    <a:pt x="5" y="6"/>
                    <a:pt x="6" y="1"/>
                  </a:cubicBezTo>
                  <a:lnTo>
                    <a:pt x="3" y="0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60488" name="Freeform 541">
              <a:extLst>
                <a:ext uri="{FF2B5EF4-FFF2-40B4-BE49-F238E27FC236}">
                  <a16:creationId xmlns:a16="http://schemas.microsoft.com/office/drawing/2014/main" id="{D1B3D141-F673-4B85-A4EE-ED27799252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3" y="1666"/>
              <a:ext cx="70" cy="141"/>
            </a:xfrm>
            <a:custGeom>
              <a:avLst/>
              <a:gdLst>
                <a:gd name="T0" fmla="*/ 0 w 35"/>
                <a:gd name="T1" fmla="*/ 24 h 70"/>
                <a:gd name="T2" fmla="*/ 248 w 35"/>
                <a:gd name="T3" fmla="*/ 572 h 70"/>
                <a:gd name="T4" fmla="*/ 280 w 35"/>
                <a:gd name="T5" fmla="*/ 572 h 70"/>
                <a:gd name="T6" fmla="*/ 32 w 35"/>
                <a:gd name="T7" fmla="*/ 0 h 70"/>
                <a:gd name="T8" fmla="*/ 0 w 35"/>
                <a:gd name="T9" fmla="*/ 24 h 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70">
                  <a:moveTo>
                    <a:pt x="0" y="3"/>
                  </a:moveTo>
                  <a:cubicBezTo>
                    <a:pt x="14" y="20"/>
                    <a:pt x="27" y="47"/>
                    <a:pt x="31" y="70"/>
                  </a:cubicBezTo>
                  <a:cubicBezTo>
                    <a:pt x="35" y="70"/>
                    <a:pt x="35" y="70"/>
                    <a:pt x="35" y="70"/>
                  </a:cubicBezTo>
                  <a:cubicBezTo>
                    <a:pt x="31" y="46"/>
                    <a:pt x="18" y="18"/>
                    <a:pt x="4" y="0"/>
                  </a:cubicBezTo>
                  <a:lnTo>
                    <a:pt x="0" y="3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60489" name="Freeform 542">
              <a:extLst>
                <a:ext uri="{FF2B5EF4-FFF2-40B4-BE49-F238E27FC236}">
                  <a16:creationId xmlns:a16="http://schemas.microsoft.com/office/drawing/2014/main" id="{B9772A49-F679-4FA5-8ECC-9C99D0E189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2" y="2479"/>
              <a:ext cx="173" cy="1022"/>
            </a:xfrm>
            <a:custGeom>
              <a:avLst/>
              <a:gdLst>
                <a:gd name="T0" fmla="*/ 0 w 86"/>
                <a:gd name="T1" fmla="*/ 8 h 509"/>
                <a:gd name="T2" fmla="*/ 384 w 86"/>
                <a:gd name="T3" fmla="*/ 1847 h 509"/>
                <a:gd name="T4" fmla="*/ 668 w 86"/>
                <a:gd name="T5" fmla="*/ 4096 h 509"/>
                <a:gd name="T6" fmla="*/ 668 w 86"/>
                <a:gd name="T7" fmla="*/ 4120 h 509"/>
                <a:gd name="T8" fmla="*/ 700 w 86"/>
                <a:gd name="T9" fmla="*/ 4120 h 509"/>
                <a:gd name="T10" fmla="*/ 700 w 86"/>
                <a:gd name="T11" fmla="*/ 4096 h 509"/>
                <a:gd name="T12" fmla="*/ 416 w 86"/>
                <a:gd name="T13" fmla="*/ 1839 h 509"/>
                <a:gd name="T14" fmla="*/ 24 w 86"/>
                <a:gd name="T15" fmla="*/ 0 h 509"/>
                <a:gd name="T16" fmla="*/ 0 w 86"/>
                <a:gd name="T17" fmla="*/ 8 h 50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6" h="509">
                  <a:moveTo>
                    <a:pt x="0" y="1"/>
                  </a:moveTo>
                  <a:cubicBezTo>
                    <a:pt x="29" y="71"/>
                    <a:pt x="29" y="154"/>
                    <a:pt x="47" y="228"/>
                  </a:cubicBezTo>
                  <a:cubicBezTo>
                    <a:pt x="68" y="322"/>
                    <a:pt x="82" y="410"/>
                    <a:pt x="82" y="506"/>
                  </a:cubicBezTo>
                  <a:cubicBezTo>
                    <a:pt x="82" y="507"/>
                    <a:pt x="82" y="508"/>
                    <a:pt x="82" y="509"/>
                  </a:cubicBezTo>
                  <a:cubicBezTo>
                    <a:pt x="86" y="509"/>
                    <a:pt x="86" y="509"/>
                    <a:pt x="86" y="509"/>
                  </a:cubicBezTo>
                  <a:cubicBezTo>
                    <a:pt x="86" y="508"/>
                    <a:pt x="86" y="507"/>
                    <a:pt x="86" y="506"/>
                  </a:cubicBezTo>
                  <a:cubicBezTo>
                    <a:pt x="86" y="410"/>
                    <a:pt x="72" y="321"/>
                    <a:pt x="51" y="227"/>
                  </a:cubicBezTo>
                  <a:cubicBezTo>
                    <a:pt x="33" y="154"/>
                    <a:pt x="33" y="70"/>
                    <a:pt x="3" y="0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</p:grpSp>
      <p:grpSp>
        <p:nvGrpSpPr>
          <p:cNvPr id="60432" name="Group 543">
            <a:extLst>
              <a:ext uri="{FF2B5EF4-FFF2-40B4-BE49-F238E27FC236}">
                <a16:creationId xmlns:a16="http://schemas.microsoft.com/office/drawing/2014/main" id="{2EA5CD78-3401-4DE5-BA38-06ACB015FEFB}"/>
              </a:ext>
            </a:extLst>
          </p:cNvPr>
          <p:cNvGrpSpPr>
            <a:grpSpLocks/>
          </p:cNvGrpSpPr>
          <p:nvPr/>
        </p:nvGrpSpPr>
        <p:grpSpPr bwMode="auto">
          <a:xfrm>
            <a:off x="10608998" y="4845887"/>
            <a:ext cx="165629" cy="272598"/>
            <a:chOff x="1826" y="1852"/>
            <a:chExt cx="320" cy="528"/>
          </a:xfrm>
        </p:grpSpPr>
        <p:sp>
          <p:nvSpPr>
            <p:cNvPr id="60456" name="Freeform 544">
              <a:extLst>
                <a:ext uri="{FF2B5EF4-FFF2-40B4-BE49-F238E27FC236}">
                  <a16:creationId xmlns:a16="http://schemas.microsoft.com/office/drawing/2014/main" id="{1A6E7FDD-66FA-469A-B15D-315D055DE54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6" y="1852"/>
              <a:ext cx="320" cy="528"/>
            </a:xfrm>
            <a:custGeom>
              <a:avLst/>
              <a:gdLst>
                <a:gd name="T0" fmla="*/ 33 w 128"/>
                <a:gd name="T1" fmla="*/ 300 h 211"/>
                <a:gd name="T2" fmla="*/ 1550 w 128"/>
                <a:gd name="T3" fmla="*/ 250 h 211"/>
                <a:gd name="T4" fmla="*/ 1833 w 128"/>
                <a:gd name="T5" fmla="*/ 958 h 211"/>
                <a:gd name="T6" fmla="*/ 1908 w 128"/>
                <a:gd name="T7" fmla="*/ 1396 h 211"/>
                <a:gd name="T8" fmla="*/ 1970 w 128"/>
                <a:gd name="T9" fmla="*/ 2084 h 211"/>
                <a:gd name="T10" fmla="*/ 2000 w 128"/>
                <a:gd name="T11" fmla="*/ 2380 h 211"/>
                <a:gd name="T12" fmla="*/ 1720 w 128"/>
                <a:gd name="T13" fmla="*/ 2397 h 211"/>
                <a:gd name="T14" fmla="*/ 1520 w 128"/>
                <a:gd name="T15" fmla="*/ 2084 h 211"/>
                <a:gd name="T16" fmla="*/ 1563 w 128"/>
                <a:gd name="T17" fmla="*/ 2335 h 211"/>
                <a:gd name="T18" fmla="*/ 1770 w 128"/>
                <a:gd name="T19" fmla="*/ 2693 h 211"/>
                <a:gd name="T20" fmla="*/ 1863 w 128"/>
                <a:gd name="T21" fmla="*/ 2963 h 211"/>
                <a:gd name="T22" fmla="*/ 1645 w 128"/>
                <a:gd name="T23" fmla="*/ 3025 h 211"/>
                <a:gd name="T24" fmla="*/ 1563 w 128"/>
                <a:gd name="T25" fmla="*/ 3243 h 211"/>
                <a:gd name="T26" fmla="*/ 1333 w 128"/>
                <a:gd name="T27" fmla="*/ 3130 h 211"/>
                <a:gd name="T28" fmla="*/ 1125 w 128"/>
                <a:gd name="T29" fmla="*/ 2975 h 211"/>
                <a:gd name="T30" fmla="*/ 1000 w 128"/>
                <a:gd name="T31" fmla="*/ 2930 h 211"/>
                <a:gd name="T32" fmla="*/ 813 w 128"/>
                <a:gd name="T33" fmla="*/ 2743 h 211"/>
                <a:gd name="T34" fmla="*/ 750 w 128"/>
                <a:gd name="T35" fmla="*/ 2868 h 211"/>
                <a:gd name="T36" fmla="*/ 520 w 128"/>
                <a:gd name="T37" fmla="*/ 2680 h 211"/>
                <a:gd name="T38" fmla="*/ 283 w 128"/>
                <a:gd name="T39" fmla="*/ 2285 h 211"/>
                <a:gd name="T40" fmla="*/ 83 w 128"/>
                <a:gd name="T41" fmla="*/ 1659 h 211"/>
                <a:gd name="T42" fmla="*/ 0 w 128"/>
                <a:gd name="T43" fmla="*/ 1334 h 211"/>
                <a:gd name="T44" fmla="*/ 33 w 128"/>
                <a:gd name="T45" fmla="*/ 300 h 211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28" h="211">
                  <a:moveTo>
                    <a:pt x="2" y="19"/>
                  </a:moveTo>
                  <a:cubicBezTo>
                    <a:pt x="2" y="19"/>
                    <a:pt x="61" y="0"/>
                    <a:pt x="99" y="16"/>
                  </a:cubicBezTo>
                  <a:cubicBezTo>
                    <a:pt x="99" y="16"/>
                    <a:pt x="113" y="55"/>
                    <a:pt x="117" y="61"/>
                  </a:cubicBezTo>
                  <a:cubicBezTo>
                    <a:pt x="120" y="67"/>
                    <a:pt x="121" y="79"/>
                    <a:pt x="122" y="89"/>
                  </a:cubicBezTo>
                  <a:cubicBezTo>
                    <a:pt x="123" y="98"/>
                    <a:pt x="126" y="125"/>
                    <a:pt x="126" y="133"/>
                  </a:cubicBezTo>
                  <a:cubicBezTo>
                    <a:pt x="128" y="152"/>
                    <a:pt x="128" y="152"/>
                    <a:pt x="128" y="152"/>
                  </a:cubicBezTo>
                  <a:cubicBezTo>
                    <a:pt x="128" y="152"/>
                    <a:pt x="118" y="159"/>
                    <a:pt x="110" y="153"/>
                  </a:cubicBezTo>
                  <a:cubicBezTo>
                    <a:pt x="102" y="146"/>
                    <a:pt x="97" y="133"/>
                    <a:pt x="97" y="133"/>
                  </a:cubicBezTo>
                  <a:cubicBezTo>
                    <a:pt x="97" y="133"/>
                    <a:pt x="98" y="142"/>
                    <a:pt x="100" y="149"/>
                  </a:cubicBezTo>
                  <a:cubicBezTo>
                    <a:pt x="103" y="155"/>
                    <a:pt x="110" y="168"/>
                    <a:pt x="113" y="172"/>
                  </a:cubicBezTo>
                  <a:cubicBezTo>
                    <a:pt x="116" y="177"/>
                    <a:pt x="120" y="184"/>
                    <a:pt x="119" y="189"/>
                  </a:cubicBezTo>
                  <a:cubicBezTo>
                    <a:pt x="118" y="193"/>
                    <a:pt x="111" y="198"/>
                    <a:pt x="105" y="193"/>
                  </a:cubicBezTo>
                  <a:cubicBezTo>
                    <a:pt x="105" y="193"/>
                    <a:pt x="108" y="202"/>
                    <a:pt x="100" y="207"/>
                  </a:cubicBezTo>
                  <a:cubicBezTo>
                    <a:pt x="93" y="211"/>
                    <a:pt x="89" y="203"/>
                    <a:pt x="85" y="200"/>
                  </a:cubicBezTo>
                  <a:cubicBezTo>
                    <a:pt x="81" y="197"/>
                    <a:pt x="72" y="190"/>
                    <a:pt x="72" y="190"/>
                  </a:cubicBezTo>
                  <a:cubicBezTo>
                    <a:pt x="72" y="190"/>
                    <a:pt x="68" y="191"/>
                    <a:pt x="64" y="187"/>
                  </a:cubicBezTo>
                  <a:cubicBezTo>
                    <a:pt x="60" y="184"/>
                    <a:pt x="52" y="175"/>
                    <a:pt x="52" y="175"/>
                  </a:cubicBezTo>
                  <a:cubicBezTo>
                    <a:pt x="52" y="175"/>
                    <a:pt x="53" y="181"/>
                    <a:pt x="48" y="183"/>
                  </a:cubicBezTo>
                  <a:cubicBezTo>
                    <a:pt x="43" y="184"/>
                    <a:pt x="38" y="176"/>
                    <a:pt x="33" y="171"/>
                  </a:cubicBezTo>
                  <a:cubicBezTo>
                    <a:pt x="28" y="165"/>
                    <a:pt x="20" y="155"/>
                    <a:pt x="18" y="146"/>
                  </a:cubicBezTo>
                  <a:cubicBezTo>
                    <a:pt x="15" y="138"/>
                    <a:pt x="7" y="112"/>
                    <a:pt x="5" y="106"/>
                  </a:cubicBezTo>
                  <a:cubicBezTo>
                    <a:pt x="3" y="101"/>
                    <a:pt x="0" y="93"/>
                    <a:pt x="0" y="85"/>
                  </a:cubicBezTo>
                  <a:cubicBezTo>
                    <a:pt x="0" y="78"/>
                    <a:pt x="2" y="19"/>
                    <a:pt x="2" y="19"/>
                  </a:cubicBezTo>
                  <a:close/>
                </a:path>
              </a:pathLst>
            </a:custGeom>
            <a:solidFill>
              <a:srgbClr val="FFFF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60457" name="Freeform 545">
              <a:extLst>
                <a:ext uri="{FF2B5EF4-FFF2-40B4-BE49-F238E27FC236}">
                  <a16:creationId xmlns:a16="http://schemas.microsoft.com/office/drawing/2014/main" id="{907AF7CB-4574-4AA5-B518-40AC7C2322E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6" y="1852"/>
              <a:ext cx="320" cy="528"/>
            </a:xfrm>
            <a:custGeom>
              <a:avLst/>
              <a:gdLst>
                <a:gd name="T0" fmla="*/ 33 w 128"/>
                <a:gd name="T1" fmla="*/ 300 h 211"/>
                <a:gd name="T2" fmla="*/ 1550 w 128"/>
                <a:gd name="T3" fmla="*/ 250 h 211"/>
                <a:gd name="T4" fmla="*/ 1833 w 128"/>
                <a:gd name="T5" fmla="*/ 958 h 211"/>
                <a:gd name="T6" fmla="*/ 1908 w 128"/>
                <a:gd name="T7" fmla="*/ 1396 h 211"/>
                <a:gd name="T8" fmla="*/ 1970 w 128"/>
                <a:gd name="T9" fmla="*/ 2084 h 211"/>
                <a:gd name="T10" fmla="*/ 2000 w 128"/>
                <a:gd name="T11" fmla="*/ 2380 h 211"/>
                <a:gd name="T12" fmla="*/ 1720 w 128"/>
                <a:gd name="T13" fmla="*/ 2397 h 211"/>
                <a:gd name="T14" fmla="*/ 1520 w 128"/>
                <a:gd name="T15" fmla="*/ 2084 h 211"/>
                <a:gd name="T16" fmla="*/ 1563 w 128"/>
                <a:gd name="T17" fmla="*/ 2335 h 211"/>
                <a:gd name="T18" fmla="*/ 1770 w 128"/>
                <a:gd name="T19" fmla="*/ 2693 h 211"/>
                <a:gd name="T20" fmla="*/ 1863 w 128"/>
                <a:gd name="T21" fmla="*/ 2963 h 211"/>
                <a:gd name="T22" fmla="*/ 1645 w 128"/>
                <a:gd name="T23" fmla="*/ 3025 h 211"/>
                <a:gd name="T24" fmla="*/ 1563 w 128"/>
                <a:gd name="T25" fmla="*/ 3243 h 211"/>
                <a:gd name="T26" fmla="*/ 1333 w 128"/>
                <a:gd name="T27" fmla="*/ 3130 h 211"/>
                <a:gd name="T28" fmla="*/ 1125 w 128"/>
                <a:gd name="T29" fmla="*/ 2975 h 211"/>
                <a:gd name="T30" fmla="*/ 1000 w 128"/>
                <a:gd name="T31" fmla="*/ 2930 h 211"/>
                <a:gd name="T32" fmla="*/ 813 w 128"/>
                <a:gd name="T33" fmla="*/ 2743 h 211"/>
                <a:gd name="T34" fmla="*/ 750 w 128"/>
                <a:gd name="T35" fmla="*/ 2868 h 211"/>
                <a:gd name="T36" fmla="*/ 520 w 128"/>
                <a:gd name="T37" fmla="*/ 2680 h 211"/>
                <a:gd name="T38" fmla="*/ 283 w 128"/>
                <a:gd name="T39" fmla="*/ 2285 h 211"/>
                <a:gd name="T40" fmla="*/ 83 w 128"/>
                <a:gd name="T41" fmla="*/ 1659 h 211"/>
                <a:gd name="T42" fmla="*/ 0 w 128"/>
                <a:gd name="T43" fmla="*/ 1334 h 211"/>
                <a:gd name="T44" fmla="*/ 33 w 128"/>
                <a:gd name="T45" fmla="*/ 300 h 211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28" h="211">
                  <a:moveTo>
                    <a:pt x="2" y="19"/>
                  </a:moveTo>
                  <a:cubicBezTo>
                    <a:pt x="2" y="19"/>
                    <a:pt x="61" y="0"/>
                    <a:pt x="99" y="16"/>
                  </a:cubicBezTo>
                  <a:cubicBezTo>
                    <a:pt x="99" y="16"/>
                    <a:pt x="113" y="55"/>
                    <a:pt x="117" y="61"/>
                  </a:cubicBezTo>
                  <a:cubicBezTo>
                    <a:pt x="120" y="67"/>
                    <a:pt x="121" y="79"/>
                    <a:pt x="122" y="89"/>
                  </a:cubicBezTo>
                  <a:cubicBezTo>
                    <a:pt x="123" y="98"/>
                    <a:pt x="126" y="125"/>
                    <a:pt x="126" y="133"/>
                  </a:cubicBezTo>
                  <a:cubicBezTo>
                    <a:pt x="128" y="152"/>
                    <a:pt x="128" y="152"/>
                    <a:pt x="128" y="152"/>
                  </a:cubicBezTo>
                  <a:cubicBezTo>
                    <a:pt x="128" y="152"/>
                    <a:pt x="118" y="159"/>
                    <a:pt x="110" y="153"/>
                  </a:cubicBezTo>
                  <a:cubicBezTo>
                    <a:pt x="102" y="146"/>
                    <a:pt x="97" y="133"/>
                    <a:pt x="97" y="133"/>
                  </a:cubicBezTo>
                  <a:cubicBezTo>
                    <a:pt x="97" y="133"/>
                    <a:pt x="98" y="142"/>
                    <a:pt x="100" y="149"/>
                  </a:cubicBezTo>
                  <a:cubicBezTo>
                    <a:pt x="103" y="155"/>
                    <a:pt x="110" y="168"/>
                    <a:pt x="113" y="172"/>
                  </a:cubicBezTo>
                  <a:cubicBezTo>
                    <a:pt x="116" y="177"/>
                    <a:pt x="120" y="184"/>
                    <a:pt x="119" y="189"/>
                  </a:cubicBezTo>
                  <a:cubicBezTo>
                    <a:pt x="118" y="193"/>
                    <a:pt x="111" y="198"/>
                    <a:pt x="105" y="193"/>
                  </a:cubicBezTo>
                  <a:cubicBezTo>
                    <a:pt x="105" y="193"/>
                    <a:pt x="108" y="202"/>
                    <a:pt x="100" y="207"/>
                  </a:cubicBezTo>
                  <a:cubicBezTo>
                    <a:pt x="93" y="211"/>
                    <a:pt x="89" y="203"/>
                    <a:pt x="85" y="200"/>
                  </a:cubicBezTo>
                  <a:cubicBezTo>
                    <a:pt x="81" y="197"/>
                    <a:pt x="72" y="190"/>
                    <a:pt x="72" y="190"/>
                  </a:cubicBezTo>
                  <a:cubicBezTo>
                    <a:pt x="72" y="190"/>
                    <a:pt x="68" y="191"/>
                    <a:pt x="64" y="187"/>
                  </a:cubicBezTo>
                  <a:cubicBezTo>
                    <a:pt x="60" y="184"/>
                    <a:pt x="52" y="175"/>
                    <a:pt x="52" y="175"/>
                  </a:cubicBezTo>
                  <a:cubicBezTo>
                    <a:pt x="52" y="175"/>
                    <a:pt x="53" y="181"/>
                    <a:pt x="48" y="183"/>
                  </a:cubicBezTo>
                  <a:cubicBezTo>
                    <a:pt x="43" y="184"/>
                    <a:pt x="38" y="176"/>
                    <a:pt x="33" y="171"/>
                  </a:cubicBezTo>
                  <a:cubicBezTo>
                    <a:pt x="28" y="165"/>
                    <a:pt x="20" y="155"/>
                    <a:pt x="18" y="146"/>
                  </a:cubicBezTo>
                  <a:cubicBezTo>
                    <a:pt x="15" y="138"/>
                    <a:pt x="7" y="112"/>
                    <a:pt x="5" y="106"/>
                  </a:cubicBezTo>
                  <a:cubicBezTo>
                    <a:pt x="3" y="101"/>
                    <a:pt x="0" y="93"/>
                    <a:pt x="0" y="85"/>
                  </a:cubicBezTo>
                  <a:cubicBezTo>
                    <a:pt x="0" y="78"/>
                    <a:pt x="2" y="19"/>
                    <a:pt x="2" y="19"/>
                  </a:cubicBezTo>
                  <a:close/>
                </a:path>
              </a:pathLst>
            </a:custGeom>
            <a:noFill/>
            <a:ln w="158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60458" name="Freeform 546">
              <a:extLst>
                <a:ext uri="{FF2B5EF4-FFF2-40B4-BE49-F238E27FC236}">
                  <a16:creationId xmlns:a16="http://schemas.microsoft.com/office/drawing/2014/main" id="{FA178367-68D1-43D5-9125-D5B73B01C2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9" y="2035"/>
              <a:ext cx="10" cy="150"/>
            </a:xfrm>
            <a:custGeom>
              <a:avLst/>
              <a:gdLst>
                <a:gd name="T0" fmla="*/ 63 w 4"/>
                <a:gd name="T1" fmla="*/ 938 h 60"/>
                <a:gd name="T2" fmla="*/ 50 w 4"/>
                <a:gd name="T3" fmla="*/ 583 h 60"/>
                <a:gd name="T4" fmla="*/ 0 w 4"/>
                <a:gd name="T5" fmla="*/ 0 h 6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60">
                  <a:moveTo>
                    <a:pt x="4" y="60"/>
                  </a:moveTo>
                  <a:cubicBezTo>
                    <a:pt x="4" y="60"/>
                    <a:pt x="3" y="46"/>
                    <a:pt x="3" y="37"/>
                  </a:cubicBezTo>
                  <a:cubicBezTo>
                    <a:pt x="2" y="27"/>
                    <a:pt x="0" y="0"/>
                    <a:pt x="0" y="0"/>
                  </a:cubicBezTo>
                </a:path>
              </a:pathLst>
            </a:custGeom>
            <a:noFill/>
            <a:ln w="15875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60459" name="Freeform 547">
              <a:extLst>
                <a:ext uri="{FF2B5EF4-FFF2-40B4-BE49-F238E27FC236}">
                  <a16:creationId xmlns:a16="http://schemas.microsoft.com/office/drawing/2014/main" id="{2090CEBF-7205-4D3B-867B-44D6D1AF847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1" y="2137"/>
              <a:ext cx="95" cy="196"/>
            </a:xfrm>
            <a:custGeom>
              <a:avLst/>
              <a:gdLst>
                <a:gd name="T0" fmla="*/ 595 w 38"/>
                <a:gd name="T1" fmla="*/ 1239 h 78"/>
                <a:gd name="T2" fmla="*/ 333 w 38"/>
                <a:gd name="T3" fmla="*/ 965 h 78"/>
                <a:gd name="T4" fmla="*/ 113 w 38"/>
                <a:gd name="T5" fmla="*/ 668 h 78"/>
                <a:gd name="T6" fmla="*/ 0 w 38"/>
                <a:gd name="T7" fmla="*/ 0 h 7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" h="78">
                  <a:moveTo>
                    <a:pt x="38" y="78"/>
                  </a:moveTo>
                  <a:cubicBezTo>
                    <a:pt x="38" y="78"/>
                    <a:pt x="25" y="67"/>
                    <a:pt x="21" y="61"/>
                  </a:cubicBezTo>
                  <a:cubicBezTo>
                    <a:pt x="16" y="56"/>
                    <a:pt x="10" y="52"/>
                    <a:pt x="7" y="42"/>
                  </a:cubicBezTo>
                  <a:cubicBezTo>
                    <a:pt x="5" y="31"/>
                    <a:pt x="2" y="5"/>
                    <a:pt x="0" y="0"/>
                  </a:cubicBezTo>
                </a:path>
              </a:pathLst>
            </a:custGeom>
            <a:noFill/>
            <a:ln w="15875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60460" name="Freeform 548">
              <a:extLst>
                <a:ext uri="{FF2B5EF4-FFF2-40B4-BE49-F238E27FC236}">
                  <a16:creationId xmlns:a16="http://schemas.microsoft.com/office/drawing/2014/main" id="{31AFB71C-004E-42C8-8586-93E3B669570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9" y="2152"/>
              <a:ext cx="77" cy="176"/>
            </a:xfrm>
            <a:custGeom>
              <a:avLst/>
              <a:gdLst>
                <a:gd name="T0" fmla="*/ 474 w 31"/>
                <a:gd name="T1" fmla="*/ 1114 h 70"/>
                <a:gd name="T2" fmla="*/ 278 w 31"/>
                <a:gd name="T3" fmla="*/ 860 h 70"/>
                <a:gd name="T4" fmla="*/ 166 w 31"/>
                <a:gd name="T5" fmla="*/ 556 h 70"/>
                <a:gd name="T6" fmla="*/ 0 w 31"/>
                <a:gd name="T7" fmla="*/ 0 h 7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70">
                  <a:moveTo>
                    <a:pt x="31" y="70"/>
                  </a:moveTo>
                  <a:cubicBezTo>
                    <a:pt x="31" y="70"/>
                    <a:pt x="20" y="58"/>
                    <a:pt x="18" y="54"/>
                  </a:cubicBezTo>
                  <a:cubicBezTo>
                    <a:pt x="16" y="50"/>
                    <a:pt x="13" y="41"/>
                    <a:pt x="11" y="35"/>
                  </a:cubicBezTo>
                  <a:cubicBezTo>
                    <a:pt x="9" y="28"/>
                    <a:pt x="0" y="0"/>
                    <a:pt x="0" y="0"/>
                  </a:cubicBezTo>
                </a:path>
              </a:pathLst>
            </a:custGeom>
            <a:noFill/>
            <a:ln w="15875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60461" name="Freeform 549">
              <a:extLst>
                <a:ext uri="{FF2B5EF4-FFF2-40B4-BE49-F238E27FC236}">
                  <a16:creationId xmlns:a16="http://schemas.microsoft.com/office/drawing/2014/main" id="{AEB562E4-77AB-4291-95FE-AAEF4E001E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4" y="2145"/>
              <a:ext cx="72" cy="145"/>
            </a:xfrm>
            <a:custGeom>
              <a:avLst/>
              <a:gdLst>
                <a:gd name="T0" fmla="*/ 444 w 29"/>
                <a:gd name="T1" fmla="*/ 908 h 58"/>
                <a:gd name="T2" fmla="*/ 278 w 29"/>
                <a:gd name="T3" fmla="*/ 675 h 58"/>
                <a:gd name="T4" fmla="*/ 124 w 29"/>
                <a:gd name="T5" fmla="*/ 333 h 58"/>
                <a:gd name="T6" fmla="*/ 0 w 29"/>
                <a:gd name="T7" fmla="*/ 0 h 5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" h="58">
                  <a:moveTo>
                    <a:pt x="29" y="58"/>
                  </a:moveTo>
                  <a:cubicBezTo>
                    <a:pt x="29" y="58"/>
                    <a:pt x="21" y="50"/>
                    <a:pt x="18" y="43"/>
                  </a:cubicBezTo>
                  <a:cubicBezTo>
                    <a:pt x="16" y="37"/>
                    <a:pt x="10" y="26"/>
                    <a:pt x="8" y="21"/>
                  </a:cubicBezTo>
                  <a:cubicBezTo>
                    <a:pt x="6" y="16"/>
                    <a:pt x="0" y="0"/>
                    <a:pt x="0" y="0"/>
                  </a:cubicBezTo>
                </a:path>
              </a:pathLst>
            </a:custGeom>
            <a:noFill/>
            <a:ln w="15875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</p:grpSp>
      <p:grpSp>
        <p:nvGrpSpPr>
          <p:cNvPr id="60433" name="Group 550">
            <a:extLst>
              <a:ext uri="{FF2B5EF4-FFF2-40B4-BE49-F238E27FC236}">
                <a16:creationId xmlns:a16="http://schemas.microsoft.com/office/drawing/2014/main" id="{1AC5265A-592E-4D9D-A184-F60CF69FC00D}"/>
              </a:ext>
            </a:extLst>
          </p:cNvPr>
          <p:cNvGrpSpPr>
            <a:grpSpLocks/>
          </p:cNvGrpSpPr>
          <p:nvPr/>
        </p:nvGrpSpPr>
        <p:grpSpPr bwMode="auto">
          <a:xfrm>
            <a:off x="11851215" y="4845887"/>
            <a:ext cx="166492" cy="272598"/>
            <a:chOff x="3509" y="1900"/>
            <a:chExt cx="323" cy="528"/>
          </a:xfrm>
        </p:grpSpPr>
        <p:sp>
          <p:nvSpPr>
            <p:cNvPr id="60450" name="Freeform 551">
              <a:extLst>
                <a:ext uri="{FF2B5EF4-FFF2-40B4-BE49-F238E27FC236}">
                  <a16:creationId xmlns:a16="http://schemas.microsoft.com/office/drawing/2014/main" id="{D28FB7C5-9E3D-4963-9DF2-BC376ED588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9" y="1900"/>
              <a:ext cx="323" cy="528"/>
            </a:xfrm>
            <a:custGeom>
              <a:avLst/>
              <a:gdLst>
                <a:gd name="T0" fmla="*/ 1976 w 129"/>
                <a:gd name="T1" fmla="*/ 300 h 211"/>
                <a:gd name="T2" fmla="*/ 471 w 129"/>
                <a:gd name="T3" fmla="*/ 250 h 211"/>
                <a:gd name="T4" fmla="*/ 188 w 129"/>
                <a:gd name="T5" fmla="*/ 958 h 211"/>
                <a:gd name="T6" fmla="*/ 95 w 129"/>
                <a:gd name="T7" fmla="*/ 1396 h 211"/>
                <a:gd name="T8" fmla="*/ 50 w 129"/>
                <a:gd name="T9" fmla="*/ 2084 h 211"/>
                <a:gd name="T10" fmla="*/ 0 w 129"/>
                <a:gd name="T11" fmla="*/ 2367 h 211"/>
                <a:gd name="T12" fmla="*/ 283 w 129"/>
                <a:gd name="T13" fmla="*/ 2397 h 211"/>
                <a:gd name="T14" fmla="*/ 501 w 129"/>
                <a:gd name="T15" fmla="*/ 2084 h 211"/>
                <a:gd name="T16" fmla="*/ 438 w 129"/>
                <a:gd name="T17" fmla="*/ 2335 h 211"/>
                <a:gd name="T18" fmla="*/ 250 w 129"/>
                <a:gd name="T19" fmla="*/ 2693 h 211"/>
                <a:gd name="T20" fmla="*/ 145 w 129"/>
                <a:gd name="T21" fmla="*/ 2963 h 211"/>
                <a:gd name="T22" fmla="*/ 363 w 129"/>
                <a:gd name="T23" fmla="*/ 3025 h 211"/>
                <a:gd name="T24" fmla="*/ 438 w 129"/>
                <a:gd name="T25" fmla="*/ 3243 h 211"/>
                <a:gd name="T26" fmla="*/ 676 w 129"/>
                <a:gd name="T27" fmla="*/ 3130 h 211"/>
                <a:gd name="T28" fmla="*/ 879 w 129"/>
                <a:gd name="T29" fmla="*/ 2975 h 211"/>
                <a:gd name="T30" fmla="*/ 1022 w 129"/>
                <a:gd name="T31" fmla="*/ 2930 h 211"/>
                <a:gd name="T32" fmla="*/ 1192 w 129"/>
                <a:gd name="T33" fmla="*/ 2743 h 211"/>
                <a:gd name="T34" fmla="*/ 1254 w 129"/>
                <a:gd name="T35" fmla="*/ 2868 h 211"/>
                <a:gd name="T36" fmla="*/ 1505 w 129"/>
                <a:gd name="T37" fmla="*/ 2663 h 211"/>
                <a:gd name="T38" fmla="*/ 1743 w 129"/>
                <a:gd name="T39" fmla="*/ 2285 h 211"/>
                <a:gd name="T40" fmla="*/ 1930 w 129"/>
                <a:gd name="T41" fmla="*/ 1659 h 211"/>
                <a:gd name="T42" fmla="*/ 2026 w 129"/>
                <a:gd name="T43" fmla="*/ 1334 h 211"/>
                <a:gd name="T44" fmla="*/ 1976 w 129"/>
                <a:gd name="T45" fmla="*/ 300 h 211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29" h="211">
                  <a:moveTo>
                    <a:pt x="126" y="19"/>
                  </a:moveTo>
                  <a:cubicBezTo>
                    <a:pt x="126" y="19"/>
                    <a:pt x="67" y="0"/>
                    <a:pt x="30" y="16"/>
                  </a:cubicBezTo>
                  <a:cubicBezTo>
                    <a:pt x="30" y="16"/>
                    <a:pt x="15" y="55"/>
                    <a:pt x="12" y="61"/>
                  </a:cubicBezTo>
                  <a:cubicBezTo>
                    <a:pt x="9" y="67"/>
                    <a:pt x="7" y="79"/>
                    <a:pt x="6" y="89"/>
                  </a:cubicBezTo>
                  <a:cubicBezTo>
                    <a:pt x="5" y="98"/>
                    <a:pt x="3" y="125"/>
                    <a:pt x="3" y="133"/>
                  </a:cubicBezTo>
                  <a:cubicBezTo>
                    <a:pt x="0" y="151"/>
                    <a:pt x="0" y="151"/>
                    <a:pt x="0" y="151"/>
                  </a:cubicBezTo>
                  <a:cubicBezTo>
                    <a:pt x="0" y="151"/>
                    <a:pt x="11" y="159"/>
                    <a:pt x="18" y="153"/>
                  </a:cubicBezTo>
                  <a:cubicBezTo>
                    <a:pt x="26" y="146"/>
                    <a:pt x="32" y="133"/>
                    <a:pt x="32" y="133"/>
                  </a:cubicBezTo>
                  <a:cubicBezTo>
                    <a:pt x="32" y="133"/>
                    <a:pt x="31" y="142"/>
                    <a:pt x="28" y="149"/>
                  </a:cubicBezTo>
                  <a:cubicBezTo>
                    <a:pt x="25" y="155"/>
                    <a:pt x="19" y="168"/>
                    <a:pt x="16" y="172"/>
                  </a:cubicBezTo>
                  <a:cubicBezTo>
                    <a:pt x="13" y="177"/>
                    <a:pt x="8" y="184"/>
                    <a:pt x="9" y="189"/>
                  </a:cubicBezTo>
                  <a:cubicBezTo>
                    <a:pt x="11" y="193"/>
                    <a:pt x="17" y="198"/>
                    <a:pt x="23" y="193"/>
                  </a:cubicBezTo>
                  <a:cubicBezTo>
                    <a:pt x="23" y="193"/>
                    <a:pt x="21" y="202"/>
                    <a:pt x="28" y="207"/>
                  </a:cubicBezTo>
                  <a:cubicBezTo>
                    <a:pt x="35" y="211"/>
                    <a:pt x="40" y="203"/>
                    <a:pt x="43" y="200"/>
                  </a:cubicBezTo>
                  <a:cubicBezTo>
                    <a:pt x="47" y="197"/>
                    <a:pt x="56" y="190"/>
                    <a:pt x="56" y="190"/>
                  </a:cubicBezTo>
                  <a:cubicBezTo>
                    <a:pt x="56" y="190"/>
                    <a:pt x="61" y="191"/>
                    <a:pt x="65" y="187"/>
                  </a:cubicBezTo>
                  <a:cubicBezTo>
                    <a:pt x="69" y="184"/>
                    <a:pt x="76" y="175"/>
                    <a:pt x="76" y="175"/>
                  </a:cubicBezTo>
                  <a:cubicBezTo>
                    <a:pt x="76" y="175"/>
                    <a:pt x="75" y="181"/>
                    <a:pt x="80" y="183"/>
                  </a:cubicBezTo>
                  <a:cubicBezTo>
                    <a:pt x="85" y="184"/>
                    <a:pt x="91" y="176"/>
                    <a:pt x="96" y="170"/>
                  </a:cubicBezTo>
                  <a:cubicBezTo>
                    <a:pt x="101" y="165"/>
                    <a:pt x="108" y="155"/>
                    <a:pt x="111" y="146"/>
                  </a:cubicBezTo>
                  <a:cubicBezTo>
                    <a:pt x="113" y="138"/>
                    <a:pt x="121" y="111"/>
                    <a:pt x="123" y="106"/>
                  </a:cubicBezTo>
                  <a:cubicBezTo>
                    <a:pt x="125" y="101"/>
                    <a:pt x="129" y="93"/>
                    <a:pt x="129" y="85"/>
                  </a:cubicBezTo>
                  <a:cubicBezTo>
                    <a:pt x="129" y="78"/>
                    <a:pt x="126" y="19"/>
                    <a:pt x="126" y="19"/>
                  </a:cubicBezTo>
                  <a:close/>
                </a:path>
              </a:pathLst>
            </a:custGeom>
            <a:solidFill>
              <a:srgbClr val="FFFF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60451" name="Freeform 552">
              <a:extLst>
                <a:ext uri="{FF2B5EF4-FFF2-40B4-BE49-F238E27FC236}">
                  <a16:creationId xmlns:a16="http://schemas.microsoft.com/office/drawing/2014/main" id="{5B11AA06-9D58-4F89-A420-02DF782767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9" y="1900"/>
              <a:ext cx="323" cy="528"/>
            </a:xfrm>
            <a:custGeom>
              <a:avLst/>
              <a:gdLst>
                <a:gd name="T0" fmla="*/ 1976 w 129"/>
                <a:gd name="T1" fmla="*/ 300 h 211"/>
                <a:gd name="T2" fmla="*/ 471 w 129"/>
                <a:gd name="T3" fmla="*/ 250 h 211"/>
                <a:gd name="T4" fmla="*/ 188 w 129"/>
                <a:gd name="T5" fmla="*/ 958 h 211"/>
                <a:gd name="T6" fmla="*/ 95 w 129"/>
                <a:gd name="T7" fmla="*/ 1396 h 211"/>
                <a:gd name="T8" fmla="*/ 50 w 129"/>
                <a:gd name="T9" fmla="*/ 2084 h 211"/>
                <a:gd name="T10" fmla="*/ 0 w 129"/>
                <a:gd name="T11" fmla="*/ 2367 h 211"/>
                <a:gd name="T12" fmla="*/ 283 w 129"/>
                <a:gd name="T13" fmla="*/ 2397 h 211"/>
                <a:gd name="T14" fmla="*/ 501 w 129"/>
                <a:gd name="T15" fmla="*/ 2084 h 211"/>
                <a:gd name="T16" fmla="*/ 438 w 129"/>
                <a:gd name="T17" fmla="*/ 2335 h 211"/>
                <a:gd name="T18" fmla="*/ 250 w 129"/>
                <a:gd name="T19" fmla="*/ 2693 h 211"/>
                <a:gd name="T20" fmla="*/ 145 w 129"/>
                <a:gd name="T21" fmla="*/ 2963 h 211"/>
                <a:gd name="T22" fmla="*/ 363 w 129"/>
                <a:gd name="T23" fmla="*/ 3025 h 211"/>
                <a:gd name="T24" fmla="*/ 438 w 129"/>
                <a:gd name="T25" fmla="*/ 3243 h 211"/>
                <a:gd name="T26" fmla="*/ 676 w 129"/>
                <a:gd name="T27" fmla="*/ 3130 h 211"/>
                <a:gd name="T28" fmla="*/ 879 w 129"/>
                <a:gd name="T29" fmla="*/ 2975 h 211"/>
                <a:gd name="T30" fmla="*/ 1022 w 129"/>
                <a:gd name="T31" fmla="*/ 2930 h 211"/>
                <a:gd name="T32" fmla="*/ 1192 w 129"/>
                <a:gd name="T33" fmla="*/ 2743 h 211"/>
                <a:gd name="T34" fmla="*/ 1254 w 129"/>
                <a:gd name="T35" fmla="*/ 2868 h 211"/>
                <a:gd name="T36" fmla="*/ 1505 w 129"/>
                <a:gd name="T37" fmla="*/ 2663 h 211"/>
                <a:gd name="T38" fmla="*/ 1743 w 129"/>
                <a:gd name="T39" fmla="*/ 2285 h 211"/>
                <a:gd name="T40" fmla="*/ 1930 w 129"/>
                <a:gd name="T41" fmla="*/ 1659 h 211"/>
                <a:gd name="T42" fmla="*/ 2026 w 129"/>
                <a:gd name="T43" fmla="*/ 1334 h 211"/>
                <a:gd name="T44" fmla="*/ 1976 w 129"/>
                <a:gd name="T45" fmla="*/ 300 h 211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29" h="211">
                  <a:moveTo>
                    <a:pt x="126" y="19"/>
                  </a:moveTo>
                  <a:cubicBezTo>
                    <a:pt x="126" y="19"/>
                    <a:pt x="67" y="0"/>
                    <a:pt x="30" y="16"/>
                  </a:cubicBezTo>
                  <a:cubicBezTo>
                    <a:pt x="30" y="16"/>
                    <a:pt x="15" y="55"/>
                    <a:pt x="12" y="61"/>
                  </a:cubicBezTo>
                  <a:cubicBezTo>
                    <a:pt x="9" y="67"/>
                    <a:pt x="7" y="79"/>
                    <a:pt x="6" y="89"/>
                  </a:cubicBezTo>
                  <a:cubicBezTo>
                    <a:pt x="5" y="98"/>
                    <a:pt x="3" y="125"/>
                    <a:pt x="3" y="133"/>
                  </a:cubicBezTo>
                  <a:cubicBezTo>
                    <a:pt x="0" y="151"/>
                    <a:pt x="0" y="151"/>
                    <a:pt x="0" y="151"/>
                  </a:cubicBezTo>
                  <a:cubicBezTo>
                    <a:pt x="0" y="151"/>
                    <a:pt x="11" y="159"/>
                    <a:pt x="18" y="153"/>
                  </a:cubicBezTo>
                  <a:cubicBezTo>
                    <a:pt x="26" y="146"/>
                    <a:pt x="32" y="133"/>
                    <a:pt x="32" y="133"/>
                  </a:cubicBezTo>
                  <a:cubicBezTo>
                    <a:pt x="32" y="133"/>
                    <a:pt x="31" y="142"/>
                    <a:pt x="28" y="149"/>
                  </a:cubicBezTo>
                  <a:cubicBezTo>
                    <a:pt x="25" y="155"/>
                    <a:pt x="19" y="168"/>
                    <a:pt x="16" y="172"/>
                  </a:cubicBezTo>
                  <a:cubicBezTo>
                    <a:pt x="13" y="177"/>
                    <a:pt x="8" y="184"/>
                    <a:pt x="9" y="189"/>
                  </a:cubicBezTo>
                  <a:cubicBezTo>
                    <a:pt x="11" y="193"/>
                    <a:pt x="17" y="198"/>
                    <a:pt x="23" y="193"/>
                  </a:cubicBezTo>
                  <a:cubicBezTo>
                    <a:pt x="23" y="193"/>
                    <a:pt x="21" y="202"/>
                    <a:pt x="28" y="207"/>
                  </a:cubicBezTo>
                  <a:cubicBezTo>
                    <a:pt x="35" y="211"/>
                    <a:pt x="40" y="203"/>
                    <a:pt x="43" y="200"/>
                  </a:cubicBezTo>
                  <a:cubicBezTo>
                    <a:pt x="47" y="197"/>
                    <a:pt x="56" y="190"/>
                    <a:pt x="56" y="190"/>
                  </a:cubicBezTo>
                  <a:cubicBezTo>
                    <a:pt x="56" y="190"/>
                    <a:pt x="61" y="191"/>
                    <a:pt x="65" y="187"/>
                  </a:cubicBezTo>
                  <a:cubicBezTo>
                    <a:pt x="69" y="184"/>
                    <a:pt x="76" y="175"/>
                    <a:pt x="76" y="175"/>
                  </a:cubicBezTo>
                  <a:cubicBezTo>
                    <a:pt x="76" y="175"/>
                    <a:pt x="75" y="181"/>
                    <a:pt x="80" y="183"/>
                  </a:cubicBezTo>
                  <a:cubicBezTo>
                    <a:pt x="85" y="184"/>
                    <a:pt x="91" y="176"/>
                    <a:pt x="96" y="170"/>
                  </a:cubicBezTo>
                  <a:cubicBezTo>
                    <a:pt x="101" y="165"/>
                    <a:pt x="108" y="155"/>
                    <a:pt x="111" y="146"/>
                  </a:cubicBezTo>
                  <a:cubicBezTo>
                    <a:pt x="113" y="138"/>
                    <a:pt x="121" y="111"/>
                    <a:pt x="123" y="106"/>
                  </a:cubicBezTo>
                  <a:cubicBezTo>
                    <a:pt x="125" y="101"/>
                    <a:pt x="129" y="93"/>
                    <a:pt x="129" y="85"/>
                  </a:cubicBezTo>
                  <a:cubicBezTo>
                    <a:pt x="129" y="78"/>
                    <a:pt x="126" y="19"/>
                    <a:pt x="126" y="19"/>
                  </a:cubicBezTo>
                  <a:close/>
                </a:path>
              </a:pathLst>
            </a:custGeom>
            <a:noFill/>
            <a:ln w="158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60452" name="Freeform 553">
              <a:extLst>
                <a:ext uri="{FF2B5EF4-FFF2-40B4-BE49-F238E27FC236}">
                  <a16:creationId xmlns:a16="http://schemas.microsoft.com/office/drawing/2014/main" id="{EFAB23CB-9A0E-4A08-A964-06BE7DD40C7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9" y="2083"/>
              <a:ext cx="8" cy="150"/>
            </a:xfrm>
            <a:custGeom>
              <a:avLst/>
              <a:gdLst>
                <a:gd name="T0" fmla="*/ 0 w 3"/>
                <a:gd name="T1" fmla="*/ 938 h 60"/>
                <a:gd name="T2" fmla="*/ 21 w 3"/>
                <a:gd name="T3" fmla="*/ 583 h 60"/>
                <a:gd name="T4" fmla="*/ 56 w 3"/>
                <a:gd name="T5" fmla="*/ 0 h 6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60">
                  <a:moveTo>
                    <a:pt x="0" y="60"/>
                  </a:moveTo>
                  <a:cubicBezTo>
                    <a:pt x="0" y="60"/>
                    <a:pt x="0" y="46"/>
                    <a:pt x="1" y="37"/>
                  </a:cubicBezTo>
                  <a:cubicBezTo>
                    <a:pt x="1" y="27"/>
                    <a:pt x="3" y="0"/>
                    <a:pt x="3" y="0"/>
                  </a:cubicBezTo>
                </a:path>
              </a:pathLst>
            </a:custGeom>
            <a:noFill/>
            <a:ln w="15875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60453" name="Freeform 554">
              <a:extLst>
                <a:ext uri="{FF2B5EF4-FFF2-40B4-BE49-F238E27FC236}">
                  <a16:creationId xmlns:a16="http://schemas.microsoft.com/office/drawing/2014/main" id="{B3A1754A-DB3F-42FC-B147-598245F074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9" y="2185"/>
              <a:ext cx="95" cy="195"/>
            </a:xfrm>
            <a:custGeom>
              <a:avLst/>
              <a:gdLst>
                <a:gd name="T0" fmla="*/ 0 w 38"/>
                <a:gd name="T1" fmla="*/ 1220 h 78"/>
                <a:gd name="T2" fmla="*/ 283 w 38"/>
                <a:gd name="T3" fmla="*/ 958 h 78"/>
                <a:gd name="T4" fmla="*/ 488 w 38"/>
                <a:gd name="T5" fmla="*/ 658 h 78"/>
                <a:gd name="T6" fmla="*/ 595 w 38"/>
                <a:gd name="T7" fmla="*/ 0 h 7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" h="78">
                  <a:moveTo>
                    <a:pt x="0" y="78"/>
                  </a:moveTo>
                  <a:cubicBezTo>
                    <a:pt x="0" y="78"/>
                    <a:pt x="13" y="67"/>
                    <a:pt x="18" y="61"/>
                  </a:cubicBezTo>
                  <a:cubicBezTo>
                    <a:pt x="22" y="56"/>
                    <a:pt x="28" y="52"/>
                    <a:pt x="31" y="42"/>
                  </a:cubicBezTo>
                  <a:cubicBezTo>
                    <a:pt x="34" y="31"/>
                    <a:pt x="37" y="5"/>
                    <a:pt x="38" y="0"/>
                  </a:cubicBezTo>
                </a:path>
              </a:pathLst>
            </a:custGeom>
            <a:noFill/>
            <a:ln w="15875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60454" name="Freeform 555">
              <a:extLst>
                <a:ext uri="{FF2B5EF4-FFF2-40B4-BE49-F238E27FC236}">
                  <a16:creationId xmlns:a16="http://schemas.microsoft.com/office/drawing/2014/main" id="{D7F51D34-DF8F-43C5-B997-BF95A0209F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9" y="2200"/>
              <a:ext cx="78" cy="175"/>
            </a:xfrm>
            <a:custGeom>
              <a:avLst/>
              <a:gdLst>
                <a:gd name="T0" fmla="*/ 0 w 31"/>
                <a:gd name="T1" fmla="*/ 1095 h 70"/>
                <a:gd name="T2" fmla="*/ 221 w 31"/>
                <a:gd name="T3" fmla="*/ 845 h 70"/>
                <a:gd name="T4" fmla="*/ 317 w 31"/>
                <a:gd name="T5" fmla="*/ 550 h 70"/>
                <a:gd name="T6" fmla="*/ 493 w 31"/>
                <a:gd name="T7" fmla="*/ 0 h 7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70">
                  <a:moveTo>
                    <a:pt x="0" y="70"/>
                  </a:moveTo>
                  <a:cubicBezTo>
                    <a:pt x="0" y="70"/>
                    <a:pt x="11" y="58"/>
                    <a:pt x="14" y="54"/>
                  </a:cubicBezTo>
                  <a:cubicBezTo>
                    <a:pt x="16" y="50"/>
                    <a:pt x="18" y="41"/>
                    <a:pt x="20" y="35"/>
                  </a:cubicBezTo>
                  <a:cubicBezTo>
                    <a:pt x="22" y="28"/>
                    <a:pt x="31" y="0"/>
                    <a:pt x="31" y="0"/>
                  </a:cubicBezTo>
                </a:path>
              </a:pathLst>
            </a:custGeom>
            <a:noFill/>
            <a:ln w="15875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60455" name="Freeform 556">
              <a:extLst>
                <a:ext uri="{FF2B5EF4-FFF2-40B4-BE49-F238E27FC236}">
                  <a16:creationId xmlns:a16="http://schemas.microsoft.com/office/drawing/2014/main" id="{F6012A6A-A1D7-4D2F-81D9-93C21711CCF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9" y="2193"/>
              <a:ext cx="75" cy="145"/>
            </a:xfrm>
            <a:custGeom>
              <a:avLst/>
              <a:gdLst>
                <a:gd name="T0" fmla="*/ 0 w 30"/>
                <a:gd name="T1" fmla="*/ 908 h 58"/>
                <a:gd name="T2" fmla="*/ 175 w 30"/>
                <a:gd name="T3" fmla="*/ 675 h 58"/>
                <a:gd name="T4" fmla="*/ 333 w 30"/>
                <a:gd name="T5" fmla="*/ 333 h 58"/>
                <a:gd name="T6" fmla="*/ 470 w 30"/>
                <a:gd name="T7" fmla="*/ 0 h 5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" h="58">
                  <a:moveTo>
                    <a:pt x="0" y="58"/>
                  </a:moveTo>
                  <a:cubicBezTo>
                    <a:pt x="0" y="58"/>
                    <a:pt x="8" y="50"/>
                    <a:pt x="11" y="43"/>
                  </a:cubicBezTo>
                  <a:cubicBezTo>
                    <a:pt x="14" y="37"/>
                    <a:pt x="20" y="26"/>
                    <a:pt x="21" y="21"/>
                  </a:cubicBezTo>
                  <a:cubicBezTo>
                    <a:pt x="23" y="16"/>
                    <a:pt x="30" y="0"/>
                    <a:pt x="30" y="0"/>
                  </a:cubicBezTo>
                </a:path>
              </a:pathLst>
            </a:custGeom>
            <a:noFill/>
            <a:ln w="15875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</p:grpSp>
      <p:grpSp>
        <p:nvGrpSpPr>
          <p:cNvPr id="60434" name="Group 557">
            <a:extLst>
              <a:ext uri="{FF2B5EF4-FFF2-40B4-BE49-F238E27FC236}">
                <a16:creationId xmlns:a16="http://schemas.microsoft.com/office/drawing/2014/main" id="{B9575DC8-5665-4EC4-A3DB-645B0346750A}"/>
              </a:ext>
            </a:extLst>
          </p:cNvPr>
          <p:cNvGrpSpPr>
            <a:grpSpLocks/>
          </p:cNvGrpSpPr>
          <p:nvPr/>
        </p:nvGrpSpPr>
        <p:grpSpPr bwMode="auto">
          <a:xfrm>
            <a:off x="10526183" y="5881068"/>
            <a:ext cx="307967" cy="195822"/>
            <a:chOff x="1632" y="3266"/>
            <a:chExt cx="597" cy="379"/>
          </a:xfrm>
        </p:grpSpPr>
        <p:sp>
          <p:nvSpPr>
            <p:cNvPr id="60443" name="Freeform 558">
              <a:extLst>
                <a:ext uri="{FF2B5EF4-FFF2-40B4-BE49-F238E27FC236}">
                  <a16:creationId xmlns:a16="http://schemas.microsoft.com/office/drawing/2014/main" id="{4EC66FCD-2D3E-4A2B-98CF-0D8746220BF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5" y="3271"/>
              <a:ext cx="594" cy="369"/>
            </a:xfrm>
            <a:custGeom>
              <a:avLst/>
              <a:gdLst>
                <a:gd name="T0" fmla="*/ 1478 w 238"/>
                <a:gd name="T1" fmla="*/ 0 h 147"/>
                <a:gd name="T2" fmla="*/ 1215 w 238"/>
                <a:gd name="T3" fmla="*/ 366 h 147"/>
                <a:gd name="T4" fmla="*/ 933 w 238"/>
                <a:gd name="T5" fmla="*/ 663 h 147"/>
                <a:gd name="T6" fmla="*/ 624 w 238"/>
                <a:gd name="T7" fmla="*/ 919 h 147"/>
                <a:gd name="T8" fmla="*/ 387 w 238"/>
                <a:gd name="T9" fmla="*/ 1185 h 147"/>
                <a:gd name="T10" fmla="*/ 105 w 238"/>
                <a:gd name="T11" fmla="*/ 1436 h 147"/>
                <a:gd name="T12" fmla="*/ 42 w 238"/>
                <a:gd name="T13" fmla="*/ 1707 h 147"/>
                <a:gd name="T14" fmla="*/ 467 w 238"/>
                <a:gd name="T15" fmla="*/ 2199 h 147"/>
                <a:gd name="T16" fmla="*/ 916 w 238"/>
                <a:gd name="T17" fmla="*/ 2324 h 147"/>
                <a:gd name="T18" fmla="*/ 1837 w 238"/>
                <a:gd name="T19" fmla="*/ 2053 h 147"/>
                <a:gd name="T20" fmla="*/ 2224 w 238"/>
                <a:gd name="T21" fmla="*/ 1790 h 147"/>
                <a:gd name="T22" fmla="*/ 2486 w 238"/>
                <a:gd name="T23" fmla="*/ 1531 h 147"/>
                <a:gd name="T24" fmla="*/ 3232 w 238"/>
                <a:gd name="T25" fmla="*/ 1152 h 147"/>
                <a:gd name="T26" fmla="*/ 3469 w 238"/>
                <a:gd name="T27" fmla="*/ 176 h 147"/>
                <a:gd name="T28" fmla="*/ 2940 w 238"/>
                <a:gd name="T29" fmla="*/ 409 h 147"/>
                <a:gd name="T30" fmla="*/ 2598 w 238"/>
                <a:gd name="T31" fmla="*/ 459 h 147"/>
                <a:gd name="T32" fmla="*/ 2411 w 238"/>
                <a:gd name="T33" fmla="*/ 442 h 147"/>
                <a:gd name="T34" fmla="*/ 1862 w 238"/>
                <a:gd name="T35" fmla="*/ 221 h 147"/>
                <a:gd name="T36" fmla="*/ 1507 w 238"/>
                <a:gd name="T37" fmla="*/ 20 h 147"/>
                <a:gd name="T38" fmla="*/ 1495 w 238"/>
                <a:gd name="T39" fmla="*/ 0 h 147"/>
                <a:gd name="T40" fmla="*/ 1478 w 238"/>
                <a:gd name="T41" fmla="*/ 0 h 147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238" h="147">
                  <a:moveTo>
                    <a:pt x="95" y="0"/>
                  </a:moveTo>
                  <a:cubicBezTo>
                    <a:pt x="86" y="0"/>
                    <a:pt x="82" y="17"/>
                    <a:pt x="78" y="23"/>
                  </a:cubicBezTo>
                  <a:cubicBezTo>
                    <a:pt x="72" y="30"/>
                    <a:pt x="65" y="35"/>
                    <a:pt x="60" y="42"/>
                  </a:cubicBezTo>
                  <a:cubicBezTo>
                    <a:pt x="54" y="49"/>
                    <a:pt x="47" y="52"/>
                    <a:pt x="40" y="58"/>
                  </a:cubicBezTo>
                  <a:cubicBezTo>
                    <a:pt x="34" y="63"/>
                    <a:pt x="30" y="70"/>
                    <a:pt x="25" y="75"/>
                  </a:cubicBezTo>
                  <a:cubicBezTo>
                    <a:pt x="19" y="81"/>
                    <a:pt x="14" y="87"/>
                    <a:pt x="7" y="91"/>
                  </a:cubicBezTo>
                  <a:cubicBezTo>
                    <a:pt x="1" y="96"/>
                    <a:pt x="0" y="100"/>
                    <a:pt x="3" y="108"/>
                  </a:cubicBezTo>
                  <a:cubicBezTo>
                    <a:pt x="8" y="120"/>
                    <a:pt x="19" y="132"/>
                    <a:pt x="30" y="139"/>
                  </a:cubicBezTo>
                  <a:cubicBezTo>
                    <a:pt x="38" y="145"/>
                    <a:pt x="48" y="147"/>
                    <a:pt x="59" y="147"/>
                  </a:cubicBezTo>
                  <a:cubicBezTo>
                    <a:pt x="80" y="147"/>
                    <a:pt x="103" y="139"/>
                    <a:pt x="118" y="130"/>
                  </a:cubicBezTo>
                  <a:cubicBezTo>
                    <a:pt x="127" y="126"/>
                    <a:pt x="135" y="119"/>
                    <a:pt x="143" y="113"/>
                  </a:cubicBezTo>
                  <a:cubicBezTo>
                    <a:pt x="149" y="108"/>
                    <a:pt x="153" y="101"/>
                    <a:pt x="160" y="97"/>
                  </a:cubicBezTo>
                  <a:cubicBezTo>
                    <a:pt x="175" y="87"/>
                    <a:pt x="192" y="81"/>
                    <a:pt x="208" y="73"/>
                  </a:cubicBezTo>
                  <a:cubicBezTo>
                    <a:pt x="232" y="59"/>
                    <a:pt x="238" y="34"/>
                    <a:pt x="223" y="11"/>
                  </a:cubicBezTo>
                  <a:cubicBezTo>
                    <a:pt x="214" y="20"/>
                    <a:pt x="200" y="23"/>
                    <a:pt x="189" y="26"/>
                  </a:cubicBezTo>
                  <a:cubicBezTo>
                    <a:pt x="181" y="28"/>
                    <a:pt x="174" y="29"/>
                    <a:pt x="167" y="29"/>
                  </a:cubicBezTo>
                  <a:cubicBezTo>
                    <a:pt x="163" y="29"/>
                    <a:pt x="159" y="29"/>
                    <a:pt x="155" y="28"/>
                  </a:cubicBezTo>
                  <a:cubicBezTo>
                    <a:pt x="142" y="26"/>
                    <a:pt x="131" y="19"/>
                    <a:pt x="120" y="14"/>
                  </a:cubicBezTo>
                  <a:cubicBezTo>
                    <a:pt x="113" y="10"/>
                    <a:pt x="104" y="5"/>
                    <a:pt x="97" y="1"/>
                  </a:cubicBezTo>
                  <a:cubicBezTo>
                    <a:pt x="96" y="0"/>
                    <a:pt x="96" y="0"/>
                    <a:pt x="96" y="0"/>
                  </a:cubicBezTo>
                  <a:cubicBezTo>
                    <a:pt x="96" y="0"/>
                    <a:pt x="95" y="0"/>
                    <a:pt x="9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60444" name="Freeform 559">
              <a:extLst>
                <a:ext uri="{FF2B5EF4-FFF2-40B4-BE49-F238E27FC236}">
                  <a16:creationId xmlns:a16="http://schemas.microsoft.com/office/drawing/2014/main" id="{1D549144-79B1-4543-816E-B63D1932A89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2" y="3266"/>
              <a:ext cx="585" cy="379"/>
            </a:xfrm>
            <a:custGeom>
              <a:avLst/>
              <a:gdLst>
                <a:gd name="T0" fmla="*/ 1533 w 234"/>
                <a:gd name="T1" fmla="*/ 0 h 151"/>
                <a:gd name="T2" fmla="*/ 1395 w 234"/>
                <a:gd name="T3" fmla="*/ 50 h 151"/>
                <a:gd name="T4" fmla="*/ 1208 w 234"/>
                <a:gd name="T5" fmla="*/ 379 h 151"/>
                <a:gd name="T6" fmla="*/ 783 w 234"/>
                <a:gd name="T7" fmla="*/ 806 h 151"/>
                <a:gd name="T8" fmla="*/ 375 w 234"/>
                <a:gd name="T9" fmla="*/ 1202 h 151"/>
                <a:gd name="T10" fmla="*/ 33 w 234"/>
                <a:gd name="T11" fmla="*/ 1531 h 151"/>
                <a:gd name="T12" fmla="*/ 33 w 234"/>
                <a:gd name="T13" fmla="*/ 1757 h 151"/>
                <a:gd name="T14" fmla="*/ 938 w 234"/>
                <a:gd name="T15" fmla="*/ 2387 h 151"/>
                <a:gd name="T16" fmla="*/ 2270 w 234"/>
                <a:gd name="T17" fmla="*/ 1832 h 151"/>
                <a:gd name="T18" fmla="*/ 3283 w 234"/>
                <a:gd name="T19" fmla="*/ 1202 h 151"/>
                <a:gd name="T20" fmla="*/ 3533 w 234"/>
                <a:gd name="T21" fmla="*/ 188 h 151"/>
                <a:gd name="T22" fmla="*/ 3488 w 234"/>
                <a:gd name="T23" fmla="*/ 188 h 151"/>
                <a:gd name="T24" fmla="*/ 2625 w 234"/>
                <a:gd name="T25" fmla="*/ 459 h 151"/>
                <a:gd name="T26" fmla="*/ 1908 w 234"/>
                <a:gd name="T27" fmla="*/ 221 h 151"/>
                <a:gd name="T28" fmla="*/ 1533 w 234"/>
                <a:gd name="T29" fmla="*/ 50 h 151"/>
                <a:gd name="T30" fmla="*/ 1550 w 234"/>
                <a:gd name="T31" fmla="*/ 20 h 151"/>
                <a:gd name="T32" fmla="*/ 1533 w 234"/>
                <a:gd name="T33" fmla="*/ 0 h 151"/>
                <a:gd name="T34" fmla="*/ 1500 w 234"/>
                <a:gd name="T35" fmla="*/ 50 h 151"/>
                <a:gd name="T36" fmla="*/ 1520 w 234"/>
                <a:gd name="T37" fmla="*/ 63 h 151"/>
                <a:gd name="T38" fmla="*/ 1875 w 234"/>
                <a:gd name="T39" fmla="*/ 271 h 151"/>
                <a:gd name="T40" fmla="*/ 2625 w 234"/>
                <a:gd name="T41" fmla="*/ 522 h 151"/>
                <a:gd name="T42" fmla="*/ 3533 w 234"/>
                <a:gd name="T43" fmla="*/ 238 h 151"/>
                <a:gd name="T44" fmla="*/ 3488 w 234"/>
                <a:gd name="T45" fmla="*/ 221 h 151"/>
                <a:gd name="T46" fmla="*/ 3250 w 234"/>
                <a:gd name="T47" fmla="*/ 1152 h 151"/>
                <a:gd name="T48" fmla="*/ 2238 w 234"/>
                <a:gd name="T49" fmla="*/ 1790 h 151"/>
                <a:gd name="T50" fmla="*/ 938 w 234"/>
                <a:gd name="T51" fmla="*/ 2324 h 151"/>
                <a:gd name="T52" fmla="*/ 95 w 234"/>
                <a:gd name="T53" fmla="*/ 1739 h 151"/>
                <a:gd name="T54" fmla="*/ 83 w 234"/>
                <a:gd name="T55" fmla="*/ 1561 h 151"/>
                <a:gd name="T56" fmla="*/ 425 w 234"/>
                <a:gd name="T57" fmla="*/ 1247 h 151"/>
                <a:gd name="T58" fmla="*/ 813 w 234"/>
                <a:gd name="T59" fmla="*/ 856 h 151"/>
                <a:gd name="T60" fmla="*/ 1250 w 234"/>
                <a:gd name="T61" fmla="*/ 409 h 151"/>
                <a:gd name="T62" fmla="*/ 1395 w 234"/>
                <a:gd name="T63" fmla="*/ 146 h 151"/>
                <a:gd name="T64" fmla="*/ 1500 w 234"/>
                <a:gd name="T65" fmla="*/ 63 h 151"/>
                <a:gd name="T66" fmla="*/ 1520 w 234"/>
                <a:gd name="T67" fmla="*/ 33 h 151"/>
                <a:gd name="T68" fmla="*/ 1520 w 234"/>
                <a:gd name="T69" fmla="*/ 33 h 151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234" h="151">
                  <a:moveTo>
                    <a:pt x="97" y="2"/>
                  </a:moveTo>
                  <a:cubicBezTo>
                    <a:pt x="98" y="0"/>
                    <a:pt x="98" y="0"/>
                    <a:pt x="98" y="0"/>
                  </a:cubicBezTo>
                  <a:cubicBezTo>
                    <a:pt x="97" y="0"/>
                    <a:pt x="97" y="0"/>
                    <a:pt x="96" y="0"/>
                  </a:cubicBezTo>
                  <a:cubicBezTo>
                    <a:pt x="93" y="0"/>
                    <a:pt x="91" y="1"/>
                    <a:pt x="89" y="3"/>
                  </a:cubicBezTo>
                  <a:cubicBezTo>
                    <a:pt x="86" y="6"/>
                    <a:pt x="84" y="11"/>
                    <a:pt x="82" y="14"/>
                  </a:cubicBezTo>
                  <a:cubicBezTo>
                    <a:pt x="80" y="18"/>
                    <a:pt x="79" y="22"/>
                    <a:pt x="77" y="24"/>
                  </a:cubicBezTo>
                  <a:cubicBezTo>
                    <a:pt x="72" y="30"/>
                    <a:pt x="65" y="36"/>
                    <a:pt x="59" y="42"/>
                  </a:cubicBezTo>
                  <a:cubicBezTo>
                    <a:pt x="56" y="46"/>
                    <a:pt x="53" y="48"/>
                    <a:pt x="50" y="51"/>
                  </a:cubicBezTo>
                  <a:cubicBezTo>
                    <a:pt x="47" y="53"/>
                    <a:pt x="43" y="55"/>
                    <a:pt x="39" y="59"/>
                  </a:cubicBezTo>
                  <a:cubicBezTo>
                    <a:pt x="33" y="64"/>
                    <a:pt x="29" y="71"/>
                    <a:pt x="24" y="76"/>
                  </a:cubicBezTo>
                  <a:cubicBezTo>
                    <a:pt x="19" y="82"/>
                    <a:pt x="13" y="87"/>
                    <a:pt x="7" y="92"/>
                  </a:cubicBezTo>
                  <a:cubicBezTo>
                    <a:pt x="5" y="93"/>
                    <a:pt x="3" y="95"/>
                    <a:pt x="2" y="97"/>
                  </a:cubicBezTo>
                  <a:cubicBezTo>
                    <a:pt x="1" y="99"/>
                    <a:pt x="0" y="101"/>
                    <a:pt x="0" y="103"/>
                  </a:cubicBezTo>
                  <a:cubicBezTo>
                    <a:pt x="0" y="106"/>
                    <a:pt x="1" y="108"/>
                    <a:pt x="2" y="111"/>
                  </a:cubicBezTo>
                  <a:cubicBezTo>
                    <a:pt x="7" y="124"/>
                    <a:pt x="19" y="135"/>
                    <a:pt x="29" y="143"/>
                  </a:cubicBezTo>
                  <a:cubicBezTo>
                    <a:pt x="38" y="149"/>
                    <a:pt x="48" y="151"/>
                    <a:pt x="60" y="151"/>
                  </a:cubicBezTo>
                  <a:cubicBezTo>
                    <a:pt x="81" y="151"/>
                    <a:pt x="105" y="143"/>
                    <a:pt x="120" y="134"/>
                  </a:cubicBezTo>
                  <a:cubicBezTo>
                    <a:pt x="129" y="129"/>
                    <a:pt x="137" y="122"/>
                    <a:pt x="145" y="116"/>
                  </a:cubicBezTo>
                  <a:cubicBezTo>
                    <a:pt x="152" y="111"/>
                    <a:pt x="156" y="104"/>
                    <a:pt x="162" y="100"/>
                  </a:cubicBezTo>
                  <a:cubicBezTo>
                    <a:pt x="176" y="91"/>
                    <a:pt x="194" y="85"/>
                    <a:pt x="210" y="76"/>
                  </a:cubicBezTo>
                  <a:cubicBezTo>
                    <a:pt x="226" y="67"/>
                    <a:pt x="234" y="53"/>
                    <a:pt x="234" y="38"/>
                  </a:cubicBezTo>
                  <a:cubicBezTo>
                    <a:pt x="234" y="30"/>
                    <a:pt x="232" y="21"/>
                    <a:pt x="226" y="12"/>
                  </a:cubicBezTo>
                  <a:cubicBezTo>
                    <a:pt x="225" y="10"/>
                    <a:pt x="225" y="10"/>
                    <a:pt x="225" y="10"/>
                  </a:cubicBezTo>
                  <a:cubicBezTo>
                    <a:pt x="223" y="12"/>
                    <a:pt x="223" y="12"/>
                    <a:pt x="223" y="12"/>
                  </a:cubicBezTo>
                  <a:cubicBezTo>
                    <a:pt x="214" y="20"/>
                    <a:pt x="201" y="23"/>
                    <a:pt x="189" y="26"/>
                  </a:cubicBezTo>
                  <a:cubicBezTo>
                    <a:pt x="182" y="28"/>
                    <a:pt x="175" y="29"/>
                    <a:pt x="168" y="29"/>
                  </a:cubicBezTo>
                  <a:cubicBezTo>
                    <a:pt x="164" y="29"/>
                    <a:pt x="160" y="29"/>
                    <a:pt x="156" y="28"/>
                  </a:cubicBezTo>
                  <a:cubicBezTo>
                    <a:pt x="144" y="26"/>
                    <a:pt x="133" y="20"/>
                    <a:pt x="122" y="14"/>
                  </a:cubicBezTo>
                  <a:cubicBezTo>
                    <a:pt x="115" y="10"/>
                    <a:pt x="105" y="5"/>
                    <a:pt x="99" y="1"/>
                  </a:cubicBezTo>
                  <a:cubicBezTo>
                    <a:pt x="98" y="3"/>
                    <a:pt x="98" y="3"/>
                    <a:pt x="98" y="3"/>
                  </a:cubicBezTo>
                  <a:cubicBezTo>
                    <a:pt x="100" y="2"/>
                    <a:pt x="100" y="2"/>
                    <a:pt x="100" y="2"/>
                  </a:cubicBezTo>
                  <a:cubicBezTo>
                    <a:pt x="99" y="1"/>
                    <a:pt x="99" y="1"/>
                    <a:pt x="99" y="1"/>
                  </a:cubicBezTo>
                  <a:cubicBezTo>
                    <a:pt x="98" y="0"/>
                    <a:pt x="98" y="0"/>
                    <a:pt x="98" y="0"/>
                  </a:cubicBezTo>
                  <a:cubicBezTo>
                    <a:pt x="98" y="0"/>
                    <a:pt x="98" y="0"/>
                    <a:pt x="98" y="0"/>
                  </a:cubicBezTo>
                  <a:cubicBezTo>
                    <a:pt x="97" y="2"/>
                    <a:pt x="97" y="2"/>
                    <a:pt x="97" y="2"/>
                  </a:cubicBezTo>
                  <a:cubicBezTo>
                    <a:pt x="96" y="3"/>
                    <a:pt x="96" y="3"/>
                    <a:pt x="96" y="3"/>
                  </a:cubicBezTo>
                  <a:cubicBezTo>
                    <a:pt x="96" y="4"/>
                    <a:pt x="96" y="4"/>
                    <a:pt x="96" y="4"/>
                  </a:cubicBezTo>
                  <a:cubicBezTo>
                    <a:pt x="97" y="4"/>
                    <a:pt x="97" y="4"/>
                    <a:pt x="97" y="4"/>
                  </a:cubicBezTo>
                  <a:cubicBezTo>
                    <a:pt x="97" y="4"/>
                    <a:pt x="97" y="4"/>
                    <a:pt x="97" y="4"/>
                  </a:cubicBezTo>
                  <a:cubicBezTo>
                    <a:pt x="104" y="9"/>
                    <a:pt x="113" y="14"/>
                    <a:pt x="120" y="17"/>
                  </a:cubicBezTo>
                  <a:cubicBezTo>
                    <a:pt x="131" y="23"/>
                    <a:pt x="142" y="30"/>
                    <a:pt x="155" y="32"/>
                  </a:cubicBezTo>
                  <a:cubicBezTo>
                    <a:pt x="159" y="33"/>
                    <a:pt x="164" y="33"/>
                    <a:pt x="168" y="33"/>
                  </a:cubicBezTo>
                  <a:cubicBezTo>
                    <a:pt x="175" y="33"/>
                    <a:pt x="183" y="32"/>
                    <a:pt x="190" y="30"/>
                  </a:cubicBezTo>
                  <a:cubicBezTo>
                    <a:pt x="202" y="27"/>
                    <a:pt x="216" y="24"/>
                    <a:pt x="226" y="15"/>
                  </a:cubicBezTo>
                  <a:cubicBezTo>
                    <a:pt x="224" y="13"/>
                    <a:pt x="224" y="13"/>
                    <a:pt x="224" y="13"/>
                  </a:cubicBezTo>
                  <a:cubicBezTo>
                    <a:pt x="223" y="14"/>
                    <a:pt x="223" y="14"/>
                    <a:pt x="223" y="14"/>
                  </a:cubicBezTo>
                  <a:cubicBezTo>
                    <a:pt x="228" y="22"/>
                    <a:pt x="230" y="31"/>
                    <a:pt x="230" y="38"/>
                  </a:cubicBezTo>
                  <a:cubicBezTo>
                    <a:pt x="230" y="52"/>
                    <a:pt x="223" y="64"/>
                    <a:pt x="208" y="73"/>
                  </a:cubicBezTo>
                  <a:cubicBezTo>
                    <a:pt x="193" y="82"/>
                    <a:pt x="175" y="87"/>
                    <a:pt x="160" y="97"/>
                  </a:cubicBezTo>
                  <a:cubicBezTo>
                    <a:pt x="153" y="102"/>
                    <a:pt x="149" y="109"/>
                    <a:pt x="143" y="113"/>
                  </a:cubicBezTo>
                  <a:cubicBezTo>
                    <a:pt x="135" y="119"/>
                    <a:pt x="127" y="126"/>
                    <a:pt x="118" y="131"/>
                  </a:cubicBezTo>
                  <a:cubicBezTo>
                    <a:pt x="104" y="139"/>
                    <a:pt x="80" y="147"/>
                    <a:pt x="60" y="147"/>
                  </a:cubicBezTo>
                  <a:cubicBezTo>
                    <a:pt x="49" y="147"/>
                    <a:pt x="39" y="145"/>
                    <a:pt x="32" y="140"/>
                  </a:cubicBezTo>
                  <a:cubicBezTo>
                    <a:pt x="21" y="132"/>
                    <a:pt x="10" y="121"/>
                    <a:pt x="6" y="110"/>
                  </a:cubicBezTo>
                  <a:cubicBezTo>
                    <a:pt x="5" y="107"/>
                    <a:pt x="4" y="105"/>
                    <a:pt x="4" y="103"/>
                  </a:cubicBezTo>
                  <a:cubicBezTo>
                    <a:pt x="4" y="102"/>
                    <a:pt x="4" y="100"/>
                    <a:pt x="5" y="99"/>
                  </a:cubicBezTo>
                  <a:cubicBezTo>
                    <a:pt x="6" y="98"/>
                    <a:pt x="7" y="96"/>
                    <a:pt x="9" y="95"/>
                  </a:cubicBezTo>
                  <a:cubicBezTo>
                    <a:pt x="16" y="90"/>
                    <a:pt x="22" y="84"/>
                    <a:pt x="27" y="79"/>
                  </a:cubicBezTo>
                  <a:cubicBezTo>
                    <a:pt x="33" y="73"/>
                    <a:pt x="36" y="66"/>
                    <a:pt x="42" y="62"/>
                  </a:cubicBezTo>
                  <a:cubicBezTo>
                    <a:pt x="45" y="59"/>
                    <a:pt x="49" y="56"/>
                    <a:pt x="52" y="54"/>
                  </a:cubicBezTo>
                  <a:cubicBezTo>
                    <a:pt x="56" y="51"/>
                    <a:pt x="59" y="49"/>
                    <a:pt x="62" y="45"/>
                  </a:cubicBezTo>
                  <a:cubicBezTo>
                    <a:pt x="68" y="39"/>
                    <a:pt x="75" y="33"/>
                    <a:pt x="80" y="26"/>
                  </a:cubicBezTo>
                  <a:cubicBezTo>
                    <a:pt x="82" y="25"/>
                    <a:pt x="83" y="22"/>
                    <a:pt x="84" y="20"/>
                  </a:cubicBezTo>
                  <a:cubicBezTo>
                    <a:pt x="86" y="16"/>
                    <a:pt x="87" y="12"/>
                    <a:pt x="89" y="9"/>
                  </a:cubicBezTo>
                  <a:cubicBezTo>
                    <a:pt x="90" y="7"/>
                    <a:pt x="92" y="6"/>
                    <a:pt x="93" y="5"/>
                  </a:cubicBezTo>
                  <a:cubicBezTo>
                    <a:pt x="94" y="4"/>
                    <a:pt x="95" y="4"/>
                    <a:pt x="96" y="4"/>
                  </a:cubicBezTo>
                  <a:cubicBezTo>
                    <a:pt x="97" y="4"/>
                    <a:pt x="97" y="4"/>
                    <a:pt x="97" y="4"/>
                  </a:cubicBezTo>
                  <a:cubicBezTo>
                    <a:pt x="97" y="2"/>
                    <a:pt x="97" y="2"/>
                    <a:pt x="97" y="2"/>
                  </a:cubicBezTo>
                  <a:cubicBezTo>
                    <a:pt x="96" y="3"/>
                    <a:pt x="96" y="3"/>
                    <a:pt x="96" y="3"/>
                  </a:cubicBezTo>
                  <a:lnTo>
                    <a:pt x="97" y="2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60445" name="Freeform 560">
              <a:extLst>
                <a:ext uri="{FF2B5EF4-FFF2-40B4-BE49-F238E27FC236}">
                  <a16:creationId xmlns:a16="http://schemas.microsoft.com/office/drawing/2014/main" id="{2B806E8B-1779-458E-9623-545A0F7EE3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2" y="3309"/>
              <a:ext cx="148" cy="155"/>
            </a:xfrm>
            <a:custGeom>
              <a:avLst/>
              <a:gdLst>
                <a:gd name="T0" fmla="*/ 931 w 59"/>
                <a:gd name="T1" fmla="*/ 20 h 62"/>
                <a:gd name="T2" fmla="*/ 880 w 59"/>
                <a:gd name="T3" fmla="*/ 0 h 62"/>
                <a:gd name="T4" fmla="*/ 838 w 59"/>
                <a:gd name="T5" fmla="*/ 20 h 62"/>
                <a:gd name="T6" fmla="*/ 755 w 59"/>
                <a:gd name="T7" fmla="*/ 145 h 62"/>
                <a:gd name="T8" fmla="*/ 522 w 59"/>
                <a:gd name="T9" fmla="*/ 375 h 62"/>
                <a:gd name="T10" fmla="*/ 221 w 59"/>
                <a:gd name="T11" fmla="*/ 533 h 62"/>
                <a:gd name="T12" fmla="*/ 83 w 59"/>
                <a:gd name="T13" fmla="*/ 720 h 62"/>
                <a:gd name="T14" fmla="*/ 0 w 59"/>
                <a:gd name="T15" fmla="*/ 938 h 62"/>
                <a:gd name="T16" fmla="*/ 0 w 59"/>
                <a:gd name="T17" fmla="*/ 970 h 62"/>
                <a:gd name="T18" fmla="*/ 33 w 59"/>
                <a:gd name="T19" fmla="*/ 970 h 62"/>
                <a:gd name="T20" fmla="*/ 33 w 59"/>
                <a:gd name="T21" fmla="*/ 938 h 62"/>
                <a:gd name="T22" fmla="*/ 113 w 59"/>
                <a:gd name="T23" fmla="*/ 738 h 62"/>
                <a:gd name="T24" fmla="*/ 238 w 59"/>
                <a:gd name="T25" fmla="*/ 563 h 62"/>
                <a:gd name="T26" fmla="*/ 534 w 59"/>
                <a:gd name="T27" fmla="*/ 395 h 62"/>
                <a:gd name="T28" fmla="*/ 788 w 59"/>
                <a:gd name="T29" fmla="*/ 158 h 62"/>
                <a:gd name="T30" fmla="*/ 838 w 59"/>
                <a:gd name="T31" fmla="*/ 83 h 62"/>
                <a:gd name="T32" fmla="*/ 868 w 59"/>
                <a:gd name="T33" fmla="*/ 50 h 62"/>
                <a:gd name="T34" fmla="*/ 880 w 59"/>
                <a:gd name="T35" fmla="*/ 33 h 62"/>
                <a:gd name="T36" fmla="*/ 913 w 59"/>
                <a:gd name="T37" fmla="*/ 50 h 62"/>
                <a:gd name="T38" fmla="*/ 931 w 59"/>
                <a:gd name="T39" fmla="*/ 20 h 62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59" h="62">
                  <a:moveTo>
                    <a:pt x="59" y="1"/>
                  </a:moveTo>
                  <a:cubicBezTo>
                    <a:pt x="58" y="1"/>
                    <a:pt x="57" y="0"/>
                    <a:pt x="56" y="0"/>
                  </a:cubicBezTo>
                  <a:cubicBezTo>
                    <a:pt x="55" y="0"/>
                    <a:pt x="54" y="1"/>
                    <a:pt x="53" y="1"/>
                  </a:cubicBezTo>
                  <a:cubicBezTo>
                    <a:pt x="51" y="3"/>
                    <a:pt x="50" y="7"/>
                    <a:pt x="48" y="9"/>
                  </a:cubicBezTo>
                  <a:cubicBezTo>
                    <a:pt x="44" y="16"/>
                    <a:pt x="40" y="20"/>
                    <a:pt x="33" y="24"/>
                  </a:cubicBezTo>
                  <a:cubicBezTo>
                    <a:pt x="27" y="27"/>
                    <a:pt x="19" y="29"/>
                    <a:pt x="14" y="34"/>
                  </a:cubicBezTo>
                  <a:cubicBezTo>
                    <a:pt x="11" y="37"/>
                    <a:pt x="7" y="41"/>
                    <a:pt x="5" y="46"/>
                  </a:cubicBezTo>
                  <a:cubicBezTo>
                    <a:pt x="2" y="51"/>
                    <a:pt x="0" y="56"/>
                    <a:pt x="0" y="60"/>
                  </a:cubicBezTo>
                  <a:cubicBezTo>
                    <a:pt x="0" y="61"/>
                    <a:pt x="0" y="61"/>
                    <a:pt x="0" y="62"/>
                  </a:cubicBezTo>
                  <a:cubicBezTo>
                    <a:pt x="2" y="62"/>
                    <a:pt x="2" y="62"/>
                    <a:pt x="2" y="62"/>
                  </a:cubicBezTo>
                  <a:cubicBezTo>
                    <a:pt x="2" y="61"/>
                    <a:pt x="2" y="61"/>
                    <a:pt x="2" y="60"/>
                  </a:cubicBezTo>
                  <a:cubicBezTo>
                    <a:pt x="2" y="57"/>
                    <a:pt x="4" y="52"/>
                    <a:pt x="7" y="47"/>
                  </a:cubicBezTo>
                  <a:cubicBezTo>
                    <a:pt x="9" y="42"/>
                    <a:pt x="12" y="38"/>
                    <a:pt x="15" y="36"/>
                  </a:cubicBezTo>
                  <a:cubicBezTo>
                    <a:pt x="20" y="31"/>
                    <a:pt x="28" y="29"/>
                    <a:pt x="34" y="25"/>
                  </a:cubicBezTo>
                  <a:cubicBezTo>
                    <a:pt x="42" y="21"/>
                    <a:pt x="46" y="18"/>
                    <a:pt x="50" y="10"/>
                  </a:cubicBezTo>
                  <a:cubicBezTo>
                    <a:pt x="51" y="8"/>
                    <a:pt x="52" y="6"/>
                    <a:pt x="53" y="5"/>
                  </a:cubicBezTo>
                  <a:cubicBezTo>
                    <a:pt x="54" y="4"/>
                    <a:pt x="54" y="3"/>
                    <a:pt x="55" y="3"/>
                  </a:cubicBezTo>
                  <a:cubicBezTo>
                    <a:pt x="55" y="2"/>
                    <a:pt x="56" y="2"/>
                    <a:pt x="56" y="2"/>
                  </a:cubicBezTo>
                  <a:cubicBezTo>
                    <a:pt x="57" y="2"/>
                    <a:pt x="58" y="2"/>
                    <a:pt x="58" y="3"/>
                  </a:cubicBezTo>
                  <a:lnTo>
                    <a:pt x="59" y="1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60446" name="Freeform 561">
              <a:extLst>
                <a:ext uri="{FF2B5EF4-FFF2-40B4-BE49-F238E27FC236}">
                  <a16:creationId xmlns:a16="http://schemas.microsoft.com/office/drawing/2014/main" id="{E352483B-AD03-499A-9534-31565F1C27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7" y="3327"/>
              <a:ext cx="75" cy="107"/>
            </a:xfrm>
            <a:custGeom>
              <a:avLst/>
              <a:gdLst>
                <a:gd name="T0" fmla="*/ 438 w 30"/>
                <a:gd name="T1" fmla="*/ 0 h 43"/>
                <a:gd name="T2" fmla="*/ 345 w 30"/>
                <a:gd name="T3" fmla="*/ 167 h 43"/>
                <a:gd name="T4" fmla="*/ 345 w 30"/>
                <a:gd name="T5" fmla="*/ 199 h 43"/>
                <a:gd name="T6" fmla="*/ 363 w 30"/>
                <a:gd name="T7" fmla="*/ 341 h 43"/>
                <a:gd name="T8" fmla="*/ 345 w 30"/>
                <a:gd name="T9" fmla="*/ 383 h 43"/>
                <a:gd name="T10" fmla="*/ 188 w 30"/>
                <a:gd name="T11" fmla="*/ 528 h 43"/>
                <a:gd name="T12" fmla="*/ 0 w 30"/>
                <a:gd name="T13" fmla="*/ 649 h 43"/>
                <a:gd name="T14" fmla="*/ 20 w 30"/>
                <a:gd name="T15" fmla="*/ 662 h 43"/>
                <a:gd name="T16" fmla="*/ 208 w 30"/>
                <a:gd name="T17" fmla="*/ 537 h 43"/>
                <a:gd name="T18" fmla="*/ 375 w 30"/>
                <a:gd name="T19" fmla="*/ 403 h 43"/>
                <a:gd name="T20" fmla="*/ 395 w 30"/>
                <a:gd name="T21" fmla="*/ 341 h 43"/>
                <a:gd name="T22" fmla="*/ 375 w 30"/>
                <a:gd name="T23" fmla="*/ 199 h 43"/>
                <a:gd name="T24" fmla="*/ 375 w 30"/>
                <a:gd name="T25" fmla="*/ 167 h 43"/>
                <a:gd name="T26" fmla="*/ 470 w 30"/>
                <a:gd name="T27" fmla="*/ 12 h 43"/>
                <a:gd name="T28" fmla="*/ 438 w 30"/>
                <a:gd name="T29" fmla="*/ 0 h 4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30" h="43">
                  <a:moveTo>
                    <a:pt x="28" y="0"/>
                  </a:moveTo>
                  <a:cubicBezTo>
                    <a:pt x="26" y="3"/>
                    <a:pt x="23" y="6"/>
                    <a:pt x="22" y="11"/>
                  </a:cubicBezTo>
                  <a:cubicBezTo>
                    <a:pt x="22" y="11"/>
                    <a:pt x="22" y="12"/>
                    <a:pt x="22" y="13"/>
                  </a:cubicBezTo>
                  <a:cubicBezTo>
                    <a:pt x="22" y="16"/>
                    <a:pt x="23" y="19"/>
                    <a:pt x="23" y="22"/>
                  </a:cubicBezTo>
                  <a:cubicBezTo>
                    <a:pt x="23" y="23"/>
                    <a:pt x="22" y="24"/>
                    <a:pt x="22" y="25"/>
                  </a:cubicBezTo>
                  <a:cubicBezTo>
                    <a:pt x="21" y="29"/>
                    <a:pt x="17" y="31"/>
                    <a:pt x="12" y="34"/>
                  </a:cubicBezTo>
                  <a:cubicBezTo>
                    <a:pt x="8" y="36"/>
                    <a:pt x="3" y="38"/>
                    <a:pt x="0" y="42"/>
                  </a:cubicBezTo>
                  <a:cubicBezTo>
                    <a:pt x="1" y="43"/>
                    <a:pt x="1" y="43"/>
                    <a:pt x="1" y="43"/>
                  </a:cubicBezTo>
                  <a:cubicBezTo>
                    <a:pt x="4" y="40"/>
                    <a:pt x="9" y="38"/>
                    <a:pt x="13" y="35"/>
                  </a:cubicBezTo>
                  <a:cubicBezTo>
                    <a:pt x="18" y="33"/>
                    <a:pt x="22" y="30"/>
                    <a:pt x="24" y="26"/>
                  </a:cubicBezTo>
                  <a:cubicBezTo>
                    <a:pt x="24" y="25"/>
                    <a:pt x="25" y="23"/>
                    <a:pt x="25" y="22"/>
                  </a:cubicBezTo>
                  <a:cubicBezTo>
                    <a:pt x="25" y="19"/>
                    <a:pt x="24" y="16"/>
                    <a:pt x="24" y="13"/>
                  </a:cubicBezTo>
                  <a:cubicBezTo>
                    <a:pt x="24" y="12"/>
                    <a:pt x="24" y="12"/>
                    <a:pt x="24" y="11"/>
                  </a:cubicBezTo>
                  <a:cubicBezTo>
                    <a:pt x="25" y="7"/>
                    <a:pt x="27" y="4"/>
                    <a:pt x="30" y="1"/>
                  </a:cubicBezTo>
                  <a:lnTo>
                    <a:pt x="28" y="0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60447" name="Freeform 562">
              <a:extLst>
                <a:ext uri="{FF2B5EF4-FFF2-40B4-BE49-F238E27FC236}">
                  <a16:creationId xmlns:a16="http://schemas.microsoft.com/office/drawing/2014/main" id="{6E2A3F67-4421-4E77-A4BE-12A87EC76B2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2" y="3339"/>
              <a:ext cx="45" cy="113"/>
            </a:xfrm>
            <a:custGeom>
              <a:avLst/>
              <a:gdLst>
                <a:gd name="T0" fmla="*/ 0 w 18"/>
                <a:gd name="T1" fmla="*/ 0 h 45"/>
                <a:gd name="T2" fmla="*/ 0 w 18"/>
                <a:gd name="T3" fmla="*/ 33 h 45"/>
                <a:gd name="T4" fmla="*/ 125 w 18"/>
                <a:gd name="T5" fmla="*/ 304 h 45"/>
                <a:gd name="T6" fmla="*/ 250 w 18"/>
                <a:gd name="T7" fmla="*/ 713 h 45"/>
                <a:gd name="T8" fmla="*/ 283 w 18"/>
                <a:gd name="T9" fmla="*/ 713 h 45"/>
                <a:gd name="T10" fmla="*/ 158 w 18"/>
                <a:gd name="T11" fmla="*/ 284 h 45"/>
                <a:gd name="T12" fmla="*/ 33 w 18"/>
                <a:gd name="T13" fmla="*/ 33 h 45"/>
                <a:gd name="T14" fmla="*/ 33 w 18"/>
                <a:gd name="T15" fmla="*/ 0 h 45"/>
                <a:gd name="T16" fmla="*/ 0 w 18"/>
                <a:gd name="T17" fmla="*/ 0 h 4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" h="45">
                  <a:moveTo>
                    <a:pt x="0" y="0"/>
                  </a:moveTo>
                  <a:cubicBezTo>
                    <a:pt x="0" y="1"/>
                    <a:pt x="0" y="1"/>
                    <a:pt x="0" y="2"/>
                  </a:cubicBezTo>
                  <a:cubicBezTo>
                    <a:pt x="0" y="9"/>
                    <a:pt x="5" y="14"/>
                    <a:pt x="8" y="19"/>
                  </a:cubicBezTo>
                  <a:cubicBezTo>
                    <a:pt x="12" y="27"/>
                    <a:pt x="14" y="36"/>
                    <a:pt x="16" y="45"/>
                  </a:cubicBezTo>
                  <a:cubicBezTo>
                    <a:pt x="18" y="45"/>
                    <a:pt x="18" y="45"/>
                    <a:pt x="18" y="45"/>
                  </a:cubicBezTo>
                  <a:cubicBezTo>
                    <a:pt x="16" y="36"/>
                    <a:pt x="14" y="27"/>
                    <a:pt x="10" y="18"/>
                  </a:cubicBezTo>
                  <a:cubicBezTo>
                    <a:pt x="7" y="13"/>
                    <a:pt x="2" y="7"/>
                    <a:pt x="2" y="2"/>
                  </a:cubicBezTo>
                  <a:cubicBezTo>
                    <a:pt x="2" y="1"/>
                    <a:pt x="2" y="1"/>
                    <a:pt x="2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60448" name="Freeform 563">
              <a:extLst>
                <a:ext uri="{FF2B5EF4-FFF2-40B4-BE49-F238E27FC236}">
                  <a16:creationId xmlns:a16="http://schemas.microsoft.com/office/drawing/2014/main" id="{07DC446E-44FF-4C8F-9DA7-2EE9451C4B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2" y="3359"/>
              <a:ext cx="17" cy="80"/>
            </a:xfrm>
            <a:custGeom>
              <a:avLst/>
              <a:gdLst>
                <a:gd name="T0" fmla="*/ 70 w 7"/>
                <a:gd name="T1" fmla="*/ 0 h 32"/>
                <a:gd name="T2" fmla="*/ 70 w 7"/>
                <a:gd name="T3" fmla="*/ 63 h 32"/>
                <a:gd name="T4" fmla="*/ 41 w 7"/>
                <a:gd name="T5" fmla="*/ 238 h 32"/>
                <a:gd name="T6" fmla="*/ 0 w 7"/>
                <a:gd name="T7" fmla="*/ 408 h 32"/>
                <a:gd name="T8" fmla="*/ 12 w 7"/>
                <a:gd name="T9" fmla="*/ 500 h 32"/>
                <a:gd name="T10" fmla="*/ 41 w 7"/>
                <a:gd name="T11" fmla="*/ 488 h 32"/>
                <a:gd name="T12" fmla="*/ 29 w 7"/>
                <a:gd name="T13" fmla="*/ 408 h 32"/>
                <a:gd name="T14" fmla="*/ 70 w 7"/>
                <a:gd name="T15" fmla="*/ 238 h 32"/>
                <a:gd name="T16" fmla="*/ 100 w 7"/>
                <a:gd name="T17" fmla="*/ 63 h 32"/>
                <a:gd name="T18" fmla="*/ 100 w 7"/>
                <a:gd name="T19" fmla="*/ 0 h 32"/>
                <a:gd name="T20" fmla="*/ 70 w 7"/>
                <a:gd name="T21" fmla="*/ 0 h 3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" h="32">
                  <a:moveTo>
                    <a:pt x="5" y="0"/>
                  </a:moveTo>
                  <a:cubicBezTo>
                    <a:pt x="5" y="1"/>
                    <a:pt x="5" y="3"/>
                    <a:pt x="5" y="4"/>
                  </a:cubicBezTo>
                  <a:cubicBezTo>
                    <a:pt x="5" y="8"/>
                    <a:pt x="4" y="11"/>
                    <a:pt x="3" y="15"/>
                  </a:cubicBezTo>
                  <a:cubicBezTo>
                    <a:pt x="1" y="18"/>
                    <a:pt x="0" y="22"/>
                    <a:pt x="0" y="26"/>
                  </a:cubicBezTo>
                  <a:cubicBezTo>
                    <a:pt x="0" y="28"/>
                    <a:pt x="0" y="30"/>
                    <a:pt x="1" y="32"/>
                  </a:cubicBezTo>
                  <a:cubicBezTo>
                    <a:pt x="3" y="31"/>
                    <a:pt x="3" y="31"/>
                    <a:pt x="3" y="31"/>
                  </a:cubicBezTo>
                  <a:cubicBezTo>
                    <a:pt x="2" y="30"/>
                    <a:pt x="2" y="28"/>
                    <a:pt x="2" y="26"/>
                  </a:cubicBezTo>
                  <a:cubicBezTo>
                    <a:pt x="2" y="23"/>
                    <a:pt x="3" y="19"/>
                    <a:pt x="5" y="15"/>
                  </a:cubicBezTo>
                  <a:cubicBezTo>
                    <a:pt x="6" y="12"/>
                    <a:pt x="7" y="8"/>
                    <a:pt x="7" y="4"/>
                  </a:cubicBezTo>
                  <a:cubicBezTo>
                    <a:pt x="7" y="3"/>
                    <a:pt x="7" y="1"/>
                    <a:pt x="7" y="0"/>
                  </a:cubicBezTo>
                  <a:lnTo>
                    <a:pt x="5" y="0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60449" name="Freeform 564">
              <a:extLst>
                <a:ext uri="{FF2B5EF4-FFF2-40B4-BE49-F238E27FC236}">
                  <a16:creationId xmlns:a16="http://schemas.microsoft.com/office/drawing/2014/main" id="{AE80EA66-A8DB-4C8D-9748-75437E515E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2" y="3347"/>
              <a:ext cx="47" cy="52"/>
            </a:xfrm>
            <a:custGeom>
              <a:avLst/>
              <a:gdLst>
                <a:gd name="T0" fmla="*/ 0 w 19"/>
                <a:gd name="T1" fmla="*/ 0 h 21"/>
                <a:gd name="T2" fmla="*/ 62 w 19"/>
                <a:gd name="T3" fmla="*/ 92 h 21"/>
                <a:gd name="T4" fmla="*/ 195 w 19"/>
                <a:gd name="T5" fmla="*/ 166 h 21"/>
                <a:gd name="T6" fmla="*/ 257 w 19"/>
                <a:gd name="T7" fmla="*/ 287 h 21"/>
                <a:gd name="T8" fmla="*/ 257 w 19"/>
                <a:gd name="T9" fmla="*/ 319 h 21"/>
                <a:gd name="T10" fmla="*/ 287 w 19"/>
                <a:gd name="T11" fmla="*/ 319 h 21"/>
                <a:gd name="T12" fmla="*/ 287 w 19"/>
                <a:gd name="T13" fmla="*/ 287 h 21"/>
                <a:gd name="T14" fmla="*/ 257 w 19"/>
                <a:gd name="T15" fmla="*/ 166 h 21"/>
                <a:gd name="T16" fmla="*/ 121 w 19"/>
                <a:gd name="T17" fmla="*/ 92 h 21"/>
                <a:gd name="T18" fmla="*/ 30 w 19"/>
                <a:gd name="T19" fmla="*/ 0 h 21"/>
                <a:gd name="T20" fmla="*/ 0 w 19"/>
                <a:gd name="T21" fmla="*/ 0 h 2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9" h="21">
                  <a:moveTo>
                    <a:pt x="0" y="0"/>
                  </a:moveTo>
                  <a:cubicBezTo>
                    <a:pt x="1" y="3"/>
                    <a:pt x="2" y="5"/>
                    <a:pt x="4" y="6"/>
                  </a:cubicBezTo>
                  <a:cubicBezTo>
                    <a:pt x="7" y="8"/>
                    <a:pt x="10" y="9"/>
                    <a:pt x="13" y="11"/>
                  </a:cubicBezTo>
                  <a:cubicBezTo>
                    <a:pt x="15" y="12"/>
                    <a:pt x="17" y="15"/>
                    <a:pt x="17" y="19"/>
                  </a:cubicBezTo>
                  <a:cubicBezTo>
                    <a:pt x="17" y="19"/>
                    <a:pt x="17" y="20"/>
                    <a:pt x="17" y="21"/>
                  </a:cubicBezTo>
                  <a:cubicBezTo>
                    <a:pt x="19" y="21"/>
                    <a:pt x="19" y="21"/>
                    <a:pt x="19" y="21"/>
                  </a:cubicBezTo>
                  <a:cubicBezTo>
                    <a:pt x="19" y="20"/>
                    <a:pt x="19" y="19"/>
                    <a:pt x="19" y="19"/>
                  </a:cubicBezTo>
                  <a:cubicBezTo>
                    <a:pt x="19" y="16"/>
                    <a:pt x="18" y="13"/>
                    <a:pt x="17" y="11"/>
                  </a:cubicBezTo>
                  <a:cubicBezTo>
                    <a:pt x="14" y="9"/>
                    <a:pt x="11" y="7"/>
                    <a:pt x="8" y="6"/>
                  </a:cubicBezTo>
                  <a:cubicBezTo>
                    <a:pt x="5" y="4"/>
                    <a:pt x="3" y="3"/>
                    <a:pt x="2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</p:grpSp>
      <p:grpSp>
        <p:nvGrpSpPr>
          <p:cNvPr id="60435" name="Group 565">
            <a:extLst>
              <a:ext uri="{FF2B5EF4-FFF2-40B4-BE49-F238E27FC236}">
                <a16:creationId xmlns:a16="http://schemas.microsoft.com/office/drawing/2014/main" id="{C17D93D2-38DE-409C-AA55-0B034A13DA1F}"/>
              </a:ext>
            </a:extLst>
          </p:cNvPr>
          <p:cNvGrpSpPr>
            <a:grpSpLocks/>
          </p:cNvGrpSpPr>
          <p:nvPr/>
        </p:nvGrpSpPr>
        <p:grpSpPr bwMode="auto">
          <a:xfrm>
            <a:off x="11809808" y="5881068"/>
            <a:ext cx="308829" cy="194959"/>
            <a:chOff x="3299" y="3312"/>
            <a:chExt cx="598" cy="378"/>
          </a:xfrm>
        </p:grpSpPr>
        <p:sp>
          <p:nvSpPr>
            <p:cNvPr id="60436" name="Freeform 566">
              <a:extLst>
                <a:ext uri="{FF2B5EF4-FFF2-40B4-BE49-F238E27FC236}">
                  <a16:creationId xmlns:a16="http://schemas.microsoft.com/office/drawing/2014/main" id="{0D72E6A6-10D2-435D-872E-7B6201436FE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9" y="3317"/>
              <a:ext cx="596" cy="368"/>
            </a:xfrm>
            <a:custGeom>
              <a:avLst/>
              <a:gdLst>
                <a:gd name="T0" fmla="*/ 2246 w 238"/>
                <a:gd name="T1" fmla="*/ 0 h 147"/>
                <a:gd name="T2" fmla="*/ 2214 w 238"/>
                <a:gd name="T3" fmla="*/ 0 h 147"/>
                <a:gd name="T4" fmla="*/ 2214 w 238"/>
                <a:gd name="T5" fmla="*/ 20 h 147"/>
                <a:gd name="T6" fmla="*/ 1851 w 238"/>
                <a:gd name="T7" fmla="*/ 208 h 147"/>
                <a:gd name="T8" fmla="*/ 1305 w 238"/>
                <a:gd name="T9" fmla="*/ 438 h 147"/>
                <a:gd name="T10" fmla="*/ 1117 w 238"/>
                <a:gd name="T11" fmla="*/ 458 h 147"/>
                <a:gd name="T12" fmla="*/ 771 w 238"/>
                <a:gd name="T13" fmla="*/ 408 h 147"/>
                <a:gd name="T14" fmla="*/ 220 w 238"/>
                <a:gd name="T15" fmla="*/ 175 h 147"/>
                <a:gd name="T16" fmla="*/ 471 w 238"/>
                <a:gd name="T17" fmla="*/ 1147 h 147"/>
                <a:gd name="T18" fmla="*/ 1222 w 238"/>
                <a:gd name="T19" fmla="*/ 1505 h 147"/>
                <a:gd name="T20" fmla="*/ 1493 w 238"/>
                <a:gd name="T21" fmla="*/ 1755 h 147"/>
                <a:gd name="T22" fmla="*/ 1868 w 238"/>
                <a:gd name="T23" fmla="*/ 2038 h 147"/>
                <a:gd name="T24" fmla="*/ 2810 w 238"/>
                <a:gd name="T25" fmla="*/ 2306 h 147"/>
                <a:gd name="T26" fmla="*/ 3268 w 238"/>
                <a:gd name="T27" fmla="*/ 2180 h 147"/>
                <a:gd name="T28" fmla="*/ 3686 w 238"/>
                <a:gd name="T29" fmla="*/ 1692 h 147"/>
                <a:gd name="T30" fmla="*/ 3611 w 238"/>
                <a:gd name="T31" fmla="*/ 1429 h 147"/>
                <a:gd name="T32" fmla="*/ 3343 w 238"/>
                <a:gd name="T33" fmla="*/ 1179 h 147"/>
                <a:gd name="T34" fmla="*/ 3110 w 238"/>
                <a:gd name="T35" fmla="*/ 909 h 147"/>
                <a:gd name="T36" fmla="*/ 2797 w 238"/>
                <a:gd name="T37" fmla="*/ 646 h 147"/>
                <a:gd name="T38" fmla="*/ 2514 w 238"/>
                <a:gd name="T39" fmla="*/ 363 h 147"/>
                <a:gd name="T40" fmla="*/ 2246 w 238"/>
                <a:gd name="T41" fmla="*/ 0 h 147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238" h="147">
                  <a:moveTo>
                    <a:pt x="143" y="0"/>
                  </a:moveTo>
                  <a:cubicBezTo>
                    <a:pt x="142" y="0"/>
                    <a:pt x="142" y="0"/>
                    <a:pt x="141" y="0"/>
                  </a:cubicBezTo>
                  <a:cubicBezTo>
                    <a:pt x="141" y="1"/>
                    <a:pt x="141" y="1"/>
                    <a:pt x="141" y="1"/>
                  </a:cubicBezTo>
                  <a:cubicBezTo>
                    <a:pt x="134" y="5"/>
                    <a:pt x="125" y="10"/>
                    <a:pt x="118" y="13"/>
                  </a:cubicBezTo>
                  <a:cubicBezTo>
                    <a:pt x="107" y="19"/>
                    <a:pt x="96" y="26"/>
                    <a:pt x="83" y="28"/>
                  </a:cubicBezTo>
                  <a:cubicBezTo>
                    <a:pt x="79" y="29"/>
                    <a:pt x="75" y="29"/>
                    <a:pt x="71" y="29"/>
                  </a:cubicBezTo>
                  <a:cubicBezTo>
                    <a:pt x="64" y="29"/>
                    <a:pt x="56" y="28"/>
                    <a:pt x="49" y="26"/>
                  </a:cubicBezTo>
                  <a:cubicBezTo>
                    <a:pt x="37" y="22"/>
                    <a:pt x="24" y="19"/>
                    <a:pt x="14" y="11"/>
                  </a:cubicBezTo>
                  <a:cubicBezTo>
                    <a:pt x="0" y="34"/>
                    <a:pt x="6" y="59"/>
                    <a:pt x="30" y="73"/>
                  </a:cubicBezTo>
                  <a:cubicBezTo>
                    <a:pt x="45" y="81"/>
                    <a:pt x="63" y="87"/>
                    <a:pt x="78" y="96"/>
                  </a:cubicBezTo>
                  <a:cubicBezTo>
                    <a:pt x="84" y="101"/>
                    <a:pt x="88" y="108"/>
                    <a:pt x="95" y="112"/>
                  </a:cubicBezTo>
                  <a:cubicBezTo>
                    <a:pt x="103" y="118"/>
                    <a:pt x="111" y="125"/>
                    <a:pt x="119" y="130"/>
                  </a:cubicBezTo>
                  <a:cubicBezTo>
                    <a:pt x="134" y="138"/>
                    <a:pt x="158" y="147"/>
                    <a:pt x="179" y="147"/>
                  </a:cubicBezTo>
                  <a:cubicBezTo>
                    <a:pt x="190" y="147"/>
                    <a:pt x="200" y="144"/>
                    <a:pt x="208" y="139"/>
                  </a:cubicBezTo>
                  <a:cubicBezTo>
                    <a:pt x="219" y="132"/>
                    <a:pt x="230" y="120"/>
                    <a:pt x="235" y="108"/>
                  </a:cubicBezTo>
                  <a:cubicBezTo>
                    <a:pt x="238" y="100"/>
                    <a:pt x="237" y="96"/>
                    <a:pt x="230" y="91"/>
                  </a:cubicBezTo>
                  <a:cubicBezTo>
                    <a:pt x="224" y="86"/>
                    <a:pt x="218" y="81"/>
                    <a:pt x="213" y="75"/>
                  </a:cubicBezTo>
                  <a:cubicBezTo>
                    <a:pt x="208" y="70"/>
                    <a:pt x="204" y="63"/>
                    <a:pt x="198" y="58"/>
                  </a:cubicBezTo>
                  <a:cubicBezTo>
                    <a:pt x="191" y="52"/>
                    <a:pt x="184" y="49"/>
                    <a:pt x="178" y="41"/>
                  </a:cubicBezTo>
                  <a:cubicBezTo>
                    <a:pt x="173" y="35"/>
                    <a:pt x="166" y="29"/>
                    <a:pt x="160" y="23"/>
                  </a:cubicBezTo>
                  <a:cubicBezTo>
                    <a:pt x="155" y="17"/>
                    <a:pt x="152" y="0"/>
                    <a:pt x="14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60437" name="Freeform 567">
              <a:extLst>
                <a:ext uri="{FF2B5EF4-FFF2-40B4-BE49-F238E27FC236}">
                  <a16:creationId xmlns:a16="http://schemas.microsoft.com/office/drawing/2014/main" id="{7B4F5AE2-9B4D-4B93-9E70-F81A0B59088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9" y="3312"/>
              <a:ext cx="588" cy="378"/>
            </a:xfrm>
            <a:custGeom>
              <a:avLst/>
              <a:gdLst>
                <a:gd name="T0" fmla="*/ 2159 w 235"/>
                <a:gd name="T1" fmla="*/ 63 h 151"/>
                <a:gd name="T2" fmla="*/ 2242 w 235"/>
                <a:gd name="T3" fmla="*/ 95 h 151"/>
                <a:gd name="T4" fmla="*/ 2430 w 235"/>
                <a:gd name="T5" fmla="*/ 408 h 151"/>
                <a:gd name="T6" fmla="*/ 2847 w 235"/>
                <a:gd name="T7" fmla="*/ 846 h 151"/>
                <a:gd name="T8" fmla="*/ 3243 w 235"/>
                <a:gd name="T9" fmla="*/ 1222 h 151"/>
                <a:gd name="T10" fmla="*/ 3588 w 235"/>
                <a:gd name="T11" fmla="*/ 1555 h 151"/>
                <a:gd name="T12" fmla="*/ 3588 w 235"/>
                <a:gd name="T13" fmla="*/ 1710 h 151"/>
                <a:gd name="T14" fmla="*/ 2742 w 235"/>
                <a:gd name="T15" fmla="*/ 2306 h 151"/>
                <a:gd name="T16" fmla="*/ 1439 w 235"/>
                <a:gd name="T17" fmla="*/ 1772 h 151"/>
                <a:gd name="T18" fmla="*/ 425 w 235"/>
                <a:gd name="T19" fmla="*/ 1147 h 151"/>
                <a:gd name="T20" fmla="*/ 188 w 235"/>
                <a:gd name="T21" fmla="*/ 220 h 151"/>
                <a:gd name="T22" fmla="*/ 145 w 235"/>
                <a:gd name="T23" fmla="*/ 238 h 151"/>
                <a:gd name="T24" fmla="*/ 1051 w 235"/>
                <a:gd name="T25" fmla="*/ 521 h 151"/>
                <a:gd name="T26" fmla="*/ 1804 w 235"/>
                <a:gd name="T27" fmla="*/ 270 h 151"/>
                <a:gd name="T28" fmla="*/ 2159 w 235"/>
                <a:gd name="T29" fmla="*/ 63 h 151"/>
                <a:gd name="T30" fmla="*/ 2147 w 235"/>
                <a:gd name="T31" fmla="*/ 33 h 151"/>
                <a:gd name="T32" fmla="*/ 2147 w 235"/>
                <a:gd name="T33" fmla="*/ 33 h 151"/>
                <a:gd name="T34" fmla="*/ 2117 w 235"/>
                <a:gd name="T35" fmla="*/ 20 h 151"/>
                <a:gd name="T36" fmla="*/ 2129 w 235"/>
                <a:gd name="T37" fmla="*/ 20 h 151"/>
                <a:gd name="T38" fmla="*/ 1239 w 235"/>
                <a:gd name="T39" fmla="*/ 438 h 151"/>
                <a:gd name="T40" fmla="*/ 721 w 235"/>
                <a:gd name="T41" fmla="*/ 408 h 151"/>
                <a:gd name="T42" fmla="*/ 158 w 235"/>
                <a:gd name="T43" fmla="*/ 158 h 151"/>
                <a:gd name="T44" fmla="*/ 0 w 235"/>
                <a:gd name="T45" fmla="*/ 596 h 151"/>
                <a:gd name="T46" fmla="*/ 1146 w 235"/>
                <a:gd name="T47" fmla="*/ 1567 h 151"/>
                <a:gd name="T48" fmla="*/ 1784 w 235"/>
                <a:gd name="T49" fmla="*/ 2100 h 151"/>
                <a:gd name="T50" fmla="*/ 3213 w 235"/>
                <a:gd name="T51" fmla="*/ 2243 h 151"/>
                <a:gd name="T52" fmla="*/ 3681 w 235"/>
                <a:gd name="T53" fmla="*/ 1617 h 151"/>
                <a:gd name="T54" fmla="*/ 3568 w 235"/>
                <a:gd name="T55" fmla="*/ 1429 h 151"/>
                <a:gd name="T56" fmla="*/ 3055 w 235"/>
                <a:gd name="T57" fmla="*/ 909 h 151"/>
                <a:gd name="T58" fmla="*/ 2742 w 235"/>
                <a:gd name="T59" fmla="*/ 658 h 151"/>
                <a:gd name="T60" fmla="*/ 2410 w 235"/>
                <a:gd name="T61" fmla="*/ 283 h 151"/>
                <a:gd name="T62" fmla="*/ 2272 w 235"/>
                <a:gd name="T63" fmla="*/ 33 h 151"/>
                <a:gd name="T64" fmla="*/ 2147 w 235"/>
                <a:gd name="T65" fmla="*/ 0 h 151"/>
                <a:gd name="T66" fmla="*/ 2129 w 235"/>
                <a:gd name="T67" fmla="*/ 20 h 151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235" h="151">
                  <a:moveTo>
                    <a:pt x="137" y="2"/>
                  </a:moveTo>
                  <a:cubicBezTo>
                    <a:pt x="138" y="4"/>
                    <a:pt x="138" y="4"/>
                    <a:pt x="138" y="4"/>
                  </a:cubicBezTo>
                  <a:cubicBezTo>
                    <a:pt x="139" y="4"/>
                    <a:pt x="139" y="4"/>
                    <a:pt x="139" y="4"/>
                  </a:cubicBezTo>
                  <a:cubicBezTo>
                    <a:pt x="140" y="4"/>
                    <a:pt x="142" y="4"/>
                    <a:pt x="143" y="6"/>
                  </a:cubicBezTo>
                  <a:cubicBezTo>
                    <a:pt x="145" y="8"/>
                    <a:pt x="147" y="12"/>
                    <a:pt x="149" y="16"/>
                  </a:cubicBezTo>
                  <a:cubicBezTo>
                    <a:pt x="151" y="20"/>
                    <a:pt x="152" y="24"/>
                    <a:pt x="155" y="26"/>
                  </a:cubicBezTo>
                  <a:cubicBezTo>
                    <a:pt x="160" y="33"/>
                    <a:pt x="167" y="38"/>
                    <a:pt x="172" y="45"/>
                  </a:cubicBezTo>
                  <a:cubicBezTo>
                    <a:pt x="175" y="48"/>
                    <a:pt x="179" y="51"/>
                    <a:pt x="182" y="54"/>
                  </a:cubicBezTo>
                  <a:cubicBezTo>
                    <a:pt x="186" y="56"/>
                    <a:pt x="189" y="59"/>
                    <a:pt x="193" y="61"/>
                  </a:cubicBezTo>
                  <a:cubicBezTo>
                    <a:pt x="198" y="66"/>
                    <a:pt x="202" y="73"/>
                    <a:pt x="207" y="78"/>
                  </a:cubicBezTo>
                  <a:cubicBezTo>
                    <a:pt x="213" y="84"/>
                    <a:pt x="219" y="90"/>
                    <a:pt x="225" y="95"/>
                  </a:cubicBezTo>
                  <a:cubicBezTo>
                    <a:pt x="227" y="96"/>
                    <a:pt x="229" y="98"/>
                    <a:pt x="229" y="99"/>
                  </a:cubicBezTo>
                  <a:cubicBezTo>
                    <a:pt x="230" y="100"/>
                    <a:pt x="231" y="101"/>
                    <a:pt x="231" y="103"/>
                  </a:cubicBezTo>
                  <a:cubicBezTo>
                    <a:pt x="231" y="105"/>
                    <a:pt x="230" y="107"/>
                    <a:pt x="229" y="109"/>
                  </a:cubicBezTo>
                  <a:cubicBezTo>
                    <a:pt x="225" y="121"/>
                    <a:pt x="213" y="132"/>
                    <a:pt x="203" y="139"/>
                  </a:cubicBezTo>
                  <a:cubicBezTo>
                    <a:pt x="196" y="144"/>
                    <a:pt x="186" y="147"/>
                    <a:pt x="175" y="147"/>
                  </a:cubicBezTo>
                  <a:cubicBezTo>
                    <a:pt x="155" y="147"/>
                    <a:pt x="131" y="139"/>
                    <a:pt x="116" y="130"/>
                  </a:cubicBezTo>
                  <a:cubicBezTo>
                    <a:pt x="108" y="126"/>
                    <a:pt x="100" y="119"/>
                    <a:pt x="92" y="113"/>
                  </a:cubicBezTo>
                  <a:cubicBezTo>
                    <a:pt x="86" y="108"/>
                    <a:pt x="82" y="102"/>
                    <a:pt x="75" y="97"/>
                  </a:cubicBezTo>
                  <a:cubicBezTo>
                    <a:pt x="60" y="87"/>
                    <a:pt x="42" y="81"/>
                    <a:pt x="27" y="73"/>
                  </a:cubicBezTo>
                  <a:cubicBezTo>
                    <a:pt x="12" y="64"/>
                    <a:pt x="4" y="52"/>
                    <a:pt x="4" y="38"/>
                  </a:cubicBezTo>
                  <a:cubicBezTo>
                    <a:pt x="4" y="30"/>
                    <a:pt x="7" y="22"/>
                    <a:pt x="12" y="14"/>
                  </a:cubicBezTo>
                  <a:cubicBezTo>
                    <a:pt x="10" y="13"/>
                    <a:pt x="10" y="13"/>
                    <a:pt x="10" y="13"/>
                  </a:cubicBezTo>
                  <a:cubicBezTo>
                    <a:pt x="9" y="15"/>
                    <a:pt x="9" y="15"/>
                    <a:pt x="9" y="15"/>
                  </a:cubicBezTo>
                  <a:cubicBezTo>
                    <a:pt x="19" y="23"/>
                    <a:pt x="33" y="26"/>
                    <a:pt x="45" y="30"/>
                  </a:cubicBezTo>
                  <a:cubicBezTo>
                    <a:pt x="52" y="32"/>
                    <a:pt x="59" y="33"/>
                    <a:pt x="67" y="33"/>
                  </a:cubicBezTo>
                  <a:cubicBezTo>
                    <a:pt x="71" y="33"/>
                    <a:pt x="75" y="33"/>
                    <a:pt x="79" y="32"/>
                  </a:cubicBezTo>
                  <a:cubicBezTo>
                    <a:pt x="93" y="30"/>
                    <a:pt x="104" y="23"/>
                    <a:pt x="115" y="17"/>
                  </a:cubicBezTo>
                  <a:cubicBezTo>
                    <a:pt x="121" y="14"/>
                    <a:pt x="131" y="9"/>
                    <a:pt x="138" y="4"/>
                  </a:cubicBezTo>
                  <a:cubicBezTo>
                    <a:pt x="138" y="4"/>
                    <a:pt x="138" y="4"/>
                    <a:pt x="138" y="4"/>
                  </a:cubicBezTo>
                  <a:cubicBezTo>
                    <a:pt x="139" y="3"/>
                    <a:pt x="139" y="3"/>
                    <a:pt x="139" y="3"/>
                  </a:cubicBezTo>
                  <a:cubicBezTo>
                    <a:pt x="137" y="2"/>
                    <a:pt x="137" y="2"/>
                    <a:pt x="137" y="2"/>
                  </a:cubicBezTo>
                  <a:cubicBezTo>
                    <a:pt x="138" y="4"/>
                    <a:pt x="138" y="4"/>
                    <a:pt x="138" y="4"/>
                  </a:cubicBezTo>
                  <a:cubicBezTo>
                    <a:pt x="137" y="2"/>
                    <a:pt x="137" y="2"/>
                    <a:pt x="137" y="2"/>
                  </a:cubicBezTo>
                  <a:cubicBezTo>
                    <a:pt x="136" y="1"/>
                    <a:pt x="136" y="1"/>
                    <a:pt x="136" y="1"/>
                  </a:cubicBezTo>
                  <a:cubicBezTo>
                    <a:pt x="135" y="1"/>
                    <a:pt x="135" y="1"/>
                    <a:pt x="135" y="1"/>
                  </a:cubicBezTo>
                  <a:cubicBezTo>
                    <a:pt x="137" y="3"/>
                    <a:pt x="137" y="3"/>
                    <a:pt x="137" y="3"/>
                  </a:cubicBezTo>
                  <a:cubicBezTo>
                    <a:pt x="136" y="1"/>
                    <a:pt x="136" y="1"/>
                    <a:pt x="136" y="1"/>
                  </a:cubicBezTo>
                  <a:cubicBezTo>
                    <a:pt x="129" y="5"/>
                    <a:pt x="120" y="10"/>
                    <a:pt x="113" y="14"/>
                  </a:cubicBezTo>
                  <a:cubicBezTo>
                    <a:pt x="102" y="19"/>
                    <a:pt x="91" y="26"/>
                    <a:pt x="79" y="28"/>
                  </a:cubicBezTo>
                  <a:cubicBezTo>
                    <a:pt x="75" y="29"/>
                    <a:pt x="71" y="29"/>
                    <a:pt x="67" y="29"/>
                  </a:cubicBezTo>
                  <a:cubicBezTo>
                    <a:pt x="60" y="29"/>
                    <a:pt x="53" y="28"/>
                    <a:pt x="46" y="26"/>
                  </a:cubicBezTo>
                  <a:cubicBezTo>
                    <a:pt x="34" y="23"/>
                    <a:pt x="21" y="20"/>
                    <a:pt x="12" y="12"/>
                  </a:cubicBezTo>
                  <a:cubicBezTo>
                    <a:pt x="10" y="10"/>
                    <a:pt x="10" y="10"/>
                    <a:pt x="10" y="10"/>
                  </a:cubicBezTo>
                  <a:cubicBezTo>
                    <a:pt x="9" y="12"/>
                    <a:pt x="9" y="12"/>
                    <a:pt x="9" y="12"/>
                  </a:cubicBezTo>
                  <a:cubicBezTo>
                    <a:pt x="3" y="21"/>
                    <a:pt x="0" y="29"/>
                    <a:pt x="0" y="38"/>
                  </a:cubicBezTo>
                  <a:cubicBezTo>
                    <a:pt x="0" y="53"/>
                    <a:pt x="9" y="67"/>
                    <a:pt x="25" y="76"/>
                  </a:cubicBezTo>
                  <a:cubicBezTo>
                    <a:pt x="41" y="85"/>
                    <a:pt x="58" y="90"/>
                    <a:pt x="73" y="100"/>
                  </a:cubicBezTo>
                  <a:cubicBezTo>
                    <a:pt x="79" y="104"/>
                    <a:pt x="83" y="111"/>
                    <a:pt x="89" y="116"/>
                  </a:cubicBezTo>
                  <a:cubicBezTo>
                    <a:pt x="97" y="122"/>
                    <a:pt x="105" y="129"/>
                    <a:pt x="114" y="134"/>
                  </a:cubicBezTo>
                  <a:cubicBezTo>
                    <a:pt x="130" y="142"/>
                    <a:pt x="154" y="151"/>
                    <a:pt x="175" y="151"/>
                  </a:cubicBezTo>
                  <a:cubicBezTo>
                    <a:pt x="186" y="151"/>
                    <a:pt x="197" y="148"/>
                    <a:pt x="205" y="143"/>
                  </a:cubicBezTo>
                  <a:cubicBezTo>
                    <a:pt x="216" y="135"/>
                    <a:pt x="228" y="124"/>
                    <a:pt x="233" y="111"/>
                  </a:cubicBezTo>
                  <a:cubicBezTo>
                    <a:pt x="234" y="108"/>
                    <a:pt x="235" y="105"/>
                    <a:pt x="235" y="103"/>
                  </a:cubicBezTo>
                  <a:cubicBezTo>
                    <a:pt x="235" y="101"/>
                    <a:pt x="234" y="99"/>
                    <a:pt x="233" y="97"/>
                  </a:cubicBezTo>
                  <a:cubicBezTo>
                    <a:pt x="232" y="95"/>
                    <a:pt x="230" y="93"/>
                    <a:pt x="228" y="91"/>
                  </a:cubicBezTo>
                  <a:cubicBezTo>
                    <a:pt x="221" y="87"/>
                    <a:pt x="216" y="81"/>
                    <a:pt x="210" y="76"/>
                  </a:cubicBezTo>
                  <a:cubicBezTo>
                    <a:pt x="205" y="70"/>
                    <a:pt x="202" y="64"/>
                    <a:pt x="195" y="58"/>
                  </a:cubicBezTo>
                  <a:cubicBezTo>
                    <a:pt x="192" y="55"/>
                    <a:pt x="188" y="53"/>
                    <a:pt x="185" y="50"/>
                  </a:cubicBezTo>
                  <a:cubicBezTo>
                    <a:pt x="181" y="48"/>
                    <a:pt x="178" y="46"/>
                    <a:pt x="175" y="42"/>
                  </a:cubicBezTo>
                  <a:cubicBezTo>
                    <a:pt x="170" y="35"/>
                    <a:pt x="163" y="30"/>
                    <a:pt x="158" y="24"/>
                  </a:cubicBezTo>
                  <a:cubicBezTo>
                    <a:pt x="157" y="23"/>
                    <a:pt x="156" y="21"/>
                    <a:pt x="154" y="18"/>
                  </a:cubicBezTo>
                  <a:cubicBezTo>
                    <a:pt x="153" y="14"/>
                    <a:pt x="151" y="10"/>
                    <a:pt x="149" y="6"/>
                  </a:cubicBezTo>
                  <a:cubicBezTo>
                    <a:pt x="147" y="5"/>
                    <a:pt x="146" y="3"/>
                    <a:pt x="145" y="2"/>
                  </a:cubicBezTo>
                  <a:cubicBezTo>
                    <a:pt x="143" y="1"/>
                    <a:pt x="141" y="0"/>
                    <a:pt x="139" y="0"/>
                  </a:cubicBezTo>
                  <a:cubicBezTo>
                    <a:pt x="138" y="0"/>
                    <a:pt x="138" y="0"/>
                    <a:pt x="137" y="0"/>
                  </a:cubicBezTo>
                  <a:cubicBezTo>
                    <a:pt x="136" y="0"/>
                    <a:pt x="136" y="0"/>
                    <a:pt x="136" y="0"/>
                  </a:cubicBezTo>
                  <a:cubicBezTo>
                    <a:pt x="136" y="1"/>
                    <a:pt x="136" y="1"/>
                    <a:pt x="136" y="1"/>
                  </a:cubicBezTo>
                  <a:lnTo>
                    <a:pt x="137" y="2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60438" name="Freeform 568">
              <a:extLst>
                <a:ext uri="{FF2B5EF4-FFF2-40B4-BE49-F238E27FC236}">
                  <a16:creationId xmlns:a16="http://schemas.microsoft.com/office/drawing/2014/main" id="{4050D1E7-ED41-41B7-9BD9-096C4CEC3D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7" y="3355"/>
              <a:ext cx="150" cy="155"/>
            </a:xfrm>
            <a:custGeom>
              <a:avLst/>
              <a:gdLst>
                <a:gd name="T0" fmla="*/ 20 w 60"/>
                <a:gd name="T1" fmla="*/ 50 h 62"/>
                <a:gd name="T2" fmla="*/ 50 w 60"/>
                <a:gd name="T3" fmla="*/ 33 h 62"/>
                <a:gd name="T4" fmla="*/ 83 w 60"/>
                <a:gd name="T5" fmla="*/ 50 h 62"/>
                <a:gd name="T6" fmla="*/ 158 w 60"/>
                <a:gd name="T7" fmla="*/ 158 h 62"/>
                <a:gd name="T8" fmla="*/ 408 w 60"/>
                <a:gd name="T9" fmla="*/ 395 h 62"/>
                <a:gd name="T10" fmla="*/ 708 w 60"/>
                <a:gd name="T11" fmla="*/ 550 h 62"/>
                <a:gd name="T12" fmla="*/ 833 w 60"/>
                <a:gd name="T13" fmla="*/ 738 h 62"/>
                <a:gd name="T14" fmla="*/ 908 w 60"/>
                <a:gd name="T15" fmla="*/ 938 h 62"/>
                <a:gd name="T16" fmla="*/ 908 w 60"/>
                <a:gd name="T17" fmla="*/ 958 h 62"/>
                <a:gd name="T18" fmla="*/ 938 w 60"/>
                <a:gd name="T19" fmla="*/ 970 h 62"/>
                <a:gd name="T20" fmla="*/ 938 w 60"/>
                <a:gd name="T21" fmla="*/ 938 h 62"/>
                <a:gd name="T22" fmla="*/ 863 w 60"/>
                <a:gd name="T23" fmla="*/ 720 h 62"/>
                <a:gd name="T24" fmla="*/ 720 w 60"/>
                <a:gd name="T25" fmla="*/ 533 h 62"/>
                <a:gd name="T26" fmla="*/ 425 w 60"/>
                <a:gd name="T27" fmla="*/ 375 h 62"/>
                <a:gd name="T28" fmla="*/ 175 w 60"/>
                <a:gd name="T29" fmla="*/ 145 h 62"/>
                <a:gd name="T30" fmla="*/ 125 w 60"/>
                <a:gd name="T31" fmla="*/ 63 h 62"/>
                <a:gd name="T32" fmla="*/ 95 w 60"/>
                <a:gd name="T33" fmla="*/ 20 h 62"/>
                <a:gd name="T34" fmla="*/ 50 w 60"/>
                <a:gd name="T35" fmla="*/ 0 h 62"/>
                <a:gd name="T36" fmla="*/ 0 w 60"/>
                <a:gd name="T37" fmla="*/ 20 h 62"/>
                <a:gd name="T38" fmla="*/ 20 w 60"/>
                <a:gd name="T39" fmla="*/ 50 h 62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60" h="62">
                  <a:moveTo>
                    <a:pt x="1" y="3"/>
                  </a:moveTo>
                  <a:cubicBezTo>
                    <a:pt x="2" y="2"/>
                    <a:pt x="3" y="2"/>
                    <a:pt x="3" y="2"/>
                  </a:cubicBezTo>
                  <a:cubicBezTo>
                    <a:pt x="4" y="2"/>
                    <a:pt x="5" y="2"/>
                    <a:pt x="5" y="3"/>
                  </a:cubicBezTo>
                  <a:cubicBezTo>
                    <a:pt x="7" y="4"/>
                    <a:pt x="8" y="7"/>
                    <a:pt x="10" y="10"/>
                  </a:cubicBezTo>
                  <a:cubicBezTo>
                    <a:pt x="14" y="17"/>
                    <a:pt x="18" y="21"/>
                    <a:pt x="26" y="25"/>
                  </a:cubicBezTo>
                  <a:cubicBezTo>
                    <a:pt x="32" y="29"/>
                    <a:pt x="40" y="31"/>
                    <a:pt x="45" y="35"/>
                  </a:cubicBezTo>
                  <a:cubicBezTo>
                    <a:pt x="47" y="38"/>
                    <a:pt x="51" y="42"/>
                    <a:pt x="53" y="47"/>
                  </a:cubicBezTo>
                  <a:cubicBezTo>
                    <a:pt x="56" y="51"/>
                    <a:pt x="58" y="56"/>
                    <a:pt x="58" y="60"/>
                  </a:cubicBezTo>
                  <a:cubicBezTo>
                    <a:pt x="58" y="61"/>
                    <a:pt x="58" y="61"/>
                    <a:pt x="58" y="61"/>
                  </a:cubicBezTo>
                  <a:cubicBezTo>
                    <a:pt x="60" y="62"/>
                    <a:pt x="60" y="62"/>
                    <a:pt x="60" y="62"/>
                  </a:cubicBezTo>
                  <a:cubicBezTo>
                    <a:pt x="60" y="61"/>
                    <a:pt x="60" y="61"/>
                    <a:pt x="60" y="60"/>
                  </a:cubicBezTo>
                  <a:cubicBezTo>
                    <a:pt x="60" y="56"/>
                    <a:pt x="58" y="51"/>
                    <a:pt x="55" y="46"/>
                  </a:cubicBezTo>
                  <a:cubicBezTo>
                    <a:pt x="52" y="41"/>
                    <a:pt x="49" y="36"/>
                    <a:pt x="46" y="34"/>
                  </a:cubicBezTo>
                  <a:cubicBezTo>
                    <a:pt x="41" y="29"/>
                    <a:pt x="33" y="27"/>
                    <a:pt x="27" y="24"/>
                  </a:cubicBezTo>
                  <a:cubicBezTo>
                    <a:pt x="19" y="20"/>
                    <a:pt x="16" y="16"/>
                    <a:pt x="11" y="9"/>
                  </a:cubicBezTo>
                  <a:cubicBezTo>
                    <a:pt x="10" y="7"/>
                    <a:pt x="10" y="5"/>
                    <a:pt x="8" y="4"/>
                  </a:cubicBezTo>
                  <a:cubicBezTo>
                    <a:pt x="8" y="3"/>
                    <a:pt x="7" y="2"/>
                    <a:pt x="6" y="1"/>
                  </a:cubicBezTo>
                  <a:cubicBezTo>
                    <a:pt x="5" y="0"/>
                    <a:pt x="4" y="0"/>
                    <a:pt x="3" y="0"/>
                  </a:cubicBezTo>
                  <a:cubicBezTo>
                    <a:pt x="2" y="0"/>
                    <a:pt x="1" y="0"/>
                    <a:pt x="0" y="1"/>
                  </a:cubicBezTo>
                  <a:lnTo>
                    <a:pt x="1" y="3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60439" name="Freeform 569">
              <a:extLst>
                <a:ext uri="{FF2B5EF4-FFF2-40B4-BE49-F238E27FC236}">
                  <a16:creationId xmlns:a16="http://schemas.microsoft.com/office/drawing/2014/main" id="{566C2BE7-3C48-4729-B7C3-0E10387762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7" y="3372"/>
              <a:ext cx="75" cy="108"/>
            </a:xfrm>
            <a:custGeom>
              <a:avLst/>
              <a:gdLst>
                <a:gd name="T0" fmla="*/ 0 w 30"/>
                <a:gd name="T1" fmla="*/ 20 h 43"/>
                <a:gd name="T2" fmla="*/ 95 w 30"/>
                <a:gd name="T3" fmla="*/ 176 h 43"/>
                <a:gd name="T4" fmla="*/ 95 w 30"/>
                <a:gd name="T5" fmla="*/ 208 h 43"/>
                <a:gd name="T6" fmla="*/ 83 w 30"/>
                <a:gd name="T7" fmla="*/ 347 h 43"/>
                <a:gd name="T8" fmla="*/ 95 w 30"/>
                <a:gd name="T9" fmla="*/ 409 h 43"/>
                <a:gd name="T10" fmla="*/ 270 w 30"/>
                <a:gd name="T11" fmla="*/ 555 h 43"/>
                <a:gd name="T12" fmla="*/ 458 w 30"/>
                <a:gd name="T13" fmla="*/ 681 h 43"/>
                <a:gd name="T14" fmla="*/ 470 w 30"/>
                <a:gd name="T15" fmla="*/ 663 h 43"/>
                <a:gd name="T16" fmla="*/ 270 w 30"/>
                <a:gd name="T17" fmla="*/ 522 h 43"/>
                <a:gd name="T18" fmla="*/ 125 w 30"/>
                <a:gd name="T19" fmla="*/ 397 h 43"/>
                <a:gd name="T20" fmla="*/ 113 w 30"/>
                <a:gd name="T21" fmla="*/ 347 h 43"/>
                <a:gd name="T22" fmla="*/ 125 w 30"/>
                <a:gd name="T23" fmla="*/ 208 h 43"/>
                <a:gd name="T24" fmla="*/ 125 w 30"/>
                <a:gd name="T25" fmla="*/ 176 h 43"/>
                <a:gd name="T26" fmla="*/ 20 w 30"/>
                <a:gd name="T27" fmla="*/ 0 h 43"/>
                <a:gd name="T28" fmla="*/ 0 w 30"/>
                <a:gd name="T29" fmla="*/ 20 h 4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30" h="43">
                  <a:moveTo>
                    <a:pt x="0" y="1"/>
                  </a:moveTo>
                  <a:cubicBezTo>
                    <a:pt x="3" y="4"/>
                    <a:pt x="5" y="7"/>
                    <a:pt x="6" y="11"/>
                  </a:cubicBezTo>
                  <a:cubicBezTo>
                    <a:pt x="6" y="12"/>
                    <a:pt x="6" y="12"/>
                    <a:pt x="6" y="13"/>
                  </a:cubicBezTo>
                  <a:cubicBezTo>
                    <a:pt x="6" y="16"/>
                    <a:pt x="5" y="19"/>
                    <a:pt x="5" y="22"/>
                  </a:cubicBezTo>
                  <a:cubicBezTo>
                    <a:pt x="5" y="23"/>
                    <a:pt x="5" y="24"/>
                    <a:pt x="6" y="26"/>
                  </a:cubicBezTo>
                  <a:cubicBezTo>
                    <a:pt x="7" y="30"/>
                    <a:pt x="12" y="33"/>
                    <a:pt x="17" y="35"/>
                  </a:cubicBezTo>
                  <a:cubicBezTo>
                    <a:pt x="21" y="38"/>
                    <a:pt x="26" y="40"/>
                    <a:pt x="29" y="43"/>
                  </a:cubicBezTo>
                  <a:cubicBezTo>
                    <a:pt x="30" y="42"/>
                    <a:pt x="30" y="42"/>
                    <a:pt x="30" y="42"/>
                  </a:cubicBezTo>
                  <a:cubicBezTo>
                    <a:pt x="27" y="38"/>
                    <a:pt x="22" y="36"/>
                    <a:pt x="17" y="33"/>
                  </a:cubicBezTo>
                  <a:cubicBezTo>
                    <a:pt x="13" y="31"/>
                    <a:pt x="9" y="28"/>
                    <a:pt x="8" y="25"/>
                  </a:cubicBezTo>
                  <a:cubicBezTo>
                    <a:pt x="7" y="24"/>
                    <a:pt x="7" y="23"/>
                    <a:pt x="7" y="22"/>
                  </a:cubicBezTo>
                  <a:cubicBezTo>
                    <a:pt x="7" y="19"/>
                    <a:pt x="8" y="16"/>
                    <a:pt x="8" y="13"/>
                  </a:cubicBezTo>
                  <a:cubicBezTo>
                    <a:pt x="8" y="12"/>
                    <a:pt x="8" y="11"/>
                    <a:pt x="8" y="11"/>
                  </a:cubicBezTo>
                  <a:cubicBezTo>
                    <a:pt x="7" y="6"/>
                    <a:pt x="4" y="3"/>
                    <a:pt x="1" y="0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60440" name="Freeform 570">
              <a:extLst>
                <a:ext uri="{FF2B5EF4-FFF2-40B4-BE49-F238E27FC236}">
                  <a16:creationId xmlns:a16="http://schemas.microsoft.com/office/drawing/2014/main" id="{4DF33DFF-E8CE-4D01-BD8E-0903CF04BDE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2" y="3385"/>
              <a:ext cx="45" cy="112"/>
            </a:xfrm>
            <a:custGeom>
              <a:avLst/>
              <a:gdLst>
                <a:gd name="T0" fmla="*/ 250 w 18"/>
                <a:gd name="T1" fmla="*/ 0 h 45"/>
                <a:gd name="T2" fmla="*/ 250 w 18"/>
                <a:gd name="T3" fmla="*/ 30 h 45"/>
                <a:gd name="T4" fmla="*/ 125 w 18"/>
                <a:gd name="T5" fmla="*/ 279 h 45"/>
                <a:gd name="T6" fmla="*/ 0 w 18"/>
                <a:gd name="T7" fmla="*/ 694 h 45"/>
                <a:gd name="T8" fmla="*/ 33 w 18"/>
                <a:gd name="T9" fmla="*/ 694 h 45"/>
                <a:gd name="T10" fmla="*/ 158 w 18"/>
                <a:gd name="T11" fmla="*/ 291 h 45"/>
                <a:gd name="T12" fmla="*/ 283 w 18"/>
                <a:gd name="T13" fmla="*/ 30 h 45"/>
                <a:gd name="T14" fmla="*/ 283 w 18"/>
                <a:gd name="T15" fmla="*/ 0 h 45"/>
                <a:gd name="T16" fmla="*/ 250 w 18"/>
                <a:gd name="T17" fmla="*/ 0 h 4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" h="45">
                  <a:moveTo>
                    <a:pt x="16" y="0"/>
                  </a:moveTo>
                  <a:cubicBezTo>
                    <a:pt x="16" y="1"/>
                    <a:pt x="16" y="1"/>
                    <a:pt x="16" y="2"/>
                  </a:cubicBezTo>
                  <a:cubicBezTo>
                    <a:pt x="16" y="7"/>
                    <a:pt x="11" y="13"/>
                    <a:pt x="8" y="18"/>
                  </a:cubicBezTo>
                  <a:cubicBezTo>
                    <a:pt x="4" y="26"/>
                    <a:pt x="2" y="35"/>
                    <a:pt x="0" y="45"/>
                  </a:cubicBezTo>
                  <a:cubicBezTo>
                    <a:pt x="2" y="45"/>
                    <a:pt x="2" y="45"/>
                    <a:pt x="2" y="45"/>
                  </a:cubicBezTo>
                  <a:cubicBezTo>
                    <a:pt x="4" y="36"/>
                    <a:pt x="5" y="27"/>
                    <a:pt x="10" y="19"/>
                  </a:cubicBezTo>
                  <a:cubicBezTo>
                    <a:pt x="13" y="14"/>
                    <a:pt x="18" y="8"/>
                    <a:pt x="18" y="2"/>
                  </a:cubicBezTo>
                  <a:cubicBezTo>
                    <a:pt x="18" y="1"/>
                    <a:pt x="18" y="1"/>
                    <a:pt x="18" y="0"/>
                  </a:cubicBezTo>
                  <a:lnTo>
                    <a:pt x="16" y="0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60441" name="Freeform 571">
              <a:extLst>
                <a:ext uri="{FF2B5EF4-FFF2-40B4-BE49-F238E27FC236}">
                  <a16:creationId xmlns:a16="http://schemas.microsoft.com/office/drawing/2014/main" id="{A662CA27-BC8F-41AF-AF80-58F573B44B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7" y="3402"/>
              <a:ext cx="20" cy="83"/>
            </a:xfrm>
            <a:custGeom>
              <a:avLst/>
              <a:gdLst>
                <a:gd name="T0" fmla="*/ 20 w 8"/>
                <a:gd name="T1" fmla="*/ 0 h 33"/>
                <a:gd name="T2" fmla="*/ 0 w 8"/>
                <a:gd name="T3" fmla="*/ 83 h 33"/>
                <a:gd name="T4" fmla="*/ 50 w 8"/>
                <a:gd name="T5" fmla="*/ 254 h 33"/>
                <a:gd name="T6" fmla="*/ 95 w 8"/>
                <a:gd name="T7" fmla="*/ 430 h 33"/>
                <a:gd name="T8" fmla="*/ 83 w 8"/>
                <a:gd name="T9" fmla="*/ 506 h 33"/>
                <a:gd name="T10" fmla="*/ 113 w 8"/>
                <a:gd name="T11" fmla="*/ 526 h 33"/>
                <a:gd name="T12" fmla="*/ 125 w 8"/>
                <a:gd name="T13" fmla="*/ 430 h 33"/>
                <a:gd name="T14" fmla="*/ 83 w 8"/>
                <a:gd name="T15" fmla="*/ 254 h 33"/>
                <a:gd name="T16" fmla="*/ 33 w 8"/>
                <a:gd name="T17" fmla="*/ 83 h 33"/>
                <a:gd name="T18" fmla="*/ 50 w 8"/>
                <a:gd name="T19" fmla="*/ 20 h 33"/>
                <a:gd name="T20" fmla="*/ 20 w 8"/>
                <a:gd name="T21" fmla="*/ 0 h 3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" h="33">
                  <a:moveTo>
                    <a:pt x="1" y="0"/>
                  </a:moveTo>
                  <a:cubicBezTo>
                    <a:pt x="1" y="2"/>
                    <a:pt x="0" y="3"/>
                    <a:pt x="0" y="5"/>
                  </a:cubicBezTo>
                  <a:cubicBezTo>
                    <a:pt x="0" y="9"/>
                    <a:pt x="2" y="13"/>
                    <a:pt x="3" y="16"/>
                  </a:cubicBezTo>
                  <a:cubicBezTo>
                    <a:pt x="5" y="20"/>
                    <a:pt x="6" y="23"/>
                    <a:pt x="6" y="27"/>
                  </a:cubicBezTo>
                  <a:cubicBezTo>
                    <a:pt x="6" y="29"/>
                    <a:pt x="6" y="30"/>
                    <a:pt x="5" y="32"/>
                  </a:cubicBezTo>
                  <a:cubicBezTo>
                    <a:pt x="7" y="33"/>
                    <a:pt x="7" y="33"/>
                    <a:pt x="7" y="33"/>
                  </a:cubicBezTo>
                  <a:cubicBezTo>
                    <a:pt x="8" y="31"/>
                    <a:pt x="8" y="29"/>
                    <a:pt x="8" y="27"/>
                  </a:cubicBezTo>
                  <a:cubicBezTo>
                    <a:pt x="8" y="23"/>
                    <a:pt x="6" y="19"/>
                    <a:pt x="5" y="16"/>
                  </a:cubicBezTo>
                  <a:cubicBezTo>
                    <a:pt x="4" y="12"/>
                    <a:pt x="2" y="8"/>
                    <a:pt x="2" y="5"/>
                  </a:cubicBezTo>
                  <a:cubicBezTo>
                    <a:pt x="2" y="4"/>
                    <a:pt x="3" y="2"/>
                    <a:pt x="3" y="1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60442" name="Freeform 572">
              <a:extLst>
                <a:ext uri="{FF2B5EF4-FFF2-40B4-BE49-F238E27FC236}">
                  <a16:creationId xmlns:a16="http://schemas.microsoft.com/office/drawing/2014/main" id="{35544A0D-1838-4A71-A70D-8A2BBE7764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9" y="3390"/>
              <a:ext cx="48" cy="55"/>
            </a:xfrm>
            <a:custGeom>
              <a:avLst/>
              <a:gdLst>
                <a:gd name="T0" fmla="*/ 275 w 19"/>
                <a:gd name="T1" fmla="*/ 0 h 22"/>
                <a:gd name="T2" fmla="*/ 210 w 19"/>
                <a:gd name="T3" fmla="*/ 83 h 22"/>
                <a:gd name="T4" fmla="*/ 83 w 19"/>
                <a:gd name="T5" fmla="*/ 158 h 22"/>
                <a:gd name="T6" fmla="*/ 0 w 19"/>
                <a:gd name="T7" fmla="*/ 313 h 22"/>
                <a:gd name="T8" fmla="*/ 0 w 19"/>
                <a:gd name="T9" fmla="*/ 345 h 22"/>
                <a:gd name="T10" fmla="*/ 33 w 19"/>
                <a:gd name="T11" fmla="*/ 333 h 22"/>
                <a:gd name="T12" fmla="*/ 33 w 19"/>
                <a:gd name="T13" fmla="*/ 313 h 22"/>
                <a:gd name="T14" fmla="*/ 63 w 19"/>
                <a:gd name="T15" fmla="*/ 208 h 22"/>
                <a:gd name="T16" fmla="*/ 179 w 19"/>
                <a:gd name="T17" fmla="*/ 145 h 22"/>
                <a:gd name="T18" fmla="*/ 306 w 19"/>
                <a:gd name="T19" fmla="*/ 20 h 22"/>
                <a:gd name="T20" fmla="*/ 275 w 19"/>
                <a:gd name="T21" fmla="*/ 0 h 2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9" h="22">
                  <a:moveTo>
                    <a:pt x="17" y="0"/>
                  </a:moveTo>
                  <a:cubicBezTo>
                    <a:pt x="16" y="3"/>
                    <a:pt x="15" y="4"/>
                    <a:pt x="13" y="5"/>
                  </a:cubicBezTo>
                  <a:cubicBezTo>
                    <a:pt x="11" y="7"/>
                    <a:pt x="7" y="8"/>
                    <a:pt x="5" y="10"/>
                  </a:cubicBezTo>
                  <a:cubicBezTo>
                    <a:pt x="2" y="12"/>
                    <a:pt x="0" y="15"/>
                    <a:pt x="0" y="20"/>
                  </a:cubicBezTo>
                  <a:cubicBezTo>
                    <a:pt x="0" y="20"/>
                    <a:pt x="0" y="21"/>
                    <a:pt x="0" y="22"/>
                  </a:cubicBezTo>
                  <a:cubicBezTo>
                    <a:pt x="2" y="21"/>
                    <a:pt x="2" y="21"/>
                    <a:pt x="2" y="21"/>
                  </a:cubicBezTo>
                  <a:cubicBezTo>
                    <a:pt x="2" y="21"/>
                    <a:pt x="2" y="20"/>
                    <a:pt x="2" y="20"/>
                  </a:cubicBezTo>
                  <a:cubicBezTo>
                    <a:pt x="2" y="17"/>
                    <a:pt x="3" y="15"/>
                    <a:pt x="4" y="13"/>
                  </a:cubicBezTo>
                  <a:cubicBezTo>
                    <a:pt x="6" y="11"/>
                    <a:pt x="8" y="10"/>
                    <a:pt x="11" y="9"/>
                  </a:cubicBezTo>
                  <a:cubicBezTo>
                    <a:pt x="14" y="7"/>
                    <a:pt x="17" y="5"/>
                    <a:pt x="19" y="1"/>
                  </a:cubicBezTo>
                  <a:lnTo>
                    <a:pt x="17" y="0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</p:grpSp>
      <p:pic>
        <p:nvPicPr>
          <p:cNvPr id="10" name="Image 9">
            <a:extLst>
              <a:ext uri="{FF2B5EF4-FFF2-40B4-BE49-F238E27FC236}">
                <a16:creationId xmlns:a16="http://schemas.microsoft.com/office/drawing/2014/main" id="{E7403327-B432-422F-A9B8-74D8351A2A1B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658620" y="1063883"/>
            <a:ext cx="2919328" cy="5519738"/>
          </a:xfrm>
          <a:prstGeom prst="rect">
            <a:avLst/>
          </a:prstGeom>
        </p:spPr>
      </p:pic>
      <p:pic>
        <p:nvPicPr>
          <p:cNvPr id="12" name="Image 11">
            <a:extLst>
              <a:ext uri="{FF2B5EF4-FFF2-40B4-BE49-F238E27FC236}">
                <a16:creationId xmlns:a16="http://schemas.microsoft.com/office/drawing/2014/main" id="{E4BA3041-C8B5-415E-AC35-5082B9080872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080393" y="1025115"/>
            <a:ext cx="2645050" cy="4956691"/>
          </a:xfrm>
          <a:prstGeom prst="rect">
            <a:avLst/>
          </a:prstGeom>
        </p:spPr>
      </p:pic>
      <p:pic>
        <p:nvPicPr>
          <p:cNvPr id="14" name="Image 13">
            <a:extLst>
              <a:ext uri="{FF2B5EF4-FFF2-40B4-BE49-F238E27FC236}">
                <a16:creationId xmlns:a16="http://schemas.microsoft.com/office/drawing/2014/main" id="{0B95D3E5-E275-4375-8511-04DA8408D3EB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240067" y="1570392"/>
            <a:ext cx="2644346" cy="4955371"/>
          </a:xfrm>
          <a:prstGeom prst="rect">
            <a:avLst/>
          </a:prstGeom>
        </p:spPr>
      </p:pic>
      <p:pic>
        <p:nvPicPr>
          <p:cNvPr id="16" name="Image 15">
            <a:extLst>
              <a:ext uri="{FF2B5EF4-FFF2-40B4-BE49-F238E27FC236}">
                <a16:creationId xmlns:a16="http://schemas.microsoft.com/office/drawing/2014/main" id="{090E3C1E-AF33-4B04-873E-80E6330FA18C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70760" y="1270141"/>
            <a:ext cx="2799143" cy="5245453"/>
          </a:xfrm>
          <a:prstGeom prst="rect">
            <a:avLst/>
          </a:prstGeom>
        </p:spPr>
      </p:pic>
      <p:pic>
        <p:nvPicPr>
          <p:cNvPr id="18" name="Image 17">
            <a:extLst>
              <a:ext uri="{FF2B5EF4-FFF2-40B4-BE49-F238E27FC236}">
                <a16:creationId xmlns:a16="http://schemas.microsoft.com/office/drawing/2014/main" id="{D7ECAAF6-76C3-4F07-8E89-361EA96A6784}"/>
              </a:ext>
            </a:extLst>
          </p:cNvPr>
          <p:cNvPicPr>
            <a:picLocks noChangeAspect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235874" y="1145646"/>
            <a:ext cx="2600836" cy="4873836"/>
          </a:xfrm>
          <a:prstGeom prst="rect">
            <a:avLst/>
          </a:prstGeom>
        </p:spPr>
      </p:pic>
      <p:pic>
        <p:nvPicPr>
          <p:cNvPr id="8" name="Image 7">
            <a:extLst>
              <a:ext uri="{FF2B5EF4-FFF2-40B4-BE49-F238E27FC236}">
                <a16:creationId xmlns:a16="http://schemas.microsoft.com/office/drawing/2014/main" id="{9E6870AE-F159-45A5-B3AD-B4A51D6618EE}"/>
              </a:ext>
            </a:extLst>
          </p:cNvPr>
          <p:cNvPicPr>
            <a:picLocks noChangeAspect="1"/>
          </p:cNvPicPr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180746" y="1249152"/>
            <a:ext cx="2842510" cy="5374494"/>
          </a:xfrm>
          <a:prstGeom prst="rect">
            <a:avLst/>
          </a:prstGeom>
        </p:spPr>
      </p:pic>
      <p:pic>
        <p:nvPicPr>
          <p:cNvPr id="6" name="Image 5">
            <a:extLst>
              <a:ext uri="{FF2B5EF4-FFF2-40B4-BE49-F238E27FC236}">
                <a16:creationId xmlns:a16="http://schemas.microsoft.com/office/drawing/2014/main" id="{9B4CBF52-494F-4303-B44C-DD9C7B672110}"/>
              </a:ext>
            </a:extLst>
          </p:cNvPr>
          <p:cNvPicPr>
            <a:picLocks noChangeAspect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501168" y="1104617"/>
            <a:ext cx="2955357" cy="5587859"/>
          </a:xfrm>
          <a:prstGeom prst="rect">
            <a:avLst/>
          </a:prstGeom>
        </p:spPr>
      </p:pic>
      <p:pic>
        <p:nvPicPr>
          <p:cNvPr id="4" name="Image 3" descr="Une image contenant jouet&#10;&#10;Description générée automatiquement">
            <a:extLst>
              <a:ext uri="{FF2B5EF4-FFF2-40B4-BE49-F238E27FC236}">
                <a16:creationId xmlns:a16="http://schemas.microsoft.com/office/drawing/2014/main" id="{28320CC4-C947-4699-9305-6352345AFFE0}"/>
              </a:ext>
            </a:extLst>
          </p:cNvPr>
          <p:cNvPicPr>
            <a:picLocks noChangeAspect="1"/>
          </p:cNvPicPr>
          <p:nvPr/>
        </p:nvPicPr>
        <p:blipFill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375899" y="1145645"/>
            <a:ext cx="2933658" cy="5546831"/>
          </a:xfrm>
          <a:prstGeom prst="rect">
            <a:avLst/>
          </a:prstGeom>
        </p:spPr>
      </p:pic>
    </p:spTree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6" name="Image 15" descr="Une image contenant texte&#10;&#10;Description générée automatiquement">
            <a:extLst>
              <a:ext uri="{FF2B5EF4-FFF2-40B4-BE49-F238E27FC236}">
                <a16:creationId xmlns:a16="http://schemas.microsoft.com/office/drawing/2014/main" id="{3DF38E30-186F-4C52-9369-286B9D6A0850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834" y="1772815"/>
            <a:ext cx="2401333" cy="4178897"/>
          </a:xfrm>
          <a:prstGeom prst="rect">
            <a:avLst/>
          </a:prstGeom>
        </p:spPr>
      </p:pic>
      <p:sp>
        <p:nvSpPr>
          <p:cNvPr id="2" name="Titre 1">
            <a:extLst>
              <a:ext uri="{FF2B5EF4-FFF2-40B4-BE49-F238E27FC236}">
                <a16:creationId xmlns:a16="http://schemas.microsoft.com/office/drawing/2014/main" id="{B1098CC9-EF59-482F-80A9-043B21361A5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Veterinary</a:t>
            </a:r>
          </a:p>
        </p:txBody>
      </p:sp>
      <p:pic>
        <p:nvPicPr>
          <p:cNvPr id="4" name="Image 3" descr="Une image contenant personne&#10;&#10;Description générée automatiquement">
            <a:extLst>
              <a:ext uri="{FF2B5EF4-FFF2-40B4-BE49-F238E27FC236}">
                <a16:creationId xmlns:a16="http://schemas.microsoft.com/office/drawing/2014/main" id="{CD86CFE1-1206-45F3-A922-1C8D48BF3001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213116" y="1412066"/>
            <a:ext cx="2673847" cy="4653136"/>
          </a:xfrm>
          <a:prstGeom prst="rect">
            <a:avLst/>
          </a:prstGeom>
        </p:spPr>
      </p:pic>
      <p:pic>
        <p:nvPicPr>
          <p:cNvPr id="8" name="Image 7" descr="Une image contenant personne, habillé&#10;&#10;Description générée automatiquement">
            <a:extLst>
              <a:ext uri="{FF2B5EF4-FFF2-40B4-BE49-F238E27FC236}">
                <a16:creationId xmlns:a16="http://schemas.microsoft.com/office/drawing/2014/main" id="{D045C97E-E0A1-4D7D-9011-40EC5E0E51DE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996560" y="995941"/>
            <a:ext cx="2523821" cy="4509120"/>
          </a:xfrm>
          <a:prstGeom prst="rect">
            <a:avLst/>
          </a:prstGeom>
        </p:spPr>
      </p:pic>
      <p:pic>
        <p:nvPicPr>
          <p:cNvPr id="10" name="Image 9" descr="Une image contenant habillé&#10;&#10;Description générée automatiquement">
            <a:extLst>
              <a:ext uri="{FF2B5EF4-FFF2-40B4-BE49-F238E27FC236}">
                <a16:creationId xmlns:a16="http://schemas.microsoft.com/office/drawing/2014/main" id="{E738BAE4-6784-4639-A0E7-B608C582FD71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685787" y="1412066"/>
            <a:ext cx="2835914" cy="5066714"/>
          </a:xfrm>
          <a:prstGeom prst="rect">
            <a:avLst/>
          </a:prstGeom>
        </p:spPr>
      </p:pic>
      <p:pic>
        <p:nvPicPr>
          <p:cNvPr id="12" name="Image 11" descr="Une image contenant personne, habillé&#10;&#10;Description générée automatiquement">
            <a:extLst>
              <a:ext uri="{FF2B5EF4-FFF2-40B4-BE49-F238E27FC236}">
                <a16:creationId xmlns:a16="http://schemas.microsoft.com/office/drawing/2014/main" id="{5C23FAE0-E77F-4621-96F2-ECD01CDEAAE6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849510" y="1530851"/>
            <a:ext cx="2765645" cy="4941168"/>
          </a:xfrm>
          <a:prstGeom prst="rect">
            <a:avLst/>
          </a:prstGeom>
        </p:spPr>
      </p:pic>
      <p:pic>
        <p:nvPicPr>
          <p:cNvPr id="14" name="Image 13" descr="Une image contenant personne&#10;&#10;Description générée automatiquement">
            <a:extLst>
              <a:ext uri="{FF2B5EF4-FFF2-40B4-BE49-F238E27FC236}">
                <a16:creationId xmlns:a16="http://schemas.microsoft.com/office/drawing/2014/main" id="{4953E31C-2BE1-4324-878F-84EE60CEB50E}"/>
              </a:ext>
            </a:extLst>
          </p:cNvPr>
          <p:cNvPicPr>
            <a:picLocks noChangeAspect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37292" y="1763260"/>
            <a:ext cx="2673847" cy="4653136"/>
          </a:xfrm>
          <a:prstGeom prst="rect">
            <a:avLst/>
          </a:prstGeom>
        </p:spPr>
      </p:pic>
      <p:pic>
        <p:nvPicPr>
          <p:cNvPr id="18" name="Image 17" descr="Une image contenant personne&#10;&#10;Description générée automatiquement">
            <a:extLst>
              <a:ext uri="{FF2B5EF4-FFF2-40B4-BE49-F238E27FC236}">
                <a16:creationId xmlns:a16="http://schemas.microsoft.com/office/drawing/2014/main" id="{50A63256-FC2C-4533-B9AA-A0FF5D63A0CB}"/>
              </a:ext>
            </a:extLst>
          </p:cNvPr>
          <p:cNvPicPr>
            <a:picLocks noChangeAspect="1"/>
          </p:cNvPicPr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021615" y="819537"/>
            <a:ext cx="3170385" cy="5517232"/>
          </a:xfrm>
          <a:prstGeom prst="rect">
            <a:avLst/>
          </a:prstGeom>
        </p:spPr>
      </p:pic>
      <p:pic>
        <p:nvPicPr>
          <p:cNvPr id="6" name="Image 5" descr="Une image contenant personne, habillé&#10;&#10;Description générée automatiquement">
            <a:extLst>
              <a:ext uri="{FF2B5EF4-FFF2-40B4-BE49-F238E27FC236}">
                <a16:creationId xmlns:a16="http://schemas.microsoft.com/office/drawing/2014/main" id="{98D338D8-02AF-4427-B710-784BC86B792B}"/>
              </a:ext>
            </a:extLst>
          </p:cNvPr>
          <p:cNvPicPr>
            <a:picLocks noChangeAspect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567447" y="1832023"/>
            <a:ext cx="2564125" cy="458112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163693874"/>
      </p:ext>
    </p:extLst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5" name="Image 24" descr="Une image contenant texte, masque&#10;&#10;Description générée automatiquement">
            <a:extLst>
              <a:ext uri="{FF2B5EF4-FFF2-40B4-BE49-F238E27FC236}">
                <a16:creationId xmlns:a16="http://schemas.microsoft.com/office/drawing/2014/main" id="{1CF432BD-AA5E-4E9A-B9BB-C3706916AD01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972838" y="1858516"/>
            <a:ext cx="1592523" cy="2852936"/>
          </a:xfrm>
          <a:prstGeom prst="rect">
            <a:avLst/>
          </a:prstGeom>
        </p:spPr>
      </p:pic>
      <p:pic>
        <p:nvPicPr>
          <p:cNvPr id="35" name="Image 34" descr="Une image contenant texte, masque&#10;&#10;Description générée automatiquement">
            <a:extLst>
              <a:ext uri="{FF2B5EF4-FFF2-40B4-BE49-F238E27FC236}">
                <a16:creationId xmlns:a16="http://schemas.microsoft.com/office/drawing/2014/main" id="{009611B8-364E-47FB-A10F-B04DC72B8F28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860181" y="1865818"/>
            <a:ext cx="1636122" cy="2852936"/>
          </a:xfrm>
          <a:prstGeom prst="rect">
            <a:avLst/>
          </a:prstGeom>
        </p:spPr>
      </p:pic>
      <p:pic>
        <p:nvPicPr>
          <p:cNvPr id="33" name="Image 32" descr="Une image contenant texte&#10;&#10;Description générée automatiquement">
            <a:extLst>
              <a:ext uri="{FF2B5EF4-FFF2-40B4-BE49-F238E27FC236}">
                <a16:creationId xmlns:a16="http://schemas.microsoft.com/office/drawing/2014/main" id="{DC751490-5AA2-4098-A560-EEF0900B8E10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810597" y="3284984"/>
            <a:ext cx="1592523" cy="2852936"/>
          </a:xfrm>
          <a:prstGeom prst="rect">
            <a:avLst/>
          </a:prstGeom>
        </p:spPr>
      </p:pic>
      <p:sp>
        <p:nvSpPr>
          <p:cNvPr id="2" name="Titre 1">
            <a:extLst>
              <a:ext uri="{FF2B5EF4-FFF2-40B4-BE49-F238E27FC236}">
                <a16:creationId xmlns:a16="http://schemas.microsoft.com/office/drawing/2014/main" id="{52D98461-773B-4839-B3F7-CF8597FAA5D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Facial expressions and feelings </a:t>
            </a:r>
          </a:p>
        </p:txBody>
      </p:sp>
      <p:pic>
        <p:nvPicPr>
          <p:cNvPr id="21" name="Image 20" descr="Une image contenant texte, masque&#10;&#10;Description générée automatiquement">
            <a:extLst>
              <a:ext uri="{FF2B5EF4-FFF2-40B4-BE49-F238E27FC236}">
                <a16:creationId xmlns:a16="http://schemas.microsoft.com/office/drawing/2014/main" id="{EDA14EE0-DB64-485A-9F25-7FE87EB3B437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888253" y="3403202"/>
            <a:ext cx="1590522" cy="2852936"/>
          </a:xfrm>
          <a:prstGeom prst="rect">
            <a:avLst/>
          </a:prstGeom>
        </p:spPr>
      </p:pic>
      <p:pic>
        <p:nvPicPr>
          <p:cNvPr id="29" name="Image 28" descr="Une image contenant texte&#10;&#10;Description générée automatiquement">
            <a:extLst>
              <a:ext uri="{FF2B5EF4-FFF2-40B4-BE49-F238E27FC236}">
                <a16:creationId xmlns:a16="http://schemas.microsoft.com/office/drawing/2014/main" id="{0D04940E-F2ED-4021-A897-2E1F3C259BAC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753759" y="1864601"/>
            <a:ext cx="1591407" cy="2852936"/>
          </a:xfrm>
          <a:prstGeom prst="rect">
            <a:avLst/>
          </a:prstGeom>
        </p:spPr>
      </p:pic>
      <p:pic>
        <p:nvPicPr>
          <p:cNvPr id="27" name="Image 26" descr="Une image contenant texte&#10;&#10;Description générée automatiquement">
            <a:extLst>
              <a:ext uri="{FF2B5EF4-FFF2-40B4-BE49-F238E27FC236}">
                <a16:creationId xmlns:a16="http://schemas.microsoft.com/office/drawing/2014/main" id="{7A959FF6-A285-45A0-97EA-9098DA59C38A}"/>
              </a:ext>
            </a:extLst>
          </p:cNvPr>
          <p:cNvPicPr>
            <a:picLocks noChangeAspect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784627" y="3302428"/>
            <a:ext cx="1592523" cy="2852936"/>
          </a:xfrm>
          <a:prstGeom prst="rect">
            <a:avLst/>
          </a:prstGeom>
        </p:spPr>
      </p:pic>
      <p:pic>
        <p:nvPicPr>
          <p:cNvPr id="31" name="Image 30" descr="Une image contenant texte&#10;&#10;Description générée automatiquement">
            <a:extLst>
              <a:ext uri="{FF2B5EF4-FFF2-40B4-BE49-F238E27FC236}">
                <a16:creationId xmlns:a16="http://schemas.microsoft.com/office/drawing/2014/main" id="{D3617A16-08A8-4222-A140-053D81DEA24E}"/>
              </a:ext>
            </a:extLst>
          </p:cNvPr>
          <p:cNvPicPr>
            <a:picLocks noChangeAspect="1"/>
          </p:cNvPicPr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54229" y="3717032"/>
            <a:ext cx="2094849" cy="261111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963779139"/>
      </p:ext>
    </p:extLst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130" name="Rectangle 2">
            <a:extLst>
              <a:ext uri="{FF2B5EF4-FFF2-40B4-BE49-F238E27FC236}">
                <a16:creationId xmlns:a16="http://schemas.microsoft.com/office/drawing/2014/main" id="{77AE7987-1932-48CE-B581-C662C2F97A1D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Outlines (1)</a:t>
            </a:r>
          </a:p>
        </p:txBody>
      </p:sp>
      <p:grpSp>
        <p:nvGrpSpPr>
          <p:cNvPr id="61442" name="sitting-infant-silhouette-outline">
            <a:extLst>
              <a:ext uri="{FF2B5EF4-FFF2-40B4-BE49-F238E27FC236}">
                <a16:creationId xmlns:a16="http://schemas.microsoft.com/office/drawing/2014/main" id="{E02AADF4-62A5-41E7-AF29-C4BCA6AAA626}"/>
              </a:ext>
            </a:extLst>
          </p:cNvPr>
          <p:cNvGrpSpPr>
            <a:grpSpLocks/>
          </p:cNvGrpSpPr>
          <p:nvPr/>
        </p:nvGrpSpPr>
        <p:grpSpPr bwMode="auto">
          <a:xfrm>
            <a:off x="6180138" y="1435100"/>
            <a:ext cx="1296987" cy="2674938"/>
            <a:chOff x="2933" y="857"/>
            <a:chExt cx="817" cy="1685"/>
          </a:xfrm>
        </p:grpSpPr>
        <p:sp>
          <p:nvSpPr>
            <p:cNvPr id="61464" name="Freeform 60">
              <a:extLst>
                <a:ext uri="{FF2B5EF4-FFF2-40B4-BE49-F238E27FC236}">
                  <a16:creationId xmlns:a16="http://schemas.microsoft.com/office/drawing/2014/main" id="{C8CC3C2A-2839-410B-BAF2-07936436E0D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933" y="857"/>
              <a:ext cx="817" cy="1685"/>
            </a:xfrm>
            <a:custGeom>
              <a:avLst/>
              <a:gdLst>
                <a:gd name="T0" fmla="*/ 237 w 1477"/>
                <a:gd name="T1" fmla="*/ 301 h 3047"/>
                <a:gd name="T2" fmla="*/ 233 w 1477"/>
                <a:gd name="T3" fmla="*/ 279 h 3047"/>
                <a:gd name="T4" fmla="*/ 236 w 1477"/>
                <a:gd name="T5" fmla="*/ 218 h 3047"/>
                <a:gd name="T6" fmla="*/ 227 w 1477"/>
                <a:gd name="T7" fmla="*/ 189 h 3047"/>
                <a:gd name="T8" fmla="*/ 162 w 1477"/>
                <a:gd name="T9" fmla="*/ 123 h 3047"/>
                <a:gd name="T10" fmla="*/ 139 w 1477"/>
                <a:gd name="T11" fmla="*/ 122 h 3047"/>
                <a:gd name="T12" fmla="*/ 139 w 1477"/>
                <a:gd name="T13" fmla="*/ 121 h 3047"/>
                <a:gd name="T14" fmla="*/ 146 w 1477"/>
                <a:gd name="T15" fmla="*/ 100 h 3047"/>
                <a:gd name="T16" fmla="*/ 151 w 1477"/>
                <a:gd name="T17" fmla="*/ 85 h 3047"/>
                <a:gd name="T18" fmla="*/ 147 w 1477"/>
                <a:gd name="T19" fmla="*/ 73 h 3047"/>
                <a:gd name="T20" fmla="*/ 82 w 1477"/>
                <a:gd name="T21" fmla="*/ 9 h 3047"/>
                <a:gd name="T22" fmla="*/ 48 w 1477"/>
                <a:gd name="T23" fmla="*/ 85 h 3047"/>
                <a:gd name="T24" fmla="*/ 47 w 1477"/>
                <a:gd name="T25" fmla="*/ 93 h 3047"/>
                <a:gd name="T26" fmla="*/ 51 w 1477"/>
                <a:gd name="T27" fmla="*/ 111 h 3047"/>
                <a:gd name="T28" fmla="*/ 58 w 1477"/>
                <a:gd name="T29" fmla="*/ 114 h 3047"/>
                <a:gd name="T30" fmla="*/ 63 w 1477"/>
                <a:gd name="T31" fmla="*/ 136 h 3047"/>
                <a:gd name="T32" fmla="*/ 15 w 1477"/>
                <a:gd name="T33" fmla="*/ 203 h 3047"/>
                <a:gd name="T34" fmla="*/ 21 w 1477"/>
                <a:gd name="T35" fmla="*/ 265 h 3047"/>
                <a:gd name="T36" fmla="*/ 30 w 1477"/>
                <a:gd name="T37" fmla="*/ 296 h 3047"/>
                <a:gd name="T38" fmla="*/ 31 w 1477"/>
                <a:gd name="T39" fmla="*/ 319 h 3047"/>
                <a:gd name="T40" fmla="*/ 11 w 1477"/>
                <a:gd name="T41" fmla="*/ 403 h 3047"/>
                <a:gd name="T42" fmla="*/ 107 w 1477"/>
                <a:gd name="T43" fmla="*/ 466 h 3047"/>
                <a:gd name="T44" fmla="*/ 119 w 1477"/>
                <a:gd name="T45" fmla="*/ 503 h 3047"/>
                <a:gd name="T46" fmla="*/ 130 w 1477"/>
                <a:gd name="T47" fmla="*/ 509 h 3047"/>
                <a:gd name="T48" fmla="*/ 134 w 1477"/>
                <a:gd name="T49" fmla="*/ 510 h 3047"/>
                <a:gd name="T50" fmla="*/ 143 w 1477"/>
                <a:gd name="T51" fmla="*/ 514 h 3047"/>
                <a:gd name="T52" fmla="*/ 143 w 1477"/>
                <a:gd name="T53" fmla="*/ 500 h 3047"/>
                <a:gd name="T54" fmla="*/ 155 w 1477"/>
                <a:gd name="T55" fmla="*/ 507 h 3047"/>
                <a:gd name="T56" fmla="*/ 152 w 1477"/>
                <a:gd name="T57" fmla="*/ 487 h 3047"/>
                <a:gd name="T58" fmla="*/ 140 w 1477"/>
                <a:gd name="T59" fmla="*/ 460 h 3047"/>
                <a:gd name="T60" fmla="*/ 141 w 1477"/>
                <a:gd name="T61" fmla="*/ 452 h 3047"/>
                <a:gd name="T62" fmla="*/ 154 w 1477"/>
                <a:gd name="T63" fmla="*/ 463 h 3047"/>
                <a:gd name="T64" fmla="*/ 159 w 1477"/>
                <a:gd name="T65" fmla="*/ 472 h 3047"/>
                <a:gd name="T66" fmla="*/ 168 w 1477"/>
                <a:gd name="T67" fmla="*/ 472 h 3047"/>
                <a:gd name="T68" fmla="*/ 174 w 1477"/>
                <a:gd name="T69" fmla="*/ 453 h 3047"/>
                <a:gd name="T70" fmla="*/ 174 w 1477"/>
                <a:gd name="T71" fmla="*/ 419 h 3047"/>
                <a:gd name="T72" fmla="*/ 243 w 1477"/>
                <a:gd name="T73" fmla="*/ 311 h 3047"/>
                <a:gd name="T74" fmla="*/ 47 w 1477"/>
                <a:gd name="T75" fmla="*/ 290 h 3047"/>
                <a:gd name="T76" fmla="*/ 53 w 1477"/>
                <a:gd name="T77" fmla="*/ 298 h 3047"/>
                <a:gd name="T78" fmla="*/ 46 w 1477"/>
                <a:gd name="T79" fmla="*/ 296 h 3047"/>
                <a:gd name="T80" fmla="*/ 44 w 1477"/>
                <a:gd name="T81" fmla="*/ 289 h 3047"/>
                <a:gd name="T82" fmla="*/ 37 w 1477"/>
                <a:gd name="T83" fmla="*/ 324 h 3047"/>
                <a:gd name="T84" fmla="*/ 36 w 1477"/>
                <a:gd name="T85" fmla="*/ 315 h 3047"/>
                <a:gd name="T86" fmla="*/ 37 w 1477"/>
                <a:gd name="T87" fmla="*/ 324 h 3047"/>
                <a:gd name="T88" fmla="*/ 47 w 1477"/>
                <a:gd name="T89" fmla="*/ 313 h 3047"/>
                <a:gd name="T90" fmla="*/ 39 w 1477"/>
                <a:gd name="T91" fmla="*/ 305 h 3047"/>
                <a:gd name="T92" fmla="*/ 54 w 1477"/>
                <a:gd name="T93" fmla="*/ 304 h 3047"/>
                <a:gd name="T94" fmla="*/ 137 w 1477"/>
                <a:gd name="T95" fmla="*/ 389 h 3047"/>
                <a:gd name="T96" fmla="*/ 120 w 1477"/>
                <a:gd name="T97" fmla="*/ 420 h 3047"/>
                <a:gd name="T98" fmla="*/ 117 w 1477"/>
                <a:gd name="T99" fmla="*/ 424 h 3047"/>
                <a:gd name="T100" fmla="*/ 83 w 1477"/>
                <a:gd name="T101" fmla="*/ 395 h 3047"/>
                <a:gd name="T102" fmla="*/ 93 w 1477"/>
                <a:gd name="T103" fmla="*/ 385 h 3047"/>
                <a:gd name="T104" fmla="*/ 119 w 1477"/>
                <a:gd name="T105" fmla="*/ 365 h 3047"/>
                <a:gd name="T106" fmla="*/ 146 w 1477"/>
                <a:gd name="T107" fmla="*/ 374 h 3047"/>
                <a:gd name="T108" fmla="*/ 200 w 1477"/>
                <a:gd name="T109" fmla="*/ 251 h 3047"/>
                <a:gd name="T110" fmla="*/ 189 w 1477"/>
                <a:gd name="T111" fmla="*/ 274 h 3047"/>
                <a:gd name="T112" fmla="*/ 188 w 1477"/>
                <a:gd name="T113" fmla="*/ 278 h 3047"/>
                <a:gd name="T114" fmla="*/ 186 w 1477"/>
                <a:gd name="T115" fmla="*/ 249 h 3047"/>
                <a:gd name="T116" fmla="*/ 174 w 1477"/>
                <a:gd name="T117" fmla="*/ 187 h 3047"/>
                <a:gd name="T118" fmla="*/ 183 w 1477"/>
                <a:gd name="T119" fmla="*/ 200 h 3047"/>
                <a:gd name="T120" fmla="*/ 200 w 1477"/>
                <a:gd name="T121" fmla="*/ 251 h 3047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1477" h="3047">
                  <a:moveTo>
                    <a:pt x="1437" y="1839"/>
                  </a:moveTo>
                  <a:cubicBezTo>
                    <a:pt x="1430" y="1817"/>
                    <a:pt x="1417" y="1797"/>
                    <a:pt x="1400" y="1778"/>
                  </a:cubicBezTo>
                  <a:cubicBezTo>
                    <a:pt x="1406" y="1759"/>
                    <a:pt x="1416" y="1733"/>
                    <a:pt x="1403" y="1711"/>
                  </a:cubicBezTo>
                  <a:cubicBezTo>
                    <a:pt x="1386" y="1682"/>
                    <a:pt x="1374" y="1662"/>
                    <a:pt x="1378" y="1650"/>
                  </a:cubicBezTo>
                  <a:cubicBezTo>
                    <a:pt x="1382" y="1638"/>
                    <a:pt x="1378" y="1610"/>
                    <a:pt x="1378" y="1610"/>
                  </a:cubicBezTo>
                  <a:cubicBezTo>
                    <a:pt x="1421" y="1580"/>
                    <a:pt x="1395" y="1319"/>
                    <a:pt x="1393" y="1288"/>
                  </a:cubicBezTo>
                  <a:cubicBezTo>
                    <a:pt x="1390" y="1258"/>
                    <a:pt x="1395" y="1230"/>
                    <a:pt x="1378" y="1204"/>
                  </a:cubicBezTo>
                  <a:cubicBezTo>
                    <a:pt x="1361" y="1179"/>
                    <a:pt x="1375" y="1191"/>
                    <a:pt x="1342" y="1120"/>
                  </a:cubicBezTo>
                  <a:cubicBezTo>
                    <a:pt x="1309" y="1050"/>
                    <a:pt x="1203" y="959"/>
                    <a:pt x="1138" y="820"/>
                  </a:cubicBezTo>
                  <a:cubicBezTo>
                    <a:pt x="1089" y="716"/>
                    <a:pt x="981" y="728"/>
                    <a:pt x="957" y="726"/>
                  </a:cubicBezTo>
                  <a:cubicBezTo>
                    <a:pt x="933" y="723"/>
                    <a:pt x="877" y="726"/>
                    <a:pt x="847" y="730"/>
                  </a:cubicBezTo>
                  <a:cubicBezTo>
                    <a:pt x="837" y="731"/>
                    <a:pt x="830" y="726"/>
                    <a:pt x="825" y="720"/>
                  </a:cubicBezTo>
                  <a:cubicBezTo>
                    <a:pt x="823" y="716"/>
                    <a:pt x="823" y="714"/>
                    <a:pt x="823" y="714"/>
                  </a:cubicBezTo>
                  <a:cubicBezTo>
                    <a:pt x="821" y="712"/>
                    <a:pt x="821" y="712"/>
                    <a:pt x="821" y="712"/>
                  </a:cubicBezTo>
                  <a:cubicBezTo>
                    <a:pt x="831" y="698"/>
                    <a:pt x="839" y="684"/>
                    <a:pt x="844" y="667"/>
                  </a:cubicBezTo>
                  <a:cubicBezTo>
                    <a:pt x="853" y="638"/>
                    <a:pt x="859" y="612"/>
                    <a:pt x="862" y="588"/>
                  </a:cubicBezTo>
                  <a:cubicBezTo>
                    <a:pt x="876" y="604"/>
                    <a:pt x="893" y="602"/>
                    <a:pt x="901" y="578"/>
                  </a:cubicBezTo>
                  <a:cubicBezTo>
                    <a:pt x="908" y="552"/>
                    <a:pt x="892" y="526"/>
                    <a:pt x="893" y="501"/>
                  </a:cubicBezTo>
                  <a:cubicBezTo>
                    <a:pt x="893" y="480"/>
                    <a:pt x="922" y="448"/>
                    <a:pt x="915" y="429"/>
                  </a:cubicBezTo>
                  <a:cubicBezTo>
                    <a:pt x="908" y="409"/>
                    <a:pt x="881" y="423"/>
                    <a:pt x="868" y="433"/>
                  </a:cubicBezTo>
                  <a:cubicBezTo>
                    <a:pt x="873" y="394"/>
                    <a:pt x="859" y="315"/>
                    <a:pt x="848" y="290"/>
                  </a:cubicBezTo>
                  <a:cubicBezTo>
                    <a:pt x="836" y="264"/>
                    <a:pt x="770" y="0"/>
                    <a:pt x="485" y="54"/>
                  </a:cubicBezTo>
                  <a:cubicBezTo>
                    <a:pt x="408" y="68"/>
                    <a:pt x="234" y="168"/>
                    <a:pt x="264" y="414"/>
                  </a:cubicBezTo>
                  <a:cubicBezTo>
                    <a:pt x="268" y="448"/>
                    <a:pt x="277" y="478"/>
                    <a:pt x="286" y="505"/>
                  </a:cubicBezTo>
                  <a:cubicBezTo>
                    <a:pt x="271" y="503"/>
                    <a:pt x="250" y="502"/>
                    <a:pt x="256" y="526"/>
                  </a:cubicBezTo>
                  <a:cubicBezTo>
                    <a:pt x="258" y="536"/>
                    <a:pt x="269" y="542"/>
                    <a:pt x="276" y="550"/>
                  </a:cubicBezTo>
                  <a:cubicBezTo>
                    <a:pt x="284" y="558"/>
                    <a:pt x="287" y="566"/>
                    <a:pt x="290" y="577"/>
                  </a:cubicBezTo>
                  <a:cubicBezTo>
                    <a:pt x="298" y="603"/>
                    <a:pt x="298" y="630"/>
                    <a:pt x="306" y="655"/>
                  </a:cubicBezTo>
                  <a:cubicBezTo>
                    <a:pt x="310" y="665"/>
                    <a:pt x="313" y="680"/>
                    <a:pt x="325" y="684"/>
                  </a:cubicBezTo>
                  <a:cubicBezTo>
                    <a:pt x="332" y="686"/>
                    <a:pt x="337" y="682"/>
                    <a:pt x="341" y="677"/>
                  </a:cubicBezTo>
                  <a:cubicBezTo>
                    <a:pt x="361" y="717"/>
                    <a:pt x="391" y="758"/>
                    <a:pt x="435" y="782"/>
                  </a:cubicBezTo>
                  <a:cubicBezTo>
                    <a:pt x="416" y="789"/>
                    <a:pt x="392" y="798"/>
                    <a:pt x="371" y="802"/>
                  </a:cubicBezTo>
                  <a:cubicBezTo>
                    <a:pt x="331" y="810"/>
                    <a:pt x="225" y="805"/>
                    <a:pt x="181" y="948"/>
                  </a:cubicBezTo>
                  <a:cubicBezTo>
                    <a:pt x="138" y="1090"/>
                    <a:pt x="123" y="1144"/>
                    <a:pt x="89" y="1199"/>
                  </a:cubicBezTo>
                  <a:cubicBezTo>
                    <a:pt x="55" y="1254"/>
                    <a:pt x="62" y="1272"/>
                    <a:pt x="65" y="1312"/>
                  </a:cubicBezTo>
                  <a:cubicBezTo>
                    <a:pt x="68" y="1353"/>
                    <a:pt x="67" y="1472"/>
                    <a:pt x="125" y="1570"/>
                  </a:cubicBezTo>
                  <a:cubicBezTo>
                    <a:pt x="151" y="1614"/>
                    <a:pt x="156" y="1666"/>
                    <a:pt x="178" y="1666"/>
                  </a:cubicBezTo>
                  <a:cubicBezTo>
                    <a:pt x="178" y="1666"/>
                    <a:pt x="165" y="1732"/>
                    <a:pt x="177" y="1748"/>
                  </a:cubicBezTo>
                  <a:cubicBezTo>
                    <a:pt x="189" y="1763"/>
                    <a:pt x="180" y="1810"/>
                    <a:pt x="187" y="1827"/>
                  </a:cubicBezTo>
                  <a:cubicBezTo>
                    <a:pt x="187" y="1827"/>
                    <a:pt x="172" y="1859"/>
                    <a:pt x="183" y="1887"/>
                  </a:cubicBezTo>
                  <a:cubicBezTo>
                    <a:pt x="193" y="1911"/>
                    <a:pt x="192" y="1937"/>
                    <a:pt x="203" y="1934"/>
                  </a:cubicBezTo>
                  <a:cubicBezTo>
                    <a:pt x="112" y="2050"/>
                    <a:pt x="0" y="2243"/>
                    <a:pt x="67" y="2386"/>
                  </a:cubicBezTo>
                  <a:cubicBezTo>
                    <a:pt x="168" y="2602"/>
                    <a:pt x="361" y="2720"/>
                    <a:pt x="563" y="2732"/>
                  </a:cubicBezTo>
                  <a:cubicBezTo>
                    <a:pt x="582" y="2734"/>
                    <a:pt x="605" y="2748"/>
                    <a:pt x="635" y="2758"/>
                  </a:cubicBezTo>
                  <a:cubicBezTo>
                    <a:pt x="635" y="2758"/>
                    <a:pt x="626" y="2808"/>
                    <a:pt x="655" y="2853"/>
                  </a:cubicBezTo>
                  <a:cubicBezTo>
                    <a:pt x="685" y="2898"/>
                    <a:pt x="691" y="2964"/>
                    <a:pt x="704" y="2976"/>
                  </a:cubicBezTo>
                  <a:cubicBezTo>
                    <a:pt x="717" y="2987"/>
                    <a:pt x="727" y="2994"/>
                    <a:pt x="730" y="2986"/>
                  </a:cubicBezTo>
                  <a:cubicBezTo>
                    <a:pt x="730" y="2986"/>
                    <a:pt x="747" y="3013"/>
                    <a:pt x="766" y="3009"/>
                  </a:cubicBezTo>
                  <a:cubicBezTo>
                    <a:pt x="774" y="3008"/>
                    <a:pt x="773" y="3003"/>
                    <a:pt x="773" y="3003"/>
                  </a:cubicBezTo>
                  <a:cubicBezTo>
                    <a:pt x="773" y="3003"/>
                    <a:pt x="783" y="3016"/>
                    <a:pt x="796" y="3014"/>
                  </a:cubicBezTo>
                  <a:cubicBezTo>
                    <a:pt x="804" y="3012"/>
                    <a:pt x="806" y="3010"/>
                    <a:pt x="806" y="3008"/>
                  </a:cubicBezTo>
                  <a:cubicBezTo>
                    <a:pt x="807" y="3015"/>
                    <a:pt x="814" y="3047"/>
                    <a:pt x="842" y="3038"/>
                  </a:cubicBezTo>
                  <a:cubicBezTo>
                    <a:pt x="857" y="3032"/>
                    <a:pt x="847" y="2995"/>
                    <a:pt x="840" y="2980"/>
                  </a:cubicBezTo>
                  <a:cubicBezTo>
                    <a:pt x="837" y="2973"/>
                    <a:pt x="843" y="2964"/>
                    <a:pt x="842" y="2954"/>
                  </a:cubicBezTo>
                  <a:cubicBezTo>
                    <a:pt x="842" y="2954"/>
                    <a:pt x="860" y="2959"/>
                    <a:pt x="870" y="2963"/>
                  </a:cubicBezTo>
                  <a:cubicBezTo>
                    <a:pt x="881" y="2968"/>
                    <a:pt x="893" y="3000"/>
                    <a:pt x="918" y="2994"/>
                  </a:cubicBezTo>
                  <a:cubicBezTo>
                    <a:pt x="943" y="2988"/>
                    <a:pt x="951" y="2966"/>
                    <a:pt x="942" y="2939"/>
                  </a:cubicBezTo>
                  <a:cubicBezTo>
                    <a:pt x="933" y="2912"/>
                    <a:pt x="895" y="2898"/>
                    <a:pt x="895" y="2878"/>
                  </a:cubicBezTo>
                  <a:cubicBezTo>
                    <a:pt x="894" y="2858"/>
                    <a:pt x="907" y="2822"/>
                    <a:pt x="873" y="2798"/>
                  </a:cubicBezTo>
                  <a:cubicBezTo>
                    <a:pt x="840" y="2774"/>
                    <a:pt x="829" y="2747"/>
                    <a:pt x="826" y="2716"/>
                  </a:cubicBezTo>
                  <a:cubicBezTo>
                    <a:pt x="824" y="2695"/>
                    <a:pt x="824" y="2674"/>
                    <a:pt x="821" y="2658"/>
                  </a:cubicBezTo>
                  <a:cubicBezTo>
                    <a:pt x="825" y="2664"/>
                    <a:pt x="829" y="2669"/>
                    <a:pt x="833" y="2671"/>
                  </a:cubicBezTo>
                  <a:cubicBezTo>
                    <a:pt x="833" y="2671"/>
                    <a:pt x="814" y="2718"/>
                    <a:pt x="858" y="2740"/>
                  </a:cubicBezTo>
                  <a:cubicBezTo>
                    <a:pt x="902" y="2763"/>
                    <a:pt x="910" y="2736"/>
                    <a:pt x="910" y="2736"/>
                  </a:cubicBezTo>
                  <a:cubicBezTo>
                    <a:pt x="910" y="2736"/>
                    <a:pt x="913" y="2767"/>
                    <a:pt x="933" y="2764"/>
                  </a:cubicBezTo>
                  <a:cubicBezTo>
                    <a:pt x="933" y="2764"/>
                    <a:pt x="919" y="2786"/>
                    <a:pt x="938" y="2791"/>
                  </a:cubicBezTo>
                  <a:cubicBezTo>
                    <a:pt x="957" y="2796"/>
                    <a:pt x="954" y="2779"/>
                    <a:pt x="963" y="2778"/>
                  </a:cubicBezTo>
                  <a:cubicBezTo>
                    <a:pt x="963" y="2778"/>
                    <a:pt x="963" y="2803"/>
                    <a:pt x="989" y="2794"/>
                  </a:cubicBezTo>
                  <a:cubicBezTo>
                    <a:pt x="1014" y="2784"/>
                    <a:pt x="1021" y="2774"/>
                    <a:pt x="1023" y="2747"/>
                  </a:cubicBezTo>
                  <a:cubicBezTo>
                    <a:pt x="1026" y="2720"/>
                    <a:pt x="1023" y="2699"/>
                    <a:pt x="1026" y="2680"/>
                  </a:cubicBezTo>
                  <a:cubicBezTo>
                    <a:pt x="1029" y="2662"/>
                    <a:pt x="1039" y="2580"/>
                    <a:pt x="993" y="2515"/>
                  </a:cubicBezTo>
                  <a:cubicBezTo>
                    <a:pt x="993" y="2515"/>
                    <a:pt x="1027" y="2499"/>
                    <a:pt x="1031" y="2476"/>
                  </a:cubicBezTo>
                  <a:cubicBezTo>
                    <a:pt x="1035" y="2454"/>
                    <a:pt x="1171" y="2432"/>
                    <a:pt x="1293" y="2256"/>
                  </a:cubicBezTo>
                  <a:cubicBezTo>
                    <a:pt x="1414" y="2080"/>
                    <a:pt x="1477" y="1959"/>
                    <a:pt x="1437" y="1839"/>
                  </a:cubicBezTo>
                  <a:close/>
                  <a:moveTo>
                    <a:pt x="259" y="1686"/>
                  </a:moveTo>
                  <a:cubicBezTo>
                    <a:pt x="259" y="1686"/>
                    <a:pt x="271" y="1701"/>
                    <a:pt x="277" y="1714"/>
                  </a:cubicBezTo>
                  <a:cubicBezTo>
                    <a:pt x="281" y="1726"/>
                    <a:pt x="299" y="1742"/>
                    <a:pt x="315" y="1737"/>
                  </a:cubicBezTo>
                  <a:cubicBezTo>
                    <a:pt x="315" y="1744"/>
                    <a:pt x="315" y="1751"/>
                    <a:pt x="314" y="1757"/>
                  </a:cubicBezTo>
                  <a:cubicBezTo>
                    <a:pt x="310" y="1757"/>
                    <a:pt x="311" y="1758"/>
                    <a:pt x="305" y="1758"/>
                  </a:cubicBezTo>
                  <a:cubicBezTo>
                    <a:pt x="297" y="1759"/>
                    <a:pt x="279" y="1748"/>
                    <a:pt x="271" y="1751"/>
                  </a:cubicBezTo>
                  <a:cubicBezTo>
                    <a:pt x="263" y="1754"/>
                    <a:pt x="269" y="1742"/>
                    <a:pt x="266" y="1740"/>
                  </a:cubicBezTo>
                  <a:cubicBezTo>
                    <a:pt x="263" y="1738"/>
                    <a:pt x="267" y="1712"/>
                    <a:pt x="261" y="1709"/>
                  </a:cubicBezTo>
                  <a:cubicBezTo>
                    <a:pt x="255" y="1706"/>
                    <a:pt x="259" y="1686"/>
                    <a:pt x="259" y="1686"/>
                  </a:cubicBezTo>
                  <a:close/>
                  <a:moveTo>
                    <a:pt x="220" y="1911"/>
                  </a:moveTo>
                  <a:cubicBezTo>
                    <a:pt x="223" y="1899"/>
                    <a:pt x="219" y="1886"/>
                    <a:pt x="213" y="1880"/>
                  </a:cubicBezTo>
                  <a:cubicBezTo>
                    <a:pt x="205" y="1872"/>
                    <a:pt x="213" y="1864"/>
                    <a:pt x="213" y="1864"/>
                  </a:cubicBezTo>
                  <a:cubicBezTo>
                    <a:pt x="213" y="1864"/>
                    <a:pt x="227" y="1875"/>
                    <a:pt x="245" y="1883"/>
                  </a:cubicBezTo>
                  <a:cubicBezTo>
                    <a:pt x="237" y="1892"/>
                    <a:pt x="229" y="1901"/>
                    <a:pt x="220" y="1911"/>
                  </a:cubicBezTo>
                  <a:close/>
                  <a:moveTo>
                    <a:pt x="297" y="1830"/>
                  </a:moveTo>
                  <a:cubicBezTo>
                    <a:pt x="293" y="1832"/>
                    <a:pt x="286" y="1839"/>
                    <a:pt x="276" y="1849"/>
                  </a:cubicBezTo>
                  <a:cubicBezTo>
                    <a:pt x="272" y="1845"/>
                    <a:pt x="253" y="1823"/>
                    <a:pt x="246" y="1821"/>
                  </a:cubicBezTo>
                  <a:cubicBezTo>
                    <a:pt x="238" y="1818"/>
                    <a:pt x="233" y="1801"/>
                    <a:pt x="233" y="1801"/>
                  </a:cubicBezTo>
                  <a:cubicBezTo>
                    <a:pt x="233" y="1801"/>
                    <a:pt x="277" y="1812"/>
                    <a:pt x="303" y="1801"/>
                  </a:cubicBezTo>
                  <a:cubicBezTo>
                    <a:pt x="308" y="1799"/>
                    <a:pt x="312" y="1797"/>
                    <a:pt x="316" y="1796"/>
                  </a:cubicBezTo>
                  <a:cubicBezTo>
                    <a:pt x="315" y="1809"/>
                    <a:pt x="311" y="1821"/>
                    <a:pt x="297" y="1830"/>
                  </a:cubicBezTo>
                  <a:close/>
                  <a:moveTo>
                    <a:pt x="810" y="2302"/>
                  </a:moveTo>
                  <a:cubicBezTo>
                    <a:pt x="795" y="2326"/>
                    <a:pt x="770" y="2358"/>
                    <a:pt x="767" y="2388"/>
                  </a:cubicBezTo>
                  <a:cubicBezTo>
                    <a:pt x="762" y="2442"/>
                    <a:pt x="721" y="2442"/>
                    <a:pt x="711" y="2483"/>
                  </a:cubicBezTo>
                  <a:cubicBezTo>
                    <a:pt x="709" y="2492"/>
                    <a:pt x="708" y="2503"/>
                    <a:pt x="708" y="2515"/>
                  </a:cubicBezTo>
                  <a:cubicBezTo>
                    <a:pt x="703" y="2511"/>
                    <a:pt x="698" y="2507"/>
                    <a:pt x="693" y="2504"/>
                  </a:cubicBezTo>
                  <a:cubicBezTo>
                    <a:pt x="640" y="2469"/>
                    <a:pt x="601" y="2412"/>
                    <a:pt x="590" y="2390"/>
                  </a:cubicBezTo>
                  <a:cubicBezTo>
                    <a:pt x="579" y="2367"/>
                    <a:pt x="557" y="2328"/>
                    <a:pt x="490" y="2336"/>
                  </a:cubicBezTo>
                  <a:cubicBezTo>
                    <a:pt x="490" y="2336"/>
                    <a:pt x="507" y="2311"/>
                    <a:pt x="507" y="2288"/>
                  </a:cubicBezTo>
                  <a:cubicBezTo>
                    <a:pt x="507" y="2288"/>
                    <a:pt x="517" y="2278"/>
                    <a:pt x="551" y="2276"/>
                  </a:cubicBezTo>
                  <a:cubicBezTo>
                    <a:pt x="586" y="2275"/>
                    <a:pt x="675" y="2208"/>
                    <a:pt x="682" y="2192"/>
                  </a:cubicBezTo>
                  <a:cubicBezTo>
                    <a:pt x="689" y="2176"/>
                    <a:pt x="705" y="2164"/>
                    <a:pt x="703" y="2159"/>
                  </a:cubicBezTo>
                  <a:cubicBezTo>
                    <a:pt x="717" y="2171"/>
                    <a:pt x="750" y="2202"/>
                    <a:pt x="789" y="2200"/>
                  </a:cubicBezTo>
                  <a:cubicBezTo>
                    <a:pt x="827" y="2199"/>
                    <a:pt x="863" y="2215"/>
                    <a:pt x="863" y="2215"/>
                  </a:cubicBezTo>
                  <a:cubicBezTo>
                    <a:pt x="863" y="2215"/>
                    <a:pt x="825" y="2278"/>
                    <a:pt x="810" y="2302"/>
                  </a:cubicBezTo>
                  <a:close/>
                  <a:moveTo>
                    <a:pt x="1183" y="1484"/>
                  </a:moveTo>
                  <a:cubicBezTo>
                    <a:pt x="1174" y="1512"/>
                    <a:pt x="1173" y="1542"/>
                    <a:pt x="1173" y="1542"/>
                  </a:cubicBezTo>
                  <a:cubicBezTo>
                    <a:pt x="1147" y="1548"/>
                    <a:pt x="1126" y="1590"/>
                    <a:pt x="1118" y="1619"/>
                  </a:cubicBezTo>
                  <a:cubicBezTo>
                    <a:pt x="1115" y="1629"/>
                    <a:pt x="1116" y="1637"/>
                    <a:pt x="1118" y="1643"/>
                  </a:cubicBezTo>
                  <a:cubicBezTo>
                    <a:pt x="1114" y="1643"/>
                    <a:pt x="1110" y="1643"/>
                    <a:pt x="1106" y="1643"/>
                  </a:cubicBezTo>
                  <a:cubicBezTo>
                    <a:pt x="1100" y="1643"/>
                    <a:pt x="1093" y="1644"/>
                    <a:pt x="1085" y="1646"/>
                  </a:cubicBezTo>
                  <a:cubicBezTo>
                    <a:pt x="1101" y="1608"/>
                    <a:pt x="1109" y="1556"/>
                    <a:pt x="1103" y="1475"/>
                  </a:cubicBezTo>
                  <a:cubicBezTo>
                    <a:pt x="1085" y="1235"/>
                    <a:pt x="1029" y="1191"/>
                    <a:pt x="1031" y="1124"/>
                  </a:cubicBezTo>
                  <a:cubicBezTo>
                    <a:pt x="1031" y="1117"/>
                    <a:pt x="1031" y="1110"/>
                    <a:pt x="1030" y="1104"/>
                  </a:cubicBezTo>
                  <a:cubicBezTo>
                    <a:pt x="1032" y="1105"/>
                    <a:pt x="1033" y="1106"/>
                    <a:pt x="1033" y="1106"/>
                  </a:cubicBezTo>
                  <a:cubicBezTo>
                    <a:pt x="1047" y="1116"/>
                    <a:pt x="1082" y="1180"/>
                    <a:pt x="1082" y="1180"/>
                  </a:cubicBezTo>
                  <a:cubicBezTo>
                    <a:pt x="1102" y="1247"/>
                    <a:pt x="1135" y="1236"/>
                    <a:pt x="1139" y="1283"/>
                  </a:cubicBezTo>
                  <a:cubicBezTo>
                    <a:pt x="1143" y="1330"/>
                    <a:pt x="1193" y="1456"/>
                    <a:pt x="1183" y="1484"/>
                  </a:cubicBezTo>
                  <a:close/>
                </a:path>
              </a:pathLst>
            </a:custGeom>
            <a:solidFill>
              <a:srgbClr val="B1DF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61465" name="Freeform 61">
              <a:extLst>
                <a:ext uri="{FF2B5EF4-FFF2-40B4-BE49-F238E27FC236}">
                  <a16:creationId xmlns:a16="http://schemas.microsoft.com/office/drawing/2014/main" id="{DE6A9F4A-6FDC-4260-83BF-5EF0602DB36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933" y="857"/>
              <a:ext cx="817" cy="1685"/>
            </a:xfrm>
            <a:custGeom>
              <a:avLst/>
              <a:gdLst>
                <a:gd name="T0" fmla="*/ 237 w 1477"/>
                <a:gd name="T1" fmla="*/ 301 h 3047"/>
                <a:gd name="T2" fmla="*/ 233 w 1477"/>
                <a:gd name="T3" fmla="*/ 279 h 3047"/>
                <a:gd name="T4" fmla="*/ 236 w 1477"/>
                <a:gd name="T5" fmla="*/ 218 h 3047"/>
                <a:gd name="T6" fmla="*/ 227 w 1477"/>
                <a:gd name="T7" fmla="*/ 189 h 3047"/>
                <a:gd name="T8" fmla="*/ 162 w 1477"/>
                <a:gd name="T9" fmla="*/ 123 h 3047"/>
                <a:gd name="T10" fmla="*/ 139 w 1477"/>
                <a:gd name="T11" fmla="*/ 122 h 3047"/>
                <a:gd name="T12" fmla="*/ 139 w 1477"/>
                <a:gd name="T13" fmla="*/ 121 h 3047"/>
                <a:gd name="T14" fmla="*/ 146 w 1477"/>
                <a:gd name="T15" fmla="*/ 100 h 3047"/>
                <a:gd name="T16" fmla="*/ 151 w 1477"/>
                <a:gd name="T17" fmla="*/ 85 h 3047"/>
                <a:gd name="T18" fmla="*/ 147 w 1477"/>
                <a:gd name="T19" fmla="*/ 73 h 3047"/>
                <a:gd name="T20" fmla="*/ 82 w 1477"/>
                <a:gd name="T21" fmla="*/ 9 h 3047"/>
                <a:gd name="T22" fmla="*/ 48 w 1477"/>
                <a:gd name="T23" fmla="*/ 85 h 3047"/>
                <a:gd name="T24" fmla="*/ 47 w 1477"/>
                <a:gd name="T25" fmla="*/ 93 h 3047"/>
                <a:gd name="T26" fmla="*/ 51 w 1477"/>
                <a:gd name="T27" fmla="*/ 111 h 3047"/>
                <a:gd name="T28" fmla="*/ 58 w 1477"/>
                <a:gd name="T29" fmla="*/ 114 h 3047"/>
                <a:gd name="T30" fmla="*/ 63 w 1477"/>
                <a:gd name="T31" fmla="*/ 136 h 3047"/>
                <a:gd name="T32" fmla="*/ 15 w 1477"/>
                <a:gd name="T33" fmla="*/ 203 h 3047"/>
                <a:gd name="T34" fmla="*/ 21 w 1477"/>
                <a:gd name="T35" fmla="*/ 265 h 3047"/>
                <a:gd name="T36" fmla="*/ 30 w 1477"/>
                <a:gd name="T37" fmla="*/ 296 h 3047"/>
                <a:gd name="T38" fmla="*/ 31 w 1477"/>
                <a:gd name="T39" fmla="*/ 319 h 3047"/>
                <a:gd name="T40" fmla="*/ 11 w 1477"/>
                <a:gd name="T41" fmla="*/ 403 h 3047"/>
                <a:gd name="T42" fmla="*/ 107 w 1477"/>
                <a:gd name="T43" fmla="*/ 466 h 3047"/>
                <a:gd name="T44" fmla="*/ 119 w 1477"/>
                <a:gd name="T45" fmla="*/ 503 h 3047"/>
                <a:gd name="T46" fmla="*/ 130 w 1477"/>
                <a:gd name="T47" fmla="*/ 509 h 3047"/>
                <a:gd name="T48" fmla="*/ 134 w 1477"/>
                <a:gd name="T49" fmla="*/ 510 h 3047"/>
                <a:gd name="T50" fmla="*/ 143 w 1477"/>
                <a:gd name="T51" fmla="*/ 514 h 3047"/>
                <a:gd name="T52" fmla="*/ 143 w 1477"/>
                <a:gd name="T53" fmla="*/ 500 h 3047"/>
                <a:gd name="T54" fmla="*/ 155 w 1477"/>
                <a:gd name="T55" fmla="*/ 507 h 3047"/>
                <a:gd name="T56" fmla="*/ 152 w 1477"/>
                <a:gd name="T57" fmla="*/ 487 h 3047"/>
                <a:gd name="T58" fmla="*/ 140 w 1477"/>
                <a:gd name="T59" fmla="*/ 460 h 3047"/>
                <a:gd name="T60" fmla="*/ 141 w 1477"/>
                <a:gd name="T61" fmla="*/ 452 h 3047"/>
                <a:gd name="T62" fmla="*/ 154 w 1477"/>
                <a:gd name="T63" fmla="*/ 463 h 3047"/>
                <a:gd name="T64" fmla="*/ 159 w 1477"/>
                <a:gd name="T65" fmla="*/ 472 h 3047"/>
                <a:gd name="T66" fmla="*/ 168 w 1477"/>
                <a:gd name="T67" fmla="*/ 472 h 3047"/>
                <a:gd name="T68" fmla="*/ 174 w 1477"/>
                <a:gd name="T69" fmla="*/ 453 h 3047"/>
                <a:gd name="T70" fmla="*/ 174 w 1477"/>
                <a:gd name="T71" fmla="*/ 419 h 3047"/>
                <a:gd name="T72" fmla="*/ 243 w 1477"/>
                <a:gd name="T73" fmla="*/ 311 h 3047"/>
                <a:gd name="T74" fmla="*/ 47 w 1477"/>
                <a:gd name="T75" fmla="*/ 290 h 3047"/>
                <a:gd name="T76" fmla="*/ 53 w 1477"/>
                <a:gd name="T77" fmla="*/ 298 h 3047"/>
                <a:gd name="T78" fmla="*/ 46 w 1477"/>
                <a:gd name="T79" fmla="*/ 296 h 3047"/>
                <a:gd name="T80" fmla="*/ 44 w 1477"/>
                <a:gd name="T81" fmla="*/ 289 h 3047"/>
                <a:gd name="T82" fmla="*/ 37 w 1477"/>
                <a:gd name="T83" fmla="*/ 324 h 3047"/>
                <a:gd name="T84" fmla="*/ 36 w 1477"/>
                <a:gd name="T85" fmla="*/ 315 h 3047"/>
                <a:gd name="T86" fmla="*/ 37 w 1477"/>
                <a:gd name="T87" fmla="*/ 324 h 3047"/>
                <a:gd name="T88" fmla="*/ 47 w 1477"/>
                <a:gd name="T89" fmla="*/ 313 h 3047"/>
                <a:gd name="T90" fmla="*/ 39 w 1477"/>
                <a:gd name="T91" fmla="*/ 305 h 3047"/>
                <a:gd name="T92" fmla="*/ 54 w 1477"/>
                <a:gd name="T93" fmla="*/ 304 h 3047"/>
                <a:gd name="T94" fmla="*/ 137 w 1477"/>
                <a:gd name="T95" fmla="*/ 389 h 3047"/>
                <a:gd name="T96" fmla="*/ 120 w 1477"/>
                <a:gd name="T97" fmla="*/ 420 h 3047"/>
                <a:gd name="T98" fmla="*/ 117 w 1477"/>
                <a:gd name="T99" fmla="*/ 424 h 3047"/>
                <a:gd name="T100" fmla="*/ 83 w 1477"/>
                <a:gd name="T101" fmla="*/ 395 h 3047"/>
                <a:gd name="T102" fmla="*/ 93 w 1477"/>
                <a:gd name="T103" fmla="*/ 385 h 3047"/>
                <a:gd name="T104" fmla="*/ 119 w 1477"/>
                <a:gd name="T105" fmla="*/ 365 h 3047"/>
                <a:gd name="T106" fmla="*/ 146 w 1477"/>
                <a:gd name="T107" fmla="*/ 374 h 3047"/>
                <a:gd name="T108" fmla="*/ 200 w 1477"/>
                <a:gd name="T109" fmla="*/ 251 h 3047"/>
                <a:gd name="T110" fmla="*/ 189 w 1477"/>
                <a:gd name="T111" fmla="*/ 274 h 3047"/>
                <a:gd name="T112" fmla="*/ 188 w 1477"/>
                <a:gd name="T113" fmla="*/ 278 h 3047"/>
                <a:gd name="T114" fmla="*/ 186 w 1477"/>
                <a:gd name="T115" fmla="*/ 249 h 3047"/>
                <a:gd name="T116" fmla="*/ 174 w 1477"/>
                <a:gd name="T117" fmla="*/ 187 h 3047"/>
                <a:gd name="T118" fmla="*/ 183 w 1477"/>
                <a:gd name="T119" fmla="*/ 200 h 3047"/>
                <a:gd name="T120" fmla="*/ 200 w 1477"/>
                <a:gd name="T121" fmla="*/ 251 h 3047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1477" h="3047">
                  <a:moveTo>
                    <a:pt x="1437" y="1839"/>
                  </a:moveTo>
                  <a:cubicBezTo>
                    <a:pt x="1430" y="1817"/>
                    <a:pt x="1417" y="1797"/>
                    <a:pt x="1400" y="1778"/>
                  </a:cubicBezTo>
                  <a:cubicBezTo>
                    <a:pt x="1406" y="1759"/>
                    <a:pt x="1416" y="1733"/>
                    <a:pt x="1403" y="1711"/>
                  </a:cubicBezTo>
                  <a:cubicBezTo>
                    <a:pt x="1386" y="1682"/>
                    <a:pt x="1374" y="1662"/>
                    <a:pt x="1378" y="1650"/>
                  </a:cubicBezTo>
                  <a:cubicBezTo>
                    <a:pt x="1382" y="1638"/>
                    <a:pt x="1378" y="1610"/>
                    <a:pt x="1378" y="1610"/>
                  </a:cubicBezTo>
                  <a:cubicBezTo>
                    <a:pt x="1421" y="1580"/>
                    <a:pt x="1395" y="1319"/>
                    <a:pt x="1393" y="1288"/>
                  </a:cubicBezTo>
                  <a:cubicBezTo>
                    <a:pt x="1390" y="1258"/>
                    <a:pt x="1395" y="1230"/>
                    <a:pt x="1378" y="1204"/>
                  </a:cubicBezTo>
                  <a:cubicBezTo>
                    <a:pt x="1361" y="1179"/>
                    <a:pt x="1375" y="1191"/>
                    <a:pt x="1342" y="1120"/>
                  </a:cubicBezTo>
                  <a:cubicBezTo>
                    <a:pt x="1309" y="1050"/>
                    <a:pt x="1203" y="959"/>
                    <a:pt x="1138" y="820"/>
                  </a:cubicBezTo>
                  <a:cubicBezTo>
                    <a:pt x="1089" y="716"/>
                    <a:pt x="981" y="728"/>
                    <a:pt x="957" y="726"/>
                  </a:cubicBezTo>
                  <a:cubicBezTo>
                    <a:pt x="933" y="723"/>
                    <a:pt x="877" y="726"/>
                    <a:pt x="847" y="730"/>
                  </a:cubicBezTo>
                  <a:cubicBezTo>
                    <a:pt x="837" y="731"/>
                    <a:pt x="830" y="726"/>
                    <a:pt x="825" y="720"/>
                  </a:cubicBezTo>
                  <a:cubicBezTo>
                    <a:pt x="823" y="716"/>
                    <a:pt x="823" y="714"/>
                    <a:pt x="823" y="714"/>
                  </a:cubicBezTo>
                  <a:cubicBezTo>
                    <a:pt x="821" y="712"/>
                    <a:pt x="821" y="712"/>
                    <a:pt x="821" y="712"/>
                  </a:cubicBezTo>
                  <a:cubicBezTo>
                    <a:pt x="831" y="698"/>
                    <a:pt x="839" y="684"/>
                    <a:pt x="844" y="667"/>
                  </a:cubicBezTo>
                  <a:cubicBezTo>
                    <a:pt x="853" y="638"/>
                    <a:pt x="859" y="612"/>
                    <a:pt x="862" y="588"/>
                  </a:cubicBezTo>
                  <a:cubicBezTo>
                    <a:pt x="876" y="604"/>
                    <a:pt x="893" y="602"/>
                    <a:pt x="901" y="578"/>
                  </a:cubicBezTo>
                  <a:cubicBezTo>
                    <a:pt x="908" y="552"/>
                    <a:pt x="892" y="526"/>
                    <a:pt x="893" y="501"/>
                  </a:cubicBezTo>
                  <a:cubicBezTo>
                    <a:pt x="893" y="480"/>
                    <a:pt x="922" y="448"/>
                    <a:pt x="915" y="429"/>
                  </a:cubicBezTo>
                  <a:cubicBezTo>
                    <a:pt x="908" y="409"/>
                    <a:pt x="881" y="423"/>
                    <a:pt x="868" y="433"/>
                  </a:cubicBezTo>
                  <a:cubicBezTo>
                    <a:pt x="873" y="394"/>
                    <a:pt x="859" y="315"/>
                    <a:pt x="848" y="290"/>
                  </a:cubicBezTo>
                  <a:cubicBezTo>
                    <a:pt x="836" y="264"/>
                    <a:pt x="770" y="0"/>
                    <a:pt x="485" y="54"/>
                  </a:cubicBezTo>
                  <a:cubicBezTo>
                    <a:pt x="408" y="68"/>
                    <a:pt x="234" y="168"/>
                    <a:pt x="264" y="414"/>
                  </a:cubicBezTo>
                  <a:cubicBezTo>
                    <a:pt x="268" y="448"/>
                    <a:pt x="277" y="478"/>
                    <a:pt x="286" y="505"/>
                  </a:cubicBezTo>
                  <a:cubicBezTo>
                    <a:pt x="271" y="503"/>
                    <a:pt x="250" y="502"/>
                    <a:pt x="256" y="526"/>
                  </a:cubicBezTo>
                  <a:cubicBezTo>
                    <a:pt x="258" y="536"/>
                    <a:pt x="269" y="542"/>
                    <a:pt x="276" y="550"/>
                  </a:cubicBezTo>
                  <a:cubicBezTo>
                    <a:pt x="284" y="558"/>
                    <a:pt x="287" y="566"/>
                    <a:pt x="290" y="577"/>
                  </a:cubicBezTo>
                  <a:cubicBezTo>
                    <a:pt x="298" y="603"/>
                    <a:pt x="298" y="630"/>
                    <a:pt x="306" y="655"/>
                  </a:cubicBezTo>
                  <a:cubicBezTo>
                    <a:pt x="310" y="665"/>
                    <a:pt x="313" y="680"/>
                    <a:pt x="325" y="684"/>
                  </a:cubicBezTo>
                  <a:cubicBezTo>
                    <a:pt x="332" y="686"/>
                    <a:pt x="337" y="682"/>
                    <a:pt x="341" y="677"/>
                  </a:cubicBezTo>
                  <a:cubicBezTo>
                    <a:pt x="361" y="717"/>
                    <a:pt x="391" y="758"/>
                    <a:pt x="435" y="782"/>
                  </a:cubicBezTo>
                  <a:cubicBezTo>
                    <a:pt x="416" y="789"/>
                    <a:pt x="392" y="798"/>
                    <a:pt x="371" y="802"/>
                  </a:cubicBezTo>
                  <a:cubicBezTo>
                    <a:pt x="331" y="810"/>
                    <a:pt x="225" y="805"/>
                    <a:pt x="181" y="948"/>
                  </a:cubicBezTo>
                  <a:cubicBezTo>
                    <a:pt x="138" y="1090"/>
                    <a:pt x="123" y="1144"/>
                    <a:pt x="89" y="1199"/>
                  </a:cubicBezTo>
                  <a:cubicBezTo>
                    <a:pt x="55" y="1254"/>
                    <a:pt x="62" y="1272"/>
                    <a:pt x="65" y="1312"/>
                  </a:cubicBezTo>
                  <a:cubicBezTo>
                    <a:pt x="68" y="1353"/>
                    <a:pt x="67" y="1472"/>
                    <a:pt x="125" y="1570"/>
                  </a:cubicBezTo>
                  <a:cubicBezTo>
                    <a:pt x="151" y="1614"/>
                    <a:pt x="156" y="1666"/>
                    <a:pt x="178" y="1666"/>
                  </a:cubicBezTo>
                  <a:cubicBezTo>
                    <a:pt x="178" y="1666"/>
                    <a:pt x="165" y="1732"/>
                    <a:pt x="177" y="1748"/>
                  </a:cubicBezTo>
                  <a:cubicBezTo>
                    <a:pt x="189" y="1763"/>
                    <a:pt x="180" y="1810"/>
                    <a:pt x="187" y="1827"/>
                  </a:cubicBezTo>
                  <a:cubicBezTo>
                    <a:pt x="187" y="1827"/>
                    <a:pt x="172" y="1859"/>
                    <a:pt x="183" y="1887"/>
                  </a:cubicBezTo>
                  <a:cubicBezTo>
                    <a:pt x="193" y="1911"/>
                    <a:pt x="192" y="1937"/>
                    <a:pt x="203" y="1934"/>
                  </a:cubicBezTo>
                  <a:cubicBezTo>
                    <a:pt x="112" y="2050"/>
                    <a:pt x="0" y="2243"/>
                    <a:pt x="67" y="2386"/>
                  </a:cubicBezTo>
                  <a:cubicBezTo>
                    <a:pt x="168" y="2602"/>
                    <a:pt x="361" y="2720"/>
                    <a:pt x="563" y="2732"/>
                  </a:cubicBezTo>
                  <a:cubicBezTo>
                    <a:pt x="582" y="2734"/>
                    <a:pt x="605" y="2748"/>
                    <a:pt x="635" y="2758"/>
                  </a:cubicBezTo>
                  <a:cubicBezTo>
                    <a:pt x="635" y="2758"/>
                    <a:pt x="626" y="2808"/>
                    <a:pt x="655" y="2853"/>
                  </a:cubicBezTo>
                  <a:cubicBezTo>
                    <a:pt x="685" y="2898"/>
                    <a:pt x="691" y="2964"/>
                    <a:pt x="704" y="2976"/>
                  </a:cubicBezTo>
                  <a:cubicBezTo>
                    <a:pt x="717" y="2987"/>
                    <a:pt x="727" y="2994"/>
                    <a:pt x="730" y="2986"/>
                  </a:cubicBezTo>
                  <a:cubicBezTo>
                    <a:pt x="730" y="2986"/>
                    <a:pt x="747" y="3013"/>
                    <a:pt x="766" y="3009"/>
                  </a:cubicBezTo>
                  <a:cubicBezTo>
                    <a:pt x="774" y="3008"/>
                    <a:pt x="773" y="3003"/>
                    <a:pt x="773" y="3003"/>
                  </a:cubicBezTo>
                  <a:cubicBezTo>
                    <a:pt x="773" y="3003"/>
                    <a:pt x="783" y="3016"/>
                    <a:pt x="796" y="3014"/>
                  </a:cubicBezTo>
                  <a:cubicBezTo>
                    <a:pt x="804" y="3012"/>
                    <a:pt x="806" y="3010"/>
                    <a:pt x="806" y="3008"/>
                  </a:cubicBezTo>
                  <a:cubicBezTo>
                    <a:pt x="807" y="3015"/>
                    <a:pt x="814" y="3047"/>
                    <a:pt x="842" y="3038"/>
                  </a:cubicBezTo>
                  <a:cubicBezTo>
                    <a:pt x="857" y="3032"/>
                    <a:pt x="847" y="2995"/>
                    <a:pt x="840" y="2980"/>
                  </a:cubicBezTo>
                  <a:cubicBezTo>
                    <a:pt x="837" y="2973"/>
                    <a:pt x="843" y="2964"/>
                    <a:pt x="842" y="2954"/>
                  </a:cubicBezTo>
                  <a:cubicBezTo>
                    <a:pt x="842" y="2954"/>
                    <a:pt x="860" y="2959"/>
                    <a:pt x="870" y="2963"/>
                  </a:cubicBezTo>
                  <a:cubicBezTo>
                    <a:pt x="881" y="2968"/>
                    <a:pt x="893" y="3000"/>
                    <a:pt x="918" y="2994"/>
                  </a:cubicBezTo>
                  <a:cubicBezTo>
                    <a:pt x="943" y="2988"/>
                    <a:pt x="951" y="2966"/>
                    <a:pt x="942" y="2939"/>
                  </a:cubicBezTo>
                  <a:cubicBezTo>
                    <a:pt x="933" y="2912"/>
                    <a:pt x="895" y="2898"/>
                    <a:pt x="895" y="2878"/>
                  </a:cubicBezTo>
                  <a:cubicBezTo>
                    <a:pt x="894" y="2858"/>
                    <a:pt x="907" y="2822"/>
                    <a:pt x="873" y="2798"/>
                  </a:cubicBezTo>
                  <a:cubicBezTo>
                    <a:pt x="840" y="2774"/>
                    <a:pt x="829" y="2747"/>
                    <a:pt x="826" y="2716"/>
                  </a:cubicBezTo>
                  <a:cubicBezTo>
                    <a:pt x="824" y="2695"/>
                    <a:pt x="824" y="2674"/>
                    <a:pt x="821" y="2658"/>
                  </a:cubicBezTo>
                  <a:cubicBezTo>
                    <a:pt x="825" y="2664"/>
                    <a:pt x="829" y="2669"/>
                    <a:pt x="833" y="2671"/>
                  </a:cubicBezTo>
                  <a:cubicBezTo>
                    <a:pt x="833" y="2671"/>
                    <a:pt x="814" y="2718"/>
                    <a:pt x="858" y="2740"/>
                  </a:cubicBezTo>
                  <a:cubicBezTo>
                    <a:pt x="902" y="2763"/>
                    <a:pt x="910" y="2736"/>
                    <a:pt x="910" y="2736"/>
                  </a:cubicBezTo>
                  <a:cubicBezTo>
                    <a:pt x="910" y="2736"/>
                    <a:pt x="913" y="2767"/>
                    <a:pt x="933" y="2764"/>
                  </a:cubicBezTo>
                  <a:cubicBezTo>
                    <a:pt x="933" y="2764"/>
                    <a:pt x="919" y="2786"/>
                    <a:pt x="938" y="2791"/>
                  </a:cubicBezTo>
                  <a:cubicBezTo>
                    <a:pt x="957" y="2796"/>
                    <a:pt x="954" y="2779"/>
                    <a:pt x="963" y="2778"/>
                  </a:cubicBezTo>
                  <a:cubicBezTo>
                    <a:pt x="963" y="2778"/>
                    <a:pt x="963" y="2803"/>
                    <a:pt x="989" y="2794"/>
                  </a:cubicBezTo>
                  <a:cubicBezTo>
                    <a:pt x="1014" y="2784"/>
                    <a:pt x="1021" y="2774"/>
                    <a:pt x="1023" y="2747"/>
                  </a:cubicBezTo>
                  <a:cubicBezTo>
                    <a:pt x="1026" y="2720"/>
                    <a:pt x="1023" y="2699"/>
                    <a:pt x="1026" y="2680"/>
                  </a:cubicBezTo>
                  <a:cubicBezTo>
                    <a:pt x="1029" y="2662"/>
                    <a:pt x="1039" y="2580"/>
                    <a:pt x="993" y="2515"/>
                  </a:cubicBezTo>
                  <a:cubicBezTo>
                    <a:pt x="993" y="2515"/>
                    <a:pt x="1027" y="2499"/>
                    <a:pt x="1031" y="2476"/>
                  </a:cubicBezTo>
                  <a:cubicBezTo>
                    <a:pt x="1035" y="2454"/>
                    <a:pt x="1171" y="2432"/>
                    <a:pt x="1293" y="2256"/>
                  </a:cubicBezTo>
                  <a:cubicBezTo>
                    <a:pt x="1414" y="2080"/>
                    <a:pt x="1477" y="1959"/>
                    <a:pt x="1437" y="1839"/>
                  </a:cubicBezTo>
                  <a:close/>
                  <a:moveTo>
                    <a:pt x="259" y="1686"/>
                  </a:moveTo>
                  <a:cubicBezTo>
                    <a:pt x="259" y="1686"/>
                    <a:pt x="271" y="1701"/>
                    <a:pt x="277" y="1714"/>
                  </a:cubicBezTo>
                  <a:cubicBezTo>
                    <a:pt x="281" y="1726"/>
                    <a:pt x="299" y="1742"/>
                    <a:pt x="315" y="1737"/>
                  </a:cubicBezTo>
                  <a:cubicBezTo>
                    <a:pt x="315" y="1744"/>
                    <a:pt x="315" y="1751"/>
                    <a:pt x="314" y="1757"/>
                  </a:cubicBezTo>
                  <a:cubicBezTo>
                    <a:pt x="310" y="1757"/>
                    <a:pt x="311" y="1758"/>
                    <a:pt x="305" y="1758"/>
                  </a:cubicBezTo>
                  <a:cubicBezTo>
                    <a:pt x="297" y="1759"/>
                    <a:pt x="279" y="1748"/>
                    <a:pt x="271" y="1751"/>
                  </a:cubicBezTo>
                  <a:cubicBezTo>
                    <a:pt x="263" y="1754"/>
                    <a:pt x="269" y="1742"/>
                    <a:pt x="266" y="1740"/>
                  </a:cubicBezTo>
                  <a:cubicBezTo>
                    <a:pt x="263" y="1738"/>
                    <a:pt x="267" y="1712"/>
                    <a:pt x="261" y="1709"/>
                  </a:cubicBezTo>
                  <a:cubicBezTo>
                    <a:pt x="255" y="1706"/>
                    <a:pt x="259" y="1686"/>
                    <a:pt x="259" y="1686"/>
                  </a:cubicBezTo>
                  <a:close/>
                  <a:moveTo>
                    <a:pt x="220" y="1911"/>
                  </a:moveTo>
                  <a:cubicBezTo>
                    <a:pt x="223" y="1899"/>
                    <a:pt x="219" y="1886"/>
                    <a:pt x="213" y="1880"/>
                  </a:cubicBezTo>
                  <a:cubicBezTo>
                    <a:pt x="205" y="1872"/>
                    <a:pt x="213" y="1864"/>
                    <a:pt x="213" y="1864"/>
                  </a:cubicBezTo>
                  <a:cubicBezTo>
                    <a:pt x="213" y="1864"/>
                    <a:pt x="227" y="1875"/>
                    <a:pt x="245" y="1883"/>
                  </a:cubicBezTo>
                  <a:cubicBezTo>
                    <a:pt x="237" y="1892"/>
                    <a:pt x="229" y="1901"/>
                    <a:pt x="220" y="1911"/>
                  </a:cubicBezTo>
                  <a:close/>
                  <a:moveTo>
                    <a:pt x="297" y="1830"/>
                  </a:moveTo>
                  <a:cubicBezTo>
                    <a:pt x="293" y="1832"/>
                    <a:pt x="286" y="1839"/>
                    <a:pt x="276" y="1849"/>
                  </a:cubicBezTo>
                  <a:cubicBezTo>
                    <a:pt x="272" y="1845"/>
                    <a:pt x="253" y="1823"/>
                    <a:pt x="246" y="1821"/>
                  </a:cubicBezTo>
                  <a:cubicBezTo>
                    <a:pt x="238" y="1818"/>
                    <a:pt x="233" y="1801"/>
                    <a:pt x="233" y="1801"/>
                  </a:cubicBezTo>
                  <a:cubicBezTo>
                    <a:pt x="233" y="1801"/>
                    <a:pt x="277" y="1812"/>
                    <a:pt x="303" y="1801"/>
                  </a:cubicBezTo>
                  <a:cubicBezTo>
                    <a:pt x="308" y="1799"/>
                    <a:pt x="312" y="1797"/>
                    <a:pt x="316" y="1796"/>
                  </a:cubicBezTo>
                  <a:cubicBezTo>
                    <a:pt x="315" y="1809"/>
                    <a:pt x="311" y="1821"/>
                    <a:pt x="297" y="1830"/>
                  </a:cubicBezTo>
                  <a:close/>
                  <a:moveTo>
                    <a:pt x="810" y="2302"/>
                  </a:moveTo>
                  <a:cubicBezTo>
                    <a:pt x="795" y="2326"/>
                    <a:pt x="770" y="2358"/>
                    <a:pt x="767" y="2388"/>
                  </a:cubicBezTo>
                  <a:cubicBezTo>
                    <a:pt x="762" y="2442"/>
                    <a:pt x="721" y="2442"/>
                    <a:pt x="711" y="2483"/>
                  </a:cubicBezTo>
                  <a:cubicBezTo>
                    <a:pt x="709" y="2492"/>
                    <a:pt x="708" y="2503"/>
                    <a:pt x="708" y="2515"/>
                  </a:cubicBezTo>
                  <a:cubicBezTo>
                    <a:pt x="703" y="2511"/>
                    <a:pt x="698" y="2507"/>
                    <a:pt x="693" y="2504"/>
                  </a:cubicBezTo>
                  <a:cubicBezTo>
                    <a:pt x="640" y="2469"/>
                    <a:pt x="601" y="2412"/>
                    <a:pt x="590" y="2390"/>
                  </a:cubicBezTo>
                  <a:cubicBezTo>
                    <a:pt x="579" y="2367"/>
                    <a:pt x="557" y="2328"/>
                    <a:pt x="490" y="2336"/>
                  </a:cubicBezTo>
                  <a:cubicBezTo>
                    <a:pt x="490" y="2336"/>
                    <a:pt x="507" y="2311"/>
                    <a:pt x="507" y="2288"/>
                  </a:cubicBezTo>
                  <a:cubicBezTo>
                    <a:pt x="507" y="2288"/>
                    <a:pt x="517" y="2278"/>
                    <a:pt x="551" y="2276"/>
                  </a:cubicBezTo>
                  <a:cubicBezTo>
                    <a:pt x="586" y="2275"/>
                    <a:pt x="675" y="2208"/>
                    <a:pt x="682" y="2192"/>
                  </a:cubicBezTo>
                  <a:cubicBezTo>
                    <a:pt x="689" y="2176"/>
                    <a:pt x="705" y="2164"/>
                    <a:pt x="703" y="2159"/>
                  </a:cubicBezTo>
                  <a:cubicBezTo>
                    <a:pt x="717" y="2171"/>
                    <a:pt x="750" y="2202"/>
                    <a:pt x="789" y="2200"/>
                  </a:cubicBezTo>
                  <a:cubicBezTo>
                    <a:pt x="827" y="2199"/>
                    <a:pt x="863" y="2215"/>
                    <a:pt x="863" y="2215"/>
                  </a:cubicBezTo>
                  <a:cubicBezTo>
                    <a:pt x="863" y="2215"/>
                    <a:pt x="825" y="2278"/>
                    <a:pt x="810" y="2302"/>
                  </a:cubicBezTo>
                  <a:close/>
                  <a:moveTo>
                    <a:pt x="1183" y="1484"/>
                  </a:moveTo>
                  <a:cubicBezTo>
                    <a:pt x="1174" y="1512"/>
                    <a:pt x="1173" y="1542"/>
                    <a:pt x="1173" y="1542"/>
                  </a:cubicBezTo>
                  <a:cubicBezTo>
                    <a:pt x="1147" y="1548"/>
                    <a:pt x="1126" y="1590"/>
                    <a:pt x="1118" y="1619"/>
                  </a:cubicBezTo>
                  <a:cubicBezTo>
                    <a:pt x="1115" y="1629"/>
                    <a:pt x="1116" y="1637"/>
                    <a:pt x="1118" y="1643"/>
                  </a:cubicBezTo>
                  <a:cubicBezTo>
                    <a:pt x="1114" y="1643"/>
                    <a:pt x="1110" y="1643"/>
                    <a:pt x="1106" y="1643"/>
                  </a:cubicBezTo>
                  <a:cubicBezTo>
                    <a:pt x="1100" y="1643"/>
                    <a:pt x="1093" y="1644"/>
                    <a:pt x="1085" y="1646"/>
                  </a:cubicBezTo>
                  <a:cubicBezTo>
                    <a:pt x="1101" y="1608"/>
                    <a:pt x="1109" y="1556"/>
                    <a:pt x="1103" y="1475"/>
                  </a:cubicBezTo>
                  <a:cubicBezTo>
                    <a:pt x="1085" y="1235"/>
                    <a:pt x="1029" y="1191"/>
                    <a:pt x="1031" y="1124"/>
                  </a:cubicBezTo>
                  <a:cubicBezTo>
                    <a:pt x="1031" y="1117"/>
                    <a:pt x="1031" y="1110"/>
                    <a:pt x="1030" y="1104"/>
                  </a:cubicBezTo>
                  <a:cubicBezTo>
                    <a:pt x="1032" y="1105"/>
                    <a:pt x="1033" y="1106"/>
                    <a:pt x="1033" y="1106"/>
                  </a:cubicBezTo>
                  <a:cubicBezTo>
                    <a:pt x="1047" y="1116"/>
                    <a:pt x="1082" y="1180"/>
                    <a:pt x="1082" y="1180"/>
                  </a:cubicBezTo>
                  <a:cubicBezTo>
                    <a:pt x="1102" y="1247"/>
                    <a:pt x="1135" y="1236"/>
                    <a:pt x="1139" y="1283"/>
                  </a:cubicBezTo>
                  <a:cubicBezTo>
                    <a:pt x="1143" y="1330"/>
                    <a:pt x="1193" y="1456"/>
                    <a:pt x="1183" y="1484"/>
                  </a:cubicBezTo>
                  <a:close/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</p:grpSp>
      <p:grpSp>
        <p:nvGrpSpPr>
          <p:cNvPr id="61443" name="sitting-infant-outline-silhouette">
            <a:extLst>
              <a:ext uri="{FF2B5EF4-FFF2-40B4-BE49-F238E27FC236}">
                <a16:creationId xmlns:a16="http://schemas.microsoft.com/office/drawing/2014/main" id="{F2735349-4F65-4505-9313-A5DF33F9971C}"/>
              </a:ext>
            </a:extLst>
          </p:cNvPr>
          <p:cNvGrpSpPr>
            <a:grpSpLocks/>
          </p:cNvGrpSpPr>
          <p:nvPr/>
        </p:nvGrpSpPr>
        <p:grpSpPr bwMode="auto">
          <a:xfrm>
            <a:off x="7318375" y="3968750"/>
            <a:ext cx="1273175" cy="2376488"/>
            <a:chOff x="3650" y="2464"/>
            <a:chExt cx="802" cy="1497"/>
          </a:xfrm>
        </p:grpSpPr>
        <p:sp>
          <p:nvSpPr>
            <p:cNvPr id="61462" name="Freeform 66">
              <a:extLst>
                <a:ext uri="{FF2B5EF4-FFF2-40B4-BE49-F238E27FC236}">
                  <a16:creationId xmlns:a16="http://schemas.microsoft.com/office/drawing/2014/main" id="{D0BAC4BC-84D6-4CF1-8AD9-0CF01009689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650" y="2464"/>
              <a:ext cx="802" cy="1497"/>
            </a:xfrm>
            <a:custGeom>
              <a:avLst/>
              <a:gdLst>
                <a:gd name="T0" fmla="*/ 204 w 1542"/>
                <a:gd name="T1" fmla="*/ 172 h 2886"/>
                <a:gd name="T2" fmla="*/ 166 w 1542"/>
                <a:gd name="T3" fmla="*/ 119 h 2886"/>
                <a:gd name="T4" fmla="*/ 159 w 1542"/>
                <a:gd name="T5" fmla="*/ 112 h 2886"/>
                <a:gd name="T6" fmla="*/ 169 w 1542"/>
                <a:gd name="T7" fmla="*/ 76 h 2886"/>
                <a:gd name="T8" fmla="*/ 164 w 1542"/>
                <a:gd name="T9" fmla="*/ 54 h 2886"/>
                <a:gd name="T10" fmla="*/ 63 w 1542"/>
                <a:gd name="T11" fmla="*/ 39 h 2886"/>
                <a:gd name="T12" fmla="*/ 67 w 1542"/>
                <a:gd name="T13" fmla="*/ 76 h 2886"/>
                <a:gd name="T14" fmla="*/ 73 w 1542"/>
                <a:gd name="T15" fmla="*/ 94 h 2886"/>
                <a:gd name="T16" fmla="*/ 88 w 1542"/>
                <a:gd name="T17" fmla="*/ 102 h 2886"/>
                <a:gd name="T18" fmla="*/ 93 w 1542"/>
                <a:gd name="T19" fmla="*/ 112 h 2886"/>
                <a:gd name="T20" fmla="*/ 77 w 1542"/>
                <a:gd name="T21" fmla="*/ 115 h 2886"/>
                <a:gd name="T22" fmla="*/ 38 w 1542"/>
                <a:gd name="T23" fmla="*/ 159 h 2886"/>
                <a:gd name="T24" fmla="*/ 33 w 1542"/>
                <a:gd name="T25" fmla="*/ 229 h 2886"/>
                <a:gd name="T26" fmla="*/ 29 w 1542"/>
                <a:gd name="T27" fmla="*/ 245 h 2886"/>
                <a:gd name="T28" fmla="*/ 9 w 1542"/>
                <a:gd name="T29" fmla="*/ 262 h 2886"/>
                <a:gd name="T30" fmla="*/ 50 w 1542"/>
                <a:gd name="T31" fmla="*/ 355 h 2886"/>
                <a:gd name="T32" fmla="*/ 70 w 1542"/>
                <a:gd name="T33" fmla="*/ 387 h 2886"/>
                <a:gd name="T34" fmla="*/ 79 w 1542"/>
                <a:gd name="T35" fmla="*/ 400 h 2886"/>
                <a:gd name="T36" fmla="*/ 84 w 1542"/>
                <a:gd name="T37" fmla="*/ 388 h 2886"/>
                <a:gd name="T38" fmla="*/ 96 w 1542"/>
                <a:gd name="T39" fmla="*/ 355 h 2886"/>
                <a:gd name="T40" fmla="*/ 93 w 1542"/>
                <a:gd name="T41" fmla="*/ 327 h 2886"/>
                <a:gd name="T42" fmla="*/ 113 w 1542"/>
                <a:gd name="T43" fmla="*/ 327 h 2886"/>
                <a:gd name="T44" fmla="*/ 134 w 1542"/>
                <a:gd name="T45" fmla="*/ 325 h 2886"/>
                <a:gd name="T46" fmla="*/ 123 w 1542"/>
                <a:gd name="T47" fmla="*/ 342 h 2886"/>
                <a:gd name="T48" fmla="*/ 106 w 1542"/>
                <a:gd name="T49" fmla="*/ 366 h 2886"/>
                <a:gd name="T50" fmla="*/ 106 w 1542"/>
                <a:gd name="T51" fmla="*/ 376 h 2886"/>
                <a:gd name="T52" fmla="*/ 108 w 1542"/>
                <a:gd name="T53" fmla="*/ 382 h 2886"/>
                <a:gd name="T54" fmla="*/ 112 w 1542"/>
                <a:gd name="T55" fmla="*/ 387 h 2886"/>
                <a:gd name="T56" fmla="*/ 123 w 1542"/>
                <a:gd name="T57" fmla="*/ 391 h 2886"/>
                <a:gd name="T58" fmla="*/ 137 w 1542"/>
                <a:gd name="T59" fmla="*/ 378 h 2886"/>
                <a:gd name="T60" fmla="*/ 152 w 1542"/>
                <a:gd name="T61" fmla="*/ 359 h 2886"/>
                <a:gd name="T62" fmla="*/ 211 w 1542"/>
                <a:gd name="T63" fmla="*/ 285 h 2886"/>
                <a:gd name="T64" fmla="*/ 209 w 1542"/>
                <a:gd name="T65" fmla="*/ 265 h 2886"/>
                <a:gd name="T66" fmla="*/ 208 w 1542"/>
                <a:gd name="T67" fmla="*/ 246 h 2886"/>
                <a:gd name="T68" fmla="*/ 216 w 1542"/>
                <a:gd name="T69" fmla="*/ 198 h 2886"/>
                <a:gd name="T70" fmla="*/ 58 w 1542"/>
                <a:gd name="T71" fmla="*/ 251 h 2886"/>
                <a:gd name="T72" fmla="*/ 58 w 1542"/>
                <a:gd name="T73" fmla="*/ 247 h 2886"/>
                <a:gd name="T74" fmla="*/ 59 w 1542"/>
                <a:gd name="T75" fmla="*/ 240 h 2886"/>
                <a:gd name="T76" fmla="*/ 58 w 1542"/>
                <a:gd name="T77" fmla="*/ 251 h 2886"/>
                <a:gd name="T78" fmla="*/ 184 w 1542"/>
                <a:gd name="T79" fmla="*/ 234 h 2886"/>
                <a:gd name="T80" fmla="*/ 172 w 1542"/>
                <a:gd name="T81" fmla="*/ 247 h 2886"/>
                <a:gd name="T82" fmla="*/ 160 w 1542"/>
                <a:gd name="T83" fmla="*/ 252 h 2886"/>
                <a:gd name="T84" fmla="*/ 173 w 1542"/>
                <a:gd name="T85" fmla="*/ 190 h 2886"/>
                <a:gd name="T86" fmla="*/ 176 w 1542"/>
                <a:gd name="T87" fmla="*/ 196 h 2886"/>
                <a:gd name="T88" fmla="*/ 185 w 1542"/>
                <a:gd name="T89" fmla="*/ 223 h 288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1542" h="2886">
                  <a:moveTo>
                    <a:pt x="1524" y="1358"/>
                  </a:moveTo>
                  <a:cubicBezTo>
                    <a:pt x="1518" y="1343"/>
                    <a:pt x="1474" y="1263"/>
                    <a:pt x="1452" y="1232"/>
                  </a:cubicBezTo>
                  <a:cubicBezTo>
                    <a:pt x="1429" y="1201"/>
                    <a:pt x="1400" y="1100"/>
                    <a:pt x="1342" y="972"/>
                  </a:cubicBezTo>
                  <a:cubicBezTo>
                    <a:pt x="1284" y="844"/>
                    <a:pt x="1208" y="852"/>
                    <a:pt x="1181" y="854"/>
                  </a:cubicBezTo>
                  <a:cubicBezTo>
                    <a:pt x="1164" y="855"/>
                    <a:pt x="1131" y="848"/>
                    <a:pt x="1109" y="842"/>
                  </a:cubicBezTo>
                  <a:cubicBezTo>
                    <a:pt x="1116" y="825"/>
                    <a:pt x="1120" y="811"/>
                    <a:pt x="1131" y="803"/>
                  </a:cubicBezTo>
                  <a:cubicBezTo>
                    <a:pt x="1156" y="784"/>
                    <a:pt x="1159" y="772"/>
                    <a:pt x="1177" y="747"/>
                  </a:cubicBezTo>
                  <a:cubicBezTo>
                    <a:pt x="1237" y="666"/>
                    <a:pt x="1189" y="577"/>
                    <a:pt x="1195" y="544"/>
                  </a:cubicBezTo>
                  <a:cubicBezTo>
                    <a:pt x="1200" y="511"/>
                    <a:pt x="1173" y="475"/>
                    <a:pt x="1176" y="448"/>
                  </a:cubicBezTo>
                  <a:cubicBezTo>
                    <a:pt x="1178" y="422"/>
                    <a:pt x="1172" y="408"/>
                    <a:pt x="1166" y="389"/>
                  </a:cubicBezTo>
                  <a:cubicBezTo>
                    <a:pt x="1146" y="324"/>
                    <a:pt x="1148" y="160"/>
                    <a:pt x="918" y="75"/>
                  </a:cubicBezTo>
                  <a:cubicBezTo>
                    <a:pt x="716" y="0"/>
                    <a:pt x="490" y="99"/>
                    <a:pt x="450" y="279"/>
                  </a:cubicBezTo>
                  <a:cubicBezTo>
                    <a:pt x="425" y="392"/>
                    <a:pt x="459" y="477"/>
                    <a:pt x="488" y="525"/>
                  </a:cubicBezTo>
                  <a:cubicBezTo>
                    <a:pt x="482" y="529"/>
                    <a:pt x="478" y="535"/>
                    <a:pt x="476" y="546"/>
                  </a:cubicBezTo>
                  <a:cubicBezTo>
                    <a:pt x="473" y="568"/>
                    <a:pt x="487" y="589"/>
                    <a:pt x="496" y="608"/>
                  </a:cubicBezTo>
                  <a:cubicBezTo>
                    <a:pt x="506" y="628"/>
                    <a:pt x="513" y="649"/>
                    <a:pt x="518" y="670"/>
                  </a:cubicBezTo>
                  <a:cubicBezTo>
                    <a:pt x="526" y="708"/>
                    <a:pt x="548" y="765"/>
                    <a:pt x="597" y="761"/>
                  </a:cubicBezTo>
                  <a:cubicBezTo>
                    <a:pt x="615" y="759"/>
                    <a:pt x="622" y="746"/>
                    <a:pt x="627" y="732"/>
                  </a:cubicBezTo>
                  <a:cubicBezTo>
                    <a:pt x="638" y="747"/>
                    <a:pt x="624" y="749"/>
                    <a:pt x="655" y="798"/>
                  </a:cubicBezTo>
                  <a:cubicBezTo>
                    <a:pt x="656" y="800"/>
                    <a:pt x="657" y="801"/>
                    <a:pt x="659" y="803"/>
                  </a:cubicBezTo>
                  <a:cubicBezTo>
                    <a:pt x="650" y="812"/>
                    <a:pt x="639" y="824"/>
                    <a:pt x="637" y="833"/>
                  </a:cubicBezTo>
                  <a:cubicBezTo>
                    <a:pt x="637" y="833"/>
                    <a:pt x="569" y="831"/>
                    <a:pt x="551" y="826"/>
                  </a:cubicBezTo>
                  <a:cubicBezTo>
                    <a:pt x="533" y="820"/>
                    <a:pt x="441" y="824"/>
                    <a:pt x="403" y="918"/>
                  </a:cubicBezTo>
                  <a:cubicBezTo>
                    <a:pt x="366" y="1013"/>
                    <a:pt x="298" y="1095"/>
                    <a:pt x="275" y="1140"/>
                  </a:cubicBezTo>
                  <a:cubicBezTo>
                    <a:pt x="252" y="1184"/>
                    <a:pt x="199" y="1269"/>
                    <a:pt x="203" y="1378"/>
                  </a:cubicBezTo>
                  <a:cubicBezTo>
                    <a:pt x="209" y="1516"/>
                    <a:pt x="243" y="1621"/>
                    <a:pt x="239" y="1641"/>
                  </a:cubicBezTo>
                  <a:cubicBezTo>
                    <a:pt x="239" y="1641"/>
                    <a:pt x="229" y="1657"/>
                    <a:pt x="223" y="1678"/>
                  </a:cubicBezTo>
                  <a:cubicBezTo>
                    <a:pt x="217" y="1699"/>
                    <a:pt x="202" y="1743"/>
                    <a:pt x="207" y="1759"/>
                  </a:cubicBezTo>
                  <a:cubicBezTo>
                    <a:pt x="208" y="1763"/>
                    <a:pt x="210" y="1767"/>
                    <a:pt x="211" y="1771"/>
                  </a:cubicBezTo>
                  <a:cubicBezTo>
                    <a:pt x="156" y="1775"/>
                    <a:pt x="108" y="1798"/>
                    <a:pt x="67" y="1877"/>
                  </a:cubicBezTo>
                  <a:cubicBezTo>
                    <a:pt x="0" y="2003"/>
                    <a:pt x="12" y="2082"/>
                    <a:pt x="60" y="2174"/>
                  </a:cubicBezTo>
                  <a:cubicBezTo>
                    <a:pt x="108" y="2266"/>
                    <a:pt x="235" y="2479"/>
                    <a:pt x="359" y="2541"/>
                  </a:cubicBezTo>
                  <a:cubicBezTo>
                    <a:pt x="377" y="2550"/>
                    <a:pt x="391" y="2585"/>
                    <a:pt x="445" y="2605"/>
                  </a:cubicBezTo>
                  <a:cubicBezTo>
                    <a:pt x="500" y="2625"/>
                    <a:pt x="480" y="2747"/>
                    <a:pt x="500" y="2774"/>
                  </a:cubicBezTo>
                  <a:cubicBezTo>
                    <a:pt x="520" y="2801"/>
                    <a:pt x="516" y="2819"/>
                    <a:pt x="516" y="2819"/>
                  </a:cubicBezTo>
                  <a:cubicBezTo>
                    <a:pt x="516" y="2819"/>
                    <a:pt x="528" y="2886"/>
                    <a:pt x="560" y="2865"/>
                  </a:cubicBezTo>
                  <a:cubicBezTo>
                    <a:pt x="576" y="2854"/>
                    <a:pt x="569" y="2838"/>
                    <a:pt x="569" y="2838"/>
                  </a:cubicBezTo>
                  <a:cubicBezTo>
                    <a:pt x="569" y="2838"/>
                    <a:pt x="589" y="2816"/>
                    <a:pt x="597" y="2781"/>
                  </a:cubicBezTo>
                  <a:cubicBezTo>
                    <a:pt x="612" y="2718"/>
                    <a:pt x="676" y="2695"/>
                    <a:pt x="685" y="2655"/>
                  </a:cubicBezTo>
                  <a:cubicBezTo>
                    <a:pt x="695" y="2615"/>
                    <a:pt x="731" y="2611"/>
                    <a:pt x="680" y="2541"/>
                  </a:cubicBezTo>
                  <a:cubicBezTo>
                    <a:pt x="629" y="2470"/>
                    <a:pt x="551" y="2326"/>
                    <a:pt x="551" y="2326"/>
                  </a:cubicBezTo>
                  <a:cubicBezTo>
                    <a:pt x="551" y="2326"/>
                    <a:pt x="620" y="2400"/>
                    <a:pt x="657" y="2345"/>
                  </a:cubicBezTo>
                  <a:cubicBezTo>
                    <a:pt x="711" y="2361"/>
                    <a:pt x="691" y="2340"/>
                    <a:pt x="765" y="2345"/>
                  </a:cubicBezTo>
                  <a:cubicBezTo>
                    <a:pt x="778" y="2346"/>
                    <a:pt x="790" y="2345"/>
                    <a:pt x="801" y="2342"/>
                  </a:cubicBezTo>
                  <a:cubicBezTo>
                    <a:pt x="814" y="2351"/>
                    <a:pt x="838" y="2361"/>
                    <a:pt x="871" y="2351"/>
                  </a:cubicBezTo>
                  <a:cubicBezTo>
                    <a:pt x="924" y="2335"/>
                    <a:pt x="951" y="2327"/>
                    <a:pt x="951" y="2327"/>
                  </a:cubicBezTo>
                  <a:cubicBezTo>
                    <a:pt x="951" y="2327"/>
                    <a:pt x="925" y="2371"/>
                    <a:pt x="909" y="2383"/>
                  </a:cubicBezTo>
                  <a:cubicBezTo>
                    <a:pt x="893" y="2395"/>
                    <a:pt x="876" y="2432"/>
                    <a:pt x="872" y="2450"/>
                  </a:cubicBezTo>
                  <a:cubicBezTo>
                    <a:pt x="863" y="2490"/>
                    <a:pt x="813" y="2523"/>
                    <a:pt x="812" y="2554"/>
                  </a:cubicBezTo>
                  <a:cubicBezTo>
                    <a:pt x="812" y="2554"/>
                    <a:pt x="754" y="2575"/>
                    <a:pt x="756" y="2623"/>
                  </a:cubicBezTo>
                  <a:cubicBezTo>
                    <a:pt x="757" y="2655"/>
                    <a:pt x="768" y="2663"/>
                    <a:pt x="768" y="2663"/>
                  </a:cubicBezTo>
                  <a:cubicBezTo>
                    <a:pt x="768" y="2663"/>
                    <a:pt x="752" y="2674"/>
                    <a:pt x="755" y="2690"/>
                  </a:cubicBezTo>
                  <a:cubicBezTo>
                    <a:pt x="757" y="2706"/>
                    <a:pt x="776" y="2711"/>
                    <a:pt x="776" y="2711"/>
                  </a:cubicBezTo>
                  <a:cubicBezTo>
                    <a:pt x="776" y="2711"/>
                    <a:pt x="767" y="2725"/>
                    <a:pt x="768" y="2734"/>
                  </a:cubicBezTo>
                  <a:cubicBezTo>
                    <a:pt x="769" y="2743"/>
                    <a:pt x="792" y="2754"/>
                    <a:pt x="792" y="2754"/>
                  </a:cubicBezTo>
                  <a:cubicBezTo>
                    <a:pt x="792" y="2754"/>
                    <a:pt x="792" y="2767"/>
                    <a:pt x="797" y="2778"/>
                  </a:cubicBezTo>
                  <a:cubicBezTo>
                    <a:pt x="803" y="2789"/>
                    <a:pt x="820" y="2790"/>
                    <a:pt x="820" y="2790"/>
                  </a:cubicBezTo>
                  <a:cubicBezTo>
                    <a:pt x="820" y="2790"/>
                    <a:pt x="835" y="2807"/>
                    <a:pt x="871" y="2802"/>
                  </a:cubicBezTo>
                  <a:cubicBezTo>
                    <a:pt x="907" y="2797"/>
                    <a:pt x="913" y="2782"/>
                    <a:pt x="932" y="2781"/>
                  </a:cubicBezTo>
                  <a:cubicBezTo>
                    <a:pt x="951" y="2779"/>
                    <a:pt x="967" y="2734"/>
                    <a:pt x="977" y="2709"/>
                  </a:cubicBezTo>
                  <a:cubicBezTo>
                    <a:pt x="988" y="2683"/>
                    <a:pt x="1019" y="2615"/>
                    <a:pt x="1023" y="2603"/>
                  </a:cubicBezTo>
                  <a:cubicBezTo>
                    <a:pt x="1023" y="2603"/>
                    <a:pt x="1056" y="2601"/>
                    <a:pt x="1080" y="2573"/>
                  </a:cubicBezTo>
                  <a:cubicBezTo>
                    <a:pt x="1104" y="2545"/>
                    <a:pt x="1176" y="2547"/>
                    <a:pt x="1241" y="2473"/>
                  </a:cubicBezTo>
                  <a:cubicBezTo>
                    <a:pt x="1307" y="2398"/>
                    <a:pt x="1524" y="2245"/>
                    <a:pt x="1496" y="2042"/>
                  </a:cubicBezTo>
                  <a:cubicBezTo>
                    <a:pt x="1490" y="2001"/>
                    <a:pt x="1482" y="1967"/>
                    <a:pt x="1471" y="1938"/>
                  </a:cubicBezTo>
                  <a:cubicBezTo>
                    <a:pt x="1478" y="1927"/>
                    <a:pt x="1484" y="1913"/>
                    <a:pt x="1486" y="1900"/>
                  </a:cubicBezTo>
                  <a:cubicBezTo>
                    <a:pt x="1491" y="1874"/>
                    <a:pt x="1469" y="1841"/>
                    <a:pt x="1476" y="1822"/>
                  </a:cubicBezTo>
                  <a:cubicBezTo>
                    <a:pt x="1484" y="1803"/>
                    <a:pt x="1480" y="1762"/>
                    <a:pt x="1480" y="1762"/>
                  </a:cubicBezTo>
                  <a:cubicBezTo>
                    <a:pt x="1480" y="1762"/>
                    <a:pt x="1478" y="1752"/>
                    <a:pt x="1499" y="1727"/>
                  </a:cubicBezTo>
                  <a:cubicBezTo>
                    <a:pt x="1520" y="1702"/>
                    <a:pt x="1534" y="1442"/>
                    <a:pt x="1538" y="1417"/>
                  </a:cubicBezTo>
                  <a:cubicBezTo>
                    <a:pt x="1542" y="1393"/>
                    <a:pt x="1530" y="1372"/>
                    <a:pt x="1524" y="1358"/>
                  </a:cubicBezTo>
                  <a:close/>
                  <a:moveTo>
                    <a:pt x="411" y="1798"/>
                  </a:moveTo>
                  <a:cubicBezTo>
                    <a:pt x="417" y="1791"/>
                    <a:pt x="425" y="1779"/>
                    <a:pt x="415" y="1773"/>
                  </a:cubicBezTo>
                  <a:cubicBezTo>
                    <a:pt x="411" y="1770"/>
                    <a:pt x="411" y="1770"/>
                    <a:pt x="411" y="1770"/>
                  </a:cubicBezTo>
                  <a:cubicBezTo>
                    <a:pt x="411" y="1770"/>
                    <a:pt x="415" y="1745"/>
                    <a:pt x="417" y="1738"/>
                  </a:cubicBezTo>
                  <a:cubicBezTo>
                    <a:pt x="419" y="1734"/>
                    <a:pt x="421" y="1724"/>
                    <a:pt x="421" y="1715"/>
                  </a:cubicBezTo>
                  <a:cubicBezTo>
                    <a:pt x="436" y="1752"/>
                    <a:pt x="453" y="1791"/>
                    <a:pt x="477" y="1825"/>
                  </a:cubicBezTo>
                  <a:cubicBezTo>
                    <a:pt x="461" y="1817"/>
                    <a:pt x="439" y="1807"/>
                    <a:pt x="411" y="1798"/>
                  </a:cubicBezTo>
                  <a:close/>
                  <a:moveTo>
                    <a:pt x="1319" y="1644"/>
                  </a:moveTo>
                  <a:cubicBezTo>
                    <a:pt x="1313" y="1655"/>
                    <a:pt x="1304" y="1680"/>
                    <a:pt x="1304" y="1680"/>
                  </a:cubicBezTo>
                  <a:cubicBezTo>
                    <a:pt x="1249" y="1684"/>
                    <a:pt x="1266" y="1714"/>
                    <a:pt x="1240" y="1735"/>
                  </a:cubicBezTo>
                  <a:cubicBezTo>
                    <a:pt x="1230" y="1743"/>
                    <a:pt x="1225" y="1751"/>
                    <a:pt x="1225" y="1772"/>
                  </a:cubicBezTo>
                  <a:cubicBezTo>
                    <a:pt x="1225" y="1781"/>
                    <a:pt x="1229" y="1787"/>
                    <a:pt x="1232" y="1791"/>
                  </a:cubicBezTo>
                  <a:cubicBezTo>
                    <a:pt x="1203" y="1791"/>
                    <a:pt x="1175" y="1794"/>
                    <a:pt x="1141" y="1806"/>
                  </a:cubicBezTo>
                  <a:cubicBezTo>
                    <a:pt x="1202" y="1759"/>
                    <a:pt x="1250" y="1700"/>
                    <a:pt x="1246" y="1554"/>
                  </a:cubicBezTo>
                  <a:cubicBezTo>
                    <a:pt x="1245" y="1485"/>
                    <a:pt x="1239" y="1421"/>
                    <a:pt x="1231" y="1364"/>
                  </a:cubicBezTo>
                  <a:cubicBezTo>
                    <a:pt x="1233" y="1370"/>
                    <a:pt x="1235" y="1373"/>
                    <a:pt x="1235" y="1373"/>
                  </a:cubicBezTo>
                  <a:cubicBezTo>
                    <a:pt x="1235" y="1373"/>
                    <a:pt x="1242" y="1380"/>
                    <a:pt x="1252" y="1404"/>
                  </a:cubicBezTo>
                  <a:cubicBezTo>
                    <a:pt x="1262" y="1428"/>
                    <a:pt x="1301" y="1476"/>
                    <a:pt x="1301" y="1476"/>
                  </a:cubicBezTo>
                  <a:cubicBezTo>
                    <a:pt x="1288" y="1533"/>
                    <a:pt x="1309" y="1572"/>
                    <a:pt x="1317" y="1594"/>
                  </a:cubicBezTo>
                  <a:cubicBezTo>
                    <a:pt x="1325" y="1615"/>
                    <a:pt x="1325" y="1633"/>
                    <a:pt x="1319" y="1644"/>
                  </a:cubicBezTo>
                  <a:close/>
                </a:path>
              </a:pathLst>
            </a:custGeom>
            <a:solidFill>
              <a:srgbClr val="B1DF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61463" name="Freeform 67">
              <a:extLst>
                <a:ext uri="{FF2B5EF4-FFF2-40B4-BE49-F238E27FC236}">
                  <a16:creationId xmlns:a16="http://schemas.microsoft.com/office/drawing/2014/main" id="{53C15F1F-DE56-48B5-9752-51F09FDF417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650" y="2464"/>
              <a:ext cx="802" cy="1497"/>
            </a:xfrm>
            <a:custGeom>
              <a:avLst/>
              <a:gdLst>
                <a:gd name="T0" fmla="*/ 204 w 1542"/>
                <a:gd name="T1" fmla="*/ 172 h 2886"/>
                <a:gd name="T2" fmla="*/ 166 w 1542"/>
                <a:gd name="T3" fmla="*/ 119 h 2886"/>
                <a:gd name="T4" fmla="*/ 159 w 1542"/>
                <a:gd name="T5" fmla="*/ 112 h 2886"/>
                <a:gd name="T6" fmla="*/ 169 w 1542"/>
                <a:gd name="T7" fmla="*/ 76 h 2886"/>
                <a:gd name="T8" fmla="*/ 164 w 1542"/>
                <a:gd name="T9" fmla="*/ 54 h 2886"/>
                <a:gd name="T10" fmla="*/ 63 w 1542"/>
                <a:gd name="T11" fmla="*/ 39 h 2886"/>
                <a:gd name="T12" fmla="*/ 67 w 1542"/>
                <a:gd name="T13" fmla="*/ 76 h 2886"/>
                <a:gd name="T14" fmla="*/ 73 w 1542"/>
                <a:gd name="T15" fmla="*/ 94 h 2886"/>
                <a:gd name="T16" fmla="*/ 88 w 1542"/>
                <a:gd name="T17" fmla="*/ 102 h 2886"/>
                <a:gd name="T18" fmla="*/ 93 w 1542"/>
                <a:gd name="T19" fmla="*/ 112 h 2886"/>
                <a:gd name="T20" fmla="*/ 77 w 1542"/>
                <a:gd name="T21" fmla="*/ 115 h 2886"/>
                <a:gd name="T22" fmla="*/ 38 w 1542"/>
                <a:gd name="T23" fmla="*/ 159 h 2886"/>
                <a:gd name="T24" fmla="*/ 33 w 1542"/>
                <a:gd name="T25" fmla="*/ 229 h 2886"/>
                <a:gd name="T26" fmla="*/ 29 w 1542"/>
                <a:gd name="T27" fmla="*/ 245 h 2886"/>
                <a:gd name="T28" fmla="*/ 9 w 1542"/>
                <a:gd name="T29" fmla="*/ 262 h 2886"/>
                <a:gd name="T30" fmla="*/ 50 w 1542"/>
                <a:gd name="T31" fmla="*/ 355 h 2886"/>
                <a:gd name="T32" fmla="*/ 70 w 1542"/>
                <a:gd name="T33" fmla="*/ 387 h 2886"/>
                <a:gd name="T34" fmla="*/ 79 w 1542"/>
                <a:gd name="T35" fmla="*/ 400 h 2886"/>
                <a:gd name="T36" fmla="*/ 84 w 1542"/>
                <a:gd name="T37" fmla="*/ 388 h 2886"/>
                <a:gd name="T38" fmla="*/ 96 w 1542"/>
                <a:gd name="T39" fmla="*/ 355 h 2886"/>
                <a:gd name="T40" fmla="*/ 93 w 1542"/>
                <a:gd name="T41" fmla="*/ 327 h 2886"/>
                <a:gd name="T42" fmla="*/ 113 w 1542"/>
                <a:gd name="T43" fmla="*/ 327 h 2886"/>
                <a:gd name="T44" fmla="*/ 134 w 1542"/>
                <a:gd name="T45" fmla="*/ 325 h 2886"/>
                <a:gd name="T46" fmla="*/ 123 w 1542"/>
                <a:gd name="T47" fmla="*/ 342 h 2886"/>
                <a:gd name="T48" fmla="*/ 106 w 1542"/>
                <a:gd name="T49" fmla="*/ 366 h 2886"/>
                <a:gd name="T50" fmla="*/ 106 w 1542"/>
                <a:gd name="T51" fmla="*/ 376 h 2886"/>
                <a:gd name="T52" fmla="*/ 108 w 1542"/>
                <a:gd name="T53" fmla="*/ 382 h 2886"/>
                <a:gd name="T54" fmla="*/ 112 w 1542"/>
                <a:gd name="T55" fmla="*/ 387 h 2886"/>
                <a:gd name="T56" fmla="*/ 123 w 1542"/>
                <a:gd name="T57" fmla="*/ 391 h 2886"/>
                <a:gd name="T58" fmla="*/ 137 w 1542"/>
                <a:gd name="T59" fmla="*/ 378 h 2886"/>
                <a:gd name="T60" fmla="*/ 152 w 1542"/>
                <a:gd name="T61" fmla="*/ 359 h 2886"/>
                <a:gd name="T62" fmla="*/ 211 w 1542"/>
                <a:gd name="T63" fmla="*/ 285 h 2886"/>
                <a:gd name="T64" fmla="*/ 209 w 1542"/>
                <a:gd name="T65" fmla="*/ 265 h 2886"/>
                <a:gd name="T66" fmla="*/ 208 w 1542"/>
                <a:gd name="T67" fmla="*/ 246 h 2886"/>
                <a:gd name="T68" fmla="*/ 216 w 1542"/>
                <a:gd name="T69" fmla="*/ 198 h 2886"/>
                <a:gd name="T70" fmla="*/ 58 w 1542"/>
                <a:gd name="T71" fmla="*/ 251 h 2886"/>
                <a:gd name="T72" fmla="*/ 58 w 1542"/>
                <a:gd name="T73" fmla="*/ 247 h 2886"/>
                <a:gd name="T74" fmla="*/ 59 w 1542"/>
                <a:gd name="T75" fmla="*/ 240 h 2886"/>
                <a:gd name="T76" fmla="*/ 58 w 1542"/>
                <a:gd name="T77" fmla="*/ 251 h 2886"/>
                <a:gd name="T78" fmla="*/ 184 w 1542"/>
                <a:gd name="T79" fmla="*/ 234 h 2886"/>
                <a:gd name="T80" fmla="*/ 172 w 1542"/>
                <a:gd name="T81" fmla="*/ 247 h 2886"/>
                <a:gd name="T82" fmla="*/ 160 w 1542"/>
                <a:gd name="T83" fmla="*/ 252 h 2886"/>
                <a:gd name="T84" fmla="*/ 173 w 1542"/>
                <a:gd name="T85" fmla="*/ 190 h 2886"/>
                <a:gd name="T86" fmla="*/ 176 w 1542"/>
                <a:gd name="T87" fmla="*/ 196 h 2886"/>
                <a:gd name="T88" fmla="*/ 185 w 1542"/>
                <a:gd name="T89" fmla="*/ 223 h 288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1542" h="2886">
                  <a:moveTo>
                    <a:pt x="1524" y="1358"/>
                  </a:moveTo>
                  <a:cubicBezTo>
                    <a:pt x="1518" y="1343"/>
                    <a:pt x="1474" y="1263"/>
                    <a:pt x="1452" y="1232"/>
                  </a:cubicBezTo>
                  <a:cubicBezTo>
                    <a:pt x="1429" y="1201"/>
                    <a:pt x="1400" y="1100"/>
                    <a:pt x="1342" y="972"/>
                  </a:cubicBezTo>
                  <a:cubicBezTo>
                    <a:pt x="1284" y="844"/>
                    <a:pt x="1208" y="852"/>
                    <a:pt x="1181" y="854"/>
                  </a:cubicBezTo>
                  <a:cubicBezTo>
                    <a:pt x="1164" y="855"/>
                    <a:pt x="1131" y="848"/>
                    <a:pt x="1109" y="842"/>
                  </a:cubicBezTo>
                  <a:cubicBezTo>
                    <a:pt x="1116" y="825"/>
                    <a:pt x="1120" y="811"/>
                    <a:pt x="1131" y="803"/>
                  </a:cubicBezTo>
                  <a:cubicBezTo>
                    <a:pt x="1156" y="784"/>
                    <a:pt x="1159" y="772"/>
                    <a:pt x="1177" y="747"/>
                  </a:cubicBezTo>
                  <a:cubicBezTo>
                    <a:pt x="1237" y="666"/>
                    <a:pt x="1189" y="577"/>
                    <a:pt x="1195" y="544"/>
                  </a:cubicBezTo>
                  <a:cubicBezTo>
                    <a:pt x="1200" y="511"/>
                    <a:pt x="1173" y="475"/>
                    <a:pt x="1176" y="448"/>
                  </a:cubicBezTo>
                  <a:cubicBezTo>
                    <a:pt x="1178" y="422"/>
                    <a:pt x="1172" y="408"/>
                    <a:pt x="1166" y="389"/>
                  </a:cubicBezTo>
                  <a:cubicBezTo>
                    <a:pt x="1146" y="324"/>
                    <a:pt x="1148" y="160"/>
                    <a:pt x="918" y="75"/>
                  </a:cubicBezTo>
                  <a:cubicBezTo>
                    <a:pt x="716" y="0"/>
                    <a:pt x="490" y="99"/>
                    <a:pt x="450" y="279"/>
                  </a:cubicBezTo>
                  <a:cubicBezTo>
                    <a:pt x="425" y="392"/>
                    <a:pt x="459" y="477"/>
                    <a:pt x="488" y="525"/>
                  </a:cubicBezTo>
                  <a:cubicBezTo>
                    <a:pt x="482" y="529"/>
                    <a:pt x="478" y="535"/>
                    <a:pt x="476" y="546"/>
                  </a:cubicBezTo>
                  <a:cubicBezTo>
                    <a:pt x="473" y="568"/>
                    <a:pt x="487" y="589"/>
                    <a:pt x="496" y="608"/>
                  </a:cubicBezTo>
                  <a:cubicBezTo>
                    <a:pt x="506" y="628"/>
                    <a:pt x="513" y="649"/>
                    <a:pt x="518" y="670"/>
                  </a:cubicBezTo>
                  <a:cubicBezTo>
                    <a:pt x="526" y="708"/>
                    <a:pt x="548" y="765"/>
                    <a:pt x="597" y="761"/>
                  </a:cubicBezTo>
                  <a:cubicBezTo>
                    <a:pt x="615" y="759"/>
                    <a:pt x="622" y="746"/>
                    <a:pt x="627" y="732"/>
                  </a:cubicBezTo>
                  <a:cubicBezTo>
                    <a:pt x="638" y="747"/>
                    <a:pt x="624" y="749"/>
                    <a:pt x="655" y="798"/>
                  </a:cubicBezTo>
                  <a:cubicBezTo>
                    <a:pt x="656" y="800"/>
                    <a:pt x="657" y="801"/>
                    <a:pt x="659" y="803"/>
                  </a:cubicBezTo>
                  <a:cubicBezTo>
                    <a:pt x="650" y="812"/>
                    <a:pt x="639" y="824"/>
                    <a:pt x="637" y="833"/>
                  </a:cubicBezTo>
                  <a:cubicBezTo>
                    <a:pt x="637" y="833"/>
                    <a:pt x="569" y="831"/>
                    <a:pt x="551" y="826"/>
                  </a:cubicBezTo>
                  <a:cubicBezTo>
                    <a:pt x="533" y="820"/>
                    <a:pt x="441" y="824"/>
                    <a:pt x="403" y="918"/>
                  </a:cubicBezTo>
                  <a:cubicBezTo>
                    <a:pt x="366" y="1013"/>
                    <a:pt x="298" y="1095"/>
                    <a:pt x="275" y="1140"/>
                  </a:cubicBezTo>
                  <a:cubicBezTo>
                    <a:pt x="252" y="1184"/>
                    <a:pt x="199" y="1269"/>
                    <a:pt x="203" y="1378"/>
                  </a:cubicBezTo>
                  <a:cubicBezTo>
                    <a:pt x="209" y="1516"/>
                    <a:pt x="243" y="1621"/>
                    <a:pt x="239" y="1641"/>
                  </a:cubicBezTo>
                  <a:cubicBezTo>
                    <a:pt x="239" y="1641"/>
                    <a:pt x="229" y="1657"/>
                    <a:pt x="223" y="1678"/>
                  </a:cubicBezTo>
                  <a:cubicBezTo>
                    <a:pt x="217" y="1699"/>
                    <a:pt x="202" y="1743"/>
                    <a:pt x="207" y="1759"/>
                  </a:cubicBezTo>
                  <a:cubicBezTo>
                    <a:pt x="208" y="1763"/>
                    <a:pt x="210" y="1767"/>
                    <a:pt x="211" y="1771"/>
                  </a:cubicBezTo>
                  <a:cubicBezTo>
                    <a:pt x="156" y="1775"/>
                    <a:pt x="108" y="1798"/>
                    <a:pt x="67" y="1877"/>
                  </a:cubicBezTo>
                  <a:cubicBezTo>
                    <a:pt x="0" y="2003"/>
                    <a:pt x="12" y="2082"/>
                    <a:pt x="60" y="2174"/>
                  </a:cubicBezTo>
                  <a:cubicBezTo>
                    <a:pt x="108" y="2266"/>
                    <a:pt x="235" y="2479"/>
                    <a:pt x="359" y="2541"/>
                  </a:cubicBezTo>
                  <a:cubicBezTo>
                    <a:pt x="377" y="2550"/>
                    <a:pt x="391" y="2585"/>
                    <a:pt x="445" y="2605"/>
                  </a:cubicBezTo>
                  <a:cubicBezTo>
                    <a:pt x="500" y="2625"/>
                    <a:pt x="480" y="2747"/>
                    <a:pt x="500" y="2774"/>
                  </a:cubicBezTo>
                  <a:cubicBezTo>
                    <a:pt x="520" y="2801"/>
                    <a:pt x="516" y="2819"/>
                    <a:pt x="516" y="2819"/>
                  </a:cubicBezTo>
                  <a:cubicBezTo>
                    <a:pt x="516" y="2819"/>
                    <a:pt x="528" y="2886"/>
                    <a:pt x="560" y="2865"/>
                  </a:cubicBezTo>
                  <a:cubicBezTo>
                    <a:pt x="576" y="2854"/>
                    <a:pt x="569" y="2838"/>
                    <a:pt x="569" y="2838"/>
                  </a:cubicBezTo>
                  <a:cubicBezTo>
                    <a:pt x="569" y="2838"/>
                    <a:pt x="589" y="2816"/>
                    <a:pt x="597" y="2781"/>
                  </a:cubicBezTo>
                  <a:cubicBezTo>
                    <a:pt x="612" y="2718"/>
                    <a:pt x="676" y="2695"/>
                    <a:pt x="685" y="2655"/>
                  </a:cubicBezTo>
                  <a:cubicBezTo>
                    <a:pt x="695" y="2615"/>
                    <a:pt x="731" y="2611"/>
                    <a:pt x="680" y="2541"/>
                  </a:cubicBezTo>
                  <a:cubicBezTo>
                    <a:pt x="629" y="2470"/>
                    <a:pt x="551" y="2326"/>
                    <a:pt x="551" y="2326"/>
                  </a:cubicBezTo>
                  <a:cubicBezTo>
                    <a:pt x="551" y="2326"/>
                    <a:pt x="620" y="2400"/>
                    <a:pt x="657" y="2345"/>
                  </a:cubicBezTo>
                  <a:cubicBezTo>
                    <a:pt x="711" y="2361"/>
                    <a:pt x="691" y="2340"/>
                    <a:pt x="765" y="2345"/>
                  </a:cubicBezTo>
                  <a:cubicBezTo>
                    <a:pt x="778" y="2346"/>
                    <a:pt x="790" y="2345"/>
                    <a:pt x="801" y="2342"/>
                  </a:cubicBezTo>
                  <a:cubicBezTo>
                    <a:pt x="814" y="2351"/>
                    <a:pt x="838" y="2361"/>
                    <a:pt x="871" y="2351"/>
                  </a:cubicBezTo>
                  <a:cubicBezTo>
                    <a:pt x="924" y="2335"/>
                    <a:pt x="951" y="2327"/>
                    <a:pt x="951" y="2327"/>
                  </a:cubicBezTo>
                  <a:cubicBezTo>
                    <a:pt x="951" y="2327"/>
                    <a:pt x="925" y="2371"/>
                    <a:pt x="909" y="2383"/>
                  </a:cubicBezTo>
                  <a:cubicBezTo>
                    <a:pt x="893" y="2395"/>
                    <a:pt x="876" y="2432"/>
                    <a:pt x="872" y="2450"/>
                  </a:cubicBezTo>
                  <a:cubicBezTo>
                    <a:pt x="863" y="2490"/>
                    <a:pt x="813" y="2523"/>
                    <a:pt x="812" y="2554"/>
                  </a:cubicBezTo>
                  <a:cubicBezTo>
                    <a:pt x="812" y="2554"/>
                    <a:pt x="754" y="2575"/>
                    <a:pt x="756" y="2623"/>
                  </a:cubicBezTo>
                  <a:cubicBezTo>
                    <a:pt x="757" y="2655"/>
                    <a:pt x="768" y="2663"/>
                    <a:pt x="768" y="2663"/>
                  </a:cubicBezTo>
                  <a:cubicBezTo>
                    <a:pt x="768" y="2663"/>
                    <a:pt x="752" y="2674"/>
                    <a:pt x="755" y="2690"/>
                  </a:cubicBezTo>
                  <a:cubicBezTo>
                    <a:pt x="757" y="2706"/>
                    <a:pt x="776" y="2711"/>
                    <a:pt x="776" y="2711"/>
                  </a:cubicBezTo>
                  <a:cubicBezTo>
                    <a:pt x="776" y="2711"/>
                    <a:pt x="767" y="2725"/>
                    <a:pt x="768" y="2734"/>
                  </a:cubicBezTo>
                  <a:cubicBezTo>
                    <a:pt x="769" y="2743"/>
                    <a:pt x="792" y="2754"/>
                    <a:pt x="792" y="2754"/>
                  </a:cubicBezTo>
                  <a:cubicBezTo>
                    <a:pt x="792" y="2754"/>
                    <a:pt x="792" y="2767"/>
                    <a:pt x="797" y="2778"/>
                  </a:cubicBezTo>
                  <a:cubicBezTo>
                    <a:pt x="803" y="2789"/>
                    <a:pt x="820" y="2790"/>
                    <a:pt x="820" y="2790"/>
                  </a:cubicBezTo>
                  <a:cubicBezTo>
                    <a:pt x="820" y="2790"/>
                    <a:pt x="835" y="2807"/>
                    <a:pt x="871" y="2802"/>
                  </a:cubicBezTo>
                  <a:cubicBezTo>
                    <a:pt x="907" y="2797"/>
                    <a:pt x="913" y="2782"/>
                    <a:pt x="932" y="2781"/>
                  </a:cubicBezTo>
                  <a:cubicBezTo>
                    <a:pt x="951" y="2779"/>
                    <a:pt x="967" y="2734"/>
                    <a:pt x="977" y="2709"/>
                  </a:cubicBezTo>
                  <a:cubicBezTo>
                    <a:pt x="988" y="2683"/>
                    <a:pt x="1019" y="2615"/>
                    <a:pt x="1023" y="2603"/>
                  </a:cubicBezTo>
                  <a:cubicBezTo>
                    <a:pt x="1023" y="2603"/>
                    <a:pt x="1056" y="2601"/>
                    <a:pt x="1080" y="2573"/>
                  </a:cubicBezTo>
                  <a:cubicBezTo>
                    <a:pt x="1104" y="2545"/>
                    <a:pt x="1176" y="2547"/>
                    <a:pt x="1241" y="2473"/>
                  </a:cubicBezTo>
                  <a:cubicBezTo>
                    <a:pt x="1307" y="2398"/>
                    <a:pt x="1524" y="2245"/>
                    <a:pt x="1496" y="2042"/>
                  </a:cubicBezTo>
                  <a:cubicBezTo>
                    <a:pt x="1490" y="2001"/>
                    <a:pt x="1482" y="1967"/>
                    <a:pt x="1471" y="1938"/>
                  </a:cubicBezTo>
                  <a:cubicBezTo>
                    <a:pt x="1478" y="1927"/>
                    <a:pt x="1484" y="1913"/>
                    <a:pt x="1486" y="1900"/>
                  </a:cubicBezTo>
                  <a:cubicBezTo>
                    <a:pt x="1491" y="1874"/>
                    <a:pt x="1469" y="1841"/>
                    <a:pt x="1476" y="1822"/>
                  </a:cubicBezTo>
                  <a:cubicBezTo>
                    <a:pt x="1484" y="1803"/>
                    <a:pt x="1480" y="1762"/>
                    <a:pt x="1480" y="1762"/>
                  </a:cubicBezTo>
                  <a:cubicBezTo>
                    <a:pt x="1480" y="1762"/>
                    <a:pt x="1478" y="1752"/>
                    <a:pt x="1499" y="1727"/>
                  </a:cubicBezTo>
                  <a:cubicBezTo>
                    <a:pt x="1520" y="1702"/>
                    <a:pt x="1534" y="1442"/>
                    <a:pt x="1538" y="1417"/>
                  </a:cubicBezTo>
                  <a:cubicBezTo>
                    <a:pt x="1542" y="1393"/>
                    <a:pt x="1530" y="1372"/>
                    <a:pt x="1524" y="1358"/>
                  </a:cubicBezTo>
                  <a:close/>
                  <a:moveTo>
                    <a:pt x="411" y="1798"/>
                  </a:moveTo>
                  <a:cubicBezTo>
                    <a:pt x="417" y="1791"/>
                    <a:pt x="425" y="1779"/>
                    <a:pt x="415" y="1773"/>
                  </a:cubicBezTo>
                  <a:cubicBezTo>
                    <a:pt x="411" y="1770"/>
                    <a:pt x="411" y="1770"/>
                    <a:pt x="411" y="1770"/>
                  </a:cubicBezTo>
                  <a:cubicBezTo>
                    <a:pt x="411" y="1770"/>
                    <a:pt x="415" y="1745"/>
                    <a:pt x="417" y="1738"/>
                  </a:cubicBezTo>
                  <a:cubicBezTo>
                    <a:pt x="419" y="1734"/>
                    <a:pt x="421" y="1724"/>
                    <a:pt x="421" y="1715"/>
                  </a:cubicBezTo>
                  <a:cubicBezTo>
                    <a:pt x="436" y="1752"/>
                    <a:pt x="453" y="1791"/>
                    <a:pt x="477" y="1825"/>
                  </a:cubicBezTo>
                  <a:cubicBezTo>
                    <a:pt x="461" y="1817"/>
                    <a:pt x="439" y="1807"/>
                    <a:pt x="411" y="1798"/>
                  </a:cubicBezTo>
                  <a:close/>
                  <a:moveTo>
                    <a:pt x="1319" y="1644"/>
                  </a:moveTo>
                  <a:cubicBezTo>
                    <a:pt x="1313" y="1655"/>
                    <a:pt x="1304" y="1680"/>
                    <a:pt x="1304" y="1680"/>
                  </a:cubicBezTo>
                  <a:cubicBezTo>
                    <a:pt x="1249" y="1684"/>
                    <a:pt x="1266" y="1714"/>
                    <a:pt x="1240" y="1735"/>
                  </a:cubicBezTo>
                  <a:cubicBezTo>
                    <a:pt x="1230" y="1743"/>
                    <a:pt x="1225" y="1751"/>
                    <a:pt x="1225" y="1772"/>
                  </a:cubicBezTo>
                  <a:cubicBezTo>
                    <a:pt x="1225" y="1781"/>
                    <a:pt x="1229" y="1787"/>
                    <a:pt x="1232" y="1791"/>
                  </a:cubicBezTo>
                  <a:cubicBezTo>
                    <a:pt x="1203" y="1791"/>
                    <a:pt x="1175" y="1794"/>
                    <a:pt x="1141" y="1806"/>
                  </a:cubicBezTo>
                  <a:cubicBezTo>
                    <a:pt x="1202" y="1759"/>
                    <a:pt x="1250" y="1700"/>
                    <a:pt x="1246" y="1554"/>
                  </a:cubicBezTo>
                  <a:cubicBezTo>
                    <a:pt x="1245" y="1485"/>
                    <a:pt x="1239" y="1421"/>
                    <a:pt x="1231" y="1364"/>
                  </a:cubicBezTo>
                  <a:cubicBezTo>
                    <a:pt x="1233" y="1370"/>
                    <a:pt x="1235" y="1373"/>
                    <a:pt x="1235" y="1373"/>
                  </a:cubicBezTo>
                  <a:cubicBezTo>
                    <a:pt x="1235" y="1373"/>
                    <a:pt x="1242" y="1380"/>
                    <a:pt x="1252" y="1404"/>
                  </a:cubicBezTo>
                  <a:cubicBezTo>
                    <a:pt x="1262" y="1428"/>
                    <a:pt x="1301" y="1476"/>
                    <a:pt x="1301" y="1476"/>
                  </a:cubicBezTo>
                  <a:cubicBezTo>
                    <a:pt x="1288" y="1533"/>
                    <a:pt x="1309" y="1572"/>
                    <a:pt x="1317" y="1594"/>
                  </a:cubicBezTo>
                  <a:cubicBezTo>
                    <a:pt x="1325" y="1615"/>
                    <a:pt x="1325" y="1633"/>
                    <a:pt x="1319" y="1644"/>
                  </a:cubicBezTo>
                  <a:close/>
                </a:path>
              </a:pathLst>
            </a:custGeom>
            <a:noFill/>
            <a:ln w="317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</p:grpSp>
      <p:grpSp>
        <p:nvGrpSpPr>
          <p:cNvPr id="61444" name="full-body-infant-outline-illustration">
            <a:extLst>
              <a:ext uri="{FF2B5EF4-FFF2-40B4-BE49-F238E27FC236}">
                <a16:creationId xmlns:a16="http://schemas.microsoft.com/office/drawing/2014/main" id="{8E6B98F6-4B2F-49E8-977F-2FE52AA7467D}"/>
              </a:ext>
            </a:extLst>
          </p:cNvPr>
          <p:cNvGrpSpPr>
            <a:grpSpLocks/>
          </p:cNvGrpSpPr>
          <p:nvPr/>
        </p:nvGrpSpPr>
        <p:grpSpPr bwMode="auto">
          <a:xfrm>
            <a:off x="2195513" y="1293813"/>
            <a:ext cx="1504950" cy="2768600"/>
            <a:chOff x="423" y="768"/>
            <a:chExt cx="948" cy="1744"/>
          </a:xfrm>
        </p:grpSpPr>
        <p:sp>
          <p:nvSpPr>
            <p:cNvPr id="61460" name="Freeform 48">
              <a:extLst>
                <a:ext uri="{FF2B5EF4-FFF2-40B4-BE49-F238E27FC236}">
                  <a16:creationId xmlns:a16="http://schemas.microsoft.com/office/drawing/2014/main" id="{84603027-C071-46C5-BE8C-0E03901A833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23" y="768"/>
              <a:ext cx="948" cy="1744"/>
            </a:xfrm>
            <a:custGeom>
              <a:avLst/>
              <a:gdLst>
                <a:gd name="T0" fmla="*/ 113 w 1371"/>
                <a:gd name="T1" fmla="*/ 243 h 2533"/>
                <a:gd name="T2" fmla="*/ 104 w 1371"/>
                <a:gd name="T3" fmla="*/ 383 h 2533"/>
                <a:gd name="T4" fmla="*/ 82 w 1371"/>
                <a:gd name="T5" fmla="*/ 378 h 2533"/>
                <a:gd name="T6" fmla="*/ 11 w 1371"/>
                <a:gd name="T7" fmla="*/ 445 h 2533"/>
                <a:gd name="T8" fmla="*/ 78 w 1371"/>
                <a:gd name="T9" fmla="*/ 516 h 2533"/>
                <a:gd name="T10" fmla="*/ 51 w 1371"/>
                <a:gd name="T11" fmla="*/ 571 h 2533"/>
                <a:gd name="T12" fmla="*/ 48 w 1371"/>
                <a:gd name="T13" fmla="*/ 579 h 2533"/>
                <a:gd name="T14" fmla="*/ 50 w 1371"/>
                <a:gd name="T15" fmla="*/ 597 h 2533"/>
                <a:gd name="T16" fmla="*/ 76 w 1371"/>
                <a:gd name="T17" fmla="*/ 593 h 2533"/>
                <a:gd name="T18" fmla="*/ 86 w 1371"/>
                <a:gd name="T19" fmla="*/ 593 h 2533"/>
                <a:gd name="T20" fmla="*/ 97 w 1371"/>
                <a:gd name="T21" fmla="*/ 587 h 2533"/>
                <a:gd name="T22" fmla="*/ 124 w 1371"/>
                <a:gd name="T23" fmla="*/ 502 h 2533"/>
                <a:gd name="T24" fmla="*/ 120 w 1371"/>
                <a:gd name="T25" fmla="*/ 495 h 2533"/>
                <a:gd name="T26" fmla="*/ 182 w 1371"/>
                <a:gd name="T27" fmla="*/ 508 h 2533"/>
                <a:gd name="T28" fmla="*/ 193 w 1371"/>
                <a:gd name="T29" fmla="*/ 509 h 2533"/>
                <a:gd name="T30" fmla="*/ 199 w 1371"/>
                <a:gd name="T31" fmla="*/ 509 h 2533"/>
                <a:gd name="T32" fmla="*/ 204 w 1371"/>
                <a:gd name="T33" fmla="*/ 507 h 2533"/>
                <a:gd name="T34" fmla="*/ 224 w 1371"/>
                <a:gd name="T35" fmla="*/ 512 h 2533"/>
                <a:gd name="T36" fmla="*/ 230 w 1371"/>
                <a:gd name="T37" fmla="*/ 538 h 2533"/>
                <a:gd name="T38" fmla="*/ 227 w 1371"/>
                <a:gd name="T39" fmla="*/ 549 h 2533"/>
                <a:gd name="T40" fmla="*/ 225 w 1371"/>
                <a:gd name="T41" fmla="*/ 561 h 2533"/>
                <a:gd name="T42" fmla="*/ 225 w 1371"/>
                <a:gd name="T43" fmla="*/ 576 h 2533"/>
                <a:gd name="T44" fmla="*/ 227 w 1371"/>
                <a:gd name="T45" fmla="*/ 587 h 2533"/>
                <a:gd name="T46" fmla="*/ 178 w 1371"/>
                <a:gd name="T47" fmla="*/ 726 h 2533"/>
                <a:gd name="T48" fmla="*/ 176 w 1371"/>
                <a:gd name="T49" fmla="*/ 742 h 2533"/>
                <a:gd name="T50" fmla="*/ 173 w 1371"/>
                <a:gd name="T51" fmla="*/ 746 h 2533"/>
                <a:gd name="T52" fmla="*/ 165 w 1371"/>
                <a:gd name="T53" fmla="*/ 757 h 2533"/>
                <a:gd name="T54" fmla="*/ 159 w 1371"/>
                <a:gd name="T55" fmla="*/ 766 h 2533"/>
                <a:gd name="T56" fmla="*/ 157 w 1371"/>
                <a:gd name="T57" fmla="*/ 774 h 2533"/>
                <a:gd name="T58" fmla="*/ 176 w 1371"/>
                <a:gd name="T59" fmla="*/ 789 h 2533"/>
                <a:gd name="T60" fmla="*/ 180 w 1371"/>
                <a:gd name="T61" fmla="*/ 793 h 2533"/>
                <a:gd name="T62" fmla="*/ 187 w 1371"/>
                <a:gd name="T63" fmla="*/ 822 h 2533"/>
                <a:gd name="T64" fmla="*/ 190 w 1371"/>
                <a:gd name="T65" fmla="*/ 823 h 2533"/>
                <a:gd name="T66" fmla="*/ 205 w 1371"/>
                <a:gd name="T67" fmla="*/ 811 h 2533"/>
                <a:gd name="T68" fmla="*/ 301 w 1371"/>
                <a:gd name="T69" fmla="*/ 547 h 2533"/>
                <a:gd name="T70" fmla="*/ 306 w 1371"/>
                <a:gd name="T71" fmla="*/ 422 h 2533"/>
                <a:gd name="T72" fmla="*/ 307 w 1371"/>
                <a:gd name="T73" fmla="*/ 412 h 2533"/>
                <a:gd name="T74" fmla="*/ 308 w 1371"/>
                <a:gd name="T75" fmla="*/ 405 h 2533"/>
                <a:gd name="T76" fmla="*/ 310 w 1371"/>
                <a:gd name="T77" fmla="*/ 399 h 2533"/>
                <a:gd name="T78" fmla="*/ 333 w 1371"/>
                <a:gd name="T79" fmla="*/ 261 h 2533"/>
                <a:gd name="T80" fmla="*/ 422 w 1371"/>
                <a:gd name="T81" fmla="*/ 129 h 2533"/>
                <a:gd name="T82" fmla="*/ 418 w 1371"/>
                <a:gd name="T83" fmla="*/ 130 h 2533"/>
                <a:gd name="T84" fmla="*/ 413 w 1371"/>
                <a:gd name="T85" fmla="*/ 130 h 2533"/>
                <a:gd name="T86" fmla="*/ 409 w 1371"/>
                <a:gd name="T87" fmla="*/ 133 h 2533"/>
                <a:gd name="T88" fmla="*/ 407 w 1371"/>
                <a:gd name="T89" fmla="*/ 136 h 2533"/>
                <a:gd name="T90" fmla="*/ 405 w 1371"/>
                <a:gd name="T91" fmla="*/ 139 h 2533"/>
                <a:gd name="T92" fmla="*/ 396 w 1371"/>
                <a:gd name="T93" fmla="*/ 145 h 2533"/>
                <a:gd name="T94" fmla="*/ 394 w 1371"/>
                <a:gd name="T95" fmla="*/ 145 h 2533"/>
                <a:gd name="T96" fmla="*/ 385 w 1371"/>
                <a:gd name="T97" fmla="*/ 162 h 2533"/>
                <a:gd name="T98" fmla="*/ 393 w 1371"/>
                <a:gd name="T99" fmla="*/ 213 h 2533"/>
                <a:gd name="T100" fmla="*/ 388 w 1371"/>
                <a:gd name="T101" fmla="*/ 223 h 2533"/>
                <a:gd name="T102" fmla="*/ 357 w 1371"/>
                <a:gd name="T103" fmla="*/ 200 h 2533"/>
                <a:gd name="T104" fmla="*/ 348 w 1371"/>
                <a:gd name="T105" fmla="*/ 193 h 2533"/>
                <a:gd name="T106" fmla="*/ 361 w 1371"/>
                <a:gd name="T107" fmla="*/ 119 h 2533"/>
                <a:gd name="T108" fmla="*/ 248 w 1371"/>
                <a:gd name="T109" fmla="*/ 5 h 2533"/>
                <a:gd name="T110" fmla="*/ 360 w 1371"/>
                <a:gd name="T111" fmla="*/ 118 h 2533"/>
                <a:gd name="T112" fmla="*/ 149 w 1371"/>
                <a:gd name="T113" fmla="*/ 343 h 2533"/>
                <a:gd name="T114" fmla="*/ 208 w 1371"/>
                <a:gd name="T115" fmla="*/ 145 h 2533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1371" h="2533">
                  <a:moveTo>
                    <a:pt x="596" y="515"/>
                  </a:moveTo>
                  <a:cubicBezTo>
                    <a:pt x="596" y="515"/>
                    <a:pt x="596" y="515"/>
                    <a:pt x="596" y="515"/>
                  </a:cubicBezTo>
                  <a:cubicBezTo>
                    <a:pt x="592" y="517"/>
                    <a:pt x="587" y="518"/>
                    <a:pt x="582" y="519"/>
                  </a:cubicBezTo>
                  <a:cubicBezTo>
                    <a:pt x="578" y="519"/>
                    <a:pt x="574" y="519"/>
                    <a:pt x="570" y="519"/>
                  </a:cubicBezTo>
                  <a:cubicBezTo>
                    <a:pt x="566" y="519"/>
                    <a:pt x="562" y="519"/>
                    <a:pt x="558" y="518"/>
                  </a:cubicBezTo>
                  <a:cubicBezTo>
                    <a:pt x="552" y="516"/>
                    <a:pt x="544" y="515"/>
                    <a:pt x="537" y="514"/>
                  </a:cubicBezTo>
                  <a:cubicBezTo>
                    <a:pt x="534" y="514"/>
                    <a:pt x="530" y="514"/>
                    <a:pt x="527" y="514"/>
                  </a:cubicBezTo>
                  <a:cubicBezTo>
                    <a:pt x="503" y="514"/>
                    <a:pt x="478" y="522"/>
                    <a:pt x="462" y="542"/>
                  </a:cubicBezTo>
                  <a:cubicBezTo>
                    <a:pt x="449" y="558"/>
                    <a:pt x="422" y="601"/>
                    <a:pt x="396" y="645"/>
                  </a:cubicBezTo>
                  <a:cubicBezTo>
                    <a:pt x="395" y="647"/>
                    <a:pt x="393" y="650"/>
                    <a:pt x="392" y="652"/>
                  </a:cubicBezTo>
                  <a:cubicBezTo>
                    <a:pt x="371" y="688"/>
                    <a:pt x="352" y="723"/>
                    <a:pt x="343" y="743"/>
                  </a:cubicBezTo>
                  <a:cubicBezTo>
                    <a:pt x="316" y="804"/>
                    <a:pt x="282" y="814"/>
                    <a:pt x="273" y="874"/>
                  </a:cubicBezTo>
                  <a:cubicBezTo>
                    <a:pt x="272" y="881"/>
                    <a:pt x="271" y="889"/>
                    <a:pt x="271" y="897"/>
                  </a:cubicBezTo>
                  <a:cubicBezTo>
                    <a:pt x="268" y="954"/>
                    <a:pt x="284" y="1023"/>
                    <a:pt x="320" y="1095"/>
                  </a:cubicBezTo>
                  <a:cubicBezTo>
                    <a:pt x="321" y="1097"/>
                    <a:pt x="322" y="1099"/>
                    <a:pt x="323" y="1101"/>
                  </a:cubicBezTo>
                  <a:cubicBezTo>
                    <a:pt x="329" y="1113"/>
                    <a:pt x="331" y="1119"/>
                    <a:pt x="325" y="1131"/>
                  </a:cubicBezTo>
                  <a:cubicBezTo>
                    <a:pt x="320" y="1142"/>
                    <a:pt x="316" y="1149"/>
                    <a:pt x="315" y="1157"/>
                  </a:cubicBezTo>
                  <a:cubicBezTo>
                    <a:pt x="315" y="1160"/>
                    <a:pt x="315" y="1162"/>
                    <a:pt x="316" y="1166"/>
                  </a:cubicBezTo>
                  <a:cubicBezTo>
                    <a:pt x="316" y="1166"/>
                    <a:pt x="316" y="1167"/>
                    <a:pt x="316" y="1168"/>
                  </a:cubicBezTo>
                  <a:cubicBezTo>
                    <a:pt x="316" y="1168"/>
                    <a:pt x="316" y="1169"/>
                    <a:pt x="316" y="1169"/>
                  </a:cubicBezTo>
                  <a:cubicBezTo>
                    <a:pt x="316" y="1170"/>
                    <a:pt x="316" y="1170"/>
                    <a:pt x="316" y="1170"/>
                  </a:cubicBezTo>
                  <a:cubicBezTo>
                    <a:pt x="316" y="1171"/>
                    <a:pt x="316" y="1172"/>
                    <a:pt x="316" y="1172"/>
                  </a:cubicBezTo>
                  <a:cubicBezTo>
                    <a:pt x="316" y="1172"/>
                    <a:pt x="316" y="1173"/>
                    <a:pt x="316" y="1173"/>
                  </a:cubicBezTo>
                  <a:cubicBezTo>
                    <a:pt x="315" y="1173"/>
                    <a:pt x="315" y="1174"/>
                    <a:pt x="315" y="1175"/>
                  </a:cubicBezTo>
                  <a:cubicBezTo>
                    <a:pt x="315" y="1175"/>
                    <a:pt x="315" y="1175"/>
                    <a:pt x="315" y="1175"/>
                  </a:cubicBezTo>
                  <a:cubicBezTo>
                    <a:pt x="315" y="1175"/>
                    <a:pt x="315" y="1175"/>
                    <a:pt x="315" y="1175"/>
                  </a:cubicBezTo>
                  <a:cubicBezTo>
                    <a:pt x="315" y="1175"/>
                    <a:pt x="315" y="1175"/>
                    <a:pt x="315" y="1175"/>
                  </a:cubicBezTo>
                  <a:cubicBezTo>
                    <a:pt x="307" y="1173"/>
                    <a:pt x="300" y="1171"/>
                    <a:pt x="293" y="1169"/>
                  </a:cubicBezTo>
                  <a:cubicBezTo>
                    <a:pt x="293" y="1169"/>
                    <a:pt x="293" y="1169"/>
                    <a:pt x="293" y="1169"/>
                  </a:cubicBezTo>
                  <a:cubicBezTo>
                    <a:pt x="285" y="1168"/>
                    <a:pt x="278" y="1166"/>
                    <a:pt x="271" y="1164"/>
                  </a:cubicBezTo>
                  <a:cubicBezTo>
                    <a:pt x="271" y="1164"/>
                    <a:pt x="270" y="1164"/>
                    <a:pt x="270" y="1164"/>
                  </a:cubicBezTo>
                  <a:cubicBezTo>
                    <a:pt x="263" y="1162"/>
                    <a:pt x="256" y="1161"/>
                    <a:pt x="250" y="1160"/>
                  </a:cubicBezTo>
                  <a:cubicBezTo>
                    <a:pt x="249" y="1159"/>
                    <a:pt x="248" y="1159"/>
                    <a:pt x="247" y="1159"/>
                  </a:cubicBezTo>
                  <a:cubicBezTo>
                    <a:pt x="241" y="1158"/>
                    <a:pt x="234" y="1156"/>
                    <a:pt x="228" y="1155"/>
                  </a:cubicBezTo>
                  <a:cubicBezTo>
                    <a:pt x="227" y="1155"/>
                    <a:pt x="225" y="1155"/>
                    <a:pt x="224" y="1154"/>
                  </a:cubicBezTo>
                  <a:cubicBezTo>
                    <a:pt x="218" y="1153"/>
                    <a:pt x="212" y="1152"/>
                    <a:pt x="207" y="1151"/>
                  </a:cubicBezTo>
                  <a:cubicBezTo>
                    <a:pt x="205" y="1151"/>
                    <a:pt x="203" y="1151"/>
                    <a:pt x="201" y="1150"/>
                  </a:cubicBezTo>
                  <a:cubicBezTo>
                    <a:pt x="196" y="1150"/>
                    <a:pt x="190" y="1149"/>
                    <a:pt x="185" y="1148"/>
                  </a:cubicBezTo>
                  <a:cubicBezTo>
                    <a:pt x="183" y="1148"/>
                    <a:pt x="181" y="1147"/>
                    <a:pt x="179" y="1147"/>
                  </a:cubicBezTo>
                  <a:cubicBezTo>
                    <a:pt x="174" y="1146"/>
                    <a:pt x="169" y="1146"/>
                    <a:pt x="164" y="1145"/>
                  </a:cubicBezTo>
                  <a:cubicBezTo>
                    <a:pt x="162" y="1145"/>
                    <a:pt x="160" y="1145"/>
                    <a:pt x="157" y="1144"/>
                  </a:cubicBezTo>
                  <a:cubicBezTo>
                    <a:pt x="150" y="1144"/>
                    <a:pt x="143" y="1143"/>
                    <a:pt x="137" y="1143"/>
                  </a:cubicBezTo>
                  <a:cubicBezTo>
                    <a:pt x="93" y="1139"/>
                    <a:pt x="45" y="1168"/>
                    <a:pt x="29" y="1209"/>
                  </a:cubicBezTo>
                  <a:cubicBezTo>
                    <a:pt x="14" y="1250"/>
                    <a:pt x="0" y="1317"/>
                    <a:pt x="33" y="1362"/>
                  </a:cubicBezTo>
                  <a:cubicBezTo>
                    <a:pt x="66" y="1406"/>
                    <a:pt x="167" y="1526"/>
                    <a:pt x="217" y="1562"/>
                  </a:cubicBezTo>
                  <a:cubicBezTo>
                    <a:pt x="219" y="1563"/>
                    <a:pt x="220" y="1564"/>
                    <a:pt x="221" y="1565"/>
                  </a:cubicBezTo>
                  <a:cubicBezTo>
                    <a:pt x="222" y="1566"/>
                    <a:pt x="222" y="1566"/>
                    <a:pt x="223" y="1566"/>
                  </a:cubicBezTo>
                  <a:cubicBezTo>
                    <a:pt x="224" y="1567"/>
                    <a:pt x="225" y="1568"/>
                    <a:pt x="226" y="1569"/>
                  </a:cubicBezTo>
                  <a:cubicBezTo>
                    <a:pt x="226" y="1569"/>
                    <a:pt x="226" y="1570"/>
                    <a:pt x="227" y="1570"/>
                  </a:cubicBezTo>
                  <a:cubicBezTo>
                    <a:pt x="228" y="1571"/>
                    <a:pt x="228" y="1572"/>
                    <a:pt x="229" y="1573"/>
                  </a:cubicBezTo>
                  <a:cubicBezTo>
                    <a:pt x="230" y="1573"/>
                    <a:pt x="230" y="1573"/>
                    <a:pt x="230" y="1574"/>
                  </a:cubicBezTo>
                  <a:cubicBezTo>
                    <a:pt x="231" y="1575"/>
                    <a:pt x="232" y="1576"/>
                    <a:pt x="233" y="1577"/>
                  </a:cubicBezTo>
                  <a:cubicBezTo>
                    <a:pt x="233" y="1577"/>
                    <a:pt x="233" y="1577"/>
                    <a:pt x="233" y="1578"/>
                  </a:cubicBezTo>
                  <a:cubicBezTo>
                    <a:pt x="234" y="1579"/>
                    <a:pt x="235" y="1580"/>
                    <a:pt x="236" y="1581"/>
                  </a:cubicBezTo>
                  <a:cubicBezTo>
                    <a:pt x="236" y="1581"/>
                    <a:pt x="236" y="1581"/>
                    <a:pt x="236" y="1581"/>
                  </a:cubicBezTo>
                  <a:cubicBezTo>
                    <a:pt x="245" y="1594"/>
                    <a:pt x="250" y="1605"/>
                    <a:pt x="255" y="1606"/>
                  </a:cubicBezTo>
                  <a:cubicBezTo>
                    <a:pt x="255" y="1606"/>
                    <a:pt x="255" y="1606"/>
                    <a:pt x="255" y="1606"/>
                  </a:cubicBezTo>
                  <a:cubicBezTo>
                    <a:pt x="255" y="1606"/>
                    <a:pt x="255" y="1607"/>
                    <a:pt x="255" y="1607"/>
                  </a:cubicBezTo>
                  <a:cubicBezTo>
                    <a:pt x="256" y="1606"/>
                    <a:pt x="256" y="1606"/>
                    <a:pt x="256" y="1606"/>
                  </a:cubicBezTo>
                  <a:cubicBezTo>
                    <a:pt x="256" y="1606"/>
                    <a:pt x="256" y="1606"/>
                    <a:pt x="256" y="1606"/>
                  </a:cubicBezTo>
                  <a:cubicBezTo>
                    <a:pt x="256" y="1606"/>
                    <a:pt x="256" y="1606"/>
                    <a:pt x="257" y="1606"/>
                  </a:cubicBezTo>
                  <a:cubicBezTo>
                    <a:pt x="257" y="1606"/>
                    <a:pt x="258" y="1606"/>
                    <a:pt x="258" y="1606"/>
                  </a:cubicBezTo>
                  <a:cubicBezTo>
                    <a:pt x="258" y="1606"/>
                    <a:pt x="253" y="1615"/>
                    <a:pt x="260" y="1620"/>
                  </a:cubicBezTo>
                  <a:cubicBezTo>
                    <a:pt x="260" y="1620"/>
                    <a:pt x="257" y="1629"/>
                    <a:pt x="259" y="1635"/>
                  </a:cubicBezTo>
                  <a:cubicBezTo>
                    <a:pt x="261" y="1641"/>
                    <a:pt x="223" y="1673"/>
                    <a:pt x="207" y="1689"/>
                  </a:cubicBezTo>
                  <a:cubicBezTo>
                    <a:pt x="191" y="1705"/>
                    <a:pt x="162" y="1719"/>
                    <a:pt x="155" y="1748"/>
                  </a:cubicBezTo>
                  <a:cubicBezTo>
                    <a:pt x="155" y="1750"/>
                    <a:pt x="155" y="1751"/>
                    <a:pt x="154" y="1753"/>
                  </a:cubicBezTo>
                  <a:cubicBezTo>
                    <a:pt x="154" y="1753"/>
                    <a:pt x="154" y="1753"/>
                    <a:pt x="154" y="1753"/>
                  </a:cubicBezTo>
                  <a:cubicBezTo>
                    <a:pt x="154" y="1754"/>
                    <a:pt x="153" y="1756"/>
                    <a:pt x="153" y="1757"/>
                  </a:cubicBezTo>
                  <a:cubicBezTo>
                    <a:pt x="153" y="1757"/>
                    <a:pt x="152" y="1758"/>
                    <a:pt x="152" y="1758"/>
                  </a:cubicBezTo>
                  <a:cubicBezTo>
                    <a:pt x="152" y="1759"/>
                    <a:pt x="151" y="1760"/>
                    <a:pt x="151" y="1762"/>
                  </a:cubicBezTo>
                  <a:cubicBezTo>
                    <a:pt x="151" y="1762"/>
                    <a:pt x="151" y="1762"/>
                    <a:pt x="151" y="1762"/>
                  </a:cubicBezTo>
                  <a:cubicBezTo>
                    <a:pt x="150" y="1763"/>
                    <a:pt x="149" y="1765"/>
                    <a:pt x="149" y="1766"/>
                  </a:cubicBezTo>
                  <a:cubicBezTo>
                    <a:pt x="149" y="1766"/>
                    <a:pt x="149" y="1766"/>
                    <a:pt x="149" y="1766"/>
                  </a:cubicBezTo>
                  <a:cubicBezTo>
                    <a:pt x="148" y="1768"/>
                    <a:pt x="147" y="1769"/>
                    <a:pt x="147" y="1770"/>
                  </a:cubicBezTo>
                  <a:cubicBezTo>
                    <a:pt x="147" y="1770"/>
                    <a:pt x="147" y="1770"/>
                    <a:pt x="147" y="1770"/>
                  </a:cubicBezTo>
                  <a:cubicBezTo>
                    <a:pt x="146" y="1771"/>
                    <a:pt x="146" y="1772"/>
                    <a:pt x="145" y="1773"/>
                  </a:cubicBezTo>
                  <a:cubicBezTo>
                    <a:pt x="145" y="1774"/>
                    <a:pt x="144" y="1774"/>
                    <a:pt x="144" y="1775"/>
                  </a:cubicBezTo>
                  <a:cubicBezTo>
                    <a:pt x="144" y="1775"/>
                    <a:pt x="144" y="1776"/>
                    <a:pt x="143" y="1776"/>
                  </a:cubicBezTo>
                  <a:cubicBezTo>
                    <a:pt x="139" y="1783"/>
                    <a:pt x="136" y="1789"/>
                    <a:pt x="136" y="1793"/>
                  </a:cubicBezTo>
                  <a:cubicBezTo>
                    <a:pt x="136" y="1793"/>
                    <a:pt x="136" y="1793"/>
                    <a:pt x="136" y="1793"/>
                  </a:cubicBezTo>
                  <a:cubicBezTo>
                    <a:pt x="136" y="1793"/>
                    <a:pt x="136" y="1794"/>
                    <a:pt x="137" y="1795"/>
                  </a:cubicBezTo>
                  <a:cubicBezTo>
                    <a:pt x="137" y="1795"/>
                    <a:pt x="137" y="1795"/>
                    <a:pt x="137" y="1795"/>
                  </a:cubicBezTo>
                  <a:cubicBezTo>
                    <a:pt x="137" y="1795"/>
                    <a:pt x="137" y="1796"/>
                    <a:pt x="138" y="1796"/>
                  </a:cubicBezTo>
                  <a:cubicBezTo>
                    <a:pt x="138" y="1796"/>
                    <a:pt x="138" y="1796"/>
                    <a:pt x="138" y="1796"/>
                  </a:cubicBezTo>
                  <a:cubicBezTo>
                    <a:pt x="138" y="1797"/>
                    <a:pt x="138" y="1797"/>
                    <a:pt x="139" y="1797"/>
                  </a:cubicBezTo>
                  <a:cubicBezTo>
                    <a:pt x="133" y="1806"/>
                    <a:pt x="126" y="1823"/>
                    <a:pt x="140" y="1828"/>
                  </a:cubicBezTo>
                  <a:cubicBezTo>
                    <a:pt x="144" y="1829"/>
                    <a:pt x="148" y="1830"/>
                    <a:pt x="151" y="1829"/>
                  </a:cubicBezTo>
                  <a:cubicBezTo>
                    <a:pt x="154" y="1829"/>
                    <a:pt x="156" y="1828"/>
                    <a:pt x="158" y="1827"/>
                  </a:cubicBezTo>
                  <a:cubicBezTo>
                    <a:pt x="157" y="1830"/>
                    <a:pt x="156" y="1840"/>
                    <a:pt x="168" y="1842"/>
                  </a:cubicBezTo>
                  <a:cubicBezTo>
                    <a:pt x="170" y="1842"/>
                    <a:pt x="172" y="1842"/>
                    <a:pt x="174" y="1842"/>
                  </a:cubicBezTo>
                  <a:cubicBezTo>
                    <a:pt x="182" y="1841"/>
                    <a:pt x="186" y="1835"/>
                    <a:pt x="187" y="1833"/>
                  </a:cubicBezTo>
                  <a:cubicBezTo>
                    <a:pt x="188" y="1835"/>
                    <a:pt x="191" y="1840"/>
                    <a:pt x="197" y="1840"/>
                  </a:cubicBezTo>
                  <a:cubicBezTo>
                    <a:pt x="198" y="1840"/>
                    <a:pt x="199" y="1840"/>
                    <a:pt x="200" y="1840"/>
                  </a:cubicBezTo>
                  <a:cubicBezTo>
                    <a:pt x="205" y="1839"/>
                    <a:pt x="207" y="1836"/>
                    <a:pt x="208" y="1835"/>
                  </a:cubicBezTo>
                  <a:cubicBezTo>
                    <a:pt x="210" y="1836"/>
                    <a:pt x="215" y="1841"/>
                    <a:pt x="223" y="1840"/>
                  </a:cubicBezTo>
                  <a:cubicBezTo>
                    <a:pt x="224" y="1840"/>
                    <a:pt x="224" y="1840"/>
                    <a:pt x="225" y="1840"/>
                  </a:cubicBezTo>
                  <a:cubicBezTo>
                    <a:pt x="235" y="1839"/>
                    <a:pt x="236" y="1831"/>
                    <a:pt x="230" y="1816"/>
                  </a:cubicBezTo>
                  <a:cubicBezTo>
                    <a:pt x="230" y="1816"/>
                    <a:pt x="230" y="1816"/>
                    <a:pt x="230" y="1816"/>
                  </a:cubicBezTo>
                  <a:cubicBezTo>
                    <a:pt x="231" y="1817"/>
                    <a:pt x="233" y="1817"/>
                    <a:pt x="234" y="1817"/>
                  </a:cubicBezTo>
                  <a:cubicBezTo>
                    <a:pt x="234" y="1817"/>
                    <a:pt x="234" y="1817"/>
                    <a:pt x="234" y="1817"/>
                  </a:cubicBezTo>
                  <a:cubicBezTo>
                    <a:pt x="237" y="1817"/>
                    <a:pt x="240" y="1817"/>
                    <a:pt x="244" y="1817"/>
                  </a:cubicBezTo>
                  <a:cubicBezTo>
                    <a:pt x="244" y="1817"/>
                    <a:pt x="245" y="1817"/>
                    <a:pt x="245" y="1817"/>
                  </a:cubicBezTo>
                  <a:cubicBezTo>
                    <a:pt x="246" y="1817"/>
                    <a:pt x="247" y="1817"/>
                    <a:pt x="248" y="1817"/>
                  </a:cubicBezTo>
                  <a:cubicBezTo>
                    <a:pt x="248" y="1817"/>
                    <a:pt x="249" y="1817"/>
                    <a:pt x="250" y="1817"/>
                  </a:cubicBezTo>
                  <a:cubicBezTo>
                    <a:pt x="250" y="1817"/>
                    <a:pt x="251" y="1817"/>
                    <a:pt x="252" y="1817"/>
                  </a:cubicBezTo>
                  <a:cubicBezTo>
                    <a:pt x="253" y="1817"/>
                    <a:pt x="254" y="1817"/>
                    <a:pt x="255" y="1817"/>
                  </a:cubicBezTo>
                  <a:cubicBezTo>
                    <a:pt x="255" y="1817"/>
                    <a:pt x="256" y="1817"/>
                    <a:pt x="257" y="1816"/>
                  </a:cubicBezTo>
                  <a:cubicBezTo>
                    <a:pt x="258" y="1816"/>
                    <a:pt x="259" y="1816"/>
                    <a:pt x="260" y="1816"/>
                  </a:cubicBezTo>
                  <a:cubicBezTo>
                    <a:pt x="261" y="1816"/>
                    <a:pt x="262" y="1815"/>
                    <a:pt x="262" y="1815"/>
                  </a:cubicBezTo>
                  <a:cubicBezTo>
                    <a:pt x="263" y="1815"/>
                    <a:pt x="264" y="1815"/>
                    <a:pt x="265" y="1814"/>
                  </a:cubicBezTo>
                  <a:cubicBezTo>
                    <a:pt x="266" y="1814"/>
                    <a:pt x="266" y="1814"/>
                    <a:pt x="267" y="1814"/>
                  </a:cubicBezTo>
                  <a:cubicBezTo>
                    <a:pt x="268" y="1814"/>
                    <a:pt x="269" y="1813"/>
                    <a:pt x="270" y="1813"/>
                  </a:cubicBezTo>
                  <a:cubicBezTo>
                    <a:pt x="271" y="1813"/>
                    <a:pt x="271" y="1812"/>
                    <a:pt x="271" y="1812"/>
                  </a:cubicBezTo>
                  <a:cubicBezTo>
                    <a:pt x="273" y="1812"/>
                    <a:pt x="275" y="1811"/>
                    <a:pt x="276" y="1810"/>
                  </a:cubicBezTo>
                  <a:cubicBezTo>
                    <a:pt x="276" y="1810"/>
                    <a:pt x="277" y="1810"/>
                    <a:pt x="277" y="1809"/>
                  </a:cubicBezTo>
                  <a:cubicBezTo>
                    <a:pt x="278" y="1809"/>
                    <a:pt x="280" y="1808"/>
                    <a:pt x="281" y="1807"/>
                  </a:cubicBezTo>
                  <a:cubicBezTo>
                    <a:pt x="281" y="1807"/>
                    <a:pt x="282" y="1807"/>
                    <a:pt x="283" y="1807"/>
                  </a:cubicBezTo>
                  <a:cubicBezTo>
                    <a:pt x="284" y="1806"/>
                    <a:pt x="285" y="1805"/>
                    <a:pt x="286" y="1804"/>
                  </a:cubicBezTo>
                  <a:cubicBezTo>
                    <a:pt x="286" y="1804"/>
                    <a:pt x="287" y="1804"/>
                    <a:pt x="287" y="1803"/>
                  </a:cubicBezTo>
                  <a:cubicBezTo>
                    <a:pt x="289" y="1802"/>
                    <a:pt x="291" y="1801"/>
                    <a:pt x="292" y="1799"/>
                  </a:cubicBezTo>
                  <a:cubicBezTo>
                    <a:pt x="322" y="1776"/>
                    <a:pt x="389" y="1729"/>
                    <a:pt x="416" y="1719"/>
                  </a:cubicBezTo>
                  <a:cubicBezTo>
                    <a:pt x="420" y="1717"/>
                    <a:pt x="425" y="1714"/>
                    <a:pt x="430" y="1711"/>
                  </a:cubicBezTo>
                  <a:cubicBezTo>
                    <a:pt x="450" y="1699"/>
                    <a:pt x="473" y="1676"/>
                    <a:pt x="478" y="1652"/>
                  </a:cubicBezTo>
                  <a:cubicBezTo>
                    <a:pt x="479" y="1650"/>
                    <a:pt x="479" y="1647"/>
                    <a:pt x="480" y="1645"/>
                  </a:cubicBezTo>
                  <a:cubicBezTo>
                    <a:pt x="480" y="1635"/>
                    <a:pt x="478" y="1626"/>
                    <a:pt x="471" y="1618"/>
                  </a:cubicBezTo>
                  <a:cubicBezTo>
                    <a:pt x="463" y="1608"/>
                    <a:pt x="455" y="1601"/>
                    <a:pt x="448" y="1594"/>
                  </a:cubicBezTo>
                  <a:cubicBezTo>
                    <a:pt x="429" y="1579"/>
                    <a:pt x="412" y="1571"/>
                    <a:pt x="393" y="1555"/>
                  </a:cubicBezTo>
                  <a:cubicBezTo>
                    <a:pt x="389" y="1552"/>
                    <a:pt x="385" y="1549"/>
                    <a:pt x="382" y="1545"/>
                  </a:cubicBezTo>
                  <a:cubicBezTo>
                    <a:pt x="381" y="1544"/>
                    <a:pt x="380" y="1543"/>
                    <a:pt x="379" y="1542"/>
                  </a:cubicBezTo>
                  <a:cubicBezTo>
                    <a:pt x="378" y="1541"/>
                    <a:pt x="378" y="1541"/>
                    <a:pt x="378" y="1540"/>
                  </a:cubicBezTo>
                  <a:cubicBezTo>
                    <a:pt x="377" y="1540"/>
                    <a:pt x="377" y="1539"/>
                    <a:pt x="376" y="1538"/>
                  </a:cubicBezTo>
                  <a:cubicBezTo>
                    <a:pt x="376" y="1538"/>
                    <a:pt x="375" y="1537"/>
                    <a:pt x="375" y="1537"/>
                  </a:cubicBezTo>
                  <a:cubicBezTo>
                    <a:pt x="374" y="1536"/>
                    <a:pt x="374" y="1536"/>
                    <a:pt x="373" y="1535"/>
                  </a:cubicBezTo>
                  <a:cubicBezTo>
                    <a:pt x="373" y="1534"/>
                    <a:pt x="373" y="1534"/>
                    <a:pt x="372" y="1534"/>
                  </a:cubicBezTo>
                  <a:cubicBezTo>
                    <a:pt x="372" y="1533"/>
                    <a:pt x="371" y="1532"/>
                    <a:pt x="371" y="1531"/>
                  </a:cubicBezTo>
                  <a:cubicBezTo>
                    <a:pt x="370" y="1531"/>
                    <a:pt x="370" y="1530"/>
                    <a:pt x="370" y="1530"/>
                  </a:cubicBezTo>
                  <a:cubicBezTo>
                    <a:pt x="369" y="1529"/>
                    <a:pt x="368" y="1528"/>
                    <a:pt x="368" y="1527"/>
                  </a:cubicBezTo>
                  <a:cubicBezTo>
                    <a:pt x="368" y="1527"/>
                    <a:pt x="367" y="1526"/>
                    <a:pt x="367" y="1526"/>
                  </a:cubicBezTo>
                  <a:cubicBezTo>
                    <a:pt x="366" y="1525"/>
                    <a:pt x="366" y="1524"/>
                    <a:pt x="365" y="1523"/>
                  </a:cubicBezTo>
                  <a:cubicBezTo>
                    <a:pt x="365" y="1523"/>
                    <a:pt x="365" y="1522"/>
                    <a:pt x="365" y="1522"/>
                  </a:cubicBezTo>
                  <a:cubicBezTo>
                    <a:pt x="364" y="1521"/>
                    <a:pt x="363" y="1520"/>
                    <a:pt x="363" y="1519"/>
                  </a:cubicBezTo>
                  <a:cubicBezTo>
                    <a:pt x="362" y="1518"/>
                    <a:pt x="362" y="1518"/>
                    <a:pt x="362" y="1518"/>
                  </a:cubicBezTo>
                  <a:cubicBezTo>
                    <a:pt x="361" y="1517"/>
                    <a:pt x="361" y="1515"/>
                    <a:pt x="360" y="1514"/>
                  </a:cubicBezTo>
                  <a:cubicBezTo>
                    <a:pt x="360" y="1514"/>
                    <a:pt x="360" y="1514"/>
                    <a:pt x="360" y="1514"/>
                  </a:cubicBezTo>
                  <a:cubicBezTo>
                    <a:pt x="339" y="1479"/>
                    <a:pt x="321" y="1431"/>
                    <a:pt x="293" y="1400"/>
                  </a:cubicBezTo>
                  <a:cubicBezTo>
                    <a:pt x="293" y="1400"/>
                    <a:pt x="293" y="1400"/>
                    <a:pt x="293" y="1400"/>
                  </a:cubicBezTo>
                  <a:cubicBezTo>
                    <a:pt x="294" y="1400"/>
                    <a:pt x="294" y="1400"/>
                    <a:pt x="294" y="1400"/>
                  </a:cubicBezTo>
                  <a:cubicBezTo>
                    <a:pt x="293" y="1399"/>
                    <a:pt x="293" y="1399"/>
                    <a:pt x="292" y="1398"/>
                  </a:cubicBezTo>
                  <a:cubicBezTo>
                    <a:pt x="292" y="1398"/>
                    <a:pt x="292" y="1398"/>
                    <a:pt x="292" y="1398"/>
                  </a:cubicBezTo>
                  <a:cubicBezTo>
                    <a:pt x="292" y="1398"/>
                    <a:pt x="374" y="1469"/>
                    <a:pt x="413" y="1473"/>
                  </a:cubicBezTo>
                  <a:cubicBezTo>
                    <a:pt x="452" y="1476"/>
                    <a:pt x="496" y="1552"/>
                    <a:pt x="544" y="1556"/>
                  </a:cubicBezTo>
                  <a:cubicBezTo>
                    <a:pt x="545" y="1556"/>
                    <a:pt x="547" y="1556"/>
                    <a:pt x="548" y="1556"/>
                  </a:cubicBezTo>
                  <a:cubicBezTo>
                    <a:pt x="549" y="1556"/>
                    <a:pt x="549" y="1556"/>
                    <a:pt x="549" y="1557"/>
                  </a:cubicBezTo>
                  <a:cubicBezTo>
                    <a:pt x="550" y="1557"/>
                    <a:pt x="551" y="1557"/>
                    <a:pt x="552" y="1557"/>
                  </a:cubicBezTo>
                  <a:cubicBezTo>
                    <a:pt x="553" y="1557"/>
                    <a:pt x="553" y="1557"/>
                    <a:pt x="553" y="1557"/>
                  </a:cubicBezTo>
                  <a:cubicBezTo>
                    <a:pt x="554" y="1557"/>
                    <a:pt x="555" y="1557"/>
                    <a:pt x="556" y="1557"/>
                  </a:cubicBezTo>
                  <a:cubicBezTo>
                    <a:pt x="557" y="1557"/>
                    <a:pt x="557" y="1557"/>
                    <a:pt x="557" y="1558"/>
                  </a:cubicBezTo>
                  <a:cubicBezTo>
                    <a:pt x="564" y="1558"/>
                    <a:pt x="570" y="1559"/>
                    <a:pt x="575" y="1560"/>
                  </a:cubicBezTo>
                  <a:cubicBezTo>
                    <a:pt x="575" y="1560"/>
                    <a:pt x="576" y="1560"/>
                    <a:pt x="576" y="1560"/>
                  </a:cubicBezTo>
                  <a:cubicBezTo>
                    <a:pt x="577" y="1560"/>
                    <a:pt x="577" y="1560"/>
                    <a:pt x="578" y="1561"/>
                  </a:cubicBezTo>
                  <a:cubicBezTo>
                    <a:pt x="578" y="1561"/>
                    <a:pt x="579" y="1561"/>
                    <a:pt x="579" y="1561"/>
                  </a:cubicBezTo>
                  <a:cubicBezTo>
                    <a:pt x="580" y="1561"/>
                    <a:pt x="580" y="1561"/>
                    <a:pt x="581" y="1561"/>
                  </a:cubicBezTo>
                  <a:cubicBezTo>
                    <a:pt x="582" y="1561"/>
                    <a:pt x="582" y="1561"/>
                    <a:pt x="582" y="1561"/>
                  </a:cubicBezTo>
                  <a:cubicBezTo>
                    <a:pt x="583" y="1561"/>
                    <a:pt x="584" y="1561"/>
                    <a:pt x="584" y="1561"/>
                  </a:cubicBezTo>
                  <a:cubicBezTo>
                    <a:pt x="585" y="1561"/>
                    <a:pt x="585" y="1561"/>
                    <a:pt x="586" y="1561"/>
                  </a:cubicBezTo>
                  <a:cubicBezTo>
                    <a:pt x="587" y="1561"/>
                    <a:pt x="587" y="1562"/>
                    <a:pt x="588" y="1562"/>
                  </a:cubicBezTo>
                  <a:cubicBezTo>
                    <a:pt x="589" y="1562"/>
                    <a:pt x="589" y="1562"/>
                    <a:pt x="590" y="1562"/>
                  </a:cubicBezTo>
                  <a:cubicBezTo>
                    <a:pt x="590" y="1562"/>
                    <a:pt x="591" y="1562"/>
                    <a:pt x="591" y="1562"/>
                  </a:cubicBezTo>
                  <a:cubicBezTo>
                    <a:pt x="592" y="1562"/>
                    <a:pt x="592" y="1562"/>
                    <a:pt x="593" y="1562"/>
                  </a:cubicBezTo>
                  <a:cubicBezTo>
                    <a:pt x="593" y="1562"/>
                    <a:pt x="594" y="1562"/>
                    <a:pt x="594" y="1562"/>
                  </a:cubicBezTo>
                  <a:cubicBezTo>
                    <a:pt x="595" y="1562"/>
                    <a:pt x="595" y="1561"/>
                    <a:pt x="596" y="1561"/>
                  </a:cubicBezTo>
                  <a:cubicBezTo>
                    <a:pt x="596" y="1561"/>
                    <a:pt x="597" y="1561"/>
                    <a:pt x="597" y="1561"/>
                  </a:cubicBezTo>
                  <a:cubicBezTo>
                    <a:pt x="598" y="1561"/>
                    <a:pt x="599" y="1561"/>
                    <a:pt x="599" y="1561"/>
                  </a:cubicBezTo>
                  <a:cubicBezTo>
                    <a:pt x="600" y="1561"/>
                    <a:pt x="600" y="1561"/>
                    <a:pt x="601" y="1561"/>
                  </a:cubicBezTo>
                  <a:cubicBezTo>
                    <a:pt x="601" y="1561"/>
                    <a:pt x="602" y="1561"/>
                    <a:pt x="602" y="1560"/>
                  </a:cubicBezTo>
                  <a:cubicBezTo>
                    <a:pt x="603" y="1560"/>
                    <a:pt x="603" y="1560"/>
                    <a:pt x="603" y="1560"/>
                  </a:cubicBezTo>
                  <a:cubicBezTo>
                    <a:pt x="604" y="1560"/>
                    <a:pt x="604" y="1560"/>
                    <a:pt x="605" y="1560"/>
                  </a:cubicBezTo>
                  <a:cubicBezTo>
                    <a:pt x="605" y="1560"/>
                    <a:pt x="606" y="1559"/>
                    <a:pt x="606" y="1559"/>
                  </a:cubicBezTo>
                  <a:cubicBezTo>
                    <a:pt x="606" y="1559"/>
                    <a:pt x="607" y="1559"/>
                    <a:pt x="607" y="1559"/>
                  </a:cubicBezTo>
                  <a:cubicBezTo>
                    <a:pt x="608" y="1558"/>
                    <a:pt x="609" y="1558"/>
                    <a:pt x="609" y="1558"/>
                  </a:cubicBezTo>
                  <a:cubicBezTo>
                    <a:pt x="610" y="1558"/>
                    <a:pt x="610" y="1557"/>
                    <a:pt x="611" y="1557"/>
                  </a:cubicBezTo>
                  <a:cubicBezTo>
                    <a:pt x="611" y="1557"/>
                    <a:pt x="611" y="1557"/>
                    <a:pt x="612" y="1556"/>
                  </a:cubicBezTo>
                  <a:cubicBezTo>
                    <a:pt x="612" y="1556"/>
                    <a:pt x="612" y="1556"/>
                    <a:pt x="613" y="1556"/>
                  </a:cubicBezTo>
                  <a:cubicBezTo>
                    <a:pt x="613" y="1555"/>
                    <a:pt x="614" y="1555"/>
                    <a:pt x="614" y="1555"/>
                  </a:cubicBezTo>
                  <a:cubicBezTo>
                    <a:pt x="614" y="1554"/>
                    <a:pt x="615" y="1554"/>
                    <a:pt x="615" y="1554"/>
                  </a:cubicBezTo>
                  <a:cubicBezTo>
                    <a:pt x="615" y="1553"/>
                    <a:pt x="616" y="1553"/>
                    <a:pt x="616" y="1553"/>
                  </a:cubicBezTo>
                  <a:cubicBezTo>
                    <a:pt x="617" y="1552"/>
                    <a:pt x="617" y="1552"/>
                    <a:pt x="618" y="1551"/>
                  </a:cubicBezTo>
                  <a:cubicBezTo>
                    <a:pt x="618" y="1551"/>
                    <a:pt x="619" y="1550"/>
                    <a:pt x="619" y="1550"/>
                  </a:cubicBezTo>
                  <a:cubicBezTo>
                    <a:pt x="619" y="1549"/>
                    <a:pt x="620" y="1549"/>
                    <a:pt x="620" y="1548"/>
                  </a:cubicBezTo>
                  <a:cubicBezTo>
                    <a:pt x="621" y="1548"/>
                    <a:pt x="621" y="1548"/>
                    <a:pt x="621" y="1547"/>
                  </a:cubicBezTo>
                  <a:cubicBezTo>
                    <a:pt x="622" y="1547"/>
                    <a:pt x="622" y="1546"/>
                    <a:pt x="622" y="1546"/>
                  </a:cubicBezTo>
                  <a:cubicBezTo>
                    <a:pt x="622" y="1545"/>
                    <a:pt x="623" y="1545"/>
                    <a:pt x="623" y="1544"/>
                  </a:cubicBezTo>
                  <a:cubicBezTo>
                    <a:pt x="623" y="1544"/>
                    <a:pt x="624" y="1543"/>
                    <a:pt x="624" y="1542"/>
                  </a:cubicBezTo>
                  <a:cubicBezTo>
                    <a:pt x="624" y="1542"/>
                    <a:pt x="625" y="1542"/>
                    <a:pt x="625" y="1541"/>
                  </a:cubicBezTo>
                  <a:cubicBezTo>
                    <a:pt x="626" y="1542"/>
                    <a:pt x="626" y="1543"/>
                    <a:pt x="627" y="1544"/>
                  </a:cubicBezTo>
                  <a:cubicBezTo>
                    <a:pt x="634" y="1555"/>
                    <a:pt x="641" y="1561"/>
                    <a:pt x="653" y="1566"/>
                  </a:cubicBezTo>
                  <a:cubicBezTo>
                    <a:pt x="660" y="1570"/>
                    <a:pt x="669" y="1574"/>
                    <a:pt x="677" y="1570"/>
                  </a:cubicBezTo>
                  <a:cubicBezTo>
                    <a:pt x="678" y="1574"/>
                    <a:pt x="678" y="1578"/>
                    <a:pt x="678" y="1583"/>
                  </a:cubicBezTo>
                  <a:cubicBezTo>
                    <a:pt x="678" y="1584"/>
                    <a:pt x="679" y="1585"/>
                    <a:pt x="679" y="1586"/>
                  </a:cubicBezTo>
                  <a:cubicBezTo>
                    <a:pt x="679" y="1586"/>
                    <a:pt x="679" y="1586"/>
                    <a:pt x="679" y="1587"/>
                  </a:cubicBezTo>
                  <a:cubicBezTo>
                    <a:pt x="679" y="1588"/>
                    <a:pt x="679" y="1590"/>
                    <a:pt x="679" y="1591"/>
                  </a:cubicBezTo>
                  <a:cubicBezTo>
                    <a:pt x="679" y="1591"/>
                    <a:pt x="679" y="1591"/>
                    <a:pt x="679" y="1591"/>
                  </a:cubicBezTo>
                  <a:cubicBezTo>
                    <a:pt x="679" y="1593"/>
                    <a:pt x="680" y="1595"/>
                    <a:pt x="680" y="1596"/>
                  </a:cubicBezTo>
                  <a:cubicBezTo>
                    <a:pt x="680" y="1596"/>
                    <a:pt x="680" y="1596"/>
                    <a:pt x="680" y="1597"/>
                  </a:cubicBezTo>
                  <a:cubicBezTo>
                    <a:pt x="682" y="1613"/>
                    <a:pt x="686" y="1630"/>
                    <a:pt x="697" y="1645"/>
                  </a:cubicBezTo>
                  <a:cubicBezTo>
                    <a:pt x="697" y="1646"/>
                    <a:pt x="698" y="1647"/>
                    <a:pt x="698" y="1647"/>
                  </a:cubicBezTo>
                  <a:cubicBezTo>
                    <a:pt x="698" y="1647"/>
                    <a:pt x="698" y="1647"/>
                    <a:pt x="698" y="1647"/>
                  </a:cubicBezTo>
                  <a:cubicBezTo>
                    <a:pt x="698" y="1648"/>
                    <a:pt x="697" y="1648"/>
                    <a:pt x="697" y="1648"/>
                  </a:cubicBezTo>
                  <a:cubicBezTo>
                    <a:pt x="696" y="1651"/>
                    <a:pt x="696" y="1653"/>
                    <a:pt x="695" y="1656"/>
                  </a:cubicBezTo>
                  <a:cubicBezTo>
                    <a:pt x="695" y="1656"/>
                    <a:pt x="695" y="1657"/>
                    <a:pt x="695" y="1657"/>
                  </a:cubicBezTo>
                  <a:cubicBezTo>
                    <a:pt x="695" y="1658"/>
                    <a:pt x="695" y="1658"/>
                    <a:pt x="694" y="1659"/>
                  </a:cubicBezTo>
                  <a:cubicBezTo>
                    <a:pt x="694" y="1659"/>
                    <a:pt x="694" y="1660"/>
                    <a:pt x="694" y="1660"/>
                  </a:cubicBezTo>
                  <a:cubicBezTo>
                    <a:pt x="694" y="1661"/>
                    <a:pt x="694" y="1661"/>
                    <a:pt x="694" y="1662"/>
                  </a:cubicBezTo>
                  <a:cubicBezTo>
                    <a:pt x="693" y="1663"/>
                    <a:pt x="693" y="1663"/>
                    <a:pt x="693" y="1664"/>
                  </a:cubicBezTo>
                  <a:cubicBezTo>
                    <a:pt x="693" y="1664"/>
                    <a:pt x="693" y="1665"/>
                    <a:pt x="693" y="1666"/>
                  </a:cubicBezTo>
                  <a:cubicBezTo>
                    <a:pt x="693" y="1667"/>
                    <a:pt x="692" y="1667"/>
                    <a:pt x="692" y="1667"/>
                  </a:cubicBezTo>
                  <a:cubicBezTo>
                    <a:pt x="692" y="1670"/>
                    <a:pt x="691" y="1673"/>
                    <a:pt x="690" y="1676"/>
                  </a:cubicBezTo>
                  <a:cubicBezTo>
                    <a:pt x="690" y="1676"/>
                    <a:pt x="690" y="1677"/>
                    <a:pt x="690" y="1677"/>
                  </a:cubicBezTo>
                  <a:cubicBezTo>
                    <a:pt x="690" y="1678"/>
                    <a:pt x="690" y="1680"/>
                    <a:pt x="689" y="1681"/>
                  </a:cubicBezTo>
                  <a:cubicBezTo>
                    <a:pt x="689" y="1681"/>
                    <a:pt x="689" y="1682"/>
                    <a:pt x="689" y="1682"/>
                  </a:cubicBezTo>
                  <a:cubicBezTo>
                    <a:pt x="689" y="1684"/>
                    <a:pt x="688" y="1685"/>
                    <a:pt x="688" y="1686"/>
                  </a:cubicBezTo>
                  <a:cubicBezTo>
                    <a:pt x="688" y="1687"/>
                    <a:pt x="688" y="1687"/>
                    <a:pt x="688" y="1687"/>
                  </a:cubicBezTo>
                  <a:cubicBezTo>
                    <a:pt x="688" y="1689"/>
                    <a:pt x="687" y="1691"/>
                    <a:pt x="687" y="1692"/>
                  </a:cubicBezTo>
                  <a:cubicBezTo>
                    <a:pt x="687" y="1693"/>
                    <a:pt x="687" y="1693"/>
                    <a:pt x="687" y="1693"/>
                  </a:cubicBezTo>
                  <a:cubicBezTo>
                    <a:pt x="686" y="1696"/>
                    <a:pt x="686" y="1700"/>
                    <a:pt x="685" y="1704"/>
                  </a:cubicBezTo>
                  <a:cubicBezTo>
                    <a:pt x="685" y="1705"/>
                    <a:pt x="685" y="1705"/>
                    <a:pt x="685" y="1705"/>
                  </a:cubicBezTo>
                  <a:cubicBezTo>
                    <a:pt x="685" y="1707"/>
                    <a:pt x="684" y="1709"/>
                    <a:pt x="684" y="1710"/>
                  </a:cubicBezTo>
                  <a:cubicBezTo>
                    <a:pt x="684" y="1711"/>
                    <a:pt x="684" y="1711"/>
                    <a:pt x="684" y="1712"/>
                  </a:cubicBezTo>
                  <a:cubicBezTo>
                    <a:pt x="684" y="1713"/>
                    <a:pt x="684" y="1715"/>
                    <a:pt x="683" y="1717"/>
                  </a:cubicBezTo>
                  <a:cubicBezTo>
                    <a:pt x="683" y="1717"/>
                    <a:pt x="683" y="1717"/>
                    <a:pt x="683" y="1718"/>
                  </a:cubicBezTo>
                  <a:cubicBezTo>
                    <a:pt x="683" y="1722"/>
                    <a:pt x="682" y="1726"/>
                    <a:pt x="682" y="1730"/>
                  </a:cubicBezTo>
                  <a:cubicBezTo>
                    <a:pt x="682" y="1731"/>
                    <a:pt x="682" y="1731"/>
                    <a:pt x="682" y="1732"/>
                  </a:cubicBezTo>
                  <a:cubicBezTo>
                    <a:pt x="682" y="1733"/>
                    <a:pt x="682" y="1735"/>
                    <a:pt x="682" y="1737"/>
                  </a:cubicBezTo>
                  <a:cubicBezTo>
                    <a:pt x="682" y="1737"/>
                    <a:pt x="682" y="1738"/>
                    <a:pt x="682" y="1739"/>
                  </a:cubicBezTo>
                  <a:cubicBezTo>
                    <a:pt x="681" y="1740"/>
                    <a:pt x="681" y="1742"/>
                    <a:pt x="681" y="1743"/>
                  </a:cubicBezTo>
                  <a:cubicBezTo>
                    <a:pt x="681" y="1744"/>
                    <a:pt x="681" y="1744"/>
                    <a:pt x="681" y="1745"/>
                  </a:cubicBezTo>
                  <a:cubicBezTo>
                    <a:pt x="681" y="1747"/>
                    <a:pt x="681" y="1749"/>
                    <a:pt x="681" y="1751"/>
                  </a:cubicBezTo>
                  <a:cubicBezTo>
                    <a:pt x="681" y="1751"/>
                    <a:pt x="681" y="1751"/>
                    <a:pt x="681" y="1751"/>
                  </a:cubicBezTo>
                  <a:cubicBezTo>
                    <a:pt x="681" y="1754"/>
                    <a:pt x="681" y="1756"/>
                    <a:pt x="681" y="1758"/>
                  </a:cubicBezTo>
                  <a:cubicBezTo>
                    <a:pt x="681" y="1758"/>
                    <a:pt x="681" y="1759"/>
                    <a:pt x="681" y="1759"/>
                  </a:cubicBezTo>
                  <a:cubicBezTo>
                    <a:pt x="681" y="1761"/>
                    <a:pt x="681" y="1763"/>
                    <a:pt x="681" y="1764"/>
                  </a:cubicBezTo>
                  <a:cubicBezTo>
                    <a:pt x="681" y="1765"/>
                    <a:pt x="681" y="1766"/>
                    <a:pt x="681" y="1766"/>
                  </a:cubicBezTo>
                  <a:cubicBezTo>
                    <a:pt x="682" y="1768"/>
                    <a:pt x="682" y="1769"/>
                    <a:pt x="682" y="1771"/>
                  </a:cubicBezTo>
                  <a:cubicBezTo>
                    <a:pt x="682" y="1771"/>
                    <a:pt x="682" y="1772"/>
                    <a:pt x="682" y="1773"/>
                  </a:cubicBezTo>
                  <a:cubicBezTo>
                    <a:pt x="682" y="1774"/>
                    <a:pt x="682" y="1776"/>
                    <a:pt x="682" y="1777"/>
                  </a:cubicBezTo>
                  <a:cubicBezTo>
                    <a:pt x="682" y="1778"/>
                    <a:pt x="683" y="1778"/>
                    <a:pt x="683" y="1779"/>
                  </a:cubicBezTo>
                  <a:cubicBezTo>
                    <a:pt x="683" y="1781"/>
                    <a:pt x="683" y="1783"/>
                    <a:pt x="683" y="1785"/>
                  </a:cubicBezTo>
                  <a:cubicBezTo>
                    <a:pt x="684" y="1785"/>
                    <a:pt x="684" y="1786"/>
                    <a:pt x="684" y="1786"/>
                  </a:cubicBezTo>
                  <a:cubicBezTo>
                    <a:pt x="684" y="1788"/>
                    <a:pt x="684" y="1789"/>
                    <a:pt x="685" y="1791"/>
                  </a:cubicBezTo>
                  <a:cubicBezTo>
                    <a:pt x="685" y="1792"/>
                    <a:pt x="685" y="1792"/>
                    <a:pt x="685" y="1793"/>
                  </a:cubicBezTo>
                  <a:cubicBezTo>
                    <a:pt x="685" y="1794"/>
                    <a:pt x="686" y="1796"/>
                    <a:pt x="686" y="1797"/>
                  </a:cubicBezTo>
                  <a:cubicBezTo>
                    <a:pt x="686" y="1798"/>
                    <a:pt x="686" y="1798"/>
                    <a:pt x="686" y="1799"/>
                  </a:cubicBezTo>
                  <a:cubicBezTo>
                    <a:pt x="687" y="1800"/>
                    <a:pt x="687" y="1801"/>
                    <a:pt x="688" y="1803"/>
                  </a:cubicBezTo>
                  <a:cubicBezTo>
                    <a:pt x="688" y="1803"/>
                    <a:pt x="688" y="1804"/>
                    <a:pt x="688" y="1805"/>
                  </a:cubicBezTo>
                  <a:cubicBezTo>
                    <a:pt x="689" y="1806"/>
                    <a:pt x="689" y="1808"/>
                    <a:pt x="690" y="1810"/>
                  </a:cubicBezTo>
                  <a:cubicBezTo>
                    <a:pt x="714" y="1872"/>
                    <a:pt x="692" y="1868"/>
                    <a:pt x="674" y="1928"/>
                  </a:cubicBezTo>
                  <a:cubicBezTo>
                    <a:pt x="656" y="1988"/>
                    <a:pt x="660" y="2024"/>
                    <a:pt x="650" y="2056"/>
                  </a:cubicBezTo>
                  <a:cubicBezTo>
                    <a:pt x="640" y="2088"/>
                    <a:pt x="614" y="2131"/>
                    <a:pt x="606" y="2137"/>
                  </a:cubicBezTo>
                  <a:cubicBezTo>
                    <a:pt x="605" y="2138"/>
                    <a:pt x="604" y="2139"/>
                    <a:pt x="603" y="2140"/>
                  </a:cubicBezTo>
                  <a:cubicBezTo>
                    <a:pt x="598" y="2145"/>
                    <a:pt x="600" y="2150"/>
                    <a:pt x="593" y="2164"/>
                  </a:cubicBezTo>
                  <a:cubicBezTo>
                    <a:pt x="576" y="2196"/>
                    <a:pt x="544" y="2186"/>
                    <a:pt x="538" y="2216"/>
                  </a:cubicBezTo>
                  <a:cubicBezTo>
                    <a:pt x="537" y="2218"/>
                    <a:pt x="537" y="2221"/>
                    <a:pt x="536" y="2223"/>
                  </a:cubicBezTo>
                  <a:cubicBezTo>
                    <a:pt x="536" y="2224"/>
                    <a:pt x="536" y="2224"/>
                    <a:pt x="536" y="2225"/>
                  </a:cubicBezTo>
                  <a:cubicBezTo>
                    <a:pt x="536" y="2227"/>
                    <a:pt x="536" y="2229"/>
                    <a:pt x="535" y="2231"/>
                  </a:cubicBezTo>
                  <a:cubicBezTo>
                    <a:pt x="535" y="2231"/>
                    <a:pt x="535" y="2231"/>
                    <a:pt x="535" y="2232"/>
                  </a:cubicBezTo>
                  <a:cubicBezTo>
                    <a:pt x="535" y="2234"/>
                    <a:pt x="535" y="2236"/>
                    <a:pt x="535" y="2238"/>
                  </a:cubicBezTo>
                  <a:cubicBezTo>
                    <a:pt x="535" y="2239"/>
                    <a:pt x="535" y="2240"/>
                    <a:pt x="535" y="2241"/>
                  </a:cubicBezTo>
                  <a:cubicBezTo>
                    <a:pt x="535" y="2242"/>
                    <a:pt x="535" y="2243"/>
                    <a:pt x="535" y="2244"/>
                  </a:cubicBezTo>
                  <a:cubicBezTo>
                    <a:pt x="534" y="2252"/>
                    <a:pt x="535" y="2259"/>
                    <a:pt x="534" y="2265"/>
                  </a:cubicBezTo>
                  <a:cubicBezTo>
                    <a:pt x="534" y="2265"/>
                    <a:pt x="534" y="2265"/>
                    <a:pt x="534" y="2265"/>
                  </a:cubicBezTo>
                  <a:cubicBezTo>
                    <a:pt x="534" y="2267"/>
                    <a:pt x="533" y="2269"/>
                    <a:pt x="533" y="2271"/>
                  </a:cubicBezTo>
                  <a:cubicBezTo>
                    <a:pt x="523" y="2288"/>
                    <a:pt x="523" y="2288"/>
                    <a:pt x="523" y="2288"/>
                  </a:cubicBezTo>
                  <a:cubicBezTo>
                    <a:pt x="525" y="2286"/>
                    <a:pt x="526" y="2284"/>
                    <a:pt x="528" y="2282"/>
                  </a:cubicBezTo>
                  <a:cubicBezTo>
                    <a:pt x="529" y="2280"/>
                    <a:pt x="531" y="2277"/>
                    <a:pt x="532" y="2275"/>
                  </a:cubicBezTo>
                  <a:cubicBezTo>
                    <a:pt x="532" y="2275"/>
                    <a:pt x="532" y="2275"/>
                    <a:pt x="532" y="2275"/>
                  </a:cubicBezTo>
                  <a:cubicBezTo>
                    <a:pt x="532" y="2276"/>
                    <a:pt x="532" y="2276"/>
                    <a:pt x="531" y="2277"/>
                  </a:cubicBezTo>
                  <a:cubicBezTo>
                    <a:pt x="531" y="2277"/>
                    <a:pt x="531" y="2278"/>
                    <a:pt x="531" y="2278"/>
                  </a:cubicBezTo>
                  <a:cubicBezTo>
                    <a:pt x="531" y="2279"/>
                    <a:pt x="530" y="2279"/>
                    <a:pt x="530" y="2280"/>
                  </a:cubicBezTo>
                  <a:cubicBezTo>
                    <a:pt x="530" y="2280"/>
                    <a:pt x="530" y="2281"/>
                    <a:pt x="529" y="2281"/>
                  </a:cubicBezTo>
                  <a:cubicBezTo>
                    <a:pt x="529" y="2282"/>
                    <a:pt x="529" y="2282"/>
                    <a:pt x="529" y="2283"/>
                  </a:cubicBezTo>
                  <a:cubicBezTo>
                    <a:pt x="528" y="2284"/>
                    <a:pt x="528" y="2285"/>
                    <a:pt x="527" y="2285"/>
                  </a:cubicBezTo>
                  <a:cubicBezTo>
                    <a:pt x="526" y="2286"/>
                    <a:pt x="526" y="2286"/>
                    <a:pt x="526" y="2287"/>
                  </a:cubicBezTo>
                  <a:cubicBezTo>
                    <a:pt x="525" y="2288"/>
                    <a:pt x="525" y="2288"/>
                    <a:pt x="525" y="2288"/>
                  </a:cubicBezTo>
                  <a:cubicBezTo>
                    <a:pt x="525" y="2288"/>
                    <a:pt x="525" y="2288"/>
                    <a:pt x="525" y="2288"/>
                  </a:cubicBezTo>
                  <a:cubicBezTo>
                    <a:pt x="525" y="2288"/>
                    <a:pt x="525" y="2288"/>
                    <a:pt x="524" y="2288"/>
                  </a:cubicBezTo>
                  <a:cubicBezTo>
                    <a:pt x="523" y="2290"/>
                    <a:pt x="521" y="2293"/>
                    <a:pt x="519" y="2295"/>
                  </a:cubicBezTo>
                  <a:cubicBezTo>
                    <a:pt x="523" y="2288"/>
                    <a:pt x="523" y="2288"/>
                    <a:pt x="523" y="2288"/>
                  </a:cubicBezTo>
                  <a:cubicBezTo>
                    <a:pt x="521" y="2291"/>
                    <a:pt x="519" y="2294"/>
                    <a:pt x="518" y="2296"/>
                  </a:cubicBezTo>
                  <a:cubicBezTo>
                    <a:pt x="517" y="2298"/>
                    <a:pt x="515" y="2300"/>
                    <a:pt x="514" y="2302"/>
                  </a:cubicBezTo>
                  <a:cubicBezTo>
                    <a:pt x="513" y="2302"/>
                    <a:pt x="513" y="2303"/>
                    <a:pt x="512" y="2303"/>
                  </a:cubicBezTo>
                  <a:cubicBezTo>
                    <a:pt x="512" y="2304"/>
                    <a:pt x="511" y="2305"/>
                    <a:pt x="511" y="2305"/>
                  </a:cubicBezTo>
                  <a:cubicBezTo>
                    <a:pt x="510" y="2306"/>
                    <a:pt x="509" y="2307"/>
                    <a:pt x="508" y="2309"/>
                  </a:cubicBezTo>
                  <a:cubicBezTo>
                    <a:pt x="508" y="2309"/>
                    <a:pt x="507" y="2310"/>
                    <a:pt x="507" y="2310"/>
                  </a:cubicBezTo>
                  <a:cubicBezTo>
                    <a:pt x="506" y="2311"/>
                    <a:pt x="505" y="2312"/>
                    <a:pt x="504" y="2313"/>
                  </a:cubicBezTo>
                  <a:cubicBezTo>
                    <a:pt x="504" y="2314"/>
                    <a:pt x="504" y="2314"/>
                    <a:pt x="503" y="2315"/>
                  </a:cubicBezTo>
                  <a:cubicBezTo>
                    <a:pt x="502" y="2316"/>
                    <a:pt x="501" y="2317"/>
                    <a:pt x="501" y="2318"/>
                  </a:cubicBezTo>
                  <a:cubicBezTo>
                    <a:pt x="500" y="2319"/>
                    <a:pt x="500" y="2319"/>
                    <a:pt x="500" y="2320"/>
                  </a:cubicBezTo>
                  <a:cubicBezTo>
                    <a:pt x="499" y="2321"/>
                    <a:pt x="497" y="2322"/>
                    <a:pt x="496" y="2324"/>
                  </a:cubicBezTo>
                  <a:cubicBezTo>
                    <a:pt x="496" y="2324"/>
                    <a:pt x="496" y="2325"/>
                    <a:pt x="496" y="2325"/>
                  </a:cubicBezTo>
                  <a:cubicBezTo>
                    <a:pt x="495" y="2326"/>
                    <a:pt x="494" y="2328"/>
                    <a:pt x="493" y="2329"/>
                  </a:cubicBezTo>
                  <a:cubicBezTo>
                    <a:pt x="492" y="2329"/>
                    <a:pt x="492" y="2330"/>
                    <a:pt x="492" y="2330"/>
                  </a:cubicBezTo>
                  <a:cubicBezTo>
                    <a:pt x="491" y="2331"/>
                    <a:pt x="490" y="2333"/>
                    <a:pt x="489" y="2334"/>
                  </a:cubicBezTo>
                  <a:cubicBezTo>
                    <a:pt x="489" y="2334"/>
                    <a:pt x="489" y="2335"/>
                    <a:pt x="488" y="2335"/>
                  </a:cubicBezTo>
                  <a:cubicBezTo>
                    <a:pt x="488" y="2337"/>
                    <a:pt x="487" y="2338"/>
                    <a:pt x="486" y="2339"/>
                  </a:cubicBezTo>
                  <a:cubicBezTo>
                    <a:pt x="485" y="2340"/>
                    <a:pt x="485" y="2340"/>
                    <a:pt x="485" y="2340"/>
                  </a:cubicBezTo>
                  <a:cubicBezTo>
                    <a:pt x="484" y="2342"/>
                    <a:pt x="483" y="2343"/>
                    <a:pt x="482" y="2345"/>
                  </a:cubicBezTo>
                  <a:cubicBezTo>
                    <a:pt x="482" y="2345"/>
                    <a:pt x="482" y="2345"/>
                    <a:pt x="482" y="2345"/>
                  </a:cubicBezTo>
                  <a:cubicBezTo>
                    <a:pt x="481" y="2347"/>
                    <a:pt x="481" y="2348"/>
                    <a:pt x="480" y="2349"/>
                  </a:cubicBezTo>
                  <a:cubicBezTo>
                    <a:pt x="480" y="2350"/>
                    <a:pt x="480" y="2350"/>
                    <a:pt x="479" y="2350"/>
                  </a:cubicBezTo>
                  <a:cubicBezTo>
                    <a:pt x="479" y="2352"/>
                    <a:pt x="478" y="2353"/>
                    <a:pt x="478" y="2354"/>
                  </a:cubicBezTo>
                  <a:cubicBezTo>
                    <a:pt x="477" y="2355"/>
                    <a:pt x="477" y="2355"/>
                    <a:pt x="477" y="2355"/>
                  </a:cubicBezTo>
                  <a:cubicBezTo>
                    <a:pt x="477" y="2357"/>
                    <a:pt x="476" y="2358"/>
                    <a:pt x="476" y="2359"/>
                  </a:cubicBezTo>
                  <a:cubicBezTo>
                    <a:pt x="476" y="2360"/>
                    <a:pt x="476" y="2360"/>
                    <a:pt x="475" y="2360"/>
                  </a:cubicBezTo>
                  <a:cubicBezTo>
                    <a:pt x="475" y="2361"/>
                    <a:pt x="475" y="2362"/>
                    <a:pt x="474" y="2363"/>
                  </a:cubicBezTo>
                  <a:cubicBezTo>
                    <a:pt x="474" y="2364"/>
                    <a:pt x="474" y="2364"/>
                    <a:pt x="474" y="2364"/>
                  </a:cubicBezTo>
                  <a:cubicBezTo>
                    <a:pt x="474" y="2365"/>
                    <a:pt x="474" y="2367"/>
                    <a:pt x="474" y="2368"/>
                  </a:cubicBezTo>
                  <a:cubicBezTo>
                    <a:pt x="474" y="2368"/>
                    <a:pt x="474" y="2368"/>
                    <a:pt x="474" y="2368"/>
                  </a:cubicBezTo>
                  <a:cubicBezTo>
                    <a:pt x="474" y="2370"/>
                    <a:pt x="474" y="2371"/>
                    <a:pt x="474" y="2372"/>
                  </a:cubicBezTo>
                  <a:cubicBezTo>
                    <a:pt x="476" y="2395"/>
                    <a:pt x="460" y="2403"/>
                    <a:pt x="477" y="2428"/>
                  </a:cubicBezTo>
                  <a:cubicBezTo>
                    <a:pt x="494" y="2453"/>
                    <a:pt x="511" y="2453"/>
                    <a:pt x="522" y="2433"/>
                  </a:cubicBezTo>
                  <a:cubicBezTo>
                    <a:pt x="523" y="2432"/>
                    <a:pt x="523" y="2431"/>
                    <a:pt x="524" y="2430"/>
                  </a:cubicBezTo>
                  <a:cubicBezTo>
                    <a:pt x="524" y="2429"/>
                    <a:pt x="524" y="2429"/>
                    <a:pt x="524" y="2429"/>
                  </a:cubicBezTo>
                  <a:cubicBezTo>
                    <a:pt x="525" y="2428"/>
                    <a:pt x="525" y="2427"/>
                    <a:pt x="526" y="2427"/>
                  </a:cubicBezTo>
                  <a:cubicBezTo>
                    <a:pt x="526" y="2426"/>
                    <a:pt x="526" y="2426"/>
                    <a:pt x="526" y="2426"/>
                  </a:cubicBezTo>
                  <a:cubicBezTo>
                    <a:pt x="526" y="2425"/>
                    <a:pt x="527" y="2424"/>
                    <a:pt x="527" y="2424"/>
                  </a:cubicBezTo>
                  <a:cubicBezTo>
                    <a:pt x="527" y="2424"/>
                    <a:pt x="527" y="2424"/>
                    <a:pt x="527" y="2424"/>
                  </a:cubicBezTo>
                  <a:cubicBezTo>
                    <a:pt x="528" y="2423"/>
                    <a:pt x="528" y="2422"/>
                    <a:pt x="528" y="2422"/>
                  </a:cubicBezTo>
                  <a:cubicBezTo>
                    <a:pt x="528" y="2422"/>
                    <a:pt x="528" y="2422"/>
                    <a:pt x="528" y="2422"/>
                  </a:cubicBezTo>
                  <a:cubicBezTo>
                    <a:pt x="530" y="2420"/>
                    <a:pt x="531" y="2418"/>
                    <a:pt x="532" y="2417"/>
                  </a:cubicBezTo>
                  <a:cubicBezTo>
                    <a:pt x="532" y="2417"/>
                    <a:pt x="533" y="2417"/>
                    <a:pt x="533" y="2418"/>
                  </a:cubicBezTo>
                  <a:cubicBezTo>
                    <a:pt x="534" y="2418"/>
                    <a:pt x="534" y="2418"/>
                    <a:pt x="534" y="2418"/>
                  </a:cubicBezTo>
                  <a:cubicBezTo>
                    <a:pt x="534" y="2418"/>
                    <a:pt x="535" y="2419"/>
                    <a:pt x="535" y="2419"/>
                  </a:cubicBezTo>
                  <a:cubicBezTo>
                    <a:pt x="535" y="2419"/>
                    <a:pt x="536" y="2419"/>
                    <a:pt x="536" y="2420"/>
                  </a:cubicBezTo>
                  <a:cubicBezTo>
                    <a:pt x="536" y="2420"/>
                    <a:pt x="537" y="2420"/>
                    <a:pt x="537" y="2421"/>
                  </a:cubicBezTo>
                  <a:cubicBezTo>
                    <a:pt x="538" y="2421"/>
                    <a:pt x="538" y="2421"/>
                    <a:pt x="538" y="2422"/>
                  </a:cubicBezTo>
                  <a:cubicBezTo>
                    <a:pt x="539" y="2422"/>
                    <a:pt x="539" y="2423"/>
                    <a:pt x="540" y="2424"/>
                  </a:cubicBezTo>
                  <a:cubicBezTo>
                    <a:pt x="540" y="2424"/>
                    <a:pt x="540" y="2424"/>
                    <a:pt x="540" y="2424"/>
                  </a:cubicBezTo>
                  <a:cubicBezTo>
                    <a:pt x="541" y="2425"/>
                    <a:pt x="542" y="2426"/>
                    <a:pt x="542" y="2427"/>
                  </a:cubicBezTo>
                  <a:cubicBezTo>
                    <a:pt x="542" y="2427"/>
                    <a:pt x="542" y="2427"/>
                    <a:pt x="542" y="2427"/>
                  </a:cubicBezTo>
                  <a:cubicBezTo>
                    <a:pt x="543" y="2428"/>
                    <a:pt x="544" y="2429"/>
                    <a:pt x="544" y="2430"/>
                  </a:cubicBezTo>
                  <a:cubicBezTo>
                    <a:pt x="544" y="2430"/>
                    <a:pt x="544" y="2430"/>
                    <a:pt x="544" y="2431"/>
                  </a:cubicBezTo>
                  <a:cubicBezTo>
                    <a:pt x="545" y="2432"/>
                    <a:pt x="545" y="2433"/>
                    <a:pt x="546" y="2434"/>
                  </a:cubicBezTo>
                  <a:cubicBezTo>
                    <a:pt x="546" y="2434"/>
                    <a:pt x="546" y="2434"/>
                    <a:pt x="546" y="2435"/>
                  </a:cubicBezTo>
                  <a:cubicBezTo>
                    <a:pt x="546" y="2436"/>
                    <a:pt x="547" y="2437"/>
                    <a:pt x="547" y="2438"/>
                  </a:cubicBezTo>
                  <a:cubicBezTo>
                    <a:pt x="548" y="2445"/>
                    <a:pt x="548" y="2449"/>
                    <a:pt x="548" y="2453"/>
                  </a:cubicBezTo>
                  <a:cubicBezTo>
                    <a:pt x="548" y="2456"/>
                    <a:pt x="548" y="2460"/>
                    <a:pt x="545" y="2465"/>
                  </a:cubicBezTo>
                  <a:cubicBezTo>
                    <a:pt x="540" y="2476"/>
                    <a:pt x="535" y="2498"/>
                    <a:pt x="560" y="2497"/>
                  </a:cubicBezTo>
                  <a:cubicBezTo>
                    <a:pt x="560" y="2497"/>
                    <a:pt x="552" y="2509"/>
                    <a:pt x="563" y="2516"/>
                  </a:cubicBezTo>
                  <a:cubicBezTo>
                    <a:pt x="563" y="2516"/>
                    <a:pt x="564" y="2517"/>
                    <a:pt x="565" y="2517"/>
                  </a:cubicBezTo>
                  <a:cubicBezTo>
                    <a:pt x="565" y="2517"/>
                    <a:pt x="565" y="2517"/>
                    <a:pt x="566" y="2517"/>
                  </a:cubicBezTo>
                  <a:cubicBezTo>
                    <a:pt x="566" y="2518"/>
                    <a:pt x="567" y="2518"/>
                    <a:pt x="567" y="2518"/>
                  </a:cubicBezTo>
                  <a:cubicBezTo>
                    <a:pt x="567" y="2518"/>
                    <a:pt x="568" y="2518"/>
                    <a:pt x="568" y="2518"/>
                  </a:cubicBezTo>
                  <a:cubicBezTo>
                    <a:pt x="568" y="2519"/>
                    <a:pt x="569" y="2519"/>
                    <a:pt x="569" y="2519"/>
                  </a:cubicBezTo>
                  <a:cubicBezTo>
                    <a:pt x="570" y="2519"/>
                    <a:pt x="570" y="2519"/>
                    <a:pt x="570" y="2519"/>
                  </a:cubicBezTo>
                  <a:cubicBezTo>
                    <a:pt x="570" y="2519"/>
                    <a:pt x="571" y="2519"/>
                    <a:pt x="571" y="2520"/>
                  </a:cubicBezTo>
                  <a:cubicBezTo>
                    <a:pt x="571" y="2520"/>
                    <a:pt x="571" y="2520"/>
                    <a:pt x="571" y="2520"/>
                  </a:cubicBezTo>
                  <a:cubicBezTo>
                    <a:pt x="572" y="2520"/>
                    <a:pt x="572" y="2520"/>
                    <a:pt x="573" y="2520"/>
                  </a:cubicBezTo>
                  <a:cubicBezTo>
                    <a:pt x="573" y="2520"/>
                    <a:pt x="573" y="2520"/>
                    <a:pt x="573" y="2520"/>
                  </a:cubicBezTo>
                  <a:cubicBezTo>
                    <a:pt x="573" y="2520"/>
                    <a:pt x="573" y="2520"/>
                    <a:pt x="574" y="2520"/>
                  </a:cubicBezTo>
                  <a:cubicBezTo>
                    <a:pt x="574" y="2520"/>
                    <a:pt x="574" y="2520"/>
                    <a:pt x="574" y="2520"/>
                  </a:cubicBezTo>
                  <a:cubicBezTo>
                    <a:pt x="574" y="2520"/>
                    <a:pt x="575" y="2520"/>
                    <a:pt x="575" y="2520"/>
                  </a:cubicBezTo>
                  <a:cubicBezTo>
                    <a:pt x="575" y="2520"/>
                    <a:pt x="575" y="2521"/>
                    <a:pt x="575" y="2522"/>
                  </a:cubicBezTo>
                  <a:cubicBezTo>
                    <a:pt x="575" y="2519"/>
                    <a:pt x="575" y="2519"/>
                    <a:pt x="575" y="2519"/>
                  </a:cubicBezTo>
                  <a:cubicBezTo>
                    <a:pt x="576" y="2519"/>
                    <a:pt x="576" y="2519"/>
                    <a:pt x="576" y="2519"/>
                  </a:cubicBezTo>
                  <a:cubicBezTo>
                    <a:pt x="576" y="2519"/>
                    <a:pt x="575" y="2524"/>
                    <a:pt x="577" y="2528"/>
                  </a:cubicBezTo>
                  <a:cubicBezTo>
                    <a:pt x="579" y="2530"/>
                    <a:pt x="581" y="2532"/>
                    <a:pt x="585" y="2532"/>
                  </a:cubicBezTo>
                  <a:cubicBezTo>
                    <a:pt x="585" y="2532"/>
                    <a:pt x="585" y="2532"/>
                    <a:pt x="585" y="2532"/>
                  </a:cubicBezTo>
                  <a:cubicBezTo>
                    <a:pt x="589" y="2533"/>
                    <a:pt x="593" y="2530"/>
                    <a:pt x="596" y="2525"/>
                  </a:cubicBezTo>
                  <a:cubicBezTo>
                    <a:pt x="601" y="2517"/>
                    <a:pt x="604" y="2506"/>
                    <a:pt x="605" y="2498"/>
                  </a:cubicBezTo>
                  <a:cubicBezTo>
                    <a:pt x="605" y="2498"/>
                    <a:pt x="605" y="2498"/>
                    <a:pt x="606" y="2498"/>
                  </a:cubicBezTo>
                  <a:cubicBezTo>
                    <a:pt x="607" y="2498"/>
                    <a:pt x="607" y="2498"/>
                    <a:pt x="608" y="2498"/>
                  </a:cubicBezTo>
                  <a:cubicBezTo>
                    <a:pt x="608" y="2498"/>
                    <a:pt x="609" y="2498"/>
                    <a:pt x="609" y="2498"/>
                  </a:cubicBezTo>
                  <a:cubicBezTo>
                    <a:pt x="613" y="2496"/>
                    <a:pt x="618" y="2493"/>
                    <a:pt x="619" y="2485"/>
                  </a:cubicBezTo>
                  <a:cubicBezTo>
                    <a:pt x="620" y="2477"/>
                    <a:pt x="621" y="2473"/>
                    <a:pt x="621" y="2471"/>
                  </a:cubicBezTo>
                  <a:cubicBezTo>
                    <a:pt x="621" y="2469"/>
                    <a:pt x="622" y="2468"/>
                    <a:pt x="622" y="2468"/>
                  </a:cubicBezTo>
                  <a:cubicBezTo>
                    <a:pt x="622" y="2468"/>
                    <a:pt x="622" y="2468"/>
                    <a:pt x="622" y="2467"/>
                  </a:cubicBezTo>
                  <a:cubicBezTo>
                    <a:pt x="624" y="2464"/>
                    <a:pt x="628" y="2456"/>
                    <a:pt x="629" y="2445"/>
                  </a:cubicBezTo>
                  <a:cubicBezTo>
                    <a:pt x="630" y="2441"/>
                    <a:pt x="632" y="2437"/>
                    <a:pt x="636" y="2433"/>
                  </a:cubicBezTo>
                  <a:cubicBezTo>
                    <a:pt x="637" y="2432"/>
                    <a:pt x="638" y="2431"/>
                    <a:pt x="638" y="2430"/>
                  </a:cubicBezTo>
                  <a:cubicBezTo>
                    <a:pt x="646" y="2421"/>
                    <a:pt x="656" y="2408"/>
                    <a:pt x="655" y="2384"/>
                  </a:cubicBezTo>
                  <a:cubicBezTo>
                    <a:pt x="653" y="2347"/>
                    <a:pt x="679" y="2323"/>
                    <a:pt x="690" y="2280"/>
                  </a:cubicBezTo>
                  <a:cubicBezTo>
                    <a:pt x="691" y="2277"/>
                    <a:pt x="692" y="2274"/>
                    <a:pt x="692" y="2271"/>
                  </a:cubicBezTo>
                  <a:cubicBezTo>
                    <a:pt x="702" y="2223"/>
                    <a:pt x="847" y="2148"/>
                    <a:pt x="870" y="1858"/>
                  </a:cubicBezTo>
                  <a:cubicBezTo>
                    <a:pt x="874" y="1808"/>
                    <a:pt x="918" y="1756"/>
                    <a:pt x="910" y="1676"/>
                  </a:cubicBezTo>
                  <a:cubicBezTo>
                    <a:pt x="906" y="1634"/>
                    <a:pt x="939" y="1484"/>
                    <a:pt x="928" y="1328"/>
                  </a:cubicBezTo>
                  <a:cubicBezTo>
                    <a:pt x="928" y="1326"/>
                    <a:pt x="928" y="1323"/>
                    <a:pt x="928" y="1321"/>
                  </a:cubicBezTo>
                  <a:cubicBezTo>
                    <a:pt x="928" y="1320"/>
                    <a:pt x="927" y="1320"/>
                    <a:pt x="927" y="1319"/>
                  </a:cubicBezTo>
                  <a:cubicBezTo>
                    <a:pt x="927" y="1317"/>
                    <a:pt x="927" y="1316"/>
                    <a:pt x="927" y="1314"/>
                  </a:cubicBezTo>
                  <a:cubicBezTo>
                    <a:pt x="927" y="1313"/>
                    <a:pt x="927" y="1313"/>
                    <a:pt x="927" y="1312"/>
                  </a:cubicBezTo>
                  <a:cubicBezTo>
                    <a:pt x="927" y="1310"/>
                    <a:pt x="927" y="1309"/>
                    <a:pt x="927" y="1308"/>
                  </a:cubicBezTo>
                  <a:cubicBezTo>
                    <a:pt x="927" y="1307"/>
                    <a:pt x="927" y="1306"/>
                    <a:pt x="927" y="1305"/>
                  </a:cubicBezTo>
                  <a:cubicBezTo>
                    <a:pt x="927" y="1304"/>
                    <a:pt x="927" y="1303"/>
                    <a:pt x="927" y="1301"/>
                  </a:cubicBezTo>
                  <a:cubicBezTo>
                    <a:pt x="927" y="1301"/>
                    <a:pt x="927" y="1300"/>
                    <a:pt x="927" y="1299"/>
                  </a:cubicBezTo>
                  <a:cubicBezTo>
                    <a:pt x="927" y="1298"/>
                    <a:pt x="927" y="1296"/>
                    <a:pt x="927" y="1295"/>
                  </a:cubicBezTo>
                  <a:cubicBezTo>
                    <a:pt x="927" y="1294"/>
                    <a:pt x="926" y="1294"/>
                    <a:pt x="926" y="1293"/>
                  </a:cubicBezTo>
                  <a:cubicBezTo>
                    <a:pt x="926" y="1291"/>
                    <a:pt x="926" y="1289"/>
                    <a:pt x="926" y="1288"/>
                  </a:cubicBezTo>
                  <a:cubicBezTo>
                    <a:pt x="926" y="1287"/>
                    <a:pt x="926" y="1287"/>
                    <a:pt x="926" y="1287"/>
                  </a:cubicBezTo>
                  <a:cubicBezTo>
                    <a:pt x="926" y="1285"/>
                    <a:pt x="927" y="1284"/>
                    <a:pt x="927" y="1282"/>
                  </a:cubicBezTo>
                  <a:cubicBezTo>
                    <a:pt x="927" y="1282"/>
                    <a:pt x="927" y="1281"/>
                    <a:pt x="927" y="1280"/>
                  </a:cubicBezTo>
                  <a:cubicBezTo>
                    <a:pt x="927" y="1279"/>
                    <a:pt x="927" y="1278"/>
                    <a:pt x="927" y="1277"/>
                  </a:cubicBezTo>
                  <a:cubicBezTo>
                    <a:pt x="927" y="1276"/>
                    <a:pt x="927" y="1276"/>
                    <a:pt x="927" y="1275"/>
                  </a:cubicBezTo>
                  <a:cubicBezTo>
                    <a:pt x="927" y="1274"/>
                    <a:pt x="927" y="1273"/>
                    <a:pt x="927" y="1272"/>
                  </a:cubicBezTo>
                  <a:cubicBezTo>
                    <a:pt x="927" y="1271"/>
                    <a:pt x="927" y="1271"/>
                    <a:pt x="927" y="1270"/>
                  </a:cubicBezTo>
                  <a:cubicBezTo>
                    <a:pt x="927" y="1269"/>
                    <a:pt x="927" y="1268"/>
                    <a:pt x="927" y="1267"/>
                  </a:cubicBezTo>
                  <a:cubicBezTo>
                    <a:pt x="927" y="1267"/>
                    <a:pt x="927" y="1266"/>
                    <a:pt x="927" y="1265"/>
                  </a:cubicBezTo>
                  <a:cubicBezTo>
                    <a:pt x="927" y="1264"/>
                    <a:pt x="928" y="1264"/>
                    <a:pt x="928" y="1263"/>
                  </a:cubicBezTo>
                  <a:cubicBezTo>
                    <a:pt x="928" y="1262"/>
                    <a:pt x="928" y="1262"/>
                    <a:pt x="928" y="1261"/>
                  </a:cubicBezTo>
                  <a:cubicBezTo>
                    <a:pt x="928" y="1260"/>
                    <a:pt x="928" y="1258"/>
                    <a:pt x="928" y="1257"/>
                  </a:cubicBezTo>
                  <a:cubicBezTo>
                    <a:pt x="928" y="1256"/>
                    <a:pt x="928" y="1256"/>
                    <a:pt x="928" y="1255"/>
                  </a:cubicBezTo>
                  <a:cubicBezTo>
                    <a:pt x="929" y="1255"/>
                    <a:pt x="929" y="1254"/>
                    <a:pt x="929" y="1253"/>
                  </a:cubicBezTo>
                  <a:cubicBezTo>
                    <a:pt x="929" y="1252"/>
                    <a:pt x="929" y="1252"/>
                    <a:pt x="929" y="1251"/>
                  </a:cubicBezTo>
                  <a:cubicBezTo>
                    <a:pt x="929" y="1250"/>
                    <a:pt x="929" y="1250"/>
                    <a:pt x="929" y="1249"/>
                  </a:cubicBezTo>
                  <a:cubicBezTo>
                    <a:pt x="929" y="1248"/>
                    <a:pt x="930" y="1248"/>
                    <a:pt x="930" y="1247"/>
                  </a:cubicBezTo>
                  <a:cubicBezTo>
                    <a:pt x="930" y="1247"/>
                    <a:pt x="930" y="1246"/>
                    <a:pt x="930" y="1245"/>
                  </a:cubicBezTo>
                  <a:cubicBezTo>
                    <a:pt x="930" y="1245"/>
                    <a:pt x="930" y="1244"/>
                    <a:pt x="930" y="1244"/>
                  </a:cubicBezTo>
                  <a:cubicBezTo>
                    <a:pt x="931" y="1243"/>
                    <a:pt x="931" y="1243"/>
                    <a:pt x="931" y="1242"/>
                  </a:cubicBezTo>
                  <a:cubicBezTo>
                    <a:pt x="931" y="1241"/>
                    <a:pt x="931" y="1241"/>
                    <a:pt x="931" y="1240"/>
                  </a:cubicBezTo>
                  <a:cubicBezTo>
                    <a:pt x="931" y="1240"/>
                    <a:pt x="931" y="1239"/>
                    <a:pt x="932" y="1239"/>
                  </a:cubicBezTo>
                  <a:cubicBezTo>
                    <a:pt x="932" y="1236"/>
                    <a:pt x="933" y="1234"/>
                    <a:pt x="933" y="1232"/>
                  </a:cubicBezTo>
                  <a:cubicBezTo>
                    <a:pt x="933" y="1232"/>
                    <a:pt x="934" y="1232"/>
                    <a:pt x="934" y="1231"/>
                  </a:cubicBezTo>
                  <a:cubicBezTo>
                    <a:pt x="934" y="1231"/>
                    <a:pt x="934" y="1230"/>
                    <a:pt x="934" y="1229"/>
                  </a:cubicBezTo>
                  <a:cubicBezTo>
                    <a:pt x="934" y="1229"/>
                    <a:pt x="935" y="1229"/>
                    <a:pt x="935" y="1228"/>
                  </a:cubicBezTo>
                  <a:cubicBezTo>
                    <a:pt x="935" y="1228"/>
                    <a:pt x="935" y="1227"/>
                    <a:pt x="935" y="1227"/>
                  </a:cubicBezTo>
                  <a:cubicBezTo>
                    <a:pt x="935" y="1226"/>
                    <a:pt x="936" y="1226"/>
                    <a:pt x="936" y="1226"/>
                  </a:cubicBezTo>
                  <a:cubicBezTo>
                    <a:pt x="936" y="1225"/>
                    <a:pt x="936" y="1225"/>
                    <a:pt x="936" y="1224"/>
                  </a:cubicBezTo>
                  <a:cubicBezTo>
                    <a:pt x="937" y="1224"/>
                    <a:pt x="937" y="1224"/>
                    <a:pt x="937" y="1223"/>
                  </a:cubicBezTo>
                  <a:cubicBezTo>
                    <a:pt x="937" y="1223"/>
                    <a:pt x="937" y="1222"/>
                    <a:pt x="938" y="1222"/>
                  </a:cubicBezTo>
                  <a:cubicBezTo>
                    <a:pt x="938" y="1221"/>
                    <a:pt x="938" y="1221"/>
                    <a:pt x="938" y="1221"/>
                  </a:cubicBezTo>
                  <a:cubicBezTo>
                    <a:pt x="939" y="1218"/>
                    <a:pt x="940" y="1216"/>
                    <a:pt x="942" y="1213"/>
                  </a:cubicBezTo>
                  <a:cubicBezTo>
                    <a:pt x="942" y="1213"/>
                    <a:pt x="942" y="1213"/>
                    <a:pt x="942" y="1213"/>
                  </a:cubicBezTo>
                  <a:cubicBezTo>
                    <a:pt x="943" y="1212"/>
                    <a:pt x="943" y="1212"/>
                    <a:pt x="943" y="1211"/>
                  </a:cubicBezTo>
                  <a:cubicBezTo>
                    <a:pt x="943" y="1211"/>
                    <a:pt x="943" y="1211"/>
                    <a:pt x="943" y="1211"/>
                  </a:cubicBezTo>
                  <a:cubicBezTo>
                    <a:pt x="944" y="1210"/>
                    <a:pt x="944" y="1210"/>
                    <a:pt x="945" y="1209"/>
                  </a:cubicBezTo>
                  <a:cubicBezTo>
                    <a:pt x="947" y="1206"/>
                    <a:pt x="949" y="1203"/>
                    <a:pt x="952" y="1200"/>
                  </a:cubicBezTo>
                  <a:cubicBezTo>
                    <a:pt x="952" y="1200"/>
                    <a:pt x="952" y="1200"/>
                    <a:pt x="952" y="1200"/>
                  </a:cubicBezTo>
                  <a:cubicBezTo>
                    <a:pt x="952" y="1200"/>
                    <a:pt x="952" y="1200"/>
                    <a:pt x="952" y="1200"/>
                  </a:cubicBezTo>
                  <a:cubicBezTo>
                    <a:pt x="1035" y="1093"/>
                    <a:pt x="1040" y="912"/>
                    <a:pt x="1015" y="842"/>
                  </a:cubicBezTo>
                  <a:cubicBezTo>
                    <a:pt x="1011" y="831"/>
                    <a:pt x="1009" y="817"/>
                    <a:pt x="1007" y="800"/>
                  </a:cubicBezTo>
                  <a:cubicBezTo>
                    <a:pt x="1007" y="801"/>
                    <a:pt x="1007" y="801"/>
                    <a:pt x="1007" y="801"/>
                  </a:cubicBezTo>
                  <a:cubicBezTo>
                    <a:pt x="1006" y="799"/>
                    <a:pt x="1006" y="796"/>
                    <a:pt x="1006" y="793"/>
                  </a:cubicBezTo>
                  <a:cubicBezTo>
                    <a:pt x="1007" y="800"/>
                    <a:pt x="1007" y="800"/>
                    <a:pt x="1007" y="800"/>
                  </a:cubicBezTo>
                  <a:cubicBezTo>
                    <a:pt x="1006" y="798"/>
                    <a:pt x="1006" y="795"/>
                    <a:pt x="1006" y="792"/>
                  </a:cubicBezTo>
                  <a:cubicBezTo>
                    <a:pt x="1005" y="790"/>
                    <a:pt x="1005" y="788"/>
                    <a:pt x="1005" y="786"/>
                  </a:cubicBezTo>
                  <a:cubicBezTo>
                    <a:pt x="1061" y="824"/>
                    <a:pt x="1147" y="859"/>
                    <a:pt x="1176" y="871"/>
                  </a:cubicBezTo>
                  <a:cubicBezTo>
                    <a:pt x="1210" y="886"/>
                    <a:pt x="1245" y="877"/>
                    <a:pt x="1269" y="848"/>
                  </a:cubicBezTo>
                  <a:cubicBezTo>
                    <a:pt x="1341" y="759"/>
                    <a:pt x="1320" y="607"/>
                    <a:pt x="1327" y="587"/>
                  </a:cubicBezTo>
                  <a:cubicBezTo>
                    <a:pt x="1334" y="566"/>
                    <a:pt x="1338" y="545"/>
                    <a:pt x="1337" y="526"/>
                  </a:cubicBezTo>
                  <a:cubicBezTo>
                    <a:pt x="1335" y="506"/>
                    <a:pt x="1344" y="498"/>
                    <a:pt x="1357" y="467"/>
                  </a:cubicBezTo>
                  <a:cubicBezTo>
                    <a:pt x="1371" y="435"/>
                    <a:pt x="1355" y="403"/>
                    <a:pt x="1339" y="385"/>
                  </a:cubicBezTo>
                  <a:cubicBezTo>
                    <a:pt x="1323" y="367"/>
                    <a:pt x="1277" y="393"/>
                    <a:pt x="1277" y="393"/>
                  </a:cubicBezTo>
                  <a:cubicBezTo>
                    <a:pt x="1276" y="393"/>
                    <a:pt x="1275" y="394"/>
                    <a:pt x="1274" y="394"/>
                  </a:cubicBezTo>
                  <a:cubicBezTo>
                    <a:pt x="1274" y="394"/>
                    <a:pt x="1274" y="394"/>
                    <a:pt x="1274" y="394"/>
                  </a:cubicBezTo>
                  <a:cubicBezTo>
                    <a:pt x="1273" y="394"/>
                    <a:pt x="1273" y="394"/>
                    <a:pt x="1272" y="395"/>
                  </a:cubicBezTo>
                  <a:cubicBezTo>
                    <a:pt x="1272" y="395"/>
                    <a:pt x="1272" y="395"/>
                    <a:pt x="1272" y="395"/>
                  </a:cubicBezTo>
                  <a:cubicBezTo>
                    <a:pt x="1271" y="395"/>
                    <a:pt x="1270" y="396"/>
                    <a:pt x="1270" y="396"/>
                  </a:cubicBezTo>
                  <a:cubicBezTo>
                    <a:pt x="1270" y="396"/>
                    <a:pt x="1269" y="396"/>
                    <a:pt x="1269" y="396"/>
                  </a:cubicBezTo>
                  <a:cubicBezTo>
                    <a:pt x="1269" y="397"/>
                    <a:pt x="1268" y="397"/>
                    <a:pt x="1268" y="398"/>
                  </a:cubicBezTo>
                  <a:cubicBezTo>
                    <a:pt x="1268" y="398"/>
                    <a:pt x="1267" y="398"/>
                    <a:pt x="1267" y="398"/>
                  </a:cubicBezTo>
                  <a:cubicBezTo>
                    <a:pt x="1267" y="398"/>
                    <a:pt x="1266" y="399"/>
                    <a:pt x="1266" y="399"/>
                  </a:cubicBezTo>
                  <a:cubicBezTo>
                    <a:pt x="1266" y="399"/>
                    <a:pt x="1266" y="399"/>
                    <a:pt x="1266" y="399"/>
                  </a:cubicBezTo>
                  <a:cubicBezTo>
                    <a:pt x="1265" y="399"/>
                    <a:pt x="1265" y="400"/>
                    <a:pt x="1265" y="400"/>
                  </a:cubicBezTo>
                  <a:cubicBezTo>
                    <a:pt x="1264" y="400"/>
                    <a:pt x="1264" y="400"/>
                    <a:pt x="1264" y="400"/>
                  </a:cubicBezTo>
                  <a:cubicBezTo>
                    <a:pt x="1264" y="401"/>
                    <a:pt x="1264" y="401"/>
                    <a:pt x="1264" y="401"/>
                  </a:cubicBezTo>
                  <a:cubicBezTo>
                    <a:pt x="1264" y="401"/>
                    <a:pt x="1264" y="401"/>
                    <a:pt x="1263" y="401"/>
                  </a:cubicBezTo>
                  <a:cubicBezTo>
                    <a:pt x="1263" y="401"/>
                    <a:pt x="1263" y="401"/>
                    <a:pt x="1263" y="401"/>
                  </a:cubicBezTo>
                  <a:cubicBezTo>
                    <a:pt x="1265" y="397"/>
                    <a:pt x="1265" y="397"/>
                    <a:pt x="1265" y="397"/>
                  </a:cubicBezTo>
                  <a:cubicBezTo>
                    <a:pt x="1264" y="399"/>
                    <a:pt x="1264" y="400"/>
                    <a:pt x="1263" y="401"/>
                  </a:cubicBezTo>
                  <a:cubicBezTo>
                    <a:pt x="1263" y="401"/>
                    <a:pt x="1263" y="401"/>
                    <a:pt x="1263" y="401"/>
                  </a:cubicBezTo>
                  <a:cubicBezTo>
                    <a:pt x="1258" y="399"/>
                    <a:pt x="1254" y="398"/>
                    <a:pt x="1250" y="399"/>
                  </a:cubicBezTo>
                  <a:cubicBezTo>
                    <a:pt x="1250" y="399"/>
                    <a:pt x="1250" y="399"/>
                    <a:pt x="1250" y="399"/>
                  </a:cubicBezTo>
                  <a:cubicBezTo>
                    <a:pt x="1249" y="399"/>
                    <a:pt x="1249" y="399"/>
                    <a:pt x="1248" y="400"/>
                  </a:cubicBezTo>
                  <a:cubicBezTo>
                    <a:pt x="1248" y="400"/>
                    <a:pt x="1248" y="400"/>
                    <a:pt x="1248" y="400"/>
                  </a:cubicBezTo>
                  <a:cubicBezTo>
                    <a:pt x="1248" y="400"/>
                    <a:pt x="1247" y="400"/>
                    <a:pt x="1247" y="400"/>
                  </a:cubicBezTo>
                  <a:cubicBezTo>
                    <a:pt x="1246" y="400"/>
                    <a:pt x="1246" y="400"/>
                    <a:pt x="1246" y="400"/>
                  </a:cubicBezTo>
                  <a:cubicBezTo>
                    <a:pt x="1246" y="401"/>
                    <a:pt x="1245" y="401"/>
                    <a:pt x="1245" y="401"/>
                  </a:cubicBezTo>
                  <a:cubicBezTo>
                    <a:pt x="1245" y="401"/>
                    <a:pt x="1244" y="401"/>
                    <a:pt x="1244" y="401"/>
                  </a:cubicBezTo>
                  <a:cubicBezTo>
                    <a:pt x="1244" y="402"/>
                    <a:pt x="1243" y="402"/>
                    <a:pt x="1243" y="402"/>
                  </a:cubicBezTo>
                  <a:cubicBezTo>
                    <a:pt x="1243" y="402"/>
                    <a:pt x="1243" y="402"/>
                    <a:pt x="1243" y="403"/>
                  </a:cubicBezTo>
                  <a:cubicBezTo>
                    <a:pt x="1242" y="403"/>
                    <a:pt x="1242" y="403"/>
                    <a:pt x="1241" y="403"/>
                  </a:cubicBezTo>
                  <a:cubicBezTo>
                    <a:pt x="1241" y="404"/>
                    <a:pt x="1241" y="404"/>
                    <a:pt x="1241" y="404"/>
                  </a:cubicBezTo>
                  <a:cubicBezTo>
                    <a:pt x="1240" y="404"/>
                    <a:pt x="1240" y="405"/>
                    <a:pt x="1240" y="405"/>
                  </a:cubicBezTo>
                  <a:cubicBezTo>
                    <a:pt x="1240" y="405"/>
                    <a:pt x="1239" y="405"/>
                    <a:pt x="1239" y="405"/>
                  </a:cubicBezTo>
                  <a:cubicBezTo>
                    <a:pt x="1239" y="406"/>
                    <a:pt x="1238" y="406"/>
                    <a:pt x="1238" y="406"/>
                  </a:cubicBezTo>
                  <a:cubicBezTo>
                    <a:pt x="1238" y="407"/>
                    <a:pt x="1238" y="407"/>
                    <a:pt x="1238" y="407"/>
                  </a:cubicBezTo>
                  <a:cubicBezTo>
                    <a:pt x="1237" y="407"/>
                    <a:pt x="1237" y="408"/>
                    <a:pt x="1237" y="408"/>
                  </a:cubicBezTo>
                  <a:cubicBezTo>
                    <a:pt x="1236" y="408"/>
                    <a:pt x="1236" y="408"/>
                    <a:pt x="1236" y="409"/>
                  </a:cubicBezTo>
                  <a:cubicBezTo>
                    <a:pt x="1236" y="409"/>
                    <a:pt x="1236" y="409"/>
                    <a:pt x="1235" y="410"/>
                  </a:cubicBezTo>
                  <a:cubicBezTo>
                    <a:pt x="1235" y="410"/>
                    <a:pt x="1235" y="410"/>
                    <a:pt x="1235" y="410"/>
                  </a:cubicBezTo>
                  <a:cubicBezTo>
                    <a:pt x="1234" y="411"/>
                    <a:pt x="1234" y="411"/>
                    <a:pt x="1234" y="412"/>
                  </a:cubicBezTo>
                  <a:cubicBezTo>
                    <a:pt x="1234" y="412"/>
                    <a:pt x="1234" y="412"/>
                    <a:pt x="1233" y="412"/>
                  </a:cubicBezTo>
                  <a:cubicBezTo>
                    <a:pt x="1233" y="413"/>
                    <a:pt x="1233" y="413"/>
                    <a:pt x="1233" y="413"/>
                  </a:cubicBezTo>
                  <a:cubicBezTo>
                    <a:pt x="1232" y="414"/>
                    <a:pt x="1232" y="414"/>
                    <a:pt x="1232" y="414"/>
                  </a:cubicBezTo>
                  <a:cubicBezTo>
                    <a:pt x="1232" y="415"/>
                    <a:pt x="1232" y="415"/>
                    <a:pt x="1231" y="415"/>
                  </a:cubicBezTo>
                  <a:cubicBezTo>
                    <a:pt x="1231" y="416"/>
                    <a:pt x="1231" y="416"/>
                    <a:pt x="1231" y="416"/>
                  </a:cubicBezTo>
                  <a:cubicBezTo>
                    <a:pt x="1231" y="416"/>
                    <a:pt x="1230" y="417"/>
                    <a:pt x="1230" y="417"/>
                  </a:cubicBezTo>
                  <a:cubicBezTo>
                    <a:pt x="1230" y="418"/>
                    <a:pt x="1230" y="418"/>
                    <a:pt x="1230" y="418"/>
                  </a:cubicBezTo>
                  <a:cubicBezTo>
                    <a:pt x="1229" y="418"/>
                    <a:pt x="1229" y="419"/>
                    <a:pt x="1229" y="419"/>
                  </a:cubicBezTo>
                  <a:cubicBezTo>
                    <a:pt x="1229" y="419"/>
                    <a:pt x="1229" y="420"/>
                    <a:pt x="1229" y="420"/>
                  </a:cubicBezTo>
                  <a:cubicBezTo>
                    <a:pt x="1228" y="420"/>
                    <a:pt x="1228" y="421"/>
                    <a:pt x="1228" y="421"/>
                  </a:cubicBezTo>
                  <a:cubicBezTo>
                    <a:pt x="1228" y="421"/>
                    <a:pt x="1228" y="422"/>
                    <a:pt x="1228" y="422"/>
                  </a:cubicBezTo>
                  <a:cubicBezTo>
                    <a:pt x="1227" y="422"/>
                    <a:pt x="1227" y="423"/>
                    <a:pt x="1227" y="423"/>
                  </a:cubicBezTo>
                  <a:cubicBezTo>
                    <a:pt x="1227" y="423"/>
                    <a:pt x="1227" y="423"/>
                    <a:pt x="1227" y="424"/>
                  </a:cubicBezTo>
                  <a:cubicBezTo>
                    <a:pt x="1227" y="424"/>
                    <a:pt x="1226" y="424"/>
                    <a:pt x="1226" y="425"/>
                  </a:cubicBezTo>
                  <a:cubicBezTo>
                    <a:pt x="1226" y="425"/>
                    <a:pt x="1226" y="425"/>
                    <a:pt x="1226" y="425"/>
                  </a:cubicBezTo>
                  <a:cubicBezTo>
                    <a:pt x="1226" y="426"/>
                    <a:pt x="1226" y="426"/>
                    <a:pt x="1225" y="426"/>
                  </a:cubicBezTo>
                  <a:cubicBezTo>
                    <a:pt x="1225" y="427"/>
                    <a:pt x="1225" y="427"/>
                    <a:pt x="1225" y="427"/>
                  </a:cubicBezTo>
                  <a:cubicBezTo>
                    <a:pt x="1225" y="427"/>
                    <a:pt x="1225" y="428"/>
                    <a:pt x="1225" y="428"/>
                  </a:cubicBezTo>
                  <a:cubicBezTo>
                    <a:pt x="1225" y="428"/>
                    <a:pt x="1225" y="429"/>
                    <a:pt x="1225" y="429"/>
                  </a:cubicBezTo>
                  <a:cubicBezTo>
                    <a:pt x="1224" y="429"/>
                    <a:pt x="1224" y="429"/>
                    <a:pt x="1224" y="430"/>
                  </a:cubicBezTo>
                  <a:cubicBezTo>
                    <a:pt x="1224" y="430"/>
                    <a:pt x="1224" y="430"/>
                    <a:pt x="1224" y="430"/>
                  </a:cubicBezTo>
                  <a:cubicBezTo>
                    <a:pt x="1224" y="430"/>
                    <a:pt x="1224" y="431"/>
                    <a:pt x="1224" y="431"/>
                  </a:cubicBezTo>
                  <a:cubicBezTo>
                    <a:pt x="1224" y="431"/>
                    <a:pt x="1224" y="431"/>
                    <a:pt x="1224" y="431"/>
                  </a:cubicBezTo>
                  <a:cubicBezTo>
                    <a:pt x="1223" y="433"/>
                    <a:pt x="1222" y="435"/>
                    <a:pt x="1222" y="435"/>
                  </a:cubicBezTo>
                  <a:cubicBezTo>
                    <a:pt x="1222" y="433"/>
                    <a:pt x="1223" y="431"/>
                    <a:pt x="1224" y="429"/>
                  </a:cubicBezTo>
                  <a:cubicBezTo>
                    <a:pt x="1215" y="434"/>
                    <a:pt x="1215" y="434"/>
                    <a:pt x="1215" y="434"/>
                  </a:cubicBezTo>
                  <a:cubicBezTo>
                    <a:pt x="1209" y="435"/>
                    <a:pt x="1203" y="439"/>
                    <a:pt x="1199" y="443"/>
                  </a:cubicBezTo>
                  <a:cubicBezTo>
                    <a:pt x="1199" y="443"/>
                    <a:pt x="1199" y="443"/>
                    <a:pt x="1199" y="443"/>
                  </a:cubicBezTo>
                  <a:cubicBezTo>
                    <a:pt x="1198" y="444"/>
                    <a:pt x="1198" y="445"/>
                    <a:pt x="1197" y="445"/>
                  </a:cubicBezTo>
                  <a:cubicBezTo>
                    <a:pt x="1197" y="445"/>
                    <a:pt x="1197" y="445"/>
                    <a:pt x="1197" y="445"/>
                  </a:cubicBezTo>
                  <a:cubicBezTo>
                    <a:pt x="1196" y="446"/>
                    <a:pt x="1196" y="446"/>
                    <a:pt x="1196" y="447"/>
                  </a:cubicBezTo>
                  <a:cubicBezTo>
                    <a:pt x="1194" y="448"/>
                    <a:pt x="1194" y="448"/>
                    <a:pt x="1194" y="448"/>
                  </a:cubicBezTo>
                  <a:cubicBezTo>
                    <a:pt x="1194" y="448"/>
                    <a:pt x="1194" y="448"/>
                    <a:pt x="1194" y="448"/>
                  </a:cubicBezTo>
                  <a:cubicBezTo>
                    <a:pt x="1194" y="448"/>
                    <a:pt x="1194" y="447"/>
                    <a:pt x="1194" y="447"/>
                  </a:cubicBezTo>
                  <a:cubicBezTo>
                    <a:pt x="1194" y="447"/>
                    <a:pt x="1194" y="447"/>
                    <a:pt x="1194" y="447"/>
                  </a:cubicBezTo>
                  <a:cubicBezTo>
                    <a:pt x="1194" y="446"/>
                    <a:pt x="1193" y="446"/>
                    <a:pt x="1193" y="446"/>
                  </a:cubicBezTo>
                  <a:cubicBezTo>
                    <a:pt x="1193" y="445"/>
                    <a:pt x="1193" y="445"/>
                    <a:pt x="1193" y="445"/>
                  </a:cubicBezTo>
                  <a:cubicBezTo>
                    <a:pt x="1193" y="445"/>
                    <a:pt x="1193" y="445"/>
                    <a:pt x="1192" y="444"/>
                  </a:cubicBezTo>
                  <a:cubicBezTo>
                    <a:pt x="1192" y="444"/>
                    <a:pt x="1192" y="444"/>
                    <a:pt x="1192" y="444"/>
                  </a:cubicBezTo>
                  <a:cubicBezTo>
                    <a:pt x="1192" y="443"/>
                    <a:pt x="1192" y="443"/>
                    <a:pt x="1191" y="443"/>
                  </a:cubicBezTo>
                  <a:cubicBezTo>
                    <a:pt x="1191" y="443"/>
                    <a:pt x="1191" y="442"/>
                    <a:pt x="1191" y="442"/>
                  </a:cubicBezTo>
                  <a:cubicBezTo>
                    <a:pt x="1190" y="442"/>
                    <a:pt x="1190" y="441"/>
                    <a:pt x="1189" y="441"/>
                  </a:cubicBezTo>
                  <a:cubicBezTo>
                    <a:pt x="1189" y="441"/>
                    <a:pt x="1189" y="441"/>
                    <a:pt x="1189" y="441"/>
                  </a:cubicBezTo>
                  <a:cubicBezTo>
                    <a:pt x="1188" y="441"/>
                    <a:pt x="1188" y="440"/>
                    <a:pt x="1187" y="440"/>
                  </a:cubicBezTo>
                  <a:cubicBezTo>
                    <a:pt x="1187" y="440"/>
                    <a:pt x="1187" y="440"/>
                    <a:pt x="1187" y="440"/>
                  </a:cubicBezTo>
                  <a:cubicBezTo>
                    <a:pt x="1186" y="440"/>
                    <a:pt x="1185" y="439"/>
                    <a:pt x="1184" y="439"/>
                  </a:cubicBezTo>
                  <a:cubicBezTo>
                    <a:pt x="1184" y="439"/>
                    <a:pt x="1184" y="439"/>
                    <a:pt x="1183" y="439"/>
                  </a:cubicBezTo>
                  <a:cubicBezTo>
                    <a:pt x="1182" y="439"/>
                    <a:pt x="1181" y="439"/>
                    <a:pt x="1180" y="439"/>
                  </a:cubicBezTo>
                  <a:cubicBezTo>
                    <a:pt x="1167" y="439"/>
                    <a:pt x="1161" y="462"/>
                    <a:pt x="1165" y="498"/>
                  </a:cubicBezTo>
                  <a:cubicBezTo>
                    <a:pt x="1168" y="534"/>
                    <a:pt x="1212" y="542"/>
                    <a:pt x="1212" y="542"/>
                  </a:cubicBezTo>
                  <a:cubicBezTo>
                    <a:pt x="1227" y="571"/>
                    <a:pt x="1204" y="621"/>
                    <a:pt x="1196" y="637"/>
                  </a:cubicBezTo>
                  <a:cubicBezTo>
                    <a:pt x="1196" y="638"/>
                    <a:pt x="1195" y="638"/>
                    <a:pt x="1195" y="639"/>
                  </a:cubicBezTo>
                  <a:cubicBezTo>
                    <a:pt x="1195" y="639"/>
                    <a:pt x="1195" y="640"/>
                    <a:pt x="1195" y="640"/>
                  </a:cubicBezTo>
                  <a:cubicBezTo>
                    <a:pt x="1194" y="641"/>
                    <a:pt x="1194" y="642"/>
                    <a:pt x="1193" y="643"/>
                  </a:cubicBezTo>
                  <a:cubicBezTo>
                    <a:pt x="1193" y="643"/>
                    <a:pt x="1193" y="643"/>
                    <a:pt x="1193" y="643"/>
                  </a:cubicBezTo>
                  <a:cubicBezTo>
                    <a:pt x="1192" y="644"/>
                    <a:pt x="1192" y="645"/>
                    <a:pt x="1191" y="646"/>
                  </a:cubicBezTo>
                  <a:cubicBezTo>
                    <a:pt x="1191" y="647"/>
                    <a:pt x="1191" y="647"/>
                    <a:pt x="1191" y="647"/>
                  </a:cubicBezTo>
                  <a:cubicBezTo>
                    <a:pt x="1191" y="648"/>
                    <a:pt x="1190" y="649"/>
                    <a:pt x="1190" y="650"/>
                  </a:cubicBezTo>
                  <a:cubicBezTo>
                    <a:pt x="1190" y="650"/>
                    <a:pt x="1190" y="650"/>
                    <a:pt x="1189" y="651"/>
                  </a:cubicBezTo>
                  <a:cubicBezTo>
                    <a:pt x="1189" y="652"/>
                    <a:pt x="1188" y="653"/>
                    <a:pt x="1188" y="654"/>
                  </a:cubicBezTo>
                  <a:cubicBezTo>
                    <a:pt x="1188" y="654"/>
                    <a:pt x="1187" y="655"/>
                    <a:pt x="1187" y="655"/>
                  </a:cubicBezTo>
                  <a:cubicBezTo>
                    <a:pt x="1187" y="656"/>
                    <a:pt x="1186" y="657"/>
                    <a:pt x="1186" y="658"/>
                  </a:cubicBezTo>
                  <a:cubicBezTo>
                    <a:pt x="1186" y="659"/>
                    <a:pt x="1185" y="660"/>
                    <a:pt x="1185" y="660"/>
                  </a:cubicBezTo>
                  <a:cubicBezTo>
                    <a:pt x="1185" y="661"/>
                    <a:pt x="1184" y="661"/>
                    <a:pt x="1184" y="662"/>
                  </a:cubicBezTo>
                  <a:cubicBezTo>
                    <a:pt x="1184" y="663"/>
                    <a:pt x="1183" y="664"/>
                    <a:pt x="1183" y="665"/>
                  </a:cubicBezTo>
                  <a:cubicBezTo>
                    <a:pt x="1183" y="665"/>
                    <a:pt x="1182" y="666"/>
                    <a:pt x="1182" y="667"/>
                  </a:cubicBezTo>
                  <a:cubicBezTo>
                    <a:pt x="1181" y="669"/>
                    <a:pt x="1180" y="671"/>
                    <a:pt x="1179" y="674"/>
                  </a:cubicBezTo>
                  <a:cubicBezTo>
                    <a:pt x="1179" y="674"/>
                    <a:pt x="1179" y="674"/>
                    <a:pt x="1178" y="675"/>
                  </a:cubicBezTo>
                  <a:cubicBezTo>
                    <a:pt x="1178" y="676"/>
                    <a:pt x="1177" y="677"/>
                    <a:pt x="1177" y="678"/>
                  </a:cubicBezTo>
                  <a:cubicBezTo>
                    <a:pt x="1177" y="678"/>
                    <a:pt x="1176" y="679"/>
                    <a:pt x="1176" y="679"/>
                  </a:cubicBezTo>
                  <a:cubicBezTo>
                    <a:pt x="1176" y="680"/>
                    <a:pt x="1175" y="681"/>
                    <a:pt x="1175" y="682"/>
                  </a:cubicBezTo>
                  <a:cubicBezTo>
                    <a:pt x="1175" y="683"/>
                    <a:pt x="1174" y="683"/>
                    <a:pt x="1174" y="684"/>
                  </a:cubicBezTo>
                  <a:cubicBezTo>
                    <a:pt x="1174" y="684"/>
                    <a:pt x="1174" y="685"/>
                    <a:pt x="1173" y="685"/>
                  </a:cubicBezTo>
                  <a:cubicBezTo>
                    <a:pt x="1171" y="690"/>
                    <a:pt x="1170" y="694"/>
                    <a:pt x="1169" y="696"/>
                  </a:cubicBezTo>
                  <a:cubicBezTo>
                    <a:pt x="1168" y="695"/>
                    <a:pt x="1168" y="695"/>
                    <a:pt x="1168" y="695"/>
                  </a:cubicBezTo>
                  <a:cubicBezTo>
                    <a:pt x="1168" y="695"/>
                    <a:pt x="1168" y="696"/>
                    <a:pt x="1168" y="696"/>
                  </a:cubicBezTo>
                  <a:cubicBezTo>
                    <a:pt x="1168" y="698"/>
                    <a:pt x="1167" y="699"/>
                    <a:pt x="1167" y="699"/>
                  </a:cubicBezTo>
                  <a:cubicBezTo>
                    <a:pt x="1165" y="683"/>
                    <a:pt x="1145" y="691"/>
                    <a:pt x="1145" y="691"/>
                  </a:cubicBezTo>
                  <a:cubicBezTo>
                    <a:pt x="1148" y="673"/>
                    <a:pt x="1120" y="648"/>
                    <a:pt x="1087" y="621"/>
                  </a:cubicBezTo>
                  <a:cubicBezTo>
                    <a:pt x="1086" y="620"/>
                    <a:pt x="1084" y="619"/>
                    <a:pt x="1083" y="617"/>
                  </a:cubicBezTo>
                  <a:cubicBezTo>
                    <a:pt x="1083" y="617"/>
                    <a:pt x="1083" y="617"/>
                    <a:pt x="1083" y="617"/>
                  </a:cubicBezTo>
                  <a:cubicBezTo>
                    <a:pt x="1081" y="616"/>
                    <a:pt x="1080" y="615"/>
                    <a:pt x="1079" y="614"/>
                  </a:cubicBezTo>
                  <a:cubicBezTo>
                    <a:pt x="1078" y="614"/>
                    <a:pt x="1078" y="613"/>
                    <a:pt x="1078" y="613"/>
                  </a:cubicBezTo>
                  <a:cubicBezTo>
                    <a:pt x="1076" y="612"/>
                    <a:pt x="1075" y="611"/>
                    <a:pt x="1074" y="610"/>
                  </a:cubicBezTo>
                  <a:cubicBezTo>
                    <a:pt x="1074" y="610"/>
                    <a:pt x="1074" y="610"/>
                    <a:pt x="1074" y="610"/>
                  </a:cubicBezTo>
                  <a:cubicBezTo>
                    <a:pt x="1072" y="608"/>
                    <a:pt x="1071" y="607"/>
                    <a:pt x="1069" y="606"/>
                  </a:cubicBezTo>
                  <a:cubicBezTo>
                    <a:pt x="1069" y="605"/>
                    <a:pt x="1068" y="605"/>
                    <a:pt x="1068" y="605"/>
                  </a:cubicBezTo>
                  <a:cubicBezTo>
                    <a:pt x="1067" y="604"/>
                    <a:pt x="1066" y="603"/>
                    <a:pt x="1065" y="602"/>
                  </a:cubicBezTo>
                  <a:cubicBezTo>
                    <a:pt x="1064" y="601"/>
                    <a:pt x="1063" y="600"/>
                    <a:pt x="1062" y="600"/>
                  </a:cubicBezTo>
                  <a:cubicBezTo>
                    <a:pt x="1061" y="599"/>
                    <a:pt x="1061" y="598"/>
                    <a:pt x="1060" y="597"/>
                  </a:cubicBezTo>
                  <a:cubicBezTo>
                    <a:pt x="1059" y="596"/>
                    <a:pt x="1058" y="596"/>
                    <a:pt x="1057" y="595"/>
                  </a:cubicBezTo>
                  <a:cubicBezTo>
                    <a:pt x="1056" y="594"/>
                    <a:pt x="1055" y="593"/>
                    <a:pt x="1055" y="593"/>
                  </a:cubicBezTo>
                  <a:cubicBezTo>
                    <a:pt x="1053" y="592"/>
                    <a:pt x="1052" y="590"/>
                    <a:pt x="1051" y="589"/>
                  </a:cubicBezTo>
                  <a:cubicBezTo>
                    <a:pt x="1050" y="589"/>
                    <a:pt x="1050" y="589"/>
                    <a:pt x="1049" y="588"/>
                  </a:cubicBezTo>
                  <a:cubicBezTo>
                    <a:pt x="1048" y="587"/>
                    <a:pt x="1046" y="585"/>
                    <a:pt x="1045" y="584"/>
                  </a:cubicBezTo>
                  <a:cubicBezTo>
                    <a:pt x="1044" y="584"/>
                    <a:pt x="1044" y="584"/>
                    <a:pt x="1044" y="584"/>
                  </a:cubicBezTo>
                  <a:cubicBezTo>
                    <a:pt x="1032" y="573"/>
                    <a:pt x="1020" y="562"/>
                    <a:pt x="1010" y="552"/>
                  </a:cubicBezTo>
                  <a:cubicBezTo>
                    <a:pt x="1030" y="552"/>
                    <a:pt x="1038" y="555"/>
                    <a:pt x="1063" y="535"/>
                  </a:cubicBezTo>
                  <a:cubicBezTo>
                    <a:pt x="1091" y="512"/>
                    <a:pt x="1079" y="439"/>
                    <a:pt x="1078" y="435"/>
                  </a:cubicBezTo>
                  <a:cubicBezTo>
                    <a:pt x="1078" y="433"/>
                    <a:pt x="1077" y="431"/>
                    <a:pt x="1079" y="428"/>
                  </a:cubicBezTo>
                  <a:cubicBezTo>
                    <a:pt x="1079" y="427"/>
                    <a:pt x="1080" y="427"/>
                    <a:pt x="1080" y="427"/>
                  </a:cubicBezTo>
                  <a:cubicBezTo>
                    <a:pt x="1081" y="425"/>
                    <a:pt x="1083" y="424"/>
                    <a:pt x="1085" y="422"/>
                  </a:cubicBezTo>
                  <a:cubicBezTo>
                    <a:pt x="1102" y="410"/>
                    <a:pt x="1104" y="389"/>
                    <a:pt x="1101" y="381"/>
                  </a:cubicBezTo>
                  <a:cubicBezTo>
                    <a:pt x="1099" y="375"/>
                    <a:pt x="1094" y="368"/>
                    <a:pt x="1092" y="365"/>
                  </a:cubicBezTo>
                  <a:cubicBezTo>
                    <a:pt x="1090" y="363"/>
                    <a:pt x="1090" y="363"/>
                    <a:pt x="1090" y="363"/>
                  </a:cubicBezTo>
                  <a:cubicBezTo>
                    <a:pt x="1100" y="341"/>
                    <a:pt x="1087" y="339"/>
                    <a:pt x="1096" y="301"/>
                  </a:cubicBezTo>
                  <a:cubicBezTo>
                    <a:pt x="1102" y="279"/>
                    <a:pt x="1107" y="242"/>
                    <a:pt x="1093" y="209"/>
                  </a:cubicBezTo>
                  <a:cubicBezTo>
                    <a:pt x="1078" y="174"/>
                    <a:pt x="1059" y="144"/>
                    <a:pt x="1036" y="118"/>
                  </a:cubicBezTo>
                  <a:cubicBezTo>
                    <a:pt x="1036" y="117"/>
                    <a:pt x="1037" y="117"/>
                    <a:pt x="1037" y="117"/>
                  </a:cubicBezTo>
                  <a:cubicBezTo>
                    <a:pt x="969" y="39"/>
                    <a:pt x="874" y="0"/>
                    <a:pt x="784" y="8"/>
                  </a:cubicBezTo>
                  <a:cubicBezTo>
                    <a:pt x="784" y="8"/>
                    <a:pt x="784" y="8"/>
                    <a:pt x="784" y="8"/>
                  </a:cubicBezTo>
                  <a:cubicBezTo>
                    <a:pt x="780" y="9"/>
                    <a:pt x="776" y="9"/>
                    <a:pt x="772" y="10"/>
                  </a:cubicBezTo>
                  <a:cubicBezTo>
                    <a:pt x="769" y="10"/>
                    <a:pt x="767" y="10"/>
                    <a:pt x="765" y="11"/>
                  </a:cubicBezTo>
                  <a:cubicBezTo>
                    <a:pt x="764" y="11"/>
                    <a:pt x="762" y="11"/>
                    <a:pt x="761" y="11"/>
                  </a:cubicBezTo>
                  <a:cubicBezTo>
                    <a:pt x="757" y="12"/>
                    <a:pt x="753" y="13"/>
                    <a:pt x="749" y="14"/>
                  </a:cubicBezTo>
                  <a:cubicBezTo>
                    <a:pt x="749" y="14"/>
                    <a:pt x="749" y="14"/>
                    <a:pt x="749" y="14"/>
                  </a:cubicBezTo>
                  <a:cubicBezTo>
                    <a:pt x="704" y="24"/>
                    <a:pt x="661" y="48"/>
                    <a:pt x="626" y="84"/>
                  </a:cubicBezTo>
                  <a:cubicBezTo>
                    <a:pt x="492" y="225"/>
                    <a:pt x="618" y="403"/>
                    <a:pt x="618" y="403"/>
                  </a:cubicBezTo>
                  <a:cubicBezTo>
                    <a:pt x="627" y="412"/>
                    <a:pt x="624" y="413"/>
                    <a:pt x="625" y="423"/>
                  </a:cubicBezTo>
                  <a:cubicBezTo>
                    <a:pt x="626" y="428"/>
                    <a:pt x="628" y="434"/>
                    <a:pt x="629" y="438"/>
                  </a:cubicBezTo>
                  <a:cubicBezTo>
                    <a:pt x="629" y="438"/>
                    <a:pt x="640" y="459"/>
                    <a:pt x="634" y="481"/>
                  </a:cubicBezTo>
                  <a:cubicBezTo>
                    <a:pt x="627" y="509"/>
                    <a:pt x="596" y="515"/>
                    <a:pt x="596" y="515"/>
                  </a:cubicBezTo>
                  <a:moveTo>
                    <a:pt x="1090" y="363"/>
                  </a:moveTo>
                  <a:cubicBezTo>
                    <a:pt x="1091" y="364"/>
                    <a:pt x="1091" y="364"/>
                    <a:pt x="1092" y="365"/>
                  </a:cubicBezTo>
                  <a:cubicBezTo>
                    <a:pt x="1091" y="364"/>
                    <a:pt x="1090" y="363"/>
                    <a:pt x="1090" y="363"/>
                  </a:cubicBezTo>
                  <a:cubicBezTo>
                    <a:pt x="1090" y="363"/>
                    <a:pt x="1090" y="363"/>
                    <a:pt x="1090" y="363"/>
                  </a:cubicBezTo>
                  <a:close/>
                  <a:moveTo>
                    <a:pt x="415" y="926"/>
                  </a:moveTo>
                  <a:cubicBezTo>
                    <a:pt x="415" y="924"/>
                    <a:pt x="416" y="922"/>
                    <a:pt x="416" y="921"/>
                  </a:cubicBezTo>
                  <a:cubicBezTo>
                    <a:pt x="417" y="901"/>
                    <a:pt x="416" y="884"/>
                    <a:pt x="411" y="879"/>
                  </a:cubicBezTo>
                  <a:cubicBezTo>
                    <a:pt x="411" y="879"/>
                    <a:pt x="427" y="859"/>
                    <a:pt x="429" y="856"/>
                  </a:cubicBezTo>
                  <a:cubicBezTo>
                    <a:pt x="429" y="856"/>
                    <a:pt x="442" y="839"/>
                    <a:pt x="443" y="839"/>
                  </a:cubicBezTo>
                  <a:cubicBezTo>
                    <a:pt x="445" y="835"/>
                    <a:pt x="452" y="827"/>
                    <a:pt x="452" y="827"/>
                  </a:cubicBezTo>
                  <a:cubicBezTo>
                    <a:pt x="455" y="823"/>
                    <a:pt x="461" y="814"/>
                    <a:pt x="461" y="814"/>
                  </a:cubicBezTo>
                  <a:cubicBezTo>
                    <a:pt x="462" y="812"/>
                    <a:pt x="464" y="810"/>
                    <a:pt x="465" y="809"/>
                  </a:cubicBezTo>
                  <a:cubicBezTo>
                    <a:pt x="464" y="810"/>
                    <a:pt x="444" y="888"/>
                    <a:pt x="444" y="989"/>
                  </a:cubicBezTo>
                  <a:cubicBezTo>
                    <a:pt x="444" y="992"/>
                    <a:pt x="443" y="995"/>
                    <a:pt x="443" y="998"/>
                  </a:cubicBezTo>
                  <a:cubicBezTo>
                    <a:pt x="443" y="1015"/>
                    <a:pt x="446" y="1034"/>
                    <a:pt x="451" y="1051"/>
                  </a:cubicBezTo>
                  <a:cubicBezTo>
                    <a:pt x="451" y="1051"/>
                    <a:pt x="451" y="1051"/>
                    <a:pt x="451" y="1051"/>
                  </a:cubicBezTo>
                  <a:cubicBezTo>
                    <a:pt x="448" y="1050"/>
                    <a:pt x="445" y="1050"/>
                    <a:pt x="445" y="1050"/>
                  </a:cubicBezTo>
                  <a:cubicBezTo>
                    <a:pt x="444" y="1049"/>
                    <a:pt x="441" y="1049"/>
                    <a:pt x="440" y="1049"/>
                  </a:cubicBezTo>
                  <a:cubicBezTo>
                    <a:pt x="440" y="1049"/>
                    <a:pt x="439" y="1049"/>
                    <a:pt x="438" y="1049"/>
                  </a:cubicBezTo>
                  <a:cubicBezTo>
                    <a:pt x="412" y="1009"/>
                    <a:pt x="415" y="926"/>
                    <a:pt x="415" y="926"/>
                  </a:cubicBezTo>
                  <a:close/>
                  <a:moveTo>
                    <a:pt x="625" y="1541"/>
                  </a:moveTo>
                  <a:cubicBezTo>
                    <a:pt x="625" y="1541"/>
                    <a:pt x="625" y="1541"/>
                    <a:pt x="625" y="1541"/>
                  </a:cubicBezTo>
                  <a:cubicBezTo>
                    <a:pt x="625" y="1541"/>
                    <a:pt x="625" y="1541"/>
                    <a:pt x="625" y="1541"/>
                  </a:cubicBezTo>
                  <a:close/>
                  <a:moveTo>
                    <a:pt x="631" y="443"/>
                  </a:moveTo>
                  <a:cubicBezTo>
                    <a:pt x="631" y="443"/>
                    <a:pt x="631" y="443"/>
                    <a:pt x="631" y="443"/>
                  </a:cubicBezTo>
                  <a:cubicBezTo>
                    <a:pt x="631" y="443"/>
                    <a:pt x="631" y="443"/>
                    <a:pt x="631" y="443"/>
                  </a:cubicBezTo>
                  <a:cubicBezTo>
                    <a:pt x="631" y="443"/>
                    <a:pt x="631" y="443"/>
                    <a:pt x="631" y="443"/>
                  </a:cubicBezTo>
                  <a:close/>
                  <a:moveTo>
                    <a:pt x="676" y="1569"/>
                  </a:moveTo>
                  <a:cubicBezTo>
                    <a:pt x="676" y="1569"/>
                    <a:pt x="677" y="1569"/>
                    <a:pt x="677" y="1568"/>
                  </a:cubicBezTo>
                  <a:cubicBezTo>
                    <a:pt x="677" y="1568"/>
                    <a:pt x="677" y="1568"/>
                    <a:pt x="677" y="1568"/>
                  </a:cubicBezTo>
                  <a:cubicBezTo>
                    <a:pt x="677" y="1569"/>
                    <a:pt x="677" y="1569"/>
                    <a:pt x="677" y="1570"/>
                  </a:cubicBezTo>
                  <a:lnTo>
                    <a:pt x="676" y="1569"/>
                  </a:lnTo>
                  <a:close/>
                </a:path>
              </a:pathLst>
            </a:custGeom>
            <a:solidFill>
              <a:srgbClr val="B1DF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61461" name="Freeform 49">
              <a:extLst>
                <a:ext uri="{FF2B5EF4-FFF2-40B4-BE49-F238E27FC236}">
                  <a16:creationId xmlns:a16="http://schemas.microsoft.com/office/drawing/2014/main" id="{0475A50B-8AC3-4214-905E-6843BDA16A3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23" y="768"/>
              <a:ext cx="948" cy="1744"/>
            </a:xfrm>
            <a:custGeom>
              <a:avLst/>
              <a:gdLst>
                <a:gd name="T0" fmla="*/ 129 w 1371"/>
                <a:gd name="T1" fmla="*/ 213 h 2533"/>
                <a:gd name="T2" fmla="*/ 104 w 1371"/>
                <a:gd name="T3" fmla="*/ 382 h 2533"/>
                <a:gd name="T4" fmla="*/ 83 w 1371"/>
                <a:gd name="T5" fmla="*/ 379 h 2533"/>
                <a:gd name="T6" fmla="*/ 10 w 1371"/>
                <a:gd name="T7" fmla="*/ 395 h 2533"/>
                <a:gd name="T8" fmla="*/ 78 w 1371"/>
                <a:gd name="T9" fmla="*/ 516 h 2533"/>
                <a:gd name="T10" fmla="*/ 68 w 1371"/>
                <a:gd name="T11" fmla="*/ 551 h 2533"/>
                <a:gd name="T12" fmla="*/ 49 w 1371"/>
                <a:gd name="T13" fmla="*/ 578 h 2533"/>
                <a:gd name="T14" fmla="*/ 46 w 1371"/>
                <a:gd name="T15" fmla="*/ 597 h 2533"/>
                <a:gd name="T16" fmla="*/ 76 w 1371"/>
                <a:gd name="T17" fmla="*/ 593 h 2533"/>
                <a:gd name="T18" fmla="*/ 86 w 1371"/>
                <a:gd name="T19" fmla="*/ 593 h 2533"/>
                <a:gd name="T20" fmla="*/ 95 w 1371"/>
                <a:gd name="T21" fmla="*/ 588 h 2533"/>
                <a:gd name="T22" fmla="*/ 124 w 1371"/>
                <a:gd name="T23" fmla="*/ 503 h 2533"/>
                <a:gd name="T24" fmla="*/ 120 w 1371"/>
                <a:gd name="T25" fmla="*/ 496 h 2533"/>
                <a:gd name="T26" fmla="*/ 181 w 1371"/>
                <a:gd name="T27" fmla="*/ 507 h 2533"/>
                <a:gd name="T28" fmla="*/ 192 w 1371"/>
                <a:gd name="T29" fmla="*/ 509 h 2533"/>
                <a:gd name="T30" fmla="*/ 199 w 1371"/>
                <a:gd name="T31" fmla="*/ 509 h 2533"/>
                <a:gd name="T32" fmla="*/ 203 w 1371"/>
                <a:gd name="T33" fmla="*/ 507 h 2533"/>
                <a:gd name="T34" fmla="*/ 216 w 1371"/>
                <a:gd name="T35" fmla="*/ 511 h 2533"/>
                <a:gd name="T36" fmla="*/ 231 w 1371"/>
                <a:gd name="T37" fmla="*/ 538 h 2533"/>
                <a:gd name="T38" fmla="*/ 228 w 1371"/>
                <a:gd name="T39" fmla="*/ 547 h 2533"/>
                <a:gd name="T40" fmla="*/ 225 w 1371"/>
                <a:gd name="T41" fmla="*/ 560 h 2533"/>
                <a:gd name="T42" fmla="*/ 225 w 1371"/>
                <a:gd name="T43" fmla="*/ 574 h 2533"/>
                <a:gd name="T44" fmla="*/ 227 w 1371"/>
                <a:gd name="T45" fmla="*/ 587 h 2533"/>
                <a:gd name="T46" fmla="*/ 178 w 1371"/>
                <a:gd name="T47" fmla="*/ 726 h 2533"/>
                <a:gd name="T48" fmla="*/ 174 w 1371"/>
                <a:gd name="T49" fmla="*/ 745 h 2533"/>
                <a:gd name="T50" fmla="*/ 174 w 1371"/>
                <a:gd name="T51" fmla="*/ 746 h 2533"/>
                <a:gd name="T52" fmla="*/ 167 w 1371"/>
                <a:gd name="T53" fmla="*/ 755 h 2533"/>
                <a:gd name="T54" fmla="*/ 159 w 1371"/>
                <a:gd name="T55" fmla="*/ 766 h 2533"/>
                <a:gd name="T56" fmla="*/ 157 w 1371"/>
                <a:gd name="T57" fmla="*/ 773 h 2533"/>
                <a:gd name="T58" fmla="*/ 174 w 1371"/>
                <a:gd name="T59" fmla="*/ 790 h 2533"/>
                <a:gd name="T60" fmla="*/ 179 w 1371"/>
                <a:gd name="T61" fmla="*/ 792 h 2533"/>
                <a:gd name="T62" fmla="*/ 187 w 1371"/>
                <a:gd name="T63" fmla="*/ 821 h 2533"/>
                <a:gd name="T64" fmla="*/ 190 w 1371"/>
                <a:gd name="T65" fmla="*/ 823 h 2533"/>
                <a:gd name="T66" fmla="*/ 201 w 1371"/>
                <a:gd name="T67" fmla="*/ 815 h 2533"/>
                <a:gd name="T68" fmla="*/ 288 w 1371"/>
                <a:gd name="T69" fmla="*/ 607 h 2533"/>
                <a:gd name="T70" fmla="*/ 306 w 1371"/>
                <a:gd name="T71" fmla="*/ 423 h 2533"/>
                <a:gd name="T72" fmla="*/ 306 w 1371"/>
                <a:gd name="T73" fmla="*/ 413 h 2533"/>
                <a:gd name="T74" fmla="*/ 308 w 1371"/>
                <a:gd name="T75" fmla="*/ 406 h 2533"/>
                <a:gd name="T76" fmla="*/ 310 w 1371"/>
                <a:gd name="T77" fmla="*/ 399 h 2533"/>
                <a:gd name="T78" fmla="*/ 333 w 1371"/>
                <a:gd name="T79" fmla="*/ 261 h 2533"/>
                <a:gd name="T80" fmla="*/ 443 w 1371"/>
                <a:gd name="T81" fmla="*/ 125 h 2533"/>
                <a:gd name="T82" fmla="*/ 418 w 1371"/>
                <a:gd name="T83" fmla="*/ 130 h 2533"/>
                <a:gd name="T84" fmla="*/ 413 w 1371"/>
                <a:gd name="T85" fmla="*/ 130 h 2533"/>
                <a:gd name="T86" fmla="*/ 410 w 1371"/>
                <a:gd name="T87" fmla="*/ 132 h 2533"/>
                <a:gd name="T88" fmla="*/ 407 w 1371"/>
                <a:gd name="T89" fmla="*/ 136 h 2533"/>
                <a:gd name="T90" fmla="*/ 405 w 1371"/>
                <a:gd name="T91" fmla="*/ 139 h 2533"/>
                <a:gd name="T92" fmla="*/ 402 w 1371"/>
                <a:gd name="T93" fmla="*/ 142 h 2533"/>
                <a:gd name="T94" fmla="*/ 394 w 1371"/>
                <a:gd name="T95" fmla="*/ 145 h 2533"/>
                <a:gd name="T96" fmla="*/ 390 w 1371"/>
                <a:gd name="T97" fmla="*/ 143 h 2533"/>
                <a:gd name="T98" fmla="*/ 393 w 1371"/>
                <a:gd name="T99" fmla="*/ 212 h 2533"/>
                <a:gd name="T100" fmla="*/ 389 w 1371"/>
                <a:gd name="T101" fmla="*/ 222 h 2533"/>
                <a:gd name="T102" fmla="*/ 358 w 1371"/>
                <a:gd name="T103" fmla="*/ 202 h 2533"/>
                <a:gd name="T104" fmla="*/ 348 w 1371"/>
                <a:gd name="T105" fmla="*/ 193 h 2533"/>
                <a:gd name="T106" fmla="*/ 364 w 1371"/>
                <a:gd name="T107" fmla="*/ 124 h 2533"/>
                <a:gd name="T108" fmla="*/ 252 w 1371"/>
                <a:gd name="T109" fmla="*/ 4 h 2533"/>
                <a:gd name="T110" fmla="*/ 361 w 1371"/>
                <a:gd name="T111" fmla="*/ 119 h 2533"/>
                <a:gd name="T112" fmla="*/ 147 w 1371"/>
                <a:gd name="T113" fmla="*/ 323 h 2533"/>
                <a:gd name="T114" fmla="*/ 223 w 1371"/>
                <a:gd name="T115" fmla="*/ 512 h 2533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1371" h="2533">
                  <a:moveTo>
                    <a:pt x="633" y="482"/>
                  </a:moveTo>
                  <a:cubicBezTo>
                    <a:pt x="629" y="497"/>
                    <a:pt x="613" y="509"/>
                    <a:pt x="596" y="515"/>
                  </a:cubicBezTo>
                  <a:cubicBezTo>
                    <a:pt x="596" y="515"/>
                    <a:pt x="596" y="515"/>
                    <a:pt x="596" y="515"/>
                  </a:cubicBezTo>
                  <a:cubicBezTo>
                    <a:pt x="592" y="517"/>
                    <a:pt x="587" y="518"/>
                    <a:pt x="582" y="519"/>
                  </a:cubicBezTo>
                  <a:cubicBezTo>
                    <a:pt x="578" y="519"/>
                    <a:pt x="574" y="519"/>
                    <a:pt x="570" y="519"/>
                  </a:cubicBezTo>
                  <a:cubicBezTo>
                    <a:pt x="566" y="519"/>
                    <a:pt x="562" y="519"/>
                    <a:pt x="558" y="518"/>
                  </a:cubicBezTo>
                  <a:cubicBezTo>
                    <a:pt x="552" y="516"/>
                    <a:pt x="544" y="515"/>
                    <a:pt x="537" y="514"/>
                  </a:cubicBezTo>
                  <a:cubicBezTo>
                    <a:pt x="534" y="514"/>
                    <a:pt x="530" y="514"/>
                    <a:pt x="527" y="514"/>
                  </a:cubicBezTo>
                  <a:cubicBezTo>
                    <a:pt x="503" y="514"/>
                    <a:pt x="478" y="522"/>
                    <a:pt x="462" y="542"/>
                  </a:cubicBezTo>
                  <a:cubicBezTo>
                    <a:pt x="449" y="558"/>
                    <a:pt x="422" y="601"/>
                    <a:pt x="396" y="645"/>
                  </a:cubicBezTo>
                  <a:cubicBezTo>
                    <a:pt x="395" y="647"/>
                    <a:pt x="393" y="650"/>
                    <a:pt x="392" y="652"/>
                  </a:cubicBezTo>
                  <a:cubicBezTo>
                    <a:pt x="371" y="688"/>
                    <a:pt x="352" y="723"/>
                    <a:pt x="343" y="743"/>
                  </a:cubicBezTo>
                  <a:cubicBezTo>
                    <a:pt x="316" y="804"/>
                    <a:pt x="282" y="814"/>
                    <a:pt x="273" y="874"/>
                  </a:cubicBezTo>
                  <a:cubicBezTo>
                    <a:pt x="272" y="881"/>
                    <a:pt x="271" y="889"/>
                    <a:pt x="271" y="897"/>
                  </a:cubicBezTo>
                  <a:cubicBezTo>
                    <a:pt x="268" y="954"/>
                    <a:pt x="284" y="1023"/>
                    <a:pt x="320" y="1095"/>
                  </a:cubicBezTo>
                  <a:cubicBezTo>
                    <a:pt x="321" y="1097"/>
                    <a:pt x="322" y="1099"/>
                    <a:pt x="323" y="1101"/>
                  </a:cubicBezTo>
                  <a:cubicBezTo>
                    <a:pt x="329" y="1113"/>
                    <a:pt x="331" y="1119"/>
                    <a:pt x="325" y="1131"/>
                  </a:cubicBezTo>
                  <a:cubicBezTo>
                    <a:pt x="320" y="1142"/>
                    <a:pt x="316" y="1149"/>
                    <a:pt x="315" y="1157"/>
                  </a:cubicBezTo>
                  <a:cubicBezTo>
                    <a:pt x="315" y="1160"/>
                    <a:pt x="315" y="1162"/>
                    <a:pt x="316" y="1166"/>
                  </a:cubicBezTo>
                  <a:cubicBezTo>
                    <a:pt x="316" y="1166"/>
                    <a:pt x="316" y="1167"/>
                    <a:pt x="316" y="1168"/>
                  </a:cubicBezTo>
                  <a:cubicBezTo>
                    <a:pt x="316" y="1168"/>
                    <a:pt x="316" y="1169"/>
                    <a:pt x="316" y="1169"/>
                  </a:cubicBezTo>
                  <a:cubicBezTo>
                    <a:pt x="316" y="1170"/>
                    <a:pt x="316" y="1170"/>
                    <a:pt x="316" y="1170"/>
                  </a:cubicBezTo>
                  <a:cubicBezTo>
                    <a:pt x="316" y="1171"/>
                    <a:pt x="316" y="1172"/>
                    <a:pt x="316" y="1172"/>
                  </a:cubicBezTo>
                  <a:cubicBezTo>
                    <a:pt x="316" y="1172"/>
                    <a:pt x="316" y="1173"/>
                    <a:pt x="316" y="1173"/>
                  </a:cubicBezTo>
                  <a:cubicBezTo>
                    <a:pt x="315" y="1173"/>
                    <a:pt x="315" y="1174"/>
                    <a:pt x="315" y="1175"/>
                  </a:cubicBezTo>
                  <a:cubicBezTo>
                    <a:pt x="315" y="1175"/>
                    <a:pt x="315" y="1175"/>
                    <a:pt x="315" y="1175"/>
                  </a:cubicBezTo>
                  <a:cubicBezTo>
                    <a:pt x="315" y="1175"/>
                    <a:pt x="315" y="1175"/>
                    <a:pt x="315" y="1175"/>
                  </a:cubicBezTo>
                  <a:cubicBezTo>
                    <a:pt x="315" y="1175"/>
                    <a:pt x="315" y="1175"/>
                    <a:pt x="315" y="1175"/>
                  </a:cubicBezTo>
                  <a:cubicBezTo>
                    <a:pt x="307" y="1173"/>
                    <a:pt x="300" y="1171"/>
                    <a:pt x="293" y="1169"/>
                  </a:cubicBezTo>
                  <a:cubicBezTo>
                    <a:pt x="293" y="1169"/>
                    <a:pt x="293" y="1169"/>
                    <a:pt x="293" y="1169"/>
                  </a:cubicBezTo>
                  <a:cubicBezTo>
                    <a:pt x="285" y="1168"/>
                    <a:pt x="278" y="1166"/>
                    <a:pt x="271" y="1164"/>
                  </a:cubicBezTo>
                  <a:cubicBezTo>
                    <a:pt x="271" y="1164"/>
                    <a:pt x="270" y="1164"/>
                    <a:pt x="270" y="1164"/>
                  </a:cubicBezTo>
                  <a:cubicBezTo>
                    <a:pt x="263" y="1162"/>
                    <a:pt x="256" y="1161"/>
                    <a:pt x="250" y="1160"/>
                  </a:cubicBezTo>
                  <a:cubicBezTo>
                    <a:pt x="249" y="1159"/>
                    <a:pt x="248" y="1159"/>
                    <a:pt x="247" y="1159"/>
                  </a:cubicBezTo>
                  <a:cubicBezTo>
                    <a:pt x="241" y="1158"/>
                    <a:pt x="234" y="1156"/>
                    <a:pt x="228" y="1155"/>
                  </a:cubicBezTo>
                  <a:cubicBezTo>
                    <a:pt x="227" y="1155"/>
                    <a:pt x="225" y="1155"/>
                    <a:pt x="224" y="1154"/>
                  </a:cubicBezTo>
                  <a:cubicBezTo>
                    <a:pt x="218" y="1153"/>
                    <a:pt x="212" y="1152"/>
                    <a:pt x="207" y="1151"/>
                  </a:cubicBezTo>
                  <a:cubicBezTo>
                    <a:pt x="205" y="1151"/>
                    <a:pt x="203" y="1151"/>
                    <a:pt x="201" y="1150"/>
                  </a:cubicBezTo>
                  <a:cubicBezTo>
                    <a:pt x="196" y="1150"/>
                    <a:pt x="190" y="1149"/>
                    <a:pt x="185" y="1148"/>
                  </a:cubicBezTo>
                  <a:cubicBezTo>
                    <a:pt x="183" y="1148"/>
                    <a:pt x="181" y="1147"/>
                    <a:pt x="179" y="1147"/>
                  </a:cubicBezTo>
                  <a:cubicBezTo>
                    <a:pt x="174" y="1146"/>
                    <a:pt x="169" y="1146"/>
                    <a:pt x="164" y="1145"/>
                  </a:cubicBezTo>
                  <a:cubicBezTo>
                    <a:pt x="162" y="1145"/>
                    <a:pt x="160" y="1145"/>
                    <a:pt x="157" y="1144"/>
                  </a:cubicBezTo>
                  <a:cubicBezTo>
                    <a:pt x="150" y="1144"/>
                    <a:pt x="143" y="1143"/>
                    <a:pt x="137" y="1143"/>
                  </a:cubicBezTo>
                  <a:cubicBezTo>
                    <a:pt x="93" y="1139"/>
                    <a:pt x="45" y="1168"/>
                    <a:pt x="29" y="1209"/>
                  </a:cubicBezTo>
                  <a:cubicBezTo>
                    <a:pt x="14" y="1250"/>
                    <a:pt x="0" y="1317"/>
                    <a:pt x="33" y="1362"/>
                  </a:cubicBezTo>
                  <a:cubicBezTo>
                    <a:pt x="66" y="1406"/>
                    <a:pt x="167" y="1526"/>
                    <a:pt x="217" y="1562"/>
                  </a:cubicBezTo>
                  <a:cubicBezTo>
                    <a:pt x="219" y="1563"/>
                    <a:pt x="220" y="1564"/>
                    <a:pt x="221" y="1565"/>
                  </a:cubicBezTo>
                  <a:cubicBezTo>
                    <a:pt x="222" y="1566"/>
                    <a:pt x="222" y="1566"/>
                    <a:pt x="223" y="1566"/>
                  </a:cubicBezTo>
                  <a:cubicBezTo>
                    <a:pt x="224" y="1567"/>
                    <a:pt x="225" y="1568"/>
                    <a:pt x="226" y="1569"/>
                  </a:cubicBezTo>
                  <a:cubicBezTo>
                    <a:pt x="226" y="1569"/>
                    <a:pt x="226" y="1570"/>
                    <a:pt x="227" y="1570"/>
                  </a:cubicBezTo>
                  <a:cubicBezTo>
                    <a:pt x="228" y="1571"/>
                    <a:pt x="228" y="1572"/>
                    <a:pt x="229" y="1573"/>
                  </a:cubicBezTo>
                  <a:cubicBezTo>
                    <a:pt x="230" y="1573"/>
                    <a:pt x="230" y="1573"/>
                    <a:pt x="230" y="1574"/>
                  </a:cubicBezTo>
                  <a:cubicBezTo>
                    <a:pt x="231" y="1575"/>
                    <a:pt x="232" y="1576"/>
                    <a:pt x="233" y="1577"/>
                  </a:cubicBezTo>
                  <a:cubicBezTo>
                    <a:pt x="233" y="1577"/>
                    <a:pt x="233" y="1577"/>
                    <a:pt x="233" y="1578"/>
                  </a:cubicBezTo>
                  <a:cubicBezTo>
                    <a:pt x="234" y="1579"/>
                    <a:pt x="235" y="1580"/>
                    <a:pt x="236" y="1581"/>
                  </a:cubicBezTo>
                  <a:cubicBezTo>
                    <a:pt x="236" y="1581"/>
                    <a:pt x="236" y="1581"/>
                    <a:pt x="236" y="1581"/>
                  </a:cubicBezTo>
                  <a:cubicBezTo>
                    <a:pt x="245" y="1594"/>
                    <a:pt x="250" y="1605"/>
                    <a:pt x="255" y="1606"/>
                  </a:cubicBezTo>
                  <a:cubicBezTo>
                    <a:pt x="255" y="1606"/>
                    <a:pt x="255" y="1606"/>
                    <a:pt x="255" y="1606"/>
                  </a:cubicBezTo>
                  <a:cubicBezTo>
                    <a:pt x="255" y="1606"/>
                    <a:pt x="255" y="1607"/>
                    <a:pt x="255" y="1607"/>
                  </a:cubicBezTo>
                  <a:cubicBezTo>
                    <a:pt x="256" y="1606"/>
                    <a:pt x="256" y="1606"/>
                    <a:pt x="256" y="1606"/>
                  </a:cubicBezTo>
                  <a:cubicBezTo>
                    <a:pt x="256" y="1606"/>
                    <a:pt x="256" y="1606"/>
                    <a:pt x="256" y="1606"/>
                  </a:cubicBezTo>
                  <a:cubicBezTo>
                    <a:pt x="256" y="1606"/>
                    <a:pt x="256" y="1606"/>
                    <a:pt x="257" y="1606"/>
                  </a:cubicBezTo>
                  <a:cubicBezTo>
                    <a:pt x="257" y="1606"/>
                    <a:pt x="258" y="1606"/>
                    <a:pt x="258" y="1606"/>
                  </a:cubicBezTo>
                  <a:cubicBezTo>
                    <a:pt x="258" y="1606"/>
                    <a:pt x="253" y="1615"/>
                    <a:pt x="260" y="1620"/>
                  </a:cubicBezTo>
                  <a:cubicBezTo>
                    <a:pt x="260" y="1620"/>
                    <a:pt x="257" y="1629"/>
                    <a:pt x="259" y="1635"/>
                  </a:cubicBezTo>
                  <a:cubicBezTo>
                    <a:pt x="261" y="1641"/>
                    <a:pt x="223" y="1673"/>
                    <a:pt x="207" y="1689"/>
                  </a:cubicBezTo>
                  <a:cubicBezTo>
                    <a:pt x="191" y="1705"/>
                    <a:pt x="162" y="1719"/>
                    <a:pt x="155" y="1748"/>
                  </a:cubicBezTo>
                  <a:cubicBezTo>
                    <a:pt x="155" y="1750"/>
                    <a:pt x="155" y="1751"/>
                    <a:pt x="154" y="1753"/>
                  </a:cubicBezTo>
                  <a:cubicBezTo>
                    <a:pt x="154" y="1753"/>
                    <a:pt x="154" y="1753"/>
                    <a:pt x="154" y="1753"/>
                  </a:cubicBezTo>
                  <a:cubicBezTo>
                    <a:pt x="154" y="1754"/>
                    <a:pt x="153" y="1756"/>
                    <a:pt x="153" y="1757"/>
                  </a:cubicBezTo>
                  <a:cubicBezTo>
                    <a:pt x="153" y="1757"/>
                    <a:pt x="152" y="1758"/>
                    <a:pt x="152" y="1758"/>
                  </a:cubicBezTo>
                  <a:cubicBezTo>
                    <a:pt x="152" y="1759"/>
                    <a:pt x="151" y="1760"/>
                    <a:pt x="151" y="1762"/>
                  </a:cubicBezTo>
                  <a:cubicBezTo>
                    <a:pt x="151" y="1762"/>
                    <a:pt x="151" y="1762"/>
                    <a:pt x="151" y="1762"/>
                  </a:cubicBezTo>
                  <a:cubicBezTo>
                    <a:pt x="150" y="1763"/>
                    <a:pt x="149" y="1765"/>
                    <a:pt x="149" y="1766"/>
                  </a:cubicBezTo>
                  <a:cubicBezTo>
                    <a:pt x="149" y="1766"/>
                    <a:pt x="149" y="1766"/>
                    <a:pt x="149" y="1766"/>
                  </a:cubicBezTo>
                  <a:cubicBezTo>
                    <a:pt x="148" y="1768"/>
                    <a:pt x="147" y="1769"/>
                    <a:pt x="147" y="1770"/>
                  </a:cubicBezTo>
                  <a:cubicBezTo>
                    <a:pt x="147" y="1770"/>
                    <a:pt x="147" y="1770"/>
                    <a:pt x="147" y="1770"/>
                  </a:cubicBezTo>
                  <a:cubicBezTo>
                    <a:pt x="146" y="1771"/>
                    <a:pt x="146" y="1772"/>
                    <a:pt x="145" y="1773"/>
                  </a:cubicBezTo>
                  <a:cubicBezTo>
                    <a:pt x="145" y="1774"/>
                    <a:pt x="144" y="1774"/>
                    <a:pt x="144" y="1775"/>
                  </a:cubicBezTo>
                  <a:cubicBezTo>
                    <a:pt x="144" y="1775"/>
                    <a:pt x="144" y="1776"/>
                    <a:pt x="143" y="1776"/>
                  </a:cubicBezTo>
                  <a:cubicBezTo>
                    <a:pt x="139" y="1783"/>
                    <a:pt x="136" y="1789"/>
                    <a:pt x="136" y="1793"/>
                  </a:cubicBezTo>
                  <a:cubicBezTo>
                    <a:pt x="136" y="1793"/>
                    <a:pt x="136" y="1793"/>
                    <a:pt x="136" y="1793"/>
                  </a:cubicBezTo>
                  <a:cubicBezTo>
                    <a:pt x="136" y="1793"/>
                    <a:pt x="136" y="1794"/>
                    <a:pt x="137" y="1795"/>
                  </a:cubicBezTo>
                  <a:cubicBezTo>
                    <a:pt x="137" y="1795"/>
                    <a:pt x="137" y="1795"/>
                    <a:pt x="137" y="1795"/>
                  </a:cubicBezTo>
                  <a:cubicBezTo>
                    <a:pt x="137" y="1795"/>
                    <a:pt x="137" y="1796"/>
                    <a:pt x="138" y="1796"/>
                  </a:cubicBezTo>
                  <a:cubicBezTo>
                    <a:pt x="138" y="1796"/>
                    <a:pt x="138" y="1796"/>
                    <a:pt x="138" y="1796"/>
                  </a:cubicBezTo>
                  <a:cubicBezTo>
                    <a:pt x="138" y="1797"/>
                    <a:pt x="138" y="1797"/>
                    <a:pt x="139" y="1797"/>
                  </a:cubicBezTo>
                  <a:cubicBezTo>
                    <a:pt x="133" y="1806"/>
                    <a:pt x="126" y="1823"/>
                    <a:pt x="140" y="1828"/>
                  </a:cubicBezTo>
                  <a:cubicBezTo>
                    <a:pt x="144" y="1829"/>
                    <a:pt x="148" y="1830"/>
                    <a:pt x="151" y="1829"/>
                  </a:cubicBezTo>
                  <a:cubicBezTo>
                    <a:pt x="154" y="1829"/>
                    <a:pt x="156" y="1828"/>
                    <a:pt x="158" y="1827"/>
                  </a:cubicBezTo>
                  <a:cubicBezTo>
                    <a:pt x="157" y="1830"/>
                    <a:pt x="156" y="1840"/>
                    <a:pt x="168" y="1842"/>
                  </a:cubicBezTo>
                  <a:cubicBezTo>
                    <a:pt x="170" y="1842"/>
                    <a:pt x="172" y="1842"/>
                    <a:pt x="174" y="1842"/>
                  </a:cubicBezTo>
                  <a:cubicBezTo>
                    <a:pt x="182" y="1841"/>
                    <a:pt x="186" y="1835"/>
                    <a:pt x="187" y="1833"/>
                  </a:cubicBezTo>
                  <a:cubicBezTo>
                    <a:pt x="188" y="1835"/>
                    <a:pt x="191" y="1840"/>
                    <a:pt x="197" y="1840"/>
                  </a:cubicBezTo>
                  <a:cubicBezTo>
                    <a:pt x="198" y="1840"/>
                    <a:pt x="199" y="1840"/>
                    <a:pt x="200" y="1840"/>
                  </a:cubicBezTo>
                  <a:cubicBezTo>
                    <a:pt x="205" y="1839"/>
                    <a:pt x="207" y="1836"/>
                    <a:pt x="208" y="1835"/>
                  </a:cubicBezTo>
                  <a:cubicBezTo>
                    <a:pt x="210" y="1836"/>
                    <a:pt x="215" y="1841"/>
                    <a:pt x="223" y="1840"/>
                  </a:cubicBezTo>
                  <a:cubicBezTo>
                    <a:pt x="224" y="1840"/>
                    <a:pt x="224" y="1840"/>
                    <a:pt x="225" y="1840"/>
                  </a:cubicBezTo>
                  <a:cubicBezTo>
                    <a:pt x="235" y="1839"/>
                    <a:pt x="236" y="1831"/>
                    <a:pt x="230" y="1816"/>
                  </a:cubicBezTo>
                  <a:cubicBezTo>
                    <a:pt x="230" y="1816"/>
                    <a:pt x="230" y="1816"/>
                    <a:pt x="230" y="1816"/>
                  </a:cubicBezTo>
                  <a:cubicBezTo>
                    <a:pt x="231" y="1817"/>
                    <a:pt x="233" y="1817"/>
                    <a:pt x="234" y="1817"/>
                  </a:cubicBezTo>
                  <a:cubicBezTo>
                    <a:pt x="234" y="1817"/>
                    <a:pt x="234" y="1817"/>
                    <a:pt x="234" y="1817"/>
                  </a:cubicBezTo>
                  <a:cubicBezTo>
                    <a:pt x="237" y="1817"/>
                    <a:pt x="240" y="1817"/>
                    <a:pt x="244" y="1817"/>
                  </a:cubicBezTo>
                  <a:cubicBezTo>
                    <a:pt x="244" y="1817"/>
                    <a:pt x="245" y="1817"/>
                    <a:pt x="245" y="1817"/>
                  </a:cubicBezTo>
                  <a:cubicBezTo>
                    <a:pt x="246" y="1817"/>
                    <a:pt x="247" y="1817"/>
                    <a:pt x="248" y="1817"/>
                  </a:cubicBezTo>
                  <a:cubicBezTo>
                    <a:pt x="248" y="1817"/>
                    <a:pt x="249" y="1817"/>
                    <a:pt x="250" y="1817"/>
                  </a:cubicBezTo>
                  <a:cubicBezTo>
                    <a:pt x="250" y="1817"/>
                    <a:pt x="251" y="1817"/>
                    <a:pt x="252" y="1817"/>
                  </a:cubicBezTo>
                  <a:cubicBezTo>
                    <a:pt x="253" y="1817"/>
                    <a:pt x="254" y="1817"/>
                    <a:pt x="255" y="1817"/>
                  </a:cubicBezTo>
                  <a:cubicBezTo>
                    <a:pt x="255" y="1817"/>
                    <a:pt x="256" y="1817"/>
                    <a:pt x="257" y="1816"/>
                  </a:cubicBezTo>
                  <a:cubicBezTo>
                    <a:pt x="258" y="1816"/>
                    <a:pt x="259" y="1816"/>
                    <a:pt x="260" y="1816"/>
                  </a:cubicBezTo>
                  <a:cubicBezTo>
                    <a:pt x="261" y="1816"/>
                    <a:pt x="262" y="1815"/>
                    <a:pt x="262" y="1815"/>
                  </a:cubicBezTo>
                  <a:cubicBezTo>
                    <a:pt x="263" y="1815"/>
                    <a:pt x="264" y="1815"/>
                    <a:pt x="265" y="1814"/>
                  </a:cubicBezTo>
                  <a:cubicBezTo>
                    <a:pt x="266" y="1814"/>
                    <a:pt x="266" y="1814"/>
                    <a:pt x="267" y="1814"/>
                  </a:cubicBezTo>
                  <a:cubicBezTo>
                    <a:pt x="268" y="1814"/>
                    <a:pt x="269" y="1813"/>
                    <a:pt x="270" y="1813"/>
                  </a:cubicBezTo>
                  <a:cubicBezTo>
                    <a:pt x="271" y="1813"/>
                    <a:pt x="271" y="1812"/>
                    <a:pt x="271" y="1812"/>
                  </a:cubicBezTo>
                  <a:cubicBezTo>
                    <a:pt x="273" y="1812"/>
                    <a:pt x="275" y="1811"/>
                    <a:pt x="276" y="1810"/>
                  </a:cubicBezTo>
                  <a:cubicBezTo>
                    <a:pt x="276" y="1810"/>
                    <a:pt x="277" y="1810"/>
                    <a:pt x="277" y="1809"/>
                  </a:cubicBezTo>
                  <a:cubicBezTo>
                    <a:pt x="278" y="1809"/>
                    <a:pt x="280" y="1808"/>
                    <a:pt x="281" y="1807"/>
                  </a:cubicBezTo>
                  <a:cubicBezTo>
                    <a:pt x="281" y="1807"/>
                    <a:pt x="282" y="1807"/>
                    <a:pt x="283" y="1807"/>
                  </a:cubicBezTo>
                  <a:cubicBezTo>
                    <a:pt x="284" y="1806"/>
                    <a:pt x="285" y="1805"/>
                    <a:pt x="286" y="1804"/>
                  </a:cubicBezTo>
                  <a:cubicBezTo>
                    <a:pt x="286" y="1804"/>
                    <a:pt x="287" y="1804"/>
                    <a:pt x="287" y="1803"/>
                  </a:cubicBezTo>
                  <a:cubicBezTo>
                    <a:pt x="289" y="1802"/>
                    <a:pt x="291" y="1801"/>
                    <a:pt x="292" y="1799"/>
                  </a:cubicBezTo>
                  <a:cubicBezTo>
                    <a:pt x="322" y="1776"/>
                    <a:pt x="389" y="1729"/>
                    <a:pt x="416" y="1719"/>
                  </a:cubicBezTo>
                  <a:cubicBezTo>
                    <a:pt x="420" y="1717"/>
                    <a:pt x="425" y="1714"/>
                    <a:pt x="430" y="1711"/>
                  </a:cubicBezTo>
                  <a:cubicBezTo>
                    <a:pt x="450" y="1699"/>
                    <a:pt x="473" y="1676"/>
                    <a:pt x="478" y="1652"/>
                  </a:cubicBezTo>
                  <a:cubicBezTo>
                    <a:pt x="479" y="1650"/>
                    <a:pt x="479" y="1647"/>
                    <a:pt x="480" y="1645"/>
                  </a:cubicBezTo>
                  <a:cubicBezTo>
                    <a:pt x="480" y="1635"/>
                    <a:pt x="478" y="1626"/>
                    <a:pt x="471" y="1618"/>
                  </a:cubicBezTo>
                  <a:cubicBezTo>
                    <a:pt x="463" y="1608"/>
                    <a:pt x="455" y="1601"/>
                    <a:pt x="448" y="1594"/>
                  </a:cubicBezTo>
                  <a:cubicBezTo>
                    <a:pt x="429" y="1579"/>
                    <a:pt x="412" y="1571"/>
                    <a:pt x="393" y="1555"/>
                  </a:cubicBezTo>
                  <a:cubicBezTo>
                    <a:pt x="389" y="1552"/>
                    <a:pt x="385" y="1549"/>
                    <a:pt x="382" y="1545"/>
                  </a:cubicBezTo>
                  <a:cubicBezTo>
                    <a:pt x="381" y="1544"/>
                    <a:pt x="380" y="1543"/>
                    <a:pt x="379" y="1542"/>
                  </a:cubicBezTo>
                  <a:cubicBezTo>
                    <a:pt x="378" y="1541"/>
                    <a:pt x="378" y="1541"/>
                    <a:pt x="378" y="1540"/>
                  </a:cubicBezTo>
                  <a:cubicBezTo>
                    <a:pt x="377" y="1540"/>
                    <a:pt x="377" y="1539"/>
                    <a:pt x="376" y="1538"/>
                  </a:cubicBezTo>
                  <a:cubicBezTo>
                    <a:pt x="376" y="1538"/>
                    <a:pt x="375" y="1537"/>
                    <a:pt x="375" y="1537"/>
                  </a:cubicBezTo>
                  <a:cubicBezTo>
                    <a:pt x="374" y="1536"/>
                    <a:pt x="374" y="1536"/>
                    <a:pt x="373" y="1535"/>
                  </a:cubicBezTo>
                  <a:cubicBezTo>
                    <a:pt x="373" y="1534"/>
                    <a:pt x="373" y="1534"/>
                    <a:pt x="372" y="1534"/>
                  </a:cubicBezTo>
                  <a:cubicBezTo>
                    <a:pt x="372" y="1533"/>
                    <a:pt x="371" y="1532"/>
                    <a:pt x="371" y="1531"/>
                  </a:cubicBezTo>
                  <a:cubicBezTo>
                    <a:pt x="370" y="1531"/>
                    <a:pt x="370" y="1530"/>
                    <a:pt x="370" y="1530"/>
                  </a:cubicBezTo>
                  <a:cubicBezTo>
                    <a:pt x="369" y="1529"/>
                    <a:pt x="368" y="1528"/>
                    <a:pt x="368" y="1527"/>
                  </a:cubicBezTo>
                  <a:cubicBezTo>
                    <a:pt x="368" y="1527"/>
                    <a:pt x="367" y="1526"/>
                    <a:pt x="367" y="1526"/>
                  </a:cubicBezTo>
                  <a:cubicBezTo>
                    <a:pt x="366" y="1525"/>
                    <a:pt x="366" y="1524"/>
                    <a:pt x="365" y="1523"/>
                  </a:cubicBezTo>
                  <a:cubicBezTo>
                    <a:pt x="365" y="1523"/>
                    <a:pt x="365" y="1522"/>
                    <a:pt x="365" y="1522"/>
                  </a:cubicBezTo>
                  <a:cubicBezTo>
                    <a:pt x="364" y="1521"/>
                    <a:pt x="363" y="1520"/>
                    <a:pt x="363" y="1519"/>
                  </a:cubicBezTo>
                  <a:cubicBezTo>
                    <a:pt x="362" y="1518"/>
                    <a:pt x="362" y="1518"/>
                    <a:pt x="362" y="1518"/>
                  </a:cubicBezTo>
                  <a:cubicBezTo>
                    <a:pt x="361" y="1517"/>
                    <a:pt x="361" y="1515"/>
                    <a:pt x="360" y="1514"/>
                  </a:cubicBezTo>
                  <a:cubicBezTo>
                    <a:pt x="360" y="1514"/>
                    <a:pt x="360" y="1514"/>
                    <a:pt x="360" y="1514"/>
                  </a:cubicBezTo>
                  <a:cubicBezTo>
                    <a:pt x="339" y="1479"/>
                    <a:pt x="321" y="1431"/>
                    <a:pt x="293" y="1400"/>
                  </a:cubicBezTo>
                  <a:cubicBezTo>
                    <a:pt x="293" y="1400"/>
                    <a:pt x="293" y="1400"/>
                    <a:pt x="293" y="1400"/>
                  </a:cubicBezTo>
                  <a:cubicBezTo>
                    <a:pt x="294" y="1400"/>
                    <a:pt x="294" y="1400"/>
                    <a:pt x="294" y="1400"/>
                  </a:cubicBezTo>
                  <a:cubicBezTo>
                    <a:pt x="293" y="1399"/>
                    <a:pt x="293" y="1399"/>
                    <a:pt x="292" y="1398"/>
                  </a:cubicBezTo>
                  <a:cubicBezTo>
                    <a:pt x="292" y="1398"/>
                    <a:pt x="292" y="1398"/>
                    <a:pt x="292" y="1398"/>
                  </a:cubicBezTo>
                  <a:cubicBezTo>
                    <a:pt x="292" y="1398"/>
                    <a:pt x="374" y="1469"/>
                    <a:pt x="413" y="1473"/>
                  </a:cubicBezTo>
                  <a:cubicBezTo>
                    <a:pt x="452" y="1476"/>
                    <a:pt x="496" y="1552"/>
                    <a:pt x="544" y="1556"/>
                  </a:cubicBezTo>
                  <a:cubicBezTo>
                    <a:pt x="545" y="1556"/>
                    <a:pt x="547" y="1556"/>
                    <a:pt x="548" y="1556"/>
                  </a:cubicBezTo>
                  <a:cubicBezTo>
                    <a:pt x="549" y="1556"/>
                    <a:pt x="549" y="1556"/>
                    <a:pt x="549" y="1557"/>
                  </a:cubicBezTo>
                  <a:cubicBezTo>
                    <a:pt x="550" y="1557"/>
                    <a:pt x="551" y="1557"/>
                    <a:pt x="552" y="1557"/>
                  </a:cubicBezTo>
                  <a:cubicBezTo>
                    <a:pt x="553" y="1557"/>
                    <a:pt x="553" y="1557"/>
                    <a:pt x="553" y="1557"/>
                  </a:cubicBezTo>
                  <a:cubicBezTo>
                    <a:pt x="554" y="1557"/>
                    <a:pt x="555" y="1557"/>
                    <a:pt x="556" y="1557"/>
                  </a:cubicBezTo>
                  <a:cubicBezTo>
                    <a:pt x="557" y="1557"/>
                    <a:pt x="557" y="1557"/>
                    <a:pt x="557" y="1558"/>
                  </a:cubicBezTo>
                  <a:cubicBezTo>
                    <a:pt x="564" y="1558"/>
                    <a:pt x="570" y="1559"/>
                    <a:pt x="575" y="1560"/>
                  </a:cubicBezTo>
                  <a:cubicBezTo>
                    <a:pt x="575" y="1560"/>
                    <a:pt x="576" y="1560"/>
                    <a:pt x="576" y="1560"/>
                  </a:cubicBezTo>
                  <a:cubicBezTo>
                    <a:pt x="577" y="1560"/>
                    <a:pt x="577" y="1560"/>
                    <a:pt x="578" y="1561"/>
                  </a:cubicBezTo>
                  <a:cubicBezTo>
                    <a:pt x="578" y="1561"/>
                    <a:pt x="579" y="1561"/>
                    <a:pt x="579" y="1561"/>
                  </a:cubicBezTo>
                  <a:cubicBezTo>
                    <a:pt x="580" y="1561"/>
                    <a:pt x="580" y="1561"/>
                    <a:pt x="581" y="1561"/>
                  </a:cubicBezTo>
                  <a:cubicBezTo>
                    <a:pt x="582" y="1561"/>
                    <a:pt x="582" y="1561"/>
                    <a:pt x="582" y="1561"/>
                  </a:cubicBezTo>
                  <a:cubicBezTo>
                    <a:pt x="583" y="1561"/>
                    <a:pt x="584" y="1561"/>
                    <a:pt x="584" y="1561"/>
                  </a:cubicBezTo>
                  <a:cubicBezTo>
                    <a:pt x="585" y="1561"/>
                    <a:pt x="585" y="1561"/>
                    <a:pt x="586" y="1561"/>
                  </a:cubicBezTo>
                  <a:cubicBezTo>
                    <a:pt x="587" y="1561"/>
                    <a:pt x="587" y="1562"/>
                    <a:pt x="588" y="1562"/>
                  </a:cubicBezTo>
                  <a:cubicBezTo>
                    <a:pt x="589" y="1562"/>
                    <a:pt x="589" y="1562"/>
                    <a:pt x="590" y="1562"/>
                  </a:cubicBezTo>
                  <a:cubicBezTo>
                    <a:pt x="590" y="1562"/>
                    <a:pt x="591" y="1562"/>
                    <a:pt x="591" y="1562"/>
                  </a:cubicBezTo>
                  <a:cubicBezTo>
                    <a:pt x="592" y="1562"/>
                    <a:pt x="592" y="1562"/>
                    <a:pt x="593" y="1562"/>
                  </a:cubicBezTo>
                  <a:cubicBezTo>
                    <a:pt x="593" y="1562"/>
                    <a:pt x="594" y="1562"/>
                    <a:pt x="594" y="1562"/>
                  </a:cubicBezTo>
                  <a:cubicBezTo>
                    <a:pt x="595" y="1562"/>
                    <a:pt x="595" y="1561"/>
                    <a:pt x="596" y="1561"/>
                  </a:cubicBezTo>
                  <a:cubicBezTo>
                    <a:pt x="596" y="1561"/>
                    <a:pt x="597" y="1561"/>
                    <a:pt x="597" y="1561"/>
                  </a:cubicBezTo>
                  <a:cubicBezTo>
                    <a:pt x="598" y="1561"/>
                    <a:pt x="599" y="1561"/>
                    <a:pt x="599" y="1561"/>
                  </a:cubicBezTo>
                  <a:cubicBezTo>
                    <a:pt x="600" y="1561"/>
                    <a:pt x="600" y="1561"/>
                    <a:pt x="601" y="1561"/>
                  </a:cubicBezTo>
                  <a:cubicBezTo>
                    <a:pt x="601" y="1561"/>
                    <a:pt x="602" y="1561"/>
                    <a:pt x="602" y="1560"/>
                  </a:cubicBezTo>
                  <a:cubicBezTo>
                    <a:pt x="603" y="1560"/>
                    <a:pt x="603" y="1560"/>
                    <a:pt x="603" y="1560"/>
                  </a:cubicBezTo>
                  <a:cubicBezTo>
                    <a:pt x="604" y="1560"/>
                    <a:pt x="604" y="1560"/>
                    <a:pt x="605" y="1560"/>
                  </a:cubicBezTo>
                  <a:cubicBezTo>
                    <a:pt x="605" y="1560"/>
                    <a:pt x="606" y="1559"/>
                    <a:pt x="606" y="1559"/>
                  </a:cubicBezTo>
                  <a:cubicBezTo>
                    <a:pt x="606" y="1559"/>
                    <a:pt x="607" y="1559"/>
                    <a:pt x="607" y="1559"/>
                  </a:cubicBezTo>
                  <a:cubicBezTo>
                    <a:pt x="608" y="1558"/>
                    <a:pt x="609" y="1558"/>
                    <a:pt x="609" y="1558"/>
                  </a:cubicBezTo>
                  <a:cubicBezTo>
                    <a:pt x="610" y="1558"/>
                    <a:pt x="610" y="1557"/>
                    <a:pt x="611" y="1557"/>
                  </a:cubicBezTo>
                  <a:cubicBezTo>
                    <a:pt x="611" y="1557"/>
                    <a:pt x="611" y="1557"/>
                    <a:pt x="612" y="1556"/>
                  </a:cubicBezTo>
                  <a:cubicBezTo>
                    <a:pt x="612" y="1556"/>
                    <a:pt x="612" y="1556"/>
                    <a:pt x="613" y="1556"/>
                  </a:cubicBezTo>
                  <a:cubicBezTo>
                    <a:pt x="613" y="1555"/>
                    <a:pt x="614" y="1555"/>
                    <a:pt x="614" y="1555"/>
                  </a:cubicBezTo>
                  <a:cubicBezTo>
                    <a:pt x="614" y="1554"/>
                    <a:pt x="615" y="1554"/>
                    <a:pt x="615" y="1554"/>
                  </a:cubicBezTo>
                  <a:cubicBezTo>
                    <a:pt x="615" y="1553"/>
                    <a:pt x="616" y="1553"/>
                    <a:pt x="616" y="1553"/>
                  </a:cubicBezTo>
                  <a:cubicBezTo>
                    <a:pt x="617" y="1552"/>
                    <a:pt x="617" y="1552"/>
                    <a:pt x="618" y="1551"/>
                  </a:cubicBezTo>
                  <a:cubicBezTo>
                    <a:pt x="618" y="1551"/>
                    <a:pt x="619" y="1550"/>
                    <a:pt x="619" y="1550"/>
                  </a:cubicBezTo>
                  <a:cubicBezTo>
                    <a:pt x="619" y="1549"/>
                    <a:pt x="620" y="1549"/>
                    <a:pt x="620" y="1548"/>
                  </a:cubicBezTo>
                  <a:cubicBezTo>
                    <a:pt x="621" y="1548"/>
                    <a:pt x="621" y="1548"/>
                    <a:pt x="621" y="1547"/>
                  </a:cubicBezTo>
                  <a:cubicBezTo>
                    <a:pt x="622" y="1547"/>
                    <a:pt x="622" y="1546"/>
                    <a:pt x="622" y="1546"/>
                  </a:cubicBezTo>
                  <a:cubicBezTo>
                    <a:pt x="622" y="1545"/>
                    <a:pt x="623" y="1545"/>
                    <a:pt x="623" y="1544"/>
                  </a:cubicBezTo>
                  <a:cubicBezTo>
                    <a:pt x="623" y="1544"/>
                    <a:pt x="624" y="1543"/>
                    <a:pt x="624" y="1542"/>
                  </a:cubicBezTo>
                  <a:cubicBezTo>
                    <a:pt x="624" y="1542"/>
                    <a:pt x="625" y="1542"/>
                    <a:pt x="625" y="1541"/>
                  </a:cubicBezTo>
                  <a:cubicBezTo>
                    <a:pt x="626" y="1542"/>
                    <a:pt x="626" y="1543"/>
                    <a:pt x="627" y="1544"/>
                  </a:cubicBezTo>
                  <a:cubicBezTo>
                    <a:pt x="634" y="1555"/>
                    <a:pt x="641" y="1561"/>
                    <a:pt x="653" y="1566"/>
                  </a:cubicBezTo>
                  <a:cubicBezTo>
                    <a:pt x="660" y="1570"/>
                    <a:pt x="669" y="1574"/>
                    <a:pt x="677" y="1570"/>
                  </a:cubicBezTo>
                  <a:cubicBezTo>
                    <a:pt x="678" y="1574"/>
                    <a:pt x="678" y="1578"/>
                    <a:pt x="678" y="1583"/>
                  </a:cubicBezTo>
                  <a:cubicBezTo>
                    <a:pt x="678" y="1584"/>
                    <a:pt x="679" y="1585"/>
                    <a:pt x="679" y="1586"/>
                  </a:cubicBezTo>
                  <a:cubicBezTo>
                    <a:pt x="679" y="1586"/>
                    <a:pt x="679" y="1586"/>
                    <a:pt x="679" y="1587"/>
                  </a:cubicBezTo>
                  <a:cubicBezTo>
                    <a:pt x="679" y="1588"/>
                    <a:pt x="679" y="1590"/>
                    <a:pt x="679" y="1591"/>
                  </a:cubicBezTo>
                  <a:cubicBezTo>
                    <a:pt x="679" y="1591"/>
                    <a:pt x="679" y="1591"/>
                    <a:pt x="679" y="1591"/>
                  </a:cubicBezTo>
                  <a:cubicBezTo>
                    <a:pt x="679" y="1593"/>
                    <a:pt x="680" y="1595"/>
                    <a:pt x="680" y="1596"/>
                  </a:cubicBezTo>
                  <a:cubicBezTo>
                    <a:pt x="680" y="1596"/>
                    <a:pt x="680" y="1596"/>
                    <a:pt x="680" y="1597"/>
                  </a:cubicBezTo>
                  <a:cubicBezTo>
                    <a:pt x="682" y="1613"/>
                    <a:pt x="686" y="1630"/>
                    <a:pt x="697" y="1645"/>
                  </a:cubicBezTo>
                  <a:cubicBezTo>
                    <a:pt x="697" y="1646"/>
                    <a:pt x="698" y="1647"/>
                    <a:pt x="698" y="1647"/>
                  </a:cubicBezTo>
                  <a:cubicBezTo>
                    <a:pt x="698" y="1647"/>
                    <a:pt x="698" y="1647"/>
                    <a:pt x="698" y="1647"/>
                  </a:cubicBezTo>
                  <a:cubicBezTo>
                    <a:pt x="698" y="1648"/>
                    <a:pt x="697" y="1648"/>
                    <a:pt x="697" y="1648"/>
                  </a:cubicBezTo>
                  <a:cubicBezTo>
                    <a:pt x="696" y="1651"/>
                    <a:pt x="696" y="1653"/>
                    <a:pt x="695" y="1656"/>
                  </a:cubicBezTo>
                  <a:cubicBezTo>
                    <a:pt x="695" y="1656"/>
                    <a:pt x="695" y="1657"/>
                    <a:pt x="695" y="1657"/>
                  </a:cubicBezTo>
                  <a:cubicBezTo>
                    <a:pt x="695" y="1658"/>
                    <a:pt x="695" y="1658"/>
                    <a:pt x="694" y="1659"/>
                  </a:cubicBezTo>
                  <a:cubicBezTo>
                    <a:pt x="694" y="1659"/>
                    <a:pt x="694" y="1660"/>
                    <a:pt x="694" y="1660"/>
                  </a:cubicBezTo>
                  <a:cubicBezTo>
                    <a:pt x="694" y="1661"/>
                    <a:pt x="694" y="1661"/>
                    <a:pt x="694" y="1662"/>
                  </a:cubicBezTo>
                  <a:cubicBezTo>
                    <a:pt x="693" y="1663"/>
                    <a:pt x="693" y="1663"/>
                    <a:pt x="693" y="1664"/>
                  </a:cubicBezTo>
                  <a:cubicBezTo>
                    <a:pt x="693" y="1664"/>
                    <a:pt x="693" y="1665"/>
                    <a:pt x="693" y="1666"/>
                  </a:cubicBezTo>
                  <a:cubicBezTo>
                    <a:pt x="693" y="1667"/>
                    <a:pt x="692" y="1667"/>
                    <a:pt x="692" y="1667"/>
                  </a:cubicBezTo>
                  <a:cubicBezTo>
                    <a:pt x="692" y="1670"/>
                    <a:pt x="691" y="1673"/>
                    <a:pt x="690" y="1676"/>
                  </a:cubicBezTo>
                  <a:cubicBezTo>
                    <a:pt x="690" y="1676"/>
                    <a:pt x="690" y="1677"/>
                    <a:pt x="690" y="1677"/>
                  </a:cubicBezTo>
                  <a:cubicBezTo>
                    <a:pt x="690" y="1678"/>
                    <a:pt x="690" y="1680"/>
                    <a:pt x="689" y="1681"/>
                  </a:cubicBezTo>
                  <a:cubicBezTo>
                    <a:pt x="689" y="1681"/>
                    <a:pt x="689" y="1682"/>
                    <a:pt x="689" y="1682"/>
                  </a:cubicBezTo>
                  <a:cubicBezTo>
                    <a:pt x="689" y="1684"/>
                    <a:pt x="688" y="1685"/>
                    <a:pt x="688" y="1686"/>
                  </a:cubicBezTo>
                  <a:cubicBezTo>
                    <a:pt x="688" y="1687"/>
                    <a:pt x="688" y="1687"/>
                    <a:pt x="688" y="1687"/>
                  </a:cubicBezTo>
                  <a:cubicBezTo>
                    <a:pt x="688" y="1689"/>
                    <a:pt x="687" y="1691"/>
                    <a:pt x="687" y="1692"/>
                  </a:cubicBezTo>
                  <a:cubicBezTo>
                    <a:pt x="687" y="1693"/>
                    <a:pt x="687" y="1693"/>
                    <a:pt x="687" y="1693"/>
                  </a:cubicBezTo>
                  <a:cubicBezTo>
                    <a:pt x="686" y="1696"/>
                    <a:pt x="686" y="1700"/>
                    <a:pt x="685" y="1704"/>
                  </a:cubicBezTo>
                  <a:cubicBezTo>
                    <a:pt x="685" y="1705"/>
                    <a:pt x="685" y="1705"/>
                    <a:pt x="685" y="1705"/>
                  </a:cubicBezTo>
                  <a:cubicBezTo>
                    <a:pt x="685" y="1707"/>
                    <a:pt x="684" y="1709"/>
                    <a:pt x="684" y="1710"/>
                  </a:cubicBezTo>
                  <a:cubicBezTo>
                    <a:pt x="684" y="1711"/>
                    <a:pt x="684" y="1711"/>
                    <a:pt x="684" y="1712"/>
                  </a:cubicBezTo>
                  <a:cubicBezTo>
                    <a:pt x="684" y="1713"/>
                    <a:pt x="684" y="1715"/>
                    <a:pt x="683" y="1717"/>
                  </a:cubicBezTo>
                  <a:cubicBezTo>
                    <a:pt x="683" y="1717"/>
                    <a:pt x="683" y="1717"/>
                    <a:pt x="683" y="1718"/>
                  </a:cubicBezTo>
                  <a:cubicBezTo>
                    <a:pt x="683" y="1722"/>
                    <a:pt x="682" y="1726"/>
                    <a:pt x="682" y="1730"/>
                  </a:cubicBezTo>
                  <a:cubicBezTo>
                    <a:pt x="682" y="1731"/>
                    <a:pt x="682" y="1731"/>
                    <a:pt x="682" y="1732"/>
                  </a:cubicBezTo>
                  <a:cubicBezTo>
                    <a:pt x="682" y="1733"/>
                    <a:pt x="682" y="1735"/>
                    <a:pt x="682" y="1737"/>
                  </a:cubicBezTo>
                  <a:cubicBezTo>
                    <a:pt x="682" y="1737"/>
                    <a:pt x="682" y="1738"/>
                    <a:pt x="682" y="1739"/>
                  </a:cubicBezTo>
                  <a:cubicBezTo>
                    <a:pt x="681" y="1740"/>
                    <a:pt x="681" y="1742"/>
                    <a:pt x="681" y="1743"/>
                  </a:cubicBezTo>
                  <a:cubicBezTo>
                    <a:pt x="681" y="1744"/>
                    <a:pt x="681" y="1744"/>
                    <a:pt x="681" y="1745"/>
                  </a:cubicBezTo>
                  <a:cubicBezTo>
                    <a:pt x="681" y="1747"/>
                    <a:pt x="681" y="1749"/>
                    <a:pt x="681" y="1751"/>
                  </a:cubicBezTo>
                  <a:cubicBezTo>
                    <a:pt x="681" y="1751"/>
                    <a:pt x="681" y="1751"/>
                    <a:pt x="681" y="1751"/>
                  </a:cubicBezTo>
                  <a:cubicBezTo>
                    <a:pt x="681" y="1754"/>
                    <a:pt x="681" y="1756"/>
                    <a:pt x="681" y="1758"/>
                  </a:cubicBezTo>
                  <a:cubicBezTo>
                    <a:pt x="681" y="1758"/>
                    <a:pt x="681" y="1759"/>
                    <a:pt x="681" y="1759"/>
                  </a:cubicBezTo>
                  <a:cubicBezTo>
                    <a:pt x="681" y="1761"/>
                    <a:pt x="681" y="1763"/>
                    <a:pt x="681" y="1764"/>
                  </a:cubicBezTo>
                  <a:cubicBezTo>
                    <a:pt x="681" y="1765"/>
                    <a:pt x="681" y="1766"/>
                    <a:pt x="681" y="1766"/>
                  </a:cubicBezTo>
                  <a:cubicBezTo>
                    <a:pt x="682" y="1768"/>
                    <a:pt x="682" y="1769"/>
                    <a:pt x="682" y="1771"/>
                  </a:cubicBezTo>
                  <a:cubicBezTo>
                    <a:pt x="682" y="1771"/>
                    <a:pt x="682" y="1772"/>
                    <a:pt x="682" y="1773"/>
                  </a:cubicBezTo>
                  <a:cubicBezTo>
                    <a:pt x="682" y="1774"/>
                    <a:pt x="682" y="1776"/>
                    <a:pt x="682" y="1777"/>
                  </a:cubicBezTo>
                  <a:cubicBezTo>
                    <a:pt x="682" y="1778"/>
                    <a:pt x="683" y="1778"/>
                    <a:pt x="683" y="1779"/>
                  </a:cubicBezTo>
                  <a:cubicBezTo>
                    <a:pt x="683" y="1781"/>
                    <a:pt x="683" y="1783"/>
                    <a:pt x="683" y="1785"/>
                  </a:cubicBezTo>
                  <a:cubicBezTo>
                    <a:pt x="684" y="1785"/>
                    <a:pt x="684" y="1786"/>
                    <a:pt x="684" y="1786"/>
                  </a:cubicBezTo>
                  <a:cubicBezTo>
                    <a:pt x="684" y="1788"/>
                    <a:pt x="684" y="1789"/>
                    <a:pt x="685" y="1791"/>
                  </a:cubicBezTo>
                  <a:cubicBezTo>
                    <a:pt x="685" y="1792"/>
                    <a:pt x="685" y="1792"/>
                    <a:pt x="685" y="1793"/>
                  </a:cubicBezTo>
                  <a:cubicBezTo>
                    <a:pt x="685" y="1794"/>
                    <a:pt x="686" y="1796"/>
                    <a:pt x="686" y="1797"/>
                  </a:cubicBezTo>
                  <a:cubicBezTo>
                    <a:pt x="686" y="1798"/>
                    <a:pt x="686" y="1798"/>
                    <a:pt x="686" y="1799"/>
                  </a:cubicBezTo>
                  <a:cubicBezTo>
                    <a:pt x="687" y="1800"/>
                    <a:pt x="687" y="1801"/>
                    <a:pt x="688" y="1803"/>
                  </a:cubicBezTo>
                  <a:cubicBezTo>
                    <a:pt x="688" y="1803"/>
                    <a:pt x="688" y="1804"/>
                    <a:pt x="688" y="1805"/>
                  </a:cubicBezTo>
                  <a:cubicBezTo>
                    <a:pt x="689" y="1806"/>
                    <a:pt x="689" y="1808"/>
                    <a:pt x="690" y="1810"/>
                  </a:cubicBezTo>
                  <a:cubicBezTo>
                    <a:pt x="714" y="1872"/>
                    <a:pt x="692" y="1868"/>
                    <a:pt x="674" y="1928"/>
                  </a:cubicBezTo>
                  <a:cubicBezTo>
                    <a:pt x="656" y="1988"/>
                    <a:pt x="660" y="2024"/>
                    <a:pt x="650" y="2056"/>
                  </a:cubicBezTo>
                  <a:cubicBezTo>
                    <a:pt x="640" y="2088"/>
                    <a:pt x="614" y="2131"/>
                    <a:pt x="606" y="2137"/>
                  </a:cubicBezTo>
                  <a:cubicBezTo>
                    <a:pt x="605" y="2138"/>
                    <a:pt x="604" y="2139"/>
                    <a:pt x="603" y="2140"/>
                  </a:cubicBezTo>
                  <a:cubicBezTo>
                    <a:pt x="598" y="2145"/>
                    <a:pt x="600" y="2150"/>
                    <a:pt x="593" y="2164"/>
                  </a:cubicBezTo>
                  <a:cubicBezTo>
                    <a:pt x="576" y="2196"/>
                    <a:pt x="544" y="2186"/>
                    <a:pt x="538" y="2216"/>
                  </a:cubicBezTo>
                  <a:cubicBezTo>
                    <a:pt x="537" y="2218"/>
                    <a:pt x="537" y="2221"/>
                    <a:pt x="536" y="2223"/>
                  </a:cubicBezTo>
                  <a:cubicBezTo>
                    <a:pt x="536" y="2224"/>
                    <a:pt x="536" y="2224"/>
                    <a:pt x="536" y="2225"/>
                  </a:cubicBezTo>
                  <a:cubicBezTo>
                    <a:pt x="536" y="2227"/>
                    <a:pt x="536" y="2229"/>
                    <a:pt x="535" y="2231"/>
                  </a:cubicBezTo>
                  <a:cubicBezTo>
                    <a:pt x="535" y="2231"/>
                    <a:pt x="535" y="2231"/>
                    <a:pt x="535" y="2232"/>
                  </a:cubicBezTo>
                  <a:cubicBezTo>
                    <a:pt x="535" y="2234"/>
                    <a:pt x="535" y="2236"/>
                    <a:pt x="535" y="2238"/>
                  </a:cubicBezTo>
                  <a:cubicBezTo>
                    <a:pt x="535" y="2239"/>
                    <a:pt x="535" y="2240"/>
                    <a:pt x="535" y="2241"/>
                  </a:cubicBezTo>
                  <a:cubicBezTo>
                    <a:pt x="535" y="2242"/>
                    <a:pt x="535" y="2243"/>
                    <a:pt x="535" y="2244"/>
                  </a:cubicBezTo>
                  <a:cubicBezTo>
                    <a:pt x="534" y="2252"/>
                    <a:pt x="535" y="2259"/>
                    <a:pt x="534" y="2265"/>
                  </a:cubicBezTo>
                  <a:cubicBezTo>
                    <a:pt x="534" y="2265"/>
                    <a:pt x="534" y="2265"/>
                    <a:pt x="534" y="2265"/>
                  </a:cubicBezTo>
                  <a:cubicBezTo>
                    <a:pt x="534" y="2267"/>
                    <a:pt x="533" y="2269"/>
                    <a:pt x="533" y="2271"/>
                  </a:cubicBezTo>
                  <a:cubicBezTo>
                    <a:pt x="523" y="2288"/>
                    <a:pt x="523" y="2288"/>
                    <a:pt x="523" y="2288"/>
                  </a:cubicBezTo>
                  <a:cubicBezTo>
                    <a:pt x="525" y="2286"/>
                    <a:pt x="526" y="2284"/>
                    <a:pt x="528" y="2282"/>
                  </a:cubicBezTo>
                  <a:cubicBezTo>
                    <a:pt x="529" y="2280"/>
                    <a:pt x="531" y="2277"/>
                    <a:pt x="532" y="2275"/>
                  </a:cubicBezTo>
                  <a:cubicBezTo>
                    <a:pt x="532" y="2275"/>
                    <a:pt x="532" y="2275"/>
                    <a:pt x="532" y="2275"/>
                  </a:cubicBezTo>
                  <a:cubicBezTo>
                    <a:pt x="532" y="2276"/>
                    <a:pt x="532" y="2276"/>
                    <a:pt x="531" y="2277"/>
                  </a:cubicBezTo>
                  <a:cubicBezTo>
                    <a:pt x="531" y="2277"/>
                    <a:pt x="531" y="2278"/>
                    <a:pt x="531" y="2278"/>
                  </a:cubicBezTo>
                  <a:cubicBezTo>
                    <a:pt x="531" y="2279"/>
                    <a:pt x="530" y="2279"/>
                    <a:pt x="530" y="2280"/>
                  </a:cubicBezTo>
                  <a:cubicBezTo>
                    <a:pt x="530" y="2280"/>
                    <a:pt x="530" y="2281"/>
                    <a:pt x="529" y="2281"/>
                  </a:cubicBezTo>
                  <a:cubicBezTo>
                    <a:pt x="529" y="2282"/>
                    <a:pt x="529" y="2282"/>
                    <a:pt x="529" y="2283"/>
                  </a:cubicBezTo>
                  <a:cubicBezTo>
                    <a:pt x="528" y="2284"/>
                    <a:pt x="528" y="2285"/>
                    <a:pt x="527" y="2285"/>
                  </a:cubicBezTo>
                  <a:cubicBezTo>
                    <a:pt x="526" y="2286"/>
                    <a:pt x="526" y="2286"/>
                    <a:pt x="526" y="2287"/>
                  </a:cubicBezTo>
                  <a:cubicBezTo>
                    <a:pt x="525" y="2288"/>
                    <a:pt x="525" y="2288"/>
                    <a:pt x="525" y="2288"/>
                  </a:cubicBezTo>
                  <a:cubicBezTo>
                    <a:pt x="525" y="2288"/>
                    <a:pt x="525" y="2288"/>
                    <a:pt x="525" y="2288"/>
                  </a:cubicBezTo>
                  <a:cubicBezTo>
                    <a:pt x="525" y="2288"/>
                    <a:pt x="525" y="2288"/>
                    <a:pt x="524" y="2288"/>
                  </a:cubicBezTo>
                  <a:cubicBezTo>
                    <a:pt x="523" y="2290"/>
                    <a:pt x="521" y="2293"/>
                    <a:pt x="519" y="2295"/>
                  </a:cubicBezTo>
                  <a:cubicBezTo>
                    <a:pt x="523" y="2288"/>
                    <a:pt x="523" y="2288"/>
                    <a:pt x="523" y="2288"/>
                  </a:cubicBezTo>
                  <a:cubicBezTo>
                    <a:pt x="521" y="2291"/>
                    <a:pt x="519" y="2294"/>
                    <a:pt x="518" y="2296"/>
                  </a:cubicBezTo>
                  <a:cubicBezTo>
                    <a:pt x="517" y="2298"/>
                    <a:pt x="515" y="2300"/>
                    <a:pt x="514" y="2302"/>
                  </a:cubicBezTo>
                  <a:cubicBezTo>
                    <a:pt x="513" y="2302"/>
                    <a:pt x="513" y="2303"/>
                    <a:pt x="512" y="2303"/>
                  </a:cubicBezTo>
                  <a:cubicBezTo>
                    <a:pt x="512" y="2304"/>
                    <a:pt x="511" y="2305"/>
                    <a:pt x="511" y="2305"/>
                  </a:cubicBezTo>
                  <a:cubicBezTo>
                    <a:pt x="510" y="2306"/>
                    <a:pt x="509" y="2307"/>
                    <a:pt x="508" y="2309"/>
                  </a:cubicBezTo>
                  <a:cubicBezTo>
                    <a:pt x="508" y="2309"/>
                    <a:pt x="507" y="2310"/>
                    <a:pt x="507" y="2310"/>
                  </a:cubicBezTo>
                  <a:cubicBezTo>
                    <a:pt x="506" y="2311"/>
                    <a:pt x="505" y="2312"/>
                    <a:pt x="504" y="2313"/>
                  </a:cubicBezTo>
                  <a:cubicBezTo>
                    <a:pt x="504" y="2314"/>
                    <a:pt x="504" y="2314"/>
                    <a:pt x="503" y="2315"/>
                  </a:cubicBezTo>
                  <a:cubicBezTo>
                    <a:pt x="502" y="2316"/>
                    <a:pt x="501" y="2317"/>
                    <a:pt x="501" y="2318"/>
                  </a:cubicBezTo>
                  <a:cubicBezTo>
                    <a:pt x="500" y="2319"/>
                    <a:pt x="500" y="2319"/>
                    <a:pt x="500" y="2320"/>
                  </a:cubicBezTo>
                  <a:cubicBezTo>
                    <a:pt x="499" y="2321"/>
                    <a:pt x="497" y="2322"/>
                    <a:pt x="496" y="2324"/>
                  </a:cubicBezTo>
                  <a:cubicBezTo>
                    <a:pt x="496" y="2324"/>
                    <a:pt x="496" y="2325"/>
                    <a:pt x="496" y="2325"/>
                  </a:cubicBezTo>
                  <a:cubicBezTo>
                    <a:pt x="495" y="2326"/>
                    <a:pt x="494" y="2328"/>
                    <a:pt x="493" y="2329"/>
                  </a:cubicBezTo>
                  <a:cubicBezTo>
                    <a:pt x="492" y="2329"/>
                    <a:pt x="492" y="2330"/>
                    <a:pt x="492" y="2330"/>
                  </a:cubicBezTo>
                  <a:cubicBezTo>
                    <a:pt x="491" y="2331"/>
                    <a:pt x="490" y="2333"/>
                    <a:pt x="489" y="2334"/>
                  </a:cubicBezTo>
                  <a:cubicBezTo>
                    <a:pt x="489" y="2334"/>
                    <a:pt x="489" y="2335"/>
                    <a:pt x="488" y="2335"/>
                  </a:cubicBezTo>
                  <a:cubicBezTo>
                    <a:pt x="488" y="2337"/>
                    <a:pt x="487" y="2338"/>
                    <a:pt x="486" y="2339"/>
                  </a:cubicBezTo>
                  <a:cubicBezTo>
                    <a:pt x="485" y="2340"/>
                    <a:pt x="485" y="2340"/>
                    <a:pt x="485" y="2340"/>
                  </a:cubicBezTo>
                  <a:cubicBezTo>
                    <a:pt x="484" y="2342"/>
                    <a:pt x="483" y="2343"/>
                    <a:pt x="482" y="2345"/>
                  </a:cubicBezTo>
                  <a:cubicBezTo>
                    <a:pt x="482" y="2345"/>
                    <a:pt x="482" y="2345"/>
                    <a:pt x="482" y="2345"/>
                  </a:cubicBezTo>
                  <a:cubicBezTo>
                    <a:pt x="481" y="2347"/>
                    <a:pt x="481" y="2348"/>
                    <a:pt x="480" y="2349"/>
                  </a:cubicBezTo>
                  <a:cubicBezTo>
                    <a:pt x="480" y="2350"/>
                    <a:pt x="480" y="2350"/>
                    <a:pt x="479" y="2350"/>
                  </a:cubicBezTo>
                  <a:cubicBezTo>
                    <a:pt x="479" y="2352"/>
                    <a:pt x="478" y="2353"/>
                    <a:pt x="478" y="2354"/>
                  </a:cubicBezTo>
                  <a:cubicBezTo>
                    <a:pt x="477" y="2355"/>
                    <a:pt x="477" y="2355"/>
                    <a:pt x="477" y="2355"/>
                  </a:cubicBezTo>
                  <a:cubicBezTo>
                    <a:pt x="477" y="2357"/>
                    <a:pt x="476" y="2358"/>
                    <a:pt x="476" y="2359"/>
                  </a:cubicBezTo>
                  <a:cubicBezTo>
                    <a:pt x="476" y="2360"/>
                    <a:pt x="475" y="2360"/>
                    <a:pt x="475" y="2360"/>
                  </a:cubicBezTo>
                  <a:cubicBezTo>
                    <a:pt x="475" y="2361"/>
                    <a:pt x="475" y="2362"/>
                    <a:pt x="474" y="2363"/>
                  </a:cubicBezTo>
                  <a:cubicBezTo>
                    <a:pt x="474" y="2364"/>
                    <a:pt x="474" y="2364"/>
                    <a:pt x="474" y="2364"/>
                  </a:cubicBezTo>
                  <a:cubicBezTo>
                    <a:pt x="474" y="2365"/>
                    <a:pt x="474" y="2367"/>
                    <a:pt x="474" y="2368"/>
                  </a:cubicBezTo>
                  <a:cubicBezTo>
                    <a:pt x="474" y="2368"/>
                    <a:pt x="474" y="2368"/>
                    <a:pt x="474" y="2368"/>
                  </a:cubicBezTo>
                  <a:cubicBezTo>
                    <a:pt x="474" y="2370"/>
                    <a:pt x="474" y="2371"/>
                    <a:pt x="474" y="2372"/>
                  </a:cubicBezTo>
                  <a:cubicBezTo>
                    <a:pt x="476" y="2395"/>
                    <a:pt x="460" y="2403"/>
                    <a:pt x="477" y="2428"/>
                  </a:cubicBezTo>
                  <a:cubicBezTo>
                    <a:pt x="494" y="2453"/>
                    <a:pt x="511" y="2453"/>
                    <a:pt x="522" y="2433"/>
                  </a:cubicBezTo>
                  <a:cubicBezTo>
                    <a:pt x="523" y="2432"/>
                    <a:pt x="523" y="2431"/>
                    <a:pt x="524" y="2430"/>
                  </a:cubicBezTo>
                  <a:cubicBezTo>
                    <a:pt x="524" y="2429"/>
                    <a:pt x="524" y="2429"/>
                    <a:pt x="524" y="2429"/>
                  </a:cubicBezTo>
                  <a:cubicBezTo>
                    <a:pt x="525" y="2428"/>
                    <a:pt x="525" y="2427"/>
                    <a:pt x="525" y="2427"/>
                  </a:cubicBezTo>
                  <a:cubicBezTo>
                    <a:pt x="526" y="2426"/>
                    <a:pt x="526" y="2426"/>
                    <a:pt x="526" y="2426"/>
                  </a:cubicBezTo>
                  <a:cubicBezTo>
                    <a:pt x="526" y="2425"/>
                    <a:pt x="527" y="2424"/>
                    <a:pt x="527" y="2424"/>
                  </a:cubicBezTo>
                  <a:cubicBezTo>
                    <a:pt x="527" y="2424"/>
                    <a:pt x="527" y="2424"/>
                    <a:pt x="527" y="2424"/>
                  </a:cubicBezTo>
                  <a:cubicBezTo>
                    <a:pt x="528" y="2423"/>
                    <a:pt x="528" y="2422"/>
                    <a:pt x="528" y="2422"/>
                  </a:cubicBezTo>
                  <a:cubicBezTo>
                    <a:pt x="528" y="2422"/>
                    <a:pt x="528" y="2422"/>
                    <a:pt x="528" y="2422"/>
                  </a:cubicBezTo>
                  <a:cubicBezTo>
                    <a:pt x="530" y="2420"/>
                    <a:pt x="531" y="2418"/>
                    <a:pt x="532" y="2417"/>
                  </a:cubicBezTo>
                  <a:cubicBezTo>
                    <a:pt x="532" y="2417"/>
                    <a:pt x="533" y="2417"/>
                    <a:pt x="533" y="2418"/>
                  </a:cubicBezTo>
                  <a:cubicBezTo>
                    <a:pt x="534" y="2418"/>
                    <a:pt x="534" y="2418"/>
                    <a:pt x="534" y="2418"/>
                  </a:cubicBezTo>
                  <a:cubicBezTo>
                    <a:pt x="534" y="2418"/>
                    <a:pt x="535" y="2419"/>
                    <a:pt x="535" y="2419"/>
                  </a:cubicBezTo>
                  <a:cubicBezTo>
                    <a:pt x="535" y="2419"/>
                    <a:pt x="536" y="2419"/>
                    <a:pt x="536" y="2420"/>
                  </a:cubicBezTo>
                  <a:cubicBezTo>
                    <a:pt x="536" y="2420"/>
                    <a:pt x="537" y="2420"/>
                    <a:pt x="537" y="2421"/>
                  </a:cubicBezTo>
                  <a:cubicBezTo>
                    <a:pt x="538" y="2421"/>
                    <a:pt x="538" y="2421"/>
                    <a:pt x="538" y="2422"/>
                  </a:cubicBezTo>
                  <a:cubicBezTo>
                    <a:pt x="539" y="2422"/>
                    <a:pt x="539" y="2423"/>
                    <a:pt x="540" y="2424"/>
                  </a:cubicBezTo>
                  <a:cubicBezTo>
                    <a:pt x="540" y="2424"/>
                    <a:pt x="540" y="2424"/>
                    <a:pt x="540" y="2424"/>
                  </a:cubicBezTo>
                  <a:cubicBezTo>
                    <a:pt x="541" y="2425"/>
                    <a:pt x="542" y="2426"/>
                    <a:pt x="542" y="2427"/>
                  </a:cubicBezTo>
                  <a:cubicBezTo>
                    <a:pt x="542" y="2427"/>
                    <a:pt x="542" y="2427"/>
                    <a:pt x="542" y="2427"/>
                  </a:cubicBezTo>
                  <a:cubicBezTo>
                    <a:pt x="543" y="2428"/>
                    <a:pt x="544" y="2429"/>
                    <a:pt x="544" y="2430"/>
                  </a:cubicBezTo>
                  <a:cubicBezTo>
                    <a:pt x="544" y="2430"/>
                    <a:pt x="544" y="2430"/>
                    <a:pt x="544" y="2431"/>
                  </a:cubicBezTo>
                  <a:cubicBezTo>
                    <a:pt x="545" y="2432"/>
                    <a:pt x="545" y="2433"/>
                    <a:pt x="546" y="2434"/>
                  </a:cubicBezTo>
                  <a:cubicBezTo>
                    <a:pt x="546" y="2434"/>
                    <a:pt x="546" y="2434"/>
                    <a:pt x="546" y="2435"/>
                  </a:cubicBezTo>
                  <a:cubicBezTo>
                    <a:pt x="546" y="2436"/>
                    <a:pt x="547" y="2437"/>
                    <a:pt x="547" y="2438"/>
                  </a:cubicBezTo>
                  <a:cubicBezTo>
                    <a:pt x="548" y="2445"/>
                    <a:pt x="548" y="2449"/>
                    <a:pt x="548" y="2453"/>
                  </a:cubicBezTo>
                  <a:cubicBezTo>
                    <a:pt x="548" y="2456"/>
                    <a:pt x="548" y="2460"/>
                    <a:pt x="545" y="2465"/>
                  </a:cubicBezTo>
                  <a:cubicBezTo>
                    <a:pt x="540" y="2476"/>
                    <a:pt x="535" y="2498"/>
                    <a:pt x="560" y="2497"/>
                  </a:cubicBezTo>
                  <a:cubicBezTo>
                    <a:pt x="560" y="2497"/>
                    <a:pt x="552" y="2509"/>
                    <a:pt x="563" y="2516"/>
                  </a:cubicBezTo>
                  <a:cubicBezTo>
                    <a:pt x="563" y="2516"/>
                    <a:pt x="564" y="2517"/>
                    <a:pt x="565" y="2517"/>
                  </a:cubicBezTo>
                  <a:cubicBezTo>
                    <a:pt x="565" y="2517"/>
                    <a:pt x="565" y="2517"/>
                    <a:pt x="566" y="2517"/>
                  </a:cubicBezTo>
                  <a:cubicBezTo>
                    <a:pt x="566" y="2518"/>
                    <a:pt x="567" y="2518"/>
                    <a:pt x="567" y="2518"/>
                  </a:cubicBezTo>
                  <a:cubicBezTo>
                    <a:pt x="567" y="2518"/>
                    <a:pt x="568" y="2518"/>
                    <a:pt x="568" y="2518"/>
                  </a:cubicBezTo>
                  <a:cubicBezTo>
                    <a:pt x="568" y="2519"/>
                    <a:pt x="569" y="2519"/>
                    <a:pt x="569" y="2519"/>
                  </a:cubicBezTo>
                  <a:cubicBezTo>
                    <a:pt x="570" y="2519"/>
                    <a:pt x="570" y="2519"/>
                    <a:pt x="570" y="2519"/>
                  </a:cubicBezTo>
                  <a:cubicBezTo>
                    <a:pt x="570" y="2519"/>
                    <a:pt x="571" y="2519"/>
                    <a:pt x="571" y="2520"/>
                  </a:cubicBezTo>
                  <a:cubicBezTo>
                    <a:pt x="571" y="2520"/>
                    <a:pt x="571" y="2520"/>
                    <a:pt x="571" y="2520"/>
                  </a:cubicBezTo>
                  <a:cubicBezTo>
                    <a:pt x="572" y="2520"/>
                    <a:pt x="572" y="2520"/>
                    <a:pt x="573" y="2520"/>
                  </a:cubicBezTo>
                  <a:cubicBezTo>
                    <a:pt x="573" y="2520"/>
                    <a:pt x="573" y="2520"/>
                    <a:pt x="573" y="2520"/>
                  </a:cubicBezTo>
                  <a:cubicBezTo>
                    <a:pt x="573" y="2520"/>
                    <a:pt x="573" y="2520"/>
                    <a:pt x="574" y="2520"/>
                  </a:cubicBezTo>
                  <a:cubicBezTo>
                    <a:pt x="574" y="2520"/>
                    <a:pt x="574" y="2520"/>
                    <a:pt x="574" y="2520"/>
                  </a:cubicBezTo>
                  <a:cubicBezTo>
                    <a:pt x="574" y="2520"/>
                    <a:pt x="575" y="2520"/>
                    <a:pt x="575" y="2520"/>
                  </a:cubicBezTo>
                  <a:cubicBezTo>
                    <a:pt x="575" y="2520"/>
                    <a:pt x="575" y="2521"/>
                    <a:pt x="575" y="2522"/>
                  </a:cubicBezTo>
                  <a:cubicBezTo>
                    <a:pt x="575" y="2519"/>
                    <a:pt x="575" y="2519"/>
                    <a:pt x="575" y="2519"/>
                  </a:cubicBezTo>
                  <a:cubicBezTo>
                    <a:pt x="576" y="2519"/>
                    <a:pt x="576" y="2519"/>
                    <a:pt x="576" y="2519"/>
                  </a:cubicBezTo>
                  <a:cubicBezTo>
                    <a:pt x="576" y="2519"/>
                    <a:pt x="575" y="2524"/>
                    <a:pt x="577" y="2528"/>
                  </a:cubicBezTo>
                  <a:cubicBezTo>
                    <a:pt x="579" y="2530"/>
                    <a:pt x="581" y="2532"/>
                    <a:pt x="585" y="2532"/>
                  </a:cubicBezTo>
                  <a:cubicBezTo>
                    <a:pt x="585" y="2532"/>
                    <a:pt x="585" y="2532"/>
                    <a:pt x="585" y="2532"/>
                  </a:cubicBezTo>
                  <a:cubicBezTo>
                    <a:pt x="589" y="2533"/>
                    <a:pt x="593" y="2530"/>
                    <a:pt x="596" y="2525"/>
                  </a:cubicBezTo>
                  <a:cubicBezTo>
                    <a:pt x="601" y="2517"/>
                    <a:pt x="604" y="2506"/>
                    <a:pt x="605" y="2498"/>
                  </a:cubicBezTo>
                  <a:cubicBezTo>
                    <a:pt x="605" y="2498"/>
                    <a:pt x="605" y="2498"/>
                    <a:pt x="606" y="2498"/>
                  </a:cubicBezTo>
                  <a:cubicBezTo>
                    <a:pt x="607" y="2498"/>
                    <a:pt x="607" y="2498"/>
                    <a:pt x="608" y="2498"/>
                  </a:cubicBezTo>
                  <a:cubicBezTo>
                    <a:pt x="608" y="2498"/>
                    <a:pt x="609" y="2498"/>
                    <a:pt x="609" y="2498"/>
                  </a:cubicBezTo>
                  <a:cubicBezTo>
                    <a:pt x="613" y="2496"/>
                    <a:pt x="618" y="2493"/>
                    <a:pt x="619" y="2485"/>
                  </a:cubicBezTo>
                  <a:cubicBezTo>
                    <a:pt x="620" y="2477"/>
                    <a:pt x="621" y="2473"/>
                    <a:pt x="621" y="2471"/>
                  </a:cubicBezTo>
                  <a:cubicBezTo>
                    <a:pt x="621" y="2469"/>
                    <a:pt x="622" y="2468"/>
                    <a:pt x="622" y="2468"/>
                  </a:cubicBezTo>
                  <a:cubicBezTo>
                    <a:pt x="622" y="2468"/>
                    <a:pt x="622" y="2468"/>
                    <a:pt x="622" y="2467"/>
                  </a:cubicBezTo>
                  <a:cubicBezTo>
                    <a:pt x="624" y="2464"/>
                    <a:pt x="628" y="2456"/>
                    <a:pt x="629" y="2445"/>
                  </a:cubicBezTo>
                  <a:cubicBezTo>
                    <a:pt x="630" y="2441"/>
                    <a:pt x="632" y="2437"/>
                    <a:pt x="636" y="2433"/>
                  </a:cubicBezTo>
                  <a:cubicBezTo>
                    <a:pt x="637" y="2432"/>
                    <a:pt x="638" y="2431"/>
                    <a:pt x="638" y="2430"/>
                  </a:cubicBezTo>
                  <a:cubicBezTo>
                    <a:pt x="646" y="2421"/>
                    <a:pt x="656" y="2408"/>
                    <a:pt x="655" y="2384"/>
                  </a:cubicBezTo>
                  <a:cubicBezTo>
                    <a:pt x="653" y="2347"/>
                    <a:pt x="679" y="2323"/>
                    <a:pt x="690" y="2280"/>
                  </a:cubicBezTo>
                  <a:cubicBezTo>
                    <a:pt x="691" y="2277"/>
                    <a:pt x="692" y="2274"/>
                    <a:pt x="692" y="2271"/>
                  </a:cubicBezTo>
                  <a:cubicBezTo>
                    <a:pt x="702" y="2223"/>
                    <a:pt x="847" y="2148"/>
                    <a:pt x="870" y="1858"/>
                  </a:cubicBezTo>
                  <a:cubicBezTo>
                    <a:pt x="874" y="1808"/>
                    <a:pt x="918" y="1756"/>
                    <a:pt x="910" y="1676"/>
                  </a:cubicBezTo>
                  <a:cubicBezTo>
                    <a:pt x="906" y="1634"/>
                    <a:pt x="939" y="1484"/>
                    <a:pt x="928" y="1328"/>
                  </a:cubicBezTo>
                  <a:cubicBezTo>
                    <a:pt x="928" y="1326"/>
                    <a:pt x="928" y="1323"/>
                    <a:pt x="928" y="1321"/>
                  </a:cubicBezTo>
                  <a:cubicBezTo>
                    <a:pt x="927" y="1320"/>
                    <a:pt x="927" y="1320"/>
                    <a:pt x="927" y="1319"/>
                  </a:cubicBezTo>
                  <a:cubicBezTo>
                    <a:pt x="927" y="1317"/>
                    <a:pt x="927" y="1316"/>
                    <a:pt x="927" y="1314"/>
                  </a:cubicBezTo>
                  <a:cubicBezTo>
                    <a:pt x="927" y="1313"/>
                    <a:pt x="927" y="1313"/>
                    <a:pt x="927" y="1312"/>
                  </a:cubicBezTo>
                  <a:cubicBezTo>
                    <a:pt x="927" y="1310"/>
                    <a:pt x="927" y="1309"/>
                    <a:pt x="927" y="1308"/>
                  </a:cubicBezTo>
                  <a:cubicBezTo>
                    <a:pt x="927" y="1307"/>
                    <a:pt x="927" y="1306"/>
                    <a:pt x="927" y="1305"/>
                  </a:cubicBezTo>
                  <a:cubicBezTo>
                    <a:pt x="927" y="1304"/>
                    <a:pt x="927" y="1303"/>
                    <a:pt x="927" y="1301"/>
                  </a:cubicBezTo>
                  <a:cubicBezTo>
                    <a:pt x="927" y="1301"/>
                    <a:pt x="927" y="1300"/>
                    <a:pt x="927" y="1299"/>
                  </a:cubicBezTo>
                  <a:cubicBezTo>
                    <a:pt x="927" y="1298"/>
                    <a:pt x="927" y="1296"/>
                    <a:pt x="927" y="1295"/>
                  </a:cubicBezTo>
                  <a:cubicBezTo>
                    <a:pt x="926" y="1294"/>
                    <a:pt x="926" y="1294"/>
                    <a:pt x="926" y="1293"/>
                  </a:cubicBezTo>
                  <a:cubicBezTo>
                    <a:pt x="926" y="1291"/>
                    <a:pt x="926" y="1289"/>
                    <a:pt x="926" y="1288"/>
                  </a:cubicBezTo>
                  <a:cubicBezTo>
                    <a:pt x="926" y="1287"/>
                    <a:pt x="926" y="1287"/>
                    <a:pt x="926" y="1287"/>
                  </a:cubicBezTo>
                  <a:cubicBezTo>
                    <a:pt x="926" y="1285"/>
                    <a:pt x="927" y="1284"/>
                    <a:pt x="927" y="1282"/>
                  </a:cubicBezTo>
                  <a:cubicBezTo>
                    <a:pt x="927" y="1282"/>
                    <a:pt x="927" y="1281"/>
                    <a:pt x="927" y="1280"/>
                  </a:cubicBezTo>
                  <a:cubicBezTo>
                    <a:pt x="927" y="1279"/>
                    <a:pt x="927" y="1278"/>
                    <a:pt x="927" y="1277"/>
                  </a:cubicBezTo>
                  <a:cubicBezTo>
                    <a:pt x="927" y="1276"/>
                    <a:pt x="927" y="1276"/>
                    <a:pt x="927" y="1275"/>
                  </a:cubicBezTo>
                  <a:cubicBezTo>
                    <a:pt x="927" y="1274"/>
                    <a:pt x="927" y="1273"/>
                    <a:pt x="927" y="1272"/>
                  </a:cubicBezTo>
                  <a:cubicBezTo>
                    <a:pt x="927" y="1271"/>
                    <a:pt x="927" y="1271"/>
                    <a:pt x="927" y="1270"/>
                  </a:cubicBezTo>
                  <a:cubicBezTo>
                    <a:pt x="927" y="1269"/>
                    <a:pt x="927" y="1268"/>
                    <a:pt x="927" y="1267"/>
                  </a:cubicBezTo>
                  <a:cubicBezTo>
                    <a:pt x="927" y="1267"/>
                    <a:pt x="927" y="1266"/>
                    <a:pt x="927" y="1265"/>
                  </a:cubicBezTo>
                  <a:cubicBezTo>
                    <a:pt x="927" y="1264"/>
                    <a:pt x="928" y="1264"/>
                    <a:pt x="928" y="1263"/>
                  </a:cubicBezTo>
                  <a:cubicBezTo>
                    <a:pt x="928" y="1262"/>
                    <a:pt x="928" y="1262"/>
                    <a:pt x="928" y="1261"/>
                  </a:cubicBezTo>
                  <a:cubicBezTo>
                    <a:pt x="928" y="1260"/>
                    <a:pt x="928" y="1258"/>
                    <a:pt x="928" y="1257"/>
                  </a:cubicBezTo>
                  <a:cubicBezTo>
                    <a:pt x="928" y="1256"/>
                    <a:pt x="928" y="1256"/>
                    <a:pt x="928" y="1255"/>
                  </a:cubicBezTo>
                  <a:cubicBezTo>
                    <a:pt x="929" y="1255"/>
                    <a:pt x="929" y="1254"/>
                    <a:pt x="929" y="1253"/>
                  </a:cubicBezTo>
                  <a:cubicBezTo>
                    <a:pt x="929" y="1252"/>
                    <a:pt x="929" y="1252"/>
                    <a:pt x="929" y="1251"/>
                  </a:cubicBezTo>
                  <a:cubicBezTo>
                    <a:pt x="929" y="1250"/>
                    <a:pt x="929" y="1250"/>
                    <a:pt x="929" y="1249"/>
                  </a:cubicBezTo>
                  <a:cubicBezTo>
                    <a:pt x="929" y="1248"/>
                    <a:pt x="930" y="1248"/>
                    <a:pt x="930" y="1247"/>
                  </a:cubicBezTo>
                  <a:cubicBezTo>
                    <a:pt x="930" y="1247"/>
                    <a:pt x="930" y="1246"/>
                    <a:pt x="930" y="1245"/>
                  </a:cubicBezTo>
                  <a:cubicBezTo>
                    <a:pt x="930" y="1245"/>
                    <a:pt x="930" y="1244"/>
                    <a:pt x="930" y="1244"/>
                  </a:cubicBezTo>
                  <a:cubicBezTo>
                    <a:pt x="931" y="1243"/>
                    <a:pt x="931" y="1243"/>
                    <a:pt x="931" y="1242"/>
                  </a:cubicBezTo>
                  <a:cubicBezTo>
                    <a:pt x="931" y="1241"/>
                    <a:pt x="931" y="1241"/>
                    <a:pt x="931" y="1240"/>
                  </a:cubicBezTo>
                  <a:cubicBezTo>
                    <a:pt x="931" y="1240"/>
                    <a:pt x="931" y="1239"/>
                    <a:pt x="932" y="1239"/>
                  </a:cubicBezTo>
                  <a:cubicBezTo>
                    <a:pt x="932" y="1236"/>
                    <a:pt x="933" y="1234"/>
                    <a:pt x="933" y="1232"/>
                  </a:cubicBezTo>
                  <a:cubicBezTo>
                    <a:pt x="933" y="1232"/>
                    <a:pt x="934" y="1232"/>
                    <a:pt x="934" y="1231"/>
                  </a:cubicBezTo>
                  <a:cubicBezTo>
                    <a:pt x="934" y="1231"/>
                    <a:pt x="934" y="1230"/>
                    <a:pt x="934" y="1229"/>
                  </a:cubicBezTo>
                  <a:cubicBezTo>
                    <a:pt x="934" y="1229"/>
                    <a:pt x="935" y="1229"/>
                    <a:pt x="935" y="1228"/>
                  </a:cubicBezTo>
                  <a:cubicBezTo>
                    <a:pt x="935" y="1228"/>
                    <a:pt x="935" y="1227"/>
                    <a:pt x="935" y="1227"/>
                  </a:cubicBezTo>
                  <a:cubicBezTo>
                    <a:pt x="935" y="1226"/>
                    <a:pt x="936" y="1226"/>
                    <a:pt x="936" y="1226"/>
                  </a:cubicBezTo>
                  <a:cubicBezTo>
                    <a:pt x="936" y="1225"/>
                    <a:pt x="936" y="1225"/>
                    <a:pt x="936" y="1224"/>
                  </a:cubicBezTo>
                  <a:cubicBezTo>
                    <a:pt x="936" y="1224"/>
                    <a:pt x="937" y="1224"/>
                    <a:pt x="937" y="1223"/>
                  </a:cubicBezTo>
                  <a:cubicBezTo>
                    <a:pt x="937" y="1223"/>
                    <a:pt x="937" y="1222"/>
                    <a:pt x="938" y="1222"/>
                  </a:cubicBezTo>
                  <a:cubicBezTo>
                    <a:pt x="938" y="1221"/>
                    <a:pt x="938" y="1221"/>
                    <a:pt x="938" y="1221"/>
                  </a:cubicBezTo>
                  <a:cubicBezTo>
                    <a:pt x="939" y="1218"/>
                    <a:pt x="940" y="1216"/>
                    <a:pt x="942" y="1213"/>
                  </a:cubicBezTo>
                  <a:cubicBezTo>
                    <a:pt x="942" y="1213"/>
                    <a:pt x="942" y="1213"/>
                    <a:pt x="942" y="1213"/>
                  </a:cubicBezTo>
                  <a:cubicBezTo>
                    <a:pt x="942" y="1212"/>
                    <a:pt x="943" y="1212"/>
                    <a:pt x="943" y="1211"/>
                  </a:cubicBezTo>
                  <a:cubicBezTo>
                    <a:pt x="943" y="1211"/>
                    <a:pt x="943" y="1211"/>
                    <a:pt x="943" y="1211"/>
                  </a:cubicBezTo>
                  <a:cubicBezTo>
                    <a:pt x="944" y="1210"/>
                    <a:pt x="944" y="1210"/>
                    <a:pt x="945" y="1209"/>
                  </a:cubicBezTo>
                  <a:cubicBezTo>
                    <a:pt x="947" y="1206"/>
                    <a:pt x="949" y="1203"/>
                    <a:pt x="952" y="1200"/>
                  </a:cubicBezTo>
                  <a:cubicBezTo>
                    <a:pt x="952" y="1200"/>
                    <a:pt x="952" y="1200"/>
                    <a:pt x="952" y="1200"/>
                  </a:cubicBezTo>
                  <a:cubicBezTo>
                    <a:pt x="952" y="1200"/>
                    <a:pt x="952" y="1200"/>
                    <a:pt x="952" y="1200"/>
                  </a:cubicBezTo>
                  <a:cubicBezTo>
                    <a:pt x="1035" y="1093"/>
                    <a:pt x="1040" y="912"/>
                    <a:pt x="1015" y="842"/>
                  </a:cubicBezTo>
                  <a:cubicBezTo>
                    <a:pt x="1011" y="831"/>
                    <a:pt x="1009" y="817"/>
                    <a:pt x="1007" y="800"/>
                  </a:cubicBezTo>
                  <a:cubicBezTo>
                    <a:pt x="1007" y="801"/>
                    <a:pt x="1007" y="801"/>
                    <a:pt x="1007" y="801"/>
                  </a:cubicBezTo>
                  <a:cubicBezTo>
                    <a:pt x="1006" y="799"/>
                    <a:pt x="1006" y="796"/>
                    <a:pt x="1006" y="793"/>
                  </a:cubicBezTo>
                  <a:cubicBezTo>
                    <a:pt x="1007" y="800"/>
                    <a:pt x="1007" y="800"/>
                    <a:pt x="1007" y="800"/>
                  </a:cubicBezTo>
                  <a:cubicBezTo>
                    <a:pt x="1006" y="798"/>
                    <a:pt x="1006" y="795"/>
                    <a:pt x="1006" y="792"/>
                  </a:cubicBezTo>
                  <a:cubicBezTo>
                    <a:pt x="1005" y="790"/>
                    <a:pt x="1005" y="788"/>
                    <a:pt x="1005" y="786"/>
                  </a:cubicBezTo>
                  <a:cubicBezTo>
                    <a:pt x="1061" y="824"/>
                    <a:pt x="1147" y="859"/>
                    <a:pt x="1176" y="871"/>
                  </a:cubicBezTo>
                  <a:cubicBezTo>
                    <a:pt x="1210" y="886"/>
                    <a:pt x="1245" y="877"/>
                    <a:pt x="1269" y="848"/>
                  </a:cubicBezTo>
                  <a:cubicBezTo>
                    <a:pt x="1341" y="759"/>
                    <a:pt x="1320" y="607"/>
                    <a:pt x="1327" y="587"/>
                  </a:cubicBezTo>
                  <a:cubicBezTo>
                    <a:pt x="1334" y="566"/>
                    <a:pt x="1338" y="545"/>
                    <a:pt x="1337" y="526"/>
                  </a:cubicBezTo>
                  <a:cubicBezTo>
                    <a:pt x="1335" y="506"/>
                    <a:pt x="1344" y="498"/>
                    <a:pt x="1357" y="467"/>
                  </a:cubicBezTo>
                  <a:cubicBezTo>
                    <a:pt x="1371" y="435"/>
                    <a:pt x="1355" y="403"/>
                    <a:pt x="1339" y="385"/>
                  </a:cubicBezTo>
                  <a:cubicBezTo>
                    <a:pt x="1323" y="367"/>
                    <a:pt x="1277" y="393"/>
                    <a:pt x="1277" y="393"/>
                  </a:cubicBezTo>
                  <a:cubicBezTo>
                    <a:pt x="1276" y="393"/>
                    <a:pt x="1275" y="394"/>
                    <a:pt x="1274" y="394"/>
                  </a:cubicBezTo>
                  <a:cubicBezTo>
                    <a:pt x="1274" y="394"/>
                    <a:pt x="1274" y="394"/>
                    <a:pt x="1274" y="394"/>
                  </a:cubicBezTo>
                  <a:cubicBezTo>
                    <a:pt x="1273" y="394"/>
                    <a:pt x="1273" y="394"/>
                    <a:pt x="1272" y="395"/>
                  </a:cubicBezTo>
                  <a:cubicBezTo>
                    <a:pt x="1272" y="395"/>
                    <a:pt x="1272" y="395"/>
                    <a:pt x="1272" y="395"/>
                  </a:cubicBezTo>
                  <a:cubicBezTo>
                    <a:pt x="1271" y="395"/>
                    <a:pt x="1270" y="396"/>
                    <a:pt x="1270" y="396"/>
                  </a:cubicBezTo>
                  <a:cubicBezTo>
                    <a:pt x="1270" y="396"/>
                    <a:pt x="1269" y="396"/>
                    <a:pt x="1269" y="396"/>
                  </a:cubicBezTo>
                  <a:cubicBezTo>
                    <a:pt x="1269" y="397"/>
                    <a:pt x="1268" y="397"/>
                    <a:pt x="1268" y="398"/>
                  </a:cubicBezTo>
                  <a:cubicBezTo>
                    <a:pt x="1268" y="398"/>
                    <a:pt x="1267" y="398"/>
                    <a:pt x="1267" y="398"/>
                  </a:cubicBezTo>
                  <a:cubicBezTo>
                    <a:pt x="1267" y="398"/>
                    <a:pt x="1266" y="399"/>
                    <a:pt x="1266" y="399"/>
                  </a:cubicBezTo>
                  <a:cubicBezTo>
                    <a:pt x="1266" y="399"/>
                    <a:pt x="1266" y="399"/>
                    <a:pt x="1266" y="399"/>
                  </a:cubicBezTo>
                  <a:cubicBezTo>
                    <a:pt x="1265" y="399"/>
                    <a:pt x="1265" y="400"/>
                    <a:pt x="1265" y="400"/>
                  </a:cubicBezTo>
                  <a:cubicBezTo>
                    <a:pt x="1264" y="400"/>
                    <a:pt x="1264" y="400"/>
                    <a:pt x="1264" y="400"/>
                  </a:cubicBezTo>
                  <a:cubicBezTo>
                    <a:pt x="1264" y="401"/>
                    <a:pt x="1264" y="401"/>
                    <a:pt x="1264" y="401"/>
                  </a:cubicBezTo>
                  <a:cubicBezTo>
                    <a:pt x="1264" y="401"/>
                    <a:pt x="1264" y="401"/>
                    <a:pt x="1263" y="401"/>
                  </a:cubicBezTo>
                  <a:cubicBezTo>
                    <a:pt x="1263" y="401"/>
                    <a:pt x="1263" y="401"/>
                    <a:pt x="1263" y="401"/>
                  </a:cubicBezTo>
                  <a:cubicBezTo>
                    <a:pt x="1265" y="397"/>
                    <a:pt x="1265" y="397"/>
                    <a:pt x="1265" y="397"/>
                  </a:cubicBezTo>
                  <a:cubicBezTo>
                    <a:pt x="1264" y="399"/>
                    <a:pt x="1264" y="400"/>
                    <a:pt x="1263" y="401"/>
                  </a:cubicBezTo>
                  <a:cubicBezTo>
                    <a:pt x="1263" y="401"/>
                    <a:pt x="1263" y="401"/>
                    <a:pt x="1263" y="401"/>
                  </a:cubicBezTo>
                  <a:cubicBezTo>
                    <a:pt x="1258" y="399"/>
                    <a:pt x="1254" y="398"/>
                    <a:pt x="1250" y="399"/>
                  </a:cubicBezTo>
                  <a:cubicBezTo>
                    <a:pt x="1250" y="399"/>
                    <a:pt x="1250" y="399"/>
                    <a:pt x="1250" y="399"/>
                  </a:cubicBezTo>
                  <a:cubicBezTo>
                    <a:pt x="1249" y="399"/>
                    <a:pt x="1249" y="399"/>
                    <a:pt x="1248" y="400"/>
                  </a:cubicBezTo>
                  <a:cubicBezTo>
                    <a:pt x="1248" y="400"/>
                    <a:pt x="1248" y="400"/>
                    <a:pt x="1248" y="400"/>
                  </a:cubicBezTo>
                  <a:cubicBezTo>
                    <a:pt x="1248" y="400"/>
                    <a:pt x="1247" y="400"/>
                    <a:pt x="1247" y="400"/>
                  </a:cubicBezTo>
                  <a:cubicBezTo>
                    <a:pt x="1246" y="400"/>
                    <a:pt x="1246" y="400"/>
                    <a:pt x="1246" y="400"/>
                  </a:cubicBezTo>
                  <a:cubicBezTo>
                    <a:pt x="1246" y="401"/>
                    <a:pt x="1245" y="401"/>
                    <a:pt x="1245" y="401"/>
                  </a:cubicBezTo>
                  <a:cubicBezTo>
                    <a:pt x="1245" y="401"/>
                    <a:pt x="1244" y="401"/>
                    <a:pt x="1244" y="401"/>
                  </a:cubicBezTo>
                  <a:cubicBezTo>
                    <a:pt x="1244" y="402"/>
                    <a:pt x="1243" y="402"/>
                    <a:pt x="1243" y="402"/>
                  </a:cubicBezTo>
                  <a:cubicBezTo>
                    <a:pt x="1243" y="402"/>
                    <a:pt x="1243" y="402"/>
                    <a:pt x="1243" y="403"/>
                  </a:cubicBezTo>
                  <a:cubicBezTo>
                    <a:pt x="1242" y="403"/>
                    <a:pt x="1242" y="403"/>
                    <a:pt x="1241" y="403"/>
                  </a:cubicBezTo>
                  <a:cubicBezTo>
                    <a:pt x="1241" y="404"/>
                    <a:pt x="1241" y="404"/>
                    <a:pt x="1241" y="404"/>
                  </a:cubicBezTo>
                  <a:cubicBezTo>
                    <a:pt x="1240" y="404"/>
                    <a:pt x="1240" y="405"/>
                    <a:pt x="1240" y="405"/>
                  </a:cubicBezTo>
                  <a:cubicBezTo>
                    <a:pt x="1240" y="405"/>
                    <a:pt x="1239" y="405"/>
                    <a:pt x="1239" y="405"/>
                  </a:cubicBezTo>
                  <a:cubicBezTo>
                    <a:pt x="1239" y="406"/>
                    <a:pt x="1238" y="406"/>
                    <a:pt x="1238" y="406"/>
                  </a:cubicBezTo>
                  <a:cubicBezTo>
                    <a:pt x="1238" y="407"/>
                    <a:pt x="1238" y="407"/>
                    <a:pt x="1238" y="407"/>
                  </a:cubicBezTo>
                  <a:cubicBezTo>
                    <a:pt x="1237" y="407"/>
                    <a:pt x="1237" y="408"/>
                    <a:pt x="1237" y="408"/>
                  </a:cubicBezTo>
                  <a:cubicBezTo>
                    <a:pt x="1236" y="408"/>
                    <a:pt x="1236" y="408"/>
                    <a:pt x="1236" y="409"/>
                  </a:cubicBezTo>
                  <a:cubicBezTo>
                    <a:pt x="1236" y="409"/>
                    <a:pt x="1235" y="409"/>
                    <a:pt x="1235" y="410"/>
                  </a:cubicBezTo>
                  <a:cubicBezTo>
                    <a:pt x="1235" y="410"/>
                    <a:pt x="1235" y="410"/>
                    <a:pt x="1235" y="410"/>
                  </a:cubicBezTo>
                  <a:cubicBezTo>
                    <a:pt x="1234" y="411"/>
                    <a:pt x="1234" y="411"/>
                    <a:pt x="1234" y="412"/>
                  </a:cubicBezTo>
                  <a:cubicBezTo>
                    <a:pt x="1234" y="412"/>
                    <a:pt x="1233" y="412"/>
                    <a:pt x="1233" y="412"/>
                  </a:cubicBezTo>
                  <a:cubicBezTo>
                    <a:pt x="1233" y="413"/>
                    <a:pt x="1233" y="413"/>
                    <a:pt x="1233" y="413"/>
                  </a:cubicBezTo>
                  <a:cubicBezTo>
                    <a:pt x="1232" y="414"/>
                    <a:pt x="1232" y="414"/>
                    <a:pt x="1232" y="414"/>
                  </a:cubicBezTo>
                  <a:cubicBezTo>
                    <a:pt x="1232" y="415"/>
                    <a:pt x="1232" y="415"/>
                    <a:pt x="1231" y="415"/>
                  </a:cubicBezTo>
                  <a:cubicBezTo>
                    <a:pt x="1231" y="416"/>
                    <a:pt x="1231" y="416"/>
                    <a:pt x="1231" y="416"/>
                  </a:cubicBezTo>
                  <a:cubicBezTo>
                    <a:pt x="1231" y="416"/>
                    <a:pt x="1230" y="417"/>
                    <a:pt x="1230" y="417"/>
                  </a:cubicBezTo>
                  <a:cubicBezTo>
                    <a:pt x="1230" y="418"/>
                    <a:pt x="1230" y="418"/>
                    <a:pt x="1230" y="418"/>
                  </a:cubicBezTo>
                  <a:cubicBezTo>
                    <a:pt x="1229" y="418"/>
                    <a:pt x="1229" y="419"/>
                    <a:pt x="1229" y="419"/>
                  </a:cubicBezTo>
                  <a:cubicBezTo>
                    <a:pt x="1229" y="419"/>
                    <a:pt x="1229" y="420"/>
                    <a:pt x="1229" y="420"/>
                  </a:cubicBezTo>
                  <a:cubicBezTo>
                    <a:pt x="1228" y="420"/>
                    <a:pt x="1228" y="421"/>
                    <a:pt x="1228" y="421"/>
                  </a:cubicBezTo>
                  <a:cubicBezTo>
                    <a:pt x="1228" y="421"/>
                    <a:pt x="1228" y="422"/>
                    <a:pt x="1228" y="422"/>
                  </a:cubicBezTo>
                  <a:cubicBezTo>
                    <a:pt x="1227" y="422"/>
                    <a:pt x="1227" y="423"/>
                    <a:pt x="1227" y="423"/>
                  </a:cubicBezTo>
                  <a:cubicBezTo>
                    <a:pt x="1227" y="423"/>
                    <a:pt x="1227" y="423"/>
                    <a:pt x="1227" y="424"/>
                  </a:cubicBezTo>
                  <a:cubicBezTo>
                    <a:pt x="1227" y="424"/>
                    <a:pt x="1226" y="424"/>
                    <a:pt x="1226" y="425"/>
                  </a:cubicBezTo>
                  <a:cubicBezTo>
                    <a:pt x="1226" y="425"/>
                    <a:pt x="1226" y="425"/>
                    <a:pt x="1226" y="425"/>
                  </a:cubicBezTo>
                  <a:cubicBezTo>
                    <a:pt x="1226" y="426"/>
                    <a:pt x="1226" y="426"/>
                    <a:pt x="1225" y="426"/>
                  </a:cubicBezTo>
                  <a:cubicBezTo>
                    <a:pt x="1225" y="427"/>
                    <a:pt x="1225" y="427"/>
                    <a:pt x="1225" y="427"/>
                  </a:cubicBezTo>
                  <a:cubicBezTo>
                    <a:pt x="1225" y="427"/>
                    <a:pt x="1225" y="428"/>
                    <a:pt x="1225" y="428"/>
                  </a:cubicBezTo>
                  <a:cubicBezTo>
                    <a:pt x="1225" y="428"/>
                    <a:pt x="1225" y="429"/>
                    <a:pt x="1225" y="429"/>
                  </a:cubicBezTo>
                  <a:cubicBezTo>
                    <a:pt x="1224" y="429"/>
                    <a:pt x="1224" y="429"/>
                    <a:pt x="1224" y="430"/>
                  </a:cubicBezTo>
                  <a:cubicBezTo>
                    <a:pt x="1224" y="430"/>
                    <a:pt x="1224" y="430"/>
                    <a:pt x="1224" y="430"/>
                  </a:cubicBezTo>
                  <a:cubicBezTo>
                    <a:pt x="1224" y="430"/>
                    <a:pt x="1224" y="431"/>
                    <a:pt x="1224" y="431"/>
                  </a:cubicBezTo>
                  <a:cubicBezTo>
                    <a:pt x="1224" y="431"/>
                    <a:pt x="1224" y="431"/>
                    <a:pt x="1224" y="431"/>
                  </a:cubicBezTo>
                  <a:cubicBezTo>
                    <a:pt x="1223" y="433"/>
                    <a:pt x="1222" y="435"/>
                    <a:pt x="1222" y="435"/>
                  </a:cubicBezTo>
                  <a:cubicBezTo>
                    <a:pt x="1222" y="433"/>
                    <a:pt x="1223" y="431"/>
                    <a:pt x="1224" y="429"/>
                  </a:cubicBezTo>
                  <a:cubicBezTo>
                    <a:pt x="1215" y="434"/>
                    <a:pt x="1215" y="434"/>
                    <a:pt x="1215" y="434"/>
                  </a:cubicBezTo>
                  <a:cubicBezTo>
                    <a:pt x="1209" y="435"/>
                    <a:pt x="1203" y="439"/>
                    <a:pt x="1199" y="443"/>
                  </a:cubicBezTo>
                  <a:cubicBezTo>
                    <a:pt x="1199" y="443"/>
                    <a:pt x="1199" y="443"/>
                    <a:pt x="1199" y="443"/>
                  </a:cubicBezTo>
                  <a:cubicBezTo>
                    <a:pt x="1198" y="444"/>
                    <a:pt x="1198" y="445"/>
                    <a:pt x="1197" y="445"/>
                  </a:cubicBezTo>
                  <a:cubicBezTo>
                    <a:pt x="1197" y="445"/>
                    <a:pt x="1197" y="445"/>
                    <a:pt x="1197" y="445"/>
                  </a:cubicBezTo>
                  <a:cubicBezTo>
                    <a:pt x="1196" y="446"/>
                    <a:pt x="1196" y="446"/>
                    <a:pt x="1196" y="447"/>
                  </a:cubicBezTo>
                  <a:cubicBezTo>
                    <a:pt x="1194" y="448"/>
                    <a:pt x="1194" y="448"/>
                    <a:pt x="1194" y="448"/>
                  </a:cubicBezTo>
                  <a:cubicBezTo>
                    <a:pt x="1194" y="448"/>
                    <a:pt x="1194" y="448"/>
                    <a:pt x="1194" y="448"/>
                  </a:cubicBezTo>
                  <a:cubicBezTo>
                    <a:pt x="1194" y="448"/>
                    <a:pt x="1194" y="447"/>
                    <a:pt x="1194" y="447"/>
                  </a:cubicBezTo>
                  <a:cubicBezTo>
                    <a:pt x="1194" y="447"/>
                    <a:pt x="1194" y="447"/>
                    <a:pt x="1194" y="447"/>
                  </a:cubicBezTo>
                  <a:cubicBezTo>
                    <a:pt x="1194" y="446"/>
                    <a:pt x="1193" y="446"/>
                    <a:pt x="1193" y="446"/>
                  </a:cubicBezTo>
                  <a:cubicBezTo>
                    <a:pt x="1193" y="445"/>
                    <a:pt x="1193" y="445"/>
                    <a:pt x="1193" y="445"/>
                  </a:cubicBezTo>
                  <a:cubicBezTo>
                    <a:pt x="1193" y="445"/>
                    <a:pt x="1193" y="445"/>
                    <a:pt x="1192" y="444"/>
                  </a:cubicBezTo>
                  <a:cubicBezTo>
                    <a:pt x="1192" y="444"/>
                    <a:pt x="1192" y="444"/>
                    <a:pt x="1192" y="444"/>
                  </a:cubicBezTo>
                  <a:cubicBezTo>
                    <a:pt x="1192" y="443"/>
                    <a:pt x="1192" y="443"/>
                    <a:pt x="1191" y="443"/>
                  </a:cubicBezTo>
                  <a:cubicBezTo>
                    <a:pt x="1191" y="443"/>
                    <a:pt x="1191" y="442"/>
                    <a:pt x="1191" y="442"/>
                  </a:cubicBezTo>
                  <a:cubicBezTo>
                    <a:pt x="1190" y="442"/>
                    <a:pt x="1190" y="441"/>
                    <a:pt x="1189" y="441"/>
                  </a:cubicBezTo>
                  <a:cubicBezTo>
                    <a:pt x="1189" y="441"/>
                    <a:pt x="1189" y="441"/>
                    <a:pt x="1189" y="441"/>
                  </a:cubicBezTo>
                  <a:cubicBezTo>
                    <a:pt x="1188" y="441"/>
                    <a:pt x="1188" y="440"/>
                    <a:pt x="1187" y="440"/>
                  </a:cubicBezTo>
                  <a:cubicBezTo>
                    <a:pt x="1187" y="440"/>
                    <a:pt x="1187" y="440"/>
                    <a:pt x="1187" y="440"/>
                  </a:cubicBezTo>
                  <a:cubicBezTo>
                    <a:pt x="1186" y="440"/>
                    <a:pt x="1185" y="439"/>
                    <a:pt x="1184" y="439"/>
                  </a:cubicBezTo>
                  <a:cubicBezTo>
                    <a:pt x="1184" y="439"/>
                    <a:pt x="1184" y="439"/>
                    <a:pt x="1183" y="439"/>
                  </a:cubicBezTo>
                  <a:cubicBezTo>
                    <a:pt x="1182" y="439"/>
                    <a:pt x="1181" y="439"/>
                    <a:pt x="1180" y="439"/>
                  </a:cubicBezTo>
                  <a:cubicBezTo>
                    <a:pt x="1167" y="439"/>
                    <a:pt x="1161" y="462"/>
                    <a:pt x="1165" y="498"/>
                  </a:cubicBezTo>
                  <a:cubicBezTo>
                    <a:pt x="1168" y="534"/>
                    <a:pt x="1212" y="542"/>
                    <a:pt x="1212" y="542"/>
                  </a:cubicBezTo>
                  <a:cubicBezTo>
                    <a:pt x="1227" y="571"/>
                    <a:pt x="1204" y="621"/>
                    <a:pt x="1196" y="637"/>
                  </a:cubicBezTo>
                  <a:cubicBezTo>
                    <a:pt x="1196" y="638"/>
                    <a:pt x="1195" y="638"/>
                    <a:pt x="1195" y="639"/>
                  </a:cubicBezTo>
                  <a:cubicBezTo>
                    <a:pt x="1195" y="639"/>
                    <a:pt x="1195" y="640"/>
                    <a:pt x="1195" y="640"/>
                  </a:cubicBezTo>
                  <a:cubicBezTo>
                    <a:pt x="1194" y="641"/>
                    <a:pt x="1194" y="642"/>
                    <a:pt x="1193" y="643"/>
                  </a:cubicBezTo>
                  <a:cubicBezTo>
                    <a:pt x="1193" y="643"/>
                    <a:pt x="1193" y="643"/>
                    <a:pt x="1193" y="643"/>
                  </a:cubicBezTo>
                  <a:cubicBezTo>
                    <a:pt x="1192" y="644"/>
                    <a:pt x="1192" y="645"/>
                    <a:pt x="1191" y="646"/>
                  </a:cubicBezTo>
                  <a:cubicBezTo>
                    <a:pt x="1191" y="647"/>
                    <a:pt x="1191" y="647"/>
                    <a:pt x="1191" y="647"/>
                  </a:cubicBezTo>
                  <a:cubicBezTo>
                    <a:pt x="1191" y="648"/>
                    <a:pt x="1190" y="649"/>
                    <a:pt x="1190" y="650"/>
                  </a:cubicBezTo>
                  <a:cubicBezTo>
                    <a:pt x="1190" y="650"/>
                    <a:pt x="1190" y="650"/>
                    <a:pt x="1189" y="651"/>
                  </a:cubicBezTo>
                  <a:cubicBezTo>
                    <a:pt x="1189" y="652"/>
                    <a:pt x="1188" y="653"/>
                    <a:pt x="1188" y="654"/>
                  </a:cubicBezTo>
                  <a:cubicBezTo>
                    <a:pt x="1188" y="654"/>
                    <a:pt x="1187" y="655"/>
                    <a:pt x="1187" y="655"/>
                  </a:cubicBezTo>
                  <a:cubicBezTo>
                    <a:pt x="1187" y="656"/>
                    <a:pt x="1186" y="657"/>
                    <a:pt x="1186" y="658"/>
                  </a:cubicBezTo>
                  <a:cubicBezTo>
                    <a:pt x="1186" y="659"/>
                    <a:pt x="1185" y="660"/>
                    <a:pt x="1185" y="660"/>
                  </a:cubicBezTo>
                  <a:cubicBezTo>
                    <a:pt x="1185" y="661"/>
                    <a:pt x="1184" y="661"/>
                    <a:pt x="1184" y="662"/>
                  </a:cubicBezTo>
                  <a:cubicBezTo>
                    <a:pt x="1184" y="663"/>
                    <a:pt x="1183" y="664"/>
                    <a:pt x="1183" y="665"/>
                  </a:cubicBezTo>
                  <a:cubicBezTo>
                    <a:pt x="1183" y="665"/>
                    <a:pt x="1182" y="666"/>
                    <a:pt x="1182" y="667"/>
                  </a:cubicBezTo>
                  <a:cubicBezTo>
                    <a:pt x="1181" y="669"/>
                    <a:pt x="1180" y="671"/>
                    <a:pt x="1179" y="674"/>
                  </a:cubicBezTo>
                  <a:cubicBezTo>
                    <a:pt x="1179" y="674"/>
                    <a:pt x="1179" y="674"/>
                    <a:pt x="1178" y="675"/>
                  </a:cubicBezTo>
                  <a:cubicBezTo>
                    <a:pt x="1178" y="676"/>
                    <a:pt x="1177" y="677"/>
                    <a:pt x="1177" y="678"/>
                  </a:cubicBezTo>
                  <a:cubicBezTo>
                    <a:pt x="1177" y="678"/>
                    <a:pt x="1176" y="679"/>
                    <a:pt x="1176" y="679"/>
                  </a:cubicBezTo>
                  <a:cubicBezTo>
                    <a:pt x="1176" y="680"/>
                    <a:pt x="1175" y="681"/>
                    <a:pt x="1175" y="682"/>
                  </a:cubicBezTo>
                  <a:cubicBezTo>
                    <a:pt x="1175" y="683"/>
                    <a:pt x="1174" y="683"/>
                    <a:pt x="1174" y="684"/>
                  </a:cubicBezTo>
                  <a:cubicBezTo>
                    <a:pt x="1174" y="684"/>
                    <a:pt x="1174" y="685"/>
                    <a:pt x="1173" y="685"/>
                  </a:cubicBezTo>
                  <a:cubicBezTo>
                    <a:pt x="1171" y="690"/>
                    <a:pt x="1170" y="694"/>
                    <a:pt x="1169" y="696"/>
                  </a:cubicBezTo>
                  <a:cubicBezTo>
                    <a:pt x="1168" y="695"/>
                    <a:pt x="1168" y="695"/>
                    <a:pt x="1168" y="695"/>
                  </a:cubicBezTo>
                  <a:cubicBezTo>
                    <a:pt x="1168" y="695"/>
                    <a:pt x="1168" y="696"/>
                    <a:pt x="1168" y="696"/>
                  </a:cubicBezTo>
                  <a:cubicBezTo>
                    <a:pt x="1168" y="698"/>
                    <a:pt x="1167" y="699"/>
                    <a:pt x="1167" y="699"/>
                  </a:cubicBezTo>
                  <a:cubicBezTo>
                    <a:pt x="1165" y="683"/>
                    <a:pt x="1145" y="691"/>
                    <a:pt x="1145" y="691"/>
                  </a:cubicBezTo>
                  <a:cubicBezTo>
                    <a:pt x="1148" y="673"/>
                    <a:pt x="1120" y="648"/>
                    <a:pt x="1087" y="621"/>
                  </a:cubicBezTo>
                  <a:cubicBezTo>
                    <a:pt x="1086" y="620"/>
                    <a:pt x="1084" y="619"/>
                    <a:pt x="1083" y="617"/>
                  </a:cubicBezTo>
                  <a:cubicBezTo>
                    <a:pt x="1083" y="617"/>
                    <a:pt x="1083" y="617"/>
                    <a:pt x="1083" y="617"/>
                  </a:cubicBezTo>
                  <a:cubicBezTo>
                    <a:pt x="1081" y="616"/>
                    <a:pt x="1080" y="615"/>
                    <a:pt x="1079" y="614"/>
                  </a:cubicBezTo>
                  <a:cubicBezTo>
                    <a:pt x="1078" y="614"/>
                    <a:pt x="1078" y="613"/>
                    <a:pt x="1078" y="613"/>
                  </a:cubicBezTo>
                  <a:cubicBezTo>
                    <a:pt x="1076" y="612"/>
                    <a:pt x="1075" y="611"/>
                    <a:pt x="1074" y="610"/>
                  </a:cubicBezTo>
                  <a:cubicBezTo>
                    <a:pt x="1074" y="610"/>
                    <a:pt x="1074" y="610"/>
                    <a:pt x="1074" y="610"/>
                  </a:cubicBezTo>
                  <a:cubicBezTo>
                    <a:pt x="1072" y="608"/>
                    <a:pt x="1071" y="607"/>
                    <a:pt x="1069" y="606"/>
                  </a:cubicBezTo>
                  <a:cubicBezTo>
                    <a:pt x="1069" y="605"/>
                    <a:pt x="1068" y="605"/>
                    <a:pt x="1068" y="605"/>
                  </a:cubicBezTo>
                  <a:cubicBezTo>
                    <a:pt x="1067" y="604"/>
                    <a:pt x="1066" y="603"/>
                    <a:pt x="1065" y="602"/>
                  </a:cubicBezTo>
                  <a:cubicBezTo>
                    <a:pt x="1064" y="601"/>
                    <a:pt x="1063" y="600"/>
                    <a:pt x="1062" y="600"/>
                  </a:cubicBezTo>
                  <a:cubicBezTo>
                    <a:pt x="1061" y="599"/>
                    <a:pt x="1061" y="598"/>
                    <a:pt x="1060" y="597"/>
                  </a:cubicBezTo>
                  <a:cubicBezTo>
                    <a:pt x="1059" y="596"/>
                    <a:pt x="1058" y="596"/>
                    <a:pt x="1057" y="595"/>
                  </a:cubicBezTo>
                  <a:cubicBezTo>
                    <a:pt x="1056" y="594"/>
                    <a:pt x="1055" y="593"/>
                    <a:pt x="1055" y="593"/>
                  </a:cubicBezTo>
                  <a:cubicBezTo>
                    <a:pt x="1053" y="592"/>
                    <a:pt x="1052" y="590"/>
                    <a:pt x="1051" y="589"/>
                  </a:cubicBezTo>
                  <a:cubicBezTo>
                    <a:pt x="1050" y="589"/>
                    <a:pt x="1050" y="589"/>
                    <a:pt x="1049" y="588"/>
                  </a:cubicBezTo>
                  <a:cubicBezTo>
                    <a:pt x="1048" y="587"/>
                    <a:pt x="1046" y="585"/>
                    <a:pt x="1045" y="584"/>
                  </a:cubicBezTo>
                  <a:cubicBezTo>
                    <a:pt x="1044" y="584"/>
                    <a:pt x="1044" y="584"/>
                    <a:pt x="1044" y="584"/>
                  </a:cubicBezTo>
                  <a:cubicBezTo>
                    <a:pt x="1032" y="573"/>
                    <a:pt x="1020" y="562"/>
                    <a:pt x="1010" y="552"/>
                  </a:cubicBezTo>
                  <a:cubicBezTo>
                    <a:pt x="1030" y="552"/>
                    <a:pt x="1038" y="555"/>
                    <a:pt x="1063" y="535"/>
                  </a:cubicBezTo>
                  <a:cubicBezTo>
                    <a:pt x="1091" y="512"/>
                    <a:pt x="1079" y="439"/>
                    <a:pt x="1078" y="435"/>
                  </a:cubicBezTo>
                  <a:cubicBezTo>
                    <a:pt x="1078" y="433"/>
                    <a:pt x="1077" y="431"/>
                    <a:pt x="1079" y="428"/>
                  </a:cubicBezTo>
                  <a:cubicBezTo>
                    <a:pt x="1079" y="427"/>
                    <a:pt x="1080" y="427"/>
                    <a:pt x="1080" y="427"/>
                  </a:cubicBezTo>
                  <a:cubicBezTo>
                    <a:pt x="1081" y="425"/>
                    <a:pt x="1083" y="424"/>
                    <a:pt x="1085" y="422"/>
                  </a:cubicBezTo>
                  <a:cubicBezTo>
                    <a:pt x="1102" y="410"/>
                    <a:pt x="1104" y="389"/>
                    <a:pt x="1101" y="381"/>
                  </a:cubicBezTo>
                  <a:cubicBezTo>
                    <a:pt x="1099" y="375"/>
                    <a:pt x="1094" y="368"/>
                    <a:pt x="1092" y="365"/>
                  </a:cubicBezTo>
                  <a:cubicBezTo>
                    <a:pt x="1090" y="363"/>
                    <a:pt x="1090" y="363"/>
                    <a:pt x="1090" y="363"/>
                  </a:cubicBezTo>
                  <a:cubicBezTo>
                    <a:pt x="1100" y="341"/>
                    <a:pt x="1087" y="339"/>
                    <a:pt x="1096" y="301"/>
                  </a:cubicBezTo>
                  <a:cubicBezTo>
                    <a:pt x="1102" y="279"/>
                    <a:pt x="1107" y="242"/>
                    <a:pt x="1093" y="209"/>
                  </a:cubicBezTo>
                  <a:cubicBezTo>
                    <a:pt x="1078" y="174"/>
                    <a:pt x="1059" y="144"/>
                    <a:pt x="1036" y="118"/>
                  </a:cubicBezTo>
                  <a:cubicBezTo>
                    <a:pt x="1036" y="117"/>
                    <a:pt x="1037" y="117"/>
                    <a:pt x="1037" y="117"/>
                  </a:cubicBezTo>
                  <a:cubicBezTo>
                    <a:pt x="969" y="39"/>
                    <a:pt x="874" y="0"/>
                    <a:pt x="784" y="8"/>
                  </a:cubicBezTo>
                  <a:cubicBezTo>
                    <a:pt x="784" y="8"/>
                    <a:pt x="784" y="8"/>
                    <a:pt x="784" y="8"/>
                  </a:cubicBezTo>
                  <a:cubicBezTo>
                    <a:pt x="780" y="9"/>
                    <a:pt x="776" y="9"/>
                    <a:pt x="772" y="10"/>
                  </a:cubicBezTo>
                  <a:cubicBezTo>
                    <a:pt x="769" y="10"/>
                    <a:pt x="767" y="10"/>
                    <a:pt x="765" y="11"/>
                  </a:cubicBezTo>
                  <a:cubicBezTo>
                    <a:pt x="764" y="11"/>
                    <a:pt x="762" y="11"/>
                    <a:pt x="761" y="11"/>
                  </a:cubicBezTo>
                  <a:cubicBezTo>
                    <a:pt x="757" y="12"/>
                    <a:pt x="753" y="13"/>
                    <a:pt x="749" y="14"/>
                  </a:cubicBezTo>
                  <a:cubicBezTo>
                    <a:pt x="749" y="14"/>
                    <a:pt x="749" y="14"/>
                    <a:pt x="749" y="14"/>
                  </a:cubicBezTo>
                  <a:cubicBezTo>
                    <a:pt x="704" y="24"/>
                    <a:pt x="661" y="48"/>
                    <a:pt x="626" y="84"/>
                  </a:cubicBezTo>
                  <a:cubicBezTo>
                    <a:pt x="492" y="225"/>
                    <a:pt x="618" y="403"/>
                    <a:pt x="618" y="403"/>
                  </a:cubicBezTo>
                  <a:cubicBezTo>
                    <a:pt x="627" y="412"/>
                    <a:pt x="624" y="413"/>
                    <a:pt x="625" y="423"/>
                  </a:cubicBezTo>
                  <a:cubicBezTo>
                    <a:pt x="626" y="428"/>
                    <a:pt x="628" y="434"/>
                    <a:pt x="629" y="438"/>
                  </a:cubicBezTo>
                  <a:cubicBezTo>
                    <a:pt x="636" y="460"/>
                    <a:pt x="633" y="482"/>
                    <a:pt x="633" y="482"/>
                  </a:cubicBezTo>
                  <a:close/>
                  <a:moveTo>
                    <a:pt x="596" y="515"/>
                  </a:moveTo>
                  <a:cubicBezTo>
                    <a:pt x="596" y="515"/>
                    <a:pt x="596" y="515"/>
                    <a:pt x="596" y="515"/>
                  </a:cubicBezTo>
                  <a:moveTo>
                    <a:pt x="1090" y="363"/>
                  </a:moveTo>
                  <a:cubicBezTo>
                    <a:pt x="1091" y="364"/>
                    <a:pt x="1091" y="364"/>
                    <a:pt x="1092" y="365"/>
                  </a:cubicBezTo>
                  <a:cubicBezTo>
                    <a:pt x="1091" y="364"/>
                    <a:pt x="1090" y="363"/>
                    <a:pt x="1090" y="363"/>
                  </a:cubicBezTo>
                  <a:cubicBezTo>
                    <a:pt x="1090" y="363"/>
                    <a:pt x="1090" y="363"/>
                    <a:pt x="1090" y="363"/>
                  </a:cubicBezTo>
                  <a:close/>
                  <a:moveTo>
                    <a:pt x="415" y="926"/>
                  </a:moveTo>
                  <a:cubicBezTo>
                    <a:pt x="415" y="924"/>
                    <a:pt x="416" y="922"/>
                    <a:pt x="416" y="921"/>
                  </a:cubicBezTo>
                  <a:cubicBezTo>
                    <a:pt x="417" y="901"/>
                    <a:pt x="416" y="884"/>
                    <a:pt x="411" y="879"/>
                  </a:cubicBezTo>
                  <a:cubicBezTo>
                    <a:pt x="411" y="879"/>
                    <a:pt x="427" y="859"/>
                    <a:pt x="429" y="856"/>
                  </a:cubicBezTo>
                  <a:cubicBezTo>
                    <a:pt x="429" y="856"/>
                    <a:pt x="442" y="839"/>
                    <a:pt x="443" y="839"/>
                  </a:cubicBezTo>
                  <a:cubicBezTo>
                    <a:pt x="445" y="835"/>
                    <a:pt x="452" y="827"/>
                    <a:pt x="452" y="827"/>
                  </a:cubicBezTo>
                  <a:cubicBezTo>
                    <a:pt x="455" y="823"/>
                    <a:pt x="461" y="814"/>
                    <a:pt x="461" y="814"/>
                  </a:cubicBezTo>
                  <a:cubicBezTo>
                    <a:pt x="462" y="812"/>
                    <a:pt x="464" y="810"/>
                    <a:pt x="465" y="809"/>
                  </a:cubicBezTo>
                  <a:cubicBezTo>
                    <a:pt x="464" y="810"/>
                    <a:pt x="444" y="888"/>
                    <a:pt x="444" y="989"/>
                  </a:cubicBezTo>
                  <a:cubicBezTo>
                    <a:pt x="444" y="992"/>
                    <a:pt x="443" y="995"/>
                    <a:pt x="443" y="998"/>
                  </a:cubicBezTo>
                  <a:cubicBezTo>
                    <a:pt x="443" y="1015"/>
                    <a:pt x="446" y="1034"/>
                    <a:pt x="451" y="1051"/>
                  </a:cubicBezTo>
                  <a:cubicBezTo>
                    <a:pt x="451" y="1051"/>
                    <a:pt x="451" y="1051"/>
                    <a:pt x="451" y="1051"/>
                  </a:cubicBezTo>
                  <a:cubicBezTo>
                    <a:pt x="448" y="1050"/>
                    <a:pt x="445" y="1050"/>
                    <a:pt x="445" y="1050"/>
                  </a:cubicBezTo>
                  <a:cubicBezTo>
                    <a:pt x="444" y="1049"/>
                    <a:pt x="441" y="1049"/>
                    <a:pt x="440" y="1049"/>
                  </a:cubicBezTo>
                  <a:cubicBezTo>
                    <a:pt x="440" y="1049"/>
                    <a:pt x="439" y="1049"/>
                    <a:pt x="438" y="1049"/>
                  </a:cubicBezTo>
                  <a:cubicBezTo>
                    <a:pt x="412" y="1009"/>
                    <a:pt x="415" y="926"/>
                    <a:pt x="415" y="926"/>
                  </a:cubicBezTo>
                  <a:close/>
                  <a:moveTo>
                    <a:pt x="625" y="1541"/>
                  </a:moveTo>
                  <a:cubicBezTo>
                    <a:pt x="625" y="1541"/>
                    <a:pt x="625" y="1541"/>
                    <a:pt x="625" y="1541"/>
                  </a:cubicBezTo>
                  <a:cubicBezTo>
                    <a:pt x="625" y="1541"/>
                    <a:pt x="625" y="1541"/>
                    <a:pt x="625" y="1541"/>
                  </a:cubicBezTo>
                  <a:close/>
                  <a:moveTo>
                    <a:pt x="676" y="1569"/>
                  </a:moveTo>
                  <a:cubicBezTo>
                    <a:pt x="676" y="1569"/>
                    <a:pt x="677" y="1569"/>
                    <a:pt x="677" y="1568"/>
                  </a:cubicBezTo>
                  <a:cubicBezTo>
                    <a:pt x="677" y="1568"/>
                    <a:pt x="677" y="1568"/>
                    <a:pt x="677" y="1568"/>
                  </a:cubicBezTo>
                  <a:cubicBezTo>
                    <a:pt x="677" y="1569"/>
                    <a:pt x="677" y="1569"/>
                    <a:pt x="677" y="1570"/>
                  </a:cubicBezTo>
                  <a:lnTo>
                    <a:pt x="676" y="1569"/>
                  </a:lnTo>
                  <a:close/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</p:grpSp>
      <p:grpSp>
        <p:nvGrpSpPr>
          <p:cNvPr id="61445" name="Infant-lying-down-silhouette-outline">
            <a:extLst>
              <a:ext uri="{FF2B5EF4-FFF2-40B4-BE49-F238E27FC236}">
                <a16:creationId xmlns:a16="http://schemas.microsoft.com/office/drawing/2014/main" id="{54580094-2030-4C58-8514-0BBB2186665C}"/>
              </a:ext>
            </a:extLst>
          </p:cNvPr>
          <p:cNvGrpSpPr>
            <a:grpSpLocks/>
          </p:cNvGrpSpPr>
          <p:nvPr/>
        </p:nvGrpSpPr>
        <p:grpSpPr bwMode="auto">
          <a:xfrm>
            <a:off x="2152650" y="4333875"/>
            <a:ext cx="2771775" cy="1185863"/>
            <a:chOff x="396" y="2683"/>
            <a:chExt cx="1746" cy="747"/>
          </a:xfrm>
        </p:grpSpPr>
        <p:sp>
          <p:nvSpPr>
            <p:cNvPr id="61458" name="Freeform 54">
              <a:extLst>
                <a:ext uri="{FF2B5EF4-FFF2-40B4-BE49-F238E27FC236}">
                  <a16:creationId xmlns:a16="http://schemas.microsoft.com/office/drawing/2014/main" id="{FB1EEE92-1EB2-46D9-8AB4-D63212BFE1D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96" y="2683"/>
              <a:ext cx="1746" cy="747"/>
            </a:xfrm>
            <a:custGeom>
              <a:avLst/>
              <a:gdLst>
                <a:gd name="T0" fmla="*/ 702 w 2538"/>
                <a:gd name="T1" fmla="*/ 88 h 1083"/>
                <a:gd name="T2" fmla="*/ 650 w 2538"/>
                <a:gd name="T3" fmla="*/ 117 h 1083"/>
                <a:gd name="T4" fmla="*/ 628 w 2538"/>
                <a:gd name="T5" fmla="*/ 110 h 1083"/>
                <a:gd name="T6" fmla="*/ 620 w 2538"/>
                <a:gd name="T7" fmla="*/ 91 h 1083"/>
                <a:gd name="T8" fmla="*/ 630 w 2538"/>
                <a:gd name="T9" fmla="*/ 77 h 1083"/>
                <a:gd name="T10" fmla="*/ 627 w 2538"/>
                <a:gd name="T11" fmla="*/ 63 h 1083"/>
                <a:gd name="T12" fmla="*/ 620 w 2538"/>
                <a:gd name="T13" fmla="*/ 56 h 1083"/>
                <a:gd name="T14" fmla="*/ 583 w 2538"/>
                <a:gd name="T15" fmla="*/ 50 h 1083"/>
                <a:gd name="T16" fmla="*/ 424 w 2538"/>
                <a:gd name="T17" fmla="*/ 113 h 1083"/>
                <a:gd name="T18" fmla="*/ 419 w 2538"/>
                <a:gd name="T19" fmla="*/ 116 h 1083"/>
                <a:gd name="T20" fmla="*/ 413 w 2538"/>
                <a:gd name="T21" fmla="*/ 119 h 1083"/>
                <a:gd name="T22" fmla="*/ 401 w 2538"/>
                <a:gd name="T23" fmla="*/ 125 h 1083"/>
                <a:gd name="T24" fmla="*/ 399 w 2538"/>
                <a:gd name="T25" fmla="*/ 126 h 1083"/>
                <a:gd name="T26" fmla="*/ 393 w 2538"/>
                <a:gd name="T27" fmla="*/ 96 h 1083"/>
                <a:gd name="T28" fmla="*/ 387 w 2538"/>
                <a:gd name="T29" fmla="*/ 61 h 1083"/>
                <a:gd name="T30" fmla="*/ 259 w 2538"/>
                <a:gd name="T31" fmla="*/ 88 h 1083"/>
                <a:gd name="T32" fmla="*/ 198 w 2538"/>
                <a:gd name="T33" fmla="*/ 60 h 1083"/>
                <a:gd name="T34" fmla="*/ 175 w 2538"/>
                <a:gd name="T35" fmla="*/ 52 h 1083"/>
                <a:gd name="T36" fmla="*/ 175 w 2538"/>
                <a:gd name="T37" fmla="*/ 53 h 1083"/>
                <a:gd name="T38" fmla="*/ 174 w 2538"/>
                <a:gd name="T39" fmla="*/ 54 h 1083"/>
                <a:gd name="T40" fmla="*/ 174 w 2538"/>
                <a:gd name="T41" fmla="*/ 57 h 1083"/>
                <a:gd name="T42" fmla="*/ 174 w 2538"/>
                <a:gd name="T43" fmla="*/ 59 h 1083"/>
                <a:gd name="T44" fmla="*/ 169 w 2538"/>
                <a:gd name="T45" fmla="*/ 78 h 1083"/>
                <a:gd name="T46" fmla="*/ 176 w 2538"/>
                <a:gd name="T47" fmla="*/ 98 h 1083"/>
                <a:gd name="T48" fmla="*/ 177 w 2538"/>
                <a:gd name="T49" fmla="*/ 101 h 1083"/>
                <a:gd name="T50" fmla="*/ 177 w 2538"/>
                <a:gd name="T51" fmla="*/ 102 h 1083"/>
                <a:gd name="T52" fmla="*/ 178 w 2538"/>
                <a:gd name="T53" fmla="*/ 104 h 1083"/>
                <a:gd name="T54" fmla="*/ 178 w 2538"/>
                <a:gd name="T55" fmla="*/ 106 h 1083"/>
                <a:gd name="T56" fmla="*/ 180 w 2538"/>
                <a:gd name="T57" fmla="*/ 108 h 1083"/>
                <a:gd name="T58" fmla="*/ 180 w 2538"/>
                <a:gd name="T59" fmla="*/ 109 h 1083"/>
                <a:gd name="T60" fmla="*/ 182 w 2538"/>
                <a:gd name="T61" fmla="*/ 110 h 1083"/>
                <a:gd name="T62" fmla="*/ 183 w 2538"/>
                <a:gd name="T63" fmla="*/ 112 h 1083"/>
                <a:gd name="T64" fmla="*/ 184 w 2538"/>
                <a:gd name="T65" fmla="*/ 114 h 1083"/>
                <a:gd name="T66" fmla="*/ 186 w 2538"/>
                <a:gd name="T67" fmla="*/ 114 h 1083"/>
                <a:gd name="T68" fmla="*/ 237 w 2538"/>
                <a:gd name="T69" fmla="*/ 157 h 1083"/>
                <a:gd name="T70" fmla="*/ 85 w 2538"/>
                <a:gd name="T71" fmla="*/ 148 h 1083"/>
                <a:gd name="T72" fmla="*/ 23 w 2538"/>
                <a:gd name="T73" fmla="*/ 101 h 1083"/>
                <a:gd name="T74" fmla="*/ 25 w 2538"/>
                <a:gd name="T75" fmla="*/ 134 h 1083"/>
                <a:gd name="T76" fmla="*/ 7 w 2538"/>
                <a:gd name="T77" fmla="*/ 139 h 1083"/>
                <a:gd name="T78" fmla="*/ 6 w 2538"/>
                <a:gd name="T79" fmla="*/ 151 h 1083"/>
                <a:gd name="T80" fmla="*/ 2 w 2538"/>
                <a:gd name="T81" fmla="*/ 155 h 1083"/>
                <a:gd name="T82" fmla="*/ 35 w 2538"/>
                <a:gd name="T83" fmla="*/ 183 h 1083"/>
                <a:gd name="T84" fmla="*/ 188 w 2538"/>
                <a:gd name="T85" fmla="*/ 231 h 1083"/>
                <a:gd name="T86" fmla="*/ 552 w 2538"/>
                <a:gd name="T87" fmla="*/ 263 h 1083"/>
                <a:gd name="T88" fmla="*/ 605 w 2538"/>
                <a:gd name="T89" fmla="*/ 261 h 1083"/>
                <a:gd name="T90" fmla="*/ 623 w 2538"/>
                <a:gd name="T91" fmla="*/ 343 h 1083"/>
                <a:gd name="T92" fmla="*/ 762 w 2538"/>
                <a:gd name="T93" fmla="*/ 342 h 1083"/>
                <a:gd name="T94" fmla="*/ 755 w 2538"/>
                <a:gd name="T95" fmla="*/ 307 h 1083"/>
                <a:gd name="T96" fmla="*/ 753 w 2538"/>
                <a:gd name="T97" fmla="*/ 308 h 1083"/>
                <a:gd name="T98" fmla="*/ 737 w 2538"/>
                <a:gd name="T99" fmla="*/ 299 h 1083"/>
                <a:gd name="T100" fmla="*/ 713 w 2538"/>
                <a:gd name="T101" fmla="*/ 295 h 1083"/>
                <a:gd name="T102" fmla="*/ 677 w 2538"/>
                <a:gd name="T103" fmla="*/ 301 h 1083"/>
                <a:gd name="T104" fmla="*/ 662 w 2538"/>
                <a:gd name="T105" fmla="*/ 270 h 1083"/>
                <a:gd name="T106" fmla="*/ 733 w 2538"/>
                <a:gd name="T107" fmla="*/ 246 h 1083"/>
                <a:gd name="T108" fmla="*/ 784 w 2538"/>
                <a:gd name="T109" fmla="*/ 234 h 1083"/>
                <a:gd name="T110" fmla="*/ 795 w 2538"/>
                <a:gd name="T111" fmla="*/ 225 h 1083"/>
                <a:gd name="T112" fmla="*/ 737 w 2538"/>
                <a:gd name="T113" fmla="*/ 82 h 1083"/>
                <a:gd name="T114" fmla="*/ 269 w 2538"/>
                <a:gd name="T115" fmla="*/ 150 h 1083"/>
                <a:gd name="T116" fmla="*/ 310 w 2538"/>
                <a:gd name="T117" fmla="*/ 108 h 1083"/>
                <a:gd name="T118" fmla="*/ 310 w 2538"/>
                <a:gd name="T119" fmla="*/ 126 h 1083"/>
                <a:gd name="T120" fmla="*/ 673 w 2538"/>
                <a:gd name="T121" fmla="*/ 103 h 1083"/>
                <a:gd name="T122" fmla="*/ 673 w 2538"/>
                <a:gd name="T123" fmla="*/ 103 h 1083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0" t="0" r="r" b="b"/>
              <a:pathLst>
                <a:path w="2538" h="1083">
                  <a:moveTo>
                    <a:pt x="2264" y="250"/>
                  </a:moveTo>
                  <a:cubicBezTo>
                    <a:pt x="2240" y="251"/>
                    <a:pt x="2217" y="255"/>
                    <a:pt x="2195" y="260"/>
                  </a:cubicBezTo>
                  <a:cubicBezTo>
                    <a:pt x="2182" y="260"/>
                    <a:pt x="2166" y="265"/>
                    <a:pt x="2156" y="269"/>
                  </a:cubicBezTo>
                  <a:cubicBezTo>
                    <a:pt x="2134" y="278"/>
                    <a:pt x="2112" y="274"/>
                    <a:pt x="2091" y="283"/>
                  </a:cubicBezTo>
                  <a:cubicBezTo>
                    <a:pt x="2078" y="288"/>
                    <a:pt x="2066" y="301"/>
                    <a:pt x="2066" y="316"/>
                  </a:cubicBezTo>
                  <a:cubicBezTo>
                    <a:pt x="1996" y="356"/>
                    <a:pt x="1996" y="356"/>
                    <a:pt x="1996" y="356"/>
                  </a:cubicBezTo>
                  <a:cubicBezTo>
                    <a:pt x="1992" y="357"/>
                    <a:pt x="1988" y="359"/>
                    <a:pt x="1985" y="361"/>
                  </a:cubicBezTo>
                  <a:cubicBezTo>
                    <a:pt x="1979" y="364"/>
                    <a:pt x="1976" y="367"/>
                    <a:pt x="1974" y="369"/>
                  </a:cubicBezTo>
                  <a:cubicBezTo>
                    <a:pt x="1958" y="368"/>
                    <a:pt x="1951" y="360"/>
                    <a:pt x="1929" y="337"/>
                  </a:cubicBezTo>
                  <a:cubicBezTo>
                    <a:pt x="1918" y="326"/>
                    <a:pt x="1905" y="315"/>
                    <a:pt x="1887" y="305"/>
                  </a:cubicBezTo>
                  <a:cubicBezTo>
                    <a:pt x="1897" y="300"/>
                    <a:pt x="1902" y="286"/>
                    <a:pt x="1904" y="279"/>
                  </a:cubicBezTo>
                  <a:cubicBezTo>
                    <a:pt x="1904" y="279"/>
                    <a:pt x="1904" y="279"/>
                    <a:pt x="1904" y="278"/>
                  </a:cubicBezTo>
                  <a:cubicBezTo>
                    <a:pt x="1903" y="287"/>
                    <a:pt x="1909" y="296"/>
                    <a:pt x="1921" y="296"/>
                  </a:cubicBezTo>
                  <a:cubicBezTo>
                    <a:pt x="1926" y="296"/>
                    <a:pt x="1929" y="290"/>
                    <a:pt x="1931" y="283"/>
                  </a:cubicBezTo>
                  <a:cubicBezTo>
                    <a:pt x="1935" y="270"/>
                    <a:pt x="1935" y="249"/>
                    <a:pt x="1935" y="237"/>
                  </a:cubicBezTo>
                  <a:cubicBezTo>
                    <a:pt x="1934" y="222"/>
                    <a:pt x="1921" y="225"/>
                    <a:pt x="1919" y="225"/>
                  </a:cubicBezTo>
                  <a:cubicBezTo>
                    <a:pt x="1920" y="222"/>
                    <a:pt x="1923" y="217"/>
                    <a:pt x="1924" y="210"/>
                  </a:cubicBezTo>
                  <a:cubicBezTo>
                    <a:pt x="1926" y="204"/>
                    <a:pt x="1928" y="197"/>
                    <a:pt x="1928" y="191"/>
                  </a:cubicBezTo>
                  <a:cubicBezTo>
                    <a:pt x="1928" y="174"/>
                    <a:pt x="1900" y="181"/>
                    <a:pt x="1900" y="181"/>
                  </a:cubicBezTo>
                  <a:cubicBezTo>
                    <a:pt x="1900" y="181"/>
                    <a:pt x="1901" y="179"/>
                    <a:pt x="1901" y="176"/>
                  </a:cubicBezTo>
                  <a:cubicBezTo>
                    <a:pt x="1902" y="174"/>
                    <a:pt x="1903" y="171"/>
                    <a:pt x="1904" y="169"/>
                  </a:cubicBezTo>
                  <a:cubicBezTo>
                    <a:pt x="1904" y="168"/>
                    <a:pt x="1904" y="168"/>
                    <a:pt x="1904" y="167"/>
                  </a:cubicBezTo>
                  <a:cubicBezTo>
                    <a:pt x="1911" y="144"/>
                    <a:pt x="1878" y="144"/>
                    <a:pt x="1863" y="144"/>
                  </a:cubicBezTo>
                  <a:cubicBezTo>
                    <a:pt x="1848" y="144"/>
                    <a:pt x="1810" y="142"/>
                    <a:pt x="1792" y="152"/>
                  </a:cubicBezTo>
                  <a:cubicBezTo>
                    <a:pt x="1724" y="190"/>
                    <a:pt x="1662" y="174"/>
                    <a:pt x="1578" y="184"/>
                  </a:cubicBezTo>
                  <a:cubicBezTo>
                    <a:pt x="1512" y="193"/>
                    <a:pt x="1459" y="257"/>
                    <a:pt x="1440" y="283"/>
                  </a:cubicBezTo>
                  <a:cubicBezTo>
                    <a:pt x="1389" y="302"/>
                    <a:pt x="1341" y="325"/>
                    <a:pt x="1301" y="345"/>
                  </a:cubicBezTo>
                  <a:cubicBezTo>
                    <a:pt x="1301" y="346"/>
                    <a:pt x="1300" y="346"/>
                    <a:pt x="1300" y="346"/>
                  </a:cubicBezTo>
                  <a:cubicBezTo>
                    <a:pt x="1296" y="348"/>
                    <a:pt x="1293" y="350"/>
                    <a:pt x="1289" y="352"/>
                  </a:cubicBezTo>
                  <a:cubicBezTo>
                    <a:pt x="1288" y="352"/>
                    <a:pt x="1287" y="353"/>
                    <a:pt x="1286" y="353"/>
                  </a:cubicBezTo>
                  <a:cubicBezTo>
                    <a:pt x="1283" y="355"/>
                    <a:pt x="1281" y="356"/>
                    <a:pt x="1278" y="357"/>
                  </a:cubicBezTo>
                  <a:cubicBezTo>
                    <a:pt x="1275" y="359"/>
                    <a:pt x="1273" y="360"/>
                    <a:pt x="1270" y="362"/>
                  </a:cubicBezTo>
                  <a:cubicBezTo>
                    <a:pt x="1269" y="362"/>
                    <a:pt x="1268" y="363"/>
                    <a:pt x="1267" y="363"/>
                  </a:cubicBezTo>
                  <a:cubicBezTo>
                    <a:pt x="1257" y="369"/>
                    <a:pt x="1247" y="374"/>
                    <a:pt x="1238" y="379"/>
                  </a:cubicBezTo>
                  <a:cubicBezTo>
                    <a:pt x="1238" y="379"/>
                    <a:pt x="1237" y="379"/>
                    <a:pt x="1237" y="379"/>
                  </a:cubicBezTo>
                  <a:cubicBezTo>
                    <a:pt x="1235" y="381"/>
                    <a:pt x="1233" y="381"/>
                    <a:pt x="1231" y="382"/>
                  </a:cubicBezTo>
                  <a:cubicBezTo>
                    <a:pt x="1230" y="383"/>
                    <a:pt x="1228" y="384"/>
                    <a:pt x="1226" y="385"/>
                  </a:cubicBezTo>
                  <a:cubicBezTo>
                    <a:pt x="1226" y="385"/>
                    <a:pt x="1226" y="385"/>
                    <a:pt x="1226" y="385"/>
                  </a:cubicBezTo>
                  <a:cubicBezTo>
                    <a:pt x="1226" y="385"/>
                    <a:pt x="1226" y="385"/>
                    <a:pt x="1226" y="385"/>
                  </a:cubicBezTo>
                  <a:cubicBezTo>
                    <a:pt x="1222" y="367"/>
                    <a:pt x="1215" y="334"/>
                    <a:pt x="1207" y="299"/>
                  </a:cubicBezTo>
                  <a:cubicBezTo>
                    <a:pt x="1207" y="298"/>
                    <a:pt x="1207" y="298"/>
                    <a:pt x="1207" y="297"/>
                  </a:cubicBezTo>
                  <a:cubicBezTo>
                    <a:pt x="1207" y="295"/>
                    <a:pt x="1206" y="293"/>
                    <a:pt x="1206" y="292"/>
                  </a:cubicBezTo>
                  <a:cubicBezTo>
                    <a:pt x="1205" y="290"/>
                    <a:pt x="1205" y="289"/>
                    <a:pt x="1205" y="288"/>
                  </a:cubicBezTo>
                  <a:cubicBezTo>
                    <a:pt x="1205" y="287"/>
                    <a:pt x="1204" y="286"/>
                    <a:pt x="1204" y="284"/>
                  </a:cubicBezTo>
                  <a:cubicBezTo>
                    <a:pt x="1196" y="244"/>
                    <a:pt x="1188" y="205"/>
                    <a:pt x="1187" y="187"/>
                  </a:cubicBezTo>
                  <a:cubicBezTo>
                    <a:pt x="1184" y="144"/>
                    <a:pt x="1166" y="0"/>
                    <a:pt x="1042" y="1"/>
                  </a:cubicBezTo>
                  <a:cubicBezTo>
                    <a:pt x="918" y="2"/>
                    <a:pt x="898" y="77"/>
                    <a:pt x="869" y="124"/>
                  </a:cubicBezTo>
                  <a:cubicBezTo>
                    <a:pt x="840" y="171"/>
                    <a:pt x="793" y="268"/>
                    <a:pt x="793" y="268"/>
                  </a:cubicBezTo>
                  <a:cubicBezTo>
                    <a:pt x="793" y="268"/>
                    <a:pt x="760" y="271"/>
                    <a:pt x="748" y="283"/>
                  </a:cubicBezTo>
                  <a:cubicBezTo>
                    <a:pt x="736" y="295"/>
                    <a:pt x="704" y="259"/>
                    <a:pt x="691" y="242"/>
                  </a:cubicBezTo>
                  <a:cubicBezTo>
                    <a:pt x="678" y="225"/>
                    <a:pt x="626" y="191"/>
                    <a:pt x="608" y="182"/>
                  </a:cubicBezTo>
                  <a:cubicBezTo>
                    <a:pt x="590" y="173"/>
                    <a:pt x="579" y="130"/>
                    <a:pt x="538" y="158"/>
                  </a:cubicBezTo>
                  <a:cubicBezTo>
                    <a:pt x="538" y="158"/>
                    <a:pt x="538" y="158"/>
                    <a:pt x="537" y="159"/>
                  </a:cubicBezTo>
                  <a:cubicBezTo>
                    <a:pt x="537" y="159"/>
                    <a:pt x="537" y="159"/>
                    <a:pt x="537" y="159"/>
                  </a:cubicBezTo>
                  <a:cubicBezTo>
                    <a:pt x="537" y="159"/>
                    <a:pt x="537" y="160"/>
                    <a:pt x="536" y="161"/>
                  </a:cubicBezTo>
                  <a:cubicBezTo>
                    <a:pt x="536" y="161"/>
                    <a:pt x="536" y="161"/>
                    <a:pt x="536" y="161"/>
                  </a:cubicBezTo>
                  <a:cubicBezTo>
                    <a:pt x="536" y="162"/>
                    <a:pt x="536" y="162"/>
                    <a:pt x="536" y="163"/>
                  </a:cubicBezTo>
                  <a:cubicBezTo>
                    <a:pt x="536" y="163"/>
                    <a:pt x="536" y="164"/>
                    <a:pt x="536" y="164"/>
                  </a:cubicBezTo>
                  <a:cubicBezTo>
                    <a:pt x="535" y="165"/>
                    <a:pt x="535" y="165"/>
                    <a:pt x="535" y="166"/>
                  </a:cubicBezTo>
                  <a:cubicBezTo>
                    <a:pt x="535" y="167"/>
                    <a:pt x="535" y="167"/>
                    <a:pt x="535" y="167"/>
                  </a:cubicBezTo>
                  <a:cubicBezTo>
                    <a:pt x="535" y="168"/>
                    <a:pt x="535" y="169"/>
                    <a:pt x="535" y="170"/>
                  </a:cubicBezTo>
                  <a:cubicBezTo>
                    <a:pt x="535" y="170"/>
                    <a:pt x="535" y="170"/>
                    <a:pt x="535" y="170"/>
                  </a:cubicBezTo>
                  <a:cubicBezTo>
                    <a:pt x="535" y="172"/>
                    <a:pt x="535" y="173"/>
                    <a:pt x="535" y="174"/>
                  </a:cubicBezTo>
                  <a:cubicBezTo>
                    <a:pt x="535" y="174"/>
                    <a:pt x="535" y="174"/>
                    <a:pt x="535" y="174"/>
                  </a:cubicBezTo>
                  <a:cubicBezTo>
                    <a:pt x="535" y="176"/>
                    <a:pt x="535" y="177"/>
                    <a:pt x="535" y="178"/>
                  </a:cubicBezTo>
                  <a:cubicBezTo>
                    <a:pt x="535" y="178"/>
                    <a:pt x="535" y="178"/>
                    <a:pt x="535" y="178"/>
                  </a:cubicBezTo>
                  <a:cubicBezTo>
                    <a:pt x="535" y="180"/>
                    <a:pt x="536" y="181"/>
                    <a:pt x="536" y="182"/>
                  </a:cubicBezTo>
                  <a:cubicBezTo>
                    <a:pt x="531" y="184"/>
                    <a:pt x="507" y="193"/>
                    <a:pt x="527" y="213"/>
                  </a:cubicBezTo>
                  <a:cubicBezTo>
                    <a:pt x="527" y="213"/>
                    <a:pt x="505" y="228"/>
                    <a:pt x="519" y="238"/>
                  </a:cubicBezTo>
                  <a:cubicBezTo>
                    <a:pt x="519" y="238"/>
                    <a:pt x="509" y="265"/>
                    <a:pt x="524" y="269"/>
                  </a:cubicBezTo>
                  <a:cubicBezTo>
                    <a:pt x="524" y="269"/>
                    <a:pt x="512" y="297"/>
                    <a:pt x="539" y="299"/>
                  </a:cubicBezTo>
                  <a:cubicBezTo>
                    <a:pt x="540" y="299"/>
                    <a:pt x="540" y="299"/>
                    <a:pt x="541" y="299"/>
                  </a:cubicBezTo>
                  <a:cubicBezTo>
                    <a:pt x="541" y="300"/>
                    <a:pt x="542" y="301"/>
                    <a:pt x="542" y="302"/>
                  </a:cubicBezTo>
                  <a:cubicBezTo>
                    <a:pt x="542" y="303"/>
                    <a:pt x="542" y="303"/>
                    <a:pt x="542" y="303"/>
                  </a:cubicBezTo>
                  <a:cubicBezTo>
                    <a:pt x="542" y="304"/>
                    <a:pt x="543" y="305"/>
                    <a:pt x="543" y="306"/>
                  </a:cubicBezTo>
                  <a:cubicBezTo>
                    <a:pt x="543" y="306"/>
                    <a:pt x="543" y="307"/>
                    <a:pt x="543" y="307"/>
                  </a:cubicBezTo>
                  <a:cubicBezTo>
                    <a:pt x="543" y="308"/>
                    <a:pt x="543" y="309"/>
                    <a:pt x="544" y="310"/>
                  </a:cubicBezTo>
                  <a:cubicBezTo>
                    <a:pt x="544" y="310"/>
                    <a:pt x="544" y="310"/>
                    <a:pt x="544" y="311"/>
                  </a:cubicBezTo>
                  <a:cubicBezTo>
                    <a:pt x="544" y="311"/>
                    <a:pt x="545" y="312"/>
                    <a:pt x="545" y="313"/>
                  </a:cubicBezTo>
                  <a:cubicBezTo>
                    <a:pt x="545" y="314"/>
                    <a:pt x="545" y="314"/>
                    <a:pt x="545" y="314"/>
                  </a:cubicBezTo>
                  <a:cubicBezTo>
                    <a:pt x="546" y="315"/>
                    <a:pt x="546" y="316"/>
                    <a:pt x="546" y="317"/>
                  </a:cubicBezTo>
                  <a:cubicBezTo>
                    <a:pt x="546" y="317"/>
                    <a:pt x="547" y="318"/>
                    <a:pt x="547" y="318"/>
                  </a:cubicBezTo>
                  <a:cubicBezTo>
                    <a:pt x="547" y="319"/>
                    <a:pt x="547" y="319"/>
                    <a:pt x="548" y="320"/>
                  </a:cubicBezTo>
                  <a:cubicBezTo>
                    <a:pt x="548" y="321"/>
                    <a:pt x="548" y="321"/>
                    <a:pt x="548" y="322"/>
                  </a:cubicBezTo>
                  <a:cubicBezTo>
                    <a:pt x="549" y="322"/>
                    <a:pt x="549" y="323"/>
                    <a:pt x="549" y="324"/>
                  </a:cubicBezTo>
                  <a:cubicBezTo>
                    <a:pt x="549" y="324"/>
                    <a:pt x="550" y="325"/>
                    <a:pt x="550" y="325"/>
                  </a:cubicBezTo>
                  <a:cubicBezTo>
                    <a:pt x="550" y="326"/>
                    <a:pt x="551" y="326"/>
                    <a:pt x="551" y="327"/>
                  </a:cubicBezTo>
                  <a:cubicBezTo>
                    <a:pt x="551" y="328"/>
                    <a:pt x="552" y="328"/>
                    <a:pt x="552" y="329"/>
                  </a:cubicBezTo>
                  <a:cubicBezTo>
                    <a:pt x="552" y="329"/>
                    <a:pt x="553" y="330"/>
                    <a:pt x="553" y="330"/>
                  </a:cubicBezTo>
                  <a:cubicBezTo>
                    <a:pt x="553" y="331"/>
                    <a:pt x="554" y="331"/>
                    <a:pt x="554" y="332"/>
                  </a:cubicBezTo>
                  <a:cubicBezTo>
                    <a:pt x="554" y="332"/>
                    <a:pt x="555" y="333"/>
                    <a:pt x="555" y="334"/>
                  </a:cubicBezTo>
                  <a:cubicBezTo>
                    <a:pt x="555" y="334"/>
                    <a:pt x="556" y="335"/>
                    <a:pt x="556" y="335"/>
                  </a:cubicBezTo>
                  <a:cubicBezTo>
                    <a:pt x="557" y="336"/>
                    <a:pt x="557" y="336"/>
                    <a:pt x="558" y="337"/>
                  </a:cubicBezTo>
                  <a:cubicBezTo>
                    <a:pt x="558" y="337"/>
                    <a:pt x="558" y="338"/>
                    <a:pt x="559" y="338"/>
                  </a:cubicBezTo>
                  <a:cubicBezTo>
                    <a:pt x="559" y="339"/>
                    <a:pt x="560" y="339"/>
                    <a:pt x="560" y="340"/>
                  </a:cubicBezTo>
                  <a:cubicBezTo>
                    <a:pt x="561" y="340"/>
                    <a:pt x="561" y="341"/>
                    <a:pt x="561" y="341"/>
                  </a:cubicBezTo>
                  <a:cubicBezTo>
                    <a:pt x="562" y="342"/>
                    <a:pt x="563" y="342"/>
                    <a:pt x="563" y="343"/>
                  </a:cubicBezTo>
                  <a:cubicBezTo>
                    <a:pt x="563" y="343"/>
                    <a:pt x="564" y="344"/>
                    <a:pt x="564" y="344"/>
                  </a:cubicBezTo>
                  <a:cubicBezTo>
                    <a:pt x="565" y="345"/>
                    <a:pt x="566" y="345"/>
                    <a:pt x="566" y="346"/>
                  </a:cubicBezTo>
                  <a:cubicBezTo>
                    <a:pt x="567" y="346"/>
                    <a:pt x="567" y="347"/>
                    <a:pt x="568" y="347"/>
                  </a:cubicBezTo>
                  <a:cubicBezTo>
                    <a:pt x="568" y="348"/>
                    <a:pt x="569" y="348"/>
                    <a:pt x="570" y="349"/>
                  </a:cubicBezTo>
                  <a:cubicBezTo>
                    <a:pt x="570" y="349"/>
                    <a:pt x="571" y="349"/>
                    <a:pt x="571" y="350"/>
                  </a:cubicBezTo>
                  <a:cubicBezTo>
                    <a:pt x="572" y="350"/>
                    <a:pt x="573" y="351"/>
                    <a:pt x="575" y="352"/>
                  </a:cubicBezTo>
                  <a:cubicBezTo>
                    <a:pt x="615" y="377"/>
                    <a:pt x="663" y="402"/>
                    <a:pt x="684" y="428"/>
                  </a:cubicBezTo>
                  <a:cubicBezTo>
                    <a:pt x="695" y="442"/>
                    <a:pt x="710" y="464"/>
                    <a:pt x="727" y="480"/>
                  </a:cubicBezTo>
                  <a:cubicBezTo>
                    <a:pt x="658" y="490"/>
                    <a:pt x="518" y="505"/>
                    <a:pt x="477" y="511"/>
                  </a:cubicBezTo>
                  <a:cubicBezTo>
                    <a:pt x="402" y="521"/>
                    <a:pt x="384" y="480"/>
                    <a:pt x="338" y="483"/>
                  </a:cubicBezTo>
                  <a:cubicBezTo>
                    <a:pt x="314" y="485"/>
                    <a:pt x="282" y="464"/>
                    <a:pt x="261" y="450"/>
                  </a:cubicBezTo>
                  <a:cubicBezTo>
                    <a:pt x="240" y="436"/>
                    <a:pt x="214" y="409"/>
                    <a:pt x="187" y="395"/>
                  </a:cubicBezTo>
                  <a:cubicBezTo>
                    <a:pt x="165" y="384"/>
                    <a:pt x="138" y="347"/>
                    <a:pt x="138" y="347"/>
                  </a:cubicBezTo>
                  <a:cubicBezTo>
                    <a:pt x="138" y="347"/>
                    <a:pt x="100" y="296"/>
                    <a:pt x="72" y="309"/>
                  </a:cubicBezTo>
                  <a:cubicBezTo>
                    <a:pt x="68" y="310"/>
                    <a:pt x="65" y="314"/>
                    <a:pt x="61" y="318"/>
                  </a:cubicBezTo>
                  <a:cubicBezTo>
                    <a:pt x="34" y="356"/>
                    <a:pt x="85" y="386"/>
                    <a:pt x="85" y="386"/>
                  </a:cubicBezTo>
                  <a:cubicBezTo>
                    <a:pt x="77" y="407"/>
                    <a:pt x="77" y="407"/>
                    <a:pt x="77" y="407"/>
                  </a:cubicBezTo>
                  <a:cubicBezTo>
                    <a:pt x="60" y="398"/>
                    <a:pt x="43" y="397"/>
                    <a:pt x="28" y="399"/>
                  </a:cubicBezTo>
                  <a:cubicBezTo>
                    <a:pt x="26" y="399"/>
                    <a:pt x="24" y="400"/>
                    <a:pt x="23" y="400"/>
                  </a:cubicBezTo>
                  <a:cubicBezTo>
                    <a:pt x="14" y="406"/>
                    <a:pt x="21" y="422"/>
                    <a:pt x="21" y="422"/>
                  </a:cubicBezTo>
                  <a:cubicBezTo>
                    <a:pt x="21" y="422"/>
                    <a:pt x="14" y="426"/>
                    <a:pt x="12" y="432"/>
                  </a:cubicBezTo>
                  <a:cubicBezTo>
                    <a:pt x="8" y="449"/>
                    <a:pt x="18" y="456"/>
                    <a:pt x="22" y="459"/>
                  </a:cubicBezTo>
                  <a:cubicBezTo>
                    <a:pt x="21" y="459"/>
                    <a:pt x="20" y="458"/>
                    <a:pt x="19" y="459"/>
                  </a:cubicBezTo>
                  <a:cubicBezTo>
                    <a:pt x="21" y="459"/>
                    <a:pt x="21" y="459"/>
                    <a:pt x="21" y="459"/>
                  </a:cubicBezTo>
                  <a:cubicBezTo>
                    <a:pt x="19" y="459"/>
                    <a:pt x="17" y="459"/>
                    <a:pt x="15" y="460"/>
                  </a:cubicBezTo>
                  <a:cubicBezTo>
                    <a:pt x="12" y="462"/>
                    <a:pt x="9" y="466"/>
                    <a:pt x="6" y="473"/>
                  </a:cubicBezTo>
                  <a:cubicBezTo>
                    <a:pt x="0" y="492"/>
                    <a:pt x="30" y="499"/>
                    <a:pt x="30" y="499"/>
                  </a:cubicBezTo>
                  <a:cubicBezTo>
                    <a:pt x="20" y="527"/>
                    <a:pt x="47" y="528"/>
                    <a:pt x="59" y="535"/>
                  </a:cubicBezTo>
                  <a:cubicBezTo>
                    <a:pt x="72" y="542"/>
                    <a:pt x="90" y="542"/>
                    <a:pt x="107" y="556"/>
                  </a:cubicBezTo>
                  <a:cubicBezTo>
                    <a:pt x="202" y="635"/>
                    <a:pt x="237" y="592"/>
                    <a:pt x="265" y="628"/>
                  </a:cubicBezTo>
                  <a:cubicBezTo>
                    <a:pt x="293" y="664"/>
                    <a:pt x="315" y="642"/>
                    <a:pt x="343" y="656"/>
                  </a:cubicBezTo>
                  <a:cubicBezTo>
                    <a:pt x="371" y="670"/>
                    <a:pt x="490" y="694"/>
                    <a:pt x="579" y="704"/>
                  </a:cubicBezTo>
                  <a:cubicBezTo>
                    <a:pt x="801" y="730"/>
                    <a:pt x="765" y="638"/>
                    <a:pt x="973" y="764"/>
                  </a:cubicBezTo>
                  <a:cubicBezTo>
                    <a:pt x="1182" y="891"/>
                    <a:pt x="1219" y="836"/>
                    <a:pt x="1301" y="820"/>
                  </a:cubicBezTo>
                  <a:cubicBezTo>
                    <a:pt x="1383" y="804"/>
                    <a:pt x="1549" y="860"/>
                    <a:pt x="1697" y="802"/>
                  </a:cubicBezTo>
                  <a:cubicBezTo>
                    <a:pt x="1800" y="762"/>
                    <a:pt x="1850" y="790"/>
                    <a:pt x="1856" y="794"/>
                  </a:cubicBezTo>
                  <a:cubicBezTo>
                    <a:pt x="1855" y="795"/>
                    <a:pt x="1854" y="797"/>
                    <a:pt x="1854" y="798"/>
                  </a:cubicBezTo>
                  <a:cubicBezTo>
                    <a:pt x="1856" y="796"/>
                    <a:pt x="1856" y="796"/>
                    <a:pt x="1856" y="796"/>
                  </a:cubicBezTo>
                  <a:cubicBezTo>
                    <a:pt x="1813" y="877"/>
                    <a:pt x="1839" y="972"/>
                    <a:pt x="1847" y="995"/>
                  </a:cubicBezTo>
                  <a:cubicBezTo>
                    <a:pt x="1854" y="1018"/>
                    <a:pt x="1867" y="1031"/>
                    <a:pt x="1879" y="1033"/>
                  </a:cubicBezTo>
                  <a:cubicBezTo>
                    <a:pt x="1891" y="1035"/>
                    <a:pt x="1886" y="1038"/>
                    <a:pt x="1912" y="1047"/>
                  </a:cubicBezTo>
                  <a:cubicBezTo>
                    <a:pt x="2023" y="1083"/>
                    <a:pt x="2131" y="1059"/>
                    <a:pt x="2167" y="1051"/>
                  </a:cubicBezTo>
                  <a:cubicBezTo>
                    <a:pt x="2203" y="1044"/>
                    <a:pt x="2271" y="1049"/>
                    <a:pt x="2313" y="1049"/>
                  </a:cubicBezTo>
                  <a:cubicBezTo>
                    <a:pt x="2323" y="1049"/>
                    <a:pt x="2332" y="1046"/>
                    <a:pt x="2339" y="1042"/>
                  </a:cubicBezTo>
                  <a:cubicBezTo>
                    <a:pt x="2361" y="1031"/>
                    <a:pt x="2369" y="1006"/>
                    <a:pt x="2378" y="991"/>
                  </a:cubicBezTo>
                  <a:cubicBezTo>
                    <a:pt x="2391" y="971"/>
                    <a:pt x="2374" y="960"/>
                    <a:pt x="2356" y="943"/>
                  </a:cubicBezTo>
                  <a:cubicBezTo>
                    <a:pt x="2343" y="930"/>
                    <a:pt x="2327" y="933"/>
                    <a:pt x="2319" y="935"/>
                  </a:cubicBezTo>
                  <a:cubicBezTo>
                    <a:pt x="2319" y="935"/>
                    <a:pt x="2319" y="935"/>
                    <a:pt x="2319" y="935"/>
                  </a:cubicBezTo>
                  <a:cubicBezTo>
                    <a:pt x="2318" y="935"/>
                    <a:pt x="2317" y="935"/>
                    <a:pt x="2316" y="936"/>
                  </a:cubicBezTo>
                  <a:cubicBezTo>
                    <a:pt x="2315" y="936"/>
                    <a:pt x="2314" y="936"/>
                    <a:pt x="2314" y="936"/>
                  </a:cubicBezTo>
                  <a:cubicBezTo>
                    <a:pt x="2307" y="924"/>
                    <a:pt x="2296" y="928"/>
                    <a:pt x="2296" y="928"/>
                  </a:cubicBezTo>
                  <a:cubicBezTo>
                    <a:pt x="2279" y="907"/>
                    <a:pt x="2264" y="910"/>
                    <a:pt x="2264" y="910"/>
                  </a:cubicBezTo>
                  <a:cubicBezTo>
                    <a:pt x="2263" y="910"/>
                    <a:pt x="2263" y="910"/>
                    <a:pt x="2263" y="910"/>
                  </a:cubicBezTo>
                  <a:cubicBezTo>
                    <a:pt x="2252" y="894"/>
                    <a:pt x="2241" y="895"/>
                    <a:pt x="2235" y="899"/>
                  </a:cubicBezTo>
                  <a:cubicBezTo>
                    <a:pt x="2231" y="901"/>
                    <a:pt x="2229" y="903"/>
                    <a:pt x="2228" y="904"/>
                  </a:cubicBezTo>
                  <a:cubicBezTo>
                    <a:pt x="2209" y="896"/>
                    <a:pt x="2197" y="897"/>
                    <a:pt x="2189" y="901"/>
                  </a:cubicBezTo>
                  <a:cubicBezTo>
                    <a:pt x="2177" y="908"/>
                    <a:pt x="2173" y="922"/>
                    <a:pt x="2166" y="927"/>
                  </a:cubicBezTo>
                  <a:cubicBezTo>
                    <a:pt x="2166" y="928"/>
                    <a:pt x="2165" y="928"/>
                    <a:pt x="2165" y="928"/>
                  </a:cubicBezTo>
                  <a:cubicBezTo>
                    <a:pt x="2151" y="935"/>
                    <a:pt x="2099" y="926"/>
                    <a:pt x="2080" y="917"/>
                  </a:cubicBezTo>
                  <a:cubicBezTo>
                    <a:pt x="2060" y="908"/>
                    <a:pt x="2022" y="898"/>
                    <a:pt x="2019" y="892"/>
                  </a:cubicBezTo>
                  <a:cubicBezTo>
                    <a:pt x="2015" y="886"/>
                    <a:pt x="2009" y="885"/>
                    <a:pt x="2009" y="885"/>
                  </a:cubicBezTo>
                  <a:cubicBezTo>
                    <a:pt x="2009" y="885"/>
                    <a:pt x="1999" y="882"/>
                    <a:pt x="2035" y="824"/>
                  </a:cubicBezTo>
                  <a:cubicBezTo>
                    <a:pt x="2054" y="795"/>
                    <a:pt x="2057" y="765"/>
                    <a:pt x="2056" y="743"/>
                  </a:cubicBezTo>
                  <a:cubicBezTo>
                    <a:pt x="2117" y="812"/>
                    <a:pt x="2198" y="758"/>
                    <a:pt x="2218" y="758"/>
                  </a:cubicBezTo>
                  <a:cubicBezTo>
                    <a:pt x="2231" y="758"/>
                    <a:pt x="2243" y="753"/>
                    <a:pt x="2251" y="748"/>
                  </a:cubicBezTo>
                  <a:cubicBezTo>
                    <a:pt x="2254" y="746"/>
                    <a:pt x="2257" y="745"/>
                    <a:pt x="2258" y="744"/>
                  </a:cubicBezTo>
                  <a:cubicBezTo>
                    <a:pt x="2261" y="745"/>
                    <a:pt x="2335" y="758"/>
                    <a:pt x="2401" y="717"/>
                  </a:cubicBezTo>
                  <a:cubicBezTo>
                    <a:pt x="2402" y="716"/>
                    <a:pt x="2403" y="715"/>
                    <a:pt x="2405" y="714"/>
                  </a:cubicBezTo>
                  <a:cubicBezTo>
                    <a:pt x="2405" y="713"/>
                    <a:pt x="2406" y="713"/>
                    <a:pt x="2406" y="713"/>
                  </a:cubicBezTo>
                  <a:cubicBezTo>
                    <a:pt x="2417" y="705"/>
                    <a:pt x="2428" y="697"/>
                    <a:pt x="2437" y="686"/>
                  </a:cubicBezTo>
                  <a:cubicBezTo>
                    <a:pt x="2438" y="686"/>
                    <a:pt x="2439" y="686"/>
                    <a:pt x="2440" y="685"/>
                  </a:cubicBezTo>
                  <a:cubicBezTo>
                    <a:pt x="2444" y="679"/>
                    <a:pt x="2449" y="672"/>
                    <a:pt x="2455" y="663"/>
                  </a:cubicBezTo>
                  <a:cubicBezTo>
                    <a:pt x="2470" y="640"/>
                    <a:pt x="2483" y="611"/>
                    <a:pt x="2491" y="574"/>
                  </a:cubicBezTo>
                  <a:cubicBezTo>
                    <a:pt x="2538" y="368"/>
                    <a:pt x="2410" y="242"/>
                    <a:pt x="2264" y="250"/>
                  </a:cubicBezTo>
                  <a:close/>
                  <a:moveTo>
                    <a:pt x="921" y="459"/>
                  </a:moveTo>
                  <a:cubicBezTo>
                    <a:pt x="917" y="457"/>
                    <a:pt x="917" y="457"/>
                    <a:pt x="917" y="457"/>
                  </a:cubicBezTo>
                  <a:cubicBezTo>
                    <a:pt x="889" y="444"/>
                    <a:pt x="855" y="448"/>
                    <a:pt x="825" y="455"/>
                  </a:cubicBezTo>
                  <a:cubicBezTo>
                    <a:pt x="840" y="433"/>
                    <a:pt x="850" y="408"/>
                    <a:pt x="861" y="397"/>
                  </a:cubicBezTo>
                  <a:cubicBezTo>
                    <a:pt x="867" y="391"/>
                    <a:pt x="873" y="386"/>
                    <a:pt x="880" y="381"/>
                  </a:cubicBezTo>
                  <a:cubicBezTo>
                    <a:pt x="908" y="359"/>
                    <a:pt x="939" y="344"/>
                    <a:pt x="950" y="329"/>
                  </a:cubicBezTo>
                  <a:cubicBezTo>
                    <a:pt x="950" y="329"/>
                    <a:pt x="950" y="358"/>
                    <a:pt x="952" y="370"/>
                  </a:cubicBezTo>
                  <a:cubicBezTo>
                    <a:pt x="953" y="374"/>
                    <a:pt x="954" y="377"/>
                    <a:pt x="954" y="381"/>
                  </a:cubicBezTo>
                  <a:cubicBezTo>
                    <a:pt x="954" y="382"/>
                    <a:pt x="954" y="383"/>
                    <a:pt x="954" y="384"/>
                  </a:cubicBezTo>
                  <a:cubicBezTo>
                    <a:pt x="953" y="414"/>
                    <a:pt x="924" y="426"/>
                    <a:pt x="921" y="457"/>
                  </a:cubicBezTo>
                  <a:lnTo>
                    <a:pt x="921" y="459"/>
                  </a:lnTo>
                  <a:close/>
                  <a:moveTo>
                    <a:pt x="2066" y="316"/>
                  </a:moveTo>
                  <a:cubicBezTo>
                    <a:pt x="2038" y="332"/>
                    <a:pt x="2018" y="347"/>
                    <a:pt x="2008" y="353"/>
                  </a:cubicBezTo>
                  <a:cubicBezTo>
                    <a:pt x="2019" y="347"/>
                    <a:pt x="2039" y="332"/>
                    <a:pt x="2066" y="316"/>
                  </a:cubicBezTo>
                  <a:cubicBezTo>
                    <a:pt x="2066" y="316"/>
                    <a:pt x="2066" y="316"/>
                    <a:pt x="2066" y="316"/>
                  </a:cubicBezTo>
                  <a:close/>
                </a:path>
              </a:pathLst>
            </a:custGeom>
            <a:solidFill>
              <a:srgbClr val="B1DF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61459" name="Freeform 55">
              <a:extLst>
                <a:ext uri="{FF2B5EF4-FFF2-40B4-BE49-F238E27FC236}">
                  <a16:creationId xmlns:a16="http://schemas.microsoft.com/office/drawing/2014/main" id="{47942083-18F8-437B-AFBA-9BCB0C33327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96" y="2683"/>
              <a:ext cx="1746" cy="747"/>
            </a:xfrm>
            <a:custGeom>
              <a:avLst/>
              <a:gdLst>
                <a:gd name="T0" fmla="*/ 702 w 2538"/>
                <a:gd name="T1" fmla="*/ 88 h 1083"/>
                <a:gd name="T2" fmla="*/ 650 w 2538"/>
                <a:gd name="T3" fmla="*/ 117 h 1083"/>
                <a:gd name="T4" fmla="*/ 628 w 2538"/>
                <a:gd name="T5" fmla="*/ 110 h 1083"/>
                <a:gd name="T6" fmla="*/ 620 w 2538"/>
                <a:gd name="T7" fmla="*/ 91 h 1083"/>
                <a:gd name="T8" fmla="*/ 630 w 2538"/>
                <a:gd name="T9" fmla="*/ 77 h 1083"/>
                <a:gd name="T10" fmla="*/ 627 w 2538"/>
                <a:gd name="T11" fmla="*/ 63 h 1083"/>
                <a:gd name="T12" fmla="*/ 620 w 2538"/>
                <a:gd name="T13" fmla="*/ 56 h 1083"/>
                <a:gd name="T14" fmla="*/ 583 w 2538"/>
                <a:gd name="T15" fmla="*/ 50 h 1083"/>
                <a:gd name="T16" fmla="*/ 424 w 2538"/>
                <a:gd name="T17" fmla="*/ 113 h 1083"/>
                <a:gd name="T18" fmla="*/ 419 w 2538"/>
                <a:gd name="T19" fmla="*/ 116 h 1083"/>
                <a:gd name="T20" fmla="*/ 413 w 2538"/>
                <a:gd name="T21" fmla="*/ 119 h 1083"/>
                <a:gd name="T22" fmla="*/ 401 w 2538"/>
                <a:gd name="T23" fmla="*/ 125 h 1083"/>
                <a:gd name="T24" fmla="*/ 399 w 2538"/>
                <a:gd name="T25" fmla="*/ 126 h 1083"/>
                <a:gd name="T26" fmla="*/ 393 w 2538"/>
                <a:gd name="T27" fmla="*/ 96 h 1083"/>
                <a:gd name="T28" fmla="*/ 387 w 2538"/>
                <a:gd name="T29" fmla="*/ 61 h 1083"/>
                <a:gd name="T30" fmla="*/ 259 w 2538"/>
                <a:gd name="T31" fmla="*/ 88 h 1083"/>
                <a:gd name="T32" fmla="*/ 198 w 2538"/>
                <a:gd name="T33" fmla="*/ 60 h 1083"/>
                <a:gd name="T34" fmla="*/ 175 w 2538"/>
                <a:gd name="T35" fmla="*/ 52 h 1083"/>
                <a:gd name="T36" fmla="*/ 175 w 2538"/>
                <a:gd name="T37" fmla="*/ 53 h 1083"/>
                <a:gd name="T38" fmla="*/ 174 w 2538"/>
                <a:gd name="T39" fmla="*/ 54 h 1083"/>
                <a:gd name="T40" fmla="*/ 174 w 2538"/>
                <a:gd name="T41" fmla="*/ 57 h 1083"/>
                <a:gd name="T42" fmla="*/ 174 w 2538"/>
                <a:gd name="T43" fmla="*/ 59 h 1083"/>
                <a:gd name="T44" fmla="*/ 169 w 2538"/>
                <a:gd name="T45" fmla="*/ 78 h 1083"/>
                <a:gd name="T46" fmla="*/ 176 w 2538"/>
                <a:gd name="T47" fmla="*/ 98 h 1083"/>
                <a:gd name="T48" fmla="*/ 177 w 2538"/>
                <a:gd name="T49" fmla="*/ 101 h 1083"/>
                <a:gd name="T50" fmla="*/ 177 w 2538"/>
                <a:gd name="T51" fmla="*/ 102 h 1083"/>
                <a:gd name="T52" fmla="*/ 178 w 2538"/>
                <a:gd name="T53" fmla="*/ 104 h 1083"/>
                <a:gd name="T54" fmla="*/ 178 w 2538"/>
                <a:gd name="T55" fmla="*/ 106 h 1083"/>
                <a:gd name="T56" fmla="*/ 180 w 2538"/>
                <a:gd name="T57" fmla="*/ 108 h 1083"/>
                <a:gd name="T58" fmla="*/ 180 w 2538"/>
                <a:gd name="T59" fmla="*/ 109 h 1083"/>
                <a:gd name="T60" fmla="*/ 182 w 2538"/>
                <a:gd name="T61" fmla="*/ 110 h 1083"/>
                <a:gd name="T62" fmla="*/ 183 w 2538"/>
                <a:gd name="T63" fmla="*/ 112 h 1083"/>
                <a:gd name="T64" fmla="*/ 184 w 2538"/>
                <a:gd name="T65" fmla="*/ 114 h 1083"/>
                <a:gd name="T66" fmla="*/ 186 w 2538"/>
                <a:gd name="T67" fmla="*/ 114 h 1083"/>
                <a:gd name="T68" fmla="*/ 237 w 2538"/>
                <a:gd name="T69" fmla="*/ 157 h 1083"/>
                <a:gd name="T70" fmla="*/ 85 w 2538"/>
                <a:gd name="T71" fmla="*/ 148 h 1083"/>
                <a:gd name="T72" fmla="*/ 23 w 2538"/>
                <a:gd name="T73" fmla="*/ 101 h 1083"/>
                <a:gd name="T74" fmla="*/ 25 w 2538"/>
                <a:gd name="T75" fmla="*/ 134 h 1083"/>
                <a:gd name="T76" fmla="*/ 7 w 2538"/>
                <a:gd name="T77" fmla="*/ 139 h 1083"/>
                <a:gd name="T78" fmla="*/ 6 w 2538"/>
                <a:gd name="T79" fmla="*/ 151 h 1083"/>
                <a:gd name="T80" fmla="*/ 2 w 2538"/>
                <a:gd name="T81" fmla="*/ 155 h 1083"/>
                <a:gd name="T82" fmla="*/ 35 w 2538"/>
                <a:gd name="T83" fmla="*/ 183 h 1083"/>
                <a:gd name="T84" fmla="*/ 188 w 2538"/>
                <a:gd name="T85" fmla="*/ 231 h 1083"/>
                <a:gd name="T86" fmla="*/ 552 w 2538"/>
                <a:gd name="T87" fmla="*/ 263 h 1083"/>
                <a:gd name="T88" fmla="*/ 605 w 2538"/>
                <a:gd name="T89" fmla="*/ 261 h 1083"/>
                <a:gd name="T90" fmla="*/ 623 w 2538"/>
                <a:gd name="T91" fmla="*/ 343 h 1083"/>
                <a:gd name="T92" fmla="*/ 762 w 2538"/>
                <a:gd name="T93" fmla="*/ 342 h 1083"/>
                <a:gd name="T94" fmla="*/ 755 w 2538"/>
                <a:gd name="T95" fmla="*/ 307 h 1083"/>
                <a:gd name="T96" fmla="*/ 753 w 2538"/>
                <a:gd name="T97" fmla="*/ 308 h 1083"/>
                <a:gd name="T98" fmla="*/ 737 w 2538"/>
                <a:gd name="T99" fmla="*/ 299 h 1083"/>
                <a:gd name="T100" fmla="*/ 713 w 2538"/>
                <a:gd name="T101" fmla="*/ 295 h 1083"/>
                <a:gd name="T102" fmla="*/ 677 w 2538"/>
                <a:gd name="T103" fmla="*/ 301 h 1083"/>
                <a:gd name="T104" fmla="*/ 662 w 2538"/>
                <a:gd name="T105" fmla="*/ 270 h 1083"/>
                <a:gd name="T106" fmla="*/ 733 w 2538"/>
                <a:gd name="T107" fmla="*/ 246 h 1083"/>
                <a:gd name="T108" fmla="*/ 784 w 2538"/>
                <a:gd name="T109" fmla="*/ 234 h 1083"/>
                <a:gd name="T110" fmla="*/ 795 w 2538"/>
                <a:gd name="T111" fmla="*/ 225 h 1083"/>
                <a:gd name="T112" fmla="*/ 737 w 2538"/>
                <a:gd name="T113" fmla="*/ 82 h 1083"/>
                <a:gd name="T114" fmla="*/ 269 w 2538"/>
                <a:gd name="T115" fmla="*/ 150 h 1083"/>
                <a:gd name="T116" fmla="*/ 310 w 2538"/>
                <a:gd name="T117" fmla="*/ 108 h 1083"/>
                <a:gd name="T118" fmla="*/ 310 w 2538"/>
                <a:gd name="T119" fmla="*/ 126 h 1083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2538" h="1083">
                  <a:moveTo>
                    <a:pt x="2264" y="250"/>
                  </a:moveTo>
                  <a:cubicBezTo>
                    <a:pt x="2240" y="251"/>
                    <a:pt x="2217" y="255"/>
                    <a:pt x="2195" y="260"/>
                  </a:cubicBezTo>
                  <a:cubicBezTo>
                    <a:pt x="2182" y="260"/>
                    <a:pt x="2166" y="265"/>
                    <a:pt x="2156" y="269"/>
                  </a:cubicBezTo>
                  <a:cubicBezTo>
                    <a:pt x="2134" y="278"/>
                    <a:pt x="2112" y="274"/>
                    <a:pt x="2091" y="283"/>
                  </a:cubicBezTo>
                  <a:cubicBezTo>
                    <a:pt x="2078" y="288"/>
                    <a:pt x="2066" y="301"/>
                    <a:pt x="2066" y="316"/>
                  </a:cubicBezTo>
                  <a:cubicBezTo>
                    <a:pt x="1996" y="356"/>
                    <a:pt x="1996" y="356"/>
                    <a:pt x="1996" y="356"/>
                  </a:cubicBezTo>
                  <a:cubicBezTo>
                    <a:pt x="1992" y="357"/>
                    <a:pt x="1988" y="359"/>
                    <a:pt x="1985" y="361"/>
                  </a:cubicBezTo>
                  <a:cubicBezTo>
                    <a:pt x="1979" y="364"/>
                    <a:pt x="1976" y="367"/>
                    <a:pt x="1974" y="369"/>
                  </a:cubicBezTo>
                  <a:cubicBezTo>
                    <a:pt x="1958" y="368"/>
                    <a:pt x="1951" y="360"/>
                    <a:pt x="1929" y="337"/>
                  </a:cubicBezTo>
                  <a:cubicBezTo>
                    <a:pt x="1918" y="326"/>
                    <a:pt x="1905" y="315"/>
                    <a:pt x="1887" y="305"/>
                  </a:cubicBezTo>
                  <a:cubicBezTo>
                    <a:pt x="1897" y="300"/>
                    <a:pt x="1902" y="286"/>
                    <a:pt x="1904" y="279"/>
                  </a:cubicBezTo>
                  <a:cubicBezTo>
                    <a:pt x="1904" y="279"/>
                    <a:pt x="1904" y="279"/>
                    <a:pt x="1904" y="278"/>
                  </a:cubicBezTo>
                  <a:cubicBezTo>
                    <a:pt x="1903" y="287"/>
                    <a:pt x="1909" y="296"/>
                    <a:pt x="1921" y="296"/>
                  </a:cubicBezTo>
                  <a:cubicBezTo>
                    <a:pt x="1926" y="296"/>
                    <a:pt x="1929" y="290"/>
                    <a:pt x="1931" y="283"/>
                  </a:cubicBezTo>
                  <a:cubicBezTo>
                    <a:pt x="1935" y="270"/>
                    <a:pt x="1935" y="249"/>
                    <a:pt x="1935" y="237"/>
                  </a:cubicBezTo>
                  <a:cubicBezTo>
                    <a:pt x="1934" y="222"/>
                    <a:pt x="1921" y="225"/>
                    <a:pt x="1919" y="225"/>
                  </a:cubicBezTo>
                  <a:cubicBezTo>
                    <a:pt x="1920" y="222"/>
                    <a:pt x="1923" y="217"/>
                    <a:pt x="1924" y="210"/>
                  </a:cubicBezTo>
                  <a:cubicBezTo>
                    <a:pt x="1926" y="204"/>
                    <a:pt x="1928" y="197"/>
                    <a:pt x="1928" y="191"/>
                  </a:cubicBezTo>
                  <a:cubicBezTo>
                    <a:pt x="1928" y="174"/>
                    <a:pt x="1900" y="181"/>
                    <a:pt x="1900" y="181"/>
                  </a:cubicBezTo>
                  <a:cubicBezTo>
                    <a:pt x="1900" y="181"/>
                    <a:pt x="1901" y="179"/>
                    <a:pt x="1901" y="176"/>
                  </a:cubicBezTo>
                  <a:cubicBezTo>
                    <a:pt x="1902" y="174"/>
                    <a:pt x="1903" y="171"/>
                    <a:pt x="1904" y="169"/>
                  </a:cubicBezTo>
                  <a:cubicBezTo>
                    <a:pt x="1904" y="168"/>
                    <a:pt x="1904" y="168"/>
                    <a:pt x="1904" y="167"/>
                  </a:cubicBezTo>
                  <a:cubicBezTo>
                    <a:pt x="1911" y="144"/>
                    <a:pt x="1878" y="144"/>
                    <a:pt x="1863" y="144"/>
                  </a:cubicBezTo>
                  <a:cubicBezTo>
                    <a:pt x="1848" y="144"/>
                    <a:pt x="1810" y="142"/>
                    <a:pt x="1792" y="152"/>
                  </a:cubicBezTo>
                  <a:cubicBezTo>
                    <a:pt x="1724" y="190"/>
                    <a:pt x="1662" y="174"/>
                    <a:pt x="1578" y="184"/>
                  </a:cubicBezTo>
                  <a:cubicBezTo>
                    <a:pt x="1512" y="193"/>
                    <a:pt x="1459" y="257"/>
                    <a:pt x="1440" y="283"/>
                  </a:cubicBezTo>
                  <a:cubicBezTo>
                    <a:pt x="1389" y="302"/>
                    <a:pt x="1341" y="325"/>
                    <a:pt x="1301" y="345"/>
                  </a:cubicBezTo>
                  <a:cubicBezTo>
                    <a:pt x="1301" y="346"/>
                    <a:pt x="1300" y="346"/>
                    <a:pt x="1300" y="346"/>
                  </a:cubicBezTo>
                  <a:cubicBezTo>
                    <a:pt x="1296" y="348"/>
                    <a:pt x="1293" y="350"/>
                    <a:pt x="1289" y="352"/>
                  </a:cubicBezTo>
                  <a:cubicBezTo>
                    <a:pt x="1288" y="352"/>
                    <a:pt x="1287" y="353"/>
                    <a:pt x="1286" y="353"/>
                  </a:cubicBezTo>
                  <a:cubicBezTo>
                    <a:pt x="1283" y="355"/>
                    <a:pt x="1281" y="356"/>
                    <a:pt x="1278" y="357"/>
                  </a:cubicBezTo>
                  <a:cubicBezTo>
                    <a:pt x="1275" y="359"/>
                    <a:pt x="1273" y="360"/>
                    <a:pt x="1270" y="362"/>
                  </a:cubicBezTo>
                  <a:cubicBezTo>
                    <a:pt x="1269" y="362"/>
                    <a:pt x="1268" y="363"/>
                    <a:pt x="1267" y="363"/>
                  </a:cubicBezTo>
                  <a:cubicBezTo>
                    <a:pt x="1257" y="369"/>
                    <a:pt x="1247" y="374"/>
                    <a:pt x="1238" y="379"/>
                  </a:cubicBezTo>
                  <a:cubicBezTo>
                    <a:pt x="1238" y="379"/>
                    <a:pt x="1237" y="379"/>
                    <a:pt x="1237" y="379"/>
                  </a:cubicBezTo>
                  <a:cubicBezTo>
                    <a:pt x="1235" y="381"/>
                    <a:pt x="1233" y="381"/>
                    <a:pt x="1231" y="382"/>
                  </a:cubicBezTo>
                  <a:cubicBezTo>
                    <a:pt x="1230" y="383"/>
                    <a:pt x="1228" y="384"/>
                    <a:pt x="1226" y="385"/>
                  </a:cubicBezTo>
                  <a:cubicBezTo>
                    <a:pt x="1226" y="385"/>
                    <a:pt x="1226" y="385"/>
                    <a:pt x="1226" y="385"/>
                  </a:cubicBezTo>
                  <a:cubicBezTo>
                    <a:pt x="1226" y="385"/>
                    <a:pt x="1226" y="385"/>
                    <a:pt x="1226" y="385"/>
                  </a:cubicBezTo>
                  <a:cubicBezTo>
                    <a:pt x="1222" y="367"/>
                    <a:pt x="1215" y="334"/>
                    <a:pt x="1207" y="299"/>
                  </a:cubicBezTo>
                  <a:cubicBezTo>
                    <a:pt x="1207" y="298"/>
                    <a:pt x="1207" y="298"/>
                    <a:pt x="1207" y="297"/>
                  </a:cubicBezTo>
                  <a:cubicBezTo>
                    <a:pt x="1207" y="295"/>
                    <a:pt x="1206" y="293"/>
                    <a:pt x="1206" y="292"/>
                  </a:cubicBezTo>
                  <a:cubicBezTo>
                    <a:pt x="1205" y="290"/>
                    <a:pt x="1205" y="289"/>
                    <a:pt x="1205" y="288"/>
                  </a:cubicBezTo>
                  <a:cubicBezTo>
                    <a:pt x="1205" y="287"/>
                    <a:pt x="1204" y="286"/>
                    <a:pt x="1204" y="284"/>
                  </a:cubicBezTo>
                  <a:cubicBezTo>
                    <a:pt x="1196" y="244"/>
                    <a:pt x="1188" y="205"/>
                    <a:pt x="1187" y="187"/>
                  </a:cubicBezTo>
                  <a:cubicBezTo>
                    <a:pt x="1184" y="144"/>
                    <a:pt x="1166" y="0"/>
                    <a:pt x="1042" y="1"/>
                  </a:cubicBezTo>
                  <a:cubicBezTo>
                    <a:pt x="918" y="2"/>
                    <a:pt x="898" y="77"/>
                    <a:pt x="869" y="124"/>
                  </a:cubicBezTo>
                  <a:cubicBezTo>
                    <a:pt x="840" y="171"/>
                    <a:pt x="793" y="268"/>
                    <a:pt x="793" y="268"/>
                  </a:cubicBezTo>
                  <a:cubicBezTo>
                    <a:pt x="793" y="268"/>
                    <a:pt x="760" y="271"/>
                    <a:pt x="748" y="283"/>
                  </a:cubicBezTo>
                  <a:cubicBezTo>
                    <a:pt x="736" y="295"/>
                    <a:pt x="704" y="259"/>
                    <a:pt x="691" y="242"/>
                  </a:cubicBezTo>
                  <a:cubicBezTo>
                    <a:pt x="678" y="225"/>
                    <a:pt x="626" y="191"/>
                    <a:pt x="608" y="182"/>
                  </a:cubicBezTo>
                  <a:cubicBezTo>
                    <a:pt x="590" y="173"/>
                    <a:pt x="579" y="130"/>
                    <a:pt x="538" y="158"/>
                  </a:cubicBezTo>
                  <a:cubicBezTo>
                    <a:pt x="538" y="158"/>
                    <a:pt x="538" y="158"/>
                    <a:pt x="537" y="159"/>
                  </a:cubicBezTo>
                  <a:cubicBezTo>
                    <a:pt x="537" y="159"/>
                    <a:pt x="537" y="159"/>
                    <a:pt x="537" y="159"/>
                  </a:cubicBezTo>
                  <a:cubicBezTo>
                    <a:pt x="537" y="159"/>
                    <a:pt x="537" y="160"/>
                    <a:pt x="536" y="161"/>
                  </a:cubicBezTo>
                  <a:cubicBezTo>
                    <a:pt x="536" y="161"/>
                    <a:pt x="536" y="161"/>
                    <a:pt x="536" y="161"/>
                  </a:cubicBezTo>
                  <a:cubicBezTo>
                    <a:pt x="536" y="162"/>
                    <a:pt x="536" y="162"/>
                    <a:pt x="536" y="163"/>
                  </a:cubicBezTo>
                  <a:cubicBezTo>
                    <a:pt x="536" y="163"/>
                    <a:pt x="536" y="164"/>
                    <a:pt x="536" y="164"/>
                  </a:cubicBezTo>
                  <a:cubicBezTo>
                    <a:pt x="535" y="165"/>
                    <a:pt x="535" y="165"/>
                    <a:pt x="535" y="166"/>
                  </a:cubicBezTo>
                  <a:cubicBezTo>
                    <a:pt x="535" y="167"/>
                    <a:pt x="535" y="167"/>
                    <a:pt x="535" y="167"/>
                  </a:cubicBezTo>
                  <a:cubicBezTo>
                    <a:pt x="535" y="168"/>
                    <a:pt x="535" y="169"/>
                    <a:pt x="535" y="170"/>
                  </a:cubicBezTo>
                  <a:cubicBezTo>
                    <a:pt x="535" y="170"/>
                    <a:pt x="535" y="170"/>
                    <a:pt x="535" y="170"/>
                  </a:cubicBezTo>
                  <a:cubicBezTo>
                    <a:pt x="535" y="172"/>
                    <a:pt x="535" y="173"/>
                    <a:pt x="535" y="174"/>
                  </a:cubicBezTo>
                  <a:cubicBezTo>
                    <a:pt x="535" y="174"/>
                    <a:pt x="535" y="174"/>
                    <a:pt x="535" y="174"/>
                  </a:cubicBezTo>
                  <a:cubicBezTo>
                    <a:pt x="535" y="176"/>
                    <a:pt x="535" y="177"/>
                    <a:pt x="535" y="178"/>
                  </a:cubicBezTo>
                  <a:cubicBezTo>
                    <a:pt x="535" y="178"/>
                    <a:pt x="535" y="178"/>
                    <a:pt x="535" y="178"/>
                  </a:cubicBezTo>
                  <a:cubicBezTo>
                    <a:pt x="535" y="180"/>
                    <a:pt x="536" y="181"/>
                    <a:pt x="536" y="182"/>
                  </a:cubicBezTo>
                  <a:cubicBezTo>
                    <a:pt x="531" y="184"/>
                    <a:pt x="507" y="193"/>
                    <a:pt x="527" y="213"/>
                  </a:cubicBezTo>
                  <a:cubicBezTo>
                    <a:pt x="527" y="213"/>
                    <a:pt x="505" y="228"/>
                    <a:pt x="519" y="238"/>
                  </a:cubicBezTo>
                  <a:cubicBezTo>
                    <a:pt x="519" y="238"/>
                    <a:pt x="509" y="265"/>
                    <a:pt x="524" y="269"/>
                  </a:cubicBezTo>
                  <a:cubicBezTo>
                    <a:pt x="524" y="269"/>
                    <a:pt x="512" y="297"/>
                    <a:pt x="539" y="299"/>
                  </a:cubicBezTo>
                  <a:cubicBezTo>
                    <a:pt x="540" y="299"/>
                    <a:pt x="540" y="299"/>
                    <a:pt x="541" y="299"/>
                  </a:cubicBezTo>
                  <a:cubicBezTo>
                    <a:pt x="541" y="300"/>
                    <a:pt x="542" y="301"/>
                    <a:pt x="542" y="302"/>
                  </a:cubicBezTo>
                  <a:cubicBezTo>
                    <a:pt x="542" y="303"/>
                    <a:pt x="542" y="303"/>
                    <a:pt x="542" y="303"/>
                  </a:cubicBezTo>
                  <a:cubicBezTo>
                    <a:pt x="542" y="304"/>
                    <a:pt x="543" y="305"/>
                    <a:pt x="543" y="306"/>
                  </a:cubicBezTo>
                  <a:cubicBezTo>
                    <a:pt x="543" y="306"/>
                    <a:pt x="543" y="307"/>
                    <a:pt x="543" y="307"/>
                  </a:cubicBezTo>
                  <a:cubicBezTo>
                    <a:pt x="543" y="308"/>
                    <a:pt x="543" y="309"/>
                    <a:pt x="544" y="310"/>
                  </a:cubicBezTo>
                  <a:cubicBezTo>
                    <a:pt x="544" y="310"/>
                    <a:pt x="544" y="310"/>
                    <a:pt x="544" y="311"/>
                  </a:cubicBezTo>
                  <a:cubicBezTo>
                    <a:pt x="544" y="311"/>
                    <a:pt x="545" y="312"/>
                    <a:pt x="545" y="313"/>
                  </a:cubicBezTo>
                  <a:cubicBezTo>
                    <a:pt x="545" y="314"/>
                    <a:pt x="545" y="314"/>
                    <a:pt x="545" y="314"/>
                  </a:cubicBezTo>
                  <a:cubicBezTo>
                    <a:pt x="546" y="315"/>
                    <a:pt x="546" y="316"/>
                    <a:pt x="546" y="317"/>
                  </a:cubicBezTo>
                  <a:cubicBezTo>
                    <a:pt x="546" y="317"/>
                    <a:pt x="547" y="318"/>
                    <a:pt x="547" y="318"/>
                  </a:cubicBezTo>
                  <a:cubicBezTo>
                    <a:pt x="547" y="319"/>
                    <a:pt x="547" y="319"/>
                    <a:pt x="548" y="320"/>
                  </a:cubicBezTo>
                  <a:cubicBezTo>
                    <a:pt x="548" y="321"/>
                    <a:pt x="548" y="321"/>
                    <a:pt x="548" y="322"/>
                  </a:cubicBezTo>
                  <a:cubicBezTo>
                    <a:pt x="549" y="322"/>
                    <a:pt x="549" y="323"/>
                    <a:pt x="549" y="324"/>
                  </a:cubicBezTo>
                  <a:cubicBezTo>
                    <a:pt x="549" y="324"/>
                    <a:pt x="550" y="325"/>
                    <a:pt x="550" y="325"/>
                  </a:cubicBezTo>
                  <a:cubicBezTo>
                    <a:pt x="550" y="326"/>
                    <a:pt x="551" y="326"/>
                    <a:pt x="551" y="327"/>
                  </a:cubicBezTo>
                  <a:cubicBezTo>
                    <a:pt x="551" y="328"/>
                    <a:pt x="552" y="328"/>
                    <a:pt x="552" y="329"/>
                  </a:cubicBezTo>
                  <a:cubicBezTo>
                    <a:pt x="552" y="329"/>
                    <a:pt x="553" y="330"/>
                    <a:pt x="553" y="330"/>
                  </a:cubicBezTo>
                  <a:cubicBezTo>
                    <a:pt x="553" y="331"/>
                    <a:pt x="554" y="331"/>
                    <a:pt x="554" y="332"/>
                  </a:cubicBezTo>
                  <a:cubicBezTo>
                    <a:pt x="554" y="332"/>
                    <a:pt x="555" y="333"/>
                    <a:pt x="555" y="334"/>
                  </a:cubicBezTo>
                  <a:cubicBezTo>
                    <a:pt x="555" y="334"/>
                    <a:pt x="556" y="335"/>
                    <a:pt x="556" y="335"/>
                  </a:cubicBezTo>
                  <a:cubicBezTo>
                    <a:pt x="557" y="336"/>
                    <a:pt x="557" y="336"/>
                    <a:pt x="558" y="337"/>
                  </a:cubicBezTo>
                  <a:cubicBezTo>
                    <a:pt x="558" y="337"/>
                    <a:pt x="558" y="338"/>
                    <a:pt x="559" y="338"/>
                  </a:cubicBezTo>
                  <a:cubicBezTo>
                    <a:pt x="559" y="339"/>
                    <a:pt x="560" y="339"/>
                    <a:pt x="560" y="340"/>
                  </a:cubicBezTo>
                  <a:cubicBezTo>
                    <a:pt x="561" y="340"/>
                    <a:pt x="561" y="341"/>
                    <a:pt x="561" y="341"/>
                  </a:cubicBezTo>
                  <a:cubicBezTo>
                    <a:pt x="562" y="342"/>
                    <a:pt x="563" y="342"/>
                    <a:pt x="563" y="343"/>
                  </a:cubicBezTo>
                  <a:cubicBezTo>
                    <a:pt x="563" y="343"/>
                    <a:pt x="564" y="344"/>
                    <a:pt x="564" y="344"/>
                  </a:cubicBezTo>
                  <a:cubicBezTo>
                    <a:pt x="565" y="345"/>
                    <a:pt x="566" y="345"/>
                    <a:pt x="566" y="346"/>
                  </a:cubicBezTo>
                  <a:cubicBezTo>
                    <a:pt x="567" y="346"/>
                    <a:pt x="567" y="347"/>
                    <a:pt x="568" y="347"/>
                  </a:cubicBezTo>
                  <a:cubicBezTo>
                    <a:pt x="568" y="348"/>
                    <a:pt x="569" y="348"/>
                    <a:pt x="570" y="349"/>
                  </a:cubicBezTo>
                  <a:cubicBezTo>
                    <a:pt x="570" y="349"/>
                    <a:pt x="571" y="349"/>
                    <a:pt x="571" y="350"/>
                  </a:cubicBezTo>
                  <a:cubicBezTo>
                    <a:pt x="572" y="350"/>
                    <a:pt x="573" y="351"/>
                    <a:pt x="575" y="352"/>
                  </a:cubicBezTo>
                  <a:cubicBezTo>
                    <a:pt x="615" y="377"/>
                    <a:pt x="663" y="402"/>
                    <a:pt x="684" y="428"/>
                  </a:cubicBezTo>
                  <a:cubicBezTo>
                    <a:pt x="695" y="442"/>
                    <a:pt x="710" y="464"/>
                    <a:pt x="727" y="480"/>
                  </a:cubicBezTo>
                  <a:cubicBezTo>
                    <a:pt x="658" y="490"/>
                    <a:pt x="518" y="505"/>
                    <a:pt x="477" y="511"/>
                  </a:cubicBezTo>
                  <a:cubicBezTo>
                    <a:pt x="402" y="521"/>
                    <a:pt x="384" y="480"/>
                    <a:pt x="338" y="483"/>
                  </a:cubicBezTo>
                  <a:cubicBezTo>
                    <a:pt x="314" y="485"/>
                    <a:pt x="282" y="464"/>
                    <a:pt x="261" y="450"/>
                  </a:cubicBezTo>
                  <a:cubicBezTo>
                    <a:pt x="240" y="436"/>
                    <a:pt x="214" y="409"/>
                    <a:pt x="187" y="395"/>
                  </a:cubicBezTo>
                  <a:cubicBezTo>
                    <a:pt x="165" y="384"/>
                    <a:pt x="138" y="347"/>
                    <a:pt x="138" y="347"/>
                  </a:cubicBezTo>
                  <a:cubicBezTo>
                    <a:pt x="138" y="347"/>
                    <a:pt x="100" y="296"/>
                    <a:pt x="72" y="309"/>
                  </a:cubicBezTo>
                  <a:cubicBezTo>
                    <a:pt x="68" y="310"/>
                    <a:pt x="65" y="314"/>
                    <a:pt x="61" y="318"/>
                  </a:cubicBezTo>
                  <a:cubicBezTo>
                    <a:pt x="34" y="356"/>
                    <a:pt x="85" y="386"/>
                    <a:pt x="85" y="386"/>
                  </a:cubicBezTo>
                  <a:cubicBezTo>
                    <a:pt x="77" y="407"/>
                    <a:pt x="77" y="407"/>
                    <a:pt x="77" y="407"/>
                  </a:cubicBezTo>
                  <a:cubicBezTo>
                    <a:pt x="60" y="398"/>
                    <a:pt x="43" y="397"/>
                    <a:pt x="28" y="399"/>
                  </a:cubicBezTo>
                  <a:cubicBezTo>
                    <a:pt x="26" y="399"/>
                    <a:pt x="24" y="400"/>
                    <a:pt x="23" y="400"/>
                  </a:cubicBezTo>
                  <a:cubicBezTo>
                    <a:pt x="14" y="406"/>
                    <a:pt x="21" y="422"/>
                    <a:pt x="21" y="422"/>
                  </a:cubicBezTo>
                  <a:cubicBezTo>
                    <a:pt x="21" y="422"/>
                    <a:pt x="14" y="426"/>
                    <a:pt x="12" y="432"/>
                  </a:cubicBezTo>
                  <a:cubicBezTo>
                    <a:pt x="8" y="449"/>
                    <a:pt x="18" y="456"/>
                    <a:pt x="22" y="459"/>
                  </a:cubicBezTo>
                  <a:cubicBezTo>
                    <a:pt x="21" y="459"/>
                    <a:pt x="20" y="458"/>
                    <a:pt x="19" y="459"/>
                  </a:cubicBezTo>
                  <a:cubicBezTo>
                    <a:pt x="21" y="459"/>
                    <a:pt x="21" y="459"/>
                    <a:pt x="21" y="459"/>
                  </a:cubicBezTo>
                  <a:cubicBezTo>
                    <a:pt x="19" y="459"/>
                    <a:pt x="17" y="459"/>
                    <a:pt x="15" y="460"/>
                  </a:cubicBezTo>
                  <a:cubicBezTo>
                    <a:pt x="12" y="462"/>
                    <a:pt x="9" y="466"/>
                    <a:pt x="6" y="473"/>
                  </a:cubicBezTo>
                  <a:cubicBezTo>
                    <a:pt x="0" y="492"/>
                    <a:pt x="30" y="499"/>
                    <a:pt x="30" y="499"/>
                  </a:cubicBezTo>
                  <a:cubicBezTo>
                    <a:pt x="20" y="527"/>
                    <a:pt x="47" y="528"/>
                    <a:pt x="59" y="535"/>
                  </a:cubicBezTo>
                  <a:cubicBezTo>
                    <a:pt x="72" y="542"/>
                    <a:pt x="90" y="542"/>
                    <a:pt x="107" y="556"/>
                  </a:cubicBezTo>
                  <a:cubicBezTo>
                    <a:pt x="202" y="635"/>
                    <a:pt x="237" y="592"/>
                    <a:pt x="265" y="628"/>
                  </a:cubicBezTo>
                  <a:cubicBezTo>
                    <a:pt x="293" y="664"/>
                    <a:pt x="315" y="642"/>
                    <a:pt x="343" y="656"/>
                  </a:cubicBezTo>
                  <a:cubicBezTo>
                    <a:pt x="371" y="670"/>
                    <a:pt x="490" y="694"/>
                    <a:pt x="579" y="704"/>
                  </a:cubicBezTo>
                  <a:cubicBezTo>
                    <a:pt x="801" y="730"/>
                    <a:pt x="765" y="638"/>
                    <a:pt x="973" y="764"/>
                  </a:cubicBezTo>
                  <a:cubicBezTo>
                    <a:pt x="1182" y="891"/>
                    <a:pt x="1219" y="836"/>
                    <a:pt x="1301" y="820"/>
                  </a:cubicBezTo>
                  <a:cubicBezTo>
                    <a:pt x="1383" y="804"/>
                    <a:pt x="1549" y="860"/>
                    <a:pt x="1697" y="802"/>
                  </a:cubicBezTo>
                  <a:cubicBezTo>
                    <a:pt x="1800" y="762"/>
                    <a:pt x="1850" y="790"/>
                    <a:pt x="1856" y="794"/>
                  </a:cubicBezTo>
                  <a:cubicBezTo>
                    <a:pt x="1855" y="795"/>
                    <a:pt x="1854" y="797"/>
                    <a:pt x="1854" y="798"/>
                  </a:cubicBezTo>
                  <a:cubicBezTo>
                    <a:pt x="1856" y="796"/>
                    <a:pt x="1856" y="796"/>
                    <a:pt x="1856" y="796"/>
                  </a:cubicBezTo>
                  <a:cubicBezTo>
                    <a:pt x="1813" y="877"/>
                    <a:pt x="1839" y="972"/>
                    <a:pt x="1847" y="995"/>
                  </a:cubicBezTo>
                  <a:cubicBezTo>
                    <a:pt x="1854" y="1018"/>
                    <a:pt x="1867" y="1031"/>
                    <a:pt x="1879" y="1033"/>
                  </a:cubicBezTo>
                  <a:cubicBezTo>
                    <a:pt x="1891" y="1035"/>
                    <a:pt x="1886" y="1038"/>
                    <a:pt x="1912" y="1047"/>
                  </a:cubicBezTo>
                  <a:cubicBezTo>
                    <a:pt x="2023" y="1083"/>
                    <a:pt x="2131" y="1059"/>
                    <a:pt x="2167" y="1051"/>
                  </a:cubicBezTo>
                  <a:cubicBezTo>
                    <a:pt x="2203" y="1044"/>
                    <a:pt x="2271" y="1049"/>
                    <a:pt x="2313" y="1049"/>
                  </a:cubicBezTo>
                  <a:cubicBezTo>
                    <a:pt x="2323" y="1049"/>
                    <a:pt x="2332" y="1046"/>
                    <a:pt x="2339" y="1042"/>
                  </a:cubicBezTo>
                  <a:cubicBezTo>
                    <a:pt x="2361" y="1031"/>
                    <a:pt x="2369" y="1006"/>
                    <a:pt x="2378" y="991"/>
                  </a:cubicBezTo>
                  <a:cubicBezTo>
                    <a:pt x="2391" y="971"/>
                    <a:pt x="2374" y="960"/>
                    <a:pt x="2356" y="943"/>
                  </a:cubicBezTo>
                  <a:cubicBezTo>
                    <a:pt x="2343" y="930"/>
                    <a:pt x="2327" y="933"/>
                    <a:pt x="2319" y="935"/>
                  </a:cubicBezTo>
                  <a:cubicBezTo>
                    <a:pt x="2319" y="935"/>
                    <a:pt x="2319" y="935"/>
                    <a:pt x="2319" y="935"/>
                  </a:cubicBezTo>
                  <a:cubicBezTo>
                    <a:pt x="2318" y="935"/>
                    <a:pt x="2317" y="935"/>
                    <a:pt x="2316" y="936"/>
                  </a:cubicBezTo>
                  <a:cubicBezTo>
                    <a:pt x="2315" y="936"/>
                    <a:pt x="2314" y="936"/>
                    <a:pt x="2314" y="936"/>
                  </a:cubicBezTo>
                  <a:cubicBezTo>
                    <a:pt x="2307" y="924"/>
                    <a:pt x="2296" y="928"/>
                    <a:pt x="2296" y="928"/>
                  </a:cubicBezTo>
                  <a:cubicBezTo>
                    <a:pt x="2279" y="907"/>
                    <a:pt x="2264" y="910"/>
                    <a:pt x="2264" y="910"/>
                  </a:cubicBezTo>
                  <a:cubicBezTo>
                    <a:pt x="2263" y="910"/>
                    <a:pt x="2263" y="910"/>
                    <a:pt x="2263" y="910"/>
                  </a:cubicBezTo>
                  <a:cubicBezTo>
                    <a:pt x="2252" y="894"/>
                    <a:pt x="2241" y="895"/>
                    <a:pt x="2235" y="899"/>
                  </a:cubicBezTo>
                  <a:cubicBezTo>
                    <a:pt x="2231" y="901"/>
                    <a:pt x="2229" y="903"/>
                    <a:pt x="2228" y="904"/>
                  </a:cubicBezTo>
                  <a:cubicBezTo>
                    <a:pt x="2209" y="896"/>
                    <a:pt x="2197" y="897"/>
                    <a:pt x="2189" y="901"/>
                  </a:cubicBezTo>
                  <a:cubicBezTo>
                    <a:pt x="2177" y="908"/>
                    <a:pt x="2173" y="922"/>
                    <a:pt x="2166" y="927"/>
                  </a:cubicBezTo>
                  <a:cubicBezTo>
                    <a:pt x="2166" y="928"/>
                    <a:pt x="2165" y="928"/>
                    <a:pt x="2165" y="928"/>
                  </a:cubicBezTo>
                  <a:cubicBezTo>
                    <a:pt x="2151" y="935"/>
                    <a:pt x="2099" y="926"/>
                    <a:pt x="2080" y="917"/>
                  </a:cubicBezTo>
                  <a:cubicBezTo>
                    <a:pt x="2060" y="908"/>
                    <a:pt x="2022" y="898"/>
                    <a:pt x="2019" y="892"/>
                  </a:cubicBezTo>
                  <a:cubicBezTo>
                    <a:pt x="2015" y="886"/>
                    <a:pt x="2009" y="885"/>
                    <a:pt x="2009" y="885"/>
                  </a:cubicBezTo>
                  <a:cubicBezTo>
                    <a:pt x="2009" y="885"/>
                    <a:pt x="1999" y="882"/>
                    <a:pt x="2035" y="824"/>
                  </a:cubicBezTo>
                  <a:cubicBezTo>
                    <a:pt x="2054" y="795"/>
                    <a:pt x="2057" y="765"/>
                    <a:pt x="2056" y="743"/>
                  </a:cubicBezTo>
                  <a:cubicBezTo>
                    <a:pt x="2117" y="812"/>
                    <a:pt x="2198" y="758"/>
                    <a:pt x="2218" y="758"/>
                  </a:cubicBezTo>
                  <a:cubicBezTo>
                    <a:pt x="2231" y="758"/>
                    <a:pt x="2243" y="753"/>
                    <a:pt x="2251" y="748"/>
                  </a:cubicBezTo>
                  <a:cubicBezTo>
                    <a:pt x="2254" y="746"/>
                    <a:pt x="2257" y="745"/>
                    <a:pt x="2258" y="744"/>
                  </a:cubicBezTo>
                  <a:cubicBezTo>
                    <a:pt x="2261" y="745"/>
                    <a:pt x="2335" y="758"/>
                    <a:pt x="2401" y="717"/>
                  </a:cubicBezTo>
                  <a:cubicBezTo>
                    <a:pt x="2402" y="716"/>
                    <a:pt x="2403" y="715"/>
                    <a:pt x="2405" y="714"/>
                  </a:cubicBezTo>
                  <a:cubicBezTo>
                    <a:pt x="2405" y="713"/>
                    <a:pt x="2406" y="713"/>
                    <a:pt x="2406" y="713"/>
                  </a:cubicBezTo>
                  <a:cubicBezTo>
                    <a:pt x="2417" y="705"/>
                    <a:pt x="2428" y="697"/>
                    <a:pt x="2437" y="686"/>
                  </a:cubicBezTo>
                  <a:cubicBezTo>
                    <a:pt x="2438" y="686"/>
                    <a:pt x="2439" y="686"/>
                    <a:pt x="2440" y="685"/>
                  </a:cubicBezTo>
                  <a:cubicBezTo>
                    <a:pt x="2444" y="679"/>
                    <a:pt x="2449" y="672"/>
                    <a:pt x="2455" y="663"/>
                  </a:cubicBezTo>
                  <a:cubicBezTo>
                    <a:pt x="2470" y="640"/>
                    <a:pt x="2483" y="611"/>
                    <a:pt x="2491" y="574"/>
                  </a:cubicBezTo>
                  <a:cubicBezTo>
                    <a:pt x="2538" y="368"/>
                    <a:pt x="2410" y="242"/>
                    <a:pt x="2264" y="250"/>
                  </a:cubicBezTo>
                  <a:close/>
                  <a:moveTo>
                    <a:pt x="921" y="459"/>
                  </a:moveTo>
                  <a:cubicBezTo>
                    <a:pt x="917" y="457"/>
                    <a:pt x="917" y="457"/>
                    <a:pt x="917" y="457"/>
                  </a:cubicBezTo>
                  <a:cubicBezTo>
                    <a:pt x="889" y="444"/>
                    <a:pt x="855" y="448"/>
                    <a:pt x="825" y="455"/>
                  </a:cubicBezTo>
                  <a:cubicBezTo>
                    <a:pt x="840" y="433"/>
                    <a:pt x="850" y="408"/>
                    <a:pt x="861" y="397"/>
                  </a:cubicBezTo>
                  <a:cubicBezTo>
                    <a:pt x="867" y="391"/>
                    <a:pt x="873" y="386"/>
                    <a:pt x="880" y="381"/>
                  </a:cubicBezTo>
                  <a:cubicBezTo>
                    <a:pt x="908" y="359"/>
                    <a:pt x="939" y="344"/>
                    <a:pt x="950" y="329"/>
                  </a:cubicBezTo>
                  <a:cubicBezTo>
                    <a:pt x="950" y="329"/>
                    <a:pt x="950" y="358"/>
                    <a:pt x="952" y="370"/>
                  </a:cubicBezTo>
                  <a:cubicBezTo>
                    <a:pt x="953" y="374"/>
                    <a:pt x="954" y="377"/>
                    <a:pt x="954" y="381"/>
                  </a:cubicBezTo>
                  <a:cubicBezTo>
                    <a:pt x="954" y="382"/>
                    <a:pt x="954" y="383"/>
                    <a:pt x="954" y="384"/>
                  </a:cubicBezTo>
                  <a:cubicBezTo>
                    <a:pt x="953" y="414"/>
                    <a:pt x="924" y="426"/>
                    <a:pt x="921" y="457"/>
                  </a:cubicBezTo>
                  <a:lnTo>
                    <a:pt x="921" y="459"/>
                  </a:lnTo>
                  <a:close/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</p:grpSp>
      <p:grpSp>
        <p:nvGrpSpPr>
          <p:cNvPr id="61446" name="sitting-baby-outline-line-drawing">
            <a:extLst>
              <a:ext uri="{FF2B5EF4-FFF2-40B4-BE49-F238E27FC236}">
                <a16:creationId xmlns:a16="http://schemas.microsoft.com/office/drawing/2014/main" id="{D7561D1C-FA74-40B1-B840-03F435DDB439}"/>
              </a:ext>
            </a:extLst>
          </p:cNvPr>
          <p:cNvGrpSpPr>
            <a:grpSpLocks/>
          </p:cNvGrpSpPr>
          <p:nvPr/>
        </p:nvGrpSpPr>
        <p:grpSpPr bwMode="auto">
          <a:xfrm>
            <a:off x="8107363" y="1462088"/>
            <a:ext cx="1296987" cy="2674937"/>
            <a:chOff x="4147" y="874"/>
            <a:chExt cx="817" cy="1685"/>
          </a:xfrm>
        </p:grpSpPr>
        <p:sp>
          <p:nvSpPr>
            <p:cNvPr id="61456" name="Freeform 63">
              <a:extLst>
                <a:ext uri="{FF2B5EF4-FFF2-40B4-BE49-F238E27FC236}">
                  <a16:creationId xmlns:a16="http://schemas.microsoft.com/office/drawing/2014/main" id="{D1FD5B1B-2332-487E-85BD-99A0743FF5D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147" y="874"/>
              <a:ext cx="817" cy="1685"/>
            </a:xfrm>
            <a:custGeom>
              <a:avLst/>
              <a:gdLst>
                <a:gd name="T0" fmla="*/ 237 w 1477"/>
                <a:gd name="T1" fmla="*/ 301 h 3047"/>
                <a:gd name="T2" fmla="*/ 233 w 1477"/>
                <a:gd name="T3" fmla="*/ 279 h 3047"/>
                <a:gd name="T4" fmla="*/ 236 w 1477"/>
                <a:gd name="T5" fmla="*/ 218 h 3047"/>
                <a:gd name="T6" fmla="*/ 227 w 1477"/>
                <a:gd name="T7" fmla="*/ 189 h 3047"/>
                <a:gd name="T8" fmla="*/ 162 w 1477"/>
                <a:gd name="T9" fmla="*/ 123 h 3047"/>
                <a:gd name="T10" fmla="*/ 139 w 1477"/>
                <a:gd name="T11" fmla="*/ 122 h 3047"/>
                <a:gd name="T12" fmla="*/ 139 w 1477"/>
                <a:gd name="T13" fmla="*/ 121 h 3047"/>
                <a:gd name="T14" fmla="*/ 146 w 1477"/>
                <a:gd name="T15" fmla="*/ 100 h 3047"/>
                <a:gd name="T16" fmla="*/ 151 w 1477"/>
                <a:gd name="T17" fmla="*/ 85 h 3047"/>
                <a:gd name="T18" fmla="*/ 147 w 1477"/>
                <a:gd name="T19" fmla="*/ 73 h 3047"/>
                <a:gd name="T20" fmla="*/ 82 w 1477"/>
                <a:gd name="T21" fmla="*/ 9 h 3047"/>
                <a:gd name="T22" fmla="*/ 48 w 1477"/>
                <a:gd name="T23" fmla="*/ 85 h 3047"/>
                <a:gd name="T24" fmla="*/ 47 w 1477"/>
                <a:gd name="T25" fmla="*/ 93 h 3047"/>
                <a:gd name="T26" fmla="*/ 51 w 1477"/>
                <a:gd name="T27" fmla="*/ 111 h 3047"/>
                <a:gd name="T28" fmla="*/ 58 w 1477"/>
                <a:gd name="T29" fmla="*/ 114 h 3047"/>
                <a:gd name="T30" fmla="*/ 63 w 1477"/>
                <a:gd name="T31" fmla="*/ 136 h 3047"/>
                <a:gd name="T32" fmla="*/ 15 w 1477"/>
                <a:gd name="T33" fmla="*/ 203 h 3047"/>
                <a:gd name="T34" fmla="*/ 21 w 1477"/>
                <a:gd name="T35" fmla="*/ 265 h 3047"/>
                <a:gd name="T36" fmla="*/ 30 w 1477"/>
                <a:gd name="T37" fmla="*/ 296 h 3047"/>
                <a:gd name="T38" fmla="*/ 31 w 1477"/>
                <a:gd name="T39" fmla="*/ 319 h 3047"/>
                <a:gd name="T40" fmla="*/ 11 w 1477"/>
                <a:gd name="T41" fmla="*/ 403 h 3047"/>
                <a:gd name="T42" fmla="*/ 107 w 1477"/>
                <a:gd name="T43" fmla="*/ 466 h 3047"/>
                <a:gd name="T44" fmla="*/ 119 w 1477"/>
                <a:gd name="T45" fmla="*/ 503 h 3047"/>
                <a:gd name="T46" fmla="*/ 130 w 1477"/>
                <a:gd name="T47" fmla="*/ 509 h 3047"/>
                <a:gd name="T48" fmla="*/ 134 w 1477"/>
                <a:gd name="T49" fmla="*/ 510 h 3047"/>
                <a:gd name="T50" fmla="*/ 143 w 1477"/>
                <a:gd name="T51" fmla="*/ 514 h 3047"/>
                <a:gd name="T52" fmla="*/ 143 w 1477"/>
                <a:gd name="T53" fmla="*/ 500 h 3047"/>
                <a:gd name="T54" fmla="*/ 155 w 1477"/>
                <a:gd name="T55" fmla="*/ 507 h 3047"/>
                <a:gd name="T56" fmla="*/ 152 w 1477"/>
                <a:gd name="T57" fmla="*/ 487 h 3047"/>
                <a:gd name="T58" fmla="*/ 140 w 1477"/>
                <a:gd name="T59" fmla="*/ 460 h 3047"/>
                <a:gd name="T60" fmla="*/ 141 w 1477"/>
                <a:gd name="T61" fmla="*/ 452 h 3047"/>
                <a:gd name="T62" fmla="*/ 154 w 1477"/>
                <a:gd name="T63" fmla="*/ 463 h 3047"/>
                <a:gd name="T64" fmla="*/ 159 w 1477"/>
                <a:gd name="T65" fmla="*/ 472 h 3047"/>
                <a:gd name="T66" fmla="*/ 168 w 1477"/>
                <a:gd name="T67" fmla="*/ 472 h 3047"/>
                <a:gd name="T68" fmla="*/ 174 w 1477"/>
                <a:gd name="T69" fmla="*/ 453 h 3047"/>
                <a:gd name="T70" fmla="*/ 174 w 1477"/>
                <a:gd name="T71" fmla="*/ 419 h 3047"/>
                <a:gd name="T72" fmla="*/ 243 w 1477"/>
                <a:gd name="T73" fmla="*/ 311 h 3047"/>
                <a:gd name="T74" fmla="*/ 47 w 1477"/>
                <a:gd name="T75" fmla="*/ 290 h 3047"/>
                <a:gd name="T76" fmla="*/ 53 w 1477"/>
                <a:gd name="T77" fmla="*/ 298 h 3047"/>
                <a:gd name="T78" fmla="*/ 46 w 1477"/>
                <a:gd name="T79" fmla="*/ 296 h 3047"/>
                <a:gd name="T80" fmla="*/ 44 w 1477"/>
                <a:gd name="T81" fmla="*/ 289 h 3047"/>
                <a:gd name="T82" fmla="*/ 37 w 1477"/>
                <a:gd name="T83" fmla="*/ 324 h 3047"/>
                <a:gd name="T84" fmla="*/ 36 w 1477"/>
                <a:gd name="T85" fmla="*/ 315 h 3047"/>
                <a:gd name="T86" fmla="*/ 37 w 1477"/>
                <a:gd name="T87" fmla="*/ 324 h 3047"/>
                <a:gd name="T88" fmla="*/ 47 w 1477"/>
                <a:gd name="T89" fmla="*/ 313 h 3047"/>
                <a:gd name="T90" fmla="*/ 39 w 1477"/>
                <a:gd name="T91" fmla="*/ 305 h 3047"/>
                <a:gd name="T92" fmla="*/ 54 w 1477"/>
                <a:gd name="T93" fmla="*/ 304 h 3047"/>
                <a:gd name="T94" fmla="*/ 137 w 1477"/>
                <a:gd name="T95" fmla="*/ 389 h 3047"/>
                <a:gd name="T96" fmla="*/ 120 w 1477"/>
                <a:gd name="T97" fmla="*/ 420 h 3047"/>
                <a:gd name="T98" fmla="*/ 117 w 1477"/>
                <a:gd name="T99" fmla="*/ 424 h 3047"/>
                <a:gd name="T100" fmla="*/ 83 w 1477"/>
                <a:gd name="T101" fmla="*/ 395 h 3047"/>
                <a:gd name="T102" fmla="*/ 93 w 1477"/>
                <a:gd name="T103" fmla="*/ 385 h 3047"/>
                <a:gd name="T104" fmla="*/ 119 w 1477"/>
                <a:gd name="T105" fmla="*/ 365 h 3047"/>
                <a:gd name="T106" fmla="*/ 146 w 1477"/>
                <a:gd name="T107" fmla="*/ 374 h 3047"/>
                <a:gd name="T108" fmla="*/ 200 w 1477"/>
                <a:gd name="T109" fmla="*/ 251 h 3047"/>
                <a:gd name="T110" fmla="*/ 189 w 1477"/>
                <a:gd name="T111" fmla="*/ 274 h 3047"/>
                <a:gd name="T112" fmla="*/ 188 w 1477"/>
                <a:gd name="T113" fmla="*/ 278 h 3047"/>
                <a:gd name="T114" fmla="*/ 186 w 1477"/>
                <a:gd name="T115" fmla="*/ 249 h 3047"/>
                <a:gd name="T116" fmla="*/ 174 w 1477"/>
                <a:gd name="T117" fmla="*/ 187 h 3047"/>
                <a:gd name="T118" fmla="*/ 183 w 1477"/>
                <a:gd name="T119" fmla="*/ 200 h 3047"/>
                <a:gd name="T120" fmla="*/ 200 w 1477"/>
                <a:gd name="T121" fmla="*/ 251 h 3047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1477" h="3047">
                  <a:moveTo>
                    <a:pt x="1437" y="1839"/>
                  </a:moveTo>
                  <a:cubicBezTo>
                    <a:pt x="1430" y="1817"/>
                    <a:pt x="1417" y="1797"/>
                    <a:pt x="1400" y="1778"/>
                  </a:cubicBezTo>
                  <a:cubicBezTo>
                    <a:pt x="1406" y="1759"/>
                    <a:pt x="1416" y="1733"/>
                    <a:pt x="1403" y="1711"/>
                  </a:cubicBezTo>
                  <a:cubicBezTo>
                    <a:pt x="1386" y="1682"/>
                    <a:pt x="1374" y="1662"/>
                    <a:pt x="1378" y="1650"/>
                  </a:cubicBezTo>
                  <a:cubicBezTo>
                    <a:pt x="1382" y="1638"/>
                    <a:pt x="1378" y="1610"/>
                    <a:pt x="1378" y="1610"/>
                  </a:cubicBezTo>
                  <a:cubicBezTo>
                    <a:pt x="1421" y="1580"/>
                    <a:pt x="1395" y="1319"/>
                    <a:pt x="1393" y="1288"/>
                  </a:cubicBezTo>
                  <a:cubicBezTo>
                    <a:pt x="1390" y="1258"/>
                    <a:pt x="1395" y="1230"/>
                    <a:pt x="1378" y="1204"/>
                  </a:cubicBezTo>
                  <a:cubicBezTo>
                    <a:pt x="1361" y="1179"/>
                    <a:pt x="1375" y="1191"/>
                    <a:pt x="1342" y="1120"/>
                  </a:cubicBezTo>
                  <a:cubicBezTo>
                    <a:pt x="1309" y="1050"/>
                    <a:pt x="1203" y="959"/>
                    <a:pt x="1138" y="820"/>
                  </a:cubicBezTo>
                  <a:cubicBezTo>
                    <a:pt x="1089" y="716"/>
                    <a:pt x="981" y="728"/>
                    <a:pt x="957" y="726"/>
                  </a:cubicBezTo>
                  <a:cubicBezTo>
                    <a:pt x="933" y="723"/>
                    <a:pt x="877" y="726"/>
                    <a:pt x="847" y="730"/>
                  </a:cubicBezTo>
                  <a:cubicBezTo>
                    <a:pt x="837" y="731"/>
                    <a:pt x="830" y="726"/>
                    <a:pt x="825" y="720"/>
                  </a:cubicBezTo>
                  <a:cubicBezTo>
                    <a:pt x="823" y="716"/>
                    <a:pt x="823" y="714"/>
                    <a:pt x="823" y="714"/>
                  </a:cubicBezTo>
                  <a:cubicBezTo>
                    <a:pt x="821" y="712"/>
                    <a:pt x="821" y="712"/>
                    <a:pt x="821" y="712"/>
                  </a:cubicBezTo>
                  <a:cubicBezTo>
                    <a:pt x="831" y="698"/>
                    <a:pt x="839" y="684"/>
                    <a:pt x="844" y="667"/>
                  </a:cubicBezTo>
                  <a:cubicBezTo>
                    <a:pt x="853" y="638"/>
                    <a:pt x="859" y="612"/>
                    <a:pt x="862" y="588"/>
                  </a:cubicBezTo>
                  <a:cubicBezTo>
                    <a:pt x="876" y="604"/>
                    <a:pt x="893" y="602"/>
                    <a:pt x="901" y="578"/>
                  </a:cubicBezTo>
                  <a:cubicBezTo>
                    <a:pt x="908" y="552"/>
                    <a:pt x="892" y="526"/>
                    <a:pt x="893" y="501"/>
                  </a:cubicBezTo>
                  <a:cubicBezTo>
                    <a:pt x="893" y="480"/>
                    <a:pt x="922" y="448"/>
                    <a:pt x="915" y="429"/>
                  </a:cubicBezTo>
                  <a:cubicBezTo>
                    <a:pt x="908" y="409"/>
                    <a:pt x="881" y="423"/>
                    <a:pt x="868" y="433"/>
                  </a:cubicBezTo>
                  <a:cubicBezTo>
                    <a:pt x="873" y="394"/>
                    <a:pt x="859" y="315"/>
                    <a:pt x="848" y="290"/>
                  </a:cubicBezTo>
                  <a:cubicBezTo>
                    <a:pt x="836" y="264"/>
                    <a:pt x="770" y="0"/>
                    <a:pt x="485" y="54"/>
                  </a:cubicBezTo>
                  <a:cubicBezTo>
                    <a:pt x="408" y="68"/>
                    <a:pt x="234" y="168"/>
                    <a:pt x="264" y="414"/>
                  </a:cubicBezTo>
                  <a:cubicBezTo>
                    <a:pt x="268" y="448"/>
                    <a:pt x="277" y="478"/>
                    <a:pt x="286" y="505"/>
                  </a:cubicBezTo>
                  <a:cubicBezTo>
                    <a:pt x="271" y="503"/>
                    <a:pt x="250" y="502"/>
                    <a:pt x="256" y="526"/>
                  </a:cubicBezTo>
                  <a:cubicBezTo>
                    <a:pt x="258" y="536"/>
                    <a:pt x="269" y="542"/>
                    <a:pt x="276" y="550"/>
                  </a:cubicBezTo>
                  <a:cubicBezTo>
                    <a:pt x="284" y="558"/>
                    <a:pt x="287" y="566"/>
                    <a:pt x="290" y="577"/>
                  </a:cubicBezTo>
                  <a:cubicBezTo>
                    <a:pt x="298" y="603"/>
                    <a:pt x="298" y="630"/>
                    <a:pt x="306" y="655"/>
                  </a:cubicBezTo>
                  <a:cubicBezTo>
                    <a:pt x="310" y="665"/>
                    <a:pt x="313" y="680"/>
                    <a:pt x="325" y="684"/>
                  </a:cubicBezTo>
                  <a:cubicBezTo>
                    <a:pt x="332" y="686"/>
                    <a:pt x="337" y="682"/>
                    <a:pt x="341" y="677"/>
                  </a:cubicBezTo>
                  <a:cubicBezTo>
                    <a:pt x="361" y="717"/>
                    <a:pt x="391" y="758"/>
                    <a:pt x="435" y="782"/>
                  </a:cubicBezTo>
                  <a:cubicBezTo>
                    <a:pt x="416" y="789"/>
                    <a:pt x="392" y="798"/>
                    <a:pt x="371" y="802"/>
                  </a:cubicBezTo>
                  <a:cubicBezTo>
                    <a:pt x="331" y="810"/>
                    <a:pt x="225" y="805"/>
                    <a:pt x="181" y="948"/>
                  </a:cubicBezTo>
                  <a:cubicBezTo>
                    <a:pt x="138" y="1090"/>
                    <a:pt x="123" y="1144"/>
                    <a:pt x="89" y="1199"/>
                  </a:cubicBezTo>
                  <a:cubicBezTo>
                    <a:pt x="55" y="1254"/>
                    <a:pt x="62" y="1272"/>
                    <a:pt x="65" y="1312"/>
                  </a:cubicBezTo>
                  <a:cubicBezTo>
                    <a:pt x="68" y="1353"/>
                    <a:pt x="67" y="1472"/>
                    <a:pt x="125" y="1570"/>
                  </a:cubicBezTo>
                  <a:cubicBezTo>
                    <a:pt x="151" y="1614"/>
                    <a:pt x="156" y="1666"/>
                    <a:pt x="178" y="1666"/>
                  </a:cubicBezTo>
                  <a:cubicBezTo>
                    <a:pt x="178" y="1666"/>
                    <a:pt x="165" y="1732"/>
                    <a:pt x="177" y="1748"/>
                  </a:cubicBezTo>
                  <a:cubicBezTo>
                    <a:pt x="189" y="1763"/>
                    <a:pt x="180" y="1810"/>
                    <a:pt x="187" y="1827"/>
                  </a:cubicBezTo>
                  <a:cubicBezTo>
                    <a:pt x="187" y="1827"/>
                    <a:pt x="172" y="1859"/>
                    <a:pt x="183" y="1887"/>
                  </a:cubicBezTo>
                  <a:cubicBezTo>
                    <a:pt x="193" y="1911"/>
                    <a:pt x="192" y="1937"/>
                    <a:pt x="203" y="1934"/>
                  </a:cubicBezTo>
                  <a:cubicBezTo>
                    <a:pt x="112" y="2050"/>
                    <a:pt x="0" y="2243"/>
                    <a:pt x="67" y="2386"/>
                  </a:cubicBezTo>
                  <a:cubicBezTo>
                    <a:pt x="168" y="2602"/>
                    <a:pt x="361" y="2720"/>
                    <a:pt x="563" y="2732"/>
                  </a:cubicBezTo>
                  <a:cubicBezTo>
                    <a:pt x="582" y="2734"/>
                    <a:pt x="605" y="2748"/>
                    <a:pt x="635" y="2758"/>
                  </a:cubicBezTo>
                  <a:cubicBezTo>
                    <a:pt x="635" y="2758"/>
                    <a:pt x="626" y="2808"/>
                    <a:pt x="655" y="2853"/>
                  </a:cubicBezTo>
                  <a:cubicBezTo>
                    <a:pt x="685" y="2898"/>
                    <a:pt x="691" y="2964"/>
                    <a:pt x="704" y="2976"/>
                  </a:cubicBezTo>
                  <a:cubicBezTo>
                    <a:pt x="717" y="2987"/>
                    <a:pt x="727" y="2994"/>
                    <a:pt x="730" y="2986"/>
                  </a:cubicBezTo>
                  <a:cubicBezTo>
                    <a:pt x="730" y="2986"/>
                    <a:pt x="747" y="3013"/>
                    <a:pt x="766" y="3009"/>
                  </a:cubicBezTo>
                  <a:cubicBezTo>
                    <a:pt x="774" y="3008"/>
                    <a:pt x="773" y="3003"/>
                    <a:pt x="773" y="3003"/>
                  </a:cubicBezTo>
                  <a:cubicBezTo>
                    <a:pt x="773" y="3003"/>
                    <a:pt x="783" y="3016"/>
                    <a:pt x="796" y="3014"/>
                  </a:cubicBezTo>
                  <a:cubicBezTo>
                    <a:pt x="804" y="3012"/>
                    <a:pt x="806" y="3010"/>
                    <a:pt x="806" y="3008"/>
                  </a:cubicBezTo>
                  <a:cubicBezTo>
                    <a:pt x="807" y="3015"/>
                    <a:pt x="814" y="3047"/>
                    <a:pt x="842" y="3038"/>
                  </a:cubicBezTo>
                  <a:cubicBezTo>
                    <a:pt x="857" y="3032"/>
                    <a:pt x="847" y="2995"/>
                    <a:pt x="840" y="2980"/>
                  </a:cubicBezTo>
                  <a:cubicBezTo>
                    <a:pt x="837" y="2973"/>
                    <a:pt x="843" y="2964"/>
                    <a:pt x="842" y="2954"/>
                  </a:cubicBezTo>
                  <a:cubicBezTo>
                    <a:pt x="842" y="2954"/>
                    <a:pt x="860" y="2959"/>
                    <a:pt x="870" y="2963"/>
                  </a:cubicBezTo>
                  <a:cubicBezTo>
                    <a:pt x="881" y="2968"/>
                    <a:pt x="893" y="3000"/>
                    <a:pt x="918" y="2994"/>
                  </a:cubicBezTo>
                  <a:cubicBezTo>
                    <a:pt x="943" y="2988"/>
                    <a:pt x="951" y="2966"/>
                    <a:pt x="942" y="2939"/>
                  </a:cubicBezTo>
                  <a:cubicBezTo>
                    <a:pt x="933" y="2912"/>
                    <a:pt x="895" y="2898"/>
                    <a:pt x="895" y="2878"/>
                  </a:cubicBezTo>
                  <a:cubicBezTo>
                    <a:pt x="894" y="2858"/>
                    <a:pt x="907" y="2822"/>
                    <a:pt x="873" y="2798"/>
                  </a:cubicBezTo>
                  <a:cubicBezTo>
                    <a:pt x="840" y="2774"/>
                    <a:pt x="829" y="2747"/>
                    <a:pt x="826" y="2716"/>
                  </a:cubicBezTo>
                  <a:cubicBezTo>
                    <a:pt x="824" y="2695"/>
                    <a:pt x="824" y="2674"/>
                    <a:pt x="821" y="2658"/>
                  </a:cubicBezTo>
                  <a:cubicBezTo>
                    <a:pt x="825" y="2664"/>
                    <a:pt x="829" y="2669"/>
                    <a:pt x="833" y="2671"/>
                  </a:cubicBezTo>
                  <a:cubicBezTo>
                    <a:pt x="833" y="2671"/>
                    <a:pt x="814" y="2718"/>
                    <a:pt x="858" y="2740"/>
                  </a:cubicBezTo>
                  <a:cubicBezTo>
                    <a:pt x="902" y="2763"/>
                    <a:pt x="910" y="2736"/>
                    <a:pt x="910" y="2736"/>
                  </a:cubicBezTo>
                  <a:cubicBezTo>
                    <a:pt x="910" y="2736"/>
                    <a:pt x="913" y="2767"/>
                    <a:pt x="933" y="2764"/>
                  </a:cubicBezTo>
                  <a:cubicBezTo>
                    <a:pt x="933" y="2764"/>
                    <a:pt x="919" y="2786"/>
                    <a:pt x="938" y="2791"/>
                  </a:cubicBezTo>
                  <a:cubicBezTo>
                    <a:pt x="957" y="2796"/>
                    <a:pt x="954" y="2779"/>
                    <a:pt x="963" y="2778"/>
                  </a:cubicBezTo>
                  <a:cubicBezTo>
                    <a:pt x="963" y="2778"/>
                    <a:pt x="963" y="2803"/>
                    <a:pt x="989" y="2794"/>
                  </a:cubicBezTo>
                  <a:cubicBezTo>
                    <a:pt x="1014" y="2784"/>
                    <a:pt x="1021" y="2774"/>
                    <a:pt x="1023" y="2747"/>
                  </a:cubicBezTo>
                  <a:cubicBezTo>
                    <a:pt x="1026" y="2720"/>
                    <a:pt x="1023" y="2699"/>
                    <a:pt x="1026" y="2680"/>
                  </a:cubicBezTo>
                  <a:cubicBezTo>
                    <a:pt x="1029" y="2662"/>
                    <a:pt x="1039" y="2580"/>
                    <a:pt x="993" y="2515"/>
                  </a:cubicBezTo>
                  <a:cubicBezTo>
                    <a:pt x="993" y="2515"/>
                    <a:pt x="1027" y="2499"/>
                    <a:pt x="1031" y="2476"/>
                  </a:cubicBezTo>
                  <a:cubicBezTo>
                    <a:pt x="1035" y="2454"/>
                    <a:pt x="1171" y="2432"/>
                    <a:pt x="1293" y="2256"/>
                  </a:cubicBezTo>
                  <a:cubicBezTo>
                    <a:pt x="1414" y="2080"/>
                    <a:pt x="1477" y="1959"/>
                    <a:pt x="1437" y="1839"/>
                  </a:cubicBezTo>
                  <a:close/>
                  <a:moveTo>
                    <a:pt x="259" y="1686"/>
                  </a:moveTo>
                  <a:cubicBezTo>
                    <a:pt x="259" y="1686"/>
                    <a:pt x="271" y="1701"/>
                    <a:pt x="277" y="1714"/>
                  </a:cubicBezTo>
                  <a:cubicBezTo>
                    <a:pt x="281" y="1726"/>
                    <a:pt x="299" y="1742"/>
                    <a:pt x="315" y="1737"/>
                  </a:cubicBezTo>
                  <a:cubicBezTo>
                    <a:pt x="315" y="1744"/>
                    <a:pt x="315" y="1751"/>
                    <a:pt x="314" y="1757"/>
                  </a:cubicBezTo>
                  <a:cubicBezTo>
                    <a:pt x="310" y="1757"/>
                    <a:pt x="311" y="1758"/>
                    <a:pt x="305" y="1758"/>
                  </a:cubicBezTo>
                  <a:cubicBezTo>
                    <a:pt x="297" y="1759"/>
                    <a:pt x="279" y="1748"/>
                    <a:pt x="271" y="1751"/>
                  </a:cubicBezTo>
                  <a:cubicBezTo>
                    <a:pt x="263" y="1754"/>
                    <a:pt x="269" y="1742"/>
                    <a:pt x="266" y="1740"/>
                  </a:cubicBezTo>
                  <a:cubicBezTo>
                    <a:pt x="263" y="1738"/>
                    <a:pt x="267" y="1712"/>
                    <a:pt x="261" y="1709"/>
                  </a:cubicBezTo>
                  <a:cubicBezTo>
                    <a:pt x="255" y="1706"/>
                    <a:pt x="259" y="1686"/>
                    <a:pt x="259" y="1686"/>
                  </a:cubicBezTo>
                  <a:close/>
                  <a:moveTo>
                    <a:pt x="220" y="1911"/>
                  </a:moveTo>
                  <a:cubicBezTo>
                    <a:pt x="223" y="1899"/>
                    <a:pt x="219" y="1886"/>
                    <a:pt x="213" y="1880"/>
                  </a:cubicBezTo>
                  <a:cubicBezTo>
                    <a:pt x="205" y="1872"/>
                    <a:pt x="213" y="1864"/>
                    <a:pt x="213" y="1864"/>
                  </a:cubicBezTo>
                  <a:cubicBezTo>
                    <a:pt x="213" y="1864"/>
                    <a:pt x="227" y="1875"/>
                    <a:pt x="245" y="1883"/>
                  </a:cubicBezTo>
                  <a:cubicBezTo>
                    <a:pt x="237" y="1892"/>
                    <a:pt x="229" y="1901"/>
                    <a:pt x="220" y="1911"/>
                  </a:cubicBezTo>
                  <a:close/>
                  <a:moveTo>
                    <a:pt x="297" y="1830"/>
                  </a:moveTo>
                  <a:cubicBezTo>
                    <a:pt x="293" y="1832"/>
                    <a:pt x="286" y="1839"/>
                    <a:pt x="276" y="1849"/>
                  </a:cubicBezTo>
                  <a:cubicBezTo>
                    <a:pt x="272" y="1845"/>
                    <a:pt x="253" y="1823"/>
                    <a:pt x="246" y="1821"/>
                  </a:cubicBezTo>
                  <a:cubicBezTo>
                    <a:pt x="238" y="1818"/>
                    <a:pt x="233" y="1801"/>
                    <a:pt x="233" y="1801"/>
                  </a:cubicBezTo>
                  <a:cubicBezTo>
                    <a:pt x="233" y="1801"/>
                    <a:pt x="277" y="1812"/>
                    <a:pt x="303" y="1801"/>
                  </a:cubicBezTo>
                  <a:cubicBezTo>
                    <a:pt x="308" y="1799"/>
                    <a:pt x="312" y="1797"/>
                    <a:pt x="316" y="1796"/>
                  </a:cubicBezTo>
                  <a:cubicBezTo>
                    <a:pt x="315" y="1809"/>
                    <a:pt x="311" y="1821"/>
                    <a:pt x="297" y="1830"/>
                  </a:cubicBezTo>
                  <a:close/>
                  <a:moveTo>
                    <a:pt x="810" y="2302"/>
                  </a:moveTo>
                  <a:cubicBezTo>
                    <a:pt x="795" y="2326"/>
                    <a:pt x="770" y="2358"/>
                    <a:pt x="767" y="2388"/>
                  </a:cubicBezTo>
                  <a:cubicBezTo>
                    <a:pt x="762" y="2442"/>
                    <a:pt x="721" y="2442"/>
                    <a:pt x="711" y="2483"/>
                  </a:cubicBezTo>
                  <a:cubicBezTo>
                    <a:pt x="709" y="2492"/>
                    <a:pt x="708" y="2503"/>
                    <a:pt x="708" y="2515"/>
                  </a:cubicBezTo>
                  <a:cubicBezTo>
                    <a:pt x="703" y="2511"/>
                    <a:pt x="698" y="2507"/>
                    <a:pt x="693" y="2504"/>
                  </a:cubicBezTo>
                  <a:cubicBezTo>
                    <a:pt x="640" y="2469"/>
                    <a:pt x="601" y="2412"/>
                    <a:pt x="590" y="2390"/>
                  </a:cubicBezTo>
                  <a:cubicBezTo>
                    <a:pt x="579" y="2367"/>
                    <a:pt x="557" y="2328"/>
                    <a:pt x="490" y="2336"/>
                  </a:cubicBezTo>
                  <a:cubicBezTo>
                    <a:pt x="490" y="2336"/>
                    <a:pt x="507" y="2311"/>
                    <a:pt x="507" y="2288"/>
                  </a:cubicBezTo>
                  <a:cubicBezTo>
                    <a:pt x="507" y="2288"/>
                    <a:pt x="517" y="2278"/>
                    <a:pt x="551" y="2276"/>
                  </a:cubicBezTo>
                  <a:cubicBezTo>
                    <a:pt x="586" y="2275"/>
                    <a:pt x="675" y="2208"/>
                    <a:pt x="682" y="2192"/>
                  </a:cubicBezTo>
                  <a:cubicBezTo>
                    <a:pt x="689" y="2176"/>
                    <a:pt x="705" y="2164"/>
                    <a:pt x="703" y="2159"/>
                  </a:cubicBezTo>
                  <a:cubicBezTo>
                    <a:pt x="717" y="2171"/>
                    <a:pt x="750" y="2202"/>
                    <a:pt x="789" y="2200"/>
                  </a:cubicBezTo>
                  <a:cubicBezTo>
                    <a:pt x="827" y="2199"/>
                    <a:pt x="863" y="2215"/>
                    <a:pt x="863" y="2215"/>
                  </a:cubicBezTo>
                  <a:cubicBezTo>
                    <a:pt x="863" y="2215"/>
                    <a:pt x="825" y="2278"/>
                    <a:pt x="810" y="2302"/>
                  </a:cubicBezTo>
                  <a:close/>
                  <a:moveTo>
                    <a:pt x="1183" y="1484"/>
                  </a:moveTo>
                  <a:cubicBezTo>
                    <a:pt x="1174" y="1512"/>
                    <a:pt x="1173" y="1542"/>
                    <a:pt x="1173" y="1542"/>
                  </a:cubicBezTo>
                  <a:cubicBezTo>
                    <a:pt x="1147" y="1548"/>
                    <a:pt x="1126" y="1590"/>
                    <a:pt x="1118" y="1619"/>
                  </a:cubicBezTo>
                  <a:cubicBezTo>
                    <a:pt x="1115" y="1629"/>
                    <a:pt x="1116" y="1637"/>
                    <a:pt x="1118" y="1643"/>
                  </a:cubicBezTo>
                  <a:cubicBezTo>
                    <a:pt x="1114" y="1643"/>
                    <a:pt x="1110" y="1643"/>
                    <a:pt x="1106" y="1643"/>
                  </a:cubicBezTo>
                  <a:cubicBezTo>
                    <a:pt x="1100" y="1643"/>
                    <a:pt x="1093" y="1644"/>
                    <a:pt x="1085" y="1646"/>
                  </a:cubicBezTo>
                  <a:cubicBezTo>
                    <a:pt x="1101" y="1608"/>
                    <a:pt x="1109" y="1556"/>
                    <a:pt x="1103" y="1475"/>
                  </a:cubicBezTo>
                  <a:cubicBezTo>
                    <a:pt x="1085" y="1235"/>
                    <a:pt x="1029" y="1191"/>
                    <a:pt x="1031" y="1124"/>
                  </a:cubicBezTo>
                  <a:cubicBezTo>
                    <a:pt x="1031" y="1117"/>
                    <a:pt x="1031" y="1110"/>
                    <a:pt x="1030" y="1104"/>
                  </a:cubicBezTo>
                  <a:cubicBezTo>
                    <a:pt x="1032" y="1105"/>
                    <a:pt x="1033" y="1106"/>
                    <a:pt x="1033" y="1106"/>
                  </a:cubicBezTo>
                  <a:cubicBezTo>
                    <a:pt x="1047" y="1116"/>
                    <a:pt x="1082" y="1180"/>
                    <a:pt x="1082" y="1180"/>
                  </a:cubicBezTo>
                  <a:cubicBezTo>
                    <a:pt x="1102" y="1247"/>
                    <a:pt x="1135" y="1236"/>
                    <a:pt x="1139" y="1283"/>
                  </a:cubicBezTo>
                  <a:cubicBezTo>
                    <a:pt x="1143" y="1330"/>
                    <a:pt x="1193" y="1456"/>
                    <a:pt x="1183" y="1484"/>
                  </a:cubicBezTo>
                  <a:close/>
                </a:path>
              </a:pathLst>
            </a:custGeom>
            <a:noFill/>
            <a:ln w="19050" cmpd="sng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B1DFF5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61457" name="Freeform 64">
              <a:extLst>
                <a:ext uri="{FF2B5EF4-FFF2-40B4-BE49-F238E27FC236}">
                  <a16:creationId xmlns:a16="http://schemas.microsoft.com/office/drawing/2014/main" id="{519F22E8-7B8D-4EF9-979D-78D6359AE30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147" y="874"/>
              <a:ext cx="817" cy="1685"/>
            </a:xfrm>
            <a:custGeom>
              <a:avLst/>
              <a:gdLst>
                <a:gd name="T0" fmla="*/ 237 w 1477"/>
                <a:gd name="T1" fmla="*/ 301 h 3047"/>
                <a:gd name="T2" fmla="*/ 233 w 1477"/>
                <a:gd name="T3" fmla="*/ 279 h 3047"/>
                <a:gd name="T4" fmla="*/ 236 w 1477"/>
                <a:gd name="T5" fmla="*/ 218 h 3047"/>
                <a:gd name="T6" fmla="*/ 227 w 1477"/>
                <a:gd name="T7" fmla="*/ 189 h 3047"/>
                <a:gd name="T8" fmla="*/ 162 w 1477"/>
                <a:gd name="T9" fmla="*/ 123 h 3047"/>
                <a:gd name="T10" fmla="*/ 139 w 1477"/>
                <a:gd name="T11" fmla="*/ 122 h 3047"/>
                <a:gd name="T12" fmla="*/ 139 w 1477"/>
                <a:gd name="T13" fmla="*/ 121 h 3047"/>
                <a:gd name="T14" fmla="*/ 146 w 1477"/>
                <a:gd name="T15" fmla="*/ 100 h 3047"/>
                <a:gd name="T16" fmla="*/ 151 w 1477"/>
                <a:gd name="T17" fmla="*/ 85 h 3047"/>
                <a:gd name="T18" fmla="*/ 147 w 1477"/>
                <a:gd name="T19" fmla="*/ 73 h 3047"/>
                <a:gd name="T20" fmla="*/ 82 w 1477"/>
                <a:gd name="T21" fmla="*/ 9 h 3047"/>
                <a:gd name="T22" fmla="*/ 48 w 1477"/>
                <a:gd name="T23" fmla="*/ 85 h 3047"/>
                <a:gd name="T24" fmla="*/ 47 w 1477"/>
                <a:gd name="T25" fmla="*/ 93 h 3047"/>
                <a:gd name="T26" fmla="*/ 51 w 1477"/>
                <a:gd name="T27" fmla="*/ 111 h 3047"/>
                <a:gd name="T28" fmla="*/ 58 w 1477"/>
                <a:gd name="T29" fmla="*/ 114 h 3047"/>
                <a:gd name="T30" fmla="*/ 63 w 1477"/>
                <a:gd name="T31" fmla="*/ 136 h 3047"/>
                <a:gd name="T32" fmla="*/ 15 w 1477"/>
                <a:gd name="T33" fmla="*/ 203 h 3047"/>
                <a:gd name="T34" fmla="*/ 21 w 1477"/>
                <a:gd name="T35" fmla="*/ 265 h 3047"/>
                <a:gd name="T36" fmla="*/ 30 w 1477"/>
                <a:gd name="T37" fmla="*/ 296 h 3047"/>
                <a:gd name="T38" fmla="*/ 31 w 1477"/>
                <a:gd name="T39" fmla="*/ 319 h 3047"/>
                <a:gd name="T40" fmla="*/ 11 w 1477"/>
                <a:gd name="T41" fmla="*/ 403 h 3047"/>
                <a:gd name="T42" fmla="*/ 107 w 1477"/>
                <a:gd name="T43" fmla="*/ 466 h 3047"/>
                <a:gd name="T44" fmla="*/ 119 w 1477"/>
                <a:gd name="T45" fmla="*/ 503 h 3047"/>
                <a:gd name="T46" fmla="*/ 130 w 1477"/>
                <a:gd name="T47" fmla="*/ 509 h 3047"/>
                <a:gd name="T48" fmla="*/ 134 w 1477"/>
                <a:gd name="T49" fmla="*/ 510 h 3047"/>
                <a:gd name="T50" fmla="*/ 143 w 1477"/>
                <a:gd name="T51" fmla="*/ 514 h 3047"/>
                <a:gd name="T52" fmla="*/ 143 w 1477"/>
                <a:gd name="T53" fmla="*/ 500 h 3047"/>
                <a:gd name="T54" fmla="*/ 155 w 1477"/>
                <a:gd name="T55" fmla="*/ 507 h 3047"/>
                <a:gd name="T56" fmla="*/ 152 w 1477"/>
                <a:gd name="T57" fmla="*/ 487 h 3047"/>
                <a:gd name="T58" fmla="*/ 140 w 1477"/>
                <a:gd name="T59" fmla="*/ 460 h 3047"/>
                <a:gd name="T60" fmla="*/ 141 w 1477"/>
                <a:gd name="T61" fmla="*/ 452 h 3047"/>
                <a:gd name="T62" fmla="*/ 154 w 1477"/>
                <a:gd name="T63" fmla="*/ 463 h 3047"/>
                <a:gd name="T64" fmla="*/ 159 w 1477"/>
                <a:gd name="T65" fmla="*/ 472 h 3047"/>
                <a:gd name="T66" fmla="*/ 168 w 1477"/>
                <a:gd name="T67" fmla="*/ 472 h 3047"/>
                <a:gd name="T68" fmla="*/ 174 w 1477"/>
                <a:gd name="T69" fmla="*/ 453 h 3047"/>
                <a:gd name="T70" fmla="*/ 174 w 1477"/>
                <a:gd name="T71" fmla="*/ 419 h 3047"/>
                <a:gd name="T72" fmla="*/ 243 w 1477"/>
                <a:gd name="T73" fmla="*/ 311 h 3047"/>
                <a:gd name="T74" fmla="*/ 47 w 1477"/>
                <a:gd name="T75" fmla="*/ 290 h 3047"/>
                <a:gd name="T76" fmla="*/ 53 w 1477"/>
                <a:gd name="T77" fmla="*/ 298 h 3047"/>
                <a:gd name="T78" fmla="*/ 46 w 1477"/>
                <a:gd name="T79" fmla="*/ 296 h 3047"/>
                <a:gd name="T80" fmla="*/ 44 w 1477"/>
                <a:gd name="T81" fmla="*/ 289 h 3047"/>
                <a:gd name="T82" fmla="*/ 37 w 1477"/>
                <a:gd name="T83" fmla="*/ 324 h 3047"/>
                <a:gd name="T84" fmla="*/ 36 w 1477"/>
                <a:gd name="T85" fmla="*/ 315 h 3047"/>
                <a:gd name="T86" fmla="*/ 37 w 1477"/>
                <a:gd name="T87" fmla="*/ 324 h 3047"/>
                <a:gd name="T88" fmla="*/ 47 w 1477"/>
                <a:gd name="T89" fmla="*/ 313 h 3047"/>
                <a:gd name="T90" fmla="*/ 39 w 1477"/>
                <a:gd name="T91" fmla="*/ 305 h 3047"/>
                <a:gd name="T92" fmla="*/ 54 w 1477"/>
                <a:gd name="T93" fmla="*/ 304 h 3047"/>
                <a:gd name="T94" fmla="*/ 137 w 1477"/>
                <a:gd name="T95" fmla="*/ 389 h 3047"/>
                <a:gd name="T96" fmla="*/ 120 w 1477"/>
                <a:gd name="T97" fmla="*/ 420 h 3047"/>
                <a:gd name="T98" fmla="*/ 117 w 1477"/>
                <a:gd name="T99" fmla="*/ 424 h 3047"/>
                <a:gd name="T100" fmla="*/ 83 w 1477"/>
                <a:gd name="T101" fmla="*/ 395 h 3047"/>
                <a:gd name="T102" fmla="*/ 93 w 1477"/>
                <a:gd name="T103" fmla="*/ 385 h 3047"/>
                <a:gd name="T104" fmla="*/ 119 w 1477"/>
                <a:gd name="T105" fmla="*/ 365 h 3047"/>
                <a:gd name="T106" fmla="*/ 146 w 1477"/>
                <a:gd name="T107" fmla="*/ 374 h 3047"/>
                <a:gd name="T108" fmla="*/ 200 w 1477"/>
                <a:gd name="T109" fmla="*/ 251 h 3047"/>
                <a:gd name="T110" fmla="*/ 189 w 1477"/>
                <a:gd name="T111" fmla="*/ 274 h 3047"/>
                <a:gd name="T112" fmla="*/ 188 w 1477"/>
                <a:gd name="T113" fmla="*/ 278 h 3047"/>
                <a:gd name="T114" fmla="*/ 186 w 1477"/>
                <a:gd name="T115" fmla="*/ 249 h 3047"/>
                <a:gd name="T116" fmla="*/ 174 w 1477"/>
                <a:gd name="T117" fmla="*/ 187 h 3047"/>
                <a:gd name="T118" fmla="*/ 183 w 1477"/>
                <a:gd name="T119" fmla="*/ 200 h 3047"/>
                <a:gd name="T120" fmla="*/ 200 w 1477"/>
                <a:gd name="T121" fmla="*/ 251 h 3047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1477" h="3047">
                  <a:moveTo>
                    <a:pt x="1437" y="1839"/>
                  </a:moveTo>
                  <a:cubicBezTo>
                    <a:pt x="1430" y="1817"/>
                    <a:pt x="1417" y="1797"/>
                    <a:pt x="1400" y="1778"/>
                  </a:cubicBezTo>
                  <a:cubicBezTo>
                    <a:pt x="1406" y="1759"/>
                    <a:pt x="1416" y="1733"/>
                    <a:pt x="1403" y="1711"/>
                  </a:cubicBezTo>
                  <a:cubicBezTo>
                    <a:pt x="1386" y="1682"/>
                    <a:pt x="1374" y="1662"/>
                    <a:pt x="1378" y="1650"/>
                  </a:cubicBezTo>
                  <a:cubicBezTo>
                    <a:pt x="1382" y="1638"/>
                    <a:pt x="1378" y="1610"/>
                    <a:pt x="1378" y="1610"/>
                  </a:cubicBezTo>
                  <a:cubicBezTo>
                    <a:pt x="1421" y="1580"/>
                    <a:pt x="1395" y="1319"/>
                    <a:pt x="1393" y="1288"/>
                  </a:cubicBezTo>
                  <a:cubicBezTo>
                    <a:pt x="1390" y="1258"/>
                    <a:pt x="1395" y="1230"/>
                    <a:pt x="1378" y="1204"/>
                  </a:cubicBezTo>
                  <a:cubicBezTo>
                    <a:pt x="1361" y="1179"/>
                    <a:pt x="1375" y="1191"/>
                    <a:pt x="1342" y="1120"/>
                  </a:cubicBezTo>
                  <a:cubicBezTo>
                    <a:pt x="1309" y="1050"/>
                    <a:pt x="1203" y="959"/>
                    <a:pt x="1138" y="820"/>
                  </a:cubicBezTo>
                  <a:cubicBezTo>
                    <a:pt x="1089" y="716"/>
                    <a:pt x="981" y="728"/>
                    <a:pt x="957" y="726"/>
                  </a:cubicBezTo>
                  <a:cubicBezTo>
                    <a:pt x="933" y="723"/>
                    <a:pt x="877" y="726"/>
                    <a:pt x="847" y="730"/>
                  </a:cubicBezTo>
                  <a:cubicBezTo>
                    <a:pt x="837" y="731"/>
                    <a:pt x="830" y="726"/>
                    <a:pt x="825" y="720"/>
                  </a:cubicBezTo>
                  <a:cubicBezTo>
                    <a:pt x="823" y="716"/>
                    <a:pt x="823" y="714"/>
                    <a:pt x="823" y="714"/>
                  </a:cubicBezTo>
                  <a:cubicBezTo>
                    <a:pt x="821" y="712"/>
                    <a:pt x="821" y="712"/>
                    <a:pt x="821" y="712"/>
                  </a:cubicBezTo>
                  <a:cubicBezTo>
                    <a:pt x="831" y="698"/>
                    <a:pt x="839" y="684"/>
                    <a:pt x="844" y="667"/>
                  </a:cubicBezTo>
                  <a:cubicBezTo>
                    <a:pt x="853" y="638"/>
                    <a:pt x="859" y="612"/>
                    <a:pt x="862" y="588"/>
                  </a:cubicBezTo>
                  <a:cubicBezTo>
                    <a:pt x="876" y="604"/>
                    <a:pt x="893" y="602"/>
                    <a:pt x="901" y="578"/>
                  </a:cubicBezTo>
                  <a:cubicBezTo>
                    <a:pt x="908" y="552"/>
                    <a:pt x="892" y="526"/>
                    <a:pt x="893" y="501"/>
                  </a:cubicBezTo>
                  <a:cubicBezTo>
                    <a:pt x="893" y="480"/>
                    <a:pt x="922" y="448"/>
                    <a:pt x="915" y="429"/>
                  </a:cubicBezTo>
                  <a:cubicBezTo>
                    <a:pt x="908" y="409"/>
                    <a:pt x="881" y="423"/>
                    <a:pt x="868" y="433"/>
                  </a:cubicBezTo>
                  <a:cubicBezTo>
                    <a:pt x="873" y="394"/>
                    <a:pt x="859" y="315"/>
                    <a:pt x="848" y="290"/>
                  </a:cubicBezTo>
                  <a:cubicBezTo>
                    <a:pt x="836" y="264"/>
                    <a:pt x="770" y="0"/>
                    <a:pt x="485" y="54"/>
                  </a:cubicBezTo>
                  <a:cubicBezTo>
                    <a:pt x="408" y="68"/>
                    <a:pt x="234" y="168"/>
                    <a:pt x="264" y="414"/>
                  </a:cubicBezTo>
                  <a:cubicBezTo>
                    <a:pt x="268" y="448"/>
                    <a:pt x="277" y="478"/>
                    <a:pt x="286" y="505"/>
                  </a:cubicBezTo>
                  <a:cubicBezTo>
                    <a:pt x="271" y="503"/>
                    <a:pt x="250" y="502"/>
                    <a:pt x="256" y="526"/>
                  </a:cubicBezTo>
                  <a:cubicBezTo>
                    <a:pt x="258" y="536"/>
                    <a:pt x="269" y="542"/>
                    <a:pt x="276" y="550"/>
                  </a:cubicBezTo>
                  <a:cubicBezTo>
                    <a:pt x="284" y="558"/>
                    <a:pt x="287" y="566"/>
                    <a:pt x="290" y="577"/>
                  </a:cubicBezTo>
                  <a:cubicBezTo>
                    <a:pt x="298" y="603"/>
                    <a:pt x="298" y="630"/>
                    <a:pt x="306" y="655"/>
                  </a:cubicBezTo>
                  <a:cubicBezTo>
                    <a:pt x="310" y="665"/>
                    <a:pt x="313" y="680"/>
                    <a:pt x="325" y="684"/>
                  </a:cubicBezTo>
                  <a:cubicBezTo>
                    <a:pt x="332" y="686"/>
                    <a:pt x="337" y="682"/>
                    <a:pt x="341" y="677"/>
                  </a:cubicBezTo>
                  <a:cubicBezTo>
                    <a:pt x="361" y="717"/>
                    <a:pt x="391" y="758"/>
                    <a:pt x="435" y="782"/>
                  </a:cubicBezTo>
                  <a:cubicBezTo>
                    <a:pt x="416" y="789"/>
                    <a:pt x="392" y="798"/>
                    <a:pt x="371" y="802"/>
                  </a:cubicBezTo>
                  <a:cubicBezTo>
                    <a:pt x="331" y="810"/>
                    <a:pt x="225" y="805"/>
                    <a:pt x="181" y="948"/>
                  </a:cubicBezTo>
                  <a:cubicBezTo>
                    <a:pt x="138" y="1090"/>
                    <a:pt x="123" y="1144"/>
                    <a:pt x="89" y="1199"/>
                  </a:cubicBezTo>
                  <a:cubicBezTo>
                    <a:pt x="55" y="1254"/>
                    <a:pt x="62" y="1272"/>
                    <a:pt x="65" y="1312"/>
                  </a:cubicBezTo>
                  <a:cubicBezTo>
                    <a:pt x="68" y="1353"/>
                    <a:pt x="67" y="1472"/>
                    <a:pt x="125" y="1570"/>
                  </a:cubicBezTo>
                  <a:cubicBezTo>
                    <a:pt x="151" y="1614"/>
                    <a:pt x="156" y="1666"/>
                    <a:pt x="178" y="1666"/>
                  </a:cubicBezTo>
                  <a:cubicBezTo>
                    <a:pt x="178" y="1666"/>
                    <a:pt x="165" y="1732"/>
                    <a:pt x="177" y="1748"/>
                  </a:cubicBezTo>
                  <a:cubicBezTo>
                    <a:pt x="189" y="1763"/>
                    <a:pt x="180" y="1810"/>
                    <a:pt x="187" y="1827"/>
                  </a:cubicBezTo>
                  <a:cubicBezTo>
                    <a:pt x="187" y="1827"/>
                    <a:pt x="172" y="1859"/>
                    <a:pt x="183" y="1887"/>
                  </a:cubicBezTo>
                  <a:cubicBezTo>
                    <a:pt x="193" y="1911"/>
                    <a:pt x="192" y="1937"/>
                    <a:pt x="203" y="1934"/>
                  </a:cubicBezTo>
                  <a:cubicBezTo>
                    <a:pt x="112" y="2050"/>
                    <a:pt x="0" y="2243"/>
                    <a:pt x="67" y="2386"/>
                  </a:cubicBezTo>
                  <a:cubicBezTo>
                    <a:pt x="168" y="2602"/>
                    <a:pt x="361" y="2720"/>
                    <a:pt x="563" y="2732"/>
                  </a:cubicBezTo>
                  <a:cubicBezTo>
                    <a:pt x="582" y="2734"/>
                    <a:pt x="605" y="2748"/>
                    <a:pt x="635" y="2758"/>
                  </a:cubicBezTo>
                  <a:cubicBezTo>
                    <a:pt x="635" y="2758"/>
                    <a:pt x="626" y="2808"/>
                    <a:pt x="655" y="2853"/>
                  </a:cubicBezTo>
                  <a:cubicBezTo>
                    <a:pt x="685" y="2898"/>
                    <a:pt x="691" y="2964"/>
                    <a:pt x="704" y="2976"/>
                  </a:cubicBezTo>
                  <a:cubicBezTo>
                    <a:pt x="717" y="2987"/>
                    <a:pt x="727" y="2994"/>
                    <a:pt x="730" y="2986"/>
                  </a:cubicBezTo>
                  <a:cubicBezTo>
                    <a:pt x="730" y="2986"/>
                    <a:pt x="747" y="3013"/>
                    <a:pt x="766" y="3009"/>
                  </a:cubicBezTo>
                  <a:cubicBezTo>
                    <a:pt x="774" y="3008"/>
                    <a:pt x="773" y="3003"/>
                    <a:pt x="773" y="3003"/>
                  </a:cubicBezTo>
                  <a:cubicBezTo>
                    <a:pt x="773" y="3003"/>
                    <a:pt x="783" y="3016"/>
                    <a:pt x="796" y="3014"/>
                  </a:cubicBezTo>
                  <a:cubicBezTo>
                    <a:pt x="804" y="3012"/>
                    <a:pt x="806" y="3010"/>
                    <a:pt x="806" y="3008"/>
                  </a:cubicBezTo>
                  <a:cubicBezTo>
                    <a:pt x="807" y="3015"/>
                    <a:pt x="814" y="3047"/>
                    <a:pt x="842" y="3038"/>
                  </a:cubicBezTo>
                  <a:cubicBezTo>
                    <a:pt x="857" y="3032"/>
                    <a:pt x="847" y="2995"/>
                    <a:pt x="840" y="2980"/>
                  </a:cubicBezTo>
                  <a:cubicBezTo>
                    <a:pt x="837" y="2973"/>
                    <a:pt x="843" y="2964"/>
                    <a:pt x="842" y="2954"/>
                  </a:cubicBezTo>
                  <a:cubicBezTo>
                    <a:pt x="842" y="2954"/>
                    <a:pt x="860" y="2959"/>
                    <a:pt x="870" y="2963"/>
                  </a:cubicBezTo>
                  <a:cubicBezTo>
                    <a:pt x="881" y="2968"/>
                    <a:pt x="893" y="3000"/>
                    <a:pt x="918" y="2994"/>
                  </a:cubicBezTo>
                  <a:cubicBezTo>
                    <a:pt x="943" y="2988"/>
                    <a:pt x="951" y="2966"/>
                    <a:pt x="942" y="2939"/>
                  </a:cubicBezTo>
                  <a:cubicBezTo>
                    <a:pt x="933" y="2912"/>
                    <a:pt x="895" y="2898"/>
                    <a:pt x="895" y="2878"/>
                  </a:cubicBezTo>
                  <a:cubicBezTo>
                    <a:pt x="894" y="2858"/>
                    <a:pt x="907" y="2822"/>
                    <a:pt x="873" y="2798"/>
                  </a:cubicBezTo>
                  <a:cubicBezTo>
                    <a:pt x="840" y="2774"/>
                    <a:pt x="829" y="2747"/>
                    <a:pt x="826" y="2716"/>
                  </a:cubicBezTo>
                  <a:cubicBezTo>
                    <a:pt x="824" y="2695"/>
                    <a:pt x="824" y="2674"/>
                    <a:pt x="821" y="2658"/>
                  </a:cubicBezTo>
                  <a:cubicBezTo>
                    <a:pt x="825" y="2664"/>
                    <a:pt x="829" y="2669"/>
                    <a:pt x="833" y="2671"/>
                  </a:cubicBezTo>
                  <a:cubicBezTo>
                    <a:pt x="833" y="2671"/>
                    <a:pt x="814" y="2718"/>
                    <a:pt x="858" y="2740"/>
                  </a:cubicBezTo>
                  <a:cubicBezTo>
                    <a:pt x="902" y="2763"/>
                    <a:pt x="910" y="2736"/>
                    <a:pt x="910" y="2736"/>
                  </a:cubicBezTo>
                  <a:cubicBezTo>
                    <a:pt x="910" y="2736"/>
                    <a:pt x="913" y="2767"/>
                    <a:pt x="933" y="2764"/>
                  </a:cubicBezTo>
                  <a:cubicBezTo>
                    <a:pt x="933" y="2764"/>
                    <a:pt x="919" y="2786"/>
                    <a:pt x="938" y="2791"/>
                  </a:cubicBezTo>
                  <a:cubicBezTo>
                    <a:pt x="957" y="2796"/>
                    <a:pt x="954" y="2779"/>
                    <a:pt x="963" y="2778"/>
                  </a:cubicBezTo>
                  <a:cubicBezTo>
                    <a:pt x="963" y="2778"/>
                    <a:pt x="963" y="2803"/>
                    <a:pt x="989" y="2794"/>
                  </a:cubicBezTo>
                  <a:cubicBezTo>
                    <a:pt x="1014" y="2784"/>
                    <a:pt x="1021" y="2774"/>
                    <a:pt x="1023" y="2747"/>
                  </a:cubicBezTo>
                  <a:cubicBezTo>
                    <a:pt x="1026" y="2720"/>
                    <a:pt x="1023" y="2699"/>
                    <a:pt x="1026" y="2680"/>
                  </a:cubicBezTo>
                  <a:cubicBezTo>
                    <a:pt x="1029" y="2662"/>
                    <a:pt x="1039" y="2580"/>
                    <a:pt x="993" y="2515"/>
                  </a:cubicBezTo>
                  <a:cubicBezTo>
                    <a:pt x="993" y="2515"/>
                    <a:pt x="1027" y="2499"/>
                    <a:pt x="1031" y="2476"/>
                  </a:cubicBezTo>
                  <a:cubicBezTo>
                    <a:pt x="1035" y="2454"/>
                    <a:pt x="1171" y="2432"/>
                    <a:pt x="1293" y="2256"/>
                  </a:cubicBezTo>
                  <a:cubicBezTo>
                    <a:pt x="1414" y="2080"/>
                    <a:pt x="1477" y="1959"/>
                    <a:pt x="1437" y="1839"/>
                  </a:cubicBezTo>
                  <a:close/>
                  <a:moveTo>
                    <a:pt x="259" y="1686"/>
                  </a:moveTo>
                  <a:cubicBezTo>
                    <a:pt x="259" y="1686"/>
                    <a:pt x="271" y="1701"/>
                    <a:pt x="277" y="1714"/>
                  </a:cubicBezTo>
                  <a:cubicBezTo>
                    <a:pt x="281" y="1726"/>
                    <a:pt x="299" y="1742"/>
                    <a:pt x="315" y="1737"/>
                  </a:cubicBezTo>
                  <a:cubicBezTo>
                    <a:pt x="315" y="1744"/>
                    <a:pt x="315" y="1751"/>
                    <a:pt x="314" y="1757"/>
                  </a:cubicBezTo>
                  <a:cubicBezTo>
                    <a:pt x="310" y="1757"/>
                    <a:pt x="311" y="1758"/>
                    <a:pt x="305" y="1758"/>
                  </a:cubicBezTo>
                  <a:cubicBezTo>
                    <a:pt x="297" y="1759"/>
                    <a:pt x="279" y="1748"/>
                    <a:pt x="271" y="1751"/>
                  </a:cubicBezTo>
                  <a:cubicBezTo>
                    <a:pt x="263" y="1754"/>
                    <a:pt x="269" y="1742"/>
                    <a:pt x="266" y="1740"/>
                  </a:cubicBezTo>
                  <a:cubicBezTo>
                    <a:pt x="263" y="1738"/>
                    <a:pt x="267" y="1712"/>
                    <a:pt x="261" y="1709"/>
                  </a:cubicBezTo>
                  <a:cubicBezTo>
                    <a:pt x="255" y="1706"/>
                    <a:pt x="259" y="1686"/>
                    <a:pt x="259" y="1686"/>
                  </a:cubicBezTo>
                  <a:close/>
                  <a:moveTo>
                    <a:pt x="220" y="1911"/>
                  </a:moveTo>
                  <a:cubicBezTo>
                    <a:pt x="223" y="1899"/>
                    <a:pt x="219" y="1886"/>
                    <a:pt x="213" y="1880"/>
                  </a:cubicBezTo>
                  <a:cubicBezTo>
                    <a:pt x="205" y="1872"/>
                    <a:pt x="213" y="1864"/>
                    <a:pt x="213" y="1864"/>
                  </a:cubicBezTo>
                  <a:cubicBezTo>
                    <a:pt x="213" y="1864"/>
                    <a:pt x="227" y="1875"/>
                    <a:pt x="245" y="1883"/>
                  </a:cubicBezTo>
                  <a:cubicBezTo>
                    <a:pt x="237" y="1892"/>
                    <a:pt x="229" y="1901"/>
                    <a:pt x="220" y="1911"/>
                  </a:cubicBezTo>
                  <a:close/>
                  <a:moveTo>
                    <a:pt x="297" y="1830"/>
                  </a:moveTo>
                  <a:cubicBezTo>
                    <a:pt x="293" y="1832"/>
                    <a:pt x="286" y="1839"/>
                    <a:pt x="276" y="1849"/>
                  </a:cubicBezTo>
                  <a:cubicBezTo>
                    <a:pt x="272" y="1845"/>
                    <a:pt x="253" y="1823"/>
                    <a:pt x="246" y="1821"/>
                  </a:cubicBezTo>
                  <a:cubicBezTo>
                    <a:pt x="238" y="1818"/>
                    <a:pt x="233" y="1801"/>
                    <a:pt x="233" y="1801"/>
                  </a:cubicBezTo>
                  <a:cubicBezTo>
                    <a:pt x="233" y="1801"/>
                    <a:pt x="277" y="1812"/>
                    <a:pt x="303" y="1801"/>
                  </a:cubicBezTo>
                  <a:cubicBezTo>
                    <a:pt x="308" y="1799"/>
                    <a:pt x="312" y="1797"/>
                    <a:pt x="316" y="1796"/>
                  </a:cubicBezTo>
                  <a:cubicBezTo>
                    <a:pt x="315" y="1809"/>
                    <a:pt x="311" y="1821"/>
                    <a:pt x="297" y="1830"/>
                  </a:cubicBezTo>
                  <a:close/>
                  <a:moveTo>
                    <a:pt x="810" y="2302"/>
                  </a:moveTo>
                  <a:cubicBezTo>
                    <a:pt x="795" y="2326"/>
                    <a:pt x="770" y="2358"/>
                    <a:pt x="767" y="2388"/>
                  </a:cubicBezTo>
                  <a:cubicBezTo>
                    <a:pt x="762" y="2442"/>
                    <a:pt x="721" y="2442"/>
                    <a:pt x="711" y="2483"/>
                  </a:cubicBezTo>
                  <a:cubicBezTo>
                    <a:pt x="709" y="2492"/>
                    <a:pt x="708" y="2503"/>
                    <a:pt x="708" y="2515"/>
                  </a:cubicBezTo>
                  <a:cubicBezTo>
                    <a:pt x="703" y="2511"/>
                    <a:pt x="698" y="2507"/>
                    <a:pt x="693" y="2504"/>
                  </a:cubicBezTo>
                  <a:cubicBezTo>
                    <a:pt x="640" y="2469"/>
                    <a:pt x="601" y="2412"/>
                    <a:pt x="590" y="2390"/>
                  </a:cubicBezTo>
                  <a:cubicBezTo>
                    <a:pt x="579" y="2367"/>
                    <a:pt x="557" y="2328"/>
                    <a:pt x="490" y="2336"/>
                  </a:cubicBezTo>
                  <a:cubicBezTo>
                    <a:pt x="490" y="2336"/>
                    <a:pt x="507" y="2311"/>
                    <a:pt x="507" y="2288"/>
                  </a:cubicBezTo>
                  <a:cubicBezTo>
                    <a:pt x="507" y="2288"/>
                    <a:pt x="517" y="2278"/>
                    <a:pt x="551" y="2276"/>
                  </a:cubicBezTo>
                  <a:cubicBezTo>
                    <a:pt x="586" y="2275"/>
                    <a:pt x="675" y="2208"/>
                    <a:pt x="682" y="2192"/>
                  </a:cubicBezTo>
                  <a:cubicBezTo>
                    <a:pt x="689" y="2176"/>
                    <a:pt x="705" y="2164"/>
                    <a:pt x="703" y="2159"/>
                  </a:cubicBezTo>
                  <a:cubicBezTo>
                    <a:pt x="717" y="2171"/>
                    <a:pt x="750" y="2202"/>
                    <a:pt x="789" y="2200"/>
                  </a:cubicBezTo>
                  <a:cubicBezTo>
                    <a:pt x="827" y="2199"/>
                    <a:pt x="863" y="2215"/>
                    <a:pt x="863" y="2215"/>
                  </a:cubicBezTo>
                  <a:cubicBezTo>
                    <a:pt x="863" y="2215"/>
                    <a:pt x="825" y="2278"/>
                    <a:pt x="810" y="2302"/>
                  </a:cubicBezTo>
                  <a:close/>
                  <a:moveTo>
                    <a:pt x="1183" y="1484"/>
                  </a:moveTo>
                  <a:cubicBezTo>
                    <a:pt x="1174" y="1512"/>
                    <a:pt x="1173" y="1542"/>
                    <a:pt x="1173" y="1542"/>
                  </a:cubicBezTo>
                  <a:cubicBezTo>
                    <a:pt x="1147" y="1548"/>
                    <a:pt x="1126" y="1590"/>
                    <a:pt x="1118" y="1619"/>
                  </a:cubicBezTo>
                  <a:cubicBezTo>
                    <a:pt x="1115" y="1629"/>
                    <a:pt x="1116" y="1637"/>
                    <a:pt x="1118" y="1643"/>
                  </a:cubicBezTo>
                  <a:cubicBezTo>
                    <a:pt x="1114" y="1643"/>
                    <a:pt x="1110" y="1643"/>
                    <a:pt x="1106" y="1643"/>
                  </a:cubicBezTo>
                  <a:cubicBezTo>
                    <a:pt x="1100" y="1643"/>
                    <a:pt x="1093" y="1644"/>
                    <a:pt x="1085" y="1646"/>
                  </a:cubicBezTo>
                  <a:cubicBezTo>
                    <a:pt x="1101" y="1608"/>
                    <a:pt x="1109" y="1556"/>
                    <a:pt x="1103" y="1475"/>
                  </a:cubicBezTo>
                  <a:cubicBezTo>
                    <a:pt x="1085" y="1235"/>
                    <a:pt x="1029" y="1191"/>
                    <a:pt x="1031" y="1124"/>
                  </a:cubicBezTo>
                  <a:cubicBezTo>
                    <a:pt x="1031" y="1117"/>
                    <a:pt x="1031" y="1110"/>
                    <a:pt x="1030" y="1104"/>
                  </a:cubicBezTo>
                  <a:cubicBezTo>
                    <a:pt x="1032" y="1105"/>
                    <a:pt x="1033" y="1106"/>
                    <a:pt x="1033" y="1106"/>
                  </a:cubicBezTo>
                  <a:cubicBezTo>
                    <a:pt x="1047" y="1116"/>
                    <a:pt x="1082" y="1180"/>
                    <a:pt x="1082" y="1180"/>
                  </a:cubicBezTo>
                  <a:cubicBezTo>
                    <a:pt x="1102" y="1247"/>
                    <a:pt x="1135" y="1236"/>
                    <a:pt x="1139" y="1283"/>
                  </a:cubicBezTo>
                  <a:cubicBezTo>
                    <a:pt x="1143" y="1330"/>
                    <a:pt x="1193" y="1456"/>
                    <a:pt x="1183" y="1484"/>
                  </a:cubicBezTo>
                  <a:close/>
                </a:path>
              </a:pathLst>
            </a:custGeom>
            <a:noFill/>
            <a:ln w="19050" cap="rnd" cmpd="sng">
              <a:solidFill>
                <a:schemeClr val="bg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</p:grpSp>
      <p:grpSp>
        <p:nvGrpSpPr>
          <p:cNvPr id="61447" name="sitting-infant-outline-illustration">
            <a:extLst>
              <a:ext uri="{FF2B5EF4-FFF2-40B4-BE49-F238E27FC236}">
                <a16:creationId xmlns:a16="http://schemas.microsoft.com/office/drawing/2014/main" id="{68F3E006-26EE-4EA8-8596-DEA862B095DA}"/>
              </a:ext>
            </a:extLst>
          </p:cNvPr>
          <p:cNvGrpSpPr>
            <a:grpSpLocks/>
          </p:cNvGrpSpPr>
          <p:nvPr/>
        </p:nvGrpSpPr>
        <p:grpSpPr bwMode="auto">
          <a:xfrm>
            <a:off x="8891588" y="4013200"/>
            <a:ext cx="1273175" cy="2376488"/>
            <a:chOff x="4641" y="2481"/>
            <a:chExt cx="802" cy="1497"/>
          </a:xfrm>
        </p:grpSpPr>
        <p:sp>
          <p:nvSpPr>
            <p:cNvPr id="61454" name="Freeform 69">
              <a:extLst>
                <a:ext uri="{FF2B5EF4-FFF2-40B4-BE49-F238E27FC236}">
                  <a16:creationId xmlns:a16="http://schemas.microsoft.com/office/drawing/2014/main" id="{253AE4B2-832F-4753-B6C1-F368CC87C27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641" y="2481"/>
              <a:ext cx="802" cy="1497"/>
            </a:xfrm>
            <a:custGeom>
              <a:avLst/>
              <a:gdLst>
                <a:gd name="T0" fmla="*/ 204 w 1542"/>
                <a:gd name="T1" fmla="*/ 172 h 2886"/>
                <a:gd name="T2" fmla="*/ 166 w 1542"/>
                <a:gd name="T3" fmla="*/ 119 h 2886"/>
                <a:gd name="T4" fmla="*/ 159 w 1542"/>
                <a:gd name="T5" fmla="*/ 112 h 2886"/>
                <a:gd name="T6" fmla="*/ 169 w 1542"/>
                <a:gd name="T7" fmla="*/ 76 h 2886"/>
                <a:gd name="T8" fmla="*/ 164 w 1542"/>
                <a:gd name="T9" fmla="*/ 54 h 2886"/>
                <a:gd name="T10" fmla="*/ 63 w 1542"/>
                <a:gd name="T11" fmla="*/ 39 h 2886"/>
                <a:gd name="T12" fmla="*/ 67 w 1542"/>
                <a:gd name="T13" fmla="*/ 76 h 2886"/>
                <a:gd name="T14" fmla="*/ 73 w 1542"/>
                <a:gd name="T15" fmla="*/ 94 h 2886"/>
                <a:gd name="T16" fmla="*/ 88 w 1542"/>
                <a:gd name="T17" fmla="*/ 102 h 2886"/>
                <a:gd name="T18" fmla="*/ 93 w 1542"/>
                <a:gd name="T19" fmla="*/ 112 h 2886"/>
                <a:gd name="T20" fmla="*/ 77 w 1542"/>
                <a:gd name="T21" fmla="*/ 115 h 2886"/>
                <a:gd name="T22" fmla="*/ 38 w 1542"/>
                <a:gd name="T23" fmla="*/ 159 h 2886"/>
                <a:gd name="T24" fmla="*/ 33 w 1542"/>
                <a:gd name="T25" fmla="*/ 229 h 2886"/>
                <a:gd name="T26" fmla="*/ 29 w 1542"/>
                <a:gd name="T27" fmla="*/ 245 h 2886"/>
                <a:gd name="T28" fmla="*/ 9 w 1542"/>
                <a:gd name="T29" fmla="*/ 262 h 2886"/>
                <a:gd name="T30" fmla="*/ 50 w 1542"/>
                <a:gd name="T31" fmla="*/ 355 h 2886"/>
                <a:gd name="T32" fmla="*/ 70 w 1542"/>
                <a:gd name="T33" fmla="*/ 387 h 2886"/>
                <a:gd name="T34" fmla="*/ 79 w 1542"/>
                <a:gd name="T35" fmla="*/ 400 h 2886"/>
                <a:gd name="T36" fmla="*/ 84 w 1542"/>
                <a:gd name="T37" fmla="*/ 388 h 2886"/>
                <a:gd name="T38" fmla="*/ 96 w 1542"/>
                <a:gd name="T39" fmla="*/ 355 h 2886"/>
                <a:gd name="T40" fmla="*/ 93 w 1542"/>
                <a:gd name="T41" fmla="*/ 327 h 2886"/>
                <a:gd name="T42" fmla="*/ 113 w 1542"/>
                <a:gd name="T43" fmla="*/ 327 h 2886"/>
                <a:gd name="T44" fmla="*/ 134 w 1542"/>
                <a:gd name="T45" fmla="*/ 325 h 2886"/>
                <a:gd name="T46" fmla="*/ 123 w 1542"/>
                <a:gd name="T47" fmla="*/ 342 h 2886"/>
                <a:gd name="T48" fmla="*/ 106 w 1542"/>
                <a:gd name="T49" fmla="*/ 366 h 2886"/>
                <a:gd name="T50" fmla="*/ 106 w 1542"/>
                <a:gd name="T51" fmla="*/ 376 h 2886"/>
                <a:gd name="T52" fmla="*/ 108 w 1542"/>
                <a:gd name="T53" fmla="*/ 382 h 2886"/>
                <a:gd name="T54" fmla="*/ 112 w 1542"/>
                <a:gd name="T55" fmla="*/ 387 h 2886"/>
                <a:gd name="T56" fmla="*/ 123 w 1542"/>
                <a:gd name="T57" fmla="*/ 391 h 2886"/>
                <a:gd name="T58" fmla="*/ 137 w 1542"/>
                <a:gd name="T59" fmla="*/ 378 h 2886"/>
                <a:gd name="T60" fmla="*/ 152 w 1542"/>
                <a:gd name="T61" fmla="*/ 359 h 2886"/>
                <a:gd name="T62" fmla="*/ 211 w 1542"/>
                <a:gd name="T63" fmla="*/ 285 h 2886"/>
                <a:gd name="T64" fmla="*/ 209 w 1542"/>
                <a:gd name="T65" fmla="*/ 265 h 2886"/>
                <a:gd name="T66" fmla="*/ 208 w 1542"/>
                <a:gd name="T67" fmla="*/ 246 h 2886"/>
                <a:gd name="T68" fmla="*/ 216 w 1542"/>
                <a:gd name="T69" fmla="*/ 198 h 2886"/>
                <a:gd name="T70" fmla="*/ 58 w 1542"/>
                <a:gd name="T71" fmla="*/ 251 h 2886"/>
                <a:gd name="T72" fmla="*/ 58 w 1542"/>
                <a:gd name="T73" fmla="*/ 247 h 2886"/>
                <a:gd name="T74" fmla="*/ 59 w 1542"/>
                <a:gd name="T75" fmla="*/ 240 h 2886"/>
                <a:gd name="T76" fmla="*/ 58 w 1542"/>
                <a:gd name="T77" fmla="*/ 251 h 2886"/>
                <a:gd name="T78" fmla="*/ 184 w 1542"/>
                <a:gd name="T79" fmla="*/ 234 h 2886"/>
                <a:gd name="T80" fmla="*/ 172 w 1542"/>
                <a:gd name="T81" fmla="*/ 247 h 2886"/>
                <a:gd name="T82" fmla="*/ 160 w 1542"/>
                <a:gd name="T83" fmla="*/ 252 h 2886"/>
                <a:gd name="T84" fmla="*/ 173 w 1542"/>
                <a:gd name="T85" fmla="*/ 190 h 2886"/>
                <a:gd name="T86" fmla="*/ 176 w 1542"/>
                <a:gd name="T87" fmla="*/ 196 h 2886"/>
                <a:gd name="T88" fmla="*/ 185 w 1542"/>
                <a:gd name="T89" fmla="*/ 223 h 288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1542" h="2886">
                  <a:moveTo>
                    <a:pt x="1524" y="1358"/>
                  </a:moveTo>
                  <a:cubicBezTo>
                    <a:pt x="1518" y="1343"/>
                    <a:pt x="1474" y="1263"/>
                    <a:pt x="1452" y="1232"/>
                  </a:cubicBezTo>
                  <a:cubicBezTo>
                    <a:pt x="1429" y="1201"/>
                    <a:pt x="1400" y="1100"/>
                    <a:pt x="1342" y="972"/>
                  </a:cubicBezTo>
                  <a:cubicBezTo>
                    <a:pt x="1284" y="844"/>
                    <a:pt x="1208" y="852"/>
                    <a:pt x="1181" y="854"/>
                  </a:cubicBezTo>
                  <a:cubicBezTo>
                    <a:pt x="1164" y="855"/>
                    <a:pt x="1131" y="848"/>
                    <a:pt x="1109" y="842"/>
                  </a:cubicBezTo>
                  <a:cubicBezTo>
                    <a:pt x="1116" y="825"/>
                    <a:pt x="1120" y="811"/>
                    <a:pt x="1131" y="803"/>
                  </a:cubicBezTo>
                  <a:cubicBezTo>
                    <a:pt x="1156" y="784"/>
                    <a:pt x="1159" y="772"/>
                    <a:pt x="1177" y="747"/>
                  </a:cubicBezTo>
                  <a:cubicBezTo>
                    <a:pt x="1237" y="666"/>
                    <a:pt x="1189" y="577"/>
                    <a:pt x="1195" y="544"/>
                  </a:cubicBezTo>
                  <a:cubicBezTo>
                    <a:pt x="1200" y="511"/>
                    <a:pt x="1173" y="475"/>
                    <a:pt x="1176" y="448"/>
                  </a:cubicBezTo>
                  <a:cubicBezTo>
                    <a:pt x="1178" y="422"/>
                    <a:pt x="1172" y="408"/>
                    <a:pt x="1166" y="389"/>
                  </a:cubicBezTo>
                  <a:cubicBezTo>
                    <a:pt x="1146" y="324"/>
                    <a:pt x="1148" y="160"/>
                    <a:pt x="918" y="75"/>
                  </a:cubicBezTo>
                  <a:cubicBezTo>
                    <a:pt x="716" y="0"/>
                    <a:pt x="490" y="99"/>
                    <a:pt x="450" y="279"/>
                  </a:cubicBezTo>
                  <a:cubicBezTo>
                    <a:pt x="425" y="392"/>
                    <a:pt x="459" y="477"/>
                    <a:pt x="488" y="525"/>
                  </a:cubicBezTo>
                  <a:cubicBezTo>
                    <a:pt x="482" y="529"/>
                    <a:pt x="478" y="535"/>
                    <a:pt x="476" y="546"/>
                  </a:cubicBezTo>
                  <a:cubicBezTo>
                    <a:pt x="473" y="568"/>
                    <a:pt x="487" y="589"/>
                    <a:pt x="496" y="608"/>
                  </a:cubicBezTo>
                  <a:cubicBezTo>
                    <a:pt x="506" y="628"/>
                    <a:pt x="513" y="649"/>
                    <a:pt x="518" y="670"/>
                  </a:cubicBezTo>
                  <a:cubicBezTo>
                    <a:pt x="526" y="708"/>
                    <a:pt x="548" y="765"/>
                    <a:pt x="597" y="761"/>
                  </a:cubicBezTo>
                  <a:cubicBezTo>
                    <a:pt x="615" y="759"/>
                    <a:pt x="622" y="746"/>
                    <a:pt x="627" y="732"/>
                  </a:cubicBezTo>
                  <a:cubicBezTo>
                    <a:pt x="638" y="747"/>
                    <a:pt x="624" y="749"/>
                    <a:pt x="655" y="798"/>
                  </a:cubicBezTo>
                  <a:cubicBezTo>
                    <a:pt x="656" y="800"/>
                    <a:pt x="657" y="801"/>
                    <a:pt x="659" y="803"/>
                  </a:cubicBezTo>
                  <a:cubicBezTo>
                    <a:pt x="650" y="812"/>
                    <a:pt x="639" y="824"/>
                    <a:pt x="637" y="833"/>
                  </a:cubicBezTo>
                  <a:cubicBezTo>
                    <a:pt x="637" y="833"/>
                    <a:pt x="569" y="831"/>
                    <a:pt x="551" y="826"/>
                  </a:cubicBezTo>
                  <a:cubicBezTo>
                    <a:pt x="533" y="820"/>
                    <a:pt x="441" y="824"/>
                    <a:pt x="403" y="918"/>
                  </a:cubicBezTo>
                  <a:cubicBezTo>
                    <a:pt x="366" y="1013"/>
                    <a:pt x="298" y="1095"/>
                    <a:pt x="275" y="1140"/>
                  </a:cubicBezTo>
                  <a:cubicBezTo>
                    <a:pt x="252" y="1184"/>
                    <a:pt x="199" y="1269"/>
                    <a:pt x="203" y="1378"/>
                  </a:cubicBezTo>
                  <a:cubicBezTo>
                    <a:pt x="209" y="1516"/>
                    <a:pt x="243" y="1621"/>
                    <a:pt x="239" y="1641"/>
                  </a:cubicBezTo>
                  <a:cubicBezTo>
                    <a:pt x="239" y="1641"/>
                    <a:pt x="229" y="1657"/>
                    <a:pt x="223" y="1678"/>
                  </a:cubicBezTo>
                  <a:cubicBezTo>
                    <a:pt x="217" y="1699"/>
                    <a:pt x="202" y="1743"/>
                    <a:pt x="207" y="1759"/>
                  </a:cubicBezTo>
                  <a:cubicBezTo>
                    <a:pt x="208" y="1763"/>
                    <a:pt x="210" y="1767"/>
                    <a:pt x="211" y="1771"/>
                  </a:cubicBezTo>
                  <a:cubicBezTo>
                    <a:pt x="156" y="1775"/>
                    <a:pt x="108" y="1798"/>
                    <a:pt x="67" y="1877"/>
                  </a:cubicBezTo>
                  <a:cubicBezTo>
                    <a:pt x="0" y="2003"/>
                    <a:pt x="12" y="2082"/>
                    <a:pt x="60" y="2174"/>
                  </a:cubicBezTo>
                  <a:cubicBezTo>
                    <a:pt x="108" y="2266"/>
                    <a:pt x="235" y="2479"/>
                    <a:pt x="359" y="2541"/>
                  </a:cubicBezTo>
                  <a:cubicBezTo>
                    <a:pt x="377" y="2550"/>
                    <a:pt x="391" y="2585"/>
                    <a:pt x="445" y="2605"/>
                  </a:cubicBezTo>
                  <a:cubicBezTo>
                    <a:pt x="500" y="2625"/>
                    <a:pt x="480" y="2747"/>
                    <a:pt x="500" y="2774"/>
                  </a:cubicBezTo>
                  <a:cubicBezTo>
                    <a:pt x="520" y="2801"/>
                    <a:pt x="516" y="2819"/>
                    <a:pt x="516" y="2819"/>
                  </a:cubicBezTo>
                  <a:cubicBezTo>
                    <a:pt x="516" y="2819"/>
                    <a:pt x="528" y="2886"/>
                    <a:pt x="560" y="2865"/>
                  </a:cubicBezTo>
                  <a:cubicBezTo>
                    <a:pt x="576" y="2854"/>
                    <a:pt x="569" y="2838"/>
                    <a:pt x="569" y="2838"/>
                  </a:cubicBezTo>
                  <a:cubicBezTo>
                    <a:pt x="569" y="2838"/>
                    <a:pt x="589" y="2816"/>
                    <a:pt x="597" y="2781"/>
                  </a:cubicBezTo>
                  <a:cubicBezTo>
                    <a:pt x="612" y="2718"/>
                    <a:pt x="676" y="2695"/>
                    <a:pt x="685" y="2655"/>
                  </a:cubicBezTo>
                  <a:cubicBezTo>
                    <a:pt x="695" y="2615"/>
                    <a:pt x="731" y="2611"/>
                    <a:pt x="680" y="2541"/>
                  </a:cubicBezTo>
                  <a:cubicBezTo>
                    <a:pt x="629" y="2470"/>
                    <a:pt x="551" y="2326"/>
                    <a:pt x="551" y="2326"/>
                  </a:cubicBezTo>
                  <a:cubicBezTo>
                    <a:pt x="551" y="2326"/>
                    <a:pt x="620" y="2400"/>
                    <a:pt x="657" y="2345"/>
                  </a:cubicBezTo>
                  <a:cubicBezTo>
                    <a:pt x="711" y="2361"/>
                    <a:pt x="691" y="2340"/>
                    <a:pt x="765" y="2345"/>
                  </a:cubicBezTo>
                  <a:cubicBezTo>
                    <a:pt x="778" y="2346"/>
                    <a:pt x="790" y="2345"/>
                    <a:pt x="801" y="2342"/>
                  </a:cubicBezTo>
                  <a:cubicBezTo>
                    <a:pt x="814" y="2351"/>
                    <a:pt x="838" y="2361"/>
                    <a:pt x="871" y="2351"/>
                  </a:cubicBezTo>
                  <a:cubicBezTo>
                    <a:pt x="924" y="2335"/>
                    <a:pt x="951" y="2327"/>
                    <a:pt x="951" y="2327"/>
                  </a:cubicBezTo>
                  <a:cubicBezTo>
                    <a:pt x="951" y="2327"/>
                    <a:pt x="925" y="2371"/>
                    <a:pt x="909" y="2383"/>
                  </a:cubicBezTo>
                  <a:cubicBezTo>
                    <a:pt x="893" y="2395"/>
                    <a:pt x="876" y="2432"/>
                    <a:pt x="872" y="2450"/>
                  </a:cubicBezTo>
                  <a:cubicBezTo>
                    <a:pt x="863" y="2490"/>
                    <a:pt x="813" y="2523"/>
                    <a:pt x="812" y="2554"/>
                  </a:cubicBezTo>
                  <a:cubicBezTo>
                    <a:pt x="812" y="2554"/>
                    <a:pt x="754" y="2575"/>
                    <a:pt x="756" y="2623"/>
                  </a:cubicBezTo>
                  <a:cubicBezTo>
                    <a:pt x="757" y="2655"/>
                    <a:pt x="768" y="2663"/>
                    <a:pt x="768" y="2663"/>
                  </a:cubicBezTo>
                  <a:cubicBezTo>
                    <a:pt x="768" y="2663"/>
                    <a:pt x="752" y="2674"/>
                    <a:pt x="755" y="2690"/>
                  </a:cubicBezTo>
                  <a:cubicBezTo>
                    <a:pt x="757" y="2706"/>
                    <a:pt x="776" y="2711"/>
                    <a:pt x="776" y="2711"/>
                  </a:cubicBezTo>
                  <a:cubicBezTo>
                    <a:pt x="776" y="2711"/>
                    <a:pt x="767" y="2725"/>
                    <a:pt x="768" y="2734"/>
                  </a:cubicBezTo>
                  <a:cubicBezTo>
                    <a:pt x="769" y="2743"/>
                    <a:pt x="792" y="2754"/>
                    <a:pt x="792" y="2754"/>
                  </a:cubicBezTo>
                  <a:cubicBezTo>
                    <a:pt x="792" y="2754"/>
                    <a:pt x="792" y="2767"/>
                    <a:pt x="797" y="2778"/>
                  </a:cubicBezTo>
                  <a:cubicBezTo>
                    <a:pt x="803" y="2789"/>
                    <a:pt x="820" y="2790"/>
                    <a:pt x="820" y="2790"/>
                  </a:cubicBezTo>
                  <a:cubicBezTo>
                    <a:pt x="820" y="2790"/>
                    <a:pt x="835" y="2807"/>
                    <a:pt x="871" y="2802"/>
                  </a:cubicBezTo>
                  <a:cubicBezTo>
                    <a:pt x="907" y="2797"/>
                    <a:pt x="913" y="2782"/>
                    <a:pt x="932" y="2781"/>
                  </a:cubicBezTo>
                  <a:cubicBezTo>
                    <a:pt x="951" y="2779"/>
                    <a:pt x="967" y="2734"/>
                    <a:pt x="977" y="2709"/>
                  </a:cubicBezTo>
                  <a:cubicBezTo>
                    <a:pt x="988" y="2683"/>
                    <a:pt x="1019" y="2615"/>
                    <a:pt x="1023" y="2603"/>
                  </a:cubicBezTo>
                  <a:cubicBezTo>
                    <a:pt x="1023" y="2603"/>
                    <a:pt x="1056" y="2601"/>
                    <a:pt x="1080" y="2573"/>
                  </a:cubicBezTo>
                  <a:cubicBezTo>
                    <a:pt x="1104" y="2545"/>
                    <a:pt x="1176" y="2547"/>
                    <a:pt x="1241" y="2473"/>
                  </a:cubicBezTo>
                  <a:cubicBezTo>
                    <a:pt x="1307" y="2398"/>
                    <a:pt x="1524" y="2245"/>
                    <a:pt x="1496" y="2042"/>
                  </a:cubicBezTo>
                  <a:cubicBezTo>
                    <a:pt x="1490" y="2001"/>
                    <a:pt x="1482" y="1967"/>
                    <a:pt x="1471" y="1938"/>
                  </a:cubicBezTo>
                  <a:cubicBezTo>
                    <a:pt x="1478" y="1927"/>
                    <a:pt x="1484" y="1913"/>
                    <a:pt x="1486" y="1900"/>
                  </a:cubicBezTo>
                  <a:cubicBezTo>
                    <a:pt x="1491" y="1874"/>
                    <a:pt x="1469" y="1841"/>
                    <a:pt x="1476" y="1822"/>
                  </a:cubicBezTo>
                  <a:cubicBezTo>
                    <a:pt x="1484" y="1803"/>
                    <a:pt x="1480" y="1762"/>
                    <a:pt x="1480" y="1762"/>
                  </a:cubicBezTo>
                  <a:cubicBezTo>
                    <a:pt x="1480" y="1762"/>
                    <a:pt x="1478" y="1752"/>
                    <a:pt x="1499" y="1727"/>
                  </a:cubicBezTo>
                  <a:cubicBezTo>
                    <a:pt x="1520" y="1702"/>
                    <a:pt x="1534" y="1442"/>
                    <a:pt x="1538" y="1417"/>
                  </a:cubicBezTo>
                  <a:cubicBezTo>
                    <a:pt x="1542" y="1393"/>
                    <a:pt x="1530" y="1372"/>
                    <a:pt x="1524" y="1358"/>
                  </a:cubicBezTo>
                  <a:close/>
                  <a:moveTo>
                    <a:pt x="411" y="1798"/>
                  </a:moveTo>
                  <a:cubicBezTo>
                    <a:pt x="417" y="1791"/>
                    <a:pt x="425" y="1779"/>
                    <a:pt x="415" y="1773"/>
                  </a:cubicBezTo>
                  <a:cubicBezTo>
                    <a:pt x="411" y="1770"/>
                    <a:pt x="411" y="1770"/>
                    <a:pt x="411" y="1770"/>
                  </a:cubicBezTo>
                  <a:cubicBezTo>
                    <a:pt x="411" y="1770"/>
                    <a:pt x="415" y="1745"/>
                    <a:pt x="417" y="1738"/>
                  </a:cubicBezTo>
                  <a:cubicBezTo>
                    <a:pt x="419" y="1734"/>
                    <a:pt x="421" y="1724"/>
                    <a:pt x="421" y="1715"/>
                  </a:cubicBezTo>
                  <a:cubicBezTo>
                    <a:pt x="436" y="1752"/>
                    <a:pt x="453" y="1791"/>
                    <a:pt x="477" y="1825"/>
                  </a:cubicBezTo>
                  <a:cubicBezTo>
                    <a:pt x="461" y="1817"/>
                    <a:pt x="439" y="1807"/>
                    <a:pt x="411" y="1798"/>
                  </a:cubicBezTo>
                  <a:close/>
                  <a:moveTo>
                    <a:pt x="1319" y="1644"/>
                  </a:moveTo>
                  <a:cubicBezTo>
                    <a:pt x="1313" y="1655"/>
                    <a:pt x="1304" y="1680"/>
                    <a:pt x="1304" y="1680"/>
                  </a:cubicBezTo>
                  <a:cubicBezTo>
                    <a:pt x="1249" y="1684"/>
                    <a:pt x="1266" y="1714"/>
                    <a:pt x="1240" y="1735"/>
                  </a:cubicBezTo>
                  <a:cubicBezTo>
                    <a:pt x="1230" y="1743"/>
                    <a:pt x="1225" y="1751"/>
                    <a:pt x="1225" y="1772"/>
                  </a:cubicBezTo>
                  <a:cubicBezTo>
                    <a:pt x="1225" y="1781"/>
                    <a:pt x="1229" y="1787"/>
                    <a:pt x="1232" y="1791"/>
                  </a:cubicBezTo>
                  <a:cubicBezTo>
                    <a:pt x="1203" y="1791"/>
                    <a:pt x="1175" y="1794"/>
                    <a:pt x="1141" y="1806"/>
                  </a:cubicBezTo>
                  <a:cubicBezTo>
                    <a:pt x="1202" y="1759"/>
                    <a:pt x="1250" y="1700"/>
                    <a:pt x="1246" y="1554"/>
                  </a:cubicBezTo>
                  <a:cubicBezTo>
                    <a:pt x="1245" y="1485"/>
                    <a:pt x="1239" y="1421"/>
                    <a:pt x="1231" y="1364"/>
                  </a:cubicBezTo>
                  <a:cubicBezTo>
                    <a:pt x="1233" y="1370"/>
                    <a:pt x="1235" y="1373"/>
                    <a:pt x="1235" y="1373"/>
                  </a:cubicBezTo>
                  <a:cubicBezTo>
                    <a:pt x="1235" y="1373"/>
                    <a:pt x="1242" y="1380"/>
                    <a:pt x="1252" y="1404"/>
                  </a:cubicBezTo>
                  <a:cubicBezTo>
                    <a:pt x="1262" y="1428"/>
                    <a:pt x="1301" y="1476"/>
                    <a:pt x="1301" y="1476"/>
                  </a:cubicBezTo>
                  <a:cubicBezTo>
                    <a:pt x="1288" y="1533"/>
                    <a:pt x="1309" y="1572"/>
                    <a:pt x="1317" y="1594"/>
                  </a:cubicBezTo>
                  <a:cubicBezTo>
                    <a:pt x="1325" y="1615"/>
                    <a:pt x="1325" y="1633"/>
                    <a:pt x="1319" y="1644"/>
                  </a:cubicBezTo>
                  <a:close/>
                </a:path>
              </a:pathLst>
            </a:custGeom>
            <a:noFill/>
            <a:ln w="19050" cmpd="sng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B1DFF5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61455" name="Freeform 70">
              <a:extLst>
                <a:ext uri="{FF2B5EF4-FFF2-40B4-BE49-F238E27FC236}">
                  <a16:creationId xmlns:a16="http://schemas.microsoft.com/office/drawing/2014/main" id="{22E43059-7FF1-4E4A-8237-513A42D762C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641" y="2481"/>
              <a:ext cx="802" cy="1497"/>
            </a:xfrm>
            <a:custGeom>
              <a:avLst/>
              <a:gdLst>
                <a:gd name="T0" fmla="*/ 204 w 1542"/>
                <a:gd name="T1" fmla="*/ 172 h 2886"/>
                <a:gd name="T2" fmla="*/ 166 w 1542"/>
                <a:gd name="T3" fmla="*/ 119 h 2886"/>
                <a:gd name="T4" fmla="*/ 159 w 1542"/>
                <a:gd name="T5" fmla="*/ 112 h 2886"/>
                <a:gd name="T6" fmla="*/ 169 w 1542"/>
                <a:gd name="T7" fmla="*/ 76 h 2886"/>
                <a:gd name="T8" fmla="*/ 164 w 1542"/>
                <a:gd name="T9" fmla="*/ 54 h 2886"/>
                <a:gd name="T10" fmla="*/ 63 w 1542"/>
                <a:gd name="T11" fmla="*/ 39 h 2886"/>
                <a:gd name="T12" fmla="*/ 67 w 1542"/>
                <a:gd name="T13" fmla="*/ 76 h 2886"/>
                <a:gd name="T14" fmla="*/ 73 w 1542"/>
                <a:gd name="T15" fmla="*/ 94 h 2886"/>
                <a:gd name="T16" fmla="*/ 88 w 1542"/>
                <a:gd name="T17" fmla="*/ 102 h 2886"/>
                <a:gd name="T18" fmla="*/ 93 w 1542"/>
                <a:gd name="T19" fmla="*/ 112 h 2886"/>
                <a:gd name="T20" fmla="*/ 77 w 1542"/>
                <a:gd name="T21" fmla="*/ 115 h 2886"/>
                <a:gd name="T22" fmla="*/ 38 w 1542"/>
                <a:gd name="T23" fmla="*/ 159 h 2886"/>
                <a:gd name="T24" fmla="*/ 33 w 1542"/>
                <a:gd name="T25" fmla="*/ 229 h 2886"/>
                <a:gd name="T26" fmla="*/ 29 w 1542"/>
                <a:gd name="T27" fmla="*/ 245 h 2886"/>
                <a:gd name="T28" fmla="*/ 9 w 1542"/>
                <a:gd name="T29" fmla="*/ 262 h 2886"/>
                <a:gd name="T30" fmla="*/ 50 w 1542"/>
                <a:gd name="T31" fmla="*/ 355 h 2886"/>
                <a:gd name="T32" fmla="*/ 70 w 1542"/>
                <a:gd name="T33" fmla="*/ 387 h 2886"/>
                <a:gd name="T34" fmla="*/ 79 w 1542"/>
                <a:gd name="T35" fmla="*/ 400 h 2886"/>
                <a:gd name="T36" fmla="*/ 84 w 1542"/>
                <a:gd name="T37" fmla="*/ 388 h 2886"/>
                <a:gd name="T38" fmla="*/ 96 w 1542"/>
                <a:gd name="T39" fmla="*/ 355 h 2886"/>
                <a:gd name="T40" fmla="*/ 93 w 1542"/>
                <a:gd name="T41" fmla="*/ 327 h 2886"/>
                <a:gd name="T42" fmla="*/ 113 w 1542"/>
                <a:gd name="T43" fmla="*/ 327 h 2886"/>
                <a:gd name="T44" fmla="*/ 134 w 1542"/>
                <a:gd name="T45" fmla="*/ 325 h 2886"/>
                <a:gd name="T46" fmla="*/ 123 w 1542"/>
                <a:gd name="T47" fmla="*/ 342 h 2886"/>
                <a:gd name="T48" fmla="*/ 106 w 1542"/>
                <a:gd name="T49" fmla="*/ 366 h 2886"/>
                <a:gd name="T50" fmla="*/ 106 w 1542"/>
                <a:gd name="T51" fmla="*/ 376 h 2886"/>
                <a:gd name="T52" fmla="*/ 108 w 1542"/>
                <a:gd name="T53" fmla="*/ 382 h 2886"/>
                <a:gd name="T54" fmla="*/ 112 w 1542"/>
                <a:gd name="T55" fmla="*/ 387 h 2886"/>
                <a:gd name="T56" fmla="*/ 123 w 1542"/>
                <a:gd name="T57" fmla="*/ 391 h 2886"/>
                <a:gd name="T58" fmla="*/ 137 w 1542"/>
                <a:gd name="T59" fmla="*/ 378 h 2886"/>
                <a:gd name="T60" fmla="*/ 152 w 1542"/>
                <a:gd name="T61" fmla="*/ 359 h 2886"/>
                <a:gd name="T62" fmla="*/ 211 w 1542"/>
                <a:gd name="T63" fmla="*/ 285 h 2886"/>
                <a:gd name="T64" fmla="*/ 209 w 1542"/>
                <a:gd name="T65" fmla="*/ 265 h 2886"/>
                <a:gd name="T66" fmla="*/ 208 w 1542"/>
                <a:gd name="T67" fmla="*/ 246 h 2886"/>
                <a:gd name="T68" fmla="*/ 216 w 1542"/>
                <a:gd name="T69" fmla="*/ 198 h 2886"/>
                <a:gd name="T70" fmla="*/ 58 w 1542"/>
                <a:gd name="T71" fmla="*/ 251 h 2886"/>
                <a:gd name="T72" fmla="*/ 58 w 1542"/>
                <a:gd name="T73" fmla="*/ 247 h 2886"/>
                <a:gd name="T74" fmla="*/ 59 w 1542"/>
                <a:gd name="T75" fmla="*/ 240 h 2886"/>
                <a:gd name="T76" fmla="*/ 58 w 1542"/>
                <a:gd name="T77" fmla="*/ 251 h 2886"/>
                <a:gd name="T78" fmla="*/ 184 w 1542"/>
                <a:gd name="T79" fmla="*/ 234 h 2886"/>
                <a:gd name="T80" fmla="*/ 172 w 1542"/>
                <a:gd name="T81" fmla="*/ 247 h 2886"/>
                <a:gd name="T82" fmla="*/ 160 w 1542"/>
                <a:gd name="T83" fmla="*/ 252 h 2886"/>
                <a:gd name="T84" fmla="*/ 173 w 1542"/>
                <a:gd name="T85" fmla="*/ 190 h 2886"/>
                <a:gd name="T86" fmla="*/ 176 w 1542"/>
                <a:gd name="T87" fmla="*/ 196 h 2886"/>
                <a:gd name="T88" fmla="*/ 185 w 1542"/>
                <a:gd name="T89" fmla="*/ 223 h 288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1542" h="2886">
                  <a:moveTo>
                    <a:pt x="1524" y="1358"/>
                  </a:moveTo>
                  <a:cubicBezTo>
                    <a:pt x="1518" y="1343"/>
                    <a:pt x="1474" y="1263"/>
                    <a:pt x="1452" y="1232"/>
                  </a:cubicBezTo>
                  <a:cubicBezTo>
                    <a:pt x="1429" y="1201"/>
                    <a:pt x="1400" y="1100"/>
                    <a:pt x="1342" y="972"/>
                  </a:cubicBezTo>
                  <a:cubicBezTo>
                    <a:pt x="1284" y="844"/>
                    <a:pt x="1208" y="852"/>
                    <a:pt x="1181" y="854"/>
                  </a:cubicBezTo>
                  <a:cubicBezTo>
                    <a:pt x="1164" y="855"/>
                    <a:pt x="1131" y="848"/>
                    <a:pt x="1109" y="842"/>
                  </a:cubicBezTo>
                  <a:cubicBezTo>
                    <a:pt x="1116" y="825"/>
                    <a:pt x="1120" y="811"/>
                    <a:pt x="1131" y="803"/>
                  </a:cubicBezTo>
                  <a:cubicBezTo>
                    <a:pt x="1156" y="784"/>
                    <a:pt x="1159" y="772"/>
                    <a:pt x="1177" y="747"/>
                  </a:cubicBezTo>
                  <a:cubicBezTo>
                    <a:pt x="1237" y="666"/>
                    <a:pt x="1189" y="577"/>
                    <a:pt x="1195" y="544"/>
                  </a:cubicBezTo>
                  <a:cubicBezTo>
                    <a:pt x="1200" y="511"/>
                    <a:pt x="1173" y="475"/>
                    <a:pt x="1176" y="448"/>
                  </a:cubicBezTo>
                  <a:cubicBezTo>
                    <a:pt x="1178" y="422"/>
                    <a:pt x="1172" y="408"/>
                    <a:pt x="1166" y="389"/>
                  </a:cubicBezTo>
                  <a:cubicBezTo>
                    <a:pt x="1146" y="324"/>
                    <a:pt x="1148" y="160"/>
                    <a:pt x="918" y="75"/>
                  </a:cubicBezTo>
                  <a:cubicBezTo>
                    <a:pt x="716" y="0"/>
                    <a:pt x="490" y="99"/>
                    <a:pt x="450" y="279"/>
                  </a:cubicBezTo>
                  <a:cubicBezTo>
                    <a:pt x="425" y="392"/>
                    <a:pt x="459" y="477"/>
                    <a:pt x="488" y="525"/>
                  </a:cubicBezTo>
                  <a:cubicBezTo>
                    <a:pt x="482" y="529"/>
                    <a:pt x="478" y="535"/>
                    <a:pt x="476" y="546"/>
                  </a:cubicBezTo>
                  <a:cubicBezTo>
                    <a:pt x="473" y="568"/>
                    <a:pt x="487" y="589"/>
                    <a:pt x="496" y="608"/>
                  </a:cubicBezTo>
                  <a:cubicBezTo>
                    <a:pt x="506" y="628"/>
                    <a:pt x="513" y="649"/>
                    <a:pt x="518" y="670"/>
                  </a:cubicBezTo>
                  <a:cubicBezTo>
                    <a:pt x="526" y="708"/>
                    <a:pt x="548" y="765"/>
                    <a:pt x="597" y="761"/>
                  </a:cubicBezTo>
                  <a:cubicBezTo>
                    <a:pt x="615" y="759"/>
                    <a:pt x="622" y="746"/>
                    <a:pt x="627" y="732"/>
                  </a:cubicBezTo>
                  <a:cubicBezTo>
                    <a:pt x="638" y="747"/>
                    <a:pt x="624" y="749"/>
                    <a:pt x="655" y="798"/>
                  </a:cubicBezTo>
                  <a:cubicBezTo>
                    <a:pt x="656" y="800"/>
                    <a:pt x="657" y="801"/>
                    <a:pt x="659" y="803"/>
                  </a:cubicBezTo>
                  <a:cubicBezTo>
                    <a:pt x="650" y="812"/>
                    <a:pt x="639" y="824"/>
                    <a:pt x="637" y="833"/>
                  </a:cubicBezTo>
                  <a:cubicBezTo>
                    <a:pt x="637" y="833"/>
                    <a:pt x="569" y="831"/>
                    <a:pt x="551" y="826"/>
                  </a:cubicBezTo>
                  <a:cubicBezTo>
                    <a:pt x="533" y="820"/>
                    <a:pt x="441" y="824"/>
                    <a:pt x="403" y="918"/>
                  </a:cubicBezTo>
                  <a:cubicBezTo>
                    <a:pt x="366" y="1013"/>
                    <a:pt x="298" y="1095"/>
                    <a:pt x="275" y="1140"/>
                  </a:cubicBezTo>
                  <a:cubicBezTo>
                    <a:pt x="252" y="1184"/>
                    <a:pt x="199" y="1269"/>
                    <a:pt x="203" y="1378"/>
                  </a:cubicBezTo>
                  <a:cubicBezTo>
                    <a:pt x="209" y="1516"/>
                    <a:pt x="243" y="1621"/>
                    <a:pt x="239" y="1641"/>
                  </a:cubicBezTo>
                  <a:cubicBezTo>
                    <a:pt x="239" y="1641"/>
                    <a:pt x="229" y="1657"/>
                    <a:pt x="223" y="1678"/>
                  </a:cubicBezTo>
                  <a:cubicBezTo>
                    <a:pt x="217" y="1699"/>
                    <a:pt x="202" y="1743"/>
                    <a:pt x="207" y="1759"/>
                  </a:cubicBezTo>
                  <a:cubicBezTo>
                    <a:pt x="208" y="1763"/>
                    <a:pt x="210" y="1767"/>
                    <a:pt x="211" y="1771"/>
                  </a:cubicBezTo>
                  <a:cubicBezTo>
                    <a:pt x="156" y="1775"/>
                    <a:pt x="108" y="1798"/>
                    <a:pt x="67" y="1877"/>
                  </a:cubicBezTo>
                  <a:cubicBezTo>
                    <a:pt x="0" y="2003"/>
                    <a:pt x="12" y="2082"/>
                    <a:pt x="60" y="2174"/>
                  </a:cubicBezTo>
                  <a:cubicBezTo>
                    <a:pt x="108" y="2266"/>
                    <a:pt x="235" y="2479"/>
                    <a:pt x="359" y="2541"/>
                  </a:cubicBezTo>
                  <a:cubicBezTo>
                    <a:pt x="377" y="2550"/>
                    <a:pt x="391" y="2585"/>
                    <a:pt x="445" y="2605"/>
                  </a:cubicBezTo>
                  <a:cubicBezTo>
                    <a:pt x="500" y="2625"/>
                    <a:pt x="480" y="2747"/>
                    <a:pt x="500" y="2774"/>
                  </a:cubicBezTo>
                  <a:cubicBezTo>
                    <a:pt x="520" y="2801"/>
                    <a:pt x="516" y="2819"/>
                    <a:pt x="516" y="2819"/>
                  </a:cubicBezTo>
                  <a:cubicBezTo>
                    <a:pt x="516" y="2819"/>
                    <a:pt x="528" y="2886"/>
                    <a:pt x="560" y="2865"/>
                  </a:cubicBezTo>
                  <a:cubicBezTo>
                    <a:pt x="576" y="2854"/>
                    <a:pt x="569" y="2838"/>
                    <a:pt x="569" y="2838"/>
                  </a:cubicBezTo>
                  <a:cubicBezTo>
                    <a:pt x="569" y="2838"/>
                    <a:pt x="589" y="2816"/>
                    <a:pt x="597" y="2781"/>
                  </a:cubicBezTo>
                  <a:cubicBezTo>
                    <a:pt x="612" y="2718"/>
                    <a:pt x="676" y="2695"/>
                    <a:pt x="685" y="2655"/>
                  </a:cubicBezTo>
                  <a:cubicBezTo>
                    <a:pt x="695" y="2615"/>
                    <a:pt x="731" y="2611"/>
                    <a:pt x="680" y="2541"/>
                  </a:cubicBezTo>
                  <a:cubicBezTo>
                    <a:pt x="629" y="2470"/>
                    <a:pt x="551" y="2326"/>
                    <a:pt x="551" y="2326"/>
                  </a:cubicBezTo>
                  <a:cubicBezTo>
                    <a:pt x="551" y="2326"/>
                    <a:pt x="620" y="2400"/>
                    <a:pt x="657" y="2345"/>
                  </a:cubicBezTo>
                  <a:cubicBezTo>
                    <a:pt x="711" y="2361"/>
                    <a:pt x="691" y="2340"/>
                    <a:pt x="765" y="2345"/>
                  </a:cubicBezTo>
                  <a:cubicBezTo>
                    <a:pt x="778" y="2346"/>
                    <a:pt x="790" y="2345"/>
                    <a:pt x="801" y="2342"/>
                  </a:cubicBezTo>
                  <a:cubicBezTo>
                    <a:pt x="814" y="2351"/>
                    <a:pt x="838" y="2361"/>
                    <a:pt x="871" y="2351"/>
                  </a:cubicBezTo>
                  <a:cubicBezTo>
                    <a:pt x="924" y="2335"/>
                    <a:pt x="951" y="2327"/>
                    <a:pt x="951" y="2327"/>
                  </a:cubicBezTo>
                  <a:cubicBezTo>
                    <a:pt x="951" y="2327"/>
                    <a:pt x="925" y="2371"/>
                    <a:pt x="909" y="2383"/>
                  </a:cubicBezTo>
                  <a:cubicBezTo>
                    <a:pt x="893" y="2395"/>
                    <a:pt x="876" y="2432"/>
                    <a:pt x="872" y="2450"/>
                  </a:cubicBezTo>
                  <a:cubicBezTo>
                    <a:pt x="863" y="2490"/>
                    <a:pt x="813" y="2523"/>
                    <a:pt x="812" y="2554"/>
                  </a:cubicBezTo>
                  <a:cubicBezTo>
                    <a:pt x="812" y="2554"/>
                    <a:pt x="754" y="2575"/>
                    <a:pt x="756" y="2623"/>
                  </a:cubicBezTo>
                  <a:cubicBezTo>
                    <a:pt x="757" y="2655"/>
                    <a:pt x="768" y="2663"/>
                    <a:pt x="768" y="2663"/>
                  </a:cubicBezTo>
                  <a:cubicBezTo>
                    <a:pt x="768" y="2663"/>
                    <a:pt x="752" y="2674"/>
                    <a:pt x="755" y="2690"/>
                  </a:cubicBezTo>
                  <a:cubicBezTo>
                    <a:pt x="757" y="2706"/>
                    <a:pt x="776" y="2711"/>
                    <a:pt x="776" y="2711"/>
                  </a:cubicBezTo>
                  <a:cubicBezTo>
                    <a:pt x="776" y="2711"/>
                    <a:pt x="767" y="2725"/>
                    <a:pt x="768" y="2734"/>
                  </a:cubicBezTo>
                  <a:cubicBezTo>
                    <a:pt x="769" y="2743"/>
                    <a:pt x="792" y="2754"/>
                    <a:pt x="792" y="2754"/>
                  </a:cubicBezTo>
                  <a:cubicBezTo>
                    <a:pt x="792" y="2754"/>
                    <a:pt x="792" y="2767"/>
                    <a:pt x="797" y="2778"/>
                  </a:cubicBezTo>
                  <a:cubicBezTo>
                    <a:pt x="803" y="2789"/>
                    <a:pt x="820" y="2790"/>
                    <a:pt x="820" y="2790"/>
                  </a:cubicBezTo>
                  <a:cubicBezTo>
                    <a:pt x="820" y="2790"/>
                    <a:pt x="835" y="2807"/>
                    <a:pt x="871" y="2802"/>
                  </a:cubicBezTo>
                  <a:cubicBezTo>
                    <a:pt x="907" y="2797"/>
                    <a:pt x="913" y="2782"/>
                    <a:pt x="932" y="2781"/>
                  </a:cubicBezTo>
                  <a:cubicBezTo>
                    <a:pt x="951" y="2779"/>
                    <a:pt x="967" y="2734"/>
                    <a:pt x="977" y="2709"/>
                  </a:cubicBezTo>
                  <a:cubicBezTo>
                    <a:pt x="988" y="2683"/>
                    <a:pt x="1019" y="2615"/>
                    <a:pt x="1023" y="2603"/>
                  </a:cubicBezTo>
                  <a:cubicBezTo>
                    <a:pt x="1023" y="2603"/>
                    <a:pt x="1056" y="2601"/>
                    <a:pt x="1080" y="2573"/>
                  </a:cubicBezTo>
                  <a:cubicBezTo>
                    <a:pt x="1104" y="2545"/>
                    <a:pt x="1176" y="2547"/>
                    <a:pt x="1241" y="2473"/>
                  </a:cubicBezTo>
                  <a:cubicBezTo>
                    <a:pt x="1307" y="2398"/>
                    <a:pt x="1524" y="2245"/>
                    <a:pt x="1496" y="2042"/>
                  </a:cubicBezTo>
                  <a:cubicBezTo>
                    <a:pt x="1490" y="2001"/>
                    <a:pt x="1482" y="1967"/>
                    <a:pt x="1471" y="1938"/>
                  </a:cubicBezTo>
                  <a:cubicBezTo>
                    <a:pt x="1478" y="1927"/>
                    <a:pt x="1484" y="1913"/>
                    <a:pt x="1486" y="1900"/>
                  </a:cubicBezTo>
                  <a:cubicBezTo>
                    <a:pt x="1491" y="1874"/>
                    <a:pt x="1469" y="1841"/>
                    <a:pt x="1476" y="1822"/>
                  </a:cubicBezTo>
                  <a:cubicBezTo>
                    <a:pt x="1484" y="1803"/>
                    <a:pt x="1480" y="1762"/>
                    <a:pt x="1480" y="1762"/>
                  </a:cubicBezTo>
                  <a:cubicBezTo>
                    <a:pt x="1480" y="1762"/>
                    <a:pt x="1478" y="1752"/>
                    <a:pt x="1499" y="1727"/>
                  </a:cubicBezTo>
                  <a:cubicBezTo>
                    <a:pt x="1520" y="1702"/>
                    <a:pt x="1534" y="1442"/>
                    <a:pt x="1538" y="1417"/>
                  </a:cubicBezTo>
                  <a:cubicBezTo>
                    <a:pt x="1542" y="1393"/>
                    <a:pt x="1530" y="1372"/>
                    <a:pt x="1524" y="1358"/>
                  </a:cubicBezTo>
                  <a:close/>
                  <a:moveTo>
                    <a:pt x="411" y="1798"/>
                  </a:moveTo>
                  <a:cubicBezTo>
                    <a:pt x="417" y="1791"/>
                    <a:pt x="425" y="1779"/>
                    <a:pt x="415" y="1773"/>
                  </a:cubicBezTo>
                  <a:cubicBezTo>
                    <a:pt x="411" y="1770"/>
                    <a:pt x="411" y="1770"/>
                    <a:pt x="411" y="1770"/>
                  </a:cubicBezTo>
                  <a:cubicBezTo>
                    <a:pt x="411" y="1770"/>
                    <a:pt x="415" y="1745"/>
                    <a:pt x="417" y="1738"/>
                  </a:cubicBezTo>
                  <a:cubicBezTo>
                    <a:pt x="419" y="1734"/>
                    <a:pt x="421" y="1724"/>
                    <a:pt x="421" y="1715"/>
                  </a:cubicBezTo>
                  <a:cubicBezTo>
                    <a:pt x="436" y="1752"/>
                    <a:pt x="453" y="1791"/>
                    <a:pt x="477" y="1825"/>
                  </a:cubicBezTo>
                  <a:cubicBezTo>
                    <a:pt x="461" y="1817"/>
                    <a:pt x="439" y="1807"/>
                    <a:pt x="411" y="1798"/>
                  </a:cubicBezTo>
                  <a:close/>
                  <a:moveTo>
                    <a:pt x="1319" y="1644"/>
                  </a:moveTo>
                  <a:cubicBezTo>
                    <a:pt x="1313" y="1655"/>
                    <a:pt x="1304" y="1680"/>
                    <a:pt x="1304" y="1680"/>
                  </a:cubicBezTo>
                  <a:cubicBezTo>
                    <a:pt x="1249" y="1684"/>
                    <a:pt x="1266" y="1714"/>
                    <a:pt x="1240" y="1735"/>
                  </a:cubicBezTo>
                  <a:cubicBezTo>
                    <a:pt x="1230" y="1743"/>
                    <a:pt x="1225" y="1751"/>
                    <a:pt x="1225" y="1772"/>
                  </a:cubicBezTo>
                  <a:cubicBezTo>
                    <a:pt x="1225" y="1781"/>
                    <a:pt x="1229" y="1787"/>
                    <a:pt x="1232" y="1791"/>
                  </a:cubicBezTo>
                  <a:cubicBezTo>
                    <a:pt x="1203" y="1791"/>
                    <a:pt x="1175" y="1794"/>
                    <a:pt x="1141" y="1806"/>
                  </a:cubicBezTo>
                  <a:cubicBezTo>
                    <a:pt x="1202" y="1759"/>
                    <a:pt x="1250" y="1700"/>
                    <a:pt x="1246" y="1554"/>
                  </a:cubicBezTo>
                  <a:cubicBezTo>
                    <a:pt x="1245" y="1485"/>
                    <a:pt x="1239" y="1421"/>
                    <a:pt x="1231" y="1364"/>
                  </a:cubicBezTo>
                  <a:cubicBezTo>
                    <a:pt x="1233" y="1370"/>
                    <a:pt x="1235" y="1373"/>
                    <a:pt x="1235" y="1373"/>
                  </a:cubicBezTo>
                  <a:cubicBezTo>
                    <a:pt x="1235" y="1373"/>
                    <a:pt x="1242" y="1380"/>
                    <a:pt x="1252" y="1404"/>
                  </a:cubicBezTo>
                  <a:cubicBezTo>
                    <a:pt x="1262" y="1428"/>
                    <a:pt x="1301" y="1476"/>
                    <a:pt x="1301" y="1476"/>
                  </a:cubicBezTo>
                  <a:cubicBezTo>
                    <a:pt x="1288" y="1533"/>
                    <a:pt x="1309" y="1572"/>
                    <a:pt x="1317" y="1594"/>
                  </a:cubicBezTo>
                  <a:cubicBezTo>
                    <a:pt x="1325" y="1615"/>
                    <a:pt x="1325" y="1633"/>
                    <a:pt x="1319" y="1644"/>
                  </a:cubicBezTo>
                  <a:close/>
                </a:path>
              </a:pathLst>
            </a:custGeom>
            <a:noFill/>
            <a:ln w="19050" cap="flat" cmpd="sng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</p:grpSp>
      <p:grpSp>
        <p:nvGrpSpPr>
          <p:cNvPr id="61448" name="newborn-baby-body-outline">
            <a:extLst>
              <a:ext uri="{FF2B5EF4-FFF2-40B4-BE49-F238E27FC236}">
                <a16:creationId xmlns:a16="http://schemas.microsoft.com/office/drawing/2014/main" id="{A758D162-9111-470F-8409-C8696AE0B573}"/>
              </a:ext>
            </a:extLst>
          </p:cNvPr>
          <p:cNvGrpSpPr>
            <a:grpSpLocks/>
          </p:cNvGrpSpPr>
          <p:nvPr/>
        </p:nvGrpSpPr>
        <p:grpSpPr bwMode="auto">
          <a:xfrm>
            <a:off x="3948113" y="1390650"/>
            <a:ext cx="1504950" cy="2768600"/>
            <a:chOff x="1504" y="829"/>
            <a:chExt cx="948" cy="1744"/>
          </a:xfrm>
        </p:grpSpPr>
        <p:sp>
          <p:nvSpPr>
            <p:cNvPr id="61452" name="Freeform 51">
              <a:extLst>
                <a:ext uri="{FF2B5EF4-FFF2-40B4-BE49-F238E27FC236}">
                  <a16:creationId xmlns:a16="http://schemas.microsoft.com/office/drawing/2014/main" id="{FDEB493C-FA14-4DA3-AE25-BD5E8598388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504" y="829"/>
              <a:ext cx="948" cy="1744"/>
            </a:xfrm>
            <a:custGeom>
              <a:avLst/>
              <a:gdLst>
                <a:gd name="T0" fmla="*/ 113 w 1371"/>
                <a:gd name="T1" fmla="*/ 243 h 2533"/>
                <a:gd name="T2" fmla="*/ 104 w 1371"/>
                <a:gd name="T3" fmla="*/ 383 h 2533"/>
                <a:gd name="T4" fmla="*/ 82 w 1371"/>
                <a:gd name="T5" fmla="*/ 378 h 2533"/>
                <a:gd name="T6" fmla="*/ 11 w 1371"/>
                <a:gd name="T7" fmla="*/ 445 h 2533"/>
                <a:gd name="T8" fmla="*/ 78 w 1371"/>
                <a:gd name="T9" fmla="*/ 516 h 2533"/>
                <a:gd name="T10" fmla="*/ 51 w 1371"/>
                <a:gd name="T11" fmla="*/ 571 h 2533"/>
                <a:gd name="T12" fmla="*/ 48 w 1371"/>
                <a:gd name="T13" fmla="*/ 579 h 2533"/>
                <a:gd name="T14" fmla="*/ 50 w 1371"/>
                <a:gd name="T15" fmla="*/ 597 h 2533"/>
                <a:gd name="T16" fmla="*/ 76 w 1371"/>
                <a:gd name="T17" fmla="*/ 593 h 2533"/>
                <a:gd name="T18" fmla="*/ 86 w 1371"/>
                <a:gd name="T19" fmla="*/ 593 h 2533"/>
                <a:gd name="T20" fmla="*/ 97 w 1371"/>
                <a:gd name="T21" fmla="*/ 587 h 2533"/>
                <a:gd name="T22" fmla="*/ 124 w 1371"/>
                <a:gd name="T23" fmla="*/ 502 h 2533"/>
                <a:gd name="T24" fmla="*/ 120 w 1371"/>
                <a:gd name="T25" fmla="*/ 495 h 2533"/>
                <a:gd name="T26" fmla="*/ 182 w 1371"/>
                <a:gd name="T27" fmla="*/ 508 h 2533"/>
                <a:gd name="T28" fmla="*/ 193 w 1371"/>
                <a:gd name="T29" fmla="*/ 509 h 2533"/>
                <a:gd name="T30" fmla="*/ 199 w 1371"/>
                <a:gd name="T31" fmla="*/ 509 h 2533"/>
                <a:gd name="T32" fmla="*/ 204 w 1371"/>
                <a:gd name="T33" fmla="*/ 507 h 2533"/>
                <a:gd name="T34" fmla="*/ 224 w 1371"/>
                <a:gd name="T35" fmla="*/ 512 h 2533"/>
                <a:gd name="T36" fmla="*/ 230 w 1371"/>
                <a:gd name="T37" fmla="*/ 538 h 2533"/>
                <a:gd name="T38" fmla="*/ 227 w 1371"/>
                <a:gd name="T39" fmla="*/ 549 h 2533"/>
                <a:gd name="T40" fmla="*/ 225 w 1371"/>
                <a:gd name="T41" fmla="*/ 561 h 2533"/>
                <a:gd name="T42" fmla="*/ 225 w 1371"/>
                <a:gd name="T43" fmla="*/ 576 h 2533"/>
                <a:gd name="T44" fmla="*/ 227 w 1371"/>
                <a:gd name="T45" fmla="*/ 587 h 2533"/>
                <a:gd name="T46" fmla="*/ 178 w 1371"/>
                <a:gd name="T47" fmla="*/ 726 h 2533"/>
                <a:gd name="T48" fmla="*/ 176 w 1371"/>
                <a:gd name="T49" fmla="*/ 742 h 2533"/>
                <a:gd name="T50" fmla="*/ 173 w 1371"/>
                <a:gd name="T51" fmla="*/ 746 h 2533"/>
                <a:gd name="T52" fmla="*/ 165 w 1371"/>
                <a:gd name="T53" fmla="*/ 757 h 2533"/>
                <a:gd name="T54" fmla="*/ 159 w 1371"/>
                <a:gd name="T55" fmla="*/ 766 h 2533"/>
                <a:gd name="T56" fmla="*/ 157 w 1371"/>
                <a:gd name="T57" fmla="*/ 774 h 2533"/>
                <a:gd name="T58" fmla="*/ 176 w 1371"/>
                <a:gd name="T59" fmla="*/ 789 h 2533"/>
                <a:gd name="T60" fmla="*/ 180 w 1371"/>
                <a:gd name="T61" fmla="*/ 793 h 2533"/>
                <a:gd name="T62" fmla="*/ 187 w 1371"/>
                <a:gd name="T63" fmla="*/ 822 h 2533"/>
                <a:gd name="T64" fmla="*/ 190 w 1371"/>
                <a:gd name="T65" fmla="*/ 823 h 2533"/>
                <a:gd name="T66" fmla="*/ 205 w 1371"/>
                <a:gd name="T67" fmla="*/ 811 h 2533"/>
                <a:gd name="T68" fmla="*/ 301 w 1371"/>
                <a:gd name="T69" fmla="*/ 547 h 2533"/>
                <a:gd name="T70" fmla="*/ 306 w 1371"/>
                <a:gd name="T71" fmla="*/ 422 h 2533"/>
                <a:gd name="T72" fmla="*/ 307 w 1371"/>
                <a:gd name="T73" fmla="*/ 412 h 2533"/>
                <a:gd name="T74" fmla="*/ 308 w 1371"/>
                <a:gd name="T75" fmla="*/ 405 h 2533"/>
                <a:gd name="T76" fmla="*/ 310 w 1371"/>
                <a:gd name="T77" fmla="*/ 399 h 2533"/>
                <a:gd name="T78" fmla="*/ 333 w 1371"/>
                <a:gd name="T79" fmla="*/ 261 h 2533"/>
                <a:gd name="T80" fmla="*/ 422 w 1371"/>
                <a:gd name="T81" fmla="*/ 129 h 2533"/>
                <a:gd name="T82" fmla="*/ 418 w 1371"/>
                <a:gd name="T83" fmla="*/ 130 h 2533"/>
                <a:gd name="T84" fmla="*/ 413 w 1371"/>
                <a:gd name="T85" fmla="*/ 130 h 2533"/>
                <a:gd name="T86" fmla="*/ 409 w 1371"/>
                <a:gd name="T87" fmla="*/ 133 h 2533"/>
                <a:gd name="T88" fmla="*/ 407 w 1371"/>
                <a:gd name="T89" fmla="*/ 136 h 2533"/>
                <a:gd name="T90" fmla="*/ 405 w 1371"/>
                <a:gd name="T91" fmla="*/ 139 h 2533"/>
                <a:gd name="T92" fmla="*/ 396 w 1371"/>
                <a:gd name="T93" fmla="*/ 145 h 2533"/>
                <a:gd name="T94" fmla="*/ 394 w 1371"/>
                <a:gd name="T95" fmla="*/ 145 h 2533"/>
                <a:gd name="T96" fmla="*/ 385 w 1371"/>
                <a:gd name="T97" fmla="*/ 162 h 2533"/>
                <a:gd name="T98" fmla="*/ 393 w 1371"/>
                <a:gd name="T99" fmla="*/ 213 h 2533"/>
                <a:gd name="T100" fmla="*/ 388 w 1371"/>
                <a:gd name="T101" fmla="*/ 223 h 2533"/>
                <a:gd name="T102" fmla="*/ 357 w 1371"/>
                <a:gd name="T103" fmla="*/ 200 h 2533"/>
                <a:gd name="T104" fmla="*/ 348 w 1371"/>
                <a:gd name="T105" fmla="*/ 193 h 2533"/>
                <a:gd name="T106" fmla="*/ 361 w 1371"/>
                <a:gd name="T107" fmla="*/ 119 h 2533"/>
                <a:gd name="T108" fmla="*/ 248 w 1371"/>
                <a:gd name="T109" fmla="*/ 5 h 2533"/>
                <a:gd name="T110" fmla="*/ 360 w 1371"/>
                <a:gd name="T111" fmla="*/ 118 h 2533"/>
                <a:gd name="T112" fmla="*/ 149 w 1371"/>
                <a:gd name="T113" fmla="*/ 343 h 2533"/>
                <a:gd name="T114" fmla="*/ 208 w 1371"/>
                <a:gd name="T115" fmla="*/ 145 h 2533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1371" h="2533">
                  <a:moveTo>
                    <a:pt x="596" y="515"/>
                  </a:moveTo>
                  <a:cubicBezTo>
                    <a:pt x="596" y="515"/>
                    <a:pt x="596" y="515"/>
                    <a:pt x="596" y="515"/>
                  </a:cubicBezTo>
                  <a:cubicBezTo>
                    <a:pt x="592" y="517"/>
                    <a:pt x="587" y="518"/>
                    <a:pt x="582" y="519"/>
                  </a:cubicBezTo>
                  <a:cubicBezTo>
                    <a:pt x="578" y="519"/>
                    <a:pt x="574" y="519"/>
                    <a:pt x="570" y="519"/>
                  </a:cubicBezTo>
                  <a:cubicBezTo>
                    <a:pt x="566" y="519"/>
                    <a:pt x="562" y="519"/>
                    <a:pt x="558" y="518"/>
                  </a:cubicBezTo>
                  <a:cubicBezTo>
                    <a:pt x="552" y="516"/>
                    <a:pt x="544" y="515"/>
                    <a:pt x="537" y="514"/>
                  </a:cubicBezTo>
                  <a:cubicBezTo>
                    <a:pt x="534" y="514"/>
                    <a:pt x="530" y="514"/>
                    <a:pt x="527" y="514"/>
                  </a:cubicBezTo>
                  <a:cubicBezTo>
                    <a:pt x="503" y="514"/>
                    <a:pt x="478" y="522"/>
                    <a:pt x="462" y="542"/>
                  </a:cubicBezTo>
                  <a:cubicBezTo>
                    <a:pt x="449" y="558"/>
                    <a:pt x="422" y="601"/>
                    <a:pt x="396" y="645"/>
                  </a:cubicBezTo>
                  <a:cubicBezTo>
                    <a:pt x="395" y="647"/>
                    <a:pt x="393" y="650"/>
                    <a:pt x="392" y="652"/>
                  </a:cubicBezTo>
                  <a:cubicBezTo>
                    <a:pt x="371" y="688"/>
                    <a:pt x="352" y="723"/>
                    <a:pt x="343" y="743"/>
                  </a:cubicBezTo>
                  <a:cubicBezTo>
                    <a:pt x="316" y="804"/>
                    <a:pt x="282" y="814"/>
                    <a:pt x="273" y="874"/>
                  </a:cubicBezTo>
                  <a:cubicBezTo>
                    <a:pt x="272" y="881"/>
                    <a:pt x="271" y="889"/>
                    <a:pt x="271" y="897"/>
                  </a:cubicBezTo>
                  <a:cubicBezTo>
                    <a:pt x="268" y="954"/>
                    <a:pt x="284" y="1023"/>
                    <a:pt x="320" y="1095"/>
                  </a:cubicBezTo>
                  <a:cubicBezTo>
                    <a:pt x="321" y="1097"/>
                    <a:pt x="322" y="1099"/>
                    <a:pt x="323" y="1101"/>
                  </a:cubicBezTo>
                  <a:cubicBezTo>
                    <a:pt x="329" y="1113"/>
                    <a:pt x="331" y="1119"/>
                    <a:pt x="325" y="1131"/>
                  </a:cubicBezTo>
                  <a:cubicBezTo>
                    <a:pt x="320" y="1142"/>
                    <a:pt x="316" y="1149"/>
                    <a:pt x="315" y="1157"/>
                  </a:cubicBezTo>
                  <a:cubicBezTo>
                    <a:pt x="315" y="1160"/>
                    <a:pt x="315" y="1162"/>
                    <a:pt x="316" y="1166"/>
                  </a:cubicBezTo>
                  <a:cubicBezTo>
                    <a:pt x="316" y="1166"/>
                    <a:pt x="316" y="1167"/>
                    <a:pt x="316" y="1168"/>
                  </a:cubicBezTo>
                  <a:cubicBezTo>
                    <a:pt x="316" y="1168"/>
                    <a:pt x="316" y="1169"/>
                    <a:pt x="316" y="1169"/>
                  </a:cubicBezTo>
                  <a:cubicBezTo>
                    <a:pt x="316" y="1170"/>
                    <a:pt x="316" y="1170"/>
                    <a:pt x="316" y="1170"/>
                  </a:cubicBezTo>
                  <a:cubicBezTo>
                    <a:pt x="316" y="1171"/>
                    <a:pt x="316" y="1172"/>
                    <a:pt x="316" y="1172"/>
                  </a:cubicBezTo>
                  <a:cubicBezTo>
                    <a:pt x="316" y="1172"/>
                    <a:pt x="316" y="1173"/>
                    <a:pt x="316" y="1173"/>
                  </a:cubicBezTo>
                  <a:cubicBezTo>
                    <a:pt x="315" y="1173"/>
                    <a:pt x="315" y="1174"/>
                    <a:pt x="315" y="1175"/>
                  </a:cubicBezTo>
                  <a:cubicBezTo>
                    <a:pt x="315" y="1175"/>
                    <a:pt x="315" y="1175"/>
                    <a:pt x="315" y="1175"/>
                  </a:cubicBezTo>
                  <a:cubicBezTo>
                    <a:pt x="315" y="1175"/>
                    <a:pt x="315" y="1175"/>
                    <a:pt x="315" y="1175"/>
                  </a:cubicBezTo>
                  <a:cubicBezTo>
                    <a:pt x="315" y="1175"/>
                    <a:pt x="315" y="1175"/>
                    <a:pt x="315" y="1175"/>
                  </a:cubicBezTo>
                  <a:cubicBezTo>
                    <a:pt x="307" y="1173"/>
                    <a:pt x="300" y="1171"/>
                    <a:pt x="293" y="1169"/>
                  </a:cubicBezTo>
                  <a:cubicBezTo>
                    <a:pt x="293" y="1169"/>
                    <a:pt x="293" y="1169"/>
                    <a:pt x="293" y="1169"/>
                  </a:cubicBezTo>
                  <a:cubicBezTo>
                    <a:pt x="285" y="1168"/>
                    <a:pt x="278" y="1166"/>
                    <a:pt x="271" y="1164"/>
                  </a:cubicBezTo>
                  <a:cubicBezTo>
                    <a:pt x="271" y="1164"/>
                    <a:pt x="270" y="1164"/>
                    <a:pt x="270" y="1164"/>
                  </a:cubicBezTo>
                  <a:cubicBezTo>
                    <a:pt x="263" y="1162"/>
                    <a:pt x="256" y="1161"/>
                    <a:pt x="250" y="1160"/>
                  </a:cubicBezTo>
                  <a:cubicBezTo>
                    <a:pt x="249" y="1159"/>
                    <a:pt x="248" y="1159"/>
                    <a:pt x="247" y="1159"/>
                  </a:cubicBezTo>
                  <a:cubicBezTo>
                    <a:pt x="241" y="1158"/>
                    <a:pt x="234" y="1156"/>
                    <a:pt x="228" y="1155"/>
                  </a:cubicBezTo>
                  <a:cubicBezTo>
                    <a:pt x="227" y="1155"/>
                    <a:pt x="225" y="1155"/>
                    <a:pt x="224" y="1154"/>
                  </a:cubicBezTo>
                  <a:cubicBezTo>
                    <a:pt x="218" y="1153"/>
                    <a:pt x="212" y="1152"/>
                    <a:pt x="207" y="1151"/>
                  </a:cubicBezTo>
                  <a:cubicBezTo>
                    <a:pt x="205" y="1151"/>
                    <a:pt x="203" y="1151"/>
                    <a:pt x="201" y="1150"/>
                  </a:cubicBezTo>
                  <a:cubicBezTo>
                    <a:pt x="196" y="1150"/>
                    <a:pt x="190" y="1149"/>
                    <a:pt x="185" y="1148"/>
                  </a:cubicBezTo>
                  <a:cubicBezTo>
                    <a:pt x="183" y="1148"/>
                    <a:pt x="181" y="1147"/>
                    <a:pt x="179" y="1147"/>
                  </a:cubicBezTo>
                  <a:cubicBezTo>
                    <a:pt x="174" y="1146"/>
                    <a:pt x="169" y="1146"/>
                    <a:pt x="164" y="1145"/>
                  </a:cubicBezTo>
                  <a:cubicBezTo>
                    <a:pt x="162" y="1145"/>
                    <a:pt x="160" y="1145"/>
                    <a:pt x="157" y="1144"/>
                  </a:cubicBezTo>
                  <a:cubicBezTo>
                    <a:pt x="150" y="1144"/>
                    <a:pt x="143" y="1143"/>
                    <a:pt x="137" y="1143"/>
                  </a:cubicBezTo>
                  <a:cubicBezTo>
                    <a:pt x="93" y="1139"/>
                    <a:pt x="45" y="1168"/>
                    <a:pt x="29" y="1209"/>
                  </a:cubicBezTo>
                  <a:cubicBezTo>
                    <a:pt x="14" y="1250"/>
                    <a:pt x="0" y="1317"/>
                    <a:pt x="33" y="1362"/>
                  </a:cubicBezTo>
                  <a:cubicBezTo>
                    <a:pt x="66" y="1406"/>
                    <a:pt x="167" y="1526"/>
                    <a:pt x="217" y="1562"/>
                  </a:cubicBezTo>
                  <a:cubicBezTo>
                    <a:pt x="219" y="1563"/>
                    <a:pt x="220" y="1564"/>
                    <a:pt x="221" y="1565"/>
                  </a:cubicBezTo>
                  <a:cubicBezTo>
                    <a:pt x="222" y="1566"/>
                    <a:pt x="222" y="1566"/>
                    <a:pt x="223" y="1566"/>
                  </a:cubicBezTo>
                  <a:cubicBezTo>
                    <a:pt x="224" y="1567"/>
                    <a:pt x="225" y="1568"/>
                    <a:pt x="226" y="1569"/>
                  </a:cubicBezTo>
                  <a:cubicBezTo>
                    <a:pt x="226" y="1569"/>
                    <a:pt x="226" y="1570"/>
                    <a:pt x="227" y="1570"/>
                  </a:cubicBezTo>
                  <a:cubicBezTo>
                    <a:pt x="228" y="1571"/>
                    <a:pt x="228" y="1572"/>
                    <a:pt x="229" y="1573"/>
                  </a:cubicBezTo>
                  <a:cubicBezTo>
                    <a:pt x="230" y="1573"/>
                    <a:pt x="230" y="1573"/>
                    <a:pt x="230" y="1574"/>
                  </a:cubicBezTo>
                  <a:cubicBezTo>
                    <a:pt x="231" y="1575"/>
                    <a:pt x="232" y="1576"/>
                    <a:pt x="233" y="1577"/>
                  </a:cubicBezTo>
                  <a:cubicBezTo>
                    <a:pt x="233" y="1577"/>
                    <a:pt x="233" y="1577"/>
                    <a:pt x="233" y="1578"/>
                  </a:cubicBezTo>
                  <a:cubicBezTo>
                    <a:pt x="234" y="1579"/>
                    <a:pt x="235" y="1580"/>
                    <a:pt x="236" y="1581"/>
                  </a:cubicBezTo>
                  <a:cubicBezTo>
                    <a:pt x="236" y="1581"/>
                    <a:pt x="236" y="1581"/>
                    <a:pt x="236" y="1581"/>
                  </a:cubicBezTo>
                  <a:cubicBezTo>
                    <a:pt x="245" y="1594"/>
                    <a:pt x="250" y="1605"/>
                    <a:pt x="255" y="1606"/>
                  </a:cubicBezTo>
                  <a:cubicBezTo>
                    <a:pt x="255" y="1606"/>
                    <a:pt x="255" y="1606"/>
                    <a:pt x="255" y="1606"/>
                  </a:cubicBezTo>
                  <a:cubicBezTo>
                    <a:pt x="255" y="1606"/>
                    <a:pt x="255" y="1607"/>
                    <a:pt x="255" y="1607"/>
                  </a:cubicBezTo>
                  <a:cubicBezTo>
                    <a:pt x="256" y="1606"/>
                    <a:pt x="256" y="1606"/>
                    <a:pt x="256" y="1606"/>
                  </a:cubicBezTo>
                  <a:cubicBezTo>
                    <a:pt x="256" y="1606"/>
                    <a:pt x="256" y="1606"/>
                    <a:pt x="256" y="1606"/>
                  </a:cubicBezTo>
                  <a:cubicBezTo>
                    <a:pt x="256" y="1606"/>
                    <a:pt x="256" y="1606"/>
                    <a:pt x="257" y="1606"/>
                  </a:cubicBezTo>
                  <a:cubicBezTo>
                    <a:pt x="257" y="1606"/>
                    <a:pt x="258" y="1606"/>
                    <a:pt x="258" y="1606"/>
                  </a:cubicBezTo>
                  <a:cubicBezTo>
                    <a:pt x="258" y="1606"/>
                    <a:pt x="253" y="1615"/>
                    <a:pt x="260" y="1620"/>
                  </a:cubicBezTo>
                  <a:cubicBezTo>
                    <a:pt x="260" y="1620"/>
                    <a:pt x="257" y="1629"/>
                    <a:pt x="259" y="1635"/>
                  </a:cubicBezTo>
                  <a:cubicBezTo>
                    <a:pt x="261" y="1641"/>
                    <a:pt x="223" y="1673"/>
                    <a:pt x="207" y="1689"/>
                  </a:cubicBezTo>
                  <a:cubicBezTo>
                    <a:pt x="191" y="1705"/>
                    <a:pt x="162" y="1719"/>
                    <a:pt x="155" y="1748"/>
                  </a:cubicBezTo>
                  <a:cubicBezTo>
                    <a:pt x="155" y="1750"/>
                    <a:pt x="155" y="1751"/>
                    <a:pt x="154" y="1753"/>
                  </a:cubicBezTo>
                  <a:cubicBezTo>
                    <a:pt x="154" y="1753"/>
                    <a:pt x="154" y="1753"/>
                    <a:pt x="154" y="1753"/>
                  </a:cubicBezTo>
                  <a:cubicBezTo>
                    <a:pt x="154" y="1754"/>
                    <a:pt x="153" y="1756"/>
                    <a:pt x="153" y="1757"/>
                  </a:cubicBezTo>
                  <a:cubicBezTo>
                    <a:pt x="153" y="1757"/>
                    <a:pt x="152" y="1758"/>
                    <a:pt x="152" y="1758"/>
                  </a:cubicBezTo>
                  <a:cubicBezTo>
                    <a:pt x="152" y="1759"/>
                    <a:pt x="151" y="1760"/>
                    <a:pt x="151" y="1762"/>
                  </a:cubicBezTo>
                  <a:cubicBezTo>
                    <a:pt x="151" y="1762"/>
                    <a:pt x="151" y="1762"/>
                    <a:pt x="151" y="1762"/>
                  </a:cubicBezTo>
                  <a:cubicBezTo>
                    <a:pt x="150" y="1763"/>
                    <a:pt x="149" y="1765"/>
                    <a:pt x="149" y="1766"/>
                  </a:cubicBezTo>
                  <a:cubicBezTo>
                    <a:pt x="149" y="1766"/>
                    <a:pt x="149" y="1766"/>
                    <a:pt x="149" y="1766"/>
                  </a:cubicBezTo>
                  <a:cubicBezTo>
                    <a:pt x="148" y="1768"/>
                    <a:pt x="147" y="1769"/>
                    <a:pt x="147" y="1770"/>
                  </a:cubicBezTo>
                  <a:cubicBezTo>
                    <a:pt x="147" y="1770"/>
                    <a:pt x="147" y="1770"/>
                    <a:pt x="147" y="1770"/>
                  </a:cubicBezTo>
                  <a:cubicBezTo>
                    <a:pt x="146" y="1771"/>
                    <a:pt x="146" y="1772"/>
                    <a:pt x="145" y="1773"/>
                  </a:cubicBezTo>
                  <a:cubicBezTo>
                    <a:pt x="145" y="1774"/>
                    <a:pt x="144" y="1774"/>
                    <a:pt x="144" y="1775"/>
                  </a:cubicBezTo>
                  <a:cubicBezTo>
                    <a:pt x="144" y="1775"/>
                    <a:pt x="144" y="1776"/>
                    <a:pt x="143" y="1776"/>
                  </a:cubicBezTo>
                  <a:cubicBezTo>
                    <a:pt x="139" y="1783"/>
                    <a:pt x="136" y="1789"/>
                    <a:pt x="136" y="1793"/>
                  </a:cubicBezTo>
                  <a:cubicBezTo>
                    <a:pt x="136" y="1793"/>
                    <a:pt x="136" y="1793"/>
                    <a:pt x="136" y="1793"/>
                  </a:cubicBezTo>
                  <a:cubicBezTo>
                    <a:pt x="136" y="1793"/>
                    <a:pt x="136" y="1794"/>
                    <a:pt x="137" y="1795"/>
                  </a:cubicBezTo>
                  <a:cubicBezTo>
                    <a:pt x="137" y="1795"/>
                    <a:pt x="137" y="1795"/>
                    <a:pt x="137" y="1795"/>
                  </a:cubicBezTo>
                  <a:cubicBezTo>
                    <a:pt x="137" y="1795"/>
                    <a:pt x="137" y="1796"/>
                    <a:pt x="138" y="1796"/>
                  </a:cubicBezTo>
                  <a:cubicBezTo>
                    <a:pt x="138" y="1796"/>
                    <a:pt x="138" y="1796"/>
                    <a:pt x="138" y="1796"/>
                  </a:cubicBezTo>
                  <a:cubicBezTo>
                    <a:pt x="138" y="1797"/>
                    <a:pt x="138" y="1797"/>
                    <a:pt x="139" y="1797"/>
                  </a:cubicBezTo>
                  <a:cubicBezTo>
                    <a:pt x="133" y="1806"/>
                    <a:pt x="126" y="1823"/>
                    <a:pt x="140" y="1828"/>
                  </a:cubicBezTo>
                  <a:cubicBezTo>
                    <a:pt x="144" y="1829"/>
                    <a:pt x="148" y="1830"/>
                    <a:pt x="151" y="1829"/>
                  </a:cubicBezTo>
                  <a:cubicBezTo>
                    <a:pt x="154" y="1829"/>
                    <a:pt x="156" y="1828"/>
                    <a:pt x="158" y="1827"/>
                  </a:cubicBezTo>
                  <a:cubicBezTo>
                    <a:pt x="157" y="1830"/>
                    <a:pt x="156" y="1840"/>
                    <a:pt x="168" y="1842"/>
                  </a:cubicBezTo>
                  <a:cubicBezTo>
                    <a:pt x="170" y="1842"/>
                    <a:pt x="172" y="1842"/>
                    <a:pt x="174" y="1842"/>
                  </a:cubicBezTo>
                  <a:cubicBezTo>
                    <a:pt x="182" y="1841"/>
                    <a:pt x="186" y="1835"/>
                    <a:pt x="187" y="1833"/>
                  </a:cubicBezTo>
                  <a:cubicBezTo>
                    <a:pt x="188" y="1835"/>
                    <a:pt x="191" y="1840"/>
                    <a:pt x="197" y="1840"/>
                  </a:cubicBezTo>
                  <a:cubicBezTo>
                    <a:pt x="198" y="1840"/>
                    <a:pt x="199" y="1840"/>
                    <a:pt x="200" y="1840"/>
                  </a:cubicBezTo>
                  <a:cubicBezTo>
                    <a:pt x="205" y="1839"/>
                    <a:pt x="207" y="1836"/>
                    <a:pt x="208" y="1835"/>
                  </a:cubicBezTo>
                  <a:cubicBezTo>
                    <a:pt x="210" y="1836"/>
                    <a:pt x="215" y="1841"/>
                    <a:pt x="223" y="1840"/>
                  </a:cubicBezTo>
                  <a:cubicBezTo>
                    <a:pt x="224" y="1840"/>
                    <a:pt x="224" y="1840"/>
                    <a:pt x="225" y="1840"/>
                  </a:cubicBezTo>
                  <a:cubicBezTo>
                    <a:pt x="235" y="1839"/>
                    <a:pt x="236" y="1831"/>
                    <a:pt x="230" y="1816"/>
                  </a:cubicBezTo>
                  <a:cubicBezTo>
                    <a:pt x="230" y="1816"/>
                    <a:pt x="230" y="1816"/>
                    <a:pt x="230" y="1816"/>
                  </a:cubicBezTo>
                  <a:cubicBezTo>
                    <a:pt x="231" y="1817"/>
                    <a:pt x="233" y="1817"/>
                    <a:pt x="234" y="1817"/>
                  </a:cubicBezTo>
                  <a:cubicBezTo>
                    <a:pt x="234" y="1817"/>
                    <a:pt x="234" y="1817"/>
                    <a:pt x="234" y="1817"/>
                  </a:cubicBezTo>
                  <a:cubicBezTo>
                    <a:pt x="237" y="1817"/>
                    <a:pt x="240" y="1817"/>
                    <a:pt x="244" y="1817"/>
                  </a:cubicBezTo>
                  <a:cubicBezTo>
                    <a:pt x="244" y="1817"/>
                    <a:pt x="245" y="1817"/>
                    <a:pt x="245" y="1817"/>
                  </a:cubicBezTo>
                  <a:cubicBezTo>
                    <a:pt x="246" y="1817"/>
                    <a:pt x="247" y="1817"/>
                    <a:pt x="248" y="1817"/>
                  </a:cubicBezTo>
                  <a:cubicBezTo>
                    <a:pt x="248" y="1817"/>
                    <a:pt x="249" y="1817"/>
                    <a:pt x="250" y="1817"/>
                  </a:cubicBezTo>
                  <a:cubicBezTo>
                    <a:pt x="250" y="1817"/>
                    <a:pt x="251" y="1817"/>
                    <a:pt x="252" y="1817"/>
                  </a:cubicBezTo>
                  <a:cubicBezTo>
                    <a:pt x="253" y="1817"/>
                    <a:pt x="254" y="1817"/>
                    <a:pt x="255" y="1817"/>
                  </a:cubicBezTo>
                  <a:cubicBezTo>
                    <a:pt x="255" y="1817"/>
                    <a:pt x="256" y="1817"/>
                    <a:pt x="257" y="1816"/>
                  </a:cubicBezTo>
                  <a:cubicBezTo>
                    <a:pt x="258" y="1816"/>
                    <a:pt x="259" y="1816"/>
                    <a:pt x="260" y="1816"/>
                  </a:cubicBezTo>
                  <a:cubicBezTo>
                    <a:pt x="261" y="1816"/>
                    <a:pt x="262" y="1815"/>
                    <a:pt x="262" y="1815"/>
                  </a:cubicBezTo>
                  <a:cubicBezTo>
                    <a:pt x="263" y="1815"/>
                    <a:pt x="264" y="1815"/>
                    <a:pt x="265" y="1814"/>
                  </a:cubicBezTo>
                  <a:cubicBezTo>
                    <a:pt x="266" y="1814"/>
                    <a:pt x="266" y="1814"/>
                    <a:pt x="267" y="1814"/>
                  </a:cubicBezTo>
                  <a:cubicBezTo>
                    <a:pt x="268" y="1814"/>
                    <a:pt x="269" y="1813"/>
                    <a:pt x="270" y="1813"/>
                  </a:cubicBezTo>
                  <a:cubicBezTo>
                    <a:pt x="271" y="1813"/>
                    <a:pt x="271" y="1812"/>
                    <a:pt x="271" y="1812"/>
                  </a:cubicBezTo>
                  <a:cubicBezTo>
                    <a:pt x="273" y="1812"/>
                    <a:pt x="275" y="1811"/>
                    <a:pt x="276" y="1810"/>
                  </a:cubicBezTo>
                  <a:cubicBezTo>
                    <a:pt x="276" y="1810"/>
                    <a:pt x="277" y="1810"/>
                    <a:pt x="277" y="1809"/>
                  </a:cubicBezTo>
                  <a:cubicBezTo>
                    <a:pt x="278" y="1809"/>
                    <a:pt x="280" y="1808"/>
                    <a:pt x="281" y="1807"/>
                  </a:cubicBezTo>
                  <a:cubicBezTo>
                    <a:pt x="281" y="1807"/>
                    <a:pt x="282" y="1807"/>
                    <a:pt x="283" y="1807"/>
                  </a:cubicBezTo>
                  <a:cubicBezTo>
                    <a:pt x="284" y="1806"/>
                    <a:pt x="285" y="1805"/>
                    <a:pt x="286" y="1804"/>
                  </a:cubicBezTo>
                  <a:cubicBezTo>
                    <a:pt x="286" y="1804"/>
                    <a:pt x="287" y="1804"/>
                    <a:pt x="287" y="1803"/>
                  </a:cubicBezTo>
                  <a:cubicBezTo>
                    <a:pt x="289" y="1802"/>
                    <a:pt x="291" y="1801"/>
                    <a:pt x="292" y="1799"/>
                  </a:cubicBezTo>
                  <a:cubicBezTo>
                    <a:pt x="322" y="1776"/>
                    <a:pt x="389" y="1729"/>
                    <a:pt x="416" y="1719"/>
                  </a:cubicBezTo>
                  <a:cubicBezTo>
                    <a:pt x="420" y="1717"/>
                    <a:pt x="425" y="1714"/>
                    <a:pt x="430" y="1711"/>
                  </a:cubicBezTo>
                  <a:cubicBezTo>
                    <a:pt x="450" y="1699"/>
                    <a:pt x="473" y="1676"/>
                    <a:pt x="478" y="1652"/>
                  </a:cubicBezTo>
                  <a:cubicBezTo>
                    <a:pt x="479" y="1650"/>
                    <a:pt x="479" y="1647"/>
                    <a:pt x="480" y="1645"/>
                  </a:cubicBezTo>
                  <a:cubicBezTo>
                    <a:pt x="480" y="1635"/>
                    <a:pt x="478" y="1626"/>
                    <a:pt x="471" y="1618"/>
                  </a:cubicBezTo>
                  <a:cubicBezTo>
                    <a:pt x="463" y="1608"/>
                    <a:pt x="455" y="1601"/>
                    <a:pt x="448" y="1594"/>
                  </a:cubicBezTo>
                  <a:cubicBezTo>
                    <a:pt x="429" y="1579"/>
                    <a:pt x="412" y="1571"/>
                    <a:pt x="393" y="1555"/>
                  </a:cubicBezTo>
                  <a:cubicBezTo>
                    <a:pt x="389" y="1552"/>
                    <a:pt x="385" y="1549"/>
                    <a:pt x="382" y="1545"/>
                  </a:cubicBezTo>
                  <a:cubicBezTo>
                    <a:pt x="381" y="1544"/>
                    <a:pt x="380" y="1543"/>
                    <a:pt x="379" y="1542"/>
                  </a:cubicBezTo>
                  <a:cubicBezTo>
                    <a:pt x="378" y="1541"/>
                    <a:pt x="378" y="1541"/>
                    <a:pt x="378" y="1540"/>
                  </a:cubicBezTo>
                  <a:cubicBezTo>
                    <a:pt x="377" y="1540"/>
                    <a:pt x="377" y="1539"/>
                    <a:pt x="376" y="1538"/>
                  </a:cubicBezTo>
                  <a:cubicBezTo>
                    <a:pt x="376" y="1538"/>
                    <a:pt x="375" y="1537"/>
                    <a:pt x="375" y="1537"/>
                  </a:cubicBezTo>
                  <a:cubicBezTo>
                    <a:pt x="374" y="1536"/>
                    <a:pt x="374" y="1536"/>
                    <a:pt x="373" y="1535"/>
                  </a:cubicBezTo>
                  <a:cubicBezTo>
                    <a:pt x="373" y="1534"/>
                    <a:pt x="373" y="1534"/>
                    <a:pt x="372" y="1534"/>
                  </a:cubicBezTo>
                  <a:cubicBezTo>
                    <a:pt x="372" y="1533"/>
                    <a:pt x="371" y="1532"/>
                    <a:pt x="371" y="1531"/>
                  </a:cubicBezTo>
                  <a:cubicBezTo>
                    <a:pt x="370" y="1531"/>
                    <a:pt x="370" y="1530"/>
                    <a:pt x="370" y="1530"/>
                  </a:cubicBezTo>
                  <a:cubicBezTo>
                    <a:pt x="369" y="1529"/>
                    <a:pt x="368" y="1528"/>
                    <a:pt x="368" y="1527"/>
                  </a:cubicBezTo>
                  <a:cubicBezTo>
                    <a:pt x="368" y="1527"/>
                    <a:pt x="367" y="1526"/>
                    <a:pt x="367" y="1526"/>
                  </a:cubicBezTo>
                  <a:cubicBezTo>
                    <a:pt x="366" y="1525"/>
                    <a:pt x="366" y="1524"/>
                    <a:pt x="365" y="1523"/>
                  </a:cubicBezTo>
                  <a:cubicBezTo>
                    <a:pt x="365" y="1523"/>
                    <a:pt x="365" y="1522"/>
                    <a:pt x="365" y="1522"/>
                  </a:cubicBezTo>
                  <a:cubicBezTo>
                    <a:pt x="364" y="1521"/>
                    <a:pt x="363" y="1520"/>
                    <a:pt x="363" y="1519"/>
                  </a:cubicBezTo>
                  <a:cubicBezTo>
                    <a:pt x="362" y="1518"/>
                    <a:pt x="362" y="1518"/>
                    <a:pt x="362" y="1518"/>
                  </a:cubicBezTo>
                  <a:cubicBezTo>
                    <a:pt x="361" y="1517"/>
                    <a:pt x="361" y="1515"/>
                    <a:pt x="360" y="1514"/>
                  </a:cubicBezTo>
                  <a:cubicBezTo>
                    <a:pt x="360" y="1514"/>
                    <a:pt x="360" y="1514"/>
                    <a:pt x="360" y="1514"/>
                  </a:cubicBezTo>
                  <a:cubicBezTo>
                    <a:pt x="339" y="1479"/>
                    <a:pt x="321" y="1431"/>
                    <a:pt x="293" y="1400"/>
                  </a:cubicBezTo>
                  <a:cubicBezTo>
                    <a:pt x="293" y="1400"/>
                    <a:pt x="293" y="1400"/>
                    <a:pt x="293" y="1400"/>
                  </a:cubicBezTo>
                  <a:cubicBezTo>
                    <a:pt x="294" y="1400"/>
                    <a:pt x="294" y="1400"/>
                    <a:pt x="294" y="1400"/>
                  </a:cubicBezTo>
                  <a:cubicBezTo>
                    <a:pt x="293" y="1399"/>
                    <a:pt x="293" y="1399"/>
                    <a:pt x="292" y="1398"/>
                  </a:cubicBezTo>
                  <a:cubicBezTo>
                    <a:pt x="292" y="1398"/>
                    <a:pt x="292" y="1398"/>
                    <a:pt x="292" y="1398"/>
                  </a:cubicBezTo>
                  <a:cubicBezTo>
                    <a:pt x="292" y="1398"/>
                    <a:pt x="374" y="1469"/>
                    <a:pt x="413" y="1473"/>
                  </a:cubicBezTo>
                  <a:cubicBezTo>
                    <a:pt x="452" y="1476"/>
                    <a:pt x="496" y="1552"/>
                    <a:pt x="544" y="1556"/>
                  </a:cubicBezTo>
                  <a:cubicBezTo>
                    <a:pt x="545" y="1556"/>
                    <a:pt x="547" y="1556"/>
                    <a:pt x="548" y="1556"/>
                  </a:cubicBezTo>
                  <a:cubicBezTo>
                    <a:pt x="549" y="1556"/>
                    <a:pt x="549" y="1556"/>
                    <a:pt x="549" y="1557"/>
                  </a:cubicBezTo>
                  <a:cubicBezTo>
                    <a:pt x="550" y="1557"/>
                    <a:pt x="551" y="1557"/>
                    <a:pt x="552" y="1557"/>
                  </a:cubicBezTo>
                  <a:cubicBezTo>
                    <a:pt x="553" y="1557"/>
                    <a:pt x="553" y="1557"/>
                    <a:pt x="553" y="1557"/>
                  </a:cubicBezTo>
                  <a:cubicBezTo>
                    <a:pt x="554" y="1557"/>
                    <a:pt x="555" y="1557"/>
                    <a:pt x="556" y="1557"/>
                  </a:cubicBezTo>
                  <a:cubicBezTo>
                    <a:pt x="557" y="1557"/>
                    <a:pt x="557" y="1557"/>
                    <a:pt x="557" y="1558"/>
                  </a:cubicBezTo>
                  <a:cubicBezTo>
                    <a:pt x="564" y="1558"/>
                    <a:pt x="570" y="1559"/>
                    <a:pt x="575" y="1560"/>
                  </a:cubicBezTo>
                  <a:cubicBezTo>
                    <a:pt x="575" y="1560"/>
                    <a:pt x="576" y="1560"/>
                    <a:pt x="576" y="1560"/>
                  </a:cubicBezTo>
                  <a:cubicBezTo>
                    <a:pt x="577" y="1560"/>
                    <a:pt x="577" y="1560"/>
                    <a:pt x="578" y="1561"/>
                  </a:cubicBezTo>
                  <a:cubicBezTo>
                    <a:pt x="578" y="1561"/>
                    <a:pt x="579" y="1561"/>
                    <a:pt x="579" y="1561"/>
                  </a:cubicBezTo>
                  <a:cubicBezTo>
                    <a:pt x="580" y="1561"/>
                    <a:pt x="580" y="1561"/>
                    <a:pt x="581" y="1561"/>
                  </a:cubicBezTo>
                  <a:cubicBezTo>
                    <a:pt x="582" y="1561"/>
                    <a:pt x="582" y="1561"/>
                    <a:pt x="582" y="1561"/>
                  </a:cubicBezTo>
                  <a:cubicBezTo>
                    <a:pt x="583" y="1561"/>
                    <a:pt x="584" y="1561"/>
                    <a:pt x="584" y="1561"/>
                  </a:cubicBezTo>
                  <a:cubicBezTo>
                    <a:pt x="585" y="1561"/>
                    <a:pt x="585" y="1561"/>
                    <a:pt x="586" y="1561"/>
                  </a:cubicBezTo>
                  <a:cubicBezTo>
                    <a:pt x="587" y="1561"/>
                    <a:pt x="587" y="1562"/>
                    <a:pt x="588" y="1562"/>
                  </a:cubicBezTo>
                  <a:cubicBezTo>
                    <a:pt x="589" y="1562"/>
                    <a:pt x="589" y="1562"/>
                    <a:pt x="590" y="1562"/>
                  </a:cubicBezTo>
                  <a:cubicBezTo>
                    <a:pt x="590" y="1562"/>
                    <a:pt x="591" y="1562"/>
                    <a:pt x="591" y="1562"/>
                  </a:cubicBezTo>
                  <a:cubicBezTo>
                    <a:pt x="592" y="1562"/>
                    <a:pt x="592" y="1562"/>
                    <a:pt x="593" y="1562"/>
                  </a:cubicBezTo>
                  <a:cubicBezTo>
                    <a:pt x="593" y="1562"/>
                    <a:pt x="594" y="1562"/>
                    <a:pt x="594" y="1562"/>
                  </a:cubicBezTo>
                  <a:cubicBezTo>
                    <a:pt x="595" y="1562"/>
                    <a:pt x="595" y="1561"/>
                    <a:pt x="596" y="1561"/>
                  </a:cubicBezTo>
                  <a:cubicBezTo>
                    <a:pt x="596" y="1561"/>
                    <a:pt x="597" y="1561"/>
                    <a:pt x="597" y="1561"/>
                  </a:cubicBezTo>
                  <a:cubicBezTo>
                    <a:pt x="598" y="1561"/>
                    <a:pt x="599" y="1561"/>
                    <a:pt x="599" y="1561"/>
                  </a:cubicBezTo>
                  <a:cubicBezTo>
                    <a:pt x="600" y="1561"/>
                    <a:pt x="600" y="1561"/>
                    <a:pt x="601" y="1561"/>
                  </a:cubicBezTo>
                  <a:cubicBezTo>
                    <a:pt x="601" y="1561"/>
                    <a:pt x="602" y="1561"/>
                    <a:pt x="602" y="1560"/>
                  </a:cubicBezTo>
                  <a:cubicBezTo>
                    <a:pt x="603" y="1560"/>
                    <a:pt x="603" y="1560"/>
                    <a:pt x="603" y="1560"/>
                  </a:cubicBezTo>
                  <a:cubicBezTo>
                    <a:pt x="604" y="1560"/>
                    <a:pt x="604" y="1560"/>
                    <a:pt x="605" y="1560"/>
                  </a:cubicBezTo>
                  <a:cubicBezTo>
                    <a:pt x="605" y="1560"/>
                    <a:pt x="606" y="1559"/>
                    <a:pt x="606" y="1559"/>
                  </a:cubicBezTo>
                  <a:cubicBezTo>
                    <a:pt x="606" y="1559"/>
                    <a:pt x="607" y="1559"/>
                    <a:pt x="607" y="1559"/>
                  </a:cubicBezTo>
                  <a:cubicBezTo>
                    <a:pt x="608" y="1558"/>
                    <a:pt x="609" y="1558"/>
                    <a:pt x="609" y="1558"/>
                  </a:cubicBezTo>
                  <a:cubicBezTo>
                    <a:pt x="610" y="1558"/>
                    <a:pt x="610" y="1557"/>
                    <a:pt x="611" y="1557"/>
                  </a:cubicBezTo>
                  <a:cubicBezTo>
                    <a:pt x="611" y="1557"/>
                    <a:pt x="611" y="1557"/>
                    <a:pt x="612" y="1556"/>
                  </a:cubicBezTo>
                  <a:cubicBezTo>
                    <a:pt x="612" y="1556"/>
                    <a:pt x="612" y="1556"/>
                    <a:pt x="613" y="1556"/>
                  </a:cubicBezTo>
                  <a:cubicBezTo>
                    <a:pt x="613" y="1555"/>
                    <a:pt x="614" y="1555"/>
                    <a:pt x="614" y="1555"/>
                  </a:cubicBezTo>
                  <a:cubicBezTo>
                    <a:pt x="614" y="1554"/>
                    <a:pt x="615" y="1554"/>
                    <a:pt x="615" y="1554"/>
                  </a:cubicBezTo>
                  <a:cubicBezTo>
                    <a:pt x="615" y="1553"/>
                    <a:pt x="616" y="1553"/>
                    <a:pt x="616" y="1553"/>
                  </a:cubicBezTo>
                  <a:cubicBezTo>
                    <a:pt x="617" y="1552"/>
                    <a:pt x="617" y="1552"/>
                    <a:pt x="618" y="1551"/>
                  </a:cubicBezTo>
                  <a:cubicBezTo>
                    <a:pt x="618" y="1551"/>
                    <a:pt x="619" y="1550"/>
                    <a:pt x="619" y="1550"/>
                  </a:cubicBezTo>
                  <a:cubicBezTo>
                    <a:pt x="619" y="1549"/>
                    <a:pt x="620" y="1549"/>
                    <a:pt x="620" y="1548"/>
                  </a:cubicBezTo>
                  <a:cubicBezTo>
                    <a:pt x="621" y="1548"/>
                    <a:pt x="621" y="1548"/>
                    <a:pt x="621" y="1547"/>
                  </a:cubicBezTo>
                  <a:cubicBezTo>
                    <a:pt x="622" y="1547"/>
                    <a:pt x="622" y="1546"/>
                    <a:pt x="622" y="1546"/>
                  </a:cubicBezTo>
                  <a:cubicBezTo>
                    <a:pt x="622" y="1545"/>
                    <a:pt x="623" y="1545"/>
                    <a:pt x="623" y="1544"/>
                  </a:cubicBezTo>
                  <a:cubicBezTo>
                    <a:pt x="623" y="1544"/>
                    <a:pt x="624" y="1543"/>
                    <a:pt x="624" y="1542"/>
                  </a:cubicBezTo>
                  <a:cubicBezTo>
                    <a:pt x="624" y="1542"/>
                    <a:pt x="625" y="1542"/>
                    <a:pt x="625" y="1541"/>
                  </a:cubicBezTo>
                  <a:cubicBezTo>
                    <a:pt x="626" y="1542"/>
                    <a:pt x="626" y="1543"/>
                    <a:pt x="627" y="1544"/>
                  </a:cubicBezTo>
                  <a:cubicBezTo>
                    <a:pt x="634" y="1555"/>
                    <a:pt x="641" y="1561"/>
                    <a:pt x="653" y="1566"/>
                  </a:cubicBezTo>
                  <a:cubicBezTo>
                    <a:pt x="660" y="1570"/>
                    <a:pt x="669" y="1574"/>
                    <a:pt x="677" y="1570"/>
                  </a:cubicBezTo>
                  <a:cubicBezTo>
                    <a:pt x="678" y="1574"/>
                    <a:pt x="678" y="1578"/>
                    <a:pt x="678" y="1583"/>
                  </a:cubicBezTo>
                  <a:cubicBezTo>
                    <a:pt x="678" y="1584"/>
                    <a:pt x="679" y="1585"/>
                    <a:pt x="679" y="1586"/>
                  </a:cubicBezTo>
                  <a:cubicBezTo>
                    <a:pt x="679" y="1586"/>
                    <a:pt x="679" y="1586"/>
                    <a:pt x="679" y="1587"/>
                  </a:cubicBezTo>
                  <a:cubicBezTo>
                    <a:pt x="679" y="1588"/>
                    <a:pt x="679" y="1590"/>
                    <a:pt x="679" y="1591"/>
                  </a:cubicBezTo>
                  <a:cubicBezTo>
                    <a:pt x="679" y="1591"/>
                    <a:pt x="679" y="1591"/>
                    <a:pt x="679" y="1591"/>
                  </a:cubicBezTo>
                  <a:cubicBezTo>
                    <a:pt x="679" y="1593"/>
                    <a:pt x="680" y="1595"/>
                    <a:pt x="680" y="1596"/>
                  </a:cubicBezTo>
                  <a:cubicBezTo>
                    <a:pt x="680" y="1596"/>
                    <a:pt x="680" y="1596"/>
                    <a:pt x="680" y="1597"/>
                  </a:cubicBezTo>
                  <a:cubicBezTo>
                    <a:pt x="682" y="1613"/>
                    <a:pt x="686" y="1630"/>
                    <a:pt x="697" y="1645"/>
                  </a:cubicBezTo>
                  <a:cubicBezTo>
                    <a:pt x="697" y="1646"/>
                    <a:pt x="698" y="1647"/>
                    <a:pt x="698" y="1647"/>
                  </a:cubicBezTo>
                  <a:cubicBezTo>
                    <a:pt x="698" y="1647"/>
                    <a:pt x="698" y="1647"/>
                    <a:pt x="698" y="1647"/>
                  </a:cubicBezTo>
                  <a:cubicBezTo>
                    <a:pt x="698" y="1648"/>
                    <a:pt x="697" y="1648"/>
                    <a:pt x="697" y="1648"/>
                  </a:cubicBezTo>
                  <a:cubicBezTo>
                    <a:pt x="696" y="1651"/>
                    <a:pt x="696" y="1653"/>
                    <a:pt x="695" y="1656"/>
                  </a:cubicBezTo>
                  <a:cubicBezTo>
                    <a:pt x="695" y="1656"/>
                    <a:pt x="695" y="1657"/>
                    <a:pt x="695" y="1657"/>
                  </a:cubicBezTo>
                  <a:cubicBezTo>
                    <a:pt x="695" y="1658"/>
                    <a:pt x="695" y="1658"/>
                    <a:pt x="694" y="1659"/>
                  </a:cubicBezTo>
                  <a:cubicBezTo>
                    <a:pt x="694" y="1659"/>
                    <a:pt x="694" y="1660"/>
                    <a:pt x="694" y="1660"/>
                  </a:cubicBezTo>
                  <a:cubicBezTo>
                    <a:pt x="694" y="1661"/>
                    <a:pt x="694" y="1661"/>
                    <a:pt x="694" y="1662"/>
                  </a:cubicBezTo>
                  <a:cubicBezTo>
                    <a:pt x="693" y="1663"/>
                    <a:pt x="693" y="1663"/>
                    <a:pt x="693" y="1664"/>
                  </a:cubicBezTo>
                  <a:cubicBezTo>
                    <a:pt x="693" y="1664"/>
                    <a:pt x="693" y="1665"/>
                    <a:pt x="693" y="1666"/>
                  </a:cubicBezTo>
                  <a:cubicBezTo>
                    <a:pt x="693" y="1667"/>
                    <a:pt x="692" y="1667"/>
                    <a:pt x="692" y="1667"/>
                  </a:cubicBezTo>
                  <a:cubicBezTo>
                    <a:pt x="692" y="1670"/>
                    <a:pt x="691" y="1673"/>
                    <a:pt x="690" y="1676"/>
                  </a:cubicBezTo>
                  <a:cubicBezTo>
                    <a:pt x="690" y="1676"/>
                    <a:pt x="690" y="1677"/>
                    <a:pt x="690" y="1677"/>
                  </a:cubicBezTo>
                  <a:cubicBezTo>
                    <a:pt x="690" y="1678"/>
                    <a:pt x="690" y="1680"/>
                    <a:pt x="689" y="1681"/>
                  </a:cubicBezTo>
                  <a:cubicBezTo>
                    <a:pt x="689" y="1681"/>
                    <a:pt x="689" y="1682"/>
                    <a:pt x="689" y="1682"/>
                  </a:cubicBezTo>
                  <a:cubicBezTo>
                    <a:pt x="689" y="1684"/>
                    <a:pt x="688" y="1685"/>
                    <a:pt x="688" y="1686"/>
                  </a:cubicBezTo>
                  <a:cubicBezTo>
                    <a:pt x="688" y="1687"/>
                    <a:pt x="688" y="1687"/>
                    <a:pt x="688" y="1687"/>
                  </a:cubicBezTo>
                  <a:cubicBezTo>
                    <a:pt x="688" y="1689"/>
                    <a:pt x="687" y="1691"/>
                    <a:pt x="687" y="1692"/>
                  </a:cubicBezTo>
                  <a:cubicBezTo>
                    <a:pt x="687" y="1693"/>
                    <a:pt x="687" y="1693"/>
                    <a:pt x="687" y="1693"/>
                  </a:cubicBezTo>
                  <a:cubicBezTo>
                    <a:pt x="686" y="1696"/>
                    <a:pt x="686" y="1700"/>
                    <a:pt x="685" y="1704"/>
                  </a:cubicBezTo>
                  <a:cubicBezTo>
                    <a:pt x="685" y="1705"/>
                    <a:pt x="685" y="1705"/>
                    <a:pt x="685" y="1705"/>
                  </a:cubicBezTo>
                  <a:cubicBezTo>
                    <a:pt x="685" y="1707"/>
                    <a:pt x="684" y="1709"/>
                    <a:pt x="684" y="1710"/>
                  </a:cubicBezTo>
                  <a:cubicBezTo>
                    <a:pt x="684" y="1711"/>
                    <a:pt x="684" y="1711"/>
                    <a:pt x="684" y="1712"/>
                  </a:cubicBezTo>
                  <a:cubicBezTo>
                    <a:pt x="684" y="1713"/>
                    <a:pt x="684" y="1715"/>
                    <a:pt x="683" y="1717"/>
                  </a:cubicBezTo>
                  <a:cubicBezTo>
                    <a:pt x="683" y="1717"/>
                    <a:pt x="683" y="1717"/>
                    <a:pt x="683" y="1718"/>
                  </a:cubicBezTo>
                  <a:cubicBezTo>
                    <a:pt x="683" y="1722"/>
                    <a:pt x="682" y="1726"/>
                    <a:pt x="682" y="1730"/>
                  </a:cubicBezTo>
                  <a:cubicBezTo>
                    <a:pt x="682" y="1731"/>
                    <a:pt x="682" y="1731"/>
                    <a:pt x="682" y="1732"/>
                  </a:cubicBezTo>
                  <a:cubicBezTo>
                    <a:pt x="682" y="1733"/>
                    <a:pt x="682" y="1735"/>
                    <a:pt x="682" y="1737"/>
                  </a:cubicBezTo>
                  <a:cubicBezTo>
                    <a:pt x="682" y="1737"/>
                    <a:pt x="682" y="1738"/>
                    <a:pt x="682" y="1739"/>
                  </a:cubicBezTo>
                  <a:cubicBezTo>
                    <a:pt x="681" y="1740"/>
                    <a:pt x="681" y="1742"/>
                    <a:pt x="681" y="1743"/>
                  </a:cubicBezTo>
                  <a:cubicBezTo>
                    <a:pt x="681" y="1744"/>
                    <a:pt x="681" y="1744"/>
                    <a:pt x="681" y="1745"/>
                  </a:cubicBezTo>
                  <a:cubicBezTo>
                    <a:pt x="681" y="1747"/>
                    <a:pt x="681" y="1749"/>
                    <a:pt x="681" y="1751"/>
                  </a:cubicBezTo>
                  <a:cubicBezTo>
                    <a:pt x="681" y="1751"/>
                    <a:pt x="681" y="1751"/>
                    <a:pt x="681" y="1751"/>
                  </a:cubicBezTo>
                  <a:cubicBezTo>
                    <a:pt x="681" y="1754"/>
                    <a:pt x="681" y="1756"/>
                    <a:pt x="681" y="1758"/>
                  </a:cubicBezTo>
                  <a:cubicBezTo>
                    <a:pt x="681" y="1758"/>
                    <a:pt x="681" y="1759"/>
                    <a:pt x="681" y="1759"/>
                  </a:cubicBezTo>
                  <a:cubicBezTo>
                    <a:pt x="681" y="1761"/>
                    <a:pt x="681" y="1763"/>
                    <a:pt x="681" y="1764"/>
                  </a:cubicBezTo>
                  <a:cubicBezTo>
                    <a:pt x="681" y="1765"/>
                    <a:pt x="681" y="1766"/>
                    <a:pt x="681" y="1766"/>
                  </a:cubicBezTo>
                  <a:cubicBezTo>
                    <a:pt x="682" y="1768"/>
                    <a:pt x="682" y="1769"/>
                    <a:pt x="682" y="1771"/>
                  </a:cubicBezTo>
                  <a:cubicBezTo>
                    <a:pt x="682" y="1771"/>
                    <a:pt x="682" y="1772"/>
                    <a:pt x="682" y="1773"/>
                  </a:cubicBezTo>
                  <a:cubicBezTo>
                    <a:pt x="682" y="1774"/>
                    <a:pt x="682" y="1776"/>
                    <a:pt x="682" y="1777"/>
                  </a:cubicBezTo>
                  <a:cubicBezTo>
                    <a:pt x="682" y="1778"/>
                    <a:pt x="683" y="1778"/>
                    <a:pt x="683" y="1779"/>
                  </a:cubicBezTo>
                  <a:cubicBezTo>
                    <a:pt x="683" y="1781"/>
                    <a:pt x="683" y="1783"/>
                    <a:pt x="683" y="1785"/>
                  </a:cubicBezTo>
                  <a:cubicBezTo>
                    <a:pt x="684" y="1785"/>
                    <a:pt x="684" y="1786"/>
                    <a:pt x="684" y="1786"/>
                  </a:cubicBezTo>
                  <a:cubicBezTo>
                    <a:pt x="684" y="1788"/>
                    <a:pt x="684" y="1789"/>
                    <a:pt x="685" y="1791"/>
                  </a:cubicBezTo>
                  <a:cubicBezTo>
                    <a:pt x="685" y="1792"/>
                    <a:pt x="685" y="1792"/>
                    <a:pt x="685" y="1793"/>
                  </a:cubicBezTo>
                  <a:cubicBezTo>
                    <a:pt x="685" y="1794"/>
                    <a:pt x="686" y="1796"/>
                    <a:pt x="686" y="1797"/>
                  </a:cubicBezTo>
                  <a:cubicBezTo>
                    <a:pt x="686" y="1798"/>
                    <a:pt x="686" y="1798"/>
                    <a:pt x="686" y="1799"/>
                  </a:cubicBezTo>
                  <a:cubicBezTo>
                    <a:pt x="687" y="1800"/>
                    <a:pt x="687" y="1801"/>
                    <a:pt x="688" y="1803"/>
                  </a:cubicBezTo>
                  <a:cubicBezTo>
                    <a:pt x="688" y="1803"/>
                    <a:pt x="688" y="1804"/>
                    <a:pt x="688" y="1805"/>
                  </a:cubicBezTo>
                  <a:cubicBezTo>
                    <a:pt x="689" y="1806"/>
                    <a:pt x="689" y="1808"/>
                    <a:pt x="690" y="1810"/>
                  </a:cubicBezTo>
                  <a:cubicBezTo>
                    <a:pt x="714" y="1872"/>
                    <a:pt x="692" y="1868"/>
                    <a:pt x="674" y="1928"/>
                  </a:cubicBezTo>
                  <a:cubicBezTo>
                    <a:pt x="656" y="1988"/>
                    <a:pt x="660" y="2024"/>
                    <a:pt x="650" y="2056"/>
                  </a:cubicBezTo>
                  <a:cubicBezTo>
                    <a:pt x="640" y="2088"/>
                    <a:pt x="614" y="2131"/>
                    <a:pt x="606" y="2137"/>
                  </a:cubicBezTo>
                  <a:cubicBezTo>
                    <a:pt x="605" y="2138"/>
                    <a:pt x="604" y="2139"/>
                    <a:pt x="603" y="2140"/>
                  </a:cubicBezTo>
                  <a:cubicBezTo>
                    <a:pt x="598" y="2145"/>
                    <a:pt x="600" y="2150"/>
                    <a:pt x="593" y="2164"/>
                  </a:cubicBezTo>
                  <a:cubicBezTo>
                    <a:pt x="576" y="2196"/>
                    <a:pt x="544" y="2186"/>
                    <a:pt x="538" y="2216"/>
                  </a:cubicBezTo>
                  <a:cubicBezTo>
                    <a:pt x="537" y="2218"/>
                    <a:pt x="537" y="2221"/>
                    <a:pt x="536" y="2223"/>
                  </a:cubicBezTo>
                  <a:cubicBezTo>
                    <a:pt x="536" y="2224"/>
                    <a:pt x="536" y="2224"/>
                    <a:pt x="536" y="2225"/>
                  </a:cubicBezTo>
                  <a:cubicBezTo>
                    <a:pt x="536" y="2227"/>
                    <a:pt x="536" y="2229"/>
                    <a:pt x="535" y="2231"/>
                  </a:cubicBezTo>
                  <a:cubicBezTo>
                    <a:pt x="535" y="2231"/>
                    <a:pt x="535" y="2231"/>
                    <a:pt x="535" y="2232"/>
                  </a:cubicBezTo>
                  <a:cubicBezTo>
                    <a:pt x="535" y="2234"/>
                    <a:pt x="535" y="2236"/>
                    <a:pt x="535" y="2238"/>
                  </a:cubicBezTo>
                  <a:cubicBezTo>
                    <a:pt x="535" y="2239"/>
                    <a:pt x="535" y="2240"/>
                    <a:pt x="535" y="2241"/>
                  </a:cubicBezTo>
                  <a:cubicBezTo>
                    <a:pt x="535" y="2242"/>
                    <a:pt x="535" y="2243"/>
                    <a:pt x="535" y="2244"/>
                  </a:cubicBezTo>
                  <a:cubicBezTo>
                    <a:pt x="534" y="2252"/>
                    <a:pt x="535" y="2259"/>
                    <a:pt x="534" y="2265"/>
                  </a:cubicBezTo>
                  <a:cubicBezTo>
                    <a:pt x="534" y="2265"/>
                    <a:pt x="534" y="2265"/>
                    <a:pt x="534" y="2265"/>
                  </a:cubicBezTo>
                  <a:cubicBezTo>
                    <a:pt x="534" y="2267"/>
                    <a:pt x="533" y="2269"/>
                    <a:pt x="533" y="2271"/>
                  </a:cubicBezTo>
                  <a:cubicBezTo>
                    <a:pt x="523" y="2288"/>
                    <a:pt x="523" y="2288"/>
                    <a:pt x="523" y="2288"/>
                  </a:cubicBezTo>
                  <a:cubicBezTo>
                    <a:pt x="525" y="2286"/>
                    <a:pt x="526" y="2284"/>
                    <a:pt x="528" y="2282"/>
                  </a:cubicBezTo>
                  <a:cubicBezTo>
                    <a:pt x="529" y="2280"/>
                    <a:pt x="531" y="2277"/>
                    <a:pt x="532" y="2275"/>
                  </a:cubicBezTo>
                  <a:cubicBezTo>
                    <a:pt x="532" y="2275"/>
                    <a:pt x="532" y="2275"/>
                    <a:pt x="532" y="2275"/>
                  </a:cubicBezTo>
                  <a:cubicBezTo>
                    <a:pt x="532" y="2276"/>
                    <a:pt x="532" y="2276"/>
                    <a:pt x="531" y="2277"/>
                  </a:cubicBezTo>
                  <a:cubicBezTo>
                    <a:pt x="531" y="2277"/>
                    <a:pt x="531" y="2278"/>
                    <a:pt x="531" y="2278"/>
                  </a:cubicBezTo>
                  <a:cubicBezTo>
                    <a:pt x="531" y="2279"/>
                    <a:pt x="530" y="2279"/>
                    <a:pt x="530" y="2280"/>
                  </a:cubicBezTo>
                  <a:cubicBezTo>
                    <a:pt x="530" y="2280"/>
                    <a:pt x="530" y="2281"/>
                    <a:pt x="529" y="2281"/>
                  </a:cubicBezTo>
                  <a:cubicBezTo>
                    <a:pt x="529" y="2282"/>
                    <a:pt x="529" y="2282"/>
                    <a:pt x="529" y="2283"/>
                  </a:cubicBezTo>
                  <a:cubicBezTo>
                    <a:pt x="528" y="2284"/>
                    <a:pt x="528" y="2285"/>
                    <a:pt x="527" y="2285"/>
                  </a:cubicBezTo>
                  <a:cubicBezTo>
                    <a:pt x="526" y="2286"/>
                    <a:pt x="526" y="2286"/>
                    <a:pt x="526" y="2287"/>
                  </a:cubicBezTo>
                  <a:cubicBezTo>
                    <a:pt x="525" y="2288"/>
                    <a:pt x="525" y="2288"/>
                    <a:pt x="525" y="2288"/>
                  </a:cubicBezTo>
                  <a:cubicBezTo>
                    <a:pt x="525" y="2288"/>
                    <a:pt x="525" y="2288"/>
                    <a:pt x="525" y="2288"/>
                  </a:cubicBezTo>
                  <a:cubicBezTo>
                    <a:pt x="525" y="2288"/>
                    <a:pt x="525" y="2288"/>
                    <a:pt x="524" y="2288"/>
                  </a:cubicBezTo>
                  <a:cubicBezTo>
                    <a:pt x="523" y="2290"/>
                    <a:pt x="521" y="2293"/>
                    <a:pt x="519" y="2295"/>
                  </a:cubicBezTo>
                  <a:cubicBezTo>
                    <a:pt x="523" y="2288"/>
                    <a:pt x="523" y="2288"/>
                    <a:pt x="523" y="2288"/>
                  </a:cubicBezTo>
                  <a:cubicBezTo>
                    <a:pt x="521" y="2291"/>
                    <a:pt x="519" y="2294"/>
                    <a:pt x="518" y="2296"/>
                  </a:cubicBezTo>
                  <a:cubicBezTo>
                    <a:pt x="517" y="2298"/>
                    <a:pt x="515" y="2300"/>
                    <a:pt x="514" y="2302"/>
                  </a:cubicBezTo>
                  <a:cubicBezTo>
                    <a:pt x="513" y="2302"/>
                    <a:pt x="513" y="2303"/>
                    <a:pt x="512" y="2303"/>
                  </a:cubicBezTo>
                  <a:cubicBezTo>
                    <a:pt x="512" y="2304"/>
                    <a:pt x="511" y="2305"/>
                    <a:pt x="511" y="2305"/>
                  </a:cubicBezTo>
                  <a:cubicBezTo>
                    <a:pt x="510" y="2306"/>
                    <a:pt x="509" y="2307"/>
                    <a:pt x="508" y="2309"/>
                  </a:cubicBezTo>
                  <a:cubicBezTo>
                    <a:pt x="508" y="2309"/>
                    <a:pt x="507" y="2310"/>
                    <a:pt x="507" y="2310"/>
                  </a:cubicBezTo>
                  <a:cubicBezTo>
                    <a:pt x="506" y="2311"/>
                    <a:pt x="505" y="2312"/>
                    <a:pt x="504" y="2313"/>
                  </a:cubicBezTo>
                  <a:cubicBezTo>
                    <a:pt x="504" y="2314"/>
                    <a:pt x="504" y="2314"/>
                    <a:pt x="503" y="2315"/>
                  </a:cubicBezTo>
                  <a:cubicBezTo>
                    <a:pt x="502" y="2316"/>
                    <a:pt x="501" y="2317"/>
                    <a:pt x="501" y="2318"/>
                  </a:cubicBezTo>
                  <a:cubicBezTo>
                    <a:pt x="500" y="2319"/>
                    <a:pt x="500" y="2319"/>
                    <a:pt x="500" y="2320"/>
                  </a:cubicBezTo>
                  <a:cubicBezTo>
                    <a:pt x="499" y="2321"/>
                    <a:pt x="497" y="2322"/>
                    <a:pt x="496" y="2324"/>
                  </a:cubicBezTo>
                  <a:cubicBezTo>
                    <a:pt x="496" y="2324"/>
                    <a:pt x="496" y="2325"/>
                    <a:pt x="496" y="2325"/>
                  </a:cubicBezTo>
                  <a:cubicBezTo>
                    <a:pt x="495" y="2326"/>
                    <a:pt x="494" y="2328"/>
                    <a:pt x="493" y="2329"/>
                  </a:cubicBezTo>
                  <a:cubicBezTo>
                    <a:pt x="492" y="2329"/>
                    <a:pt x="492" y="2330"/>
                    <a:pt x="492" y="2330"/>
                  </a:cubicBezTo>
                  <a:cubicBezTo>
                    <a:pt x="491" y="2331"/>
                    <a:pt x="490" y="2333"/>
                    <a:pt x="489" y="2334"/>
                  </a:cubicBezTo>
                  <a:cubicBezTo>
                    <a:pt x="489" y="2334"/>
                    <a:pt x="489" y="2335"/>
                    <a:pt x="488" y="2335"/>
                  </a:cubicBezTo>
                  <a:cubicBezTo>
                    <a:pt x="488" y="2337"/>
                    <a:pt x="487" y="2338"/>
                    <a:pt x="486" y="2339"/>
                  </a:cubicBezTo>
                  <a:cubicBezTo>
                    <a:pt x="485" y="2340"/>
                    <a:pt x="485" y="2340"/>
                    <a:pt x="485" y="2340"/>
                  </a:cubicBezTo>
                  <a:cubicBezTo>
                    <a:pt x="484" y="2342"/>
                    <a:pt x="483" y="2343"/>
                    <a:pt x="482" y="2345"/>
                  </a:cubicBezTo>
                  <a:cubicBezTo>
                    <a:pt x="482" y="2345"/>
                    <a:pt x="482" y="2345"/>
                    <a:pt x="482" y="2345"/>
                  </a:cubicBezTo>
                  <a:cubicBezTo>
                    <a:pt x="481" y="2347"/>
                    <a:pt x="481" y="2348"/>
                    <a:pt x="480" y="2349"/>
                  </a:cubicBezTo>
                  <a:cubicBezTo>
                    <a:pt x="480" y="2350"/>
                    <a:pt x="480" y="2350"/>
                    <a:pt x="479" y="2350"/>
                  </a:cubicBezTo>
                  <a:cubicBezTo>
                    <a:pt x="479" y="2352"/>
                    <a:pt x="478" y="2353"/>
                    <a:pt x="478" y="2354"/>
                  </a:cubicBezTo>
                  <a:cubicBezTo>
                    <a:pt x="477" y="2355"/>
                    <a:pt x="477" y="2355"/>
                    <a:pt x="477" y="2355"/>
                  </a:cubicBezTo>
                  <a:cubicBezTo>
                    <a:pt x="477" y="2357"/>
                    <a:pt x="476" y="2358"/>
                    <a:pt x="476" y="2359"/>
                  </a:cubicBezTo>
                  <a:cubicBezTo>
                    <a:pt x="476" y="2360"/>
                    <a:pt x="476" y="2360"/>
                    <a:pt x="475" y="2360"/>
                  </a:cubicBezTo>
                  <a:cubicBezTo>
                    <a:pt x="475" y="2361"/>
                    <a:pt x="475" y="2362"/>
                    <a:pt x="474" y="2363"/>
                  </a:cubicBezTo>
                  <a:cubicBezTo>
                    <a:pt x="474" y="2364"/>
                    <a:pt x="474" y="2364"/>
                    <a:pt x="474" y="2364"/>
                  </a:cubicBezTo>
                  <a:cubicBezTo>
                    <a:pt x="474" y="2365"/>
                    <a:pt x="474" y="2367"/>
                    <a:pt x="474" y="2368"/>
                  </a:cubicBezTo>
                  <a:cubicBezTo>
                    <a:pt x="474" y="2368"/>
                    <a:pt x="474" y="2368"/>
                    <a:pt x="474" y="2368"/>
                  </a:cubicBezTo>
                  <a:cubicBezTo>
                    <a:pt x="474" y="2370"/>
                    <a:pt x="474" y="2371"/>
                    <a:pt x="474" y="2372"/>
                  </a:cubicBezTo>
                  <a:cubicBezTo>
                    <a:pt x="476" y="2395"/>
                    <a:pt x="460" y="2403"/>
                    <a:pt x="477" y="2428"/>
                  </a:cubicBezTo>
                  <a:cubicBezTo>
                    <a:pt x="494" y="2453"/>
                    <a:pt x="511" y="2453"/>
                    <a:pt x="522" y="2433"/>
                  </a:cubicBezTo>
                  <a:cubicBezTo>
                    <a:pt x="523" y="2432"/>
                    <a:pt x="523" y="2431"/>
                    <a:pt x="524" y="2430"/>
                  </a:cubicBezTo>
                  <a:cubicBezTo>
                    <a:pt x="524" y="2429"/>
                    <a:pt x="524" y="2429"/>
                    <a:pt x="524" y="2429"/>
                  </a:cubicBezTo>
                  <a:cubicBezTo>
                    <a:pt x="525" y="2428"/>
                    <a:pt x="525" y="2427"/>
                    <a:pt x="526" y="2427"/>
                  </a:cubicBezTo>
                  <a:cubicBezTo>
                    <a:pt x="526" y="2426"/>
                    <a:pt x="526" y="2426"/>
                    <a:pt x="526" y="2426"/>
                  </a:cubicBezTo>
                  <a:cubicBezTo>
                    <a:pt x="526" y="2425"/>
                    <a:pt x="527" y="2424"/>
                    <a:pt x="527" y="2424"/>
                  </a:cubicBezTo>
                  <a:cubicBezTo>
                    <a:pt x="527" y="2424"/>
                    <a:pt x="527" y="2424"/>
                    <a:pt x="527" y="2424"/>
                  </a:cubicBezTo>
                  <a:cubicBezTo>
                    <a:pt x="528" y="2423"/>
                    <a:pt x="528" y="2422"/>
                    <a:pt x="528" y="2422"/>
                  </a:cubicBezTo>
                  <a:cubicBezTo>
                    <a:pt x="528" y="2422"/>
                    <a:pt x="528" y="2422"/>
                    <a:pt x="528" y="2422"/>
                  </a:cubicBezTo>
                  <a:cubicBezTo>
                    <a:pt x="530" y="2420"/>
                    <a:pt x="531" y="2418"/>
                    <a:pt x="532" y="2417"/>
                  </a:cubicBezTo>
                  <a:cubicBezTo>
                    <a:pt x="532" y="2417"/>
                    <a:pt x="533" y="2417"/>
                    <a:pt x="533" y="2418"/>
                  </a:cubicBezTo>
                  <a:cubicBezTo>
                    <a:pt x="534" y="2418"/>
                    <a:pt x="534" y="2418"/>
                    <a:pt x="534" y="2418"/>
                  </a:cubicBezTo>
                  <a:cubicBezTo>
                    <a:pt x="534" y="2418"/>
                    <a:pt x="535" y="2419"/>
                    <a:pt x="535" y="2419"/>
                  </a:cubicBezTo>
                  <a:cubicBezTo>
                    <a:pt x="535" y="2419"/>
                    <a:pt x="536" y="2419"/>
                    <a:pt x="536" y="2420"/>
                  </a:cubicBezTo>
                  <a:cubicBezTo>
                    <a:pt x="536" y="2420"/>
                    <a:pt x="537" y="2420"/>
                    <a:pt x="537" y="2421"/>
                  </a:cubicBezTo>
                  <a:cubicBezTo>
                    <a:pt x="538" y="2421"/>
                    <a:pt x="538" y="2421"/>
                    <a:pt x="538" y="2422"/>
                  </a:cubicBezTo>
                  <a:cubicBezTo>
                    <a:pt x="539" y="2422"/>
                    <a:pt x="539" y="2423"/>
                    <a:pt x="540" y="2424"/>
                  </a:cubicBezTo>
                  <a:cubicBezTo>
                    <a:pt x="540" y="2424"/>
                    <a:pt x="540" y="2424"/>
                    <a:pt x="540" y="2424"/>
                  </a:cubicBezTo>
                  <a:cubicBezTo>
                    <a:pt x="541" y="2425"/>
                    <a:pt x="542" y="2426"/>
                    <a:pt x="542" y="2427"/>
                  </a:cubicBezTo>
                  <a:cubicBezTo>
                    <a:pt x="542" y="2427"/>
                    <a:pt x="542" y="2427"/>
                    <a:pt x="542" y="2427"/>
                  </a:cubicBezTo>
                  <a:cubicBezTo>
                    <a:pt x="543" y="2428"/>
                    <a:pt x="544" y="2429"/>
                    <a:pt x="544" y="2430"/>
                  </a:cubicBezTo>
                  <a:cubicBezTo>
                    <a:pt x="544" y="2430"/>
                    <a:pt x="544" y="2430"/>
                    <a:pt x="544" y="2431"/>
                  </a:cubicBezTo>
                  <a:cubicBezTo>
                    <a:pt x="545" y="2432"/>
                    <a:pt x="545" y="2433"/>
                    <a:pt x="546" y="2434"/>
                  </a:cubicBezTo>
                  <a:cubicBezTo>
                    <a:pt x="546" y="2434"/>
                    <a:pt x="546" y="2434"/>
                    <a:pt x="546" y="2435"/>
                  </a:cubicBezTo>
                  <a:cubicBezTo>
                    <a:pt x="546" y="2436"/>
                    <a:pt x="547" y="2437"/>
                    <a:pt x="547" y="2438"/>
                  </a:cubicBezTo>
                  <a:cubicBezTo>
                    <a:pt x="548" y="2445"/>
                    <a:pt x="548" y="2449"/>
                    <a:pt x="548" y="2453"/>
                  </a:cubicBezTo>
                  <a:cubicBezTo>
                    <a:pt x="548" y="2456"/>
                    <a:pt x="548" y="2460"/>
                    <a:pt x="545" y="2465"/>
                  </a:cubicBezTo>
                  <a:cubicBezTo>
                    <a:pt x="540" y="2476"/>
                    <a:pt x="535" y="2498"/>
                    <a:pt x="560" y="2497"/>
                  </a:cubicBezTo>
                  <a:cubicBezTo>
                    <a:pt x="560" y="2497"/>
                    <a:pt x="552" y="2509"/>
                    <a:pt x="563" y="2516"/>
                  </a:cubicBezTo>
                  <a:cubicBezTo>
                    <a:pt x="563" y="2516"/>
                    <a:pt x="564" y="2517"/>
                    <a:pt x="565" y="2517"/>
                  </a:cubicBezTo>
                  <a:cubicBezTo>
                    <a:pt x="565" y="2517"/>
                    <a:pt x="565" y="2517"/>
                    <a:pt x="566" y="2517"/>
                  </a:cubicBezTo>
                  <a:cubicBezTo>
                    <a:pt x="566" y="2518"/>
                    <a:pt x="567" y="2518"/>
                    <a:pt x="567" y="2518"/>
                  </a:cubicBezTo>
                  <a:cubicBezTo>
                    <a:pt x="567" y="2518"/>
                    <a:pt x="568" y="2518"/>
                    <a:pt x="568" y="2518"/>
                  </a:cubicBezTo>
                  <a:cubicBezTo>
                    <a:pt x="568" y="2519"/>
                    <a:pt x="569" y="2519"/>
                    <a:pt x="569" y="2519"/>
                  </a:cubicBezTo>
                  <a:cubicBezTo>
                    <a:pt x="570" y="2519"/>
                    <a:pt x="570" y="2519"/>
                    <a:pt x="570" y="2519"/>
                  </a:cubicBezTo>
                  <a:cubicBezTo>
                    <a:pt x="570" y="2519"/>
                    <a:pt x="571" y="2519"/>
                    <a:pt x="571" y="2520"/>
                  </a:cubicBezTo>
                  <a:cubicBezTo>
                    <a:pt x="571" y="2520"/>
                    <a:pt x="571" y="2520"/>
                    <a:pt x="571" y="2520"/>
                  </a:cubicBezTo>
                  <a:cubicBezTo>
                    <a:pt x="572" y="2520"/>
                    <a:pt x="572" y="2520"/>
                    <a:pt x="573" y="2520"/>
                  </a:cubicBezTo>
                  <a:cubicBezTo>
                    <a:pt x="573" y="2520"/>
                    <a:pt x="573" y="2520"/>
                    <a:pt x="573" y="2520"/>
                  </a:cubicBezTo>
                  <a:cubicBezTo>
                    <a:pt x="573" y="2520"/>
                    <a:pt x="573" y="2520"/>
                    <a:pt x="574" y="2520"/>
                  </a:cubicBezTo>
                  <a:cubicBezTo>
                    <a:pt x="574" y="2520"/>
                    <a:pt x="574" y="2520"/>
                    <a:pt x="574" y="2520"/>
                  </a:cubicBezTo>
                  <a:cubicBezTo>
                    <a:pt x="574" y="2520"/>
                    <a:pt x="575" y="2520"/>
                    <a:pt x="575" y="2520"/>
                  </a:cubicBezTo>
                  <a:cubicBezTo>
                    <a:pt x="575" y="2520"/>
                    <a:pt x="575" y="2521"/>
                    <a:pt x="575" y="2522"/>
                  </a:cubicBezTo>
                  <a:cubicBezTo>
                    <a:pt x="575" y="2519"/>
                    <a:pt x="575" y="2519"/>
                    <a:pt x="575" y="2519"/>
                  </a:cubicBezTo>
                  <a:cubicBezTo>
                    <a:pt x="576" y="2519"/>
                    <a:pt x="576" y="2519"/>
                    <a:pt x="576" y="2519"/>
                  </a:cubicBezTo>
                  <a:cubicBezTo>
                    <a:pt x="576" y="2519"/>
                    <a:pt x="575" y="2524"/>
                    <a:pt x="577" y="2528"/>
                  </a:cubicBezTo>
                  <a:cubicBezTo>
                    <a:pt x="579" y="2530"/>
                    <a:pt x="581" y="2532"/>
                    <a:pt x="585" y="2532"/>
                  </a:cubicBezTo>
                  <a:cubicBezTo>
                    <a:pt x="585" y="2532"/>
                    <a:pt x="585" y="2532"/>
                    <a:pt x="585" y="2532"/>
                  </a:cubicBezTo>
                  <a:cubicBezTo>
                    <a:pt x="589" y="2533"/>
                    <a:pt x="593" y="2530"/>
                    <a:pt x="596" y="2525"/>
                  </a:cubicBezTo>
                  <a:cubicBezTo>
                    <a:pt x="601" y="2517"/>
                    <a:pt x="604" y="2506"/>
                    <a:pt x="605" y="2498"/>
                  </a:cubicBezTo>
                  <a:cubicBezTo>
                    <a:pt x="605" y="2498"/>
                    <a:pt x="605" y="2498"/>
                    <a:pt x="606" y="2498"/>
                  </a:cubicBezTo>
                  <a:cubicBezTo>
                    <a:pt x="607" y="2498"/>
                    <a:pt x="607" y="2498"/>
                    <a:pt x="608" y="2498"/>
                  </a:cubicBezTo>
                  <a:cubicBezTo>
                    <a:pt x="608" y="2498"/>
                    <a:pt x="609" y="2498"/>
                    <a:pt x="609" y="2498"/>
                  </a:cubicBezTo>
                  <a:cubicBezTo>
                    <a:pt x="613" y="2496"/>
                    <a:pt x="618" y="2493"/>
                    <a:pt x="619" y="2485"/>
                  </a:cubicBezTo>
                  <a:cubicBezTo>
                    <a:pt x="620" y="2477"/>
                    <a:pt x="621" y="2473"/>
                    <a:pt x="621" y="2471"/>
                  </a:cubicBezTo>
                  <a:cubicBezTo>
                    <a:pt x="621" y="2469"/>
                    <a:pt x="622" y="2468"/>
                    <a:pt x="622" y="2468"/>
                  </a:cubicBezTo>
                  <a:cubicBezTo>
                    <a:pt x="622" y="2468"/>
                    <a:pt x="622" y="2468"/>
                    <a:pt x="622" y="2467"/>
                  </a:cubicBezTo>
                  <a:cubicBezTo>
                    <a:pt x="624" y="2464"/>
                    <a:pt x="628" y="2456"/>
                    <a:pt x="629" y="2445"/>
                  </a:cubicBezTo>
                  <a:cubicBezTo>
                    <a:pt x="630" y="2441"/>
                    <a:pt x="632" y="2437"/>
                    <a:pt x="636" y="2433"/>
                  </a:cubicBezTo>
                  <a:cubicBezTo>
                    <a:pt x="637" y="2432"/>
                    <a:pt x="638" y="2431"/>
                    <a:pt x="638" y="2430"/>
                  </a:cubicBezTo>
                  <a:cubicBezTo>
                    <a:pt x="646" y="2421"/>
                    <a:pt x="656" y="2408"/>
                    <a:pt x="655" y="2384"/>
                  </a:cubicBezTo>
                  <a:cubicBezTo>
                    <a:pt x="653" y="2347"/>
                    <a:pt x="679" y="2323"/>
                    <a:pt x="690" y="2280"/>
                  </a:cubicBezTo>
                  <a:cubicBezTo>
                    <a:pt x="691" y="2277"/>
                    <a:pt x="692" y="2274"/>
                    <a:pt x="692" y="2271"/>
                  </a:cubicBezTo>
                  <a:cubicBezTo>
                    <a:pt x="702" y="2223"/>
                    <a:pt x="847" y="2148"/>
                    <a:pt x="870" y="1858"/>
                  </a:cubicBezTo>
                  <a:cubicBezTo>
                    <a:pt x="874" y="1808"/>
                    <a:pt x="918" y="1756"/>
                    <a:pt x="910" y="1676"/>
                  </a:cubicBezTo>
                  <a:cubicBezTo>
                    <a:pt x="906" y="1634"/>
                    <a:pt x="939" y="1484"/>
                    <a:pt x="928" y="1328"/>
                  </a:cubicBezTo>
                  <a:cubicBezTo>
                    <a:pt x="928" y="1326"/>
                    <a:pt x="928" y="1323"/>
                    <a:pt x="928" y="1321"/>
                  </a:cubicBezTo>
                  <a:cubicBezTo>
                    <a:pt x="928" y="1320"/>
                    <a:pt x="927" y="1320"/>
                    <a:pt x="927" y="1319"/>
                  </a:cubicBezTo>
                  <a:cubicBezTo>
                    <a:pt x="927" y="1317"/>
                    <a:pt x="927" y="1316"/>
                    <a:pt x="927" y="1314"/>
                  </a:cubicBezTo>
                  <a:cubicBezTo>
                    <a:pt x="927" y="1313"/>
                    <a:pt x="927" y="1313"/>
                    <a:pt x="927" y="1312"/>
                  </a:cubicBezTo>
                  <a:cubicBezTo>
                    <a:pt x="927" y="1310"/>
                    <a:pt x="927" y="1309"/>
                    <a:pt x="927" y="1308"/>
                  </a:cubicBezTo>
                  <a:cubicBezTo>
                    <a:pt x="927" y="1307"/>
                    <a:pt x="927" y="1306"/>
                    <a:pt x="927" y="1305"/>
                  </a:cubicBezTo>
                  <a:cubicBezTo>
                    <a:pt x="927" y="1304"/>
                    <a:pt x="927" y="1303"/>
                    <a:pt x="927" y="1301"/>
                  </a:cubicBezTo>
                  <a:cubicBezTo>
                    <a:pt x="927" y="1301"/>
                    <a:pt x="927" y="1300"/>
                    <a:pt x="927" y="1299"/>
                  </a:cubicBezTo>
                  <a:cubicBezTo>
                    <a:pt x="927" y="1298"/>
                    <a:pt x="927" y="1296"/>
                    <a:pt x="927" y="1295"/>
                  </a:cubicBezTo>
                  <a:cubicBezTo>
                    <a:pt x="927" y="1294"/>
                    <a:pt x="926" y="1294"/>
                    <a:pt x="926" y="1293"/>
                  </a:cubicBezTo>
                  <a:cubicBezTo>
                    <a:pt x="926" y="1291"/>
                    <a:pt x="926" y="1289"/>
                    <a:pt x="926" y="1288"/>
                  </a:cubicBezTo>
                  <a:cubicBezTo>
                    <a:pt x="926" y="1287"/>
                    <a:pt x="926" y="1287"/>
                    <a:pt x="926" y="1287"/>
                  </a:cubicBezTo>
                  <a:cubicBezTo>
                    <a:pt x="926" y="1285"/>
                    <a:pt x="927" y="1284"/>
                    <a:pt x="927" y="1282"/>
                  </a:cubicBezTo>
                  <a:cubicBezTo>
                    <a:pt x="927" y="1282"/>
                    <a:pt x="927" y="1281"/>
                    <a:pt x="927" y="1280"/>
                  </a:cubicBezTo>
                  <a:cubicBezTo>
                    <a:pt x="927" y="1279"/>
                    <a:pt x="927" y="1278"/>
                    <a:pt x="927" y="1277"/>
                  </a:cubicBezTo>
                  <a:cubicBezTo>
                    <a:pt x="927" y="1276"/>
                    <a:pt x="927" y="1276"/>
                    <a:pt x="927" y="1275"/>
                  </a:cubicBezTo>
                  <a:cubicBezTo>
                    <a:pt x="927" y="1274"/>
                    <a:pt x="927" y="1273"/>
                    <a:pt x="927" y="1272"/>
                  </a:cubicBezTo>
                  <a:cubicBezTo>
                    <a:pt x="927" y="1271"/>
                    <a:pt x="927" y="1271"/>
                    <a:pt x="927" y="1270"/>
                  </a:cubicBezTo>
                  <a:cubicBezTo>
                    <a:pt x="927" y="1269"/>
                    <a:pt x="927" y="1268"/>
                    <a:pt x="927" y="1267"/>
                  </a:cubicBezTo>
                  <a:cubicBezTo>
                    <a:pt x="927" y="1267"/>
                    <a:pt x="927" y="1266"/>
                    <a:pt x="927" y="1265"/>
                  </a:cubicBezTo>
                  <a:cubicBezTo>
                    <a:pt x="927" y="1264"/>
                    <a:pt x="928" y="1264"/>
                    <a:pt x="928" y="1263"/>
                  </a:cubicBezTo>
                  <a:cubicBezTo>
                    <a:pt x="928" y="1262"/>
                    <a:pt x="928" y="1262"/>
                    <a:pt x="928" y="1261"/>
                  </a:cubicBezTo>
                  <a:cubicBezTo>
                    <a:pt x="928" y="1260"/>
                    <a:pt x="928" y="1258"/>
                    <a:pt x="928" y="1257"/>
                  </a:cubicBezTo>
                  <a:cubicBezTo>
                    <a:pt x="928" y="1256"/>
                    <a:pt x="928" y="1256"/>
                    <a:pt x="928" y="1255"/>
                  </a:cubicBezTo>
                  <a:cubicBezTo>
                    <a:pt x="929" y="1255"/>
                    <a:pt x="929" y="1254"/>
                    <a:pt x="929" y="1253"/>
                  </a:cubicBezTo>
                  <a:cubicBezTo>
                    <a:pt x="929" y="1252"/>
                    <a:pt x="929" y="1252"/>
                    <a:pt x="929" y="1251"/>
                  </a:cubicBezTo>
                  <a:cubicBezTo>
                    <a:pt x="929" y="1250"/>
                    <a:pt x="929" y="1250"/>
                    <a:pt x="929" y="1249"/>
                  </a:cubicBezTo>
                  <a:cubicBezTo>
                    <a:pt x="929" y="1248"/>
                    <a:pt x="930" y="1248"/>
                    <a:pt x="930" y="1247"/>
                  </a:cubicBezTo>
                  <a:cubicBezTo>
                    <a:pt x="930" y="1247"/>
                    <a:pt x="930" y="1246"/>
                    <a:pt x="930" y="1245"/>
                  </a:cubicBezTo>
                  <a:cubicBezTo>
                    <a:pt x="930" y="1245"/>
                    <a:pt x="930" y="1244"/>
                    <a:pt x="930" y="1244"/>
                  </a:cubicBezTo>
                  <a:cubicBezTo>
                    <a:pt x="931" y="1243"/>
                    <a:pt x="931" y="1243"/>
                    <a:pt x="931" y="1242"/>
                  </a:cubicBezTo>
                  <a:cubicBezTo>
                    <a:pt x="931" y="1241"/>
                    <a:pt x="931" y="1241"/>
                    <a:pt x="931" y="1240"/>
                  </a:cubicBezTo>
                  <a:cubicBezTo>
                    <a:pt x="931" y="1240"/>
                    <a:pt x="931" y="1239"/>
                    <a:pt x="932" y="1239"/>
                  </a:cubicBezTo>
                  <a:cubicBezTo>
                    <a:pt x="932" y="1236"/>
                    <a:pt x="933" y="1234"/>
                    <a:pt x="933" y="1232"/>
                  </a:cubicBezTo>
                  <a:cubicBezTo>
                    <a:pt x="933" y="1232"/>
                    <a:pt x="934" y="1232"/>
                    <a:pt x="934" y="1231"/>
                  </a:cubicBezTo>
                  <a:cubicBezTo>
                    <a:pt x="934" y="1231"/>
                    <a:pt x="934" y="1230"/>
                    <a:pt x="934" y="1229"/>
                  </a:cubicBezTo>
                  <a:cubicBezTo>
                    <a:pt x="934" y="1229"/>
                    <a:pt x="935" y="1229"/>
                    <a:pt x="935" y="1228"/>
                  </a:cubicBezTo>
                  <a:cubicBezTo>
                    <a:pt x="935" y="1228"/>
                    <a:pt x="935" y="1227"/>
                    <a:pt x="935" y="1227"/>
                  </a:cubicBezTo>
                  <a:cubicBezTo>
                    <a:pt x="935" y="1226"/>
                    <a:pt x="936" y="1226"/>
                    <a:pt x="936" y="1226"/>
                  </a:cubicBezTo>
                  <a:cubicBezTo>
                    <a:pt x="936" y="1225"/>
                    <a:pt x="936" y="1225"/>
                    <a:pt x="936" y="1224"/>
                  </a:cubicBezTo>
                  <a:cubicBezTo>
                    <a:pt x="937" y="1224"/>
                    <a:pt x="937" y="1224"/>
                    <a:pt x="937" y="1223"/>
                  </a:cubicBezTo>
                  <a:cubicBezTo>
                    <a:pt x="937" y="1223"/>
                    <a:pt x="937" y="1222"/>
                    <a:pt x="938" y="1222"/>
                  </a:cubicBezTo>
                  <a:cubicBezTo>
                    <a:pt x="938" y="1221"/>
                    <a:pt x="938" y="1221"/>
                    <a:pt x="938" y="1221"/>
                  </a:cubicBezTo>
                  <a:cubicBezTo>
                    <a:pt x="939" y="1218"/>
                    <a:pt x="940" y="1216"/>
                    <a:pt x="942" y="1213"/>
                  </a:cubicBezTo>
                  <a:cubicBezTo>
                    <a:pt x="942" y="1213"/>
                    <a:pt x="942" y="1213"/>
                    <a:pt x="942" y="1213"/>
                  </a:cubicBezTo>
                  <a:cubicBezTo>
                    <a:pt x="943" y="1212"/>
                    <a:pt x="943" y="1212"/>
                    <a:pt x="943" y="1211"/>
                  </a:cubicBezTo>
                  <a:cubicBezTo>
                    <a:pt x="943" y="1211"/>
                    <a:pt x="943" y="1211"/>
                    <a:pt x="943" y="1211"/>
                  </a:cubicBezTo>
                  <a:cubicBezTo>
                    <a:pt x="944" y="1210"/>
                    <a:pt x="944" y="1210"/>
                    <a:pt x="945" y="1209"/>
                  </a:cubicBezTo>
                  <a:cubicBezTo>
                    <a:pt x="947" y="1206"/>
                    <a:pt x="949" y="1203"/>
                    <a:pt x="952" y="1200"/>
                  </a:cubicBezTo>
                  <a:cubicBezTo>
                    <a:pt x="952" y="1200"/>
                    <a:pt x="952" y="1200"/>
                    <a:pt x="952" y="1200"/>
                  </a:cubicBezTo>
                  <a:cubicBezTo>
                    <a:pt x="952" y="1200"/>
                    <a:pt x="952" y="1200"/>
                    <a:pt x="952" y="1200"/>
                  </a:cubicBezTo>
                  <a:cubicBezTo>
                    <a:pt x="1035" y="1093"/>
                    <a:pt x="1040" y="912"/>
                    <a:pt x="1015" y="842"/>
                  </a:cubicBezTo>
                  <a:cubicBezTo>
                    <a:pt x="1011" y="831"/>
                    <a:pt x="1009" y="817"/>
                    <a:pt x="1007" y="800"/>
                  </a:cubicBezTo>
                  <a:cubicBezTo>
                    <a:pt x="1007" y="801"/>
                    <a:pt x="1007" y="801"/>
                    <a:pt x="1007" y="801"/>
                  </a:cubicBezTo>
                  <a:cubicBezTo>
                    <a:pt x="1006" y="799"/>
                    <a:pt x="1006" y="796"/>
                    <a:pt x="1006" y="793"/>
                  </a:cubicBezTo>
                  <a:cubicBezTo>
                    <a:pt x="1007" y="800"/>
                    <a:pt x="1007" y="800"/>
                    <a:pt x="1007" y="800"/>
                  </a:cubicBezTo>
                  <a:cubicBezTo>
                    <a:pt x="1006" y="798"/>
                    <a:pt x="1006" y="795"/>
                    <a:pt x="1006" y="792"/>
                  </a:cubicBezTo>
                  <a:cubicBezTo>
                    <a:pt x="1005" y="790"/>
                    <a:pt x="1005" y="788"/>
                    <a:pt x="1005" y="786"/>
                  </a:cubicBezTo>
                  <a:cubicBezTo>
                    <a:pt x="1061" y="824"/>
                    <a:pt x="1147" y="859"/>
                    <a:pt x="1176" y="871"/>
                  </a:cubicBezTo>
                  <a:cubicBezTo>
                    <a:pt x="1210" y="886"/>
                    <a:pt x="1245" y="877"/>
                    <a:pt x="1269" y="848"/>
                  </a:cubicBezTo>
                  <a:cubicBezTo>
                    <a:pt x="1341" y="759"/>
                    <a:pt x="1320" y="607"/>
                    <a:pt x="1327" y="587"/>
                  </a:cubicBezTo>
                  <a:cubicBezTo>
                    <a:pt x="1334" y="566"/>
                    <a:pt x="1338" y="545"/>
                    <a:pt x="1337" y="526"/>
                  </a:cubicBezTo>
                  <a:cubicBezTo>
                    <a:pt x="1335" y="506"/>
                    <a:pt x="1344" y="498"/>
                    <a:pt x="1357" y="467"/>
                  </a:cubicBezTo>
                  <a:cubicBezTo>
                    <a:pt x="1371" y="435"/>
                    <a:pt x="1355" y="403"/>
                    <a:pt x="1339" y="385"/>
                  </a:cubicBezTo>
                  <a:cubicBezTo>
                    <a:pt x="1323" y="367"/>
                    <a:pt x="1277" y="393"/>
                    <a:pt x="1277" y="393"/>
                  </a:cubicBezTo>
                  <a:cubicBezTo>
                    <a:pt x="1276" y="393"/>
                    <a:pt x="1275" y="394"/>
                    <a:pt x="1274" y="394"/>
                  </a:cubicBezTo>
                  <a:cubicBezTo>
                    <a:pt x="1274" y="394"/>
                    <a:pt x="1274" y="394"/>
                    <a:pt x="1274" y="394"/>
                  </a:cubicBezTo>
                  <a:cubicBezTo>
                    <a:pt x="1273" y="394"/>
                    <a:pt x="1273" y="394"/>
                    <a:pt x="1272" y="395"/>
                  </a:cubicBezTo>
                  <a:cubicBezTo>
                    <a:pt x="1272" y="395"/>
                    <a:pt x="1272" y="395"/>
                    <a:pt x="1272" y="395"/>
                  </a:cubicBezTo>
                  <a:cubicBezTo>
                    <a:pt x="1271" y="395"/>
                    <a:pt x="1270" y="396"/>
                    <a:pt x="1270" y="396"/>
                  </a:cubicBezTo>
                  <a:cubicBezTo>
                    <a:pt x="1270" y="396"/>
                    <a:pt x="1269" y="396"/>
                    <a:pt x="1269" y="396"/>
                  </a:cubicBezTo>
                  <a:cubicBezTo>
                    <a:pt x="1269" y="397"/>
                    <a:pt x="1268" y="397"/>
                    <a:pt x="1268" y="398"/>
                  </a:cubicBezTo>
                  <a:cubicBezTo>
                    <a:pt x="1268" y="398"/>
                    <a:pt x="1267" y="398"/>
                    <a:pt x="1267" y="398"/>
                  </a:cubicBezTo>
                  <a:cubicBezTo>
                    <a:pt x="1267" y="398"/>
                    <a:pt x="1266" y="399"/>
                    <a:pt x="1266" y="399"/>
                  </a:cubicBezTo>
                  <a:cubicBezTo>
                    <a:pt x="1266" y="399"/>
                    <a:pt x="1266" y="399"/>
                    <a:pt x="1266" y="399"/>
                  </a:cubicBezTo>
                  <a:cubicBezTo>
                    <a:pt x="1265" y="399"/>
                    <a:pt x="1265" y="400"/>
                    <a:pt x="1265" y="400"/>
                  </a:cubicBezTo>
                  <a:cubicBezTo>
                    <a:pt x="1264" y="400"/>
                    <a:pt x="1264" y="400"/>
                    <a:pt x="1264" y="400"/>
                  </a:cubicBezTo>
                  <a:cubicBezTo>
                    <a:pt x="1264" y="401"/>
                    <a:pt x="1264" y="401"/>
                    <a:pt x="1264" y="401"/>
                  </a:cubicBezTo>
                  <a:cubicBezTo>
                    <a:pt x="1264" y="401"/>
                    <a:pt x="1264" y="401"/>
                    <a:pt x="1263" y="401"/>
                  </a:cubicBezTo>
                  <a:cubicBezTo>
                    <a:pt x="1263" y="401"/>
                    <a:pt x="1263" y="401"/>
                    <a:pt x="1263" y="401"/>
                  </a:cubicBezTo>
                  <a:cubicBezTo>
                    <a:pt x="1265" y="397"/>
                    <a:pt x="1265" y="397"/>
                    <a:pt x="1265" y="397"/>
                  </a:cubicBezTo>
                  <a:cubicBezTo>
                    <a:pt x="1264" y="399"/>
                    <a:pt x="1264" y="400"/>
                    <a:pt x="1263" y="401"/>
                  </a:cubicBezTo>
                  <a:cubicBezTo>
                    <a:pt x="1263" y="401"/>
                    <a:pt x="1263" y="401"/>
                    <a:pt x="1263" y="401"/>
                  </a:cubicBezTo>
                  <a:cubicBezTo>
                    <a:pt x="1258" y="399"/>
                    <a:pt x="1254" y="398"/>
                    <a:pt x="1250" y="399"/>
                  </a:cubicBezTo>
                  <a:cubicBezTo>
                    <a:pt x="1250" y="399"/>
                    <a:pt x="1250" y="399"/>
                    <a:pt x="1250" y="399"/>
                  </a:cubicBezTo>
                  <a:cubicBezTo>
                    <a:pt x="1249" y="399"/>
                    <a:pt x="1249" y="399"/>
                    <a:pt x="1248" y="400"/>
                  </a:cubicBezTo>
                  <a:cubicBezTo>
                    <a:pt x="1248" y="400"/>
                    <a:pt x="1248" y="400"/>
                    <a:pt x="1248" y="400"/>
                  </a:cubicBezTo>
                  <a:cubicBezTo>
                    <a:pt x="1248" y="400"/>
                    <a:pt x="1247" y="400"/>
                    <a:pt x="1247" y="400"/>
                  </a:cubicBezTo>
                  <a:cubicBezTo>
                    <a:pt x="1246" y="400"/>
                    <a:pt x="1246" y="400"/>
                    <a:pt x="1246" y="400"/>
                  </a:cubicBezTo>
                  <a:cubicBezTo>
                    <a:pt x="1246" y="401"/>
                    <a:pt x="1245" y="401"/>
                    <a:pt x="1245" y="401"/>
                  </a:cubicBezTo>
                  <a:cubicBezTo>
                    <a:pt x="1245" y="401"/>
                    <a:pt x="1244" y="401"/>
                    <a:pt x="1244" y="401"/>
                  </a:cubicBezTo>
                  <a:cubicBezTo>
                    <a:pt x="1244" y="402"/>
                    <a:pt x="1243" y="402"/>
                    <a:pt x="1243" y="402"/>
                  </a:cubicBezTo>
                  <a:cubicBezTo>
                    <a:pt x="1243" y="402"/>
                    <a:pt x="1243" y="402"/>
                    <a:pt x="1243" y="403"/>
                  </a:cubicBezTo>
                  <a:cubicBezTo>
                    <a:pt x="1242" y="403"/>
                    <a:pt x="1242" y="403"/>
                    <a:pt x="1241" y="403"/>
                  </a:cubicBezTo>
                  <a:cubicBezTo>
                    <a:pt x="1241" y="404"/>
                    <a:pt x="1241" y="404"/>
                    <a:pt x="1241" y="404"/>
                  </a:cubicBezTo>
                  <a:cubicBezTo>
                    <a:pt x="1240" y="404"/>
                    <a:pt x="1240" y="405"/>
                    <a:pt x="1240" y="405"/>
                  </a:cubicBezTo>
                  <a:cubicBezTo>
                    <a:pt x="1240" y="405"/>
                    <a:pt x="1239" y="405"/>
                    <a:pt x="1239" y="405"/>
                  </a:cubicBezTo>
                  <a:cubicBezTo>
                    <a:pt x="1239" y="406"/>
                    <a:pt x="1238" y="406"/>
                    <a:pt x="1238" y="406"/>
                  </a:cubicBezTo>
                  <a:cubicBezTo>
                    <a:pt x="1238" y="407"/>
                    <a:pt x="1238" y="407"/>
                    <a:pt x="1238" y="407"/>
                  </a:cubicBezTo>
                  <a:cubicBezTo>
                    <a:pt x="1237" y="407"/>
                    <a:pt x="1237" y="408"/>
                    <a:pt x="1237" y="408"/>
                  </a:cubicBezTo>
                  <a:cubicBezTo>
                    <a:pt x="1236" y="408"/>
                    <a:pt x="1236" y="408"/>
                    <a:pt x="1236" y="409"/>
                  </a:cubicBezTo>
                  <a:cubicBezTo>
                    <a:pt x="1236" y="409"/>
                    <a:pt x="1236" y="409"/>
                    <a:pt x="1235" y="410"/>
                  </a:cubicBezTo>
                  <a:cubicBezTo>
                    <a:pt x="1235" y="410"/>
                    <a:pt x="1235" y="410"/>
                    <a:pt x="1235" y="410"/>
                  </a:cubicBezTo>
                  <a:cubicBezTo>
                    <a:pt x="1234" y="411"/>
                    <a:pt x="1234" y="411"/>
                    <a:pt x="1234" y="412"/>
                  </a:cubicBezTo>
                  <a:cubicBezTo>
                    <a:pt x="1234" y="412"/>
                    <a:pt x="1234" y="412"/>
                    <a:pt x="1233" y="412"/>
                  </a:cubicBezTo>
                  <a:cubicBezTo>
                    <a:pt x="1233" y="413"/>
                    <a:pt x="1233" y="413"/>
                    <a:pt x="1233" y="413"/>
                  </a:cubicBezTo>
                  <a:cubicBezTo>
                    <a:pt x="1232" y="414"/>
                    <a:pt x="1232" y="414"/>
                    <a:pt x="1232" y="414"/>
                  </a:cubicBezTo>
                  <a:cubicBezTo>
                    <a:pt x="1232" y="415"/>
                    <a:pt x="1232" y="415"/>
                    <a:pt x="1231" y="415"/>
                  </a:cubicBezTo>
                  <a:cubicBezTo>
                    <a:pt x="1231" y="416"/>
                    <a:pt x="1231" y="416"/>
                    <a:pt x="1231" y="416"/>
                  </a:cubicBezTo>
                  <a:cubicBezTo>
                    <a:pt x="1231" y="416"/>
                    <a:pt x="1230" y="417"/>
                    <a:pt x="1230" y="417"/>
                  </a:cubicBezTo>
                  <a:cubicBezTo>
                    <a:pt x="1230" y="418"/>
                    <a:pt x="1230" y="418"/>
                    <a:pt x="1230" y="418"/>
                  </a:cubicBezTo>
                  <a:cubicBezTo>
                    <a:pt x="1229" y="418"/>
                    <a:pt x="1229" y="419"/>
                    <a:pt x="1229" y="419"/>
                  </a:cubicBezTo>
                  <a:cubicBezTo>
                    <a:pt x="1229" y="419"/>
                    <a:pt x="1229" y="420"/>
                    <a:pt x="1229" y="420"/>
                  </a:cubicBezTo>
                  <a:cubicBezTo>
                    <a:pt x="1228" y="420"/>
                    <a:pt x="1228" y="421"/>
                    <a:pt x="1228" y="421"/>
                  </a:cubicBezTo>
                  <a:cubicBezTo>
                    <a:pt x="1228" y="421"/>
                    <a:pt x="1228" y="422"/>
                    <a:pt x="1228" y="422"/>
                  </a:cubicBezTo>
                  <a:cubicBezTo>
                    <a:pt x="1227" y="422"/>
                    <a:pt x="1227" y="423"/>
                    <a:pt x="1227" y="423"/>
                  </a:cubicBezTo>
                  <a:cubicBezTo>
                    <a:pt x="1227" y="423"/>
                    <a:pt x="1227" y="423"/>
                    <a:pt x="1227" y="424"/>
                  </a:cubicBezTo>
                  <a:cubicBezTo>
                    <a:pt x="1227" y="424"/>
                    <a:pt x="1226" y="424"/>
                    <a:pt x="1226" y="425"/>
                  </a:cubicBezTo>
                  <a:cubicBezTo>
                    <a:pt x="1226" y="425"/>
                    <a:pt x="1226" y="425"/>
                    <a:pt x="1226" y="425"/>
                  </a:cubicBezTo>
                  <a:cubicBezTo>
                    <a:pt x="1226" y="426"/>
                    <a:pt x="1226" y="426"/>
                    <a:pt x="1225" y="426"/>
                  </a:cubicBezTo>
                  <a:cubicBezTo>
                    <a:pt x="1225" y="427"/>
                    <a:pt x="1225" y="427"/>
                    <a:pt x="1225" y="427"/>
                  </a:cubicBezTo>
                  <a:cubicBezTo>
                    <a:pt x="1225" y="427"/>
                    <a:pt x="1225" y="428"/>
                    <a:pt x="1225" y="428"/>
                  </a:cubicBezTo>
                  <a:cubicBezTo>
                    <a:pt x="1225" y="428"/>
                    <a:pt x="1225" y="429"/>
                    <a:pt x="1225" y="429"/>
                  </a:cubicBezTo>
                  <a:cubicBezTo>
                    <a:pt x="1224" y="429"/>
                    <a:pt x="1224" y="429"/>
                    <a:pt x="1224" y="430"/>
                  </a:cubicBezTo>
                  <a:cubicBezTo>
                    <a:pt x="1224" y="430"/>
                    <a:pt x="1224" y="430"/>
                    <a:pt x="1224" y="430"/>
                  </a:cubicBezTo>
                  <a:cubicBezTo>
                    <a:pt x="1224" y="430"/>
                    <a:pt x="1224" y="431"/>
                    <a:pt x="1224" y="431"/>
                  </a:cubicBezTo>
                  <a:cubicBezTo>
                    <a:pt x="1224" y="431"/>
                    <a:pt x="1224" y="431"/>
                    <a:pt x="1224" y="431"/>
                  </a:cubicBezTo>
                  <a:cubicBezTo>
                    <a:pt x="1223" y="433"/>
                    <a:pt x="1222" y="435"/>
                    <a:pt x="1222" y="435"/>
                  </a:cubicBezTo>
                  <a:cubicBezTo>
                    <a:pt x="1222" y="433"/>
                    <a:pt x="1223" y="431"/>
                    <a:pt x="1224" y="429"/>
                  </a:cubicBezTo>
                  <a:cubicBezTo>
                    <a:pt x="1215" y="434"/>
                    <a:pt x="1215" y="434"/>
                    <a:pt x="1215" y="434"/>
                  </a:cubicBezTo>
                  <a:cubicBezTo>
                    <a:pt x="1209" y="435"/>
                    <a:pt x="1203" y="439"/>
                    <a:pt x="1199" y="443"/>
                  </a:cubicBezTo>
                  <a:cubicBezTo>
                    <a:pt x="1199" y="443"/>
                    <a:pt x="1199" y="443"/>
                    <a:pt x="1199" y="443"/>
                  </a:cubicBezTo>
                  <a:cubicBezTo>
                    <a:pt x="1198" y="444"/>
                    <a:pt x="1198" y="445"/>
                    <a:pt x="1197" y="445"/>
                  </a:cubicBezTo>
                  <a:cubicBezTo>
                    <a:pt x="1197" y="445"/>
                    <a:pt x="1197" y="445"/>
                    <a:pt x="1197" y="445"/>
                  </a:cubicBezTo>
                  <a:cubicBezTo>
                    <a:pt x="1196" y="446"/>
                    <a:pt x="1196" y="446"/>
                    <a:pt x="1196" y="447"/>
                  </a:cubicBezTo>
                  <a:cubicBezTo>
                    <a:pt x="1194" y="448"/>
                    <a:pt x="1194" y="448"/>
                    <a:pt x="1194" y="448"/>
                  </a:cubicBezTo>
                  <a:cubicBezTo>
                    <a:pt x="1194" y="448"/>
                    <a:pt x="1194" y="448"/>
                    <a:pt x="1194" y="448"/>
                  </a:cubicBezTo>
                  <a:cubicBezTo>
                    <a:pt x="1194" y="448"/>
                    <a:pt x="1194" y="447"/>
                    <a:pt x="1194" y="447"/>
                  </a:cubicBezTo>
                  <a:cubicBezTo>
                    <a:pt x="1194" y="447"/>
                    <a:pt x="1194" y="447"/>
                    <a:pt x="1194" y="447"/>
                  </a:cubicBezTo>
                  <a:cubicBezTo>
                    <a:pt x="1194" y="446"/>
                    <a:pt x="1193" y="446"/>
                    <a:pt x="1193" y="446"/>
                  </a:cubicBezTo>
                  <a:cubicBezTo>
                    <a:pt x="1193" y="445"/>
                    <a:pt x="1193" y="445"/>
                    <a:pt x="1193" y="445"/>
                  </a:cubicBezTo>
                  <a:cubicBezTo>
                    <a:pt x="1193" y="445"/>
                    <a:pt x="1193" y="445"/>
                    <a:pt x="1192" y="444"/>
                  </a:cubicBezTo>
                  <a:cubicBezTo>
                    <a:pt x="1192" y="444"/>
                    <a:pt x="1192" y="444"/>
                    <a:pt x="1192" y="444"/>
                  </a:cubicBezTo>
                  <a:cubicBezTo>
                    <a:pt x="1192" y="443"/>
                    <a:pt x="1192" y="443"/>
                    <a:pt x="1191" y="443"/>
                  </a:cubicBezTo>
                  <a:cubicBezTo>
                    <a:pt x="1191" y="443"/>
                    <a:pt x="1191" y="442"/>
                    <a:pt x="1191" y="442"/>
                  </a:cubicBezTo>
                  <a:cubicBezTo>
                    <a:pt x="1190" y="442"/>
                    <a:pt x="1190" y="441"/>
                    <a:pt x="1189" y="441"/>
                  </a:cubicBezTo>
                  <a:cubicBezTo>
                    <a:pt x="1189" y="441"/>
                    <a:pt x="1189" y="441"/>
                    <a:pt x="1189" y="441"/>
                  </a:cubicBezTo>
                  <a:cubicBezTo>
                    <a:pt x="1188" y="441"/>
                    <a:pt x="1188" y="440"/>
                    <a:pt x="1187" y="440"/>
                  </a:cubicBezTo>
                  <a:cubicBezTo>
                    <a:pt x="1187" y="440"/>
                    <a:pt x="1187" y="440"/>
                    <a:pt x="1187" y="440"/>
                  </a:cubicBezTo>
                  <a:cubicBezTo>
                    <a:pt x="1186" y="440"/>
                    <a:pt x="1185" y="439"/>
                    <a:pt x="1184" y="439"/>
                  </a:cubicBezTo>
                  <a:cubicBezTo>
                    <a:pt x="1184" y="439"/>
                    <a:pt x="1184" y="439"/>
                    <a:pt x="1183" y="439"/>
                  </a:cubicBezTo>
                  <a:cubicBezTo>
                    <a:pt x="1182" y="439"/>
                    <a:pt x="1181" y="439"/>
                    <a:pt x="1180" y="439"/>
                  </a:cubicBezTo>
                  <a:cubicBezTo>
                    <a:pt x="1167" y="439"/>
                    <a:pt x="1161" y="462"/>
                    <a:pt x="1165" y="498"/>
                  </a:cubicBezTo>
                  <a:cubicBezTo>
                    <a:pt x="1168" y="534"/>
                    <a:pt x="1212" y="542"/>
                    <a:pt x="1212" y="542"/>
                  </a:cubicBezTo>
                  <a:cubicBezTo>
                    <a:pt x="1227" y="571"/>
                    <a:pt x="1204" y="621"/>
                    <a:pt x="1196" y="637"/>
                  </a:cubicBezTo>
                  <a:cubicBezTo>
                    <a:pt x="1196" y="638"/>
                    <a:pt x="1195" y="638"/>
                    <a:pt x="1195" y="639"/>
                  </a:cubicBezTo>
                  <a:cubicBezTo>
                    <a:pt x="1195" y="639"/>
                    <a:pt x="1195" y="640"/>
                    <a:pt x="1195" y="640"/>
                  </a:cubicBezTo>
                  <a:cubicBezTo>
                    <a:pt x="1194" y="641"/>
                    <a:pt x="1194" y="642"/>
                    <a:pt x="1193" y="643"/>
                  </a:cubicBezTo>
                  <a:cubicBezTo>
                    <a:pt x="1193" y="643"/>
                    <a:pt x="1193" y="643"/>
                    <a:pt x="1193" y="643"/>
                  </a:cubicBezTo>
                  <a:cubicBezTo>
                    <a:pt x="1192" y="644"/>
                    <a:pt x="1192" y="645"/>
                    <a:pt x="1191" y="646"/>
                  </a:cubicBezTo>
                  <a:cubicBezTo>
                    <a:pt x="1191" y="647"/>
                    <a:pt x="1191" y="647"/>
                    <a:pt x="1191" y="647"/>
                  </a:cubicBezTo>
                  <a:cubicBezTo>
                    <a:pt x="1191" y="648"/>
                    <a:pt x="1190" y="649"/>
                    <a:pt x="1190" y="650"/>
                  </a:cubicBezTo>
                  <a:cubicBezTo>
                    <a:pt x="1190" y="650"/>
                    <a:pt x="1190" y="650"/>
                    <a:pt x="1189" y="651"/>
                  </a:cubicBezTo>
                  <a:cubicBezTo>
                    <a:pt x="1189" y="652"/>
                    <a:pt x="1188" y="653"/>
                    <a:pt x="1188" y="654"/>
                  </a:cubicBezTo>
                  <a:cubicBezTo>
                    <a:pt x="1188" y="654"/>
                    <a:pt x="1187" y="655"/>
                    <a:pt x="1187" y="655"/>
                  </a:cubicBezTo>
                  <a:cubicBezTo>
                    <a:pt x="1187" y="656"/>
                    <a:pt x="1186" y="657"/>
                    <a:pt x="1186" y="658"/>
                  </a:cubicBezTo>
                  <a:cubicBezTo>
                    <a:pt x="1186" y="659"/>
                    <a:pt x="1185" y="660"/>
                    <a:pt x="1185" y="660"/>
                  </a:cubicBezTo>
                  <a:cubicBezTo>
                    <a:pt x="1185" y="661"/>
                    <a:pt x="1184" y="661"/>
                    <a:pt x="1184" y="662"/>
                  </a:cubicBezTo>
                  <a:cubicBezTo>
                    <a:pt x="1184" y="663"/>
                    <a:pt x="1183" y="664"/>
                    <a:pt x="1183" y="665"/>
                  </a:cubicBezTo>
                  <a:cubicBezTo>
                    <a:pt x="1183" y="665"/>
                    <a:pt x="1182" y="666"/>
                    <a:pt x="1182" y="667"/>
                  </a:cubicBezTo>
                  <a:cubicBezTo>
                    <a:pt x="1181" y="669"/>
                    <a:pt x="1180" y="671"/>
                    <a:pt x="1179" y="674"/>
                  </a:cubicBezTo>
                  <a:cubicBezTo>
                    <a:pt x="1179" y="674"/>
                    <a:pt x="1179" y="674"/>
                    <a:pt x="1178" y="675"/>
                  </a:cubicBezTo>
                  <a:cubicBezTo>
                    <a:pt x="1178" y="676"/>
                    <a:pt x="1177" y="677"/>
                    <a:pt x="1177" y="678"/>
                  </a:cubicBezTo>
                  <a:cubicBezTo>
                    <a:pt x="1177" y="678"/>
                    <a:pt x="1176" y="679"/>
                    <a:pt x="1176" y="679"/>
                  </a:cubicBezTo>
                  <a:cubicBezTo>
                    <a:pt x="1176" y="680"/>
                    <a:pt x="1175" y="681"/>
                    <a:pt x="1175" y="682"/>
                  </a:cubicBezTo>
                  <a:cubicBezTo>
                    <a:pt x="1175" y="683"/>
                    <a:pt x="1174" y="683"/>
                    <a:pt x="1174" y="684"/>
                  </a:cubicBezTo>
                  <a:cubicBezTo>
                    <a:pt x="1174" y="684"/>
                    <a:pt x="1174" y="685"/>
                    <a:pt x="1173" y="685"/>
                  </a:cubicBezTo>
                  <a:cubicBezTo>
                    <a:pt x="1171" y="690"/>
                    <a:pt x="1170" y="694"/>
                    <a:pt x="1169" y="696"/>
                  </a:cubicBezTo>
                  <a:cubicBezTo>
                    <a:pt x="1168" y="695"/>
                    <a:pt x="1168" y="695"/>
                    <a:pt x="1168" y="695"/>
                  </a:cubicBezTo>
                  <a:cubicBezTo>
                    <a:pt x="1168" y="695"/>
                    <a:pt x="1168" y="696"/>
                    <a:pt x="1168" y="696"/>
                  </a:cubicBezTo>
                  <a:cubicBezTo>
                    <a:pt x="1168" y="698"/>
                    <a:pt x="1167" y="699"/>
                    <a:pt x="1167" y="699"/>
                  </a:cubicBezTo>
                  <a:cubicBezTo>
                    <a:pt x="1165" y="683"/>
                    <a:pt x="1145" y="691"/>
                    <a:pt x="1145" y="691"/>
                  </a:cubicBezTo>
                  <a:cubicBezTo>
                    <a:pt x="1148" y="673"/>
                    <a:pt x="1120" y="648"/>
                    <a:pt x="1087" y="621"/>
                  </a:cubicBezTo>
                  <a:cubicBezTo>
                    <a:pt x="1086" y="620"/>
                    <a:pt x="1084" y="619"/>
                    <a:pt x="1083" y="617"/>
                  </a:cubicBezTo>
                  <a:cubicBezTo>
                    <a:pt x="1083" y="617"/>
                    <a:pt x="1083" y="617"/>
                    <a:pt x="1083" y="617"/>
                  </a:cubicBezTo>
                  <a:cubicBezTo>
                    <a:pt x="1081" y="616"/>
                    <a:pt x="1080" y="615"/>
                    <a:pt x="1079" y="614"/>
                  </a:cubicBezTo>
                  <a:cubicBezTo>
                    <a:pt x="1078" y="614"/>
                    <a:pt x="1078" y="613"/>
                    <a:pt x="1078" y="613"/>
                  </a:cubicBezTo>
                  <a:cubicBezTo>
                    <a:pt x="1076" y="612"/>
                    <a:pt x="1075" y="611"/>
                    <a:pt x="1074" y="610"/>
                  </a:cubicBezTo>
                  <a:cubicBezTo>
                    <a:pt x="1074" y="610"/>
                    <a:pt x="1074" y="610"/>
                    <a:pt x="1074" y="610"/>
                  </a:cubicBezTo>
                  <a:cubicBezTo>
                    <a:pt x="1072" y="608"/>
                    <a:pt x="1071" y="607"/>
                    <a:pt x="1069" y="606"/>
                  </a:cubicBezTo>
                  <a:cubicBezTo>
                    <a:pt x="1069" y="605"/>
                    <a:pt x="1068" y="605"/>
                    <a:pt x="1068" y="605"/>
                  </a:cubicBezTo>
                  <a:cubicBezTo>
                    <a:pt x="1067" y="604"/>
                    <a:pt x="1066" y="603"/>
                    <a:pt x="1065" y="602"/>
                  </a:cubicBezTo>
                  <a:cubicBezTo>
                    <a:pt x="1064" y="601"/>
                    <a:pt x="1063" y="600"/>
                    <a:pt x="1062" y="600"/>
                  </a:cubicBezTo>
                  <a:cubicBezTo>
                    <a:pt x="1061" y="599"/>
                    <a:pt x="1061" y="598"/>
                    <a:pt x="1060" y="597"/>
                  </a:cubicBezTo>
                  <a:cubicBezTo>
                    <a:pt x="1059" y="596"/>
                    <a:pt x="1058" y="596"/>
                    <a:pt x="1057" y="595"/>
                  </a:cubicBezTo>
                  <a:cubicBezTo>
                    <a:pt x="1056" y="594"/>
                    <a:pt x="1055" y="593"/>
                    <a:pt x="1055" y="593"/>
                  </a:cubicBezTo>
                  <a:cubicBezTo>
                    <a:pt x="1053" y="592"/>
                    <a:pt x="1052" y="590"/>
                    <a:pt x="1051" y="589"/>
                  </a:cubicBezTo>
                  <a:cubicBezTo>
                    <a:pt x="1050" y="589"/>
                    <a:pt x="1050" y="589"/>
                    <a:pt x="1049" y="588"/>
                  </a:cubicBezTo>
                  <a:cubicBezTo>
                    <a:pt x="1048" y="587"/>
                    <a:pt x="1046" y="585"/>
                    <a:pt x="1045" y="584"/>
                  </a:cubicBezTo>
                  <a:cubicBezTo>
                    <a:pt x="1044" y="584"/>
                    <a:pt x="1044" y="584"/>
                    <a:pt x="1044" y="584"/>
                  </a:cubicBezTo>
                  <a:cubicBezTo>
                    <a:pt x="1032" y="573"/>
                    <a:pt x="1020" y="562"/>
                    <a:pt x="1010" y="552"/>
                  </a:cubicBezTo>
                  <a:cubicBezTo>
                    <a:pt x="1030" y="552"/>
                    <a:pt x="1038" y="555"/>
                    <a:pt x="1063" y="535"/>
                  </a:cubicBezTo>
                  <a:cubicBezTo>
                    <a:pt x="1091" y="512"/>
                    <a:pt x="1079" y="439"/>
                    <a:pt x="1078" y="435"/>
                  </a:cubicBezTo>
                  <a:cubicBezTo>
                    <a:pt x="1078" y="433"/>
                    <a:pt x="1077" y="431"/>
                    <a:pt x="1079" y="428"/>
                  </a:cubicBezTo>
                  <a:cubicBezTo>
                    <a:pt x="1079" y="427"/>
                    <a:pt x="1080" y="427"/>
                    <a:pt x="1080" y="427"/>
                  </a:cubicBezTo>
                  <a:cubicBezTo>
                    <a:pt x="1081" y="425"/>
                    <a:pt x="1083" y="424"/>
                    <a:pt x="1085" y="422"/>
                  </a:cubicBezTo>
                  <a:cubicBezTo>
                    <a:pt x="1102" y="410"/>
                    <a:pt x="1104" y="389"/>
                    <a:pt x="1101" y="381"/>
                  </a:cubicBezTo>
                  <a:cubicBezTo>
                    <a:pt x="1099" y="375"/>
                    <a:pt x="1094" y="368"/>
                    <a:pt x="1092" y="365"/>
                  </a:cubicBezTo>
                  <a:cubicBezTo>
                    <a:pt x="1090" y="363"/>
                    <a:pt x="1090" y="363"/>
                    <a:pt x="1090" y="363"/>
                  </a:cubicBezTo>
                  <a:cubicBezTo>
                    <a:pt x="1100" y="341"/>
                    <a:pt x="1087" y="339"/>
                    <a:pt x="1096" y="301"/>
                  </a:cubicBezTo>
                  <a:cubicBezTo>
                    <a:pt x="1102" y="279"/>
                    <a:pt x="1107" y="242"/>
                    <a:pt x="1093" y="209"/>
                  </a:cubicBezTo>
                  <a:cubicBezTo>
                    <a:pt x="1078" y="174"/>
                    <a:pt x="1059" y="144"/>
                    <a:pt x="1036" y="118"/>
                  </a:cubicBezTo>
                  <a:cubicBezTo>
                    <a:pt x="1036" y="117"/>
                    <a:pt x="1037" y="117"/>
                    <a:pt x="1037" y="117"/>
                  </a:cubicBezTo>
                  <a:cubicBezTo>
                    <a:pt x="969" y="39"/>
                    <a:pt x="874" y="0"/>
                    <a:pt x="784" y="8"/>
                  </a:cubicBezTo>
                  <a:cubicBezTo>
                    <a:pt x="784" y="8"/>
                    <a:pt x="784" y="8"/>
                    <a:pt x="784" y="8"/>
                  </a:cubicBezTo>
                  <a:cubicBezTo>
                    <a:pt x="780" y="9"/>
                    <a:pt x="776" y="9"/>
                    <a:pt x="772" y="10"/>
                  </a:cubicBezTo>
                  <a:cubicBezTo>
                    <a:pt x="769" y="10"/>
                    <a:pt x="767" y="10"/>
                    <a:pt x="765" y="11"/>
                  </a:cubicBezTo>
                  <a:cubicBezTo>
                    <a:pt x="764" y="11"/>
                    <a:pt x="762" y="11"/>
                    <a:pt x="761" y="11"/>
                  </a:cubicBezTo>
                  <a:cubicBezTo>
                    <a:pt x="757" y="12"/>
                    <a:pt x="753" y="13"/>
                    <a:pt x="749" y="14"/>
                  </a:cubicBezTo>
                  <a:cubicBezTo>
                    <a:pt x="749" y="14"/>
                    <a:pt x="749" y="14"/>
                    <a:pt x="749" y="14"/>
                  </a:cubicBezTo>
                  <a:cubicBezTo>
                    <a:pt x="704" y="24"/>
                    <a:pt x="661" y="48"/>
                    <a:pt x="626" y="84"/>
                  </a:cubicBezTo>
                  <a:cubicBezTo>
                    <a:pt x="492" y="225"/>
                    <a:pt x="618" y="403"/>
                    <a:pt x="618" y="403"/>
                  </a:cubicBezTo>
                  <a:cubicBezTo>
                    <a:pt x="627" y="412"/>
                    <a:pt x="624" y="413"/>
                    <a:pt x="625" y="423"/>
                  </a:cubicBezTo>
                  <a:cubicBezTo>
                    <a:pt x="626" y="428"/>
                    <a:pt x="628" y="434"/>
                    <a:pt x="629" y="438"/>
                  </a:cubicBezTo>
                  <a:cubicBezTo>
                    <a:pt x="629" y="438"/>
                    <a:pt x="640" y="459"/>
                    <a:pt x="634" y="481"/>
                  </a:cubicBezTo>
                  <a:cubicBezTo>
                    <a:pt x="627" y="509"/>
                    <a:pt x="596" y="515"/>
                    <a:pt x="596" y="515"/>
                  </a:cubicBezTo>
                  <a:moveTo>
                    <a:pt x="1090" y="363"/>
                  </a:moveTo>
                  <a:cubicBezTo>
                    <a:pt x="1091" y="364"/>
                    <a:pt x="1091" y="364"/>
                    <a:pt x="1092" y="365"/>
                  </a:cubicBezTo>
                  <a:cubicBezTo>
                    <a:pt x="1091" y="364"/>
                    <a:pt x="1090" y="363"/>
                    <a:pt x="1090" y="363"/>
                  </a:cubicBezTo>
                  <a:cubicBezTo>
                    <a:pt x="1090" y="363"/>
                    <a:pt x="1090" y="363"/>
                    <a:pt x="1090" y="363"/>
                  </a:cubicBezTo>
                  <a:close/>
                  <a:moveTo>
                    <a:pt x="415" y="926"/>
                  </a:moveTo>
                  <a:cubicBezTo>
                    <a:pt x="415" y="924"/>
                    <a:pt x="416" y="922"/>
                    <a:pt x="416" y="921"/>
                  </a:cubicBezTo>
                  <a:cubicBezTo>
                    <a:pt x="417" y="901"/>
                    <a:pt x="416" y="884"/>
                    <a:pt x="411" y="879"/>
                  </a:cubicBezTo>
                  <a:cubicBezTo>
                    <a:pt x="411" y="879"/>
                    <a:pt x="427" y="859"/>
                    <a:pt x="429" y="856"/>
                  </a:cubicBezTo>
                  <a:cubicBezTo>
                    <a:pt x="429" y="856"/>
                    <a:pt x="442" y="839"/>
                    <a:pt x="443" y="839"/>
                  </a:cubicBezTo>
                  <a:cubicBezTo>
                    <a:pt x="445" y="835"/>
                    <a:pt x="452" y="827"/>
                    <a:pt x="452" y="827"/>
                  </a:cubicBezTo>
                  <a:cubicBezTo>
                    <a:pt x="455" y="823"/>
                    <a:pt x="461" y="814"/>
                    <a:pt x="461" y="814"/>
                  </a:cubicBezTo>
                  <a:cubicBezTo>
                    <a:pt x="462" y="812"/>
                    <a:pt x="464" y="810"/>
                    <a:pt x="465" y="809"/>
                  </a:cubicBezTo>
                  <a:cubicBezTo>
                    <a:pt x="464" y="810"/>
                    <a:pt x="444" y="888"/>
                    <a:pt x="444" y="989"/>
                  </a:cubicBezTo>
                  <a:cubicBezTo>
                    <a:pt x="444" y="992"/>
                    <a:pt x="443" y="995"/>
                    <a:pt x="443" y="998"/>
                  </a:cubicBezTo>
                  <a:cubicBezTo>
                    <a:pt x="443" y="1015"/>
                    <a:pt x="446" y="1034"/>
                    <a:pt x="451" y="1051"/>
                  </a:cubicBezTo>
                  <a:cubicBezTo>
                    <a:pt x="451" y="1051"/>
                    <a:pt x="451" y="1051"/>
                    <a:pt x="451" y="1051"/>
                  </a:cubicBezTo>
                  <a:cubicBezTo>
                    <a:pt x="448" y="1050"/>
                    <a:pt x="445" y="1050"/>
                    <a:pt x="445" y="1050"/>
                  </a:cubicBezTo>
                  <a:cubicBezTo>
                    <a:pt x="444" y="1049"/>
                    <a:pt x="441" y="1049"/>
                    <a:pt x="440" y="1049"/>
                  </a:cubicBezTo>
                  <a:cubicBezTo>
                    <a:pt x="440" y="1049"/>
                    <a:pt x="439" y="1049"/>
                    <a:pt x="438" y="1049"/>
                  </a:cubicBezTo>
                  <a:cubicBezTo>
                    <a:pt x="412" y="1009"/>
                    <a:pt x="415" y="926"/>
                    <a:pt x="415" y="926"/>
                  </a:cubicBezTo>
                  <a:close/>
                  <a:moveTo>
                    <a:pt x="625" y="1541"/>
                  </a:moveTo>
                  <a:cubicBezTo>
                    <a:pt x="625" y="1541"/>
                    <a:pt x="625" y="1541"/>
                    <a:pt x="625" y="1541"/>
                  </a:cubicBezTo>
                  <a:cubicBezTo>
                    <a:pt x="625" y="1541"/>
                    <a:pt x="625" y="1541"/>
                    <a:pt x="625" y="1541"/>
                  </a:cubicBezTo>
                  <a:close/>
                  <a:moveTo>
                    <a:pt x="631" y="443"/>
                  </a:moveTo>
                  <a:cubicBezTo>
                    <a:pt x="631" y="443"/>
                    <a:pt x="631" y="443"/>
                    <a:pt x="631" y="443"/>
                  </a:cubicBezTo>
                  <a:cubicBezTo>
                    <a:pt x="631" y="443"/>
                    <a:pt x="631" y="443"/>
                    <a:pt x="631" y="443"/>
                  </a:cubicBezTo>
                  <a:cubicBezTo>
                    <a:pt x="631" y="443"/>
                    <a:pt x="631" y="443"/>
                    <a:pt x="631" y="443"/>
                  </a:cubicBezTo>
                  <a:close/>
                  <a:moveTo>
                    <a:pt x="676" y="1569"/>
                  </a:moveTo>
                  <a:cubicBezTo>
                    <a:pt x="676" y="1569"/>
                    <a:pt x="677" y="1569"/>
                    <a:pt x="677" y="1568"/>
                  </a:cubicBezTo>
                  <a:cubicBezTo>
                    <a:pt x="677" y="1568"/>
                    <a:pt x="677" y="1568"/>
                    <a:pt x="677" y="1568"/>
                  </a:cubicBezTo>
                  <a:cubicBezTo>
                    <a:pt x="677" y="1569"/>
                    <a:pt x="677" y="1569"/>
                    <a:pt x="677" y="1570"/>
                  </a:cubicBezTo>
                  <a:lnTo>
                    <a:pt x="676" y="1569"/>
                  </a:lnTo>
                  <a:close/>
                </a:path>
              </a:pathLst>
            </a:custGeom>
            <a:noFill/>
            <a:ln w="19050" cmpd="sng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B1DFF5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61453" name="Freeform 52">
              <a:extLst>
                <a:ext uri="{FF2B5EF4-FFF2-40B4-BE49-F238E27FC236}">
                  <a16:creationId xmlns:a16="http://schemas.microsoft.com/office/drawing/2014/main" id="{F5949776-9B2F-4611-9416-2FDB13E94FD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504" y="829"/>
              <a:ext cx="948" cy="1744"/>
            </a:xfrm>
            <a:custGeom>
              <a:avLst/>
              <a:gdLst>
                <a:gd name="T0" fmla="*/ 129 w 1371"/>
                <a:gd name="T1" fmla="*/ 213 h 2533"/>
                <a:gd name="T2" fmla="*/ 104 w 1371"/>
                <a:gd name="T3" fmla="*/ 382 h 2533"/>
                <a:gd name="T4" fmla="*/ 83 w 1371"/>
                <a:gd name="T5" fmla="*/ 379 h 2533"/>
                <a:gd name="T6" fmla="*/ 10 w 1371"/>
                <a:gd name="T7" fmla="*/ 395 h 2533"/>
                <a:gd name="T8" fmla="*/ 78 w 1371"/>
                <a:gd name="T9" fmla="*/ 516 h 2533"/>
                <a:gd name="T10" fmla="*/ 68 w 1371"/>
                <a:gd name="T11" fmla="*/ 551 h 2533"/>
                <a:gd name="T12" fmla="*/ 49 w 1371"/>
                <a:gd name="T13" fmla="*/ 578 h 2533"/>
                <a:gd name="T14" fmla="*/ 46 w 1371"/>
                <a:gd name="T15" fmla="*/ 597 h 2533"/>
                <a:gd name="T16" fmla="*/ 76 w 1371"/>
                <a:gd name="T17" fmla="*/ 593 h 2533"/>
                <a:gd name="T18" fmla="*/ 86 w 1371"/>
                <a:gd name="T19" fmla="*/ 593 h 2533"/>
                <a:gd name="T20" fmla="*/ 95 w 1371"/>
                <a:gd name="T21" fmla="*/ 588 h 2533"/>
                <a:gd name="T22" fmla="*/ 124 w 1371"/>
                <a:gd name="T23" fmla="*/ 503 h 2533"/>
                <a:gd name="T24" fmla="*/ 120 w 1371"/>
                <a:gd name="T25" fmla="*/ 496 h 2533"/>
                <a:gd name="T26" fmla="*/ 181 w 1371"/>
                <a:gd name="T27" fmla="*/ 507 h 2533"/>
                <a:gd name="T28" fmla="*/ 192 w 1371"/>
                <a:gd name="T29" fmla="*/ 509 h 2533"/>
                <a:gd name="T30" fmla="*/ 199 w 1371"/>
                <a:gd name="T31" fmla="*/ 509 h 2533"/>
                <a:gd name="T32" fmla="*/ 203 w 1371"/>
                <a:gd name="T33" fmla="*/ 507 h 2533"/>
                <a:gd name="T34" fmla="*/ 216 w 1371"/>
                <a:gd name="T35" fmla="*/ 511 h 2533"/>
                <a:gd name="T36" fmla="*/ 231 w 1371"/>
                <a:gd name="T37" fmla="*/ 538 h 2533"/>
                <a:gd name="T38" fmla="*/ 228 w 1371"/>
                <a:gd name="T39" fmla="*/ 547 h 2533"/>
                <a:gd name="T40" fmla="*/ 225 w 1371"/>
                <a:gd name="T41" fmla="*/ 560 h 2533"/>
                <a:gd name="T42" fmla="*/ 225 w 1371"/>
                <a:gd name="T43" fmla="*/ 574 h 2533"/>
                <a:gd name="T44" fmla="*/ 227 w 1371"/>
                <a:gd name="T45" fmla="*/ 587 h 2533"/>
                <a:gd name="T46" fmla="*/ 178 w 1371"/>
                <a:gd name="T47" fmla="*/ 726 h 2533"/>
                <a:gd name="T48" fmla="*/ 174 w 1371"/>
                <a:gd name="T49" fmla="*/ 745 h 2533"/>
                <a:gd name="T50" fmla="*/ 174 w 1371"/>
                <a:gd name="T51" fmla="*/ 746 h 2533"/>
                <a:gd name="T52" fmla="*/ 167 w 1371"/>
                <a:gd name="T53" fmla="*/ 755 h 2533"/>
                <a:gd name="T54" fmla="*/ 159 w 1371"/>
                <a:gd name="T55" fmla="*/ 766 h 2533"/>
                <a:gd name="T56" fmla="*/ 157 w 1371"/>
                <a:gd name="T57" fmla="*/ 773 h 2533"/>
                <a:gd name="T58" fmla="*/ 174 w 1371"/>
                <a:gd name="T59" fmla="*/ 790 h 2533"/>
                <a:gd name="T60" fmla="*/ 179 w 1371"/>
                <a:gd name="T61" fmla="*/ 792 h 2533"/>
                <a:gd name="T62" fmla="*/ 187 w 1371"/>
                <a:gd name="T63" fmla="*/ 821 h 2533"/>
                <a:gd name="T64" fmla="*/ 190 w 1371"/>
                <a:gd name="T65" fmla="*/ 823 h 2533"/>
                <a:gd name="T66" fmla="*/ 201 w 1371"/>
                <a:gd name="T67" fmla="*/ 815 h 2533"/>
                <a:gd name="T68" fmla="*/ 288 w 1371"/>
                <a:gd name="T69" fmla="*/ 607 h 2533"/>
                <a:gd name="T70" fmla="*/ 306 w 1371"/>
                <a:gd name="T71" fmla="*/ 423 h 2533"/>
                <a:gd name="T72" fmla="*/ 306 w 1371"/>
                <a:gd name="T73" fmla="*/ 413 h 2533"/>
                <a:gd name="T74" fmla="*/ 308 w 1371"/>
                <a:gd name="T75" fmla="*/ 406 h 2533"/>
                <a:gd name="T76" fmla="*/ 310 w 1371"/>
                <a:gd name="T77" fmla="*/ 399 h 2533"/>
                <a:gd name="T78" fmla="*/ 333 w 1371"/>
                <a:gd name="T79" fmla="*/ 261 h 2533"/>
                <a:gd name="T80" fmla="*/ 443 w 1371"/>
                <a:gd name="T81" fmla="*/ 125 h 2533"/>
                <a:gd name="T82" fmla="*/ 418 w 1371"/>
                <a:gd name="T83" fmla="*/ 130 h 2533"/>
                <a:gd name="T84" fmla="*/ 413 w 1371"/>
                <a:gd name="T85" fmla="*/ 130 h 2533"/>
                <a:gd name="T86" fmla="*/ 410 w 1371"/>
                <a:gd name="T87" fmla="*/ 132 h 2533"/>
                <a:gd name="T88" fmla="*/ 407 w 1371"/>
                <a:gd name="T89" fmla="*/ 136 h 2533"/>
                <a:gd name="T90" fmla="*/ 405 w 1371"/>
                <a:gd name="T91" fmla="*/ 139 h 2533"/>
                <a:gd name="T92" fmla="*/ 402 w 1371"/>
                <a:gd name="T93" fmla="*/ 142 h 2533"/>
                <a:gd name="T94" fmla="*/ 394 w 1371"/>
                <a:gd name="T95" fmla="*/ 145 h 2533"/>
                <a:gd name="T96" fmla="*/ 390 w 1371"/>
                <a:gd name="T97" fmla="*/ 143 h 2533"/>
                <a:gd name="T98" fmla="*/ 393 w 1371"/>
                <a:gd name="T99" fmla="*/ 212 h 2533"/>
                <a:gd name="T100" fmla="*/ 389 w 1371"/>
                <a:gd name="T101" fmla="*/ 222 h 2533"/>
                <a:gd name="T102" fmla="*/ 358 w 1371"/>
                <a:gd name="T103" fmla="*/ 202 h 2533"/>
                <a:gd name="T104" fmla="*/ 348 w 1371"/>
                <a:gd name="T105" fmla="*/ 193 h 2533"/>
                <a:gd name="T106" fmla="*/ 364 w 1371"/>
                <a:gd name="T107" fmla="*/ 124 h 2533"/>
                <a:gd name="T108" fmla="*/ 252 w 1371"/>
                <a:gd name="T109" fmla="*/ 4 h 2533"/>
                <a:gd name="T110" fmla="*/ 361 w 1371"/>
                <a:gd name="T111" fmla="*/ 119 h 2533"/>
                <a:gd name="T112" fmla="*/ 147 w 1371"/>
                <a:gd name="T113" fmla="*/ 323 h 2533"/>
                <a:gd name="T114" fmla="*/ 223 w 1371"/>
                <a:gd name="T115" fmla="*/ 512 h 2533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1371" h="2533">
                  <a:moveTo>
                    <a:pt x="633" y="482"/>
                  </a:moveTo>
                  <a:cubicBezTo>
                    <a:pt x="629" y="497"/>
                    <a:pt x="613" y="509"/>
                    <a:pt x="596" y="515"/>
                  </a:cubicBezTo>
                  <a:cubicBezTo>
                    <a:pt x="596" y="515"/>
                    <a:pt x="596" y="515"/>
                    <a:pt x="596" y="515"/>
                  </a:cubicBezTo>
                  <a:cubicBezTo>
                    <a:pt x="592" y="517"/>
                    <a:pt x="587" y="518"/>
                    <a:pt x="582" y="519"/>
                  </a:cubicBezTo>
                  <a:cubicBezTo>
                    <a:pt x="578" y="519"/>
                    <a:pt x="574" y="519"/>
                    <a:pt x="570" y="519"/>
                  </a:cubicBezTo>
                  <a:cubicBezTo>
                    <a:pt x="566" y="519"/>
                    <a:pt x="562" y="519"/>
                    <a:pt x="558" y="518"/>
                  </a:cubicBezTo>
                  <a:cubicBezTo>
                    <a:pt x="552" y="516"/>
                    <a:pt x="544" y="515"/>
                    <a:pt x="537" y="514"/>
                  </a:cubicBezTo>
                  <a:cubicBezTo>
                    <a:pt x="534" y="514"/>
                    <a:pt x="530" y="514"/>
                    <a:pt x="527" y="514"/>
                  </a:cubicBezTo>
                  <a:cubicBezTo>
                    <a:pt x="503" y="514"/>
                    <a:pt x="478" y="522"/>
                    <a:pt x="462" y="542"/>
                  </a:cubicBezTo>
                  <a:cubicBezTo>
                    <a:pt x="449" y="558"/>
                    <a:pt x="422" y="601"/>
                    <a:pt x="396" y="645"/>
                  </a:cubicBezTo>
                  <a:cubicBezTo>
                    <a:pt x="395" y="647"/>
                    <a:pt x="393" y="650"/>
                    <a:pt x="392" y="652"/>
                  </a:cubicBezTo>
                  <a:cubicBezTo>
                    <a:pt x="371" y="688"/>
                    <a:pt x="352" y="723"/>
                    <a:pt x="343" y="743"/>
                  </a:cubicBezTo>
                  <a:cubicBezTo>
                    <a:pt x="316" y="804"/>
                    <a:pt x="282" y="814"/>
                    <a:pt x="273" y="874"/>
                  </a:cubicBezTo>
                  <a:cubicBezTo>
                    <a:pt x="272" y="881"/>
                    <a:pt x="271" y="889"/>
                    <a:pt x="271" y="897"/>
                  </a:cubicBezTo>
                  <a:cubicBezTo>
                    <a:pt x="268" y="954"/>
                    <a:pt x="284" y="1023"/>
                    <a:pt x="320" y="1095"/>
                  </a:cubicBezTo>
                  <a:cubicBezTo>
                    <a:pt x="321" y="1097"/>
                    <a:pt x="322" y="1099"/>
                    <a:pt x="323" y="1101"/>
                  </a:cubicBezTo>
                  <a:cubicBezTo>
                    <a:pt x="329" y="1113"/>
                    <a:pt x="331" y="1119"/>
                    <a:pt x="325" y="1131"/>
                  </a:cubicBezTo>
                  <a:cubicBezTo>
                    <a:pt x="320" y="1142"/>
                    <a:pt x="316" y="1149"/>
                    <a:pt x="315" y="1157"/>
                  </a:cubicBezTo>
                  <a:cubicBezTo>
                    <a:pt x="315" y="1160"/>
                    <a:pt x="315" y="1162"/>
                    <a:pt x="316" y="1166"/>
                  </a:cubicBezTo>
                  <a:cubicBezTo>
                    <a:pt x="316" y="1166"/>
                    <a:pt x="316" y="1167"/>
                    <a:pt x="316" y="1168"/>
                  </a:cubicBezTo>
                  <a:cubicBezTo>
                    <a:pt x="316" y="1168"/>
                    <a:pt x="316" y="1169"/>
                    <a:pt x="316" y="1169"/>
                  </a:cubicBezTo>
                  <a:cubicBezTo>
                    <a:pt x="316" y="1170"/>
                    <a:pt x="316" y="1170"/>
                    <a:pt x="316" y="1170"/>
                  </a:cubicBezTo>
                  <a:cubicBezTo>
                    <a:pt x="316" y="1171"/>
                    <a:pt x="316" y="1172"/>
                    <a:pt x="316" y="1172"/>
                  </a:cubicBezTo>
                  <a:cubicBezTo>
                    <a:pt x="316" y="1172"/>
                    <a:pt x="316" y="1173"/>
                    <a:pt x="316" y="1173"/>
                  </a:cubicBezTo>
                  <a:cubicBezTo>
                    <a:pt x="315" y="1173"/>
                    <a:pt x="315" y="1174"/>
                    <a:pt x="315" y="1175"/>
                  </a:cubicBezTo>
                  <a:cubicBezTo>
                    <a:pt x="315" y="1175"/>
                    <a:pt x="315" y="1175"/>
                    <a:pt x="315" y="1175"/>
                  </a:cubicBezTo>
                  <a:cubicBezTo>
                    <a:pt x="315" y="1175"/>
                    <a:pt x="315" y="1175"/>
                    <a:pt x="315" y="1175"/>
                  </a:cubicBezTo>
                  <a:cubicBezTo>
                    <a:pt x="315" y="1175"/>
                    <a:pt x="315" y="1175"/>
                    <a:pt x="315" y="1175"/>
                  </a:cubicBezTo>
                  <a:cubicBezTo>
                    <a:pt x="307" y="1173"/>
                    <a:pt x="300" y="1171"/>
                    <a:pt x="293" y="1169"/>
                  </a:cubicBezTo>
                  <a:cubicBezTo>
                    <a:pt x="293" y="1169"/>
                    <a:pt x="293" y="1169"/>
                    <a:pt x="293" y="1169"/>
                  </a:cubicBezTo>
                  <a:cubicBezTo>
                    <a:pt x="285" y="1168"/>
                    <a:pt x="278" y="1166"/>
                    <a:pt x="271" y="1164"/>
                  </a:cubicBezTo>
                  <a:cubicBezTo>
                    <a:pt x="271" y="1164"/>
                    <a:pt x="270" y="1164"/>
                    <a:pt x="270" y="1164"/>
                  </a:cubicBezTo>
                  <a:cubicBezTo>
                    <a:pt x="263" y="1162"/>
                    <a:pt x="256" y="1161"/>
                    <a:pt x="250" y="1160"/>
                  </a:cubicBezTo>
                  <a:cubicBezTo>
                    <a:pt x="249" y="1159"/>
                    <a:pt x="248" y="1159"/>
                    <a:pt x="247" y="1159"/>
                  </a:cubicBezTo>
                  <a:cubicBezTo>
                    <a:pt x="241" y="1158"/>
                    <a:pt x="234" y="1156"/>
                    <a:pt x="228" y="1155"/>
                  </a:cubicBezTo>
                  <a:cubicBezTo>
                    <a:pt x="227" y="1155"/>
                    <a:pt x="225" y="1155"/>
                    <a:pt x="224" y="1154"/>
                  </a:cubicBezTo>
                  <a:cubicBezTo>
                    <a:pt x="218" y="1153"/>
                    <a:pt x="212" y="1152"/>
                    <a:pt x="207" y="1151"/>
                  </a:cubicBezTo>
                  <a:cubicBezTo>
                    <a:pt x="205" y="1151"/>
                    <a:pt x="203" y="1151"/>
                    <a:pt x="201" y="1150"/>
                  </a:cubicBezTo>
                  <a:cubicBezTo>
                    <a:pt x="196" y="1150"/>
                    <a:pt x="190" y="1149"/>
                    <a:pt x="185" y="1148"/>
                  </a:cubicBezTo>
                  <a:cubicBezTo>
                    <a:pt x="183" y="1148"/>
                    <a:pt x="181" y="1147"/>
                    <a:pt x="179" y="1147"/>
                  </a:cubicBezTo>
                  <a:cubicBezTo>
                    <a:pt x="174" y="1146"/>
                    <a:pt x="169" y="1146"/>
                    <a:pt x="164" y="1145"/>
                  </a:cubicBezTo>
                  <a:cubicBezTo>
                    <a:pt x="162" y="1145"/>
                    <a:pt x="160" y="1145"/>
                    <a:pt x="157" y="1144"/>
                  </a:cubicBezTo>
                  <a:cubicBezTo>
                    <a:pt x="150" y="1144"/>
                    <a:pt x="143" y="1143"/>
                    <a:pt x="137" y="1143"/>
                  </a:cubicBezTo>
                  <a:cubicBezTo>
                    <a:pt x="93" y="1139"/>
                    <a:pt x="45" y="1168"/>
                    <a:pt x="29" y="1209"/>
                  </a:cubicBezTo>
                  <a:cubicBezTo>
                    <a:pt x="14" y="1250"/>
                    <a:pt x="0" y="1317"/>
                    <a:pt x="33" y="1362"/>
                  </a:cubicBezTo>
                  <a:cubicBezTo>
                    <a:pt x="66" y="1406"/>
                    <a:pt x="167" y="1526"/>
                    <a:pt x="217" y="1562"/>
                  </a:cubicBezTo>
                  <a:cubicBezTo>
                    <a:pt x="219" y="1563"/>
                    <a:pt x="220" y="1564"/>
                    <a:pt x="221" y="1565"/>
                  </a:cubicBezTo>
                  <a:cubicBezTo>
                    <a:pt x="222" y="1566"/>
                    <a:pt x="222" y="1566"/>
                    <a:pt x="223" y="1566"/>
                  </a:cubicBezTo>
                  <a:cubicBezTo>
                    <a:pt x="224" y="1567"/>
                    <a:pt x="225" y="1568"/>
                    <a:pt x="226" y="1569"/>
                  </a:cubicBezTo>
                  <a:cubicBezTo>
                    <a:pt x="226" y="1569"/>
                    <a:pt x="226" y="1570"/>
                    <a:pt x="227" y="1570"/>
                  </a:cubicBezTo>
                  <a:cubicBezTo>
                    <a:pt x="228" y="1571"/>
                    <a:pt x="228" y="1572"/>
                    <a:pt x="229" y="1573"/>
                  </a:cubicBezTo>
                  <a:cubicBezTo>
                    <a:pt x="230" y="1573"/>
                    <a:pt x="230" y="1573"/>
                    <a:pt x="230" y="1574"/>
                  </a:cubicBezTo>
                  <a:cubicBezTo>
                    <a:pt x="231" y="1575"/>
                    <a:pt x="232" y="1576"/>
                    <a:pt x="233" y="1577"/>
                  </a:cubicBezTo>
                  <a:cubicBezTo>
                    <a:pt x="233" y="1577"/>
                    <a:pt x="233" y="1577"/>
                    <a:pt x="233" y="1578"/>
                  </a:cubicBezTo>
                  <a:cubicBezTo>
                    <a:pt x="234" y="1579"/>
                    <a:pt x="235" y="1580"/>
                    <a:pt x="236" y="1581"/>
                  </a:cubicBezTo>
                  <a:cubicBezTo>
                    <a:pt x="236" y="1581"/>
                    <a:pt x="236" y="1581"/>
                    <a:pt x="236" y="1581"/>
                  </a:cubicBezTo>
                  <a:cubicBezTo>
                    <a:pt x="245" y="1594"/>
                    <a:pt x="250" y="1605"/>
                    <a:pt x="255" y="1606"/>
                  </a:cubicBezTo>
                  <a:cubicBezTo>
                    <a:pt x="255" y="1606"/>
                    <a:pt x="255" y="1606"/>
                    <a:pt x="255" y="1606"/>
                  </a:cubicBezTo>
                  <a:cubicBezTo>
                    <a:pt x="255" y="1606"/>
                    <a:pt x="255" y="1607"/>
                    <a:pt x="255" y="1607"/>
                  </a:cubicBezTo>
                  <a:cubicBezTo>
                    <a:pt x="256" y="1606"/>
                    <a:pt x="256" y="1606"/>
                    <a:pt x="256" y="1606"/>
                  </a:cubicBezTo>
                  <a:cubicBezTo>
                    <a:pt x="256" y="1606"/>
                    <a:pt x="256" y="1606"/>
                    <a:pt x="256" y="1606"/>
                  </a:cubicBezTo>
                  <a:cubicBezTo>
                    <a:pt x="256" y="1606"/>
                    <a:pt x="256" y="1606"/>
                    <a:pt x="257" y="1606"/>
                  </a:cubicBezTo>
                  <a:cubicBezTo>
                    <a:pt x="257" y="1606"/>
                    <a:pt x="258" y="1606"/>
                    <a:pt x="258" y="1606"/>
                  </a:cubicBezTo>
                  <a:cubicBezTo>
                    <a:pt x="258" y="1606"/>
                    <a:pt x="253" y="1615"/>
                    <a:pt x="260" y="1620"/>
                  </a:cubicBezTo>
                  <a:cubicBezTo>
                    <a:pt x="260" y="1620"/>
                    <a:pt x="257" y="1629"/>
                    <a:pt x="259" y="1635"/>
                  </a:cubicBezTo>
                  <a:cubicBezTo>
                    <a:pt x="261" y="1641"/>
                    <a:pt x="223" y="1673"/>
                    <a:pt x="207" y="1689"/>
                  </a:cubicBezTo>
                  <a:cubicBezTo>
                    <a:pt x="191" y="1705"/>
                    <a:pt x="162" y="1719"/>
                    <a:pt x="155" y="1748"/>
                  </a:cubicBezTo>
                  <a:cubicBezTo>
                    <a:pt x="155" y="1750"/>
                    <a:pt x="155" y="1751"/>
                    <a:pt x="154" y="1753"/>
                  </a:cubicBezTo>
                  <a:cubicBezTo>
                    <a:pt x="154" y="1753"/>
                    <a:pt x="154" y="1753"/>
                    <a:pt x="154" y="1753"/>
                  </a:cubicBezTo>
                  <a:cubicBezTo>
                    <a:pt x="154" y="1754"/>
                    <a:pt x="153" y="1756"/>
                    <a:pt x="153" y="1757"/>
                  </a:cubicBezTo>
                  <a:cubicBezTo>
                    <a:pt x="153" y="1757"/>
                    <a:pt x="152" y="1758"/>
                    <a:pt x="152" y="1758"/>
                  </a:cubicBezTo>
                  <a:cubicBezTo>
                    <a:pt x="152" y="1759"/>
                    <a:pt x="151" y="1760"/>
                    <a:pt x="151" y="1762"/>
                  </a:cubicBezTo>
                  <a:cubicBezTo>
                    <a:pt x="151" y="1762"/>
                    <a:pt x="151" y="1762"/>
                    <a:pt x="151" y="1762"/>
                  </a:cubicBezTo>
                  <a:cubicBezTo>
                    <a:pt x="150" y="1763"/>
                    <a:pt x="149" y="1765"/>
                    <a:pt x="149" y="1766"/>
                  </a:cubicBezTo>
                  <a:cubicBezTo>
                    <a:pt x="149" y="1766"/>
                    <a:pt x="149" y="1766"/>
                    <a:pt x="149" y="1766"/>
                  </a:cubicBezTo>
                  <a:cubicBezTo>
                    <a:pt x="148" y="1768"/>
                    <a:pt x="147" y="1769"/>
                    <a:pt x="147" y="1770"/>
                  </a:cubicBezTo>
                  <a:cubicBezTo>
                    <a:pt x="147" y="1770"/>
                    <a:pt x="147" y="1770"/>
                    <a:pt x="147" y="1770"/>
                  </a:cubicBezTo>
                  <a:cubicBezTo>
                    <a:pt x="146" y="1771"/>
                    <a:pt x="146" y="1772"/>
                    <a:pt x="145" y="1773"/>
                  </a:cubicBezTo>
                  <a:cubicBezTo>
                    <a:pt x="145" y="1774"/>
                    <a:pt x="144" y="1774"/>
                    <a:pt x="144" y="1775"/>
                  </a:cubicBezTo>
                  <a:cubicBezTo>
                    <a:pt x="144" y="1775"/>
                    <a:pt x="144" y="1776"/>
                    <a:pt x="143" y="1776"/>
                  </a:cubicBezTo>
                  <a:cubicBezTo>
                    <a:pt x="139" y="1783"/>
                    <a:pt x="136" y="1789"/>
                    <a:pt x="136" y="1793"/>
                  </a:cubicBezTo>
                  <a:cubicBezTo>
                    <a:pt x="136" y="1793"/>
                    <a:pt x="136" y="1793"/>
                    <a:pt x="136" y="1793"/>
                  </a:cubicBezTo>
                  <a:cubicBezTo>
                    <a:pt x="136" y="1793"/>
                    <a:pt x="136" y="1794"/>
                    <a:pt x="137" y="1795"/>
                  </a:cubicBezTo>
                  <a:cubicBezTo>
                    <a:pt x="137" y="1795"/>
                    <a:pt x="137" y="1795"/>
                    <a:pt x="137" y="1795"/>
                  </a:cubicBezTo>
                  <a:cubicBezTo>
                    <a:pt x="137" y="1795"/>
                    <a:pt x="137" y="1796"/>
                    <a:pt x="138" y="1796"/>
                  </a:cubicBezTo>
                  <a:cubicBezTo>
                    <a:pt x="138" y="1796"/>
                    <a:pt x="138" y="1796"/>
                    <a:pt x="138" y="1796"/>
                  </a:cubicBezTo>
                  <a:cubicBezTo>
                    <a:pt x="138" y="1797"/>
                    <a:pt x="138" y="1797"/>
                    <a:pt x="139" y="1797"/>
                  </a:cubicBezTo>
                  <a:cubicBezTo>
                    <a:pt x="133" y="1806"/>
                    <a:pt x="126" y="1823"/>
                    <a:pt x="140" y="1828"/>
                  </a:cubicBezTo>
                  <a:cubicBezTo>
                    <a:pt x="144" y="1829"/>
                    <a:pt x="148" y="1830"/>
                    <a:pt x="151" y="1829"/>
                  </a:cubicBezTo>
                  <a:cubicBezTo>
                    <a:pt x="154" y="1829"/>
                    <a:pt x="156" y="1828"/>
                    <a:pt x="158" y="1827"/>
                  </a:cubicBezTo>
                  <a:cubicBezTo>
                    <a:pt x="157" y="1830"/>
                    <a:pt x="156" y="1840"/>
                    <a:pt x="168" y="1842"/>
                  </a:cubicBezTo>
                  <a:cubicBezTo>
                    <a:pt x="170" y="1842"/>
                    <a:pt x="172" y="1842"/>
                    <a:pt x="174" y="1842"/>
                  </a:cubicBezTo>
                  <a:cubicBezTo>
                    <a:pt x="182" y="1841"/>
                    <a:pt x="186" y="1835"/>
                    <a:pt x="187" y="1833"/>
                  </a:cubicBezTo>
                  <a:cubicBezTo>
                    <a:pt x="188" y="1835"/>
                    <a:pt x="191" y="1840"/>
                    <a:pt x="197" y="1840"/>
                  </a:cubicBezTo>
                  <a:cubicBezTo>
                    <a:pt x="198" y="1840"/>
                    <a:pt x="199" y="1840"/>
                    <a:pt x="200" y="1840"/>
                  </a:cubicBezTo>
                  <a:cubicBezTo>
                    <a:pt x="205" y="1839"/>
                    <a:pt x="207" y="1836"/>
                    <a:pt x="208" y="1835"/>
                  </a:cubicBezTo>
                  <a:cubicBezTo>
                    <a:pt x="210" y="1836"/>
                    <a:pt x="215" y="1841"/>
                    <a:pt x="223" y="1840"/>
                  </a:cubicBezTo>
                  <a:cubicBezTo>
                    <a:pt x="224" y="1840"/>
                    <a:pt x="224" y="1840"/>
                    <a:pt x="225" y="1840"/>
                  </a:cubicBezTo>
                  <a:cubicBezTo>
                    <a:pt x="235" y="1839"/>
                    <a:pt x="236" y="1831"/>
                    <a:pt x="230" y="1816"/>
                  </a:cubicBezTo>
                  <a:cubicBezTo>
                    <a:pt x="230" y="1816"/>
                    <a:pt x="230" y="1816"/>
                    <a:pt x="230" y="1816"/>
                  </a:cubicBezTo>
                  <a:cubicBezTo>
                    <a:pt x="231" y="1817"/>
                    <a:pt x="233" y="1817"/>
                    <a:pt x="234" y="1817"/>
                  </a:cubicBezTo>
                  <a:cubicBezTo>
                    <a:pt x="234" y="1817"/>
                    <a:pt x="234" y="1817"/>
                    <a:pt x="234" y="1817"/>
                  </a:cubicBezTo>
                  <a:cubicBezTo>
                    <a:pt x="237" y="1817"/>
                    <a:pt x="240" y="1817"/>
                    <a:pt x="244" y="1817"/>
                  </a:cubicBezTo>
                  <a:cubicBezTo>
                    <a:pt x="244" y="1817"/>
                    <a:pt x="245" y="1817"/>
                    <a:pt x="245" y="1817"/>
                  </a:cubicBezTo>
                  <a:cubicBezTo>
                    <a:pt x="246" y="1817"/>
                    <a:pt x="247" y="1817"/>
                    <a:pt x="248" y="1817"/>
                  </a:cubicBezTo>
                  <a:cubicBezTo>
                    <a:pt x="248" y="1817"/>
                    <a:pt x="249" y="1817"/>
                    <a:pt x="250" y="1817"/>
                  </a:cubicBezTo>
                  <a:cubicBezTo>
                    <a:pt x="250" y="1817"/>
                    <a:pt x="251" y="1817"/>
                    <a:pt x="252" y="1817"/>
                  </a:cubicBezTo>
                  <a:cubicBezTo>
                    <a:pt x="253" y="1817"/>
                    <a:pt x="254" y="1817"/>
                    <a:pt x="255" y="1817"/>
                  </a:cubicBezTo>
                  <a:cubicBezTo>
                    <a:pt x="255" y="1817"/>
                    <a:pt x="256" y="1817"/>
                    <a:pt x="257" y="1816"/>
                  </a:cubicBezTo>
                  <a:cubicBezTo>
                    <a:pt x="258" y="1816"/>
                    <a:pt x="259" y="1816"/>
                    <a:pt x="260" y="1816"/>
                  </a:cubicBezTo>
                  <a:cubicBezTo>
                    <a:pt x="261" y="1816"/>
                    <a:pt x="262" y="1815"/>
                    <a:pt x="262" y="1815"/>
                  </a:cubicBezTo>
                  <a:cubicBezTo>
                    <a:pt x="263" y="1815"/>
                    <a:pt x="264" y="1815"/>
                    <a:pt x="265" y="1814"/>
                  </a:cubicBezTo>
                  <a:cubicBezTo>
                    <a:pt x="266" y="1814"/>
                    <a:pt x="266" y="1814"/>
                    <a:pt x="267" y="1814"/>
                  </a:cubicBezTo>
                  <a:cubicBezTo>
                    <a:pt x="268" y="1814"/>
                    <a:pt x="269" y="1813"/>
                    <a:pt x="270" y="1813"/>
                  </a:cubicBezTo>
                  <a:cubicBezTo>
                    <a:pt x="271" y="1813"/>
                    <a:pt x="271" y="1812"/>
                    <a:pt x="271" y="1812"/>
                  </a:cubicBezTo>
                  <a:cubicBezTo>
                    <a:pt x="273" y="1812"/>
                    <a:pt x="275" y="1811"/>
                    <a:pt x="276" y="1810"/>
                  </a:cubicBezTo>
                  <a:cubicBezTo>
                    <a:pt x="276" y="1810"/>
                    <a:pt x="277" y="1810"/>
                    <a:pt x="277" y="1809"/>
                  </a:cubicBezTo>
                  <a:cubicBezTo>
                    <a:pt x="278" y="1809"/>
                    <a:pt x="280" y="1808"/>
                    <a:pt x="281" y="1807"/>
                  </a:cubicBezTo>
                  <a:cubicBezTo>
                    <a:pt x="281" y="1807"/>
                    <a:pt x="282" y="1807"/>
                    <a:pt x="283" y="1807"/>
                  </a:cubicBezTo>
                  <a:cubicBezTo>
                    <a:pt x="284" y="1806"/>
                    <a:pt x="285" y="1805"/>
                    <a:pt x="286" y="1804"/>
                  </a:cubicBezTo>
                  <a:cubicBezTo>
                    <a:pt x="286" y="1804"/>
                    <a:pt x="287" y="1804"/>
                    <a:pt x="287" y="1803"/>
                  </a:cubicBezTo>
                  <a:cubicBezTo>
                    <a:pt x="289" y="1802"/>
                    <a:pt x="291" y="1801"/>
                    <a:pt x="292" y="1799"/>
                  </a:cubicBezTo>
                  <a:cubicBezTo>
                    <a:pt x="322" y="1776"/>
                    <a:pt x="389" y="1729"/>
                    <a:pt x="416" y="1719"/>
                  </a:cubicBezTo>
                  <a:cubicBezTo>
                    <a:pt x="420" y="1717"/>
                    <a:pt x="425" y="1714"/>
                    <a:pt x="430" y="1711"/>
                  </a:cubicBezTo>
                  <a:cubicBezTo>
                    <a:pt x="450" y="1699"/>
                    <a:pt x="473" y="1676"/>
                    <a:pt x="478" y="1652"/>
                  </a:cubicBezTo>
                  <a:cubicBezTo>
                    <a:pt x="479" y="1650"/>
                    <a:pt x="479" y="1647"/>
                    <a:pt x="480" y="1645"/>
                  </a:cubicBezTo>
                  <a:cubicBezTo>
                    <a:pt x="480" y="1635"/>
                    <a:pt x="478" y="1626"/>
                    <a:pt x="471" y="1618"/>
                  </a:cubicBezTo>
                  <a:cubicBezTo>
                    <a:pt x="463" y="1608"/>
                    <a:pt x="455" y="1601"/>
                    <a:pt x="448" y="1594"/>
                  </a:cubicBezTo>
                  <a:cubicBezTo>
                    <a:pt x="429" y="1579"/>
                    <a:pt x="412" y="1571"/>
                    <a:pt x="393" y="1555"/>
                  </a:cubicBezTo>
                  <a:cubicBezTo>
                    <a:pt x="389" y="1552"/>
                    <a:pt x="385" y="1549"/>
                    <a:pt x="382" y="1545"/>
                  </a:cubicBezTo>
                  <a:cubicBezTo>
                    <a:pt x="381" y="1544"/>
                    <a:pt x="380" y="1543"/>
                    <a:pt x="379" y="1542"/>
                  </a:cubicBezTo>
                  <a:cubicBezTo>
                    <a:pt x="378" y="1541"/>
                    <a:pt x="378" y="1541"/>
                    <a:pt x="378" y="1540"/>
                  </a:cubicBezTo>
                  <a:cubicBezTo>
                    <a:pt x="377" y="1540"/>
                    <a:pt x="377" y="1539"/>
                    <a:pt x="376" y="1538"/>
                  </a:cubicBezTo>
                  <a:cubicBezTo>
                    <a:pt x="376" y="1538"/>
                    <a:pt x="375" y="1537"/>
                    <a:pt x="375" y="1537"/>
                  </a:cubicBezTo>
                  <a:cubicBezTo>
                    <a:pt x="374" y="1536"/>
                    <a:pt x="374" y="1536"/>
                    <a:pt x="373" y="1535"/>
                  </a:cubicBezTo>
                  <a:cubicBezTo>
                    <a:pt x="373" y="1534"/>
                    <a:pt x="373" y="1534"/>
                    <a:pt x="372" y="1534"/>
                  </a:cubicBezTo>
                  <a:cubicBezTo>
                    <a:pt x="372" y="1533"/>
                    <a:pt x="371" y="1532"/>
                    <a:pt x="371" y="1531"/>
                  </a:cubicBezTo>
                  <a:cubicBezTo>
                    <a:pt x="370" y="1531"/>
                    <a:pt x="370" y="1530"/>
                    <a:pt x="370" y="1530"/>
                  </a:cubicBezTo>
                  <a:cubicBezTo>
                    <a:pt x="369" y="1529"/>
                    <a:pt x="368" y="1528"/>
                    <a:pt x="368" y="1527"/>
                  </a:cubicBezTo>
                  <a:cubicBezTo>
                    <a:pt x="368" y="1527"/>
                    <a:pt x="367" y="1526"/>
                    <a:pt x="367" y="1526"/>
                  </a:cubicBezTo>
                  <a:cubicBezTo>
                    <a:pt x="366" y="1525"/>
                    <a:pt x="366" y="1524"/>
                    <a:pt x="365" y="1523"/>
                  </a:cubicBezTo>
                  <a:cubicBezTo>
                    <a:pt x="365" y="1523"/>
                    <a:pt x="365" y="1522"/>
                    <a:pt x="365" y="1522"/>
                  </a:cubicBezTo>
                  <a:cubicBezTo>
                    <a:pt x="364" y="1521"/>
                    <a:pt x="363" y="1520"/>
                    <a:pt x="363" y="1519"/>
                  </a:cubicBezTo>
                  <a:cubicBezTo>
                    <a:pt x="362" y="1518"/>
                    <a:pt x="362" y="1518"/>
                    <a:pt x="362" y="1518"/>
                  </a:cubicBezTo>
                  <a:cubicBezTo>
                    <a:pt x="361" y="1517"/>
                    <a:pt x="361" y="1515"/>
                    <a:pt x="360" y="1514"/>
                  </a:cubicBezTo>
                  <a:cubicBezTo>
                    <a:pt x="360" y="1514"/>
                    <a:pt x="360" y="1514"/>
                    <a:pt x="360" y="1514"/>
                  </a:cubicBezTo>
                  <a:cubicBezTo>
                    <a:pt x="339" y="1479"/>
                    <a:pt x="321" y="1431"/>
                    <a:pt x="293" y="1400"/>
                  </a:cubicBezTo>
                  <a:cubicBezTo>
                    <a:pt x="293" y="1400"/>
                    <a:pt x="293" y="1400"/>
                    <a:pt x="293" y="1400"/>
                  </a:cubicBezTo>
                  <a:cubicBezTo>
                    <a:pt x="294" y="1400"/>
                    <a:pt x="294" y="1400"/>
                    <a:pt x="294" y="1400"/>
                  </a:cubicBezTo>
                  <a:cubicBezTo>
                    <a:pt x="293" y="1399"/>
                    <a:pt x="293" y="1399"/>
                    <a:pt x="292" y="1398"/>
                  </a:cubicBezTo>
                  <a:cubicBezTo>
                    <a:pt x="292" y="1398"/>
                    <a:pt x="292" y="1398"/>
                    <a:pt x="292" y="1398"/>
                  </a:cubicBezTo>
                  <a:cubicBezTo>
                    <a:pt x="292" y="1398"/>
                    <a:pt x="374" y="1469"/>
                    <a:pt x="413" y="1473"/>
                  </a:cubicBezTo>
                  <a:cubicBezTo>
                    <a:pt x="452" y="1476"/>
                    <a:pt x="496" y="1552"/>
                    <a:pt x="544" y="1556"/>
                  </a:cubicBezTo>
                  <a:cubicBezTo>
                    <a:pt x="545" y="1556"/>
                    <a:pt x="547" y="1556"/>
                    <a:pt x="548" y="1556"/>
                  </a:cubicBezTo>
                  <a:cubicBezTo>
                    <a:pt x="549" y="1556"/>
                    <a:pt x="549" y="1556"/>
                    <a:pt x="549" y="1557"/>
                  </a:cubicBezTo>
                  <a:cubicBezTo>
                    <a:pt x="550" y="1557"/>
                    <a:pt x="551" y="1557"/>
                    <a:pt x="552" y="1557"/>
                  </a:cubicBezTo>
                  <a:cubicBezTo>
                    <a:pt x="553" y="1557"/>
                    <a:pt x="553" y="1557"/>
                    <a:pt x="553" y="1557"/>
                  </a:cubicBezTo>
                  <a:cubicBezTo>
                    <a:pt x="554" y="1557"/>
                    <a:pt x="555" y="1557"/>
                    <a:pt x="556" y="1557"/>
                  </a:cubicBezTo>
                  <a:cubicBezTo>
                    <a:pt x="557" y="1557"/>
                    <a:pt x="557" y="1557"/>
                    <a:pt x="557" y="1558"/>
                  </a:cubicBezTo>
                  <a:cubicBezTo>
                    <a:pt x="564" y="1558"/>
                    <a:pt x="570" y="1559"/>
                    <a:pt x="575" y="1560"/>
                  </a:cubicBezTo>
                  <a:cubicBezTo>
                    <a:pt x="575" y="1560"/>
                    <a:pt x="576" y="1560"/>
                    <a:pt x="576" y="1560"/>
                  </a:cubicBezTo>
                  <a:cubicBezTo>
                    <a:pt x="577" y="1560"/>
                    <a:pt x="577" y="1560"/>
                    <a:pt x="578" y="1561"/>
                  </a:cubicBezTo>
                  <a:cubicBezTo>
                    <a:pt x="578" y="1561"/>
                    <a:pt x="579" y="1561"/>
                    <a:pt x="579" y="1561"/>
                  </a:cubicBezTo>
                  <a:cubicBezTo>
                    <a:pt x="580" y="1561"/>
                    <a:pt x="580" y="1561"/>
                    <a:pt x="581" y="1561"/>
                  </a:cubicBezTo>
                  <a:cubicBezTo>
                    <a:pt x="582" y="1561"/>
                    <a:pt x="582" y="1561"/>
                    <a:pt x="582" y="1561"/>
                  </a:cubicBezTo>
                  <a:cubicBezTo>
                    <a:pt x="583" y="1561"/>
                    <a:pt x="584" y="1561"/>
                    <a:pt x="584" y="1561"/>
                  </a:cubicBezTo>
                  <a:cubicBezTo>
                    <a:pt x="585" y="1561"/>
                    <a:pt x="585" y="1561"/>
                    <a:pt x="586" y="1561"/>
                  </a:cubicBezTo>
                  <a:cubicBezTo>
                    <a:pt x="587" y="1561"/>
                    <a:pt x="587" y="1562"/>
                    <a:pt x="588" y="1562"/>
                  </a:cubicBezTo>
                  <a:cubicBezTo>
                    <a:pt x="589" y="1562"/>
                    <a:pt x="589" y="1562"/>
                    <a:pt x="590" y="1562"/>
                  </a:cubicBezTo>
                  <a:cubicBezTo>
                    <a:pt x="590" y="1562"/>
                    <a:pt x="591" y="1562"/>
                    <a:pt x="591" y="1562"/>
                  </a:cubicBezTo>
                  <a:cubicBezTo>
                    <a:pt x="592" y="1562"/>
                    <a:pt x="592" y="1562"/>
                    <a:pt x="593" y="1562"/>
                  </a:cubicBezTo>
                  <a:cubicBezTo>
                    <a:pt x="593" y="1562"/>
                    <a:pt x="594" y="1562"/>
                    <a:pt x="594" y="1562"/>
                  </a:cubicBezTo>
                  <a:cubicBezTo>
                    <a:pt x="595" y="1562"/>
                    <a:pt x="595" y="1561"/>
                    <a:pt x="596" y="1561"/>
                  </a:cubicBezTo>
                  <a:cubicBezTo>
                    <a:pt x="596" y="1561"/>
                    <a:pt x="597" y="1561"/>
                    <a:pt x="597" y="1561"/>
                  </a:cubicBezTo>
                  <a:cubicBezTo>
                    <a:pt x="598" y="1561"/>
                    <a:pt x="599" y="1561"/>
                    <a:pt x="599" y="1561"/>
                  </a:cubicBezTo>
                  <a:cubicBezTo>
                    <a:pt x="600" y="1561"/>
                    <a:pt x="600" y="1561"/>
                    <a:pt x="601" y="1561"/>
                  </a:cubicBezTo>
                  <a:cubicBezTo>
                    <a:pt x="601" y="1561"/>
                    <a:pt x="602" y="1561"/>
                    <a:pt x="602" y="1560"/>
                  </a:cubicBezTo>
                  <a:cubicBezTo>
                    <a:pt x="603" y="1560"/>
                    <a:pt x="603" y="1560"/>
                    <a:pt x="603" y="1560"/>
                  </a:cubicBezTo>
                  <a:cubicBezTo>
                    <a:pt x="604" y="1560"/>
                    <a:pt x="604" y="1560"/>
                    <a:pt x="605" y="1560"/>
                  </a:cubicBezTo>
                  <a:cubicBezTo>
                    <a:pt x="605" y="1560"/>
                    <a:pt x="606" y="1559"/>
                    <a:pt x="606" y="1559"/>
                  </a:cubicBezTo>
                  <a:cubicBezTo>
                    <a:pt x="606" y="1559"/>
                    <a:pt x="607" y="1559"/>
                    <a:pt x="607" y="1559"/>
                  </a:cubicBezTo>
                  <a:cubicBezTo>
                    <a:pt x="608" y="1558"/>
                    <a:pt x="609" y="1558"/>
                    <a:pt x="609" y="1558"/>
                  </a:cubicBezTo>
                  <a:cubicBezTo>
                    <a:pt x="610" y="1558"/>
                    <a:pt x="610" y="1557"/>
                    <a:pt x="611" y="1557"/>
                  </a:cubicBezTo>
                  <a:cubicBezTo>
                    <a:pt x="611" y="1557"/>
                    <a:pt x="611" y="1557"/>
                    <a:pt x="612" y="1556"/>
                  </a:cubicBezTo>
                  <a:cubicBezTo>
                    <a:pt x="612" y="1556"/>
                    <a:pt x="612" y="1556"/>
                    <a:pt x="613" y="1556"/>
                  </a:cubicBezTo>
                  <a:cubicBezTo>
                    <a:pt x="613" y="1555"/>
                    <a:pt x="614" y="1555"/>
                    <a:pt x="614" y="1555"/>
                  </a:cubicBezTo>
                  <a:cubicBezTo>
                    <a:pt x="614" y="1554"/>
                    <a:pt x="615" y="1554"/>
                    <a:pt x="615" y="1554"/>
                  </a:cubicBezTo>
                  <a:cubicBezTo>
                    <a:pt x="615" y="1553"/>
                    <a:pt x="616" y="1553"/>
                    <a:pt x="616" y="1553"/>
                  </a:cubicBezTo>
                  <a:cubicBezTo>
                    <a:pt x="617" y="1552"/>
                    <a:pt x="617" y="1552"/>
                    <a:pt x="618" y="1551"/>
                  </a:cubicBezTo>
                  <a:cubicBezTo>
                    <a:pt x="618" y="1551"/>
                    <a:pt x="619" y="1550"/>
                    <a:pt x="619" y="1550"/>
                  </a:cubicBezTo>
                  <a:cubicBezTo>
                    <a:pt x="619" y="1549"/>
                    <a:pt x="620" y="1549"/>
                    <a:pt x="620" y="1548"/>
                  </a:cubicBezTo>
                  <a:cubicBezTo>
                    <a:pt x="621" y="1548"/>
                    <a:pt x="621" y="1548"/>
                    <a:pt x="621" y="1547"/>
                  </a:cubicBezTo>
                  <a:cubicBezTo>
                    <a:pt x="622" y="1547"/>
                    <a:pt x="622" y="1546"/>
                    <a:pt x="622" y="1546"/>
                  </a:cubicBezTo>
                  <a:cubicBezTo>
                    <a:pt x="622" y="1545"/>
                    <a:pt x="623" y="1545"/>
                    <a:pt x="623" y="1544"/>
                  </a:cubicBezTo>
                  <a:cubicBezTo>
                    <a:pt x="623" y="1544"/>
                    <a:pt x="624" y="1543"/>
                    <a:pt x="624" y="1542"/>
                  </a:cubicBezTo>
                  <a:cubicBezTo>
                    <a:pt x="624" y="1542"/>
                    <a:pt x="625" y="1542"/>
                    <a:pt x="625" y="1541"/>
                  </a:cubicBezTo>
                  <a:cubicBezTo>
                    <a:pt x="626" y="1542"/>
                    <a:pt x="626" y="1543"/>
                    <a:pt x="627" y="1544"/>
                  </a:cubicBezTo>
                  <a:cubicBezTo>
                    <a:pt x="634" y="1555"/>
                    <a:pt x="641" y="1561"/>
                    <a:pt x="653" y="1566"/>
                  </a:cubicBezTo>
                  <a:cubicBezTo>
                    <a:pt x="660" y="1570"/>
                    <a:pt x="669" y="1574"/>
                    <a:pt x="677" y="1570"/>
                  </a:cubicBezTo>
                  <a:cubicBezTo>
                    <a:pt x="678" y="1574"/>
                    <a:pt x="678" y="1578"/>
                    <a:pt x="678" y="1583"/>
                  </a:cubicBezTo>
                  <a:cubicBezTo>
                    <a:pt x="678" y="1584"/>
                    <a:pt x="679" y="1585"/>
                    <a:pt x="679" y="1586"/>
                  </a:cubicBezTo>
                  <a:cubicBezTo>
                    <a:pt x="679" y="1586"/>
                    <a:pt x="679" y="1586"/>
                    <a:pt x="679" y="1587"/>
                  </a:cubicBezTo>
                  <a:cubicBezTo>
                    <a:pt x="679" y="1588"/>
                    <a:pt x="679" y="1590"/>
                    <a:pt x="679" y="1591"/>
                  </a:cubicBezTo>
                  <a:cubicBezTo>
                    <a:pt x="679" y="1591"/>
                    <a:pt x="679" y="1591"/>
                    <a:pt x="679" y="1591"/>
                  </a:cubicBezTo>
                  <a:cubicBezTo>
                    <a:pt x="679" y="1593"/>
                    <a:pt x="680" y="1595"/>
                    <a:pt x="680" y="1596"/>
                  </a:cubicBezTo>
                  <a:cubicBezTo>
                    <a:pt x="680" y="1596"/>
                    <a:pt x="680" y="1596"/>
                    <a:pt x="680" y="1597"/>
                  </a:cubicBezTo>
                  <a:cubicBezTo>
                    <a:pt x="682" y="1613"/>
                    <a:pt x="686" y="1630"/>
                    <a:pt x="697" y="1645"/>
                  </a:cubicBezTo>
                  <a:cubicBezTo>
                    <a:pt x="697" y="1646"/>
                    <a:pt x="698" y="1647"/>
                    <a:pt x="698" y="1647"/>
                  </a:cubicBezTo>
                  <a:cubicBezTo>
                    <a:pt x="698" y="1647"/>
                    <a:pt x="698" y="1647"/>
                    <a:pt x="698" y="1647"/>
                  </a:cubicBezTo>
                  <a:cubicBezTo>
                    <a:pt x="698" y="1648"/>
                    <a:pt x="697" y="1648"/>
                    <a:pt x="697" y="1648"/>
                  </a:cubicBezTo>
                  <a:cubicBezTo>
                    <a:pt x="696" y="1651"/>
                    <a:pt x="696" y="1653"/>
                    <a:pt x="695" y="1656"/>
                  </a:cubicBezTo>
                  <a:cubicBezTo>
                    <a:pt x="695" y="1656"/>
                    <a:pt x="695" y="1657"/>
                    <a:pt x="695" y="1657"/>
                  </a:cubicBezTo>
                  <a:cubicBezTo>
                    <a:pt x="695" y="1658"/>
                    <a:pt x="695" y="1658"/>
                    <a:pt x="694" y="1659"/>
                  </a:cubicBezTo>
                  <a:cubicBezTo>
                    <a:pt x="694" y="1659"/>
                    <a:pt x="694" y="1660"/>
                    <a:pt x="694" y="1660"/>
                  </a:cubicBezTo>
                  <a:cubicBezTo>
                    <a:pt x="694" y="1661"/>
                    <a:pt x="694" y="1661"/>
                    <a:pt x="694" y="1662"/>
                  </a:cubicBezTo>
                  <a:cubicBezTo>
                    <a:pt x="693" y="1663"/>
                    <a:pt x="693" y="1663"/>
                    <a:pt x="693" y="1664"/>
                  </a:cubicBezTo>
                  <a:cubicBezTo>
                    <a:pt x="693" y="1664"/>
                    <a:pt x="693" y="1665"/>
                    <a:pt x="693" y="1666"/>
                  </a:cubicBezTo>
                  <a:cubicBezTo>
                    <a:pt x="693" y="1667"/>
                    <a:pt x="692" y="1667"/>
                    <a:pt x="692" y="1667"/>
                  </a:cubicBezTo>
                  <a:cubicBezTo>
                    <a:pt x="692" y="1670"/>
                    <a:pt x="691" y="1673"/>
                    <a:pt x="690" y="1676"/>
                  </a:cubicBezTo>
                  <a:cubicBezTo>
                    <a:pt x="690" y="1676"/>
                    <a:pt x="690" y="1677"/>
                    <a:pt x="690" y="1677"/>
                  </a:cubicBezTo>
                  <a:cubicBezTo>
                    <a:pt x="690" y="1678"/>
                    <a:pt x="690" y="1680"/>
                    <a:pt x="689" y="1681"/>
                  </a:cubicBezTo>
                  <a:cubicBezTo>
                    <a:pt x="689" y="1681"/>
                    <a:pt x="689" y="1682"/>
                    <a:pt x="689" y="1682"/>
                  </a:cubicBezTo>
                  <a:cubicBezTo>
                    <a:pt x="689" y="1684"/>
                    <a:pt x="688" y="1685"/>
                    <a:pt x="688" y="1686"/>
                  </a:cubicBezTo>
                  <a:cubicBezTo>
                    <a:pt x="688" y="1687"/>
                    <a:pt x="688" y="1687"/>
                    <a:pt x="688" y="1687"/>
                  </a:cubicBezTo>
                  <a:cubicBezTo>
                    <a:pt x="688" y="1689"/>
                    <a:pt x="687" y="1691"/>
                    <a:pt x="687" y="1692"/>
                  </a:cubicBezTo>
                  <a:cubicBezTo>
                    <a:pt x="687" y="1693"/>
                    <a:pt x="687" y="1693"/>
                    <a:pt x="687" y="1693"/>
                  </a:cubicBezTo>
                  <a:cubicBezTo>
                    <a:pt x="686" y="1696"/>
                    <a:pt x="686" y="1700"/>
                    <a:pt x="685" y="1704"/>
                  </a:cubicBezTo>
                  <a:cubicBezTo>
                    <a:pt x="685" y="1705"/>
                    <a:pt x="685" y="1705"/>
                    <a:pt x="685" y="1705"/>
                  </a:cubicBezTo>
                  <a:cubicBezTo>
                    <a:pt x="685" y="1707"/>
                    <a:pt x="684" y="1709"/>
                    <a:pt x="684" y="1710"/>
                  </a:cubicBezTo>
                  <a:cubicBezTo>
                    <a:pt x="684" y="1711"/>
                    <a:pt x="684" y="1711"/>
                    <a:pt x="684" y="1712"/>
                  </a:cubicBezTo>
                  <a:cubicBezTo>
                    <a:pt x="684" y="1713"/>
                    <a:pt x="684" y="1715"/>
                    <a:pt x="683" y="1717"/>
                  </a:cubicBezTo>
                  <a:cubicBezTo>
                    <a:pt x="683" y="1717"/>
                    <a:pt x="683" y="1717"/>
                    <a:pt x="683" y="1718"/>
                  </a:cubicBezTo>
                  <a:cubicBezTo>
                    <a:pt x="683" y="1722"/>
                    <a:pt x="682" y="1726"/>
                    <a:pt x="682" y="1730"/>
                  </a:cubicBezTo>
                  <a:cubicBezTo>
                    <a:pt x="682" y="1731"/>
                    <a:pt x="682" y="1731"/>
                    <a:pt x="682" y="1732"/>
                  </a:cubicBezTo>
                  <a:cubicBezTo>
                    <a:pt x="682" y="1733"/>
                    <a:pt x="682" y="1735"/>
                    <a:pt x="682" y="1737"/>
                  </a:cubicBezTo>
                  <a:cubicBezTo>
                    <a:pt x="682" y="1737"/>
                    <a:pt x="682" y="1738"/>
                    <a:pt x="682" y="1739"/>
                  </a:cubicBezTo>
                  <a:cubicBezTo>
                    <a:pt x="681" y="1740"/>
                    <a:pt x="681" y="1742"/>
                    <a:pt x="681" y="1743"/>
                  </a:cubicBezTo>
                  <a:cubicBezTo>
                    <a:pt x="681" y="1744"/>
                    <a:pt x="681" y="1744"/>
                    <a:pt x="681" y="1745"/>
                  </a:cubicBezTo>
                  <a:cubicBezTo>
                    <a:pt x="681" y="1747"/>
                    <a:pt x="681" y="1749"/>
                    <a:pt x="681" y="1751"/>
                  </a:cubicBezTo>
                  <a:cubicBezTo>
                    <a:pt x="681" y="1751"/>
                    <a:pt x="681" y="1751"/>
                    <a:pt x="681" y="1751"/>
                  </a:cubicBezTo>
                  <a:cubicBezTo>
                    <a:pt x="681" y="1754"/>
                    <a:pt x="681" y="1756"/>
                    <a:pt x="681" y="1758"/>
                  </a:cubicBezTo>
                  <a:cubicBezTo>
                    <a:pt x="681" y="1758"/>
                    <a:pt x="681" y="1759"/>
                    <a:pt x="681" y="1759"/>
                  </a:cubicBezTo>
                  <a:cubicBezTo>
                    <a:pt x="681" y="1761"/>
                    <a:pt x="681" y="1763"/>
                    <a:pt x="681" y="1764"/>
                  </a:cubicBezTo>
                  <a:cubicBezTo>
                    <a:pt x="681" y="1765"/>
                    <a:pt x="681" y="1766"/>
                    <a:pt x="681" y="1766"/>
                  </a:cubicBezTo>
                  <a:cubicBezTo>
                    <a:pt x="682" y="1768"/>
                    <a:pt x="682" y="1769"/>
                    <a:pt x="682" y="1771"/>
                  </a:cubicBezTo>
                  <a:cubicBezTo>
                    <a:pt x="682" y="1771"/>
                    <a:pt x="682" y="1772"/>
                    <a:pt x="682" y="1773"/>
                  </a:cubicBezTo>
                  <a:cubicBezTo>
                    <a:pt x="682" y="1774"/>
                    <a:pt x="682" y="1776"/>
                    <a:pt x="682" y="1777"/>
                  </a:cubicBezTo>
                  <a:cubicBezTo>
                    <a:pt x="682" y="1778"/>
                    <a:pt x="683" y="1778"/>
                    <a:pt x="683" y="1779"/>
                  </a:cubicBezTo>
                  <a:cubicBezTo>
                    <a:pt x="683" y="1781"/>
                    <a:pt x="683" y="1783"/>
                    <a:pt x="683" y="1785"/>
                  </a:cubicBezTo>
                  <a:cubicBezTo>
                    <a:pt x="684" y="1785"/>
                    <a:pt x="684" y="1786"/>
                    <a:pt x="684" y="1786"/>
                  </a:cubicBezTo>
                  <a:cubicBezTo>
                    <a:pt x="684" y="1788"/>
                    <a:pt x="684" y="1789"/>
                    <a:pt x="685" y="1791"/>
                  </a:cubicBezTo>
                  <a:cubicBezTo>
                    <a:pt x="685" y="1792"/>
                    <a:pt x="685" y="1792"/>
                    <a:pt x="685" y="1793"/>
                  </a:cubicBezTo>
                  <a:cubicBezTo>
                    <a:pt x="685" y="1794"/>
                    <a:pt x="686" y="1796"/>
                    <a:pt x="686" y="1797"/>
                  </a:cubicBezTo>
                  <a:cubicBezTo>
                    <a:pt x="686" y="1798"/>
                    <a:pt x="686" y="1798"/>
                    <a:pt x="686" y="1799"/>
                  </a:cubicBezTo>
                  <a:cubicBezTo>
                    <a:pt x="687" y="1800"/>
                    <a:pt x="687" y="1801"/>
                    <a:pt x="688" y="1803"/>
                  </a:cubicBezTo>
                  <a:cubicBezTo>
                    <a:pt x="688" y="1803"/>
                    <a:pt x="688" y="1804"/>
                    <a:pt x="688" y="1805"/>
                  </a:cubicBezTo>
                  <a:cubicBezTo>
                    <a:pt x="689" y="1806"/>
                    <a:pt x="689" y="1808"/>
                    <a:pt x="690" y="1810"/>
                  </a:cubicBezTo>
                  <a:cubicBezTo>
                    <a:pt x="714" y="1872"/>
                    <a:pt x="692" y="1868"/>
                    <a:pt x="674" y="1928"/>
                  </a:cubicBezTo>
                  <a:cubicBezTo>
                    <a:pt x="656" y="1988"/>
                    <a:pt x="660" y="2024"/>
                    <a:pt x="650" y="2056"/>
                  </a:cubicBezTo>
                  <a:cubicBezTo>
                    <a:pt x="640" y="2088"/>
                    <a:pt x="614" y="2131"/>
                    <a:pt x="606" y="2137"/>
                  </a:cubicBezTo>
                  <a:cubicBezTo>
                    <a:pt x="605" y="2138"/>
                    <a:pt x="604" y="2139"/>
                    <a:pt x="603" y="2140"/>
                  </a:cubicBezTo>
                  <a:cubicBezTo>
                    <a:pt x="598" y="2145"/>
                    <a:pt x="600" y="2150"/>
                    <a:pt x="593" y="2164"/>
                  </a:cubicBezTo>
                  <a:cubicBezTo>
                    <a:pt x="576" y="2196"/>
                    <a:pt x="544" y="2186"/>
                    <a:pt x="538" y="2216"/>
                  </a:cubicBezTo>
                  <a:cubicBezTo>
                    <a:pt x="537" y="2218"/>
                    <a:pt x="537" y="2221"/>
                    <a:pt x="536" y="2223"/>
                  </a:cubicBezTo>
                  <a:cubicBezTo>
                    <a:pt x="536" y="2224"/>
                    <a:pt x="536" y="2224"/>
                    <a:pt x="536" y="2225"/>
                  </a:cubicBezTo>
                  <a:cubicBezTo>
                    <a:pt x="536" y="2227"/>
                    <a:pt x="536" y="2229"/>
                    <a:pt x="535" y="2231"/>
                  </a:cubicBezTo>
                  <a:cubicBezTo>
                    <a:pt x="535" y="2231"/>
                    <a:pt x="535" y="2231"/>
                    <a:pt x="535" y="2232"/>
                  </a:cubicBezTo>
                  <a:cubicBezTo>
                    <a:pt x="535" y="2234"/>
                    <a:pt x="535" y="2236"/>
                    <a:pt x="535" y="2238"/>
                  </a:cubicBezTo>
                  <a:cubicBezTo>
                    <a:pt x="535" y="2239"/>
                    <a:pt x="535" y="2240"/>
                    <a:pt x="535" y="2241"/>
                  </a:cubicBezTo>
                  <a:cubicBezTo>
                    <a:pt x="535" y="2242"/>
                    <a:pt x="535" y="2243"/>
                    <a:pt x="535" y="2244"/>
                  </a:cubicBezTo>
                  <a:cubicBezTo>
                    <a:pt x="534" y="2252"/>
                    <a:pt x="535" y="2259"/>
                    <a:pt x="534" y="2265"/>
                  </a:cubicBezTo>
                  <a:cubicBezTo>
                    <a:pt x="534" y="2265"/>
                    <a:pt x="534" y="2265"/>
                    <a:pt x="534" y="2265"/>
                  </a:cubicBezTo>
                  <a:cubicBezTo>
                    <a:pt x="534" y="2267"/>
                    <a:pt x="533" y="2269"/>
                    <a:pt x="533" y="2271"/>
                  </a:cubicBezTo>
                  <a:cubicBezTo>
                    <a:pt x="523" y="2288"/>
                    <a:pt x="523" y="2288"/>
                    <a:pt x="523" y="2288"/>
                  </a:cubicBezTo>
                  <a:cubicBezTo>
                    <a:pt x="525" y="2286"/>
                    <a:pt x="526" y="2284"/>
                    <a:pt x="528" y="2282"/>
                  </a:cubicBezTo>
                  <a:cubicBezTo>
                    <a:pt x="529" y="2280"/>
                    <a:pt x="531" y="2277"/>
                    <a:pt x="532" y="2275"/>
                  </a:cubicBezTo>
                  <a:cubicBezTo>
                    <a:pt x="532" y="2275"/>
                    <a:pt x="532" y="2275"/>
                    <a:pt x="532" y="2275"/>
                  </a:cubicBezTo>
                  <a:cubicBezTo>
                    <a:pt x="532" y="2276"/>
                    <a:pt x="532" y="2276"/>
                    <a:pt x="531" y="2277"/>
                  </a:cubicBezTo>
                  <a:cubicBezTo>
                    <a:pt x="531" y="2277"/>
                    <a:pt x="531" y="2278"/>
                    <a:pt x="531" y="2278"/>
                  </a:cubicBezTo>
                  <a:cubicBezTo>
                    <a:pt x="531" y="2279"/>
                    <a:pt x="530" y="2279"/>
                    <a:pt x="530" y="2280"/>
                  </a:cubicBezTo>
                  <a:cubicBezTo>
                    <a:pt x="530" y="2280"/>
                    <a:pt x="530" y="2281"/>
                    <a:pt x="529" y="2281"/>
                  </a:cubicBezTo>
                  <a:cubicBezTo>
                    <a:pt x="529" y="2282"/>
                    <a:pt x="529" y="2282"/>
                    <a:pt x="529" y="2283"/>
                  </a:cubicBezTo>
                  <a:cubicBezTo>
                    <a:pt x="528" y="2284"/>
                    <a:pt x="528" y="2285"/>
                    <a:pt x="527" y="2285"/>
                  </a:cubicBezTo>
                  <a:cubicBezTo>
                    <a:pt x="526" y="2286"/>
                    <a:pt x="526" y="2286"/>
                    <a:pt x="526" y="2287"/>
                  </a:cubicBezTo>
                  <a:cubicBezTo>
                    <a:pt x="525" y="2288"/>
                    <a:pt x="525" y="2288"/>
                    <a:pt x="525" y="2288"/>
                  </a:cubicBezTo>
                  <a:cubicBezTo>
                    <a:pt x="525" y="2288"/>
                    <a:pt x="525" y="2288"/>
                    <a:pt x="525" y="2288"/>
                  </a:cubicBezTo>
                  <a:cubicBezTo>
                    <a:pt x="525" y="2288"/>
                    <a:pt x="525" y="2288"/>
                    <a:pt x="524" y="2288"/>
                  </a:cubicBezTo>
                  <a:cubicBezTo>
                    <a:pt x="523" y="2290"/>
                    <a:pt x="521" y="2293"/>
                    <a:pt x="519" y="2295"/>
                  </a:cubicBezTo>
                  <a:cubicBezTo>
                    <a:pt x="523" y="2288"/>
                    <a:pt x="523" y="2288"/>
                    <a:pt x="523" y="2288"/>
                  </a:cubicBezTo>
                  <a:cubicBezTo>
                    <a:pt x="521" y="2291"/>
                    <a:pt x="519" y="2294"/>
                    <a:pt x="518" y="2296"/>
                  </a:cubicBezTo>
                  <a:cubicBezTo>
                    <a:pt x="517" y="2298"/>
                    <a:pt x="515" y="2300"/>
                    <a:pt x="514" y="2302"/>
                  </a:cubicBezTo>
                  <a:cubicBezTo>
                    <a:pt x="513" y="2302"/>
                    <a:pt x="513" y="2303"/>
                    <a:pt x="512" y="2303"/>
                  </a:cubicBezTo>
                  <a:cubicBezTo>
                    <a:pt x="512" y="2304"/>
                    <a:pt x="511" y="2305"/>
                    <a:pt x="511" y="2305"/>
                  </a:cubicBezTo>
                  <a:cubicBezTo>
                    <a:pt x="510" y="2306"/>
                    <a:pt x="509" y="2307"/>
                    <a:pt x="508" y="2309"/>
                  </a:cubicBezTo>
                  <a:cubicBezTo>
                    <a:pt x="508" y="2309"/>
                    <a:pt x="507" y="2310"/>
                    <a:pt x="507" y="2310"/>
                  </a:cubicBezTo>
                  <a:cubicBezTo>
                    <a:pt x="506" y="2311"/>
                    <a:pt x="505" y="2312"/>
                    <a:pt x="504" y="2313"/>
                  </a:cubicBezTo>
                  <a:cubicBezTo>
                    <a:pt x="504" y="2314"/>
                    <a:pt x="504" y="2314"/>
                    <a:pt x="503" y="2315"/>
                  </a:cubicBezTo>
                  <a:cubicBezTo>
                    <a:pt x="502" y="2316"/>
                    <a:pt x="501" y="2317"/>
                    <a:pt x="501" y="2318"/>
                  </a:cubicBezTo>
                  <a:cubicBezTo>
                    <a:pt x="500" y="2319"/>
                    <a:pt x="500" y="2319"/>
                    <a:pt x="500" y="2320"/>
                  </a:cubicBezTo>
                  <a:cubicBezTo>
                    <a:pt x="499" y="2321"/>
                    <a:pt x="497" y="2322"/>
                    <a:pt x="496" y="2324"/>
                  </a:cubicBezTo>
                  <a:cubicBezTo>
                    <a:pt x="496" y="2324"/>
                    <a:pt x="496" y="2325"/>
                    <a:pt x="496" y="2325"/>
                  </a:cubicBezTo>
                  <a:cubicBezTo>
                    <a:pt x="495" y="2326"/>
                    <a:pt x="494" y="2328"/>
                    <a:pt x="493" y="2329"/>
                  </a:cubicBezTo>
                  <a:cubicBezTo>
                    <a:pt x="492" y="2329"/>
                    <a:pt x="492" y="2330"/>
                    <a:pt x="492" y="2330"/>
                  </a:cubicBezTo>
                  <a:cubicBezTo>
                    <a:pt x="491" y="2331"/>
                    <a:pt x="490" y="2333"/>
                    <a:pt x="489" y="2334"/>
                  </a:cubicBezTo>
                  <a:cubicBezTo>
                    <a:pt x="489" y="2334"/>
                    <a:pt x="489" y="2335"/>
                    <a:pt x="488" y="2335"/>
                  </a:cubicBezTo>
                  <a:cubicBezTo>
                    <a:pt x="488" y="2337"/>
                    <a:pt x="487" y="2338"/>
                    <a:pt x="486" y="2339"/>
                  </a:cubicBezTo>
                  <a:cubicBezTo>
                    <a:pt x="485" y="2340"/>
                    <a:pt x="485" y="2340"/>
                    <a:pt x="485" y="2340"/>
                  </a:cubicBezTo>
                  <a:cubicBezTo>
                    <a:pt x="484" y="2342"/>
                    <a:pt x="483" y="2343"/>
                    <a:pt x="482" y="2345"/>
                  </a:cubicBezTo>
                  <a:cubicBezTo>
                    <a:pt x="482" y="2345"/>
                    <a:pt x="482" y="2345"/>
                    <a:pt x="482" y="2345"/>
                  </a:cubicBezTo>
                  <a:cubicBezTo>
                    <a:pt x="481" y="2347"/>
                    <a:pt x="481" y="2348"/>
                    <a:pt x="480" y="2349"/>
                  </a:cubicBezTo>
                  <a:cubicBezTo>
                    <a:pt x="480" y="2350"/>
                    <a:pt x="480" y="2350"/>
                    <a:pt x="479" y="2350"/>
                  </a:cubicBezTo>
                  <a:cubicBezTo>
                    <a:pt x="479" y="2352"/>
                    <a:pt x="478" y="2353"/>
                    <a:pt x="478" y="2354"/>
                  </a:cubicBezTo>
                  <a:cubicBezTo>
                    <a:pt x="477" y="2355"/>
                    <a:pt x="477" y="2355"/>
                    <a:pt x="477" y="2355"/>
                  </a:cubicBezTo>
                  <a:cubicBezTo>
                    <a:pt x="477" y="2357"/>
                    <a:pt x="476" y="2358"/>
                    <a:pt x="476" y="2359"/>
                  </a:cubicBezTo>
                  <a:cubicBezTo>
                    <a:pt x="476" y="2360"/>
                    <a:pt x="475" y="2360"/>
                    <a:pt x="475" y="2360"/>
                  </a:cubicBezTo>
                  <a:cubicBezTo>
                    <a:pt x="475" y="2361"/>
                    <a:pt x="475" y="2362"/>
                    <a:pt x="474" y="2363"/>
                  </a:cubicBezTo>
                  <a:cubicBezTo>
                    <a:pt x="474" y="2364"/>
                    <a:pt x="474" y="2364"/>
                    <a:pt x="474" y="2364"/>
                  </a:cubicBezTo>
                  <a:cubicBezTo>
                    <a:pt x="474" y="2365"/>
                    <a:pt x="474" y="2367"/>
                    <a:pt x="474" y="2368"/>
                  </a:cubicBezTo>
                  <a:cubicBezTo>
                    <a:pt x="474" y="2368"/>
                    <a:pt x="474" y="2368"/>
                    <a:pt x="474" y="2368"/>
                  </a:cubicBezTo>
                  <a:cubicBezTo>
                    <a:pt x="474" y="2370"/>
                    <a:pt x="474" y="2371"/>
                    <a:pt x="474" y="2372"/>
                  </a:cubicBezTo>
                  <a:cubicBezTo>
                    <a:pt x="476" y="2395"/>
                    <a:pt x="460" y="2403"/>
                    <a:pt x="477" y="2428"/>
                  </a:cubicBezTo>
                  <a:cubicBezTo>
                    <a:pt x="494" y="2453"/>
                    <a:pt x="511" y="2453"/>
                    <a:pt x="522" y="2433"/>
                  </a:cubicBezTo>
                  <a:cubicBezTo>
                    <a:pt x="523" y="2432"/>
                    <a:pt x="523" y="2431"/>
                    <a:pt x="524" y="2430"/>
                  </a:cubicBezTo>
                  <a:cubicBezTo>
                    <a:pt x="524" y="2429"/>
                    <a:pt x="524" y="2429"/>
                    <a:pt x="524" y="2429"/>
                  </a:cubicBezTo>
                  <a:cubicBezTo>
                    <a:pt x="525" y="2428"/>
                    <a:pt x="525" y="2427"/>
                    <a:pt x="525" y="2427"/>
                  </a:cubicBezTo>
                  <a:cubicBezTo>
                    <a:pt x="526" y="2426"/>
                    <a:pt x="526" y="2426"/>
                    <a:pt x="526" y="2426"/>
                  </a:cubicBezTo>
                  <a:cubicBezTo>
                    <a:pt x="526" y="2425"/>
                    <a:pt x="527" y="2424"/>
                    <a:pt x="527" y="2424"/>
                  </a:cubicBezTo>
                  <a:cubicBezTo>
                    <a:pt x="527" y="2424"/>
                    <a:pt x="527" y="2424"/>
                    <a:pt x="527" y="2424"/>
                  </a:cubicBezTo>
                  <a:cubicBezTo>
                    <a:pt x="528" y="2423"/>
                    <a:pt x="528" y="2422"/>
                    <a:pt x="528" y="2422"/>
                  </a:cubicBezTo>
                  <a:cubicBezTo>
                    <a:pt x="528" y="2422"/>
                    <a:pt x="528" y="2422"/>
                    <a:pt x="528" y="2422"/>
                  </a:cubicBezTo>
                  <a:cubicBezTo>
                    <a:pt x="530" y="2420"/>
                    <a:pt x="531" y="2418"/>
                    <a:pt x="532" y="2417"/>
                  </a:cubicBezTo>
                  <a:cubicBezTo>
                    <a:pt x="532" y="2417"/>
                    <a:pt x="533" y="2417"/>
                    <a:pt x="533" y="2418"/>
                  </a:cubicBezTo>
                  <a:cubicBezTo>
                    <a:pt x="534" y="2418"/>
                    <a:pt x="534" y="2418"/>
                    <a:pt x="534" y="2418"/>
                  </a:cubicBezTo>
                  <a:cubicBezTo>
                    <a:pt x="534" y="2418"/>
                    <a:pt x="535" y="2419"/>
                    <a:pt x="535" y="2419"/>
                  </a:cubicBezTo>
                  <a:cubicBezTo>
                    <a:pt x="535" y="2419"/>
                    <a:pt x="536" y="2419"/>
                    <a:pt x="536" y="2420"/>
                  </a:cubicBezTo>
                  <a:cubicBezTo>
                    <a:pt x="536" y="2420"/>
                    <a:pt x="537" y="2420"/>
                    <a:pt x="537" y="2421"/>
                  </a:cubicBezTo>
                  <a:cubicBezTo>
                    <a:pt x="538" y="2421"/>
                    <a:pt x="538" y="2421"/>
                    <a:pt x="538" y="2422"/>
                  </a:cubicBezTo>
                  <a:cubicBezTo>
                    <a:pt x="539" y="2422"/>
                    <a:pt x="539" y="2423"/>
                    <a:pt x="540" y="2424"/>
                  </a:cubicBezTo>
                  <a:cubicBezTo>
                    <a:pt x="540" y="2424"/>
                    <a:pt x="540" y="2424"/>
                    <a:pt x="540" y="2424"/>
                  </a:cubicBezTo>
                  <a:cubicBezTo>
                    <a:pt x="541" y="2425"/>
                    <a:pt x="542" y="2426"/>
                    <a:pt x="542" y="2427"/>
                  </a:cubicBezTo>
                  <a:cubicBezTo>
                    <a:pt x="542" y="2427"/>
                    <a:pt x="542" y="2427"/>
                    <a:pt x="542" y="2427"/>
                  </a:cubicBezTo>
                  <a:cubicBezTo>
                    <a:pt x="543" y="2428"/>
                    <a:pt x="544" y="2429"/>
                    <a:pt x="544" y="2430"/>
                  </a:cubicBezTo>
                  <a:cubicBezTo>
                    <a:pt x="544" y="2430"/>
                    <a:pt x="544" y="2430"/>
                    <a:pt x="544" y="2431"/>
                  </a:cubicBezTo>
                  <a:cubicBezTo>
                    <a:pt x="545" y="2432"/>
                    <a:pt x="545" y="2433"/>
                    <a:pt x="546" y="2434"/>
                  </a:cubicBezTo>
                  <a:cubicBezTo>
                    <a:pt x="546" y="2434"/>
                    <a:pt x="546" y="2434"/>
                    <a:pt x="546" y="2435"/>
                  </a:cubicBezTo>
                  <a:cubicBezTo>
                    <a:pt x="546" y="2436"/>
                    <a:pt x="547" y="2437"/>
                    <a:pt x="547" y="2438"/>
                  </a:cubicBezTo>
                  <a:cubicBezTo>
                    <a:pt x="548" y="2445"/>
                    <a:pt x="548" y="2449"/>
                    <a:pt x="548" y="2453"/>
                  </a:cubicBezTo>
                  <a:cubicBezTo>
                    <a:pt x="548" y="2456"/>
                    <a:pt x="548" y="2460"/>
                    <a:pt x="545" y="2465"/>
                  </a:cubicBezTo>
                  <a:cubicBezTo>
                    <a:pt x="540" y="2476"/>
                    <a:pt x="535" y="2498"/>
                    <a:pt x="560" y="2497"/>
                  </a:cubicBezTo>
                  <a:cubicBezTo>
                    <a:pt x="560" y="2497"/>
                    <a:pt x="552" y="2509"/>
                    <a:pt x="563" y="2516"/>
                  </a:cubicBezTo>
                  <a:cubicBezTo>
                    <a:pt x="563" y="2516"/>
                    <a:pt x="564" y="2517"/>
                    <a:pt x="565" y="2517"/>
                  </a:cubicBezTo>
                  <a:cubicBezTo>
                    <a:pt x="565" y="2517"/>
                    <a:pt x="565" y="2517"/>
                    <a:pt x="566" y="2517"/>
                  </a:cubicBezTo>
                  <a:cubicBezTo>
                    <a:pt x="566" y="2518"/>
                    <a:pt x="567" y="2518"/>
                    <a:pt x="567" y="2518"/>
                  </a:cubicBezTo>
                  <a:cubicBezTo>
                    <a:pt x="567" y="2518"/>
                    <a:pt x="568" y="2518"/>
                    <a:pt x="568" y="2518"/>
                  </a:cubicBezTo>
                  <a:cubicBezTo>
                    <a:pt x="568" y="2519"/>
                    <a:pt x="569" y="2519"/>
                    <a:pt x="569" y="2519"/>
                  </a:cubicBezTo>
                  <a:cubicBezTo>
                    <a:pt x="570" y="2519"/>
                    <a:pt x="570" y="2519"/>
                    <a:pt x="570" y="2519"/>
                  </a:cubicBezTo>
                  <a:cubicBezTo>
                    <a:pt x="570" y="2519"/>
                    <a:pt x="571" y="2519"/>
                    <a:pt x="571" y="2520"/>
                  </a:cubicBezTo>
                  <a:cubicBezTo>
                    <a:pt x="571" y="2520"/>
                    <a:pt x="571" y="2520"/>
                    <a:pt x="571" y="2520"/>
                  </a:cubicBezTo>
                  <a:cubicBezTo>
                    <a:pt x="572" y="2520"/>
                    <a:pt x="572" y="2520"/>
                    <a:pt x="573" y="2520"/>
                  </a:cubicBezTo>
                  <a:cubicBezTo>
                    <a:pt x="573" y="2520"/>
                    <a:pt x="573" y="2520"/>
                    <a:pt x="573" y="2520"/>
                  </a:cubicBezTo>
                  <a:cubicBezTo>
                    <a:pt x="573" y="2520"/>
                    <a:pt x="573" y="2520"/>
                    <a:pt x="574" y="2520"/>
                  </a:cubicBezTo>
                  <a:cubicBezTo>
                    <a:pt x="574" y="2520"/>
                    <a:pt x="574" y="2520"/>
                    <a:pt x="574" y="2520"/>
                  </a:cubicBezTo>
                  <a:cubicBezTo>
                    <a:pt x="574" y="2520"/>
                    <a:pt x="575" y="2520"/>
                    <a:pt x="575" y="2520"/>
                  </a:cubicBezTo>
                  <a:cubicBezTo>
                    <a:pt x="575" y="2520"/>
                    <a:pt x="575" y="2521"/>
                    <a:pt x="575" y="2522"/>
                  </a:cubicBezTo>
                  <a:cubicBezTo>
                    <a:pt x="575" y="2519"/>
                    <a:pt x="575" y="2519"/>
                    <a:pt x="575" y="2519"/>
                  </a:cubicBezTo>
                  <a:cubicBezTo>
                    <a:pt x="576" y="2519"/>
                    <a:pt x="576" y="2519"/>
                    <a:pt x="576" y="2519"/>
                  </a:cubicBezTo>
                  <a:cubicBezTo>
                    <a:pt x="576" y="2519"/>
                    <a:pt x="575" y="2524"/>
                    <a:pt x="577" y="2528"/>
                  </a:cubicBezTo>
                  <a:cubicBezTo>
                    <a:pt x="579" y="2530"/>
                    <a:pt x="581" y="2532"/>
                    <a:pt x="585" y="2532"/>
                  </a:cubicBezTo>
                  <a:cubicBezTo>
                    <a:pt x="585" y="2532"/>
                    <a:pt x="585" y="2532"/>
                    <a:pt x="585" y="2532"/>
                  </a:cubicBezTo>
                  <a:cubicBezTo>
                    <a:pt x="589" y="2533"/>
                    <a:pt x="593" y="2530"/>
                    <a:pt x="596" y="2525"/>
                  </a:cubicBezTo>
                  <a:cubicBezTo>
                    <a:pt x="601" y="2517"/>
                    <a:pt x="604" y="2506"/>
                    <a:pt x="605" y="2498"/>
                  </a:cubicBezTo>
                  <a:cubicBezTo>
                    <a:pt x="605" y="2498"/>
                    <a:pt x="605" y="2498"/>
                    <a:pt x="606" y="2498"/>
                  </a:cubicBezTo>
                  <a:cubicBezTo>
                    <a:pt x="607" y="2498"/>
                    <a:pt x="607" y="2498"/>
                    <a:pt x="608" y="2498"/>
                  </a:cubicBezTo>
                  <a:cubicBezTo>
                    <a:pt x="608" y="2498"/>
                    <a:pt x="609" y="2498"/>
                    <a:pt x="609" y="2498"/>
                  </a:cubicBezTo>
                  <a:cubicBezTo>
                    <a:pt x="613" y="2496"/>
                    <a:pt x="618" y="2493"/>
                    <a:pt x="619" y="2485"/>
                  </a:cubicBezTo>
                  <a:cubicBezTo>
                    <a:pt x="620" y="2477"/>
                    <a:pt x="621" y="2473"/>
                    <a:pt x="621" y="2471"/>
                  </a:cubicBezTo>
                  <a:cubicBezTo>
                    <a:pt x="621" y="2469"/>
                    <a:pt x="622" y="2468"/>
                    <a:pt x="622" y="2468"/>
                  </a:cubicBezTo>
                  <a:cubicBezTo>
                    <a:pt x="622" y="2468"/>
                    <a:pt x="622" y="2468"/>
                    <a:pt x="622" y="2467"/>
                  </a:cubicBezTo>
                  <a:cubicBezTo>
                    <a:pt x="624" y="2464"/>
                    <a:pt x="628" y="2456"/>
                    <a:pt x="629" y="2445"/>
                  </a:cubicBezTo>
                  <a:cubicBezTo>
                    <a:pt x="630" y="2441"/>
                    <a:pt x="632" y="2437"/>
                    <a:pt x="636" y="2433"/>
                  </a:cubicBezTo>
                  <a:cubicBezTo>
                    <a:pt x="637" y="2432"/>
                    <a:pt x="638" y="2431"/>
                    <a:pt x="638" y="2430"/>
                  </a:cubicBezTo>
                  <a:cubicBezTo>
                    <a:pt x="646" y="2421"/>
                    <a:pt x="656" y="2408"/>
                    <a:pt x="655" y="2384"/>
                  </a:cubicBezTo>
                  <a:cubicBezTo>
                    <a:pt x="653" y="2347"/>
                    <a:pt x="679" y="2323"/>
                    <a:pt x="690" y="2280"/>
                  </a:cubicBezTo>
                  <a:cubicBezTo>
                    <a:pt x="691" y="2277"/>
                    <a:pt x="692" y="2274"/>
                    <a:pt x="692" y="2271"/>
                  </a:cubicBezTo>
                  <a:cubicBezTo>
                    <a:pt x="702" y="2223"/>
                    <a:pt x="847" y="2148"/>
                    <a:pt x="870" y="1858"/>
                  </a:cubicBezTo>
                  <a:cubicBezTo>
                    <a:pt x="874" y="1808"/>
                    <a:pt x="918" y="1756"/>
                    <a:pt x="910" y="1676"/>
                  </a:cubicBezTo>
                  <a:cubicBezTo>
                    <a:pt x="906" y="1634"/>
                    <a:pt x="939" y="1484"/>
                    <a:pt x="928" y="1328"/>
                  </a:cubicBezTo>
                  <a:cubicBezTo>
                    <a:pt x="928" y="1326"/>
                    <a:pt x="928" y="1323"/>
                    <a:pt x="928" y="1321"/>
                  </a:cubicBezTo>
                  <a:cubicBezTo>
                    <a:pt x="927" y="1320"/>
                    <a:pt x="927" y="1320"/>
                    <a:pt x="927" y="1319"/>
                  </a:cubicBezTo>
                  <a:cubicBezTo>
                    <a:pt x="927" y="1317"/>
                    <a:pt x="927" y="1316"/>
                    <a:pt x="927" y="1314"/>
                  </a:cubicBezTo>
                  <a:cubicBezTo>
                    <a:pt x="927" y="1313"/>
                    <a:pt x="927" y="1313"/>
                    <a:pt x="927" y="1312"/>
                  </a:cubicBezTo>
                  <a:cubicBezTo>
                    <a:pt x="927" y="1310"/>
                    <a:pt x="927" y="1309"/>
                    <a:pt x="927" y="1308"/>
                  </a:cubicBezTo>
                  <a:cubicBezTo>
                    <a:pt x="927" y="1307"/>
                    <a:pt x="927" y="1306"/>
                    <a:pt x="927" y="1305"/>
                  </a:cubicBezTo>
                  <a:cubicBezTo>
                    <a:pt x="927" y="1304"/>
                    <a:pt x="927" y="1303"/>
                    <a:pt x="927" y="1301"/>
                  </a:cubicBezTo>
                  <a:cubicBezTo>
                    <a:pt x="927" y="1301"/>
                    <a:pt x="927" y="1300"/>
                    <a:pt x="927" y="1299"/>
                  </a:cubicBezTo>
                  <a:cubicBezTo>
                    <a:pt x="927" y="1298"/>
                    <a:pt x="927" y="1296"/>
                    <a:pt x="927" y="1295"/>
                  </a:cubicBezTo>
                  <a:cubicBezTo>
                    <a:pt x="926" y="1294"/>
                    <a:pt x="926" y="1294"/>
                    <a:pt x="926" y="1293"/>
                  </a:cubicBezTo>
                  <a:cubicBezTo>
                    <a:pt x="926" y="1291"/>
                    <a:pt x="926" y="1289"/>
                    <a:pt x="926" y="1288"/>
                  </a:cubicBezTo>
                  <a:cubicBezTo>
                    <a:pt x="926" y="1287"/>
                    <a:pt x="926" y="1287"/>
                    <a:pt x="926" y="1287"/>
                  </a:cubicBezTo>
                  <a:cubicBezTo>
                    <a:pt x="926" y="1285"/>
                    <a:pt x="927" y="1284"/>
                    <a:pt x="927" y="1282"/>
                  </a:cubicBezTo>
                  <a:cubicBezTo>
                    <a:pt x="927" y="1282"/>
                    <a:pt x="927" y="1281"/>
                    <a:pt x="927" y="1280"/>
                  </a:cubicBezTo>
                  <a:cubicBezTo>
                    <a:pt x="927" y="1279"/>
                    <a:pt x="927" y="1278"/>
                    <a:pt x="927" y="1277"/>
                  </a:cubicBezTo>
                  <a:cubicBezTo>
                    <a:pt x="927" y="1276"/>
                    <a:pt x="927" y="1276"/>
                    <a:pt x="927" y="1275"/>
                  </a:cubicBezTo>
                  <a:cubicBezTo>
                    <a:pt x="927" y="1274"/>
                    <a:pt x="927" y="1273"/>
                    <a:pt x="927" y="1272"/>
                  </a:cubicBezTo>
                  <a:cubicBezTo>
                    <a:pt x="927" y="1271"/>
                    <a:pt x="927" y="1271"/>
                    <a:pt x="927" y="1270"/>
                  </a:cubicBezTo>
                  <a:cubicBezTo>
                    <a:pt x="927" y="1269"/>
                    <a:pt x="927" y="1268"/>
                    <a:pt x="927" y="1267"/>
                  </a:cubicBezTo>
                  <a:cubicBezTo>
                    <a:pt x="927" y="1267"/>
                    <a:pt x="927" y="1266"/>
                    <a:pt x="927" y="1265"/>
                  </a:cubicBezTo>
                  <a:cubicBezTo>
                    <a:pt x="927" y="1264"/>
                    <a:pt x="928" y="1264"/>
                    <a:pt x="928" y="1263"/>
                  </a:cubicBezTo>
                  <a:cubicBezTo>
                    <a:pt x="928" y="1262"/>
                    <a:pt x="928" y="1262"/>
                    <a:pt x="928" y="1261"/>
                  </a:cubicBezTo>
                  <a:cubicBezTo>
                    <a:pt x="928" y="1260"/>
                    <a:pt x="928" y="1258"/>
                    <a:pt x="928" y="1257"/>
                  </a:cubicBezTo>
                  <a:cubicBezTo>
                    <a:pt x="928" y="1256"/>
                    <a:pt x="928" y="1256"/>
                    <a:pt x="928" y="1255"/>
                  </a:cubicBezTo>
                  <a:cubicBezTo>
                    <a:pt x="929" y="1255"/>
                    <a:pt x="929" y="1254"/>
                    <a:pt x="929" y="1253"/>
                  </a:cubicBezTo>
                  <a:cubicBezTo>
                    <a:pt x="929" y="1252"/>
                    <a:pt x="929" y="1252"/>
                    <a:pt x="929" y="1251"/>
                  </a:cubicBezTo>
                  <a:cubicBezTo>
                    <a:pt x="929" y="1250"/>
                    <a:pt x="929" y="1250"/>
                    <a:pt x="929" y="1249"/>
                  </a:cubicBezTo>
                  <a:cubicBezTo>
                    <a:pt x="929" y="1248"/>
                    <a:pt x="930" y="1248"/>
                    <a:pt x="930" y="1247"/>
                  </a:cubicBezTo>
                  <a:cubicBezTo>
                    <a:pt x="930" y="1247"/>
                    <a:pt x="930" y="1246"/>
                    <a:pt x="930" y="1245"/>
                  </a:cubicBezTo>
                  <a:cubicBezTo>
                    <a:pt x="930" y="1245"/>
                    <a:pt x="930" y="1244"/>
                    <a:pt x="930" y="1244"/>
                  </a:cubicBezTo>
                  <a:cubicBezTo>
                    <a:pt x="931" y="1243"/>
                    <a:pt x="931" y="1243"/>
                    <a:pt x="931" y="1242"/>
                  </a:cubicBezTo>
                  <a:cubicBezTo>
                    <a:pt x="931" y="1241"/>
                    <a:pt x="931" y="1241"/>
                    <a:pt x="931" y="1240"/>
                  </a:cubicBezTo>
                  <a:cubicBezTo>
                    <a:pt x="931" y="1240"/>
                    <a:pt x="931" y="1239"/>
                    <a:pt x="932" y="1239"/>
                  </a:cubicBezTo>
                  <a:cubicBezTo>
                    <a:pt x="932" y="1236"/>
                    <a:pt x="933" y="1234"/>
                    <a:pt x="933" y="1232"/>
                  </a:cubicBezTo>
                  <a:cubicBezTo>
                    <a:pt x="933" y="1232"/>
                    <a:pt x="934" y="1232"/>
                    <a:pt x="934" y="1231"/>
                  </a:cubicBezTo>
                  <a:cubicBezTo>
                    <a:pt x="934" y="1231"/>
                    <a:pt x="934" y="1230"/>
                    <a:pt x="934" y="1229"/>
                  </a:cubicBezTo>
                  <a:cubicBezTo>
                    <a:pt x="934" y="1229"/>
                    <a:pt x="935" y="1229"/>
                    <a:pt x="935" y="1228"/>
                  </a:cubicBezTo>
                  <a:cubicBezTo>
                    <a:pt x="935" y="1228"/>
                    <a:pt x="935" y="1227"/>
                    <a:pt x="935" y="1227"/>
                  </a:cubicBezTo>
                  <a:cubicBezTo>
                    <a:pt x="935" y="1226"/>
                    <a:pt x="936" y="1226"/>
                    <a:pt x="936" y="1226"/>
                  </a:cubicBezTo>
                  <a:cubicBezTo>
                    <a:pt x="936" y="1225"/>
                    <a:pt x="936" y="1225"/>
                    <a:pt x="936" y="1224"/>
                  </a:cubicBezTo>
                  <a:cubicBezTo>
                    <a:pt x="936" y="1224"/>
                    <a:pt x="937" y="1224"/>
                    <a:pt x="937" y="1223"/>
                  </a:cubicBezTo>
                  <a:cubicBezTo>
                    <a:pt x="937" y="1223"/>
                    <a:pt x="937" y="1222"/>
                    <a:pt x="938" y="1222"/>
                  </a:cubicBezTo>
                  <a:cubicBezTo>
                    <a:pt x="938" y="1221"/>
                    <a:pt x="938" y="1221"/>
                    <a:pt x="938" y="1221"/>
                  </a:cubicBezTo>
                  <a:cubicBezTo>
                    <a:pt x="939" y="1218"/>
                    <a:pt x="940" y="1216"/>
                    <a:pt x="942" y="1213"/>
                  </a:cubicBezTo>
                  <a:cubicBezTo>
                    <a:pt x="942" y="1213"/>
                    <a:pt x="942" y="1213"/>
                    <a:pt x="942" y="1213"/>
                  </a:cubicBezTo>
                  <a:cubicBezTo>
                    <a:pt x="942" y="1212"/>
                    <a:pt x="943" y="1212"/>
                    <a:pt x="943" y="1211"/>
                  </a:cubicBezTo>
                  <a:cubicBezTo>
                    <a:pt x="943" y="1211"/>
                    <a:pt x="943" y="1211"/>
                    <a:pt x="943" y="1211"/>
                  </a:cubicBezTo>
                  <a:cubicBezTo>
                    <a:pt x="944" y="1210"/>
                    <a:pt x="944" y="1210"/>
                    <a:pt x="945" y="1209"/>
                  </a:cubicBezTo>
                  <a:cubicBezTo>
                    <a:pt x="947" y="1206"/>
                    <a:pt x="949" y="1203"/>
                    <a:pt x="952" y="1200"/>
                  </a:cubicBezTo>
                  <a:cubicBezTo>
                    <a:pt x="952" y="1200"/>
                    <a:pt x="952" y="1200"/>
                    <a:pt x="952" y="1200"/>
                  </a:cubicBezTo>
                  <a:cubicBezTo>
                    <a:pt x="952" y="1200"/>
                    <a:pt x="952" y="1200"/>
                    <a:pt x="952" y="1200"/>
                  </a:cubicBezTo>
                  <a:cubicBezTo>
                    <a:pt x="1035" y="1093"/>
                    <a:pt x="1040" y="912"/>
                    <a:pt x="1015" y="842"/>
                  </a:cubicBezTo>
                  <a:cubicBezTo>
                    <a:pt x="1011" y="831"/>
                    <a:pt x="1009" y="817"/>
                    <a:pt x="1007" y="800"/>
                  </a:cubicBezTo>
                  <a:cubicBezTo>
                    <a:pt x="1007" y="801"/>
                    <a:pt x="1007" y="801"/>
                    <a:pt x="1007" y="801"/>
                  </a:cubicBezTo>
                  <a:cubicBezTo>
                    <a:pt x="1006" y="799"/>
                    <a:pt x="1006" y="796"/>
                    <a:pt x="1006" y="793"/>
                  </a:cubicBezTo>
                  <a:cubicBezTo>
                    <a:pt x="1007" y="800"/>
                    <a:pt x="1007" y="800"/>
                    <a:pt x="1007" y="800"/>
                  </a:cubicBezTo>
                  <a:cubicBezTo>
                    <a:pt x="1006" y="798"/>
                    <a:pt x="1006" y="795"/>
                    <a:pt x="1006" y="792"/>
                  </a:cubicBezTo>
                  <a:cubicBezTo>
                    <a:pt x="1005" y="790"/>
                    <a:pt x="1005" y="788"/>
                    <a:pt x="1005" y="786"/>
                  </a:cubicBezTo>
                  <a:cubicBezTo>
                    <a:pt x="1061" y="824"/>
                    <a:pt x="1147" y="859"/>
                    <a:pt x="1176" y="871"/>
                  </a:cubicBezTo>
                  <a:cubicBezTo>
                    <a:pt x="1210" y="886"/>
                    <a:pt x="1245" y="877"/>
                    <a:pt x="1269" y="848"/>
                  </a:cubicBezTo>
                  <a:cubicBezTo>
                    <a:pt x="1341" y="759"/>
                    <a:pt x="1320" y="607"/>
                    <a:pt x="1327" y="587"/>
                  </a:cubicBezTo>
                  <a:cubicBezTo>
                    <a:pt x="1334" y="566"/>
                    <a:pt x="1338" y="545"/>
                    <a:pt x="1337" y="526"/>
                  </a:cubicBezTo>
                  <a:cubicBezTo>
                    <a:pt x="1335" y="506"/>
                    <a:pt x="1344" y="498"/>
                    <a:pt x="1357" y="467"/>
                  </a:cubicBezTo>
                  <a:cubicBezTo>
                    <a:pt x="1371" y="435"/>
                    <a:pt x="1355" y="403"/>
                    <a:pt x="1339" y="385"/>
                  </a:cubicBezTo>
                  <a:cubicBezTo>
                    <a:pt x="1323" y="367"/>
                    <a:pt x="1277" y="393"/>
                    <a:pt x="1277" y="393"/>
                  </a:cubicBezTo>
                  <a:cubicBezTo>
                    <a:pt x="1276" y="393"/>
                    <a:pt x="1275" y="394"/>
                    <a:pt x="1274" y="394"/>
                  </a:cubicBezTo>
                  <a:cubicBezTo>
                    <a:pt x="1274" y="394"/>
                    <a:pt x="1274" y="394"/>
                    <a:pt x="1274" y="394"/>
                  </a:cubicBezTo>
                  <a:cubicBezTo>
                    <a:pt x="1273" y="394"/>
                    <a:pt x="1273" y="394"/>
                    <a:pt x="1272" y="395"/>
                  </a:cubicBezTo>
                  <a:cubicBezTo>
                    <a:pt x="1272" y="395"/>
                    <a:pt x="1272" y="395"/>
                    <a:pt x="1272" y="395"/>
                  </a:cubicBezTo>
                  <a:cubicBezTo>
                    <a:pt x="1271" y="395"/>
                    <a:pt x="1270" y="396"/>
                    <a:pt x="1270" y="396"/>
                  </a:cubicBezTo>
                  <a:cubicBezTo>
                    <a:pt x="1270" y="396"/>
                    <a:pt x="1269" y="396"/>
                    <a:pt x="1269" y="396"/>
                  </a:cubicBezTo>
                  <a:cubicBezTo>
                    <a:pt x="1269" y="397"/>
                    <a:pt x="1268" y="397"/>
                    <a:pt x="1268" y="398"/>
                  </a:cubicBezTo>
                  <a:cubicBezTo>
                    <a:pt x="1268" y="398"/>
                    <a:pt x="1267" y="398"/>
                    <a:pt x="1267" y="398"/>
                  </a:cubicBezTo>
                  <a:cubicBezTo>
                    <a:pt x="1267" y="398"/>
                    <a:pt x="1266" y="399"/>
                    <a:pt x="1266" y="399"/>
                  </a:cubicBezTo>
                  <a:cubicBezTo>
                    <a:pt x="1266" y="399"/>
                    <a:pt x="1266" y="399"/>
                    <a:pt x="1266" y="399"/>
                  </a:cubicBezTo>
                  <a:cubicBezTo>
                    <a:pt x="1265" y="399"/>
                    <a:pt x="1265" y="400"/>
                    <a:pt x="1265" y="400"/>
                  </a:cubicBezTo>
                  <a:cubicBezTo>
                    <a:pt x="1264" y="400"/>
                    <a:pt x="1264" y="400"/>
                    <a:pt x="1264" y="400"/>
                  </a:cubicBezTo>
                  <a:cubicBezTo>
                    <a:pt x="1264" y="401"/>
                    <a:pt x="1264" y="401"/>
                    <a:pt x="1264" y="401"/>
                  </a:cubicBezTo>
                  <a:cubicBezTo>
                    <a:pt x="1264" y="401"/>
                    <a:pt x="1264" y="401"/>
                    <a:pt x="1263" y="401"/>
                  </a:cubicBezTo>
                  <a:cubicBezTo>
                    <a:pt x="1263" y="401"/>
                    <a:pt x="1263" y="401"/>
                    <a:pt x="1263" y="401"/>
                  </a:cubicBezTo>
                  <a:cubicBezTo>
                    <a:pt x="1265" y="397"/>
                    <a:pt x="1265" y="397"/>
                    <a:pt x="1265" y="397"/>
                  </a:cubicBezTo>
                  <a:cubicBezTo>
                    <a:pt x="1264" y="399"/>
                    <a:pt x="1264" y="400"/>
                    <a:pt x="1263" y="401"/>
                  </a:cubicBezTo>
                  <a:cubicBezTo>
                    <a:pt x="1263" y="401"/>
                    <a:pt x="1263" y="401"/>
                    <a:pt x="1263" y="401"/>
                  </a:cubicBezTo>
                  <a:cubicBezTo>
                    <a:pt x="1258" y="399"/>
                    <a:pt x="1254" y="398"/>
                    <a:pt x="1250" y="399"/>
                  </a:cubicBezTo>
                  <a:cubicBezTo>
                    <a:pt x="1250" y="399"/>
                    <a:pt x="1250" y="399"/>
                    <a:pt x="1250" y="399"/>
                  </a:cubicBezTo>
                  <a:cubicBezTo>
                    <a:pt x="1249" y="399"/>
                    <a:pt x="1249" y="399"/>
                    <a:pt x="1248" y="400"/>
                  </a:cubicBezTo>
                  <a:cubicBezTo>
                    <a:pt x="1248" y="400"/>
                    <a:pt x="1248" y="400"/>
                    <a:pt x="1248" y="400"/>
                  </a:cubicBezTo>
                  <a:cubicBezTo>
                    <a:pt x="1248" y="400"/>
                    <a:pt x="1247" y="400"/>
                    <a:pt x="1247" y="400"/>
                  </a:cubicBezTo>
                  <a:cubicBezTo>
                    <a:pt x="1246" y="400"/>
                    <a:pt x="1246" y="400"/>
                    <a:pt x="1246" y="400"/>
                  </a:cubicBezTo>
                  <a:cubicBezTo>
                    <a:pt x="1246" y="401"/>
                    <a:pt x="1245" y="401"/>
                    <a:pt x="1245" y="401"/>
                  </a:cubicBezTo>
                  <a:cubicBezTo>
                    <a:pt x="1245" y="401"/>
                    <a:pt x="1244" y="401"/>
                    <a:pt x="1244" y="401"/>
                  </a:cubicBezTo>
                  <a:cubicBezTo>
                    <a:pt x="1244" y="402"/>
                    <a:pt x="1243" y="402"/>
                    <a:pt x="1243" y="402"/>
                  </a:cubicBezTo>
                  <a:cubicBezTo>
                    <a:pt x="1243" y="402"/>
                    <a:pt x="1243" y="402"/>
                    <a:pt x="1243" y="403"/>
                  </a:cubicBezTo>
                  <a:cubicBezTo>
                    <a:pt x="1242" y="403"/>
                    <a:pt x="1242" y="403"/>
                    <a:pt x="1241" y="403"/>
                  </a:cubicBezTo>
                  <a:cubicBezTo>
                    <a:pt x="1241" y="404"/>
                    <a:pt x="1241" y="404"/>
                    <a:pt x="1241" y="404"/>
                  </a:cubicBezTo>
                  <a:cubicBezTo>
                    <a:pt x="1240" y="404"/>
                    <a:pt x="1240" y="405"/>
                    <a:pt x="1240" y="405"/>
                  </a:cubicBezTo>
                  <a:cubicBezTo>
                    <a:pt x="1240" y="405"/>
                    <a:pt x="1239" y="405"/>
                    <a:pt x="1239" y="405"/>
                  </a:cubicBezTo>
                  <a:cubicBezTo>
                    <a:pt x="1239" y="406"/>
                    <a:pt x="1238" y="406"/>
                    <a:pt x="1238" y="406"/>
                  </a:cubicBezTo>
                  <a:cubicBezTo>
                    <a:pt x="1238" y="407"/>
                    <a:pt x="1238" y="407"/>
                    <a:pt x="1238" y="407"/>
                  </a:cubicBezTo>
                  <a:cubicBezTo>
                    <a:pt x="1237" y="407"/>
                    <a:pt x="1237" y="408"/>
                    <a:pt x="1237" y="408"/>
                  </a:cubicBezTo>
                  <a:cubicBezTo>
                    <a:pt x="1236" y="408"/>
                    <a:pt x="1236" y="408"/>
                    <a:pt x="1236" y="409"/>
                  </a:cubicBezTo>
                  <a:cubicBezTo>
                    <a:pt x="1236" y="409"/>
                    <a:pt x="1235" y="409"/>
                    <a:pt x="1235" y="410"/>
                  </a:cubicBezTo>
                  <a:cubicBezTo>
                    <a:pt x="1235" y="410"/>
                    <a:pt x="1235" y="410"/>
                    <a:pt x="1235" y="410"/>
                  </a:cubicBezTo>
                  <a:cubicBezTo>
                    <a:pt x="1234" y="411"/>
                    <a:pt x="1234" y="411"/>
                    <a:pt x="1234" y="412"/>
                  </a:cubicBezTo>
                  <a:cubicBezTo>
                    <a:pt x="1234" y="412"/>
                    <a:pt x="1233" y="412"/>
                    <a:pt x="1233" y="412"/>
                  </a:cubicBezTo>
                  <a:cubicBezTo>
                    <a:pt x="1233" y="413"/>
                    <a:pt x="1233" y="413"/>
                    <a:pt x="1233" y="413"/>
                  </a:cubicBezTo>
                  <a:cubicBezTo>
                    <a:pt x="1232" y="414"/>
                    <a:pt x="1232" y="414"/>
                    <a:pt x="1232" y="414"/>
                  </a:cubicBezTo>
                  <a:cubicBezTo>
                    <a:pt x="1232" y="415"/>
                    <a:pt x="1232" y="415"/>
                    <a:pt x="1231" y="415"/>
                  </a:cubicBezTo>
                  <a:cubicBezTo>
                    <a:pt x="1231" y="416"/>
                    <a:pt x="1231" y="416"/>
                    <a:pt x="1231" y="416"/>
                  </a:cubicBezTo>
                  <a:cubicBezTo>
                    <a:pt x="1231" y="416"/>
                    <a:pt x="1230" y="417"/>
                    <a:pt x="1230" y="417"/>
                  </a:cubicBezTo>
                  <a:cubicBezTo>
                    <a:pt x="1230" y="418"/>
                    <a:pt x="1230" y="418"/>
                    <a:pt x="1230" y="418"/>
                  </a:cubicBezTo>
                  <a:cubicBezTo>
                    <a:pt x="1229" y="418"/>
                    <a:pt x="1229" y="419"/>
                    <a:pt x="1229" y="419"/>
                  </a:cubicBezTo>
                  <a:cubicBezTo>
                    <a:pt x="1229" y="419"/>
                    <a:pt x="1229" y="420"/>
                    <a:pt x="1229" y="420"/>
                  </a:cubicBezTo>
                  <a:cubicBezTo>
                    <a:pt x="1228" y="420"/>
                    <a:pt x="1228" y="421"/>
                    <a:pt x="1228" y="421"/>
                  </a:cubicBezTo>
                  <a:cubicBezTo>
                    <a:pt x="1228" y="421"/>
                    <a:pt x="1228" y="422"/>
                    <a:pt x="1228" y="422"/>
                  </a:cubicBezTo>
                  <a:cubicBezTo>
                    <a:pt x="1227" y="422"/>
                    <a:pt x="1227" y="423"/>
                    <a:pt x="1227" y="423"/>
                  </a:cubicBezTo>
                  <a:cubicBezTo>
                    <a:pt x="1227" y="423"/>
                    <a:pt x="1227" y="423"/>
                    <a:pt x="1227" y="424"/>
                  </a:cubicBezTo>
                  <a:cubicBezTo>
                    <a:pt x="1227" y="424"/>
                    <a:pt x="1226" y="424"/>
                    <a:pt x="1226" y="425"/>
                  </a:cubicBezTo>
                  <a:cubicBezTo>
                    <a:pt x="1226" y="425"/>
                    <a:pt x="1226" y="425"/>
                    <a:pt x="1226" y="425"/>
                  </a:cubicBezTo>
                  <a:cubicBezTo>
                    <a:pt x="1226" y="426"/>
                    <a:pt x="1226" y="426"/>
                    <a:pt x="1225" y="426"/>
                  </a:cubicBezTo>
                  <a:cubicBezTo>
                    <a:pt x="1225" y="427"/>
                    <a:pt x="1225" y="427"/>
                    <a:pt x="1225" y="427"/>
                  </a:cubicBezTo>
                  <a:cubicBezTo>
                    <a:pt x="1225" y="427"/>
                    <a:pt x="1225" y="428"/>
                    <a:pt x="1225" y="428"/>
                  </a:cubicBezTo>
                  <a:cubicBezTo>
                    <a:pt x="1225" y="428"/>
                    <a:pt x="1225" y="429"/>
                    <a:pt x="1225" y="429"/>
                  </a:cubicBezTo>
                  <a:cubicBezTo>
                    <a:pt x="1224" y="429"/>
                    <a:pt x="1224" y="429"/>
                    <a:pt x="1224" y="430"/>
                  </a:cubicBezTo>
                  <a:cubicBezTo>
                    <a:pt x="1224" y="430"/>
                    <a:pt x="1224" y="430"/>
                    <a:pt x="1224" y="430"/>
                  </a:cubicBezTo>
                  <a:cubicBezTo>
                    <a:pt x="1224" y="430"/>
                    <a:pt x="1224" y="431"/>
                    <a:pt x="1224" y="431"/>
                  </a:cubicBezTo>
                  <a:cubicBezTo>
                    <a:pt x="1224" y="431"/>
                    <a:pt x="1224" y="431"/>
                    <a:pt x="1224" y="431"/>
                  </a:cubicBezTo>
                  <a:cubicBezTo>
                    <a:pt x="1223" y="433"/>
                    <a:pt x="1222" y="435"/>
                    <a:pt x="1222" y="435"/>
                  </a:cubicBezTo>
                  <a:cubicBezTo>
                    <a:pt x="1222" y="433"/>
                    <a:pt x="1223" y="431"/>
                    <a:pt x="1224" y="429"/>
                  </a:cubicBezTo>
                  <a:cubicBezTo>
                    <a:pt x="1215" y="434"/>
                    <a:pt x="1215" y="434"/>
                    <a:pt x="1215" y="434"/>
                  </a:cubicBezTo>
                  <a:cubicBezTo>
                    <a:pt x="1209" y="435"/>
                    <a:pt x="1203" y="439"/>
                    <a:pt x="1199" y="443"/>
                  </a:cubicBezTo>
                  <a:cubicBezTo>
                    <a:pt x="1199" y="443"/>
                    <a:pt x="1199" y="443"/>
                    <a:pt x="1199" y="443"/>
                  </a:cubicBezTo>
                  <a:cubicBezTo>
                    <a:pt x="1198" y="444"/>
                    <a:pt x="1198" y="445"/>
                    <a:pt x="1197" y="445"/>
                  </a:cubicBezTo>
                  <a:cubicBezTo>
                    <a:pt x="1197" y="445"/>
                    <a:pt x="1197" y="445"/>
                    <a:pt x="1197" y="445"/>
                  </a:cubicBezTo>
                  <a:cubicBezTo>
                    <a:pt x="1196" y="446"/>
                    <a:pt x="1196" y="446"/>
                    <a:pt x="1196" y="447"/>
                  </a:cubicBezTo>
                  <a:cubicBezTo>
                    <a:pt x="1194" y="448"/>
                    <a:pt x="1194" y="448"/>
                    <a:pt x="1194" y="448"/>
                  </a:cubicBezTo>
                  <a:cubicBezTo>
                    <a:pt x="1194" y="448"/>
                    <a:pt x="1194" y="448"/>
                    <a:pt x="1194" y="448"/>
                  </a:cubicBezTo>
                  <a:cubicBezTo>
                    <a:pt x="1194" y="448"/>
                    <a:pt x="1194" y="447"/>
                    <a:pt x="1194" y="447"/>
                  </a:cubicBezTo>
                  <a:cubicBezTo>
                    <a:pt x="1194" y="447"/>
                    <a:pt x="1194" y="447"/>
                    <a:pt x="1194" y="447"/>
                  </a:cubicBezTo>
                  <a:cubicBezTo>
                    <a:pt x="1194" y="446"/>
                    <a:pt x="1193" y="446"/>
                    <a:pt x="1193" y="446"/>
                  </a:cubicBezTo>
                  <a:cubicBezTo>
                    <a:pt x="1193" y="445"/>
                    <a:pt x="1193" y="445"/>
                    <a:pt x="1193" y="445"/>
                  </a:cubicBezTo>
                  <a:cubicBezTo>
                    <a:pt x="1193" y="445"/>
                    <a:pt x="1193" y="445"/>
                    <a:pt x="1192" y="444"/>
                  </a:cubicBezTo>
                  <a:cubicBezTo>
                    <a:pt x="1192" y="444"/>
                    <a:pt x="1192" y="444"/>
                    <a:pt x="1192" y="444"/>
                  </a:cubicBezTo>
                  <a:cubicBezTo>
                    <a:pt x="1192" y="443"/>
                    <a:pt x="1192" y="443"/>
                    <a:pt x="1191" y="443"/>
                  </a:cubicBezTo>
                  <a:cubicBezTo>
                    <a:pt x="1191" y="443"/>
                    <a:pt x="1191" y="442"/>
                    <a:pt x="1191" y="442"/>
                  </a:cubicBezTo>
                  <a:cubicBezTo>
                    <a:pt x="1190" y="442"/>
                    <a:pt x="1190" y="441"/>
                    <a:pt x="1189" y="441"/>
                  </a:cubicBezTo>
                  <a:cubicBezTo>
                    <a:pt x="1189" y="441"/>
                    <a:pt x="1189" y="441"/>
                    <a:pt x="1189" y="441"/>
                  </a:cubicBezTo>
                  <a:cubicBezTo>
                    <a:pt x="1188" y="441"/>
                    <a:pt x="1188" y="440"/>
                    <a:pt x="1187" y="440"/>
                  </a:cubicBezTo>
                  <a:cubicBezTo>
                    <a:pt x="1187" y="440"/>
                    <a:pt x="1187" y="440"/>
                    <a:pt x="1187" y="440"/>
                  </a:cubicBezTo>
                  <a:cubicBezTo>
                    <a:pt x="1186" y="440"/>
                    <a:pt x="1185" y="439"/>
                    <a:pt x="1184" y="439"/>
                  </a:cubicBezTo>
                  <a:cubicBezTo>
                    <a:pt x="1184" y="439"/>
                    <a:pt x="1184" y="439"/>
                    <a:pt x="1183" y="439"/>
                  </a:cubicBezTo>
                  <a:cubicBezTo>
                    <a:pt x="1182" y="439"/>
                    <a:pt x="1181" y="439"/>
                    <a:pt x="1180" y="439"/>
                  </a:cubicBezTo>
                  <a:cubicBezTo>
                    <a:pt x="1167" y="439"/>
                    <a:pt x="1161" y="462"/>
                    <a:pt x="1165" y="498"/>
                  </a:cubicBezTo>
                  <a:cubicBezTo>
                    <a:pt x="1168" y="534"/>
                    <a:pt x="1212" y="542"/>
                    <a:pt x="1212" y="542"/>
                  </a:cubicBezTo>
                  <a:cubicBezTo>
                    <a:pt x="1227" y="571"/>
                    <a:pt x="1204" y="621"/>
                    <a:pt x="1196" y="637"/>
                  </a:cubicBezTo>
                  <a:cubicBezTo>
                    <a:pt x="1196" y="638"/>
                    <a:pt x="1195" y="638"/>
                    <a:pt x="1195" y="639"/>
                  </a:cubicBezTo>
                  <a:cubicBezTo>
                    <a:pt x="1195" y="639"/>
                    <a:pt x="1195" y="640"/>
                    <a:pt x="1195" y="640"/>
                  </a:cubicBezTo>
                  <a:cubicBezTo>
                    <a:pt x="1194" y="641"/>
                    <a:pt x="1194" y="642"/>
                    <a:pt x="1193" y="643"/>
                  </a:cubicBezTo>
                  <a:cubicBezTo>
                    <a:pt x="1193" y="643"/>
                    <a:pt x="1193" y="643"/>
                    <a:pt x="1193" y="643"/>
                  </a:cubicBezTo>
                  <a:cubicBezTo>
                    <a:pt x="1192" y="644"/>
                    <a:pt x="1192" y="645"/>
                    <a:pt x="1191" y="646"/>
                  </a:cubicBezTo>
                  <a:cubicBezTo>
                    <a:pt x="1191" y="647"/>
                    <a:pt x="1191" y="647"/>
                    <a:pt x="1191" y="647"/>
                  </a:cubicBezTo>
                  <a:cubicBezTo>
                    <a:pt x="1191" y="648"/>
                    <a:pt x="1190" y="649"/>
                    <a:pt x="1190" y="650"/>
                  </a:cubicBezTo>
                  <a:cubicBezTo>
                    <a:pt x="1190" y="650"/>
                    <a:pt x="1190" y="650"/>
                    <a:pt x="1189" y="651"/>
                  </a:cubicBezTo>
                  <a:cubicBezTo>
                    <a:pt x="1189" y="652"/>
                    <a:pt x="1188" y="653"/>
                    <a:pt x="1188" y="654"/>
                  </a:cubicBezTo>
                  <a:cubicBezTo>
                    <a:pt x="1188" y="654"/>
                    <a:pt x="1187" y="655"/>
                    <a:pt x="1187" y="655"/>
                  </a:cubicBezTo>
                  <a:cubicBezTo>
                    <a:pt x="1187" y="656"/>
                    <a:pt x="1186" y="657"/>
                    <a:pt x="1186" y="658"/>
                  </a:cubicBezTo>
                  <a:cubicBezTo>
                    <a:pt x="1186" y="659"/>
                    <a:pt x="1185" y="660"/>
                    <a:pt x="1185" y="660"/>
                  </a:cubicBezTo>
                  <a:cubicBezTo>
                    <a:pt x="1185" y="661"/>
                    <a:pt x="1184" y="661"/>
                    <a:pt x="1184" y="662"/>
                  </a:cubicBezTo>
                  <a:cubicBezTo>
                    <a:pt x="1184" y="663"/>
                    <a:pt x="1183" y="664"/>
                    <a:pt x="1183" y="665"/>
                  </a:cubicBezTo>
                  <a:cubicBezTo>
                    <a:pt x="1183" y="665"/>
                    <a:pt x="1182" y="666"/>
                    <a:pt x="1182" y="667"/>
                  </a:cubicBezTo>
                  <a:cubicBezTo>
                    <a:pt x="1181" y="669"/>
                    <a:pt x="1180" y="671"/>
                    <a:pt x="1179" y="674"/>
                  </a:cubicBezTo>
                  <a:cubicBezTo>
                    <a:pt x="1179" y="674"/>
                    <a:pt x="1179" y="674"/>
                    <a:pt x="1178" y="675"/>
                  </a:cubicBezTo>
                  <a:cubicBezTo>
                    <a:pt x="1178" y="676"/>
                    <a:pt x="1177" y="677"/>
                    <a:pt x="1177" y="678"/>
                  </a:cubicBezTo>
                  <a:cubicBezTo>
                    <a:pt x="1177" y="678"/>
                    <a:pt x="1176" y="679"/>
                    <a:pt x="1176" y="679"/>
                  </a:cubicBezTo>
                  <a:cubicBezTo>
                    <a:pt x="1176" y="680"/>
                    <a:pt x="1175" y="681"/>
                    <a:pt x="1175" y="682"/>
                  </a:cubicBezTo>
                  <a:cubicBezTo>
                    <a:pt x="1175" y="683"/>
                    <a:pt x="1174" y="683"/>
                    <a:pt x="1174" y="684"/>
                  </a:cubicBezTo>
                  <a:cubicBezTo>
                    <a:pt x="1174" y="684"/>
                    <a:pt x="1174" y="685"/>
                    <a:pt x="1173" y="685"/>
                  </a:cubicBezTo>
                  <a:cubicBezTo>
                    <a:pt x="1171" y="690"/>
                    <a:pt x="1170" y="694"/>
                    <a:pt x="1169" y="696"/>
                  </a:cubicBezTo>
                  <a:cubicBezTo>
                    <a:pt x="1168" y="695"/>
                    <a:pt x="1168" y="695"/>
                    <a:pt x="1168" y="695"/>
                  </a:cubicBezTo>
                  <a:cubicBezTo>
                    <a:pt x="1168" y="695"/>
                    <a:pt x="1168" y="696"/>
                    <a:pt x="1168" y="696"/>
                  </a:cubicBezTo>
                  <a:cubicBezTo>
                    <a:pt x="1168" y="698"/>
                    <a:pt x="1167" y="699"/>
                    <a:pt x="1167" y="699"/>
                  </a:cubicBezTo>
                  <a:cubicBezTo>
                    <a:pt x="1165" y="683"/>
                    <a:pt x="1145" y="691"/>
                    <a:pt x="1145" y="691"/>
                  </a:cubicBezTo>
                  <a:cubicBezTo>
                    <a:pt x="1148" y="673"/>
                    <a:pt x="1120" y="648"/>
                    <a:pt x="1087" y="621"/>
                  </a:cubicBezTo>
                  <a:cubicBezTo>
                    <a:pt x="1086" y="620"/>
                    <a:pt x="1084" y="619"/>
                    <a:pt x="1083" y="617"/>
                  </a:cubicBezTo>
                  <a:cubicBezTo>
                    <a:pt x="1083" y="617"/>
                    <a:pt x="1083" y="617"/>
                    <a:pt x="1083" y="617"/>
                  </a:cubicBezTo>
                  <a:cubicBezTo>
                    <a:pt x="1081" y="616"/>
                    <a:pt x="1080" y="615"/>
                    <a:pt x="1079" y="614"/>
                  </a:cubicBezTo>
                  <a:cubicBezTo>
                    <a:pt x="1078" y="614"/>
                    <a:pt x="1078" y="613"/>
                    <a:pt x="1078" y="613"/>
                  </a:cubicBezTo>
                  <a:cubicBezTo>
                    <a:pt x="1076" y="612"/>
                    <a:pt x="1075" y="611"/>
                    <a:pt x="1074" y="610"/>
                  </a:cubicBezTo>
                  <a:cubicBezTo>
                    <a:pt x="1074" y="610"/>
                    <a:pt x="1074" y="610"/>
                    <a:pt x="1074" y="610"/>
                  </a:cubicBezTo>
                  <a:cubicBezTo>
                    <a:pt x="1072" y="608"/>
                    <a:pt x="1071" y="607"/>
                    <a:pt x="1069" y="606"/>
                  </a:cubicBezTo>
                  <a:cubicBezTo>
                    <a:pt x="1069" y="605"/>
                    <a:pt x="1068" y="605"/>
                    <a:pt x="1068" y="605"/>
                  </a:cubicBezTo>
                  <a:cubicBezTo>
                    <a:pt x="1067" y="604"/>
                    <a:pt x="1066" y="603"/>
                    <a:pt x="1065" y="602"/>
                  </a:cubicBezTo>
                  <a:cubicBezTo>
                    <a:pt x="1064" y="601"/>
                    <a:pt x="1063" y="600"/>
                    <a:pt x="1062" y="600"/>
                  </a:cubicBezTo>
                  <a:cubicBezTo>
                    <a:pt x="1061" y="599"/>
                    <a:pt x="1061" y="598"/>
                    <a:pt x="1060" y="597"/>
                  </a:cubicBezTo>
                  <a:cubicBezTo>
                    <a:pt x="1059" y="596"/>
                    <a:pt x="1058" y="596"/>
                    <a:pt x="1057" y="595"/>
                  </a:cubicBezTo>
                  <a:cubicBezTo>
                    <a:pt x="1056" y="594"/>
                    <a:pt x="1055" y="593"/>
                    <a:pt x="1055" y="593"/>
                  </a:cubicBezTo>
                  <a:cubicBezTo>
                    <a:pt x="1053" y="592"/>
                    <a:pt x="1052" y="590"/>
                    <a:pt x="1051" y="589"/>
                  </a:cubicBezTo>
                  <a:cubicBezTo>
                    <a:pt x="1050" y="589"/>
                    <a:pt x="1050" y="589"/>
                    <a:pt x="1049" y="588"/>
                  </a:cubicBezTo>
                  <a:cubicBezTo>
                    <a:pt x="1048" y="587"/>
                    <a:pt x="1046" y="585"/>
                    <a:pt x="1045" y="584"/>
                  </a:cubicBezTo>
                  <a:cubicBezTo>
                    <a:pt x="1044" y="584"/>
                    <a:pt x="1044" y="584"/>
                    <a:pt x="1044" y="584"/>
                  </a:cubicBezTo>
                  <a:cubicBezTo>
                    <a:pt x="1032" y="573"/>
                    <a:pt x="1020" y="562"/>
                    <a:pt x="1010" y="552"/>
                  </a:cubicBezTo>
                  <a:cubicBezTo>
                    <a:pt x="1030" y="552"/>
                    <a:pt x="1038" y="555"/>
                    <a:pt x="1063" y="535"/>
                  </a:cubicBezTo>
                  <a:cubicBezTo>
                    <a:pt x="1091" y="512"/>
                    <a:pt x="1079" y="439"/>
                    <a:pt x="1078" y="435"/>
                  </a:cubicBezTo>
                  <a:cubicBezTo>
                    <a:pt x="1078" y="433"/>
                    <a:pt x="1077" y="431"/>
                    <a:pt x="1079" y="428"/>
                  </a:cubicBezTo>
                  <a:cubicBezTo>
                    <a:pt x="1079" y="427"/>
                    <a:pt x="1080" y="427"/>
                    <a:pt x="1080" y="427"/>
                  </a:cubicBezTo>
                  <a:cubicBezTo>
                    <a:pt x="1081" y="425"/>
                    <a:pt x="1083" y="424"/>
                    <a:pt x="1085" y="422"/>
                  </a:cubicBezTo>
                  <a:cubicBezTo>
                    <a:pt x="1102" y="410"/>
                    <a:pt x="1104" y="389"/>
                    <a:pt x="1101" y="381"/>
                  </a:cubicBezTo>
                  <a:cubicBezTo>
                    <a:pt x="1099" y="375"/>
                    <a:pt x="1094" y="368"/>
                    <a:pt x="1092" y="365"/>
                  </a:cubicBezTo>
                  <a:cubicBezTo>
                    <a:pt x="1090" y="363"/>
                    <a:pt x="1090" y="363"/>
                    <a:pt x="1090" y="363"/>
                  </a:cubicBezTo>
                  <a:cubicBezTo>
                    <a:pt x="1100" y="341"/>
                    <a:pt x="1087" y="339"/>
                    <a:pt x="1096" y="301"/>
                  </a:cubicBezTo>
                  <a:cubicBezTo>
                    <a:pt x="1102" y="279"/>
                    <a:pt x="1107" y="242"/>
                    <a:pt x="1093" y="209"/>
                  </a:cubicBezTo>
                  <a:cubicBezTo>
                    <a:pt x="1078" y="174"/>
                    <a:pt x="1059" y="144"/>
                    <a:pt x="1036" y="118"/>
                  </a:cubicBezTo>
                  <a:cubicBezTo>
                    <a:pt x="1036" y="117"/>
                    <a:pt x="1037" y="117"/>
                    <a:pt x="1037" y="117"/>
                  </a:cubicBezTo>
                  <a:cubicBezTo>
                    <a:pt x="969" y="39"/>
                    <a:pt x="874" y="0"/>
                    <a:pt x="784" y="8"/>
                  </a:cubicBezTo>
                  <a:cubicBezTo>
                    <a:pt x="784" y="8"/>
                    <a:pt x="784" y="8"/>
                    <a:pt x="784" y="8"/>
                  </a:cubicBezTo>
                  <a:cubicBezTo>
                    <a:pt x="780" y="9"/>
                    <a:pt x="776" y="9"/>
                    <a:pt x="772" y="10"/>
                  </a:cubicBezTo>
                  <a:cubicBezTo>
                    <a:pt x="769" y="10"/>
                    <a:pt x="767" y="10"/>
                    <a:pt x="765" y="11"/>
                  </a:cubicBezTo>
                  <a:cubicBezTo>
                    <a:pt x="764" y="11"/>
                    <a:pt x="762" y="11"/>
                    <a:pt x="761" y="11"/>
                  </a:cubicBezTo>
                  <a:cubicBezTo>
                    <a:pt x="757" y="12"/>
                    <a:pt x="753" y="13"/>
                    <a:pt x="749" y="14"/>
                  </a:cubicBezTo>
                  <a:cubicBezTo>
                    <a:pt x="749" y="14"/>
                    <a:pt x="749" y="14"/>
                    <a:pt x="749" y="14"/>
                  </a:cubicBezTo>
                  <a:cubicBezTo>
                    <a:pt x="704" y="24"/>
                    <a:pt x="661" y="48"/>
                    <a:pt x="626" y="84"/>
                  </a:cubicBezTo>
                  <a:cubicBezTo>
                    <a:pt x="492" y="225"/>
                    <a:pt x="618" y="403"/>
                    <a:pt x="618" y="403"/>
                  </a:cubicBezTo>
                  <a:cubicBezTo>
                    <a:pt x="627" y="412"/>
                    <a:pt x="624" y="413"/>
                    <a:pt x="625" y="423"/>
                  </a:cubicBezTo>
                  <a:cubicBezTo>
                    <a:pt x="626" y="428"/>
                    <a:pt x="628" y="434"/>
                    <a:pt x="629" y="438"/>
                  </a:cubicBezTo>
                  <a:cubicBezTo>
                    <a:pt x="636" y="460"/>
                    <a:pt x="633" y="482"/>
                    <a:pt x="633" y="482"/>
                  </a:cubicBezTo>
                  <a:close/>
                  <a:moveTo>
                    <a:pt x="596" y="515"/>
                  </a:moveTo>
                  <a:cubicBezTo>
                    <a:pt x="596" y="515"/>
                    <a:pt x="596" y="515"/>
                    <a:pt x="596" y="515"/>
                  </a:cubicBezTo>
                  <a:moveTo>
                    <a:pt x="1090" y="363"/>
                  </a:moveTo>
                  <a:cubicBezTo>
                    <a:pt x="1091" y="364"/>
                    <a:pt x="1091" y="364"/>
                    <a:pt x="1092" y="365"/>
                  </a:cubicBezTo>
                  <a:cubicBezTo>
                    <a:pt x="1091" y="364"/>
                    <a:pt x="1090" y="363"/>
                    <a:pt x="1090" y="363"/>
                  </a:cubicBezTo>
                  <a:cubicBezTo>
                    <a:pt x="1090" y="363"/>
                    <a:pt x="1090" y="363"/>
                    <a:pt x="1090" y="363"/>
                  </a:cubicBezTo>
                  <a:close/>
                  <a:moveTo>
                    <a:pt x="415" y="926"/>
                  </a:moveTo>
                  <a:cubicBezTo>
                    <a:pt x="415" y="924"/>
                    <a:pt x="416" y="922"/>
                    <a:pt x="416" y="921"/>
                  </a:cubicBezTo>
                  <a:cubicBezTo>
                    <a:pt x="417" y="901"/>
                    <a:pt x="416" y="884"/>
                    <a:pt x="411" y="879"/>
                  </a:cubicBezTo>
                  <a:cubicBezTo>
                    <a:pt x="411" y="879"/>
                    <a:pt x="427" y="859"/>
                    <a:pt x="429" y="856"/>
                  </a:cubicBezTo>
                  <a:cubicBezTo>
                    <a:pt x="429" y="856"/>
                    <a:pt x="442" y="839"/>
                    <a:pt x="443" y="839"/>
                  </a:cubicBezTo>
                  <a:cubicBezTo>
                    <a:pt x="445" y="835"/>
                    <a:pt x="452" y="827"/>
                    <a:pt x="452" y="827"/>
                  </a:cubicBezTo>
                  <a:cubicBezTo>
                    <a:pt x="455" y="823"/>
                    <a:pt x="461" y="814"/>
                    <a:pt x="461" y="814"/>
                  </a:cubicBezTo>
                  <a:cubicBezTo>
                    <a:pt x="462" y="812"/>
                    <a:pt x="464" y="810"/>
                    <a:pt x="465" y="809"/>
                  </a:cubicBezTo>
                  <a:cubicBezTo>
                    <a:pt x="464" y="810"/>
                    <a:pt x="444" y="888"/>
                    <a:pt x="444" y="989"/>
                  </a:cubicBezTo>
                  <a:cubicBezTo>
                    <a:pt x="444" y="992"/>
                    <a:pt x="443" y="995"/>
                    <a:pt x="443" y="998"/>
                  </a:cubicBezTo>
                  <a:cubicBezTo>
                    <a:pt x="443" y="1015"/>
                    <a:pt x="446" y="1034"/>
                    <a:pt x="451" y="1051"/>
                  </a:cubicBezTo>
                  <a:cubicBezTo>
                    <a:pt x="451" y="1051"/>
                    <a:pt x="451" y="1051"/>
                    <a:pt x="451" y="1051"/>
                  </a:cubicBezTo>
                  <a:cubicBezTo>
                    <a:pt x="448" y="1050"/>
                    <a:pt x="445" y="1050"/>
                    <a:pt x="445" y="1050"/>
                  </a:cubicBezTo>
                  <a:cubicBezTo>
                    <a:pt x="444" y="1049"/>
                    <a:pt x="441" y="1049"/>
                    <a:pt x="440" y="1049"/>
                  </a:cubicBezTo>
                  <a:cubicBezTo>
                    <a:pt x="440" y="1049"/>
                    <a:pt x="439" y="1049"/>
                    <a:pt x="438" y="1049"/>
                  </a:cubicBezTo>
                  <a:cubicBezTo>
                    <a:pt x="412" y="1009"/>
                    <a:pt x="415" y="926"/>
                    <a:pt x="415" y="926"/>
                  </a:cubicBezTo>
                  <a:close/>
                  <a:moveTo>
                    <a:pt x="625" y="1541"/>
                  </a:moveTo>
                  <a:cubicBezTo>
                    <a:pt x="625" y="1541"/>
                    <a:pt x="625" y="1541"/>
                    <a:pt x="625" y="1541"/>
                  </a:cubicBezTo>
                  <a:cubicBezTo>
                    <a:pt x="625" y="1541"/>
                    <a:pt x="625" y="1541"/>
                    <a:pt x="625" y="1541"/>
                  </a:cubicBezTo>
                  <a:close/>
                  <a:moveTo>
                    <a:pt x="676" y="1569"/>
                  </a:moveTo>
                  <a:cubicBezTo>
                    <a:pt x="676" y="1569"/>
                    <a:pt x="677" y="1569"/>
                    <a:pt x="677" y="1568"/>
                  </a:cubicBezTo>
                  <a:cubicBezTo>
                    <a:pt x="677" y="1568"/>
                    <a:pt x="677" y="1568"/>
                    <a:pt x="677" y="1568"/>
                  </a:cubicBezTo>
                  <a:cubicBezTo>
                    <a:pt x="677" y="1569"/>
                    <a:pt x="677" y="1569"/>
                    <a:pt x="677" y="1570"/>
                  </a:cubicBezTo>
                  <a:lnTo>
                    <a:pt x="676" y="1569"/>
                  </a:lnTo>
                  <a:close/>
                </a:path>
              </a:pathLst>
            </a:custGeom>
            <a:noFill/>
            <a:ln w="19050" cap="rnd" cmpd="sng">
              <a:solidFill>
                <a:schemeClr val="bg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</p:grpSp>
      <p:grpSp>
        <p:nvGrpSpPr>
          <p:cNvPr id="61449" name="infant-body-outline-lying-down">
            <a:extLst>
              <a:ext uri="{FF2B5EF4-FFF2-40B4-BE49-F238E27FC236}">
                <a16:creationId xmlns:a16="http://schemas.microsoft.com/office/drawing/2014/main" id="{FB892E32-C34D-49B3-94BE-8EC40674E24A}"/>
              </a:ext>
            </a:extLst>
          </p:cNvPr>
          <p:cNvGrpSpPr>
            <a:grpSpLocks/>
          </p:cNvGrpSpPr>
          <p:nvPr/>
        </p:nvGrpSpPr>
        <p:grpSpPr bwMode="auto">
          <a:xfrm>
            <a:off x="4446588" y="5267325"/>
            <a:ext cx="2771775" cy="1185863"/>
            <a:chOff x="1865" y="3327"/>
            <a:chExt cx="1746" cy="747"/>
          </a:xfrm>
        </p:grpSpPr>
        <p:sp>
          <p:nvSpPr>
            <p:cNvPr id="61450" name="Freeform 57">
              <a:extLst>
                <a:ext uri="{FF2B5EF4-FFF2-40B4-BE49-F238E27FC236}">
                  <a16:creationId xmlns:a16="http://schemas.microsoft.com/office/drawing/2014/main" id="{CB4D934B-C620-4334-94A1-504F2C63806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865" y="3327"/>
              <a:ext cx="1746" cy="747"/>
            </a:xfrm>
            <a:custGeom>
              <a:avLst/>
              <a:gdLst>
                <a:gd name="T0" fmla="*/ 702 w 2538"/>
                <a:gd name="T1" fmla="*/ 88 h 1083"/>
                <a:gd name="T2" fmla="*/ 650 w 2538"/>
                <a:gd name="T3" fmla="*/ 117 h 1083"/>
                <a:gd name="T4" fmla="*/ 628 w 2538"/>
                <a:gd name="T5" fmla="*/ 110 h 1083"/>
                <a:gd name="T6" fmla="*/ 620 w 2538"/>
                <a:gd name="T7" fmla="*/ 91 h 1083"/>
                <a:gd name="T8" fmla="*/ 630 w 2538"/>
                <a:gd name="T9" fmla="*/ 77 h 1083"/>
                <a:gd name="T10" fmla="*/ 627 w 2538"/>
                <a:gd name="T11" fmla="*/ 63 h 1083"/>
                <a:gd name="T12" fmla="*/ 620 w 2538"/>
                <a:gd name="T13" fmla="*/ 56 h 1083"/>
                <a:gd name="T14" fmla="*/ 583 w 2538"/>
                <a:gd name="T15" fmla="*/ 50 h 1083"/>
                <a:gd name="T16" fmla="*/ 424 w 2538"/>
                <a:gd name="T17" fmla="*/ 113 h 1083"/>
                <a:gd name="T18" fmla="*/ 419 w 2538"/>
                <a:gd name="T19" fmla="*/ 116 h 1083"/>
                <a:gd name="T20" fmla="*/ 413 w 2538"/>
                <a:gd name="T21" fmla="*/ 119 h 1083"/>
                <a:gd name="T22" fmla="*/ 401 w 2538"/>
                <a:gd name="T23" fmla="*/ 125 h 1083"/>
                <a:gd name="T24" fmla="*/ 399 w 2538"/>
                <a:gd name="T25" fmla="*/ 126 h 1083"/>
                <a:gd name="T26" fmla="*/ 393 w 2538"/>
                <a:gd name="T27" fmla="*/ 96 h 1083"/>
                <a:gd name="T28" fmla="*/ 387 w 2538"/>
                <a:gd name="T29" fmla="*/ 61 h 1083"/>
                <a:gd name="T30" fmla="*/ 259 w 2538"/>
                <a:gd name="T31" fmla="*/ 88 h 1083"/>
                <a:gd name="T32" fmla="*/ 198 w 2538"/>
                <a:gd name="T33" fmla="*/ 60 h 1083"/>
                <a:gd name="T34" fmla="*/ 175 w 2538"/>
                <a:gd name="T35" fmla="*/ 52 h 1083"/>
                <a:gd name="T36" fmla="*/ 175 w 2538"/>
                <a:gd name="T37" fmla="*/ 53 h 1083"/>
                <a:gd name="T38" fmla="*/ 174 w 2538"/>
                <a:gd name="T39" fmla="*/ 54 h 1083"/>
                <a:gd name="T40" fmla="*/ 174 w 2538"/>
                <a:gd name="T41" fmla="*/ 57 h 1083"/>
                <a:gd name="T42" fmla="*/ 174 w 2538"/>
                <a:gd name="T43" fmla="*/ 59 h 1083"/>
                <a:gd name="T44" fmla="*/ 169 w 2538"/>
                <a:gd name="T45" fmla="*/ 78 h 1083"/>
                <a:gd name="T46" fmla="*/ 176 w 2538"/>
                <a:gd name="T47" fmla="*/ 98 h 1083"/>
                <a:gd name="T48" fmla="*/ 177 w 2538"/>
                <a:gd name="T49" fmla="*/ 101 h 1083"/>
                <a:gd name="T50" fmla="*/ 177 w 2538"/>
                <a:gd name="T51" fmla="*/ 102 h 1083"/>
                <a:gd name="T52" fmla="*/ 178 w 2538"/>
                <a:gd name="T53" fmla="*/ 104 h 1083"/>
                <a:gd name="T54" fmla="*/ 178 w 2538"/>
                <a:gd name="T55" fmla="*/ 106 h 1083"/>
                <a:gd name="T56" fmla="*/ 180 w 2538"/>
                <a:gd name="T57" fmla="*/ 108 h 1083"/>
                <a:gd name="T58" fmla="*/ 180 w 2538"/>
                <a:gd name="T59" fmla="*/ 109 h 1083"/>
                <a:gd name="T60" fmla="*/ 182 w 2538"/>
                <a:gd name="T61" fmla="*/ 110 h 1083"/>
                <a:gd name="T62" fmla="*/ 183 w 2538"/>
                <a:gd name="T63" fmla="*/ 112 h 1083"/>
                <a:gd name="T64" fmla="*/ 184 w 2538"/>
                <a:gd name="T65" fmla="*/ 114 h 1083"/>
                <a:gd name="T66" fmla="*/ 186 w 2538"/>
                <a:gd name="T67" fmla="*/ 114 h 1083"/>
                <a:gd name="T68" fmla="*/ 237 w 2538"/>
                <a:gd name="T69" fmla="*/ 157 h 1083"/>
                <a:gd name="T70" fmla="*/ 85 w 2538"/>
                <a:gd name="T71" fmla="*/ 148 h 1083"/>
                <a:gd name="T72" fmla="*/ 23 w 2538"/>
                <a:gd name="T73" fmla="*/ 101 h 1083"/>
                <a:gd name="T74" fmla="*/ 25 w 2538"/>
                <a:gd name="T75" fmla="*/ 134 h 1083"/>
                <a:gd name="T76" fmla="*/ 7 w 2538"/>
                <a:gd name="T77" fmla="*/ 139 h 1083"/>
                <a:gd name="T78" fmla="*/ 6 w 2538"/>
                <a:gd name="T79" fmla="*/ 151 h 1083"/>
                <a:gd name="T80" fmla="*/ 2 w 2538"/>
                <a:gd name="T81" fmla="*/ 155 h 1083"/>
                <a:gd name="T82" fmla="*/ 35 w 2538"/>
                <a:gd name="T83" fmla="*/ 183 h 1083"/>
                <a:gd name="T84" fmla="*/ 188 w 2538"/>
                <a:gd name="T85" fmla="*/ 231 h 1083"/>
                <a:gd name="T86" fmla="*/ 552 w 2538"/>
                <a:gd name="T87" fmla="*/ 263 h 1083"/>
                <a:gd name="T88" fmla="*/ 605 w 2538"/>
                <a:gd name="T89" fmla="*/ 261 h 1083"/>
                <a:gd name="T90" fmla="*/ 623 w 2538"/>
                <a:gd name="T91" fmla="*/ 343 h 1083"/>
                <a:gd name="T92" fmla="*/ 762 w 2538"/>
                <a:gd name="T93" fmla="*/ 342 h 1083"/>
                <a:gd name="T94" fmla="*/ 755 w 2538"/>
                <a:gd name="T95" fmla="*/ 307 h 1083"/>
                <a:gd name="T96" fmla="*/ 753 w 2538"/>
                <a:gd name="T97" fmla="*/ 308 h 1083"/>
                <a:gd name="T98" fmla="*/ 737 w 2538"/>
                <a:gd name="T99" fmla="*/ 299 h 1083"/>
                <a:gd name="T100" fmla="*/ 713 w 2538"/>
                <a:gd name="T101" fmla="*/ 295 h 1083"/>
                <a:gd name="T102" fmla="*/ 677 w 2538"/>
                <a:gd name="T103" fmla="*/ 301 h 1083"/>
                <a:gd name="T104" fmla="*/ 662 w 2538"/>
                <a:gd name="T105" fmla="*/ 270 h 1083"/>
                <a:gd name="T106" fmla="*/ 733 w 2538"/>
                <a:gd name="T107" fmla="*/ 246 h 1083"/>
                <a:gd name="T108" fmla="*/ 784 w 2538"/>
                <a:gd name="T109" fmla="*/ 234 h 1083"/>
                <a:gd name="T110" fmla="*/ 795 w 2538"/>
                <a:gd name="T111" fmla="*/ 225 h 1083"/>
                <a:gd name="T112" fmla="*/ 737 w 2538"/>
                <a:gd name="T113" fmla="*/ 82 h 1083"/>
                <a:gd name="T114" fmla="*/ 269 w 2538"/>
                <a:gd name="T115" fmla="*/ 150 h 1083"/>
                <a:gd name="T116" fmla="*/ 310 w 2538"/>
                <a:gd name="T117" fmla="*/ 108 h 1083"/>
                <a:gd name="T118" fmla="*/ 310 w 2538"/>
                <a:gd name="T119" fmla="*/ 126 h 1083"/>
                <a:gd name="T120" fmla="*/ 673 w 2538"/>
                <a:gd name="T121" fmla="*/ 103 h 1083"/>
                <a:gd name="T122" fmla="*/ 673 w 2538"/>
                <a:gd name="T123" fmla="*/ 103 h 1083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0" t="0" r="r" b="b"/>
              <a:pathLst>
                <a:path w="2538" h="1083">
                  <a:moveTo>
                    <a:pt x="2264" y="250"/>
                  </a:moveTo>
                  <a:cubicBezTo>
                    <a:pt x="2240" y="251"/>
                    <a:pt x="2217" y="255"/>
                    <a:pt x="2195" y="260"/>
                  </a:cubicBezTo>
                  <a:cubicBezTo>
                    <a:pt x="2182" y="260"/>
                    <a:pt x="2166" y="265"/>
                    <a:pt x="2156" y="269"/>
                  </a:cubicBezTo>
                  <a:cubicBezTo>
                    <a:pt x="2134" y="278"/>
                    <a:pt x="2112" y="274"/>
                    <a:pt x="2091" y="283"/>
                  </a:cubicBezTo>
                  <a:cubicBezTo>
                    <a:pt x="2078" y="288"/>
                    <a:pt x="2066" y="301"/>
                    <a:pt x="2066" y="316"/>
                  </a:cubicBezTo>
                  <a:cubicBezTo>
                    <a:pt x="1996" y="356"/>
                    <a:pt x="1996" y="356"/>
                    <a:pt x="1996" y="356"/>
                  </a:cubicBezTo>
                  <a:cubicBezTo>
                    <a:pt x="1992" y="357"/>
                    <a:pt x="1988" y="359"/>
                    <a:pt x="1985" y="361"/>
                  </a:cubicBezTo>
                  <a:cubicBezTo>
                    <a:pt x="1979" y="364"/>
                    <a:pt x="1976" y="367"/>
                    <a:pt x="1974" y="369"/>
                  </a:cubicBezTo>
                  <a:cubicBezTo>
                    <a:pt x="1958" y="368"/>
                    <a:pt x="1951" y="360"/>
                    <a:pt x="1929" y="337"/>
                  </a:cubicBezTo>
                  <a:cubicBezTo>
                    <a:pt x="1918" y="326"/>
                    <a:pt x="1905" y="315"/>
                    <a:pt x="1887" y="305"/>
                  </a:cubicBezTo>
                  <a:cubicBezTo>
                    <a:pt x="1897" y="300"/>
                    <a:pt x="1902" y="286"/>
                    <a:pt x="1904" y="279"/>
                  </a:cubicBezTo>
                  <a:cubicBezTo>
                    <a:pt x="1904" y="279"/>
                    <a:pt x="1904" y="279"/>
                    <a:pt x="1904" y="278"/>
                  </a:cubicBezTo>
                  <a:cubicBezTo>
                    <a:pt x="1903" y="287"/>
                    <a:pt x="1909" y="296"/>
                    <a:pt x="1921" y="296"/>
                  </a:cubicBezTo>
                  <a:cubicBezTo>
                    <a:pt x="1926" y="296"/>
                    <a:pt x="1929" y="290"/>
                    <a:pt x="1931" y="283"/>
                  </a:cubicBezTo>
                  <a:cubicBezTo>
                    <a:pt x="1935" y="270"/>
                    <a:pt x="1935" y="249"/>
                    <a:pt x="1935" y="237"/>
                  </a:cubicBezTo>
                  <a:cubicBezTo>
                    <a:pt x="1934" y="222"/>
                    <a:pt x="1921" y="225"/>
                    <a:pt x="1919" y="225"/>
                  </a:cubicBezTo>
                  <a:cubicBezTo>
                    <a:pt x="1920" y="222"/>
                    <a:pt x="1923" y="217"/>
                    <a:pt x="1924" y="210"/>
                  </a:cubicBezTo>
                  <a:cubicBezTo>
                    <a:pt x="1926" y="204"/>
                    <a:pt x="1928" y="197"/>
                    <a:pt x="1928" y="191"/>
                  </a:cubicBezTo>
                  <a:cubicBezTo>
                    <a:pt x="1928" y="174"/>
                    <a:pt x="1900" y="181"/>
                    <a:pt x="1900" y="181"/>
                  </a:cubicBezTo>
                  <a:cubicBezTo>
                    <a:pt x="1900" y="181"/>
                    <a:pt x="1901" y="179"/>
                    <a:pt x="1901" y="176"/>
                  </a:cubicBezTo>
                  <a:cubicBezTo>
                    <a:pt x="1902" y="174"/>
                    <a:pt x="1903" y="171"/>
                    <a:pt x="1904" y="169"/>
                  </a:cubicBezTo>
                  <a:cubicBezTo>
                    <a:pt x="1904" y="168"/>
                    <a:pt x="1904" y="168"/>
                    <a:pt x="1904" y="167"/>
                  </a:cubicBezTo>
                  <a:cubicBezTo>
                    <a:pt x="1911" y="144"/>
                    <a:pt x="1878" y="144"/>
                    <a:pt x="1863" y="144"/>
                  </a:cubicBezTo>
                  <a:cubicBezTo>
                    <a:pt x="1848" y="144"/>
                    <a:pt x="1810" y="142"/>
                    <a:pt x="1792" y="152"/>
                  </a:cubicBezTo>
                  <a:cubicBezTo>
                    <a:pt x="1724" y="190"/>
                    <a:pt x="1662" y="174"/>
                    <a:pt x="1578" y="184"/>
                  </a:cubicBezTo>
                  <a:cubicBezTo>
                    <a:pt x="1512" y="193"/>
                    <a:pt x="1459" y="257"/>
                    <a:pt x="1440" y="283"/>
                  </a:cubicBezTo>
                  <a:cubicBezTo>
                    <a:pt x="1389" y="302"/>
                    <a:pt x="1341" y="325"/>
                    <a:pt x="1301" y="345"/>
                  </a:cubicBezTo>
                  <a:cubicBezTo>
                    <a:pt x="1301" y="346"/>
                    <a:pt x="1300" y="346"/>
                    <a:pt x="1300" y="346"/>
                  </a:cubicBezTo>
                  <a:cubicBezTo>
                    <a:pt x="1296" y="348"/>
                    <a:pt x="1293" y="350"/>
                    <a:pt x="1289" y="352"/>
                  </a:cubicBezTo>
                  <a:cubicBezTo>
                    <a:pt x="1288" y="352"/>
                    <a:pt x="1287" y="353"/>
                    <a:pt x="1286" y="353"/>
                  </a:cubicBezTo>
                  <a:cubicBezTo>
                    <a:pt x="1283" y="355"/>
                    <a:pt x="1281" y="356"/>
                    <a:pt x="1278" y="357"/>
                  </a:cubicBezTo>
                  <a:cubicBezTo>
                    <a:pt x="1275" y="359"/>
                    <a:pt x="1273" y="360"/>
                    <a:pt x="1270" y="362"/>
                  </a:cubicBezTo>
                  <a:cubicBezTo>
                    <a:pt x="1269" y="362"/>
                    <a:pt x="1268" y="363"/>
                    <a:pt x="1267" y="363"/>
                  </a:cubicBezTo>
                  <a:cubicBezTo>
                    <a:pt x="1257" y="369"/>
                    <a:pt x="1247" y="374"/>
                    <a:pt x="1238" y="379"/>
                  </a:cubicBezTo>
                  <a:cubicBezTo>
                    <a:pt x="1238" y="379"/>
                    <a:pt x="1237" y="379"/>
                    <a:pt x="1237" y="379"/>
                  </a:cubicBezTo>
                  <a:cubicBezTo>
                    <a:pt x="1235" y="381"/>
                    <a:pt x="1233" y="381"/>
                    <a:pt x="1231" y="382"/>
                  </a:cubicBezTo>
                  <a:cubicBezTo>
                    <a:pt x="1230" y="383"/>
                    <a:pt x="1228" y="384"/>
                    <a:pt x="1226" y="385"/>
                  </a:cubicBezTo>
                  <a:cubicBezTo>
                    <a:pt x="1226" y="385"/>
                    <a:pt x="1226" y="385"/>
                    <a:pt x="1226" y="385"/>
                  </a:cubicBezTo>
                  <a:cubicBezTo>
                    <a:pt x="1226" y="385"/>
                    <a:pt x="1226" y="385"/>
                    <a:pt x="1226" y="385"/>
                  </a:cubicBezTo>
                  <a:cubicBezTo>
                    <a:pt x="1222" y="367"/>
                    <a:pt x="1215" y="334"/>
                    <a:pt x="1207" y="299"/>
                  </a:cubicBezTo>
                  <a:cubicBezTo>
                    <a:pt x="1207" y="298"/>
                    <a:pt x="1207" y="298"/>
                    <a:pt x="1207" y="297"/>
                  </a:cubicBezTo>
                  <a:cubicBezTo>
                    <a:pt x="1207" y="295"/>
                    <a:pt x="1206" y="293"/>
                    <a:pt x="1206" y="292"/>
                  </a:cubicBezTo>
                  <a:cubicBezTo>
                    <a:pt x="1205" y="290"/>
                    <a:pt x="1205" y="289"/>
                    <a:pt x="1205" y="288"/>
                  </a:cubicBezTo>
                  <a:cubicBezTo>
                    <a:pt x="1205" y="287"/>
                    <a:pt x="1204" y="286"/>
                    <a:pt x="1204" y="284"/>
                  </a:cubicBezTo>
                  <a:cubicBezTo>
                    <a:pt x="1196" y="244"/>
                    <a:pt x="1188" y="205"/>
                    <a:pt x="1187" y="187"/>
                  </a:cubicBezTo>
                  <a:cubicBezTo>
                    <a:pt x="1184" y="144"/>
                    <a:pt x="1166" y="0"/>
                    <a:pt x="1042" y="1"/>
                  </a:cubicBezTo>
                  <a:cubicBezTo>
                    <a:pt x="918" y="2"/>
                    <a:pt x="898" y="77"/>
                    <a:pt x="869" y="124"/>
                  </a:cubicBezTo>
                  <a:cubicBezTo>
                    <a:pt x="840" y="171"/>
                    <a:pt x="793" y="268"/>
                    <a:pt x="793" y="268"/>
                  </a:cubicBezTo>
                  <a:cubicBezTo>
                    <a:pt x="793" y="268"/>
                    <a:pt x="760" y="271"/>
                    <a:pt x="748" y="283"/>
                  </a:cubicBezTo>
                  <a:cubicBezTo>
                    <a:pt x="736" y="295"/>
                    <a:pt x="704" y="259"/>
                    <a:pt x="691" y="242"/>
                  </a:cubicBezTo>
                  <a:cubicBezTo>
                    <a:pt x="678" y="225"/>
                    <a:pt x="626" y="191"/>
                    <a:pt x="608" y="182"/>
                  </a:cubicBezTo>
                  <a:cubicBezTo>
                    <a:pt x="590" y="173"/>
                    <a:pt x="579" y="130"/>
                    <a:pt x="538" y="158"/>
                  </a:cubicBezTo>
                  <a:cubicBezTo>
                    <a:pt x="538" y="158"/>
                    <a:pt x="538" y="158"/>
                    <a:pt x="537" y="159"/>
                  </a:cubicBezTo>
                  <a:cubicBezTo>
                    <a:pt x="537" y="159"/>
                    <a:pt x="537" y="159"/>
                    <a:pt x="537" y="159"/>
                  </a:cubicBezTo>
                  <a:cubicBezTo>
                    <a:pt x="537" y="159"/>
                    <a:pt x="537" y="160"/>
                    <a:pt x="536" y="161"/>
                  </a:cubicBezTo>
                  <a:cubicBezTo>
                    <a:pt x="536" y="161"/>
                    <a:pt x="536" y="161"/>
                    <a:pt x="536" y="161"/>
                  </a:cubicBezTo>
                  <a:cubicBezTo>
                    <a:pt x="536" y="162"/>
                    <a:pt x="536" y="162"/>
                    <a:pt x="536" y="163"/>
                  </a:cubicBezTo>
                  <a:cubicBezTo>
                    <a:pt x="536" y="163"/>
                    <a:pt x="536" y="164"/>
                    <a:pt x="536" y="164"/>
                  </a:cubicBezTo>
                  <a:cubicBezTo>
                    <a:pt x="535" y="165"/>
                    <a:pt x="535" y="165"/>
                    <a:pt x="535" y="166"/>
                  </a:cubicBezTo>
                  <a:cubicBezTo>
                    <a:pt x="535" y="167"/>
                    <a:pt x="535" y="167"/>
                    <a:pt x="535" y="167"/>
                  </a:cubicBezTo>
                  <a:cubicBezTo>
                    <a:pt x="535" y="168"/>
                    <a:pt x="535" y="169"/>
                    <a:pt x="535" y="170"/>
                  </a:cubicBezTo>
                  <a:cubicBezTo>
                    <a:pt x="535" y="170"/>
                    <a:pt x="535" y="170"/>
                    <a:pt x="535" y="170"/>
                  </a:cubicBezTo>
                  <a:cubicBezTo>
                    <a:pt x="535" y="172"/>
                    <a:pt x="535" y="173"/>
                    <a:pt x="535" y="174"/>
                  </a:cubicBezTo>
                  <a:cubicBezTo>
                    <a:pt x="535" y="174"/>
                    <a:pt x="535" y="174"/>
                    <a:pt x="535" y="174"/>
                  </a:cubicBezTo>
                  <a:cubicBezTo>
                    <a:pt x="535" y="176"/>
                    <a:pt x="535" y="177"/>
                    <a:pt x="535" y="178"/>
                  </a:cubicBezTo>
                  <a:cubicBezTo>
                    <a:pt x="535" y="178"/>
                    <a:pt x="535" y="178"/>
                    <a:pt x="535" y="178"/>
                  </a:cubicBezTo>
                  <a:cubicBezTo>
                    <a:pt x="535" y="180"/>
                    <a:pt x="536" y="181"/>
                    <a:pt x="536" y="182"/>
                  </a:cubicBezTo>
                  <a:cubicBezTo>
                    <a:pt x="531" y="184"/>
                    <a:pt x="507" y="193"/>
                    <a:pt x="527" y="213"/>
                  </a:cubicBezTo>
                  <a:cubicBezTo>
                    <a:pt x="527" y="213"/>
                    <a:pt x="505" y="228"/>
                    <a:pt x="519" y="238"/>
                  </a:cubicBezTo>
                  <a:cubicBezTo>
                    <a:pt x="519" y="238"/>
                    <a:pt x="509" y="265"/>
                    <a:pt x="524" y="269"/>
                  </a:cubicBezTo>
                  <a:cubicBezTo>
                    <a:pt x="524" y="269"/>
                    <a:pt x="512" y="297"/>
                    <a:pt x="539" y="299"/>
                  </a:cubicBezTo>
                  <a:cubicBezTo>
                    <a:pt x="540" y="299"/>
                    <a:pt x="540" y="299"/>
                    <a:pt x="541" y="299"/>
                  </a:cubicBezTo>
                  <a:cubicBezTo>
                    <a:pt x="541" y="300"/>
                    <a:pt x="542" y="301"/>
                    <a:pt x="542" y="302"/>
                  </a:cubicBezTo>
                  <a:cubicBezTo>
                    <a:pt x="542" y="303"/>
                    <a:pt x="542" y="303"/>
                    <a:pt x="542" y="303"/>
                  </a:cubicBezTo>
                  <a:cubicBezTo>
                    <a:pt x="542" y="304"/>
                    <a:pt x="543" y="305"/>
                    <a:pt x="543" y="306"/>
                  </a:cubicBezTo>
                  <a:cubicBezTo>
                    <a:pt x="543" y="306"/>
                    <a:pt x="543" y="307"/>
                    <a:pt x="543" y="307"/>
                  </a:cubicBezTo>
                  <a:cubicBezTo>
                    <a:pt x="543" y="308"/>
                    <a:pt x="543" y="309"/>
                    <a:pt x="544" y="310"/>
                  </a:cubicBezTo>
                  <a:cubicBezTo>
                    <a:pt x="544" y="310"/>
                    <a:pt x="544" y="310"/>
                    <a:pt x="544" y="311"/>
                  </a:cubicBezTo>
                  <a:cubicBezTo>
                    <a:pt x="544" y="311"/>
                    <a:pt x="545" y="312"/>
                    <a:pt x="545" y="313"/>
                  </a:cubicBezTo>
                  <a:cubicBezTo>
                    <a:pt x="545" y="314"/>
                    <a:pt x="545" y="314"/>
                    <a:pt x="545" y="314"/>
                  </a:cubicBezTo>
                  <a:cubicBezTo>
                    <a:pt x="546" y="315"/>
                    <a:pt x="546" y="316"/>
                    <a:pt x="546" y="317"/>
                  </a:cubicBezTo>
                  <a:cubicBezTo>
                    <a:pt x="546" y="317"/>
                    <a:pt x="547" y="318"/>
                    <a:pt x="547" y="318"/>
                  </a:cubicBezTo>
                  <a:cubicBezTo>
                    <a:pt x="547" y="319"/>
                    <a:pt x="547" y="319"/>
                    <a:pt x="548" y="320"/>
                  </a:cubicBezTo>
                  <a:cubicBezTo>
                    <a:pt x="548" y="321"/>
                    <a:pt x="548" y="321"/>
                    <a:pt x="548" y="322"/>
                  </a:cubicBezTo>
                  <a:cubicBezTo>
                    <a:pt x="549" y="322"/>
                    <a:pt x="549" y="323"/>
                    <a:pt x="549" y="324"/>
                  </a:cubicBezTo>
                  <a:cubicBezTo>
                    <a:pt x="549" y="324"/>
                    <a:pt x="550" y="325"/>
                    <a:pt x="550" y="325"/>
                  </a:cubicBezTo>
                  <a:cubicBezTo>
                    <a:pt x="550" y="326"/>
                    <a:pt x="551" y="326"/>
                    <a:pt x="551" y="327"/>
                  </a:cubicBezTo>
                  <a:cubicBezTo>
                    <a:pt x="551" y="328"/>
                    <a:pt x="552" y="328"/>
                    <a:pt x="552" y="329"/>
                  </a:cubicBezTo>
                  <a:cubicBezTo>
                    <a:pt x="552" y="329"/>
                    <a:pt x="553" y="330"/>
                    <a:pt x="553" y="330"/>
                  </a:cubicBezTo>
                  <a:cubicBezTo>
                    <a:pt x="553" y="331"/>
                    <a:pt x="554" y="331"/>
                    <a:pt x="554" y="332"/>
                  </a:cubicBezTo>
                  <a:cubicBezTo>
                    <a:pt x="554" y="332"/>
                    <a:pt x="555" y="333"/>
                    <a:pt x="555" y="334"/>
                  </a:cubicBezTo>
                  <a:cubicBezTo>
                    <a:pt x="555" y="334"/>
                    <a:pt x="556" y="335"/>
                    <a:pt x="556" y="335"/>
                  </a:cubicBezTo>
                  <a:cubicBezTo>
                    <a:pt x="557" y="336"/>
                    <a:pt x="557" y="336"/>
                    <a:pt x="558" y="337"/>
                  </a:cubicBezTo>
                  <a:cubicBezTo>
                    <a:pt x="558" y="337"/>
                    <a:pt x="558" y="338"/>
                    <a:pt x="559" y="338"/>
                  </a:cubicBezTo>
                  <a:cubicBezTo>
                    <a:pt x="559" y="339"/>
                    <a:pt x="560" y="339"/>
                    <a:pt x="560" y="340"/>
                  </a:cubicBezTo>
                  <a:cubicBezTo>
                    <a:pt x="561" y="340"/>
                    <a:pt x="561" y="341"/>
                    <a:pt x="561" y="341"/>
                  </a:cubicBezTo>
                  <a:cubicBezTo>
                    <a:pt x="562" y="342"/>
                    <a:pt x="563" y="342"/>
                    <a:pt x="563" y="343"/>
                  </a:cubicBezTo>
                  <a:cubicBezTo>
                    <a:pt x="563" y="343"/>
                    <a:pt x="564" y="344"/>
                    <a:pt x="564" y="344"/>
                  </a:cubicBezTo>
                  <a:cubicBezTo>
                    <a:pt x="565" y="345"/>
                    <a:pt x="566" y="345"/>
                    <a:pt x="566" y="346"/>
                  </a:cubicBezTo>
                  <a:cubicBezTo>
                    <a:pt x="567" y="346"/>
                    <a:pt x="567" y="347"/>
                    <a:pt x="568" y="347"/>
                  </a:cubicBezTo>
                  <a:cubicBezTo>
                    <a:pt x="568" y="348"/>
                    <a:pt x="569" y="348"/>
                    <a:pt x="570" y="349"/>
                  </a:cubicBezTo>
                  <a:cubicBezTo>
                    <a:pt x="570" y="349"/>
                    <a:pt x="571" y="349"/>
                    <a:pt x="571" y="350"/>
                  </a:cubicBezTo>
                  <a:cubicBezTo>
                    <a:pt x="572" y="350"/>
                    <a:pt x="573" y="351"/>
                    <a:pt x="575" y="352"/>
                  </a:cubicBezTo>
                  <a:cubicBezTo>
                    <a:pt x="615" y="377"/>
                    <a:pt x="663" y="402"/>
                    <a:pt x="684" y="428"/>
                  </a:cubicBezTo>
                  <a:cubicBezTo>
                    <a:pt x="695" y="442"/>
                    <a:pt x="710" y="464"/>
                    <a:pt x="727" y="480"/>
                  </a:cubicBezTo>
                  <a:cubicBezTo>
                    <a:pt x="658" y="490"/>
                    <a:pt x="518" y="505"/>
                    <a:pt x="477" y="511"/>
                  </a:cubicBezTo>
                  <a:cubicBezTo>
                    <a:pt x="402" y="521"/>
                    <a:pt x="384" y="480"/>
                    <a:pt x="338" y="483"/>
                  </a:cubicBezTo>
                  <a:cubicBezTo>
                    <a:pt x="314" y="485"/>
                    <a:pt x="282" y="464"/>
                    <a:pt x="261" y="450"/>
                  </a:cubicBezTo>
                  <a:cubicBezTo>
                    <a:pt x="240" y="436"/>
                    <a:pt x="214" y="409"/>
                    <a:pt x="187" y="395"/>
                  </a:cubicBezTo>
                  <a:cubicBezTo>
                    <a:pt x="165" y="384"/>
                    <a:pt x="138" y="347"/>
                    <a:pt x="138" y="347"/>
                  </a:cubicBezTo>
                  <a:cubicBezTo>
                    <a:pt x="138" y="347"/>
                    <a:pt x="100" y="296"/>
                    <a:pt x="72" y="309"/>
                  </a:cubicBezTo>
                  <a:cubicBezTo>
                    <a:pt x="68" y="310"/>
                    <a:pt x="65" y="314"/>
                    <a:pt x="61" y="318"/>
                  </a:cubicBezTo>
                  <a:cubicBezTo>
                    <a:pt x="34" y="356"/>
                    <a:pt x="85" y="386"/>
                    <a:pt x="85" y="386"/>
                  </a:cubicBezTo>
                  <a:cubicBezTo>
                    <a:pt x="77" y="407"/>
                    <a:pt x="77" y="407"/>
                    <a:pt x="77" y="407"/>
                  </a:cubicBezTo>
                  <a:cubicBezTo>
                    <a:pt x="60" y="398"/>
                    <a:pt x="43" y="397"/>
                    <a:pt x="28" y="399"/>
                  </a:cubicBezTo>
                  <a:cubicBezTo>
                    <a:pt x="26" y="399"/>
                    <a:pt x="24" y="400"/>
                    <a:pt x="23" y="400"/>
                  </a:cubicBezTo>
                  <a:cubicBezTo>
                    <a:pt x="14" y="406"/>
                    <a:pt x="21" y="422"/>
                    <a:pt x="21" y="422"/>
                  </a:cubicBezTo>
                  <a:cubicBezTo>
                    <a:pt x="21" y="422"/>
                    <a:pt x="14" y="426"/>
                    <a:pt x="12" y="432"/>
                  </a:cubicBezTo>
                  <a:cubicBezTo>
                    <a:pt x="8" y="449"/>
                    <a:pt x="18" y="456"/>
                    <a:pt x="22" y="459"/>
                  </a:cubicBezTo>
                  <a:cubicBezTo>
                    <a:pt x="21" y="459"/>
                    <a:pt x="20" y="458"/>
                    <a:pt x="19" y="459"/>
                  </a:cubicBezTo>
                  <a:cubicBezTo>
                    <a:pt x="21" y="459"/>
                    <a:pt x="21" y="459"/>
                    <a:pt x="21" y="459"/>
                  </a:cubicBezTo>
                  <a:cubicBezTo>
                    <a:pt x="19" y="459"/>
                    <a:pt x="17" y="459"/>
                    <a:pt x="15" y="460"/>
                  </a:cubicBezTo>
                  <a:cubicBezTo>
                    <a:pt x="12" y="462"/>
                    <a:pt x="9" y="466"/>
                    <a:pt x="6" y="473"/>
                  </a:cubicBezTo>
                  <a:cubicBezTo>
                    <a:pt x="0" y="492"/>
                    <a:pt x="30" y="499"/>
                    <a:pt x="30" y="499"/>
                  </a:cubicBezTo>
                  <a:cubicBezTo>
                    <a:pt x="20" y="527"/>
                    <a:pt x="47" y="528"/>
                    <a:pt x="59" y="535"/>
                  </a:cubicBezTo>
                  <a:cubicBezTo>
                    <a:pt x="72" y="542"/>
                    <a:pt x="90" y="542"/>
                    <a:pt x="107" y="556"/>
                  </a:cubicBezTo>
                  <a:cubicBezTo>
                    <a:pt x="202" y="635"/>
                    <a:pt x="237" y="592"/>
                    <a:pt x="265" y="628"/>
                  </a:cubicBezTo>
                  <a:cubicBezTo>
                    <a:pt x="293" y="664"/>
                    <a:pt x="315" y="642"/>
                    <a:pt x="343" y="656"/>
                  </a:cubicBezTo>
                  <a:cubicBezTo>
                    <a:pt x="371" y="670"/>
                    <a:pt x="490" y="694"/>
                    <a:pt x="579" y="704"/>
                  </a:cubicBezTo>
                  <a:cubicBezTo>
                    <a:pt x="801" y="730"/>
                    <a:pt x="765" y="638"/>
                    <a:pt x="973" y="764"/>
                  </a:cubicBezTo>
                  <a:cubicBezTo>
                    <a:pt x="1182" y="891"/>
                    <a:pt x="1219" y="836"/>
                    <a:pt x="1301" y="820"/>
                  </a:cubicBezTo>
                  <a:cubicBezTo>
                    <a:pt x="1383" y="804"/>
                    <a:pt x="1549" y="860"/>
                    <a:pt x="1697" y="802"/>
                  </a:cubicBezTo>
                  <a:cubicBezTo>
                    <a:pt x="1800" y="762"/>
                    <a:pt x="1850" y="790"/>
                    <a:pt x="1856" y="794"/>
                  </a:cubicBezTo>
                  <a:cubicBezTo>
                    <a:pt x="1855" y="795"/>
                    <a:pt x="1854" y="797"/>
                    <a:pt x="1854" y="798"/>
                  </a:cubicBezTo>
                  <a:cubicBezTo>
                    <a:pt x="1856" y="796"/>
                    <a:pt x="1856" y="796"/>
                    <a:pt x="1856" y="796"/>
                  </a:cubicBezTo>
                  <a:cubicBezTo>
                    <a:pt x="1813" y="877"/>
                    <a:pt x="1839" y="972"/>
                    <a:pt x="1847" y="995"/>
                  </a:cubicBezTo>
                  <a:cubicBezTo>
                    <a:pt x="1854" y="1018"/>
                    <a:pt x="1867" y="1031"/>
                    <a:pt x="1879" y="1033"/>
                  </a:cubicBezTo>
                  <a:cubicBezTo>
                    <a:pt x="1891" y="1035"/>
                    <a:pt x="1886" y="1038"/>
                    <a:pt x="1912" y="1047"/>
                  </a:cubicBezTo>
                  <a:cubicBezTo>
                    <a:pt x="2023" y="1083"/>
                    <a:pt x="2131" y="1059"/>
                    <a:pt x="2167" y="1051"/>
                  </a:cubicBezTo>
                  <a:cubicBezTo>
                    <a:pt x="2203" y="1044"/>
                    <a:pt x="2271" y="1049"/>
                    <a:pt x="2313" y="1049"/>
                  </a:cubicBezTo>
                  <a:cubicBezTo>
                    <a:pt x="2323" y="1049"/>
                    <a:pt x="2332" y="1046"/>
                    <a:pt x="2339" y="1042"/>
                  </a:cubicBezTo>
                  <a:cubicBezTo>
                    <a:pt x="2361" y="1031"/>
                    <a:pt x="2369" y="1006"/>
                    <a:pt x="2378" y="991"/>
                  </a:cubicBezTo>
                  <a:cubicBezTo>
                    <a:pt x="2391" y="971"/>
                    <a:pt x="2374" y="960"/>
                    <a:pt x="2356" y="943"/>
                  </a:cubicBezTo>
                  <a:cubicBezTo>
                    <a:pt x="2343" y="930"/>
                    <a:pt x="2327" y="933"/>
                    <a:pt x="2319" y="935"/>
                  </a:cubicBezTo>
                  <a:cubicBezTo>
                    <a:pt x="2319" y="935"/>
                    <a:pt x="2319" y="935"/>
                    <a:pt x="2319" y="935"/>
                  </a:cubicBezTo>
                  <a:cubicBezTo>
                    <a:pt x="2318" y="935"/>
                    <a:pt x="2317" y="935"/>
                    <a:pt x="2316" y="936"/>
                  </a:cubicBezTo>
                  <a:cubicBezTo>
                    <a:pt x="2315" y="936"/>
                    <a:pt x="2314" y="936"/>
                    <a:pt x="2314" y="936"/>
                  </a:cubicBezTo>
                  <a:cubicBezTo>
                    <a:pt x="2307" y="924"/>
                    <a:pt x="2296" y="928"/>
                    <a:pt x="2296" y="928"/>
                  </a:cubicBezTo>
                  <a:cubicBezTo>
                    <a:pt x="2279" y="907"/>
                    <a:pt x="2264" y="910"/>
                    <a:pt x="2264" y="910"/>
                  </a:cubicBezTo>
                  <a:cubicBezTo>
                    <a:pt x="2263" y="910"/>
                    <a:pt x="2263" y="910"/>
                    <a:pt x="2263" y="910"/>
                  </a:cubicBezTo>
                  <a:cubicBezTo>
                    <a:pt x="2252" y="894"/>
                    <a:pt x="2241" y="895"/>
                    <a:pt x="2235" y="899"/>
                  </a:cubicBezTo>
                  <a:cubicBezTo>
                    <a:pt x="2231" y="901"/>
                    <a:pt x="2229" y="903"/>
                    <a:pt x="2228" y="904"/>
                  </a:cubicBezTo>
                  <a:cubicBezTo>
                    <a:pt x="2209" y="896"/>
                    <a:pt x="2197" y="897"/>
                    <a:pt x="2189" y="901"/>
                  </a:cubicBezTo>
                  <a:cubicBezTo>
                    <a:pt x="2177" y="908"/>
                    <a:pt x="2173" y="922"/>
                    <a:pt x="2166" y="927"/>
                  </a:cubicBezTo>
                  <a:cubicBezTo>
                    <a:pt x="2166" y="928"/>
                    <a:pt x="2165" y="928"/>
                    <a:pt x="2165" y="928"/>
                  </a:cubicBezTo>
                  <a:cubicBezTo>
                    <a:pt x="2151" y="935"/>
                    <a:pt x="2099" y="926"/>
                    <a:pt x="2080" y="917"/>
                  </a:cubicBezTo>
                  <a:cubicBezTo>
                    <a:pt x="2060" y="908"/>
                    <a:pt x="2022" y="898"/>
                    <a:pt x="2019" y="892"/>
                  </a:cubicBezTo>
                  <a:cubicBezTo>
                    <a:pt x="2015" y="886"/>
                    <a:pt x="2009" y="885"/>
                    <a:pt x="2009" y="885"/>
                  </a:cubicBezTo>
                  <a:cubicBezTo>
                    <a:pt x="2009" y="885"/>
                    <a:pt x="1999" y="882"/>
                    <a:pt x="2035" y="824"/>
                  </a:cubicBezTo>
                  <a:cubicBezTo>
                    <a:pt x="2054" y="795"/>
                    <a:pt x="2057" y="765"/>
                    <a:pt x="2056" y="743"/>
                  </a:cubicBezTo>
                  <a:cubicBezTo>
                    <a:pt x="2117" y="812"/>
                    <a:pt x="2198" y="758"/>
                    <a:pt x="2218" y="758"/>
                  </a:cubicBezTo>
                  <a:cubicBezTo>
                    <a:pt x="2231" y="758"/>
                    <a:pt x="2243" y="753"/>
                    <a:pt x="2251" y="748"/>
                  </a:cubicBezTo>
                  <a:cubicBezTo>
                    <a:pt x="2254" y="746"/>
                    <a:pt x="2257" y="745"/>
                    <a:pt x="2258" y="744"/>
                  </a:cubicBezTo>
                  <a:cubicBezTo>
                    <a:pt x="2261" y="745"/>
                    <a:pt x="2335" y="758"/>
                    <a:pt x="2401" y="717"/>
                  </a:cubicBezTo>
                  <a:cubicBezTo>
                    <a:pt x="2402" y="716"/>
                    <a:pt x="2403" y="715"/>
                    <a:pt x="2405" y="714"/>
                  </a:cubicBezTo>
                  <a:cubicBezTo>
                    <a:pt x="2405" y="713"/>
                    <a:pt x="2406" y="713"/>
                    <a:pt x="2406" y="713"/>
                  </a:cubicBezTo>
                  <a:cubicBezTo>
                    <a:pt x="2417" y="705"/>
                    <a:pt x="2428" y="697"/>
                    <a:pt x="2437" y="686"/>
                  </a:cubicBezTo>
                  <a:cubicBezTo>
                    <a:pt x="2438" y="686"/>
                    <a:pt x="2439" y="686"/>
                    <a:pt x="2440" y="685"/>
                  </a:cubicBezTo>
                  <a:cubicBezTo>
                    <a:pt x="2444" y="679"/>
                    <a:pt x="2449" y="672"/>
                    <a:pt x="2455" y="663"/>
                  </a:cubicBezTo>
                  <a:cubicBezTo>
                    <a:pt x="2470" y="640"/>
                    <a:pt x="2483" y="611"/>
                    <a:pt x="2491" y="574"/>
                  </a:cubicBezTo>
                  <a:cubicBezTo>
                    <a:pt x="2538" y="368"/>
                    <a:pt x="2410" y="242"/>
                    <a:pt x="2264" y="250"/>
                  </a:cubicBezTo>
                  <a:close/>
                  <a:moveTo>
                    <a:pt x="921" y="459"/>
                  </a:moveTo>
                  <a:cubicBezTo>
                    <a:pt x="917" y="457"/>
                    <a:pt x="917" y="457"/>
                    <a:pt x="917" y="457"/>
                  </a:cubicBezTo>
                  <a:cubicBezTo>
                    <a:pt x="889" y="444"/>
                    <a:pt x="855" y="448"/>
                    <a:pt x="825" y="455"/>
                  </a:cubicBezTo>
                  <a:cubicBezTo>
                    <a:pt x="840" y="433"/>
                    <a:pt x="850" y="408"/>
                    <a:pt x="861" y="397"/>
                  </a:cubicBezTo>
                  <a:cubicBezTo>
                    <a:pt x="867" y="391"/>
                    <a:pt x="873" y="386"/>
                    <a:pt x="880" y="381"/>
                  </a:cubicBezTo>
                  <a:cubicBezTo>
                    <a:pt x="908" y="359"/>
                    <a:pt x="939" y="344"/>
                    <a:pt x="950" y="329"/>
                  </a:cubicBezTo>
                  <a:cubicBezTo>
                    <a:pt x="950" y="329"/>
                    <a:pt x="950" y="358"/>
                    <a:pt x="952" y="370"/>
                  </a:cubicBezTo>
                  <a:cubicBezTo>
                    <a:pt x="953" y="374"/>
                    <a:pt x="954" y="377"/>
                    <a:pt x="954" y="381"/>
                  </a:cubicBezTo>
                  <a:cubicBezTo>
                    <a:pt x="954" y="382"/>
                    <a:pt x="954" y="383"/>
                    <a:pt x="954" y="384"/>
                  </a:cubicBezTo>
                  <a:cubicBezTo>
                    <a:pt x="953" y="414"/>
                    <a:pt x="924" y="426"/>
                    <a:pt x="921" y="457"/>
                  </a:cubicBezTo>
                  <a:lnTo>
                    <a:pt x="921" y="459"/>
                  </a:lnTo>
                  <a:close/>
                  <a:moveTo>
                    <a:pt x="2066" y="316"/>
                  </a:moveTo>
                  <a:cubicBezTo>
                    <a:pt x="2038" y="332"/>
                    <a:pt x="2018" y="347"/>
                    <a:pt x="2008" y="353"/>
                  </a:cubicBezTo>
                  <a:cubicBezTo>
                    <a:pt x="2019" y="347"/>
                    <a:pt x="2039" y="332"/>
                    <a:pt x="2066" y="316"/>
                  </a:cubicBezTo>
                  <a:cubicBezTo>
                    <a:pt x="2066" y="316"/>
                    <a:pt x="2066" y="316"/>
                    <a:pt x="2066" y="316"/>
                  </a:cubicBezTo>
                  <a:close/>
                </a:path>
              </a:pathLst>
            </a:custGeom>
            <a:noFill/>
            <a:ln w="19050" cmpd="sng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B1DFF5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61451" name="Freeform 58">
              <a:extLst>
                <a:ext uri="{FF2B5EF4-FFF2-40B4-BE49-F238E27FC236}">
                  <a16:creationId xmlns:a16="http://schemas.microsoft.com/office/drawing/2014/main" id="{7006A359-8A46-41E9-8434-1E15B87E292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865" y="3327"/>
              <a:ext cx="1746" cy="747"/>
            </a:xfrm>
            <a:custGeom>
              <a:avLst/>
              <a:gdLst>
                <a:gd name="T0" fmla="*/ 702 w 2538"/>
                <a:gd name="T1" fmla="*/ 88 h 1083"/>
                <a:gd name="T2" fmla="*/ 650 w 2538"/>
                <a:gd name="T3" fmla="*/ 117 h 1083"/>
                <a:gd name="T4" fmla="*/ 628 w 2538"/>
                <a:gd name="T5" fmla="*/ 110 h 1083"/>
                <a:gd name="T6" fmla="*/ 620 w 2538"/>
                <a:gd name="T7" fmla="*/ 91 h 1083"/>
                <a:gd name="T8" fmla="*/ 630 w 2538"/>
                <a:gd name="T9" fmla="*/ 77 h 1083"/>
                <a:gd name="T10" fmla="*/ 627 w 2538"/>
                <a:gd name="T11" fmla="*/ 63 h 1083"/>
                <a:gd name="T12" fmla="*/ 620 w 2538"/>
                <a:gd name="T13" fmla="*/ 56 h 1083"/>
                <a:gd name="T14" fmla="*/ 583 w 2538"/>
                <a:gd name="T15" fmla="*/ 50 h 1083"/>
                <a:gd name="T16" fmla="*/ 424 w 2538"/>
                <a:gd name="T17" fmla="*/ 113 h 1083"/>
                <a:gd name="T18" fmla="*/ 419 w 2538"/>
                <a:gd name="T19" fmla="*/ 116 h 1083"/>
                <a:gd name="T20" fmla="*/ 413 w 2538"/>
                <a:gd name="T21" fmla="*/ 119 h 1083"/>
                <a:gd name="T22" fmla="*/ 401 w 2538"/>
                <a:gd name="T23" fmla="*/ 125 h 1083"/>
                <a:gd name="T24" fmla="*/ 399 w 2538"/>
                <a:gd name="T25" fmla="*/ 126 h 1083"/>
                <a:gd name="T26" fmla="*/ 393 w 2538"/>
                <a:gd name="T27" fmla="*/ 96 h 1083"/>
                <a:gd name="T28" fmla="*/ 387 w 2538"/>
                <a:gd name="T29" fmla="*/ 61 h 1083"/>
                <a:gd name="T30" fmla="*/ 259 w 2538"/>
                <a:gd name="T31" fmla="*/ 88 h 1083"/>
                <a:gd name="T32" fmla="*/ 198 w 2538"/>
                <a:gd name="T33" fmla="*/ 60 h 1083"/>
                <a:gd name="T34" fmla="*/ 175 w 2538"/>
                <a:gd name="T35" fmla="*/ 52 h 1083"/>
                <a:gd name="T36" fmla="*/ 175 w 2538"/>
                <a:gd name="T37" fmla="*/ 53 h 1083"/>
                <a:gd name="T38" fmla="*/ 174 w 2538"/>
                <a:gd name="T39" fmla="*/ 54 h 1083"/>
                <a:gd name="T40" fmla="*/ 174 w 2538"/>
                <a:gd name="T41" fmla="*/ 57 h 1083"/>
                <a:gd name="T42" fmla="*/ 174 w 2538"/>
                <a:gd name="T43" fmla="*/ 59 h 1083"/>
                <a:gd name="T44" fmla="*/ 169 w 2538"/>
                <a:gd name="T45" fmla="*/ 78 h 1083"/>
                <a:gd name="T46" fmla="*/ 176 w 2538"/>
                <a:gd name="T47" fmla="*/ 98 h 1083"/>
                <a:gd name="T48" fmla="*/ 177 w 2538"/>
                <a:gd name="T49" fmla="*/ 101 h 1083"/>
                <a:gd name="T50" fmla="*/ 177 w 2538"/>
                <a:gd name="T51" fmla="*/ 102 h 1083"/>
                <a:gd name="T52" fmla="*/ 178 w 2538"/>
                <a:gd name="T53" fmla="*/ 104 h 1083"/>
                <a:gd name="T54" fmla="*/ 178 w 2538"/>
                <a:gd name="T55" fmla="*/ 106 h 1083"/>
                <a:gd name="T56" fmla="*/ 180 w 2538"/>
                <a:gd name="T57" fmla="*/ 108 h 1083"/>
                <a:gd name="T58" fmla="*/ 180 w 2538"/>
                <a:gd name="T59" fmla="*/ 109 h 1083"/>
                <a:gd name="T60" fmla="*/ 182 w 2538"/>
                <a:gd name="T61" fmla="*/ 110 h 1083"/>
                <a:gd name="T62" fmla="*/ 183 w 2538"/>
                <a:gd name="T63" fmla="*/ 112 h 1083"/>
                <a:gd name="T64" fmla="*/ 184 w 2538"/>
                <a:gd name="T65" fmla="*/ 114 h 1083"/>
                <a:gd name="T66" fmla="*/ 186 w 2538"/>
                <a:gd name="T67" fmla="*/ 114 h 1083"/>
                <a:gd name="T68" fmla="*/ 237 w 2538"/>
                <a:gd name="T69" fmla="*/ 157 h 1083"/>
                <a:gd name="T70" fmla="*/ 85 w 2538"/>
                <a:gd name="T71" fmla="*/ 148 h 1083"/>
                <a:gd name="T72" fmla="*/ 23 w 2538"/>
                <a:gd name="T73" fmla="*/ 101 h 1083"/>
                <a:gd name="T74" fmla="*/ 25 w 2538"/>
                <a:gd name="T75" fmla="*/ 134 h 1083"/>
                <a:gd name="T76" fmla="*/ 7 w 2538"/>
                <a:gd name="T77" fmla="*/ 139 h 1083"/>
                <a:gd name="T78" fmla="*/ 6 w 2538"/>
                <a:gd name="T79" fmla="*/ 151 h 1083"/>
                <a:gd name="T80" fmla="*/ 2 w 2538"/>
                <a:gd name="T81" fmla="*/ 155 h 1083"/>
                <a:gd name="T82" fmla="*/ 35 w 2538"/>
                <a:gd name="T83" fmla="*/ 183 h 1083"/>
                <a:gd name="T84" fmla="*/ 188 w 2538"/>
                <a:gd name="T85" fmla="*/ 231 h 1083"/>
                <a:gd name="T86" fmla="*/ 552 w 2538"/>
                <a:gd name="T87" fmla="*/ 263 h 1083"/>
                <a:gd name="T88" fmla="*/ 605 w 2538"/>
                <a:gd name="T89" fmla="*/ 261 h 1083"/>
                <a:gd name="T90" fmla="*/ 623 w 2538"/>
                <a:gd name="T91" fmla="*/ 343 h 1083"/>
                <a:gd name="T92" fmla="*/ 762 w 2538"/>
                <a:gd name="T93" fmla="*/ 342 h 1083"/>
                <a:gd name="T94" fmla="*/ 755 w 2538"/>
                <a:gd name="T95" fmla="*/ 307 h 1083"/>
                <a:gd name="T96" fmla="*/ 753 w 2538"/>
                <a:gd name="T97" fmla="*/ 308 h 1083"/>
                <a:gd name="T98" fmla="*/ 737 w 2538"/>
                <a:gd name="T99" fmla="*/ 299 h 1083"/>
                <a:gd name="T100" fmla="*/ 713 w 2538"/>
                <a:gd name="T101" fmla="*/ 295 h 1083"/>
                <a:gd name="T102" fmla="*/ 677 w 2538"/>
                <a:gd name="T103" fmla="*/ 301 h 1083"/>
                <a:gd name="T104" fmla="*/ 662 w 2538"/>
                <a:gd name="T105" fmla="*/ 270 h 1083"/>
                <a:gd name="T106" fmla="*/ 733 w 2538"/>
                <a:gd name="T107" fmla="*/ 246 h 1083"/>
                <a:gd name="T108" fmla="*/ 784 w 2538"/>
                <a:gd name="T109" fmla="*/ 234 h 1083"/>
                <a:gd name="T110" fmla="*/ 795 w 2538"/>
                <a:gd name="T111" fmla="*/ 225 h 1083"/>
                <a:gd name="T112" fmla="*/ 737 w 2538"/>
                <a:gd name="T113" fmla="*/ 82 h 1083"/>
                <a:gd name="T114" fmla="*/ 269 w 2538"/>
                <a:gd name="T115" fmla="*/ 150 h 1083"/>
                <a:gd name="T116" fmla="*/ 310 w 2538"/>
                <a:gd name="T117" fmla="*/ 108 h 1083"/>
                <a:gd name="T118" fmla="*/ 310 w 2538"/>
                <a:gd name="T119" fmla="*/ 126 h 1083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2538" h="1083">
                  <a:moveTo>
                    <a:pt x="2264" y="250"/>
                  </a:moveTo>
                  <a:cubicBezTo>
                    <a:pt x="2240" y="251"/>
                    <a:pt x="2217" y="255"/>
                    <a:pt x="2195" y="260"/>
                  </a:cubicBezTo>
                  <a:cubicBezTo>
                    <a:pt x="2182" y="260"/>
                    <a:pt x="2166" y="265"/>
                    <a:pt x="2156" y="269"/>
                  </a:cubicBezTo>
                  <a:cubicBezTo>
                    <a:pt x="2134" y="278"/>
                    <a:pt x="2112" y="274"/>
                    <a:pt x="2091" y="283"/>
                  </a:cubicBezTo>
                  <a:cubicBezTo>
                    <a:pt x="2078" y="288"/>
                    <a:pt x="2066" y="301"/>
                    <a:pt x="2066" y="316"/>
                  </a:cubicBezTo>
                  <a:cubicBezTo>
                    <a:pt x="1996" y="356"/>
                    <a:pt x="1996" y="356"/>
                    <a:pt x="1996" y="356"/>
                  </a:cubicBezTo>
                  <a:cubicBezTo>
                    <a:pt x="1992" y="357"/>
                    <a:pt x="1988" y="359"/>
                    <a:pt x="1985" y="361"/>
                  </a:cubicBezTo>
                  <a:cubicBezTo>
                    <a:pt x="1979" y="364"/>
                    <a:pt x="1976" y="367"/>
                    <a:pt x="1974" y="369"/>
                  </a:cubicBezTo>
                  <a:cubicBezTo>
                    <a:pt x="1958" y="368"/>
                    <a:pt x="1951" y="360"/>
                    <a:pt x="1929" y="337"/>
                  </a:cubicBezTo>
                  <a:cubicBezTo>
                    <a:pt x="1918" y="326"/>
                    <a:pt x="1905" y="315"/>
                    <a:pt x="1887" y="305"/>
                  </a:cubicBezTo>
                  <a:cubicBezTo>
                    <a:pt x="1897" y="300"/>
                    <a:pt x="1902" y="286"/>
                    <a:pt x="1904" y="279"/>
                  </a:cubicBezTo>
                  <a:cubicBezTo>
                    <a:pt x="1904" y="279"/>
                    <a:pt x="1904" y="279"/>
                    <a:pt x="1904" y="278"/>
                  </a:cubicBezTo>
                  <a:cubicBezTo>
                    <a:pt x="1903" y="287"/>
                    <a:pt x="1909" y="296"/>
                    <a:pt x="1921" y="296"/>
                  </a:cubicBezTo>
                  <a:cubicBezTo>
                    <a:pt x="1926" y="296"/>
                    <a:pt x="1929" y="290"/>
                    <a:pt x="1931" y="283"/>
                  </a:cubicBezTo>
                  <a:cubicBezTo>
                    <a:pt x="1935" y="270"/>
                    <a:pt x="1935" y="249"/>
                    <a:pt x="1935" y="237"/>
                  </a:cubicBezTo>
                  <a:cubicBezTo>
                    <a:pt x="1934" y="222"/>
                    <a:pt x="1921" y="225"/>
                    <a:pt x="1919" y="225"/>
                  </a:cubicBezTo>
                  <a:cubicBezTo>
                    <a:pt x="1920" y="222"/>
                    <a:pt x="1923" y="217"/>
                    <a:pt x="1924" y="210"/>
                  </a:cubicBezTo>
                  <a:cubicBezTo>
                    <a:pt x="1926" y="204"/>
                    <a:pt x="1928" y="197"/>
                    <a:pt x="1928" y="191"/>
                  </a:cubicBezTo>
                  <a:cubicBezTo>
                    <a:pt x="1928" y="174"/>
                    <a:pt x="1900" y="181"/>
                    <a:pt x="1900" y="181"/>
                  </a:cubicBezTo>
                  <a:cubicBezTo>
                    <a:pt x="1900" y="181"/>
                    <a:pt x="1901" y="179"/>
                    <a:pt x="1901" y="176"/>
                  </a:cubicBezTo>
                  <a:cubicBezTo>
                    <a:pt x="1902" y="174"/>
                    <a:pt x="1903" y="171"/>
                    <a:pt x="1904" y="169"/>
                  </a:cubicBezTo>
                  <a:cubicBezTo>
                    <a:pt x="1904" y="168"/>
                    <a:pt x="1904" y="168"/>
                    <a:pt x="1904" y="167"/>
                  </a:cubicBezTo>
                  <a:cubicBezTo>
                    <a:pt x="1911" y="144"/>
                    <a:pt x="1878" y="144"/>
                    <a:pt x="1863" y="144"/>
                  </a:cubicBezTo>
                  <a:cubicBezTo>
                    <a:pt x="1848" y="144"/>
                    <a:pt x="1810" y="142"/>
                    <a:pt x="1792" y="152"/>
                  </a:cubicBezTo>
                  <a:cubicBezTo>
                    <a:pt x="1724" y="190"/>
                    <a:pt x="1662" y="174"/>
                    <a:pt x="1578" y="184"/>
                  </a:cubicBezTo>
                  <a:cubicBezTo>
                    <a:pt x="1512" y="193"/>
                    <a:pt x="1459" y="257"/>
                    <a:pt x="1440" y="283"/>
                  </a:cubicBezTo>
                  <a:cubicBezTo>
                    <a:pt x="1389" y="302"/>
                    <a:pt x="1341" y="325"/>
                    <a:pt x="1301" y="345"/>
                  </a:cubicBezTo>
                  <a:cubicBezTo>
                    <a:pt x="1301" y="346"/>
                    <a:pt x="1300" y="346"/>
                    <a:pt x="1300" y="346"/>
                  </a:cubicBezTo>
                  <a:cubicBezTo>
                    <a:pt x="1296" y="348"/>
                    <a:pt x="1293" y="350"/>
                    <a:pt x="1289" y="352"/>
                  </a:cubicBezTo>
                  <a:cubicBezTo>
                    <a:pt x="1288" y="352"/>
                    <a:pt x="1287" y="353"/>
                    <a:pt x="1286" y="353"/>
                  </a:cubicBezTo>
                  <a:cubicBezTo>
                    <a:pt x="1283" y="355"/>
                    <a:pt x="1281" y="356"/>
                    <a:pt x="1278" y="357"/>
                  </a:cubicBezTo>
                  <a:cubicBezTo>
                    <a:pt x="1275" y="359"/>
                    <a:pt x="1273" y="360"/>
                    <a:pt x="1270" y="362"/>
                  </a:cubicBezTo>
                  <a:cubicBezTo>
                    <a:pt x="1269" y="362"/>
                    <a:pt x="1268" y="363"/>
                    <a:pt x="1267" y="363"/>
                  </a:cubicBezTo>
                  <a:cubicBezTo>
                    <a:pt x="1257" y="369"/>
                    <a:pt x="1247" y="374"/>
                    <a:pt x="1238" y="379"/>
                  </a:cubicBezTo>
                  <a:cubicBezTo>
                    <a:pt x="1238" y="379"/>
                    <a:pt x="1237" y="379"/>
                    <a:pt x="1237" y="379"/>
                  </a:cubicBezTo>
                  <a:cubicBezTo>
                    <a:pt x="1235" y="381"/>
                    <a:pt x="1233" y="381"/>
                    <a:pt x="1231" y="382"/>
                  </a:cubicBezTo>
                  <a:cubicBezTo>
                    <a:pt x="1230" y="383"/>
                    <a:pt x="1228" y="384"/>
                    <a:pt x="1226" y="385"/>
                  </a:cubicBezTo>
                  <a:cubicBezTo>
                    <a:pt x="1226" y="385"/>
                    <a:pt x="1226" y="385"/>
                    <a:pt x="1226" y="385"/>
                  </a:cubicBezTo>
                  <a:cubicBezTo>
                    <a:pt x="1226" y="385"/>
                    <a:pt x="1226" y="385"/>
                    <a:pt x="1226" y="385"/>
                  </a:cubicBezTo>
                  <a:cubicBezTo>
                    <a:pt x="1222" y="367"/>
                    <a:pt x="1215" y="334"/>
                    <a:pt x="1207" y="299"/>
                  </a:cubicBezTo>
                  <a:cubicBezTo>
                    <a:pt x="1207" y="298"/>
                    <a:pt x="1207" y="298"/>
                    <a:pt x="1207" y="297"/>
                  </a:cubicBezTo>
                  <a:cubicBezTo>
                    <a:pt x="1207" y="295"/>
                    <a:pt x="1206" y="293"/>
                    <a:pt x="1206" y="292"/>
                  </a:cubicBezTo>
                  <a:cubicBezTo>
                    <a:pt x="1205" y="290"/>
                    <a:pt x="1205" y="289"/>
                    <a:pt x="1205" y="288"/>
                  </a:cubicBezTo>
                  <a:cubicBezTo>
                    <a:pt x="1205" y="287"/>
                    <a:pt x="1204" y="286"/>
                    <a:pt x="1204" y="284"/>
                  </a:cubicBezTo>
                  <a:cubicBezTo>
                    <a:pt x="1196" y="244"/>
                    <a:pt x="1188" y="205"/>
                    <a:pt x="1187" y="187"/>
                  </a:cubicBezTo>
                  <a:cubicBezTo>
                    <a:pt x="1184" y="144"/>
                    <a:pt x="1166" y="0"/>
                    <a:pt x="1042" y="1"/>
                  </a:cubicBezTo>
                  <a:cubicBezTo>
                    <a:pt x="918" y="2"/>
                    <a:pt x="898" y="77"/>
                    <a:pt x="869" y="124"/>
                  </a:cubicBezTo>
                  <a:cubicBezTo>
                    <a:pt x="840" y="171"/>
                    <a:pt x="793" y="268"/>
                    <a:pt x="793" y="268"/>
                  </a:cubicBezTo>
                  <a:cubicBezTo>
                    <a:pt x="793" y="268"/>
                    <a:pt x="760" y="271"/>
                    <a:pt x="748" y="283"/>
                  </a:cubicBezTo>
                  <a:cubicBezTo>
                    <a:pt x="736" y="295"/>
                    <a:pt x="704" y="259"/>
                    <a:pt x="691" y="242"/>
                  </a:cubicBezTo>
                  <a:cubicBezTo>
                    <a:pt x="678" y="225"/>
                    <a:pt x="626" y="191"/>
                    <a:pt x="608" y="182"/>
                  </a:cubicBezTo>
                  <a:cubicBezTo>
                    <a:pt x="590" y="173"/>
                    <a:pt x="579" y="130"/>
                    <a:pt x="538" y="158"/>
                  </a:cubicBezTo>
                  <a:cubicBezTo>
                    <a:pt x="538" y="158"/>
                    <a:pt x="538" y="158"/>
                    <a:pt x="537" y="159"/>
                  </a:cubicBezTo>
                  <a:cubicBezTo>
                    <a:pt x="537" y="159"/>
                    <a:pt x="537" y="159"/>
                    <a:pt x="537" y="159"/>
                  </a:cubicBezTo>
                  <a:cubicBezTo>
                    <a:pt x="537" y="159"/>
                    <a:pt x="537" y="160"/>
                    <a:pt x="536" y="161"/>
                  </a:cubicBezTo>
                  <a:cubicBezTo>
                    <a:pt x="536" y="161"/>
                    <a:pt x="536" y="161"/>
                    <a:pt x="536" y="161"/>
                  </a:cubicBezTo>
                  <a:cubicBezTo>
                    <a:pt x="536" y="162"/>
                    <a:pt x="536" y="162"/>
                    <a:pt x="536" y="163"/>
                  </a:cubicBezTo>
                  <a:cubicBezTo>
                    <a:pt x="536" y="163"/>
                    <a:pt x="536" y="164"/>
                    <a:pt x="536" y="164"/>
                  </a:cubicBezTo>
                  <a:cubicBezTo>
                    <a:pt x="535" y="165"/>
                    <a:pt x="535" y="165"/>
                    <a:pt x="535" y="166"/>
                  </a:cubicBezTo>
                  <a:cubicBezTo>
                    <a:pt x="535" y="167"/>
                    <a:pt x="535" y="167"/>
                    <a:pt x="535" y="167"/>
                  </a:cubicBezTo>
                  <a:cubicBezTo>
                    <a:pt x="535" y="168"/>
                    <a:pt x="535" y="169"/>
                    <a:pt x="535" y="170"/>
                  </a:cubicBezTo>
                  <a:cubicBezTo>
                    <a:pt x="535" y="170"/>
                    <a:pt x="535" y="170"/>
                    <a:pt x="535" y="170"/>
                  </a:cubicBezTo>
                  <a:cubicBezTo>
                    <a:pt x="535" y="172"/>
                    <a:pt x="535" y="173"/>
                    <a:pt x="535" y="174"/>
                  </a:cubicBezTo>
                  <a:cubicBezTo>
                    <a:pt x="535" y="174"/>
                    <a:pt x="535" y="174"/>
                    <a:pt x="535" y="174"/>
                  </a:cubicBezTo>
                  <a:cubicBezTo>
                    <a:pt x="535" y="176"/>
                    <a:pt x="535" y="177"/>
                    <a:pt x="535" y="178"/>
                  </a:cubicBezTo>
                  <a:cubicBezTo>
                    <a:pt x="535" y="178"/>
                    <a:pt x="535" y="178"/>
                    <a:pt x="535" y="178"/>
                  </a:cubicBezTo>
                  <a:cubicBezTo>
                    <a:pt x="535" y="180"/>
                    <a:pt x="536" y="181"/>
                    <a:pt x="536" y="182"/>
                  </a:cubicBezTo>
                  <a:cubicBezTo>
                    <a:pt x="531" y="184"/>
                    <a:pt x="507" y="193"/>
                    <a:pt x="527" y="213"/>
                  </a:cubicBezTo>
                  <a:cubicBezTo>
                    <a:pt x="527" y="213"/>
                    <a:pt x="505" y="228"/>
                    <a:pt x="519" y="238"/>
                  </a:cubicBezTo>
                  <a:cubicBezTo>
                    <a:pt x="519" y="238"/>
                    <a:pt x="509" y="265"/>
                    <a:pt x="524" y="269"/>
                  </a:cubicBezTo>
                  <a:cubicBezTo>
                    <a:pt x="524" y="269"/>
                    <a:pt x="512" y="297"/>
                    <a:pt x="539" y="299"/>
                  </a:cubicBezTo>
                  <a:cubicBezTo>
                    <a:pt x="540" y="299"/>
                    <a:pt x="540" y="299"/>
                    <a:pt x="541" y="299"/>
                  </a:cubicBezTo>
                  <a:cubicBezTo>
                    <a:pt x="541" y="300"/>
                    <a:pt x="542" y="301"/>
                    <a:pt x="542" y="302"/>
                  </a:cubicBezTo>
                  <a:cubicBezTo>
                    <a:pt x="542" y="303"/>
                    <a:pt x="542" y="303"/>
                    <a:pt x="542" y="303"/>
                  </a:cubicBezTo>
                  <a:cubicBezTo>
                    <a:pt x="542" y="304"/>
                    <a:pt x="543" y="305"/>
                    <a:pt x="543" y="306"/>
                  </a:cubicBezTo>
                  <a:cubicBezTo>
                    <a:pt x="543" y="306"/>
                    <a:pt x="543" y="307"/>
                    <a:pt x="543" y="307"/>
                  </a:cubicBezTo>
                  <a:cubicBezTo>
                    <a:pt x="543" y="308"/>
                    <a:pt x="543" y="309"/>
                    <a:pt x="544" y="310"/>
                  </a:cubicBezTo>
                  <a:cubicBezTo>
                    <a:pt x="544" y="310"/>
                    <a:pt x="544" y="310"/>
                    <a:pt x="544" y="311"/>
                  </a:cubicBezTo>
                  <a:cubicBezTo>
                    <a:pt x="544" y="311"/>
                    <a:pt x="545" y="312"/>
                    <a:pt x="545" y="313"/>
                  </a:cubicBezTo>
                  <a:cubicBezTo>
                    <a:pt x="545" y="314"/>
                    <a:pt x="545" y="314"/>
                    <a:pt x="545" y="314"/>
                  </a:cubicBezTo>
                  <a:cubicBezTo>
                    <a:pt x="546" y="315"/>
                    <a:pt x="546" y="316"/>
                    <a:pt x="546" y="317"/>
                  </a:cubicBezTo>
                  <a:cubicBezTo>
                    <a:pt x="546" y="317"/>
                    <a:pt x="547" y="318"/>
                    <a:pt x="547" y="318"/>
                  </a:cubicBezTo>
                  <a:cubicBezTo>
                    <a:pt x="547" y="319"/>
                    <a:pt x="547" y="319"/>
                    <a:pt x="548" y="320"/>
                  </a:cubicBezTo>
                  <a:cubicBezTo>
                    <a:pt x="548" y="321"/>
                    <a:pt x="548" y="321"/>
                    <a:pt x="548" y="322"/>
                  </a:cubicBezTo>
                  <a:cubicBezTo>
                    <a:pt x="549" y="322"/>
                    <a:pt x="549" y="323"/>
                    <a:pt x="549" y="324"/>
                  </a:cubicBezTo>
                  <a:cubicBezTo>
                    <a:pt x="549" y="324"/>
                    <a:pt x="550" y="325"/>
                    <a:pt x="550" y="325"/>
                  </a:cubicBezTo>
                  <a:cubicBezTo>
                    <a:pt x="550" y="326"/>
                    <a:pt x="551" y="326"/>
                    <a:pt x="551" y="327"/>
                  </a:cubicBezTo>
                  <a:cubicBezTo>
                    <a:pt x="551" y="328"/>
                    <a:pt x="552" y="328"/>
                    <a:pt x="552" y="329"/>
                  </a:cubicBezTo>
                  <a:cubicBezTo>
                    <a:pt x="552" y="329"/>
                    <a:pt x="553" y="330"/>
                    <a:pt x="553" y="330"/>
                  </a:cubicBezTo>
                  <a:cubicBezTo>
                    <a:pt x="553" y="331"/>
                    <a:pt x="554" y="331"/>
                    <a:pt x="554" y="332"/>
                  </a:cubicBezTo>
                  <a:cubicBezTo>
                    <a:pt x="554" y="332"/>
                    <a:pt x="555" y="333"/>
                    <a:pt x="555" y="334"/>
                  </a:cubicBezTo>
                  <a:cubicBezTo>
                    <a:pt x="555" y="334"/>
                    <a:pt x="556" y="335"/>
                    <a:pt x="556" y="335"/>
                  </a:cubicBezTo>
                  <a:cubicBezTo>
                    <a:pt x="557" y="336"/>
                    <a:pt x="557" y="336"/>
                    <a:pt x="558" y="337"/>
                  </a:cubicBezTo>
                  <a:cubicBezTo>
                    <a:pt x="558" y="337"/>
                    <a:pt x="558" y="338"/>
                    <a:pt x="559" y="338"/>
                  </a:cubicBezTo>
                  <a:cubicBezTo>
                    <a:pt x="559" y="339"/>
                    <a:pt x="560" y="339"/>
                    <a:pt x="560" y="340"/>
                  </a:cubicBezTo>
                  <a:cubicBezTo>
                    <a:pt x="561" y="340"/>
                    <a:pt x="561" y="341"/>
                    <a:pt x="561" y="341"/>
                  </a:cubicBezTo>
                  <a:cubicBezTo>
                    <a:pt x="562" y="342"/>
                    <a:pt x="563" y="342"/>
                    <a:pt x="563" y="343"/>
                  </a:cubicBezTo>
                  <a:cubicBezTo>
                    <a:pt x="563" y="343"/>
                    <a:pt x="564" y="344"/>
                    <a:pt x="564" y="344"/>
                  </a:cubicBezTo>
                  <a:cubicBezTo>
                    <a:pt x="565" y="345"/>
                    <a:pt x="566" y="345"/>
                    <a:pt x="566" y="346"/>
                  </a:cubicBezTo>
                  <a:cubicBezTo>
                    <a:pt x="567" y="346"/>
                    <a:pt x="567" y="347"/>
                    <a:pt x="568" y="347"/>
                  </a:cubicBezTo>
                  <a:cubicBezTo>
                    <a:pt x="568" y="348"/>
                    <a:pt x="569" y="348"/>
                    <a:pt x="570" y="349"/>
                  </a:cubicBezTo>
                  <a:cubicBezTo>
                    <a:pt x="570" y="349"/>
                    <a:pt x="571" y="349"/>
                    <a:pt x="571" y="350"/>
                  </a:cubicBezTo>
                  <a:cubicBezTo>
                    <a:pt x="572" y="350"/>
                    <a:pt x="573" y="351"/>
                    <a:pt x="575" y="352"/>
                  </a:cubicBezTo>
                  <a:cubicBezTo>
                    <a:pt x="615" y="377"/>
                    <a:pt x="663" y="402"/>
                    <a:pt x="684" y="428"/>
                  </a:cubicBezTo>
                  <a:cubicBezTo>
                    <a:pt x="695" y="442"/>
                    <a:pt x="710" y="464"/>
                    <a:pt x="727" y="480"/>
                  </a:cubicBezTo>
                  <a:cubicBezTo>
                    <a:pt x="658" y="490"/>
                    <a:pt x="518" y="505"/>
                    <a:pt x="477" y="511"/>
                  </a:cubicBezTo>
                  <a:cubicBezTo>
                    <a:pt x="402" y="521"/>
                    <a:pt x="384" y="480"/>
                    <a:pt x="338" y="483"/>
                  </a:cubicBezTo>
                  <a:cubicBezTo>
                    <a:pt x="314" y="485"/>
                    <a:pt x="282" y="464"/>
                    <a:pt x="261" y="450"/>
                  </a:cubicBezTo>
                  <a:cubicBezTo>
                    <a:pt x="240" y="436"/>
                    <a:pt x="214" y="409"/>
                    <a:pt x="187" y="395"/>
                  </a:cubicBezTo>
                  <a:cubicBezTo>
                    <a:pt x="165" y="384"/>
                    <a:pt x="138" y="347"/>
                    <a:pt x="138" y="347"/>
                  </a:cubicBezTo>
                  <a:cubicBezTo>
                    <a:pt x="138" y="347"/>
                    <a:pt x="100" y="296"/>
                    <a:pt x="72" y="309"/>
                  </a:cubicBezTo>
                  <a:cubicBezTo>
                    <a:pt x="68" y="310"/>
                    <a:pt x="65" y="314"/>
                    <a:pt x="61" y="318"/>
                  </a:cubicBezTo>
                  <a:cubicBezTo>
                    <a:pt x="34" y="356"/>
                    <a:pt x="85" y="386"/>
                    <a:pt x="85" y="386"/>
                  </a:cubicBezTo>
                  <a:cubicBezTo>
                    <a:pt x="77" y="407"/>
                    <a:pt x="77" y="407"/>
                    <a:pt x="77" y="407"/>
                  </a:cubicBezTo>
                  <a:cubicBezTo>
                    <a:pt x="60" y="398"/>
                    <a:pt x="43" y="397"/>
                    <a:pt x="28" y="399"/>
                  </a:cubicBezTo>
                  <a:cubicBezTo>
                    <a:pt x="26" y="399"/>
                    <a:pt x="24" y="400"/>
                    <a:pt x="23" y="400"/>
                  </a:cubicBezTo>
                  <a:cubicBezTo>
                    <a:pt x="14" y="406"/>
                    <a:pt x="21" y="422"/>
                    <a:pt x="21" y="422"/>
                  </a:cubicBezTo>
                  <a:cubicBezTo>
                    <a:pt x="21" y="422"/>
                    <a:pt x="14" y="426"/>
                    <a:pt x="12" y="432"/>
                  </a:cubicBezTo>
                  <a:cubicBezTo>
                    <a:pt x="8" y="449"/>
                    <a:pt x="18" y="456"/>
                    <a:pt x="22" y="459"/>
                  </a:cubicBezTo>
                  <a:cubicBezTo>
                    <a:pt x="21" y="459"/>
                    <a:pt x="20" y="458"/>
                    <a:pt x="19" y="459"/>
                  </a:cubicBezTo>
                  <a:cubicBezTo>
                    <a:pt x="21" y="459"/>
                    <a:pt x="21" y="459"/>
                    <a:pt x="21" y="459"/>
                  </a:cubicBezTo>
                  <a:cubicBezTo>
                    <a:pt x="19" y="459"/>
                    <a:pt x="17" y="459"/>
                    <a:pt x="15" y="460"/>
                  </a:cubicBezTo>
                  <a:cubicBezTo>
                    <a:pt x="12" y="462"/>
                    <a:pt x="9" y="466"/>
                    <a:pt x="6" y="473"/>
                  </a:cubicBezTo>
                  <a:cubicBezTo>
                    <a:pt x="0" y="492"/>
                    <a:pt x="30" y="499"/>
                    <a:pt x="30" y="499"/>
                  </a:cubicBezTo>
                  <a:cubicBezTo>
                    <a:pt x="20" y="527"/>
                    <a:pt x="47" y="528"/>
                    <a:pt x="59" y="535"/>
                  </a:cubicBezTo>
                  <a:cubicBezTo>
                    <a:pt x="72" y="542"/>
                    <a:pt x="90" y="542"/>
                    <a:pt x="107" y="556"/>
                  </a:cubicBezTo>
                  <a:cubicBezTo>
                    <a:pt x="202" y="635"/>
                    <a:pt x="237" y="592"/>
                    <a:pt x="265" y="628"/>
                  </a:cubicBezTo>
                  <a:cubicBezTo>
                    <a:pt x="293" y="664"/>
                    <a:pt x="315" y="642"/>
                    <a:pt x="343" y="656"/>
                  </a:cubicBezTo>
                  <a:cubicBezTo>
                    <a:pt x="371" y="670"/>
                    <a:pt x="490" y="694"/>
                    <a:pt x="579" y="704"/>
                  </a:cubicBezTo>
                  <a:cubicBezTo>
                    <a:pt x="801" y="730"/>
                    <a:pt x="765" y="638"/>
                    <a:pt x="973" y="764"/>
                  </a:cubicBezTo>
                  <a:cubicBezTo>
                    <a:pt x="1182" y="891"/>
                    <a:pt x="1219" y="836"/>
                    <a:pt x="1301" y="820"/>
                  </a:cubicBezTo>
                  <a:cubicBezTo>
                    <a:pt x="1383" y="804"/>
                    <a:pt x="1549" y="860"/>
                    <a:pt x="1697" y="802"/>
                  </a:cubicBezTo>
                  <a:cubicBezTo>
                    <a:pt x="1800" y="762"/>
                    <a:pt x="1850" y="790"/>
                    <a:pt x="1856" y="794"/>
                  </a:cubicBezTo>
                  <a:cubicBezTo>
                    <a:pt x="1855" y="795"/>
                    <a:pt x="1854" y="797"/>
                    <a:pt x="1854" y="798"/>
                  </a:cubicBezTo>
                  <a:cubicBezTo>
                    <a:pt x="1856" y="796"/>
                    <a:pt x="1856" y="796"/>
                    <a:pt x="1856" y="796"/>
                  </a:cubicBezTo>
                  <a:cubicBezTo>
                    <a:pt x="1813" y="877"/>
                    <a:pt x="1839" y="972"/>
                    <a:pt x="1847" y="995"/>
                  </a:cubicBezTo>
                  <a:cubicBezTo>
                    <a:pt x="1854" y="1018"/>
                    <a:pt x="1867" y="1031"/>
                    <a:pt x="1879" y="1033"/>
                  </a:cubicBezTo>
                  <a:cubicBezTo>
                    <a:pt x="1891" y="1035"/>
                    <a:pt x="1886" y="1038"/>
                    <a:pt x="1912" y="1047"/>
                  </a:cubicBezTo>
                  <a:cubicBezTo>
                    <a:pt x="2023" y="1083"/>
                    <a:pt x="2131" y="1059"/>
                    <a:pt x="2167" y="1051"/>
                  </a:cubicBezTo>
                  <a:cubicBezTo>
                    <a:pt x="2203" y="1044"/>
                    <a:pt x="2271" y="1049"/>
                    <a:pt x="2313" y="1049"/>
                  </a:cubicBezTo>
                  <a:cubicBezTo>
                    <a:pt x="2323" y="1049"/>
                    <a:pt x="2332" y="1046"/>
                    <a:pt x="2339" y="1042"/>
                  </a:cubicBezTo>
                  <a:cubicBezTo>
                    <a:pt x="2361" y="1031"/>
                    <a:pt x="2369" y="1006"/>
                    <a:pt x="2378" y="991"/>
                  </a:cubicBezTo>
                  <a:cubicBezTo>
                    <a:pt x="2391" y="971"/>
                    <a:pt x="2374" y="960"/>
                    <a:pt x="2356" y="943"/>
                  </a:cubicBezTo>
                  <a:cubicBezTo>
                    <a:pt x="2343" y="930"/>
                    <a:pt x="2327" y="933"/>
                    <a:pt x="2319" y="935"/>
                  </a:cubicBezTo>
                  <a:cubicBezTo>
                    <a:pt x="2319" y="935"/>
                    <a:pt x="2319" y="935"/>
                    <a:pt x="2319" y="935"/>
                  </a:cubicBezTo>
                  <a:cubicBezTo>
                    <a:pt x="2318" y="935"/>
                    <a:pt x="2317" y="935"/>
                    <a:pt x="2316" y="936"/>
                  </a:cubicBezTo>
                  <a:cubicBezTo>
                    <a:pt x="2315" y="936"/>
                    <a:pt x="2314" y="936"/>
                    <a:pt x="2314" y="936"/>
                  </a:cubicBezTo>
                  <a:cubicBezTo>
                    <a:pt x="2307" y="924"/>
                    <a:pt x="2296" y="928"/>
                    <a:pt x="2296" y="928"/>
                  </a:cubicBezTo>
                  <a:cubicBezTo>
                    <a:pt x="2279" y="907"/>
                    <a:pt x="2264" y="910"/>
                    <a:pt x="2264" y="910"/>
                  </a:cubicBezTo>
                  <a:cubicBezTo>
                    <a:pt x="2263" y="910"/>
                    <a:pt x="2263" y="910"/>
                    <a:pt x="2263" y="910"/>
                  </a:cubicBezTo>
                  <a:cubicBezTo>
                    <a:pt x="2252" y="894"/>
                    <a:pt x="2241" y="895"/>
                    <a:pt x="2235" y="899"/>
                  </a:cubicBezTo>
                  <a:cubicBezTo>
                    <a:pt x="2231" y="901"/>
                    <a:pt x="2229" y="903"/>
                    <a:pt x="2228" y="904"/>
                  </a:cubicBezTo>
                  <a:cubicBezTo>
                    <a:pt x="2209" y="896"/>
                    <a:pt x="2197" y="897"/>
                    <a:pt x="2189" y="901"/>
                  </a:cubicBezTo>
                  <a:cubicBezTo>
                    <a:pt x="2177" y="908"/>
                    <a:pt x="2173" y="922"/>
                    <a:pt x="2166" y="927"/>
                  </a:cubicBezTo>
                  <a:cubicBezTo>
                    <a:pt x="2166" y="928"/>
                    <a:pt x="2165" y="928"/>
                    <a:pt x="2165" y="928"/>
                  </a:cubicBezTo>
                  <a:cubicBezTo>
                    <a:pt x="2151" y="935"/>
                    <a:pt x="2099" y="926"/>
                    <a:pt x="2080" y="917"/>
                  </a:cubicBezTo>
                  <a:cubicBezTo>
                    <a:pt x="2060" y="908"/>
                    <a:pt x="2022" y="898"/>
                    <a:pt x="2019" y="892"/>
                  </a:cubicBezTo>
                  <a:cubicBezTo>
                    <a:pt x="2015" y="886"/>
                    <a:pt x="2009" y="885"/>
                    <a:pt x="2009" y="885"/>
                  </a:cubicBezTo>
                  <a:cubicBezTo>
                    <a:pt x="2009" y="885"/>
                    <a:pt x="1999" y="882"/>
                    <a:pt x="2035" y="824"/>
                  </a:cubicBezTo>
                  <a:cubicBezTo>
                    <a:pt x="2054" y="795"/>
                    <a:pt x="2057" y="765"/>
                    <a:pt x="2056" y="743"/>
                  </a:cubicBezTo>
                  <a:cubicBezTo>
                    <a:pt x="2117" y="812"/>
                    <a:pt x="2198" y="758"/>
                    <a:pt x="2218" y="758"/>
                  </a:cubicBezTo>
                  <a:cubicBezTo>
                    <a:pt x="2231" y="758"/>
                    <a:pt x="2243" y="753"/>
                    <a:pt x="2251" y="748"/>
                  </a:cubicBezTo>
                  <a:cubicBezTo>
                    <a:pt x="2254" y="746"/>
                    <a:pt x="2257" y="745"/>
                    <a:pt x="2258" y="744"/>
                  </a:cubicBezTo>
                  <a:cubicBezTo>
                    <a:pt x="2261" y="745"/>
                    <a:pt x="2335" y="758"/>
                    <a:pt x="2401" y="717"/>
                  </a:cubicBezTo>
                  <a:cubicBezTo>
                    <a:pt x="2402" y="716"/>
                    <a:pt x="2403" y="715"/>
                    <a:pt x="2405" y="714"/>
                  </a:cubicBezTo>
                  <a:cubicBezTo>
                    <a:pt x="2405" y="713"/>
                    <a:pt x="2406" y="713"/>
                    <a:pt x="2406" y="713"/>
                  </a:cubicBezTo>
                  <a:cubicBezTo>
                    <a:pt x="2417" y="705"/>
                    <a:pt x="2428" y="697"/>
                    <a:pt x="2437" y="686"/>
                  </a:cubicBezTo>
                  <a:cubicBezTo>
                    <a:pt x="2438" y="686"/>
                    <a:pt x="2439" y="686"/>
                    <a:pt x="2440" y="685"/>
                  </a:cubicBezTo>
                  <a:cubicBezTo>
                    <a:pt x="2444" y="679"/>
                    <a:pt x="2449" y="672"/>
                    <a:pt x="2455" y="663"/>
                  </a:cubicBezTo>
                  <a:cubicBezTo>
                    <a:pt x="2470" y="640"/>
                    <a:pt x="2483" y="611"/>
                    <a:pt x="2491" y="574"/>
                  </a:cubicBezTo>
                  <a:cubicBezTo>
                    <a:pt x="2538" y="368"/>
                    <a:pt x="2410" y="242"/>
                    <a:pt x="2264" y="250"/>
                  </a:cubicBezTo>
                  <a:close/>
                  <a:moveTo>
                    <a:pt x="921" y="459"/>
                  </a:moveTo>
                  <a:cubicBezTo>
                    <a:pt x="917" y="457"/>
                    <a:pt x="917" y="457"/>
                    <a:pt x="917" y="457"/>
                  </a:cubicBezTo>
                  <a:cubicBezTo>
                    <a:pt x="889" y="444"/>
                    <a:pt x="855" y="448"/>
                    <a:pt x="825" y="455"/>
                  </a:cubicBezTo>
                  <a:cubicBezTo>
                    <a:pt x="840" y="433"/>
                    <a:pt x="850" y="408"/>
                    <a:pt x="861" y="397"/>
                  </a:cubicBezTo>
                  <a:cubicBezTo>
                    <a:pt x="867" y="391"/>
                    <a:pt x="873" y="386"/>
                    <a:pt x="880" y="381"/>
                  </a:cubicBezTo>
                  <a:cubicBezTo>
                    <a:pt x="908" y="359"/>
                    <a:pt x="939" y="344"/>
                    <a:pt x="950" y="329"/>
                  </a:cubicBezTo>
                  <a:cubicBezTo>
                    <a:pt x="950" y="329"/>
                    <a:pt x="950" y="358"/>
                    <a:pt x="952" y="370"/>
                  </a:cubicBezTo>
                  <a:cubicBezTo>
                    <a:pt x="953" y="374"/>
                    <a:pt x="954" y="377"/>
                    <a:pt x="954" y="381"/>
                  </a:cubicBezTo>
                  <a:cubicBezTo>
                    <a:pt x="954" y="382"/>
                    <a:pt x="954" y="383"/>
                    <a:pt x="954" y="384"/>
                  </a:cubicBezTo>
                  <a:cubicBezTo>
                    <a:pt x="953" y="414"/>
                    <a:pt x="924" y="426"/>
                    <a:pt x="921" y="457"/>
                  </a:cubicBezTo>
                  <a:lnTo>
                    <a:pt x="921" y="459"/>
                  </a:lnTo>
                  <a:close/>
                </a:path>
              </a:pathLst>
            </a:custGeom>
            <a:noFill/>
            <a:ln w="19050" cap="rnd" cmpd="sng">
              <a:solidFill>
                <a:schemeClr val="bg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</p:grpSp>
    </p:spTree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154" name="Rectangle 2">
            <a:extLst>
              <a:ext uri="{FF2B5EF4-FFF2-40B4-BE49-F238E27FC236}">
                <a16:creationId xmlns:a16="http://schemas.microsoft.com/office/drawing/2014/main" id="{755B288D-B998-4E8A-8C75-35C2BBCDF59D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Outlines (2)</a:t>
            </a:r>
          </a:p>
        </p:txBody>
      </p:sp>
      <p:grpSp>
        <p:nvGrpSpPr>
          <p:cNvPr id="62466" name="Group 201">
            <a:extLst>
              <a:ext uri="{FF2B5EF4-FFF2-40B4-BE49-F238E27FC236}">
                <a16:creationId xmlns:a16="http://schemas.microsoft.com/office/drawing/2014/main" id="{07A118FD-D676-47F9-B0C1-66BFBF8025EA}"/>
              </a:ext>
            </a:extLst>
          </p:cNvPr>
          <p:cNvGrpSpPr>
            <a:grpSpLocks/>
          </p:cNvGrpSpPr>
          <p:nvPr/>
        </p:nvGrpSpPr>
        <p:grpSpPr bwMode="auto">
          <a:xfrm>
            <a:off x="8193088" y="3171825"/>
            <a:ext cx="847725" cy="130175"/>
            <a:chOff x="4201" y="1952"/>
            <a:chExt cx="534" cy="82"/>
          </a:xfrm>
        </p:grpSpPr>
        <p:sp>
          <p:nvSpPr>
            <p:cNvPr id="62495" name="Line 145">
              <a:extLst>
                <a:ext uri="{FF2B5EF4-FFF2-40B4-BE49-F238E27FC236}">
                  <a16:creationId xmlns:a16="http://schemas.microsoft.com/office/drawing/2014/main" id="{A0116DA8-B997-46F4-9C8C-C4DEABB9916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01" y="1952"/>
              <a:ext cx="1" cy="1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62496" name="Line 146">
              <a:extLst>
                <a:ext uri="{FF2B5EF4-FFF2-40B4-BE49-F238E27FC236}">
                  <a16:creationId xmlns:a16="http://schemas.microsoft.com/office/drawing/2014/main" id="{3A300EE2-884A-4445-B8CE-CE37D556DF7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01" y="1952"/>
              <a:ext cx="1" cy="1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62497" name="Line 163">
              <a:extLst>
                <a:ext uri="{FF2B5EF4-FFF2-40B4-BE49-F238E27FC236}">
                  <a16:creationId xmlns:a16="http://schemas.microsoft.com/office/drawing/2014/main" id="{55DBDAD9-D7CA-44BF-96B0-7624F18FC38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34" y="1958"/>
              <a:ext cx="1" cy="1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62498" name="Line 164">
              <a:extLst>
                <a:ext uri="{FF2B5EF4-FFF2-40B4-BE49-F238E27FC236}">
                  <a16:creationId xmlns:a16="http://schemas.microsoft.com/office/drawing/2014/main" id="{30482234-CF5F-4C9C-A793-DCFB9B015E9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34" y="1958"/>
              <a:ext cx="1" cy="1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62499" name="Line 168">
              <a:extLst>
                <a:ext uri="{FF2B5EF4-FFF2-40B4-BE49-F238E27FC236}">
                  <a16:creationId xmlns:a16="http://schemas.microsoft.com/office/drawing/2014/main" id="{4AFA7165-5A65-4168-A37F-9FB9E887805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14" y="2033"/>
              <a:ext cx="1" cy="1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62500" name="Line 169">
              <a:extLst>
                <a:ext uri="{FF2B5EF4-FFF2-40B4-BE49-F238E27FC236}">
                  <a16:creationId xmlns:a16="http://schemas.microsoft.com/office/drawing/2014/main" id="{A3CEC141-1D53-4D1A-91C3-3CA8D45497A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14" y="2033"/>
              <a:ext cx="1" cy="1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</p:grpSp>
      <p:sp>
        <p:nvSpPr>
          <p:cNvPr id="62467" name="Line 184">
            <a:extLst>
              <a:ext uri="{FF2B5EF4-FFF2-40B4-BE49-F238E27FC236}">
                <a16:creationId xmlns:a16="http://schemas.microsoft.com/office/drawing/2014/main" id="{7E7A7B3D-A102-491E-B2ED-7D52EB469234}"/>
              </a:ext>
            </a:extLst>
          </p:cNvPr>
          <p:cNvSpPr>
            <a:spLocks noChangeShapeType="1"/>
          </p:cNvSpPr>
          <p:nvPr/>
        </p:nvSpPr>
        <p:spPr bwMode="auto">
          <a:xfrm>
            <a:off x="10063163" y="4832350"/>
            <a:ext cx="1587" cy="1588"/>
          </a:xfrm>
          <a:prstGeom prst="line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fr-FR"/>
          </a:p>
        </p:txBody>
      </p:sp>
      <p:sp>
        <p:nvSpPr>
          <p:cNvPr id="62468" name="Line 185">
            <a:extLst>
              <a:ext uri="{FF2B5EF4-FFF2-40B4-BE49-F238E27FC236}">
                <a16:creationId xmlns:a16="http://schemas.microsoft.com/office/drawing/2014/main" id="{161EBC73-B029-4815-8789-C56637243EEE}"/>
              </a:ext>
            </a:extLst>
          </p:cNvPr>
          <p:cNvSpPr>
            <a:spLocks noChangeShapeType="1"/>
          </p:cNvSpPr>
          <p:nvPr/>
        </p:nvSpPr>
        <p:spPr bwMode="auto">
          <a:xfrm>
            <a:off x="10063163" y="4832350"/>
            <a:ext cx="1587" cy="1588"/>
          </a:xfrm>
          <a:prstGeom prst="line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fr-FR"/>
          </a:p>
        </p:txBody>
      </p:sp>
      <p:grpSp>
        <p:nvGrpSpPr>
          <p:cNvPr id="62469" name="pediatric-body-outline-standing-front">
            <a:extLst>
              <a:ext uri="{FF2B5EF4-FFF2-40B4-BE49-F238E27FC236}">
                <a16:creationId xmlns:a16="http://schemas.microsoft.com/office/drawing/2014/main" id="{B4552DC8-7242-4B87-9257-E48DBA18AB72}"/>
              </a:ext>
            </a:extLst>
          </p:cNvPr>
          <p:cNvGrpSpPr>
            <a:grpSpLocks/>
          </p:cNvGrpSpPr>
          <p:nvPr/>
        </p:nvGrpSpPr>
        <p:grpSpPr bwMode="auto">
          <a:xfrm>
            <a:off x="2063750" y="1193800"/>
            <a:ext cx="990600" cy="3317875"/>
            <a:chOff x="340" y="706"/>
            <a:chExt cx="624" cy="2090"/>
          </a:xfrm>
        </p:grpSpPr>
        <p:sp>
          <p:nvSpPr>
            <p:cNvPr id="62493" name="Freeform 191">
              <a:extLst>
                <a:ext uri="{FF2B5EF4-FFF2-40B4-BE49-F238E27FC236}">
                  <a16:creationId xmlns:a16="http://schemas.microsoft.com/office/drawing/2014/main" id="{23058208-BCD9-4CE1-B1D1-DF94DC0C4DA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40" y="706"/>
              <a:ext cx="624" cy="2090"/>
            </a:xfrm>
            <a:custGeom>
              <a:avLst/>
              <a:gdLst>
                <a:gd name="T0" fmla="*/ 411 w 755"/>
                <a:gd name="T1" fmla="*/ 619 h 2549"/>
                <a:gd name="T2" fmla="*/ 350 w 755"/>
                <a:gd name="T3" fmla="*/ 293 h 2549"/>
                <a:gd name="T4" fmla="*/ 262 w 755"/>
                <a:gd name="T5" fmla="*/ 212 h 2549"/>
                <a:gd name="T6" fmla="*/ 285 w 755"/>
                <a:gd name="T7" fmla="*/ 190 h 2549"/>
                <a:gd name="T8" fmla="*/ 294 w 755"/>
                <a:gd name="T9" fmla="*/ 178 h 2549"/>
                <a:gd name="T10" fmla="*/ 307 w 755"/>
                <a:gd name="T11" fmla="*/ 162 h 2549"/>
                <a:gd name="T12" fmla="*/ 302 w 755"/>
                <a:gd name="T13" fmla="*/ 157 h 2549"/>
                <a:gd name="T14" fmla="*/ 304 w 755"/>
                <a:gd name="T15" fmla="*/ 143 h 2549"/>
                <a:gd name="T16" fmla="*/ 307 w 755"/>
                <a:gd name="T17" fmla="*/ 126 h 2549"/>
                <a:gd name="T18" fmla="*/ 310 w 755"/>
                <a:gd name="T19" fmla="*/ 100 h 2549"/>
                <a:gd name="T20" fmla="*/ 253 w 755"/>
                <a:gd name="T21" fmla="*/ 7 h 2549"/>
                <a:gd name="T22" fmla="*/ 179 w 755"/>
                <a:gd name="T23" fmla="*/ 2 h 2549"/>
                <a:gd name="T24" fmla="*/ 151 w 755"/>
                <a:gd name="T25" fmla="*/ 16 h 2549"/>
                <a:gd name="T26" fmla="*/ 114 w 755"/>
                <a:gd name="T27" fmla="*/ 106 h 2549"/>
                <a:gd name="T28" fmla="*/ 117 w 755"/>
                <a:gd name="T29" fmla="*/ 144 h 2549"/>
                <a:gd name="T30" fmla="*/ 124 w 755"/>
                <a:gd name="T31" fmla="*/ 169 h 2549"/>
                <a:gd name="T32" fmla="*/ 121 w 755"/>
                <a:gd name="T33" fmla="*/ 187 h 2549"/>
                <a:gd name="T34" fmla="*/ 135 w 755"/>
                <a:gd name="T35" fmla="*/ 185 h 2549"/>
                <a:gd name="T36" fmla="*/ 144 w 755"/>
                <a:gd name="T37" fmla="*/ 197 h 2549"/>
                <a:gd name="T38" fmla="*/ 164 w 755"/>
                <a:gd name="T39" fmla="*/ 212 h 2549"/>
                <a:gd name="T40" fmla="*/ 137 w 755"/>
                <a:gd name="T41" fmla="*/ 265 h 2549"/>
                <a:gd name="T42" fmla="*/ 26 w 755"/>
                <a:gd name="T43" fmla="*/ 520 h 2549"/>
                <a:gd name="T44" fmla="*/ 18 w 755"/>
                <a:gd name="T45" fmla="*/ 814 h 2549"/>
                <a:gd name="T46" fmla="*/ 57 w 755"/>
                <a:gd name="T47" fmla="*/ 819 h 2549"/>
                <a:gd name="T48" fmla="*/ 59 w 755"/>
                <a:gd name="T49" fmla="*/ 813 h 2549"/>
                <a:gd name="T50" fmla="*/ 58 w 755"/>
                <a:gd name="T51" fmla="*/ 810 h 2549"/>
                <a:gd name="T52" fmla="*/ 57 w 755"/>
                <a:gd name="T53" fmla="*/ 808 h 2549"/>
                <a:gd name="T54" fmla="*/ 47 w 755"/>
                <a:gd name="T55" fmla="*/ 728 h 2549"/>
                <a:gd name="T56" fmla="*/ 106 w 755"/>
                <a:gd name="T57" fmla="*/ 438 h 2549"/>
                <a:gd name="T58" fmla="*/ 93 w 755"/>
                <a:gd name="T59" fmla="*/ 718 h 2549"/>
                <a:gd name="T60" fmla="*/ 130 w 755"/>
                <a:gd name="T61" fmla="*/ 1186 h 2549"/>
                <a:gd name="T62" fmla="*/ 126 w 755"/>
                <a:gd name="T63" fmla="*/ 1389 h 2549"/>
                <a:gd name="T64" fmla="*/ 127 w 755"/>
                <a:gd name="T65" fmla="*/ 1393 h 2549"/>
                <a:gd name="T66" fmla="*/ 129 w 755"/>
                <a:gd name="T67" fmla="*/ 1395 h 2549"/>
                <a:gd name="T68" fmla="*/ 132 w 755"/>
                <a:gd name="T69" fmla="*/ 1397 h 2549"/>
                <a:gd name="T70" fmla="*/ 135 w 755"/>
                <a:gd name="T71" fmla="*/ 1398 h 2549"/>
                <a:gd name="T72" fmla="*/ 136 w 755"/>
                <a:gd name="T73" fmla="*/ 1400 h 2549"/>
                <a:gd name="T74" fmla="*/ 140 w 755"/>
                <a:gd name="T75" fmla="*/ 1402 h 2549"/>
                <a:gd name="T76" fmla="*/ 144 w 755"/>
                <a:gd name="T77" fmla="*/ 1403 h 2549"/>
                <a:gd name="T78" fmla="*/ 150 w 755"/>
                <a:gd name="T79" fmla="*/ 1402 h 2549"/>
                <a:gd name="T80" fmla="*/ 200 w 755"/>
                <a:gd name="T81" fmla="*/ 1398 h 2549"/>
                <a:gd name="T82" fmla="*/ 207 w 755"/>
                <a:gd name="T83" fmla="*/ 1076 h 2549"/>
                <a:gd name="T84" fmla="*/ 221 w 755"/>
                <a:gd name="T85" fmla="*/ 770 h 2549"/>
                <a:gd name="T86" fmla="*/ 231 w 755"/>
                <a:gd name="T87" fmla="*/ 1250 h 2549"/>
                <a:gd name="T88" fmla="*/ 254 w 755"/>
                <a:gd name="T89" fmla="*/ 1400 h 2549"/>
                <a:gd name="T90" fmla="*/ 278 w 755"/>
                <a:gd name="T91" fmla="*/ 1402 h 2549"/>
                <a:gd name="T92" fmla="*/ 283 w 755"/>
                <a:gd name="T93" fmla="*/ 1403 h 2549"/>
                <a:gd name="T94" fmla="*/ 288 w 755"/>
                <a:gd name="T95" fmla="*/ 1402 h 2549"/>
                <a:gd name="T96" fmla="*/ 291 w 755"/>
                <a:gd name="T97" fmla="*/ 1400 h 2549"/>
                <a:gd name="T98" fmla="*/ 293 w 755"/>
                <a:gd name="T99" fmla="*/ 1398 h 2549"/>
                <a:gd name="T100" fmla="*/ 294 w 755"/>
                <a:gd name="T101" fmla="*/ 1396 h 2549"/>
                <a:gd name="T102" fmla="*/ 298 w 755"/>
                <a:gd name="T103" fmla="*/ 1395 h 2549"/>
                <a:gd name="T104" fmla="*/ 300 w 755"/>
                <a:gd name="T105" fmla="*/ 1392 h 2549"/>
                <a:gd name="T106" fmla="*/ 300 w 755"/>
                <a:gd name="T107" fmla="*/ 1389 h 2549"/>
                <a:gd name="T108" fmla="*/ 297 w 755"/>
                <a:gd name="T109" fmla="*/ 1189 h 2549"/>
                <a:gd name="T110" fmla="*/ 326 w 755"/>
                <a:gd name="T111" fmla="*/ 614 h 2549"/>
                <a:gd name="T112" fmla="*/ 313 w 755"/>
                <a:gd name="T113" fmla="*/ 375 h 2549"/>
                <a:gd name="T114" fmla="*/ 370 w 755"/>
                <a:gd name="T115" fmla="*/ 808 h 2549"/>
                <a:gd name="T116" fmla="*/ 368 w 755"/>
                <a:gd name="T117" fmla="*/ 810 h 2549"/>
                <a:gd name="T118" fmla="*/ 368 w 755"/>
                <a:gd name="T119" fmla="*/ 813 h 2549"/>
                <a:gd name="T120" fmla="*/ 418 w 755"/>
                <a:gd name="T121" fmla="*/ 800 h 2549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755" h="2549">
                  <a:moveTo>
                    <a:pt x="213" y="323"/>
                  </a:moveTo>
                  <a:cubicBezTo>
                    <a:pt x="211" y="324"/>
                    <a:pt x="209" y="325"/>
                    <a:pt x="206" y="327"/>
                  </a:cubicBezTo>
                  <a:cubicBezTo>
                    <a:pt x="209" y="326"/>
                    <a:pt x="211" y="325"/>
                    <a:pt x="213" y="323"/>
                  </a:cubicBezTo>
                  <a:close/>
                  <a:moveTo>
                    <a:pt x="752" y="1414"/>
                  </a:moveTo>
                  <a:cubicBezTo>
                    <a:pt x="749" y="1408"/>
                    <a:pt x="744" y="1370"/>
                    <a:pt x="737" y="1348"/>
                  </a:cubicBezTo>
                  <a:cubicBezTo>
                    <a:pt x="732" y="1330"/>
                    <a:pt x="727" y="1252"/>
                    <a:pt x="730" y="1216"/>
                  </a:cubicBezTo>
                  <a:cubicBezTo>
                    <a:pt x="732" y="1187"/>
                    <a:pt x="726" y="1142"/>
                    <a:pt x="727" y="1123"/>
                  </a:cubicBezTo>
                  <a:cubicBezTo>
                    <a:pt x="728" y="1016"/>
                    <a:pt x="714" y="963"/>
                    <a:pt x="709" y="943"/>
                  </a:cubicBezTo>
                  <a:cubicBezTo>
                    <a:pt x="705" y="923"/>
                    <a:pt x="701" y="897"/>
                    <a:pt x="692" y="855"/>
                  </a:cubicBezTo>
                  <a:cubicBezTo>
                    <a:pt x="691" y="852"/>
                    <a:pt x="691" y="850"/>
                    <a:pt x="690" y="847"/>
                  </a:cubicBezTo>
                  <a:cubicBezTo>
                    <a:pt x="690" y="847"/>
                    <a:pt x="690" y="846"/>
                    <a:pt x="690" y="846"/>
                  </a:cubicBezTo>
                  <a:cubicBezTo>
                    <a:pt x="681" y="777"/>
                    <a:pt x="648" y="637"/>
                    <a:pt x="630" y="569"/>
                  </a:cubicBezTo>
                  <a:cubicBezTo>
                    <a:pt x="628" y="561"/>
                    <a:pt x="626" y="554"/>
                    <a:pt x="624" y="548"/>
                  </a:cubicBezTo>
                  <a:cubicBezTo>
                    <a:pt x="622" y="540"/>
                    <a:pt x="620" y="534"/>
                    <a:pt x="619" y="532"/>
                  </a:cubicBezTo>
                  <a:cubicBezTo>
                    <a:pt x="616" y="526"/>
                    <a:pt x="612" y="520"/>
                    <a:pt x="608" y="515"/>
                  </a:cubicBezTo>
                  <a:cubicBezTo>
                    <a:pt x="597" y="500"/>
                    <a:pt x="580" y="486"/>
                    <a:pt x="553" y="482"/>
                  </a:cubicBezTo>
                  <a:cubicBezTo>
                    <a:pt x="552" y="482"/>
                    <a:pt x="550" y="481"/>
                    <a:pt x="548" y="481"/>
                  </a:cubicBezTo>
                  <a:cubicBezTo>
                    <a:pt x="548" y="481"/>
                    <a:pt x="547" y="481"/>
                    <a:pt x="547" y="481"/>
                  </a:cubicBezTo>
                  <a:cubicBezTo>
                    <a:pt x="529" y="478"/>
                    <a:pt x="488" y="472"/>
                    <a:pt x="466" y="445"/>
                  </a:cubicBezTo>
                  <a:cubicBezTo>
                    <a:pt x="457" y="434"/>
                    <a:pt x="451" y="419"/>
                    <a:pt x="450" y="398"/>
                  </a:cubicBezTo>
                  <a:cubicBezTo>
                    <a:pt x="455" y="393"/>
                    <a:pt x="460" y="389"/>
                    <a:pt x="465" y="384"/>
                  </a:cubicBezTo>
                  <a:cubicBezTo>
                    <a:pt x="480" y="368"/>
                    <a:pt x="491" y="352"/>
                    <a:pt x="493" y="344"/>
                  </a:cubicBezTo>
                  <a:cubicBezTo>
                    <a:pt x="493" y="343"/>
                    <a:pt x="493" y="342"/>
                    <a:pt x="493" y="341"/>
                  </a:cubicBezTo>
                  <a:cubicBezTo>
                    <a:pt x="494" y="347"/>
                    <a:pt x="494" y="352"/>
                    <a:pt x="494" y="358"/>
                  </a:cubicBezTo>
                  <a:cubicBezTo>
                    <a:pt x="493" y="351"/>
                    <a:pt x="496" y="342"/>
                    <a:pt x="499" y="336"/>
                  </a:cubicBezTo>
                  <a:cubicBezTo>
                    <a:pt x="499" y="342"/>
                    <a:pt x="501" y="346"/>
                    <a:pt x="505" y="351"/>
                  </a:cubicBezTo>
                  <a:cubicBezTo>
                    <a:pt x="504" y="348"/>
                    <a:pt x="504" y="345"/>
                    <a:pt x="504" y="342"/>
                  </a:cubicBezTo>
                  <a:cubicBezTo>
                    <a:pt x="504" y="343"/>
                    <a:pt x="505" y="344"/>
                    <a:pt x="505" y="345"/>
                  </a:cubicBezTo>
                  <a:cubicBezTo>
                    <a:pt x="505" y="343"/>
                    <a:pt x="504" y="340"/>
                    <a:pt x="504" y="338"/>
                  </a:cubicBezTo>
                  <a:cubicBezTo>
                    <a:pt x="504" y="332"/>
                    <a:pt x="505" y="326"/>
                    <a:pt x="505" y="320"/>
                  </a:cubicBezTo>
                  <a:cubicBezTo>
                    <a:pt x="505" y="320"/>
                    <a:pt x="505" y="320"/>
                    <a:pt x="505" y="320"/>
                  </a:cubicBezTo>
                  <a:cubicBezTo>
                    <a:pt x="505" y="327"/>
                    <a:pt x="509" y="337"/>
                    <a:pt x="516" y="341"/>
                  </a:cubicBezTo>
                  <a:cubicBezTo>
                    <a:pt x="510" y="337"/>
                    <a:pt x="510" y="326"/>
                    <a:pt x="510" y="319"/>
                  </a:cubicBezTo>
                  <a:cubicBezTo>
                    <a:pt x="513" y="325"/>
                    <a:pt x="519" y="329"/>
                    <a:pt x="526" y="329"/>
                  </a:cubicBezTo>
                  <a:cubicBezTo>
                    <a:pt x="524" y="327"/>
                    <a:pt x="523" y="325"/>
                    <a:pt x="522" y="323"/>
                  </a:cubicBezTo>
                  <a:cubicBezTo>
                    <a:pt x="523" y="323"/>
                    <a:pt x="524" y="323"/>
                    <a:pt x="524" y="323"/>
                  </a:cubicBezTo>
                  <a:cubicBezTo>
                    <a:pt x="523" y="321"/>
                    <a:pt x="521" y="319"/>
                    <a:pt x="520" y="316"/>
                  </a:cubicBezTo>
                  <a:cubicBezTo>
                    <a:pt x="519" y="312"/>
                    <a:pt x="519" y="308"/>
                    <a:pt x="518" y="304"/>
                  </a:cubicBezTo>
                  <a:cubicBezTo>
                    <a:pt x="518" y="304"/>
                    <a:pt x="518" y="304"/>
                    <a:pt x="518" y="304"/>
                  </a:cubicBezTo>
                  <a:cubicBezTo>
                    <a:pt x="524" y="309"/>
                    <a:pt x="534" y="310"/>
                    <a:pt x="540" y="308"/>
                  </a:cubicBezTo>
                  <a:cubicBezTo>
                    <a:pt x="536" y="308"/>
                    <a:pt x="532" y="306"/>
                    <a:pt x="528" y="303"/>
                  </a:cubicBezTo>
                  <a:cubicBezTo>
                    <a:pt x="534" y="301"/>
                    <a:pt x="538" y="297"/>
                    <a:pt x="544" y="294"/>
                  </a:cubicBezTo>
                  <a:cubicBezTo>
                    <a:pt x="542" y="295"/>
                    <a:pt x="540" y="295"/>
                    <a:pt x="538" y="294"/>
                  </a:cubicBezTo>
                  <a:cubicBezTo>
                    <a:pt x="540" y="294"/>
                    <a:pt x="542" y="293"/>
                    <a:pt x="544" y="292"/>
                  </a:cubicBezTo>
                  <a:cubicBezTo>
                    <a:pt x="541" y="291"/>
                    <a:pt x="536" y="291"/>
                    <a:pt x="531" y="290"/>
                  </a:cubicBezTo>
                  <a:cubicBezTo>
                    <a:pt x="530" y="288"/>
                    <a:pt x="529" y="287"/>
                    <a:pt x="528" y="285"/>
                  </a:cubicBezTo>
                  <a:cubicBezTo>
                    <a:pt x="531" y="287"/>
                    <a:pt x="534" y="287"/>
                    <a:pt x="536" y="288"/>
                  </a:cubicBezTo>
                  <a:cubicBezTo>
                    <a:pt x="535" y="286"/>
                    <a:pt x="534" y="284"/>
                    <a:pt x="532" y="282"/>
                  </a:cubicBezTo>
                  <a:cubicBezTo>
                    <a:pt x="533" y="283"/>
                    <a:pt x="534" y="283"/>
                    <a:pt x="535" y="284"/>
                  </a:cubicBezTo>
                  <a:cubicBezTo>
                    <a:pt x="533" y="281"/>
                    <a:pt x="531" y="279"/>
                    <a:pt x="529" y="277"/>
                  </a:cubicBezTo>
                  <a:cubicBezTo>
                    <a:pt x="528" y="276"/>
                    <a:pt x="527" y="275"/>
                    <a:pt x="527" y="274"/>
                  </a:cubicBezTo>
                  <a:cubicBezTo>
                    <a:pt x="526" y="271"/>
                    <a:pt x="525" y="269"/>
                    <a:pt x="525" y="266"/>
                  </a:cubicBezTo>
                  <a:cubicBezTo>
                    <a:pt x="529" y="273"/>
                    <a:pt x="536" y="279"/>
                    <a:pt x="546" y="283"/>
                  </a:cubicBezTo>
                  <a:cubicBezTo>
                    <a:pt x="537" y="279"/>
                    <a:pt x="531" y="269"/>
                    <a:pt x="529" y="260"/>
                  </a:cubicBezTo>
                  <a:cubicBezTo>
                    <a:pt x="532" y="268"/>
                    <a:pt x="540" y="267"/>
                    <a:pt x="547" y="269"/>
                  </a:cubicBezTo>
                  <a:cubicBezTo>
                    <a:pt x="543" y="267"/>
                    <a:pt x="540" y="264"/>
                    <a:pt x="538" y="261"/>
                  </a:cubicBezTo>
                  <a:cubicBezTo>
                    <a:pt x="546" y="264"/>
                    <a:pt x="558" y="264"/>
                    <a:pt x="562" y="260"/>
                  </a:cubicBezTo>
                  <a:cubicBezTo>
                    <a:pt x="551" y="262"/>
                    <a:pt x="538" y="251"/>
                    <a:pt x="531" y="240"/>
                  </a:cubicBezTo>
                  <a:cubicBezTo>
                    <a:pt x="531" y="240"/>
                    <a:pt x="531" y="240"/>
                    <a:pt x="531" y="240"/>
                  </a:cubicBezTo>
                  <a:cubicBezTo>
                    <a:pt x="534" y="243"/>
                    <a:pt x="539" y="244"/>
                    <a:pt x="543" y="246"/>
                  </a:cubicBezTo>
                  <a:cubicBezTo>
                    <a:pt x="540" y="244"/>
                    <a:pt x="537" y="240"/>
                    <a:pt x="535" y="236"/>
                  </a:cubicBezTo>
                  <a:cubicBezTo>
                    <a:pt x="544" y="243"/>
                    <a:pt x="557" y="247"/>
                    <a:pt x="563" y="241"/>
                  </a:cubicBezTo>
                  <a:cubicBezTo>
                    <a:pt x="554" y="241"/>
                    <a:pt x="549" y="236"/>
                    <a:pt x="545" y="229"/>
                  </a:cubicBezTo>
                  <a:cubicBezTo>
                    <a:pt x="545" y="230"/>
                    <a:pt x="546" y="230"/>
                    <a:pt x="547" y="230"/>
                  </a:cubicBezTo>
                  <a:cubicBezTo>
                    <a:pt x="545" y="228"/>
                    <a:pt x="544" y="227"/>
                    <a:pt x="542" y="225"/>
                  </a:cubicBezTo>
                  <a:cubicBezTo>
                    <a:pt x="541" y="222"/>
                    <a:pt x="539" y="219"/>
                    <a:pt x="538" y="216"/>
                  </a:cubicBezTo>
                  <a:cubicBezTo>
                    <a:pt x="537" y="213"/>
                    <a:pt x="537" y="211"/>
                    <a:pt x="538" y="208"/>
                  </a:cubicBezTo>
                  <a:cubicBezTo>
                    <a:pt x="546" y="214"/>
                    <a:pt x="554" y="221"/>
                    <a:pt x="564" y="223"/>
                  </a:cubicBezTo>
                  <a:cubicBezTo>
                    <a:pt x="551" y="210"/>
                    <a:pt x="537" y="196"/>
                    <a:pt x="532" y="177"/>
                  </a:cubicBezTo>
                  <a:cubicBezTo>
                    <a:pt x="537" y="180"/>
                    <a:pt x="543" y="183"/>
                    <a:pt x="549" y="182"/>
                  </a:cubicBezTo>
                  <a:cubicBezTo>
                    <a:pt x="537" y="173"/>
                    <a:pt x="527" y="160"/>
                    <a:pt x="522" y="145"/>
                  </a:cubicBezTo>
                  <a:cubicBezTo>
                    <a:pt x="521" y="141"/>
                    <a:pt x="520" y="135"/>
                    <a:pt x="519" y="130"/>
                  </a:cubicBezTo>
                  <a:cubicBezTo>
                    <a:pt x="518" y="124"/>
                    <a:pt x="517" y="119"/>
                    <a:pt x="516" y="114"/>
                  </a:cubicBezTo>
                  <a:cubicBezTo>
                    <a:pt x="511" y="97"/>
                    <a:pt x="500" y="61"/>
                    <a:pt x="483" y="49"/>
                  </a:cubicBezTo>
                  <a:cubicBezTo>
                    <a:pt x="485" y="50"/>
                    <a:pt x="487" y="52"/>
                    <a:pt x="488" y="53"/>
                  </a:cubicBezTo>
                  <a:cubicBezTo>
                    <a:pt x="477" y="35"/>
                    <a:pt x="457" y="14"/>
                    <a:pt x="434" y="13"/>
                  </a:cubicBezTo>
                  <a:cubicBezTo>
                    <a:pt x="439" y="13"/>
                    <a:pt x="444" y="13"/>
                    <a:pt x="448" y="13"/>
                  </a:cubicBezTo>
                  <a:cubicBezTo>
                    <a:pt x="426" y="1"/>
                    <a:pt x="398" y="2"/>
                    <a:pt x="376" y="7"/>
                  </a:cubicBezTo>
                  <a:cubicBezTo>
                    <a:pt x="378" y="6"/>
                    <a:pt x="386" y="3"/>
                    <a:pt x="390" y="1"/>
                  </a:cubicBezTo>
                  <a:cubicBezTo>
                    <a:pt x="371" y="1"/>
                    <a:pt x="355" y="3"/>
                    <a:pt x="338" y="9"/>
                  </a:cubicBezTo>
                  <a:cubicBezTo>
                    <a:pt x="337" y="7"/>
                    <a:pt x="349" y="1"/>
                    <a:pt x="350" y="1"/>
                  </a:cubicBezTo>
                  <a:cubicBezTo>
                    <a:pt x="347" y="0"/>
                    <a:pt x="343" y="2"/>
                    <a:pt x="340" y="3"/>
                  </a:cubicBezTo>
                  <a:cubicBezTo>
                    <a:pt x="338" y="4"/>
                    <a:pt x="336" y="5"/>
                    <a:pt x="335" y="7"/>
                  </a:cubicBezTo>
                  <a:cubicBezTo>
                    <a:pt x="330" y="5"/>
                    <a:pt x="323" y="2"/>
                    <a:pt x="318" y="4"/>
                  </a:cubicBezTo>
                  <a:cubicBezTo>
                    <a:pt x="321" y="5"/>
                    <a:pt x="324" y="5"/>
                    <a:pt x="326" y="8"/>
                  </a:cubicBezTo>
                  <a:cubicBezTo>
                    <a:pt x="326" y="8"/>
                    <a:pt x="326" y="9"/>
                    <a:pt x="326" y="9"/>
                  </a:cubicBezTo>
                  <a:cubicBezTo>
                    <a:pt x="320" y="8"/>
                    <a:pt x="314" y="6"/>
                    <a:pt x="308" y="7"/>
                  </a:cubicBezTo>
                  <a:cubicBezTo>
                    <a:pt x="299" y="8"/>
                    <a:pt x="289" y="11"/>
                    <a:pt x="281" y="14"/>
                  </a:cubicBezTo>
                  <a:cubicBezTo>
                    <a:pt x="286" y="14"/>
                    <a:pt x="291" y="14"/>
                    <a:pt x="296" y="14"/>
                  </a:cubicBezTo>
                  <a:cubicBezTo>
                    <a:pt x="284" y="15"/>
                    <a:pt x="255" y="24"/>
                    <a:pt x="248" y="34"/>
                  </a:cubicBezTo>
                  <a:cubicBezTo>
                    <a:pt x="254" y="31"/>
                    <a:pt x="262" y="29"/>
                    <a:pt x="269" y="29"/>
                  </a:cubicBezTo>
                  <a:cubicBezTo>
                    <a:pt x="248" y="35"/>
                    <a:pt x="224" y="52"/>
                    <a:pt x="212" y="70"/>
                  </a:cubicBezTo>
                  <a:cubicBezTo>
                    <a:pt x="216" y="65"/>
                    <a:pt x="223" y="61"/>
                    <a:pt x="228" y="58"/>
                  </a:cubicBezTo>
                  <a:cubicBezTo>
                    <a:pt x="221" y="69"/>
                    <a:pt x="211" y="77"/>
                    <a:pt x="207" y="91"/>
                  </a:cubicBezTo>
                  <a:cubicBezTo>
                    <a:pt x="205" y="95"/>
                    <a:pt x="205" y="100"/>
                    <a:pt x="204" y="105"/>
                  </a:cubicBezTo>
                  <a:cubicBezTo>
                    <a:pt x="197" y="121"/>
                    <a:pt x="197" y="137"/>
                    <a:pt x="198" y="154"/>
                  </a:cubicBezTo>
                  <a:cubicBezTo>
                    <a:pt x="198" y="161"/>
                    <a:pt x="199" y="168"/>
                    <a:pt x="199" y="175"/>
                  </a:cubicBezTo>
                  <a:cubicBezTo>
                    <a:pt x="199" y="180"/>
                    <a:pt x="200" y="186"/>
                    <a:pt x="202" y="192"/>
                  </a:cubicBezTo>
                  <a:cubicBezTo>
                    <a:pt x="202" y="205"/>
                    <a:pt x="202" y="218"/>
                    <a:pt x="197" y="229"/>
                  </a:cubicBezTo>
                  <a:cubicBezTo>
                    <a:pt x="201" y="226"/>
                    <a:pt x="205" y="220"/>
                    <a:pt x="207" y="215"/>
                  </a:cubicBezTo>
                  <a:cubicBezTo>
                    <a:pt x="209" y="232"/>
                    <a:pt x="202" y="246"/>
                    <a:pt x="199" y="261"/>
                  </a:cubicBezTo>
                  <a:cubicBezTo>
                    <a:pt x="203" y="258"/>
                    <a:pt x="206" y="253"/>
                    <a:pt x="209" y="248"/>
                  </a:cubicBezTo>
                  <a:cubicBezTo>
                    <a:pt x="209" y="249"/>
                    <a:pt x="209" y="251"/>
                    <a:pt x="209" y="254"/>
                  </a:cubicBezTo>
                  <a:cubicBezTo>
                    <a:pt x="205" y="260"/>
                    <a:pt x="199" y="267"/>
                    <a:pt x="193" y="270"/>
                  </a:cubicBezTo>
                  <a:cubicBezTo>
                    <a:pt x="198" y="269"/>
                    <a:pt x="203" y="266"/>
                    <a:pt x="207" y="262"/>
                  </a:cubicBezTo>
                  <a:cubicBezTo>
                    <a:pt x="205" y="271"/>
                    <a:pt x="202" y="281"/>
                    <a:pt x="200" y="287"/>
                  </a:cubicBezTo>
                  <a:cubicBezTo>
                    <a:pt x="197" y="293"/>
                    <a:pt x="195" y="299"/>
                    <a:pt x="192" y="305"/>
                  </a:cubicBezTo>
                  <a:cubicBezTo>
                    <a:pt x="198" y="300"/>
                    <a:pt x="207" y="293"/>
                    <a:pt x="210" y="285"/>
                  </a:cubicBezTo>
                  <a:cubicBezTo>
                    <a:pt x="210" y="285"/>
                    <a:pt x="210" y="285"/>
                    <a:pt x="211" y="285"/>
                  </a:cubicBezTo>
                  <a:cubicBezTo>
                    <a:pt x="216" y="297"/>
                    <a:pt x="204" y="315"/>
                    <a:pt x="193" y="322"/>
                  </a:cubicBezTo>
                  <a:cubicBezTo>
                    <a:pt x="198" y="322"/>
                    <a:pt x="202" y="320"/>
                    <a:pt x="206" y="317"/>
                  </a:cubicBezTo>
                  <a:cubicBezTo>
                    <a:pt x="212" y="315"/>
                    <a:pt x="216" y="312"/>
                    <a:pt x="219" y="306"/>
                  </a:cubicBezTo>
                  <a:cubicBezTo>
                    <a:pt x="219" y="308"/>
                    <a:pt x="219" y="310"/>
                    <a:pt x="219" y="311"/>
                  </a:cubicBezTo>
                  <a:cubicBezTo>
                    <a:pt x="217" y="315"/>
                    <a:pt x="216" y="319"/>
                    <a:pt x="213" y="323"/>
                  </a:cubicBezTo>
                  <a:cubicBezTo>
                    <a:pt x="214" y="322"/>
                    <a:pt x="216" y="321"/>
                    <a:pt x="217" y="320"/>
                  </a:cubicBezTo>
                  <a:cubicBezTo>
                    <a:pt x="214" y="326"/>
                    <a:pt x="209" y="333"/>
                    <a:pt x="204" y="338"/>
                  </a:cubicBezTo>
                  <a:cubicBezTo>
                    <a:pt x="211" y="336"/>
                    <a:pt x="219" y="329"/>
                    <a:pt x="223" y="321"/>
                  </a:cubicBezTo>
                  <a:cubicBezTo>
                    <a:pt x="223" y="322"/>
                    <a:pt x="223" y="322"/>
                    <a:pt x="223" y="323"/>
                  </a:cubicBezTo>
                  <a:cubicBezTo>
                    <a:pt x="222" y="328"/>
                    <a:pt x="218" y="335"/>
                    <a:pt x="214" y="339"/>
                  </a:cubicBezTo>
                  <a:cubicBezTo>
                    <a:pt x="217" y="337"/>
                    <a:pt x="220" y="334"/>
                    <a:pt x="223" y="332"/>
                  </a:cubicBezTo>
                  <a:cubicBezTo>
                    <a:pt x="223" y="331"/>
                    <a:pt x="223" y="331"/>
                    <a:pt x="224" y="331"/>
                  </a:cubicBezTo>
                  <a:cubicBezTo>
                    <a:pt x="223" y="336"/>
                    <a:pt x="222" y="341"/>
                    <a:pt x="219" y="345"/>
                  </a:cubicBezTo>
                  <a:cubicBezTo>
                    <a:pt x="224" y="342"/>
                    <a:pt x="228" y="338"/>
                    <a:pt x="231" y="334"/>
                  </a:cubicBezTo>
                  <a:cubicBezTo>
                    <a:pt x="231" y="335"/>
                    <a:pt x="231" y="336"/>
                    <a:pt x="231" y="337"/>
                  </a:cubicBezTo>
                  <a:cubicBezTo>
                    <a:pt x="229" y="342"/>
                    <a:pt x="224" y="346"/>
                    <a:pt x="223" y="351"/>
                  </a:cubicBezTo>
                  <a:cubicBezTo>
                    <a:pt x="228" y="348"/>
                    <a:pt x="234" y="343"/>
                    <a:pt x="238" y="337"/>
                  </a:cubicBezTo>
                  <a:cubicBezTo>
                    <a:pt x="238" y="342"/>
                    <a:pt x="238" y="346"/>
                    <a:pt x="238" y="350"/>
                  </a:cubicBezTo>
                  <a:cubicBezTo>
                    <a:pt x="239" y="350"/>
                    <a:pt x="239" y="349"/>
                    <a:pt x="240" y="349"/>
                  </a:cubicBezTo>
                  <a:cubicBezTo>
                    <a:pt x="239" y="351"/>
                    <a:pt x="239" y="353"/>
                    <a:pt x="239" y="355"/>
                  </a:cubicBezTo>
                  <a:cubicBezTo>
                    <a:pt x="243" y="350"/>
                    <a:pt x="246" y="344"/>
                    <a:pt x="249" y="338"/>
                  </a:cubicBezTo>
                  <a:cubicBezTo>
                    <a:pt x="250" y="344"/>
                    <a:pt x="251" y="351"/>
                    <a:pt x="254" y="356"/>
                  </a:cubicBezTo>
                  <a:cubicBezTo>
                    <a:pt x="254" y="355"/>
                    <a:pt x="254" y="355"/>
                    <a:pt x="254" y="354"/>
                  </a:cubicBezTo>
                  <a:cubicBezTo>
                    <a:pt x="254" y="355"/>
                    <a:pt x="254" y="356"/>
                    <a:pt x="254" y="357"/>
                  </a:cubicBezTo>
                  <a:cubicBezTo>
                    <a:pt x="254" y="356"/>
                    <a:pt x="254" y="355"/>
                    <a:pt x="254" y="353"/>
                  </a:cubicBezTo>
                  <a:cubicBezTo>
                    <a:pt x="255" y="350"/>
                    <a:pt x="255" y="348"/>
                    <a:pt x="255" y="345"/>
                  </a:cubicBezTo>
                  <a:cubicBezTo>
                    <a:pt x="256" y="344"/>
                    <a:pt x="256" y="344"/>
                    <a:pt x="256" y="344"/>
                  </a:cubicBezTo>
                  <a:cubicBezTo>
                    <a:pt x="259" y="343"/>
                    <a:pt x="262" y="352"/>
                    <a:pt x="265" y="353"/>
                  </a:cubicBezTo>
                  <a:cubicBezTo>
                    <a:pt x="264" y="352"/>
                    <a:pt x="264" y="351"/>
                    <a:pt x="264" y="351"/>
                  </a:cubicBezTo>
                  <a:cubicBezTo>
                    <a:pt x="266" y="351"/>
                    <a:pt x="267" y="351"/>
                    <a:pt x="268" y="351"/>
                  </a:cubicBezTo>
                  <a:cubicBezTo>
                    <a:pt x="275" y="364"/>
                    <a:pt x="283" y="376"/>
                    <a:pt x="290" y="385"/>
                  </a:cubicBezTo>
                  <a:cubicBezTo>
                    <a:pt x="292" y="386"/>
                    <a:pt x="293" y="388"/>
                    <a:pt x="295" y="389"/>
                  </a:cubicBezTo>
                  <a:cubicBezTo>
                    <a:pt x="298" y="392"/>
                    <a:pt x="302" y="395"/>
                    <a:pt x="306" y="398"/>
                  </a:cubicBezTo>
                  <a:cubicBezTo>
                    <a:pt x="306" y="399"/>
                    <a:pt x="306" y="401"/>
                    <a:pt x="306" y="402"/>
                  </a:cubicBezTo>
                  <a:cubicBezTo>
                    <a:pt x="306" y="403"/>
                    <a:pt x="306" y="403"/>
                    <a:pt x="306" y="404"/>
                  </a:cubicBezTo>
                  <a:cubicBezTo>
                    <a:pt x="306" y="405"/>
                    <a:pt x="306" y="406"/>
                    <a:pt x="306" y="407"/>
                  </a:cubicBezTo>
                  <a:cubicBezTo>
                    <a:pt x="306" y="440"/>
                    <a:pt x="288" y="460"/>
                    <a:pt x="267" y="471"/>
                  </a:cubicBezTo>
                  <a:cubicBezTo>
                    <a:pt x="258" y="476"/>
                    <a:pt x="250" y="478"/>
                    <a:pt x="243" y="480"/>
                  </a:cubicBezTo>
                  <a:cubicBezTo>
                    <a:pt x="231" y="484"/>
                    <a:pt x="179" y="486"/>
                    <a:pt x="149" y="519"/>
                  </a:cubicBezTo>
                  <a:cubicBezTo>
                    <a:pt x="145" y="523"/>
                    <a:pt x="142" y="527"/>
                    <a:pt x="139" y="532"/>
                  </a:cubicBezTo>
                  <a:cubicBezTo>
                    <a:pt x="136" y="535"/>
                    <a:pt x="132" y="548"/>
                    <a:pt x="127" y="566"/>
                  </a:cubicBezTo>
                  <a:cubicBezTo>
                    <a:pt x="120" y="586"/>
                    <a:pt x="115" y="609"/>
                    <a:pt x="111" y="626"/>
                  </a:cubicBezTo>
                  <a:cubicBezTo>
                    <a:pt x="91" y="708"/>
                    <a:pt x="67" y="818"/>
                    <a:pt x="63" y="846"/>
                  </a:cubicBezTo>
                  <a:cubicBezTo>
                    <a:pt x="59" y="867"/>
                    <a:pt x="56" y="887"/>
                    <a:pt x="54" y="903"/>
                  </a:cubicBezTo>
                  <a:cubicBezTo>
                    <a:pt x="51" y="920"/>
                    <a:pt x="48" y="934"/>
                    <a:pt x="46" y="943"/>
                  </a:cubicBezTo>
                  <a:cubicBezTo>
                    <a:pt x="42" y="963"/>
                    <a:pt x="23" y="1017"/>
                    <a:pt x="24" y="1124"/>
                  </a:cubicBezTo>
                  <a:cubicBezTo>
                    <a:pt x="24" y="1143"/>
                    <a:pt x="23" y="1187"/>
                    <a:pt x="25" y="1216"/>
                  </a:cubicBezTo>
                  <a:cubicBezTo>
                    <a:pt x="29" y="1252"/>
                    <a:pt x="23" y="1330"/>
                    <a:pt x="18" y="1348"/>
                  </a:cubicBezTo>
                  <a:cubicBezTo>
                    <a:pt x="12" y="1370"/>
                    <a:pt x="6" y="1408"/>
                    <a:pt x="3" y="1414"/>
                  </a:cubicBezTo>
                  <a:cubicBezTo>
                    <a:pt x="0" y="1419"/>
                    <a:pt x="6" y="1426"/>
                    <a:pt x="9" y="1432"/>
                  </a:cubicBezTo>
                  <a:cubicBezTo>
                    <a:pt x="12" y="1438"/>
                    <a:pt x="12" y="1443"/>
                    <a:pt x="16" y="1451"/>
                  </a:cubicBezTo>
                  <a:cubicBezTo>
                    <a:pt x="19" y="1457"/>
                    <a:pt x="28" y="1470"/>
                    <a:pt x="33" y="1477"/>
                  </a:cubicBezTo>
                  <a:cubicBezTo>
                    <a:pt x="38" y="1485"/>
                    <a:pt x="57" y="1493"/>
                    <a:pt x="72" y="1498"/>
                  </a:cubicBezTo>
                  <a:cubicBezTo>
                    <a:pt x="82" y="1501"/>
                    <a:pt x="101" y="1511"/>
                    <a:pt x="103" y="1507"/>
                  </a:cubicBezTo>
                  <a:cubicBezTo>
                    <a:pt x="106" y="1499"/>
                    <a:pt x="105" y="1492"/>
                    <a:pt x="99" y="1488"/>
                  </a:cubicBezTo>
                  <a:cubicBezTo>
                    <a:pt x="100" y="1488"/>
                    <a:pt x="100" y="1488"/>
                    <a:pt x="101" y="1488"/>
                  </a:cubicBezTo>
                  <a:cubicBezTo>
                    <a:pt x="101" y="1488"/>
                    <a:pt x="101" y="1488"/>
                    <a:pt x="101" y="1488"/>
                  </a:cubicBezTo>
                  <a:cubicBezTo>
                    <a:pt x="101" y="1488"/>
                    <a:pt x="102" y="1487"/>
                    <a:pt x="102" y="1487"/>
                  </a:cubicBezTo>
                  <a:cubicBezTo>
                    <a:pt x="102" y="1487"/>
                    <a:pt x="102" y="1487"/>
                    <a:pt x="102" y="1487"/>
                  </a:cubicBezTo>
                  <a:cubicBezTo>
                    <a:pt x="102" y="1487"/>
                    <a:pt x="102" y="1487"/>
                    <a:pt x="102" y="1487"/>
                  </a:cubicBezTo>
                  <a:cubicBezTo>
                    <a:pt x="103" y="1487"/>
                    <a:pt x="103" y="1487"/>
                    <a:pt x="103" y="1486"/>
                  </a:cubicBezTo>
                  <a:cubicBezTo>
                    <a:pt x="103" y="1486"/>
                    <a:pt x="103" y="1486"/>
                    <a:pt x="103" y="1486"/>
                  </a:cubicBezTo>
                  <a:cubicBezTo>
                    <a:pt x="103" y="1486"/>
                    <a:pt x="104" y="1486"/>
                    <a:pt x="104" y="1485"/>
                  </a:cubicBezTo>
                  <a:cubicBezTo>
                    <a:pt x="104" y="1485"/>
                    <a:pt x="104" y="1485"/>
                    <a:pt x="104" y="1484"/>
                  </a:cubicBezTo>
                  <a:cubicBezTo>
                    <a:pt x="105" y="1482"/>
                    <a:pt x="105" y="1480"/>
                    <a:pt x="103" y="1476"/>
                  </a:cubicBezTo>
                  <a:cubicBezTo>
                    <a:pt x="103" y="1476"/>
                    <a:pt x="103" y="1475"/>
                    <a:pt x="104" y="1475"/>
                  </a:cubicBezTo>
                  <a:cubicBezTo>
                    <a:pt x="104" y="1474"/>
                    <a:pt x="104" y="1474"/>
                    <a:pt x="104" y="1474"/>
                  </a:cubicBezTo>
                  <a:cubicBezTo>
                    <a:pt x="104" y="1473"/>
                    <a:pt x="104" y="1473"/>
                    <a:pt x="104" y="1473"/>
                  </a:cubicBezTo>
                  <a:cubicBezTo>
                    <a:pt x="104" y="1473"/>
                    <a:pt x="104" y="1473"/>
                    <a:pt x="104" y="1472"/>
                  </a:cubicBezTo>
                  <a:cubicBezTo>
                    <a:pt x="104" y="1472"/>
                    <a:pt x="104" y="1472"/>
                    <a:pt x="104" y="1472"/>
                  </a:cubicBezTo>
                  <a:cubicBezTo>
                    <a:pt x="104" y="1472"/>
                    <a:pt x="104" y="1472"/>
                    <a:pt x="104" y="1471"/>
                  </a:cubicBezTo>
                  <a:cubicBezTo>
                    <a:pt x="104" y="1471"/>
                    <a:pt x="104" y="1471"/>
                    <a:pt x="104" y="1471"/>
                  </a:cubicBezTo>
                  <a:cubicBezTo>
                    <a:pt x="103" y="1471"/>
                    <a:pt x="103" y="1471"/>
                    <a:pt x="103" y="1470"/>
                  </a:cubicBezTo>
                  <a:cubicBezTo>
                    <a:pt x="103" y="1470"/>
                    <a:pt x="103" y="1470"/>
                    <a:pt x="103" y="1470"/>
                  </a:cubicBezTo>
                  <a:cubicBezTo>
                    <a:pt x="103" y="1470"/>
                    <a:pt x="103" y="1470"/>
                    <a:pt x="103" y="1470"/>
                  </a:cubicBezTo>
                  <a:cubicBezTo>
                    <a:pt x="102" y="1469"/>
                    <a:pt x="101" y="1468"/>
                    <a:pt x="100" y="1467"/>
                  </a:cubicBezTo>
                  <a:cubicBezTo>
                    <a:pt x="100" y="1467"/>
                    <a:pt x="100" y="1467"/>
                    <a:pt x="100" y="1467"/>
                  </a:cubicBezTo>
                  <a:cubicBezTo>
                    <a:pt x="101" y="1467"/>
                    <a:pt x="101" y="1467"/>
                    <a:pt x="101" y="1467"/>
                  </a:cubicBezTo>
                  <a:cubicBezTo>
                    <a:pt x="100" y="1466"/>
                    <a:pt x="100" y="1466"/>
                    <a:pt x="100" y="1466"/>
                  </a:cubicBezTo>
                  <a:cubicBezTo>
                    <a:pt x="100" y="1466"/>
                    <a:pt x="100" y="1466"/>
                    <a:pt x="100" y="1466"/>
                  </a:cubicBezTo>
                  <a:cubicBezTo>
                    <a:pt x="101" y="1466"/>
                    <a:pt x="102" y="1465"/>
                    <a:pt x="103" y="1463"/>
                  </a:cubicBezTo>
                  <a:cubicBezTo>
                    <a:pt x="106" y="1454"/>
                    <a:pt x="105" y="1434"/>
                    <a:pt x="103" y="1423"/>
                  </a:cubicBezTo>
                  <a:cubicBezTo>
                    <a:pt x="104" y="1413"/>
                    <a:pt x="104" y="1381"/>
                    <a:pt x="96" y="1359"/>
                  </a:cubicBezTo>
                  <a:cubicBezTo>
                    <a:pt x="90" y="1345"/>
                    <a:pt x="85" y="1334"/>
                    <a:pt x="85" y="1325"/>
                  </a:cubicBezTo>
                  <a:cubicBezTo>
                    <a:pt x="85" y="1325"/>
                    <a:pt x="85" y="1324"/>
                    <a:pt x="85" y="1323"/>
                  </a:cubicBezTo>
                  <a:cubicBezTo>
                    <a:pt x="85" y="1323"/>
                    <a:pt x="84" y="1322"/>
                    <a:pt x="84" y="1321"/>
                  </a:cubicBezTo>
                  <a:cubicBezTo>
                    <a:pt x="84" y="1321"/>
                    <a:pt x="84" y="1321"/>
                    <a:pt x="84" y="1321"/>
                  </a:cubicBezTo>
                  <a:cubicBezTo>
                    <a:pt x="83" y="1296"/>
                    <a:pt x="94" y="1204"/>
                    <a:pt x="105" y="1151"/>
                  </a:cubicBezTo>
                  <a:cubicBezTo>
                    <a:pt x="108" y="1137"/>
                    <a:pt x="112" y="1123"/>
                    <a:pt x="117" y="1110"/>
                  </a:cubicBezTo>
                  <a:cubicBezTo>
                    <a:pt x="121" y="1096"/>
                    <a:pt x="124" y="1082"/>
                    <a:pt x="127" y="1068"/>
                  </a:cubicBezTo>
                  <a:cubicBezTo>
                    <a:pt x="139" y="1010"/>
                    <a:pt x="139" y="966"/>
                    <a:pt x="141" y="954"/>
                  </a:cubicBezTo>
                  <a:cubicBezTo>
                    <a:pt x="144" y="939"/>
                    <a:pt x="187" y="737"/>
                    <a:pt x="193" y="703"/>
                  </a:cubicBezTo>
                  <a:cubicBezTo>
                    <a:pt x="192" y="737"/>
                    <a:pt x="192" y="737"/>
                    <a:pt x="192" y="737"/>
                  </a:cubicBezTo>
                  <a:cubicBezTo>
                    <a:pt x="188" y="794"/>
                    <a:pt x="188" y="794"/>
                    <a:pt x="188" y="794"/>
                  </a:cubicBezTo>
                  <a:cubicBezTo>
                    <a:pt x="189" y="801"/>
                    <a:pt x="189" y="809"/>
                    <a:pt x="190" y="817"/>
                  </a:cubicBezTo>
                  <a:cubicBezTo>
                    <a:pt x="189" y="826"/>
                    <a:pt x="189" y="826"/>
                    <a:pt x="189" y="826"/>
                  </a:cubicBezTo>
                  <a:cubicBezTo>
                    <a:pt x="190" y="830"/>
                    <a:pt x="190" y="834"/>
                    <a:pt x="190" y="838"/>
                  </a:cubicBezTo>
                  <a:cubicBezTo>
                    <a:pt x="191" y="879"/>
                    <a:pt x="190" y="925"/>
                    <a:pt x="191" y="941"/>
                  </a:cubicBezTo>
                  <a:cubicBezTo>
                    <a:pt x="192" y="971"/>
                    <a:pt x="183" y="1003"/>
                    <a:pt x="186" y="1054"/>
                  </a:cubicBezTo>
                  <a:cubicBezTo>
                    <a:pt x="187" y="1081"/>
                    <a:pt x="185" y="1134"/>
                    <a:pt x="173" y="1201"/>
                  </a:cubicBezTo>
                  <a:cubicBezTo>
                    <a:pt x="165" y="1234"/>
                    <a:pt x="165" y="1262"/>
                    <a:pt x="165" y="1302"/>
                  </a:cubicBezTo>
                  <a:cubicBezTo>
                    <a:pt x="163" y="1380"/>
                    <a:pt x="163" y="1487"/>
                    <a:pt x="175" y="1577"/>
                  </a:cubicBezTo>
                  <a:cubicBezTo>
                    <a:pt x="176" y="1582"/>
                    <a:pt x="177" y="1586"/>
                    <a:pt x="177" y="1591"/>
                  </a:cubicBezTo>
                  <a:cubicBezTo>
                    <a:pt x="186" y="1657"/>
                    <a:pt x="205" y="1735"/>
                    <a:pt x="214" y="1782"/>
                  </a:cubicBezTo>
                  <a:cubicBezTo>
                    <a:pt x="223" y="1831"/>
                    <a:pt x="215" y="1854"/>
                    <a:pt x="217" y="1886"/>
                  </a:cubicBezTo>
                  <a:cubicBezTo>
                    <a:pt x="219" y="1902"/>
                    <a:pt x="204" y="1988"/>
                    <a:pt x="220" y="2097"/>
                  </a:cubicBezTo>
                  <a:cubicBezTo>
                    <a:pt x="222" y="2115"/>
                    <a:pt x="225" y="2133"/>
                    <a:pt x="229" y="2150"/>
                  </a:cubicBezTo>
                  <a:cubicBezTo>
                    <a:pt x="229" y="2151"/>
                    <a:pt x="229" y="2152"/>
                    <a:pt x="230" y="2153"/>
                  </a:cubicBezTo>
                  <a:cubicBezTo>
                    <a:pt x="246" y="2234"/>
                    <a:pt x="260" y="2305"/>
                    <a:pt x="265" y="2325"/>
                  </a:cubicBezTo>
                  <a:cubicBezTo>
                    <a:pt x="276" y="2372"/>
                    <a:pt x="266" y="2377"/>
                    <a:pt x="271" y="2400"/>
                  </a:cubicBezTo>
                  <a:cubicBezTo>
                    <a:pt x="275" y="2424"/>
                    <a:pt x="276" y="2421"/>
                    <a:pt x="263" y="2444"/>
                  </a:cubicBezTo>
                  <a:cubicBezTo>
                    <a:pt x="251" y="2459"/>
                    <a:pt x="231" y="2491"/>
                    <a:pt x="225" y="2499"/>
                  </a:cubicBezTo>
                  <a:cubicBezTo>
                    <a:pt x="218" y="2506"/>
                    <a:pt x="222" y="2513"/>
                    <a:pt x="225" y="2518"/>
                  </a:cubicBezTo>
                  <a:cubicBezTo>
                    <a:pt x="224" y="2518"/>
                    <a:pt x="224" y="2519"/>
                    <a:pt x="224" y="2520"/>
                  </a:cubicBezTo>
                  <a:cubicBezTo>
                    <a:pt x="224" y="2520"/>
                    <a:pt x="224" y="2520"/>
                    <a:pt x="224" y="2520"/>
                  </a:cubicBezTo>
                  <a:cubicBezTo>
                    <a:pt x="224" y="2521"/>
                    <a:pt x="224" y="2521"/>
                    <a:pt x="224" y="2522"/>
                  </a:cubicBezTo>
                  <a:cubicBezTo>
                    <a:pt x="224" y="2522"/>
                    <a:pt x="224" y="2522"/>
                    <a:pt x="224" y="2522"/>
                  </a:cubicBezTo>
                  <a:cubicBezTo>
                    <a:pt x="224" y="2523"/>
                    <a:pt x="224" y="2523"/>
                    <a:pt x="224" y="2523"/>
                  </a:cubicBezTo>
                  <a:cubicBezTo>
                    <a:pt x="224" y="2524"/>
                    <a:pt x="224" y="2524"/>
                    <a:pt x="224" y="2524"/>
                  </a:cubicBezTo>
                  <a:cubicBezTo>
                    <a:pt x="224" y="2524"/>
                    <a:pt x="224" y="2525"/>
                    <a:pt x="224" y="2525"/>
                  </a:cubicBezTo>
                  <a:cubicBezTo>
                    <a:pt x="224" y="2525"/>
                    <a:pt x="224" y="2525"/>
                    <a:pt x="224" y="2526"/>
                  </a:cubicBezTo>
                  <a:cubicBezTo>
                    <a:pt x="225" y="2526"/>
                    <a:pt x="225" y="2526"/>
                    <a:pt x="225" y="2527"/>
                  </a:cubicBezTo>
                  <a:cubicBezTo>
                    <a:pt x="225" y="2527"/>
                    <a:pt x="225" y="2527"/>
                    <a:pt x="225" y="2527"/>
                  </a:cubicBezTo>
                  <a:cubicBezTo>
                    <a:pt x="225" y="2527"/>
                    <a:pt x="226" y="2528"/>
                    <a:pt x="226" y="2528"/>
                  </a:cubicBezTo>
                  <a:cubicBezTo>
                    <a:pt x="226" y="2528"/>
                    <a:pt x="226" y="2528"/>
                    <a:pt x="226" y="2529"/>
                  </a:cubicBezTo>
                  <a:cubicBezTo>
                    <a:pt x="226" y="2529"/>
                    <a:pt x="227" y="2529"/>
                    <a:pt x="227" y="2529"/>
                  </a:cubicBezTo>
                  <a:cubicBezTo>
                    <a:pt x="227" y="2529"/>
                    <a:pt x="227" y="2530"/>
                    <a:pt x="227" y="2530"/>
                  </a:cubicBezTo>
                  <a:cubicBezTo>
                    <a:pt x="228" y="2530"/>
                    <a:pt x="228" y="2530"/>
                    <a:pt x="228" y="2530"/>
                  </a:cubicBezTo>
                  <a:cubicBezTo>
                    <a:pt x="228" y="2531"/>
                    <a:pt x="229" y="2531"/>
                    <a:pt x="229" y="2531"/>
                  </a:cubicBezTo>
                  <a:cubicBezTo>
                    <a:pt x="229" y="2531"/>
                    <a:pt x="229" y="2531"/>
                    <a:pt x="229" y="2531"/>
                  </a:cubicBezTo>
                  <a:cubicBezTo>
                    <a:pt x="230" y="2532"/>
                    <a:pt x="230" y="2532"/>
                    <a:pt x="230" y="2532"/>
                  </a:cubicBezTo>
                  <a:cubicBezTo>
                    <a:pt x="230" y="2532"/>
                    <a:pt x="231" y="2532"/>
                    <a:pt x="231" y="2532"/>
                  </a:cubicBezTo>
                  <a:cubicBezTo>
                    <a:pt x="231" y="2533"/>
                    <a:pt x="232" y="2533"/>
                    <a:pt x="232" y="2533"/>
                  </a:cubicBezTo>
                  <a:cubicBezTo>
                    <a:pt x="232" y="2533"/>
                    <a:pt x="232" y="2533"/>
                    <a:pt x="232" y="2533"/>
                  </a:cubicBezTo>
                  <a:cubicBezTo>
                    <a:pt x="233" y="2533"/>
                    <a:pt x="233" y="2533"/>
                    <a:pt x="233" y="2534"/>
                  </a:cubicBezTo>
                  <a:cubicBezTo>
                    <a:pt x="233" y="2534"/>
                    <a:pt x="234" y="2534"/>
                    <a:pt x="234" y="2534"/>
                  </a:cubicBezTo>
                  <a:cubicBezTo>
                    <a:pt x="234" y="2534"/>
                    <a:pt x="234" y="2534"/>
                    <a:pt x="235" y="2534"/>
                  </a:cubicBezTo>
                  <a:cubicBezTo>
                    <a:pt x="235" y="2534"/>
                    <a:pt x="235" y="2534"/>
                    <a:pt x="235" y="2534"/>
                  </a:cubicBezTo>
                  <a:cubicBezTo>
                    <a:pt x="235" y="2534"/>
                    <a:pt x="236" y="2534"/>
                    <a:pt x="236" y="2534"/>
                  </a:cubicBezTo>
                  <a:cubicBezTo>
                    <a:pt x="236" y="2534"/>
                    <a:pt x="236" y="2534"/>
                    <a:pt x="236" y="2535"/>
                  </a:cubicBezTo>
                  <a:cubicBezTo>
                    <a:pt x="237" y="2535"/>
                    <a:pt x="237" y="2535"/>
                    <a:pt x="237" y="2535"/>
                  </a:cubicBezTo>
                  <a:cubicBezTo>
                    <a:pt x="237" y="2535"/>
                    <a:pt x="238" y="2535"/>
                    <a:pt x="238" y="2535"/>
                  </a:cubicBezTo>
                  <a:cubicBezTo>
                    <a:pt x="238" y="2535"/>
                    <a:pt x="238" y="2535"/>
                    <a:pt x="238" y="2535"/>
                  </a:cubicBezTo>
                  <a:cubicBezTo>
                    <a:pt x="238" y="2535"/>
                    <a:pt x="239" y="2535"/>
                    <a:pt x="239" y="2535"/>
                  </a:cubicBezTo>
                  <a:cubicBezTo>
                    <a:pt x="239" y="2535"/>
                    <a:pt x="238" y="2536"/>
                    <a:pt x="239" y="2537"/>
                  </a:cubicBezTo>
                  <a:cubicBezTo>
                    <a:pt x="239" y="2537"/>
                    <a:pt x="239" y="2537"/>
                    <a:pt x="239" y="2537"/>
                  </a:cubicBezTo>
                  <a:cubicBezTo>
                    <a:pt x="239" y="2537"/>
                    <a:pt x="239" y="2538"/>
                    <a:pt x="239" y="2538"/>
                  </a:cubicBezTo>
                  <a:cubicBezTo>
                    <a:pt x="239" y="2538"/>
                    <a:pt x="239" y="2538"/>
                    <a:pt x="239" y="2538"/>
                  </a:cubicBezTo>
                  <a:cubicBezTo>
                    <a:pt x="239" y="2539"/>
                    <a:pt x="240" y="2540"/>
                    <a:pt x="240" y="2540"/>
                  </a:cubicBezTo>
                  <a:cubicBezTo>
                    <a:pt x="240" y="2540"/>
                    <a:pt x="240" y="2540"/>
                    <a:pt x="240" y="2540"/>
                  </a:cubicBezTo>
                  <a:cubicBezTo>
                    <a:pt x="240" y="2541"/>
                    <a:pt x="241" y="2541"/>
                    <a:pt x="241" y="2541"/>
                  </a:cubicBezTo>
                  <a:cubicBezTo>
                    <a:pt x="241" y="2541"/>
                    <a:pt x="241" y="2541"/>
                    <a:pt x="241" y="2541"/>
                  </a:cubicBezTo>
                  <a:cubicBezTo>
                    <a:pt x="242" y="2542"/>
                    <a:pt x="242" y="2542"/>
                    <a:pt x="243" y="2543"/>
                  </a:cubicBezTo>
                  <a:cubicBezTo>
                    <a:pt x="243" y="2543"/>
                    <a:pt x="243" y="2543"/>
                    <a:pt x="243" y="2543"/>
                  </a:cubicBezTo>
                  <a:cubicBezTo>
                    <a:pt x="244" y="2543"/>
                    <a:pt x="244" y="2543"/>
                    <a:pt x="245" y="2543"/>
                  </a:cubicBezTo>
                  <a:cubicBezTo>
                    <a:pt x="245" y="2543"/>
                    <a:pt x="245" y="2544"/>
                    <a:pt x="245" y="2544"/>
                  </a:cubicBezTo>
                  <a:cubicBezTo>
                    <a:pt x="246" y="2544"/>
                    <a:pt x="247" y="2544"/>
                    <a:pt x="247" y="2544"/>
                  </a:cubicBezTo>
                  <a:cubicBezTo>
                    <a:pt x="247" y="2544"/>
                    <a:pt x="247" y="2544"/>
                    <a:pt x="247" y="2544"/>
                  </a:cubicBezTo>
                  <a:cubicBezTo>
                    <a:pt x="248" y="2544"/>
                    <a:pt x="249" y="2544"/>
                    <a:pt x="250" y="2545"/>
                  </a:cubicBezTo>
                  <a:cubicBezTo>
                    <a:pt x="250" y="2545"/>
                    <a:pt x="250" y="2545"/>
                    <a:pt x="250" y="2545"/>
                  </a:cubicBezTo>
                  <a:cubicBezTo>
                    <a:pt x="251" y="2545"/>
                    <a:pt x="251" y="2545"/>
                    <a:pt x="252" y="2545"/>
                  </a:cubicBezTo>
                  <a:cubicBezTo>
                    <a:pt x="252" y="2545"/>
                    <a:pt x="252" y="2545"/>
                    <a:pt x="253" y="2545"/>
                  </a:cubicBezTo>
                  <a:cubicBezTo>
                    <a:pt x="253" y="2545"/>
                    <a:pt x="254" y="2545"/>
                    <a:pt x="255" y="2545"/>
                  </a:cubicBezTo>
                  <a:cubicBezTo>
                    <a:pt x="255" y="2545"/>
                    <a:pt x="255" y="2545"/>
                    <a:pt x="255" y="2545"/>
                  </a:cubicBezTo>
                  <a:cubicBezTo>
                    <a:pt x="256" y="2545"/>
                    <a:pt x="257" y="2545"/>
                    <a:pt x="257" y="2545"/>
                  </a:cubicBezTo>
                  <a:cubicBezTo>
                    <a:pt x="258" y="2545"/>
                    <a:pt x="258" y="2545"/>
                    <a:pt x="258" y="2545"/>
                  </a:cubicBezTo>
                  <a:cubicBezTo>
                    <a:pt x="259" y="2545"/>
                    <a:pt x="259" y="2545"/>
                    <a:pt x="260" y="2544"/>
                  </a:cubicBezTo>
                  <a:cubicBezTo>
                    <a:pt x="260" y="2544"/>
                    <a:pt x="261" y="2544"/>
                    <a:pt x="261" y="2544"/>
                  </a:cubicBezTo>
                  <a:cubicBezTo>
                    <a:pt x="261" y="2544"/>
                    <a:pt x="262" y="2544"/>
                    <a:pt x="262" y="2544"/>
                  </a:cubicBezTo>
                  <a:cubicBezTo>
                    <a:pt x="263" y="2544"/>
                    <a:pt x="263" y="2544"/>
                    <a:pt x="263" y="2544"/>
                  </a:cubicBezTo>
                  <a:cubicBezTo>
                    <a:pt x="264" y="2544"/>
                    <a:pt x="264" y="2544"/>
                    <a:pt x="265" y="2543"/>
                  </a:cubicBezTo>
                  <a:cubicBezTo>
                    <a:pt x="265" y="2543"/>
                    <a:pt x="265" y="2543"/>
                    <a:pt x="266" y="2543"/>
                  </a:cubicBezTo>
                  <a:cubicBezTo>
                    <a:pt x="266" y="2543"/>
                    <a:pt x="266" y="2543"/>
                    <a:pt x="267" y="2543"/>
                  </a:cubicBezTo>
                  <a:cubicBezTo>
                    <a:pt x="267" y="2542"/>
                    <a:pt x="267" y="2542"/>
                    <a:pt x="268" y="2542"/>
                  </a:cubicBezTo>
                  <a:cubicBezTo>
                    <a:pt x="268" y="2542"/>
                    <a:pt x="268" y="2542"/>
                    <a:pt x="268" y="2542"/>
                  </a:cubicBezTo>
                  <a:cubicBezTo>
                    <a:pt x="269" y="2541"/>
                    <a:pt x="269" y="2541"/>
                    <a:pt x="270" y="2541"/>
                  </a:cubicBezTo>
                  <a:cubicBezTo>
                    <a:pt x="277" y="2548"/>
                    <a:pt x="297" y="2548"/>
                    <a:pt x="305" y="2539"/>
                  </a:cubicBezTo>
                  <a:cubicBezTo>
                    <a:pt x="318" y="2549"/>
                    <a:pt x="340" y="2549"/>
                    <a:pt x="354" y="2536"/>
                  </a:cubicBezTo>
                  <a:cubicBezTo>
                    <a:pt x="368" y="2523"/>
                    <a:pt x="370" y="2510"/>
                    <a:pt x="368" y="2498"/>
                  </a:cubicBezTo>
                  <a:cubicBezTo>
                    <a:pt x="367" y="2485"/>
                    <a:pt x="370" y="2480"/>
                    <a:pt x="373" y="2465"/>
                  </a:cubicBezTo>
                  <a:cubicBezTo>
                    <a:pt x="376" y="2449"/>
                    <a:pt x="378" y="2436"/>
                    <a:pt x="372" y="2425"/>
                  </a:cubicBezTo>
                  <a:cubicBezTo>
                    <a:pt x="365" y="2414"/>
                    <a:pt x="365" y="2408"/>
                    <a:pt x="365" y="2397"/>
                  </a:cubicBezTo>
                  <a:cubicBezTo>
                    <a:pt x="365" y="2386"/>
                    <a:pt x="370" y="2368"/>
                    <a:pt x="362" y="2354"/>
                  </a:cubicBezTo>
                  <a:cubicBezTo>
                    <a:pt x="354" y="2340"/>
                    <a:pt x="344" y="2305"/>
                    <a:pt x="346" y="2268"/>
                  </a:cubicBezTo>
                  <a:cubicBezTo>
                    <a:pt x="348" y="2231"/>
                    <a:pt x="378" y="2022"/>
                    <a:pt x="365" y="1951"/>
                  </a:cubicBezTo>
                  <a:cubicBezTo>
                    <a:pt x="352" y="1879"/>
                    <a:pt x="357" y="1865"/>
                    <a:pt x="360" y="1840"/>
                  </a:cubicBezTo>
                  <a:cubicBezTo>
                    <a:pt x="363" y="1816"/>
                    <a:pt x="371" y="1777"/>
                    <a:pt x="364" y="1725"/>
                  </a:cubicBezTo>
                  <a:cubicBezTo>
                    <a:pt x="361" y="1706"/>
                    <a:pt x="362" y="1622"/>
                    <a:pt x="363" y="1538"/>
                  </a:cubicBezTo>
                  <a:cubicBezTo>
                    <a:pt x="363" y="1484"/>
                    <a:pt x="368" y="1419"/>
                    <a:pt x="364" y="1398"/>
                  </a:cubicBezTo>
                  <a:cubicBezTo>
                    <a:pt x="368" y="1399"/>
                    <a:pt x="372" y="1400"/>
                    <a:pt x="376" y="1400"/>
                  </a:cubicBezTo>
                  <a:cubicBezTo>
                    <a:pt x="377" y="1400"/>
                    <a:pt x="377" y="1400"/>
                    <a:pt x="377" y="1400"/>
                  </a:cubicBezTo>
                  <a:cubicBezTo>
                    <a:pt x="382" y="1400"/>
                    <a:pt x="387" y="1399"/>
                    <a:pt x="392" y="1397"/>
                  </a:cubicBezTo>
                  <a:cubicBezTo>
                    <a:pt x="392" y="1398"/>
                    <a:pt x="392" y="1398"/>
                    <a:pt x="392" y="1398"/>
                  </a:cubicBezTo>
                  <a:cubicBezTo>
                    <a:pt x="391" y="1399"/>
                    <a:pt x="391" y="1401"/>
                    <a:pt x="391" y="1405"/>
                  </a:cubicBezTo>
                  <a:cubicBezTo>
                    <a:pt x="389" y="1431"/>
                    <a:pt x="392" y="1489"/>
                    <a:pt x="393" y="1538"/>
                  </a:cubicBezTo>
                  <a:cubicBezTo>
                    <a:pt x="393" y="1622"/>
                    <a:pt x="394" y="1706"/>
                    <a:pt x="391" y="1725"/>
                  </a:cubicBezTo>
                  <a:cubicBezTo>
                    <a:pt x="384" y="1777"/>
                    <a:pt x="392" y="1816"/>
                    <a:pt x="395" y="1840"/>
                  </a:cubicBezTo>
                  <a:cubicBezTo>
                    <a:pt x="398" y="1865"/>
                    <a:pt x="403" y="1879"/>
                    <a:pt x="390" y="1951"/>
                  </a:cubicBezTo>
                  <a:cubicBezTo>
                    <a:pt x="378" y="2022"/>
                    <a:pt x="408" y="2231"/>
                    <a:pt x="409" y="2268"/>
                  </a:cubicBezTo>
                  <a:cubicBezTo>
                    <a:pt x="411" y="2305"/>
                    <a:pt x="402" y="2340"/>
                    <a:pt x="394" y="2354"/>
                  </a:cubicBezTo>
                  <a:cubicBezTo>
                    <a:pt x="386" y="2368"/>
                    <a:pt x="390" y="2386"/>
                    <a:pt x="390" y="2397"/>
                  </a:cubicBezTo>
                  <a:cubicBezTo>
                    <a:pt x="390" y="2408"/>
                    <a:pt x="390" y="2414"/>
                    <a:pt x="384" y="2425"/>
                  </a:cubicBezTo>
                  <a:cubicBezTo>
                    <a:pt x="377" y="2436"/>
                    <a:pt x="379" y="2449"/>
                    <a:pt x="383" y="2465"/>
                  </a:cubicBezTo>
                  <a:cubicBezTo>
                    <a:pt x="386" y="2480"/>
                    <a:pt x="389" y="2485"/>
                    <a:pt x="387" y="2498"/>
                  </a:cubicBezTo>
                  <a:cubicBezTo>
                    <a:pt x="386" y="2510"/>
                    <a:pt x="387" y="2523"/>
                    <a:pt x="402" y="2536"/>
                  </a:cubicBezTo>
                  <a:cubicBezTo>
                    <a:pt x="416" y="2549"/>
                    <a:pt x="438" y="2549"/>
                    <a:pt x="450" y="2539"/>
                  </a:cubicBezTo>
                  <a:cubicBezTo>
                    <a:pt x="458" y="2548"/>
                    <a:pt x="478" y="2548"/>
                    <a:pt x="486" y="2541"/>
                  </a:cubicBezTo>
                  <a:cubicBezTo>
                    <a:pt x="486" y="2541"/>
                    <a:pt x="487" y="2541"/>
                    <a:pt x="487" y="2542"/>
                  </a:cubicBezTo>
                  <a:cubicBezTo>
                    <a:pt x="487" y="2542"/>
                    <a:pt x="487" y="2542"/>
                    <a:pt x="488" y="2542"/>
                  </a:cubicBezTo>
                  <a:cubicBezTo>
                    <a:pt x="488" y="2542"/>
                    <a:pt x="488" y="2542"/>
                    <a:pt x="489" y="2543"/>
                  </a:cubicBezTo>
                  <a:cubicBezTo>
                    <a:pt x="489" y="2543"/>
                    <a:pt x="489" y="2543"/>
                    <a:pt x="490" y="2543"/>
                  </a:cubicBezTo>
                  <a:cubicBezTo>
                    <a:pt x="490" y="2543"/>
                    <a:pt x="490" y="2543"/>
                    <a:pt x="491" y="2543"/>
                  </a:cubicBezTo>
                  <a:cubicBezTo>
                    <a:pt x="491" y="2544"/>
                    <a:pt x="492" y="2544"/>
                    <a:pt x="492" y="2544"/>
                  </a:cubicBezTo>
                  <a:cubicBezTo>
                    <a:pt x="492" y="2544"/>
                    <a:pt x="493" y="2544"/>
                    <a:pt x="493" y="2544"/>
                  </a:cubicBezTo>
                  <a:cubicBezTo>
                    <a:pt x="494" y="2544"/>
                    <a:pt x="494" y="2544"/>
                    <a:pt x="495" y="2544"/>
                  </a:cubicBezTo>
                  <a:cubicBezTo>
                    <a:pt x="495" y="2544"/>
                    <a:pt x="495" y="2544"/>
                    <a:pt x="496" y="2544"/>
                  </a:cubicBezTo>
                  <a:cubicBezTo>
                    <a:pt x="496" y="2545"/>
                    <a:pt x="497" y="2545"/>
                    <a:pt x="497" y="2545"/>
                  </a:cubicBezTo>
                  <a:cubicBezTo>
                    <a:pt x="498" y="2545"/>
                    <a:pt x="498" y="2545"/>
                    <a:pt x="498" y="2545"/>
                  </a:cubicBezTo>
                  <a:cubicBezTo>
                    <a:pt x="499" y="2545"/>
                    <a:pt x="499" y="2545"/>
                    <a:pt x="500" y="2545"/>
                  </a:cubicBezTo>
                  <a:cubicBezTo>
                    <a:pt x="500" y="2545"/>
                    <a:pt x="500" y="2545"/>
                    <a:pt x="501" y="2545"/>
                  </a:cubicBezTo>
                  <a:cubicBezTo>
                    <a:pt x="501" y="2545"/>
                    <a:pt x="502" y="2545"/>
                    <a:pt x="503" y="2545"/>
                  </a:cubicBezTo>
                  <a:cubicBezTo>
                    <a:pt x="503" y="2545"/>
                    <a:pt x="503" y="2545"/>
                    <a:pt x="503" y="2545"/>
                  </a:cubicBezTo>
                  <a:cubicBezTo>
                    <a:pt x="504" y="2545"/>
                    <a:pt x="505" y="2545"/>
                    <a:pt x="505" y="2545"/>
                  </a:cubicBezTo>
                  <a:cubicBezTo>
                    <a:pt x="506" y="2545"/>
                    <a:pt x="506" y="2545"/>
                    <a:pt x="506" y="2545"/>
                  </a:cubicBezTo>
                  <a:cubicBezTo>
                    <a:pt x="507" y="2544"/>
                    <a:pt x="507" y="2544"/>
                    <a:pt x="508" y="2544"/>
                  </a:cubicBezTo>
                  <a:cubicBezTo>
                    <a:pt x="508" y="2544"/>
                    <a:pt x="508" y="2544"/>
                    <a:pt x="508" y="2544"/>
                  </a:cubicBezTo>
                  <a:cubicBezTo>
                    <a:pt x="509" y="2544"/>
                    <a:pt x="510" y="2544"/>
                    <a:pt x="510" y="2544"/>
                  </a:cubicBezTo>
                  <a:cubicBezTo>
                    <a:pt x="510" y="2544"/>
                    <a:pt x="510" y="2543"/>
                    <a:pt x="510" y="2543"/>
                  </a:cubicBezTo>
                  <a:cubicBezTo>
                    <a:pt x="511" y="2543"/>
                    <a:pt x="512" y="2543"/>
                    <a:pt x="512" y="2543"/>
                  </a:cubicBezTo>
                  <a:cubicBezTo>
                    <a:pt x="512" y="2543"/>
                    <a:pt x="512" y="2543"/>
                    <a:pt x="512" y="2543"/>
                  </a:cubicBezTo>
                  <a:cubicBezTo>
                    <a:pt x="513" y="2542"/>
                    <a:pt x="514" y="2542"/>
                    <a:pt x="514" y="2541"/>
                  </a:cubicBezTo>
                  <a:cubicBezTo>
                    <a:pt x="514" y="2541"/>
                    <a:pt x="514" y="2541"/>
                    <a:pt x="514" y="2541"/>
                  </a:cubicBezTo>
                  <a:cubicBezTo>
                    <a:pt x="515" y="2541"/>
                    <a:pt x="515" y="2541"/>
                    <a:pt x="515" y="2540"/>
                  </a:cubicBezTo>
                  <a:cubicBezTo>
                    <a:pt x="515" y="2540"/>
                    <a:pt x="515" y="2540"/>
                    <a:pt x="515" y="2540"/>
                  </a:cubicBezTo>
                  <a:cubicBezTo>
                    <a:pt x="516" y="2540"/>
                    <a:pt x="516" y="2539"/>
                    <a:pt x="516" y="2538"/>
                  </a:cubicBezTo>
                  <a:cubicBezTo>
                    <a:pt x="516" y="2538"/>
                    <a:pt x="516" y="2538"/>
                    <a:pt x="516" y="2538"/>
                  </a:cubicBezTo>
                  <a:cubicBezTo>
                    <a:pt x="517" y="2538"/>
                    <a:pt x="517" y="2537"/>
                    <a:pt x="517" y="2537"/>
                  </a:cubicBezTo>
                  <a:cubicBezTo>
                    <a:pt x="517" y="2537"/>
                    <a:pt x="517" y="2537"/>
                    <a:pt x="517" y="2537"/>
                  </a:cubicBezTo>
                  <a:cubicBezTo>
                    <a:pt x="517" y="2536"/>
                    <a:pt x="517" y="2535"/>
                    <a:pt x="517" y="2535"/>
                  </a:cubicBezTo>
                  <a:cubicBezTo>
                    <a:pt x="517" y="2535"/>
                    <a:pt x="517" y="2535"/>
                    <a:pt x="517" y="2535"/>
                  </a:cubicBezTo>
                  <a:cubicBezTo>
                    <a:pt x="517" y="2535"/>
                    <a:pt x="518" y="2535"/>
                    <a:pt x="518" y="2535"/>
                  </a:cubicBezTo>
                  <a:cubicBezTo>
                    <a:pt x="518" y="2535"/>
                    <a:pt x="518" y="2535"/>
                    <a:pt x="518" y="2535"/>
                  </a:cubicBezTo>
                  <a:cubicBezTo>
                    <a:pt x="518" y="2535"/>
                    <a:pt x="519" y="2535"/>
                    <a:pt x="519" y="2534"/>
                  </a:cubicBezTo>
                  <a:cubicBezTo>
                    <a:pt x="519" y="2534"/>
                    <a:pt x="519" y="2534"/>
                    <a:pt x="519" y="2534"/>
                  </a:cubicBezTo>
                  <a:cubicBezTo>
                    <a:pt x="520" y="2534"/>
                    <a:pt x="520" y="2534"/>
                    <a:pt x="520" y="2534"/>
                  </a:cubicBezTo>
                  <a:cubicBezTo>
                    <a:pt x="521" y="2534"/>
                    <a:pt x="521" y="2534"/>
                    <a:pt x="521" y="2534"/>
                  </a:cubicBezTo>
                  <a:cubicBezTo>
                    <a:pt x="521" y="2534"/>
                    <a:pt x="521" y="2534"/>
                    <a:pt x="522" y="2534"/>
                  </a:cubicBezTo>
                  <a:cubicBezTo>
                    <a:pt x="522" y="2534"/>
                    <a:pt x="522" y="2534"/>
                    <a:pt x="522" y="2533"/>
                  </a:cubicBezTo>
                  <a:cubicBezTo>
                    <a:pt x="523" y="2533"/>
                    <a:pt x="523" y="2533"/>
                    <a:pt x="523" y="2533"/>
                  </a:cubicBezTo>
                  <a:cubicBezTo>
                    <a:pt x="523" y="2533"/>
                    <a:pt x="524" y="2533"/>
                    <a:pt x="524" y="2533"/>
                  </a:cubicBezTo>
                  <a:cubicBezTo>
                    <a:pt x="524" y="2533"/>
                    <a:pt x="524" y="2532"/>
                    <a:pt x="525" y="2532"/>
                  </a:cubicBezTo>
                  <a:cubicBezTo>
                    <a:pt x="525" y="2532"/>
                    <a:pt x="525" y="2532"/>
                    <a:pt x="525" y="2532"/>
                  </a:cubicBezTo>
                  <a:cubicBezTo>
                    <a:pt x="526" y="2532"/>
                    <a:pt x="526" y="2532"/>
                    <a:pt x="526" y="2531"/>
                  </a:cubicBezTo>
                  <a:cubicBezTo>
                    <a:pt x="526" y="2531"/>
                    <a:pt x="527" y="2531"/>
                    <a:pt x="527" y="2531"/>
                  </a:cubicBezTo>
                  <a:cubicBezTo>
                    <a:pt x="527" y="2531"/>
                    <a:pt x="527" y="2531"/>
                    <a:pt x="527" y="2530"/>
                  </a:cubicBezTo>
                  <a:cubicBezTo>
                    <a:pt x="528" y="2530"/>
                    <a:pt x="528" y="2530"/>
                    <a:pt x="528" y="2530"/>
                  </a:cubicBezTo>
                  <a:cubicBezTo>
                    <a:pt x="528" y="2530"/>
                    <a:pt x="528" y="2529"/>
                    <a:pt x="529" y="2529"/>
                  </a:cubicBezTo>
                  <a:cubicBezTo>
                    <a:pt x="529" y="2529"/>
                    <a:pt x="529" y="2529"/>
                    <a:pt x="529" y="2528"/>
                  </a:cubicBezTo>
                  <a:cubicBezTo>
                    <a:pt x="529" y="2528"/>
                    <a:pt x="530" y="2528"/>
                    <a:pt x="530" y="2528"/>
                  </a:cubicBezTo>
                  <a:cubicBezTo>
                    <a:pt x="530" y="2528"/>
                    <a:pt x="530" y="2527"/>
                    <a:pt x="530" y="2527"/>
                  </a:cubicBezTo>
                  <a:cubicBezTo>
                    <a:pt x="530" y="2527"/>
                    <a:pt x="530" y="2527"/>
                    <a:pt x="530" y="2527"/>
                  </a:cubicBezTo>
                  <a:cubicBezTo>
                    <a:pt x="531" y="2526"/>
                    <a:pt x="531" y="2526"/>
                    <a:pt x="531" y="2526"/>
                  </a:cubicBezTo>
                  <a:cubicBezTo>
                    <a:pt x="531" y="2525"/>
                    <a:pt x="531" y="2525"/>
                    <a:pt x="531" y="2525"/>
                  </a:cubicBezTo>
                  <a:cubicBezTo>
                    <a:pt x="531" y="2525"/>
                    <a:pt x="531" y="2524"/>
                    <a:pt x="531" y="2524"/>
                  </a:cubicBezTo>
                  <a:cubicBezTo>
                    <a:pt x="531" y="2524"/>
                    <a:pt x="532" y="2524"/>
                    <a:pt x="532" y="2523"/>
                  </a:cubicBezTo>
                  <a:cubicBezTo>
                    <a:pt x="532" y="2523"/>
                    <a:pt x="532" y="2523"/>
                    <a:pt x="532" y="2522"/>
                  </a:cubicBezTo>
                  <a:cubicBezTo>
                    <a:pt x="532" y="2522"/>
                    <a:pt x="532" y="2522"/>
                    <a:pt x="532" y="2522"/>
                  </a:cubicBezTo>
                  <a:cubicBezTo>
                    <a:pt x="532" y="2521"/>
                    <a:pt x="531" y="2521"/>
                    <a:pt x="531" y="2520"/>
                  </a:cubicBezTo>
                  <a:cubicBezTo>
                    <a:pt x="531" y="2520"/>
                    <a:pt x="531" y="2520"/>
                    <a:pt x="531" y="2520"/>
                  </a:cubicBezTo>
                  <a:cubicBezTo>
                    <a:pt x="531" y="2519"/>
                    <a:pt x="531" y="2518"/>
                    <a:pt x="531" y="2518"/>
                  </a:cubicBezTo>
                  <a:cubicBezTo>
                    <a:pt x="534" y="2513"/>
                    <a:pt x="537" y="2506"/>
                    <a:pt x="531" y="2499"/>
                  </a:cubicBezTo>
                  <a:cubicBezTo>
                    <a:pt x="524" y="2491"/>
                    <a:pt x="505" y="2459"/>
                    <a:pt x="493" y="2444"/>
                  </a:cubicBezTo>
                  <a:cubicBezTo>
                    <a:pt x="480" y="2421"/>
                    <a:pt x="480" y="2424"/>
                    <a:pt x="485" y="2400"/>
                  </a:cubicBezTo>
                  <a:cubicBezTo>
                    <a:pt x="490" y="2377"/>
                    <a:pt x="480" y="2372"/>
                    <a:pt x="491" y="2325"/>
                  </a:cubicBezTo>
                  <a:cubicBezTo>
                    <a:pt x="494" y="2310"/>
                    <a:pt x="505" y="2263"/>
                    <a:pt x="516" y="2205"/>
                  </a:cubicBezTo>
                  <a:cubicBezTo>
                    <a:pt x="519" y="2190"/>
                    <a:pt x="522" y="2174"/>
                    <a:pt x="525" y="2157"/>
                  </a:cubicBezTo>
                  <a:cubicBezTo>
                    <a:pt x="544" y="2067"/>
                    <a:pt x="536" y="1918"/>
                    <a:pt x="538" y="1886"/>
                  </a:cubicBezTo>
                  <a:cubicBezTo>
                    <a:pt x="540" y="1854"/>
                    <a:pt x="531" y="1834"/>
                    <a:pt x="540" y="1784"/>
                  </a:cubicBezTo>
                  <a:cubicBezTo>
                    <a:pt x="550" y="1735"/>
                    <a:pt x="568" y="1648"/>
                    <a:pt x="575" y="1579"/>
                  </a:cubicBezTo>
                  <a:cubicBezTo>
                    <a:pt x="587" y="1496"/>
                    <a:pt x="588" y="1463"/>
                    <a:pt x="591" y="1424"/>
                  </a:cubicBezTo>
                  <a:cubicBezTo>
                    <a:pt x="591" y="1415"/>
                    <a:pt x="592" y="1407"/>
                    <a:pt x="592" y="1398"/>
                  </a:cubicBezTo>
                  <a:cubicBezTo>
                    <a:pt x="600" y="1296"/>
                    <a:pt x="595" y="1261"/>
                    <a:pt x="588" y="1205"/>
                  </a:cubicBezTo>
                  <a:cubicBezTo>
                    <a:pt x="582" y="1173"/>
                    <a:pt x="578" y="1141"/>
                    <a:pt x="577" y="1114"/>
                  </a:cubicBezTo>
                  <a:cubicBezTo>
                    <a:pt x="575" y="1090"/>
                    <a:pt x="575" y="1070"/>
                    <a:pt x="575" y="1057"/>
                  </a:cubicBezTo>
                  <a:cubicBezTo>
                    <a:pt x="576" y="1009"/>
                    <a:pt x="564" y="981"/>
                    <a:pt x="561" y="955"/>
                  </a:cubicBezTo>
                  <a:cubicBezTo>
                    <a:pt x="561" y="955"/>
                    <a:pt x="561" y="954"/>
                    <a:pt x="562" y="953"/>
                  </a:cubicBezTo>
                  <a:cubicBezTo>
                    <a:pt x="562" y="950"/>
                    <a:pt x="562" y="942"/>
                    <a:pt x="562" y="932"/>
                  </a:cubicBezTo>
                  <a:cubicBezTo>
                    <a:pt x="563" y="903"/>
                    <a:pt x="567" y="833"/>
                    <a:pt x="563" y="769"/>
                  </a:cubicBezTo>
                  <a:cubicBezTo>
                    <a:pt x="561" y="750"/>
                    <a:pt x="559" y="733"/>
                    <a:pt x="557" y="718"/>
                  </a:cubicBezTo>
                  <a:cubicBezTo>
                    <a:pt x="556" y="702"/>
                    <a:pt x="555" y="689"/>
                    <a:pt x="554" y="679"/>
                  </a:cubicBezTo>
                  <a:cubicBezTo>
                    <a:pt x="587" y="826"/>
                    <a:pt x="587" y="826"/>
                    <a:pt x="587" y="826"/>
                  </a:cubicBezTo>
                  <a:cubicBezTo>
                    <a:pt x="593" y="861"/>
                    <a:pt x="611" y="939"/>
                    <a:pt x="614" y="954"/>
                  </a:cubicBezTo>
                  <a:cubicBezTo>
                    <a:pt x="617" y="969"/>
                    <a:pt x="619" y="1041"/>
                    <a:pt x="646" y="1124"/>
                  </a:cubicBezTo>
                  <a:cubicBezTo>
                    <a:pt x="660" y="1164"/>
                    <a:pt x="675" y="1305"/>
                    <a:pt x="670" y="1325"/>
                  </a:cubicBezTo>
                  <a:cubicBezTo>
                    <a:pt x="671" y="1334"/>
                    <a:pt x="668" y="1346"/>
                    <a:pt x="663" y="1360"/>
                  </a:cubicBezTo>
                  <a:cubicBezTo>
                    <a:pt x="655" y="1382"/>
                    <a:pt x="653" y="1414"/>
                    <a:pt x="654" y="1424"/>
                  </a:cubicBezTo>
                  <a:cubicBezTo>
                    <a:pt x="651" y="1437"/>
                    <a:pt x="642" y="1462"/>
                    <a:pt x="656" y="1466"/>
                  </a:cubicBezTo>
                  <a:cubicBezTo>
                    <a:pt x="656" y="1466"/>
                    <a:pt x="656" y="1466"/>
                    <a:pt x="655" y="1466"/>
                  </a:cubicBezTo>
                  <a:cubicBezTo>
                    <a:pt x="654" y="1467"/>
                    <a:pt x="654" y="1467"/>
                    <a:pt x="654" y="1467"/>
                  </a:cubicBezTo>
                  <a:cubicBezTo>
                    <a:pt x="654" y="1467"/>
                    <a:pt x="655" y="1467"/>
                    <a:pt x="655" y="1467"/>
                  </a:cubicBezTo>
                  <a:cubicBezTo>
                    <a:pt x="655" y="1467"/>
                    <a:pt x="655" y="1467"/>
                    <a:pt x="655" y="1467"/>
                  </a:cubicBezTo>
                  <a:cubicBezTo>
                    <a:pt x="654" y="1468"/>
                    <a:pt x="653" y="1469"/>
                    <a:pt x="653" y="1470"/>
                  </a:cubicBezTo>
                  <a:cubicBezTo>
                    <a:pt x="653" y="1470"/>
                    <a:pt x="653" y="1470"/>
                    <a:pt x="652" y="1470"/>
                  </a:cubicBezTo>
                  <a:cubicBezTo>
                    <a:pt x="652" y="1470"/>
                    <a:pt x="652" y="1470"/>
                    <a:pt x="652" y="1470"/>
                  </a:cubicBezTo>
                  <a:cubicBezTo>
                    <a:pt x="652" y="1471"/>
                    <a:pt x="652" y="1471"/>
                    <a:pt x="652" y="1471"/>
                  </a:cubicBezTo>
                  <a:cubicBezTo>
                    <a:pt x="652" y="1471"/>
                    <a:pt x="652" y="1471"/>
                    <a:pt x="652" y="1471"/>
                  </a:cubicBezTo>
                  <a:cubicBezTo>
                    <a:pt x="652" y="1472"/>
                    <a:pt x="652" y="1472"/>
                    <a:pt x="652" y="1472"/>
                  </a:cubicBezTo>
                  <a:cubicBezTo>
                    <a:pt x="652" y="1472"/>
                    <a:pt x="652" y="1472"/>
                    <a:pt x="652" y="1472"/>
                  </a:cubicBezTo>
                  <a:cubicBezTo>
                    <a:pt x="652" y="1473"/>
                    <a:pt x="652" y="1473"/>
                    <a:pt x="652" y="1473"/>
                  </a:cubicBezTo>
                  <a:cubicBezTo>
                    <a:pt x="652" y="1473"/>
                    <a:pt x="652" y="1473"/>
                    <a:pt x="652" y="1474"/>
                  </a:cubicBezTo>
                  <a:cubicBezTo>
                    <a:pt x="652" y="1474"/>
                    <a:pt x="652" y="1474"/>
                    <a:pt x="652" y="1475"/>
                  </a:cubicBezTo>
                  <a:cubicBezTo>
                    <a:pt x="652" y="1475"/>
                    <a:pt x="652" y="1476"/>
                    <a:pt x="652" y="1476"/>
                  </a:cubicBezTo>
                  <a:cubicBezTo>
                    <a:pt x="650" y="1480"/>
                    <a:pt x="650" y="1482"/>
                    <a:pt x="651" y="1484"/>
                  </a:cubicBezTo>
                  <a:cubicBezTo>
                    <a:pt x="652" y="1488"/>
                    <a:pt x="655" y="1488"/>
                    <a:pt x="657" y="1488"/>
                  </a:cubicBezTo>
                  <a:cubicBezTo>
                    <a:pt x="651" y="1492"/>
                    <a:pt x="649" y="1498"/>
                    <a:pt x="652" y="1507"/>
                  </a:cubicBezTo>
                  <a:cubicBezTo>
                    <a:pt x="654" y="1511"/>
                    <a:pt x="673" y="1501"/>
                    <a:pt x="683" y="1498"/>
                  </a:cubicBezTo>
                  <a:cubicBezTo>
                    <a:pt x="699" y="1493"/>
                    <a:pt x="718" y="1485"/>
                    <a:pt x="722" y="1477"/>
                  </a:cubicBezTo>
                  <a:cubicBezTo>
                    <a:pt x="727" y="1470"/>
                    <a:pt x="737" y="1457"/>
                    <a:pt x="740" y="1451"/>
                  </a:cubicBezTo>
                  <a:cubicBezTo>
                    <a:pt x="744" y="1443"/>
                    <a:pt x="743" y="1438"/>
                    <a:pt x="746" y="1432"/>
                  </a:cubicBezTo>
                  <a:cubicBezTo>
                    <a:pt x="749" y="1426"/>
                    <a:pt x="755" y="1419"/>
                    <a:pt x="752" y="1414"/>
                  </a:cubicBezTo>
                  <a:close/>
                  <a:moveTo>
                    <a:pt x="516" y="341"/>
                  </a:moveTo>
                  <a:cubicBezTo>
                    <a:pt x="517" y="341"/>
                    <a:pt x="518" y="342"/>
                    <a:pt x="519" y="342"/>
                  </a:cubicBezTo>
                  <a:cubicBezTo>
                    <a:pt x="518" y="342"/>
                    <a:pt x="517" y="341"/>
                    <a:pt x="516" y="341"/>
                  </a:cubicBezTo>
                  <a:close/>
                </a:path>
              </a:pathLst>
            </a:custGeom>
            <a:solidFill>
              <a:srgbClr val="B1DF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62494" name="Freeform 192">
              <a:extLst>
                <a:ext uri="{FF2B5EF4-FFF2-40B4-BE49-F238E27FC236}">
                  <a16:creationId xmlns:a16="http://schemas.microsoft.com/office/drawing/2014/main" id="{738F8529-578A-44B8-BE0F-2A08444C59C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40" y="706"/>
              <a:ext cx="624" cy="2090"/>
            </a:xfrm>
            <a:custGeom>
              <a:avLst/>
              <a:gdLst>
                <a:gd name="T0" fmla="*/ 411 w 755"/>
                <a:gd name="T1" fmla="*/ 619 h 2549"/>
                <a:gd name="T2" fmla="*/ 350 w 755"/>
                <a:gd name="T3" fmla="*/ 293 h 2549"/>
                <a:gd name="T4" fmla="*/ 262 w 755"/>
                <a:gd name="T5" fmla="*/ 212 h 2549"/>
                <a:gd name="T6" fmla="*/ 285 w 755"/>
                <a:gd name="T7" fmla="*/ 190 h 2549"/>
                <a:gd name="T8" fmla="*/ 294 w 755"/>
                <a:gd name="T9" fmla="*/ 178 h 2549"/>
                <a:gd name="T10" fmla="*/ 307 w 755"/>
                <a:gd name="T11" fmla="*/ 162 h 2549"/>
                <a:gd name="T12" fmla="*/ 302 w 755"/>
                <a:gd name="T13" fmla="*/ 157 h 2549"/>
                <a:gd name="T14" fmla="*/ 304 w 755"/>
                <a:gd name="T15" fmla="*/ 143 h 2549"/>
                <a:gd name="T16" fmla="*/ 307 w 755"/>
                <a:gd name="T17" fmla="*/ 126 h 2549"/>
                <a:gd name="T18" fmla="*/ 310 w 755"/>
                <a:gd name="T19" fmla="*/ 100 h 2549"/>
                <a:gd name="T20" fmla="*/ 253 w 755"/>
                <a:gd name="T21" fmla="*/ 7 h 2549"/>
                <a:gd name="T22" fmla="*/ 179 w 755"/>
                <a:gd name="T23" fmla="*/ 2 h 2549"/>
                <a:gd name="T24" fmla="*/ 151 w 755"/>
                <a:gd name="T25" fmla="*/ 16 h 2549"/>
                <a:gd name="T26" fmla="*/ 114 w 755"/>
                <a:gd name="T27" fmla="*/ 106 h 2549"/>
                <a:gd name="T28" fmla="*/ 117 w 755"/>
                <a:gd name="T29" fmla="*/ 144 h 2549"/>
                <a:gd name="T30" fmla="*/ 124 w 755"/>
                <a:gd name="T31" fmla="*/ 169 h 2549"/>
                <a:gd name="T32" fmla="*/ 121 w 755"/>
                <a:gd name="T33" fmla="*/ 187 h 2549"/>
                <a:gd name="T34" fmla="*/ 135 w 755"/>
                <a:gd name="T35" fmla="*/ 185 h 2549"/>
                <a:gd name="T36" fmla="*/ 144 w 755"/>
                <a:gd name="T37" fmla="*/ 197 h 2549"/>
                <a:gd name="T38" fmla="*/ 164 w 755"/>
                <a:gd name="T39" fmla="*/ 212 h 2549"/>
                <a:gd name="T40" fmla="*/ 137 w 755"/>
                <a:gd name="T41" fmla="*/ 265 h 2549"/>
                <a:gd name="T42" fmla="*/ 26 w 755"/>
                <a:gd name="T43" fmla="*/ 520 h 2549"/>
                <a:gd name="T44" fmla="*/ 18 w 755"/>
                <a:gd name="T45" fmla="*/ 814 h 2549"/>
                <a:gd name="T46" fmla="*/ 57 w 755"/>
                <a:gd name="T47" fmla="*/ 819 h 2549"/>
                <a:gd name="T48" fmla="*/ 59 w 755"/>
                <a:gd name="T49" fmla="*/ 813 h 2549"/>
                <a:gd name="T50" fmla="*/ 58 w 755"/>
                <a:gd name="T51" fmla="*/ 810 h 2549"/>
                <a:gd name="T52" fmla="*/ 57 w 755"/>
                <a:gd name="T53" fmla="*/ 808 h 2549"/>
                <a:gd name="T54" fmla="*/ 47 w 755"/>
                <a:gd name="T55" fmla="*/ 728 h 2549"/>
                <a:gd name="T56" fmla="*/ 106 w 755"/>
                <a:gd name="T57" fmla="*/ 438 h 2549"/>
                <a:gd name="T58" fmla="*/ 93 w 755"/>
                <a:gd name="T59" fmla="*/ 718 h 2549"/>
                <a:gd name="T60" fmla="*/ 130 w 755"/>
                <a:gd name="T61" fmla="*/ 1186 h 2549"/>
                <a:gd name="T62" fmla="*/ 126 w 755"/>
                <a:gd name="T63" fmla="*/ 1389 h 2549"/>
                <a:gd name="T64" fmla="*/ 127 w 755"/>
                <a:gd name="T65" fmla="*/ 1393 h 2549"/>
                <a:gd name="T66" fmla="*/ 129 w 755"/>
                <a:gd name="T67" fmla="*/ 1395 h 2549"/>
                <a:gd name="T68" fmla="*/ 132 w 755"/>
                <a:gd name="T69" fmla="*/ 1397 h 2549"/>
                <a:gd name="T70" fmla="*/ 135 w 755"/>
                <a:gd name="T71" fmla="*/ 1398 h 2549"/>
                <a:gd name="T72" fmla="*/ 136 w 755"/>
                <a:gd name="T73" fmla="*/ 1400 h 2549"/>
                <a:gd name="T74" fmla="*/ 140 w 755"/>
                <a:gd name="T75" fmla="*/ 1402 h 2549"/>
                <a:gd name="T76" fmla="*/ 144 w 755"/>
                <a:gd name="T77" fmla="*/ 1403 h 2549"/>
                <a:gd name="T78" fmla="*/ 150 w 755"/>
                <a:gd name="T79" fmla="*/ 1402 h 2549"/>
                <a:gd name="T80" fmla="*/ 200 w 755"/>
                <a:gd name="T81" fmla="*/ 1398 h 2549"/>
                <a:gd name="T82" fmla="*/ 207 w 755"/>
                <a:gd name="T83" fmla="*/ 1076 h 2549"/>
                <a:gd name="T84" fmla="*/ 221 w 755"/>
                <a:gd name="T85" fmla="*/ 770 h 2549"/>
                <a:gd name="T86" fmla="*/ 231 w 755"/>
                <a:gd name="T87" fmla="*/ 1250 h 2549"/>
                <a:gd name="T88" fmla="*/ 254 w 755"/>
                <a:gd name="T89" fmla="*/ 1400 h 2549"/>
                <a:gd name="T90" fmla="*/ 278 w 755"/>
                <a:gd name="T91" fmla="*/ 1402 h 2549"/>
                <a:gd name="T92" fmla="*/ 283 w 755"/>
                <a:gd name="T93" fmla="*/ 1403 h 2549"/>
                <a:gd name="T94" fmla="*/ 288 w 755"/>
                <a:gd name="T95" fmla="*/ 1402 h 2549"/>
                <a:gd name="T96" fmla="*/ 291 w 755"/>
                <a:gd name="T97" fmla="*/ 1400 h 2549"/>
                <a:gd name="T98" fmla="*/ 293 w 755"/>
                <a:gd name="T99" fmla="*/ 1398 h 2549"/>
                <a:gd name="T100" fmla="*/ 294 w 755"/>
                <a:gd name="T101" fmla="*/ 1396 h 2549"/>
                <a:gd name="T102" fmla="*/ 298 w 755"/>
                <a:gd name="T103" fmla="*/ 1395 h 2549"/>
                <a:gd name="T104" fmla="*/ 300 w 755"/>
                <a:gd name="T105" fmla="*/ 1392 h 2549"/>
                <a:gd name="T106" fmla="*/ 300 w 755"/>
                <a:gd name="T107" fmla="*/ 1389 h 2549"/>
                <a:gd name="T108" fmla="*/ 297 w 755"/>
                <a:gd name="T109" fmla="*/ 1189 h 2549"/>
                <a:gd name="T110" fmla="*/ 326 w 755"/>
                <a:gd name="T111" fmla="*/ 614 h 2549"/>
                <a:gd name="T112" fmla="*/ 313 w 755"/>
                <a:gd name="T113" fmla="*/ 375 h 2549"/>
                <a:gd name="T114" fmla="*/ 370 w 755"/>
                <a:gd name="T115" fmla="*/ 808 h 2549"/>
                <a:gd name="T116" fmla="*/ 368 w 755"/>
                <a:gd name="T117" fmla="*/ 810 h 2549"/>
                <a:gd name="T118" fmla="*/ 368 w 755"/>
                <a:gd name="T119" fmla="*/ 813 h 2549"/>
                <a:gd name="T120" fmla="*/ 418 w 755"/>
                <a:gd name="T121" fmla="*/ 800 h 2549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755" h="2549">
                  <a:moveTo>
                    <a:pt x="213" y="323"/>
                  </a:moveTo>
                  <a:cubicBezTo>
                    <a:pt x="211" y="324"/>
                    <a:pt x="209" y="325"/>
                    <a:pt x="206" y="327"/>
                  </a:cubicBezTo>
                  <a:cubicBezTo>
                    <a:pt x="209" y="326"/>
                    <a:pt x="211" y="325"/>
                    <a:pt x="213" y="323"/>
                  </a:cubicBezTo>
                  <a:close/>
                  <a:moveTo>
                    <a:pt x="752" y="1414"/>
                  </a:moveTo>
                  <a:cubicBezTo>
                    <a:pt x="749" y="1408"/>
                    <a:pt x="744" y="1370"/>
                    <a:pt x="737" y="1348"/>
                  </a:cubicBezTo>
                  <a:cubicBezTo>
                    <a:pt x="732" y="1330"/>
                    <a:pt x="727" y="1252"/>
                    <a:pt x="730" y="1216"/>
                  </a:cubicBezTo>
                  <a:cubicBezTo>
                    <a:pt x="732" y="1187"/>
                    <a:pt x="726" y="1142"/>
                    <a:pt x="727" y="1123"/>
                  </a:cubicBezTo>
                  <a:cubicBezTo>
                    <a:pt x="728" y="1016"/>
                    <a:pt x="714" y="963"/>
                    <a:pt x="709" y="943"/>
                  </a:cubicBezTo>
                  <a:cubicBezTo>
                    <a:pt x="705" y="923"/>
                    <a:pt x="701" y="897"/>
                    <a:pt x="692" y="855"/>
                  </a:cubicBezTo>
                  <a:cubicBezTo>
                    <a:pt x="691" y="852"/>
                    <a:pt x="691" y="850"/>
                    <a:pt x="690" y="847"/>
                  </a:cubicBezTo>
                  <a:cubicBezTo>
                    <a:pt x="690" y="847"/>
                    <a:pt x="690" y="846"/>
                    <a:pt x="690" y="846"/>
                  </a:cubicBezTo>
                  <a:cubicBezTo>
                    <a:pt x="681" y="777"/>
                    <a:pt x="648" y="637"/>
                    <a:pt x="630" y="569"/>
                  </a:cubicBezTo>
                  <a:cubicBezTo>
                    <a:pt x="628" y="561"/>
                    <a:pt x="626" y="554"/>
                    <a:pt x="624" y="548"/>
                  </a:cubicBezTo>
                  <a:cubicBezTo>
                    <a:pt x="622" y="540"/>
                    <a:pt x="620" y="534"/>
                    <a:pt x="619" y="532"/>
                  </a:cubicBezTo>
                  <a:cubicBezTo>
                    <a:pt x="616" y="526"/>
                    <a:pt x="612" y="520"/>
                    <a:pt x="608" y="515"/>
                  </a:cubicBezTo>
                  <a:cubicBezTo>
                    <a:pt x="597" y="500"/>
                    <a:pt x="580" y="486"/>
                    <a:pt x="553" y="482"/>
                  </a:cubicBezTo>
                  <a:cubicBezTo>
                    <a:pt x="552" y="482"/>
                    <a:pt x="550" y="481"/>
                    <a:pt x="548" y="481"/>
                  </a:cubicBezTo>
                  <a:cubicBezTo>
                    <a:pt x="548" y="481"/>
                    <a:pt x="547" y="481"/>
                    <a:pt x="547" y="481"/>
                  </a:cubicBezTo>
                  <a:cubicBezTo>
                    <a:pt x="529" y="478"/>
                    <a:pt x="488" y="472"/>
                    <a:pt x="466" y="445"/>
                  </a:cubicBezTo>
                  <a:cubicBezTo>
                    <a:pt x="457" y="434"/>
                    <a:pt x="451" y="419"/>
                    <a:pt x="450" y="398"/>
                  </a:cubicBezTo>
                  <a:cubicBezTo>
                    <a:pt x="455" y="393"/>
                    <a:pt x="460" y="389"/>
                    <a:pt x="465" y="384"/>
                  </a:cubicBezTo>
                  <a:cubicBezTo>
                    <a:pt x="480" y="368"/>
                    <a:pt x="491" y="352"/>
                    <a:pt x="493" y="344"/>
                  </a:cubicBezTo>
                  <a:cubicBezTo>
                    <a:pt x="493" y="343"/>
                    <a:pt x="493" y="342"/>
                    <a:pt x="493" y="341"/>
                  </a:cubicBezTo>
                  <a:cubicBezTo>
                    <a:pt x="494" y="347"/>
                    <a:pt x="494" y="352"/>
                    <a:pt x="494" y="358"/>
                  </a:cubicBezTo>
                  <a:cubicBezTo>
                    <a:pt x="493" y="351"/>
                    <a:pt x="496" y="342"/>
                    <a:pt x="499" y="336"/>
                  </a:cubicBezTo>
                  <a:cubicBezTo>
                    <a:pt x="499" y="342"/>
                    <a:pt x="501" y="346"/>
                    <a:pt x="505" y="351"/>
                  </a:cubicBezTo>
                  <a:cubicBezTo>
                    <a:pt x="504" y="348"/>
                    <a:pt x="504" y="345"/>
                    <a:pt x="504" y="342"/>
                  </a:cubicBezTo>
                  <a:cubicBezTo>
                    <a:pt x="504" y="343"/>
                    <a:pt x="505" y="344"/>
                    <a:pt x="505" y="345"/>
                  </a:cubicBezTo>
                  <a:cubicBezTo>
                    <a:pt x="505" y="343"/>
                    <a:pt x="504" y="340"/>
                    <a:pt x="504" y="338"/>
                  </a:cubicBezTo>
                  <a:cubicBezTo>
                    <a:pt x="504" y="332"/>
                    <a:pt x="505" y="326"/>
                    <a:pt x="505" y="320"/>
                  </a:cubicBezTo>
                  <a:cubicBezTo>
                    <a:pt x="505" y="320"/>
                    <a:pt x="505" y="320"/>
                    <a:pt x="505" y="320"/>
                  </a:cubicBezTo>
                  <a:cubicBezTo>
                    <a:pt x="505" y="327"/>
                    <a:pt x="509" y="337"/>
                    <a:pt x="516" y="341"/>
                  </a:cubicBezTo>
                  <a:cubicBezTo>
                    <a:pt x="510" y="337"/>
                    <a:pt x="510" y="326"/>
                    <a:pt x="510" y="319"/>
                  </a:cubicBezTo>
                  <a:cubicBezTo>
                    <a:pt x="513" y="325"/>
                    <a:pt x="519" y="329"/>
                    <a:pt x="526" y="329"/>
                  </a:cubicBezTo>
                  <a:cubicBezTo>
                    <a:pt x="524" y="327"/>
                    <a:pt x="523" y="325"/>
                    <a:pt x="522" y="323"/>
                  </a:cubicBezTo>
                  <a:cubicBezTo>
                    <a:pt x="523" y="323"/>
                    <a:pt x="524" y="323"/>
                    <a:pt x="524" y="323"/>
                  </a:cubicBezTo>
                  <a:cubicBezTo>
                    <a:pt x="523" y="321"/>
                    <a:pt x="521" y="319"/>
                    <a:pt x="520" y="316"/>
                  </a:cubicBezTo>
                  <a:cubicBezTo>
                    <a:pt x="519" y="312"/>
                    <a:pt x="519" y="308"/>
                    <a:pt x="518" y="304"/>
                  </a:cubicBezTo>
                  <a:cubicBezTo>
                    <a:pt x="518" y="304"/>
                    <a:pt x="518" y="304"/>
                    <a:pt x="518" y="304"/>
                  </a:cubicBezTo>
                  <a:cubicBezTo>
                    <a:pt x="524" y="309"/>
                    <a:pt x="534" y="310"/>
                    <a:pt x="540" y="308"/>
                  </a:cubicBezTo>
                  <a:cubicBezTo>
                    <a:pt x="536" y="308"/>
                    <a:pt x="532" y="306"/>
                    <a:pt x="528" y="303"/>
                  </a:cubicBezTo>
                  <a:cubicBezTo>
                    <a:pt x="534" y="301"/>
                    <a:pt x="538" y="297"/>
                    <a:pt x="544" y="294"/>
                  </a:cubicBezTo>
                  <a:cubicBezTo>
                    <a:pt x="542" y="295"/>
                    <a:pt x="540" y="295"/>
                    <a:pt x="538" y="294"/>
                  </a:cubicBezTo>
                  <a:cubicBezTo>
                    <a:pt x="540" y="294"/>
                    <a:pt x="542" y="293"/>
                    <a:pt x="544" y="292"/>
                  </a:cubicBezTo>
                  <a:cubicBezTo>
                    <a:pt x="541" y="291"/>
                    <a:pt x="536" y="291"/>
                    <a:pt x="531" y="290"/>
                  </a:cubicBezTo>
                  <a:cubicBezTo>
                    <a:pt x="530" y="288"/>
                    <a:pt x="529" y="287"/>
                    <a:pt x="528" y="285"/>
                  </a:cubicBezTo>
                  <a:cubicBezTo>
                    <a:pt x="531" y="287"/>
                    <a:pt x="534" y="287"/>
                    <a:pt x="536" y="288"/>
                  </a:cubicBezTo>
                  <a:cubicBezTo>
                    <a:pt x="535" y="286"/>
                    <a:pt x="534" y="284"/>
                    <a:pt x="532" y="282"/>
                  </a:cubicBezTo>
                  <a:cubicBezTo>
                    <a:pt x="533" y="283"/>
                    <a:pt x="534" y="283"/>
                    <a:pt x="535" y="284"/>
                  </a:cubicBezTo>
                  <a:cubicBezTo>
                    <a:pt x="533" y="281"/>
                    <a:pt x="531" y="279"/>
                    <a:pt x="529" y="277"/>
                  </a:cubicBezTo>
                  <a:cubicBezTo>
                    <a:pt x="528" y="276"/>
                    <a:pt x="527" y="275"/>
                    <a:pt x="527" y="274"/>
                  </a:cubicBezTo>
                  <a:cubicBezTo>
                    <a:pt x="526" y="271"/>
                    <a:pt x="525" y="269"/>
                    <a:pt x="525" y="266"/>
                  </a:cubicBezTo>
                  <a:cubicBezTo>
                    <a:pt x="529" y="273"/>
                    <a:pt x="536" y="279"/>
                    <a:pt x="546" y="283"/>
                  </a:cubicBezTo>
                  <a:cubicBezTo>
                    <a:pt x="537" y="279"/>
                    <a:pt x="531" y="269"/>
                    <a:pt x="529" y="260"/>
                  </a:cubicBezTo>
                  <a:cubicBezTo>
                    <a:pt x="532" y="268"/>
                    <a:pt x="540" y="267"/>
                    <a:pt x="547" y="269"/>
                  </a:cubicBezTo>
                  <a:cubicBezTo>
                    <a:pt x="543" y="267"/>
                    <a:pt x="540" y="264"/>
                    <a:pt x="538" y="261"/>
                  </a:cubicBezTo>
                  <a:cubicBezTo>
                    <a:pt x="546" y="264"/>
                    <a:pt x="558" y="264"/>
                    <a:pt x="562" y="260"/>
                  </a:cubicBezTo>
                  <a:cubicBezTo>
                    <a:pt x="551" y="262"/>
                    <a:pt x="538" y="251"/>
                    <a:pt x="531" y="240"/>
                  </a:cubicBezTo>
                  <a:cubicBezTo>
                    <a:pt x="531" y="240"/>
                    <a:pt x="531" y="240"/>
                    <a:pt x="531" y="240"/>
                  </a:cubicBezTo>
                  <a:cubicBezTo>
                    <a:pt x="534" y="243"/>
                    <a:pt x="539" y="244"/>
                    <a:pt x="543" y="246"/>
                  </a:cubicBezTo>
                  <a:cubicBezTo>
                    <a:pt x="540" y="244"/>
                    <a:pt x="537" y="240"/>
                    <a:pt x="535" y="236"/>
                  </a:cubicBezTo>
                  <a:cubicBezTo>
                    <a:pt x="544" y="243"/>
                    <a:pt x="557" y="247"/>
                    <a:pt x="563" y="241"/>
                  </a:cubicBezTo>
                  <a:cubicBezTo>
                    <a:pt x="554" y="241"/>
                    <a:pt x="549" y="236"/>
                    <a:pt x="545" y="229"/>
                  </a:cubicBezTo>
                  <a:cubicBezTo>
                    <a:pt x="545" y="230"/>
                    <a:pt x="546" y="230"/>
                    <a:pt x="547" y="230"/>
                  </a:cubicBezTo>
                  <a:cubicBezTo>
                    <a:pt x="545" y="228"/>
                    <a:pt x="544" y="227"/>
                    <a:pt x="542" y="225"/>
                  </a:cubicBezTo>
                  <a:cubicBezTo>
                    <a:pt x="541" y="222"/>
                    <a:pt x="539" y="219"/>
                    <a:pt x="538" y="216"/>
                  </a:cubicBezTo>
                  <a:cubicBezTo>
                    <a:pt x="537" y="213"/>
                    <a:pt x="537" y="211"/>
                    <a:pt x="538" y="208"/>
                  </a:cubicBezTo>
                  <a:cubicBezTo>
                    <a:pt x="546" y="214"/>
                    <a:pt x="554" y="221"/>
                    <a:pt x="564" y="223"/>
                  </a:cubicBezTo>
                  <a:cubicBezTo>
                    <a:pt x="551" y="210"/>
                    <a:pt x="537" y="196"/>
                    <a:pt x="532" y="177"/>
                  </a:cubicBezTo>
                  <a:cubicBezTo>
                    <a:pt x="537" y="180"/>
                    <a:pt x="543" y="183"/>
                    <a:pt x="549" y="182"/>
                  </a:cubicBezTo>
                  <a:cubicBezTo>
                    <a:pt x="537" y="173"/>
                    <a:pt x="527" y="160"/>
                    <a:pt x="522" y="145"/>
                  </a:cubicBezTo>
                  <a:cubicBezTo>
                    <a:pt x="521" y="141"/>
                    <a:pt x="520" y="135"/>
                    <a:pt x="519" y="130"/>
                  </a:cubicBezTo>
                  <a:cubicBezTo>
                    <a:pt x="518" y="124"/>
                    <a:pt x="517" y="119"/>
                    <a:pt x="516" y="114"/>
                  </a:cubicBezTo>
                  <a:cubicBezTo>
                    <a:pt x="511" y="97"/>
                    <a:pt x="500" y="61"/>
                    <a:pt x="483" y="49"/>
                  </a:cubicBezTo>
                  <a:cubicBezTo>
                    <a:pt x="485" y="50"/>
                    <a:pt x="487" y="52"/>
                    <a:pt x="488" y="53"/>
                  </a:cubicBezTo>
                  <a:cubicBezTo>
                    <a:pt x="477" y="35"/>
                    <a:pt x="457" y="14"/>
                    <a:pt x="434" y="13"/>
                  </a:cubicBezTo>
                  <a:cubicBezTo>
                    <a:pt x="439" y="13"/>
                    <a:pt x="444" y="13"/>
                    <a:pt x="448" y="13"/>
                  </a:cubicBezTo>
                  <a:cubicBezTo>
                    <a:pt x="426" y="1"/>
                    <a:pt x="398" y="2"/>
                    <a:pt x="376" y="7"/>
                  </a:cubicBezTo>
                  <a:cubicBezTo>
                    <a:pt x="378" y="6"/>
                    <a:pt x="386" y="3"/>
                    <a:pt x="390" y="1"/>
                  </a:cubicBezTo>
                  <a:cubicBezTo>
                    <a:pt x="371" y="1"/>
                    <a:pt x="355" y="3"/>
                    <a:pt x="338" y="9"/>
                  </a:cubicBezTo>
                  <a:cubicBezTo>
                    <a:pt x="337" y="7"/>
                    <a:pt x="349" y="1"/>
                    <a:pt x="350" y="1"/>
                  </a:cubicBezTo>
                  <a:cubicBezTo>
                    <a:pt x="347" y="0"/>
                    <a:pt x="343" y="2"/>
                    <a:pt x="340" y="3"/>
                  </a:cubicBezTo>
                  <a:cubicBezTo>
                    <a:pt x="338" y="4"/>
                    <a:pt x="336" y="5"/>
                    <a:pt x="335" y="7"/>
                  </a:cubicBezTo>
                  <a:cubicBezTo>
                    <a:pt x="330" y="5"/>
                    <a:pt x="323" y="2"/>
                    <a:pt x="318" y="4"/>
                  </a:cubicBezTo>
                  <a:cubicBezTo>
                    <a:pt x="321" y="5"/>
                    <a:pt x="324" y="5"/>
                    <a:pt x="326" y="8"/>
                  </a:cubicBezTo>
                  <a:cubicBezTo>
                    <a:pt x="326" y="8"/>
                    <a:pt x="326" y="9"/>
                    <a:pt x="326" y="9"/>
                  </a:cubicBezTo>
                  <a:cubicBezTo>
                    <a:pt x="320" y="8"/>
                    <a:pt x="314" y="6"/>
                    <a:pt x="308" y="7"/>
                  </a:cubicBezTo>
                  <a:cubicBezTo>
                    <a:pt x="299" y="8"/>
                    <a:pt x="289" y="11"/>
                    <a:pt x="281" y="14"/>
                  </a:cubicBezTo>
                  <a:cubicBezTo>
                    <a:pt x="286" y="14"/>
                    <a:pt x="291" y="14"/>
                    <a:pt x="296" y="14"/>
                  </a:cubicBezTo>
                  <a:cubicBezTo>
                    <a:pt x="284" y="15"/>
                    <a:pt x="255" y="24"/>
                    <a:pt x="248" y="34"/>
                  </a:cubicBezTo>
                  <a:cubicBezTo>
                    <a:pt x="254" y="31"/>
                    <a:pt x="262" y="29"/>
                    <a:pt x="269" y="29"/>
                  </a:cubicBezTo>
                  <a:cubicBezTo>
                    <a:pt x="248" y="35"/>
                    <a:pt x="224" y="52"/>
                    <a:pt x="212" y="70"/>
                  </a:cubicBezTo>
                  <a:cubicBezTo>
                    <a:pt x="216" y="65"/>
                    <a:pt x="223" y="61"/>
                    <a:pt x="228" y="58"/>
                  </a:cubicBezTo>
                  <a:cubicBezTo>
                    <a:pt x="221" y="69"/>
                    <a:pt x="211" y="77"/>
                    <a:pt x="207" y="91"/>
                  </a:cubicBezTo>
                  <a:cubicBezTo>
                    <a:pt x="205" y="95"/>
                    <a:pt x="205" y="100"/>
                    <a:pt x="204" y="105"/>
                  </a:cubicBezTo>
                  <a:cubicBezTo>
                    <a:pt x="197" y="121"/>
                    <a:pt x="197" y="137"/>
                    <a:pt x="198" y="154"/>
                  </a:cubicBezTo>
                  <a:cubicBezTo>
                    <a:pt x="198" y="161"/>
                    <a:pt x="199" y="168"/>
                    <a:pt x="199" y="175"/>
                  </a:cubicBezTo>
                  <a:cubicBezTo>
                    <a:pt x="199" y="180"/>
                    <a:pt x="200" y="186"/>
                    <a:pt x="202" y="192"/>
                  </a:cubicBezTo>
                  <a:cubicBezTo>
                    <a:pt x="202" y="205"/>
                    <a:pt x="202" y="218"/>
                    <a:pt x="197" y="229"/>
                  </a:cubicBezTo>
                  <a:cubicBezTo>
                    <a:pt x="201" y="226"/>
                    <a:pt x="205" y="220"/>
                    <a:pt x="207" y="215"/>
                  </a:cubicBezTo>
                  <a:cubicBezTo>
                    <a:pt x="209" y="232"/>
                    <a:pt x="202" y="246"/>
                    <a:pt x="199" y="261"/>
                  </a:cubicBezTo>
                  <a:cubicBezTo>
                    <a:pt x="203" y="258"/>
                    <a:pt x="206" y="253"/>
                    <a:pt x="209" y="248"/>
                  </a:cubicBezTo>
                  <a:cubicBezTo>
                    <a:pt x="209" y="249"/>
                    <a:pt x="209" y="251"/>
                    <a:pt x="209" y="254"/>
                  </a:cubicBezTo>
                  <a:cubicBezTo>
                    <a:pt x="205" y="260"/>
                    <a:pt x="199" y="267"/>
                    <a:pt x="193" y="270"/>
                  </a:cubicBezTo>
                  <a:cubicBezTo>
                    <a:pt x="198" y="269"/>
                    <a:pt x="203" y="266"/>
                    <a:pt x="207" y="262"/>
                  </a:cubicBezTo>
                  <a:cubicBezTo>
                    <a:pt x="205" y="271"/>
                    <a:pt x="202" y="281"/>
                    <a:pt x="200" y="287"/>
                  </a:cubicBezTo>
                  <a:cubicBezTo>
                    <a:pt x="197" y="293"/>
                    <a:pt x="195" y="299"/>
                    <a:pt x="192" y="305"/>
                  </a:cubicBezTo>
                  <a:cubicBezTo>
                    <a:pt x="198" y="300"/>
                    <a:pt x="207" y="293"/>
                    <a:pt x="210" y="285"/>
                  </a:cubicBezTo>
                  <a:cubicBezTo>
                    <a:pt x="210" y="285"/>
                    <a:pt x="210" y="285"/>
                    <a:pt x="211" y="285"/>
                  </a:cubicBezTo>
                  <a:cubicBezTo>
                    <a:pt x="216" y="297"/>
                    <a:pt x="204" y="315"/>
                    <a:pt x="193" y="322"/>
                  </a:cubicBezTo>
                  <a:cubicBezTo>
                    <a:pt x="198" y="322"/>
                    <a:pt x="202" y="320"/>
                    <a:pt x="206" y="317"/>
                  </a:cubicBezTo>
                  <a:cubicBezTo>
                    <a:pt x="212" y="315"/>
                    <a:pt x="216" y="312"/>
                    <a:pt x="219" y="306"/>
                  </a:cubicBezTo>
                  <a:cubicBezTo>
                    <a:pt x="219" y="308"/>
                    <a:pt x="219" y="310"/>
                    <a:pt x="219" y="311"/>
                  </a:cubicBezTo>
                  <a:cubicBezTo>
                    <a:pt x="217" y="315"/>
                    <a:pt x="216" y="319"/>
                    <a:pt x="213" y="323"/>
                  </a:cubicBezTo>
                  <a:cubicBezTo>
                    <a:pt x="214" y="322"/>
                    <a:pt x="216" y="321"/>
                    <a:pt x="217" y="320"/>
                  </a:cubicBezTo>
                  <a:cubicBezTo>
                    <a:pt x="214" y="326"/>
                    <a:pt x="209" y="333"/>
                    <a:pt x="204" y="338"/>
                  </a:cubicBezTo>
                  <a:cubicBezTo>
                    <a:pt x="211" y="336"/>
                    <a:pt x="219" y="329"/>
                    <a:pt x="223" y="321"/>
                  </a:cubicBezTo>
                  <a:cubicBezTo>
                    <a:pt x="223" y="322"/>
                    <a:pt x="223" y="322"/>
                    <a:pt x="223" y="323"/>
                  </a:cubicBezTo>
                  <a:cubicBezTo>
                    <a:pt x="222" y="328"/>
                    <a:pt x="218" y="335"/>
                    <a:pt x="214" y="339"/>
                  </a:cubicBezTo>
                  <a:cubicBezTo>
                    <a:pt x="217" y="337"/>
                    <a:pt x="220" y="334"/>
                    <a:pt x="223" y="332"/>
                  </a:cubicBezTo>
                  <a:cubicBezTo>
                    <a:pt x="223" y="331"/>
                    <a:pt x="223" y="331"/>
                    <a:pt x="224" y="331"/>
                  </a:cubicBezTo>
                  <a:cubicBezTo>
                    <a:pt x="223" y="336"/>
                    <a:pt x="222" y="341"/>
                    <a:pt x="219" y="345"/>
                  </a:cubicBezTo>
                  <a:cubicBezTo>
                    <a:pt x="224" y="342"/>
                    <a:pt x="228" y="338"/>
                    <a:pt x="231" y="334"/>
                  </a:cubicBezTo>
                  <a:cubicBezTo>
                    <a:pt x="231" y="335"/>
                    <a:pt x="231" y="336"/>
                    <a:pt x="231" y="337"/>
                  </a:cubicBezTo>
                  <a:cubicBezTo>
                    <a:pt x="229" y="342"/>
                    <a:pt x="224" y="346"/>
                    <a:pt x="223" y="351"/>
                  </a:cubicBezTo>
                  <a:cubicBezTo>
                    <a:pt x="228" y="348"/>
                    <a:pt x="234" y="343"/>
                    <a:pt x="238" y="337"/>
                  </a:cubicBezTo>
                  <a:cubicBezTo>
                    <a:pt x="238" y="342"/>
                    <a:pt x="238" y="346"/>
                    <a:pt x="238" y="350"/>
                  </a:cubicBezTo>
                  <a:cubicBezTo>
                    <a:pt x="239" y="350"/>
                    <a:pt x="239" y="349"/>
                    <a:pt x="240" y="349"/>
                  </a:cubicBezTo>
                  <a:cubicBezTo>
                    <a:pt x="239" y="351"/>
                    <a:pt x="239" y="353"/>
                    <a:pt x="239" y="355"/>
                  </a:cubicBezTo>
                  <a:cubicBezTo>
                    <a:pt x="243" y="350"/>
                    <a:pt x="246" y="344"/>
                    <a:pt x="249" y="338"/>
                  </a:cubicBezTo>
                  <a:cubicBezTo>
                    <a:pt x="250" y="344"/>
                    <a:pt x="251" y="351"/>
                    <a:pt x="254" y="356"/>
                  </a:cubicBezTo>
                  <a:cubicBezTo>
                    <a:pt x="254" y="355"/>
                    <a:pt x="254" y="355"/>
                    <a:pt x="254" y="354"/>
                  </a:cubicBezTo>
                  <a:cubicBezTo>
                    <a:pt x="254" y="355"/>
                    <a:pt x="254" y="356"/>
                    <a:pt x="254" y="357"/>
                  </a:cubicBezTo>
                  <a:cubicBezTo>
                    <a:pt x="254" y="356"/>
                    <a:pt x="254" y="355"/>
                    <a:pt x="254" y="353"/>
                  </a:cubicBezTo>
                  <a:cubicBezTo>
                    <a:pt x="255" y="350"/>
                    <a:pt x="255" y="348"/>
                    <a:pt x="255" y="345"/>
                  </a:cubicBezTo>
                  <a:cubicBezTo>
                    <a:pt x="256" y="344"/>
                    <a:pt x="256" y="344"/>
                    <a:pt x="256" y="344"/>
                  </a:cubicBezTo>
                  <a:cubicBezTo>
                    <a:pt x="259" y="343"/>
                    <a:pt x="262" y="352"/>
                    <a:pt x="265" y="353"/>
                  </a:cubicBezTo>
                  <a:cubicBezTo>
                    <a:pt x="264" y="352"/>
                    <a:pt x="264" y="351"/>
                    <a:pt x="264" y="351"/>
                  </a:cubicBezTo>
                  <a:cubicBezTo>
                    <a:pt x="266" y="351"/>
                    <a:pt x="267" y="351"/>
                    <a:pt x="268" y="351"/>
                  </a:cubicBezTo>
                  <a:cubicBezTo>
                    <a:pt x="275" y="364"/>
                    <a:pt x="283" y="376"/>
                    <a:pt x="290" y="385"/>
                  </a:cubicBezTo>
                  <a:cubicBezTo>
                    <a:pt x="292" y="386"/>
                    <a:pt x="293" y="388"/>
                    <a:pt x="295" y="389"/>
                  </a:cubicBezTo>
                  <a:cubicBezTo>
                    <a:pt x="298" y="392"/>
                    <a:pt x="302" y="395"/>
                    <a:pt x="306" y="398"/>
                  </a:cubicBezTo>
                  <a:cubicBezTo>
                    <a:pt x="306" y="399"/>
                    <a:pt x="306" y="401"/>
                    <a:pt x="306" y="402"/>
                  </a:cubicBezTo>
                  <a:cubicBezTo>
                    <a:pt x="306" y="403"/>
                    <a:pt x="306" y="403"/>
                    <a:pt x="306" y="404"/>
                  </a:cubicBezTo>
                  <a:cubicBezTo>
                    <a:pt x="306" y="405"/>
                    <a:pt x="306" y="406"/>
                    <a:pt x="306" y="407"/>
                  </a:cubicBezTo>
                  <a:cubicBezTo>
                    <a:pt x="306" y="440"/>
                    <a:pt x="288" y="460"/>
                    <a:pt x="267" y="471"/>
                  </a:cubicBezTo>
                  <a:cubicBezTo>
                    <a:pt x="258" y="476"/>
                    <a:pt x="250" y="478"/>
                    <a:pt x="243" y="480"/>
                  </a:cubicBezTo>
                  <a:cubicBezTo>
                    <a:pt x="231" y="484"/>
                    <a:pt x="179" y="486"/>
                    <a:pt x="149" y="519"/>
                  </a:cubicBezTo>
                  <a:cubicBezTo>
                    <a:pt x="145" y="523"/>
                    <a:pt x="142" y="527"/>
                    <a:pt x="139" y="532"/>
                  </a:cubicBezTo>
                  <a:cubicBezTo>
                    <a:pt x="136" y="535"/>
                    <a:pt x="132" y="548"/>
                    <a:pt x="127" y="566"/>
                  </a:cubicBezTo>
                  <a:cubicBezTo>
                    <a:pt x="120" y="586"/>
                    <a:pt x="115" y="609"/>
                    <a:pt x="111" y="626"/>
                  </a:cubicBezTo>
                  <a:cubicBezTo>
                    <a:pt x="91" y="708"/>
                    <a:pt x="67" y="818"/>
                    <a:pt x="63" y="846"/>
                  </a:cubicBezTo>
                  <a:cubicBezTo>
                    <a:pt x="59" y="867"/>
                    <a:pt x="56" y="887"/>
                    <a:pt x="54" y="903"/>
                  </a:cubicBezTo>
                  <a:cubicBezTo>
                    <a:pt x="51" y="920"/>
                    <a:pt x="48" y="934"/>
                    <a:pt x="46" y="943"/>
                  </a:cubicBezTo>
                  <a:cubicBezTo>
                    <a:pt x="42" y="963"/>
                    <a:pt x="23" y="1017"/>
                    <a:pt x="24" y="1124"/>
                  </a:cubicBezTo>
                  <a:cubicBezTo>
                    <a:pt x="24" y="1143"/>
                    <a:pt x="23" y="1187"/>
                    <a:pt x="25" y="1216"/>
                  </a:cubicBezTo>
                  <a:cubicBezTo>
                    <a:pt x="29" y="1252"/>
                    <a:pt x="23" y="1330"/>
                    <a:pt x="18" y="1348"/>
                  </a:cubicBezTo>
                  <a:cubicBezTo>
                    <a:pt x="12" y="1370"/>
                    <a:pt x="6" y="1408"/>
                    <a:pt x="3" y="1414"/>
                  </a:cubicBezTo>
                  <a:cubicBezTo>
                    <a:pt x="0" y="1419"/>
                    <a:pt x="6" y="1426"/>
                    <a:pt x="9" y="1432"/>
                  </a:cubicBezTo>
                  <a:cubicBezTo>
                    <a:pt x="12" y="1438"/>
                    <a:pt x="12" y="1443"/>
                    <a:pt x="16" y="1451"/>
                  </a:cubicBezTo>
                  <a:cubicBezTo>
                    <a:pt x="19" y="1457"/>
                    <a:pt x="28" y="1470"/>
                    <a:pt x="33" y="1477"/>
                  </a:cubicBezTo>
                  <a:cubicBezTo>
                    <a:pt x="38" y="1485"/>
                    <a:pt x="57" y="1493"/>
                    <a:pt x="72" y="1498"/>
                  </a:cubicBezTo>
                  <a:cubicBezTo>
                    <a:pt x="82" y="1501"/>
                    <a:pt x="101" y="1511"/>
                    <a:pt x="103" y="1507"/>
                  </a:cubicBezTo>
                  <a:cubicBezTo>
                    <a:pt x="106" y="1499"/>
                    <a:pt x="105" y="1492"/>
                    <a:pt x="99" y="1488"/>
                  </a:cubicBezTo>
                  <a:cubicBezTo>
                    <a:pt x="100" y="1488"/>
                    <a:pt x="100" y="1488"/>
                    <a:pt x="101" y="1488"/>
                  </a:cubicBezTo>
                  <a:cubicBezTo>
                    <a:pt x="101" y="1488"/>
                    <a:pt x="101" y="1488"/>
                    <a:pt x="101" y="1488"/>
                  </a:cubicBezTo>
                  <a:cubicBezTo>
                    <a:pt x="101" y="1488"/>
                    <a:pt x="102" y="1487"/>
                    <a:pt x="102" y="1487"/>
                  </a:cubicBezTo>
                  <a:cubicBezTo>
                    <a:pt x="102" y="1487"/>
                    <a:pt x="102" y="1487"/>
                    <a:pt x="102" y="1487"/>
                  </a:cubicBezTo>
                  <a:cubicBezTo>
                    <a:pt x="102" y="1487"/>
                    <a:pt x="102" y="1487"/>
                    <a:pt x="102" y="1487"/>
                  </a:cubicBezTo>
                  <a:cubicBezTo>
                    <a:pt x="103" y="1487"/>
                    <a:pt x="103" y="1487"/>
                    <a:pt x="103" y="1486"/>
                  </a:cubicBezTo>
                  <a:cubicBezTo>
                    <a:pt x="103" y="1486"/>
                    <a:pt x="103" y="1486"/>
                    <a:pt x="103" y="1486"/>
                  </a:cubicBezTo>
                  <a:cubicBezTo>
                    <a:pt x="103" y="1486"/>
                    <a:pt x="104" y="1486"/>
                    <a:pt x="104" y="1485"/>
                  </a:cubicBezTo>
                  <a:cubicBezTo>
                    <a:pt x="104" y="1485"/>
                    <a:pt x="104" y="1485"/>
                    <a:pt x="104" y="1484"/>
                  </a:cubicBezTo>
                  <a:cubicBezTo>
                    <a:pt x="105" y="1482"/>
                    <a:pt x="105" y="1480"/>
                    <a:pt x="103" y="1476"/>
                  </a:cubicBezTo>
                  <a:cubicBezTo>
                    <a:pt x="103" y="1476"/>
                    <a:pt x="103" y="1475"/>
                    <a:pt x="104" y="1475"/>
                  </a:cubicBezTo>
                  <a:cubicBezTo>
                    <a:pt x="104" y="1474"/>
                    <a:pt x="104" y="1474"/>
                    <a:pt x="104" y="1474"/>
                  </a:cubicBezTo>
                  <a:cubicBezTo>
                    <a:pt x="104" y="1473"/>
                    <a:pt x="104" y="1473"/>
                    <a:pt x="104" y="1473"/>
                  </a:cubicBezTo>
                  <a:cubicBezTo>
                    <a:pt x="104" y="1473"/>
                    <a:pt x="104" y="1473"/>
                    <a:pt x="104" y="1472"/>
                  </a:cubicBezTo>
                  <a:cubicBezTo>
                    <a:pt x="104" y="1472"/>
                    <a:pt x="104" y="1472"/>
                    <a:pt x="104" y="1472"/>
                  </a:cubicBezTo>
                  <a:cubicBezTo>
                    <a:pt x="104" y="1472"/>
                    <a:pt x="104" y="1472"/>
                    <a:pt x="104" y="1471"/>
                  </a:cubicBezTo>
                  <a:cubicBezTo>
                    <a:pt x="104" y="1471"/>
                    <a:pt x="104" y="1471"/>
                    <a:pt x="104" y="1471"/>
                  </a:cubicBezTo>
                  <a:cubicBezTo>
                    <a:pt x="103" y="1471"/>
                    <a:pt x="103" y="1471"/>
                    <a:pt x="103" y="1470"/>
                  </a:cubicBezTo>
                  <a:cubicBezTo>
                    <a:pt x="103" y="1470"/>
                    <a:pt x="103" y="1470"/>
                    <a:pt x="103" y="1470"/>
                  </a:cubicBezTo>
                  <a:cubicBezTo>
                    <a:pt x="103" y="1470"/>
                    <a:pt x="103" y="1470"/>
                    <a:pt x="103" y="1470"/>
                  </a:cubicBezTo>
                  <a:cubicBezTo>
                    <a:pt x="102" y="1469"/>
                    <a:pt x="101" y="1468"/>
                    <a:pt x="100" y="1467"/>
                  </a:cubicBezTo>
                  <a:cubicBezTo>
                    <a:pt x="100" y="1467"/>
                    <a:pt x="100" y="1467"/>
                    <a:pt x="100" y="1467"/>
                  </a:cubicBezTo>
                  <a:cubicBezTo>
                    <a:pt x="101" y="1467"/>
                    <a:pt x="101" y="1467"/>
                    <a:pt x="101" y="1467"/>
                  </a:cubicBezTo>
                  <a:cubicBezTo>
                    <a:pt x="100" y="1466"/>
                    <a:pt x="100" y="1466"/>
                    <a:pt x="100" y="1466"/>
                  </a:cubicBezTo>
                  <a:cubicBezTo>
                    <a:pt x="100" y="1466"/>
                    <a:pt x="100" y="1466"/>
                    <a:pt x="100" y="1466"/>
                  </a:cubicBezTo>
                  <a:cubicBezTo>
                    <a:pt x="101" y="1466"/>
                    <a:pt x="102" y="1465"/>
                    <a:pt x="103" y="1463"/>
                  </a:cubicBezTo>
                  <a:cubicBezTo>
                    <a:pt x="106" y="1454"/>
                    <a:pt x="105" y="1434"/>
                    <a:pt x="103" y="1423"/>
                  </a:cubicBezTo>
                  <a:cubicBezTo>
                    <a:pt x="104" y="1413"/>
                    <a:pt x="104" y="1381"/>
                    <a:pt x="96" y="1359"/>
                  </a:cubicBezTo>
                  <a:cubicBezTo>
                    <a:pt x="90" y="1345"/>
                    <a:pt x="85" y="1334"/>
                    <a:pt x="85" y="1325"/>
                  </a:cubicBezTo>
                  <a:cubicBezTo>
                    <a:pt x="85" y="1325"/>
                    <a:pt x="85" y="1324"/>
                    <a:pt x="85" y="1323"/>
                  </a:cubicBezTo>
                  <a:cubicBezTo>
                    <a:pt x="85" y="1323"/>
                    <a:pt x="84" y="1322"/>
                    <a:pt x="84" y="1321"/>
                  </a:cubicBezTo>
                  <a:cubicBezTo>
                    <a:pt x="84" y="1321"/>
                    <a:pt x="84" y="1321"/>
                    <a:pt x="84" y="1321"/>
                  </a:cubicBezTo>
                  <a:cubicBezTo>
                    <a:pt x="83" y="1296"/>
                    <a:pt x="94" y="1204"/>
                    <a:pt x="105" y="1151"/>
                  </a:cubicBezTo>
                  <a:cubicBezTo>
                    <a:pt x="108" y="1137"/>
                    <a:pt x="112" y="1123"/>
                    <a:pt x="117" y="1110"/>
                  </a:cubicBezTo>
                  <a:cubicBezTo>
                    <a:pt x="121" y="1096"/>
                    <a:pt x="124" y="1082"/>
                    <a:pt x="127" y="1068"/>
                  </a:cubicBezTo>
                  <a:cubicBezTo>
                    <a:pt x="139" y="1010"/>
                    <a:pt x="139" y="966"/>
                    <a:pt x="141" y="954"/>
                  </a:cubicBezTo>
                  <a:cubicBezTo>
                    <a:pt x="144" y="939"/>
                    <a:pt x="187" y="737"/>
                    <a:pt x="193" y="703"/>
                  </a:cubicBezTo>
                  <a:cubicBezTo>
                    <a:pt x="192" y="737"/>
                    <a:pt x="192" y="737"/>
                    <a:pt x="192" y="737"/>
                  </a:cubicBezTo>
                  <a:cubicBezTo>
                    <a:pt x="188" y="794"/>
                    <a:pt x="188" y="794"/>
                    <a:pt x="188" y="794"/>
                  </a:cubicBezTo>
                  <a:cubicBezTo>
                    <a:pt x="189" y="801"/>
                    <a:pt x="189" y="809"/>
                    <a:pt x="190" y="817"/>
                  </a:cubicBezTo>
                  <a:cubicBezTo>
                    <a:pt x="189" y="826"/>
                    <a:pt x="189" y="826"/>
                    <a:pt x="189" y="826"/>
                  </a:cubicBezTo>
                  <a:cubicBezTo>
                    <a:pt x="190" y="830"/>
                    <a:pt x="190" y="834"/>
                    <a:pt x="190" y="838"/>
                  </a:cubicBezTo>
                  <a:cubicBezTo>
                    <a:pt x="191" y="879"/>
                    <a:pt x="190" y="925"/>
                    <a:pt x="191" y="941"/>
                  </a:cubicBezTo>
                  <a:cubicBezTo>
                    <a:pt x="192" y="971"/>
                    <a:pt x="183" y="1003"/>
                    <a:pt x="186" y="1054"/>
                  </a:cubicBezTo>
                  <a:cubicBezTo>
                    <a:pt x="187" y="1081"/>
                    <a:pt x="185" y="1134"/>
                    <a:pt x="173" y="1201"/>
                  </a:cubicBezTo>
                  <a:cubicBezTo>
                    <a:pt x="165" y="1234"/>
                    <a:pt x="165" y="1262"/>
                    <a:pt x="165" y="1302"/>
                  </a:cubicBezTo>
                  <a:cubicBezTo>
                    <a:pt x="163" y="1380"/>
                    <a:pt x="163" y="1487"/>
                    <a:pt x="175" y="1577"/>
                  </a:cubicBezTo>
                  <a:cubicBezTo>
                    <a:pt x="176" y="1582"/>
                    <a:pt x="177" y="1586"/>
                    <a:pt x="177" y="1591"/>
                  </a:cubicBezTo>
                  <a:cubicBezTo>
                    <a:pt x="186" y="1657"/>
                    <a:pt x="205" y="1735"/>
                    <a:pt x="214" y="1782"/>
                  </a:cubicBezTo>
                  <a:cubicBezTo>
                    <a:pt x="223" y="1831"/>
                    <a:pt x="215" y="1854"/>
                    <a:pt x="217" y="1886"/>
                  </a:cubicBezTo>
                  <a:cubicBezTo>
                    <a:pt x="219" y="1902"/>
                    <a:pt x="204" y="1988"/>
                    <a:pt x="220" y="2097"/>
                  </a:cubicBezTo>
                  <a:cubicBezTo>
                    <a:pt x="222" y="2115"/>
                    <a:pt x="225" y="2133"/>
                    <a:pt x="229" y="2150"/>
                  </a:cubicBezTo>
                  <a:cubicBezTo>
                    <a:pt x="229" y="2151"/>
                    <a:pt x="229" y="2152"/>
                    <a:pt x="230" y="2153"/>
                  </a:cubicBezTo>
                  <a:cubicBezTo>
                    <a:pt x="246" y="2234"/>
                    <a:pt x="260" y="2305"/>
                    <a:pt x="265" y="2325"/>
                  </a:cubicBezTo>
                  <a:cubicBezTo>
                    <a:pt x="276" y="2372"/>
                    <a:pt x="266" y="2377"/>
                    <a:pt x="271" y="2400"/>
                  </a:cubicBezTo>
                  <a:cubicBezTo>
                    <a:pt x="275" y="2424"/>
                    <a:pt x="276" y="2421"/>
                    <a:pt x="263" y="2444"/>
                  </a:cubicBezTo>
                  <a:cubicBezTo>
                    <a:pt x="251" y="2459"/>
                    <a:pt x="231" y="2491"/>
                    <a:pt x="225" y="2499"/>
                  </a:cubicBezTo>
                  <a:cubicBezTo>
                    <a:pt x="218" y="2506"/>
                    <a:pt x="222" y="2513"/>
                    <a:pt x="225" y="2518"/>
                  </a:cubicBezTo>
                  <a:cubicBezTo>
                    <a:pt x="224" y="2518"/>
                    <a:pt x="224" y="2519"/>
                    <a:pt x="224" y="2520"/>
                  </a:cubicBezTo>
                  <a:cubicBezTo>
                    <a:pt x="224" y="2520"/>
                    <a:pt x="224" y="2520"/>
                    <a:pt x="224" y="2520"/>
                  </a:cubicBezTo>
                  <a:cubicBezTo>
                    <a:pt x="224" y="2521"/>
                    <a:pt x="224" y="2521"/>
                    <a:pt x="224" y="2522"/>
                  </a:cubicBezTo>
                  <a:cubicBezTo>
                    <a:pt x="224" y="2522"/>
                    <a:pt x="224" y="2522"/>
                    <a:pt x="224" y="2522"/>
                  </a:cubicBezTo>
                  <a:cubicBezTo>
                    <a:pt x="224" y="2523"/>
                    <a:pt x="224" y="2523"/>
                    <a:pt x="224" y="2523"/>
                  </a:cubicBezTo>
                  <a:cubicBezTo>
                    <a:pt x="224" y="2524"/>
                    <a:pt x="224" y="2524"/>
                    <a:pt x="224" y="2524"/>
                  </a:cubicBezTo>
                  <a:cubicBezTo>
                    <a:pt x="224" y="2524"/>
                    <a:pt x="224" y="2525"/>
                    <a:pt x="224" y="2525"/>
                  </a:cubicBezTo>
                  <a:cubicBezTo>
                    <a:pt x="224" y="2525"/>
                    <a:pt x="224" y="2525"/>
                    <a:pt x="224" y="2526"/>
                  </a:cubicBezTo>
                  <a:cubicBezTo>
                    <a:pt x="225" y="2526"/>
                    <a:pt x="225" y="2526"/>
                    <a:pt x="225" y="2527"/>
                  </a:cubicBezTo>
                  <a:cubicBezTo>
                    <a:pt x="225" y="2527"/>
                    <a:pt x="225" y="2527"/>
                    <a:pt x="225" y="2527"/>
                  </a:cubicBezTo>
                  <a:cubicBezTo>
                    <a:pt x="225" y="2527"/>
                    <a:pt x="226" y="2528"/>
                    <a:pt x="226" y="2528"/>
                  </a:cubicBezTo>
                  <a:cubicBezTo>
                    <a:pt x="226" y="2528"/>
                    <a:pt x="226" y="2528"/>
                    <a:pt x="226" y="2529"/>
                  </a:cubicBezTo>
                  <a:cubicBezTo>
                    <a:pt x="226" y="2529"/>
                    <a:pt x="227" y="2529"/>
                    <a:pt x="227" y="2529"/>
                  </a:cubicBezTo>
                  <a:cubicBezTo>
                    <a:pt x="227" y="2529"/>
                    <a:pt x="227" y="2530"/>
                    <a:pt x="227" y="2530"/>
                  </a:cubicBezTo>
                  <a:cubicBezTo>
                    <a:pt x="228" y="2530"/>
                    <a:pt x="228" y="2530"/>
                    <a:pt x="228" y="2530"/>
                  </a:cubicBezTo>
                  <a:cubicBezTo>
                    <a:pt x="228" y="2531"/>
                    <a:pt x="229" y="2531"/>
                    <a:pt x="229" y="2531"/>
                  </a:cubicBezTo>
                  <a:cubicBezTo>
                    <a:pt x="229" y="2531"/>
                    <a:pt x="229" y="2531"/>
                    <a:pt x="229" y="2531"/>
                  </a:cubicBezTo>
                  <a:cubicBezTo>
                    <a:pt x="230" y="2532"/>
                    <a:pt x="230" y="2532"/>
                    <a:pt x="230" y="2532"/>
                  </a:cubicBezTo>
                  <a:cubicBezTo>
                    <a:pt x="230" y="2532"/>
                    <a:pt x="231" y="2532"/>
                    <a:pt x="231" y="2532"/>
                  </a:cubicBezTo>
                  <a:cubicBezTo>
                    <a:pt x="231" y="2533"/>
                    <a:pt x="232" y="2533"/>
                    <a:pt x="232" y="2533"/>
                  </a:cubicBezTo>
                  <a:cubicBezTo>
                    <a:pt x="232" y="2533"/>
                    <a:pt x="232" y="2533"/>
                    <a:pt x="232" y="2533"/>
                  </a:cubicBezTo>
                  <a:cubicBezTo>
                    <a:pt x="233" y="2533"/>
                    <a:pt x="233" y="2533"/>
                    <a:pt x="233" y="2534"/>
                  </a:cubicBezTo>
                  <a:cubicBezTo>
                    <a:pt x="233" y="2534"/>
                    <a:pt x="234" y="2534"/>
                    <a:pt x="234" y="2534"/>
                  </a:cubicBezTo>
                  <a:cubicBezTo>
                    <a:pt x="234" y="2534"/>
                    <a:pt x="234" y="2534"/>
                    <a:pt x="235" y="2534"/>
                  </a:cubicBezTo>
                  <a:cubicBezTo>
                    <a:pt x="235" y="2534"/>
                    <a:pt x="235" y="2534"/>
                    <a:pt x="235" y="2534"/>
                  </a:cubicBezTo>
                  <a:cubicBezTo>
                    <a:pt x="235" y="2534"/>
                    <a:pt x="236" y="2534"/>
                    <a:pt x="236" y="2534"/>
                  </a:cubicBezTo>
                  <a:cubicBezTo>
                    <a:pt x="236" y="2534"/>
                    <a:pt x="236" y="2534"/>
                    <a:pt x="236" y="2535"/>
                  </a:cubicBezTo>
                  <a:cubicBezTo>
                    <a:pt x="237" y="2535"/>
                    <a:pt x="237" y="2535"/>
                    <a:pt x="237" y="2535"/>
                  </a:cubicBezTo>
                  <a:cubicBezTo>
                    <a:pt x="237" y="2535"/>
                    <a:pt x="238" y="2535"/>
                    <a:pt x="238" y="2535"/>
                  </a:cubicBezTo>
                  <a:cubicBezTo>
                    <a:pt x="238" y="2535"/>
                    <a:pt x="238" y="2535"/>
                    <a:pt x="238" y="2535"/>
                  </a:cubicBezTo>
                  <a:cubicBezTo>
                    <a:pt x="238" y="2535"/>
                    <a:pt x="239" y="2535"/>
                    <a:pt x="239" y="2535"/>
                  </a:cubicBezTo>
                  <a:cubicBezTo>
                    <a:pt x="239" y="2535"/>
                    <a:pt x="238" y="2536"/>
                    <a:pt x="239" y="2537"/>
                  </a:cubicBezTo>
                  <a:cubicBezTo>
                    <a:pt x="239" y="2537"/>
                    <a:pt x="239" y="2537"/>
                    <a:pt x="239" y="2537"/>
                  </a:cubicBezTo>
                  <a:cubicBezTo>
                    <a:pt x="239" y="2537"/>
                    <a:pt x="239" y="2538"/>
                    <a:pt x="239" y="2538"/>
                  </a:cubicBezTo>
                  <a:cubicBezTo>
                    <a:pt x="239" y="2538"/>
                    <a:pt x="239" y="2538"/>
                    <a:pt x="239" y="2538"/>
                  </a:cubicBezTo>
                  <a:cubicBezTo>
                    <a:pt x="239" y="2539"/>
                    <a:pt x="240" y="2540"/>
                    <a:pt x="240" y="2540"/>
                  </a:cubicBezTo>
                  <a:cubicBezTo>
                    <a:pt x="240" y="2540"/>
                    <a:pt x="240" y="2540"/>
                    <a:pt x="240" y="2540"/>
                  </a:cubicBezTo>
                  <a:cubicBezTo>
                    <a:pt x="240" y="2541"/>
                    <a:pt x="241" y="2541"/>
                    <a:pt x="241" y="2541"/>
                  </a:cubicBezTo>
                  <a:cubicBezTo>
                    <a:pt x="241" y="2541"/>
                    <a:pt x="241" y="2541"/>
                    <a:pt x="241" y="2541"/>
                  </a:cubicBezTo>
                  <a:cubicBezTo>
                    <a:pt x="242" y="2542"/>
                    <a:pt x="242" y="2542"/>
                    <a:pt x="243" y="2543"/>
                  </a:cubicBezTo>
                  <a:cubicBezTo>
                    <a:pt x="243" y="2543"/>
                    <a:pt x="243" y="2543"/>
                    <a:pt x="243" y="2543"/>
                  </a:cubicBezTo>
                  <a:cubicBezTo>
                    <a:pt x="244" y="2543"/>
                    <a:pt x="244" y="2543"/>
                    <a:pt x="245" y="2543"/>
                  </a:cubicBezTo>
                  <a:cubicBezTo>
                    <a:pt x="245" y="2543"/>
                    <a:pt x="245" y="2544"/>
                    <a:pt x="245" y="2544"/>
                  </a:cubicBezTo>
                  <a:cubicBezTo>
                    <a:pt x="246" y="2544"/>
                    <a:pt x="247" y="2544"/>
                    <a:pt x="247" y="2544"/>
                  </a:cubicBezTo>
                  <a:cubicBezTo>
                    <a:pt x="247" y="2544"/>
                    <a:pt x="247" y="2544"/>
                    <a:pt x="247" y="2544"/>
                  </a:cubicBezTo>
                  <a:cubicBezTo>
                    <a:pt x="248" y="2544"/>
                    <a:pt x="249" y="2544"/>
                    <a:pt x="250" y="2545"/>
                  </a:cubicBezTo>
                  <a:cubicBezTo>
                    <a:pt x="250" y="2545"/>
                    <a:pt x="250" y="2545"/>
                    <a:pt x="250" y="2545"/>
                  </a:cubicBezTo>
                  <a:cubicBezTo>
                    <a:pt x="251" y="2545"/>
                    <a:pt x="251" y="2545"/>
                    <a:pt x="252" y="2545"/>
                  </a:cubicBezTo>
                  <a:cubicBezTo>
                    <a:pt x="252" y="2545"/>
                    <a:pt x="252" y="2545"/>
                    <a:pt x="253" y="2545"/>
                  </a:cubicBezTo>
                  <a:cubicBezTo>
                    <a:pt x="253" y="2545"/>
                    <a:pt x="254" y="2545"/>
                    <a:pt x="255" y="2545"/>
                  </a:cubicBezTo>
                  <a:cubicBezTo>
                    <a:pt x="255" y="2545"/>
                    <a:pt x="255" y="2545"/>
                    <a:pt x="255" y="2545"/>
                  </a:cubicBezTo>
                  <a:cubicBezTo>
                    <a:pt x="256" y="2545"/>
                    <a:pt x="257" y="2545"/>
                    <a:pt x="257" y="2545"/>
                  </a:cubicBezTo>
                  <a:cubicBezTo>
                    <a:pt x="258" y="2545"/>
                    <a:pt x="258" y="2545"/>
                    <a:pt x="258" y="2545"/>
                  </a:cubicBezTo>
                  <a:cubicBezTo>
                    <a:pt x="259" y="2545"/>
                    <a:pt x="259" y="2545"/>
                    <a:pt x="260" y="2544"/>
                  </a:cubicBezTo>
                  <a:cubicBezTo>
                    <a:pt x="260" y="2544"/>
                    <a:pt x="261" y="2544"/>
                    <a:pt x="261" y="2544"/>
                  </a:cubicBezTo>
                  <a:cubicBezTo>
                    <a:pt x="261" y="2544"/>
                    <a:pt x="262" y="2544"/>
                    <a:pt x="262" y="2544"/>
                  </a:cubicBezTo>
                  <a:cubicBezTo>
                    <a:pt x="263" y="2544"/>
                    <a:pt x="263" y="2544"/>
                    <a:pt x="263" y="2544"/>
                  </a:cubicBezTo>
                  <a:cubicBezTo>
                    <a:pt x="264" y="2544"/>
                    <a:pt x="264" y="2544"/>
                    <a:pt x="265" y="2543"/>
                  </a:cubicBezTo>
                  <a:cubicBezTo>
                    <a:pt x="265" y="2543"/>
                    <a:pt x="265" y="2543"/>
                    <a:pt x="266" y="2543"/>
                  </a:cubicBezTo>
                  <a:cubicBezTo>
                    <a:pt x="266" y="2543"/>
                    <a:pt x="266" y="2543"/>
                    <a:pt x="267" y="2543"/>
                  </a:cubicBezTo>
                  <a:cubicBezTo>
                    <a:pt x="267" y="2542"/>
                    <a:pt x="267" y="2542"/>
                    <a:pt x="268" y="2542"/>
                  </a:cubicBezTo>
                  <a:cubicBezTo>
                    <a:pt x="268" y="2542"/>
                    <a:pt x="268" y="2542"/>
                    <a:pt x="268" y="2542"/>
                  </a:cubicBezTo>
                  <a:cubicBezTo>
                    <a:pt x="269" y="2541"/>
                    <a:pt x="269" y="2541"/>
                    <a:pt x="270" y="2541"/>
                  </a:cubicBezTo>
                  <a:cubicBezTo>
                    <a:pt x="277" y="2548"/>
                    <a:pt x="297" y="2548"/>
                    <a:pt x="305" y="2539"/>
                  </a:cubicBezTo>
                  <a:cubicBezTo>
                    <a:pt x="318" y="2549"/>
                    <a:pt x="340" y="2549"/>
                    <a:pt x="354" y="2536"/>
                  </a:cubicBezTo>
                  <a:cubicBezTo>
                    <a:pt x="368" y="2523"/>
                    <a:pt x="370" y="2510"/>
                    <a:pt x="368" y="2498"/>
                  </a:cubicBezTo>
                  <a:cubicBezTo>
                    <a:pt x="367" y="2485"/>
                    <a:pt x="370" y="2480"/>
                    <a:pt x="373" y="2465"/>
                  </a:cubicBezTo>
                  <a:cubicBezTo>
                    <a:pt x="376" y="2449"/>
                    <a:pt x="378" y="2436"/>
                    <a:pt x="372" y="2425"/>
                  </a:cubicBezTo>
                  <a:cubicBezTo>
                    <a:pt x="365" y="2414"/>
                    <a:pt x="365" y="2408"/>
                    <a:pt x="365" y="2397"/>
                  </a:cubicBezTo>
                  <a:cubicBezTo>
                    <a:pt x="365" y="2386"/>
                    <a:pt x="370" y="2368"/>
                    <a:pt x="362" y="2354"/>
                  </a:cubicBezTo>
                  <a:cubicBezTo>
                    <a:pt x="354" y="2340"/>
                    <a:pt x="344" y="2305"/>
                    <a:pt x="346" y="2268"/>
                  </a:cubicBezTo>
                  <a:cubicBezTo>
                    <a:pt x="348" y="2231"/>
                    <a:pt x="378" y="2022"/>
                    <a:pt x="365" y="1951"/>
                  </a:cubicBezTo>
                  <a:cubicBezTo>
                    <a:pt x="352" y="1879"/>
                    <a:pt x="357" y="1865"/>
                    <a:pt x="360" y="1840"/>
                  </a:cubicBezTo>
                  <a:cubicBezTo>
                    <a:pt x="363" y="1816"/>
                    <a:pt x="371" y="1777"/>
                    <a:pt x="364" y="1725"/>
                  </a:cubicBezTo>
                  <a:cubicBezTo>
                    <a:pt x="361" y="1706"/>
                    <a:pt x="362" y="1622"/>
                    <a:pt x="363" y="1538"/>
                  </a:cubicBezTo>
                  <a:cubicBezTo>
                    <a:pt x="363" y="1484"/>
                    <a:pt x="368" y="1419"/>
                    <a:pt x="364" y="1398"/>
                  </a:cubicBezTo>
                  <a:cubicBezTo>
                    <a:pt x="368" y="1399"/>
                    <a:pt x="372" y="1400"/>
                    <a:pt x="376" y="1400"/>
                  </a:cubicBezTo>
                  <a:cubicBezTo>
                    <a:pt x="377" y="1400"/>
                    <a:pt x="377" y="1400"/>
                    <a:pt x="377" y="1400"/>
                  </a:cubicBezTo>
                  <a:cubicBezTo>
                    <a:pt x="382" y="1400"/>
                    <a:pt x="387" y="1399"/>
                    <a:pt x="392" y="1397"/>
                  </a:cubicBezTo>
                  <a:cubicBezTo>
                    <a:pt x="392" y="1398"/>
                    <a:pt x="392" y="1398"/>
                    <a:pt x="392" y="1398"/>
                  </a:cubicBezTo>
                  <a:cubicBezTo>
                    <a:pt x="391" y="1399"/>
                    <a:pt x="391" y="1401"/>
                    <a:pt x="391" y="1405"/>
                  </a:cubicBezTo>
                  <a:cubicBezTo>
                    <a:pt x="389" y="1431"/>
                    <a:pt x="392" y="1489"/>
                    <a:pt x="393" y="1538"/>
                  </a:cubicBezTo>
                  <a:cubicBezTo>
                    <a:pt x="393" y="1622"/>
                    <a:pt x="394" y="1706"/>
                    <a:pt x="391" y="1725"/>
                  </a:cubicBezTo>
                  <a:cubicBezTo>
                    <a:pt x="384" y="1777"/>
                    <a:pt x="392" y="1816"/>
                    <a:pt x="395" y="1840"/>
                  </a:cubicBezTo>
                  <a:cubicBezTo>
                    <a:pt x="398" y="1865"/>
                    <a:pt x="403" y="1879"/>
                    <a:pt x="390" y="1951"/>
                  </a:cubicBezTo>
                  <a:cubicBezTo>
                    <a:pt x="378" y="2022"/>
                    <a:pt x="408" y="2231"/>
                    <a:pt x="409" y="2268"/>
                  </a:cubicBezTo>
                  <a:cubicBezTo>
                    <a:pt x="411" y="2305"/>
                    <a:pt x="402" y="2340"/>
                    <a:pt x="394" y="2354"/>
                  </a:cubicBezTo>
                  <a:cubicBezTo>
                    <a:pt x="386" y="2368"/>
                    <a:pt x="390" y="2386"/>
                    <a:pt x="390" y="2397"/>
                  </a:cubicBezTo>
                  <a:cubicBezTo>
                    <a:pt x="390" y="2408"/>
                    <a:pt x="390" y="2414"/>
                    <a:pt x="384" y="2425"/>
                  </a:cubicBezTo>
                  <a:cubicBezTo>
                    <a:pt x="377" y="2436"/>
                    <a:pt x="379" y="2449"/>
                    <a:pt x="383" y="2465"/>
                  </a:cubicBezTo>
                  <a:cubicBezTo>
                    <a:pt x="386" y="2480"/>
                    <a:pt x="389" y="2485"/>
                    <a:pt x="387" y="2498"/>
                  </a:cubicBezTo>
                  <a:cubicBezTo>
                    <a:pt x="386" y="2510"/>
                    <a:pt x="387" y="2523"/>
                    <a:pt x="402" y="2536"/>
                  </a:cubicBezTo>
                  <a:cubicBezTo>
                    <a:pt x="416" y="2549"/>
                    <a:pt x="438" y="2549"/>
                    <a:pt x="450" y="2539"/>
                  </a:cubicBezTo>
                  <a:cubicBezTo>
                    <a:pt x="458" y="2548"/>
                    <a:pt x="478" y="2548"/>
                    <a:pt x="486" y="2541"/>
                  </a:cubicBezTo>
                  <a:cubicBezTo>
                    <a:pt x="486" y="2541"/>
                    <a:pt x="487" y="2541"/>
                    <a:pt x="487" y="2542"/>
                  </a:cubicBezTo>
                  <a:cubicBezTo>
                    <a:pt x="487" y="2542"/>
                    <a:pt x="487" y="2542"/>
                    <a:pt x="488" y="2542"/>
                  </a:cubicBezTo>
                  <a:cubicBezTo>
                    <a:pt x="488" y="2542"/>
                    <a:pt x="488" y="2542"/>
                    <a:pt x="489" y="2543"/>
                  </a:cubicBezTo>
                  <a:cubicBezTo>
                    <a:pt x="489" y="2543"/>
                    <a:pt x="489" y="2543"/>
                    <a:pt x="490" y="2543"/>
                  </a:cubicBezTo>
                  <a:cubicBezTo>
                    <a:pt x="490" y="2543"/>
                    <a:pt x="490" y="2543"/>
                    <a:pt x="491" y="2543"/>
                  </a:cubicBezTo>
                  <a:cubicBezTo>
                    <a:pt x="491" y="2544"/>
                    <a:pt x="492" y="2544"/>
                    <a:pt x="492" y="2544"/>
                  </a:cubicBezTo>
                  <a:cubicBezTo>
                    <a:pt x="492" y="2544"/>
                    <a:pt x="493" y="2544"/>
                    <a:pt x="493" y="2544"/>
                  </a:cubicBezTo>
                  <a:cubicBezTo>
                    <a:pt x="494" y="2544"/>
                    <a:pt x="494" y="2544"/>
                    <a:pt x="495" y="2544"/>
                  </a:cubicBezTo>
                  <a:cubicBezTo>
                    <a:pt x="495" y="2544"/>
                    <a:pt x="495" y="2544"/>
                    <a:pt x="496" y="2544"/>
                  </a:cubicBezTo>
                  <a:cubicBezTo>
                    <a:pt x="496" y="2545"/>
                    <a:pt x="497" y="2545"/>
                    <a:pt x="497" y="2545"/>
                  </a:cubicBezTo>
                  <a:cubicBezTo>
                    <a:pt x="498" y="2545"/>
                    <a:pt x="498" y="2545"/>
                    <a:pt x="498" y="2545"/>
                  </a:cubicBezTo>
                  <a:cubicBezTo>
                    <a:pt x="499" y="2545"/>
                    <a:pt x="499" y="2545"/>
                    <a:pt x="500" y="2545"/>
                  </a:cubicBezTo>
                  <a:cubicBezTo>
                    <a:pt x="500" y="2545"/>
                    <a:pt x="500" y="2545"/>
                    <a:pt x="501" y="2545"/>
                  </a:cubicBezTo>
                  <a:cubicBezTo>
                    <a:pt x="501" y="2545"/>
                    <a:pt x="502" y="2545"/>
                    <a:pt x="503" y="2545"/>
                  </a:cubicBezTo>
                  <a:cubicBezTo>
                    <a:pt x="503" y="2545"/>
                    <a:pt x="503" y="2545"/>
                    <a:pt x="503" y="2545"/>
                  </a:cubicBezTo>
                  <a:cubicBezTo>
                    <a:pt x="504" y="2545"/>
                    <a:pt x="505" y="2545"/>
                    <a:pt x="505" y="2545"/>
                  </a:cubicBezTo>
                  <a:cubicBezTo>
                    <a:pt x="506" y="2545"/>
                    <a:pt x="506" y="2545"/>
                    <a:pt x="506" y="2545"/>
                  </a:cubicBezTo>
                  <a:cubicBezTo>
                    <a:pt x="507" y="2544"/>
                    <a:pt x="507" y="2544"/>
                    <a:pt x="508" y="2544"/>
                  </a:cubicBezTo>
                  <a:cubicBezTo>
                    <a:pt x="508" y="2544"/>
                    <a:pt x="508" y="2544"/>
                    <a:pt x="508" y="2544"/>
                  </a:cubicBezTo>
                  <a:cubicBezTo>
                    <a:pt x="509" y="2544"/>
                    <a:pt x="510" y="2544"/>
                    <a:pt x="510" y="2544"/>
                  </a:cubicBezTo>
                  <a:cubicBezTo>
                    <a:pt x="510" y="2544"/>
                    <a:pt x="510" y="2543"/>
                    <a:pt x="510" y="2543"/>
                  </a:cubicBezTo>
                  <a:cubicBezTo>
                    <a:pt x="511" y="2543"/>
                    <a:pt x="512" y="2543"/>
                    <a:pt x="512" y="2543"/>
                  </a:cubicBezTo>
                  <a:cubicBezTo>
                    <a:pt x="512" y="2543"/>
                    <a:pt x="512" y="2543"/>
                    <a:pt x="512" y="2543"/>
                  </a:cubicBezTo>
                  <a:cubicBezTo>
                    <a:pt x="513" y="2542"/>
                    <a:pt x="514" y="2542"/>
                    <a:pt x="514" y="2541"/>
                  </a:cubicBezTo>
                  <a:cubicBezTo>
                    <a:pt x="514" y="2541"/>
                    <a:pt x="514" y="2541"/>
                    <a:pt x="514" y="2541"/>
                  </a:cubicBezTo>
                  <a:cubicBezTo>
                    <a:pt x="515" y="2541"/>
                    <a:pt x="515" y="2541"/>
                    <a:pt x="515" y="2540"/>
                  </a:cubicBezTo>
                  <a:cubicBezTo>
                    <a:pt x="515" y="2540"/>
                    <a:pt x="515" y="2540"/>
                    <a:pt x="515" y="2540"/>
                  </a:cubicBezTo>
                  <a:cubicBezTo>
                    <a:pt x="516" y="2540"/>
                    <a:pt x="516" y="2539"/>
                    <a:pt x="516" y="2538"/>
                  </a:cubicBezTo>
                  <a:cubicBezTo>
                    <a:pt x="516" y="2538"/>
                    <a:pt x="516" y="2538"/>
                    <a:pt x="516" y="2538"/>
                  </a:cubicBezTo>
                  <a:cubicBezTo>
                    <a:pt x="517" y="2538"/>
                    <a:pt x="517" y="2537"/>
                    <a:pt x="517" y="2537"/>
                  </a:cubicBezTo>
                  <a:cubicBezTo>
                    <a:pt x="517" y="2537"/>
                    <a:pt x="517" y="2537"/>
                    <a:pt x="517" y="2537"/>
                  </a:cubicBezTo>
                  <a:cubicBezTo>
                    <a:pt x="517" y="2536"/>
                    <a:pt x="517" y="2535"/>
                    <a:pt x="517" y="2535"/>
                  </a:cubicBezTo>
                  <a:cubicBezTo>
                    <a:pt x="517" y="2535"/>
                    <a:pt x="517" y="2535"/>
                    <a:pt x="517" y="2535"/>
                  </a:cubicBezTo>
                  <a:cubicBezTo>
                    <a:pt x="517" y="2535"/>
                    <a:pt x="518" y="2535"/>
                    <a:pt x="518" y="2535"/>
                  </a:cubicBezTo>
                  <a:cubicBezTo>
                    <a:pt x="518" y="2535"/>
                    <a:pt x="518" y="2535"/>
                    <a:pt x="518" y="2535"/>
                  </a:cubicBezTo>
                  <a:cubicBezTo>
                    <a:pt x="518" y="2535"/>
                    <a:pt x="519" y="2535"/>
                    <a:pt x="519" y="2534"/>
                  </a:cubicBezTo>
                  <a:cubicBezTo>
                    <a:pt x="519" y="2534"/>
                    <a:pt x="519" y="2534"/>
                    <a:pt x="519" y="2534"/>
                  </a:cubicBezTo>
                  <a:cubicBezTo>
                    <a:pt x="520" y="2534"/>
                    <a:pt x="520" y="2534"/>
                    <a:pt x="520" y="2534"/>
                  </a:cubicBezTo>
                  <a:cubicBezTo>
                    <a:pt x="521" y="2534"/>
                    <a:pt x="521" y="2534"/>
                    <a:pt x="521" y="2534"/>
                  </a:cubicBezTo>
                  <a:cubicBezTo>
                    <a:pt x="521" y="2534"/>
                    <a:pt x="521" y="2534"/>
                    <a:pt x="522" y="2534"/>
                  </a:cubicBezTo>
                  <a:cubicBezTo>
                    <a:pt x="522" y="2534"/>
                    <a:pt x="522" y="2534"/>
                    <a:pt x="522" y="2533"/>
                  </a:cubicBezTo>
                  <a:cubicBezTo>
                    <a:pt x="523" y="2533"/>
                    <a:pt x="523" y="2533"/>
                    <a:pt x="523" y="2533"/>
                  </a:cubicBezTo>
                  <a:cubicBezTo>
                    <a:pt x="523" y="2533"/>
                    <a:pt x="524" y="2533"/>
                    <a:pt x="524" y="2533"/>
                  </a:cubicBezTo>
                  <a:cubicBezTo>
                    <a:pt x="524" y="2533"/>
                    <a:pt x="524" y="2532"/>
                    <a:pt x="525" y="2532"/>
                  </a:cubicBezTo>
                  <a:cubicBezTo>
                    <a:pt x="525" y="2532"/>
                    <a:pt x="525" y="2532"/>
                    <a:pt x="525" y="2532"/>
                  </a:cubicBezTo>
                  <a:cubicBezTo>
                    <a:pt x="526" y="2532"/>
                    <a:pt x="526" y="2532"/>
                    <a:pt x="526" y="2531"/>
                  </a:cubicBezTo>
                  <a:cubicBezTo>
                    <a:pt x="526" y="2531"/>
                    <a:pt x="527" y="2531"/>
                    <a:pt x="527" y="2531"/>
                  </a:cubicBezTo>
                  <a:cubicBezTo>
                    <a:pt x="527" y="2531"/>
                    <a:pt x="527" y="2531"/>
                    <a:pt x="527" y="2530"/>
                  </a:cubicBezTo>
                  <a:cubicBezTo>
                    <a:pt x="528" y="2530"/>
                    <a:pt x="528" y="2530"/>
                    <a:pt x="528" y="2530"/>
                  </a:cubicBezTo>
                  <a:cubicBezTo>
                    <a:pt x="528" y="2530"/>
                    <a:pt x="528" y="2529"/>
                    <a:pt x="529" y="2529"/>
                  </a:cubicBezTo>
                  <a:cubicBezTo>
                    <a:pt x="529" y="2529"/>
                    <a:pt x="529" y="2529"/>
                    <a:pt x="529" y="2528"/>
                  </a:cubicBezTo>
                  <a:cubicBezTo>
                    <a:pt x="529" y="2528"/>
                    <a:pt x="530" y="2528"/>
                    <a:pt x="530" y="2528"/>
                  </a:cubicBezTo>
                  <a:cubicBezTo>
                    <a:pt x="530" y="2528"/>
                    <a:pt x="530" y="2527"/>
                    <a:pt x="530" y="2527"/>
                  </a:cubicBezTo>
                  <a:cubicBezTo>
                    <a:pt x="530" y="2527"/>
                    <a:pt x="530" y="2527"/>
                    <a:pt x="530" y="2527"/>
                  </a:cubicBezTo>
                  <a:cubicBezTo>
                    <a:pt x="531" y="2526"/>
                    <a:pt x="531" y="2526"/>
                    <a:pt x="531" y="2526"/>
                  </a:cubicBezTo>
                  <a:cubicBezTo>
                    <a:pt x="531" y="2525"/>
                    <a:pt x="531" y="2525"/>
                    <a:pt x="531" y="2525"/>
                  </a:cubicBezTo>
                  <a:cubicBezTo>
                    <a:pt x="531" y="2525"/>
                    <a:pt x="531" y="2524"/>
                    <a:pt x="531" y="2524"/>
                  </a:cubicBezTo>
                  <a:cubicBezTo>
                    <a:pt x="531" y="2524"/>
                    <a:pt x="532" y="2524"/>
                    <a:pt x="532" y="2523"/>
                  </a:cubicBezTo>
                  <a:cubicBezTo>
                    <a:pt x="532" y="2523"/>
                    <a:pt x="532" y="2523"/>
                    <a:pt x="532" y="2522"/>
                  </a:cubicBezTo>
                  <a:cubicBezTo>
                    <a:pt x="532" y="2522"/>
                    <a:pt x="532" y="2522"/>
                    <a:pt x="532" y="2522"/>
                  </a:cubicBezTo>
                  <a:cubicBezTo>
                    <a:pt x="532" y="2521"/>
                    <a:pt x="531" y="2521"/>
                    <a:pt x="531" y="2520"/>
                  </a:cubicBezTo>
                  <a:cubicBezTo>
                    <a:pt x="531" y="2520"/>
                    <a:pt x="531" y="2520"/>
                    <a:pt x="531" y="2520"/>
                  </a:cubicBezTo>
                  <a:cubicBezTo>
                    <a:pt x="531" y="2519"/>
                    <a:pt x="531" y="2518"/>
                    <a:pt x="531" y="2518"/>
                  </a:cubicBezTo>
                  <a:cubicBezTo>
                    <a:pt x="534" y="2513"/>
                    <a:pt x="537" y="2506"/>
                    <a:pt x="531" y="2499"/>
                  </a:cubicBezTo>
                  <a:cubicBezTo>
                    <a:pt x="524" y="2491"/>
                    <a:pt x="505" y="2459"/>
                    <a:pt x="493" y="2444"/>
                  </a:cubicBezTo>
                  <a:cubicBezTo>
                    <a:pt x="480" y="2421"/>
                    <a:pt x="480" y="2424"/>
                    <a:pt x="485" y="2400"/>
                  </a:cubicBezTo>
                  <a:cubicBezTo>
                    <a:pt x="490" y="2377"/>
                    <a:pt x="480" y="2372"/>
                    <a:pt x="491" y="2325"/>
                  </a:cubicBezTo>
                  <a:cubicBezTo>
                    <a:pt x="494" y="2310"/>
                    <a:pt x="505" y="2263"/>
                    <a:pt x="516" y="2205"/>
                  </a:cubicBezTo>
                  <a:cubicBezTo>
                    <a:pt x="519" y="2190"/>
                    <a:pt x="522" y="2174"/>
                    <a:pt x="525" y="2157"/>
                  </a:cubicBezTo>
                  <a:cubicBezTo>
                    <a:pt x="544" y="2067"/>
                    <a:pt x="536" y="1918"/>
                    <a:pt x="538" y="1886"/>
                  </a:cubicBezTo>
                  <a:cubicBezTo>
                    <a:pt x="540" y="1854"/>
                    <a:pt x="531" y="1834"/>
                    <a:pt x="540" y="1784"/>
                  </a:cubicBezTo>
                  <a:cubicBezTo>
                    <a:pt x="550" y="1735"/>
                    <a:pt x="568" y="1648"/>
                    <a:pt x="575" y="1579"/>
                  </a:cubicBezTo>
                  <a:cubicBezTo>
                    <a:pt x="587" y="1496"/>
                    <a:pt x="588" y="1463"/>
                    <a:pt x="591" y="1424"/>
                  </a:cubicBezTo>
                  <a:cubicBezTo>
                    <a:pt x="591" y="1415"/>
                    <a:pt x="592" y="1407"/>
                    <a:pt x="592" y="1398"/>
                  </a:cubicBezTo>
                  <a:cubicBezTo>
                    <a:pt x="600" y="1296"/>
                    <a:pt x="595" y="1261"/>
                    <a:pt x="588" y="1205"/>
                  </a:cubicBezTo>
                  <a:cubicBezTo>
                    <a:pt x="582" y="1173"/>
                    <a:pt x="578" y="1141"/>
                    <a:pt x="577" y="1114"/>
                  </a:cubicBezTo>
                  <a:cubicBezTo>
                    <a:pt x="575" y="1090"/>
                    <a:pt x="575" y="1070"/>
                    <a:pt x="575" y="1057"/>
                  </a:cubicBezTo>
                  <a:cubicBezTo>
                    <a:pt x="576" y="1009"/>
                    <a:pt x="564" y="981"/>
                    <a:pt x="561" y="955"/>
                  </a:cubicBezTo>
                  <a:cubicBezTo>
                    <a:pt x="562" y="955"/>
                    <a:pt x="561" y="954"/>
                    <a:pt x="562" y="953"/>
                  </a:cubicBezTo>
                  <a:cubicBezTo>
                    <a:pt x="562" y="950"/>
                    <a:pt x="562" y="942"/>
                    <a:pt x="562" y="932"/>
                  </a:cubicBezTo>
                  <a:cubicBezTo>
                    <a:pt x="563" y="903"/>
                    <a:pt x="567" y="833"/>
                    <a:pt x="563" y="769"/>
                  </a:cubicBezTo>
                  <a:cubicBezTo>
                    <a:pt x="561" y="750"/>
                    <a:pt x="559" y="733"/>
                    <a:pt x="557" y="718"/>
                  </a:cubicBezTo>
                  <a:cubicBezTo>
                    <a:pt x="556" y="702"/>
                    <a:pt x="555" y="689"/>
                    <a:pt x="554" y="679"/>
                  </a:cubicBezTo>
                  <a:cubicBezTo>
                    <a:pt x="587" y="826"/>
                    <a:pt x="587" y="826"/>
                    <a:pt x="587" y="826"/>
                  </a:cubicBezTo>
                  <a:cubicBezTo>
                    <a:pt x="593" y="861"/>
                    <a:pt x="611" y="939"/>
                    <a:pt x="614" y="954"/>
                  </a:cubicBezTo>
                  <a:cubicBezTo>
                    <a:pt x="617" y="969"/>
                    <a:pt x="619" y="1041"/>
                    <a:pt x="646" y="1124"/>
                  </a:cubicBezTo>
                  <a:cubicBezTo>
                    <a:pt x="660" y="1164"/>
                    <a:pt x="675" y="1305"/>
                    <a:pt x="670" y="1325"/>
                  </a:cubicBezTo>
                  <a:cubicBezTo>
                    <a:pt x="671" y="1334"/>
                    <a:pt x="668" y="1346"/>
                    <a:pt x="663" y="1360"/>
                  </a:cubicBezTo>
                  <a:cubicBezTo>
                    <a:pt x="655" y="1382"/>
                    <a:pt x="653" y="1414"/>
                    <a:pt x="654" y="1424"/>
                  </a:cubicBezTo>
                  <a:cubicBezTo>
                    <a:pt x="651" y="1437"/>
                    <a:pt x="642" y="1462"/>
                    <a:pt x="656" y="1466"/>
                  </a:cubicBezTo>
                  <a:cubicBezTo>
                    <a:pt x="656" y="1466"/>
                    <a:pt x="656" y="1466"/>
                    <a:pt x="655" y="1466"/>
                  </a:cubicBezTo>
                  <a:cubicBezTo>
                    <a:pt x="654" y="1467"/>
                    <a:pt x="654" y="1467"/>
                    <a:pt x="654" y="1467"/>
                  </a:cubicBezTo>
                  <a:cubicBezTo>
                    <a:pt x="654" y="1467"/>
                    <a:pt x="655" y="1467"/>
                    <a:pt x="655" y="1467"/>
                  </a:cubicBezTo>
                  <a:cubicBezTo>
                    <a:pt x="655" y="1467"/>
                    <a:pt x="655" y="1467"/>
                    <a:pt x="655" y="1467"/>
                  </a:cubicBezTo>
                  <a:cubicBezTo>
                    <a:pt x="654" y="1468"/>
                    <a:pt x="653" y="1469"/>
                    <a:pt x="653" y="1470"/>
                  </a:cubicBezTo>
                  <a:cubicBezTo>
                    <a:pt x="653" y="1470"/>
                    <a:pt x="653" y="1470"/>
                    <a:pt x="652" y="1470"/>
                  </a:cubicBezTo>
                  <a:cubicBezTo>
                    <a:pt x="652" y="1470"/>
                    <a:pt x="652" y="1470"/>
                    <a:pt x="652" y="1470"/>
                  </a:cubicBezTo>
                  <a:cubicBezTo>
                    <a:pt x="652" y="1471"/>
                    <a:pt x="652" y="1471"/>
                    <a:pt x="652" y="1471"/>
                  </a:cubicBezTo>
                  <a:cubicBezTo>
                    <a:pt x="652" y="1471"/>
                    <a:pt x="652" y="1471"/>
                    <a:pt x="652" y="1471"/>
                  </a:cubicBezTo>
                  <a:cubicBezTo>
                    <a:pt x="652" y="1472"/>
                    <a:pt x="652" y="1472"/>
                    <a:pt x="652" y="1472"/>
                  </a:cubicBezTo>
                  <a:cubicBezTo>
                    <a:pt x="652" y="1472"/>
                    <a:pt x="652" y="1472"/>
                    <a:pt x="652" y="1472"/>
                  </a:cubicBezTo>
                  <a:cubicBezTo>
                    <a:pt x="652" y="1473"/>
                    <a:pt x="652" y="1473"/>
                    <a:pt x="652" y="1473"/>
                  </a:cubicBezTo>
                  <a:cubicBezTo>
                    <a:pt x="652" y="1473"/>
                    <a:pt x="652" y="1473"/>
                    <a:pt x="652" y="1474"/>
                  </a:cubicBezTo>
                  <a:cubicBezTo>
                    <a:pt x="652" y="1474"/>
                    <a:pt x="652" y="1474"/>
                    <a:pt x="652" y="1475"/>
                  </a:cubicBezTo>
                  <a:cubicBezTo>
                    <a:pt x="652" y="1475"/>
                    <a:pt x="652" y="1476"/>
                    <a:pt x="652" y="1476"/>
                  </a:cubicBezTo>
                  <a:cubicBezTo>
                    <a:pt x="650" y="1480"/>
                    <a:pt x="650" y="1482"/>
                    <a:pt x="651" y="1484"/>
                  </a:cubicBezTo>
                  <a:cubicBezTo>
                    <a:pt x="652" y="1488"/>
                    <a:pt x="655" y="1488"/>
                    <a:pt x="657" y="1488"/>
                  </a:cubicBezTo>
                  <a:cubicBezTo>
                    <a:pt x="651" y="1492"/>
                    <a:pt x="649" y="1498"/>
                    <a:pt x="652" y="1507"/>
                  </a:cubicBezTo>
                  <a:cubicBezTo>
                    <a:pt x="654" y="1511"/>
                    <a:pt x="673" y="1501"/>
                    <a:pt x="683" y="1498"/>
                  </a:cubicBezTo>
                  <a:cubicBezTo>
                    <a:pt x="699" y="1493"/>
                    <a:pt x="718" y="1485"/>
                    <a:pt x="722" y="1477"/>
                  </a:cubicBezTo>
                  <a:cubicBezTo>
                    <a:pt x="727" y="1470"/>
                    <a:pt x="737" y="1457"/>
                    <a:pt x="740" y="1451"/>
                  </a:cubicBezTo>
                  <a:cubicBezTo>
                    <a:pt x="744" y="1443"/>
                    <a:pt x="743" y="1438"/>
                    <a:pt x="746" y="1432"/>
                  </a:cubicBezTo>
                  <a:cubicBezTo>
                    <a:pt x="749" y="1426"/>
                    <a:pt x="755" y="1419"/>
                    <a:pt x="752" y="1414"/>
                  </a:cubicBezTo>
                  <a:close/>
                  <a:moveTo>
                    <a:pt x="516" y="341"/>
                  </a:moveTo>
                  <a:cubicBezTo>
                    <a:pt x="517" y="341"/>
                    <a:pt x="518" y="342"/>
                    <a:pt x="519" y="342"/>
                  </a:cubicBezTo>
                  <a:cubicBezTo>
                    <a:pt x="518" y="342"/>
                    <a:pt x="517" y="341"/>
                    <a:pt x="516" y="341"/>
                  </a:cubicBezTo>
                  <a:close/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</p:grpSp>
      <p:grpSp>
        <p:nvGrpSpPr>
          <p:cNvPr id="62470" name="Full-body-child-outline-silhouette">
            <a:extLst>
              <a:ext uri="{FF2B5EF4-FFF2-40B4-BE49-F238E27FC236}">
                <a16:creationId xmlns:a16="http://schemas.microsoft.com/office/drawing/2014/main" id="{91E7CB41-68DC-48A3-9AE9-650585ED5D99}"/>
              </a:ext>
            </a:extLst>
          </p:cNvPr>
          <p:cNvGrpSpPr>
            <a:grpSpLocks/>
          </p:cNvGrpSpPr>
          <p:nvPr/>
        </p:nvGrpSpPr>
        <p:grpSpPr bwMode="auto">
          <a:xfrm>
            <a:off x="3954463" y="1203325"/>
            <a:ext cx="1000125" cy="3475038"/>
            <a:chOff x="1531" y="712"/>
            <a:chExt cx="630" cy="2189"/>
          </a:xfrm>
        </p:grpSpPr>
        <p:sp>
          <p:nvSpPr>
            <p:cNvPr id="62491" name="Freeform 193">
              <a:extLst>
                <a:ext uri="{FF2B5EF4-FFF2-40B4-BE49-F238E27FC236}">
                  <a16:creationId xmlns:a16="http://schemas.microsoft.com/office/drawing/2014/main" id="{C895FA2B-B27F-42A1-A654-123A534696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1" y="712"/>
              <a:ext cx="630" cy="2189"/>
            </a:xfrm>
            <a:custGeom>
              <a:avLst/>
              <a:gdLst>
                <a:gd name="T0" fmla="*/ 389 w 778"/>
                <a:gd name="T1" fmla="*/ 340 h 2707"/>
                <a:gd name="T2" fmla="*/ 264 w 778"/>
                <a:gd name="T3" fmla="*/ 215 h 2707"/>
                <a:gd name="T4" fmla="*/ 264 w 778"/>
                <a:gd name="T5" fmla="*/ 213 h 2707"/>
                <a:gd name="T6" fmla="*/ 274 w 778"/>
                <a:gd name="T7" fmla="*/ 193 h 2707"/>
                <a:gd name="T8" fmla="*/ 292 w 778"/>
                <a:gd name="T9" fmla="*/ 150 h 2707"/>
                <a:gd name="T10" fmla="*/ 300 w 778"/>
                <a:gd name="T11" fmla="*/ 116 h 2707"/>
                <a:gd name="T12" fmla="*/ 286 w 778"/>
                <a:gd name="T13" fmla="*/ 112 h 2707"/>
                <a:gd name="T14" fmla="*/ 285 w 778"/>
                <a:gd name="T15" fmla="*/ 87 h 2707"/>
                <a:gd name="T16" fmla="*/ 236 w 778"/>
                <a:gd name="T17" fmla="*/ 11 h 2707"/>
                <a:gd name="T18" fmla="*/ 206 w 778"/>
                <a:gd name="T19" fmla="*/ 3 h 2707"/>
                <a:gd name="T20" fmla="*/ 147 w 778"/>
                <a:gd name="T21" fmla="*/ 14 h 2707"/>
                <a:gd name="T22" fmla="*/ 124 w 778"/>
                <a:gd name="T23" fmla="*/ 40 h 2707"/>
                <a:gd name="T24" fmla="*/ 119 w 778"/>
                <a:gd name="T25" fmla="*/ 82 h 2707"/>
                <a:gd name="T26" fmla="*/ 124 w 778"/>
                <a:gd name="T27" fmla="*/ 123 h 2707"/>
                <a:gd name="T28" fmla="*/ 126 w 778"/>
                <a:gd name="T29" fmla="*/ 129 h 2707"/>
                <a:gd name="T30" fmla="*/ 127 w 778"/>
                <a:gd name="T31" fmla="*/ 134 h 2707"/>
                <a:gd name="T32" fmla="*/ 130 w 778"/>
                <a:gd name="T33" fmla="*/ 139 h 2707"/>
                <a:gd name="T34" fmla="*/ 116 w 778"/>
                <a:gd name="T35" fmla="*/ 152 h 2707"/>
                <a:gd name="T36" fmla="*/ 148 w 778"/>
                <a:gd name="T37" fmla="*/ 192 h 2707"/>
                <a:gd name="T38" fmla="*/ 160 w 778"/>
                <a:gd name="T39" fmla="*/ 254 h 2707"/>
                <a:gd name="T40" fmla="*/ 9 w 778"/>
                <a:gd name="T41" fmla="*/ 658 h 2707"/>
                <a:gd name="T42" fmla="*/ 4 w 778"/>
                <a:gd name="T43" fmla="*/ 770 h 2707"/>
                <a:gd name="T44" fmla="*/ 23 w 778"/>
                <a:gd name="T45" fmla="*/ 784 h 2707"/>
                <a:gd name="T46" fmla="*/ 58 w 778"/>
                <a:gd name="T47" fmla="*/ 788 h 2707"/>
                <a:gd name="T48" fmla="*/ 54 w 778"/>
                <a:gd name="T49" fmla="*/ 754 h 2707"/>
                <a:gd name="T50" fmla="*/ 74 w 778"/>
                <a:gd name="T51" fmla="*/ 712 h 2707"/>
                <a:gd name="T52" fmla="*/ 65 w 778"/>
                <a:gd name="T53" fmla="*/ 545 h 2707"/>
                <a:gd name="T54" fmla="*/ 92 w 778"/>
                <a:gd name="T55" fmla="*/ 452 h 2707"/>
                <a:gd name="T56" fmla="*/ 78 w 778"/>
                <a:gd name="T57" fmla="*/ 758 h 2707"/>
                <a:gd name="T58" fmla="*/ 96 w 778"/>
                <a:gd name="T59" fmla="*/ 969 h 2707"/>
                <a:gd name="T60" fmla="*/ 126 w 778"/>
                <a:gd name="T61" fmla="*/ 1250 h 2707"/>
                <a:gd name="T62" fmla="*/ 81 w 778"/>
                <a:gd name="T63" fmla="*/ 1400 h 2707"/>
                <a:gd name="T64" fmla="*/ 103 w 778"/>
                <a:gd name="T65" fmla="*/ 1420 h 2707"/>
                <a:gd name="T66" fmla="*/ 133 w 778"/>
                <a:gd name="T67" fmla="*/ 1430 h 2707"/>
                <a:gd name="T68" fmla="*/ 174 w 778"/>
                <a:gd name="T69" fmla="*/ 1364 h 2707"/>
                <a:gd name="T70" fmla="*/ 178 w 778"/>
                <a:gd name="T71" fmla="*/ 1308 h 2707"/>
                <a:gd name="T72" fmla="*/ 181 w 778"/>
                <a:gd name="T73" fmla="*/ 1101 h 2707"/>
                <a:gd name="T74" fmla="*/ 184 w 778"/>
                <a:gd name="T75" fmla="*/ 944 h 2707"/>
                <a:gd name="T76" fmla="*/ 209 w 778"/>
                <a:gd name="T77" fmla="*/ 808 h 2707"/>
                <a:gd name="T78" fmla="*/ 222 w 778"/>
                <a:gd name="T79" fmla="*/ 1016 h 2707"/>
                <a:gd name="T80" fmla="*/ 227 w 778"/>
                <a:gd name="T81" fmla="*/ 1308 h 2707"/>
                <a:gd name="T82" fmla="*/ 231 w 778"/>
                <a:gd name="T83" fmla="*/ 1364 h 2707"/>
                <a:gd name="T84" fmla="*/ 250 w 778"/>
                <a:gd name="T85" fmla="*/ 1402 h 2707"/>
                <a:gd name="T86" fmla="*/ 273 w 778"/>
                <a:gd name="T87" fmla="*/ 1430 h 2707"/>
                <a:gd name="T88" fmla="*/ 302 w 778"/>
                <a:gd name="T89" fmla="*/ 1419 h 2707"/>
                <a:gd name="T90" fmla="*/ 316 w 778"/>
                <a:gd name="T91" fmla="*/ 1379 h 2707"/>
                <a:gd name="T92" fmla="*/ 283 w 778"/>
                <a:gd name="T93" fmla="*/ 1234 h 2707"/>
                <a:gd name="T94" fmla="*/ 330 w 778"/>
                <a:gd name="T95" fmla="*/ 758 h 2707"/>
                <a:gd name="T96" fmla="*/ 329 w 778"/>
                <a:gd name="T97" fmla="*/ 693 h 2707"/>
                <a:gd name="T98" fmla="*/ 313 w 778"/>
                <a:gd name="T99" fmla="*/ 548 h 2707"/>
                <a:gd name="T100" fmla="*/ 334 w 778"/>
                <a:gd name="T101" fmla="*/ 419 h 2707"/>
                <a:gd name="T102" fmla="*/ 355 w 778"/>
                <a:gd name="T103" fmla="*/ 539 h 2707"/>
                <a:gd name="T104" fmla="*/ 336 w 778"/>
                <a:gd name="T105" fmla="*/ 772 h 2707"/>
                <a:gd name="T106" fmla="*/ 350 w 778"/>
                <a:gd name="T107" fmla="*/ 746 h 2707"/>
                <a:gd name="T108" fmla="*/ 351 w 778"/>
                <a:gd name="T109" fmla="*/ 808 h 2707"/>
                <a:gd name="T110" fmla="*/ 374 w 778"/>
                <a:gd name="T111" fmla="*/ 807 h 2707"/>
                <a:gd name="T112" fmla="*/ 402 w 778"/>
                <a:gd name="T113" fmla="*/ 723 h 2707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778" h="2707">
                  <a:moveTo>
                    <a:pt x="758" y="1227"/>
                  </a:moveTo>
                  <a:cubicBezTo>
                    <a:pt x="775" y="1130"/>
                    <a:pt x="778" y="1007"/>
                    <a:pt x="776" y="974"/>
                  </a:cubicBezTo>
                  <a:cubicBezTo>
                    <a:pt x="773" y="941"/>
                    <a:pt x="743" y="794"/>
                    <a:pt x="736" y="674"/>
                  </a:cubicBezTo>
                  <a:cubicBezTo>
                    <a:pt x="736" y="663"/>
                    <a:pt x="734" y="652"/>
                    <a:pt x="733" y="642"/>
                  </a:cubicBezTo>
                  <a:cubicBezTo>
                    <a:pt x="717" y="550"/>
                    <a:pt x="657" y="530"/>
                    <a:pt x="644" y="529"/>
                  </a:cubicBezTo>
                  <a:cubicBezTo>
                    <a:pt x="629" y="528"/>
                    <a:pt x="575" y="509"/>
                    <a:pt x="528" y="494"/>
                  </a:cubicBezTo>
                  <a:cubicBezTo>
                    <a:pt x="522" y="493"/>
                    <a:pt x="518" y="490"/>
                    <a:pt x="514" y="487"/>
                  </a:cubicBezTo>
                  <a:cubicBezTo>
                    <a:pt x="498" y="469"/>
                    <a:pt x="496" y="433"/>
                    <a:pt x="498" y="407"/>
                  </a:cubicBezTo>
                  <a:cubicBezTo>
                    <a:pt x="498" y="407"/>
                    <a:pt x="498" y="406"/>
                    <a:pt x="498" y="406"/>
                  </a:cubicBezTo>
                  <a:cubicBezTo>
                    <a:pt x="498" y="406"/>
                    <a:pt x="498" y="406"/>
                    <a:pt x="498" y="406"/>
                  </a:cubicBezTo>
                  <a:cubicBezTo>
                    <a:pt x="498" y="405"/>
                    <a:pt x="498" y="403"/>
                    <a:pt x="498" y="402"/>
                  </a:cubicBezTo>
                  <a:cubicBezTo>
                    <a:pt x="498" y="402"/>
                    <a:pt x="498" y="402"/>
                    <a:pt x="498" y="402"/>
                  </a:cubicBezTo>
                  <a:cubicBezTo>
                    <a:pt x="498" y="403"/>
                    <a:pt x="498" y="404"/>
                    <a:pt x="498" y="406"/>
                  </a:cubicBezTo>
                  <a:cubicBezTo>
                    <a:pt x="499" y="401"/>
                    <a:pt x="499" y="401"/>
                    <a:pt x="499" y="401"/>
                  </a:cubicBezTo>
                  <a:cubicBezTo>
                    <a:pt x="502" y="395"/>
                    <a:pt x="504" y="390"/>
                    <a:pt x="507" y="385"/>
                  </a:cubicBezTo>
                  <a:cubicBezTo>
                    <a:pt x="512" y="376"/>
                    <a:pt x="515" y="369"/>
                    <a:pt x="516" y="365"/>
                  </a:cubicBezTo>
                  <a:cubicBezTo>
                    <a:pt x="518" y="357"/>
                    <a:pt x="522" y="341"/>
                    <a:pt x="526" y="321"/>
                  </a:cubicBezTo>
                  <a:cubicBezTo>
                    <a:pt x="530" y="323"/>
                    <a:pt x="534" y="323"/>
                    <a:pt x="538" y="322"/>
                  </a:cubicBezTo>
                  <a:cubicBezTo>
                    <a:pt x="549" y="317"/>
                    <a:pt x="550" y="302"/>
                    <a:pt x="550" y="291"/>
                  </a:cubicBezTo>
                  <a:cubicBezTo>
                    <a:pt x="550" y="289"/>
                    <a:pt x="550" y="287"/>
                    <a:pt x="550" y="285"/>
                  </a:cubicBezTo>
                  <a:cubicBezTo>
                    <a:pt x="550" y="284"/>
                    <a:pt x="550" y="284"/>
                    <a:pt x="550" y="283"/>
                  </a:cubicBezTo>
                  <a:cubicBezTo>
                    <a:pt x="550" y="273"/>
                    <a:pt x="553" y="261"/>
                    <a:pt x="557" y="252"/>
                  </a:cubicBezTo>
                  <a:cubicBezTo>
                    <a:pt x="560" y="242"/>
                    <a:pt x="563" y="234"/>
                    <a:pt x="565" y="224"/>
                  </a:cubicBezTo>
                  <a:cubicBezTo>
                    <a:pt x="565" y="222"/>
                    <a:pt x="565" y="220"/>
                    <a:pt x="565" y="219"/>
                  </a:cubicBezTo>
                  <a:cubicBezTo>
                    <a:pt x="565" y="211"/>
                    <a:pt x="562" y="203"/>
                    <a:pt x="553" y="202"/>
                  </a:cubicBezTo>
                  <a:cubicBezTo>
                    <a:pt x="547" y="202"/>
                    <a:pt x="542" y="206"/>
                    <a:pt x="538" y="211"/>
                  </a:cubicBezTo>
                  <a:cubicBezTo>
                    <a:pt x="538" y="211"/>
                    <a:pt x="538" y="211"/>
                    <a:pt x="538" y="211"/>
                  </a:cubicBezTo>
                  <a:cubicBezTo>
                    <a:pt x="538" y="211"/>
                    <a:pt x="538" y="212"/>
                    <a:pt x="538" y="212"/>
                  </a:cubicBezTo>
                  <a:cubicBezTo>
                    <a:pt x="538" y="210"/>
                    <a:pt x="538" y="208"/>
                    <a:pt x="538" y="206"/>
                  </a:cubicBezTo>
                  <a:cubicBezTo>
                    <a:pt x="539" y="196"/>
                    <a:pt x="541" y="185"/>
                    <a:pt x="539" y="176"/>
                  </a:cubicBezTo>
                  <a:cubicBezTo>
                    <a:pt x="539" y="174"/>
                    <a:pt x="539" y="173"/>
                    <a:pt x="538" y="171"/>
                  </a:cubicBezTo>
                  <a:cubicBezTo>
                    <a:pt x="538" y="169"/>
                    <a:pt x="537" y="167"/>
                    <a:pt x="537" y="165"/>
                  </a:cubicBezTo>
                  <a:cubicBezTo>
                    <a:pt x="536" y="159"/>
                    <a:pt x="535" y="153"/>
                    <a:pt x="534" y="147"/>
                  </a:cubicBezTo>
                  <a:cubicBezTo>
                    <a:pt x="529" y="117"/>
                    <a:pt x="517" y="94"/>
                    <a:pt x="501" y="68"/>
                  </a:cubicBezTo>
                  <a:cubicBezTo>
                    <a:pt x="495" y="60"/>
                    <a:pt x="489" y="53"/>
                    <a:pt x="482" y="46"/>
                  </a:cubicBezTo>
                  <a:cubicBezTo>
                    <a:pt x="471" y="35"/>
                    <a:pt x="457" y="26"/>
                    <a:pt x="443" y="20"/>
                  </a:cubicBezTo>
                  <a:cubicBezTo>
                    <a:pt x="443" y="20"/>
                    <a:pt x="442" y="19"/>
                    <a:pt x="442" y="19"/>
                  </a:cubicBezTo>
                  <a:cubicBezTo>
                    <a:pt x="446" y="20"/>
                    <a:pt x="450" y="21"/>
                    <a:pt x="454" y="21"/>
                  </a:cubicBezTo>
                  <a:cubicBezTo>
                    <a:pt x="448" y="15"/>
                    <a:pt x="431" y="11"/>
                    <a:pt x="422" y="9"/>
                  </a:cubicBezTo>
                  <a:cubicBezTo>
                    <a:pt x="411" y="6"/>
                    <a:pt x="400" y="6"/>
                    <a:pt x="389" y="6"/>
                  </a:cubicBezTo>
                  <a:cubicBezTo>
                    <a:pt x="393" y="5"/>
                    <a:pt x="397" y="3"/>
                    <a:pt x="401" y="3"/>
                  </a:cubicBezTo>
                  <a:cubicBezTo>
                    <a:pt x="385" y="0"/>
                    <a:pt x="353" y="2"/>
                    <a:pt x="336" y="13"/>
                  </a:cubicBezTo>
                  <a:cubicBezTo>
                    <a:pt x="334" y="13"/>
                    <a:pt x="331" y="14"/>
                    <a:pt x="328" y="15"/>
                  </a:cubicBezTo>
                  <a:cubicBezTo>
                    <a:pt x="311" y="15"/>
                    <a:pt x="294" y="17"/>
                    <a:pt x="278" y="26"/>
                  </a:cubicBezTo>
                  <a:cubicBezTo>
                    <a:pt x="284" y="27"/>
                    <a:pt x="293" y="22"/>
                    <a:pt x="299" y="25"/>
                  </a:cubicBezTo>
                  <a:cubicBezTo>
                    <a:pt x="281" y="29"/>
                    <a:pt x="264" y="35"/>
                    <a:pt x="252" y="51"/>
                  </a:cubicBezTo>
                  <a:cubicBezTo>
                    <a:pt x="259" y="47"/>
                    <a:pt x="267" y="45"/>
                    <a:pt x="275" y="44"/>
                  </a:cubicBezTo>
                  <a:cubicBezTo>
                    <a:pt x="261" y="53"/>
                    <a:pt x="243" y="62"/>
                    <a:pt x="234" y="76"/>
                  </a:cubicBezTo>
                  <a:cubicBezTo>
                    <a:pt x="241" y="73"/>
                    <a:pt x="248" y="68"/>
                    <a:pt x="255" y="65"/>
                  </a:cubicBezTo>
                  <a:cubicBezTo>
                    <a:pt x="248" y="72"/>
                    <a:pt x="244" y="80"/>
                    <a:pt x="241" y="89"/>
                  </a:cubicBezTo>
                  <a:cubicBezTo>
                    <a:pt x="234" y="101"/>
                    <a:pt x="228" y="115"/>
                    <a:pt x="226" y="131"/>
                  </a:cubicBezTo>
                  <a:cubicBezTo>
                    <a:pt x="224" y="138"/>
                    <a:pt x="224" y="146"/>
                    <a:pt x="224" y="154"/>
                  </a:cubicBezTo>
                  <a:cubicBezTo>
                    <a:pt x="224" y="178"/>
                    <a:pt x="224" y="201"/>
                    <a:pt x="231" y="224"/>
                  </a:cubicBezTo>
                  <a:cubicBezTo>
                    <a:pt x="231" y="224"/>
                    <a:pt x="231" y="224"/>
                    <a:pt x="231" y="224"/>
                  </a:cubicBezTo>
                  <a:cubicBezTo>
                    <a:pt x="231" y="225"/>
                    <a:pt x="231" y="226"/>
                    <a:pt x="232" y="227"/>
                  </a:cubicBezTo>
                  <a:cubicBezTo>
                    <a:pt x="232" y="228"/>
                    <a:pt x="233" y="230"/>
                    <a:pt x="233" y="232"/>
                  </a:cubicBezTo>
                  <a:cubicBezTo>
                    <a:pt x="233" y="232"/>
                    <a:pt x="233" y="232"/>
                    <a:pt x="233" y="232"/>
                  </a:cubicBezTo>
                  <a:cubicBezTo>
                    <a:pt x="234" y="234"/>
                    <a:pt x="234" y="235"/>
                    <a:pt x="235" y="237"/>
                  </a:cubicBezTo>
                  <a:cubicBezTo>
                    <a:pt x="235" y="237"/>
                    <a:pt x="235" y="237"/>
                    <a:pt x="235" y="238"/>
                  </a:cubicBezTo>
                  <a:cubicBezTo>
                    <a:pt x="235" y="239"/>
                    <a:pt x="236" y="241"/>
                    <a:pt x="236" y="243"/>
                  </a:cubicBezTo>
                  <a:cubicBezTo>
                    <a:pt x="236" y="243"/>
                    <a:pt x="236" y="243"/>
                    <a:pt x="236" y="243"/>
                  </a:cubicBezTo>
                  <a:cubicBezTo>
                    <a:pt x="237" y="245"/>
                    <a:pt x="237" y="246"/>
                    <a:pt x="238" y="248"/>
                  </a:cubicBezTo>
                  <a:cubicBezTo>
                    <a:pt x="238" y="248"/>
                    <a:pt x="238" y="248"/>
                    <a:pt x="238" y="249"/>
                  </a:cubicBezTo>
                  <a:cubicBezTo>
                    <a:pt x="239" y="250"/>
                    <a:pt x="239" y="252"/>
                    <a:pt x="240" y="253"/>
                  </a:cubicBezTo>
                  <a:cubicBezTo>
                    <a:pt x="240" y="254"/>
                    <a:pt x="240" y="254"/>
                    <a:pt x="241" y="255"/>
                  </a:cubicBezTo>
                  <a:cubicBezTo>
                    <a:pt x="241" y="256"/>
                    <a:pt x="242" y="257"/>
                    <a:pt x="242" y="259"/>
                  </a:cubicBezTo>
                  <a:cubicBezTo>
                    <a:pt x="243" y="259"/>
                    <a:pt x="243" y="260"/>
                    <a:pt x="243" y="260"/>
                  </a:cubicBezTo>
                  <a:cubicBezTo>
                    <a:pt x="244" y="262"/>
                    <a:pt x="244" y="263"/>
                    <a:pt x="245" y="264"/>
                  </a:cubicBezTo>
                  <a:cubicBezTo>
                    <a:pt x="245" y="265"/>
                    <a:pt x="245" y="265"/>
                    <a:pt x="245" y="265"/>
                  </a:cubicBezTo>
                  <a:cubicBezTo>
                    <a:pt x="242" y="264"/>
                    <a:pt x="239" y="264"/>
                    <a:pt x="236" y="264"/>
                  </a:cubicBezTo>
                  <a:cubicBezTo>
                    <a:pt x="232" y="265"/>
                    <a:pt x="229" y="265"/>
                    <a:pt x="227" y="267"/>
                  </a:cubicBezTo>
                  <a:cubicBezTo>
                    <a:pt x="219" y="271"/>
                    <a:pt x="218" y="279"/>
                    <a:pt x="218" y="287"/>
                  </a:cubicBezTo>
                  <a:cubicBezTo>
                    <a:pt x="219" y="297"/>
                    <a:pt x="227" y="304"/>
                    <a:pt x="234" y="311"/>
                  </a:cubicBezTo>
                  <a:cubicBezTo>
                    <a:pt x="246" y="323"/>
                    <a:pt x="252" y="339"/>
                    <a:pt x="261" y="352"/>
                  </a:cubicBezTo>
                  <a:cubicBezTo>
                    <a:pt x="265" y="357"/>
                    <a:pt x="271" y="364"/>
                    <a:pt x="279" y="363"/>
                  </a:cubicBezTo>
                  <a:cubicBezTo>
                    <a:pt x="279" y="363"/>
                    <a:pt x="279" y="363"/>
                    <a:pt x="279" y="363"/>
                  </a:cubicBezTo>
                  <a:cubicBezTo>
                    <a:pt x="279" y="363"/>
                    <a:pt x="279" y="363"/>
                    <a:pt x="279" y="363"/>
                  </a:cubicBezTo>
                  <a:cubicBezTo>
                    <a:pt x="281" y="362"/>
                    <a:pt x="283" y="361"/>
                    <a:pt x="284" y="360"/>
                  </a:cubicBezTo>
                  <a:cubicBezTo>
                    <a:pt x="292" y="376"/>
                    <a:pt x="301" y="392"/>
                    <a:pt x="310" y="403"/>
                  </a:cubicBezTo>
                  <a:cubicBezTo>
                    <a:pt x="313" y="427"/>
                    <a:pt x="315" y="465"/>
                    <a:pt x="301" y="480"/>
                  </a:cubicBezTo>
                  <a:cubicBezTo>
                    <a:pt x="281" y="503"/>
                    <a:pt x="221" y="510"/>
                    <a:pt x="194" y="516"/>
                  </a:cubicBezTo>
                  <a:cubicBezTo>
                    <a:pt x="167" y="523"/>
                    <a:pt x="91" y="519"/>
                    <a:pt x="79" y="655"/>
                  </a:cubicBezTo>
                  <a:cubicBezTo>
                    <a:pt x="68" y="790"/>
                    <a:pt x="15" y="884"/>
                    <a:pt x="7" y="982"/>
                  </a:cubicBezTo>
                  <a:cubicBezTo>
                    <a:pt x="0" y="1081"/>
                    <a:pt x="15" y="1213"/>
                    <a:pt x="17" y="1245"/>
                  </a:cubicBezTo>
                  <a:cubicBezTo>
                    <a:pt x="20" y="1278"/>
                    <a:pt x="22" y="1347"/>
                    <a:pt x="11" y="1379"/>
                  </a:cubicBezTo>
                  <a:cubicBezTo>
                    <a:pt x="0" y="1410"/>
                    <a:pt x="8" y="1454"/>
                    <a:pt x="8" y="1454"/>
                  </a:cubicBezTo>
                  <a:cubicBezTo>
                    <a:pt x="8" y="1454"/>
                    <a:pt x="8" y="1454"/>
                    <a:pt x="8" y="1454"/>
                  </a:cubicBezTo>
                  <a:cubicBezTo>
                    <a:pt x="8" y="1455"/>
                    <a:pt x="8" y="1455"/>
                    <a:pt x="8" y="1455"/>
                  </a:cubicBezTo>
                  <a:cubicBezTo>
                    <a:pt x="8" y="1455"/>
                    <a:pt x="13" y="1461"/>
                    <a:pt x="21" y="1468"/>
                  </a:cubicBezTo>
                  <a:cubicBezTo>
                    <a:pt x="21" y="1470"/>
                    <a:pt x="22" y="1472"/>
                    <a:pt x="24" y="1474"/>
                  </a:cubicBezTo>
                  <a:cubicBezTo>
                    <a:pt x="22" y="1469"/>
                    <a:pt x="22" y="1469"/>
                    <a:pt x="22" y="1469"/>
                  </a:cubicBezTo>
                  <a:cubicBezTo>
                    <a:pt x="29" y="1476"/>
                    <a:pt x="39" y="1483"/>
                    <a:pt x="45" y="1483"/>
                  </a:cubicBezTo>
                  <a:cubicBezTo>
                    <a:pt x="45" y="1483"/>
                    <a:pt x="78" y="1509"/>
                    <a:pt x="96" y="1508"/>
                  </a:cubicBezTo>
                  <a:cubicBezTo>
                    <a:pt x="100" y="1507"/>
                    <a:pt x="99" y="1498"/>
                    <a:pt x="99" y="1498"/>
                  </a:cubicBezTo>
                  <a:cubicBezTo>
                    <a:pt x="99" y="1498"/>
                    <a:pt x="110" y="1500"/>
                    <a:pt x="110" y="1491"/>
                  </a:cubicBezTo>
                  <a:cubicBezTo>
                    <a:pt x="110" y="1490"/>
                    <a:pt x="110" y="1489"/>
                    <a:pt x="110" y="1489"/>
                  </a:cubicBezTo>
                  <a:cubicBezTo>
                    <a:pt x="108" y="1480"/>
                    <a:pt x="89" y="1472"/>
                    <a:pt x="88" y="1471"/>
                  </a:cubicBezTo>
                  <a:cubicBezTo>
                    <a:pt x="88" y="1465"/>
                    <a:pt x="86" y="1423"/>
                    <a:pt x="86" y="1421"/>
                  </a:cubicBezTo>
                  <a:cubicBezTo>
                    <a:pt x="85" y="1419"/>
                    <a:pt x="99" y="1400"/>
                    <a:pt x="101" y="1398"/>
                  </a:cubicBezTo>
                  <a:cubicBezTo>
                    <a:pt x="101" y="1401"/>
                    <a:pt x="100" y="1413"/>
                    <a:pt x="102" y="1425"/>
                  </a:cubicBezTo>
                  <a:cubicBezTo>
                    <a:pt x="105" y="1442"/>
                    <a:pt x="113" y="1460"/>
                    <a:pt x="133" y="1463"/>
                  </a:cubicBezTo>
                  <a:cubicBezTo>
                    <a:pt x="133" y="1463"/>
                    <a:pt x="136" y="1426"/>
                    <a:pt x="138" y="1420"/>
                  </a:cubicBezTo>
                  <a:cubicBezTo>
                    <a:pt x="139" y="1414"/>
                    <a:pt x="139" y="1350"/>
                    <a:pt x="139" y="1350"/>
                  </a:cubicBezTo>
                  <a:cubicBezTo>
                    <a:pt x="139" y="1350"/>
                    <a:pt x="139" y="1348"/>
                    <a:pt x="138" y="1345"/>
                  </a:cubicBezTo>
                  <a:cubicBezTo>
                    <a:pt x="137" y="1339"/>
                    <a:pt x="133" y="1325"/>
                    <a:pt x="118" y="1306"/>
                  </a:cubicBezTo>
                  <a:cubicBezTo>
                    <a:pt x="109" y="1294"/>
                    <a:pt x="105" y="1282"/>
                    <a:pt x="103" y="1269"/>
                  </a:cubicBezTo>
                  <a:cubicBezTo>
                    <a:pt x="100" y="1252"/>
                    <a:pt x="101" y="1236"/>
                    <a:pt x="100" y="1223"/>
                  </a:cubicBezTo>
                  <a:cubicBezTo>
                    <a:pt x="98" y="1200"/>
                    <a:pt x="117" y="1048"/>
                    <a:pt x="122" y="1031"/>
                  </a:cubicBezTo>
                  <a:cubicBezTo>
                    <a:pt x="128" y="1014"/>
                    <a:pt x="132" y="953"/>
                    <a:pt x="131" y="934"/>
                  </a:cubicBezTo>
                  <a:cubicBezTo>
                    <a:pt x="129" y="914"/>
                    <a:pt x="166" y="815"/>
                    <a:pt x="168" y="810"/>
                  </a:cubicBezTo>
                  <a:cubicBezTo>
                    <a:pt x="170" y="809"/>
                    <a:pt x="170" y="809"/>
                    <a:pt x="170" y="809"/>
                  </a:cubicBezTo>
                  <a:cubicBezTo>
                    <a:pt x="170" y="825"/>
                    <a:pt x="171" y="841"/>
                    <a:pt x="172" y="855"/>
                  </a:cubicBezTo>
                  <a:cubicBezTo>
                    <a:pt x="178" y="907"/>
                    <a:pt x="181" y="1087"/>
                    <a:pt x="176" y="1126"/>
                  </a:cubicBezTo>
                  <a:cubicBezTo>
                    <a:pt x="171" y="1165"/>
                    <a:pt x="182" y="1180"/>
                    <a:pt x="162" y="1319"/>
                  </a:cubicBezTo>
                  <a:cubicBezTo>
                    <a:pt x="161" y="1319"/>
                    <a:pt x="161" y="1319"/>
                    <a:pt x="161" y="1319"/>
                  </a:cubicBezTo>
                  <a:cubicBezTo>
                    <a:pt x="161" y="1319"/>
                    <a:pt x="151" y="1402"/>
                    <a:pt x="147" y="1433"/>
                  </a:cubicBezTo>
                  <a:cubicBezTo>
                    <a:pt x="143" y="1460"/>
                    <a:pt x="136" y="1546"/>
                    <a:pt x="149" y="1620"/>
                  </a:cubicBezTo>
                  <a:cubicBezTo>
                    <a:pt x="151" y="1630"/>
                    <a:pt x="153" y="1640"/>
                    <a:pt x="156" y="1650"/>
                  </a:cubicBezTo>
                  <a:cubicBezTo>
                    <a:pt x="164" y="1679"/>
                    <a:pt x="169" y="1704"/>
                    <a:pt x="173" y="1727"/>
                  </a:cubicBezTo>
                  <a:cubicBezTo>
                    <a:pt x="180" y="1765"/>
                    <a:pt x="182" y="1798"/>
                    <a:pt x="180" y="1833"/>
                  </a:cubicBezTo>
                  <a:cubicBezTo>
                    <a:pt x="177" y="1890"/>
                    <a:pt x="190" y="1943"/>
                    <a:pt x="191" y="1997"/>
                  </a:cubicBezTo>
                  <a:cubicBezTo>
                    <a:pt x="192" y="2041"/>
                    <a:pt x="197" y="2161"/>
                    <a:pt x="216" y="2265"/>
                  </a:cubicBezTo>
                  <a:cubicBezTo>
                    <a:pt x="220" y="2289"/>
                    <a:pt x="225" y="2313"/>
                    <a:pt x="231" y="2334"/>
                  </a:cubicBezTo>
                  <a:cubicBezTo>
                    <a:pt x="234" y="2345"/>
                    <a:pt x="236" y="2355"/>
                    <a:pt x="238" y="2364"/>
                  </a:cubicBezTo>
                  <a:cubicBezTo>
                    <a:pt x="255" y="2457"/>
                    <a:pt x="224" y="2499"/>
                    <a:pt x="224" y="2499"/>
                  </a:cubicBezTo>
                  <a:cubicBezTo>
                    <a:pt x="224" y="2499"/>
                    <a:pt x="200" y="2541"/>
                    <a:pt x="192" y="2571"/>
                  </a:cubicBezTo>
                  <a:cubicBezTo>
                    <a:pt x="187" y="2589"/>
                    <a:pt x="173" y="2594"/>
                    <a:pt x="168" y="2608"/>
                  </a:cubicBezTo>
                  <a:cubicBezTo>
                    <a:pt x="164" y="2620"/>
                    <a:pt x="150" y="2629"/>
                    <a:pt x="153" y="2648"/>
                  </a:cubicBezTo>
                  <a:cubicBezTo>
                    <a:pt x="153" y="2651"/>
                    <a:pt x="154" y="2654"/>
                    <a:pt x="155" y="2657"/>
                  </a:cubicBezTo>
                  <a:cubicBezTo>
                    <a:pt x="155" y="2657"/>
                    <a:pt x="160" y="2682"/>
                    <a:pt x="172" y="2673"/>
                  </a:cubicBezTo>
                  <a:cubicBezTo>
                    <a:pt x="172" y="2673"/>
                    <a:pt x="182" y="2690"/>
                    <a:pt x="194" y="2683"/>
                  </a:cubicBezTo>
                  <a:cubicBezTo>
                    <a:pt x="194" y="2684"/>
                    <a:pt x="194" y="2684"/>
                    <a:pt x="194" y="2685"/>
                  </a:cubicBezTo>
                  <a:cubicBezTo>
                    <a:pt x="195" y="2683"/>
                    <a:pt x="195" y="2683"/>
                    <a:pt x="195" y="2683"/>
                  </a:cubicBezTo>
                  <a:cubicBezTo>
                    <a:pt x="196" y="2685"/>
                    <a:pt x="211" y="2700"/>
                    <a:pt x="221" y="2685"/>
                  </a:cubicBezTo>
                  <a:cubicBezTo>
                    <a:pt x="221" y="2686"/>
                    <a:pt x="221" y="2687"/>
                    <a:pt x="222" y="2689"/>
                  </a:cubicBezTo>
                  <a:cubicBezTo>
                    <a:pt x="223" y="2696"/>
                    <a:pt x="228" y="2706"/>
                    <a:pt x="249" y="2705"/>
                  </a:cubicBezTo>
                  <a:cubicBezTo>
                    <a:pt x="279" y="2703"/>
                    <a:pt x="281" y="2690"/>
                    <a:pt x="280" y="2672"/>
                  </a:cubicBezTo>
                  <a:cubicBezTo>
                    <a:pt x="279" y="2654"/>
                    <a:pt x="293" y="2651"/>
                    <a:pt x="293" y="2651"/>
                  </a:cubicBezTo>
                  <a:cubicBezTo>
                    <a:pt x="293" y="2651"/>
                    <a:pt x="314" y="2635"/>
                    <a:pt x="314" y="2616"/>
                  </a:cubicBezTo>
                  <a:cubicBezTo>
                    <a:pt x="314" y="2596"/>
                    <a:pt x="328" y="2580"/>
                    <a:pt x="328" y="2580"/>
                  </a:cubicBezTo>
                  <a:cubicBezTo>
                    <a:pt x="328" y="2580"/>
                    <a:pt x="344" y="2573"/>
                    <a:pt x="337" y="2535"/>
                  </a:cubicBezTo>
                  <a:cubicBezTo>
                    <a:pt x="337" y="2532"/>
                    <a:pt x="336" y="2528"/>
                    <a:pt x="335" y="2524"/>
                  </a:cubicBezTo>
                  <a:cubicBezTo>
                    <a:pt x="335" y="2523"/>
                    <a:pt x="341" y="2500"/>
                    <a:pt x="337" y="2478"/>
                  </a:cubicBezTo>
                  <a:cubicBezTo>
                    <a:pt x="337" y="2477"/>
                    <a:pt x="336" y="2475"/>
                    <a:pt x="336" y="2473"/>
                  </a:cubicBezTo>
                  <a:cubicBezTo>
                    <a:pt x="336" y="2472"/>
                    <a:pt x="335" y="2471"/>
                    <a:pt x="335" y="2469"/>
                  </a:cubicBezTo>
                  <a:cubicBezTo>
                    <a:pt x="330" y="2440"/>
                    <a:pt x="332" y="2368"/>
                    <a:pt x="333" y="2341"/>
                  </a:cubicBezTo>
                  <a:cubicBezTo>
                    <a:pt x="334" y="2311"/>
                    <a:pt x="352" y="2147"/>
                    <a:pt x="340" y="2083"/>
                  </a:cubicBezTo>
                  <a:cubicBezTo>
                    <a:pt x="340" y="2083"/>
                    <a:pt x="340" y="2083"/>
                    <a:pt x="340" y="2082"/>
                  </a:cubicBezTo>
                  <a:cubicBezTo>
                    <a:pt x="340" y="2082"/>
                    <a:pt x="340" y="2082"/>
                    <a:pt x="340" y="2082"/>
                  </a:cubicBezTo>
                  <a:cubicBezTo>
                    <a:pt x="339" y="2079"/>
                    <a:pt x="339" y="2076"/>
                    <a:pt x="338" y="2073"/>
                  </a:cubicBezTo>
                  <a:cubicBezTo>
                    <a:pt x="321" y="1974"/>
                    <a:pt x="348" y="1939"/>
                    <a:pt x="348" y="1890"/>
                  </a:cubicBezTo>
                  <a:cubicBezTo>
                    <a:pt x="348" y="1890"/>
                    <a:pt x="352" y="1833"/>
                    <a:pt x="346" y="1787"/>
                  </a:cubicBezTo>
                  <a:cubicBezTo>
                    <a:pt x="341" y="1740"/>
                    <a:pt x="351" y="1688"/>
                    <a:pt x="357" y="1629"/>
                  </a:cubicBezTo>
                  <a:cubicBezTo>
                    <a:pt x="360" y="1591"/>
                    <a:pt x="366" y="1555"/>
                    <a:pt x="370" y="1527"/>
                  </a:cubicBezTo>
                  <a:cubicBezTo>
                    <a:pt x="375" y="1529"/>
                    <a:pt x="381" y="1530"/>
                    <a:pt x="387" y="1530"/>
                  </a:cubicBezTo>
                  <a:cubicBezTo>
                    <a:pt x="389" y="1530"/>
                    <a:pt x="391" y="1530"/>
                    <a:pt x="393" y="1529"/>
                  </a:cubicBezTo>
                  <a:cubicBezTo>
                    <a:pt x="397" y="1557"/>
                    <a:pt x="403" y="1592"/>
                    <a:pt x="406" y="1628"/>
                  </a:cubicBezTo>
                  <a:cubicBezTo>
                    <a:pt x="412" y="1687"/>
                    <a:pt x="422" y="1739"/>
                    <a:pt x="416" y="1786"/>
                  </a:cubicBezTo>
                  <a:cubicBezTo>
                    <a:pt x="411" y="1833"/>
                    <a:pt x="415" y="1889"/>
                    <a:pt x="415" y="1889"/>
                  </a:cubicBezTo>
                  <a:cubicBezTo>
                    <a:pt x="415" y="1900"/>
                    <a:pt x="416" y="1911"/>
                    <a:pt x="418" y="1921"/>
                  </a:cubicBezTo>
                  <a:cubicBezTo>
                    <a:pt x="420" y="1934"/>
                    <a:pt x="423" y="1946"/>
                    <a:pt x="426" y="1960"/>
                  </a:cubicBezTo>
                  <a:cubicBezTo>
                    <a:pt x="431" y="1989"/>
                    <a:pt x="434" y="2026"/>
                    <a:pt x="423" y="2082"/>
                  </a:cubicBezTo>
                  <a:cubicBezTo>
                    <a:pt x="411" y="2147"/>
                    <a:pt x="429" y="2311"/>
                    <a:pt x="430" y="2340"/>
                  </a:cubicBezTo>
                  <a:cubicBezTo>
                    <a:pt x="431" y="2369"/>
                    <a:pt x="433" y="2450"/>
                    <a:pt x="427" y="2473"/>
                  </a:cubicBezTo>
                  <a:cubicBezTo>
                    <a:pt x="423" y="2490"/>
                    <a:pt x="425" y="2507"/>
                    <a:pt x="426" y="2516"/>
                  </a:cubicBezTo>
                  <a:cubicBezTo>
                    <a:pt x="427" y="2520"/>
                    <a:pt x="428" y="2522"/>
                    <a:pt x="428" y="2523"/>
                  </a:cubicBezTo>
                  <a:cubicBezTo>
                    <a:pt x="423" y="2541"/>
                    <a:pt x="423" y="2553"/>
                    <a:pt x="425" y="2562"/>
                  </a:cubicBezTo>
                  <a:cubicBezTo>
                    <a:pt x="428" y="2576"/>
                    <a:pt x="435" y="2580"/>
                    <a:pt x="435" y="2580"/>
                  </a:cubicBezTo>
                  <a:cubicBezTo>
                    <a:pt x="435" y="2580"/>
                    <a:pt x="446" y="2592"/>
                    <a:pt x="449" y="2608"/>
                  </a:cubicBezTo>
                  <a:cubicBezTo>
                    <a:pt x="449" y="2610"/>
                    <a:pt x="449" y="2613"/>
                    <a:pt x="449" y="2615"/>
                  </a:cubicBezTo>
                  <a:cubicBezTo>
                    <a:pt x="449" y="2616"/>
                    <a:pt x="449" y="2618"/>
                    <a:pt x="450" y="2619"/>
                  </a:cubicBezTo>
                  <a:cubicBezTo>
                    <a:pt x="452" y="2637"/>
                    <a:pt x="470" y="2651"/>
                    <a:pt x="470" y="2651"/>
                  </a:cubicBezTo>
                  <a:cubicBezTo>
                    <a:pt x="470" y="2651"/>
                    <a:pt x="480" y="2653"/>
                    <a:pt x="483" y="2665"/>
                  </a:cubicBezTo>
                  <a:cubicBezTo>
                    <a:pt x="483" y="2667"/>
                    <a:pt x="483" y="2669"/>
                    <a:pt x="483" y="2671"/>
                  </a:cubicBezTo>
                  <a:cubicBezTo>
                    <a:pt x="483" y="2676"/>
                    <a:pt x="483" y="2680"/>
                    <a:pt x="483" y="2684"/>
                  </a:cubicBezTo>
                  <a:cubicBezTo>
                    <a:pt x="485" y="2696"/>
                    <a:pt x="492" y="2703"/>
                    <a:pt x="514" y="2705"/>
                  </a:cubicBezTo>
                  <a:cubicBezTo>
                    <a:pt x="544" y="2707"/>
                    <a:pt x="542" y="2685"/>
                    <a:pt x="542" y="2685"/>
                  </a:cubicBezTo>
                  <a:cubicBezTo>
                    <a:pt x="551" y="2699"/>
                    <a:pt x="566" y="2686"/>
                    <a:pt x="568" y="2683"/>
                  </a:cubicBezTo>
                  <a:cubicBezTo>
                    <a:pt x="569" y="2685"/>
                    <a:pt x="569" y="2685"/>
                    <a:pt x="569" y="2685"/>
                  </a:cubicBezTo>
                  <a:cubicBezTo>
                    <a:pt x="569" y="2684"/>
                    <a:pt x="569" y="2684"/>
                    <a:pt x="569" y="2683"/>
                  </a:cubicBezTo>
                  <a:cubicBezTo>
                    <a:pt x="581" y="2690"/>
                    <a:pt x="591" y="2673"/>
                    <a:pt x="591" y="2673"/>
                  </a:cubicBezTo>
                  <a:cubicBezTo>
                    <a:pt x="603" y="2682"/>
                    <a:pt x="608" y="2657"/>
                    <a:pt x="608" y="2657"/>
                  </a:cubicBezTo>
                  <a:cubicBezTo>
                    <a:pt x="611" y="2649"/>
                    <a:pt x="611" y="2642"/>
                    <a:pt x="610" y="2637"/>
                  </a:cubicBezTo>
                  <a:cubicBezTo>
                    <a:pt x="607" y="2625"/>
                    <a:pt x="598" y="2617"/>
                    <a:pt x="595" y="2608"/>
                  </a:cubicBezTo>
                  <a:cubicBezTo>
                    <a:pt x="590" y="2594"/>
                    <a:pt x="576" y="2589"/>
                    <a:pt x="571" y="2571"/>
                  </a:cubicBezTo>
                  <a:cubicBezTo>
                    <a:pt x="563" y="2541"/>
                    <a:pt x="539" y="2499"/>
                    <a:pt x="539" y="2499"/>
                  </a:cubicBezTo>
                  <a:cubicBezTo>
                    <a:pt x="539" y="2499"/>
                    <a:pt x="528" y="2484"/>
                    <a:pt x="523" y="2454"/>
                  </a:cubicBezTo>
                  <a:cubicBezTo>
                    <a:pt x="518" y="2427"/>
                    <a:pt x="517" y="2387"/>
                    <a:pt x="532" y="2334"/>
                  </a:cubicBezTo>
                  <a:cubicBezTo>
                    <a:pt x="563" y="2220"/>
                    <a:pt x="570" y="2052"/>
                    <a:pt x="572" y="1998"/>
                  </a:cubicBezTo>
                  <a:cubicBezTo>
                    <a:pt x="573" y="1944"/>
                    <a:pt x="586" y="1891"/>
                    <a:pt x="583" y="1834"/>
                  </a:cubicBezTo>
                  <a:cubicBezTo>
                    <a:pt x="580" y="1777"/>
                    <a:pt x="586" y="1729"/>
                    <a:pt x="607" y="1650"/>
                  </a:cubicBezTo>
                  <a:cubicBezTo>
                    <a:pt x="629" y="1572"/>
                    <a:pt x="621" y="1465"/>
                    <a:pt x="623" y="1433"/>
                  </a:cubicBezTo>
                  <a:cubicBezTo>
                    <a:pt x="627" y="1376"/>
                    <a:pt x="620" y="1312"/>
                    <a:pt x="620" y="1312"/>
                  </a:cubicBezTo>
                  <a:cubicBezTo>
                    <a:pt x="620" y="1312"/>
                    <a:pt x="620" y="1312"/>
                    <a:pt x="620" y="1312"/>
                  </a:cubicBezTo>
                  <a:cubicBezTo>
                    <a:pt x="620" y="1311"/>
                    <a:pt x="620" y="1311"/>
                    <a:pt x="620" y="1311"/>
                  </a:cubicBezTo>
                  <a:cubicBezTo>
                    <a:pt x="619" y="1311"/>
                    <a:pt x="619" y="1311"/>
                    <a:pt x="619" y="1311"/>
                  </a:cubicBezTo>
                  <a:cubicBezTo>
                    <a:pt x="618" y="1299"/>
                    <a:pt x="614" y="1276"/>
                    <a:pt x="611" y="1255"/>
                  </a:cubicBezTo>
                  <a:cubicBezTo>
                    <a:pt x="608" y="1242"/>
                    <a:pt x="606" y="1229"/>
                    <a:pt x="603" y="1219"/>
                  </a:cubicBezTo>
                  <a:cubicBezTo>
                    <a:pt x="602" y="1215"/>
                    <a:pt x="601" y="1210"/>
                    <a:pt x="600" y="1204"/>
                  </a:cubicBezTo>
                  <a:cubicBezTo>
                    <a:pt x="593" y="1162"/>
                    <a:pt x="587" y="1083"/>
                    <a:pt x="590" y="1038"/>
                  </a:cubicBezTo>
                  <a:cubicBezTo>
                    <a:pt x="593" y="989"/>
                    <a:pt x="626" y="874"/>
                    <a:pt x="627" y="792"/>
                  </a:cubicBezTo>
                  <a:cubicBezTo>
                    <a:pt x="628" y="793"/>
                    <a:pt x="628" y="793"/>
                    <a:pt x="628" y="793"/>
                  </a:cubicBezTo>
                  <a:cubicBezTo>
                    <a:pt x="628" y="794"/>
                    <a:pt x="628" y="794"/>
                    <a:pt x="628" y="794"/>
                  </a:cubicBezTo>
                  <a:cubicBezTo>
                    <a:pt x="628" y="793"/>
                    <a:pt x="628" y="793"/>
                    <a:pt x="628" y="793"/>
                  </a:cubicBezTo>
                  <a:cubicBezTo>
                    <a:pt x="631" y="799"/>
                    <a:pt x="631" y="799"/>
                    <a:pt x="631" y="799"/>
                  </a:cubicBezTo>
                  <a:cubicBezTo>
                    <a:pt x="632" y="805"/>
                    <a:pt x="634" y="814"/>
                    <a:pt x="636" y="827"/>
                  </a:cubicBezTo>
                  <a:cubicBezTo>
                    <a:pt x="641" y="854"/>
                    <a:pt x="649" y="894"/>
                    <a:pt x="656" y="932"/>
                  </a:cubicBezTo>
                  <a:cubicBezTo>
                    <a:pt x="662" y="970"/>
                    <a:pt x="668" y="1004"/>
                    <a:pt x="668" y="1020"/>
                  </a:cubicBezTo>
                  <a:cubicBezTo>
                    <a:pt x="668" y="1058"/>
                    <a:pt x="669" y="1223"/>
                    <a:pt x="672" y="1250"/>
                  </a:cubicBezTo>
                  <a:cubicBezTo>
                    <a:pt x="676" y="1277"/>
                    <a:pt x="677" y="1307"/>
                    <a:pt x="659" y="1331"/>
                  </a:cubicBezTo>
                  <a:cubicBezTo>
                    <a:pt x="641" y="1356"/>
                    <a:pt x="636" y="1373"/>
                    <a:pt x="634" y="1380"/>
                  </a:cubicBezTo>
                  <a:cubicBezTo>
                    <a:pt x="632" y="1386"/>
                    <a:pt x="633" y="1460"/>
                    <a:pt x="633" y="1460"/>
                  </a:cubicBezTo>
                  <a:cubicBezTo>
                    <a:pt x="634" y="1461"/>
                    <a:pt x="634" y="1461"/>
                    <a:pt x="634" y="1461"/>
                  </a:cubicBezTo>
                  <a:cubicBezTo>
                    <a:pt x="634" y="1461"/>
                    <a:pt x="634" y="1461"/>
                    <a:pt x="634" y="1461"/>
                  </a:cubicBezTo>
                  <a:cubicBezTo>
                    <a:pt x="639" y="1486"/>
                    <a:pt x="639" y="1486"/>
                    <a:pt x="639" y="1486"/>
                  </a:cubicBezTo>
                  <a:cubicBezTo>
                    <a:pt x="665" y="1478"/>
                    <a:pt x="660" y="1412"/>
                    <a:pt x="660" y="1412"/>
                  </a:cubicBezTo>
                  <a:cubicBezTo>
                    <a:pt x="668" y="1421"/>
                    <a:pt x="671" y="1431"/>
                    <a:pt x="672" y="1439"/>
                  </a:cubicBezTo>
                  <a:cubicBezTo>
                    <a:pt x="674" y="1448"/>
                    <a:pt x="674" y="1456"/>
                    <a:pt x="674" y="1461"/>
                  </a:cubicBezTo>
                  <a:cubicBezTo>
                    <a:pt x="675" y="1471"/>
                    <a:pt x="672" y="1497"/>
                    <a:pt x="668" y="1500"/>
                  </a:cubicBezTo>
                  <a:cubicBezTo>
                    <a:pt x="665" y="1502"/>
                    <a:pt x="659" y="1519"/>
                    <a:pt x="661" y="1528"/>
                  </a:cubicBezTo>
                  <a:cubicBezTo>
                    <a:pt x="661" y="1531"/>
                    <a:pt x="662" y="1533"/>
                    <a:pt x="663" y="1534"/>
                  </a:cubicBezTo>
                  <a:cubicBezTo>
                    <a:pt x="670" y="1541"/>
                    <a:pt x="682" y="1532"/>
                    <a:pt x="682" y="1532"/>
                  </a:cubicBezTo>
                  <a:cubicBezTo>
                    <a:pt x="691" y="1537"/>
                    <a:pt x="699" y="1530"/>
                    <a:pt x="704" y="1524"/>
                  </a:cubicBezTo>
                  <a:cubicBezTo>
                    <a:pt x="704" y="1525"/>
                    <a:pt x="704" y="1525"/>
                    <a:pt x="704" y="1526"/>
                  </a:cubicBezTo>
                  <a:cubicBezTo>
                    <a:pt x="705" y="1523"/>
                    <a:pt x="705" y="1523"/>
                    <a:pt x="705" y="1523"/>
                  </a:cubicBezTo>
                  <a:cubicBezTo>
                    <a:pt x="707" y="1521"/>
                    <a:pt x="708" y="1519"/>
                    <a:pt x="708" y="1519"/>
                  </a:cubicBezTo>
                  <a:cubicBezTo>
                    <a:pt x="717" y="1520"/>
                    <a:pt x="741" y="1500"/>
                    <a:pt x="750" y="1481"/>
                  </a:cubicBezTo>
                  <a:cubicBezTo>
                    <a:pt x="760" y="1461"/>
                    <a:pt x="765" y="1408"/>
                    <a:pt x="758" y="1367"/>
                  </a:cubicBezTo>
                  <a:cubicBezTo>
                    <a:pt x="750" y="1327"/>
                    <a:pt x="750" y="1273"/>
                    <a:pt x="758" y="1227"/>
                  </a:cubicBezTo>
                  <a:close/>
                </a:path>
              </a:pathLst>
            </a:custGeom>
            <a:solidFill>
              <a:srgbClr val="B1DF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62492" name="Freeform 194">
              <a:extLst>
                <a:ext uri="{FF2B5EF4-FFF2-40B4-BE49-F238E27FC236}">
                  <a16:creationId xmlns:a16="http://schemas.microsoft.com/office/drawing/2014/main" id="{F2A5F15F-461C-4235-9519-663BB8CED1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1" y="712"/>
              <a:ext cx="630" cy="2189"/>
            </a:xfrm>
            <a:custGeom>
              <a:avLst/>
              <a:gdLst>
                <a:gd name="T0" fmla="*/ 389 w 778"/>
                <a:gd name="T1" fmla="*/ 340 h 2707"/>
                <a:gd name="T2" fmla="*/ 264 w 778"/>
                <a:gd name="T3" fmla="*/ 215 h 2707"/>
                <a:gd name="T4" fmla="*/ 264 w 778"/>
                <a:gd name="T5" fmla="*/ 213 h 2707"/>
                <a:gd name="T6" fmla="*/ 274 w 778"/>
                <a:gd name="T7" fmla="*/ 193 h 2707"/>
                <a:gd name="T8" fmla="*/ 292 w 778"/>
                <a:gd name="T9" fmla="*/ 150 h 2707"/>
                <a:gd name="T10" fmla="*/ 300 w 778"/>
                <a:gd name="T11" fmla="*/ 116 h 2707"/>
                <a:gd name="T12" fmla="*/ 286 w 778"/>
                <a:gd name="T13" fmla="*/ 112 h 2707"/>
                <a:gd name="T14" fmla="*/ 285 w 778"/>
                <a:gd name="T15" fmla="*/ 87 h 2707"/>
                <a:gd name="T16" fmla="*/ 236 w 778"/>
                <a:gd name="T17" fmla="*/ 11 h 2707"/>
                <a:gd name="T18" fmla="*/ 206 w 778"/>
                <a:gd name="T19" fmla="*/ 3 h 2707"/>
                <a:gd name="T20" fmla="*/ 147 w 778"/>
                <a:gd name="T21" fmla="*/ 14 h 2707"/>
                <a:gd name="T22" fmla="*/ 124 w 778"/>
                <a:gd name="T23" fmla="*/ 40 h 2707"/>
                <a:gd name="T24" fmla="*/ 119 w 778"/>
                <a:gd name="T25" fmla="*/ 82 h 2707"/>
                <a:gd name="T26" fmla="*/ 124 w 778"/>
                <a:gd name="T27" fmla="*/ 123 h 2707"/>
                <a:gd name="T28" fmla="*/ 126 w 778"/>
                <a:gd name="T29" fmla="*/ 129 h 2707"/>
                <a:gd name="T30" fmla="*/ 127 w 778"/>
                <a:gd name="T31" fmla="*/ 134 h 2707"/>
                <a:gd name="T32" fmla="*/ 130 w 778"/>
                <a:gd name="T33" fmla="*/ 139 h 2707"/>
                <a:gd name="T34" fmla="*/ 116 w 778"/>
                <a:gd name="T35" fmla="*/ 152 h 2707"/>
                <a:gd name="T36" fmla="*/ 148 w 778"/>
                <a:gd name="T37" fmla="*/ 192 h 2707"/>
                <a:gd name="T38" fmla="*/ 160 w 778"/>
                <a:gd name="T39" fmla="*/ 254 h 2707"/>
                <a:gd name="T40" fmla="*/ 9 w 778"/>
                <a:gd name="T41" fmla="*/ 658 h 2707"/>
                <a:gd name="T42" fmla="*/ 4 w 778"/>
                <a:gd name="T43" fmla="*/ 770 h 2707"/>
                <a:gd name="T44" fmla="*/ 23 w 778"/>
                <a:gd name="T45" fmla="*/ 784 h 2707"/>
                <a:gd name="T46" fmla="*/ 58 w 778"/>
                <a:gd name="T47" fmla="*/ 788 h 2707"/>
                <a:gd name="T48" fmla="*/ 54 w 778"/>
                <a:gd name="T49" fmla="*/ 754 h 2707"/>
                <a:gd name="T50" fmla="*/ 74 w 778"/>
                <a:gd name="T51" fmla="*/ 712 h 2707"/>
                <a:gd name="T52" fmla="*/ 65 w 778"/>
                <a:gd name="T53" fmla="*/ 545 h 2707"/>
                <a:gd name="T54" fmla="*/ 92 w 778"/>
                <a:gd name="T55" fmla="*/ 452 h 2707"/>
                <a:gd name="T56" fmla="*/ 78 w 778"/>
                <a:gd name="T57" fmla="*/ 758 h 2707"/>
                <a:gd name="T58" fmla="*/ 96 w 778"/>
                <a:gd name="T59" fmla="*/ 969 h 2707"/>
                <a:gd name="T60" fmla="*/ 126 w 778"/>
                <a:gd name="T61" fmla="*/ 1250 h 2707"/>
                <a:gd name="T62" fmla="*/ 81 w 778"/>
                <a:gd name="T63" fmla="*/ 1400 h 2707"/>
                <a:gd name="T64" fmla="*/ 103 w 778"/>
                <a:gd name="T65" fmla="*/ 1420 h 2707"/>
                <a:gd name="T66" fmla="*/ 133 w 778"/>
                <a:gd name="T67" fmla="*/ 1430 h 2707"/>
                <a:gd name="T68" fmla="*/ 174 w 778"/>
                <a:gd name="T69" fmla="*/ 1364 h 2707"/>
                <a:gd name="T70" fmla="*/ 178 w 778"/>
                <a:gd name="T71" fmla="*/ 1308 h 2707"/>
                <a:gd name="T72" fmla="*/ 181 w 778"/>
                <a:gd name="T73" fmla="*/ 1101 h 2707"/>
                <a:gd name="T74" fmla="*/ 184 w 778"/>
                <a:gd name="T75" fmla="*/ 944 h 2707"/>
                <a:gd name="T76" fmla="*/ 209 w 778"/>
                <a:gd name="T77" fmla="*/ 808 h 2707"/>
                <a:gd name="T78" fmla="*/ 222 w 778"/>
                <a:gd name="T79" fmla="*/ 1016 h 2707"/>
                <a:gd name="T80" fmla="*/ 227 w 778"/>
                <a:gd name="T81" fmla="*/ 1308 h 2707"/>
                <a:gd name="T82" fmla="*/ 231 w 778"/>
                <a:gd name="T83" fmla="*/ 1364 h 2707"/>
                <a:gd name="T84" fmla="*/ 250 w 778"/>
                <a:gd name="T85" fmla="*/ 1402 h 2707"/>
                <a:gd name="T86" fmla="*/ 273 w 778"/>
                <a:gd name="T87" fmla="*/ 1430 h 2707"/>
                <a:gd name="T88" fmla="*/ 302 w 778"/>
                <a:gd name="T89" fmla="*/ 1419 h 2707"/>
                <a:gd name="T90" fmla="*/ 316 w 778"/>
                <a:gd name="T91" fmla="*/ 1379 h 2707"/>
                <a:gd name="T92" fmla="*/ 283 w 778"/>
                <a:gd name="T93" fmla="*/ 1234 h 2707"/>
                <a:gd name="T94" fmla="*/ 330 w 778"/>
                <a:gd name="T95" fmla="*/ 758 h 2707"/>
                <a:gd name="T96" fmla="*/ 329 w 778"/>
                <a:gd name="T97" fmla="*/ 693 h 2707"/>
                <a:gd name="T98" fmla="*/ 313 w 778"/>
                <a:gd name="T99" fmla="*/ 548 h 2707"/>
                <a:gd name="T100" fmla="*/ 334 w 778"/>
                <a:gd name="T101" fmla="*/ 419 h 2707"/>
                <a:gd name="T102" fmla="*/ 355 w 778"/>
                <a:gd name="T103" fmla="*/ 539 h 2707"/>
                <a:gd name="T104" fmla="*/ 336 w 778"/>
                <a:gd name="T105" fmla="*/ 772 h 2707"/>
                <a:gd name="T106" fmla="*/ 350 w 778"/>
                <a:gd name="T107" fmla="*/ 746 h 2707"/>
                <a:gd name="T108" fmla="*/ 351 w 778"/>
                <a:gd name="T109" fmla="*/ 808 h 2707"/>
                <a:gd name="T110" fmla="*/ 374 w 778"/>
                <a:gd name="T111" fmla="*/ 807 h 2707"/>
                <a:gd name="T112" fmla="*/ 402 w 778"/>
                <a:gd name="T113" fmla="*/ 723 h 2707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778" h="2707">
                  <a:moveTo>
                    <a:pt x="758" y="1227"/>
                  </a:moveTo>
                  <a:cubicBezTo>
                    <a:pt x="775" y="1130"/>
                    <a:pt x="778" y="1007"/>
                    <a:pt x="776" y="974"/>
                  </a:cubicBezTo>
                  <a:cubicBezTo>
                    <a:pt x="773" y="941"/>
                    <a:pt x="743" y="794"/>
                    <a:pt x="736" y="674"/>
                  </a:cubicBezTo>
                  <a:cubicBezTo>
                    <a:pt x="736" y="663"/>
                    <a:pt x="734" y="652"/>
                    <a:pt x="733" y="642"/>
                  </a:cubicBezTo>
                  <a:cubicBezTo>
                    <a:pt x="717" y="550"/>
                    <a:pt x="657" y="530"/>
                    <a:pt x="644" y="529"/>
                  </a:cubicBezTo>
                  <a:cubicBezTo>
                    <a:pt x="629" y="528"/>
                    <a:pt x="575" y="509"/>
                    <a:pt x="528" y="494"/>
                  </a:cubicBezTo>
                  <a:cubicBezTo>
                    <a:pt x="522" y="493"/>
                    <a:pt x="518" y="490"/>
                    <a:pt x="514" y="487"/>
                  </a:cubicBezTo>
                  <a:cubicBezTo>
                    <a:pt x="498" y="469"/>
                    <a:pt x="496" y="433"/>
                    <a:pt x="498" y="407"/>
                  </a:cubicBezTo>
                  <a:cubicBezTo>
                    <a:pt x="498" y="407"/>
                    <a:pt x="498" y="406"/>
                    <a:pt x="498" y="406"/>
                  </a:cubicBezTo>
                  <a:cubicBezTo>
                    <a:pt x="498" y="406"/>
                    <a:pt x="498" y="406"/>
                    <a:pt x="498" y="406"/>
                  </a:cubicBezTo>
                  <a:cubicBezTo>
                    <a:pt x="498" y="405"/>
                    <a:pt x="498" y="403"/>
                    <a:pt x="498" y="402"/>
                  </a:cubicBezTo>
                  <a:cubicBezTo>
                    <a:pt x="498" y="402"/>
                    <a:pt x="498" y="402"/>
                    <a:pt x="498" y="402"/>
                  </a:cubicBezTo>
                  <a:cubicBezTo>
                    <a:pt x="498" y="403"/>
                    <a:pt x="498" y="404"/>
                    <a:pt x="498" y="406"/>
                  </a:cubicBezTo>
                  <a:cubicBezTo>
                    <a:pt x="499" y="401"/>
                    <a:pt x="499" y="401"/>
                    <a:pt x="499" y="401"/>
                  </a:cubicBezTo>
                  <a:cubicBezTo>
                    <a:pt x="502" y="395"/>
                    <a:pt x="504" y="390"/>
                    <a:pt x="507" y="385"/>
                  </a:cubicBezTo>
                  <a:cubicBezTo>
                    <a:pt x="512" y="376"/>
                    <a:pt x="515" y="369"/>
                    <a:pt x="516" y="365"/>
                  </a:cubicBezTo>
                  <a:cubicBezTo>
                    <a:pt x="518" y="357"/>
                    <a:pt x="522" y="341"/>
                    <a:pt x="526" y="321"/>
                  </a:cubicBezTo>
                  <a:cubicBezTo>
                    <a:pt x="530" y="323"/>
                    <a:pt x="534" y="323"/>
                    <a:pt x="538" y="322"/>
                  </a:cubicBezTo>
                  <a:cubicBezTo>
                    <a:pt x="549" y="317"/>
                    <a:pt x="550" y="302"/>
                    <a:pt x="550" y="291"/>
                  </a:cubicBezTo>
                  <a:cubicBezTo>
                    <a:pt x="550" y="289"/>
                    <a:pt x="550" y="287"/>
                    <a:pt x="550" y="285"/>
                  </a:cubicBezTo>
                  <a:cubicBezTo>
                    <a:pt x="550" y="284"/>
                    <a:pt x="550" y="284"/>
                    <a:pt x="550" y="283"/>
                  </a:cubicBezTo>
                  <a:cubicBezTo>
                    <a:pt x="550" y="273"/>
                    <a:pt x="553" y="261"/>
                    <a:pt x="557" y="252"/>
                  </a:cubicBezTo>
                  <a:cubicBezTo>
                    <a:pt x="560" y="242"/>
                    <a:pt x="563" y="234"/>
                    <a:pt x="565" y="224"/>
                  </a:cubicBezTo>
                  <a:cubicBezTo>
                    <a:pt x="565" y="222"/>
                    <a:pt x="565" y="220"/>
                    <a:pt x="565" y="219"/>
                  </a:cubicBezTo>
                  <a:cubicBezTo>
                    <a:pt x="565" y="211"/>
                    <a:pt x="562" y="203"/>
                    <a:pt x="553" y="202"/>
                  </a:cubicBezTo>
                  <a:cubicBezTo>
                    <a:pt x="547" y="202"/>
                    <a:pt x="542" y="206"/>
                    <a:pt x="538" y="211"/>
                  </a:cubicBezTo>
                  <a:cubicBezTo>
                    <a:pt x="538" y="211"/>
                    <a:pt x="538" y="211"/>
                    <a:pt x="538" y="211"/>
                  </a:cubicBezTo>
                  <a:cubicBezTo>
                    <a:pt x="538" y="211"/>
                    <a:pt x="538" y="212"/>
                    <a:pt x="538" y="212"/>
                  </a:cubicBezTo>
                  <a:cubicBezTo>
                    <a:pt x="538" y="210"/>
                    <a:pt x="538" y="208"/>
                    <a:pt x="538" y="206"/>
                  </a:cubicBezTo>
                  <a:cubicBezTo>
                    <a:pt x="539" y="196"/>
                    <a:pt x="541" y="185"/>
                    <a:pt x="539" y="176"/>
                  </a:cubicBezTo>
                  <a:cubicBezTo>
                    <a:pt x="539" y="174"/>
                    <a:pt x="539" y="173"/>
                    <a:pt x="538" y="171"/>
                  </a:cubicBezTo>
                  <a:cubicBezTo>
                    <a:pt x="538" y="169"/>
                    <a:pt x="537" y="167"/>
                    <a:pt x="537" y="165"/>
                  </a:cubicBezTo>
                  <a:cubicBezTo>
                    <a:pt x="536" y="159"/>
                    <a:pt x="535" y="153"/>
                    <a:pt x="534" y="147"/>
                  </a:cubicBezTo>
                  <a:cubicBezTo>
                    <a:pt x="529" y="117"/>
                    <a:pt x="517" y="94"/>
                    <a:pt x="501" y="68"/>
                  </a:cubicBezTo>
                  <a:cubicBezTo>
                    <a:pt x="495" y="60"/>
                    <a:pt x="489" y="53"/>
                    <a:pt x="482" y="46"/>
                  </a:cubicBezTo>
                  <a:cubicBezTo>
                    <a:pt x="471" y="35"/>
                    <a:pt x="457" y="26"/>
                    <a:pt x="443" y="20"/>
                  </a:cubicBezTo>
                  <a:cubicBezTo>
                    <a:pt x="443" y="20"/>
                    <a:pt x="442" y="19"/>
                    <a:pt x="442" y="19"/>
                  </a:cubicBezTo>
                  <a:cubicBezTo>
                    <a:pt x="446" y="20"/>
                    <a:pt x="450" y="21"/>
                    <a:pt x="454" y="21"/>
                  </a:cubicBezTo>
                  <a:cubicBezTo>
                    <a:pt x="448" y="15"/>
                    <a:pt x="431" y="11"/>
                    <a:pt x="422" y="9"/>
                  </a:cubicBezTo>
                  <a:cubicBezTo>
                    <a:pt x="411" y="6"/>
                    <a:pt x="400" y="6"/>
                    <a:pt x="389" y="6"/>
                  </a:cubicBezTo>
                  <a:cubicBezTo>
                    <a:pt x="393" y="5"/>
                    <a:pt x="397" y="3"/>
                    <a:pt x="401" y="3"/>
                  </a:cubicBezTo>
                  <a:cubicBezTo>
                    <a:pt x="385" y="0"/>
                    <a:pt x="353" y="2"/>
                    <a:pt x="336" y="13"/>
                  </a:cubicBezTo>
                  <a:cubicBezTo>
                    <a:pt x="334" y="13"/>
                    <a:pt x="331" y="14"/>
                    <a:pt x="328" y="15"/>
                  </a:cubicBezTo>
                  <a:cubicBezTo>
                    <a:pt x="311" y="15"/>
                    <a:pt x="294" y="17"/>
                    <a:pt x="278" y="26"/>
                  </a:cubicBezTo>
                  <a:cubicBezTo>
                    <a:pt x="284" y="27"/>
                    <a:pt x="293" y="22"/>
                    <a:pt x="299" y="25"/>
                  </a:cubicBezTo>
                  <a:cubicBezTo>
                    <a:pt x="281" y="29"/>
                    <a:pt x="264" y="35"/>
                    <a:pt x="252" y="51"/>
                  </a:cubicBezTo>
                  <a:cubicBezTo>
                    <a:pt x="259" y="47"/>
                    <a:pt x="267" y="45"/>
                    <a:pt x="275" y="44"/>
                  </a:cubicBezTo>
                  <a:cubicBezTo>
                    <a:pt x="261" y="53"/>
                    <a:pt x="243" y="62"/>
                    <a:pt x="234" y="76"/>
                  </a:cubicBezTo>
                  <a:cubicBezTo>
                    <a:pt x="241" y="73"/>
                    <a:pt x="248" y="68"/>
                    <a:pt x="255" y="65"/>
                  </a:cubicBezTo>
                  <a:cubicBezTo>
                    <a:pt x="248" y="72"/>
                    <a:pt x="244" y="80"/>
                    <a:pt x="241" y="89"/>
                  </a:cubicBezTo>
                  <a:cubicBezTo>
                    <a:pt x="234" y="101"/>
                    <a:pt x="228" y="115"/>
                    <a:pt x="226" y="131"/>
                  </a:cubicBezTo>
                  <a:cubicBezTo>
                    <a:pt x="224" y="138"/>
                    <a:pt x="224" y="146"/>
                    <a:pt x="224" y="154"/>
                  </a:cubicBezTo>
                  <a:cubicBezTo>
                    <a:pt x="224" y="178"/>
                    <a:pt x="224" y="201"/>
                    <a:pt x="231" y="224"/>
                  </a:cubicBezTo>
                  <a:cubicBezTo>
                    <a:pt x="231" y="224"/>
                    <a:pt x="231" y="224"/>
                    <a:pt x="231" y="224"/>
                  </a:cubicBezTo>
                  <a:cubicBezTo>
                    <a:pt x="231" y="225"/>
                    <a:pt x="231" y="226"/>
                    <a:pt x="232" y="227"/>
                  </a:cubicBezTo>
                  <a:cubicBezTo>
                    <a:pt x="232" y="228"/>
                    <a:pt x="233" y="230"/>
                    <a:pt x="233" y="232"/>
                  </a:cubicBezTo>
                  <a:cubicBezTo>
                    <a:pt x="233" y="232"/>
                    <a:pt x="233" y="232"/>
                    <a:pt x="233" y="232"/>
                  </a:cubicBezTo>
                  <a:cubicBezTo>
                    <a:pt x="234" y="234"/>
                    <a:pt x="234" y="235"/>
                    <a:pt x="235" y="237"/>
                  </a:cubicBezTo>
                  <a:cubicBezTo>
                    <a:pt x="235" y="237"/>
                    <a:pt x="235" y="237"/>
                    <a:pt x="235" y="238"/>
                  </a:cubicBezTo>
                  <a:cubicBezTo>
                    <a:pt x="235" y="239"/>
                    <a:pt x="236" y="241"/>
                    <a:pt x="236" y="243"/>
                  </a:cubicBezTo>
                  <a:cubicBezTo>
                    <a:pt x="236" y="243"/>
                    <a:pt x="236" y="243"/>
                    <a:pt x="236" y="243"/>
                  </a:cubicBezTo>
                  <a:cubicBezTo>
                    <a:pt x="237" y="245"/>
                    <a:pt x="237" y="246"/>
                    <a:pt x="238" y="248"/>
                  </a:cubicBezTo>
                  <a:cubicBezTo>
                    <a:pt x="238" y="248"/>
                    <a:pt x="238" y="248"/>
                    <a:pt x="238" y="249"/>
                  </a:cubicBezTo>
                  <a:cubicBezTo>
                    <a:pt x="239" y="250"/>
                    <a:pt x="239" y="252"/>
                    <a:pt x="240" y="253"/>
                  </a:cubicBezTo>
                  <a:cubicBezTo>
                    <a:pt x="240" y="254"/>
                    <a:pt x="240" y="254"/>
                    <a:pt x="241" y="255"/>
                  </a:cubicBezTo>
                  <a:cubicBezTo>
                    <a:pt x="241" y="256"/>
                    <a:pt x="242" y="257"/>
                    <a:pt x="242" y="259"/>
                  </a:cubicBezTo>
                  <a:cubicBezTo>
                    <a:pt x="243" y="259"/>
                    <a:pt x="243" y="260"/>
                    <a:pt x="243" y="260"/>
                  </a:cubicBezTo>
                  <a:cubicBezTo>
                    <a:pt x="244" y="262"/>
                    <a:pt x="244" y="263"/>
                    <a:pt x="245" y="264"/>
                  </a:cubicBezTo>
                  <a:cubicBezTo>
                    <a:pt x="245" y="265"/>
                    <a:pt x="245" y="265"/>
                    <a:pt x="245" y="265"/>
                  </a:cubicBezTo>
                  <a:cubicBezTo>
                    <a:pt x="242" y="264"/>
                    <a:pt x="239" y="264"/>
                    <a:pt x="236" y="264"/>
                  </a:cubicBezTo>
                  <a:cubicBezTo>
                    <a:pt x="232" y="265"/>
                    <a:pt x="229" y="265"/>
                    <a:pt x="227" y="267"/>
                  </a:cubicBezTo>
                  <a:cubicBezTo>
                    <a:pt x="219" y="271"/>
                    <a:pt x="218" y="279"/>
                    <a:pt x="218" y="287"/>
                  </a:cubicBezTo>
                  <a:cubicBezTo>
                    <a:pt x="219" y="297"/>
                    <a:pt x="227" y="304"/>
                    <a:pt x="234" y="311"/>
                  </a:cubicBezTo>
                  <a:cubicBezTo>
                    <a:pt x="246" y="323"/>
                    <a:pt x="252" y="339"/>
                    <a:pt x="261" y="352"/>
                  </a:cubicBezTo>
                  <a:cubicBezTo>
                    <a:pt x="265" y="357"/>
                    <a:pt x="271" y="364"/>
                    <a:pt x="279" y="363"/>
                  </a:cubicBezTo>
                  <a:cubicBezTo>
                    <a:pt x="279" y="363"/>
                    <a:pt x="279" y="363"/>
                    <a:pt x="279" y="363"/>
                  </a:cubicBezTo>
                  <a:cubicBezTo>
                    <a:pt x="279" y="363"/>
                    <a:pt x="279" y="363"/>
                    <a:pt x="279" y="363"/>
                  </a:cubicBezTo>
                  <a:cubicBezTo>
                    <a:pt x="281" y="362"/>
                    <a:pt x="283" y="361"/>
                    <a:pt x="284" y="360"/>
                  </a:cubicBezTo>
                  <a:cubicBezTo>
                    <a:pt x="292" y="376"/>
                    <a:pt x="301" y="392"/>
                    <a:pt x="310" y="403"/>
                  </a:cubicBezTo>
                  <a:cubicBezTo>
                    <a:pt x="313" y="427"/>
                    <a:pt x="315" y="465"/>
                    <a:pt x="301" y="480"/>
                  </a:cubicBezTo>
                  <a:cubicBezTo>
                    <a:pt x="281" y="503"/>
                    <a:pt x="221" y="510"/>
                    <a:pt x="194" y="516"/>
                  </a:cubicBezTo>
                  <a:cubicBezTo>
                    <a:pt x="167" y="523"/>
                    <a:pt x="91" y="519"/>
                    <a:pt x="79" y="655"/>
                  </a:cubicBezTo>
                  <a:cubicBezTo>
                    <a:pt x="68" y="790"/>
                    <a:pt x="15" y="884"/>
                    <a:pt x="7" y="982"/>
                  </a:cubicBezTo>
                  <a:cubicBezTo>
                    <a:pt x="0" y="1081"/>
                    <a:pt x="15" y="1213"/>
                    <a:pt x="17" y="1245"/>
                  </a:cubicBezTo>
                  <a:cubicBezTo>
                    <a:pt x="20" y="1278"/>
                    <a:pt x="22" y="1347"/>
                    <a:pt x="11" y="1379"/>
                  </a:cubicBezTo>
                  <a:cubicBezTo>
                    <a:pt x="0" y="1410"/>
                    <a:pt x="8" y="1454"/>
                    <a:pt x="8" y="1454"/>
                  </a:cubicBezTo>
                  <a:cubicBezTo>
                    <a:pt x="8" y="1454"/>
                    <a:pt x="8" y="1454"/>
                    <a:pt x="8" y="1454"/>
                  </a:cubicBezTo>
                  <a:cubicBezTo>
                    <a:pt x="8" y="1455"/>
                    <a:pt x="8" y="1455"/>
                    <a:pt x="8" y="1455"/>
                  </a:cubicBezTo>
                  <a:cubicBezTo>
                    <a:pt x="8" y="1455"/>
                    <a:pt x="13" y="1461"/>
                    <a:pt x="21" y="1468"/>
                  </a:cubicBezTo>
                  <a:cubicBezTo>
                    <a:pt x="21" y="1470"/>
                    <a:pt x="22" y="1472"/>
                    <a:pt x="24" y="1474"/>
                  </a:cubicBezTo>
                  <a:cubicBezTo>
                    <a:pt x="22" y="1469"/>
                    <a:pt x="22" y="1469"/>
                    <a:pt x="22" y="1469"/>
                  </a:cubicBezTo>
                  <a:cubicBezTo>
                    <a:pt x="29" y="1476"/>
                    <a:pt x="39" y="1483"/>
                    <a:pt x="45" y="1483"/>
                  </a:cubicBezTo>
                  <a:cubicBezTo>
                    <a:pt x="45" y="1483"/>
                    <a:pt x="78" y="1509"/>
                    <a:pt x="96" y="1508"/>
                  </a:cubicBezTo>
                  <a:cubicBezTo>
                    <a:pt x="100" y="1507"/>
                    <a:pt x="99" y="1498"/>
                    <a:pt x="99" y="1498"/>
                  </a:cubicBezTo>
                  <a:cubicBezTo>
                    <a:pt x="99" y="1498"/>
                    <a:pt x="110" y="1500"/>
                    <a:pt x="110" y="1491"/>
                  </a:cubicBezTo>
                  <a:cubicBezTo>
                    <a:pt x="110" y="1490"/>
                    <a:pt x="110" y="1489"/>
                    <a:pt x="110" y="1489"/>
                  </a:cubicBezTo>
                  <a:cubicBezTo>
                    <a:pt x="108" y="1480"/>
                    <a:pt x="89" y="1472"/>
                    <a:pt x="88" y="1471"/>
                  </a:cubicBezTo>
                  <a:cubicBezTo>
                    <a:pt x="88" y="1465"/>
                    <a:pt x="86" y="1423"/>
                    <a:pt x="86" y="1421"/>
                  </a:cubicBezTo>
                  <a:cubicBezTo>
                    <a:pt x="85" y="1419"/>
                    <a:pt x="99" y="1400"/>
                    <a:pt x="101" y="1398"/>
                  </a:cubicBezTo>
                  <a:cubicBezTo>
                    <a:pt x="101" y="1401"/>
                    <a:pt x="100" y="1413"/>
                    <a:pt x="102" y="1425"/>
                  </a:cubicBezTo>
                  <a:cubicBezTo>
                    <a:pt x="105" y="1442"/>
                    <a:pt x="113" y="1460"/>
                    <a:pt x="133" y="1463"/>
                  </a:cubicBezTo>
                  <a:cubicBezTo>
                    <a:pt x="133" y="1463"/>
                    <a:pt x="136" y="1426"/>
                    <a:pt x="138" y="1420"/>
                  </a:cubicBezTo>
                  <a:cubicBezTo>
                    <a:pt x="139" y="1414"/>
                    <a:pt x="139" y="1350"/>
                    <a:pt x="139" y="1350"/>
                  </a:cubicBezTo>
                  <a:cubicBezTo>
                    <a:pt x="139" y="1350"/>
                    <a:pt x="139" y="1348"/>
                    <a:pt x="138" y="1345"/>
                  </a:cubicBezTo>
                  <a:cubicBezTo>
                    <a:pt x="137" y="1339"/>
                    <a:pt x="133" y="1325"/>
                    <a:pt x="118" y="1306"/>
                  </a:cubicBezTo>
                  <a:cubicBezTo>
                    <a:pt x="109" y="1294"/>
                    <a:pt x="105" y="1282"/>
                    <a:pt x="103" y="1269"/>
                  </a:cubicBezTo>
                  <a:cubicBezTo>
                    <a:pt x="100" y="1252"/>
                    <a:pt x="101" y="1236"/>
                    <a:pt x="100" y="1223"/>
                  </a:cubicBezTo>
                  <a:cubicBezTo>
                    <a:pt x="98" y="1200"/>
                    <a:pt x="117" y="1048"/>
                    <a:pt x="122" y="1031"/>
                  </a:cubicBezTo>
                  <a:cubicBezTo>
                    <a:pt x="128" y="1014"/>
                    <a:pt x="132" y="953"/>
                    <a:pt x="131" y="934"/>
                  </a:cubicBezTo>
                  <a:cubicBezTo>
                    <a:pt x="129" y="914"/>
                    <a:pt x="166" y="815"/>
                    <a:pt x="168" y="810"/>
                  </a:cubicBezTo>
                  <a:cubicBezTo>
                    <a:pt x="170" y="809"/>
                    <a:pt x="170" y="809"/>
                    <a:pt x="170" y="809"/>
                  </a:cubicBezTo>
                  <a:cubicBezTo>
                    <a:pt x="170" y="825"/>
                    <a:pt x="171" y="841"/>
                    <a:pt x="172" y="855"/>
                  </a:cubicBezTo>
                  <a:cubicBezTo>
                    <a:pt x="178" y="907"/>
                    <a:pt x="181" y="1087"/>
                    <a:pt x="176" y="1126"/>
                  </a:cubicBezTo>
                  <a:cubicBezTo>
                    <a:pt x="171" y="1165"/>
                    <a:pt x="182" y="1180"/>
                    <a:pt x="162" y="1319"/>
                  </a:cubicBezTo>
                  <a:cubicBezTo>
                    <a:pt x="161" y="1319"/>
                    <a:pt x="161" y="1319"/>
                    <a:pt x="161" y="1319"/>
                  </a:cubicBezTo>
                  <a:cubicBezTo>
                    <a:pt x="161" y="1319"/>
                    <a:pt x="151" y="1402"/>
                    <a:pt x="147" y="1433"/>
                  </a:cubicBezTo>
                  <a:cubicBezTo>
                    <a:pt x="143" y="1460"/>
                    <a:pt x="136" y="1546"/>
                    <a:pt x="149" y="1620"/>
                  </a:cubicBezTo>
                  <a:cubicBezTo>
                    <a:pt x="151" y="1630"/>
                    <a:pt x="153" y="1640"/>
                    <a:pt x="156" y="1650"/>
                  </a:cubicBezTo>
                  <a:cubicBezTo>
                    <a:pt x="164" y="1679"/>
                    <a:pt x="169" y="1704"/>
                    <a:pt x="173" y="1727"/>
                  </a:cubicBezTo>
                  <a:cubicBezTo>
                    <a:pt x="180" y="1765"/>
                    <a:pt x="182" y="1798"/>
                    <a:pt x="180" y="1833"/>
                  </a:cubicBezTo>
                  <a:cubicBezTo>
                    <a:pt x="177" y="1890"/>
                    <a:pt x="190" y="1943"/>
                    <a:pt x="191" y="1997"/>
                  </a:cubicBezTo>
                  <a:cubicBezTo>
                    <a:pt x="192" y="2041"/>
                    <a:pt x="197" y="2161"/>
                    <a:pt x="216" y="2265"/>
                  </a:cubicBezTo>
                  <a:cubicBezTo>
                    <a:pt x="220" y="2289"/>
                    <a:pt x="225" y="2313"/>
                    <a:pt x="231" y="2334"/>
                  </a:cubicBezTo>
                  <a:cubicBezTo>
                    <a:pt x="234" y="2345"/>
                    <a:pt x="236" y="2355"/>
                    <a:pt x="238" y="2364"/>
                  </a:cubicBezTo>
                  <a:cubicBezTo>
                    <a:pt x="255" y="2457"/>
                    <a:pt x="224" y="2499"/>
                    <a:pt x="224" y="2499"/>
                  </a:cubicBezTo>
                  <a:cubicBezTo>
                    <a:pt x="224" y="2499"/>
                    <a:pt x="200" y="2541"/>
                    <a:pt x="192" y="2571"/>
                  </a:cubicBezTo>
                  <a:cubicBezTo>
                    <a:pt x="187" y="2589"/>
                    <a:pt x="173" y="2594"/>
                    <a:pt x="168" y="2608"/>
                  </a:cubicBezTo>
                  <a:cubicBezTo>
                    <a:pt x="164" y="2620"/>
                    <a:pt x="150" y="2629"/>
                    <a:pt x="153" y="2648"/>
                  </a:cubicBezTo>
                  <a:cubicBezTo>
                    <a:pt x="153" y="2651"/>
                    <a:pt x="154" y="2654"/>
                    <a:pt x="155" y="2657"/>
                  </a:cubicBezTo>
                  <a:cubicBezTo>
                    <a:pt x="155" y="2657"/>
                    <a:pt x="160" y="2682"/>
                    <a:pt x="172" y="2673"/>
                  </a:cubicBezTo>
                  <a:cubicBezTo>
                    <a:pt x="172" y="2673"/>
                    <a:pt x="182" y="2690"/>
                    <a:pt x="194" y="2683"/>
                  </a:cubicBezTo>
                  <a:cubicBezTo>
                    <a:pt x="194" y="2684"/>
                    <a:pt x="194" y="2684"/>
                    <a:pt x="194" y="2685"/>
                  </a:cubicBezTo>
                  <a:cubicBezTo>
                    <a:pt x="195" y="2683"/>
                    <a:pt x="195" y="2683"/>
                    <a:pt x="195" y="2683"/>
                  </a:cubicBezTo>
                  <a:cubicBezTo>
                    <a:pt x="196" y="2685"/>
                    <a:pt x="211" y="2700"/>
                    <a:pt x="221" y="2685"/>
                  </a:cubicBezTo>
                  <a:cubicBezTo>
                    <a:pt x="221" y="2686"/>
                    <a:pt x="221" y="2687"/>
                    <a:pt x="222" y="2689"/>
                  </a:cubicBezTo>
                  <a:cubicBezTo>
                    <a:pt x="223" y="2696"/>
                    <a:pt x="228" y="2706"/>
                    <a:pt x="249" y="2705"/>
                  </a:cubicBezTo>
                  <a:cubicBezTo>
                    <a:pt x="279" y="2703"/>
                    <a:pt x="281" y="2690"/>
                    <a:pt x="280" y="2672"/>
                  </a:cubicBezTo>
                  <a:cubicBezTo>
                    <a:pt x="279" y="2654"/>
                    <a:pt x="293" y="2651"/>
                    <a:pt x="293" y="2651"/>
                  </a:cubicBezTo>
                  <a:cubicBezTo>
                    <a:pt x="293" y="2651"/>
                    <a:pt x="314" y="2635"/>
                    <a:pt x="314" y="2616"/>
                  </a:cubicBezTo>
                  <a:cubicBezTo>
                    <a:pt x="314" y="2596"/>
                    <a:pt x="328" y="2580"/>
                    <a:pt x="328" y="2580"/>
                  </a:cubicBezTo>
                  <a:cubicBezTo>
                    <a:pt x="328" y="2580"/>
                    <a:pt x="344" y="2573"/>
                    <a:pt x="337" y="2535"/>
                  </a:cubicBezTo>
                  <a:cubicBezTo>
                    <a:pt x="337" y="2532"/>
                    <a:pt x="336" y="2528"/>
                    <a:pt x="335" y="2524"/>
                  </a:cubicBezTo>
                  <a:cubicBezTo>
                    <a:pt x="335" y="2523"/>
                    <a:pt x="341" y="2500"/>
                    <a:pt x="337" y="2478"/>
                  </a:cubicBezTo>
                  <a:cubicBezTo>
                    <a:pt x="337" y="2477"/>
                    <a:pt x="336" y="2475"/>
                    <a:pt x="336" y="2473"/>
                  </a:cubicBezTo>
                  <a:cubicBezTo>
                    <a:pt x="336" y="2472"/>
                    <a:pt x="335" y="2471"/>
                    <a:pt x="335" y="2469"/>
                  </a:cubicBezTo>
                  <a:cubicBezTo>
                    <a:pt x="330" y="2440"/>
                    <a:pt x="332" y="2368"/>
                    <a:pt x="333" y="2341"/>
                  </a:cubicBezTo>
                  <a:cubicBezTo>
                    <a:pt x="334" y="2311"/>
                    <a:pt x="352" y="2147"/>
                    <a:pt x="340" y="2083"/>
                  </a:cubicBezTo>
                  <a:cubicBezTo>
                    <a:pt x="340" y="2083"/>
                    <a:pt x="340" y="2083"/>
                    <a:pt x="340" y="2082"/>
                  </a:cubicBezTo>
                  <a:cubicBezTo>
                    <a:pt x="340" y="2082"/>
                    <a:pt x="340" y="2082"/>
                    <a:pt x="340" y="2082"/>
                  </a:cubicBezTo>
                  <a:cubicBezTo>
                    <a:pt x="339" y="2079"/>
                    <a:pt x="339" y="2076"/>
                    <a:pt x="338" y="2073"/>
                  </a:cubicBezTo>
                  <a:cubicBezTo>
                    <a:pt x="321" y="1974"/>
                    <a:pt x="348" y="1939"/>
                    <a:pt x="348" y="1890"/>
                  </a:cubicBezTo>
                  <a:cubicBezTo>
                    <a:pt x="348" y="1890"/>
                    <a:pt x="352" y="1833"/>
                    <a:pt x="346" y="1787"/>
                  </a:cubicBezTo>
                  <a:cubicBezTo>
                    <a:pt x="341" y="1740"/>
                    <a:pt x="351" y="1688"/>
                    <a:pt x="357" y="1629"/>
                  </a:cubicBezTo>
                  <a:cubicBezTo>
                    <a:pt x="360" y="1591"/>
                    <a:pt x="366" y="1555"/>
                    <a:pt x="370" y="1527"/>
                  </a:cubicBezTo>
                  <a:cubicBezTo>
                    <a:pt x="375" y="1529"/>
                    <a:pt x="381" y="1530"/>
                    <a:pt x="387" y="1530"/>
                  </a:cubicBezTo>
                  <a:cubicBezTo>
                    <a:pt x="389" y="1530"/>
                    <a:pt x="391" y="1530"/>
                    <a:pt x="393" y="1529"/>
                  </a:cubicBezTo>
                  <a:cubicBezTo>
                    <a:pt x="397" y="1557"/>
                    <a:pt x="403" y="1592"/>
                    <a:pt x="406" y="1628"/>
                  </a:cubicBezTo>
                  <a:cubicBezTo>
                    <a:pt x="412" y="1687"/>
                    <a:pt x="422" y="1739"/>
                    <a:pt x="416" y="1786"/>
                  </a:cubicBezTo>
                  <a:cubicBezTo>
                    <a:pt x="411" y="1833"/>
                    <a:pt x="415" y="1889"/>
                    <a:pt x="415" y="1889"/>
                  </a:cubicBezTo>
                  <a:cubicBezTo>
                    <a:pt x="415" y="1900"/>
                    <a:pt x="416" y="1911"/>
                    <a:pt x="418" y="1921"/>
                  </a:cubicBezTo>
                  <a:cubicBezTo>
                    <a:pt x="420" y="1934"/>
                    <a:pt x="423" y="1946"/>
                    <a:pt x="426" y="1960"/>
                  </a:cubicBezTo>
                  <a:cubicBezTo>
                    <a:pt x="431" y="1989"/>
                    <a:pt x="434" y="2026"/>
                    <a:pt x="423" y="2082"/>
                  </a:cubicBezTo>
                  <a:cubicBezTo>
                    <a:pt x="411" y="2147"/>
                    <a:pt x="429" y="2311"/>
                    <a:pt x="430" y="2340"/>
                  </a:cubicBezTo>
                  <a:cubicBezTo>
                    <a:pt x="431" y="2369"/>
                    <a:pt x="433" y="2450"/>
                    <a:pt x="427" y="2473"/>
                  </a:cubicBezTo>
                  <a:cubicBezTo>
                    <a:pt x="423" y="2490"/>
                    <a:pt x="425" y="2507"/>
                    <a:pt x="426" y="2516"/>
                  </a:cubicBezTo>
                  <a:cubicBezTo>
                    <a:pt x="427" y="2520"/>
                    <a:pt x="428" y="2522"/>
                    <a:pt x="428" y="2523"/>
                  </a:cubicBezTo>
                  <a:cubicBezTo>
                    <a:pt x="423" y="2541"/>
                    <a:pt x="423" y="2553"/>
                    <a:pt x="425" y="2562"/>
                  </a:cubicBezTo>
                  <a:cubicBezTo>
                    <a:pt x="428" y="2576"/>
                    <a:pt x="435" y="2580"/>
                    <a:pt x="435" y="2580"/>
                  </a:cubicBezTo>
                  <a:cubicBezTo>
                    <a:pt x="435" y="2580"/>
                    <a:pt x="446" y="2592"/>
                    <a:pt x="449" y="2608"/>
                  </a:cubicBezTo>
                  <a:cubicBezTo>
                    <a:pt x="449" y="2610"/>
                    <a:pt x="449" y="2613"/>
                    <a:pt x="449" y="2615"/>
                  </a:cubicBezTo>
                  <a:cubicBezTo>
                    <a:pt x="449" y="2616"/>
                    <a:pt x="449" y="2618"/>
                    <a:pt x="450" y="2619"/>
                  </a:cubicBezTo>
                  <a:cubicBezTo>
                    <a:pt x="452" y="2637"/>
                    <a:pt x="470" y="2651"/>
                    <a:pt x="470" y="2651"/>
                  </a:cubicBezTo>
                  <a:cubicBezTo>
                    <a:pt x="470" y="2651"/>
                    <a:pt x="480" y="2653"/>
                    <a:pt x="483" y="2665"/>
                  </a:cubicBezTo>
                  <a:cubicBezTo>
                    <a:pt x="483" y="2667"/>
                    <a:pt x="483" y="2669"/>
                    <a:pt x="483" y="2671"/>
                  </a:cubicBezTo>
                  <a:cubicBezTo>
                    <a:pt x="483" y="2676"/>
                    <a:pt x="483" y="2680"/>
                    <a:pt x="483" y="2684"/>
                  </a:cubicBezTo>
                  <a:cubicBezTo>
                    <a:pt x="485" y="2696"/>
                    <a:pt x="492" y="2703"/>
                    <a:pt x="514" y="2705"/>
                  </a:cubicBezTo>
                  <a:cubicBezTo>
                    <a:pt x="544" y="2707"/>
                    <a:pt x="542" y="2685"/>
                    <a:pt x="542" y="2685"/>
                  </a:cubicBezTo>
                  <a:cubicBezTo>
                    <a:pt x="551" y="2699"/>
                    <a:pt x="566" y="2686"/>
                    <a:pt x="568" y="2683"/>
                  </a:cubicBezTo>
                  <a:cubicBezTo>
                    <a:pt x="569" y="2685"/>
                    <a:pt x="569" y="2685"/>
                    <a:pt x="569" y="2685"/>
                  </a:cubicBezTo>
                  <a:cubicBezTo>
                    <a:pt x="569" y="2684"/>
                    <a:pt x="569" y="2684"/>
                    <a:pt x="569" y="2683"/>
                  </a:cubicBezTo>
                  <a:cubicBezTo>
                    <a:pt x="581" y="2690"/>
                    <a:pt x="591" y="2673"/>
                    <a:pt x="591" y="2673"/>
                  </a:cubicBezTo>
                  <a:cubicBezTo>
                    <a:pt x="603" y="2682"/>
                    <a:pt x="608" y="2657"/>
                    <a:pt x="608" y="2657"/>
                  </a:cubicBezTo>
                  <a:cubicBezTo>
                    <a:pt x="611" y="2649"/>
                    <a:pt x="611" y="2642"/>
                    <a:pt x="610" y="2637"/>
                  </a:cubicBezTo>
                  <a:cubicBezTo>
                    <a:pt x="607" y="2625"/>
                    <a:pt x="598" y="2617"/>
                    <a:pt x="595" y="2608"/>
                  </a:cubicBezTo>
                  <a:cubicBezTo>
                    <a:pt x="590" y="2594"/>
                    <a:pt x="576" y="2589"/>
                    <a:pt x="571" y="2571"/>
                  </a:cubicBezTo>
                  <a:cubicBezTo>
                    <a:pt x="563" y="2541"/>
                    <a:pt x="539" y="2499"/>
                    <a:pt x="539" y="2499"/>
                  </a:cubicBezTo>
                  <a:cubicBezTo>
                    <a:pt x="539" y="2499"/>
                    <a:pt x="528" y="2484"/>
                    <a:pt x="523" y="2454"/>
                  </a:cubicBezTo>
                  <a:cubicBezTo>
                    <a:pt x="518" y="2427"/>
                    <a:pt x="517" y="2387"/>
                    <a:pt x="532" y="2334"/>
                  </a:cubicBezTo>
                  <a:cubicBezTo>
                    <a:pt x="563" y="2220"/>
                    <a:pt x="570" y="2052"/>
                    <a:pt x="572" y="1998"/>
                  </a:cubicBezTo>
                  <a:cubicBezTo>
                    <a:pt x="573" y="1944"/>
                    <a:pt x="586" y="1891"/>
                    <a:pt x="583" y="1834"/>
                  </a:cubicBezTo>
                  <a:cubicBezTo>
                    <a:pt x="580" y="1777"/>
                    <a:pt x="586" y="1729"/>
                    <a:pt x="607" y="1650"/>
                  </a:cubicBezTo>
                  <a:cubicBezTo>
                    <a:pt x="629" y="1572"/>
                    <a:pt x="621" y="1465"/>
                    <a:pt x="623" y="1433"/>
                  </a:cubicBezTo>
                  <a:cubicBezTo>
                    <a:pt x="627" y="1376"/>
                    <a:pt x="620" y="1312"/>
                    <a:pt x="620" y="1312"/>
                  </a:cubicBezTo>
                  <a:cubicBezTo>
                    <a:pt x="620" y="1312"/>
                    <a:pt x="620" y="1312"/>
                    <a:pt x="620" y="1312"/>
                  </a:cubicBezTo>
                  <a:cubicBezTo>
                    <a:pt x="620" y="1311"/>
                    <a:pt x="620" y="1311"/>
                    <a:pt x="620" y="1311"/>
                  </a:cubicBezTo>
                  <a:cubicBezTo>
                    <a:pt x="619" y="1311"/>
                    <a:pt x="619" y="1311"/>
                    <a:pt x="619" y="1311"/>
                  </a:cubicBezTo>
                  <a:cubicBezTo>
                    <a:pt x="618" y="1299"/>
                    <a:pt x="614" y="1276"/>
                    <a:pt x="611" y="1255"/>
                  </a:cubicBezTo>
                  <a:cubicBezTo>
                    <a:pt x="608" y="1242"/>
                    <a:pt x="606" y="1229"/>
                    <a:pt x="603" y="1219"/>
                  </a:cubicBezTo>
                  <a:cubicBezTo>
                    <a:pt x="602" y="1215"/>
                    <a:pt x="601" y="1210"/>
                    <a:pt x="600" y="1204"/>
                  </a:cubicBezTo>
                  <a:cubicBezTo>
                    <a:pt x="593" y="1162"/>
                    <a:pt x="587" y="1083"/>
                    <a:pt x="590" y="1038"/>
                  </a:cubicBezTo>
                  <a:cubicBezTo>
                    <a:pt x="593" y="989"/>
                    <a:pt x="626" y="874"/>
                    <a:pt x="627" y="792"/>
                  </a:cubicBezTo>
                  <a:cubicBezTo>
                    <a:pt x="628" y="793"/>
                    <a:pt x="628" y="793"/>
                    <a:pt x="628" y="793"/>
                  </a:cubicBezTo>
                  <a:cubicBezTo>
                    <a:pt x="628" y="794"/>
                    <a:pt x="628" y="794"/>
                    <a:pt x="628" y="794"/>
                  </a:cubicBezTo>
                  <a:cubicBezTo>
                    <a:pt x="628" y="793"/>
                    <a:pt x="628" y="793"/>
                    <a:pt x="628" y="793"/>
                  </a:cubicBezTo>
                  <a:cubicBezTo>
                    <a:pt x="631" y="799"/>
                    <a:pt x="631" y="799"/>
                    <a:pt x="631" y="799"/>
                  </a:cubicBezTo>
                  <a:cubicBezTo>
                    <a:pt x="632" y="805"/>
                    <a:pt x="634" y="814"/>
                    <a:pt x="636" y="827"/>
                  </a:cubicBezTo>
                  <a:cubicBezTo>
                    <a:pt x="641" y="854"/>
                    <a:pt x="649" y="894"/>
                    <a:pt x="656" y="932"/>
                  </a:cubicBezTo>
                  <a:cubicBezTo>
                    <a:pt x="662" y="970"/>
                    <a:pt x="668" y="1004"/>
                    <a:pt x="668" y="1020"/>
                  </a:cubicBezTo>
                  <a:cubicBezTo>
                    <a:pt x="668" y="1058"/>
                    <a:pt x="669" y="1223"/>
                    <a:pt x="672" y="1250"/>
                  </a:cubicBezTo>
                  <a:cubicBezTo>
                    <a:pt x="676" y="1277"/>
                    <a:pt x="677" y="1307"/>
                    <a:pt x="659" y="1331"/>
                  </a:cubicBezTo>
                  <a:cubicBezTo>
                    <a:pt x="641" y="1356"/>
                    <a:pt x="636" y="1373"/>
                    <a:pt x="634" y="1380"/>
                  </a:cubicBezTo>
                  <a:cubicBezTo>
                    <a:pt x="632" y="1386"/>
                    <a:pt x="633" y="1460"/>
                    <a:pt x="633" y="1460"/>
                  </a:cubicBezTo>
                  <a:cubicBezTo>
                    <a:pt x="634" y="1461"/>
                    <a:pt x="634" y="1461"/>
                    <a:pt x="634" y="1461"/>
                  </a:cubicBezTo>
                  <a:cubicBezTo>
                    <a:pt x="634" y="1461"/>
                    <a:pt x="634" y="1461"/>
                    <a:pt x="634" y="1461"/>
                  </a:cubicBezTo>
                  <a:cubicBezTo>
                    <a:pt x="639" y="1486"/>
                    <a:pt x="639" y="1486"/>
                    <a:pt x="639" y="1486"/>
                  </a:cubicBezTo>
                  <a:cubicBezTo>
                    <a:pt x="665" y="1478"/>
                    <a:pt x="660" y="1412"/>
                    <a:pt x="660" y="1412"/>
                  </a:cubicBezTo>
                  <a:cubicBezTo>
                    <a:pt x="668" y="1421"/>
                    <a:pt x="671" y="1431"/>
                    <a:pt x="672" y="1439"/>
                  </a:cubicBezTo>
                  <a:cubicBezTo>
                    <a:pt x="674" y="1448"/>
                    <a:pt x="674" y="1456"/>
                    <a:pt x="674" y="1461"/>
                  </a:cubicBezTo>
                  <a:cubicBezTo>
                    <a:pt x="675" y="1471"/>
                    <a:pt x="672" y="1497"/>
                    <a:pt x="668" y="1500"/>
                  </a:cubicBezTo>
                  <a:cubicBezTo>
                    <a:pt x="665" y="1502"/>
                    <a:pt x="659" y="1519"/>
                    <a:pt x="661" y="1528"/>
                  </a:cubicBezTo>
                  <a:cubicBezTo>
                    <a:pt x="661" y="1531"/>
                    <a:pt x="662" y="1533"/>
                    <a:pt x="663" y="1534"/>
                  </a:cubicBezTo>
                  <a:cubicBezTo>
                    <a:pt x="670" y="1541"/>
                    <a:pt x="682" y="1532"/>
                    <a:pt x="682" y="1532"/>
                  </a:cubicBezTo>
                  <a:cubicBezTo>
                    <a:pt x="691" y="1537"/>
                    <a:pt x="699" y="1530"/>
                    <a:pt x="704" y="1524"/>
                  </a:cubicBezTo>
                  <a:cubicBezTo>
                    <a:pt x="704" y="1525"/>
                    <a:pt x="704" y="1525"/>
                    <a:pt x="704" y="1526"/>
                  </a:cubicBezTo>
                  <a:cubicBezTo>
                    <a:pt x="705" y="1523"/>
                    <a:pt x="705" y="1523"/>
                    <a:pt x="705" y="1523"/>
                  </a:cubicBezTo>
                  <a:cubicBezTo>
                    <a:pt x="707" y="1521"/>
                    <a:pt x="708" y="1519"/>
                    <a:pt x="708" y="1519"/>
                  </a:cubicBezTo>
                  <a:cubicBezTo>
                    <a:pt x="717" y="1520"/>
                    <a:pt x="741" y="1500"/>
                    <a:pt x="750" y="1481"/>
                  </a:cubicBezTo>
                  <a:cubicBezTo>
                    <a:pt x="760" y="1461"/>
                    <a:pt x="765" y="1408"/>
                    <a:pt x="758" y="1367"/>
                  </a:cubicBezTo>
                  <a:cubicBezTo>
                    <a:pt x="750" y="1327"/>
                    <a:pt x="750" y="1273"/>
                    <a:pt x="758" y="1227"/>
                  </a:cubicBezTo>
                  <a:close/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</p:grpSp>
      <p:grpSp>
        <p:nvGrpSpPr>
          <p:cNvPr id="62471" name="full-body-female-silhouette-outline">
            <a:extLst>
              <a:ext uri="{FF2B5EF4-FFF2-40B4-BE49-F238E27FC236}">
                <a16:creationId xmlns:a16="http://schemas.microsoft.com/office/drawing/2014/main" id="{F9C6BC70-E504-4335-9E1F-F5DD9B1C5A27}"/>
              </a:ext>
            </a:extLst>
          </p:cNvPr>
          <p:cNvGrpSpPr>
            <a:grpSpLocks/>
          </p:cNvGrpSpPr>
          <p:nvPr/>
        </p:nvGrpSpPr>
        <p:grpSpPr bwMode="auto">
          <a:xfrm>
            <a:off x="5895975" y="1182688"/>
            <a:ext cx="979488" cy="3662362"/>
            <a:chOff x="2754" y="699"/>
            <a:chExt cx="617" cy="2307"/>
          </a:xfrm>
        </p:grpSpPr>
        <p:sp>
          <p:nvSpPr>
            <p:cNvPr id="62489" name="Freeform 195">
              <a:extLst>
                <a:ext uri="{FF2B5EF4-FFF2-40B4-BE49-F238E27FC236}">
                  <a16:creationId xmlns:a16="http://schemas.microsoft.com/office/drawing/2014/main" id="{DAD037D7-2CFE-4392-8757-A0A21DEDAC7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754" y="699"/>
              <a:ext cx="617" cy="2307"/>
            </a:xfrm>
            <a:custGeom>
              <a:avLst/>
              <a:gdLst>
                <a:gd name="T0" fmla="*/ 158 w 752"/>
                <a:gd name="T1" fmla="*/ 227 h 2830"/>
                <a:gd name="T2" fmla="*/ 268 w 752"/>
                <a:gd name="T3" fmla="*/ 153 h 2830"/>
                <a:gd name="T4" fmla="*/ 286 w 752"/>
                <a:gd name="T5" fmla="*/ 115 h 2830"/>
                <a:gd name="T6" fmla="*/ 253 w 752"/>
                <a:gd name="T7" fmla="*/ 13 h 2830"/>
                <a:gd name="T8" fmla="*/ 240 w 752"/>
                <a:gd name="T9" fmla="*/ 4 h 2830"/>
                <a:gd name="T10" fmla="*/ 192 w 752"/>
                <a:gd name="T11" fmla="*/ 5 h 2830"/>
                <a:gd name="T12" fmla="*/ 153 w 752"/>
                <a:gd name="T13" fmla="*/ 28 h 2830"/>
                <a:gd name="T14" fmla="*/ 133 w 752"/>
                <a:gd name="T15" fmla="*/ 131 h 2830"/>
                <a:gd name="T16" fmla="*/ 138 w 752"/>
                <a:gd name="T17" fmla="*/ 186 h 2830"/>
                <a:gd name="T18" fmla="*/ 107 w 752"/>
                <a:gd name="T19" fmla="*/ 249 h 2830"/>
                <a:gd name="T20" fmla="*/ 13 w 752"/>
                <a:gd name="T21" fmla="*/ 645 h 2830"/>
                <a:gd name="T22" fmla="*/ 17 w 752"/>
                <a:gd name="T23" fmla="*/ 865 h 2830"/>
                <a:gd name="T24" fmla="*/ 57 w 752"/>
                <a:gd name="T25" fmla="*/ 863 h 2830"/>
                <a:gd name="T26" fmla="*/ 57 w 752"/>
                <a:gd name="T27" fmla="*/ 861 h 2830"/>
                <a:gd name="T28" fmla="*/ 51 w 752"/>
                <a:gd name="T29" fmla="*/ 792 h 2830"/>
                <a:gd name="T30" fmla="*/ 64 w 752"/>
                <a:gd name="T31" fmla="*/ 635 h 2830"/>
                <a:gd name="T32" fmla="*/ 103 w 752"/>
                <a:gd name="T33" fmla="*/ 542 h 2830"/>
                <a:gd name="T34" fmla="*/ 119 w 752"/>
                <a:gd name="T35" fmla="*/ 1120 h 2830"/>
                <a:gd name="T36" fmla="*/ 123 w 752"/>
                <a:gd name="T37" fmla="*/ 1513 h 2830"/>
                <a:gd name="T38" fmla="*/ 123 w 752"/>
                <a:gd name="T39" fmla="*/ 1517 h 2830"/>
                <a:gd name="T40" fmla="*/ 125 w 752"/>
                <a:gd name="T41" fmla="*/ 1520 h 2830"/>
                <a:gd name="T42" fmla="*/ 126 w 752"/>
                <a:gd name="T43" fmla="*/ 1523 h 2830"/>
                <a:gd name="T44" fmla="*/ 130 w 752"/>
                <a:gd name="T45" fmla="*/ 1523 h 2830"/>
                <a:gd name="T46" fmla="*/ 130 w 752"/>
                <a:gd name="T47" fmla="*/ 1525 h 2830"/>
                <a:gd name="T48" fmla="*/ 133 w 752"/>
                <a:gd name="T49" fmla="*/ 1528 h 2830"/>
                <a:gd name="T50" fmla="*/ 136 w 752"/>
                <a:gd name="T51" fmla="*/ 1530 h 2830"/>
                <a:gd name="T52" fmla="*/ 140 w 752"/>
                <a:gd name="T53" fmla="*/ 1530 h 2830"/>
                <a:gd name="T54" fmla="*/ 144 w 752"/>
                <a:gd name="T55" fmla="*/ 1530 h 2830"/>
                <a:gd name="T56" fmla="*/ 148 w 752"/>
                <a:gd name="T57" fmla="*/ 1528 h 2830"/>
                <a:gd name="T58" fmla="*/ 204 w 752"/>
                <a:gd name="T59" fmla="*/ 1455 h 2830"/>
                <a:gd name="T60" fmla="*/ 200 w 752"/>
                <a:gd name="T61" fmla="*/ 1020 h 2830"/>
                <a:gd name="T62" fmla="*/ 216 w 752"/>
                <a:gd name="T63" fmla="*/ 815 h 2830"/>
                <a:gd name="T64" fmla="*/ 226 w 752"/>
                <a:gd name="T65" fmla="*/ 1357 h 2830"/>
                <a:gd name="T66" fmla="*/ 221 w 752"/>
                <a:gd name="T67" fmla="*/ 1525 h 2830"/>
                <a:gd name="T68" fmla="*/ 269 w 752"/>
                <a:gd name="T69" fmla="*/ 1529 h 2830"/>
                <a:gd name="T70" fmla="*/ 273 w 752"/>
                <a:gd name="T71" fmla="*/ 1530 h 2830"/>
                <a:gd name="T72" fmla="*/ 278 w 752"/>
                <a:gd name="T73" fmla="*/ 1530 h 2830"/>
                <a:gd name="T74" fmla="*/ 281 w 752"/>
                <a:gd name="T75" fmla="*/ 1528 h 2830"/>
                <a:gd name="T76" fmla="*/ 286 w 752"/>
                <a:gd name="T77" fmla="*/ 1523 h 2830"/>
                <a:gd name="T78" fmla="*/ 289 w 752"/>
                <a:gd name="T79" fmla="*/ 1523 h 2830"/>
                <a:gd name="T80" fmla="*/ 290 w 752"/>
                <a:gd name="T81" fmla="*/ 1520 h 2830"/>
                <a:gd name="T82" fmla="*/ 292 w 752"/>
                <a:gd name="T83" fmla="*/ 1518 h 2830"/>
                <a:gd name="T84" fmla="*/ 292 w 752"/>
                <a:gd name="T85" fmla="*/ 1515 h 2830"/>
                <a:gd name="T86" fmla="*/ 294 w 752"/>
                <a:gd name="T87" fmla="*/ 1290 h 2830"/>
                <a:gd name="T88" fmla="*/ 343 w 752"/>
                <a:gd name="T89" fmla="*/ 728 h 2830"/>
                <a:gd name="T90" fmla="*/ 323 w 752"/>
                <a:gd name="T91" fmla="*/ 458 h 2830"/>
                <a:gd name="T92" fmla="*/ 362 w 752"/>
                <a:gd name="T93" fmla="*/ 831 h 2830"/>
                <a:gd name="T94" fmla="*/ 358 w 752"/>
                <a:gd name="T95" fmla="*/ 861 h 2830"/>
                <a:gd name="T96" fmla="*/ 358 w 752"/>
                <a:gd name="T97" fmla="*/ 863 h 2830"/>
                <a:gd name="T98" fmla="*/ 398 w 752"/>
                <a:gd name="T99" fmla="*/ 865 h 2830"/>
                <a:gd name="T100" fmla="*/ 400 w 752"/>
                <a:gd name="T101" fmla="*/ 644 h 2830"/>
                <a:gd name="T102" fmla="*/ 361 w 752"/>
                <a:gd name="T103" fmla="*/ 289 h 2830"/>
                <a:gd name="T104" fmla="*/ 281 w 752"/>
                <a:gd name="T105" fmla="*/ 207 h 2830"/>
                <a:gd name="T106" fmla="*/ 257 w 752"/>
                <a:gd name="T107" fmla="*/ 177 h 2830"/>
                <a:gd name="T108" fmla="*/ 257 w 752"/>
                <a:gd name="T109" fmla="*/ 172 h 2830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752" h="2830">
                  <a:moveTo>
                    <a:pt x="292" y="322"/>
                  </a:moveTo>
                  <a:cubicBezTo>
                    <a:pt x="295" y="324"/>
                    <a:pt x="297" y="327"/>
                    <a:pt x="300" y="329"/>
                  </a:cubicBezTo>
                  <a:cubicBezTo>
                    <a:pt x="302" y="338"/>
                    <a:pt x="303" y="347"/>
                    <a:pt x="304" y="354"/>
                  </a:cubicBezTo>
                  <a:cubicBezTo>
                    <a:pt x="304" y="354"/>
                    <a:pt x="304" y="354"/>
                    <a:pt x="304" y="355"/>
                  </a:cubicBezTo>
                  <a:cubicBezTo>
                    <a:pt x="304" y="357"/>
                    <a:pt x="304" y="359"/>
                    <a:pt x="304" y="361"/>
                  </a:cubicBezTo>
                  <a:cubicBezTo>
                    <a:pt x="305" y="387"/>
                    <a:pt x="298" y="406"/>
                    <a:pt x="287" y="420"/>
                  </a:cubicBezTo>
                  <a:cubicBezTo>
                    <a:pt x="286" y="409"/>
                    <a:pt x="285" y="397"/>
                    <a:pt x="282" y="387"/>
                  </a:cubicBezTo>
                  <a:cubicBezTo>
                    <a:pt x="287" y="393"/>
                    <a:pt x="285" y="395"/>
                    <a:pt x="290" y="401"/>
                  </a:cubicBezTo>
                  <a:cubicBezTo>
                    <a:pt x="292" y="377"/>
                    <a:pt x="284" y="359"/>
                    <a:pt x="285" y="335"/>
                  </a:cubicBezTo>
                  <a:cubicBezTo>
                    <a:pt x="285" y="335"/>
                    <a:pt x="288" y="316"/>
                    <a:pt x="292" y="322"/>
                  </a:cubicBezTo>
                  <a:close/>
                  <a:moveTo>
                    <a:pt x="481" y="293"/>
                  </a:moveTo>
                  <a:cubicBezTo>
                    <a:pt x="483" y="289"/>
                    <a:pt x="484" y="286"/>
                    <a:pt x="485" y="283"/>
                  </a:cubicBezTo>
                  <a:cubicBezTo>
                    <a:pt x="486" y="283"/>
                    <a:pt x="486" y="283"/>
                    <a:pt x="486" y="282"/>
                  </a:cubicBezTo>
                  <a:cubicBezTo>
                    <a:pt x="487" y="280"/>
                    <a:pt x="487" y="278"/>
                    <a:pt x="488" y="277"/>
                  </a:cubicBezTo>
                  <a:cubicBezTo>
                    <a:pt x="489" y="274"/>
                    <a:pt x="490" y="270"/>
                    <a:pt x="491" y="267"/>
                  </a:cubicBezTo>
                  <a:cubicBezTo>
                    <a:pt x="500" y="273"/>
                    <a:pt x="512" y="249"/>
                    <a:pt x="514" y="243"/>
                  </a:cubicBezTo>
                  <a:cubicBezTo>
                    <a:pt x="517" y="236"/>
                    <a:pt x="518" y="230"/>
                    <a:pt x="517" y="223"/>
                  </a:cubicBezTo>
                  <a:cubicBezTo>
                    <a:pt x="517" y="219"/>
                    <a:pt x="517" y="215"/>
                    <a:pt x="518" y="212"/>
                  </a:cubicBezTo>
                  <a:cubicBezTo>
                    <a:pt x="521" y="202"/>
                    <a:pt x="532" y="190"/>
                    <a:pt x="523" y="180"/>
                  </a:cubicBezTo>
                  <a:cubicBezTo>
                    <a:pt x="520" y="175"/>
                    <a:pt x="514" y="176"/>
                    <a:pt x="509" y="178"/>
                  </a:cubicBezTo>
                  <a:cubicBezTo>
                    <a:pt x="510" y="170"/>
                    <a:pt x="511" y="162"/>
                    <a:pt x="510" y="157"/>
                  </a:cubicBezTo>
                  <a:cubicBezTo>
                    <a:pt x="506" y="137"/>
                    <a:pt x="512" y="115"/>
                    <a:pt x="508" y="96"/>
                  </a:cubicBezTo>
                  <a:cubicBezTo>
                    <a:pt x="504" y="75"/>
                    <a:pt x="493" y="57"/>
                    <a:pt x="478" y="42"/>
                  </a:cubicBezTo>
                  <a:cubicBezTo>
                    <a:pt x="472" y="34"/>
                    <a:pt x="466" y="29"/>
                    <a:pt x="457" y="25"/>
                  </a:cubicBezTo>
                  <a:cubicBezTo>
                    <a:pt x="457" y="25"/>
                    <a:pt x="457" y="25"/>
                    <a:pt x="457" y="25"/>
                  </a:cubicBezTo>
                  <a:cubicBezTo>
                    <a:pt x="460" y="26"/>
                    <a:pt x="462" y="27"/>
                    <a:pt x="465" y="29"/>
                  </a:cubicBezTo>
                  <a:cubicBezTo>
                    <a:pt x="468" y="30"/>
                    <a:pt x="471" y="32"/>
                    <a:pt x="474" y="33"/>
                  </a:cubicBezTo>
                  <a:cubicBezTo>
                    <a:pt x="464" y="22"/>
                    <a:pt x="448" y="12"/>
                    <a:pt x="433" y="12"/>
                  </a:cubicBezTo>
                  <a:cubicBezTo>
                    <a:pt x="441" y="12"/>
                    <a:pt x="448" y="14"/>
                    <a:pt x="456" y="14"/>
                  </a:cubicBezTo>
                  <a:cubicBezTo>
                    <a:pt x="449" y="11"/>
                    <a:pt x="443" y="8"/>
                    <a:pt x="435" y="7"/>
                  </a:cubicBezTo>
                  <a:cubicBezTo>
                    <a:pt x="427" y="6"/>
                    <a:pt x="414" y="5"/>
                    <a:pt x="407" y="9"/>
                  </a:cubicBezTo>
                  <a:cubicBezTo>
                    <a:pt x="406" y="9"/>
                    <a:pt x="405" y="9"/>
                    <a:pt x="405" y="9"/>
                  </a:cubicBezTo>
                  <a:cubicBezTo>
                    <a:pt x="405" y="9"/>
                    <a:pt x="405" y="9"/>
                    <a:pt x="405" y="9"/>
                  </a:cubicBezTo>
                  <a:cubicBezTo>
                    <a:pt x="387" y="5"/>
                    <a:pt x="360" y="0"/>
                    <a:pt x="342" y="8"/>
                  </a:cubicBezTo>
                  <a:cubicBezTo>
                    <a:pt x="352" y="6"/>
                    <a:pt x="363" y="4"/>
                    <a:pt x="373" y="8"/>
                  </a:cubicBezTo>
                  <a:cubicBezTo>
                    <a:pt x="364" y="8"/>
                    <a:pt x="355" y="7"/>
                    <a:pt x="347" y="9"/>
                  </a:cubicBezTo>
                  <a:cubicBezTo>
                    <a:pt x="336" y="11"/>
                    <a:pt x="325" y="14"/>
                    <a:pt x="313" y="15"/>
                  </a:cubicBezTo>
                  <a:cubicBezTo>
                    <a:pt x="318" y="15"/>
                    <a:pt x="324" y="14"/>
                    <a:pt x="329" y="15"/>
                  </a:cubicBezTo>
                  <a:cubicBezTo>
                    <a:pt x="324" y="16"/>
                    <a:pt x="319" y="17"/>
                    <a:pt x="315" y="20"/>
                  </a:cubicBezTo>
                  <a:cubicBezTo>
                    <a:pt x="313" y="21"/>
                    <a:pt x="311" y="22"/>
                    <a:pt x="309" y="23"/>
                  </a:cubicBezTo>
                  <a:cubicBezTo>
                    <a:pt x="307" y="24"/>
                    <a:pt x="305" y="25"/>
                    <a:pt x="303" y="26"/>
                  </a:cubicBezTo>
                  <a:cubicBezTo>
                    <a:pt x="294" y="31"/>
                    <a:pt x="282" y="41"/>
                    <a:pt x="278" y="51"/>
                  </a:cubicBezTo>
                  <a:cubicBezTo>
                    <a:pt x="256" y="74"/>
                    <a:pt x="241" y="105"/>
                    <a:pt x="237" y="136"/>
                  </a:cubicBezTo>
                  <a:cubicBezTo>
                    <a:pt x="235" y="150"/>
                    <a:pt x="238" y="163"/>
                    <a:pt x="242" y="176"/>
                  </a:cubicBezTo>
                  <a:cubicBezTo>
                    <a:pt x="238" y="175"/>
                    <a:pt x="235" y="176"/>
                    <a:pt x="232" y="179"/>
                  </a:cubicBezTo>
                  <a:cubicBezTo>
                    <a:pt x="224" y="190"/>
                    <a:pt x="235" y="201"/>
                    <a:pt x="238" y="211"/>
                  </a:cubicBezTo>
                  <a:cubicBezTo>
                    <a:pt x="239" y="215"/>
                    <a:pt x="239" y="219"/>
                    <a:pt x="239" y="223"/>
                  </a:cubicBezTo>
                  <a:cubicBezTo>
                    <a:pt x="238" y="230"/>
                    <a:pt x="238" y="236"/>
                    <a:pt x="241" y="243"/>
                  </a:cubicBezTo>
                  <a:cubicBezTo>
                    <a:pt x="244" y="248"/>
                    <a:pt x="255" y="271"/>
                    <a:pt x="264" y="267"/>
                  </a:cubicBezTo>
                  <a:cubicBezTo>
                    <a:pt x="266" y="272"/>
                    <a:pt x="267" y="276"/>
                    <a:pt x="268" y="280"/>
                  </a:cubicBezTo>
                  <a:cubicBezTo>
                    <a:pt x="269" y="281"/>
                    <a:pt x="270" y="284"/>
                    <a:pt x="271" y="286"/>
                  </a:cubicBezTo>
                  <a:cubicBezTo>
                    <a:pt x="271" y="287"/>
                    <a:pt x="272" y="288"/>
                    <a:pt x="272" y="290"/>
                  </a:cubicBezTo>
                  <a:cubicBezTo>
                    <a:pt x="272" y="290"/>
                    <a:pt x="276" y="293"/>
                    <a:pt x="267" y="312"/>
                  </a:cubicBezTo>
                  <a:cubicBezTo>
                    <a:pt x="261" y="323"/>
                    <a:pt x="255" y="334"/>
                    <a:pt x="250" y="344"/>
                  </a:cubicBezTo>
                  <a:cubicBezTo>
                    <a:pt x="252" y="341"/>
                    <a:pt x="246" y="352"/>
                    <a:pt x="241" y="359"/>
                  </a:cubicBezTo>
                  <a:cubicBezTo>
                    <a:pt x="232" y="372"/>
                    <a:pt x="221" y="385"/>
                    <a:pt x="218" y="401"/>
                  </a:cubicBezTo>
                  <a:cubicBezTo>
                    <a:pt x="224" y="393"/>
                    <a:pt x="231" y="379"/>
                    <a:pt x="242" y="376"/>
                  </a:cubicBezTo>
                  <a:cubicBezTo>
                    <a:pt x="235" y="385"/>
                    <a:pt x="229" y="396"/>
                    <a:pt x="226" y="407"/>
                  </a:cubicBezTo>
                  <a:cubicBezTo>
                    <a:pt x="222" y="422"/>
                    <a:pt x="225" y="438"/>
                    <a:pt x="223" y="454"/>
                  </a:cubicBezTo>
                  <a:cubicBezTo>
                    <a:pt x="215" y="455"/>
                    <a:pt x="206" y="457"/>
                    <a:pt x="195" y="460"/>
                  </a:cubicBezTo>
                  <a:cubicBezTo>
                    <a:pt x="177" y="464"/>
                    <a:pt x="136" y="476"/>
                    <a:pt x="118" y="505"/>
                  </a:cubicBezTo>
                  <a:cubicBezTo>
                    <a:pt x="107" y="524"/>
                    <a:pt x="91" y="572"/>
                    <a:pt x="86" y="607"/>
                  </a:cubicBezTo>
                  <a:cubicBezTo>
                    <a:pt x="80" y="643"/>
                    <a:pt x="57" y="816"/>
                    <a:pt x="56" y="872"/>
                  </a:cubicBezTo>
                  <a:cubicBezTo>
                    <a:pt x="56" y="874"/>
                    <a:pt x="56" y="875"/>
                    <a:pt x="56" y="877"/>
                  </a:cubicBezTo>
                  <a:cubicBezTo>
                    <a:pt x="56" y="926"/>
                    <a:pt x="50" y="959"/>
                    <a:pt x="45" y="982"/>
                  </a:cubicBezTo>
                  <a:cubicBezTo>
                    <a:pt x="41" y="1004"/>
                    <a:pt x="22" y="1067"/>
                    <a:pt x="23" y="1190"/>
                  </a:cubicBezTo>
                  <a:cubicBezTo>
                    <a:pt x="24" y="1212"/>
                    <a:pt x="22" y="1263"/>
                    <a:pt x="24" y="1295"/>
                  </a:cubicBezTo>
                  <a:cubicBezTo>
                    <a:pt x="28" y="1337"/>
                    <a:pt x="22" y="1427"/>
                    <a:pt x="17" y="1447"/>
                  </a:cubicBezTo>
                  <a:cubicBezTo>
                    <a:pt x="11" y="1473"/>
                    <a:pt x="5" y="1517"/>
                    <a:pt x="3" y="1523"/>
                  </a:cubicBezTo>
                  <a:cubicBezTo>
                    <a:pt x="0" y="1529"/>
                    <a:pt x="5" y="1538"/>
                    <a:pt x="8" y="1544"/>
                  </a:cubicBezTo>
                  <a:cubicBezTo>
                    <a:pt x="12" y="1551"/>
                    <a:pt x="11" y="1557"/>
                    <a:pt x="15" y="1566"/>
                  </a:cubicBezTo>
                  <a:cubicBezTo>
                    <a:pt x="18" y="1573"/>
                    <a:pt x="27" y="1588"/>
                    <a:pt x="32" y="1596"/>
                  </a:cubicBezTo>
                  <a:cubicBezTo>
                    <a:pt x="37" y="1605"/>
                    <a:pt x="56" y="1615"/>
                    <a:pt x="71" y="1620"/>
                  </a:cubicBezTo>
                  <a:cubicBezTo>
                    <a:pt x="81" y="1624"/>
                    <a:pt x="100" y="1635"/>
                    <a:pt x="102" y="1630"/>
                  </a:cubicBezTo>
                  <a:cubicBezTo>
                    <a:pt x="106" y="1619"/>
                    <a:pt x="99" y="1612"/>
                    <a:pt x="91" y="1608"/>
                  </a:cubicBezTo>
                  <a:cubicBezTo>
                    <a:pt x="87" y="1605"/>
                    <a:pt x="100" y="1614"/>
                    <a:pt x="103" y="1604"/>
                  </a:cubicBezTo>
                  <a:cubicBezTo>
                    <a:pt x="104" y="1601"/>
                    <a:pt x="104" y="1600"/>
                    <a:pt x="102" y="1595"/>
                  </a:cubicBezTo>
                  <a:cubicBezTo>
                    <a:pt x="102" y="1594"/>
                    <a:pt x="103" y="1594"/>
                    <a:pt x="103" y="1593"/>
                  </a:cubicBezTo>
                  <a:cubicBezTo>
                    <a:pt x="103" y="1593"/>
                    <a:pt x="103" y="1592"/>
                    <a:pt x="103" y="1592"/>
                  </a:cubicBezTo>
                  <a:cubicBezTo>
                    <a:pt x="103" y="1592"/>
                    <a:pt x="103" y="1592"/>
                    <a:pt x="103" y="1592"/>
                  </a:cubicBezTo>
                  <a:cubicBezTo>
                    <a:pt x="103" y="1591"/>
                    <a:pt x="103" y="1591"/>
                    <a:pt x="103" y="1591"/>
                  </a:cubicBezTo>
                  <a:cubicBezTo>
                    <a:pt x="103" y="1591"/>
                    <a:pt x="103" y="1590"/>
                    <a:pt x="103" y="1590"/>
                  </a:cubicBezTo>
                  <a:cubicBezTo>
                    <a:pt x="103" y="1590"/>
                    <a:pt x="103" y="1590"/>
                    <a:pt x="103" y="1590"/>
                  </a:cubicBezTo>
                  <a:cubicBezTo>
                    <a:pt x="103" y="1589"/>
                    <a:pt x="103" y="1589"/>
                    <a:pt x="103" y="1589"/>
                  </a:cubicBezTo>
                  <a:cubicBezTo>
                    <a:pt x="102" y="1589"/>
                    <a:pt x="102" y="1589"/>
                    <a:pt x="102" y="1589"/>
                  </a:cubicBezTo>
                  <a:cubicBezTo>
                    <a:pt x="102" y="1588"/>
                    <a:pt x="102" y="1588"/>
                    <a:pt x="102" y="1588"/>
                  </a:cubicBezTo>
                  <a:cubicBezTo>
                    <a:pt x="102" y="1588"/>
                    <a:pt x="102" y="1588"/>
                    <a:pt x="102" y="1588"/>
                  </a:cubicBezTo>
                  <a:cubicBezTo>
                    <a:pt x="101" y="1587"/>
                    <a:pt x="99" y="1584"/>
                    <a:pt x="99" y="1583"/>
                  </a:cubicBezTo>
                  <a:cubicBezTo>
                    <a:pt x="106" y="1581"/>
                    <a:pt x="101" y="1550"/>
                    <a:pt x="98" y="1534"/>
                  </a:cubicBezTo>
                  <a:cubicBezTo>
                    <a:pt x="99" y="1523"/>
                    <a:pt x="100" y="1487"/>
                    <a:pt x="91" y="1462"/>
                  </a:cubicBezTo>
                  <a:cubicBezTo>
                    <a:pt x="86" y="1446"/>
                    <a:pt x="84" y="1431"/>
                    <a:pt x="84" y="1421"/>
                  </a:cubicBezTo>
                  <a:cubicBezTo>
                    <a:pt x="84" y="1421"/>
                    <a:pt x="84" y="1420"/>
                    <a:pt x="84" y="1419"/>
                  </a:cubicBezTo>
                  <a:cubicBezTo>
                    <a:pt x="84" y="1419"/>
                    <a:pt x="84" y="1418"/>
                    <a:pt x="84" y="1417"/>
                  </a:cubicBezTo>
                  <a:cubicBezTo>
                    <a:pt x="84" y="1417"/>
                    <a:pt x="84" y="1417"/>
                    <a:pt x="84" y="1417"/>
                  </a:cubicBezTo>
                  <a:cubicBezTo>
                    <a:pt x="82" y="1388"/>
                    <a:pt x="93" y="1282"/>
                    <a:pt x="104" y="1221"/>
                  </a:cubicBezTo>
                  <a:cubicBezTo>
                    <a:pt x="107" y="1205"/>
                    <a:pt x="111" y="1189"/>
                    <a:pt x="116" y="1173"/>
                  </a:cubicBezTo>
                  <a:cubicBezTo>
                    <a:pt x="120" y="1158"/>
                    <a:pt x="123" y="1142"/>
                    <a:pt x="126" y="1125"/>
                  </a:cubicBezTo>
                  <a:cubicBezTo>
                    <a:pt x="138" y="1059"/>
                    <a:pt x="138" y="1008"/>
                    <a:pt x="140" y="995"/>
                  </a:cubicBezTo>
                  <a:cubicBezTo>
                    <a:pt x="143" y="978"/>
                    <a:pt x="161" y="888"/>
                    <a:pt x="167" y="848"/>
                  </a:cubicBezTo>
                  <a:cubicBezTo>
                    <a:pt x="167" y="849"/>
                    <a:pt x="167" y="849"/>
                    <a:pt x="167" y="849"/>
                  </a:cubicBezTo>
                  <a:cubicBezTo>
                    <a:pt x="171" y="898"/>
                    <a:pt x="181" y="956"/>
                    <a:pt x="183" y="982"/>
                  </a:cubicBezTo>
                  <a:cubicBezTo>
                    <a:pt x="183" y="988"/>
                    <a:pt x="184" y="994"/>
                    <a:pt x="185" y="1001"/>
                  </a:cubicBezTo>
                  <a:cubicBezTo>
                    <a:pt x="190" y="1036"/>
                    <a:pt x="203" y="1085"/>
                    <a:pt x="191" y="1110"/>
                  </a:cubicBezTo>
                  <a:cubicBezTo>
                    <a:pt x="177" y="1138"/>
                    <a:pt x="159" y="1204"/>
                    <a:pt x="146" y="1281"/>
                  </a:cubicBezTo>
                  <a:cubicBezTo>
                    <a:pt x="135" y="1342"/>
                    <a:pt x="126" y="1394"/>
                    <a:pt x="136" y="1504"/>
                  </a:cubicBezTo>
                  <a:cubicBezTo>
                    <a:pt x="144" y="1582"/>
                    <a:pt x="143" y="1635"/>
                    <a:pt x="161" y="1721"/>
                  </a:cubicBezTo>
                  <a:cubicBezTo>
                    <a:pt x="178" y="1798"/>
                    <a:pt x="191" y="1888"/>
                    <a:pt x="200" y="1945"/>
                  </a:cubicBezTo>
                  <a:cubicBezTo>
                    <a:pt x="210" y="2001"/>
                    <a:pt x="214" y="2030"/>
                    <a:pt x="216" y="2067"/>
                  </a:cubicBezTo>
                  <a:cubicBezTo>
                    <a:pt x="218" y="2104"/>
                    <a:pt x="195" y="2279"/>
                    <a:pt x="221" y="2381"/>
                  </a:cubicBezTo>
                  <a:cubicBezTo>
                    <a:pt x="247" y="2482"/>
                    <a:pt x="258" y="2547"/>
                    <a:pt x="263" y="2571"/>
                  </a:cubicBezTo>
                  <a:cubicBezTo>
                    <a:pt x="274" y="2626"/>
                    <a:pt x="264" y="2631"/>
                    <a:pt x="269" y="2659"/>
                  </a:cubicBezTo>
                  <a:cubicBezTo>
                    <a:pt x="274" y="2686"/>
                    <a:pt x="274" y="2683"/>
                    <a:pt x="261" y="2709"/>
                  </a:cubicBezTo>
                  <a:cubicBezTo>
                    <a:pt x="249" y="2726"/>
                    <a:pt x="230" y="2763"/>
                    <a:pt x="223" y="2772"/>
                  </a:cubicBezTo>
                  <a:cubicBezTo>
                    <a:pt x="217" y="2780"/>
                    <a:pt x="220" y="2788"/>
                    <a:pt x="223" y="2793"/>
                  </a:cubicBezTo>
                  <a:cubicBezTo>
                    <a:pt x="223" y="2794"/>
                    <a:pt x="223" y="2795"/>
                    <a:pt x="223" y="2796"/>
                  </a:cubicBezTo>
                  <a:cubicBezTo>
                    <a:pt x="223" y="2796"/>
                    <a:pt x="223" y="2796"/>
                    <a:pt x="223" y="2796"/>
                  </a:cubicBezTo>
                  <a:cubicBezTo>
                    <a:pt x="223" y="2797"/>
                    <a:pt x="223" y="2797"/>
                    <a:pt x="223" y="2798"/>
                  </a:cubicBezTo>
                  <a:cubicBezTo>
                    <a:pt x="223" y="2798"/>
                    <a:pt x="223" y="2798"/>
                    <a:pt x="223" y="2799"/>
                  </a:cubicBezTo>
                  <a:cubicBezTo>
                    <a:pt x="223" y="2799"/>
                    <a:pt x="223" y="2800"/>
                    <a:pt x="223" y="2800"/>
                  </a:cubicBezTo>
                  <a:cubicBezTo>
                    <a:pt x="223" y="2800"/>
                    <a:pt x="223" y="2800"/>
                    <a:pt x="223" y="2801"/>
                  </a:cubicBezTo>
                  <a:cubicBezTo>
                    <a:pt x="223" y="2801"/>
                    <a:pt x="223" y="2802"/>
                    <a:pt x="223" y="2802"/>
                  </a:cubicBezTo>
                  <a:cubicBezTo>
                    <a:pt x="223" y="2802"/>
                    <a:pt x="223" y="2802"/>
                    <a:pt x="223" y="2802"/>
                  </a:cubicBezTo>
                  <a:cubicBezTo>
                    <a:pt x="223" y="2803"/>
                    <a:pt x="223" y="2803"/>
                    <a:pt x="224" y="2804"/>
                  </a:cubicBezTo>
                  <a:cubicBezTo>
                    <a:pt x="224" y="2804"/>
                    <a:pt x="224" y="2804"/>
                    <a:pt x="224" y="2804"/>
                  </a:cubicBezTo>
                  <a:cubicBezTo>
                    <a:pt x="224" y="2805"/>
                    <a:pt x="224" y="2805"/>
                    <a:pt x="225" y="2805"/>
                  </a:cubicBezTo>
                  <a:cubicBezTo>
                    <a:pt x="225" y="2806"/>
                    <a:pt x="225" y="2806"/>
                    <a:pt x="225" y="2806"/>
                  </a:cubicBezTo>
                  <a:cubicBezTo>
                    <a:pt x="225" y="2806"/>
                    <a:pt x="225" y="2807"/>
                    <a:pt x="226" y="2807"/>
                  </a:cubicBezTo>
                  <a:cubicBezTo>
                    <a:pt x="226" y="2807"/>
                    <a:pt x="226" y="2807"/>
                    <a:pt x="226" y="2807"/>
                  </a:cubicBezTo>
                  <a:cubicBezTo>
                    <a:pt x="226" y="2808"/>
                    <a:pt x="227" y="2808"/>
                    <a:pt x="227" y="2808"/>
                  </a:cubicBezTo>
                  <a:cubicBezTo>
                    <a:pt x="227" y="2808"/>
                    <a:pt x="227" y="2808"/>
                    <a:pt x="227" y="2809"/>
                  </a:cubicBezTo>
                  <a:cubicBezTo>
                    <a:pt x="228" y="2809"/>
                    <a:pt x="228" y="2809"/>
                    <a:pt x="228" y="2809"/>
                  </a:cubicBezTo>
                  <a:cubicBezTo>
                    <a:pt x="228" y="2810"/>
                    <a:pt x="229" y="2810"/>
                    <a:pt x="229" y="2810"/>
                  </a:cubicBezTo>
                  <a:cubicBezTo>
                    <a:pt x="229" y="2810"/>
                    <a:pt x="229" y="2810"/>
                    <a:pt x="230" y="2810"/>
                  </a:cubicBezTo>
                  <a:cubicBezTo>
                    <a:pt x="230" y="2810"/>
                    <a:pt x="230" y="2811"/>
                    <a:pt x="230" y="2811"/>
                  </a:cubicBezTo>
                  <a:cubicBezTo>
                    <a:pt x="231" y="2811"/>
                    <a:pt x="231" y="2811"/>
                    <a:pt x="231" y="2811"/>
                  </a:cubicBezTo>
                  <a:cubicBezTo>
                    <a:pt x="231" y="2811"/>
                    <a:pt x="232" y="2812"/>
                    <a:pt x="232" y="2812"/>
                  </a:cubicBezTo>
                  <a:cubicBezTo>
                    <a:pt x="232" y="2812"/>
                    <a:pt x="232" y="2812"/>
                    <a:pt x="232" y="2812"/>
                  </a:cubicBezTo>
                  <a:cubicBezTo>
                    <a:pt x="233" y="2812"/>
                    <a:pt x="233" y="2812"/>
                    <a:pt x="234" y="2812"/>
                  </a:cubicBezTo>
                  <a:cubicBezTo>
                    <a:pt x="234" y="2812"/>
                    <a:pt x="234" y="2812"/>
                    <a:pt x="234" y="2812"/>
                  </a:cubicBezTo>
                  <a:cubicBezTo>
                    <a:pt x="234" y="2813"/>
                    <a:pt x="235" y="2813"/>
                    <a:pt x="235" y="2813"/>
                  </a:cubicBezTo>
                  <a:cubicBezTo>
                    <a:pt x="235" y="2813"/>
                    <a:pt x="235" y="2813"/>
                    <a:pt x="235" y="2813"/>
                  </a:cubicBezTo>
                  <a:cubicBezTo>
                    <a:pt x="236" y="2813"/>
                    <a:pt x="237" y="2813"/>
                    <a:pt x="237" y="2813"/>
                  </a:cubicBezTo>
                  <a:cubicBezTo>
                    <a:pt x="237" y="2814"/>
                    <a:pt x="237" y="2815"/>
                    <a:pt x="237" y="2815"/>
                  </a:cubicBezTo>
                  <a:cubicBezTo>
                    <a:pt x="237" y="2815"/>
                    <a:pt x="237" y="2815"/>
                    <a:pt x="237" y="2815"/>
                  </a:cubicBezTo>
                  <a:cubicBezTo>
                    <a:pt x="237" y="2815"/>
                    <a:pt x="237" y="2815"/>
                    <a:pt x="237" y="2815"/>
                  </a:cubicBezTo>
                  <a:cubicBezTo>
                    <a:pt x="237" y="2816"/>
                    <a:pt x="238" y="2817"/>
                    <a:pt x="238" y="2817"/>
                  </a:cubicBezTo>
                  <a:cubicBezTo>
                    <a:pt x="238" y="2817"/>
                    <a:pt x="238" y="2817"/>
                    <a:pt x="238" y="2817"/>
                  </a:cubicBezTo>
                  <a:cubicBezTo>
                    <a:pt x="238" y="2818"/>
                    <a:pt x="238" y="2819"/>
                    <a:pt x="239" y="2819"/>
                  </a:cubicBezTo>
                  <a:cubicBezTo>
                    <a:pt x="239" y="2819"/>
                    <a:pt x="239" y="2819"/>
                    <a:pt x="239" y="2819"/>
                  </a:cubicBezTo>
                  <a:cubicBezTo>
                    <a:pt x="239" y="2820"/>
                    <a:pt x="240" y="2820"/>
                    <a:pt x="240" y="2821"/>
                  </a:cubicBezTo>
                  <a:cubicBezTo>
                    <a:pt x="240" y="2821"/>
                    <a:pt x="240" y="2821"/>
                    <a:pt x="240" y="2821"/>
                  </a:cubicBezTo>
                  <a:cubicBezTo>
                    <a:pt x="241" y="2821"/>
                    <a:pt x="241" y="2822"/>
                    <a:pt x="242" y="2822"/>
                  </a:cubicBezTo>
                  <a:cubicBezTo>
                    <a:pt x="242" y="2822"/>
                    <a:pt x="242" y="2822"/>
                    <a:pt x="242" y="2822"/>
                  </a:cubicBezTo>
                  <a:cubicBezTo>
                    <a:pt x="242" y="2823"/>
                    <a:pt x="243" y="2823"/>
                    <a:pt x="244" y="2823"/>
                  </a:cubicBezTo>
                  <a:cubicBezTo>
                    <a:pt x="244" y="2823"/>
                    <a:pt x="244" y="2823"/>
                    <a:pt x="244" y="2823"/>
                  </a:cubicBezTo>
                  <a:cubicBezTo>
                    <a:pt x="244" y="2823"/>
                    <a:pt x="245" y="2824"/>
                    <a:pt x="246" y="2824"/>
                  </a:cubicBezTo>
                  <a:cubicBezTo>
                    <a:pt x="246" y="2824"/>
                    <a:pt x="246" y="2824"/>
                    <a:pt x="246" y="2824"/>
                  </a:cubicBezTo>
                  <a:cubicBezTo>
                    <a:pt x="247" y="2824"/>
                    <a:pt x="248" y="2824"/>
                    <a:pt x="248" y="2824"/>
                  </a:cubicBezTo>
                  <a:cubicBezTo>
                    <a:pt x="248" y="2824"/>
                    <a:pt x="249" y="2824"/>
                    <a:pt x="249" y="2824"/>
                  </a:cubicBezTo>
                  <a:cubicBezTo>
                    <a:pt x="249" y="2825"/>
                    <a:pt x="250" y="2825"/>
                    <a:pt x="251" y="2825"/>
                  </a:cubicBezTo>
                  <a:cubicBezTo>
                    <a:pt x="251" y="2825"/>
                    <a:pt x="251" y="2825"/>
                    <a:pt x="251" y="2825"/>
                  </a:cubicBezTo>
                  <a:cubicBezTo>
                    <a:pt x="252" y="2825"/>
                    <a:pt x="253" y="2825"/>
                    <a:pt x="253" y="2825"/>
                  </a:cubicBezTo>
                  <a:cubicBezTo>
                    <a:pt x="254" y="2825"/>
                    <a:pt x="254" y="2825"/>
                    <a:pt x="254" y="2825"/>
                  </a:cubicBezTo>
                  <a:cubicBezTo>
                    <a:pt x="255" y="2825"/>
                    <a:pt x="255" y="2825"/>
                    <a:pt x="256" y="2825"/>
                  </a:cubicBezTo>
                  <a:cubicBezTo>
                    <a:pt x="256" y="2825"/>
                    <a:pt x="256" y="2825"/>
                    <a:pt x="257" y="2825"/>
                  </a:cubicBezTo>
                  <a:cubicBezTo>
                    <a:pt x="257" y="2824"/>
                    <a:pt x="258" y="2824"/>
                    <a:pt x="258" y="2824"/>
                  </a:cubicBezTo>
                  <a:cubicBezTo>
                    <a:pt x="259" y="2824"/>
                    <a:pt x="259" y="2824"/>
                    <a:pt x="259" y="2824"/>
                  </a:cubicBezTo>
                  <a:cubicBezTo>
                    <a:pt x="260" y="2824"/>
                    <a:pt x="260" y="2824"/>
                    <a:pt x="261" y="2824"/>
                  </a:cubicBezTo>
                  <a:cubicBezTo>
                    <a:pt x="261" y="2824"/>
                    <a:pt x="262" y="2824"/>
                    <a:pt x="262" y="2823"/>
                  </a:cubicBezTo>
                  <a:cubicBezTo>
                    <a:pt x="262" y="2823"/>
                    <a:pt x="263" y="2823"/>
                    <a:pt x="263" y="2823"/>
                  </a:cubicBezTo>
                  <a:cubicBezTo>
                    <a:pt x="264" y="2823"/>
                    <a:pt x="264" y="2823"/>
                    <a:pt x="264" y="2823"/>
                  </a:cubicBezTo>
                  <a:cubicBezTo>
                    <a:pt x="265" y="2822"/>
                    <a:pt x="265" y="2822"/>
                    <a:pt x="265" y="2822"/>
                  </a:cubicBezTo>
                  <a:cubicBezTo>
                    <a:pt x="266" y="2822"/>
                    <a:pt x="266" y="2822"/>
                    <a:pt x="266" y="2822"/>
                  </a:cubicBezTo>
                  <a:cubicBezTo>
                    <a:pt x="267" y="2821"/>
                    <a:pt x="267" y="2821"/>
                    <a:pt x="267" y="2821"/>
                  </a:cubicBezTo>
                  <a:cubicBezTo>
                    <a:pt x="267" y="2821"/>
                    <a:pt x="268" y="2820"/>
                    <a:pt x="268" y="2820"/>
                  </a:cubicBezTo>
                  <a:cubicBezTo>
                    <a:pt x="276" y="2828"/>
                    <a:pt x="296" y="2828"/>
                    <a:pt x="303" y="2818"/>
                  </a:cubicBezTo>
                  <a:cubicBezTo>
                    <a:pt x="316" y="2830"/>
                    <a:pt x="338" y="2830"/>
                    <a:pt x="352" y="2815"/>
                  </a:cubicBezTo>
                  <a:cubicBezTo>
                    <a:pt x="366" y="2800"/>
                    <a:pt x="368" y="2785"/>
                    <a:pt x="366" y="2770"/>
                  </a:cubicBezTo>
                  <a:cubicBezTo>
                    <a:pt x="365" y="2756"/>
                    <a:pt x="368" y="2751"/>
                    <a:pt x="371" y="2732"/>
                  </a:cubicBezTo>
                  <a:cubicBezTo>
                    <a:pt x="374" y="2714"/>
                    <a:pt x="376" y="2700"/>
                    <a:pt x="370" y="2687"/>
                  </a:cubicBezTo>
                  <a:cubicBezTo>
                    <a:pt x="364" y="2674"/>
                    <a:pt x="363" y="2668"/>
                    <a:pt x="363" y="2655"/>
                  </a:cubicBezTo>
                  <a:cubicBezTo>
                    <a:pt x="363" y="2641"/>
                    <a:pt x="368" y="2622"/>
                    <a:pt x="360" y="2605"/>
                  </a:cubicBezTo>
                  <a:cubicBezTo>
                    <a:pt x="352" y="2589"/>
                    <a:pt x="343" y="2549"/>
                    <a:pt x="344" y="2506"/>
                  </a:cubicBezTo>
                  <a:cubicBezTo>
                    <a:pt x="346" y="2464"/>
                    <a:pt x="376" y="2223"/>
                    <a:pt x="363" y="2141"/>
                  </a:cubicBezTo>
                  <a:cubicBezTo>
                    <a:pt x="351" y="2059"/>
                    <a:pt x="355" y="2042"/>
                    <a:pt x="359" y="2014"/>
                  </a:cubicBezTo>
                  <a:cubicBezTo>
                    <a:pt x="362" y="1986"/>
                    <a:pt x="370" y="1941"/>
                    <a:pt x="362" y="1882"/>
                  </a:cubicBezTo>
                  <a:cubicBezTo>
                    <a:pt x="360" y="1859"/>
                    <a:pt x="360" y="1763"/>
                    <a:pt x="361" y="1666"/>
                  </a:cubicBezTo>
                  <a:cubicBezTo>
                    <a:pt x="362" y="1604"/>
                    <a:pt x="366" y="1529"/>
                    <a:pt x="362" y="1505"/>
                  </a:cubicBezTo>
                  <a:cubicBezTo>
                    <a:pt x="367" y="1507"/>
                    <a:pt x="371" y="1508"/>
                    <a:pt x="375" y="1508"/>
                  </a:cubicBezTo>
                  <a:cubicBezTo>
                    <a:pt x="376" y="1508"/>
                    <a:pt x="376" y="1508"/>
                    <a:pt x="376" y="1508"/>
                  </a:cubicBezTo>
                  <a:cubicBezTo>
                    <a:pt x="380" y="1508"/>
                    <a:pt x="385" y="1506"/>
                    <a:pt x="390" y="1504"/>
                  </a:cubicBezTo>
                  <a:cubicBezTo>
                    <a:pt x="390" y="1505"/>
                    <a:pt x="390" y="1505"/>
                    <a:pt x="390" y="1505"/>
                  </a:cubicBezTo>
                  <a:cubicBezTo>
                    <a:pt x="389" y="1506"/>
                    <a:pt x="389" y="1509"/>
                    <a:pt x="389" y="1513"/>
                  </a:cubicBezTo>
                  <a:cubicBezTo>
                    <a:pt x="387" y="1544"/>
                    <a:pt x="390" y="1609"/>
                    <a:pt x="391" y="1666"/>
                  </a:cubicBezTo>
                  <a:cubicBezTo>
                    <a:pt x="392" y="1763"/>
                    <a:pt x="392" y="1859"/>
                    <a:pt x="390" y="1882"/>
                  </a:cubicBezTo>
                  <a:cubicBezTo>
                    <a:pt x="382" y="1941"/>
                    <a:pt x="390" y="1986"/>
                    <a:pt x="393" y="2014"/>
                  </a:cubicBezTo>
                  <a:cubicBezTo>
                    <a:pt x="397" y="2042"/>
                    <a:pt x="401" y="2059"/>
                    <a:pt x="389" y="2141"/>
                  </a:cubicBezTo>
                  <a:cubicBezTo>
                    <a:pt x="376" y="2223"/>
                    <a:pt x="406" y="2464"/>
                    <a:pt x="408" y="2506"/>
                  </a:cubicBezTo>
                  <a:cubicBezTo>
                    <a:pt x="409" y="2549"/>
                    <a:pt x="400" y="2589"/>
                    <a:pt x="392" y="2605"/>
                  </a:cubicBezTo>
                  <a:cubicBezTo>
                    <a:pt x="384" y="2622"/>
                    <a:pt x="389" y="2641"/>
                    <a:pt x="389" y="2655"/>
                  </a:cubicBezTo>
                  <a:cubicBezTo>
                    <a:pt x="389" y="2668"/>
                    <a:pt x="388" y="2674"/>
                    <a:pt x="382" y="2687"/>
                  </a:cubicBezTo>
                  <a:cubicBezTo>
                    <a:pt x="376" y="2700"/>
                    <a:pt x="378" y="2714"/>
                    <a:pt x="381" y="2732"/>
                  </a:cubicBezTo>
                  <a:cubicBezTo>
                    <a:pt x="384" y="2751"/>
                    <a:pt x="387" y="2756"/>
                    <a:pt x="386" y="2770"/>
                  </a:cubicBezTo>
                  <a:cubicBezTo>
                    <a:pt x="384" y="2785"/>
                    <a:pt x="386" y="2800"/>
                    <a:pt x="400" y="2815"/>
                  </a:cubicBezTo>
                  <a:cubicBezTo>
                    <a:pt x="414" y="2830"/>
                    <a:pt x="436" y="2830"/>
                    <a:pt x="449" y="2818"/>
                  </a:cubicBezTo>
                  <a:cubicBezTo>
                    <a:pt x="456" y="2828"/>
                    <a:pt x="476" y="2828"/>
                    <a:pt x="484" y="2820"/>
                  </a:cubicBezTo>
                  <a:cubicBezTo>
                    <a:pt x="484" y="2820"/>
                    <a:pt x="485" y="2821"/>
                    <a:pt x="485" y="2821"/>
                  </a:cubicBezTo>
                  <a:cubicBezTo>
                    <a:pt x="485" y="2821"/>
                    <a:pt x="485" y="2821"/>
                    <a:pt x="486" y="2822"/>
                  </a:cubicBezTo>
                  <a:cubicBezTo>
                    <a:pt x="486" y="2822"/>
                    <a:pt x="486" y="2822"/>
                    <a:pt x="487" y="2822"/>
                  </a:cubicBezTo>
                  <a:cubicBezTo>
                    <a:pt x="487" y="2822"/>
                    <a:pt x="487" y="2822"/>
                    <a:pt x="488" y="2823"/>
                  </a:cubicBezTo>
                  <a:cubicBezTo>
                    <a:pt x="488" y="2823"/>
                    <a:pt x="488" y="2823"/>
                    <a:pt x="489" y="2823"/>
                  </a:cubicBezTo>
                  <a:cubicBezTo>
                    <a:pt x="489" y="2823"/>
                    <a:pt x="490" y="2823"/>
                    <a:pt x="490" y="2823"/>
                  </a:cubicBezTo>
                  <a:cubicBezTo>
                    <a:pt x="490" y="2824"/>
                    <a:pt x="491" y="2824"/>
                    <a:pt x="491" y="2824"/>
                  </a:cubicBezTo>
                  <a:cubicBezTo>
                    <a:pt x="492" y="2824"/>
                    <a:pt x="492" y="2824"/>
                    <a:pt x="493" y="2824"/>
                  </a:cubicBezTo>
                  <a:cubicBezTo>
                    <a:pt x="493" y="2824"/>
                    <a:pt x="493" y="2824"/>
                    <a:pt x="494" y="2824"/>
                  </a:cubicBezTo>
                  <a:cubicBezTo>
                    <a:pt x="494" y="2824"/>
                    <a:pt x="495" y="2824"/>
                    <a:pt x="495" y="2825"/>
                  </a:cubicBezTo>
                  <a:cubicBezTo>
                    <a:pt x="496" y="2825"/>
                    <a:pt x="496" y="2825"/>
                    <a:pt x="496" y="2825"/>
                  </a:cubicBezTo>
                  <a:cubicBezTo>
                    <a:pt x="497" y="2825"/>
                    <a:pt x="497" y="2825"/>
                    <a:pt x="498" y="2825"/>
                  </a:cubicBezTo>
                  <a:cubicBezTo>
                    <a:pt x="498" y="2825"/>
                    <a:pt x="498" y="2825"/>
                    <a:pt x="499" y="2825"/>
                  </a:cubicBezTo>
                  <a:cubicBezTo>
                    <a:pt x="499" y="2825"/>
                    <a:pt x="500" y="2825"/>
                    <a:pt x="501" y="2825"/>
                  </a:cubicBezTo>
                  <a:cubicBezTo>
                    <a:pt x="501" y="2825"/>
                    <a:pt x="501" y="2825"/>
                    <a:pt x="501" y="2825"/>
                  </a:cubicBezTo>
                  <a:cubicBezTo>
                    <a:pt x="502" y="2825"/>
                    <a:pt x="503" y="2825"/>
                    <a:pt x="503" y="2824"/>
                  </a:cubicBezTo>
                  <a:cubicBezTo>
                    <a:pt x="504" y="2824"/>
                    <a:pt x="504" y="2824"/>
                    <a:pt x="504" y="2824"/>
                  </a:cubicBezTo>
                  <a:cubicBezTo>
                    <a:pt x="504" y="2824"/>
                    <a:pt x="505" y="2824"/>
                    <a:pt x="506" y="2824"/>
                  </a:cubicBezTo>
                  <a:cubicBezTo>
                    <a:pt x="506" y="2824"/>
                    <a:pt x="506" y="2824"/>
                    <a:pt x="506" y="2824"/>
                  </a:cubicBezTo>
                  <a:cubicBezTo>
                    <a:pt x="507" y="2824"/>
                    <a:pt x="508" y="2823"/>
                    <a:pt x="508" y="2823"/>
                  </a:cubicBezTo>
                  <a:cubicBezTo>
                    <a:pt x="508" y="2823"/>
                    <a:pt x="508" y="2823"/>
                    <a:pt x="508" y="2823"/>
                  </a:cubicBezTo>
                  <a:cubicBezTo>
                    <a:pt x="509" y="2823"/>
                    <a:pt x="510" y="2823"/>
                    <a:pt x="510" y="2822"/>
                  </a:cubicBezTo>
                  <a:cubicBezTo>
                    <a:pt x="510" y="2822"/>
                    <a:pt x="510" y="2822"/>
                    <a:pt x="510" y="2822"/>
                  </a:cubicBezTo>
                  <a:cubicBezTo>
                    <a:pt x="511" y="2822"/>
                    <a:pt x="511" y="2821"/>
                    <a:pt x="512" y="2821"/>
                  </a:cubicBezTo>
                  <a:cubicBezTo>
                    <a:pt x="512" y="2821"/>
                    <a:pt x="512" y="2821"/>
                    <a:pt x="512" y="2821"/>
                  </a:cubicBezTo>
                  <a:cubicBezTo>
                    <a:pt x="512" y="2820"/>
                    <a:pt x="513" y="2820"/>
                    <a:pt x="513" y="2819"/>
                  </a:cubicBezTo>
                  <a:cubicBezTo>
                    <a:pt x="514" y="2818"/>
                    <a:pt x="515" y="2814"/>
                    <a:pt x="515" y="2813"/>
                  </a:cubicBezTo>
                  <a:cubicBezTo>
                    <a:pt x="516" y="2813"/>
                    <a:pt x="517" y="2813"/>
                    <a:pt x="518" y="2812"/>
                  </a:cubicBezTo>
                  <a:cubicBezTo>
                    <a:pt x="518" y="2812"/>
                    <a:pt x="519" y="2812"/>
                    <a:pt x="519" y="2812"/>
                  </a:cubicBezTo>
                  <a:cubicBezTo>
                    <a:pt x="519" y="2812"/>
                    <a:pt x="519" y="2812"/>
                    <a:pt x="520" y="2812"/>
                  </a:cubicBezTo>
                  <a:cubicBezTo>
                    <a:pt x="520" y="2812"/>
                    <a:pt x="520" y="2812"/>
                    <a:pt x="520" y="2812"/>
                  </a:cubicBezTo>
                  <a:cubicBezTo>
                    <a:pt x="520" y="2811"/>
                    <a:pt x="521" y="2811"/>
                    <a:pt x="521" y="2811"/>
                  </a:cubicBezTo>
                  <a:cubicBezTo>
                    <a:pt x="521" y="2811"/>
                    <a:pt x="521" y="2811"/>
                    <a:pt x="522" y="2811"/>
                  </a:cubicBezTo>
                  <a:cubicBezTo>
                    <a:pt x="522" y="2811"/>
                    <a:pt x="522" y="2810"/>
                    <a:pt x="523" y="2810"/>
                  </a:cubicBezTo>
                  <a:cubicBezTo>
                    <a:pt x="523" y="2810"/>
                    <a:pt x="523" y="2810"/>
                    <a:pt x="523" y="2810"/>
                  </a:cubicBezTo>
                  <a:cubicBezTo>
                    <a:pt x="523" y="2810"/>
                    <a:pt x="524" y="2809"/>
                    <a:pt x="524" y="2809"/>
                  </a:cubicBezTo>
                  <a:cubicBezTo>
                    <a:pt x="524" y="2809"/>
                    <a:pt x="524" y="2809"/>
                    <a:pt x="525" y="2809"/>
                  </a:cubicBezTo>
                  <a:cubicBezTo>
                    <a:pt x="525" y="2808"/>
                    <a:pt x="525" y="2808"/>
                    <a:pt x="525" y="2808"/>
                  </a:cubicBezTo>
                  <a:cubicBezTo>
                    <a:pt x="525" y="2808"/>
                    <a:pt x="526" y="2808"/>
                    <a:pt x="526" y="2807"/>
                  </a:cubicBezTo>
                  <a:cubicBezTo>
                    <a:pt x="526" y="2807"/>
                    <a:pt x="526" y="2807"/>
                    <a:pt x="526" y="2807"/>
                  </a:cubicBezTo>
                  <a:cubicBezTo>
                    <a:pt x="527" y="2807"/>
                    <a:pt x="527" y="2806"/>
                    <a:pt x="527" y="2806"/>
                  </a:cubicBezTo>
                  <a:cubicBezTo>
                    <a:pt x="527" y="2806"/>
                    <a:pt x="527" y="2806"/>
                    <a:pt x="528" y="2805"/>
                  </a:cubicBezTo>
                  <a:cubicBezTo>
                    <a:pt x="528" y="2805"/>
                    <a:pt x="528" y="2805"/>
                    <a:pt x="528" y="2804"/>
                  </a:cubicBezTo>
                  <a:cubicBezTo>
                    <a:pt x="528" y="2804"/>
                    <a:pt x="528" y="2804"/>
                    <a:pt x="528" y="2804"/>
                  </a:cubicBezTo>
                  <a:cubicBezTo>
                    <a:pt x="529" y="2803"/>
                    <a:pt x="529" y="2803"/>
                    <a:pt x="529" y="2803"/>
                  </a:cubicBezTo>
                  <a:cubicBezTo>
                    <a:pt x="529" y="2802"/>
                    <a:pt x="529" y="2802"/>
                    <a:pt x="529" y="2802"/>
                  </a:cubicBezTo>
                  <a:cubicBezTo>
                    <a:pt x="529" y="2802"/>
                    <a:pt x="529" y="2801"/>
                    <a:pt x="529" y="2801"/>
                  </a:cubicBezTo>
                  <a:cubicBezTo>
                    <a:pt x="529" y="2800"/>
                    <a:pt x="529" y="2800"/>
                    <a:pt x="529" y="2800"/>
                  </a:cubicBezTo>
                  <a:cubicBezTo>
                    <a:pt x="529" y="2800"/>
                    <a:pt x="529" y="2799"/>
                    <a:pt x="529" y="2799"/>
                  </a:cubicBezTo>
                  <a:cubicBezTo>
                    <a:pt x="529" y="2798"/>
                    <a:pt x="530" y="2798"/>
                    <a:pt x="529" y="2798"/>
                  </a:cubicBezTo>
                  <a:cubicBezTo>
                    <a:pt x="529" y="2797"/>
                    <a:pt x="529" y="2797"/>
                    <a:pt x="529" y="2796"/>
                  </a:cubicBezTo>
                  <a:cubicBezTo>
                    <a:pt x="529" y="2796"/>
                    <a:pt x="529" y="2796"/>
                    <a:pt x="529" y="2796"/>
                  </a:cubicBezTo>
                  <a:cubicBezTo>
                    <a:pt x="529" y="2795"/>
                    <a:pt x="529" y="2794"/>
                    <a:pt x="529" y="2793"/>
                  </a:cubicBezTo>
                  <a:cubicBezTo>
                    <a:pt x="532" y="2788"/>
                    <a:pt x="535" y="2780"/>
                    <a:pt x="529" y="2772"/>
                  </a:cubicBezTo>
                  <a:cubicBezTo>
                    <a:pt x="522" y="2763"/>
                    <a:pt x="503" y="2726"/>
                    <a:pt x="491" y="2709"/>
                  </a:cubicBezTo>
                  <a:cubicBezTo>
                    <a:pt x="478" y="2683"/>
                    <a:pt x="478" y="2686"/>
                    <a:pt x="483" y="2659"/>
                  </a:cubicBezTo>
                  <a:cubicBezTo>
                    <a:pt x="488" y="2631"/>
                    <a:pt x="478" y="2626"/>
                    <a:pt x="489" y="2571"/>
                  </a:cubicBezTo>
                  <a:cubicBezTo>
                    <a:pt x="494" y="2547"/>
                    <a:pt x="505" y="2482"/>
                    <a:pt x="531" y="2381"/>
                  </a:cubicBezTo>
                  <a:cubicBezTo>
                    <a:pt x="557" y="2279"/>
                    <a:pt x="534" y="2104"/>
                    <a:pt x="536" y="2067"/>
                  </a:cubicBezTo>
                  <a:cubicBezTo>
                    <a:pt x="538" y="2030"/>
                    <a:pt x="542" y="2001"/>
                    <a:pt x="552" y="1945"/>
                  </a:cubicBezTo>
                  <a:cubicBezTo>
                    <a:pt x="561" y="1888"/>
                    <a:pt x="578" y="1789"/>
                    <a:pt x="595" y="1712"/>
                  </a:cubicBezTo>
                  <a:cubicBezTo>
                    <a:pt x="607" y="1655"/>
                    <a:pt x="612" y="1615"/>
                    <a:pt x="616" y="1573"/>
                  </a:cubicBezTo>
                  <a:cubicBezTo>
                    <a:pt x="618" y="1548"/>
                    <a:pt x="620" y="1526"/>
                    <a:pt x="622" y="1502"/>
                  </a:cubicBezTo>
                  <a:cubicBezTo>
                    <a:pt x="629" y="1433"/>
                    <a:pt x="627" y="1384"/>
                    <a:pt x="622" y="1343"/>
                  </a:cubicBezTo>
                  <a:cubicBezTo>
                    <a:pt x="618" y="1317"/>
                    <a:pt x="614" y="1293"/>
                    <a:pt x="610" y="1270"/>
                  </a:cubicBezTo>
                  <a:cubicBezTo>
                    <a:pt x="597" y="1193"/>
                    <a:pt x="581" y="1145"/>
                    <a:pt x="567" y="1117"/>
                  </a:cubicBezTo>
                  <a:cubicBezTo>
                    <a:pt x="563" y="1108"/>
                    <a:pt x="561" y="1097"/>
                    <a:pt x="560" y="1083"/>
                  </a:cubicBezTo>
                  <a:cubicBezTo>
                    <a:pt x="560" y="1054"/>
                    <a:pt x="566" y="1019"/>
                    <a:pt x="567" y="995"/>
                  </a:cubicBezTo>
                  <a:cubicBezTo>
                    <a:pt x="568" y="969"/>
                    <a:pt x="582" y="895"/>
                    <a:pt x="585" y="847"/>
                  </a:cubicBezTo>
                  <a:cubicBezTo>
                    <a:pt x="585" y="847"/>
                    <a:pt x="585" y="847"/>
                    <a:pt x="585" y="847"/>
                  </a:cubicBezTo>
                  <a:cubicBezTo>
                    <a:pt x="590" y="887"/>
                    <a:pt x="609" y="978"/>
                    <a:pt x="612" y="995"/>
                  </a:cubicBezTo>
                  <a:cubicBezTo>
                    <a:pt x="613" y="997"/>
                    <a:pt x="613" y="1002"/>
                    <a:pt x="614" y="1007"/>
                  </a:cubicBezTo>
                  <a:cubicBezTo>
                    <a:pt x="616" y="1038"/>
                    <a:pt x="621" y="1109"/>
                    <a:pt x="643" y="1190"/>
                  </a:cubicBezTo>
                  <a:cubicBezTo>
                    <a:pt x="657" y="1236"/>
                    <a:pt x="672" y="1398"/>
                    <a:pt x="668" y="1421"/>
                  </a:cubicBezTo>
                  <a:cubicBezTo>
                    <a:pt x="668" y="1431"/>
                    <a:pt x="666" y="1446"/>
                    <a:pt x="661" y="1462"/>
                  </a:cubicBezTo>
                  <a:cubicBezTo>
                    <a:pt x="652" y="1487"/>
                    <a:pt x="653" y="1523"/>
                    <a:pt x="654" y="1534"/>
                  </a:cubicBezTo>
                  <a:cubicBezTo>
                    <a:pt x="651" y="1550"/>
                    <a:pt x="646" y="1581"/>
                    <a:pt x="653" y="1583"/>
                  </a:cubicBezTo>
                  <a:cubicBezTo>
                    <a:pt x="653" y="1584"/>
                    <a:pt x="653" y="1584"/>
                    <a:pt x="653" y="1584"/>
                  </a:cubicBezTo>
                  <a:cubicBezTo>
                    <a:pt x="652" y="1586"/>
                    <a:pt x="651" y="1587"/>
                    <a:pt x="650" y="1588"/>
                  </a:cubicBezTo>
                  <a:cubicBezTo>
                    <a:pt x="650" y="1588"/>
                    <a:pt x="650" y="1588"/>
                    <a:pt x="650" y="1588"/>
                  </a:cubicBezTo>
                  <a:cubicBezTo>
                    <a:pt x="650" y="1588"/>
                    <a:pt x="650" y="1588"/>
                    <a:pt x="650" y="1589"/>
                  </a:cubicBezTo>
                  <a:cubicBezTo>
                    <a:pt x="650" y="1589"/>
                    <a:pt x="650" y="1589"/>
                    <a:pt x="649" y="1589"/>
                  </a:cubicBezTo>
                  <a:cubicBezTo>
                    <a:pt x="649" y="1589"/>
                    <a:pt x="649" y="1589"/>
                    <a:pt x="649" y="1590"/>
                  </a:cubicBezTo>
                  <a:cubicBezTo>
                    <a:pt x="649" y="1590"/>
                    <a:pt x="649" y="1590"/>
                    <a:pt x="649" y="1590"/>
                  </a:cubicBezTo>
                  <a:cubicBezTo>
                    <a:pt x="649" y="1590"/>
                    <a:pt x="649" y="1591"/>
                    <a:pt x="649" y="1591"/>
                  </a:cubicBezTo>
                  <a:cubicBezTo>
                    <a:pt x="649" y="1591"/>
                    <a:pt x="649" y="1591"/>
                    <a:pt x="649" y="1592"/>
                  </a:cubicBezTo>
                  <a:cubicBezTo>
                    <a:pt x="649" y="1592"/>
                    <a:pt x="649" y="1592"/>
                    <a:pt x="649" y="1592"/>
                  </a:cubicBezTo>
                  <a:cubicBezTo>
                    <a:pt x="649" y="1592"/>
                    <a:pt x="649" y="1593"/>
                    <a:pt x="649" y="1593"/>
                  </a:cubicBezTo>
                  <a:cubicBezTo>
                    <a:pt x="649" y="1594"/>
                    <a:pt x="650" y="1594"/>
                    <a:pt x="650" y="1595"/>
                  </a:cubicBezTo>
                  <a:cubicBezTo>
                    <a:pt x="648" y="1600"/>
                    <a:pt x="648" y="1601"/>
                    <a:pt x="649" y="1604"/>
                  </a:cubicBezTo>
                  <a:cubicBezTo>
                    <a:pt x="652" y="1614"/>
                    <a:pt x="665" y="1605"/>
                    <a:pt x="661" y="1608"/>
                  </a:cubicBezTo>
                  <a:cubicBezTo>
                    <a:pt x="653" y="1612"/>
                    <a:pt x="646" y="1619"/>
                    <a:pt x="650" y="1630"/>
                  </a:cubicBezTo>
                  <a:cubicBezTo>
                    <a:pt x="652" y="1635"/>
                    <a:pt x="671" y="1624"/>
                    <a:pt x="681" y="1620"/>
                  </a:cubicBezTo>
                  <a:cubicBezTo>
                    <a:pt x="696" y="1615"/>
                    <a:pt x="715" y="1605"/>
                    <a:pt x="720" y="1596"/>
                  </a:cubicBezTo>
                  <a:cubicBezTo>
                    <a:pt x="725" y="1588"/>
                    <a:pt x="734" y="1573"/>
                    <a:pt x="737" y="1566"/>
                  </a:cubicBezTo>
                  <a:cubicBezTo>
                    <a:pt x="741" y="1557"/>
                    <a:pt x="740" y="1551"/>
                    <a:pt x="744" y="1544"/>
                  </a:cubicBezTo>
                  <a:cubicBezTo>
                    <a:pt x="747" y="1538"/>
                    <a:pt x="752" y="1529"/>
                    <a:pt x="749" y="1523"/>
                  </a:cubicBezTo>
                  <a:cubicBezTo>
                    <a:pt x="747" y="1517"/>
                    <a:pt x="741" y="1473"/>
                    <a:pt x="735" y="1447"/>
                  </a:cubicBezTo>
                  <a:cubicBezTo>
                    <a:pt x="730" y="1427"/>
                    <a:pt x="724" y="1337"/>
                    <a:pt x="728" y="1295"/>
                  </a:cubicBezTo>
                  <a:cubicBezTo>
                    <a:pt x="730" y="1263"/>
                    <a:pt x="724" y="1210"/>
                    <a:pt x="724" y="1189"/>
                  </a:cubicBezTo>
                  <a:cubicBezTo>
                    <a:pt x="725" y="1066"/>
                    <a:pt x="711" y="1004"/>
                    <a:pt x="707" y="982"/>
                  </a:cubicBezTo>
                  <a:cubicBezTo>
                    <a:pt x="702" y="959"/>
                    <a:pt x="699" y="926"/>
                    <a:pt x="696" y="877"/>
                  </a:cubicBezTo>
                  <a:cubicBezTo>
                    <a:pt x="696" y="859"/>
                    <a:pt x="694" y="824"/>
                    <a:pt x="690" y="785"/>
                  </a:cubicBezTo>
                  <a:cubicBezTo>
                    <a:pt x="686" y="729"/>
                    <a:pt x="681" y="684"/>
                    <a:pt x="676" y="647"/>
                  </a:cubicBezTo>
                  <a:cubicBezTo>
                    <a:pt x="674" y="631"/>
                    <a:pt x="672" y="618"/>
                    <a:pt x="671" y="611"/>
                  </a:cubicBezTo>
                  <a:cubicBezTo>
                    <a:pt x="668" y="587"/>
                    <a:pt x="661" y="556"/>
                    <a:pt x="653" y="533"/>
                  </a:cubicBezTo>
                  <a:cubicBezTo>
                    <a:pt x="648" y="518"/>
                    <a:pt x="644" y="510"/>
                    <a:pt x="640" y="506"/>
                  </a:cubicBezTo>
                  <a:cubicBezTo>
                    <a:pt x="637" y="503"/>
                    <a:pt x="634" y="499"/>
                    <a:pt x="630" y="495"/>
                  </a:cubicBezTo>
                  <a:cubicBezTo>
                    <a:pt x="614" y="478"/>
                    <a:pt x="589" y="457"/>
                    <a:pt x="551" y="451"/>
                  </a:cubicBezTo>
                  <a:cubicBezTo>
                    <a:pt x="544" y="450"/>
                    <a:pt x="537" y="449"/>
                    <a:pt x="531" y="448"/>
                  </a:cubicBezTo>
                  <a:cubicBezTo>
                    <a:pt x="528" y="447"/>
                    <a:pt x="525" y="446"/>
                    <a:pt x="521" y="445"/>
                  </a:cubicBezTo>
                  <a:cubicBezTo>
                    <a:pt x="521" y="441"/>
                    <a:pt x="515" y="399"/>
                    <a:pt x="508" y="382"/>
                  </a:cubicBezTo>
                  <a:cubicBezTo>
                    <a:pt x="513" y="386"/>
                    <a:pt x="516" y="393"/>
                    <a:pt x="519" y="397"/>
                  </a:cubicBezTo>
                  <a:cubicBezTo>
                    <a:pt x="514" y="376"/>
                    <a:pt x="506" y="358"/>
                    <a:pt x="496" y="339"/>
                  </a:cubicBezTo>
                  <a:cubicBezTo>
                    <a:pt x="499" y="342"/>
                    <a:pt x="501" y="344"/>
                    <a:pt x="505" y="346"/>
                  </a:cubicBezTo>
                  <a:cubicBezTo>
                    <a:pt x="500" y="334"/>
                    <a:pt x="493" y="320"/>
                    <a:pt x="486" y="308"/>
                  </a:cubicBezTo>
                  <a:cubicBezTo>
                    <a:pt x="478" y="297"/>
                    <a:pt x="481" y="293"/>
                    <a:pt x="481" y="293"/>
                  </a:cubicBezTo>
                  <a:close/>
                  <a:moveTo>
                    <a:pt x="466" y="326"/>
                  </a:moveTo>
                  <a:cubicBezTo>
                    <a:pt x="465" y="335"/>
                    <a:pt x="463" y="346"/>
                    <a:pt x="463" y="352"/>
                  </a:cubicBezTo>
                  <a:cubicBezTo>
                    <a:pt x="462" y="362"/>
                    <a:pt x="461" y="397"/>
                    <a:pt x="460" y="403"/>
                  </a:cubicBezTo>
                  <a:cubicBezTo>
                    <a:pt x="454" y="391"/>
                    <a:pt x="449" y="376"/>
                    <a:pt x="448" y="356"/>
                  </a:cubicBezTo>
                  <a:cubicBezTo>
                    <a:pt x="448" y="350"/>
                    <a:pt x="449" y="343"/>
                    <a:pt x="450" y="337"/>
                  </a:cubicBezTo>
                  <a:cubicBezTo>
                    <a:pt x="453" y="334"/>
                    <a:pt x="456" y="330"/>
                    <a:pt x="459" y="327"/>
                  </a:cubicBezTo>
                  <a:cubicBezTo>
                    <a:pt x="461" y="324"/>
                    <a:pt x="463" y="321"/>
                    <a:pt x="465" y="318"/>
                  </a:cubicBezTo>
                  <a:cubicBezTo>
                    <a:pt x="465" y="318"/>
                    <a:pt x="467" y="318"/>
                    <a:pt x="466" y="326"/>
                  </a:cubicBezTo>
                  <a:close/>
                </a:path>
              </a:pathLst>
            </a:custGeom>
            <a:solidFill>
              <a:srgbClr val="B1DF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62490" name="Freeform 196">
              <a:extLst>
                <a:ext uri="{FF2B5EF4-FFF2-40B4-BE49-F238E27FC236}">
                  <a16:creationId xmlns:a16="http://schemas.microsoft.com/office/drawing/2014/main" id="{163E70A8-6A21-43B8-84C4-66715D46469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754" y="699"/>
              <a:ext cx="617" cy="2307"/>
            </a:xfrm>
            <a:custGeom>
              <a:avLst/>
              <a:gdLst>
                <a:gd name="T0" fmla="*/ 158 w 752"/>
                <a:gd name="T1" fmla="*/ 227 h 2830"/>
                <a:gd name="T2" fmla="*/ 268 w 752"/>
                <a:gd name="T3" fmla="*/ 153 h 2830"/>
                <a:gd name="T4" fmla="*/ 286 w 752"/>
                <a:gd name="T5" fmla="*/ 115 h 2830"/>
                <a:gd name="T6" fmla="*/ 253 w 752"/>
                <a:gd name="T7" fmla="*/ 13 h 2830"/>
                <a:gd name="T8" fmla="*/ 240 w 752"/>
                <a:gd name="T9" fmla="*/ 4 h 2830"/>
                <a:gd name="T10" fmla="*/ 192 w 752"/>
                <a:gd name="T11" fmla="*/ 5 h 2830"/>
                <a:gd name="T12" fmla="*/ 153 w 752"/>
                <a:gd name="T13" fmla="*/ 28 h 2830"/>
                <a:gd name="T14" fmla="*/ 133 w 752"/>
                <a:gd name="T15" fmla="*/ 131 h 2830"/>
                <a:gd name="T16" fmla="*/ 138 w 752"/>
                <a:gd name="T17" fmla="*/ 186 h 2830"/>
                <a:gd name="T18" fmla="*/ 107 w 752"/>
                <a:gd name="T19" fmla="*/ 249 h 2830"/>
                <a:gd name="T20" fmla="*/ 13 w 752"/>
                <a:gd name="T21" fmla="*/ 645 h 2830"/>
                <a:gd name="T22" fmla="*/ 17 w 752"/>
                <a:gd name="T23" fmla="*/ 865 h 2830"/>
                <a:gd name="T24" fmla="*/ 57 w 752"/>
                <a:gd name="T25" fmla="*/ 863 h 2830"/>
                <a:gd name="T26" fmla="*/ 57 w 752"/>
                <a:gd name="T27" fmla="*/ 861 h 2830"/>
                <a:gd name="T28" fmla="*/ 51 w 752"/>
                <a:gd name="T29" fmla="*/ 792 h 2830"/>
                <a:gd name="T30" fmla="*/ 64 w 752"/>
                <a:gd name="T31" fmla="*/ 635 h 2830"/>
                <a:gd name="T32" fmla="*/ 103 w 752"/>
                <a:gd name="T33" fmla="*/ 542 h 2830"/>
                <a:gd name="T34" fmla="*/ 119 w 752"/>
                <a:gd name="T35" fmla="*/ 1120 h 2830"/>
                <a:gd name="T36" fmla="*/ 123 w 752"/>
                <a:gd name="T37" fmla="*/ 1513 h 2830"/>
                <a:gd name="T38" fmla="*/ 123 w 752"/>
                <a:gd name="T39" fmla="*/ 1517 h 2830"/>
                <a:gd name="T40" fmla="*/ 125 w 752"/>
                <a:gd name="T41" fmla="*/ 1520 h 2830"/>
                <a:gd name="T42" fmla="*/ 126 w 752"/>
                <a:gd name="T43" fmla="*/ 1523 h 2830"/>
                <a:gd name="T44" fmla="*/ 130 w 752"/>
                <a:gd name="T45" fmla="*/ 1523 h 2830"/>
                <a:gd name="T46" fmla="*/ 130 w 752"/>
                <a:gd name="T47" fmla="*/ 1525 h 2830"/>
                <a:gd name="T48" fmla="*/ 133 w 752"/>
                <a:gd name="T49" fmla="*/ 1528 h 2830"/>
                <a:gd name="T50" fmla="*/ 136 w 752"/>
                <a:gd name="T51" fmla="*/ 1530 h 2830"/>
                <a:gd name="T52" fmla="*/ 140 w 752"/>
                <a:gd name="T53" fmla="*/ 1530 h 2830"/>
                <a:gd name="T54" fmla="*/ 144 w 752"/>
                <a:gd name="T55" fmla="*/ 1530 h 2830"/>
                <a:gd name="T56" fmla="*/ 148 w 752"/>
                <a:gd name="T57" fmla="*/ 1528 h 2830"/>
                <a:gd name="T58" fmla="*/ 204 w 752"/>
                <a:gd name="T59" fmla="*/ 1455 h 2830"/>
                <a:gd name="T60" fmla="*/ 200 w 752"/>
                <a:gd name="T61" fmla="*/ 1020 h 2830"/>
                <a:gd name="T62" fmla="*/ 216 w 752"/>
                <a:gd name="T63" fmla="*/ 815 h 2830"/>
                <a:gd name="T64" fmla="*/ 226 w 752"/>
                <a:gd name="T65" fmla="*/ 1357 h 2830"/>
                <a:gd name="T66" fmla="*/ 221 w 752"/>
                <a:gd name="T67" fmla="*/ 1525 h 2830"/>
                <a:gd name="T68" fmla="*/ 269 w 752"/>
                <a:gd name="T69" fmla="*/ 1529 h 2830"/>
                <a:gd name="T70" fmla="*/ 273 w 752"/>
                <a:gd name="T71" fmla="*/ 1530 h 2830"/>
                <a:gd name="T72" fmla="*/ 278 w 752"/>
                <a:gd name="T73" fmla="*/ 1530 h 2830"/>
                <a:gd name="T74" fmla="*/ 281 w 752"/>
                <a:gd name="T75" fmla="*/ 1528 h 2830"/>
                <a:gd name="T76" fmla="*/ 286 w 752"/>
                <a:gd name="T77" fmla="*/ 1523 h 2830"/>
                <a:gd name="T78" fmla="*/ 289 w 752"/>
                <a:gd name="T79" fmla="*/ 1523 h 2830"/>
                <a:gd name="T80" fmla="*/ 290 w 752"/>
                <a:gd name="T81" fmla="*/ 1520 h 2830"/>
                <a:gd name="T82" fmla="*/ 292 w 752"/>
                <a:gd name="T83" fmla="*/ 1518 h 2830"/>
                <a:gd name="T84" fmla="*/ 292 w 752"/>
                <a:gd name="T85" fmla="*/ 1515 h 2830"/>
                <a:gd name="T86" fmla="*/ 294 w 752"/>
                <a:gd name="T87" fmla="*/ 1290 h 2830"/>
                <a:gd name="T88" fmla="*/ 343 w 752"/>
                <a:gd name="T89" fmla="*/ 728 h 2830"/>
                <a:gd name="T90" fmla="*/ 323 w 752"/>
                <a:gd name="T91" fmla="*/ 458 h 2830"/>
                <a:gd name="T92" fmla="*/ 362 w 752"/>
                <a:gd name="T93" fmla="*/ 831 h 2830"/>
                <a:gd name="T94" fmla="*/ 358 w 752"/>
                <a:gd name="T95" fmla="*/ 861 h 2830"/>
                <a:gd name="T96" fmla="*/ 358 w 752"/>
                <a:gd name="T97" fmla="*/ 863 h 2830"/>
                <a:gd name="T98" fmla="*/ 398 w 752"/>
                <a:gd name="T99" fmla="*/ 865 h 2830"/>
                <a:gd name="T100" fmla="*/ 400 w 752"/>
                <a:gd name="T101" fmla="*/ 644 h 2830"/>
                <a:gd name="T102" fmla="*/ 361 w 752"/>
                <a:gd name="T103" fmla="*/ 289 h 2830"/>
                <a:gd name="T104" fmla="*/ 281 w 752"/>
                <a:gd name="T105" fmla="*/ 207 h 2830"/>
                <a:gd name="T106" fmla="*/ 257 w 752"/>
                <a:gd name="T107" fmla="*/ 177 h 2830"/>
                <a:gd name="T108" fmla="*/ 257 w 752"/>
                <a:gd name="T109" fmla="*/ 172 h 2830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752" h="2830">
                  <a:moveTo>
                    <a:pt x="292" y="322"/>
                  </a:moveTo>
                  <a:cubicBezTo>
                    <a:pt x="295" y="324"/>
                    <a:pt x="297" y="327"/>
                    <a:pt x="300" y="329"/>
                  </a:cubicBezTo>
                  <a:cubicBezTo>
                    <a:pt x="302" y="338"/>
                    <a:pt x="303" y="347"/>
                    <a:pt x="304" y="354"/>
                  </a:cubicBezTo>
                  <a:cubicBezTo>
                    <a:pt x="304" y="354"/>
                    <a:pt x="304" y="354"/>
                    <a:pt x="304" y="355"/>
                  </a:cubicBezTo>
                  <a:cubicBezTo>
                    <a:pt x="304" y="357"/>
                    <a:pt x="304" y="359"/>
                    <a:pt x="304" y="361"/>
                  </a:cubicBezTo>
                  <a:cubicBezTo>
                    <a:pt x="305" y="387"/>
                    <a:pt x="298" y="406"/>
                    <a:pt x="287" y="420"/>
                  </a:cubicBezTo>
                  <a:cubicBezTo>
                    <a:pt x="286" y="409"/>
                    <a:pt x="285" y="397"/>
                    <a:pt x="282" y="387"/>
                  </a:cubicBezTo>
                  <a:cubicBezTo>
                    <a:pt x="287" y="393"/>
                    <a:pt x="285" y="395"/>
                    <a:pt x="290" y="401"/>
                  </a:cubicBezTo>
                  <a:cubicBezTo>
                    <a:pt x="292" y="377"/>
                    <a:pt x="284" y="359"/>
                    <a:pt x="285" y="335"/>
                  </a:cubicBezTo>
                  <a:cubicBezTo>
                    <a:pt x="285" y="335"/>
                    <a:pt x="288" y="316"/>
                    <a:pt x="292" y="322"/>
                  </a:cubicBezTo>
                  <a:close/>
                  <a:moveTo>
                    <a:pt x="481" y="293"/>
                  </a:moveTo>
                  <a:cubicBezTo>
                    <a:pt x="483" y="289"/>
                    <a:pt x="484" y="286"/>
                    <a:pt x="485" y="283"/>
                  </a:cubicBezTo>
                  <a:cubicBezTo>
                    <a:pt x="486" y="283"/>
                    <a:pt x="486" y="283"/>
                    <a:pt x="486" y="282"/>
                  </a:cubicBezTo>
                  <a:cubicBezTo>
                    <a:pt x="487" y="280"/>
                    <a:pt x="487" y="278"/>
                    <a:pt x="488" y="277"/>
                  </a:cubicBezTo>
                  <a:cubicBezTo>
                    <a:pt x="489" y="274"/>
                    <a:pt x="490" y="270"/>
                    <a:pt x="491" y="267"/>
                  </a:cubicBezTo>
                  <a:cubicBezTo>
                    <a:pt x="500" y="273"/>
                    <a:pt x="512" y="249"/>
                    <a:pt x="514" y="243"/>
                  </a:cubicBezTo>
                  <a:cubicBezTo>
                    <a:pt x="517" y="236"/>
                    <a:pt x="518" y="230"/>
                    <a:pt x="517" y="223"/>
                  </a:cubicBezTo>
                  <a:cubicBezTo>
                    <a:pt x="517" y="219"/>
                    <a:pt x="517" y="215"/>
                    <a:pt x="518" y="212"/>
                  </a:cubicBezTo>
                  <a:cubicBezTo>
                    <a:pt x="521" y="202"/>
                    <a:pt x="532" y="190"/>
                    <a:pt x="523" y="180"/>
                  </a:cubicBezTo>
                  <a:cubicBezTo>
                    <a:pt x="520" y="175"/>
                    <a:pt x="514" y="176"/>
                    <a:pt x="509" y="178"/>
                  </a:cubicBezTo>
                  <a:cubicBezTo>
                    <a:pt x="510" y="170"/>
                    <a:pt x="511" y="162"/>
                    <a:pt x="510" y="157"/>
                  </a:cubicBezTo>
                  <a:cubicBezTo>
                    <a:pt x="506" y="137"/>
                    <a:pt x="512" y="115"/>
                    <a:pt x="508" y="96"/>
                  </a:cubicBezTo>
                  <a:cubicBezTo>
                    <a:pt x="504" y="75"/>
                    <a:pt x="493" y="57"/>
                    <a:pt x="478" y="42"/>
                  </a:cubicBezTo>
                  <a:cubicBezTo>
                    <a:pt x="472" y="34"/>
                    <a:pt x="466" y="29"/>
                    <a:pt x="457" y="25"/>
                  </a:cubicBezTo>
                  <a:cubicBezTo>
                    <a:pt x="457" y="25"/>
                    <a:pt x="457" y="25"/>
                    <a:pt x="457" y="25"/>
                  </a:cubicBezTo>
                  <a:cubicBezTo>
                    <a:pt x="460" y="26"/>
                    <a:pt x="462" y="27"/>
                    <a:pt x="465" y="29"/>
                  </a:cubicBezTo>
                  <a:cubicBezTo>
                    <a:pt x="468" y="30"/>
                    <a:pt x="471" y="32"/>
                    <a:pt x="474" y="33"/>
                  </a:cubicBezTo>
                  <a:cubicBezTo>
                    <a:pt x="464" y="22"/>
                    <a:pt x="448" y="12"/>
                    <a:pt x="433" y="12"/>
                  </a:cubicBezTo>
                  <a:cubicBezTo>
                    <a:pt x="441" y="12"/>
                    <a:pt x="448" y="14"/>
                    <a:pt x="456" y="14"/>
                  </a:cubicBezTo>
                  <a:cubicBezTo>
                    <a:pt x="449" y="11"/>
                    <a:pt x="443" y="8"/>
                    <a:pt x="435" y="7"/>
                  </a:cubicBezTo>
                  <a:cubicBezTo>
                    <a:pt x="427" y="6"/>
                    <a:pt x="414" y="5"/>
                    <a:pt x="407" y="9"/>
                  </a:cubicBezTo>
                  <a:cubicBezTo>
                    <a:pt x="406" y="9"/>
                    <a:pt x="405" y="9"/>
                    <a:pt x="405" y="9"/>
                  </a:cubicBezTo>
                  <a:cubicBezTo>
                    <a:pt x="405" y="9"/>
                    <a:pt x="405" y="9"/>
                    <a:pt x="405" y="9"/>
                  </a:cubicBezTo>
                  <a:cubicBezTo>
                    <a:pt x="387" y="5"/>
                    <a:pt x="360" y="0"/>
                    <a:pt x="342" y="8"/>
                  </a:cubicBezTo>
                  <a:cubicBezTo>
                    <a:pt x="352" y="6"/>
                    <a:pt x="363" y="4"/>
                    <a:pt x="373" y="8"/>
                  </a:cubicBezTo>
                  <a:cubicBezTo>
                    <a:pt x="364" y="8"/>
                    <a:pt x="355" y="7"/>
                    <a:pt x="347" y="9"/>
                  </a:cubicBezTo>
                  <a:cubicBezTo>
                    <a:pt x="336" y="11"/>
                    <a:pt x="325" y="14"/>
                    <a:pt x="313" y="15"/>
                  </a:cubicBezTo>
                  <a:cubicBezTo>
                    <a:pt x="318" y="15"/>
                    <a:pt x="324" y="14"/>
                    <a:pt x="329" y="15"/>
                  </a:cubicBezTo>
                  <a:cubicBezTo>
                    <a:pt x="324" y="16"/>
                    <a:pt x="319" y="17"/>
                    <a:pt x="315" y="20"/>
                  </a:cubicBezTo>
                  <a:cubicBezTo>
                    <a:pt x="313" y="21"/>
                    <a:pt x="311" y="22"/>
                    <a:pt x="309" y="23"/>
                  </a:cubicBezTo>
                  <a:cubicBezTo>
                    <a:pt x="307" y="24"/>
                    <a:pt x="305" y="25"/>
                    <a:pt x="303" y="26"/>
                  </a:cubicBezTo>
                  <a:cubicBezTo>
                    <a:pt x="294" y="31"/>
                    <a:pt x="282" y="41"/>
                    <a:pt x="278" y="51"/>
                  </a:cubicBezTo>
                  <a:cubicBezTo>
                    <a:pt x="256" y="74"/>
                    <a:pt x="241" y="105"/>
                    <a:pt x="237" y="136"/>
                  </a:cubicBezTo>
                  <a:cubicBezTo>
                    <a:pt x="235" y="150"/>
                    <a:pt x="238" y="163"/>
                    <a:pt x="242" y="176"/>
                  </a:cubicBezTo>
                  <a:cubicBezTo>
                    <a:pt x="238" y="175"/>
                    <a:pt x="235" y="176"/>
                    <a:pt x="232" y="179"/>
                  </a:cubicBezTo>
                  <a:cubicBezTo>
                    <a:pt x="224" y="190"/>
                    <a:pt x="235" y="201"/>
                    <a:pt x="238" y="211"/>
                  </a:cubicBezTo>
                  <a:cubicBezTo>
                    <a:pt x="239" y="215"/>
                    <a:pt x="239" y="219"/>
                    <a:pt x="239" y="223"/>
                  </a:cubicBezTo>
                  <a:cubicBezTo>
                    <a:pt x="238" y="230"/>
                    <a:pt x="238" y="236"/>
                    <a:pt x="241" y="243"/>
                  </a:cubicBezTo>
                  <a:cubicBezTo>
                    <a:pt x="244" y="248"/>
                    <a:pt x="255" y="271"/>
                    <a:pt x="264" y="267"/>
                  </a:cubicBezTo>
                  <a:cubicBezTo>
                    <a:pt x="266" y="272"/>
                    <a:pt x="267" y="276"/>
                    <a:pt x="268" y="280"/>
                  </a:cubicBezTo>
                  <a:cubicBezTo>
                    <a:pt x="269" y="281"/>
                    <a:pt x="270" y="284"/>
                    <a:pt x="271" y="286"/>
                  </a:cubicBezTo>
                  <a:cubicBezTo>
                    <a:pt x="271" y="287"/>
                    <a:pt x="272" y="288"/>
                    <a:pt x="272" y="290"/>
                  </a:cubicBezTo>
                  <a:cubicBezTo>
                    <a:pt x="272" y="290"/>
                    <a:pt x="276" y="293"/>
                    <a:pt x="267" y="312"/>
                  </a:cubicBezTo>
                  <a:cubicBezTo>
                    <a:pt x="261" y="323"/>
                    <a:pt x="255" y="334"/>
                    <a:pt x="250" y="344"/>
                  </a:cubicBezTo>
                  <a:cubicBezTo>
                    <a:pt x="252" y="341"/>
                    <a:pt x="246" y="352"/>
                    <a:pt x="241" y="359"/>
                  </a:cubicBezTo>
                  <a:cubicBezTo>
                    <a:pt x="232" y="372"/>
                    <a:pt x="221" y="385"/>
                    <a:pt x="218" y="401"/>
                  </a:cubicBezTo>
                  <a:cubicBezTo>
                    <a:pt x="224" y="393"/>
                    <a:pt x="231" y="379"/>
                    <a:pt x="242" y="376"/>
                  </a:cubicBezTo>
                  <a:cubicBezTo>
                    <a:pt x="235" y="385"/>
                    <a:pt x="229" y="396"/>
                    <a:pt x="226" y="407"/>
                  </a:cubicBezTo>
                  <a:cubicBezTo>
                    <a:pt x="222" y="422"/>
                    <a:pt x="225" y="438"/>
                    <a:pt x="223" y="454"/>
                  </a:cubicBezTo>
                  <a:cubicBezTo>
                    <a:pt x="215" y="455"/>
                    <a:pt x="206" y="457"/>
                    <a:pt x="195" y="460"/>
                  </a:cubicBezTo>
                  <a:cubicBezTo>
                    <a:pt x="177" y="464"/>
                    <a:pt x="136" y="476"/>
                    <a:pt x="118" y="505"/>
                  </a:cubicBezTo>
                  <a:cubicBezTo>
                    <a:pt x="107" y="524"/>
                    <a:pt x="91" y="572"/>
                    <a:pt x="86" y="607"/>
                  </a:cubicBezTo>
                  <a:cubicBezTo>
                    <a:pt x="80" y="643"/>
                    <a:pt x="57" y="816"/>
                    <a:pt x="56" y="872"/>
                  </a:cubicBezTo>
                  <a:cubicBezTo>
                    <a:pt x="56" y="874"/>
                    <a:pt x="56" y="875"/>
                    <a:pt x="56" y="877"/>
                  </a:cubicBezTo>
                  <a:cubicBezTo>
                    <a:pt x="56" y="926"/>
                    <a:pt x="50" y="959"/>
                    <a:pt x="45" y="982"/>
                  </a:cubicBezTo>
                  <a:cubicBezTo>
                    <a:pt x="41" y="1004"/>
                    <a:pt x="22" y="1067"/>
                    <a:pt x="23" y="1190"/>
                  </a:cubicBezTo>
                  <a:cubicBezTo>
                    <a:pt x="24" y="1212"/>
                    <a:pt x="22" y="1263"/>
                    <a:pt x="24" y="1295"/>
                  </a:cubicBezTo>
                  <a:cubicBezTo>
                    <a:pt x="28" y="1337"/>
                    <a:pt x="22" y="1427"/>
                    <a:pt x="17" y="1447"/>
                  </a:cubicBezTo>
                  <a:cubicBezTo>
                    <a:pt x="11" y="1473"/>
                    <a:pt x="5" y="1517"/>
                    <a:pt x="3" y="1523"/>
                  </a:cubicBezTo>
                  <a:cubicBezTo>
                    <a:pt x="0" y="1529"/>
                    <a:pt x="5" y="1538"/>
                    <a:pt x="8" y="1544"/>
                  </a:cubicBezTo>
                  <a:cubicBezTo>
                    <a:pt x="12" y="1551"/>
                    <a:pt x="11" y="1557"/>
                    <a:pt x="15" y="1566"/>
                  </a:cubicBezTo>
                  <a:cubicBezTo>
                    <a:pt x="18" y="1573"/>
                    <a:pt x="27" y="1588"/>
                    <a:pt x="32" y="1596"/>
                  </a:cubicBezTo>
                  <a:cubicBezTo>
                    <a:pt x="37" y="1605"/>
                    <a:pt x="56" y="1615"/>
                    <a:pt x="71" y="1620"/>
                  </a:cubicBezTo>
                  <a:cubicBezTo>
                    <a:pt x="81" y="1624"/>
                    <a:pt x="100" y="1635"/>
                    <a:pt x="102" y="1630"/>
                  </a:cubicBezTo>
                  <a:cubicBezTo>
                    <a:pt x="106" y="1619"/>
                    <a:pt x="99" y="1612"/>
                    <a:pt x="91" y="1608"/>
                  </a:cubicBezTo>
                  <a:cubicBezTo>
                    <a:pt x="87" y="1605"/>
                    <a:pt x="100" y="1614"/>
                    <a:pt x="103" y="1604"/>
                  </a:cubicBezTo>
                  <a:cubicBezTo>
                    <a:pt x="104" y="1601"/>
                    <a:pt x="104" y="1600"/>
                    <a:pt x="102" y="1595"/>
                  </a:cubicBezTo>
                  <a:cubicBezTo>
                    <a:pt x="102" y="1594"/>
                    <a:pt x="103" y="1594"/>
                    <a:pt x="103" y="1593"/>
                  </a:cubicBezTo>
                  <a:cubicBezTo>
                    <a:pt x="103" y="1593"/>
                    <a:pt x="103" y="1592"/>
                    <a:pt x="103" y="1592"/>
                  </a:cubicBezTo>
                  <a:cubicBezTo>
                    <a:pt x="103" y="1592"/>
                    <a:pt x="103" y="1592"/>
                    <a:pt x="103" y="1592"/>
                  </a:cubicBezTo>
                  <a:cubicBezTo>
                    <a:pt x="103" y="1591"/>
                    <a:pt x="103" y="1591"/>
                    <a:pt x="103" y="1591"/>
                  </a:cubicBezTo>
                  <a:cubicBezTo>
                    <a:pt x="103" y="1591"/>
                    <a:pt x="103" y="1590"/>
                    <a:pt x="103" y="1590"/>
                  </a:cubicBezTo>
                  <a:cubicBezTo>
                    <a:pt x="103" y="1590"/>
                    <a:pt x="103" y="1590"/>
                    <a:pt x="103" y="1590"/>
                  </a:cubicBezTo>
                  <a:cubicBezTo>
                    <a:pt x="103" y="1589"/>
                    <a:pt x="103" y="1589"/>
                    <a:pt x="103" y="1589"/>
                  </a:cubicBezTo>
                  <a:cubicBezTo>
                    <a:pt x="102" y="1589"/>
                    <a:pt x="102" y="1589"/>
                    <a:pt x="102" y="1589"/>
                  </a:cubicBezTo>
                  <a:cubicBezTo>
                    <a:pt x="102" y="1588"/>
                    <a:pt x="102" y="1588"/>
                    <a:pt x="102" y="1588"/>
                  </a:cubicBezTo>
                  <a:cubicBezTo>
                    <a:pt x="102" y="1588"/>
                    <a:pt x="102" y="1588"/>
                    <a:pt x="102" y="1588"/>
                  </a:cubicBezTo>
                  <a:cubicBezTo>
                    <a:pt x="101" y="1587"/>
                    <a:pt x="99" y="1584"/>
                    <a:pt x="99" y="1583"/>
                  </a:cubicBezTo>
                  <a:cubicBezTo>
                    <a:pt x="106" y="1581"/>
                    <a:pt x="101" y="1550"/>
                    <a:pt x="98" y="1534"/>
                  </a:cubicBezTo>
                  <a:cubicBezTo>
                    <a:pt x="99" y="1523"/>
                    <a:pt x="100" y="1487"/>
                    <a:pt x="91" y="1462"/>
                  </a:cubicBezTo>
                  <a:cubicBezTo>
                    <a:pt x="86" y="1446"/>
                    <a:pt x="84" y="1431"/>
                    <a:pt x="84" y="1421"/>
                  </a:cubicBezTo>
                  <a:cubicBezTo>
                    <a:pt x="84" y="1421"/>
                    <a:pt x="84" y="1420"/>
                    <a:pt x="84" y="1419"/>
                  </a:cubicBezTo>
                  <a:cubicBezTo>
                    <a:pt x="84" y="1419"/>
                    <a:pt x="84" y="1418"/>
                    <a:pt x="84" y="1417"/>
                  </a:cubicBezTo>
                  <a:cubicBezTo>
                    <a:pt x="84" y="1417"/>
                    <a:pt x="84" y="1417"/>
                    <a:pt x="84" y="1417"/>
                  </a:cubicBezTo>
                  <a:cubicBezTo>
                    <a:pt x="82" y="1388"/>
                    <a:pt x="93" y="1282"/>
                    <a:pt x="104" y="1221"/>
                  </a:cubicBezTo>
                  <a:cubicBezTo>
                    <a:pt x="107" y="1205"/>
                    <a:pt x="111" y="1189"/>
                    <a:pt x="116" y="1173"/>
                  </a:cubicBezTo>
                  <a:cubicBezTo>
                    <a:pt x="120" y="1158"/>
                    <a:pt x="123" y="1142"/>
                    <a:pt x="126" y="1125"/>
                  </a:cubicBezTo>
                  <a:cubicBezTo>
                    <a:pt x="138" y="1059"/>
                    <a:pt x="138" y="1008"/>
                    <a:pt x="140" y="995"/>
                  </a:cubicBezTo>
                  <a:cubicBezTo>
                    <a:pt x="143" y="978"/>
                    <a:pt x="161" y="888"/>
                    <a:pt x="167" y="848"/>
                  </a:cubicBezTo>
                  <a:cubicBezTo>
                    <a:pt x="167" y="849"/>
                    <a:pt x="167" y="849"/>
                    <a:pt x="167" y="849"/>
                  </a:cubicBezTo>
                  <a:cubicBezTo>
                    <a:pt x="171" y="898"/>
                    <a:pt x="181" y="956"/>
                    <a:pt x="183" y="982"/>
                  </a:cubicBezTo>
                  <a:cubicBezTo>
                    <a:pt x="183" y="988"/>
                    <a:pt x="184" y="994"/>
                    <a:pt x="185" y="1001"/>
                  </a:cubicBezTo>
                  <a:cubicBezTo>
                    <a:pt x="190" y="1036"/>
                    <a:pt x="203" y="1085"/>
                    <a:pt x="191" y="1110"/>
                  </a:cubicBezTo>
                  <a:cubicBezTo>
                    <a:pt x="177" y="1138"/>
                    <a:pt x="159" y="1204"/>
                    <a:pt x="146" y="1281"/>
                  </a:cubicBezTo>
                  <a:cubicBezTo>
                    <a:pt x="135" y="1342"/>
                    <a:pt x="126" y="1394"/>
                    <a:pt x="136" y="1504"/>
                  </a:cubicBezTo>
                  <a:cubicBezTo>
                    <a:pt x="144" y="1582"/>
                    <a:pt x="143" y="1635"/>
                    <a:pt x="161" y="1721"/>
                  </a:cubicBezTo>
                  <a:cubicBezTo>
                    <a:pt x="178" y="1798"/>
                    <a:pt x="191" y="1888"/>
                    <a:pt x="200" y="1945"/>
                  </a:cubicBezTo>
                  <a:cubicBezTo>
                    <a:pt x="210" y="2001"/>
                    <a:pt x="214" y="2030"/>
                    <a:pt x="216" y="2067"/>
                  </a:cubicBezTo>
                  <a:cubicBezTo>
                    <a:pt x="218" y="2104"/>
                    <a:pt x="195" y="2279"/>
                    <a:pt x="221" y="2381"/>
                  </a:cubicBezTo>
                  <a:cubicBezTo>
                    <a:pt x="247" y="2482"/>
                    <a:pt x="258" y="2547"/>
                    <a:pt x="263" y="2571"/>
                  </a:cubicBezTo>
                  <a:cubicBezTo>
                    <a:pt x="274" y="2626"/>
                    <a:pt x="264" y="2631"/>
                    <a:pt x="269" y="2659"/>
                  </a:cubicBezTo>
                  <a:cubicBezTo>
                    <a:pt x="274" y="2686"/>
                    <a:pt x="274" y="2683"/>
                    <a:pt x="261" y="2709"/>
                  </a:cubicBezTo>
                  <a:cubicBezTo>
                    <a:pt x="249" y="2726"/>
                    <a:pt x="230" y="2763"/>
                    <a:pt x="223" y="2772"/>
                  </a:cubicBezTo>
                  <a:cubicBezTo>
                    <a:pt x="217" y="2780"/>
                    <a:pt x="220" y="2788"/>
                    <a:pt x="223" y="2793"/>
                  </a:cubicBezTo>
                  <a:cubicBezTo>
                    <a:pt x="223" y="2794"/>
                    <a:pt x="223" y="2795"/>
                    <a:pt x="223" y="2796"/>
                  </a:cubicBezTo>
                  <a:cubicBezTo>
                    <a:pt x="223" y="2796"/>
                    <a:pt x="223" y="2796"/>
                    <a:pt x="223" y="2796"/>
                  </a:cubicBezTo>
                  <a:cubicBezTo>
                    <a:pt x="223" y="2797"/>
                    <a:pt x="223" y="2797"/>
                    <a:pt x="223" y="2798"/>
                  </a:cubicBezTo>
                  <a:cubicBezTo>
                    <a:pt x="223" y="2798"/>
                    <a:pt x="223" y="2798"/>
                    <a:pt x="223" y="2799"/>
                  </a:cubicBezTo>
                  <a:cubicBezTo>
                    <a:pt x="223" y="2799"/>
                    <a:pt x="223" y="2800"/>
                    <a:pt x="223" y="2800"/>
                  </a:cubicBezTo>
                  <a:cubicBezTo>
                    <a:pt x="223" y="2800"/>
                    <a:pt x="223" y="2800"/>
                    <a:pt x="223" y="2801"/>
                  </a:cubicBezTo>
                  <a:cubicBezTo>
                    <a:pt x="223" y="2801"/>
                    <a:pt x="223" y="2802"/>
                    <a:pt x="223" y="2802"/>
                  </a:cubicBezTo>
                  <a:cubicBezTo>
                    <a:pt x="223" y="2802"/>
                    <a:pt x="223" y="2802"/>
                    <a:pt x="223" y="2802"/>
                  </a:cubicBezTo>
                  <a:cubicBezTo>
                    <a:pt x="223" y="2803"/>
                    <a:pt x="223" y="2803"/>
                    <a:pt x="224" y="2804"/>
                  </a:cubicBezTo>
                  <a:cubicBezTo>
                    <a:pt x="224" y="2804"/>
                    <a:pt x="224" y="2804"/>
                    <a:pt x="224" y="2804"/>
                  </a:cubicBezTo>
                  <a:cubicBezTo>
                    <a:pt x="224" y="2805"/>
                    <a:pt x="224" y="2805"/>
                    <a:pt x="225" y="2805"/>
                  </a:cubicBezTo>
                  <a:cubicBezTo>
                    <a:pt x="225" y="2806"/>
                    <a:pt x="225" y="2806"/>
                    <a:pt x="225" y="2806"/>
                  </a:cubicBezTo>
                  <a:cubicBezTo>
                    <a:pt x="225" y="2806"/>
                    <a:pt x="225" y="2807"/>
                    <a:pt x="226" y="2807"/>
                  </a:cubicBezTo>
                  <a:cubicBezTo>
                    <a:pt x="226" y="2807"/>
                    <a:pt x="226" y="2807"/>
                    <a:pt x="226" y="2807"/>
                  </a:cubicBezTo>
                  <a:cubicBezTo>
                    <a:pt x="226" y="2808"/>
                    <a:pt x="227" y="2808"/>
                    <a:pt x="227" y="2808"/>
                  </a:cubicBezTo>
                  <a:cubicBezTo>
                    <a:pt x="227" y="2808"/>
                    <a:pt x="227" y="2808"/>
                    <a:pt x="227" y="2809"/>
                  </a:cubicBezTo>
                  <a:cubicBezTo>
                    <a:pt x="228" y="2809"/>
                    <a:pt x="228" y="2809"/>
                    <a:pt x="228" y="2809"/>
                  </a:cubicBezTo>
                  <a:cubicBezTo>
                    <a:pt x="228" y="2810"/>
                    <a:pt x="229" y="2810"/>
                    <a:pt x="229" y="2810"/>
                  </a:cubicBezTo>
                  <a:cubicBezTo>
                    <a:pt x="229" y="2810"/>
                    <a:pt x="229" y="2810"/>
                    <a:pt x="230" y="2810"/>
                  </a:cubicBezTo>
                  <a:cubicBezTo>
                    <a:pt x="230" y="2810"/>
                    <a:pt x="230" y="2811"/>
                    <a:pt x="230" y="2811"/>
                  </a:cubicBezTo>
                  <a:cubicBezTo>
                    <a:pt x="231" y="2811"/>
                    <a:pt x="231" y="2811"/>
                    <a:pt x="231" y="2811"/>
                  </a:cubicBezTo>
                  <a:cubicBezTo>
                    <a:pt x="231" y="2811"/>
                    <a:pt x="232" y="2812"/>
                    <a:pt x="232" y="2812"/>
                  </a:cubicBezTo>
                  <a:cubicBezTo>
                    <a:pt x="232" y="2812"/>
                    <a:pt x="232" y="2812"/>
                    <a:pt x="232" y="2812"/>
                  </a:cubicBezTo>
                  <a:cubicBezTo>
                    <a:pt x="233" y="2812"/>
                    <a:pt x="233" y="2812"/>
                    <a:pt x="234" y="2812"/>
                  </a:cubicBezTo>
                  <a:cubicBezTo>
                    <a:pt x="234" y="2812"/>
                    <a:pt x="234" y="2812"/>
                    <a:pt x="234" y="2812"/>
                  </a:cubicBezTo>
                  <a:cubicBezTo>
                    <a:pt x="234" y="2813"/>
                    <a:pt x="235" y="2813"/>
                    <a:pt x="235" y="2813"/>
                  </a:cubicBezTo>
                  <a:cubicBezTo>
                    <a:pt x="235" y="2813"/>
                    <a:pt x="235" y="2813"/>
                    <a:pt x="235" y="2813"/>
                  </a:cubicBezTo>
                  <a:cubicBezTo>
                    <a:pt x="236" y="2813"/>
                    <a:pt x="237" y="2813"/>
                    <a:pt x="237" y="2813"/>
                  </a:cubicBezTo>
                  <a:cubicBezTo>
                    <a:pt x="237" y="2814"/>
                    <a:pt x="237" y="2815"/>
                    <a:pt x="237" y="2815"/>
                  </a:cubicBezTo>
                  <a:cubicBezTo>
                    <a:pt x="237" y="2815"/>
                    <a:pt x="237" y="2815"/>
                    <a:pt x="237" y="2815"/>
                  </a:cubicBezTo>
                  <a:cubicBezTo>
                    <a:pt x="237" y="2815"/>
                    <a:pt x="237" y="2815"/>
                    <a:pt x="237" y="2815"/>
                  </a:cubicBezTo>
                  <a:cubicBezTo>
                    <a:pt x="237" y="2816"/>
                    <a:pt x="238" y="2817"/>
                    <a:pt x="238" y="2817"/>
                  </a:cubicBezTo>
                  <a:cubicBezTo>
                    <a:pt x="238" y="2817"/>
                    <a:pt x="238" y="2817"/>
                    <a:pt x="238" y="2817"/>
                  </a:cubicBezTo>
                  <a:cubicBezTo>
                    <a:pt x="238" y="2818"/>
                    <a:pt x="238" y="2819"/>
                    <a:pt x="239" y="2819"/>
                  </a:cubicBezTo>
                  <a:cubicBezTo>
                    <a:pt x="239" y="2819"/>
                    <a:pt x="239" y="2819"/>
                    <a:pt x="239" y="2819"/>
                  </a:cubicBezTo>
                  <a:cubicBezTo>
                    <a:pt x="239" y="2820"/>
                    <a:pt x="240" y="2820"/>
                    <a:pt x="240" y="2821"/>
                  </a:cubicBezTo>
                  <a:cubicBezTo>
                    <a:pt x="240" y="2821"/>
                    <a:pt x="240" y="2821"/>
                    <a:pt x="240" y="2821"/>
                  </a:cubicBezTo>
                  <a:cubicBezTo>
                    <a:pt x="241" y="2821"/>
                    <a:pt x="241" y="2822"/>
                    <a:pt x="242" y="2822"/>
                  </a:cubicBezTo>
                  <a:cubicBezTo>
                    <a:pt x="242" y="2822"/>
                    <a:pt x="242" y="2822"/>
                    <a:pt x="242" y="2822"/>
                  </a:cubicBezTo>
                  <a:cubicBezTo>
                    <a:pt x="242" y="2823"/>
                    <a:pt x="243" y="2823"/>
                    <a:pt x="244" y="2823"/>
                  </a:cubicBezTo>
                  <a:cubicBezTo>
                    <a:pt x="244" y="2823"/>
                    <a:pt x="244" y="2823"/>
                    <a:pt x="244" y="2823"/>
                  </a:cubicBezTo>
                  <a:cubicBezTo>
                    <a:pt x="244" y="2823"/>
                    <a:pt x="245" y="2824"/>
                    <a:pt x="246" y="2824"/>
                  </a:cubicBezTo>
                  <a:cubicBezTo>
                    <a:pt x="246" y="2824"/>
                    <a:pt x="246" y="2824"/>
                    <a:pt x="246" y="2824"/>
                  </a:cubicBezTo>
                  <a:cubicBezTo>
                    <a:pt x="247" y="2824"/>
                    <a:pt x="248" y="2824"/>
                    <a:pt x="248" y="2824"/>
                  </a:cubicBezTo>
                  <a:cubicBezTo>
                    <a:pt x="248" y="2824"/>
                    <a:pt x="249" y="2824"/>
                    <a:pt x="249" y="2824"/>
                  </a:cubicBezTo>
                  <a:cubicBezTo>
                    <a:pt x="249" y="2825"/>
                    <a:pt x="250" y="2825"/>
                    <a:pt x="251" y="2825"/>
                  </a:cubicBezTo>
                  <a:cubicBezTo>
                    <a:pt x="251" y="2825"/>
                    <a:pt x="251" y="2825"/>
                    <a:pt x="251" y="2825"/>
                  </a:cubicBezTo>
                  <a:cubicBezTo>
                    <a:pt x="252" y="2825"/>
                    <a:pt x="253" y="2825"/>
                    <a:pt x="253" y="2825"/>
                  </a:cubicBezTo>
                  <a:cubicBezTo>
                    <a:pt x="254" y="2825"/>
                    <a:pt x="254" y="2825"/>
                    <a:pt x="254" y="2825"/>
                  </a:cubicBezTo>
                  <a:cubicBezTo>
                    <a:pt x="255" y="2825"/>
                    <a:pt x="255" y="2825"/>
                    <a:pt x="256" y="2825"/>
                  </a:cubicBezTo>
                  <a:cubicBezTo>
                    <a:pt x="256" y="2825"/>
                    <a:pt x="256" y="2825"/>
                    <a:pt x="257" y="2825"/>
                  </a:cubicBezTo>
                  <a:cubicBezTo>
                    <a:pt x="257" y="2824"/>
                    <a:pt x="258" y="2824"/>
                    <a:pt x="258" y="2824"/>
                  </a:cubicBezTo>
                  <a:cubicBezTo>
                    <a:pt x="259" y="2824"/>
                    <a:pt x="259" y="2824"/>
                    <a:pt x="259" y="2824"/>
                  </a:cubicBezTo>
                  <a:cubicBezTo>
                    <a:pt x="260" y="2824"/>
                    <a:pt x="260" y="2824"/>
                    <a:pt x="261" y="2824"/>
                  </a:cubicBezTo>
                  <a:cubicBezTo>
                    <a:pt x="261" y="2824"/>
                    <a:pt x="262" y="2824"/>
                    <a:pt x="262" y="2823"/>
                  </a:cubicBezTo>
                  <a:cubicBezTo>
                    <a:pt x="262" y="2823"/>
                    <a:pt x="263" y="2823"/>
                    <a:pt x="263" y="2823"/>
                  </a:cubicBezTo>
                  <a:cubicBezTo>
                    <a:pt x="264" y="2823"/>
                    <a:pt x="264" y="2823"/>
                    <a:pt x="264" y="2823"/>
                  </a:cubicBezTo>
                  <a:cubicBezTo>
                    <a:pt x="265" y="2822"/>
                    <a:pt x="265" y="2822"/>
                    <a:pt x="265" y="2822"/>
                  </a:cubicBezTo>
                  <a:cubicBezTo>
                    <a:pt x="266" y="2822"/>
                    <a:pt x="266" y="2822"/>
                    <a:pt x="266" y="2822"/>
                  </a:cubicBezTo>
                  <a:cubicBezTo>
                    <a:pt x="267" y="2821"/>
                    <a:pt x="267" y="2821"/>
                    <a:pt x="267" y="2821"/>
                  </a:cubicBezTo>
                  <a:cubicBezTo>
                    <a:pt x="267" y="2821"/>
                    <a:pt x="268" y="2820"/>
                    <a:pt x="268" y="2820"/>
                  </a:cubicBezTo>
                  <a:cubicBezTo>
                    <a:pt x="276" y="2828"/>
                    <a:pt x="296" y="2828"/>
                    <a:pt x="303" y="2818"/>
                  </a:cubicBezTo>
                  <a:cubicBezTo>
                    <a:pt x="316" y="2830"/>
                    <a:pt x="338" y="2830"/>
                    <a:pt x="352" y="2815"/>
                  </a:cubicBezTo>
                  <a:cubicBezTo>
                    <a:pt x="366" y="2800"/>
                    <a:pt x="368" y="2785"/>
                    <a:pt x="366" y="2770"/>
                  </a:cubicBezTo>
                  <a:cubicBezTo>
                    <a:pt x="365" y="2756"/>
                    <a:pt x="368" y="2751"/>
                    <a:pt x="371" y="2732"/>
                  </a:cubicBezTo>
                  <a:cubicBezTo>
                    <a:pt x="374" y="2714"/>
                    <a:pt x="376" y="2700"/>
                    <a:pt x="370" y="2687"/>
                  </a:cubicBezTo>
                  <a:cubicBezTo>
                    <a:pt x="364" y="2674"/>
                    <a:pt x="363" y="2668"/>
                    <a:pt x="363" y="2655"/>
                  </a:cubicBezTo>
                  <a:cubicBezTo>
                    <a:pt x="363" y="2641"/>
                    <a:pt x="368" y="2622"/>
                    <a:pt x="360" y="2605"/>
                  </a:cubicBezTo>
                  <a:cubicBezTo>
                    <a:pt x="352" y="2589"/>
                    <a:pt x="343" y="2549"/>
                    <a:pt x="344" y="2506"/>
                  </a:cubicBezTo>
                  <a:cubicBezTo>
                    <a:pt x="346" y="2464"/>
                    <a:pt x="376" y="2223"/>
                    <a:pt x="363" y="2141"/>
                  </a:cubicBezTo>
                  <a:cubicBezTo>
                    <a:pt x="351" y="2059"/>
                    <a:pt x="355" y="2042"/>
                    <a:pt x="359" y="2014"/>
                  </a:cubicBezTo>
                  <a:cubicBezTo>
                    <a:pt x="362" y="1986"/>
                    <a:pt x="370" y="1941"/>
                    <a:pt x="362" y="1882"/>
                  </a:cubicBezTo>
                  <a:cubicBezTo>
                    <a:pt x="360" y="1859"/>
                    <a:pt x="360" y="1763"/>
                    <a:pt x="361" y="1666"/>
                  </a:cubicBezTo>
                  <a:cubicBezTo>
                    <a:pt x="362" y="1604"/>
                    <a:pt x="366" y="1529"/>
                    <a:pt x="362" y="1505"/>
                  </a:cubicBezTo>
                  <a:cubicBezTo>
                    <a:pt x="367" y="1507"/>
                    <a:pt x="371" y="1508"/>
                    <a:pt x="375" y="1508"/>
                  </a:cubicBezTo>
                  <a:cubicBezTo>
                    <a:pt x="376" y="1508"/>
                    <a:pt x="376" y="1508"/>
                    <a:pt x="376" y="1508"/>
                  </a:cubicBezTo>
                  <a:cubicBezTo>
                    <a:pt x="380" y="1508"/>
                    <a:pt x="385" y="1506"/>
                    <a:pt x="390" y="1504"/>
                  </a:cubicBezTo>
                  <a:cubicBezTo>
                    <a:pt x="390" y="1505"/>
                    <a:pt x="390" y="1505"/>
                    <a:pt x="390" y="1505"/>
                  </a:cubicBezTo>
                  <a:cubicBezTo>
                    <a:pt x="389" y="1506"/>
                    <a:pt x="389" y="1509"/>
                    <a:pt x="389" y="1513"/>
                  </a:cubicBezTo>
                  <a:cubicBezTo>
                    <a:pt x="387" y="1544"/>
                    <a:pt x="390" y="1609"/>
                    <a:pt x="391" y="1666"/>
                  </a:cubicBezTo>
                  <a:cubicBezTo>
                    <a:pt x="392" y="1763"/>
                    <a:pt x="392" y="1859"/>
                    <a:pt x="390" y="1882"/>
                  </a:cubicBezTo>
                  <a:cubicBezTo>
                    <a:pt x="382" y="1941"/>
                    <a:pt x="390" y="1986"/>
                    <a:pt x="393" y="2014"/>
                  </a:cubicBezTo>
                  <a:cubicBezTo>
                    <a:pt x="397" y="2042"/>
                    <a:pt x="401" y="2059"/>
                    <a:pt x="389" y="2141"/>
                  </a:cubicBezTo>
                  <a:cubicBezTo>
                    <a:pt x="376" y="2223"/>
                    <a:pt x="406" y="2464"/>
                    <a:pt x="408" y="2506"/>
                  </a:cubicBezTo>
                  <a:cubicBezTo>
                    <a:pt x="409" y="2549"/>
                    <a:pt x="400" y="2589"/>
                    <a:pt x="392" y="2605"/>
                  </a:cubicBezTo>
                  <a:cubicBezTo>
                    <a:pt x="384" y="2622"/>
                    <a:pt x="389" y="2641"/>
                    <a:pt x="389" y="2655"/>
                  </a:cubicBezTo>
                  <a:cubicBezTo>
                    <a:pt x="389" y="2668"/>
                    <a:pt x="388" y="2674"/>
                    <a:pt x="382" y="2687"/>
                  </a:cubicBezTo>
                  <a:cubicBezTo>
                    <a:pt x="376" y="2700"/>
                    <a:pt x="378" y="2714"/>
                    <a:pt x="381" y="2732"/>
                  </a:cubicBezTo>
                  <a:cubicBezTo>
                    <a:pt x="384" y="2751"/>
                    <a:pt x="387" y="2756"/>
                    <a:pt x="386" y="2770"/>
                  </a:cubicBezTo>
                  <a:cubicBezTo>
                    <a:pt x="384" y="2785"/>
                    <a:pt x="386" y="2800"/>
                    <a:pt x="400" y="2815"/>
                  </a:cubicBezTo>
                  <a:cubicBezTo>
                    <a:pt x="414" y="2830"/>
                    <a:pt x="436" y="2830"/>
                    <a:pt x="449" y="2818"/>
                  </a:cubicBezTo>
                  <a:cubicBezTo>
                    <a:pt x="456" y="2828"/>
                    <a:pt x="476" y="2828"/>
                    <a:pt x="484" y="2820"/>
                  </a:cubicBezTo>
                  <a:cubicBezTo>
                    <a:pt x="484" y="2820"/>
                    <a:pt x="485" y="2821"/>
                    <a:pt x="485" y="2821"/>
                  </a:cubicBezTo>
                  <a:cubicBezTo>
                    <a:pt x="485" y="2821"/>
                    <a:pt x="485" y="2821"/>
                    <a:pt x="486" y="2822"/>
                  </a:cubicBezTo>
                  <a:cubicBezTo>
                    <a:pt x="486" y="2822"/>
                    <a:pt x="486" y="2822"/>
                    <a:pt x="487" y="2822"/>
                  </a:cubicBezTo>
                  <a:cubicBezTo>
                    <a:pt x="487" y="2822"/>
                    <a:pt x="487" y="2822"/>
                    <a:pt x="488" y="2823"/>
                  </a:cubicBezTo>
                  <a:cubicBezTo>
                    <a:pt x="488" y="2823"/>
                    <a:pt x="488" y="2823"/>
                    <a:pt x="489" y="2823"/>
                  </a:cubicBezTo>
                  <a:cubicBezTo>
                    <a:pt x="489" y="2823"/>
                    <a:pt x="490" y="2823"/>
                    <a:pt x="490" y="2823"/>
                  </a:cubicBezTo>
                  <a:cubicBezTo>
                    <a:pt x="490" y="2824"/>
                    <a:pt x="491" y="2824"/>
                    <a:pt x="491" y="2824"/>
                  </a:cubicBezTo>
                  <a:cubicBezTo>
                    <a:pt x="492" y="2824"/>
                    <a:pt x="492" y="2824"/>
                    <a:pt x="493" y="2824"/>
                  </a:cubicBezTo>
                  <a:cubicBezTo>
                    <a:pt x="493" y="2824"/>
                    <a:pt x="493" y="2824"/>
                    <a:pt x="494" y="2824"/>
                  </a:cubicBezTo>
                  <a:cubicBezTo>
                    <a:pt x="494" y="2824"/>
                    <a:pt x="495" y="2824"/>
                    <a:pt x="495" y="2825"/>
                  </a:cubicBezTo>
                  <a:cubicBezTo>
                    <a:pt x="496" y="2825"/>
                    <a:pt x="496" y="2825"/>
                    <a:pt x="496" y="2825"/>
                  </a:cubicBezTo>
                  <a:cubicBezTo>
                    <a:pt x="497" y="2825"/>
                    <a:pt x="497" y="2825"/>
                    <a:pt x="498" y="2825"/>
                  </a:cubicBezTo>
                  <a:cubicBezTo>
                    <a:pt x="498" y="2825"/>
                    <a:pt x="498" y="2825"/>
                    <a:pt x="499" y="2825"/>
                  </a:cubicBezTo>
                  <a:cubicBezTo>
                    <a:pt x="499" y="2825"/>
                    <a:pt x="500" y="2825"/>
                    <a:pt x="501" y="2825"/>
                  </a:cubicBezTo>
                  <a:cubicBezTo>
                    <a:pt x="501" y="2825"/>
                    <a:pt x="501" y="2825"/>
                    <a:pt x="501" y="2825"/>
                  </a:cubicBezTo>
                  <a:cubicBezTo>
                    <a:pt x="502" y="2825"/>
                    <a:pt x="503" y="2825"/>
                    <a:pt x="503" y="2824"/>
                  </a:cubicBezTo>
                  <a:cubicBezTo>
                    <a:pt x="504" y="2824"/>
                    <a:pt x="504" y="2824"/>
                    <a:pt x="504" y="2824"/>
                  </a:cubicBezTo>
                  <a:cubicBezTo>
                    <a:pt x="504" y="2824"/>
                    <a:pt x="505" y="2824"/>
                    <a:pt x="506" y="2824"/>
                  </a:cubicBezTo>
                  <a:cubicBezTo>
                    <a:pt x="506" y="2824"/>
                    <a:pt x="506" y="2824"/>
                    <a:pt x="506" y="2824"/>
                  </a:cubicBezTo>
                  <a:cubicBezTo>
                    <a:pt x="507" y="2824"/>
                    <a:pt x="508" y="2823"/>
                    <a:pt x="508" y="2823"/>
                  </a:cubicBezTo>
                  <a:cubicBezTo>
                    <a:pt x="508" y="2823"/>
                    <a:pt x="508" y="2823"/>
                    <a:pt x="508" y="2823"/>
                  </a:cubicBezTo>
                  <a:cubicBezTo>
                    <a:pt x="509" y="2823"/>
                    <a:pt x="510" y="2823"/>
                    <a:pt x="510" y="2822"/>
                  </a:cubicBezTo>
                  <a:cubicBezTo>
                    <a:pt x="510" y="2822"/>
                    <a:pt x="510" y="2822"/>
                    <a:pt x="510" y="2822"/>
                  </a:cubicBezTo>
                  <a:cubicBezTo>
                    <a:pt x="511" y="2822"/>
                    <a:pt x="511" y="2821"/>
                    <a:pt x="512" y="2821"/>
                  </a:cubicBezTo>
                  <a:cubicBezTo>
                    <a:pt x="512" y="2821"/>
                    <a:pt x="512" y="2821"/>
                    <a:pt x="512" y="2821"/>
                  </a:cubicBezTo>
                  <a:cubicBezTo>
                    <a:pt x="512" y="2820"/>
                    <a:pt x="513" y="2820"/>
                    <a:pt x="513" y="2819"/>
                  </a:cubicBezTo>
                  <a:cubicBezTo>
                    <a:pt x="514" y="2818"/>
                    <a:pt x="515" y="2814"/>
                    <a:pt x="515" y="2813"/>
                  </a:cubicBezTo>
                  <a:cubicBezTo>
                    <a:pt x="516" y="2813"/>
                    <a:pt x="517" y="2813"/>
                    <a:pt x="518" y="2812"/>
                  </a:cubicBezTo>
                  <a:cubicBezTo>
                    <a:pt x="518" y="2812"/>
                    <a:pt x="519" y="2812"/>
                    <a:pt x="519" y="2812"/>
                  </a:cubicBezTo>
                  <a:cubicBezTo>
                    <a:pt x="519" y="2812"/>
                    <a:pt x="519" y="2812"/>
                    <a:pt x="520" y="2812"/>
                  </a:cubicBezTo>
                  <a:cubicBezTo>
                    <a:pt x="520" y="2812"/>
                    <a:pt x="520" y="2812"/>
                    <a:pt x="520" y="2812"/>
                  </a:cubicBezTo>
                  <a:cubicBezTo>
                    <a:pt x="520" y="2811"/>
                    <a:pt x="521" y="2811"/>
                    <a:pt x="521" y="2811"/>
                  </a:cubicBezTo>
                  <a:cubicBezTo>
                    <a:pt x="521" y="2811"/>
                    <a:pt x="521" y="2811"/>
                    <a:pt x="522" y="2811"/>
                  </a:cubicBezTo>
                  <a:cubicBezTo>
                    <a:pt x="522" y="2811"/>
                    <a:pt x="522" y="2810"/>
                    <a:pt x="523" y="2810"/>
                  </a:cubicBezTo>
                  <a:cubicBezTo>
                    <a:pt x="523" y="2810"/>
                    <a:pt x="523" y="2810"/>
                    <a:pt x="523" y="2810"/>
                  </a:cubicBezTo>
                  <a:cubicBezTo>
                    <a:pt x="523" y="2810"/>
                    <a:pt x="524" y="2809"/>
                    <a:pt x="524" y="2809"/>
                  </a:cubicBezTo>
                  <a:cubicBezTo>
                    <a:pt x="524" y="2809"/>
                    <a:pt x="524" y="2809"/>
                    <a:pt x="525" y="2809"/>
                  </a:cubicBezTo>
                  <a:cubicBezTo>
                    <a:pt x="525" y="2808"/>
                    <a:pt x="525" y="2808"/>
                    <a:pt x="525" y="2808"/>
                  </a:cubicBezTo>
                  <a:cubicBezTo>
                    <a:pt x="525" y="2808"/>
                    <a:pt x="526" y="2808"/>
                    <a:pt x="526" y="2807"/>
                  </a:cubicBezTo>
                  <a:cubicBezTo>
                    <a:pt x="526" y="2807"/>
                    <a:pt x="526" y="2807"/>
                    <a:pt x="526" y="2807"/>
                  </a:cubicBezTo>
                  <a:cubicBezTo>
                    <a:pt x="527" y="2807"/>
                    <a:pt x="527" y="2806"/>
                    <a:pt x="527" y="2806"/>
                  </a:cubicBezTo>
                  <a:cubicBezTo>
                    <a:pt x="527" y="2806"/>
                    <a:pt x="527" y="2806"/>
                    <a:pt x="528" y="2805"/>
                  </a:cubicBezTo>
                  <a:cubicBezTo>
                    <a:pt x="528" y="2805"/>
                    <a:pt x="528" y="2805"/>
                    <a:pt x="528" y="2804"/>
                  </a:cubicBezTo>
                  <a:cubicBezTo>
                    <a:pt x="528" y="2804"/>
                    <a:pt x="528" y="2804"/>
                    <a:pt x="528" y="2804"/>
                  </a:cubicBezTo>
                  <a:cubicBezTo>
                    <a:pt x="529" y="2803"/>
                    <a:pt x="529" y="2803"/>
                    <a:pt x="529" y="2803"/>
                  </a:cubicBezTo>
                  <a:cubicBezTo>
                    <a:pt x="529" y="2802"/>
                    <a:pt x="529" y="2802"/>
                    <a:pt x="529" y="2802"/>
                  </a:cubicBezTo>
                  <a:cubicBezTo>
                    <a:pt x="529" y="2802"/>
                    <a:pt x="529" y="2801"/>
                    <a:pt x="529" y="2801"/>
                  </a:cubicBezTo>
                  <a:cubicBezTo>
                    <a:pt x="529" y="2800"/>
                    <a:pt x="529" y="2800"/>
                    <a:pt x="529" y="2800"/>
                  </a:cubicBezTo>
                  <a:cubicBezTo>
                    <a:pt x="529" y="2800"/>
                    <a:pt x="529" y="2799"/>
                    <a:pt x="529" y="2799"/>
                  </a:cubicBezTo>
                  <a:cubicBezTo>
                    <a:pt x="529" y="2798"/>
                    <a:pt x="530" y="2798"/>
                    <a:pt x="529" y="2798"/>
                  </a:cubicBezTo>
                  <a:cubicBezTo>
                    <a:pt x="529" y="2797"/>
                    <a:pt x="529" y="2797"/>
                    <a:pt x="529" y="2796"/>
                  </a:cubicBezTo>
                  <a:cubicBezTo>
                    <a:pt x="529" y="2796"/>
                    <a:pt x="529" y="2796"/>
                    <a:pt x="529" y="2796"/>
                  </a:cubicBezTo>
                  <a:cubicBezTo>
                    <a:pt x="529" y="2795"/>
                    <a:pt x="529" y="2794"/>
                    <a:pt x="529" y="2793"/>
                  </a:cubicBezTo>
                  <a:cubicBezTo>
                    <a:pt x="532" y="2788"/>
                    <a:pt x="535" y="2780"/>
                    <a:pt x="529" y="2772"/>
                  </a:cubicBezTo>
                  <a:cubicBezTo>
                    <a:pt x="522" y="2763"/>
                    <a:pt x="503" y="2726"/>
                    <a:pt x="491" y="2709"/>
                  </a:cubicBezTo>
                  <a:cubicBezTo>
                    <a:pt x="478" y="2683"/>
                    <a:pt x="478" y="2686"/>
                    <a:pt x="483" y="2659"/>
                  </a:cubicBezTo>
                  <a:cubicBezTo>
                    <a:pt x="488" y="2631"/>
                    <a:pt x="478" y="2626"/>
                    <a:pt x="489" y="2571"/>
                  </a:cubicBezTo>
                  <a:cubicBezTo>
                    <a:pt x="494" y="2547"/>
                    <a:pt x="505" y="2482"/>
                    <a:pt x="531" y="2381"/>
                  </a:cubicBezTo>
                  <a:cubicBezTo>
                    <a:pt x="557" y="2279"/>
                    <a:pt x="534" y="2104"/>
                    <a:pt x="536" y="2067"/>
                  </a:cubicBezTo>
                  <a:cubicBezTo>
                    <a:pt x="538" y="2030"/>
                    <a:pt x="542" y="2001"/>
                    <a:pt x="552" y="1945"/>
                  </a:cubicBezTo>
                  <a:cubicBezTo>
                    <a:pt x="561" y="1888"/>
                    <a:pt x="578" y="1789"/>
                    <a:pt x="595" y="1712"/>
                  </a:cubicBezTo>
                  <a:cubicBezTo>
                    <a:pt x="607" y="1655"/>
                    <a:pt x="612" y="1615"/>
                    <a:pt x="616" y="1573"/>
                  </a:cubicBezTo>
                  <a:cubicBezTo>
                    <a:pt x="618" y="1548"/>
                    <a:pt x="620" y="1526"/>
                    <a:pt x="622" y="1502"/>
                  </a:cubicBezTo>
                  <a:cubicBezTo>
                    <a:pt x="629" y="1433"/>
                    <a:pt x="627" y="1384"/>
                    <a:pt x="622" y="1343"/>
                  </a:cubicBezTo>
                  <a:cubicBezTo>
                    <a:pt x="618" y="1317"/>
                    <a:pt x="614" y="1293"/>
                    <a:pt x="610" y="1270"/>
                  </a:cubicBezTo>
                  <a:cubicBezTo>
                    <a:pt x="597" y="1193"/>
                    <a:pt x="581" y="1145"/>
                    <a:pt x="567" y="1117"/>
                  </a:cubicBezTo>
                  <a:cubicBezTo>
                    <a:pt x="563" y="1108"/>
                    <a:pt x="561" y="1097"/>
                    <a:pt x="560" y="1083"/>
                  </a:cubicBezTo>
                  <a:cubicBezTo>
                    <a:pt x="560" y="1054"/>
                    <a:pt x="566" y="1019"/>
                    <a:pt x="567" y="995"/>
                  </a:cubicBezTo>
                  <a:cubicBezTo>
                    <a:pt x="568" y="969"/>
                    <a:pt x="582" y="895"/>
                    <a:pt x="585" y="847"/>
                  </a:cubicBezTo>
                  <a:cubicBezTo>
                    <a:pt x="585" y="847"/>
                    <a:pt x="585" y="847"/>
                    <a:pt x="585" y="847"/>
                  </a:cubicBezTo>
                  <a:cubicBezTo>
                    <a:pt x="590" y="887"/>
                    <a:pt x="609" y="978"/>
                    <a:pt x="612" y="995"/>
                  </a:cubicBezTo>
                  <a:cubicBezTo>
                    <a:pt x="613" y="997"/>
                    <a:pt x="613" y="1002"/>
                    <a:pt x="614" y="1007"/>
                  </a:cubicBezTo>
                  <a:cubicBezTo>
                    <a:pt x="616" y="1038"/>
                    <a:pt x="621" y="1109"/>
                    <a:pt x="643" y="1190"/>
                  </a:cubicBezTo>
                  <a:cubicBezTo>
                    <a:pt x="657" y="1236"/>
                    <a:pt x="672" y="1398"/>
                    <a:pt x="668" y="1421"/>
                  </a:cubicBezTo>
                  <a:cubicBezTo>
                    <a:pt x="668" y="1431"/>
                    <a:pt x="666" y="1446"/>
                    <a:pt x="661" y="1462"/>
                  </a:cubicBezTo>
                  <a:cubicBezTo>
                    <a:pt x="652" y="1487"/>
                    <a:pt x="653" y="1523"/>
                    <a:pt x="654" y="1534"/>
                  </a:cubicBezTo>
                  <a:cubicBezTo>
                    <a:pt x="651" y="1550"/>
                    <a:pt x="646" y="1581"/>
                    <a:pt x="653" y="1583"/>
                  </a:cubicBezTo>
                  <a:cubicBezTo>
                    <a:pt x="653" y="1584"/>
                    <a:pt x="653" y="1584"/>
                    <a:pt x="653" y="1584"/>
                  </a:cubicBezTo>
                  <a:cubicBezTo>
                    <a:pt x="652" y="1586"/>
                    <a:pt x="651" y="1587"/>
                    <a:pt x="650" y="1588"/>
                  </a:cubicBezTo>
                  <a:cubicBezTo>
                    <a:pt x="650" y="1588"/>
                    <a:pt x="650" y="1588"/>
                    <a:pt x="650" y="1588"/>
                  </a:cubicBezTo>
                  <a:cubicBezTo>
                    <a:pt x="650" y="1588"/>
                    <a:pt x="650" y="1588"/>
                    <a:pt x="650" y="1589"/>
                  </a:cubicBezTo>
                  <a:cubicBezTo>
                    <a:pt x="650" y="1589"/>
                    <a:pt x="650" y="1589"/>
                    <a:pt x="649" y="1589"/>
                  </a:cubicBezTo>
                  <a:cubicBezTo>
                    <a:pt x="649" y="1589"/>
                    <a:pt x="649" y="1589"/>
                    <a:pt x="649" y="1590"/>
                  </a:cubicBezTo>
                  <a:cubicBezTo>
                    <a:pt x="649" y="1590"/>
                    <a:pt x="649" y="1590"/>
                    <a:pt x="649" y="1590"/>
                  </a:cubicBezTo>
                  <a:cubicBezTo>
                    <a:pt x="649" y="1590"/>
                    <a:pt x="649" y="1591"/>
                    <a:pt x="649" y="1591"/>
                  </a:cubicBezTo>
                  <a:cubicBezTo>
                    <a:pt x="649" y="1591"/>
                    <a:pt x="649" y="1591"/>
                    <a:pt x="649" y="1592"/>
                  </a:cubicBezTo>
                  <a:cubicBezTo>
                    <a:pt x="649" y="1592"/>
                    <a:pt x="649" y="1592"/>
                    <a:pt x="649" y="1592"/>
                  </a:cubicBezTo>
                  <a:cubicBezTo>
                    <a:pt x="649" y="1592"/>
                    <a:pt x="649" y="1593"/>
                    <a:pt x="649" y="1593"/>
                  </a:cubicBezTo>
                  <a:cubicBezTo>
                    <a:pt x="649" y="1594"/>
                    <a:pt x="650" y="1594"/>
                    <a:pt x="650" y="1595"/>
                  </a:cubicBezTo>
                  <a:cubicBezTo>
                    <a:pt x="648" y="1600"/>
                    <a:pt x="648" y="1601"/>
                    <a:pt x="649" y="1604"/>
                  </a:cubicBezTo>
                  <a:cubicBezTo>
                    <a:pt x="652" y="1614"/>
                    <a:pt x="665" y="1605"/>
                    <a:pt x="661" y="1608"/>
                  </a:cubicBezTo>
                  <a:cubicBezTo>
                    <a:pt x="653" y="1612"/>
                    <a:pt x="646" y="1619"/>
                    <a:pt x="650" y="1630"/>
                  </a:cubicBezTo>
                  <a:cubicBezTo>
                    <a:pt x="652" y="1635"/>
                    <a:pt x="671" y="1624"/>
                    <a:pt x="681" y="1620"/>
                  </a:cubicBezTo>
                  <a:cubicBezTo>
                    <a:pt x="696" y="1615"/>
                    <a:pt x="715" y="1605"/>
                    <a:pt x="720" y="1596"/>
                  </a:cubicBezTo>
                  <a:cubicBezTo>
                    <a:pt x="725" y="1588"/>
                    <a:pt x="734" y="1573"/>
                    <a:pt x="737" y="1566"/>
                  </a:cubicBezTo>
                  <a:cubicBezTo>
                    <a:pt x="741" y="1557"/>
                    <a:pt x="740" y="1551"/>
                    <a:pt x="744" y="1544"/>
                  </a:cubicBezTo>
                  <a:cubicBezTo>
                    <a:pt x="747" y="1538"/>
                    <a:pt x="752" y="1529"/>
                    <a:pt x="749" y="1523"/>
                  </a:cubicBezTo>
                  <a:cubicBezTo>
                    <a:pt x="747" y="1517"/>
                    <a:pt x="741" y="1473"/>
                    <a:pt x="735" y="1447"/>
                  </a:cubicBezTo>
                  <a:cubicBezTo>
                    <a:pt x="730" y="1427"/>
                    <a:pt x="724" y="1337"/>
                    <a:pt x="728" y="1295"/>
                  </a:cubicBezTo>
                  <a:cubicBezTo>
                    <a:pt x="730" y="1263"/>
                    <a:pt x="724" y="1210"/>
                    <a:pt x="724" y="1189"/>
                  </a:cubicBezTo>
                  <a:cubicBezTo>
                    <a:pt x="725" y="1066"/>
                    <a:pt x="711" y="1004"/>
                    <a:pt x="707" y="982"/>
                  </a:cubicBezTo>
                  <a:cubicBezTo>
                    <a:pt x="702" y="959"/>
                    <a:pt x="699" y="926"/>
                    <a:pt x="696" y="877"/>
                  </a:cubicBezTo>
                  <a:cubicBezTo>
                    <a:pt x="696" y="859"/>
                    <a:pt x="694" y="824"/>
                    <a:pt x="690" y="785"/>
                  </a:cubicBezTo>
                  <a:cubicBezTo>
                    <a:pt x="686" y="729"/>
                    <a:pt x="681" y="684"/>
                    <a:pt x="676" y="647"/>
                  </a:cubicBezTo>
                  <a:cubicBezTo>
                    <a:pt x="674" y="631"/>
                    <a:pt x="672" y="618"/>
                    <a:pt x="671" y="611"/>
                  </a:cubicBezTo>
                  <a:cubicBezTo>
                    <a:pt x="668" y="587"/>
                    <a:pt x="661" y="556"/>
                    <a:pt x="653" y="533"/>
                  </a:cubicBezTo>
                  <a:cubicBezTo>
                    <a:pt x="648" y="518"/>
                    <a:pt x="644" y="510"/>
                    <a:pt x="640" y="506"/>
                  </a:cubicBezTo>
                  <a:cubicBezTo>
                    <a:pt x="637" y="503"/>
                    <a:pt x="634" y="499"/>
                    <a:pt x="630" y="495"/>
                  </a:cubicBezTo>
                  <a:cubicBezTo>
                    <a:pt x="614" y="478"/>
                    <a:pt x="589" y="457"/>
                    <a:pt x="551" y="451"/>
                  </a:cubicBezTo>
                  <a:cubicBezTo>
                    <a:pt x="544" y="450"/>
                    <a:pt x="537" y="449"/>
                    <a:pt x="531" y="448"/>
                  </a:cubicBezTo>
                  <a:cubicBezTo>
                    <a:pt x="528" y="447"/>
                    <a:pt x="525" y="446"/>
                    <a:pt x="521" y="445"/>
                  </a:cubicBezTo>
                  <a:cubicBezTo>
                    <a:pt x="521" y="441"/>
                    <a:pt x="515" y="399"/>
                    <a:pt x="508" y="382"/>
                  </a:cubicBezTo>
                  <a:cubicBezTo>
                    <a:pt x="513" y="386"/>
                    <a:pt x="516" y="393"/>
                    <a:pt x="519" y="397"/>
                  </a:cubicBezTo>
                  <a:cubicBezTo>
                    <a:pt x="514" y="376"/>
                    <a:pt x="506" y="358"/>
                    <a:pt x="496" y="339"/>
                  </a:cubicBezTo>
                  <a:cubicBezTo>
                    <a:pt x="499" y="342"/>
                    <a:pt x="501" y="344"/>
                    <a:pt x="505" y="346"/>
                  </a:cubicBezTo>
                  <a:cubicBezTo>
                    <a:pt x="500" y="334"/>
                    <a:pt x="493" y="320"/>
                    <a:pt x="486" y="308"/>
                  </a:cubicBezTo>
                  <a:cubicBezTo>
                    <a:pt x="478" y="297"/>
                    <a:pt x="481" y="293"/>
                    <a:pt x="481" y="293"/>
                  </a:cubicBezTo>
                  <a:close/>
                  <a:moveTo>
                    <a:pt x="466" y="326"/>
                  </a:moveTo>
                  <a:cubicBezTo>
                    <a:pt x="465" y="335"/>
                    <a:pt x="463" y="346"/>
                    <a:pt x="463" y="352"/>
                  </a:cubicBezTo>
                  <a:cubicBezTo>
                    <a:pt x="462" y="362"/>
                    <a:pt x="461" y="397"/>
                    <a:pt x="460" y="403"/>
                  </a:cubicBezTo>
                  <a:cubicBezTo>
                    <a:pt x="454" y="391"/>
                    <a:pt x="449" y="376"/>
                    <a:pt x="448" y="356"/>
                  </a:cubicBezTo>
                  <a:cubicBezTo>
                    <a:pt x="448" y="350"/>
                    <a:pt x="449" y="343"/>
                    <a:pt x="450" y="337"/>
                  </a:cubicBezTo>
                  <a:cubicBezTo>
                    <a:pt x="453" y="334"/>
                    <a:pt x="456" y="330"/>
                    <a:pt x="459" y="327"/>
                  </a:cubicBezTo>
                  <a:cubicBezTo>
                    <a:pt x="461" y="324"/>
                    <a:pt x="463" y="321"/>
                    <a:pt x="465" y="318"/>
                  </a:cubicBezTo>
                  <a:cubicBezTo>
                    <a:pt x="465" y="318"/>
                    <a:pt x="467" y="318"/>
                    <a:pt x="466" y="326"/>
                  </a:cubicBezTo>
                  <a:close/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</p:grpSp>
      <p:grpSp>
        <p:nvGrpSpPr>
          <p:cNvPr id="62472" name="Full-Body-Human-Silhouette-Outline">
            <a:extLst>
              <a:ext uri="{FF2B5EF4-FFF2-40B4-BE49-F238E27FC236}">
                <a16:creationId xmlns:a16="http://schemas.microsoft.com/office/drawing/2014/main" id="{BABD7DF8-C1DA-401C-AC63-960339F915D8}"/>
              </a:ext>
            </a:extLst>
          </p:cNvPr>
          <p:cNvGrpSpPr>
            <a:grpSpLocks/>
          </p:cNvGrpSpPr>
          <p:nvPr/>
        </p:nvGrpSpPr>
        <p:grpSpPr bwMode="auto">
          <a:xfrm>
            <a:off x="8040688" y="1154113"/>
            <a:ext cx="1044575" cy="3644900"/>
            <a:chOff x="4105" y="681"/>
            <a:chExt cx="658" cy="2296"/>
          </a:xfrm>
        </p:grpSpPr>
        <p:sp>
          <p:nvSpPr>
            <p:cNvPr id="62487" name="Freeform 197">
              <a:extLst>
                <a:ext uri="{FF2B5EF4-FFF2-40B4-BE49-F238E27FC236}">
                  <a16:creationId xmlns:a16="http://schemas.microsoft.com/office/drawing/2014/main" id="{A9E4CCD1-4752-4113-8F8B-44158930207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105" y="681"/>
              <a:ext cx="658" cy="2296"/>
            </a:xfrm>
            <a:custGeom>
              <a:avLst/>
              <a:gdLst>
                <a:gd name="T0" fmla="*/ 537 w 718"/>
                <a:gd name="T1" fmla="*/ 870 h 2510"/>
                <a:gd name="T2" fmla="*/ 502 w 718"/>
                <a:gd name="T3" fmla="*/ 451 h 2510"/>
                <a:gd name="T4" fmla="*/ 322 w 718"/>
                <a:gd name="T5" fmla="*/ 268 h 2510"/>
                <a:gd name="T6" fmla="*/ 367 w 718"/>
                <a:gd name="T7" fmla="*/ 177 h 2510"/>
                <a:gd name="T8" fmla="*/ 370 w 718"/>
                <a:gd name="T9" fmla="*/ 130 h 2510"/>
                <a:gd name="T10" fmla="*/ 366 w 718"/>
                <a:gd name="T11" fmla="*/ 101 h 2510"/>
                <a:gd name="T12" fmla="*/ 363 w 718"/>
                <a:gd name="T13" fmla="*/ 83 h 2510"/>
                <a:gd name="T14" fmla="*/ 359 w 718"/>
                <a:gd name="T15" fmla="*/ 69 h 2510"/>
                <a:gd name="T16" fmla="*/ 355 w 718"/>
                <a:gd name="T17" fmla="*/ 66 h 2510"/>
                <a:gd name="T18" fmla="*/ 344 w 718"/>
                <a:gd name="T19" fmla="*/ 39 h 2510"/>
                <a:gd name="T20" fmla="*/ 336 w 718"/>
                <a:gd name="T21" fmla="*/ 32 h 2510"/>
                <a:gd name="T22" fmla="*/ 331 w 718"/>
                <a:gd name="T23" fmla="*/ 23 h 2510"/>
                <a:gd name="T24" fmla="*/ 324 w 718"/>
                <a:gd name="T25" fmla="*/ 15 h 2510"/>
                <a:gd name="T26" fmla="*/ 317 w 718"/>
                <a:gd name="T27" fmla="*/ 28 h 2510"/>
                <a:gd name="T28" fmla="*/ 309 w 718"/>
                <a:gd name="T29" fmla="*/ 28 h 2510"/>
                <a:gd name="T30" fmla="*/ 301 w 718"/>
                <a:gd name="T31" fmla="*/ 15 h 2510"/>
                <a:gd name="T32" fmla="*/ 297 w 718"/>
                <a:gd name="T33" fmla="*/ 15 h 2510"/>
                <a:gd name="T34" fmla="*/ 290 w 718"/>
                <a:gd name="T35" fmla="*/ 15 h 2510"/>
                <a:gd name="T36" fmla="*/ 283 w 718"/>
                <a:gd name="T37" fmla="*/ 28 h 2510"/>
                <a:gd name="T38" fmla="*/ 271 w 718"/>
                <a:gd name="T39" fmla="*/ 16 h 2510"/>
                <a:gd name="T40" fmla="*/ 264 w 718"/>
                <a:gd name="T41" fmla="*/ 22 h 2510"/>
                <a:gd name="T42" fmla="*/ 257 w 718"/>
                <a:gd name="T43" fmla="*/ 22 h 2510"/>
                <a:gd name="T44" fmla="*/ 248 w 718"/>
                <a:gd name="T45" fmla="*/ 5 h 2510"/>
                <a:gd name="T46" fmla="*/ 240 w 718"/>
                <a:gd name="T47" fmla="*/ 15 h 2510"/>
                <a:gd name="T48" fmla="*/ 226 w 718"/>
                <a:gd name="T49" fmla="*/ 5 h 2510"/>
                <a:gd name="T50" fmla="*/ 215 w 718"/>
                <a:gd name="T51" fmla="*/ 21 h 2510"/>
                <a:gd name="T52" fmla="*/ 206 w 718"/>
                <a:gd name="T53" fmla="*/ 23 h 2510"/>
                <a:gd name="T54" fmla="*/ 203 w 718"/>
                <a:gd name="T55" fmla="*/ 22 h 2510"/>
                <a:gd name="T56" fmla="*/ 199 w 718"/>
                <a:gd name="T57" fmla="*/ 31 h 2510"/>
                <a:gd name="T58" fmla="*/ 192 w 718"/>
                <a:gd name="T59" fmla="*/ 44 h 2510"/>
                <a:gd name="T60" fmla="*/ 192 w 718"/>
                <a:gd name="T61" fmla="*/ 55 h 2510"/>
                <a:gd name="T62" fmla="*/ 186 w 718"/>
                <a:gd name="T63" fmla="*/ 51 h 2510"/>
                <a:gd name="T64" fmla="*/ 186 w 718"/>
                <a:gd name="T65" fmla="*/ 76 h 2510"/>
                <a:gd name="T66" fmla="*/ 178 w 718"/>
                <a:gd name="T67" fmla="*/ 91 h 2510"/>
                <a:gd name="T68" fmla="*/ 170 w 718"/>
                <a:gd name="T69" fmla="*/ 106 h 2510"/>
                <a:gd name="T70" fmla="*/ 165 w 718"/>
                <a:gd name="T71" fmla="*/ 135 h 2510"/>
                <a:gd name="T72" fmla="*/ 180 w 718"/>
                <a:gd name="T73" fmla="*/ 194 h 2510"/>
                <a:gd name="T74" fmla="*/ 218 w 718"/>
                <a:gd name="T75" fmla="*/ 269 h 2510"/>
                <a:gd name="T76" fmla="*/ 27 w 718"/>
                <a:gd name="T77" fmla="*/ 712 h 2510"/>
                <a:gd name="T78" fmla="*/ 3 w 718"/>
                <a:gd name="T79" fmla="*/ 1043 h 2510"/>
                <a:gd name="T80" fmla="*/ 68 w 718"/>
                <a:gd name="T81" fmla="*/ 1120 h 2510"/>
                <a:gd name="T82" fmla="*/ 84 w 718"/>
                <a:gd name="T83" fmla="*/ 1081 h 2510"/>
                <a:gd name="T84" fmla="*/ 56 w 718"/>
                <a:gd name="T85" fmla="*/ 1033 h 2510"/>
                <a:gd name="T86" fmla="*/ 65 w 718"/>
                <a:gd name="T87" fmla="*/ 928 h 2510"/>
                <a:gd name="T88" fmla="*/ 118 w 718"/>
                <a:gd name="T89" fmla="*/ 596 h 2510"/>
                <a:gd name="T90" fmla="*/ 157 w 718"/>
                <a:gd name="T91" fmla="*/ 1438 h 2510"/>
                <a:gd name="T92" fmla="*/ 159 w 718"/>
                <a:gd name="T93" fmla="*/ 1863 h 2510"/>
                <a:gd name="T94" fmla="*/ 159 w 718"/>
                <a:gd name="T95" fmla="*/ 1906 h 2510"/>
                <a:gd name="T96" fmla="*/ 246 w 718"/>
                <a:gd name="T97" fmla="*/ 1907 h 2510"/>
                <a:gd name="T98" fmla="*/ 251 w 718"/>
                <a:gd name="T99" fmla="*/ 1652 h 2510"/>
                <a:gd name="T100" fmla="*/ 277 w 718"/>
                <a:gd name="T101" fmla="*/ 1084 h 2510"/>
                <a:gd name="T102" fmla="*/ 302 w 718"/>
                <a:gd name="T103" fmla="*/ 1752 h 2510"/>
                <a:gd name="T104" fmla="*/ 320 w 718"/>
                <a:gd name="T105" fmla="*/ 1918 h 2510"/>
                <a:gd name="T106" fmla="*/ 401 w 718"/>
                <a:gd name="T107" fmla="*/ 1900 h 2510"/>
                <a:gd name="T108" fmla="*/ 376 w 718"/>
                <a:gd name="T109" fmla="*/ 1850 h 2510"/>
                <a:gd name="T110" fmla="*/ 401 w 718"/>
                <a:gd name="T111" fmla="*/ 1384 h 2510"/>
                <a:gd name="T112" fmla="*/ 431 w 718"/>
                <a:gd name="T113" fmla="*/ 596 h 2510"/>
                <a:gd name="T114" fmla="*/ 435 w 718"/>
                <a:gd name="T115" fmla="*/ 633 h 2510"/>
                <a:gd name="T116" fmla="*/ 488 w 718"/>
                <a:gd name="T117" fmla="*/ 983 h 2510"/>
                <a:gd name="T118" fmla="*/ 508 w 718"/>
                <a:gd name="T119" fmla="*/ 1024 h 2510"/>
                <a:gd name="T120" fmla="*/ 485 w 718"/>
                <a:gd name="T121" fmla="*/ 1094 h 2510"/>
                <a:gd name="T122" fmla="*/ 489 w 718"/>
                <a:gd name="T123" fmla="*/ 1124 h 2510"/>
                <a:gd name="T124" fmla="*/ 550 w 718"/>
                <a:gd name="T125" fmla="*/ 1016 h 2510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718" h="2510">
                  <a:moveTo>
                    <a:pt x="715" y="1328"/>
                  </a:moveTo>
                  <a:cubicBezTo>
                    <a:pt x="714" y="1318"/>
                    <a:pt x="714" y="1296"/>
                    <a:pt x="714" y="1278"/>
                  </a:cubicBezTo>
                  <a:cubicBezTo>
                    <a:pt x="714" y="1274"/>
                    <a:pt x="715" y="1271"/>
                    <a:pt x="715" y="1271"/>
                  </a:cubicBezTo>
                  <a:cubicBezTo>
                    <a:pt x="715" y="1262"/>
                    <a:pt x="717" y="1259"/>
                    <a:pt x="714" y="1247"/>
                  </a:cubicBezTo>
                  <a:cubicBezTo>
                    <a:pt x="711" y="1235"/>
                    <a:pt x="705" y="1223"/>
                    <a:pt x="705" y="1199"/>
                  </a:cubicBezTo>
                  <a:cubicBezTo>
                    <a:pt x="705" y="1193"/>
                    <a:pt x="701" y="1193"/>
                    <a:pt x="697" y="1137"/>
                  </a:cubicBezTo>
                  <a:cubicBezTo>
                    <a:pt x="695" y="1105"/>
                    <a:pt x="699" y="983"/>
                    <a:pt x="682" y="937"/>
                  </a:cubicBezTo>
                  <a:cubicBezTo>
                    <a:pt x="679" y="922"/>
                    <a:pt x="672" y="902"/>
                    <a:pt x="673" y="869"/>
                  </a:cubicBezTo>
                  <a:cubicBezTo>
                    <a:pt x="672" y="823"/>
                    <a:pt x="662" y="764"/>
                    <a:pt x="652" y="685"/>
                  </a:cubicBezTo>
                  <a:cubicBezTo>
                    <a:pt x="654" y="683"/>
                    <a:pt x="654" y="683"/>
                    <a:pt x="654" y="683"/>
                  </a:cubicBezTo>
                  <a:cubicBezTo>
                    <a:pt x="652" y="668"/>
                    <a:pt x="652" y="655"/>
                    <a:pt x="652" y="643"/>
                  </a:cubicBezTo>
                  <a:cubicBezTo>
                    <a:pt x="654" y="623"/>
                    <a:pt x="655" y="607"/>
                    <a:pt x="652" y="589"/>
                  </a:cubicBezTo>
                  <a:cubicBezTo>
                    <a:pt x="651" y="582"/>
                    <a:pt x="650" y="576"/>
                    <a:pt x="649" y="568"/>
                  </a:cubicBezTo>
                  <a:cubicBezTo>
                    <a:pt x="645" y="550"/>
                    <a:pt x="638" y="535"/>
                    <a:pt x="629" y="523"/>
                  </a:cubicBezTo>
                  <a:cubicBezTo>
                    <a:pt x="610" y="489"/>
                    <a:pt x="588" y="479"/>
                    <a:pt x="565" y="473"/>
                  </a:cubicBezTo>
                  <a:cubicBezTo>
                    <a:pt x="551" y="467"/>
                    <a:pt x="540" y="464"/>
                    <a:pt x="536" y="463"/>
                  </a:cubicBezTo>
                  <a:cubicBezTo>
                    <a:pt x="508" y="455"/>
                    <a:pt x="454" y="436"/>
                    <a:pt x="438" y="426"/>
                  </a:cubicBezTo>
                  <a:cubicBezTo>
                    <a:pt x="415" y="412"/>
                    <a:pt x="414" y="377"/>
                    <a:pt x="418" y="350"/>
                  </a:cubicBezTo>
                  <a:cubicBezTo>
                    <a:pt x="428" y="339"/>
                    <a:pt x="437" y="325"/>
                    <a:pt x="440" y="318"/>
                  </a:cubicBezTo>
                  <a:cubicBezTo>
                    <a:pt x="446" y="307"/>
                    <a:pt x="453" y="285"/>
                    <a:pt x="454" y="273"/>
                  </a:cubicBezTo>
                  <a:cubicBezTo>
                    <a:pt x="455" y="272"/>
                    <a:pt x="455" y="272"/>
                    <a:pt x="455" y="271"/>
                  </a:cubicBezTo>
                  <a:cubicBezTo>
                    <a:pt x="458" y="270"/>
                    <a:pt x="464" y="265"/>
                    <a:pt x="467" y="262"/>
                  </a:cubicBezTo>
                  <a:cubicBezTo>
                    <a:pt x="470" y="258"/>
                    <a:pt x="471" y="253"/>
                    <a:pt x="474" y="249"/>
                  </a:cubicBezTo>
                  <a:cubicBezTo>
                    <a:pt x="477" y="244"/>
                    <a:pt x="476" y="240"/>
                    <a:pt x="478" y="231"/>
                  </a:cubicBezTo>
                  <a:cubicBezTo>
                    <a:pt x="481" y="223"/>
                    <a:pt x="483" y="210"/>
                    <a:pt x="483" y="205"/>
                  </a:cubicBezTo>
                  <a:cubicBezTo>
                    <a:pt x="483" y="200"/>
                    <a:pt x="489" y="186"/>
                    <a:pt x="489" y="179"/>
                  </a:cubicBezTo>
                  <a:cubicBezTo>
                    <a:pt x="489" y="177"/>
                    <a:pt x="489" y="175"/>
                    <a:pt x="488" y="173"/>
                  </a:cubicBezTo>
                  <a:cubicBezTo>
                    <a:pt x="488" y="172"/>
                    <a:pt x="487" y="170"/>
                    <a:pt x="486" y="170"/>
                  </a:cubicBezTo>
                  <a:cubicBezTo>
                    <a:pt x="485" y="169"/>
                    <a:pt x="484" y="169"/>
                    <a:pt x="484" y="169"/>
                  </a:cubicBezTo>
                  <a:cubicBezTo>
                    <a:pt x="483" y="169"/>
                    <a:pt x="482" y="169"/>
                    <a:pt x="481" y="169"/>
                  </a:cubicBezTo>
                  <a:cubicBezTo>
                    <a:pt x="481" y="169"/>
                    <a:pt x="477" y="180"/>
                    <a:pt x="474" y="188"/>
                  </a:cubicBezTo>
                  <a:cubicBezTo>
                    <a:pt x="476" y="182"/>
                    <a:pt x="477" y="176"/>
                    <a:pt x="478" y="170"/>
                  </a:cubicBezTo>
                  <a:cubicBezTo>
                    <a:pt x="479" y="164"/>
                    <a:pt x="481" y="155"/>
                    <a:pt x="479" y="150"/>
                  </a:cubicBezTo>
                  <a:cubicBezTo>
                    <a:pt x="478" y="157"/>
                    <a:pt x="474" y="163"/>
                    <a:pt x="473" y="169"/>
                  </a:cubicBezTo>
                  <a:cubicBezTo>
                    <a:pt x="473" y="169"/>
                    <a:pt x="473" y="168"/>
                    <a:pt x="473" y="167"/>
                  </a:cubicBezTo>
                  <a:cubicBezTo>
                    <a:pt x="476" y="160"/>
                    <a:pt x="476" y="133"/>
                    <a:pt x="475" y="131"/>
                  </a:cubicBezTo>
                  <a:cubicBezTo>
                    <a:pt x="474" y="132"/>
                    <a:pt x="473" y="134"/>
                    <a:pt x="472" y="136"/>
                  </a:cubicBezTo>
                  <a:cubicBezTo>
                    <a:pt x="472" y="131"/>
                    <a:pt x="473" y="126"/>
                    <a:pt x="473" y="121"/>
                  </a:cubicBezTo>
                  <a:cubicBezTo>
                    <a:pt x="472" y="123"/>
                    <a:pt x="472" y="125"/>
                    <a:pt x="471" y="127"/>
                  </a:cubicBezTo>
                  <a:cubicBezTo>
                    <a:pt x="471" y="123"/>
                    <a:pt x="473" y="116"/>
                    <a:pt x="472" y="110"/>
                  </a:cubicBezTo>
                  <a:cubicBezTo>
                    <a:pt x="471" y="113"/>
                    <a:pt x="471" y="116"/>
                    <a:pt x="470" y="119"/>
                  </a:cubicBezTo>
                  <a:cubicBezTo>
                    <a:pt x="471" y="116"/>
                    <a:pt x="471" y="112"/>
                    <a:pt x="471" y="108"/>
                  </a:cubicBezTo>
                  <a:cubicBezTo>
                    <a:pt x="471" y="108"/>
                    <a:pt x="470" y="109"/>
                    <a:pt x="470" y="109"/>
                  </a:cubicBezTo>
                  <a:cubicBezTo>
                    <a:pt x="472" y="103"/>
                    <a:pt x="472" y="95"/>
                    <a:pt x="473" y="90"/>
                  </a:cubicBezTo>
                  <a:cubicBezTo>
                    <a:pt x="472" y="92"/>
                    <a:pt x="466" y="102"/>
                    <a:pt x="466" y="104"/>
                  </a:cubicBezTo>
                  <a:cubicBezTo>
                    <a:pt x="466" y="98"/>
                    <a:pt x="469" y="92"/>
                    <a:pt x="469" y="86"/>
                  </a:cubicBezTo>
                  <a:cubicBezTo>
                    <a:pt x="468" y="92"/>
                    <a:pt x="465" y="98"/>
                    <a:pt x="463" y="104"/>
                  </a:cubicBezTo>
                  <a:cubicBezTo>
                    <a:pt x="463" y="103"/>
                    <a:pt x="466" y="94"/>
                    <a:pt x="467" y="90"/>
                  </a:cubicBezTo>
                  <a:cubicBezTo>
                    <a:pt x="466" y="91"/>
                    <a:pt x="466" y="92"/>
                    <a:pt x="465" y="93"/>
                  </a:cubicBezTo>
                  <a:cubicBezTo>
                    <a:pt x="465" y="92"/>
                    <a:pt x="465" y="91"/>
                    <a:pt x="465" y="89"/>
                  </a:cubicBezTo>
                  <a:cubicBezTo>
                    <a:pt x="462" y="93"/>
                    <a:pt x="459" y="102"/>
                    <a:pt x="459" y="102"/>
                  </a:cubicBezTo>
                  <a:cubicBezTo>
                    <a:pt x="461" y="95"/>
                    <a:pt x="463" y="89"/>
                    <a:pt x="464" y="82"/>
                  </a:cubicBezTo>
                  <a:cubicBezTo>
                    <a:pt x="466" y="79"/>
                    <a:pt x="467" y="76"/>
                    <a:pt x="470" y="74"/>
                  </a:cubicBezTo>
                  <a:cubicBezTo>
                    <a:pt x="465" y="77"/>
                    <a:pt x="462" y="81"/>
                    <a:pt x="460" y="86"/>
                  </a:cubicBezTo>
                  <a:cubicBezTo>
                    <a:pt x="460" y="79"/>
                    <a:pt x="460" y="58"/>
                    <a:pt x="461" y="54"/>
                  </a:cubicBezTo>
                  <a:cubicBezTo>
                    <a:pt x="459" y="58"/>
                    <a:pt x="454" y="67"/>
                    <a:pt x="453" y="67"/>
                  </a:cubicBezTo>
                  <a:cubicBezTo>
                    <a:pt x="453" y="58"/>
                    <a:pt x="453" y="48"/>
                    <a:pt x="456" y="40"/>
                  </a:cubicBezTo>
                  <a:cubicBezTo>
                    <a:pt x="452" y="50"/>
                    <a:pt x="448" y="73"/>
                    <a:pt x="448" y="73"/>
                  </a:cubicBezTo>
                  <a:cubicBezTo>
                    <a:pt x="448" y="61"/>
                    <a:pt x="448" y="49"/>
                    <a:pt x="450" y="37"/>
                  </a:cubicBezTo>
                  <a:cubicBezTo>
                    <a:pt x="448" y="41"/>
                    <a:pt x="447" y="46"/>
                    <a:pt x="446" y="51"/>
                  </a:cubicBezTo>
                  <a:cubicBezTo>
                    <a:pt x="446" y="46"/>
                    <a:pt x="446" y="42"/>
                    <a:pt x="446" y="37"/>
                  </a:cubicBezTo>
                  <a:cubicBezTo>
                    <a:pt x="445" y="40"/>
                    <a:pt x="445" y="43"/>
                    <a:pt x="443" y="45"/>
                  </a:cubicBezTo>
                  <a:cubicBezTo>
                    <a:pt x="444" y="37"/>
                    <a:pt x="444" y="28"/>
                    <a:pt x="443" y="20"/>
                  </a:cubicBezTo>
                  <a:cubicBezTo>
                    <a:pt x="440" y="25"/>
                    <a:pt x="440" y="33"/>
                    <a:pt x="439" y="39"/>
                  </a:cubicBezTo>
                  <a:cubicBezTo>
                    <a:pt x="439" y="40"/>
                    <a:pt x="438" y="42"/>
                    <a:pt x="438" y="44"/>
                  </a:cubicBezTo>
                  <a:cubicBezTo>
                    <a:pt x="438" y="43"/>
                    <a:pt x="438" y="43"/>
                    <a:pt x="438" y="42"/>
                  </a:cubicBezTo>
                  <a:cubicBezTo>
                    <a:pt x="436" y="46"/>
                    <a:pt x="435" y="49"/>
                    <a:pt x="435" y="53"/>
                  </a:cubicBezTo>
                  <a:cubicBezTo>
                    <a:pt x="434" y="54"/>
                    <a:pt x="434" y="54"/>
                    <a:pt x="434" y="55"/>
                  </a:cubicBezTo>
                  <a:cubicBezTo>
                    <a:pt x="435" y="47"/>
                    <a:pt x="436" y="35"/>
                    <a:pt x="434" y="28"/>
                  </a:cubicBezTo>
                  <a:cubicBezTo>
                    <a:pt x="432" y="32"/>
                    <a:pt x="432" y="37"/>
                    <a:pt x="431" y="42"/>
                  </a:cubicBezTo>
                  <a:cubicBezTo>
                    <a:pt x="431" y="39"/>
                    <a:pt x="431" y="37"/>
                    <a:pt x="430" y="34"/>
                  </a:cubicBezTo>
                  <a:cubicBezTo>
                    <a:pt x="430" y="32"/>
                    <a:pt x="430" y="31"/>
                    <a:pt x="430" y="29"/>
                  </a:cubicBezTo>
                  <a:cubicBezTo>
                    <a:pt x="430" y="31"/>
                    <a:pt x="429" y="33"/>
                    <a:pt x="429" y="35"/>
                  </a:cubicBezTo>
                  <a:cubicBezTo>
                    <a:pt x="429" y="36"/>
                    <a:pt x="428" y="37"/>
                    <a:pt x="428" y="38"/>
                  </a:cubicBezTo>
                  <a:cubicBezTo>
                    <a:pt x="428" y="38"/>
                    <a:pt x="428" y="39"/>
                    <a:pt x="428" y="39"/>
                  </a:cubicBezTo>
                  <a:cubicBezTo>
                    <a:pt x="426" y="34"/>
                    <a:pt x="426" y="27"/>
                    <a:pt x="426" y="21"/>
                  </a:cubicBezTo>
                  <a:cubicBezTo>
                    <a:pt x="424" y="23"/>
                    <a:pt x="423" y="26"/>
                    <a:pt x="422" y="30"/>
                  </a:cubicBezTo>
                  <a:cubicBezTo>
                    <a:pt x="421" y="26"/>
                    <a:pt x="421" y="23"/>
                    <a:pt x="421" y="19"/>
                  </a:cubicBezTo>
                  <a:cubicBezTo>
                    <a:pt x="420" y="23"/>
                    <a:pt x="419" y="27"/>
                    <a:pt x="419" y="31"/>
                  </a:cubicBezTo>
                  <a:cubicBezTo>
                    <a:pt x="418" y="29"/>
                    <a:pt x="418" y="27"/>
                    <a:pt x="417" y="26"/>
                  </a:cubicBezTo>
                  <a:cubicBezTo>
                    <a:pt x="417" y="23"/>
                    <a:pt x="417" y="20"/>
                    <a:pt x="417" y="17"/>
                  </a:cubicBezTo>
                  <a:cubicBezTo>
                    <a:pt x="412" y="22"/>
                    <a:pt x="415" y="35"/>
                    <a:pt x="413" y="42"/>
                  </a:cubicBezTo>
                  <a:cubicBezTo>
                    <a:pt x="413" y="42"/>
                    <a:pt x="413" y="42"/>
                    <a:pt x="413" y="42"/>
                  </a:cubicBezTo>
                  <a:cubicBezTo>
                    <a:pt x="412" y="41"/>
                    <a:pt x="412" y="39"/>
                    <a:pt x="412" y="37"/>
                  </a:cubicBezTo>
                  <a:cubicBezTo>
                    <a:pt x="412" y="32"/>
                    <a:pt x="414" y="26"/>
                    <a:pt x="413" y="21"/>
                  </a:cubicBezTo>
                  <a:cubicBezTo>
                    <a:pt x="412" y="23"/>
                    <a:pt x="410" y="28"/>
                    <a:pt x="410" y="29"/>
                  </a:cubicBezTo>
                  <a:cubicBezTo>
                    <a:pt x="409" y="27"/>
                    <a:pt x="409" y="25"/>
                    <a:pt x="409" y="23"/>
                  </a:cubicBezTo>
                  <a:cubicBezTo>
                    <a:pt x="409" y="25"/>
                    <a:pt x="409" y="27"/>
                    <a:pt x="409" y="29"/>
                  </a:cubicBezTo>
                  <a:cubicBezTo>
                    <a:pt x="407" y="26"/>
                    <a:pt x="409" y="22"/>
                    <a:pt x="406" y="19"/>
                  </a:cubicBezTo>
                  <a:cubicBezTo>
                    <a:pt x="403" y="23"/>
                    <a:pt x="402" y="36"/>
                    <a:pt x="402" y="37"/>
                  </a:cubicBezTo>
                  <a:cubicBezTo>
                    <a:pt x="400" y="31"/>
                    <a:pt x="400" y="21"/>
                    <a:pt x="401" y="14"/>
                  </a:cubicBezTo>
                  <a:cubicBezTo>
                    <a:pt x="400" y="20"/>
                    <a:pt x="398" y="26"/>
                    <a:pt x="397" y="32"/>
                  </a:cubicBezTo>
                  <a:cubicBezTo>
                    <a:pt x="397" y="27"/>
                    <a:pt x="397" y="21"/>
                    <a:pt x="397" y="16"/>
                  </a:cubicBezTo>
                  <a:cubicBezTo>
                    <a:pt x="396" y="19"/>
                    <a:pt x="396" y="23"/>
                    <a:pt x="395" y="26"/>
                  </a:cubicBezTo>
                  <a:cubicBezTo>
                    <a:pt x="394" y="29"/>
                    <a:pt x="393" y="32"/>
                    <a:pt x="394" y="36"/>
                  </a:cubicBezTo>
                  <a:cubicBezTo>
                    <a:pt x="393" y="33"/>
                    <a:pt x="392" y="22"/>
                    <a:pt x="391" y="20"/>
                  </a:cubicBezTo>
                  <a:cubicBezTo>
                    <a:pt x="391" y="23"/>
                    <a:pt x="390" y="26"/>
                    <a:pt x="390" y="27"/>
                  </a:cubicBezTo>
                  <a:cubicBezTo>
                    <a:pt x="389" y="31"/>
                    <a:pt x="388" y="34"/>
                    <a:pt x="387" y="38"/>
                  </a:cubicBezTo>
                  <a:cubicBezTo>
                    <a:pt x="388" y="34"/>
                    <a:pt x="388" y="31"/>
                    <a:pt x="388" y="27"/>
                  </a:cubicBezTo>
                  <a:cubicBezTo>
                    <a:pt x="388" y="21"/>
                    <a:pt x="388" y="14"/>
                    <a:pt x="388" y="8"/>
                  </a:cubicBezTo>
                  <a:cubicBezTo>
                    <a:pt x="388" y="12"/>
                    <a:pt x="388" y="17"/>
                    <a:pt x="387" y="22"/>
                  </a:cubicBezTo>
                  <a:cubicBezTo>
                    <a:pt x="387" y="21"/>
                    <a:pt x="387" y="21"/>
                    <a:pt x="386" y="20"/>
                  </a:cubicBezTo>
                  <a:cubicBezTo>
                    <a:pt x="385" y="24"/>
                    <a:pt x="382" y="34"/>
                    <a:pt x="381" y="34"/>
                  </a:cubicBezTo>
                  <a:cubicBezTo>
                    <a:pt x="382" y="25"/>
                    <a:pt x="384" y="15"/>
                    <a:pt x="382" y="6"/>
                  </a:cubicBezTo>
                  <a:cubicBezTo>
                    <a:pt x="382" y="9"/>
                    <a:pt x="381" y="12"/>
                    <a:pt x="381" y="15"/>
                  </a:cubicBezTo>
                  <a:cubicBezTo>
                    <a:pt x="381" y="13"/>
                    <a:pt x="381" y="12"/>
                    <a:pt x="380" y="10"/>
                  </a:cubicBezTo>
                  <a:cubicBezTo>
                    <a:pt x="380" y="14"/>
                    <a:pt x="378" y="30"/>
                    <a:pt x="376" y="35"/>
                  </a:cubicBezTo>
                  <a:cubicBezTo>
                    <a:pt x="376" y="30"/>
                    <a:pt x="377" y="24"/>
                    <a:pt x="377" y="19"/>
                  </a:cubicBezTo>
                  <a:cubicBezTo>
                    <a:pt x="377" y="15"/>
                    <a:pt x="377" y="11"/>
                    <a:pt x="376" y="8"/>
                  </a:cubicBezTo>
                  <a:cubicBezTo>
                    <a:pt x="376" y="9"/>
                    <a:pt x="376" y="10"/>
                    <a:pt x="376" y="11"/>
                  </a:cubicBezTo>
                  <a:cubicBezTo>
                    <a:pt x="375" y="11"/>
                    <a:pt x="375" y="10"/>
                    <a:pt x="375" y="9"/>
                  </a:cubicBezTo>
                  <a:cubicBezTo>
                    <a:pt x="374" y="12"/>
                    <a:pt x="374" y="15"/>
                    <a:pt x="373" y="18"/>
                  </a:cubicBezTo>
                  <a:cubicBezTo>
                    <a:pt x="373" y="16"/>
                    <a:pt x="373" y="13"/>
                    <a:pt x="373" y="10"/>
                  </a:cubicBezTo>
                  <a:cubicBezTo>
                    <a:pt x="372" y="16"/>
                    <a:pt x="369" y="34"/>
                    <a:pt x="368" y="37"/>
                  </a:cubicBezTo>
                  <a:cubicBezTo>
                    <a:pt x="367" y="27"/>
                    <a:pt x="371" y="16"/>
                    <a:pt x="368" y="6"/>
                  </a:cubicBezTo>
                  <a:cubicBezTo>
                    <a:pt x="366" y="10"/>
                    <a:pt x="365" y="29"/>
                    <a:pt x="364" y="33"/>
                  </a:cubicBezTo>
                  <a:cubicBezTo>
                    <a:pt x="364" y="28"/>
                    <a:pt x="362" y="11"/>
                    <a:pt x="361" y="9"/>
                  </a:cubicBezTo>
                  <a:cubicBezTo>
                    <a:pt x="360" y="12"/>
                    <a:pt x="360" y="16"/>
                    <a:pt x="359" y="19"/>
                  </a:cubicBezTo>
                  <a:cubicBezTo>
                    <a:pt x="356" y="13"/>
                    <a:pt x="358" y="6"/>
                    <a:pt x="357" y="0"/>
                  </a:cubicBezTo>
                  <a:cubicBezTo>
                    <a:pt x="355" y="6"/>
                    <a:pt x="356" y="17"/>
                    <a:pt x="352" y="22"/>
                  </a:cubicBezTo>
                  <a:cubicBezTo>
                    <a:pt x="350" y="17"/>
                    <a:pt x="351" y="11"/>
                    <a:pt x="350" y="6"/>
                  </a:cubicBezTo>
                  <a:cubicBezTo>
                    <a:pt x="349" y="12"/>
                    <a:pt x="349" y="17"/>
                    <a:pt x="348" y="23"/>
                  </a:cubicBezTo>
                  <a:cubicBezTo>
                    <a:pt x="347" y="16"/>
                    <a:pt x="348" y="9"/>
                    <a:pt x="346" y="3"/>
                  </a:cubicBezTo>
                  <a:cubicBezTo>
                    <a:pt x="347" y="9"/>
                    <a:pt x="346" y="15"/>
                    <a:pt x="345" y="21"/>
                  </a:cubicBezTo>
                  <a:cubicBezTo>
                    <a:pt x="345" y="20"/>
                    <a:pt x="345" y="18"/>
                    <a:pt x="345" y="16"/>
                  </a:cubicBezTo>
                  <a:cubicBezTo>
                    <a:pt x="344" y="19"/>
                    <a:pt x="345" y="25"/>
                    <a:pt x="343" y="28"/>
                  </a:cubicBezTo>
                  <a:cubicBezTo>
                    <a:pt x="343" y="27"/>
                    <a:pt x="341" y="6"/>
                    <a:pt x="341" y="2"/>
                  </a:cubicBezTo>
                  <a:cubicBezTo>
                    <a:pt x="340" y="5"/>
                    <a:pt x="339" y="21"/>
                    <a:pt x="339" y="28"/>
                  </a:cubicBezTo>
                  <a:cubicBezTo>
                    <a:pt x="339" y="28"/>
                    <a:pt x="339" y="28"/>
                    <a:pt x="339" y="28"/>
                  </a:cubicBezTo>
                  <a:cubicBezTo>
                    <a:pt x="338" y="25"/>
                    <a:pt x="337" y="24"/>
                    <a:pt x="336" y="30"/>
                  </a:cubicBezTo>
                  <a:cubicBezTo>
                    <a:pt x="336" y="27"/>
                    <a:pt x="335" y="25"/>
                    <a:pt x="334" y="23"/>
                  </a:cubicBezTo>
                  <a:cubicBezTo>
                    <a:pt x="333" y="25"/>
                    <a:pt x="333" y="26"/>
                    <a:pt x="333" y="28"/>
                  </a:cubicBezTo>
                  <a:cubicBezTo>
                    <a:pt x="332" y="27"/>
                    <a:pt x="332" y="26"/>
                    <a:pt x="331" y="25"/>
                  </a:cubicBezTo>
                  <a:cubicBezTo>
                    <a:pt x="331" y="20"/>
                    <a:pt x="330" y="15"/>
                    <a:pt x="330" y="11"/>
                  </a:cubicBezTo>
                  <a:cubicBezTo>
                    <a:pt x="331" y="14"/>
                    <a:pt x="330" y="17"/>
                    <a:pt x="330" y="20"/>
                  </a:cubicBezTo>
                  <a:cubicBezTo>
                    <a:pt x="328" y="15"/>
                    <a:pt x="329" y="9"/>
                    <a:pt x="327" y="3"/>
                  </a:cubicBezTo>
                  <a:cubicBezTo>
                    <a:pt x="325" y="8"/>
                    <a:pt x="325" y="15"/>
                    <a:pt x="325" y="20"/>
                  </a:cubicBezTo>
                  <a:cubicBezTo>
                    <a:pt x="325" y="19"/>
                    <a:pt x="323" y="9"/>
                    <a:pt x="323" y="5"/>
                  </a:cubicBezTo>
                  <a:cubicBezTo>
                    <a:pt x="322" y="13"/>
                    <a:pt x="321" y="29"/>
                    <a:pt x="321" y="30"/>
                  </a:cubicBezTo>
                  <a:cubicBezTo>
                    <a:pt x="321" y="30"/>
                    <a:pt x="320" y="19"/>
                    <a:pt x="320" y="16"/>
                  </a:cubicBezTo>
                  <a:cubicBezTo>
                    <a:pt x="320" y="16"/>
                    <a:pt x="319" y="17"/>
                    <a:pt x="319" y="18"/>
                  </a:cubicBezTo>
                  <a:cubicBezTo>
                    <a:pt x="318" y="12"/>
                    <a:pt x="317" y="6"/>
                    <a:pt x="315" y="0"/>
                  </a:cubicBezTo>
                  <a:cubicBezTo>
                    <a:pt x="316" y="9"/>
                    <a:pt x="317" y="19"/>
                    <a:pt x="317" y="28"/>
                  </a:cubicBezTo>
                  <a:cubicBezTo>
                    <a:pt x="316" y="30"/>
                    <a:pt x="314" y="24"/>
                    <a:pt x="312" y="19"/>
                  </a:cubicBezTo>
                  <a:cubicBezTo>
                    <a:pt x="310" y="27"/>
                    <a:pt x="312" y="35"/>
                    <a:pt x="312" y="43"/>
                  </a:cubicBezTo>
                  <a:cubicBezTo>
                    <a:pt x="312" y="43"/>
                    <a:pt x="312" y="43"/>
                    <a:pt x="312" y="43"/>
                  </a:cubicBezTo>
                  <a:cubicBezTo>
                    <a:pt x="309" y="34"/>
                    <a:pt x="307" y="24"/>
                    <a:pt x="305" y="15"/>
                  </a:cubicBezTo>
                  <a:cubicBezTo>
                    <a:pt x="306" y="20"/>
                    <a:pt x="307" y="26"/>
                    <a:pt x="307" y="32"/>
                  </a:cubicBezTo>
                  <a:cubicBezTo>
                    <a:pt x="307" y="31"/>
                    <a:pt x="302" y="20"/>
                    <a:pt x="299" y="15"/>
                  </a:cubicBezTo>
                  <a:cubicBezTo>
                    <a:pt x="298" y="12"/>
                    <a:pt x="296" y="10"/>
                    <a:pt x="295" y="7"/>
                  </a:cubicBezTo>
                  <a:cubicBezTo>
                    <a:pt x="297" y="14"/>
                    <a:pt x="298" y="22"/>
                    <a:pt x="300" y="29"/>
                  </a:cubicBezTo>
                  <a:cubicBezTo>
                    <a:pt x="302" y="34"/>
                    <a:pt x="302" y="39"/>
                    <a:pt x="303" y="44"/>
                  </a:cubicBezTo>
                  <a:cubicBezTo>
                    <a:pt x="299" y="33"/>
                    <a:pt x="290" y="19"/>
                    <a:pt x="290" y="8"/>
                  </a:cubicBezTo>
                  <a:cubicBezTo>
                    <a:pt x="289" y="13"/>
                    <a:pt x="286" y="38"/>
                    <a:pt x="285" y="38"/>
                  </a:cubicBezTo>
                  <a:cubicBezTo>
                    <a:pt x="281" y="33"/>
                    <a:pt x="282" y="26"/>
                    <a:pt x="280" y="20"/>
                  </a:cubicBezTo>
                  <a:cubicBezTo>
                    <a:pt x="279" y="23"/>
                    <a:pt x="279" y="25"/>
                    <a:pt x="279" y="27"/>
                  </a:cubicBezTo>
                  <a:cubicBezTo>
                    <a:pt x="278" y="25"/>
                    <a:pt x="277" y="23"/>
                    <a:pt x="275" y="22"/>
                  </a:cubicBezTo>
                  <a:cubicBezTo>
                    <a:pt x="276" y="25"/>
                    <a:pt x="277" y="30"/>
                    <a:pt x="278" y="35"/>
                  </a:cubicBezTo>
                  <a:cubicBezTo>
                    <a:pt x="278" y="40"/>
                    <a:pt x="278" y="45"/>
                    <a:pt x="277" y="49"/>
                  </a:cubicBezTo>
                  <a:cubicBezTo>
                    <a:pt x="276" y="48"/>
                    <a:pt x="275" y="43"/>
                    <a:pt x="273" y="40"/>
                  </a:cubicBezTo>
                  <a:cubicBezTo>
                    <a:pt x="272" y="41"/>
                    <a:pt x="272" y="43"/>
                    <a:pt x="272" y="44"/>
                  </a:cubicBezTo>
                  <a:cubicBezTo>
                    <a:pt x="271" y="39"/>
                    <a:pt x="270" y="34"/>
                    <a:pt x="268" y="29"/>
                  </a:cubicBezTo>
                  <a:cubicBezTo>
                    <a:pt x="268" y="36"/>
                    <a:pt x="271" y="44"/>
                    <a:pt x="271" y="52"/>
                  </a:cubicBezTo>
                  <a:cubicBezTo>
                    <a:pt x="271" y="51"/>
                    <a:pt x="270" y="50"/>
                    <a:pt x="270" y="49"/>
                  </a:cubicBezTo>
                  <a:cubicBezTo>
                    <a:pt x="269" y="44"/>
                    <a:pt x="267" y="38"/>
                    <a:pt x="265" y="33"/>
                  </a:cubicBezTo>
                  <a:cubicBezTo>
                    <a:pt x="264" y="31"/>
                    <a:pt x="264" y="30"/>
                    <a:pt x="263" y="28"/>
                  </a:cubicBezTo>
                  <a:cubicBezTo>
                    <a:pt x="263" y="29"/>
                    <a:pt x="263" y="29"/>
                    <a:pt x="264" y="30"/>
                  </a:cubicBezTo>
                  <a:cubicBezTo>
                    <a:pt x="263" y="29"/>
                    <a:pt x="263" y="28"/>
                    <a:pt x="263" y="28"/>
                  </a:cubicBezTo>
                  <a:cubicBezTo>
                    <a:pt x="263" y="31"/>
                    <a:pt x="263" y="35"/>
                    <a:pt x="263" y="39"/>
                  </a:cubicBezTo>
                  <a:cubicBezTo>
                    <a:pt x="262" y="37"/>
                    <a:pt x="261" y="34"/>
                    <a:pt x="260" y="32"/>
                  </a:cubicBezTo>
                  <a:cubicBezTo>
                    <a:pt x="261" y="37"/>
                    <a:pt x="263" y="42"/>
                    <a:pt x="263" y="48"/>
                  </a:cubicBezTo>
                  <a:cubicBezTo>
                    <a:pt x="263" y="51"/>
                    <a:pt x="263" y="53"/>
                    <a:pt x="263" y="56"/>
                  </a:cubicBezTo>
                  <a:cubicBezTo>
                    <a:pt x="263" y="57"/>
                    <a:pt x="263" y="57"/>
                    <a:pt x="263" y="58"/>
                  </a:cubicBezTo>
                  <a:cubicBezTo>
                    <a:pt x="259" y="55"/>
                    <a:pt x="259" y="45"/>
                    <a:pt x="259" y="40"/>
                  </a:cubicBezTo>
                  <a:cubicBezTo>
                    <a:pt x="258" y="41"/>
                    <a:pt x="257" y="52"/>
                    <a:pt x="258" y="56"/>
                  </a:cubicBezTo>
                  <a:cubicBezTo>
                    <a:pt x="255" y="50"/>
                    <a:pt x="250" y="38"/>
                    <a:pt x="248" y="35"/>
                  </a:cubicBezTo>
                  <a:cubicBezTo>
                    <a:pt x="249" y="39"/>
                    <a:pt x="250" y="42"/>
                    <a:pt x="251" y="46"/>
                  </a:cubicBezTo>
                  <a:cubicBezTo>
                    <a:pt x="247" y="39"/>
                    <a:pt x="242" y="32"/>
                    <a:pt x="239" y="27"/>
                  </a:cubicBezTo>
                  <a:cubicBezTo>
                    <a:pt x="244" y="37"/>
                    <a:pt x="250" y="50"/>
                    <a:pt x="253" y="63"/>
                  </a:cubicBezTo>
                  <a:cubicBezTo>
                    <a:pt x="252" y="61"/>
                    <a:pt x="251" y="59"/>
                    <a:pt x="250" y="57"/>
                  </a:cubicBezTo>
                  <a:cubicBezTo>
                    <a:pt x="250" y="60"/>
                    <a:pt x="251" y="63"/>
                    <a:pt x="252" y="66"/>
                  </a:cubicBezTo>
                  <a:cubicBezTo>
                    <a:pt x="251" y="65"/>
                    <a:pt x="250" y="63"/>
                    <a:pt x="249" y="62"/>
                  </a:cubicBezTo>
                  <a:cubicBezTo>
                    <a:pt x="250" y="63"/>
                    <a:pt x="250" y="65"/>
                    <a:pt x="250" y="67"/>
                  </a:cubicBezTo>
                  <a:cubicBezTo>
                    <a:pt x="249" y="63"/>
                    <a:pt x="246" y="59"/>
                    <a:pt x="244" y="56"/>
                  </a:cubicBezTo>
                  <a:cubicBezTo>
                    <a:pt x="245" y="60"/>
                    <a:pt x="248" y="64"/>
                    <a:pt x="249" y="68"/>
                  </a:cubicBezTo>
                  <a:cubicBezTo>
                    <a:pt x="249" y="69"/>
                    <a:pt x="249" y="70"/>
                    <a:pt x="249" y="72"/>
                  </a:cubicBezTo>
                  <a:cubicBezTo>
                    <a:pt x="248" y="67"/>
                    <a:pt x="246" y="63"/>
                    <a:pt x="243" y="59"/>
                  </a:cubicBezTo>
                  <a:cubicBezTo>
                    <a:pt x="243" y="62"/>
                    <a:pt x="244" y="65"/>
                    <a:pt x="244" y="68"/>
                  </a:cubicBezTo>
                  <a:cubicBezTo>
                    <a:pt x="244" y="68"/>
                    <a:pt x="243" y="67"/>
                    <a:pt x="242" y="66"/>
                  </a:cubicBezTo>
                  <a:cubicBezTo>
                    <a:pt x="243" y="69"/>
                    <a:pt x="247" y="76"/>
                    <a:pt x="247" y="77"/>
                  </a:cubicBezTo>
                  <a:cubicBezTo>
                    <a:pt x="247" y="78"/>
                    <a:pt x="247" y="79"/>
                    <a:pt x="247" y="80"/>
                  </a:cubicBezTo>
                  <a:cubicBezTo>
                    <a:pt x="245" y="75"/>
                    <a:pt x="243" y="71"/>
                    <a:pt x="241" y="67"/>
                  </a:cubicBezTo>
                  <a:cubicBezTo>
                    <a:pt x="242" y="70"/>
                    <a:pt x="243" y="73"/>
                    <a:pt x="244" y="77"/>
                  </a:cubicBezTo>
                  <a:cubicBezTo>
                    <a:pt x="243" y="76"/>
                    <a:pt x="241" y="74"/>
                    <a:pt x="240" y="71"/>
                  </a:cubicBezTo>
                  <a:cubicBezTo>
                    <a:pt x="242" y="75"/>
                    <a:pt x="245" y="88"/>
                    <a:pt x="245" y="90"/>
                  </a:cubicBezTo>
                  <a:cubicBezTo>
                    <a:pt x="244" y="90"/>
                    <a:pt x="240" y="81"/>
                    <a:pt x="239" y="76"/>
                  </a:cubicBezTo>
                  <a:cubicBezTo>
                    <a:pt x="240" y="84"/>
                    <a:pt x="241" y="91"/>
                    <a:pt x="241" y="98"/>
                  </a:cubicBezTo>
                  <a:cubicBezTo>
                    <a:pt x="241" y="98"/>
                    <a:pt x="241" y="98"/>
                    <a:pt x="241" y="99"/>
                  </a:cubicBezTo>
                  <a:cubicBezTo>
                    <a:pt x="240" y="89"/>
                    <a:pt x="236" y="84"/>
                    <a:pt x="231" y="77"/>
                  </a:cubicBezTo>
                  <a:cubicBezTo>
                    <a:pt x="234" y="86"/>
                    <a:pt x="236" y="93"/>
                    <a:pt x="237" y="102"/>
                  </a:cubicBezTo>
                  <a:cubicBezTo>
                    <a:pt x="235" y="99"/>
                    <a:pt x="234" y="97"/>
                    <a:pt x="234" y="94"/>
                  </a:cubicBezTo>
                  <a:cubicBezTo>
                    <a:pt x="234" y="98"/>
                    <a:pt x="235" y="102"/>
                    <a:pt x="234" y="106"/>
                  </a:cubicBezTo>
                  <a:cubicBezTo>
                    <a:pt x="233" y="104"/>
                    <a:pt x="232" y="101"/>
                    <a:pt x="232" y="99"/>
                  </a:cubicBezTo>
                  <a:cubicBezTo>
                    <a:pt x="232" y="105"/>
                    <a:pt x="231" y="112"/>
                    <a:pt x="231" y="118"/>
                  </a:cubicBezTo>
                  <a:cubicBezTo>
                    <a:pt x="230" y="114"/>
                    <a:pt x="230" y="111"/>
                    <a:pt x="229" y="108"/>
                  </a:cubicBezTo>
                  <a:cubicBezTo>
                    <a:pt x="230" y="114"/>
                    <a:pt x="228" y="131"/>
                    <a:pt x="227" y="132"/>
                  </a:cubicBezTo>
                  <a:cubicBezTo>
                    <a:pt x="227" y="130"/>
                    <a:pt x="227" y="128"/>
                    <a:pt x="227" y="126"/>
                  </a:cubicBezTo>
                  <a:cubicBezTo>
                    <a:pt x="224" y="133"/>
                    <a:pt x="224" y="141"/>
                    <a:pt x="224" y="150"/>
                  </a:cubicBezTo>
                  <a:cubicBezTo>
                    <a:pt x="224" y="150"/>
                    <a:pt x="224" y="151"/>
                    <a:pt x="224" y="152"/>
                  </a:cubicBezTo>
                  <a:cubicBezTo>
                    <a:pt x="223" y="147"/>
                    <a:pt x="223" y="143"/>
                    <a:pt x="222" y="139"/>
                  </a:cubicBezTo>
                  <a:cubicBezTo>
                    <a:pt x="221" y="143"/>
                    <a:pt x="222" y="149"/>
                    <a:pt x="222" y="153"/>
                  </a:cubicBezTo>
                  <a:cubicBezTo>
                    <a:pt x="223" y="159"/>
                    <a:pt x="223" y="165"/>
                    <a:pt x="225" y="171"/>
                  </a:cubicBezTo>
                  <a:cubicBezTo>
                    <a:pt x="225" y="170"/>
                    <a:pt x="225" y="170"/>
                    <a:pt x="224" y="170"/>
                  </a:cubicBezTo>
                  <a:cubicBezTo>
                    <a:pt x="222" y="164"/>
                    <a:pt x="220" y="157"/>
                    <a:pt x="218" y="152"/>
                  </a:cubicBezTo>
                  <a:cubicBezTo>
                    <a:pt x="219" y="157"/>
                    <a:pt x="220" y="162"/>
                    <a:pt x="221" y="167"/>
                  </a:cubicBezTo>
                  <a:cubicBezTo>
                    <a:pt x="218" y="166"/>
                    <a:pt x="214" y="171"/>
                    <a:pt x="214" y="177"/>
                  </a:cubicBezTo>
                  <a:cubicBezTo>
                    <a:pt x="214" y="184"/>
                    <a:pt x="220" y="198"/>
                    <a:pt x="220" y="203"/>
                  </a:cubicBezTo>
                  <a:cubicBezTo>
                    <a:pt x="220" y="208"/>
                    <a:pt x="222" y="221"/>
                    <a:pt x="225" y="230"/>
                  </a:cubicBezTo>
                  <a:cubicBezTo>
                    <a:pt x="227" y="237"/>
                    <a:pt x="226" y="241"/>
                    <a:pt x="228" y="245"/>
                  </a:cubicBezTo>
                  <a:cubicBezTo>
                    <a:pt x="229" y="246"/>
                    <a:pt x="229" y="246"/>
                    <a:pt x="229" y="247"/>
                  </a:cubicBezTo>
                  <a:cubicBezTo>
                    <a:pt x="230" y="248"/>
                    <a:pt x="231" y="250"/>
                    <a:pt x="231" y="251"/>
                  </a:cubicBezTo>
                  <a:cubicBezTo>
                    <a:pt x="232" y="252"/>
                    <a:pt x="232" y="253"/>
                    <a:pt x="233" y="254"/>
                  </a:cubicBezTo>
                  <a:cubicBezTo>
                    <a:pt x="234" y="256"/>
                    <a:pt x="235" y="258"/>
                    <a:pt x="236" y="260"/>
                  </a:cubicBezTo>
                  <a:cubicBezTo>
                    <a:pt x="239" y="264"/>
                    <a:pt x="245" y="269"/>
                    <a:pt x="248" y="270"/>
                  </a:cubicBezTo>
                  <a:cubicBezTo>
                    <a:pt x="249" y="281"/>
                    <a:pt x="255" y="304"/>
                    <a:pt x="261" y="314"/>
                  </a:cubicBezTo>
                  <a:cubicBezTo>
                    <a:pt x="261" y="315"/>
                    <a:pt x="262" y="317"/>
                    <a:pt x="263" y="318"/>
                  </a:cubicBezTo>
                  <a:cubicBezTo>
                    <a:pt x="263" y="318"/>
                    <a:pt x="263" y="319"/>
                    <a:pt x="263" y="320"/>
                  </a:cubicBezTo>
                  <a:cubicBezTo>
                    <a:pt x="268" y="328"/>
                    <a:pt x="276" y="340"/>
                    <a:pt x="284" y="351"/>
                  </a:cubicBezTo>
                  <a:cubicBezTo>
                    <a:pt x="290" y="379"/>
                    <a:pt x="289" y="413"/>
                    <a:pt x="256" y="434"/>
                  </a:cubicBezTo>
                  <a:cubicBezTo>
                    <a:pt x="242" y="440"/>
                    <a:pt x="214" y="453"/>
                    <a:pt x="180" y="461"/>
                  </a:cubicBezTo>
                  <a:cubicBezTo>
                    <a:pt x="147" y="469"/>
                    <a:pt x="93" y="485"/>
                    <a:pt x="71" y="562"/>
                  </a:cubicBezTo>
                  <a:cubicBezTo>
                    <a:pt x="62" y="596"/>
                    <a:pt x="64" y="618"/>
                    <a:pt x="69" y="658"/>
                  </a:cubicBezTo>
                  <a:cubicBezTo>
                    <a:pt x="57" y="746"/>
                    <a:pt x="47" y="812"/>
                    <a:pt x="46" y="862"/>
                  </a:cubicBezTo>
                  <a:cubicBezTo>
                    <a:pt x="46" y="894"/>
                    <a:pt x="39" y="915"/>
                    <a:pt x="36" y="929"/>
                  </a:cubicBezTo>
                  <a:cubicBezTo>
                    <a:pt x="19" y="976"/>
                    <a:pt x="23" y="1098"/>
                    <a:pt x="21" y="1130"/>
                  </a:cubicBezTo>
                  <a:cubicBezTo>
                    <a:pt x="17" y="1185"/>
                    <a:pt x="13" y="1185"/>
                    <a:pt x="13" y="1191"/>
                  </a:cubicBezTo>
                  <a:cubicBezTo>
                    <a:pt x="13" y="1216"/>
                    <a:pt x="8" y="1227"/>
                    <a:pt x="4" y="1239"/>
                  </a:cubicBezTo>
                  <a:cubicBezTo>
                    <a:pt x="4" y="1241"/>
                    <a:pt x="3" y="1243"/>
                    <a:pt x="3" y="1245"/>
                  </a:cubicBezTo>
                  <a:cubicBezTo>
                    <a:pt x="3" y="1245"/>
                    <a:pt x="5" y="1303"/>
                    <a:pt x="3" y="1321"/>
                  </a:cubicBezTo>
                  <a:cubicBezTo>
                    <a:pt x="0" y="1339"/>
                    <a:pt x="2" y="1350"/>
                    <a:pt x="3" y="1362"/>
                  </a:cubicBezTo>
                  <a:cubicBezTo>
                    <a:pt x="4" y="1373"/>
                    <a:pt x="14" y="1390"/>
                    <a:pt x="17" y="1404"/>
                  </a:cubicBezTo>
                  <a:cubicBezTo>
                    <a:pt x="23" y="1434"/>
                    <a:pt x="31" y="1434"/>
                    <a:pt x="36" y="1444"/>
                  </a:cubicBezTo>
                  <a:cubicBezTo>
                    <a:pt x="42" y="1454"/>
                    <a:pt x="57" y="1461"/>
                    <a:pt x="59" y="1464"/>
                  </a:cubicBezTo>
                  <a:cubicBezTo>
                    <a:pt x="61" y="1467"/>
                    <a:pt x="69" y="1474"/>
                    <a:pt x="76" y="1473"/>
                  </a:cubicBezTo>
                  <a:cubicBezTo>
                    <a:pt x="83" y="1471"/>
                    <a:pt x="82" y="1462"/>
                    <a:pt x="82" y="1462"/>
                  </a:cubicBezTo>
                  <a:cubicBezTo>
                    <a:pt x="82" y="1462"/>
                    <a:pt x="85" y="1463"/>
                    <a:pt x="88" y="1463"/>
                  </a:cubicBezTo>
                  <a:cubicBezTo>
                    <a:pt x="91" y="1463"/>
                    <a:pt x="103" y="1464"/>
                    <a:pt x="106" y="1461"/>
                  </a:cubicBezTo>
                  <a:cubicBezTo>
                    <a:pt x="114" y="1453"/>
                    <a:pt x="103" y="1444"/>
                    <a:pt x="103" y="1444"/>
                  </a:cubicBezTo>
                  <a:cubicBezTo>
                    <a:pt x="111" y="1443"/>
                    <a:pt x="111" y="1443"/>
                    <a:pt x="111" y="1443"/>
                  </a:cubicBezTo>
                  <a:cubicBezTo>
                    <a:pt x="120" y="1437"/>
                    <a:pt x="109" y="1426"/>
                    <a:pt x="109" y="1426"/>
                  </a:cubicBezTo>
                  <a:cubicBezTo>
                    <a:pt x="109" y="1423"/>
                    <a:pt x="88" y="1425"/>
                    <a:pt x="88" y="1422"/>
                  </a:cubicBezTo>
                  <a:cubicBezTo>
                    <a:pt x="88" y="1420"/>
                    <a:pt x="110" y="1413"/>
                    <a:pt x="109" y="1412"/>
                  </a:cubicBezTo>
                  <a:cubicBezTo>
                    <a:pt x="108" y="1385"/>
                    <a:pt x="86" y="1409"/>
                    <a:pt x="83" y="1405"/>
                  </a:cubicBezTo>
                  <a:cubicBezTo>
                    <a:pt x="76" y="1394"/>
                    <a:pt x="70" y="1405"/>
                    <a:pt x="68" y="1393"/>
                  </a:cubicBezTo>
                  <a:cubicBezTo>
                    <a:pt x="67" y="1382"/>
                    <a:pt x="61" y="1380"/>
                    <a:pt x="63" y="1377"/>
                  </a:cubicBezTo>
                  <a:cubicBezTo>
                    <a:pt x="68" y="1368"/>
                    <a:pt x="60" y="1358"/>
                    <a:pt x="63" y="1351"/>
                  </a:cubicBezTo>
                  <a:cubicBezTo>
                    <a:pt x="66" y="1345"/>
                    <a:pt x="59" y="1330"/>
                    <a:pt x="59" y="1330"/>
                  </a:cubicBezTo>
                  <a:cubicBezTo>
                    <a:pt x="59" y="1330"/>
                    <a:pt x="69" y="1336"/>
                    <a:pt x="73" y="1349"/>
                  </a:cubicBezTo>
                  <a:cubicBezTo>
                    <a:pt x="78" y="1361"/>
                    <a:pt x="91" y="1382"/>
                    <a:pt x="105" y="1372"/>
                  </a:cubicBezTo>
                  <a:cubicBezTo>
                    <a:pt x="119" y="1362"/>
                    <a:pt x="100" y="1330"/>
                    <a:pt x="88" y="1318"/>
                  </a:cubicBezTo>
                  <a:cubicBezTo>
                    <a:pt x="82" y="1311"/>
                    <a:pt x="82" y="1302"/>
                    <a:pt x="83" y="1293"/>
                  </a:cubicBezTo>
                  <a:cubicBezTo>
                    <a:pt x="83" y="1293"/>
                    <a:pt x="85" y="1278"/>
                    <a:pt x="84" y="1273"/>
                  </a:cubicBezTo>
                  <a:cubicBezTo>
                    <a:pt x="84" y="1262"/>
                    <a:pt x="75" y="1249"/>
                    <a:pt x="77" y="1246"/>
                  </a:cubicBezTo>
                  <a:cubicBezTo>
                    <a:pt x="78" y="1243"/>
                    <a:pt x="82" y="1225"/>
                    <a:pt x="84" y="1211"/>
                  </a:cubicBezTo>
                  <a:cubicBezTo>
                    <a:pt x="86" y="1197"/>
                    <a:pt x="119" y="1069"/>
                    <a:pt x="123" y="1041"/>
                  </a:cubicBezTo>
                  <a:cubicBezTo>
                    <a:pt x="132" y="989"/>
                    <a:pt x="143" y="974"/>
                    <a:pt x="138" y="938"/>
                  </a:cubicBezTo>
                  <a:cubicBezTo>
                    <a:pt x="139" y="912"/>
                    <a:pt x="148" y="841"/>
                    <a:pt x="150" y="828"/>
                  </a:cubicBezTo>
                  <a:cubicBezTo>
                    <a:pt x="151" y="825"/>
                    <a:pt x="151" y="812"/>
                    <a:pt x="152" y="803"/>
                  </a:cubicBezTo>
                  <a:cubicBezTo>
                    <a:pt x="153" y="798"/>
                    <a:pt x="154" y="789"/>
                    <a:pt x="154" y="778"/>
                  </a:cubicBezTo>
                  <a:cubicBezTo>
                    <a:pt x="154" y="779"/>
                    <a:pt x="154" y="779"/>
                    <a:pt x="154" y="779"/>
                  </a:cubicBezTo>
                  <a:cubicBezTo>
                    <a:pt x="155" y="791"/>
                    <a:pt x="165" y="815"/>
                    <a:pt x="167" y="848"/>
                  </a:cubicBezTo>
                  <a:cubicBezTo>
                    <a:pt x="166" y="875"/>
                    <a:pt x="172" y="939"/>
                    <a:pt x="174" y="964"/>
                  </a:cubicBezTo>
                  <a:cubicBezTo>
                    <a:pt x="183" y="1124"/>
                    <a:pt x="150" y="1163"/>
                    <a:pt x="149" y="1194"/>
                  </a:cubicBezTo>
                  <a:cubicBezTo>
                    <a:pt x="153" y="1328"/>
                    <a:pt x="110" y="1503"/>
                    <a:pt x="183" y="1729"/>
                  </a:cubicBezTo>
                  <a:cubicBezTo>
                    <a:pt x="187" y="1741"/>
                    <a:pt x="187" y="1785"/>
                    <a:pt x="191" y="1808"/>
                  </a:cubicBezTo>
                  <a:cubicBezTo>
                    <a:pt x="192" y="1814"/>
                    <a:pt x="203" y="1841"/>
                    <a:pt x="204" y="1878"/>
                  </a:cubicBezTo>
                  <a:cubicBezTo>
                    <a:pt x="205" y="1938"/>
                    <a:pt x="199" y="2015"/>
                    <a:pt x="200" y="2058"/>
                  </a:cubicBezTo>
                  <a:cubicBezTo>
                    <a:pt x="203" y="2128"/>
                    <a:pt x="229" y="2192"/>
                    <a:pt x="239" y="2237"/>
                  </a:cubicBezTo>
                  <a:cubicBezTo>
                    <a:pt x="249" y="2282"/>
                    <a:pt x="253" y="2318"/>
                    <a:pt x="251" y="2327"/>
                  </a:cubicBezTo>
                  <a:cubicBezTo>
                    <a:pt x="250" y="2334"/>
                    <a:pt x="248" y="2349"/>
                    <a:pt x="254" y="2362"/>
                  </a:cubicBezTo>
                  <a:cubicBezTo>
                    <a:pt x="254" y="2363"/>
                    <a:pt x="236" y="2408"/>
                    <a:pt x="226" y="2416"/>
                  </a:cubicBezTo>
                  <a:cubicBezTo>
                    <a:pt x="216" y="2424"/>
                    <a:pt x="214" y="2431"/>
                    <a:pt x="207" y="2435"/>
                  </a:cubicBezTo>
                  <a:cubicBezTo>
                    <a:pt x="199" y="2440"/>
                    <a:pt x="195" y="2444"/>
                    <a:pt x="193" y="2453"/>
                  </a:cubicBezTo>
                  <a:cubicBezTo>
                    <a:pt x="190" y="2460"/>
                    <a:pt x="183" y="2470"/>
                    <a:pt x="188" y="2475"/>
                  </a:cubicBezTo>
                  <a:cubicBezTo>
                    <a:pt x="189" y="2476"/>
                    <a:pt x="190" y="2476"/>
                    <a:pt x="191" y="2477"/>
                  </a:cubicBezTo>
                  <a:cubicBezTo>
                    <a:pt x="191" y="2477"/>
                    <a:pt x="191" y="2477"/>
                    <a:pt x="191" y="2477"/>
                  </a:cubicBezTo>
                  <a:cubicBezTo>
                    <a:pt x="191" y="2479"/>
                    <a:pt x="191" y="2482"/>
                    <a:pt x="192" y="2483"/>
                  </a:cubicBezTo>
                  <a:cubicBezTo>
                    <a:pt x="195" y="2489"/>
                    <a:pt x="200" y="2490"/>
                    <a:pt x="207" y="2490"/>
                  </a:cubicBezTo>
                  <a:cubicBezTo>
                    <a:pt x="208" y="2488"/>
                    <a:pt x="208" y="2488"/>
                    <a:pt x="208" y="2488"/>
                  </a:cubicBezTo>
                  <a:cubicBezTo>
                    <a:pt x="208" y="2491"/>
                    <a:pt x="208" y="2493"/>
                    <a:pt x="210" y="2495"/>
                  </a:cubicBezTo>
                  <a:cubicBezTo>
                    <a:pt x="215" y="2502"/>
                    <a:pt x="229" y="2506"/>
                    <a:pt x="236" y="2499"/>
                  </a:cubicBezTo>
                  <a:cubicBezTo>
                    <a:pt x="244" y="2504"/>
                    <a:pt x="259" y="2505"/>
                    <a:pt x="265" y="2497"/>
                  </a:cubicBezTo>
                  <a:cubicBezTo>
                    <a:pt x="270" y="2510"/>
                    <a:pt x="287" y="2508"/>
                    <a:pt x="298" y="2506"/>
                  </a:cubicBezTo>
                  <a:cubicBezTo>
                    <a:pt x="309" y="2503"/>
                    <a:pt x="313" y="2496"/>
                    <a:pt x="319" y="2491"/>
                  </a:cubicBezTo>
                  <a:cubicBezTo>
                    <a:pt x="325" y="2486"/>
                    <a:pt x="330" y="2481"/>
                    <a:pt x="328" y="2468"/>
                  </a:cubicBezTo>
                  <a:cubicBezTo>
                    <a:pt x="326" y="2456"/>
                    <a:pt x="328" y="2455"/>
                    <a:pt x="329" y="2440"/>
                  </a:cubicBezTo>
                  <a:cubicBezTo>
                    <a:pt x="330" y="2431"/>
                    <a:pt x="337" y="2428"/>
                    <a:pt x="338" y="2413"/>
                  </a:cubicBezTo>
                  <a:cubicBezTo>
                    <a:pt x="339" y="2401"/>
                    <a:pt x="331" y="2351"/>
                    <a:pt x="332" y="2344"/>
                  </a:cubicBezTo>
                  <a:cubicBezTo>
                    <a:pt x="334" y="2328"/>
                    <a:pt x="324" y="2315"/>
                    <a:pt x="320" y="2289"/>
                  </a:cubicBezTo>
                  <a:cubicBezTo>
                    <a:pt x="317" y="2263"/>
                    <a:pt x="326" y="2174"/>
                    <a:pt x="326" y="2158"/>
                  </a:cubicBezTo>
                  <a:cubicBezTo>
                    <a:pt x="326" y="2127"/>
                    <a:pt x="341" y="2077"/>
                    <a:pt x="337" y="2014"/>
                  </a:cubicBezTo>
                  <a:cubicBezTo>
                    <a:pt x="335" y="1978"/>
                    <a:pt x="319" y="1868"/>
                    <a:pt x="319" y="1843"/>
                  </a:cubicBezTo>
                  <a:cubicBezTo>
                    <a:pt x="319" y="1839"/>
                    <a:pt x="318" y="1811"/>
                    <a:pt x="319" y="1806"/>
                  </a:cubicBezTo>
                  <a:cubicBezTo>
                    <a:pt x="324" y="1790"/>
                    <a:pt x="336" y="1587"/>
                    <a:pt x="336" y="1585"/>
                  </a:cubicBezTo>
                  <a:cubicBezTo>
                    <a:pt x="338" y="1561"/>
                    <a:pt x="353" y="1416"/>
                    <a:pt x="353" y="1416"/>
                  </a:cubicBezTo>
                  <a:cubicBezTo>
                    <a:pt x="359" y="1416"/>
                    <a:pt x="359" y="1416"/>
                    <a:pt x="359" y="1416"/>
                  </a:cubicBezTo>
                  <a:cubicBezTo>
                    <a:pt x="359" y="1416"/>
                    <a:pt x="377" y="1558"/>
                    <a:pt x="379" y="1582"/>
                  </a:cubicBezTo>
                  <a:cubicBezTo>
                    <a:pt x="379" y="1584"/>
                    <a:pt x="390" y="1790"/>
                    <a:pt x="394" y="1806"/>
                  </a:cubicBezTo>
                  <a:cubicBezTo>
                    <a:pt x="396" y="1811"/>
                    <a:pt x="395" y="1839"/>
                    <a:pt x="395" y="1843"/>
                  </a:cubicBezTo>
                  <a:cubicBezTo>
                    <a:pt x="395" y="1868"/>
                    <a:pt x="379" y="1978"/>
                    <a:pt x="377" y="2014"/>
                  </a:cubicBezTo>
                  <a:cubicBezTo>
                    <a:pt x="373" y="2077"/>
                    <a:pt x="387" y="2127"/>
                    <a:pt x="387" y="2158"/>
                  </a:cubicBezTo>
                  <a:cubicBezTo>
                    <a:pt x="387" y="2174"/>
                    <a:pt x="396" y="2263"/>
                    <a:pt x="393" y="2289"/>
                  </a:cubicBezTo>
                  <a:cubicBezTo>
                    <a:pt x="390" y="2315"/>
                    <a:pt x="380" y="2328"/>
                    <a:pt x="382" y="2344"/>
                  </a:cubicBezTo>
                  <a:cubicBezTo>
                    <a:pt x="383" y="2351"/>
                    <a:pt x="375" y="2401"/>
                    <a:pt x="375" y="2413"/>
                  </a:cubicBezTo>
                  <a:cubicBezTo>
                    <a:pt x="376" y="2428"/>
                    <a:pt x="384" y="2431"/>
                    <a:pt x="384" y="2440"/>
                  </a:cubicBezTo>
                  <a:cubicBezTo>
                    <a:pt x="386" y="2455"/>
                    <a:pt x="387" y="2456"/>
                    <a:pt x="385" y="2468"/>
                  </a:cubicBezTo>
                  <a:cubicBezTo>
                    <a:pt x="384" y="2481"/>
                    <a:pt x="388" y="2486"/>
                    <a:pt x="394" y="2491"/>
                  </a:cubicBezTo>
                  <a:cubicBezTo>
                    <a:pt x="400" y="2496"/>
                    <a:pt x="405" y="2503"/>
                    <a:pt x="416" y="2506"/>
                  </a:cubicBezTo>
                  <a:cubicBezTo>
                    <a:pt x="426" y="2508"/>
                    <a:pt x="444" y="2510"/>
                    <a:pt x="448" y="2497"/>
                  </a:cubicBezTo>
                  <a:cubicBezTo>
                    <a:pt x="454" y="2505"/>
                    <a:pt x="470" y="2504"/>
                    <a:pt x="478" y="2499"/>
                  </a:cubicBezTo>
                  <a:cubicBezTo>
                    <a:pt x="484" y="2506"/>
                    <a:pt x="499" y="2502"/>
                    <a:pt x="504" y="2495"/>
                  </a:cubicBezTo>
                  <a:cubicBezTo>
                    <a:pt x="505" y="2493"/>
                    <a:pt x="506" y="2491"/>
                    <a:pt x="506" y="2489"/>
                  </a:cubicBezTo>
                  <a:cubicBezTo>
                    <a:pt x="507" y="2490"/>
                    <a:pt x="507" y="2490"/>
                    <a:pt x="507" y="2490"/>
                  </a:cubicBezTo>
                  <a:cubicBezTo>
                    <a:pt x="513" y="2490"/>
                    <a:pt x="521" y="2488"/>
                    <a:pt x="522" y="2483"/>
                  </a:cubicBezTo>
                  <a:cubicBezTo>
                    <a:pt x="523" y="2482"/>
                    <a:pt x="523" y="2479"/>
                    <a:pt x="523" y="2477"/>
                  </a:cubicBezTo>
                  <a:cubicBezTo>
                    <a:pt x="523" y="2477"/>
                    <a:pt x="523" y="2477"/>
                    <a:pt x="523" y="2477"/>
                  </a:cubicBezTo>
                  <a:cubicBezTo>
                    <a:pt x="524" y="2476"/>
                    <a:pt x="525" y="2476"/>
                    <a:pt x="525" y="2475"/>
                  </a:cubicBezTo>
                  <a:cubicBezTo>
                    <a:pt x="531" y="2470"/>
                    <a:pt x="523" y="2460"/>
                    <a:pt x="521" y="2453"/>
                  </a:cubicBezTo>
                  <a:cubicBezTo>
                    <a:pt x="518" y="2444"/>
                    <a:pt x="514" y="2440"/>
                    <a:pt x="507" y="2435"/>
                  </a:cubicBezTo>
                  <a:cubicBezTo>
                    <a:pt x="500" y="2431"/>
                    <a:pt x="497" y="2424"/>
                    <a:pt x="488" y="2416"/>
                  </a:cubicBezTo>
                  <a:cubicBezTo>
                    <a:pt x="478" y="2408"/>
                    <a:pt x="460" y="2363"/>
                    <a:pt x="460" y="2362"/>
                  </a:cubicBezTo>
                  <a:cubicBezTo>
                    <a:pt x="466" y="2349"/>
                    <a:pt x="464" y="2334"/>
                    <a:pt x="462" y="2327"/>
                  </a:cubicBezTo>
                  <a:cubicBezTo>
                    <a:pt x="460" y="2318"/>
                    <a:pt x="464" y="2282"/>
                    <a:pt x="474" y="2237"/>
                  </a:cubicBezTo>
                  <a:cubicBezTo>
                    <a:pt x="484" y="2192"/>
                    <a:pt x="510" y="2128"/>
                    <a:pt x="513" y="2058"/>
                  </a:cubicBezTo>
                  <a:cubicBezTo>
                    <a:pt x="515" y="2015"/>
                    <a:pt x="509" y="1938"/>
                    <a:pt x="510" y="1878"/>
                  </a:cubicBezTo>
                  <a:cubicBezTo>
                    <a:pt x="511" y="1841"/>
                    <a:pt x="521" y="1814"/>
                    <a:pt x="522" y="1808"/>
                  </a:cubicBezTo>
                  <a:cubicBezTo>
                    <a:pt x="527" y="1785"/>
                    <a:pt x="527" y="1741"/>
                    <a:pt x="530" y="1729"/>
                  </a:cubicBezTo>
                  <a:cubicBezTo>
                    <a:pt x="587" y="1523"/>
                    <a:pt x="569" y="1347"/>
                    <a:pt x="567" y="1304"/>
                  </a:cubicBezTo>
                  <a:cubicBezTo>
                    <a:pt x="567" y="1304"/>
                    <a:pt x="569" y="1185"/>
                    <a:pt x="567" y="1170"/>
                  </a:cubicBezTo>
                  <a:cubicBezTo>
                    <a:pt x="530" y="1051"/>
                    <a:pt x="549" y="969"/>
                    <a:pt x="546" y="961"/>
                  </a:cubicBezTo>
                  <a:cubicBezTo>
                    <a:pt x="547" y="935"/>
                    <a:pt x="555" y="874"/>
                    <a:pt x="554" y="847"/>
                  </a:cubicBezTo>
                  <a:cubicBezTo>
                    <a:pt x="556" y="815"/>
                    <a:pt x="559" y="791"/>
                    <a:pt x="560" y="779"/>
                  </a:cubicBezTo>
                  <a:cubicBezTo>
                    <a:pt x="560" y="778"/>
                    <a:pt x="560" y="778"/>
                    <a:pt x="560" y="778"/>
                  </a:cubicBezTo>
                  <a:cubicBezTo>
                    <a:pt x="560" y="782"/>
                    <a:pt x="560" y="786"/>
                    <a:pt x="560" y="790"/>
                  </a:cubicBezTo>
                  <a:cubicBezTo>
                    <a:pt x="560" y="793"/>
                    <a:pt x="560" y="793"/>
                    <a:pt x="560" y="793"/>
                  </a:cubicBezTo>
                  <a:cubicBezTo>
                    <a:pt x="561" y="797"/>
                    <a:pt x="561" y="797"/>
                    <a:pt x="561" y="797"/>
                  </a:cubicBezTo>
                  <a:cubicBezTo>
                    <a:pt x="561" y="799"/>
                    <a:pt x="561" y="801"/>
                    <a:pt x="562" y="803"/>
                  </a:cubicBezTo>
                  <a:cubicBezTo>
                    <a:pt x="563" y="812"/>
                    <a:pt x="565" y="826"/>
                    <a:pt x="565" y="826"/>
                  </a:cubicBezTo>
                  <a:cubicBezTo>
                    <a:pt x="580" y="946"/>
                    <a:pt x="580" y="946"/>
                    <a:pt x="580" y="946"/>
                  </a:cubicBezTo>
                  <a:cubicBezTo>
                    <a:pt x="575" y="982"/>
                    <a:pt x="587" y="997"/>
                    <a:pt x="596" y="1049"/>
                  </a:cubicBezTo>
                  <a:cubicBezTo>
                    <a:pt x="600" y="1076"/>
                    <a:pt x="632" y="1205"/>
                    <a:pt x="634" y="1219"/>
                  </a:cubicBezTo>
                  <a:cubicBezTo>
                    <a:pt x="636" y="1232"/>
                    <a:pt x="641" y="1247"/>
                    <a:pt x="643" y="1250"/>
                  </a:cubicBezTo>
                  <a:cubicBezTo>
                    <a:pt x="644" y="1253"/>
                    <a:pt x="638" y="1268"/>
                    <a:pt x="636" y="1281"/>
                  </a:cubicBezTo>
                  <a:cubicBezTo>
                    <a:pt x="635" y="1282"/>
                    <a:pt x="635" y="1283"/>
                    <a:pt x="635" y="1285"/>
                  </a:cubicBezTo>
                  <a:cubicBezTo>
                    <a:pt x="635" y="1285"/>
                    <a:pt x="635" y="1285"/>
                    <a:pt x="635" y="1286"/>
                  </a:cubicBezTo>
                  <a:cubicBezTo>
                    <a:pt x="634" y="1290"/>
                    <a:pt x="635" y="1293"/>
                    <a:pt x="636" y="1298"/>
                  </a:cubicBezTo>
                  <a:cubicBezTo>
                    <a:pt x="637" y="1307"/>
                    <a:pt x="638" y="1316"/>
                    <a:pt x="632" y="1322"/>
                  </a:cubicBezTo>
                  <a:cubicBezTo>
                    <a:pt x="620" y="1334"/>
                    <a:pt x="601" y="1368"/>
                    <a:pt x="615" y="1378"/>
                  </a:cubicBezTo>
                  <a:cubicBezTo>
                    <a:pt x="630" y="1389"/>
                    <a:pt x="643" y="1364"/>
                    <a:pt x="647" y="1352"/>
                  </a:cubicBezTo>
                  <a:cubicBezTo>
                    <a:pt x="652" y="1339"/>
                    <a:pt x="660" y="1337"/>
                    <a:pt x="660" y="1337"/>
                  </a:cubicBezTo>
                  <a:cubicBezTo>
                    <a:pt x="660" y="1337"/>
                    <a:pt x="652" y="1351"/>
                    <a:pt x="655" y="1358"/>
                  </a:cubicBezTo>
                  <a:cubicBezTo>
                    <a:pt x="658" y="1364"/>
                    <a:pt x="650" y="1375"/>
                    <a:pt x="655" y="1383"/>
                  </a:cubicBezTo>
                  <a:cubicBezTo>
                    <a:pt x="657" y="1386"/>
                    <a:pt x="651" y="1388"/>
                    <a:pt x="650" y="1400"/>
                  </a:cubicBezTo>
                  <a:cubicBezTo>
                    <a:pt x="648" y="1411"/>
                    <a:pt x="642" y="1400"/>
                    <a:pt x="635" y="1412"/>
                  </a:cubicBezTo>
                  <a:cubicBezTo>
                    <a:pt x="632" y="1415"/>
                    <a:pt x="611" y="1391"/>
                    <a:pt x="609" y="1419"/>
                  </a:cubicBezTo>
                  <a:cubicBezTo>
                    <a:pt x="609" y="1421"/>
                    <a:pt x="630" y="1427"/>
                    <a:pt x="630" y="1429"/>
                  </a:cubicBezTo>
                  <a:cubicBezTo>
                    <a:pt x="630" y="1431"/>
                    <a:pt x="609" y="1430"/>
                    <a:pt x="609" y="1433"/>
                  </a:cubicBezTo>
                  <a:cubicBezTo>
                    <a:pt x="609" y="1433"/>
                    <a:pt x="598" y="1444"/>
                    <a:pt x="607" y="1450"/>
                  </a:cubicBezTo>
                  <a:cubicBezTo>
                    <a:pt x="615" y="1451"/>
                    <a:pt x="615" y="1451"/>
                    <a:pt x="615" y="1451"/>
                  </a:cubicBezTo>
                  <a:cubicBezTo>
                    <a:pt x="615" y="1451"/>
                    <a:pt x="604" y="1459"/>
                    <a:pt x="612" y="1468"/>
                  </a:cubicBezTo>
                  <a:cubicBezTo>
                    <a:pt x="615" y="1471"/>
                    <a:pt x="627" y="1469"/>
                    <a:pt x="630" y="1469"/>
                  </a:cubicBezTo>
                  <a:cubicBezTo>
                    <a:pt x="633" y="1469"/>
                    <a:pt x="636" y="1469"/>
                    <a:pt x="636" y="1469"/>
                  </a:cubicBezTo>
                  <a:cubicBezTo>
                    <a:pt x="636" y="1469"/>
                    <a:pt x="635" y="1478"/>
                    <a:pt x="642" y="1479"/>
                  </a:cubicBezTo>
                  <a:cubicBezTo>
                    <a:pt x="649" y="1480"/>
                    <a:pt x="657" y="1474"/>
                    <a:pt x="659" y="1470"/>
                  </a:cubicBezTo>
                  <a:cubicBezTo>
                    <a:pt x="661" y="1467"/>
                    <a:pt x="676" y="1460"/>
                    <a:pt x="682" y="1450"/>
                  </a:cubicBezTo>
                  <a:cubicBezTo>
                    <a:pt x="687" y="1441"/>
                    <a:pt x="695" y="1440"/>
                    <a:pt x="701" y="1411"/>
                  </a:cubicBezTo>
                  <a:cubicBezTo>
                    <a:pt x="704" y="1397"/>
                    <a:pt x="714" y="1379"/>
                    <a:pt x="715" y="1368"/>
                  </a:cubicBezTo>
                  <a:cubicBezTo>
                    <a:pt x="716" y="1357"/>
                    <a:pt x="718" y="1346"/>
                    <a:pt x="715" y="1328"/>
                  </a:cubicBezTo>
                  <a:close/>
                  <a:moveTo>
                    <a:pt x="455" y="271"/>
                  </a:moveTo>
                  <a:cubicBezTo>
                    <a:pt x="454" y="273"/>
                    <a:pt x="454" y="273"/>
                    <a:pt x="454" y="273"/>
                  </a:cubicBezTo>
                  <a:cubicBezTo>
                    <a:pt x="454" y="272"/>
                    <a:pt x="454" y="272"/>
                    <a:pt x="454" y="271"/>
                  </a:cubicBezTo>
                  <a:cubicBezTo>
                    <a:pt x="455" y="271"/>
                    <a:pt x="455" y="271"/>
                    <a:pt x="455" y="271"/>
                  </a:cubicBezTo>
                  <a:close/>
                </a:path>
              </a:pathLst>
            </a:custGeom>
            <a:solidFill>
              <a:srgbClr val="B1DF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62488" name="Freeform 198">
              <a:extLst>
                <a:ext uri="{FF2B5EF4-FFF2-40B4-BE49-F238E27FC236}">
                  <a16:creationId xmlns:a16="http://schemas.microsoft.com/office/drawing/2014/main" id="{BECF80C1-8807-4084-A4E9-EB2BC48FACD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105" y="681"/>
              <a:ext cx="658" cy="2296"/>
            </a:xfrm>
            <a:custGeom>
              <a:avLst/>
              <a:gdLst>
                <a:gd name="T0" fmla="*/ 537 w 718"/>
                <a:gd name="T1" fmla="*/ 870 h 2510"/>
                <a:gd name="T2" fmla="*/ 502 w 718"/>
                <a:gd name="T3" fmla="*/ 451 h 2510"/>
                <a:gd name="T4" fmla="*/ 322 w 718"/>
                <a:gd name="T5" fmla="*/ 268 h 2510"/>
                <a:gd name="T6" fmla="*/ 367 w 718"/>
                <a:gd name="T7" fmla="*/ 177 h 2510"/>
                <a:gd name="T8" fmla="*/ 370 w 718"/>
                <a:gd name="T9" fmla="*/ 130 h 2510"/>
                <a:gd name="T10" fmla="*/ 366 w 718"/>
                <a:gd name="T11" fmla="*/ 101 h 2510"/>
                <a:gd name="T12" fmla="*/ 363 w 718"/>
                <a:gd name="T13" fmla="*/ 83 h 2510"/>
                <a:gd name="T14" fmla="*/ 359 w 718"/>
                <a:gd name="T15" fmla="*/ 69 h 2510"/>
                <a:gd name="T16" fmla="*/ 355 w 718"/>
                <a:gd name="T17" fmla="*/ 66 h 2510"/>
                <a:gd name="T18" fmla="*/ 344 w 718"/>
                <a:gd name="T19" fmla="*/ 39 h 2510"/>
                <a:gd name="T20" fmla="*/ 336 w 718"/>
                <a:gd name="T21" fmla="*/ 32 h 2510"/>
                <a:gd name="T22" fmla="*/ 331 w 718"/>
                <a:gd name="T23" fmla="*/ 23 h 2510"/>
                <a:gd name="T24" fmla="*/ 324 w 718"/>
                <a:gd name="T25" fmla="*/ 15 h 2510"/>
                <a:gd name="T26" fmla="*/ 317 w 718"/>
                <a:gd name="T27" fmla="*/ 28 h 2510"/>
                <a:gd name="T28" fmla="*/ 309 w 718"/>
                <a:gd name="T29" fmla="*/ 28 h 2510"/>
                <a:gd name="T30" fmla="*/ 301 w 718"/>
                <a:gd name="T31" fmla="*/ 15 h 2510"/>
                <a:gd name="T32" fmla="*/ 297 w 718"/>
                <a:gd name="T33" fmla="*/ 15 h 2510"/>
                <a:gd name="T34" fmla="*/ 290 w 718"/>
                <a:gd name="T35" fmla="*/ 15 h 2510"/>
                <a:gd name="T36" fmla="*/ 283 w 718"/>
                <a:gd name="T37" fmla="*/ 28 h 2510"/>
                <a:gd name="T38" fmla="*/ 271 w 718"/>
                <a:gd name="T39" fmla="*/ 16 h 2510"/>
                <a:gd name="T40" fmla="*/ 264 w 718"/>
                <a:gd name="T41" fmla="*/ 22 h 2510"/>
                <a:gd name="T42" fmla="*/ 257 w 718"/>
                <a:gd name="T43" fmla="*/ 22 h 2510"/>
                <a:gd name="T44" fmla="*/ 248 w 718"/>
                <a:gd name="T45" fmla="*/ 5 h 2510"/>
                <a:gd name="T46" fmla="*/ 240 w 718"/>
                <a:gd name="T47" fmla="*/ 15 h 2510"/>
                <a:gd name="T48" fmla="*/ 226 w 718"/>
                <a:gd name="T49" fmla="*/ 5 h 2510"/>
                <a:gd name="T50" fmla="*/ 215 w 718"/>
                <a:gd name="T51" fmla="*/ 21 h 2510"/>
                <a:gd name="T52" fmla="*/ 206 w 718"/>
                <a:gd name="T53" fmla="*/ 23 h 2510"/>
                <a:gd name="T54" fmla="*/ 203 w 718"/>
                <a:gd name="T55" fmla="*/ 22 h 2510"/>
                <a:gd name="T56" fmla="*/ 199 w 718"/>
                <a:gd name="T57" fmla="*/ 31 h 2510"/>
                <a:gd name="T58" fmla="*/ 192 w 718"/>
                <a:gd name="T59" fmla="*/ 44 h 2510"/>
                <a:gd name="T60" fmla="*/ 192 w 718"/>
                <a:gd name="T61" fmla="*/ 55 h 2510"/>
                <a:gd name="T62" fmla="*/ 186 w 718"/>
                <a:gd name="T63" fmla="*/ 51 h 2510"/>
                <a:gd name="T64" fmla="*/ 186 w 718"/>
                <a:gd name="T65" fmla="*/ 76 h 2510"/>
                <a:gd name="T66" fmla="*/ 178 w 718"/>
                <a:gd name="T67" fmla="*/ 91 h 2510"/>
                <a:gd name="T68" fmla="*/ 170 w 718"/>
                <a:gd name="T69" fmla="*/ 106 h 2510"/>
                <a:gd name="T70" fmla="*/ 165 w 718"/>
                <a:gd name="T71" fmla="*/ 135 h 2510"/>
                <a:gd name="T72" fmla="*/ 180 w 718"/>
                <a:gd name="T73" fmla="*/ 194 h 2510"/>
                <a:gd name="T74" fmla="*/ 218 w 718"/>
                <a:gd name="T75" fmla="*/ 269 h 2510"/>
                <a:gd name="T76" fmla="*/ 27 w 718"/>
                <a:gd name="T77" fmla="*/ 712 h 2510"/>
                <a:gd name="T78" fmla="*/ 3 w 718"/>
                <a:gd name="T79" fmla="*/ 1043 h 2510"/>
                <a:gd name="T80" fmla="*/ 68 w 718"/>
                <a:gd name="T81" fmla="*/ 1120 h 2510"/>
                <a:gd name="T82" fmla="*/ 84 w 718"/>
                <a:gd name="T83" fmla="*/ 1081 h 2510"/>
                <a:gd name="T84" fmla="*/ 56 w 718"/>
                <a:gd name="T85" fmla="*/ 1033 h 2510"/>
                <a:gd name="T86" fmla="*/ 65 w 718"/>
                <a:gd name="T87" fmla="*/ 928 h 2510"/>
                <a:gd name="T88" fmla="*/ 118 w 718"/>
                <a:gd name="T89" fmla="*/ 596 h 2510"/>
                <a:gd name="T90" fmla="*/ 157 w 718"/>
                <a:gd name="T91" fmla="*/ 1438 h 2510"/>
                <a:gd name="T92" fmla="*/ 159 w 718"/>
                <a:gd name="T93" fmla="*/ 1863 h 2510"/>
                <a:gd name="T94" fmla="*/ 159 w 718"/>
                <a:gd name="T95" fmla="*/ 1906 h 2510"/>
                <a:gd name="T96" fmla="*/ 246 w 718"/>
                <a:gd name="T97" fmla="*/ 1907 h 2510"/>
                <a:gd name="T98" fmla="*/ 251 w 718"/>
                <a:gd name="T99" fmla="*/ 1652 h 2510"/>
                <a:gd name="T100" fmla="*/ 277 w 718"/>
                <a:gd name="T101" fmla="*/ 1084 h 2510"/>
                <a:gd name="T102" fmla="*/ 302 w 718"/>
                <a:gd name="T103" fmla="*/ 1752 h 2510"/>
                <a:gd name="T104" fmla="*/ 320 w 718"/>
                <a:gd name="T105" fmla="*/ 1918 h 2510"/>
                <a:gd name="T106" fmla="*/ 401 w 718"/>
                <a:gd name="T107" fmla="*/ 1900 h 2510"/>
                <a:gd name="T108" fmla="*/ 376 w 718"/>
                <a:gd name="T109" fmla="*/ 1850 h 2510"/>
                <a:gd name="T110" fmla="*/ 401 w 718"/>
                <a:gd name="T111" fmla="*/ 1384 h 2510"/>
                <a:gd name="T112" fmla="*/ 431 w 718"/>
                <a:gd name="T113" fmla="*/ 596 h 2510"/>
                <a:gd name="T114" fmla="*/ 435 w 718"/>
                <a:gd name="T115" fmla="*/ 633 h 2510"/>
                <a:gd name="T116" fmla="*/ 488 w 718"/>
                <a:gd name="T117" fmla="*/ 983 h 2510"/>
                <a:gd name="T118" fmla="*/ 508 w 718"/>
                <a:gd name="T119" fmla="*/ 1024 h 2510"/>
                <a:gd name="T120" fmla="*/ 485 w 718"/>
                <a:gd name="T121" fmla="*/ 1094 h 2510"/>
                <a:gd name="T122" fmla="*/ 489 w 718"/>
                <a:gd name="T123" fmla="*/ 1124 h 2510"/>
                <a:gd name="T124" fmla="*/ 550 w 718"/>
                <a:gd name="T125" fmla="*/ 1016 h 2510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718" h="2510">
                  <a:moveTo>
                    <a:pt x="715" y="1328"/>
                  </a:moveTo>
                  <a:cubicBezTo>
                    <a:pt x="714" y="1318"/>
                    <a:pt x="714" y="1296"/>
                    <a:pt x="714" y="1278"/>
                  </a:cubicBezTo>
                  <a:cubicBezTo>
                    <a:pt x="714" y="1274"/>
                    <a:pt x="715" y="1271"/>
                    <a:pt x="715" y="1271"/>
                  </a:cubicBezTo>
                  <a:cubicBezTo>
                    <a:pt x="715" y="1262"/>
                    <a:pt x="717" y="1259"/>
                    <a:pt x="714" y="1247"/>
                  </a:cubicBezTo>
                  <a:cubicBezTo>
                    <a:pt x="711" y="1235"/>
                    <a:pt x="705" y="1223"/>
                    <a:pt x="705" y="1199"/>
                  </a:cubicBezTo>
                  <a:cubicBezTo>
                    <a:pt x="705" y="1193"/>
                    <a:pt x="701" y="1193"/>
                    <a:pt x="697" y="1137"/>
                  </a:cubicBezTo>
                  <a:cubicBezTo>
                    <a:pt x="695" y="1105"/>
                    <a:pt x="699" y="983"/>
                    <a:pt x="682" y="937"/>
                  </a:cubicBezTo>
                  <a:cubicBezTo>
                    <a:pt x="679" y="922"/>
                    <a:pt x="672" y="902"/>
                    <a:pt x="673" y="869"/>
                  </a:cubicBezTo>
                  <a:cubicBezTo>
                    <a:pt x="672" y="823"/>
                    <a:pt x="662" y="764"/>
                    <a:pt x="652" y="685"/>
                  </a:cubicBezTo>
                  <a:cubicBezTo>
                    <a:pt x="654" y="683"/>
                    <a:pt x="654" y="683"/>
                    <a:pt x="654" y="683"/>
                  </a:cubicBezTo>
                  <a:cubicBezTo>
                    <a:pt x="652" y="668"/>
                    <a:pt x="652" y="655"/>
                    <a:pt x="652" y="643"/>
                  </a:cubicBezTo>
                  <a:cubicBezTo>
                    <a:pt x="654" y="623"/>
                    <a:pt x="655" y="607"/>
                    <a:pt x="652" y="589"/>
                  </a:cubicBezTo>
                  <a:cubicBezTo>
                    <a:pt x="651" y="582"/>
                    <a:pt x="650" y="576"/>
                    <a:pt x="649" y="568"/>
                  </a:cubicBezTo>
                  <a:cubicBezTo>
                    <a:pt x="645" y="550"/>
                    <a:pt x="638" y="535"/>
                    <a:pt x="629" y="523"/>
                  </a:cubicBezTo>
                  <a:cubicBezTo>
                    <a:pt x="610" y="489"/>
                    <a:pt x="588" y="479"/>
                    <a:pt x="565" y="473"/>
                  </a:cubicBezTo>
                  <a:cubicBezTo>
                    <a:pt x="551" y="467"/>
                    <a:pt x="540" y="464"/>
                    <a:pt x="536" y="463"/>
                  </a:cubicBezTo>
                  <a:cubicBezTo>
                    <a:pt x="508" y="455"/>
                    <a:pt x="454" y="436"/>
                    <a:pt x="438" y="426"/>
                  </a:cubicBezTo>
                  <a:cubicBezTo>
                    <a:pt x="415" y="412"/>
                    <a:pt x="414" y="377"/>
                    <a:pt x="418" y="350"/>
                  </a:cubicBezTo>
                  <a:cubicBezTo>
                    <a:pt x="428" y="339"/>
                    <a:pt x="437" y="325"/>
                    <a:pt x="440" y="318"/>
                  </a:cubicBezTo>
                  <a:cubicBezTo>
                    <a:pt x="446" y="307"/>
                    <a:pt x="453" y="285"/>
                    <a:pt x="454" y="273"/>
                  </a:cubicBezTo>
                  <a:cubicBezTo>
                    <a:pt x="455" y="272"/>
                    <a:pt x="455" y="272"/>
                    <a:pt x="455" y="271"/>
                  </a:cubicBezTo>
                  <a:cubicBezTo>
                    <a:pt x="458" y="270"/>
                    <a:pt x="464" y="265"/>
                    <a:pt x="467" y="262"/>
                  </a:cubicBezTo>
                  <a:cubicBezTo>
                    <a:pt x="470" y="258"/>
                    <a:pt x="471" y="253"/>
                    <a:pt x="474" y="249"/>
                  </a:cubicBezTo>
                  <a:cubicBezTo>
                    <a:pt x="477" y="244"/>
                    <a:pt x="476" y="240"/>
                    <a:pt x="478" y="231"/>
                  </a:cubicBezTo>
                  <a:cubicBezTo>
                    <a:pt x="481" y="223"/>
                    <a:pt x="483" y="210"/>
                    <a:pt x="483" y="205"/>
                  </a:cubicBezTo>
                  <a:cubicBezTo>
                    <a:pt x="483" y="200"/>
                    <a:pt x="489" y="186"/>
                    <a:pt x="489" y="179"/>
                  </a:cubicBezTo>
                  <a:cubicBezTo>
                    <a:pt x="489" y="177"/>
                    <a:pt x="489" y="175"/>
                    <a:pt x="488" y="173"/>
                  </a:cubicBezTo>
                  <a:cubicBezTo>
                    <a:pt x="488" y="172"/>
                    <a:pt x="487" y="170"/>
                    <a:pt x="486" y="170"/>
                  </a:cubicBezTo>
                  <a:cubicBezTo>
                    <a:pt x="485" y="169"/>
                    <a:pt x="484" y="169"/>
                    <a:pt x="484" y="169"/>
                  </a:cubicBezTo>
                  <a:cubicBezTo>
                    <a:pt x="483" y="169"/>
                    <a:pt x="482" y="169"/>
                    <a:pt x="481" y="169"/>
                  </a:cubicBezTo>
                  <a:cubicBezTo>
                    <a:pt x="481" y="169"/>
                    <a:pt x="477" y="180"/>
                    <a:pt x="474" y="188"/>
                  </a:cubicBezTo>
                  <a:cubicBezTo>
                    <a:pt x="476" y="182"/>
                    <a:pt x="477" y="176"/>
                    <a:pt x="478" y="170"/>
                  </a:cubicBezTo>
                  <a:cubicBezTo>
                    <a:pt x="479" y="164"/>
                    <a:pt x="481" y="155"/>
                    <a:pt x="479" y="150"/>
                  </a:cubicBezTo>
                  <a:cubicBezTo>
                    <a:pt x="478" y="157"/>
                    <a:pt x="474" y="163"/>
                    <a:pt x="473" y="169"/>
                  </a:cubicBezTo>
                  <a:cubicBezTo>
                    <a:pt x="473" y="169"/>
                    <a:pt x="473" y="168"/>
                    <a:pt x="473" y="167"/>
                  </a:cubicBezTo>
                  <a:cubicBezTo>
                    <a:pt x="476" y="160"/>
                    <a:pt x="476" y="133"/>
                    <a:pt x="475" y="131"/>
                  </a:cubicBezTo>
                  <a:cubicBezTo>
                    <a:pt x="474" y="132"/>
                    <a:pt x="473" y="134"/>
                    <a:pt x="472" y="136"/>
                  </a:cubicBezTo>
                  <a:cubicBezTo>
                    <a:pt x="472" y="131"/>
                    <a:pt x="473" y="126"/>
                    <a:pt x="473" y="121"/>
                  </a:cubicBezTo>
                  <a:cubicBezTo>
                    <a:pt x="472" y="123"/>
                    <a:pt x="472" y="125"/>
                    <a:pt x="471" y="127"/>
                  </a:cubicBezTo>
                  <a:cubicBezTo>
                    <a:pt x="471" y="123"/>
                    <a:pt x="473" y="116"/>
                    <a:pt x="472" y="110"/>
                  </a:cubicBezTo>
                  <a:cubicBezTo>
                    <a:pt x="471" y="113"/>
                    <a:pt x="471" y="116"/>
                    <a:pt x="470" y="119"/>
                  </a:cubicBezTo>
                  <a:cubicBezTo>
                    <a:pt x="471" y="116"/>
                    <a:pt x="471" y="112"/>
                    <a:pt x="471" y="108"/>
                  </a:cubicBezTo>
                  <a:cubicBezTo>
                    <a:pt x="471" y="108"/>
                    <a:pt x="470" y="109"/>
                    <a:pt x="470" y="109"/>
                  </a:cubicBezTo>
                  <a:cubicBezTo>
                    <a:pt x="472" y="103"/>
                    <a:pt x="472" y="95"/>
                    <a:pt x="473" y="90"/>
                  </a:cubicBezTo>
                  <a:cubicBezTo>
                    <a:pt x="472" y="92"/>
                    <a:pt x="466" y="102"/>
                    <a:pt x="466" y="104"/>
                  </a:cubicBezTo>
                  <a:cubicBezTo>
                    <a:pt x="466" y="98"/>
                    <a:pt x="469" y="92"/>
                    <a:pt x="469" y="86"/>
                  </a:cubicBezTo>
                  <a:cubicBezTo>
                    <a:pt x="468" y="92"/>
                    <a:pt x="465" y="98"/>
                    <a:pt x="463" y="104"/>
                  </a:cubicBezTo>
                  <a:cubicBezTo>
                    <a:pt x="463" y="103"/>
                    <a:pt x="466" y="94"/>
                    <a:pt x="467" y="90"/>
                  </a:cubicBezTo>
                  <a:cubicBezTo>
                    <a:pt x="466" y="91"/>
                    <a:pt x="466" y="92"/>
                    <a:pt x="465" y="93"/>
                  </a:cubicBezTo>
                  <a:cubicBezTo>
                    <a:pt x="465" y="92"/>
                    <a:pt x="465" y="91"/>
                    <a:pt x="465" y="89"/>
                  </a:cubicBezTo>
                  <a:cubicBezTo>
                    <a:pt x="462" y="93"/>
                    <a:pt x="459" y="102"/>
                    <a:pt x="459" y="102"/>
                  </a:cubicBezTo>
                  <a:cubicBezTo>
                    <a:pt x="461" y="95"/>
                    <a:pt x="463" y="89"/>
                    <a:pt x="464" y="82"/>
                  </a:cubicBezTo>
                  <a:cubicBezTo>
                    <a:pt x="466" y="79"/>
                    <a:pt x="467" y="76"/>
                    <a:pt x="470" y="74"/>
                  </a:cubicBezTo>
                  <a:cubicBezTo>
                    <a:pt x="465" y="77"/>
                    <a:pt x="462" y="81"/>
                    <a:pt x="460" y="86"/>
                  </a:cubicBezTo>
                  <a:cubicBezTo>
                    <a:pt x="460" y="79"/>
                    <a:pt x="460" y="58"/>
                    <a:pt x="461" y="54"/>
                  </a:cubicBezTo>
                  <a:cubicBezTo>
                    <a:pt x="459" y="58"/>
                    <a:pt x="454" y="67"/>
                    <a:pt x="453" y="67"/>
                  </a:cubicBezTo>
                  <a:cubicBezTo>
                    <a:pt x="453" y="58"/>
                    <a:pt x="453" y="48"/>
                    <a:pt x="456" y="40"/>
                  </a:cubicBezTo>
                  <a:cubicBezTo>
                    <a:pt x="452" y="50"/>
                    <a:pt x="448" y="73"/>
                    <a:pt x="448" y="73"/>
                  </a:cubicBezTo>
                  <a:cubicBezTo>
                    <a:pt x="448" y="61"/>
                    <a:pt x="448" y="49"/>
                    <a:pt x="450" y="37"/>
                  </a:cubicBezTo>
                  <a:cubicBezTo>
                    <a:pt x="448" y="41"/>
                    <a:pt x="447" y="46"/>
                    <a:pt x="446" y="51"/>
                  </a:cubicBezTo>
                  <a:cubicBezTo>
                    <a:pt x="446" y="46"/>
                    <a:pt x="446" y="42"/>
                    <a:pt x="446" y="37"/>
                  </a:cubicBezTo>
                  <a:cubicBezTo>
                    <a:pt x="445" y="40"/>
                    <a:pt x="445" y="43"/>
                    <a:pt x="443" y="45"/>
                  </a:cubicBezTo>
                  <a:cubicBezTo>
                    <a:pt x="444" y="37"/>
                    <a:pt x="444" y="28"/>
                    <a:pt x="443" y="20"/>
                  </a:cubicBezTo>
                  <a:cubicBezTo>
                    <a:pt x="440" y="25"/>
                    <a:pt x="440" y="33"/>
                    <a:pt x="439" y="39"/>
                  </a:cubicBezTo>
                  <a:cubicBezTo>
                    <a:pt x="439" y="40"/>
                    <a:pt x="438" y="42"/>
                    <a:pt x="438" y="44"/>
                  </a:cubicBezTo>
                  <a:cubicBezTo>
                    <a:pt x="438" y="43"/>
                    <a:pt x="438" y="43"/>
                    <a:pt x="438" y="42"/>
                  </a:cubicBezTo>
                  <a:cubicBezTo>
                    <a:pt x="436" y="46"/>
                    <a:pt x="435" y="49"/>
                    <a:pt x="435" y="53"/>
                  </a:cubicBezTo>
                  <a:cubicBezTo>
                    <a:pt x="434" y="54"/>
                    <a:pt x="434" y="54"/>
                    <a:pt x="434" y="55"/>
                  </a:cubicBezTo>
                  <a:cubicBezTo>
                    <a:pt x="435" y="47"/>
                    <a:pt x="436" y="35"/>
                    <a:pt x="434" y="28"/>
                  </a:cubicBezTo>
                  <a:cubicBezTo>
                    <a:pt x="432" y="32"/>
                    <a:pt x="432" y="37"/>
                    <a:pt x="431" y="42"/>
                  </a:cubicBezTo>
                  <a:cubicBezTo>
                    <a:pt x="431" y="39"/>
                    <a:pt x="431" y="37"/>
                    <a:pt x="430" y="34"/>
                  </a:cubicBezTo>
                  <a:cubicBezTo>
                    <a:pt x="430" y="32"/>
                    <a:pt x="430" y="31"/>
                    <a:pt x="430" y="29"/>
                  </a:cubicBezTo>
                  <a:cubicBezTo>
                    <a:pt x="430" y="31"/>
                    <a:pt x="429" y="33"/>
                    <a:pt x="429" y="35"/>
                  </a:cubicBezTo>
                  <a:cubicBezTo>
                    <a:pt x="429" y="36"/>
                    <a:pt x="428" y="37"/>
                    <a:pt x="428" y="38"/>
                  </a:cubicBezTo>
                  <a:cubicBezTo>
                    <a:pt x="428" y="38"/>
                    <a:pt x="428" y="39"/>
                    <a:pt x="428" y="39"/>
                  </a:cubicBezTo>
                  <a:cubicBezTo>
                    <a:pt x="426" y="34"/>
                    <a:pt x="426" y="27"/>
                    <a:pt x="426" y="21"/>
                  </a:cubicBezTo>
                  <a:cubicBezTo>
                    <a:pt x="424" y="23"/>
                    <a:pt x="423" y="26"/>
                    <a:pt x="422" y="30"/>
                  </a:cubicBezTo>
                  <a:cubicBezTo>
                    <a:pt x="421" y="26"/>
                    <a:pt x="421" y="23"/>
                    <a:pt x="421" y="19"/>
                  </a:cubicBezTo>
                  <a:cubicBezTo>
                    <a:pt x="420" y="23"/>
                    <a:pt x="419" y="27"/>
                    <a:pt x="419" y="31"/>
                  </a:cubicBezTo>
                  <a:cubicBezTo>
                    <a:pt x="418" y="29"/>
                    <a:pt x="418" y="27"/>
                    <a:pt x="417" y="26"/>
                  </a:cubicBezTo>
                  <a:cubicBezTo>
                    <a:pt x="417" y="23"/>
                    <a:pt x="417" y="20"/>
                    <a:pt x="417" y="17"/>
                  </a:cubicBezTo>
                  <a:cubicBezTo>
                    <a:pt x="412" y="22"/>
                    <a:pt x="415" y="35"/>
                    <a:pt x="413" y="42"/>
                  </a:cubicBezTo>
                  <a:cubicBezTo>
                    <a:pt x="413" y="42"/>
                    <a:pt x="413" y="42"/>
                    <a:pt x="413" y="42"/>
                  </a:cubicBezTo>
                  <a:cubicBezTo>
                    <a:pt x="412" y="41"/>
                    <a:pt x="412" y="39"/>
                    <a:pt x="412" y="37"/>
                  </a:cubicBezTo>
                  <a:cubicBezTo>
                    <a:pt x="412" y="32"/>
                    <a:pt x="414" y="26"/>
                    <a:pt x="413" y="21"/>
                  </a:cubicBezTo>
                  <a:cubicBezTo>
                    <a:pt x="412" y="23"/>
                    <a:pt x="410" y="28"/>
                    <a:pt x="410" y="29"/>
                  </a:cubicBezTo>
                  <a:cubicBezTo>
                    <a:pt x="409" y="27"/>
                    <a:pt x="409" y="25"/>
                    <a:pt x="409" y="23"/>
                  </a:cubicBezTo>
                  <a:cubicBezTo>
                    <a:pt x="409" y="25"/>
                    <a:pt x="409" y="27"/>
                    <a:pt x="409" y="29"/>
                  </a:cubicBezTo>
                  <a:cubicBezTo>
                    <a:pt x="407" y="26"/>
                    <a:pt x="409" y="22"/>
                    <a:pt x="406" y="19"/>
                  </a:cubicBezTo>
                  <a:cubicBezTo>
                    <a:pt x="403" y="23"/>
                    <a:pt x="402" y="36"/>
                    <a:pt x="402" y="37"/>
                  </a:cubicBezTo>
                  <a:cubicBezTo>
                    <a:pt x="400" y="31"/>
                    <a:pt x="400" y="21"/>
                    <a:pt x="401" y="14"/>
                  </a:cubicBezTo>
                  <a:cubicBezTo>
                    <a:pt x="400" y="20"/>
                    <a:pt x="398" y="26"/>
                    <a:pt x="397" y="32"/>
                  </a:cubicBezTo>
                  <a:cubicBezTo>
                    <a:pt x="397" y="27"/>
                    <a:pt x="397" y="21"/>
                    <a:pt x="397" y="16"/>
                  </a:cubicBezTo>
                  <a:cubicBezTo>
                    <a:pt x="396" y="19"/>
                    <a:pt x="396" y="23"/>
                    <a:pt x="395" y="26"/>
                  </a:cubicBezTo>
                  <a:cubicBezTo>
                    <a:pt x="394" y="29"/>
                    <a:pt x="393" y="32"/>
                    <a:pt x="394" y="36"/>
                  </a:cubicBezTo>
                  <a:cubicBezTo>
                    <a:pt x="393" y="33"/>
                    <a:pt x="392" y="22"/>
                    <a:pt x="391" y="20"/>
                  </a:cubicBezTo>
                  <a:cubicBezTo>
                    <a:pt x="391" y="23"/>
                    <a:pt x="390" y="26"/>
                    <a:pt x="390" y="27"/>
                  </a:cubicBezTo>
                  <a:cubicBezTo>
                    <a:pt x="389" y="31"/>
                    <a:pt x="388" y="34"/>
                    <a:pt x="387" y="38"/>
                  </a:cubicBezTo>
                  <a:cubicBezTo>
                    <a:pt x="388" y="34"/>
                    <a:pt x="388" y="31"/>
                    <a:pt x="388" y="27"/>
                  </a:cubicBezTo>
                  <a:cubicBezTo>
                    <a:pt x="388" y="21"/>
                    <a:pt x="388" y="14"/>
                    <a:pt x="388" y="8"/>
                  </a:cubicBezTo>
                  <a:cubicBezTo>
                    <a:pt x="388" y="12"/>
                    <a:pt x="388" y="17"/>
                    <a:pt x="387" y="22"/>
                  </a:cubicBezTo>
                  <a:cubicBezTo>
                    <a:pt x="387" y="21"/>
                    <a:pt x="387" y="21"/>
                    <a:pt x="386" y="20"/>
                  </a:cubicBezTo>
                  <a:cubicBezTo>
                    <a:pt x="385" y="24"/>
                    <a:pt x="382" y="34"/>
                    <a:pt x="381" y="34"/>
                  </a:cubicBezTo>
                  <a:cubicBezTo>
                    <a:pt x="382" y="25"/>
                    <a:pt x="384" y="15"/>
                    <a:pt x="382" y="6"/>
                  </a:cubicBezTo>
                  <a:cubicBezTo>
                    <a:pt x="382" y="9"/>
                    <a:pt x="381" y="12"/>
                    <a:pt x="381" y="15"/>
                  </a:cubicBezTo>
                  <a:cubicBezTo>
                    <a:pt x="381" y="13"/>
                    <a:pt x="381" y="12"/>
                    <a:pt x="380" y="10"/>
                  </a:cubicBezTo>
                  <a:cubicBezTo>
                    <a:pt x="380" y="14"/>
                    <a:pt x="378" y="30"/>
                    <a:pt x="376" y="35"/>
                  </a:cubicBezTo>
                  <a:cubicBezTo>
                    <a:pt x="376" y="30"/>
                    <a:pt x="377" y="24"/>
                    <a:pt x="377" y="19"/>
                  </a:cubicBezTo>
                  <a:cubicBezTo>
                    <a:pt x="377" y="15"/>
                    <a:pt x="377" y="11"/>
                    <a:pt x="376" y="8"/>
                  </a:cubicBezTo>
                  <a:cubicBezTo>
                    <a:pt x="376" y="9"/>
                    <a:pt x="376" y="10"/>
                    <a:pt x="376" y="11"/>
                  </a:cubicBezTo>
                  <a:cubicBezTo>
                    <a:pt x="375" y="11"/>
                    <a:pt x="375" y="10"/>
                    <a:pt x="375" y="9"/>
                  </a:cubicBezTo>
                  <a:cubicBezTo>
                    <a:pt x="374" y="12"/>
                    <a:pt x="374" y="15"/>
                    <a:pt x="373" y="18"/>
                  </a:cubicBezTo>
                  <a:cubicBezTo>
                    <a:pt x="373" y="16"/>
                    <a:pt x="373" y="13"/>
                    <a:pt x="373" y="10"/>
                  </a:cubicBezTo>
                  <a:cubicBezTo>
                    <a:pt x="372" y="16"/>
                    <a:pt x="369" y="34"/>
                    <a:pt x="368" y="37"/>
                  </a:cubicBezTo>
                  <a:cubicBezTo>
                    <a:pt x="367" y="27"/>
                    <a:pt x="371" y="16"/>
                    <a:pt x="368" y="6"/>
                  </a:cubicBezTo>
                  <a:cubicBezTo>
                    <a:pt x="366" y="10"/>
                    <a:pt x="365" y="29"/>
                    <a:pt x="364" y="33"/>
                  </a:cubicBezTo>
                  <a:cubicBezTo>
                    <a:pt x="364" y="28"/>
                    <a:pt x="362" y="11"/>
                    <a:pt x="361" y="9"/>
                  </a:cubicBezTo>
                  <a:cubicBezTo>
                    <a:pt x="360" y="12"/>
                    <a:pt x="360" y="16"/>
                    <a:pt x="359" y="19"/>
                  </a:cubicBezTo>
                  <a:cubicBezTo>
                    <a:pt x="356" y="13"/>
                    <a:pt x="358" y="6"/>
                    <a:pt x="357" y="0"/>
                  </a:cubicBezTo>
                  <a:cubicBezTo>
                    <a:pt x="355" y="6"/>
                    <a:pt x="356" y="17"/>
                    <a:pt x="352" y="22"/>
                  </a:cubicBezTo>
                  <a:cubicBezTo>
                    <a:pt x="350" y="17"/>
                    <a:pt x="351" y="11"/>
                    <a:pt x="350" y="6"/>
                  </a:cubicBezTo>
                  <a:cubicBezTo>
                    <a:pt x="349" y="12"/>
                    <a:pt x="349" y="17"/>
                    <a:pt x="348" y="23"/>
                  </a:cubicBezTo>
                  <a:cubicBezTo>
                    <a:pt x="347" y="16"/>
                    <a:pt x="348" y="9"/>
                    <a:pt x="346" y="3"/>
                  </a:cubicBezTo>
                  <a:cubicBezTo>
                    <a:pt x="347" y="9"/>
                    <a:pt x="346" y="15"/>
                    <a:pt x="345" y="21"/>
                  </a:cubicBezTo>
                  <a:cubicBezTo>
                    <a:pt x="345" y="20"/>
                    <a:pt x="345" y="18"/>
                    <a:pt x="345" y="16"/>
                  </a:cubicBezTo>
                  <a:cubicBezTo>
                    <a:pt x="344" y="19"/>
                    <a:pt x="345" y="25"/>
                    <a:pt x="343" y="28"/>
                  </a:cubicBezTo>
                  <a:cubicBezTo>
                    <a:pt x="343" y="27"/>
                    <a:pt x="341" y="6"/>
                    <a:pt x="341" y="2"/>
                  </a:cubicBezTo>
                  <a:cubicBezTo>
                    <a:pt x="340" y="5"/>
                    <a:pt x="339" y="21"/>
                    <a:pt x="339" y="28"/>
                  </a:cubicBezTo>
                  <a:cubicBezTo>
                    <a:pt x="339" y="28"/>
                    <a:pt x="339" y="28"/>
                    <a:pt x="339" y="28"/>
                  </a:cubicBezTo>
                  <a:cubicBezTo>
                    <a:pt x="338" y="25"/>
                    <a:pt x="337" y="24"/>
                    <a:pt x="336" y="30"/>
                  </a:cubicBezTo>
                  <a:cubicBezTo>
                    <a:pt x="336" y="27"/>
                    <a:pt x="335" y="25"/>
                    <a:pt x="334" y="23"/>
                  </a:cubicBezTo>
                  <a:cubicBezTo>
                    <a:pt x="333" y="25"/>
                    <a:pt x="333" y="26"/>
                    <a:pt x="333" y="28"/>
                  </a:cubicBezTo>
                  <a:cubicBezTo>
                    <a:pt x="332" y="27"/>
                    <a:pt x="332" y="26"/>
                    <a:pt x="331" y="25"/>
                  </a:cubicBezTo>
                  <a:cubicBezTo>
                    <a:pt x="331" y="20"/>
                    <a:pt x="330" y="15"/>
                    <a:pt x="330" y="11"/>
                  </a:cubicBezTo>
                  <a:cubicBezTo>
                    <a:pt x="331" y="14"/>
                    <a:pt x="330" y="17"/>
                    <a:pt x="330" y="20"/>
                  </a:cubicBezTo>
                  <a:cubicBezTo>
                    <a:pt x="328" y="15"/>
                    <a:pt x="329" y="9"/>
                    <a:pt x="327" y="3"/>
                  </a:cubicBezTo>
                  <a:cubicBezTo>
                    <a:pt x="325" y="8"/>
                    <a:pt x="325" y="15"/>
                    <a:pt x="325" y="20"/>
                  </a:cubicBezTo>
                  <a:cubicBezTo>
                    <a:pt x="325" y="19"/>
                    <a:pt x="323" y="9"/>
                    <a:pt x="323" y="5"/>
                  </a:cubicBezTo>
                  <a:cubicBezTo>
                    <a:pt x="322" y="13"/>
                    <a:pt x="321" y="29"/>
                    <a:pt x="321" y="30"/>
                  </a:cubicBezTo>
                  <a:cubicBezTo>
                    <a:pt x="321" y="30"/>
                    <a:pt x="320" y="19"/>
                    <a:pt x="320" y="16"/>
                  </a:cubicBezTo>
                  <a:cubicBezTo>
                    <a:pt x="320" y="16"/>
                    <a:pt x="319" y="17"/>
                    <a:pt x="319" y="18"/>
                  </a:cubicBezTo>
                  <a:cubicBezTo>
                    <a:pt x="318" y="12"/>
                    <a:pt x="317" y="6"/>
                    <a:pt x="315" y="0"/>
                  </a:cubicBezTo>
                  <a:cubicBezTo>
                    <a:pt x="316" y="9"/>
                    <a:pt x="317" y="19"/>
                    <a:pt x="317" y="28"/>
                  </a:cubicBezTo>
                  <a:cubicBezTo>
                    <a:pt x="316" y="30"/>
                    <a:pt x="314" y="24"/>
                    <a:pt x="312" y="19"/>
                  </a:cubicBezTo>
                  <a:cubicBezTo>
                    <a:pt x="310" y="27"/>
                    <a:pt x="312" y="35"/>
                    <a:pt x="312" y="43"/>
                  </a:cubicBezTo>
                  <a:cubicBezTo>
                    <a:pt x="312" y="43"/>
                    <a:pt x="312" y="43"/>
                    <a:pt x="312" y="43"/>
                  </a:cubicBezTo>
                  <a:cubicBezTo>
                    <a:pt x="309" y="34"/>
                    <a:pt x="307" y="24"/>
                    <a:pt x="305" y="15"/>
                  </a:cubicBezTo>
                  <a:cubicBezTo>
                    <a:pt x="306" y="20"/>
                    <a:pt x="307" y="26"/>
                    <a:pt x="307" y="32"/>
                  </a:cubicBezTo>
                  <a:cubicBezTo>
                    <a:pt x="307" y="31"/>
                    <a:pt x="302" y="20"/>
                    <a:pt x="299" y="15"/>
                  </a:cubicBezTo>
                  <a:cubicBezTo>
                    <a:pt x="298" y="12"/>
                    <a:pt x="296" y="10"/>
                    <a:pt x="295" y="7"/>
                  </a:cubicBezTo>
                  <a:cubicBezTo>
                    <a:pt x="297" y="14"/>
                    <a:pt x="298" y="22"/>
                    <a:pt x="300" y="29"/>
                  </a:cubicBezTo>
                  <a:cubicBezTo>
                    <a:pt x="302" y="34"/>
                    <a:pt x="302" y="39"/>
                    <a:pt x="303" y="44"/>
                  </a:cubicBezTo>
                  <a:cubicBezTo>
                    <a:pt x="299" y="33"/>
                    <a:pt x="290" y="19"/>
                    <a:pt x="290" y="8"/>
                  </a:cubicBezTo>
                  <a:cubicBezTo>
                    <a:pt x="289" y="13"/>
                    <a:pt x="286" y="38"/>
                    <a:pt x="285" y="38"/>
                  </a:cubicBezTo>
                  <a:cubicBezTo>
                    <a:pt x="281" y="33"/>
                    <a:pt x="282" y="26"/>
                    <a:pt x="280" y="20"/>
                  </a:cubicBezTo>
                  <a:cubicBezTo>
                    <a:pt x="279" y="23"/>
                    <a:pt x="279" y="25"/>
                    <a:pt x="279" y="27"/>
                  </a:cubicBezTo>
                  <a:cubicBezTo>
                    <a:pt x="278" y="25"/>
                    <a:pt x="277" y="23"/>
                    <a:pt x="275" y="22"/>
                  </a:cubicBezTo>
                  <a:cubicBezTo>
                    <a:pt x="276" y="25"/>
                    <a:pt x="277" y="30"/>
                    <a:pt x="278" y="35"/>
                  </a:cubicBezTo>
                  <a:cubicBezTo>
                    <a:pt x="278" y="40"/>
                    <a:pt x="278" y="45"/>
                    <a:pt x="277" y="49"/>
                  </a:cubicBezTo>
                  <a:cubicBezTo>
                    <a:pt x="276" y="48"/>
                    <a:pt x="275" y="43"/>
                    <a:pt x="273" y="40"/>
                  </a:cubicBezTo>
                  <a:cubicBezTo>
                    <a:pt x="272" y="41"/>
                    <a:pt x="272" y="43"/>
                    <a:pt x="272" y="44"/>
                  </a:cubicBezTo>
                  <a:cubicBezTo>
                    <a:pt x="271" y="39"/>
                    <a:pt x="270" y="34"/>
                    <a:pt x="268" y="29"/>
                  </a:cubicBezTo>
                  <a:cubicBezTo>
                    <a:pt x="268" y="36"/>
                    <a:pt x="271" y="44"/>
                    <a:pt x="271" y="52"/>
                  </a:cubicBezTo>
                  <a:cubicBezTo>
                    <a:pt x="271" y="51"/>
                    <a:pt x="270" y="50"/>
                    <a:pt x="270" y="49"/>
                  </a:cubicBezTo>
                  <a:cubicBezTo>
                    <a:pt x="269" y="44"/>
                    <a:pt x="267" y="38"/>
                    <a:pt x="265" y="33"/>
                  </a:cubicBezTo>
                  <a:cubicBezTo>
                    <a:pt x="264" y="31"/>
                    <a:pt x="264" y="30"/>
                    <a:pt x="263" y="28"/>
                  </a:cubicBezTo>
                  <a:cubicBezTo>
                    <a:pt x="263" y="29"/>
                    <a:pt x="263" y="29"/>
                    <a:pt x="264" y="30"/>
                  </a:cubicBezTo>
                  <a:cubicBezTo>
                    <a:pt x="263" y="29"/>
                    <a:pt x="263" y="28"/>
                    <a:pt x="263" y="28"/>
                  </a:cubicBezTo>
                  <a:cubicBezTo>
                    <a:pt x="263" y="31"/>
                    <a:pt x="263" y="35"/>
                    <a:pt x="263" y="39"/>
                  </a:cubicBezTo>
                  <a:cubicBezTo>
                    <a:pt x="262" y="37"/>
                    <a:pt x="261" y="34"/>
                    <a:pt x="260" y="32"/>
                  </a:cubicBezTo>
                  <a:cubicBezTo>
                    <a:pt x="261" y="37"/>
                    <a:pt x="263" y="42"/>
                    <a:pt x="263" y="48"/>
                  </a:cubicBezTo>
                  <a:cubicBezTo>
                    <a:pt x="263" y="51"/>
                    <a:pt x="263" y="53"/>
                    <a:pt x="263" y="56"/>
                  </a:cubicBezTo>
                  <a:cubicBezTo>
                    <a:pt x="263" y="57"/>
                    <a:pt x="263" y="57"/>
                    <a:pt x="263" y="58"/>
                  </a:cubicBezTo>
                  <a:cubicBezTo>
                    <a:pt x="259" y="55"/>
                    <a:pt x="259" y="45"/>
                    <a:pt x="259" y="40"/>
                  </a:cubicBezTo>
                  <a:cubicBezTo>
                    <a:pt x="258" y="41"/>
                    <a:pt x="257" y="52"/>
                    <a:pt x="258" y="56"/>
                  </a:cubicBezTo>
                  <a:cubicBezTo>
                    <a:pt x="255" y="50"/>
                    <a:pt x="250" y="38"/>
                    <a:pt x="248" y="35"/>
                  </a:cubicBezTo>
                  <a:cubicBezTo>
                    <a:pt x="249" y="39"/>
                    <a:pt x="250" y="42"/>
                    <a:pt x="251" y="46"/>
                  </a:cubicBezTo>
                  <a:cubicBezTo>
                    <a:pt x="247" y="39"/>
                    <a:pt x="242" y="32"/>
                    <a:pt x="239" y="27"/>
                  </a:cubicBezTo>
                  <a:cubicBezTo>
                    <a:pt x="244" y="37"/>
                    <a:pt x="250" y="50"/>
                    <a:pt x="253" y="63"/>
                  </a:cubicBezTo>
                  <a:cubicBezTo>
                    <a:pt x="252" y="61"/>
                    <a:pt x="251" y="59"/>
                    <a:pt x="250" y="57"/>
                  </a:cubicBezTo>
                  <a:cubicBezTo>
                    <a:pt x="250" y="60"/>
                    <a:pt x="251" y="63"/>
                    <a:pt x="252" y="66"/>
                  </a:cubicBezTo>
                  <a:cubicBezTo>
                    <a:pt x="251" y="65"/>
                    <a:pt x="250" y="63"/>
                    <a:pt x="249" y="62"/>
                  </a:cubicBezTo>
                  <a:cubicBezTo>
                    <a:pt x="250" y="63"/>
                    <a:pt x="250" y="65"/>
                    <a:pt x="250" y="67"/>
                  </a:cubicBezTo>
                  <a:cubicBezTo>
                    <a:pt x="249" y="63"/>
                    <a:pt x="246" y="59"/>
                    <a:pt x="244" y="56"/>
                  </a:cubicBezTo>
                  <a:cubicBezTo>
                    <a:pt x="245" y="60"/>
                    <a:pt x="248" y="64"/>
                    <a:pt x="249" y="68"/>
                  </a:cubicBezTo>
                  <a:cubicBezTo>
                    <a:pt x="249" y="69"/>
                    <a:pt x="249" y="70"/>
                    <a:pt x="249" y="72"/>
                  </a:cubicBezTo>
                  <a:cubicBezTo>
                    <a:pt x="248" y="67"/>
                    <a:pt x="246" y="63"/>
                    <a:pt x="243" y="59"/>
                  </a:cubicBezTo>
                  <a:cubicBezTo>
                    <a:pt x="243" y="62"/>
                    <a:pt x="244" y="65"/>
                    <a:pt x="244" y="68"/>
                  </a:cubicBezTo>
                  <a:cubicBezTo>
                    <a:pt x="244" y="68"/>
                    <a:pt x="243" y="67"/>
                    <a:pt x="242" y="66"/>
                  </a:cubicBezTo>
                  <a:cubicBezTo>
                    <a:pt x="243" y="69"/>
                    <a:pt x="247" y="76"/>
                    <a:pt x="247" y="77"/>
                  </a:cubicBezTo>
                  <a:cubicBezTo>
                    <a:pt x="247" y="78"/>
                    <a:pt x="247" y="79"/>
                    <a:pt x="247" y="80"/>
                  </a:cubicBezTo>
                  <a:cubicBezTo>
                    <a:pt x="245" y="75"/>
                    <a:pt x="243" y="71"/>
                    <a:pt x="241" y="67"/>
                  </a:cubicBezTo>
                  <a:cubicBezTo>
                    <a:pt x="242" y="70"/>
                    <a:pt x="243" y="73"/>
                    <a:pt x="244" y="77"/>
                  </a:cubicBezTo>
                  <a:cubicBezTo>
                    <a:pt x="243" y="76"/>
                    <a:pt x="241" y="74"/>
                    <a:pt x="240" y="71"/>
                  </a:cubicBezTo>
                  <a:cubicBezTo>
                    <a:pt x="242" y="75"/>
                    <a:pt x="245" y="88"/>
                    <a:pt x="245" y="90"/>
                  </a:cubicBezTo>
                  <a:cubicBezTo>
                    <a:pt x="244" y="90"/>
                    <a:pt x="240" y="81"/>
                    <a:pt x="239" y="76"/>
                  </a:cubicBezTo>
                  <a:cubicBezTo>
                    <a:pt x="240" y="84"/>
                    <a:pt x="241" y="91"/>
                    <a:pt x="241" y="98"/>
                  </a:cubicBezTo>
                  <a:cubicBezTo>
                    <a:pt x="241" y="98"/>
                    <a:pt x="241" y="98"/>
                    <a:pt x="241" y="99"/>
                  </a:cubicBezTo>
                  <a:cubicBezTo>
                    <a:pt x="240" y="89"/>
                    <a:pt x="236" y="84"/>
                    <a:pt x="231" y="77"/>
                  </a:cubicBezTo>
                  <a:cubicBezTo>
                    <a:pt x="234" y="86"/>
                    <a:pt x="236" y="93"/>
                    <a:pt x="237" y="102"/>
                  </a:cubicBezTo>
                  <a:cubicBezTo>
                    <a:pt x="235" y="99"/>
                    <a:pt x="234" y="97"/>
                    <a:pt x="234" y="94"/>
                  </a:cubicBezTo>
                  <a:cubicBezTo>
                    <a:pt x="234" y="98"/>
                    <a:pt x="235" y="102"/>
                    <a:pt x="234" y="106"/>
                  </a:cubicBezTo>
                  <a:cubicBezTo>
                    <a:pt x="233" y="104"/>
                    <a:pt x="232" y="101"/>
                    <a:pt x="232" y="99"/>
                  </a:cubicBezTo>
                  <a:cubicBezTo>
                    <a:pt x="232" y="105"/>
                    <a:pt x="231" y="112"/>
                    <a:pt x="231" y="118"/>
                  </a:cubicBezTo>
                  <a:cubicBezTo>
                    <a:pt x="230" y="114"/>
                    <a:pt x="230" y="111"/>
                    <a:pt x="229" y="108"/>
                  </a:cubicBezTo>
                  <a:cubicBezTo>
                    <a:pt x="230" y="114"/>
                    <a:pt x="228" y="131"/>
                    <a:pt x="227" y="132"/>
                  </a:cubicBezTo>
                  <a:cubicBezTo>
                    <a:pt x="227" y="130"/>
                    <a:pt x="227" y="128"/>
                    <a:pt x="227" y="126"/>
                  </a:cubicBezTo>
                  <a:cubicBezTo>
                    <a:pt x="224" y="133"/>
                    <a:pt x="224" y="141"/>
                    <a:pt x="224" y="150"/>
                  </a:cubicBezTo>
                  <a:cubicBezTo>
                    <a:pt x="224" y="150"/>
                    <a:pt x="224" y="151"/>
                    <a:pt x="224" y="152"/>
                  </a:cubicBezTo>
                  <a:cubicBezTo>
                    <a:pt x="223" y="147"/>
                    <a:pt x="223" y="143"/>
                    <a:pt x="222" y="139"/>
                  </a:cubicBezTo>
                  <a:cubicBezTo>
                    <a:pt x="221" y="143"/>
                    <a:pt x="222" y="149"/>
                    <a:pt x="222" y="153"/>
                  </a:cubicBezTo>
                  <a:cubicBezTo>
                    <a:pt x="223" y="159"/>
                    <a:pt x="223" y="165"/>
                    <a:pt x="225" y="171"/>
                  </a:cubicBezTo>
                  <a:cubicBezTo>
                    <a:pt x="225" y="170"/>
                    <a:pt x="225" y="170"/>
                    <a:pt x="224" y="170"/>
                  </a:cubicBezTo>
                  <a:cubicBezTo>
                    <a:pt x="222" y="164"/>
                    <a:pt x="220" y="157"/>
                    <a:pt x="218" y="152"/>
                  </a:cubicBezTo>
                  <a:cubicBezTo>
                    <a:pt x="219" y="157"/>
                    <a:pt x="220" y="162"/>
                    <a:pt x="221" y="167"/>
                  </a:cubicBezTo>
                  <a:cubicBezTo>
                    <a:pt x="218" y="166"/>
                    <a:pt x="214" y="171"/>
                    <a:pt x="214" y="177"/>
                  </a:cubicBezTo>
                  <a:cubicBezTo>
                    <a:pt x="214" y="184"/>
                    <a:pt x="220" y="198"/>
                    <a:pt x="220" y="203"/>
                  </a:cubicBezTo>
                  <a:cubicBezTo>
                    <a:pt x="220" y="208"/>
                    <a:pt x="222" y="221"/>
                    <a:pt x="225" y="230"/>
                  </a:cubicBezTo>
                  <a:cubicBezTo>
                    <a:pt x="227" y="237"/>
                    <a:pt x="226" y="241"/>
                    <a:pt x="228" y="245"/>
                  </a:cubicBezTo>
                  <a:cubicBezTo>
                    <a:pt x="229" y="246"/>
                    <a:pt x="229" y="246"/>
                    <a:pt x="229" y="247"/>
                  </a:cubicBezTo>
                  <a:cubicBezTo>
                    <a:pt x="230" y="248"/>
                    <a:pt x="231" y="250"/>
                    <a:pt x="231" y="251"/>
                  </a:cubicBezTo>
                  <a:cubicBezTo>
                    <a:pt x="232" y="252"/>
                    <a:pt x="232" y="253"/>
                    <a:pt x="233" y="254"/>
                  </a:cubicBezTo>
                  <a:cubicBezTo>
                    <a:pt x="234" y="256"/>
                    <a:pt x="235" y="258"/>
                    <a:pt x="236" y="260"/>
                  </a:cubicBezTo>
                  <a:cubicBezTo>
                    <a:pt x="239" y="264"/>
                    <a:pt x="245" y="269"/>
                    <a:pt x="248" y="270"/>
                  </a:cubicBezTo>
                  <a:cubicBezTo>
                    <a:pt x="249" y="281"/>
                    <a:pt x="255" y="304"/>
                    <a:pt x="261" y="314"/>
                  </a:cubicBezTo>
                  <a:cubicBezTo>
                    <a:pt x="261" y="315"/>
                    <a:pt x="262" y="317"/>
                    <a:pt x="263" y="318"/>
                  </a:cubicBezTo>
                  <a:cubicBezTo>
                    <a:pt x="263" y="318"/>
                    <a:pt x="263" y="319"/>
                    <a:pt x="263" y="320"/>
                  </a:cubicBezTo>
                  <a:cubicBezTo>
                    <a:pt x="268" y="328"/>
                    <a:pt x="276" y="340"/>
                    <a:pt x="284" y="351"/>
                  </a:cubicBezTo>
                  <a:cubicBezTo>
                    <a:pt x="290" y="379"/>
                    <a:pt x="289" y="413"/>
                    <a:pt x="256" y="434"/>
                  </a:cubicBezTo>
                  <a:cubicBezTo>
                    <a:pt x="242" y="440"/>
                    <a:pt x="214" y="453"/>
                    <a:pt x="180" y="461"/>
                  </a:cubicBezTo>
                  <a:cubicBezTo>
                    <a:pt x="147" y="469"/>
                    <a:pt x="93" y="485"/>
                    <a:pt x="71" y="562"/>
                  </a:cubicBezTo>
                  <a:cubicBezTo>
                    <a:pt x="62" y="596"/>
                    <a:pt x="64" y="618"/>
                    <a:pt x="69" y="658"/>
                  </a:cubicBezTo>
                  <a:cubicBezTo>
                    <a:pt x="57" y="746"/>
                    <a:pt x="47" y="812"/>
                    <a:pt x="46" y="862"/>
                  </a:cubicBezTo>
                  <a:cubicBezTo>
                    <a:pt x="46" y="894"/>
                    <a:pt x="39" y="915"/>
                    <a:pt x="36" y="929"/>
                  </a:cubicBezTo>
                  <a:cubicBezTo>
                    <a:pt x="19" y="976"/>
                    <a:pt x="23" y="1098"/>
                    <a:pt x="21" y="1130"/>
                  </a:cubicBezTo>
                  <a:cubicBezTo>
                    <a:pt x="17" y="1185"/>
                    <a:pt x="13" y="1185"/>
                    <a:pt x="13" y="1191"/>
                  </a:cubicBezTo>
                  <a:cubicBezTo>
                    <a:pt x="13" y="1216"/>
                    <a:pt x="8" y="1227"/>
                    <a:pt x="4" y="1239"/>
                  </a:cubicBezTo>
                  <a:cubicBezTo>
                    <a:pt x="4" y="1241"/>
                    <a:pt x="3" y="1243"/>
                    <a:pt x="3" y="1245"/>
                  </a:cubicBezTo>
                  <a:cubicBezTo>
                    <a:pt x="3" y="1245"/>
                    <a:pt x="5" y="1303"/>
                    <a:pt x="3" y="1321"/>
                  </a:cubicBezTo>
                  <a:cubicBezTo>
                    <a:pt x="0" y="1339"/>
                    <a:pt x="2" y="1350"/>
                    <a:pt x="3" y="1362"/>
                  </a:cubicBezTo>
                  <a:cubicBezTo>
                    <a:pt x="4" y="1373"/>
                    <a:pt x="14" y="1390"/>
                    <a:pt x="17" y="1404"/>
                  </a:cubicBezTo>
                  <a:cubicBezTo>
                    <a:pt x="23" y="1434"/>
                    <a:pt x="31" y="1434"/>
                    <a:pt x="36" y="1444"/>
                  </a:cubicBezTo>
                  <a:cubicBezTo>
                    <a:pt x="42" y="1454"/>
                    <a:pt x="57" y="1461"/>
                    <a:pt x="59" y="1464"/>
                  </a:cubicBezTo>
                  <a:cubicBezTo>
                    <a:pt x="61" y="1467"/>
                    <a:pt x="69" y="1474"/>
                    <a:pt x="76" y="1473"/>
                  </a:cubicBezTo>
                  <a:cubicBezTo>
                    <a:pt x="83" y="1471"/>
                    <a:pt x="82" y="1462"/>
                    <a:pt x="82" y="1462"/>
                  </a:cubicBezTo>
                  <a:cubicBezTo>
                    <a:pt x="82" y="1462"/>
                    <a:pt x="85" y="1463"/>
                    <a:pt x="88" y="1463"/>
                  </a:cubicBezTo>
                  <a:cubicBezTo>
                    <a:pt x="91" y="1463"/>
                    <a:pt x="103" y="1464"/>
                    <a:pt x="106" y="1461"/>
                  </a:cubicBezTo>
                  <a:cubicBezTo>
                    <a:pt x="114" y="1453"/>
                    <a:pt x="103" y="1444"/>
                    <a:pt x="103" y="1444"/>
                  </a:cubicBezTo>
                  <a:cubicBezTo>
                    <a:pt x="111" y="1443"/>
                    <a:pt x="111" y="1443"/>
                    <a:pt x="111" y="1443"/>
                  </a:cubicBezTo>
                  <a:cubicBezTo>
                    <a:pt x="120" y="1437"/>
                    <a:pt x="109" y="1426"/>
                    <a:pt x="109" y="1426"/>
                  </a:cubicBezTo>
                  <a:cubicBezTo>
                    <a:pt x="109" y="1423"/>
                    <a:pt x="88" y="1425"/>
                    <a:pt x="88" y="1422"/>
                  </a:cubicBezTo>
                  <a:cubicBezTo>
                    <a:pt x="88" y="1420"/>
                    <a:pt x="110" y="1413"/>
                    <a:pt x="109" y="1412"/>
                  </a:cubicBezTo>
                  <a:cubicBezTo>
                    <a:pt x="108" y="1385"/>
                    <a:pt x="86" y="1409"/>
                    <a:pt x="83" y="1405"/>
                  </a:cubicBezTo>
                  <a:cubicBezTo>
                    <a:pt x="76" y="1394"/>
                    <a:pt x="70" y="1405"/>
                    <a:pt x="68" y="1393"/>
                  </a:cubicBezTo>
                  <a:cubicBezTo>
                    <a:pt x="67" y="1382"/>
                    <a:pt x="61" y="1380"/>
                    <a:pt x="63" y="1377"/>
                  </a:cubicBezTo>
                  <a:cubicBezTo>
                    <a:pt x="68" y="1368"/>
                    <a:pt x="60" y="1358"/>
                    <a:pt x="63" y="1351"/>
                  </a:cubicBezTo>
                  <a:cubicBezTo>
                    <a:pt x="66" y="1345"/>
                    <a:pt x="59" y="1330"/>
                    <a:pt x="59" y="1330"/>
                  </a:cubicBezTo>
                  <a:cubicBezTo>
                    <a:pt x="59" y="1330"/>
                    <a:pt x="69" y="1336"/>
                    <a:pt x="73" y="1349"/>
                  </a:cubicBezTo>
                  <a:cubicBezTo>
                    <a:pt x="78" y="1361"/>
                    <a:pt x="91" y="1382"/>
                    <a:pt x="105" y="1372"/>
                  </a:cubicBezTo>
                  <a:cubicBezTo>
                    <a:pt x="119" y="1362"/>
                    <a:pt x="100" y="1330"/>
                    <a:pt x="88" y="1318"/>
                  </a:cubicBezTo>
                  <a:cubicBezTo>
                    <a:pt x="82" y="1311"/>
                    <a:pt x="82" y="1302"/>
                    <a:pt x="83" y="1293"/>
                  </a:cubicBezTo>
                  <a:cubicBezTo>
                    <a:pt x="83" y="1293"/>
                    <a:pt x="85" y="1278"/>
                    <a:pt x="84" y="1273"/>
                  </a:cubicBezTo>
                  <a:cubicBezTo>
                    <a:pt x="84" y="1262"/>
                    <a:pt x="75" y="1249"/>
                    <a:pt x="77" y="1246"/>
                  </a:cubicBezTo>
                  <a:cubicBezTo>
                    <a:pt x="78" y="1243"/>
                    <a:pt x="82" y="1225"/>
                    <a:pt x="84" y="1211"/>
                  </a:cubicBezTo>
                  <a:cubicBezTo>
                    <a:pt x="86" y="1197"/>
                    <a:pt x="119" y="1069"/>
                    <a:pt x="123" y="1041"/>
                  </a:cubicBezTo>
                  <a:cubicBezTo>
                    <a:pt x="132" y="989"/>
                    <a:pt x="143" y="974"/>
                    <a:pt x="138" y="938"/>
                  </a:cubicBezTo>
                  <a:cubicBezTo>
                    <a:pt x="139" y="912"/>
                    <a:pt x="148" y="841"/>
                    <a:pt x="150" y="828"/>
                  </a:cubicBezTo>
                  <a:cubicBezTo>
                    <a:pt x="151" y="825"/>
                    <a:pt x="151" y="812"/>
                    <a:pt x="152" y="803"/>
                  </a:cubicBezTo>
                  <a:cubicBezTo>
                    <a:pt x="153" y="798"/>
                    <a:pt x="154" y="789"/>
                    <a:pt x="154" y="778"/>
                  </a:cubicBezTo>
                  <a:cubicBezTo>
                    <a:pt x="154" y="779"/>
                    <a:pt x="154" y="779"/>
                    <a:pt x="154" y="779"/>
                  </a:cubicBezTo>
                  <a:cubicBezTo>
                    <a:pt x="155" y="791"/>
                    <a:pt x="165" y="815"/>
                    <a:pt x="167" y="848"/>
                  </a:cubicBezTo>
                  <a:cubicBezTo>
                    <a:pt x="166" y="875"/>
                    <a:pt x="172" y="939"/>
                    <a:pt x="174" y="964"/>
                  </a:cubicBezTo>
                  <a:cubicBezTo>
                    <a:pt x="183" y="1124"/>
                    <a:pt x="150" y="1163"/>
                    <a:pt x="149" y="1194"/>
                  </a:cubicBezTo>
                  <a:cubicBezTo>
                    <a:pt x="153" y="1328"/>
                    <a:pt x="110" y="1503"/>
                    <a:pt x="183" y="1729"/>
                  </a:cubicBezTo>
                  <a:cubicBezTo>
                    <a:pt x="187" y="1741"/>
                    <a:pt x="187" y="1785"/>
                    <a:pt x="191" y="1808"/>
                  </a:cubicBezTo>
                  <a:cubicBezTo>
                    <a:pt x="192" y="1814"/>
                    <a:pt x="203" y="1841"/>
                    <a:pt x="204" y="1878"/>
                  </a:cubicBezTo>
                  <a:cubicBezTo>
                    <a:pt x="205" y="1938"/>
                    <a:pt x="199" y="2015"/>
                    <a:pt x="200" y="2058"/>
                  </a:cubicBezTo>
                  <a:cubicBezTo>
                    <a:pt x="203" y="2128"/>
                    <a:pt x="229" y="2192"/>
                    <a:pt x="239" y="2237"/>
                  </a:cubicBezTo>
                  <a:cubicBezTo>
                    <a:pt x="249" y="2282"/>
                    <a:pt x="253" y="2318"/>
                    <a:pt x="251" y="2327"/>
                  </a:cubicBezTo>
                  <a:cubicBezTo>
                    <a:pt x="250" y="2334"/>
                    <a:pt x="248" y="2349"/>
                    <a:pt x="254" y="2362"/>
                  </a:cubicBezTo>
                  <a:cubicBezTo>
                    <a:pt x="254" y="2363"/>
                    <a:pt x="236" y="2408"/>
                    <a:pt x="226" y="2416"/>
                  </a:cubicBezTo>
                  <a:cubicBezTo>
                    <a:pt x="216" y="2424"/>
                    <a:pt x="214" y="2431"/>
                    <a:pt x="207" y="2435"/>
                  </a:cubicBezTo>
                  <a:cubicBezTo>
                    <a:pt x="199" y="2440"/>
                    <a:pt x="195" y="2444"/>
                    <a:pt x="193" y="2453"/>
                  </a:cubicBezTo>
                  <a:cubicBezTo>
                    <a:pt x="190" y="2460"/>
                    <a:pt x="183" y="2470"/>
                    <a:pt x="188" y="2475"/>
                  </a:cubicBezTo>
                  <a:cubicBezTo>
                    <a:pt x="189" y="2476"/>
                    <a:pt x="190" y="2476"/>
                    <a:pt x="191" y="2477"/>
                  </a:cubicBezTo>
                  <a:cubicBezTo>
                    <a:pt x="191" y="2477"/>
                    <a:pt x="191" y="2477"/>
                    <a:pt x="191" y="2477"/>
                  </a:cubicBezTo>
                  <a:cubicBezTo>
                    <a:pt x="191" y="2479"/>
                    <a:pt x="191" y="2482"/>
                    <a:pt x="192" y="2483"/>
                  </a:cubicBezTo>
                  <a:cubicBezTo>
                    <a:pt x="195" y="2489"/>
                    <a:pt x="200" y="2490"/>
                    <a:pt x="207" y="2490"/>
                  </a:cubicBezTo>
                  <a:cubicBezTo>
                    <a:pt x="208" y="2488"/>
                    <a:pt x="208" y="2488"/>
                    <a:pt x="208" y="2488"/>
                  </a:cubicBezTo>
                  <a:cubicBezTo>
                    <a:pt x="208" y="2491"/>
                    <a:pt x="208" y="2493"/>
                    <a:pt x="210" y="2495"/>
                  </a:cubicBezTo>
                  <a:cubicBezTo>
                    <a:pt x="215" y="2502"/>
                    <a:pt x="229" y="2506"/>
                    <a:pt x="236" y="2499"/>
                  </a:cubicBezTo>
                  <a:cubicBezTo>
                    <a:pt x="244" y="2504"/>
                    <a:pt x="259" y="2505"/>
                    <a:pt x="265" y="2497"/>
                  </a:cubicBezTo>
                  <a:cubicBezTo>
                    <a:pt x="270" y="2510"/>
                    <a:pt x="287" y="2508"/>
                    <a:pt x="298" y="2506"/>
                  </a:cubicBezTo>
                  <a:cubicBezTo>
                    <a:pt x="309" y="2503"/>
                    <a:pt x="313" y="2496"/>
                    <a:pt x="319" y="2491"/>
                  </a:cubicBezTo>
                  <a:cubicBezTo>
                    <a:pt x="325" y="2486"/>
                    <a:pt x="330" y="2481"/>
                    <a:pt x="328" y="2468"/>
                  </a:cubicBezTo>
                  <a:cubicBezTo>
                    <a:pt x="326" y="2456"/>
                    <a:pt x="328" y="2455"/>
                    <a:pt x="329" y="2440"/>
                  </a:cubicBezTo>
                  <a:cubicBezTo>
                    <a:pt x="330" y="2431"/>
                    <a:pt x="337" y="2428"/>
                    <a:pt x="338" y="2413"/>
                  </a:cubicBezTo>
                  <a:cubicBezTo>
                    <a:pt x="339" y="2401"/>
                    <a:pt x="331" y="2351"/>
                    <a:pt x="332" y="2344"/>
                  </a:cubicBezTo>
                  <a:cubicBezTo>
                    <a:pt x="334" y="2328"/>
                    <a:pt x="324" y="2315"/>
                    <a:pt x="320" y="2289"/>
                  </a:cubicBezTo>
                  <a:cubicBezTo>
                    <a:pt x="317" y="2263"/>
                    <a:pt x="326" y="2174"/>
                    <a:pt x="326" y="2158"/>
                  </a:cubicBezTo>
                  <a:cubicBezTo>
                    <a:pt x="326" y="2127"/>
                    <a:pt x="341" y="2077"/>
                    <a:pt x="337" y="2014"/>
                  </a:cubicBezTo>
                  <a:cubicBezTo>
                    <a:pt x="335" y="1978"/>
                    <a:pt x="319" y="1868"/>
                    <a:pt x="319" y="1843"/>
                  </a:cubicBezTo>
                  <a:cubicBezTo>
                    <a:pt x="319" y="1839"/>
                    <a:pt x="318" y="1811"/>
                    <a:pt x="319" y="1806"/>
                  </a:cubicBezTo>
                  <a:cubicBezTo>
                    <a:pt x="324" y="1790"/>
                    <a:pt x="336" y="1587"/>
                    <a:pt x="336" y="1585"/>
                  </a:cubicBezTo>
                  <a:cubicBezTo>
                    <a:pt x="338" y="1561"/>
                    <a:pt x="353" y="1416"/>
                    <a:pt x="353" y="1416"/>
                  </a:cubicBezTo>
                  <a:cubicBezTo>
                    <a:pt x="359" y="1416"/>
                    <a:pt x="359" y="1416"/>
                    <a:pt x="359" y="1416"/>
                  </a:cubicBezTo>
                  <a:cubicBezTo>
                    <a:pt x="359" y="1416"/>
                    <a:pt x="377" y="1558"/>
                    <a:pt x="379" y="1582"/>
                  </a:cubicBezTo>
                  <a:cubicBezTo>
                    <a:pt x="379" y="1584"/>
                    <a:pt x="390" y="1790"/>
                    <a:pt x="394" y="1806"/>
                  </a:cubicBezTo>
                  <a:cubicBezTo>
                    <a:pt x="396" y="1811"/>
                    <a:pt x="395" y="1839"/>
                    <a:pt x="395" y="1843"/>
                  </a:cubicBezTo>
                  <a:cubicBezTo>
                    <a:pt x="395" y="1868"/>
                    <a:pt x="379" y="1978"/>
                    <a:pt x="377" y="2014"/>
                  </a:cubicBezTo>
                  <a:cubicBezTo>
                    <a:pt x="373" y="2077"/>
                    <a:pt x="387" y="2127"/>
                    <a:pt x="387" y="2158"/>
                  </a:cubicBezTo>
                  <a:cubicBezTo>
                    <a:pt x="387" y="2174"/>
                    <a:pt x="396" y="2263"/>
                    <a:pt x="393" y="2289"/>
                  </a:cubicBezTo>
                  <a:cubicBezTo>
                    <a:pt x="390" y="2315"/>
                    <a:pt x="380" y="2328"/>
                    <a:pt x="382" y="2344"/>
                  </a:cubicBezTo>
                  <a:cubicBezTo>
                    <a:pt x="383" y="2351"/>
                    <a:pt x="375" y="2401"/>
                    <a:pt x="375" y="2413"/>
                  </a:cubicBezTo>
                  <a:cubicBezTo>
                    <a:pt x="376" y="2428"/>
                    <a:pt x="384" y="2431"/>
                    <a:pt x="384" y="2440"/>
                  </a:cubicBezTo>
                  <a:cubicBezTo>
                    <a:pt x="386" y="2455"/>
                    <a:pt x="387" y="2456"/>
                    <a:pt x="385" y="2468"/>
                  </a:cubicBezTo>
                  <a:cubicBezTo>
                    <a:pt x="384" y="2481"/>
                    <a:pt x="388" y="2486"/>
                    <a:pt x="394" y="2491"/>
                  </a:cubicBezTo>
                  <a:cubicBezTo>
                    <a:pt x="400" y="2496"/>
                    <a:pt x="405" y="2503"/>
                    <a:pt x="416" y="2506"/>
                  </a:cubicBezTo>
                  <a:cubicBezTo>
                    <a:pt x="426" y="2508"/>
                    <a:pt x="444" y="2510"/>
                    <a:pt x="448" y="2497"/>
                  </a:cubicBezTo>
                  <a:cubicBezTo>
                    <a:pt x="454" y="2505"/>
                    <a:pt x="470" y="2504"/>
                    <a:pt x="478" y="2499"/>
                  </a:cubicBezTo>
                  <a:cubicBezTo>
                    <a:pt x="484" y="2506"/>
                    <a:pt x="499" y="2502"/>
                    <a:pt x="504" y="2495"/>
                  </a:cubicBezTo>
                  <a:cubicBezTo>
                    <a:pt x="505" y="2493"/>
                    <a:pt x="506" y="2491"/>
                    <a:pt x="506" y="2489"/>
                  </a:cubicBezTo>
                  <a:cubicBezTo>
                    <a:pt x="507" y="2490"/>
                    <a:pt x="507" y="2490"/>
                    <a:pt x="507" y="2490"/>
                  </a:cubicBezTo>
                  <a:cubicBezTo>
                    <a:pt x="513" y="2490"/>
                    <a:pt x="521" y="2488"/>
                    <a:pt x="522" y="2483"/>
                  </a:cubicBezTo>
                  <a:cubicBezTo>
                    <a:pt x="523" y="2482"/>
                    <a:pt x="523" y="2479"/>
                    <a:pt x="523" y="2477"/>
                  </a:cubicBezTo>
                  <a:cubicBezTo>
                    <a:pt x="523" y="2477"/>
                    <a:pt x="523" y="2477"/>
                    <a:pt x="523" y="2477"/>
                  </a:cubicBezTo>
                  <a:cubicBezTo>
                    <a:pt x="524" y="2476"/>
                    <a:pt x="525" y="2476"/>
                    <a:pt x="525" y="2475"/>
                  </a:cubicBezTo>
                  <a:cubicBezTo>
                    <a:pt x="531" y="2470"/>
                    <a:pt x="523" y="2460"/>
                    <a:pt x="521" y="2453"/>
                  </a:cubicBezTo>
                  <a:cubicBezTo>
                    <a:pt x="518" y="2444"/>
                    <a:pt x="514" y="2440"/>
                    <a:pt x="507" y="2435"/>
                  </a:cubicBezTo>
                  <a:cubicBezTo>
                    <a:pt x="500" y="2431"/>
                    <a:pt x="497" y="2424"/>
                    <a:pt x="488" y="2416"/>
                  </a:cubicBezTo>
                  <a:cubicBezTo>
                    <a:pt x="478" y="2408"/>
                    <a:pt x="460" y="2363"/>
                    <a:pt x="460" y="2362"/>
                  </a:cubicBezTo>
                  <a:cubicBezTo>
                    <a:pt x="466" y="2349"/>
                    <a:pt x="464" y="2334"/>
                    <a:pt x="462" y="2327"/>
                  </a:cubicBezTo>
                  <a:cubicBezTo>
                    <a:pt x="460" y="2318"/>
                    <a:pt x="464" y="2282"/>
                    <a:pt x="474" y="2237"/>
                  </a:cubicBezTo>
                  <a:cubicBezTo>
                    <a:pt x="484" y="2192"/>
                    <a:pt x="510" y="2128"/>
                    <a:pt x="513" y="2058"/>
                  </a:cubicBezTo>
                  <a:cubicBezTo>
                    <a:pt x="515" y="2015"/>
                    <a:pt x="509" y="1938"/>
                    <a:pt x="510" y="1878"/>
                  </a:cubicBezTo>
                  <a:cubicBezTo>
                    <a:pt x="511" y="1841"/>
                    <a:pt x="521" y="1814"/>
                    <a:pt x="522" y="1808"/>
                  </a:cubicBezTo>
                  <a:cubicBezTo>
                    <a:pt x="527" y="1785"/>
                    <a:pt x="527" y="1741"/>
                    <a:pt x="530" y="1729"/>
                  </a:cubicBezTo>
                  <a:cubicBezTo>
                    <a:pt x="587" y="1523"/>
                    <a:pt x="569" y="1347"/>
                    <a:pt x="567" y="1304"/>
                  </a:cubicBezTo>
                  <a:cubicBezTo>
                    <a:pt x="567" y="1304"/>
                    <a:pt x="569" y="1185"/>
                    <a:pt x="567" y="1170"/>
                  </a:cubicBezTo>
                  <a:cubicBezTo>
                    <a:pt x="530" y="1051"/>
                    <a:pt x="549" y="969"/>
                    <a:pt x="546" y="961"/>
                  </a:cubicBezTo>
                  <a:cubicBezTo>
                    <a:pt x="547" y="935"/>
                    <a:pt x="555" y="874"/>
                    <a:pt x="554" y="847"/>
                  </a:cubicBezTo>
                  <a:cubicBezTo>
                    <a:pt x="556" y="815"/>
                    <a:pt x="559" y="791"/>
                    <a:pt x="560" y="779"/>
                  </a:cubicBezTo>
                  <a:cubicBezTo>
                    <a:pt x="560" y="778"/>
                    <a:pt x="560" y="778"/>
                    <a:pt x="560" y="778"/>
                  </a:cubicBezTo>
                  <a:cubicBezTo>
                    <a:pt x="560" y="782"/>
                    <a:pt x="560" y="786"/>
                    <a:pt x="560" y="790"/>
                  </a:cubicBezTo>
                  <a:cubicBezTo>
                    <a:pt x="560" y="793"/>
                    <a:pt x="560" y="793"/>
                    <a:pt x="560" y="793"/>
                  </a:cubicBezTo>
                  <a:cubicBezTo>
                    <a:pt x="561" y="797"/>
                    <a:pt x="561" y="797"/>
                    <a:pt x="561" y="797"/>
                  </a:cubicBezTo>
                  <a:cubicBezTo>
                    <a:pt x="561" y="799"/>
                    <a:pt x="561" y="801"/>
                    <a:pt x="562" y="803"/>
                  </a:cubicBezTo>
                  <a:cubicBezTo>
                    <a:pt x="563" y="812"/>
                    <a:pt x="565" y="826"/>
                    <a:pt x="565" y="826"/>
                  </a:cubicBezTo>
                  <a:cubicBezTo>
                    <a:pt x="580" y="946"/>
                    <a:pt x="580" y="946"/>
                    <a:pt x="580" y="946"/>
                  </a:cubicBezTo>
                  <a:cubicBezTo>
                    <a:pt x="575" y="982"/>
                    <a:pt x="587" y="997"/>
                    <a:pt x="596" y="1049"/>
                  </a:cubicBezTo>
                  <a:cubicBezTo>
                    <a:pt x="600" y="1076"/>
                    <a:pt x="632" y="1205"/>
                    <a:pt x="634" y="1219"/>
                  </a:cubicBezTo>
                  <a:cubicBezTo>
                    <a:pt x="636" y="1232"/>
                    <a:pt x="641" y="1247"/>
                    <a:pt x="643" y="1250"/>
                  </a:cubicBezTo>
                  <a:cubicBezTo>
                    <a:pt x="644" y="1253"/>
                    <a:pt x="638" y="1268"/>
                    <a:pt x="636" y="1281"/>
                  </a:cubicBezTo>
                  <a:cubicBezTo>
                    <a:pt x="635" y="1282"/>
                    <a:pt x="635" y="1283"/>
                    <a:pt x="635" y="1285"/>
                  </a:cubicBezTo>
                  <a:cubicBezTo>
                    <a:pt x="635" y="1285"/>
                    <a:pt x="635" y="1285"/>
                    <a:pt x="635" y="1286"/>
                  </a:cubicBezTo>
                  <a:cubicBezTo>
                    <a:pt x="634" y="1290"/>
                    <a:pt x="635" y="1293"/>
                    <a:pt x="636" y="1298"/>
                  </a:cubicBezTo>
                  <a:cubicBezTo>
                    <a:pt x="637" y="1307"/>
                    <a:pt x="638" y="1316"/>
                    <a:pt x="632" y="1322"/>
                  </a:cubicBezTo>
                  <a:cubicBezTo>
                    <a:pt x="620" y="1334"/>
                    <a:pt x="601" y="1368"/>
                    <a:pt x="615" y="1378"/>
                  </a:cubicBezTo>
                  <a:cubicBezTo>
                    <a:pt x="630" y="1389"/>
                    <a:pt x="643" y="1364"/>
                    <a:pt x="647" y="1352"/>
                  </a:cubicBezTo>
                  <a:cubicBezTo>
                    <a:pt x="652" y="1339"/>
                    <a:pt x="660" y="1337"/>
                    <a:pt x="660" y="1337"/>
                  </a:cubicBezTo>
                  <a:cubicBezTo>
                    <a:pt x="660" y="1337"/>
                    <a:pt x="652" y="1351"/>
                    <a:pt x="655" y="1358"/>
                  </a:cubicBezTo>
                  <a:cubicBezTo>
                    <a:pt x="658" y="1364"/>
                    <a:pt x="650" y="1375"/>
                    <a:pt x="655" y="1383"/>
                  </a:cubicBezTo>
                  <a:cubicBezTo>
                    <a:pt x="657" y="1386"/>
                    <a:pt x="651" y="1388"/>
                    <a:pt x="650" y="1400"/>
                  </a:cubicBezTo>
                  <a:cubicBezTo>
                    <a:pt x="648" y="1411"/>
                    <a:pt x="642" y="1400"/>
                    <a:pt x="635" y="1412"/>
                  </a:cubicBezTo>
                  <a:cubicBezTo>
                    <a:pt x="632" y="1415"/>
                    <a:pt x="611" y="1391"/>
                    <a:pt x="609" y="1419"/>
                  </a:cubicBezTo>
                  <a:cubicBezTo>
                    <a:pt x="609" y="1421"/>
                    <a:pt x="630" y="1427"/>
                    <a:pt x="630" y="1429"/>
                  </a:cubicBezTo>
                  <a:cubicBezTo>
                    <a:pt x="630" y="1431"/>
                    <a:pt x="609" y="1430"/>
                    <a:pt x="609" y="1433"/>
                  </a:cubicBezTo>
                  <a:cubicBezTo>
                    <a:pt x="609" y="1433"/>
                    <a:pt x="598" y="1444"/>
                    <a:pt x="607" y="1450"/>
                  </a:cubicBezTo>
                  <a:cubicBezTo>
                    <a:pt x="615" y="1451"/>
                    <a:pt x="615" y="1451"/>
                    <a:pt x="615" y="1451"/>
                  </a:cubicBezTo>
                  <a:cubicBezTo>
                    <a:pt x="615" y="1451"/>
                    <a:pt x="604" y="1459"/>
                    <a:pt x="612" y="1468"/>
                  </a:cubicBezTo>
                  <a:cubicBezTo>
                    <a:pt x="615" y="1471"/>
                    <a:pt x="627" y="1469"/>
                    <a:pt x="630" y="1469"/>
                  </a:cubicBezTo>
                  <a:cubicBezTo>
                    <a:pt x="633" y="1469"/>
                    <a:pt x="636" y="1469"/>
                    <a:pt x="636" y="1469"/>
                  </a:cubicBezTo>
                  <a:cubicBezTo>
                    <a:pt x="636" y="1469"/>
                    <a:pt x="635" y="1478"/>
                    <a:pt x="642" y="1479"/>
                  </a:cubicBezTo>
                  <a:cubicBezTo>
                    <a:pt x="649" y="1480"/>
                    <a:pt x="657" y="1474"/>
                    <a:pt x="659" y="1470"/>
                  </a:cubicBezTo>
                  <a:cubicBezTo>
                    <a:pt x="661" y="1467"/>
                    <a:pt x="676" y="1460"/>
                    <a:pt x="682" y="1450"/>
                  </a:cubicBezTo>
                  <a:cubicBezTo>
                    <a:pt x="687" y="1441"/>
                    <a:pt x="695" y="1440"/>
                    <a:pt x="701" y="1411"/>
                  </a:cubicBezTo>
                  <a:cubicBezTo>
                    <a:pt x="704" y="1397"/>
                    <a:pt x="714" y="1379"/>
                    <a:pt x="715" y="1368"/>
                  </a:cubicBezTo>
                  <a:cubicBezTo>
                    <a:pt x="716" y="1357"/>
                    <a:pt x="718" y="1346"/>
                    <a:pt x="715" y="1328"/>
                  </a:cubicBezTo>
                  <a:close/>
                  <a:moveTo>
                    <a:pt x="455" y="271"/>
                  </a:moveTo>
                  <a:cubicBezTo>
                    <a:pt x="454" y="273"/>
                    <a:pt x="454" y="273"/>
                    <a:pt x="454" y="273"/>
                  </a:cubicBezTo>
                  <a:cubicBezTo>
                    <a:pt x="454" y="272"/>
                    <a:pt x="454" y="272"/>
                    <a:pt x="454" y="271"/>
                  </a:cubicBezTo>
                  <a:cubicBezTo>
                    <a:pt x="455" y="271"/>
                    <a:pt x="455" y="271"/>
                    <a:pt x="455" y="271"/>
                  </a:cubicBezTo>
                  <a:close/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</p:grpSp>
      <p:sp>
        <p:nvSpPr>
          <p:cNvPr id="62473" name="Line 199">
            <a:extLst>
              <a:ext uri="{FF2B5EF4-FFF2-40B4-BE49-F238E27FC236}">
                <a16:creationId xmlns:a16="http://schemas.microsoft.com/office/drawing/2014/main" id="{10FD2482-329E-4DEE-BD70-17734A5596C7}"/>
              </a:ext>
            </a:extLst>
          </p:cNvPr>
          <p:cNvSpPr>
            <a:spLocks noChangeShapeType="1"/>
          </p:cNvSpPr>
          <p:nvPr/>
        </p:nvSpPr>
        <p:spPr bwMode="auto">
          <a:xfrm>
            <a:off x="8945563" y="3128963"/>
            <a:ext cx="1587" cy="1587"/>
          </a:xfrm>
          <a:prstGeom prst="line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fr-FR"/>
          </a:p>
        </p:txBody>
      </p:sp>
      <p:sp>
        <p:nvSpPr>
          <p:cNvPr id="62474" name="Line 200">
            <a:extLst>
              <a:ext uri="{FF2B5EF4-FFF2-40B4-BE49-F238E27FC236}">
                <a16:creationId xmlns:a16="http://schemas.microsoft.com/office/drawing/2014/main" id="{B258FC77-FAF5-4408-BCEE-BB8E12B51699}"/>
              </a:ext>
            </a:extLst>
          </p:cNvPr>
          <p:cNvSpPr>
            <a:spLocks noChangeShapeType="1"/>
          </p:cNvSpPr>
          <p:nvPr/>
        </p:nvSpPr>
        <p:spPr bwMode="auto">
          <a:xfrm>
            <a:off x="8945563" y="3128963"/>
            <a:ext cx="1587" cy="1587"/>
          </a:xfrm>
          <a:prstGeom prst="line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fr-FR"/>
          </a:p>
        </p:txBody>
      </p:sp>
      <p:grpSp>
        <p:nvGrpSpPr>
          <p:cNvPr id="62475" name="pediatric-body-outline-front-view">
            <a:extLst>
              <a:ext uri="{FF2B5EF4-FFF2-40B4-BE49-F238E27FC236}">
                <a16:creationId xmlns:a16="http://schemas.microsoft.com/office/drawing/2014/main" id="{A49FCD48-EC01-4F9A-9B54-8E6F05110726}"/>
              </a:ext>
            </a:extLst>
          </p:cNvPr>
          <p:cNvGrpSpPr>
            <a:grpSpLocks/>
          </p:cNvGrpSpPr>
          <p:nvPr/>
        </p:nvGrpSpPr>
        <p:grpSpPr bwMode="auto">
          <a:xfrm>
            <a:off x="4959350" y="2882900"/>
            <a:ext cx="1000125" cy="3475038"/>
            <a:chOff x="1531" y="712"/>
            <a:chExt cx="630" cy="2189"/>
          </a:xfrm>
        </p:grpSpPr>
        <p:sp>
          <p:nvSpPr>
            <p:cNvPr id="62485" name="Freeform 207">
              <a:extLst>
                <a:ext uri="{FF2B5EF4-FFF2-40B4-BE49-F238E27FC236}">
                  <a16:creationId xmlns:a16="http://schemas.microsoft.com/office/drawing/2014/main" id="{69635B2F-D702-492C-A5BB-0C286EBAD54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1" y="712"/>
              <a:ext cx="630" cy="2189"/>
            </a:xfrm>
            <a:custGeom>
              <a:avLst/>
              <a:gdLst>
                <a:gd name="T0" fmla="*/ 389 w 778"/>
                <a:gd name="T1" fmla="*/ 340 h 2707"/>
                <a:gd name="T2" fmla="*/ 264 w 778"/>
                <a:gd name="T3" fmla="*/ 215 h 2707"/>
                <a:gd name="T4" fmla="*/ 264 w 778"/>
                <a:gd name="T5" fmla="*/ 213 h 2707"/>
                <a:gd name="T6" fmla="*/ 274 w 778"/>
                <a:gd name="T7" fmla="*/ 193 h 2707"/>
                <a:gd name="T8" fmla="*/ 292 w 778"/>
                <a:gd name="T9" fmla="*/ 150 h 2707"/>
                <a:gd name="T10" fmla="*/ 300 w 778"/>
                <a:gd name="T11" fmla="*/ 116 h 2707"/>
                <a:gd name="T12" fmla="*/ 286 w 778"/>
                <a:gd name="T13" fmla="*/ 112 h 2707"/>
                <a:gd name="T14" fmla="*/ 285 w 778"/>
                <a:gd name="T15" fmla="*/ 87 h 2707"/>
                <a:gd name="T16" fmla="*/ 236 w 778"/>
                <a:gd name="T17" fmla="*/ 11 h 2707"/>
                <a:gd name="T18" fmla="*/ 206 w 778"/>
                <a:gd name="T19" fmla="*/ 3 h 2707"/>
                <a:gd name="T20" fmla="*/ 147 w 778"/>
                <a:gd name="T21" fmla="*/ 14 h 2707"/>
                <a:gd name="T22" fmla="*/ 124 w 778"/>
                <a:gd name="T23" fmla="*/ 40 h 2707"/>
                <a:gd name="T24" fmla="*/ 119 w 778"/>
                <a:gd name="T25" fmla="*/ 82 h 2707"/>
                <a:gd name="T26" fmla="*/ 124 w 778"/>
                <a:gd name="T27" fmla="*/ 123 h 2707"/>
                <a:gd name="T28" fmla="*/ 126 w 778"/>
                <a:gd name="T29" fmla="*/ 129 h 2707"/>
                <a:gd name="T30" fmla="*/ 127 w 778"/>
                <a:gd name="T31" fmla="*/ 134 h 2707"/>
                <a:gd name="T32" fmla="*/ 130 w 778"/>
                <a:gd name="T33" fmla="*/ 139 h 2707"/>
                <a:gd name="T34" fmla="*/ 116 w 778"/>
                <a:gd name="T35" fmla="*/ 152 h 2707"/>
                <a:gd name="T36" fmla="*/ 148 w 778"/>
                <a:gd name="T37" fmla="*/ 192 h 2707"/>
                <a:gd name="T38" fmla="*/ 160 w 778"/>
                <a:gd name="T39" fmla="*/ 254 h 2707"/>
                <a:gd name="T40" fmla="*/ 9 w 778"/>
                <a:gd name="T41" fmla="*/ 658 h 2707"/>
                <a:gd name="T42" fmla="*/ 4 w 778"/>
                <a:gd name="T43" fmla="*/ 770 h 2707"/>
                <a:gd name="T44" fmla="*/ 23 w 778"/>
                <a:gd name="T45" fmla="*/ 784 h 2707"/>
                <a:gd name="T46" fmla="*/ 58 w 778"/>
                <a:gd name="T47" fmla="*/ 788 h 2707"/>
                <a:gd name="T48" fmla="*/ 54 w 778"/>
                <a:gd name="T49" fmla="*/ 754 h 2707"/>
                <a:gd name="T50" fmla="*/ 74 w 778"/>
                <a:gd name="T51" fmla="*/ 712 h 2707"/>
                <a:gd name="T52" fmla="*/ 65 w 778"/>
                <a:gd name="T53" fmla="*/ 545 h 2707"/>
                <a:gd name="T54" fmla="*/ 92 w 778"/>
                <a:gd name="T55" fmla="*/ 452 h 2707"/>
                <a:gd name="T56" fmla="*/ 78 w 778"/>
                <a:gd name="T57" fmla="*/ 758 h 2707"/>
                <a:gd name="T58" fmla="*/ 96 w 778"/>
                <a:gd name="T59" fmla="*/ 969 h 2707"/>
                <a:gd name="T60" fmla="*/ 126 w 778"/>
                <a:gd name="T61" fmla="*/ 1250 h 2707"/>
                <a:gd name="T62" fmla="*/ 81 w 778"/>
                <a:gd name="T63" fmla="*/ 1400 h 2707"/>
                <a:gd name="T64" fmla="*/ 103 w 778"/>
                <a:gd name="T65" fmla="*/ 1420 h 2707"/>
                <a:gd name="T66" fmla="*/ 133 w 778"/>
                <a:gd name="T67" fmla="*/ 1430 h 2707"/>
                <a:gd name="T68" fmla="*/ 174 w 778"/>
                <a:gd name="T69" fmla="*/ 1364 h 2707"/>
                <a:gd name="T70" fmla="*/ 178 w 778"/>
                <a:gd name="T71" fmla="*/ 1308 h 2707"/>
                <a:gd name="T72" fmla="*/ 181 w 778"/>
                <a:gd name="T73" fmla="*/ 1101 h 2707"/>
                <a:gd name="T74" fmla="*/ 184 w 778"/>
                <a:gd name="T75" fmla="*/ 944 h 2707"/>
                <a:gd name="T76" fmla="*/ 209 w 778"/>
                <a:gd name="T77" fmla="*/ 808 h 2707"/>
                <a:gd name="T78" fmla="*/ 222 w 778"/>
                <a:gd name="T79" fmla="*/ 1016 h 2707"/>
                <a:gd name="T80" fmla="*/ 227 w 778"/>
                <a:gd name="T81" fmla="*/ 1308 h 2707"/>
                <a:gd name="T82" fmla="*/ 231 w 778"/>
                <a:gd name="T83" fmla="*/ 1364 h 2707"/>
                <a:gd name="T84" fmla="*/ 250 w 778"/>
                <a:gd name="T85" fmla="*/ 1402 h 2707"/>
                <a:gd name="T86" fmla="*/ 273 w 778"/>
                <a:gd name="T87" fmla="*/ 1430 h 2707"/>
                <a:gd name="T88" fmla="*/ 302 w 778"/>
                <a:gd name="T89" fmla="*/ 1419 h 2707"/>
                <a:gd name="T90" fmla="*/ 316 w 778"/>
                <a:gd name="T91" fmla="*/ 1379 h 2707"/>
                <a:gd name="T92" fmla="*/ 283 w 778"/>
                <a:gd name="T93" fmla="*/ 1234 h 2707"/>
                <a:gd name="T94" fmla="*/ 330 w 778"/>
                <a:gd name="T95" fmla="*/ 758 h 2707"/>
                <a:gd name="T96" fmla="*/ 329 w 778"/>
                <a:gd name="T97" fmla="*/ 693 h 2707"/>
                <a:gd name="T98" fmla="*/ 313 w 778"/>
                <a:gd name="T99" fmla="*/ 548 h 2707"/>
                <a:gd name="T100" fmla="*/ 334 w 778"/>
                <a:gd name="T101" fmla="*/ 419 h 2707"/>
                <a:gd name="T102" fmla="*/ 355 w 778"/>
                <a:gd name="T103" fmla="*/ 539 h 2707"/>
                <a:gd name="T104" fmla="*/ 336 w 778"/>
                <a:gd name="T105" fmla="*/ 772 h 2707"/>
                <a:gd name="T106" fmla="*/ 350 w 778"/>
                <a:gd name="T107" fmla="*/ 746 h 2707"/>
                <a:gd name="T108" fmla="*/ 351 w 778"/>
                <a:gd name="T109" fmla="*/ 808 h 2707"/>
                <a:gd name="T110" fmla="*/ 374 w 778"/>
                <a:gd name="T111" fmla="*/ 807 h 2707"/>
                <a:gd name="T112" fmla="*/ 402 w 778"/>
                <a:gd name="T113" fmla="*/ 723 h 2707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778" h="2707">
                  <a:moveTo>
                    <a:pt x="758" y="1227"/>
                  </a:moveTo>
                  <a:cubicBezTo>
                    <a:pt x="775" y="1130"/>
                    <a:pt x="778" y="1007"/>
                    <a:pt x="776" y="974"/>
                  </a:cubicBezTo>
                  <a:cubicBezTo>
                    <a:pt x="773" y="941"/>
                    <a:pt x="743" y="794"/>
                    <a:pt x="736" y="674"/>
                  </a:cubicBezTo>
                  <a:cubicBezTo>
                    <a:pt x="736" y="663"/>
                    <a:pt x="734" y="652"/>
                    <a:pt x="733" y="642"/>
                  </a:cubicBezTo>
                  <a:cubicBezTo>
                    <a:pt x="717" y="550"/>
                    <a:pt x="657" y="530"/>
                    <a:pt x="644" y="529"/>
                  </a:cubicBezTo>
                  <a:cubicBezTo>
                    <a:pt x="629" y="528"/>
                    <a:pt x="575" y="509"/>
                    <a:pt x="528" y="494"/>
                  </a:cubicBezTo>
                  <a:cubicBezTo>
                    <a:pt x="522" y="493"/>
                    <a:pt x="518" y="490"/>
                    <a:pt x="514" y="487"/>
                  </a:cubicBezTo>
                  <a:cubicBezTo>
                    <a:pt x="498" y="469"/>
                    <a:pt x="496" y="433"/>
                    <a:pt x="498" y="407"/>
                  </a:cubicBezTo>
                  <a:cubicBezTo>
                    <a:pt x="498" y="407"/>
                    <a:pt x="498" y="406"/>
                    <a:pt x="498" y="406"/>
                  </a:cubicBezTo>
                  <a:cubicBezTo>
                    <a:pt x="498" y="406"/>
                    <a:pt x="498" y="406"/>
                    <a:pt x="498" y="406"/>
                  </a:cubicBezTo>
                  <a:cubicBezTo>
                    <a:pt x="498" y="405"/>
                    <a:pt x="498" y="403"/>
                    <a:pt x="498" y="402"/>
                  </a:cubicBezTo>
                  <a:cubicBezTo>
                    <a:pt x="498" y="402"/>
                    <a:pt x="498" y="402"/>
                    <a:pt x="498" y="402"/>
                  </a:cubicBezTo>
                  <a:cubicBezTo>
                    <a:pt x="498" y="403"/>
                    <a:pt x="498" y="404"/>
                    <a:pt x="498" y="406"/>
                  </a:cubicBezTo>
                  <a:cubicBezTo>
                    <a:pt x="499" y="401"/>
                    <a:pt x="499" y="401"/>
                    <a:pt x="499" y="401"/>
                  </a:cubicBezTo>
                  <a:cubicBezTo>
                    <a:pt x="502" y="395"/>
                    <a:pt x="504" y="390"/>
                    <a:pt x="507" y="385"/>
                  </a:cubicBezTo>
                  <a:cubicBezTo>
                    <a:pt x="512" y="376"/>
                    <a:pt x="515" y="369"/>
                    <a:pt x="516" y="365"/>
                  </a:cubicBezTo>
                  <a:cubicBezTo>
                    <a:pt x="518" y="357"/>
                    <a:pt x="522" y="341"/>
                    <a:pt x="526" y="321"/>
                  </a:cubicBezTo>
                  <a:cubicBezTo>
                    <a:pt x="530" y="323"/>
                    <a:pt x="534" y="323"/>
                    <a:pt x="538" y="322"/>
                  </a:cubicBezTo>
                  <a:cubicBezTo>
                    <a:pt x="549" y="317"/>
                    <a:pt x="550" y="302"/>
                    <a:pt x="550" y="291"/>
                  </a:cubicBezTo>
                  <a:cubicBezTo>
                    <a:pt x="550" y="289"/>
                    <a:pt x="550" y="287"/>
                    <a:pt x="550" y="285"/>
                  </a:cubicBezTo>
                  <a:cubicBezTo>
                    <a:pt x="550" y="284"/>
                    <a:pt x="550" y="284"/>
                    <a:pt x="550" y="283"/>
                  </a:cubicBezTo>
                  <a:cubicBezTo>
                    <a:pt x="550" y="273"/>
                    <a:pt x="553" y="261"/>
                    <a:pt x="557" y="252"/>
                  </a:cubicBezTo>
                  <a:cubicBezTo>
                    <a:pt x="560" y="242"/>
                    <a:pt x="563" y="234"/>
                    <a:pt x="565" y="224"/>
                  </a:cubicBezTo>
                  <a:cubicBezTo>
                    <a:pt x="565" y="222"/>
                    <a:pt x="565" y="220"/>
                    <a:pt x="565" y="219"/>
                  </a:cubicBezTo>
                  <a:cubicBezTo>
                    <a:pt x="565" y="211"/>
                    <a:pt x="562" y="203"/>
                    <a:pt x="553" y="202"/>
                  </a:cubicBezTo>
                  <a:cubicBezTo>
                    <a:pt x="547" y="202"/>
                    <a:pt x="542" y="206"/>
                    <a:pt x="538" y="211"/>
                  </a:cubicBezTo>
                  <a:cubicBezTo>
                    <a:pt x="538" y="211"/>
                    <a:pt x="538" y="211"/>
                    <a:pt x="538" y="211"/>
                  </a:cubicBezTo>
                  <a:cubicBezTo>
                    <a:pt x="538" y="211"/>
                    <a:pt x="538" y="212"/>
                    <a:pt x="538" y="212"/>
                  </a:cubicBezTo>
                  <a:cubicBezTo>
                    <a:pt x="538" y="210"/>
                    <a:pt x="538" y="208"/>
                    <a:pt x="538" y="206"/>
                  </a:cubicBezTo>
                  <a:cubicBezTo>
                    <a:pt x="539" y="196"/>
                    <a:pt x="541" y="185"/>
                    <a:pt x="539" y="176"/>
                  </a:cubicBezTo>
                  <a:cubicBezTo>
                    <a:pt x="539" y="174"/>
                    <a:pt x="539" y="173"/>
                    <a:pt x="538" y="171"/>
                  </a:cubicBezTo>
                  <a:cubicBezTo>
                    <a:pt x="538" y="169"/>
                    <a:pt x="537" y="167"/>
                    <a:pt x="537" y="165"/>
                  </a:cubicBezTo>
                  <a:cubicBezTo>
                    <a:pt x="536" y="159"/>
                    <a:pt x="535" y="153"/>
                    <a:pt x="534" y="147"/>
                  </a:cubicBezTo>
                  <a:cubicBezTo>
                    <a:pt x="529" y="117"/>
                    <a:pt x="517" y="94"/>
                    <a:pt x="501" y="68"/>
                  </a:cubicBezTo>
                  <a:cubicBezTo>
                    <a:pt x="495" y="60"/>
                    <a:pt x="489" y="53"/>
                    <a:pt x="482" y="46"/>
                  </a:cubicBezTo>
                  <a:cubicBezTo>
                    <a:pt x="471" y="35"/>
                    <a:pt x="457" y="26"/>
                    <a:pt x="443" y="20"/>
                  </a:cubicBezTo>
                  <a:cubicBezTo>
                    <a:pt x="443" y="20"/>
                    <a:pt x="442" y="19"/>
                    <a:pt x="442" y="19"/>
                  </a:cubicBezTo>
                  <a:cubicBezTo>
                    <a:pt x="446" y="20"/>
                    <a:pt x="450" y="21"/>
                    <a:pt x="454" y="21"/>
                  </a:cubicBezTo>
                  <a:cubicBezTo>
                    <a:pt x="448" y="15"/>
                    <a:pt x="431" y="11"/>
                    <a:pt x="422" y="9"/>
                  </a:cubicBezTo>
                  <a:cubicBezTo>
                    <a:pt x="411" y="6"/>
                    <a:pt x="400" y="6"/>
                    <a:pt x="389" y="6"/>
                  </a:cubicBezTo>
                  <a:cubicBezTo>
                    <a:pt x="393" y="5"/>
                    <a:pt x="397" y="3"/>
                    <a:pt x="401" y="3"/>
                  </a:cubicBezTo>
                  <a:cubicBezTo>
                    <a:pt x="385" y="0"/>
                    <a:pt x="353" y="2"/>
                    <a:pt x="336" y="13"/>
                  </a:cubicBezTo>
                  <a:cubicBezTo>
                    <a:pt x="334" y="13"/>
                    <a:pt x="331" y="14"/>
                    <a:pt x="328" y="15"/>
                  </a:cubicBezTo>
                  <a:cubicBezTo>
                    <a:pt x="311" y="15"/>
                    <a:pt x="294" y="17"/>
                    <a:pt x="278" y="26"/>
                  </a:cubicBezTo>
                  <a:cubicBezTo>
                    <a:pt x="284" y="27"/>
                    <a:pt x="293" y="22"/>
                    <a:pt x="299" y="25"/>
                  </a:cubicBezTo>
                  <a:cubicBezTo>
                    <a:pt x="281" y="29"/>
                    <a:pt x="264" y="35"/>
                    <a:pt x="252" y="51"/>
                  </a:cubicBezTo>
                  <a:cubicBezTo>
                    <a:pt x="259" y="47"/>
                    <a:pt x="267" y="45"/>
                    <a:pt x="275" y="44"/>
                  </a:cubicBezTo>
                  <a:cubicBezTo>
                    <a:pt x="261" y="53"/>
                    <a:pt x="243" y="62"/>
                    <a:pt x="234" y="76"/>
                  </a:cubicBezTo>
                  <a:cubicBezTo>
                    <a:pt x="241" y="73"/>
                    <a:pt x="248" y="68"/>
                    <a:pt x="255" y="65"/>
                  </a:cubicBezTo>
                  <a:cubicBezTo>
                    <a:pt x="248" y="72"/>
                    <a:pt x="244" y="80"/>
                    <a:pt x="241" y="89"/>
                  </a:cubicBezTo>
                  <a:cubicBezTo>
                    <a:pt x="234" y="101"/>
                    <a:pt x="228" y="115"/>
                    <a:pt x="226" y="131"/>
                  </a:cubicBezTo>
                  <a:cubicBezTo>
                    <a:pt x="224" y="138"/>
                    <a:pt x="224" y="146"/>
                    <a:pt x="224" y="154"/>
                  </a:cubicBezTo>
                  <a:cubicBezTo>
                    <a:pt x="224" y="178"/>
                    <a:pt x="224" y="201"/>
                    <a:pt x="231" y="224"/>
                  </a:cubicBezTo>
                  <a:cubicBezTo>
                    <a:pt x="231" y="224"/>
                    <a:pt x="231" y="224"/>
                    <a:pt x="231" y="224"/>
                  </a:cubicBezTo>
                  <a:cubicBezTo>
                    <a:pt x="231" y="225"/>
                    <a:pt x="231" y="226"/>
                    <a:pt x="232" y="227"/>
                  </a:cubicBezTo>
                  <a:cubicBezTo>
                    <a:pt x="232" y="228"/>
                    <a:pt x="233" y="230"/>
                    <a:pt x="233" y="232"/>
                  </a:cubicBezTo>
                  <a:cubicBezTo>
                    <a:pt x="233" y="232"/>
                    <a:pt x="233" y="232"/>
                    <a:pt x="233" y="232"/>
                  </a:cubicBezTo>
                  <a:cubicBezTo>
                    <a:pt x="234" y="234"/>
                    <a:pt x="234" y="235"/>
                    <a:pt x="235" y="237"/>
                  </a:cubicBezTo>
                  <a:cubicBezTo>
                    <a:pt x="235" y="237"/>
                    <a:pt x="235" y="237"/>
                    <a:pt x="235" y="238"/>
                  </a:cubicBezTo>
                  <a:cubicBezTo>
                    <a:pt x="235" y="239"/>
                    <a:pt x="236" y="241"/>
                    <a:pt x="236" y="243"/>
                  </a:cubicBezTo>
                  <a:cubicBezTo>
                    <a:pt x="236" y="243"/>
                    <a:pt x="236" y="243"/>
                    <a:pt x="236" y="243"/>
                  </a:cubicBezTo>
                  <a:cubicBezTo>
                    <a:pt x="237" y="245"/>
                    <a:pt x="237" y="246"/>
                    <a:pt x="238" y="248"/>
                  </a:cubicBezTo>
                  <a:cubicBezTo>
                    <a:pt x="238" y="248"/>
                    <a:pt x="238" y="248"/>
                    <a:pt x="238" y="249"/>
                  </a:cubicBezTo>
                  <a:cubicBezTo>
                    <a:pt x="239" y="250"/>
                    <a:pt x="239" y="252"/>
                    <a:pt x="240" y="253"/>
                  </a:cubicBezTo>
                  <a:cubicBezTo>
                    <a:pt x="240" y="254"/>
                    <a:pt x="240" y="254"/>
                    <a:pt x="241" y="255"/>
                  </a:cubicBezTo>
                  <a:cubicBezTo>
                    <a:pt x="241" y="256"/>
                    <a:pt x="242" y="257"/>
                    <a:pt x="242" y="259"/>
                  </a:cubicBezTo>
                  <a:cubicBezTo>
                    <a:pt x="243" y="259"/>
                    <a:pt x="243" y="260"/>
                    <a:pt x="243" y="260"/>
                  </a:cubicBezTo>
                  <a:cubicBezTo>
                    <a:pt x="244" y="262"/>
                    <a:pt x="244" y="263"/>
                    <a:pt x="245" y="264"/>
                  </a:cubicBezTo>
                  <a:cubicBezTo>
                    <a:pt x="245" y="265"/>
                    <a:pt x="245" y="265"/>
                    <a:pt x="245" y="265"/>
                  </a:cubicBezTo>
                  <a:cubicBezTo>
                    <a:pt x="242" y="264"/>
                    <a:pt x="239" y="264"/>
                    <a:pt x="236" y="264"/>
                  </a:cubicBezTo>
                  <a:cubicBezTo>
                    <a:pt x="232" y="265"/>
                    <a:pt x="229" y="265"/>
                    <a:pt x="227" y="267"/>
                  </a:cubicBezTo>
                  <a:cubicBezTo>
                    <a:pt x="219" y="271"/>
                    <a:pt x="218" y="279"/>
                    <a:pt x="218" y="287"/>
                  </a:cubicBezTo>
                  <a:cubicBezTo>
                    <a:pt x="219" y="297"/>
                    <a:pt x="227" y="304"/>
                    <a:pt x="234" y="311"/>
                  </a:cubicBezTo>
                  <a:cubicBezTo>
                    <a:pt x="246" y="323"/>
                    <a:pt x="252" y="339"/>
                    <a:pt x="261" y="352"/>
                  </a:cubicBezTo>
                  <a:cubicBezTo>
                    <a:pt x="265" y="357"/>
                    <a:pt x="271" y="364"/>
                    <a:pt x="279" y="363"/>
                  </a:cubicBezTo>
                  <a:cubicBezTo>
                    <a:pt x="279" y="363"/>
                    <a:pt x="279" y="363"/>
                    <a:pt x="279" y="363"/>
                  </a:cubicBezTo>
                  <a:cubicBezTo>
                    <a:pt x="279" y="363"/>
                    <a:pt x="279" y="363"/>
                    <a:pt x="279" y="363"/>
                  </a:cubicBezTo>
                  <a:cubicBezTo>
                    <a:pt x="281" y="362"/>
                    <a:pt x="283" y="361"/>
                    <a:pt x="284" y="360"/>
                  </a:cubicBezTo>
                  <a:cubicBezTo>
                    <a:pt x="292" y="376"/>
                    <a:pt x="301" y="392"/>
                    <a:pt x="310" y="403"/>
                  </a:cubicBezTo>
                  <a:cubicBezTo>
                    <a:pt x="313" y="427"/>
                    <a:pt x="315" y="465"/>
                    <a:pt x="301" y="480"/>
                  </a:cubicBezTo>
                  <a:cubicBezTo>
                    <a:pt x="281" y="503"/>
                    <a:pt x="221" y="510"/>
                    <a:pt x="194" y="516"/>
                  </a:cubicBezTo>
                  <a:cubicBezTo>
                    <a:pt x="167" y="523"/>
                    <a:pt x="91" y="519"/>
                    <a:pt x="79" y="655"/>
                  </a:cubicBezTo>
                  <a:cubicBezTo>
                    <a:pt x="68" y="790"/>
                    <a:pt x="15" y="884"/>
                    <a:pt x="7" y="982"/>
                  </a:cubicBezTo>
                  <a:cubicBezTo>
                    <a:pt x="0" y="1081"/>
                    <a:pt x="15" y="1213"/>
                    <a:pt x="17" y="1245"/>
                  </a:cubicBezTo>
                  <a:cubicBezTo>
                    <a:pt x="20" y="1278"/>
                    <a:pt x="22" y="1347"/>
                    <a:pt x="11" y="1379"/>
                  </a:cubicBezTo>
                  <a:cubicBezTo>
                    <a:pt x="0" y="1410"/>
                    <a:pt x="8" y="1454"/>
                    <a:pt x="8" y="1454"/>
                  </a:cubicBezTo>
                  <a:cubicBezTo>
                    <a:pt x="8" y="1454"/>
                    <a:pt x="8" y="1454"/>
                    <a:pt x="8" y="1454"/>
                  </a:cubicBezTo>
                  <a:cubicBezTo>
                    <a:pt x="8" y="1455"/>
                    <a:pt x="8" y="1455"/>
                    <a:pt x="8" y="1455"/>
                  </a:cubicBezTo>
                  <a:cubicBezTo>
                    <a:pt x="8" y="1455"/>
                    <a:pt x="13" y="1461"/>
                    <a:pt x="21" y="1468"/>
                  </a:cubicBezTo>
                  <a:cubicBezTo>
                    <a:pt x="21" y="1470"/>
                    <a:pt x="22" y="1472"/>
                    <a:pt x="24" y="1474"/>
                  </a:cubicBezTo>
                  <a:cubicBezTo>
                    <a:pt x="22" y="1469"/>
                    <a:pt x="22" y="1469"/>
                    <a:pt x="22" y="1469"/>
                  </a:cubicBezTo>
                  <a:cubicBezTo>
                    <a:pt x="29" y="1476"/>
                    <a:pt x="39" y="1483"/>
                    <a:pt x="45" y="1483"/>
                  </a:cubicBezTo>
                  <a:cubicBezTo>
                    <a:pt x="45" y="1483"/>
                    <a:pt x="78" y="1509"/>
                    <a:pt x="96" y="1508"/>
                  </a:cubicBezTo>
                  <a:cubicBezTo>
                    <a:pt x="100" y="1507"/>
                    <a:pt x="99" y="1498"/>
                    <a:pt x="99" y="1498"/>
                  </a:cubicBezTo>
                  <a:cubicBezTo>
                    <a:pt x="99" y="1498"/>
                    <a:pt x="110" y="1500"/>
                    <a:pt x="110" y="1491"/>
                  </a:cubicBezTo>
                  <a:cubicBezTo>
                    <a:pt x="110" y="1490"/>
                    <a:pt x="110" y="1489"/>
                    <a:pt x="110" y="1489"/>
                  </a:cubicBezTo>
                  <a:cubicBezTo>
                    <a:pt x="108" y="1480"/>
                    <a:pt x="89" y="1472"/>
                    <a:pt x="88" y="1471"/>
                  </a:cubicBezTo>
                  <a:cubicBezTo>
                    <a:pt x="88" y="1465"/>
                    <a:pt x="86" y="1423"/>
                    <a:pt x="86" y="1421"/>
                  </a:cubicBezTo>
                  <a:cubicBezTo>
                    <a:pt x="85" y="1419"/>
                    <a:pt x="99" y="1400"/>
                    <a:pt x="101" y="1398"/>
                  </a:cubicBezTo>
                  <a:cubicBezTo>
                    <a:pt x="101" y="1401"/>
                    <a:pt x="100" y="1413"/>
                    <a:pt x="102" y="1425"/>
                  </a:cubicBezTo>
                  <a:cubicBezTo>
                    <a:pt x="105" y="1442"/>
                    <a:pt x="113" y="1460"/>
                    <a:pt x="133" y="1463"/>
                  </a:cubicBezTo>
                  <a:cubicBezTo>
                    <a:pt x="133" y="1463"/>
                    <a:pt x="136" y="1426"/>
                    <a:pt x="138" y="1420"/>
                  </a:cubicBezTo>
                  <a:cubicBezTo>
                    <a:pt x="139" y="1414"/>
                    <a:pt x="139" y="1350"/>
                    <a:pt x="139" y="1350"/>
                  </a:cubicBezTo>
                  <a:cubicBezTo>
                    <a:pt x="139" y="1350"/>
                    <a:pt x="139" y="1348"/>
                    <a:pt x="138" y="1345"/>
                  </a:cubicBezTo>
                  <a:cubicBezTo>
                    <a:pt x="137" y="1339"/>
                    <a:pt x="133" y="1325"/>
                    <a:pt x="118" y="1306"/>
                  </a:cubicBezTo>
                  <a:cubicBezTo>
                    <a:pt x="109" y="1294"/>
                    <a:pt x="105" y="1282"/>
                    <a:pt x="103" y="1269"/>
                  </a:cubicBezTo>
                  <a:cubicBezTo>
                    <a:pt x="100" y="1252"/>
                    <a:pt x="101" y="1236"/>
                    <a:pt x="100" y="1223"/>
                  </a:cubicBezTo>
                  <a:cubicBezTo>
                    <a:pt x="98" y="1200"/>
                    <a:pt x="117" y="1048"/>
                    <a:pt x="122" y="1031"/>
                  </a:cubicBezTo>
                  <a:cubicBezTo>
                    <a:pt x="128" y="1014"/>
                    <a:pt x="132" y="953"/>
                    <a:pt x="131" y="934"/>
                  </a:cubicBezTo>
                  <a:cubicBezTo>
                    <a:pt x="129" y="914"/>
                    <a:pt x="166" y="815"/>
                    <a:pt x="168" y="810"/>
                  </a:cubicBezTo>
                  <a:cubicBezTo>
                    <a:pt x="170" y="809"/>
                    <a:pt x="170" y="809"/>
                    <a:pt x="170" y="809"/>
                  </a:cubicBezTo>
                  <a:cubicBezTo>
                    <a:pt x="170" y="825"/>
                    <a:pt x="171" y="841"/>
                    <a:pt x="172" y="855"/>
                  </a:cubicBezTo>
                  <a:cubicBezTo>
                    <a:pt x="178" y="907"/>
                    <a:pt x="181" y="1087"/>
                    <a:pt x="176" y="1126"/>
                  </a:cubicBezTo>
                  <a:cubicBezTo>
                    <a:pt x="171" y="1165"/>
                    <a:pt x="182" y="1180"/>
                    <a:pt x="162" y="1319"/>
                  </a:cubicBezTo>
                  <a:cubicBezTo>
                    <a:pt x="161" y="1319"/>
                    <a:pt x="161" y="1319"/>
                    <a:pt x="161" y="1319"/>
                  </a:cubicBezTo>
                  <a:cubicBezTo>
                    <a:pt x="161" y="1319"/>
                    <a:pt x="151" y="1402"/>
                    <a:pt x="147" y="1433"/>
                  </a:cubicBezTo>
                  <a:cubicBezTo>
                    <a:pt x="143" y="1460"/>
                    <a:pt x="136" y="1546"/>
                    <a:pt x="149" y="1620"/>
                  </a:cubicBezTo>
                  <a:cubicBezTo>
                    <a:pt x="151" y="1630"/>
                    <a:pt x="153" y="1640"/>
                    <a:pt x="156" y="1650"/>
                  </a:cubicBezTo>
                  <a:cubicBezTo>
                    <a:pt x="164" y="1679"/>
                    <a:pt x="169" y="1704"/>
                    <a:pt x="173" y="1727"/>
                  </a:cubicBezTo>
                  <a:cubicBezTo>
                    <a:pt x="180" y="1765"/>
                    <a:pt x="182" y="1798"/>
                    <a:pt x="180" y="1833"/>
                  </a:cubicBezTo>
                  <a:cubicBezTo>
                    <a:pt x="177" y="1890"/>
                    <a:pt x="190" y="1943"/>
                    <a:pt x="191" y="1997"/>
                  </a:cubicBezTo>
                  <a:cubicBezTo>
                    <a:pt x="192" y="2041"/>
                    <a:pt x="197" y="2161"/>
                    <a:pt x="216" y="2265"/>
                  </a:cubicBezTo>
                  <a:cubicBezTo>
                    <a:pt x="220" y="2289"/>
                    <a:pt x="225" y="2313"/>
                    <a:pt x="231" y="2334"/>
                  </a:cubicBezTo>
                  <a:cubicBezTo>
                    <a:pt x="234" y="2345"/>
                    <a:pt x="236" y="2355"/>
                    <a:pt x="238" y="2364"/>
                  </a:cubicBezTo>
                  <a:cubicBezTo>
                    <a:pt x="255" y="2457"/>
                    <a:pt x="224" y="2499"/>
                    <a:pt x="224" y="2499"/>
                  </a:cubicBezTo>
                  <a:cubicBezTo>
                    <a:pt x="224" y="2499"/>
                    <a:pt x="200" y="2541"/>
                    <a:pt x="192" y="2571"/>
                  </a:cubicBezTo>
                  <a:cubicBezTo>
                    <a:pt x="187" y="2589"/>
                    <a:pt x="173" y="2594"/>
                    <a:pt x="168" y="2608"/>
                  </a:cubicBezTo>
                  <a:cubicBezTo>
                    <a:pt x="164" y="2620"/>
                    <a:pt x="150" y="2629"/>
                    <a:pt x="153" y="2648"/>
                  </a:cubicBezTo>
                  <a:cubicBezTo>
                    <a:pt x="153" y="2651"/>
                    <a:pt x="154" y="2654"/>
                    <a:pt x="155" y="2657"/>
                  </a:cubicBezTo>
                  <a:cubicBezTo>
                    <a:pt x="155" y="2657"/>
                    <a:pt x="160" y="2682"/>
                    <a:pt x="172" y="2673"/>
                  </a:cubicBezTo>
                  <a:cubicBezTo>
                    <a:pt x="172" y="2673"/>
                    <a:pt x="182" y="2690"/>
                    <a:pt x="194" y="2683"/>
                  </a:cubicBezTo>
                  <a:cubicBezTo>
                    <a:pt x="194" y="2684"/>
                    <a:pt x="194" y="2684"/>
                    <a:pt x="194" y="2685"/>
                  </a:cubicBezTo>
                  <a:cubicBezTo>
                    <a:pt x="195" y="2683"/>
                    <a:pt x="195" y="2683"/>
                    <a:pt x="195" y="2683"/>
                  </a:cubicBezTo>
                  <a:cubicBezTo>
                    <a:pt x="196" y="2685"/>
                    <a:pt x="211" y="2700"/>
                    <a:pt x="221" y="2685"/>
                  </a:cubicBezTo>
                  <a:cubicBezTo>
                    <a:pt x="221" y="2686"/>
                    <a:pt x="221" y="2687"/>
                    <a:pt x="222" y="2689"/>
                  </a:cubicBezTo>
                  <a:cubicBezTo>
                    <a:pt x="223" y="2696"/>
                    <a:pt x="228" y="2706"/>
                    <a:pt x="249" y="2705"/>
                  </a:cubicBezTo>
                  <a:cubicBezTo>
                    <a:pt x="279" y="2703"/>
                    <a:pt x="281" y="2690"/>
                    <a:pt x="280" y="2672"/>
                  </a:cubicBezTo>
                  <a:cubicBezTo>
                    <a:pt x="279" y="2654"/>
                    <a:pt x="293" y="2651"/>
                    <a:pt x="293" y="2651"/>
                  </a:cubicBezTo>
                  <a:cubicBezTo>
                    <a:pt x="293" y="2651"/>
                    <a:pt x="314" y="2635"/>
                    <a:pt x="314" y="2616"/>
                  </a:cubicBezTo>
                  <a:cubicBezTo>
                    <a:pt x="314" y="2596"/>
                    <a:pt x="328" y="2580"/>
                    <a:pt x="328" y="2580"/>
                  </a:cubicBezTo>
                  <a:cubicBezTo>
                    <a:pt x="328" y="2580"/>
                    <a:pt x="344" y="2573"/>
                    <a:pt x="337" y="2535"/>
                  </a:cubicBezTo>
                  <a:cubicBezTo>
                    <a:pt x="337" y="2532"/>
                    <a:pt x="336" y="2528"/>
                    <a:pt x="335" y="2524"/>
                  </a:cubicBezTo>
                  <a:cubicBezTo>
                    <a:pt x="335" y="2523"/>
                    <a:pt x="341" y="2500"/>
                    <a:pt x="337" y="2478"/>
                  </a:cubicBezTo>
                  <a:cubicBezTo>
                    <a:pt x="337" y="2477"/>
                    <a:pt x="336" y="2475"/>
                    <a:pt x="336" y="2473"/>
                  </a:cubicBezTo>
                  <a:cubicBezTo>
                    <a:pt x="336" y="2472"/>
                    <a:pt x="335" y="2471"/>
                    <a:pt x="335" y="2469"/>
                  </a:cubicBezTo>
                  <a:cubicBezTo>
                    <a:pt x="330" y="2440"/>
                    <a:pt x="332" y="2368"/>
                    <a:pt x="333" y="2341"/>
                  </a:cubicBezTo>
                  <a:cubicBezTo>
                    <a:pt x="334" y="2311"/>
                    <a:pt x="352" y="2147"/>
                    <a:pt x="340" y="2083"/>
                  </a:cubicBezTo>
                  <a:cubicBezTo>
                    <a:pt x="340" y="2083"/>
                    <a:pt x="340" y="2083"/>
                    <a:pt x="340" y="2082"/>
                  </a:cubicBezTo>
                  <a:cubicBezTo>
                    <a:pt x="340" y="2082"/>
                    <a:pt x="340" y="2082"/>
                    <a:pt x="340" y="2082"/>
                  </a:cubicBezTo>
                  <a:cubicBezTo>
                    <a:pt x="339" y="2079"/>
                    <a:pt x="339" y="2076"/>
                    <a:pt x="338" y="2073"/>
                  </a:cubicBezTo>
                  <a:cubicBezTo>
                    <a:pt x="321" y="1974"/>
                    <a:pt x="348" y="1939"/>
                    <a:pt x="348" y="1890"/>
                  </a:cubicBezTo>
                  <a:cubicBezTo>
                    <a:pt x="348" y="1890"/>
                    <a:pt x="352" y="1833"/>
                    <a:pt x="346" y="1787"/>
                  </a:cubicBezTo>
                  <a:cubicBezTo>
                    <a:pt x="341" y="1740"/>
                    <a:pt x="351" y="1688"/>
                    <a:pt x="357" y="1629"/>
                  </a:cubicBezTo>
                  <a:cubicBezTo>
                    <a:pt x="360" y="1591"/>
                    <a:pt x="366" y="1555"/>
                    <a:pt x="370" y="1527"/>
                  </a:cubicBezTo>
                  <a:cubicBezTo>
                    <a:pt x="375" y="1529"/>
                    <a:pt x="381" y="1530"/>
                    <a:pt x="387" y="1530"/>
                  </a:cubicBezTo>
                  <a:cubicBezTo>
                    <a:pt x="389" y="1530"/>
                    <a:pt x="391" y="1530"/>
                    <a:pt x="393" y="1529"/>
                  </a:cubicBezTo>
                  <a:cubicBezTo>
                    <a:pt x="397" y="1557"/>
                    <a:pt x="403" y="1592"/>
                    <a:pt x="406" y="1628"/>
                  </a:cubicBezTo>
                  <a:cubicBezTo>
                    <a:pt x="412" y="1687"/>
                    <a:pt x="422" y="1739"/>
                    <a:pt x="416" y="1786"/>
                  </a:cubicBezTo>
                  <a:cubicBezTo>
                    <a:pt x="411" y="1833"/>
                    <a:pt x="415" y="1889"/>
                    <a:pt x="415" y="1889"/>
                  </a:cubicBezTo>
                  <a:cubicBezTo>
                    <a:pt x="415" y="1900"/>
                    <a:pt x="416" y="1911"/>
                    <a:pt x="418" y="1921"/>
                  </a:cubicBezTo>
                  <a:cubicBezTo>
                    <a:pt x="420" y="1934"/>
                    <a:pt x="423" y="1946"/>
                    <a:pt x="426" y="1960"/>
                  </a:cubicBezTo>
                  <a:cubicBezTo>
                    <a:pt x="431" y="1989"/>
                    <a:pt x="434" y="2026"/>
                    <a:pt x="423" y="2082"/>
                  </a:cubicBezTo>
                  <a:cubicBezTo>
                    <a:pt x="411" y="2147"/>
                    <a:pt x="429" y="2311"/>
                    <a:pt x="430" y="2340"/>
                  </a:cubicBezTo>
                  <a:cubicBezTo>
                    <a:pt x="431" y="2369"/>
                    <a:pt x="433" y="2450"/>
                    <a:pt x="427" y="2473"/>
                  </a:cubicBezTo>
                  <a:cubicBezTo>
                    <a:pt x="423" y="2490"/>
                    <a:pt x="425" y="2507"/>
                    <a:pt x="426" y="2516"/>
                  </a:cubicBezTo>
                  <a:cubicBezTo>
                    <a:pt x="427" y="2520"/>
                    <a:pt x="428" y="2522"/>
                    <a:pt x="428" y="2523"/>
                  </a:cubicBezTo>
                  <a:cubicBezTo>
                    <a:pt x="423" y="2541"/>
                    <a:pt x="423" y="2553"/>
                    <a:pt x="425" y="2562"/>
                  </a:cubicBezTo>
                  <a:cubicBezTo>
                    <a:pt x="428" y="2576"/>
                    <a:pt x="435" y="2580"/>
                    <a:pt x="435" y="2580"/>
                  </a:cubicBezTo>
                  <a:cubicBezTo>
                    <a:pt x="435" y="2580"/>
                    <a:pt x="446" y="2592"/>
                    <a:pt x="449" y="2608"/>
                  </a:cubicBezTo>
                  <a:cubicBezTo>
                    <a:pt x="449" y="2610"/>
                    <a:pt x="449" y="2613"/>
                    <a:pt x="449" y="2615"/>
                  </a:cubicBezTo>
                  <a:cubicBezTo>
                    <a:pt x="449" y="2616"/>
                    <a:pt x="449" y="2618"/>
                    <a:pt x="450" y="2619"/>
                  </a:cubicBezTo>
                  <a:cubicBezTo>
                    <a:pt x="452" y="2637"/>
                    <a:pt x="470" y="2651"/>
                    <a:pt x="470" y="2651"/>
                  </a:cubicBezTo>
                  <a:cubicBezTo>
                    <a:pt x="470" y="2651"/>
                    <a:pt x="480" y="2653"/>
                    <a:pt x="483" y="2665"/>
                  </a:cubicBezTo>
                  <a:cubicBezTo>
                    <a:pt x="483" y="2667"/>
                    <a:pt x="483" y="2669"/>
                    <a:pt x="483" y="2671"/>
                  </a:cubicBezTo>
                  <a:cubicBezTo>
                    <a:pt x="483" y="2676"/>
                    <a:pt x="483" y="2680"/>
                    <a:pt x="483" y="2684"/>
                  </a:cubicBezTo>
                  <a:cubicBezTo>
                    <a:pt x="485" y="2696"/>
                    <a:pt x="492" y="2703"/>
                    <a:pt x="514" y="2705"/>
                  </a:cubicBezTo>
                  <a:cubicBezTo>
                    <a:pt x="544" y="2707"/>
                    <a:pt x="542" y="2685"/>
                    <a:pt x="542" y="2685"/>
                  </a:cubicBezTo>
                  <a:cubicBezTo>
                    <a:pt x="551" y="2699"/>
                    <a:pt x="566" y="2686"/>
                    <a:pt x="568" y="2683"/>
                  </a:cubicBezTo>
                  <a:cubicBezTo>
                    <a:pt x="569" y="2685"/>
                    <a:pt x="569" y="2685"/>
                    <a:pt x="569" y="2685"/>
                  </a:cubicBezTo>
                  <a:cubicBezTo>
                    <a:pt x="569" y="2684"/>
                    <a:pt x="569" y="2684"/>
                    <a:pt x="569" y="2683"/>
                  </a:cubicBezTo>
                  <a:cubicBezTo>
                    <a:pt x="581" y="2690"/>
                    <a:pt x="591" y="2673"/>
                    <a:pt x="591" y="2673"/>
                  </a:cubicBezTo>
                  <a:cubicBezTo>
                    <a:pt x="603" y="2682"/>
                    <a:pt x="608" y="2657"/>
                    <a:pt x="608" y="2657"/>
                  </a:cubicBezTo>
                  <a:cubicBezTo>
                    <a:pt x="611" y="2649"/>
                    <a:pt x="611" y="2642"/>
                    <a:pt x="610" y="2637"/>
                  </a:cubicBezTo>
                  <a:cubicBezTo>
                    <a:pt x="607" y="2625"/>
                    <a:pt x="598" y="2617"/>
                    <a:pt x="595" y="2608"/>
                  </a:cubicBezTo>
                  <a:cubicBezTo>
                    <a:pt x="590" y="2594"/>
                    <a:pt x="576" y="2589"/>
                    <a:pt x="571" y="2571"/>
                  </a:cubicBezTo>
                  <a:cubicBezTo>
                    <a:pt x="563" y="2541"/>
                    <a:pt x="539" y="2499"/>
                    <a:pt x="539" y="2499"/>
                  </a:cubicBezTo>
                  <a:cubicBezTo>
                    <a:pt x="539" y="2499"/>
                    <a:pt x="528" y="2484"/>
                    <a:pt x="523" y="2454"/>
                  </a:cubicBezTo>
                  <a:cubicBezTo>
                    <a:pt x="518" y="2427"/>
                    <a:pt x="517" y="2387"/>
                    <a:pt x="532" y="2334"/>
                  </a:cubicBezTo>
                  <a:cubicBezTo>
                    <a:pt x="563" y="2220"/>
                    <a:pt x="570" y="2052"/>
                    <a:pt x="572" y="1998"/>
                  </a:cubicBezTo>
                  <a:cubicBezTo>
                    <a:pt x="573" y="1944"/>
                    <a:pt x="586" y="1891"/>
                    <a:pt x="583" y="1834"/>
                  </a:cubicBezTo>
                  <a:cubicBezTo>
                    <a:pt x="580" y="1777"/>
                    <a:pt x="586" y="1729"/>
                    <a:pt x="607" y="1650"/>
                  </a:cubicBezTo>
                  <a:cubicBezTo>
                    <a:pt x="629" y="1572"/>
                    <a:pt x="621" y="1465"/>
                    <a:pt x="623" y="1433"/>
                  </a:cubicBezTo>
                  <a:cubicBezTo>
                    <a:pt x="627" y="1376"/>
                    <a:pt x="620" y="1312"/>
                    <a:pt x="620" y="1312"/>
                  </a:cubicBezTo>
                  <a:cubicBezTo>
                    <a:pt x="620" y="1312"/>
                    <a:pt x="620" y="1312"/>
                    <a:pt x="620" y="1312"/>
                  </a:cubicBezTo>
                  <a:cubicBezTo>
                    <a:pt x="620" y="1311"/>
                    <a:pt x="620" y="1311"/>
                    <a:pt x="620" y="1311"/>
                  </a:cubicBezTo>
                  <a:cubicBezTo>
                    <a:pt x="619" y="1311"/>
                    <a:pt x="619" y="1311"/>
                    <a:pt x="619" y="1311"/>
                  </a:cubicBezTo>
                  <a:cubicBezTo>
                    <a:pt x="618" y="1299"/>
                    <a:pt x="614" y="1276"/>
                    <a:pt x="611" y="1255"/>
                  </a:cubicBezTo>
                  <a:cubicBezTo>
                    <a:pt x="608" y="1242"/>
                    <a:pt x="606" y="1229"/>
                    <a:pt x="603" y="1219"/>
                  </a:cubicBezTo>
                  <a:cubicBezTo>
                    <a:pt x="602" y="1215"/>
                    <a:pt x="601" y="1210"/>
                    <a:pt x="600" y="1204"/>
                  </a:cubicBezTo>
                  <a:cubicBezTo>
                    <a:pt x="593" y="1162"/>
                    <a:pt x="587" y="1083"/>
                    <a:pt x="590" y="1038"/>
                  </a:cubicBezTo>
                  <a:cubicBezTo>
                    <a:pt x="593" y="989"/>
                    <a:pt x="626" y="874"/>
                    <a:pt x="627" y="792"/>
                  </a:cubicBezTo>
                  <a:cubicBezTo>
                    <a:pt x="628" y="793"/>
                    <a:pt x="628" y="793"/>
                    <a:pt x="628" y="793"/>
                  </a:cubicBezTo>
                  <a:cubicBezTo>
                    <a:pt x="628" y="794"/>
                    <a:pt x="628" y="794"/>
                    <a:pt x="628" y="794"/>
                  </a:cubicBezTo>
                  <a:cubicBezTo>
                    <a:pt x="628" y="793"/>
                    <a:pt x="628" y="793"/>
                    <a:pt x="628" y="793"/>
                  </a:cubicBezTo>
                  <a:cubicBezTo>
                    <a:pt x="631" y="799"/>
                    <a:pt x="631" y="799"/>
                    <a:pt x="631" y="799"/>
                  </a:cubicBezTo>
                  <a:cubicBezTo>
                    <a:pt x="632" y="805"/>
                    <a:pt x="634" y="814"/>
                    <a:pt x="636" y="827"/>
                  </a:cubicBezTo>
                  <a:cubicBezTo>
                    <a:pt x="641" y="854"/>
                    <a:pt x="649" y="894"/>
                    <a:pt x="656" y="932"/>
                  </a:cubicBezTo>
                  <a:cubicBezTo>
                    <a:pt x="662" y="970"/>
                    <a:pt x="668" y="1004"/>
                    <a:pt x="668" y="1020"/>
                  </a:cubicBezTo>
                  <a:cubicBezTo>
                    <a:pt x="668" y="1058"/>
                    <a:pt x="669" y="1223"/>
                    <a:pt x="672" y="1250"/>
                  </a:cubicBezTo>
                  <a:cubicBezTo>
                    <a:pt x="676" y="1277"/>
                    <a:pt x="677" y="1307"/>
                    <a:pt x="659" y="1331"/>
                  </a:cubicBezTo>
                  <a:cubicBezTo>
                    <a:pt x="641" y="1356"/>
                    <a:pt x="636" y="1373"/>
                    <a:pt x="634" y="1380"/>
                  </a:cubicBezTo>
                  <a:cubicBezTo>
                    <a:pt x="632" y="1386"/>
                    <a:pt x="633" y="1460"/>
                    <a:pt x="633" y="1460"/>
                  </a:cubicBezTo>
                  <a:cubicBezTo>
                    <a:pt x="634" y="1461"/>
                    <a:pt x="634" y="1461"/>
                    <a:pt x="634" y="1461"/>
                  </a:cubicBezTo>
                  <a:cubicBezTo>
                    <a:pt x="634" y="1461"/>
                    <a:pt x="634" y="1461"/>
                    <a:pt x="634" y="1461"/>
                  </a:cubicBezTo>
                  <a:cubicBezTo>
                    <a:pt x="639" y="1486"/>
                    <a:pt x="639" y="1486"/>
                    <a:pt x="639" y="1486"/>
                  </a:cubicBezTo>
                  <a:cubicBezTo>
                    <a:pt x="665" y="1478"/>
                    <a:pt x="660" y="1412"/>
                    <a:pt x="660" y="1412"/>
                  </a:cubicBezTo>
                  <a:cubicBezTo>
                    <a:pt x="668" y="1421"/>
                    <a:pt x="671" y="1431"/>
                    <a:pt x="672" y="1439"/>
                  </a:cubicBezTo>
                  <a:cubicBezTo>
                    <a:pt x="674" y="1448"/>
                    <a:pt x="674" y="1456"/>
                    <a:pt x="674" y="1461"/>
                  </a:cubicBezTo>
                  <a:cubicBezTo>
                    <a:pt x="675" y="1471"/>
                    <a:pt x="672" y="1497"/>
                    <a:pt x="668" y="1500"/>
                  </a:cubicBezTo>
                  <a:cubicBezTo>
                    <a:pt x="665" y="1502"/>
                    <a:pt x="659" y="1519"/>
                    <a:pt x="661" y="1528"/>
                  </a:cubicBezTo>
                  <a:cubicBezTo>
                    <a:pt x="661" y="1531"/>
                    <a:pt x="662" y="1533"/>
                    <a:pt x="663" y="1534"/>
                  </a:cubicBezTo>
                  <a:cubicBezTo>
                    <a:pt x="670" y="1541"/>
                    <a:pt x="682" y="1532"/>
                    <a:pt x="682" y="1532"/>
                  </a:cubicBezTo>
                  <a:cubicBezTo>
                    <a:pt x="691" y="1537"/>
                    <a:pt x="699" y="1530"/>
                    <a:pt x="704" y="1524"/>
                  </a:cubicBezTo>
                  <a:cubicBezTo>
                    <a:pt x="704" y="1525"/>
                    <a:pt x="704" y="1525"/>
                    <a:pt x="704" y="1526"/>
                  </a:cubicBezTo>
                  <a:cubicBezTo>
                    <a:pt x="705" y="1523"/>
                    <a:pt x="705" y="1523"/>
                    <a:pt x="705" y="1523"/>
                  </a:cubicBezTo>
                  <a:cubicBezTo>
                    <a:pt x="707" y="1521"/>
                    <a:pt x="708" y="1519"/>
                    <a:pt x="708" y="1519"/>
                  </a:cubicBezTo>
                  <a:cubicBezTo>
                    <a:pt x="717" y="1520"/>
                    <a:pt x="741" y="1500"/>
                    <a:pt x="750" y="1481"/>
                  </a:cubicBezTo>
                  <a:cubicBezTo>
                    <a:pt x="760" y="1461"/>
                    <a:pt x="765" y="1408"/>
                    <a:pt x="758" y="1367"/>
                  </a:cubicBezTo>
                  <a:cubicBezTo>
                    <a:pt x="750" y="1327"/>
                    <a:pt x="750" y="1273"/>
                    <a:pt x="758" y="1227"/>
                  </a:cubicBezTo>
                  <a:close/>
                </a:path>
              </a:pathLst>
            </a:custGeom>
            <a:noFill/>
            <a:ln w="19050" cmpd="sng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B1DFF5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62486" name="Freeform 208">
              <a:extLst>
                <a:ext uri="{FF2B5EF4-FFF2-40B4-BE49-F238E27FC236}">
                  <a16:creationId xmlns:a16="http://schemas.microsoft.com/office/drawing/2014/main" id="{4E1C07A6-56B9-4FF7-B563-A58C228D576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1" y="712"/>
              <a:ext cx="630" cy="2189"/>
            </a:xfrm>
            <a:custGeom>
              <a:avLst/>
              <a:gdLst>
                <a:gd name="T0" fmla="*/ 389 w 778"/>
                <a:gd name="T1" fmla="*/ 340 h 2707"/>
                <a:gd name="T2" fmla="*/ 264 w 778"/>
                <a:gd name="T3" fmla="*/ 215 h 2707"/>
                <a:gd name="T4" fmla="*/ 264 w 778"/>
                <a:gd name="T5" fmla="*/ 213 h 2707"/>
                <a:gd name="T6" fmla="*/ 274 w 778"/>
                <a:gd name="T7" fmla="*/ 193 h 2707"/>
                <a:gd name="T8" fmla="*/ 292 w 778"/>
                <a:gd name="T9" fmla="*/ 150 h 2707"/>
                <a:gd name="T10" fmla="*/ 300 w 778"/>
                <a:gd name="T11" fmla="*/ 116 h 2707"/>
                <a:gd name="T12" fmla="*/ 286 w 778"/>
                <a:gd name="T13" fmla="*/ 112 h 2707"/>
                <a:gd name="T14" fmla="*/ 285 w 778"/>
                <a:gd name="T15" fmla="*/ 87 h 2707"/>
                <a:gd name="T16" fmla="*/ 236 w 778"/>
                <a:gd name="T17" fmla="*/ 11 h 2707"/>
                <a:gd name="T18" fmla="*/ 206 w 778"/>
                <a:gd name="T19" fmla="*/ 3 h 2707"/>
                <a:gd name="T20" fmla="*/ 147 w 778"/>
                <a:gd name="T21" fmla="*/ 14 h 2707"/>
                <a:gd name="T22" fmla="*/ 124 w 778"/>
                <a:gd name="T23" fmla="*/ 40 h 2707"/>
                <a:gd name="T24" fmla="*/ 119 w 778"/>
                <a:gd name="T25" fmla="*/ 82 h 2707"/>
                <a:gd name="T26" fmla="*/ 124 w 778"/>
                <a:gd name="T27" fmla="*/ 123 h 2707"/>
                <a:gd name="T28" fmla="*/ 126 w 778"/>
                <a:gd name="T29" fmla="*/ 129 h 2707"/>
                <a:gd name="T30" fmla="*/ 127 w 778"/>
                <a:gd name="T31" fmla="*/ 134 h 2707"/>
                <a:gd name="T32" fmla="*/ 130 w 778"/>
                <a:gd name="T33" fmla="*/ 139 h 2707"/>
                <a:gd name="T34" fmla="*/ 116 w 778"/>
                <a:gd name="T35" fmla="*/ 152 h 2707"/>
                <a:gd name="T36" fmla="*/ 148 w 778"/>
                <a:gd name="T37" fmla="*/ 192 h 2707"/>
                <a:gd name="T38" fmla="*/ 160 w 778"/>
                <a:gd name="T39" fmla="*/ 254 h 2707"/>
                <a:gd name="T40" fmla="*/ 9 w 778"/>
                <a:gd name="T41" fmla="*/ 658 h 2707"/>
                <a:gd name="T42" fmla="*/ 4 w 778"/>
                <a:gd name="T43" fmla="*/ 770 h 2707"/>
                <a:gd name="T44" fmla="*/ 23 w 778"/>
                <a:gd name="T45" fmla="*/ 784 h 2707"/>
                <a:gd name="T46" fmla="*/ 58 w 778"/>
                <a:gd name="T47" fmla="*/ 788 h 2707"/>
                <a:gd name="T48" fmla="*/ 54 w 778"/>
                <a:gd name="T49" fmla="*/ 754 h 2707"/>
                <a:gd name="T50" fmla="*/ 74 w 778"/>
                <a:gd name="T51" fmla="*/ 712 h 2707"/>
                <a:gd name="T52" fmla="*/ 65 w 778"/>
                <a:gd name="T53" fmla="*/ 545 h 2707"/>
                <a:gd name="T54" fmla="*/ 92 w 778"/>
                <a:gd name="T55" fmla="*/ 452 h 2707"/>
                <a:gd name="T56" fmla="*/ 78 w 778"/>
                <a:gd name="T57" fmla="*/ 758 h 2707"/>
                <a:gd name="T58" fmla="*/ 96 w 778"/>
                <a:gd name="T59" fmla="*/ 969 h 2707"/>
                <a:gd name="T60" fmla="*/ 126 w 778"/>
                <a:gd name="T61" fmla="*/ 1250 h 2707"/>
                <a:gd name="T62" fmla="*/ 81 w 778"/>
                <a:gd name="T63" fmla="*/ 1400 h 2707"/>
                <a:gd name="T64" fmla="*/ 103 w 778"/>
                <a:gd name="T65" fmla="*/ 1420 h 2707"/>
                <a:gd name="T66" fmla="*/ 133 w 778"/>
                <a:gd name="T67" fmla="*/ 1430 h 2707"/>
                <a:gd name="T68" fmla="*/ 174 w 778"/>
                <a:gd name="T69" fmla="*/ 1364 h 2707"/>
                <a:gd name="T70" fmla="*/ 178 w 778"/>
                <a:gd name="T71" fmla="*/ 1308 h 2707"/>
                <a:gd name="T72" fmla="*/ 181 w 778"/>
                <a:gd name="T73" fmla="*/ 1101 h 2707"/>
                <a:gd name="T74" fmla="*/ 184 w 778"/>
                <a:gd name="T75" fmla="*/ 944 h 2707"/>
                <a:gd name="T76" fmla="*/ 209 w 778"/>
                <a:gd name="T77" fmla="*/ 808 h 2707"/>
                <a:gd name="T78" fmla="*/ 222 w 778"/>
                <a:gd name="T79" fmla="*/ 1016 h 2707"/>
                <a:gd name="T80" fmla="*/ 227 w 778"/>
                <a:gd name="T81" fmla="*/ 1308 h 2707"/>
                <a:gd name="T82" fmla="*/ 231 w 778"/>
                <a:gd name="T83" fmla="*/ 1364 h 2707"/>
                <a:gd name="T84" fmla="*/ 250 w 778"/>
                <a:gd name="T85" fmla="*/ 1402 h 2707"/>
                <a:gd name="T86" fmla="*/ 273 w 778"/>
                <a:gd name="T87" fmla="*/ 1430 h 2707"/>
                <a:gd name="T88" fmla="*/ 302 w 778"/>
                <a:gd name="T89" fmla="*/ 1419 h 2707"/>
                <a:gd name="T90" fmla="*/ 316 w 778"/>
                <a:gd name="T91" fmla="*/ 1379 h 2707"/>
                <a:gd name="T92" fmla="*/ 283 w 778"/>
                <a:gd name="T93" fmla="*/ 1234 h 2707"/>
                <a:gd name="T94" fmla="*/ 330 w 778"/>
                <a:gd name="T95" fmla="*/ 758 h 2707"/>
                <a:gd name="T96" fmla="*/ 329 w 778"/>
                <a:gd name="T97" fmla="*/ 693 h 2707"/>
                <a:gd name="T98" fmla="*/ 313 w 778"/>
                <a:gd name="T99" fmla="*/ 548 h 2707"/>
                <a:gd name="T100" fmla="*/ 334 w 778"/>
                <a:gd name="T101" fmla="*/ 419 h 2707"/>
                <a:gd name="T102" fmla="*/ 355 w 778"/>
                <a:gd name="T103" fmla="*/ 539 h 2707"/>
                <a:gd name="T104" fmla="*/ 336 w 778"/>
                <a:gd name="T105" fmla="*/ 772 h 2707"/>
                <a:gd name="T106" fmla="*/ 350 w 778"/>
                <a:gd name="T107" fmla="*/ 746 h 2707"/>
                <a:gd name="T108" fmla="*/ 351 w 778"/>
                <a:gd name="T109" fmla="*/ 808 h 2707"/>
                <a:gd name="T110" fmla="*/ 374 w 778"/>
                <a:gd name="T111" fmla="*/ 807 h 2707"/>
                <a:gd name="T112" fmla="*/ 402 w 778"/>
                <a:gd name="T113" fmla="*/ 723 h 2707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778" h="2707">
                  <a:moveTo>
                    <a:pt x="758" y="1227"/>
                  </a:moveTo>
                  <a:cubicBezTo>
                    <a:pt x="775" y="1130"/>
                    <a:pt x="778" y="1007"/>
                    <a:pt x="776" y="974"/>
                  </a:cubicBezTo>
                  <a:cubicBezTo>
                    <a:pt x="773" y="941"/>
                    <a:pt x="743" y="794"/>
                    <a:pt x="736" y="674"/>
                  </a:cubicBezTo>
                  <a:cubicBezTo>
                    <a:pt x="736" y="663"/>
                    <a:pt x="734" y="652"/>
                    <a:pt x="733" y="642"/>
                  </a:cubicBezTo>
                  <a:cubicBezTo>
                    <a:pt x="717" y="550"/>
                    <a:pt x="657" y="530"/>
                    <a:pt x="644" y="529"/>
                  </a:cubicBezTo>
                  <a:cubicBezTo>
                    <a:pt x="629" y="528"/>
                    <a:pt x="575" y="509"/>
                    <a:pt x="528" y="494"/>
                  </a:cubicBezTo>
                  <a:cubicBezTo>
                    <a:pt x="522" y="493"/>
                    <a:pt x="518" y="490"/>
                    <a:pt x="514" y="487"/>
                  </a:cubicBezTo>
                  <a:cubicBezTo>
                    <a:pt x="498" y="469"/>
                    <a:pt x="496" y="433"/>
                    <a:pt x="498" y="407"/>
                  </a:cubicBezTo>
                  <a:cubicBezTo>
                    <a:pt x="498" y="407"/>
                    <a:pt x="498" y="406"/>
                    <a:pt x="498" y="406"/>
                  </a:cubicBezTo>
                  <a:cubicBezTo>
                    <a:pt x="498" y="406"/>
                    <a:pt x="498" y="406"/>
                    <a:pt x="498" y="406"/>
                  </a:cubicBezTo>
                  <a:cubicBezTo>
                    <a:pt x="498" y="405"/>
                    <a:pt x="498" y="403"/>
                    <a:pt x="498" y="402"/>
                  </a:cubicBezTo>
                  <a:cubicBezTo>
                    <a:pt x="498" y="402"/>
                    <a:pt x="498" y="402"/>
                    <a:pt x="498" y="402"/>
                  </a:cubicBezTo>
                  <a:cubicBezTo>
                    <a:pt x="498" y="403"/>
                    <a:pt x="498" y="404"/>
                    <a:pt x="498" y="406"/>
                  </a:cubicBezTo>
                  <a:cubicBezTo>
                    <a:pt x="499" y="401"/>
                    <a:pt x="499" y="401"/>
                    <a:pt x="499" y="401"/>
                  </a:cubicBezTo>
                  <a:cubicBezTo>
                    <a:pt x="502" y="395"/>
                    <a:pt x="504" y="390"/>
                    <a:pt x="507" y="385"/>
                  </a:cubicBezTo>
                  <a:cubicBezTo>
                    <a:pt x="512" y="376"/>
                    <a:pt x="515" y="369"/>
                    <a:pt x="516" y="365"/>
                  </a:cubicBezTo>
                  <a:cubicBezTo>
                    <a:pt x="518" y="357"/>
                    <a:pt x="522" y="341"/>
                    <a:pt x="526" y="321"/>
                  </a:cubicBezTo>
                  <a:cubicBezTo>
                    <a:pt x="530" y="323"/>
                    <a:pt x="534" y="323"/>
                    <a:pt x="538" y="322"/>
                  </a:cubicBezTo>
                  <a:cubicBezTo>
                    <a:pt x="549" y="317"/>
                    <a:pt x="550" y="302"/>
                    <a:pt x="550" y="291"/>
                  </a:cubicBezTo>
                  <a:cubicBezTo>
                    <a:pt x="550" y="289"/>
                    <a:pt x="550" y="287"/>
                    <a:pt x="550" y="285"/>
                  </a:cubicBezTo>
                  <a:cubicBezTo>
                    <a:pt x="550" y="284"/>
                    <a:pt x="550" y="284"/>
                    <a:pt x="550" y="283"/>
                  </a:cubicBezTo>
                  <a:cubicBezTo>
                    <a:pt x="550" y="273"/>
                    <a:pt x="553" y="261"/>
                    <a:pt x="557" y="252"/>
                  </a:cubicBezTo>
                  <a:cubicBezTo>
                    <a:pt x="560" y="242"/>
                    <a:pt x="563" y="234"/>
                    <a:pt x="565" y="224"/>
                  </a:cubicBezTo>
                  <a:cubicBezTo>
                    <a:pt x="565" y="222"/>
                    <a:pt x="565" y="220"/>
                    <a:pt x="565" y="219"/>
                  </a:cubicBezTo>
                  <a:cubicBezTo>
                    <a:pt x="565" y="211"/>
                    <a:pt x="562" y="203"/>
                    <a:pt x="553" y="202"/>
                  </a:cubicBezTo>
                  <a:cubicBezTo>
                    <a:pt x="547" y="202"/>
                    <a:pt x="542" y="206"/>
                    <a:pt x="538" y="211"/>
                  </a:cubicBezTo>
                  <a:cubicBezTo>
                    <a:pt x="538" y="211"/>
                    <a:pt x="538" y="211"/>
                    <a:pt x="538" y="211"/>
                  </a:cubicBezTo>
                  <a:cubicBezTo>
                    <a:pt x="538" y="211"/>
                    <a:pt x="538" y="212"/>
                    <a:pt x="538" y="212"/>
                  </a:cubicBezTo>
                  <a:cubicBezTo>
                    <a:pt x="538" y="210"/>
                    <a:pt x="538" y="208"/>
                    <a:pt x="538" y="206"/>
                  </a:cubicBezTo>
                  <a:cubicBezTo>
                    <a:pt x="539" y="196"/>
                    <a:pt x="541" y="185"/>
                    <a:pt x="539" y="176"/>
                  </a:cubicBezTo>
                  <a:cubicBezTo>
                    <a:pt x="539" y="174"/>
                    <a:pt x="539" y="173"/>
                    <a:pt x="538" y="171"/>
                  </a:cubicBezTo>
                  <a:cubicBezTo>
                    <a:pt x="538" y="169"/>
                    <a:pt x="537" y="167"/>
                    <a:pt x="537" y="165"/>
                  </a:cubicBezTo>
                  <a:cubicBezTo>
                    <a:pt x="536" y="159"/>
                    <a:pt x="535" y="153"/>
                    <a:pt x="534" y="147"/>
                  </a:cubicBezTo>
                  <a:cubicBezTo>
                    <a:pt x="529" y="117"/>
                    <a:pt x="517" y="94"/>
                    <a:pt x="501" y="68"/>
                  </a:cubicBezTo>
                  <a:cubicBezTo>
                    <a:pt x="495" y="60"/>
                    <a:pt x="489" y="53"/>
                    <a:pt x="482" y="46"/>
                  </a:cubicBezTo>
                  <a:cubicBezTo>
                    <a:pt x="471" y="35"/>
                    <a:pt x="457" y="26"/>
                    <a:pt x="443" y="20"/>
                  </a:cubicBezTo>
                  <a:cubicBezTo>
                    <a:pt x="443" y="20"/>
                    <a:pt x="442" y="19"/>
                    <a:pt x="442" y="19"/>
                  </a:cubicBezTo>
                  <a:cubicBezTo>
                    <a:pt x="446" y="20"/>
                    <a:pt x="450" y="21"/>
                    <a:pt x="454" y="21"/>
                  </a:cubicBezTo>
                  <a:cubicBezTo>
                    <a:pt x="448" y="15"/>
                    <a:pt x="431" y="11"/>
                    <a:pt x="422" y="9"/>
                  </a:cubicBezTo>
                  <a:cubicBezTo>
                    <a:pt x="411" y="6"/>
                    <a:pt x="400" y="6"/>
                    <a:pt x="389" y="6"/>
                  </a:cubicBezTo>
                  <a:cubicBezTo>
                    <a:pt x="393" y="5"/>
                    <a:pt x="397" y="3"/>
                    <a:pt x="401" y="3"/>
                  </a:cubicBezTo>
                  <a:cubicBezTo>
                    <a:pt x="385" y="0"/>
                    <a:pt x="353" y="2"/>
                    <a:pt x="336" y="13"/>
                  </a:cubicBezTo>
                  <a:cubicBezTo>
                    <a:pt x="334" y="13"/>
                    <a:pt x="331" y="14"/>
                    <a:pt x="328" y="15"/>
                  </a:cubicBezTo>
                  <a:cubicBezTo>
                    <a:pt x="311" y="15"/>
                    <a:pt x="294" y="17"/>
                    <a:pt x="278" y="26"/>
                  </a:cubicBezTo>
                  <a:cubicBezTo>
                    <a:pt x="284" y="27"/>
                    <a:pt x="293" y="22"/>
                    <a:pt x="299" y="25"/>
                  </a:cubicBezTo>
                  <a:cubicBezTo>
                    <a:pt x="281" y="29"/>
                    <a:pt x="264" y="35"/>
                    <a:pt x="252" y="51"/>
                  </a:cubicBezTo>
                  <a:cubicBezTo>
                    <a:pt x="259" y="47"/>
                    <a:pt x="267" y="45"/>
                    <a:pt x="275" y="44"/>
                  </a:cubicBezTo>
                  <a:cubicBezTo>
                    <a:pt x="261" y="53"/>
                    <a:pt x="243" y="62"/>
                    <a:pt x="234" y="76"/>
                  </a:cubicBezTo>
                  <a:cubicBezTo>
                    <a:pt x="241" y="73"/>
                    <a:pt x="248" y="68"/>
                    <a:pt x="255" y="65"/>
                  </a:cubicBezTo>
                  <a:cubicBezTo>
                    <a:pt x="248" y="72"/>
                    <a:pt x="244" y="80"/>
                    <a:pt x="241" y="89"/>
                  </a:cubicBezTo>
                  <a:cubicBezTo>
                    <a:pt x="234" y="101"/>
                    <a:pt x="228" y="115"/>
                    <a:pt x="226" y="131"/>
                  </a:cubicBezTo>
                  <a:cubicBezTo>
                    <a:pt x="224" y="138"/>
                    <a:pt x="224" y="146"/>
                    <a:pt x="224" y="154"/>
                  </a:cubicBezTo>
                  <a:cubicBezTo>
                    <a:pt x="224" y="178"/>
                    <a:pt x="224" y="201"/>
                    <a:pt x="231" y="224"/>
                  </a:cubicBezTo>
                  <a:cubicBezTo>
                    <a:pt x="231" y="224"/>
                    <a:pt x="231" y="224"/>
                    <a:pt x="231" y="224"/>
                  </a:cubicBezTo>
                  <a:cubicBezTo>
                    <a:pt x="231" y="225"/>
                    <a:pt x="231" y="226"/>
                    <a:pt x="232" y="227"/>
                  </a:cubicBezTo>
                  <a:cubicBezTo>
                    <a:pt x="232" y="228"/>
                    <a:pt x="233" y="230"/>
                    <a:pt x="233" y="232"/>
                  </a:cubicBezTo>
                  <a:cubicBezTo>
                    <a:pt x="233" y="232"/>
                    <a:pt x="233" y="232"/>
                    <a:pt x="233" y="232"/>
                  </a:cubicBezTo>
                  <a:cubicBezTo>
                    <a:pt x="234" y="234"/>
                    <a:pt x="234" y="235"/>
                    <a:pt x="235" y="237"/>
                  </a:cubicBezTo>
                  <a:cubicBezTo>
                    <a:pt x="235" y="237"/>
                    <a:pt x="235" y="237"/>
                    <a:pt x="235" y="238"/>
                  </a:cubicBezTo>
                  <a:cubicBezTo>
                    <a:pt x="235" y="239"/>
                    <a:pt x="236" y="241"/>
                    <a:pt x="236" y="243"/>
                  </a:cubicBezTo>
                  <a:cubicBezTo>
                    <a:pt x="236" y="243"/>
                    <a:pt x="236" y="243"/>
                    <a:pt x="236" y="243"/>
                  </a:cubicBezTo>
                  <a:cubicBezTo>
                    <a:pt x="237" y="245"/>
                    <a:pt x="237" y="246"/>
                    <a:pt x="238" y="248"/>
                  </a:cubicBezTo>
                  <a:cubicBezTo>
                    <a:pt x="238" y="248"/>
                    <a:pt x="238" y="248"/>
                    <a:pt x="238" y="249"/>
                  </a:cubicBezTo>
                  <a:cubicBezTo>
                    <a:pt x="239" y="250"/>
                    <a:pt x="239" y="252"/>
                    <a:pt x="240" y="253"/>
                  </a:cubicBezTo>
                  <a:cubicBezTo>
                    <a:pt x="240" y="254"/>
                    <a:pt x="240" y="254"/>
                    <a:pt x="241" y="255"/>
                  </a:cubicBezTo>
                  <a:cubicBezTo>
                    <a:pt x="241" y="256"/>
                    <a:pt x="242" y="257"/>
                    <a:pt x="242" y="259"/>
                  </a:cubicBezTo>
                  <a:cubicBezTo>
                    <a:pt x="243" y="259"/>
                    <a:pt x="243" y="260"/>
                    <a:pt x="243" y="260"/>
                  </a:cubicBezTo>
                  <a:cubicBezTo>
                    <a:pt x="244" y="262"/>
                    <a:pt x="244" y="263"/>
                    <a:pt x="245" y="264"/>
                  </a:cubicBezTo>
                  <a:cubicBezTo>
                    <a:pt x="245" y="265"/>
                    <a:pt x="245" y="265"/>
                    <a:pt x="245" y="265"/>
                  </a:cubicBezTo>
                  <a:cubicBezTo>
                    <a:pt x="242" y="264"/>
                    <a:pt x="239" y="264"/>
                    <a:pt x="236" y="264"/>
                  </a:cubicBezTo>
                  <a:cubicBezTo>
                    <a:pt x="232" y="265"/>
                    <a:pt x="229" y="265"/>
                    <a:pt x="227" y="267"/>
                  </a:cubicBezTo>
                  <a:cubicBezTo>
                    <a:pt x="219" y="271"/>
                    <a:pt x="218" y="279"/>
                    <a:pt x="218" y="287"/>
                  </a:cubicBezTo>
                  <a:cubicBezTo>
                    <a:pt x="219" y="297"/>
                    <a:pt x="227" y="304"/>
                    <a:pt x="234" y="311"/>
                  </a:cubicBezTo>
                  <a:cubicBezTo>
                    <a:pt x="246" y="323"/>
                    <a:pt x="252" y="339"/>
                    <a:pt x="261" y="352"/>
                  </a:cubicBezTo>
                  <a:cubicBezTo>
                    <a:pt x="265" y="357"/>
                    <a:pt x="271" y="364"/>
                    <a:pt x="279" y="363"/>
                  </a:cubicBezTo>
                  <a:cubicBezTo>
                    <a:pt x="279" y="363"/>
                    <a:pt x="279" y="363"/>
                    <a:pt x="279" y="363"/>
                  </a:cubicBezTo>
                  <a:cubicBezTo>
                    <a:pt x="279" y="363"/>
                    <a:pt x="279" y="363"/>
                    <a:pt x="279" y="363"/>
                  </a:cubicBezTo>
                  <a:cubicBezTo>
                    <a:pt x="281" y="362"/>
                    <a:pt x="283" y="361"/>
                    <a:pt x="284" y="360"/>
                  </a:cubicBezTo>
                  <a:cubicBezTo>
                    <a:pt x="292" y="376"/>
                    <a:pt x="301" y="392"/>
                    <a:pt x="310" y="403"/>
                  </a:cubicBezTo>
                  <a:cubicBezTo>
                    <a:pt x="313" y="427"/>
                    <a:pt x="315" y="465"/>
                    <a:pt x="301" y="480"/>
                  </a:cubicBezTo>
                  <a:cubicBezTo>
                    <a:pt x="281" y="503"/>
                    <a:pt x="221" y="510"/>
                    <a:pt x="194" y="516"/>
                  </a:cubicBezTo>
                  <a:cubicBezTo>
                    <a:pt x="167" y="523"/>
                    <a:pt x="91" y="519"/>
                    <a:pt x="79" y="655"/>
                  </a:cubicBezTo>
                  <a:cubicBezTo>
                    <a:pt x="68" y="790"/>
                    <a:pt x="15" y="884"/>
                    <a:pt x="7" y="982"/>
                  </a:cubicBezTo>
                  <a:cubicBezTo>
                    <a:pt x="0" y="1081"/>
                    <a:pt x="15" y="1213"/>
                    <a:pt x="17" y="1245"/>
                  </a:cubicBezTo>
                  <a:cubicBezTo>
                    <a:pt x="20" y="1278"/>
                    <a:pt x="22" y="1347"/>
                    <a:pt x="11" y="1379"/>
                  </a:cubicBezTo>
                  <a:cubicBezTo>
                    <a:pt x="0" y="1410"/>
                    <a:pt x="8" y="1454"/>
                    <a:pt x="8" y="1454"/>
                  </a:cubicBezTo>
                  <a:cubicBezTo>
                    <a:pt x="8" y="1454"/>
                    <a:pt x="8" y="1454"/>
                    <a:pt x="8" y="1454"/>
                  </a:cubicBezTo>
                  <a:cubicBezTo>
                    <a:pt x="8" y="1455"/>
                    <a:pt x="8" y="1455"/>
                    <a:pt x="8" y="1455"/>
                  </a:cubicBezTo>
                  <a:cubicBezTo>
                    <a:pt x="8" y="1455"/>
                    <a:pt x="13" y="1461"/>
                    <a:pt x="21" y="1468"/>
                  </a:cubicBezTo>
                  <a:cubicBezTo>
                    <a:pt x="21" y="1470"/>
                    <a:pt x="22" y="1472"/>
                    <a:pt x="24" y="1474"/>
                  </a:cubicBezTo>
                  <a:cubicBezTo>
                    <a:pt x="22" y="1469"/>
                    <a:pt x="22" y="1469"/>
                    <a:pt x="22" y="1469"/>
                  </a:cubicBezTo>
                  <a:cubicBezTo>
                    <a:pt x="29" y="1476"/>
                    <a:pt x="39" y="1483"/>
                    <a:pt x="45" y="1483"/>
                  </a:cubicBezTo>
                  <a:cubicBezTo>
                    <a:pt x="45" y="1483"/>
                    <a:pt x="78" y="1509"/>
                    <a:pt x="96" y="1508"/>
                  </a:cubicBezTo>
                  <a:cubicBezTo>
                    <a:pt x="100" y="1507"/>
                    <a:pt x="99" y="1498"/>
                    <a:pt x="99" y="1498"/>
                  </a:cubicBezTo>
                  <a:cubicBezTo>
                    <a:pt x="99" y="1498"/>
                    <a:pt x="110" y="1500"/>
                    <a:pt x="110" y="1491"/>
                  </a:cubicBezTo>
                  <a:cubicBezTo>
                    <a:pt x="110" y="1490"/>
                    <a:pt x="110" y="1489"/>
                    <a:pt x="110" y="1489"/>
                  </a:cubicBezTo>
                  <a:cubicBezTo>
                    <a:pt x="108" y="1480"/>
                    <a:pt x="89" y="1472"/>
                    <a:pt x="88" y="1471"/>
                  </a:cubicBezTo>
                  <a:cubicBezTo>
                    <a:pt x="88" y="1465"/>
                    <a:pt x="86" y="1423"/>
                    <a:pt x="86" y="1421"/>
                  </a:cubicBezTo>
                  <a:cubicBezTo>
                    <a:pt x="85" y="1419"/>
                    <a:pt x="99" y="1400"/>
                    <a:pt x="101" y="1398"/>
                  </a:cubicBezTo>
                  <a:cubicBezTo>
                    <a:pt x="101" y="1401"/>
                    <a:pt x="100" y="1413"/>
                    <a:pt x="102" y="1425"/>
                  </a:cubicBezTo>
                  <a:cubicBezTo>
                    <a:pt x="105" y="1442"/>
                    <a:pt x="113" y="1460"/>
                    <a:pt x="133" y="1463"/>
                  </a:cubicBezTo>
                  <a:cubicBezTo>
                    <a:pt x="133" y="1463"/>
                    <a:pt x="136" y="1426"/>
                    <a:pt x="138" y="1420"/>
                  </a:cubicBezTo>
                  <a:cubicBezTo>
                    <a:pt x="139" y="1414"/>
                    <a:pt x="139" y="1350"/>
                    <a:pt x="139" y="1350"/>
                  </a:cubicBezTo>
                  <a:cubicBezTo>
                    <a:pt x="139" y="1350"/>
                    <a:pt x="139" y="1348"/>
                    <a:pt x="138" y="1345"/>
                  </a:cubicBezTo>
                  <a:cubicBezTo>
                    <a:pt x="137" y="1339"/>
                    <a:pt x="133" y="1325"/>
                    <a:pt x="118" y="1306"/>
                  </a:cubicBezTo>
                  <a:cubicBezTo>
                    <a:pt x="109" y="1294"/>
                    <a:pt x="105" y="1282"/>
                    <a:pt x="103" y="1269"/>
                  </a:cubicBezTo>
                  <a:cubicBezTo>
                    <a:pt x="100" y="1252"/>
                    <a:pt x="101" y="1236"/>
                    <a:pt x="100" y="1223"/>
                  </a:cubicBezTo>
                  <a:cubicBezTo>
                    <a:pt x="98" y="1200"/>
                    <a:pt x="117" y="1048"/>
                    <a:pt x="122" y="1031"/>
                  </a:cubicBezTo>
                  <a:cubicBezTo>
                    <a:pt x="128" y="1014"/>
                    <a:pt x="132" y="953"/>
                    <a:pt x="131" y="934"/>
                  </a:cubicBezTo>
                  <a:cubicBezTo>
                    <a:pt x="129" y="914"/>
                    <a:pt x="166" y="815"/>
                    <a:pt x="168" y="810"/>
                  </a:cubicBezTo>
                  <a:cubicBezTo>
                    <a:pt x="170" y="809"/>
                    <a:pt x="170" y="809"/>
                    <a:pt x="170" y="809"/>
                  </a:cubicBezTo>
                  <a:cubicBezTo>
                    <a:pt x="170" y="825"/>
                    <a:pt x="171" y="841"/>
                    <a:pt x="172" y="855"/>
                  </a:cubicBezTo>
                  <a:cubicBezTo>
                    <a:pt x="178" y="907"/>
                    <a:pt x="181" y="1087"/>
                    <a:pt x="176" y="1126"/>
                  </a:cubicBezTo>
                  <a:cubicBezTo>
                    <a:pt x="171" y="1165"/>
                    <a:pt x="182" y="1180"/>
                    <a:pt x="162" y="1319"/>
                  </a:cubicBezTo>
                  <a:cubicBezTo>
                    <a:pt x="161" y="1319"/>
                    <a:pt x="161" y="1319"/>
                    <a:pt x="161" y="1319"/>
                  </a:cubicBezTo>
                  <a:cubicBezTo>
                    <a:pt x="161" y="1319"/>
                    <a:pt x="151" y="1402"/>
                    <a:pt x="147" y="1433"/>
                  </a:cubicBezTo>
                  <a:cubicBezTo>
                    <a:pt x="143" y="1460"/>
                    <a:pt x="136" y="1546"/>
                    <a:pt x="149" y="1620"/>
                  </a:cubicBezTo>
                  <a:cubicBezTo>
                    <a:pt x="151" y="1630"/>
                    <a:pt x="153" y="1640"/>
                    <a:pt x="156" y="1650"/>
                  </a:cubicBezTo>
                  <a:cubicBezTo>
                    <a:pt x="164" y="1679"/>
                    <a:pt x="169" y="1704"/>
                    <a:pt x="173" y="1727"/>
                  </a:cubicBezTo>
                  <a:cubicBezTo>
                    <a:pt x="180" y="1765"/>
                    <a:pt x="182" y="1798"/>
                    <a:pt x="180" y="1833"/>
                  </a:cubicBezTo>
                  <a:cubicBezTo>
                    <a:pt x="177" y="1890"/>
                    <a:pt x="190" y="1943"/>
                    <a:pt x="191" y="1997"/>
                  </a:cubicBezTo>
                  <a:cubicBezTo>
                    <a:pt x="192" y="2041"/>
                    <a:pt x="197" y="2161"/>
                    <a:pt x="216" y="2265"/>
                  </a:cubicBezTo>
                  <a:cubicBezTo>
                    <a:pt x="220" y="2289"/>
                    <a:pt x="225" y="2313"/>
                    <a:pt x="231" y="2334"/>
                  </a:cubicBezTo>
                  <a:cubicBezTo>
                    <a:pt x="234" y="2345"/>
                    <a:pt x="236" y="2355"/>
                    <a:pt x="238" y="2364"/>
                  </a:cubicBezTo>
                  <a:cubicBezTo>
                    <a:pt x="255" y="2457"/>
                    <a:pt x="224" y="2499"/>
                    <a:pt x="224" y="2499"/>
                  </a:cubicBezTo>
                  <a:cubicBezTo>
                    <a:pt x="224" y="2499"/>
                    <a:pt x="200" y="2541"/>
                    <a:pt x="192" y="2571"/>
                  </a:cubicBezTo>
                  <a:cubicBezTo>
                    <a:pt x="187" y="2589"/>
                    <a:pt x="173" y="2594"/>
                    <a:pt x="168" y="2608"/>
                  </a:cubicBezTo>
                  <a:cubicBezTo>
                    <a:pt x="164" y="2620"/>
                    <a:pt x="150" y="2629"/>
                    <a:pt x="153" y="2648"/>
                  </a:cubicBezTo>
                  <a:cubicBezTo>
                    <a:pt x="153" y="2651"/>
                    <a:pt x="154" y="2654"/>
                    <a:pt x="155" y="2657"/>
                  </a:cubicBezTo>
                  <a:cubicBezTo>
                    <a:pt x="155" y="2657"/>
                    <a:pt x="160" y="2682"/>
                    <a:pt x="172" y="2673"/>
                  </a:cubicBezTo>
                  <a:cubicBezTo>
                    <a:pt x="172" y="2673"/>
                    <a:pt x="182" y="2690"/>
                    <a:pt x="194" y="2683"/>
                  </a:cubicBezTo>
                  <a:cubicBezTo>
                    <a:pt x="194" y="2684"/>
                    <a:pt x="194" y="2684"/>
                    <a:pt x="194" y="2685"/>
                  </a:cubicBezTo>
                  <a:cubicBezTo>
                    <a:pt x="195" y="2683"/>
                    <a:pt x="195" y="2683"/>
                    <a:pt x="195" y="2683"/>
                  </a:cubicBezTo>
                  <a:cubicBezTo>
                    <a:pt x="196" y="2685"/>
                    <a:pt x="211" y="2700"/>
                    <a:pt x="221" y="2685"/>
                  </a:cubicBezTo>
                  <a:cubicBezTo>
                    <a:pt x="221" y="2686"/>
                    <a:pt x="221" y="2687"/>
                    <a:pt x="222" y="2689"/>
                  </a:cubicBezTo>
                  <a:cubicBezTo>
                    <a:pt x="223" y="2696"/>
                    <a:pt x="228" y="2706"/>
                    <a:pt x="249" y="2705"/>
                  </a:cubicBezTo>
                  <a:cubicBezTo>
                    <a:pt x="279" y="2703"/>
                    <a:pt x="281" y="2690"/>
                    <a:pt x="280" y="2672"/>
                  </a:cubicBezTo>
                  <a:cubicBezTo>
                    <a:pt x="279" y="2654"/>
                    <a:pt x="293" y="2651"/>
                    <a:pt x="293" y="2651"/>
                  </a:cubicBezTo>
                  <a:cubicBezTo>
                    <a:pt x="293" y="2651"/>
                    <a:pt x="314" y="2635"/>
                    <a:pt x="314" y="2616"/>
                  </a:cubicBezTo>
                  <a:cubicBezTo>
                    <a:pt x="314" y="2596"/>
                    <a:pt x="328" y="2580"/>
                    <a:pt x="328" y="2580"/>
                  </a:cubicBezTo>
                  <a:cubicBezTo>
                    <a:pt x="328" y="2580"/>
                    <a:pt x="344" y="2573"/>
                    <a:pt x="337" y="2535"/>
                  </a:cubicBezTo>
                  <a:cubicBezTo>
                    <a:pt x="337" y="2532"/>
                    <a:pt x="336" y="2528"/>
                    <a:pt x="335" y="2524"/>
                  </a:cubicBezTo>
                  <a:cubicBezTo>
                    <a:pt x="335" y="2523"/>
                    <a:pt x="341" y="2500"/>
                    <a:pt x="337" y="2478"/>
                  </a:cubicBezTo>
                  <a:cubicBezTo>
                    <a:pt x="337" y="2477"/>
                    <a:pt x="336" y="2475"/>
                    <a:pt x="336" y="2473"/>
                  </a:cubicBezTo>
                  <a:cubicBezTo>
                    <a:pt x="336" y="2472"/>
                    <a:pt x="335" y="2471"/>
                    <a:pt x="335" y="2469"/>
                  </a:cubicBezTo>
                  <a:cubicBezTo>
                    <a:pt x="330" y="2440"/>
                    <a:pt x="332" y="2368"/>
                    <a:pt x="333" y="2341"/>
                  </a:cubicBezTo>
                  <a:cubicBezTo>
                    <a:pt x="334" y="2311"/>
                    <a:pt x="352" y="2147"/>
                    <a:pt x="340" y="2083"/>
                  </a:cubicBezTo>
                  <a:cubicBezTo>
                    <a:pt x="340" y="2083"/>
                    <a:pt x="340" y="2083"/>
                    <a:pt x="340" y="2082"/>
                  </a:cubicBezTo>
                  <a:cubicBezTo>
                    <a:pt x="340" y="2082"/>
                    <a:pt x="340" y="2082"/>
                    <a:pt x="340" y="2082"/>
                  </a:cubicBezTo>
                  <a:cubicBezTo>
                    <a:pt x="339" y="2079"/>
                    <a:pt x="339" y="2076"/>
                    <a:pt x="338" y="2073"/>
                  </a:cubicBezTo>
                  <a:cubicBezTo>
                    <a:pt x="321" y="1974"/>
                    <a:pt x="348" y="1939"/>
                    <a:pt x="348" y="1890"/>
                  </a:cubicBezTo>
                  <a:cubicBezTo>
                    <a:pt x="348" y="1890"/>
                    <a:pt x="352" y="1833"/>
                    <a:pt x="346" y="1787"/>
                  </a:cubicBezTo>
                  <a:cubicBezTo>
                    <a:pt x="341" y="1740"/>
                    <a:pt x="351" y="1688"/>
                    <a:pt x="357" y="1629"/>
                  </a:cubicBezTo>
                  <a:cubicBezTo>
                    <a:pt x="360" y="1591"/>
                    <a:pt x="366" y="1555"/>
                    <a:pt x="370" y="1527"/>
                  </a:cubicBezTo>
                  <a:cubicBezTo>
                    <a:pt x="375" y="1529"/>
                    <a:pt x="381" y="1530"/>
                    <a:pt x="387" y="1530"/>
                  </a:cubicBezTo>
                  <a:cubicBezTo>
                    <a:pt x="389" y="1530"/>
                    <a:pt x="391" y="1530"/>
                    <a:pt x="393" y="1529"/>
                  </a:cubicBezTo>
                  <a:cubicBezTo>
                    <a:pt x="397" y="1557"/>
                    <a:pt x="403" y="1592"/>
                    <a:pt x="406" y="1628"/>
                  </a:cubicBezTo>
                  <a:cubicBezTo>
                    <a:pt x="412" y="1687"/>
                    <a:pt x="422" y="1739"/>
                    <a:pt x="416" y="1786"/>
                  </a:cubicBezTo>
                  <a:cubicBezTo>
                    <a:pt x="411" y="1833"/>
                    <a:pt x="415" y="1889"/>
                    <a:pt x="415" y="1889"/>
                  </a:cubicBezTo>
                  <a:cubicBezTo>
                    <a:pt x="415" y="1900"/>
                    <a:pt x="416" y="1911"/>
                    <a:pt x="418" y="1921"/>
                  </a:cubicBezTo>
                  <a:cubicBezTo>
                    <a:pt x="420" y="1934"/>
                    <a:pt x="423" y="1946"/>
                    <a:pt x="426" y="1960"/>
                  </a:cubicBezTo>
                  <a:cubicBezTo>
                    <a:pt x="431" y="1989"/>
                    <a:pt x="434" y="2026"/>
                    <a:pt x="423" y="2082"/>
                  </a:cubicBezTo>
                  <a:cubicBezTo>
                    <a:pt x="411" y="2147"/>
                    <a:pt x="429" y="2311"/>
                    <a:pt x="430" y="2340"/>
                  </a:cubicBezTo>
                  <a:cubicBezTo>
                    <a:pt x="431" y="2369"/>
                    <a:pt x="433" y="2450"/>
                    <a:pt x="427" y="2473"/>
                  </a:cubicBezTo>
                  <a:cubicBezTo>
                    <a:pt x="423" y="2490"/>
                    <a:pt x="425" y="2507"/>
                    <a:pt x="426" y="2516"/>
                  </a:cubicBezTo>
                  <a:cubicBezTo>
                    <a:pt x="427" y="2520"/>
                    <a:pt x="428" y="2522"/>
                    <a:pt x="428" y="2523"/>
                  </a:cubicBezTo>
                  <a:cubicBezTo>
                    <a:pt x="423" y="2541"/>
                    <a:pt x="423" y="2553"/>
                    <a:pt x="425" y="2562"/>
                  </a:cubicBezTo>
                  <a:cubicBezTo>
                    <a:pt x="428" y="2576"/>
                    <a:pt x="435" y="2580"/>
                    <a:pt x="435" y="2580"/>
                  </a:cubicBezTo>
                  <a:cubicBezTo>
                    <a:pt x="435" y="2580"/>
                    <a:pt x="446" y="2592"/>
                    <a:pt x="449" y="2608"/>
                  </a:cubicBezTo>
                  <a:cubicBezTo>
                    <a:pt x="449" y="2610"/>
                    <a:pt x="449" y="2613"/>
                    <a:pt x="449" y="2615"/>
                  </a:cubicBezTo>
                  <a:cubicBezTo>
                    <a:pt x="449" y="2616"/>
                    <a:pt x="449" y="2618"/>
                    <a:pt x="450" y="2619"/>
                  </a:cubicBezTo>
                  <a:cubicBezTo>
                    <a:pt x="452" y="2637"/>
                    <a:pt x="470" y="2651"/>
                    <a:pt x="470" y="2651"/>
                  </a:cubicBezTo>
                  <a:cubicBezTo>
                    <a:pt x="470" y="2651"/>
                    <a:pt x="480" y="2653"/>
                    <a:pt x="483" y="2665"/>
                  </a:cubicBezTo>
                  <a:cubicBezTo>
                    <a:pt x="483" y="2667"/>
                    <a:pt x="483" y="2669"/>
                    <a:pt x="483" y="2671"/>
                  </a:cubicBezTo>
                  <a:cubicBezTo>
                    <a:pt x="483" y="2676"/>
                    <a:pt x="483" y="2680"/>
                    <a:pt x="483" y="2684"/>
                  </a:cubicBezTo>
                  <a:cubicBezTo>
                    <a:pt x="485" y="2696"/>
                    <a:pt x="492" y="2703"/>
                    <a:pt x="514" y="2705"/>
                  </a:cubicBezTo>
                  <a:cubicBezTo>
                    <a:pt x="544" y="2707"/>
                    <a:pt x="542" y="2685"/>
                    <a:pt x="542" y="2685"/>
                  </a:cubicBezTo>
                  <a:cubicBezTo>
                    <a:pt x="551" y="2699"/>
                    <a:pt x="566" y="2686"/>
                    <a:pt x="568" y="2683"/>
                  </a:cubicBezTo>
                  <a:cubicBezTo>
                    <a:pt x="569" y="2685"/>
                    <a:pt x="569" y="2685"/>
                    <a:pt x="569" y="2685"/>
                  </a:cubicBezTo>
                  <a:cubicBezTo>
                    <a:pt x="569" y="2684"/>
                    <a:pt x="569" y="2684"/>
                    <a:pt x="569" y="2683"/>
                  </a:cubicBezTo>
                  <a:cubicBezTo>
                    <a:pt x="581" y="2690"/>
                    <a:pt x="591" y="2673"/>
                    <a:pt x="591" y="2673"/>
                  </a:cubicBezTo>
                  <a:cubicBezTo>
                    <a:pt x="603" y="2682"/>
                    <a:pt x="608" y="2657"/>
                    <a:pt x="608" y="2657"/>
                  </a:cubicBezTo>
                  <a:cubicBezTo>
                    <a:pt x="611" y="2649"/>
                    <a:pt x="611" y="2642"/>
                    <a:pt x="610" y="2637"/>
                  </a:cubicBezTo>
                  <a:cubicBezTo>
                    <a:pt x="607" y="2625"/>
                    <a:pt x="598" y="2617"/>
                    <a:pt x="595" y="2608"/>
                  </a:cubicBezTo>
                  <a:cubicBezTo>
                    <a:pt x="590" y="2594"/>
                    <a:pt x="576" y="2589"/>
                    <a:pt x="571" y="2571"/>
                  </a:cubicBezTo>
                  <a:cubicBezTo>
                    <a:pt x="563" y="2541"/>
                    <a:pt x="539" y="2499"/>
                    <a:pt x="539" y="2499"/>
                  </a:cubicBezTo>
                  <a:cubicBezTo>
                    <a:pt x="539" y="2499"/>
                    <a:pt x="528" y="2484"/>
                    <a:pt x="523" y="2454"/>
                  </a:cubicBezTo>
                  <a:cubicBezTo>
                    <a:pt x="518" y="2427"/>
                    <a:pt x="517" y="2387"/>
                    <a:pt x="532" y="2334"/>
                  </a:cubicBezTo>
                  <a:cubicBezTo>
                    <a:pt x="563" y="2220"/>
                    <a:pt x="570" y="2052"/>
                    <a:pt x="572" y="1998"/>
                  </a:cubicBezTo>
                  <a:cubicBezTo>
                    <a:pt x="573" y="1944"/>
                    <a:pt x="586" y="1891"/>
                    <a:pt x="583" y="1834"/>
                  </a:cubicBezTo>
                  <a:cubicBezTo>
                    <a:pt x="580" y="1777"/>
                    <a:pt x="586" y="1729"/>
                    <a:pt x="607" y="1650"/>
                  </a:cubicBezTo>
                  <a:cubicBezTo>
                    <a:pt x="629" y="1572"/>
                    <a:pt x="621" y="1465"/>
                    <a:pt x="623" y="1433"/>
                  </a:cubicBezTo>
                  <a:cubicBezTo>
                    <a:pt x="627" y="1376"/>
                    <a:pt x="620" y="1312"/>
                    <a:pt x="620" y="1312"/>
                  </a:cubicBezTo>
                  <a:cubicBezTo>
                    <a:pt x="620" y="1312"/>
                    <a:pt x="620" y="1312"/>
                    <a:pt x="620" y="1312"/>
                  </a:cubicBezTo>
                  <a:cubicBezTo>
                    <a:pt x="620" y="1311"/>
                    <a:pt x="620" y="1311"/>
                    <a:pt x="620" y="1311"/>
                  </a:cubicBezTo>
                  <a:cubicBezTo>
                    <a:pt x="619" y="1311"/>
                    <a:pt x="619" y="1311"/>
                    <a:pt x="619" y="1311"/>
                  </a:cubicBezTo>
                  <a:cubicBezTo>
                    <a:pt x="618" y="1299"/>
                    <a:pt x="614" y="1276"/>
                    <a:pt x="611" y="1255"/>
                  </a:cubicBezTo>
                  <a:cubicBezTo>
                    <a:pt x="608" y="1242"/>
                    <a:pt x="606" y="1229"/>
                    <a:pt x="603" y="1219"/>
                  </a:cubicBezTo>
                  <a:cubicBezTo>
                    <a:pt x="602" y="1215"/>
                    <a:pt x="601" y="1210"/>
                    <a:pt x="600" y="1204"/>
                  </a:cubicBezTo>
                  <a:cubicBezTo>
                    <a:pt x="593" y="1162"/>
                    <a:pt x="587" y="1083"/>
                    <a:pt x="590" y="1038"/>
                  </a:cubicBezTo>
                  <a:cubicBezTo>
                    <a:pt x="593" y="989"/>
                    <a:pt x="626" y="874"/>
                    <a:pt x="627" y="792"/>
                  </a:cubicBezTo>
                  <a:cubicBezTo>
                    <a:pt x="628" y="793"/>
                    <a:pt x="628" y="793"/>
                    <a:pt x="628" y="793"/>
                  </a:cubicBezTo>
                  <a:cubicBezTo>
                    <a:pt x="628" y="794"/>
                    <a:pt x="628" y="794"/>
                    <a:pt x="628" y="794"/>
                  </a:cubicBezTo>
                  <a:cubicBezTo>
                    <a:pt x="628" y="793"/>
                    <a:pt x="628" y="793"/>
                    <a:pt x="628" y="793"/>
                  </a:cubicBezTo>
                  <a:cubicBezTo>
                    <a:pt x="631" y="799"/>
                    <a:pt x="631" y="799"/>
                    <a:pt x="631" y="799"/>
                  </a:cubicBezTo>
                  <a:cubicBezTo>
                    <a:pt x="632" y="805"/>
                    <a:pt x="634" y="814"/>
                    <a:pt x="636" y="827"/>
                  </a:cubicBezTo>
                  <a:cubicBezTo>
                    <a:pt x="641" y="854"/>
                    <a:pt x="649" y="894"/>
                    <a:pt x="656" y="932"/>
                  </a:cubicBezTo>
                  <a:cubicBezTo>
                    <a:pt x="662" y="970"/>
                    <a:pt x="668" y="1004"/>
                    <a:pt x="668" y="1020"/>
                  </a:cubicBezTo>
                  <a:cubicBezTo>
                    <a:pt x="668" y="1058"/>
                    <a:pt x="669" y="1223"/>
                    <a:pt x="672" y="1250"/>
                  </a:cubicBezTo>
                  <a:cubicBezTo>
                    <a:pt x="676" y="1277"/>
                    <a:pt x="677" y="1307"/>
                    <a:pt x="659" y="1331"/>
                  </a:cubicBezTo>
                  <a:cubicBezTo>
                    <a:pt x="641" y="1356"/>
                    <a:pt x="636" y="1373"/>
                    <a:pt x="634" y="1380"/>
                  </a:cubicBezTo>
                  <a:cubicBezTo>
                    <a:pt x="632" y="1386"/>
                    <a:pt x="633" y="1460"/>
                    <a:pt x="633" y="1460"/>
                  </a:cubicBezTo>
                  <a:cubicBezTo>
                    <a:pt x="634" y="1461"/>
                    <a:pt x="634" y="1461"/>
                    <a:pt x="634" y="1461"/>
                  </a:cubicBezTo>
                  <a:cubicBezTo>
                    <a:pt x="634" y="1461"/>
                    <a:pt x="634" y="1461"/>
                    <a:pt x="634" y="1461"/>
                  </a:cubicBezTo>
                  <a:cubicBezTo>
                    <a:pt x="639" y="1486"/>
                    <a:pt x="639" y="1486"/>
                    <a:pt x="639" y="1486"/>
                  </a:cubicBezTo>
                  <a:cubicBezTo>
                    <a:pt x="665" y="1478"/>
                    <a:pt x="660" y="1412"/>
                    <a:pt x="660" y="1412"/>
                  </a:cubicBezTo>
                  <a:cubicBezTo>
                    <a:pt x="668" y="1421"/>
                    <a:pt x="671" y="1431"/>
                    <a:pt x="672" y="1439"/>
                  </a:cubicBezTo>
                  <a:cubicBezTo>
                    <a:pt x="674" y="1448"/>
                    <a:pt x="674" y="1456"/>
                    <a:pt x="674" y="1461"/>
                  </a:cubicBezTo>
                  <a:cubicBezTo>
                    <a:pt x="675" y="1471"/>
                    <a:pt x="672" y="1497"/>
                    <a:pt x="668" y="1500"/>
                  </a:cubicBezTo>
                  <a:cubicBezTo>
                    <a:pt x="665" y="1502"/>
                    <a:pt x="659" y="1519"/>
                    <a:pt x="661" y="1528"/>
                  </a:cubicBezTo>
                  <a:cubicBezTo>
                    <a:pt x="661" y="1531"/>
                    <a:pt x="662" y="1533"/>
                    <a:pt x="663" y="1534"/>
                  </a:cubicBezTo>
                  <a:cubicBezTo>
                    <a:pt x="670" y="1541"/>
                    <a:pt x="682" y="1532"/>
                    <a:pt x="682" y="1532"/>
                  </a:cubicBezTo>
                  <a:cubicBezTo>
                    <a:pt x="691" y="1537"/>
                    <a:pt x="699" y="1530"/>
                    <a:pt x="704" y="1524"/>
                  </a:cubicBezTo>
                  <a:cubicBezTo>
                    <a:pt x="704" y="1525"/>
                    <a:pt x="704" y="1525"/>
                    <a:pt x="704" y="1526"/>
                  </a:cubicBezTo>
                  <a:cubicBezTo>
                    <a:pt x="705" y="1523"/>
                    <a:pt x="705" y="1523"/>
                    <a:pt x="705" y="1523"/>
                  </a:cubicBezTo>
                  <a:cubicBezTo>
                    <a:pt x="707" y="1521"/>
                    <a:pt x="708" y="1519"/>
                    <a:pt x="708" y="1519"/>
                  </a:cubicBezTo>
                  <a:cubicBezTo>
                    <a:pt x="717" y="1520"/>
                    <a:pt x="741" y="1500"/>
                    <a:pt x="750" y="1481"/>
                  </a:cubicBezTo>
                  <a:cubicBezTo>
                    <a:pt x="760" y="1461"/>
                    <a:pt x="765" y="1408"/>
                    <a:pt x="758" y="1367"/>
                  </a:cubicBezTo>
                  <a:cubicBezTo>
                    <a:pt x="750" y="1327"/>
                    <a:pt x="750" y="1273"/>
                    <a:pt x="758" y="1227"/>
                  </a:cubicBezTo>
                  <a:close/>
                </a:path>
              </a:pathLst>
            </a:custGeom>
            <a:noFill/>
            <a:ln w="19050" cap="rnd" cmpd="sng">
              <a:solidFill>
                <a:schemeClr val="bg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</p:grpSp>
      <p:grpSp>
        <p:nvGrpSpPr>
          <p:cNvPr id="62476" name="female-full-body-outline-front">
            <a:extLst>
              <a:ext uri="{FF2B5EF4-FFF2-40B4-BE49-F238E27FC236}">
                <a16:creationId xmlns:a16="http://schemas.microsoft.com/office/drawing/2014/main" id="{C2EACE5D-5C42-4894-B1F6-B152B8979A9A}"/>
              </a:ext>
            </a:extLst>
          </p:cNvPr>
          <p:cNvGrpSpPr>
            <a:grpSpLocks/>
          </p:cNvGrpSpPr>
          <p:nvPr/>
        </p:nvGrpSpPr>
        <p:grpSpPr bwMode="auto">
          <a:xfrm>
            <a:off x="6900863" y="2862263"/>
            <a:ext cx="979487" cy="3662362"/>
            <a:chOff x="2754" y="699"/>
            <a:chExt cx="617" cy="2307"/>
          </a:xfrm>
        </p:grpSpPr>
        <p:sp>
          <p:nvSpPr>
            <p:cNvPr id="62483" name="Freeform 210">
              <a:extLst>
                <a:ext uri="{FF2B5EF4-FFF2-40B4-BE49-F238E27FC236}">
                  <a16:creationId xmlns:a16="http://schemas.microsoft.com/office/drawing/2014/main" id="{406D045A-87EB-474A-82A5-6B53BAF941E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754" y="699"/>
              <a:ext cx="617" cy="2307"/>
            </a:xfrm>
            <a:custGeom>
              <a:avLst/>
              <a:gdLst>
                <a:gd name="T0" fmla="*/ 158 w 752"/>
                <a:gd name="T1" fmla="*/ 227 h 2830"/>
                <a:gd name="T2" fmla="*/ 268 w 752"/>
                <a:gd name="T3" fmla="*/ 153 h 2830"/>
                <a:gd name="T4" fmla="*/ 286 w 752"/>
                <a:gd name="T5" fmla="*/ 115 h 2830"/>
                <a:gd name="T6" fmla="*/ 253 w 752"/>
                <a:gd name="T7" fmla="*/ 13 h 2830"/>
                <a:gd name="T8" fmla="*/ 240 w 752"/>
                <a:gd name="T9" fmla="*/ 4 h 2830"/>
                <a:gd name="T10" fmla="*/ 192 w 752"/>
                <a:gd name="T11" fmla="*/ 5 h 2830"/>
                <a:gd name="T12" fmla="*/ 153 w 752"/>
                <a:gd name="T13" fmla="*/ 28 h 2830"/>
                <a:gd name="T14" fmla="*/ 133 w 752"/>
                <a:gd name="T15" fmla="*/ 131 h 2830"/>
                <a:gd name="T16" fmla="*/ 138 w 752"/>
                <a:gd name="T17" fmla="*/ 186 h 2830"/>
                <a:gd name="T18" fmla="*/ 107 w 752"/>
                <a:gd name="T19" fmla="*/ 249 h 2830"/>
                <a:gd name="T20" fmla="*/ 13 w 752"/>
                <a:gd name="T21" fmla="*/ 645 h 2830"/>
                <a:gd name="T22" fmla="*/ 17 w 752"/>
                <a:gd name="T23" fmla="*/ 865 h 2830"/>
                <a:gd name="T24" fmla="*/ 57 w 752"/>
                <a:gd name="T25" fmla="*/ 863 h 2830"/>
                <a:gd name="T26" fmla="*/ 57 w 752"/>
                <a:gd name="T27" fmla="*/ 861 h 2830"/>
                <a:gd name="T28" fmla="*/ 51 w 752"/>
                <a:gd name="T29" fmla="*/ 792 h 2830"/>
                <a:gd name="T30" fmla="*/ 64 w 752"/>
                <a:gd name="T31" fmla="*/ 635 h 2830"/>
                <a:gd name="T32" fmla="*/ 103 w 752"/>
                <a:gd name="T33" fmla="*/ 542 h 2830"/>
                <a:gd name="T34" fmla="*/ 119 w 752"/>
                <a:gd name="T35" fmla="*/ 1120 h 2830"/>
                <a:gd name="T36" fmla="*/ 123 w 752"/>
                <a:gd name="T37" fmla="*/ 1513 h 2830"/>
                <a:gd name="T38" fmla="*/ 123 w 752"/>
                <a:gd name="T39" fmla="*/ 1517 h 2830"/>
                <a:gd name="T40" fmla="*/ 125 w 752"/>
                <a:gd name="T41" fmla="*/ 1520 h 2830"/>
                <a:gd name="T42" fmla="*/ 126 w 752"/>
                <a:gd name="T43" fmla="*/ 1523 h 2830"/>
                <a:gd name="T44" fmla="*/ 130 w 752"/>
                <a:gd name="T45" fmla="*/ 1523 h 2830"/>
                <a:gd name="T46" fmla="*/ 130 w 752"/>
                <a:gd name="T47" fmla="*/ 1525 h 2830"/>
                <a:gd name="T48" fmla="*/ 133 w 752"/>
                <a:gd name="T49" fmla="*/ 1528 h 2830"/>
                <a:gd name="T50" fmla="*/ 136 w 752"/>
                <a:gd name="T51" fmla="*/ 1530 h 2830"/>
                <a:gd name="T52" fmla="*/ 140 w 752"/>
                <a:gd name="T53" fmla="*/ 1530 h 2830"/>
                <a:gd name="T54" fmla="*/ 144 w 752"/>
                <a:gd name="T55" fmla="*/ 1530 h 2830"/>
                <a:gd name="T56" fmla="*/ 148 w 752"/>
                <a:gd name="T57" fmla="*/ 1528 h 2830"/>
                <a:gd name="T58" fmla="*/ 204 w 752"/>
                <a:gd name="T59" fmla="*/ 1455 h 2830"/>
                <a:gd name="T60" fmla="*/ 200 w 752"/>
                <a:gd name="T61" fmla="*/ 1020 h 2830"/>
                <a:gd name="T62" fmla="*/ 216 w 752"/>
                <a:gd name="T63" fmla="*/ 815 h 2830"/>
                <a:gd name="T64" fmla="*/ 226 w 752"/>
                <a:gd name="T65" fmla="*/ 1357 h 2830"/>
                <a:gd name="T66" fmla="*/ 221 w 752"/>
                <a:gd name="T67" fmla="*/ 1525 h 2830"/>
                <a:gd name="T68" fmla="*/ 269 w 752"/>
                <a:gd name="T69" fmla="*/ 1529 h 2830"/>
                <a:gd name="T70" fmla="*/ 273 w 752"/>
                <a:gd name="T71" fmla="*/ 1530 h 2830"/>
                <a:gd name="T72" fmla="*/ 278 w 752"/>
                <a:gd name="T73" fmla="*/ 1530 h 2830"/>
                <a:gd name="T74" fmla="*/ 281 w 752"/>
                <a:gd name="T75" fmla="*/ 1528 h 2830"/>
                <a:gd name="T76" fmla="*/ 286 w 752"/>
                <a:gd name="T77" fmla="*/ 1523 h 2830"/>
                <a:gd name="T78" fmla="*/ 289 w 752"/>
                <a:gd name="T79" fmla="*/ 1523 h 2830"/>
                <a:gd name="T80" fmla="*/ 290 w 752"/>
                <a:gd name="T81" fmla="*/ 1520 h 2830"/>
                <a:gd name="T82" fmla="*/ 292 w 752"/>
                <a:gd name="T83" fmla="*/ 1518 h 2830"/>
                <a:gd name="T84" fmla="*/ 292 w 752"/>
                <a:gd name="T85" fmla="*/ 1515 h 2830"/>
                <a:gd name="T86" fmla="*/ 294 w 752"/>
                <a:gd name="T87" fmla="*/ 1290 h 2830"/>
                <a:gd name="T88" fmla="*/ 343 w 752"/>
                <a:gd name="T89" fmla="*/ 728 h 2830"/>
                <a:gd name="T90" fmla="*/ 323 w 752"/>
                <a:gd name="T91" fmla="*/ 458 h 2830"/>
                <a:gd name="T92" fmla="*/ 362 w 752"/>
                <a:gd name="T93" fmla="*/ 831 h 2830"/>
                <a:gd name="T94" fmla="*/ 358 w 752"/>
                <a:gd name="T95" fmla="*/ 861 h 2830"/>
                <a:gd name="T96" fmla="*/ 358 w 752"/>
                <a:gd name="T97" fmla="*/ 863 h 2830"/>
                <a:gd name="T98" fmla="*/ 398 w 752"/>
                <a:gd name="T99" fmla="*/ 865 h 2830"/>
                <a:gd name="T100" fmla="*/ 400 w 752"/>
                <a:gd name="T101" fmla="*/ 644 h 2830"/>
                <a:gd name="T102" fmla="*/ 361 w 752"/>
                <a:gd name="T103" fmla="*/ 289 h 2830"/>
                <a:gd name="T104" fmla="*/ 281 w 752"/>
                <a:gd name="T105" fmla="*/ 207 h 2830"/>
                <a:gd name="T106" fmla="*/ 257 w 752"/>
                <a:gd name="T107" fmla="*/ 177 h 2830"/>
                <a:gd name="T108" fmla="*/ 257 w 752"/>
                <a:gd name="T109" fmla="*/ 172 h 2830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752" h="2830">
                  <a:moveTo>
                    <a:pt x="292" y="322"/>
                  </a:moveTo>
                  <a:cubicBezTo>
                    <a:pt x="295" y="324"/>
                    <a:pt x="297" y="327"/>
                    <a:pt x="300" y="329"/>
                  </a:cubicBezTo>
                  <a:cubicBezTo>
                    <a:pt x="302" y="338"/>
                    <a:pt x="303" y="347"/>
                    <a:pt x="304" y="354"/>
                  </a:cubicBezTo>
                  <a:cubicBezTo>
                    <a:pt x="304" y="354"/>
                    <a:pt x="304" y="354"/>
                    <a:pt x="304" y="355"/>
                  </a:cubicBezTo>
                  <a:cubicBezTo>
                    <a:pt x="304" y="357"/>
                    <a:pt x="304" y="359"/>
                    <a:pt x="304" y="361"/>
                  </a:cubicBezTo>
                  <a:cubicBezTo>
                    <a:pt x="305" y="387"/>
                    <a:pt x="298" y="406"/>
                    <a:pt x="287" y="420"/>
                  </a:cubicBezTo>
                  <a:cubicBezTo>
                    <a:pt x="286" y="409"/>
                    <a:pt x="285" y="397"/>
                    <a:pt x="282" y="387"/>
                  </a:cubicBezTo>
                  <a:cubicBezTo>
                    <a:pt x="287" y="393"/>
                    <a:pt x="285" y="395"/>
                    <a:pt x="290" y="401"/>
                  </a:cubicBezTo>
                  <a:cubicBezTo>
                    <a:pt x="292" y="377"/>
                    <a:pt x="284" y="359"/>
                    <a:pt x="285" y="335"/>
                  </a:cubicBezTo>
                  <a:cubicBezTo>
                    <a:pt x="285" y="335"/>
                    <a:pt x="288" y="316"/>
                    <a:pt x="292" y="322"/>
                  </a:cubicBezTo>
                  <a:close/>
                  <a:moveTo>
                    <a:pt x="481" y="293"/>
                  </a:moveTo>
                  <a:cubicBezTo>
                    <a:pt x="483" y="289"/>
                    <a:pt x="484" y="286"/>
                    <a:pt x="485" y="283"/>
                  </a:cubicBezTo>
                  <a:cubicBezTo>
                    <a:pt x="486" y="283"/>
                    <a:pt x="486" y="283"/>
                    <a:pt x="486" y="282"/>
                  </a:cubicBezTo>
                  <a:cubicBezTo>
                    <a:pt x="487" y="280"/>
                    <a:pt x="487" y="278"/>
                    <a:pt x="488" y="277"/>
                  </a:cubicBezTo>
                  <a:cubicBezTo>
                    <a:pt x="489" y="274"/>
                    <a:pt x="490" y="270"/>
                    <a:pt x="491" y="267"/>
                  </a:cubicBezTo>
                  <a:cubicBezTo>
                    <a:pt x="500" y="273"/>
                    <a:pt x="512" y="249"/>
                    <a:pt x="514" y="243"/>
                  </a:cubicBezTo>
                  <a:cubicBezTo>
                    <a:pt x="517" y="236"/>
                    <a:pt x="518" y="230"/>
                    <a:pt x="517" y="223"/>
                  </a:cubicBezTo>
                  <a:cubicBezTo>
                    <a:pt x="517" y="219"/>
                    <a:pt x="517" y="215"/>
                    <a:pt x="518" y="212"/>
                  </a:cubicBezTo>
                  <a:cubicBezTo>
                    <a:pt x="521" y="202"/>
                    <a:pt x="532" y="190"/>
                    <a:pt x="523" y="180"/>
                  </a:cubicBezTo>
                  <a:cubicBezTo>
                    <a:pt x="520" y="175"/>
                    <a:pt x="514" y="176"/>
                    <a:pt x="509" y="178"/>
                  </a:cubicBezTo>
                  <a:cubicBezTo>
                    <a:pt x="510" y="170"/>
                    <a:pt x="511" y="162"/>
                    <a:pt x="510" y="157"/>
                  </a:cubicBezTo>
                  <a:cubicBezTo>
                    <a:pt x="506" y="137"/>
                    <a:pt x="512" y="115"/>
                    <a:pt x="508" y="96"/>
                  </a:cubicBezTo>
                  <a:cubicBezTo>
                    <a:pt x="504" y="75"/>
                    <a:pt x="493" y="57"/>
                    <a:pt x="478" y="42"/>
                  </a:cubicBezTo>
                  <a:cubicBezTo>
                    <a:pt x="472" y="34"/>
                    <a:pt x="466" y="29"/>
                    <a:pt x="457" y="25"/>
                  </a:cubicBezTo>
                  <a:cubicBezTo>
                    <a:pt x="457" y="25"/>
                    <a:pt x="457" y="25"/>
                    <a:pt x="457" y="25"/>
                  </a:cubicBezTo>
                  <a:cubicBezTo>
                    <a:pt x="460" y="26"/>
                    <a:pt x="462" y="27"/>
                    <a:pt x="465" y="29"/>
                  </a:cubicBezTo>
                  <a:cubicBezTo>
                    <a:pt x="468" y="30"/>
                    <a:pt x="471" y="32"/>
                    <a:pt x="474" y="33"/>
                  </a:cubicBezTo>
                  <a:cubicBezTo>
                    <a:pt x="464" y="22"/>
                    <a:pt x="448" y="12"/>
                    <a:pt x="433" y="12"/>
                  </a:cubicBezTo>
                  <a:cubicBezTo>
                    <a:pt x="441" y="12"/>
                    <a:pt x="448" y="14"/>
                    <a:pt x="456" y="14"/>
                  </a:cubicBezTo>
                  <a:cubicBezTo>
                    <a:pt x="449" y="11"/>
                    <a:pt x="443" y="8"/>
                    <a:pt x="435" y="7"/>
                  </a:cubicBezTo>
                  <a:cubicBezTo>
                    <a:pt x="427" y="6"/>
                    <a:pt x="414" y="5"/>
                    <a:pt x="407" y="9"/>
                  </a:cubicBezTo>
                  <a:cubicBezTo>
                    <a:pt x="406" y="9"/>
                    <a:pt x="405" y="9"/>
                    <a:pt x="405" y="9"/>
                  </a:cubicBezTo>
                  <a:cubicBezTo>
                    <a:pt x="405" y="9"/>
                    <a:pt x="405" y="9"/>
                    <a:pt x="405" y="9"/>
                  </a:cubicBezTo>
                  <a:cubicBezTo>
                    <a:pt x="387" y="5"/>
                    <a:pt x="360" y="0"/>
                    <a:pt x="342" y="8"/>
                  </a:cubicBezTo>
                  <a:cubicBezTo>
                    <a:pt x="352" y="6"/>
                    <a:pt x="363" y="4"/>
                    <a:pt x="373" y="8"/>
                  </a:cubicBezTo>
                  <a:cubicBezTo>
                    <a:pt x="364" y="8"/>
                    <a:pt x="355" y="7"/>
                    <a:pt x="347" y="9"/>
                  </a:cubicBezTo>
                  <a:cubicBezTo>
                    <a:pt x="336" y="11"/>
                    <a:pt x="325" y="14"/>
                    <a:pt x="313" y="15"/>
                  </a:cubicBezTo>
                  <a:cubicBezTo>
                    <a:pt x="318" y="15"/>
                    <a:pt x="324" y="14"/>
                    <a:pt x="329" y="15"/>
                  </a:cubicBezTo>
                  <a:cubicBezTo>
                    <a:pt x="324" y="16"/>
                    <a:pt x="319" y="17"/>
                    <a:pt x="315" y="20"/>
                  </a:cubicBezTo>
                  <a:cubicBezTo>
                    <a:pt x="313" y="21"/>
                    <a:pt x="311" y="22"/>
                    <a:pt x="309" y="23"/>
                  </a:cubicBezTo>
                  <a:cubicBezTo>
                    <a:pt x="307" y="24"/>
                    <a:pt x="305" y="25"/>
                    <a:pt x="303" y="26"/>
                  </a:cubicBezTo>
                  <a:cubicBezTo>
                    <a:pt x="294" y="31"/>
                    <a:pt x="282" y="41"/>
                    <a:pt x="278" y="51"/>
                  </a:cubicBezTo>
                  <a:cubicBezTo>
                    <a:pt x="256" y="74"/>
                    <a:pt x="241" y="105"/>
                    <a:pt x="237" y="136"/>
                  </a:cubicBezTo>
                  <a:cubicBezTo>
                    <a:pt x="235" y="150"/>
                    <a:pt x="238" y="163"/>
                    <a:pt x="242" y="176"/>
                  </a:cubicBezTo>
                  <a:cubicBezTo>
                    <a:pt x="238" y="175"/>
                    <a:pt x="235" y="176"/>
                    <a:pt x="232" y="179"/>
                  </a:cubicBezTo>
                  <a:cubicBezTo>
                    <a:pt x="224" y="190"/>
                    <a:pt x="235" y="201"/>
                    <a:pt x="238" y="211"/>
                  </a:cubicBezTo>
                  <a:cubicBezTo>
                    <a:pt x="239" y="215"/>
                    <a:pt x="239" y="219"/>
                    <a:pt x="239" y="223"/>
                  </a:cubicBezTo>
                  <a:cubicBezTo>
                    <a:pt x="238" y="230"/>
                    <a:pt x="238" y="236"/>
                    <a:pt x="241" y="243"/>
                  </a:cubicBezTo>
                  <a:cubicBezTo>
                    <a:pt x="244" y="248"/>
                    <a:pt x="255" y="271"/>
                    <a:pt x="264" y="267"/>
                  </a:cubicBezTo>
                  <a:cubicBezTo>
                    <a:pt x="266" y="272"/>
                    <a:pt x="267" y="276"/>
                    <a:pt x="268" y="280"/>
                  </a:cubicBezTo>
                  <a:cubicBezTo>
                    <a:pt x="269" y="281"/>
                    <a:pt x="270" y="284"/>
                    <a:pt x="271" y="286"/>
                  </a:cubicBezTo>
                  <a:cubicBezTo>
                    <a:pt x="271" y="287"/>
                    <a:pt x="272" y="288"/>
                    <a:pt x="272" y="290"/>
                  </a:cubicBezTo>
                  <a:cubicBezTo>
                    <a:pt x="272" y="290"/>
                    <a:pt x="276" y="293"/>
                    <a:pt x="267" y="312"/>
                  </a:cubicBezTo>
                  <a:cubicBezTo>
                    <a:pt x="261" y="323"/>
                    <a:pt x="255" y="334"/>
                    <a:pt x="250" y="344"/>
                  </a:cubicBezTo>
                  <a:cubicBezTo>
                    <a:pt x="252" y="341"/>
                    <a:pt x="246" y="352"/>
                    <a:pt x="241" y="359"/>
                  </a:cubicBezTo>
                  <a:cubicBezTo>
                    <a:pt x="232" y="372"/>
                    <a:pt x="221" y="385"/>
                    <a:pt x="218" y="401"/>
                  </a:cubicBezTo>
                  <a:cubicBezTo>
                    <a:pt x="224" y="393"/>
                    <a:pt x="231" y="379"/>
                    <a:pt x="242" y="376"/>
                  </a:cubicBezTo>
                  <a:cubicBezTo>
                    <a:pt x="235" y="385"/>
                    <a:pt x="229" y="396"/>
                    <a:pt x="226" y="407"/>
                  </a:cubicBezTo>
                  <a:cubicBezTo>
                    <a:pt x="222" y="422"/>
                    <a:pt x="225" y="438"/>
                    <a:pt x="223" y="454"/>
                  </a:cubicBezTo>
                  <a:cubicBezTo>
                    <a:pt x="215" y="455"/>
                    <a:pt x="206" y="457"/>
                    <a:pt x="195" y="460"/>
                  </a:cubicBezTo>
                  <a:cubicBezTo>
                    <a:pt x="177" y="464"/>
                    <a:pt x="136" y="476"/>
                    <a:pt x="118" y="505"/>
                  </a:cubicBezTo>
                  <a:cubicBezTo>
                    <a:pt x="107" y="524"/>
                    <a:pt x="91" y="572"/>
                    <a:pt x="86" y="607"/>
                  </a:cubicBezTo>
                  <a:cubicBezTo>
                    <a:pt x="80" y="643"/>
                    <a:pt x="57" y="816"/>
                    <a:pt x="56" y="872"/>
                  </a:cubicBezTo>
                  <a:cubicBezTo>
                    <a:pt x="56" y="874"/>
                    <a:pt x="56" y="875"/>
                    <a:pt x="56" y="877"/>
                  </a:cubicBezTo>
                  <a:cubicBezTo>
                    <a:pt x="56" y="926"/>
                    <a:pt x="50" y="959"/>
                    <a:pt x="45" y="982"/>
                  </a:cubicBezTo>
                  <a:cubicBezTo>
                    <a:pt x="41" y="1004"/>
                    <a:pt x="22" y="1067"/>
                    <a:pt x="23" y="1190"/>
                  </a:cubicBezTo>
                  <a:cubicBezTo>
                    <a:pt x="24" y="1212"/>
                    <a:pt x="22" y="1263"/>
                    <a:pt x="24" y="1295"/>
                  </a:cubicBezTo>
                  <a:cubicBezTo>
                    <a:pt x="28" y="1337"/>
                    <a:pt x="22" y="1427"/>
                    <a:pt x="17" y="1447"/>
                  </a:cubicBezTo>
                  <a:cubicBezTo>
                    <a:pt x="11" y="1473"/>
                    <a:pt x="5" y="1517"/>
                    <a:pt x="3" y="1523"/>
                  </a:cubicBezTo>
                  <a:cubicBezTo>
                    <a:pt x="0" y="1529"/>
                    <a:pt x="5" y="1538"/>
                    <a:pt x="8" y="1544"/>
                  </a:cubicBezTo>
                  <a:cubicBezTo>
                    <a:pt x="12" y="1551"/>
                    <a:pt x="11" y="1557"/>
                    <a:pt x="15" y="1566"/>
                  </a:cubicBezTo>
                  <a:cubicBezTo>
                    <a:pt x="18" y="1573"/>
                    <a:pt x="27" y="1588"/>
                    <a:pt x="32" y="1596"/>
                  </a:cubicBezTo>
                  <a:cubicBezTo>
                    <a:pt x="37" y="1605"/>
                    <a:pt x="56" y="1615"/>
                    <a:pt x="71" y="1620"/>
                  </a:cubicBezTo>
                  <a:cubicBezTo>
                    <a:pt x="81" y="1624"/>
                    <a:pt x="100" y="1635"/>
                    <a:pt x="102" y="1630"/>
                  </a:cubicBezTo>
                  <a:cubicBezTo>
                    <a:pt x="106" y="1619"/>
                    <a:pt x="99" y="1612"/>
                    <a:pt x="91" y="1608"/>
                  </a:cubicBezTo>
                  <a:cubicBezTo>
                    <a:pt x="87" y="1605"/>
                    <a:pt x="100" y="1614"/>
                    <a:pt x="103" y="1604"/>
                  </a:cubicBezTo>
                  <a:cubicBezTo>
                    <a:pt x="104" y="1601"/>
                    <a:pt x="104" y="1600"/>
                    <a:pt x="102" y="1595"/>
                  </a:cubicBezTo>
                  <a:cubicBezTo>
                    <a:pt x="102" y="1594"/>
                    <a:pt x="103" y="1594"/>
                    <a:pt x="103" y="1593"/>
                  </a:cubicBezTo>
                  <a:cubicBezTo>
                    <a:pt x="103" y="1593"/>
                    <a:pt x="103" y="1592"/>
                    <a:pt x="103" y="1592"/>
                  </a:cubicBezTo>
                  <a:cubicBezTo>
                    <a:pt x="103" y="1592"/>
                    <a:pt x="103" y="1592"/>
                    <a:pt x="103" y="1592"/>
                  </a:cubicBezTo>
                  <a:cubicBezTo>
                    <a:pt x="103" y="1591"/>
                    <a:pt x="103" y="1591"/>
                    <a:pt x="103" y="1591"/>
                  </a:cubicBezTo>
                  <a:cubicBezTo>
                    <a:pt x="103" y="1591"/>
                    <a:pt x="103" y="1590"/>
                    <a:pt x="103" y="1590"/>
                  </a:cubicBezTo>
                  <a:cubicBezTo>
                    <a:pt x="103" y="1590"/>
                    <a:pt x="103" y="1590"/>
                    <a:pt x="103" y="1590"/>
                  </a:cubicBezTo>
                  <a:cubicBezTo>
                    <a:pt x="103" y="1589"/>
                    <a:pt x="103" y="1589"/>
                    <a:pt x="103" y="1589"/>
                  </a:cubicBezTo>
                  <a:cubicBezTo>
                    <a:pt x="102" y="1589"/>
                    <a:pt x="102" y="1589"/>
                    <a:pt x="102" y="1589"/>
                  </a:cubicBezTo>
                  <a:cubicBezTo>
                    <a:pt x="102" y="1588"/>
                    <a:pt x="102" y="1588"/>
                    <a:pt x="102" y="1588"/>
                  </a:cubicBezTo>
                  <a:cubicBezTo>
                    <a:pt x="102" y="1588"/>
                    <a:pt x="102" y="1588"/>
                    <a:pt x="102" y="1588"/>
                  </a:cubicBezTo>
                  <a:cubicBezTo>
                    <a:pt x="101" y="1587"/>
                    <a:pt x="99" y="1584"/>
                    <a:pt x="99" y="1583"/>
                  </a:cubicBezTo>
                  <a:cubicBezTo>
                    <a:pt x="106" y="1581"/>
                    <a:pt x="101" y="1550"/>
                    <a:pt x="98" y="1534"/>
                  </a:cubicBezTo>
                  <a:cubicBezTo>
                    <a:pt x="99" y="1523"/>
                    <a:pt x="100" y="1487"/>
                    <a:pt x="91" y="1462"/>
                  </a:cubicBezTo>
                  <a:cubicBezTo>
                    <a:pt x="86" y="1446"/>
                    <a:pt x="84" y="1431"/>
                    <a:pt x="84" y="1421"/>
                  </a:cubicBezTo>
                  <a:cubicBezTo>
                    <a:pt x="84" y="1421"/>
                    <a:pt x="84" y="1420"/>
                    <a:pt x="84" y="1419"/>
                  </a:cubicBezTo>
                  <a:cubicBezTo>
                    <a:pt x="84" y="1419"/>
                    <a:pt x="84" y="1418"/>
                    <a:pt x="84" y="1417"/>
                  </a:cubicBezTo>
                  <a:cubicBezTo>
                    <a:pt x="84" y="1417"/>
                    <a:pt x="84" y="1417"/>
                    <a:pt x="84" y="1417"/>
                  </a:cubicBezTo>
                  <a:cubicBezTo>
                    <a:pt x="82" y="1388"/>
                    <a:pt x="93" y="1282"/>
                    <a:pt x="104" y="1221"/>
                  </a:cubicBezTo>
                  <a:cubicBezTo>
                    <a:pt x="107" y="1205"/>
                    <a:pt x="111" y="1189"/>
                    <a:pt x="116" y="1173"/>
                  </a:cubicBezTo>
                  <a:cubicBezTo>
                    <a:pt x="120" y="1158"/>
                    <a:pt x="123" y="1142"/>
                    <a:pt x="126" y="1125"/>
                  </a:cubicBezTo>
                  <a:cubicBezTo>
                    <a:pt x="138" y="1059"/>
                    <a:pt x="138" y="1008"/>
                    <a:pt x="140" y="995"/>
                  </a:cubicBezTo>
                  <a:cubicBezTo>
                    <a:pt x="143" y="978"/>
                    <a:pt x="161" y="888"/>
                    <a:pt x="167" y="848"/>
                  </a:cubicBezTo>
                  <a:cubicBezTo>
                    <a:pt x="167" y="849"/>
                    <a:pt x="167" y="849"/>
                    <a:pt x="167" y="849"/>
                  </a:cubicBezTo>
                  <a:cubicBezTo>
                    <a:pt x="171" y="898"/>
                    <a:pt x="181" y="956"/>
                    <a:pt x="183" y="982"/>
                  </a:cubicBezTo>
                  <a:cubicBezTo>
                    <a:pt x="183" y="988"/>
                    <a:pt x="184" y="994"/>
                    <a:pt x="185" y="1001"/>
                  </a:cubicBezTo>
                  <a:cubicBezTo>
                    <a:pt x="190" y="1036"/>
                    <a:pt x="203" y="1085"/>
                    <a:pt x="191" y="1110"/>
                  </a:cubicBezTo>
                  <a:cubicBezTo>
                    <a:pt x="177" y="1138"/>
                    <a:pt x="159" y="1204"/>
                    <a:pt x="146" y="1281"/>
                  </a:cubicBezTo>
                  <a:cubicBezTo>
                    <a:pt x="135" y="1342"/>
                    <a:pt x="126" y="1394"/>
                    <a:pt x="136" y="1504"/>
                  </a:cubicBezTo>
                  <a:cubicBezTo>
                    <a:pt x="144" y="1582"/>
                    <a:pt x="143" y="1635"/>
                    <a:pt x="161" y="1721"/>
                  </a:cubicBezTo>
                  <a:cubicBezTo>
                    <a:pt x="178" y="1798"/>
                    <a:pt x="191" y="1888"/>
                    <a:pt x="200" y="1945"/>
                  </a:cubicBezTo>
                  <a:cubicBezTo>
                    <a:pt x="210" y="2001"/>
                    <a:pt x="214" y="2030"/>
                    <a:pt x="216" y="2067"/>
                  </a:cubicBezTo>
                  <a:cubicBezTo>
                    <a:pt x="218" y="2104"/>
                    <a:pt x="195" y="2279"/>
                    <a:pt x="221" y="2381"/>
                  </a:cubicBezTo>
                  <a:cubicBezTo>
                    <a:pt x="247" y="2482"/>
                    <a:pt x="258" y="2547"/>
                    <a:pt x="263" y="2571"/>
                  </a:cubicBezTo>
                  <a:cubicBezTo>
                    <a:pt x="274" y="2626"/>
                    <a:pt x="264" y="2631"/>
                    <a:pt x="269" y="2659"/>
                  </a:cubicBezTo>
                  <a:cubicBezTo>
                    <a:pt x="274" y="2686"/>
                    <a:pt x="274" y="2683"/>
                    <a:pt x="261" y="2709"/>
                  </a:cubicBezTo>
                  <a:cubicBezTo>
                    <a:pt x="249" y="2726"/>
                    <a:pt x="230" y="2763"/>
                    <a:pt x="223" y="2772"/>
                  </a:cubicBezTo>
                  <a:cubicBezTo>
                    <a:pt x="217" y="2780"/>
                    <a:pt x="220" y="2788"/>
                    <a:pt x="223" y="2793"/>
                  </a:cubicBezTo>
                  <a:cubicBezTo>
                    <a:pt x="223" y="2794"/>
                    <a:pt x="223" y="2795"/>
                    <a:pt x="223" y="2796"/>
                  </a:cubicBezTo>
                  <a:cubicBezTo>
                    <a:pt x="223" y="2796"/>
                    <a:pt x="223" y="2796"/>
                    <a:pt x="223" y="2796"/>
                  </a:cubicBezTo>
                  <a:cubicBezTo>
                    <a:pt x="223" y="2797"/>
                    <a:pt x="223" y="2797"/>
                    <a:pt x="223" y="2798"/>
                  </a:cubicBezTo>
                  <a:cubicBezTo>
                    <a:pt x="223" y="2798"/>
                    <a:pt x="223" y="2798"/>
                    <a:pt x="223" y="2799"/>
                  </a:cubicBezTo>
                  <a:cubicBezTo>
                    <a:pt x="223" y="2799"/>
                    <a:pt x="223" y="2800"/>
                    <a:pt x="223" y="2800"/>
                  </a:cubicBezTo>
                  <a:cubicBezTo>
                    <a:pt x="223" y="2800"/>
                    <a:pt x="223" y="2800"/>
                    <a:pt x="223" y="2801"/>
                  </a:cubicBezTo>
                  <a:cubicBezTo>
                    <a:pt x="223" y="2801"/>
                    <a:pt x="223" y="2802"/>
                    <a:pt x="223" y="2802"/>
                  </a:cubicBezTo>
                  <a:cubicBezTo>
                    <a:pt x="223" y="2802"/>
                    <a:pt x="223" y="2802"/>
                    <a:pt x="223" y="2802"/>
                  </a:cubicBezTo>
                  <a:cubicBezTo>
                    <a:pt x="223" y="2803"/>
                    <a:pt x="223" y="2803"/>
                    <a:pt x="224" y="2804"/>
                  </a:cubicBezTo>
                  <a:cubicBezTo>
                    <a:pt x="224" y="2804"/>
                    <a:pt x="224" y="2804"/>
                    <a:pt x="224" y="2804"/>
                  </a:cubicBezTo>
                  <a:cubicBezTo>
                    <a:pt x="224" y="2805"/>
                    <a:pt x="224" y="2805"/>
                    <a:pt x="225" y="2805"/>
                  </a:cubicBezTo>
                  <a:cubicBezTo>
                    <a:pt x="225" y="2806"/>
                    <a:pt x="225" y="2806"/>
                    <a:pt x="225" y="2806"/>
                  </a:cubicBezTo>
                  <a:cubicBezTo>
                    <a:pt x="225" y="2806"/>
                    <a:pt x="225" y="2807"/>
                    <a:pt x="226" y="2807"/>
                  </a:cubicBezTo>
                  <a:cubicBezTo>
                    <a:pt x="226" y="2807"/>
                    <a:pt x="226" y="2807"/>
                    <a:pt x="226" y="2807"/>
                  </a:cubicBezTo>
                  <a:cubicBezTo>
                    <a:pt x="226" y="2808"/>
                    <a:pt x="227" y="2808"/>
                    <a:pt x="227" y="2808"/>
                  </a:cubicBezTo>
                  <a:cubicBezTo>
                    <a:pt x="227" y="2808"/>
                    <a:pt x="227" y="2808"/>
                    <a:pt x="227" y="2809"/>
                  </a:cubicBezTo>
                  <a:cubicBezTo>
                    <a:pt x="228" y="2809"/>
                    <a:pt x="228" y="2809"/>
                    <a:pt x="228" y="2809"/>
                  </a:cubicBezTo>
                  <a:cubicBezTo>
                    <a:pt x="228" y="2810"/>
                    <a:pt x="229" y="2810"/>
                    <a:pt x="229" y="2810"/>
                  </a:cubicBezTo>
                  <a:cubicBezTo>
                    <a:pt x="229" y="2810"/>
                    <a:pt x="229" y="2810"/>
                    <a:pt x="230" y="2810"/>
                  </a:cubicBezTo>
                  <a:cubicBezTo>
                    <a:pt x="230" y="2810"/>
                    <a:pt x="230" y="2811"/>
                    <a:pt x="230" y="2811"/>
                  </a:cubicBezTo>
                  <a:cubicBezTo>
                    <a:pt x="231" y="2811"/>
                    <a:pt x="231" y="2811"/>
                    <a:pt x="231" y="2811"/>
                  </a:cubicBezTo>
                  <a:cubicBezTo>
                    <a:pt x="231" y="2811"/>
                    <a:pt x="232" y="2812"/>
                    <a:pt x="232" y="2812"/>
                  </a:cubicBezTo>
                  <a:cubicBezTo>
                    <a:pt x="232" y="2812"/>
                    <a:pt x="232" y="2812"/>
                    <a:pt x="232" y="2812"/>
                  </a:cubicBezTo>
                  <a:cubicBezTo>
                    <a:pt x="233" y="2812"/>
                    <a:pt x="233" y="2812"/>
                    <a:pt x="234" y="2812"/>
                  </a:cubicBezTo>
                  <a:cubicBezTo>
                    <a:pt x="234" y="2812"/>
                    <a:pt x="234" y="2812"/>
                    <a:pt x="234" y="2812"/>
                  </a:cubicBezTo>
                  <a:cubicBezTo>
                    <a:pt x="234" y="2813"/>
                    <a:pt x="235" y="2813"/>
                    <a:pt x="235" y="2813"/>
                  </a:cubicBezTo>
                  <a:cubicBezTo>
                    <a:pt x="235" y="2813"/>
                    <a:pt x="235" y="2813"/>
                    <a:pt x="235" y="2813"/>
                  </a:cubicBezTo>
                  <a:cubicBezTo>
                    <a:pt x="236" y="2813"/>
                    <a:pt x="237" y="2813"/>
                    <a:pt x="237" y="2813"/>
                  </a:cubicBezTo>
                  <a:cubicBezTo>
                    <a:pt x="237" y="2814"/>
                    <a:pt x="237" y="2815"/>
                    <a:pt x="237" y="2815"/>
                  </a:cubicBezTo>
                  <a:cubicBezTo>
                    <a:pt x="237" y="2815"/>
                    <a:pt x="237" y="2815"/>
                    <a:pt x="237" y="2815"/>
                  </a:cubicBezTo>
                  <a:cubicBezTo>
                    <a:pt x="237" y="2815"/>
                    <a:pt x="237" y="2815"/>
                    <a:pt x="237" y="2815"/>
                  </a:cubicBezTo>
                  <a:cubicBezTo>
                    <a:pt x="237" y="2816"/>
                    <a:pt x="238" y="2817"/>
                    <a:pt x="238" y="2817"/>
                  </a:cubicBezTo>
                  <a:cubicBezTo>
                    <a:pt x="238" y="2817"/>
                    <a:pt x="238" y="2817"/>
                    <a:pt x="238" y="2817"/>
                  </a:cubicBezTo>
                  <a:cubicBezTo>
                    <a:pt x="238" y="2818"/>
                    <a:pt x="238" y="2819"/>
                    <a:pt x="239" y="2819"/>
                  </a:cubicBezTo>
                  <a:cubicBezTo>
                    <a:pt x="239" y="2819"/>
                    <a:pt x="239" y="2819"/>
                    <a:pt x="239" y="2819"/>
                  </a:cubicBezTo>
                  <a:cubicBezTo>
                    <a:pt x="239" y="2820"/>
                    <a:pt x="240" y="2820"/>
                    <a:pt x="240" y="2821"/>
                  </a:cubicBezTo>
                  <a:cubicBezTo>
                    <a:pt x="240" y="2821"/>
                    <a:pt x="240" y="2821"/>
                    <a:pt x="240" y="2821"/>
                  </a:cubicBezTo>
                  <a:cubicBezTo>
                    <a:pt x="241" y="2821"/>
                    <a:pt x="241" y="2822"/>
                    <a:pt x="242" y="2822"/>
                  </a:cubicBezTo>
                  <a:cubicBezTo>
                    <a:pt x="242" y="2822"/>
                    <a:pt x="242" y="2822"/>
                    <a:pt x="242" y="2822"/>
                  </a:cubicBezTo>
                  <a:cubicBezTo>
                    <a:pt x="242" y="2823"/>
                    <a:pt x="243" y="2823"/>
                    <a:pt x="244" y="2823"/>
                  </a:cubicBezTo>
                  <a:cubicBezTo>
                    <a:pt x="244" y="2823"/>
                    <a:pt x="244" y="2823"/>
                    <a:pt x="244" y="2823"/>
                  </a:cubicBezTo>
                  <a:cubicBezTo>
                    <a:pt x="244" y="2823"/>
                    <a:pt x="245" y="2824"/>
                    <a:pt x="246" y="2824"/>
                  </a:cubicBezTo>
                  <a:cubicBezTo>
                    <a:pt x="246" y="2824"/>
                    <a:pt x="246" y="2824"/>
                    <a:pt x="246" y="2824"/>
                  </a:cubicBezTo>
                  <a:cubicBezTo>
                    <a:pt x="247" y="2824"/>
                    <a:pt x="248" y="2824"/>
                    <a:pt x="248" y="2824"/>
                  </a:cubicBezTo>
                  <a:cubicBezTo>
                    <a:pt x="248" y="2824"/>
                    <a:pt x="249" y="2824"/>
                    <a:pt x="249" y="2824"/>
                  </a:cubicBezTo>
                  <a:cubicBezTo>
                    <a:pt x="249" y="2825"/>
                    <a:pt x="250" y="2825"/>
                    <a:pt x="251" y="2825"/>
                  </a:cubicBezTo>
                  <a:cubicBezTo>
                    <a:pt x="251" y="2825"/>
                    <a:pt x="251" y="2825"/>
                    <a:pt x="251" y="2825"/>
                  </a:cubicBezTo>
                  <a:cubicBezTo>
                    <a:pt x="252" y="2825"/>
                    <a:pt x="253" y="2825"/>
                    <a:pt x="253" y="2825"/>
                  </a:cubicBezTo>
                  <a:cubicBezTo>
                    <a:pt x="254" y="2825"/>
                    <a:pt x="254" y="2825"/>
                    <a:pt x="254" y="2825"/>
                  </a:cubicBezTo>
                  <a:cubicBezTo>
                    <a:pt x="255" y="2825"/>
                    <a:pt x="255" y="2825"/>
                    <a:pt x="256" y="2825"/>
                  </a:cubicBezTo>
                  <a:cubicBezTo>
                    <a:pt x="256" y="2825"/>
                    <a:pt x="256" y="2825"/>
                    <a:pt x="257" y="2825"/>
                  </a:cubicBezTo>
                  <a:cubicBezTo>
                    <a:pt x="257" y="2824"/>
                    <a:pt x="258" y="2824"/>
                    <a:pt x="258" y="2824"/>
                  </a:cubicBezTo>
                  <a:cubicBezTo>
                    <a:pt x="259" y="2824"/>
                    <a:pt x="259" y="2824"/>
                    <a:pt x="259" y="2824"/>
                  </a:cubicBezTo>
                  <a:cubicBezTo>
                    <a:pt x="260" y="2824"/>
                    <a:pt x="260" y="2824"/>
                    <a:pt x="261" y="2824"/>
                  </a:cubicBezTo>
                  <a:cubicBezTo>
                    <a:pt x="261" y="2824"/>
                    <a:pt x="262" y="2824"/>
                    <a:pt x="262" y="2823"/>
                  </a:cubicBezTo>
                  <a:cubicBezTo>
                    <a:pt x="262" y="2823"/>
                    <a:pt x="263" y="2823"/>
                    <a:pt x="263" y="2823"/>
                  </a:cubicBezTo>
                  <a:cubicBezTo>
                    <a:pt x="264" y="2823"/>
                    <a:pt x="264" y="2823"/>
                    <a:pt x="264" y="2823"/>
                  </a:cubicBezTo>
                  <a:cubicBezTo>
                    <a:pt x="265" y="2822"/>
                    <a:pt x="265" y="2822"/>
                    <a:pt x="265" y="2822"/>
                  </a:cubicBezTo>
                  <a:cubicBezTo>
                    <a:pt x="266" y="2822"/>
                    <a:pt x="266" y="2822"/>
                    <a:pt x="266" y="2822"/>
                  </a:cubicBezTo>
                  <a:cubicBezTo>
                    <a:pt x="267" y="2821"/>
                    <a:pt x="267" y="2821"/>
                    <a:pt x="267" y="2821"/>
                  </a:cubicBezTo>
                  <a:cubicBezTo>
                    <a:pt x="267" y="2821"/>
                    <a:pt x="268" y="2820"/>
                    <a:pt x="268" y="2820"/>
                  </a:cubicBezTo>
                  <a:cubicBezTo>
                    <a:pt x="276" y="2828"/>
                    <a:pt x="296" y="2828"/>
                    <a:pt x="303" y="2818"/>
                  </a:cubicBezTo>
                  <a:cubicBezTo>
                    <a:pt x="316" y="2830"/>
                    <a:pt x="338" y="2830"/>
                    <a:pt x="352" y="2815"/>
                  </a:cubicBezTo>
                  <a:cubicBezTo>
                    <a:pt x="366" y="2800"/>
                    <a:pt x="368" y="2785"/>
                    <a:pt x="366" y="2770"/>
                  </a:cubicBezTo>
                  <a:cubicBezTo>
                    <a:pt x="365" y="2756"/>
                    <a:pt x="368" y="2751"/>
                    <a:pt x="371" y="2732"/>
                  </a:cubicBezTo>
                  <a:cubicBezTo>
                    <a:pt x="374" y="2714"/>
                    <a:pt x="376" y="2700"/>
                    <a:pt x="370" y="2687"/>
                  </a:cubicBezTo>
                  <a:cubicBezTo>
                    <a:pt x="364" y="2674"/>
                    <a:pt x="363" y="2668"/>
                    <a:pt x="363" y="2655"/>
                  </a:cubicBezTo>
                  <a:cubicBezTo>
                    <a:pt x="363" y="2641"/>
                    <a:pt x="368" y="2622"/>
                    <a:pt x="360" y="2605"/>
                  </a:cubicBezTo>
                  <a:cubicBezTo>
                    <a:pt x="352" y="2589"/>
                    <a:pt x="343" y="2549"/>
                    <a:pt x="344" y="2506"/>
                  </a:cubicBezTo>
                  <a:cubicBezTo>
                    <a:pt x="346" y="2464"/>
                    <a:pt x="376" y="2223"/>
                    <a:pt x="363" y="2141"/>
                  </a:cubicBezTo>
                  <a:cubicBezTo>
                    <a:pt x="351" y="2059"/>
                    <a:pt x="355" y="2042"/>
                    <a:pt x="359" y="2014"/>
                  </a:cubicBezTo>
                  <a:cubicBezTo>
                    <a:pt x="362" y="1986"/>
                    <a:pt x="370" y="1941"/>
                    <a:pt x="362" y="1882"/>
                  </a:cubicBezTo>
                  <a:cubicBezTo>
                    <a:pt x="360" y="1859"/>
                    <a:pt x="360" y="1763"/>
                    <a:pt x="361" y="1666"/>
                  </a:cubicBezTo>
                  <a:cubicBezTo>
                    <a:pt x="362" y="1604"/>
                    <a:pt x="366" y="1529"/>
                    <a:pt x="362" y="1505"/>
                  </a:cubicBezTo>
                  <a:cubicBezTo>
                    <a:pt x="367" y="1507"/>
                    <a:pt x="371" y="1508"/>
                    <a:pt x="375" y="1508"/>
                  </a:cubicBezTo>
                  <a:cubicBezTo>
                    <a:pt x="376" y="1508"/>
                    <a:pt x="376" y="1508"/>
                    <a:pt x="376" y="1508"/>
                  </a:cubicBezTo>
                  <a:cubicBezTo>
                    <a:pt x="380" y="1508"/>
                    <a:pt x="385" y="1506"/>
                    <a:pt x="390" y="1504"/>
                  </a:cubicBezTo>
                  <a:cubicBezTo>
                    <a:pt x="390" y="1505"/>
                    <a:pt x="390" y="1505"/>
                    <a:pt x="390" y="1505"/>
                  </a:cubicBezTo>
                  <a:cubicBezTo>
                    <a:pt x="389" y="1506"/>
                    <a:pt x="389" y="1509"/>
                    <a:pt x="389" y="1513"/>
                  </a:cubicBezTo>
                  <a:cubicBezTo>
                    <a:pt x="387" y="1544"/>
                    <a:pt x="390" y="1609"/>
                    <a:pt x="391" y="1666"/>
                  </a:cubicBezTo>
                  <a:cubicBezTo>
                    <a:pt x="392" y="1763"/>
                    <a:pt x="392" y="1859"/>
                    <a:pt x="390" y="1882"/>
                  </a:cubicBezTo>
                  <a:cubicBezTo>
                    <a:pt x="382" y="1941"/>
                    <a:pt x="390" y="1986"/>
                    <a:pt x="393" y="2014"/>
                  </a:cubicBezTo>
                  <a:cubicBezTo>
                    <a:pt x="397" y="2042"/>
                    <a:pt x="401" y="2059"/>
                    <a:pt x="389" y="2141"/>
                  </a:cubicBezTo>
                  <a:cubicBezTo>
                    <a:pt x="376" y="2223"/>
                    <a:pt x="406" y="2464"/>
                    <a:pt x="408" y="2506"/>
                  </a:cubicBezTo>
                  <a:cubicBezTo>
                    <a:pt x="409" y="2549"/>
                    <a:pt x="400" y="2589"/>
                    <a:pt x="392" y="2605"/>
                  </a:cubicBezTo>
                  <a:cubicBezTo>
                    <a:pt x="384" y="2622"/>
                    <a:pt x="389" y="2641"/>
                    <a:pt x="389" y="2655"/>
                  </a:cubicBezTo>
                  <a:cubicBezTo>
                    <a:pt x="389" y="2668"/>
                    <a:pt x="388" y="2674"/>
                    <a:pt x="382" y="2687"/>
                  </a:cubicBezTo>
                  <a:cubicBezTo>
                    <a:pt x="376" y="2700"/>
                    <a:pt x="378" y="2714"/>
                    <a:pt x="381" y="2732"/>
                  </a:cubicBezTo>
                  <a:cubicBezTo>
                    <a:pt x="384" y="2751"/>
                    <a:pt x="387" y="2756"/>
                    <a:pt x="386" y="2770"/>
                  </a:cubicBezTo>
                  <a:cubicBezTo>
                    <a:pt x="384" y="2785"/>
                    <a:pt x="386" y="2800"/>
                    <a:pt x="400" y="2815"/>
                  </a:cubicBezTo>
                  <a:cubicBezTo>
                    <a:pt x="414" y="2830"/>
                    <a:pt x="436" y="2830"/>
                    <a:pt x="449" y="2818"/>
                  </a:cubicBezTo>
                  <a:cubicBezTo>
                    <a:pt x="456" y="2828"/>
                    <a:pt x="476" y="2828"/>
                    <a:pt x="484" y="2820"/>
                  </a:cubicBezTo>
                  <a:cubicBezTo>
                    <a:pt x="484" y="2820"/>
                    <a:pt x="485" y="2821"/>
                    <a:pt x="485" y="2821"/>
                  </a:cubicBezTo>
                  <a:cubicBezTo>
                    <a:pt x="485" y="2821"/>
                    <a:pt x="485" y="2821"/>
                    <a:pt x="486" y="2822"/>
                  </a:cubicBezTo>
                  <a:cubicBezTo>
                    <a:pt x="486" y="2822"/>
                    <a:pt x="486" y="2822"/>
                    <a:pt x="487" y="2822"/>
                  </a:cubicBezTo>
                  <a:cubicBezTo>
                    <a:pt x="487" y="2822"/>
                    <a:pt x="487" y="2822"/>
                    <a:pt x="488" y="2823"/>
                  </a:cubicBezTo>
                  <a:cubicBezTo>
                    <a:pt x="488" y="2823"/>
                    <a:pt x="488" y="2823"/>
                    <a:pt x="489" y="2823"/>
                  </a:cubicBezTo>
                  <a:cubicBezTo>
                    <a:pt x="489" y="2823"/>
                    <a:pt x="490" y="2823"/>
                    <a:pt x="490" y="2823"/>
                  </a:cubicBezTo>
                  <a:cubicBezTo>
                    <a:pt x="490" y="2824"/>
                    <a:pt x="491" y="2824"/>
                    <a:pt x="491" y="2824"/>
                  </a:cubicBezTo>
                  <a:cubicBezTo>
                    <a:pt x="492" y="2824"/>
                    <a:pt x="492" y="2824"/>
                    <a:pt x="493" y="2824"/>
                  </a:cubicBezTo>
                  <a:cubicBezTo>
                    <a:pt x="493" y="2824"/>
                    <a:pt x="493" y="2824"/>
                    <a:pt x="494" y="2824"/>
                  </a:cubicBezTo>
                  <a:cubicBezTo>
                    <a:pt x="494" y="2824"/>
                    <a:pt x="495" y="2824"/>
                    <a:pt x="495" y="2825"/>
                  </a:cubicBezTo>
                  <a:cubicBezTo>
                    <a:pt x="496" y="2825"/>
                    <a:pt x="496" y="2825"/>
                    <a:pt x="496" y="2825"/>
                  </a:cubicBezTo>
                  <a:cubicBezTo>
                    <a:pt x="497" y="2825"/>
                    <a:pt x="497" y="2825"/>
                    <a:pt x="498" y="2825"/>
                  </a:cubicBezTo>
                  <a:cubicBezTo>
                    <a:pt x="498" y="2825"/>
                    <a:pt x="498" y="2825"/>
                    <a:pt x="499" y="2825"/>
                  </a:cubicBezTo>
                  <a:cubicBezTo>
                    <a:pt x="499" y="2825"/>
                    <a:pt x="500" y="2825"/>
                    <a:pt x="501" y="2825"/>
                  </a:cubicBezTo>
                  <a:cubicBezTo>
                    <a:pt x="501" y="2825"/>
                    <a:pt x="501" y="2825"/>
                    <a:pt x="501" y="2825"/>
                  </a:cubicBezTo>
                  <a:cubicBezTo>
                    <a:pt x="502" y="2825"/>
                    <a:pt x="503" y="2825"/>
                    <a:pt x="503" y="2824"/>
                  </a:cubicBezTo>
                  <a:cubicBezTo>
                    <a:pt x="504" y="2824"/>
                    <a:pt x="504" y="2824"/>
                    <a:pt x="504" y="2824"/>
                  </a:cubicBezTo>
                  <a:cubicBezTo>
                    <a:pt x="504" y="2824"/>
                    <a:pt x="505" y="2824"/>
                    <a:pt x="506" y="2824"/>
                  </a:cubicBezTo>
                  <a:cubicBezTo>
                    <a:pt x="506" y="2824"/>
                    <a:pt x="506" y="2824"/>
                    <a:pt x="506" y="2824"/>
                  </a:cubicBezTo>
                  <a:cubicBezTo>
                    <a:pt x="507" y="2824"/>
                    <a:pt x="508" y="2823"/>
                    <a:pt x="508" y="2823"/>
                  </a:cubicBezTo>
                  <a:cubicBezTo>
                    <a:pt x="508" y="2823"/>
                    <a:pt x="508" y="2823"/>
                    <a:pt x="508" y="2823"/>
                  </a:cubicBezTo>
                  <a:cubicBezTo>
                    <a:pt x="509" y="2823"/>
                    <a:pt x="510" y="2823"/>
                    <a:pt x="510" y="2822"/>
                  </a:cubicBezTo>
                  <a:cubicBezTo>
                    <a:pt x="510" y="2822"/>
                    <a:pt x="510" y="2822"/>
                    <a:pt x="510" y="2822"/>
                  </a:cubicBezTo>
                  <a:cubicBezTo>
                    <a:pt x="511" y="2822"/>
                    <a:pt x="511" y="2821"/>
                    <a:pt x="512" y="2821"/>
                  </a:cubicBezTo>
                  <a:cubicBezTo>
                    <a:pt x="512" y="2821"/>
                    <a:pt x="512" y="2821"/>
                    <a:pt x="512" y="2821"/>
                  </a:cubicBezTo>
                  <a:cubicBezTo>
                    <a:pt x="512" y="2820"/>
                    <a:pt x="513" y="2820"/>
                    <a:pt x="513" y="2819"/>
                  </a:cubicBezTo>
                  <a:cubicBezTo>
                    <a:pt x="514" y="2818"/>
                    <a:pt x="515" y="2814"/>
                    <a:pt x="515" y="2813"/>
                  </a:cubicBezTo>
                  <a:cubicBezTo>
                    <a:pt x="516" y="2813"/>
                    <a:pt x="517" y="2813"/>
                    <a:pt x="518" y="2812"/>
                  </a:cubicBezTo>
                  <a:cubicBezTo>
                    <a:pt x="518" y="2812"/>
                    <a:pt x="519" y="2812"/>
                    <a:pt x="519" y="2812"/>
                  </a:cubicBezTo>
                  <a:cubicBezTo>
                    <a:pt x="519" y="2812"/>
                    <a:pt x="519" y="2812"/>
                    <a:pt x="520" y="2812"/>
                  </a:cubicBezTo>
                  <a:cubicBezTo>
                    <a:pt x="520" y="2812"/>
                    <a:pt x="520" y="2812"/>
                    <a:pt x="520" y="2812"/>
                  </a:cubicBezTo>
                  <a:cubicBezTo>
                    <a:pt x="520" y="2811"/>
                    <a:pt x="521" y="2811"/>
                    <a:pt x="521" y="2811"/>
                  </a:cubicBezTo>
                  <a:cubicBezTo>
                    <a:pt x="521" y="2811"/>
                    <a:pt x="521" y="2811"/>
                    <a:pt x="522" y="2811"/>
                  </a:cubicBezTo>
                  <a:cubicBezTo>
                    <a:pt x="522" y="2811"/>
                    <a:pt x="522" y="2810"/>
                    <a:pt x="523" y="2810"/>
                  </a:cubicBezTo>
                  <a:cubicBezTo>
                    <a:pt x="523" y="2810"/>
                    <a:pt x="523" y="2810"/>
                    <a:pt x="523" y="2810"/>
                  </a:cubicBezTo>
                  <a:cubicBezTo>
                    <a:pt x="523" y="2810"/>
                    <a:pt x="524" y="2809"/>
                    <a:pt x="524" y="2809"/>
                  </a:cubicBezTo>
                  <a:cubicBezTo>
                    <a:pt x="524" y="2809"/>
                    <a:pt x="524" y="2809"/>
                    <a:pt x="525" y="2809"/>
                  </a:cubicBezTo>
                  <a:cubicBezTo>
                    <a:pt x="525" y="2808"/>
                    <a:pt x="525" y="2808"/>
                    <a:pt x="525" y="2808"/>
                  </a:cubicBezTo>
                  <a:cubicBezTo>
                    <a:pt x="525" y="2808"/>
                    <a:pt x="526" y="2808"/>
                    <a:pt x="526" y="2807"/>
                  </a:cubicBezTo>
                  <a:cubicBezTo>
                    <a:pt x="526" y="2807"/>
                    <a:pt x="526" y="2807"/>
                    <a:pt x="526" y="2807"/>
                  </a:cubicBezTo>
                  <a:cubicBezTo>
                    <a:pt x="527" y="2807"/>
                    <a:pt x="527" y="2806"/>
                    <a:pt x="527" y="2806"/>
                  </a:cubicBezTo>
                  <a:cubicBezTo>
                    <a:pt x="527" y="2806"/>
                    <a:pt x="527" y="2806"/>
                    <a:pt x="528" y="2805"/>
                  </a:cubicBezTo>
                  <a:cubicBezTo>
                    <a:pt x="528" y="2805"/>
                    <a:pt x="528" y="2805"/>
                    <a:pt x="528" y="2804"/>
                  </a:cubicBezTo>
                  <a:cubicBezTo>
                    <a:pt x="528" y="2804"/>
                    <a:pt x="528" y="2804"/>
                    <a:pt x="528" y="2804"/>
                  </a:cubicBezTo>
                  <a:cubicBezTo>
                    <a:pt x="529" y="2803"/>
                    <a:pt x="529" y="2803"/>
                    <a:pt x="529" y="2803"/>
                  </a:cubicBezTo>
                  <a:cubicBezTo>
                    <a:pt x="529" y="2802"/>
                    <a:pt x="529" y="2802"/>
                    <a:pt x="529" y="2802"/>
                  </a:cubicBezTo>
                  <a:cubicBezTo>
                    <a:pt x="529" y="2802"/>
                    <a:pt x="529" y="2801"/>
                    <a:pt x="529" y="2801"/>
                  </a:cubicBezTo>
                  <a:cubicBezTo>
                    <a:pt x="529" y="2800"/>
                    <a:pt x="529" y="2800"/>
                    <a:pt x="529" y="2800"/>
                  </a:cubicBezTo>
                  <a:cubicBezTo>
                    <a:pt x="529" y="2800"/>
                    <a:pt x="529" y="2799"/>
                    <a:pt x="529" y="2799"/>
                  </a:cubicBezTo>
                  <a:cubicBezTo>
                    <a:pt x="529" y="2798"/>
                    <a:pt x="530" y="2798"/>
                    <a:pt x="529" y="2798"/>
                  </a:cubicBezTo>
                  <a:cubicBezTo>
                    <a:pt x="529" y="2797"/>
                    <a:pt x="529" y="2797"/>
                    <a:pt x="529" y="2796"/>
                  </a:cubicBezTo>
                  <a:cubicBezTo>
                    <a:pt x="529" y="2796"/>
                    <a:pt x="529" y="2796"/>
                    <a:pt x="529" y="2796"/>
                  </a:cubicBezTo>
                  <a:cubicBezTo>
                    <a:pt x="529" y="2795"/>
                    <a:pt x="529" y="2794"/>
                    <a:pt x="529" y="2793"/>
                  </a:cubicBezTo>
                  <a:cubicBezTo>
                    <a:pt x="532" y="2788"/>
                    <a:pt x="535" y="2780"/>
                    <a:pt x="529" y="2772"/>
                  </a:cubicBezTo>
                  <a:cubicBezTo>
                    <a:pt x="522" y="2763"/>
                    <a:pt x="503" y="2726"/>
                    <a:pt x="491" y="2709"/>
                  </a:cubicBezTo>
                  <a:cubicBezTo>
                    <a:pt x="478" y="2683"/>
                    <a:pt x="478" y="2686"/>
                    <a:pt x="483" y="2659"/>
                  </a:cubicBezTo>
                  <a:cubicBezTo>
                    <a:pt x="488" y="2631"/>
                    <a:pt x="478" y="2626"/>
                    <a:pt x="489" y="2571"/>
                  </a:cubicBezTo>
                  <a:cubicBezTo>
                    <a:pt x="494" y="2547"/>
                    <a:pt x="505" y="2482"/>
                    <a:pt x="531" y="2381"/>
                  </a:cubicBezTo>
                  <a:cubicBezTo>
                    <a:pt x="557" y="2279"/>
                    <a:pt x="534" y="2104"/>
                    <a:pt x="536" y="2067"/>
                  </a:cubicBezTo>
                  <a:cubicBezTo>
                    <a:pt x="538" y="2030"/>
                    <a:pt x="542" y="2001"/>
                    <a:pt x="552" y="1945"/>
                  </a:cubicBezTo>
                  <a:cubicBezTo>
                    <a:pt x="561" y="1888"/>
                    <a:pt x="578" y="1789"/>
                    <a:pt x="595" y="1712"/>
                  </a:cubicBezTo>
                  <a:cubicBezTo>
                    <a:pt x="607" y="1655"/>
                    <a:pt x="612" y="1615"/>
                    <a:pt x="616" y="1573"/>
                  </a:cubicBezTo>
                  <a:cubicBezTo>
                    <a:pt x="618" y="1548"/>
                    <a:pt x="620" y="1526"/>
                    <a:pt x="622" y="1502"/>
                  </a:cubicBezTo>
                  <a:cubicBezTo>
                    <a:pt x="629" y="1433"/>
                    <a:pt x="627" y="1384"/>
                    <a:pt x="622" y="1343"/>
                  </a:cubicBezTo>
                  <a:cubicBezTo>
                    <a:pt x="618" y="1317"/>
                    <a:pt x="614" y="1293"/>
                    <a:pt x="610" y="1270"/>
                  </a:cubicBezTo>
                  <a:cubicBezTo>
                    <a:pt x="597" y="1193"/>
                    <a:pt x="581" y="1145"/>
                    <a:pt x="567" y="1117"/>
                  </a:cubicBezTo>
                  <a:cubicBezTo>
                    <a:pt x="563" y="1108"/>
                    <a:pt x="561" y="1097"/>
                    <a:pt x="560" y="1083"/>
                  </a:cubicBezTo>
                  <a:cubicBezTo>
                    <a:pt x="560" y="1054"/>
                    <a:pt x="566" y="1019"/>
                    <a:pt x="567" y="995"/>
                  </a:cubicBezTo>
                  <a:cubicBezTo>
                    <a:pt x="568" y="969"/>
                    <a:pt x="582" y="895"/>
                    <a:pt x="585" y="847"/>
                  </a:cubicBezTo>
                  <a:cubicBezTo>
                    <a:pt x="585" y="847"/>
                    <a:pt x="585" y="847"/>
                    <a:pt x="585" y="847"/>
                  </a:cubicBezTo>
                  <a:cubicBezTo>
                    <a:pt x="590" y="887"/>
                    <a:pt x="609" y="978"/>
                    <a:pt x="612" y="995"/>
                  </a:cubicBezTo>
                  <a:cubicBezTo>
                    <a:pt x="613" y="997"/>
                    <a:pt x="613" y="1002"/>
                    <a:pt x="614" y="1007"/>
                  </a:cubicBezTo>
                  <a:cubicBezTo>
                    <a:pt x="616" y="1038"/>
                    <a:pt x="621" y="1109"/>
                    <a:pt x="643" y="1190"/>
                  </a:cubicBezTo>
                  <a:cubicBezTo>
                    <a:pt x="657" y="1236"/>
                    <a:pt x="672" y="1398"/>
                    <a:pt x="668" y="1421"/>
                  </a:cubicBezTo>
                  <a:cubicBezTo>
                    <a:pt x="668" y="1431"/>
                    <a:pt x="666" y="1446"/>
                    <a:pt x="661" y="1462"/>
                  </a:cubicBezTo>
                  <a:cubicBezTo>
                    <a:pt x="652" y="1487"/>
                    <a:pt x="653" y="1523"/>
                    <a:pt x="654" y="1534"/>
                  </a:cubicBezTo>
                  <a:cubicBezTo>
                    <a:pt x="651" y="1550"/>
                    <a:pt x="646" y="1581"/>
                    <a:pt x="653" y="1583"/>
                  </a:cubicBezTo>
                  <a:cubicBezTo>
                    <a:pt x="653" y="1584"/>
                    <a:pt x="653" y="1584"/>
                    <a:pt x="653" y="1584"/>
                  </a:cubicBezTo>
                  <a:cubicBezTo>
                    <a:pt x="652" y="1586"/>
                    <a:pt x="651" y="1587"/>
                    <a:pt x="650" y="1588"/>
                  </a:cubicBezTo>
                  <a:cubicBezTo>
                    <a:pt x="650" y="1588"/>
                    <a:pt x="650" y="1588"/>
                    <a:pt x="650" y="1588"/>
                  </a:cubicBezTo>
                  <a:cubicBezTo>
                    <a:pt x="650" y="1588"/>
                    <a:pt x="650" y="1588"/>
                    <a:pt x="650" y="1589"/>
                  </a:cubicBezTo>
                  <a:cubicBezTo>
                    <a:pt x="650" y="1589"/>
                    <a:pt x="650" y="1589"/>
                    <a:pt x="649" y="1589"/>
                  </a:cubicBezTo>
                  <a:cubicBezTo>
                    <a:pt x="649" y="1589"/>
                    <a:pt x="649" y="1589"/>
                    <a:pt x="649" y="1590"/>
                  </a:cubicBezTo>
                  <a:cubicBezTo>
                    <a:pt x="649" y="1590"/>
                    <a:pt x="649" y="1590"/>
                    <a:pt x="649" y="1590"/>
                  </a:cubicBezTo>
                  <a:cubicBezTo>
                    <a:pt x="649" y="1590"/>
                    <a:pt x="649" y="1591"/>
                    <a:pt x="649" y="1591"/>
                  </a:cubicBezTo>
                  <a:cubicBezTo>
                    <a:pt x="649" y="1591"/>
                    <a:pt x="649" y="1591"/>
                    <a:pt x="649" y="1592"/>
                  </a:cubicBezTo>
                  <a:cubicBezTo>
                    <a:pt x="649" y="1592"/>
                    <a:pt x="649" y="1592"/>
                    <a:pt x="649" y="1592"/>
                  </a:cubicBezTo>
                  <a:cubicBezTo>
                    <a:pt x="649" y="1592"/>
                    <a:pt x="649" y="1593"/>
                    <a:pt x="649" y="1593"/>
                  </a:cubicBezTo>
                  <a:cubicBezTo>
                    <a:pt x="649" y="1594"/>
                    <a:pt x="650" y="1594"/>
                    <a:pt x="650" y="1595"/>
                  </a:cubicBezTo>
                  <a:cubicBezTo>
                    <a:pt x="648" y="1600"/>
                    <a:pt x="648" y="1601"/>
                    <a:pt x="649" y="1604"/>
                  </a:cubicBezTo>
                  <a:cubicBezTo>
                    <a:pt x="652" y="1614"/>
                    <a:pt x="665" y="1605"/>
                    <a:pt x="661" y="1608"/>
                  </a:cubicBezTo>
                  <a:cubicBezTo>
                    <a:pt x="653" y="1612"/>
                    <a:pt x="646" y="1619"/>
                    <a:pt x="650" y="1630"/>
                  </a:cubicBezTo>
                  <a:cubicBezTo>
                    <a:pt x="652" y="1635"/>
                    <a:pt x="671" y="1624"/>
                    <a:pt x="681" y="1620"/>
                  </a:cubicBezTo>
                  <a:cubicBezTo>
                    <a:pt x="696" y="1615"/>
                    <a:pt x="715" y="1605"/>
                    <a:pt x="720" y="1596"/>
                  </a:cubicBezTo>
                  <a:cubicBezTo>
                    <a:pt x="725" y="1588"/>
                    <a:pt x="734" y="1573"/>
                    <a:pt x="737" y="1566"/>
                  </a:cubicBezTo>
                  <a:cubicBezTo>
                    <a:pt x="741" y="1557"/>
                    <a:pt x="740" y="1551"/>
                    <a:pt x="744" y="1544"/>
                  </a:cubicBezTo>
                  <a:cubicBezTo>
                    <a:pt x="747" y="1538"/>
                    <a:pt x="752" y="1529"/>
                    <a:pt x="749" y="1523"/>
                  </a:cubicBezTo>
                  <a:cubicBezTo>
                    <a:pt x="747" y="1517"/>
                    <a:pt x="741" y="1473"/>
                    <a:pt x="735" y="1447"/>
                  </a:cubicBezTo>
                  <a:cubicBezTo>
                    <a:pt x="730" y="1427"/>
                    <a:pt x="724" y="1337"/>
                    <a:pt x="728" y="1295"/>
                  </a:cubicBezTo>
                  <a:cubicBezTo>
                    <a:pt x="730" y="1263"/>
                    <a:pt x="724" y="1210"/>
                    <a:pt x="724" y="1189"/>
                  </a:cubicBezTo>
                  <a:cubicBezTo>
                    <a:pt x="725" y="1066"/>
                    <a:pt x="711" y="1004"/>
                    <a:pt x="707" y="982"/>
                  </a:cubicBezTo>
                  <a:cubicBezTo>
                    <a:pt x="702" y="959"/>
                    <a:pt x="699" y="926"/>
                    <a:pt x="696" y="877"/>
                  </a:cubicBezTo>
                  <a:cubicBezTo>
                    <a:pt x="696" y="859"/>
                    <a:pt x="694" y="824"/>
                    <a:pt x="690" y="785"/>
                  </a:cubicBezTo>
                  <a:cubicBezTo>
                    <a:pt x="686" y="729"/>
                    <a:pt x="681" y="684"/>
                    <a:pt x="676" y="647"/>
                  </a:cubicBezTo>
                  <a:cubicBezTo>
                    <a:pt x="674" y="631"/>
                    <a:pt x="672" y="618"/>
                    <a:pt x="671" y="611"/>
                  </a:cubicBezTo>
                  <a:cubicBezTo>
                    <a:pt x="668" y="587"/>
                    <a:pt x="661" y="556"/>
                    <a:pt x="653" y="533"/>
                  </a:cubicBezTo>
                  <a:cubicBezTo>
                    <a:pt x="648" y="518"/>
                    <a:pt x="644" y="510"/>
                    <a:pt x="640" y="506"/>
                  </a:cubicBezTo>
                  <a:cubicBezTo>
                    <a:pt x="637" y="503"/>
                    <a:pt x="634" y="499"/>
                    <a:pt x="630" y="495"/>
                  </a:cubicBezTo>
                  <a:cubicBezTo>
                    <a:pt x="614" y="478"/>
                    <a:pt x="589" y="457"/>
                    <a:pt x="551" y="451"/>
                  </a:cubicBezTo>
                  <a:cubicBezTo>
                    <a:pt x="544" y="450"/>
                    <a:pt x="537" y="449"/>
                    <a:pt x="531" y="448"/>
                  </a:cubicBezTo>
                  <a:cubicBezTo>
                    <a:pt x="528" y="447"/>
                    <a:pt x="525" y="446"/>
                    <a:pt x="521" y="445"/>
                  </a:cubicBezTo>
                  <a:cubicBezTo>
                    <a:pt x="521" y="441"/>
                    <a:pt x="515" y="399"/>
                    <a:pt x="508" y="382"/>
                  </a:cubicBezTo>
                  <a:cubicBezTo>
                    <a:pt x="513" y="386"/>
                    <a:pt x="516" y="393"/>
                    <a:pt x="519" y="397"/>
                  </a:cubicBezTo>
                  <a:cubicBezTo>
                    <a:pt x="514" y="376"/>
                    <a:pt x="506" y="358"/>
                    <a:pt x="496" y="339"/>
                  </a:cubicBezTo>
                  <a:cubicBezTo>
                    <a:pt x="499" y="342"/>
                    <a:pt x="501" y="344"/>
                    <a:pt x="505" y="346"/>
                  </a:cubicBezTo>
                  <a:cubicBezTo>
                    <a:pt x="500" y="334"/>
                    <a:pt x="493" y="320"/>
                    <a:pt x="486" y="308"/>
                  </a:cubicBezTo>
                  <a:cubicBezTo>
                    <a:pt x="478" y="297"/>
                    <a:pt x="481" y="293"/>
                    <a:pt x="481" y="293"/>
                  </a:cubicBezTo>
                  <a:close/>
                  <a:moveTo>
                    <a:pt x="466" y="326"/>
                  </a:moveTo>
                  <a:cubicBezTo>
                    <a:pt x="465" y="335"/>
                    <a:pt x="463" y="346"/>
                    <a:pt x="463" y="352"/>
                  </a:cubicBezTo>
                  <a:cubicBezTo>
                    <a:pt x="462" y="362"/>
                    <a:pt x="461" y="397"/>
                    <a:pt x="460" y="403"/>
                  </a:cubicBezTo>
                  <a:cubicBezTo>
                    <a:pt x="454" y="391"/>
                    <a:pt x="449" y="376"/>
                    <a:pt x="448" y="356"/>
                  </a:cubicBezTo>
                  <a:cubicBezTo>
                    <a:pt x="448" y="350"/>
                    <a:pt x="449" y="343"/>
                    <a:pt x="450" y="337"/>
                  </a:cubicBezTo>
                  <a:cubicBezTo>
                    <a:pt x="453" y="334"/>
                    <a:pt x="456" y="330"/>
                    <a:pt x="459" y="327"/>
                  </a:cubicBezTo>
                  <a:cubicBezTo>
                    <a:pt x="461" y="324"/>
                    <a:pt x="463" y="321"/>
                    <a:pt x="465" y="318"/>
                  </a:cubicBezTo>
                  <a:cubicBezTo>
                    <a:pt x="465" y="318"/>
                    <a:pt x="467" y="318"/>
                    <a:pt x="466" y="326"/>
                  </a:cubicBezTo>
                  <a:close/>
                </a:path>
              </a:pathLst>
            </a:custGeom>
            <a:noFill/>
            <a:ln w="19050" cmpd="sng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B1DFF5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62484" name="Freeform 211">
              <a:extLst>
                <a:ext uri="{FF2B5EF4-FFF2-40B4-BE49-F238E27FC236}">
                  <a16:creationId xmlns:a16="http://schemas.microsoft.com/office/drawing/2014/main" id="{012AAF89-097B-4A54-B5FD-1791420E601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754" y="699"/>
              <a:ext cx="617" cy="2307"/>
            </a:xfrm>
            <a:custGeom>
              <a:avLst/>
              <a:gdLst>
                <a:gd name="T0" fmla="*/ 158 w 752"/>
                <a:gd name="T1" fmla="*/ 227 h 2830"/>
                <a:gd name="T2" fmla="*/ 268 w 752"/>
                <a:gd name="T3" fmla="*/ 153 h 2830"/>
                <a:gd name="T4" fmla="*/ 286 w 752"/>
                <a:gd name="T5" fmla="*/ 115 h 2830"/>
                <a:gd name="T6" fmla="*/ 253 w 752"/>
                <a:gd name="T7" fmla="*/ 13 h 2830"/>
                <a:gd name="T8" fmla="*/ 240 w 752"/>
                <a:gd name="T9" fmla="*/ 4 h 2830"/>
                <a:gd name="T10" fmla="*/ 192 w 752"/>
                <a:gd name="T11" fmla="*/ 5 h 2830"/>
                <a:gd name="T12" fmla="*/ 153 w 752"/>
                <a:gd name="T13" fmla="*/ 28 h 2830"/>
                <a:gd name="T14" fmla="*/ 133 w 752"/>
                <a:gd name="T15" fmla="*/ 131 h 2830"/>
                <a:gd name="T16" fmla="*/ 138 w 752"/>
                <a:gd name="T17" fmla="*/ 186 h 2830"/>
                <a:gd name="T18" fmla="*/ 107 w 752"/>
                <a:gd name="T19" fmla="*/ 249 h 2830"/>
                <a:gd name="T20" fmla="*/ 13 w 752"/>
                <a:gd name="T21" fmla="*/ 645 h 2830"/>
                <a:gd name="T22" fmla="*/ 17 w 752"/>
                <a:gd name="T23" fmla="*/ 865 h 2830"/>
                <a:gd name="T24" fmla="*/ 57 w 752"/>
                <a:gd name="T25" fmla="*/ 863 h 2830"/>
                <a:gd name="T26" fmla="*/ 57 w 752"/>
                <a:gd name="T27" fmla="*/ 861 h 2830"/>
                <a:gd name="T28" fmla="*/ 51 w 752"/>
                <a:gd name="T29" fmla="*/ 792 h 2830"/>
                <a:gd name="T30" fmla="*/ 64 w 752"/>
                <a:gd name="T31" fmla="*/ 635 h 2830"/>
                <a:gd name="T32" fmla="*/ 103 w 752"/>
                <a:gd name="T33" fmla="*/ 542 h 2830"/>
                <a:gd name="T34" fmla="*/ 119 w 752"/>
                <a:gd name="T35" fmla="*/ 1120 h 2830"/>
                <a:gd name="T36" fmla="*/ 123 w 752"/>
                <a:gd name="T37" fmla="*/ 1513 h 2830"/>
                <a:gd name="T38" fmla="*/ 123 w 752"/>
                <a:gd name="T39" fmla="*/ 1517 h 2830"/>
                <a:gd name="T40" fmla="*/ 125 w 752"/>
                <a:gd name="T41" fmla="*/ 1520 h 2830"/>
                <a:gd name="T42" fmla="*/ 126 w 752"/>
                <a:gd name="T43" fmla="*/ 1523 h 2830"/>
                <a:gd name="T44" fmla="*/ 130 w 752"/>
                <a:gd name="T45" fmla="*/ 1523 h 2830"/>
                <a:gd name="T46" fmla="*/ 130 w 752"/>
                <a:gd name="T47" fmla="*/ 1525 h 2830"/>
                <a:gd name="T48" fmla="*/ 133 w 752"/>
                <a:gd name="T49" fmla="*/ 1528 h 2830"/>
                <a:gd name="T50" fmla="*/ 136 w 752"/>
                <a:gd name="T51" fmla="*/ 1530 h 2830"/>
                <a:gd name="T52" fmla="*/ 140 w 752"/>
                <a:gd name="T53" fmla="*/ 1530 h 2830"/>
                <a:gd name="T54" fmla="*/ 144 w 752"/>
                <a:gd name="T55" fmla="*/ 1530 h 2830"/>
                <a:gd name="T56" fmla="*/ 148 w 752"/>
                <a:gd name="T57" fmla="*/ 1528 h 2830"/>
                <a:gd name="T58" fmla="*/ 204 w 752"/>
                <a:gd name="T59" fmla="*/ 1455 h 2830"/>
                <a:gd name="T60" fmla="*/ 200 w 752"/>
                <a:gd name="T61" fmla="*/ 1020 h 2830"/>
                <a:gd name="T62" fmla="*/ 216 w 752"/>
                <a:gd name="T63" fmla="*/ 815 h 2830"/>
                <a:gd name="T64" fmla="*/ 226 w 752"/>
                <a:gd name="T65" fmla="*/ 1357 h 2830"/>
                <a:gd name="T66" fmla="*/ 221 w 752"/>
                <a:gd name="T67" fmla="*/ 1525 h 2830"/>
                <a:gd name="T68" fmla="*/ 269 w 752"/>
                <a:gd name="T69" fmla="*/ 1529 h 2830"/>
                <a:gd name="T70" fmla="*/ 273 w 752"/>
                <a:gd name="T71" fmla="*/ 1530 h 2830"/>
                <a:gd name="T72" fmla="*/ 278 w 752"/>
                <a:gd name="T73" fmla="*/ 1530 h 2830"/>
                <a:gd name="T74" fmla="*/ 281 w 752"/>
                <a:gd name="T75" fmla="*/ 1528 h 2830"/>
                <a:gd name="T76" fmla="*/ 286 w 752"/>
                <a:gd name="T77" fmla="*/ 1523 h 2830"/>
                <a:gd name="T78" fmla="*/ 289 w 752"/>
                <a:gd name="T79" fmla="*/ 1523 h 2830"/>
                <a:gd name="T80" fmla="*/ 290 w 752"/>
                <a:gd name="T81" fmla="*/ 1520 h 2830"/>
                <a:gd name="T82" fmla="*/ 292 w 752"/>
                <a:gd name="T83" fmla="*/ 1518 h 2830"/>
                <a:gd name="T84" fmla="*/ 292 w 752"/>
                <a:gd name="T85" fmla="*/ 1515 h 2830"/>
                <a:gd name="T86" fmla="*/ 294 w 752"/>
                <a:gd name="T87" fmla="*/ 1290 h 2830"/>
                <a:gd name="T88" fmla="*/ 343 w 752"/>
                <a:gd name="T89" fmla="*/ 728 h 2830"/>
                <a:gd name="T90" fmla="*/ 323 w 752"/>
                <a:gd name="T91" fmla="*/ 458 h 2830"/>
                <a:gd name="T92" fmla="*/ 362 w 752"/>
                <a:gd name="T93" fmla="*/ 831 h 2830"/>
                <a:gd name="T94" fmla="*/ 358 w 752"/>
                <a:gd name="T95" fmla="*/ 861 h 2830"/>
                <a:gd name="T96" fmla="*/ 358 w 752"/>
                <a:gd name="T97" fmla="*/ 863 h 2830"/>
                <a:gd name="T98" fmla="*/ 398 w 752"/>
                <a:gd name="T99" fmla="*/ 865 h 2830"/>
                <a:gd name="T100" fmla="*/ 400 w 752"/>
                <a:gd name="T101" fmla="*/ 644 h 2830"/>
                <a:gd name="T102" fmla="*/ 361 w 752"/>
                <a:gd name="T103" fmla="*/ 289 h 2830"/>
                <a:gd name="T104" fmla="*/ 281 w 752"/>
                <a:gd name="T105" fmla="*/ 207 h 2830"/>
                <a:gd name="T106" fmla="*/ 257 w 752"/>
                <a:gd name="T107" fmla="*/ 177 h 2830"/>
                <a:gd name="T108" fmla="*/ 257 w 752"/>
                <a:gd name="T109" fmla="*/ 172 h 2830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752" h="2830">
                  <a:moveTo>
                    <a:pt x="292" y="322"/>
                  </a:moveTo>
                  <a:cubicBezTo>
                    <a:pt x="295" y="324"/>
                    <a:pt x="297" y="327"/>
                    <a:pt x="300" y="329"/>
                  </a:cubicBezTo>
                  <a:cubicBezTo>
                    <a:pt x="302" y="338"/>
                    <a:pt x="303" y="347"/>
                    <a:pt x="304" y="354"/>
                  </a:cubicBezTo>
                  <a:cubicBezTo>
                    <a:pt x="304" y="354"/>
                    <a:pt x="304" y="354"/>
                    <a:pt x="304" y="355"/>
                  </a:cubicBezTo>
                  <a:cubicBezTo>
                    <a:pt x="304" y="357"/>
                    <a:pt x="304" y="359"/>
                    <a:pt x="304" y="361"/>
                  </a:cubicBezTo>
                  <a:cubicBezTo>
                    <a:pt x="305" y="387"/>
                    <a:pt x="298" y="406"/>
                    <a:pt x="287" y="420"/>
                  </a:cubicBezTo>
                  <a:cubicBezTo>
                    <a:pt x="286" y="409"/>
                    <a:pt x="285" y="397"/>
                    <a:pt x="282" y="387"/>
                  </a:cubicBezTo>
                  <a:cubicBezTo>
                    <a:pt x="287" y="393"/>
                    <a:pt x="285" y="395"/>
                    <a:pt x="290" y="401"/>
                  </a:cubicBezTo>
                  <a:cubicBezTo>
                    <a:pt x="292" y="377"/>
                    <a:pt x="284" y="359"/>
                    <a:pt x="285" y="335"/>
                  </a:cubicBezTo>
                  <a:cubicBezTo>
                    <a:pt x="285" y="335"/>
                    <a:pt x="288" y="316"/>
                    <a:pt x="292" y="322"/>
                  </a:cubicBezTo>
                  <a:close/>
                  <a:moveTo>
                    <a:pt x="481" y="293"/>
                  </a:moveTo>
                  <a:cubicBezTo>
                    <a:pt x="483" y="289"/>
                    <a:pt x="484" y="286"/>
                    <a:pt x="485" y="283"/>
                  </a:cubicBezTo>
                  <a:cubicBezTo>
                    <a:pt x="486" y="283"/>
                    <a:pt x="486" y="283"/>
                    <a:pt x="486" y="282"/>
                  </a:cubicBezTo>
                  <a:cubicBezTo>
                    <a:pt x="487" y="280"/>
                    <a:pt x="487" y="278"/>
                    <a:pt x="488" y="277"/>
                  </a:cubicBezTo>
                  <a:cubicBezTo>
                    <a:pt x="489" y="274"/>
                    <a:pt x="490" y="270"/>
                    <a:pt x="491" y="267"/>
                  </a:cubicBezTo>
                  <a:cubicBezTo>
                    <a:pt x="500" y="273"/>
                    <a:pt x="512" y="249"/>
                    <a:pt x="514" y="243"/>
                  </a:cubicBezTo>
                  <a:cubicBezTo>
                    <a:pt x="517" y="236"/>
                    <a:pt x="518" y="230"/>
                    <a:pt x="517" y="223"/>
                  </a:cubicBezTo>
                  <a:cubicBezTo>
                    <a:pt x="517" y="219"/>
                    <a:pt x="517" y="215"/>
                    <a:pt x="518" y="212"/>
                  </a:cubicBezTo>
                  <a:cubicBezTo>
                    <a:pt x="521" y="202"/>
                    <a:pt x="532" y="190"/>
                    <a:pt x="523" y="180"/>
                  </a:cubicBezTo>
                  <a:cubicBezTo>
                    <a:pt x="520" y="175"/>
                    <a:pt x="514" y="176"/>
                    <a:pt x="509" y="178"/>
                  </a:cubicBezTo>
                  <a:cubicBezTo>
                    <a:pt x="510" y="170"/>
                    <a:pt x="511" y="162"/>
                    <a:pt x="510" y="157"/>
                  </a:cubicBezTo>
                  <a:cubicBezTo>
                    <a:pt x="506" y="137"/>
                    <a:pt x="512" y="115"/>
                    <a:pt x="508" y="96"/>
                  </a:cubicBezTo>
                  <a:cubicBezTo>
                    <a:pt x="504" y="75"/>
                    <a:pt x="493" y="57"/>
                    <a:pt x="478" y="42"/>
                  </a:cubicBezTo>
                  <a:cubicBezTo>
                    <a:pt x="472" y="34"/>
                    <a:pt x="466" y="29"/>
                    <a:pt x="457" y="25"/>
                  </a:cubicBezTo>
                  <a:cubicBezTo>
                    <a:pt x="457" y="25"/>
                    <a:pt x="457" y="25"/>
                    <a:pt x="457" y="25"/>
                  </a:cubicBezTo>
                  <a:cubicBezTo>
                    <a:pt x="460" y="26"/>
                    <a:pt x="462" y="27"/>
                    <a:pt x="465" y="29"/>
                  </a:cubicBezTo>
                  <a:cubicBezTo>
                    <a:pt x="468" y="30"/>
                    <a:pt x="471" y="32"/>
                    <a:pt x="474" y="33"/>
                  </a:cubicBezTo>
                  <a:cubicBezTo>
                    <a:pt x="464" y="22"/>
                    <a:pt x="448" y="12"/>
                    <a:pt x="433" y="12"/>
                  </a:cubicBezTo>
                  <a:cubicBezTo>
                    <a:pt x="441" y="12"/>
                    <a:pt x="448" y="14"/>
                    <a:pt x="456" y="14"/>
                  </a:cubicBezTo>
                  <a:cubicBezTo>
                    <a:pt x="449" y="11"/>
                    <a:pt x="443" y="8"/>
                    <a:pt x="435" y="7"/>
                  </a:cubicBezTo>
                  <a:cubicBezTo>
                    <a:pt x="427" y="6"/>
                    <a:pt x="414" y="5"/>
                    <a:pt x="407" y="9"/>
                  </a:cubicBezTo>
                  <a:cubicBezTo>
                    <a:pt x="406" y="9"/>
                    <a:pt x="405" y="9"/>
                    <a:pt x="405" y="9"/>
                  </a:cubicBezTo>
                  <a:cubicBezTo>
                    <a:pt x="405" y="9"/>
                    <a:pt x="405" y="9"/>
                    <a:pt x="405" y="9"/>
                  </a:cubicBezTo>
                  <a:cubicBezTo>
                    <a:pt x="387" y="5"/>
                    <a:pt x="360" y="0"/>
                    <a:pt x="342" y="8"/>
                  </a:cubicBezTo>
                  <a:cubicBezTo>
                    <a:pt x="352" y="6"/>
                    <a:pt x="363" y="4"/>
                    <a:pt x="373" y="8"/>
                  </a:cubicBezTo>
                  <a:cubicBezTo>
                    <a:pt x="364" y="8"/>
                    <a:pt x="355" y="7"/>
                    <a:pt x="347" y="9"/>
                  </a:cubicBezTo>
                  <a:cubicBezTo>
                    <a:pt x="336" y="11"/>
                    <a:pt x="325" y="14"/>
                    <a:pt x="313" y="15"/>
                  </a:cubicBezTo>
                  <a:cubicBezTo>
                    <a:pt x="318" y="15"/>
                    <a:pt x="324" y="14"/>
                    <a:pt x="329" y="15"/>
                  </a:cubicBezTo>
                  <a:cubicBezTo>
                    <a:pt x="324" y="16"/>
                    <a:pt x="319" y="17"/>
                    <a:pt x="315" y="20"/>
                  </a:cubicBezTo>
                  <a:cubicBezTo>
                    <a:pt x="313" y="21"/>
                    <a:pt x="311" y="22"/>
                    <a:pt x="309" y="23"/>
                  </a:cubicBezTo>
                  <a:cubicBezTo>
                    <a:pt x="307" y="24"/>
                    <a:pt x="305" y="25"/>
                    <a:pt x="303" y="26"/>
                  </a:cubicBezTo>
                  <a:cubicBezTo>
                    <a:pt x="294" y="31"/>
                    <a:pt x="282" y="41"/>
                    <a:pt x="278" y="51"/>
                  </a:cubicBezTo>
                  <a:cubicBezTo>
                    <a:pt x="256" y="74"/>
                    <a:pt x="241" y="105"/>
                    <a:pt x="237" y="136"/>
                  </a:cubicBezTo>
                  <a:cubicBezTo>
                    <a:pt x="235" y="150"/>
                    <a:pt x="238" y="163"/>
                    <a:pt x="242" y="176"/>
                  </a:cubicBezTo>
                  <a:cubicBezTo>
                    <a:pt x="238" y="175"/>
                    <a:pt x="235" y="176"/>
                    <a:pt x="232" y="179"/>
                  </a:cubicBezTo>
                  <a:cubicBezTo>
                    <a:pt x="224" y="190"/>
                    <a:pt x="235" y="201"/>
                    <a:pt x="238" y="211"/>
                  </a:cubicBezTo>
                  <a:cubicBezTo>
                    <a:pt x="239" y="215"/>
                    <a:pt x="239" y="219"/>
                    <a:pt x="239" y="223"/>
                  </a:cubicBezTo>
                  <a:cubicBezTo>
                    <a:pt x="238" y="230"/>
                    <a:pt x="238" y="236"/>
                    <a:pt x="241" y="243"/>
                  </a:cubicBezTo>
                  <a:cubicBezTo>
                    <a:pt x="244" y="248"/>
                    <a:pt x="255" y="271"/>
                    <a:pt x="264" y="267"/>
                  </a:cubicBezTo>
                  <a:cubicBezTo>
                    <a:pt x="266" y="272"/>
                    <a:pt x="267" y="276"/>
                    <a:pt x="268" y="280"/>
                  </a:cubicBezTo>
                  <a:cubicBezTo>
                    <a:pt x="269" y="281"/>
                    <a:pt x="270" y="284"/>
                    <a:pt x="271" y="286"/>
                  </a:cubicBezTo>
                  <a:cubicBezTo>
                    <a:pt x="271" y="287"/>
                    <a:pt x="272" y="288"/>
                    <a:pt x="272" y="290"/>
                  </a:cubicBezTo>
                  <a:cubicBezTo>
                    <a:pt x="272" y="290"/>
                    <a:pt x="276" y="293"/>
                    <a:pt x="267" y="312"/>
                  </a:cubicBezTo>
                  <a:cubicBezTo>
                    <a:pt x="261" y="323"/>
                    <a:pt x="255" y="334"/>
                    <a:pt x="250" y="344"/>
                  </a:cubicBezTo>
                  <a:cubicBezTo>
                    <a:pt x="252" y="341"/>
                    <a:pt x="246" y="352"/>
                    <a:pt x="241" y="359"/>
                  </a:cubicBezTo>
                  <a:cubicBezTo>
                    <a:pt x="232" y="372"/>
                    <a:pt x="221" y="385"/>
                    <a:pt x="218" y="401"/>
                  </a:cubicBezTo>
                  <a:cubicBezTo>
                    <a:pt x="224" y="393"/>
                    <a:pt x="231" y="379"/>
                    <a:pt x="242" y="376"/>
                  </a:cubicBezTo>
                  <a:cubicBezTo>
                    <a:pt x="235" y="385"/>
                    <a:pt x="229" y="396"/>
                    <a:pt x="226" y="407"/>
                  </a:cubicBezTo>
                  <a:cubicBezTo>
                    <a:pt x="222" y="422"/>
                    <a:pt x="225" y="438"/>
                    <a:pt x="223" y="454"/>
                  </a:cubicBezTo>
                  <a:cubicBezTo>
                    <a:pt x="215" y="455"/>
                    <a:pt x="206" y="457"/>
                    <a:pt x="195" y="460"/>
                  </a:cubicBezTo>
                  <a:cubicBezTo>
                    <a:pt x="177" y="464"/>
                    <a:pt x="136" y="476"/>
                    <a:pt x="118" y="505"/>
                  </a:cubicBezTo>
                  <a:cubicBezTo>
                    <a:pt x="107" y="524"/>
                    <a:pt x="91" y="572"/>
                    <a:pt x="86" y="607"/>
                  </a:cubicBezTo>
                  <a:cubicBezTo>
                    <a:pt x="80" y="643"/>
                    <a:pt x="57" y="816"/>
                    <a:pt x="56" y="872"/>
                  </a:cubicBezTo>
                  <a:cubicBezTo>
                    <a:pt x="56" y="874"/>
                    <a:pt x="56" y="875"/>
                    <a:pt x="56" y="877"/>
                  </a:cubicBezTo>
                  <a:cubicBezTo>
                    <a:pt x="56" y="926"/>
                    <a:pt x="50" y="959"/>
                    <a:pt x="45" y="982"/>
                  </a:cubicBezTo>
                  <a:cubicBezTo>
                    <a:pt x="41" y="1004"/>
                    <a:pt x="22" y="1067"/>
                    <a:pt x="23" y="1190"/>
                  </a:cubicBezTo>
                  <a:cubicBezTo>
                    <a:pt x="24" y="1212"/>
                    <a:pt x="22" y="1263"/>
                    <a:pt x="24" y="1295"/>
                  </a:cubicBezTo>
                  <a:cubicBezTo>
                    <a:pt x="28" y="1337"/>
                    <a:pt x="22" y="1427"/>
                    <a:pt x="17" y="1447"/>
                  </a:cubicBezTo>
                  <a:cubicBezTo>
                    <a:pt x="11" y="1473"/>
                    <a:pt x="5" y="1517"/>
                    <a:pt x="3" y="1523"/>
                  </a:cubicBezTo>
                  <a:cubicBezTo>
                    <a:pt x="0" y="1529"/>
                    <a:pt x="5" y="1538"/>
                    <a:pt x="8" y="1544"/>
                  </a:cubicBezTo>
                  <a:cubicBezTo>
                    <a:pt x="12" y="1551"/>
                    <a:pt x="11" y="1557"/>
                    <a:pt x="15" y="1566"/>
                  </a:cubicBezTo>
                  <a:cubicBezTo>
                    <a:pt x="18" y="1573"/>
                    <a:pt x="27" y="1588"/>
                    <a:pt x="32" y="1596"/>
                  </a:cubicBezTo>
                  <a:cubicBezTo>
                    <a:pt x="37" y="1605"/>
                    <a:pt x="56" y="1615"/>
                    <a:pt x="71" y="1620"/>
                  </a:cubicBezTo>
                  <a:cubicBezTo>
                    <a:pt x="81" y="1624"/>
                    <a:pt x="100" y="1635"/>
                    <a:pt x="102" y="1630"/>
                  </a:cubicBezTo>
                  <a:cubicBezTo>
                    <a:pt x="106" y="1619"/>
                    <a:pt x="99" y="1612"/>
                    <a:pt x="91" y="1608"/>
                  </a:cubicBezTo>
                  <a:cubicBezTo>
                    <a:pt x="87" y="1605"/>
                    <a:pt x="100" y="1614"/>
                    <a:pt x="103" y="1604"/>
                  </a:cubicBezTo>
                  <a:cubicBezTo>
                    <a:pt x="104" y="1601"/>
                    <a:pt x="104" y="1600"/>
                    <a:pt x="102" y="1595"/>
                  </a:cubicBezTo>
                  <a:cubicBezTo>
                    <a:pt x="102" y="1594"/>
                    <a:pt x="103" y="1594"/>
                    <a:pt x="103" y="1593"/>
                  </a:cubicBezTo>
                  <a:cubicBezTo>
                    <a:pt x="103" y="1593"/>
                    <a:pt x="103" y="1592"/>
                    <a:pt x="103" y="1592"/>
                  </a:cubicBezTo>
                  <a:cubicBezTo>
                    <a:pt x="103" y="1592"/>
                    <a:pt x="103" y="1592"/>
                    <a:pt x="103" y="1592"/>
                  </a:cubicBezTo>
                  <a:cubicBezTo>
                    <a:pt x="103" y="1591"/>
                    <a:pt x="103" y="1591"/>
                    <a:pt x="103" y="1591"/>
                  </a:cubicBezTo>
                  <a:cubicBezTo>
                    <a:pt x="103" y="1591"/>
                    <a:pt x="103" y="1590"/>
                    <a:pt x="103" y="1590"/>
                  </a:cubicBezTo>
                  <a:cubicBezTo>
                    <a:pt x="103" y="1590"/>
                    <a:pt x="103" y="1590"/>
                    <a:pt x="103" y="1590"/>
                  </a:cubicBezTo>
                  <a:cubicBezTo>
                    <a:pt x="103" y="1589"/>
                    <a:pt x="103" y="1589"/>
                    <a:pt x="103" y="1589"/>
                  </a:cubicBezTo>
                  <a:cubicBezTo>
                    <a:pt x="102" y="1589"/>
                    <a:pt x="102" y="1589"/>
                    <a:pt x="102" y="1589"/>
                  </a:cubicBezTo>
                  <a:cubicBezTo>
                    <a:pt x="102" y="1588"/>
                    <a:pt x="102" y="1588"/>
                    <a:pt x="102" y="1588"/>
                  </a:cubicBezTo>
                  <a:cubicBezTo>
                    <a:pt x="102" y="1588"/>
                    <a:pt x="102" y="1588"/>
                    <a:pt x="102" y="1588"/>
                  </a:cubicBezTo>
                  <a:cubicBezTo>
                    <a:pt x="101" y="1587"/>
                    <a:pt x="99" y="1584"/>
                    <a:pt x="99" y="1583"/>
                  </a:cubicBezTo>
                  <a:cubicBezTo>
                    <a:pt x="106" y="1581"/>
                    <a:pt x="101" y="1550"/>
                    <a:pt x="98" y="1534"/>
                  </a:cubicBezTo>
                  <a:cubicBezTo>
                    <a:pt x="99" y="1523"/>
                    <a:pt x="100" y="1487"/>
                    <a:pt x="91" y="1462"/>
                  </a:cubicBezTo>
                  <a:cubicBezTo>
                    <a:pt x="86" y="1446"/>
                    <a:pt x="84" y="1431"/>
                    <a:pt x="84" y="1421"/>
                  </a:cubicBezTo>
                  <a:cubicBezTo>
                    <a:pt x="84" y="1421"/>
                    <a:pt x="84" y="1420"/>
                    <a:pt x="84" y="1419"/>
                  </a:cubicBezTo>
                  <a:cubicBezTo>
                    <a:pt x="84" y="1419"/>
                    <a:pt x="84" y="1418"/>
                    <a:pt x="84" y="1417"/>
                  </a:cubicBezTo>
                  <a:cubicBezTo>
                    <a:pt x="84" y="1417"/>
                    <a:pt x="84" y="1417"/>
                    <a:pt x="84" y="1417"/>
                  </a:cubicBezTo>
                  <a:cubicBezTo>
                    <a:pt x="82" y="1388"/>
                    <a:pt x="93" y="1282"/>
                    <a:pt x="104" y="1221"/>
                  </a:cubicBezTo>
                  <a:cubicBezTo>
                    <a:pt x="107" y="1205"/>
                    <a:pt x="111" y="1189"/>
                    <a:pt x="116" y="1173"/>
                  </a:cubicBezTo>
                  <a:cubicBezTo>
                    <a:pt x="120" y="1158"/>
                    <a:pt x="123" y="1142"/>
                    <a:pt x="126" y="1125"/>
                  </a:cubicBezTo>
                  <a:cubicBezTo>
                    <a:pt x="138" y="1059"/>
                    <a:pt x="138" y="1008"/>
                    <a:pt x="140" y="995"/>
                  </a:cubicBezTo>
                  <a:cubicBezTo>
                    <a:pt x="143" y="978"/>
                    <a:pt x="161" y="888"/>
                    <a:pt x="167" y="848"/>
                  </a:cubicBezTo>
                  <a:cubicBezTo>
                    <a:pt x="167" y="849"/>
                    <a:pt x="167" y="849"/>
                    <a:pt x="167" y="849"/>
                  </a:cubicBezTo>
                  <a:cubicBezTo>
                    <a:pt x="171" y="898"/>
                    <a:pt x="181" y="956"/>
                    <a:pt x="183" y="982"/>
                  </a:cubicBezTo>
                  <a:cubicBezTo>
                    <a:pt x="183" y="988"/>
                    <a:pt x="184" y="994"/>
                    <a:pt x="185" y="1001"/>
                  </a:cubicBezTo>
                  <a:cubicBezTo>
                    <a:pt x="190" y="1036"/>
                    <a:pt x="203" y="1085"/>
                    <a:pt x="191" y="1110"/>
                  </a:cubicBezTo>
                  <a:cubicBezTo>
                    <a:pt x="177" y="1138"/>
                    <a:pt x="159" y="1204"/>
                    <a:pt x="146" y="1281"/>
                  </a:cubicBezTo>
                  <a:cubicBezTo>
                    <a:pt x="135" y="1342"/>
                    <a:pt x="126" y="1394"/>
                    <a:pt x="136" y="1504"/>
                  </a:cubicBezTo>
                  <a:cubicBezTo>
                    <a:pt x="144" y="1582"/>
                    <a:pt x="143" y="1635"/>
                    <a:pt x="161" y="1721"/>
                  </a:cubicBezTo>
                  <a:cubicBezTo>
                    <a:pt x="178" y="1798"/>
                    <a:pt x="191" y="1888"/>
                    <a:pt x="200" y="1945"/>
                  </a:cubicBezTo>
                  <a:cubicBezTo>
                    <a:pt x="210" y="2001"/>
                    <a:pt x="214" y="2030"/>
                    <a:pt x="216" y="2067"/>
                  </a:cubicBezTo>
                  <a:cubicBezTo>
                    <a:pt x="218" y="2104"/>
                    <a:pt x="195" y="2279"/>
                    <a:pt x="221" y="2381"/>
                  </a:cubicBezTo>
                  <a:cubicBezTo>
                    <a:pt x="247" y="2482"/>
                    <a:pt x="258" y="2547"/>
                    <a:pt x="263" y="2571"/>
                  </a:cubicBezTo>
                  <a:cubicBezTo>
                    <a:pt x="274" y="2626"/>
                    <a:pt x="264" y="2631"/>
                    <a:pt x="269" y="2659"/>
                  </a:cubicBezTo>
                  <a:cubicBezTo>
                    <a:pt x="274" y="2686"/>
                    <a:pt x="274" y="2683"/>
                    <a:pt x="261" y="2709"/>
                  </a:cubicBezTo>
                  <a:cubicBezTo>
                    <a:pt x="249" y="2726"/>
                    <a:pt x="230" y="2763"/>
                    <a:pt x="223" y="2772"/>
                  </a:cubicBezTo>
                  <a:cubicBezTo>
                    <a:pt x="217" y="2780"/>
                    <a:pt x="220" y="2788"/>
                    <a:pt x="223" y="2793"/>
                  </a:cubicBezTo>
                  <a:cubicBezTo>
                    <a:pt x="223" y="2794"/>
                    <a:pt x="223" y="2795"/>
                    <a:pt x="223" y="2796"/>
                  </a:cubicBezTo>
                  <a:cubicBezTo>
                    <a:pt x="223" y="2796"/>
                    <a:pt x="223" y="2796"/>
                    <a:pt x="223" y="2796"/>
                  </a:cubicBezTo>
                  <a:cubicBezTo>
                    <a:pt x="223" y="2797"/>
                    <a:pt x="223" y="2797"/>
                    <a:pt x="223" y="2798"/>
                  </a:cubicBezTo>
                  <a:cubicBezTo>
                    <a:pt x="223" y="2798"/>
                    <a:pt x="223" y="2798"/>
                    <a:pt x="223" y="2799"/>
                  </a:cubicBezTo>
                  <a:cubicBezTo>
                    <a:pt x="223" y="2799"/>
                    <a:pt x="223" y="2800"/>
                    <a:pt x="223" y="2800"/>
                  </a:cubicBezTo>
                  <a:cubicBezTo>
                    <a:pt x="223" y="2800"/>
                    <a:pt x="223" y="2800"/>
                    <a:pt x="223" y="2801"/>
                  </a:cubicBezTo>
                  <a:cubicBezTo>
                    <a:pt x="223" y="2801"/>
                    <a:pt x="223" y="2802"/>
                    <a:pt x="223" y="2802"/>
                  </a:cubicBezTo>
                  <a:cubicBezTo>
                    <a:pt x="223" y="2802"/>
                    <a:pt x="223" y="2802"/>
                    <a:pt x="223" y="2802"/>
                  </a:cubicBezTo>
                  <a:cubicBezTo>
                    <a:pt x="223" y="2803"/>
                    <a:pt x="223" y="2803"/>
                    <a:pt x="224" y="2804"/>
                  </a:cubicBezTo>
                  <a:cubicBezTo>
                    <a:pt x="224" y="2804"/>
                    <a:pt x="224" y="2804"/>
                    <a:pt x="224" y="2804"/>
                  </a:cubicBezTo>
                  <a:cubicBezTo>
                    <a:pt x="224" y="2805"/>
                    <a:pt x="224" y="2805"/>
                    <a:pt x="225" y="2805"/>
                  </a:cubicBezTo>
                  <a:cubicBezTo>
                    <a:pt x="225" y="2806"/>
                    <a:pt x="225" y="2806"/>
                    <a:pt x="225" y="2806"/>
                  </a:cubicBezTo>
                  <a:cubicBezTo>
                    <a:pt x="225" y="2806"/>
                    <a:pt x="225" y="2807"/>
                    <a:pt x="226" y="2807"/>
                  </a:cubicBezTo>
                  <a:cubicBezTo>
                    <a:pt x="226" y="2807"/>
                    <a:pt x="226" y="2807"/>
                    <a:pt x="226" y="2807"/>
                  </a:cubicBezTo>
                  <a:cubicBezTo>
                    <a:pt x="226" y="2808"/>
                    <a:pt x="227" y="2808"/>
                    <a:pt x="227" y="2808"/>
                  </a:cubicBezTo>
                  <a:cubicBezTo>
                    <a:pt x="227" y="2808"/>
                    <a:pt x="227" y="2808"/>
                    <a:pt x="227" y="2809"/>
                  </a:cubicBezTo>
                  <a:cubicBezTo>
                    <a:pt x="228" y="2809"/>
                    <a:pt x="228" y="2809"/>
                    <a:pt x="228" y="2809"/>
                  </a:cubicBezTo>
                  <a:cubicBezTo>
                    <a:pt x="228" y="2810"/>
                    <a:pt x="229" y="2810"/>
                    <a:pt x="229" y="2810"/>
                  </a:cubicBezTo>
                  <a:cubicBezTo>
                    <a:pt x="229" y="2810"/>
                    <a:pt x="229" y="2810"/>
                    <a:pt x="230" y="2810"/>
                  </a:cubicBezTo>
                  <a:cubicBezTo>
                    <a:pt x="230" y="2810"/>
                    <a:pt x="230" y="2811"/>
                    <a:pt x="230" y="2811"/>
                  </a:cubicBezTo>
                  <a:cubicBezTo>
                    <a:pt x="231" y="2811"/>
                    <a:pt x="231" y="2811"/>
                    <a:pt x="231" y="2811"/>
                  </a:cubicBezTo>
                  <a:cubicBezTo>
                    <a:pt x="231" y="2811"/>
                    <a:pt x="232" y="2812"/>
                    <a:pt x="232" y="2812"/>
                  </a:cubicBezTo>
                  <a:cubicBezTo>
                    <a:pt x="232" y="2812"/>
                    <a:pt x="232" y="2812"/>
                    <a:pt x="232" y="2812"/>
                  </a:cubicBezTo>
                  <a:cubicBezTo>
                    <a:pt x="233" y="2812"/>
                    <a:pt x="233" y="2812"/>
                    <a:pt x="234" y="2812"/>
                  </a:cubicBezTo>
                  <a:cubicBezTo>
                    <a:pt x="234" y="2812"/>
                    <a:pt x="234" y="2812"/>
                    <a:pt x="234" y="2812"/>
                  </a:cubicBezTo>
                  <a:cubicBezTo>
                    <a:pt x="234" y="2813"/>
                    <a:pt x="235" y="2813"/>
                    <a:pt x="235" y="2813"/>
                  </a:cubicBezTo>
                  <a:cubicBezTo>
                    <a:pt x="235" y="2813"/>
                    <a:pt x="235" y="2813"/>
                    <a:pt x="235" y="2813"/>
                  </a:cubicBezTo>
                  <a:cubicBezTo>
                    <a:pt x="236" y="2813"/>
                    <a:pt x="237" y="2813"/>
                    <a:pt x="237" y="2813"/>
                  </a:cubicBezTo>
                  <a:cubicBezTo>
                    <a:pt x="237" y="2814"/>
                    <a:pt x="237" y="2815"/>
                    <a:pt x="237" y="2815"/>
                  </a:cubicBezTo>
                  <a:cubicBezTo>
                    <a:pt x="237" y="2815"/>
                    <a:pt x="237" y="2815"/>
                    <a:pt x="237" y="2815"/>
                  </a:cubicBezTo>
                  <a:cubicBezTo>
                    <a:pt x="237" y="2815"/>
                    <a:pt x="237" y="2815"/>
                    <a:pt x="237" y="2815"/>
                  </a:cubicBezTo>
                  <a:cubicBezTo>
                    <a:pt x="237" y="2816"/>
                    <a:pt x="238" y="2817"/>
                    <a:pt x="238" y="2817"/>
                  </a:cubicBezTo>
                  <a:cubicBezTo>
                    <a:pt x="238" y="2817"/>
                    <a:pt x="238" y="2817"/>
                    <a:pt x="238" y="2817"/>
                  </a:cubicBezTo>
                  <a:cubicBezTo>
                    <a:pt x="238" y="2818"/>
                    <a:pt x="238" y="2819"/>
                    <a:pt x="239" y="2819"/>
                  </a:cubicBezTo>
                  <a:cubicBezTo>
                    <a:pt x="239" y="2819"/>
                    <a:pt x="239" y="2819"/>
                    <a:pt x="239" y="2819"/>
                  </a:cubicBezTo>
                  <a:cubicBezTo>
                    <a:pt x="239" y="2820"/>
                    <a:pt x="240" y="2820"/>
                    <a:pt x="240" y="2821"/>
                  </a:cubicBezTo>
                  <a:cubicBezTo>
                    <a:pt x="240" y="2821"/>
                    <a:pt x="240" y="2821"/>
                    <a:pt x="240" y="2821"/>
                  </a:cubicBezTo>
                  <a:cubicBezTo>
                    <a:pt x="241" y="2821"/>
                    <a:pt x="241" y="2822"/>
                    <a:pt x="242" y="2822"/>
                  </a:cubicBezTo>
                  <a:cubicBezTo>
                    <a:pt x="242" y="2822"/>
                    <a:pt x="242" y="2822"/>
                    <a:pt x="242" y="2822"/>
                  </a:cubicBezTo>
                  <a:cubicBezTo>
                    <a:pt x="242" y="2823"/>
                    <a:pt x="243" y="2823"/>
                    <a:pt x="244" y="2823"/>
                  </a:cubicBezTo>
                  <a:cubicBezTo>
                    <a:pt x="244" y="2823"/>
                    <a:pt x="244" y="2823"/>
                    <a:pt x="244" y="2823"/>
                  </a:cubicBezTo>
                  <a:cubicBezTo>
                    <a:pt x="244" y="2823"/>
                    <a:pt x="245" y="2824"/>
                    <a:pt x="246" y="2824"/>
                  </a:cubicBezTo>
                  <a:cubicBezTo>
                    <a:pt x="246" y="2824"/>
                    <a:pt x="246" y="2824"/>
                    <a:pt x="246" y="2824"/>
                  </a:cubicBezTo>
                  <a:cubicBezTo>
                    <a:pt x="247" y="2824"/>
                    <a:pt x="248" y="2824"/>
                    <a:pt x="248" y="2824"/>
                  </a:cubicBezTo>
                  <a:cubicBezTo>
                    <a:pt x="248" y="2824"/>
                    <a:pt x="249" y="2824"/>
                    <a:pt x="249" y="2824"/>
                  </a:cubicBezTo>
                  <a:cubicBezTo>
                    <a:pt x="249" y="2825"/>
                    <a:pt x="250" y="2825"/>
                    <a:pt x="251" y="2825"/>
                  </a:cubicBezTo>
                  <a:cubicBezTo>
                    <a:pt x="251" y="2825"/>
                    <a:pt x="251" y="2825"/>
                    <a:pt x="251" y="2825"/>
                  </a:cubicBezTo>
                  <a:cubicBezTo>
                    <a:pt x="252" y="2825"/>
                    <a:pt x="253" y="2825"/>
                    <a:pt x="253" y="2825"/>
                  </a:cubicBezTo>
                  <a:cubicBezTo>
                    <a:pt x="254" y="2825"/>
                    <a:pt x="254" y="2825"/>
                    <a:pt x="254" y="2825"/>
                  </a:cubicBezTo>
                  <a:cubicBezTo>
                    <a:pt x="255" y="2825"/>
                    <a:pt x="255" y="2825"/>
                    <a:pt x="256" y="2825"/>
                  </a:cubicBezTo>
                  <a:cubicBezTo>
                    <a:pt x="256" y="2825"/>
                    <a:pt x="256" y="2825"/>
                    <a:pt x="257" y="2825"/>
                  </a:cubicBezTo>
                  <a:cubicBezTo>
                    <a:pt x="257" y="2824"/>
                    <a:pt x="258" y="2824"/>
                    <a:pt x="258" y="2824"/>
                  </a:cubicBezTo>
                  <a:cubicBezTo>
                    <a:pt x="259" y="2824"/>
                    <a:pt x="259" y="2824"/>
                    <a:pt x="259" y="2824"/>
                  </a:cubicBezTo>
                  <a:cubicBezTo>
                    <a:pt x="260" y="2824"/>
                    <a:pt x="260" y="2824"/>
                    <a:pt x="261" y="2824"/>
                  </a:cubicBezTo>
                  <a:cubicBezTo>
                    <a:pt x="261" y="2824"/>
                    <a:pt x="262" y="2824"/>
                    <a:pt x="262" y="2823"/>
                  </a:cubicBezTo>
                  <a:cubicBezTo>
                    <a:pt x="262" y="2823"/>
                    <a:pt x="263" y="2823"/>
                    <a:pt x="263" y="2823"/>
                  </a:cubicBezTo>
                  <a:cubicBezTo>
                    <a:pt x="264" y="2823"/>
                    <a:pt x="264" y="2823"/>
                    <a:pt x="264" y="2823"/>
                  </a:cubicBezTo>
                  <a:cubicBezTo>
                    <a:pt x="265" y="2822"/>
                    <a:pt x="265" y="2822"/>
                    <a:pt x="265" y="2822"/>
                  </a:cubicBezTo>
                  <a:cubicBezTo>
                    <a:pt x="266" y="2822"/>
                    <a:pt x="266" y="2822"/>
                    <a:pt x="266" y="2822"/>
                  </a:cubicBezTo>
                  <a:cubicBezTo>
                    <a:pt x="267" y="2821"/>
                    <a:pt x="267" y="2821"/>
                    <a:pt x="267" y="2821"/>
                  </a:cubicBezTo>
                  <a:cubicBezTo>
                    <a:pt x="267" y="2821"/>
                    <a:pt x="268" y="2820"/>
                    <a:pt x="268" y="2820"/>
                  </a:cubicBezTo>
                  <a:cubicBezTo>
                    <a:pt x="276" y="2828"/>
                    <a:pt x="296" y="2828"/>
                    <a:pt x="303" y="2818"/>
                  </a:cubicBezTo>
                  <a:cubicBezTo>
                    <a:pt x="316" y="2830"/>
                    <a:pt x="338" y="2830"/>
                    <a:pt x="352" y="2815"/>
                  </a:cubicBezTo>
                  <a:cubicBezTo>
                    <a:pt x="366" y="2800"/>
                    <a:pt x="368" y="2785"/>
                    <a:pt x="366" y="2770"/>
                  </a:cubicBezTo>
                  <a:cubicBezTo>
                    <a:pt x="365" y="2756"/>
                    <a:pt x="368" y="2751"/>
                    <a:pt x="371" y="2732"/>
                  </a:cubicBezTo>
                  <a:cubicBezTo>
                    <a:pt x="374" y="2714"/>
                    <a:pt x="376" y="2700"/>
                    <a:pt x="370" y="2687"/>
                  </a:cubicBezTo>
                  <a:cubicBezTo>
                    <a:pt x="364" y="2674"/>
                    <a:pt x="363" y="2668"/>
                    <a:pt x="363" y="2655"/>
                  </a:cubicBezTo>
                  <a:cubicBezTo>
                    <a:pt x="363" y="2641"/>
                    <a:pt x="368" y="2622"/>
                    <a:pt x="360" y="2605"/>
                  </a:cubicBezTo>
                  <a:cubicBezTo>
                    <a:pt x="352" y="2589"/>
                    <a:pt x="343" y="2549"/>
                    <a:pt x="344" y="2506"/>
                  </a:cubicBezTo>
                  <a:cubicBezTo>
                    <a:pt x="346" y="2464"/>
                    <a:pt x="376" y="2223"/>
                    <a:pt x="363" y="2141"/>
                  </a:cubicBezTo>
                  <a:cubicBezTo>
                    <a:pt x="351" y="2059"/>
                    <a:pt x="355" y="2042"/>
                    <a:pt x="359" y="2014"/>
                  </a:cubicBezTo>
                  <a:cubicBezTo>
                    <a:pt x="362" y="1986"/>
                    <a:pt x="370" y="1941"/>
                    <a:pt x="362" y="1882"/>
                  </a:cubicBezTo>
                  <a:cubicBezTo>
                    <a:pt x="360" y="1859"/>
                    <a:pt x="360" y="1763"/>
                    <a:pt x="361" y="1666"/>
                  </a:cubicBezTo>
                  <a:cubicBezTo>
                    <a:pt x="362" y="1604"/>
                    <a:pt x="366" y="1529"/>
                    <a:pt x="362" y="1505"/>
                  </a:cubicBezTo>
                  <a:cubicBezTo>
                    <a:pt x="367" y="1507"/>
                    <a:pt x="371" y="1508"/>
                    <a:pt x="375" y="1508"/>
                  </a:cubicBezTo>
                  <a:cubicBezTo>
                    <a:pt x="376" y="1508"/>
                    <a:pt x="376" y="1508"/>
                    <a:pt x="376" y="1508"/>
                  </a:cubicBezTo>
                  <a:cubicBezTo>
                    <a:pt x="380" y="1508"/>
                    <a:pt x="385" y="1506"/>
                    <a:pt x="390" y="1504"/>
                  </a:cubicBezTo>
                  <a:cubicBezTo>
                    <a:pt x="390" y="1505"/>
                    <a:pt x="390" y="1505"/>
                    <a:pt x="390" y="1505"/>
                  </a:cubicBezTo>
                  <a:cubicBezTo>
                    <a:pt x="389" y="1506"/>
                    <a:pt x="389" y="1509"/>
                    <a:pt x="389" y="1513"/>
                  </a:cubicBezTo>
                  <a:cubicBezTo>
                    <a:pt x="387" y="1544"/>
                    <a:pt x="390" y="1609"/>
                    <a:pt x="391" y="1666"/>
                  </a:cubicBezTo>
                  <a:cubicBezTo>
                    <a:pt x="392" y="1763"/>
                    <a:pt x="392" y="1859"/>
                    <a:pt x="390" y="1882"/>
                  </a:cubicBezTo>
                  <a:cubicBezTo>
                    <a:pt x="382" y="1941"/>
                    <a:pt x="390" y="1986"/>
                    <a:pt x="393" y="2014"/>
                  </a:cubicBezTo>
                  <a:cubicBezTo>
                    <a:pt x="397" y="2042"/>
                    <a:pt x="401" y="2059"/>
                    <a:pt x="389" y="2141"/>
                  </a:cubicBezTo>
                  <a:cubicBezTo>
                    <a:pt x="376" y="2223"/>
                    <a:pt x="406" y="2464"/>
                    <a:pt x="408" y="2506"/>
                  </a:cubicBezTo>
                  <a:cubicBezTo>
                    <a:pt x="409" y="2549"/>
                    <a:pt x="400" y="2589"/>
                    <a:pt x="392" y="2605"/>
                  </a:cubicBezTo>
                  <a:cubicBezTo>
                    <a:pt x="384" y="2622"/>
                    <a:pt x="389" y="2641"/>
                    <a:pt x="389" y="2655"/>
                  </a:cubicBezTo>
                  <a:cubicBezTo>
                    <a:pt x="389" y="2668"/>
                    <a:pt x="388" y="2674"/>
                    <a:pt x="382" y="2687"/>
                  </a:cubicBezTo>
                  <a:cubicBezTo>
                    <a:pt x="376" y="2700"/>
                    <a:pt x="378" y="2714"/>
                    <a:pt x="381" y="2732"/>
                  </a:cubicBezTo>
                  <a:cubicBezTo>
                    <a:pt x="384" y="2751"/>
                    <a:pt x="387" y="2756"/>
                    <a:pt x="386" y="2770"/>
                  </a:cubicBezTo>
                  <a:cubicBezTo>
                    <a:pt x="384" y="2785"/>
                    <a:pt x="386" y="2800"/>
                    <a:pt x="400" y="2815"/>
                  </a:cubicBezTo>
                  <a:cubicBezTo>
                    <a:pt x="414" y="2830"/>
                    <a:pt x="436" y="2830"/>
                    <a:pt x="449" y="2818"/>
                  </a:cubicBezTo>
                  <a:cubicBezTo>
                    <a:pt x="456" y="2828"/>
                    <a:pt x="476" y="2828"/>
                    <a:pt x="484" y="2820"/>
                  </a:cubicBezTo>
                  <a:cubicBezTo>
                    <a:pt x="484" y="2820"/>
                    <a:pt x="485" y="2821"/>
                    <a:pt x="485" y="2821"/>
                  </a:cubicBezTo>
                  <a:cubicBezTo>
                    <a:pt x="485" y="2821"/>
                    <a:pt x="485" y="2821"/>
                    <a:pt x="486" y="2822"/>
                  </a:cubicBezTo>
                  <a:cubicBezTo>
                    <a:pt x="486" y="2822"/>
                    <a:pt x="486" y="2822"/>
                    <a:pt x="487" y="2822"/>
                  </a:cubicBezTo>
                  <a:cubicBezTo>
                    <a:pt x="487" y="2822"/>
                    <a:pt x="487" y="2822"/>
                    <a:pt x="488" y="2823"/>
                  </a:cubicBezTo>
                  <a:cubicBezTo>
                    <a:pt x="488" y="2823"/>
                    <a:pt x="488" y="2823"/>
                    <a:pt x="489" y="2823"/>
                  </a:cubicBezTo>
                  <a:cubicBezTo>
                    <a:pt x="489" y="2823"/>
                    <a:pt x="490" y="2823"/>
                    <a:pt x="490" y="2823"/>
                  </a:cubicBezTo>
                  <a:cubicBezTo>
                    <a:pt x="490" y="2824"/>
                    <a:pt x="491" y="2824"/>
                    <a:pt x="491" y="2824"/>
                  </a:cubicBezTo>
                  <a:cubicBezTo>
                    <a:pt x="492" y="2824"/>
                    <a:pt x="492" y="2824"/>
                    <a:pt x="493" y="2824"/>
                  </a:cubicBezTo>
                  <a:cubicBezTo>
                    <a:pt x="493" y="2824"/>
                    <a:pt x="493" y="2824"/>
                    <a:pt x="494" y="2824"/>
                  </a:cubicBezTo>
                  <a:cubicBezTo>
                    <a:pt x="494" y="2824"/>
                    <a:pt x="495" y="2824"/>
                    <a:pt x="495" y="2825"/>
                  </a:cubicBezTo>
                  <a:cubicBezTo>
                    <a:pt x="496" y="2825"/>
                    <a:pt x="496" y="2825"/>
                    <a:pt x="496" y="2825"/>
                  </a:cubicBezTo>
                  <a:cubicBezTo>
                    <a:pt x="497" y="2825"/>
                    <a:pt x="497" y="2825"/>
                    <a:pt x="498" y="2825"/>
                  </a:cubicBezTo>
                  <a:cubicBezTo>
                    <a:pt x="498" y="2825"/>
                    <a:pt x="498" y="2825"/>
                    <a:pt x="499" y="2825"/>
                  </a:cubicBezTo>
                  <a:cubicBezTo>
                    <a:pt x="499" y="2825"/>
                    <a:pt x="500" y="2825"/>
                    <a:pt x="501" y="2825"/>
                  </a:cubicBezTo>
                  <a:cubicBezTo>
                    <a:pt x="501" y="2825"/>
                    <a:pt x="501" y="2825"/>
                    <a:pt x="501" y="2825"/>
                  </a:cubicBezTo>
                  <a:cubicBezTo>
                    <a:pt x="502" y="2825"/>
                    <a:pt x="503" y="2825"/>
                    <a:pt x="503" y="2824"/>
                  </a:cubicBezTo>
                  <a:cubicBezTo>
                    <a:pt x="504" y="2824"/>
                    <a:pt x="504" y="2824"/>
                    <a:pt x="504" y="2824"/>
                  </a:cubicBezTo>
                  <a:cubicBezTo>
                    <a:pt x="504" y="2824"/>
                    <a:pt x="505" y="2824"/>
                    <a:pt x="506" y="2824"/>
                  </a:cubicBezTo>
                  <a:cubicBezTo>
                    <a:pt x="506" y="2824"/>
                    <a:pt x="506" y="2824"/>
                    <a:pt x="506" y="2824"/>
                  </a:cubicBezTo>
                  <a:cubicBezTo>
                    <a:pt x="507" y="2824"/>
                    <a:pt x="508" y="2823"/>
                    <a:pt x="508" y="2823"/>
                  </a:cubicBezTo>
                  <a:cubicBezTo>
                    <a:pt x="508" y="2823"/>
                    <a:pt x="508" y="2823"/>
                    <a:pt x="508" y="2823"/>
                  </a:cubicBezTo>
                  <a:cubicBezTo>
                    <a:pt x="509" y="2823"/>
                    <a:pt x="510" y="2823"/>
                    <a:pt x="510" y="2822"/>
                  </a:cubicBezTo>
                  <a:cubicBezTo>
                    <a:pt x="510" y="2822"/>
                    <a:pt x="510" y="2822"/>
                    <a:pt x="510" y="2822"/>
                  </a:cubicBezTo>
                  <a:cubicBezTo>
                    <a:pt x="511" y="2822"/>
                    <a:pt x="511" y="2821"/>
                    <a:pt x="512" y="2821"/>
                  </a:cubicBezTo>
                  <a:cubicBezTo>
                    <a:pt x="512" y="2821"/>
                    <a:pt x="512" y="2821"/>
                    <a:pt x="512" y="2821"/>
                  </a:cubicBezTo>
                  <a:cubicBezTo>
                    <a:pt x="512" y="2820"/>
                    <a:pt x="513" y="2820"/>
                    <a:pt x="513" y="2819"/>
                  </a:cubicBezTo>
                  <a:cubicBezTo>
                    <a:pt x="514" y="2818"/>
                    <a:pt x="515" y="2814"/>
                    <a:pt x="515" y="2813"/>
                  </a:cubicBezTo>
                  <a:cubicBezTo>
                    <a:pt x="516" y="2813"/>
                    <a:pt x="517" y="2813"/>
                    <a:pt x="518" y="2812"/>
                  </a:cubicBezTo>
                  <a:cubicBezTo>
                    <a:pt x="518" y="2812"/>
                    <a:pt x="519" y="2812"/>
                    <a:pt x="519" y="2812"/>
                  </a:cubicBezTo>
                  <a:cubicBezTo>
                    <a:pt x="519" y="2812"/>
                    <a:pt x="519" y="2812"/>
                    <a:pt x="520" y="2812"/>
                  </a:cubicBezTo>
                  <a:cubicBezTo>
                    <a:pt x="520" y="2812"/>
                    <a:pt x="520" y="2812"/>
                    <a:pt x="520" y="2812"/>
                  </a:cubicBezTo>
                  <a:cubicBezTo>
                    <a:pt x="520" y="2811"/>
                    <a:pt x="521" y="2811"/>
                    <a:pt x="521" y="2811"/>
                  </a:cubicBezTo>
                  <a:cubicBezTo>
                    <a:pt x="521" y="2811"/>
                    <a:pt x="521" y="2811"/>
                    <a:pt x="522" y="2811"/>
                  </a:cubicBezTo>
                  <a:cubicBezTo>
                    <a:pt x="522" y="2811"/>
                    <a:pt x="522" y="2810"/>
                    <a:pt x="523" y="2810"/>
                  </a:cubicBezTo>
                  <a:cubicBezTo>
                    <a:pt x="523" y="2810"/>
                    <a:pt x="523" y="2810"/>
                    <a:pt x="523" y="2810"/>
                  </a:cubicBezTo>
                  <a:cubicBezTo>
                    <a:pt x="523" y="2810"/>
                    <a:pt x="524" y="2809"/>
                    <a:pt x="524" y="2809"/>
                  </a:cubicBezTo>
                  <a:cubicBezTo>
                    <a:pt x="524" y="2809"/>
                    <a:pt x="524" y="2809"/>
                    <a:pt x="525" y="2809"/>
                  </a:cubicBezTo>
                  <a:cubicBezTo>
                    <a:pt x="525" y="2808"/>
                    <a:pt x="525" y="2808"/>
                    <a:pt x="525" y="2808"/>
                  </a:cubicBezTo>
                  <a:cubicBezTo>
                    <a:pt x="525" y="2808"/>
                    <a:pt x="526" y="2808"/>
                    <a:pt x="526" y="2807"/>
                  </a:cubicBezTo>
                  <a:cubicBezTo>
                    <a:pt x="526" y="2807"/>
                    <a:pt x="526" y="2807"/>
                    <a:pt x="526" y="2807"/>
                  </a:cubicBezTo>
                  <a:cubicBezTo>
                    <a:pt x="527" y="2807"/>
                    <a:pt x="527" y="2806"/>
                    <a:pt x="527" y="2806"/>
                  </a:cubicBezTo>
                  <a:cubicBezTo>
                    <a:pt x="527" y="2806"/>
                    <a:pt x="527" y="2806"/>
                    <a:pt x="528" y="2805"/>
                  </a:cubicBezTo>
                  <a:cubicBezTo>
                    <a:pt x="528" y="2805"/>
                    <a:pt x="528" y="2805"/>
                    <a:pt x="528" y="2804"/>
                  </a:cubicBezTo>
                  <a:cubicBezTo>
                    <a:pt x="528" y="2804"/>
                    <a:pt x="528" y="2804"/>
                    <a:pt x="528" y="2804"/>
                  </a:cubicBezTo>
                  <a:cubicBezTo>
                    <a:pt x="529" y="2803"/>
                    <a:pt x="529" y="2803"/>
                    <a:pt x="529" y="2803"/>
                  </a:cubicBezTo>
                  <a:cubicBezTo>
                    <a:pt x="529" y="2802"/>
                    <a:pt x="529" y="2802"/>
                    <a:pt x="529" y="2802"/>
                  </a:cubicBezTo>
                  <a:cubicBezTo>
                    <a:pt x="529" y="2802"/>
                    <a:pt x="529" y="2801"/>
                    <a:pt x="529" y="2801"/>
                  </a:cubicBezTo>
                  <a:cubicBezTo>
                    <a:pt x="529" y="2800"/>
                    <a:pt x="529" y="2800"/>
                    <a:pt x="529" y="2800"/>
                  </a:cubicBezTo>
                  <a:cubicBezTo>
                    <a:pt x="529" y="2800"/>
                    <a:pt x="529" y="2799"/>
                    <a:pt x="529" y="2799"/>
                  </a:cubicBezTo>
                  <a:cubicBezTo>
                    <a:pt x="529" y="2798"/>
                    <a:pt x="530" y="2798"/>
                    <a:pt x="529" y="2798"/>
                  </a:cubicBezTo>
                  <a:cubicBezTo>
                    <a:pt x="529" y="2797"/>
                    <a:pt x="529" y="2797"/>
                    <a:pt x="529" y="2796"/>
                  </a:cubicBezTo>
                  <a:cubicBezTo>
                    <a:pt x="529" y="2796"/>
                    <a:pt x="529" y="2796"/>
                    <a:pt x="529" y="2796"/>
                  </a:cubicBezTo>
                  <a:cubicBezTo>
                    <a:pt x="529" y="2795"/>
                    <a:pt x="529" y="2794"/>
                    <a:pt x="529" y="2793"/>
                  </a:cubicBezTo>
                  <a:cubicBezTo>
                    <a:pt x="532" y="2788"/>
                    <a:pt x="535" y="2780"/>
                    <a:pt x="529" y="2772"/>
                  </a:cubicBezTo>
                  <a:cubicBezTo>
                    <a:pt x="522" y="2763"/>
                    <a:pt x="503" y="2726"/>
                    <a:pt x="491" y="2709"/>
                  </a:cubicBezTo>
                  <a:cubicBezTo>
                    <a:pt x="478" y="2683"/>
                    <a:pt x="478" y="2686"/>
                    <a:pt x="483" y="2659"/>
                  </a:cubicBezTo>
                  <a:cubicBezTo>
                    <a:pt x="488" y="2631"/>
                    <a:pt x="478" y="2626"/>
                    <a:pt x="489" y="2571"/>
                  </a:cubicBezTo>
                  <a:cubicBezTo>
                    <a:pt x="494" y="2547"/>
                    <a:pt x="505" y="2482"/>
                    <a:pt x="531" y="2381"/>
                  </a:cubicBezTo>
                  <a:cubicBezTo>
                    <a:pt x="557" y="2279"/>
                    <a:pt x="534" y="2104"/>
                    <a:pt x="536" y="2067"/>
                  </a:cubicBezTo>
                  <a:cubicBezTo>
                    <a:pt x="538" y="2030"/>
                    <a:pt x="542" y="2001"/>
                    <a:pt x="552" y="1945"/>
                  </a:cubicBezTo>
                  <a:cubicBezTo>
                    <a:pt x="561" y="1888"/>
                    <a:pt x="578" y="1789"/>
                    <a:pt x="595" y="1712"/>
                  </a:cubicBezTo>
                  <a:cubicBezTo>
                    <a:pt x="607" y="1655"/>
                    <a:pt x="612" y="1615"/>
                    <a:pt x="616" y="1573"/>
                  </a:cubicBezTo>
                  <a:cubicBezTo>
                    <a:pt x="618" y="1548"/>
                    <a:pt x="620" y="1526"/>
                    <a:pt x="622" y="1502"/>
                  </a:cubicBezTo>
                  <a:cubicBezTo>
                    <a:pt x="629" y="1433"/>
                    <a:pt x="627" y="1384"/>
                    <a:pt x="622" y="1343"/>
                  </a:cubicBezTo>
                  <a:cubicBezTo>
                    <a:pt x="618" y="1317"/>
                    <a:pt x="614" y="1293"/>
                    <a:pt x="610" y="1270"/>
                  </a:cubicBezTo>
                  <a:cubicBezTo>
                    <a:pt x="597" y="1193"/>
                    <a:pt x="581" y="1145"/>
                    <a:pt x="567" y="1117"/>
                  </a:cubicBezTo>
                  <a:cubicBezTo>
                    <a:pt x="563" y="1108"/>
                    <a:pt x="561" y="1097"/>
                    <a:pt x="560" y="1083"/>
                  </a:cubicBezTo>
                  <a:cubicBezTo>
                    <a:pt x="560" y="1054"/>
                    <a:pt x="566" y="1019"/>
                    <a:pt x="567" y="995"/>
                  </a:cubicBezTo>
                  <a:cubicBezTo>
                    <a:pt x="568" y="969"/>
                    <a:pt x="582" y="895"/>
                    <a:pt x="585" y="847"/>
                  </a:cubicBezTo>
                  <a:cubicBezTo>
                    <a:pt x="585" y="847"/>
                    <a:pt x="585" y="847"/>
                    <a:pt x="585" y="847"/>
                  </a:cubicBezTo>
                  <a:cubicBezTo>
                    <a:pt x="590" y="887"/>
                    <a:pt x="609" y="978"/>
                    <a:pt x="612" y="995"/>
                  </a:cubicBezTo>
                  <a:cubicBezTo>
                    <a:pt x="613" y="997"/>
                    <a:pt x="613" y="1002"/>
                    <a:pt x="614" y="1007"/>
                  </a:cubicBezTo>
                  <a:cubicBezTo>
                    <a:pt x="616" y="1038"/>
                    <a:pt x="621" y="1109"/>
                    <a:pt x="643" y="1190"/>
                  </a:cubicBezTo>
                  <a:cubicBezTo>
                    <a:pt x="657" y="1236"/>
                    <a:pt x="672" y="1398"/>
                    <a:pt x="668" y="1421"/>
                  </a:cubicBezTo>
                  <a:cubicBezTo>
                    <a:pt x="668" y="1431"/>
                    <a:pt x="666" y="1446"/>
                    <a:pt x="661" y="1462"/>
                  </a:cubicBezTo>
                  <a:cubicBezTo>
                    <a:pt x="652" y="1487"/>
                    <a:pt x="653" y="1523"/>
                    <a:pt x="654" y="1534"/>
                  </a:cubicBezTo>
                  <a:cubicBezTo>
                    <a:pt x="651" y="1550"/>
                    <a:pt x="646" y="1581"/>
                    <a:pt x="653" y="1583"/>
                  </a:cubicBezTo>
                  <a:cubicBezTo>
                    <a:pt x="653" y="1584"/>
                    <a:pt x="653" y="1584"/>
                    <a:pt x="653" y="1584"/>
                  </a:cubicBezTo>
                  <a:cubicBezTo>
                    <a:pt x="652" y="1586"/>
                    <a:pt x="651" y="1587"/>
                    <a:pt x="650" y="1588"/>
                  </a:cubicBezTo>
                  <a:cubicBezTo>
                    <a:pt x="650" y="1588"/>
                    <a:pt x="650" y="1588"/>
                    <a:pt x="650" y="1588"/>
                  </a:cubicBezTo>
                  <a:cubicBezTo>
                    <a:pt x="650" y="1588"/>
                    <a:pt x="650" y="1588"/>
                    <a:pt x="650" y="1589"/>
                  </a:cubicBezTo>
                  <a:cubicBezTo>
                    <a:pt x="650" y="1589"/>
                    <a:pt x="650" y="1589"/>
                    <a:pt x="649" y="1589"/>
                  </a:cubicBezTo>
                  <a:cubicBezTo>
                    <a:pt x="649" y="1589"/>
                    <a:pt x="649" y="1589"/>
                    <a:pt x="649" y="1590"/>
                  </a:cubicBezTo>
                  <a:cubicBezTo>
                    <a:pt x="649" y="1590"/>
                    <a:pt x="649" y="1590"/>
                    <a:pt x="649" y="1590"/>
                  </a:cubicBezTo>
                  <a:cubicBezTo>
                    <a:pt x="649" y="1590"/>
                    <a:pt x="649" y="1591"/>
                    <a:pt x="649" y="1591"/>
                  </a:cubicBezTo>
                  <a:cubicBezTo>
                    <a:pt x="649" y="1591"/>
                    <a:pt x="649" y="1591"/>
                    <a:pt x="649" y="1592"/>
                  </a:cubicBezTo>
                  <a:cubicBezTo>
                    <a:pt x="649" y="1592"/>
                    <a:pt x="649" y="1592"/>
                    <a:pt x="649" y="1592"/>
                  </a:cubicBezTo>
                  <a:cubicBezTo>
                    <a:pt x="649" y="1592"/>
                    <a:pt x="649" y="1593"/>
                    <a:pt x="649" y="1593"/>
                  </a:cubicBezTo>
                  <a:cubicBezTo>
                    <a:pt x="649" y="1594"/>
                    <a:pt x="650" y="1594"/>
                    <a:pt x="650" y="1595"/>
                  </a:cubicBezTo>
                  <a:cubicBezTo>
                    <a:pt x="648" y="1600"/>
                    <a:pt x="648" y="1601"/>
                    <a:pt x="649" y="1604"/>
                  </a:cubicBezTo>
                  <a:cubicBezTo>
                    <a:pt x="652" y="1614"/>
                    <a:pt x="665" y="1605"/>
                    <a:pt x="661" y="1608"/>
                  </a:cubicBezTo>
                  <a:cubicBezTo>
                    <a:pt x="653" y="1612"/>
                    <a:pt x="646" y="1619"/>
                    <a:pt x="650" y="1630"/>
                  </a:cubicBezTo>
                  <a:cubicBezTo>
                    <a:pt x="652" y="1635"/>
                    <a:pt x="671" y="1624"/>
                    <a:pt x="681" y="1620"/>
                  </a:cubicBezTo>
                  <a:cubicBezTo>
                    <a:pt x="696" y="1615"/>
                    <a:pt x="715" y="1605"/>
                    <a:pt x="720" y="1596"/>
                  </a:cubicBezTo>
                  <a:cubicBezTo>
                    <a:pt x="725" y="1588"/>
                    <a:pt x="734" y="1573"/>
                    <a:pt x="737" y="1566"/>
                  </a:cubicBezTo>
                  <a:cubicBezTo>
                    <a:pt x="741" y="1557"/>
                    <a:pt x="740" y="1551"/>
                    <a:pt x="744" y="1544"/>
                  </a:cubicBezTo>
                  <a:cubicBezTo>
                    <a:pt x="747" y="1538"/>
                    <a:pt x="752" y="1529"/>
                    <a:pt x="749" y="1523"/>
                  </a:cubicBezTo>
                  <a:cubicBezTo>
                    <a:pt x="747" y="1517"/>
                    <a:pt x="741" y="1473"/>
                    <a:pt x="735" y="1447"/>
                  </a:cubicBezTo>
                  <a:cubicBezTo>
                    <a:pt x="730" y="1427"/>
                    <a:pt x="724" y="1337"/>
                    <a:pt x="728" y="1295"/>
                  </a:cubicBezTo>
                  <a:cubicBezTo>
                    <a:pt x="730" y="1263"/>
                    <a:pt x="724" y="1210"/>
                    <a:pt x="724" y="1189"/>
                  </a:cubicBezTo>
                  <a:cubicBezTo>
                    <a:pt x="725" y="1066"/>
                    <a:pt x="711" y="1004"/>
                    <a:pt x="707" y="982"/>
                  </a:cubicBezTo>
                  <a:cubicBezTo>
                    <a:pt x="702" y="959"/>
                    <a:pt x="699" y="926"/>
                    <a:pt x="696" y="877"/>
                  </a:cubicBezTo>
                  <a:cubicBezTo>
                    <a:pt x="696" y="859"/>
                    <a:pt x="694" y="824"/>
                    <a:pt x="690" y="785"/>
                  </a:cubicBezTo>
                  <a:cubicBezTo>
                    <a:pt x="686" y="729"/>
                    <a:pt x="681" y="684"/>
                    <a:pt x="676" y="647"/>
                  </a:cubicBezTo>
                  <a:cubicBezTo>
                    <a:pt x="674" y="631"/>
                    <a:pt x="672" y="618"/>
                    <a:pt x="671" y="611"/>
                  </a:cubicBezTo>
                  <a:cubicBezTo>
                    <a:pt x="668" y="587"/>
                    <a:pt x="661" y="556"/>
                    <a:pt x="653" y="533"/>
                  </a:cubicBezTo>
                  <a:cubicBezTo>
                    <a:pt x="648" y="518"/>
                    <a:pt x="644" y="510"/>
                    <a:pt x="640" y="506"/>
                  </a:cubicBezTo>
                  <a:cubicBezTo>
                    <a:pt x="637" y="503"/>
                    <a:pt x="634" y="499"/>
                    <a:pt x="630" y="495"/>
                  </a:cubicBezTo>
                  <a:cubicBezTo>
                    <a:pt x="614" y="478"/>
                    <a:pt x="589" y="457"/>
                    <a:pt x="551" y="451"/>
                  </a:cubicBezTo>
                  <a:cubicBezTo>
                    <a:pt x="544" y="450"/>
                    <a:pt x="537" y="449"/>
                    <a:pt x="531" y="448"/>
                  </a:cubicBezTo>
                  <a:cubicBezTo>
                    <a:pt x="528" y="447"/>
                    <a:pt x="525" y="446"/>
                    <a:pt x="521" y="445"/>
                  </a:cubicBezTo>
                  <a:cubicBezTo>
                    <a:pt x="521" y="441"/>
                    <a:pt x="515" y="399"/>
                    <a:pt x="508" y="382"/>
                  </a:cubicBezTo>
                  <a:cubicBezTo>
                    <a:pt x="513" y="386"/>
                    <a:pt x="516" y="393"/>
                    <a:pt x="519" y="397"/>
                  </a:cubicBezTo>
                  <a:cubicBezTo>
                    <a:pt x="514" y="376"/>
                    <a:pt x="506" y="358"/>
                    <a:pt x="496" y="339"/>
                  </a:cubicBezTo>
                  <a:cubicBezTo>
                    <a:pt x="499" y="342"/>
                    <a:pt x="501" y="344"/>
                    <a:pt x="505" y="346"/>
                  </a:cubicBezTo>
                  <a:cubicBezTo>
                    <a:pt x="500" y="334"/>
                    <a:pt x="493" y="320"/>
                    <a:pt x="486" y="308"/>
                  </a:cubicBezTo>
                  <a:cubicBezTo>
                    <a:pt x="478" y="297"/>
                    <a:pt x="481" y="293"/>
                    <a:pt x="481" y="293"/>
                  </a:cubicBezTo>
                  <a:close/>
                  <a:moveTo>
                    <a:pt x="466" y="326"/>
                  </a:moveTo>
                  <a:cubicBezTo>
                    <a:pt x="465" y="335"/>
                    <a:pt x="463" y="346"/>
                    <a:pt x="463" y="352"/>
                  </a:cubicBezTo>
                  <a:cubicBezTo>
                    <a:pt x="462" y="362"/>
                    <a:pt x="461" y="397"/>
                    <a:pt x="460" y="403"/>
                  </a:cubicBezTo>
                  <a:cubicBezTo>
                    <a:pt x="454" y="391"/>
                    <a:pt x="449" y="376"/>
                    <a:pt x="448" y="356"/>
                  </a:cubicBezTo>
                  <a:cubicBezTo>
                    <a:pt x="448" y="350"/>
                    <a:pt x="449" y="343"/>
                    <a:pt x="450" y="337"/>
                  </a:cubicBezTo>
                  <a:cubicBezTo>
                    <a:pt x="453" y="334"/>
                    <a:pt x="456" y="330"/>
                    <a:pt x="459" y="327"/>
                  </a:cubicBezTo>
                  <a:cubicBezTo>
                    <a:pt x="461" y="324"/>
                    <a:pt x="463" y="321"/>
                    <a:pt x="465" y="318"/>
                  </a:cubicBezTo>
                  <a:cubicBezTo>
                    <a:pt x="465" y="318"/>
                    <a:pt x="467" y="318"/>
                    <a:pt x="466" y="326"/>
                  </a:cubicBezTo>
                  <a:close/>
                </a:path>
              </a:pathLst>
            </a:custGeom>
            <a:noFill/>
            <a:ln w="19050" cap="rnd" cmpd="sng">
              <a:solidFill>
                <a:schemeClr val="bg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</p:grpSp>
      <p:grpSp>
        <p:nvGrpSpPr>
          <p:cNvPr id="62477" name="full-body-male-outline-silhouette">
            <a:extLst>
              <a:ext uri="{FF2B5EF4-FFF2-40B4-BE49-F238E27FC236}">
                <a16:creationId xmlns:a16="http://schemas.microsoft.com/office/drawing/2014/main" id="{2DF8A770-18CC-4C3D-B3C1-908679171B66}"/>
              </a:ext>
            </a:extLst>
          </p:cNvPr>
          <p:cNvGrpSpPr>
            <a:grpSpLocks/>
          </p:cNvGrpSpPr>
          <p:nvPr/>
        </p:nvGrpSpPr>
        <p:grpSpPr bwMode="auto">
          <a:xfrm>
            <a:off x="9045575" y="2833688"/>
            <a:ext cx="1044575" cy="3644900"/>
            <a:chOff x="4105" y="681"/>
            <a:chExt cx="658" cy="2296"/>
          </a:xfrm>
        </p:grpSpPr>
        <p:sp>
          <p:nvSpPr>
            <p:cNvPr id="62481" name="Freeform 213">
              <a:extLst>
                <a:ext uri="{FF2B5EF4-FFF2-40B4-BE49-F238E27FC236}">
                  <a16:creationId xmlns:a16="http://schemas.microsoft.com/office/drawing/2014/main" id="{1738C398-4607-4810-9425-66E3FBA1798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105" y="681"/>
              <a:ext cx="658" cy="2296"/>
            </a:xfrm>
            <a:custGeom>
              <a:avLst/>
              <a:gdLst>
                <a:gd name="T0" fmla="*/ 537 w 718"/>
                <a:gd name="T1" fmla="*/ 870 h 2510"/>
                <a:gd name="T2" fmla="*/ 502 w 718"/>
                <a:gd name="T3" fmla="*/ 451 h 2510"/>
                <a:gd name="T4" fmla="*/ 322 w 718"/>
                <a:gd name="T5" fmla="*/ 268 h 2510"/>
                <a:gd name="T6" fmla="*/ 367 w 718"/>
                <a:gd name="T7" fmla="*/ 177 h 2510"/>
                <a:gd name="T8" fmla="*/ 370 w 718"/>
                <a:gd name="T9" fmla="*/ 130 h 2510"/>
                <a:gd name="T10" fmla="*/ 366 w 718"/>
                <a:gd name="T11" fmla="*/ 101 h 2510"/>
                <a:gd name="T12" fmla="*/ 363 w 718"/>
                <a:gd name="T13" fmla="*/ 83 h 2510"/>
                <a:gd name="T14" fmla="*/ 359 w 718"/>
                <a:gd name="T15" fmla="*/ 69 h 2510"/>
                <a:gd name="T16" fmla="*/ 355 w 718"/>
                <a:gd name="T17" fmla="*/ 66 h 2510"/>
                <a:gd name="T18" fmla="*/ 344 w 718"/>
                <a:gd name="T19" fmla="*/ 39 h 2510"/>
                <a:gd name="T20" fmla="*/ 336 w 718"/>
                <a:gd name="T21" fmla="*/ 32 h 2510"/>
                <a:gd name="T22" fmla="*/ 331 w 718"/>
                <a:gd name="T23" fmla="*/ 23 h 2510"/>
                <a:gd name="T24" fmla="*/ 324 w 718"/>
                <a:gd name="T25" fmla="*/ 15 h 2510"/>
                <a:gd name="T26" fmla="*/ 317 w 718"/>
                <a:gd name="T27" fmla="*/ 28 h 2510"/>
                <a:gd name="T28" fmla="*/ 309 w 718"/>
                <a:gd name="T29" fmla="*/ 28 h 2510"/>
                <a:gd name="T30" fmla="*/ 301 w 718"/>
                <a:gd name="T31" fmla="*/ 15 h 2510"/>
                <a:gd name="T32" fmla="*/ 297 w 718"/>
                <a:gd name="T33" fmla="*/ 15 h 2510"/>
                <a:gd name="T34" fmla="*/ 290 w 718"/>
                <a:gd name="T35" fmla="*/ 15 h 2510"/>
                <a:gd name="T36" fmla="*/ 283 w 718"/>
                <a:gd name="T37" fmla="*/ 28 h 2510"/>
                <a:gd name="T38" fmla="*/ 271 w 718"/>
                <a:gd name="T39" fmla="*/ 16 h 2510"/>
                <a:gd name="T40" fmla="*/ 264 w 718"/>
                <a:gd name="T41" fmla="*/ 22 h 2510"/>
                <a:gd name="T42" fmla="*/ 257 w 718"/>
                <a:gd name="T43" fmla="*/ 22 h 2510"/>
                <a:gd name="T44" fmla="*/ 248 w 718"/>
                <a:gd name="T45" fmla="*/ 5 h 2510"/>
                <a:gd name="T46" fmla="*/ 240 w 718"/>
                <a:gd name="T47" fmla="*/ 15 h 2510"/>
                <a:gd name="T48" fmla="*/ 226 w 718"/>
                <a:gd name="T49" fmla="*/ 5 h 2510"/>
                <a:gd name="T50" fmla="*/ 215 w 718"/>
                <a:gd name="T51" fmla="*/ 21 h 2510"/>
                <a:gd name="T52" fmla="*/ 206 w 718"/>
                <a:gd name="T53" fmla="*/ 23 h 2510"/>
                <a:gd name="T54" fmla="*/ 203 w 718"/>
                <a:gd name="T55" fmla="*/ 22 h 2510"/>
                <a:gd name="T56" fmla="*/ 199 w 718"/>
                <a:gd name="T57" fmla="*/ 31 h 2510"/>
                <a:gd name="T58" fmla="*/ 192 w 718"/>
                <a:gd name="T59" fmla="*/ 44 h 2510"/>
                <a:gd name="T60" fmla="*/ 192 w 718"/>
                <a:gd name="T61" fmla="*/ 55 h 2510"/>
                <a:gd name="T62" fmla="*/ 186 w 718"/>
                <a:gd name="T63" fmla="*/ 51 h 2510"/>
                <a:gd name="T64" fmla="*/ 186 w 718"/>
                <a:gd name="T65" fmla="*/ 76 h 2510"/>
                <a:gd name="T66" fmla="*/ 178 w 718"/>
                <a:gd name="T67" fmla="*/ 91 h 2510"/>
                <a:gd name="T68" fmla="*/ 170 w 718"/>
                <a:gd name="T69" fmla="*/ 106 h 2510"/>
                <a:gd name="T70" fmla="*/ 165 w 718"/>
                <a:gd name="T71" fmla="*/ 135 h 2510"/>
                <a:gd name="T72" fmla="*/ 180 w 718"/>
                <a:gd name="T73" fmla="*/ 194 h 2510"/>
                <a:gd name="T74" fmla="*/ 218 w 718"/>
                <a:gd name="T75" fmla="*/ 269 h 2510"/>
                <a:gd name="T76" fmla="*/ 27 w 718"/>
                <a:gd name="T77" fmla="*/ 712 h 2510"/>
                <a:gd name="T78" fmla="*/ 3 w 718"/>
                <a:gd name="T79" fmla="*/ 1043 h 2510"/>
                <a:gd name="T80" fmla="*/ 68 w 718"/>
                <a:gd name="T81" fmla="*/ 1120 h 2510"/>
                <a:gd name="T82" fmla="*/ 84 w 718"/>
                <a:gd name="T83" fmla="*/ 1081 h 2510"/>
                <a:gd name="T84" fmla="*/ 56 w 718"/>
                <a:gd name="T85" fmla="*/ 1033 h 2510"/>
                <a:gd name="T86" fmla="*/ 65 w 718"/>
                <a:gd name="T87" fmla="*/ 928 h 2510"/>
                <a:gd name="T88" fmla="*/ 118 w 718"/>
                <a:gd name="T89" fmla="*/ 596 h 2510"/>
                <a:gd name="T90" fmla="*/ 157 w 718"/>
                <a:gd name="T91" fmla="*/ 1438 h 2510"/>
                <a:gd name="T92" fmla="*/ 159 w 718"/>
                <a:gd name="T93" fmla="*/ 1863 h 2510"/>
                <a:gd name="T94" fmla="*/ 159 w 718"/>
                <a:gd name="T95" fmla="*/ 1906 h 2510"/>
                <a:gd name="T96" fmla="*/ 246 w 718"/>
                <a:gd name="T97" fmla="*/ 1907 h 2510"/>
                <a:gd name="T98" fmla="*/ 251 w 718"/>
                <a:gd name="T99" fmla="*/ 1652 h 2510"/>
                <a:gd name="T100" fmla="*/ 277 w 718"/>
                <a:gd name="T101" fmla="*/ 1084 h 2510"/>
                <a:gd name="T102" fmla="*/ 302 w 718"/>
                <a:gd name="T103" fmla="*/ 1752 h 2510"/>
                <a:gd name="T104" fmla="*/ 320 w 718"/>
                <a:gd name="T105" fmla="*/ 1918 h 2510"/>
                <a:gd name="T106" fmla="*/ 401 w 718"/>
                <a:gd name="T107" fmla="*/ 1900 h 2510"/>
                <a:gd name="T108" fmla="*/ 376 w 718"/>
                <a:gd name="T109" fmla="*/ 1850 h 2510"/>
                <a:gd name="T110" fmla="*/ 401 w 718"/>
                <a:gd name="T111" fmla="*/ 1384 h 2510"/>
                <a:gd name="T112" fmla="*/ 431 w 718"/>
                <a:gd name="T113" fmla="*/ 596 h 2510"/>
                <a:gd name="T114" fmla="*/ 435 w 718"/>
                <a:gd name="T115" fmla="*/ 633 h 2510"/>
                <a:gd name="T116" fmla="*/ 488 w 718"/>
                <a:gd name="T117" fmla="*/ 983 h 2510"/>
                <a:gd name="T118" fmla="*/ 508 w 718"/>
                <a:gd name="T119" fmla="*/ 1024 h 2510"/>
                <a:gd name="T120" fmla="*/ 485 w 718"/>
                <a:gd name="T121" fmla="*/ 1094 h 2510"/>
                <a:gd name="T122" fmla="*/ 489 w 718"/>
                <a:gd name="T123" fmla="*/ 1124 h 2510"/>
                <a:gd name="T124" fmla="*/ 550 w 718"/>
                <a:gd name="T125" fmla="*/ 1016 h 2510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718" h="2510">
                  <a:moveTo>
                    <a:pt x="715" y="1328"/>
                  </a:moveTo>
                  <a:cubicBezTo>
                    <a:pt x="714" y="1318"/>
                    <a:pt x="714" y="1296"/>
                    <a:pt x="714" y="1278"/>
                  </a:cubicBezTo>
                  <a:cubicBezTo>
                    <a:pt x="714" y="1274"/>
                    <a:pt x="715" y="1271"/>
                    <a:pt x="715" y="1271"/>
                  </a:cubicBezTo>
                  <a:cubicBezTo>
                    <a:pt x="715" y="1262"/>
                    <a:pt x="717" y="1259"/>
                    <a:pt x="714" y="1247"/>
                  </a:cubicBezTo>
                  <a:cubicBezTo>
                    <a:pt x="711" y="1235"/>
                    <a:pt x="705" y="1223"/>
                    <a:pt x="705" y="1199"/>
                  </a:cubicBezTo>
                  <a:cubicBezTo>
                    <a:pt x="705" y="1193"/>
                    <a:pt x="701" y="1193"/>
                    <a:pt x="697" y="1137"/>
                  </a:cubicBezTo>
                  <a:cubicBezTo>
                    <a:pt x="695" y="1105"/>
                    <a:pt x="699" y="983"/>
                    <a:pt x="682" y="937"/>
                  </a:cubicBezTo>
                  <a:cubicBezTo>
                    <a:pt x="679" y="922"/>
                    <a:pt x="672" y="902"/>
                    <a:pt x="673" y="869"/>
                  </a:cubicBezTo>
                  <a:cubicBezTo>
                    <a:pt x="672" y="823"/>
                    <a:pt x="662" y="764"/>
                    <a:pt x="652" y="685"/>
                  </a:cubicBezTo>
                  <a:cubicBezTo>
                    <a:pt x="654" y="683"/>
                    <a:pt x="654" y="683"/>
                    <a:pt x="654" y="683"/>
                  </a:cubicBezTo>
                  <a:cubicBezTo>
                    <a:pt x="652" y="668"/>
                    <a:pt x="652" y="655"/>
                    <a:pt x="652" y="643"/>
                  </a:cubicBezTo>
                  <a:cubicBezTo>
                    <a:pt x="654" y="623"/>
                    <a:pt x="655" y="607"/>
                    <a:pt x="652" y="589"/>
                  </a:cubicBezTo>
                  <a:cubicBezTo>
                    <a:pt x="651" y="582"/>
                    <a:pt x="650" y="576"/>
                    <a:pt x="649" y="568"/>
                  </a:cubicBezTo>
                  <a:cubicBezTo>
                    <a:pt x="645" y="550"/>
                    <a:pt x="638" y="535"/>
                    <a:pt x="629" y="523"/>
                  </a:cubicBezTo>
                  <a:cubicBezTo>
                    <a:pt x="610" y="489"/>
                    <a:pt x="588" y="479"/>
                    <a:pt x="565" y="473"/>
                  </a:cubicBezTo>
                  <a:cubicBezTo>
                    <a:pt x="551" y="467"/>
                    <a:pt x="540" y="464"/>
                    <a:pt x="536" y="463"/>
                  </a:cubicBezTo>
                  <a:cubicBezTo>
                    <a:pt x="508" y="455"/>
                    <a:pt x="454" y="436"/>
                    <a:pt x="438" y="426"/>
                  </a:cubicBezTo>
                  <a:cubicBezTo>
                    <a:pt x="415" y="412"/>
                    <a:pt x="414" y="377"/>
                    <a:pt x="418" y="350"/>
                  </a:cubicBezTo>
                  <a:cubicBezTo>
                    <a:pt x="428" y="339"/>
                    <a:pt x="437" y="325"/>
                    <a:pt x="440" y="318"/>
                  </a:cubicBezTo>
                  <a:cubicBezTo>
                    <a:pt x="446" y="307"/>
                    <a:pt x="453" y="285"/>
                    <a:pt x="454" y="273"/>
                  </a:cubicBezTo>
                  <a:cubicBezTo>
                    <a:pt x="455" y="272"/>
                    <a:pt x="455" y="272"/>
                    <a:pt x="455" y="271"/>
                  </a:cubicBezTo>
                  <a:cubicBezTo>
                    <a:pt x="458" y="270"/>
                    <a:pt x="464" y="265"/>
                    <a:pt x="467" y="262"/>
                  </a:cubicBezTo>
                  <a:cubicBezTo>
                    <a:pt x="470" y="258"/>
                    <a:pt x="471" y="253"/>
                    <a:pt x="474" y="249"/>
                  </a:cubicBezTo>
                  <a:cubicBezTo>
                    <a:pt x="477" y="244"/>
                    <a:pt x="476" y="240"/>
                    <a:pt x="478" y="231"/>
                  </a:cubicBezTo>
                  <a:cubicBezTo>
                    <a:pt x="481" y="223"/>
                    <a:pt x="483" y="210"/>
                    <a:pt x="483" y="205"/>
                  </a:cubicBezTo>
                  <a:cubicBezTo>
                    <a:pt x="483" y="200"/>
                    <a:pt x="489" y="186"/>
                    <a:pt x="489" y="179"/>
                  </a:cubicBezTo>
                  <a:cubicBezTo>
                    <a:pt x="489" y="177"/>
                    <a:pt x="489" y="175"/>
                    <a:pt x="488" y="173"/>
                  </a:cubicBezTo>
                  <a:cubicBezTo>
                    <a:pt x="488" y="172"/>
                    <a:pt x="487" y="170"/>
                    <a:pt x="486" y="170"/>
                  </a:cubicBezTo>
                  <a:cubicBezTo>
                    <a:pt x="485" y="169"/>
                    <a:pt x="484" y="169"/>
                    <a:pt x="484" y="169"/>
                  </a:cubicBezTo>
                  <a:cubicBezTo>
                    <a:pt x="483" y="169"/>
                    <a:pt x="482" y="169"/>
                    <a:pt x="481" y="169"/>
                  </a:cubicBezTo>
                  <a:cubicBezTo>
                    <a:pt x="481" y="169"/>
                    <a:pt x="477" y="180"/>
                    <a:pt x="474" y="188"/>
                  </a:cubicBezTo>
                  <a:cubicBezTo>
                    <a:pt x="476" y="182"/>
                    <a:pt x="477" y="176"/>
                    <a:pt x="478" y="170"/>
                  </a:cubicBezTo>
                  <a:cubicBezTo>
                    <a:pt x="479" y="164"/>
                    <a:pt x="481" y="155"/>
                    <a:pt x="479" y="150"/>
                  </a:cubicBezTo>
                  <a:cubicBezTo>
                    <a:pt x="478" y="157"/>
                    <a:pt x="474" y="163"/>
                    <a:pt x="473" y="169"/>
                  </a:cubicBezTo>
                  <a:cubicBezTo>
                    <a:pt x="473" y="169"/>
                    <a:pt x="473" y="168"/>
                    <a:pt x="473" y="167"/>
                  </a:cubicBezTo>
                  <a:cubicBezTo>
                    <a:pt x="476" y="160"/>
                    <a:pt x="476" y="133"/>
                    <a:pt x="475" y="131"/>
                  </a:cubicBezTo>
                  <a:cubicBezTo>
                    <a:pt x="474" y="132"/>
                    <a:pt x="473" y="134"/>
                    <a:pt x="472" y="136"/>
                  </a:cubicBezTo>
                  <a:cubicBezTo>
                    <a:pt x="472" y="131"/>
                    <a:pt x="473" y="126"/>
                    <a:pt x="473" y="121"/>
                  </a:cubicBezTo>
                  <a:cubicBezTo>
                    <a:pt x="472" y="123"/>
                    <a:pt x="472" y="125"/>
                    <a:pt x="471" y="127"/>
                  </a:cubicBezTo>
                  <a:cubicBezTo>
                    <a:pt x="471" y="123"/>
                    <a:pt x="473" y="116"/>
                    <a:pt x="472" y="110"/>
                  </a:cubicBezTo>
                  <a:cubicBezTo>
                    <a:pt x="471" y="113"/>
                    <a:pt x="471" y="116"/>
                    <a:pt x="470" y="119"/>
                  </a:cubicBezTo>
                  <a:cubicBezTo>
                    <a:pt x="471" y="116"/>
                    <a:pt x="471" y="112"/>
                    <a:pt x="471" y="108"/>
                  </a:cubicBezTo>
                  <a:cubicBezTo>
                    <a:pt x="471" y="108"/>
                    <a:pt x="470" y="109"/>
                    <a:pt x="470" y="109"/>
                  </a:cubicBezTo>
                  <a:cubicBezTo>
                    <a:pt x="472" y="103"/>
                    <a:pt x="472" y="95"/>
                    <a:pt x="473" y="90"/>
                  </a:cubicBezTo>
                  <a:cubicBezTo>
                    <a:pt x="472" y="92"/>
                    <a:pt x="466" y="102"/>
                    <a:pt x="466" y="104"/>
                  </a:cubicBezTo>
                  <a:cubicBezTo>
                    <a:pt x="466" y="98"/>
                    <a:pt x="469" y="92"/>
                    <a:pt x="469" y="86"/>
                  </a:cubicBezTo>
                  <a:cubicBezTo>
                    <a:pt x="468" y="92"/>
                    <a:pt x="465" y="98"/>
                    <a:pt x="463" y="104"/>
                  </a:cubicBezTo>
                  <a:cubicBezTo>
                    <a:pt x="463" y="103"/>
                    <a:pt x="466" y="94"/>
                    <a:pt x="467" y="90"/>
                  </a:cubicBezTo>
                  <a:cubicBezTo>
                    <a:pt x="466" y="91"/>
                    <a:pt x="466" y="92"/>
                    <a:pt x="465" y="93"/>
                  </a:cubicBezTo>
                  <a:cubicBezTo>
                    <a:pt x="465" y="92"/>
                    <a:pt x="465" y="91"/>
                    <a:pt x="465" y="89"/>
                  </a:cubicBezTo>
                  <a:cubicBezTo>
                    <a:pt x="462" y="93"/>
                    <a:pt x="459" y="102"/>
                    <a:pt x="459" y="102"/>
                  </a:cubicBezTo>
                  <a:cubicBezTo>
                    <a:pt x="461" y="95"/>
                    <a:pt x="463" y="89"/>
                    <a:pt x="464" y="82"/>
                  </a:cubicBezTo>
                  <a:cubicBezTo>
                    <a:pt x="466" y="79"/>
                    <a:pt x="467" y="76"/>
                    <a:pt x="470" y="74"/>
                  </a:cubicBezTo>
                  <a:cubicBezTo>
                    <a:pt x="465" y="77"/>
                    <a:pt x="462" y="81"/>
                    <a:pt x="460" y="86"/>
                  </a:cubicBezTo>
                  <a:cubicBezTo>
                    <a:pt x="460" y="79"/>
                    <a:pt x="460" y="58"/>
                    <a:pt x="461" y="54"/>
                  </a:cubicBezTo>
                  <a:cubicBezTo>
                    <a:pt x="459" y="58"/>
                    <a:pt x="454" y="67"/>
                    <a:pt x="453" y="67"/>
                  </a:cubicBezTo>
                  <a:cubicBezTo>
                    <a:pt x="453" y="58"/>
                    <a:pt x="453" y="48"/>
                    <a:pt x="456" y="40"/>
                  </a:cubicBezTo>
                  <a:cubicBezTo>
                    <a:pt x="452" y="50"/>
                    <a:pt x="448" y="73"/>
                    <a:pt x="448" y="73"/>
                  </a:cubicBezTo>
                  <a:cubicBezTo>
                    <a:pt x="448" y="61"/>
                    <a:pt x="448" y="49"/>
                    <a:pt x="450" y="37"/>
                  </a:cubicBezTo>
                  <a:cubicBezTo>
                    <a:pt x="448" y="41"/>
                    <a:pt x="447" y="46"/>
                    <a:pt x="446" y="51"/>
                  </a:cubicBezTo>
                  <a:cubicBezTo>
                    <a:pt x="446" y="46"/>
                    <a:pt x="446" y="42"/>
                    <a:pt x="446" y="37"/>
                  </a:cubicBezTo>
                  <a:cubicBezTo>
                    <a:pt x="445" y="40"/>
                    <a:pt x="445" y="43"/>
                    <a:pt x="443" y="45"/>
                  </a:cubicBezTo>
                  <a:cubicBezTo>
                    <a:pt x="444" y="37"/>
                    <a:pt x="444" y="28"/>
                    <a:pt x="443" y="20"/>
                  </a:cubicBezTo>
                  <a:cubicBezTo>
                    <a:pt x="440" y="25"/>
                    <a:pt x="440" y="33"/>
                    <a:pt x="439" y="39"/>
                  </a:cubicBezTo>
                  <a:cubicBezTo>
                    <a:pt x="439" y="40"/>
                    <a:pt x="438" y="42"/>
                    <a:pt x="438" y="44"/>
                  </a:cubicBezTo>
                  <a:cubicBezTo>
                    <a:pt x="438" y="43"/>
                    <a:pt x="438" y="43"/>
                    <a:pt x="438" y="42"/>
                  </a:cubicBezTo>
                  <a:cubicBezTo>
                    <a:pt x="436" y="46"/>
                    <a:pt x="435" y="49"/>
                    <a:pt x="435" y="53"/>
                  </a:cubicBezTo>
                  <a:cubicBezTo>
                    <a:pt x="434" y="54"/>
                    <a:pt x="434" y="54"/>
                    <a:pt x="434" y="55"/>
                  </a:cubicBezTo>
                  <a:cubicBezTo>
                    <a:pt x="435" y="47"/>
                    <a:pt x="436" y="35"/>
                    <a:pt x="434" y="28"/>
                  </a:cubicBezTo>
                  <a:cubicBezTo>
                    <a:pt x="432" y="32"/>
                    <a:pt x="432" y="37"/>
                    <a:pt x="431" y="42"/>
                  </a:cubicBezTo>
                  <a:cubicBezTo>
                    <a:pt x="431" y="39"/>
                    <a:pt x="431" y="37"/>
                    <a:pt x="430" y="34"/>
                  </a:cubicBezTo>
                  <a:cubicBezTo>
                    <a:pt x="430" y="32"/>
                    <a:pt x="430" y="31"/>
                    <a:pt x="430" y="29"/>
                  </a:cubicBezTo>
                  <a:cubicBezTo>
                    <a:pt x="430" y="31"/>
                    <a:pt x="429" y="33"/>
                    <a:pt x="429" y="35"/>
                  </a:cubicBezTo>
                  <a:cubicBezTo>
                    <a:pt x="429" y="36"/>
                    <a:pt x="428" y="37"/>
                    <a:pt x="428" y="38"/>
                  </a:cubicBezTo>
                  <a:cubicBezTo>
                    <a:pt x="428" y="38"/>
                    <a:pt x="428" y="39"/>
                    <a:pt x="428" y="39"/>
                  </a:cubicBezTo>
                  <a:cubicBezTo>
                    <a:pt x="426" y="34"/>
                    <a:pt x="426" y="27"/>
                    <a:pt x="426" y="21"/>
                  </a:cubicBezTo>
                  <a:cubicBezTo>
                    <a:pt x="424" y="23"/>
                    <a:pt x="423" y="26"/>
                    <a:pt x="422" y="30"/>
                  </a:cubicBezTo>
                  <a:cubicBezTo>
                    <a:pt x="421" y="26"/>
                    <a:pt x="421" y="23"/>
                    <a:pt x="421" y="19"/>
                  </a:cubicBezTo>
                  <a:cubicBezTo>
                    <a:pt x="420" y="23"/>
                    <a:pt x="419" y="27"/>
                    <a:pt x="419" y="31"/>
                  </a:cubicBezTo>
                  <a:cubicBezTo>
                    <a:pt x="418" y="29"/>
                    <a:pt x="418" y="27"/>
                    <a:pt x="417" y="26"/>
                  </a:cubicBezTo>
                  <a:cubicBezTo>
                    <a:pt x="417" y="23"/>
                    <a:pt x="417" y="20"/>
                    <a:pt x="417" y="17"/>
                  </a:cubicBezTo>
                  <a:cubicBezTo>
                    <a:pt x="412" y="22"/>
                    <a:pt x="415" y="35"/>
                    <a:pt x="413" y="42"/>
                  </a:cubicBezTo>
                  <a:cubicBezTo>
                    <a:pt x="413" y="42"/>
                    <a:pt x="413" y="42"/>
                    <a:pt x="413" y="42"/>
                  </a:cubicBezTo>
                  <a:cubicBezTo>
                    <a:pt x="412" y="41"/>
                    <a:pt x="412" y="39"/>
                    <a:pt x="412" y="37"/>
                  </a:cubicBezTo>
                  <a:cubicBezTo>
                    <a:pt x="412" y="32"/>
                    <a:pt x="414" y="26"/>
                    <a:pt x="413" y="21"/>
                  </a:cubicBezTo>
                  <a:cubicBezTo>
                    <a:pt x="412" y="23"/>
                    <a:pt x="410" y="28"/>
                    <a:pt x="410" y="29"/>
                  </a:cubicBezTo>
                  <a:cubicBezTo>
                    <a:pt x="409" y="27"/>
                    <a:pt x="409" y="25"/>
                    <a:pt x="409" y="23"/>
                  </a:cubicBezTo>
                  <a:cubicBezTo>
                    <a:pt x="409" y="25"/>
                    <a:pt x="409" y="27"/>
                    <a:pt x="409" y="29"/>
                  </a:cubicBezTo>
                  <a:cubicBezTo>
                    <a:pt x="407" y="26"/>
                    <a:pt x="409" y="22"/>
                    <a:pt x="406" y="19"/>
                  </a:cubicBezTo>
                  <a:cubicBezTo>
                    <a:pt x="403" y="23"/>
                    <a:pt x="402" y="36"/>
                    <a:pt x="402" y="37"/>
                  </a:cubicBezTo>
                  <a:cubicBezTo>
                    <a:pt x="400" y="31"/>
                    <a:pt x="400" y="21"/>
                    <a:pt x="401" y="14"/>
                  </a:cubicBezTo>
                  <a:cubicBezTo>
                    <a:pt x="400" y="20"/>
                    <a:pt x="398" y="26"/>
                    <a:pt x="397" y="32"/>
                  </a:cubicBezTo>
                  <a:cubicBezTo>
                    <a:pt x="397" y="27"/>
                    <a:pt x="397" y="21"/>
                    <a:pt x="397" y="16"/>
                  </a:cubicBezTo>
                  <a:cubicBezTo>
                    <a:pt x="396" y="19"/>
                    <a:pt x="396" y="23"/>
                    <a:pt x="395" y="26"/>
                  </a:cubicBezTo>
                  <a:cubicBezTo>
                    <a:pt x="394" y="29"/>
                    <a:pt x="393" y="32"/>
                    <a:pt x="394" y="36"/>
                  </a:cubicBezTo>
                  <a:cubicBezTo>
                    <a:pt x="393" y="33"/>
                    <a:pt x="392" y="22"/>
                    <a:pt x="391" y="20"/>
                  </a:cubicBezTo>
                  <a:cubicBezTo>
                    <a:pt x="391" y="23"/>
                    <a:pt x="390" y="26"/>
                    <a:pt x="390" y="27"/>
                  </a:cubicBezTo>
                  <a:cubicBezTo>
                    <a:pt x="389" y="31"/>
                    <a:pt x="388" y="34"/>
                    <a:pt x="387" y="38"/>
                  </a:cubicBezTo>
                  <a:cubicBezTo>
                    <a:pt x="388" y="34"/>
                    <a:pt x="388" y="31"/>
                    <a:pt x="388" y="27"/>
                  </a:cubicBezTo>
                  <a:cubicBezTo>
                    <a:pt x="388" y="21"/>
                    <a:pt x="388" y="14"/>
                    <a:pt x="388" y="8"/>
                  </a:cubicBezTo>
                  <a:cubicBezTo>
                    <a:pt x="388" y="12"/>
                    <a:pt x="388" y="17"/>
                    <a:pt x="387" y="22"/>
                  </a:cubicBezTo>
                  <a:cubicBezTo>
                    <a:pt x="387" y="21"/>
                    <a:pt x="387" y="21"/>
                    <a:pt x="386" y="20"/>
                  </a:cubicBezTo>
                  <a:cubicBezTo>
                    <a:pt x="385" y="24"/>
                    <a:pt x="382" y="34"/>
                    <a:pt x="381" y="34"/>
                  </a:cubicBezTo>
                  <a:cubicBezTo>
                    <a:pt x="382" y="25"/>
                    <a:pt x="384" y="15"/>
                    <a:pt x="382" y="6"/>
                  </a:cubicBezTo>
                  <a:cubicBezTo>
                    <a:pt x="382" y="9"/>
                    <a:pt x="381" y="12"/>
                    <a:pt x="381" y="15"/>
                  </a:cubicBezTo>
                  <a:cubicBezTo>
                    <a:pt x="381" y="13"/>
                    <a:pt x="381" y="12"/>
                    <a:pt x="380" y="10"/>
                  </a:cubicBezTo>
                  <a:cubicBezTo>
                    <a:pt x="380" y="14"/>
                    <a:pt x="378" y="30"/>
                    <a:pt x="376" y="35"/>
                  </a:cubicBezTo>
                  <a:cubicBezTo>
                    <a:pt x="376" y="30"/>
                    <a:pt x="377" y="24"/>
                    <a:pt x="377" y="19"/>
                  </a:cubicBezTo>
                  <a:cubicBezTo>
                    <a:pt x="377" y="15"/>
                    <a:pt x="377" y="11"/>
                    <a:pt x="376" y="8"/>
                  </a:cubicBezTo>
                  <a:cubicBezTo>
                    <a:pt x="376" y="9"/>
                    <a:pt x="376" y="10"/>
                    <a:pt x="376" y="11"/>
                  </a:cubicBezTo>
                  <a:cubicBezTo>
                    <a:pt x="375" y="11"/>
                    <a:pt x="375" y="10"/>
                    <a:pt x="375" y="9"/>
                  </a:cubicBezTo>
                  <a:cubicBezTo>
                    <a:pt x="374" y="12"/>
                    <a:pt x="374" y="15"/>
                    <a:pt x="373" y="18"/>
                  </a:cubicBezTo>
                  <a:cubicBezTo>
                    <a:pt x="373" y="16"/>
                    <a:pt x="373" y="13"/>
                    <a:pt x="373" y="10"/>
                  </a:cubicBezTo>
                  <a:cubicBezTo>
                    <a:pt x="372" y="16"/>
                    <a:pt x="369" y="34"/>
                    <a:pt x="368" y="37"/>
                  </a:cubicBezTo>
                  <a:cubicBezTo>
                    <a:pt x="367" y="27"/>
                    <a:pt x="371" y="16"/>
                    <a:pt x="368" y="6"/>
                  </a:cubicBezTo>
                  <a:cubicBezTo>
                    <a:pt x="366" y="10"/>
                    <a:pt x="365" y="29"/>
                    <a:pt x="364" y="33"/>
                  </a:cubicBezTo>
                  <a:cubicBezTo>
                    <a:pt x="364" y="28"/>
                    <a:pt x="362" y="11"/>
                    <a:pt x="361" y="9"/>
                  </a:cubicBezTo>
                  <a:cubicBezTo>
                    <a:pt x="360" y="12"/>
                    <a:pt x="360" y="16"/>
                    <a:pt x="359" y="19"/>
                  </a:cubicBezTo>
                  <a:cubicBezTo>
                    <a:pt x="356" y="13"/>
                    <a:pt x="358" y="6"/>
                    <a:pt x="357" y="0"/>
                  </a:cubicBezTo>
                  <a:cubicBezTo>
                    <a:pt x="355" y="6"/>
                    <a:pt x="356" y="17"/>
                    <a:pt x="352" y="22"/>
                  </a:cubicBezTo>
                  <a:cubicBezTo>
                    <a:pt x="350" y="17"/>
                    <a:pt x="351" y="11"/>
                    <a:pt x="350" y="6"/>
                  </a:cubicBezTo>
                  <a:cubicBezTo>
                    <a:pt x="349" y="12"/>
                    <a:pt x="349" y="17"/>
                    <a:pt x="348" y="23"/>
                  </a:cubicBezTo>
                  <a:cubicBezTo>
                    <a:pt x="347" y="16"/>
                    <a:pt x="348" y="9"/>
                    <a:pt x="346" y="3"/>
                  </a:cubicBezTo>
                  <a:cubicBezTo>
                    <a:pt x="347" y="9"/>
                    <a:pt x="346" y="15"/>
                    <a:pt x="345" y="21"/>
                  </a:cubicBezTo>
                  <a:cubicBezTo>
                    <a:pt x="345" y="20"/>
                    <a:pt x="345" y="18"/>
                    <a:pt x="345" y="16"/>
                  </a:cubicBezTo>
                  <a:cubicBezTo>
                    <a:pt x="344" y="19"/>
                    <a:pt x="345" y="25"/>
                    <a:pt x="343" y="28"/>
                  </a:cubicBezTo>
                  <a:cubicBezTo>
                    <a:pt x="343" y="27"/>
                    <a:pt x="341" y="6"/>
                    <a:pt x="341" y="2"/>
                  </a:cubicBezTo>
                  <a:cubicBezTo>
                    <a:pt x="340" y="5"/>
                    <a:pt x="339" y="21"/>
                    <a:pt x="339" y="28"/>
                  </a:cubicBezTo>
                  <a:cubicBezTo>
                    <a:pt x="339" y="28"/>
                    <a:pt x="339" y="28"/>
                    <a:pt x="339" y="28"/>
                  </a:cubicBezTo>
                  <a:cubicBezTo>
                    <a:pt x="338" y="25"/>
                    <a:pt x="337" y="24"/>
                    <a:pt x="336" y="30"/>
                  </a:cubicBezTo>
                  <a:cubicBezTo>
                    <a:pt x="336" y="27"/>
                    <a:pt x="335" y="25"/>
                    <a:pt x="334" y="23"/>
                  </a:cubicBezTo>
                  <a:cubicBezTo>
                    <a:pt x="333" y="25"/>
                    <a:pt x="333" y="26"/>
                    <a:pt x="333" y="28"/>
                  </a:cubicBezTo>
                  <a:cubicBezTo>
                    <a:pt x="332" y="27"/>
                    <a:pt x="332" y="26"/>
                    <a:pt x="331" y="25"/>
                  </a:cubicBezTo>
                  <a:cubicBezTo>
                    <a:pt x="331" y="20"/>
                    <a:pt x="330" y="15"/>
                    <a:pt x="330" y="11"/>
                  </a:cubicBezTo>
                  <a:cubicBezTo>
                    <a:pt x="331" y="14"/>
                    <a:pt x="330" y="17"/>
                    <a:pt x="330" y="20"/>
                  </a:cubicBezTo>
                  <a:cubicBezTo>
                    <a:pt x="328" y="15"/>
                    <a:pt x="329" y="9"/>
                    <a:pt x="327" y="3"/>
                  </a:cubicBezTo>
                  <a:cubicBezTo>
                    <a:pt x="325" y="8"/>
                    <a:pt x="325" y="15"/>
                    <a:pt x="325" y="20"/>
                  </a:cubicBezTo>
                  <a:cubicBezTo>
                    <a:pt x="325" y="19"/>
                    <a:pt x="323" y="9"/>
                    <a:pt x="323" y="5"/>
                  </a:cubicBezTo>
                  <a:cubicBezTo>
                    <a:pt x="322" y="13"/>
                    <a:pt x="321" y="29"/>
                    <a:pt x="321" y="30"/>
                  </a:cubicBezTo>
                  <a:cubicBezTo>
                    <a:pt x="321" y="30"/>
                    <a:pt x="320" y="19"/>
                    <a:pt x="320" y="16"/>
                  </a:cubicBezTo>
                  <a:cubicBezTo>
                    <a:pt x="320" y="16"/>
                    <a:pt x="319" y="17"/>
                    <a:pt x="319" y="18"/>
                  </a:cubicBezTo>
                  <a:cubicBezTo>
                    <a:pt x="318" y="12"/>
                    <a:pt x="317" y="6"/>
                    <a:pt x="315" y="0"/>
                  </a:cubicBezTo>
                  <a:cubicBezTo>
                    <a:pt x="316" y="9"/>
                    <a:pt x="317" y="19"/>
                    <a:pt x="317" y="28"/>
                  </a:cubicBezTo>
                  <a:cubicBezTo>
                    <a:pt x="316" y="30"/>
                    <a:pt x="314" y="24"/>
                    <a:pt x="312" y="19"/>
                  </a:cubicBezTo>
                  <a:cubicBezTo>
                    <a:pt x="310" y="27"/>
                    <a:pt x="312" y="35"/>
                    <a:pt x="312" y="43"/>
                  </a:cubicBezTo>
                  <a:cubicBezTo>
                    <a:pt x="312" y="43"/>
                    <a:pt x="312" y="43"/>
                    <a:pt x="312" y="43"/>
                  </a:cubicBezTo>
                  <a:cubicBezTo>
                    <a:pt x="309" y="34"/>
                    <a:pt x="307" y="24"/>
                    <a:pt x="305" y="15"/>
                  </a:cubicBezTo>
                  <a:cubicBezTo>
                    <a:pt x="306" y="20"/>
                    <a:pt x="307" y="26"/>
                    <a:pt x="307" y="32"/>
                  </a:cubicBezTo>
                  <a:cubicBezTo>
                    <a:pt x="307" y="31"/>
                    <a:pt x="302" y="20"/>
                    <a:pt x="299" y="15"/>
                  </a:cubicBezTo>
                  <a:cubicBezTo>
                    <a:pt x="298" y="12"/>
                    <a:pt x="296" y="10"/>
                    <a:pt x="295" y="7"/>
                  </a:cubicBezTo>
                  <a:cubicBezTo>
                    <a:pt x="297" y="14"/>
                    <a:pt x="298" y="22"/>
                    <a:pt x="300" y="29"/>
                  </a:cubicBezTo>
                  <a:cubicBezTo>
                    <a:pt x="302" y="34"/>
                    <a:pt x="302" y="39"/>
                    <a:pt x="303" y="44"/>
                  </a:cubicBezTo>
                  <a:cubicBezTo>
                    <a:pt x="299" y="33"/>
                    <a:pt x="290" y="19"/>
                    <a:pt x="290" y="8"/>
                  </a:cubicBezTo>
                  <a:cubicBezTo>
                    <a:pt x="289" y="13"/>
                    <a:pt x="286" y="38"/>
                    <a:pt x="285" y="38"/>
                  </a:cubicBezTo>
                  <a:cubicBezTo>
                    <a:pt x="281" y="33"/>
                    <a:pt x="282" y="26"/>
                    <a:pt x="280" y="20"/>
                  </a:cubicBezTo>
                  <a:cubicBezTo>
                    <a:pt x="279" y="23"/>
                    <a:pt x="279" y="25"/>
                    <a:pt x="279" y="27"/>
                  </a:cubicBezTo>
                  <a:cubicBezTo>
                    <a:pt x="278" y="25"/>
                    <a:pt x="277" y="23"/>
                    <a:pt x="275" y="22"/>
                  </a:cubicBezTo>
                  <a:cubicBezTo>
                    <a:pt x="276" y="25"/>
                    <a:pt x="277" y="30"/>
                    <a:pt x="278" y="35"/>
                  </a:cubicBezTo>
                  <a:cubicBezTo>
                    <a:pt x="278" y="40"/>
                    <a:pt x="278" y="45"/>
                    <a:pt x="277" y="49"/>
                  </a:cubicBezTo>
                  <a:cubicBezTo>
                    <a:pt x="276" y="48"/>
                    <a:pt x="275" y="43"/>
                    <a:pt x="273" y="40"/>
                  </a:cubicBezTo>
                  <a:cubicBezTo>
                    <a:pt x="272" y="41"/>
                    <a:pt x="272" y="43"/>
                    <a:pt x="272" y="44"/>
                  </a:cubicBezTo>
                  <a:cubicBezTo>
                    <a:pt x="271" y="39"/>
                    <a:pt x="270" y="34"/>
                    <a:pt x="268" y="29"/>
                  </a:cubicBezTo>
                  <a:cubicBezTo>
                    <a:pt x="268" y="36"/>
                    <a:pt x="271" y="44"/>
                    <a:pt x="271" y="52"/>
                  </a:cubicBezTo>
                  <a:cubicBezTo>
                    <a:pt x="271" y="51"/>
                    <a:pt x="270" y="50"/>
                    <a:pt x="270" y="49"/>
                  </a:cubicBezTo>
                  <a:cubicBezTo>
                    <a:pt x="269" y="44"/>
                    <a:pt x="267" y="38"/>
                    <a:pt x="265" y="33"/>
                  </a:cubicBezTo>
                  <a:cubicBezTo>
                    <a:pt x="264" y="31"/>
                    <a:pt x="264" y="30"/>
                    <a:pt x="263" y="28"/>
                  </a:cubicBezTo>
                  <a:cubicBezTo>
                    <a:pt x="263" y="29"/>
                    <a:pt x="263" y="29"/>
                    <a:pt x="264" y="30"/>
                  </a:cubicBezTo>
                  <a:cubicBezTo>
                    <a:pt x="263" y="29"/>
                    <a:pt x="263" y="28"/>
                    <a:pt x="263" y="28"/>
                  </a:cubicBezTo>
                  <a:cubicBezTo>
                    <a:pt x="263" y="31"/>
                    <a:pt x="263" y="35"/>
                    <a:pt x="263" y="39"/>
                  </a:cubicBezTo>
                  <a:cubicBezTo>
                    <a:pt x="262" y="37"/>
                    <a:pt x="261" y="34"/>
                    <a:pt x="260" y="32"/>
                  </a:cubicBezTo>
                  <a:cubicBezTo>
                    <a:pt x="261" y="37"/>
                    <a:pt x="263" y="42"/>
                    <a:pt x="263" y="48"/>
                  </a:cubicBezTo>
                  <a:cubicBezTo>
                    <a:pt x="263" y="51"/>
                    <a:pt x="263" y="53"/>
                    <a:pt x="263" y="56"/>
                  </a:cubicBezTo>
                  <a:cubicBezTo>
                    <a:pt x="263" y="57"/>
                    <a:pt x="263" y="57"/>
                    <a:pt x="263" y="58"/>
                  </a:cubicBezTo>
                  <a:cubicBezTo>
                    <a:pt x="259" y="55"/>
                    <a:pt x="259" y="45"/>
                    <a:pt x="259" y="40"/>
                  </a:cubicBezTo>
                  <a:cubicBezTo>
                    <a:pt x="258" y="41"/>
                    <a:pt x="257" y="52"/>
                    <a:pt x="258" y="56"/>
                  </a:cubicBezTo>
                  <a:cubicBezTo>
                    <a:pt x="255" y="50"/>
                    <a:pt x="250" y="38"/>
                    <a:pt x="248" y="35"/>
                  </a:cubicBezTo>
                  <a:cubicBezTo>
                    <a:pt x="249" y="39"/>
                    <a:pt x="250" y="42"/>
                    <a:pt x="251" y="46"/>
                  </a:cubicBezTo>
                  <a:cubicBezTo>
                    <a:pt x="247" y="39"/>
                    <a:pt x="242" y="32"/>
                    <a:pt x="239" y="27"/>
                  </a:cubicBezTo>
                  <a:cubicBezTo>
                    <a:pt x="244" y="37"/>
                    <a:pt x="250" y="50"/>
                    <a:pt x="253" y="63"/>
                  </a:cubicBezTo>
                  <a:cubicBezTo>
                    <a:pt x="252" y="61"/>
                    <a:pt x="251" y="59"/>
                    <a:pt x="250" y="57"/>
                  </a:cubicBezTo>
                  <a:cubicBezTo>
                    <a:pt x="250" y="60"/>
                    <a:pt x="251" y="63"/>
                    <a:pt x="252" y="66"/>
                  </a:cubicBezTo>
                  <a:cubicBezTo>
                    <a:pt x="251" y="65"/>
                    <a:pt x="250" y="63"/>
                    <a:pt x="249" y="62"/>
                  </a:cubicBezTo>
                  <a:cubicBezTo>
                    <a:pt x="250" y="63"/>
                    <a:pt x="250" y="65"/>
                    <a:pt x="250" y="67"/>
                  </a:cubicBezTo>
                  <a:cubicBezTo>
                    <a:pt x="249" y="63"/>
                    <a:pt x="246" y="59"/>
                    <a:pt x="244" y="56"/>
                  </a:cubicBezTo>
                  <a:cubicBezTo>
                    <a:pt x="245" y="60"/>
                    <a:pt x="248" y="64"/>
                    <a:pt x="249" y="68"/>
                  </a:cubicBezTo>
                  <a:cubicBezTo>
                    <a:pt x="249" y="69"/>
                    <a:pt x="249" y="70"/>
                    <a:pt x="249" y="72"/>
                  </a:cubicBezTo>
                  <a:cubicBezTo>
                    <a:pt x="248" y="67"/>
                    <a:pt x="246" y="63"/>
                    <a:pt x="243" y="59"/>
                  </a:cubicBezTo>
                  <a:cubicBezTo>
                    <a:pt x="243" y="62"/>
                    <a:pt x="244" y="65"/>
                    <a:pt x="244" y="68"/>
                  </a:cubicBezTo>
                  <a:cubicBezTo>
                    <a:pt x="244" y="68"/>
                    <a:pt x="243" y="67"/>
                    <a:pt x="242" y="66"/>
                  </a:cubicBezTo>
                  <a:cubicBezTo>
                    <a:pt x="243" y="69"/>
                    <a:pt x="247" y="76"/>
                    <a:pt x="247" y="77"/>
                  </a:cubicBezTo>
                  <a:cubicBezTo>
                    <a:pt x="247" y="78"/>
                    <a:pt x="247" y="79"/>
                    <a:pt x="247" y="80"/>
                  </a:cubicBezTo>
                  <a:cubicBezTo>
                    <a:pt x="245" y="75"/>
                    <a:pt x="243" y="71"/>
                    <a:pt x="241" y="67"/>
                  </a:cubicBezTo>
                  <a:cubicBezTo>
                    <a:pt x="242" y="70"/>
                    <a:pt x="243" y="73"/>
                    <a:pt x="244" y="77"/>
                  </a:cubicBezTo>
                  <a:cubicBezTo>
                    <a:pt x="243" y="76"/>
                    <a:pt x="241" y="74"/>
                    <a:pt x="240" y="71"/>
                  </a:cubicBezTo>
                  <a:cubicBezTo>
                    <a:pt x="242" y="75"/>
                    <a:pt x="245" y="88"/>
                    <a:pt x="245" y="90"/>
                  </a:cubicBezTo>
                  <a:cubicBezTo>
                    <a:pt x="244" y="90"/>
                    <a:pt x="240" y="81"/>
                    <a:pt x="239" y="76"/>
                  </a:cubicBezTo>
                  <a:cubicBezTo>
                    <a:pt x="240" y="84"/>
                    <a:pt x="241" y="91"/>
                    <a:pt x="241" y="98"/>
                  </a:cubicBezTo>
                  <a:cubicBezTo>
                    <a:pt x="241" y="98"/>
                    <a:pt x="241" y="98"/>
                    <a:pt x="241" y="99"/>
                  </a:cubicBezTo>
                  <a:cubicBezTo>
                    <a:pt x="240" y="89"/>
                    <a:pt x="236" y="84"/>
                    <a:pt x="231" y="77"/>
                  </a:cubicBezTo>
                  <a:cubicBezTo>
                    <a:pt x="234" y="86"/>
                    <a:pt x="236" y="93"/>
                    <a:pt x="237" y="102"/>
                  </a:cubicBezTo>
                  <a:cubicBezTo>
                    <a:pt x="235" y="99"/>
                    <a:pt x="234" y="97"/>
                    <a:pt x="234" y="94"/>
                  </a:cubicBezTo>
                  <a:cubicBezTo>
                    <a:pt x="234" y="98"/>
                    <a:pt x="235" y="102"/>
                    <a:pt x="234" y="106"/>
                  </a:cubicBezTo>
                  <a:cubicBezTo>
                    <a:pt x="233" y="104"/>
                    <a:pt x="232" y="101"/>
                    <a:pt x="232" y="99"/>
                  </a:cubicBezTo>
                  <a:cubicBezTo>
                    <a:pt x="232" y="105"/>
                    <a:pt x="231" y="112"/>
                    <a:pt x="231" y="118"/>
                  </a:cubicBezTo>
                  <a:cubicBezTo>
                    <a:pt x="230" y="114"/>
                    <a:pt x="230" y="111"/>
                    <a:pt x="229" y="108"/>
                  </a:cubicBezTo>
                  <a:cubicBezTo>
                    <a:pt x="230" y="114"/>
                    <a:pt x="228" y="131"/>
                    <a:pt x="227" y="132"/>
                  </a:cubicBezTo>
                  <a:cubicBezTo>
                    <a:pt x="227" y="130"/>
                    <a:pt x="227" y="128"/>
                    <a:pt x="227" y="126"/>
                  </a:cubicBezTo>
                  <a:cubicBezTo>
                    <a:pt x="224" y="133"/>
                    <a:pt x="224" y="141"/>
                    <a:pt x="224" y="150"/>
                  </a:cubicBezTo>
                  <a:cubicBezTo>
                    <a:pt x="224" y="150"/>
                    <a:pt x="224" y="151"/>
                    <a:pt x="224" y="152"/>
                  </a:cubicBezTo>
                  <a:cubicBezTo>
                    <a:pt x="223" y="147"/>
                    <a:pt x="223" y="143"/>
                    <a:pt x="222" y="139"/>
                  </a:cubicBezTo>
                  <a:cubicBezTo>
                    <a:pt x="221" y="143"/>
                    <a:pt x="222" y="149"/>
                    <a:pt x="222" y="153"/>
                  </a:cubicBezTo>
                  <a:cubicBezTo>
                    <a:pt x="223" y="159"/>
                    <a:pt x="223" y="165"/>
                    <a:pt x="225" y="171"/>
                  </a:cubicBezTo>
                  <a:cubicBezTo>
                    <a:pt x="225" y="170"/>
                    <a:pt x="225" y="170"/>
                    <a:pt x="224" y="170"/>
                  </a:cubicBezTo>
                  <a:cubicBezTo>
                    <a:pt x="222" y="164"/>
                    <a:pt x="220" y="157"/>
                    <a:pt x="218" y="152"/>
                  </a:cubicBezTo>
                  <a:cubicBezTo>
                    <a:pt x="219" y="157"/>
                    <a:pt x="220" y="162"/>
                    <a:pt x="221" y="167"/>
                  </a:cubicBezTo>
                  <a:cubicBezTo>
                    <a:pt x="218" y="166"/>
                    <a:pt x="214" y="171"/>
                    <a:pt x="214" y="177"/>
                  </a:cubicBezTo>
                  <a:cubicBezTo>
                    <a:pt x="214" y="184"/>
                    <a:pt x="220" y="198"/>
                    <a:pt x="220" y="203"/>
                  </a:cubicBezTo>
                  <a:cubicBezTo>
                    <a:pt x="220" y="208"/>
                    <a:pt x="222" y="221"/>
                    <a:pt x="225" y="230"/>
                  </a:cubicBezTo>
                  <a:cubicBezTo>
                    <a:pt x="227" y="237"/>
                    <a:pt x="226" y="241"/>
                    <a:pt x="228" y="245"/>
                  </a:cubicBezTo>
                  <a:cubicBezTo>
                    <a:pt x="229" y="246"/>
                    <a:pt x="229" y="246"/>
                    <a:pt x="229" y="247"/>
                  </a:cubicBezTo>
                  <a:cubicBezTo>
                    <a:pt x="230" y="248"/>
                    <a:pt x="231" y="250"/>
                    <a:pt x="231" y="251"/>
                  </a:cubicBezTo>
                  <a:cubicBezTo>
                    <a:pt x="232" y="252"/>
                    <a:pt x="232" y="253"/>
                    <a:pt x="233" y="254"/>
                  </a:cubicBezTo>
                  <a:cubicBezTo>
                    <a:pt x="234" y="256"/>
                    <a:pt x="235" y="258"/>
                    <a:pt x="236" y="260"/>
                  </a:cubicBezTo>
                  <a:cubicBezTo>
                    <a:pt x="239" y="264"/>
                    <a:pt x="245" y="269"/>
                    <a:pt x="248" y="270"/>
                  </a:cubicBezTo>
                  <a:cubicBezTo>
                    <a:pt x="249" y="281"/>
                    <a:pt x="255" y="304"/>
                    <a:pt x="261" y="314"/>
                  </a:cubicBezTo>
                  <a:cubicBezTo>
                    <a:pt x="261" y="315"/>
                    <a:pt x="262" y="317"/>
                    <a:pt x="263" y="318"/>
                  </a:cubicBezTo>
                  <a:cubicBezTo>
                    <a:pt x="263" y="318"/>
                    <a:pt x="263" y="319"/>
                    <a:pt x="263" y="320"/>
                  </a:cubicBezTo>
                  <a:cubicBezTo>
                    <a:pt x="268" y="328"/>
                    <a:pt x="276" y="340"/>
                    <a:pt x="284" y="351"/>
                  </a:cubicBezTo>
                  <a:cubicBezTo>
                    <a:pt x="290" y="379"/>
                    <a:pt x="289" y="413"/>
                    <a:pt x="256" y="434"/>
                  </a:cubicBezTo>
                  <a:cubicBezTo>
                    <a:pt x="242" y="440"/>
                    <a:pt x="214" y="453"/>
                    <a:pt x="180" y="461"/>
                  </a:cubicBezTo>
                  <a:cubicBezTo>
                    <a:pt x="147" y="469"/>
                    <a:pt x="93" y="485"/>
                    <a:pt x="71" y="562"/>
                  </a:cubicBezTo>
                  <a:cubicBezTo>
                    <a:pt x="62" y="596"/>
                    <a:pt x="64" y="618"/>
                    <a:pt x="69" y="658"/>
                  </a:cubicBezTo>
                  <a:cubicBezTo>
                    <a:pt x="57" y="746"/>
                    <a:pt x="47" y="812"/>
                    <a:pt x="46" y="862"/>
                  </a:cubicBezTo>
                  <a:cubicBezTo>
                    <a:pt x="46" y="894"/>
                    <a:pt x="39" y="915"/>
                    <a:pt x="36" y="929"/>
                  </a:cubicBezTo>
                  <a:cubicBezTo>
                    <a:pt x="19" y="976"/>
                    <a:pt x="23" y="1098"/>
                    <a:pt x="21" y="1130"/>
                  </a:cubicBezTo>
                  <a:cubicBezTo>
                    <a:pt x="17" y="1185"/>
                    <a:pt x="13" y="1185"/>
                    <a:pt x="13" y="1191"/>
                  </a:cubicBezTo>
                  <a:cubicBezTo>
                    <a:pt x="13" y="1216"/>
                    <a:pt x="8" y="1227"/>
                    <a:pt x="4" y="1239"/>
                  </a:cubicBezTo>
                  <a:cubicBezTo>
                    <a:pt x="4" y="1241"/>
                    <a:pt x="3" y="1243"/>
                    <a:pt x="3" y="1245"/>
                  </a:cubicBezTo>
                  <a:cubicBezTo>
                    <a:pt x="3" y="1245"/>
                    <a:pt x="5" y="1303"/>
                    <a:pt x="3" y="1321"/>
                  </a:cubicBezTo>
                  <a:cubicBezTo>
                    <a:pt x="0" y="1339"/>
                    <a:pt x="2" y="1350"/>
                    <a:pt x="3" y="1362"/>
                  </a:cubicBezTo>
                  <a:cubicBezTo>
                    <a:pt x="4" y="1373"/>
                    <a:pt x="14" y="1390"/>
                    <a:pt x="17" y="1404"/>
                  </a:cubicBezTo>
                  <a:cubicBezTo>
                    <a:pt x="23" y="1434"/>
                    <a:pt x="31" y="1434"/>
                    <a:pt x="36" y="1444"/>
                  </a:cubicBezTo>
                  <a:cubicBezTo>
                    <a:pt x="42" y="1454"/>
                    <a:pt x="57" y="1461"/>
                    <a:pt x="59" y="1464"/>
                  </a:cubicBezTo>
                  <a:cubicBezTo>
                    <a:pt x="61" y="1467"/>
                    <a:pt x="69" y="1474"/>
                    <a:pt x="76" y="1473"/>
                  </a:cubicBezTo>
                  <a:cubicBezTo>
                    <a:pt x="83" y="1471"/>
                    <a:pt x="82" y="1462"/>
                    <a:pt x="82" y="1462"/>
                  </a:cubicBezTo>
                  <a:cubicBezTo>
                    <a:pt x="82" y="1462"/>
                    <a:pt x="85" y="1463"/>
                    <a:pt x="88" y="1463"/>
                  </a:cubicBezTo>
                  <a:cubicBezTo>
                    <a:pt x="91" y="1463"/>
                    <a:pt x="103" y="1464"/>
                    <a:pt x="106" y="1461"/>
                  </a:cubicBezTo>
                  <a:cubicBezTo>
                    <a:pt x="114" y="1453"/>
                    <a:pt x="103" y="1444"/>
                    <a:pt x="103" y="1444"/>
                  </a:cubicBezTo>
                  <a:cubicBezTo>
                    <a:pt x="111" y="1443"/>
                    <a:pt x="111" y="1443"/>
                    <a:pt x="111" y="1443"/>
                  </a:cubicBezTo>
                  <a:cubicBezTo>
                    <a:pt x="120" y="1437"/>
                    <a:pt x="109" y="1426"/>
                    <a:pt x="109" y="1426"/>
                  </a:cubicBezTo>
                  <a:cubicBezTo>
                    <a:pt x="109" y="1423"/>
                    <a:pt x="88" y="1425"/>
                    <a:pt x="88" y="1422"/>
                  </a:cubicBezTo>
                  <a:cubicBezTo>
                    <a:pt x="88" y="1420"/>
                    <a:pt x="110" y="1413"/>
                    <a:pt x="109" y="1412"/>
                  </a:cubicBezTo>
                  <a:cubicBezTo>
                    <a:pt x="108" y="1385"/>
                    <a:pt x="86" y="1409"/>
                    <a:pt x="83" y="1405"/>
                  </a:cubicBezTo>
                  <a:cubicBezTo>
                    <a:pt x="76" y="1394"/>
                    <a:pt x="70" y="1405"/>
                    <a:pt x="68" y="1393"/>
                  </a:cubicBezTo>
                  <a:cubicBezTo>
                    <a:pt x="67" y="1382"/>
                    <a:pt x="61" y="1380"/>
                    <a:pt x="63" y="1377"/>
                  </a:cubicBezTo>
                  <a:cubicBezTo>
                    <a:pt x="68" y="1368"/>
                    <a:pt x="60" y="1358"/>
                    <a:pt x="63" y="1351"/>
                  </a:cubicBezTo>
                  <a:cubicBezTo>
                    <a:pt x="66" y="1345"/>
                    <a:pt x="59" y="1330"/>
                    <a:pt x="59" y="1330"/>
                  </a:cubicBezTo>
                  <a:cubicBezTo>
                    <a:pt x="59" y="1330"/>
                    <a:pt x="69" y="1336"/>
                    <a:pt x="73" y="1349"/>
                  </a:cubicBezTo>
                  <a:cubicBezTo>
                    <a:pt x="78" y="1361"/>
                    <a:pt x="91" y="1382"/>
                    <a:pt x="105" y="1372"/>
                  </a:cubicBezTo>
                  <a:cubicBezTo>
                    <a:pt x="119" y="1362"/>
                    <a:pt x="100" y="1330"/>
                    <a:pt x="88" y="1318"/>
                  </a:cubicBezTo>
                  <a:cubicBezTo>
                    <a:pt x="82" y="1311"/>
                    <a:pt x="82" y="1302"/>
                    <a:pt x="83" y="1293"/>
                  </a:cubicBezTo>
                  <a:cubicBezTo>
                    <a:pt x="83" y="1293"/>
                    <a:pt x="85" y="1278"/>
                    <a:pt x="84" y="1273"/>
                  </a:cubicBezTo>
                  <a:cubicBezTo>
                    <a:pt x="84" y="1262"/>
                    <a:pt x="75" y="1249"/>
                    <a:pt x="77" y="1246"/>
                  </a:cubicBezTo>
                  <a:cubicBezTo>
                    <a:pt x="78" y="1243"/>
                    <a:pt x="82" y="1225"/>
                    <a:pt x="84" y="1211"/>
                  </a:cubicBezTo>
                  <a:cubicBezTo>
                    <a:pt x="86" y="1197"/>
                    <a:pt x="119" y="1069"/>
                    <a:pt x="123" y="1041"/>
                  </a:cubicBezTo>
                  <a:cubicBezTo>
                    <a:pt x="132" y="989"/>
                    <a:pt x="143" y="974"/>
                    <a:pt x="138" y="938"/>
                  </a:cubicBezTo>
                  <a:cubicBezTo>
                    <a:pt x="139" y="912"/>
                    <a:pt x="148" y="841"/>
                    <a:pt x="150" y="828"/>
                  </a:cubicBezTo>
                  <a:cubicBezTo>
                    <a:pt x="151" y="825"/>
                    <a:pt x="151" y="812"/>
                    <a:pt x="152" y="803"/>
                  </a:cubicBezTo>
                  <a:cubicBezTo>
                    <a:pt x="153" y="798"/>
                    <a:pt x="154" y="789"/>
                    <a:pt x="154" y="778"/>
                  </a:cubicBezTo>
                  <a:cubicBezTo>
                    <a:pt x="154" y="779"/>
                    <a:pt x="154" y="779"/>
                    <a:pt x="154" y="779"/>
                  </a:cubicBezTo>
                  <a:cubicBezTo>
                    <a:pt x="155" y="791"/>
                    <a:pt x="165" y="815"/>
                    <a:pt x="167" y="848"/>
                  </a:cubicBezTo>
                  <a:cubicBezTo>
                    <a:pt x="166" y="875"/>
                    <a:pt x="172" y="939"/>
                    <a:pt x="174" y="964"/>
                  </a:cubicBezTo>
                  <a:cubicBezTo>
                    <a:pt x="183" y="1124"/>
                    <a:pt x="150" y="1163"/>
                    <a:pt x="149" y="1194"/>
                  </a:cubicBezTo>
                  <a:cubicBezTo>
                    <a:pt x="153" y="1328"/>
                    <a:pt x="110" y="1503"/>
                    <a:pt x="183" y="1729"/>
                  </a:cubicBezTo>
                  <a:cubicBezTo>
                    <a:pt x="187" y="1741"/>
                    <a:pt x="187" y="1785"/>
                    <a:pt x="191" y="1808"/>
                  </a:cubicBezTo>
                  <a:cubicBezTo>
                    <a:pt x="192" y="1814"/>
                    <a:pt x="203" y="1841"/>
                    <a:pt x="204" y="1878"/>
                  </a:cubicBezTo>
                  <a:cubicBezTo>
                    <a:pt x="205" y="1938"/>
                    <a:pt x="199" y="2015"/>
                    <a:pt x="200" y="2058"/>
                  </a:cubicBezTo>
                  <a:cubicBezTo>
                    <a:pt x="203" y="2128"/>
                    <a:pt x="229" y="2192"/>
                    <a:pt x="239" y="2237"/>
                  </a:cubicBezTo>
                  <a:cubicBezTo>
                    <a:pt x="249" y="2282"/>
                    <a:pt x="253" y="2318"/>
                    <a:pt x="251" y="2327"/>
                  </a:cubicBezTo>
                  <a:cubicBezTo>
                    <a:pt x="250" y="2334"/>
                    <a:pt x="248" y="2349"/>
                    <a:pt x="254" y="2362"/>
                  </a:cubicBezTo>
                  <a:cubicBezTo>
                    <a:pt x="254" y="2363"/>
                    <a:pt x="236" y="2408"/>
                    <a:pt x="226" y="2416"/>
                  </a:cubicBezTo>
                  <a:cubicBezTo>
                    <a:pt x="216" y="2424"/>
                    <a:pt x="214" y="2431"/>
                    <a:pt x="207" y="2435"/>
                  </a:cubicBezTo>
                  <a:cubicBezTo>
                    <a:pt x="199" y="2440"/>
                    <a:pt x="195" y="2444"/>
                    <a:pt x="193" y="2453"/>
                  </a:cubicBezTo>
                  <a:cubicBezTo>
                    <a:pt x="190" y="2460"/>
                    <a:pt x="183" y="2470"/>
                    <a:pt x="188" y="2475"/>
                  </a:cubicBezTo>
                  <a:cubicBezTo>
                    <a:pt x="189" y="2476"/>
                    <a:pt x="190" y="2476"/>
                    <a:pt x="191" y="2477"/>
                  </a:cubicBezTo>
                  <a:cubicBezTo>
                    <a:pt x="191" y="2477"/>
                    <a:pt x="191" y="2477"/>
                    <a:pt x="191" y="2477"/>
                  </a:cubicBezTo>
                  <a:cubicBezTo>
                    <a:pt x="191" y="2479"/>
                    <a:pt x="191" y="2482"/>
                    <a:pt x="192" y="2483"/>
                  </a:cubicBezTo>
                  <a:cubicBezTo>
                    <a:pt x="195" y="2489"/>
                    <a:pt x="200" y="2490"/>
                    <a:pt x="207" y="2490"/>
                  </a:cubicBezTo>
                  <a:cubicBezTo>
                    <a:pt x="208" y="2488"/>
                    <a:pt x="208" y="2488"/>
                    <a:pt x="208" y="2488"/>
                  </a:cubicBezTo>
                  <a:cubicBezTo>
                    <a:pt x="208" y="2491"/>
                    <a:pt x="208" y="2493"/>
                    <a:pt x="210" y="2495"/>
                  </a:cubicBezTo>
                  <a:cubicBezTo>
                    <a:pt x="215" y="2502"/>
                    <a:pt x="229" y="2506"/>
                    <a:pt x="236" y="2499"/>
                  </a:cubicBezTo>
                  <a:cubicBezTo>
                    <a:pt x="244" y="2504"/>
                    <a:pt x="259" y="2505"/>
                    <a:pt x="265" y="2497"/>
                  </a:cubicBezTo>
                  <a:cubicBezTo>
                    <a:pt x="270" y="2510"/>
                    <a:pt x="287" y="2508"/>
                    <a:pt x="298" y="2506"/>
                  </a:cubicBezTo>
                  <a:cubicBezTo>
                    <a:pt x="309" y="2503"/>
                    <a:pt x="313" y="2496"/>
                    <a:pt x="319" y="2491"/>
                  </a:cubicBezTo>
                  <a:cubicBezTo>
                    <a:pt x="325" y="2486"/>
                    <a:pt x="330" y="2481"/>
                    <a:pt x="328" y="2468"/>
                  </a:cubicBezTo>
                  <a:cubicBezTo>
                    <a:pt x="326" y="2456"/>
                    <a:pt x="328" y="2455"/>
                    <a:pt x="329" y="2440"/>
                  </a:cubicBezTo>
                  <a:cubicBezTo>
                    <a:pt x="330" y="2431"/>
                    <a:pt x="337" y="2428"/>
                    <a:pt x="338" y="2413"/>
                  </a:cubicBezTo>
                  <a:cubicBezTo>
                    <a:pt x="339" y="2401"/>
                    <a:pt x="331" y="2351"/>
                    <a:pt x="332" y="2344"/>
                  </a:cubicBezTo>
                  <a:cubicBezTo>
                    <a:pt x="334" y="2328"/>
                    <a:pt x="324" y="2315"/>
                    <a:pt x="320" y="2289"/>
                  </a:cubicBezTo>
                  <a:cubicBezTo>
                    <a:pt x="317" y="2263"/>
                    <a:pt x="326" y="2174"/>
                    <a:pt x="326" y="2158"/>
                  </a:cubicBezTo>
                  <a:cubicBezTo>
                    <a:pt x="326" y="2127"/>
                    <a:pt x="341" y="2077"/>
                    <a:pt x="337" y="2014"/>
                  </a:cubicBezTo>
                  <a:cubicBezTo>
                    <a:pt x="335" y="1978"/>
                    <a:pt x="319" y="1868"/>
                    <a:pt x="319" y="1843"/>
                  </a:cubicBezTo>
                  <a:cubicBezTo>
                    <a:pt x="319" y="1839"/>
                    <a:pt x="318" y="1811"/>
                    <a:pt x="319" y="1806"/>
                  </a:cubicBezTo>
                  <a:cubicBezTo>
                    <a:pt x="324" y="1790"/>
                    <a:pt x="336" y="1587"/>
                    <a:pt x="336" y="1585"/>
                  </a:cubicBezTo>
                  <a:cubicBezTo>
                    <a:pt x="338" y="1561"/>
                    <a:pt x="353" y="1416"/>
                    <a:pt x="353" y="1416"/>
                  </a:cubicBezTo>
                  <a:cubicBezTo>
                    <a:pt x="359" y="1416"/>
                    <a:pt x="359" y="1416"/>
                    <a:pt x="359" y="1416"/>
                  </a:cubicBezTo>
                  <a:cubicBezTo>
                    <a:pt x="359" y="1416"/>
                    <a:pt x="377" y="1558"/>
                    <a:pt x="379" y="1582"/>
                  </a:cubicBezTo>
                  <a:cubicBezTo>
                    <a:pt x="379" y="1584"/>
                    <a:pt x="390" y="1790"/>
                    <a:pt x="394" y="1806"/>
                  </a:cubicBezTo>
                  <a:cubicBezTo>
                    <a:pt x="396" y="1811"/>
                    <a:pt x="395" y="1839"/>
                    <a:pt x="395" y="1843"/>
                  </a:cubicBezTo>
                  <a:cubicBezTo>
                    <a:pt x="395" y="1868"/>
                    <a:pt x="379" y="1978"/>
                    <a:pt x="377" y="2014"/>
                  </a:cubicBezTo>
                  <a:cubicBezTo>
                    <a:pt x="373" y="2077"/>
                    <a:pt x="387" y="2127"/>
                    <a:pt x="387" y="2158"/>
                  </a:cubicBezTo>
                  <a:cubicBezTo>
                    <a:pt x="387" y="2174"/>
                    <a:pt x="396" y="2263"/>
                    <a:pt x="393" y="2289"/>
                  </a:cubicBezTo>
                  <a:cubicBezTo>
                    <a:pt x="390" y="2315"/>
                    <a:pt x="380" y="2328"/>
                    <a:pt x="382" y="2344"/>
                  </a:cubicBezTo>
                  <a:cubicBezTo>
                    <a:pt x="383" y="2351"/>
                    <a:pt x="375" y="2401"/>
                    <a:pt x="375" y="2413"/>
                  </a:cubicBezTo>
                  <a:cubicBezTo>
                    <a:pt x="376" y="2428"/>
                    <a:pt x="384" y="2431"/>
                    <a:pt x="384" y="2440"/>
                  </a:cubicBezTo>
                  <a:cubicBezTo>
                    <a:pt x="386" y="2455"/>
                    <a:pt x="387" y="2456"/>
                    <a:pt x="385" y="2468"/>
                  </a:cubicBezTo>
                  <a:cubicBezTo>
                    <a:pt x="384" y="2481"/>
                    <a:pt x="388" y="2486"/>
                    <a:pt x="394" y="2491"/>
                  </a:cubicBezTo>
                  <a:cubicBezTo>
                    <a:pt x="400" y="2496"/>
                    <a:pt x="405" y="2503"/>
                    <a:pt x="416" y="2506"/>
                  </a:cubicBezTo>
                  <a:cubicBezTo>
                    <a:pt x="426" y="2508"/>
                    <a:pt x="444" y="2510"/>
                    <a:pt x="448" y="2497"/>
                  </a:cubicBezTo>
                  <a:cubicBezTo>
                    <a:pt x="454" y="2505"/>
                    <a:pt x="470" y="2504"/>
                    <a:pt x="478" y="2499"/>
                  </a:cubicBezTo>
                  <a:cubicBezTo>
                    <a:pt x="484" y="2506"/>
                    <a:pt x="499" y="2502"/>
                    <a:pt x="504" y="2495"/>
                  </a:cubicBezTo>
                  <a:cubicBezTo>
                    <a:pt x="505" y="2493"/>
                    <a:pt x="506" y="2491"/>
                    <a:pt x="506" y="2489"/>
                  </a:cubicBezTo>
                  <a:cubicBezTo>
                    <a:pt x="507" y="2490"/>
                    <a:pt x="507" y="2490"/>
                    <a:pt x="507" y="2490"/>
                  </a:cubicBezTo>
                  <a:cubicBezTo>
                    <a:pt x="513" y="2490"/>
                    <a:pt x="521" y="2488"/>
                    <a:pt x="522" y="2483"/>
                  </a:cubicBezTo>
                  <a:cubicBezTo>
                    <a:pt x="523" y="2482"/>
                    <a:pt x="523" y="2479"/>
                    <a:pt x="523" y="2477"/>
                  </a:cubicBezTo>
                  <a:cubicBezTo>
                    <a:pt x="523" y="2477"/>
                    <a:pt x="523" y="2477"/>
                    <a:pt x="523" y="2477"/>
                  </a:cubicBezTo>
                  <a:cubicBezTo>
                    <a:pt x="524" y="2476"/>
                    <a:pt x="525" y="2476"/>
                    <a:pt x="525" y="2475"/>
                  </a:cubicBezTo>
                  <a:cubicBezTo>
                    <a:pt x="531" y="2470"/>
                    <a:pt x="523" y="2460"/>
                    <a:pt x="521" y="2453"/>
                  </a:cubicBezTo>
                  <a:cubicBezTo>
                    <a:pt x="518" y="2444"/>
                    <a:pt x="514" y="2440"/>
                    <a:pt x="507" y="2435"/>
                  </a:cubicBezTo>
                  <a:cubicBezTo>
                    <a:pt x="500" y="2431"/>
                    <a:pt x="497" y="2424"/>
                    <a:pt x="488" y="2416"/>
                  </a:cubicBezTo>
                  <a:cubicBezTo>
                    <a:pt x="478" y="2408"/>
                    <a:pt x="460" y="2363"/>
                    <a:pt x="460" y="2362"/>
                  </a:cubicBezTo>
                  <a:cubicBezTo>
                    <a:pt x="466" y="2349"/>
                    <a:pt x="464" y="2334"/>
                    <a:pt x="462" y="2327"/>
                  </a:cubicBezTo>
                  <a:cubicBezTo>
                    <a:pt x="460" y="2318"/>
                    <a:pt x="464" y="2282"/>
                    <a:pt x="474" y="2237"/>
                  </a:cubicBezTo>
                  <a:cubicBezTo>
                    <a:pt x="484" y="2192"/>
                    <a:pt x="510" y="2128"/>
                    <a:pt x="513" y="2058"/>
                  </a:cubicBezTo>
                  <a:cubicBezTo>
                    <a:pt x="515" y="2015"/>
                    <a:pt x="509" y="1938"/>
                    <a:pt x="510" y="1878"/>
                  </a:cubicBezTo>
                  <a:cubicBezTo>
                    <a:pt x="511" y="1841"/>
                    <a:pt x="521" y="1814"/>
                    <a:pt x="522" y="1808"/>
                  </a:cubicBezTo>
                  <a:cubicBezTo>
                    <a:pt x="527" y="1785"/>
                    <a:pt x="527" y="1741"/>
                    <a:pt x="530" y="1729"/>
                  </a:cubicBezTo>
                  <a:cubicBezTo>
                    <a:pt x="587" y="1523"/>
                    <a:pt x="569" y="1347"/>
                    <a:pt x="567" y="1304"/>
                  </a:cubicBezTo>
                  <a:cubicBezTo>
                    <a:pt x="567" y="1304"/>
                    <a:pt x="569" y="1185"/>
                    <a:pt x="567" y="1170"/>
                  </a:cubicBezTo>
                  <a:cubicBezTo>
                    <a:pt x="530" y="1051"/>
                    <a:pt x="549" y="969"/>
                    <a:pt x="546" y="961"/>
                  </a:cubicBezTo>
                  <a:cubicBezTo>
                    <a:pt x="547" y="935"/>
                    <a:pt x="555" y="874"/>
                    <a:pt x="554" y="847"/>
                  </a:cubicBezTo>
                  <a:cubicBezTo>
                    <a:pt x="556" y="815"/>
                    <a:pt x="559" y="791"/>
                    <a:pt x="560" y="779"/>
                  </a:cubicBezTo>
                  <a:cubicBezTo>
                    <a:pt x="560" y="778"/>
                    <a:pt x="560" y="778"/>
                    <a:pt x="560" y="778"/>
                  </a:cubicBezTo>
                  <a:cubicBezTo>
                    <a:pt x="560" y="782"/>
                    <a:pt x="560" y="786"/>
                    <a:pt x="560" y="790"/>
                  </a:cubicBezTo>
                  <a:cubicBezTo>
                    <a:pt x="560" y="793"/>
                    <a:pt x="560" y="793"/>
                    <a:pt x="560" y="793"/>
                  </a:cubicBezTo>
                  <a:cubicBezTo>
                    <a:pt x="561" y="797"/>
                    <a:pt x="561" y="797"/>
                    <a:pt x="561" y="797"/>
                  </a:cubicBezTo>
                  <a:cubicBezTo>
                    <a:pt x="561" y="799"/>
                    <a:pt x="561" y="801"/>
                    <a:pt x="562" y="803"/>
                  </a:cubicBezTo>
                  <a:cubicBezTo>
                    <a:pt x="563" y="812"/>
                    <a:pt x="565" y="826"/>
                    <a:pt x="565" y="826"/>
                  </a:cubicBezTo>
                  <a:cubicBezTo>
                    <a:pt x="580" y="946"/>
                    <a:pt x="580" y="946"/>
                    <a:pt x="580" y="946"/>
                  </a:cubicBezTo>
                  <a:cubicBezTo>
                    <a:pt x="575" y="982"/>
                    <a:pt x="587" y="997"/>
                    <a:pt x="596" y="1049"/>
                  </a:cubicBezTo>
                  <a:cubicBezTo>
                    <a:pt x="600" y="1076"/>
                    <a:pt x="632" y="1205"/>
                    <a:pt x="634" y="1219"/>
                  </a:cubicBezTo>
                  <a:cubicBezTo>
                    <a:pt x="636" y="1232"/>
                    <a:pt x="641" y="1247"/>
                    <a:pt x="643" y="1250"/>
                  </a:cubicBezTo>
                  <a:cubicBezTo>
                    <a:pt x="644" y="1253"/>
                    <a:pt x="638" y="1268"/>
                    <a:pt x="636" y="1281"/>
                  </a:cubicBezTo>
                  <a:cubicBezTo>
                    <a:pt x="635" y="1282"/>
                    <a:pt x="635" y="1283"/>
                    <a:pt x="635" y="1285"/>
                  </a:cubicBezTo>
                  <a:cubicBezTo>
                    <a:pt x="635" y="1285"/>
                    <a:pt x="635" y="1285"/>
                    <a:pt x="635" y="1286"/>
                  </a:cubicBezTo>
                  <a:cubicBezTo>
                    <a:pt x="634" y="1290"/>
                    <a:pt x="635" y="1293"/>
                    <a:pt x="636" y="1298"/>
                  </a:cubicBezTo>
                  <a:cubicBezTo>
                    <a:pt x="637" y="1307"/>
                    <a:pt x="638" y="1316"/>
                    <a:pt x="632" y="1322"/>
                  </a:cubicBezTo>
                  <a:cubicBezTo>
                    <a:pt x="620" y="1334"/>
                    <a:pt x="601" y="1368"/>
                    <a:pt x="615" y="1378"/>
                  </a:cubicBezTo>
                  <a:cubicBezTo>
                    <a:pt x="630" y="1389"/>
                    <a:pt x="643" y="1364"/>
                    <a:pt x="647" y="1352"/>
                  </a:cubicBezTo>
                  <a:cubicBezTo>
                    <a:pt x="652" y="1339"/>
                    <a:pt x="660" y="1337"/>
                    <a:pt x="660" y="1337"/>
                  </a:cubicBezTo>
                  <a:cubicBezTo>
                    <a:pt x="660" y="1337"/>
                    <a:pt x="652" y="1351"/>
                    <a:pt x="655" y="1358"/>
                  </a:cubicBezTo>
                  <a:cubicBezTo>
                    <a:pt x="658" y="1364"/>
                    <a:pt x="650" y="1375"/>
                    <a:pt x="655" y="1383"/>
                  </a:cubicBezTo>
                  <a:cubicBezTo>
                    <a:pt x="657" y="1386"/>
                    <a:pt x="651" y="1388"/>
                    <a:pt x="650" y="1400"/>
                  </a:cubicBezTo>
                  <a:cubicBezTo>
                    <a:pt x="648" y="1411"/>
                    <a:pt x="642" y="1400"/>
                    <a:pt x="635" y="1412"/>
                  </a:cubicBezTo>
                  <a:cubicBezTo>
                    <a:pt x="632" y="1415"/>
                    <a:pt x="611" y="1391"/>
                    <a:pt x="609" y="1419"/>
                  </a:cubicBezTo>
                  <a:cubicBezTo>
                    <a:pt x="609" y="1421"/>
                    <a:pt x="630" y="1427"/>
                    <a:pt x="630" y="1429"/>
                  </a:cubicBezTo>
                  <a:cubicBezTo>
                    <a:pt x="630" y="1431"/>
                    <a:pt x="609" y="1430"/>
                    <a:pt x="609" y="1433"/>
                  </a:cubicBezTo>
                  <a:cubicBezTo>
                    <a:pt x="609" y="1433"/>
                    <a:pt x="598" y="1444"/>
                    <a:pt x="607" y="1450"/>
                  </a:cubicBezTo>
                  <a:cubicBezTo>
                    <a:pt x="615" y="1451"/>
                    <a:pt x="615" y="1451"/>
                    <a:pt x="615" y="1451"/>
                  </a:cubicBezTo>
                  <a:cubicBezTo>
                    <a:pt x="615" y="1451"/>
                    <a:pt x="604" y="1459"/>
                    <a:pt x="612" y="1468"/>
                  </a:cubicBezTo>
                  <a:cubicBezTo>
                    <a:pt x="615" y="1471"/>
                    <a:pt x="627" y="1469"/>
                    <a:pt x="630" y="1469"/>
                  </a:cubicBezTo>
                  <a:cubicBezTo>
                    <a:pt x="633" y="1469"/>
                    <a:pt x="636" y="1469"/>
                    <a:pt x="636" y="1469"/>
                  </a:cubicBezTo>
                  <a:cubicBezTo>
                    <a:pt x="636" y="1469"/>
                    <a:pt x="635" y="1478"/>
                    <a:pt x="642" y="1479"/>
                  </a:cubicBezTo>
                  <a:cubicBezTo>
                    <a:pt x="649" y="1480"/>
                    <a:pt x="657" y="1474"/>
                    <a:pt x="659" y="1470"/>
                  </a:cubicBezTo>
                  <a:cubicBezTo>
                    <a:pt x="661" y="1467"/>
                    <a:pt x="676" y="1460"/>
                    <a:pt x="682" y="1450"/>
                  </a:cubicBezTo>
                  <a:cubicBezTo>
                    <a:pt x="687" y="1441"/>
                    <a:pt x="695" y="1440"/>
                    <a:pt x="701" y="1411"/>
                  </a:cubicBezTo>
                  <a:cubicBezTo>
                    <a:pt x="704" y="1397"/>
                    <a:pt x="714" y="1379"/>
                    <a:pt x="715" y="1368"/>
                  </a:cubicBezTo>
                  <a:cubicBezTo>
                    <a:pt x="716" y="1357"/>
                    <a:pt x="718" y="1346"/>
                    <a:pt x="715" y="1328"/>
                  </a:cubicBezTo>
                  <a:close/>
                  <a:moveTo>
                    <a:pt x="455" y="271"/>
                  </a:moveTo>
                  <a:cubicBezTo>
                    <a:pt x="454" y="273"/>
                    <a:pt x="454" y="273"/>
                    <a:pt x="454" y="273"/>
                  </a:cubicBezTo>
                  <a:cubicBezTo>
                    <a:pt x="454" y="272"/>
                    <a:pt x="454" y="272"/>
                    <a:pt x="454" y="271"/>
                  </a:cubicBezTo>
                  <a:cubicBezTo>
                    <a:pt x="455" y="271"/>
                    <a:pt x="455" y="271"/>
                    <a:pt x="455" y="271"/>
                  </a:cubicBezTo>
                  <a:close/>
                </a:path>
              </a:pathLst>
            </a:custGeom>
            <a:noFill/>
            <a:ln w="19050" cmpd="sng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B1DFF5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62482" name="Freeform 214">
              <a:extLst>
                <a:ext uri="{FF2B5EF4-FFF2-40B4-BE49-F238E27FC236}">
                  <a16:creationId xmlns:a16="http://schemas.microsoft.com/office/drawing/2014/main" id="{5A2EC547-77D6-414E-9327-08C7ECF0DCB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105" y="681"/>
              <a:ext cx="658" cy="2296"/>
            </a:xfrm>
            <a:custGeom>
              <a:avLst/>
              <a:gdLst>
                <a:gd name="T0" fmla="*/ 537 w 718"/>
                <a:gd name="T1" fmla="*/ 870 h 2510"/>
                <a:gd name="T2" fmla="*/ 502 w 718"/>
                <a:gd name="T3" fmla="*/ 451 h 2510"/>
                <a:gd name="T4" fmla="*/ 322 w 718"/>
                <a:gd name="T5" fmla="*/ 268 h 2510"/>
                <a:gd name="T6" fmla="*/ 367 w 718"/>
                <a:gd name="T7" fmla="*/ 177 h 2510"/>
                <a:gd name="T8" fmla="*/ 370 w 718"/>
                <a:gd name="T9" fmla="*/ 130 h 2510"/>
                <a:gd name="T10" fmla="*/ 366 w 718"/>
                <a:gd name="T11" fmla="*/ 101 h 2510"/>
                <a:gd name="T12" fmla="*/ 363 w 718"/>
                <a:gd name="T13" fmla="*/ 83 h 2510"/>
                <a:gd name="T14" fmla="*/ 359 w 718"/>
                <a:gd name="T15" fmla="*/ 69 h 2510"/>
                <a:gd name="T16" fmla="*/ 355 w 718"/>
                <a:gd name="T17" fmla="*/ 66 h 2510"/>
                <a:gd name="T18" fmla="*/ 344 w 718"/>
                <a:gd name="T19" fmla="*/ 39 h 2510"/>
                <a:gd name="T20" fmla="*/ 336 w 718"/>
                <a:gd name="T21" fmla="*/ 32 h 2510"/>
                <a:gd name="T22" fmla="*/ 331 w 718"/>
                <a:gd name="T23" fmla="*/ 23 h 2510"/>
                <a:gd name="T24" fmla="*/ 324 w 718"/>
                <a:gd name="T25" fmla="*/ 15 h 2510"/>
                <a:gd name="T26" fmla="*/ 317 w 718"/>
                <a:gd name="T27" fmla="*/ 28 h 2510"/>
                <a:gd name="T28" fmla="*/ 309 w 718"/>
                <a:gd name="T29" fmla="*/ 28 h 2510"/>
                <a:gd name="T30" fmla="*/ 301 w 718"/>
                <a:gd name="T31" fmla="*/ 15 h 2510"/>
                <a:gd name="T32" fmla="*/ 297 w 718"/>
                <a:gd name="T33" fmla="*/ 15 h 2510"/>
                <a:gd name="T34" fmla="*/ 290 w 718"/>
                <a:gd name="T35" fmla="*/ 15 h 2510"/>
                <a:gd name="T36" fmla="*/ 283 w 718"/>
                <a:gd name="T37" fmla="*/ 28 h 2510"/>
                <a:gd name="T38" fmla="*/ 271 w 718"/>
                <a:gd name="T39" fmla="*/ 16 h 2510"/>
                <a:gd name="T40" fmla="*/ 264 w 718"/>
                <a:gd name="T41" fmla="*/ 22 h 2510"/>
                <a:gd name="T42" fmla="*/ 257 w 718"/>
                <a:gd name="T43" fmla="*/ 22 h 2510"/>
                <a:gd name="T44" fmla="*/ 248 w 718"/>
                <a:gd name="T45" fmla="*/ 5 h 2510"/>
                <a:gd name="T46" fmla="*/ 240 w 718"/>
                <a:gd name="T47" fmla="*/ 15 h 2510"/>
                <a:gd name="T48" fmla="*/ 226 w 718"/>
                <a:gd name="T49" fmla="*/ 5 h 2510"/>
                <a:gd name="T50" fmla="*/ 215 w 718"/>
                <a:gd name="T51" fmla="*/ 21 h 2510"/>
                <a:gd name="T52" fmla="*/ 206 w 718"/>
                <a:gd name="T53" fmla="*/ 23 h 2510"/>
                <a:gd name="T54" fmla="*/ 203 w 718"/>
                <a:gd name="T55" fmla="*/ 22 h 2510"/>
                <a:gd name="T56" fmla="*/ 199 w 718"/>
                <a:gd name="T57" fmla="*/ 31 h 2510"/>
                <a:gd name="T58" fmla="*/ 192 w 718"/>
                <a:gd name="T59" fmla="*/ 44 h 2510"/>
                <a:gd name="T60" fmla="*/ 192 w 718"/>
                <a:gd name="T61" fmla="*/ 55 h 2510"/>
                <a:gd name="T62" fmla="*/ 186 w 718"/>
                <a:gd name="T63" fmla="*/ 51 h 2510"/>
                <a:gd name="T64" fmla="*/ 186 w 718"/>
                <a:gd name="T65" fmla="*/ 76 h 2510"/>
                <a:gd name="T66" fmla="*/ 178 w 718"/>
                <a:gd name="T67" fmla="*/ 91 h 2510"/>
                <a:gd name="T68" fmla="*/ 170 w 718"/>
                <a:gd name="T69" fmla="*/ 106 h 2510"/>
                <a:gd name="T70" fmla="*/ 165 w 718"/>
                <a:gd name="T71" fmla="*/ 135 h 2510"/>
                <a:gd name="T72" fmla="*/ 180 w 718"/>
                <a:gd name="T73" fmla="*/ 194 h 2510"/>
                <a:gd name="T74" fmla="*/ 218 w 718"/>
                <a:gd name="T75" fmla="*/ 269 h 2510"/>
                <a:gd name="T76" fmla="*/ 27 w 718"/>
                <a:gd name="T77" fmla="*/ 712 h 2510"/>
                <a:gd name="T78" fmla="*/ 3 w 718"/>
                <a:gd name="T79" fmla="*/ 1043 h 2510"/>
                <a:gd name="T80" fmla="*/ 68 w 718"/>
                <a:gd name="T81" fmla="*/ 1120 h 2510"/>
                <a:gd name="T82" fmla="*/ 84 w 718"/>
                <a:gd name="T83" fmla="*/ 1081 h 2510"/>
                <a:gd name="T84" fmla="*/ 56 w 718"/>
                <a:gd name="T85" fmla="*/ 1033 h 2510"/>
                <a:gd name="T86" fmla="*/ 65 w 718"/>
                <a:gd name="T87" fmla="*/ 928 h 2510"/>
                <a:gd name="T88" fmla="*/ 118 w 718"/>
                <a:gd name="T89" fmla="*/ 596 h 2510"/>
                <a:gd name="T90" fmla="*/ 157 w 718"/>
                <a:gd name="T91" fmla="*/ 1438 h 2510"/>
                <a:gd name="T92" fmla="*/ 159 w 718"/>
                <a:gd name="T93" fmla="*/ 1863 h 2510"/>
                <a:gd name="T94" fmla="*/ 159 w 718"/>
                <a:gd name="T95" fmla="*/ 1906 h 2510"/>
                <a:gd name="T96" fmla="*/ 246 w 718"/>
                <a:gd name="T97" fmla="*/ 1907 h 2510"/>
                <a:gd name="T98" fmla="*/ 251 w 718"/>
                <a:gd name="T99" fmla="*/ 1652 h 2510"/>
                <a:gd name="T100" fmla="*/ 277 w 718"/>
                <a:gd name="T101" fmla="*/ 1084 h 2510"/>
                <a:gd name="T102" fmla="*/ 302 w 718"/>
                <a:gd name="T103" fmla="*/ 1752 h 2510"/>
                <a:gd name="T104" fmla="*/ 320 w 718"/>
                <a:gd name="T105" fmla="*/ 1918 h 2510"/>
                <a:gd name="T106" fmla="*/ 401 w 718"/>
                <a:gd name="T107" fmla="*/ 1900 h 2510"/>
                <a:gd name="T108" fmla="*/ 376 w 718"/>
                <a:gd name="T109" fmla="*/ 1850 h 2510"/>
                <a:gd name="T110" fmla="*/ 401 w 718"/>
                <a:gd name="T111" fmla="*/ 1384 h 2510"/>
                <a:gd name="T112" fmla="*/ 431 w 718"/>
                <a:gd name="T113" fmla="*/ 596 h 2510"/>
                <a:gd name="T114" fmla="*/ 435 w 718"/>
                <a:gd name="T115" fmla="*/ 633 h 2510"/>
                <a:gd name="T116" fmla="*/ 488 w 718"/>
                <a:gd name="T117" fmla="*/ 983 h 2510"/>
                <a:gd name="T118" fmla="*/ 508 w 718"/>
                <a:gd name="T119" fmla="*/ 1024 h 2510"/>
                <a:gd name="T120" fmla="*/ 485 w 718"/>
                <a:gd name="T121" fmla="*/ 1094 h 2510"/>
                <a:gd name="T122" fmla="*/ 489 w 718"/>
                <a:gd name="T123" fmla="*/ 1124 h 2510"/>
                <a:gd name="T124" fmla="*/ 550 w 718"/>
                <a:gd name="T125" fmla="*/ 1016 h 2510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718" h="2510">
                  <a:moveTo>
                    <a:pt x="715" y="1328"/>
                  </a:moveTo>
                  <a:cubicBezTo>
                    <a:pt x="714" y="1318"/>
                    <a:pt x="714" y="1296"/>
                    <a:pt x="714" y="1278"/>
                  </a:cubicBezTo>
                  <a:cubicBezTo>
                    <a:pt x="714" y="1274"/>
                    <a:pt x="715" y="1271"/>
                    <a:pt x="715" y="1271"/>
                  </a:cubicBezTo>
                  <a:cubicBezTo>
                    <a:pt x="715" y="1262"/>
                    <a:pt x="717" y="1259"/>
                    <a:pt x="714" y="1247"/>
                  </a:cubicBezTo>
                  <a:cubicBezTo>
                    <a:pt x="711" y="1235"/>
                    <a:pt x="705" y="1223"/>
                    <a:pt x="705" y="1199"/>
                  </a:cubicBezTo>
                  <a:cubicBezTo>
                    <a:pt x="705" y="1193"/>
                    <a:pt x="701" y="1193"/>
                    <a:pt x="697" y="1137"/>
                  </a:cubicBezTo>
                  <a:cubicBezTo>
                    <a:pt x="695" y="1105"/>
                    <a:pt x="699" y="983"/>
                    <a:pt x="682" y="937"/>
                  </a:cubicBezTo>
                  <a:cubicBezTo>
                    <a:pt x="679" y="922"/>
                    <a:pt x="672" y="902"/>
                    <a:pt x="673" y="869"/>
                  </a:cubicBezTo>
                  <a:cubicBezTo>
                    <a:pt x="672" y="823"/>
                    <a:pt x="662" y="764"/>
                    <a:pt x="652" y="685"/>
                  </a:cubicBezTo>
                  <a:cubicBezTo>
                    <a:pt x="654" y="683"/>
                    <a:pt x="654" y="683"/>
                    <a:pt x="654" y="683"/>
                  </a:cubicBezTo>
                  <a:cubicBezTo>
                    <a:pt x="652" y="668"/>
                    <a:pt x="652" y="655"/>
                    <a:pt x="652" y="643"/>
                  </a:cubicBezTo>
                  <a:cubicBezTo>
                    <a:pt x="654" y="623"/>
                    <a:pt x="655" y="607"/>
                    <a:pt x="652" y="589"/>
                  </a:cubicBezTo>
                  <a:cubicBezTo>
                    <a:pt x="651" y="582"/>
                    <a:pt x="650" y="576"/>
                    <a:pt x="649" y="568"/>
                  </a:cubicBezTo>
                  <a:cubicBezTo>
                    <a:pt x="645" y="550"/>
                    <a:pt x="638" y="535"/>
                    <a:pt x="629" y="523"/>
                  </a:cubicBezTo>
                  <a:cubicBezTo>
                    <a:pt x="610" y="489"/>
                    <a:pt x="588" y="479"/>
                    <a:pt x="565" y="473"/>
                  </a:cubicBezTo>
                  <a:cubicBezTo>
                    <a:pt x="551" y="467"/>
                    <a:pt x="540" y="464"/>
                    <a:pt x="536" y="463"/>
                  </a:cubicBezTo>
                  <a:cubicBezTo>
                    <a:pt x="508" y="455"/>
                    <a:pt x="454" y="436"/>
                    <a:pt x="438" y="426"/>
                  </a:cubicBezTo>
                  <a:cubicBezTo>
                    <a:pt x="415" y="412"/>
                    <a:pt x="414" y="377"/>
                    <a:pt x="418" y="350"/>
                  </a:cubicBezTo>
                  <a:cubicBezTo>
                    <a:pt x="428" y="339"/>
                    <a:pt x="437" y="325"/>
                    <a:pt x="440" y="318"/>
                  </a:cubicBezTo>
                  <a:cubicBezTo>
                    <a:pt x="446" y="307"/>
                    <a:pt x="453" y="285"/>
                    <a:pt x="454" y="273"/>
                  </a:cubicBezTo>
                  <a:cubicBezTo>
                    <a:pt x="455" y="272"/>
                    <a:pt x="455" y="272"/>
                    <a:pt x="455" y="271"/>
                  </a:cubicBezTo>
                  <a:cubicBezTo>
                    <a:pt x="458" y="270"/>
                    <a:pt x="464" y="265"/>
                    <a:pt x="467" y="262"/>
                  </a:cubicBezTo>
                  <a:cubicBezTo>
                    <a:pt x="470" y="258"/>
                    <a:pt x="471" y="253"/>
                    <a:pt x="474" y="249"/>
                  </a:cubicBezTo>
                  <a:cubicBezTo>
                    <a:pt x="477" y="244"/>
                    <a:pt x="476" y="240"/>
                    <a:pt x="478" y="231"/>
                  </a:cubicBezTo>
                  <a:cubicBezTo>
                    <a:pt x="481" y="223"/>
                    <a:pt x="483" y="210"/>
                    <a:pt x="483" y="205"/>
                  </a:cubicBezTo>
                  <a:cubicBezTo>
                    <a:pt x="483" y="200"/>
                    <a:pt x="489" y="186"/>
                    <a:pt x="489" y="179"/>
                  </a:cubicBezTo>
                  <a:cubicBezTo>
                    <a:pt x="489" y="177"/>
                    <a:pt x="489" y="175"/>
                    <a:pt x="488" y="173"/>
                  </a:cubicBezTo>
                  <a:cubicBezTo>
                    <a:pt x="488" y="172"/>
                    <a:pt x="487" y="170"/>
                    <a:pt x="486" y="170"/>
                  </a:cubicBezTo>
                  <a:cubicBezTo>
                    <a:pt x="485" y="169"/>
                    <a:pt x="484" y="169"/>
                    <a:pt x="484" y="169"/>
                  </a:cubicBezTo>
                  <a:cubicBezTo>
                    <a:pt x="483" y="169"/>
                    <a:pt x="482" y="169"/>
                    <a:pt x="481" y="169"/>
                  </a:cubicBezTo>
                  <a:cubicBezTo>
                    <a:pt x="481" y="169"/>
                    <a:pt x="477" y="180"/>
                    <a:pt x="474" y="188"/>
                  </a:cubicBezTo>
                  <a:cubicBezTo>
                    <a:pt x="476" y="182"/>
                    <a:pt x="477" y="176"/>
                    <a:pt x="478" y="170"/>
                  </a:cubicBezTo>
                  <a:cubicBezTo>
                    <a:pt x="479" y="164"/>
                    <a:pt x="481" y="155"/>
                    <a:pt x="479" y="150"/>
                  </a:cubicBezTo>
                  <a:cubicBezTo>
                    <a:pt x="478" y="157"/>
                    <a:pt x="474" y="163"/>
                    <a:pt x="473" y="169"/>
                  </a:cubicBezTo>
                  <a:cubicBezTo>
                    <a:pt x="473" y="169"/>
                    <a:pt x="473" y="168"/>
                    <a:pt x="473" y="167"/>
                  </a:cubicBezTo>
                  <a:cubicBezTo>
                    <a:pt x="476" y="160"/>
                    <a:pt x="476" y="133"/>
                    <a:pt x="475" y="131"/>
                  </a:cubicBezTo>
                  <a:cubicBezTo>
                    <a:pt x="474" y="132"/>
                    <a:pt x="473" y="134"/>
                    <a:pt x="472" y="136"/>
                  </a:cubicBezTo>
                  <a:cubicBezTo>
                    <a:pt x="472" y="131"/>
                    <a:pt x="473" y="126"/>
                    <a:pt x="473" y="121"/>
                  </a:cubicBezTo>
                  <a:cubicBezTo>
                    <a:pt x="472" y="123"/>
                    <a:pt x="472" y="125"/>
                    <a:pt x="471" y="127"/>
                  </a:cubicBezTo>
                  <a:cubicBezTo>
                    <a:pt x="471" y="123"/>
                    <a:pt x="473" y="116"/>
                    <a:pt x="472" y="110"/>
                  </a:cubicBezTo>
                  <a:cubicBezTo>
                    <a:pt x="471" y="113"/>
                    <a:pt x="471" y="116"/>
                    <a:pt x="470" y="119"/>
                  </a:cubicBezTo>
                  <a:cubicBezTo>
                    <a:pt x="471" y="116"/>
                    <a:pt x="471" y="112"/>
                    <a:pt x="471" y="108"/>
                  </a:cubicBezTo>
                  <a:cubicBezTo>
                    <a:pt x="471" y="108"/>
                    <a:pt x="470" y="109"/>
                    <a:pt x="470" y="109"/>
                  </a:cubicBezTo>
                  <a:cubicBezTo>
                    <a:pt x="472" y="103"/>
                    <a:pt x="472" y="95"/>
                    <a:pt x="473" y="90"/>
                  </a:cubicBezTo>
                  <a:cubicBezTo>
                    <a:pt x="472" y="92"/>
                    <a:pt x="466" y="102"/>
                    <a:pt x="466" y="104"/>
                  </a:cubicBezTo>
                  <a:cubicBezTo>
                    <a:pt x="466" y="98"/>
                    <a:pt x="469" y="92"/>
                    <a:pt x="469" y="86"/>
                  </a:cubicBezTo>
                  <a:cubicBezTo>
                    <a:pt x="468" y="92"/>
                    <a:pt x="465" y="98"/>
                    <a:pt x="463" y="104"/>
                  </a:cubicBezTo>
                  <a:cubicBezTo>
                    <a:pt x="463" y="103"/>
                    <a:pt x="466" y="94"/>
                    <a:pt x="467" y="90"/>
                  </a:cubicBezTo>
                  <a:cubicBezTo>
                    <a:pt x="466" y="91"/>
                    <a:pt x="466" y="92"/>
                    <a:pt x="465" y="93"/>
                  </a:cubicBezTo>
                  <a:cubicBezTo>
                    <a:pt x="465" y="92"/>
                    <a:pt x="465" y="91"/>
                    <a:pt x="465" y="89"/>
                  </a:cubicBezTo>
                  <a:cubicBezTo>
                    <a:pt x="462" y="93"/>
                    <a:pt x="459" y="102"/>
                    <a:pt x="459" y="102"/>
                  </a:cubicBezTo>
                  <a:cubicBezTo>
                    <a:pt x="461" y="95"/>
                    <a:pt x="463" y="89"/>
                    <a:pt x="464" y="82"/>
                  </a:cubicBezTo>
                  <a:cubicBezTo>
                    <a:pt x="466" y="79"/>
                    <a:pt x="467" y="76"/>
                    <a:pt x="470" y="74"/>
                  </a:cubicBezTo>
                  <a:cubicBezTo>
                    <a:pt x="465" y="77"/>
                    <a:pt x="462" y="81"/>
                    <a:pt x="460" y="86"/>
                  </a:cubicBezTo>
                  <a:cubicBezTo>
                    <a:pt x="460" y="79"/>
                    <a:pt x="460" y="58"/>
                    <a:pt x="461" y="54"/>
                  </a:cubicBezTo>
                  <a:cubicBezTo>
                    <a:pt x="459" y="58"/>
                    <a:pt x="454" y="67"/>
                    <a:pt x="453" y="67"/>
                  </a:cubicBezTo>
                  <a:cubicBezTo>
                    <a:pt x="453" y="58"/>
                    <a:pt x="453" y="48"/>
                    <a:pt x="456" y="40"/>
                  </a:cubicBezTo>
                  <a:cubicBezTo>
                    <a:pt x="452" y="50"/>
                    <a:pt x="448" y="73"/>
                    <a:pt x="448" y="73"/>
                  </a:cubicBezTo>
                  <a:cubicBezTo>
                    <a:pt x="448" y="61"/>
                    <a:pt x="448" y="49"/>
                    <a:pt x="450" y="37"/>
                  </a:cubicBezTo>
                  <a:cubicBezTo>
                    <a:pt x="448" y="41"/>
                    <a:pt x="447" y="46"/>
                    <a:pt x="446" y="51"/>
                  </a:cubicBezTo>
                  <a:cubicBezTo>
                    <a:pt x="446" y="46"/>
                    <a:pt x="446" y="42"/>
                    <a:pt x="446" y="37"/>
                  </a:cubicBezTo>
                  <a:cubicBezTo>
                    <a:pt x="445" y="40"/>
                    <a:pt x="445" y="43"/>
                    <a:pt x="443" y="45"/>
                  </a:cubicBezTo>
                  <a:cubicBezTo>
                    <a:pt x="444" y="37"/>
                    <a:pt x="444" y="28"/>
                    <a:pt x="443" y="20"/>
                  </a:cubicBezTo>
                  <a:cubicBezTo>
                    <a:pt x="440" y="25"/>
                    <a:pt x="440" y="33"/>
                    <a:pt x="439" y="39"/>
                  </a:cubicBezTo>
                  <a:cubicBezTo>
                    <a:pt x="439" y="40"/>
                    <a:pt x="438" y="42"/>
                    <a:pt x="438" y="44"/>
                  </a:cubicBezTo>
                  <a:cubicBezTo>
                    <a:pt x="438" y="43"/>
                    <a:pt x="438" y="43"/>
                    <a:pt x="438" y="42"/>
                  </a:cubicBezTo>
                  <a:cubicBezTo>
                    <a:pt x="436" y="46"/>
                    <a:pt x="435" y="49"/>
                    <a:pt x="435" y="53"/>
                  </a:cubicBezTo>
                  <a:cubicBezTo>
                    <a:pt x="434" y="54"/>
                    <a:pt x="434" y="54"/>
                    <a:pt x="434" y="55"/>
                  </a:cubicBezTo>
                  <a:cubicBezTo>
                    <a:pt x="435" y="47"/>
                    <a:pt x="436" y="35"/>
                    <a:pt x="434" y="28"/>
                  </a:cubicBezTo>
                  <a:cubicBezTo>
                    <a:pt x="432" y="32"/>
                    <a:pt x="432" y="37"/>
                    <a:pt x="431" y="42"/>
                  </a:cubicBezTo>
                  <a:cubicBezTo>
                    <a:pt x="431" y="39"/>
                    <a:pt x="431" y="37"/>
                    <a:pt x="430" y="34"/>
                  </a:cubicBezTo>
                  <a:cubicBezTo>
                    <a:pt x="430" y="32"/>
                    <a:pt x="430" y="31"/>
                    <a:pt x="430" y="29"/>
                  </a:cubicBezTo>
                  <a:cubicBezTo>
                    <a:pt x="430" y="31"/>
                    <a:pt x="429" y="33"/>
                    <a:pt x="429" y="35"/>
                  </a:cubicBezTo>
                  <a:cubicBezTo>
                    <a:pt x="429" y="36"/>
                    <a:pt x="428" y="37"/>
                    <a:pt x="428" y="38"/>
                  </a:cubicBezTo>
                  <a:cubicBezTo>
                    <a:pt x="428" y="38"/>
                    <a:pt x="428" y="39"/>
                    <a:pt x="428" y="39"/>
                  </a:cubicBezTo>
                  <a:cubicBezTo>
                    <a:pt x="426" y="34"/>
                    <a:pt x="426" y="27"/>
                    <a:pt x="426" y="21"/>
                  </a:cubicBezTo>
                  <a:cubicBezTo>
                    <a:pt x="424" y="23"/>
                    <a:pt x="423" y="26"/>
                    <a:pt x="422" y="30"/>
                  </a:cubicBezTo>
                  <a:cubicBezTo>
                    <a:pt x="421" y="26"/>
                    <a:pt x="421" y="23"/>
                    <a:pt x="421" y="19"/>
                  </a:cubicBezTo>
                  <a:cubicBezTo>
                    <a:pt x="420" y="23"/>
                    <a:pt x="419" y="27"/>
                    <a:pt x="419" y="31"/>
                  </a:cubicBezTo>
                  <a:cubicBezTo>
                    <a:pt x="418" y="29"/>
                    <a:pt x="418" y="27"/>
                    <a:pt x="417" y="26"/>
                  </a:cubicBezTo>
                  <a:cubicBezTo>
                    <a:pt x="417" y="23"/>
                    <a:pt x="417" y="20"/>
                    <a:pt x="417" y="17"/>
                  </a:cubicBezTo>
                  <a:cubicBezTo>
                    <a:pt x="412" y="22"/>
                    <a:pt x="415" y="35"/>
                    <a:pt x="413" y="42"/>
                  </a:cubicBezTo>
                  <a:cubicBezTo>
                    <a:pt x="413" y="42"/>
                    <a:pt x="413" y="42"/>
                    <a:pt x="413" y="42"/>
                  </a:cubicBezTo>
                  <a:cubicBezTo>
                    <a:pt x="412" y="41"/>
                    <a:pt x="412" y="39"/>
                    <a:pt x="412" y="37"/>
                  </a:cubicBezTo>
                  <a:cubicBezTo>
                    <a:pt x="412" y="32"/>
                    <a:pt x="414" y="26"/>
                    <a:pt x="413" y="21"/>
                  </a:cubicBezTo>
                  <a:cubicBezTo>
                    <a:pt x="412" y="23"/>
                    <a:pt x="410" y="28"/>
                    <a:pt x="410" y="29"/>
                  </a:cubicBezTo>
                  <a:cubicBezTo>
                    <a:pt x="409" y="27"/>
                    <a:pt x="409" y="25"/>
                    <a:pt x="409" y="23"/>
                  </a:cubicBezTo>
                  <a:cubicBezTo>
                    <a:pt x="409" y="25"/>
                    <a:pt x="409" y="27"/>
                    <a:pt x="409" y="29"/>
                  </a:cubicBezTo>
                  <a:cubicBezTo>
                    <a:pt x="407" y="26"/>
                    <a:pt x="409" y="22"/>
                    <a:pt x="406" y="19"/>
                  </a:cubicBezTo>
                  <a:cubicBezTo>
                    <a:pt x="403" y="23"/>
                    <a:pt x="402" y="36"/>
                    <a:pt x="402" y="37"/>
                  </a:cubicBezTo>
                  <a:cubicBezTo>
                    <a:pt x="400" y="31"/>
                    <a:pt x="400" y="21"/>
                    <a:pt x="401" y="14"/>
                  </a:cubicBezTo>
                  <a:cubicBezTo>
                    <a:pt x="400" y="20"/>
                    <a:pt x="398" y="26"/>
                    <a:pt x="397" y="32"/>
                  </a:cubicBezTo>
                  <a:cubicBezTo>
                    <a:pt x="397" y="27"/>
                    <a:pt x="397" y="21"/>
                    <a:pt x="397" y="16"/>
                  </a:cubicBezTo>
                  <a:cubicBezTo>
                    <a:pt x="396" y="19"/>
                    <a:pt x="396" y="23"/>
                    <a:pt x="395" y="26"/>
                  </a:cubicBezTo>
                  <a:cubicBezTo>
                    <a:pt x="394" y="29"/>
                    <a:pt x="393" y="32"/>
                    <a:pt x="394" y="36"/>
                  </a:cubicBezTo>
                  <a:cubicBezTo>
                    <a:pt x="393" y="33"/>
                    <a:pt x="392" y="22"/>
                    <a:pt x="391" y="20"/>
                  </a:cubicBezTo>
                  <a:cubicBezTo>
                    <a:pt x="391" y="23"/>
                    <a:pt x="390" y="26"/>
                    <a:pt x="390" y="27"/>
                  </a:cubicBezTo>
                  <a:cubicBezTo>
                    <a:pt x="389" y="31"/>
                    <a:pt x="388" y="34"/>
                    <a:pt x="387" y="38"/>
                  </a:cubicBezTo>
                  <a:cubicBezTo>
                    <a:pt x="388" y="34"/>
                    <a:pt x="388" y="31"/>
                    <a:pt x="388" y="27"/>
                  </a:cubicBezTo>
                  <a:cubicBezTo>
                    <a:pt x="388" y="21"/>
                    <a:pt x="388" y="14"/>
                    <a:pt x="388" y="8"/>
                  </a:cubicBezTo>
                  <a:cubicBezTo>
                    <a:pt x="388" y="12"/>
                    <a:pt x="388" y="17"/>
                    <a:pt x="387" y="22"/>
                  </a:cubicBezTo>
                  <a:cubicBezTo>
                    <a:pt x="387" y="21"/>
                    <a:pt x="387" y="21"/>
                    <a:pt x="386" y="20"/>
                  </a:cubicBezTo>
                  <a:cubicBezTo>
                    <a:pt x="385" y="24"/>
                    <a:pt x="382" y="34"/>
                    <a:pt x="381" y="34"/>
                  </a:cubicBezTo>
                  <a:cubicBezTo>
                    <a:pt x="382" y="25"/>
                    <a:pt x="384" y="15"/>
                    <a:pt x="382" y="6"/>
                  </a:cubicBezTo>
                  <a:cubicBezTo>
                    <a:pt x="382" y="9"/>
                    <a:pt x="381" y="12"/>
                    <a:pt x="381" y="15"/>
                  </a:cubicBezTo>
                  <a:cubicBezTo>
                    <a:pt x="381" y="13"/>
                    <a:pt x="381" y="12"/>
                    <a:pt x="380" y="10"/>
                  </a:cubicBezTo>
                  <a:cubicBezTo>
                    <a:pt x="380" y="14"/>
                    <a:pt x="378" y="30"/>
                    <a:pt x="376" y="35"/>
                  </a:cubicBezTo>
                  <a:cubicBezTo>
                    <a:pt x="376" y="30"/>
                    <a:pt x="377" y="24"/>
                    <a:pt x="377" y="19"/>
                  </a:cubicBezTo>
                  <a:cubicBezTo>
                    <a:pt x="377" y="15"/>
                    <a:pt x="377" y="11"/>
                    <a:pt x="376" y="8"/>
                  </a:cubicBezTo>
                  <a:cubicBezTo>
                    <a:pt x="376" y="9"/>
                    <a:pt x="376" y="10"/>
                    <a:pt x="376" y="11"/>
                  </a:cubicBezTo>
                  <a:cubicBezTo>
                    <a:pt x="375" y="11"/>
                    <a:pt x="375" y="10"/>
                    <a:pt x="375" y="9"/>
                  </a:cubicBezTo>
                  <a:cubicBezTo>
                    <a:pt x="374" y="12"/>
                    <a:pt x="374" y="15"/>
                    <a:pt x="373" y="18"/>
                  </a:cubicBezTo>
                  <a:cubicBezTo>
                    <a:pt x="373" y="16"/>
                    <a:pt x="373" y="13"/>
                    <a:pt x="373" y="10"/>
                  </a:cubicBezTo>
                  <a:cubicBezTo>
                    <a:pt x="372" y="16"/>
                    <a:pt x="369" y="34"/>
                    <a:pt x="368" y="37"/>
                  </a:cubicBezTo>
                  <a:cubicBezTo>
                    <a:pt x="367" y="27"/>
                    <a:pt x="371" y="16"/>
                    <a:pt x="368" y="6"/>
                  </a:cubicBezTo>
                  <a:cubicBezTo>
                    <a:pt x="366" y="10"/>
                    <a:pt x="365" y="29"/>
                    <a:pt x="364" y="33"/>
                  </a:cubicBezTo>
                  <a:cubicBezTo>
                    <a:pt x="364" y="28"/>
                    <a:pt x="362" y="11"/>
                    <a:pt x="361" y="9"/>
                  </a:cubicBezTo>
                  <a:cubicBezTo>
                    <a:pt x="360" y="12"/>
                    <a:pt x="360" y="16"/>
                    <a:pt x="359" y="19"/>
                  </a:cubicBezTo>
                  <a:cubicBezTo>
                    <a:pt x="356" y="13"/>
                    <a:pt x="358" y="6"/>
                    <a:pt x="357" y="0"/>
                  </a:cubicBezTo>
                  <a:cubicBezTo>
                    <a:pt x="355" y="6"/>
                    <a:pt x="356" y="17"/>
                    <a:pt x="352" y="22"/>
                  </a:cubicBezTo>
                  <a:cubicBezTo>
                    <a:pt x="350" y="17"/>
                    <a:pt x="351" y="11"/>
                    <a:pt x="350" y="6"/>
                  </a:cubicBezTo>
                  <a:cubicBezTo>
                    <a:pt x="349" y="12"/>
                    <a:pt x="349" y="17"/>
                    <a:pt x="348" y="23"/>
                  </a:cubicBezTo>
                  <a:cubicBezTo>
                    <a:pt x="347" y="16"/>
                    <a:pt x="348" y="9"/>
                    <a:pt x="346" y="3"/>
                  </a:cubicBezTo>
                  <a:cubicBezTo>
                    <a:pt x="347" y="9"/>
                    <a:pt x="346" y="15"/>
                    <a:pt x="345" y="21"/>
                  </a:cubicBezTo>
                  <a:cubicBezTo>
                    <a:pt x="345" y="20"/>
                    <a:pt x="345" y="18"/>
                    <a:pt x="345" y="16"/>
                  </a:cubicBezTo>
                  <a:cubicBezTo>
                    <a:pt x="344" y="19"/>
                    <a:pt x="345" y="25"/>
                    <a:pt x="343" y="28"/>
                  </a:cubicBezTo>
                  <a:cubicBezTo>
                    <a:pt x="343" y="27"/>
                    <a:pt x="341" y="6"/>
                    <a:pt x="341" y="2"/>
                  </a:cubicBezTo>
                  <a:cubicBezTo>
                    <a:pt x="340" y="5"/>
                    <a:pt x="339" y="21"/>
                    <a:pt x="339" y="28"/>
                  </a:cubicBezTo>
                  <a:cubicBezTo>
                    <a:pt x="339" y="28"/>
                    <a:pt x="339" y="28"/>
                    <a:pt x="339" y="28"/>
                  </a:cubicBezTo>
                  <a:cubicBezTo>
                    <a:pt x="338" y="25"/>
                    <a:pt x="337" y="24"/>
                    <a:pt x="336" y="30"/>
                  </a:cubicBezTo>
                  <a:cubicBezTo>
                    <a:pt x="336" y="27"/>
                    <a:pt x="335" y="25"/>
                    <a:pt x="334" y="23"/>
                  </a:cubicBezTo>
                  <a:cubicBezTo>
                    <a:pt x="333" y="25"/>
                    <a:pt x="333" y="26"/>
                    <a:pt x="333" y="28"/>
                  </a:cubicBezTo>
                  <a:cubicBezTo>
                    <a:pt x="332" y="27"/>
                    <a:pt x="332" y="26"/>
                    <a:pt x="331" y="25"/>
                  </a:cubicBezTo>
                  <a:cubicBezTo>
                    <a:pt x="331" y="20"/>
                    <a:pt x="330" y="15"/>
                    <a:pt x="330" y="11"/>
                  </a:cubicBezTo>
                  <a:cubicBezTo>
                    <a:pt x="331" y="14"/>
                    <a:pt x="330" y="17"/>
                    <a:pt x="330" y="20"/>
                  </a:cubicBezTo>
                  <a:cubicBezTo>
                    <a:pt x="328" y="15"/>
                    <a:pt x="329" y="9"/>
                    <a:pt x="327" y="3"/>
                  </a:cubicBezTo>
                  <a:cubicBezTo>
                    <a:pt x="325" y="8"/>
                    <a:pt x="325" y="15"/>
                    <a:pt x="325" y="20"/>
                  </a:cubicBezTo>
                  <a:cubicBezTo>
                    <a:pt x="325" y="19"/>
                    <a:pt x="323" y="9"/>
                    <a:pt x="323" y="5"/>
                  </a:cubicBezTo>
                  <a:cubicBezTo>
                    <a:pt x="322" y="13"/>
                    <a:pt x="321" y="29"/>
                    <a:pt x="321" y="30"/>
                  </a:cubicBezTo>
                  <a:cubicBezTo>
                    <a:pt x="321" y="30"/>
                    <a:pt x="320" y="19"/>
                    <a:pt x="320" y="16"/>
                  </a:cubicBezTo>
                  <a:cubicBezTo>
                    <a:pt x="320" y="16"/>
                    <a:pt x="319" y="17"/>
                    <a:pt x="319" y="18"/>
                  </a:cubicBezTo>
                  <a:cubicBezTo>
                    <a:pt x="318" y="12"/>
                    <a:pt x="317" y="6"/>
                    <a:pt x="315" y="0"/>
                  </a:cubicBezTo>
                  <a:cubicBezTo>
                    <a:pt x="316" y="9"/>
                    <a:pt x="317" y="19"/>
                    <a:pt x="317" y="28"/>
                  </a:cubicBezTo>
                  <a:cubicBezTo>
                    <a:pt x="316" y="30"/>
                    <a:pt x="314" y="24"/>
                    <a:pt x="312" y="19"/>
                  </a:cubicBezTo>
                  <a:cubicBezTo>
                    <a:pt x="310" y="27"/>
                    <a:pt x="312" y="35"/>
                    <a:pt x="312" y="43"/>
                  </a:cubicBezTo>
                  <a:cubicBezTo>
                    <a:pt x="312" y="43"/>
                    <a:pt x="312" y="43"/>
                    <a:pt x="312" y="43"/>
                  </a:cubicBezTo>
                  <a:cubicBezTo>
                    <a:pt x="309" y="34"/>
                    <a:pt x="307" y="24"/>
                    <a:pt x="305" y="15"/>
                  </a:cubicBezTo>
                  <a:cubicBezTo>
                    <a:pt x="306" y="20"/>
                    <a:pt x="307" y="26"/>
                    <a:pt x="307" y="32"/>
                  </a:cubicBezTo>
                  <a:cubicBezTo>
                    <a:pt x="307" y="31"/>
                    <a:pt x="302" y="20"/>
                    <a:pt x="299" y="15"/>
                  </a:cubicBezTo>
                  <a:cubicBezTo>
                    <a:pt x="298" y="12"/>
                    <a:pt x="296" y="10"/>
                    <a:pt x="295" y="7"/>
                  </a:cubicBezTo>
                  <a:cubicBezTo>
                    <a:pt x="297" y="14"/>
                    <a:pt x="298" y="22"/>
                    <a:pt x="300" y="29"/>
                  </a:cubicBezTo>
                  <a:cubicBezTo>
                    <a:pt x="302" y="34"/>
                    <a:pt x="302" y="39"/>
                    <a:pt x="303" y="44"/>
                  </a:cubicBezTo>
                  <a:cubicBezTo>
                    <a:pt x="299" y="33"/>
                    <a:pt x="290" y="19"/>
                    <a:pt x="290" y="8"/>
                  </a:cubicBezTo>
                  <a:cubicBezTo>
                    <a:pt x="289" y="13"/>
                    <a:pt x="286" y="38"/>
                    <a:pt x="285" y="38"/>
                  </a:cubicBezTo>
                  <a:cubicBezTo>
                    <a:pt x="281" y="33"/>
                    <a:pt x="282" y="26"/>
                    <a:pt x="280" y="20"/>
                  </a:cubicBezTo>
                  <a:cubicBezTo>
                    <a:pt x="279" y="23"/>
                    <a:pt x="279" y="25"/>
                    <a:pt x="279" y="27"/>
                  </a:cubicBezTo>
                  <a:cubicBezTo>
                    <a:pt x="278" y="25"/>
                    <a:pt x="277" y="23"/>
                    <a:pt x="275" y="22"/>
                  </a:cubicBezTo>
                  <a:cubicBezTo>
                    <a:pt x="276" y="25"/>
                    <a:pt x="277" y="30"/>
                    <a:pt x="278" y="35"/>
                  </a:cubicBezTo>
                  <a:cubicBezTo>
                    <a:pt x="278" y="40"/>
                    <a:pt x="278" y="45"/>
                    <a:pt x="277" y="49"/>
                  </a:cubicBezTo>
                  <a:cubicBezTo>
                    <a:pt x="276" y="48"/>
                    <a:pt x="275" y="43"/>
                    <a:pt x="273" y="40"/>
                  </a:cubicBezTo>
                  <a:cubicBezTo>
                    <a:pt x="272" y="41"/>
                    <a:pt x="272" y="43"/>
                    <a:pt x="272" y="44"/>
                  </a:cubicBezTo>
                  <a:cubicBezTo>
                    <a:pt x="271" y="39"/>
                    <a:pt x="270" y="34"/>
                    <a:pt x="268" y="29"/>
                  </a:cubicBezTo>
                  <a:cubicBezTo>
                    <a:pt x="268" y="36"/>
                    <a:pt x="271" y="44"/>
                    <a:pt x="271" y="52"/>
                  </a:cubicBezTo>
                  <a:cubicBezTo>
                    <a:pt x="271" y="51"/>
                    <a:pt x="270" y="50"/>
                    <a:pt x="270" y="49"/>
                  </a:cubicBezTo>
                  <a:cubicBezTo>
                    <a:pt x="269" y="44"/>
                    <a:pt x="267" y="38"/>
                    <a:pt x="265" y="33"/>
                  </a:cubicBezTo>
                  <a:cubicBezTo>
                    <a:pt x="264" y="31"/>
                    <a:pt x="264" y="30"/>
                    <a:pt x="263" y="28"/>
                  </a:cubicBezTo>
                  <a:cubicBezTo>
                    <a:pt x="263" y="29"/>
                    <a:pt x="263" y="29"/>
                    <a:pt x="264" y="30"/>
                  </a:cubicBezTo>
                  <a:cubicBezTo>
                    <a:pt x="263" y="29"/>
                    <a:pt x="263" y="28"/>
                    <a:pt x="263" y="28"/>
                  </a:cubicBezTo>
                  <a:cubicBezTo>
                    <a:pt x="263" y="31"/>
                    <a:pt x="263" y="35"/>
                    <a:pt x="263" y="39"/>
                  </a:cubicBezTo>
                  <a:cubicBezTo>
                    <a:pt x="262" y="37"/>
                    <a:pt x="261" y="34"/>
                    <a:pt x="260" y="32"/>
                  </a:cubicBezTo>
                  <a:cubicBezTo>
                    <a:pt x="261" y="37"/>
                    <a:pt x="263" y="42"/>
                    <a:pt x="263" y="48"/>
                  </a:cubicBezTo>
                  <a:cubicBezTo>
                    <a:pt x="263" y="51"/>
                    <a:pt x="263" y="53"/>
                    <a:pt x="263" y="56"/>
                  </a:cubicBezTo>
                  <a:cubicBezTo>
                    <a:pt x="263" y="57"/>
                    <a:pt x="263" y="57"/>
                    <a:pt x="263" y="58"/>
                  </a:cubicBezTo>
                  <a:cubicBezTo>
                    <a:pt x="259" y="55"/>
                    <a:pt x="259" y="45"/>
                    <a:pt x="259" y="40"/>
                  </a:cubicBezTo>
                  <a:cubicBezTo>
                    <a:pt x="258" y="41"/>
                    <a:pt x="257" y="52"/>
                    <a:pt x="258" y="56"/>
                  </a:cubicBezTo>
                  <a:cubicBezTo>
                    <a:pt x="255" y="50"/>
                    <a:pt x="250" y="38"/>
                    <a:pt x="248" y="35"/>
                  </a:cubicBezTo>
                  <a:cubicBezTo>
                    <a:pt x="249" y="39"/>
                    <a:pt x="250" y="42"/>
                    <a:pt x="251" y="46"/>
                  </a:cubicBezTo>
                  <a:cubicBezTo>
                    <a:pt x="247" y="39"/>
                    <a:pt x="242" y="32"/>
                    <a:pt x="239" y="27"/>
                  </a:cubicBezTo>
                  <a:cubicBezTo>
                    <a:pt x="244" y="37"/>
                    <a:pt x="250" y="50"/>
                    <a:pt x="253" y="63"/>
                  </a:cubicBezTo>
                  <a:cubicBezTo>
                    <a:pt x="252" y="61"/>
                    <a:pt x="251" y="59"/>
                    <a:pt x="250" y="57"/>
                  </a:cubicBezTo>
                  <a:cubicBezTo>
                    <a:pt x="250" y="60"/>
                    <a:pt x="251" y="63"/>
                    <a:pt x="252" y="66"/>
                  </a:cubicBezTo>
                  <a:cubicBezTo>
                    <a:pt x="251" y="65"/>
                    <a:pt x="250" y="63"/>
                    <a:pt x="249" y="62"/>
                  </a:cubicBezTo>
                  <a:cubicBezTo>
                    <a:pt x="250" y="63"/>
                    <a:pt x="250" y="65"/>
                    <a:pt x="250" y="67"/>
                  </a:cubicBezTo>
                  <a:cubicBezTo>
                    <a:pt x="249" y="63"/>
                    <a:pt x="246" y="59"/>
                    <a:pt x="244" y="56"/>
                  </a:cubicBezTo>
                  <a:cubicBezTo>
                    <a:pt x="245" y="60"/>
                    <a:pt x="248" y="64"/>
                    <a:pt x="249" y="68"/>
                  </a:cubicBezTo>
                  <a:cubicBezTo>
                    <a:pt x="249" y="69"/>
                    <a:pt x="249" y="70"/>
                    <a:pt x="249" y="72"/>
                  </a:cubicBezTo>
                  <a:cubicBezTo>
                    <a:pt x="248" y="67"/>
                    <a:pt x="246" y="63"/>
                    <a:pt x="243" y="59"/>
                  </a:cubicBezTo>
                  <a:cubicBezTo>
                    <a:pt x="243" y="62"/>
                    <a:pt x="244" y="65"/>
                    <a:pt x="244" y="68"/>
                  </a:cubicBezTo>
                  <a:cubicBezTo>
                    <a:pt x="244" y="68"/>
                    <a:pt x="243" y="67"/>
                    <a:pt x="242" y="66"/>
                  </a:cubicBezTo>
                  <a:cubicBezTo>
                    <a:pt x="243" y="69"/>
                    <a:pt x="247" y="76"/>
                    <a:pt x="247" y="77"/>
                  </a:cubicBezTo>
                  <a:cubicBezTo>
                    <a:pt x="247" y="78"/>
                    <a:pt x="247" y="79"/>
                    <a:pt x="247" y="80"/>
                  </a:cubicBezTo>
                  <a:cubicBezTo>
                    <a:pt x="245" y="75"/>
                    <a:pt x="243" y="71"/>
                    <a:pt x="241" y="67"/>
                  </a:cubicBezTo>
                  <a:cubicBezTo>
                    <a:pt x="242" y="70"/>
                    <a:pt x="243" y="73"/>
                    <a:pt x="244" y="77"/>
                  </a:cubicBezTo>
                  <a:cubicBezTo>
                    <a:pt x="243" y="76"/>
                    <a:pt x="241" y="74"/>
                    <a:pt x="240" y="71"/>
                  </a:cubicBezTo>
                  <a:cubicBezTo>
                    <a:pt x="242" y="75"/>
                    <a:pt x="245" y="88"/>
                    <a:pt x="245" y="90"/>
                  </a:cubicBezTo>
                  <a:cubicBezTo>
                    <a:pt x="244" y="90"/>
                    <a:pt x="240" y="81"/>
                    <a:pt x="239" y="76"/>
                  </a:cubicBezTo>
                  <a:cubicBezTo>
                    <a:pt x="240" y="84"/>
                    <a:pt x="241" y="91"/>
                    <a:pt x="241" y="98"/>
                  </a:cubicBezTo>
                  <a:cubicBezTo>
                    <a:pt x="241" y="98"/>
                    <a:pt x="241" y="98"/>
                    <a:pt x="241" y="99"/>
                  </a:cubicBezTo>
                  <a:cubicBezTo>
                    <a:pt x="240" y="89"/>
                    <a:pt x="236" y="84"/>
                    <a:pt x="231" y="77"/>
                  </a:cubicBezTo>
                  <a:cubicBezTo>
                    <a:pt x="234" y="86"/>
                    <a:pt x="236" y="93"/>
                    <a:pt x="237" y="102"/>
                  </a:cubicBezTo>
                  <a:cubicBezTo>
                    <a:pt x="235" y="99"/>
                    <a:pt x="234" y="97"/>
                    <a:pt x="234" y="94"/>
                  </a:cubicBezTo>
                  <a:cubicBezTo>
                    <a:pt x="234" y="98"/>
                    <a:pt x="235" y="102"/>
                    <a:pt x="234" y="106"/>
                  </a:cubicBezTo>
                  <a:cubicBezTo>
                    <a:pt x="233" y="104"/>
                    <a:pt x="232" y="101"/>
                    <a:pt x="232" y="99"/>
                  </a:cubicBezTo>
                  <a:cubicBezTo>
                    <a:pt x="232" y="105"/>
                    <a:pt x="231" y="112"/>
                    <a:pt x="231" y="118"/>
                  </a:cubicBezTo>
                  <a:cubicBezTo>
                    <a:pt x="230" y="114"/>
                    <a:pt x="230" y="111"/>
                    <a:pt x="229" y="108"/>
                  </a:cubicBezTo>
                  <a:cubicBezTo>
                    <a:pt x="230" y="114"/>
                    <a:pt x="228" y="131"/>
                    <a:pt x="227" y="132"/>
                  </a:cubicBezTo>
                  <a:cubicBezTo>
                    <a:pt x="227" y="130"/>
                    <a:pt x="227" y="128"/>
                    <a:pt x="227" y="126"/>
                  </a:cubicBezTo>
                  <a:cubicBezTo>
                    <a:pt x="224" y="133"/>
                    <a:pt x="224" y="141"/>
                    <a:pt x="224" y="150"/>
                  </a:cubicBezTo>
                  <a:cubicBezTo>
                    <a:pt x="224" y="150"/>
                    <a:pt x="224" y="151"/>
                    <a:pt x="224" y="152"/>
                  </a:cubicBezTo>
                  <a:cubicBezTo>
                    <a:pt x="223" y="147"/>
                    <a:pt x="223" y="143"/>
                    <a:pt x="222" y="139"/>
                  </a:cubicBezTo>
                  <a:cubicBezTo>
                    <a:pt x="221" y="143"/>
                    <a:pt x="222" y="149"/>
                    <a:pt x="222" y="153"/>
                  </a:cubicBezTo>
                  <a:cubicBezTo>
                    <a:pt x="223" y="159"/>
                    <a:pt x="223" y="165"/>
                    <a:pt x="225" y="171"/>
                  </a:cubicBezTo>
                  <a:cubicBezTo>
                    <a:pt x="225" y="170"/>
                    <a:pt x="225" y="170"/>
                    <a:pt x="224" y="170"/>
                  </a:cubicBezTo>
                  <a:cubicBezTo>
                    <a:pt x="222" y="164"/>
                    <a:pt x="220" y="157"/>
                    <a:pt x="218" y="152"/>
                  </a:cubicBezTo>
                  <a:cubicBezTo>
                    <a:pt x="219" y="157"/>
                    <a:pt x="220" y="162"/>
                    <a:pt x="221" y="167"/>
                  </a:cubicBezTo>
                  <a:cubicBezTo>
                    <a:pt x="218" y="166"/>
                    <a:pt x="214" y="171"/>
                    <a:pt x="214" y="177"/>
                  </a:cubicBezTo>
                  <a:cubicBezTo>
                    <a:pt x="214" y="184"/>
                    <a:pt x="220" y="198"/>
                    <a:pt x="220" y="203"/>
                  </a:cubicBezTo>
                  <a:cubicBezTo>
                    <a:pt x="220" y="208"/>
                    <a:pt x="222" y="221"/>
                    <a:pt x="225" y="230"/>
                  </a:cubicBezTo>
                  <a:cubicBezTo>
                    <a:pt x="227" y="237"/>
                    <a:pt x="226" y="241"/>
                    <a:pt x="228" y="245"/>
                  </a:cubicBezTo>
                  <a:cubicBezTo>
                    <a:pt x="229" y="246"/>
                    <a:pt x="229" y="246"/>
                    <a:pt x="229" y="247"/>
                  </a:cubicBezTo>
                  <a:cubicBezTo>
                    <a:pt x="230" y="248"/>
                    <a:pt x="231" y="250"/>
                    <a:pt x="231" y="251"/>
                  </a:cubicBezTo>
                  <a:cubicBezTo>
                    <a:pt x="232" y="252"/>
                    <a:pt x="232" y="253"/>
                    <a:pt x="233" y="254"/>
                  </a:cubicBezTo>
                  <a:cubicBezTo>
                    <a:pt x="234" y="256"/>
                    <a:pt x="235" y="258"/>
                    <a:pt x="236" y="260"/>
                  </a:cubicBezTo>
                  <a:cubicBezTo>
                    <a:pt x="239" y="264"/>
                    <a:pt x="245" y="269"/>
                    <a:pt x="248" y="270"/>
                  </a:cubicBezTo>
                  <a:cubicBezTo>
                    <a:pt x="249" y="281"/>
                    <a:pt x="255" y="304"/>
                    <a:pt x="261" y="314"/>
                  </a:cubicBezTo>
                  <a:cubicBezTo>
                    <a:pt x="261" y="315"/>
                    <a:pt x="262" y="317"/>
                    <a:pt x="263" y="318"/>
                  </a:cubicBezTo>
                  <a:cubicBezTo>
                    <a:pt x="263" y="318"/>
                    <a:pt x="263" y="319"/>
                    <a:pt x="263" y="320"/>
                  </a:cubicBezTo>
                  <a:cubicBezTo>
                    <a:pt x="268" y="328"/>
                    <a:pt x="276" y="340"/>
                    <a:pt x="284" y="351"/>
                  </a:cubicBezTo>
                  <a:cubicBezTo>
                    <a:pt x="290" y="379"/>
                    <a:pt x="289" y="413"/>
                    <a:pt x="256" y="434"/>
                  </a:cubicBezTo>
                  <a:cubicBezTo>
                    <a:pt x="242" y="440"/>
                    <a:pt x="214" y="453"/>
                    <a:pt x="180" y="461"/>
                  </a:cubicBezTo>
                  <a:cubicBezTo>
                    <a:pt x="147" y="469"/>
                    <a:pt x="93" y="485"/>
                    <a:pt x="71" y="562"/>
                  </a:cubicBezTo>
                  <a:cubicBezTo>
                    <a:pt x="62" y="596"/>
                    <a:pt x="64" y="618"/>
                    <a:pt x="69" y="658"/>
                  </a:cubicBezTo>
                  <a:cubicBezTo>
                    <a:pt x="57" y="746"/>
                    <a:pt x="47" y="812"/>
                    <a:pt x="46" y="862"/>
                  </a:cubicBezTo>
                  <a:cubicBezTo>
                    <a:pt x="46" y="894"/>
                    <a:pt x="39" y="915"/>
                    <a:pt x="36" y="929"/>
                  </a:cubicBezTo>
                  <a:cubicBezTo>
                    <a:pt x="19" y="976"/>
                    <a:pt x="23" y="1098"/>
                    <a:pt x="21" y="1130"/>
                  </a:cubicBezTo>
                  <a:cubicBezTo>
                    <a:pt x="17" y="1185"/>
                    <a:pt x="13" y="1185"/>
                    <a:pt x="13" y="1191"/>
                  </a:cubicBezTo>
                  <a:cubicBezTo>
                    <a:pt x="13" y="1216"/>
                    <a:pt x="8" y="1227"/>
                    <a:pt x="4" y="1239"/>
                  </a:cubicBezTo>
                  <a:cubicBezTo>
                    <a:pt x="4" y="1241"/>
                    <a:pt x="3" y="1243"/>
                    <a:pt x="3" y="1245"/>
                  </a:cubicBezTo>
                  <a:cubicBezTo>
                    <a:pt x="3" y="1245"/>
                    <a:pt x="5" y="1303"/>
                    <a:pt x="3" y="1321"/>
                  </a:cubicBezTo>
                  <a:cubicBezTo>
                    <a:pt x="0" y="1339"/>
                    <a:pt x="2" y="1350"/>
                    <a:pt x="3" y="1362"/>
                  </a:cubicBezTo>
                  <a:cubicBezTo>
                    <a:pt x="4" y="1373"/>
                    <a:pt x="14" y="1390"/>
                    <a:pt x="17" y="1404"/>
                  </a:cubicBezTo>
                  <a:cubicBezTo>
                    <a:pt x="23" y="1434"/>
                    <a:pt x="31" y="1434"/>
                    <a:pt x="36" y="1444"/>
                  </a:cubicBezTo>
                  <a:cubicBezTo>
                    <a:pt x="42" y="1454"/>
                    <a:pt x="57" y="1461"/>
                    <a:pt x="59" y="1464"/>
                  </a:cubicBezTo>
                  <a:cubicBezTo>
                    <a:pt x="61" y="1467"/>
                    <a:pt x="69" y="1474"/>
                    <a:pt x="76" y="1473"/>
                  </a:cubicBezTo>
                  <a:cubicBezTo>
                    <a:pt x="83" y="1471"/>
                    <a:pt x="82" y="1462"/>
                    <a:pt x="82" y="1462"/>
                  </a:cubicBezTo>
                  <a:cubicBezTo>
                    <a:pt x="82" y="1462"/>
                    <a:pt x="85" y="1463"/>
                    <a:pt x="88" y="1463"/>
                  </a:cubicBezTo>
                  <a:cubicBezTo>
                    <a:pt x="91" y="1463"/>
                    <a:pt x="103" y="1464"/>
                    <a:pt x="106" y="1461"/>
                  </a:cubicBezTo>
                  <a:cubicBezTo>
                    <a:pt x="114" y="1453"/>
                    <a:pt x="103" y="1444"/>
                    <a:pt x="103" y="1444"/>
                  </a:cubicBezTo>
                  <a:cubicBezTo>
                    <a:pt x="111" y="1443"/>
                    <a:pt x="111" y="1443"/>
                    <a:pt x="111" y="1443"/>
                  </a:cubicBezTo>
                  <a:cubicBezTo>
                    <a:pt x="120" y="1437"/>
                    <a:pt x="109" y="1426"/>
                    <a:pt x="109" y="1426"/>
                  </a:cubicBezTo>
                  <a:cubicBezTo>
                    <a:pt x="109" y="1423"/>
                    <a:pt x="88" y="1425"/>
                    <a:pt x="88" y="1422"/>
                  </a:cubicBezTo>
                  <a:cubicBezTo>
                    <a:pt x="88" y="1420"/>
                    <a:pt x="110" y="1413"/>
                    <a:pt x="109" y="1412"/>
                  </a:cubicBezTo>
                  <a:cubicBezTo>
                    <a:pt x="108" y="1385"/>
                    <a:pt x="86" y="1409"/>
                    <a:pt x="83" y="1405"/>
                  </a:cubicBezTo>
                  <a:cubicBezTo>
                    <a:pt x="76" y="1394"/>
                    <a:pt x="70" y="1405"/>
                    <a:pt x="68" y="1393"/>
                  </a:cubicBezTo>
                  <a:cubicBezTo>
                    <a:pt x="67" y="1382"/>
                    <a:pt x="61" y="1380"/>
                    <a:pt x="63" y="1377"/>
                  </a:cubicBezTo>
                  <a:cubicBezTo>
                    <a:pt x="68" y="1368"/>
                    <a:pt x="60" y="1358"/>
                    <a:pt x="63" y="1351"/>
                  </a:cubicBezTo>
                  <a:cubicBezTo>
                    <a:pt x="66" y="1345"/>
                    <a:pt x="59" y="1330"/>
                    <a:pt x="59" y="1330"/>
                  </a:cubicBezTo>
                  <a:cubicBezTo>
                    <a:pt x="59" y="1330"/>
                    <a:pt x="69" y="1336"/>
                    <a:pt x="73" y="1349"/>
                  </a:cubicBezTo>
                  <a:cubicBezTo>
                    <a:pt x="78" y="1361"/>
                    <a:pt x="91" y="1382"/>
                    <a:pt x="105" y="1372"/>
                  </a:cubicBezTo>
                  <a:cubicBezTo>
                    <a:pt x="119" y="1362"/>
                    <a:pt x="100" y="1330"/>
                    <a:pt x="88" y="1318"/>
                  </a:cubicBezTo>
                  <a:cubicBezTo>
                    <a:pt x="82" y="1311"/>
                    <a:pt x="82" y="1302"/>
                    <a:pt x="83" y="1293"/>
                  </a:cubicBezTo>
                  <a:cubicBezTo>
                    <a:pt x="83" y="1293"/>
                    <a:pt x="85" y="1278"/>
                    <a:pt x="84" y="1273"/>
                  </a:cubicBezTo>
                  <a:cubicBezTo>
                    <a:pt x="84" y="1262"/>
                    <a:pt x="75" y="1249"/>
                    <a:pt x="77" y="1246"/>
                  </a:cubicBezTo>
                  <a:cubicBezTo>
                    <a:pt x="78" y="1243"/>
                    <a:pt x="82" y="1225"/>
                    <a:pt x="84" y="1211"/>
                  </a:cubicBezTo>
                  <a:cubicBezTo>
                    <a:pt x="86" y="1197"/>
                    <a:pt x="119" y="1069"/>
                    <a:pt x="123" y="1041"/>
                  </a:cubicBezTo>
                  <a:cubicBezTo>
                    <a:pt x="132" y="989"/>
                    <a:pt x="143" y="974"/>
                    <a:pt x="138" y="938"/>
                  </a:cubicBezTo>
                  <a:cubicBezTo>
                    <a:pt x="139" y="912"/>
                    <a:pt x="148" y="841"/>
                    <a:pt x="150" y="828"/>
                  </a:cubicBezTo>
                  <a:cubicBezTo>
                    <a:pt x="151" y="825"/>
                    <a:pt x="151" y="812"/>
                    <a:pt x="152" y="803"/>
                  </a:cubicBezTo>
                  <a:cubicBezTo>
                    <a:pt x="153" y="798"/>
                    <a:pt x="154" y="789"/>
                    <a:pt x="154" y="778"/>
                  </a:cubicBezTo>
                  <a:cubicBezTo>
                    <a:pt x="154" y="779"/>
                    <a:pt x="154" y="779"/>
                    <a:pt x="154" y="779"/>
                  </a:cubicBezTo>
                  <a:cubicBezTo>
                    <a:pt x="155" y="791"/>
                    <a:pt x="165" y="815"/>
                    <a:pt x="167" y="848"/>
                  </a:cubicBezTo>
                  <a:cubicBezTo>
                    <a:pt x="166" y="875"/>
                    <a:pt x="172" y="939"/>
                    <a:pt x="174" y="964"/>
                  </a:cubicBezTo>
                  <a:cubicBezTo>
                    <a:pt x="183" y="1124"/>
                    <a:pt x="150" y="1163"/>
                    <a:pt x="149" y="1194"/>
                  </a:cubicBezTo>
                  <a:cubicBezTo>
                    <a:pt x="153" y="1328"/>
                    <a:pt x="110" y="1503"/>
                    <a:pt x="183" y="1729"/>
                  </a:cubicBezTo>
                  <a:cubicBezTo>
                    <a:pt x="187" y="1741"/>
                    <a:pt x="187" y="1785"/>
                    <a:pt x="191" y="1808"/>
                  </a:cubicBezTo>
                  <a:cubicBezTo>
                    <a:pt x="192" y="1814"/>
                    <a:pt x="203" y="1841"/>
                    <a:pt x="204" y="1878"/>
                  </a:cubicBezTo>
                  <a:cubicBezTo>
                    <a:pt x="205" y="1938"/>
                    <a:pt x="199" y="2015"/>
                    <a:pt x="200" y="2058"/>
                  </a:cubicBezTo>
                  <a:cubicBezTo>
                    <a:pt x="203" y="2128"/>
                    <a:pt x="229" y="2192"/>
                    <a:pt x="239" y="2237"/>
                  </a:cubicBezTo>
                  <a:cubicBezTo>
                    <a:pt x="249" y="2282"/>
                    <a:pt x="253" y="2318"/>
                    <a:pt x="251" y="2327"/>
                  </a:cubicBezTo>
                  <a:cubicBezTo>
                    <a:pt x="250" y="2334"/>
                    <a:pt x="248" y="2349"/>
                    <a:pt x="254" y="2362"/>
                  </a:cubicBezTo>
                  <a:cubicBezTo>
                    <a:pt x="254" y="2363"/>
                    <a:pt x="236" y="2408"/>
                    <a:pt x="226" y="2416"/>
                  </a:cubicBezTo>
                  <a:cubicBezTo>
                    <a:pt x="216" y="2424"/>
                    <a:pt x="214" y="2431"/>
                    <a:pt x="207" y="2435"/>
                  </a:cubicBezTo>
                  <a:cubicBezTo>
                    <a:pt x="199" y="2440"/>
                    <a:pt x="195" y="2444"/>
                    <a:pt x="193" y="2453"/>
                  </a:cubicBezTo>
                  <a:cubicBezTo>
                    <a:pt x="190" y="2460"/>
                    <a:pt x="183" y="2470"/>
                    <a:pt x="188" y="2475"/>
                  </a:cubicBezTo>
                  <a:cubicBezTo>
                    <a:pt x="189" y="2476"/>
                    <a:pt x="190" y="2476"/>
                    <a:pt x="191" y="2477"/>
                  </a:cubicBezTo>
                  <a:cubicBezTo>
                    <a:pt x="191" y="2477"/>
                    <a:pt x="191" y="2477"/>
                    <a:pt x="191" y="2477"/>
                  </a:cubicBezTo>
                  <a:cubicBezTo>
                    <a:pt x="191" y="2479"/>
                    <a:pt x="191" y="2482"/>
                    <a:pt x="192" y="2483"/>
                  </a:cubicBezTo>
                  <a:cubicBezTo>
                    <a:pt x="195" y="2489"/>
                    <a:pt x="200" y="2490"/>
                    <a:pt x="207" y="2490"/>
                  </a:cubicBezTo>
                  <a:cubicBezTo>
                    <a:pt x="208" y="2488"/>
                    <a:pt x="208" y="2488"/>
                    <a:pt x="208" y="2488"/>
                  </a:cubicBezTo>
                  <a:cubicBezTo>
                    <a:pt x="208" y="2491"/>
                    <a:pt x="208" y="2493"/>
                    <a:pt x="210" y="2495"/>
                  </a:cubicBezTo>
                  <a:cubicBezTo>
                    <a:pt x="215" y="2502"/>
                    <a:pt x="229" y="2506"/>
                    <a:pt x="236" y="2499"/>
                  </a:cubicBezTo>
                  <a:cubicBezTo>
                    <a:pt x="244" y="2504"/>
                    <a:pt x="259" y="2505"/>
                    <a:pt x="265" y="2497"/>
                  </a:cubicBezTo>
                  <a:cubicBezTo>
                    <a:pt x="270" y="2510"/>
                    <a:pt x="287" y="2508"/>
                    <a:pt x="298" y="2506"/>
                  </a:cubicBezTo>
                  <a:cubicBezTo>
                    <a:pt x="309" y="2503"/>
                    <a:pt x="313" y="2496"/>
                    <a:pt x="319" y="2491"/>
                  </a:cubicBezTo>
                  <a:cubicBezTo>
                    <a:pt x="325" y="2486"/>
                    <a:pt x="330" y="2481"/>
                    <a:pt x="328" y="2468"/>
                  </a:cubicBezTo>
                  <a:cubicBezTo>
                    <a:pt x="326" y="2456"/>
                    <a:pt x="328" y="2455"/>
                    <a:pt x="329" y="2440"/>
                  </a:cubicBezTo>
                  <a:cubicBezTo>
                    <a:pt x="330" y="2431"/>
                    <a:pt x="337" y="2428"/>
                    <a:pt x="338" y="2413"/>
                  </a:cubicBezTo>
                  <a:cubicBezTo>
                    <a:pt x="339" y="2401"/>
                    <a:pt x="331" y="2351"/>
                    <a:pt x="332" y="2344"/>
                  </a:cubicBezTo>
                  <a:cubicBezTo>
                    <a:pt x="334" y="2328"/>
                    <a:pt x="324" y="2315"/>
                    <a:pt x="320" y="2289"/>
                  </a:cubicBezTo>
                  <a:cubicBezTo>
                    <a:pt x="317" y="2263"/>
                    <a:pt x="326" y="2174"/>
                    <a:pt x="326" y="2158"/>
                  </a:cubicBezTo>
                  <a:cubicBezTo>
                    <a:pt x="326" y="2127"/>
                    <a:pt x="341" y="2077"/>
                    <a:pt x="337" y="2014"/>
                  </a:cubicBezTo>
                  <a:cubicBezTo>
                    <a:pt x="335" y="1978"/>
                    <a:pt x="319" y="1868"/>
                    <a:pt x="319" y="1843"/>
                  </a:cubicBezTo>
                  <a:cubicBezTo>
                    <a:pt x="319" y="1839"/>
                    <a:pt x="318" y="1811"/>
                    <a:pt x="319" y="1806"/>
                  </a:cubicBezTo>
                  <a:cubicBezTo>
                    <a:pt x="324" y="1790"/>
                    <a:pt x="336" y="1587"/>
                    <a:pt x="336" y="1585"/>
                  </a:cubicBezTo>
                  <a:cubicBezTo>
                    <a:pt x="338" y="1561"/>
                    <a:pt x="353" y="1416"/>
                    <a:pt x="353" y="1416"/>
                  </a:cubicBezTo>
                  <a:cubicBezTo>
                    <a:pt x="359" y="1416"/>
                    <a:pt x="359" y="1416"/>
                    <a:pt x="359" y="1416"/>
                  </a:cubicBezTo>
                  <a:cubicBezTo>
                    <a:pt x="359" y="1416"/>
                    <a:pt x="377" y="1558"/>
                    <a:pt x="379" y="1582"/>
                  </a:cubicBezTo>
                  <a:cubicBezTo>
                    <a:pt x="379" y="1584"/>
                    <a:pt x="390" y="1790"/>
                    <a:pt x="394" y="1806"/>
                  </a:cubicBezTo>
                  <a:cubicBezTo>
                    <a:pt x="396" y="1811"/>
                    <a:pt x="395" y="1839"/>
                    <a:pt x="395" y="1843"/>
                  </a:cubicBezTo>
                  <a:cubicBezTo>
                    <a:pt x="395" y="1868"/>
                    <a:pt x="379" y="1978"/>
                    <a:pt x="377" y="2014"/>
                  </a:cubicBezTo>
                  <a:cubicBezTo>
                    <a:pt x="373" y="2077"/>
                    <a:pt x="387" y="2127"/>
                    <a:pt x="387" y="2158"/>
                  </a:cubicBezTo>
                  <a:cubicBezTo>
                    <a:pt x="387" y="2174"/>
                    <a:pt x="396" y="2263"/>
                    <a:pt x="393" y="2289"/>
                  </a:cubicBezTo>
                  <a:cubicBezTo>
                    <a:pt x="390" y="2315"/>
                    <a:pt x="380" y="2328"/>
                    <a:pt x="382" y="2344"/>
                  </a:cubicBezTo>
                  <a:cubicBezTo>
                    <a:pt x="383" y="2351"/>
                    <a:pt x="375" y="2401"/>
                    <a:pt x="375" y="2413"/>
                  </a:cubicBezTo>
                  <a:cubicBezTo>
                    <a:pt x="376" y="2428"/>
                    <a:pt x="384" y="2431"/>
                    <a:pt x="384" y="2440"/>
                  </a:cubicBezTo>
                  <a:cubicBezTo>
                    <a:pt x="386" y="2455"/>
                    <a:pt x="387" y="2456"/>
                    <a:pt x="385" y="2468"/>
                  </a:cubicBezTo>
                  <a:cubicBezTo>
                    <a:pt x="384" y="2481"/>
                    <a:pt x="388" y="2486"/>
                    <a:pt x="394" y="2491"/>
                  </a:cubicBezTo>
                  <a:cubicBezTo>
                    <a:pt x="400" y="2496"/>
                    <a:pt x="405" y="2503"/>
                    <a:pt x="416" y="2506"/>
                  </a:cubicBezTo>
                  <a:cubicBezTo>
                    <a:pt x="426" y="2508"/>
                    <a:pt x="444" y="2510"/>
                    <a:pt x="448" y="2497"/>
                  </a:cubicBezTo>
                  <a:cubicBezTo>
                    <a:pt x="454" y="2505"/>
                    <a:pt x="470" y="2504"/>
                    <a:pt x="478" y="2499"/>
                  </a:cubicBezTo>
                  <a:cubicBezTo>
                    <a:pt x="484" y="2506"/>
                    <a:pt x="499" y="2502"/>
                    <a:pt x="504" y="2495"/>
                  </a:cubicBezTo>
                  <a:cubicBezTo>
                    <a:pt x="505" y="2493"/>
                    <a:pt x="506" y="2491"/>
                    <a:pt x="506" y="2489"/>
                  </a:cubicBezTo>
                  <a:cubicBezTo>
                    <a:pt x="507" y="2490"/>
                    <a:pt x="507" y="2490"/>
                    <a:pt x="507" y="2490"/>
                  </a:cubicBezTo>
                  <a:cubicBezTo>
                    <a:pt x="513" y="2490"/>
                    <a:pt x="521" y="2488"/>
                    <a:pt x="522" y="2483"/>
                  </a:cubicBezTo>
                  <a:cubicBezTo>
                    <a:pt x="523" y="2482"/>
                    <a:pt x="523" y="2479"/>
                    <a:pt x="523" y="2477"/>
                  </a:cubicBezTo>
                  <a:cubicBezTo>
                    <a:pt x="523" y="2477"/>
                    <a:pt x="523" y="2477"/>
                    <a:pt x="523" y="2477"/>
                  </a:cubicBezTo>
                  <a:cubicBezTo>
                    <a:pt x="524" y="2476"/>
                    <a:pt x="525" y="2476"/>
                    <a:pt x="525" y="2475"/>
                  </a:cubicBezTo>
                  <a:cubicBezTo>
                    <a:pt x="531" y="2470"/>
                    <a:pt x="523" y="2460"/>
                    <a:pt x="521" y="2453"/>
                  </a:cubicBezTo>
                  <a:cubicBezTo>
                    <a:pt x="518" y="2444"/>
                    <a:pt x="514" y="2440"/>
                    <a:pt x="507" y="2435"/>
                  </a:cubicBezTo>
                  <a:cubicBezTo>
                    <a:pt x="500" y="2431"/>
                    <a:pt x="497" y="2424"/>
                    <a:pt x="488" y="2416"/>
                  </a:cubicBezTo>
                  <a:cubicBezTo>
                    <a:pt x="478" y="2408"/>
                    <a:pt x="460" y="2363"/>
                    <a:pt x="460" y="2362"/>
                  </a:cubicBezTo>
                  <a:cubicBezTo>
                    <a:pt x="466" y="2349"/>
                    <a:pt x="464" y="2334"/>
                    <a:pt x="462" y="2327"/>
                  </a:cubicBezTo>
                  <a:cubicBezTo>
                    <a:pt x="460" y="2318"/>
                    <a:pt x="464" y="2282"/>
                    <a:pt x="474" y="2237"/>
                  </a:cubicBezTo>
                  <a:cubicBezTo>
                    <a:pt x="484" y="2192"/>
                    <a:pt x="510" y="2128"/>
                    <a:pt x="513" y="2058"/>
                  </a:cubicBezTo>
                  <a:cubicBezTo>
                    <a:pt x="515" y="2015"/>
                    <a:pt x="509" y="1938"/>
                    <a:pt x="510" y="1878"/>
                  </a:cubicBezTo>
                  <a:cubicBezTo>
                    <a:pt x="511" y="1841"/>
                    <a:pt x="521" y="1814"/>
                    <a:pt x="522" y="1808"/>
                  </a:cubicBezTo>
                  <a:cubicBezTo>
                    <a:pt x="527" y="1785"/>
                    <a:pt x="527" y="1741"/>
                    <a:pt x="530" y="1729"/>
                  </a:cubicBezTo>
                  <a:cubicBezTo>
                    <a:pt x="587" y="1523"/>
                    <a:pt x="569" y="1347"/>
                    <a:pt x="567" y="1304"/>
                  </a:cubicBezTo>
                  <a:cubicBezTo>
                    <a:pt x="567" y="1304"/>
                    <a:pt x="569" y="1185"/>
                    <a:pt x="567" y="1170"/>
                  </a:cubicBezTo>
                  <a:cubicBezTo>
                    <a:pt x="530" y="1051"/>
                    <a:pt x="549" y="969"/>
                    <a:pt x="546" y="961"/>
                  </a:cubicBezTo>
                  <a:cubicBezTo>
                    <a:pt x="547" y="935"/>
                    <a:pt x="555" y="874"/>
                    <a:pt x="554" y="847"/>
                  </a:cubicBezTo>
                  <a:cubicBezTo>
                    <a:pt x="556" y="815"/>
                    <a:pt x="559" y="791"/>
                    <a:pt x="560" y="779"/>
                  </a:cubicBezTo>
                  <a:cubicBezTo>
                    <a:pt x="560" y="778"/>
                    <a:pt x="560" y="778"/>
                    <a:pt x="560" y="778"/>
                  </a:cubicBezTo>
                  <a:cubicBezTo>
                    <a:pt x="560" y="782"/>
                    <a:pt x="560" y="786"/>
                    <a:pt x="560" y="790"/>
                  </a:cubicBezTo>
                  <a:cubicBezTo>
                    <a:pt x="560" y="793"/>
                    <a:pt x="560" y="793"/>
                    <a:pt x="560" y="793"/>
                  </a:cubicBezTo>
                  <a:cubicBezTo>
                    <a:pt x="561" y="797"/>
                    <a:pt x="561" y="797"/>
                    <a:pt x="561" y="797"/>
                  </a:cubicBezTo>
                  <a:cubicBezTo>
                    <a:pt x="561" y="799"/>
                    <a:pt x="561" y="801"/>
                    <a:pt x="562" y="803"/>
                  </a:cubicBezTo>
                  <a:cubicBezTo>
                    <a:pt x="563" y="812"/>
                    <a:pt x="565" y="826"/>
                    <a:pt x="565" y="826"/>
                  </a:cubicBezTo>
                  <a:cubicBezTo>
                    <a:pt x="580" y="946"/>
                    <a:pt x="580" y="946"/>
                    <a:pt x="580" y="946"/>
                  </a:cubicBezTo>
                  <a:cubicBezTo>
                    <a:pt x="575" y="982"/>
                    <a:pt x="587" y="997"/>
                    <a:pt x="596" y="1049"/>
                  </a:cubicBezTo>
                  <a:cubicBezTo>
                    <a:pt x="600" y="1076"/>
                    <a:pt x="632" y="1205"/>
                    <a:pt x="634" y="1219"/>
                  </a:cubicBezTo>
                  <a:cubicBezTo>
                    <a:pt x="636" y="1232"/>
                    <a:pt x="641" y="1247"/>
                    <a:pt x="643" y="1250"/>
                  </a:cubicBezTo>
                  <a:cubicBezTo>
                    <a:pt x="644" y="1253"/>
                    <a:pt x="638" y="1268"/>
                    <a:pt x="636" y="1281"/>
                  </a:cubicBezTo>
                  <a:cubicBezTo>
                    <a:pt x="635" y="1282"/>
                    <a:pt x="635" y="1283"/>
                    <a:pt x="635" y="1285"/>
                  </a:cubicBezTo>
                  <a:cubicBezTo>
                    <a:pt x="635" y="1285"/>
                    <a:pt x="635" y="1285"/>
                    <a:pt x="635" y="1286"/>
                  </a:cubicBezTo>
                  <a:cubicBezTo>
                    <a:pt x="634" y="1290"/>
                    <a:pt x="635" y="1293"/>
                    <a:pt x="636" y="1298"/>
                  </a:cubicBezTo>
                  <a:cubicBezTo>
                    <a:pt x="637" y="1307"/>
                    <a:pt x="638" y="1316"/>
                    <a:pt x="632" y="1322"/>
                  </a:cubicBezTo>
                  <a:cubicBezTo>
                    <a:pt x="620" y="1334"/>
                    <a:pt x="601" y="1368"/>
                    <a:pt x="615" y="1378"/>
                  </a:cubicBezTo>
                  <a:cubicBezTo>
                    <a:pt x="630" y="1389"/>
                    <a:pt x="643" y="1364"/>
                    <a:pt x="647" y="1352"/>
                  </a:cubicBezTo>
                  <a:cubicBezTo>
                    <a:pt x="652" y="1339"/>
                    <a:pt x="660" y="1337"/>
                    <a:pt x="660" y="1337"/>
                  </a:cubicBezTo>
                  <a:cubicBezTo>
                    <a:pt x="660" y="1337"/>
                    <a:pt x="652" y="1351"/>
                    <a:pt x="655" y="1358"/>
                  </a:cubicBezTo>
                  <a:cubicBezTo>
                    <a:pt x="658" y="1364"/>
                    <a:pt x="650" y="1375"/>
                    <a:pt x="655" y="1383"/>
                  </a:cubicBezTo>
                  <a:cubicBezTo>
                    <a:pt x="657" y="1386"/>
                    <a:pt x="651" y="1388"/>
                    <a:pt x="650" y="1400"/>
                  </a:cubicBezTo>
                  <a:cubicBezTo>
                    <a:pt x="648" y="1411"/>
                    <a:pt x="642" y="1400"/>
                    <a:pt x="635" y="1412"/>
                  </a:cubicBezTo>
                  <a:cubicBezTo>
                    <a:pt x="632" y="1415"/>
                    <a:pt x="611" y="1391"/>
                    <a:pt x="609" y="1419"/>
                  </a:cubicBezTo>
                  <a:cubicBezTo>
                    <a:pt x="609" y="1421"/>
                    <a:pt x="630" y="1427"/>
                    <a:pt x="630" y="1429"/>
                  </a:cubicBezTo>
                  <a:cubicBezTo>
                    <a:pt x="630" y="1431"/>
                    <a:pt x="609" y="1430"/>
                    <a:pt x="609" y="1433"/>
                  </a:cubicBezTo>
                  <a:cubicBezTo>
                    <a:pt x="609" y="1433"/>
                    <a:pt x="598" y="1444"/>
                    <a:pt x="607" y="1450"/>
                  </a:cubicBezTo>
                  <a:cubicBezTo>
                    <a:pt x="615" y="1451"/>
                    <a:pt x="615" y="1451"/>
                    <a:pt x="615" y="1451"/>
                  </a:cubicBezTo>
                  <a:cubicBezTo>
                    <a:pt x="615" y="1451"/>
                    <a:pt x="604" y="1459"/>
                    <a:pt x="612" y="1468"/>
                  </a:cubicBezTo>
                  <a:cubicBezTo>
                    <a:pt x="615" y="1471"/>
                    <a:pt x="627" y="1469"/>
                    <a:pt x="630" y="1469"/>
                  </a:cubicBezTo>
                  <a:cubicBezTo>
                    <a:pt x="633" y="1469"/>
                    <a:pt x="636" y="1469"/>
                    <a:pt x="636" y="1469"/>
                  </a:cubicBezTo>
                  <a:cubicBezTo>
                    <a:pt x="636" y="1469"/>
                    <a:pt x="635" y="1478"/>
                    <a:pt x="642" y="1479"/>
                  </a:cubicBezTo>
                  <a:cubicBezTo>
                    <a:pt x="649" y="1480"/>
                    <a:pt x="657" y="1474"/>
                    <a:pt x="659" y="1470"/>
                  </a:cubicBezTo>
                  <a:cubicBezTo>
                    <a:pt x="661" y="1467"/>
                    <a:pt x="676" y="1460"/>
                    <a:pt x="682" y="1450"/>
                  </a:cubicBezTo>
                  <a:cubicBezTo>
                    <a:pt x="687" y="1441"/>
                    <a:pt x="695" y="1440"/>
                    <a:pt x="701" y="1411"/>
                  </a:cubicBezTo>
                  <a:cubicBezTo>
                    <a:pt x="704" y="1397"/>
                    <a:pt x="714" y="1379"/>
                    <a:pt x="715" y="1368"/>
                  </a:cubicBezTo>
                  <a:cubicBezTo>
                    <a:pt x="716" y="1357"/>
                    <a:pt x="718" y="1346"/>
                    <a:pt x="715" y="1328"/>
                  </a:cubicBezTo>
                  <a:close/>
                  <a:moveTo>
                    <a:pt x="455" y="271"/>
                  </a:moveTo>
                  <a:cubicBezTo>
                    <a:pt x="454" y="273"/>
                    <a:pt x="454" y="273"/>
                    <a:pt x="454" y="273"/>
                  </a:cubicBezTo>
                  <a:cubicBezTo>
                    <a:pt x="454" y="272"/>
                    <a:pt x="454" y="272"/>
                    <a:pt x="454" y="271"/>
                  </a:cubicBezTo>
                  <a:cubicBezTo>
                    <a:pt x="455" y="271"/>
                    <a:pt x="455" y="271"/>
                    <a:pt x="455" y="271"/>
                  </a:cubicBezTo>
                  <a:close/>
                </a:path>
              </a:pathLst>
            </a:custGeom>
            <a:noFill/>
            <a:ln w="19050" cap="rnd" cmpd="sng">
              <a:solidFill>
                <a:schemeClr val="bg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</p:grpSp>
      <p:grpSp>
        <p:nvGrpSpPr>
          <p:cNvPr id="62478" name="child-body-outline-front-view">
            <a:extLst>
              <a:ext uri="{FF2B5EF4-FFF2-40B4-BE49-F238E27FC236}">
                <a16:creationId xmlns:a16="http://schemas.microsoft.com/office/drawing/2014/main" id="{EBAA9D6F-20D7-4281-91B4-A891523926FF}"/>
              </a:ext>
            </a:extLst>
          </p:cNvPr>
          <p:cNvGrpSpPr>
            <a:grpSpLocks/>
          </p:cNvGrpSpPr>
          <p:nvPr/>
        </p:nvGrpSpPr>
        <p:grpSpPr bwMode="auto">
          <a:xfrm>
            <a:off x="2997200" y="2997200"/>
            <a:ext cx="990600" cy="3317875"/>
            <a:chOff x="340" y="706"/>
            <a:chExt cx="624" cy="2090"/>
          </a:xfrm>
        </p:grpSpPr>
        <p:sp>
          <p:nvSpPr>
            <p:cNvPr id="62479" name="Freeform 217">
              <a:extLst>
                <a:ext uri="{FF2B5EF4-FFF2-40B4-BE49-F238E27FC236}">
                  <a16:creationId xmlns:a16="http://schemas.microsoft.com/office/drawing/2014/main" id="{6DBDC7D9-407B-4185-BA4B-2D3E35CDDED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40" y="706"/>
              <a:ext cx="624" cy="2090"/>
            </a:xfrm>
            <a:custGeom>
              <a:avLst/>
              <a:gdLst>
                <a:gd name="T0" fmla="*/ 411 w 755"/>
                <a:gd name="T1" fmla="*/ 619 h 2549"/>
                <a:gd name="T2" fmla="*/ 350 w 755"/>
                <a:gd name="T3" fmla="*/ 293 h 2549"/>
                <a:gd name="T4" fmla="*/ 262 w 755"/>
                <a:gd name="T5" fmla="*/ 212 h 2549"/>
                <a:gd name="T6" fmla="*/ 285 w 755"/>
                <a:gd name="T7" fmla="*/ 190 h 2549"/>
                <a:gd name="T8" fmla="*/ 294 w 755"/>
                <a:gd name="T9" fmla="*/ 178 h 2549"/>
                <a:gd name="T10" fmla="*/ 307 w 755"/>
                <a:gd name="T11" fmla="*/ 162 h 2549"/>
                <a:gd name="T12" fmla="*/ 302 w 755"/>
                <a:gd name="T13" fmla="*/ 157 h 2549"/>
                <a:gd name="T14" fmla="*/ 304 w 755"/>
                <a:gd name="T15" fmla="*/ 143 h 2549"/>
                <a:gd name="T16" fmla="*/ 307 w 755"/>
                <a:gd name="T17" fmla="*/ 126 h 2549"/>
                <a:gd name="T18" fmla="*/ 310 w 755"/>
                <a:gd name="T19" fmla="*/ 100 h 2549"/>
                <a:gd name="T20" fmla="*/ 253 w 755"/>
                <a:gd name="T21" fmla="*/ 7 h 2549"/>
                <a:gd name="T22" fmla="*/ 179 w 755"/>
                <a:gd name="T23" fmla="*/ 2 h 2549"/>
                <a:gd name="T24" fmla="*/ 151 w 755"/>
                <a:gd name="T25" fmla="*/ 16 h 2549"/>
                <a:gd name="T26" fmla="*/ 114 w 755"/>
                <a:gd name="T27" fmla="*/ 106 h 2549"/>
                <a:gd name="T28" fmla="*/ 117 w 755"/>
                <a:gd name="T29" fmla="*/ 144 h 2549"/>
                <a:gd name="T30" fmla="*/ 124 w 755"/>
                <a:gd name="T31" fmla="*/ 169 h 2549"/>
                <a:gd name="T32" fmla="*/ 121 w 755"/>
                <a:gd name="T33" fmla="*/ 187 h 2549"/>
                <a:gd name="T34" fmla="*/ 135 w 755"/>
                <a:gd name="T35" fmla="*/ 185 h 2549"/>
                <a:gd name="T36" fmla="*/ 144 w 755"/>
                <a:gd name="T37" fmla="*/ 197 h 2549"/>
                <a:gd name="T38" fmla="*/ 164 w 755"/>
                <a:gd name="T39" fmla="*/ 212 h 2549"/>
                <a:gd name="T40" fmla="*/ 137 w 755"/>
                <a:gd name="T41" fmla="*/ 265 h 2549"/>
                <a:gd name="T42" fmla="*/ 26 w 755"/>
                <a:gd name="T43" fmla="*/ 520 h 2549"/>
                <a:gd name="T44" fmla="*/ 18 w 755"/>
                <a:gd name="T45" fmla="*/ 814 h 2549"/>
                <a:gd name="T46" fmla="*/ 57 w 755"/>
                <a:gd name="T47" fmla="*/ 819 h 2549"/>
                <a:gd name="T48" fmla="*/ 59 w 755"/>
                <a:gd name="T49" fmla="*/ 813 h 2549"/>
                <a:gd name="T50" fmla="*/ 58 w 755"/>
                <a:gd name="T51" fmla="*/ 810 h 2549"/>
                <a:gd name="T52" fmla="*/ 57 w 755"/>
                <a:gd name="T53" fmla="*/ 808 h 2549"/>
                <a:gd name="T54" fmla="*/ 47 w 755"/>
                <a:gd name="T55" fmla="*/ 728 h 2549"/>
                <a:gd name="T56" fmla="*/ 106 w 755"/>
                <a:gd name="T57" fmla="*/ 438 h 2549"/>
                <a:gd name="T58" fmla="*/ 93 w 755"/>
                <a:gd name="T59" fmla="*/ 718 h 2549"/>
                <a:gd name="T60" fmla="*/ 130 w 755"/>
                <a:gd name="T61" fmla="*/ 1186 h 2549"/>
                <a:gd name="T62" fmla="*/ 126 w 755"/>
                <a:gd name="T63" fmla="*/ 1389 h 2549"/>
                <a:gd name="T64" fmla="*/ 127 w 755"/>
                <a:gd name="T65" fmla="*/ 1393 h 2549"/>
                <a:gd name="T66" fmla="*/ 129 w 755"/>
                <a:gd name="T67" fmla="*/ 1395 h 2549"/>
                <a:gd name="T68" fmla="*/ 132 w 755"/>
                <a:gd name="T69" fmla="*/ 1397 h 2549"/>
                <a:gd name="T70" fmla="*/ 135 w 755"/>
                <a:gd name="T71" fmla="*/ 1398 h 2549"/>
                <a:gd name="T72" fmla="*/ 136 w 755"/>
                <a:gd name="T73" fmla="*/ 1400 h 2549"/>
                <a:gd name="T74" fmla="*/ 140 w 755"/>
                <a:gd name="T75" fmla="*/ 1402 h 2549"/>
                <a:gd name="T76" fmla="*/ 144 w 755"/>
                <a:gd name="T77" fmla="*/ 1403 h 2549"/>
                <a:gd name="T78" fmla="*/ 150 w 755"/>
                <a:gd name="T79" fmla="*/ 1402 h 2549"/>
                <a:gd name="T80" fmla="*/ 200 w 755"/>
                <a:gd name="T81" fmla="*/ 1398 h 2549"/>
                <a:gd name="T82" fmla="*/ 207 w 755"/>
                <a:gd name="T83" fmla="*/ 1076 h 2549"/>
                <a:gd name="T84" fmla="*/ 221 w 755"/>
                <a:gd name="T85" fmla="*/ 770 h 2549"/>
                <a:gd name="T86" fmla="*/ 231 w 755"/>
                <a:gd name="T87" fmla="*/ 1250 h 2549"/>
                <a:gd name="T88" fmla="*/ 254 w 755"/>
                <a:gd name="T89" fmla="*/ 1400 h 2549"/>
                <a:gd name="T90" fmla="*/ 278 w 755"/>
                <a:gd name="T91" fmla="*/ 1402 h 2549"/>
                <a:gd name="T92" fmla="*/ 283 w 755"/>
                <a:gd name="T93" fmla="*/ 1403 h 2549"/>
                <a:gd name="T94" fmla="*/ 288 w 755"/>
                <a:gd name="T95" fmla="*/ 1402 h 2549"/>
                <a:gd name="T96" fmla="*/ 291 w 755"/>
                <a:gd name="T97" fmla="*/ 1400 h 2549"/>
                <a:gd name="T98" fmla="*/ 293 w 755"/>
                <a:gd name="T99" fmla="*/ 1398 h 2549"/>
                <a:gd name="T100" fmla="*/ 294 w 755"/>
                <a:gd name="T101" fmla="*/ 1396 h 2549"/>
                <a:gd name="T102" fmla="*/ 298 w 755"/>
                <a:gd name="T103" fmla="*/ 1395 h 2549"/>
                <a:gd name="T104" fmla="*/ 300 w 755"/>
                <a:gd name="T105" fmla="*/ 1392 h 2549"/>
                <a:gd name="T106" fmla="*/ 300 w 755"/>
                <a:gd name="T107" fmla="*/ 1389 h 2549"/>
                <a:gd name="T108" fmla="*/ 297 w 755"/>
                <a:gd name="T109" fmla="*/ 1189 h 2549"/>
                <a:gd name="T110" fmla="*/ 326 w 755"/>
                <a:gd name="T111" fmla="*/ 614 h 2549"/>
                <a:gd name="T112" fmla="*/ 313 w 755"/>
                <a:gd name="T113" fmla="*/ 375 h 2549"/>
                <a:gd name="T114" fmla="*/ 370 w 755"/>
                <a:gd name="T115" fmla="*/ 808 h 2549"/>
                <a:gd name="T116" fmla="*/ 368 w 755"/>
                <a:gd name="T117" fmla="*/ 810 h 2549"/>
                <a:gd name="T118" fmla="*/ 368 w 755"/>
                <a:gd name="T119" fmla="*/ 813 h 2549"/>
                <a:gd name="T120" fmla="*/ 418 w 755"/>
                <a:gd name="T121" fmla="*/ 800 h 2549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755" h="2549">
                  <a:moveTo>
                    <a:pt x="213" y="323"/>
                  </a:moveTo>
                  <a:cubicBezTo>
                    <a:pt x="211" y="324"/>
                    <a:pt x="209" y="325"/>
                    <a:pt x="206" y="327"/>
                  </a:cubicBezTo>
                  <a:cubicBezTo>
                    <a:pt x="209" y="326"/>
                    <a:pt x="211" y="325"/>
                    <a:pt x="213" y="323"/>
                  </a:cubicBezTo>
                  <a:close/>
                  <a:moveTo>
                    <a:pt x="752" y="1414"/>
                  </a:moveTo>
                  <a:cubicBezTo>
                    <a:pt x="749" y="1408"/>
                    <a:pt x="744" y="1370"/>
                    <a:pt x="737" y="1348"/>
                  </a:cubicBezTo>
                  <a:cubicBezTo>
                    <a:pt x="732" y="1330"/>
                    <a:pt x="727" y="1252"/>
                    <a:pt x="730" y="1216"/>
                  </a:cubicBezTo>
                  <a:cubicBezTo>
                    <a:pt x="732" y="1187"/>
                    <a:pt x="726" y="1142"/>
                    <a:pt x="727" y="1123"/>
                  </a:cubicBezTo>
                  <a:cubicBezTo>
                    <a:pt x="728" y="1016"/>
                    <a:pt x="714" y="963"/>
                    <a:pt x="709" y="943"/>
                  </a:cubicBezTo>
                  <a:cubicBezTo>
                    <a:pt x="705" y="923"/>
                    <a:pt x="701" y="897"/>
                    <a:pt x="692" y="855"/>
                  </a:cubicBezTo>
                  <a:cubicBezTo>
                    <a:pt x="691" y="852"/>
                    <a:pt x="691" y="850"/>
                    <a:pt x="690" y="847"/>
                  </a:cubicBezTo>
                  <a:cubicBezTo>
                    <a:pt x="690" y="847"/>
                    <a:pt x="690" y="846"/>
                    <a:pt x="690" y="846"/>
                  </a:cubicBezTo>
                  <a:cubicBezTo>
                    <a:pt x="681" y="777"/>
                    <a:pt x="648" y="637"/>
                    <a:pt x="630" y="569"/>
                  </a:cubicBezTo>
                  <a:cubicBezTo>
                    <a:pt x="628" y="561"/>
                    <a:pt x="626" y="554"/>
                    <a:pt x="624" y="548"/>
                  </a:cubicBezTo>
                  <a:cubicBezTo>
                    <a:pt x="622" y="540"/>
                    <a:pt x="620" y="534"/>
                    <a:pt x="619" y="532"/>
                  </a:cubicBezTo>
                  <a:cubicBezTo>
                    <a:pt x="616" y="526"/>
                    <a:pt x="612" y="520"/>
                    <a:pt x="608" y="515"/>
                  </a:cubicBezTo>
                  <a:cubicBezTo>
                    <a:pt x="597" y="500"/>
                    <a:pt x="580" y="486"/>
                    <a:pt x="553" y="482"/>
                  </a:cubicBezTo>
                  <a:cubicBezTo>
                    <a:pt x="552" y="482"/>
                    <a:pt x="550" y="481"/>
                    <a:pt x="548" y="481"/>
                  </a:cubicBezTo>
                  <a:cubicBezTo>
                    <a:pt x="548" y="481"/>
                    <a:pt x="547" y="481"/>
                    <a:pt x="547" y="481"/>
                  </a:cubicBezTo>
                  <a:cubicBezTo>
                    <a:pt x="529" y="478"/>
                    <a:pt x="488" y="472"/>
                    <a:pt x="466" y="445"/>
                  </a:cubicBezTo>
                  <a:cubicBezTo>
                    <a:pt x="457" y="434"/>
                    <a:pt x="451" y="419"/>
                    <a:pt x="450" y="398"/>
                  </a:cubicBezTo>
                  <a:cubicBezTo>
                    <a:pt x="455" y="393"/>
                    <a:pt x="460" y="389"/>
                    <a:pt x="465" y="384"/>
                  </a:cubicBezTo>
                  <a:cubicBezTo>
                    <a:pt x="480" y="368"/>
                    <a:pt x="491" y="352"/>
                    <a:pt x="493" y="344"/>
                  </a:cubicBezTo>
                  <a:cubicBezTo>
                    <a:pt x="493" y="343"/>
                    <a:pt x="493" y="342"/>
                    <a:pt x="493" y="341"/>
                  </a:cubicBezTo>
                  <a:cubicBezTo>
                    <a:pt x="494" y="347"/>
                    <a:pt x="494" y="352"/>
                    <a:pt x="494" y="358"/>
                  </a:cubicBezTo>
                  <a:cubicBezTo>
                    <a:pt x="493" y="351"/>
                    <a:pt x="496" y="342"/>
                    <a:pt x="499" y="336"/>
                  </a:cubicBezTo>
                  <a:cubicBezTo>
                    <a:pt x="499" y="342"/>
                    <a:pt x="501" y="346"/>
                    <a:pt x="505" y="351"/>
                  </a:cubicBezTo>
                  <a:cubicBezTo>
                    <a:pt x="504" y="348"/>
                    <a:pt x="504" y="345"/>
                    <a:pt x="504" y="342"/>
                  </a:cubicBezTo>
                  <a:cubicBezTo>
                    <a:pt x="504" y="343"/>
                    <a:pt x="505" y="344"/>
                    <a:pt x="505" y="345"/>
                  </a:cubicBezTo>
                  <a:cubicBezTo>
                    <a:pt x="505" y="343"/>
                    <a:pt x="504" y="340"/>
                    <a:pt x="504" y="338"/>
                  </a:cubicBezTo>
                  <a:cubicBezTo>
                    <a:pt x="504" y="332"/>
                    <a:pt x="505" y="326"/>
                    <a:pt x="505" y="320"/>
                  </a:cubicBezTo>
                  <a:cubicBezTo>
                    <a:pt x="505" y="320"/>
                    <a:pt x="505" y="320"/>
                    <a:pt x="505" y="320"/>
                  </a:cubicBezTo>
                  <a:cubicBezTo>
                    <a:pt x="505" y="327"/>
                    <a:pt x="509" y="337"/>
                    <a:pt x="516" y="341"/>
                  </a:cubicBezTo>
                  <a:cubicBezTo>
                    <a:pt x="510" y="337"/>
                    <a:pt x="510" y="326"/>
                    <a:pt x="510" y="319"/>
                  </a:cubicBezTo>
                  <a:cubicBezTo>
                    <a:pt x="513" y="325"/>
                    <a:pt x="519" y="329"/>
                    <a:pt x="526" y="329"/>
                  </a:cubicBezTo>
                  <a:cubicBezTo>
                    <a:pt x="524" y="327"/>
                    <a:pt x="523" y="325"/>
                    <a:pt x="522" y="323"/>
                  </a:cubicBezTo>
                  <a:cubicBezTo>
                    <a:pt x="523" y="323"/>
                    <a:pt x="524" y="323"/>
                    <a:pt x="524" y="323"/>
                  </a:cubicBezTo>
                  <a:cubicBezTo>
                    <a:pt x="523" y="321"/>
                    <a:pt x="521" y="319"/>
                    <a:pt x="520" y="316"/>
                  </a:cubicBezTo>
                  <a:cubicBezTo>
                    <a:pt x="519" y="312"/>
                    <a:pt x="519" y="308"/>
                    <a:pt x="518" y="304"/>
                  </a:cubicBezTo>
                  <a:cubicBezTo>
                    <a:pt x="518" y="304"/>
                    <a:pt x="518" y="304"/>
                    <a:pt x="518" y="304"/>
                  </a:cubicBezTo>
                  <a:cubicBezTo>
                    <a:pt x="524" y="309"/>
                    <a:pt x="534" y="310"/>
                    <a:pt x="540" y="308"/>
                  </a:cubicBezTo>
                  <a:cubicBezTo>
                    <a:pt x="536" y="308"/>
                    <a:pt x="532" y="306"/>
                    <a:pt x="528" y="303"/>
                  </a:cubicBezTo>
                  <a:cubicBezTo>
                    <a:pt x="534" y="301"/>
                    <a:pt x="538" y="297"/>
                    <a:pt x="544" y="294"/>
                  </a:cubicBezTo>
                  <a:cubicBezTo>
                    <a:pt x="542" y="295"/>
                    <a:pt x="540" y="295"/>
                    <a:pt x="538" y="294"/>
                  </a:cubicBezTo>
                  <a:cubicBezTo>
                    <a:pt x="540" y="294"/>
                    <a:pt x="542" y="293"/>
                    <a:pt x="544" y="292"/>
                  </a:cubicBezTo>
                  <a:cubicBezTo>
                    <a:pt x="541" y="291"/>
                    <a:pt x="536" y="291"/>
                    <a:pt x="531" y="290"/>
                  </a:cubicBezTo>
                  <a:cubicBezTo>
                    <a:pt x="530" y="288"/>
                    <a:pt x="529" y="287"/>
                    <a:pt x="528" y="285"/>
                  </a:cubicBezTo>
                  <a:cubicBezTo>
                    <a:pt x="531" y="287"/>
                    <a:pt x="534" y="287"/>
                    <a:pt x="536" y="288"/>
                  </a:cubicBezTo>
                  <a:cubicBezTo>
                    <a:pt x="535" y="286"/>
                    <a:pt x="534" y="284"/>
                    <a:pt x="532" y="282"/>
                  </a:cubicBezTo>
                  <a:cubicBezTo>
                    <a:pt x="533" y="283"/>
                    <a:pt x="534" y="283"/>
                    <a:pt x="535" y="284"/>
                  </a:cubicBezTo>
                  <a:cubicBezTo>
                    <a:pt x="533" y="281"/>
                    <a:pt x="531" y="279"/>
                    <a:pt x="529" y="277"/>
                  </a:cubicBezTo>
                  <a:cubicBezTo>
                    <a:pt x="528" y="276"/>
                    <a:pt x="527" y="275"/>
                    <a:pt x="527" y="274"/>
                  </a:cubicBezTo>
                  <a:cubicBezTo>
                    <a:pt x="526" y="271"/>
                    <a:pt x="525" y="269"/>
                    <a:pt x="525" y="266"/>
                  </a:cubicBezTo>
                  <a:cubicBezTo>
                    <a:pt x="529" y="273"/>
                    <a:pt x="536" y="279"/>
                    <a:pt x="546" y="283"/>
                  </a:cubicBezTo>
                  <a:cubicBezTo>
                    <a:pt x="537" y="279"/>
                    <a:pt x="531" y="269"/>
                    <a:pt x="529" y="260"/>
                  </a:cubicBezTo>
                  <a:cubicBezTo>
                    <a:pt x="532" y="268"/>
                    <a:pt x="540" y="267"/>
                    <a:pt x="547" y="269"/>
                  </a:cubicBezTo>
                  <a:cubicBezTo>
                    <a:pt x="543" y="267"/>
                    <a:pt x="540" y="264"/>
                    <a:pt x="538" y="261"/>
                  </a:cubicBezTo>
                  <a:cubicBezTo>
                    <a:pt x="546" y="264"/>
                    <a:pt x="558" y="264"/>
                    <a:pt x="562" y="260"/>
                  </a:cubicBezTo>
                  <a:cubicBezTo>
                    <a:pt x="551" y="262"/>
                    <a:pt x="538" y="251"/>
                    <a:pt x="531" y="240"/>
                  </a:cubicBezTo>
                  <a:cubicBezTo>
                    <a:pt x="531" y="240"/>
                    <a:pt x="531" y="240"/>
                    <a:pt x="531" y="240"/>
                  </a:cubicBezTo>
                  <a:cubicBezTo>
                    <a:pt x="534" y="243"/>
                    <a:pt x="539" y="244"/>
                    <a:pt x="543" y="246"/>
                  </a:cubicBezTo>
                  <a:cubicBezTo>
                    <a:pt x="540" y="244"/>
                    <a:pt x="537" y="240"/>
                    <a:pt x="535" y="236"/>
                  </a:cubicBezTo>
                  <a:cubicBezTo>
                    <a:pt x="544" y="243"/>
                    <a:pt x="557" y="247"/>
                    <a:pt x="563" y="241"/>
                  </a:cubicBezTo>
                  <a:cubicBezTo>
                    <a:pt x="554" y="241"/>
                    <a:pt x="549" y="236"/>
                    <a:pt x="545" y="229"/>
                  </a:cubicBezTo>
                  <a:cubicBezTo>
                    <a:pt x="545" y="230"/>
                    <a:pt x="546" y="230"/>
                    <a:pt x="547" y="230"/>
                  </a:cubicBezTo>
                  <a:cubicBezTo>
                    <a:pt x="545" y="228"/>
                    <a:pt x="544" y="227"/>
                    <a:pt x="542" y="225"/>
                  </a:cubicBezTo>
                  <a:cubicBezTo>
                    <a:pt x="541" y="222"/>
                    <a:pt x="539" y="219"/>
                    <a:pt x="538" y="216"/>
                  </a:cubicBezTo>
                  <a:cubicBezTo>
                    <a:pt x="537" y="213"/>
                    <a:pt x="537" y="211"/>
                    <a:pt x="538" y="208"/>
                  </a:cubicBezTo>
                  <a:cubicBezTo>
                    <a:pt x="546" y="214"/>
                    <a:pt x="554" y="221"/>
                    <a:pt x="564" y="223"/>
                  </a:cubicBezTo>
                  <a:cubicBezTo>
                    <a:pt x="551" y="210"/>
                    <a:pt x="537" y="196"/>
                    <a:pt x="532" y="177"/>
                  </a:cubicBezTo>
                  <a:cubicBezTo>
                    <a:pt x="537" y="180"/>
                    <a:pt x="543" y="183"/>
                    <a:pt x="549" y="182"/>
                  </a:cubicBezTo>
                  <a:cubicBezTo>
                    <a:pt x="537" y="173"/>
                    <a:pt x="527" y="160"/>
                    <a:pt x="522" y="145"/>
                  </a:cubicBezTo>
                  <a:cubicBezTo>
                    <a:pt x="521" y="141"/>
                    <a:pt x="520" y="135"/>
                    <a:pt x="519" y="130"/>
                  </a:cubicBezTo>
                  <a:cubicBezTo>
                    <a:pt x="518" y="124"/>
                    <a:pt x="517" y="119"/>
                    <a:pt x="516" y="114"/>
                  </a:cubicBezTo>
                  <a:cubicBezTo>
                    <a:pt x="511" y="97"/>
                    <a:pt x="500" y="61"/>
                    <a:pt x="483" y="49"/>
                  </a:cubicBezTo>
                  <a:cubicBezTo>
                    <a:pt x="485" y="50"/>
                    <a:pt x="487" y="52"/>
                    <a:pt x="488" y="53"/>
                  </a:cubicBezTo>
                  <a:cubicBezTo>
                    <a:pt x="477" y="35"/>
                    <a:pt x="457" y="14"/>
                    <a:pt x="434" y="13"/>
                  </a:cubicBezTo>
                  <a:cubicBezTo>
                    <a:pt x="439" y="13"/>
                    <a:pt x="444" y="13"/>
                    <a:pt x="448" y="13"/>
                  </a:cubicBezTo>
                  <a:cubicBezTo>
                    <a:pt x="426" y="1"/>
                    <a:pt x="398" y="2"/>
                    <a:pt x="376" y="7"/>
                  </a:cubicBezTo>
                  <a:cubicBezTo>
                    <a:pt x="378" y="6"/>
                    <a:pt x="386" y="3"/>
                    <a:pt x="390" y="1"/>
                  </a:cubicBezTo>
                  <a:cubicBezTo>
                    <a:pt x="371" y="1"/>
                    <a:pt x="355" y="3"/>
                    <a:pt x="338" y="9"/>
                  </a:cubicBezTo>
                  <a:cubicBezTo>
                    <a:pt x="337" y="7"/>
                    <a:pt x="349" y="1"/>
                    <a:pt x="350" y="1"/>
                  </a:cubicBezTo>
                  <a:cubicBezTo>
                    <a:pt x="347" y="0"/>
                    <a:pt x="343" y="2"/>
                    <a:pt x="340" y="3"/>
                  </a:cubicBezTo>
                  <a:cubicBezTo>
                    <a:pt x="338" y="4"/>
                    <a:pt x="336" y="5"/>
                    <a:pt x="335" y="7"/>
                  </a:cubicBezTo>
                  <a:cubicBezTo>
                    <a:pt x="330" y="5"/>
                    <a:pt x="323" y="2"/>
                    <a:pt x="318" y="4"/>
                  </a:cubicBezTo>
                  <a:cubicBezTo>
                    <a:pt x="321" y="5"/>
                    <a:pt x="324" y="5"/>
                    <a:pt x="326" y="8"/>
                  </a:cubicBezTo>
                  <a:cubicBezTo>
                    <a:pt x="326" y="8"/>
                    <a:pt x="326" y="9"/>
                    <a:pt x="326" y="9"/>
                  </a:cubicBezTo>
                  <a:cubicBezTo>
                    <a:pt x="320" y="8"/>
                    <a:pt x="314" y="6"/>
                    <a:pt x="308" y="7"/>
                  </a:cubicBezTo>
                  <a:cubicBezTo>
                    <a:pt x="299" y="8"/>
                    <a:pt x="289" y="11"/>
                    <a:pt x="281" y="14"/>
                  </a:cubicBezTo>
                  <a:cubicBezTo>
                    <a:pt x="286" y="14"/>
                    <a:pt x="291" y="14"/>
                    <a:pt x="296" y="14"/>
                  </a:cubicBezTo>
                  <a:cubicBezTo>
                    <a:pt x="284" y="15"/>
                    <a:pt x="255" y="24"/>
                    <a:pt x="248" y="34"/>
                  </a:cubicBezTo>
                  <a:cubicBezTo>
                    <a:pt x="254" y="31"/>
                    <a:pt x="262" y="29"/>
                    <a:pt x="269" y="29"/>
                  </a:cubicBezTo>
                  <a:cubicBezTo>
                    <a:pt x="248" y="35"/>
                    <a:pt x="224" y="52"/>
                    <a:pt x="212" y="70"/>
                  </a:cubicBezTo>
                  <a:cubicBezTo>
                    <a:pt x="216" y="65"/>
                    <a:pt x="223" y="61"/>
                    <a:pt x="228" y="58"/>
                  </a:cubicBezTo>
                  <a:cubicBezTo>
                    <a:pt x="221" y="69"/>
                    <a:pt x="211" y="77"/>
                    <a:pt x="207" y="91"/>
                  </a:cubicBezTo>
                  <a:cubicBezTo>
                    <a:pt x="205" y="95"/>
                    <a:pt x="205" y="100"/>
                    <a:pt x="204" y="105"/>
                  </a:cubicBezTo>
                  <a:cubicBezTo>
                    <a:pt x="197" y="121"/>
                    <a:pt x="197" y="137"/>
                    <a:pt x="198" y="154"/>
                  </a:cubicBezTo>
                  <a:cubicBezTo>
                    <a:pt x="198" y="161"/>
                    <a:pt x="199" y="168"/>
                    <a:pt x="199" y="175"/>
                  </a:cubicBezTo>
                  <a:cubicBezTo>
                    <a:pt x="199" y="180"/>
                    <a:pt x="200" y="186"/>
                    <a:pt x="202" y="192"/>
                  </a:cubicBezTo>
                  <a:cubicBezTo>
                    <a:pt x="202" y="205"/>
                    <a:pt x="202" y="218"/>
                    <a:pt x="197" y="229"/>
                  </a:cubicBezTo>
                  <a:cubicBezTo>
                    <a:pt x="201" y="226"/>
                    <a:pt x="205" y="220"/>
                    <a:pt x="207" y="215"/>
                  </a:cubicBezTo>
                  <a:cubicBezTo>
                    <a:pt x="209" y="232"/>
                    <a:pt x="202" y="246"/>
                    <a:pt x="199" y="261"/>
                  </a:cubicBezTo>
                  <a:cubicBezTo>
                    <a:pt x="203" y="258"/>
                    <a:pt x="206" y="253"/>
                    <a:pt x="209" y="248"/>
                  </a:cubicBezTo>
                  <a:cubicBezTo>
                    <a:pt x="209" y="249"/>
                    <a:pt x="209" y="251"/>
                    <a:pt x="209" y="254"/>
                  </a:cubicBezTo>
                  <a:cubicBezTo>
                    <a:pt x="205" y="260"/>
                    <a:pt x="199" y="267"/>
                    <a:pt x="193" y="270"/>
                  </a:cubicBezTo>
                  <a:cubicBezTo>
                    <a:pt x="198" y="269"/>
                    <a:pt x="203" y="266"/>
                    <a:pt x="207" y="262"/>
                  </a:cubicBezTo>
                  <a:cubicBezTo>
                    <a:pt x="205" y="271"/>
                    <a:pt x="202" y="281"/>
                    <a:pt x="200" y="287"/>
                  </a:cubicBezTo>
                  <a:cubicBezTo>
                    <a:pt x="197" y="293"/>
                    <a:pt x="195" y="299"/>
                    <a:pt x="192" y="305"/>
                  </a:cubicBezTo>
                  <a:cubicBezTo>
                    <a:pt x="198" y="300"/>
                    <a:pt x="207" y="293"/>
                    <a:pt x="210" y="285"/>
                  </a:cubicBezTo>
                  <a:cubicBezTo>
                    <a:pt x="210" y="285"/>
                    <a:pt x="210" y="285"/>
                    <a:pt x="211" y="285"/>
                  </a:cubicBezTo>
                  <a:cubicBezTo>
                    <a:pt x="216" y="297"/>
                    <a:pt x="204" y="315"/>
                    <a:pt x="193" y="322"/>
                  </a:cubicBezTo>
                  <a:cubicBezTo>
                    <a:pt x="198" y="322"/>
                    <a:pt x="202" y="320"/>
                    <a:pt x="206" y="317"/>
                  </a:cubicBezTo>
                  <a:cubicBezTo>
                    <a:pt x="212" y="315"/>
                    <a:pt x="216" y="312"/>
                    <a:pt x="219" y="306"/>
                  </a:cubicBezTo>
                  <a:cubicBezTo>
                    <a:pt x="219" y="308"/>
                    <a:pt x="219" y="310"/>
                    <a:pt x="219" y="311"/>
                  </a:cubicBezTo>
                  <a:cubicBezTo>
                    <a:pt x="217" y="315"/>
                    <a:pt x="216" y="319"/>
                    <a:pt x="213" y="323"/>
                  </a:cubicBezTo>
                  <a:cubicBezTo>
                    <a:pt x="214" y="322"/>
                    <a:pt x="216" y="321"/>
                    <a:pt x="217" y="320"/>
                  </a:cubicBezTo>
                  <a:cubicBezTo>
                    <a:pt x="214" y="326"/>
                    <a:pt x="209" y="333"/>
                    <a:pt x="204" y="338"/>
                  </a:cubicBezTo>
                  <a:cubicBezTo>
                    <a:pt x="211" y="336"/>
                    <a:pt x="219" y="329"/>
                    <a:pt x="223" y="321"/>
                  </a:cubicBezTo>
                  <a:cubicBezTo>
                    <a:pt x="223" y="322"/>
                    <a:pt x="223" y="322"/>
                    <a:pt x="223" y="323"/>
                  </a:cubicBezTo>
                  <a:cubicBezTo>
                    <a:pt x="222" y="328"/>
                    <a:pt x="218" y="335"/>
                    <a:pt x="214" y="339"/>
                  </a:cubicBezTo>
                  <a:cubicBezTo>
                    <a:pt x="217" y="337"/>
                    <a:pt x="220" y="334"/>
                    <a:pt x="223" y="332"/>
                  </a:cubicBezTo>
                  <a:cubicBezTo>
                    <a:pt x="223" y="331"/>
                    <a:pt x="223" y="331"/>
                    <a:pt x="224" y="331"/>
                  </a:cubicBezTo>
                  <a:cubicBezTo>
                    <a:pt x="223" y="336"/>
                    <a:pt x="222" y="341"/>
                    <a:pt x="219" y="345"/>
                  </a:cubicBezTo>
                  <a:cubicBezTo>
                    <a:pt x="224" y="342"/>
                    <a:pt x="228" y="338"/>
                    <a:pt x="231" y="334"/>
                  </a:cubicBezTo>
                  <a:cubicBezTo>
                    <a:pt x="231" y="335"/>
                    <a:pt x="231" y="336"/>
                    <a:pt x="231" y="337"/>
                  </a:cubicBezTo>
                  <a:cubicBezTo>
                    <a:pt x="229" y="342"/>
                    <a:pt x="224" y="346"/>
                    <a:pt x="223" y="351"/>
                  </a:cubicBezTo>
                  <a:cubicBezTo>
                    <a:pt x="228" y="348"/>
                    <a:pt x="234" y="343"/>
                    <a:pt x="238" y="337"/>
                  </a:cubicBezTo>
                  <a:cubicBezTo>
                    <a:pt x="238" y="342"/>
                    <a:pt x="238" y="346"/>
                    <a:pt x="238" y="350"/>
                  </a:cubicBezTo>
                  <a:cubicBezTo>
                    <a:pt x="239" y="350"/>
                    <a:pt x="239" y="349"/>
                    <a:pt x="240" y="349"/>
                  </a:cubicBezTo>
                  <a:cubicBezTo>
                    <a:pt x="239" y="351"/>
                    <a:pt x="239" y="353"/>
                    <a:pt x="239" y="355"/>
                  </a:cubicBezTo>
                  <a:cubicBezTo>
                    <a:pt x="243" y="350"/>
                    <a:pt x="246" y="344"/>
                    <a:pt x="249" y="338"/>
                  </a:cubicBezTo>
                  <a:cubicBezTo>
                    <a:pt x="250" y="344"/>
                    <a:pt x="251" y="351"/>
                    <a:pt x="254" y="356"/>
                  </a:cubicBezTo>
                  <a:cubicBezTo>
                    <a:pt x="254" y="355"/>
                    <a:pt x="254" y="355"/>
                    <a:pt x="254" y="354"/>
                  </a:cubicBezTo>
                  <a:cubicBezTo>
                    <a:pt x="254" y="355"/>
                    <a:pt x="254" y="356"/>
                    <a:pt x="254" y="357"/>
                  </a:cubicBezTo>
                  <a:cubicBezTo>
                    <a:pt x="254" y="356"/>
                    <a:pt x="254" y="355"/>
                    <a:pt x="254" y="353"/>
                  </a:cubicBezTo>
                  <a:cubicBezTo>
                    <a:pt x="255" y="350"/>
                    <a:pt x="255" y="348"/>
                    <a:pt x="255" y="345"/>
                  </a:cubicBezTo>
                  <a:cubicBezTo>
                    <a:pt x="256" y="344"/>
                    <a:pt x="256" y="344"/>
                    <a:pt x="256" y="344"/>
                  </a:cubicBezTo>
                  <a:cubicBezTo>
                    <a:pt x="259" y="343"/>
                    <a:pt x="262" y="352"/>
                    <a:pt x="265" y="353"/>
                  </a:cubicBezTo>
                  <a:cubicBezTo>
                    <a:pt x="264" y="352"/>
                    <a:pt x="264" y="351"/>
                    <a:pt x="264" y="351"/>
                  </a:cubicBezTo>
                  <a:cubicBezTo>
                    <a:pt x="266" y="351"/>
                    <a:pt x="267" y="351"/>
                    <a:pt x="268" y="351"/>
                  </a:cubicBezTo>
                  <a:cubicBezTo>
                    <a:pt x="275" y="364"/>
                    <a:pt x="283" y="376"/>
                    <a:pt x="290" y="385"/>
                  </a:cubicBezTo>
                  <a:cubicBezTo>
                    <a:pt x="292" y="386"/>
                    <a:pt x="293" y="388"/>
                    <a:pt x="295" y="389"/>
                  </a:cubicBezTo>
                  <a:cubicBezTo>
                    <a:pt x="298" y="392"/>
                    <a:pt x="302" y="395"/>
                    <a:pt x="306" y="398"/>
                  </a:cubicBezTo>
                  <a:cubicBezTo>
                    <a:pt x="306" y="399"/>
                    <a:pt x="306" y="401"/>
                    <a:pt x="306" y="402"/>
                  </a:cubicBezTo>
                  <a:cubicBezTo>
                    <a:pt x="306" y="403"/>
                    <a:pt x="306" y="403"/>
                    <a:pt x="306" y="404"/>
                  </a:cubicBezTo>
                  <a:cubicBezTo>
                    <a:pt x="306" y="405"/>
                    <a:pt x="306" y="406"/>
                    <a:pt x="306" y="407"/>
                  </a:cubicBezTo>
                  <a:cubicBezTo>
                    <a:pt x="306" y="440"/>
                    <a:pt x="288" y="460"/>
                    <a:pt x="267" y="471"/>
                  </a:cubicBezTo>
                  <a:cubicBezTo>
                    <a:pt x="258" y="476"/>
                    <a:pt x="250" y="478"/>
                    <a:pt x="243" y="480"/>
                  </a:cubicBezTo>
                  <a:cubicBezTo>
                    <a:pt x="231" y="484"/>
                    <a:pt x="179" y="486"/>
                    <a:pt x="149" y="519"/>
                  </a:cubicBezTo>
                  <a:cubicBezTo>
                    <a:pt x="145" y="523"/>
                    <a:pt x="142" y="527"/>
                    <a:pt x="139" y="532"/>
                  </a:cubicBezTo>
                  <a:cubicBezTo>
                    <a:pt x="136" y="535"/>
                    <a:pt x="132" y="548"/>
                    <a:pt x="127" y="566"/>
                  </a:cubicBezTo>
                  <a:cubicBezTo>
                    <a:pt x="120" y="586"/>
                    <a:pt x="115" y="609"/>
                    <a:pt x="111" y="626"/>
                  </a:cubicBezTo>
                  <a:cubicBezTo>
                    <a:pt x="91" y="708"/>
                    <a:pt x="67" y="818"/>
                    <a:pt x="63" y="846"/>
                  </a:cubicBezTo>
                  <a:cubicBezTo>
                    <a:pt x="59" y="867"/>
                    <a:pt x="56" y="887"/>
                    <a:pt x="54" y="903"/>
                  </a:cubicBezTo>
                  <a:cubicBezTo>
                    <a:pt x="51" y="920"/>
                    <a:pt x="48" y="934"/>
                    <a:pt x="46" y="943"/>
                  </a:cubicBezTo>
                  <a:cubicBezTo>
                    <a:pt x="42" y="963"/>
                    <a:pt x="23" y="1017"/>
                    <a:pt x="24" y="1124"/>
                  </a:cubicBezTo>
                  <a:cubicBezTo>
                    <a:pt x="24" y="1143"/>
                    <a:pt x="23" y="1187"/>
                    <a:pt x="25" y="1216"/>
                  </a:cubicBezTo>
                  <a:cubicBezTo>
                    <a:pt x="29" y="1252"/>
                    <a:pt x="23" y="1330"/>
                    <a:pt x="18" y="1348"/>
                  </a:cubicBezTo>
                  <a:cubicBezTo>
                    <a:pt x="12" y="1370"/>
                    <a:pt x="6" y="1408"/>
                    <a:pt x="3" y="1414"/>
                  </a:cubicBezTo>
                  <a:cubicBezTo>
                    <a:pt x="0" y="1419"/>
                    <a:pt x="6" y="1426"/>
                    <a:pt x="9" y="1432"/>
                  </a:cubicBezTo>
                  <a:cubicBezTo>
                    <a:pt x="12" y="1438"/>
                    <a:pt x="12" y="1443"/>
                    <a:pt x="16" y="1451"/>
                  </a:cubicBezTo>
                  <a:cubicBezTo>
                    <a:pt x="19" y="1457"/>
                    <a:pt x="28" y="1470"/>
                    <a:pt x="33" y="1477"/>
                  </a:cubicBezTo>
                  <a:cubicBezTo>
                    <a:pt x="38" y="1485"/>
                    <a:pt x="57" y="1493"/>
                    <a:pt x="72" y="1498"/>
                  </a:cubicBezTo>
                  <a:cubicBezTo>
                    <a:pt x="82" y="1501"/>
                    <a:pt x="101" y="1511"/>
                    <a:pt x="103" y="1507"/>
                  </a:cubicBezTo>
                  <a:cubicBezTo>
                    <a:pt x="106" y="1499"/>
                    <a:pt x="105" y="1492"/>
                    <a:pt x="99" y="1488"/>
                  </a:cubicBezTo>
                  <a:cubicBezTo>
                    <a:pt x="100" y="1488"/>
                    <a:pt x="100" y="1488"/>
                    <a:pt x="101" y="1488"/>
                  </a:cubicBezTo>
                  <a:cubicBezTo>
                    <a:pt x="101" y="1488"/>
                    <a:pt x="101" y="1488"/>
                    <a:pt x="101" y="1488"/>
                  </a:cubicBezTo>
                  <a:cubicBezTo>
                    <a:pt x="101" y="1488"/>
                    <a:pt x="102" y="1487"/>
                    <a:pt x="102" y="1487"/>
                  </a:cubicBezTo>
                  <a:cubicBezTo>
                    <a:pt x="102" y="1487"/>
                    <a:pt x="102" y="1487"/>
                    <a:pt x="102" y="1487"/>
                  </a:cubicBezTo>
                  <a:cubicBezTo>
                    <a:pt x="102" y="1487"/>
                    <a:pt x="102" y="1487"/>
                    <a:pt x="102" y="1487"/>
                  </a:cubicBezTo>
                  <a:cubicBezTo>
                    <a:pt x="103" y="1487"/>
                    <a:pt x="103" y="1487"/>
                    <a:pt x="103" y="1486"/>
                  </a:cubicBezTo>
                  <a:cubicBezTo>
                    <a:pt x="103" y="1486"/>
                    <a:pt x="103" y="1486"/>
                    <a:pt x="103" y="1486"/>
                  </a:cubicBezTo>
                  <a:cubicBezTo>
                    <a:pt x="103" y="1486"/>
                    <a:pt x="104" y="1486"/>
                    <a:pt x="104" y="1485"/>
                  </a:cubicBezTo>
                  <a:cubicBezTo>
                    <a:pt x="104" y="1485"/>
                    <a:pt x="104" y="1485"/>
                    <a:pt x="104" y="1484"/>
                  </a:cubicBezTo>
                  <a:cubicBezTo>
                    <a:pt x="105" y="1482"/>
                    <a:pt x="105" y="1480"/>
                    <a:pt x="103" y="1476"/>
                  </a:cubicBezTo>
                  <a:cubicBezTo>
                    <a:pt x="103" y="1476"/>
                    <a:pt x="103" y="1475"/>
                    <a:pt x="104" y="1475"/>
                  </a:cubicBezTo>
                  <a:cubicBezTo>
                    <a:pt x="104" y="1474"/>
                    <a:pt x="104" y="1474"/>
                    <a:pt x="104" y="1474"/>
                  </a:cubicBezTo>
                  <a:cubicBezTo>
                    <a:pt x="104" y="1473"/>
                    <a:pt x="104" y="1473"/>
                    <a:pt x="104" y="1473"/>
                  </a:cubicBezTo>
                  <a:cubicBezTo>
                    <a:pt x="104" y="1473"/>
                    <a:pt x="104" y="1473"/>
                    <a:pt x="104" y="1472"/>
                  </a:cubicBezTo>
                  <a:cubicBezTo>
                    <a:pt x="104" y="1472"/>
                    <a:pt x="104" y="1472"/>
                    <a:pt x="104" y="1472"/>
                  </a:cubicBezTo>
                  <a:cubicBezTo>
                    <a:pt x="104" y="1472"/>
                    <a:pt x="104" y="1472"/>
                    <a:pt x="104" y="1471"/>
                  </a:cubicBezTo>
                  <a:cubicBezTo>
                    <a:pt x="104" y="1471"/>
                    <a:pt x="104" y="1471"/>
                    <a:pt x="104" y="1471"/>
                  </a:cubicBezTo>
                  <a:cubicBezTo>
                    <a:pt x="103" y="1471"/>
                    <a:pt x="103" y="1471"/>
                    <a:pt x="103" y="1470"/>
                  </a:cubicBezTo>
                  <a:cubicBezTo>
                    <a:pt x="103" y="1470"/>
                    <a:pt x="103" y="1470"/>
                    <a:pt x="103" y="1470"/>
                  </a:cubicBezTo>
                  <a:cubicBezTo>
                    <a:pt x="103" y="1470"/>
                    <a:pt x="103" y="1470"/>
                    <a:pt x="103" y="1470"/>
                  </a:cubicBezTo>
                  <a:cubicBezTo>
                    <a:pt x="102" y="1469"/>
                    <a:pt x="101" y="1468"/>
                    <a:pt x="100" y="1467"/>
                  </a:cubicBezTo>
                  <a:cubicBezTo>
                    <a:pt x="100" y="1467"/>
                    <a:pt x="100" y="1467"/>
                    <a:pt x="100" y="1467"/>
                  </a:cubicBezTo>
                  <a:cubicBezTo>
                    <a:pt x="101" y="1467"/>
                    <a:pt x="101" y="1467"/>
                    <a:pt x="101" y="1467"/>
                  </a:cubicBezTo>
                  <a:cubicBezTo>
                    <a:pt x="100" y="1466"/>
                    <a:pt x="100" y="1466"/>
                    <a:pt x="100" y="1466"/>
                  </a:cubicBezTo>
                  <a:cubicBezTo>
                    <a:pt x="100" y="1466"/>
                    <a:pt x="100" y="1466"/>
                    <a:pt x="100" y="1466"/>
                  </a:cubicBezTo>
                  <a:cubicBezTo>
                    <a:pt x="101" y="1466"/>
                    <a:pt x="102" y="1465"/>
                    <a:pt x="103" y="1463"/>
                  </a:cubicBezTo>
                  <a:cubicBezTo>
                    <a:pt x="106" y="1454"/>
                    <a:pt x="105" y="1434"/>
                    <a:pt x="103" y="1423"/>
                  </a:cubicBezTo>
                  <a:cubicBezTo>
                    <a:pt x="104" y="1413"/>
                    <a:pt x="104" y="1381"/>
                    <a:pt x="96" y="1359"/>
                  </a:cubicBezTo>
                  <a:cubicBezTo>
                    <a:pt x="90" y="1345"/>
                    <a:pt x="85" y="1334"/>
                    <a:pt x="85" y="1325"/>
                  </a:cubicBezTo>
                  <a:cubicBezTo>
                    <a:pt x="85" y="1325"/>
                    <a:pt x="85" y="1324"/>
                    <a:pt x="85" y="1323"/>
                  </a:cubicBezTo>
                  <a:cubicBezTo>
                    <a:pt x="85" y="1323"/>
                    <a:pt x="84" y="1322"/>
                    <a:pt x="84" y="1321"/>
                  </a:cubicBezTo>
                  <a:cubicBezTo>
                    <a:pt x="84" y="1321"/>
                    <a:pt x="84" y="1321"/>
                    <a:pt x="84" y="1321"/>
                  </a:cubicBezTo>
                  <a:cubicBezTo>
                    <a:pt x="83" y="1296"/>
                    <a:pt x="94" y="1204"/>
                    <a:pt x="105" y="1151"/>
                  </a:cubicBezTo>
                  <a:cubicBezTo>
                    <a:pt x="108" y="1137"/>
                    <a:pt x="112" y="1123"/>
                    <a:pt x="117" y="1110"/>
                  </a:cubicBezTo>
                  <a:cubicBezTo>
                    <a:pt x="121" y="1096"/>
                    <a:pt x="124" y="1082"/>
                    <a:pt x="127" y="1068"/>
                  </a:cubicBezTo>
                  <a:cubicBezTo>
                    <a:pt x="139" y="1010"/>
                    <a:pt x="139" y="966"/>
                    <a:pt x="141" y="954"/>
                  </a:cubicBezTo>
                  <a:cubicBezTo>
                    <a:pt x="144" y="939"/>
                    <a:pt x="187" y="737"/>
                    <a:pt x="193" y="703"/>
                  </a:cubicBezTo>
                  <a:cubicBezTo>
                    <a:pt x="192" y="737"/>
                    <a:pt x="192" y="737"/>
                    <a:pt x="192" y="737"/>
                  </a:cubicBezTo>
                  <a:cubicBezTo>
                    <a:pt x="188" y="794"/>
                    <a:pt x="188" y="794"/>
                    <a:pt x="188" y="794"/>
                  </a:cubicBezTo>
                  <a:cubicBezTo>
                    <a:pt x="189" y="801"/>
                    <a:pt x="189" y="809"/>
                    <a:pt x="190" y="817"/>
                  </a:cubicBezTo>
                  <a:cubicBezTo>
                    <a:pt x="189" y="826"/>
                    <a:pt x="189" y="826"/>
                    <a:pt x="189" y="826"/>
                  </a:cubicBezTo>
                  <a:cubicBezTo>
                    <a:pt x="190" y="830"/>
                    <a:pt x="190" y="834"/>
                    <a:pt x="190" y="838"/>
                  </a:cubicBezTo>
                  <a:cubicBezTo>
                    <a:pt x="191" y="879"/>
                    <a:pt x="190" y="925"/>
                    <a:pt x="191" y="941"/>
                  </a:cubicBezTo>
                  <a:cubicBezTo>
                    <a:pt x="192" y="971"/>
                    <a:pt x="183" y="1003"/>
                    <a:pt x="186" y="1054"/>
                  </a:cubicBezTo>
                  <a:cubicBezTo>
                    <a:pt x="187" y="1081"/>
                    <a:pt x="185" y="1134"/>
                    <a:pt x="173" y="1201"/>
                  </a:cubicBezTo>
                  <a:cubicBezTo>
                    <a:pt x="165" y="1234"/>
                    <a:pt x="165" y="1262"/>
                    <a:pt x="165" y="1302"/>
                  </a:cubicBezTo>
                  <a:cubicBezTo>
                    <a:pt x="163" y="1380"/>
                    <a:pt x="163" y="1487"/>
                    <a:pt x="175" y="1577"/>
                  </a:cubicBezTo>
                  <a:cubicBezTo>
                    <a:pt x="176" y="1582"/>
                    <a:pt x="177" y="1586"/>
                    <a:pt x="177" y="1591"/>
                  </a:cubicBezTo>
                  <a:cubicBezTo>
                    <a:pt x="186" y="1657"/>
                    <a:pt x="205" y="1735"/>
                    <a:pt x="214" y="1782"/>
                  </a:cubicBezTo>
                  <a:cubicBezTo>
                    <a:pt x="223" y="1831"/>
                    <a:pt x="215" y="1854"/>
                    <a:pt x="217" y="1886"/>
                  </a:cubicBezTo>
                  <a:cubicBezTo>
                    <a:pt x="219" y="1902"/>
                    <a:pt x="204" y="1988"/>
                    <a:pt x="220" y="2097"/>
                  </a:cubicBezTo>
                  <a:cubicBezTo>
                    <a:pt x="222" y="2115"/>
                    <a:pt x="225" y="2133"/>
                    <a:pt x="229" y="2150"/>
                  </a:cubicBezTo>
                  <a:cubicBezTo>
                    <a:pt x="229" y="2151"/>
                    <a:pt x="229" y="2152"/>
                    <a:pt x="230" y="2153"/>
                  </a:cubicBezTo>
                  <a:cubicBezTo>
                    <a:pt x="246" y="2234"/>
                    <a:pt x="260" y="2305"/>
                    <a:pt x="265" y="2325"/>
                  </a:cubicBezTo>
                  <a:cubicBezTo>
                    <a:pt x="276" y="2372"/>
                    <a:pt x="266" y="2377"/>
                    <a:pt x="271" y="2400"/>
                  </a:cubicBezTo>
                  <a:cubicBezTo>
                    <a:pt x="275" y="2424"/>
                    <a:pt x="276" y="2421"/>
                    <a:pt x="263" y="2444"/>
                  </a:cubicBezTo>
                  <a:cubicBezTo>
                    <a:pt x="251" y="2459"/>
                    <a:pt x="231" y="2491"/>
                    <a:pt x="225" y="2499"/>
                  </a:cubicBezTo>
                  <a:cubicBezTo>
                    <a:pt x="218" y="2506"/>
                    <a:pt x="222" y="2513"/>
                    <a:pt x="225" y="2518"/>
                  </a:cubicBezTo>
                  <a:cubicBezTo>
                    <a:pt x="224" y="2518"/>
                    <a:pt x="224" y="2519"/>
                    <a:pt x="224" y="2520"/>
                  </a:cubicBezTo>
                  <a:cubicBezTo>
                    <a:pt x="224" y="2520"/>
                    <a:pt x="224" y="2520"/>
                    <a:pt x="224" y="2520"/>
                  </a:cubicBezTo>
                  <a:cubicBezTo>
                    <a:pt x="224" y="2521"/>
                    <a:pt x="224" y="2521"/>
                    <a:pt x="224" y="2522"/>
                  </a:cubicBezTo>
                  <a:cubicBezTo>
                    <a:pt x="224" y="2522"/>
                    <a:pt x="224" y="2522"/>
                    <a:pt x="224" y="2522"/>
                  </a:cubicBezTo>
                  <a:cubicBezTo>
                    <a:pt x="224" y="2523"/>
                    <a:pt x="224" y="2523"/>
                    <a:pt x="224" y="2523"/>
                  </a:cubicBezTo>
                  <a:cubicBezTo>
                    <a:pt x="224" y="2524"/>
                    <a:pt x="224" y="2524"/>
                    <a:pt x="224" y="2524"/>
                  </a:cubicBezTo>
                  <a:cubicBezTo>
                    <a:pt x="224" y="2524"/>
                    <a:pt x="224" y="2525"/>
                    <a:pt x="224" y="2525"/>
                  </a:cubicBezTo>
                  <a:cubicBezTo>
                    <a:pt x="224" y="2525"/>
                    <a:pt x="224" y="2525"/>
                    <a:pt x="224" y="2526"/>
                  </a:cubicBezTo>
                  <a:cubicBezTo>
                    <a:pt x="225" y="2526"/>
                    <a:pt x="225" y="2526"/>
                    <a:pt x="225" y="2527"/>
                  </a:cubicBezTo>
                  <a:cubicBezTo>
                    <a:pt x="225" y="2527"/>
                    <a:pt x="225" y="2527"/>
                    <a:pt x="225" y="2527"/>
                  </a:cubicBezTo>
                  <a:cubicBezTo>
                    <a:pt x="225" y="2527"/>
                    <a:pt x="226" y="2528"/>
                    <a:pt x="226" y="2528"/>
                  </a:cubicBezTo>
                  <a:cubicBezTo>
                    <a:pt x="226" y="2528"/>
                    <a:pt x="226" y="2528"/>
                    <a:pt x="226" y="2529"/>
                  </a:cubicBezTo>
                  <a:cubicBezTo>
                    <a:pt x="226" y="2529"/>
                    <a:pt x="227" y="2529"/>
                    <a:pt x="227" y="2529"/>
                  </a:cubicBezTo>
                  <a:cubicBezTo>
                    <a:pt x="227" y="2529"/>
                    <a:pt x="227" y="2530"/>
                    <a:pt x="227" y="2530"/>
                  </a:cubicBezTo>
                  <a:cubicBezTo>
                    <a:pt x="228" y="2530"/>
                    <a:pt x="228" y="2530"/>
                    <a:pt x="228" y="2530"/>
                  </a:cubicBezTo>
                  <a:cubicBezTo>
                    <a:pt x="228" y="2531"/>
                    <a:pt x="229" y="2531"/>
                    <a:pt x="229" y="2531"/>
                  </a:cubicBezTo>
                  <a:cubicBezTo>
                    <a:pt x="229" y="2531"/>
                    <a:pt x="229" y="2531"/>
                    <a:pt x="229" y="2531"/>
                  </a:cubicBezTo>
                  <a:cubicBezTo>
                    <a:pt x="230" y="2532"/>
                    <a:pt x="230" y="2532"/>
                    <a:pt x="230" y="2532"/>
                  </a:cubicBezTo>
                  <a:cubicBezTo>
                    <a:pt x="230" y="2532"/>
                    <a:pt x="231" y="2532"/>
                    <a:pt x="231" y="2532"/>
                  </a:cubicBezTo>
                  <a:cubicBezTo>
                    <a:pt x="231" y="2533"/>
                    <a:pt x="232" y="2533"/>
                    <a:pt x="232" y="2533"/>
                  </a:cubicBezTo>
                  <a:cubicBezTo>
                    <a:pt x="232" y="2533"/>
                    <a:pt x="232" y="2533"/>
                    <a:pt x="232" y="2533"/>
                  </a:cubicBezTo>
                  <a:cubicBezTo>
                    <a:pt x="233" y="2533"/>
                    <a:pt x="233" y="2533"/>
                    <a:pt x="233" y="2534"/>
                  </a:cubicBezTo>
                  <a:cubicBezTo>
                    <a:pt x="233" y="2534"/>
                    <a:pt x="234" y="2534"/>
                    <a:pt x="234" y="2534"/>
                  </a:cubicBezTo>
                  <a:cubicBezTo>
                    <a:pt x="234" y="2534"/>
                    <a:pt x="234" y="2534"/>
                    <a:pt x="235" y="2534"/>
                  </a:cubicBezTo>
                  <a:cubicBezTo>
                    <a:pt x="235" y="2534"/>
                    <a:pt x="235" y="2534"/>
                    <a:pt x="235" y="2534"/>
                  </a:cubicBezTo>
                  <a:cubicBezTo>
                    <a:pt x="235" y="2534"/>
                    <a:pt x="236" y="2534"/>
                    <a:pt x="236" y="2534"/>
                  </a:cubicBezTo>
                  <a:cubicBezTo>
                    <a:pt x="236" y="2534"/>
                    <a:pt x="236" y="2534"/>
                    <a:pt x="236" y="2535"/>
                  </a:cubicBezTo>
                  <a:cubicBezTo>
                    <a:pt x="237" y="2535"/>
                    <a:pt x="237" y="2535"/>
                    <a:pt x="237" y="2535"/>
                  </a:cubicBezTo>
                  <a:cubicBezTo>
                    <a:pt x="237" y="2535"/>
                    <a:pt x="238" y="2535"/>
                    <a:pt x="238" y="2535"/>
                  </a:cubicBezTo>
                  <a:cubicBezTo>
                    <a:pt x="238" y="2535"/>
                    <a:pt x="238" y="2535"/>
                    <a:pt x="238" y="2535"/>
                  </a:cubicBezTo>
                  <a:cubicBezTo>
                    <a:pt x="238" y="2535"/>
                    <a:pt x="239" y="2535"/>
                    <a:pt x="239" y="2535"/>
                  </a:cubicBezTo>
                  <a:cubicBezTo>
                    <a:pt x="239" y="2535"/>
                    <a:pt x="238" y="2536"/>
                    <a:pt x="239" y="2537"/>
                  </a:cubicBezTo>
                  <a:cubicBezTo>
                    <a:pt x="239" y="2537"/>
                    <a:pt x="239" y="2537"/>
                    <a:pt x="239" y="2537"/>
                  </a:cubicBezTo>
                  <a:cubicBezTo>
                    <a:pt x="239" y="2537"/>
                    <a:pt x="239" y="2538"/>
                    <a:pt x="239" y="2538"/>
                  </a:cubicBezTo>
                  <a:cubicBezTo>
                    <a:pt x="239" y="2538"/>
                    <a:pt x="239" y="2538"/>
                    <a:pt x="239" y="2538"/>
                  </a:cubicBezTo>
                  <a:cubicBezTo>
                    <a:pt x="239" y="2539"/>
                    <a:pt x="240" y="2540"/>
                    <a:pt x="240" y="2540"/>
                  </a:cubicBezTo>
                  <a:cubicBezTo>
                    <a:pt x="240" y="2540"/>
                    <a:pt x="240" y="2540"/>
                    <a:pt x="240" y="2540"/>
                  </a:cubicBezTo>
                  <a:cubicBezTo>
                    <a:pt x="240" y="2541"/>
                    <a:pt x="241" y="2541"/>
                    <a:pt x="241" y="2541"/>
                  </a:cubicBezTo>
                  <a:cubicBezTo>
                    <a:pt x="241" y="2541"/>
                    <a:pt x="241" y="2541"/>
                    <a:pt x="241" y="2541"/>
                  </a:cubicBezTo>
                  <a:cubicBezTo>
                    <a:pt x="242" y="2542"/>
                    <a:pt x="242" y="2542"/>
                    <a:pt x="243" y="2543"/>
                  </a:cubicBezTo>
                  <a:cubicBezTo>
                    <a:pt x="243" y="2543"/>
                    <a:pt x="243" y="2543"/>
                    <a:pt x="243" y="2543"/>
                  </a:cubicBezTo>
                  <a:cubicBezTo>
                    <a:pt x="244" y="2543"/>
                    <a:pt x="244" y="2543"/>
                    <a:pt x="245" y="2543"/>
                  </a:cubicBezTo>
                  <a:cubicBezTo>
                    <a:pt x="245" y="2543"/>
                    <a:pt x="245" y="2544"/>
                    <a:pt x="245" y="2544"/>
                  </a:cubicBezTo>
                  <a:cubicBezTo>
                    <a:pt x="246" y="2544"/>
                    <a:pt x="247" y="2544"/>
                    <a:pt x="247" y="2544"/>
                  </a:cubicBezTo>
                  <a:cubicBezTo>
                    <a:pt x="247" y="2544"/>
                    <a:pt x="247" y="2544"/>
                    <a:pt x="247" y="2544"/>
                  </a:cubicBezTo>
                  <a:cubicBezTo>
                    <a:pt x="248" y="2544"/>
                    <a:pt x="249" y="2544"/>
                    <a:pt x="250" y="2545"/>
                  </a:cubicBezTo>
                  <a:cubicBezTo>
                    <a:pt x="250" y="2545"/>
                    <a:pt x="250" y="2545"/>
                    <a:pt x="250" y="2545"/>
                  </a:cubicBezTo>
                  <a:cubicBezTo>
                    <a:pt x="251" y="2545"/>
                    <a:pt x="251" y="2545"/>
                    <a:pt x="252" y="2545"/>
                  </a:cubicBezTo>
                  <a:cubicBezTo>
                    <a:pt x="252" y="2545"/>
                    <a:pt x="252" y="2545"/>
                    <a:pt x="253" y="2545"/>
                  </a:cubicBezTo>
                  <a:cubicBezTo>
                    <a:pt x="253" y="2545"/>
                    <a:pt x="254" y="2545"/>
                    <a:pt x="255" y="2545"/>
                  </a:cubicBezTo>
                  <a:cubicBezTo>
                    <a:pt x="255" y="2545"/>
                    <a:pt x="255" y="2545"/>
                    <a:pt x="255" y="2545"/>
                  </a:cubicBezTo>
                  <a:cubicBezTo>
                    <a:pt x="256" y="2545"/>
                    <a:pt x="257" y="2545"/>
                    <a:pt x="257" y="2545"/>
                  </a:cubicBezTo>
                  <a:cubicBezTo>
                    <a:pt x="258" y="2545"/>
                    <a:pt x="258" y="2545"/>
                    <a:pt x="258" y="2545"/>
                  </a:cubicBezTo>
                  <a:cubicBezTo>
                    <a:pt x="259" y="2545"/>
                    <a:pt x="259" y="2545"/>
                    <a:pt x="260" y="2544"/>
                  </a:cubicBezTo>
                  <a:cubicBezTo>
                    <a:pt x="260" y="2544"/>
                    <a:pt x="261" y="2544"/>
                    <a:pt x="261" y="2544"/>
                  </a:cubicBezTo>
                  <a:cubicBezTo>
                    <a:pt x="261" y="2544"/>
                    <a:pt x="262" y="2544"/>
                    <a:pt x="262" y="2544"/>
                  </a:cubicBezTo>
                  <a:cubicBezTo>
                    <a:pt x="263" y="2544"/>
                    <a:pt x="263" y="2544"/>
                    <a:pt x="263" y="2544"/>
                  </a:cubicBezTo>
                  <a:cubicBezTo>
                    <a:pt x="264" y="2544"/>
                    <a:pt x="264" y="2544"/>
                    <a:pt x="265" y="2543"/>
                  </a:cubicBezTo>
                  <a:cubicBezTo>
                    <a:pt x="265" y="2543"/>
                    <a:pt x="265" y="2543"/>
                    <a:pt x="266" y="2543"/>
                  </a:cubicBezTo>
                  <a:cubicBezTo>
                    <a:pt x="266" y="2543"/>
                    <a:pt x="266" y="2543"/>
                    <a:pt x="267" y="2543"/>
                  </a:cubicBezTo>
                  <a:cubicBezTo>
                    <a:pt x="267" y="2542"/>
                    <a:pt x="267" y="2542"/>
                    <a:pt x="268" y="2542"/>
                  </a:cubicBezTo>
                  <a:cubicBezTo>
                    <a:pt x="268" y="2542"/>
                    <a:pt x="268" y="2542"/>
                    <a:pt x="268" y="2542"/>
                  </a:cubicBezTo>
                  <a:cubicBezTo>
                    <a:pt x="269" y="2541"/>
                    <a:pt x="269" y="2541"/>
                    <a:pt x="270" y="2541"/>
                  </a:cubicBezTo>
                  <a:cubicBezTo>
                    <a:pt x="277" y="2548"/>
                    <a:pt x="297" y="2548"/>
                    <a:pt x="305" y="2539"/>
                  </a:cubicBezTo>
                  <a:cubicBezTo>
                    <a:pt x="318" y="2549"/>
                    <a:pt x="340" y="2549"/>
                    <a:pt x="354" y="2536"/>
                  </a:cubicBezTo>
                  <a:cubicBezTo>
                    <a:pt x="368" y="2523"/>
                    <a:pt x="370" y="2510"/>
                    <a:pt x="368" y="2498"/>
                  </a:cubicBezTo>
                  <a:cubicBezTo>
                    <a:pt x="367" y="2485"/>
                    <a:pt x="370" y="2480"/>
                    <a:pt x="373" y="2465"/>
                  </a:cubicBezTo>
                  <a:cubicBezTo>
                    <a:pt x="376" y="2449"/>
                    <a:pt x="378" y="2436"/>
                    <a:pt x="372" y="2425"/>
                  </a:cubicBezTo>
                  <a:cubicBezTo>
                    <a:pt x="365" y="2414"/>
                    <a:pt x="365" y="2408"/>
                    <a:pt x="365" y="2397"/>
                  </a:cubicBezTo>
                  <a:cubicBezTo>
                    <a:pt x="365" y="2386"/>
                    <a:pt x="370" y="2368"/>
                    <a:pt x="362" y="2354"/>
                  </a:cubicBezTo>
                  <a:cubicBezTo>
                    <a:pt x="354" y="2340"/>
                    <a:pt x="344" y="2305"/>
                    <a:pt x="346" y="2268"/>
                  </a:cubicBezTo>
                  <a:cubicBezTo>
                    <a:pt x="348" y="2231"/>
                    <a:pt x="378" y="2022"/>
                    <a:pt x="365" y="1951"/>
                  </a:cubicBezTo>
                  <a:cubicBezTo>
                    <a:pt x="352" y="1879"/>
                    <a:pt x="357" y="1865"/>
                    <a:pt x="360" y="1840"/>
                  </a:cubicBezTo>
                  <a:cubicBezTo>
                    <a:pt x="363" y="1816"/>
                    <a:pt x="371" y="1777"/>
                    <a:pt x="364" y="1725"/>
                  </a:cubicBezTo>
                  <a:cubicBezTo>
                    <a:pt x="361" y="1706"/>
                    <a:pt x="362" y="1622"/>
                    <a:pt x="363" y="1538"/>
                  </a:cubicBezTo>
                  <a:cubicBezTo>
                    <a:pt x="363" y="1484"/>
                    <a:pt x="368" y="1419"/>
                    <a:pt x="364" y="1398"/>
                  </a:cubicBezTo>
                  <a:cubicBezTo>
                    <a:pt x="368" y="1399"/>
                    <a:pt x="372" y="1400"/>
                    <a:pt x="376" y="1400"/>
                  </a:cubicBezTo>
                  <a:cubicBezTo>
                    <a:pt x="377" y="1400"/>
                    <a:pt x="377" y="1400"/>
                    <a:pt x="377" y="1400"/>
                  </a:cubicBezTo>
                  <a:cubicBezTo>
                    <a:pt x="382" y="1400"/>
                    <a:pt x="387" y="1399"/>
                    <a:pt x="392" y="1397"/>
                  </a:cubicBezTo>
                  <a:cubicBezTo>
                    <a:pt x="392" y="1398"/>
                    <a:pt x="392" y="1398"/>
                    <a:pt x="392" y="1398"/>
                  </a:cubicBezTo>
                  <a:cubicBezTo>
                    <a:pt x="391" y="1399"/>
                    <a:pt x="391" y="1401"/>
                    <a:pt x="391" y="1405"/>
                  </a:cubicBezTo>
                  <a:cubicBezTo>
                    <a:pt x="389" y="1431"/>
                    <a:pt x="392" y="1489"/>
                    <a:pt x="393" y="1538"/>
                  </a:cubicBezTo>
                  <a:cubicBezTo>
                    <a:pt x="393" y="1622"/>
                    <a:pt x="394" y="1706"/>
                    <a:pt x="391" y="1725"/>
                  </a:cubicBezTo>
                  <a:cubicBezTo>
                    <a:pt x="384" y="1777"/>
                    <a:pt x="392" y="1816"/>
                    <a:pt x="395" y="1840"/>
                  </a:cubicBezTo>
                  <a:cubicBezTo>
                    <a:pt x="398" y="1865"/>
                    <a:pt x="403" y="1879"/>
                    <a:pt x="390" y="1951"/>
                  </a:cubicBezTo>
                  <a:cubicBezTo>
                    <a:pt x="378" y="2022"/>
                    <a:pt x="408" y="2231"/>
                    <a:pt x="409" y="2268"/>
                  </a:cubicBezTo>
                  <a:cubicBezTo>
                    <a:pt x="411" y="2305"/>
                    <a:pt x="402" y="2340"/>
                    <a:pt x="394" y="2354"/>
                  </a:cubicBezTo>
                  <a:cubicBezTo>
                    <a:pt x="386" y="2368"/>
                    <a:pt x="390" y="2386"/>
                    <a:pt x="390" y="2397"/>
                  </a:cubicBezTo>
                  <a:cubicBezTo>
                    <a:pt x="390" y="2408"/>
                    <a:pt x="390" y="2414"/>
                    <a:pt x="384" y="2425"/>
                  </a:cubicBezTo>
                  <a:cubicBezTo>
                    <a:pt x="377" y="2436"/>
                    <a:pt x="379" y="2449"/>
                    <a:pt x="383" y="2465"/>
                  </a:cubicBezTo>
                  <a:cubicBezTo>
                    <a:pt x="386" y="2480"/>
                    <a:pt x="389" y="2485"/>
                    <a:pt x="387" y="2498"/>
                  </a:cubicBezTo>
                  <a:cubicBezTo>
                    <a:pt x="386" y="2510"/>
                    <a:pt x="387" y="2523"/>
                    <a:pt x="402" y="2536"/>
                  </a:cubicBezTo>
                  <a:cubicBezTo>
                    <a:pt x="416" y="2549"/>
                    <a:pt x="438" y="2549"/>
                    <a:pt x="450" y="2539"/>
                  </a:cubicBezTo>
                  <a:cubicBezTo>
                    <a:pt x="458" y="2548"/>
                    <a:pt x="478" y="2548"/>
                    <a:pt x="486" y="2541"/>
                  </a:cubicBezTo>
                  <a:cubicBezTo>
                    <a:pt x="486" y="2541"/>
                    <a:pt x="487" y="2541"/>
                    <a:pt x="487" y="2542"/>
                  </a:cubicBezTo>
                  <a:cubicBezTo>
                    <a:pt x="487" y="2542"/>
                    <a:pt x="487" y="2542"/>
                    <a:pt x="488" y="2542"/>
                  </a:cubicBezTo>
                  <a:cubicBezTo>
                    <a:pt x="488" y="2542"/>
                    <a:pt x="488" y="2542"/>
                    <a:pt x="489" y="2543"/>
                  </a:cubicBezTo>
                  <a:cubicBezTo>
                    <a:pt x="489" y="2543"/>
                    <a:pt x="489" y="2543"/>
                    <a:pt x="490" y="2543"/>
                  </a:cubicBezTo>
                  <a:cubicBezTo>
                    <a:pt x="490" y="2543"/>
                    <a:pt x="490" y="2543"/>
                    <a:pt x="491" y="2543"/>
                  </a:cubicBezTo>
                  <a:cubicBezTo>
                    <a:pt x="491" y="2544"/>
                    <a:pt x="492" y="2544"/>
                    <a:pt x="492" y="2544"/>
                  </a:cubicBezTo>
                  <a:cubicBezTo>
                    <a:pt x="492" y="2544"/>
                    <a:pt x="493" y="2544"/>
                    <a:pt x="493" y="2544"/>
                  </a:cubicBezTo>
                  <a:cubicBezTo>
                    <a:pt x="494" y="2544"/>
                    <a:pt x="494" y="2544"/>
                    <a:pt x="495" y="2544"/>
                  </a:cubicBezTo>
                  <a:cubicBezTo>
                    <a:pt x="495" y="2544"/>
                    <a:pt x="495" y="2544"/>
                    <a:pt x="496" y="2544"/>
                  </a:cubicBezTo>
                  <a:cubicBezTo>
                    <a:pt x="496" y="2545"/>
                    <a:pt x="497" y="2545"/>
                    <a:pt x="497" y="2545"/>
                  </a:cubicBezTo>
                  <a:cubicBezTo>
                    <a:pt x="498" y="2545"/>
                    <a:pt x="498" y="2545"/>
                    <a:pt x="498" y="2545"/>
                  </a:cubicBezTo>
                  <a:cubicBezTo>
                    <a:pt x="499" y="2545"/>
                    <a:pt x="499" y="2545"/>
                    <a:pt x="500" y="2545"/>
                  </a:cubicBezTo>
                  <a:cubicBezTo>
                    <a:pt x="500" y="2545"/>
                    <a:pt x="500" y="2545"/>
                    <a:pt x="501" y="2545"/>
                  </a:cubicBezTo>
                  <a:cubicBezTo>
                    <a:pt x="501" y="2545"/>
                    <a:pt x="502" y="2545"/>
                    <a:pt x="503" y="2545"/>
                  </a:cubicBezTo>
                  <a:cubicBezTo>
                    <a:pt x="503" y="2545"/>
                    <a:pt x="503" y="2545"/>
                    <a:pt x="503" y="2545"/>
                  </a:cubicBezTo>
                  <a:cubicBezTo>
                    <a:pt x="504" y="2545"/>
                    <a:pt x="505" y="2545"/>
                    <a:pt x="505" y="2545"/>
                  </a:cubicBezTo>
                  <a:cubicBezTo>
                    <a:pt x="506" y="2545"/>
                    <a:pt x="506" y="2545"/>
                    <a:pt x="506" y="2545"/>
                  </a:cubicBezTo>
                  <a:cubicBezTo>
                    <a:pt x="507" y="2544"/>
                    <a:pt x="507" y="2544"/>
                    <a:pt x="508" y="2544"/>
                  </a:cubicBezTo>
                  <a:cubicBezTo>
                    <a:pt x="508" y="2544"/>
                    <a:pt x="508" y="2544"/>
                    <a:pt x="508" y="2544"/>
                  </a:cubicBezTo>
                  <a:cubicBezTo>
                    <a:pt x="509" y="2544"/>
                    <a:pt x="510" y="2544"/>
                    <a:pt x="510" y="2544"/>
                  </a:cubicBezTo>
                  <a:cubicBezTo>
                    <a:pt x="510" y="2544"/>
                    <a:pt x="510" y="2543"/>
                    <a:pt x="510" y="2543"/>
                  </a:cubicBezTo>
                  <a:cubicBezTo>
                    <a:pt x="511" y="2543"/>
                    <a:pt x="512" y="2543"/>
                    <a:pt x="512" y="2543"/>
                  </a:cubicBezTo>
                  <a:cubicBezTo>
                    <a:pt x="512" y="2543"/>
                    <a:pt x="512" y="2543"/>
                    <a:pt x="512" y="2543"/>
                  </a:cubicBezTo>
                  <a:cubicBezTo>
                    <a:pt x="513" y="2542"/>
                    <a:pt x="514" y="2542"/>
                    <a:pt x="514" y="2541"/>
                  </a:cubicBezTo>
                  <a:cubicBezTo>
                    <a:pt x="514" y="2541"/>
                    <a:pt x="514" y="2541"/>
                    <a:pt x="514" y="2541"/>
                  </a:cubicBezTo>
                  <a:cubicBezTo>
                    <a:pt x="515" y="2541"/>
                    <a:pt x="515" y="2541"/>
                    <a:pt x="515" y="2540"/>
                  </a:cubicBezTo>
                  <a:cubicBezTo>
                    <a:pt x="515" y="2540"/>
                    <a:pt x="515" y="2540"/>
                    <a:pt x="515" y="2540"/>
                  </a:cubicBezTo>
                  <a:cubicBezTo>
                    <a:pt x="516" y="2540"/>
                    <a:pt x="516" y="2539"/>
                    <a:pt x="516" y="2538"/>
                  </a:cubicBezTo>
                  <a:cubicBezTo>
                    <a:pt x="516" y="2538"/>
                    <a:pt x="516" y="2538"/>
                    <a:pt x="516" y="2538"/>
                  </a:cubicBezTo>
                  <a:cubicBezTo>
                    <a:pt x="517" y="2538"/>
                    <a:pt x="517" y="2537"/>
                    <a:pt x="517" y="2537"/>
                  </a:cubicBezTo>
                  <a:cubicBezTo>
                    <a:pt x="517" y="2537"/>
                    <a:pt x="517" y="2537"/>
                    <a:pt x="517" y="2537"/>
                  </a:cubicBezTo>
                  <a:cubicBezTo>
                    <a:pt x="517" y="2536"/>
                    <a:pt x="517" y="2535"/>
                    <a:pt x="517" y="2535"/>
                  </a:cubicBezTo>
                  <a:cubicBezTo>
                    <a:pt x="517" y="2535"/>
                    <a:pt x="517" y="2535"/>
                    <a:pt x="517" y="2535"/>
                  </a:cubicBezTo>
                  <a:cubicBezTo>
                    <a:pt x="517" y="2535"/>
                    <a:pt x="518" y="2535"/>
                    <a:pt x="518" y="2535"/>
                  </a:cubicBezTo>
                  <a:cubicBezTo>
                    <a:pt x="518" y="2535"/>
                    <a:pt x="518" y="2535"/>
                    <a:pt x="518" y="2535"/>
                  </a:cubicBezTo>
                  <a:cubicBezTo>
                    <a:pt x="518" y="2535"/>
                    <a:pt x="519" y="2535"/>
                    <a:pt x="519" y="2534"/>
                  </a:cubicBezTo>
                  <a:cubicBezTo>
                    <a:pt x="519" y="2534"/>
                    <a:pt x="519" y="2534"/>
                    <a:pt x="519" y="2534"/>
                  </a:cubicBezTo>
                  <a:cubicBezTo>
                    <a:pt x="520" y="2534"/>
                    <a:pt x="520" y="2534"/>
                    <a:pt x="520" y="2534"/>
                  </a:cubicBezTo>
                  <a:cubicBezTo>
                    <a:pt x="521" y="2534"/>
                    <a:pt x="521" y="2534"/>
                    <a:pt x="521" y="2534"/>
                  </a:cubicBezTo>
                  <a:cubicBezTo>
                    <a:pt x="521" y="2534"/>
                    <a:pt x="521" y="2534"/>
                    <a:pt x="522" y="2534"/>
                  </a:cubicBezTo>
                  <a:cubicBezTo>
                    <a:pt x="522" y="2534"/>
                    <a:pt x="522" y="2534"/>
                    <a:pt x="522" y="2533"/>
                  </a:cubicBezTo>
                  <a:cubicBezTo>
                    <a:pt x="523" y="2533"/>
                    <a:pt x="523" y="2533"/>
                    <a:pt x="523" y="2533"/>
                  </a:cubicBezTo>
                  <a:cubicBezTo>
                    <a:pt x="523" y="2533"/>
                    <a:pt x="524" y="2533"/>
                    <a:pt x="524" y="2533"/>
                  </a:cubicBezTo>
                  <a:cubicBezTo>
                    <a:pt x="524" y="2533"/>
                    <a:pt x="524" y="2532"/>
                    <a:pt x="525" y="2532"/>
                  </a:cubicBezTo>
                  <a:cubicBezTo>
                    <a:pt x="525" y="2532"/>
                    <a:pt x="525" y="2532"/>
                    <a:pt x="525" y="2532"/>
                  </a:cubicBezTo>
                  <a:cubicBezTo>
                    <a:pt x="526" y="2532"/>
                    <a:pt x="526" y="2532"/>
                    <a:pt x="526" y="2531"/>
                  </a:cubicBezTo>
                  <a:cubicBezTo>
                    <a:pt x="526" y="2531"/>
                    <a:pt x="527" y="2531"/>
                    <a:pt x="527" y="2531"/>
                  </a:cubicBezTo>
                  <a:cubicBezTo>
                    <a:pt x="527" y="2531"/>
                    <a:pt x="527" y="2531"/>
                    <a:pt x="527" y="2530"/>
                  </a:cubicBezTo>
                  <a:cubicBezTo>
                    <a:pt x="528" y="2530"/>
                    <a:pt x="528" y="2530"/>
                    <a:pt x="528" y="2530"/>
                  </a:cubicBezTo>
                  <a:cubicBezTo>
                    <a:pt x="528" y="2530"/>
                    <a:pt x="528" y="2529"/>
                    <a:pt x="529" y="2529"/>
                  </a:cubicBezTo>
                  <a:cubicBezTo>
                    <a:pt x="529" y="2529"/>
                    <a:pt x="529" y="2529"/>
                    <a:pt x="529" y="2528"/>
                  </a:cubicBezTo>
                  <a:cubicBezTo>
                    <a:pt x="529" y="2528"/>
                    <a:pt x="530" y="2528"/>
                    <a:pt x="530" y="2528"/>
                  </a:cubicBezTo>
                  <a:cubicBezTo>
                    <a:pt x="530" y="2528"/>
                    <a:pt x="530" y="2527"/>
                    <a:pt x="530" y="2527"/>
                  </a:cubicBezTo>
                  <a:cubicBezTo>
                    <a:pt x="530" y="2527"/>
                    <a:pt x="530" y="2527"/>
                    <a:pt x="530" y="2527"/>
                  </a:cubicBezTo>
                  <a:cubicBezTo>
                    <a:pt x="531" y="2526"/>
                    <a:pt x="531" y="2526"/>
                    <a:pt x="531" y="2526"/>
                  </a:cubicBezTo>
                  <a:cubicBezTo>
                    <a:pt x="531" y="2525"/>
                    <a:pt x="531" y="2525"/>
                    <a:pt x="531" y="2525"/>
                  </a:cubicBezTo>
                  <a:cubicBezTo>
                    <a:pt x="531" y="2525"/>
                    <a:pt x="531" y="2524"/>
                    <a:pt x="531" y="2524"/>
                  </a:cubicBezTo>
                  <a:cubicBezTo>
                    <a:pt x="531" y="2524"/>
                    <a:pt x="532" y="2524"/>
                    <a:pt x="532" y="2523"/>
                  </a:cubicBezTo>
                  <a:cubicBezTo>
                    <a:pt x="532" y="2523"/>
                    <a:pt x="532" y="2523"/>
                    <a:pt x="532" y="2522"/>
                  </a:cubicBezTo>
                  <a:cubicBezTo>
                    <a:pt x="532" y="2522"/>
                    <a:pt x="532" y="2522"/>
                    <a:pt x="532" y="2522"/>
                  </a:cubicBezTo>
                  <a:cubicBezTo>
                    <a:pt x="532" y="2521"/>
                    <a:pt x="531" y="2521"/>
                    <a:pt x="531" y="2520"/>
                  </a:cubicBezTo>
                  <a:cubicBezTo>
                    <a:pt x="531" y="2520"/>
                    <a:pt x="531" y="2520"/>
                    <a:pt x="531" y="2520"/>
                  </a:cubicBezTo>
                  <a:cubicBezTo>
                    <a:pt x="531" y="2519"/>
                    <a:pt x="531" y="2518"/>
                    <a:pt x="531" y="2518"/>
                  </a:cubicBezTo>
                  <a:cubicBezTo>
                    <a:pt x="534" y="2513"/>
                    <a:pt x="537" y="2506"/>
                    <a:pt x="531" y="2499"/>
                  </a:cubicBezTo>
                  <a:cubicBezTo>
                    <a:pt x="524" y="2491"/>
                    <a:pt x="505" y="2459"/>
                    <a:pt x="493" y="2444"/>
                  </a:cubicBezTo>
                  <a:cubicBezTo>
                    <a:pt x="480" y="2421"/>
                    <a:pt x="480" y="2424"/>
                    <a:pt x="485" y="2400"/>
                  </a:cubicBezTo>
                  <a:cubicBezTo>
                    <a:pt x="490" y="2377"/>
                    <a:pt x="480" y="2372"/>
                    <a:pt x="491" y="2325"/>
                  </a:cubicBezTo>
                  <a:cubicBezTo>
                    <a:pt x="494" y="2310"/>
                    <a:pt x="505" y="2263"/>
                    <a:pt x="516" y="2205"/>
                  </a:cubicBezTo>
                  <a:cubicBezTo>
                    <a:pt x="519" y="2190"/>
                    <a:pt x="522" y="2174"/>
                    <a:pt x="525" y="2157"/>
                  </a:cubicBezTo>
                  <a:cubicBezTo>
                    <a:pt x="544" y="2067"/>
                    <a:pt x="536" y="1918"/>
                    <a:pt x="538" y="1886"/>
                  </a:cubicBezTo>
                  <a:cubicBezTo>
                    <a:pt x="540" y="1854"/>
                    <a:pt x="531" y="1834"/>
                    <a:pt x="540" y="1784"/>
                  </a:cubicBezTo>
                  <a:cubicBezTo>
                    <a:pt x="550" y="1735"/>
                    <a:pt x="568" y="1648"/>
                    <a:pt x="575" y="1579"/>
                  </a:cubicBezTo>
                  <a:cubicBezTo>
                    <a:pt x="587" y="1496"/>
                    <a:pt x="588" y="1463"/>
                    <a:pt x="591" y="1424"/>
                  </a:cubicBezTo>
                  <a:cubicBezTo>
                    <a:pt x="591" y="1415"/>
                    <a:pt x="592" y="1407"/>
                    <a:pt x="592" y="1398"/>
                  </a:cubicBezTo>
                  <a:cubicBezTo>
                    <a:pt x="600" y="1296"/>
                    <a:pt x="595" y="1261"/>
                    <a:pt x="588" y="1205"/>
                  </a:cubicBezTo>
                  <a:cubicBezTo>
                    <a:pt x="582" y="1173"/>
                    <a:pt x="578" y="1141"/>
                    <a:pt x="577" y="1114"/>
                  </a:cubicBezTo>
                  <a:cubicBezTo>
                    <a:pt x="575" y="1090"/>
                    <a:pt x="575" y="1070"/>
                    <a:pt x="575" y="1057"/>
                  </a:cubicBezTo>
                  <a:cubicBezTo>
                    <a:pt x="576" y="1009"/>
                    <a:pt x="564" y="981"/>
                    <a:pt x="561" y="955"/>
                  </a:cubicBezTo>
                  <a:cubicBezTo>
                    <a:pt x="561" y="955"/>
                    <a:pt x="561" y="954"/>
                    <a:pt x="562" y="953"/>
                  </a:cubicBezTo>
                  <a:cubicBezTo>
                    <a:pt x="562" y="950"/>
                    <a:pt x="562" y="942"/>
                    <a:pt x="562" y="932"/>
                  </a:cubicBezTo>
                  <a:cubicBezTo>
                    <a:pt x="563" y="903"/>
                    <a:pt x="567" y="833"/>
                    <a:pt x="563" y="769"/>
                  </a:cubicBezTo>
                  <a:cubicBezTo>
                    <a:pt x="561" y="750"/>
                    <a:pt x="559" y="733"/>
                    <a:pt x="557" y="718"/>
                  </a:cubicBezTo>
                  <a:cubicBezTo>
                    <a:pt x="556" y="702"/>
                    <a:pt x="555" y="689"/>
                    <a:pt x="554" y="679"/>
                  </a:cubicBezTo>
                  <a:cubicBezTo>
                    <a:pt x="587" y="826"/>
                    <a:pt x="587" y="826"/>
                    <a:pt x="587" y="826"/>
                  </a:cubicBezTo>
                  <a:cubicBezTo>
                    <a:pt x="593" y="861"/>
                    <a:pt x="611" y="939"/>
                    <a:pt x="614" y="954"/>
                  </a:cubicBezTo>
                  <a:cubicBezTo>
                    <a:pt x="617" y="969"/>
                    <a:pt x="619" y="1041"/>
                    <a:pt x="646" y="1124"/>
                  </a:cubicBezTo>
                  <a:cubicBezTo>
                    <a:pt x="660" y="1164"/>
                    <a:pt x="675" y="1305"/>
                    <a:pt x="670" y="1325"/>
                  </a:cubicBezTo>
                  <a:cubicBezTo>
                    <a:pt x="671" y="1334"/>
                    <a:pt x="668" y="1346"/>
                    <a:pt x="663" y="1360"/>
                  </a:cubicBezTo>
                  <a:cubicBezTo>
                    <a:pt x="655" y="1382"/>
                    <a:pt x="653" y="1414"/>
                    <a:pt x="654" y="1424"/>
                  </a:cubicBezTo>
                  <a:cubicBezTo>
                    <a:pt x="651" y="1437"/>
                    <a:pt x="642" y="1462"/>
                    <a:pt x="656" y="1466"/>
                  </a:cubicBezTo>
                  <a:cubicBezTo>
                    <a:pt x="656" y="1466"/>
                    <a:pt x="656" y="1466"/>
                    <a:pt x="655" y="1466"/>
                  </a:cubicBezTo>
                  <a:cubicBezTo>
                    <a:pt x="654" y="1467"/>
                    <a:pt x="654" y="1467"/>
                    <a:pt x="654" y="1467"/>
                  </a:cubicBezTo>
                  <a:cubicBezTo>
                    <a:pt x="654" y="1467"/>
                    <a:pt x="655" y="1467"/>
                    <a:pt x="655" y="1467"/>
                  </a:cubicBezTo>
                  <a:cubicBezTo>
                    <a:pt x="655" y="1467"/>
                    <a:pt x="655" y="1467"/>
                    <a:pt x="655" y="1467"/>
                  </a:cubicBezTo>
                  <a:cubicBezTo>
                    <a:pt x="654" y="1468"/>
                    <a:pt x="653" y="1469"/>
                    <a:pt x="653" y="1470"/>
                  </a:cubicBezTo>
                  <a:cubicBezTo>
                    <a:pt x="653" y="1470"/>
                    <a:pt x="653" y="1470"/>
                    <a:pt x="652" y="1470"/>
                  </a:cubicBezTo>
                  <a:cubicBezTo>
                    <a:pt x="652" y="1470"/>
                    <a:pt x="652" y="1470"/>
                    <a:pt x="652" y="1470"/>
                  </a:cubicBezTo>
                  <a:cubicBezTo>
                    <a:pt x="652" y="1471"/>
                    <a:pt x="652" y="1471"/>
                    <a:pt x="652" y="1471"/>
                  </a:cubicBezTo>
                  <a:cubicBezTo>
                    <a:pt x="652" y="1471"/>
                    <a:pt x="652" y="1471"/>
                    <a:pt x="652" y="1471"/>
                  </a:cubicBezTo>
                  <a:cubicBezTo>
                    <a:pt x="652" y="1472"/>
                    <a:pt x="652" y="1472"/>
                    <a:pt x="652" y="1472"/>
                  </a:cubicBezTo>
                  <a:cubicBezTo>
                    <a:pt x="652" y="1472"/>
                    <a:pt x="652" y="1472"/>
                    <a:pt x="652" y="1472"/>
                  </a:cubicBezTo>
                  <a:cubicBezTo>
                    <a:pt x="652" y="1473"/>
                    <a:pt x="652" y="1473"/>
                    <a:pt x="652" y="1473"/>
                  </a:cubicBezTo>
                  <a:cubicBezTo>
                    <a:pt x="652" y="1473"/>
                    <a:pt x="652" y="1473"/>
                    <a:pt x="652" y="1474"/>
                  </a:cubicBezTo>
                  <a:cubicBezTo>
                    <a:pt x="652" y="1474"/>
                    <a:pt x="652" y="1474"/>
                    <a:pt x="652" y="1475"/>
                  </a:cubicBezTo>
                  <a:cubicBezTo>
                    <a:pt x="652" y="1475"/>
                    <a:pt x="652" y="1476"/>
                    <a:pt x="652" y="1476"/>
                  </a:cubicBezTo>
                  <a:cubicBezTo>
                    <a:pt x="650" y="1480"/>
                    <a:pt x="650" y="1482"/>
                    <a:pt x="651" y="1484"/>
                  </a:cubicBezTo>
                  <a:cubicBezTo>
                    <a:pt x="652" y="1488"/>
                    <a:pt x="655" y="1488"/>
                    <a:pt x="657" y="1488"/>
                  </a:cubicBezTo>
                  <a:cubicBezTo>
                    <a:pt x="651" y="1492"/>
                    <a:pt x="649" y="1498"/>
                    <a:pt x="652" y="1507"/>
                  </a:cubicBezTo>
                  <a:cubicBezTo>
                    <a:pt x="654" y="1511"/>
                    <a:pt x="673" y="1501"/>
                    <a:pt x="683" y="1498"/>
                  </a:cubicBezTo>
                  <a:cubicBezTo>
                    <a:pt x="699" y="1493"/>
                    <a:pt x="718" y="1485"/>
                    <a:pt x="722" y="1477"/>
                  </a:cubicBezTo>
                  <a:cubicBezTo>
                    <a:pt x="727" y="1470"/>
                    <a:pt x="737" y="1457"/>
                    <a:pt x="740" y="1451"/>
                  </a:cubicBezTo>
                  <a:cubicBezTo>
                    <a:pt x="744" y="1443"/>
                    <a:pt x="743" y="1438"/>
                    <a:pt x="746" y="1432"/>
                  </a:cubicBezTo>
                  <a:cubicBezTo>
                    <a:pt x="749" y="1426"/>
                    <a:pt x="755" y="1419"/>
                    <a:pt x="752" y="1414"/>
                  </a:cubicBezTo>
                  <a:close/>
                  <a:moveTo>
                    <a:pt x="516" y="341"/>
                  </a:moveTo>
                  <a:cubicBezTo>
                    <a:pt x="517" y="341"/>
                    <a:pt x="518" y="342"/>
                    <a:pt x="519" y="342"/>
                  </a:cubicBezTo>
                  <a:cubicBezTo>
                    <a:pt x="518" y="342"/>
                    <a:pt x="517" y="341"/>
                    <a:pt x="516" y="341"/>
                  </a:cubicBezTo>
                  <a:close/>
                </a:path>
              </a:pathLst>
            </a:custGeom>
            <a:noFill/>
            <a:ln w="19050" cmpd="sng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B1DFF5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62480" name="Freeform 218">
              <a:extLst>
                <a:ext uri="{FF2B5EF4-FFF2-40B4-BE49-F238E27FC236}">
                  <a16:creationId xmlns:a16="http://schemas.microsoft.com/office/drawing/2014/main" id="{5A9E49DF-4112-4A66-B792-6741FF9523C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40" y="706"/>
              <a:ext cx="624" cy="2090"/>
            </a:xfrm>
            <a:custGeom>
              <a:avLst/>
              <a:gdLst>
                <a:gd name="T0" fmla="*/ 411 w 755"/>
                <a:gd name="T1" fmla="*/ 619 h 2549"/>
                <a:gd name="T2" fmla="*/ 350 w 755"/>
                <a:gd name="T3" fmla="*/ 293 h 2549"/>
                <a:gd name="T4" fmla="*/ 262 w 755"/>
                <a:gd name="T5" fmla="*/ 212 h 2549"/>
                <a:gd name="T6" fmla="*/ 285 w 755"/>
                <a:gd name="T7" fmla="*/ 190 h 2549"/>
                <a:gd name="T8" fmla="*/ 294 w 755"/>
                <a:gd name="T9" fmla="*/ 178 h 2549"/>
                <a:gd name="T10" fmla="*/ 307 w 755"/>
                <a:gd name="T11" fmla="*/ 162 h 2549"/>
                <a:gd name="T12" fmla="*/ 302 w 755"/>
                <a:gd name="T13" fmla="*/ 157 h 2549"/>
                <a:gd name="T14" fmla="*/ 304 w 755"/>
                <a:gd name="T15" fmla="*/ 143 h 2549"/>
                <a:gd name="T16" fmla="*/ 307 w 755"/>
                <a:gd name="T17" fmla="*/ 126 h 2549"/>
                <a:gd name="T18" fmla="*/ 310 w 755"/>
                <a:gd name="T19" fmla="*/ 100 h 2549"/>
                <a:gd name="T20" fmla="*/ 253 w 755"/>
                <a:gd name="T21" fmla="*/ 7 h 2549"/>
                <a:gd name="T22" fmla="*/ 179 w 755"/>
                <a:gd name="T23" fmla="*/ 2 h 2549"/>
                <a:gd name="T24" fmla="*/ 151 w 755"/>
                <a:gd name="T25" fmla="*/ 16 h 2549"/>
                <a:gd name="T26" fmla="*/ 114 w 755"/>
                <a:gd name="T27" fmla="*/ 106 h 2549"/>
                <a:gd name="T28" fmla="*/ 117 w 755"/>
                <a:gd name="T29" fmla="*/ 144 h 2549"/>
                <a:gd name="T30" fmla="*/ 124 w 755"/>
                <a:gd name="T31" fmla="*/ 169 h 2549"/>
                <a:gd name="T32" fmla="*/ 121 w 755"/>
                <a:gd name="T33" fmla="*/ 187 h 2549"/>
                <a:gd name="T34" fmla="*/ 135 w 755"/>
                <a:gd name="T35" fmla="*/ 185 h 2549"/>
                <a:gd name="T36" fmla="*/ 144 w 755"/>
                <a:gd name="T37" fmla="*/ 197 h 2549"/>
                <a:gd name="T38" fmla="*/ 164 w 755"/>
                <a:gd name="T39" fmla="*/ 212 h 2549"/>
                <a:gd name="T40" fmla="*/ 137 w 755"/>
                <a:gd name="T41" fmla="*/ 265 h 2549"/>
                <a:gd name="T42" fmla="*/ 26 w 755"/>
                <a:gd name="T43" fmla="*/ 520 h 2549"/>
                <a:gd name="T44" fmla="*/ 18 w 755"/>
                <a:gd name="T45" fmla="*/ 814 h 2549"/>
                <a:gd name="T46" fmla="*/ 57 w 755"/>
                <a:gd name="T47" fmla="*/ 819 h 2549"/>
                <a:gd name="T48" fmla="*/ 59 w 755"/>
                <a:gd name="T49" fmla="*/ 813 h 2549"/>
                <a:gd name="T50" fmla="*/ 58 w 755"/>
                <a:gd name="T51" fmla="*/ 810 h 2549"/>
                <a:gd name="T52" fmla="*/ 57 w 755"/>
                <a:gd name="T53" fmla="*/ 808 h 2549"/>
                <a:gd name="T54" fmla="*/ 47 w 755"/>
                <a:gd name="T55" fmla="*/ 728 h 2549"/>
                <a:gd name="T56" fmla="*/ 106 w 755"/>
                <a:gd name="T57" fmla="*/ 438 h 2549"/>
                <a:gd name="T58" fmla="*/ 93 w 755"/>
                <a:gd name="T59" fmla="*/ 718 h 2549"/>
                <a:gd name="T60" fmla="*/ 130 w 755"/>
                <a:gd name="T61" fmla="*/ 1186 h 2549"/>
                <a:gd name="T62" fmla="*/ 126 w 755"/>
                <a:gd name="T63" fmla="*/ 1389 h 2549"/>
                <a:gd name="T64" fmla="*/ 127 w 755"/>
                <a:gd name="T65" fmla="*/ 1393 h 2549"/>
                <a:gd name="T66" fmla="*/ 129 w 755"/>
                <a:gd name="T67" fmla="*/ 1395 h 2549"/>
                <a:gd name="T68" fmla="*/ 132 w 755"/>
                <a:gd name="T69" fmla="*/ 1397 h 2549"/>
                <a:gd name="T70" fmla="*/ 135 w 755"/>
                <a:gd name="T71" fmla="*/ 1398 h 2549"/>
                <a:gd name="T72" fmla="*/ 136 w 755"/>
                <a:gd name="T73" fmla="*/ 1400 h 2549"/>
                <a:gd name="T74" fmla="*/ 140 w 755"/>
                <a:gd name="T75" fmla="*/ 1402 h 2549"/>
                <a:gd name="T76" fmla="*/ 144 w 755"/>
                <a:gd name="T77" fmla="*/ 1403 h 2549"/>
                <a:gd name="T78" fmla="*/ 150 w 755"/>
                <a:gd name="T79" fmla="*/ 1402 h 2549"/>
                <a:gd name="T80" fmla="*/ 200 w 755"/>
                <a:gd name="T81" fmla="*/ 1398 h 2549"/>
                <a:gd name="T82" fmla="*/ 207 w 755"/>
                <a:gd name="T83" fmla="*/ 1076 h 2549"/>
                <a:gd name="T84" fmla="*/ 221 w 755"/>
                <a:gd name="T85" fmla="*/ 770 h 2549"/>
                <a:gd name="T86" fmla="*/ 231 w 755"/>
                <a:gd name="T87" fmla="*/ 1250 h 2549"/>
                <a:gd name="T88" fmla="*/ 254 w 755"/>
                <a:gd name="T89" fmla="*/ 1400 h 2549"/>
                <a:gd name="T90" fmla="*/ 278 w 755"/>
                <a:gd name="T91" fmla="*/ 1402 h 2549"/>
                <a:gd name="T92" fmla="*/ 283 w 755"/>
                <a:gd name="T93" fmla="*/ 1403 h 2549"/>
                <a:gd name="T94" fmla="*/ 288 w 755"/>
                <a:gd name="T95" fmla="*/ 1402 h 2549"/>
                <a:gd name="T96" fmla="*/ 291 w 755"/>
                <a:gd name="T97" fmla="*/ 1400 h 2549"/>
                <a:gd name="T98" fmla="*/ 293 w 755"/>
                <a:gd name="T99" fmla="*/ 1398 h 2549"/>
                <a:gd name="T100" fmla="*/ 294 w 755"/>
                <a:gd name="T101" fmla="*/ 1396 h 2549"/>
                <a:gd name="T102" fmla="*/ 298 w 755"/>
                <a:gd name="T103" fmla="*/ 1395 h 2549"/>
                <a:gd name="T104" fmla="*/ 300 w 755"/>
                <a:gd name="T105" fmla="*/ 1392 h 2549"/>
                <a:gd name="T106" fmla="*/ 300 w 755"/>
                <a:gd name="T107" fmla="*/ 1389 h 2549"/>
                <a:gd name="T108" fmla="*/ 297 w 755"/>
                <a:gd name="T109" fmla="*/ 1189 h 2549"/>
                <a:gd name="T110" fmla="*/ 326 w 755"/>
                <a:gd name="T111" fmla="*/ 614 h 2549"/>
                <a:gd name="T112" fmla="*/ 313 w 755"/>
                <a:gd name="T113" fmla="*/ 375 h 2549"/>
                <a:gd name="T114" fmla="*/ 370 w 755"/>
                <a:gd name="T115" fmla="*/ 808 h 2549"/>
                <a:gd name="T116" fmla="*/ 368 w 755"/>
                <a:gd name="T117" fmla="*/ 810 h 2549"/>
                <a:gd name="T118" fmla="*/ 368 w 755"/>
                <a:gd name="T119" fmla="*/ 813 h 2549"/>
                <a:gd name="T120" fmla="*/ 418 w 755"/>
                <a:gd name="T121" fmla="*/ 800 h 2549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755" h="2549">
                  <a:moveTo>
                    <a:pt x="213" y="323"/>
                  </a:moveTo>
                  <a:cubicBezTo>
                    <a:pt x="211" y="324"/>
                    <a:pt x="209" y="325"/>
                    <a:pt x="206" y="327"/>
                  </a:cubicBezTo>
                  <a:cubicBezTo>
                    <a:pt x="209" y="326"/>
                    <a:pt x="211" y="325"/>
                    <a:pt x="213" y="323"/>
                  </a:cubicBezTo>
                  <a:close/>
                  <a:moveTo>
                    <a:pt x="752" y="1414"/>
                  </a:moveTo>
                  <a:cubicBezTo>
                    <a:pt x="749" y="1408"/>
                    <a:pt x="744" y="1370"/>
                    <a:pt x="737" y="1348"/>
                  </a:cubicBezTo>
                  <a:cubicBezTo>
                    <a:pt x="732" y="1330"/>
                    <a:pt x="727" y="1252"/>
                    <a:pt x="730" y="1216"/>
                  </a:cubicBezTo>
                  <a:cubicBezTo>
                    <a:pt x="732" y="1187"/>
                    <a:pt x="726" y="1142"/>
                    <a:pt x="727" y="1123"/>
                  </a:cubicBezTo>
                  <a:cubicBezTo>
                    <a:pt x="728" y="1016"/>
                    <a:pt x="714" y="963"/>
                    <a:pt x="709" y="943"/>
                  </a:cubicBezTo>
                  <a:cubicBezTo>
                    <a:pt x="705" y="923"/>
                    <a:pt x="701" y="897"/>
                    <a:pt x="692" y="855"/>
                  </a:cubicBezTo>
                  <a:cubicBezTo>
                    <a:pt x="691" y="852"/>
                    <a:pt x="691" y="850"/>
                    <a:pt x="690" y="847"/>
                  </a:cubicBezTo>
                  <a:cubicBezTo>
                    <a:pt x="690" y="847"/>
                    <a:pt x="690" y="846"/>
                    <a:pt x="690" y="846"/>
                  </a:cubicBezTo>
                  <a:cubicBezTo>
                    <a:pt x="681" y="777"/>
                    <a:pt x="648" y="637"/>
                    <a:pt x="630" y="569"/>
                  </a:cubicBezTo>
                  <a:cubicBezTo>
                    <a:pt x="628" y="561"/>
                    <a:pt x="626" y="554"/>
                    <a:pt x="624" y="548"/>
                  </a:cubicBezTo>
                  <a:cubicBezTo>
                    <a:pt x="622" y="540"/>
                    <a:pt x="620" y="534"/>
                    <a:pt x="619" y="532"/>
                  </a:cubicBezTo>
                  <a:cubicBezTo>
                    <a:pt x="616" y="526"/>
                    <a:pt x="612" y="520"/>
                    <a:pt x="608" y="515"/>
                  </a:cubicBezTo>
                  <a:cubicBezTo>
                    <a:pt x="597" y="500"/>
                    <a:pt x="580" y="486"/>
                    <a:pt x="553" y="482"/>
                  </a:cubicBezTo>
                  <a:cubicBezTo>
                    <a:pt x="552" y="482"/>
                    <a:pt x="550" y="481"/>
                    <a:pt x="548" y="481"/>
                  </a:cubicBezTo>
                  <a:cubicBezTo>
                    <a:pt x="548" y="481"/>
                    <a:pt x="547" y="481"/>
                    <a:pt x="547" y="481"/>
                  </a:cubicBezTo>
                  <a:cubicBezTo>
                    <a:pt x="529" y="478"/>
                    <a:pt x="488" y="472"/>
                    <a:pt x="466" y="445"/>
                  </a:cubicBezTo>
                  <a:cubicBezTo>
                    <a:pt x="457" y="434"/>
                    <a:pt x="451" y="419"/>
                    <a:pt x="450" y="398"/>
                  </a:cubicBezTo>
                  <a:cubicBezTo>
                    <a:pt x="455" y="393"/>
                    <a:pt x="460" y="389"/>
                    <a:pt x="465" y="384"/>
                  </a:cubicBezTo>
                  <a:cubicBezTo>
                    <a:pt x="480" y="368"/>
                    <a:pt x="491" y="352"/>
                    <a:pt x="493" y="344"/>
                  </a:cubicBezTo>
                  <a:cubicBezTo>
                    <a:pt x="493" y="343"/>
                    <a:pt x="493" y="342"/>
                    <a:pt x="493" y="341"/>
                  </a:cubicBezTo>
                  <a:cubicBezTo>
                    <a:pt x="494" y="347"/>
                    <a:pt x="494" y="352"/>
                    <a:pt x="494" y="358"/>
                  </a:cubicBezTo>
                  <a:cubicBezTo>
                    <a:pt x="493" y="351"/>
                    <a:pt x="496" y="342"/>
                    <a:pt x="499" y="336"/>
                  </a:cubicBezTo>
                  <a:cubicBezTo>
                    <a:pt x="499" y="342"/>
                    <a:pt x="501" y="346"/>
                    <a:pt x="505" y="351"/>
                  </a:cubicBezTo>
                  <a:cubicBezTo>
                    <a:pt x="504" y="348"/>
                    <a:pt x="504" y="345"/>
                    <a:pt x="504" y="342"/>
                  </a:cubicBezTo>
                  <a:cubicBezTo>
                    <a:pt x="504" y="343"/>
                    <a:pt x="505" y="344"/>
                    <a:pt x="505" y="345"/>
                  </a:cubicBezTo>
                  <a:cubicBezTo>
                    <a:pt x="505" y="343"/>
                    <a:pt x="504" y="340"/>
                    <a:pt x="504" y="338"/>
                  </a:cubicBezTo>
                  <a:cubicBezTo>
                    <a:pt x="504" y="332"/>
                    <a:pt x="505" y="326"/>
                    <a:pt x="505" y="320"/>
                  </a:cubicBezTo>
                  <a:cubicBezTo>
                    <a:pt x="505" y="320"/>
                    <a:pt x="505" y="320"/>
                    <a:pt x="505" y="320"/>
                  </a:cubicBezTo>
                  <a:cubicBezTo>
                    <a:pt x="505" y="327"/>
                    <a:pt x="509" y="337"/>
                    <a:pt x="516" y="341"/>
                  </a:cubicBezTo>
                  <a:cubicBezTo>
                    <a:pt x="510" y="337"/>
                    <a:pt x="510" y="326"/>
                    <a:pt x="510" y="319"/>
                  </a:cubicBezTo>
                  <a:cubicBezTo>
                    <a:pt x="513" y="325"/>
                    <a:pt x="519" y="329"/>
                    <a:pt x="526" y="329"/>
                  </a:cubicBezTo>
                  <a:cubicBezTo>
                    <a:pt x="524" y="327"/>
                    <a:pt x="523" y="325"/>
                    <a:pt x="522" y="323"/>
                  </a:cubicBezTo>
                  <a:cubicBezTo>
                    <a:pt x="523" y="323"/>
                    <a:pt x="524" y="323"/>
                    <a:pt x="524" y="323"/>
                  </a:cubicBezTo>
                  <a:cubicBezTo>
                    <a:pt x="523" y="321"/>
                    <a:pt x="521" y="319"/>
                    <a:pt x="520" y="316"/>
                  </a:cubicBezTo>
                  <a:cubicBezTo>
                    <a:pt x="519" y="312"/>
                    <a:pt x="519" y="308"/>
                    <a:pt x="518" y="304"/>
                  </a:cubicBezTo>
                  <a:cubicBezTo>
                    <a:pt x="518" y="304"/>
                    <a:pt x="518" y="304"/>
                    <a:pt x="518" y="304"/>
                  </a:cubicBezTo>
                  <a:cubicBezTo>
                    <a:pt x="524" y="309"/>
                    <a:pt x="534" y="310"/>
                    <a:pt x="540" y="308"/>
                  </a:cubicBezTo>
                  <a:cubicBezTo>
                    <a:pt x="536" y="308"/>
                    <a:pt x="532" y="306"/>
                    <a:pt x="528" y="303"/>
                  </a:cubicBezTo>
                  <a:cubicBezTo>
                    <a:pt x="534" y="301"/>
                    <a:pt x="538" y="297"/>
                    <a:pt x="544" y="294"/>
                  </a:cubicBezTo>
                  <a:cubicBezTo>
                    <a:pt x="542" y="295"/>
                    <a:pt x="540" y="295"/>
                    <a:pt x="538" y="294"/>
                  </a:cubicBezTo>
                  <a:cubicBezTo>
                    <a:pt x="540" y="294"/>
                    <a:pt x="542" y="293"/>
                    <a:pt x="544" y="292"/>
                  </a:cubicBezTo>
                  <a:cubicBezTo>
                    <a:pt x="541" y="291"/>
                    <a:pt x="536" y="291"/>
                    <a:pt x="531" y="290"/>
                  </a:cubicBezTo>
                  <a:cubicBezTo>
                    <a:pt x="530" y="288"/>
                    <a:pt x="529" y="287"/>
                    <a:pt x="528" y="285"/>
                  </a:cubicBezTo>
                  <a:cubicBezTo>
                    <a:pt x="531" y="287"/>
                    <a:pt x="534" y="287"/>
                    <a:pt x="536" y="288"/>
                  </a:cubicBezTo>
                  <a:cubicBezTo>
                    <a:pt x="535" y="286"/>
                    <a:pt x="534" y="284"/>
                    <a:pt x="532" y="282"/>
                  </a:cubicBezTo>
                  <a:cubicBezTo>
                    <a:pt x="533" y="283"/>
                    <a:pt x="534" y="283"/>
                    <a:pt x="535" y="284"/>
                  </a:cubicBezTo>
                  <a:cubicBezTo>
                    <a:pt x="533" y="281"/>
                    <a:pt x="531" y="279"/>
                    <a:pt x="529" y="277"/>
                  </a:cubicBezTo>
                  <a:cubicBezTo>
                    <a:pt x="528" y="276"/>
                    <a:pt x="527" y="275"/>
                    <a:pt x="527" y="274"/>
                  </a:cubicBezTo>
                  <a:cubicBezTo>
                    <a:pt x="526" y="271"/>
                    <a:pt x="525" y="269"/>
                    <a:pt x="525" y="266"/>
                  </a:cubicBezTo>
                  <a:cubicBezTo>
                    <a:pt x="529" y="273"/>
                    <a:pt x="536" y="279"/>
                    <a:pt x="546" y="283"/>
                  </a:cubicBezTo>
                  <a:cubicBezTo>
                    <a:pt x="537" y="279"/>
                    <a:pt x="531" y="269"/>
                    <a:pt x="529" y="260"/>
                  </a:cubicBezTo>
                  <a:cubicBezTo>
                    <a:pt x="532" y="268"/>
                    <a:pt x="540" y="267"/>
                    <a:pt x="547" y="269"/>
                  </a:cubicBezTo>
                  <a:cubicBezTo>
                    <a:pt x="543" y="267"/>
                    <a:pt x="540" y="264"/>
                    <a:pt x="538" y="261"/>
                  </a:cubicBezTo>
                  <a:cubicBezTo>
                    <a:pt x="546" y="264"/>
                    <a:pt x="558" y="264"/>
                    <a:pt x="562" y="260"/>
                  </a:cubicBezTo>
                  <a:cubicBezTo>
                    <a:pt x="551" y="262"/>
                    <a:pt x="538" y="251"/>
                    <a:pt x="531" y="240"/>
                  </a:cubicBezTo>
                  <a:cubicBezTo>
                    <a:pt x="531" y="240"/>
                    <a:pt x="531" y="240"/>
                    <a:pt x="531" y="240"/>
                  </a:cubicBezTo>
                  <a:cubicBezTo>
                    <a:pt x="534" y="243"/>
                    <a:pt x="539" y="244"/>
                    <a:pt x="543" y="246"/>
                  </a:cubicBezTo>
                  <a:cubicBezTo>
                    <a:pt x="540" y="244"/>
                    <a:pt x="537" y="240"/>
                    <a:pt x="535" y="236"/>
                  </a:cubicBezTo>
                  <a:cubicBezTo>
                    <a:pt x="544" y="243"/>
                    <a:pt x="557" y="247"/>
                    <a:pt x="563" y="241"/>
                  </a:cubicBezTo>
                  <a:cubicBezTo>
                    <a:pt x="554" y="241"/>
                    <a:pt x="549" y="236"/>
                    <a:pt x="545" y="229"/>
                  </a:cubicBezTo>
                  <a:cubicBezTo>
                    <a:pt x="545" y="230"/>
                    <a:pt x="546" y="230"/>
                    <a:pt x="547" y="230"/>
                  </a:cubicBezTo>
                  <a:cubicBezTo>
                    <a:pt x="545" y="228"/>
                    <a:pt x="544" y="227"/>
                    <a:pt x="542" y="225"/>
                  </a:cubicBezTo>
                  <a:cubicBezTo>
                    <a:pt x="541" y="222"/>
                    <a:pt x="539" y="219"/>
                    <a:pt x="538" y="216"/>
                  </a:cubicBezTo>
                  <a:cubicBezTo>
                    <a:pt x="537" y="213"/>
                    <a:pt x="537" y="211"/>
                    <a:pt x="538" y="208"/>
                  </a:cubicBezTo>
                  <a:cubicBezTo>
                    <a:pt x="546" y="214"/>
                    <a:pt x="554" y="221"/>
                    <a:pt x="564" y="223"/>
                  </a:cubicBezTo>
                  <a:cubicBezTo>
                    <a:pt x="551" y="210"/>
                    <a:pt x="537" y="196"/>
                    <a:pt x="532" y="177"/>
                  </a:cubicBezTo>
                  <a:cubicBezTo>
                    <a:pt x="537" y="180"/>
                    <a:pt x="543" y="183"/>
                    <a:pt x="549" y="182"/>
                  </a:cubicBezTo>
                  <a:cubicBezTo>
                    <a:pt x="537" y="173"/>
                    <a:pt x="527" y="160"/>
                    <a:pt x="522" y="145"/>
                  </a:cubicBezTo>
                  <a:cubicBezTo>
                    <a:pt x="521" y="141"/>
                    <a:pt x="520" y="135"/>
                    <a:pt x="519" y="130"/>
                  </a:cubicBezTo>
                  <a:cubicBezTo>
                    <a:pt x="518" y="124"/>
                    <a:pt x="517" y="119"/>
                    <a:pt x="516" y="114"/>
                  </a:cubicBezTo>
                  <a:cubicBezTo>
                    <a:pt x="511" y="97"/>
                    <a:pt x="500" y="61"/>
                    <a:pt x="483" y="49"/>
                  </a:cubicBezTo>
                  <a:cubicBezTo>
                    <a:pt x="485" y="50"/>
                    <a:pt x="487" y="52"/>
                    <a:pt x="488" y="53"/>
                  </a:cubicBezTo>
                  <a:cubicBezTo>
                    <a:pt x="477" y="35"/>
                    <a:pt x="457" y="14"/>
                    <a:pt x="434" y="13"/>
                  </a:cubicBezTo>
                  <a:cubicBezTo>
                    <a:pt x="439" y="13"/>
                    <a:pt x="444" y="13"/>
                    <a:pt x="448" y="13"/>
                  </a:cubicBezTo>
                  <a:cubicBezTo>
                    <a:pt x="426" y="1"/>
                    <a:pt x="398" y="2"/>
                    <a:pt x="376" y="7"/>
                  </a:cubicBezTo>
                  <a:cubicBezTo>
                    <a:pt x="378" y="6"/>
                    <a:pt x="386" y="3"/>
                    <a:pt x="390" y="1"/>
                  </a:cubicBezTo>
                  <a:cubicBezTo>
                    <a:pt x="371" y="1"/>
                    <a:pt x="355" y="3"/>
                    <a:pt x="338" y="9"/>
                  </a:cubicBezTo>
                  <a:cubicBezTo>
                    <a:pt x="337" y="7"/>
                    <a:pt x="349" y="1"/>
                    <a:pt x="350" y="1"/>
                  </a:cubicBezTo>
                  <a:cubicBezTo>
                    <a:pt x="347" y="0"/>
                    <a:pt x="343" y="2"/>
                    <a:pt x="340" y="3"/>
                  </a:cubicBezTo>
                  <a:cubicBezTo>
                    <a:pt x="338" y="4"/>
                    <a:pt x="336" y="5"/>
                    <a:pt x="335" y="7"/>
                  </a:cubicBezTo>
                  <a:cubicBezTo>
                    <a:pt x="330" y="5"/>
                    <a:pt x="323" y="2"/>
                    <a:pt x="318" y="4"/>
                  </a:cubicBezTo>
                  <a:cubicBezTo>
                    <a:pt x="321" y="5"/>
                    <a:pt x="324" y="5"/>
                    <a:pt x="326" y="8"/>
                  </a:cubicBezTo>
                  <a:cubicBezTo>
                    <a:pt x="326" y="8"/>
                    <a:pt x="326" y="9"/>
                    <a:pt x="326" y="9"/>
                  </a:cubicBezTo>
                  <a:cubicBezTo>
                    <a:pt x="320" y="8"/>
                    <a:pt x="314" y="6"/>
                    <a:pt x="308" y="7"/>
                  </a:cubicBezTo>
                  <a:cubicBezTo>
                    <a:pt x="299" y="8"/>
                    <a:pt x="289" y="11"/>
                    <a:pt x="281" y="14"/>
                  </a:cubicBezTo>
                  <a:cubicBezTo>
                    <a:pt x="286" y="14"/>
                    <a:pt x="291" y="14"/>
                    <a:pt x="296" y="14"/>
                  </a:cubicBezTo>
                  <a:cubicBezTo>
                    <a:pt x="284" y="15"/>
                    <a:pt x="255" y="24"/>
                    <a:pt x="248" y="34"/>
                  </a:cubicBezTo>
                  <a:cubicBezTo>
                    <a:pt x="254" y="31"/>
                    <a:pt x="262" y="29"/>
                    <a:pt x="269" y="29"/>
                  </a:cubicBezTo>
                  <a:cubicBezTo>
                    <a:pt x="248" y="35"/>
                    <a:pt x="224" y="52"/>
                    <a:pt x="212" y="70"/>
                  </a:cubicBezTo>
                  <a:cubicBezTo>
                    <a:pt x="216" y="65"/>
                    <a:pt x="223" y="61"/>
                    <a:pt x="228" y="58"/>
                  </a:cubicBezTo>
                  <a:cubicBezTo>
                    <a:pt x="221" y="69"/>
                    <a:pt x="211" y="77"/>
                    <a:pt x="207" y="91"/>
                  </a:cubicBezTo>
                  <a:cubicBezTo>
                    <a:pt x="205" y="95"/>
                    <a:pt x="205" y="100"/>
                    <a:pt x="204" y="105"/>
                  </a:cubicBezTo>
                  <a:cubicBezTo>
                    <a:pt x="197" y="121"/>
                    <a:pt x="197" y="137"/>
                    <a:pt x="198" y="154"/>
                  </a:cubicBezTo>
                  <a:cubicBezTo>
                    <a:pt x="198" y="161"/>
                    <a:pt x="199" y="168"/>
                    <a:pt x="199" y="175"/>
                  </a:cubicBezTo>
                  <a:cubicBezTo>
                    <a:pt x="199" y="180"/>
                    <a:pt x="200" y="186"/>
                    <a:pt x="202" y="192"/>
                  </a:cubicBezTo>
                  <a:cubicBezTo>
                    <a:pt x="202" y="205"/>
                    <a:pt x="202" y="218"/>
                    <a:pt x="197" y="229"/>
                  </a:cubicBezTo>
                  <a:cubicBezTo>
                    <a:pt x="201" y="226"/>
                    <a:pt x="205" y="220"/>
                    <a:pt x="207" y="215"/>
                  </a:cubicBezTo>
                  <a:cubicBezTo>
                    <a:pt x="209" y="232"/>
                    <a:pt x="202" y="246"/>
                    <a:pt x="199" y="261"/>
                  </a:cubicBezTo>
                  <a:cubicBezTo>
                    <a:pt x="203" y="258"/>
                    <a:pt x="206" y="253"/>
                    <a:pt x="209" y="248"/>
                  </a:cubicBezTo>
                  <a:cubicBezTo>
                    <a:pt x="209" y="249"/>
                    <a:pt x="209" y="251"/>
                    <a:pt x="209" y="254"/>
                  </a:cubicBezTo>
                  <a:cubicBezTo>
                    <a:pt x="205" y="260"/>
                    <a:pt x="199" y="267"/>
                    <a:pt x="193" y="270"/>
                  </a:cubicBezTo>
                  <a:cubicBezTo>
                    <a:pt x="198" y="269"/>
                    <a:pt x="203" y="266"/>
                    <a:pt x="207" y="262"/>
                  </a:cubicBezTo>
                  <a:cubicBezTo>
                    <a:pt x="205" y="271"/>
                    <a:pt x="202" y="281"/>
                    <a:pt x="200" y="287"/>
                  </a:cubicBezTo>
                  <a:cubicBezTo>
                    <a:pt x="197" y="293"/>
                    <a:pt x="195" y="299"/>
                    <a:pt x="192" y="305"/>
                  </a:cubicBezTo>
                  <a:cubicBezTo>
                    <a:pt x="198" y="300"/>
                    <a:pt x="207" y="293"/>
                    <a:pt x="210" y="285"/>
                  </a:cubicBezTo>
                  <a:cubicBezTo>
                    <a:pt x="210" y="285"/>
                    <a:pt x="210" y="285"/>
                    <a:pt x="211" y="285"/>
                  </a:cubicBezTo>
                  <a:cubicBezTo>
                    <a:pt x="216" y="297"/>
                    <a:pt x="204" y="315"/>
                    <a:pt x="193" y="322"/>
                  </a:cubicBezTo>
                  <a:cubicBezTo>
                    <a:pt x="198" y="322"/>
                    <a:pt x="202" y="320"/>
                    <a:pt x="206" y="317"/>
                  </a:cubicBezTo>
                  <a:cubicBezTo>
                    <a:pt x="212" y="315"/>
                    <a:pt x="216" y="312"/>
                    <a:pt x="219" y="306"/>
                  </a:cubicBezTo>
                  <a:cubicBezTo>
                    <a:pt x="219" y="308"/>
                    <a:pt x="219" y="310"/>
                    <a:pt x="219" y="311"/>
                  </a:cubicBezTo>
                  <a:cubicBezTo>
                    <a:pt x="217" y="315"/>
                    <a:pt x="216" y="319"/>
                    <a:pt x="213" y="323"/>
                  </a:cubicBezTo>
                  <a:cubicBezTo>
                    <a:pt x="214" y="322"/>
                    <a:pt x="216" y="321"/>
                    <a:pt x="217" y="320"/>
                  </a:cubicBezTo>
                  <a:cubicBezTo>
                    <a:pt x="214" y="326"/>
                    <a:pt x="209" y="333"/>
                    <a:pt x="204" y="338"/>
                  </a:cubicBezTo>
                  <a:cubicBezTo>
                    <a:pt x="211" y="336"/>
                    <a:pt x="219" y="329"/>
                    <a:pt x="223" y="321"/>
                  </a:cubicBezTo>
                  <a:cubicBezTo>
                    <a:pt x="223" y="322"/>
                    <a:pt x="223" y="322"/>
                    <a:pt x="223" y="323"/>
                  </a:cubicBezTo>
                  <a:cubicBezTo>
                    <a:pt x="222" y="328"/>
                    <a:pt x="218" y="335"/>
                    <a:pt x="214" y="339"/>
                  </a:cubicBezTo>
                  <a:cubicBezTo>
                    <a:pt x="217" y="337"/>
                    <a:pt x="220" y="334"/>
                    <a:pt x="223" y="332"/>
                  </a:cubicBezTo>
                  <a:cubicBezTo>
                    <a:pt x="223" y="331"/>
                    <a:pt x="223" y="331"/>
                    <a:pt x="224" y="331"/>
                  </a:cubicBezTo>
                  <a:cubicBezTo>
                    <a:pt x="223" y="336"/>
                    <a:pt x="222" y="341"/>
                    <a:pt x="219" y="345"/>
                  </a:cubicBezTo>
                  <a:cubicBezTo>
                    <a:pt x="224" y="342"/>
                    <a:pt x="228" y="338"/>
                    <a:pt x="231" y="334"/>
                  </a:cubicBezTo>
                  <a:cubicBezTo>
                    <a:pt x="231" y="335"/>
                    <a:pt x="231" y="336"/>
                    <a:pt x="231" y="337"/>
                  </a:cubicBezTo>
                  <a:cubicBezTo>
                    <a:pt x="229" y="342"/>
                    <a:pt x="224" y="346"/>
                    <a:pt x="223" y="351"/>
                  </a:cubicBezTo>
                  <a:cubicBezTo>
                    <a:pt x="228" y="348"/>
                    <a:pt x="234" y="343"/>
                    <a:pt x="238" y="337"/>
                  </a:cubicBezTo>
                  <a:cubicBezTo>
                    <a:pt x="238" y="342"/>
                    <a:pt x="238" y="346"/>
                    <a:pt x="238" y="350"/>
                  </a:cubicBezTo>
                  <a:cubicBezTo>
                    <a:pt x="239" y="350"/>
                    <a:pt x="239" y="349"/>
                    <a:pt x="240" y="349"/>
                  </a:cubicBezTo>
                  <a:cubicBezTo>
                    <a:pt x="239" y="351"/>
                    <a:pt x="239" y="353"/>
                    <a:pt x="239" y="355"/>
                  </a:cubicBezTo>
                  <a:cubicBezTo>
                    <a:pt x="243" y="350"/>
                    <a:pt x="246" y="344"/>
                    <a:pt x="249" y="338"/>
                  </a:cubicBezTo>
                  <a:cubicBezTo>
                    <a:pt x="250" y="344"/>
                    <a:pt x="251" y="351"/>
                    <a:pt x="254" y="356"/>
                  </a:cubicBezTo>
                  <a:cubicBezTo>
                    <a:pt x="254" y="355"/>
                    <a:pt x="254" y="355"/>
                    <a:pt x="254" y="354"/>
                  </a:cubicBezTo>
                  <a:cubicBezTo>
                    <a:pt x="254" y="355"/>
                    <a:pt x="254" y="356"/>
                    <a:pt x="254" y="357"/>
                  </a:cubicBezTo>
                  <a:cubicBezTo>
                    <a:pt x="254" y="356"/>
                    <a:pt x="254" y="355"/>
                    <a:pt x="254" y="353"/>
                  </a:cubicBezTo>
                  <a:cubicBezTo>
                    <a:pt x="255" y="350"/>
                    <a:pt x="255" y="348"/>
                    <a:pt x="255" y="345"/>
                  </a:cubicBezTo>
                  <a:cubicBezTo>
                    <a:pt x="256" y="344"/>
                    <a:pt x="256" y="344"/>
                    <a:pt x="256" y="344"/>
                  </a:cubicBezTo>
                  <a:cubicBezTo>
                    <a:pt x="259" y="343"/>
                    <a:pt x="262" y="352"/>
                    <a:pt x="265" y="353"/>
                  </a:cubicBezTo>
                  <a:cubicBezTo>
                    <a:pt x="264" y="352"/>
                    <a:pt x="264" y="351"/>
                    <a:pt x="264" y="351"/>
                  </a:cubicBezTo>
                  <a:cubicBezTo>
                    <a:pt x="266" y="351"/>
                    <a:pt x="267" y="351"/>
                    <a:pt x="268" y="351"/>
                  </a:cubicBezTo>
                  <a:cubicBezTo>
                    <a:pt x="275" y="364"/>
                    <a:pt x="283" y="376"/>
                    <a:pt x="290" y="385"/>
                  </a:cubicBezTo>
                  <a:cubicBezTo>
                    <a:pt x="292" y="386"/>
                    <a:pt x="293" y="388"/>
                    <a:pt x="295" y="389"/>
                  </a:cubicBezTo>
                  <a:cubicBezTo>
                    <a:pt x="298" y="392"/>
                    <a:pt x="302" y="395"/>
                    <a:pt x="306" y="398"/>
                  </a:cubicBezTo>
                  <a:cubicBezTo>
                    <a:pt x="306" y="399"/>
                    <a:pt x="306" y="401"/>
                    <a:pt x="306" y="402"/>
                  </a:cubicBezTo>
                  <a:cubicBezTo>
                    <a:pt x="306" y="403"/>
                    <a:pt x="306" y="403"/>
                    <a:pt x="306" y="404"/>
                  </a:cubicBezTo>
                  <a:cubicBezTo>
                    <a:pt x="306" y="405"/>
                    <a:pt x="306" y="406"/>
                    <a:pt x="306" y="407"/>
                  </a:cubicBezTo>
                  <a:cubicBezTo>
                    <a:pt x="306" y="440"/>
                    <a:pt x="288" y="460"/>
                    <a:pt x="267" y="471"/>
                  </a:cubicBezTo>
                  <a:cubicBezTo>
                    <a:pt x="258" y="476"/>
                    <a:pt x="250" y="478"/>
                    <a:pt x="243" y="480"/>
                  </a:cubicBezTo>
                  <a:cubicBezTo>
                    <a:pt x="231" y="484"/>
                    <a:pt x="179" y="486"/>
                    <a:pt x="149" y="519"/>
                  </a:cubicBezTo>
                  <a:cubicBezTo>
                    <a:pt x="145" y="523"/>
                    <a:pt x="142" y="527"/>
                    <a:pt x="139" y="532"/>
                  </a:cubicBezTo>
                  <a:cubicBezTo>
                    <a:pt x="136" y="535"/>
                    <a:pt x="132" y="548"/>
                    <a:pt x="127" y="566"/>
                  </a:cubicBezTo>
                  <a:cubicBezTo>
                    <a:pt x="120" y="586"/>
                    <a:pt x="115" y="609"/>
                    <a:pt x="111" y="626"/>
                  </a:cubicBezTo>
                  <a:cubicBezTo>
                    <a:pt x="91" y="708"/>
                    <a:pt x="67" y="818"/>
                    <a:pt x="63" y="846"/>
                  </a:cubicBezTo>
                  <a:cubicBezTo>
                    <a:pt x="59" y="867"/>
                    <a:pt x="56" y="887"/>
                    <a:pt x="54" y="903"/>
                  </a:cubicBezTo>
                  <a:cubicBezTo>
                    <a:pt x="51" y="920"/>
                    <a:pt x="48" y="934"/>
                    <a:pt x="46" y="943"/>
                  </a:cubicBezTo>
                  <a:cubicBezTo>
                    <a:pt x="42" y="963"/>
                    <a:pt x="23" y="1017"/>
                    <a:pt x="24" y="1124"/>
                  </a:cubicBezTo>
                  <a:cubicBezTo>
                    <a:pt x="24" y="1143"/>
                    <a:pt x="23" y="1187"/>
                    <a:pt x="25" y="1216"/>
                  </a:cubicBezTo>
                  <a:cubicBezTo>
                    <a:pt x="29" y="1252"/>
                    <a:pt x="23" y="1330"/>
                    <a:pt x="18" y="1348"/>
                  </a:cubicBezTo>
                  <a:cubicBezTo>
                    <a:pt x="12" y="1370"/>
                    <a:pt x="6" y="1408"/>
                    <a:pt x="3" y="1414"/>
                  </a:cubicBezTo>
                  <a:cubicBezTo>
                    <a:pt x="0" y="1419"/>
                    <a:pt x="6" y="1426"/>
                    <a:pt x="9" y="1432"/>
                  </a:cubicBezTo>
                  <a:cubicBezTo>
                    <a:pt x="12" y="1438"/>
                    <a:pt x="12" y="1443"/>
                    <a:pt x="16" y="1451"/>
                  </a:cubicBezTo>
                  <a:cubicBezTo>
                    <a:pt x="19" y="1457"/>
                    <a:pt x="28" y="1470"/>
                    <a:pt x="33" y="1477"/>
                  </a:cubicBezTo>
                  <a:cubicBezTo>
                    <a:pt x="38" y="1485"/>
                    <a:pt x="57" y="1493"/>
                    <a:pt x="72" y="1498"/>
                  </a:cubicBezTo>
                  <a:cubicBezTo>
                    <a:pt x="82" y="1501"/>
                    <a:pt x="101" y="1511"/>
                    <a:pt x="103" y="1507"/>
                  </a:cubicBezTo>
                  <a:cubicBezTo>
                    <a:pt x="106" y="1499"/>
                    <a:pt x="105" y="1492"/>
                    <a:pt x="99" y="1488"/>
                  </a:cubicBezTo>
                  <a:cubicBezTo>
                    <a:pt x="100" y="1488"/>
                    <a:pt x="100" y="1488"/>
                    <a:pt x="101" y="1488"/>
                  </a:cubicBezTo>
                  <a:cubicBezTo>
                    <a:pt x="101" y="1488"/>
                    <a:pt x="101" y="1488"/>
                    <a:pt x="101" y="1488"/>
                  </a:cubicBezTo>
                  <a:cubicBezTo>
                    <a:pt x="101" y="1488"/>
                    <a:pt x="102" y="1487"/>
                    <a:pt x="102" y="1487"/>
                  </a:cubicBezTo>
                  <a:cubicBezTo>
                    <a:pt x="102" y="1487"/>
                    <a:pt x="102" y="1487"/>
                    <a:pt x="102" y="1487"/>
                  </a:cubicBezTo>
                  <a:cubicBezTo>
                    <a:pt x="102" y="1487"/>
                    <a:pt x="102" y="1487"/>
                    <a:pt x="102" y="1487"/>
                  </a:cubicBezTo>
                  <a:cubicBezTo>
                    <a:pt x="103" y="1487"/>
                    <a:pt x="103" y="1487"/>
                    <a:pt x="103" y="1486"/>
                  </a:cubicBezTo>
                  <a:cubicBezTo>
                    <a:pt x="103" y="1486"/>
                    <a:pt x="103" y="1486"/>
                    <a:pt x="103" y="1486"/>
                  </a:cubicBezTo>
                  <a:cubicBezTo>
                    <a:pt x="103" y="1486"/>
                    <a:pt x="104" y="1486"/>
                    <a:pt x="104" y="1485"/>
                  </a:cubicBezTo>
                  <a:cubicBezTo>
                    <a:pt x="104" y="1485"/>
                    <a:pt x="104" y="1485"/>
                    <a:pt x="104" y="1484"/>
                  </a:cubicBezTo>
                  <a:cubicBezTo>
                    <a:pt x="105" y="1482"/>
                    <a:pt x="105" y="1480"/>
                    <a:pt x="103" y="1476"/>
                  </a:cubicBezTo>
                  <a:cubicBezTo>
                    <a:pt x="103" y="1476"/>
                    <a:pt x="103" y="1475"/>
                    <a:pt x="104" y="1475"/>
                  </a:cubicBezTo>
                  <a:cubicBezTo>
                    <a:pt x="104" y="1474"/>
                    <a:pt x="104" y="1474"/>
                    <a:pt x="104" y="1474"/>
                  </a:cubicBezTo>
                  <a:cubicBezTo>
                    <a:pt x="104" y="1473"/>
                    <a:pt x="104" y="1473"/>
                    <a:pt x="104" y="1473"/>
                  </a:cubicBezTo>
                  <a:cubicBezTo>
                    <a:pt x="104" y="1473"/>
                    <a:pt x="104" y="1473"/>
                    <a:pt x="104" y="1472"/>
                  </a:cubicBezTo>
                  <a:cubicBezTo>
                    <a:pt x="104" y="1472"/>
                    <a:pt x="104" y="1472"/>
                    <a:pt x="104" y="1472"/>
                  </a:cubicBezTo>
                  <a:cubicBezTo>
                    <a:pt x="104" y="1472"/>
                    <a:pt x="104" y="1472"/>
                    <a:pt x="104" y="1471"/>
                  </a:cubicBezTo>
                  <a:cubicBezTo>
                    <a:pt x="104" y="1471"/>
                    <a:pt x="104" y="1471"/>
                    <a:pt x="104" y="1471"/>
                  </a:cubicBezTo>
                  <a:cubicBezTo>
                    <a:pt x="103" y="1471"/>
                    <a:pt x="103" y="1471"/>
                    <a:pt x="103" y="1470"/>
                  </a:cubicBezTo>
                  <a:cubicBezTo>
                    <a:pt x="103" y="1470"/>
                    <a:pt x="103" y="1470"/>
                    <a:pt x="103" y="1470"/>
                  </a:cubicBezTo>
                  <a:cubicBezTo>
                    <a:pt x="103" y="1470"/>
                    <a:pt x="103" y="1470"/>
                    <a:pt x="103" y="1470"/>
                  </a:cubicBezTo>
                  <a:cubicBezTo>
                    <a:pt x="102" y="1469"/>
                    <a:pt x="101" y="1468"/>
                    <a:pt x="100" y="1467"/>
                  </a:cubicBezTo>
                  <a:cubicBezTo>
                    <a:pt x="100" y="1467"/>
                    <a:pt x="100" y="1467"/>
                    <a:pt x="100" y="1467"/>
                  </a:cubicBezTo>
                  <a:cubicBezTo>
                    <a:pt x="101" y="1467"/>
                    <a:pt x="101" y="1467"/>
                    <a:pt x="101" y="1467"/>
                  </a:cubicBezTo>
                  <a:cubicBezTo>
                    <a:pt x="100" y="1466"/>
                    <a:pt x="100" y="1466"/>
                    <a:pt x="100" y="1466"/>
                  </a:cubicBezTo>
                  <a:cubicBezTo>
                    <a:pt x="100" y="1466"/>
                    <a:pt x="100" y="1466"/>
                    <a:pt x="100" y="1466"/>
                  </a:cubicBezTo>
                  <a:cubicBezTo>
                    <a:pt x="101" y="1466"/>
                    <a:pt x="102" y="1465"/>
                    <a:pt x="103" y="1463"/>
                  </a:cubicBezTo>
                  <a:cubicBezTo>
                    <a:pt x="106" y="1454"/>
                    <a:pt x="105" y="1434"/>
                    <a:pt x="103" y="1423"/>
                  </a:cubicBezTo>
                  <a:cubicBezTo>
                    <a:pt x="104" y="1413"/>
                    <a:pt x="104" y="1381"/>
                    <a:pt x="96" y="1359"/>
                  </a:cubicBezTo>
                  <a:cubicBezTo>
                    <a:pt x="90" y="1345"/>
                    <a:pt x="85" y="1334"/>
                    <a:pt x="85" y="1325"/>
                  </a:cubicBezTo>
                  <a:cubicBezTo>
                    <a:pt x="85" y="1325"/>
                    <a:pt x="85" y="1324"/>
                    <a:pt x="85" y="1323"/>
                  </a:cubicBezTo>
                  <a:cubicBezTo>
                    <a:pt x="85" y="1323"/>
                    <a:pt x="84" y="1322"/>
                    <a:pt x="84" y="1321"/>
                  </a:cubicBezTo>
                  <a:cubicBezTo>
                    <a:pt x="84" y="1321"/>
                    <a:pt x="84" y="1321"/>
                    <a:pt x="84" y="1321"/>
                  </a:cubicBezTo>
                  <a:cubicBezTo>
                    <a:pt x="83" y="1296"/>
                    <a:pt x="94" y="1204"/>
                    <a:pt x="105" y="1151"/>
                  </a:cubicBezTo>
                  <a:cubicBezTo>
                    <a:pt x="108" y="1137"/>
                    <a:pt x="112" y="1123"/>
                    <a:pt x="117" y="1110"/>
                  </a:cubicBezTo>
                  <a:cubicBezTo>
                    <a:pt x="121" y="1096"/>
                    <a:pt x="124" y="1082"/>
                    <a:pt x="127" y="1068"/>
                  </a:cubicBezTo>
                  <a:cubicBezTo>
                    <a:pt x="139" y="1010"/>
                    <a:pt x="139" y="966"/>
                    <a:pt x="141" y="954"/>
                  </a:cubicBezTo>
                  <a:cubicBezTo>
                    <a:pt x="144" y="939"/>
                    <a:pt x="187" y="737"/>
                    <a:pt x="193" y="703"/>
                  </a:cubicBezTo>
                  <a:cubicBezTo>
                    <a:pt x="192" y="737"/>
                    <a:pt x="192" y="737"/>
                    <a:pt x="192" y="737"/>
                  </a:cubicBezTo>
                  <a:cubicBezTo>
                    <a:pt x="188" y="794"/>
                    <a:pt x="188" y="794"/>
                    <a:pt x="188" y="794"/>
                  </a:cubicBezTo>
                  <a:cubicBezTo>
                    <a:pt x="189" y="801"/>
                    <a:pt x="189" y="809"/>
                    <a:pt x="190" y="817"/>
                  </a:cubicBezTo>
                  <a:cubicBezTo>
                    <a:pt x="189" y="826"/>
                    <a:pt x="189" y="826"/>
                    <a:pt x="189" y="826"/>
                  </a:cubicBezTo>
                  <a:cubicBezTo>
                    <a:pt x="190" y="830"/>
                    <a:pt x="190" y="834"/>
                    <a:pt x="190" y="838"/>
                  </a:cubicBezTo>
                  <a:cubicBezTo>
                    <a:pt x="191" y="879"/>
                    <a:pt x="190" y="925"/>
                    <a:pt x="191" y="941"/>
                  </a:cubicBezTo>
                  <a:cubicBezTo>
                    <a:pt x="192" y="971"/>
                    <a:pt x="183" y="1003"/>
                    <a:pt x="186" y="1054"/>
                  </a:cubicBezTo>
                  <a:cubicBezTo>
                    <a:pt x="187" y="1081"/>
                    <a:pt x="185" y="1134"/>
                    <a:pt x="173" y="1201"/>
                  </a:cubicBezTo>
                  <a:cubicBezTo>
                    <a:pt x="165" y="1234"/>
                    <a:pt x="165" y="1262"/>
                    <a:pt x="165" y="1302"/>
                  </a:cubicBezTo>
                  <a:cubicBezTo>
                    <a:pt x="163" y="1380"/>
                    <a:pt x="163" y="1487"/>
                    <a:pt x="175" y="1577"/>
                  </a:cubicBezTo>
                  <a:cubicBezTo>
                    <a:pt x="176" y="1582"/>
                    <a:pt x="177" y="1586"/>
                    <a:pt x="177" y="1591"/>
                  </a:cubicBezTo>
                  <a:cubicBezTo>
                    <a:pt x="186" y="1657"/>
                    <a:pt x="205" y="1735"/>
                    <a:pt x="214" y="1782"/>
                  </a:cubicBezTo>
                  <a:cubicBezTo>
                    <a:pt x="223" y="1831"/>
                    <a:pt x="215" y="1854"/>
                    <a:pt x="217" y="1886"/>
                  </a:cubicBezTo>
                  <a:cubicBezTo>
                    <a:pt x="219" y="1902"/>
                    <a:pt x="204" y="1988"/>
                    <a:pt x="220" y="2097"/>
                  </a:cubicBezTo>
                  <a:cubicBezTo>
                    <a:pt x="222" y="2115"/>
                    <a:pt x="225" y="2133"/>
                    <a:pt x="229" y="2150"/>
                  </a:cubicBezTo>
                  <a:cubicBezTo>
                    <a:pt x="229" y="2151"/>
                    <a:pt x="229" y="2152"/>
                    <a:pt x="230" y="2153"/>
                  </a:cubicBezTo>
                  <a:cubicBezTo>
                    <a:pt x="246" y="2234"/>
                    <a:pt x="260" y="2305"/>
                    <a:pt x="265" y="2325"/>
                  </a:cubicBezTo>
                  <a:cubicBezTo>
                    <a:pt x="276" y="2372"/>
                    <a:pt x="266" y="2377"/>
                    <a:pt x="271" y="2400"/>
                  </a:cubicBezTo>
                  <a:cubicBezTo>
                    <a:pt x="275" y="2424"/>
                    <a:pt x="276" y="2421"/>
                    <a:pt x="263" y="2444"/>
                  </a:cubicBezTo>
                  <a:cubicBezTo>
                    <a:pt x="251" y="2459"/>
                    <a:pt x="231" y="2491"/>
                    <a:pt x="225" y="2499"/>
                  </a:cubicBezTo>
                  <a:cubicBezTo>
                    <a:pt x="218" y="2506"/>
                    <a:pt x="222" y="2513"/>
                    <a:pt x="225" y="2518"/>
                  </a:cubicBezTo>
                  <a:cubicBezTo>
                    <a:pt x="224" y="2518"/>
                    <a:pt x="224" y="2519"/>
                    <a:pt x="224" y="2520"/>
                  </a:cubicBezTo>
                  <a:cubicBezTo>
                    <a:pt x="224" y="2520"/>
                    <a:pt x="224" y="2520"/>
                    <a:pt x="224" y="2520"/>
                  </a:cubicBezTo>
                  <a:cubicBezTo>
                    <a:pt x="224" y="2521"/>
                    <a:pt x="224" y="2521"/>
                    <a:pt x="224" y="2522"/>
                  </a:cubicBezTo>
                  <a:cubicBezTo>
                    <a:pt x="224" y="2522"/>
                    <a:pt x="224" y="2522"/>
                    <a:pt x="224" y="2522"/>
                  </a:cubicBezTo>
                  <a:cubicBezTo>
                    <a:pt x="224" y="2523"/>
                    <a:pt x="224" y="2523"/>
                    <a:pt x="224" y="2523"/>
                  </a:cubicBezTo>
                  <a:cubicBezTo>
                    <a:pt x="224" y="2524"/>
                    <a:pt x="224" y="2524"/>
                    <a:pt x="224" y="2524"/>
                  </a:cubicBezTo>
                  <a:cubicBezTo>
                    <a:pt x="224" y="2524"/>
                    <a:pt x="224" y="2525"/>
                    <a:pt x="224" y="2525"/>
                  </a:cubicBezTo>
                  <a:cubicBezTo>
                    <a:pt x="224" y="2525"/>
                    <a:pt x="224" y="2525"/>
                    <a:pt x="224" y="2526"/>
                  </a:cubicBezTo>
                  <a:cubicBezTo>
                    <a:pt x="225" y="2526"/>
                    <a:pt x="225" y="2526"/>
                    <a:pt x="225" y="2527"/>
                  </a:cubicBezTo>
                  <a:cubicBezTo>
                    <a:pt x="225" y="2527"/>
                    <a:pt x="225" y="2527"/>
                    <a:pt x="225" y="2527"/>
                  </a:cubicBezTo>
                  <a:cubicBezTo>
                    <a:pt x="225" y="2527"/>
                    <a:pt x="226" y="2528"/>
                    <a:pt x="226" y="2528"/>
                  </a:cubicBezTo>
                  <a:cubicBezTo>
                    <a:pt x="226" y="2528"/>
                    <a:pt x="226" y="2528"/>
                    <a:pt x="226" y="2529"/>
                  </a:cubicBezTo>
                  <a:cubicBezTo>
                    <a:pt x="226" y="2529"/>
                    <a:pt x="227" y="2529"/>
                    <a:pt x="227" y="2529"/>
                  </a:cubicBezTo>
                  <a:cubicBezTo>
                    <a:pt x="227" y="2529"/>
                    <a:pt x="227" y="2530"/>
                    <a:pt x="227" y="2530"/>
                  </a:cubicBezTo>
                  <a:cubicBezTo>
                    <a:pt x="228" y="2530"/>
                    <a:pt x="228" y="2530"/>
                    <a:pt x="228" y="2530"/>
                  </a:cubicBezTo>
                  <a:cubicBezTo>
                    <a:pt x="228" y="2531"/>
                    <a:pt x="229" y="2531"/>
                    <a:pt x="229" y="2531"/>
                  </a:cubicBezTo>
                  <a:cubicBezTo>
                    <a:pt x="229" y="2531"/>
                    <a:pt x="229" y="2531"/>
                    <a:pt x="229" y="2531"/>
                  </a:cubicBezTo>
                  <a:cubicBezTo>
                    <a:pt x="230" y="2532"/>
                    <a:pt x="230" y="2532"/>
                    <a:pt x="230" y="2532"/>
                  </a:cubicBezTo>
                  <a:cubicBezTo>
                    <a:pt x="230" y="2532"/>
                    <a:pt x="231" y="2532"/>
                    <a:pt x="231" y="2532"/>
                  </a:cubicBezTo>
                  <a:cubicBezTo>
                    <a:pt x="231" y="2533"/>
                    <a:pt x="232" y="2533"/>
                    <a:pt x="232" y="2533"/>
                  </a:cubicBezTo>
                  <a:cubicBezTo>
                    <a:pt x="232" y="2533"/>
                    <a:pt x="232" y="2533"/>
                    <a:pt x="232" y="2533"/>
                  </a:cubicBezTo>
                  <a:cubicBezTo>
                    <a:pt x="233" y="2533"/>
                    <a:pt x="233" y="2533"/>
                    <a:pt x="233" y="2534"/>
                  </a:cubicBezTo>
                  <a:cubicBezTo>
                    <a:pt x="233" y="2534"/>
                    <a:pt x="234" y="2534"/>
                    <a:pt x="234" y="2534"/>
                  </a:cubicBezTo>
                  <a:cubicBezTo>
                    <a:pt x="234" y="2534"/>
                    <a:pt x="234" y="2534"/>
                    <a:pt x="235" y="2534"/>
                  </a:cubicBezTo>
                  <a:cubicBezTo>
                    <a:pt x="235" y="2534"/>
                    <a:pt x="235" y="2534"/>
                    <a:pt x="235" y="2534"/>
                  </a:cubicBezTo>
                  <a:cubicBezTo>
                    <a:pt x="235" y="2534"/>
                    <a:pt x="236" y="2534"/>
                    <a:pt x="236" y="2534"/>
                  </a:cubicBezTo>
                  <a:cubicBezTo>
                    <a:pt x="236" y="2534"/>
                    <a:pt x="236" y="2534"/>
                    <a:pt x="236" y="2535"/>
                  </a:cubicBezTo>
                  <a:cubicBezTo>
                    <a:pt x="237" y="2535"/>
                    <a:pt x="237" y="2535"/>
                    <a:pt x="237" y="2535"/>
                  </a:cubicBezTo>
                  <a:cubicBezTo>
                    <a:pt x="237" y="2535"/>
                    <a:pt x="238" y="2535"/>
                    <a:pt x="238" y="2535"/>
                  </a:cubicBezTo>
                  <a:cubicBezTo>
                    <a:pt x="238" y="2535"/>
                    <a:pt x="238" y="2535"/>
                    <a:pt x="238" y="2535"/>
                  </a:cubicBezTo>
                  <a:cubicBezTo>
                    <a:pt x="238" y="2535"/>
                    <a:pt x="239" y="2535"/>
                    <a:pt x="239" y="2535"/>
                  </a:cubicBezTo>
                  <a:cubicBezTo>
                    <a:pt x="239" y="2535"/>
                    <a:pt x="238" y="2536"/>
                    <a:pt x="239" y="2537"/>
                  </a:cubicBezTo>
                  <a:cubicBezTo>
                    <a:pt x="239" y="2537"/>
                    <a:pt x="239" y="2537"/>
                    <a:pt x="239" y="2537"/>
                  </a:cubicBezTo>
                  <a:cubicBezTo>
                    <a:pt x="239" y="2537"/>
                    <a:pt x="239" y="2538"/>
                    <a:pt x="239" y="2538"/>
                  </a:cubicBezTo>
                  <a:cubicBezTo>
                    <a:pt x="239" y="2538"/>
                    <a:pt x="239" y="2538"/>
                    <a:pt x="239" y="2538"/>
                  </a:cubicBezTo>
                  <a:cubicBezTo>
                    <a:pt x="239" y="2539"/>
                    <a:pt x="240" y="2540"/>
                    <a:pt x="240" y="2540"/>
                  </a:cubicBezTo>
                  <a:cubicBezTo>
                    <a:pt x="240" y="2540"/>
                    <a:pt x="240" y="2540"/>
                    <a:pt x="240" y="2540"/>
                  </a:cubicBezTo>
                  <a:cubicBezTo>
                    <a:pt x="240" y="2541"/>
                    <a:pt x="241" y="2541"/>
                    <a:pt x="241" y="2541"/>
                  </a:cubicBezTo>
                  <a:cubicBezTo>
                    <a:pt x="241" y="2541"/>
                    <a:pt x="241" y="2541"/>
                    <a:pt x="241" y="2541"/>
                  </a:cubicBezTo>
                  <a:cubicBezTo>
                    <a:pt x="242" y="2542"/>
                    <a:pt x="242" y="2542"/>
                    <a:pt x="243" y="2543"/>
                  </a:cubicBezTo>
                  <a:cubicBezTo>
                    <a:pt x="243" y="2543"/>
                    <a:pt x="243" y="2543"/>
                    <a:pt x="243" y="2543"/>
                  </a:cubicBezTo>
                  <a:cubicBezTo>
                    <a:pt x="244" y="2543"/>
                    <a:pt x="244" y="2543"/>
                    <a:pt x="245" y="2543"/>
                  </a:cubicBezTo>
                  <a:cubicBezTo>
                    <a:pt x="245" y="2543"/>
                    <a:pt x="245" y="2544"/>
                    <a:pt x="245" y="2544"/>
                  </a:cubicBezTo>
                  <a:cubicBezTo>
                    <a:pt x="246" y="2544"/>
                    <a:pt x="247" y="2544"/>
                    <a:pt x="247" y="2544"/>
                  </a:cubicBezTo>
                  <a:cubicBezTo>
                    <a:pt x="247" y="2544"/>
                    <a:pt x="247" y="2544"/>
                    <a:pt x="247" y="2544"/>
                  </a:cubicBezTo>
                  <a:cubicBezTo>
                    <a:pt x="248" y="2544"/>
                    <a:pt x="249" y="2544"/>
                    <a:pt x="250" y="2545"/>
                  </a:cubicBezTo>
                  <a:cubicBezTo>
                    <a:pt x="250" y="2545"/>
                    <a:pt x="250" y="2545"/>
                    <a:pt x="250" y="2545"/>
                  </a:cubicBezTo>
                  <a:cubicBezTo>
                    <a:pt x="251" y="2545"/>
                    <a:pt x="251" y="2545"/>
                    <a:pt x="252" y="2545"/>
                  </a:cubicBezTo>
                  <a:cubicBezTo>
                    <a:pt x="252" y="2545"/>
                    <a:pt x="252" y="2545"/>
                    <a:pt x="253" y="2545"/>
                  </a:cubicBezTo>
                  <a:cubicBezTo>
                    <a:pt x="253" y="2545"/>
                    <a:pt x="254" y="2545"/>
                    <a:pt x="255" y="2545"/>
                  </a:cubicBezTo>
                  <a:cubicBezTo>
                    <a:pt x="255" y="2545"/>
                    <a:pt x="255" y="2545"/>
                    <a:pt x="255" y="2545"/>
                  </a:cubicBezTo>
                  <a:cubicBezTo>
                    <a:pt x="256" y="2545"/>
                    <a:pt x="257" y="2545"/>
                    <a:pt x="257" y="2545"/>
                  </a:cubicBezTo>
                  <a:cubicBezTo>
                    <a:pt x="258" y="2545"/>
                    <a:pt x="258" y="2545"/>
                    <a:pt x="258" y="2545"/>
                  </a:cubicBezTo>
                  <a:cubicBezTo>
                    <a:pt x="259" y="2545"/>
                    <a:pt x="259" y="2545"/>
                    <a:pt x="260" y="2544"/>
                  </a:cubicBezTo>
                  <a:cubicBezTo>
                    <a:pt x="260" y="2544"/>
                    <a:pt x="261" y="2544"/>
                    <a:pt x="261" y="2544"/>
                  </a:cubicBezTo>
                  <a:cubicBezTo>
                    <a:pt x="261" y="2544"/>
                    <a:pt x="262" y="2544"/>
                    <a:pt x="262" y="2544"/>
                  </a:cubicBezTo>
                  <a:cubicBezTo>
                    <a:pt x="263" y="2544"/>
                    <a:pt x="263" y="2544"/>
                    <a:pt x="263" y="2544"/>
                  </a:cubicBezTo>
                  <a:cubicBezTo>
                    <a:pt x="264" y="2544"/>
                    <a:pt x="264" y="2544"/>
                    <a:pt x="265" y="2543"/>
                  </a:cubicBezTo>
                  <a:cubicBezTo>
                    <a:pt x="265" y="2543"/>
                    <a:pt x="265" y="2543"/>
                    <a:pt x="266" y="2543"/>
                  </a:cubicBezTo>
                  <a:cubicBezTo>
                    <a:pt x="266" y="2543"/>
                    <a:pt x="266" y="2543"/>
                    <a:pt x="267" y="2543"/>
                  </a:cubicBezTo>
                  <a:cubicBezTo>
                    <a:pt x="267" y="2542"/>
                    <a:pt x="267" y="2542"/>
                    <a:pt x="268" y="2542"/>
                  </a:cubicBezTo>
                  <a:cubicBezTo>
                    <a:pt x="268" y="2542"/>
                    <a:pt x="268" y="2542"/>
                    <a:pt x="268" y="2542"/>
                  </a:cubicBezTo>
                  <a:cubicBezTo>
                    <a:pt x="269" y="2541"/>
                    <a:pt x="269" y="2541"/>
                    <a:pt x="270" y="2541"/>
                  </a:cubicBezTo>
                  <a:cubicBezTo>
                    <a:pt x="277" y="2548"/>
                    <a:pt x="297" y="2548"/>
                    <a:pt x="305" y="2539"/>
                  </a:cubicBezTo>
                  <a:cubicBezTo>
                    <a:pt x="318" y="2549"/>
                    <a:pt x="340" y="2549"/>
                    <a:pt x="354" y="2536"/>
                  </a:cubicBezTo>
                  <a:cubicBezTo>
                    <a:pt x="368" y="2523"/>
                    <a:pt x="370" y="2510"/>
                    <a:pt x="368" y="2498"/>
                  </a:cubicBezTo>
                  <a:cubicBezTo>
                    <a:pt x="367" y="2485"/>
                    <a:pt x="370" y="2480"/>
                    <a:pt x="373" y="2465"/>
                  </a:cubicBezTo>
                  <a:cubicBezTo>
                    <a:pt x="376" y="2449"/>
                    <a:pt x="378" y="2436"/>
                    <a:pt x="372" y="2425"/>
                  </a:cubicBezTo>
                  <a:cubicBezTo>
                    <a:pt x="365" y="2414"/>
                    <a:pt x="365" y="2408"/>
                    <a:pt x="365" y="2397"/>
                  </a:cubicBezTo>
                  <a:cubicBezTo>
                    <a:pt x="365" y="2386"/>
                    <a:pt x="370" y="2368"/>
                    <a:pt x="362" y="2354"/>
                  </a:cubicBezTo>
                  <a:cubicBezTo>
                    <a:pt x="354" y="2340"/>
                    <a:pt x="344" y="2305"/>
                    <a:pt x="346" y="2268"/>
                  </a:cubicBezTo>
                  <a:cubicBezTo>
                    <a:pt x="348" y="2231"/>
                    <a:pt x="378" y="2022"/>
                    <a:pt x="365" y="1951"/>
                  </a:cubicBezTo>
                  <a:cubicBezTo>
                    <a:pt x="352" y="1879"/>
                    <a:pt x="357" y="1865"/>
                    <a:pt x="360" y="1840"/>
                  </a:cubicBezTo>
                  <a:cubicBezTo>
                    <a:pt x="363" y="1816"/>
                    <a:pt x="371" y="1777"/>
                    <a:pt x="364" y="1725"/>
                  </a:cubicBezTo>
                  <a:cubicBezTo>
                    <a:pt x="361" y="1706"/>
                    <a:pt x="362" y="1622"/>
                    <a:pt x="363" y="1538"/>
                  </a:cubicBezTo>
                  <a:cubicBezTo>
                    <a:pt x="363" y="1484"/>
                    <a:pt x="368" y="1419"/>
                    <a:pt x="364" y="1398"/>
                  </a:cubicBezTo>
                  <a:cubicBezTo>
                    <a:pt x="368" y="1399"/>
                    <a:pt x="372" y="1400"/>
                    <a:pt x="376" y="1400"/>
                  </a:cubicBezTo>
                  <a:cubicBezTo>
                    <a:pt x="377" y="1400"/>
                    <a:pt x="377" y="1400"/>
                    <a:pt x="377" y="1400"/>
                  </a:cubicBezTo>
                  <a:cubicBezTo>
                    <a:pt x="382" y="1400"/>
                    <a:pt x="387" y="1399"/>
                    <a:pt x="392" y="1397"/>
                  </a:cubicBezTo>
                  <a:cubicBezTo>
                    <a:pt x="392" y="1398"/>
                    <a:pt x="392" y="1398"/>
                    <a:pt x="392" y="1398"/>
                  </a:cubicBezTo>
                  <a:cubicBezTo>
                    <a:pt x="391" y="1399"/>
                    <a:pt x="391" y="1401"/>
                    <a:pt x="391" y="1405"/>
                  </a:cubicBezTo>
                  <a:cubicBezTo>
                    <a:pt x="389" y="1431"/>
                    <a:pt x="392" y="1489"/>
                    <a:pt x="393" y="1538"/>
                  </a:cubicBezTo>
                  <a:cubicBezTo>
                    <a:pt x="393" y="1622"/>
                    <a:pt x="394" y="1706"/>
                    <a:pt x="391" y="1725"/>
                  </a:cubicBezTo>
                  <a:cubicBezTo>
                    <a:pt x="384" y="1777"/>
                    <a:pt x="392" y="1816"/>
                    <a:pt x="395" y="1840"/>
                  </a:cubicBezTo>
                  <a:cubicBezTo>
                    <a:pt x="398" y="1865"/>
                    <a:pt x="403" y="1879"/>
                    <a:pt x="390" y="1951"/>
                  </a:cubicBezTo>
                  <a:cubicBezTo>
                    <a:pt x="378" y="2022"/>
                    <a:pt x="408" y="2231"/>
                    <a:pt x="409" y="2268"/>
                  </a:cubicBezTo>
                  <a:cubicBezTo>
                    <a:pt x="411" y="2305"/>
                    <a:pt x="402" y="2340"/>
                    <a:pt x="394" y="2354"/>
                  </a:cubicBezTo>
                  <a:cubicBezTo>
                    <a:pt x="386" y="2368"/>
                    <a:pt x="390" y="2386"/>
                    <a:pt x="390" y="2397"/>
                  </a:cubicBezTo>
                  <a:cubicBezTo>
                    <a:pt x="390" y="2408"/>
                    <a:pt x="390" y="2414"/>
                    <a:pt x="384" y="2425"/>
                  </a:cubicBezTo>
                  <a:cubicBezTo>
                    <a:pt x="377" y="2436"/>
                    <a:pt x="379" y="2449"/>
                    <a:pt x="383" y="2465"/>
                  </a:cubicBezTo>
                  <a:cubicBezTo>
                    <a:pt x="386" y="2480"/>
                    <a:pt x="389" y="2485"/>
                    <a:pt x="387" y="2498"/>
                  </a:cubicBezTo>
                  <a:cubicBezTo>
                    <a:pt x="386" y="2510"/>
                    <a:pt x="387" y="2523"/>
                    <a:pt x="402" y="2536"/>
                  </a:cubicBezTo>
                  <a:cubicBezTo>
                    <a:pt x="416" y="2549"/>
                    <a:pt x="438" y="2549"/>
                    <a:pt x="450" y="2539"/>
                  </a:cubicBezTo>
                  <a:cubicBezTo>
                    <a:pt x="458" y="2548"/>
                    <a:pt x="478" y="2548"/>
                    <a:pt x="486" y="2541"/>
                  </a:cubicBezTo>
                  <a:cubicBezTo>
                    <a:pt x="486" y="2541"/>
                    <a:pt x="487" y="2541"/>
                    <a:pt x="487" y="2542"/>
                  </a:cubicBezTo>
                  <a:cubicBezTo>
                    <a:pt x="487" y="2542"/>
                    <a:pt x="487" y="2542"/>
                    <a:pt x="488" y="2542"/>
                  </a:cubicBezTo>
                  <a:cubicBezTo>
                    <a:pt x="488" y="2542"/>
                    <a:pt x="488" y="2542"/>
                    <a:pt x="489" y="2543"/>
                  </a:cubicBezTo>
                  <a:cubicBezTo>
                    <a:pt x="489" y="2543"/>
                    <a:pt x="489" y="2543"/>
                    <a:pt x="490" y="2543"/>
                  </a:cubicBezTo>
                  <a:cubicBezTo>
                    <a:pt x="490" y="2543"/>
                    <a:pt x="490" y="2543"/>
                    <a:pt x="491" y="2543"/>
                  </a:cubicBezTo>
                  <a:cubicBezTo>
                    <a:pt x="491" y="2544"/>
                    <a:pt x="492" y="2544"/>
                    <a:pt x="492" y="2544"/>
                  </a:cubicBezTo>
                  <a:cubicBezTo>
                    <a:pt x="492" y="2544"/>
                    <a:pt x="493" y="2544"/>
                    <a:pt x="493" y="2544"/>
                  </a:cubicBezTo>
                  <a:cubicBezTo>
                    <a:pt x="494" y="2544"/>
                    <a:pt x="494" y="2544"/>
                    <a:pt x="495" y="2544"/>
                  </a:cubicBezTo>
                  <a:cubicBezTo>
                    <a:pt x="495" y="2544"/>
                    <a:pt x="495" y="2544"/>
                    <a:pt x="496" y="2544"/>
                  </a:cubicBezTo>
                  <a:cubicBezTo>
                    <a:pt x="496" y="2545"/>
                    <a:pt x="497" y="2545"/>
                    <a:pt x="497" y="2545"/>
                  </a:cubicBezTo>
                  <a:cubicBezTo>
                    <a:pt x="498" y="2545"/>
                    <a:pt x="498" y="2545"/>
                    <a:pt x="498" y="2545"/>
                  </a:cubicBezTo>
                  <a:cubicBezTo>
                    <a:pt x="499" y="2545"/>
                    <a:pt x="499" y="2545"/>
                    <a:pt x="500" y="2545"/>
                  </a:cubicBezTo>
                  <a:cubicBezTo>
                    <a:pt x="500" y="2545"/>
                    <a:pt x="500" y="2545"/>
                    <a:pt x="501" y="2545"/>
                  </a:cubicBezTo>
                  <a:cubicBezTo>
                    <a:pt x="501" y="2545"/>
                    <a:pt x="502" y="2545"/>
                    <a:pt x="503" y="2545"/>
                  </a:cubicBezTo>
                  <a:cubicBezTo>
                    <a:pt x="503" y="2545"/>
                    <a:pt x="503" y="2545"/>
                    <a:pt x="503" y="2545"/>
                  </a:cubicBezTo>
                  <a:cubicBezTo>
                    <a:pt x="504" y="2545"/>
                    <a:pt x="505" y="2545"/>
                    <a:pt x="505" y="2545"/>
                  </a:cubicBezTo>
                  <a:cubicBezTo>
                    <a:pt x="506" y="2545"/>
                    <a:pt x="506" y="2545"/>
                    <a:pt x="506" y="2545"/>
                  </a:cubicBezTo>
                  <a:cubicBezTo>
                    <a:pt x="507" y="2544"/>
                    <a:pt x="507" y="2544"/>
                    <a:pt x="508" y="2544"/>
                  </a:cubicBezTo>
                  <a:cubicBezTo>
                    <a:pt x="508" y="2544"/>
                    <a:pt x="508" y="2544"/>
                    <a:pt x="508" y="2544"/>
                  </a:cubicBezTo>
                  <a:cubicBezTo>
                    <a:pt x="509" y="2544"/>
                    <a:pt x="510" y="2544"/>
                    <a:pt x="510" y="2544"/>
                  </a:cubicBezTo>
                  <a:cubicBezTo>
                    <a:pt x="510" y="2544"/>
                    <a:pt x="510" y="2543"/>
                    <a:pt x="510" y="2543"/>
                  </a:cubicBezTo>
                  <a:cubicBezTo>
                    <a:pt x="511" y="2543"/>
                    <a:pt x="512" y="2543"/>
                    <a:pt x="512" y="2543"/>
                  </a:cubicBezTo>
                  <a:cubicBezTo>
                    <a:pt x="512" y="2543"/>
                    <a:pt x="512" y="2543"/>
                    <a:pt x="512" y="2543"/>
                  </a:cubicBezTo>
                  <a:cubicBezTo>
                    <a:pt x="513" y="2542"/>
                    <a:pt x="514" y="2542"/>
                    <a:pt x="514" y="2541"/>
                  </a:cubicBezTo>
                  <a:cubicBezTo>
                    <a:pt x="514" y="2541"/>
                    <a:pt x="514" y="2541"/>
                    <a:pt x="514" y="2541"/>
                  </a:cubicBezTo>
                  <a:cubicBezTo>
                    <a:pt x="515" y="2541"/>
                    <a:pt x="515" y="2541"/>
                    <a:pt x="515" y="2540"/>
                  </a:cubicBezTo>
                  <a:cubicBezTo>
                    <a:pt x="515" y="2540"/>
                    <a:pt x="515" y="2540"/>
                    <a:pt x="515" y="2540"/>
                  </a:cubicBezTo>
                  <a:cubicBezTo>
                    <a:pt x="516" y="2540"/>
                    <a:pt x="516" y="2539"/>
                    <a:pt x="516" y="2538"/>
                  </a:cubicBezTo>
                  <a:cubicBezTo>
                    <a:pt x="516" y="2538"/>
                    <a:pt x="516" y="2538"/>
                    <a:pt x="516" y="2538"/>
                  </a:cubicBezTo>
                  <a:cubicBezTo>
                    <a:pt x="517" y="2538"/>
                    <a:pt x="517" y="2537"/>
                    <a:pt x="517" y="2537"/>
                  </a:cubicBezTo>
                  <a:cubicBezTo>
                    <a:pt x="517" y="2537"/>
                    <a:pt x="517" y="2537"/>
                    <a:pt x="517" y="2537"/>
                  </a:cubicBezTo>
                  <a:cubicBezTo>
                    <a:pt x="517" y="2536"/>
                    <a:pt x="517" y="2535"/>
                    <a:pt x="517" y="2535"/>
                  </a:cubicBezTo>
                  <a:cubicBezTo>
                    <a:pt x="517" y="2535"/>
                    <a:pt x="517" y="2535"/>
                    <a:pt x="517" y="2535"/>
                  </a:cubicBezTo>
                  <a:cubicBezTo>
                    <a:pt x="517" y="2535"/>
                    <a:pt x="518" y="2535"/>
                    <a:pt x="518" y="2535"/>
                  </a:cubicBezTo>
                  <a:cubicBezTo>
                    <a:pt x="518" y="2535"/>
                    <a:pt x="518" y="2535"/>
                    <a:pt x="518" y="2535"/>
                  </a:cubicBezTo>
                  <a:cubicBezTo>
                    <a:pt x="518" y="2535"/>
                    <a:pt x="519" y="2535"/>
                    <a:pt x="519" y="2534"/>
                  </a:cubicBezTo>
                  <a:cubicBezTo>
                    <a:pt x="519" y="2534"/>
                    <a:pt x="519" y="2534"/>
                    <a:pt x="519" y="2534"/>
                  </a:cubicBezTo>
                  <a:cubicBezTo>
                    <a:pt x="520" y="2534"/>
                    <a:pt x="520" y="2534"/>
                    <a:pt x="520" y="2534"/>
                  </a:cubicBezTo>
                  <a:cubicBezTo>
                    <a:pt x="521" y="2534"/>
                    <a:pt x="521" y="2534"/>
                    <a:pt x="521" y="2534"/>
                  </a:cubicBezTo>
                  <a:cubicBezTo>
                    <a:pt x="521" y="2534"/>
                    <a:pt x="521" y="2534"/>
                    <a:pt x="522" y="2534"/>
                  </a:cubicBezTo>
                  <a:cubicBezTo>
                    <a:pt x="522" y="2534"/>
                    <a:pt x="522" y="2534"/>
                    <a:pt x="522" y="2533"/>
                  </a:cubicBezTo>
                  <a:cubicBezTo>
                    <a:pt x="523" y="2533"/>
                    <a:pt x="523" y="2533"/>
                    <a:pt x="523" y="2533"/>
                  </a:cubicBezTo>
                  <a:cubicBezTo>
                    <a:pt x="523" y="2533"/>
                    <a:pt x="524" y="2533"/>
                    <a:pt x="524" y="2533"/>
                  </a:cubicBezTo>
                  <a:cubicBezTo>
                    <a:pt x="524" y="2533"/>
                    <a:pt x="524" y="2532"/>
                    <a:pt x="525" y="2532"/>
                  </a:cubicBezTo>
                  <a:cubicBezTo>
                    <a:pt x="525" y="2532"/>
                    <a:pt x="525" y="2532"/>
                    <a:pt x="525" y="2532"/>
                  </a:cubicBezTo>
                  <a:cubicBezTo>
                    <a:pt x="526" y="2532"/>
                    <a:pt x="526" y="2532"/>
                    <a:pt x="526" y="2531"/>
                  </a:cubicBezTo>
                  <a:cubicBezTo>
                    <a:pt x="526" y="2531"/>
                    <a:pt x="527" y="2531"/>
                    <a:pt x="527" y="2531"/>
                  </a:cubicBezTo>
                  <a:cubicBezTo>
                    <a:pt x="527" y="2531"/>
                    <a:pt x="527" y="2531"/>
                    <a:pt x="527" y="2530"/>
                  </a:cubicBezTo>
                  <a:cubicBezTo>
                    <a:pt x="528" y="2530"/>
                    <a:pt x="528" y="2530"/>
                    <a:pt x="528" y="2530"/>
                  </a:cubicBezTo>
                  <a:cubicBezTo>
                    <a:pt x="528" y="2530"/>
                    <a:pt x="528" y="2529"/>
                    <a:pt x="529" y="2529"/>
                  </a:cubicBezTo>
                  <a:cubicBezTo>
                    <a:pt x="529" y="2529"/>
                    <a:pt x="529" y="2529"/>
                    <a:pt x="529" y="2528"/>
                  </a:cubicBezTo>
                  <a:cubicBezTo>
                    <a:pt x="529" y="2528"/>
                    <a:pt x="530" y="2528"/>
                    <a:pt x="530" y="2528"/>
                  </a:cubicBezTo>
                  <a:cubicBezTo>
                    <a:pt x="530" y="2528"/>
                    <a:pt x="530" y="2527"/>
                    <a:pt x="530" y="2527"/>
                  </a:cubicBezTo>
                  <a:cubicBezTo>
                    <a:pt x="530" y="2527"/>
                    <a:pt x="530" y="2527"/>
                    <a:pt x="530" y="2527"/>
                  </a:cubicBezTo>
                  <a:cubicBezTo>
                    <a:pt x="531" y="2526"/>
                    <a:pt x="531" y="2526"/>
                    <a:pt x="531" y="2526"/>
                  </a:cubicBezTo>
                  <a:cubicBezTo>
                    <a:pt x="531" y="2525"/>
                    <a:pt x="531" y="2525"/>
                    <a:pt x="531" y="2525"/>
                  </a:cubicBezTo>
                  <a:cubicBezTo>
                    <a:pt x="531" y="2525"/>
                    <a:pt x="531" y="2524"/>
                    <a:pt x="531" y="2524"/>
                  </a:cubicBezTo>
                  <a:cubicBezTo>
                    <a:pt x="531" y="2524"/>
                    <a:pt x="532" y="2524"/>
                    <a:pt x="532" y="2523"/>
                  </a:cubicBezTo>
                  <a:cubicBezTo>
                    <a:pt x="532" y="2523"/>
                    <a:pt x="532" y="2523"/>
                    <a:pt x="532" y="2522"/>
                  </a:cubicBezTo>
                  <a:cubicBezTo>
                    <a:pt x="532" y="2522"/>
                    <a:pt x="532" y="2522"/>
                    <a:pt x="532" y="2522"/>
                  </a:cubicBezTo>
                  <a:cubicBezTo>
                    <a:pt x="532" y="2521"/>
                    <a:pt x="531" y="2521"/>
                    <a:pt x="531" y="2520"/>
                  </a:cubicBezTo>
                  <a:cubicBezTo>
                    <a:pt x="531" y="2520"/>
                    <a:pt x="531" y="2520"/>
                    <a:pt x="531" y="2520"/>
                  </a:cubicBezTo>
                  <a:cubicBezTo>
                    <a:pt x="531" y="2519"/>
                    <a:pt x="531" y="2518"/>
                    <a:pt x="531" y="2518"/>
                  </a:cubicBezTo>
                  <a:cubicBezTo>
                    <a:pt x="534" y="2513"/>
                    <a:pt x="537" y="2506"/>
                    <a:pt x="531" y="2499"/>
                  </a:cubicBezTo>
                  <a:cubicBezTo>
                    <a:pt x="524" y="2491"/>
                    <a:pt x="505" y="2459"/>
                    <a:pt x="493" y="2444"/>
                  </a:cubicBezTo>
                  <a:cubicBezTo>
                    <a:pt x="480" y="2421"/>
                    <a:pt x="480" y="2424"/>
                    <a:pt x="485" y="2400"/>
                  </a:cubicBezTo>
                  <a:cubicBezTo>
                    <a:pt x="490" y="2377"/>
                    <a:pt x="480" y="2372"/>
                    <a:pt x="491" y="2325"/>
                  </a:cubicBezTo>
                  <a:cubicBezTo>
                    <a:pt x="494" y="2310"/>
                    <a:pt x="505" y="2263"/>
                    <a:pt x="516" y="2205"/>
                  </a:cubicBezTo>
                  <a:cubicBezTo>
                    <a:pt x="519" y="2190"/>
                    <a:pt x="522" y="2174"/>
                    <a:pt x="525" y="2157"/>
                  </a:cubicBezTo>
                  <a:cubicBezTo>
                    <a:pt x="544" y="2067"/>
                    <a:pt x="536" y="1918"/>
                    <a:pt x="538" y="1886"/>
                  </a:cubicBezTo>
                  <a:cubicBezTo>
                    <a:pt x="540" y="1854"/>
                    <a:pt x="531" y="1834"/>
                    <a:pt x="540" y="1784"/>
                  </a:cubicBezTo>
                  <a:cubicBezTo>
                    <a:pt x="550" y="1735"/>
                    <a:pt x="568" y="1648"/>
                    <a:pt x="575" y="1579"/>
                  </a:cubicBezTo>
                  <a:cubicBezTo>
                    <a:pt x="587" y="1496"/>
                    <a:pt x="588" y="1463"/>
                    <a:pt x="591" y="1424"/>
                  </a:cubicBezTo>
                  <a:cubicBezTo>
                    <a:pt x="591" y="1415"/>
                    <a:pt x="592" y="1407"/>
                    <a:pt x="592" y="1398"/>
                  </a:cubicBezTo>
                  <a:cubicBezTo>
                    <a:pt x="600" y="1296"/>
                    <a:pt x="595" y="1261"/>
                    <a:pt x="588" y="1205"/>
                  </a:cubicBezTo>
                  <a:cubicBezTo>
                    <a:pt x="582" y="1173"/>
                    <a:pt x="578" y="1141"/>
                    <a:pt x="577" y="1114"/>
                  </a:cubicBezTo>
                  <a:cubicBezTo>
                    <a:pt x="575" y="1090"/>
                    <a:pt x="575" y="1070"/>
                    <a:pt x="575" y="1057"/>
                  </a:cubicBezTo>
                  <a:cubicBezTo>
                    <a:pt x="576" y="1009"/>
                    <a:pt x="564" y="981"/>
                    <a:pt x="561" y="955"/>
                  </a:cubicBezTo>
                  <a:cubicBezTo>
                    <a:pt x="562" y="955"/>
                    <a:pt x="561" y="954"/>
                    <a:pt x="562" y="953"/>
                  </a:cubicBezTo>
                  <a:cubicBezTo>
                    <a:pt x="562" y="950"/>
                    <a:pt x="562" y="942"/>
                    <a:pt x="562" y="932"/>
                  </a:cubicBezTo>
                  <a:cubicBezTo>
                    <a:pt x="563" y="903"/>
                    <a:pt x="567" y="833"/>
                    <a:pt x="563" y="769"/>
                  </a:cubicBezTo>
                  <a:cubicBezTo>
                    <a:pt x="561" y="750"/>
                    <a:pt x="559" y="733"/>
                    <a:pt x="557" y="718"/>
                  </a:cubicBezTo>
                  <a:cubicBezTo>
                    <a:pt x="556" y="702"/>
                    <a:pt x="555" y="689"/>
                    <a:pt x="554" y="679"/>
                  </a:cubicBezTo>
                  <a:cubicBezTo>
                    <a:pt x="587" y="826"/>
                    <a:pt x="587" y="826"/>
                    <a:pt x="587" y="826"/>
                  </a:cubicBezTo>
                  <a:cubicBezTo>
                    <a:pt x="593" y="861"/>
                    <a:pt x="611" y="939"/>
                    <a:pt x="614" y="954"/>
                  </a:cubicBezTo>
                  <a:cubicBezTo>
                    <a:pt x="617" y="969"/>
                    <a:pt x="619" y="1041"/>
                    <a:pt x="646" y="1124"/>
                  </a:cubicBezTo>
                  <a:cubicBezTo>
                    <a:pt x="660" y="1164"/>
                    <a:pt x="675" y="1305"/>
                    <a:pt x="670" y="1325"/>
                  </a:cubicBezTo>
                  <a:cubicBezTo>
                    <a:pt x="671" y="1334"/>
                    <a:pt x="668" y="1346"/>
                    <a:pt x="663" y="1360"/>
                  </a:cubicBezTo>
                  <a:cubicBezTo>
                    <a:pt x="655" y="1382"/>
                    <a:pt x="653" y="1414"/>
                    <a:pt x="654" y="1424"/>
                  </a:cubicBezTo>
                  <a:cubicBezTo>
                    <a:pt x="651" y="1437"/>
                    <a:pt x="642" y="1462"/>
                    <a:pt x="656" y="1466"/>
                  </a:cubicBezTo>
                  <a:cubicBezTo>
                    <a:pt x="656" y="1466"/>
                    <a:pt x="656" y="1466"/>
                    <a:pt x="655" y="1466"/>
                  </a:cubicBezTo>
                  <a:cubicBezTo>
                    <a:pt x="654" y="1467"/>
                    <a:pt x="654" y="1467"/>
                    <a:pt x="654" y="1467"/>
                  </a:cubicBezTo>
                  <a:cubicBezTo>
                    <a:pt x="654" y="1467"/>
                    <a:pt x="655" y="1467"/>
                    <a:pt x="655" y="1467"/>
                  </a:cubicBezTo>
                  <a:cubicBezTo>
                    <a:pt x="655" y="1467"/>
                    <a:pt x="655" y="1467"/>
                    <a:pt x="655" y="1467"/>
                  </a:cubicBezTo>
                  <a:cubicBezTo>
                    <a:pt x="654" y="1468"/>
                    <a:pt x="653" y="1469"/>
                    <a:pt x="653" y="1470"/>
                  </a:cubicBezTo>
                  <a:cubicBezTo>
                    <a:pt x="653" y="1470"/>
                    <a:pt x="653" y="1470"/>
                    <a:pt x="652" y="1470"/>
                  </a:cubicBezTo>
                  <a:cubicBezTo>
                    <a:pt x="652" y="1470"/>
                    <a:pt x="652" y="1470"/>
                    <a:pt x="652" y="1470"/>
                  </a:cubicBezTo>
                  <a:cubicBezTo>
                    <a:pt x="652" y="1471"/>
                    <a:pt x="652" y="1471"/>
                    <a:pt x="652" y="1471"/>
                  </a:cubicBezTo>
                  <a:cubicBezTo>
                    <a:pt x="652" y="1471"/>
                    <a:pt x="652" y="1471"/>
                    <a:pt x="652" y="1471"/>
                  </a:cubicBezTo>
                  <a:cubicBezTo>
                    <a:pt x="652" y="1472"/>
                    <a:pt x="652" y="1472"/>
                    <a:pt x="652" y="1472"/>
                  </a:cubicBezTo>
                  <a:cubicBezTo>
                    <a:pt x="652" y="1472"/>
                    <a:pt x="652" y="1472"/>
                    <a:pt x="652" y="1472"/>
                  </a:cubicBezTo>
                  <a:cubicBezTo>
                    <a:pt x="652" y="1473"/>
                    <a:pt x="652" y="1473"/>
                    <a:pt x="652" y="1473"/>
                  </a:cubicBezTo>
                  <a:cubicBezTo>
                    <a:pt x="652" y="1473"/>
                    <a:pt x="652" y="1473"/>
                    <a:pt x="652" y="1474"/>
                  </a:cubicBezTo>
                  <a:cubicBezTo>
                    <a:pt x="652" y="1474"/>
                    <a:pt x="652" y="1474"/>
                    <a:pt x="652" y="1475"/>
                  </a:cubicBezTo>
                  <a:cubicBezTo>
                    <a:pt x="652" y="1475"/>
                    <a:pt x="652" y="1476"/>
                    <a:pt x="652" y="1476"/>
                  </a:cubicBezTo>
                  <a:cubicBezTo>
                    <a:pt x="650" y="1480"/>
                    <a:pt x="650" y="1482"/>
                    <a:pt x="651" y="1484"/>
                  </a:cubicBezTo>
                  <a:cubicBezTo>
                    <a:pt x="652" y="1488"/>
                    <a:pt x="655" y="1488"/>
                    <a:pt x="657" y="1488"/>
                  </a:cubicBezTo>
                  <a:cubicBezTo>
                    <a:pt x="651" y="1492"/>
                    <a:pt x="649" y="1498"/>
                    <a:pt x="652" y="1507"/>
                  </a:cubicBezTo>
                  <a:cubicBezTo>
                    <a:pt x="654" y="1511"/>
                    <a:pt x="673" y="1501"/>
                    <a:pt x="683" y="1498"/>
                  </a:cubicBezTo>
                  <a:cubicBezTo>
                    <a:pt x="699" y="1493"/>
                    <a:pt x="718" y="1485"/>
                    <a:pt x="722" y="1477"/>
                  </a:cubicBezTo>
                  <a:cubicBezTo>
                    <a:pt x="727" y="1470"/>
                    <a:pt x="737" y="1457"/>
                    <a:pt x="740" y="1451"/>
                  </a:cubicBezTo>
                  <a:cubicBezTo>
                    <a:pt x="744" y="1443"/>
                    <a:pt x="743" y="1438"/>
                    <a:pt x="746" y="1432"/>
                  </a:cubicBezTo>
                  <a:cubicBezTo>
                    <a:pt x="749" y="1426"/>
                    <a:pt x="755" y="1419"/>
                    <a:pt x="752" y="1414"/>
                  </a:cubicBezTo>
                  <a:close/>
                  <a:moveTo>
                    <a:pt x="516" y="341"/>
                  </a:moveTo>
                  <a:cubicBezTo>
                    <a:pt x="517" y="341"/>
                    <a:pt x="518" y="342"/>
                    <a:pt x="519" y="342"/>
                  </a:cubicBezTo>
                  <a:cubicBezTo>
                    <a:pt x="518" y="342"/>
                    <a:pt x="517" y="341"/>
                    <a:pt x="516" y="341"/>
                  </a:cubicBezTo>
                  <a:close/>
                </a:path>
              </a:pathLst>
            </a:custGeom>
            <a:noFill/>
            <a:ln w="19050" cap="rnd" cmpd="sng">
              <a:solidFill>
                <a:schemeClr val="bg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</p:grpSp>
    </p:spTree>
  </p:cSld>
  <p:clrMapOvr>
    <a:masterClrMapping/>
  </p:clrMapOvr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178" name="Rectangle 2">
            <a:extLst>
              <a:ext uri="{FF2B5EF4-FFF2-40B4-BE49-F238E27FC236}">
                <a16:creationId xmlns:a16="http://schemas.microsoft.com/office/drawing/2014/main" id="{1FD263F0-CCA0-4AF2-AC22-1D7125661025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Outlines (3)</a:t>
            </a:r>
          </a:p>
        </p:txBody>
      </p:sp>
      <p:grpSp>
        <p:nvGrpSpPr>
          <p:cNvPr id="63490" name="female-body-outline-silhouette-blue">
            <a:extLst>
              <a:ext uri="{FF2B5EF4-FFF2-40B4-BE49-F238E27FC236}">
                <a16:creationId xmlns:a16="http://schemas.microsoft.com/office/drawing/2014/main" id="{C4E9ADB2-200A-4DA0-AA05-C32A477B3442}"/>
              </a:ext>
            </a:extLst>
          </p:cNvPr>
          <p:cNvGrpSpPr>
            <a:grpSpLocks/>
          </p:cNvGrpSpPr>
          <p:nvPr/>
        </p:nvGrpSpPr>
        <p:grpSpPr bwMode="auto">
          <a:xfrm>
            <a:off x="1981200" y="1198563"/>
            <a:ext cx="1030288" cy="3708400"/>
            <a:chOff x="288" y="717"/>
            <a:chExt cx="649" cy="2336"/>
          </a:xfrm>
        </p:grpSpPr>
        <p:sp>
          <p:nvSpPr>
            <p:cNvPr id="63512" name="Freeform 55">
              <a:extLst>
                <a:ext uri="{FF2B5EF4-FFF2-40B4-BE49-F238E27FC236}">
                  <a16:creationId xmlns:a16="http://schemas.microsoft.com/office/drawing/2014/main" id="{A97FE890-9D6F-4318-985E-A40FD5FE657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" y="717"/>
              <a:ext cx="649" cy="2336"/>
            </a:xfrm>
            <a:custGeom>
              <a:avLst/>
              <a:gdLst>
                <a:gd name="T0" fmla="*/ 427 w 787"/>
                <a:gd name="T1" fmla="*/ 727 h 2851"/>
                <a:gd name="T2" fmla="*/ 408 w 787"/>
                <a:gd name="T3" fmla="*/ 497 h 2851"/>
                <a:gd name="T4" fmla="*/ 379 w 787"/>
                <a:gd name="T5" fmla="*/ 290 h 2851"/>
                <a:gd name="T6" fmla="*/ 324 w 787"/>
                <a:gd name="T7" fmla="*/ 263 h 2851"/>
                <a:gd name="T8" fmla="*/ 266 w 787"/>
                <a:gd name="T9" fmla="*/ 193 h 2851"/>
                <a:gd name="T10" fmla="*/ 279 w 787"/>
                <a:gd name="T11" fmla="*/ 163 h 2851"/>
                <a:gd name="T12" fmla="*/ 298 w 787"/>
                <a:gd name="T13" fmla="*/ 159 h 2851"/>
                <a:gd name="T14" fmla="*/ 313 w 787"/>
                <a:gd name="T15" fmla="*/ 143 h 2851"/>
                <a:gd name="T16" fmla="*/ 313 w 787"/>
                <a:gd name="T17" fmla="*/ 119 h 2851"/>
                <a:gd name="T18" fmla="*/ 310 w 787"/>
                <a:gd name="T19" fmla="*/ 102 h 2851"/>
                <a:gd name="T20" fmla="*/ 308 w 787"/>
                <a:gd name="T21" fmla="*/ 88 h 2851"/>
                <a:gd name="T22" fmla="*/ 265 w 787"/>
                <a:gd name="T23" fmla="*/ 12 h 2851"/>
                <a:gd name="T24" fmla="*/ 190 w 787"/>
                <a:gd name="T25" fmla="*/ 12 h 2851"/>
                <a:gd name="T26" fmla="*/ 131 w 787"/>
                <a:gd name="T27" fmla="*/ 66 h 2851"/>
                <a:gd name="T28" fmla="*/ 133 w 787"/>
                <a:gd name="T29" fmla="*/ 98 h 2851"/>
                <a:gd name="T30" fmla="*/ 126 w 787"/>
                <a:gd name="T31" fmla="*/ 131 h 2851"/>
                <a:gd name="T32" fmla="*/ 153 w 787"/>
                <a:gd name="T33" fmla="*/ 159 h 2851"/>
                <a:gd name="T34" fmla="*/ 168 w 787"/>
                <a:gd name="T35" fmla="*/ 178 h 2851"/>
                <a:gd name="T36" fmla="*/ 118 w 787"/>
                <a:gd name="T37" fmla="*/ 263 h 2851"/>
                <a:gd name="T38" fmla="*/ 62 w 787"/>
                <a:gd name="T39" fmla="*/ 290 h 2851"/>
                <a:gd name="T40" fmla="*/ 33 w 787"/>
                <a:gd name="T41" fmla="*/ 497 h 2851"/>
                <a:gd name="T42" fmla="*/ 14 w 787"/>
                <a:gd name="T43" fmla="*/ 727 h 2851"/>
                <a:gd name="T44" fmla="*/ 6 w 787"/>
                <a:gd name="T45" fmla="*/ 864 h 2851"/>
                <a:gd name="T46" fmla="*/ 42 w 787"/>
                <a:gd name="T47" fmla="*/ 905 h 2851"/>
                <a:gd name="T48" fmla="*/ 61 w 787"/>
                <a:gd name="T49" fmla="*/ 896 h 2851"/>
                <a:gd name="T50" fmla="*/ 58 w 787"/>
                <a:gd name="T51" fmla="*/ 858 h 2851"/>
                <a:gd name="T52" fmla="*/ 69 w 787"/>
                <a:gd name="T53" fmla="*/ 669 h 2851"/>
                <a:gd name="T54" fmla="*/ 99 w 787"/>
                <a:gd name="T55" fmla="*/ 482 h 2851"/>
                <a:gd name="T56" fmla="*/ 79 w 787"/>
                <a:gd name="T57" fmla="*/ 712 h 2851"/>
                <a:gd name="T58" fmla="*/ 118 w 787"/>
                <a:gd name="T59" fmla="*/ 1083 h 2851"/>
                <a:gd name="T60" fmla="*/ 155 w 787"/>
                <a:gd name="T61" fmla="*/ 1427 h 2851"/>
                <a:gd name="T62" fmla="*/ 131 w 787"/>
                <a:gd name="T63" fmla="*/ 1536 h 2851"/>
                <a:gd name="T64" fmla="*/ 158 w 787"/>
                <a:gd name="T65" fmla="*/ 1563 h 2851"/>
                <a:gd name="T66" fmla="*/ 215 w 787"/>
                <a:gd name="T67" fmla="*/ 1536 h 2851"/>
                <a:gd name="T68" fmla="*/ 214 w 787"/>
                <a:gd name="T69" fmla="*/ 1472 h 2851"/>
                <a:gd name="T70" fmla="*/ 214 w 787"/>
                <a:gd name="T71" fmla="*/ 1191 h 2851"/>
                <a:gd name="T72" fmla="*/ 212 w 787"/>
                <a:gd name="T73" fmla="*/ 931 h 2851"/>
                <a:gd name="T74" fmla="*/ 219 w 787"/>
                <a:gd name="T75" fmla="*/ 841 h 2851"/>
                <a:gd name="T76" fmla="*/ 228 w 787"/>
                <a:gd name="T77" fmla="*/ 841 h 2851"/>
                <a:gd name="T78" fmla="*/ 231 w 787"/>
                <a:gd name="T79" fmla="*/ 1121 h 2851"/>
                <a:gd name="T80" fmla="*/ 230 w 787"/>
                <a:gd name="T81" fmla="*/ 1445 h 2851"/>
                <a:gd name="T82" fmla="*/ 223 w 787"/>
                <a:gd name="T83" fmla="*/ 1515 h 2851"/>
                <a:gd name="T84" fmla="*/ 264 w 787"/>
                <a:gd name="T85" fmla="*/ 1563 h 2851"/>
                <a:gd name="T86" fmla="*/ 310 w 787"/>
                <a:gd name="T87" fmla="*/ 1549 h 2851"/>
                <a:gd name="T88" fmla="*/ 283 w 787"/>
                <a:gd name="T89" fmla="*/ 1475 h 2851"/>
                <a:gd name="T90" fmla="*/ 315 w 787"/>
                <a:gd name="T91" fmla="*/ 1150 h 2851"/>
                <a:gd name="T92" fmla="*/ 374 w 787"/>
                <a:gd name="T93" fmla="*/ 840 h 2851"/>
                <a:gd name="T94" fmla="*/ 337 w 787"/>
                <a:gd name="T95" fmla="*/ 563 h 2851"/>
                <a:gd name="T96" fmla="*/ 360 w 787"/>
                <a:gd name="T97" fmla="*/ 562 h 2851"/>
                <a:gd name="T98" fmla="*/ 388 w 787"/>
                <a:gd name="T99" fmla="*/ 818 h 2851"/>
                <a:gd name="T100" fmla="*/ 382 w 787"/>
                <a:gd name="T101" fmla="*/ 891 h 2851"/>
                <a:gd name="T102" fmla="*/ 382 w 787"/>
                <a:gd name="T103" fmla="*/ 910 h 2851"/>
                <a:gd name="T104" fmla="*/ 432 w 787"/>
                <a:gd name="T105" fmla="*/ 875 h 2851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787" h="2851">
                  <a:moveTo>
                    <a:pt x="784" y="1548"/>
                  </a:moveTo>
                  <a:cubicBezTo>
                    <a:pt x="781" y="1542"/>
                    <a:pt x="776" y="1498"/>
                    <a:pt x="769" y="1473"/>
                  </a:cubicBezTo>
                  <a:cubicBezTo>
                    <a:pt x="764" y="1452"/>
                    <a:pt x="758" y="1362"/>
                    <a:pt x="762" y="1321"/>
                  </a:cubicBezTo>
                  <a:cubicBezTo>
                    <a:pt x="764" y="1289"/>
                    <a:pt x="762" y="1238"/>
                    <a:pt x="763" y="1216"/>
                  </a:cubicBezTo>
                  <a:cubicBezTo>
                    <a:pt x="764" y="1093"/>
                    <a:pt x="744" y="1031"/>
                    <a:pt x="740" y="1008"/>
                  </a:cubicBezTo>
                  <a:cubicBezTo>
                    <a:pt x="735" y="985"/>
                    <a:pt x="728" y="953"/>
                    <a:pt x="728" y="904"/>
                  </a:cubicBezTo>
                  <a:cubicBezTo>
                    <a:pt x="728" y="855"/>
                    <a:pt x="731" y="787"/>
                    <a:pt x="727" y="739"/>
                  </a:cubicBezTo>
                  <a:cubicBezTo>
                    <a:pt x="725" y="712"/>
                    <a:pt x="720" y="670"/>
                    <a:pt x="714" y="634"/>
                  </a:cubicBezTo>
                  <a:cubicBezTo>
                    <a:pt x="709" y="598"/>
                    <a:pt x="693" y="543"/>
                    <a:pt x="677" y="527"/>
                  </a:cubicBezTo>
                  <a:cubicBezTo>
                    <a:pt x="662" y="510"/>
                    <a:pt x="640" y="495"/>
                    <a:pt x="618" y="487"/>
                  </a:cubicBezTo>
                  <a:cubicBezTo>
                    <a:pt x="612" y="486"/>
                    <a:pt x="605" y="482"/>
                    <a:pt x="600" y="481"/>
                  </a:cubicBezTo>
                  <a:cubicBezTo>
                    <a:pt x="591" y="479"/>
                    <a:pt x="585" y="480"/>
                    <a:pt x="577" y="479"/>
                  </a:cubicBezTo>
                  <a:cubicBezTo>
                    <a:pt x="560" y="476"/>
                    <a:pt x="546" y="474"/>
                    <a:pt x="533" y="470"/>
                  </a:cubicBezTo>
                  <a:cubicBezTo>
                    <a:pt x="504" y="460"/>
                    <a:pt x="475" y="457"/>
                    <a:pt x="475" y="351"/>
                  </a:cubicBezTo>
                  <a:cubicBezTo>
                    <a:pt x="475" y="351"/>
                    <a:pt x="475" y="351"/>
                    <a:pt x="475" y="351"/>
                  </a:cubicBezTo>
                  <a:cubicBezTo>
                    <a:pt x="483" y="341"/>
                    <a:pt x="486" y="331"/>
                    <a:pt x="489" y="323"/>
                  </a:cubicBezTo>
                  <a:cubicBezTo>
                    <a:pt x="491" y="318"/>
                    <a:pt x="493" y="307"/>
                    <a:pt x="496" y="297"/>
                  </a:cubicBezTo>
                  <a:cubicBezTo>
                    <a:pt x="497" y="297"/>
                    <a:pt x="497" y="297"/>
                    <a:pt x="497" y="297"/>
                  </a:cubicBezTo>
                  <a:cubicBezTo>
                    <a:pt x="501" y="296"/>
                    <a:pt x="504" y="293"/>
                    <a:pt x="508" y="293"/>
                  </a:cubicBezTo>
                  <a:cubicBezTo>
                    <a:pt x="513" y="292"/>
                    <a:pt x="517" y="294"/>
                    <a:pt x="523" y="293"/>
                  </a:cubicBezTo>
                  <a:cubicBezTo>
                    <a:pt x="526" y="292"/>
                    <a:pt x="528" y="290"/>
                    <a:pt x="531" y="289"/>
                  </a:cubicBezTo>
                  <a:cubicBezTo>
                    <a:pt x="536" y="287"/>
                    <a:pt x="552" y="287"/>
                    <a:pt x="556" y="282"/>
                  </a:cubicBezTo>
                  <a:cubicBezTo>
                    <a:pt x="557" y="282"/>
                    <a:pt x="557" y="282"/>
                    <a:pt x="557" y="282"/>
                  </a:cubicBezTo>
                  <a:cubicBezTo>
                    <a:pt x="561" y="275"/>
                    <a:pt x="558" y="264"/>
                    <a:pt x="557" y="259"/>
                  </a:cubicBezTo>
                  <a:cubicBezTo>
                    <a:pt x="554" y="250"/>
                    <a:pt x="556" y="240"/>
                    <a:pt x="555" y="230"/>
                  </a:cubicBezTo>
                  <a:cubicBezTo>
                    <a:pt x="555" y="229"/>
                    <a:pt x="555" y="229"/>
                    <a:pt x="555" y="229"/>
                  </a:cubicBezTo>
                  <a:cubicBezTo>
                    <a:pt x="558" y="226"/>
                    <a:pt x="559" y="224"/>
                    <a:pt x="557" y="216"/>
                  </a:cubicBezTo>
                  <a:cubicBezTo>
                    <a:pt x="557" y="214"/>
                    <a:pt x="556" y="213"/>
                    <a:pt x="556" y="211"/>
                  </a:cubicBezTo>
                  <a:cubicBezTo>
                    <a:pt x="556" y="207"/>
                    <a:pt x="556" y="203"/>
                    <a:pt x="555" y="199"/>
                  </a:cubicBezTo>
                  <a:cubicBezTo>
                    <a:pt x="555" y="194"/>
                    <a:pt x="554" y="191"/>
                    <a:pt x="553" y="187"/>
                  </a:cubicBezTo>
                  <a:cubicBezTo>
                    <a:pt x="557" y="187"/>
                    <a:pt x="560" y="186"/>
                    <a:pt x="562" y="185"/>
                  </a:cubicBezTo>
                  <a:cubicBezTo>
                    <a:pt x="561" y="178"/>
                    <a:pt x="554" y="173"/>
                    <a:pt x="552" y="167"/>
                  </a:cubicBezTo>
                  <a:cubicBezTo>
                    <a:pt x="550" y="161"/>
                    <a:pt x="549" y="159"/>
                    <a:pt x="549" y="159"/>
                  </a:cubicBezTo>
                  <a:cubicBezTo>
                    <a:pt x="549" y="158"/>
                    <a:pt x="549" y="157"/>
                    <a:pt x="549" y="157"/>
                  </a:cubicBezTo>
                  <a:cubicBezTo>
                    <a:pt x="548" y="132"/>
                    <a:pt x="531" y="97"/>
                    <a:pt x="520" y="74"/>
                  </a:cubicBezTo>
                  <a:cubicBezTo>
                    <a:pt x="509" y="52"/>
                    <a:pt x="493" y="34"/>
                    <a:pt x="472" y="22"/>
                  </a:cubicBezTo>
                  <a:cubicBezTo>
                    <a:pt x="459" y="14"/>
                    <a:pt x="445" y="9"/>
                    <a:pt x="431" y="6"/>
                  </a:cubicBezTo>
                  <a:cubicBezTo>
                    <a:pt x="423" y="4"/>
                    <a:pt x="389" y="0"/>
                    <a:pt x="370" y="4"/>
                  </a:cubicBezTo>
                  <a:cubicBezTo>
                    <a:pt x="351" y="9"/>
                    <a:pt x="343" y="17"/>
                    <a:pt x="339" y="22"/>
                  </a:cubicBezTo>
                  <a:cubicBezTo>
                    <a:pt x="339" y="22"/>
                    <a:pt x="331" y="25"/>
                    <a:pt x="315" y="29"/>
                  </a:cubicBezTo>
                  <a:cubicBezTo>
                    <a:pt x="298" y="37"/>
                    <a:pt x="282" y="49"/>
                    <a:pt x="272" y="66"/>
                  </a:cubicBezTo>
                  <a:cubicBezTo>
                    <a:pt x="262" y="83"/>
                    <a:pt x="258" y="117"/>
                    <a:pt x="234" y="120"/>
                  </a:cubicBezTo>
                  <a:cubicBezTo>
                    <a:pt x="237" y="124"/>
                    <a:pt x="245" y="125"/>
                    <a:pt x="251" y="123"/>
                  </a:cubicBezTo>
                  <a:cubicBezTo>
                    <a:pt x="248" y="138"/>
                    <a:pt x="243" y="154"/>
                    <a:pt x="232" y="164"/>
                  </a:cubicBezTo>
                  <a:cubicBezTo>
                    <a:pt x="237" y="168"/>
                    <a:pt x="236" y="173"/>
                    <a:pt x="236" y="178"/>
                  </a:cubicBezTo>
                  <a:cubicBezTo>
                    <a:pt x="235" y="181"/>
                    <a:pt x="232" y="183"/>
                    <a:pt x="232" y="185"/>
                  </a:cubicBezTo>
                  <a:cubicBezTo>
                    <a:pt x="232" y="187"/>
                    <a:pt x="235" y="187"/>
                    <a:pt x="235" y="189"/>
                  </a:cubicBezTo>
                  <a:cubicBezTo>
                    <a:pt x="237" y="204"/>
                    <a:pt x="235" y="226"/>
                    <a:pt x="225" y="238"/>
                  </a:cubicBezTo>
                  <a:cubicBezTo>
                    <a:pt x="237" y="251"/>
                    <a:pt x="223" y="271"/>
                    <a:pt x="244" y="276"/>
                  </a:cubicBezTo>
                  <a:cubicBezTo>
                    <a:pt x="251" y="278"/>
                    <a:pt x="258" y="278"/>
                    <a:pt x="264" y="281"/>
                  </a:cubicBezTo>
                  <a:cubicBezTo>
                    <a:pt x="268" y="283"/>
                    <a:pt x="270" y="287"/>
                    <a:pt x="274" y="289"/>
                  </a:cubicBezTo>
                  <a:cubicBezTo>
                    <a:pt x="279" y="292"/>
                    <a:pt x="284" y="293"/>
                    <a:pt x="289" y="292"/>
                  </a:cubicBezTo>
                  <a:cubicBezTo>
                    <a:pt x="290" y="292"/>
                    <a:pt x="290" y="292"/>
                    <a:pt x="290" y="292"/>
                  </a:cubicBezTo>
                  <a:cubicBezTo>
                    <a:pt x="293" y="304"/>
                    <a:pt x="296" y="317"/>
                    <a:pt x="299" y="323"/>
                  </a:cubicBezTo>
                  <a:cubicBezTo>
                    <a:pt x="301" y="331"/>
                    <a:pt x="305" y="341"/>
                    <a:pt x="312" y="351"/>
                  </a:cubicBezTo>
                  <a:cubicBezTo>
                    <a:pt x="312" y="457"/>
                    <a:pt x="284" y="460"/>
                    <a:pt x="255" y="470"/>
                  </a:cubicBezTo>
                  <a:cubicBezTo>
                    <a:pt x="241" y="474"/>
                    <a:pt x="227" y="476"/>
                    <a:pt x="211" y="479"/>
                  </a:cubicBezTo>
                  <a:cubicBezTo>
                    <a:pt x="203" y="480"/>
                    <a:pt x="197" y="479"/>
                    <a:pt x="188" y="481"/>
                  </a:cubicBezTo>
                  <a:cubicBezTo>
                    <a:pt x="182" y="482"/>
                    <a:pt x="175" y="486"/>
                    <a:pt x="170" y="487"/>
                  </a:cubicBezTo>
                  <a:cubicBezTo>
                    <a:pt x="147" y="495"/>
                    <a:pt x="126" y="510"/>
                    <a:pt x="110" y="527"/>
                  </a:cubicBezTo>
                  <a:cubicBezTo>
                    <a:pt x="95" y="543"/>
                    <a:pt x="79" y="598"/>
                    <a:pt x="73" y="634"/>
                  </a:cubicBezTo>
                  <a:cubicBezTo>
                    <a:pt x="68" y="670"/>
                    <a:pt x="63" y="712"/>
                    <a:pt x="60" y="739"/>
                  </a:cubicBezTo>
                  <a:cubicBezTo>
                    <a:pt x="57" y="787"/>
                    <a:pt x="59" y="855"/>
                    <a:pt x="59" y="904"/>
                  </a:cubicBezTo>
                  <a:cubicBezTo>
                    <a:pt x="59" y="953"/>
                    <a:pt x="53" y="985"/>
                    <a:pt x="48" y="1008"/>
                  </a:cubicBezTo>
                  <a:cubicBezTo>
                    <a:pt x="43" y="1031"/>
                    <a:pt x="24" y="1093"/>
                    <a:pt x="25" y="1216"/>
                  </a:cubicBezTo>
                  <a:cubicBezTo>
                    <a:pt x="25" y="1238"/>
                    <a:pt x="24" y="1289"/>
                    <a:pt x="26" y="1321"/>
                  </a:cubicBezTo>
                  <a:cubicBezTo>
                    <a:pt x="30" y="1362"/>
                    <a:pt x="24" y="1452"/>
                    <a:pt x="19" y="1473"/>
                  </a:cubicBezTo>
                  <a:cubicBezTo>
                    <a:pt x="12" y="1498"/>
                    <a:pt x="6" y="1542"/>
                    <a:pt x="3" y="1548"/>
                  </a:cubicBezTo>
                  <a:cubicBezTo>
                    <a:pt x="0" y="1555"/>
                    <a:pt x="6" y="1563"/>
                    <a:pt x="10" y="1569"/>
                  </a:cubicBezTo>
                  <a:cubicBezTo>
                    <a:pt x="13" y="1576"/>
                    <a:pt x="12" y="1582"/>
                    <a:pt x="16" y="1591"/>
                  </a:cubicBezTo>
                  <a:cubicBezTo>
                    <a:pt x="19" y="1598"/>
                    <a:pt x="29" y="1613"/>
                    <a:pt x="34" y="1621"/>
                  </a:cubicBezTo>
                  <a:cubicBezTo>
                    <a:pt x="39" y="1630"/>
                    <a:pt x="59" y="1640"/>
                    <a:pt x="75" y="1645"/>
                  </a:cubicBezTo>
                  <a:cubicBezTo>
                    <a:pt x="86" y="1649"/>
                    <a:pt x="106" y="1660"/>
                    <a:pt x="108" y="1655"/>
                  </a:cubicBezTo>
                  <a:cubicBezTo>
                    <a:pt x="111" y="1644"/>
                    <a:pt x="104" y="1637"/>
                    <a:pt x="96" y="1633"/>
                  </a:cubicBezTo>
                  <a:cubicBezTo>
                    <a:pt x="91" y="1630"/>
                    <a:pt x="106" y="1639"/>
                    <a:pt x="109" y="1629"/>
                  </a:cubicBezTo>
                  <a:cubicBezTo>
                    <a:pt x="110" y="1626"/>
                    <a:pt x="110" y="1625"/>
                    <a:pt x="107" y="1620"/>
                  </a:cubicBezTo>
                  <a:cubicBezTo>
                    <a:pt x="109" y="1614"/>
                    <a:pt x="108" y="1614"/>
                    <a:pt x="104" y="1608"/>
                  </a:cubicBezTo>
                  <a:cubicBezTo>
                    <a:pt x="111" y="1606"/>
                    <a:pt x="106" y="1575"/>
                    <a:pt x="103" y="1560"/>
                  </a:cubicBezTo>
                  <a:cubicBezTo>
                    <a:pt x="104" y="1548"/>
                    <a:pt x="105" y="1512"/>
                    <a:pt x="96" y="1487"/>
                  </a:cubicBezTo>
                  <a:cubicBezTo>
                    <a:pt x="91" y="1471"/>
                    <a:pt x="88" y="1456"/>
                    <a:pt x="88" y="1447"/>
                  </a:cubicBezTo>
                  <a:cubicBezTo>
                    <a:pt x="84" y="1424"/>
                    <a:pt x="110" y="1263"/>
                    <a:pt x="124" y="1217"/>
                  </a:cubicBezTo>
                  <a:cubicBezTo>
                    <a:pt x="153" y="1121"/>
                    <a:pt x="144" y="1038"/>
                    <a:pt x="147" y="1021"/>
                  </a:cubicBezTo>
                  <a:cubicBezTo>
                    <a:pt x="150" y="1004"/>
                    <a:pt x="169" y="915"/>
                    <a:pt x="175" y="875"/>
                  </a:cubicBezTo>
                  <a:cubicBezTo>
                    <a:pt x="176" y="876"/>
                    <a:pt x="176" y="876"/>
                    <a:pt x="176" y="876"/>
                  </a:cubicBezTo>
                  <a:cubicBezTo>
                    <a:pt x="179" y="925"/>
                    <a:pt x="184" y="998"/>
                    <a:pt x="185" y="1023"/>
                  </a:cubicBezTo>
                  <a:cubicBezTo>
                    <a:pt x="187" y="1057"/>
                    <a:pt x="209" y="1115"/>
                    <a:pt x="194" y="1143"/>
                  </a:cubicBezTo>
                  <a:cubicBezTo>
                    <a:pt x="179" y="1171"/>
                    <a:pt x="154" y="1217"/>
                    <a:pt x="141" y="1294"/>
                  </a:cubicBezTo>
                  <a:cubicBezTo>
                    <a:pt x="129" y="1354"/>
                    <a:pt x="110" y="1417"/>
                    <a:pt x="122" y="1527"/>
                  </a:cubicBezTo>
                  <a:cubicBezTo>
                    <a:pt x="130" y="1604"/>
                    <a:pt x="128" y="1655"/>
                    <a:pt x="148" y="1741"/>
                  </a:cubicBezTo>
                  <a:cubicBezTo>
                    <a:pt x="165" y="1818"/>
                    <a:pt x="200" y="1912"/>
                    <a:pt x="210" y="1969"/>
                  </a:cubicBezTo>
                  <a:cubicBezTo>
                    <a:pt x="220" y="2025"/>
                    <a:pt x="224" y="2054"/>
                    <a:pt x="227" y="2091"/>
                  </a:cubicBezTo>
                  <a:cubicBezTo>
                    <a:pt x="229" y="2128"/>
                    <a:pt x="204" y="2303"/>
                    <a:pt x="232" y="2404"/>
                  </a:cubicBezTo>
                  <a:cubicBezTo>
                    <a:pt x="259" y="2505"/>
                    <a:pt x="271" y="2569"/>
                    <a:pt x="276" y="2594"/>
                  </a:cubicBezTo>
                  <a:cubicBezTo>
                    <a:pt x="288" y="2648"/>
                    <a:pt x="277" y="2654"/>
                    <a:pt x="282" y="2681"/>
                  </a:cubicBezTo>
                  <a:cubicBezTo>
                    <a:pt x="287" y="2708"/>
                    <a:pt x="288" y="2705"/>
                    <a:pt x="274" y="2731"/>
                  </a:cubicBezTo>
                  <a:cubicBezTo>
                    <a:pt x="261" y="2748"/>
                    <a:pt x="241" y="2785"/>
                    <a:pt x="234" y="2793"/>
                  </a:cubicBezTo>
                  <a:cubicBezTo>
                    <a:pt x="228" y="2802"/>
                    <a:pt x="231" y="2810"/>
                    <a:pt x="234" y="2815"/>
                  </a:cubicBezTo>
                  <a:cubicBezTo>
                    <a:pt x="229" y="2828"/>
                    <a:pt x="244" y="2835"/>
                    <a:pt x="249" y="2835"/>
                  </a:cubicBezTo>
                  <a:cubicBezTo>
                    <a:pt x="247" y="2850"/>
                    <a:pt x="275" y="2848"/>
                    <a:pt x="281" y="2842"/>
                  </a:cubicBezTo>
                  <a:cubicBezTo>
                    <a:pt x="289" y="2850"/>
                    <a:pt x="310" y="2850"/>
                    <a:pt x="318" y="2840"/>
                  </a:cubicBezTo>
                  <a:cubicBezTo>
                    <a:pt x="331" y="2851"/>
                    <a:pt x="354" y="2851"/>
                    <a:pt x="369" y="2837"/>
                  </a:cubicBezTo>
                  <a:cubicBezTo>
                    <a:pt x="384" y="2822"/>
                    <a:pt x="385" y="2807"/>
                    <a:pt x="384" y="2792"/>
                  </a:cubicBezTo>
                  <a:cubicBezTo>
                    <a:pt x="382" y="2778"/>
                    <a:pt x="385" y="2773"/>
                    <a:pt x="389" y="2755"/>
                  </a:cubicBezTo>
                  <a:cubicBezTo>
                    <a:pt x="392" y="2736"/>
                    <a:pt x="394" y="2722"/>
                    <a:pt x="388" y="2709"/>
                  </a:cubicBezTo>
                  <a:cubicBezTo>
                    <a:pt x="381" y="2696"/>
                    <a:pt x="381" y="2690"/>
                    <a:pt x="381" y="2677"/>
                  </a:cubicBezTo>
                  <a:cubicBezTo>
                    <a:pt x="381" y="2664"/>
                    <a:pt x="385" y="2644"/>
                    <a:pt x="377" y="2628"/>
                  </a:cubicBezTo>
                  <a:cubicBezTo>
                    <a:pt x="369" y="2611"/>
                    <a:pt x="359" y="2572"/>
                    <a:pt x="361" y="2529"/>
                  </a:cubicBezTo>
                  <a:cubicBezTo>
                    <a:pt x="362" y="2486"/>
                    <a:pt x="394" y="2247"/>
                    <a:pt x="381" y="2165"/>
                  </a:cubicBezTo>
                  <a:cubicBezTo>
                    <a:pt x="367" y="2083"/>
                    <a:pt x="372" y="2066"/>
                    <a:pt x="376" y="2038"/>
                  </a:cubicBezTo>
                  <a:cubicBezTo>
                    <a:pt x="379" y="2010"/>
                    <a:pt x="387" y="1965"/>
                    <a:pt x="380" y="1906"/>
                  </a:cubicBezTo>
                  <a:cubicBezTo>
                    <a:pt x="377" y="1883"/>
                    <a:pt x="378" y="1788"/>
                    <a:pt x="378" y="1691"/>
                  </a:cubicBezTo>
                  <a:cubicBezTo>
                    <a:pt x="379" y="1629"/>
                    <a:pt x="396" y="1546"/>
                    <a:pt x="379" y="1530"/>
                  </a:cubicBezTo>
                  <a:cubicBezTo>
                    <a:pt x="380" y="1529"/>
                    <a:pt x="380" y="1529"/>
                    <a:pt x="380" y="1529"/>
                  </a:cubicBezTo>
                  <a:cubicBezTo>
                    <a:pt x="384" y="1530"/>
                    <a:pt x="388" y="1531"/>
                    <a:pt x="392" y="1531"/>
                  </a:cubicBezTo>
                  <a:cubicBezTo>
                    <a:pt x="393" y="1531"/>
                    <a:pt x="393" y="1531"/>
                    <a:pt x="393" y="1531"/>
                  </a:cubicBezTo>
                  <a:cubicBezTo>
                    <a:pt x="398" y="1531"/>
                    <a:pt x="404" y="1530"/>
                    <a:pt x="409" y="1528"/>
                  </a:cubicBezTo>
                  <a:cubicBezTo>
                    <a:pt x="408" y="1530"/>
                    <a:pt x="408" y="1530"/>
                    <a:pt x="408" y="1530"/>
                  </a:cubicBezTo>
                  <a:cubicBezTo>
                    <a:pt x="392" y="1546"/>
                    <a:pt x="409" y="1629"/>
                    <a:pt x="409" y="1691"/>
                  </a:cubicBezTo>
                  <a:cubicBezTo>
                    <a:pt x="410" y="1788"/>
                    <a:pt x="411" y="1883"/>
                    <a:pt x="408" y="1906"/>
                  </a:cubicBezTo>
                  <a:cubicBezTo>
                    <a:pt x="401" y="1965"/>
                    <a:pt x="409" y="2010"/>
                    <a:pt x="412" y="2038"/>
                  </a:cubicBezTo>
                  <a:cubicBezTo>
                    <a:pt x="415" y="2066"/>
                    <a:pt x="420" y="2083"/>
                    <a:pt x="407" y="2165"/>
                  </a:cubicBezTo>
                  <a:cubicBezTo>
                    <a:pt x="394" y="2247"/>
                    <a:pt x="425" y="2486"/>
                    <a:pt x="427" y="2529"/>
                  </a:cubicBezTo>
                  <a:cubicBezTo>
                    <a:pt x="429" y="2572"/>
                    <a:pt x="419" y="2611"/>
                    <a:pt x="410" y="2628"/>
                  </a:cubicBezTo>
                  <a:cubicBezTo>
                    <a:pt x="402" y="2644"/>
                    <a:pt x="407" y="2664"/>
                    <a:pt x="407" y="2677"/>
                  </a:cubicBezTo>
                  <a:cubicBezTo>
                    <a:pt x="407" y="2690"/>
                    <a:pt x="407" y="2696"/>
                    <a:pt x="400" y="2709"/>
                  </a:cubicBezTo>
                  <a:cubicBezTo>
                    <a:pt x="393" y="2722"/>
                    <a:pt x="396" y="2736"/>
                    <a:pt x="399" y="2755"/>
                  </a:cubicBezTo>
                  <a:cubicBezTo>
                    <a:pt x="402" y="2773"/>
                    <a:pt x="405" y="2778"/>
                    <a:pt x="404" y="2792"/>
                  </a:cubicBezTo>
                  <a:cubicBezTo>
                    <a:pt x="402" y="2807"/>
                    <a:pt x="404" y="2822"/>
                    <a:pt x="419" y="2837"/>
                  </a:cubicBezTo>
                  <a:cubicBezTo>
                    <a:pt x="433" y="2851"/>
                    <a:pt x="456" y="2851"/>
                    <a:pt x="470" y="2840"/>
                  </a:cubicBezTo>
                  <a:cubicBezTo>
                    <a:pt x="478" y="2850"/>
                    <a:pt x="499" y="2850"/>
                    <a:pt x="506" y="2842"/>
                  </a:cubicBezTo>
                  <a:cubicBezTo>
                    <a:pt x="513" y="2848"/>
                    <a:pt x="540" y="2850"/>
                    <a:pt x="539" y="2835"/>
                  </a:cubicBezTo>
                  <a:cubicBezTo>
                    <a:pt x="544" y="2835"/>
                    <a:pt x="558" y="2828"/>
                    <a:pt x="553" y="2815"/>
                  </a:cubicBezTo>
                  <a:cubicBezTo>
                    <a:pt x="557" y="2810"/>
                    <a:pt x="560" y="2802"/>
                    <a:pt x="553" y="2793"/>
                  </a:cubicBezTo>
                  <a:cubicBezTo>
                    <a:pt x="547" y="2785"/>
                    <a:pt x="526" y="2748"/>
                    <a:pt x="514" y="2731"/>
                  </a:cubicBezTo>
                  <a:cubicBezTo>
                    <a:pt x="500" y="2705"/>
                    <a:pt x="501" y="2708"/>
                    <a:pt x="505" y="2681"/>
                  </a:cubicBezTo>
                  <a:cubicBezTo>
                    <a:pt x="510" y="2654"/>
                    <a:pt x="500" y="2648"/>
                    <a:pt x="512" y="2594"/>
                  </a:cubicBezTo>
                  <a:cubicBezTo>
                    <a:pt x="517" y="2569"/>
                    <a:pt x="529" y="2505"/>
                    <a:pt x="556" y="2404"/>
                  </a:cubicBezTo>
                  <a:cubicBezTo>
                    <a:pt x="583" y="2303"/>
                    <a:pt x="559" y="2128"/>
                    <a:pt x="561" y="2091"/>
                  </a:cubicBezTo>
                  <a:cubicBezTo>
                    <a:pt x="563" y="2054"/>
                    <a:pt x="568" y="2025"/>
                    <a:pt x="578" y="1969"/>
                  </a:cubicBezTo>
                  <a:cubicBezTo>
                    <a:pt x="587" y="1912"/>
                    <a:pt x="623" y="1818"/>
                    <a:pt x="640" y="1741"/>
                  </a:cubicBezTo>
                  <a:cubicBezTo>
                    <a:pt x="660" y="1655"/>
                    <a:pt x="658" y="1604"/>
                    <a:pt x="666" y="1527"/>
                  </a:cubicBezTo>
                  <a:cubicBezTo>
                    <a:pt x="677" y="1417"/>
                    <a:pt x="658" y="1354"/>
                    <a:pt x="646" y="1294"/>
                  </a:cubicBezTo>
                  <a:cubicBezTo>
                    <a:pt x="633" y="1217"/>
                    <a:pt x="608" y="1171"/>
                    <a:pt x="594" y="1143"/>
                  </a:cubicBezTo>
                  <a:cubicBezTo>
                    <a:pt x="579" y="1115"/>
                    <a:pt x="601" y="1057"/>
                    <a:pt x="602" y="1023"/>
                  </a:cubicBezTo>
                  <a:cubicBezTo>
                    <a:pt x="604" y="997"/>
                    <a:pt x="609" y="922"/>
                    <a:pt x="612" y="874"/>
                  </a:cubicBezTo>
                  <a:cubicBezTo>
                    <a:pt x="612" y="874"/>
                    <a:pt x="612" y="874"/>
                    <a:pt x="612" y="874"/>
                  </a:cubicBezTo>
                  <a:cubicBezTo>
                    <a:pt x="618" y="914"/>
                    <a:pt x="638" y="1004"/>
                    <a:pt x="641" y="1021"/>
                  </a:cubicBezTo>
                  <a:cubicBezTo>
                    <a:pt x="644" y="1038"/>
                    <a:pt x="635" y="1121"/>
                    <a:pt x="663" y="1217"/>
                  </a:cubicBezTo>
                  <a:cubicBezTo>
                    <a:pt x="678" y="1263"/>
                    <a:pt x="704" y="1424"/>
                    <a:pt x="699" y="1447"/>
                  </a:cubicBezTo>
                  <a:cubicBezTo>
                    <a:pt x="700" y="1456"/>
                    <a:pt x="697" y="1471"/>
                    <a:pt x="691" y="1487"/>
                  </a:cubicBezTo>
                  <a:cubicBezTo>
                    <a:pt x="683" y="1512"/>
                    <a:pt x="684" y="1548"/>
                    <a:pt x="685" y="1560"/>
                  </a:cubicBezTo>
                  <a:cubicBezTo>
                    <a:pt x="682" y="1575"/>
                    <a:pt x="676" y="1606"/>
                    <a:pt x="684" y="1608"/>
                  </a:cubicBezTo>
                  <a:cubicBezTo>
                    <a:pt x="680" y="1614"/>
                    <a:pt x="678" y="1614"/>
                    <a:pt x="680" y="1620"/>
                  </a:cubicBezTo>
                  <a:cubicBezTo>
                    <a:pt x="678" y="1625"/>
                    <a:pt x="678" y="1626"/>
                    <a:pt x="679" y="1629"/>
                  </a:cubicBezTo>
                  <a:cubicBezTo>
                    <a:pt x="682" y="1639"/>
                    <a:pt x="696" y="1630"/>
                    <a:pt x="691" y="1633"/>
                  </a:cubicBezTo>
                  <a:cubicBezTo>
                    <a:pt x="683" y="1637"/>
                    <a:pt x="676" y="1644"/>
                    <a:pt x="680" y="1655"/>
                  </a:cubicBezTo>
                  <a:cubicBezTo>
                    <a:pt x="682" y="1660"/>
                    <a:pt x="702" y="1649"/>
                    <a:pt x="713" y="1645"/>
                  </a:cubicBezTo>
                  <a:cubicBezTo>
                    <a:pt x="729" y="1640"/>
                    <a:pt x="748" y="1630"/>
                    <a:pt x="753" y="1621"/>
                  </a:cubicBezTo>
                  <a:cubicBezTo>
                    <a:pt x="758" y="1613"/>
                    <a:pt x="768" y="1598"/>
                    <a:pt x="771" y="1591"/>
                  </a:cubicBezTo>
                  <a:cubicBezTo>
                    <a:pt x="776" y="1582"/>
                    <a:pt x="775" y="1576"/>
                    <a:pt x="778" y="1569"/>
                  </a:cubicBezTo>
                  <a:cubicBezTo>
                    <a:pt x="781" y="1563"/>
                    <a:pt x="787" y="1555"/>
                    <a:pt x="784" y="1548"/>
                  </a:cubicBezTo>
                  <a:close/>
                </a:path>
              </a:pathLst>
            </a:custGeom>
            <a:solidFill>
              <a:srgbClr val="B1DF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63513" name="Freeform 56">
              <a:extLst>
                <a:ext uri="{FF2B5EF4-FFF2-40B4-BE49-F238E27FC236}">
                  <a16:creationId xmlns:a16="http://schemas.microsoft.com/office/drawing/2014/main" id="{37AC5D35-A31F-43C6-8A80-B6452478CE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" y="717"/>
              <a:ext cx="649" cy="2336"/>
            </a:xfrm>
            <a:custGeom>
              <a:avLst/>
              <a:gdLst>
                <a:gd name="T0" fmla="*/ 427 w 787"/>
                <a:gd name="T1" fmla="*/ 727 h 2851"/>
                <a:gd name="T2" fmla="*/ 408 w 787"/>
                <a:gd name="T3" fmla="*/ 497 h 2851"/>
                <a:gd name="T4" fmla="*/ 379 w 787"/>
                <a:gd name="T5" fmla="*/ 290 h 2851"/>
                <a:gd name="T6" fmla="*/ 324 w 787"/>
                <a:gd name="T7" fmla="*/ 263 h 2851"/>
                <a:gd name="T8" fmla="*/ 266 w 787"/>
                <a:gd name="T9" fmla="*/ 193 h 2851"/>
                <a:gd name="T10" fmla="*/ 279 w 787"/>
                <a:gd name="T11" fmla="*/ 163 h 2851"/>
                <a:gd name="T12" fmla="*/ 298 w 787"/>
                <a:gd name="T13" fmla="*/ 159 h 2851"/>
                <a:gd name="T14" fmla="*/ 313 w 787"/>
                <a:gd name="T15" fmla="*/ 143 h 2851"/>
                <a:gd name="T16" fmla="*/ 313 w 787"/>
                <a:gd name="T17" fmla="*/ 119 h 2851"/>
                <a:gd name="T18" fmla="*/ 310 w 787"/>
                <a:gd name="T19" fmla="*/ 102 h 2851"/>
                <a:gd name="T20" fmla="*/ 308 w 787"/>
                <a:gd name="T21" fmla="*/ 88 h 2851"/>
                <a:gd name="T22" fmla="*/ 265 w 787"/>
                <a:gd name="T23" fmla="*/ 12 h 2851"/>
                <a:gd name="T24" fmla="*/ 190 w 787"/>
                <a:gd name="T25" fmla="*/ 12 h 2851"/>
                <a:gd name="T26" fmla="*/ 131 w 787"/>
                <a:gd name="T27" fmla="*/ 66 h 2851"/>
                <a:gd name="T28" fmla="*/ 133 w 787"/>
                <a:gd name="T29" fmla="*/ 98 h 2851"/>
                <a:gd name="T30" fmla="*/ 126 w 787"/>
                <a:gd name="T31" fmla="*/ 131 h 2851"/>
                <a:gd name="T32" fmla="*/ 153 w 787"/>
                <a:gd name="T33" fmla="*/ 159 h 2851"/>
                <a:gd name="T34" fmla="*/ 168 w 787"/>
                <a:gd name="T35" fmla="*/ 178 h 2851"/>
                <a:gd name="T36" fmla="*/ 118 w 787"/>
                <a:gd name="T37" fmla="*/ 263 h 2851"/>
                <a:gd name="T38" fmla="*/ 62 w 787"/>
                <a:gd name="T39" fmla="*/ 290 h 2851"/>
                <a:gd name="T40" fmla="*/ 33 w 787"/>
                <a:gd name="T41" fmla="*/ 497 h 2851"/>
                <a:gd name="T42" fmla="*/ 14 w 787"/>
                <a:gd name="T43" fmla="*/ 727 h 2851"/>
                <a:gd name="T44" fmla="*/ 6 w 787"/>
                <a:gd name="T45" fmla="*/ 864 h 2851"/>
                <a:gd name="T46" fmla="*/ 42 w 787"/>
                <a:gd name="T47" fmla="*/ 905 h 2851"/>
                <a:gd name="T48" fmla="*/ 61 w 787"/>
                <a:gd name="T49" fmla="*/ 896 h 2851"/>
                <a:gd name="T50" fmla="*/ 58 w 787"/>
                <a:gd name="T51" fmla="*/ 858 h 2851"/>
                <a:gd name="T52" fmla="*/ 69 w 787"/>
                <a:gd name="T53" fmla="*/ 669 h 2851"/>
                <a:gd name="T54" fmla="*/ 99 w 787"/>
                <a:gd name="T55" fmla="*/ 482 h 2851"/>
                <a:gd name="T56" fmla="*/ 79 w 787"/>
                <a:gd name="T57" fmla="*/ 712 h 2851"/>
                <a:gd name="T58" fmla="*/ 118 w 787"/>
                <a:gd name="T59" fmla="*/ 1083 h 2851"/>
                <a:gd name="T60" fmla="*/ 155 w 787"/>
                <a:gd name="T61" fmla="*/ 1427 h 2851"/>
                <a:gd name="T62" fmla="*/ 131 w 787"/>
                <a:gd name="T63" fmla="*/ 1536 h 2851"/>
                <a:gd name="T64" fmla="*/ 158 w 787"/>
                <a:gd name="T65" fmla="*/ 1563 h 2851"/>
                <a:gd name="T66" fmla="*/ 215 w 787"/>
                <a:gd name="T67" fmla="*/ 1536 h 2851"/>
                <a:gd name="T68" fmla="*/ 214 w 787"/>
                <a:gd name="T69" fmla="*/ 1472 h 2851"/>
                <a:gd name="T70" fmla="*/ 214 w 787"/>
                <a:gd name="T71" fmla="*/ 1191 h 2851"/>
                <a:gd name="T72" fmla="*/ 212 w 787"/>
                <a:gd name="T73" fmla="*/ 931 h 2851"/>
                <a:gd name="T74" fmla="*/ 219 w 787"/>
                <a:gd name="T75" fmla="*/ 841 h 2851"/>
                <a:gd name="T76" fmla="*/ 228 w 787"/>
                <a:gd name="T77" fmla="*/ 841 h 2851"/>
                <a:gd name="T78" fmla="*/ 231 w 787"/>
                <a:gd name="T79" fmla="*/ 1121 h 2851"/>
                <a:gd name="T80" fmla="*/ 230 w 787"/>
                <a:gd name="T81" fmla="*/ 1445 h 2851"/>
                <a:gd name="T82" fmla="*/ 223 w 787"/>
                <a:gd name="T83" fmla="*/ 1515 h 2851"/>
                <a:gd name="T84" fmla="*/ 264 w 787"/>
                <a:gd name="T85" fmla="*/ 1563 h 2851"/>
                <a:gd name="T86" fmla="*/ 310 w 787"/>
                <a:gd name="T87" fmla="*/ 1549 h 2851"/>
                <a:gd name="T88" fmla="*/ 283 w 787"/>
                <a:gd name="T89" fmla="*/ 1475 h 2851"/>
                <a:gd name="T90" fmla="*/ 315 w 787"/>
                <a:gd name="T91" fmla="*/ 1150 h 2851"/>
                <a:gd name="T92" fmla="*/ 374 w 787"/>
                <a:gd name="T93" fmla="*/ 840 h 2851"/>
                <a:gd name="T94" fmla="*/ 337 w 787"/>
                <a:gd name="T95" fmla="*/ 563 h 2851"/>
                <a:gd name="T96" fmla="*/ 360 w 787"/>
                <a:gd name="T97" fmla="*/ 562 h 2851"/>
                <a:gd name="T98" fmla="*/ 388 w 787"/>
                <a:gd name="T99" fmla="*/ 818 h 2851"/>
                <a:gd name="T100" fmla="*/ 382 w 787"/>
                <a:gd name="T101" fmla="*/ 891 h 2851"/>
                <a:gd name="T102" fmla="*/ 382 w 787"/>
                <a:gd name="T103" fmla="*/ 910 h 2851"/>
                <a:gd name="T104" fmla="*/ 432 w 787"/>
                <a:gd name="T105" fmla="*/ 875 h 2851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787" h="2851">
                  <a:moveTo>
                    <a:pt x="784" y="1548"/>
                  </a:moveTo>
                  <a:cubicBezTo>
                    <a:pt x="781" y="1542"/>
                    <a:pt x="776" y="1498"/>
                    <a:pt x="769" y="1473"/>
                  </a:cubicBezTo>
                  <a:cubicBezTo>
                    <a:pt x="764" y="1452"/>
                    <a:pt x="758" y="1362"/>
                    <a:pt x="762" y="1321"/>
                  </a:cubicBezTo>
                  <a:cubicBezTo>
                    <a:pt x="764" y="1289"/>
                    <a:pt x="762" y="1238"/>
                    <a:pt x="763" y="1216"/>
                  </a:cubicBezTo>
                  <a:cubicBezTo>
                    <a:pt x="764" y="1093"/>
                    <a:pt x="744" y="1031"/>
                    <a:pt x="740" y="1008"/>
                  </a:cubicBezTo>
                  <a:cubicBezTo>
                    <a:pt x="735" y="985"/>
                    <a:pt x="728" y="953"/>
                    <a:pt x="728" y="904"/>
                  </a:cubicBezTo>
                  <a:cubicBezTo>
                    <a:pt x="728" y="855"/>
                    <a:pt x="731" y="787"/>
                    <a:pt x="727" y="739"/>
                  </a:cubicBezTo>
                  <a:cubicBezTo>
                    <a:pt x="725" y="712"/>
                    <a:pt x="720" y="670"/>
                    <a:pt x="714" y="634"/>
                  </a:cubicBezTo>
                  <a:cubicBezTo>
                    <a:pt x="709" y="598"/>
                    <a:pt x="693" y="543"/>
                    <a:pt x="677" y="527"/>
                  </a:cubicBezTo>
                  <a:cubicBezTo>
                    <a:pt x="662" y="510"/>
                    <a:pt x="640" y="495"/>
                    <a:pt x="618" y="487"/>
                  </a:cubicBezTo>
                  <a:cubicBezTo>
                    <a:pt x="612" y="486"/>
                    <a:pt x="605" y="482"/>
                    <a:pt x="600" y="481"/>
                  </a:cubicBezTo>
                  <a:cubicBezTo>
                    <a:pt x="591" y="479"/>
                    <a:pt x="585" y="480"/>
                    <a:pt x="577" y="479"/>
                  </a:cubicBezTo>
                  <a:cubicBezTo>
                    <a:pt x="560" y="476"/>
                    <a:pt x="546" y="474"/>
                    <a:pt x="533" y="470"/>
                  </a:cubicBezTo>
                  <a:cubicBezTo>
                    <a:pt x="504" y="460"/>
                    <a:pt x="475" y="457"/>
                    <a:pt x="475" y="351"/>
                  </a:cubicBezTo>
                  <a:cubicBezTo>
                    <a:pt x="475" y="351"/>
                    <a:pt x="475" y="351"/>
                    <a:pt x="475" y="351"/>
                  </a:cubicBezTo>
                  <a:cubicBezTo>
                    <a:pt x="483" y="341"/>
                    <a:pt x="486" y="331"/>
                    <a:pt x="489" y="323"/>
                  </a:cubicBezTo>
                  <a:cubicBezTo>
                    <a:pt x="491" y="318"/>
                    <a:pt x="493" y="307"/>
                    <a:pt x="496" y="297"/>
                  </a:cubicBezTo>
                  <a:cubicBezTo>
                    <a:pt x="497" y="297"/>
                    <a:pt x="497" y="297"/>
                    <a:pt x="497" y="297"/>
                  </a:cubicBezTo>
                  <a:cubicBezTo>
                    <a:pt x="501" y="296"/>
                    <a:pt x="504" y="293"/>
                    <a:pt x="508" y="293"/>
                  </a:cubicBezTo>
                  <a:cubicBezTo>
                    <a:pt x="513" y="292"/>
                    <a:pt x="517" y="294"/>
                    <a:pt x="523" y="293"/>
                  </a:cubicBezTo>
                  <a:cubicBezTo>
                    <a:pt x="526" y="292"/>
                    <a:pt x="528" y="290"/>
                    <a:pt x="531" y="289"/>
                  </a:cubicBezTo>
                  <a:cubicBezTo>
                    <a:pt x="536" y="287"/>
                    <a:pt x="552" y="287"/>
                    <a:pt x="556" y="282"/>
                  </a:cubicBezTo>
                  <a:cubicBezTo>
                    <a:pt x="557" y="282"/>
                    <a:pt x="557" y="282"/>
                    <a:pt x="557" y="282"/>
                  </a:cubicBezTo>
                  <a:cubicBezTo>
                    <a:pt x="561" y="275"/>
                    <a:pt x="558" y="264"/>
                    <a:pt x="557" y="259"/>
                  </a:cubicBezTo>
                  <a:cubicBezTo>
                    <a:pt x="554" y="250"/>
                    <a:pt x="556" y="240"/>
                    <a:pt x="555" y="230"/>
                  </a:cubicBezTo>
                  <a:cubicBezTo>
                    <a:pt x="555" y="229"/>
                    <a:pt x="555" y="229"/>
                    <a:pt x="555" y="229"/>
                  </a:cubicBezTo>
                  <a:cubicBezTo>
                    <a:pt x="558" y="226"/>
                    <a:pt x="559" y="224"/>
                    <a:pt x="557" y="216"/>
                  </a:cubicBezTo>
                  <a:cubicBezTo>
                    <a:pt x="557" y="214"/>
                    <a:pt x="556" y="213"/>
                    <a:pt x="556" y="211"/>
                  </a:cubicBezTo>
                  <a:cubicBezTo>
                    <a:pt x="556" y="207"/>
                    <a:pt x="556" y="203"/>
                    <a:pt x="555" y="199"/>
                  </a:cubicBezTo>
                  <a:cubicBezTo>
                    <a:pt x="555" y="194"/>
                    <a:pt x="554" y="191"/>
                    <a:pt x="553" y="187"/>
                  </a:cubicBezTo>
                  <a:cubicBezTo>
                    <a:pt x="557" y="187"/>
                    <a:pt x="560" y="186"/>
                    <a:pt x="562" y="185"/>
                  </a:cubicBezTo>
                  <a:cubicBezTo>
                    <a:pt x="561" y="178"/>
                    <a:pt x="554" y="173"/>
                    <a:pt x="552" y="167"/>
                  </a:cubicBezTo>
                  <a:cubicBezTo>
                    <a:pt x="550" y="161"/>
                    <a:pt x="549" y="159"/>
                    <a:pt x="549" y="159"/>
                  </a:cubicBezTo>
                  <a:cubicBezTo>
                    <a:pt x="549" y="158"/>
                    <a:pt x="549" y="157"/>
                    <a:pt x="549" y="157"/>
                  </a:cubicBezTo>
                  <a:cubicBezTo>
                    <a:pt x="548" y="132"/>
                    <a:pt x="531" y="97"/>
                    <a:pt x="520" y="74"/>
                  </a:cubicBezTo>
                  <a:cubicBezTo>
                    <a:pt x="509" y="52"/>
                    <a:pt x="493" y="34"/>
                    <a:pt x="472" y="22"/>
                  </a:cubicBezTo>
                  <a:cubicBezTo>
                    <a:pt x="459" y="14"/>
                    <a:pt x="445" y="9"/>
                    <a:pt x="431" y="6"/>
                  </a:cubicBezTo>
                  <a:cubicBezTo>
                    <a:pt x="423" y="4"/>
                    <a:pt x="389" y="0"/>
                    <a:pt x="370" y="4"/>
                  </a:cubicBezTo>
                  <a:cubicBezTo>
                    <a:pt x="351" y="9"/>
                    <a:pt x="343" y="17"/>
                    <a:pt x="339" y="22"/>
                  </a:cubicBezTo>
                  <a:cubicBezTo>
                    <a:pt x="339" y="22"/>
                    <a:pt x="331" y="25"/>
                    <a:pt x="315" y="29"/>
                  </a:cubicBezTo>
                  <a:cubicBezTo>
                    <a:pt x="298" y="37"/>
                    <a:pt x="282" y="49"/>
                    <a:pt x="272" y="66"/>
                  </a:cubicBezTo>
                  <a:cubicBezTo>
                    <a:pt x="262" y="83"/>
                    <a:pt x="258" y="117"/>
                    <a:pt x="234" y="120"/>
                  </a:cubicBezTo>
                  <a:cubicBezTo>
                    <a:pt x="237" y="124"/>
                    <a:pt x="245" y="125"/>
                    <a:pt x="251" y="123"/>
                  </a:cubicBezTo>
                  <a:cubicBezTo>
                    <a:pt x="248" y="138"/>
                    <a:pt x="243" y="154"/>
                    <a:pt x="232" y="164"/>
                  </a:cubicBezTo>
                  <a:cubicBezTo>
                    <a:pt x="237" y="168"/>
                    <a:pt x="236" y="173"/>
                    <a:pt x="236" y="178"/>
                  </a:cubicBezTo>
                  <a:cubicBezTo>
                    <a:pt x="235" y="181"/>
                    <a:pt x="232" y="183"/>
                    <a:pt x="232" y="185"/>
                  </a:cubicBezTo>
                  <a:cubicBezTo>
                    <a:pt x="232" y="187"/>
                    <a:pt x="235" y="187"/>
                    <a:pt x="235" y="189"/>
                  </a:cubicBezTo>
                  <a:cubicBezTo>
                    <a:pt x="237" y="204"/>
                    <a:pt x="235" y="226"/>
                    <a:pt x="225" y="238"/>
                  </a:cubicBezTo>
                  <a:cubicBezTo>
                    <a:pt x="237" y="251"/>
                    <a:pt x="223" y="271"/>
                    <a:pt x="244" y="276"/>
                  </a:cubicBezTo>
                  <a:cubicBezTo>
                    <a:pt x="251" y="278"/>
                    <a:pt x="258" y="278"/>
                    <a:pt x="264" y="281"/>
                  </a:cubicBezTo>
                  <a:cubicBezTo>
                    <a:pt x="268" y="283"/>
                    <a:pt x="270" y="287"/>
                    <a:pt x="274" y="289"/>
                  </a:cubicBezTo>
                  <a:cubicBezTo>
                    <a:pt x="279" y="292"/>
                    <a:pt x="284" y="293"/>
                    <a:pt x="289" y="292"/>
                  </a:cubicBezTo>
                  <a:cubicBezTo>
                    <a:pt x="290" y="292"/>
                    <a:pt x="290" y="292"/>
                    <a:pt x="290" y="292"/>
                  </a:cubicBezTo>
                  <a:cubicBezTo>
                    <a:pt x="293" y="304"/>
                    <a:pt x="296" y="317"/>
                    <a:pt x="299" y="323"/>
                  </a:cubicBezTo>
                  <a:cubicBezTo>
                    <a:pt x="301" y="331"/>
                    <a:pt x="305" y="341"/>
                    <a:pt x="312" y="351"/>
                  </a:cubicBezTo>
                  <a:cubicBezTo>
                    <a:pt x="312" y="457"/>
                    <a:pt x="284" y="460"/>
                    <a:pt x="255" y="470"/>
                  </a:cubicBezTo>
                  <a:cubicBezTo>
                    <a:pt x="241" y="474"/>
                    <a:pt x="227" y="476"/>
                    <a:pt x="211" y="479"/>
                  </a:cubicBezTo>
                  <a:cubicBezTo>
                    <a:pt x="203" y="480"/>
                    <a:pt x="197" y="479"/>
                    <a:pt x="188" y="481"/>
                  </a:cubicBezTo>
                  <a:cubicBezTo>
                    <a:pt x="182" y="482"/>
                    <a:pt x="175" y="486"/>
                    <a:pt x="170" y="487"/>
                  </a:cubicBezTo>
                  <a:cubicBezTo>
                    <a:pt x="147" y="495"/>
                    <a:pt x="126" y="510"/>
                    <a:pt x="110" y="527"/>
                  </a:cubicBezTo>
                  <a:cubicBezTo>
                    <a:pt x="95" y="543"/>
                    <a:pt x="79" y="598"/>
                    <a:pt x="73" y="634"/>
                  </a:cubicBezTo>
                  <a:cubicBezTo>
                    <a:pt x="68" y="670"/>
                    <a:pt x="63" y="712"/>
                    <a:pt x="60" y="739"/>
                  </a:cubicBezTo>
                  <a:cubicBezTo>
                    <a:pt x="57" y="787"/>
                    <a:pt x="59" y="855"/>
                    <a:pt x="59" y="904"/>
                  </a:cubicBezTo>
                  <a:cubicBezTo>
                    <a:pt x="59" y="953"/>
                    <a:pt x="53" y="985"/>
                    <a:pt x="48" y="1008"/>
                  </a:cubicBezTo>
                  <a:cubicBezTo>
                    <a:pt x="43" y="1031"/>
                    <a:pt x="24" y="1093"/>
                    <a:pt x="25" y="1216"/>
                  </a:cubicBezTo>
                  <a:cubicBezTo>
                    <a:pt x="25" y="1238"/>
                    <a:pt x="24" y="1289"/>
                    <a:pt x="26" y="1321"/>
                  </a:cubicBezTo>
                  <a:cubicBezTo>
                    <a:pt x="30" y="1362"/>
                    <a:pt x="24" y="1452"/>
                    <a:pt x="19" y="1473"/>
                  </a:cubicBezTo>
                  <a:cubicBezTo>
                    <a:pt x="12" y="1498"/>
                    <a:pt x="6" y="1542"/>
                    <a:pt x="3" y="1548"/>
                  </a:cubicBezTo>
                  <a:cubicBezTo>
                    <a:pt x="0" y="1555"/>
                    <a:pt x="6" y="1563"/>
                    <a:pt x="10" y="1569"/>
                  </a:cubicBezTo>
                  <a:cubicBezTo>
                    <a:pt x="13" y="1576"/>
                    <a:pt x="12" y="1582"/>
                    <a:pt x="16" y="1591"/>
                  </a:cubicBezTo>
                  <a:cubicBezTo>
                    <a:pt x="19" y="1598"/>
                    <a:pt x="29" y="1613"/>
                    <a:pt x="34" y="1621"/>
                  </a:cubicBezTo>
                  <a:cubicBezTo>
                    <a:pt x="39" y="1630"/>
                    <a:pt x="59" y="1640"/>
                    <a:pt x="75" y="1645"/>
                  </a:cubicBezTo>
                  <a:cubicBezTo>
                    <a:pt x="86" y="1649"/>
                    <a:pt x="106" y="1660"/>
                    <a:pt x="108" y="1655"/>
                  </a:cubicBezTo>
                  <a:cubicBezTo>
                    <a:pt x="111" y="1644"/>
                    <a:pt x="104" y="1637"/>
                    <a:pt x="96" y="1633"/>
                  </a:cubicBezTo>
                  <a:cubicBezTo>
                    <a:pt x="91" y="1630"/>
                    <a:pt x="106" y="1639"/>
                    <a:pt x="109" y="1629"/>
                  </a:cubicBezTo>
                  <a:cubicBezTo>
                    <a:pt x="110" y="1626"/>
                    <a:pt x="110" y="1625"/>
                    <a:pt x="107" y="1620"/>
                  </a:cubicBezTo>
                  <a:cubicBezTo>
                    <a:pt x="109" y="1614"/>
                    <a:pt x="108" y="1614"/>
                    <a:pt x="104" y="1608"/>
                  </a:cubicBezTo>
                  <a:cubicBezTo>
                    <a:pt x="111" y="1606"/>
                    <a:pt x="106" y="1575"/>
                    <a:pt x="103" y="1560"/>
                  </a:cubicBezTo>
                  <a:cubicBezTo>
                    <a:pt x="104" y="1548"/>
                    <a:pt x="105" y="1512"/>
                    <a:pt x="96" y="1487"/>
                  </a:cubicBezTo>
                  <a:cubicBezTo>
                    <a:pt x="91" y="1471"/>
                    <a:pt x="88" y="1456"/>
                    <a:pt x="88" y="1447"/>
                  </a:cubicBezTo>
                  <a:cubicBezTo>
                    <a:pt x="84" y="1424"/>
                    <a:pt x="110" y="1263"/>
                    <a:pt x="124" y="1217"/>
                  </a:cubicBezTo>
                  <a:cubicBezTo>
                    <a:pt x="153" y="1121"/>
                    <a:pt x="144" y="1038"/>
                    <a:pt x="147" y="1021"/>
                  </a:cubicBezTo>
                  <a:cubicBezTo>
                    <a:pt x="150" y="1004"/>
                    <a:pt x="169" y="915"/>
                    <a:pt x="175" y="875"/>
                  </a:cubicBezTo>
                  <a:cubicBezTo>
                    <a:pt x="176" y="876"/>
                    <a:pt x="176" y="876"/>
                    <a:pt x="176" y="876"/>
                  </a:cubicBezTo>
                  <a:cubicBezTo>
                    <a:pt x="179" y="925"/>
                    <a:pt x="184" y="998"/>
                    <a:pt x="185" y="1023"/>
                  </a:cubicBezTo>
                  <a:cubicBezTo>
                    <a:pt x="187" y="1057"/>
                    <a:pt x="209" y="1115"/>
                    <a:pt x="194" y="1143"/>
                  </a:cubicBezTo>
                  <a:cubicBezTo>
                    <a:pt x="179" y="1171"/>
                    <a:pt x="154" y="1217"/>
                    <a:pt x="141" y="1294"/>
                  </a:cubicBezTo>
                  <a:cubicBezTo>
                    <a:pt x="129" y="1354"/>
                    <a:pt x="110" y="1417"/>
                    <a:pt x="122" y="1527"/>
                  </a:cubicBezTo>
                  <a:cubicBezTo>
                    <a:pt x="130" y="1604"/>
                    <a:pt x="128" y="1655"/>
                    <a:pt x="148" y="1741"/>
                  </a:cubicBezTo>
                  <a:cubicBezTo>
                    <a:pt x="165" y="1818"/>
                    <a:pt x="200" y="1912"/>
                    <a:pt x="210" y="1969"/>
                  </a:cubicBezTo>
                  <a:cubicBezTo>
                    <a:pt x="220" y="2025"/>
                    <a:pt x="224" y="2054"/>
                    <a:pt x="227" y="2091"/>
                  </a:cubicBezTo>
                  <a:cubicBezTo>
                    <a:pt x="229" y="2128"/>
                    <a:pt x="204" y="2303"/>
                    <a:pt x="232" y="2404"/>
                  </a:cubicBezTo>
                  <a:cubicBezTo>
                    <a:pt x="259" y="2505"/>
                    <a:pt x="271" y="2569"/>
                    <a:pt x="276" y="2594"/>
                  </a:cubicBezTo>
                  <a:cubicBezTo>
                    <a:pt x="288" y="2648"/>
                    <a:pt x="277" y="2654"/>
                    <a:pt x="282" y="2681"/>
                  </a:cubicBezTo>
                  <a:cubicBezTo>
                    <a:pt x="287" y="2708"/>
                    <a:pt x="288" y="2705"/>
                    <a:pt x="274" y="2731"/>
                  </a:cubicBezTo>
                  <a:cubicBezTo>
                    <a:pt x="261" y="2748"/>
                    <a:pt x="241" y="2785"/>
                    <a:pt x="234" y="2793"/>
                  </a:cubicBezTo>
                  <a:cubicBezTo>
                    <a:pt x="228" y="2802"/>
                    <a:pt x="231" y="2810"/>
                    <a:pt x="234" y="2815"/>
                  </a:cubicBezTo>
                  <a:cubicBezTo>
                    <a:pt x="229" y="2828"/>
                    <a:pt x="244" y="2835"/>
                    <a:pt x="249" y="2835"/>
                  </a:cubicBezTo>
                  <a:cubicBezTo>
                    <a:pt x="247" y="2850"/>
                    <a:pt x="275" y="2848"/>
                    <a:pt x="281" y="2842"/>
                  </a:cubicBezTo>
                  <a:cubicBezTo>
                    <a:pt x="289" y="2850"/>
                    <a:pt x="310" y="2850"/>
                    <a:pt x="318" y="2840"/>
                  </a:cubicBezTo>
                  <a:cubicBezTo>
                    <a:pt x="331" y="2851"/>
                    <a:pt x="354" y="2851"/>
                    <a:pt x="369" y="2837"/>
                  </a:cubicBezTo>
                  <a:cubicBezTo>
                    <a:pt x="384" y="2822"/>
                    <a:pt x="385" y="2807"/>
                    <a:pt x="384" y="2792"/>
                  </a:cubicBezTo>
                  <a:cubicBezTo>
                    <a:pt x="382" y="2778"/>
                    <a:pt x="385" y="2773"/>
                    <a:pt x="389" y="2755"/>
                  </a:cubicBezTo>
                  <a:cubicBezTo>
                    <a:pt x="392" y="2736"/>
                    <a:pt x="394" y="2722"/>
                    <a:pt x="388" y="2709"/>
                  </a:cubicBezTo>
                  <a:cubicBezTo>
                    <a:pt x="381" y="2696"/>
                    <a:pt x="381" y="2690"/>
                    <a:pt x="381" y="2677"/>
                  </a:cubicBezTo>
                  <a:cubicBezTo>
                    <a:pt x="381" y="2664"/>
                    <a:pt x="385" y="2644"/>
                    <a:pt x="377" y="2628"/>
                  </a:cubicBezTo>
                  <a:cubicBezTo>
                    <a:pt x="369" y="2611"/>
                    <a:pt x="359" y="2572"/>
                    <a:pt x="361" y="2529"/>
                  </a:cubicBezTo>
                  <a:cubicBezTo>
                    <a:pt x="362" y="2486"/>
                    <a:pt x="394" y="2247"/>
                    <a:pt x="381" y="2165"/>
                  </a:cubicBezTo>
                  <a:cubicBezTo>
                    <a:pt x="367" y="2083"/>
                    <a:pt x="372" y="2066"/>
                    <a:pt x="376" y="2038"/>
                  </a:cubicBezTo>
                  <a:cubicBezTo>
                    <a:pt x="379" y="2010"/>
                    <a:pt x="387" y="1965"/>
                    <a:pt x="380" y="1906"/>
                  </a:cubicBezTo>
                  <a:cubicBezTo>
                    <a:pt x="377" y="1883"/>
                    <a:pt x="378" y="1788"/>
                    <a:pt x="378" y="1691"/>
                  </a:cubicBezTo>
                  <a:cubicBezTo>
                    <a:pt x="379" y="1629"/>
                    <a:pt x="396" y="1546"/>
                    <a:pt x="379" y="1530"/>
                  </a:cubicBezTo>
                  <a:cubicBezTo>
                    <a:pt x="380" y="1529"/>
                    <a:pt x="380" y="1529"/>
                    <a:pt x="380" y="1529"/>
                  </a:cubicBezTo>
                  <a:cubicBezTo>
                    <a:pt x="384" y="1530"/>
                    <a:pt x="388" y="1531"/>
                    <a:pt x="392" y="1531"/>
                  </a:cubicBezTo>
                  <a:cubicBezTo>
                    <a:pt x="393" y="1531"/>
                    <a:pt x="393" y="1531"/>
                    <a:pt x="393" y="1531"/>
                  </a:cubicBezTo>
                  <a:cubicBezTo>
                    <a:pt x="398" y="1531"/>
                    <a:pt x="404" y="1530"/>
                    <a:pt x="409" y="1528"/>
                  </a:cubicBezTo>
                  <a:cubicBezTo>
                    <a:pt x="408" y="1530"/>
                    <a:pt x="408" y="1530"/>
                    <a:pt x="408" y="1530"/>
                  </a:cubicBezTo>
                  <a:cubicBezTo>
                    <a:pt x="392" y="1546"/>
                    <a:pt x="409" y="1629"/>
                    <a:pt x="409" y="1691"/>
                  </a:cubicBezTo>
                  <a:cubicBezTo>
                    <a:pt x="410" y="1788"/>
                    <a:pt x="411" y="1883"/>
                    <a:pt x="408" y="1906"/>
                  </a:cubicBezTo>
                  <a:cubicBezTo>
                    <a:pt x="401" y="1965"/>
                    <a:pt x="409" y="2010"/>
                    <a:pt x="412" y="2038"/>
                  </a:cubicBezTo>
                  <a:cubicBezTo>
                    <a:pt x="415" y="2066"/>
                    <a:pt x="420" y="2083"/>
                    <a:pt x="407" y="2165"/>
                  </a:cubicBezTo>
                  <a:cubicBezTo>
                    <a:pt x="394" y="2247"/>
                    <a:pt x="425" y="2486"/>
                    <a:pt x="427" y="2529"/>
                  </a:cubicBezTo>
                  <a:cubicBezTo>
                    <a:pt x="429" y="2572"/>
                    <a:pt x="419" y="2611"/>
                    <a:pt x="410" y="2628"/>
                  </a:cubicBezTo>
                  <a:cubicBezTo>
                    <a:pt x="402" y="2644"/>
                    <a:pt x="407" y="2664"/>
                    <a:pt x="407" y="2677"/>
                  </a:cubicBezTo>
                  <a:cubicBezTo>
                    <a:pt x="407" y="2690"/>
                    <a:pt x="407" y="2696"/>
                    <a:pt x="400" y="2709"/>
                  </a:cubicBezTo>
                  <a:cubicBezTo>
                    <a:pt x="393" y="2722"/>
                    <a:pt x="396" y="2736"/>
                    <a:pt x="399" y="2755"/>
                  </a:cubicBezTo>
                  <a:cubicBezTo>
                    <a:pt x="402" y="2773"/>
                    <a:pt x="405" y="2778"/>
                    <a:pt x="404" y="2792"/>
                  </a:cubicBezTo>
                  <a:cubicBezTo>
                    <a:pt x="402" y="2807"/>
                    <a:pt x="404" y="2822"/>
                    <a:pt x="419" y="2837"/>
                  </a:cubicBezTo>
                  <a:cubicBezTo>
                    <a:pt x="433" y="2851"/>
                    <a:pt x="456" y="2851"/>
                    <a:pt x="470" y="2840"/>
                  </a:cubicBezTo>
                  <a:cubicBezTo>
                    <a:pt x="478" y="2850"/>
                    <a:pt x="499" y="2850"/>
                    <a:pt x="506" y="2842"/>
                  </a:cubicBezTo>
                  <a:cubicBezTo>
                    <a:pt x="513" y="2848"/>
                    <a:pt x="540" y="2850"/>
                    <a:pt x="539" y="2835"/>
                  </a:cubicBezTo>
                  <a:cubicBezTo>
                    <a:pt x="544" y="2835"/>
                    <a:pt x="558" y="2828"/>
                    <a:pt x="553" y="2815"/>
                  </a:cubicBezTo>
                  <a:cubicBezTo>
                    <a:pt x="557" y="2810"/>
                    <a:pt x="560" y="2802"/>
                    <a:pt x="553" y="2793"/>
                  </a:cubicBezTo>
                  <a:cubicBezTo>
                    <a:pt x="547" y="2785"/>
                    <a:pt x="526" y="2748"/>
                    <a:pt x="514" y="2731"/>
                  </a:cubicBezTo>
                  <a:cubicBezTo>
                    <a:pt x="500" y="2705"/>
                    <a:pt x="501" y="2708"/>
                    <a:pt x="505" y="2681"/>
                  </a:cubicBezTo>
                  <a:cubicBezTo>
                    <a:pt x="510" y="2654"/>
                    <a:pt x="500" y="2648"/>
                    <a:pt x="512" y="2594"/>
                  </a:cubicBezTo>
                  <a:cubicBezTo>
                    <a:pt x="517" y="2569"/>
                    <a:pt x="529" y="2505"/>
                    <a:pt x="556" y="2404"/>
                  </a:cubicBezTo>
                  <a:cubicBezTo>
                    <a:pt x="583" y="2303"/>
                    <a:pt x="559" y="2128"/>
                    <a:pt x="561" y="2091"/>
                  </a:cubicBezTo>
                  <a:cubicBezTo>
                    <a:pt x="563" y="2054"/>
                    <a:pt x="568" y="2025"/>
                    <a:pt x="578" y="1969"/>
                  </a:cubicBezTo>
                  <a:cubicBezTo>
                    <a:pt x="587" y="1912"/>
                    <a:pt x="623" y="1818"/>
                    <a:pt x="640" y="1741"/>
                  </a:cubicBezTo>
                  <a:cubicBezTo>
                    <a:pt x="660" y="1655"/>
                    <a:pt x="658" y="1604"/>
                    <a:pt x="666" y="1527"/>
                  </a:cubicBezTo>
                  <a:cubicBezTo>
                    <a:pt x="677" y="1417"/>
                    <a:pt x="658" y="1354"/>
                    <a:pt x="646" y="1294"/>
                  </a:cubicBezTo>
                  <a:cubicBezTo>
                    <a:pt x="633" y="1217"/>
                    <a:pt x="608" y="1171"/>
                    <a:pt x="594" y="1143"/>
                  </a:cubicBezTo>
                  <a:cubicBezTo>
                    <a:pt x="579" y="1115"/>
                    <a:pt x="601" y="1057"/>
                    <a:pt x="602" y="1023"/>
                  </a:cubicBezTo>
                  <a:cubicBezTo>
                    <a:pt x="604" y="997"/>
                    <a:pt x="609" y="922"/>
                    <a:pt x="612" y="874"/>
                  </a:cubicBezTo>
                  <a:cubicBezTo>
                    <a:pt x="612" y="874"/>
                    <a:pt x="612" y="874"/>
                    <a:pt x="612" y="874"/>
                  </a:cubicBezTo>
                  <a:cubicBezTo>
                    <a:pt x="618" y="914"/>
                    <a:pt x="638" y="1004"/>
                    <a:pt x="641" y="1021"/>
                  </a:cubicBezTo>
                  <a:cubicBezTo>
                    <a:pt x="644" y="1038"/>
                    <a:pt x="635" y="1121"/>
                    <a:pt x="663" y="1217"/>
                  </a:cubicBezTo>
                  <a:cubicBezTo>
                    <a:pt x="678" y="1263"/>
                    <a:pt x="704" y="1424"/>
                    <a:pt x="699" y="1447"/>
                  </a:cubicBezTo>
                  <a:cubicBezTo>
                    <a:pt x="700" y="1456"/>
                    <a:pt x="697" y="1471"/>
                    <a:pt x="691" y="1487"/>
                  </a:cubicBezTo>
                  <a:cubicBezTo>
                    <a:pt x="683" y="1512"/>
                    <a:pt x="684" y="1548"/>
                    <a:pt x="685" y="1560"/>
                  </a:cubicBezTo>
                  <a:cubicBezTo>
                    <a:pt x="682" y="1575"/>
                    <a:pt x="676" y="1606"/>
                    <a:pt x="684" y="1608"/>
                  </a:cubicBezTo>
                  <a:cubicBezTo>
                    <a:pt x="680" y="1614"/>
                    <a:pt x="678" y="1614"/>
                    <a:pt x="680" y="1620"/>
                  </a:cubicBezTo>
                  <a:cubicBezTo>
                    <a:pt x="678" y="1625"/>
                    <a:pt x="678" y="1626"/>
                    <a:pt x="679" y="1629"/>
                  </a:cubicBezTo>
                  <a:cubicBezTo>
                    <a:pt x="682" y="1639"/>
                    <a:pt x="696" y="1630"/>
                    <a:pt x="691" y="1633"/>
                  </a:cubicBezTo>
                  <a:cubicBezTo>
                    <a:pt x="683" y="1637"/>
                    <a:pt x="676" y="1644"/>
                    <a:pt x="680" y="1655"/>
                  </a:cubicBezTo>
                  <a:cubicBezTo>
                    <a:pt x="682" y="1660"/>
                    <a:pt x="702" y="1649"/>
                    <a:pt x="713" y="1645"/>
                  </a:cubicBezTo>
                  <a:cubicBezTo>
                    <a:pt x="729" y="1640"/>
                    <a:pt x="748" y="1630"/>
                    <a:pt x="753" y="1621"/>
                  </a:cubicBezTo>
                  <a:cubicBezTo>
                    <a:pt x="758" y="1613"/>
                    <a:pt x="768" y="1598"/>
                    <a:pt x="771" y="1591"/>
                  </a:cubicBezTo>
                  <a:cubicBezTo>
                    <a:pt x="776" y="1582"/>
                    <a:pt x="775" y="1576"/>
                    <a:pt x="778" y="1569"/>
                  </a:cubicBezTo>
                  <a:cubicBezTo>
                    <a:pt x="781" y="1563"/>
                    <a:pt x="787" y="1555"/>
                    <a:pt x="784" y="1548"/>
                  </a:cubicBezTo>
                  <a:close/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</p:grpSp>
      <p:grpSp>
        <p:nvGrpSpPr>
          <p:cNvPr id="63491" name="Human-body-outline-anterior-view">
            <a:extLst>
              <a:ext uri="{FF2B5EF4-FFF2-40B4-BE49-F238E27FC236}">
                <a16:creationId xmlns:a16="http://schemas.microsoft.com/office/drawing/2014/main" id="{C6C863F0-7325-4C0F-A1B7-F70FC49D411E}"/>
              </a:ext>
            </a:extLst>
          </p:cNvPr>
          <p:cNvGrpSpPr>
            <a:grpSpLocks/>
          </p:cNvGrpSpPr>
          <p:nvPr/>
        </p:nvGrpSpPr>
        <p:grpSpPr bwMode="auto">
          <a:xfrm>
            <a:off x="3695700" y="1193800"/>
            <a:ext cx="1427163" cy="3721100"/>
            <a:chOff x="1368" y="714"/>
            <a:chExt cx="899" cy="2344"/>
          </a:xfrm>
        </p:grpSpPr>
        <p:sp>
          <p:nvSpPr>
            <p:cNvPr id="63510" name="Freeform 58">
              <a:extLst>
                <a:ext uri="{FF2B5EF4-FFF2-40B4-BE49-F238E27FC236}">
                  <a16:creationId xmlns:a16="http://schemas.microsoft.com/office/drawing/2014/main" id="{A841E369-DC2A-49CE-8006-E3C3A01B599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368" y="714"/>
              <a:ext cx="899" cy="2344"/>
            </a:xfrm>
            <a:custGeom>
              <a:avLst/>
              <a:gdLst>
                <a:gd name="T0" fmla="*/ 522 w 1120"/>
                <a:gd name="T1" fmla="*/ 676 h 2926"/>
                <a:gd name="T2" fmla="*/ 363 w 1120"/>
                <a:gd name="T3" fmla="*/ 247 h 2926"/>
                <a:gd name="T4" fmla="*/ 344 w 1120"/>
                <a:gd name="T5" fmla="*/ 179 h 2926"/>
                <a:gd name="T6" fmla="*/ 347 w 1120"/>
                <a:gd name="T7" fmla="*/ 166 h 2926"/>
                <a:gd name="T8" fmla="*/ 348 w 1120"/>
                <a:gd name="T9" fmla="*/ 159 h 2926"/>
                <a:gd name="T10" fmla="*/ 354 w 1120"/>
                <a:gd name="T11" fmla="*/ 155 h 2926"/>
                <a:gd name="T12" fmla="*/ 364 w 1120"/>
                <a:gd name="T13" fmla="*/ 103 h 2926"/>
                <a:gd name="T14" fmla="*/ 360 w 1120"/>
                <a:gd name="T15" fmla="*/ 56 h 2926"/>
                <a:gd name="T16" fmla="*/ 289 w 1120"/>
                <a:gd name="T17" fmla="*/ 2 h 2926"/>
                <a:gd name="T18" fmla="*/ 216 w 1120"/>
                <a:gd name="T19" fmla="*/ 66 h 2926"/>
                <a:gd name="T20" fmla="*/ 214 w 1120"/>
                <a:gd name="T21" fmla="*/ 106 h 2926"/>
                <a:gd name="T22" fmla="*/ 226 w 1120"/>
                <a:gd name="T23" fmla="*/ 155 h 2926"/>
                <a:gd name="T24" fmla="*/ 232 w 1120"/>
                <a:gd name="T25" fmla="*/ 159 h 2926"/>
                <a:gd name="T26" fmla="*/ 233 w 1120"/>
                <a:gd name="T27" fmla="*/ 166 h 2926"/>
                <a:gd name="T28" fmla="*/ 234 w 1120"/>
                <a:gd name="T29" fmla="*/ 172 h 2926"/>
                <a:gd name="T30" fmla="*/ 235 w 1120"/>
                <a:gd name="T31" fmla="*/ 179 h 2926"/>
                <a:gd name="T32" fmla="*/ 237 w 1120"/>
                <a:gd name="T33" fmla="*/ 185 h 2926"/>
                <a:gd name="T34" fmla="*/ 218 w 1120"/>
                <a:gd name="T35" fmla="*/ 247 h 2926"/>
                <a:gd name="T36" fmla="*/ 58 w 1120"/>
                <a:gd name="T37" fmla="*/ 676 h 2926"/>
                <a:gd name="T38" fmla="*/ 9 w 1120"/>
                <a:gd name="T39" fmla="*/ 849 h 2926"/>
                <a:gd name="T40" fmla="*/ 70 w 1120"/>
                <a:gd name="T41" fmla="*/ 901 h 2926"/>
                <a:gd name="T42" fmla="*/ 90 w 1120"/>
                <a:gd name="T43" fmla="*/ 883 h 2926"/>
                <a:gd name="T44" fmla="*/ 92 w 1120"/>
                <a:gd name="T45" fmla="*/ 884 h 2926"/>
                <a:gd name="T46" fmla="*/ 104 w 1120"/>
                <a:gd name="T47" fmla="*/ 763 h 2926"/>
                <a:gd name="T48" fmla="*/ 153 w 1120"/>
                <a:gd name="T49" fmla="*/ 464 h 2926"/>
                <a:gd name="T50" fmla="*/ 169 w 1120"/>
                <a:gd name="T51" fmla="*/ 650 h 2926"/>
                <a:gd name="T52" fmla="*/ 161 w 1120"/>
                <a:gd name="T53" fmla="*/ 682 h 2926"/>
                <a:gd name="T54" fmla="*/ 159 w 1120"/>
                <a:gd name="T55" fmla="*/ 693 h 2926"/>
                <a:gd name="T56" fmla="*/ 157 w 1120"/>
                <a:gd name="T57" fmla="*/ 705 h 2926"/>
                <a:gd name="T58" fmla="*/ 155 w 1120"/>
                <a:gd name="T59" fmla="*/ 716 h 2926"/>
                <a:gd name="T60" fmla="*/ 153 w 1120"/>
                <a:gd name="T61" fmla="*/ 726 h 2926"/>
                <a:gd name="T62" fmla="*/ 153 w 1120"/>
                <a:gd name="T63" fmla="*/ 735 h 2926"/>
                <a:gd name="T64" fmla="*/ 218 w 1120"/>
                <a:gd name="T65" fmla="*/ 1395 h 2926"/>
                <a:gd name="T66" fmla="*/ 178 w 1120"/>
                <a:gd name="T67" fmla="*/ 1485 h 2926"/>
                <a:gd name="T68" fmla="*/ 211 w 1120"/>
                <a:gd name="T69" fmla="*/ 1500 h 2926"/>
                <a:gd name="T70" fmla="*/ 228 w 1120"/>
                <a:gd name="T71" fmla="*/ 1498 h 2926"/>
                <a:gd name="T72" fmla="*/ 253 w 1120"/>
                <a:gd name="T73" fmla="*/ 1502 h 2926"/>
                <a:gd name="T74" fmla="*/ 258 w 1120"/>
                <a:gd name="T75" fmla="*/ 1499 h 2926"/>
                <a:gd name="T76" fmla="*/ 271 w 1120"/>
                <a:gd name="T77" fmla="*/ 1480 h 2926"/>
                <a:gd name="T78" fmla="*/ 263 w 1120"/>
                <a:gd name="T79" fmla="*/ 1105 h 2926"/>
                <a:gd name="T80" fmla="*/ 315 w 1120"/>
                <a:gd name="T81" fmla="*/ 1105 h 2926"/>
                <a:gd name="T82" fmla="*/ 308 w 1120"/>
                <a:gd name="T83" fmla="*/ 1480 h 2926"/>
                <a:gd name="T84" fmla="*/ 321 w 1120"/>
                <a:gd name="T85" fmla="*/ 1499 h 2926"/>
                <a:gd name="T86" fmla="*/ 327 w 1120"/>
                <a:gd name="T87" fmla="*/ 1502 h 2926"/>
                <a:gd name="T88" fmla="*/ 335 w 1120"/>
                <a:gd name="T89" fmla="*/ 1503 h 2926"/>
                <a:gd name="T90" fmla="*/ 364 w 1120"/>
                <a:gd name="T91" fmla="*/ 1500 h 2926"/>
                <a:gd name="T92" fmla="*/ 390 w 1120"/>
                <a:gd name="T93" fmla="*/ 1492 h 2926"/>
                <a:gd name="T94" fmla="*/ 391 w 1120"/>
                <a:gd name="T95" fmla="*/ 1460 h 2926"/>
                <a:gd name="T96" fmla="*/ 401 w 1120"/>
                <a:gd name="T97" fmla="*/ 1083 h 2926"/>
                <a:gd name="T98" fmla="*/ 426 w 1120"/>
                <a:gd name="T99" fmla="*/ 731 h 2926"/>
                <a:gd name="T100" fmla="*/ 425 w 1120"/>
                <a:gd name="T101" fmla="*/ 723 h 2926"/>
                <a:gd name="T102" fmla="*/ 423 w 1120"/>
                <a:gd name="T103" fmla="*/ 711 h 2926"/>
                <a:gd name="T104" fmla="*/ 421 w 1120"/>
                <a:gd name="T105" fmla="*/ 700 h 2926"/>
                <a:gd name="T106" fmla="*/ 419 w 1120"/>
                <a:gd name="T107" fmla="*/ 688 h 2926"/>
                <a:gd name="T108" fmla="*/ 417 w 1120"/>
                <a:gd name="T109" fmla="*/ 676 h 2926"/>
                <a:gd name="T110" fmla="*/ 414 w 1120"/>
                <a:gd name="T111" fmla="*/ 667 h 2926"/>
                <a:gd name="T112" fmla="*/ 416 w 1120"/>
                <a:gd name="T113" fmla="*/ 565 h 2926"/>
                <a:gd name="T114" fmla="*/ 440 w 1120"/>
                <a:gd name="T115" fmla="*/ 627 h 2926"/>
                <a:gd name="T116" fmla="*/ 486 w 1120"/>
                <a:gd name="T117" fmla="*/ 884 h 2926"/>
                <a:gd name="T118" fmla="*/ 489 w 1120"/>
                <a:gd name="T119" fmla="*/ 884 h 2926"/>
                <a:gd name="T120" fmla="*/ 490 w 1120"/>
                <a:gd name="T121" fmla="*/ 883 h 2926"/>
                <a:gd name="T122" fmla="*/ 534 w 1120"/>
                <a:gd name="T123" fmla="*/ 861 h 2926"/>
                <a:gd name="T124" fmla="*/ 348 w 1120"/>
                <a:gd name="T125" fmla="*/ 159 h 292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1120" h="2926">
                  <a:moveTo>
                    <a:pt x="1111" y="1628"/>
                  </a:moveTo>
                  <a:cubicBezTo>
                    <a:pt x="1106" y="1614"/>
                    <a:pt x="1105" y="1598"/>
                    <a:pt x="1100" y="1592"/>
                  </a:cubicBezTo>
                  <a:cubicBezTo>
                    <a:pt x="1095" y="1586"/>
                    <a:pt x="1087" y="1551"/>
                    <a:pt x="1078" y="1540"/>
                  </a:cubicBezTo>
                  <a:cubicBezTo>
                    <a:pt x="1069" y="1528"/>
                    <a:pt x="1035" y="1477"/>
                    <a:pt x="1026" y="1469"/>
                  </a:cubicBezTo>
                  <a:cubicBezTo>
                    <a:pt x="1023" y="1464"/>
                    <a:pt x="1025" y="1444"/>
                    <a:pt x="1021" y="1430"/>
                  </a:cubicBezTo>
                  <a:cubicBezTo>
                    <a:pt x="1017" y="1416"/>
                    <a:pt x="1018" y="1402"/>
                    <a:pt x="1014" y="1386"/>
                  </a:cubicBezTo>
                  <a:cubicBezTo>
                    <a:pt x="1010" y="1369"/>
                    <a:pt x="1010" y="1337"/>
                    <a:pt x="1009" y="1315"/>
                  </a:cubicBezTo>
                  <a:cubicBezTo>
                    <a:pt x="1007" y="1277"/>
                    <a:pt x="1007" y="1129"/>
                    <a:pt x="985" y="1075"/>
                  </a:cubicBezTo>
                  <a:cubicBezTo>
                    <a:pt x="981" y="1058"/>
                    <a:pt x="976" y="1031"/>
                    <a:pt x="977" y="992"/>
                  </a:cubicBezTo>
                  <a:cubicBezTo>
                    <a:pt x="975" y="886"/>
                    <a:pt x="951" y="825"/>
                    <a:pt x="953" y="792"/>
                  </a:cubicBezTo>
                  <a:cubicBezTo>
                    <a:pt x="960" y="744"/>
                    <a:pt x="949" y="693"/>
                    <a:pt x="940" y="653"/>
                  </a:cubicBezTo>
                  <a:cubicBezTo>
                    <a:pt x="921" y="567"/>
                    <a:pt x="879" y="544"/>
                    <a:pt x="860" y="540"/>
                  </a:cubicBezTo>
                  <a:cubicBezTo>
                    <a:pt x="840" y="536"/>
                    <a:pt x="810" y="533"/>
                    <a:pt x="797" y="520"/>
                  </a:cubicBezTo>
                  <a:cubicBezTo>
                    <a:pt x="787" y="512"/>
                    <a:pt x="720" y="481"/>
                    <a:pt x="701" y="479"/>
                  </a:cubicBezTo>
                  <a:cubicBezTo>
                    <a:pt x="651" y="470"/>
                    <a:pt x="660" y="380"/>
                    <a:pt x="660" y="362"/>
                  </a:cubicBezTo>
                  <a:cubicBezTo>
                    <a:pt x="660" y="362"/>
                    <a:pt x="660" y="362"/>
                    <a:pt x="660" y="362"/>
                  </a:cubicBezTo>
                  <a:cubicBezTo>
                    <a:pt x="660" y="362"/>
                    <a:pt x="660" y="362"/>
                    <a:pt x="660" y="362"/>
                  </a:cubicBezTo>
                  <a:cubicBezTo>
                    <a:pt x="661" y="360"/>
                    <a:pt x="661" y="358"/>
                    <a:pt x="662" y="357"/>
                  </a:cubicBezTo>
                  <a:cubicBezTo>
                    <a:pt x="662" y="357"/>
                    <a:pt x="662" y="356"/>
                    <a:pt x="662" y="356"/>
                  </a:cubicBezTo>
                  <a:cubicBezTo>
                    <a:pt x="663" y="355"/>
                    <a:pt x="663" y="353"/>
                    <a:pt x="664" y="351"/>
                  </a:cubicBezTo>
                  <a:cubicBezTo>
                    <a:pt x="664" y="350"/>
                    <a:pt x="664" y="350"/>
                    <a:pt x="664" y="350"/>
                  </a:cubicBezTo>
                  <a:cubicBezTo>
                    <a:pt x="665" y="348"/>
                    <a:pt x="665" y="346"/>
                    <a:pt x="666" y="344"/>
                  </a:cubicBezTo>
                  <a:cubicBezTo>
                    <a:pt x="666" y="344"/>
                    <a:pt x="666" y="344"/>
                    <a:pt x="666" y="343"/>
                  </a:cubicBezTo>
                  <a:cubicBezTo>
                    <a:pt x="666" y="341"/>
                    <a:pt x="667" y="339"/>
                    <a:pt x="667" y="337"/>
                  </a:cubicBezTo>
                  <a:cubicBezTo>
                    <a:pt x="667" y="337"/>
                    <a:pt x="667" y="337"/>
                    <a:pt x="668" y="337"/>
                  </a:cubicBezTo>
                  <a:cubicBezTo>
                    <a:pt x="668" y="334"/>
                    <a:pt x="669" y="332"/>
                    <a:pt x="669" y="330"/>
                  </a:cubicBezTo>
                  <a:cubicBezTo>
                    <a:pt x="669" y="330"/>
                    <a:pt x="669" y="330"/>
                    <a:pt x="669" y="330"/>
                  </a:cubicBezTo>
                  <a:cubicBezTo>
                    <a:pt x="669" y="328"/>
                    <a:pt x="670" y="325"/>
                    <a:pt x="670" y="323"/>
                  </a:cubicBezTo>
                  <a:cubicBezTo>
                    <a:pt x="670" y="323"/>
                    <a:pt x="670" y="323"/>
                    <a:pt x="670" y="323"/>
                  </a:cubicBezTo>
                  <a:cubicBezTo>
                    <a:pt x="671" y="321"/>
                    <a:pt x="671" y="319"/>
                    <a:pt x="671" y="317"/>
                  </a:cubicBezTo>
                  <a:cubicBezTo>
                    <a:pt x="671" y="317"/>
                    <a:pt x="671" y="317"/>
                    <a:pt x="671" y="317"/>
                  </a:cubicBezTo>
                  <a:cubicBezTo>
                    <a:pt x="672" y="315"/>
                    <a:pt x="672" y="313"/>
                    <a:pt x="672" y="312"/>
                  </a:cubicBezTo>
                  <a:cubicBezTo>
                    <a:pt x="672" y="312"/>
                    <a:pt x="672" y="312"/>
                    <a:pt x="672" y="312"/>
                  </a:cubicBezTo>
                  <a:cubicBezTo>
                    <a:pt x="672" y="311"/>
                    <a:pt x="672" y="310"/>
                    <a:pt x="672" y="310"/>
                  </a:cubicBezTo>
                  <a:cubicBezTo>
                    <a:pt x="672" y="310"/>
                    <a:pt x="672" y="310"/>
                    <a:pt x="672" y="310"/>
                  </a:cubicBezTo>
                  <a:cubicBezTo>
                    <a:pt x="674" y="309"/>
                    <a:pt x="676" y="308"/>
                    <a:pt x="679" y="306"/>
                  </a:cubicBezTo>
                  <a:cubicBezTo>
                    <a:pt x="679" y="306"/>
                    <a:pt x="679" y="306"/>
                    <a:pt x="679" y="306"/>
                  </a:cubicBezTo>
                  <a:cubicBezTo>
                    <a:pt x="680" y="305"/>
                    <a:pt x="680" y="305"/>
                    <a:pt x="681" y="305"/>
                  </a:cubicBezTo>
                  <a:cubicBezTo>
                    <a:pt x="681" y="304"/>
                    <a:pt x="681" y="304"/>
                    <a:pt x="681" y="304"/>
                  </a:cubicBezTo>
                  <a:cubicBezTo>
                    <a:pt x="682" y="304"/>
                    <a:pt x="682" y="303"/>
                    <a:pt x="682" y="303"/>
                  </a:cubicBezTo>
                  <a:cubicBezTo>
                    <a:pt x="683" y="303"/>
                    <a:pt x="683" y="302"/>
                    <a:pt x="683" y="302"/>
                  </a:cubicBezTo>
                  <a:cubicBezTo>
                    <a:pt x="683" y="302"/>
                    <a:pt x="684" y="302"/>
                    <a:pt x="684" y="301"/>
                  </a:cubicBezTo>
                  <a:cubicBezTo>
                    <a:pt x="684" y="301"/>
                    <a:pt x="685" y="300"/>
                    <a:pt x="685" y="300"/>
                  </a:cubicBezTo>
                  <a:cubicBezTo>
                    <a:pt x="688" y="296"/>
                    <a:pt x="689" y="291"/>
                    <a:pt x="693" y="286"/>
                  </a:cubicBezTo>
                  <a:cubicBezTo>
                    <a:pt x="696" y="280"/>
                    <a:pt x="695" y="276"/>
                    <a:pt x="698" y="267"/>
                  </a:cubicBezTo>
                  <a:cubicBezTo>
                    <a:pt x="701" y="258"/>
                    <a:pt x="703" y="244"/>
                    <a:pt x="703" y="239"/>
                  </a:cubicBezTo>
                  <a:cubicBezTo>
                    <a:pt x="703" y="233"/>
                    <a:pt x="709" y="218"/>
                    <a:pt x="709" y="211"/>
                  </a:cubicBezTo>
                  <a:cubicBezTo>
                    <a:pt x="709" y="206"/>
                    <a:pt x="707" y="202"/>
                    <a:pt x="705" y="201"/>
                  </a:cubicBezTo>
                  <a:cubicBezTo>
                    <a:pt x="705" y="201"/>
                    <a:pt x="705" y="201"/>
                    <a:pt x="705" y="201"/>
                  </a:cubicBezTo>
                  <a:cubicBezTo>
                    <a:pt x="705" y="201"/>
                    <a:pt x="706" y="201"/>
                    <a:pt x="706" y="200"/>
                  </a:cubicBezTo>
                  <a:cubicBezTo>
                    <a:pt x="706" y="200"/>
                    <a:pt x="706" y="200"/>
                    <a:pt x="706" y="200"/>
                  </a:cubicBezTo>
                  <a:cubicBezTo>
                    <a:pt x="706" y="200"/>
                    <a:pt x="706" y="200"/>
                    <a:pt x="706" y="200"/>
                  </a:cubicBezTo>
                  <a:cubicBezTo>
                    <a:pt x="707" y="200"/>
                    <a:pt x="707" y="199"/>
                    <a:pt x="707" y="199"/>
                  </a:cubicBezTo>
                  <a:cubicBezTo>
                    <a:pt x="707" y="192"/>
                    <a:pt x="704" y="175"/>
                    <a:pt x="705" y="168"/>
                  </a:cubicBezTo>
                  <a:cubicBezTo>
                    <a:pt x="705" y="163"/>
                    <a:pt x="706" y="148"/>
                    <a:pt x="706" y="142"/>
                  </a:cubicBezTo>
                  <a:cubicBezTo>
                    <a:pt x="706" y="131"/>
                    <a:pt x="700" y="120"/>
                    <a:pt x="697" y="110"/>
                  </a:cubicBezTo>
                  <a:cubicBezTo>
                    <a:pt x="694" y="99"/>
                    <a:pt x="694" y="87"/>
                    <a:pt x="691" y="77"/>
                  </a:cubicBezTo>
                  <a:cubicBezTo>
                    <a:pt x="687" y="64"/>
                    <a:pt x="678" y="56"/>
                    <a:pt x="666" y="49"/>
                  </a:cubicBezTo>
                  <a:cubicBezTo>
                    <a:pt x="657" y="44"/>
                    <a:pt x="646" y="43"/>
                    <a:pt x="641" y="35"/>
                  </a:cubicBezTo>
                  <a:cubicBezTo>
                    <a:pt x="638" y="31"/>
                    <a:pt x="641" y="30"/>
                    <a:pt x="635" y="27"/>
                  </a:cubicBezTo>
                  <a:cubicBezTo>
                    <a:pt x="632" y="25"/>
                    <a:pt x="626" y="24"/>
                    <a:pt x="623" y="23"/>
                  </a:cubicBezTo>
                  <a:cubicBezTo>
                    <a:pt x="614" y="21"/>
                    <a:pt x="602" y="16"/>
                    <a:pt x="604" y="5"/>
                  </a:cubicBezTo>
                  <a:cubicBezTo>
                    <a:pt x="591" y="2"/>
                    <a:pt x="570" y="13"/>
                    <a:pt x="559" y="2"/>
                  </a:cubicBezTo>
                  <a:cubicBezTo>
                    <a:pt x="551" y="2"/>
                    <a:pt x="551" y="2"/>
                    <a:pt x="551" y="2"/>
                  </a:cubicBezTo>
                  <a:cubicBezTo>
                    <a:pt x="544" y="4"/>
                    <a:pt x="535" y="3"/>
                    <a:pt x="528" y="0"/>
                  </a:cubicBezTo>
                  <a:cubicBezTo>
                    <a:pt x="525" y="6"/>
                    <a:pt x="511" y="12"/>
                    <a:pt x="503" y="12"/>
                  </a:cubicBezTo>
                  <a:cubicBezTo>
                    <a:pt x="493" y="12"/>
                    <a:pt x="482" y="14"/>
                    <a:pt x="476" y="23"/>
                  </a:cubicBezTo>
                  <a:cubicBezTo>
                    <a:pt x="480" y="22"/>
                    <a:pt x="485" y="20"/>
                    <a:pt x="487" y="23"/>
                  </a:cubicBezTo>
                  <a:cubicBezTo>
                    <a:pt x="461" y="37"/>
                    <a:pt x="429" y="57"/>
                    <a:pt x="426" y="89"/>
                  </a:cubicBezTo>
                  <a:cubicBezTo>
                    <a:pt x="425" y="103"/>
                    <a:pt x="418" y="114"/>
                    <a:pt x="417" y="128"/>
                  </a:cubicBezTo>
                  <a:cubicBezTo>
                    <a:pt x="416" y="142"/>
                    <a:pt x="405" y="149"/>
                    <a:pt x="410" y="163"/>
                  </a:cubicBezTo>
                  <a:cubicBezTo>
                    <a:pt x="409" y="172"/>
                    <a:pt x="412" y="172"/>
                    <a:pt x="412" y="180"/>
                  </a:cubicBezTo>
                  <a:cubicBezTo>
                    <a:pt x="409" y="189"/>
                    <a:pt x="417" y="200"/>
                    <a:pt x="417" y="200"/>
                  </a:cubicBezTo>
                  <a:cubicBezTo>
                    <a:pt x="417" y="200"/>
                    <a:pt x="417" y="200"/>
                    <a:pt x="417" y="200"/>
                  </a:cubicBezTo>
                  <a:cubicBezTo>
                    <a:pt x="416" y="200"/>
                    <a:pt x="415" y="202"/>
                    <a:pt x="414" y="204"/>
                  </a:cubicBezTo>
                  <a:cubicBezTo>
                    <a:pt x="414" y="204"/>
                    <a:pt x="414" y="204"/>
                    <a:pt x="414" y="204"/>
                  </a:cubicBezTo>
                  <a:cubicBezTo>
                    <a:pt x="413" y="205"/>
                    <a:pt x="413" y="205"/>
                    <a:pt x="413" y="206"/>
                  </a:cubicBezTo>
                  <a:cubicBezTo>
                    <a:pt x="413" y="207"/>
                    <a:pt x="413" y="207"/>
                    <a:pt x="413" y="207"/>
                  </a:cubicBezTo>
                  <a:cubicBezTo>
                    <a:pt x="412" y="208"/>
                    <a:pt x="412" y="209"/>
                    <a:pt x="412" y="211"/>
                  </a:cubicBezTo>
                  <a:cubicBezTo>
                    <a:pt x="412" y="218"/>
                    <a:pt x="419" y="233"/>
                    <a:pt x="419" y="239"/>
                  </a:cubicBezTo>
                  <a:cubicBezTo>
                    <a:pt x="419" y="244"/>
                    <a:pt x="420" y="258"/>
                    <a:pt x="424" y="267"/>
                  </a:cubicBezTo>
                  <a:cubicBezTo>
                    <a:pt x="427" y="276"/>
                    <a:pt x="425" y="280"/>
                    <a:pt x="429" y="286"/>
                  </a:cubicBezTo>
                  <a:cubicBezTo>
                    <a:pt x="432" y="291"/>
                    <a:pt x="433" y="296"/>
                    <a:pt x="436" y="300"/>
                  </a:cubicBezTo>
                  <a:cubicBezTo>
                    <a:pt x="437" y="300"/>
                    <a:pt x="437" y="301"/>
                    <a:pt x="437" y="301"/>
                  </a:cubicBezTo>
                  <a:cubicBezTo>
                    <a:pt x="438" y="302"/>
                    <a:pt x="438" y="302"/>
                    <a:pt x="438" y="302"/>
                  </a:cubicBezTo>
                  <a:cubicBezTo>
                    <a:pt x="438" y="302"/>
                    <a:pt x="439" y="303"/>
                    <a:pt x="439" y="303"/>
                  </a:cubicBezTo>
                  <a:cubicBezTo>
                    <a:pt x="439" y="303"/>
                    <a:pt x="440" y="304"/>
                    <a:pt x="440" y="304"/>
                  </a:cubicBezTo>
                  <a:cubicBezTo>
                    <a:pt x="440" y="304"/>
                    <a:pt x="441" y="305"/>
                    <a:pt x="441" y="305"/>
                  </a:cubicBezTo>
                  <a:cubicBezTo>
                    <a:pt x="441" y="305"/>
                    <a:pt x="442" y="306"/>
                    <a:pt x="442" y="306"/>
                  </a:cubicBezTo>
                  <a:cubicBezTo>
                    <a:pt x="442" y="306"/>
                    <a:pt x="443" y="306"/>
                    <a:pt x="443" y="306"/>
                  </a:cubicBezTo>
                  <a:cubicBezTo>
                    <a:pt x="445" y="308"/>
                    <a:pt x="448" y="310"/>
                    <a:pt x="449" y="310"/>
                  </a:cubicBezTo>
                  <a:cubicBezTo>
                    <a:pt x="449" y="310"/>
                    <a:pt x="449" y="310"/>
                    <a:pt x="449" y="310"/>
                  </a:cubicBezTo>
                  <a:cubicBezTo>
                    <a:pt x="449" y="312"/>
                    <a:pt x="450" y="314"/>
                    <a:pt x="450" y="316"/>
                  </a:cubicBezTo>
                  <a:cubicBezTo>
                    <a:pt x="450" y="316"/>
                    <a:pt x="450" y="316"/>
                    <a:pt x="450" y="316"/>
                  </a:cubicBezTo>
                  <a:cubicBezTo>
                    <a:pt x="450" y="317"/>
                    <a:pt x="450" y="318"/>
                    <a:pt x="450" y="319"/>
                  </a:cubicBezTo>
                  <a:cubicBezTo>
                    <a:pt x="450" y="319"/>
                    <a:pt x="450" y="319"/>
                    <a:pt x="450" y="319"/>
                  </a:cubicBezTo>
                  <a:cubicBezTo>
                    <a:pt x="450" y="320"/>
                    <a:pt x="450" y="321"/>
                    <a:pt x="450" y="322"/>
                  </a:cubicBezTo>
                  <a:cubicBezTo>
                    <a:pt x="450" y="322"/>
                    <a:pt x="450" y="322"/>
                    <a:pt x="450" y="322"/>
                  </a:cubicBezTo>
                  <a:cubicBezTo>
                    <a:pt x="450" y="323"/>
                    <a:pt x="451" y="324"/>
                    <a:pt x="451" y="326"/>
                  </a:cubicBezTo>
                  <a:cubicBezTo>
                    <a:pt x="451" y="326"/>
                    <a:pt x="451" y="326"/>
                    <a:pt x="451" y="326"/>
                  </a:cubicBezTo>
                  <a:cubicBezTo>
                    <a:pt x="451" y="327"/>
                    <a:pt x="451" y="328"/>
                    <a:pt x="451" y="329"/>
                  </a:cubicBezTo>
                  <a:cubicBezTo>
                    <a:pt x="451" y="329"/>
                    <a:pt x="451" y="330"/>
                    <a:pt x="451" y="330"/>
                  </a:cubicBezTo>
                  <a:cubicBezTo>
                    <a:pt x="451" y="331"/>
                    <a:pt x="452" y="332"/>
                    <a:pt x="452" y="333"/>
                  </a:cubicBezTo>
                  <a:cubicBezTo>
                    <a:pt x="452" y="333"/>
                    <a:pt x="452" y="333"/>
                    <a:pt x="452" y="334"/>
                  </a:cubicBezTo>
                  <a:cubicBezTo>
                    <a:pt x="452" y="335"/>
                    <a:pt x="452" y="336"/>
                    <a:pt x="452" y="336"/>
                  </a:cubicBezTo>
                  <a:cubicBezTo>
                    <a:pt x="452" y="337"/>
                    <a:pt x="452" y="337"/>
                    <a:pt x="453" y="338"/>
                  </a:cubicBezTo>
                  <a:cubicBezTo>
                    <a:pt x="453" y="339"/>
                    <a:pt x="453" y="339"/>
                    <a:pt x="453" y="340"/>
                  </a:cubicBezTo>
                  <a:cubicBezTo>
                    <a:pt x="453" y="341"/>
                    <a:pt x="453" y="341"/>
                    <a:pt x="453" y="342"/>
                  </a:cubicBezTo>
                  <a:cubicBezTo>
                    <a:pt x="453" y="342"/>
                    <a:pt x="454" y="343"/>
                    <a:pt x="454" y="344"/>
                  </a:cubicBezTo>
                  <a:cubicBezTo>
                    <a:pt x="454" y="344"/>
                    <a:pt x="454" y="345"/>
                    <a:pt x="454" y="345"/>
                  </a:cubicBezTo>
                  <a:cubicBezTo>
                    <a:pt x="454" y="346"/>
                    <a:pt x="454" y="347"/>
                    <a:pt x="454" y="347"/>
                  </a:cubicBezTo>
                  <a:cubicBezTo>
                    <a:pt x="455" y="348"/>
                    <a:pt x="455" y="348"/>
                    <a:pt x="455" y="349"/>
                  </a:cubicBezTo>
                  <a:cubicBezTo>
                    <a:pt x="455" y="349"/>
                    <a:pt x="455" y="350"/>
                    <a:pt x="455" y="351"/>
                  </a:cubicBezTo>
                  <a:cubicBezTo>
                    <a:pt x="455" y="351"/>
                    <a:pt x="456" y="352"/>
                    <a:pt x="456" y="352"/>
                  </a:cubicBezTo>
                  <a:cubicBezTo>
                    <a:pt x="456" y="353"/>
                    <a:pt x="456" y="353"/>
                    <a:pt x="456" y="354"/>
                  </a:cubicBezTo>
                  <a:cubicBezTo>
                    <a:pt x="456" y="354"/>
                    <a:pt x="457" y="355"/>
                    <a:pt x="457" y="355"/>
                  </a:cubicBezTo>
                  <a:cubicBezTo>
                    <a:pt x="457" y="356"/>
                    <a:pt x="457" y="356"/>
                    <a:pt x="457" y="357"/>
                  </a:cubicBezTo>
                  <a:cubicBezTo>
                    <a:pt x="457" y="357"/>
                    <a:pt x="458" y="358"/>
                    <a:pt x="458" y="358"/>
                  </a:cubicBezTo>
                  <a:cubicBezTo>
                    <a:pt x="458" y="359"/>
                    <a:pt x="458" y="359"/>
                    <a:pt x="458" y="359"/>
                  </a:cubicBezTo>
                  <a:cubicBezTo>
                    <a:pt x="459" y="360"/>
                    <a:pt x="459" y="361"/>
                    <a:pt x="459" y="362"/>
                  </a:cubicBezTo>
                  <a:cubicBezTo>
                    <a:pt x="460" y="362"/>
                    <a:pt x="460" y="363"/>
                    <a:pt x="461" y="364"/>
                  </a:cubicBezTo>
                  <a:cubicBezTo>
                    <a:pt x="461" y="365"/>
                    <a:pt x="461" y="365"/>
                    <a:pt x="461" y="366"/>
                  </a:cubicBezTo>
                  <a:cubicBezTo>
                    <a:pt x="461" y="377"/>
                    <a:pt x="463" y="401"/>
                    <a:pt x="459" y="425"/>
                  </a:cubicBezTo>
                  <a:cubicBezTo>
                    <a:pt x="459" y="425"/>
                    <a:pt x="459" y="426"/>
                    <a:pt x="459" y="426"/>
                  </a:cubicBezTo>
                  <a:cubicBezTo>
                    <a:pt x="458" y="427"/>
                    <a:pt x="458" y="427"/>
                    <a:pt x="458" y="427"/>
                  </a:cubicBezTo>
                  <a:cubicBezTo>
                    <a:pt x="454" y="452"/>
                    <a:pt x="443" y="475"/>
                    <a:pt x="420" y="479"/>
                  </a:cubicBezTo>
                  <a:cubicBezTo>
                    <a:pt x="400" y="481"/>
                    <a:pt x="333" y="512"/>
                    <a:pt x="324" y="520"/>
                  </a:cubicBezTo>
                  <a:cubicBezTo>
                    <a:pt x="311" y="533"/>
                    <a:pt x="280" y="536"/>
                    <a:pt x="261" y="540"/>
                  </a:cubicBezTo>
                  <a:cubicBezTo>
                    <a:pt x="241" y="544"/>
                    <a:pt x="200" y="567"/>
                    <a:pt x="180" y="653"/>
                  </a:cubicBezTo>
                  <a:cubicBezTo>
                    <a:pt x="171" y="693"/>
                    <a:pt x="161" y="744"/>
                    <a:pt x="167" y="792"/>
                  </a:cubicBezTo>
                  <a:cubicBezTo>
                    <a:pt x="170" y="825"/>
                    <a:pt x="146" y="886"/>
                    <a:pt x="143" y="992"/>
                  </a:cubicBezTo>
                  <a:cubicBezTo>
                    <a:pt x="144" y="1031"/>
                    <a:pt x="140" y="1058"/>
                    <a:pt x="135" y="1075"/>
                  </a:cubicBezTo>
                  <a:cubicBezTo>
                    <a:pt x="113" y="1129"/>
                    <a:pt x="113" y="1277"/>
                    <a:pt x="112" y="1315"/>
                  </a:cubicBezTo>
                  <a:cubicBezTo>
                    <a:pt x="111" y="1337"/>
                    <a:pt x="111" y="1369"/>
                    <a:pt x="107" y="1386"/>
                  </a:cubicBezTo>
                  <a:cubicBezTo>
                    <a:pt x="103" y="1402"/>
                    <a:pt x="106" y="1416"/>
                    <a:pt x="101" y="1430"/>
                  </a:cubicBezTo>
                  <a:cubicBezTo>
                    <a:pt x="97" y="1444"/>
                    <a:pt x="99" y="1464"/>
                    <a:pt x="96" y="1469"/>
                  </a:cubicBezTo>
                  <a:cubicBezTo>
                    <a:pt x="88" y="1477"/>
                    <a:pt x="53" y="1528"/>
                    <a:pt x="44" y="1540"/>
                  </a:cubicBezTo>
                  <a:cubicBezTo>
                    <a:pt x="36" y="1551"/>
                    <a:pt x="26" y="1586"/>
                    <a:pt x="21" y="1592"/>
                  </a:cubicBezTo>
                  <a:cubicBezTo>
                    <a:pt x="16" y="1598"/>
                    <a:pt x="15" y="1614"/>
                    <a:pt x="9" y="1628"/>
                  </a:cubicBezTo>
                  <a:cubicBezTo>
                    <a:pt x="4" y="1641"/>
                    <a:pt x="0" y="1653"/>
                    <a:pt x="17" y="1652"/>
                  </a:cubicBezTo>
                  <a:cubicBezTo>
                    <a:pt x="31" y="1651"/>
                    <a:pt x="46" y="1627"/>
                    <a:pt x="48" y="1611"/>
                  </a:cubicBezTo>
                  <a:cubicBezTo>
                    <a:pt x="53" y="1609"/>
                    <a:pt x="61" y="1599"/>
                    <a:pt x="70" y="1589"/>
                  </a:cubicBezTo>
                  <a:cubicBezTo>
                    <a:pt x="68" y="1597"/>
                    <a:pt x="74" y="1606"/>
                    <a:pt x="81" y="1633"/>
                  </a:cubicBezTo>
                  <a:cubicBezTo>
                    <a:pt x="81" y="1642"/>
                    <a:pt x="89" y="1665"/>
                    <a:pt x="88" y="1675"/>
                  </a:cubicBezTo>
                  <a:cubicBezTo>
                    <a:pt x="87" y="1686"/>
                    <a:pt x="94" y="1714"/>
                    <a:pt x="97" y="1728"/>
                  </a:cubicBezTo>
                  <a:cubicBezTo>
                    <a:pt x="100" y="1742"/>
                    <a:pt x="113" y="1743"/>
                    <a:pt x="122" y="1739"/>
                  </a:cubicBezTo>
                  <a:cubicBezTo>
                    <a:pt x="122" y="1739"/>
                    <a:pt x="121" y="1751"/>
                    <a:pt x="134" y="1753"/>
                  </a:cubicBezTo>
                  <a:cubicBezTo>
                    <a:pt x="146" y="1755"/>
                    <a:pt x="148" y="1733"/>
                    <a:pt x="148" y="1733"/>
                  </a:cubicBezTo>
                  <a:cubicBezTo>
                    <a:pt x="148" y="1733"/>
                    <a:pt x="148" y="1741"/>
                    <a:pt x="157" y="1742"/>
                  </a:cubicBezTo>
                  <a:cubicBezTo>
                    <a:pt x="171" y="1742"/>
                    <a:pt x="173" y="1715"/>
                    <a:pt x="173" y="1715"/>
                  </a:cubicBezTo>
                  <a:cubicBezTo>
                    <a:pt x="173" y="1715"/>
                    <a:pt x="174" y="1716"/>
                    <a:pt x="174" y="1716"/>
                  </a:cubicBezTo>
                  <a:cubicBezTo>
                    <a:pt x="174" y="1716"/>
                    <a:pt x="174" y="1716"/>
                    <a:pt x="174" y="1716"/>
                  </a:cubicBezTo>
                  <a:cubicBezTo>
                    <a:pt x="174" y="1716"/>
                    <a:pt x="174" y="1717"/>
                    <a:pt x="174" y="1717"/>
                  </a:cubicBezTo>
                  <a:cubicBezTo>
                    <a:pt x="174" y="1716"/>
                    <a:pt x="174" y="1716"/>
                    <a:pt x="174" y="1716"/>
                  </a:cubicBezTo>
                  <a:cubicBezTo>
                    <a:pt x="174" y="1717"/>
                    <a:pt x="174" y="1717"/>
                    <a:pt x="174" y="1717"/>
                  </a:cubicBezTo>
                  <a:cubicBezTo>
                    <a:pt x="174" y="1717"/>
                    <a:pt x="174" y="1717"/>
                    <a:pt x="174" y="1717"/>
                  </a:cubicBezTo>
                  <a:cubicBezTo>
                    <a:pt x="174" y="1718"/>
                    <a:pt x="175" y="1718"/>
                    <a:pt x="175" y="1719"/>
                  </a:cubicBezTo>
                  <a:cubicBezTo>
                    <a:pt x="175" y="1719"/>
                    <a:pt x="176" y="1719"/>
                    <a:pt x="176" y="1719"/>
                  </a:cubicBezTo>
                  <a:cubicBezTo>
                    <a:pt x="176" y="1719"/>
                    <a:pt x="176" y="1719"/>
                    <a:pt x="176" y="1719"/>
                  </a:cubicBezTo>
                  <a:cubicBezTo>
                    <a:pt x="176" y="1720"/>
                    <a:pt x="177" y="1720"/>
                    <a:pt x="177" y="1720"/>
                  </a:cubicBezTo>
                  <a:cubicBezTo>
                    <a:pt x="177" y="1720"/>
                    <a:pt x="177" y="1720"/>
                    <a:pt x="177" y="1720"/>
                  </a:cubicBezTo>
                  <a:cubicBezTo>
                    <a:pt x="178" y="1720"/>
                    <a:pt x="178" y="1720"/>
                    <a:pt x="179" y="1720"/>
                  </a:cubicBezTo>
                  <a:cubicBezTo>
                    <a:pt x="179" y="1720"/>
                    <a:pt x="179" y="1720"/>
                    <a:pt x="179" y="1720"/>
                  </a:cubicBezTo>
                  <a:cubicBezTo>
                    <a:pt x="180" y="1720"/>
                    <a:pt x="180" y="1720"/>
                    <a:pt x="181" y="1720"/>
                  </a:cubicBezTo>
                  <a:cubicBezTo>
                    <a:pt x="188" y="1720"/>
                    <a:pt x="194" y="1691"/>
                    <a:pt x="197" y="1679"/>
                  </a:cubicBezTo>
                  <a:cubicBezTo>
                    <a:pt x="200" y="1667"/>
                    <a:pt x="205" y="1657"/>
                    <a:pt x="206" y="1647"/>
                  </a:cubicBezTo>
                  <a:cubicBezTo>
                    <a:pt x="207" y="1638"/>
                    <a:pt x="208" y="1632"/>
                    <a:pt x="216" y="1589"/>
                  </a:cubicBezTo>
                  <a:cubicBezTo>
                    <a:pt x="224" y="1546"/>
                    <a:pt x="199" y="1500"/>
                    <a:pt x="202" y="1486"/>
                  </a:cubicBezTo>
                  <a:cubicBezTo>
                    <a:pt x="206" y="1471"/>
                    <a:pt x="193" y="1449"/>
                    <a:pt x="195" y="1445"/>
                  </a:cubicBezTo>
                  <a:cubicBezTo>
                    <a:pt x="197" y="1441"/>
                    <a:pt x="201" y="1425"/>
                    <a:pt x="204" y="1409"/>
                  </a:cubicBezTo>
                  <a:cubicBezTo>
                    <a:pt x="206" y="1393"/>
                    <a:pt x="264" y="1251"/>
                    <a:pt x="270" y="1219"/>
                  </a:cubicBezTo>
                  <a:cubicBezTo>
                    <a:pt x="281" y="1159"/>
                    <a:pt x="281" y="1132"/>
                    <a:pt x="274" y="1090"/>
                  </a:cubicBezTo>
                  <a:cubicBezTo>
                    <a:pt x="275" y="1059"/>
                    <a:pt x="288" y="975"/>
                    <a:pt x="290" y="960"/>
                  </a:cubicBezTo>
                  <a:cubicBezTo>
                    <a:pt x="291" y="957"/>
                    <a:pt x="291" y="942"/>
                    <a:pt x="293" y="932"/>
                  </a:cubicBezTo>
                  <a:cubicBezTo>
                    <a:pt x="294" y="926"/>
                    <a:pt x="295" y="915"/>
                    <a:pt x="295" y="902"/>
                  </a:cubicBezTo>
                  <a:cubicBezTo>
                    <a:pt x="296" y="904"/>
                    <a:pt x="296" y="904"/>
                    <a:pt x="296" y="904"/>
                  </a:cubicBezTo>
                  <a:cubicBezTo>
                    <a:pt x="296" y="918"/>
                    <a:pt x="300" y="942"/>
                    <a:pt x="302" y="980"/>
                  </a:cubicBezTo>
                  <a:cubicBezTo>
                    <a:pt x="301" y="1011"/>
                    <a:pt x="316" y="1068"/>
                    <a:pt x="318" y="1098"/>
                  </a:cubicBezTo>
                  <a:cubicBezTo>
                    <a:pt x="314" y="1107"/>
                    <a:pt x="329" y="1264"/>
                    <a:pt x="329" y="1264"/>
                  </a:cubicBezTo>
                  <a:cubicBezTo>
                    <a:pt x="328" y="1265"/>
                    <a:pt x="328" y="1265"/>
                    <a:pt x="328" y="1265"/>
                  </a:cubicBezTo>
                  <a:cubicBezTo>
                    <a:pt x="328" y="1265"/>
                    <a:pt x="328" y="1265"/>
                    <a:pt x="328" y="1266"/>
                  </a:cubicBezTo>
                  <a:cubicBezTo>
                    <a:pt x="328" y="1266"/>
                    <a:pt x="328" y="1266"/>
                    <a:pt x="328" y="1266"/>
                  </a:cubicBezTo>
                  <a:cubicBezTo>
                    <a:pt x="326" y="1272"/>
                    <a:pt x="321" y="1288"/>
                    <a:pt x="317" y="1309"/>
                  </a:cubicBezTo>
                  <a:cubicBezTo>
                    <a:pt x="317" y="1309"/>
                    <a:pt x="317" y="1309"/>
                    <a:pt x="316" y="1310"/>
                  </a:cubicBezTo>
                  <a:cubicBezTo>
                    <a:pt x="316" y="1311"/>
                    <a:pt x="316" y="1313"/>
                    <a:pt x="315" y="1314"/>
                  </a:cubicBezTo>
                  <a:cubicBezTo>
                    <a:pt x="315" y="1315"/>
                    <a:pt x="315" y="1315"/>
                    <a:pt x="315" y="1316"/>
                  </a:cubicBezTo>
                  <a:cubicBezTo>
                    <a:pt x="315" y="1317"/>
                    <a:pt x="314" y="1319"/>
                    <a:pt x="314" y="1320"/>
                  </a:cubicBezTo>
                  <a:cubicBezTo>
                    <a:pt x="314" y="1321"/>
                    <a:pt x="314" y="1321"/>
                    <a:pt x="314" y="1322"/>
                  </a:cubicBezTo>
                  <a:cubicBezTo>
                    <a:pt x="313" y="1323"/>
                    <a:pt x="313" y="1325"/>
                    <a:pt x="313" y="1326"/>
                  </a:cubicBezTo>
                  <a:cubicBezTo>
                    <a:pt x="313" y="1327"/>
                    <a:pt x="312" y="1328"/>
                    <a:pt x="312" y="1328"/>
                  </a:cubicBezTo>
                  <a:cubicBezTo>
                    <a:pt x="312" y="1330"/>
                    <a:pt x="312" y="1331"/>
                    <a:pt x="311" y="1332"/>
                  </a:cubicBezTo>
                  <a:cubicBezTo>
                    <a:pt x="311" y="1333"/>
                    <a:pt x="311" y="1334"/>
                    <a:pt x="311" y="1335"/>
                  </a:cubicBezTo>
                  <a:cubicBezTo>
                    <a:pt x="311" y="1336"/>
                    <a:pt x="310" y="1337"/>
                    <a:pt x="310" y="1339"/>
                  </a:cubicBezTo>
                  <a:cubicBezTo>
                    <a:pt x="310" y="1340"/>
                    <a:pt x="310" y="1341"/>
                    <a:pt x="310" y="1341"/>
                  </a:cubicBezTo>
                  <a:cubicBezTo>
                    <a:pt x="309" y="1343"/>
                    <a:pt x="309" y="1344"/>
                    <a:pt x="309" y="1345"/>
                  </a:cubicBezTo>
                  <a:cubicBezTo>
                    <a:pt x="309" y="1346"/>
                    <a:pt x="308" y="1347"/>
                    <a:pt x="308" y="1348"/>
                  </a:cubicBezTo>
                  <a:cubicBezTo>
                    <a:pt x="308" y="1349"/>
                    <a:pt x="308" y="1350"/>
                    <a:pt x="307" y="1352"/>
                  </a:cubicBezTo>
                  <a:cubicBezTo>
                    <a:pt x="307" y="1353"/>
                    <a:pt x="307" y="1354"/>
                    <a:pt x="307" y="1355"/>
                  </a:cubicBezTo>
                  <a:cubicBezTo>
                    <a:pt x="307" y="1356"/>
                    <a:pt x="306" y="1357"/>
                    <a:pt x="306" y="1358"/>
                  </a:cubicBezTo>
                  <a:cubicBezTo>
                    <a:pt x="306" y="1359"/>
                    <a:pt x="306" y="1360"/>
                    <a:pt x="306" y="1361"/>
                  </a:cubicBezTo>
                  <a:cubicBezTo>
                    <a:pt x="305" y="1363"/>
                    <a:pt x="305" y="1364"/>
                    <a:pt x="305" y="1365"/>
                  </a:cubicBezTo>
                  <a:cubicBezTo>
                    <a:pt x="305" y="1366"/>
                    <a:pt x="304" y="1367"/>
                    <a:pt x="304" y="1368"/>
                  </a:cubicBezTo>
                  <a:cubicBezTo>
                    <a:pt x="304" y="1369"/>
                    <a:pt x="304" y="1370"/>
                    <a:pt x="304" y="1371"/>
                  </a:cubicBezTo>
                  <a:cubicBezTo>
                    <a:pt x="303" y="1372"/>
                    <a:pt x="303" y="1373"/>
                    <a:pt x="303" y="1375"/>
                  </a:cubicBezTo>
                  <a:cubicBezTo>
                    <a:pt x="303" y="1376"/>
                    <a:pt x="303" y="1377"/>
                    <a:pt x="303" y="1378"/>
                  </a:cubicBezTo>
                  <a:cubicBezTo>
                    <a:pt x="302" y="1379"/>
                    <a:pt x="302" y="1380"/>
                    <a:pt x="302" y="1381"/>
                  </a:cubicBezTo>
                  <a:cubicBezTo>
                    <a:pt x="302" y="1382"/>
                    <a:pt x="302" y="1383"/>
                    <a:pt x="301" y="1384"/>
                  </a:cubicBezTo>
                  <a:cubicBezTo>
                    <a:pt x="301" y="1385"/>
                    <a:pt x="301" y="1386"/>
                    <a:pt x="301" y="1387"/>
                  </a:cubicBezTo>
                  <a:cubicBezTo>
                    <a:pt x="301" y="1388"/>
                    <a:pt x="301" y="1389"/>
                    <a:pt x="300" y="1390"/>
                  </a:cubicBezTo>
                  <a:cubicBezTo>
                    <a:pt x="300" y="1391"/>
                    <a:pt x="300" y="1392"/>
                    <a:pt x="300" y="1393"/>
                  </a:cubicBezTo>
                  <a:cubicBezTo>
                    <a:pt x="300" y="1394"/>
                    <a:pt x="300" y="1395"/>
                    <a:pt x="299" y="1396"/>
                  </a:cubicBezTo>
                  <a:cubicBezTo>
                    <a:pt x="299" y="1397"/>
                    <a:pt x="299" y="1398"/>
                    <a:pt x="299" y="1399"/>
                  </a:cubicBezTo>
                  <a:cubicBezTo>
                    <a:pt x="299" y="1400"/>
                    <a:pt x="299" y="1401"/>
                    <a:pt x="299" y="1401"/>
                  </a:cubicBezTo>
                  <a:cubicBezTo>
                    <a:pt x="298" y="1403"/>
                    <a:pt x="298" y="1404"/>
                    <a:pt x="298" y="1405"/>
                  </a:cubicBezTo>
                  <a:cubicBezTo>
                    <a:pt x="298" y="1405"/>
                    <a:pt x="298" y="1406"/>
                    <a:pt x="298" y="1407"/>
                  </a:cubicBezTo>
                  <a:cubicBezTo>
                    <a:pt x="298" y="1408"/>
                    <a:pt x="298" y="1409"/>
                    <a:pt x="297" y="1410"/>
                  </a:cubicBezTo>
                  <a:cubicBezTo>
                    <a:pt x="297" y="1411"/>
                    <a:pt x="297" y="1411"/>
                    <a:pt x="297" y="1412"/>
                  </a:cubicBezTo>
                  <a:cubicBezTo>
                    <a:pt x="297" y="1413"/>
                    <a:pt x="297" y="1414"/>
                    <a:pt x="297" y="1415"/>
                  </a:cubicBezTo>
                  <a:cubicBezTo>
                    <a:pt x="297" y="1415"/>
                    <a:pt x="297" y="1416"/>
                    <a:pt x="297" y="1417"/>
                  </a:cubicBezTo>
                  <a:cubicBezTo>
                    <a:pt x="296" y="1418"/>
                    <a:pt x="296" y="1419"/>
                    <a:pt x="296" y="1419"/>
                  </a:cubicBezTo>
                  <a:cubicBezTo>
                    <a:pt x="296" y="1420"/>
                    <a:pt x="296" y="1421"/>
                    <a:pt x="296" y="1421"/>
                  </a:cubicBezTo>
                  <a:cubicBezTo>
                    <a:pt x="296" y="1422"/>
                    <a:pt x="296" y="1423"/>
                    <a:pt x="296" y="1424"/>
                  </a:cubicBezTo>
                  <a:cubicBezTo>
                    <a:pt x="296" y="1424"/>
                    <a:pt x="296" y="1425"/>
                    <a:pt x="296" y="1425"/>
                  </a:cubicBezTo>
                  <a:cubicBezTo>
                    <a:pt x="296" y="1427"/>
                    <a:pt x="296" y="1428"/>
                    <a:pt x="296" y="1429"/>
                  </a:cubicBezTo>
                  <a:cubicBezTo>
                    <a:pt x="293" y="1447"/>
                    <a:pt x="300" y="1472"/>
                    <a:pt x="298" y="1512"/>
                  </a:cubicBezTo>
                  <a:cubicBezTo>
                    <a:pt x="295" y="1562"/>
                    <a:pt x="251" y="1762"/>
                    <a:pt x="333" y="2014"/>
                  </a:cubicBezTo>
                  <a:cubicBezTo>
                    <a:pt x="338" y="2029"/>
                    <a:pt x="338" y="2079"/>
                    <a:pt x="344" y="2107"/>
                  </a:cubicBezTo>
                  <a:cubicBezTo>
                    <a:pt x="345" y="2114"/>
                    <a:pt x="359" y="2145"/>
                    <a:pt x="360" y="2189"/>
                  </a:cubicBezTo>
                  <a:cubicBezTo>
                    <a:pt x="361" y="2259"/>
                    <a:pt x="354" y="2349"/>
                    <a:pt x="356" y="2399"/>
                  </a:cubicBezTo>
                  <a:cubicBezTo>
                    <a:pt x="359" y="2481"/>
                    <a:pt x="393" y="2556"/>
                    <a:pt x="406" y="2609"/>
                  </a:cubicBezTo>
                  <a:cubicBezTo>
                    <a:pt x="420" y="2661"/>
                    <a:pt x="425" y="2703"/>
                    <a:pt x="422" y="2713"/>
                  </a:cubicBezTo>
                  <a:cubicBezTo>
                    <a:pt x="420" y="2722"/>
                    <a:pt x="418" y="2740"/>
                    <a:pt x="425" y="2755"/>
                  </a:cubicBezTo>
                  <a:cubicBezTo>
                    <a:pt x="426" y="2756"/>
                    <a:pt x="402" y="2808"/>
                    <a:pt x="389" y="2817"/>
                  </a:cubicBezTo>
                  <a:cubicBezTo>
                    <a:pt x="377" y="2827"/>
                    <a:pt x="373" y="2835"/>
                    <a:pt x="364" y="2840"/>
                  </a:cubicBezTo>
                  <a:cubicBezTo>
                    <a:pt x="354" y="2845"/>
                    <a:pt x="349" y="2850"/>
                    <a:pt x="345" y="2861"/>
                  </a:cubicBezTo>
                  <a:cubicBezTo>
                    <a:pt x="342" y="2869"/>
                    <a:pt x="333" y="2881"/>
                    <a:pt x="340" y="2887"/>
                  </a:cubicBezTo>
                  <a:cubicBezTo>
                    <a:pt x="341" y="2888"/>
                    <a:pt x="342" y="2888"/>
                    <a:pt x="343" y="2889"/>
                  </a:cubicBezTo>
                  <a:cubicBezTo>
                    <a:pt x="344" y="2889"/>
                    <a:pt x="344" y="2889"/>
                    <a:pt x="344" y="2889"/>
                  </a:cubicBezTo>
                  <a:cubicBezTo>
                    <a:pt x="343" y="2892"/>
                    <a:pt x="343" y="2894"/>
                    <a:pt x="344" y="2896"/>
                  </a:cubicBezTo>
                  <a:cubicBezTo>
                    <a:pt x="348" y="2903"/>
                    <a:pt x="355" y="2905"/>
                    <a:pt x="364" y="2904"/>
                  </a:cubicBezTo>
                  <a:cubicBezTo>
                    <a:pt x="365" y="2902"/>
                    <a:pt x="365" y="2902"/>
                    <a:pt x="365" y="2902"/>
                  </a:cubicBezTo>
                  <a:cubicBezTo>
                    <a:pt x="366" y="2905"/>
                    <a:pt x="366" y="2908"/>
                    <a:pt x="368" y="2910"/>
                  </a:cubicBezTo>
                  <a:cubicBezTo>
                    <a:pt x="374" y="2919"/>
                    <a:pt x="394" y="2923"/>
                    <a:pt x="402" y="2915"/>
                  </a:cubicBezTo>
                  <a:cubicBezTo>
                    <a:pt x="403" y="2916"/>
                    <a:pt x="404" y="2916"/>
                    <a:pt x="406" y="2917"/>
                  </a:cubicBezTo>
                  <a:cubicBezTo>
                    <a:pt x="407" y="2917"/>
                    <a:pt x="408" y="2917"/>
                    <a:pt x="409" y="2918"/>
                  </a:cubicBezTo>
                  <a:cubicBezTo>
                    <a:pt x="410" y="2918"/>
                    <a:pt x="410" y="2918"/>
                    <a:pt x="411" y="2918"/>
                  </a:cubicBezTo>
                  <a:cubicBezTo>
                    <a:pt x="413" y="2919"/>
                    <a:pt x="414" y="2919"/>
                    <a:pt x="416" y="2919"/>
                  </a:cubicBezTo>
                  <a:cubicBezTo>
                    <a:pt x="416" y="2919"/>
                    <a:pt x="416" y="2919"/>
                    <a:pt x="416" y="2919"/>
                  </a:cubicBezTo>
                  <a:cubicBezTo>
                    <a:pt x="425" y="2920"/>
                    <a:pt x="435" y="2918"/>
                    <a:pt x="440" y="2913"/>
                  </a:cubicBezTo>
                  <a:cubicBezTo>
                    <a:pt x="440" y="2912"/>
                    <a:pt x="440" y="2912"/>
                    <a:pt x="440" y="2912"/>
                  </a:cubicBezTo>
                  <a:cubicBezTo>
                    <a:pt x="440" y="2913"/>
                    <a:pt x="441" y="2913"/>
                    <a:pt x="441" y="2914"/>
                  </a:cubicBezTo>
                  <a:cubicBezTo>
                    <a:pt x="441" y="2913"/>
                    <a:pt x="441" y="2913"/>
                    <a:pt x="441" y="2913"/>
                  </a:cubicBezTo>
                  <a:cubicBezTo>
                    <a:pt x="446" y="2925"/>
                    <a:pt x="462" y="2926"/>
                    <a:pt x="475" y="2924"/>
                  </a:cubicBezTo>
                  <a:cubicBezTo>
                    <a:pt x="475" y="2924"/>
                    <a:pt x="475" y="2924"/>
                    <a:pt x="475" y="2924"/>
                  </a:cubicBezTo>
                  <a:cubicBezTo>
                    <a:pt x="476" y="2924"/>
                    <a:pt x="477" y="2924"/>
                    <a:pt x="478" y="2924"/>
                  </a:cubicBezTo>
                  <a:cubicBezTo>
                    <a:pt x="478" y="2924"/>
                    <a:pt x="479" y="2923"/>
                    <a:pt x="479" y="2923"/>
                  </a:cubicBezTo>
                  <a:cubicBezTo>
                    <a:pt x="480" y="2923"/>
                    <a:pt x="480" y="2923"/>
                    <a:pt x="481" y="2923"/>
                  </a:cubicBezTo>
                  <a:cubicBezTo>
                    <a:pt x="482" y="2923"/>
                    <a:pt x="482" y="2923"/>
                    <a:pt x="483" y="2923"/>
                  </a:cubicBezTo>
                  <a:cubicBezTo>
                    <a:pt x="485" y="2922"/>
                    <a:pt x="486" y="2922"/>
                    <a:pt x="488" y="2922"/>
                  </a:cubicBezTo>
                  <a:cubicBezTo>
                    <a:pt x="488" y="2921"/>
                    <a:pt x="489" y="2921"/>
                    <a:pt x="489" y="2921"/>
                  </a:cubicBezTo>
                  <a:cubicBezTo>
                    <a:pt x="490" y="2921"/>
                    <a:pt x="491" y="2920"/>
                    <a:pt x="492" y="2920"/>
                  </a:cubicBezTo>
                  <a:cubicBezTo>
                    <a:pt x="492" y="2920"/>
                    <a:pt x="493" y="2919"/>
                    <a:pt x="493" y="2919"/>
                  </a:cubicBezTo>
                  <a:cubicBezTo>
                    <a:pt x="494" y="2919"/>
                    <a:pt x="495" y="2918"/>
                    <a:pt x="496" y="2918"/>
                  </a:cubicBezTo>
                  <a:cubicBezTo>
                    <a:pt x="496" y="2918"/>
                    <a:pt x="496" y="2917"/>
                    <a:pt x="497" y="2917"/>
                  </a:cubicBezTo>
                  <a:cubicBezTo>
                    <a:pt x="498" y="2917"/>
                    <a:pt x="498" y="2916"/>
                    <a:pt x="499" y="2916"/>
                  </a:cubicBezTo>
                  <a:cubicBezTo>
                    <a:pt x="499" y="2915"/>
                    <a:pt x="500" y="2915"/>
                    <a:pt x="500" y="2915"/>
                  </a:cubicBezTo>
                  <a:cubicBezTo>
                    <a:pt x="501" y="2914"/>
                    <a:pt x="501" y="2914"/>
                    <a:pt x="502" y="2913"/>
                  </a:cubicBezTo>
                  <a:cubicBezTo>
                    <a:pt x="502" y="2913"/>
                    <a:pt x="503" y="2913"/>
                    <a:pt x="503" y="2913"/>
                  </a:cubicBezTo>
                  <a:cubicBezTo>
                    <a:pt x="505" y="2911"/>
                    <a:pt x="506" y="2909"/>
                    <a:pt x="508" y="2908"/>
                  </a:cubicBezTo>
                  <a:cubicBezTo>
                    <a:pt x="508" y="2908"/>
                    <a:pt x="508" y="2908"/>
                    <a:pt x="508" y="2908"/>
                  </a:cubicBezTo>
                  <a:cubicBezTo>
                    <a:pt x="508" y="2908"/>
                    <a:pt x="508" y="2908"/>
                    <a:pt x="508" y="2908"/>
                  </a:cubicBezTo>
                  <a:cubicBezTo>
                    <a:pt x="509" y="2907"/>
                    <a:pt x="510" y="2906"/>
                    <a:pt x="511" y="2905"/>
                  </a:cubicBezTo>
                  <a:cubicBezTo>
                    <a:pt x="519" y="2899"/>
                    <a:pt x="525" y="2894"/>
                    <a:pt x="523" y="2879"/>
                  </a:cubicBezTo>
                  <a:cubicBezTo>
                    <a:pt x="520" y="2864"/>
                    <a:pt x="522" y="2864"/>
                    <a:pt x="524" y="2846"/>
                  </a:cubicBezTo>
                  <a:cubicBezTo>
                    <a:pt x="525" y="2835"/>
                    <a:pt x="534" y="2832"/>
                    <a:pt x="536" y="2815"/>
                  </a:cubicBezTo>
                  <a:cubicBezTo>
                    <a:pt x="537" y="2801"/>
                    <a:pt x="526" y="2741"/>
                    <a:pt x="527" y="2733"/>
                  </a:cubicBezTo>
                  <a:cubicBezTo>
                    <a:pt x="530" y="2715"/>
                    <a:pt x="517" y="2700"/>
                    <a:pt x="513" y="2669"/>
                  </a:cubicBezTo>
                  <a:cubicBezTo>
                    <a:pt x="508" y="2639"/>
                    <a:pt x="520" y="2535"/>
                    <a:pt x="520" y="2516"/>
                  </a:cubicBezTo>
                  <a:cubicBezTo>
                    <a:pt x="520" y="2480"/>
                    <a:pt x="539" y="2421"/>
                    <a:pt x="534" y="2348"/>
                  </a:cubicBezTo>
                  <a:cubicBezTo>
                    <a:pt x="531" y="2306"/>
                    <a:pt x="510" y="2177"/>
                    <a:pt x="510" y="2148"/>
                  </a:cubicBezTo>
                  <a:cubicBezTo>
                    <a:pt x="510" y="2143"/>
                    <a:pt x="509" y="2110"/>
                    <a:pt x="511" y="2105"/>
                  </a:cubicBezTo>
                  <a:cubicBezTo>
                    <a:pt x="517" y="2085"/>
                    <a:pt x="544" y="1849"/>
                    <a:pt x="544" y="1847"/>
                  </a:cubicBezTo>
                  <a:cubicBezTo>
                    <a:pt x="547" y="1823"/>
                    <a:pt x="555" y="1690"/>
                    <a:pt x="558" y="1646"/>
                  </a:cubicBezTo>
                  <a:cubicBezTo>
                    <a:pt x="559" y="1646"/>
                    <a:pt x="561" y="1646"/>
                    <a:pt x="562" y="1646"/>
                  </a:cubicBezTo>
                  <a:cubicBezTo>
                    <a:pt x="565" y="1689"/>
                    <a:pt x="573" y="1823"/>
                    <a:pt x="576" y="1847"/>
                  </a:cubicBezTo>
                  <a:cubicBezTo>
                    <a:pt x="576" y="1849"/>
                    <a:pt x="603" y="2085"/>
                    <a:pt x="609" y="2105"/>
                  </a:cubicBezTo>
                  <a:cubicBezTo>
                    <a:pt x="611" y="2110"/>
                    <a:pt x="610" y="2143"/>
                    <a:pt x="610" y="2148"/>
                  </a:cubicBezTo>
                  <a:cubicBezTo>
                    <a:pt x="610" y="2177"/>
                    <a:pt x="589" y="2306"/>
                    <a:pt x="586" y="2348"/>
                  </a:cubicBezTo>
                  <a:cubicBezTo>
                    <a:pt x="581" y="2421"/>
                    <a:pt x="600" y="2480"/>
                    <a:pt x="600" y="2516"/>
                  </a:cubicBezTo>
                  <a:cubicBezTo>
                    <a:pt x="600" y="2535"/>
                    <a:pt x="612" y="2639"/>
                    <a:pt x="607" y="2669"/>
                  </a:cubicBezTo>
                  <a:cubicBezTo>
                    <a:pt x="603" y="2700"/>
                    <a:pt x="590" y="2715"/>
                    <a:pt x="593" y="2733"/>
                  </a:cubicBezTo>
                  <a:cubicBezTo>
                    <a:pt x="594" y="2741"/>
                    <a:pt x="583" y="2801"/>
                    <a:pt x="584" y="2815"/>
                  </a:cubicBezTo>
                  <a:cubicBezTo>
                    <a:pt x="586" y="2832"/>
                    <a:pt x="595" y="2835"/>
                    <a:pt x="596" y="2846"/>
                  </a:cubicBezTo>
                  <a:cubicBezTo>
                    <a:pt x="598" y="2864"/>
                    <a:pt x="600" y="2864"/>
                    <a:pt x="597" y="2879"/>
                  </a:cubicBezTo>
                  <a:cubicBezTo>
                    <a:pt x="595" y="2894"/>
                    <a:pt x="601" y="2899"/>
                    <a:pt x="609" y="2905"/>
                  </a:cubicBezTo>
                  <a:cubicBezTo>
                    <a:pt x="610" y="2906"/>
                    <a:pt x="611" y="2907"/>
                    <a:pt x="612" y="2908"/>
                  </a:cubicBezTo>
                  <a:cubicBezTo>
                    <a:pt x="612" y="2908"/>
                    <a:pt x="612" y="2908"/>
                    <a:pt x="612" y="2908"/>
                  </a:cubicBezTo>
                  <a:cubicBezTo>
                    <a:pt x="612" y="2908"/>
                    <a:pt x="612" y="2908"/>
                    <a:pt x="612" y="2908"/>
                  </a:cubicBezTo>
                  <a:cubicBezTo>
                    <a:pt x="614" y="2909"/>
                    <a:pt x="615" y="2911"/>
                    <a:pt x="617" y="2913"/>
                  </a:cubicBezTo>
                  <a:cubicBezTo>
                    <a:pt x="617" y="2913"/>
                    <a:pt x="618" y="2913"/>
                    <a:pt x="618" y="2913"/>
                  </a:cubicBezTo>
                  <a:cubicBezTo>
                    <a:pt x="619" y="2914"/>
                    <a:pt x="619" y="2914"/>
                    <a:pt x="620" y="2915"/>
                  </a:cubicBezTo>
                  <a:cubicBezTo>
                    <a:pt x="620" y="2915"/>
                    <a:pt x="621" y="2915"/>
                    <a:pt x="621" y="2916"/>
                  </a:cubicBezTo>
                  <a:cubicBezTo>
                    <a:pt x="622" y="2916"/>
                    <a:pt x="622" y="2917"/>
                    <a:pt x="623" y="2917"/>
                  </a:cubicBezTo>
                  <a:cubicBezTo>
                    <a:pt x="624" y="2917"/>
                    <a:pt x="624" y="2918"/>
                    <a:pt x="624" y="2918"/>
                  </a:cubicBezTo>
                  <a:cubicBezTo>
                    <a:pt x="625" y="2918"/>
                    <a:pt x="626" y="2919"/>
                    <a:pt x="627" y="2919"/>
                  </a:cubicBezTo>
                  <a:cubicBezTo>
                    <a:pt x="627" y="2919"/>
                    <a:pt x="628" y="2920"/>
                    <a:pt x="628" y="2920"/>
                  </a:cubicBezTo>
                  <a:cubicBezTo>
                    <a:pt x="629" y="2920"/>
                    <a:pt x="630" y="2921"/>
                    <a:pt x="631" y="2921"/>
                  </a:cubicBezTo>
                  <a:cubicBezTo>
                    <a:pt x="631" y="2921"/>
                    <a:pt x="632" y="2921"/>
                    <a:pt x="632" y="2922"/>
                  </a:cubicBezTo>
                  <a:cubicBezTo>
                    <a:pt x="634" y="2922"/>
                    <a:pt x="635" y="2922"/>
                    <a:pt x="637" y="2923"/>
                  </a:cubicBezTo>
                  <a:cubicBezTo>
                    <a:pt x="638" y="2923"/>
                    <a:pt x="638" y="2923"/>
                    <a:pt x="639" y="2923"/>
                  </a:cubicBezTo>
                  <a:cubicBezTo>
                    <a:pt x="640" y="2923"/>
                    <a:pt x="640" y="2923"/>
                    <a:pt x="641" y="2923"/>
                  </a:cubicBezTo>
                  <a:cubicBezTo>
                    <a:pt x="641" y="2923"/>
                    <a:pt x="642" y="2924"/>
                    <a:pt x="642" y="2924"/>
                  </a:cubicBezTo>
                  <a:cubicBezTo>
                    <a:pt x="643" y="2924"/>
                    <a:pt x="644" y="2924"/>
                    <a:pt x="644" y="2924"/>
                  </a:cubicBezTo>
                  <a:cubicBezTo>
                    <a:pt x="645" y="2924"/>
                    <a:pt x="645" y="2924"/>
                    <a:pt x="645" y="2924"/>
                  </a:cubicBezTo>
                  <a:cubicBezTo>
                    <a:pt x="646" y="2924"/>
                    <a:pt x="647" y="2924"/>
                    <a:pt x="648" y="2924"/>
                  </a:cubicBezTo>
                  <a:cubicBezTo>
                    <a:pt x="648" y="2924"/>
                    <a:pt x="648" y="2924"/>
                    <a:pt x="648" y="2924"/>
                  </a:cubicBezTo>
                  <a:cubicBezTo>
                    <a:pt x="660" y="2925"/>
                    <a:pt x="674" y="2924"/>
                    <a:pt x="679" y="2914"/>
                  </a:cubicBezTo>
                  <a:cubicBezTo>
                    <a:pt x="679" y="2914"/>
                    <a:pt x="679" y="2914"/>
                    <a:pt x="679" y="2914"/>
                  </a:cubicBezTo>
                  <a:cubicBezTo>
                    <a:pt x="679" y="2914"/>
                    <a:pt x="679" y="2914"/>
                    <a:pt x="679" y="2914"/>
                  </a:cubicBezTo>
                  <a:cubicBezTo>
                    <a:pt x="679" y="2913"/>
                    <a:pt x="679" y="2913"/>
                    <a:pt x="680" y="2912"/>
                  </a:cubicBezTo>
                  <a:cubicBezTo>
                    <a:pt x="680" y="2912"/>
                    <a:pt x="680" y="2912"/>
                    <a:pt x="680" y="2912"/>
                  </a:cubicBezTo>
                  <a:cubicBezTo>
                    <a:pt x="685" y="2918"/>
                    <a:pt x="695" y="2920"/>
                    <a:pt x="704" y="2919"/>
                  </a:cubicBezTo>
                  <a:cubicBezTo>
                    <a:pt x="704" y="2919"/>
                    <a:pt x="704" y="2919"/>
                    <a:pt x="704" y="2919"/>
                  </a:cubicBezTo>
                  <a:cubicBezTo>
                    <a:pt x="706" y="2919"/>
                    <a:pt x="707" y="2919"/>
                    <a:pt x="709" y="2918"/>
                  </a:cubicBezTo>
                  <a:cubicBezTo>
                    <a:pt x="710" y="2918"/>
                    <a:pt x="710" y="2918"/>
                    <a:pt x="711" y="2918"/>
                  </a:cubicBezTo>
                  <a:cubicBezTo>
                    <a:pt x="712" y="2917"/>
                    <a:pt x="713" y="2917"/>
                    <a:pt x="714" y="2917"/>
                  </a:cubicBezTo>
                  <a:cubicBezTo>
                    <a:pt x="716" y="2916"/>
                    <a:pt x="717" y="2916"/>
                    <a:pt x="718" y="2915"/>
                  </a:cubicBezTo>
                  <a:cubicBezTo>
                    <a:pt x="726" y="2923"/>
                    <a:pt x="746" y="2919"/>
                    <a:pt x="752" y="2910"/>
                  </a:cubicBezTo>
                  <a:cubicBezTo>
                    <a:pt x="754" y="2908"/>
                    <a:pt x="754" y="2905"/>
                    <a:pt x="755" y="2903"/>
                  </a:cubicBezTo>
                  <a:cubicBezTo>
                    <a:pt x="756" y="2904"/>
                    <a:pt x="756" y="2904"/>
                    <a:pt x="756" y="2904"/>
                  </a:cubicBezTo>
                  <a:cubicBezTo>
                    <a:pt x="765" y="2905"/>
                    <a:pt x="775" y="2902"/>
                    <a:pt x="776" y="2896"/>
                  </a:cubicBezTo>
                  <a:cubicBezTo>
                    <a:pt x="777" y="2894"/>
                    <a:pt x="777" y="2892"/>
                    <a:pt x="777" y="2889"/>
                  </a:cubicBezTo>
                  <a:cubicBezTo>
                    <a:pt x="777" y="2889"/>
                    <a:pt x="777" y="2889"/>
                    <a:pt x="777" y="2889"/>
                  </a:cubicBezTo>
                  <a:cubicBezTo>
                    <a:pt x="778" y="2888"/>
                    <a:pt x="779" y="2888"/>
                    <a:pt x="780" y="2887"/>
                  </a:cubicBezTo>
                  <a:cubicBezTo>
                    <a:pt x="787" y="2881"/>
                    <a:pt x="778" y="2869"/>
                    <a:pt x="775" y="2861"/>
                  </a:cubicBezTo>
                  <a:cubicBezTo>
                    <a:pt x="771" y="2850"/>
                    <a:pt x="766" y="2845"/>
                    <a:pt x="756" y="2840"/>
                  </a:cubicBezTo>
                  <a:cubicBezTo>
                    <a:pt x="747" y="2835"/>
                    <a:pt x="743" y="2827"/>
                    <a:pt x="731" y="2817"/>
                  </a:cubicBezTo>
                  <a:cubicBezTo>
                    <a:pt x="718" y="2808"/>
                    <a:pt x="694" y="2756"/>
                    <a:pt x="695" y="2755"/>
                  </a:cubicBezTo>
                  <a:cubicBezTo>
                    <a:pt x="702" y="2740"/>
                    <a:pt x="700" y="2722"/>
                    <a:pt x="698" y="2713"/>
                  </a:cubicBezTo>
                  <a:cubicBezTo>
                    <a:pt x="695" y="2703"/>
                    <a:pt x="700" y="2661"/>
                    <a:pt x="714" y="2609"/>
                  </a:cubicBezTo>
                  <a:cubicBezTo>
                    <a:pt x="727" y="2556"/>
                    <a:pt x="761" y="2481"/>
                    <a:pt x="764" y="2399"/>
                  </a:cubicBezTo>
                  <a:cubicBezTo>
                    <a:pt x="766" y="2349"/>
                    <a:pt x="759" y="2259"/>
                    <a:pt x="760" y="2189"/>
                  </a:cubicBezTo>
                  <a:cubicBezTo>
                    <a:pt x="761" y="2145"/>
                    <a:pt x="775" y="2114"/>
                    <a:pt x="776" y="2107"/>
                  </a:cubicBezTo>
                  <a:cubicBezTo>
                    <a:pt x="782" y="2079"/>
                    <a:pt x="782" y="2029"/>
                    <a:pt x="787" y="2014"/>
                  </a:cubicBezTo>
                  <a:cubicBezTo>
                    <a:pt x="869" y="1762"/>
                    <a:pt x="825" y="1562"/>
                    <a:pt x="822" y="1512"/>
                  </a:cubicBezTo>
                  <a:cubicBezTo>
                    <a:pt x="823" y="1512"/>
                    <a:pt x="823" y="1512"/>
                    <a:pt x="823" y="1512"/>
                  </a:cubicBezTo>
                  <a:cubicBezTo>
                    <a:pt x="821" y="1472"/>
                    <a:pt x="828" y="1447"/>
                    <a:pt x="825" y="1429"/>
                  </a:cubicBezTo>
                  <a:cubicBezTo>
                    <a:pt x="825" y="1428"/>
                    <a:pt x="825" y="1427"/>
                    <a:pt x="825" y="1425"/>
                  </a:cubicBezTo>
                  <a:cubicBezTo>
                    <a:pt x="825" y="1425"/>
                    <a:pt x="825" y="1424"/>
                    <a:pt x="825" y="1424"/>
                  </a:cubicBezTo>
                  <a:cubicBezTo>
                    <a:pt x="825" y="1423"/>
                    <a:pt x="824" y="1422"/>
                    <a:pt x="824" y="1421"/>
                  </a:cubicBezTo>
                  <a:cubicBezTo>
                    <a:pt x="824" y="1421"/>
                    <a:pt x="824" y="1420"/>
                    <a:pt x="824" y="1420"/>
                  </a:cubicBezTo>
                  <a:cubicBezTo>
                    <a:pt x="824" y="1419"/>
                    <a:pt x="824" y="1418"/>
                    <a:pt x="824" y="1417"/>
                  </a:cubicBezTo>
                  <a:cubicBezTo>
                    <a:pt x="824" y="1416"/>
                    <a:pt x="824" y="1416"/>
                    <a:pt x="824" y="1415"/>
                  </a:cubicBezTo>
                  <a:cubicBezTo>
                    <a:pt x="824" y="1414"/>
                    <a:pt x="824" y="1413"/>
                    <a:pt x="823" y="1412"/>
                  </a:cubicBezTo>
                  <a:cubicBezTo>
                    <a:pt x="823" y="1411"/>
                    <a:pt x="823" y="1411"/>
                    <a:pt x="823" y="1410"/>
                  </a:cubicBezTo>
                  <a:cubicBezTo>
                    <a:pt x="823" y="1409"/>
                    <a:pt x="823" y="1408"/>
                    <a:pt x="823" y="1407"/>
                  </a:cubicBezTo>
                  <a:cubicBezTo>
                    <a:pt x="823" y="1406"/>
                    <a:pt x="823" y="1406"/>
                    <a:pt x="822" y="1405"/>
                  </a:cubicBezTo>
                  <a:cubicBezTo>
                    <a:pt x="822" y="1404"/>
                    <a:pt x="822" y="1403"/>
                    <a:pt x="822" y="1401"/>
                  </a:cubicBezTo>
                  <a:cubicBezTo>
                    <a:pt x="822" y="1401"/>
                    <a:pt x="822" y="1400"/>
                    <a:pt x="822" y="1399"/>
                  </a:cubicBezTo>
                  <a:cubicBezTo>
                    <a:pt x="821" y="1398"/>
                    <a:pt x="821" y="1397"/>
                    <a:pt x="821" y="1396"/>
                  </a:cubicBezTo>
                  <a:cubicBezTo>
                    <a:pt x="821" y="1395"/>
                    <a:pt x="821" y="1394"/>
                    <a:pt x="821" y="1394"/>
                  </a:cubicBezTo>
                  <a:cubicBezTo>
                    <a:pt x="821" y="1392"/>
                    <a:pt x="820" y="1391"/>
                    <a:pt x="820" y="1390"/>
                  </a:cubicBezTo>
                  <a:cubicBezTo>
                    <a:pt x="820" y="1389"/>
                    <a:pt x="820" y="1388"/>
                    <a:pt x="820" y="1387"/>
                  </a:cubicBezTo>
                  <a:cubicBezTo>
                    <a:pt x="820" y="1386"/>
                    <a:pt x="819" y="1385"/>
                    <a:pt x="819" y="1384"/>
                  </a:cubicBezTo>
                  <a:cubicBezTo>
                    <a:pt x="819" y="1383"/>
                    <a:pt x="819" y="1382"/>
                    <a:pt x="819" y="1381"/>
                  </a:cubicBezTo>
                  <a:cubicBezTo>
                    <a:pt x="818" y="1380"/>
                    <a:pt x="818" y="1379"/>
                    <a:pt x="818" y="1377"/>
                  </a:cubicBezTo>
                  <a:cubicBezTo>
                    <a:pt x="818" y="1376"/>
                    <a:pt x="818" y="1376"/>
                    <a:pt x="818" y="1375"/>
                  </a:cubicBezTo>
                  <a:cubicBezTo>
                    <a:pt x="817" y="1374"/>
                    <a:pt x="817" y="1372"/>
                    <a:pt x="817" y="1371"/>
                  </a:cubicBezTo>
                  <a:cubicBezTo>
                    <a:pt x="817" y="1370"/>
                    <a:pt x="816" y="1369"/>
                    <a:pt x="816" y="1369"/>
                  </a:cubicBezTo>
                  <a:cubicBezTo>
                    <a:pt x="816" y="1367"/>
                    <a:pt x="816" y="1366"/>
                    <a:pt x="816" y="1364"/>
                  </a:cubicBezTo>
                  <a:cubicBezTo>
                    <a:pt x="815" y="1363"/>
                    <a:pt x="815" y="1363"/>
                    <a:pt x="815" y="1362"/>
                  </a:cubicBezTo>
                  <a:cubicBezTo>
                    <a:pt x="815" y="1360"/>
                    <a:pt x="815" y="1359"/>
                    <a:pt x="814" y="1358"/>
                  </a:cubicBezTo>
                  <a:cubicBezTo>
                    <a:pt x="814" y="1357"/>
                    <a:pt x="814" y="1356"/>
                    <a:pt x="814" y="1355"/>
                  </a:cubicBezTo>
                  <a:cubicBezTo>
                    <a:pt x="814" y="1354"/>
                    <a:pt x="813" y="1352"/>
                    <a:pt x="813" y="1351"/>
                  </a:cubicBezTo>
                  <a:cubicBezTo>
                    <a:pt x="813" y="1350"/>
                    <a:pt x="813" y="1349"/>
                    <a:pt x="812" y="1348"/>
                  </a:cubicBezTo>
                  <a:cubicBezTo>
                    <a:pt x="812" y="1347"/>
                    <a:pt x="812" y="1346"/>
                    <a:pt x="812" y="1345"/>
                  </a:cubicBezTo>
                  <a:cubicBezTo>
                    <a:pt x="811" y="1344"/>
                    <a:pt x="811" y="1343"/>
                    <a:pt x="811" y="1342"/>
                  </a:cubicBezTo>
                  <a:cubicBezTo>
                    <a:pt x="811" y="1341"/>
                    <a:pt x="811" y="1339"/>
                    <a:pt x="810" y="1338"/>
                  </a:cubicBezTo>
                  <a:cubicBezTo>
                    <a:pt x="810" y="1337"/>
                    <a:pt x="810" y="1336"/>
                    <a:pt x="810" y="1335"/>
                  </a:cubicBezTo>
                  <a:cubicBezTo>
                    <a:pt x="809" y="1334"/>
                    <a:pt x="809" y="1333"/>
                    <a:pt x="809" y="1332"/>
                  </a:cubicBezTo>
                  <a:cubicBezTo>
                    <a:pt x="809" y="1331"/>
                    <a:pt x="808" y="1330"/>
                    <a:pt x="808" y="1329"/>
                  </a:cubicBezTo>
                  <a:cubicBezTo>
                    <a:pt x="808" y="1328"/>
                    <a:pt x="808" y="1326"/>
                    <a:pt x="808" y="1325"/>
                  </a:cubicBezTo>
                  <a:cubicBezTo>
                    <a:pt x="807" y="1324"/>
                    <a:pt x="807" y="1323"/>
                    <a:pt x="807" y="1322"/>
                  </a:cubicBezTo>
                  <a:cubicBezTo>
                    <a:pt x="807" y="1321"/>
                    <a:pt x="806" y="1320"/>
                    <a:pt x="806" y="1319"/>
                  </a:cubicBezTo>
                  <a:cubicBezTo>
                    <a:pt x="806" y="1318"/>
                    <a:pt x="806" y="1317"/>
                    <a:pt x="805" y="1316"/>
                  </a:cubicBezTo>
                  <a:cubicBezTo>
                    <a:pt x="805" y="1315"/>
                    <a:pt x="805" y="1314"/>
                    <a:pt x="805" y="1314"/>
                  </a:cubicBezTo>
                  <a:cubicBezTo>
                    <a:pt x="805" y="1312"/>
                    <a:pt x="804" y="1311"/>
                    <a:pt x="804" y="1310"/>
                  </a:cubicBezTo>
                  <a:cubicBezTo>
                    <a:pt x="804" y="1309"/>
                    <a:pt x="804" y="1309"/>
                    <a:pt x="804" y="1308"/>
                  </a:cubicBezTo>
                  <a:cubicBezTo>
                    <a:pt x="803" y="1307"/>
                    <a:pt x="803" y="1305"/>
                    <a:pt x="803" y="1304"/>
                  </a:cubicBezTo>
                  <a:cubicBezTo>
                    <a:pt x="803" y="1304"/>
                    <a:pt x="802" y="1303"/>
                    <a:pt x="802" y="1303"/>
                  </a:cubicBezTo>
                  <a:cubicBezTo>
                    <a:pt x="802" y="1301"/>
                    <a:pt x="802" y="1300"/>
                    <a:pt x="801" y="1299"/>
                  </a:cubicBezTo>
                  <a:cubicBezTo>
                    <a:pt x="801" y="1298"/>
                    <a:pt x="801" y="1298"/>
                    <a:pt x="801" y="1298"/>
                  </a:cubicBezTo>
                  <a:cubicBezTo>
                    <a:pt x="798" y="1284"/>
                    <a:pt x="795" y="1273"/>
                    <a:pt x="793" y="1268"/>
                  </a:cubicBezTo>
                  <a:cubicBezTo>
                    <a:pt x="793" y="1268"/>
                    <a:pt x="793" y="1268"/>
                    <a:pt x="793" y="1268"/>
                  </a:cubicBezTo>
                  <a:cubicBezTo>
                    <a:pt x="793" y="1267"/>
                    <a:pt x="793" y="1266"/>
                    <a:pt x="792" y="1266"/>
                  </a:cubicBezTo>
                  <a:cubicBezTo>
                    <a:pt x="792" y="1266"/>
                    <a:pt x="792" y="1266"/>
                    <a:pt x="792" y="1266"/>
                  </a:cubicBezTo>
                  <a:cubicBezTo>
                    <a:pt x="792" y="1265"/>
                    <a:pt x="793" y="1265"/>
                    <a:pt x="793" y="1265"/>
                  </a:cubicBezTo>
                  <a:cubicBezTo>
                    <a:pt x="792" y="1264"/>
                    <a:pt x="792" y="1264"/>
                    <a:pt x="792" y="1264"/>
                  </a:cubicBezTo>
                  <a:cubicBezTo>
                    <a:pt x="792" y="1264"/>
                    <a:pt x="806" y="1107"/>
                    <a:pt x="803" y="1098"/>
                  </a:cubicBezTo>
                  <a:cubicBezTo>
                    <a:pt x="804" y="1068"/>
                    <a:pt x="820" y="1011"/>
                    <a:pt x="818" y="980"/>
                  </a:cubicBezTo>
                  <a:cubicBezTo>
                    <a:pt x="820" y="942"/>
                    <a:pt x="825" y="918"/>
                    <a:pt x="825" y="904"/>
                  </a:cubicBezTo>
                  <a:cubicBezTo>
                    <a:pt x="825" y="902"/>
                    <a:pt x="825" y="902"/>
                    <a:pt x="825" y="902"/>
                  </a:cubicBezTo>
                  <a:cubicBezTo>
                    <a:pt x="826" y="915"/>
                    <a:pt x="827" y="926"/>
                    <a:pt x="827" y="932"/>
                  </a:cubicBezTo>
                  <a:cubicBezTo>
                    <a:pt x="829" y="942"/>
                    <a:pt x="829" y="957"/>
                    <a:pt x="831" y="960"/>
                  </a:cubicBezTo>
                  <a:cubicBezTo>
                    <a:pt x="833" y="975"/>
                    <a:pt x="845" y="1059"/>
                    <a:pt x="846" y="1090"/>
                  </a:cubicBezTo>
                  <a:cubicBezTo>
                    <a:pt x="840" y="1132"/>
                    <a:pt x="839" y="1159"/>
                    <a:pt x="851" y="1219"/>
                  </a:cubicBezTo>
                  <a:cubicBezTo>
                    <a:pt x="856" y="1251"/>
                    <a:pt x="914" y="1393"/>
                    <a:pt x="917" y="1409"/>
                  </a:cubicBezTo>
                  <a:cubicBezTo>
                    <a:pt x="920" y="1425"/>
                    <a:pt x="924" y="1441"/>
                    <a:pt x="926" y="1445"/>
                  </a:cubicBezTo>
                  <a:cubicBezTo>
                    <a:pt x="928" y="1449"/>
                    <a:pt x="914" y="1471"/>
                    <a:pt x="918" y="1486"/>
                  </a:cubicBezTo>
                  <a:cubicBezTo>
                    <a:pt x="922" y="1500"/>
                    <a:pt x="896" y="1546"/>
                    <a:pt x="904" y="1589"/>
                  </a:cubicBezTo>
                  <a:cubicBezTo>
                    <a:pt x="912" y="1632"/>
                    <a:pt x="913" y="1638"/>
                    <a:pt x="914" y="1647"/>
                  </a:cubicBezTo>
                  <a:cubicBezTo>
                    <a:pt x="915" y="1657"/>
                    <a:pt x="921" y="1667"/>
                    <a:pt x="924" y="1679"/>
                  </a:cubicBezTo>
                  <a:cubicBezTo>
                    <a:pt x="927" y="1691"/>
                    <a:pt x="932" y="1720"/>
                    <a:pt x="939" y="1720"/>
                  </a:cubicBezTo>
                  <a:cubicBezTo>
                    <a:pt x="940" y="1720"/>
                    <a:pt x="941" y="1720"/>
                    <a:pt x="941" y="1720"/>
                  </a:cubicBezTo>
                  <a:cubicBezTo>
                    <a:pt x="942" y="1720"/>
                    <a:pt x="942" y="1720"/>
                    <a:pt x="942" y="1720"/>
                  </a:cubicBezTo>
                  <a:cubicBezTo>
                    <a:pt x="942" y="1720"/>
                    <a:pt x="943" y="1720"/>
                    <a:pt x="943" y="1720"/>
                  </a:cubicBezTo>
                  <a:cubicBezTo>
                    <a:pt x="943" y="1720"/>
                    <a:pt x="943" y="1720"/>
                    <a:pt x="944" y="1720"/>
                  </a:cubicBezTo>
                  <a:cubicBezTo>
                    <a:pt x="944" y="1720"/>
                    <a:pt x="944" y="1720"/>
                    <a:pt x="944" y="1719"/>
                  </a:cubicBezTo>
                  <a:cubicBezTo>
                    <a:pt x="944" y="1719"/>
                    <a:pt x="945" y="1719"/>
                    <a:pt x="945" y="1719"/>
                  </a:cubicBezTo>
                  <a:cubicBezTo>
                    <a:pt x="945" y="1719"/>
                    <a:pt x="945" y="1719"/>
                    <a:pt x="945" y="1719"/>
                  </a:cubicBezTo>
                  <a:cubicBezTo>
                    <a:pt x="946" y="1718"/>
                    <a:pt x="946" y="1718"/>
                    <a:pt x="947" y="1717"/>
                  </a:cubicBezTo>
                  <a:cubicBezTo>
                    <a:pt x="947" y="1717"/>
                    <a:pt x="947" y="1717"/>
                    <a:pt x="947" y="1717"/>
                  </a:cubicBezTo>
                  <a:cubicBezTo>
                    <a:pt x="947" y="1717"/>
                    <a:pt x="947" y="1717"/>
                    <a:pt x="947" y="1716"/>
                  </a:cubicBezTo>
                  <a:cubicBezTo>
                    <a:pt x="947" y="1716"/>
                    <a:pt x="947" y="1716"/>
                    <a:pt x="947" y="1716"/>
                  </a:cubicBezTo>
                  <a:cubicBezTo>
                    <a:pt x="947" y="1717"/>
                    <a:pt x="947" y="1717"/>
                    <a:pt x="947" y="1717"/>
                  </a:cubicBezTo>
                  <a:cubicBezTo>
                    <a:pt x="947" y="1717"/>
                    <a:pt x="947" y="1716"/>
                    <a:pt x="947" y="1716"/>
                  </a:cubicBezTo>
                  <a:cubicBezTo>
                    <a:pt x="947" y="1716"/>
                    <a:pt x="947" y="1716"/>
                    <a:pt x="947" y="1716"/>
                  </a:cubicBezTo>
                  <a:cubicBezTo>
                    <a:pt x="947" y="1716"/>
                    <a:pt x="947" y="1715"/>
                    <a:pt x="947" y="1715"/>
                  </a:cubicBezTo>
                  <a:cubicBezTo>
                    <a:pt x="947" y="1715"/>
                    <a:pt x="949" y="1742"/>
                    <a:pt x="963" y="1742"/>
                  </a:cubicBezTo>
                  <a:cubicBezTo>
                    <a:pt x="972" y="1741"/>
                    <a:pt x="972" y="1733"/>
                    <a:pt x="972" y="1733"/>
                  </a:cubicBezTo>
                  <a:cubicBezTo>
                    <a:pt x="972" y="1733"/>
                    <a:pt x="974" y="1755"/>
                    <a:pt x="987" y="1753"/>
                  </a:cubicBezTo>
                  <a:cubicBezTo>
                    <a:pt x="999" y="1751"/>
                    <a:pt x="999" y="1739"/>
                    <a:pt x="999" y="1739"/>
                  </a:cubicBezTo>
                  <a:cubicBezTo>
                    <a:pt x="1007" y="1743"/>
                    <a:pt x="1020" y="1742"/>
                    <a:pt x="1023" y="1728"/>
                  </a:cubicBezTo>
                  <a:cubicBezTo>
                    <a:pt x="1026" y="1714"/>
                    <a:pt x="1033" y="1686"/>
                    <a:pt x="1032" y="1675"/>
                  </a:cubicBezTo>
                  <a:cubicBezTo>
                    <a:pt x="1032" y="1665"/>
                    <a:pt x="1039" y="1642"/>
                    <a:pt x="1039" y="1633"/>
                  </a:cubicBezTo>
                  <a:cubicBezTo>
                    <a:pt x="1046" y="1606"/>
                    <a:pt x="1053" y="1597"/>
                    <a:pt x="1051" y="1589"/>
                  </a:cubicBezTo>
                  <a:cubicBezTo>
                    <a:pt x="1060" y="1599"/>
                    <a:pt x="1068" y="1609"/>
                    <a:pt x="1072" y="1611"/>
                  </a:cubicBezTo>
                  <a:cubicBezTo>
                    <a:pt x="1074" y="1627"/>
                    <a:pt x="1090" y="1651"/>
                    <a:pt x="1103" y="1652"/>
                  </a:cubicBezTo>
                  <a:cubicBezTo>
                    <a:pt x="1120" y="1653"/>
                    <a:pt x="1116" y="1641"/>
                    <a:pt x="1111" y="1628"/>
                  </a:cubicBezTo>
                  <a:close/>
                  <a:moveTo>
                    <a:pt x="672" y="310"/>
                  </a:moveTo>
                  <a:cubicBezTo>
                    <a:pt x="672" y="310"/>
                    <a:pt x="672" y="310"/>
                    <a:pt x="672" y="310"/>
                  </a:cubicBezTo>
                  <a:cubicBezTo>
                    <a:pt x="672" y="310"/>
                    <a:pt x="672" y="310"/>
                    <a:pt x="672" y="310"/>
                  </a:cubicBezTo>
                  <a:cubicBezTo>
                    <a:pt x="672" y="310"/>
                    <a:pt x="672" y="310"/>
                    <a:pt x="672" y="310"/>
                  </a:cubicBezTo>
                  <a:close/>
                </a:path>
              </a:pathLst>
            </a:custGeom>
            <a:solidFill>
              <a:srgbClr val="B1DF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63511" name="Freeform 59">
              <a:extLst>
                <a:ext uri="{FF2B5EF4-FFF2-40B4-BE49-F238E27FC236}">
                  <a16:creationId xmlns:a16="http://schemas.microsoft.com/office/drawing/2014/main" id="{C1A125DB-CA36-4DDE-A25C-657276DDB98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368" y="714"/>
              <a:ext cx="899" cy="2344"/>
            </a:xfrm>
            <a:custGeom>
              <a:avLst/>
              <a:gdLst>
                <a:gd name="T0" fmla="*/ 522 w 1120"/>
                <a:gd name="T1" fmla="*/ 676 h 2926"/>
                <a:gd name="T2" fmla="*/ 363 w 1120"/>
                <a:gd name="T3" fmla="*/ 247 h 2926"/>
                <a:gd name="T4" fmla="*/ 344 w 1120"/>
                <a:gd name="T5" fmla="*/ 179 h 2926"/>
                <a:gd name="T6" fmla="*/ 347 w 1120"/>
                <a:gd name="T7" fmla="*/ 166 h 2926"/>
                <a:gd name="T8" fmla="*/ 348 w 1120"/>
                <a:gd name="T9" fmla="*/ 159 h 2926"/>
                <a:gd name="T10" fmla="*/ 354 w 1120"/>
                <a:gd name="T11" fmla="*/ 155 h 2926"/>
                <a:gd name="T12" fmla="*/ 364 w 1120"/>
                <a:gd name="T13" fmla="*/ 103 h 2926"/>
                <a:gd name="T14" fmla="*/ 360 w 1120"/>
                <a:gd name="T15" fmla="*/ 56 h 2926"/>
                <a:gd name="T16" fmla="*/ 289 w 1120"/>
                <a:gd name="T17" fmla="*/ 2 h 2926"/>
                <a:gd name="T18" fmla="*/ 216 w 1120"/>
                <a:gd name="T19" fmla="*/ 66 h 2926"/>
                <a:gd name="T20" fmla="*/ 214 w 1120"/>
                <a:gd name="T21" fmla="*/ 106 h 2926"/>
                <a:gd name="T22" fmla="*/ 226 w 1120"/>
                <a:gd name="T23" fmla="*/ 155 h 2926"/>
                <a:gd name="T24" fmla="*/ 232 w 1120"/>
                <a:gd name="T25" fmla="*/ 159 h 2926"/>
                <a:gd name="T26" fmla="*/ 233 w 1120"/>
                <a:gd name="T27" fmla="*/ 166 h 2926"/>
                <a:gd name="T28" fmla="*/ 234 w 1120"/>
                <a:gd name="T29" fmla="*/ 172 h 2926"/>
                <a:gd name="T30" fmla="*/ 235 w 1120"/>
                <a:gd name="T31" fmla="*/ 179 h 2926"/>
                <a:gd name="T32" fmla="*/ 237 w 1120"/>
                <a:gd name="T33" fmla="*/ 185 h 2926"/>
                <a:gd name="T34" fmla="*/ 218 w 1120"/>
                <a:gd name="T35" fmla="*/ 247 h 2926"/>
                <a:gd name="T36" fmla="*/ 58 w 1120"/>
                <a:gd name="T37" fmla="*/ 676 h 2926"/>
                <a:gd name="T38" fmla="*/ 9 w 1120"/>
                <a:gd name="T39" fmla="*/ 849 h 2926"/>
                <a:gd name="T40" fmla="*/ 70 w 1120"/>
                <a:gd name="T41" fmla="*/ 901 h 2926"/>
                <a:gd name="T42" fmla="*/ 90 w 1120"/>
                <a:gd name="T43" fmla="*/ 883 h 2926"/>
                <a:gd name="T44" fmla="*/ 92 w 1120"/>
                <a:gd name="T45" fmla="*/ 884 h 2926"/>
                <a:gd name="T46" fmla="*/ 104 w 1120"/>
                <a:gd name="T47" fmla="*/ 763 h 2926"/>
                <a:gd name="T48" fmla="*/ 153 w 1120"/>
                <a:gd name="T49" fmla="*/ 464 h 2926"/>
                <a:gd name="T50" fmla="*/ 169 w 1120"/>
                <a:gd name="T51" fmla="*/ 650 h 2926"/>
                <a:gd name="T52" fmla="*/ 161 w 1120"/>
                <a:gd name="T53" fmla="*/ 682 h 2926"/>
                <a:gd name="T54" fmla="*/ 159 w 1120"/>
                <a:gd name="T55" fmla="*/ 693 h 2926"/>
                <a:gd name="T56" fmla="*/ 157 w 1120"/>
                <a:gd name="T57" fmla="*/ 705 h 2926"/>
                <a:gd name="T58" fmla="*/ 155 w 1120"/>
                <a:gd name="T59" fmla="*/ 716 h 2926"/>
                <a:gd name="T60" fmla="*/ 153 w 1120"/>
                <a:gd name="T61" fmla="*/ 726 h 2926"/>
                <a:gd name="T62" fmla="*/ 153 w 1120"/>
                <a:gd name="T63" fmla="*/ 735 h 2926"/>
                <a:gd name="T64" fmla="*/ 218 w 1120"/>
                <a:gd name="T65" fmla="*/ 1395 h 2926"/>
                <a:gd name="T66" fmla="*/ 178 w 1120"/>
                <a:gd name="T67" fmla="*/ 1485 h 2926"/>
                <a:gd name="T68" fmla="*/ 211 w 1120"/>
                <a:gd name="T69" fmla="*/ 1500 h 2926"/>
                <a:gd name="T70" fmla="*/ 228 w 1120"/>
                <a:gd name="T71" fmla="*/ 1498 h 2926"/>
                <a:gd name="T72" fmla="*/ 253 w 1120"/>
                <a:gd name="T73" fmla="*/ 1502 h 2926"/>
                <a:gd name="T74" fmla="*/ 258 w 1120"/>
                <a:gd name="T75" fmla="*/ 1499 h 2926"/>
                <a:gd name="T76" fmla="*/ 271 w 1120"/>
                <a:gd name="T77" fmla="*/ 1480 h 2926"/>
                <a:gd name="T78" fmla="*/ 263 w 1120"/>
                <a:gd name="T79" fmla="*/ 1105 h 2926"/>
                <a:gd name="T80" fmla="*/ 315 w 1120"/>
                <a:gd name="T81" fmla="*/ 1105 h 2926"/>
                <a:gd name="T82" fmla="*/ 308 w 1120"/>
                <a:gd name="T83" fmla="*/ 1480 h 2926"/>
                <a:gd name="T84" fmla="*/ 321 w 1120"/>
                <a:gd name="T85" fmla="*/ 1499 h 2926"/>
                <a:gd name="T86" fmla="*/ 327 w 1120"/>
                <a:gd name="T87" fmla="*/ 1502 h 2926"/>
                <a:gd name="T88" fmla="*/ 335 w 1120"/>
                <a:gd name="T89" fmla="*/ 1503 h 2926"/>
                <a:gd name="T90" fmla="*/ 364 w 1120"/>
                <a:gd name="T91" fmla="*/ 1500 h 2926"/>
                <a:gd name="T92" fmla="*/ 390 w 1120"/>
                <a:gd name="T93" fmla="*/ 1492 h 2926"/>
                <a:gd name="T94" fmla="*/ 391 w 1120"/>
                <a:gd name="T95" fmla="*/ 1460 h 2926"/>
                <a:gd name="T96" fmla="*/ 401 w 1120"/>
                <a:gd name="T97" fmla="*/ 1083 h 2926"/>
                <a:gd name="T98" fmla="*/ 426 w 1120"/>
                <a:gd name="T99" fmla="*/ 731 h 2926"/>
                <a:gd name="T100" fmla="*/ 425 w 1120"/>
                <a:gd name="T101" fmla="*/ 723 h 2926"/>
                <a:gd name="T102" fmla="*/ 423 w 1120"/>
                <a:gd name="T103" fmla="*/ 711 h 2926"/>
                <a:gd name="T104" fmla="*/ 421 w 1120"/>
                <a:gd name="T105" fmla="*/ 700 h 2926"/>
                <a:gd name="T106" fmla="*/ 419 w 1120"/>
                <a:gd name="T107" fmla="*/ 688 h 2926"/>
                <a:gd name="T108" fmla="*/ 417 w 1120"/>
                <a:gd name="T109" fmla="*/ 676 h 2926"/>
                <a:gd name="T110" fmla="*/ 414 w 1120"/>
                <a:gd name="T111" fmla="*/ 667 h 2926"/>
                <a:gd name="T112" fmla="*/ 416 w 1120"/>
                <a:gd name="T113" fmla="*/ 565 h 2926"/>
                <a:gd name="T114" fmla="*/ 440 w 1120"/>
                <a:gd name="T115" fmla="*/ 627 h 2926"/>
                <a:gd name="T116" fmla="*/ 486 w 1120"/>
                <a:gd name="T117" fmla="*/ 884 h 2926"/>
                <a:gd name="T118" fmla="*/ 489 w 1120"/>
                <a:gd name="T119" fmla="*/ 884 h 2926"/>
                <a:gd name="T120" fmla="*/ 490 w 1120"/>
                <a:gd name="T121" fmla="*/ 883 h 2926"/>
                <a:gd name="T122" fmla="*/ 534 w 1120"/>
                <a:gd name="T123" fmla="*/ 861 h 2926"/>
                <a:gd name="T124" fmla="*/ 348 w 1120"/>
                <a:gd name="T125" fmla="*/ 159 h 292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1120" h="2926">
                  <a:moveTo>
                    <a:pt x="1111" y="1628"/>
                  </a:moveTo>
                  <a:cubicBezTo>
                    <a:pt x="1106" y="1614"/>
                    <a:pt x="1105" y="1598"/>
                    <a:pt x="1100" y="1592"/>
                  </a:cubicBezTo>
                  <a:cubicBezTo>
                    <a:pt x="1095" y="1586"/>
                    <a:pt x="1087" y="1551"/>
                    <a:pt x="1078" y="1540"/>
                  </a:cubicBezTo>
                  <a:cubicBezTo>
                    <a:pt x="1069" y="1528"/>
                    <a:pt x="1035" y="1477"/>
                    <a:pt x="1026" y="1469"/>
                  </a:cubicBezTo>
                  <a:cubicBezTo>
                    <a:pt x="1023" y="1464"/>
                    <a:pt x="1025" y="1444"/>
                    <a:pt x="1021" y="1430"/>
                  </a:cubicBezTo>
                  <a:cubicBezTo>
                    <a:pt x="1017" y="1416"/>
                    <a:pt x="1018" y="1402"/>
                    <a:pt x="1014" y="1386"/>
                  </a:cubicBezTo>
                  <a:cubicBezTo>
                    <a:pt x="1010" y="1369"/>
                    <a:pt x="1010" y="1337"/>
                    <a:pt x="1009" y="1315"/>
                  </a:cubicBezTo>
                  <a:cubicBezTo>
                    <a:pt x="1007" y="1277"/>
                    <a:pt x="1007" y="1129"/>
                    <a:pt x="985" y="1075"/>
                  </a:cubicBezTo>
                  <a:cubicBezTo>
                    <a:pt x="981" y="1058"/>
                    <a:pt x="976" y="1031"/>
                    <a:pt x="977" y="992"/>
                  </a:cubicBezTo>
                  <a:cubicBezTo>
                    <a:pt x="975" y="886"/>
                    <a:pt x="951" y="825"/>
                    <a:pt x="953" y="792"/>
                  </a:cubicBezTo>
                  <a:cubicBezTo>
                    <a:pt x="960" y="744"/>
                    <a:pt x="949" y="693"/>
                    <a:pt x="940" y="653"/>
                  </a:cubicBezTo>
                  <a:cubicBezTo>
                    <a:pt x="921" y="567"/>
                    <a:pt x="879" y="544"/>
                    <a:pt x="860" y="540"/>
                  </a:cubicBezTo>
                  <a:cubicBezTo>
                    <a:pt x="840" y="536"/>
                    <a:pt x="810" y="533"/>
                    <a:pt x="797" y="520"/>
                  </a:cubicBezTo>
                  <a:cubicBezTo>
                    <a:pt x="787" y="512"/>
                    <a:pt x="720" y="481"/>
                    <a:pt x="701" y="479"/>
                  </a:cubicBezTo>
                  <a:cubicBezTo>
                    <a:pt x="651" y="470"/>
                    <a:pt x="660" y="380"/>
                    <a:pt x="660" y="362"/>
                  </a:cubicBezTo>
                  <a:cubicBezTo>
                    <a:pt x="660" y="362"/>
                    <a:pt x="660" y="362"/>
                    <a:pt x="660" y="362"/>
                  </a:cubicBezTo>
                  <a:cubicBezTo>
                    <a:pt x="660" y="362"/>
                    <a:pt x="660" y="362"/>
                    <a:pt x="660" y="362"/>
                  </a:cubicBezTo>
                  <a:cubicBezTo>
                    <a:pt x="661" y="360"/>
                    <a:pt x="661" y="358"/>
                    <a:pt x="662" y="357"/>
                  </a:cubicBezTo>
                  <a:cubicBezTo>
                    <a:pt x="662" y="357"/>
                    <a:pt x="662" y="356"/>
                    <a:pt x="662" y="356"/>
                  </a:cubicBezTo>
                  <a:cubicBezTo>
                    <a:pt x="663" y="355"/>
                    <a:pt x="663" y="353"/>
                    <a:pt x="664" y="351"/>
                  </a:cubicBezTo>
                  <a:cubicBezTo>
                    <a:pt x="664" y="350"/>
                    <a:pt x="664" y="350"/>
                    <a:pt x="664" y="350"/>
                  </a:cubicBezTo>
                  <a:cubicBezTo>
                    <a:pt x="665" y="348"/>
                    <a:pt x="665" y="346"/>
                    <a:pt x="666" y="344"/>
                  </a:cubicBezTo>
                  <a:cubicBezTo>
                    <a:pt x="666" y="344"/>
                    <a:pt x="666" y="344"/>
                    <a:pt x="666" y="343"/>
                  </a:cubicBezTo>
                  <a:cubicBezTo>
                    <a:pt x="666" y="341"/>
                    <a:pt x="667" y="339"/>
                    <a:pt x="667" y="337"/>
                  </a:cubicBezTo>
                  <a:cubicBezTo>
                    <a:pt x="667" y="337"/>
                    <a:pt x="667" y="337"/>
                    <a:pt x="668" y="337"/>
                  </a:cubicBezTo>
                  <a:cubicBezTo>
                    <a:pt x="668" y="334"/>
                    <a:pt x="669" y="332"/>
                    <a:pt x="669" y="330"/>
                  </a:cubicBezTo>
                  <a:cubicBezTo>
                    <a:pt x="669" y="330"/>
                    <a:pt x="669" y="330"/>
                    <a:pt x="669" y="330"/>
                  </a:cubicBezTo>
                  <a:cubicBezTo>
                    <a:pt x="669" y="328"/>
                    <a:pt x="670" y="325"/>
                    <a:pt x="670" y="323"/>
                  </a:cubicBezTo>
                  <a:cubicBezTo>
                    <a:pt x="670" y="323"/>
                    <a:pt x="670" y="323"/>
                    <a:pt x="670" y="323"/>
                  </a:cubicBezTo>
                  <a:cubicBezTo>
                    <a:pt x="671" y="321"/>
                    <a:pt x="671" y="319"/>
                    <a:pt x="671" y="317"/>
                  </a:cubicBezTo>
                  <a:cubicBezTo>
                    <a:pt x="671" y="317"/>
                    <a:pt x="671" y="317"/>
                    <a:pt x="671" y="317"/>
                  </a:cubicBezTo>
                  <a:cubicBezTo>
                    <a:pt x="672" y="315"/>
                    <a:pt x="672" y="313"/>
                    <a:pt x="672" y="312"/>
                  </a:cubicBezTo>
                  <a:cubicBezTo>
                    <a:pt x="672" y="312"/>
                    <a:pt x="672" y="312"/>
                    <a:pt x="672" y="312"/>
                  </a:cubicBezTo>
                  <a:cubicBezTo>
                    <a:pt x="672" y="311"/>
                    <a:pt x="672" y="310"/>
                    <a:pt x="672" y="310"/>
                  </a:cubicBezTo>
                  <a:cubicBezTo>
                    <a:pt x="672" y="310"/>
                    <a:pt x="672" y="310"/>
                    <a:pt x="672" y="310"/>
                  </a:cubicBezTo>
                  <a:cubicBezTo>
                    <a:pt x="674" y="309"/>
                    <a:pt x="676" y="308"/>
                    <a:pt x="679" y="306"/>
                  </a:cubicBezTo>
                  <a:cubicBezTo>
                    <a:pt x="679" y="306"/>
                    <a:pt x="679" y="306"/>
                    <a:pt x="679" y="306"/>
                  </a:cubicBezTo>
                  <a:cubicBezTo>
                    <a:pt x="680" y="305"/>
                    <a:pt x="680" y="305"/>
                    <a:pt x="681" y="305"/>
                  </a:cubicBezTo>
                  <a:cubicBezTo>
                    <a:pt x="681" y="304"/>
                    <a:pt x="681" y="304"/>
                    <a:pt x="681" y="304"/>
                  </a:cubicBezTo>
                  <a:cubicBezTo>
                    <a:pt x="682" y="304"/>
                    <a:pt x="682" y="303"/>
                    <a:pt x="682" y="303"/>
                  </a:cubicBezTo>
                  <a:cubicBezTo>
                    <a:pt x="683" y="303"/>
                    <a:pt x="683" y="302"/>
                    <a:pt x="683" y="302"/>
                  </a:cubicBezTo>
                  <a:cubicBezTo>
                    <a:pt x="683" y="302"/>
                    <a:pt x="684" y="302"/>
                    <a:pt x="684" y="301"/>
                  </a:cubicBezTo>
                  <a:cubicBezTo>
                    <a:pt x="684" y="301"/>
                    <a:pt x="685" y="300"/>
                    <a:pt x="685" y="300"/>
                  </a:cubicBezTo>
                  <a:cubicBezTo>
                    <a:pt x="688" y="296"/>
                    <a:pt x="689" y="291"/>
                    <a:pt x="693" y="286"/>
                  </a:cubicBezTo>
                  <a:cubicBezTo>
                    <a:pt x="696" y="280"/>
                    <a:pt x="695" y="276"/>
                    <a:pt x="698" y="267"/>
                  </a:cubicBezTo>
                  <a:cubicBezTo>
                    <a:pt x="701" y="258"/>
                    <a:pt x="703" y="244"/>
                    <a:pt x="703" y="239"/>
                  </a:cubicBezTo>
                  <a:cubicBezTo>
                    <a:pt x="703" y="233"/>
                    <a:pt x="709" y="218"/>
                    <a:pt x="709" y="211"/>
                  </a:cubicBezTo>
                  <a:cubicBezTo>
                    <a:pt x="709" y="206"/>
                    <a:pt x="707" y="202"/>
                    <a:pt x="705" y="201"/>
                  </a:cubicBezTo>
                  <a:cubicBezTo>
                    <a:pt x="705" y="201"/>
                    <a:pt x="705" y="201"/>
                    <a:pt x="705" y="201"/>
                  </a:cubicBezTo>
                  <a:cubicBezTo>
                    <a:pt x="705" y="201"/>
                    <a:pt x="706" y="201"/>
                    <a:pt x="706" y="200"/>
                  </a:cubicBezTo>
                  <a:cubicBezTo>
                    <a:pt x="706" y="200"/>
                    <a:pt x="706" y="200"/>
                    <a:pt x="706" y="200"/>
                  </a:cubicBezTo>
                  <a:cubicBezTo>
                    <a:pt x="706" y="200"/>
                    <a:pt x="706" y="200"/>
                    <a:pt x="706" y="200"/>
                  </a:cubicBezTo>
                  <a:cubicBezTo>
                    <a:pt x="707" y="200"/>
                    <a:pt x="707" y="199"/>
                    <a:pt x="707" y="199"/>
                  </a:cubicBezTo>
                  <a:cubicBezTo>
                    <a:pt x="707" y="192"/>
                    <a:pt x="704" y="175"/>
                    <a:pt x="705" y="168"/>
                  </a:cubicBezTo>
                  <a:cubicBezTo>
                    <a:pt x="705" y="163"/>
                    <a:pt x="706" y="148"/>
                    <a:pt x="706" y="142"/>
                  </a:cubicBezTo>
                  <a:cubicBezTo>
                    <a:pt x="706" y="131"/>
                    <a:pt x="700" y="120"/>
                    <a:pt x="697" y="110"/>
                  </a:cubicBezTo>
                  <a:cubicBezTo>
                    <a:pt x="694" y="99"/>
                    <a:pt x="694" y="87"/>
                    <a:pt x="691" y="77"/>
                  </a:cubicBezTo>
                  <a:cubicBezTo>
                    <a:pt x="687" y="64"/>
                    <a:pt x="678" y="56"/>
                    <a:pt x="666" y="49"/>
                  </a:cubicBezTo>
                  <a:cubicBezTo>
                    <a:pt x="657" y="44"/>
                    <a:pt x="646" y="43"/>
                    <a:pt x="641" y="35"/>
                  </a:cubicBezTo>
                  <a:cubicBezTo>
                    <a:pt x="638" y="31"/>
                    <a:pt x="641" y="30"/>
                    <a:pt x="635" y="27"/>
                  </a:cubicBezTo>
                  <a:cubicBezTo>
                    <a:pt x="632" y="25"/>
                    <a:pt x="626" y="24"/>
                    <a:pt x="623" y="23"/>
                  </a:cubicBezTo>
                  <a:cubicBezTo>
                    <a:pt x="614" y="21"/>
                    <a:pt x="602" y="16"/>
                    <a:pt x="604" y="5"/>
                  </a:cubicBezTo>
                  <a:cubicBezTo>
                    <a:pt x="591" y="2"/>
                    <a:pt x="570" y="13"/>
                    <a:pt x="559" y="2"/>
                  </a:cubicBezTo>
                  <a:cubicBezTo>
                    <a:pt x="551" y="2"/>
                    <a:pt x="551" y="2"/>
                    <a:pt x="551" y="2"/>
                  </a:cubicBezTo>
                  <a:cubicBezTo>
                    <a:pt x="544" y="4"/>
                    <a:pt x="535" y="3"/>
                    <a:pt x="528" y="0"/>
                  </a:cubicBezTo>
                  <a:cubicBezTo>
                    <a:pt x="525" y="6"/>
                    <a:pt x="511" y="12"/>
                    <a:pt x="503" y="12"/>
                  </a:cubicBezTo>
                  <a:cubicBezTo>
                    <a:pt x="493" y="12"/>
                    <a:pt x="482" y="14"/>
                    <a:pt x="476" y="23"/>
                  </a:cubicBezTo>
                  <a:cubicBezTo>
                    <a:pt x="480" y="22"/>
                    <a:pt x="485" y="20"/>
                    <a:pt x="487" y="23"/>
                  </a:cubicBezTo>
                  <a:cubicBezTo>
                    <a:pt x="461" y="37"/>
                    <a:pt x="429" y="57"/>
                    <a:pt x="426" y="89"/>
                  </a:cubicBezTo>
                  <a:cubicBezTo>
                    <a:pt x="425" y="103"/>
                    <a:pt x="418" y="114"/>
                    <a:pt x="417" y="128"/>
                  </a:cubicBezTo>
                  <a:cubicBezTo>
                    <a:pt x="416" y="142"/>
                    <a:pt x="405" y="149"/>
                    <a:pt x="410" y="163"/>
                  </a:cubicBezTo>
                  <a:cubicBezTo>
                    <a:pt x="409" y="172"/>
                    <a:pt x="412" y="172"/>
                    <a:pt x="412" y="180"/>
                  </a:cubicBezTo>
                  <a:cubicBezTo>
                    <a:pt x="409" y="189"/>
                    <a:pt x="417" y="200"/>
                    <a:pt x="417" y="200"/>
                  </a:cubicBezTo>
                  <a:cubicBezTo>
                    <a:pt x="417" y="200"/>
                    <a:pt x="417" y="200"/>
                    <a:pt x="417" y="200"/>
                  </a:cubicBezTo>
                  <a:cubicBezTo>
                    <a:pt x="416" y="200"/>
                    <a:pt x="415" y="202"/>
                    <a:pt x="414" y="204"/>
                  </a:cubicBezTo>
                  <a:cubicBezTo>
                    <a:pt x="414" y="204"/>
                    <a:pt x="414" y="204"/>
                    <a:pt x="414" y="204"/>
                  </a:cubicBezTo>
                  <a:cubicBezTo>
                    <a:pt x="413" y="205"/>
                    <a:pt x="413" y="205"/>
                    <a:pt x="413" y="206"/>
                  </a:cubicBezTo>
                  <a:cubicBezTo>
                    <a:pt x="413" y="207"/>
                    <a:pt x="413" y="207"/>
                    <a:pt x="413" y="207"/>
                  </a:cubicBezTo>
                  <a:cubicBezTo>
                    <a:pt x="412" y="208"/>
                    <a:pt x="412" y="209"/>
                    <a:pt x="412" y="211"/>
                  </a:cubicBezTo>
                  <a:cubicBezTo>
                    <a:pt x="412" y="218"/>
                    <a:pt x="419" y="233"/>
                    <a:pt x="419" y="239"/>
                  </a:cubicBezTo>
                  <a:cubicBezTo>
                    <a:pt x="419" y="244"/>
                    <a:pt x="420" y="258"/>
                    <a:pt x="424" y="267"/>
                  </a:cubicBezTo>
                  <a:cubicBezTo>
                    <a:pt x="427" y="276"/>
                    <a:pt x="425" y="280"/>
                    <a:pt x="429" y="286"/>
                  </a:cubicBezTo>
                  <a:cubicBezTo>
                    <a:pt x="432" y="291"/>
                    <a:pt x="433" y="296"/>
                    <a:pt x="436" y="300"/>
                  </a:cubicBezTo>
                  <a:cubicBezTo>
                    <a:pt x="437" y="300"/>
                    <a:pt x="437" y="301"/>
                    <a:pt x="437" y="301"/>
                  </a:cubicBezTo>
                  <a:cubicBezTo>
                    <a:pt x="438" y="302"/>
                    <a:pt x="438" y="302"/>
                    <a:pt x="438" y="302"/>
                  </a:cubicBezTo>
                  <a:cubicBezTo>
                    <a:pt x="438" y="302"/>
                    <a:pt x="439" y="303"/>
                    <a:pt x="439" y="303"/>
                  </a:cubicBezTo>
                  <a:cubicBezTo>
                    <a:pt x="439" y="303"/>
                    <a:pt x="440" y="304"/>
                    <a:pt x="440" y="304"/>
                  </a:cubicBezTo>
                  <a:cubicBezTo>
                    <a:pt x="440" y="304"/>
                    <a:pt x="441" y="305"/>
                    <a:pt x="441" y="305"/>
                  </a:cubicBezTo>
                  <a:cubicBezTo>
                    <a:pt x="441" y="305"/>
                    <a:pt x="442" y="306"/>
                    <a:pt x="442" y="306"/>
                  </a:cubicBezTo>
                  <a:cubicBezTo>
                    <a:pt x="442" y="306"/>
                    <a:pt x="443" y="306"/>
                    <a:pt x="443" y="306"/>
                  </a:cubicBezTo>
                  <a:cubicBezTo>
                    <a:pt x="445" y="308"/>
                    <a:pt x="448" y="310"/>
                    <a:pt x="449" y="310"/>
                  </a:cubicBezTo>
                  <a:cubicBezTo>
                    <a:pt x="449" y="310"/>
                    <a:pt x="449" y="310"/>
                    <a:pt x="449" y="310"/>
                  </a:cubicBezTo>
                  <a:cubicBezTo>
                    <a:pt x="449" y="312"/>
                    <a:pt x="450" y="314"/>
                    <a:pt x="450" y="316"/>
                  </a:cubicBezTo>
                  <a:cubicBezTo>
                    <a:pt x="450" y="316"/>
                    <a:pt x="450" y="316"/>
                    <a:pt x="450" y="316"/>
                  </a:cubicBezTo>
                  <a:cubicBezTo>
                    <a:pt x="450" y="317"/>
                    <a:pt x="450" y="318"/>
                    <a:pt x="450" y="319"/>
                  </a:cubicBezTo>
                  <a:cubicBezTo>
                    <a:pt x="450" y="319"/>
                    <a:pt x="450" y="319"/>
                    <a:pt x="450" y="319"/>
                  </a:cubicBezTo>
                  <a:cubicBezTo>
                    <a:pt x="450" y="320"/>
                    <a:pt x="450" y="321"/>
                    <a:pt x="450" y="322"/>
                  </a:cubicBezTo>
                  <a:cubicBezTo>
                    <a:pt x="450" y="322"/>
                    <a:pt x="450" y="322"/>
                    <a:pt x="450" y="322"/>
                  </a:cubicBezTo>
                  <a:cubicBezTo>
                    <a:pt x="450" y="323"/>
                    <a:pt x="451" y="324"/>
                    <a:pt x="451" y="326"/>
                  </a:cubicBezTo>
                  <a:cubicBezTo>
                    <a:pt x="451" y="326"/>
                    <a:pt x="451" y="326"/>
                    <a:pt x="451" y="326"/>
                  </a:cubicBezTo>
                  <a:cubicBezTo>
                    <a:pt x="451" y="327"/>
                    <a:pt x="451" y="328"/>
                    <a:pt x="451" y="329"/>
                  </a:cubicBezTo>
                  <a:cubicBezTo>
                    <a:pt x="451" y="329"/>
                    <a:pt x="451" y="330"/>
                    <a:pt x="451" y="330"/>
                  </a:cubicBezTo>
                  <a:cubicBezTo>
                    <a:pt x="451" y="331"/>
                    <a:pt x="452" y="332"/>
                    <a:pt x="452" y="333"/>
                  </a:cubicBezTo>
                  <a:cubicBezTo>
                    <a:pt x="452" y="333"/>
                    <a:pt x="452" y="333"/>
                    <a:pt x="452" y="334"/>
                  </a:cubicBezTo>
                  <a:cubicBezTo>
                    <a:pt x="452" y="335"/>
                    <a:pt x="452" y="336"/>
                    <a:pt x="452" y="336"/>
                  </a:cubicBezTo>
                  <a:cubicBezTo>
                    <a:pt x="452" y="337"/>
                    <a:pt x="452" y="337"/>
                    <a:pt x="453" y="338"/>
                  </a:cubicBezTo>
                  <a:cubicBezTo>
                    <a:pt x="453" y="339"/>
                    <a:pt x="453" y="339"/>
                    <a:pt x="453" y="340"/>
                  </a:cubicBezTo>
                  <a:cubicBezTo>
                    <a:pt x="453" y="341"/>
                    <a:pt x="453" y="341"/>
                    <a:pt x="453" y="342"/>
                  </a:cubicBezTo>
                  <a:cubicBezTo>
                    <a:pt x="453" y="342"/>
                    <a:pt x="454" y="343"/>
                    <a:pt x="454" y="344"/>
                  </a:cubicBezTo>
                  <a:cubicBezTo>
                    <a:pt x="454" y="344"/>
                    <a:pt x="454" y="345"/>
                    <a:pt x="454" y="345"/>
                  </a:cubicBezTo>
                  <a:cubicBezTo>
                    <a:pt x="454" y="346"/>
                    <a:pt x="454" y="347"/>
                    <a:pt x="454" y="347"/>
                  </a:cubicBezTo>
                  <a:cubicBezTo>
                    <a:pt x="455" y="348"/>
                    <a:pt x="455" y="348"/>
                    <a:pt x="455" y="349"/>
                  </a:cubicBezTo>
                  <a:cubicBezTo>
                    <a:pt x="455" y="349"/>
                    <a:pt x="455" y="350"/>
                    <a:pt x="455" y="351"/>
                  </a:cubicBezTo>
                  <a:cubicBezTo>
                    <a:pt x="455" y="351"/>
                    <a:pt x="456" y="352"/>
                    <a:pt x="456" y="352"/>
                  </a:cubicBezTo>
                  <a:cubicBezTo>
                    <a:pt x="456" y="353"/>
                    <a:pt x="456" y="353"/>
                    <a:pt x="456" y="354"/>
                  </a:cubicBezTo>
                  <a:cubicBezTo>
                    <a:pt x="456" y="354"/>
                    <a:pt x="457" y="355"/>
                    <a:pt x="457" y="355"/>
                  </a:cubicBezTo>
                  <a:cubicBezTo>
                    <a:pt x="457" y="356"/>
                    <a:pt x="457" y="356"/>
                    <a:pt x="457" y="357"/>
                  </a:cubicBezTo>
                  <a:cubicBezTo>
                    <a:pt x="457" y="357"/>
                    <a:pt x="458" y="358"/>
                    <a:pt x="458" y="358"/>
                  </a:cubicBezTo>
                  <a:cubicBezTo>
                    <a:pt x="458" y="359"/>
                    <a:pt x="458" y="359"/>
                    <a:pt x="458" y="359"/>
                  </a:cubicBezTo>
                  <a:cubicBezTo>
                    <a:pt x="459" y="360"/>
                    <a:pt x="459" y="361"/>
                    <a:pt x="459" y="362"/>
                  </a:cubicBezTo>
                  <a:cubicBezTo>
                    <a:pt x="460" y="362"/>
                    <a:pt x="460" y="363"/>
                    <a:pt x="461" y="364"/>
                  </a:cubicBezTo>
                  <a:cubicBezTo>
                    <a:pt x="461" y="365"/>
                    <a:pt x="461" y="365"/>
                    <a:pt x="461" y="366"/>
                  </a:cubicBezTo>
                  <a:cubicBezTo>
                    <a:pt x="461" y="377"/>
                    <a:pt x="463" y="401"/>
                    <a:pt x="459" y="425"/>
                  </a:cubicBezTo>
                  <a:cubicBezTo>
                    <a:pt x="459" y="425"/>
                    <a:pt x="459" y="426"/>
                    <a:pt x="459" y="426"/>
                  </a:cubicBezTo>
                  <a:cubicBezTo>
                    <a:pt x="459" y="427"/>
                    <a:pt x="458" y="427"/>
                    <a:pt x="458" y="427"/>
                  </a:cubicBezTo>
                  <a:cubicBezTo>
                    <a:pt x="454" y="452"/>
                    <a:pt x="443" y="475"/>
                    <a:pt x="420" y="479"/>
                  </a:cubicBezTo>
                  <a:cubicBezTo>
                    <a:pt x="400" y="481"/>
                    <a:pt x="333" y="512"/>
                    <a:pt x="324" y="520"/>
                  </a:cubicBezTo>
                  <a:cubicBezTo>
                    <a:pt x="311" y="533"/>
                    <a:pt x="280" y="536"/>
                    <a:pt x="261" y="540"/>
                  </a:cubicBezTo>
                  <a:cubicBezTo>
                    <a:pt x="241" y="544"/>
                    <a:pt x="200" y="567"/>
                    <a:pt x="180" y="653"/>
                  </a:cubicBezTo>
                  <a:cubicBezTo>
                    <a:pt x="171" y="693"/>
                    <a:pt x="161" y="744"/>
                    <a:pt x="167" y="792"/>
                  </a:cubicBezTo>
                  <a:cubicBezTo>
                    <a:pt x="170" y="825"/>
                    <a:pt x="146" y="886"/>
                    <a:pt x="143" y="992"/>
                  </a:cubicBezTo>
                  <a:cubicBezTo>
                    <a:pt x="144" y="1031"/>
                    <a:pt x="140" y="1058"/>
                    <a:pt x="135" y="1075"/>
                  </a:cubicBezTo>
                  <a:cubicBezTo>
                    <a:pt x="113" y="1129"/>
                    <a:pt x="113" y="1277"/>
                    <a:pt x="112" y="1315"/>
                  </a:cubicBezTo>
                  <a:cubicBezTo>
                    <a:pt x="111" y="1337"/>
                    <a:pt x="111" y="1369"/>
                    <a:pt x="107" y="1386"/>
                  </a:cubicBezTo>
                  <a:cubicBezTo>
                    <a:pt x="103" y="1402"/>
                    <a:pt x="106" y="1416"/>
                    <a:pt x="101" y="1430"/>
                  </a:cubicBezTo>
                  <a:cubicBezTo>
                    <a:pt x="97" y="1444"/>
                    <a:pt x="99" y="1464"/>
                    <a:pt x="96" y="1469"/>
                  </a:cubicBezTo>
                  <a:cubicBezTo>
                    <a:pt x="88" y="1477"/>
                    <a:pt x="53" y="1528"/>
                    <a:pt x="44" y="1540"/>
                  </a:cubicBezTo>
                  <a:cubicBezTo>
                    <a:pt x="36" y="1551"/>
                    <a:pt x="26" y="1586"/>
                    <a:pt x="21" y="1592"/>
                  </a:cubicBezTo>
                  <a:cubicBezTo>
                    <a:pt x="16" y="1598"/>
                    <a:pt x="15" y="1614"/>
                    <a:pt x="9" y="1628"/>
                  </a:cubicBezTo>
                  <a:cubicBezTo>
                    <a:pt x="4" y="1641"/>
                    <a:pt x="0" y="1653"/>
                    <a:pt x="17" y="1652"/>
                  </a:cubicBezTo>
                  <a:cubicBezTo>
                    <a:pt x="31" y="1651"/>
                    <a:pt x="46" y="1627"/>
                    <a:pt x="49" y="1611"/>
                  </a:cubicBezTo>
                  <a:cubicBezTo>
                    <a:pt x="53" y="1609"/>
                    <a:pt x="61" y="1599"/>
                    <a:pt x="70" y="1589"/>
                  </a:cubicBezTo>
                  <a:cubicBezTo>
                    <a:pt x="68" y="1597"/>
                    <a:pt x="74" y="1606"/>
                    <a:pt x="81" y="1633"/>
                  </a:cubicBezTo>
                  <a:cubicBezTo>
                    <a:pt x="81" y="1642"/>
                    <a:pt x="89" y="1665"/>
                    <a:pt x="88" y="1675"/>
                  </a:cubicBezTo>
                  <a:cubicBezTo>
                    <a:pt x="87" y="1686"/>
                    <a:pt x="94" y="1714"/>
                    <a:pt x="97" y="1728"/>
                  </a:cubicBezTo>
                  <a:cubicBezTo>
                    <a:pt x="100" y="1742"/>
                    <a:pt x="113" y="1743"/>
                    <a:pt x="122" y="1739"/>
                  </a:cubicBezTo>
                  <a:cubicBezTo>
                    <a:pt x="122" y="1739"/>
                    <a:pt x="121" y="1751"/>
                    <a:pt x="134" y="1753"/>
                  </a:cubicBezTo>
                  <a:cubicBezTo>
                    <a:pt x="146" y="1755"/>
                    <a:pt x="148" y="1733"/>
                    <a:pt x="148" y="1733"/>
                  </a:cubicBezTo>
                  <a:cubicBezTo>
                    <a:pt x="148" y="1733"/>
                    <a:pt x="148" y="1741"/>
                    <a:pt x="157" y="1742"/>
                  </a:cubicBezTo>
                  <a:cubicBezTo>
                    <a:pt x="171" y="1742"/>
                    <a:pt x="173" y="1715"/>
                    <a:pt x="173" y="1715"/>
                  </a:cubicBezTo>
                  <a:cubicBezTo>
                    <a:pt x="173" y="1715"/>
                    <a:pt x="174" y="1716"/>
                    <a:pt x="174" y="1716"/>
                  </a:cubicBezTo>
                  <a:cubicBezTo>
                    <a:pt x="174" y="1716"/>
                    <a:pt x="174" y="1716"/>
                    <a:pt x="174" y="1716"/>
                  </a:cubicBezTo>
                  <a:cubicBezTo>
                    <a:pt x="174" y="1716"/>
                    <a:pt x="174" y="1717"/>
                    <a:pt x="174" y="1717"/>
                  </a:cubicBezTo>
                  <a:cubicBezTo>
                    <a:pt x="174" y="1716"/>
                    <a:pt x="174" y="1716"/>
                    <a:pt x="174" y="1716"/>
                  </a:cubicBezTo>
                  <a:cubicBezTo>
                    <a:pt x="174" y="1717"/>
                    <a:pt x="174" y="1717"/>
                    <a:pt x="174" y="1717"/>
                  </a:cubicBezTo>
                  <a:cubicBezTo>
                    <a:pt x="174" y="1717"/>
                    <a:pt x="174" y="1717"/>
                    <a:pt x="174" y="1717"/>
                  </a:cubicBezTo>
                  <a:cubicBezTo>
                    <a:pt x="174" y="1718"/>
                    <a:pt x="175" y="1718"/>
                    <a:pt x="175" y="1719"/>
                  </a:cubicBezTo>
                  <a:cubicBezTo>
                    <a:pt x="175" y="1719"/>
                    <a:pt x="176" y="1719"/>
                    <a:pt x="176" y="1719"/>
                  </a:cubicBezTo>
                  <a:cubicBezTo>
                    <a:pt x="176" y="1719"/>
                    <a:pt x="176" y="1719"/>
                    <a:pt x="176" y="1719"/>
                  </a:cubicBezTo>
                  <a:cubicBezTo>
                    <a:pt x="176" y="1720"/>
                    <a:pt x="177" y="1720"/>
                    <a:pt x="177" y="1720"/>
                  </a:cubicBezTo>
                  <a:cubicBezTo>
                    <a:pt x="177" y="1720"/>
                    <a:pt x="177" y="1720"/>
                    <a:pt x="177" y="1720"/>
                  </a:cubicBezTo>
                  <a:cubicBezTo>
                    <a:pt x="178" y="1720"/>
                    <a:pt x="178" y="1720"/>
                    <a:pt x="179" y="1720"/>
                  </a:cubicBezTo>
                  <a:cubicBezTo>
                    <a:pt x="179" y="1720"/>
                    <a:pt x="179" y="1720"/>
                    <a:pt x="179" y="1720"/>
                  </a:cubicBezTo>
                  <a:cubicBezTo>
                    <a:pt x="180" y="1720"/>
                    <a:pt x="180" y="1720"/>
                    <a:pt x="181" y="1720"/>
                  </a:cubicBezTo>
                  <a:cubicBezTo>
                    <a:pt x="188" y="1720"/>
                    <a:pt x="194" y="1691"/>
                    <a:pt x="197" y="1679"/>
                  </a:cubicBezTo>
                  <a:cubicBezTo>
                    <a:pt x="200" y="1667"/>
                    <a:pt x="205" y="1657"/>
                    <a:pt x="206" y="1647"/>
                  </a:cubicBezTo>
                  <a:cubicBezTo>
                    <a:pt x="207" y="1638"/>
                    <a:pt x="208" y="1632"/>
                    <a:pt x="216" y="1589"/>
                  </a:cubicBezTo>
                  <a:cubicBezTo>
                    <a:pt x="224" y="1546"/>
                    <a:pt x="199" y="1500"/>
                    <a:pt x="202" y="1486"/>
                  </a:cubicBezTo>
                  <a:cubicBezTo>
                    <a:pt x="206" y="1471"/>
                    <a:pt x="193" y="1449"/>
                    <a:pt x="195" y="1445"/>
                  </a:cubicBezTo>
                  <a:cubicBezTo>
                    <a:pt x="197" y="1441"/>
                    <a:pt x="201" y="1425"/>
                    <a:pt x="204" y="1409"/>
                  </a:cubicBezTo>
                  <a:cubicBezTo>
                    <a:pt x="206" y="1393"/>
                    <a:pt x="264" y="1251"/>
                    <a:pt x="270" y="1219"/>
                  </a:cubicBezTo>
                  <a:cubicBezTo>
                    <a:pt x="281" y="1159"/>
                    <a:pt x="281" y="1132"/>
                    <a:pt x="274" y="1090"/>
                  </a:cubicBezTo>
                  <a:cubicBezTo>
                    <a:pt x="275" y="1059"/>
                    <a:pt x="288" y="975"/>
                    <a:pt x="290" y="960"/>
                  </a:cubicBezTo>
                  <a:cubicBezTo>
                    <a:pt x="291" y="957"/>
                    <a:pt x="291" y="942"/>
                    <a:pt x="293" y="932"/>
                  </a:cubicBezTo>
                  <a:cubicBezTo>
                    <a:pt x="294" y="926"/>
                    <a:pt x="295" y="915"/>
                    <a:pt x="295" y="902"/>
                  </a:cubicBezTo>
                  <a:cubicBezTo>
                    <a:pt x="296" y="904"/>
                    <a:pt x="296" y="904"/>
                    <a:pt x="296" y="904"/>
                  </a:cubicBezTo>
                  <a:cubicBezTo>
                    <a:pt x="296" y="918"/>
                    <a:pt x="300" y="942"/>
                    <a:pt x="302" y="980"/>
                  </a:cubicBezTo>
                  <a:cubicBezTo>
                    <a:pt x="301" y="1011"/>
                    <a:pt x="316" y="1068"/>
                    <a:pt x="318" y="1098"/>
                  </a:cubicBezTo>
                  <a:cubicBezTo>
                    <a:pt x="314" y="1107"/>
                    <a:pt x="329" y="1264"/>
                    <a:pt x="329" y="1264"/>
                  </a:cubicBezTo>
                  <a:cubicBezTo>
                    <a:pt x="328" y="1265"/>
                    <a:pt x="328" y="1265"/>
                    <a:pt x="328" y="1265"/>
                  </a:cubicBezTo>
                  <a:cubicBezTo>
                    <a:pt x="328" y="1265"/>
                    <a:pt x="328" y="1265"/>
                    <a:pt x="328" y="1266"/>
                  </a:cubicBezTo>
                  <a:cubicBezTo>
                    <a:pt x="328" y="1266"/>
                    <a:pt x="328" y="1266"/>
                    <a:pt x="328" y="1266"/>
                  </a:cubicBezTo>
                  <a:cubicBezTo>
                    <a:pt x="326" y="1272"/>
                    <a:pt x="321" y="1288"/>
                    <a:pt x="317" y="1309"/>
                  </a:cubicBezTo>
                  <a:cubicBezTo>
                    <a:pt x="317" y="1309"/>
                    <a:pt x="317" y="1309"/>
                    <a:pt x="316" y="1310"/>
                  </a:cubicBezTo>
                  <a:cubicBezTo>
                    <a:pt x="316" y="1311"/>
                    <a:pt x="316" y="1313"/>
                    <a:pt x="315" y="1314"/>
                  </a:cubicBezTo>
                  <a:cubicBezTo>
                    <a:pt x="315" y="1315"/>
                    <a:pt x="315" y="1315"/>
                    <a:pt x="315" y="1316"/>
                  </a:cubicBezTo>
                  <a:cubicBezTo>
                    <a:pt x="315" y="1317"/>
                    <a:pt x="314" y="1319"/>
                    <a:pt x="314" y="1320"/>
                  </a:cubicBezTo>
                  <a:cubicBezTo>
                    <a:pt x="314" y="1321"/>
                    <a:pt x="314" y="1321"/>
                    <a:pt x="314" y="1322"/>
                  </a:cubicBezTo>
                  <a:cubicBezTo>
                    <a:pt x="313" y="1323"/>
                    <a:pt x="313" y="1325"/>
                    <a:pt x="313" y="1326"/>
                  </a:cubicBezTo>
                  <a:cubicBezTo>
                    <a:pt x="313" y="1327"/>
                    <a:pt x="312" y="1328"/>
                    <a:pt x="312" y="1328"/>
                  </a:cubicBezTo>
                  <a:cubicBezTo>
                    <a:pt x="312" y="1330"/>
                    <a:pt x="312" y="1331"/>
                    <a:pt x="311" y="1332"/>
                  </a:cubicBezTo>
                  <a:cubicBezTo>
                    <a:pt x="311" y="1333"/>
                    <a:pt x="311" y="1334"/>
                    <a:pt x="311" y="1335"/>
                  </a:cubicBezTo>
                  <a:cubicBezTo>
                    <a:pt x="311" y="1336"/>
                    <a:pt x="310" y="1337"/>
                    <a:pt x="310" y="1339"/>
                  </a:cubicBezTo>
                  <a:cubicBezTo>
                    <a:pt x="310" y="1340"/>
                    <a:pt x="310" y="1341"/>
                    <a:pt x="310" y="1341"/>
                  </a:cubicBezTo>
                  <a:cubicBezTo>
                    <a:pt x="309" y="1343"/>
                    <a:pt x="309" y="1344"/>
                    <a:pt x="309" y="1345"/>
                  </a:cubicBezTo>
                  <a:cubicBezTo>
                    <a:pt x="309" y="1346"/>
                    <a:pt x="308" y="1347"/>
                    <a:pt x="308" y="1348"/>
                  </a:cubicBezTo>
                  <a:cubicBezTo>
                    <a:pt x="308" y="1349"/>
                    <a:pt x="308" y="1350"/>
                    <a:pt x="307" y="1352"/>
                  </a:cubicBezTo>
                  <a:cubicBezTo>
                    <a:pt x="307" y="1353"/>
                    <a:pt x="307" y="1354"/>
                    <a:pt x="307" y="1355"/>
                  </a:cubicBezTo>
                  <a:cubicBezTo>
                    <a:pt x="307" y="1356"/>
                    <a:pt x="306" y="1357"/>
                    <a:pt x="306" y="1358"/>
                  </a:cubicBezTo>
                  <a:cubicBezTo>
                    <a:pt x="306" y="1359"/>
                    <a:pt x="306" y="1360"/>
                    <a:pt x="306" y="1361"/>
                  </a:cubicBezTo>
                  <a:cubicBezTo>
                    <a:pt x="305" y="1363"/>
                    <a:pt x="305" y="1364"/>
                    <a:pt x="305" y="1365"/>
                  </a:cubicBezTo>
                  <a:cubicBezTo>
                    <a:pt x="305" y="1366"/>
                    <a:pt x="304" y="1367"/>
                    <a:pt x="304" y="1368"/>
                  </a:cubicBezTo>
                  <a:cubicBezTo>
                    <a:pt x="304" y="1369"/>
                    <a:pt x="304" y="1370"/>
                    <a:pt x="304" y="1371"/>
                  </a:cubicBezTo>
                  <a:cubicBezTo>
                    <a:pt x="303" y="1372"/>
                    <a:pt x="303" y="1373"/>
                    <a:pt x="303" y="1375"/>
                  </a:cubicBezTo>
                  <a:cubicBezTo>
                    <a:pt x="303" y="1376"/>
                    <a:pt x="303" y="1377"/>
                    <a:pt x="303" y="1378"/>
                  </a:cubicBezTo>
                  <a:cubicBezTo>
                    <a:pt x="302" y="1379"/>
                    <a:pt x="302" y="1380"/>
                    <a:pt x="302" y="1381"/>
                  </a:cubicBezTo>
                  <a:cubicBezTo>
                    <a:pt x="302" y="1382"/>
                    <a:pt x="302" y="1383"/>
                    <a:pt x="301" y="1384"/>
                  </a:cubicBezTo>
                  <a:cubicBezTo>
                    <a:pt x="301" y="1385"/>
                    <a:pt x="301" y="1386"/>
                    <a:pt x="301" y="1387"/>
                  </a:cubicBezTo>
                  <a:cubicBezTo>
                    <a:pt x="301" y="1388"/>
                    <a:pt x="301" y="1389"/>
                    <a:pt x="300" y="1390"/>
                  </a:cubicBezTo>
                  <a:cubicBezTo>
                    <a:pt x="300" y="1391"/>
                    <a:pt x="300" y="1392"/>
                    <a:pt x="300" y="1393"/>
                  </a:cubicBezTo>
                  <a:cubicBezTo>
                    <a:pt x="300" y="1394"/>
                    <a:pt x="300" y="1395"/>
                    <a:pt x="299" y="1396"/>
                  </a:cubicBezTo>
                  <a:cubicBezTo>
                    <a:pt x="299" y="1397"/>
                    <a:pt x="299" y="1398"/>
                    <a:pt x="299" y="1399"/>
                  </a:cubicBezTo>
                  <a:cubicBezTo>
                    <a:pt x="299" y="1400"/>
                    <a:pt x="299" y="1401"/>
                    <a:pt x="299" y="1401"/>
                  </a:cubicBezTo>
                  <a:cubicBezTo>
                    <a:pt x="298" y="1403"/>
                    <a:pt x="298" y="1404"/>
                    <a:pt x="298" y="1405"/>
                  </a:cubicBezTo>
                  <a:cubicBezTo>
                    <a:pt x="298" y="1405"/>
                    <a:pt x="298" y="1406"/>
                    <a:pt x="298" y="1407"/>
                  </a:cubicBezTo>
                  <a:cubicBezTo>
                    <a:pt x="298" y="1408"/>
                    <a:pt x="298" y="1409"/>
                    <a:pt x="297" y="1410"/>
                  </a:cubicBezTo>
                  <a:cubicBezTo>
                    <a:pt x="297" y="1411"/>
                    <a:pt x="297" y="1411"/>
                    <a:pt x="297" y="1412"/>
                  </a:cubicBezTo>
                  <a:cubicBezTo>
                    <a:pt x="297" y="1413"/>
                    <a:pt x="297" y="1414"/>
                    <a:pt x="297" y="1415"/>
                  </a:cubicBezTo>
                  <a:cubicBezTo>
                    <a:pt x="297" y="1415"/>
                    <a:pt x="297" y="1416"/>
                    <a:pt x="297" y="1417"/>
                  </a:cubicBezTo>
                  <a:cubicBezTo>
                    <a:pt x="296" y="1418"/>
                    <a:pt x="296" y="1419"/>
                    <a:pt x="296" y="1419"/>
                  </a:cubicBezTo>
                  <a:cubicBezTo>
                    <a:pt x="296" y="1420"/>
                    <a:pt x="296" y="1421"/>
                    <a:pt x="296" y="1421"/>
                  </a:cubicBezTo>
                  <a:cubicBezTo>
                    <a:pt x="296" y="1422"/>
                    <a:pt x="296" y="1423"/>
                    <a:pt x="296" y="1424"/>
                  </a:cubicBezTo>
                  <a:cubicBezTo>
                    <a:pt x="296" y="1424"/>
                    <a:pt x="296" y="1425"/>
                    <a:pt x="296" y="1425"/>
                  </a:cubicBezTo>
                  <a:cubicBezTo>
                    <a:pt x="296" y="1427"/>
                    <a:pt x="296" y="1428"/>
                    <a:pt x="296" y="1429"/>
                  </a:cubicBezTo>
                  <a:cubicBezTo>
                    <a:pt x="293" y="1447"/>
                    <a:pt x="300" y="1472"/>
                    <a:pt x="298" y="1512"/>
                  </a:cubicBezTo>
                  <a:cubicBezTo>
                    <a:pt x="295" y="1562"/>
                    <a:pt x="251" y="1762"/>
                    <a:pt x="333" y="2014"/>
                  </a:cubicBezTo>
                  <a:cubicBezTo>
                    <a:pt x="338" y="2029"/>
                    <a:pt x="338" y="2079"/>
                    <a:pt x="344" y="2107"/>
                  </a:cubicBezTo>
                  <a:cubicBezTo>
                    <a:pt x="345" y="2114"/>
                    <a:pt x="359" y="2145"/>
                    <a:pt x="360" y="2189"/>
                  </a:cubicBezTo>
                  <a:cubicBezTo>
                    <a:pt x="361" y="2259"/>
                    <a:pt x="354" y="2349"/>
                    <a:pt x="356" y="2399"/>
                  </a:cubicBezTo>
                  <a:cubicBezTo>
                    <a:pt x="359" y="2481"/>
                    <a:pt x="393" y="2556"/>
                    <a:pt x="406" y="2609"/>
                  </a:cubicBezTo>
                  <a:cubicBezTo>
                    <a:pt x="420" y="2661"/>
                    <a:pt x="425" y="2703"/>
                    <a:pt x="422" y="2713"/>
                  </a:cubicBezTo>
                  <a:cubicBezTo>
                    <a:pt x="420" y="2722"/>
                    <a:pt x="418" y="2740"/>
                    <a:pt x="425" y="2755"/>
                  </a:cubicBezTo>
                  <a:cubicBezTo>
                    <a:pt x="426" y="2756"/>
                    <a:pt x="402" y="2808"/>
                    <a:pt x="389" y="2817"/>
                  </a:cubicBezTo>
                  <a:cubicBezTo>
                    <a:pt x="377" y="2827"/>
                    <a:pt x="373" y="2835"/>
                    <a:pt x="364" y="2840"/>
                  </a:cubicBezTo>
                  <a:cubicBezTo>
                    <a:pt x="354" y="2845"/>
                    <a:pt x="349" y="2850"/>
                    <a:pt x="345" y="2861"/>
                  </a:cubicBezTo>
                  <a:cubicBezTo>
                    <a:pt x="342" y="2869"/>
                    <a:pt x="333" y="2881"/>
                    <a:pt x="340" y="2887"/>
                  </a:cubicBezTo>
                  <a:cubicBezTo>
                    <a:pt x="341" y="2888"/>
                    <a:pt x="342" y="2888"/>
                    <a:pt x="343" y="2889"/>
                  </a:cubicBezTo>
                  <a:cubicBezTo>
                    <a:pt x="344" y="2889"/>
                    <a:pt x="344" y="2889"/>
                    <a:pt x="344" y="2889"/>
                  </a:cubicBezTo>
                  <a:cubicBezTo>
                    <a:pt x="343" y="2892"/>
                    <a:pt x="343" y="2894"/>
                    <a:pt x="344" y="2896"/>
                  </a:cubicBezTo>
                  <a:cubicBezTo>
                    <a:pt x="348" y="2903"/>
                    <a:pt x="355" y="2905"/>
                    <a:pt x="364" y="2904"/>
                  </a:cubicBezTo>
                  <a:cubicBezTo>
                    <a:pt x="365" y="2902"/>
                    <a:pt x="365" y="2902"/>
                    <a:pt x="365" y="2902"/>
                  </a:cubicBezTo>
                  <a:cubicBezTo>
                    <a:pt x="366" y="2905"/>
                    <a:pt x="366" y="2908"/>
                    <a:pt x="368" y="2910"/>
                  </a:cubicBezTo>
                  <a:cubicBezTo>
                    <a:pt x="374" y="2919"/>
                    <a:pt x="394" y="2923"/>
                    <a:pt x="402" y="2915"/>
                  </a:cubicBezTo>
                  <a:cubicBezTo>
                    <a:pt x="403" y="2916"/>
                    <a:pt x="404" y="2916"/>
                    <a:pt x="406" y="2917"/>
                  </a:cubicBezTo>
                  <a:cubicBezTo>
                    <a:pt x="407" y="2917"/>
                    <a:pt x="408" y="2917"/>
                    <a:pt x="409" y="2918"/>
                  </a:cubicBezTo>
                  <a:cubicBezTo>
                    <a:pt x="410" y="2918"/>
                    <a:pt x="410" y="2918"/>
                    <a:pt x="411" y="2918"/>
                  </a:cubicBezTo>
                  <a:cubicBezTo>
                    <a:pt x="413" y="2919"/>
                    <a:pt x="414" y="2919"/>
                    <a:pt x="416" y="2919"/>
                  </a:cubicBezTo>
                  <a:cubicBezTo>
                    <a:pt x="416" y="2919"/>
                    <a:pt x="416" y="2919"/>
                    <a:pt x="416" y="2919"/>
                  </a:cubicBezTo>
                  <a:cubicBezTo>
                    <a:pt x="425" y="2920"/>
                    <a:pt x="435" y="2918"/>
                    <a:pt x="440" y="2913"/>
                  </a:cubicBezTo>
                  <a:cubicBezTo>
                    <a:pt x="440" y="2912"/>
                    <a:pt x="440" y="2912"/>
                    <a:pt x="440" y="2912"/>
                  </a:cubicBezTo>
                  <a:cubicBezTo>
                    <a:pt x="440" y="2913"/>
                    <a:pt x="441" y="2913"/>
                    <a:pt x="441" y="2914"/>
                  </a:cubicBezTo>
                  <a:cubicBezTo>
                    <a:pt x="441" y="2913"/>
                    <a:pt x="441" y="2913"/>
                    <a:pt x="441" y="2913"/>
                  </a:cubicBezTo>
                  <a:cubicBezTo>
                    <a:pt x="446" y="2925"/>
                    <a:pt x="462" y="2926"/>
                    <a:pt x="475" y="2924"/>
                  </a:cubicBezTo>
                  <a:cubicBezTo>
                    <a:pt x="475" y="2924"/>
                    <a:pt x="475" y="2924"/>
                    <a:pt x="475" y="2924"/>
                  </a:cubicBezTo>
                  <a:cubicBezTo>
                    <a:pt x="476" y="2924"/>
                    <a:pt x="477" y="2924"/>
                    <a:pt x="478" y="2924"/>
                  </a:cubicBezTo>
                  <a:cubicBezTo>
                    <a:pt x="478" y="2924"/>
                    <a:pt x="479" y="2923"/>
                    <a:pt x="479" y="2923"/>
                  </a:cubicBezTo>
                  <a:cubicBezTo>
                    <a:pt x="480" y="2923"/>
                    <a:pt x="480" y="2923"/>
                    <a:pt x="481" y="2923"/>
                  </a:cubicBezTo>
                  <a:cubicBezTo>
                    <a:pt x="482" y="2923"/>
                    <a:pt x="482" y="2923"/>
                    <a:pt x="483" y="2923"/>
                  </a:cubicBezTo>
                  <a:cubicBezTo>
                    <a:pt x="485" y="2922"/>
                    <a:pt x="486" y="2922"/>
                    <a:pt x="488" y="2922"/>
                  </a:cubicBezTo>
                  <a:cubicBezTo>
                    <a:pt x="488" y="2921"/>
                    <a:pt x="489" y="2921"/>
                    <a:pt x="489" y="2921"/>
                  </a:cubicBezTo>
                  <a:cubicBezTo>
                    <a:pt x="490" y="2921"/>
                    <a:pt x="491" y="2920"/>
                    <a:pt x="492" y="2920"/>
                  </a:cubicBezTo>
                  <a:cubicBezTo>
                    <a:pt x="492" y="2920"/>
                    <a:pt x="493" y="2919"/>
                    <a:pt x="493" y="2919"/>
                  </a:cubicBezTo>
                  <a:cubicBezTo>
                    <a:pt x="494" y="2919"/>
                    <a:pt x="495" y="2918"/>
                    <a:pt x="496" y="2918"/>
                  </a:cubicBezTo>
                  <a:cubicBezTo>
                    <a:pt x="496" y="2918"/>
                    <a:pt x="496" y="2917"/>
                    <a:pt x="497" y="2917"/>
                  </a:cubicBezTo>
                  <a:cubicBezTo>
                    <a:pt x="498" y="2917"/>
                    <a:pt x="498" y="2916"/>
                    <a:pt x="499" y="2916"/>
                  </a:cubicBezTo>
                  <a:cubicBezTo>
                    <a:pt x="499" y="2915"/>
                    <a:pt x="500" y="2915"/>
                    <a:pt x="500" y="2915"/>
                  </a:cubicBezTo>
                  <a:cubicBezTo>
                    <a:pt x="501" y="2914"/>
                    <a:pt x="501" y="2914"/>
                    <a:pt x="502" y="2913"/>
                  </a:cubicBezTo>
                  <a:cubicBezTo>
                    <a:pt x="502" y="2913"/>
                    <a:pt x="503" y="2913"/>
                    <a:pt x="503" y="2913"/>
                  </a:cubicBezTo>
                  <a:cubicBezTo>
                    <a:pt x="505" y="2911"/>
                    <a:pt x="506" y="2909"/>
                    <a:pt x="508" y="2908"/>
                  </a:cubicBezTo>
                  <a:cubicBezTo>
                    <a:pt x="508" y="2908"/>
                    <a:pt x="508" y="2908"/>
                    <a:pt x="508" y="2908"/>
                  </a:cubicBezTo>
                  <a:cubicBezTo>
                    <a:pt x="508" y="2908"/>
                    <a:pt x="508" y="2908"/>
                    <a:pt x="508" y="2908"/>
                  </a:cubicBezTo>
                  <a:cubicBezTo>
                    <a:pt x="509" y="2907"/>
                    <a:pt x="510" y="2906"/>
                    <a:pt x="511" y="2905"/>
                  </a:cubicBezTo>
                  <a:cubicBezTo>
                    <a:pt x="519" y="2899"/>
                    <a:pt x="525" y="2894"/>
                    <a:pt x="523" y="2879"/>
                  </a:cubicBezTo>
                  <a:cubicBezTo>
                    <a:pt x="520" y="2864"/>
                    <a:pt x="522" y="2864"/>
                    <a:pt x="524" y="2846"/>
                  </a:cubicBezTo>
                  <a:cubicBezTo>
                    <a:pt x="525" y="2835"/>
                    <a:pt x="534" y="2832"/>
                    <a:pt x="536" y="2815"/>
                  </a:cubicBezTo>
                  <a:cubicBezTo>
                    <a:pt x="537" y="2801"/>
                    <a:pt x="526" y="2741"/>
                    <a:pt x="527" y="2733"/>
                  </a:cubicBezTo>
                  <a:cubicBezTo>
                    <a:pt x="530" y="2715"/>
                    <a:pt x="517" y="2700"/>
                    <a:pt x="513" y="2669"/>
                  </a:cubicBezTo>
                  <a:cubicBezTo>
                    <a:pt x="508" y="2639"/>
                    <a:pt x="520" y="2535"/>
                    <a:pt x="520" y="2516"/>
                  </a:cubicBezTo>
                  <a:cubicBezTo>
                    <a:pt x="520" y="2480"/>
                    <a:pt x="539" y="2421"/>
                    <a:pt x="534" y="2348"/>
                  </a:cubicBezTo>
                  <a:cubicBezTo>
                    <a:pt x="531" y="2306"/>
                    <a:pt x="510" y="2177"/>
                    <a:pt x="510" y="2148"/>
                  </a:cubicBezTo>
                  <a:cubicBezTo>
                    <a:pt x="510" y="2143"/>
                    <a:pt x="509" y="2110"/>
                    <a:pt x="511" y="2105"/>
                  </a:cubicBezTo>
                  <a:cubicBezTo>
                    <a:pt x="517" y="2085"/>
                    <a:pt x="544" y="1849"/>
                    <a:pt x="544" y="1847"/>
                  </a:cubicBezTo>
                  <a:cubicBezTo>
                    <a:pt x="547" y="1823"/>
                    <a:pt x="555" y="1690"/>
                    <a:pt x="558" y="1646"/>
                  </a:cubicBezTo>
                  <a:cubicBezTo>
                    <a:pt x="559" y="1646"/>
                    <a:pt x="561" y="1646"/>
                    <a:pt x="562" y="1646"/>
                  </a:cubicBezTo>
                  <a:cubicBezTo>
                    <a:pt x="565" y="1689"/>
                    <a:pt x="573" y="1823"/>
                    <a:pt x="576" y="1847"/>
                  </a:cubicBezTo>
                  <a:cubicBezTo>
                    <a:pt x="576" y="1849"/>
                    <a:pt x="603" y="2085"/>
                    <a:pt x="609" y="2105"/>
                  </a:cubicBezTo>
                  <a:cubicBezTo>
                    <a:pt x="611" y="2110"/>
                    <a:pt x="610" y="2143"/>
                    <a:pt x="610" y="2148"/>
                  </a:cubicBezTo>
                  <a:cubicBezTo>
                    <a:pt x="610" y="2177"/>
                    <a:pt x="589" y="2306"/>
                    <a:pt x="586" y="2348"/>
                  </a:cubicBezTo>
                  <a:cubicBezTo>
                    <a:pt x="581" y="2421"/>
                    <a:pt x="600" y="2480"/>
                    <a:pt x="600" y="2516"/>
                  </a:cubicBezTo>
                  <a:cubicBezTo>
                    <a:pt x="600" y="2535"/>
                    <a:pt x="612" y="2639"/>
                    <a:pt x="607" y="2669"/>
                  </a:cubicBezTo>
                  <a:cubicBezTo>
                    <a:pt x="603" y="2700"/>
                    <a:pt x="590" y="2715"/>
                    <a:pt x="593" y="2733"/>
                  </a:cubicBezTo>
                  <a:cubicBezTo>
                    <a:pt x="594" y="2741"/>
                    <a:pt x="583" y="2801"/>
                    <a:pt x="584" y="2815"/>
                  </a:cubicBezTo>
                  <a:cubicBezTo>
                    <a:pt x="586" y="2832"/>
                    <a:pt x="595" y="2835"/>
                    <a:pt x="596" y="2846"/>
                  </a:cubicBezTo>
                  <a:cubicBezTo>
                    <a:pt x="598" y="2864"/>
                    <a:pt x="600" y="2864"/>
                    <a:pt x="597" y="2879"/>
                  </a:cubicBezTo>
                  <a:cubicBezTo>
                    <a:pt x="595" y="2894"/>
                    <a:pt x="601" y="2899"/>
                    <a:pt x="609" y="2905"/>
                  </a:cubicBezTo>
                  <a:cubicBezTo>
                    <a:pt x="610" y="2906"/>
                    <a:pt x="611" y="2907"/>
                    <a:pt x="612" y="2908"/>
                  </a:cubicBezTo>
                  <a:cubicBezTo>
                    <a:pt x="612" y="2908"/>
                    <a:pt x="612" y="2908"/>
                    <a:pt x="612" y="2908"/>
                  </a:cubicBezTo>
                  <a:cubicBezTo>
                    <a:pt x="612" y="2908"/>
                    <a:pt x="612" y="2908"/>
                    <a:pt x="612" y="2908"/>
                  </a:cubicBezTo>
                  <a:cubicBezTo>
                    <a:pt x="614" y="2909"/>
                    <a:pt x="615" y="2911"/>
                    <a:pt x="617" y="2913"/>
                  </a:cubicBezTo>
                  <a:cubicBezTo>
                    <a:pt x="617" y="2913"/>
                    <a:pt x="618" y="2913"/>
                    <a:pt x="618" y="2913"/>
                  </a:cubicBezTo>
                  <a:cubicBezTo>
                    <a:pt x="619" y="2914"/>
                    <a:pt x="619" y="2914"/>
                    <a:pt x="620" y="2915"/>
                  </a:cubicBezTo>
                  <a:cubicBezTo>
                    <a:pt x="620" y="2915"/>
                    <a:pt x="621" y="2915"/>
                    <a:pt x="621" y="2916"/>
                  </a:cubicBezTo>
                  <a:cubicBezTo>
                    <a:pt x="622" y="2916"/>
                    <a:pt x="622" y="2917"/>
                    <a:pt x="623" y="2917"/>
                  </a:cubicBezTo>
                  <a:cubicBezTo>
                    <a:pt x="624" y="2917"/>
                    <a:pt x="624" y="2918"/>
                    <a:pt x="624" y="2918"/>
                  </a:cubicBezTo>
                  <a:cubicBezTo>
                    <a:pt x="625" y="2918"/>
                    <a:pt x="626" y="2919"/>
                    <a:pt x="627" y="2919"/>
                  </a:cubicBezTo>
                  <a:cubicBezTo>
                    <a:pt x="627" y="2919"/>
                    <a:pt x="628" y="2920"/>
                    <a:pt x="628" y="2920"/>
                  </a:cubicBezTo>
                  <a:cubicBezTo>
                    <a:pt x="629" y="2920"/>
                    <a:pt x="630" y="2921"/>
                    <a:pt x="631" y="2921"/>
                  </a:cubicBezTo>
                  <a:cubicBezTo>
                    <a:pt x="631" y="2921"/>
                    <a:pt x="632" y="2921"/>
                    <a:pt x="632" y="2922"/>
                  </a:cubicBezTo>
                  <a:cubicBezTo>
                    <a:pt x="634" y="2922"/>
                    <a:pt x="635" y="2922"/>
                    <a:pt x="637" y="2923"/>
                  </a:cubicBezTo>
                  <a:cubicBezTo>
                    <a:pt x="638" y="2923"/>
                    <a:pt x="639" y="2923"/>
                    <a:pt x="639" y="2923"/>
                  </a:cubicBezTo>
                  <a:cubicBezTo>
                    <a:pt x="640" y="2923"/>
                    <a:pt x="640" y="2923"/>
                    <a:pt x="641" y="2923"/>
                  </a:cubicBezTo>
                  <a:cubicBezTo>
                    <a:pt x="641" y="2923"/>
                    <a:pt x="642" y="2924"/>
                    <a:pt x="642" y="2924"/>
                  </a:cubicBezTo>
                  <a:cubicBezTo>
                    <a:pt x="643" y="2924"/>
                    <a:pt x="644" y="2924"/>
                    <a:pt x="644" y="2924"/>
                  </a:cubicBezTo>
                  <a:cubicBezTo>
                    <a:pt x="645" y="2924"/>
                    <a:pt x="645" y="2924"/>
                    <a:pt x="645" y="2924"/>
                  </a:cubicBezTo>
                  <a:cubicBezTo>
                    <a:pt x="646" y="2924"/>
                    <a:pt x="647" y="2924"/>
                    <a:pt x="648" y="2924"/>
                  </a:cubicBezTo>
                  <a:cubicBezTo>
                    <a:pt x="648" y="2924"/>
                    <a:pt x="648" y="2924"/>
                    <a:pt x="648" y="2924"/>
                  </a:cubicBezTo>
                  <a:cubicBezTo>
                    <a:pt x="660" y="2925"/>
                    <a:pt x="674" y="2924"/>
                    <a:pt x="679" y="2914"/>
                  </a:cubicBezTo>
                  <a:cubicBezTo>
                    <a:pt x="679" y="2914"/>
                    <a:pt x="679" y="2914"/>
                    <a:pt x="679" y="2914"/>
                  </a:cubicBezTo>
                  <a:cubicBezTo>
                    <a:pt x="679" y="2914"/>
                    <a:pt x="679" y="2914"/>
                    <a:pt x="679" y="2914"/>
                  </a:cubicBezTo>
                  <a:cubicBezTo>
                    <a:pt x="679" y="2913"/>
                    <a:pt x="679" y="2913"/>
                    <a:pt x="680" y="2912"/>
                  </a:cubicBezTo>
                  <a:cubicBezTo>
                    <a:pt x="680" y="2912"/>
                    <a:pt x="680" y="2912"/>
                    <a:pt x="680" y="2912"/>
                  </a:cubicBezTo>
                  <a:cubicBezTo>
                    <a:pt x="685" y="2918"/>
                    <a:pt x="695" y="2920"/>
                    <a:pt x="704" y="2919"/>
                  </a:cubicBezTo>
                  <a:cubicBezTo>
                    <a:pt x="704" y="2919"/>
                    <a:pt x="704" y="2919"/>
                    <a:pt x="704" y="2919"/>
                  </a:cubicBezTo>
                  <a:cubicBezTo>
                    <a:pt x="706" y="2919"/>
                    <a:pt x="707" y="2919"/>
                    <a:pt x="709" y="2918"/>
                  </a:cubicBezTo>
                  <a:cubicBezTo>
                    <a:pt x="710" y="2918"/>
                    <a:pt x="710" y="2918"/>
                    <a:pt x="711" y="2918"/>
                  </a:cubicBezTo>
                  <a:cubicBezTo>
                    <a:pt x="712" y="2917"/>
                    <a:pt x="713" y="2917"/>
                    <a:pt x="714" y="2917"/>
                  </a:cubicBezTo>
                  <a:cubicBezTo>
                    <a:pt x="716" y="2916"/>
                    <a:pt x="717" y="2916"/>
                    <a:pt x="718" y="2915"/>
                  </a:cubicBezTo>
                  <a:cubicBezTo>
                    <a:pt x="726" y="2923"/>
                    <a:pt x="746" y="2919"/>
                    <a:pt x="752" y="2910"/>
                  </a:cubicBezTo>
                  <a:cubicBezTo>
                    <a:pt x="754" y="2908"/>
                    <a:pt x="754" y="2905"/>
                    <a:pt x="755" y="2903"/>
                  </a:cubicBezTo>
                  <a:cubicBezTo>
                    <a:pt x="756" y="2904"/>
                    <a:pt x="756" y="2904"/>
                    <a:pt x="756" y="2904"/>
                  </a:cubicBezTo>
                  <a:cubicBezTo>
                    <a:pt x="765" y="2905"/>
                    <a:pt x="775" y="2902"/>
                    <a:pt x="776" y="2896"/>
                  </a:cubicBezTo>
                  <a:cubicBezTo>
                    <a:pt x="777" y="2894"/>
                    <a:pt x="777" y="2892"/>
                    <a:pt x="777" y="2889"/>
                  </a:cubicBezTo>
                  <a:cubicBezTo>
                    <a:pt x="777" y="2889"/>
                    <a:pt x="777" y="2889"/>
                    <a:pt x="777" y="2889"/>
                  </a:cubicBezTo>
                  <a:cubicBezTo>
                    <a:pt x="778" y="2888"/>
                    <a:pt x="779" y="2888"/>
                    <a:pt x="780" y="2887"/>
                  </a:cubicBezTo>
                  <a:cubicBezTo>
                    <a:pt x="787" y="2881"/>
                    <a:pt x="778" y="2869"/>
                    <a:pt x="775" y="2861"/>
                  </a:cubicBezTo>
                  <a:cubicBezTo>
                    <a:pt x="771" y="2850"/>
                    <a:pt x="766" y="2845"/>
                    <a:pt x="756" y="2840"/>
                  </a:cubicBezTo>
                  <a:cubicBezTo>
                    <a:pt x="747" y="2835"/>
                    <a:pt x="743" y="2827"/>
                    <a:pt x="731" y="2817"/>
                  </a:cubicBezTo>
                  <a:cubicBezTo>
                    <a:pt x="718" y="2808"/>
                    <a:pt x="694" y="2756"/>
                    <a:pt x="695" y="2755"/>
                  </a:cubicBezTo>
                  <a:cubicBezTo>
                    <a:pt x="702" y="2740"/>
                    <a:pt x="700" y="2722"/>
                    <a:pt x="698" y="2713"/>
                  </a:cubicBezTo>
                  <a:cubicBezTo>
                    <a:pt x="695" y="2703"/>
                    <a:pt x="700" y="2661"/>
                    <a:pt x="714" y="2609"/>
                  </a:cubicBezTo>
                  <a:cubicBezTo>
                    <a:pt x="727" y="2556"/>
                    <a:pt x="761" y="2481"/>
                    <a:pt x="764" y="2399"/>
                  </a:cubicBezTo>
                  <a:cubicBezTo>
                    <a:pt x="766" y="2349"/>
                    <a:pt x="759" y="2259"/>
                    <a:pt x="760" y="2189"/>
                  </a:cubicBezTo>
                  <a:cubicBezTo>
                    <a:pt x="761" y="2145"/>
                    <a:pt x="775" y="2114"/>
                    <a:pt x="776" y="2107"/>
                  </a:cubicBezTo>
                  <a:cubicBezTo>
                    <a:pt x="782" y="2079"/>
                    <a:pt x="782" y="2029"/>
                    <a:pt x="787" y="2014"/>
                  </a:cubicBezTo>
                  <a:cubicBezTo>
                    <a:pt x="869" y="1762"/>
                    <a:pt x="825" y="1562"/>
                    <a:pt x="822" y="1512"/>
                  </a:cubicBezTo>
                  <a:cubicBezTo>
                    <a:pt x="823" y="1512"/>
                    <a:pt x="823" y="1512"/>
                    <a:pt x="823" y="1512"/>
                  </a:cubicBezTo>
                  <a:cubicBezTo>
                    <a:pt x="821" y="1472"/>
                    <a:pt x="828" y="1447"/>
                    <a:pt x="825" y="1429"/>
                  </a:cubicBezTo>
                  <a:cubicBezTo>
                    <a:pt x="825" y="1428"/>
                    <a:pt x="825" y="1427"/>
                    <a:pt x="825" y="1425"/>
                  </a:cubicBezTo>
                  <a:cubicBezTo>
                    <a:pt x="825" y="1425"/>
                    <a:pt x="825" y="1424"/>
                    <a:pt x="825" y="1424"/>
                  </a:cubicBezTo>
                  <a:cubicBezTo>
                    <a:pt x="825" y="1423"/>
                    <a:pt x="824" y="1422"/>
                    <a:pt x="824" y="1421"/>
                  </a:cubicBezTo>
                  <a:cubicBezTo>
                    <a:pt x="824" y="1421"/>
                    <a:pt x="824" y="1420"/>
                    <a:pt x="824" y="1420"/>
                  </a:cubicBezTo>
                  <a:cubicBezTo>
                    <a:pt x="824" y="1419"/>
                    <a:pt x="824" y="1418"/>
                    <a:pt x="824" y="1417"/>
                  </a:cubicBezTo>
                  <a:cubicBezTo>
                    <a:pt x="824" y="1416"/>
                    <a:pt x="824" y="1416"/>
                    <a:pt x="824" y="1415"/>
                  </a:cubicBezTo>
                  <a:cubicBezTo>
                    <a:pt x="824" y="1414"/>
                    <a:pt x="824" y="1413"/>
                    <a:pt x="823" y="1412"/>
                  </a:cubicBezTo>
                  <a:cubicBezTo>
                    <a:pt x="823" y="1411"/>
                    <a:pt x="823" y="1411"/>
                    <a:pt x="823" y="1410"/>
                  </a:cubicBezTo>
                  <a:cubicBezTo>
                    <a:pt x="823" y="1409"/>
                    <a:pt x="823" y="1408"/>
                    <a:pt x="823" y="1407"/>
                  </a:cubicBezTo>
                  <a:cubicBezTo>
                    <a:pt x="823" y="1406"/>
                    <a:pt x="823" y="1406"/>
                    <a:pt x="822" y="1405"/>
                  </a:cubicBezTo>
                  <a:cubicBezTo>
                    <a:pt x="822" y="1404"/>
                    <a:pt x="822" y="1403"/>
                    <a:pt x="822" y="1401"/>
                  </a:cubicBezTo>
                  <a:cubicBezTo>
                    <a:pt x="822" y="1401"/>
                    <a:pt x="822" y="1400"/>
                    <a:pt x="822" y="1399"/>
                  </a:cubicBezTo>
                  <a:cubicBezTo>
                    <a:pt x="821" y="1398"/>
                    <a:pt x="821" y="1397"/>
                    <a:pt x="821" y="1396"/>
                  </a:cubicBezTo>
                  <a:cubicBezTo>
                    <a:pt x="821" y="1395"/>
                    <a:pt x="821" y="1394"/>
                    <a:pt x="821" y="1394"/>
                  </a:cubicBezTo>
                  <a:cubicBezTo>
                    <a:pt x="821" y="1392"/>
                    <a:pt x="820" y="1391"/>
                    <a:pt x="820" y="1390"/>
                  </a:cubicBezTo>
                  <a:cubicBezTo>
                    <a:pt x="820" y="1389"/>
                    <a:pt x="820" y="1388"/>
                    <a:pt x="820" y="1387"/>
                  </a:cubicBezTo>
                  <a:cubicBezTo>
                    <a:pt x="820" y="1386"/>
                    <a:pt x="819" y="1385"/>
                    <a:pt x="819" y="1384"/>
                  </a:cubicBezTo>
                  <a:cubicBezTo>
                    <a:pt x="819" y="1383"/>
                    <a:pt x="819" y="1382"/>
                    <a:pt x="819" y="1381"/>
                  </a:cubicBezTo>
                  <a:cubicBezTo>
                    <a:pt x="818" y="1380"/>
                    <a:pt x="818" y="1379"/>
                    <a:pt x="818" y="1377"/>
                  </a:cubicBezTo>
                  <a:cubicBezTo>
                    <a:pt x="818" y="1376"/>
                    <a:pt x="818" y="1376"/>
                    <a:pt x="818" y="1375"/>
                  </a:cubicBezTo>
                  <a:cubicBezTo>
                    <a:pt x="817" y="1374"/>
                    <a:pt x="817" y="1372"/>
                    <a:pt x="817" y="1371"/>
                  </a:cubicBezTo>
                  <a:cubicBezTo>
                    <a:pt x="817" y="1370"/>
                    <a:pt x="816" y="1369"/>
                    <a:pt x="816" y="1369"/>
                  </a:cubicBezTo>
                  <a:cubicBezTo>
                    <a:pt x="816" y="1367"/>
                    <a:pt x="816" y="1366"/>
                    <a:pt x="816" y="1364"/>
                  </a:cubicBezTo>
                  <a:cubicBezTo>
                    <a:pt x="815" y="1363"/>
                    <a:pt x="815" y="1363"/>
                    <a:pt x="815" y="1362"/>
                  </a:cubicBezTo>
                  <a:cubicBezTo>
                    <a:pt x="815" y="1360"/>
                    <a:pt x="815" y="1359"/>
                    <a:pt x="814" y="1358"/>
                  </a:cubicBezTo>
                  <a:cubicBezTo>
                    <a:pt x="814" y="1357"/>
                    <a:pt x="814" y="1356"/>
                    <a:pt x="814" y="1355"/>
                  </a:cubicBezTo>
                  <a:cubicBezTo>
                    <a:pt x="814" y="1354"/>
                    <a:pt x="813" y="1352"/>
                    <a:pt x="813" y="1351"/>
                  </a:cubicBezTo>
                  <a:cubicBezTo>
                    <a:pt x="813" y="1350"/>
                    <a:pt x="813" y="1349"/>
                    <a:pt x="812" y="1348"/>
                  </a:cubicBezTo>
                  <a:cubicBezTo>
                    <a:pt x="812" y="1347"/>
                    <a:pt x="812" y="1346"/>
                    <a:pt x="812" y="1345"/>
                  </a:cubicBezTo>
                  <a:cubicBezTo>
                    <a:pt x="811" y="1344"/>
                    <a:pt x="811" y="1343"/>
                    <a:pt x="811" y="1342"/>
                  </a:cubicBezTo>
                  <a:cubicBezTo>
                    <a:pt x="811" y="1341"/>
                    <a:pt x="811" y="1339"/>
                    <a:pt x="810" y="1338"/>
                  </a:cubicBezTo>
                  <a:cubicBezTo>
                    <a:pt x="810" y="1337"/>
                    <a:pt x="810" y="1336"/>
                    <a:pt x="810" y="1335"/>
                  </a:cubicBezTo>
                  <a:cubicBezTo>
                    <a:pt x="809" y="1334"/>
                    <a:pt x="809" y="1333"/>
                    <a:pt x="809" y="1332"/>
                  </a:cubicBezTo>
                  <a:cubicBezTo>
                    <a:pt x="809" y="1331"/>
                    <a:pt x="808" y="1330"/>
                    <a:pt x="808" y="1329"/>
                  </a:cubicBezTo>
                  <a:cubicBezTo>
                    <a:pt x="808" y="1328"/>
                    <a:pt x="808" y="1326"/>
                    <a:pt x="808" y="1325"/>
                  </a:cubicBezTo>
                  <a:cubicBezTo>
                    <a:pt x="807" y="1324"/>
                    <a:pt x="807" y="1323"/>
                    <a:pt x="807" y="1322"/>
                  </a:cubicBezTo>
                  <a:cubicBezTo>
                    <a:pt x="807" y="1321"/>
                    <a:pt x="806" y="1320"/>
                    <a:pt x="806" y="1319"/>
                  </a:cubicBezTo>
                  <a:cubicBezTo>
                    <a:pt x="806" y="1318"/>
                    <a:pt x="806" y="1317"/>
                    <a:pt x="805" y="1316"/>
                  </a:cubicBezTo>
                  <a:cubicBezTo>
                    <a:pt x="805" y="1315"/>
                    <a:pt x="805" y="1314"/>
                    <a:pt x="805" y="1314"/>
                  </a:cubicBezTo>
                  <a:cubicBezTo>
                    <a:pt x="805" y="1312"/>
                    <a:pt x="804" y="1311"/>
                    <a:pt x="804" y="1310"/>
                  </a:cubicBezTo>
                  <a:cubicBezTo>
                    <a:pt x="804" y="1309"/>
                    <a:pt x="804" y="1309"/>
                    <a:pt x="804" y="1308"/>
                  </a:cubicBezTo>
                  <a:cubicBezTo>
                    <a:pt x="803" y="1307"/>
                    <a:pt x="803" y="1305"/>
                    <a:pt x="803" y="1304"/>
                  </a:cubicBezTo>
                  <a:cubicBezTo>
                    <a:pt x="803" y="1304"/>
                    <a:pt x="802" y="1303"/>
                    <a:pt x="802" y="1303"/>
                  </a:cubicBezTo>
                  <a:cubicBezTo>
                    <a:pt x="802" y="1301"/>
                    <a:pt x="802" y="1300"/>
                    <a:pt x="801" y="1299"/>
                  </a:cubicBezTo>
                  <a:cubicBezTo>
                    <a:pt x="801" y="1298"/>
                    <a:pt x="801" y="1298"/>
                    <a:pt x="801" y="1298"/>
                  </a:cubicBezTo>
                  <a:cubicBezTo>
                    <a:pt x="798" y="1284"/>
                    <a:pt x="795" y="1273"/>
                    <a:pt x="793" y="1268"/>
                  </a:cubicBezTo>
                  <a:cubicBezTo>
                    <a:pt x="793" y="1268"/>
                    <a:pt x="793" y="1268"/>
                    <a:pt x="793" y="1268"/>
                  </a:cubicBezTo>
                  <a:cubicBezTo>
                    <a:pt x="793" y="1267"/>
                    <a:pt x="793" y="1266"/>
                    <a:pt x="792" y="1266"/>
                  </a:cubicBezTo>
                  <a:cubicBezTo>
                    <a:pt x="792" y="1266"/>
                    <a:pt x="792" y="1266"/>
                    <a:pt x="792" y="1266"/>
                  </a:cubicBezTo>
                  <a:cubicBezTo>
                    <a:pt x="792" y="1265"/>
                    <a:pt x="793" y="1265"/>
                    <a:pt x="793" y="1265"/>
                  </a:cubicBezTo>
                  <a:cubicBezTo>
                    <a:pt x="792" y="1264"/>
                    <a:pt x="792" y="1264"/>
                    <a:pt x="792" y="1264"/>
                  </a:cubicBezTo>
                  <a:cubicBezTo>
                    <a:pt x="792" y="1264"/>
                    <a:pt x="806" y="1107"/>
                    <a:pt x="803" y="1098"/>
                  </a:cubicBezTo>
                  <a:cubicBezTo>
                    <a:pt x="804" y="1068"/>
                    <a:pt x="820" y="1011"/>
                    <a:pt x="818" y="980"/>
                  </a:cubicBezTo>
                  <a:cubicBezTo>
                    <a:pt x="820" y="942"/>
                    <a:pt x="825" y="918"/>
                    <a:pt x="825" y="904"/>
                  </a:cubicBezTo>
                  <a:cubicBezTo>
                    <a:pt x="825" y="902"/>
                    <a:pt x="825" y="902"/>
                    <a:pt x="825" y="902"/>
                  </a:cubicBezTo>
                  <a:cubicBezTo>
                    <a:pt x="826" y="915"/>
                    <a:pt x="827" y="926"/>
                    <a:pt x="827" y="932"/>
                  </a:cubicBezTo>
                  <a:cubicBezTo>
                    <a:pt x="829" y="942"/>
                    <a:pt x="829" y="957"/>
                    <a:pt x="831" y="960"/>
                  </a:cubicBezTo>
                  <a:cubicBezTo>
                    <a:pt x="833" y="975"/>
                    <a:pt x="845" y="1059"/>
                    <a:pt x="846" y="1090"/>
                  </a:cubicBezTo>
                  <a:cubicBezTo>
                    <a:pt x="840" y="1132"/>
                    <a:pt x="839" y="1159"/>
                    <a:pt x="851" y="1219"/>
                  </a:cubicBezTo>
                  <a:cubicBezTo>
                    <a:pt x="856" y="1251"/>
                    <a:pt x="914" y="1393"/>
                    <a:pt x="917" y="1409"/>
                  </a:cubicBezTo>
                  <a:cubicBezTo>
                    <a:pt x="920" y="1425"/>
                    <a:pt x="924" y="1441"/>
                    <a:pt x="926" y="1445"/>
                  </a:cubicBezTo>
                  <a:cubicBezTo>
                    <a:pt x="928" y="1449"/>
                    <a:pt x="914" y="1471"/>
                    <a:pt x="918" y="1486"/>
                  </a:cubicBezTo>
                  <a:cubicBezTo>
                    <a:pt x="922" y="1500"/>
                    <a:pt x="896" y="1546"/>
                    <a:pt x="904" y="1589"/>
                  </a:cubicBezTo>
                  <a:cubicBezTo>
                    <a:pt x="912" y="1632"/>
                    <a:pt x="913" y="1638"/>
                    <a:pt x="914" y="1647"/>
                  </a:cubicBezTo>
                  <a:cubicBezTo>
                    <a:pt x="915" y="1657"/>
                    <a:pt x="921" y="1667"/>
                    <a:pt x="924" y="1679"/>
                  </a:cubicBezTo>
                  <a:cubicBezTo>
                    <a:pt x="927" y="1691"/>
                    <a:pt x="932" y="1720"/>
                    <a:pt x="939" y="1720"/>
                  </a:cubicBezTo>
                  <a:cubicBezTo>
                    <a:pt x="940" y="1720"/>
                    <a:pt x="941" y="1720"/>
                    <a:pt x="941" y="1720"/>
                  </a:cubicBezTo>
                  <a:cubicBezTo>
                    <a:pt x="942" y="1720"/>
                    <a:pt x="942" y="1720"/>
                    <a:pt x="942" y="1720"/>
                  </a:cubicBezTo>
                  <a:cubicBezTo>
                    <a:pt x="942" y="1720"/>
                    <a:pt x="943" y="1720"/>
                    <a:pt x="943" y="1720"/>
                  </a:cubicBezTo>
                  <a:cubicBezTo>
                    <a:pt x="943" y="1720"/>
                    <a:pt x="943" y="1720"/>
                    <a:pt x="944" y="1720"/>
                  </a:cubicBezTo>
                  <a:cubicBezTo>
                    <a:pt x="944" y="1720"/>
                    <a:pt x="944" y="1720"/>
                    <a:pt x="944" y="1719"/>
                  </a:cubicBezTo>
                  <a:cubicBezTo>
                    <a:pt x="945" y="1719"/>
                    <a:pt x="945" y="1719"/>
                    <a:pt x="945" y="1719"/>
                  </a:cubicBezTo>
                  <a:cubicBezTo>
                    <a:pt x="945" y="1719"/>
                    <a:pt x="945" y="1719"/>
                    <a:pt x="945" y="1719"/>
                  </a:cubicBezTo>
                  <a:cubicBezTo>
                    <a:pt x="946" y="1718"/>
                    <a:pt x="946" y="1718"/>
                    <a:pt x="947" y="1717"/>
                  </a:cubicBezTo>
                  <a:cubicBezTo>
                    <a:pt x="947" y="1717"/>
                    <a:pt x="947" y="1717"/>
                    <a:pt x="947" y="1717"/>
                  </a:cubicBezTo>
                  <a:cubicBezTo>
                    <a:pt x="947" y="1717"/>
                    <a:pt x="947" y="1717"/>
                    <a:pt x="947" y="1716"/>
                  </a:cubicBezTo>
                  <a:cubicBezTo>
                    <a:pt x="947" y="1716"/>
                    <a:pt x="947" y="1716"/>
                    <a:pt x="947" y="1716"/>
                  </a:cubicBezTo>
                  <a:cubicBezTo>
                    <a:pt x="947" y="1717"/>
                    <a:pt x="947" y="1717"/>
                    <a:pt x="947" y="1717"/>
                  </a:cubicBezTo>
                  <a:cubicBezTo>
                    <a:pt x="947" y="1717"/>
                    <a:pt x="947" y="1716"/>
                    <a:pt x="947" y="1716"/>
                  </a:cubicBezTo>
                  <a:cubicBezTo>
                    <a:pt x="947" y="1716"/>
                    <a:pt x="947" y="1716"/>
                    <a:pt x="947" y="1716"/>
                  </a:cubicBezTo>
                  <a:cubicBezTo>
                    <a:pt x="947" y="1716"/>
                    <a:pt x="947" y="1715"/>
                    <a:pt x="947" y="1715"/>
                  </a:cubicBezTo>
                  <a:cubicBezTo>
                    <a:pt x="947" y="1715"/>
                    <a:pt x="949" y="1742"/>
                    <a:pt x="963" y="1742"/>
                  </a:cubicBezTo>
                  <a:cubicBezTo>
                    <a:pt x="972" y="1741"/>
                    <a:pt x="972" y="1733"/>
                    <a:pt x="972" y="1733"/>
                  </a:cubicBezTo>
                  <a:cubicBezTo>
                    <a:pt x="972" y="1733"/>
                    <a:pt x="974" y="1755"/>
                    <a:pt x="987" y="1753"/>
                  </a:cubicBezTo>
                  <a:cubicBezTo>
                    <a:pt x="999" y="1751"/>
                    <a:pt x="999" y="1739"/>
                    <a:pt x="999" y="1739"/>
                  </a:cubicBezTo>
                  <a:cubicBezTo>
                    <a:pt x="1007" y="1743"/>
                    <a:pt x="1020" y="1742"/>
                    <a:pt x="1023" y="1728"/>
                  </a:cubicBezTo>
                  <a:cubicBezTo>
                    <a:pt x="1026" y="1714"/>
                    <a:pt x="1033" y="1686"/>
                    <a:pt x="1032" y="1675"/>
                  </a:cubicBezTo>
                  <a:cubicBezTo>
                    <a:pt x="1032" y="1665"/>
                    <a:pt x="1039" y="1642"/>
                    <a:pt x="1039" y="1633"/>
                  </a:cubicBezTo>
                  <a:cubicBezTo>
                    <a:pt x="1046" y="1606"/>
                    <a:pt x="1053" y="1597"/>
                    <a:pt x="1051" y="1589"/>
                  </a:cubicBezTo>
                  <a:cubicBezTo>
                    <a:pt x="1060" y="1599"/>
                    <a:pt x="1068" y="1609"/>
                    <a:pt x="1072" y="1611"/>
                  </a:cubicBezTo>
                  <a:cubicBezTo>
                    <a:pt x="1074" y="1627"/>
                    <a:pt x="1090" y="1651"/>
                    <a:pt x="1103" y="1652"/>
                  </a:cubicBezTo>
                  <a:cubicBezTo>
                    <a:pt x="1120" y="1653"/>
                    <a:pt x="1116" y="1641"/>
                    <a:pt x="1111" y="1628"/>
                  </a:cubicBezTo>
                  <a:close/>
                  <a:moveTo>
                    <a:pt x="672" y="310"/>
                  </a:moveTo>
                  <a:cubicBezTo>
                    <a:pt x="672" y="310"/>
                    <a:pt x="672" y="310"/>
                    <a:pt x="672" y="310"/>
                  </a:cubicBezTo>
                  <a:cubicBezTo>
                    <a:pt x="672" y="310"/>
                    <a:pt x="672" y="310"/>
                    <a:pt x="672" y="310"/>
                  </a:cubicBezTo>
                  <a:cubicBezTo>
                    <a:pt x="672" y="310"/>
                    <a:pt x="672" y="310"/>
                    <a:pt x="672" y="310"/>
                  </a:cubicBezTo>
                  <a:close/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</p:grpSp>
      <p:grpSp>
        <p:nvGrpSpPr>
          <p:cNvPr id="63492" name="female-body-outline-front-view">
            <a:extLst>
              <a:ext uri="{FF2B5EF4-FFF2-40B4-BE49-F238E27FC236}">
                <a16:creationId xmlns:a16="http://schemas.microsoft.com/office/drawing/2014/main" id="{86E466B8-7C32-4E9C-9029-59AAB992DCC7}"/>
              </a:ext>
            </a:extLst>
          </p:cNvPr>
          <p:cNvGrpSpPr>
            <a:grpSpLocks/>
          </p:cNvGrpSpPr>
          <p:nvPr/>
        </p:nvGrpSpPr>
        <p:grpSpPr bwMode="auto">
          <a:xfrm>
            <a:off x="6019800" y="1179513"/>
            <a:ext cx="1035050" cy="3711575"/>
            <a:chOff x="2832" y="705"/>
            <a:chExt cx="652" cy="2338"/>
          </a:xfrm>
        </p:grpSpPr>
        <p:sp>
          <p:nvSpPr>
            <p:cNvPr id="63508" name="Freeform 61">
              <a:extLst>
                <a:ext uri="{FF2B5EF4-FFF2-40B4-BE49-F238E27FC236}">
                  <a16:creationId xmlns:a16="http://schemas.microsoft.com/office/drawing/2014/main" id="{A9414A88-3632-47F6-9792-1CCD879911A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832" y="705"/>
              <a:ext cx="652" cy="2338"/>
            </a:xfrm>
            <a:custGeom>
              <a:avLst/>
              <a:gdLst>
                <a:gd name="T0" fmla="*/ 389 w 829"/>
                <a:gd name="T1" fmla="*/ 661 h 2980"/>
                <a:gd name="T2" fmla="*/ 373 w 829"/>
                <a:gd name="T3" fmla="*/ 449 h 2980"/>
                <a:gd name="T4" fmla="*/ 346 w 829"/>
                <a:gd name="T5" fmla="*/ 260 h 2980"/>
                <a:gd name="T6" fmla="*/ 295 w 829"/>
                <a:gd name="T7" fmla="*/ 233 h 2980"/>
                <a:gd name="T8" fmla="*/ 244 w 829"/>
                <a:gd name="T9" fmla="*/ 184 h 2980"/>
                <a:gd name="T10" fmla="*/ 282 w 829"/>
                <a:gd name="T11" fmla="*/ 170 h 2980"/>
                <a:gd name="T12" fmla="*/ 267 w 829"/>
                <a:gd name="T13" fmla="*/ 158 h 2980"/>
                <a:gd name="T14" fmla="*/ 138 w 829"/>
                <a:gd name="T15" fmla="*/ 44 h 2980"/>
                <a:gd name="T16" fmla="*/ 131 w 829"/>
                <a:gd name="T17" fmla="*/ 165 h 2980"/>
                <a:gd name="T18" fmla="*/ 141 w 829"/>
                <a:gd name="T19" fmla="*/ 186 h 2980"/>
                <a:gd name="T20" fmla="*/ 131 w 829"/>
                <a:gd name="T21" fmla="*/ 228 h 2980"/>
                <a:gd name="T22" fmla="*/ 88 w 829"/>
                <a:gd name="T23" fmla="*/ 241 h 2980"/>
                <a:gd name="T24" fmla="*/ 31 w 829"/>
                <a:gd name="T25" fmla="*/ 365 h 2980"/>
                <a:gd name="T26" fmla="*/ 13 w 829"/>
                <a:gd name="T27" fmla="*/ 607 h 2980"/>
                <a:gd name="T28" fmla="*/ 2 w 829"/>
                <a:gd name="T29" fmla="*/ 777 h 2980"/>
                <a:gd name="T30" fmla="*/ 17 w 829"/>
                <a:gd name="T31" fmla="*/ 814 h 2980"/>
                <a:gd name="T32" fmla="*/ 49 w 829"/>
                <a:gd name="T33" fmla="*/ 819 h 2980"/>
                <a:gd name="T34" fmla="*/ 53 w 829"/>
                <a:gd name="T35" fmla="*/ 807 h 2980"/>
                <a:gd name="T36" fmla="*/ 45 w 829"/>
                <a:gd name="T37" fmla="*/ 725 h 2980"/>
                <a:gd name="T38" fmla="*/ 90 w 829"/>
                <a:gd name="T39" fmla="*/ 434 h 2980"/>
                <a:gd name="T40" fmla="*/ 79 w 829"/>
                <a:gd name="T41" fmla="*/ 573 h 2980"/>
                <a:gd name="T42" fmla="*/ 76 w 829"/>
                <a:gd name="T43" fmla="*/ 874 h 2980"/>
                <a:gd name="T44" fmla="*/ 119 w 829"/>
                <a:gd name="T45" fmla="*/ 1211 h 2980"/>
                <a:gd name="T46" fmla="*/ 141 w 829"/>
                <a:gd name="T47" fmla="*/ 1378 h 2980"/>
                <a:gd name="T48" fmla="*/ 127 w 829"/>
                <a:gd name="T49" fmla="*/ 1430 h 2980"/>
                <a:gd name="T50" fmla="*/ 189 w 829"/>
                <a:gd name="T51" fmla="*/ 1431 h 2980"/>
                <a:gd name="T52" fmla="*/ 198 w 829"/>
                <a:gd name="T53" fmla="*/ 1367 h 2980"/>
                <a:gd name="T54" fmla="*/ 185 w 829"/>
                <a:gd name="T55" fmla="*/ 1275 h 2980"/>
                <a:gd name="T56" fmla="*/ 194 w 829"/>
                <a:gd name="T57" fmla="*/ 959 h 2980"/>
                <a:gd name="T58" fmla="*/ 194 w 829"/>
                <a:gd name="T59" fmla="*/ 767 h 2980"/>
                <a:gd name="T60" fmla="*/ 210 w 829"/>
                <a:gd name="T61" fmla="*/ 766 h 2980"/>
                <a:gd name="T62" fmla="*/ 208 w 829"/>
                <a:gd name="T63" fmla="*/ 959 h 2980"/>
                <a:gd name="T64" fmla="*/ 219 w 829"/>
                <a:gd name="T65" fmla="*/ 1275 h 2980"/>
                <a:gd name="T66" fmla="*/ 204 w 829"/>
                <a:gd name="T67" fmla="*/ 1367 h 2980"/>
                <a:gd name="T68" fmla="*/ 214 w 829"/>
                <a:gd name="T69" fmla="*/ 1431 h 2980"/>
                <a:gd name="T70" fmla="*/ 276 w 829"/>
                <a:gd name="T71" fmla="*/ 1430 h 2980"/>
                <a:gd name="T72" fmla="*/ 263 w 829"/>
                <a:gd name="T73" fmla="*/ 1378 h 2980"/>
                <a:gd name="T74" fmla="*/ 285 w 829"/>
                <a:gd name="T75" fmla="*/ 1211 h 2980"/>
                <a:gd name="T76" fmla="*/ 328 w 829"/>
                <a:gd name="T77" fmla="*/ 874 h 2980"/>
                <a:gd name="T78" fmla="*/ 325 w 829"/>
                <a:gd name="T79" fmla="*/ 567 h 2980"/>
                <a:gd name="T80" fmla="*/ 313 w 829"/>
                <a:gd name="T81" fmla="*/ 434 h 2980"/>
                <a:gd name="T82" fmla="*/ 358 w 829"/>
                <a:gd name="T83" fmla="*/ 725 h 2980"/>
                <a:gd name="T84" fmla="*/ 349 w 829"/>
                <a:gd name="T85" fmla="*/ 807 h 2980"/>
                <a:gd name="T86" fmla="*/ 355 w 829"/>
                <a:gd name="T87" fmla="*/ 819 h 2980"/>
                <a:gd name="T88" fmla="*/ 386 w 829"/>
                <a:gd name="T89" fmla="*/ 814 h 2980"/>
                <a:gd name="T90" fmla="*/ 401 w 829"/>
                <a:gd name="T91" fmla="*/ 777 h 2980"/>
                <a:gd name="T92" fmla="*/ 131 w 829"/>
                <a:gd name="T93" fmla="*/ 165 h 2980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0" t="0" r="r" b="b"/>
              <a:pathLst>
                <a:path w="829" h="2980">
                  <a:moveTo>
                    <a:pt x="825" y="1608"/>
                  </a:moveTo>
                  <a:cubicBezTo>
                    <a:pt x="822" y="1601"/>
                    <a:pt x="816" y="1555"/>
                    <a:pt x="809" y="1528"/>
                  </a:cubicBezTo>
                  <a:cubicBezTo>
                    <a:pt x="804" y="1506"/>
                    <a:pt x="798" y="1412"/>
                    <a:pt x="801" y="1369"/>
                  </a:cubicBezTo>
                  <a:cubicBezTo>
                    <a:pt x="804" y="1334"/>
                    <a:pt x="802" y="1281"/>
                    <a:pt x="803" y="1258"/>
                  </a:cubicBezTo>
                  <a:cubicBezTo>
                    <a:pt x="804" y="1129"/>
                    <a:pt x="783" y="1063"/>
                    <a:pt x="778" y="1039"/>
                  </a:cubicBezTo>
                  <a:cubicBezTo>
                    <a:pt x="773" y="1015"/>
                    <a:pt x="767" y="981"/>
                    <a:pt x="767" y="929"/>
                  </a:cubicBezTo>
                  <a:cubicBezTo>
                    <a:pt x="767" y="877"/>
                    <a:pt x="769" y="806"/>
                    <a:pt x="765" y="756"/>
                  </a:cubicBezTo>
                  <a:cubicBezTo>
                    <a:pt x="763" y="727"/>
                    <a:pt x="758" y="683"/>
                    <a:pt x="752" y="645"/>
                  </a:cubicBezTo>
                  <a:cubicBezTo>
                    <a:pt x="746" y="607"/>
                    <a:pt x="727" y="556"/>
                    <a:pt x="711" y="539"/>
                  </a:cubicBezTo>
                  <a:cubicBezTo>
                    <a:pt x="695" y="521"/>
                    <a:pt x="673" y="507"/>
                    <a:pt x="650" y="499"/>
                  </a:cubicBezTo>
                  <a:cubicBezTo>
                    <a:pt x="644" y="497"/>
                    <a:pt x="635" y="490"/>
                    <a:pt x="629" y="489"/>
                  </a:cubicBezTo>
                  <a:cubicBezTo>
                    <a:pt x="620" y="487"/>
                    <a:pt x="615" y="483"/>
                    <a:pt x="607" y="482"/>
                  </a:cubicBezTo>
                  <a:cubicBezTo>
                    <a:pt x="590" y="479"/>
                    <a:pt x="575" y="477"/>
                    <a:pt x="561" y="472"/>
                  </a:cubicBezTo>
                  <a:cubicBezTo>
                    <a:pt x="531" y="463"/>
                    <a:pt x="507" y="454"/>
                    <a:pt x="501" y="385"/>
                  </a:cubicBezTo>
                  <a:cubicBezTo>
                    <a:pt x="501" y="382"/>
                    <a:pt x="501" y="382"/>
                    <a:pt x="501" y="382"/>
                  </a:cubicBezTo>
                  <a:cubicBezTo>
                    <a:pt x="537" y="421"/>
                    <a:pt x="571" y="371"/>
                    <a:pt x="571" y="371"/>
                  </a:cubicBezTo>
                  <a:cubicBezTo>
                    <a:pt x="564" y="376"/>
                    <a:pt x="550" y="370"/>
                    <a:pt x="550" y="370"/>
                  </a:cubicBezTo>
                  <a:cubicBezTo>
                    <a:pt x="570" y="376"/>
                    <a:pt x="578" y="352"/>
                    <a:pt x="578" y="352"/>
                  </a:cubicBezTo>
                  <a:cubicBezTo>
                    <a:pt x="569" y="358"/>
                    <a:pt x="566" y="353"/>
                    <a:pt x="566" y="353"/>
                  </a:cubicBezTo>
                  <a:cubicBezTo>
                    <a:pt x="581" y="347"/>
                    <a:pt x="580" y="328"/>
                    <a:pt x="580" y="328"/>
                  </a:cubicBezTo>
                  <a:cubicBezTo>
                    <a:pt x="573" y="353"/>
                    <a:pt x="539" y="357"/>
                    <a:pt x="548" y="329"/>
                  </a:cubicBezTo>
                  <a:cubicBezTo>
                    <a:pt x="563" y="281"/>
                    <a:pt x="578" y="182"/>
                    <a:pt x="534" y="91"/>
                  </a:cubicBezTo>
                  <a:cubicBezTo>
                    <a:pt x="489" y="0"/>
                    <a:pt x="374" y="39"/>
                    <a:pt x="374" y="39"/>
                  </a:cubicBezTo>
                  <a:cubicBezTo>
                    <a:pt x="352" y="25"/>
                    <a:pt x="305" y="61"/>
                    <a:pt x="284" y="90"/>
                  </a:cubicBezTo>
                  <a:cubicBezTo>
                    <a:pt x="263" y="120"/>
                    <a:pt x="238" y="224"/>
                    <a:pt x="287" y="300"/>
                  </a:cubicBezTo>
                  <a:cubicBezTo>
                    <a:pt x="311" y="338"/>
                    <a:pt x="285" y="358"/>
                    <a:pt x="276" y="354"/>
                  </a:cubicBezTo>
                  <a:cubicBezTo>
                    <a:pt x="268" y="351"/>
                    <a:pt x="269" y="343"/>
                    <a:pt x="269" y="341"/>
                  </a:cubicBezTo>
                  <a:cubicBezTo>
                    <a:pt x="264" y="362"/>
                    <a:pt x="280" y="371"/>
                    <a:pt x="280" y="371"/>
                  </a:cubicBezTo>
                  <a:cubicBezTo>
                    <a:pt x="270" y="367"/>
                    <a:pt x="265" y="358"/>
                    <a:pt x="265" y="358"/>
                  </a:cubicBezTo>
                  <a:cubicBezTo>
                    <a:pt x="266" y="379"/>
                    <a:pt x="288" y="385"/>
                    <a:pt x="288" y="385"/>
                  </a:cubicBezTo>
                  <a:cubicBezTo>
                    <a:pt x="274" y="384"/>
                    <a:pt x="268" y="376"/>
                    <a:pt x="268" y="376"/>
                  </a:cubicBezTo>
                  <a:cubicBezTo>
                    <a:pt x="273" y="392"/>
                    <a:pt x="309" y="408"/>
                    <a:pt x="328" y="381"/>
                  </a:cubicBezTo>
                  <a:cubicBezTo>
                    <a:pt x="322" y="460"/>
                    <a:pt x="295" y="464"/>
                    <a:pt x="268" y="472"/>
                  </a:cubicBezTo>
                  <a:cubicBezTo>
                    <a:pt x="254" y="477"/>
                    <a:pt x="239" y="479"/>
                    <a:pt x="222" y="482"/>
                  </a:cubicBezTo>
                  <a:cubicBezTo>
                    <a:pt x="214" y="483"/>
                    <a:pt x="208" y="487"/>
                    <a:pt x="199" y="488"/>
                  </a:cubicBezTo>
                  <a:cubicBezTo>
                    <a:pt x="193" y="489"/>
                    <a:pt x="186" y="496"/>
                    <a:pt x="180" y="498"/>
                  </a:cubicBezTo>
                  <a:cubicBezTo>
                    <a:pt x="156" y="506"/>
                    <a:pt x="134" y="521"/>
                    <a:pt x="118" y="538"/>
                  </a:cubicBezTo>
                  <a:cubicBezTo>
                    <a:pt x="101" y="556"/>
                    <a:pt x="83" y="607"/>
                    <a:pt x="77" y="645"/>
                  </a:cubicBezTo>
                  <a:cubicBezTo>
                    <a:pt x="71" y="683"/>
                    <a:pt x="66" y="727"/>
                    <a:pt x="63" y="756"/>
                  </a:cubicBezTo>
                  <a:cubicBezTo>
                    <a:pt x="59" y="806"/>
                    <a:pt x="62" y="877"/>
                    <a:pt x="62" y="929"/>
                  </a:cubicBezTo>
                  <a:cubicBezTo>
                    <a:pt x="62" y="981"/>
                    <a:pt x="55" y="1015"/>
                    <a:pt x="50" y="1039"/>
                  </a:cubicBezTo>
                  <a:cubicBezTo>
                    <a:pt x="45" y="1063"/>
                    <a:pt x="25" y="1129"/>
                    <a:pt x="26" y="1258"/>
                  </a:cubicBezTo>
                  <a:cubicBezTo>
                    <a:pt x="26" y="1281"/>
                    <a:pt x="25" y="1334"/>
                    <a:pt x="27" y="1369"/>
                  </a:cubicBezTo>
                  <a:cubicBezTo>
                    <a:pt x="31" y="1412"/>
                    <a:pt x="25" y="1506"/>
                    <a:pt x="19" y="1528"/>
                  </a:cubicBezTo>
                  <a:cubicBezTo>
                    <a:pt x="13" y="1555"/>
                    <a:pt x="6" y="1601"/>
                    <a:pt x="3" y="1608"/>
                  </a:cubicBezTo>
                  <a:cubicBezTo>
                    <a:pt x="0" y="1614"/>
                    <a:pt x="6" y="1623"/>
                    <a:pt x="10" y="1630"/>
                  </a:cubicBezTo>
                  <a:cubicBezTo>
                    <a:pt x="13" y="1637"/>
                    <a:pt x="12" y="1643"/>
                    <a:pt x="17" y="1653"/>
                  </a:cubicBezTo>
                  <a:cubicBezTo>
                    <a:pt x="20" y="1660"/>
                    <a:pt x="31" y="1676"/>
                    <a:pt x="36" y="1685"/>
                  </a:cubicBezTo>
                  <a:cubicBezTo>
                    <a:pt x="41" y="1693"/>
                    <a:pt x="62" y="1704"/>
                    <a:pt x="79" y="1709"/>
                  </a:cubicBezTo>
                  <a:cubicBezTo>
                    <a:pt x="90" y="1714"/>
                    <a:pt x="111" y="1725"/>
                    <a:pt x="113" y="1720"/>
                  </a:cubicBezTo>
                  <a:cubicBezTo>
                    <a:pt x="117" y="1709"/>
                    <a:pt x="110" y="1701"/>
                    <a:pt x="101" y="1697"/>
                  </a:cubicBezTo>
                  <a:cubicBezTo>
                    <a:pt x="96" y="1694"/>
                    <a:pt x="111" y="1703"/>
                    <a:pt x="114" y="1693"/>
                  </a:cubicBezTo>
                  <a:cubicBezTo>
                    <a:pt x="115" y="1690"/>
                    <a:pt x="115" y="1688"/>
                    <a:pt x="113" y="1683"/>
                  </a:cubicBezTo>
                  <a:cubicBezTo>
                    <a:pt x="115" y="1677"/>
                    <a:pt x="113" y="1677"/>
                    <a:pt x="109" y="1671"/>
                  </a:cubicBezTo>
                  <a:cubicBezTo>
                    <a:pt x="117" y="1669"/>
                    <a:pt x="111" y="1636"/>
                    <a:pt x="108" y="1620"/>
                  </a:cubicBezTo>
                  <a:cubicBezTo>
                    <a:pt x="109" y="1608"/>
                    <a:pt x="110" y="1570"/>
                    <a:pt x="101" y="1543"/>
                  </a:cubicBezTo>
                  <a:cubicBezTo>
                    <a:pt x="95" y="1527"/>
                    <a:pt x="93" y="1511"/>
                    <a:pt x="93" y="1501"/>
                  </a:cubicBezTo>
                  <a:cubicBezTo>
                    <a:pt x="88" y="1477"/>
                    <a:pt x="115" y="1307"/>
                    <a:pt x="131" y="1259"/>
                  </a:cubicBezTo>
                  <a:cubicBezTo>
                    <a:pt x="161" y="1158"/>
                    <a:pt x="151" y="1071"/>
                    <a:pt x="154" y="1053"/>
                  </a:cubicBezTo>
                  <a:cubicBezTo>
                    <a:pt x="158" y="1035"/>
                    <a:pt x="178" y="941"/>
                    <a:pt x="184" y="899"/>
                  </a:cubicBezTo>
                  <a:cubicBezTo>
                    <a:pt x="185" y="900"/>
                    <a:pt x="185" y="900"/>
                    <a:pt x="185" y="900"/>
                  </a:cubicBezTo>
                  <a:cubicBezTo>
                    <a:pt x="188" y="951"/>
                    <a:pt x="183" y="1029"/>
                    <a:pt x="184" y="1055"/>
                  </a:cubicBezTo>
                  <a:cubicBezTo>
                    <a:pt x="186" y="1091"/>
                    <a:pt x="176" y="1157"/>
                    <a:pt x="161" y="1186"/>
                  </a:cubicBezTo>
                  <a:cubicBezTo>
                    <a:pt x="145" y="1215"/>
                    <a:pt x="138" y="1260"/>
                    <a:pt x="124" y="1341"/>
                  </a:cubicBezTo>
                  <a:cubicBezTo>
                    <a:pt x="111" y="1405"/>
                    <a:pt x="101" y="1472"/>
                    <a:pt x="112" y="1588"/>
                  </a:cubicBezTo>
                  <a:cubicBezTo>
                    <a:pt x="121" y="1669"/>
                    <a:pt x="135" y="1720"/>
                    <a:pt x="155" y="1810"/>
                  </a:cubicBezTo>
                  <a:cubicBezTo>
                    <a:pt x="174" y="1891"/>
                    <a:pt x="200" y="1998"/>
                    <a:pt x="211" y="2058"/>
                  </a:cubicBezTo>
                  <a:cubicBezTo>
                    <a:pt x="221" y="2118"/>
                    <a:pt x="236" y="2140"/>
                    <a:pt x="238" y="2179"/>
                  </a:cubicBezTo>
                  <a:cubicBezTo>
                    <a:pt x="241" y="2218"/>
                    <a:pt x="215" y="2402"/>
                    <a:pt x="244" y="2508"/>
                  </a:cubicBezTo>
                  <a:cubicBezTo>
                    <a:pt x="272" y="2615"/>
                    <a:pt x="285" y="2682"/>
                    <a:pt x="290" y="2708"/>
                  </a:cubicBezTo>
                  <a:cubicBezTo>
                    <a:pt x="303" y="2765"/>
                    <a:pt x="292" y="2771"/>
                    <a:pt x="297" y="2800"/>
                  </a:cubicBezTo>
                  <a:cubicBezTo>
                    <a:pt x="302" y="2828"/>
                    <a:pt x="303" y="2825"/>
                    <a:pt x="288" y="2853"/>
                  </a:cubicBezTo>
                  <a:cubicBezTo>
                    <a:pt x="275" y="2871"/>
                    <a:pt x="253" y="2910"/>
                    <a:pt x="246" y="2918"/>
                  </a:cubicBezTo>
                  <a:cubicBezTo>
                    <a:pt x="240" y="2927"/>
                    <a:pt x="243" y="2936"/>
                    <a:pt x="246" y="2941"/>
                  </a:cubicBezTo>
                  <a:cubicBezTo>
                    <a:pt x="241" y="2955"/>
                    <a:pt x="257" y="2962"/>
                    <a:pt x="262" y="2962"/>
                  </a:cubicBezTo>
                  <a:cubicBezTo>
                    <a:pt x="260" y="2978"/>
                    <a:pt x="289" y="2976"/>
                    <a:pt x="296" y="2969"/>
                  </a:cubicBezTo>
                  <a:cubicBezTo>
                    <a:pt x="304" y="2978"/>
                    <a:pt x="326" y="2978"/>
                    <a:pt x="334" y="2967"/>
                  </a:cubicBezTo>
                  <a:cubicBezTo>
                    <a:pt x="348" y="2980"/>
                    <a:pt x="373" y="2980"/>
                    <a:pt x="388" y="2964"/>
                  </a:cubicBezTo>
                  <a:cubicBezTo>
                    <a:pt x="404" y="2948"/>
                    <a:pt x="406" y="2933"/>
                    <a:pt x="404" y="2917"/>
                  </a:cubicBezTo>
                  <a:cubicBezTo>
                    <a:pt x="402" y="2902"/>
                    <a:pt x="406" y="2896"/>
                    <a:pt x="409" y="2877"/>
                  </a:cubicBezTo>
                  <a:cubicBezTo>
                    <a:pt x="412" y="2858"/>
                    <a:pt x="415" y="2843"/>
                    <a:pt x="408" y="2830"/>
                  </a:cubicBezTo>
                  <a:cubicBezTo>
                    <a:pt x="401" y="2816"/>
                    <a:pt x="400" y="2809"/>
                    <a:pt x="400" y="2796"/>
                  </a:cubicBezTo>
                  <a:cubicBezTo>
                    <a:pt x="400" y="2782"/>
                    <a:pt x="406" y="2761"/>
                    <a:pt x="397" y="2744"/>
                  </a:cubicBezTo>
                  <a:cubicBezTo>
                    <a:pt x="388" y="2726"/>
                    <a:pt x="378" y="2685"/>
                    <a:pt x="380" y="2640"/>
                  </a:cubicBezTo>
                  <a:cubicBezTo>
                    <a:pt x="381" y="2595"/>
                    <a:pt x="414" y="2343"/>
                    <a:pt x="400" y="2257"/>
                  </a:cubicBezTo>
                  <a:cubicBezTo>
                    <a:pt x="386" y="2170"/>
                    <a:pt x="392" y="2153"/>
                    <a:pt x="395" y="2123"/>
                  </a:cubicBezTo>
                  <a:cubicBezTo>
                    <a:pt x="399" y="2094"/>
                    <a:pt x="407" y="2046"/>
                    <a:pt x="399" y="1984"/>
                  </a:cubicBezTo>
                  <a:cubicBezTo>
                    <a:pt x="396" y="1960"/>
                    <a:pt x="407" y="1862"/>
                    <a:pt x="408" y="1760"/>
                  </a:cubicBezTo>
                  <a:cubicBezTo>
                    <a:pt x="409" y="1694"/>
                    <a:pt x="417" y="1606"/>
                    <a:pt x="399" y="1588"/>
                  </a:cubicBezTo>
                  <a:cubicBezTo>
                    <a:pt x="399" y="1587"/>
                    <a:pt x="399" y="1587"/>
                    <a:pt x="399" y="1587"/>
                  </a:cubicBezTo>
                  <a:cubicBezTo>
                    <a:pt x="404" y="1589"/>
                    <a:pt x="409" y="1590"/>
                    <a:pt x="413" y="1590"/>
                  </a:cubicBezTo>
                  <a:cubicBezTo>
                    <a:pt x="414" y="1590"/>
                    <a:pt x="414" y="1590"/>
                    <a:pt x="414" y="1590"/>
                  </a:cubicBezTo>
                  <a:cubicBezTo>
                    <a:pt x="419" y="1590"/>
                    <a:pt x="425" y="1589"/>
                    <a:pt x="431" y="1586"/>
                  </a:cubicBezTo>
                  <a:cubicBezTo>
                    <a:pt x="430" y="1588"/>
                    <a:pt x="430" y="1588"/>
                    <a:pt x="430" y="1588"/>
                  </a:cubicBezTo>
                  <a:cubicBezTo>
                    <a:pt x="412" y="1606"/>
                    <a:pt x="418" y="1694"/>
                    <a:pt x="418" y="1759"/>
                  </a:cubicBezTo>
                  <a:cubicBezTo>
                    <a:pt x="419" y="1861"/>
                    <a:pt x="432" y="1960"/>
                    <a:pt x="429" y="1984"/>
                  </a:cubicBezTo>
                  <a:cubicBezTo>
                    <a:pt x="421" y="2046"/>
                    <a:pt x="430" y="2094"/>
                    <a:pt x="434" y="2123"/>
                  </a:cubicBezTo>
                  <a:cubicBezTo>
                    <a:pt x="437" y="2153"/>
                    <a:pt x="442" y="2170"/>
                    <a:pt x="428" y="2257"/>
                  </a:cubicBezTo>
                  <a:cubicBezTo>
                    <a:pt x="414" y="2343"/>
                    <a:pt x="447" y="2595"/>
                    <a:pt x="449" y="2640"/>
                  </a:cubicBezTo>
                  <a:cubicBezTo>
                    <a:pt x="451" y="2685"/>
                    <a:pt x="440" y="2726"/>
                    <a:pt x="432" y="2744"/>
                  </a:cubicBezTo>
                  <a:cubicBezTo>
                    <a:pt x="423" y="2761"/>
                    <a:pt x="428" y="2782"/>
                    <a:pt x="428" y="2796"/>
                  </a:cubicBezTo>
                  <a:cubicBezTo>
                    <a:pt x="428" y="2809"/>
                    <a:pt x="428" y="2816"/>
                    <a:pt x="421" y="2830"/>
                  </a:cubicBezTo>
                  <a:cubicBezTo>
                    <a:pt x="414" y="2843"/>
                    <a:pt x="416" y="2858"/>
                    <a:pt x="420" y="2877"/>
                  </a:cubicBezTo>
                  <a:cubicBezTo>
                    <a:pt x="423" y="2896"/>
                    <a:pt x="427" y="2902"/>
                    <a:pt x="425" y="2917"/>
                  </a:cubicBezTo>
                  <a:cubicBezTo>
                    <a:pt x="423" y="2933"/>
                    <a:pt x="425" y="2948"/>
                    <a:pt x="440" y="2964"/>
                  </a:cubicBezTo>
                  <a:cubicBezTo>
                    <a:pt x="456" y="2980"/>
                    <a:pt x="480" y="2980"/>
                    <a:pt x="494" y="2967"/>
                  </a:cubicBezTo>
                  <a:cubicBezTo>
                    <a:pt x="503" y="2978"/>
                    <a:pt x="525" y="2978"/>
                    <a:pt x="533" y="2969"/>
                  </a:cubicBezTo>
                  <a:cubicBezTo>
                    <a:pt x="540" y="2976"/>
                    <a:pt x="569" y="2978"/>
                    <a:pt x="567" y="2962"/>
                  </a:cubicBezTo>
                  <a:cubicBezTo>
                    <a:pt x="572" y="2962"/>
                    <a:pt x="587" y="2955"/>
                    <a:pt x="582" y="2941"/>
                  </a:cubicBezTo>
                  <a:cubicBezTo>
                    <a:pt x="586" y="2936"/>
                    <a:pt x="589" y="2927"/>
                    <a:pt x="582" y="2918"/>
                  </a:cubicBezTo>
                  <a:cubicBezTo>
                    <a:pt x="575" y="2910"/>
                    <a:pt x="554" y="2871"/>
                    <a:pt x="541" y="2853"/>
                  </a:cubicBezTo>
                  <a:cubicBezTo>
                    <a:pt x="526" y="2825"/>
                    <a:pt x="527" y="2828"/>
                    <a:pt x="532" y="2800"/>
                  </a:cubicBezTo>
                  <a:cubicBezTo>
                    <a:pt x="537" y="2771"/>
                    <a:pt x="526" y="2765"/>
                    <a:pt x="538" y="2708"/>
                  </a:cubicBezTo>
                  <a:cubicBezTo>
                    <a:pt x="544" y="2682"/>
                    <a:pt x="557" y="2615"/>
                    <a:pt x="585" y="2508"/>
                  </a:cubicBezTo>
                  <a:cubicBezTo>
                    <a:pt x="614" y="2402"/>
                    <a:pt x="588" y="2218"/>
                    <a:pt x="590" y="2179"/>
                  </a:cubicBezTo>
                  <a:cubicBezTo>
                    <a:pt x="593" y="2140"/>
                    <a:pt x="610" y="2113"/>
                    <a:pt x="620" y="2054"/>
                  </a:cubicBezTo>
                  <a:cubicBezTo>
                    <a:pt x="630" y="1994"/>
                    <a:pt x="655" y="1891"/>
                    <a:pt x="674" y="1810"/>
                  </a:cubicBezTo>
                  <a:cubicBezTo>
                    <a:pt x="694" y="1720"/>
                    <a:pt x="710" y="1670"/>
                    <a:pt x="719" y="1589"/>
                  </a:cubicBezTo>
                  <a:cubicBezTo>
                    <a:pt x="730" y="1474"/>
                    <a:pt x="720" y="1404"/>
                    <a:pt x="708" y="1340"/>
                  </a:cubicBezTo>
                  <a:cubicBezTo>
                    <a:pt x="694" y="1259"/>
                    <a:pt x="682" y="1204"/>
                    <a:pt x="667" y="1175"/>
                  </a:cubicBezTo>
                  <a:cubicBezTo>
                    <a:pt x="651" y="1146"/>
                    <a:pt x="646" y="1089"/>
                    <a:pt x="648" y="1053"/>
                  </a:cubicBezTo>
                  <a:cubicBezTo>
                    <a:pt x="649" y="1026"/>
                    <a:pt x="641" y="949"/>
                    <a:pt x="644" y="898"/>
                  </a:cubicBezTo>
                  <a:cubicBezTo>
                    <a:pt x="644" y="898"/>
                    <a:pt x="644" y="898"/>
                    <a:pt x="644" y="898"/>
                  </a:cubicBezTo>
                  <a:cubicBezTo>
                    <a:pt x="650" y="940"/>
                    <a:pt x="671" y="1035"/>
                    <a:pt x="674" y="1053"/>
                  </a:cubicBezTo>
                  <a:cubicBezTo>
                    <a:pt x="678" y="1071"/>
                    <a:pt x="668" y="1158"/>
                    <a:pt x="698" y="1259"/>
                  </a:cubicBezTo>
                  <a:cubicBezTo>
                    <a:pt x="713" y="1307"/>
                    <a:pt x="740" y="1477"/>
                    <a:pt x="736" y="1501"/>
                  </a:cubicBezTo>
                  <a:cubicBezTo>
                    <a:pt x="736" y="1511"/>
                    <a:pt x="733" y="1527"/>
                    <a:pt x="728" y="1543"/>
                  </a:cubicBezTo>
                  <a:cubicBezTo>
                    <a:pt x="719" y="1570"/>
                    <a:pt x="720" y="1608"/>
                    <a:pt x="721" y="1620"/>
                  </a:cubicBezTo>
                  <a:cubicBezTo>
                    <a:pt x="717" y="1636"/>
                    <a:pt x="712" y="1669"/>
                    <a:pt x="719" y="1671"/>
                  </a:cubicBezTo>
                  <a:cubicBezTo>
                    <a:pt x="715" y="1677"/>
                    <a:pt x="714" y="1677"/>
                    <a:pt x="716" y="1683"/>
                  </a:cubicBezTo>
                  <a:cubicBezTo>
                    <a:pt x="713" y="1688"/>
                    <a:pt x="713" y="1690"/>
                    <a:pt x="714" y="1693"/>
                  </a:cubicBezTo>
                  <a:cubicBezTo>
                    <a:pt x="718" y="1703"/>
                    <a:pt x="733" y="1694"/>
                    <a:pt x="728" y="1697"/>
                  </a:cubicBezTo>
                  <a:cubicBezTo>
                    <a:pt x="719" y="1701"/>
                    <a:pt x="712" y="1709"/>
                    <a:pt x="716" y="1720"/>
                  </a:cubicBezTo>
                  <a:cubicBezTo>
                    <a:pt x="718" y="1725"/>
                    <a:pt x="739" y="1714"/>
                    <a:pt x="750" y="1709"/>
                  </a:cubicBezTo>
                  <a:cubicBezTo>
                    <a:pt x="767" y="1704"/>
                    <a:pt x="787" y="1693"/>
                    <a:pt x="793" y="1685"/>
                  </a:cubicBezTo>
                  <a:cubicBezTo>
                    <a:pt x="798" y="1676"/>
                    <a:pt x="809" y="1660"/>
                    <a:pt x="812" y="1653"/>
                  </a:cubicBezTo>
                  <a:cubicBezTo>
                    <a:pt x="816" y="1643"/>
                    <a:pt x="815" y="1637"/>
                    <a:pt x="819" y="1630"/>
                  </a:cubicBezTo>
                  <a:cubicBezTo>
                    <a:pt x="822" y="1623"/>
                    <a:pt x="829" y="1614"/>
                    <a:pt x="825" y="1608"/>
                  </a:cubicBezTo>
                  <a:close/>
                  <a:moveTo>
                    <a:pt x="269" y="341"/>
                  </a:moveTo>
                  <a:cubicBezTo>
                    <a:pt x="269" y="341"/>
                    <a:pt x="269" y="340"/>
                    <a:pt x="269" y="340"/>
                  </a:cubicBezTo>
                  <a:cubicBezTo>
                    <a:pt x="269" y="340"/>
                    <a:pt x="269" y="341"/>
                    <a:pt x="269" y="341"/>
                  </a:cubicBezTo>
                  <a:close/>
                </a:path>
              </a:pathLst>
            </a:custGeom>
            <a:solidFill>
              <a:srgbClr val="B1DF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63509" name="Freeform 62">
              <a:extLst>
                <a:ext uri="{FF2B5EF4-FFF2-40B4-BE49-F238E27FC236}">
                  <a16:creationId xmlns:a16="http://schemas.microsoft.com/office/drawing/2014/main" id="{89A78B15-1322-43D7-BDB6-C7B64E136A6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832" y="705"/>
              <a:ext cx="652" cy="2338"/>
            </a:xfrm>
            <a:custGeom>
              <a:avLst/>
              <a:gdLst>
                <a:gd name="T0" fmla="*/ 389 w 829"/>
                <a:gd name="T1" fmla="*/ 661 h 2980"/>
                <a:gd name="T2" fmla="*/ 373 w 829"/>
                <a:gd name="T3" fmla="*/ 449 h 2980"/>
                <a:gd name="T4" fmla="*/ 346 w 829"/>
                <a:gd name="T5" fmla="*/ 260 h 2980"/>
                <a:gd name="T6" fmla="*/ 295 w 829"/>
                <a:gd name="T7" fmla="*/ 233 h 2980"/>
                <a:gd name="T8" fmla="*/ 278 w 829"/>
                <a:gd name="T9" fmla="*/ 179 h 2980"/>
                <a:gd name="T10" fmla="*/ 275 w 829"/>
                <a:gd name="T11" fmla="*/ 170 h 2980"/>
                <a:gd name="T12" fmla="*/ 260 w 829"/>
                <a:gd name="T13" fmla="*/ 44 h 2980"/>
                <a:gd name="T14" fmla="*/ 140 w 829"/>
                <a:gd name="T15" fmla="*/ 144 h 2980"/>
                <a:gd name="T16" fmla="*/ 136 w 829"/>
                <a:gd name="T17" fmla="*/ 179 h 2980"/>
                <a:gd name="T18" fmla="*/ 131 w 829"/>
                <a:gd name="T19" fmla="*/ 181 h 2980"/>
                <a:gd name="T20" fmla="*/ 109 w 829"/>
                <a:gd name="T21" fmla="*/ 233 h 2980"/>
                <a:gd name="T22" fmla="*/ 57 w 829"/>
                <a:gd name="T23" fmla="*/ 260 h 2980"/>
                <a:gd name="T24" fmla="*/ 31 w 829"/>
                <a:gd name="T25" fmla="*/ 449 h 2980"/>
                <a:gd name="T26" fmla="*/ 13 w 829"/>
                <a:gd name="T27" fmla="*/ 661 h 2980"/>
                <a:gd name="T28" fmla="*/ 5 w 829"/>
                <a:gd name="T29" fmla="*/ 787 h 2980"/>
                <a:gd name="T30" fmla="*/ 39 w 829"/>
                <a:gd name="T31" fmla="*/ 825 h 2980"/>
                <a:gd name="T32" fmla="*/ 56 w 829"/>
                <a:gd name="T33" fmla="*/ 818 h 2980"/>
                <a:gd name="T34" fmla="*/ 53 w 829"/>
                <a:gd name="T35" fmla="*/ 782 h 2980"/>
                <a:gd name="T36" fmla="*/ 64 w 829"/>
                <a:gd name="T37" fmla="*/ 608 h 2980"/>
                <a:gd name="T38" fmla="*/ 90 w 829"/>
                <a:gd name="T39" fmla="*/ 435 h 2980"/>
                <a:gd name="T40" fmla="*/ 61 w 829"/>
                <a:gd name="T41" fmla="*/ 647 h 2980"/>
                <a:gd name="T42" fmla="*/ 103 w 829"/>
                <a:gd name="T43" fmla="*/ 994 h 2980"/>
                <a:gd name="T44" fmla="*/ 141 w 829"/>
                <a:gd name="T45" fmla="*/ 1308 h 2980"/>
                <a:gd name="T46" fmla="*/ 120 w 829"/>
                <a:gd name="T47" fmla="*/ 1409 h 2980"/>
                <a:gd name="T48" fmla="*/ 144 w 829"/>
                <a:gd name="T49" fmla="*/ 1433 h 2980"/>
                <a:gd name="T50" fmla="*/ 197 w 829"/>
                <a:gd name="T51" fmla="*/ 1409 h 2980"/>
                <a:gd name="T52" fmla="*/ 195 w 829"/>
                <a:gd name="T53" fmla="*/ 1350 h 2980"/>
                <a:gd name="T54" fmla="*/ 195 w 829"/>
                <a:gd name="T55" fmla="*/ 1090 h 2980"/>
                <a:gd name="T56" fmla="*/ 198 w 829"/>
                <a:gd name="T57" fmla="*/ 850 h 2980"/>
                <a:gd name="T58" fmla="*/ 201 w 829"/>
                <a:gd name="T59" fmla="*/ 767 h 2980"/>
                <a:gd name="T60" fmla="*/ 209 w 829"/>
                <a:gd name="T61" fmla="*/ 767 h 2980"/>
                <a:gd name="T62" fmla="*/ 211 w 829"/>
                <a:gd name="T63" fmla="*/ 1025 h 2980"/>
                <a:gd name="T64" fmla="*/ 210 w 829"/>
                <a:gd name="T65" fmla="*/ 1325 h 2980"/>
                <a:gd name="T66" fmla="*/ 204 w 829"/>
                <a:gd name="T67" fmla="*/ 1389 h 2980"/>
                <a:gd name="T68" fmla="*/ 241 w 829"/>
                <a:gd name="T69" fmla="*/ 1433 h 2980"/>
                <a:gd name="T70" fmla="*/ 283 w 829"/>
                <a:gd name="T71" fmla="*/ 1420 h 2980"/>
                <a:gd name="T72" fmla="*/ 259 w 829"/>
                <a:gd name="T73" fmla="*/ 1353 h 2980"/>
                <a:gd name="T74" fmla="*/ 287 w 829"/>
                <a:gd name="T75" fmla="*/ 1053 h 2980"/>
                <a:gd name="T76" fmla="*/ 349 w 829"/>
                <a:gd name="T77" fmla="*/ 767 h 2980"/>
                <a:gd name="T78" fmla="*/ 315 w 829"/>
                <a:gd name="T79" fmla="*/ 508 h 2980"/>
                <a:gd name="T80" fmla="*/ 328 w 829"/>
                <a:gd name="T81" fmla="*/ 508 h 2980"/>
                <a:gd name="T82" fmla="*/ 355 w 829"/>
                <a:gd name="T83" fmla="*/ 745 h 2980"/>
                <a:gd name="T84" fmla="*/ 348 w 829"/>
                <a:gd name="T85" fmla="*/ 813 h 2980"/>
                <a:gd name="T86" fmla="*/ 348 w 829"/>
                <a:gd name="T87" fmla="*/ 830 h 2980"/>
                <a:gd name="T88" fmla="*/ 396 w 829"/>
                <a:gd name="T89" fmla="*/ 799 h 2980"/>
                <a:gd name="T90" fmla="*/ 131 w 829"/>
                <a:gd name="T91" fmla="*/ 165 h 2980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829" h="2980">
                  <a:moveTo>
                    <a:pt x="825" y="1608"/>
                  </a:moveTo>
                  <a:cubicBezTo>
                    <a:pt x="822" y="1601"/>
                    <a:pt x="816" y="1555"/>
                    <a:pt x="809" y="1528"/>
                  </a:cubicBezTo>
                  <a:cubicBezTo>
                    <a:pt x="804" y="1506"/>
                    <a:pt x="798" y="1412"/>
                    <a:pt x="801" y="1369"/>
                  </a:cubicBezTo>
                  <a:cubicBezTo>
                    <a:pt x="804" y="1334"/>
                    <a:pt x="802" y="1281"/>
                    <a:pt x="803" y="1258"/>
                  </a:cubicBezTo>
                  <a:cubicBezTo>
                    <a:pt x="804" y="1129"/>
                    <a:pt x="783" y="1063"/>
                    <a:pt x="778" y="1039"/>
                  </a:cubicBezTo>
                  <a:cubicBezTo>
                    <a:pt x="773" y="1015"/>
                    <a:pt x="767" y="981"/>
                    <a:pt x="767" y="929"/>
                  </a:cubicBezTo>
                  <a:cubicBezTo>
                    <a:pt x="767" y="877"/>
                    <a:pt x="769" y="806"/>
                    <a:pt x="765" y="756"/>
                  </a:cubicBezTo>
                  <a:cubicBezTo>
                    <a:pt x="763" y="727"/>
                    <a:pt x="758" y="683"/>
                    <a:pt x="752" y="645"/>
                  </a:cubicBezTo>
                  <a:cubicBezTo>
                    <a:pt x="746" y="607"/>
                    <a:pt x="727" y="556"/>
                    <a:pt x="711" y="539"/>
                  </a:cubicBezTo>
                  <a:cubicBezTo>
                    <a:pt x="695" y="521"/>
                    <a:pt x="673" y="507"/>
                    <a:pt x="650" y="499"/>
                  </a:cubicBezTo>
                  <a:cubicBezTo>
                    <a:pt x="644" y="497"/>
                    <a:pt x="635" y="490"/>
                    <a:pt x="629" y="489"/>
                  </a:cubicBezTo>
                  <a:cubicBezTo>
                    <a:pt x="620" y="487"/>
                    <a:pt x="615" y="483"/>
                    <a:pt x="607" y="482"/>
                  </a:cubicBezTo>
                  <a:cubicBezTo>
                    <a:pt x="590" y="479"/>
                    <a:pt x="575" y="474"/>
                    <a:pt x="561" y="472"/>
                  </a:cubicBezTo>
                  <a:cubicBezTo>
                    <a:pt x="499" y="464"/>
                    <a:pt x="501" y="382"/>
                    <a:pt x="501" y="382"/>
                  </a:cubicBezTo>
                  <a:cubicBezTo>
                    <a:pt x="537" y="421"/>
                    <a:pt x="571" y="371"/>
                    <a:pt x="571" y="371"/>
                  </a:cubicBezTo>
                  <a:cubicBezTo>
                    <a:pt x="564" y="376"/>
                    <a:pt x="550" y="370"/>
                    <a:pt x="550" y="370"/>
                  </a:cubicBezTo>
                  <a:cubicBezTo>
                    <a:pt x="570" y="376"/>
                    <a:pt x="578" y="352"/>
                    <a:pt x="578" y="352"/>
                  </a:cubicBezTo>
                  <a:cubicBezTo>
                    <a:pt x="569" y="358"/>
                    <a:pt x="566" y="353"/>
                    <a:pt x="566" y="353"/>
                  </a:cubicBezTo>
                  <a:cubicBezTo>
                    <a:pt x="581" y="347"/>
                    <a:pt x="580" y="328"/>
                    <a:pt x="580" y="328"/>
                  </a:cubicBezTo>
                  <a:cubicBezTo>
                    <a:pt x="573" y="353"/>
                    <a:pt x="539" y="357"/>
                    <a:pt x="548" y="329"/>
                  </a:cubicBezTo>
                  <a:cubicBezTo>
                    <a:pt x="563" y="281"/>
                    <a:pt x="578" y="182"/>
                    <a:pt x="534" y="91"/>
                  </a:cubicBezTo>
                  <a:cubicBezTo>
                    <a:pt x="489" y="0"/>
                    <a:pt x="374" y="39"/>
                    <a:pt x="374" y="39"/>
                  </a:cubicBezTo>
                  <a:cubicBezTo>
                    <a:pt x="352" y="25"/>
                    <a:pt x="305" y="61"/>
                    <a:pt x="284" y="90"/>
                  </a:cubicBezTo>
                  <a:cubicBezTo>
                    <a:pt x="263" y="120"/>
                    <a:pt x="238" y="224"/>
                    <a:pt x="287" y="300"/>
                  </a:cubicBezTo>
                  <a:cubicBezTo>
                    <a:pt x="311" y="338"/>
                    <a:pt x="285" y="358"/>
                    <a:pt x="276" y="354"/>
                  </a:cubicBezTo>
                  <a:cubicBezTo>
                    <a:pt x="268" y="351"/>
                    <a:pt x="269" y="343"/>
                    <a:pt x="269" y="341"/>
                  </a:cubicBezTo>
                  <a:cubicBezTo>
                    <a:pt x="264" y="362"/>
                    <a:pt x="280" y="371"/>
                    <a:pt x="280" y="371"/>
                  </a:cubicBezTo>
                  <a:cubicBezTo>
                    <a:pt x="270" y="367"/>
                    <a:pt x="265" y="358"/>
                    <a:pt x="265" y="358"/>
                  </a:cubicBezTo>
                  <a:cubicBezTo>
                    <a:pt x="266" y="379"/>
                    <a:pt x="288" y="385"/>
                    <a:pt x="288" y="385"/>
                  </a:cubicBezTo>
                  <a:cubicBezTo>
                    <a:pt x="274" y="384"/>
                    <a:pt x="268" y="376"/>
                    <a:pt x="268" y="376"/>
                  </a:cubicBezTo>
                  <a:cubicBezTo>
                    <a:pt x="273" y="392"/>
                    <a:pt x="309" y="408"/>
                    <a:pt x="328" y="381"/>
                  </a:cubicBezTo>
                  <a:cubicBezTo>
                    <a:pt x="322" y="460"/>
                    <a:pt x="295" y="464"/>
                    <a:pt x="268" y="472"/>
                  </a:cubicBezTo>
                  <a:cubicBezTo>
                    <a:pt x="254" y="477"/>
                    <a:pt x="239" y="479"/>
                    <a:pt x="222" y="482"/>
                  </a:cubicBezTo>
                  <a:cubicBezTo>
                    <a:pt x="214" y="483"/>
                    <a:pt x="208" y="487"/>
                    <a:pt x="199" y="488"/>
                  </a:cubicBezTo>
                  <a:cubicBezTo>
                    <a:pt x="193" y="489"/>
                    <a:pt x="186" y="496"/>
                    <a:pt x="180" y="498"/>
                  </a:cubicBezTo>
                  <a:cubicBezTo>
                    <a:pt x="156" y="506"/>
                    <a:pt x="134" y="521"/>
                    <a:pt x="118" y="538"/>
                  </a:cubicBezTo>
                  <a:cubicBezTo>
                    <a:pt x="101" y="556"/>
                    <a:pt x="83" y="607"/>
                    <a:pt x="77" y="645"/>
                  </a:cubicBezTo>
                  <a:cubicBezTo>
                    <a:pt x="71" y="683"/>
                    <a:pt x="66" y="727"/>
                    <a:pt x="63" y="756"/>
                  </a:cubicBezTo>
                  <a:cubicBezTo>
                    <a:pt x="59" y="806"/>
                    <a:pt x="62" y="877"/>
                    <a:pt x="62" y="929"/>
                  </a:cubicBezTo>
                  <a:cubicBezTo>
                    <a:pt x="62" y="981"/>
                    <a:pt x="55" y="1015"/>
                    <a:pt x="50" y="1039"/>
                  </a:cubicBezTo>
                  <a:cubicBezTo>
                    <a:pt x="45" y="1063"/>
                    <a:pt x="25" y="1129"/>
                    <a:pt x="26" y="1258"/>
                  </a:cubicBezTo>
                  <a:cubicBezTo>
                    <a:pt x="26" y="1281"/>
                    <a:pt x="25" y="1334"/>
                    <a:pt x="27" y="1369"/>
                  </a:cubicBezTo>
                  <a:cubicBezTo>
                    <a:pt x="31" y="1412"/>
                    <a:pt x="25" y="1506"/>
                    <a:pt x="19" y="1528"/>
                  </a:cubicBezTo>
                  <a:cubicBezTo>
                    <a:pt x="13" y="1555"/>
                    <a:pt x="6" y="1601"/>
                    <a:pt x="3" y="1608"/>
                  </a:cubicBezTo>
                  <a:cubicBezTo>
                    <a:pt x="0" y="1614"/>
                    <a:pt x="6" y="1623"/>
                    <a:pt x="10" y="1630"/>
                  </a:cubicBezTo>
                  <a:cubicBezTo>
                    <a:pt x="13" y="1637"/>
                    <a:pt x="12" y="1643"/>
                    <a:pt x="17" y="1653"/>
                  </a:cubicBezTo>
                  <a:cubicBezTo>
                    <a:pt x="20" y="1660"/>
                    <a:pt x="31" y="1676"/>
                    <a:pt x="36" y="1685"/>
                  </a:cubicBezTo>
                  <a:cubicBezTo>
                    <a:pt x="41" y="1693"/>
                    <a:pt x="62" y="1704"/>
                    <a:pt x="79" y="1709"/>
                  </a:cubicBezTo>
                  <a:cubicBezTo>
                    <a:pt x="90" y="1714"/>
                    <a:pt x="111" y="1725"/>
                    <a:pt x="113" y="1720"/>
                  </a:cubicBezTo>
                  <a:cubicBezTo>
                    <a:pt x="117" y="1709"/>
                    <a:pt x="110" y="1701"/>
                    <a:pt x="101" y="1697"/>
                  </a:cubicBezTo>
                  <a:cubicBezTo>
                    <a:pt x="96" y="1694"/>
                    <a:pt x="111" y="1703"/>
                    <a:pt x="114" y="1693"/>
                  </a:cubicBezTo>
                  <a:cubicBezTo>
                    <a:pt x="115" y="1690"/>
                    <a:pt x="115" y="1688"/>
                    <a:pt x="113" y="1683"/>
                  </a:cubicBezTo>
                  <a:cubicBezTo>
                    <a:pt x="115" y="1677"/>
                    <a:pt x="113" y="1677"/>
                    <a:pt x="109" y="1671"/>
                  </a:cubicBezTo>
                  <a:cubicBezTo>
                    <a:pt x="117" y="1669"/>
                    <a:pt x="111" y="1636"/>
                    <a:pt x="108" y="1620"/>
                  </a:cubicBezTo>
                  <a:cubicBezTo>
                    <a:pt x="109" y="1608"/>
                    <a:pt x="110" y="1570"/>
                    <a:pt x="101" y="1543"/>
                  </a:cubicBezTo>
                  <a:cubicBezTo>
                    <a:pt x="95" y="1527"/>
                    <a:pt x="93" y="1511"/>
                    <a:pt x="93" y="1501"/>
                  </a:cubicBezTo>
                  <a:cubicBezTo>
                    <a:pt x="88" y="1477"/>
                    <a:pt x="115" y="1307"/>
                    <a:pt x="131" y="1259"/>
                  </a:cubicBezTo>
                  <a:cubicBezTo>
                    <a:pt x="161" y="1158"/>
                    <a:pt x="151" y="1071"/>
                    <a:pt x="154" y="1053"/>
                  </a:cubicBezTo>
                  <a:cubicBezTo>
                    <a:pt x="158" y="1035"/>
                    <a:pt x="178" y="941"/>
                    <a:pt x="184" y="899"/>
                  </a:cubicBezTo>
                  <a:cubicBezTo>
                    <a:pt x="185" y="900"/>
                    <a:pt x="185" y="900"/>
                    <a:pt x="185" y="900"/>
                  </a:cubicBezTo>
                  <a:cubicBezTo>
                    <a:pt x="188" y="951"/>
                    <a:pt x="183" y="1029"/>
                    <a:pt x="184" y="1055"/>
                  </a:cubicBezTo>
                  <a:cubicBezTo>
                    <a:pt x="186" y="1091"/>
                    <a:pt x="176" y="1157"/>
                    <a:pt x="161" y="1186"/>
                  </a:cubicBezTo>
                  <a:cubicBezTo>
                    <a:pt x="145" y="1215"/>
                    <a:pt x="138" y="1260"/>
                    <a:pt x="124" y="1341"/>
                  </a:cubicBezTo>
                  <a:cubicBezTo>
                    <a:pt x="111" y="1405"/>
                    <a:pt x="101" y="1472"/>
                    <a:pt x="112" y="1588"/>
                  </a:cubicBezTo>
                  <a:cubicBezTo>
                    <a:pt x="121" y="1669"/>
                    <a:pt x="135" y="1720"/>
                    <a:pt x="155" y="1810"/>
                  </a:cubicBezTo>
                  <a:cubicBezTo>
                    <a:pt x="174" y="1891"/>
                    <a:pt x="200" y="1998"/>
                    <a:pt x="211" y="2058"/>
                  </a:cubicBezTo>
                  <a:cubicBezTo>
                    <a:pt x="221" y="2118"/>
                    <a:pt x="236" y="2140"/>
                    <a:pt x="238" y="2179"/>
                  </a:cubicBezTo>
                  <a:cubicBezTo>
                    <a:pt x="241" y="2218"/>
                    <a:pt x="215" y="2402"/>
                    <a:pt x="244" y="2508"/>
                  </a:cubicBezTo>
                  <a:cubicBezTo>
                    <a:pt x="272" y="2615"/>
                    <a:pt x="285" y="2682"/>
                    <a:pt x="290" y="2708"/>
                  </a:cubicBezTo>
                  <a:cubicBezTo>
                    <a:pt x="303" y="2765"/>
                    <a:pt x="292" y="2771"/>
                    <a:pt x="297" y="2800"/>
                  </a:cubicBezTo>
                  <a:cubicBezTo>
                    <a:pt x="302" y="2828"/>
                    <a:pt x="303" y="2825"/>
                    <a:pt x="288" y="2853"/>
                  </a:cubicBezTo>
                  <a:cubicBezTo>
                    <a:pt x="275" y="2871"/>
                    <a:pt x="253" y="2910"/>
                    <a:pt x="246" y="2918"/>
                  </a:cubicBezTo>
                  <a:cubicBezTo>
                    <a:pt x="240" y="2927"/>
                    <a:pt x="243" y="2936"/>
                    <a:pt x="246" y="2941"/>
                  </a:cubicBezTo>
                  <a:cubicBezTo>
                    <a:pt x="241" y="2955"/>
                    <a:pt x="257" y="2962"/>
                    <a:pt x="262" y="2962"/>
                  </a:cubicBezTo>
                  <a:cubicBezTo>
                    <a:pt x="260" y="2978"/>
                    <a:pt x="289" y="2976"/>
                    <a:pt x="296" y="2969"/>
                  </a:cubicBezTo>
                  <a:cubicBezTo>
                    <a:pt x="304" y="2978"/>
                    <a:pt x="326" y="2978"/>
                    <a:pt x="334" y="2967"/>
                  </a:cubicBezTo>
                  <a:cubicBezTo>
                    <a:pt x="348" y="2980"/>
                    <a:pt x="373" y="2980"/>
                    <a:pt x="388" y="2964"/>
                  </a:cubicBezTo>
                  <a:cubicBezTo>
                    <a:pt x="404" y="2948"/>
                    <a:pt x="406" y="2933"/>
                    <a:pt x="404" y="2917"/>
                  </a:cubicBezTo>
                  <a:cubicBezTo>
                    <a:pt x="402" y="2902"/>
                    <a:pt x="406" y="2896"/>
                    <a:pt x="409" y="2877"/>
                  </a:cubicBezTo>
                  <a:cubicBezTo>
                    <a:pt x="412" y="2858"/>
                    <a:pt x="415" y="2843"/>
                    <a:pt x="408" y="2830"/>
                  </a:cubicBezTo>
                  <a:cubicBezTo>
                    <a:pt x="401" y="2816"/>
                    <a:pt x="400" y="2809"/>
                    <a:pt x="400" y="2796"/>
                  </a:cubicBezTo>
                  <a:cubicBezTo>
                    <a:pt x="400" y="2782"/>
                    <a:pt x="406" y="2761"/>
                    <a:pt x="397" y="2744"/>
                  </a:cubicBezTo>
                  <a:cubicBezTo>
                    <a:pt x="388" y="2726"/>
                    <a:pt x="378" y="2685"/>
                    <a:pt x="380" y="2640"/>
                  </a:cubicBezTo>
                  <a:cubicBezTo>
                    <a:pt x="381" y="2595"/>
                    <a:pt x="414" y="2343"/>
                    <a:pt x="400" y="2257"/>
                  </a:cubicBezTo>
                  <a:cubicBezTo>
                    <a:pt x="386" y="2170"/>
                    <a:pt x="392" y="2153"/>
                    <a:pt x="395" y="2123"/>
                  </a:cubicBezTo>
                  <a:cubicBezTo>
                    <a:pt x="399" y="2094"/>
                    <a:pt x="407" y="2046"/>
                    <a:pt x="399" y="1984"/>
                  </a:cubicBezTo>
                  <a:cubicBezTo>
                    <a:pt x="396" y="1960"/>
                    <a:pt x="407" y="1862"/>
                    <a:pt x="408" y="1760"/>
                  </a:cubicBezTo>
                  <a:cubicBezTo>
                    <a:pt x="409" y="1694"/>
                    <a:pt x="417" y="1606"/>
                    <a:pt x="399" y="1588"/>
                  </a:cubicBezTo>
                  <a:cubicBezTo>
                    <a:pt x="399" y="1587"/>
                    <a:pt x="399" y="1587"/>
                    <a:pt x="399" y="1587"/>
                  </a:cubicBezTo>
                  <a:cubicBezTo>
                    <a:pt x="404" y="1589"/>
                    <a:pt x="409" y="1590"/>
                    <a:pt x="413" y="1590"/>
                  </a:cubicBezTo>
                  <a:cubicBezTo>
                    <a:pt x="414" y="1590"/>
                    <a:pt x="414" y="1590"/>
                    <a:pt x="414" y="1590"/>
                  </a:cubicBezTo>
                  <a:cubicBezTo>
                    <a:pt x="419" y="1590"/>
                    <a:pt x="425" y="1589"/>
                    <a:pt x="431" y="1586"/>
                  </a:cubicBezTo>
                  <a:cubicBezTo>
                    <a:pt x="430" y="1588"/>
                    <a:pt x="430" y="1588"/>
                    <a:pt x="430" y="1588"/>
                  </a:cubicBezTo>
                  <a:cubicBezTo>
                    <a:pt x="412" y="1606"/>
                    <a:pt x="418" y="1694"/>
                    <a:pt x="418" y="1759"/>
                  </a:cubicBezTo>
                  <a:cubicBezTo>
                    <a:pt x="419" y="1861"/>
                    <a:pt x="432" y="1960"/>
                    <a:pt x="429" y="1984"/>
                  </a:cubicBezTo>
                  <a:cubicBezTo>
                    <a:pt x="421" y="2046"/>
                    <a:pt x="430" y="2094"/>
                    <a:pt x="434" y="2123"/>
                  </a:cubicBezTo>
                  <a:cubicBezTo>
                    <a:pt x="437" y="2153"/>
                    <a:pt x="442" y="2170"/>
                    <a:pt x="428" y="2257"/>
                  </a:cubicBezTo>
                  <a:cubicBezTo>
                    <a:pt x="414" y="2343"/>
                    <a:pt x="447" y="2595"/>
                    <a:pt x="449" y="2640"/>
                  </a:cubicBezTo>
                  <a:cubicBezTo>
                    <a:pt x="451" y="2685"/>
                    <a:pt x="440" y="2726"/>
                    <a:pt x="432" y="2744"/>
                  </a:cubicBezTo>
                  <a:cubicBezTo>
                    <a:pt x="423" y="2761"/>
                    <a:pt x="428" y="2782"/>
                    <a:pt x="428" y="2796"/>
                  </a:cubicBezTo>
                  <a:cubicBezTo>
                    <a:pt x="428" y="2809"/>
                    <a:pt x="428" y="2816"/>
                    <a:pt x="421" y="2830"/>
                  </a:cubicBezTo>
                  <a:cubicBezTo>
                    <a:pt x="414" y="2843"/>
                    <a:pt x="416" y="2858"/>
                    <a:pt x="420" y="2877"/>
                  </a:cubicBezTo>
                  <a:cubicBezTo>
                    <a:pt x="423" y="2896"/>
                    <a:pt x="427" y="2902"/>
                    <a:pt x="425" y="2917"/>
                  </a:cubicBezTo>
                  <a:cubicBezTo>
                    <a:pt x="423" y="2933"/>
                    <a:pt x="425" y="2948"/>
                    <a:pt x="440" y="2964"/>
                  </a:cubicBezTo>
                  <a:cubicBezTo>
                    <a:pt x="456" y="2980"/>
                    <a:pt x="480" y="2980"/>
                    <a:pt x="494" y="2967"/>
                  </a:cubicBezTo>
                  <a:cubicBezTo>
                    <a:pt x="503" y="2978"/>
                    <a:pt x="525" y="2978"/>
                    <a:pt x="533" y="2969"/>
                  </a:cubicBezTo>
                  <a:cubicBezTo>
                    <a:pt x="540" y="2976"/>
                    <a:pt x="569" y="2978"/>
                    <a:pt x="567" y="2962"/>
                  </a:cubicBezTo>
                  <a:cubicBezTo>
                    <a:pt x="572" y="2962"/>
                    <a:pt x="587" y="2955"/>
                    <a:pt x="582" y="2941"/>
                  </a:cubicBezTo>
                  <a:cubicBezTo>
                    <a:pt x="586" y="2936"/>
                    <a:pt x="589" y="2927"/>
                    <a:pt x="582" y="2918"/>
                  </a:cubicBezTo>
                  <a:cubicBezTo>
                    <a:pt x="575" y="2910"/>
                    <a:pt x="554" y="2871"/>
                    <a:pt x="541" y="2853"/>
                  </a:cubicBezTo>
                  <a:cubicBezTo>
                    <a:pt x="526" y="2825"/>
                    <a:pt x="527" y="2828"/>
                    <a:pt x="532" y="2800"/>
                  </a:cubicBezTo>
                  <a:cubicBezTo>
                    <a:pt x="537" y="2771"/>
                    <a:pt x="526" y="2765"/>
                    <a:pt x="538" y="2708"/>
                  </a:cubicBezTo>
                  <a:cubicBezTo>
                    <a:pt x="544" y="2682"/>
                    <a:pt x="557" y="2615"/>
                    <a:pt x="585" y="2508"/>
                  </a:cubicBezTo>
                  <a:cubicBezTo>
                    <a:pt x="614" y="2402"/>
                    <a:pt x="588" y="2218"/>
                    <a:pt x="590" y="2179"/>
                  </a:cubicBezTo>
                  <a:cubicBezTo>
                    <a:pt x="593" y="2140"/>
                    <a:pt x="610" y="2113"/>
                    <a:pt x="620" y="2054"/>
                  </a:cubicBezTo>
                  <a:cubicBezTo>
                    <a:pt x="630" y="1994"/>
                    <a:pt x="655" y="1891"/>
                    <a:pt x="674" y="1810"/>
                  </a:cubicBezTo>
                  <a:cubicBezTo>
                    <a:pt x="694" y="1720"/>
                    <a:pt x="710" y="1670"/>
                    <a:pt x="719" y="1589"/>
                  </a:cubicBezTo>
                  <a:cubicBezTo>
                    <a:pt x="730" y="1474"/>
                    <a:pt x="720" y="1404"/>
                    <a:pt x="708" y="1340"/>
                  </a:cubicBezTo>
                  <a:cubicBezTo>
                    <a:pt x="694" y="1259"/>
                    <a:pt x="682" y="1204"/>
                    <a:pt x="667" y="1175"/>
                  </a:cubicBezTo>
                  <a:cubicBezTo>
                    <a:pt x="651" y="1146"/>
                    <a:pt x="646" y="1089"/>
                    <a:pt x="648" y="1053"/>
                  </a:cubicBezTo>
                  <a:cubicBezTo>
                    <a:pt x="649" y="1026"/>
                    <a:pt x="641" y="949"/>
                    <a:pt x="644" y="898"/>
                  </a:cubicBezTo>
                  <a:cubicBezTo>
                    <a:pt x="644" y="898"/>
                    <a:pt x="644" y="898"/>
                    <a:pt x="644" y="898"/>
                  </a:cubicBezTo>
                  <a:cubicBezTo>
                    <a:pt x="650" y="940"/>
                    <a:pt x="671" y="1035"/>
                    <a:pt x="674" y="1053"/>
                  </a:cubicBezTo>
                  <a:cubicBezTo>
                    <a:pt x="678" y="1071"/>
                    <a:pt x="668" y="1158"/>
                    <a:pt x="698" y="1259"/>
                  </a:cubicBezTo>
                  <a:cubicBezTo>
                    <a:pt x="713" y="1307"/>
                    <a:pt x="740" y="1477"/>
                    <a:pt x="736" y="1501"/>
                  </a:cubicBezTo>
                  <a:cubicBezTo>
                    <a:pt x="736" y="1511"/>
                    <a:pt x="733" y="1527"/>
                    <a:pt x="728" y="1543"/>
                  </a:cubicBezTo>
                  <a:cubicBezTo>
                    <a:pt x="719" y="1570"/>
                    <a:pt x="720" y="1608"/>
                    <a:pt x="721" y="1620"/>
                  </a:cubicBezTo>
                  <a:cubicBezTo>
                    <a:pt x="717" y="1636"/>
                    <a:pt x="712" y="1669"/>
                    <a:pt x="719" y="1671"/>
                  </a:cubicBezTo>
                  <a:cubicBezTo>
                    <a:pt x="715" y="1677"/>
                    <a:pt x="714" y="1677"/>
                    <a:pt x="716" y="1683"/>
                  </a:cubicBezTo>
                  <a:cubicBezTo>
                    <a:pt x="713" y="1688"/>
                    <a:pt x="713" y="1690"/>
                    <a:pt x="714" y="1693"/>
                  </a:cubicBezTo>
                  <a:cubicBezTo>
                    <a:pt x="718" y="1703"/>
                    <a:pt x="733" y="1694"/>
                    <a:pt x="728" y="1697"/>
                  </a:cubicBezTo>
                  <a:cubicBezTo>
                    <a:pt x="719" y="1701"/>
                    <a:pt x="712" y="1709"/>
                    <a:pt x="716" y="1720"/>
                  </a:cubicBezTo>
                  <a:cubicBezTo>
                    <a:pt x="718" y="1725"/>
                    <a:pt x="739" y="1714"/>
                    <a:pt x="750" y="1709"/>
                  </a:cubicBezTo>
                  <a:cubicBezTo>
                    <a:pt x="767" y="1704"/>
                    <a:pt x="787" y="1693"/>
                    <a:pt x="793" y="1685"/>
                  </a:cubicBezTo>
                  <a:cubicBezTo>
                    <a:pt x="798" y="1676"/>
                    <a:pt x="809" y="1660"/>
                    <a:pt x="812" y="1653"/>
                  </a:cubicBezTo>
                  <a:cubicBezTo>
                    <a:pt x="816" y="1643"/>
                    <a:pt x="815" y="1637"/>
                    <a:pt x="819" y="1630"/>
                  </a:cubicBezTo>
                  <a:cubicBezTo>
                    <a:pt x="822" y="1623"/>
                    <a:pt x="829" y="1614"/>
                    <a:pt x="825" y="1608"/>
                  </a:cubicBezTo>
                  <a:close/>
                  <a:moveTo>
                    <a:pt x="269" y="341"/>
                  </a:moveTo>
                  <a:cubicBezTo>
                    <a:pt x="269" y="341"/>
                    <a:pt x="269" y="340"/>
                    <a:pt x="269" y="340"/>
                  </a:cubicBezTo>
                  <a:cubicBezTo>
                    <a:pt x="269" y="340"/>
                    <a:pt x="269" y="341"/>
                    <a:pt x="269" y="341"/>
                  </a:cubicBezTo>
                  <a:close/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</p:grpSp>
      <p:grpSp>
        <p:nvGrpSpPr>
          <p:cNvPr id="63493" name="Human-body-outline-front-view">
            <a:extLst>
              <a:ext uri="{FF2B5EF4-FFF2-40B4-BE49-F238E27FC236}">
                <a16:creationId xmlns:a16="http://schemas.microsoft.com/office/drawing/2014/main" id="{7107CAA0-0486-4F25-998B-E15C75D2B98A}"/>
              </a:ext>
            </a:extLst>
          </p:cNvPr>
          <p:cNvGrpSpPr>
            <a:grpSpLocks/>
          </p:cNvGrpSpPr>
          <p:nvPr/>
        </p:nvGrpSpPr>
        <p:grpSpPr bwMode="auto">
          <a:xfrm>
            <a:off x="7910513" y="1179513"/>
            <a:ext cx="1208087" cy="3719512"/>
            <a:chOff x="4023" y="705"/>
            <a:chExt cx="761" cy="2343"/>
          </a:xfrm>
        </p:grpSpPr>
        <p:sp>
          <p:nvSpPr>
            <p:cNvPr id="63506" name="Freeform 64">
              <a:extLst>
                <a:ext uri="{FF2B5EF4-FFF2-40B4-BE49-F238E27FC236}">
                  <a16:creationId xmlns:a16="http://schemas.microsoft.com/office/drawing/2014/main" id="{E55C1E9B-40C1-450E-BDD3-D0608E5EC60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023" y="705"/>
              <a:ext cx="761" cy="2343"/>
            </a:xfrm>
            <a:custGeom>
              <a:avLst/>
              <a:gdLst>
                <a:gd name="T0" fmla="*/ 412 w 987"/>
                <a:gd name="T1" fmla="*/ 289 h 3051"/>
                <a:gd name="T2" fmla="*/ 268 w 987"/>
                <a:gd name="T3" fmla="*/ 170 h 3051"/>
                <a:gd name="T4" fmla="*/ 277 w 987"/>
                <a:gd name="T5" fmla="*/ 142 h 3051"/>
                <a:gd name="T6" fmla="*/ 280 w 987"/>
                <a:gd name="T7" fmla="*/ 130 h 3051"/>
                <a:gd name="T8" fmla="*/ 281 w 987"/>
                <a:gd name="T9" fmla="*/ 124 h 3051"/>
                <a:gd name="T10" fmla="*/ 285 w 987"/>
                <a:gd name="T11" fmla="*/ 120 h 3051"/>
                <a:gd name="T12" fmla="*/ 299 w 987"/>
                <a:gd name="T13" fmla="*/ 75 h 3051"/>
                <a:gd name="T14" fmla="*/ 285 w 987"/>
                <a:gd name="T15" fmla="*/ 97 h 3051"/>
                <a:gd name="T16" fmla="*/ 291 w 987"/>
                <a:gd name="T17" fmla="*/ 81 h 3051"/>
                <a:gd name="T18" fmla="*/ 294 w 987"/>
                <a:gd name="T19" fmla="*/ 65 h 3051"/>
                <a:gd name="T20" fmla="*/ 259 w 987"/>
                <a:gd name="T21" fmla="*/ 4 h 3051"/>
                <a:gd name="T22" fmla="*/ 218 w 987"/>
                <a:gd name="T23" fmla="*/ 2 h 3051"/>
                <a:gd name="T24" fmla="*/ 196 w 987"/>
                <a:gd name="T25" fmla="*/ 5 h 3051"/>
                <a:gd name="T26" fmla="*/ 167 w 987"/>
                <a:gd name="T27" fmla="*/ 27 h 3051"/>
                <a:gd name="T28" fmla="*/ 163 w 987"/>
                <a:gd name="T29" fmla="*/ 81 h 3051"/>
                <a:gd name="T30" fmla="*/ 160 w 987"/>
                <a:gd name="T31" fmla="*/ 72 h 3051"/>
                <a:gd name="T32" fmla="*/ 166 w 987"/>
                <a:gd name="T33" fmla="*/ 118 h 3051"/>
                <a:gd name="T34" fmla="*/ 170 w 987"/>
                <a:gd name="T35" fmla="*/ 121 h 3051"/>
                <a:gd name="T36" fmla="*/ 173 w 987"/>
                <a:gd name="T37" fmla="*/ 129 h 3051"/>
                <a:gd name="T38" fmla="*/ 173 w 987"/>
                <a:gd name="T39" fmla="*/ 134 h 3051"/>
                <a:gd name="T40" fmla="*/ 175 w 987"/>
                <a:gd name="T41" fmla="*/ 141 h 3051"/>
                <a:gd name="T42" fmla="*/ 177 w 987"/>
                <a:gd name="T43" fmla="*/ 146 h 3051"/>
                <a:gd name="T44" fmla="*/ 155 w 987"/>
                <a:gd name="T45" fmla="*/ 210 h 3051"/>
                <a:gd name="T46" fmla="*/ 18 w 987"/>
                <a:gd name="T47" fmla="*/ 495 h 3051"/>
                <a:gd name="T48" fmla="*/ 3 w 987"/>
                <a:gd name="T49" fmla="*/ 662 h 3051"/>
                <a:gd name="T50" fmla="*/ 2 w 987"/>
                <a:gd name="T51" fmla="*/ 743 h 3051"/>
                <a:gd name="T52" fmla="*/ 52 w 987"/>
                <a:gd name="T53" fmla="*/ 814 h 3051"/>
                <a:gd name="T54" fmla="*/ 59 w 987"/>
                <a:gd name="T55" fmla="*/ 807 h 3051"/>
                <a:gd name="T56" fmla="*/ 80 w 987"/>
                <a:gd name="T57" fmla="*/ 796 h 3051"/>
                <a:gd name="T58" fmla="*/ 72 w 987"/>
                <a:gd name="T59" fmla="*/ 767 h 3051"/>
                <a:gd name="T60" fmla="*/ 42 w 987"/>
                <a:gd name="T61" fmla="*/ 723 h 3051"/>
                <a:gd name="T62" fmla="*/ 61 w 987"/>
                <a:gd name="T63" fmla="*/ 713 h 3051"/>
                <a:gd name="T64" fmla="*/ 87 w 987"/>
                <a:gd name="T65" fmla="*/ 515 h 3051"/>
                <a:gd name="T66" fmla="*/ 97 w 987"/>
                <a:gd name="T67" fmla="*/ 660 h 3051"/>
                <a:gd name="T68" fmla="*/ 127 w 987"/>
                <a:gd name="T69" fmla="*/ 1127 h 3051"/>
                <a:gd name="T70" fmla="*/ 122 w 987"/>
                <a:gd name="T71" fmla="*/ 1349 h 3051"/>
                <a:gd name="T72" fmla="*/ 131 w 987"/>
                <a:gd name="T73" fmla="*/ 1369 h 3051"/>
                <a:gd name="T74" fmla="*/ 201 w 987"/>
                <a:gd name="T75" fmla="*/ 1372 h 3051"/>
                <a:gd name="T76" fmla="*/ 209 w 987"/>
                <a:gd name="T77" fmla="*/ 1340 h 3051"/>
                <a:gd name="T78" fmla="*/ 202 w 987"/>
                <a:gd name="T79" fmla="*/ 1006 h 3051"/>
                <a:gd name="T80" fmla="*/ 241 w 987"/>
                <a:gd name="T81" fmla="*/ 859 h 3051"/>
                <a:gd name="T82" fmla="*/ 243 w 987"/>
                <a:gd name="T83" fmla="*/ 1278 h 3051"/>
                <a:gd name="T84" fmla="*/ 251 w 987"/>
                <a:gd name="T85" fmla="*/ 1372 h 3051"/>
                <a:gd name="T86" fmla="*/ 319 w 987"/>
                <a:gd name="T87" fmla="*/ 1373 h 3051"/>
                <a:gd name="T88" fmla="*/ 334 w 987"/>
                <a:gd name="T89" fmla="*/ 1362 h 3051"/>
                <a:gd name="T90" fmla="*/ 293 w 987"/>
                <a:gd name="T91" fmla="*/ 1278 h 3051"/>
                <a:gd name="T92" fmla="*/ 331 w 987"/>
                <a:gd name="T93" fmla="*/ 988 h 3051"/>
                <a:gd name="T94" fmla="*/ 355 w 987"/>
                <a:gd name="T95" fmla="*/ 647 h 3051"/>
                <a:gd name="T96" fmla="*/ 365 w 987"/>
                <a:gd name="T97" fmla="*/ 498 h 3051"/>
                <a:gd name="T98" fmla="*/ 401 w 987"/>
                <a:gd name="T99" fmla="*/ 680 h 3051"/>
                <a:gd name="T100" fmla="*/ 385 w 987"/>
                <a:gd name="T101" fmla="*/ 752 h 3051"/>
                <a:gd name="T102" fmla="*/ 405 w 987"/>
                <a:gd name="T103" fmla="*/ 738 h 3051"/>
                <a:gd name="T104" fmla="*/ 386 w 987"/>
                <a:gd name="T105" fmla="*/ 771 h 3051"/>
                <a:gd name="T106" fmla="*/ 372 w 987"/>
                <a:gd name="T107" fmla="*/ 786 h 3051"/>
                <a:gd name="T108" fmla="*/ 387 w 987"/>
                <a:gd name="T109" fmla="*/ 809 h 3051"/>
                <a:gd name="T110" fmla="*/ 407 w 987"/>
                <a:gd name="T111" fmla="*/ 809 h 3051"/>
                <a:gd name="T112" fmla="*/ 448 w 987"/>
                <a:gd name="T113" fmla="*/ 719 h 3051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987" h="3051">
                  <a:moveTo>
                    <a:pt x="983" y="1459"/>
                  </a:moveTo>
                  <a:cubicBezTo>
                    <a:pt x="981" y="1444"/>
                    <a:pt x="980" y="1429"/>
                    <a:pt x="976" y="1412"/>
                  </a:cubicBezTo>
                  <a:cubicBezTo>
                    <a:pt x="972" y="1395"/>
                    <a:pt x="971" y="1360"/>
                    <a:pt x="970" y="1337"/>
                  </a:cubicBezTo>
                  <a:cubicBezTo>
                    <a:pt x="969" y="1297"/>
                    <a:pt x="969" y="1139"/>
                    <a:pt x="946" y="1082"/>
                  </a:cubicBezTo>
                  <a:cubicBezTo>
                    <a:pt x="941" y="1064"/>
                    <a:pt x="936" y="1035"/>
                    <a:pt x="937" y="994"/>
                  </a:cubicBezTo>
                  <a:cubicBezTo>
                    <a:pt x="934" y="881"/>
                    <a:pt x="909" y="816"/>
                    <a:pt x="911" y="782"/>
                  </a:cubicBezTo>
                  <a:cubicBezTo>
                    <a:pt x="918" y="731"/>
                    <a:pt x="909" y="681"/>
                    <a:pt x="899" y="638"/>
                  </a:cubicBezTo>
                  <a:cubicBezTo>
                    <a:pt x="896" y="626"/>
                    <a:pt x="892" y="615"/>
                    <a:pt x="886" y="604"/>
                  </a:cubicBezTo>
                  <a:cubicBezTo>
                    <a:pt x="852" y="537"/>
                    <a:pt x="771" y="512"/>
                    <a:pt x="741" y="505"/>
                  </a:cubicBezTo>
                  <a:cubicBezTo>
                    <a:pt x="718" y="499"/>
                    <a:pt x="656" y="468"/>
                    <a:pt x="636" y="459"/>
                  </a:cubicBezTo>
                  <a:cubicBezTo>
                    <a:pt x="634" y="458"/>
                    <a:pt x="632" y="457"/>
                    <a:pt x="630" y="456"/>
                  </a:cubicBezTo>
                  <a:cubicBezTo>
                    <a:pt x="627" y="454"/>
                    <a:pt x="624" y="453"/>
                    <a:pt x="621" y="451"/>
                  </a:cubicBezTo>
                  <a:cubicBezTo>
                    <a:pt x="620" y="450"/>
                    <a:pt x="618" y="449"/>
                    <a:pt x="616" y="448"/>
                  </a:cubicBezTo>
                  <a:cubicBezTo>
                    <a:pt x="589" y="427"/>
                    <a:pt x="583" y="399"/>
                    <a:pt x="584" y="375"/>
                  </a:cubicBezTo>
                  <a:cubicBezTo>
                    <a:pt x="585" y="364"/>
                    <a:pt x="587" y="354"/>
                    <a:pt x="588" y="349"/>
                  </a:cubicBezTo>
                  <a:cubicBezTo>
                    <a:pt x="588" y="349"/>
                    <a:pt x="588" y="348"/>
                    <a:pt x="588" y="348"/>
                  </a:cubicBezTo>
                  <a:cubicBezTo>
                    <a:pt x="594" y="340"/>
                    <a:pt x="598" y="332"/>
                    <a:pt x="600" y="327"/>
                  </a:cubicBezTo>
                  <a:cubicBezTo>
                    <a:pt x="600" y="325"/>
                    <a:pt x="601" y="323"/>
                    <a:pt x="602" y="321"/>
                  </a:cubicBezTo>
                  <a:cubicBezTo>
                    <a:pt x="602" y="321"/>
                    <a:pt x="602" y="321"/>
                    <a:pt x="602" y="321"/>
                  </a:cubicBezTo>
                  <a:cubicBezTo>
                    <a:pt x="603" y="319"/>
                    <a:pt x="603" y="317"/>
                    <a:pt x="604" y="315"/>
                  </a:cubicBezTo>
                  <a:cubicBezTo>
                    <a:pt x="604" y="315"/>
                    <a:pt x="604" y="314"/>
                    <a:pt x="604" y="314"/>
                  </a:cubicBezTo>
                  <a:cubicBezTo>
                    <a:pt x="605" y="312"/>
                    <a:pt x="605" y="310"/>
                    <a:pt x="606" y="308"/>
                  </a:cubicBezTo>
                  <a:cubicBezTo>
                    <a:pt x="606" y="308"/>
                    <a:pt x="606" y="307"/>
                    <a:pt x="606" y="307"/>
                  </a:cubicBezTo>
                  <a:cubicBezTo>
                    <a:pt x="606" y="305"/>
                    <a:pt x="607" y="303"/>
                    <a:pt x="608" y="300"/>
                  </a:cubicBezTo>
                  <a:cubicBezTo>
                    <a:pt x="608" y="300"/>
                    <a:pt x="608" y="300"/>
                    <a:pt x="608" y="300"/>
                  </a:cubicBezTo>
                  <a:cubicBezTo>
                    <a:pt x="608" y="298"/>
                    <a:pt x="609" y="295"/>
                    <a:pt x="609" y="293"/>
                  </a:cubicBezTo>
                  <a:cubicBezTo>
                    <a:pt x="609" y="293"/>
                    <a:pt x="609" y="293"/>
                    <a:pt x="609" y="293"/>
                  </a:cubicBezTo>
                  <a:cubicBezTo>
                    <a:pt x="610" y="290"/>
                    <a:pt x="610" y="288"/>
                    <a:pt x="611" y="286"/>
                  </a:cubicBezTo>
                  <a:cubicBezTo>
                    <a:pt x="611" y="286"/>
                    <a:pt x="611" y="286"/>
                    <a:pt x="611" y="286"/>
                  </a:cubicBezTo>
                  <a:cubicBezTo>
                    <a:pt x="611" y="283"/>
                    <a:pt x="611" y="281"/>
                    <a:pt x="612" y="279"/>
                  </a:cubicBezTo>
                  <a:cubicBezTo>
                    <a:pt x="612" y="279"/>
                    <a:pt x="612" y="279"/>
                    <a:pt x="612" y="279"/>
                  </a:cubicBezTo>
                  <a:cubicBezTo>
                    <a:pt x="612" y="277"/>
                    <a:pt x="612" y="276"/>
                    <a:pt x="612" y="273"/>
                  </a:cubicBezTo>
                  <a:cubicBezTo>
                    <a:pt x="612" y="273"/>
                    <a:pt x="612" y="273"/>
                    <a:pt x="612" y="273"/>
                  </a:cubicBezTo>
                  <a:cubicBezTo>
                    <a:pt x="612" y="273"/>
                    <a:pt x="613" y="272"/>
                    <a:pt x="613" y="272"/>
                  </a:cubicBezTo>
                  <a:cubicBezTo>
                    <a:pt x="613" y="272"/>
                    <a:pt x="613" y="272"/>
                    <a:pt x="613" y="272"/>
                  </a:cubicBezTo>
                  <a:cubicBezTo>
                    <a:pt x="614" y="271"/>
                    <a:pt x="616" y="270"/>
                    <a:pt x="618" y="269"/>
                  </a:cubicBezTo>
                  <a:cubicBezTo>
                    <a:pt x="618" y="269"/>
                    <a:pt x="618" y="269"/>
                    <a:pt x="618" y="269"/>
                  </a:cubicBezTo>
                  <a:cubicBezTo>
                    <a:pt x="618" y="268"/>
                    <a:pt x="619" y="268"/>
                    <a:pt x="620" y="268"/>
                  </a:cubicBezTo>
                  <a:cubicBezTo>
                    <a:pt x="620" y="267"/>
                    <a:pt x="620" y="267"/>
                    <a:pt x="620" y="267"/>
                  </a:cubicBezTo>
                  <a:cubicBezTo>
                    <a:pt x="621" y="267"/>
                    <a:pt x="621" y="266"/>
                    <a:pt x="622" y="266"/>
                  </a:cubicBezTo>
                  <a:cubicBezTo>
                    <a:pt x="622" y="266"/>
                    <a:pt x="622" y="265"/>
                    <a:pt x="622" y="265"/>
                  </a:cubicBezTo>
                  <a:cubicBezTo>
                    <a:pt x="623" y="265"/>
                    <a:pt x="623" y="265"/>
                    <a:pt x="623" y="264"/>
                  </a:cubicBezTo>
                  <a:cubicBezTo>
                    <a:pt x="624" y="264"/>
                    <a:pt x="624" y="264"/>
                    <a:pt x="624" y="263"/>
                  </a:cubicBezTo>
                  <a:cubicBezTo>
                    <a:pt x="625" y="263"/>
                    <a:pt x="625" y="263"/>
                    <a:pt x="625" y="263"/>
                  </a:cubicBezTo>
                  <a:cubicBezTo>
                    <a:pt x="625" y="262"/>
                    <a:pt x="626" y="261"/>
                    <a:pt x="626" y="261"/>
                  </a:cubicBezTo>
                  <a:cubicBezTo>
                    <a:pt x="630" y="256"/>
                    <a:pt x="631" y="251"/>
                    <a:pt x="634" y="246"/>
                  </a:cubicBezTo>
                  <a:cubicBezTo>
                    <a:pt x="638" y="240"/>
                    <a:pt x="636" y="236"/>
                    <a:pt x="640" y="226"/>
                  </a:cubicBezTo>
                  <a:cubicBezTo>
                    <a:pt x="643" y="217"/>
                    <a:pt x="645" y="202"/>
                    <a:pt x="645" y="196"/>
                  </a:cubicBezTo>
                  <a:cubicBezTo>
                    <a:pt x="645" y="190"/>
                    <a:pt x="652" y="174"/>
                    <a:pt x="652" y="166"/>
                  </a:cubicBezTo>
                  <a:cubicBezTo>
                    <a:pt x="652" y="161"/>
                    <a:pt x="650" y="157"/>
                    <a:pt x="648" y="156"/>
                  </a:cubicBezTo>
                  <a:cubicBezTo>
                    <a:pt x="647" y="155"/>
                    <a:pt x="646" y="155"/>
                    <a:pt x="645" y="155"/>
                  </a:cubicBezTo>
                  <a:cubicBezTo>
                    <a:pt x="644" y="154"/>
                    <a:pt x="643" y="155"/>
                    <a:pt x="642" y="155"/>
                  </a:cubicBezTo>
                  <a:cubicBezTo>
                    <a:pt x="632" y="187"/>
                    <a:pt x="632" y="187"/>
                    <a:pt x="632" y="187"/>
                  </a:cubicBezTo>
                  <a:cubicBezTo>
                    <a:pt x="630" y="196"/>
                    <a:pt x="630" y="196"/>
                    <a:pt x="630" y="196"/>
                  </a:cubicBezTo>
                  <a:cubicBezTo>
                    <a:pt x="628" y="204"/>
                    <a:pt x="622" y="215"/>
                    <a:pt x="622" y="215"/>
                  </a:cubicBezTo>
                  <a:cubicBezTo>
                    <a:pt x="622" y="214"/>
                    <a:pt x="622" y="214"/>
                    <a:pt x="622" y="214"/>
                  </a:cubicBezTo>
                  <a:cubicBezTo>
                    <a:pt x="623" y="211"/>
                    <a:pt x="625" y="207"/>
                    <a:pt x="627" y="202"/>
                  </a:cubicBezTo>
                  <a:cubicBezTo>
                    <a:pt x="627" y="201"/>
                    <a:pt x="628" y="199"/>
                    <a:pt x="629" y="197"/>
                  </a:cubicBezTo>
                  <a:cubicBezTo>
                    <a:pt x="629" y="196"/>
                    <a:pt x="629" y="196"/>
                    <a:pt x="630" y="195"/>
                  </a:cubicBezTo>
                  <a:cubicBezTo>
                    <a:pt x="630" y="193"/>
                    <a:pt x="631" y="191"/>
                    <a:pt x="632" y="188"/>
                  </a:cubicBezTo>
                  <a:cubicBezTo>
                    <a:pt x="632" y="188"/>
                    <a:pt x="632" y="187"/>
                    <a:pt x="632" y="187"/>
                  </a:cubicBezTo>
                  <a:cubicBezTo>
                    <a:pt x="633" y="185"/>
                    <a:pt x="634" y="182"/>
                    <a:pt x="635" y="180"/>
                  </a:cubicBezTo>
                  <a:cubicBezTo>
                    <a:pt x="635" y="180"/>
                    <a:pt x="635" y="179"/>
                    <a:pt x="635" y="179"/>
                  </a:cubicBezTo>
                  <a:cubicBezTo>
                    <a:pt x="636" y="176"/>
                    <a:pt x="636" y="173"/>
                    <a:pt x="637" y="171"/>
                  </a:cubicBezTo>
                  <a:cubicBezTo>
                    <a:pt x="637" y="170"/>
                    <a:pt x="637" y="170"/>
                    <a:pt x="638" y="169"/>
                  </a:cubicBezTo>
                  <a:cubicBezTo>
                    <a:pt x="638" y="166"/>
                    <a:pt x="639" y="163"/>
                    <a:pt x="639" y="160"/>
                  </a:cubicBezTo>
                  <a:cubicBezTo>
                    <a:pt x="639" y="160"/>
                    <a:pt x="639" y="159"/>
                    <a:pt x="639" y="159"/>
                  </a:cubicBezTo>
                  <a:cubicBezTo>
                    <a:pt x="640" y="156"/>
                    <a:pt x="640" y="153"/>
                    <a:pt x="640" y="149"/>
                  </a:cubicBezTo>
                  <a:cubicBezTo>
                    <a:pt x="641" y="148"/>
                    <a:pt x="641" y="146"/>
                    <a:pt x="641" y="144"/>
                  </a:cubicBezTo>
                  <a:cubicBezTo>
                    <a:pt x="641" y="143"/>
                    <a:pt x="641" y="143"/>
                    <a:pt x="641" y="143"/>
                  </a:cubicBezTo>
                  <a:cubicBezTo>
                    <a:pt x="642" y="127"/>
                    <a:pt x="641" y="101"/>
                    <a:pt x="630" y="76"/>
                  </a:cubicBezTo>
                  <a:cubicBezTo>
                    <a:pt x="630" y="74"/>
                    <a:pt x="630" y="73"/>
                    <a:pt x="629" y="71"/>
                  </a:cubicBezTo>
                  <a:cubicBezTo>
                    <a:pt x="625" y="55"/>
                    <a:pt x="616" y="40"/>
                    <a:pt x="599" y="33"/>
                  </a:cubicBezTo>
                  <a:cubicBezTo>
                    <a:pt x="602" y="35"/>
                    <a:pt x="605" y="36"/>
                    <a:pt x="608" y="37"/>
                  </a:cubicBezTo>
                  <a:cubicBezTo>
                    <a:pt x="599" y="28"/>
                    <a:pt x="583" y="17"/>
                    <a:pt x="570" y="15"/>
                  </a:cubicBezTo>
                  <a:cubicBezTo>
                    <a:pt x="577" y="15"/>
                    <a:pt x="584" y="21"/>
                    <a:pt x="592" y="21"/>
                  </a:cubicBezTo>
                  <a:cubicBezTo>
                    <a:pt x="586" y="15"/>
                    <a:pt x="575" y="9"/>
                    <a:pt x="566" y="8"/>
                  </a:cubicBezTo>
                  <a:cubicBezTo>
                    <a:pt x="560" y="7"/>
                    <a:pt x="551" y="12"/>
                    <a:pt x="544" y="12"/>
                  </a:cubicBezTo>
                  <a:cubicBezTo>
                    <a:pt x="543" y="11"/>
                    <a:pt x="542" y="11"/>
                    <a:pt x="541" y="11"/>
                  </a:cubicBezTo>
                  <a:cubicBezTo>
                    <a:pt x="539" y="10"/>
                    <a:pt x="537" y="9"/>
                    <a:pt x="535" y="8"/>
                  </a:cubicBezTo>
                  <a:cubicBezTo>
                    <a:pt x="528" y="4"/>
                    <a:pt x="521" y="4"/>
                    <a:pt x="513" y="2"/>
                  </a:cubicBezTo>
                  <a:cubicBezTo>
                    <a:pt x="499" y="0"/>
                    <a:pt x="486" y="0"/>
                    <a:pt x="472" y="1"/>
                  </a:cubicBezTo>
                  <a:cubicBezTo>
                    <a:pt x="475" y="1"/>
                    <a:pt x="478" y="3"/>
                    <a:pt x="482" y="4"/>
                  </a:cubicBezTo>
                  <a:cubicBezTo>
                    <a:pt x="480" y="3"/>
                    <a:pt x="478" y="3"/>
                    <a:pt x="476" y="3"/>
                  </a:cubicBezTo>
                  <a:cubicBezTo>
                    <a:pt x="472" y="4"/>
                    <a:pt x="469" y="4"/>
                    <a:pt x="465" y="5"/>
                  </a:cubicBezTo>
                  <a:cubicBezTo>
                    <a:pt x="463" y="5"/>
                    <a:pt x="462" y="6"/>
                    <a:pt x="460" y="6"/>
                  </a:cubicBezTo>
                  <a:cubicBezTo>
                    <a:pt x="457" y="7"/>
                    <a:pt x="453" y="7"/>
                    <a:pt x="450" y="7"/>
                  </a:cubicBezTo>
                  <a:cubicBezTo>
                    <a:pt x="442" y="8"/>
                    <a:pt x="433" y="8"/>
                    <a:pt x="425" y="10"/>
                  </a:cubicBezTo>
                  <a:cubicBezTo>
                    <a:pt x="424" y="10"/>
                    <a:pt x="422" y="10"/>
                    <a:pt x="421" y="11"/>
                  </a:cubicBezTo>
                  <a:cubicBezTo>
                    <a:pt x="422" y="12"/>
                    <a:pt x="423" y="12"/>
                    <a:pt x="424" y="12"/>
                  </a:cubicBezTo>
                  <a:cubicBezTo>
                    <a:pt x="425" y="12"/>
                    <a:pt x="426" y="12"/>
                    <a:pt x="427" y="12"/>
                  </a:cubicBezTo>
                  <a:cubicBezTo>
                    <a:pt x="427" y="12"/>
                    <a:pt x="428" y="12"/>
                    <a:pt x="429" y="12"/>
                  </a:cubicBezTo>
                  <a:cubicBezTo>
                    <a:pt x="423" y="14"/>
                    <a:pt x="418" y="16"/>
                    <a:pt x="413" y="18"/>
                  </a:cubicBezTo>
                  <a:cubicBezTo>
                    <a:pt x="410" y="19"/>
                    <a:pt x="407" y="20"/>
                    <a:pt x="404" y="21"/>
                  </a:cubicBezTo>
                  <a:cubicBezTo>
                    <a:pt x="394" y="25"/>
                    <a:pt x="387" y="33"/>
                    <a:pt x="378" y="39"/>
                  </a:cubicBezTo>
                  <a:cubicBezTo>
                    <a:pt x="380" y="37"/>
                    <a:pt x="383" y="36"/>
                    <a:pt x="385" y="35"/>
                  </a:cubicBezTo>
                  <a:cubicBezTo>
                    <a:pt x="381" y="40"/>
                    <a:pt x="374" y="43"/>
                    <a:pt x="370" y="48"/>
                  </a:cubicBezTo>
                  <a:cubicBezTo>
                    <a:pt x="368" y="52"/>
                    <a:pt x="367" y="56"/>
                    <a:pt x="366" y="60"/>
                  </a:cubicBezTo>
                  <a:cubicBezTo>
                    <a:pt x="343" y="95"/>
                    <a:pt x="348" y="137"/>
                    <a:pt x="349" y="147"/>
                  </a:cubicBezTo>
                  <a:cubicBezTo>
                    <a:pt x="349" y="147"/>
                    <a:pt x="349" y="148"/>
                    <a:pt x="349" y="148"/>
                  </a:cubicBezTo>
                  <a:cubicBezTo>
                    <a:pt x="350" y="149"/>
                    <a:pt x="350" y="149"/>
                    <a:pt x="350" y="150"/>
                  </a:cubicBezTo>
                  <a:cubicBezTo>
                    <a:pt x="350" y="150"/>
                    <a:pt x="350" y="150"/>
                    <a:pt x="350" y="150"/>
                  </a:cubicBezTo>
                  <a:cubicBezTo>
                    <a:pt x="350" y="151"/>
                    <a:pt x="350" y="152"/>
                    <a:pt x="350" y="153"/>
                  </a:cubicBezTo>
                  <a:cubicBezTo>
                    <a:pt x="350" y="153"/>
                    <a:pt x="350" y="153"/>
                    <a:pt x="350" y="153"/>
                  </a:cubicBezTo>
                  <a:cubicBezTo>
                    <a:pt x="352" y="159"/>
                    <a:pt x="353" y="169"/>
                    <a:pt x="356" y="179"/>
                  </a:cubicBezTo>
                  <a:cubicBezTo>
                    <a:pt x="357" y="187"/>
                    <a:pt x="358" y="194"/>
                    <a:pt x="359" y="199"/>
                  </a:cubicBezTo>
                  <a:cubicBezTo>
                    <a:pt x="359" y="199"/>
                    <a:pt x="359" y="199"/>
                    <a:pt x="359" y="199"/>
                  </a:cubicBezTo>
                  <a:cubicBezTo>
                    <a:pt x="357" y="190"/>
                    <a:pt x="355" y="181"/>
                    <a:pt x="355" y="179"/>
                  </a:cubicBezTo>
                  <a:cubicBezTo>
                    <a:pt x="355" y="179"/>
                    <a:pt x="355" y="179"/>
                    <a:pt x="355" y="178"/>
                  </a:cubicBezTo>
                  <a:cubicBezTo>
                    <a:pt x="355" y="178"/>
                    <a:pt x="355" y="178"/>
                    <a:pt x="355" y="178"/>
                  </a:cubicBezTo>
                  <a:cubicBezTo>
                    <a:pt x="355" y="178"/>
                    <a:pt x="353" y="172"/>
                    <a:pt x="352" y="166"/>
                  </a:cubicBezTo>
                  <a:cubicBezTo>
                    <a:pt x="351" y="164"/>
                    <a:pt x="350" y="162"/>
                    <a:pt x="350" y="160"/>
                  </a:cubicBezTo>
                  <a:cubicBezTo>
                    <a:pt x="350" y="160"/>
                    <a:pt x="350" y="160"/>
                    <a:pt x="350" y="160"/>
                  </a:cubicBezTo>
                  <a:cubicBezTo>
                    <a:pt x="350" y="158"/>
                    <a:pt x="346" y="155"/>
                    <a:pt x="346" y="155"/>
                  </a:cubicBezTo>
                  <a:cubicBezTo>
                    <a:pt x="341" y="152"/>
                    <a:pt x="337" y="158"/>
                    <a:pt x="337" y="166"/>
                  </a:cubicBezTo>
                  <a:cubicBezTo>
                    <a:pt x="337" y="174"/>
                    <a:pt x="343" y="190"/>
                    <a:pt x="343" y="196"/>
                  </a:cubicBezTo>
                  <a:cubicBezTo>
                    <a:pt x="343" y="202"/>
                    <a:pt x="345" y="217"/>
                    <a:pt x="349" y="226"/>
                  </a:cubicBezTo>
                  <a:cubicBezTo>
                    <a:pt x="352" y="236"/>
                    <a:pt x="351" y="240"/>
                    <a:pt x="354" y="246"/>
                  </a:cubicBezTo>
                  <a:cubicBezTo>
                    <a:pt x="357" y="251"/>
                    <a:pt x="359" y="256"/>
                    <a:pt x="362" y="261"/>
                  </a:cubicBezTo>
                  <a:cubicBezTo>
                    <a:pt x="362" y="261"/>
                    <a:pt x="363" y="262"/>
                    <a:pt x="363" y="263"/>
                  </a:cubicBezTo>
                  <a:cubicBezTo>
                    <a:pt x="364" y="263"/>
                    <a:pt x="364" y="263"/>
                    <a:pt x="364" y="263"/>
                  </a:cubicBezTo>
                  <a:cubicBezTo>
                    <a:pt x="364" y="264"/>
                    <a:pt x="365" y="264"/>
                    <a:pt x="365" y="264"/>
                  </a:cubicBezTo>
                  <a:cubicBezTo>
                    <a:pt x="365" y="265"/>
                    <a:pt x="366" y="265"/>
                    <a:pt x="366" y="265"/>
                  </a:cubicBezTo>
                  <a:cubicBezTo>
                    <a:pt x="366" y="266"/>
                    <a:pt x="367" y="266"/>
                    <a:pt x="367" y="266"/>
                  </a:cubicBezTo>
                  <a:cubicBezTo>
                    <a:pt x="368" y="267"/>
                    <a:pt x="368" y="267"/>
                    <a:pt x="369" y="267"/>
                  </a:cubicBezTo>
                  <a:cubicBezTo>
                    <a:pt x="369" y="267"/>
                    <a:pt x="369" y="268"/>
                    <a:pt x="369" y="268"/>
                  </a:cubicBezTo>
                  <a:cubicBezTo>
                    <a:pt x="372" y="270"/>
                    <a:pt x="374" y="271"/>
                    <a:pt x="376" y="272"/>
                  </a:cubicBezTo>
                  <a:cubicBezTo>
                    <a:pt x="376" y="272"/>
                    <a:pt x="376" y="272"/>
                    <a:pt x="376" y="272"/>
                  </a:cubicBezTo>
                  <a:cubicBezTo>
                    <a:pt x="376" y="274"/>
                    <a:pt x="376" y="276"/>
                    <a:pt x="376" y="278"/>
                  </a:cubicBezTo>
                  <a:cubicBezTo>
                    <a:pt x="376" y="278"/>
                    <a:pt x="376" y="278"/>
                    <a:pt x="376" y="278"/>
                  </a:cubicBezTo>
                  <a:cubicBezTo>
                    <a:pt x="377" y="279"/>
                    <a:pt x="377" y="280"/>
                    <a:pt x="377" y="281"/>
                  </a:cubicBezTo>
                  <a:cubicBezTo>
                    <a:pt x="377" y="281"/>
                    <a:pt x="377" y="281"/>
                    <a:pt x="377" y="281"/>
                  </a:cubicBezTo>
                  <a:cubicBezTo>
                    <a:pt x="377" y="282"/>
                    <a:pt x="377" y="283"/>
                    <a:pt x="377" y="285"/>
                  </a:cubicBezTo>
                  <a:cubicBezTo>
                    <a:pt x="377" y="285"/>
                    <a:pt x="377" y="285"/>
                    <a:pt x="377" y="285"/>
                  </a:cubicBezTo>
                  <a:cubicBezTo>
                    <a:pt x="377" y="286"/>
                    <a:pt x="377" y="287"/>
                    <a:pt x="378" y="288"/>
                  </a:cubicBezTo>
                  <a:cubicBezTo>
                    <a:pt x="378" y="288"/>
                    <a:pt x="378" y="289"/>
                    <a:pt x="378" y="289"/>
                  </a:cubicBezTo>
                  <a:cubicBezTo>
                    <a:pt x="378" y="290"/>
                    <a:pt x="378" y="291"/>
                    <a:pt x="378" y="292"/>
                  </a:cubicBezTo>
                  <a:cubicBezTo>
                    <a:pt x="378" y="292"/>
                    <a:pt x="378" y="293"/>
                    <a:pt x="378" y="293"/>
                  </a:cubicBezTo>
                  <a:cubicBezTo>
                    <a:pt x="378" y="294"/>
                    <a:pt x="378" y="295"/>
                    <a:pt x="379" y="296"/>
                  </a:cubicBezTo>
                  <a:cubicBezTo>
                    <a:pt x="379" y="296"/>
                    <a:pt x="379" y="297"/>
                    <a:pt x="379" y="297"/>
                  </a:cubicBezTo>
                  <a:cubicBezTo>
                    <a:pt x="379" y="298"/>
                    <a:pt x="379" y="299"/>
                    <a:pt x="379" y="300"/>
                  </a:cubicBezTo>
                  <a:cubicBezTo>
                    <a:pt x="379" y="300"/>
                    <a:pt x="379" y="301"/>
                    <a:pt x="379" y="301"/>
                  </a:cubicBezTo>
                  <a:cubicBezTo>
                    <a:pt x="380" y="302"/>
                    <a:pt x="380" y="303"/>
                    <a:pt x="380" y="304"/>
                  </a:cubicBezTo>
                  <a:cubicBezTo>
                    <a:pt x="380" y="304"/>
                    <a:pt x="380" y="305"/>
                    <a:pt x="380" y="305"/>
                  </a:cubicBezTo>
                  <a:cubicBezTo>
                    <a:pt x="380" y="306"/>
                    <a:pt x="381" y="307"/>
                    <a:pt x="381" y="307"/>
                  </a:cubicBezTo>
                  <a:cubicBezTo>
                    <a:pt x="381" y="308"/>
                    <a:pt x="381" y="309"/>
                    <a:pt x="381" y="309"/>
                  </a:cubicBezTo>
                  <a:cubicBezTo>
                    <a:pt x="381" y="310"/>
                    <a:pt x="381" y="311"/>
                    <a:pt x="382" y="311"/>
                  </a:cubicBezTo>
                  <a:cubicBezTo>
                    <a:pt x="382" y="312"/>
                    <a:pt x="382" y="312"/>
                    <a:pt x="382" y="313"/>
                  </a:cubicBezTo>
                  <a:cubicBezTo>
                    <a:pt x="382" y="313"/>
                    <a:pt x="382" y="314"/>
                    <a:pt x="382" y="315"/>
                  </a:cubicBezTo>
                  <a:cubicBezTo>
                    <a:pt x="383" y="315"/>
                    <a:pt x="383" y="316"/>
                    <a:pt x="383" y="316"/>
                  </a:cubicBezTo>
                  <a:cubicBezTo>
                    <a:pt x="383" y="317"/>
                    <a:pt x="383" y="318"/>
                    <a:pt x="383" y="318"/>
                  </a:cubicBezTo>
                  <a:cubicBezTo>
                    <a:pt x="384" y="319"/>
                    <a:pt x="384" y="319"/>
                    <a:pt x="384" y="320"/>
                  </a:cubicBezTo>
                  <a:cubicBezTo>
                    <a:pt x="384" y="320"/>
                    <a:pt x="384" y="321"/>
                    <a:pt x="384" y="321"/>
                  </a:cubicBezTo>
                  <a:cubicBezTo>
                    <a:pt x="385" y="322"/>
                    <a:pt x="385" y="322"/>
                    <a:pt x="385" y="323"/>
                  </a:cubicBezTo>
                  <a:cubicBezTo>
                    <a:pt x="385" y="323"/>
                    <a:pt x="385" y="324"/>
                    <a:pt x="385" y="324"/>
                  </a:cubicBezTo>
                  <a:cubicBezTo>
                    <a:pt x="386" y="325"/>
                    <a:pt x="386" y="326"/>
                    <a:pt x="387" y="327"/>
                  </a:cubicBezTo>
                  <a:cubicBezTo>
                    <a:pt x="389" y="330"/>
                    <a:pt x="392" y="336"/>
                    <a:pt x="397" y="343"/>
                  </a:cubicBezTo>
                  <a:cubicBezTo>
                    <a:pt x="397" y="350"/>
                    <a:pt x="399" y="360"/>
                    <a:pt x="399" y="371"/>
                  </a:cubicBezTo>
                  <a:cubicBezTo>
                    <a:pt x="400" y="385"/>
                    <a:pt x="398" y="401"/>
                    <a:pt x="393" y="415"/>
                  </a:cubicBezTo>
                  <a:cubicBezTo>
                    <a:pt x="386" y="432"/>
                    <a:pt x="373" y="448"/>
                    <a:pt x="349" y="461"/>
                  </a:cubicBezTo>
                  <a:cubicBezTo>
                    <a:pt x="346" y="462"/>
                    <a:pt x="342" y="464"/>
                    <a:pt x="338" y="465"/>
                  </a:cubicBezTo>
                  <a:cubicBezTo>
                    <a:pt x="309" y="477"/>
                    <a:pt x="270" y="497"/>
                    <a:pt x="244" y="502"/>
                  </a:cubicBezTo>
                  <a:cubicBezTo>
                    <a:pt x="224" y="505"/>
                    <a:pt x="117" y="546"/>
                    <a:pt x="96" y="637"/>
                  </a:cubicBezTo>
                  <a:cubicBezTo>
                    <a:pt x="87" y="666"/>
                    <a:pt x="78" y="702"/>
                    <a:pt x="76" y="737"/>
                  </a:cubicBezTo>
                  <a:cubicBezTo>
                    <a:pt x="75" y="753"/>
                    <a:pt x="75" y="768"/>
                    <a:pt x="77" y="784"/>
                  </a:cubicBezTo>
                  <a:cubicBezTo>
                    <a:pt x="79" y="818"/>
                    <a:pt x="54" y="883"/>
                    <a:pt x="51" y="996"/>
                  </a:cubicBezTo>
                  <a:cubicBezTo>
                    <a:pt x="52" y="1036"/>
                    <a:pt x="48" y="1064"/>
                    <a:pt x="43" y="1082"/>
                  </a:cubicBezTo>
                  <a:cubicBezTo>
                    <a:pt x="41" y="1086"/>
                    <a:pt x="40" y="1090"/>
                    <a:pt x="39" y="1094"/>
                  </a:cubicBezTo>
                  <a:cubicBezTo>
                    <a:pt x="19" y="1158"/>
                    <a:pt x="19" y="1301"/>
                    <a:pt x="18" y="1338"/>
                  </a:cubicBezTo>
                  <a:cubicBezTo>
                    <a:pt x="17" y="1362"/>
                    <a:pt x="16" y="1396"/>
                    <a:pt x="12" y="1413"/>
                  </a:cubicBezTo>
                  <a:cubicBezTo>
                    <a:pt x="9" y="1426"/>
                    <a:pt x="10" y="1438"/>
                    <a:pt x="9" y="1450"/>
                  </a:cubicBezTo>
                  <a:cubicBezTo>
                    <a:pt x="9" y="1450"/>
                    <a:pt x="9" y="1450"/>
                    <a:pt x="9" y="1450"/>
                  </a:cubicBezTo>
                  <a:cubicBezTo>
                    <a:pt x="9" y="1451"/>
                    <a:pt x="9" y="1453"/>
                    <a:pt x="8" y="1454"/>
                  </a:cubicBezTo>
                  <a:cubicBezTo>
                    <a:pt x="8" y="1455"/>
                    <a:pt x="8" y="1457"/>
                    <a:pt x="7" y="1458"/>
                  </a:cubicBezTo>
                  <a:cubicBezTo>
                    <a:pt x="7" y="1459"/>
                    <a:pt x="7" y="1460"/>
                    <a:pt x="7" y="1461"/>
                  </a:cubicBezTo>
                  <a:cubicBezTo>
                    <a:pt x="5" y="1467"/>
                    <a:pt x="3" y="1469"/>
                    <a:pt x="4" y="1477"/>
                  </a:cubicBezTo>
                  <a:cubicBezTo>
                    <a:pt x="5" y="1498"/>
                    <a:pt x="5" y="1498"/>
                    <a:pt x="5" y="1498"/>
                  </a:cubicBezTo>
                  <a:cubicBezTo>
                    <a:pt x="5" y="1499"/>
                    <a:pt x="5" y="1500"/>
                    <a:pt x="4" y="1501"/>
                  </a:cubicBezTo>
                  <a:cubicBezTo>
                    <a:pt x="5" y="1502"/>
                    <a:pt x="5" y="1519"/>
                    <a:pt x="5" y="1523"/>
                  </a:cubicBezTo>
                  <a:cubicBezTo>
                    <a:pt x="6" y="1523"/>
                    <a:pt x="6" y="1523"/>
                    <a:pt x="6" y="1523"/>
                  </a:cubicBezTo>
                  <a:cubicBezTo>
                    <a:pt x="6" y="1541"/>
                    <a:pt x="7" y="1569"/>
                    <a:pt x="4" y="1585"/>
                  </a:cubicBezTo>
                  <a:cubicBezTo>
                    <a:pt x="0" y="1611"/>
                    <a:pt x="3" y="1626"/>
                    <a:pt x="4" y="1642"/>
                  </a:cubicBezTo>
                  <a:cubicBezTo>
                    <a:pt x="6" y="1658"/>
                    <a:pt x="22" y="1682"/>
                    <a:pt x="26" y="1701"/>
                  </a:cubicBezTo>
                  <a:cubicBezTo>
                    <a:pt x="36" y="1743"/>
                    <a:pt x="48" y="1744"/>
                    <a:pt x="57" y="1757"/>
                  </a:cubicBezTo>
                  <a:cubicBezTo>
                    <a:pt x="65" y="1770"/>
                    <a:pt x="85" y="1779"/>
                    <a:pt x="91" y="1784"/>
                  </a:cubicBezTo>
                  <a:cubicBezTo>
                    <a:pt x="91" y="1784"/>
                    <a:pt x="91" y="1784"/>
                    <a:pt x="91" y="1784"/>
                  </a:cubicBezTo>
                  <a:cubicBezTo>
                    <a:pt x="92" y="1785"/>
                    <a:pt x="92" y="1785"/>
                    <a:pt x="92" y="1785"/>
                  </a:cubicBezTo>
                  <a:cubicBezTo>
                    <a:pt x="92" y="1785"/>
                    <a:pt x="93" y="1785"/>
                    <a:pt x="93" y="1785"/>
                  </a:cubicBezTo>
                  <a:cubicBezTo>
                    <a:pt x="96" y="1789"/>
                    <a:pt x="104" y="1796"/>
                    <a:pt x="114" y="1797"/>
                  </a:cubicBezTo>
                  <a:cubicBezTo>
                    <a:pt x="114" y="1797"/>
                    <a:pt x="114" y="1797"/>
                    <a:pt x="114" y="1797"/>
                  </a:cubicBezTo>
                  <a:cubicBezTo>
                    <a:pt x="114" y="1798"/>
                    <a:pt x="114" y="1798"/>
                    <a:pt x="115" y="1798"/>
                  </a:cubicBezTo>
                  <a:cubicBezTo>
                    <a:pt x="115" y="1798"/>
                    <a:pt x="115" y="1798"/>
                    <a:pt x="115" y="1798"/>
                  </a:cubicBezTo>
                  <a:cubicBezTo>
                    <a:pt x="116" y="1798"/>
                    <a:pt x="117" y="1798"/>
                    <a:pt x="117" y="1798"/>
                  </a:cubicBezTo>
                  <a:cubicBezTo>
                    <a:pt x="118" y="1797"/>
                    <a:pt x="119" y="1798"/>
                    <a:pt x="119" y="1797"/>
                  </a:cubicBezTo>
                  <a:cubicBezTo>
                    <a:pt x="121" y="1797"/>
                    <a:pt x="122" y="1797"/>
                    <a:pt x="123" y="1796"/>
                  </a:cubicBezTo>
                  <a:cubicBezTo>
                    <a:pt x="130" y="1793"/>
                    <a:pt x="130" y="1785"/>
                    <a:pt x="130" y="1783"/>
                  </a:cubicBezTo>
                  <a:cubicBezTo>
                    <a:pt x="131" y="1783"/>
                    <a:pt x="134" y="1784"/>
                    <a:pt x="138" y="1784"/>
                  </a:cubicBezTo>
                  <a:cubicBezTo>
                    <a:pt x="142" y="1784"/>
                    <a:pt x="156" y="1785"/>
                    <a:pt x="163" y="1783"/>
                  </a:cubicBezTo>
                  <a:cubicBezTo>
                    <a:pt x="165" y="1783"/>
                    <a:pt x="167" y="1782"/>
                    <a:pt x="167" y="1781"/>
                  </a:cubicBezTo>
                  <a:cubicBezTo>
                    <a:pt x="179" y="1770"/>
                    <a:pt x="164" y="1759"/>
                    <a:pt x="163" y="1758"/>
                  </a:cubicBezTo>
                  <a:cubicBezTo>
                    <a:pt x="174" y="1757"/>
                    <a:pt x="174" y="1757"/>
                    <a:pt x="174" y="1757"/>
                  </a:cubicBezTo>
                  <a:cubicBezTo>
                    <a:pt x="174" y="1757"/>
                    <a:pt x="174" y="1757"/>
                    <a:pt x="175" y="1757"/>
                  </a:cubicBezTo>
                  <a:cubicBezTo>
                    <a:pt x="175" y="1756"/>
                    <a:pt x="175" y="1756"/>
                    <a:pt x="175" y="1756"/>
                  </a:cubicBezTo>
                  <a:cubicBezTo>
                    <a:pt x="189" y="1748"/>
                    <a:pt x="171" y="1732"/>
                    <a:pt x="171" y="1732"/>
                  </a:cubicBezTo>
                  <a:cubicBezTo>
                    <a:pt x="171" y="1731"/>
                    <a:pt x="170" y="1731"/>
                    <a:pt x="167" y="1730"/>
                  </a:cubicBezTo>
                  <a:cubicBezTo>
                    <a:pt x="151" y="1721"/>
                    <a:pt x="151" y="1721"/>
                    <a:pt x="151" y="1721"/>
                  </a:cubicBezTo>
                  <a:cubicBezTo>
                    <a:pt x="160" y="1718"/>
                    <a:pt x="172" y="1715"/>
                    <a:pt x="172" y="1714"/>
                  </a:cubicBezTo>
                  <a:cubicBezTo>
                    <a:pt x="171" y="1713"/>
                    <a:pt x="171" y="1713"/>
                    <a:pt x="171" y="1712"/>
                  </a:cubicBezTo>
                  <a:cubicBezTo>
                    <a:pt x="172" y="1712"/>
                    <a:pt x="172" y="1712"/>
                    <a:pt x="172" y="1712"/>
                  </a:cubicBezTo>
                  <a:cubicBezTo>
                    <a:pt x="171" y="1697"/>
                    <a:pt x="165" y="1694"/>
                    <a:pt x="158" y="1694"/>
                  </a:cubicBezTo>
                  <a:cubicBezTo>
                    <a:pt x="151" y="1695"/>
                    <a:pt x="144" y="1698"/>
                    <a:pt x="139" y="1701"/>
                  </a:cubicBezTo>
                  <a:cubicBezTo>
                    <a:pt x="137" y="1702"/>
                    <a:pt x="136" y="1702"/>
                    <a:pt x="135" y="1703"/>
                  </a:cubicBezTo>
                  <a:cubicBezTo>
                    <a:pt x="133" y="1703"/>
                    <a:pt x="132" y="1704"/>
                    <a:pt x="131" y="1703"/>
                  </a:cubicBezTo>
                  <a:cubicBezTo>
                    <a:pt x="123" y="1692"/>
                    <a:pt x="116" y="1696"/>
                    <a:pt x="111" y="1694"/>
                  </a:cubicBezTo>
                  <a:cubicBezTo>
                    <a:pt x="99" y="1629"/>
                    <a:pt x="99" y="1629"/>
                    <a:pt x="99" y="1629"/>
                  </a:cubicBezTo>
                  <a:cubicBezTo>
                    <a:pt x="99" y="1629"/>
                    <a:pt x="99" y="1628"/>
                    <a:pt x="99" y="1627"/>
                  </a:cubicBezTo>
                  <a:cubicBezTo>
                    <a:pt x="105" y="1618"/>
                    <a:pt x="92" y="1598"/>
                    <a:pt x="92" y="1598"/>
                  </a:cubicBezTo>
                  <a:cubicBezTo>
                    <a:pt x="92" y="1598"/>
                    <a:pt x="101" y="1603"/>
                    <a:pt x="109" y="1612"/>
                  </a:cubicBezTo>
                  <a:cubicBezTo>
                    <a:pt x="110" y="1614"/>
                    <a:pt x="111" y="1616"/>
                    <a:pt x="112" y="1618"/>
                  </a:cubicBezTo>
                  <a:cubicBezTo>
                    <a:pt x="117" y="1631"/>
                    <a:pt x="129" y="1652"/>
                    <a:pt x="143" y="1658"/>
                  </a:cubicBezTo>
                  <a:cubicBezTo>
                    <a:pt x="150" y="1661"/>
                    <a:pt x="157" y="1661"/>
                    <a:pt x="165" y="1656"/>
                  </a:cubicBezTo>
                  <a:cubicBezTo>
                    <a:pt x="184" y="1644"/>
                    <a:pt x="165" y="1611"/>
                    <a:pt x="148" y="1590"/>
                  </a:cubicBezTo>
                  <a:cubicBezTo>
                    <a:pt x="144" y="1585"/>
                    <a:pt x="139" y="1580"/>
                    <a:pt x="136" y="1577"/>
                  </a:cubicBezTo>
                  <a:cubicBezTo>
                    <a:pt x="134" y="1575"/>
                    <a:pt x="133" y="1574"/>
                    <a:pt x="132" y="1573"/>
                  </a:cubicBezTo>
                  <a:cubicBezTo>
                    <a:pt x="121" y="1556"/>
                    <a:pt x="119" y="1528"/>
                    <a:pt x="115" y="1510"/>
                  </a:cubicBezTo>
                  <a:cubicBezTo>
                    <a:pt x="114" y="1496"/>
                    <a:pt x="106" y="1481"/>
                    <a:pt x="106" y="1476"/>
                  </a:cubicBezTo>
                  <a:cubicBezTo>
                    <a:pt x="107" y="1475"/>
                    <a:pt x="107" y="1473"/>
                    <a:pt x="108" y="1471"/>
                  </a:cubicBezTo>
                  <a:cubicBezTo>
                    <a:pt x="110" y="1464"/>
                    <a:pt x="113" y="1450"/>
                    <a:pt x="116" y="1436"/>
                  </a:cubicBezTo>
                  <a:cubicBezTo>
                    <a:pt x="117" y="1426"/>
                    <a:pt x="134" y="1366"/>
                    <a:pt x="148" y="1311"/>
                  </a:cubicBezTo>
                  <a:cubicBezTo>
                    <a:pt x="159" y="1275"/>
                    <a:pt x="168" y="1242"/>
                    <a:pt x="169" y="1232"/>
                  </a:cubicBezTo>
                  <a:cubicBezTo>
                    <a:pt x="178" y="1188"/>
                    <a:pt x="188" y="1163"/>
                    <a:pt x="191" y="1137"/>
                  </a:cubicBezTo>
                  <a:cubicBezTo>
                    <a:pt x="193" y="1125"/>
                    <a:pt x="193" y="1113"/>
                    <a:pt x="191" y="1098"/>
                  </a:cubicBezTo>
                  <a:cubicBezTo>
                    <a:pt x="192" y="1066"/>
                    <a:pt x="204" y="980"/>
                    <a:pt x="207" y="961"/>
                  </a:cubicBezTo>
                  <a:cubicBezTo>
                    <a:pt x="207" y="969"/>
                    <a:pt x="207" y="976"/>
                    <a:pt x="207" y="984"/>
                  </a:cubicBezTo>
                  <a:cubicBezTo>
                    <a:pt x="207" y="984"/>
                    <a:pt x="207" y="984"/>
                    <a:pt x="207" y="984"/>
                  </a:cubicBezTo>
                  <a:cubicBezTo>
                    <a:pt x="197" y="1045"/>
                    <a:pt x="200" y="1084"/>
                    <a:pt x="202" y="1117"/>
                  </a:cubicBezTo>
                  <a:cubicBezTo>
                    <a:pt x="202" y="1120"/>
                    <a:pt x="202" y="1125"/>
                    <a:pt x="202" y="1131"/>
                  </a:cubicBezTo>
                  <a:cubicBezTo>
                    <a:pt x="193" y="1258"/>
                    <a:pt x="214" y="1421"/>
                    <a:pt x="213" y="1459"/>
                  </a:cubicBezTo>
                  <a:cubicBezTo>
                    <a:pt x="210" y="1478"/>
                    <a:pt x="205" y="1504"/>
                    <a:pt x="203" y="1547"/>
                  </a:cubicBezTo>
                  <a:cubicBezTo>
                    <a:pt x="202" y="1562"/>
                    <a:pt x="202" y="1588"/>
                    <a:pt x="203" y="1625"/>
                  </a:cubicBezTo>
                  <a:cubicBezTo>
                    <a:pt x="203" y="1725"/>
                    <a:pt x="212" y="1867"/>
                    <a:pt x="247" y="2046"/>
                  </a:cubicBezTo>
                  <a:cubicBezTo>
                    <a:pt x="249" y="2058"/>
                    <a:pt x="251" y="2069"/>
                    <a:pt x="253" y="2081"/>
                  </a:cubicBezTo>
                  <a:cubicBezTo>
                    <a:pt x="256" y="2097"/>
                    <a:pt x="258" y="2150"/>
                    <a:pt x="264" y="2179"/>
                  </a:cubicBezTo>
                  <a:cubicBezTo>
                    <a:pt x="265" y="2186"/>
                    <a:pt x="280" y="2220"/>
                    <a:pt x="281" y="2266"/>
                  </a:cubicBezTo>
                  <a:cubicBezTo>
                    <a:pt x="283" y="2340"/>
                    <a:pt x="274" y="2437"/>
                    <a:pt x="277" y="2490"/>
                  </a:cubicBezTo>
                  <a:cubicBezTo>
                    <a:pt x="280" y="2576"/>
                    <a:pt x="317" y="2656"/>
                    <a:pt x="331" y="2712"/>
                  </a:cubicBezTo>
                  <a:cubicBezTo>
                    <a:pt x="344" y="2768"/>
                    <a:pt x="350" y="2812"/>
                    <a:pt x="347" y="2823"/>
                  </a:cubicBezTo>
                  <a:cubicBezTo>
                    <a:pt x="345" y="2833"/>
                    <a:pt x="342" y="2851"/>
                    <a:pt x="351" y="2867"/>
                  </a:cubicBezTo>
                  <a:cubicBezTo>
                    <a:pt x="351" y="2867"/>
                    <a:pt x="351" y="2867"/>
                    <a:pt x="351" y="2867"/>
                  </a:cubicBezTo>
                  <a:cubicBezTo>
                    <a:pt x="347" y="2877"/>
                    <a:pt x="325" y="2923"/>
                    <a:pt x="312" y="2932"/>
                  </a:cubicBezTo>
                  <a:cubicBezTo>
                    <a:pt x="300" y="2942"/>
                    <a:pt x="296" y="2950"/>
                    <a:pt x="286" y="2956"/>
                  </a:cubicBezTo>
                  <a:cubicBezTo>
                    <a:pt x="276" y="2962"/>
                    <a:pt x="270" y="2967"/>
                    <a:pt x="266" y="2978"/>
                  </a:cubicBezTo>
                  <a:cubicBezTo>
                    <a:pt x="264" y="2984"/>
                    <a:pt x="260" y="2990"/>
                    <a:pt x="258" y="2996"/>
                  </a:cubicBezTo>
                  <a:cubicBezTo>
                    <a:pt x="257" y="3001"/>
                    <a:pt x="256" y="3004"/>
                    <a:pt x="260" y="3007"/>
                  </a:cubicBezTo>
                  <a:cubicBezTo>
                    <a:pt x="261" y="3008"/>
                    <a:pt x="263" y="3009"/>
                    <a:pt x="263" y="3010"/>
                  </a:cubicBezTo>
                  <a:cubicBezTo>
                    <a:pt x="264" y="3009"/>
                    <a:pt x="264" y="3009"/>
                    <a:pt x="264" y="3009"/>
                  </a:cubicBezTo>
                  <a:cubicBezTo>
                    <a:pt x="263" y="3013"/>
                    <a:pt x="263" y="3015"/>
                    <a:pt x="265" y="3017"/>
                  </a:cubicBezTo>
                  <a:cubicBezTo>
                    <a:pt x="269" y="3025"/>
                    <a:pt x="276" y="3026"/>
                    <a:pt x="286" y="3025"/>
                  </a:cubicBezTo>
                  <a:cubicBezTo>
                    <a:pt x="287" y="3024"/>
                    <a:pt x="287" y="3024"/>
                    <a:pt x="287" y="3024"/>
                  </a:cubicBezTo>
                  <a:cubicBezTo>
                    <a:pt x="287" y="3027"/>
                    <a:pt x="288" y="3029"/>
                    <a:pt x="290" y="3032"/>
                  </a:cubicBezTo>
                  <a:cubicBezTo>
                    <a:pt x="296" y="3041"/>
                    <a:pt x="317" y="3045"/>
                    <a:pt x="325" y="3037"/>
                  </a:cubicBezTo>
                  <a:cubicBezTo>
                    <a:pt x="336" y="3043"/>
                    <a:pt x="358" y="3044"/>
                    <a:pt x="366" y="3035"/>
                  </a:cubicBezTo>
                  <a:cubicBezTo>
                    <a:pt x="367" y="3035"/>
                    <a:pt x="367" y="3036"/>
                    <a:pt x="367" y="3036"/>
                  </a:cubicBezTo>
                  <a:cubicBezTo>
                    <a:pt x="367" y="3036"/>
                    <a:pt x="367" y="3036"/>
                    <a:pt x="367" y="3036"/>
                  </a:cubicBezTo>
                  <a:cubicBezTo>
                    <a:pt x="374" y="3051"/>
                    <a:pt x="398" y="3048"/>
                    <a:pt x="412" y="3045"/>
                  </a:cubicBezTo>
                  <a:cubicBezTo>
                    <a:pt x="425" y="3043"/>
                    <a:pt x="431" y="3036"/>
                    <a:pt x="438" y="3030"/>
                  </a:cubicBezTo>
                  <a:cubicBezTo>
                    <a:pt x="438" y="3030"/>
                    <a:pt x="438" y="3030"/>
                    <a:pt x="438" y="3030"/>
                  </a:cubicBezTo>
                  <a:cubicBezTo>
                    <a:pt x="439" y="3030"/>
                    <a:pt x="439" y="3029"/>
                    <a:pt x="439" y="3029"/>
                  </a:cubicBezTo>
                  <a:cubicBezTo>
                    <a:pt x="440" y="3028"/>
                    <a:pt x="441" y="3028"/>
                    <a:pt x="442" y="3027"/>
                  </a:cubicBezTo>
                  <a:cubicBezTo>
                    <a:pt x="447" y="3023"/>
                    <a:pt x="452" y="3018"/>
                    <a:pt x="453" y="3012"/>
                  </a:cubicBezTo>
                  <a:cubicBezTo>
                    <a:pt x="455" y="3008"/>
                    <a:pt x="455" y="3003"/>
                    <a:pt x="454" y="2997"/>
                  </a:cubicBezTo>
                  <a:cubicBezTo>
                    <a:pt x="452" y="2981"/>
                    <a:pt x="454" y="2981"/>
                    <a:pt x="456" y="2962"/>
                  </a:cubicBezTo>
                  <a:cubicBezTo>
                    <a:pt x="456" y="2961"/>
                    <a:pt x="456" y="2960"/>
                    <a:pt x="456" y="2959"/>
                  </a:cubicBezTo>
                  <a:cubicBezTo>
                    <a:pt x="459" y="2953"/>
                    <a:pt x="464" y="2948"/>
                    <a:pt x="466" y="2939"/>
                  </a:cubicBezTo>
                  <a:cubicBezTo>
                    <a:pt x="467" y="2936"/>
                    <a:pt x="468" y="2933"/>
                    <a:pt x="468" y="2929"/>
                  </a:cubicBezTo>
                  <a:cubicBezTo>
                    <a:pt x="469" y="2914"/>
                    <a:pt x="458" y="2851"/>
                    <a:pt x="459" y="2843"/>
                  </a:cubicBezTo>
                  <a:cubicBezTo>
                    <a:pt x="462" y="2823"/>
                    <a:pt x="448" y="2807"/>
                    <a:pt x="444" y="2775"/>
                  </a:cubicBezTo>
                  <a:cubicBezTo>
                    <a:pt x="439" y="2742"/>
                    <a:pt x="452" y="2632"/>
                    <a:pt x="452" y="2612"/>
                  </a:cubicBezTo>
                  <a:cubicBezTo>
                    <a:pt x="452" y="2574"/>
                    <a:pt x="472" y="2511"/>
                    <a:pt x="467" y="2434"/>
                  </a:cubicBezTo>
                  <a:cubicBezTo>
                    <a:pt x="463" y="2389"/>
                    <a:pt x="441" y="2252"/>
                    <a:pt x="441" y="2221"/>
                  </a:cubicBezTo>
                  <a:cubicBezTo>
                    <a:pt x="441" y="2215"/>
                    <a:pt x="440" y="2181"/>
                    <a:pt x="442" y="2175"/>
                  </a:cubicBezTo>
                  <a:cubicBezTo>
                    <a:pt x="448" y="2155"/>
                    <a:pt x="465" y="1903"/>
                    <a:pt x="465" y="1900"/>
                  </a:cubicBezTo>
                  <a:cubicBezTo>
                    <a:pt x="468" y="1870"/>
                    <a:pt x="489" y="1711"/>
                    <a:pt x="489" y="1711"/>
                  </a:cubicBezTo>
                  <a:cubicBezTo>
                    <a:pt x="490" y="1711"/>
                    <a:pt x="490" y="1711"/>
                    <a:pt x="490" y="1711"/>
                  </a:cubicBezTo>
                  <a:cubicBezTo>
                    <a:pt x="492" y="1711"/>
                    <a:pt x="494" y="1712"/>
                    <a:pt x="496" y="1712"/>
                  </a:cubicBezTo>
                  <a:cubicBezTo>
                    <a:pt x="497" y="1712"/>
                    <a:pt x="498" y="1712"/>
                    <a:pt x="499" y="1712"/>
                  </a:cubicBezTo>
                  <a:cubicBezTo>
                    <a:pt x="500" y="1719"/>
                    <a:pt x="523" y="1868"/>
                    <a:pt x="525" y="1897"/>
                  </a:cubicBezTo>
                  <a:cubicBezTo>
                    <a:pt x="525" y="1900"/>
                    <a:pt x="539" y="2156"/>
                    <a:pt x="546" y="2177"/>
                  </a:cubicBezTo>
                  <a:cubicBezTo>
                    <a:pt x="548" y="2183"/>
                    <a:pt x="546" y="2217"/>
                    <a:pt x="546" y="2223"/>
                  </a:cubicBezTo>
                  <a:cubicBezTo>
                    <a:pt x="546" y="2254"/>
                    <a:pt x="524" y="2390"/>
                    <a:pt x="521" y="2435"/>
                  </a:cubicBezTo>
                  <a:cubicBezTo>
                    <a:pt x="516" y="2513"/>
                    <a:pt x="536" y="2576"/>
                    <a:pt x="536" y="2613"/>
                  </a:cubicBezTo>
                  <a:cubicBezTo>
                    <a:pt x="536" y="2634"/>
                    <a:pt x="549" y="2744"/>
                    <a:pt x="544" y="2776"/>
                  </a:cubicBezTo>
                  <a:cubicBezTo>
                    <a:pt x="543" y="2784"/>
                    <a:pt x="541" y="2791"/>
                    <a:pt x="539" y="2798"/>
                  </a:cubicBezTo>
                  <a:cubicBezTo>
                    <a:pt x="537" y="2807"/>
                    <a:pt x="533" y="2815"/>
                    <a:pt x="531" y="2822"/>
                  </a:cubicBezTo>
                  <a:cubicBezTo>
                    <a:pt x="529" y="2829"/>
                    <a:pt x="528" y="2837"/>
                    <a:pt x="529" y="2844"/>
                  </a:cubicBezTo>
                  <a:cubicBezTo>
                    <a:pt x="530" y="2853"/>
                    <a:pt x="518" y="2916"/>
                    <a:pt x="519" y="2931"/>
                  </a:cubicBezTo>
                  <a:cubicBezTo>
                    <a:pt x="521" y="2949"/>
                    <a:pt x="531" y="2953"/>
                    <a:pt x="532" y="2963"/>
                  </a:cubicBezTo>
                  <a:cubicBezTo>
                    <a:pt x="534" y="2983"/>
                    <a:pt x="536" y="2983"/>
                    <a:pt x="533" y="2999"/>
                  </a:cubicBezTo>
                  <a:cubicBezTo>
                    <a:pt x="531" y="3014"/>
                    <a:pt x="537" y="3020"/>
                    <a:pt x="545" y="3027"/>
                  </a:cubicBezTo>
                  <a:cubicBezTo>
                    <a:pt x="546" y="3028"/>
                    <a:pt x="547" y="3028"/>
                    <a:pt x="548" y="3029"/>
                  </a:cubicBezTo>
                  <a:cubicBezTo>
                    <a:pt x="548" y="3029"/>
                    <a:pt x="549" y="3030"/>
                    <a:pt x="549" y="3030"/>
                  </a:cubicBezTo>
                  <a:cubicBezTo>
                    <a:pt x="549" y="3030"/>
                    <a:pt x="549" y="3030"/>
                    <a:pt x="549" y="3030"/>
                  </a:cubicBezTo>
                  <a:cubicBezTo>
                    <a:pt x="556" y="3036"/>
                    <a:pt x="562" y="3043"/>
                    <a:pt x="575" y="3045"/>
                  </a:cubicBezTo>
                  <a:cubicBezTo>
                    <a:pt x="589" y="3048"/>
                    <a:pt x="613" y="3050"/>
                    <a:pt x="620" y="3036"/>
                  </a:cubicBezTo>
                  <a:cubicBezTo>
                    <a:pt x="620" y="3036"/>
                    <a:pt x="620" y="3036"/>
                    <a:pt x="620" y="3036"/>
                  </a:cubicBezTo>
                  <a:cubicBezTo>
                    <a:pt x="620" y="3035"/>
                    <a:pt x="620" y="3035"/>
                    <a:pt x="621" y="3034"/>
                  </a:cubicBezTo>
                  <a:cubicBezTo>
                    <a:pt x="629" y="3044"/>
                    <a:pt x="651" y="3043"/>
                    <a:pt x="662" y="3037"/>
                  </a:cubicBezTo>
                  <a:cubicBezTo>
                    <a:pt x="670" y="3045"/>
                    <a:pt x="691" y="3041"/>
                    <a:pt x="697" y="3032"/>
                  </a:cubicBezTo>
                  <a:cubicBezTo>
                    <a:pt x="699" y="3030"/>
                    <a:pt x="699" y="3028"/>
                    <a:pt x="700" y="3027"/>
                  </a:cubicBezTo>
                  <a:cubicBezTo>
                    <a:pt x="700" y="3026"/>
                    <a:pt x="700" y="3025"/>
                    <a:pt x="701" y="3024"/>
                  </a:cubicBezTo>
                  <a:cubicBezTo>
                    <a:pt x="701" y="3025"/>
                    <a:pt x="701" y="3025"/>
                    <a:pt x="701" y="3025"/>
                  </a:cubicBezTo>
                  <a:cubicBezTo>
                    <a:pt x="711" y="3026"/>
                    <a:pt x="721" y="3023"/>
                    <a:pt x="723" y="3017"/>
                  </a:cubicBezTo>
                  <a:cubicBezTo>
                    <a:pt x="723" y="3017"/>
                    <a:pt x="723" y="3016"/>
                    <a:pt x="724" y="3015"/>
                  </a:cubicBezTo>
                  <a:cubicBezTo>
                    <a:pt x="724" y="3013"/>
                    <a:pt x="724" y="3011"/>
                    <a:pt x="724" y="3009"/>
                  </a:cubicBezTo>
                  <a:cubicBezTo>
                    <a:pt x="725" y="3009"/>
                    <a:pt x="726" y="3008"/>
                    <a:pt x="727" y="3007"/>
                  </a:cubicBezTo>
                  <a:cubicBezTo>
                    <a:pt x="729" y="3006"/>
                    <a:pt x="730" y="3005"/>
                    <a:pt x="730" y="3003"/>
                  </a:cubicBezTo>
                  <a:cubicBezTo>
                    <a:pt x="733" y="2996"/>
                    <a:pt x="725" y="2986"/>
                    <a:pt x="722" y="2978"/>
                  </a:cubicBezTo>
                  <a:cubicBezTo>
                    <a:pt x="718" y="2967"/>
                    <a:pt x="713" y="2962"/>
                    <a:pt x="702" y="2956"/>
                  </a:cubicBezTo>
                  <a:cubicBezTo>
                    <a:pt x="692" y="2950"/>
                    <a:pt x="689" y="2942"/>
                    <a:pt x="676" y="2932"/>
                  </a:cubicBezTo>
                  <a:cubicBezTo>
                    <a:pt x="662" y="2922"/>
                    <a:pt x="638" y="2869"/>
                    <a:pt x="637" y="2865"/>
                  </a:cubicBezTo>
                  <a:cubicBezTo>
                    <a:pt x="638" y="2863"/>
                    <a:pt x="639" y="2861"/>
                    <a:pt x="640" y="2859"/>
                  </a:cubicBezTo>
                  <a:cubicBezTo>
                    <a:pt x="645" y="2845"/>
                    <a:pt x="642" y="2830"/>
                    <a:pt x="640" y="2822"/>
                  </a:cubicBezTo>
                  <a:cubicBezTo>
                    <a:pt x="638" y="2810"/>
                    <a:pt x="643" y="2766"/>
                    <a:pt x="657" y="2710"/>
                  </a:cubicBezTo>
                  <a:cubicBezTo>
                    <a:pt x="659" y="2704"/>
                    <a:pt x="661" y="2696"/>
                    <a:pt x="663" y="2689"/>
                  </a:cubicBezTo>
                  <a:cubicBezTo>
                    <a:pt x="670" y="2666"/>
                    <a:pt x="679" y="2640"/>
                    <a:pt x="687" y="2612"/>
                  </a:cubicBezTo>
                  <a:cubicBezTo>
                    <a:pt x="699" y="2574"/>
                    <a:pt x="709" y="2532"/>
                    <a:pt x="711" y="2488"/>
                  </a:cubicBezTo>
                  <a:cubicBezTo>
                    <a:pt x="713" y="2435"/>
                    <a:pt x="705" y="2339"/>
                    <a:pt x="706" y="2265"/>
                  </a:cubicBezTo>
                  <a:cubicBezTo>
                    <a:pt x="707" y="2236"/>
                    <a:pt x="713" y="2213"/>
                    <a:pt x="718" y="2197"/>
                  </a:cubicBezTo>
                  <a:cubicBezTo>
                    <a:pt x="720" y="2189"/>
                    <a:pt x="722" y="2184"/>
                    <a:pt x="723" y="2181"/>
                  </a:cubicBezTo>
                  <a:cubicBezTo>
                    <a:pt x="723" y="2179"/>
                    <a:pt x="724" y="2178"/>
                    <a:pt x="724" y="2177"/>
                  </a:cubicBezTo>
                  <a:cubicBezTo>
                    <a:pt x="730" y="2148"/>
                    <a:pt x="732" y="2095"/>
                    <a:pt x="735" y="2079"/>
                  </a:cubicBezTo>
                  <a:cubicBezTo>
                    <a:pt x="778" y="1831"/>
                    <a:pt x="786" y="1666"/>
                    <a:pt x="786" y="1588"/>
                  </a:cubicBezTo>
                  <a:cubicBezTo>
                    <a:pt x="786" y="1570"/>
                    <a:pt x="786" y="1555"/>
                    <a:pt x="786" y="1546"/>
                  </a:cubicBezTo>
                  <a:cubicBezTo>
                    <a:pt x="786" y="1546"/>
                    <a:pt x="783" y="1527"/>
                    <a:pt x="781" y="1506"/>
                  </a:cubicBezTo>
                  <a:cubicBezTo>
                    <a:pt x="779" y="1486"/>
                    <a:pt x="777" y="1466"/>
                    <a:pt x="775" y="1458"/>
                  </a:cubicBezTo>
                  <a:cubicBezTo>
                    <a:pt x="775" y="1453"/>
                    <a:pt x="775" y="1443"/>
                    <a:pt x="775" y="1430"/>
                  </a:cubicBezTo>
                  <a:cubicBezTo>
                    <a:pt x="778" y="1367"/>
                    <a:pt x="788" y="1235"/>
                    <a:pt x="784" y="1147"/>
                  </a:cubicBezTo>
                  <a:cubicBezTo>
                    <a:pt x="785" y="1125"/>
                    <a:pt x="784" y="1112"/>
                    <a:pt x="784" y="1110"/>
                  </a:cubicBezTo>
                  <a:cubicBezTo>
                    <a:pt x="785" y="1084"/>
                    <a:pt x="783" y="1044"/>
                    <a:pt x="781" y="1012"/>
                  </a:cubicBezTo>
                  <a:cubicBezTo>
                    <a:pt x="781" y="1004"/>
                    <a:pt x="781" y="997"/>
                    <a:pt x="780" y="988"/>
                  </a:cubicBezTo>
                  <a:cubicBezTo>
                    <a:pt x="781" y="978"/>
                    <a:pt x="781" y="968"/>
                    <a:pt x="780" y="959"/>
                  </a:cubicBezTo>
                  <a:cubicBezTo>
                    <a:pt x="780" y="960"/>
                    <a:pt x="781" y="961"/>
                    <a:pt x="781" y="962"/>
                  </a:cubicBezTo>
                  <a:cubicBezTo>
                    <a:pt x="783" y="978"/>
                    <a:pt x="796" y="1067"/>
                    <a:pt x="797" y="1100"/>
                  </a:cubicBezTo>
                  <a:cubicBezTo>
                    <a:pt x="794" y="1125"/>
                    <a:pt x="798" y="1143"/>
                    <a:pt x="804" y="1166"/>
                  </a:cubicBezTo>
                  <a:cubicBezTo>
                    <a:pt x="808" y="1183"/>
                    <a:pt x="814" y="1202"/>
                    <a:pt x="819" y="1228"/>
                  </a:cubicBezTo>
                  <a:cubicBezTo>
                    <a:pt x="820" y="1233"/>
                    <a:pt x="823" y="1245"/>
                    <a:pt x="827" y="1260"/>
                  </a:cubicBezTo>
                  <a:cubicBezTo>
                    <a:pt x="840" y="1317"/>
                    <a:pt x="870" y="1424"/>
                    <a:pt x="872" y="1438"/>
                  </a:cubicBezTo>
                  <a:cubicBezTo>
                    <a:pt x="875" y="1455"/>
                    <a:pt x="880" y="1473"/>
                    <a:pt x="882" y="1477"/>
                  </a:cubicBezTo>
                  <a:cubicBezTo>
                    <a:pt x="882" y="1477"/>
                    <a:pt x="882" y="1478"/>
                    <a:pt x="882" y="1480"/>
                  </a:cubicBezTo>
                  <a:cubicBezTo>
                    <a:pt x="880" y="1485"/>
                    <a:pt x="877" y="1493"/>
                    <a:pt x="875" y="1501"/>
                  </a:cubicBezTo>
                  <a:cubicBezTo>
                    <a:pt x="874" y="1501"/>
                    <a:pt x="874" y="1501"/>
                    <a:pt x="874" y="1501"/>
                  </a:cubicBezTo>
                  <a:cubicBezTo>
                    <a:pt x="873" y="1503"/>
                    <a:pt x="872" y="1505"/>
                    <a:pt x="871" y="1507"/>
                  </a:cubicBezTo>
                  <a:cubicBezTo>
                    <a:pt x="861" y="1522"/>
                    <a:pt x="861" y="1558"/>
                    <a:pt x="848" y="1576"/>
                  </a:cubicBezTo>
                  <a:cubicBezTo>
                    <a:pt x="848" y="1577"/>
                    <a:pt x="847" y="1578"/>
                    <a:pt x="846" y="1579"/>
                  </a:cubicBezTo>
                  <a:cubicBezTo>
                    <a:pt x="843" y="1582"/>
                    <a:pt x="838" y="1587"/>
                    <a:pt x="834" y="1592"/>
                  </a:cubicBezTo>
                  <a:cubicBezTo>
                    <a:pt x="817" y="1613"/>
                    <a:pt x="798" y="1646"/>
                    <a:pt x="817" y="1658"/>
                  </a:cubicBezTo>
                  <a:cubicBezTo>
                    <a:pt x="825" y="1663"/>
                    <a:pt x="832" y="1663"/>
                    <a:pt x="839" y="1660"/>
                  </a:cubicBezTo>
                  <a:cubicBezTo>
                    <a:pt x="854" y="1654"/>
                    <a:pt x="865" y="1633"/>
                    <a:pt x="870" y="1620"/>
                  </a:cubicBezTo>
                  <a:cubicBezTo>
                    <a:pt x="871" y="1618"/>
                    <a:pt x="872" y="1616"/>
                    <a:pt x="873" y="1615"/>
                  </a:cubicBezTo>
                  <a:cubicBezTo>
                    <a:pt x="881" y="1605"/>
                    <a:pt x="890" y="1600"/>
                    <a:pt x="890" y="1600"/>
                  </a:cubicBezTo>
                  <a:cubicBezTo>
                    <a:pt x="890" y="1600"/>
                    <a:pt x="889" y="1601"/>
                    <a:pt x="888" y="1603"/>
                  </a:cubicBezTo>
                  <a:cubicBezTo>
                    <a:pt x="888" y="1603"/>
                    <a:pt x="888" y="1603"/>
                    <a:pt x="888" y="1603"/>
                  </a:cubicBezTo>
                  <a:cubicBezTo>
                    <a:pt x="888" y="1604"/>
                    <a:pt x="888" y="1604"/>
                    <a:pt x="888" y="1604"/>
                  </a:cubicBezTo>
                  <a:cubicBezTo>
                    <a:pt x="885" y="1610"/>
                    <a:pt x="879" y="1622"/>
                    <a:pt x="883" y="1629"/>
                  </a:cubicBezTo>
                  <a:cubicBezTo>
                    <a:pt x="883" y="1630"/>
                    <a:pt x="883" y="1630"/>
                    <a:pt x="884" y="1631"/>
                  </a:cubicBezTo>
                  <a:cubicBezTo>
                    <a:pt x="871" y="1696"/>
                    <a:pt x="871" y="1696"/>
                    <a:pt x="871" y="1696"/>
                  </a:cubicBezTo>
                  <a:cubicBezTo>
                    <a:pt x="866" y="1698"/>
                    <a:pt x="859" y="1693"/>
                    <a:pt x="851" y="1705"/>
                  </a:cubicBezTo>
                  <a:cubicBezTo>
                    <a:pt x="850" y="1705"/>
                    <a:pt x="849" y="1705"/>
                    <a:pt x="848" y="1705"/>
                  </a:cubicBezTo>
                  <a:cubicBezTo>
                    <a:pt x="848" y="1705"/>
                    <a:pt x="848" y="1705"/>
                    <a:pt x="848" y="1705"/>
                  </a:cubicBezTo>
                  <a:cubicBezTo>
                    <a:pt x="848" y="1705"/>
                    <a:pt x="848" y="1705"/>
                    <a:pt x="848" y="1705"/>
                  </a:cubicBezTo>
                  <a:cubicBezTo>
                    <a:pt x="846" y="1704"/>
                    <a:pt x="844" y="1704"/>
                    <a:pt x="842" y="1703"/>
                  </a:cubicBezTo>
                  <a:cubicBezTo>
                    <a:pt x="837" y="1700"/>
                    <a:pt x="830" y="1696"/>
                    <a:pt x="824" y="1696"/>
                  </a:cubicBezTo>
                  <a:cubicBezTo>
                    <a:pt x="817" y="1696"/>
                    <a:pt x="811" y="1699"/>
                    <a:pt x="810" y="1714"/>
                  </a:cubicBezTo>
                  <a:cubicBezTo>
                    <a:pt x="810" y="1714"/>
                    <a:pt x="811" y="1714"/>
                    <a:pt x="811" y="1714"/>
                  </a:cubicBezTo>
                  <a:cubicBezTo>
                    <a:pt x="811" y="1715"/>
                    <a:pt x="811" y="1715"/>
                    <a:pt x="811" y="1715"/>
                  </a:cubicBezTo>
                  <a:cubicBezTo>
                    <a:pt x="810" y="1717"/>
                    <a:pt x="822" y="1720"/>
                    <a:pt x="831" y="1723"/>
                  </a:cubicBezTo>
                  <a:cubicBezTo>
                    <a:pt x="815" y="1732"/>
                    <a:pt x="815" y="1732"/>
                    <a:pt x="815" y="1732"/>
                  </a:cubicBezTo>
                  <a:cubicBezTo>
                    <a:pt x="812" y="1733"/>
                    <a:pt x="811" y="1733"/>
                    <a:pt x="811" y="1734"/>
                  </a:cubicBezTo>
                  <a:cubicBezTo>
                    <a:pt x="811" y="1734"/>
                    <a:pt x="793" y="1750"/>
                    <a:pt x="807" y="1758"/>
                  </a:cubicBezTo>
                  <a:cubicBezTo>
                    <a:pt x="808" y="1758"/>
                    <a:pt x="808" y="1758"/>
                    <a:pt x="808" y="1758"/>
                  </a:cubicBezTo>
                  <a:cubicBezTo>
                    <a:pt x="808" y="1758"/>
                    <a:pt x="808" y="1759"/>
                    <a:pt x="808" y="1759"/>
                  </a:cubicBezTo>
                  <a:cubicBezTo>
                    <a:pt x="819" y="1760"/>
                    <a:pt x="819" y="1760"/>
                    <a:pt x="819" y="1760"/>
                  </a:cubicBezTo>
                  <a:cubicBezTo>
                    <a:pt x="818" y="1761"/>
                    <a:pt x="803" y="1772"/>
                    <a:pt x="815" y="1783"/>
                  </a:cubicBezTo>
                  <a:cubicBezTo>
                    <a:pt x="815" y="1784"/>
                    <a:pt x="817" y="1785"/>
                    <a:pt x="819" y="1785"/>
                  </a:cubicBezTo>
                  <a:cubicBezTo>
                    <a:pt x="826" y="1787"/>
                    <a:pt x="840" y="1786"/>
                    <a:pt x="844" y="1786"/>
                  </a:cubicBezTo>
                  <a:cubicBezTo>
                    <a:pt x="848" y="1786"/>
                    <a:pt x="851" y="1785"/>
                    <a:pt x="852" y="1785"/>
                  </a:cubicBezTo>
                  <a:cubicBezTo>
                    <a:pt x="852" y="1787"/>
                    <a:pt x="852" y="1795"/>
                    <a:pt x="859" y="1798"/>
                  </a:cubicBezTo>
                  <a:cubicBezTo>
                    <a:pt x="860" y="1799"/>
                    <a:pt x="861" y="1799"/>
                    <a:pt x="863" y="1799"/>
                  </a:cubicBezTo>
                  <a:cubicBezTo>
                    <a:pt x="863" y="1799"/>
                    <a:pt x="864" y="1799"/>
                    <a:pt x="864" y="1799"/>
                  </a:cubicBezTo>
                  <a:cubicBezTo>
                    <a:pt x="865" y="1800"/>
                    <a:pt x="866" y="1800"/>
                    <a:pt x="868" y="1799"/>
                  </a:cubicBezTo>
                  <a:cubicBezTo>
                    <a:pt x="868" y="1799"/>
                    <a:pt x="868" y="1799"/>
                    <a:pt x="868" y="1799"/>
                  </a:cubicBezTo>
                  <a:cubicBezTo>
                    <a:pt x="878" y="1798"/>
                    <a:pt x="886" y="1791"/>
                    <a:pt x="889" y="1787"/>
                  </a:cubicBezTo>
                  <a:cubicBezTo>
                    <a:pt x="889" y="1787"/>
                    <a:pt x="890" y="1787"/>
                    <a:pt x="890" y="1787"/>
                  </a:cubicBezTo>
                  <a:cubicBezTo>
                    <a:pt x="891" y="1786"/>
                    <a:pt x="891" y="1786"/>
                    <a:pt x="891" y="1786"/>
                  </a:cubicBezTo>
                  <a:cubicBezTo>
                    <a:pt x="891" y="1786"/>
                    <a:pt x="891" y="1786"/>
                    <a:pt x="891" y="1786"/>
                  </a:cubicBezTo>
                  <a:cubicBezTo>
                    <a:pt x="897" y="1781"/>
                    <a:pt x="917" y="1772"/>
                    <a:pt x="925" y="1759"/>
                  </a:cubicBezTo>
                  <a:cubicBezTo>
                    <a:pt x="934" y="1746"/>
                    <a:pt x="946" y="1745"/>
                    <a:pt x="956" y="1703"/>
                  </a:cubicBezTo>
                  <a:cubicBezTo>
                    <a:pt x="960" y="1684"/>
                    <a:pt x="976" y="1659"/>
                    <a:pt x="978" y="1644"/>
                  </a:cubicBezTo>
                  <a:cubicBezTo>
                    <a:pt x="979" y="1628"/>
                    <a:pt x="982" y="1613"/>
                    <a:pt x="978" y="1587"/>
                  </a:cubicBezTo>
                  <a:cubicBezTo>
                    <a:pt x="975" y="1569"/>
                    <a:pt x="980" y="1528"/>
                    <a:pt x="983" y="1501"/>
                  </a:cubicBezTo>
                  <a:cubicBezTo>
                    <a:pt x="983" y="1501"/>
                    <a:pt x="987" y="1479"/>
                    <a:pt x="983" y="1459"/>
                  </a:cubicBezTo>
                  <a:close/>
                  <a:moveTo>
                    <a:pt x="824" y="1732"/>
                  </a:moveTo>
                  <a:cubicBezTo>
                    <a:pt x="823" y="1732"/>
                    <a:pt x="822" y="1732"/>
                    <a:pt x="821" y="1732"/>
                  </a:cubicBezTo>
                  <a:cubicBezTo>
                    <a:pt x="824" y="1731"/>
                    <a:pt x="827" y="1731"/>
                    <a:pt x="830" y="1731"/>
                  </a:cubicBezTo>
                </a:path>
              </a:pathLst>
            </a:custGeom>
            <a:solidFill>
              <a:srgbClr val="B1DF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63507" name="Freeform 65">
              <a:extLst>
                <a:ext uri="{FF2B5EF4-FFF2-40B4-BE49-F238E27FC236}">
                  <a16:creationId xmlns:a16="http://schemas.microsoft.com/office/drawing/2014/main" id="{EB9FAD4C-A5CA-42FD-A979-ABD5016CE6C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023" y="705"/>
              <a:ext cx="761" cy="2343"/>
            </a:xfrm>
            <a:custGeom>
              <a:avLst/>
              <a:gdLst>
                <a:gd name="T0" fmla="*/ 412 w 987"/>
                <a:gd name="T1" fmla="*/ 289 h 3051"/>
                <a:gd name="T2" fmla="*/ 268 w 987"/>
                <a:gd name="T3" fmla="*/ 170 h 3051"/>
                <a:gd name="T4" fmla="*/ 277 w 987"/>
                <a:gd name="T5" fmla="*/ 142 h 3051"/>
                <a:gd name="T6" fmla="*/ 280 w 987"/>
                <a:gd name="T7" fmla="*/ 130 h 3051"/>
                <a:gd name="T8" fmla="*/ 281 w 987"/>
                <a:gd name="T9" fmla="*/ 124 h 3051"/>
                <a:gd name="T10" fmla="*/ 285 w 987"/>
                <a:gd name="T11" fmla="*/ 120 h 3051"/>
                <a:gd name="T12" fmla="*/ 299 w 987"/>
                <a:gd name="T13" fmla="*/ 75 h 3051"/>
                <a:gd name="T14" fmla="*/ 285 w 987"/>
                <a:gd name="T15" fmla="*/ 97 h 3051"/>
                <a:gd name="T16" fmla="*/ 291 w 987"/>
                <a:gd name="T17" fmla="*/ 81 h 3051"/>
                <a:gd name="T18" fmla="*/ 294 w 987"/>
                <a:gd name="T19" fmla="*/ 65 h 3051"/>
                <a:gd name="T20" fmla="*/ 259 w 987"/>
                <a:gd name="T21" fmla="*/ 4 h 3051"/>
                <a:gd name="T22" fmla="*/ 218 w 987"/>
                <a:gd name="T23" fmla="*/ 2 h 3051"/>
                <a:gd name="T24" fmla="*/ 196 w 987"/>
                <a:gd name="T25" fmla="*/ 5 h 3051"/>
                <a:gd name="T26" fmla="*/ 167 w 987"/>
                <a:gd name="T27" fmla="*/ 27 h 3051"/>
                <a:gd name="T28" fmla="*/ 163 w 987"/>
                <a:gd name="T29" fmla="*/ 81 h 3051"/>
                <a:gd name="T30" fmla="*/ 160 w 987"/>
                <a:gd name="T31" fmla="*/ 72 h 3051"/>
                <a:gd name="T32" fmla="*/ 166 w 987"/>
                <a:gd name="T33" fmla="*/ 118 h 3051"/>
                <a:gd name="T34" fmla="*/ 170 w 987"/>
                <a:gd name="T35" fmla="*/ 121 h 3051"/>
                <a:gd name="T36" fmla="*/ 173 w 987"/>
                <a:gd name="T37" fmla="*/ 129 h 3051"/>
                <a:gd name="T38" fmla="*/ 173 w 987"/>
                <a:gd name="T39" fmla="*/ 134 h 3051"/>
                <a:gd name="T40" fmla="*/ 175 w 987"/>
                <a:gd name="T41" fmla="*/ 141 h 3051"/>
                <a:gd name="T42" fmla="*/ 177 w 987"/>
                <a:gd name="T43" fmla="*/ 146 h 3051"/>
                <a:gd name="T44" fmla="*/ 155 w 987"/>
                <a:gd name="T45" fmla="*/ 210 h 3051"/>
                <a:gd name="T46" fmla="*/ 18 w 987"/>
                <a:gd name="T47" fmla="*/ 495 h 3051"/>
                <a:gd name="T48" fmla="*/ 3 w 987"/>
                <a:gd name="T49" fmla="*/ 662 h 3051"/>
                <a:gd name="T50" fmla="*/ 2 w 987"/>
                <a:gd name="T51" fmla="*/ 743 h 3051"/>
                <a:gd name="T52" fmla="*/ 52 w 987"/>
                <a:gd name="T53" fmla="*/ 814 h 3051"/>
                <a:gd name="T54" fmla="*/ 59 w 987"/>
                <a:gd name="T55" fmla="*/ 807 h 3051"/>
                <a:gd name="T56" fmla="*/ 80 w 987"/>
                <a:gd name="T57" fmla="*/ 796 h 3051"/>
                <a:gd name="T58" fmla="*/ 72 w 987"/>
                <a:gd name="T59" fmla="*/ 767 h 3051"/>
                <a:gd name="T60" fmla="*/ 42 w 987"/>
                <a:gd name="T61" fmla="*/ 723 h 3051"/>
                <a:gd name="T62" fmla="*/ 61 w 987"/>
                <a:gd name="T63" fmla="*/ 713 h 3051"/>
                <a:gd name="T64" fmla="*/ 87 w 987"/>
                <a:gd name="T65" fmla="*/ 515 h 3051"/>
                <a:gd name="T66" fmla="*/ 97 w 987"/>
                <a:gd name="T67" fmla="*/ 660 h 3051"/>
                <a:gd name="T68" fmla="*/ 127 w 987"/>
                <a:gd name="T69" fmla="*/ 1127 h 3051"/>
                <a:gd name="T70" fmla="*/ 122 w 987"/>
                <a:gd name="T71" fmla="*/ 1349 h 3051"/>
                <a:gd name="T72" fmla="*/ 131 w 987"/>
                <a:gd name="T73" fmla="*/ 1369 h 3051"/>
                <a:gd name="T74" fmla="*/ 201 w 987"/>
                <a:gd name="T75" fmla="*/ 1372 h 3051"/>
                <a:gd name="T76" fmla="*/ 209 w 987"/>
                <a:gd name="T77" fmla="*/ 1340 h 3051"/>
                <a:gd name="T78" fmla="*/ 202 w 987"/>
                <a:gd name="T79" fmla="*/ 1006 h 3051"/>
                <a:gd name="T80" fmla="*/ 241 w 987"/>
                <a:gd name="T81" fmla="*/ 859 h 3051"/>
                <a:gd name="T82" fmla="*/ 243 w 987"/>
                <a:gd name="T83" fmla="*/ 1278 h 3051"/>
                <a:gd name="T84" fmla="*/ 251 w 987"/>
                <a:gd name="T85" fmla="*/ 1372 h 3051"/>
                <a:gd name="T86" fmla="*/ 319 w 987"/>
                <a:gd name="T87" fmla="*/ 1373 h 3051"/>
                <a:gd name="T88" fmla="*/ 334 w 987"/>
                <a:gd name="T89" fmla="*/ 1362 h 3051"/>
                <a:gd name="T90" fmla="*/ 293 w 987"/>
                <a:gd name="T91" fmla="*/ 1278 h 3051"/>
                <a:gd name="T92" fmla="*/ 331 w 987"/>
                <a:gd name="T93" fmla="*/ 988 h 3051"/>
                <a:gd name="T94" fmla="*/ 355 w 987"/>
                <a:gd name="T95" fmla="*/ 647 h 3051"/>
                <a:gd name="T96" fmla="*/ 365 w 987"/>
                <a:gd name="T97" fmla="*/ 498 h 3051"/>
                <a:gd name="T98" fmla="*/ 401 w 987"/>
                <a:gd name="T99" fmla="*/ 680 h 3051"/>
                <a:gd name="T100" fmla="*/ 385 w 987"/>
                <a:gd name="T101" fmla="*/ 752 h 3051"/>
                <a:gd name="T102" fmla="*/ 405 w 987"/>
                <a:gd name="T103" fmla="*/ 738 h 3051"/>
                <a:gd name="T104" fmla="*/ 386 w 987"/>
                <a:gd name="T105" fmla="*/ 771 h 3051"/>
                <a:gd name="T106" fmla="*/ 372 w 987"/>
                <a:gd name="T107" fmla="*/ 786 h 3051"/>
                <a:gd name="T108" fmla="*/ 387 w 987"/>
                <a:gd name="T109" fmla="*/ 809 h 3051"/>
                <a:gd name="T110" fmla="*/ 407 w 987"/>
                <a:gd name="T111" fmla="*/ 809 h 3051"/>
                <a:gd name="T112" fmla="*/ 448 w 987"/>
                <a:gd name="T113" fmla="*/ 719 h 3051"/>
                <a:gd name="T114" fmla="*/ 378 w 987"/>
                <a:gd name="T115" fmla="*/ 784 h 3051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987" h="3051">
                  <a:moveTo>
                    <a:pt x="983" y="1459"/>
                  </a:moveTo>
                  <a:cubicBezTo>
                    <a:pt x="981" y="1444"/>
                    <a:pt x="980" y="1429"/>
                    <a:pt x="976" y="1412"/>
                  </a:cubicBezTo>
                  <a:cubicBezTo>
                    <a:pt x="972" y="1395"/>
                    <a:pt x="971" y="1360"/>
                    <a:pt x="970" y="1337"/>
                  </a:cubicBezTo>
                  <a:cubicBezTo>
                    <a:pt x="969" y="1297"/>
                    <a:pt x="969" y="1139"/>
                    <a:pt x="946" y="1082"/>
                  </a:cubicBezTo>
                  <a:cubicBezTo>
                    <a:pt x="941" y="1064"/>
                    <a:pt x="936" y="1035"/>
                    <a:pt x="937" y="994"/>
                  </a:cubicBezTo>
                  <a:cubicBezTo>
                    <a:pt x="934" y="881"/>
                    <a:pt x="909" y="816"/>
                    <a:pt x="911" y="782"/>
                  </a:cubicBezTo>
                  <a:cubicBezTo>
                    <a:pt x="918" y="731"/>
                    <a:pt x="909" y="681"/>
                    <a:pt x="899" y="638"/>
                  </a:cubicBezTo>
                  <a:cubicBezTo>
                    <a:pt x="896" y="626"/>
                    <a:pt x="892" y="615"/>
                    <a:pt x="886" y="604"/>
                  </a:cubicBezTo>
                  <a:cubicBezTo>
                    <a:pt x="852" y="537"/>
                    <a:pt x="771" y="512"/>
                    <a:pt x="741" y="505"/>
                  </a:cubicBezTo>
                  <a:cubicBezTo>
                    <a:pt x="718" y="499"/>
                    <a:pt x="656" y="468"/>
                    <a:pt x="636" y="459"/>
                  </a:cubicBezTo>
                  <a:cubicBezTo>
                    <a:pt x="634" y="458"/>
                    <a:pt x="632" y="457"/>
                    <a:pt x="630" y="456"/>
                  </a:cubicBezTo>
                  <a:cubicBezTo>
                    <a:pt x="627" y="454"/>
                    <a:pt x="624" y="453"/>
                    <a:pt x="621" y="451"/>
                  </a:cubicBezTo>
                  <a:cubicBezTo>
                    <a:pt x="620" y="450"/>
                    <a:pt x="618" y="449"/>
                    <a:pt x="616" y="448"/>
                  </a:cubicBezTo>
                  <a:cubicBezTo>
                    <a:pt x="589" y="427"/>
                    <a:pt x="583" y="399"/>
                    <a:pt x="584" y="375"/>
                  </a:cubicBezTo>
                  <a:cubicBezTo>
                    <a:pt x="585" y="364"/>
                    <a:pt x="587" y="354"/>
                    <a:pt x="588" y="349"/>
                  </a:cubicBezTo>
                  <a:cubicBezTo>
                    <a:pt x="588" y="349"/>
                    <a:pt x="588" y="348"/>
                    <a:pt x="588" y="348"/>
                  </a:cubicBezTo>
                  <a:cubicBezTo>
                    <a:pt x="594" y="340"/>
                    <a:pt x="598" y="332"/>
                    <a:pt x="600" y="327"/>
                  </a:cubicBezTo>
                  <a:cubicBezTo>
                    <a:pt x="600" y="325"/>
                    <a:pt x="601" y="323"/>
                    <a:pt x="602" y="321"/>
                  </a:cubicBezTo>
                  <a:cubicBezTo>
                    <a:pt x="602" y="321"/>
                    <a:pt x="602" y="321"/>
                    <a:pt x="602" y="321"/>
                  </a:cubicBezTo>
                  <a:cubicBezTo>
                    <a:pt x="603" y="319"/>
                    <a:pt x="603" y="317"/>
                    <a:pt x="604" y="315"/>
                  </a:cubicBezTo>
                  <a:cubicBezTo>
                    <a:pt x="604" y="315"/>
                    <a:pt x="604" y="314"/>
                    <a:pt x="604" y="314"/>
                  </a:cubicBezTo>
                  <a:cubicBezTo>
                    <a:pt x="605" y="312"/>
                    <a:pt x="605" y="310"/>
                    <a:pt x="606" y="308"/>
                  </a:cubicBezTo>
                  <a:cubicBezTo>
                    <a:pt x="606" y="308"/>
                    <a:pt x="606" y="307"/>
                    <a:pt x="606" y="307"/>
                  </a:cubicBezTo>
                  <a:cubicBezTo>
                    <a:pt x="606" y="305"/>
                    <a:pt x="607" y="303"/>
                    <a:pt x="608" y="300"/>
                  </a:cubicBezTo>
                  <a:cubicBezTo>
                    <a:pt x="608" y="300"/>
                    <a:pt x="608" y="300"/>
                    <a:pt x="608" y="300"/>
                  </a:cubicBezTo>
                  <a:cubicBezTo>
                    <a:pt x="608" y="298"/>
                    <a:pt x="609" y="295"/>
                    <a:pt x="609" y="293"/>
                  </a:cubicBezTo>
                  <a:cubicBezTo>
                    <a:pt x="609" y="293"/>
                    <a:pt x="609" y="293"/>
                    <a:pt x="609" y="293"/>
                  </a:cubicBezTo>
                  <a:cubicBezTo>
                    <a:pt x="610" y="290"/>
                    <a:pt x="610" y="288"/>
                    <a:pt x="611" y="286"/>
                  </a:cubicBezTo>
                  <a:cubicBezTo>
                    <a:pt x="611" y="286"/>
                    <a:pt x="611" y="286"/>
                    <a:pt x="611" y="286"/>
                  </a:cubicBezTo>
                  <a:cubicBezTo>
                    <a:pt x="611" y="283"/>
                    <a:pt x="611" y="281"/>
                    <a:pt x="612" y="279"/>
                  </a:cubicBezTo>
                  <a:cubicBezTo>
                    <a:pt x="612" y="279"/>
                    <a:pt x="612" y="279"/>
                    <a:pt x="612" y="279"/>
                  </a:cubicBezTo>
                  <a:cubicBezTo>
                    <a:pt x="612" y="277"/>
                    <a:pt x="612" y="275"/>
                    <a:pt x="612" y="273"/>
                  </a:cubicBezTo>
                  <a:cubicBezTo>
                    <a:pt x="612" y="273"/>
                    <a:pt x="612" y="273"/>
                    <a:pt x="612" y="273"/>
                  </a:cubicBezTo>
                  <a:cubicBezTo>
                    <a:pt x="612" y="273"/>
                    <a:pt x="613" y="272"/>
                    <a:pt x="613" y="272"/>
                  </a:cubicBezTo>
                  <a:cubicBezTo>
                    <a:pt x="613" y="272"/>
                    <a:pt x="613" y="272"/>
                    <a:pt x="613" y="272"/>
                  </a:cubicBezTo>
                  <a:cubicBezTo>
                    <a:pt x="614" y="271"/>
                    <a:pt x="616" y="270"/>
                    <a:pt x="618" y="269"/>
                  </a:cubicBezTo>
                  <a:cubicBezTo>
                    <a:pt x="618" y="269"/>
                    <a:pt x="618" y="269"/>
                    <a:pt x="618" y="269"/>
                  </a:cubicBezTo>
                  <a:cubicBezTo>
                    <a:pt x="618" y="268"/>
                    <a:pt x="619" y="268"/>
                    <a:pt x="620" y="268"/>
                  </a:cubicBezTo>
                  <a:cubicBezTo>
                    <a:pt x="620" y="267"/>
                    <a:pt x="620" y="267"/>
                    <a:pt x="620" y="267"/>
                  </a:cubicBezTo>
                  <a:cubicBezTo>
                    <a:pt x="621" y="267"/>
                    <a:pt x="621" y="266"/>
                    <a:pt x="622" y="266"/>
                  </a:cubicBezTo>
                  <a:cubicBezTo>
                    <a:pt x="622" y="266"/>
                    <a:pt x="622" y="265"/>
                    <a:pt x="622" y="265"/>
                  </a:cubicBezTo>
                  <a:cubicBezTo>
                    <a:pt x="623" y="265"/>
                    <a:pt x="623" y="265"/>
                    <a:pt x="623" y="264"/>
                  </a:cubicBezTo>
                  <a:cubicBezTo>
                    <a:pt x="624" y="264"/>
                    <a:pt x="624" y="264"/>
                    <a:pt x="624" y="263"/>
                  </a:cubicBezTo>
                  <a:cubicBezTo>
                    <a:pt x="625" y="263"/>
                    <a:pt x="625" y="263"/>
                    <a:pt x="625" y="263"/>
                  </a:cubicBezTo>
                  <a:cubicBezTo>
                    <a:pt x="625" y="262"/>
                    <a:pt x="626" y="261"/>
                    <a:pt x="626" y="261"/>
                  </a:cubicBezTo>
                  <a:cubicBezTo>
                    <a:pt x="630" y="256"/>
                    <a:pt x="631" y="251"/>
                    <a:pt x="634" y="246"/>
                  </a:cubicBezTo>
                  <a:cubicBezTo>
                    <a:pt x="638" y="240"/>
                    <a:pt x="636" y="236"/>
                    <a:pt x="640" y="226"/>
                  </a:cubicBezTo>
                  <a:cubicBezTo>
                    <a:pt x="643" y="217"/>
                    <a:pt x="645" y="202"/>
                    <a:pt x="645" y="196"/>
                  </a:cubicBezTo>
                  <a:cubicBezTo>
                    <a:pt x="645" y="190"/>
                    <a:pt x="652" y="174"/>
                    <a:pt x="652" y="166"/>
                  </a:cubicBezTo>
                  <a:cubicBezTo>
                    <a:pt x="652" y="161"/>
                    <a:pt x="650" y="157"/>
                    <a:pt x="648" y="156"/>
                  </a:cubicBezTo>
                  <a:cubicBezTo>
                    <a:pt x="647" y="155"/>
                    <a:pt x="646" y="155"/>
                    <a:pt x="645" y="155"/>
                  </a:cubicBezTo>
                  <a:cubicBezTo>
                    <a:pt x="644" y="154"/>
                    <a:pt x="643" y="155"/>
                    <a:pt x="642" y="155"/>
                  </a:cubicBezTo>
                  <a:cubicBezTo>
                    <a:pt x="632" y="187"/>
                    <a:pt x="632" y="187"/>
                    <a:pt x="632" y="187"/>
                  </a:cubicBezTo>
                  <a:cubicBezTo>
                    <a:pt x="630" y="196"/>
                    <a:pt x="630" y="196"/>
                    <a:pt x="630" y="196"/>
                  </a:cubicBezTo>
                  <a:cubicBezTo>
                    <a:pt x="628" y="204"/>
                    <a:pt x="622" y="215"/>
                    <a:pt x="622" y="215"/>
                  </a:cubicBezTo>
                  <a:cubicBezTo>
                    <a:pt x="622" y="214"/>
                    <a:pt x="622" y="214"/>
                    <a:pt x="622" y="214"/>
                  </a:cubicBezTo>
                  <a:cubicBezTo>
                    <a:pt x="623" y="211"/>
                    <a:pt x="625" y="207"/>
                    <a:pt x="627" y="202"/>
                  </a:cubicBezTo>
                  <a:cubicBezTo>
                    <a:pt x="627" y="201"/>
                    <a:pt x="628" y="199"/>
                    <a:pt x="629" y="197"/>
                  </a:cubicBezTo>
                  <a:cubicBezTo>
                    <a:pt x="629" y="196"/>
                    <a:pt x="629" y="196"/>
                    <a:pt x="630" y="195"/>
                  </a:cubicBezTo>
                  <a:cubicBezTo>
                    <a:pt x="630" y="193"/>
                    <a:pt x="631" y="191"/>
                    <a:pt x="632" y="188"/>
                  </a:cubicBezTo>
                  <a:cubicBezTo>
                    <a:pt x="632" y="188"/>
                    <a:pt x="632" y="187"/>
                    <a:pt x="632" y="187"/>
                  </a:cubicBezTo>
                  <a:cubicBezTo>
                    <a:pt x="633" y="185"/>
                    <a:pt x="634" y="182"/>
                    <a:pt x="635" y="180"/>
                  </a:cubicBezTo>
                  <a:cubicBezTo>
                    <a:pt x="635" y="180"/>
                    <a:pt x="635" y="179"/>
                    <a:pt x="635" y="179"/>
                  </a:cubicBezTo>
                  <a:cubicBezTo>
                    <a:pt x="636" y="176"/>
                    <a:pt x="636" y="173"/>
                    <a:pt x="637" y="171"/>
                  </a:cubicBezTo>
                  <a:cubicBezTo>
                    <a:pt x="637" y="170"/>
                    <a:pt x="637" y="170"/>
                    <a:pt x="638" y="169"/>
                  </a:cubicBezTo>
                  <a:cubicBezTo>
                    <a:pt x="638" y="166"/>
                    <a:pt x="639" y="163"/>
                    <a:pt x="639" y="160"/>
                  </a:cubicBezTo>
                  <a:cubicBezTo>
                    <a:pt x="639" y="160"/>
                    <a:pt x="639" y="159"/>
                    <a:pt x="639" y="159"/>
                  </a:cubicBezTo>
                  <a:cubicBezTo>
                    <a:pt x="640" y="156"/>
                    <a:pt x="640" y="153"/>
                    <a:pt x="640" y="149"/>
                  </a:cubicBezTo>
                  <a:cubicBezTo>
                    <a:pt x="641" y="148"/>
                    <a:pt x="641" y="146"/>
                    <a:pt x="641" y="144"/>
                  </a:cubicBezTo>
                  <a:cubicBezTo>
                    <a:pt x="641" y="143"/>
                    <a:pt x="641" y="143"/>
                    <a:pt x="641" y="143"/>
                  </a:cubicBezTo>
                  <a:cubicBezTo>
                    <a:pt x="642" y="127"/>
                    <a:pt x="641" y="101"/>
                    <a:pt x="630" y="76"/>
                  </a:cubicBezTo>
                  <a:cubicBezTo>
                    <a:pt x="630" y="74"/>
                    <a:pt x="630" y="73"/>
                    <a:pt x="629" y="71"/>
                  </a:cubicBezTo>
                  <a:cubicBezTo>
                    <a:pt x="625" y="55"/>
                    <a:pt x="616" y="40"/>
                    <a:pt x="599" y="33"/>
                  </a:cubicBezTo>
                  <a:cubicBezTo>
                    <a:pt x="602" y="35"/>
                    <a:pt x="605" y="36"/>
                    <a:pt x="608" y="37"/>
                  </a:cubicBezTo>
                  <a:cubicBezTo>
                    <a:pt x="599" y="28"/>
                    <a:pt x="583" y="17"/>
                    <a:pt x="570" y="15"/>
                  </a:cubicBezTo>
                  <a:cubicBezTo>
                    <a:pt x="577" y="15"/>
                    <a:pt x="584" y="21"/>
                    <a:pt x="592" y="21"/>
                  </a:cubicBezTo>
                  <a:cubicBezTo>
                    <a:pt x="586" y="15"/>
                    <a:pt x="575" y="9"/>
                    <a:pt x="566" y="8"/>
                  </a:cubicBezTo>
                  <a:cubicBezTo>
                    <a:pt x="560" y="7"/>
                    <a:pt x="551" y="12"/>
                    <a:pt x="544" y="12"/>
                  </a:cubicBezTo>
                  <a:cubicBezTo>
                    <a:pt x="543" y="11"/>
                    <a:pt x="542" y="11"/>
                    <a:pt x="541" y="11"/>
                  </a:cubicBezTo>
                  <a:cubicBezTo>
                    <a:pt x="539" y="10"/>
                    <a:pt x="537" y="9"/>
                    <a:pt x="535" y="8"/>
                  </a:cubicBezTo>
                  <a:cubicBezTo>
                    <a:pt x="528" y="4"/>
                    <a:pt x="521" y="4"/>
                    <a:pt x="513" y="2"/>
                  </a:cubicBezTo>
                  <a:cubicBezTo>
                    <a:pt x="499" y="0"/>
                    <a:pt x="486" y="0"/>
                    <a:pt x="472" y="1"/>
                  </a:cubicBezTo>
                  <a:cubicBezTo>
                    <a:pt x="475" y="1"/>
                    <a:pt x="478" y="3"/>
                    <a:pt x="482" y="4"/>
                  </a:cubicBezTo>
                  <a:cubicBezTo>
                    <a:pt x="480" y="3"/>
                    <a:pt x="478" y="3"/>
                    <a:pt x="476" y="3"/>
                  </a:cubicBezTo>
                  <a:cubicBezTo>
                    <a:pt x="472" y="4"/>
                    <a:pt x="469" y="4"/>
                    <a:pt x="465" y="5"/>
                  </a:cubicBezTo>
                  <a:cubicBezTo>
                    <a:pt x="463" y="5"/>
                    <a:pt x="462" y="6"/>
                    <a:pt x="460" y="6"/>
                  </a:cubicBezTo>
                  <a:cubicBezTo>
                    <a:pt x="457" y="7"/>
                    <a:pt x="453" y="7"/>
                    <a:pt x="450" y="7"/>
                  </a:cubicBezTo>
                  <a:cubicBezTo>
                    <a:pt x="442" y="8"/>
                    <a:pt x="433" y="8"/>
                    <a:pt x="425" y="10"/>
                  </a:cubicBezTo>
                  <a:cubicBezTo>
                    <a:pt x="424" y="10"/>
                    <a:pt x="422" y="10"/>
                    <a:pt x="421" y="11"/>
                  </a:cubicBezTo>
                  <a:cubicBezTo>
                    <a:pt x="422" y="12"/>
                    <a:pt x="423" y="12"/>
                    <a:pt x="424" y="12"/>
                  </a:cubicBezTo>
                  <a:cubicBezTo>
                    <a:pt x="425" y="12"/>
                    <a:pt x="426" y="12"/>
                    <a:pt x="427" y="12"/>
                  </a:cubicBezTo>
                  <a:cubicBezTo>
                    <a:pt x="427" y="12"/>
                    <a:pt x="428" y="12"/>
                    <a:pt x="429" y="12"/>
                  </a:cubicBezTo>
                  <a:cubicBezTo>
                    <a:pt x="423" y="14"/>
                    <a:pt x="418" y="16"/>
                    <a:pt x="413" y="18"/>
                  </a:cubicBezTo>
                  <a:cubicBezTo>
                    <a:pt x="410" y="19"/>
                    <a:pt x="407" y="20"/>
                    <a:pt x="404" y="21"/>
                  </a:cubicBezTo>
                  <a:cubicBezTo>
                    <a:pt x="394" y="25"/>
                    <a:pt x="387" y="33"/>
                    <a:pt x="378" y="39"/>
                  </a:cubicBezTo>
                  <a:cubicBezTo>
                    <a:pt x="380" y="37"/>
                    <a:pt x="383" y="36"/>
                    <a:pt x="385" y="35"/>
                  </a:cubicBezTo>
                  <a:cubicBezTo>
                    <a:pt x="381" y="40"/>
                    <a:pt x="374" y="43"/>
                    <a:pt x="370" y="48"/>
                  </a:cubicBezTo>
                  <a:cubicBezTo>
                    <a:pt x="368" y="52"/>
                    <a:pt x="367" y="56"/>
                    <a:pt x="366" y="60"/>
                  </a:cubicBezTo>
                  <a:cubicBezTo>
                    <a:pt x="343" y="95"/>
                    <a:pt x="348" y="137"/>
                    <a:pt x="349" y="147"/>
                  </a:cubicBezTo>
                  <a:cubicBezTo>
                    <a:pt x="349" y="147"/>
                    <a:pt x="349" y="148"/>
                    <a:pt x="349" y="148"/>
                  </a:cubicBezTo>
                  <a:cubicBezTo>
                    <a:pt x="350" y="149"/>
                    <a:pt x="350" y="149"/>
                    <a:pt x="350" y="150"/>
                  </a:cubicBezTo>
                  <a:cubicBezTo>
                    <a:pt x="350" y="150"/>
                    <a:pt x="350" y="150"/>
                    <a:pt x="350" y="150"/>
                  </a:cubicBezTo>
                  <a:cubicBezTo>
                    <a:pt x="350" y="151"/>
                    <a:pt x="350" y="152"/>
                    <a:pt x="350" y="153"/>
                  </a:cubicBezTo>
                  <a:cubicBezTo>
                    <a:pt x="350" y="153"/>
                    <a:pt x="350" y="153"/>
                    <a:pt x="350" y="153"/>
                  </a:cubicBezTo>
                  <a:cubicBezTo>
                    <a:pt x="352" y="159"/>
                    <a:pt x="353" y="169"/>
                    <a:pt x="356" y="179"/>
                  </a:cubicBezTo>
                  <a:cubicBezTo>
                    <a:pt x="357" y="187"/>
                    <a:pt x="358" y="194"/>
                    <a:pt x="359" y="199"/>
                  </a:cubicBezTo>
                  <a:cubicBezTo>
                    <a:pt x="359" y="199"/>
                    <a:pt x="359" y="199"/>
                    <a:pt x="359" y="199"/>
                  </a:cubicBezTo>
                  <a:cubicBezTo>
                    <a:pt x="357" y="190"/>
                    <a:pt x="355" y="181"/>
                    <a:pt x="355" y="179"/>
                  </a:cubicBezTo>
                  <a:cubicBezTo>
                    <a:pt x="355" y="179"/>
                    <a:pt x="355" y="179"/>
                    <a:pt x="355" y="178"/>
                  </a:cubicBezTo>
                  <a:cubicBezTo>
                    <a:pt x="355" y="178"/>
                    <a:pt x="355" y="178"/>
                    <a:pt x="355" y="178"/>
                  </a:cubicBezTo>
                  <a:cubicBezTo>
                    <a:pt x="355" y="178"/>
                    <a:pt x="353" y="172"/>
                    <a:pt x="352" y="166"/>
                  </a:cubicBezTo>
                  <a:cubicBezTo>
                    <a:pt x="351" y="164"/>
                    <a:pt x="350" y="162"/>
                    <a:pt x="350" y="160"/>
                  </a:cubicBezTo>
                  <a:cubicBezTo>
                    <a:pt x="350" y="160"/>
                    <a:pt x="350" y="160"/>
                    <a:pt x="350" y="160"/>
                  </a:cubicBezTo>
                  <a:cubicBezTo>
                    <a:pt x="350" y="158"/>
                    <a:pt x="346" y="155"/>
                    <a:pt x="346" y="155"/>
                  </a:cubicBezTo>
                  <a:cubicBezTo>
                    <a:pt x="341" y="152"/>
                    <a:pt x="337" y="158"/>
                    <a:pt x="337" y="166"/>
                  </a:cubicBezTo>
                  <a:cubicBezTo>
                    <a:pt x="337" y="174"/>
                    <a:pt x="343" y="190"/>
                    <a:pt x="343" y="196"/>
                  </a:cubicBezTo>
                  <a:cubicBezTo>
                    <a:pt x="343" y="202"/>
                    <a:pt x="345" y="217"/>
                    <a:pt x="349" y="226"/>
                  </a:cubicBezTo>
                  <a:cubicBezTo>
                    <a:pt x="352" y="236"/>
                    <a:pt x="351" y="240"/>
                    <a:pt x="354" y="246"/>
                  </a:cubicBezTo>
                  <a:cubicBezTo>
                    <a:pt x="357" y="251"/>
                    <a:pt x="359" y="256"/>
                    <a:pt x="362" y="261"/>
                  </a:cubicBezTo>
                  <a:cubicBezTo>
                    <a:pt x="362" y="261"/>
                    <a:pt x="363" y="262"/>
                    <a:pt x="363" y="263"/>
                  </a:cubicBezTo>
                  <a:cubicBezTo>
                    <a:pt x="364" y="263"/>
                    <a:pt x="364" y="263"/>
                    <a:pt x="364" y="263"/>
                  </a:cubicBezTo>
                  <a:cubicBezTo>
                    <a:pt x="364" y="264"/>
                    <a:pt x="365" y="264"/>
                    <a:pt x="365" y="264"/>
                  </a:cubicBezTo>
                  <a:cubicBezTo>
                    <a:pt x="365" y="265"/>
                    <a:pt x="366" y="265"/>
                    <a:pt x="366" y="265"/>
                  </a:cubicBezTo>
                  <a:cubicBezTo>
                    <a:pt x="366" y="266"/>
                    <a:pt x="367" y="266"/>
                    <a:pt x="367" y="266"/>
                  </a:cubicBezTo>
                  <a:cubicBezTo>
                    <a:pt x="368" y="267"/>
                    <a:pt x="368" y="267"/>
                    <a:pt x="369" y="267"/>
                  </a:cubicBezTo>
                  <a:cubicBezTo>
                    <a:pt x="369" y="267"/>
                    <a:pt x="369" y="268"/>
                    <a:pt x="369" y="268"/>
                  </a:cubicBezTo>
                  <a:cubicBezTo>
                    <a:pt x="372" y="270"/>
                    <a:pt x="374" y="271"/>
                    <a:pt x="376" y="272"/>
                  </a:cubicBezTo>
                  <a:cubicBezTo>
                    <a:pt x="376" y="272"/>
                    <a:pt x="376" y="272"/>
                    <a:pt x="376" y="272"/>
                  </a:cubicBezTo>
                  <a:cubicBezTo>
                    <a:pt x="376" y="274"/>
                    <a:pt x="376" y="276"/>
                    <a:pt x="376" y="278"/>
                  </a:cubicBezTo>
                  <a:cubicBezTo>
                    <a:pt x="376" y="278"/>
                    <a:pt x="376" y="278"/>
                    <a:pt x="376" y="278"/>
                  </a:cubicBezTo>
                  <a:cubicBezTo>
                    <a:pt x="377" y="279"/>
                    <a:pt x="377" y="280"/>
                    <a:pt x="377" y="281"/>
                  </a:cubicBezTo>
                  <a:cubicBezTo>
                    <a:pt x="377" y="281"/>
                    <a:pt x="377" y="281"/>
                    <a:pt x="377" y="281"/>
                  </a:cubicBezTo>
                  <a:cubicBezTo>
                    <a:pt x="377" y="282"/>
                    <a:pt x="377" y="283"/>
                    <a:pt x="377" y="285"/>
                  </a:cubicBezTo>
                  <a:cubicBezTo>
                    <a:pt x="377" y="285"/>
                    <a:pt x="377" y="285"/>
                    <a:pt x="377" y="285"/>
                  </a:cubicBezTo>
                  <a:cubicBezTo>
                    <a:pt x="377" y="286"/>
                    <a:pt x="377" y="287"/>
                    <a:pt x="378" y="288"/>
                  </a:cubicBezTo>
                  <a:cubicBezTo>
                    <a:pt x="378" y="288"/>
                    <a:pt x="378" y="289"/>
                    <a:pt x="378" y="289"/>
                  </a:cubicBezTo>
                  <a:cubicBezTo>
                    <a:pt x="378" y="290"/>
                    <a:pt x="378" y="291"/>
                    <a:pt x="378" y="292"/>
                  </a:cubicBezTo>
                  <a:cubicBezTo>
                    <a:pt x="378" y="292"/>
                    <a:pt x="378" y="293"/>
                    <a:pt x="378" y="293"/>
                  </a:cubicBezTo>
                  <a:cubicBezTo>
                    <a:pt x="378" y="294"/>
                    <a:pt x="378" y="295"/>
                    <a:pt x="379" y="296"/>
                  </a:cubicBezTo>
                  <a:cubicBezTo>
                    <a:pt x="379" y="296"/>
                    <a:pt x="379" y="297"/>
                    <a:pt x="379" y="297"/>
                  </a:cubicBezTo>
                  <a:cubicBezTo>
                    <a:pt x="379" y="298"/>
                    <a:pt x="379" y="299"/>
                    <a:pt x="379" y="300"/>
                  </a:cubicBezTo>
                  <a:cubicBezTo>
                    <a:pt x="379" y="300"/>
                    <a:pt x="379" y="301"/>
                    <a:pt x="379" y="301"/>
                  </a:cubicBezTo>
                  <a:cubicBezTo>
                    <a:pt x="380" y="302"/>
                    <a:pt x="380" y="303"/>
                    <a:pt x="380" y="304"/>
                  </a:cubicBezTo>
                  <a:cubicBezTo>
                    <a:pt x="380" y="304"/>
                    <a:pt x="380" y="305"/>
                    <a:pt x="380" y="305"/>
                  </a:cubicBezTo>
                  <a:cubicBezTo>
                    <a:pt x="380" y="306"/>
                    <a:pt x="381" y="307"/>
                    <a:pt x="381" y="307"/>
                  </a:cubicBezTo>
                  <a:cubicBezTo>
                    <a:pt x="381" y="308"/>
                    <a:pt x="381" y="309"/>
                    <a:pt x="381" y="309"/>
                  </a:cubicBezTo>
                  <a:cubicBezTo>
                    <a:pt x="381" y="310"/>
                    <a:pt x="381" y="311"/>
                    <a:pt x="382" y="311"/>
                  </a:cubicBezTo>
                  <a:cubicBezTo>
                    <a:pt x="382" y="312"/>
                    <a:pt x="382" y="312"/>
                    <a:pt x="382" y="313"/>
                  </a:cubicBezTo>
                  <a:cubicBezTo>
                    <a:pt x="382" y="313"/>
                    <a:pt x="382" y="314"/>
                    <a:pt x="382" y="315"/>
                  </a:cubicBezTo>
                  <a:cubicBezTo>
                    <a:pt x="383" y="315"/>
                    <a:pt x="383" y="316"/>
                    <a:pt x="383" y="316"/>
                  </a:cubicBezTo>
                  <a:cubicBezTo>
                    <a:pt x="383" y="317"/>
                    <a:pt x="383" y="318"/>
                    <a:pt x="383" y="318"/>
                  </a:cubicBezTo>
                  <a:cubicBezTo>
                    <a:pt x="384" y="319"/>
                    <a:pt x="384" y="319"/>
                    <a:pt x="384" y="320"/>
                  </a:cubicBezTo>
                  <a:cubicBezTo>
                    <a:pt x="384" y="320"/>
                    <a:pt x="384" y="321"/>
                    <a:pt x="384" y="321"/>
                  </a:cubicBezTo>
                  <a:cubicBezTo>
                    <a:pt x="385" y="322"/>
                    <a:pt x="385" y="322"/>
                    <a:pt x="385" y="323"/>
                  </a:cubicBezTo>
                  <a:cubicBezTo>
                    <a:pt x="385" y="323"/>
                    <a:pt x="385" y="324"/>
                    <a:pt x="385" y="324"/>
                  </a:cubicBezTo>
                  <a:cubicBezTo>
                    <a:pt x="386" y="325"/>
                    <a:pt x="386" y="326"/>
                    <a:pt x="387" y="327"/>
                  </a:cubicBezTo>
                  <a:cubicBezTo>
                    <a:pt x="389" y="330"/>
                    <a:pt x="392" y="336"/>
                    <a:pt x="397" y="343"/>
                  </a:cubicBezTo>
                  <a:cubicBezTo>
                    <a:pt x="397" y="350"/>
                    <a:pt x="399" y="360"/>
                    <a:pt x="399" y="371"/>
                  </a:cubicBezTo>
                  <a:cubicBezTo>
                    <a:pt x="400" y="385"/>
                    <a:pt x="398" y="401"/>
                    <a:pt x="393" y="415"/>
                  </a:cubicBezTo>
                  <a:cubicBezTo>
                    <a:pt x="386" y="432"/>
                    <a:pt x="373" y="448"/>
                    <a:pt x="349" y="461"/>
                  </a:cubicBezTo>
                  <a:cubicBezTo>
                    <a:pt x="346" y="462"/>
                    <a:pt x="342" y="464"/>
                    <a:pt x="338" y="465"/>
                  </a:cubicBezTo>
                  <a:cubicBezTo>
                    <a:pt x="309" y="477"/>
                    <a:pt x="270" y="497"/>
                    <a:pt x="244" y="502"/>
                  </a:cubicBezTo>
                  <a:cubicBezTo>
                    <a:pt x="224" y="505"/>
                    <a:pt x="117" y="546"/>
                    <a:pt x="96" y="637"/>
                  </a:cubicBezTo>
                  <a:cubicBezTo>
                    <a:pt x="87" y="666"/>
                    <a:pt x="78" y="702"/>
                    <a:pt x="76" y="737"/>
                  </a:cubicBezTo>
                  <a:cubicBezTo>
                    <a:pt x="75" y="753"/>
                    <a:pt x="75" y="768"/>
                    <a:pt x="77" y="784"/>
                  </a:cubicBezTo>
                  <a:cubicBezTo>
                    <a:pt x="79" y="818"/>
                    <a:pt x="54" y="883"/>
                    <a:pt x="51" y="996"/>
                  </a:cubicBezTo>
                  <a:cubicBezTo>
                    <a:pt x="52" y="1036"/>
                    <a:pt x="48" y="1064"/>
                    <a:pt x="43" y="1082"/>
                  </a:cubicBezTo>
                  <a:cubicBezTo>
                    <a:pt x="41" y="1086"/>
                    <a:pt x="40" y="1090"/>
                    <a:pt x="39" y="1094"/>
                  </a:cubicBezTo>
                  <a:cubicBezTo>
                    <a:pt x="19" y="1158"/>
                    <a:pt x="19" y="1301"/>
                    <a:pt x="18" y="1338"/>
                  </a:cubicBezTo>
                  <a:cubicBezTo>
                    <a:pt x="17" y="1362"/>
                    <a:pt x="16" y="1396"/>
                    <a:pt x="12" y="1413"/>
                  </a:cubicBezTo>
                  <a:cubicBezTo>
                    <a:pt x="9" y="1426"/>
                    <a:pt x="10" y="1438"/>
                    <a:pt x="9" y="1450"/>
                  </a:cubicBezTo>
                  <a:cubicBezTo>
                    <a:pt x="9" y="1450"/>
                    <a:pt x="9" y="1450"/>
                    <a:pt x="9" y="1450"/>
                  </a:cubicBezTo>
                  <a:cubicBezTo>
                    <a:pt x="9" y="1451"/>
                    <a:pt x="9" y="1453"/>
                    <a:pt x="8" y="1454"/>
                  </a:cubicBezTo>
                  <a:cubicBezTo>
                    <a:pt x="8" y="1455"/>
                    <a:pt x="8" y="1457"/>
                    <a:pt x="7" y="1458"/>
                  </a:cubicBezTo>
                  <a:cubicBezTo>
                    <a:pt x="7" y="1459"/>
                    <a:pt x="7" y="1460"/>
                    <a:pt x="7" y="1461"/>
                  </a:cubicBezTo>
                  <a:cubicBezTo>
                    <a:pt x="5" y="1467"/>
                    <a:pt x="3" y="1469"/>
                    <a:pt x="4" y="1477"/>
                  </a:cubicBezTo>
                  <a:cubicBezTo>
                    <a:pt x="5" y="1498"/>
                    <a:pt x="5" y="1498"/>
                    <a:pt x="5" y="1498"/>
                  </a:cubicBezTo>
                  <a:cubicBezTo>
                    <a:pt x="5" y="1499"/>
                    <a:pt x="5" y="1500"/>
                    <a:pt x="4" y="1501"/>
                  </a:cubicBezTo>
                  <a:cubicBezTo>
                    <a:pt x="5" y="1502"/>
                    <a:pt x="5" y="1519"/>
                    <a:pt x="5" y="1523"/>
                  </a:cubicBezTo>
                  <a:cubicBezTo>
                    <a:pt x="6" y="1523"/>
                    <a:pt x="6" y="1523"/>
                    <a:pt x="6" y="1523"/>
                  </a:cubicBezTo>
                  <a:cubicBezTo>
                    <a:pt x="6" y="1541"/>
                    <a:pt x="7" y="1569"/>
                    <a:pt x="4" y="1585"/>
                  </a:cubicBezTo>
                  <a:cubicBezTo>
                    <a:pt x="0" y="1611"/>
                    <a:pt x="3" y="1626"/>
                    <a:pt x="4" y="1642"/>
                  </a:cubicBezTo>
                  <a:cubicBezTo>
                    <a:pt x="6" y="1658"/>
                    <a:pt x="22" y="1682"/>
                    <a:pt x="26" y="1701"/>
                  </a:cubicBezTo>
                  <a:cubicBezTo>
                    <a:pt x="36" y="1743"/>
                    <a:pt x="48" y="1744"/>
                    <a:pt x="57" y="1757"/>
                  </a:cubicBezTo>
                  <a:cubicBezTo>
                    <a:pt x="65" y="1770"/>
                    <a:pt x="85" y="1779"/>
                    <a:pt x="91" y="1784"/>
                  </a:cubicBezTo>
                  <a:cubicBezTo>
                    <a:pt x="91" y="1784"/>
                    <a:pt x="91" y="1784"/>
                    <a:pt x="91" y="1784"/>
                  </a:cubicBezTo>
                  <a:cubicBezTo>
                    <a:pt x="92" y="1785"/>
                    <a:pt x="92" y="1785"/>
                    <a:pt x="92" y="1785"/>
                  </a:cubicBezTo>
                  <a:cubicBezTo>
                    <a:pt x="92" y="1785"/>
                    <a:pt x="93" y="1785"/>
                    <a:pt x="93" y="1785"/>
                  </a:cubicBezTo>
                  <a:cubicBezTo>
                    <a:pt x="96" y="1789"/>
                    <a:pt x="104" y="1796"/>
                    <a:pt x="114" y="1797"/>
                  </a:cubicBezTo>
                  <a:cubicBezTo>
                    <a:pt x="114" y="1797"/>
                    <a:pt x="114" y="1797"/>
                    <a:pt x="114" y="1797"/>
                  </a:cubicBezTo>
                  <a:cubicBezTo>
                    <a:pt x="114" y="1798"/>
                    <a:pt x="114" y="1798"/>
                    <a:pt x="115" y="1798"/>
                  </a:cubicBezTo>
                  <a:cubicBezTo>
                    <a:pt x="115" y="1798"/>
                    <a:pt x="115" y="1798"/>
                    <a:pt x="115" y="1798"/>
                  </a:cubicBezTo>
                  <a:cubicBezTo>
                    <a:pt x="116" y="1798"/>
                    <a:pt x="117" y="1798"/>
                    <a:pt x="117" y="1798"/>
                  </a:cubicBezTo>
                  <a:cubicBezTo>
                    <a:pt x="118" y="1797"/>
                    <a:pt x="119" y="1798"/>
                    <a:pt x="119" y="1797"/>
                  </a:cubicBezTo>
                  <a:cubicBezTo>
                    <a:pt x="121" y="1797"/>
                    <a:pt x="122" y="1797"/>
                    <a:pt x="123" y="1796"/>
                  </a:cubicBezTo>
                  <a:cubicBezTo>
                    <a:pt x="130" y="1793"/>
                    <a:pt x="130" y="1785"/>
                    <a:pt x="130" y="1783"/>
                  </a:cubicBezTo>
                  <a:cubicBezTo>
                    <a:pt x="131" y="1783"/>
                    <a:pt x="134" y="1784"/>
                    <a:pt x="138" y="1784"/>
                  </a:cubicBezTo>
                  <a:cubicBezTo>
                    <a:pt x="142" y="1784"/>
                    <a:pt x="156" y="1785"/>
                    <a:pt x="163" y="1783"/>
                  </a:cubicBezTo>
                  <a:cubicBezTo>
                    <a:pt x="165" y="1783"/>
                    <a:pt x="167" y="1782"/>
                    <a:pt x="167" y="1781"/>
                  </a:cubicBezTo>
                  <a:cubicBezTo>
                    <a:pt x="179" y="1770"/>
                    <a:pt x="164" y="1759"/>
                    <a:pt x="163" y="1758"/>
                  </a:cubicBezTo>
                  <a:cubicBezTo>
                    <a:pt x="174" y="1757"/>
                    <a:pt x="174" y="1757"/>
                    <a:pt x="174" y="1757"/>
                  </a:cubicBezTo>
                  <a:cubicBezTo>
                    <a:pt x="174" y="1757"/>
                    <a:pt x="174" y="1757"/>
                    <a:pt x="175" y="1757"/>
                  </a:cubicBezTo>
                  <a:cubicBezTo>
                    <a:pt x="175" y="1756"/>
                    <a:pt x="175" y="1756"/>
                    <a:pt x="175" y="1756"/>
                  </a:cubicBezTo>
                  <a:cubicBezTo>
                    <a:pt x="189" y="1748"/>
                    <a:pt x="171" y="1732"/>
                    <a:pt x="171" y="1732"/>
                  </a:cubicBezTo>
                  <a:cubicBezTo>
                    <a:pt x="171" y="1731"/>
                    <a:pt x="170" y="1731"/>
                    <a:pt x="167" y="1730"/>
                  </a:cubicBezTo>
                  <a:cubicBezTo>
                    <a:pt x="151" y="1721"/>
                    <a:pt x="151" y="1721"/>
                    <a:pt x="151" y="1721"/>
                  </a:cubicBezTo>
                  <a:cubicBezTo>
                    <a:pt x="160" y="1718"/>
                    <a:pt x="172" y="1715"/>
                    <a:pt x="172" y="1714"/>
                  </a:cubicBezTo>
                  <a:cubicBezTo>
                    <a:pt x="171" y="1713"/>
                    <a:pt x="171" y="1713"/>
                    <a:pt x="171" y="1712"/>
                  </a:cubicBezTo>
                  <a:cubicBezTo>
                    <a:pt x="172" y="1712"/>
                    <a:pt x="172" y="1712"/>
                    <a:pt x="172" y="1712"/>
                  </a:cubicBezTo>
                  <a:cubicBezTo>
                    <a:pt x="171" y="1697"/>
                    <a:pt x="165" y="1694"/>
                    <a:pt x="158" y="1694"/>
                  </a:cubicBezTo>
                  <a:cubicBezTo>
                    <a:pt x="151" y="1695"/>
                    <a:pt x="144" y="1698"/>
                    <a:pt x="139" y="1701"/>
                  </a:cubicBezTo>
                  <a:cubicBezTo>
                    <a:pt x="137" y="1702"/>
                    <a:pt x="136" y="1702"/>
                    <a:pt x="135" y="1703"/>
                  </a:cubicBezTo>
                  <a:cubicBezTo>
                    <a:pt x="133" y="1703"/>
                    <a:pt x="132" y="1704"/>
                    <a:pt x="131" y="1703"/>
                  </a:cubicBezTo>
                  <a:cubicBezTo>
                    <a:pt x="123" y="1692"/>
                    <a:pt x="116" y="1696"/>
                    <a:pt x="111" y="1694"/>
                  </a:cubicBezTo>
                  <a:cubicBezTo>
                    <a:pt x="99" y="1629"/>
                    <a:pt x="99" y="1629"/>
                    <a:pt x="99" y="1629"/>
                  </a:cubicBezTo>
                  <a:cubicBezTo>
                    <a:pt x="99" y="1629"/>
                    <a:pt x="99" y="1628"/>
                    <a:pt x="99" y="1627"/>
                  </a:cubicBezTo>
                  <a:cubicBezTo>
                    <a:pt x="105" y="1618"/>
                    <a:pt x="92" y="1598"/>
                    <a:pt x="92" y="1598"/>
                  </a:cubicBezTo>
                  <a:cubicBezTo>
                    <a:pt x="92" y="1598"/>
                    <a:pt x="101" y="1603"/>
                    <a:pt x="109" y="1612"/>
                  </a:cubicBezTo>
                  <a:cubicBezTo>
                    <a:pt x="110" y="1614"/>
                    <a:pt x="111" y="1616"/>
                    <a:pt x="112" y="1618"/>
                  </a:cubicBezTo>
                  <a:cubicBezTo>
                    <a:pt x="117" y="1631"/>
                    <a:pt x="129" y="1652"/>
                    <a:pt x="143" y="1658"/>
                  </a:cubicBezTo>
                  <a:cubicBezTo>
                    <a:pt x="150" y="1661"/>
                    <a:pt x="157" y="1661"/>
                    <a:pt x="165" y="1656"/>
                  </a:cubicBezTo>
                  <a:cubicBezTo>
                    <a:pt x="184" y="1644"/>
                    <a:pt x="165" y="1611"/>
                    <a:pt x="148" y="1590"/>
                  </a:cubicBezTo>
                  <a:cubicBezTo>
                    <a:pt x="144" y="1585"/>
                    <a:pt x="139" y="1580"/>
                    <a:pt x="136" y="1577"/>
                  </a:cubicBezTo>
                  <a:cubicBezTo>
                    <a:pt x="134" y="1575"/>
                    <a:pt x="133" y="1574"/>
                    <a:pt x="132" y="1573"/>
                  </a:cubicBezTo>
                  <a:cubicBezTo>
                    <a:pt x="121" y="1556"/>
                    <a:pt x="119" y="1528"/>
                    <a:pt x="115" y="1510"/>
                  </a:cubicBezTo>
                  <a:cubicBezTo>
                    <a:pt x="114" y="1496"/>
                    <a:pt x="106" y="1481"/>
                    <a:pt x="106" y="1476"/>
                  </a:cubicBezTo>
                  <a:cubicBezTo>
                    <a:pt x="107" y="1475"/>
                    <a:pt x="107" y="1473"/>
                    <a:pt x="108" y="1471"/>
                  </a:cubicBezTo>
                  <a:cubicBezTo>
                    <a:pt x="110" y="1464"/>
                    <a:pt x="113" y="1450"/>
                    <a:pt x="116" y="1436"/>
                  </a:cubicBezTo>
                  <a:cubicBezTo>
                    <a:pt x="117" y="1426"/>
                    <a:pt x="134" y="1366"/>
                    <a:pt x="148" y="1311"/>
                  </a:cubicBezTo>
                  <a:cubicBezTo>
                    <a:pt x="159" y="1275"/>
                    <a:pt x="168" y="1242"/>
                    <a:pt x="169" y="1232"/>
                  </a:cubicBezTo>
                  <a:cubicBezTo>
                    <a:pt x="178" y="1188"/>
                    <a:pt x="188" y="1163"/>
                    <a:pt x="191" y="1137"/>
                  </a:cubicBezTo>
                  <a:cubicBezTo>
                    <a:pt x="193" y="1125"/>
                    <a:pt x="193" y="1113"/>
                    <a:pt x="191" y="1098"/>
                  </a:cubicBezTo>
                  <a:cubicBezTo>
                    <a:pt x="192" y="1066"/>
                    <a:pt x="204" y="980"/>
                    <a:pt x="207" y="961"/>
                  </a:cubicBezTo>
                  <a:cubicBezTo>
                    <a:pt x="207" y="969"/>
                    <a:pt x="207" y="976"/>
                    <a:pt x="207" y="984"/>
                  </a:cubicBezTo>
                  <a:cubicBezTo>
                    <a:pt x="207" y="984"/>
                    <a:pt x="207" y="984"/>
                    <a:pt x="207" y="984"/>
                  </a:cubicBezTo>
                  <a:cubicBezTo>
                    <a:pt x="197" y="1045"/>
                    <a:pt x="200" y="1084"/>
                    <a:pt x="202" y="1117"/>
                  </a:cubicBezTo>
                  <a:cubicBezTo>
                    <a:pt x="202" y="1120"/>
                    <a:pt x="202" y="1125"/>
                    <a:pt x="202" y="1131"/>
                  </a:cubicBezTo>
                  <a:cubicBezTo>
                    <a:pt x="193" y="1258"/>
                    <a:pt x="214" y="1421"/>
                    <a:pt x="213" y="1459"/>
                  </a:cubicBezTo>
                  <a:cubicBezTo>
                    <a:pt x="210" y="1478"/>
                    <a:pt x="205" y="1504"/>
                    <a:pt x="203" y="1547"/>
                  </a:cubicBezTo>
                  <a:cubicBezTo>
                    <a:pt x="202" y="1562"/>
                    <a:pt x="202" y="1588"/>
                    <a:pt x="203" y="1625"/>
                  </a:cubicBezTo>
                  <a:cubicBezTo>
                    <a:pt x="203" y="1725"/>
                    <a:pt x="212" y="1867"/>
                    <a:pt x="247" y="2046"/>
                  </a:cubicBezTo>
                  <a:cubicBezTo>
                    <a:pt x="249" y="2058"/>
                    <a:pt x="251" y="2069"/>
                    <a:pt x="253" y="2081"/>
                  </a:cubicBezTo>
                  <a:cubicBezTo>
                    <a:pt x="256" y="2097"/>
                    <a:pt x="258" y="2150"/>
                    <a:pt x="264" y="2179"/>
                  </a:cubicBezTo>
                  <a:cubicBezTo>
                    <a:pt x="265" y="2186"/>
                    <a:pt x="280" y="2220"/>
                    <a:pt x="281" y="2266"/>
                  </a:cubicBezTo>
                  <a:cubicBezTo>
                    <a:pt x="283" y="2340"/>
                    <a:pt x="274" y="2437"/>
                    <a:pt x="277" y="2490"/>
                  </a:cubicBezTo>
                  <a:cubicBezTo>
                    <a:pt x="280" y="2576"/>
                    <a:pt x="317" y="2656"/>
                    <a:pt x="331" y="2712"/>
                  </a:cubicBezTo>
                  <a:cubicBezTo>
                    <a:pt x="344" y="2768"/>
                    <a:pt x="350" y="2812"/>
                    <a:pt x="347" y="2823"/>
                  </a:cubicBezTo>
                  <a:cubicBezTo>
                    <a:pt x="345" y="2833"/>
                    <a:pt x="342" y="2851"/>
                    <a:pt x="351" y="2867"/>
                  </a:cubicBezTo>
                  <a:cubicBezTo>
                    <a:pt x="351" y="2867"/>
                    <a:pt x="351" y="2867"/>
                    <a:pt x="351" y="2867"/>
                  </a:cubicBezTo>
                  <a:cubicBezTo>
                    <a:pt x="347" y="2877"/>
                    <a:pt x="325" y="2923"/>
                    <a:pt x="312" y="2932"/>
                  </a:cubicBezTo>
                  <a:cubicBezTo>
                    <a:pt x="300" y="2942"/>
                    <a:pt x="296" y="2950"/>
                    <a:pt x="286" y="2956"/>
                  </a:cubicBezTo>
                  <a:cubicBezTo>
                    <a:pt x="276" y="2962"/>
                    <a:pt x="270" y="2967"/>
                    <a:pt x="266" y="2978"/>
                  </a:cubicBezTo>
                  <a:cubicBezTo>
                    <a:pt x="264" y="2984"/>
                    <a:pt x="260" y="2990"/>
                    <a:pt x="258" y="2996"/>
                  </a:cubicBezTo>
                  <a:cubicBezTo>
                    <a:pt x="257" y="3001"/>
                    <a:pt x="256" y="3004"/>
                    <a:pt x="260" y="3007"/>
                  </a:cubicBezTo>
                  <a:cubicBezTo>
                    <a:pt x="261" y="3008"/>
                    <a:pt x="263" y="3009"/>
                    <a:pt x="263" y="3010"/>
                  </a:cubicBezTo>
                  <a:cubicBezTo>
                    <a:pt x="264" y="3009"/>
                    <a:pt x="264" y="3009"/>
                    <a:pt x="264" y="3009"/>
                  </a:cubicBezTo>
                  <a:cubicBezTo>
                    <a:pt x="263" y="3013"/>
                    <a:pt x="263" y="3015"/>
                    <a:pt x="265" y="3017"/>
                  </a:cubicBezTo>
                  <a:cubicBezTo>
                    <a:pt x="269" y="3025"/>
                    <a:pt x="276" y="3026"/>
                    <a:pt x="286" y="3025"/>
                  </a:cubicBezTo>
                  <a:cubicBezTo>
                    <a:pt x="287" y="3024"/>
                    <a:pt x="287" y="3024"/>
                    <a:pt x="287" y="3024"/>
                  </a:cubicBezTo>
                  <a:cubicBezTo>
                    <a:pt x="287" y="3027"/>
                    <a:pt x="288" y="3029"/>
                    <a:pt x="290" y="3032"/>
                  </a:cubicBezTo>
                  <a:cubicBezTo>
                    <a:pt x="296" y="3041"/>
                    <a:pt x="317" y="3045"/>
                    <a:pt x="325" y="3037"/>
                  </a:cubicBezTo>
                  <a:cubicBezTo>
                    <a:pt x="336" y="3043"/>
                    <a:pt x="358" y="3044"/>
                    <a:pt x="366" y="3035"/>
                  </a:cubicBezTo>
                  <a:cubicBezTo>
                    <a:pt x="367" y="3035"/>
                    <a:pt x="367" y="3036"/>
                    <a:pt x="367" y="3036"/>
                  </a:cubicBezTo>
                  <a:cubicBezTo>
                    <a:pt x="367" y="3036"/>
                    <a:pt x="367" y="3036"/>
                    <a:pt x="367" y="3036"/>
                  </a:cubicBezTo>
                  <a:cubicBezTo>
                    <a:pt x="374" y="3051"/>
                    <a:pt x="398" y="3048"/>
                    <a:pt x="412" y="3045"/>
                  </a:cubicBezTo>
                  <a:cubicBezTo>
                    <a:pt x="425" y="3043"/>
                    <a:pt x="431" y="3036"/>
                    <a:pt x="438" y="3030"/>
                  </a:cubicBezTo>
                  <a:cubicBezTo>
                    <a:pt x="438" y="3030"/>
                    <a:pt x="438" y="3030"/>
                    <a:pt x="438" y="3030"/>
                  </a:cubicBezTo>
                  <a:cubicBezTo>
                    <a:pt x="439" y="3030"/>
                    <a:pt x="439" y="3029"/>
                    <a:pt x="439" y="3029"/>
                  </a:cubicBezTo>
                  <a:cubicBezTo>
                    <a:pt x="440" y="3028"/>
                    <a:pt x="441" y="3028"/>
                    <a:pt x="442" y="3027"/>
                  </a:cubicBezTo>
                  <a:cubicBezTo>
                    <a:pt x="447" y="3023"/>
                    <a:pt x="452" y="3018"/>
                    <a:pt x="453" y="3012"/>
                  </a:cubicBezTo>
                  <a:cubicBezTo>
                    <a:pt x="455" y="3008"/>
                    <a:pt x="455" y="3003"/>
                    <a:pt x="454" y="2997"/>
                  </a:cubicBezTo>
                  <a:cubicBezTo>
                    <a:pt x="452" y="2981"/>
                    <a:pt x="454" y="2981"/>
                    <a:pt x="456" y="2962"/>
                  </a:cubicBezTo>
                  <a:cubicBezTo>
                    <a:pt x="456" y="2961"/>
                    <a:pt x="456" y="2960"/>
                    <a:pt x="456" y="2959"/>
                  </a:cubicBezTo>
                  <a:cubicBezTo>
                    <a:pt x="459" y="2953"/>
                    <a:pt x="464" y="2948"/>
                    <a:pt x="466" y="2939"/>
                  </a:cubicBezTo>
                  <a:cubicBezTo>
                    <a:pt x="467" y="2936"/>
                    <a:pt x="468" y="2933"/>
                    <a:pt x="468" y="2929"/>
                  </a:cubicBezTo>
                  <a:cubicBezTo>
                    <a:pt x="469" y="2914"/>
                    <a:pt x="458" y="2851"/>
                    <a:pt x="459" y="2843"/>
                  </a:cubicBezTo>
                  <a:cubicBezTo>
                    <a:pt x="462" y="2823"/>
                    <a:pt x="448" y="2807"/>
                    <a:pt x="444" y="2775"/>
                  </a:cubicBezTo>
                  <a:cubicBezTo>
                    <a:pt x="439" y="2742"/>
                    <a:pt x="452" y="2632"/>
                    <a:pt x="452" y="2612"/>
                  </a:cubicBezTo>
                  <a:cubicBezTo>
                    <a:pt x="452" y="2574"/>
                    <a:pt x="472" y="2511"/>
                    <a:pt x="467" y="2434"/>
                  </a:cubicBezTo>
                  <a:cubicBezTo>
                    <a:pt x="463" y="2389"/>
                    <a:pt x="441" y="2252"/>
                    <a:pt x="441" y="2221"/>
                  </a:cubicBezTo>
                  <a:cubicBezTo>
                    <a:pt x="441" y="2215"/>
                    <a:pt x="440" y="2181"/>
                    <a:pt x="442" y="2175"/>
                  </a:cubicBezTo>
                  <a:cubicBezTo>
                    <a:pt x="448" y="2155"/>
                    <a:pt x="465" y="1903"/>
                    <a:pt x="465" y="1900"/>
                  </a:cubicBezTo>
                  <a:cubicBezTo>
                    <a:pt x="468" y="1870"/>
                    <a:pt x="489" y="1711"/>
                    <a:pt x="489" y="1711"/>
                  </a:cubicBezTo>
                  <a:cubicBezTo>
                    <a:pt x="490" y="1711"/>
                    <a:pt x="490" y="1711"/>
                    <a:pt x="490" y="1711"/>
                  </a:cubicBezTo>
                  <a:cubicBezTo>
                    <a:pt x="492" y="1711"/>
                    <a:pt x="494" y="1712"/>
                    <a:pt x="496" y="1712"/>
                  </a:cubicBezTo>
                  <a:cubicBezTo>
                    <a:pt x="497" y="1712"/>
                    <a:pt x="498" y="1712"/>
                    <a:pt x="499" y="1712"/>
                  </a:cubicBezTo>
                  <a:cubicBezTo>
                    <a:pt x="500" y="1719"/>
                    <a:pt x="523" y="1868"/>
                    <a:pt x="525" y="1897"/>
                  </a:cubicBezTo>
                  <a:cubicBezTo>
                    <a:pt x="525" y="1900"/>
                    <a:pt x="539" y="2156"/>
                    <a:pt x="546" y="2177"/>
                  </a:cubicBezTo>
                  <a:cubicBezTo>
                    <a:pt x="548" y="2183"/>
                    <a:pt x="546" y="2217"/>
                    <a:pt x="546" y="2223"/>
                  </a:cubicBezTo>
                  <a:cubicBezTo>
                    <a:pt x="546" y="2254"/>
                    <a:pt x="524" y="2390"/>
                    <a:pt x="521" y="2435"/>
                  </a:cubicBezTo>
                  <a:cubicBezTo>
                    <a:pt x="516" y="2513"/>
                    <a:pt x="536" y="2576"/>
                    <a:pt x="536" y="2613"/>
                  </a:cubicBezTo>
                  <a:cubicBezTo>
                    <a:pt x="536" y="2634"/>
                    <a:pt x="549" y="2744"/>
                    <a:pt x="544" y="2776"/>
                  </a:cubicBezTo>
                  <a:cubicBezTo>
                    <a:pt x="543" y="2784"/>
                    <a:pt x="541" y="2791"/>
                    <a:pt x="539" y="2798"/>
                  </a:cubicBezTo>
                  <a:cubicBezTo>
                    <a:pt x="537" y="2807"/>
                    <a:pt x="533" y="2815"/>
                    <a:pt x="531" y="2822"/>
                  </a:cubicBezTo>
                  <a:cubicBezTo>
                    <a:pt x="529" y="2829"/>
                    <a:pt x="528" y="2837"/>
                    <a:pt x="529" y="2844"/>
                  </a:cubicBezTo>
                  <a:cubicBezTo>
                    <a:pt x="530" y="2853"/>
                    <a:pt x="518" y="2916"/>
                    <a:pt x="519" y="2931"/>
                  </a:cubicBezTo>
                  <a:cubicBezTo>
                    <a:pt x="521" y="2949"/>
                    <a:pt x="531" y="2953"/>
                    <a:pt x="532" y="2963"/>
                  </a:cubicBezTo>
                  <a:cubicBezTo>
                    <a:pt x="534" y="2983"/>
                    <a:pt x="536" y="2983"/>
                    <a:pt x="533" y="2999"/>
                  </a:cubicBezTo>
                  <a:cubicBezTo>
                    <a:pt x="531" y="3014"/>
                    <a:pt x="537" y="3020"/>
                    <a:pt x="545" y="3027"/>
                  </a:cubicBezTo>
                  <a:cubicBezTo>
                    <a:pt x="546" y="3028"/>
                    <a:pt x="547" y="3028"/>
                    <a:pt x="548" y="3029"/>
                  </a:cubicBezTo>
                  <a:cubicBezTo>
                    <a:pt x="548" y="3029"/>
                    <a:pt x="549" y="3030"/>
                    <a:pt x="549" y="3030"/>
                  </a:cubicBezTo>
                  <a:cubicBezTo>
                    <a:pt x="549" y="3030"/>
                    <a:pt x="549" y="3030"/>
                    <a:pt x="549" y="3030"/>
                  </a:cubicBezTo>
                  <a:cubicBezTo>
                    <a:pt x="556" y="3036"/>
                    <a:pt x="562" y="3043"/>
                    <a:pt x="575" y="3045"/>
                  </a:cubicBezTo>
                  <a:cubicBezTo>
                    <a:pt x="589" y="3048"/>
                    <a:pt x="613" y="3050"/>
                    <a:pt x="620" y="3036"/>
                  </a:cubicBezTo>
                  <a:cubicBezTo>
                    <a:pt x="620" y="3036"/>
                    <a:pt x="620" y="3036"/>
                    <a:pt x="620" y="3036"/>
                  </a:cubicBezTo>
                  <a:cubicBezTo>
                    <a:pt x="620" y="3035"/>
                    <a:pt x="620" y="3035"/>
                    <a:pt x="621" y="3034"/>
                  </a:cubicBezTo>
                  <a:cubicBezTo>
                    <a:pt x="629" y="3044"/>
                    <a:pt x="651" y="3043"/>
                    <a:pt x="662" y="3037"/>
                  </a:cubicBezTo>
                  <a:cubicBezTo>
                    <a:pt x="670" y="3045"/>
                    <a:pt x="691" y="3041"/>
                    <a:pt x="697" y="3032"/>
                  </a:cubicBezTo>
                  <a:cubicBezTo>
                    <a:pt x="699" y="3030"/>
                    <a:pt x="699" y="3028"/>
                    <a:pt x="700" y="3027"/>
                  </a:cubicBezTo>
                  <a:cubicBezTo>
                    <a:pt x="700" y="3026"/>
                    <a:pt x="700" y="3025"/>
                    <a:pt x="701" y="3024"/>
                  </a:cubicBezTo>
                  <a:cubicBezTo>
                    <a:pt x="701" y="3025"/>
                    <a:pt x="701" y="3025"/>
                    <a:pt x="701" y="3025"/>
                  </a:cubicBezTo>
                  <a:cubicBezTo>
                    <a:pt x="711" y="3026"/>
                    <a:pt x="721" y="3023"/>
                    <a:pt x="723" y="3017"/>
                  </a:cubicBezTo>
                  <a:cubicBezTo>
                    <a:pt x="723" y="3017"/>
                    <a:pt x="723" y="3016"/>
                    <a:pt x="724" y="3015"/>
                  </a:cubicBezTo>
                  <a:cubicBezTo>
                    <a:pt x="724" y="3013"/>
                    <a:pt x="724" y="3011"/>
                    <a:pt x="724" y="3009"/>
                  </a:cubicBezTo>
                  <a:cubicBezTo>
                    <a:pt x="725" y="3009"/>
                    <a:pt x="726" y="3008"/>
                    <a:pt x="727" y="3007"/>
                  </a:cubicBezTo>
                  <a:cubicBezTo>
                    <a:pt x="729" y="3006"/>
                    <a:pt x="730" y="3005"/>
                    <a:pt x="730" y="3003"/>
                  </a:cubicBezTo>
                  <a:cubicBezTo>
                    <a:pt x="733" y="2996"/>
                    <a:pt x="725" y="2986"/>
                    <a:pt x="722" y="2978"/>
                  </a:cubicBezTo>
                  <a:cubicBezTo>
                    <a:pt x="718" y="2967"/>
                    <a:pt x="713" y="2962"/>
                    <a:pt x="702" y="2956"/>
                  </a:cubicBezTo>
                  <a:cubicBezTo>
                    <a:pt x="692" y="2950"/>
                    <a:pt x="689" y="2942"/>
                    <a:pt x="676" y="2932"/>
                  </a:cubicBezTo>
                  <a:cubicBezTo>
                    <a:pt x="662" y="2922"/>
                    <a:pt x="638" y="2869"/>
                    <a:pt x="637" y="2865"/>
                  </a:cubicBezTo>
                  <a:cubicBezTo>
                    <a:pt x="638" y="2863"/>
                    <a:pt x="639" y="2861"/>
                    <a:pt x="640" y="2859"/>
                  </a:cubicBezTo>
                  <a:cubicBezTo>
                    <a:pt x="645" y="2845"/>
                    <a:pt x="642" y="2830"/>
                    <a:pt x="640" y="2822"/>
                  </a:cubicBezTo>
                  <a:cubicBezTo>
                    <a:pt x="638" y="2810"/>
                    <a:pt x="643" y="2766"/>
                    <a:pt x="657" y="2710"/>
                  </a:cubicBezTo>
                  <a:cubicBezTo>
                    <a:pt x="659" y="2704"/>
                    <a:pt x="661" y="2696"/>
                    <a:pt x="663" y="2689"/>
                  </a:cubicBezTo>
                  <a:cubicBezTo>
                    <a:pt x="670" y="2666"/>
                    <a:pt x="679" y="2640"/>
                    <a:pt x="687" y="2612"/>
                  </a:cubicBezTo>
                  <a:cubicBezTo>
                    <a:pt x="699" y="2574"/>
                    <a:pt x="709" y="2532"/>
                    <a:pt x="711" y="2488"/>
                  </a:cubicBezTo>
                  <a:cubicBezTo>
                    <a:pt x="713" y="2435"/>
                    <a:pt x="705" y="2339"/>
                    <a:pt x="706" y="2265"/>
                  </a:cubicBezTo>
                  <a:cubicBezTo>
                    <a:pt x="707" y="2236"/>
                    <a:pt x="713" y="2213"/>
                    <a:pt x="718" y="2197"/>
                  </a:cubicBezTo>
                  <a:cubicBezTo>
                    <a:pt x="720" y="2189"/>
                    <a:pt x="722" y="2184"/>
                    <a:pt x="723" y="2181"/>
                  </a:cubicBezTo>
                  <a:cubicBezTo>
                    <a:pt x="723" y="2179"/>
                    <a:pt x="724" y="2178"/>
                    <a:pt x="724" y="2177"/>
                  </a:cubicBezTo>
                  <a:cubicBezTo>
                    <a:pt x="730" y="2148"/>
                    <a:pt x="732" y="2095"/>
                    <a:pt x="735" y="2079"/>
                  </a:cubicBezTo>
                  <a:cubicBezTo>
                    <a:pt x="778" y="1831"/>
                    <a:pt x="786" y="1666"/>
                    <a:pt x="786" y="1588"/>
                  </a:cubicBezTo>
                  <a:cubicBezTo>
                    <a:pt x="786" y="1570"/>
                    <a:pt x="786" y="1555"/>
                    <a:pt x="786" y="1546"/>
                  </a:cubicBezTo>
                  <a:cubicBezTo>
                    <a:pt x="786" y="1546"/>
                    <a:pt x="783" y="1527"/>
                    <a:pt x="781" y="1506"/>
                  </a:cubicBezTo>
                  <a:cubicBezTo>
                    <a:pt x="779" y="1486"/>
                    <a:pt x="777" y="1466"/>
                    <a:pt x="775" y="1458"/>
                  </a:cubicBezTo>
                  <a:cubicBezTo>
                    <a:pt x="775" y="1453"/>
                    <a:pt x="775" y="1443"/>
                    <a:pt x="775" y="1430"/>
                  </a:cubicBezTo>
                  <a:cubicBezTo>
                    <a:pt x="778" y="1367"/>
                    <a:pt x="788" y="1235"/>
                    <a:pt x="784" y="1147"/>
                  </a:cubicBezTo>
                  <a:cubicBezTo>
                    <a:pt x="785" y="1125"/>
                    <a:pt x="784" y="1112"/>
                    <a:pt x="784" y="1110"/>
                  </a:cubicBezTo>
                  <a:cubicBezTo>
                    <a:pt x="785" y="1084"/>
                    <a:pt x="783" y="1044"/>
                    <a:pt x="781" y="1012"/>
                  </a:cubicBezTo>
                  <a:cubicBezTo>
                    <a:pt x="781" y="1004"/>
                    <a:pt x="781" y="997"/>
                    <a:pt x="780" y="988"/>
                  </a:cubicBezTo>
                  <a:cubicBezTo>
                    <a:pt x="781" y="978"/>
                    <a:pt x="781" y="968"/>
                    <a:pt x="780" y="959"/>
                  </a:cubicBezTo>
                  <a:cubicBezTo>
                    <a:pt x="780" y="960"/>
                    <a:pt x="781" y="961"/>
                    <a:pt x="781" y="962"/>
                  </a:cubicBezTo>
                  <a:cubicBezTo>
                    <a:pt x="783" y="978"/>
                    <a:pt x="796" y="1067"/>
                    <a:pt x="797" y="1100"/>
                  </a:cubicBezTo>
                  <a:cubicBezTo>
                    <a:pt x="794" y="1125"/>
                    <a:pt x="798" y="1143"/>
                    <a:pt x="804" y="1166"/>
                  </a:cubicBezTo>
                  <a:cubicBezTo>
                    <a:pt x="808" y="1183"/>
                    <a:pt x="814" y="1202"/>
                    <a:pt x="819" y="1228"/>
                  </a:cubicBezTo>
                  <a:cubicBezTo>
                    <a:pt x="820" y="1233"/>
                    <a:pt x="823" y="1245"/>
                    <a:pt x="827" y="1260"/>
                  </a:cubicBezTo>
                  <a:cubicBezTo>
                    <a:pt x="840" y="1317"/>
                    <a:pt x="870" y="1424"/>
                    <a:pt x="872" y="1438"/>
                  </a:cubicBezTo>
                  <a:cubicBezTo>
                    <a:pt x="875" y="1455"/>
                    <a:pt x="880" y="1473"/>
                    <a:pt x="882" y="1477"/>
                  </a:cubicBezTo>
                  <a:cubicBezTo>
                    <a:pt x="882" y="1477"/>
                    <a:pt x="882" y="1478"/>
                    <a:pt x="882" y="1480"/>
                  </a:cubicBezTo>
                  <a:cubicBezTo>
                    <a:pt x="880" y="1485"/>
                    <a:pt x="877" y="1493"/>
                    <a:pt x="875" y="1501"/>
                  </a:cubicBezTo>
                  <a:cubicBezTo>
                    <a:pt x="874" y="1501"/>
                    <a:pt x="874" y="1501"/>
                    <a:pt x="874" y="1501"/>
                  </a:cubicBezTo>
                  <a:cubicBezTo>
                    <a:pt x="873" y="1503"/>
                    <a:pt x="872" y="1505"/>
                    <a:pt x="871" y="1507"/>
                  </a:cubicBezTo>
                  <a:cubicBezTo>
                    <a:pt x="861" y="1522"/>
                    <a:pt x="861" y="1558"/>
                    <a:pt x="848" y="1576"/>
                  </a:cubicBezTo>
                  <a:cubicBezTo>
                    <a:pt x="848" y="1577"/>
                    <a:pt x="847" y="1578"/>
                    <a:pt x="846" y="1579"/>
                  </a:cubicBezTo>
                  <a:cubicBezTo>
                    <a:pt x="843" y="1582"/>
                    <a:pt x="838" y="1587"/>
                    <a:pt x="834" y="1592"/>
                  </a:cubicBezTo>
                  <a:cubicBezTo>
                    <a:pt x="817" y="1613"/>
                    <a:pt x="798" y="1646"/>
                    <a:pt x="817" y="1658"/>
                  </a:cubicBezTo>
                  <a:cubicBezTo>
                    <a:pt x="825" y="1663"/>
                    <a:pt x="832" y="1663"/>
                    <a:pt x="839" y="1660"/>
                  </a:cubicBezTo>
                  <a:cubicBezTo>
                    <a:pt x="854" y="1654"/>
                    <a:pt x="865" y="1633"/>
                    <a:pt x="870" y="1620"/>
                  </a:cubicBezTo>
                  <a:cubicBezTo>
                    <a:pt x="871" y="1618"/>
                    <a:pt x="872" y="1616"/>
                    <a:pt x="873" y="1615"/>
                  </a:cubicBezTo>
                  <a:cubicBezTo>
                    <a:pt x="881" y="1605"/>
                    <a:pt x="890" y="1600"/>
                    <a:pt x="890" y="1600"/>
                  </a:cubicBezTo>
                  <a:cubicBezTo>
                    <a:pt x="890" y="1600"/>
                    <a:pt x="889" y="1601"/>
                    <a:pt x="888" y="1603"/>
                  </a:cubicBezTo>
                  <a:cubicBezTo>
                    <a:pt x="888" y="1603"/>
                    <a:pt x="888" y="1603"/>
                    <a:pt x="888" y="1603"/>
                  </a:cubicBezTo>
                  <a:cubicBezTo>
                    <a:pt x="888" y="1604"/>
                    <a:pt x="888" y="1604"/>
                    <a:pt x="888" y="1604"/>
                  </a:cubicBezTo>
                  <a:cubicBezTo>
                    <a:pt x="885" y="1610"/>
                    <a:pt x="879" y="1622"/>
                    <a:pt x="883" y="1629"/>
                  </a:cubicBezTo>
                  <a:cubicBezTo>
                    <a:pt x="883" y="1630"/>
                    <a:pt x="883" y="1630"/>
                    <a:pt x="884" y="1631"/>
                  </a:cubicBezTo>
                  <a:cubicBezTo>
                    <a:pt x="871" y="1696"/>
                    <a:pt x="871" y="1696"/>
                    <a:pt x="871" y="1696"/>
                  </a:cubicBezTo>
                  <a:cubicBezTo>
                    <a:pt x="866" y="1698"/>
                    <a:pt x="859" y="1693"/>
                    <a:pt x="851" y="1705"/>
                  </a:cubicBezTo>
                  <a:cubicBezTo>
                    <a:pt x="850" y="1705"/>
                    <a:pt x="849" y="1705"/>
                    <a:pt x="848" y="1705"/>
                  </a:cubicBezTo>
                  <a:cubicBezTo>
                    <a:pt x="848" y="1705"/>
                    <a:pt x="848" y="1705"/>
                    <a:pt x="848" y="1705"/>
                  </a:cubicBezTo>
                  <a:cubicBezTo>
                    <a:pt x="848" y="1705"/>
                    <a:pt x="848" y="1705"/>
                    <a:pt x="848" y="1705"/>
                  </a:cubicBezTo>
                  <a:cubicBezTo>
                    <a:pt x="846" y="1704"/>
                    <a:pt x="844" y="1704"/>
                    <a:pt x="842" y="1703"/>
                  </a:cubicBezTo>
                  <a:cubicBezTo>
                    <a:pt x="837" y="1700"/>
                    <a:pt x="830" y="1696"/>
                    <a:pt x="824" y="1696"/>
                  </a:cubicBezTo>
                  <a:cubicBezTo>
                    <a:pt x="817" y="1696"/>
                    <a:pt x="811" y="1699"/>
                    <a:pt x="810" y="1714"/>
                  </a:cubicBezTo>
                  <a:cubicBezTo>
                    <a:pt x="810" y="1714"/>
                    <a:pt x="811" y="1714"/>
                    <a:pt x="811" y="1714"/>
                  </a:cubicBezTo>
                  <a:cubicBezTo>
                    <a:pt x="811" y="1715"/>
                    <a:pt x="811" y="1715"/>
                    <a:pt x="811" y="1715"/>
                  </a:cubicBezTo>
                  <a:cubicBezTo>
                    <a:pt x="810" y="1717"/>
                    <a:pt x="822" y="1720"/>
                    <a:pt x="831" y="1723"/>
                  </a:cubicBezTo>
                  <a:cubicBezTo>
                    <a:pt x="815" y="1732"/>
                    <a:pt x="815" y="1732"/>
                    <a:pt x="815" y="1732"/>
                  </a:cubicBezTo>
                  <a:cubicBezTo>
                    <a:pt x="812" y="1733"/>
                    <a:pt x="811" y="1733"/>
                    <a:pt x="811" y="1734"/>
                  </a:cubicBezTo>
                  <a:cubicBezTo>
                    <a:pt x="811" y="1734"/>
                    <a:pt x="793" y="1750"/>
                    <a:pt x="807" y="1758"/>
                  </a:cubicBezTo>
                  <a:cubicBezTo>
                    <a:pt x="808" y="1758"/>
                    <a:pt x="808" y="1758"/>
                    <a:pt x="808" y="1758"/>
                  </a:cubicBezTo>
                  <a:cubicBezTo>
                    <a:pt x="808" y="1758"/>
                    <a:pt x="808" y="1759"/>
                    <a:pt x="808" y="1759"/>
                  </a:cubicBezTo>
                  <a:cubicBezTo>
                    <a:pt x="819" y="1760"/>
                    <a:pt x="819" y="1760"/>
                    <a:pt x="819" y="1760"/>
                  </a:cubicBezTo>
                  <a:cubicBezTo>
                    <a:pt x="818" y="1761"/>
                    <a:pt x="803" y="1772"/>
                    <a:pt x="815" y="1783"/>
                  </a:cubicBezTo>
                  <a:cubicBezTo>
                    <a:pt x="815" y="1784"/>
                    <a:pt x="817" y="1785"/>
                    <a:pt x="819" y="1785"/>
                  </a:cubicBezTo>
                  <a:cubicBezTo>
                    <a:pt x="826" y="1787"/>
                    <a:pt x="840" y="1786"/>
                    <a:pt x="844" y="1786"/>
                  </a:cubicBezTo>
                  <a:cubicBezTo>
                    <a:pt x="848" y="1786"/>
                    <a:pt x="851" y="1785"/>
                    <a:pt x="852" y="1785"/>
                  </a:cubicBezTo>
                  <a:cubicBezTo>
                    <a:pt x="852" y="1787"/>
                    <a:pt x="852" y="1795"/>
                    <a:pt x="859" y="1798"/>
                  </a:cubicBezTo>
                  <a:cubicBezTo>
                    <a:pt x="860" y="1799"/>
                    <a:pt x="861" y="1799"/>
                    <a:pt x="863" y="1799"/>
                  </a:cubicBezTo>
                  <a:cubicBezTo>
                    <a:pt x="863" y="1799"/>
                    <a:pt x="864" y="1799"/>
                    <a:pt x="864" y="1799"/>
                  </a:cubicBezTo>
                  <a:cubicBezTo>
                    <a:pt x="865" y="1800"/>
                    <a:pt x="866" y="1800"/>
                    <a:pt x="868" y="1799"/>
                  </a:cubicBezTo>
                  <a:cubicBezTo>
                    <a:pt x="868" y="1799"/>
                    <a:pt x="868" y="1799"/>
                    <a:pt x="868" y="1799"/>
                  </a:cubicBezTo>
                  <a:cubicBezTo>
                    <a:pt x="878" y="1798"/>
                    <a:pt x="886" y="1791"/>
                    <a:pt x="889" y="1787"/>
                  </a:cubicBezTo>
                  <a:cubicBezTo>
                    <a:pt x="889" y="1787"/>
                    <a:pt x="890" y="1787"/>
                    <a:pt x="890" y="1787"/>
                  </a:cubicBezTo>
                  <a:cubicBezTo>
                    <a:pt x="891" y="1786"/>
                    <a:pt x="891" y="1786"/>
                    <a:pt x="891" y="1786"/>
                  </a:cubicBezTo>
                  <a:cubicBezTo>
                    <a:pt x="891" y="1786"/>
                    <a:pt x="891" y="1786"/>
                    <a:pt x="891" y="1786"/>
                  </a:cubicBezTo>
                  <a:cubicBezTo>
                    <a:pt x="897" y="1781"/>
                    <a:pt x="917" y="1772"/>
                    <a:pt x="925" y="1759"/>
                  </a:cubicBezTo>
                  <a:cubicBezTo>
                    <a:pt x="934" y="1746"/>
                    <a:pt x="946" y="1745"/>
                    <a:pt x="956" y="1703"/>
                  </a:cubicBezTo>
                  <a:cubicBezTo>
                    <a:pt x="960" y="1684"/>
                    <a:pt x="976" y="1659"/>
                    <a:pt x="978" y="1644"/>
                  </a:cubicBezTo>
                  <a:cubicBezTo>
                    <a:pt x="979" y="1628"/>
                    <a:pt x="982" y="1613"/>
                    <a:pt x="978" y="1587"/>
                  </a:cubicBezTo>
                  <a:cubicBezTo>
                    <a:pt x="975" y="1569"/>
                    <a:pt x="980" y="1528"/>
                    <a:pt x="983" y="1501"/>
                  </a:cubicBezTo>
                  <a:cubicBezTo>
                    <a:pt x="983" y="1501"/>
                    <a:pt x="987" y="1479"/>
                    <a:pt x="983" y="1459"/>
                  </a:cubicBezTo>
                  <a:close/>
                  <a:moveTo>
                    <a:pt x="612" y="272"/>
                  </a:moveTo>
                  <a:cubicBezTo>
                    <a:pt x="612" y="272"/>
                    <a:pt x="612" y="272"/>
                    <a:pt x="612" y="272"/>
                  </a:cubicBezTo>
                  <a:cubicBezTo>
                    <a:pt x="612" y="272"/>
                    <a:pt x="612" y="272"/>
                    <a:pt x="612" y="272"/>
                  </a:cubicBezTo>
                  <a:cubicBezTo>
                    <a:pt x="612" y="272"/>
                    <a:pt x="612" y="272"/>
                    <a:pt x="612" y="272"/>
                  </a:cubicBezTo>
                  <a:close/>
                  <a:moveTo>
                    <a:pt x="824" y="1732"/>
                  </a:moveTo>
                  <a:cubicBezTo>
                    <a:pt x="823" y="1732"/>
                    <a:pt x="822" y="1732"/>
                    <a:pt x="821" y="1732"/>
                  </a:cubicBezTo>
                  <a:cubicBezTo>
                    <a:pt x="824" y="1731"/>
                    <a:pt x="827" y="1731"/>
                    <a:pt x="830" y="1731"/>
                  </a:cubicBezTo>
                </a:path>
              </a:pathLst>
            </a:custGeom>
            <a:noFill/>
            <a:ln w="4763" cap="rnd">
              <a:solidFill>
                <a:srgbClr val="58595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</p:grpSp>
      <p:grpSp>
        <p:nvGrpSpPr>
          <p:cNvPr id="63494" name="female-body-outline-front-view">
            <a:extLst>
              <a:ext uri="{FF2B5EF4-FFF2-40B4-BE49-F238E27FC236}">
                <a16:creationId xmlns:a16="http://schemas.microsoft.com/office/drawing/2014/main" id="{5C1807A6-4137-4E70-BDA4-6471A1F3C62D}"/>
              </a:ext>
            </a:extLst>
          </p:cNvPr>
          <p:cNvGrpSpPr>
            <a:grpSpLocks/>
          </p:cNvGrpSpPr>
          <p:nvPr/>
        </p:nvGrpSpPr>
        <p:grpSpPr bwMode="auto">
          <a:xfrm>
            <a:off x="2863850" y="2806700"/>
            <a:ext cx="1030288" cy="3708400"/>
            <a:chOff x="288" y="717"/>
            <a:chExt cx="649" cy="2336"/>
          </a:xfrm>
        </p:grpSpPr>
        <p:sp>
          <p:nvSpPr>
            <p:cNvPr id="63504" name="Freeform 68">
              <a:extLst>
                <a:ext uri="{FF2B5EF4-FFF2-40B4-BE49-F238E27FC236}">
                  <a16:creationId xmlns:a16="http://schemas.microsoft.com/office/drawing/2014/main" id="{569563B9-0B9D-4310-AAE1-83313692077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" y="717"/>
              <a:ext cx="649" cy="2336"/>
            </a:xfrm>
            <a:custGeom>
              <a:avLst/>
              <a:gdLst>
                <a:gd name="T0" fmla="*/ 427 w 787"/>
                <a:gd name="T1" fmla="*/ 727 h 2851"/>
                <a:gd name="T2" fmla="*/ 408 w 787"/>
                <a:gd name="T3" fmla="*/ 497 h 2851"/>
                <a:gd name="T4" fmla="*/ 379 w 787"/>
                <a:gd name="T5" fmla="*/ 290 h 2851"/>
                <a:gd name="T6" fmla="*/ 324 w 787"/>
                <a:gd name="T7" fmla="*/ 263 h 2851"/>
                <a:gd name="T8" fmla="*/ 266 w 787"/>
                <a:gd name="T9" fmla="*/ 193 h 2851"/>
                <a:gd name="T10" fmla="*/ 279 w 787"/>
                <a:gd name="T11" fmla="*/ 163 h 2851"/>
                <a:gd name="T12" fmla="*/ 298 w 787"/>
                <a:gd name="T13" fmla="*/ 159 h 2851"/>
                <a:gd name="T14" fmla="*/ 313 w 787"/>
                <a:gd name="T15" fmla="*/ 143 h 2851"/>
                <a:gd name="T16" fmla="*/ 313 w 787"/>
                <a:gd name="T17" fmla="*/ 119 h 2851"/>
                <a:gd name="T18" fmla="*/ 310 w 787"/>
                <a:gd name="T19" fmla="*/ 102 h 2851"/>
                <a:gd name="T20" fmla="*/ 308 w 787"/>
                <a:gd name="T21" fmla="*/ 88 h 2851"/>
                <a:gd name="T22" fmla="*/ 265 w 787"/>
                <a:gd name="T23" fmla="*/ 12 h 2851"/>
                <a:gd name="T24" fmla="*/ 190 w 787"/>
                <a:gd name="T25" fmla="*/ 12 h 2851"/>
                <a:gd name="T26" fmla="*/ 131 w 787"/>
                <a:gd name="T27" fmla="*/ 66 h 2851"/>
                <a:gd name="T28" fmla="*/ 133 w 787"/>
                <a:gd name="T29" fmla="*/ 98 h 2851"/>
                <a:gd name="T30" fmla="*/ 126 w 787"/>
                <a:gd name="T31" fmla="*/ 131 h 2851"/>
                <a:gd name="T32" fmla="*/ 153 w 787"/>
                <a:gd name="T33" fmla="*/ 159 h 2851"/>
                <a:gd name="T34" fmla="*/ 168 w 787"/>
                <a:gd name="T35" fmla="*/ 178 h 2851"/>
                <a:gd name="T36" fmla="*/ 118 w 787"/>
                <a:gd name="T37" fmla="*/ 263 h 2851"/>
                <a:gd name="T38" fmla="*/ 62 w 787"/>
                <a:gd name="T39" fmla="*/ 290 h 2851"/>
                <a:gd name="T40" fmla="*/ 33 w 787"/>
                <a:gd name="T41" fmla="*/ 497 h 2851"/>
                <a:gd name="T42" fmla="*/ 14 w 787"/>
                <a:gd name="T43" fmla="*/ 727 h 2851"/>
                <a:gd name="T44" fmla="*/ 6 w 787"/>
                <a:gd name="T45" fmla="*/ 864 h 2851"/>
                <a:gd name="T46" fmla="*/ 42 w 787"/>
                <a:gd name="T47" fmla="*/ 905 h 2851"/>
                <a:gd name="T48" fmla="*/ 61 w 787"/>
                <a:gd name="T49" fmla="*/ 896 h 2851"/>
                <a:gd name="T50" fmla="*/ 58 w 787"/>
                <a:gd name="T51" fmla="*/ 858 h 2851"/>
                <a:gd name="T52" fmla="*/ 69 w 787"/>
                <a:gd name="T53" fmla="*/ 669 h 2851"/>
                <a:gd name="T54" fmla="*/ 99 w 787"/>
                <a:gd name="T55" fmla="*/ 482 h 2851"/>
                <a:gd name="T56" fmla="*/ 79 w 787"/>
                <a:gd name="T57" fmla="*/ 712 h 2851"/>
                <a:gd name="T58" fmla="*/ 118 w 787"/>
                <a:gd name="T59" fmla="*/ 1083 h 2851"/>
                <a:gd name="T60" fmla="*/ 155 w 787"/>
                <a:gd name="T61" fmla="*/ 1427 h 2851"/>
                <a:gd name="T62" fmla="*/ 131 w 787"/>
                <a:gd name="T63" fmla="*/ 1536 h 2851"/>
                <a:gd name="T64" fmla="*/ 158 w 787"/>
                <a:gd name="T65" fmla="*/ 1563 h 2851"/>
                <a:gd name="T66" fmla="*/ 215 w 787"/>
                <a:gd name="T67" fmla="*/ 1536 h 2851"/>
                <a:gd name="T68" fmla="*/ 214 w 787"/>
                <a:gd name="T69" fmla="*/ 1472 h 2851"/>
                <a:gd name="T70" fmla="*/ 214 w 787"/>
                <a:gd name="T71" fmla="*/ 1191 h 2851"/>
                <a:gd name="T72" fmla="*/ 212 w 787"/>
                <a:gd name="T73" fmla="*/ 931 h 2851"/>
                <a:gd name="T74" fmla="*/ 219 w 787"/>
                <a:gd name="T75" fmla="*/ 841 h 2851"/>
                <a:gd name="T76" fmla="*/ 228 w 787"/>
                <a:gd name="T77" fmla="*/ 841 h 2851"/>
                <a:gd name="T78" fmla="*/ 231 w 787"/>
                <a:gd name="T79" fmla="*/ 1121 h 2851"/>
                <a:gd name="T80" fmla="*/ 230 w 787"/>
                <a:gd name="T81" fmla="*/ 1445 h 2851"/>
                <a:gd name="T82" fmla="*/ 223 w 787"/>
                <a:gd name="T83" fmla="*/ 1515 h 2851"/>
                <a:gd name="T84" fmla="*/ 264 w 787"/>
                <a:gd name="T85" fmla="*/ 1563 h 2851"/>
                <a:gd name="T86" fmla="*/ 310 w 787"/>
                <a:gd name="T87" fmla="*/ 1549 h 2851"/>
                <a:gd name="T88" fmla="*/ 283 w 787"/>
                <a:gd name="T89" fmla="*/ 1475 h 2851"/>
                <a:gd name="T90" fmla="*/ 315 w 787"/>
                <a:gd name="T91" fmla="*/ 1150 h 2851"/>
                <a:gd name="T92" fmla="*/ 374 w 787"/>
                <a:gd name="T93" fmla="*/ 840 h 2851"/>
                <a:gd name="T94" fmla="*/ 337 w 787"/>
                <a:gd name="T95" fmla="*/ 563 h 2851"/>
                <a:gd name="T96" fmla="*/ 360 w 787"/>
                <a:gd name="T97" fmla="*/ 562 h 2851"/>
                <a:gd name="T98" fmla="*/ 388 w 787"/>
                <a:gd name="T99" fmla="*/ 818 h 2851"/>
                <a:gd name="T100" fmla="*/ 382 w 787"/>
                <a:gd name="T101" fmla="*/ 891 h 2851"/>
                <a:gd name="T102" fmla="*/ 382 w 787"/>
                <a:gd name="T103" fmla="*/ 910 h 2851"/>
                <a:gd name="T104" fmla="*/ 432 w 787"/>
                <a:gd name="T105" fmla="*/ 875 h 2851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787" h="2851">
                  <a:moveTo>
                    <a:pt x="784" y="1548"/>
                  </a:moveTo>
                  <a:cubicBezTo>
                    <a:pt x="781" y="1542"/>
                    <a:pt x="776" y="1498"/>
                    <a:pt x="769" y="1473"/>
                  </a:cubicBezTo>
                  <a:cubicBezTo>
                    <a:pt x="764" y="1452"/>
                    <a:pt x="758" y="1362"/>
                    <a:pt x="762" y="1321"/>
                  </a:cubicBezTo>
                  <a:cubicBezTo>
                    <a:pt x="764" y="1289"/>
                    <a:pt x="762" y="1238"/>
                    <a:pt x="763" y="1216"/>
                  </a:cubicBezTo>
                  <a:cubicBezTo>
                    <a:pt x="764" y="1093"/>
                    <a:pt x="744" y="1031"/>
                    <a:pt x="740" y="1008"/>
                  </a:cubicBezTo>
                  <a:cubicBezTo>
                    <a:pt x="735" y="985"/>
                    <a:pt x="728" y="953"/>
                    <a:pt x="728" y="904"/>
                  </a:cubicBezTo>
                  <a:cubicBezTo>
                    <a:pt x="728" y="855"/>
                    <a:pt x="731" y="787"/>
                    <a:pt x="727" y="739"/>
                  </a:cubicBezTo>
                  <a:cubicBezTo>
                    <a:pt x="725" y="712"/>
                    <a:pt x="720" y="670"/>
                    <a:pt x="714" y="634"/>
                  </a:cubicBezTo>
                  <a:cubicBezTo>
                    <a:pt x="709" y="598"/>
                    <a:pt x="693" y="543"/>
                    <a:pt x="677" y="527"/>
                  </a:cubicBezTo>
                  <a:cubicBezTo>
                    <a:pt x="662" y="510"/>
                    <a:pt x="640" y="495"/>
                    <a:pt x="618" y="487"/>
                  </a:cubicBezTo>
                  <a:cubicBezTo>
                    <a:pt x="612" y="486"/>
                    <a:pt x="605" y="482"/>
                    <a:pt x="600" y="481"/>
                  </a:cubicBezTo>
                  <a:cubicBezTo>
                    <a:pt x="591" y="479"/>
                    <a:pt x="585" y="480"/>
                    <a:pt x="577" y="479"/>
                  </a:cubicBezTo>
                  <a:cubicBezTo>
                    <a:pt x="560" y="476"/>
                    <a:pt x="546" y="474"/>
                    <a:pt x="533" y="470"/>
                  </a:cubicBezTo>
                  <a:cubicBezTo>
                    <a:pt x="504" y="460"/>
                    <a:pt x="475" y="457"/>
                    <a:pt x="475" y="351"/>
                  </a:cubicBezTo>
                  <a:cubicBezTo>
                    <a:pt x="475" y="351"/>
                    <a:pt x="475" y="351"/>
                    <a:pt x="475" y="351"/>
                  </a:cubicBezTo>
                  <a:cubicBezTo>
                    <a:pt x="483" y="341"/>
                    <a:pt x="486" y="331"/>
                    <a:pt x="489" y="323"/>
                  </a:cubicBezTo>
                  <a:cubicBezTo>
                    <a:pt x="491" y="318"/>
                    <a:pt x="493" y="307"/>
                    <a:pt x="496" y="297"/>
                  </a:cubicBezTo>
                  <a:cubicBezTo>
                    <a:pt x="497" y="297"/>
                    <a:pt x="497" y="297"/>
                    <a:pt x="497" y="297"/>
                  </a:cubicBezTo>
                  <a:cubicBezTo>
                    <a:pt x="501" y="296"/>
                    <a:pt x="504" y="293"/>
                    <a:pt x="508" y="293"/>
                  </a:cubicBezTo>
                  <a:cubicBezTo>
                    <a:pt x="513" y="292"/>
                    <a:pt x="517" y="294"/>
                    <a:pt x="523" y="293"/>
                  </a:cubicBezTo>
                  <a:cubicBezTo>
                    <a:pt x="526" y="292"/>
                    <a:pt x="528" y="290"/>
                    <a:pt x="531" y="289"/>
                  </a:cubicBezTo>
                  <a:cubicBezTo>
                    <a:pt x="536" y="287"/>
                    <a:pt x="552" y="287"/>
                    <a:pt x="556" y="282"/>
                  </a:cubicBezTo>
                  <a:cubicBezTo>
                    <a:pt x="557" y="282"/>
                    <a:pt x="557" y="282"/>
                    <a:pt x="557" y="282"/>
                  </a:cubicBezTo>
                  <a:cubicBezTo>
                    <a:pt x="561" y="275"/>
                    <a:pt x="558" y="264"/>
                    <a:pt x="557" y="259"/>
                  </a:cubicBezTo>
                  <a:cubicBezTo>
                    <a:pt x="554" y="250"/>
                    <a:pt x="556" y="240"/>
                    <a:pt x="555" y="230"/>
                  </a:cubicBezTo>
                  <a:cubicBezTo>
                    <a:pt x="555" y="229"/>
                    <a:pt x="555" y="229"/>
                    <a:pt x="555" y="229"/>
                  </a:cubicBezTo>
                  <a:cubicBezTo>
                    <a:pt x="558" y="226"/>
                    <a:pt x="559" y="224"/>
                    <a:pt x="557" y="216"/>
                  </a:cubicBezTo>
                  <a:cubicBezTo>
                    <a:pt x="557" y="214"/>
                    <a:pt x="556" y="213"/>
                    <a:pt x="556" y="211"/>
                  </a:cubicBezTo>
                  <a:cubicBezTo>
                    <a:pt x="556" y="207"/>
                    <a:pt x="556" y="203"/>
                    <a:pt x="555" y="199"/>
                  </a:cubicBezTo>
                  <a:cubicBezTo>
                    <a:pt x="555" y="194"/>
                    <a:pt x="554" y="191"/>
                    <a:pt x="553" y="187"/>
                  </a:cubicBezTo>
                  <a:cubicBezTo>
                    <a:pt x="557" y="187"/>
                    <a:pt x="560" y="186"/>
                    <a:pt x="562" y="185"/>
                  </a:cubicBezTo>
                  <a:cubicBezTo>
                    <a:pt x="561" y="178"/>
                    <a:pt x="554" y="173"/>
                    <a:pt x="552" y="167"/>
                  </a:cubicBezTo>
                  <a:cubicBezTo>
                    <a:pt x="550" y="161"/>
                    <a:pt x="549" y="159"/>
                    <a:pt x="549" y="159"/>
                  </a:cubicBezTo>
                  <a:cubicBezTo>
                    <a:pt x="549" y="158"/>
                    <a:pt x="549" y="157"/>
                    <a:pt x="549" y="157"/>
                  </a:cubicBezTo>
                  <a:cubicBezTo>
                    <a:pt x="548" y="132"/>
                    <a:pt x="531" y="97"/>
                    <a:pt x="520" y="74"/>
                  </a:cubicBezTo>
                  <a:cubicBezTo>
                    <a:pt x="509" y="52"/>
                    <a:pt x="493" y="34"/>
                    <a:pt x="472" y="22"/>
                  </a:cubicBezTo>
                  <a:cubicBezTo>
                    <a:pt x="459" y="14"/>
                    <a:pt x="445" y="9"/>
                    <a:pt x="431" y="6"/>
                  </a:cubicBezTo>
                  <a:cubicBezTo>
                    <a:pt x="423" y="4"/>
                    <a:pt x="389" y="0"/>
                    <a:pt x="370" y="4"/>
                  </a:cubicBezTo>
                  <a:cubicBezTo>
                    <a:pt x="351" y="9"/>
                    <a:pt x="343" y="17"/>
                    <a:pt x="339" y="22"/>
                  </a:cubicBezTo>
                  <a:cubicBezTo>
                    <a:pt x="339" y="22"/>
                    <a:pt x="331" y="25"/>
                    <a:pt x="315" y="29"/>
                  </a:cubicBezTo>
                  <a:cubicBezTo>
                    <a:pt x="298" y="37"/>
                    <a:pt x="282" y="49"/>
                    <a:pt x="272" y="66"/>
                  </a:cubicBezTo>
                  <a:cubicBezTo>
                    <a:pt x="262" y="83"/>
                    <a:pt x="258" y="117"/>
                    <a:pt x="234" y="120"/>
                  </a:cubicBezTo>
                  <a:cubicBezTo>
                    <a:pt x="237" y="124"/>
                    <a:pt x="245" y="125"/>
                    <a:pt x="251" y="123"/>
                  </a:cubicBezTo>
                  <a:cubicBezTo>
                    <a:pt x="248" y="138"/>
                    <a:pt x="243" y="154"/>
                    <a:pt x="232" y="164"/>
                  </a:cubicBezTo>
                  <a:cubicBezTo>
                    <a:pt x="237" y="168"/>
                    <a:pt x="236" y="173"/>
                    <a:pt x="236" y="178"/>
                  </a:cubicBezTo>
                  <a:cubicBezTo>
                    <a:pt x="235" y="181"/>
                    <a:pt x="232" y="183"/>
                    <a:pt x="232" y="185"/>
                  </a:cubicBezTo>
                  <a:cubicBezTo>
                    <a:pt x="232" y="187"/>
                    <a:pt x="235" y="187"/>
                    <a:pt x="235" y="189"/>
                  </a:cubicBezTo>
                  <a:cubicBezTo>
                    <a:pt x="237" y="204"/>
                    <a:pt x="235" y="226"/>
                    <a:pt x="225" y="238"/>
                  </a:cubicBezTo>
                  <a:cubicBezTo>
                    <a:pt x="237" y="251"/>
                    <a:pt x="223" y="271"/>
                    <a:pt x="244" y="276"/>
                  </a:cubicBezTo>
                  <a:cubicBezTo>
                    <a:pt x="251" y="278"/>
                    <a:pt x="258" y="278"/>
                    <a:pt x="264" y="281"/>
                  </a:cubicBezTo>
                  <a:cubicBezTo>
                    <a:pt x="268" y="283"/>
                    <a:pt x="270" y="287"/>
                    <a:pt x="274" y="289"/>
                  </a:cubicBezTo>
                  <a:cubicBezTo>
                    <a:pt x="279" y="292"/>
                    <a:pt x="284" y="293"/>
                    <a:pt x="289" y="292"/>
                  </a:cubicBezTo>
                  <a:cubicBezTo>
                    <a:pt x="290" y="292"/>
                    <a:pt x="290" y="292"/>
                    <a:pt x="290" y="292"/>
                  </a:cubicBezTo>
                  <a:cubicBezTo>
                    <a:pt x="293" y="304"/>
                    <a:pt x="296" y="317"/>
                    <a:pt x="299" y="323"/>
                  </a:cubicBezTo>
                  <a:cubicBezTo>
                    <a:pt x="301" y="331"/>
                    <a:pt x="305" y="341"/>
                    <a:pt x="312" y="351"/>
                  </a:cubicBezTo>
                  <a:cubicBezTo>
                    <a:pt x="312" y="457"/>
                    <a:pt x="284" y="460"/>
                    <a:pt x="255" y="470"/>
                  </a:cubicBezTo>
                  <a:cubicBezTo>
                    <a:pt x="241" y="474"/>
                    <a:pt x="227" y="476"/>
                    <a:pt x="211" y="479"/>
                  </a:cubicBezTo>
                  <a:cubicBezTo>
                    <a:pt x="203" y="480"/>
                    <a:pt x="197" y="479"/>
                    <a:pt x="188" y="481"/>
                  </a:cubicBezTo>
                  <a:cubicBezTo>
                    <a:pt x="182" y="482"/>
                    <a:pt x="175" y="486"/>
                    <a:pt x="170" y="487"/>
                  </a:cubicBezTo>
                  <a:cubicBezTo>
                    <a:pt x="147" y="495"/>
                    <a:pt x="126" y="510"/>
                    <a:pt x="110" y="527"/>
                  </a:cubicBezTo>
                  <a:cubicBezTo>
                    <a:pt x="95" y="543"/>
                    <a:pt x="79" y="598"/>
                    <a:pt x="73" y="634"/>
                  </a:cubicBezTo>
                  <a:cubicBezTo>
                    <a:pt x="68" y="670"/>
                    <a:pt x="63" y="712"/>
                    <a:pt x="60" y="739"/>
                  </a:cubicBezTo>
                  <a:cubicBezTo>
                    <a:pt x="57" y="787"/>
                    <a:pt x="59" y="855"/>
                    <a:pt x="59" y="904"/>
                  </a:cubicBezTo>
                  <a:cubicBezTo>
                    <a:pt x="59" y="953"/>
                    <a:pt x="53" y="985"/>
                    <a:pt x="48" y="1008"/>
                  </a:cubicBezTo>
                  <a:cubicBezTo>
                    <a:pt x="43" y="1031"/>
                    <a:pt x="24" y="1093"/>
                    <a:pt x="25" y="1216"/>
                  </a:cubicBezTo>
                  <a:cubicBezTo>
                    <a:pt x="25" y="1238"/>
                    <a:pt x="24" y="1289"/>
                    <a:pt x="26" y="1321"/>
                  </a:cubicBezTo>
                  <a:cubicBezTo>
                    <a:pt x="30" y="1362"/>
                    <a:pt x="24" y="1452"/>
                    <a:pt x="19" y="1473"/>
                  </a:cubicBezTo>
                  <a:cubicBezTo>
                    <a:pt x="12" y="1498"/>
                    <a:pt x="6" y="1542"/>
                    <a:pt x="3" y="1548"/>
                  </a:cubicBezTo>
                  <a:cubicBezTo>
                    <a:pt x="0" y="1555"/>
                    <a:pt x="6" y="1563"/>
                    <a:pt x="10" y="1569"/>
                  </a:cubicBezTo>
                  <a:cubicBezTo>
                    <a:pt x="13" y="1576"/>
                    <a:pt x="12" y="1582"/>
                    <a:pt x="16" y="1591"/>
                  </a:cubicBezTo>
                  <a:cubicBezTo>
                    <a:pt x="19" y="1598"/>
                    <a:pt x="29" y="1613"/>
                    <a:pt x="34" y="1621"/>
                  </a:cubicBezTo>
                  <a:cubicBezTo>
                    <a:pt x="39" y="1630"/>
                    <a:pt x="59" y="1640"/>
                    <a:pt x="75" y="1645"/>
                  </a:cubicBezTo>
                  <a:cubicBezTo>
                    <a:pt x="86" y="1649"/>
                    <a:pt x="106" y="1660"/>
                    <a:pt x="108" y="1655"/>
                  </a:cubicBezTo>
                  <a:cubicBezTo>
                    <a:pt x="111" y="1644"/>
                    <a:pt x="104" y="1637"/>
                    <a:pt x="96" y="1633"/>
                  </a:cubicBezTo>
                  <a:cubicBezTo>
                    <a:pt x="91" y="1630"/>
                    <a:pt x="106" y="1639"/>
                    <a:pt x="109" y="1629"/>
                  </a:cubicBezTo>
                  <a:cubicBezTo>
                    <a:pt x="110" y="1626"/>
                    <a:pt x="110" y="1625"/>
                    <a:pt x="107" y="1620"/>
                  </a:cubicBezTo>
                  <a:cubicBezTo>
                    <a:pt x="109" y="1614"/>
                    <a:pt x="108" y="1614"/>
                    <a:pt x="104" y="1608"/>
                  </a:cubicBezTo>
                  <a:cubicBezTo>
                    <a:pt x="111" y="1606"/>
                    <a:pt x="106" y="1575"/>
                    <a:pt x="103" y="1560"/>
                  </a:cubicBezTo>
                  <a:cubicBezTo>
                    <a:pt x="104" y="1548"/>
                    <a:pt x="105" y="1512"/>
                    <a:pt x="96" y="1487"/>
                  </a:cubicBezTo>
                  <a:cubicBezTo>
                    <a:pt x="91" y="1471"/>
                    <a:pt x="88" y="1456"/>
                    <a:pt x="88" y="1447"/>
                  </a:cubicBezTo>
                  <a:cubicBezTo>
                    <a:pt x="84" y="1424"/>
                    <a:pt x="110" y="1263"/>
                    <a:pt x="124" y="1217"/>
                  </a:cubicBezTo>
                  <a:cubicBezTo>
                    <a:pt x="153" y="1121"/>
                    <a:pt x="144" y="1038"/>
                    <a:pt x="147" y="1021"/>
                  </a:cubicBezTo>
                  <a:cubicBezTo>
                    <a:pt x="150" y="1004"/>
                    <a:pt x="169" y="915"/>
                    <a:pt x="175" y="875"/>
                  </a:cubicBezTo>
                  <a:cubicBezTo>
                    <a:pt x="176" y="876"/>
                    <a:pt x="176" y="876"/>
                    <a:pt x="176" y="876"/>
                  </a:cubicBezTo>
                  <a:cubicBezTo>
                    <a:pt x="179" y="925"/>
                    <a:pt x="184" y="998"/>
                    <a:pt x="185" y="1023"/>
                  </a:cubicBezTo>
                  <a:cubicBezTo>
                    <a:pt x="187" y="1057"/>
                    <a:pt x="209" y="1115"/>
                    <a:pt x="194" y="1143"/>
                  </a:cubicBezTo>
                  <a:cubicBezTo>
                    <a:pt x="179" y="1171"/>
                    <a:pt x="154" y="1217"/>
                    <a:pt x="141" y="1294"/>
                  </a:cubicBezTo>
                  <a:cubicBezTo>
                    <a:pt x="129" y="1354"/>
                    <a:pt x="110" y="1417"/>
                    <a:pt x="122" y="1527"/>
                  </a:cubicBezTo>
                  <a:cubicBezTo>
                    <a:pt x="130" y="1604"/>
                    <a:pt x="128" y="1655"/>
                    <a:pt x="148" y="1741"/>
                  </a:cubicBezTo>
                  <a:cubicBezTo>
                    <a:pt x="165" y="1818"/>
                    <a:pt x="200" y="1912"/>
                    <a:pt x="210" y="1969"/>
                  </a:cubicBezTo>
                  <a:cubicBezTo>
                    <a:pt x="220" y="2025"/>
                    <a:pt x="224" y="2054"/>
                    <a:pt x="227" y="2091"/>
                  </a:cubicBezTo>
                  <a:cubicBezTo>
                    <a:pt x="229" y="2128"/>
                    <a:pt x="204" y="2303"/>
                    <a:pt x="232" y="2404"/>
                  </a:cubicBezTo>
                  <a:cubicBezTo>
                    <a:pt x="259" y="2505"/>
                    <a:pt x="271" y="2569"/>
                    <a:pt x="276" y="2594"/>
                  </a:cubicBezTo>
                  <a:cubicBezTo>
                    <a:pt x="288" y="2648"/>
                    <a:pt x="277" y="2654"/>
                    <a:pt x="282" y="2681"/>
                  </a:cubicBezTo>
                  <a:cubicBezTo>
                    <a:pt x="287" y="2708"/>
                    <a:pt x="288" y="2705"/>
                    <a:pt x="274" y="2731"/>
                  </a:cubicBezTo>
                  <a:cubicBezTo>
                    <a:pt x="261" y="2748"/>
                    <a:pt x="241" y="2785"/>
                    <a:pt x="234" y="2793"/>
                  </a:cubicBezTo>
                  <a:cubicBezTo>
                    <a:pt x="228" y="2802"/>
                    <a:pt x="231" y="2810"/>
                    <a:pt x="234" y="2815"/>
                  </a:cubicBezTo>
                  <a:cubicBezTo>
                    <a:pt x="229" y="2828"/>
                    <a:pt x="244" y="2835"/>
                    <a:pt x="249" y="2835"/>
                  </a:cubicBezTo>
                  <a:cubicBezTo>
                    <a:pt x="247" y="2850"/>
                    <a:pt x="275" y="2848"/>
                    <a:pt x="281" y="2842"/>
                  </a:cubicBezTo>
                  <a:cubicBezTo>
                    <a:pt x="289" y="2850"/>
                    <a:pt x="310" y="2850"/>
                    <a:pt x="318" y="2840"/>
                  </a:cubicBezTo>
                  <a:cubicBezTo>
                    <a:pt x="331" y="2851"/>
                    <a:pt x="354" y="2851"/>
                    <a:pt x="369" y="2837"/>
                  </a:cubicBezTo>
                  <a:cubicBezTo>
                    <a:pt x="384" y="2822"/>
                    <a:pt x="385" y="2807"/>
                    <a:pt x="384" y="2792"/>
                  </a:cubicBezTo>
                  <a:cubicBezTo>
                    <a:pt x="382" y="2778"/>
                    <a:pt x="385" y="2773"/>
                    <a:pt x="389" y="2755"/>
                  </a:cubicBezTo>
                  <a:cubicBezTo>
                    <a:pt x="392" y="2736"/>
                    <a:pt x="394" y="2722"/>
                    <a:pt x="388" y="2709"/>
                  </a:cubicBezTo>
                  <a:cubicBezTo>
                    <a:pt x="381" y="2696"/>
                    <a:pt x="381" y="2690"/>
                    <a:pt x="381" y="2677"/>
                  </a:cubicBezTo>
                  <a:cubicBezTo>
                    <a:pt x="381" y="2664"/>
                    <a:pt x="385" y="2644"/>
                    <a:pt x="377" y="2628"/>
                  </a:cubicBezTo>
                  <a:cubicBezTo>
                    <a:pt x="369" y="2611"/>
                    <a:pt x="359" y="2572"/>
                    <a:pt x="361" y="2529"/>
                  </a:cubicBezTo>
                  <a:cubicBezTo>
                    <a:pt x="362" y="2486"/>
                    <a:pt x="394" y="2247"/>
                    <a:pt x="381" y="2165"/>
                  </a:cubicBezTo>
                  <a:cubicBezTo>
                    <a:pt x="367" y="2083"/>
                    <a:pt x="372" y="2066"/>
                    <a:pt x="376" y="2038"/>
                  </a:cubicBezTo>
                  <a:cubicBezTo>
                    <a:pt x="379" y="2010"/>
                    <a:pt x="387" y="1965"/>
                    <a:pt x="380" y="1906"/>
                  </a:cubicBezTo>
                  <a:cubicBezTo>
                    <a:pt x="377" y="1883"/>
                    <a:pt x="378" y="1788"/>
                    <a:pt x="378" y="1691"/>
                  </a:cubicBezTo>
                  <a:cubicBezTo>
                    <a:pt x="379" y="1629"/>
                    <a:pt x="396" y="1546"/>
                    <a:pt x="379" y="1530"/>
                  </a:cubicBezTo>
                  <a:cubicBezTo>
                    <a:pt x="380" y="1529"/>
                    <a:pt x="380" y="1529"/>
                    <a:pt x="380" y="1529"/>
                  </a:cubicBezTo>
                  <a:cubicBezTo>
                    <a:pt x="384" y="1530"/>
                    <a:pt x="388" y="1531"/>
                    <a:pt x="392" y="1531"/>
                  </a:cubicBezTo>
                  <a:cubicBezTo>
                    <a:pt x="393" y="1531"/>
                    <a:pt x="393" y="1531"/>
                    <a:pt x="393" y="1531"/>
                  </a:cubicBezTo>
                  <a:cubicBezTo>
                    <a:pt x="398" y="1531"/>
                    <a:pt x="404" y="1530"/>
                    <a:pt x="409" y="1528"/>
                  </a:cubicBezTo>
                  <a:cubicBezTo>
                    <a:pt x="408" y="1530"/>
                    <a:pt x="408" y="1530"/>
                    <a:pt x="408" y="1530"/>
                  </a:cubicBezTo>
                  <a:cubicBezTo>
                    <a:pt x="392" y="1546"/>
                    <a:pt x="409" y="1629"/>
                    <a:pt x="409" y="1691"/>
                  </a:cubicBezTo>
                  <a:cubicBezTo>
                    <a:pt x="410" y="1788"/>
                    <a:pt x="411" y="1883"/>
                    <a:pt x="408" y="1906"/>
                  </a:cubicBezTo>
                  <a:cubicBezTo>
                    <a:pt x="401" y="1965"/>
                    <a:pt x="409" y="2010"/>
                    <a:pt x="412" y="2038"/>
                  </a:cubicBezTo>
                  <a:cubicBezTo>
                    <a:pt x="415" y="2066"/>
                    <a:pt x="420" y="2083"/>
                    <a:pt x="407" y="2165"/>
                  </a:cubicBezTo>
                  <a:cubicBezTo>
                    <a:pt x="394" y="2247"/>
                    <a:pt x="425" y="2486"/>
                    <a:pt x="427" y="2529"/>
                  </a:cubicBezTo>
                  <a:cubicBezTo>
                    <a:pt x="429" y="2572"/>
                    <a:pt x="419" y="2611"/>
                    <a:pt x="410" y="2628"/>
                  </a:cubicBezTo>
                  <a:cubicBezTo>
                    <a:pt x="402" y="2644"/>
                    <a:pt x="407" y="2664"/>
                    <a:pt x="407" y="2677"/>
                  </a:cubicBezTo>
                  <a:cubicBezTo>
                    <a:pt x="407" y="2690"/>
                    <a:pt x="407" y="2696"/>
                    <a:pt x="400" y="2709"/>
                  </a:cubicBezTo>
                  <a:cubicBezTo>
                    <a:pt x="393" y="2722"/>
                    <a:pt x="396" y="2736"/>
                    <a:pt x="399" y="2755"/>
                  </a:cubicBezTo>
                  <a:cubicBezTo>
                    <a:pt x="402" y="2773"/>
                    <a:pt x="405" y="2778"/>
                    <a:pt x="404" y="2792"/>
                  </a:cubicBezTo>
                  <a:cubicBezTo>
                    <a:pt x="402" y="2807"/>
                    <a:pt x="404" y="2822"/>
                    <a:pt x="419" y="2837"/>
                  </a:cubicBezTo>
                  <a:cubicBezTo>
                    <a:pt x="433" y="2851"/>
                    <a:pt x="456" y="2851"/>
                    <a:pt x="470" y="2840"/>
                  </a:cubicBezTo>
                  <a:cubicBezTo>
                    <a:pt x="478" y="2850"/>
                    <a:pt x="499" y="2850"/>
                    <a:pt x="506" y="2842"/>
                  </a:cubicBezTo>
                  <a:cubicBezTo>
                    <a:pt x="513" y="2848"/>
                    <a:pt x="540" y="2850"/>
                    <a:pt x="539" y="2835"/>
                  </a:cubicBezTo>
                  <a:cubicBezTo>
                    <a:pt x="544" y="2835"/>
                    <a:pt x="558" y="2828"/>
                    <a:pt x="553" y="2815"/>
                  </a:cubicBezTo>
                  <a:cubicBezTo>
                    <a:pt x="557" y="2810"/>
                    <a:pt x="560" y="2802"/>
                    <a:pt x="553" y="2793"/>
                  </a:cubicBezTo>
                  <a:cubicBezTo>
                    <a:pt x="547" y="2785"/>
                    <a:pt x="526" y="2748"/>
                    <a:pt x="514" y="2731"/>
                  </a:cubicBezTo>
                  <a:cubicBezTo>
                    <a:pt x="500" y="2705"/>
                    <a:pt x="501" y="2708"/>
                    <a:pt x="505" y="2681"/>
                  </a:cubicBezTo>
                  <a:cubicBezTo>
                    <a:pt x="510" y="2654"/>
                    <a:pt x="500" y="2648"/>
                    <a:pt x="512" y="2594"/>
                  </a:cubicBezTo>
                  <a:cubicBezTo>
                    <a:pt x="517" y="2569"/>
                    <a:pt x="529" y="2505"/>
                    <a:pt x="556" y="2404"/>
                  </a:cubicBezTo>
                  <a:cubicBezTo>
                    <a:pt x="583" y="2303"/>
                    <a:pt x="559" y="2128"/>
                    <a:pt x="561" y="2091"/>
                  </a:cubicBezTo>
                  <a:cubicBezTo>
                    <a:pt x="563" y="2054"/>
                    <a:pt x="568" y="2025"/>
                    <a:pt x="578" y="1969"/>
                  </a:cubicBezTo>
                  <a:cubicBezTo>
                    <a:pt x="587" y="1912"/>
                    <a:pt x="623" y="1818"/>
                    <a:pt x="640" y="1741"/>
                  </a:cubicBezTo>
                  <a:cubicBezTo>
                    <a:pt x="660" y="1655"/>
                    <a:pt x="658" y="1604"/>
                    <a:pt x="666" y="1527"/>
                  </a:cubicBezTo>
                  <a:cubicBezTo>
                    <a:pt x="677" y="1417"/>
                    <a:pt x="658" y="1354"/>
                    <a:pt x="646" y="1294"/>
                  </a:cubicBezTo>
                  <a:cubicBezTo>
                    <a:pt x="633" y="1217"/>
                    <a:pt x="608" y="1171"/>
                    <a:pt x="594" y="1143"/>
                  </a:cubicBezTo>
                  <a:cubicBezTo>
                    <a:pt x="579" y="1115"/>
                    <a:pt x="601" y="1057"/>
                    <a:pt x="602" y="1023"/>
                  </a:cubicBezTo>
                  <a:cubicBezTo>
                    <a:pt x="604" y="997"/>
                    <a:pt x="609" y="922"/>
                    <a:pt x="612" y="874"/>
                  </a:cubicBezTo>
                  <a:cubicBezTo>
                    <a:pt x="612" y="874"/>
                    <a:pt x="612" y="874"/>
                    <a:pt x="612" y="874"/>
                  </a:cubicBezTo>
                  <a:cubicBezTo>
                    <a:pt x="618" y="914"/>
                    <a:pt x="638" y="1004"/>
                    <a:pt x="641" y="1021"/>
                  </a:cubicBezTo>
                  <a:cubicBezTo>
                    <a:pt x="644" y="1038"/>
                    <a:pt x="635" y="1121"/>
                    <a:pt x="663" y="1217"/>
                  </a:cubicBezTo>
                  <a:cubicBezTo>
                    <a:pt x="678" y="1263"/>
                    <a:pt x="704" y="1424"/>
                    <a:pt x="699" y="1447"/>
                  </a:cubicBezTo>
                  <a:cubicBezTo>
                    <a:pt x="700" y="1456"/>
                    <a:pt x="697" y="1471"/>
                    <a:pt x="691" y="1487"/>
                  </a:cubicBezTo>
                  <a:cubicBezTo>
                    <a:pt x="683" y="1512"/>
                    <a:pt x="684" y="1548"/>
                    <a:pt x="685" y="1560"/>
                  </a:cubicBezTo>
                  <a:cubicBezTo>
                    <a:pt x="682" y="1575"/>
                    <a:pt x="676" y="1606"/>
                    <a:pt x="684" y="1608"/>
                  </a:cubicBezTo>
                  <a:cubicBezTo>
                    <a:pt x="680" y="1614"/>
                    <a:pt x="678" y="1614"/>
                    <a:pt x="680" y="1620"/>
                  </a:cubicBezTo>
                  <a:cubicBezTo>
                    <a:pt x="678" y="1625"/>
                    <a:pt x="678" y="1626"/>
                    <a:pt x="679" y="1629"/>
                  </a:cubicBezTo>
                  <a:cubicBezTo>
                    <a:pt x="682" y="1639"/>
                    <a:pt x="696" y="1630"/>
                    <a:pt x="691" y="1633"/>
                  </a:cubicBezTo>
                  <a:cubicBezTo>
                    <a:pt x="683" y="1637"/>
                    <a:pt x="676" y="1644"/>
                    <a:pt x="680" y="1655"/>
                  </a:cubicBezTo>
                  <a:cubicBezTo>
                    <a:pt x="682" y="1660"/>
                    <a:pt x="702" y="1649"/>
                    <a:pt x="713" y="1645"/>
                  </a:cubicBezTo>
                  <a:cubicBezTo>
                    <a:pt x="729" y="1640"/>
                    <a:pt x="748" y="1630"/>
                    <a:pt x="753" y="1621"/>
                  </a:cubicBezTo>
                  <a:cubicBezTo>
                    <a:pt x="758" y="1613"/>
                    <a:pt x="768" y="1598"/>
                    <a:pt x="771" y="1591"/>
                  </a:cubicBezTo>
                  <a:cubicBezTo>
                    <a:pt x="776" y="1582"/>
                    <a:pt x="775" y="1576"/>
                    <a:pt x="778" y="1569"/>
                  </a:cubicBezTo>
                  <a:cubicBezTo>
                    <a:pt x="781" y="1563"/>
                    <a:pt x="787" y="1555"/>
                    <a:pt x="784" y="1548"/>
                  </a:cubicBezTo>
                  <a:close/>
                </a:path>
              </a:pathLst>
            </a:custGeom>
            <a:noFill/>
            <a:ln w="19050" cmpd="sng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B1DFF5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63505" name="Freeform 69">
              <a:extLst>
                <a:ext uri="{FF2B5EF4-FFF2-40B4-BE49-F238E27FC236}">
                  <a16:creationId xmlns:a16="http://schemas.microsoft.com/office/drawing/2014/main" id="{66A1E016-1A96-4CFB-AEA7-40302F13AE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" y="717"/>
              <a:ext cx="649" cy="2336"/>
            </a:xfrm>
            <a:custGeom>
              <a:avLst/>
              <a:gdLst>
                <a:gd name="T0" fmla="*/ 427 w 787"/>
                <a:gd name="T1" fmla="*/ 727 h 2851"/>
                <a:gd name="T2" fmla="*/ 408 w 787"/>
                <a:gd name="T3" fmla="*/ 497 h 2851"/>
                <a:gd name="T4" fmla="*/ 379 w 787"/>
                <a:gd name="T5" fmla="*/ 290 h 2851"/>
                <a:gd name="T6" fmla="*/ 324 w 787"/>
                <a:gd name="T7" fmla="*/ 263 h 2851"/>
                <a:gd name="T8" fmla="*/ 266 w 787"/>
                <a:gd name="T9" fmla="*/ 193 h 2851"/>
                <a:gd name="T10" fmla="*/ 279 w 787"/>
                <a:gd name="T11" fmla="*/ 163 h 2851"/>
                <a:gd name="T12" fmla="*/ 298 w 787"/>
                <a:gd name="T13" fmla="*/ 159 h 2851"/>
                <a:gd name="T14" fmla="*/ 313 w 787"/>
                <a:gd name="T15" fmla="*/ 143 h 2851"/>
                <a:gd name="T16" fmla="*/ 313 w 787"/>
                <a:gd name="T17" fmla="*/ 119 h 2851"/>
                <a:gd name="T18" fmla="*/ 310 w 787"/>
                <a:gd name="T19" fmla="*/ 102 h 2851"/>
                <a:gd name="T20" fmla="*/ 308 w 787"/>
                <a:gd name="T21" fmla="*/ 88 h 2851"/>
                <a:gd name="T22" fmla="*/ 265 w 787"/>
                <a:gd name="T23" fmla="*/ 12 h 2851"/>
                <a:gd name="T24" fmla="*/ 190 w 787"/>
                <a:gd name="T25" fmla="*/ 12 h 2851"/>
                <a:gd name="T26" fmla="*/ 131 w 787"/>
                <a:gd name="T27" fmla="*/ 66 h 2851"/>
                <a:gd name="T28" fmla="*/ 133 w 787"/>
                <a:gd name="T29" fmla="*/ 98 h 2851"/>
                <a:gd name="T30" fmla="*/ 126 w 787"/>
                <a:gd name="T31" fmla="*/ 131 h 2851"/>
                <a:gd name="T32" fmla="*/ 153 w 787"/>
                <a:gd name="T33" fmla="*/ 159 h 2851"/>
                <a:gd name="T34" fmla="*/ 168 w 787"/>
                <a:gd name="T35" fmla="*/ 178 h 2851"/>
                <a:gd name="T36" fmla="*/ 118 w 787"/>
                <a:gd name="T37" fmla="*/ 263 h 2851"/>
                <a:gd name="T38" fmla="*/ 62 w 787"/>
                <a:gd name="T39" fmla="*/ 290 h 2851"/>
                <a:gd name="T40" fmla="*/ 33 w 787"/>
                <a:gd name="T41" fmla="*/ 497 h 2851"/>
                <a:gd name="T42" fmla="*/ 14 w 787"/>
                <a:gd name="T43" fmla="*/ 727 h 2851"/>
                <a:gd name="T44" fmla="*/ 6 w 787"/>
                <a:gd name="T45" fmla="*/ 864 h 2851"/>
                <a:gd name="T46" fmla="*/ 42 w 787"/>
                <a:gd name="T47" fmla="*/ 905 h 2851"/>
                <a:gd name="T48" fmla="*/ 61 w 787"/>
                <a:gd name="T49" fmla="*/ 896 h 2851"/>
                <a:gd name="T50" fmla="*/ 58 w 787"/>
                <a:gd name="T51" fmla="*/ 858 h 2851"/>
                <a:gd name="T52" fmla="*/ 69 w 787"/>
                <a:gd name="T53" fmla="*/ 669 h 2851"/>
                <a:gd name="T54" fmla="*/ 99 w 787"/>
                <a:gd name="T55" fmla="*/ 482 h 2851"/>
                <a:gd name="T56" fmla="*/ 79 w 787"/>
                <a:gd name="T57" fmla="*/ 712 h 2851"/>
                <a:gd name="T58" fmla="*/ 118 w 787"/>
                <a:gd name="T59" fmla="*/ 1083 h 2851"/>
                <a:gd name="T60" fmla="*/ 155 w 787"/>
                <a:gd name="T61" fmla="*/ 1427 h 2851"/>
                <a:gd name="T62" fmla="*/ 131 w 787"/>
                <a:gd name="T63" fmla="*/ 1536 h 2851"/>
                <a:gd name="T64" fmla="*/ 158 w 787"/>
                <a:gd name="T65" fmla="*/ 1563 h 2851"/>
                <a:gd name="T66" fmla="*/ 215 w 787"/>
                <a:gd name="T67" fmla="*/ 1536 h 2851"/>
                <a:gd name="T68" fmla="*/ 214 w 787"/>
                <a:gd name="T69" fmla="*/ 1472 h 2851"/>
                <a:gd name="T70" fmla="*/ 214 w 787"/>
                <a:gd name="T71" fmla="*/ 1191 h 2851"/>
                <a:gd name="T72" fmla="*/ 212 w 787"/>
                <a:gd name="T73" fmla="*/ 931 h 2851"/>
                <a:gd name="T74" fmla="*/ 219 w 787"/>
                <a:gd name="T75" fmla="*/ 841 h 2851"/>
                <a:gd name="T76" fmla="*/ 228 w 787"/>
                <a:gd name="T77" fmla="*/ 841 h 2851"/>
                <a:gd name="T78" fmla="*/ 231 w 787"/>
                <a:gd name="T79" fmla="*/ 1121 h 2851"/>
                <a:gd name="T80" fmla="*/ 230 w 787"/>
                <a:gd name="T81" fmla="*/ 1445 h 2851"/>
                <a:gd name="T82" fmla="*/ 223 w 787"/>
                <a:gd name="T83" fmla="*/ 1515 h 2851"/>
                <a:gd name="T84" fmla="*/ 264 w 787"/>
                <a:gd name="T85" fmla="*/ 1563 h 2851"/>
                <a:gd name="T86" fmla="*/ 310 w 787"/>
                <a:gd name="T87" fmla="*/ 1549 h 2851"/>
                <a:gd name="T88" fmla="*/ 283 w 787"/>
                <a:gd name="T89" fmla="*/ 1475 h 2851"/>
                <a:gd name="T90" fmla="*/ 315 w 787"/>
                <a:gd name="T91" fmla="*/ 1150 h 2851"/>
                <a:gd name="T92" fmla="*/ 374 w 787"/>
                <a:gd name="T93" fmla="*/ 840 h 2851"/>
                <a:gd name="T94" fmla="*/ 337 w 787"/>
                <a:gd name="T95" fmla="*/ 563 h 2851"/>
                <a:gd name="T96" fmla="*/ 360 w 787"/>
                <a:gd name="T97" fmla="*/ 562 h 2851"/>
                <a:gd name="T98" fmla="*/ 388 w 787"/>
                <a:gd name="T99" fmla="*/ 818 h 2851"/>
                <a:gd name="T100" fmla="*/ 382 w 787"/>
                <a:gd name="T101" fmla="*/ 891 h 2851"/>
                <a:gd name="T102" fmla="*/ 382 w 787"/>
                <a:gd name="T103" fmla="*/ 910 h 2851"/>
                <a:gd name="T104" fmla="*/ 432 w 787"/>
                <a:gd name="T105" fmla="*/ 875 h 2851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787" h="2851">
                  <a:moveTo>
                    <a:pt x="784" y="1548"/>
                  </a:moveTo>
                  <a:cubicBezTo>
                    <a:pt x="781" y="1542"/>
                    <a:pt x="776" y="1498"/>
                    <a:pt x="769" y="1473"/>
                  </a:cubicBezTo>
                  <a:cubicBezTo>
                    <a:pt x="764" y="1452"/>
                    <a:pt x="758" y="1362"/>
                    <a:pt x="762" y="1321"/>
                  </a:cubicBezTo>
                  <a:cubicBezTo>
                    <a:pt x="764" y="1289"/>
                    <a:pt x="762" y="1238"/>
                    <a:pt x="763" y="1216"/>
                  </a:cubicBezTo>
                  <a:cubicBezTo>
                    <a:pt x="764" y="1093"/>
                    <a:pt x="744" y="1031"/>
                    <a:pt x="740" y="1008"/>
                  </a:cubicBezTo>
                  <a:cubicBezTo>
                    <a:pt x="735" y="985"/>
                    <a:pt x="728" y="953"/>
                    <a:pt x="728" y="904"/>
                  </a:cubicBezTo>
                  <a:cubicBezTo>
                    <a:pt x="728" y="855"/>
                    <a:pt x="731" y="787"/>
                    <a:pt x="727" y="739"/>
                  </a:cubicBezTo>
                  <a:cubicBezTo>
                    <a:pt x="725" y="712"/>
                    <a:pt x="720" y="670"/>
                    <a:pt x="714" y="634"/>
                  </a:cubicBezTo>
                  <a:cubicBezTo>
                    <a:pt x="709" y="598"/>
                    <a:pt x="693" y="543"/>
                    <a:pt x="677" y="527"/>
                  </a:cubicBezTo>
                  <a:cubicBezTo>
                    <a:pt x="662" y="510"/>
                    <a:pt x="640" y="495"/>
                    <a:pt x="618" y="487"/>
                  </a:cubicBezTo>
                  <a:cubicBezTo>
                    <a:pt x="612" y="486"/>
                    <a:pt x="605" y="482"/>
                    <a:pt x="600" y="481"/>
                  </a:cubicBezTo>
                  <a:cubicBezTo>
                    <a:pt x="591" y="479"/>
                    <a:pt x="585" y="480"/>
                    <a:pt x="577" y="479"/>
                  </a:cubicBezTo>
                  <a:cubicBezTo>
                    <a:pt x="560" y="476"/>
                    <a:pt x="546" y="474"/>
                    <a:pt x="533" y="470"/>
                  </a:cubicBezTo>
                  <a:cubicBezTo>
                    <a:pt x="504" y="460"/>
                    <a:pt x="475" y="457"/>
                    <a:pt x="475" y="351"/>
                  </a:cubicBezTo>
                  <a:cubicBezTo>
                    <a:pt x="475" y="351"/>
                    <a:pt x="475" y="351"/>
                    <a:pt x="475" y="351"/>
                  </a:cubicBezTo>
                  <a:cubicBezTo>
                    <a:pt x="483" y="341"/>
                    <a:pt x="486" y="331"/>
                    <a:pt x="489" y="323"/>
                  </a:cubicBezTo>
                  <a:cubicBezTo>
                    <a:pt x="491" y="318"/>
                    <a:pt x="493" y="307"/>
                    <a:pt x="496" y="297"/>
                  </a:cubicBezTo>
                  <a:cubicBezTo>
                    <a:pt x="497" y="297"/>
                    <a:pt x="497" y="297"/>
                    <a:pt x="497" y="297"/>
                  </a:cubicBezTo>
                  <a:cubicBezTo>
                    <a:pt x="501" y="296"/>
                    <a:pt x="504" y="293"/>
                    <a:pt x="508" y="293"/>
                  </a:cubicBezTo>
                  <a:cubicBezTo>
                    <a:pt x="513" y="292"/>
                    <a:pt x="517" y="294"/>
                    <a:pt x="523" y="293"/>
                  </a:cubicBezTo>
                  <a:cubicBezTo>
                    <a:pt x="526" y="292"/>
                    <a:pt x="528" y="290"/>
                    <a:pt x="531" y="289"/>
                  </a:cubicBezTo>
                  <a:cubicBezTo>
                    <a:pt x="536" y="287"/>
                    <a:pt x="552" y="287"/>
                    <a:pt x="556" y="282"/>
                  </a:cubicBezTo>
                  <a:cubicBezTo>
                    <a:pt x="557" y="282"/>
                    <a:pt x="557" y="282"/>
                    <a:pt x="557" y="282"/>
                  </a:cubicBezTo>
                  <a:cubicBezTo>
                    <a:pt x="561" y="275"/>
                    <a:pt x="558" y="264"/>
                    <a:pt x="557" y="259"/>
                  </a:cubicBezTo>
                  <a:cubicBezTo>
                    <a:pt x="554" y="250"/>
                    <a:pt x="556" y="240"/>
                    <a:pt x="555" y="230"/>
                  </a:cubicBezTo>
                  <a:cubicBezTo>
                    <a:pt x="555" y="229"/>
                    <a:pt x="555" y="229"/>
                    <a:pt x="555" y="229"/>
                  </a:cubicBezTo>
                  <a:cubicBezTo>
                    <a:pt x="558" y="226"/>
                    <a:pt x="559" y="224"/>
                    <a:pt x="557" y="216"/>
                  </a:cubicBezTo>
                  <a:cubicBezTo>
                    <a:pt x="557" y="214"/>
                    <a:pt x="556" y="213"/>
                    <a:pt x="556" y="211"/>
                  </a:cubicBezTo>
                  <a:cubicBezTo>
                    <a:pt x="556" y="207"/>
                    <a:pt x="556" y="203"/>
                    <a:pt x="555" y="199"/>
                  </a:cubicBezTo>
                  <a:cubicBezTo>
                    <a:pt x="555" y="194"/>
                    <a:pt x="554" y="191"/>
                    <a:pt x="553" y="187"/>
                  </a:cubicBezTo>
                  <a:cubicBezTo>
                    <a:pt x="557" y="187"/>
                    <a:pt x="560" y="186"/>
                    <a:pt x="562" y="185"/>
                  </a:cubicBezTo>
                  <a:cubicBezTo>
                    <a:pt x="561" y="178"/>
                    <a:pt x="554" y="173"/>
                    <a:pt x="552" y="167"/>
                  </a:cubicBezTo>
                  <a:cubicBezTo>
                    <a:pt x="550" y="161"/>
                    <a:pt x="549" y="159"/>
                    <a:pt x="549" y="159"/>
                  </a:cubicBezTo>
                  <a:cubicBezTo>
                    <a:pt x="549" y="158"/>
                    <a:pt x="549" y="157"/>
                    <a:pt x="549" y="157"/>
                  </a:cubicBezTo>
                  <a:cubicBezTo>
                    <a:pt x="548" y="132"/>
                    <a:pt x="531" y="97"/>
                    <a:pt x="520" y="74"/>
                  </a:cubicBezTo>
                  <a:cubicBezTo>
                    <a:pt x="509" y="52"/>
                    <a:pt x="493" y="34"/>
                    <a:pt x="472" y="22"/>
                  </a:cubicBezTo>
                  <a:cubicBezTo>
                    <a:pt x="459" y="14"/>
                    <a:pt x="445" y="9"/>
                    <a:pt x="431" y="6"/>
                  </a:cubicBezTo>
                  <a:cubicBezTo>
                    <a:pt x="423" y="4"/>
                    <a:pt x="389" y="0"/>
                    <a:pt x="370" y="4"/>
                  </a:cubicBezTo>
                  <a:cubicBezTo>
                    <a:pt x="351" y="9"/>
                    <a:pt x="343" y="17"/>
                    <a:pt x="339" y="22"/>
                  </a:cubicBezTo>
                  <a:cubicBezTo>
                    <a:pt x="339" y="22"/>
                    <a:pt x="331" y="25"/>
                    <a:pt x="315" y="29"/>
                  </a:cubicBezTo>
                  <a:cubicBezTo>
                    <a:pt x="298" y="37"/>
                    <a:pt x="282" y="49"/>
                    <a:pt x="272" y="66"/>
                  </a:cubicBezTo>
                  <a:cubicBezTo>
                    <a:pt x="262" y="83"/>
                    <a:pt x="258" y="117"/>
                    <a:pt x="234" y="120"/>
                  </a:cubicBezTo>
                  <a:cubicBezTo>
                    <a:pt x="237" y="124"/>
                    <a:pt x="245" y="125"/>
                    <a:pt x="251" y="123"/>
                  </a:cubicBezTo>
                  <a:cubicBezTo>
                    <a:pt x="248" y="138"/>
                    <a:pt x="243" y="154"/>
                    <a:pt x="232" y="164"/>
                  </a:cubicBezTo>
                  <a:cubicBezTo>
                    <a:pt x="237" y="168"/>
                    <a:pt x="236" y="173"/>
                    <a:pt x="236" y="178"/>
                  </a:cubicBezTo>
                  <a:cubicBezTo>
                    <a:pt x="235" y="181"/>
                    <a:pt x="232" y="183"/>
                    <a:pt x="232" y="185"/>
                  </a:cubicBezTo>
                  <a:cubicBezTo>
                    <a:pt x="232" y="187"/>
                    <a:pt x="235" y="187"/>
                    <a:pt x="235" y="189"/>
                  </a:cubicBezTo>
                  <a:cubicBezTo>
                    <a:pt x="237" y="204"/>
                    <a:pt x="235" y="226"/>
                    <a:pt x="225" y="238"/>
                  </a:cubicBezTo>
                  <a:cubicBezTo>
                    <a:pt x="237" y="251"/>
                    <a:pt x="223" y="271"/>
                    <a:pt x="244" y="276"/>
                  </a:cubicBezTo>
                  <a:cubicBezTo>
                    <a:pt x="251" y="278"/>
                    <a:pt x="258" y="278"/>
                    <a:pt x="264" y="281"/>
                  </a:cubicBezTo>
                  <a:cubicBezTo>
                    <a:pt x="268" y="283"/>
                    <a:pt x="270" y="287"/>
                    <a:pt x="274" y="289"/>
                  </a:cubicBezTo>
                  <a:cubicBezTo>
                    <a:pt x="279" y="292"/>
                    <a:pt x="284" y="293"/>
                    <a:pt x="289" y="292"/>
                  </a:cubicBezTo>
                  <a:cubicBezTo>
                    <a:pt x="290" y="292"/>
                    <a:pt x="290" y="292"/>
                    <a:pt x="290" y="292"/>
                  </a:cubicBezTo>
                  <a:cubicBezTo>
                    <a:pt x="293" y="304"/>
                    <a:pt x="296" y="317"/>
                    <a:pt x="299" y="323"/>
                  </a:cubicBezTo>
                  <a:cubicBezTo>
                    <a:pt x="301" y="331"/>
                    <a:pt x="305" y="341"/>
                    <a:pt x="312" y="351"/>
                  </a:cubicBezTo>
                  <a:cubicBezTo>
                    <a:pt x="312" y="457"/>
                    <a:pt x="284" y="460"/>
                    <a:pt x="255" y="470"/>
                  </a:cubicBezTo>
                  <a:cubicBezTo>
                    <a:pt x="241" y="474"/>
                    <a:pt x="227" y="476"/>
                    <a:pt x="211" y="479"/>
                  </a:cubicBezTo>
                  <a:cubicBezTo>
                    <a:pt x="203" y="480"/>
                    <a:pt x="197" y="479"/>
                    <a:pt x="188" y="481"/>
                  </a:cubicBezTo>
                  <a:cubicBezTo>
                    <a:pt x="182" y="482"/>
                    <a:pt x="175" y="486"/>
                    <a:pt x="170" y="487"/>
                  </a:cubicBezTo>
                  <a:cubicBezTo>
                    <a:pt x="147" y="495"/>
                    <a:pt x="126" y="510"/>
                    <a:pt x="110" y="527"/>
                  </a:cubicBezTo>
                  <a:cubicBezTo>
                    <a:pt x="95" y="543"/>
                    <a:pt x="79" y="598"/>
                    <a:pt x="73" y="634"/>
                  </a:cubicBezTo>
                  <a:cubicBezTo>
                    <a:pt x="68" y="670"/>
                    <a:pt x="63" y="712"/>
                    <a:pt x="60" y="739"/>
                  </a:cubicBezTo>
                  <a:cubicBezTo>
                    <a:pt x="57" y="787"/>
                    <a:pt x="59" y="855"/>
                    <a:pt x="59" y="904"/>
                  </a:cubicBezTo>
                  <a:cubicBezTo>
                    <a:pt x="59" y="953"/>
                    <a:pt x="53" y="985"/>
                    <a:pt x="48" y="1008"/>
                  </a:cubicBezTo>
                  <a:cubicBezTo>
                    <a:pt x="43" y="1031"/>
                    <a:pt x="24" y="1093"/>
                    <a:pt x="25" y="1216"/>
                  </a:cubicBezTo>
                  <a:cubicBezTo>
                    <a:pt x="25" y="1238"/>
                    <a:pt x="24" y="1289"/>
                    <a:pt x="26" y="1321"/>
                  </a:cubicBezTo>
                  <a:cubicBezTo>
                    <a:pt x="30" y="1362"/>
                    <a:pt x="24" y="1452"/>
                    <a:pt x="19" y="1473"/>
                  </a:cubicBezTo>
                  <a:cubicBezTo>
                    <a:pt x="12" y="1498"/>
                    <a:pt x="6" y="1542"/>
                    <a:pt x="3" y="1548"/>
                  </a:cubicBezTo>
                  <a:cubicBezTo>
                    <a:pt x="0" y="1555"/>
                    <a:pt x="6" y="1563"/>
                    <a:pt x="10" y="1569"/>
                  </a:cubicBezTo>
                  <a:cubicBezTo>
                    <a:pt x="13" y="1576"/>
                    <a:pt x="12" y="1582"/>
                    <a:pt x="16" y="1591"/>
                  </a:cubicBezTo>
                  <a:cubicBezTo>
                    <a:pt x="19" y="1598"/>
                    <a:pt x="29" y="1613"/>
                    <a:pt x="34" y="1621"/>
                  </a:cubicBezTo>
                  <a:cubicBezTo>
                    <a:pt x="39" y="1630"/>
                    <a:pt x="59" y="1640"/>
                    <a:pt x="75" y="1645"/>
                  </a:cubicBezTo>
                  <a:cubicBezTo>
                    <a:pt x="86" y="1649"/>
                    <a:pt x="106" y="1660"/>
                    <a:pt x="108" y="1655"/>
                  </a:cubicBezTo>
                  <a:cubicBezTo>
                    <a:pt x="111" y="1644"/>
                    <a:pt x="104" y="1637"/>
                    <a:pt x="96" y="1633"/>
                  </a:cubicBezTo>
                  <a:cubicBezTo>
                    <a:pt x="91" y="1630"/>
                    <a:pt x="106" y="1639"/>
                    <a:pt x="109" y="1629"/>
                  </a:cubicBezTo>
                  <a:cubicBezTo>
                    <a:pt x="110" y="1626"/>
                    <a:pt x="110" y="1625"/>
                    <a:pt x="107" y="1620"/>
                  </a:cubicBezTo>
                  <a:cubicBezTo>
                    <a:pt x="109" y="1614"/>
                    <a:pt x="108" y="1614"/>
                    <a:pt x="104" y="1608"/>
                  </a:cubicBezTo>
                  <a:cubicBezTo>
                    <a:pt x="111" y="1606"/>
                    <a:pt x="106" y="1575"/>
                    <a:pt x="103" y="1560"/>
                  </a:cubicBezTo>
                  <a:cubicBezTo>
                    <a:pt x="104" y="1548"/>
                    <a:pt x="105" y="1512"/>
                    <a:pt x="96" y="1487"/>
                  </a:cubicBezTo>
                  <a:cubicBezTo>
                    <a:pt x="91" y="1471"/>
                    <a:pt x="88" y="1456"/>
                    <a:pt x="88" y="1447"/>
                  </a:cubicBezTo>
                  <a:cubicBezTo>
                    <a:pt x="84" y="1424"/>
                    <a:pt x="110" y="1263"/>
                    <a:pt x="124" y="1217"/>
                  </a:cubicBezTo>
                  <a:cubicBezTo>
                    <a:pt x="153" y="1121"/>
                    <a:pt x="144" y="1038"/>
                    <a:pt x="147" y="1021"/>
                  </a:cubicBezTo>
                  <a:cubicBezTo>
                    <a:pt x="150" y="1004"/>
                    <a:pt x="169" y="915"/>
                    <a:pt x="175" y="875"/>
                  </a:cubicBezTo>
                  <a:cubicBezTo>
                    <a:pt x="176" y="876"/>
                    <a:pt x="176" y="876"/>
                    <a:pt x="176" y="876"/>
                  </a:cubicBezTo>
                  <a:cubicBezTo>
                    <a:pt x="179" y="925"/>
                    <a:pt x="184" y="998"/>
                    <a:pt x="185" y="1023"/>
                  </a:cubicBezTo>
                  <a:cubicBezTo>
                    <a:pt x="187" y="1057"/>
                    <a:pt x="209" y="1115"/>
                    <a:pt x="194" y="1143"/>
                  </a:cubicBezTo>
                  <a:cubicBezTo>
                    <a:pt x="179" y="1171"/>
                    <a:pt x="154" y="1217"/>
                    <a:pt x="141" y="1294"/>
                  </a:cubicBezTo>
                  <a:cubicBezTo>
                    <a:pt x="129" y="1354"/>
                    <a:pt x="110" y="1417"/>
                    <a:pt x="122" y="1527"/>
                  </a:cubicBezTo>
                  <a:cubicBezTo>
                    <a:pt x="130" y="1604"/>
                    <a:pt x="128" y="1655"/>
                    <a:pt x="148" y="1741"/>
                  </a:cubicBezTo>
                  <a:cubicBezTo>
                    <a:pt x="165" y="1818"/>
                    <a:pt x="200" y="1912"/>
                    <a:pt x="210" y="1969"/>
                  </a:cubicBezTo>
                  <a:cubicBezTo>
                    <a:pt x="220" y="2025"/>
                    <a:pt x="224" y="2054"/>
                    <a:pt x="227" y="2091"/>
                  </a:cubicBezTo>
                  <a:cubicBezTo>
                    <a:pt x="229" y="2128"/>
                    <a:pt x="204" y="2303"/>
                    <a:pt x="232" y="2404"/>
                  </a:cubicBezTo>
                  <a:cubicBezTo>
                    <a:pt x="259" y="2505"/>
                    <a:pt x="271" y="2569"/>
                    <a:pt x="276" y="2594"/>
                  </a:cubicBezTo>
                  <a:cubicBezTo>
                    <a:pt x="288" y="2648"/>
                    <a:pt x="277" y="2654"/>
                    <a:pt x="282" y="2681"/>
                  </a:cubicBezTo>
                  <a:cubicBezTo>
                    <a:pt x="287" y="2708"/>
                    <a:pt x="288" y="2705"/>
                    <a:pt x="274" y="2731"/>
                  </a:cubicBezTo>
                  <a:cubicBezTo>
                    <a:pt x="261" y="2748"/>
                    <a:pt x="241" y="2785"/>
                    <a:pt x="234" y="2793"/>
                  </a:cubicBezTo>
                  <a:cubicBezTo>
                    <a:pt x="228" y="2802"/>
                    <a:pt x="231" y="2810"/>
                    <a:pt x="234" y="2815"/>
                  </a:cubicBezTo>
                  <a:cubicBezTo>
                    <a:pt x="229" y="2828"/>
                    <a:pt x="244" y="2835"/>
                    <a:pt x="249" y="2835"/>
                  </a:cubicBezTo>
                  <a:cubicBezTo>
                    <a:pt x="247" y="2850"/>
                    <a:pt x="275" y="2848"/>
                    <a:pt x="281" y="2842"/>
                  </a:cubicBezTo>
                  <a:cubicBezTo>
                    <a:pt x="289" y="2850"/>
                    <a:pt x="310" y="2850"/>
                    <a:pt x="318" y="2840"/>
                  </a:cubicBezTo>
                  <a:cubicBezTo>
                    <a:pt x="331" y="2851"/>
                    <a:pt x="354" y="2851"/>
                    <a:pt x="369" y="2837"/>
                  </a:cubicBezTo>
                  <a:cubicBezTo>
                    <a:pt x="384" y="2822"/>
                    <a:pt x="385" y="2807"/>
                    <a:pt x="384" y="2792"/>
                  </a:cubicBezTo>
                  <a:cubicBezTo>
                    <a:pt x="382" y="2778"/>
                    <a:pt x="385" y="2773"/>
                    <a:pt x="389" y="2755"/>
                  </a:cubicBezTo>
                  <a:cubicBezTo>
                    <a:pt x="392" y="2736"/>
                    <a:pt x="394" y="2722"/>
                    <a:pt x="388" y="2709"/>
                  </a:cubicBezTo>
                  <a:cubicBezTo>
                    <a:pt x="381" y="2696"/>
                    <a:pt x="381" y="2690"/>
                    <a:pt x="381" y="2677"/>
                  </a:cubicBezTo>
                  <a:cubicBezTo>
                    <a:pt x="381" y="2664"/>
                    <a:pt x="385" y="2644"/>
                    <a:pt x="377" y="2628"/>
                  </a:cubicBezTo>
                  <a:cubicBezTo>
                    <a:pt x="369" y="2611"/>
                    <a:pt x="359" y="2572"/>
                    <a:pt x="361" y="2529"/>
                  </a:cubicBezTo>
                  <a:cubicBezTo>
                    <a:pt x="362" y="2486"/>
                    <a:pt x="394" y="2247"/>
                    <a:pt x="381" y="2165"/>
                  </a:cubicBezTo>
                  <a:cubicBezTo>
                    <a:pt x="367" y="2083"/>
                    <a:pt x="372" y="2066"/>
                    <a:pt x="376" y="2038"/>
                  </a:cubicBezTo>
                  <a:cubicBezTo>
                    <a:pt x="379" y="2010"/>
                    <a:pt x="387" y="1965"/>
                    <a:pt x="380" y="1906"/>
                  </a:cubicBezTo>
                  <a:cubicBezTo>
                    <a:pt x="377" y="1883"/>
                    <a:pt x="378" y="1788"/>
                    <a:pt x="378" y="1691"/>
                  </a:cubicBezTo>
                  <a:cubicBezTo>
                    <a:pt x="379" y="1629"/>
                    <a:pt x="396" y="1546"/>
                    <a:pt x="379" y="1530"/>
                  </a:cubicBezTo>
                  <a:cubicBezTo>
                    <a:pt x="380" y="1529"/>
                    <a:pt x="380" y="1529"/>
                    <a:pt x="380" y="1529"/>
                  </a:cubicBezTo>
                  <a:cubicBezTo>
                    <a:pt x="384" y="1530"/>
                    <a:pt x="388" y="1531"/>
                    <a:pt x="392" y="1531"/>
                  </a:cubicBezTo>
                  <a:cubicBezTo>
                    <a:pt x="393" y="1531"/>
                    <a:pt x="393" y="1531"/>
                    <a:pt x="393" y="1531"/>
                  </a:cubicBezTo>
                  <a:cubicBezTo>
                    <a:pt x="398" y="1531"/>
                    <a:pt x="404" y="1530"/>
                    <a:pt x="409" y="1528"/>
                  </a:cubicBezTo>
                  <a:cubicBezTo>
                    <a:pt x="408" y="1530"/>
                    <a:pt x="408" y="1530"/>
                    <a:pt x="408" y="1530"/>
                  </a:cubicBezTo>
                  <a:cubicBezTo>
                    <a:pt x="392" y="1546"/>
                    <a:pt x="409" y="1629"/>
                    <a:pt x="409" y="1691"/>
                  </a:cubicBezTo>
                  <a:cubicBezTo>
                    <a:pt x="410" y="1788"/>
                    <a:pt x="411" y="1883"/>
                    <a:pt x="408" y="1906"/>
                  </a:cubicBezTo>
                  <a:cubicBezTo>
                    <a:pt x="401" y="1965"/>
                    <a:pt x="409" y="2010"/>
                    <a:pt x="412" y="2038"/>
                  </a:cubicBezTo>
                  <a:cubicBezTo>
                    <a:pt x="415" y="2066"/>
                    <a:pt x="420" y="2083"/>
                    <a:pt x="407" y="2165"/>
                  </a:cubicBezTo>
                  <a:cubicBezTo>
                    <a:pt x="394" y="2247"/>
                    <a:pt x="425" y="2486"/>
                    <a:pt x="427" y="2529"/>
                  </a:cubicBezTo>
                  <a:cubicBezTo>
                    <a:pt x="429" y="2572"/>
                    <a:pt x="419" y="2611"/>
                    <a:pt x="410" y="2628"/>
                  </a:cubicBezTo>
                  <a:cubicBezTo>
                    <a:pt x="402" y="2644"/>
                    <a:pt x="407" y="2664"/>
                    <a:pt x="407" y="2677"/>
                  </a:cubicBezTo>
                  <a:cubicBezTo>
                    <a:pt x="407" y="2690"/>
                    <a:pt x="407" y="2696"/>
                    <a:pt x="400" y="2709"/>
                  </a:cubicBezTo>
                  <a:cubicBezTo>
                    <a:pt x="393" y="2722"/>
                    <a:pt x="396" y="2736"/>
                    <a:pt x="399" y="2755"/>
                  </a:cubicBezTo>
                  <a:cubicBezTo>
                    <a:pt x="402" y="2773"/>
                    <a:pt x="405" y="2778"/>
                    <a:pt x="404" y="2792"/>
                  </a:cubicBezTo>
                  <a:cubicBezTo>
                    <a:pt x="402" y="2807"/>
                    <a:pt x="404" y="2822"/>
                    <a:pt x="419" y="2837"/>
                  </a:cubicBezTo>
                  <a:cubicBezTo>
                    <a:pt x="433" y="2851"/>
                    <a:pt x="456" y="2851"/>
                    <a:pt x="470" y="2840"/>
                  </a:cubicBezTo>
                  <a:cubicBezTo>
                    <a:pt x="478" y="2850"/>
                    <a:pt x="499" y="2850"/>
                    <a:pt x="506" y="2842"/>
                  </a:cubicBezTo>
                  <a:cubicBezTo>
                    <a:pt x="513" y="2848"/>
                    <a:pt x="540" y="2850"/>
                    <a:pt x="539" y="2835"/>
                  </a:cubicBezTo>
                  <a:cubicBezTo>
                    <a:pt x="544" y="2835"/>
                    <a:pt x="558" y="2828"/>
                    <a:pt x="553" y="2815"/>
                  </a:cubicBezTo>
                  <a:cubicBezTo>
                    <a:pt x="557" y="2810"/>
                    <a:pt x="560" y="2802"/>
                    <a:pt x="553" y="2793"/>
                  </a:cubicBezTo>
                  <a:cubicBezTo>
                    <a:pt x="547" y="2785"/>
                    <a:pt x="526" y="2748"/>
                    <a:pt x="514" y="2731"/>
                  </a:cubicBezTo>
                  <a:cubicBezTo>
                    <a:pt x="500" y="2705"/>
                    <a:pt x="501" y="2708"/>
                    <a:pt x="505" y="2681"/>
                  </a:cubicBezTo>
                  <a:cubicBezTo>
                    <a:pt x="510" y="2654"/>
                    <a:pt x="500" y="2648"/>
                    <a:pt x="512" y="2594"/>
                  </a:cubicBezTo>
                  <a:cubicBezTo>
                    <a:pt x="517" y="2569"/>
                    <a:pt x="529" y="2505"/>
                    <a:pt x="556" y="2404"/>
                  </a:cubicBezTo>
                  <a:cubicBezTo>
                    <a:pt x="583" y="2303"/>
                    <a:pt x="559" y="2128"/>
                    <a:pt x="561" y="2091"/>
                  </a:cubicBezTo>
                  <a:cubicBezTo>
                    <a:pt x="563" y="2054"/>
                    <a:pt x="568" y="2025"/>
                    <a:pt x="578" y="1969"/>
                  </a:cubicBezTo>
                  <a:cubicBezTo>
                    <a:pt x="587" y="1912"/>
                    <a:pt x="623" y="1818"/>
                    <a:pt x="640" y="1741"/>
                  </a:cubicBezTo>
                  <a:cubicBezTo>
                    <a:pt x="660" y="1655"/>
                    <a:pt x="658" y="1604"/>
                    <a:pt x="666" y="1527"/>
                  </a:cubicBezTo>
                  <a:cubicBezTo>
                    <a:pt x="677" y="1417"/>
                    <a:pt x="658" y="1354"/>
                    <a:pt x="646" y="1294"/>
                  </a:cubicBezTo>
                  <a:cubicBezTo>
                    <a:pt x="633" y="1217"/>
                    <a:pt x="608" y="1171"/>
                    <a:pt x="594" y="1143"/>
                  </a:cubicBezTo>
                  <a:cubicBezTo>
                    <a:pt x="579" y="1115"/>
                    <a:pt x="601" y="1057"/>
                    <a:pt x="602" y="1023"/>
                  </a:cubicBezTo>
                  <a:cubicBezTo>
                    <a:pt x="604" y="997"/>
                    <a:pt x="609" y="922"/>
                    <a:pt x="612" y="874"/>
                  </a:cubicBezTo>
                  <a:cubicBezTo>
                    <a:pt x="612" y="874"/>
                    <a:pt x="612" y="874"/>
                    <a:pt x="612" y="874"/>
                  </a:cubicBezTo>
                  <a:cubicBezTo>
                    <a:pt x="618" y="914"/>
                    <a:pt x="638" y="1004"/>
                    <a:pt x="641" y="1021"/>
                  </a:cubicBezTo>
                  <a:cubicBezTo>
                    <a:pt x="644" y="1038"/>
                    <a:pt x="635" y="1121"/>
                    <a:pt x="663" y="1217"/>
                  </a:cubicBezTo>
                  <a:cubicBezTo>
                    <a:pt x="678" y="1263"/>
                    <a:pt x="704" y="1424"/>
                    <a:pt x="699" y="1447"/>
                  </a:cubicBezTo>
                  <a:cubicBezTo>
                    <a:pt x="700" y="1456"/>
                    <a:pt x="697" y="1471"/>
                    <a:pt x="691" y="1487"/>
                  </a:cubicBezTo>
                  <a:cubicBezTo>
                    <a:pt x="683" y="1512"/>
                    <a:pt x="684" y="1548"/>
                    <a:pt x="685" y="1560"/>
                  </a:cubicBezTo>
                  <a:cubicBezTo>
                    <a:pt x="682" y="1575"/>
                    <a:pt x="676" y="1606"/>
                    <a:pt x="684" y="1608"/>
                  </a:cubicBezTo>
                  <a:cubicBezTo>
                    <a:pt x="680" y="1614"/>
                    <a:pt x="678" y="1614"/>
                    <a:pt x="680" y="1620"/>
                  </a:cubicBezTo>
                  <a:cubicBezTo>
                    <a:pt x="678" y="1625"/>
                    <a:pt x="678" y="1626"/>
                    <a:pt x="679" y="1629"/>
                  </a:cubicBezTo>
                  <a:cubicBezTo>
                    <a:pt x="682" y="1639"/>
                    <a:pt x="696" y="1630"/>
                    <a:pt x="691" y="1633"/>
                  </a:cubicBezTo>
                  <a:cubicBezTo>
                    <a:pt x="683" y="1637"/>
                    <a:pt x="676" y="1644"/>
                    <a:pt x="680" y="1655"/>
                  </a:cubicBezTo>
                  <a:cubicBezTo>
                    <a:pt x="682" y="1660"/>
                    <a:pt x="702" y="1649"/>
                    <a:pt x="713" y="1645"/>
                  </a:cubicBezTo>
                  <a:cubicBezTo>
                    <a:pt x="729" y="1640"/>
                    <a:pt x="748" y="1630"/>
                    <a:pt x="753" y="1621"/>
                  </a:cubicBezTo>
                  <a:cubicBezTo>
                    <a:pt x="758" y="1613"/>
                    <a:pt x="768" y="1598"/>
                    <a:pt x="771" y="1591"/>
                  </a:cubicBezTo>
                  <a:cubicBezTo>
                    <a:pt x="776" y="1582"/>
                    <a:pt x="775" y="1576"/>
                    <a:pt x="778" y="1569"/>
                  </a:cubicBezTo>
                  <a:cubicBezTo>
                    <a:pt x="781" y="1563"/>
                    <a:pt x="787" y="1555"/>
                    <a:pt x="784" y="1548"/>
                  </a:cubicBezTo>
                  <a:close/>
                </a:path>
              </a:pathLst>
            </a:custGeom>
            <a:noFill/>
            <a:ln w="19050" cap="rnd" cmpd="sng">
              <a:solidFill>
                <a:schemeClr val="bg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</p:grpSp>
      <p:grpSp>
        <p:nvGrpSpPr>
          <p:cNvPr id="63495" name="human-body-outline-front-view">
            <a:extLst>
              <a:ext uri="{FF2B5EF4-FFF2-40B4-BE49-F238E27FC236}">
                <a16:creationId xmlns:a16="http://schemas.microsoft.com/office/drawing/2014/main" id="{4973AE39-B760-473F-926D-71EB086063D0}"/>
              </a:ext>
            </a:extLst>
          </p:cNvPr>
          <p:cNvGrpSpPr>
            <a:grpSpLocks/>
          </p:cNvGrpSpPr>
          <p:nvPr/>
        </p:nvGrpSpPr>
        <p:grpSpPr bwMode="auto">
          <a:xfrm>
            <a:off x="4843463" y="2801938"/>
            <a:ext cx="1427162" cy="3721100"/>
            <a:chOff x="1368" y="714"/>
            <a:chExt cx="899" cy="2344"/>
          </a:xfrm>
        </p:grpSpPr>
        <p:sp>
          <p:nvSpPr>
            <p:cNvPr id="63502" name="Freeform 71">
              <a:extLst>
                <a:ext uri="{FF2B5EF4-FFF2-40B4-BE49-F238E27FC236}">
                  <a16:creationId xmlns:a16="http://schemas.microsoft.com/office/drawing/2014/main" id="{BCAF4D60-DB62-47D1-B730-6577FB8F394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368" y="714"/>
              <a:ext cx="899" cy="2344"/>
            </a:xfrm>
            <a:custGeom>
              <a:avLst/>
              <a:gdLst>
                <a:gd name="T0" fmla="*/ 522 w 1120"/>
                <a:gd name="T1" fmla="*/ 676 h 2926"/>
                <a:gd name="T2" fmla="*/ 363 w 1120"/>
                <a:gd name="T3" fmla="*/ 247 h 2926"/>
                <a:gd name="T4" fmla="*/ 344 w 1120"/>
                <a:gd name="T5" fmla="*/ 179 h 2926"/>
                <a:gd name="T6" fmla="*/ 347 w 1120"/>
                <a:gd name="T7" fmla="*/ 166 h 2926"/>
                <a:gd name="T8" fmla="*/ 348 w 1120"/>
                <a:gd name="T9" fmla="*/ 159 h 2926"/>
                <a:gd name="T10" fmla="*/ 354 w 1120"/>
                <a:gd name="T11" fmla="*/ 155 h 2926"/>
                <a:gd name="T12" fmla="*/ 364 w 1120"/>
                <a:gd name="T13" fmla="*/ 103 h 2926"/>
                <a:gd name="T14" fmla="*/ 360 w 1120"/>
                <a:gd name="T15" fmla="*/ 56 h 2926"/>
                <a:gd name="T16" fmla="*/ 289 w 1120"/>
                <a:gd name="T17" fmla="*/ 2 h 2926"/>
                <a:gd name="T18" fmla="*/ 216 w 1120"/>
                <a:gd name="T19" fmla="*/ 66 h 2926"/>
                <a:gd name="T20" fmla="*/ 214 w 1120"/>
                <a:gd name="T21" fmla="*/ 106 h 2926"/>
                <a:gd name="T22" fmla="*/ 226 w 1120"/>
                <a:gd name="T23" fmla="*/ 155 h 2926"/>
                <a:gd name="T24" fmla="*/ 232 w 1120"/>
                <a:gd name="T25" fmla="*/ 159 h 2926"/>
                <a:gd name="T26" fmla="*/ 233 w 1120"/>
                <a:gd name="T27" fmla="*/ 166 h 2926"/>
                <a:gd name="T28" fmla="*/ 234 w 1120"/>
                <a:gd name="T29" fmla="*/ 172 h 2926"/>
                <a:gd name="T30" fmla="*/ 235 w 1120"/>
                <a:gd name="T31" fmla="*/ 179 h 2926"/>
                <a:gd name="T32" fmla="*/ 237 w 1120"/>
                <a:gd name="T33" fmla="*/ 185 h 2926"/>
                <a:gd name="T34" fmla="*/ 218 w 1120"/>
                <a:gd name="T35" fmla="*/ 247 h 2926"/>
                <a:gd name="T36" fmla="*/ 58 w 1120"/>
                <a:gd name="T37" fmla="*/ 676 h 2926"/>
                <a:gd name="T38" fmla="*/ 9 w 1120"/>
                <a:gd name="T39" fmla="*/ 849 h 2926"/>
                <a:gd name="T40" fmla="*/ 70 w 1120"/>
                <a:gd name="T41" fmla="*/ 901 h 2926"/>
                <a:gd name="T42" fmla="*/ 90 w 1120"/>
                <a:gd name="T43" fmla="*/ 883 h 2926"/>
                <a:gd name="T44" fmla="*/ 92 w 1120"/>
                <a:gd name="T45" fmla="*/ 884 h 2926"/>
                <a:gd name="T46" fmla="*/ 104 w 1120"/>
                <a:gd name="T47" fmla="*/ 763 h 2926"/>
                <a:gd name="T48" fmla="*/ 153 w 1120"/>
                <a:gd name="T49" fmla="*/ 464 h 2926"/>
                <a:gd name="T50" fmla="*/ 169 w 1120"/>
                <a:gd name="T51" fmla="*/ 650 h 2926"/>
                <a:gd name="T52" fmla="*/ 161 w 1120"/>
                <a:gd name="T53" fmla="*/ 682 h 2926"/>
                <a:gd name="T54" fmla="*/ 159 w 1120"/>
                <a:gd name="T55" fmla="*/ 693 h 2926"/>
                <a:gd name="T56" fmla="*/ 157 w 1120"/>
                <a:gd name="T57" fmla="*/ 705 h 2926"/>
                <a:gd name="T58" fmla="*/ 155 w 1120"/>
                <a:gd name="T59" fmla="*/ 716 h 2926"/>
                <a:gd name="T60" fmla="*/ 153 w 1120"/>
                <a:gd name="T61" fmla="*/ 726 h 2926"/>
                <a:gd name="T62" fmla="*/ 153 w 1120"/>
                <a:gd name="T63" fmla="*/ 735 h 2926"/>
                <a:gd name="T64" fmla="*/ 218 w 1120"/>
                <a:gd name="T65" fmla="*/ 1395 h 2926"/>
                <a:gd name="T66" fmla="*/ 178 w 1120"/>
                <a:gd name="T67" fmla="*/ 1485 h 2926"/>
                <a:gd name="T68" fmla="*/ 211 w 1120"/>
                <a:gd name="T69" fmla="*/ 1500 h 2926"/>
                <a:gd name="T70" fmla="*/ 228 w 1120"/>
                <a:gd name="T71" fmla="*/ 1498 h 2926"/>
                <a:gd name="T72" fmla="*/ 253 w 1120"/>
                <a:gd name="T73" fmla="*/ 1502 h 2926"/>
                <a:gd name="T74" fmla="*/ 258 w 1120"/>
                <a:gd name="T75" fmla="*/ 1499 h 2926"/>
                <a:gd name="T76" fmla="*/ 271 w 1120"/>
                <a:gd name="T77" fmla="*/ 1480 h 2926"/>
                <a:gd name="T78" fmla="*/ 263 w 1120"/>
                <a:gd name="T79" fmla="*/ 1105 h 2926"/>
                <a:gd name="T80" fmla="*/ 315 w 1120"/>
                <a:gd name="T81" fmla="*/ 1105 h 2926"/>
                <a:gd name="T82" fmla="*/ 308 w 1120"/>
                <a:gd name="T83" fmla="*/ 1480 h 2926"/>
                <a:gd name="T84" fmla="*/ 321 w 1120"/>
                <a:gd name="T85" fmla="*/ 1499 h 2926"/>
                <a:gd name="T86" fmla="*/ 327 w 1120"/>
                <a:gd name="T87" fmla="*/ 1502 h 2926"/>
                <a:gd name="T88" fmla="*/ 335 w 1120"/>
                <a:gd name="T89" fmla="*/ 1503 h 2926"/>
                <a:gd name="T90" fmla="*/ 364 w 1120"/>
                <a:gd name="T91" fmla="*/ 1500 h 2926"/>
                <a:gd name="T92" fmla="*/ 390 w 1120"/>
                <a:gd name="T93" fmla="*/ 1492 h 2926"/>
                <a:gd name="T94" fmla="*/ 391 w 1120"/>
                <a:gd name="T95" fmla="*/ 1460 h 2926"/>
                <a:gd name="T96" fmla="*/ 401 w 1120"/>
                <a:gd name="T97" fmla="*/ 1083 h 2926"/>
                <a:gd name="T98" fmla="*/ 426 w 1120"/>
                <a:gd name="T99" fmla="*/ 731 h 2926"/>
                <a:gd name="T100" fmla="*/ 425 w 1120"/>
                <a:gd name="T101" fmla="*/ 723 h 2926"/>
                <a:gd name="T102" fmla="*/ 423 w 1120"/>
                <a:gd name="T103" fmla="*/ 711 h 2926"/>
                <a:gd name="T104" fmla="*/ 421 w 1120"/>
                <a:gd name="T105" fmla="*/ 700 h 2926"/>
                <a:gd name="T106" fmla="*/ 419 w 1120"/>
                <a:gd name="T107" fmla="*/ 688 h 2926"/>
                <a:gd name="T108" fmla="*/ 417 w 1120"/>
                <a:gd name="T109" fmla="*/ 676 h 2926"/>
                <a:gd name="T110" fmla="*/ 414 w 1120"/>
                <a:gd name="T111" fmla="*/ 667 h 2926"/>
                <a:gd name="T112" fmla="*/ 416 w 1120"/>
                <a:gd name="T113" fmla="*/ 565 h 2926"/>
                <a:gd name="T114" fmla="*/ 440 w 1120"/>
                <a:gd name="T115" fmla="*/ 627 h 2926"/>
                <a:gd name="T116" fmla="*/ 486 w 1120"/>
                <a:gd name="T117" fmla="*/ 884 h 2926"/>
                <a:gd name="T118" fmla="*/ 489 w 1120"/>
                <a:gd name="T119" fmla="*/ 884 h 2926"/>
                <a:gd name="T120" fmla="*/ 490 w 1120"/>
                <a:gd name="T121" fmla="*/ 883 h 2926"/>
                <a:gd name="T122" fmla="*/ 534 w 1120"/>
                <a:gd name="T123" fmla="*/ 861 h 2926"/>
                <a:gd name="T124" fmla="*/ 348 w 1120"/>
                <a:gd name="T125" fmla="*/ 159 h 292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1120" h="2926">
                  <a:moveTo>
                    <a:pt x="1111" y="1628"/>
                  </a:moveTo>
                  <a:cubicBezTo>
                    <a:pt x="1106" y="1614"/>
                    <a:pt x="1105" y="1598"/>
                    <a:pt x="1100" y="1592"/>
                  </a:cubicBezTo>
                  <a:cubicBezTo>
                    <a:pt x="1095" y="1586"/>
                    <a:pt x="1087" y="1551"/>
                    <a:pt x="1078" y="1540"/>
                  </a:cubicBezTo>
                  <a:cubicBezTo>
                    <a:pt x="1069" y="1528"/>
                    <a:pt x="1035" y="1477"/>
                    <a:pt x="1026" y="1469"/>
                  </a:cubicBezTo>
                  <a:cubicBezTo>
                    <a:pt x="1023" y="1464"/>
                    <a:pt x="1025" y="1444"/>
                    <a:pt x="1021" y="1430"/>
                  </a:cubicBezTo>
                  <a:cubicBezTo>
                    <a:pt x="1017" y="1416"/>
                    <a:pt x="1018" y="1402"/>
                    <a:pt x="1014" y="1386"/>
                  </a:cubicBezTo>
                  <a:cubicBezTo>
                    <a:pt x="1010" y="1369"/>
                    <a:pt x="1010" y="1337"/>
                    <a:pt x="1009" y="1315"/>
                  </a:cubicBezTo>
                  <a:cubicBezTo>
                    <a:pt x="1007" y="1277"/>
                    <a:pt x="1007" y="1129"/>
                    <a:pt x="985" y="1075"/>
                  </a:cubicBezTo>
                  <a:cubicBezTo>
                    <a:pt x="981" y="1058"/>
                    <a:pt x="976" y="1031"/>
                    <a:pt x="977" y="992"/>
                  </a:cubicBezTo>
                  <a:cubicBezTo>
                    <a:pt x="975" y="886"/>
                    <a:pt x="951" y="825"/>
                    <a:pt x="953" y="792"/>
                  </a:cubicBezTo>
                  <a:cubicBezTo>
                    <a:pt x="960" y="744"/>
                    <a:pt x="949" y="693"/>
                    <a:pt x="940" y="653"/>
                  </a:cubicBezTo>
                  <a:cubicBezTo>
                    <a:pt x="921" y="567"/>
                    <a:pt x="879" y="544"/>
                    <a:pt x="860" y="540"/>
                  </a:cubicBezTo>
                  <a:cubicBezTo>
                    <a:pt x="840" y="536"/>
                    <a:pt x="810" y="533"/>
                    <a:pt x="797" y="520"/>
                  </a:cubicBezTo>
                  <a:cubicBezTo>
                    <a:pt x="787" y="512"/>
                    <a:pt x="720" y="481"/>
                    <a:pt x="701" y="479"/>
                  </a:cubicBezTo>
                  <a:cubicBezTo>
                    <a:pt x="651" y="470"/>
                    <a:pt x="660" y="380"/>
                    <a:pt x="660" y="362"/>
                  </a:cubicBezTo>
                  <a:cubicBezTo>
                    <a:pt x="660" y="362"/>
                    <a:pt x="660" y="362"/>
                    <a:pt x="660" y="362"/>
                  </a:cubicBezTo>
                  <a:cubicBezTo>
                    <a:pt x="660" y="362"/>
                    <a:pt x="660" y="362"/>
                    <a:pt x="660" y="362"/>
                  </a:cubicBezTo>
                  <a:cubicBezTo>
                    <a:pt x="661" y="360"/>
                    <a:pt x="661" y="358"/>
                    <a:pt x="662" y="357"/>
                  </a:cubicBezTo>
                  <a:cubicBezTo>
                    <a:pt x="662" y="357"/>
                    <a:pt x="662" y="356"/>
                    <a:pt x="662" y="356"/>
                  </a:cubicBezTo>
                  <a:cubicBezTo>
                    <a:pt x="663" y="355"/>
                    <a:pt x="663" y="353"/>
                    <a:pt x="664" y="351"/>
                  </a:cubicBezTo>
                  <a:cubicBezTo>
                    <a:pt x="664" y="350"/>
                    <a:pt x="664" y="350"/>
                    <a:pt x="664" y="350"/>
                  </a:cubicBezTo>
                  <a:cubicBezTo>
                    <a:pt x="665" y="348"/>
                    <a:pt x="665" y="346"/>
                    <a:pt x="666" y="344"/>
                  </a:cubicBezTo>
                  <a:cubicBezTo>
                    <a:pt x="666" y="344"/>
                    <a:pt x="666" y="344"/>
                    <a:pt x="666" y="343"/>
                  </a:cubicBezTo>
                  <a:cubicBezTo>
                    <a:pt x="666" y="341"/>
                    <a:pt x="667" y="339"/>
                    <a:pt x="667" y="337"/>
                  </a:cubicBezTo>
                  <a:cubicBezTo>
                    <a:pt x="667" y="337"/>
                    <a:pt x="667" y="337"/>
                    <a:pt x="668" y="337"/>
                  </a:cubicBezTo>
                  <a:cubicBezTo>
                    <a:pt x="668" y="334"/>
                    <a:pt x="669" y="332"/>
                    <a:pt x="669" y="330"/>
                  </a:cubicBezTo>
                  <a:cubicBezTo>
                    <a:pt x="669" y="330"/>
                    <a:pt x="669" y="330"/>
                    <a:pt x="669" y="330"/>
                  </a:cubicBezTo>
                  <a:cubicBezTo>
                    <a:pt x="669" y="328"/>
                    <a:pt x="670" y="325"/>
                    <a:pt x="670" y="323"/>
                  </a:cubicBezTo>
                  <a:cubicBezTo>
                    <a:pt x="670" y="323"/>
                    <a:pt x="670" y="323"/>
                    <a:pt x="670" y="323"/>
                  </a:cubicBezTo>
                  <a:cubicBezTo>
                    <a:pt x="671" y="321"/>
                    <a:pt x="671" y="319"/>
                    <a:pt x="671" y="317"/>
                  </a:cubicBezTo>
                  <a:cubicBezTo>
                    <a:pt x="671" y="317"/>
                    <a:pt x="671" y="317"/>
                    <a:pt x="671" y="317"/>
                  </a:cubicBezTo>
                  <a:cubicBezTo>
                    <a:pt x="672" y="315"/>
                    <a:pt x="672" y="313"/>
                    <a:pt x="672" y="312"/>
                  </a:cubicBezTo>
                  <a:cubicBezTo>
                    <a:pt x="672" y="312"/>
                    <a:pt x="672" y="312"/>
                    <a:pt x="672" y="312"/>
                  </a:cubicBezTo>
                  <a:cubicBezTo>
                    <a:pt x="672" y="311"/>
                    <a:pt x="672" y="310"/>
                    <a:pt x="672" y="310"/>
                  </a:cubicBezTo>
                  <a:cubicBezTo>
                    <a:pt x="672" y="310"/>
                    <a:pt x="672" y="310"/>
                    <a:pt x="672" y="310"/>
                  </a:cubicBezTo>
                  <a:cubicBezTo>
                    <a:pt x="674" y="309"/>
                    <a:pt x="676" y="308"/>
                    <a:pt x="679" y="306"/>
                  </a:cubicBezTo>
                  <a:cubicBezTo>
                    <a:pt x="679" y="306"/>
                    <a:pt x="679" y="306"/>
                    <a:pt x="679" y="306"/>
                  </a:cubicBezTo>
                  <a:cubicBezTo>
                    <a:pt x="680" y="305"/>
                    <a:pt x="680" y="305"/>
                    <a:pt x="681" y="305"/>
                  </a:cubicBezTo>
                  <a:cubicBezTo>
                    <a:pt x="681" y="304"/>
                    <a:pt x="681" y="304"/>
                    <a:pt x="681" y="304"/>
                  </a:cubicBezTo>
                  <a:cubicBezTo>
                    <a:pt x="682" y="304"/>
                    <a:pt x="682" y="303"/>
                    <a:pt x="682" y="303"/>
                  </a:cubicBezTo>
                  <a:cubicBezTo>
                    <a:pt x="683" y="303"/>
                    <a:pt x="683" y="302"/>
                    <a:pt x="683" y="302"/>
                  </a:cubicBezTo>
                  <a:cubicBezTo>
                    <a:pt x="683" y="302"/>
                    <a:pt x="684" y="302"/>
                    <a:pt x="684" y="301"/>
                  </a:cubicBezTo>
                  <a:cubicBezTo>
                    <a:pt x="684" y="301"/>
                    <a:pt x="685" y="300"/>
                    <a:pt x="685" y="300"/>
                  </a:cubicBezTo>
                  <a:cubicBezTo>
                    <a:pt x="688" y="296"/>
                    <a:pt x="689" y="291"/>
                    <a:pt x="693" y="286"/>
                  </a:cubicBezTo>
                  <a:cubicBezTo>
                    <a:pt x="696" y="280"/>
                    <a:pt x="695" y="276"/>
                    <a:pt x="698" y="267"/>
                  </a:cubicBezTo>
                  <a:cubicBezTo>
                    <a:pt x="701" y="258"/>
                    <a:pt x="703" y="244"/>
                    <a:pt x="703" y="239"/>
                  </a:cubicBezTo>
                  <a:cubicBezTo>
                    <a:pt x="703" y="233"/>
                    <a:pt x="709" y="218"/>
                    <a:pt x="709" y="211"/>
                  </a:cubicBezTo>
                  <a:cubicBezTo>
                    <a:pt x="709" y="206"/>
                    <a:pt x="707" y="202"/>
                    <a:pt x="705" y="201"/>
                  </a:cubicBezTo>
                  <a:cubicBezTo>
                    <a:pt x="705" y="201"/>
                    <a:pt x="705" y="201"/>
                    <a:pt x="705" y="201"/>
                  </a:cubicBezTo>
                  <a:cubicBezTo>
                    <a:pt x="705" y="201"/>
                    <a:pt x="706" y="201"/>
                    <a:pt x="706" y="200"/>
                  </a:cubicBezTo>
                  <a:cubicBezTo>
                    <a:pt x="706" y="200"/>
                    <a:pt x="706" y="200"/>
                    <a:pt x="706" y="200"/>
                  </a:cubicBezTo>
                  <a:cubicBezTo>
                    <a:pt x="706" y="200"/>
                    <a:pt x="706" y="200"/>
                    <a:pt x="706" y="200"/>
                  </a:cubicBezTo>
                  <a:cubicBezTo>
                    <a:pt x="707" y="200"/>
                    <a:pt x="707" y="199"/>
                    <a:pt x="707" y="199"/>
                  </a:cubicBezTo>
                  <a:cubicBezTo>
                    <a:pt x="707" y="192"/>
                    <a:pt x="704" y="175"/>
                    <a:pt x="705" y="168"/>
                  </a:cubicBezTo>
                  <a:cubicBezTo>
                    <a:pt x="705" y="163"/>
                    <a:pt x="706" y="148"/>
                    <a:pt x="706" y="142"/>
                  </a:cubicBezTo>
                  <a:cubicBezTo>
                    <a:pt x="706" y="131"/>
                    <a:pt x="700" y="120"/>
                    <a:pt x="697" y="110"/>
                  </a:cubicBezTo>
                  <a:cubicBezTo>
                    <a:pt x="694" y="99"/>
                    <a:pt x="694" y="87"/>
                    <a:pt x="691" y="77"/>
                  </a:cubicBezTo>
                  <a:cubicBezTo>
                    <a:pt x="687" y="64"/>
                    <a:pt x="678" y="56"/>
                    <a:pt x="666" y="49"/>
                  </a:cubicBezTo>
                  <a:cubicBezTo>
                    <a:pt x="657" y="44"/>
                    <a:pt x="646" y="43"/>
                    <a:pt x="641" y="35"/>
                  </a:cubicBezTo>
                  <a:cubicBezTo>
                    <a:pt x="638" y="31"/>
                    <a:pt x="641" y="30"/>
                    <a:pt x="635" y="27"/>
                  </a:cubicBezTo>
                  <a:cubicBezTo>
                    <a:pt x="632" y="25"/>
                    <a:pt x="626" y="24"/>
                    <a:pt x="623" y="23"/>
                  </a:cubicBezTo>
                  <a:cubicBezTo>
                    <a:pt x="614" y="21"/>
                    <a:pt x="602" y="16"/>
                    <a:pt x="604" y="5"/>
                  </a:cubicBezTo>
                  <a:cubicBezTo>
                    <a:pt x="591" y="2"/>
                    <a:pt x="570" y="13"/>
                    <a:pt x="559" y="2"/>
                  </a:cubicBezTo>
                  <a:cubicBezTo>
                    <a:pt x="551" y="2"/>
                    <a:pt x="551" y="2"/>
                    <a:pt x="551" y="2"/>
                  </a:cubicBezTo>
                  <a:cubicBezTo>
                    <a:pt x="544" y="4"/>
                    <a:pt x="535" y="3"/>
                    <a:pt x="528" y="0"/>
                  </a:cubicBezTo>
                  <a:cubicBezTo>
                    <a:pt x="525" y="6"/>
                    <a:pt x="511" y="12"/>
                    <a:pt x="503" y="12"/>
                  </a:cubicBezTo>
                  <a:cubicBezTo>
                    <a:pt x="493" y="12"/>
                    <a:pt x="482" y="14"/>
                    <a:pt x="476" y="23"/>
                  </a:cubicBezTo>
                  <a:cubicBezTo>
                    <a:pt x="480" y="22"/>
                    <a:pt x="485" y="20"/>
                    <a:pt x="487" y="23"/>
                  </a:cubicBezTo>
                  <a:cubicBezTo>
                    <a:pt x="461" y="37"/>
                    <a:pt x="429" y="57"/>
                    <a:pt x="426" y="89"/>
                  </a:cubicBezTo>
                  <a:cubicBezTo>
                    <a:pt x="425" y="103"/>
                    <a:pt x="418" y="114"/>
                    <a:pt x="417" y="128"/>
                  </a:cubicBezTo>
                  <a:cubicBezTo>
                    <a:pt x="416" y="142"/>
                    <a:pt x="405" y="149"/>
                    <a:pt x="410" y="163"/>
                  </a:cubicBezTo>
                  <a:cubicBezTo>
                    <a:pt x="409" y="172"/>
                    <a:pt x="412" y="172"/>
                    <a:pt x="412" y="180"/>
                  </a:cubicBezTo>
                  <a:cubicBezTo>
                    <a:pt x="409" y="189"/>
                    <a:pt x="417" y="200"/>
                    <a:pt x="417" y="200"/>
                  </a:cubicBezTo>
                  <a:cubicBezTo>
                    <a:pt x="417" y="200"/>
                    <a:pt x="417" y="200"/>
                    <a:pt x="417" y="200"/>
                  </a:cubicBezTo>
                  <a:cubicBezTo>
                    <a:pt x="416" y="200"/>
                    <a:pt x="415" y="202"/>
                    <a:pt x="414" y="204"/>
                  </a:cubicBezTo>
                  <a:cubicBezTo>
                    <a:pt x="414" y="204"/>
                    <a:pt x="414" y="204"/>
                    <a:pt x="414" y="204"/>
                  </a:cubicBezTo>
                  <a:cubicBezTo>
                    <a:pt x="413" y="205"/>
                    <a:pt x="413" y="205"/>
                    <a:pt x="413" y="206"/>
                  </a:cubicBezTo>
                  <a:cubicBezTo>
                    <a:pt x="413" y="207"/>
                    <a:pt x="413" y="207"/>
                    <a:pt x="413" y="207"/>
                  </a:cubicBezTo>
                  <a:cubicBezTo>
                    <a:pt x="412" y="208"/>
                    <a:pt x="412" y="209"/>
                    <a:pt x="412" y="211"/>
                  </a:cubicBezTo>
                  <a:cubicBezTo>
                    <a:pt x="412" y="218"/>
                    <a:pt x="419" y="233"/>
                    <a:pt x="419" y="239"/>
                  </a:cubicBezTo>
                  <a:cubicBezTo>
                    <a:pt x="419" y="244"/>
                    <a:pt x="420" y="258"/>
                    <a:pt x="424" y="267"/>
                  </a:cubicBezTo>
                  <a:cubicBezTo>
                    <a:pt x="427" y="276"/>
                    <a:pt x="425" y="280"/>
                    <a:pt x="429" y="286"/>
                  </a:cubicBezTo>
                  <a:cubicBezTo>
                    <a:pt x="432" y="291"/>
                    <a:pt x="433" y="296"/>
                    <a:pt x="436" y="300"/>
                  </a:cubicBezTo>
                  <a:cubicBezTo>
                    <a:pt x="437" y="300"/>
                    <a:pt x="437" y="301"/>
                    <a:pt x="437" y="301"/>
                  </a:cubicBezTo>
                  <a:cubicBezTo>
                    <a:pt x="438" y="302"/>
                    <a:pt x="438" y="302"/>
                    <a:pt x="438" y="302"/>
                  </a:cubicBezTo>
                  <a:cubicBezTo>
                    <a:pt x="438" y="302"/>
                    <a:pt x="439" y="303"/>
                    <a:pt x="439" y="303"/>
                  </a:cubicBezTo>
                  <a:cubicBezTo>
                    <a:pt x="439" y="303"/>
                    <a:pt x="440" y="304"/>
                    <a:pt x="440" y="304"/>
                  </a:cubicBezTo>
                  <a:cubicBezTo>
                    <a:pt x="440" y="304"/>
                    <a:pt x="441" y="305"/>
                    <a:pt x="441" y="305"/>
                  </a:cubicBezTo>
                  <a:cubicBezTo>
                    <a:pt x="441" y="305"/>
                    <a:pt x="442" y="306"/>
                    <a:pt x="442" y="306"/>
                  </a:cubicBezTo>
                  <a:cubicBezTo>
                    <a:pt x="442" y="306"/>
                    <a:pt x="443" y="306"/>
                    <a:pt x="443" y="306"/>
                  </a:cubicBezTo>
                  <a:cubicBezTo>
                    <a:pt x="445" y="308"/>
                    <a:pt x="448" y="310"/>
                    <a:pt x="449" y="310"/>
                  </a:cubicBezTo>
                  <a:cubicBezTo>
                    <a:pt x="449" y="310"/>
                    <a:pt x="449" y="310"/>
                    <a:pt x="449" y="310"/>
                  </a:cubicBezTo>
                  <a:cubicBezTo>
                    <a:pt x="449" y="312"/>
                    <a:pt x="450" y="314"/>
                    <a:pt x="450" y="316"/>
                  </a:cubicBezTo>
                  <a:cubicBezTo>
                    <a:pt x="450" y="316"/>
                    <a:pt x="450" y="316"/>
                    <a:pt x="450" y="316"/>
                  </a:cubicBezTo>
                  <a:cubicBezTo>
                    <a:pt x="450" y="317"/>
                    <a:pt x="450" y="318"/>
                    <a:pt x="450" y="319"/>
                  </a:cubicBezTo>
                  <a:cubicBezTo>
                    <a:pt x="450" y="319"/>
                    <a:pt x="450" y="319"/>
                    <a:pt x="450" y="319"/>
                  </a:cubicBezTo>
                  <a:cubicBezTo>
                    <a:pt x="450" y="320"/>
                    <a:pt x="450" y="321"/>
                    <a:pt x="450" y="322"/>
                  </a:cubicBezTo>
                  <a:cubicBezTo>
                    <a:pt x="450" y="322"/>
                    <a:pt x="450" y="322"/>
                    <a:pt x="450" y="322"/>
                  </a:cubicBezTo>
                  <a:cubicBezTo>
                    <a:pt x="450" y="323"/>
                    <a:pt x="451" y="324"/>
                    <a:pt x="451" y="326"/>
                  </a:cubicBezTo>
                  <a:cubicBezTo>
                    <a:pt x="451" y="326"/>
                    <a:pt x="451" y="326"/>
                    <a:pt x="451" y="326"/>
                  </a:cubicBezTo>
                  <a:cubicBezTo>
                    <a:pt x="451" y="327"/>
                    <a:pt x="451" y="328"/>
                    <a:pt x="451" y="329"/>
                  </a:cubicBezTo>
                  <a:cubicBezTo>
                    <a:pt x="451" y="329"/>
                    <a:pt x="451" y="330"/>
                    <a:pt x="451" y="330"/>
                  </a:cubicBezTo>
                  <a:cubicBezTo>
                    <a:pt x="451" y="331"/>
                    <a:pt x="452" y="332"/>
                    <a:pt x="452" y="333"/>
                  </a:cubicBezTo>
                  <a:cubicBezTo>
                    <a:pt x="452" y="333"/>
                    <a:pt x="452" y="333"/>
                    <a:pt x="452" y="334"/>
                  </a:cubicBezTo>
                  <a:cubicBezTo>
                    <a:pt x="452" y="335"/>
                    <a:pt x="452" y="336"/>
                    <a:pt x="452" y="336"/>
                  </a:cubicBezTo>
                  <a:cubicBezTo>
                    <a:pt x="452" y="337"/>
                    <a:pt x="452" y="337"/>
                    <a:pt x="453" y="338"/>
                  </a:cubicBezTo>
                  <a:cubicBezTo>
                    <a:pt x="453" y="339"/>
                    <a:pt x="453" y="339"/>
                    <a:pt x="453" y="340"/>
                  </a:cubicBezTo>
                  <a:cubicBezTo>
                    <a:pt x="453" y="341"/>
                    <a:pt x="453" y="341"/>
                    <a:pt x="453" y="342"/>
                  </a:cubicBezTo>
                  <a:cubicBezTo>
                    <a:pt x="453" y="342"/>
                    <a:pt x="454" y="343"/>
                    <a:pt x="454" y="344"/>
                  </a:cubicBezTo>
                  <a:cubicBezTo>
                    <a:pt x="454" y="344"/>
                    <a:pt x="454" y="345"/>
                    <a:pt x="454" y="345"/>
                  </a:cubicBezTo>
                  <a:cubicBezTo>
                    <a:pt x="454" y="346"/>
                    <a:pt x="454" y="347"/>
                    <a:pt x="454" y="347"/>
                  </a:cubicBezTo>
                  <a:cubicBezTo>
                    <a:pt x="455" y="348"/>
                    <a:pt x="455" y="348"/>
                    <a:pt x="455" y="349"/>
                  </a:cubicBezTo>
                  <a:cubicBezTo>
                    <a:pt x="455" y="349"/>
                    <a:pt x="455" y="350"/>
                    <a:pt x="455" y="351"/>
                  </a:cubicBezTo>
                  <a:cubicBezTo>
                    <a:pt x="455" y="351"/>
                    <a:pt x="456" y="352"/>
                    <a:pt x="456" y="352"/>
                  </a:cubicBezTo>
                  <a:cubicBezTo>
                    <a:pt x="456" y="353"/>
                    <a:pt x="456" y="353"/>
                    <a:pt x="456" y="354"/>
                  </a:cubicBezTo>
                  <a:cubicBezTo>
                    <a:pt x="456" y="354"/>
                    <a:pt x="457" y="355"/>
                    <a:pt x="457" y="355"/>
                  </a:cubicBezTo>
                  <a:cubicBezTo>
                    <a:pt x="457" y="356"/>
                    <a:pt x="457" y="356"/>
                    <a:pt x="457" y="357"/>
                  </a:cubicBezTo>
                  <a:cubicBezTo>
                    <a:pt x="457" y="357"/>
                    <a:pt x="458" y="358"/>
                    <a:pt x="458" y="358"/>
                  </a:cubicBezTo>
                  <a:cubicBezTo>
                    <a:pt x="458" y="359"/>
                    <a:pt x="458" y="359"/>
                    <a:pt x="458" y="359"/>
                  </a:cubicBezTo>
                  <a:cubicBezTo>
                    <a:pt x="459" y="360"/>
                    <a:pt x="459" y="361"/>
                    <a:pt x="459" y="362"/>
                  </a:cubicBezTo>
                  <a:cubicBezTo>
                    <a:pt x="460" y="362"/>
                    <a:pt x="460" y="363"/>
                    <a:pt x="461" y="364"/>
                  </a:cubicBezTo>
                  <a:cubicBezTo>
                    <a:pt x="461" y="365"/>
                    <a:pt x="461" y="365"/>
                    <a:pt x="461" y="366"/>
                  </a:cubicBezTo>
                  <a:cubicBezTo>
                    <a:pt x="461" y="377"/>
                    <a:pt x="463" y="401"/>
                    <a:pt x="459" y="425"/>
                  </a:cubicBezTo>
                  <a:cubicBezTo>
                    <a:pt x="459" y="425"/>
                    <a:pt x="459" y="426"/>
                    <a:pt x="459" y="426"/>
                  </a:cubicBezTo>
                  <a:cubicBezTo>
                    <a:pt x="458" y="427"/>
                    <a:pt x="458" y="427"/>
                    <a:pt x="458" y="427"/>
                  </a:cubicBezTo>
                  <a:cubicBezTo>
                    <a:pt x="454" y="452"/>
                    <a:pt x="443" y="475"/>
                    <a:pt x="420" y="479"/>
                  </a:cubicBezTo>
                  <a:cubicBezTo>
                    <a:pt x="400" y="481"/>
                    <a:pt x="333" y="512"/>
                    <a:pt x="324" y="520"/>
                  </a:cubicBezTo>
                  <a:cubicBezTo>
                    <a:pt x="311" y="533"/>
                    <a:pt x="280" y="536"/>
                    <a:pt x="261" y="540"/>
                  </a:cubicBezTo>
                  <a:cubicBezTo>
                    <a:pt x="241" y="544"/>
                    <a:pt x="200" y="567"/>
                    <a:pt x="180" y="653"/>
                  </a:cubicBezTo>
                  <a:cubicBezTo>
                    <a:pt x="171" y="693"/>
                    <a:pt x="161" y="744"/>
                    <a:pt x="167" y="792"/>
                  </a:cubicBezTo>
                  <a:cubicBezTo>
                    <a:pt x="170" y="825"/>
                    <a:pt x="146" y="886"/>
                    <a:pt x="143" y="992"/>
                  </a:cubicBezTo>
                  <a:cubicBezTo>
                    <a:pt x="144" y="1031"/>
                    <a:pt x="140" y="1058"/>
                    <a:pt x="135" y="1075"/>
                  </a:cubicBezTo>
                  <a:cubicBezTo>
                    <a:pt x="113" y="1129"/>
                    <a:pt x="113" y="1277"/>
                    <a:pt x="112" y="1315"/>
                  </a:cubicBezTo>
                  <a:cubicBezTo>
                    <a:pt x="111" y="1337"/>
                    <a:pt x="111" y="1369"/>
                    <a:pt x="107" y="1386"/>
                  </a:cubicBezTo>
                  <a:cubicBezTo>
                    <a:pt x="103" y="1402"/>
                    <a:pt x="106" y="1416"/>
                    <a:pt x="101" y="1430"/>
                  </a:cubicBezTo>
                  <a:cubicBezTo>
                    <a:pt x="97" y="1444"/>
                    <a:pt x="99" y="1464"/>
                    <a:pt x="96" y="1469"/>
                  </a:cubicBezTo>
                  <a:cubicBezTo>
                    <a:pt x="88" y="1477"/>
                    <a:pt x="53" y="1528"/>
                    <a:pt x="44" y="1540"/>
                  </a:cubicBezTo>
                  <a:cubicBezTo>
                    <a:pt x="36" y="1551"/>
                    <a:pt x="26" y="1586"/>
                    <a:pt x="21" y="1592"/>
                  </a:cubicBezTo>
                  <a:cubicBezTo>
                    <a:pt x="16" y="1598"/>
                    <a:pt x="15" y="1614"/>
                    <a:pt x="9" y="1628"/>
                  </a:cubicBezTo>
                  <a:cubicBezTo>
                    <a:pt x="4" y="1641"/>
                    <a:pt x="0" y="1653"/>
                    <a:pt x="17" y="1652"/>
                  </a:cubicBezTo>
                  <a:cubicBezTo>
                    <a:pt x="31" y="1651"/>
                    <a:pt x="46" y="1627"/>
                    <a:pt x="48" y="1611"/>
                  </a:cubicBezTo>
                  <a:cubicBezTo>
                    <a:pt x="53" y="1609"/>
                    <a:pt x="61" y="1599"/>
                    <a:pt x="70" y="1589"/>
                  </a:cubicBezTo>
                  <a:cubicBezTo>
                    <a:pt x="68" y="1597"/>
                    <a:pt x="74" y="1606"/>
                    <a:pt x="81" y="1633"/>
                  </a:cubicBezTo>
                  <a:cubicBezTo>
                    <a:pt x="81" y="1642"/>
                    <a:pt x="89" y="1665"/>
                    <a:pt x="88" y="1675"/>
                  </a:cubicBezTo>
                  <a:cubicBezTo>
                    <a:pt x="87" y="1686"/>
                    <a:pt x="94" y="1714"/>
                    <a:pt x="97" y="1728"/>
                  </a:cubicBezTo>
                  <a:cubicBezTo>
                    <a:pt x="100" y="1742"/>
                    <a:pt x="113" y="1743"/>
                    <a:pt x="122" y="1739"/>
                  </a:cubicBezTo>
                  <a:cubicBezTo>
                    <a:pt x="122" y="1739"/>
                    <a:pt x="121" y="1751"/>
                    <a:pt x="134" y="1753"/>
                  </a:cubicBezTo>
                  <a:cubicBezTo>
                    <a:pt x="146" y="1755"/>
                    <a:pt x="148" y="1733"/>
                    <a:pt x="148" y="1733"/>
                  </a:cubicBezTo>
                  <a:cubicBezTo>
                    <a:pt x="148" y="1733"/>
                    <a:pt x="148" y="1741"/>
                    <a:pt x="157" y="1742"/>
                  </a:cubicBezTo>
                  <a:cubicBezTo>
                    <a:pt x="171" y="1742"/>
                    <a:pt x="173" y="1715"/>
                    <a:pt x="173" y="1715"/>
                  </a:cubicBezTo>
                  <a:cubicBezTo>
                    <a:pt x="173" y="1715"/>
                    <a:pt x="174" y="1716"/>
                    <a:pt x="174" y="1716"/>
                  </a:cubicBezTo>
                  <a:cubicBezTo>
                    <a:pt x="174" y="1716"/>
                    <a:pt x="174" y="1716"/>
                    <a:pt x="174" y="1716"/>
                  </a:cubicBezTo>
                  <a:cubicBezTo>
                    <a:pt x="174" y="1716"/>
                    <a:pt x="174" y="1717"/>
                    <a:pt x="174" y="1717"/>
                  </a:cubicBezTo>
                  <a:cubicBezTo>
                    <a:pt x="174" y="1716"/>
                    <a:pt x="174" y="1716"/>
                    <a:pt x="174" y="1716"/>
                  </a:cubicBezTo>
                  <a:cubicBezTo>
                    <a:pt x="174" y="1717"/>
                    <a:pt x="174" y="1717"/>
                    <a:pt x="174" y="1717"/>
                  </a:cubicBezTo>
                  <a:cubicBezTo>
                    <a:pt x="174" y="1717"/>
                    <a:pt x="174" y="1717"/>
                    <a:pt x="174" y="1717"/>
                  </a:cubicBezTo>
                  <a:cubicBezTo>
                    <a:pt x="174" y="1718"/>
                    <a:pt x="175" y="1718"/>
                    <a:pt x="175" y="1719"/>
                  </a:cubicBezTo>
                  <a:cubicBezTo>
                    <a:pt x="175" y="1719"/>
                    <a:pt x="176" y="1719"/>
                    <a:pt x="176" y="1719"/>
                  </a:cubicBezTo>
                  <a:cubicBezTo>
                    <a:pt x="176" y="1719"/>
                    <a:pt x="176" y="1719"/>
                    <a:pt x="176" y="1719"/>
                  </a:cubicBezTo>
                  <a:cubicBezTo>
                    <a:pt x="176" y="1720"/>
                    <a:pt x="177" y="1720"/>
                    <a:pt x="177" y="1720"/>
                  </a:cubicBezTo>
                  <a:cubicBezTo>
                    <a:pt x="177" y="1720"/>
                    <a:pt x="177" y="1720"/>
                    <a:pt x="177" y="1720"/>
                  </a:cubicBezTo>
                  <a:cubicBezTo>
                    <a:pt x="178" y="1720"/>
                    <a:pt x="178" y="1720"/>
                    <a:pt x="179" y="1720"/>
                  </a:cubicBezTo>
                  <a:cubicBezTo>
                    <a:pt x="179" y="1720"/>
                    <a:pt x="179" y="1720"/>
                    <a:pt x="179" y="1720"/>
                  </a:cubicBezTo>
                  <a:cubicBezTo>
                    <a:pt x="180" y="1720"/>
                    <a:pt x="180" y="1720"/>
                    <a:pt x="181" y="1720"/>
                  </a:cubicBezTo>
                  <a:cubicBezTo>
                    <a:pt x="188" y="1720"/>
                    <a:pt x="194" y="1691"/>
                    <a:pt x="197" y="1679"/>
                  </a:cubicBezTo>
                  <a:cubicBezTo>
                    <a:pt x="200" y="1667"/>
                    <a:pt x="205" y="1657"/>
                    <a:pt x="206" y="1647"/>
                  </a:cubicBezTo>
                  <a:cubicBezTo>
                    <a:pt x="207" y="1638"/>
                    <a:pt x="208" y="1632"/>
                    <a:pt x="216" y="1589"/>
                  </a:cubicBezTo>
                  <a:cubicBezTo>
                    <a:pt x="224" y="1546"/>
                    <a:pt x="199" y="1500"/>
                    <a:pt x="202" y="1486"/>
                  </a:cubicBezTo>
                  <a:cubicBezTo>
                    <a:pt x="206" y="1471"/>
                    <a:pt x="193" y="1449"/>
                    <a:pt x="195" y="1445"/>
                  </a:cubicBezTo>
                  <a:cubicBezTo>
                    <a:pt x="197" y="1441"/>
                    <a:pt x="201" y="1425"/>
                    <a:pt x="204" y="1409"/>
                  </a:cubicBezTo>
                  <a:cubicBezTo>
                    <a:pt x="206" y="1393"/>
                    <a:pt x="264" y="1251"/>
                    <a:pt x="270" y="1219"/>
                  </a:cubicBezTo>
                  <a:cubicBezTo>
                    <a:pt x="281" y="1159"/>
                    <a:pt x="281" y="1132"/>
                    <a:pt x="274" y="1090"/>
                  </a:cubicBezTo>
                  <a:cubicBezTo>
                    <a:pt x="275" y="1059"/>
                    <a:pt x="288" y="975"/>
                    <a:pt x="290" y="960"/>
                  </a:cubicBezTo>
                  <a:cubicBezTo>
                    <a:pt x="291" y="957"/>
                    <a:pt x="291" y="942"/>
                    <a:pt x="293" y="932"/>
                  </a:cubicBezTo>
                  <a:cubicBezTo>
                    <a:pt x="294" y="926"/>
                    <a:pt x="295" y="915"/>
                    <a:pt x="295" y="902"/>
                  </a:cubicBezTo>
                  <a:cubicBezTo>
                    <a:pt x="296" y="904"/>
                    <a:pt x="296" y="904"/>
                    <a:pt x="296" y="904"/>
                  </a:cubicBezTo>
                  <a:cubicBezTo>
                    <a:pt x="296" y="918"/>
                    <a:pt x="300" y="942"/>
                    <a:pt x="302" y="980"/>
                  </a:cubicBezTo>
                  <a:cubicBezTo>
                    <a:pt x="301" y="1011"/>
                    <a:pt x="316" y="1068"/>
                    <a:pt x="318" y="1098"/>
                  </a:cubicBezTo>
                  <a:cubicBezTo>
                    <a:pt x="314" y="1107"/>
                    <a:pt x="329" y="1264"/>
                    <a:pt x="329" y="1264"/>
                  </a:cubicBezTo>
                  <a:cubicBezTo>
                    <a:pt x="328" y="1265"/>
                    <a:pt x="328" y="1265"/>
                    <a:pt x="328" y="1265"/>
                  </a:cubicBezTo>
                  <a:cubicBezTo>
                    <a:pt x="328" y="1265"/>
                    <a:pt x="328" y="1265"/>
                    <a:pt x="328" y="1266"/>
                  </a:cubicBezTo>
                  <a:cubicBezTo>
                    <a:pt x="328" y="1266"/>
                    <a:pt x="328" y="1266"/>
                    <a:pt x="328" y="1266"/>
                  </a:cubicBezTo>
                  <a:cubicBezTo>
                    <a:pt x="326" y="1272"/>
                    <a:pt x="321" y="1288"/>
                    <a:pt x="317" y="1309"/>
                  </a:cubicBezTo>
                  <a:cubicBezTo>
                    <a:pt x="317" y="1309"/>
                    <a:pt x="317" y="1309"/>
                    <a:pt x="316" y="1310"/>
                  </a:cubicBezTo>
                  <a:cubicBezTo>
                    <a:pt x="316" y="1311"/>
                    <a:pt x="316" y="1313"/>
                    <a:pt x="315" y="1314"/>
                  </a:cubicBezTo>
                  <a:cubicBezTo>
                    <a:pt x="315" y="1315"/>
                    <a:pt x="315" y="1315"/>
                    <a:pt x="315" y="1316"/>
                  </a:cubicBezTo>
                  <a:cubicBezTo>
                    <a:pt x="315" y="1317"/>
                    <a:pt x="314" y="1319"/>
                    <a:pt x="314" y="1320"/>
                  </a:cubicBezTo>
                  <a:cubicBezTo>
                    <a:pt x="314" y="1321"/>
                    <a:pt x="314" y="1321"/>
                    <a:pt x="314" y="1322"/>
                  </a:cubicBezTo>
                  <a:cubicBezTo>
                    <a:pt x="313" y="1323"/>
                    <a:pt x="313" y="1325"/>
                    <a:pt x="313" y="1326"/>
                  </a:cubicBezTo>
                  <a:cubicBezTo>
                    <a:pt x="313" y="1327"/>
                    <a:pt x="312" y="1328"/>
                    <a:pt x="312" y="1328"/>
                  </a:cubicBezTo>
                  <a:cubicBezTo>
                    <a:pt x="312" y="1330"/>
                    <a:pt x="312" y="1331"/>
                    <a:pt x="311" y="1332"/>
                  </a:cubicBezTo>
                  <a:cubicBezTo>
                    <a:pt x="311" y="1333"/>
                    <a:pt x="311" y="1334"/>
                    <a:pt x="311" y="1335"/>
                  </a:cubicBezTo>
                  <a:cubicBezTo>
                    <a:pt x="311" y="1336"/>
                    <a:pt x="310" y="1337"/>
                    <a:pt x="310" y="1339"/>
                  </a:cubicBezTo>
                  <a:cubicBezTo>
                    <a:pt x="310" y="1340"/>
                    <a:pt x="310" y="1341"/>
                    <a:pt x="310" y="1341"/>
                  </a:cubicBezTo>
                  <a:cubicBezTo>
                    <a:pt x="309" y="1343"/>
                    <a:pt x="309" y="1344"/>
                    <a:pt x="309" y="1345"/>
                  </a:cubicBezTo>
                  <a:cubicBezTo>
                    <a:pt x="309" y="1346"/>
                    <a:pt x="308" y="1347"/>
                    <a:pt x="308" y="1348"/>
                  </a:cubicBezTo>
                  <a:cubicBezTo>
                    <a:pt x="308" y="1349"/>
                    <a:pt x="308" y="1350"/>
                    <a:pt x="307" y="1352"/>
                  </a:cubicBezTo>
                  <a:cubicBezTo>
                    <a:pt x="307" y="1353"/>
                    <a:pt x="307" y="1354"/>
                    <a:pt x="307" y="1355"/>
                  </a:cubicBezTo>
                  <a:cubicBezTo>
                    <a:pt x="307" y="1356"/>
                    <a:pt x="306" y="1357"/>
                    <a:pt x="306" y="1358"/>
                  </a:cubicBezTo>
                  <a:cubicBezTo>
                    <a:pt x="306" y="1359"/>
                    <a:pt x="306" y="1360"/>
                    <a:pt x="306" y="1361"/>
                  </a:cubicBezTo>
                  <a:cubicBezTo>
                    <a:pt x="305" y="1363"/>
                    <a:pt x="305" y="1364"/>
                    <a:pt x="305" y="1365"/>
                  </a:cubicBezTo>
                  <a:cubicBezTo>
                    <a:pt x="305" y="1366"/>
                    <a:pt x="304" y="1367"/>
                    <a:pt x="304" y="1368"/>
                  </a:cubicBezTo>
                  <a:cubicBezTo>
                    <a:pt x="304" y="1369"/>
                    <a:pt x="304" y="1370"/>
                    <a:pt x="304" y="1371"/>
                  </a:cubicBezTo>
                  <a:cubicBezTo>
                    <a:pt x="303" y="1372"/>
                    <a:pt x="303" y="1373"/>
                    <a:pt x="303" y="1375"/>
                  </a:cubicBezTo>
                  <a:cubicBezTo>
                    <a:pt x="303" y="1376"/>
                    <a:pt x="303" y="1377"/>
                    <a:pt x="303" y="1378"/>
                  </a:cubicBezTo>
                  <a:cubicBezTo>
                    <a:pt x="302" y="1379"/>
                    <a:pt x="302" y="1380"/>
                    <a:pt x="302" y="1381"/>
                  </a:cubicBezTo>
                  <a:cubicBezTo>
                    <a:pt x="302" y="1382"/>
                    <a:pt x="302" y="1383"/>
                    <a:pt x="301" y="1384"/>
                  </a:cubicBezTo>
                  <a:cubicBezTo>
                    <a:pt x="301" y="1385"/>
                    <a:pt x="301" y="1386"/>
                    <a:pt x="301" y="1387"/>
                  </a:cubicBezTo>
                  <a:cubicBezTo>
                    <a:pt x="301" y="1388"/>
                    <a:pt x="301" y="1389"/>
                    <a:pt x="300" y="1390"/>
                  </a:cubicBezTo>
                  <a:cubicBezTo>
                    <a:pt x="300" y="1391"/>
                    <a:pt x="300" y="1392"/>
                    <a:pt x="300" y="1393"/>
                  </a:cubicBezTo>
                  <a:cubicBezTo>
                    <a:pt x="300" y="1394"/>
                    <a:pt x="300" y="1395"/>
                    <a:pt x="299" y="1396"/>
                  </a:cubicBezTo>
                  <a:cubicBezTo>
                    <a:pt x="299" y="1397"/>
                    <a:pt x="299" y="1398"/>
                    <a:pt x="299" y="1399"/>
                  </a:cubicBezTo>
                  <a:cubicBezTo>
                    <a:pt x="299" y="1400"/>
                    <a:pt x="299" y="1401"/>
                    <a:pt x="299" y="1401"/>
                  </a:cubicBezTo>
                  <a:cubicBezTo>
                    <a:pt x="298" y="1403"/>
                    <a:pt x="298" y="1404"/>
                    <a:pt x="298" y="1405"/>
                  </a:cubicBezTo>
                  <a:cubicBezTo>
                    <a:pt x="298" y="1405"/>
                    <a:pt x="298" y="1406"/>
                    <a:pt x="298" y="1407"/>
                  </a:cubicBezTo>
                  <a:cubicBezTo>
                    <a:pt x="298" y="1408"/>
                    <a:pt x="298" y="1409"/>
                    <a:pt x="297" y="1410"/>
                  </a:cubicBezTo>
                  <a:cubicBezTo>
                    <a:pt x="297" y="1411"/>
                    <a:pt x="297" y="1411"/>
                    <a:pt x="297" y="1412"/>
                  </a:cubicBezTo>
                  <a:cubicBezTo>
                    <a:pt x="297" y="1413"/>
                    <a:pt x="297" y="1414"/>
                    <a:pt x="297" y="1415"/>
                  </a:cubicBezTo>
                  <a:cubicBezTo>
                    <a:pt x="297" y="1415"/>
                    <a:pt x="297" y="1416"/>
                    <a:pt x="297" y="1417"/>
                  </a:cubicBezTo>
                  <a:cubicBezTo>
                    <a:pt x="296" y="1418"/>
                    <a:pt x="296" y="1419"/>
                    <a:pt x="296" y="1419"/>
                  </a:cubicBezTo>
                  <a:cubicBezTo>
                    <a:pt x="296" y="1420"/>
                    <a:pt x="296" y="1421"/>
                    <a:pt x="296" y="1421"/>
                  </a:cubicBezTo>
                  <a:cubicBezTo>
                    <a:pt x="296" y="1422"/>
                    <a:pt x="296" y="1423"/>
                    <a:pt x="296" y="1424"/>
                  </a:cubicBezTo>
                  <a:cubicBezTo>
                    <a:pt x="296" y="1424"/>
                    <a:pt x="296" y="1425"/>
                    <a:pt x="296" y="1425"/>
                  </a:cubicBezTo>
                  <a:cubicBezTo>
                    <a:pt x="296" y="1427"/>
                    <a:pt x="296" y="1428"/>
                    <a:pt x="296" y="1429"/>
                  </a:cubicBezTo>
                  <a:cubicBezTo>
                    <a:pt x="293" y="1447"/>
                    <a:pt x="300" y="1472"/>
                    <a:pt x="298" y="1512"/>
                  </a:cubicBezTo>
                  <a:cubicBezTo>
                    <a:pt x="295" y="1562"/>
                    <a:pt x="251" y="1762"/>
                    <a:pt x="333" y="2014"/>
                  </a:cubicBezTo>
                  <a:cubicBezTo>
                    <a:pt x="338" y="2029"/>
                    <a:pt x="338" y="2079"/>
                    <a:pt x="344" y="2107"/>
                  </a:cubicBezTo>
                  <a:cubicBezTo>
                    <a:pt x="345" y="2114"/>
                    <a:pt x="359" y="2145"/>
                    <a:pt x="360" y="2189"/>
                  </a:cubicBezTo>
                  <a:cubicBezTo>
                    <a:pt x="361" y="2259"/>
                    <a:pt x="354" y="2349"/>
                    <a:pt x="356" y="2399"/>
                  </a:cubicBezTo>
                  <a:cubicBezTo>
                    <a:pt x="359" y="2481"/>
                    <a:pt x="393" y="2556"/>
                    <a:pt x="406" y="2609"/>
                  </a:cubicBezTo>
                  <a:cubicBezTo>
                    <a:pt x="420" y="2661"/>
                    <a:pt x="425" y="2703"/>
                    <a:pt x="422" y="2713"/>
                  </a:cubicBezTo>
                  <a:cubicBezTo>
                    <a:pt x="420" y="2722"/>
                    <a:pt x="418" y="2740"/>
                    <a:pt x="425" y="2755"/>
                  </a:cubicBezTo>
                  <a:cubicBezTo>
                    <a:pt x="426" y="2756"/>
                    <a:pt x="402" y="2808"/>
                    <a:pt x="389" y="2817"/>
                  </a:cubicBezTo>
                  <a:cubicBezTo>
                    <a:pt x="377" y="2827"/>
                    <a:pt x="373" y="2835"/>
                    <a:pt x="364" y="2840"/>
                  </a:cubicBezTo>
                  <a:cubicBezTo>
                    <a:pt x="354" y="2845"/>
                    <a:pt x="349" y="2850"/>
                    <a:pt x="345" y="2861"/>
                  </a:cubicBezTo>
                  <a:cubicBezTo>
                    <a:pt x="342" y="2869"/>
                    <a:pt x="333" y="2881"/>
                    <a:pt x="340" y="2887"/>
                  </a:cubicBezTo>
                  <a:cubicBezTo>
                    <a:pt x="341" y="2888"/>
                    <a:pt x="342" y="2888"/>
                    <a:pt x="343" y="2889"/>
                  </a:cubicBezTo>
                  <a:cubicBezTo>
                    <a:pt x="344" y="2889"/>
                    <a:pt x="344" y="2889"/>
                    <a:pt x="344" y="2889"/>
                  </a:cubicBezTo>
                  <a:cubicBezTo>
                    <a:pt x="343" y="2892"/>
                    <a:pt x="343" y="2894"/>
                    <a:pt x="344" y="2896"/>
                  </a:cubicBezTo>
                  <a:cubicBezTo>
                    <a:pt x="348" y="2903"/>
                    <a:pt x="355" y="2905"/>
                    <a:pt x="364" y="2904"/>
                  </a:cubicBezTo>
                  <a:cubicBezTo>
                    <a:pt x="365" y="2902"/>
                    <a:pt x="365" y="2902"/>
                    <a:pt x="365" y="2902"/>
                  </a:cubicBezTo>
                  <a:cubicBezTo>
                    <a:pt x="366" y="2905"/>
                    <a:pt x="366" y="2908"/>
                    <a:pt x="368" y="2910"/>
                  </a:cubicBezTo>
                  <a:cubicBezTo>
                    <a:pt x="374" y="2919"/>
                    <a:pt x="394" y="2923"/>
                    <a:pt x="402" y="2915"/>
                  </a:cubicBezTo>
                  <a:cubicBezTo>
                    <a:pt x="403" y="2916"/>
                    <a:pt x="404" y="2916"/>
                    <a:pt x="406" y="2917"/>
                  </a:cubicBezTo>
                  <a:cubicBezTo>
                    <a:pt x="407" y="2917"/>
                    <a:pt x="408" y="2917"/>
                    <a:pt x="409" y="2918"/>
                  </a:cubicBezTo>
                  <a:cubicBezTo>
                    <a:pt x="410" y="2918"/>
                    <a:pt x="410" y="2918"/>
                    <a:pt x="411" y="2918"/>
                  </a:cubicBezTo>
                  <a:cubicBezTo>
                    <a:pt x="413" y="2919"/>
                    <a:pt x="414" y="2919"/>
                    <a:pt x="416" y="2919"/>
                  </a:cubicBezTo>
                  <a:cubicBezTo>
                    <a:pt x="416" y="2919"/>
                    <a:pt x="416" y="2919"/>
                    <a:pt x="416" y="2919"/>
                  </a:cubicBezTo>
                  <a:cubicBezTo>
                    <a:pt x="425" y="2920"/>
                    <a:pt x="435" y="2918"/>
                    <a:pt x="440" y="2913"/>
                  </a:cubicBezTo>
                  <a:cubicBezTo>
                    <a:pt x="440" y="2912"/>
                    <a:pt x="440" y="2912"/>
                    <a:pt x="440" y="2912"/>
                  </a:cubicBezTo>
                  <a:cubicBezTo>
                    <a:pt x="440" y="2913"/>
                    <a:pt x="441" y="2913"/>
                    <a:pt x="441" y="2914"/>
                  </a:cubicBezTo>
                  <a:cubicBezTo>
                    <a:pt x="441" y="2913"/>
                    <a:pt x="441" y="2913"/>
                    <a:pt x="441" y="2913"/>
                  </a:cubicBezTo>
                  <a:cubicBezTo>
                    <a:pt x="446" y="2925"/>
                    <a:pt x="462" y="2926"/>
                    <a:pt x="475" y="2924"/>
                  </a:cubicBezTo>
                  <a:cubicBezTo>
                    <a:pt x="475" y="2924"/>
                    <a:pt x="475" y="2924"/>
                    <a:pt x="475" y="2924"/>
                  </a:cubicBezTo>
                  <a:cubicBezTo>
                    <a:pt x="476" y="2924"/>
                    <a:pt x="477" y="2924"/>
                    <a:pt x="478" y="2924"/>
                  </a:cubicBezTo>
                  <a:cubicBezTo>
                    <a:pt x="478" y="2924"/>
                    <a:pt x="479" y="2923"/>
                    <a:pt x="479" y="2923"/>
                  </a:cubicBezTo>
                  <a:cubicBezTo>
                    <a:pt x="480" y="2923"/>
                    <a:pt x="480" y="2923"/>
                    <a:pt x="481" y="2923"/>
                  </a:cubicBezTo>
                  <a:cubicBezTo>
                    <a:pt x="482" y="2923"/>
                    <a:pt x="482" y="2923"/>
                    <a:pt x="483" y="2923"/>
                  </a:cubicBezTo>
                  <a:cubicBezTo>
                    <a:pt x="485" y="2922"/>
                    <a:pt x="486" y="2922"/>
                    <a:pt x="488" y="2922"/>
                  </a:cubicBezTo>
                  <a:cubicBezTo>
                    <a:pt x="488" y="2921"/>
                    <a:pt x="489" y="2921"/>
                    <a:pt x="489" y="2921"/>
                  </a:cubicBezTo>
                  <a:cubicBezTo>
                    <a:pt x="490" y="2921"/>
                    <a:pt x="491" y="2920"/>
                    <a:pt x="492" y="2920"/>
                  </a:cubicBezTo>
                  <a:cubicBezTo>
                    <a:pt x="492" y="2920"/>
                    <a:pt x="493" y="2919"/>
                    <a:pt x="493" y="2919"/>
                  </a:cubicBezTo>
                  <a:cubicBezTo>
                    <a:pt x="494" y="2919"/>
                    <a:pt x="495" y="2918"/>
                    <a:pt x="496" y="2918"/>
                  </a:cubicBezTo>
                  <a:cubicBezTo>
                    <a:pt x="496" y="2918"/>
                    <a:pt x="496" y="2917"/>
                    <a:pt x="497" y="2917"/>
                  </a:cubicBezTo>
                  <a:cubicBezTo>
                    <a:pt x="498" y="2917"/>
                    <a:pt x="498" y="2916"/>
                    <a:pt x="499" y="2916"/>
                  </a:cubicBezTo>
                  <a:cubicBezTo>
                    <a:pt x="499" y="2915"/>
                    <a:pt x="500" y="2915"/>
                    <a:pt x="500" y="2915"/>
                  </a:cubicBezTo>
                  <a:cubicBezTo>
                    <a:pt x="501" y="2914"/>
                    <a:pt x="501" y="2914"/>
                    <a:pt x="502" y="2913"/>
                  </a:cubicBezTo>
                  <a:cubicBezTo>
                    <a:pt x="502" y="2913"/>
                    <a:pt x="503" y="2913"/>
                    <a:pt x="503" y="2913"/>
                  </a:cubicBezTo>
                  <a:cubicBezTo>
                    <a:pt x="505" y="2911"/>
                    <a:pt x="506" y="2909"/>
                    <a:pt x="508" y="2908"/>
                  </a:cubicBezTo>
                  <a:cubicBezTo>
                    <a:pt x="508" y="2908"/>
                    <a:pt x="508" y="2908"/>
                    <a:pt x="508" y="2908"/>
                  </a:cubicBezTo>
                  <a:cubicBezTo>
                    <a:pt x="508" y="2908"/>
                    <a:pt x="508" y="2908"/>
                    <a:pt x="508" y="2908"/>
                  </a:cubicBezTo>
                  <a:cubicBezTo>
                    <a:pt x="509" y="2907"/>
                    <a:pt x="510" y="2906"/>
                    <a:pt x="511" y="2905"/>
                  </a:cubicBezTo>
                  <a:cubicBezTo>
                    <a:pt x="519" y="2899"/>
                    <a:pt x="525" y="2894"/>
                    <a:pt x="523" y="2879"/>
                  </a:cubicBezTo>
                  <a:cubicBezTo>
                    <a:pt x="520" y="2864"/>
                    <a:pt x="522" y="2864"/>
                    <a:pt x="524" y="2846"/>
                  </a:cubicBezTo>
                  <a:cubicBezTo>
                    <a:pt x="525" y="2835"/>
                    <a:pt x="534" y="2832"/>
                    <a:pt x="536" y="2815"/>
                  </a:cubicBezTo>
                  <a:cubicBezTo>
                    <a:pt x="537" y="2801"/>
                    <a:pt x="526" y="2741"/>
                    <a:pt x="527" y="2733"/>
                  </a:cubicBezTo>
                  <a:cubicBezTo>
                    <a:pt x="530" y="2715"/>
                    <a:pt x="517" y="2700"/>
                    <a:pt x="513" y="2669"/>
                  </a:cubicBezTo>
                  <a:cubicBezTo>
                    <a:pt x="508" y="2639"/>
                    <a:pt x="520" y="2535"/>
                    <a:pt x="520" y="2516"/>
                  </a:cubicBezTo>
                  <a:cubicBezTo>
                    <a:pt x="520" y="2480"/>
                    <a:pt x="539" y="2421"/>
                    <a:pt x="534" y="2348"/>
                  </a:cubicBezTo>
                  <a:cubicBezTo>
                    <a:pt x="531" y="2306"/>
                    <a:pt x="510" y="2177"/>
                    <a:pt x="510" y="2148"/>
                  </a:cubicBezTo>
                  <a:cubicBezTo>
                    <a:pt x="510" y="2143"/>
                    <a:pt x="509" y="2110"/>
                    <a:pt x="511" y="2105"/>
                  </a:cubicBezTo>
                  <a:cubicBezTo>
                    <a:pt x="517" y="2085"/>
                    <a:pt x="544" y="1849"/>
                    <a:pt x="544" y="1847"/>
                  </a:cubicBezTo>
                  <a:cubicBezTo>
                    <a:pt x="547" y="1823"/>
                    <a:pt x="555" y="1690"/>
                    <a:pt x="558" y="1646"/>
                  </a:cubicBezTo>
                  <a:cubicBezTo>
                    <a:pt x="559" y="1646"/>
                    <a:pt x="561" y="1646"/>
                    <a:pt x="562" y="1646"/>
                  </a:cubicBezTo>
                  <a:cubicBezTo>
                    <a:pt x="565" y="1689"/>
                    <a:pt x="573" y="1823"/>
                    <a:pt x="576" y="1847"/>
                  </a:cubicBezTo>
                  <a:cubicBezTo>
                    <a:pt x="576" y="1849"/>
                    <a:pt x="603" y="2085"/>
                    <a:pt x="609" y="2105"/>
                  </a:cubicBezTo>
                  <a:cubicBezTo>
                    <a:pt x="611" y="2110"/>
                    <a:pt x="610" y="2143"/>
                    <a:pt x="610" y="2148"/>
                  </a:cubicBezTo>
                  <a:cubicBezTo>
                    <a:pt x="610" y="2177"/>
                    <a:pt x="589" y="2306"/>
                    <a:pt x="586" y="2348"/>
                  </a:cubicBezTo>
                  <a:cubicBezTo>
                    <a:pt x="581" y="2421"/>
                    <a:pt x="600" y="2480"/>
                    <a:pt x="600" y="2516"/>
                  </a:cubicBezTo>
                  <a:cubicBezTo>
                    <a:pt x="600" y="2535"/>
                    <a:pt x="612" y="2639"/>
                    <a:pt x="607" y="2669"/>
                  </a:cubicBezTo>
                  <a:cubicBezTo>
                    <a:pt x="603" y="2700"/>
                    <a:pt x="590" y="2715"/>
                    <a:pt x="593" y="2733"/>
                  </a:cubicBezTo>
                  <a:cubicBezTo>
                    <a:pt x="594" y="2741"/>
                    <a:pt x="583" y="2801"/>
                    <a:pt x="584" y="2815"/>
                  </a:cubicBezTo>
                  <a:cubicBezTo>
                    <a:pt x="586" y="2832"/>
                    <a:pt x="595" y="2835"/>
                    <a:pt x="596" y="2846"/>
                  </a:cubicBezTo>
                  <a:cubicBezTo>
                    <a:pt x="598" y="2864"/>
                    <a:pt x="600" y="2864"/>
                    <a:pt x="597" y="2879"/>
                  </a:cubicBezTo>
                  <a:cubicBezTo>
                    <a:pt x="595" y="2894"/>
                    <a:pt x="601" y="2899"/>
                    <a:pt x="609" y="2905"/>
                  </a:cubicBezTo>
                  <a:cubicBezTo>
                    <a:pt x="610" y="2906"/>
                    <a:pt x="611" y="2907"/>
                    <a:pt x="612" y="2908"/>
                  </a:cubicBezTo>
                  <a:cubicBezTo>
                    <a:pt x="612" y="2908"/>
                    <a:pt x="612" y="2908"/>
                    <a:pt x="612" y="2908"/>
                  </a:cubicBezTo>
                  <a:cubicBezTo>
                    <a:pt x="612" y="2908"/>
                    <a:pt x="612" y="2908"/>
                    <a:pt x="612" y="2908"/>
                  </a:cubicBezTo>
                  <a:cubicBezTo>
                    <a:pt x="614" y="2909"/>
                    <a:pt x="615" y="2911"/>
                    <a:pt x="617" y="2913"/>
                  </a:cubicBezTo>
                  <a:cubicBezTo>
                    <a:pt x="617" y="2913"/>
                    <a:pt x="618" y="2913"/>
                    <a:pt x="618" y="2913"/>
                  </a:cubicBezTo>
                  <a:cubicBezTo>
                    <a:pt x="619" y="2914"/>
                    <a:pt x="619" y="2914"/>
                    <a:pt x="620" y="2915"/>
                  </a:cubicBezTo>
                  <a:cubicBezTo>
                    <a:pt x="620" y="2915"/>
                    <a:pt x="621" y="2915"/>
                    <a:pt x="621" y="2916"/>
                  </a:cubicBezTo>
                  <a:cubicBezTo>
                    <a:pt x="622" y="2916"/>
                    <a:pt x="622" y="2917"/>
                    <a:pt x="623" y="2917"/>
                  </a:cubicBezTo>
                  <a:cubicBezTo>
                    <a:pt x="624" y="2917"/>
                    <a:pt x="624" y="2918"/>
                    <a:pt x="624" y="2918"/>
                  </a:cubicBezTo>
                  <a:cubicBezTo>
                    <a:pt x="625" y="2918"/>
                    <a:pt x="626" y="2919"/>
                    <a:pt x="627" y="2919"/>
                  </a:cubicBezTo>
                  <a:cubicBezTo>
                    <a:pt x="627" y="2919"/>
                    <a:pt x="628" y="2920"/>
                    <a:pt x="628" y="2920"/>
                  </a:cubicBezTo>
                  <a:cubicBezTo>
                    <a:pt x="629" y="2920"/>
                    <a:pt x="630" y="2921"/>
                    <a:pt x="631" y="2921"/>
                  </a:cubicBezTo>
                  <a:cubicBezTo>
                    <a:pt x="631" y="2921"/>
                    <a:pt x="632" y="2921"/>
                    <a:pt x="632" y="2922"/>
                  </a:cubicBezTo>
                  <a:cubicBezTo>
                    <a:pt x="634" y="2922"/>
                    <a:pt x="635" y="2922"/>
                    <a:pt x="637" y="2923"/>
                  </a:cubicBezTo>
                  <a:cubicBezTo>
                    <a:pt x="638" y="2923"/>
                    <a:pt x="638" y="2923"/>
                    <a:pt x="639" y="2923"/>
                  </a:cubicBezTo>
                  <a:cubicBezTo>
                    <a:pt x="640" y="2923"/>
                    <a:pt x="640" y="2923"/>
                    <a:pt x="641" y="2923"/>
                  </a:cubicBezTo>
                  <a:cubicBezTo>
                    <a:pt x="641" y="2923"/>
                    <a:pt x="642" y="2924"/>
                    <a:pt x="642" y="2924"/>
                  </a:cubicBezTo>
                  <a:cubicBezTo>
                    <a:pt x="643" y="2924"/>
                    <a:pt x="644" y="2924"/>
                    <a:pt x="644" y="2924"/>
                  </a:cubicBezTo>
                  <a:cubicBezTo>
                    <a:pt x="645" y="2924"/>
                    <a:pt x="645" y="2924"/>
                    <a:pt x="645" y="2924"/>
                  </a:cubicBezTo>
                  <a:cubicBezTo>
                    <a:pt x="646" y="2924"/>
                    <a:pt x="647" y="2924"/>
                    <a:pt x="648" y="2924"/>
                  </a:cubicBezTo>
                  <a:cubicBezTo>
                    <a:pt x="648" y="2924"/>
                    <a:pt x="648" y="2924"/>
                    <a:pt x="648" y="2924"/>
                  </a:cubicBezTo>
                  <a:cubicBezTo>
                    <a:pt x="660" y="2925"/>
                    <a:pt x="674" y="2924"/>
                    <a:pt x="679" y="2914"/>
                  </a:cubicBezTo>
                  <a:cubicBezTo>
                    <a:pt x="679" y="2914"/>
                    <a:pt x="679" y="2914"/>
                    <a:pt x="679" y="2914"/>
                  </a:cubicBezTo>
                  <a:cubicBezTo>
                    <a:pt x="679" y="2914"/>
                    <a:pt x="679" y="2914"/>
                    <a:pt x="679" y="2914"/>
                  </a:cubicBezTo>
                  <a:cubicBezTo>
                    <a:pt x="679" y="2913"/>
                    <a:pt x="679" y="2913"/>
                    <a:pt x="680" y="2912"/>
                  </a:cubicBezTo>
                  <a:cubicBezTo>
                    <a:pt x="680" y="2912"/>
                    <a:pt x="680" y="2912"/>
                    <a:pt x="680" y="2912"/>
                  </a:cubicBezTo>
                  <a:cubicBezTo>
                    <a:pt x="685" y="2918"/>
                    <a:pt x="695" y="2920"/>
                    <a:pt x="704" y="2919"/>
                  </a:cubicBezTo>
                  <a:cubicBezTo>
                    <a:pt x="704" y="2919"/>
                    <a:pt x="704" y="2919"/>
                    <a:pt x="704" y="2919"/>
                  </a:cubicBezTo>
                  <a:cubicBezTo>
                    <a:pt x="706" y="2919"/>
                    <a:pt x="707" y="2919"/>
                    <a:pt x="709" y="2918"/>
                  </a:cubicBezTo>
                  <a:cubicBezTo>
                    <a:pt x="710" y="2918"/>
                    <a:pt x="710" y="2918"/>
                    <a:pt x="711" y="2918"/>
                  </a:cubicBezTo>
                  <a:cubicBezTo>
                    <a:pt x="712" y="2917"/>
                    <a:pt x="713" y="2917"/>
                    <a:pt x="714" y="2917"/>
                  </a:cubicBezTo>
                  <a:cubicBezTo>
                    <a:pt x="716" y="2916"/>
                    <a:pt x="717" y="2916"/>
                    <a:pt x="718" y="2915"/>
                  </a:cubicBezTo>
                  <a:cubicBezTo>
                    <a:pt x="726" y="2923"/>
                    <a:pt x="746" y="2919"/>
                    <a:pt x="752" y="2910"/>
                  </a:cubicBezTo>
                  <a:cubicBezTo>
                    <a:pt x="754" y="2908"/>
                    <a:pt x="754" y="2905"/>
                    <a:pt x="755" y="2903"/>
                  </a:cubicBezTo>
                  <a:cubicBezTo>
                    <a:pt x="756" y="2904"/>
                    <a:pt x="756" y="2904"/>
                    <a:pt x="756" y="2904"/>
                  </a:cubicBezTo>
                  <a:cubicBezTo>
                    <a:pt x="765" y="2905"/>
                    <a:pt x="775" y="2902"/>
                    <a:pt x="776" y="2896"/>
                  </a:cubicBezTo>
                  <a:cubicBezTo>
                    <a:pt x="777" y="2894"/>
                    <a:pt x="777" y="2892"/>
                    <a:pt x="777" y="2889"/>
                  </a:cubicBezTo>
                  <a:cubicBezTo>
                    <a:pt x="777" y="2889"/>
                    <a:pt x="777" y="2889"/>
                    <a:pt x="777" y="2889"/>
                  </a:cubicBezTo>
                  <a:cubicBezTo>
                    <a:pt x="778" y="2888"/>
                    <a:pt x="779" y="2888"/>
                    <a:pt x="780" y="2887"/>
                  </a:cubicBezTo>
                  <a:cubicBezTo>
                    <a:pt x="787" y="2881"/>
                    <a:pt x="778" y="2869"/>
                    <a:pt x="775" y="2861"/>
                  </a:cubicBezTo>
                  <a:cubicBezTo>
                    <a:pt x="771" y="2850"/>
                    <a:pt x="766" y="2845"/>
                    <a:pt x="756" y="2840"/>
                  </a:cubicBezTo>
                  <a:cubicBezTo>
                    <a:pt x="747" y="2835"/>
                    <a:pt x="743" y="2827"/>
                    <a:pt x="731" y="2817"/>
                  </a:cubicBezTo>
                  <a:cubicBezTo>
                    <a:pt x="718" y="2808"/>
                    <a:pt x="694" y="2756"/>
                    <a:pt x="695" y="2755"/>
                  </a:cubicBezTo>
                  <a:cubicBezTo>
                    <a:pt x="702" y="2740"/>
                    <a:pt x="700" y="2722"/>
                    <a:pt x="698" y="2713"/>
                  </a:cubicBezTo>
                  <a:cubicBezTo>
                    <a:pt x="695" y="2703"/>
                    <a:pt x="700" y="2661"/>
                    <a:pt x="714" y="2609"/>
                  </a:cubicBezTo>
                  <a:cubicBezTo>
                    <a:pt x="727" y="2556"/>
                    <a:pt x="761" y="2481"/>
                    <a:pt x="764" y="2399"/>
                  </a:cubicBezTo>
                  <a:cubicBezTo>
                    <a:pt x="766" y="2349"/>
                    <a:pt x="759" y="2259"/>
                    <a:pt x="760" y="2189"/>
                  </a:cubicBezTo>
                  <a:cubicBezTo>
                    <a:pt x="761" y="2145"/>
                    <a:pt x="775" y="2114"/>
                    <a:pt x="776" y="2107"/>
                  </a:cubicBezTo>
                  <a:cubicBezTo>
                    <a:pt x="782" y="2079"/>
                    <a:pt x="782" y="2029"/>
                    <a:pt x="787" y="2014"/>
                  </a:cubicBezTo>
                  <a:cubicBezTo>
                    <a:pt x="869" y="1762"/>
                    <a:pt x="825" y="1562"/>
                    <a:pt x="822" y="1512"/>
                  </a:cubicBezTo>
                  <a:cubicBezTo>
                    <a:pt x="823" y="1512"/>
                    <a:pt x="823" y="1512"/>
                    <a:pt x="823" y="1512"/>
                  </a:cubicBezTo>
                  <a:cubicBezTo>
                    <a:pt x="821" y="1472"/>
                    <a:pt x="828" y="1447"/>
                    <a:pt x="825" y="1429"/>
                  </a:cubicBezTo>
                  <a:cubicBezTo>
                    <a:pt x="825" y="1428"/>
                    <a:pt x="825" y="1427"/>
                    <a:pt x="825" y="1425"/>
                  </a:cubicBezTo>
                  <a:cubicBezTo>
                    <a:pt x="825" y="1425"/>
                    <a:pt x="825" y="1424"/>
                    <a:pt x="825" y="1424"/>
                  </a:cubicBezTo>
                  <a:cubicBezTo>
                    <a:pt x="825" y="1423"/>
                    <a:pt x="824" y="1422"/>
                    <a:pt x="824" y="1421"/>
                  </a:cubicBezTo>
                  <a:cubicBezTo>
                    <a:pt x="824" y="1421"/>
                    <a:pt x="824" y="1420"/>
                    <a:pt x="824" y="1420"/>
                  </a:cubicBezTo>
                  <a:cubicBezTo>
                    <a:pt x="824" y="1419"/>
                    <a:pt x="824" y="1418"/>
                    <a:pt x="824" y="1417"/>
                  </a:cubicBezTo>
                  <a:cubicBezTo>
                    <a:pt x="824" y="1416"/>
                    <a:pt x="824" y="1416"/>
                    <a:pt x="824" y="1415"/>
                  </a:cubicBezTo>
                  <a:cubicBezTo>
                    <a:pt x="824" y="1414"/>
                    <a:pt x="824" y="1413"/>
                    <a:pt x="823" y="1412"/>
                  </a:cubicBezTo>
                  <a:cubicBezTo>
                    <a:pt x="823" y="1411"/>
                    <a:pt x="823" y="1411"/>
                    <a:pt x="823" y="1410"/>
                  </a:cubicBezTo>
                  <a:cubicBezTo>
                    <a:pt x="823" y="1409"/>
                    <a:pt x="823" y="1408"/>
                    <a:pt x="823" y="1407"/>
                  </a:cubicBezTo>
                  <a:cubicBezTo>
                    <a:pt x="823" y="1406"/>
                    <a:pt x="823" y="1406"/>
                    <a:pt x="822" y="1405"/>
                  </a:cubicBezTo>
                  <a:cubicBezTo>
                    <a:pt x="822" y="1404"/>
                    <a:pt x="822" y="1403"/>
                    <a:pt x="822" y="1401"/>
                  </a:cubicBezTo>
                  <a:cubicBezTo>
                    <a:pt x="822" y="1401"/>
                    <a:pt x="822" y="1400"/>
                    <a:pt x="822" y="1399"/>
                  </a:cubicBezTo>
                  <a:cubicBezTo>
                    <a:pt x="821" y="1398"/>
                    <a:pt x="821" y="1397"/>
                    <a:pt x="821" y="1396"/>
                  </a:cubicBezTo>
                  <a:cubicBezTo>
                    <a:pt x="821" y="1395"/>
                    <a:pt x="821" y="1394"/>
                    <a:pt x="821" y="1394"/>
                  </a:cubicBezTo>
                  <a:cubicBezTo>
                    <a:pt x="821" y="1392"/>
                    <a:pt x="820" y="1391"/>
                    <a:pt x="820" y="1390"/>
                  </a:cubicBezTo>
                  <a:cubicBezTo>
                    <a:pt x="820" y="1389"/>
                    <a:pt x="820" y="1388"/>
                    <a:pt x="820" y="1387"/>
                  </a:cubicBezTo>
                  <a:cubicBezTo>
                    <a:pt x="820" y="1386"/>
                    <a:pt x="819" y="1385"/>
                    <a:pt x="819" y="1384"/>
                  </a:cubicBezTo>
                  <a:cubicBezTo>
                    <a:pt x="819" y="1383"/>
                    <a:pt x="819" y="1382"/>
                    <a:pt x="819" y="1381"/>
                  </a:cubicBezTo>
                  <a:cubicBezTo>
                    <a:pt x="818" y="1380"/>
                    <a:pt x="818" y="1379"/>
                    <a:pt x="818" y="1377"/>
                  </a:cubicBezTo>
                  <a:cubicBezTo>
                    <a:pt x="818" y="1376"/>
                    <a:pt x="818" y="1376"/>
                    <a:pt x="818" y="1375"/>
                  </a:cubicBezTo>
                  <a:cubicBezTo>
                    <a:pt x="817" y="1374"/>
                    <a:pt x="817" y="1372"/>
                    <a:pt x="817" y="1371"/>
                  </a:cubicBezTo>
                  <a:cubicBezTo>
                    <a:pt x="817" y="1370"/>
                    <a:pt x="816" y="1369"/>
                    <a:pt x="816" y="1369"/>
                  </a:cubicBezTo>
                  <a:cubicBezTo>
                    <a:pt x="816" y="1367"/>
                    <a:pt x="816" y="1366"/>
                    <a:pt x="816" y="1364"/>
                  </a:cubicBezTo>
                  <a:cubicBezTo>
                    <a:pt x="815" y="1363"/>
                    <a:pt x="815" y="1363"/>
                    <a:pt x="815" y="1362"/>
                  </a:cubicBezTo>
                  <a:cubicBezTo>
                    <a:pt x="815" y="1360"/>
                    <a:pt x="815" y="1359"/>
                    <a:pt x="814" y="1358"/>
                  </a:cubicBezTo>
                  <a:cubicBezTo>
                    <a:pt x="814" y="1357"/>
                    <a:pt x="814" y="1356"/>
                    <a:pt x="814" y="1355"/>
                  </a:cubicBezTo>
                  <a:cubicBezTo>
                    <a:pt x="814" y="1354"/>
                    <a:pt x="813" y="1352"/>
                    <a:pt x="813" y="1351"/>
                  </a:cubicBezTo>
                  <a:cubicBezTo>
                    <a:pt x="813" y="1350"/>
                    <a:pt x="813" y="1349"/>
                    <a:pt x="812" y="1348"/>
                  </a:cubicBezTo>
                  <a:cubicBezTo>
                    <a:pt x="812" y="1347"/>
                    <a:pt x="812" y="1346"/>
                    <a:pt x="812" y="1345"/>
                  </a:cubicBezTo>
                  <a:cubicBezTo>
                    <a:pt x="811" y="1344"/>
                    <a:pt x="811" y="1343"/>
                    <a:pt x="811" y="1342"/>
                  </a:cubicBezTo>
                  <a:cubicBezTo>
                    <a:pt x="811" y="1341"/>
                    <a:pt x="811" y="1339"/>
                    <a:pt x="810" y="1338"/>
                  </a:cubicBezTo>
                  <a:cubicBezTo>
                    <a:pt x="810" y="1337"/>
                    <a:pt x="810" y="1336"/>
                    <a:pt x="810" y="1335"/>
                  </a:cubicBezTo>
                  <a:cubicBezTo>
                    <a:pt x="809" y="1334"/>
                    <a:pt x="809" y="1333"/>
                    <a:pt x="809" y="1332"/>
                  </a:cubicBezTo>
                  <a:cubicBezTo>
                    <a:pt x="809" y="1331"/>
                    <a:pt x="808" y="1330"/>
                    <a:pt x="808" y="1329"/>
                  </a:cubicBezTo>
                  <a:cubicBezTo>
                    <a:pt x="808" y="1328"/>
                    <a:pt x="808" y="1326"/>
                    <a:pt x="808" y="1325"/>
                  </a:cubicBezTo>
                  <a:cubicBezTo>
                    <a:pt x="807" y="1324"/>
                    <a:pt x="807" y="1323"/>
                    <a:pt x="807" y="1322"/>
                  </a:cubicBezTo>
                  <a:cubicBezTo>
                    <a:pt x="807" y="1321"/>
                    <a:pt x="806" y="1320"/>
                    <a:pt x="806" y="1319"/>
                  </a:cubicBezTo>
                  <a:cubicBezTo>
                    <a:pt x="806" y="1318"/>
                    <a:pt x="806" y="1317"/>
                    <a:pt x="805" y="1316"/>
                  </a:cubicBezTo>
                  <a:cubicBezTo>
                    <a:pt x="805" y="1315"/>
                    <a:pt x="805" y="1314"/>
                    <a:pt x="805" y="1314"/>
                  </a:cubicBezTo>
                  <a:cubicBezTo>
                    <a:pt x="805" y="1312"/>
                    <a:pt x="804" y="1311"/>
                    <a:pt x="804" y="1310"/>
                  </a:cubicBezTo>
                  <a:cubicBezTo>
                    <a:pt x="804" y="1309"/>
                    <a:pt x="804" y="1309"/>
                    <a:pt x="804" y="1308"/>
                  </a:cubicBezTo>
                  <a:cubicBezTo>
                    <a:pt x="803" y="1307"/>
                    <a:pt x="803" y="1305"/>
                    <a:pt x="803" y="1304"/>
                  </a:cubicBezTo>
                  <a:cubicBezTo>
                    <a:pt x="803" y="1304"/>
                    <a:pt x="802" y="1303"/>
                    <a:pt x="802" y="1303"/>
                  </a:cubicBezTo>
                  <a:cubicBezTo>
                    <a:pt x="802" y="1301"/>
                    <a:pt x="802" y="1300"/>
                    <a:pt x="801" y="1299"/>
                  </a:cubicBezTo>
                  <a:cubicBezTo>
                    <a:pt x="801" y="1298"/>
                    <a:pt x="801" y="1298"/>
                    <a:pt x="801" y="1298"/>
                  </a:cubicBezTo>
                  <a:cubicBezTo>
                    <a:pt x="798" y="1284"/>
                    <a:pt x="795" y="1273"/>
                    <a:pt x="793" y="1268"/>
                  </a:cubicBezTo>
                  <a:cubicBezTo>
                    <a:pt x="793" y="1268"/>
                    <a:pt x="793" y="1268"/>
                    <a:pt x="793" y="1268"/>
                  </a:cubicBezTo>
                  <a:cubicBezTo>
                    <a:pt x="793" y="1267"/>
                    <a:pt x="793" y="1266"/>
                    <a:pt x="792" y="1266"/>
                  </a:cubicBezTo>
                  <a:cubicBezTo>
                    <a:pt x="792" y="1266"/>
                    <a:pt x="792" y="1266"/>
                    <a:pt x="792" y="1266"/>
                  </a:cubicBezTo>
                  <a:cubicBezTo>
                    <a:pt x="792" y="1265"/>
                    <a:pt x="793" y="1265"/>
                    <a:pt x="793" y="1265"/>
                  </a:cubicBezTo>
                  <a:cubicBezTo>
                    <a:pt x="792" y="1264"/>
                    <a:pt x="792" y="1264"/>
                    <a:pt x="792" y="1264"/>
                  </a:cubicBezTo>
                  <a:cubicBezTo>
                    <a:pt x="792" y="1264"/>
                    <a:pt x="806" y="1107"/>
                    <a:pt x="803" y="1098"/>
                  </a:cubicBezTo>
                  <a:cubicBezTo>
                    <a:pt x="804" y="1068"/>
                    <a:pt x="820" y="1011"/>
                    <a:pt x="818" y="980"/>
                  </a:cubicBezTo>
                  <a:cubicBezTo>
                    <a:pt x="820" y="942"/>
                    <a:pt x="825" y="918"/>
                    <a:pt x="825" y="904"/>
                  </a:cubicBezTo>
                  <a:cubicBezTo>
                    <a:pt x="825" y="902"/>
                    <a:pt x="825" y="902"/>
                    <a:pt x="825" y="902"/>
                  </a:cubicBezTo>
                  <a:cubicBezTo>
                    <a:pt x="826" y="915"/>
                    <a:pt x="827" y="926"/>
                    <a:pt x="827" y="932"/>
                  </a:cubicBezTo>
                  <a:cubicBezTo>
                    <a:pt x="829" y="942"/>
                    <a:pt x="829" y="957"/>
                    <a:pt x="831" y="960"/>
                  </a:cubicBezTo>
                  <a:cubicBezTo>
                    <a:pt x="833" y="975"/>
                    <a:pt x="845" y="1059"/>
                    <a:pt x="846" y="1090"/>
                  </a:cubicBezTo>
                  <a:cubicBezTo>
                    <a:pt x="840" y="1132"/>
                    <a:pt x="839" y="1159"/>
                    <a:pt x="851" y="1219"/>
                  </a:cubicBezTo>
                  <a:cubicBezTo>
                    <a:pt x="856" y="1251"/>
                    <a:pt x="914" y="1393"/>
                    <a:pt x="917" y="1409"/>
                  </a:cubicBezTo>
                  <a:cubicBezTo>
                    <a:pt x="920" y="1425"/>
                    <a:pt x="924" y="1441"/>
                    <a:pt x="926" y="1445"/>
                  </a:cubicBezTo>
                  <a:cubicBezTo>
                    <a:pt x="928" y="1449"/>
                    <a:pt x="914" y="1471"/>
                    <a:pt x="918" y="1486"/>
                  </a:cubicBezTo>
                  <a:cubicBezTo>
                    <a:pt x="922" y="1500"/>
                    <a:pt x="896" y="1546"/>
                    <a:pt x="904" y="1589"/>
                  </a:cubicBezTo>
                  <a:cubicBezTo>
                    <a:pt x="912" y="1632"/>
                    <a:pt x="913" y="1638"/>
                    <a:pt x="914" y="1647"/>
                  </a:cubicBezTo>
                  <a:cubicBezTo>
                    <a:pt x="915" y="1657"/>
                    <a:pt x="921" y="1667"/>
                    <a:pt x="924" y="1679"/>
                  </a:cubicBezTo>
                  <a:cubicBezTo>
                    <a:pt x="927" y="1691"/>
                    <a:pt x="932" y="1720"/>
                    <a:pt x="939" y="1720"/>
                  </a:cubicBezTo>
                  <a:cubicBezTo>
                    <a:pt x="940" y="1720"/>
                    <a:pt x="941" y="1720"/>
                    <a:pt x="941" y="1720"/>
                  </a:cubicBezTo>
                  <a:cubicBezTo>
                    <a:pt x="942" y="1720"/>
                    <a:pt x="942" y="1720"/>
                    <a:pt x="942" y="1720"/>
                  </a:cubicBezTo>
                  <a:cubicBezTo>
                    <a:pt x="942" y="1720"/>
                    <a:pt x="943" y="1720"/>
                    <a:pt x="943" y="1720"/>
                  </a:cubicBezTo>
                  <a:cubicBezTo>
                    <a:pt x="943" y="1720"/>
                    <a:pt x="943" y="1720"/>
                    <a:pt x="944" y="1720"/>
                  </a:cubicBezTo>
                  <a:cubicBezTo>
                    <a:pt x="944" y="1720"/>
                    <a:pt x="944" y="1720"/>
                    <a:pt x="944" y="1719"/>
                  </a:cubicBezTo>
                  <a:cubicBezTo>
                    <a:pt x="944" y="1719"/>
                    <a:pt x="945" y="1719"/>
                    <a:pt x="945" y="1719"/>
                  </a:cubicBezTo>
                  <a:cubicBezTo>
                    <a:pt x="945" y="1719"/>
                    <a:pt x="945" y="1719"/>
                    <a:pt x="945" y="1719"/>
                  </a:cubicBezTo>
                  <a:cubicBezTo>
                    <a:pt x="946" y="1718"/>
                    <a:pt x="946" y="1718"/>
                    <a:pt x="947" y="1717"/>
                  </a:cubicBezTo>
                  <a:cubicBezTo>
                    <a:pt x="947" y="1717"/>
                    <a:pt x="947" y="1717"/>
                    <a:pt x="947" y="1717"/>
                  </a:cubicBezTo>
                  <a:cubicBezTo>
                    <a:pt x="947" y="1717"/>
                    <a:pt x="947" y="1717"/>
                    <a:pt x="947" y="1716"/>
                  </a:cubicBezTo>
                  <a:cubicBezTo>
                    <a:pt x="947" y="1716"/>
                    <a:pt x="947" y="1716"/>
                    <a:pt x="947" y="1716"/>
                  </a:cubicBezTo>
                  <a:cubicBezTo>
                    <a:pt x="947" y="1717"/>
                    <a:pt x="947" y="1717"/>
                    <a:pt x="947" y="1717"/>
                  </a:cubicBezTo>
                  <a:cubicBezTo>
                    <a:pt x="947" y="1717"/>
                    <a:pt x="947" y="1716"/>
                    <a:pt x="947" y="1716"/>
                  </a:cubicBezTo>
                  <a:cubicBezTo>
                    <a:pt x="947" y="1716"/>
                    <a:pt x="947" y="1716"/>
                    <a:pt x="947" y="1716"/>
                  </a:cubicBezTo>
                  <a:cubicBezTo>
                    <a:pt x="947" y="1716"/>
                    <a:pt x="947" y="1715"/>
                    <a:pt x="947" y="1715"/>
                  </a:cubicBezTo>
                  <a:cubicBezTo>
                    <a:pt x="947" y="1715"/>
                    <a:pt x="949" y="1742"/>
                    <a:pt x="963" y="1742"/>
                  </a:cubicBezTo>
                  <a:cubicBezTo>
                    <a:pt x="972" y="1741"/>
                    <a:pt x="972" y="1733"/>
                    <a:pt x="972" y="1733"/>
                  </a:cubicBezTo>
                  <a:cubicBezTo>
                    <a:pt x="972" y="1733"/>
                    <a:pt x="974" y="1755"/>
                    <a:pt x="987" y="1753"/>
                  </a:cubicBezTo>
                  <a:cubicBezTo>
                    <a:pt x="999" y="1751"/>
                    <a:pt x="999" y="1739"/>
                    <a:pt x="999" y="1739"/>
                  </a:cubicBezTo>
                  <a:cubicBezTo>
                    <a:pt x="1007" y="1743"/>
                    <a:pt x="1020" y="1742"/>
                    <a:pt x="1023" y="1728"/>
                  </a:cubicBezTo>
                  <a:cubicBezTo>
                    <a:pt x="1026" y="1714"/>
                    <a:pt x="1033" y="1686"/>
                    <a:pt x="1032" y="1675"/>
                  </a:cubicBezTo>
                  <a:cubicBezTo>
                    <a:pt x="1032" y="1665"/>
                    <a:pt x="1039" y="1642"/>
                    <a:pt x="1039" y="1633"/>
                  </a:cubicBezTo>
                  <a:cubicBezTo>
                    <a:pt x="1046" y="1606"/>
                    <a:pt x="1053" y="1597"/>
                    <a:pt x="1051" y="1589"/>
                  </a:cubicBezTo>
                  <a:cubicBezTo>
                    <a:pt x="1060" y="1599"/>
                    <a:pt x="1068" y="1609"/>
                    <a:pt x="1072" y="1611"/>
                  </a:cubicBezTo>
                  <a:cubicBezTo>
                    <a:pt x="1074" y="1627"/>
                    <a:pt x="1090" y="1651"/>
                    <a:pt x="1103" y="1652"/>
                  </a:cubicBezTo>
                  <a:cubicBezTo>
                    <a:pt x="1120" y="1653"/>
                    <a:pt x="1116" y="1641"/>
                    <a:pt x="1111" y="1628"/>
                  </a:cubicBezTo>
                  <a:close/>
                  <a:moveTo>
                    <a:pt x="672" y="310"/>
                  </a:moveTo>
                  <a:cubicBezTo>
                    <a:pt x="672" y="310"/>
                    <a:pt x="672" y="310"/>
                    <a:pt x="672" y="310"/>
                  </a:cubicBezTo>
                  <a:cubicBezTo>
                    <a:pt x="672" y="310"/>
                    <a:pt x="672" y="310"/>
                    <a:pt x="672" y="310"/>
                  </a:cubicBezTo>
                  <a:cubicBezTo>
                    <a:pt x="672" y="310"/>
                    <a:pt x="672" y="310"/>
                    <a:pt x="672" y="310"/>
                  </a:cubicBezTo>
                  <a:close/>
                </a:path>
              </a:pathLst>
            </a:custGeom>
            <a:noFill/>
            <a:ln w="19050" cmpd="sng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B1DFF5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63503" name="Freeform 72">
              <a:extLst>
                <a:ext uri="{FF2B5EF4-FFF2-40B4-BE49-F238E27FC236}">
                  <a16:creationId xmlns:a16="http://schemas.microsoft.com/office/drawing/2014/main" id="{11A2849C-E662-49E8-B051-A182D3685C4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368" y="714"/>
              <a:ext cx="899" cy="2344"/>
            </a:xfrm>
            <a:custGeom>
              <a:avLst/>
              <a:gdLst>
                <a:gd name="T0" fmla="*/ 522 w 1120"/>
                <a:gd name="T1" fmla="*/ 676 h 2926"/>
                <a:gd name="T2" fmla="*/ 363 w 1120"/>
                <a:gd name="T3" fmla="*/ 247 h 2926"/>
                <a:gd name="T4" fmla="*/ 344 w 1120"/>
                <a:gd name="T5" fmla="*/ 179 h 2926"/>
                <a:gd name="T6" fmla="*/ 347 w 1120"/>
                <a:gd name="T7" fmla="*/ 166 h 2926"/>
                <a:gd name="T8" fmla="*/ 348 w 1120"/>
                <a:gd name="T9" fmla="*/ 159 h 2926"/>
                <a:gd name="T10" fmla="*/ 354 w 1120"/>
                <a:gd name="T11" fmla="*/ 155 h 2926"/>
                <a:gd name="T12" fmla="*/ 364 w 1120"/>
                <a:gd name="T13" fmla="*/ 103 h 2926"/>
                <a:gd name="T14" fmla="*/ 360 w 1120"/>
                <a:gd name="T15" fmla="*/ 56 h 2926"/>
                <a:gd name="T16" fmla="*/ 289 w 1120"/>
                <a:gd name="T17" fmla="*/ 2 h 2926"/>
                <a:gd name="T18" fmla="*/ 216 w 1120"/>
                <a:gd name="T19" fmla="*/ 66 h 2926"/>
                <a:gd name="T20" fmla="*/ 214 w 1120"/>
                <a:gd name="T21" fmla="*/ 106 h 2926"/>
                <a:gd name="T22" fmla="*/ 226 w 1120"/>
                <a:gd name="T23" fmla="*/ 155 h 2926"/>
                <a:gd name="T24" fmla="*/ 232 w 1120"/>
                <a:gd name="T25" fmla="*/ 159 h 2926"/>
                <a:gd name="T26" fmla="*/ 233 w 1120"/>
                <a:gd name="T27" fmla="*/ 166 h 2926"/>
                <a:gd name="T28" fmla="*/ 234 w 1120"/>
                <a:gd name="T29" fmla="*/ 172 h 2926"/>
                <a:gd name="T30" fmla="*/ 235 w 1120"/>
                <a:gd name="T31" fmla="*/ 179 h 2926"/>
                <a:gd name="T32" fmla="*/ 237 w 1120"/>
                <a:gd name="T33" fmla="*/ 185 h 2926"/>
                <a:gd name="T34" fmla="*/ 218 w 1120"/>
                <a:gd name="T35" fmla="*/ 247 h 2926"/>
                <a:gd name="T36" fmla="*/ 58 w 1120"/>
                <a:gd name="T37" fmla="*/ 676 h 2926"/>
                <a:gd name="T38" fmla="*/ 9 w 1120"/>
                <a:gd name="T39" fmla="*/ 849 h 2926"/>
                <a:gd name="T40" fmla="*/ 70 w 1120"/>
                <a:gd name="T41" fmla="*/ 901 h 2926"/>
                <a:gd name="T42" fmla="*/ 90 w 1120"/>
                <a:gd name="T43" fmla="*/ 883 h 2926"/>
                <a:gd name="T44" fmla="*/ 92 w 1120"/>
                <a:gd name="T45" fmla="*/ 884 h 2926"/>
                <a:gd name="T46" fmla="*/ 104 w 1120"/>
                <a:gd name="T47" fmla="*/ 763 h 2926"/>
                <a:gd name="T48" fmla="*/ 153 w 1120"/>
                <a:gd name="T49" fmla="*/ 464 h 2926"/>
                <a:gd name="T50" fmla="*/ 169 w 1120"/>
                <a:gd name="T51" fmla="*/ 650 h 2926"/>
                <a:gd name="T52" fmla="*/ 161 w 1120"/>
                <a:gd name="T53" fmla="*/ 682 h 2926"/>
                <a:gd name="T54" fmla="*/ 159 w 1120"/>
                <a:gd name="T55" fmla="*/ 693 h 2926"/>
                <a:gd name="T56" fmla="*/ 157 w 1120"/>
                <a:gd name="T57" fmla="*/ 705 h 2926"/>
                <a:gd name="T58" fmla="*/ 155 w 1120"/>
                <a:gd name="T59" fmla="*/ 716 h 2926"/>
                <a:gd name="T60" fmla="*/ 153 w 1120"/>
                <a:gd name="T61" fmla="*/ 726 h 2926"/>
                <a:gd name="T62" fmla="*/ 153 w 1120"/>
                <a:gd name="T63" fmla="*/ 735 h 2926"/>
                <a:gd name="T64" fmla="*/ 218 w 1120"/>
                <a:gd name="T65" fmla="*/ 1395 h 2926"/>
                <a:gd name="T66" fmla="*/ 178 w 1120"/>
                <a:gd name="T67" fmla="*/ 1485 h 2926"/>
                <a:gd name="T68" fmla="*/ 211 w 1120"/>
                <a:gd name="T69" fmla="*/ 1500 h 2926"/>
                <a:gd name="T70" fmla="*/ 228 w 1120"/>
                <a:gd name="T71" fmla="*/ 1498 h 2926"/>
                <a:gd name="T72" fmla="*/ 253 w 1120"/>
                <a:gd name="T73" fmla="*/ 1502 h 2926"/>
                <a:gd name="T74" fmla="*/ 258 w 1120"/>
                <a:gd name="T75" fmla="*/ 1499 h 2926"/>
                <a:gd name="T76" fmla="*/ 271 w 1120"/>
                <a:gd name="T77" fmla="*/ 1480 h 2926"/>
                <a:gd name="T78" fmla="*/ 263 w 1120"/>
                <a:gd name="T79" fmla="*/ 1105 h 2926"/>
                <a:gd name="T80" fmla="*/ 315 w 1120"/>
                <a:gd name="T81" fmla="*/ 1105 h 2926"/>
                <a:gd name="T82" fmla="*/ 308 w 1120"/>
                <a:gd name="T83" fmla="*/ 1480 h 2926"/>
                <a:gd name="T84" fmla="*/ 321 w 1120"/>
                <a:gd name="T85" fmla="*/ 1499 h 2926"/>
                <a:gd name="T86" fmla="*/ 327 w 1120"/>
                <a:gd name="T87" fmla="*/ 1502 h 2926"/>
                <a:gd name="T88" fmla="*/ 335 w 1120"/>
                <a:gd name="T89" fmla="*/ 1503 h 2926"/>
                <a:gd name="T90" fmla="*/ 364 w 1120"/>
                <a:gd name="T91" fmla="*/ 1500 h 2926"/>
                <a:gd name="T92" fmla="*/ 390 w 1120"/>
                <a:gd name="T93" fmla="*/ 1492 h 2926"/>
                <a:gd name="T94" fmla="*/ 391 w 1120"/>
                <a:gd name="T95" fmla="*/ 1460 h 2926"/>
                <a:gd name="T96" fmla="*/ 401 w 1120"/>
                <a:gd name="T97" fmla="*/ 1083 h 2926"/>
                <a:gd name="T98" fmla="*/ 426 w 1120"/>
                <a:gd name="T99" fmla="*/ 731 h 2926"/>
                <a:gd name="T100" fmla="*/ 425 w 1120"/>
                <a:gd name="T101" fmla="*/ 723 h 2926"/>
                <a:gd name="T102" fmla="*/ 423 w 1120"/>
                <a:gd name="T103" fmla="*/ 711 h 2926"/>
                <a:gd name="T104" fmla="*/ 421 w 1120"/>
                <a:gd name="T105" fmla="*/ 700 h 2926"/>
                <a:gd name="T106" fmla="*/ 419 w 1120"/>
                <a:gd name="T107" fmla="*/ 688 h 2926"/>
                <a:gd name="T108" fmla="*/ 417 w 1120"/>
                <a:gd name="T109" fmla="*/ 676 h 2926"/>
                <a:gd name="T110" fmla="*/ 414 w 1120"/>
                <a:gd name="T111" fmla="*/ 667 h 2926"/>
                <a:gd name="T112" fmla="*/ 416 w 1120"/>
                <a:gd name="T113" fmla="*/ 565 h 2926"/>
                <a:gd name="T114" fmla="*/ 440 w 1120"/>
                <a:gd name="T115" fmla="*/ 627 h 2926"/>
                <a:gd name="T116" fmla="*/ 486 w 1120"/>
                <a:gd name="T117" fmla="*/ 884 h 2926"/>
                <a:gd name="T118" fmla="*/ 489 w 1120"/>
                <a:gd name="T119" fmla="*/ 884 h 2926"/>
                <a:gd name="T120" fmla="*/ 490 w 1120"/>
                <a:gd name="T121" fmla="*/ 883 h 2926"/>
                <a:gd name="T122" fmla="*/ 534 w 1120"/>
                <a:gd name="T123" fmla="*/ 861 h 2926"/>
                <a:gd name="T124" fmla="*/ 348 w 1120"/>
                <a:gd name="T125" fmla="*/ 159 h 292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1120" h="2926">
                  <a:moveTo>
                    <a:pt x="1111" y="1628"/>
                  </a:moveTo>
                  <a:cubicBezTo>
                    <a:pt x="1106" y="1614"/>
                    <a:pt x="1105" y="1598"/>
                    <a:pt x="1100" y="1592"/>
                  </a:cubicBezTo>
                  <a:cubicBezTo>
                    <a:pt x="1095" y="1586"/>
                    <a:pt x="1087" y="1551"/>
                    <a:pt x="1078" y="1540"/>
                  </a:cubicBezTo>
                  <a:cubicBezTo>
                    <a:pt x="1069" y="1528"/>
                    <a:pt x="1035" y="1477"/>
                    <a:pt x="1026" y="1469"/>
                  </a:cubicBezTo>
                  <a:cubicBezTo>
                    <a:pt x="1023" y="1464"/>
                    <a:pt x="1025" y="1444"/>
                    <a:pt x="1021" y="1430"/>
                  </a:cubicBezTo>
                  <a:cubicBezTo>
                    <a:pt x="1017" y="1416"/>
                    <a:pt x="1018" y="1402"/>
                    <a:pt x="1014" y="1386"/>
                  </a:cubicBezTo>
                  <a:cubicBezTo>
                    <a:pt x="1010" y="1369"/>
                    <a:pt x="1010" y="1337"/>
                    <a:pt x="1009" y="1315"/>
                  </a:cubicBezTo>
                  <a:cubicBezTo>
                    <a:pt x="1007" y="1277"/>
                    <a:pt x="1007" y="1129"/>
                    <a:pt x="985" y="1075"/>
                  </a:cubicBezTo>
                  <a:cubicBezTo>
                    <a:pt x="981" y="1058"/>
                    <a:pt x="976" y="1031"/>
                    <a:pt x="977" y="992"/>
                  </a:cubicBezTo>
                  <a:cubicBezTo>
                    <a:pt x="975" y="886"/>
                    <a:pt x="951" y="825"/>
                    <a:pt x="953" y="792"/>
                  </a:cubicBezTo>
                  <a:cubicBezTo>
                    <a:pt x="960" y="744"/>
                    <a:pt x="949" y="693"/>
                    <a:pt x="940" y="653"/>
                  </a:cubicBezTo>
                  <a:cubicBezTo>
                    <a:pt x="921" y="567"/>
                    <a:pt x="879" y="544"/>
                    <a:pt x="860" y="540"/>
                  </a:cubicBezTo>
                  <a:cubicBezTo>
                    <a:pt x="840" y="536"/>
                    <a:pt x="810" y="533"/>
                    <a:pt x="797" y="520"/>
                  </a:cubicBezTo>
                  <a:cubicBezTo>
                    <a:pt x="787" y="512"/>
                    <a:pt x="720" y="481"/>
                    <a:pt x="701" y="479"/>
                  </a:cubicBezTo>
                  <a:cubicBezTo>
                    <a:pt x="651" y="470"/>
                    <a:pt x="660" y="380"/>
                    <a:pt x="660" y="362"/>
                  </a:cubicBezTo>
                  <a:cubicBezTo>
                    <a:pt x="660" y="362"/>
                    <a:pt x="660" y="362"/>
                    <a:pt x="660" y="362"/>
                  </a:cubicBezTo>
                  <a:cubicBezTo>
                    <a:pt x="660" y="362"/>
                    <a:pt x="660" y="362"/>
                    <a:pt x="660" y="362"/>
                  </a:cubicBezTo>
                  <a:cubicBezTo>
                    <a:pt x="661" y="360"/>
                    <a:pt x="661" y="358"/>
                    <a:pt x="662" y="357"/>
                  </a:cubicBezTo>
                  <a:cubicBezTo>
                    <a:pt x="662" y="357"/>
                    <a:pt x="662" y="356"/>
                    <a:pt x="662" y="356"/>
                  </a:cubicBezTo>
                  <a:cubicBezTo>
                    <a:pt x="663" y="355"/>
                    <a:pt x="663" y="353"/>
                    <a:pt x="664" y="351"/>
                  </a:cubicBezTo>
                  <a:cubicBezTo>
                    <a:pt x="664" y="350"/>
                    <a:pt x="664" y="350"/>
                    <a:pt x="664" y="350"/>
                  </a:cubicBezTo>
                  <a:cubicBezTo>
                    <a:pt x="665" y="348"/>
                    <a:pt x="665" y="346"/>
                    <a:pt x="666" y="344"/>
                  </a:cubicBezTo>
                  <a:cubicBezTo>
                    <a:pt x="666" y="344"/>
                    <a:pt x="666" y="344"/>
                    <a:pt x="666" y="343"/>
                  </a:cubicBezTo>
                  <a:cubicBezTo>
                    <a:pt x="666" y="341"/>
                    <a:pt x="667" y="339"/>
                    <a:pt x="667" y="337"/>
                  </a:cubicBezTo>
                  <a:cubicBezTo>
                    <a:pt x="667" y="337"/>
                    <a:pt x="667" y="337"/>
                    <a:pt x="668" y="337"/>
                  </a:cubicBezTo>
                  <a:cubicBezTo>
                    <a:pt x="668" y="334"/>
                    <a:pt x="669" y="332"/>
                    <a:pt x="669" y="330"/>
                  </a:cubicBezTo>
                  <a:cubicBezTo>
                    <a:pt x="669" y="330"/>
                    <a:pt x="669" y="330"/>
                    <a:pt x="669" y="330"/>
                  </a:cubicBezTo>
                  <a:cubicBezTo>
                    <a:pt x="669" y="328"/>
                    <a:pt x="670" y="325"/>
                    <a:pt x="670" y="323"/>
                  </a:cubicBezTo>
                  <a:cubicBezTo>
                    <a:pt x="670" y="323"/>
                    <a:pt x="670" y="323"/>
                    <a:pt x="670" y="323"/>
                  </a:cubicBezTo>
                  <a:cubicBezTo>
                    <a:pt x="671" y="321"/>
                    <a:pt x="671" y="319"/>
                    <a:pt x="671" y="317"/>
                  </a:cubicBezTo>
                  <a:cubicBezTo>
                    <a:pt x="671" y="317"/>
                    <a:pt x="671" y="317"/>
                    <a:pt x="671" y="317"/>
                  </a:cubicBezTo>
                  <a:cubicBezTo>
                    <a:pt x="672" y="315"/>
                    <a:pt x="672" y="313"/>
                    <a:pt x="672" y="312"/>
                  </a:cubicBezTo>
                  <a:cubicBezTo>
                    <a:pt x="672" y="312"/>
                    <a:pt x="672" y="312"/>
                    <a:pt x="672" y="312"/>
                  </a:cubicBezTo>
                  <a:cubicBezTo>
                    <a:pt x="672" y="311"/>
                    <a:pt x="672" y="310"/>
                    <a:pt x="672" y="310"/>
                  </a:cubicBezTo>
                  <a:cubicBezTo>
                    <a:pt x="672" y="310"/>
                    <a:pt x="672" y="310"/>
                    <a:pt x="672" y="310"/>
                  </a:cubicBezTo>
                  <a:cubicBezTo>
                    <a:pt x="674" y="309"/>
                    <a:pt x="676" y="308"/>
                    <a:pt x="679" y="306"/>
                  </a:cubicBezTo>
                  <a:cubicBezTo>
                    <a:pt x="679" y="306"/>
                    <a:pt x="679" y="306"/>
                    <a:pt x="679" y="306"/>
                  </a:cubicBezTo>
                  <a:cubicBezTo>
                    <a:pt x="680" y="305"/>
                    <a:pt x="680" y="305"/>
                    <a:pt x="681" y="305"/>
                  </a:cubicBezTo>
                  <a:cubicBezTo>
                    <a:pt x="681" y="304"/>
                    <a:pt x="681" y="304"/>
                    <a:pt x="681" y="304"/>
                  </a:cubicBezTo>
                  <a:cubicBezTo>
                    <a:pt x="682" y="304"/>
                    <a:pt x="682" y="303"/>
                    <a:pt x="682" y="303"/>
                  </a:cubicBezTo>
                  <a:cubicBezTo>
                    <a:pt x="683" y="303"/>
                    <a:pt x="683" y="302"/>
                    <a:pt x="683" y="302"/>
                  </a:cubicBezTo>
                  <a:cubicBezTo>
                    <a:pt x="683" y="302"/>
                    <a:pt x="684" y="302"/>
                    <a:pt x="684" y="301"/>
                  </a:cubicBezTo>
                  <a:cubicBezTo>
                    <a:pt x="684" y="301"/>
                    <a:pt x="685" y="300"/>
                    <a:pt x="685" y="300"/>
                  </a:cubicBezTo>
                  <a:cubicBezTo>
                    <a:pt x="688" y="296"/>
                    <a:pt x="689" y="291"/>
                    <a:pt x="693" y="286"/>
                  </a:cubicBezTo>
                  <a:cubicBezTo>
                    <a:pt x="696" y="280"/>
                    <a:pt x="695" y="276"/>
                    <a:pt x="698" y="267"/>
                  </a:cubicBezTo>
                  <a:cubicBezTo>
                    <a:pt x="701" y="258"/>
                    <a:pt x="703" y="244"/>
                    <a:pt x="703" y="239"/>
                  </a:cubicBezTo>
                  <a:cubicBezTo>
                    <a:pt x="703" y="233"/>
                    <a:pt x="709" y="218"/>
                    <a:pt x="709" y="211"/>
                  </a:cubicBezTo>
                  <a:cubicBezTo>
                    <a:pt x="709" y="206"/>
                    <a:pt x="707" y="202"/>
                    <a:pt x="705" y="201"/>
                  </a:cubicBezTo>
                  <a:cubicBezTo>
                    <a:pt x="705" y="201"/>
                    <a:pt x="705" y="201"/>
                    <a:pt x="705" y="201"/>
                  </a:cubicBezTo>
                  <a:cubicBezTo>
                    <a:pt x="705" y="201"/>
                    <a:pt x="706" y="201"/>
                    <a:pt x="706" y="200"/>
                  </a:cubicBezTo>
                  <a:cubicBezTo>
                    <a:pt x="706" y="200"/>
                    <a:pt x="706" y="200"/>
                    <a:pt x="706" y="200"/>
                  </a:cubicBezTo>
                  <a:cubicBezTo>
                    <a:pt x="706" y="200"/>
                    <a:pt x="706" y="200"/>
                    <a:pt x="706" y="200"/>
                  </a:cubicBezTo>
                  <a:cubicBezTo>
                    <a:pt x="707" y="200"/>
                    <a:pt x="707" y="199"/>
                    <a:pt x="707" y="199"/>
                  </a:cubicBezTo>
                  <a:cubicBezTo>
                    <a:pt x="707" y="192"/>
                    <a:pt x="704" y="175"/>
                    <a:pt x="705" y="168"/>
                  </a:cubicBezTo>
                  <a:cubicBezTo>
                    <a:pt x="705" y="163"/>
                    <a:pt x="706" y="148"/>
                    <a:pt x="706" y="142"/>
                  </a:cubicBezTo>
                  <a:cubicBezTo>
                    <a:pt x="706" y="131"/>
                    <a:pt x="700" y="120"/>
                    <a:pt x="697" y="110"/>
                  </a:cubicBezTo>
                  <a:cubicBezTo>
                    <a:pt x="694" y="99"/>
                    <a:pt x="694" y="87"/>
                    <a:pt x="691" y="77"/>
                  </a:cubicBezTo>
                  <a:cubicBezTo>
                    <a:pt x="687" y="64"/>
                    <a:pt x="678" y="56"/>
                    <a:pt x="666" y="49"/>
                  </a:cubicBezTo>
                  <a:cubicBezTo>
                    <a:pt x="657" y="44"/>
                    <a:pt x="646" y="43"/>
                    <a:pt x="641" y="35"/>
                  </a:cubicBezTo>
                  <a:cubicBezTo>
                    <a:pt x="638" y="31"/>
                    <a:pt x="641" y="30"/>
                    <a:pt x="635" y="27"/>
                  </a:cubicBezTo>
                  <a:cubicBezTo>
                    <a:pt x="632" y="25"/>
                    <a:pt x="626" y="24"/>
                    <a:pt x="623" y="23"/>
                  </a:cubicBezTo>
                  <a:cubicBezTo>
                    <a:pt x="614" y="21"/>
                    <a:pt x="602" y="16"/>
                    <a:pt x="604" y="5"/>
                  </a:cubicBezTo>
                  <a:cubicBezTo>
                    <a:pt x="591" y="2"/>
                    <a:pt x="570" y="13"/>
                    <a:pt x="559" y="2"/>
                  </a:cubicBezTo>
                  <a:cubicBezTo>
                    <a:pt x="551" y="2"/>
                    <a:pt x="551" y="2"/>
                    <a:pt x="551" y="2"/>
                  </a:cubicBezTo>
                  <a:cubicBezTo>
                    <a:pt x="544" y="4"/>
                    <a:pt x="535" y="3"/>
                    <a:pt x="528" y="0"/>
                  </a:cubicBezTo>
                  <a:cubicBezTo>
                    <a:pt x="525" y="6"/>
                    <a:pt x="511" y="12"/>
                    <a:pt x="503" y="12"/>
                  </a:cubicBezTo>
                  <a:cubicBezTo>
                    <a:pt x="493" y="12"/>
                    <a:pt x="482" y="14"/>
                    <a:pt x="476" y="23"/>
                  </a:cubicBezTo>
                  <a:cubicBezTo>
                    <a:pt x="480" y="22"/>
                    <a:pt x="485" y="20"/>
                    <a:pt x="487" y="23"/>
                  </a:cubicBezTo>
                  <a:cubicBezTo>
                    <a:pt x="461" y="37"/>
                    <a:pt x="429" y="57"/>
                    <a:pt x="426" y="89"/>
                  </a:cubicBezTo>
                  <a:cubicBezTo>
                    <a:pt x="425" y="103"/>
                    <a:pt x="418" y="114"/>
                    <a:pt x="417" y="128"/>
                  </a:cubicBezTo>
                  <a:cubicBezTo>
                    <a:pt x="416" y="142"/>
                    <a:pt x="405" y="149"/>
                    <a:pt x="410" y="163"/>
                  </a:cubicBezTo>
                  <a:cubicBezTo>
                    <a:pt x="409" y="172"/>
                    <a:pt x="412" y="172"/>
                    <a:pt x="412" y="180"/>
                  </a:cubicBezTo>
                  <a:cubicBezTo>
                    <a:pt x="409" y="189"/>
                    <a:pt x="417" y="200"/>
                    <a:pt x="417" y="200"/>
                  </a:cubicBezTo>
                  <a:cubicBezTo>
                    <a:pt x="417" y="200"/>
                    <a:pt x="417" y="200"/>
                    <a:pt x="417" y="200"/>
                  </a:cubicBezTo>
                  <a:cubicBezTo>
                    <a:pt x="416" y="200"/>
                    <a:pt x="415" y="202"/>
                    <a:pt x="414" y="204"/>
                  </a:cubicBezTo>
                  <a:cubicBezTo>
                    <a:pt x="414" y="204"/>
                    <a:pt x="414" y="204"/>
                    <a:pt x="414" y="204"/>
                  </a:cubicBezTo>
                  <a:cubicBezTo>
                    <a:pt x="413" y="205"/>
                    <a:pt x="413" y="205"/>
                    <a:pt x="413" y="206"/>
                  </a:cubicBezTo>
                  <a:cubicBezTo>
                    <a:pt x="413" y="207"/>
                    <a:pt x="413" y="207"/>
                    <a:pt x="413" y="207"/>
                  </a:cubicBezTo>
                  <a:cubicBezTo>
                    <a:pt x="412" y="208"/>
                    <a:pt x="412" y="209"/>
                    <a:pt x="412" y="211"/>
                  </a:cubicBezTo>
                  <a:cubicBezTo>
                    <a:pt x="412" y="218"/>
                    <a:pt x="419" y="233"/>
                    <a:pt x="419" y="239"/>
                  </a:cubicBezTo>
                  <a:cubicBezTo>
                    <a:pt x="419" y="244"/>
                    <a:pt x="420" y="258"/>
                    <a:pt x="424" y="267"/>
                  </a:cubicBezTo>
                  <a:cubicBezTo>
                    <a:pt x="427" y="276"/>
                    <a:pt x="425" y="280"/>
                    <a:pt x="429" y="286"/>
                  </a:cubicBezTo>
                  <a:cubicBezTo>
                    <a:pt x="432" y="291"/>
                    <a:pt x="433" y="296"/>
                    <a:pt x="436" y="300"/>
                  </a:cubicBezTo>
                  <a:cubicBezTo>
                    <a:pt x="437" y="300"/>
                    <a:pt x="437" y="301"/>
                    <a:pt x="437" y="301"/>
                  </a:cubicBezTo>
                  <a:cubicBezTo>
                    <a:pt x="438" y="302"/>
                    <a:pt x="438" y="302"/>
                    <a:pt x="438" y="302"/>
                  </a:cubicBezTo>
                  <a:cubicBezTo>
                    <a:pt x="438" y="302"/>
                    <a:pt x="439" y="303"/>
                    <a:pt x="439" y="303"/>
                  </a:cubicBezTo>
                  <a:cubicBezTo>
                    <a:pt x="439" y="303"/>
                    <a:pt x="440" y="304"/>
                    <a:pt x="440" y="304"/>
                  </a:cubicBezTo>
                  <a:cubicBezTo>
                    <a:pt x="440" y="304"/>
                    <a:pt x="441" y="305"/>
                    <a:pt x="441" y="305"/>
                  </a:cubicBezTo>
                  <a:cubicBezTo>
                    <a:pt x="441" y="305"/>
                    <a:pt x="442" y="306"/>
                    <a:pt x="442" y="306"/>
                  </a:cubicBezTo>
                  <a:cubicBezTo>
                    <a:pt x="442" y="306"/>
                    <a:pt x="443" y="306"/>
                    <a:pt x="443" y="306"/>
                  </a:cubicBezTo>
                  <a:cubicBezTo>
                    <a:pt x="445" y="308"/>
                    <a:pt x="448" y="310"/>
                    <a:pt x="449" y="310"/>
                  </a:cubicBezTo>
                  <a:cubicBezTo>
                    <a:pt x="449" y="310"/>
                    <a:pt x="449" y="310"/>
                    <a:pt x="449" y="310"/>
                  </a:cubicBezTo>
                  <a:cubicBezTo>
                    <a:pt x="449" y="312"/>
                    <a:pt x="450" y="314"/>
                    <a:pt x="450" y="316"/>
                  </a:cubicBezTo>
                  <a:cubicBezTo>
                    <a:pt x="450" y="316"/>
                    <a:pt x="450" y="316"/>
                    <a:pt x="450" y="316"/>
                  </a:cubicBezTo>
                  <a:cubicBezTo>
                    <a:pt x="450" y="317"/>
                    <a:pt x="450" y="318"/>
                    <a:pt x="450" y="319"/>
                  </a:cubicBezTo>
                  <a:cubicBezTo>
                    <a:pt x="450" y="319"/>
                    <a:pt x="450" y="319"/>
                    <a:pt x="450" y="319"/>
                  </a:cubicBezTo>
                  <a:cubicBezTo>
                    <a:pt x="450" y="320"/>
                    <a:pt x="450" y="321"/>
                    <a:pt x="450" y="322"/>
                  </a:cubicBezTo>
                  <a:cubicBezTo>
                    <a:pt x="450" y="322"/>
                    <a:pt x="450" y="322"/>
                    <a:pt x="450" y="322"/>
                  </a:cubicBezTo>
                  <a:cubicBezTo>
                    <a:pt x="450" y="323"/>
                    <a:pt x="451" y="324"/>
                    <a:pt x="451" y="326"/>
                  </a:cubicBezTo>
                  <a:cubicBezTo>
                    <a:pt x="451" y="326"/>
                    <a:pt x="451" y="326"/>
                    <a:pt x="451" y="326"/>
                  </a:cubicBezTo>
                  <a:cubicBezTo>
                    <a:pt x="451" y="327"/>
                    <a:pt x="451" y="328"/>
                    <a:pt x="451" y="329"/>
                  </a:cubicBezTo>
                  <a:cubicBezTo>
                    <a:pt x="451" y="329"/>
                    <a:pt x="451" y="330"/>
                    <a:pt x="451" y="330"/>
                  </a:cubicBezTo>
                  <a:cubicBezTo>
                    <a:pt x="451" y="331"/>
                    <a:pt x="452" y="332"/>
                    <a:pt x="452" y="333"/>
                  </a:cubicBezTo>
                  <a:cubicBezTo>
                    <a:pt x="452" y="333"/>
                    <a:pt x="452" y="333"/>
                    <a:pt x="452" y="334"/>
                  </a:cubicBezTo>
                  <a:cubicBezTo>
                    <a:pt x="452" y="335"/>
                    <a:pt x="452" y="336"/>
                    <a:pt x="452" y="336"/>
                  </a:cubicBezTo>
                  <a:cubicBezTo>
                    <a:pt x="452" y="337"/>
                    <a:pt x="452" y="337"/>
                    <a:pt x="453" y="338"/>
                  </a:cubicBezTo>
                  <a:cubicBezTo>
                    <a:pt x="453" y="339"/>
                    <a:pt x="453" y="339"/>
                    <a:pt x="453" y="340"/>
                  </a:cubicBezTo>
                  <a:cubicBezTo>
                    <a:pt x="453" y="341"/>
                    <a:pt x="453" y="341"/>
                    <a:pt x="453" y="342"/>
                  </a:cubicBezTo>
                  <a:cubicBezTo>
                    <a:pt x="453" y="342"/>
                    <a:pt x="454" y="343"/>
                    <a:pt x="454" y="344"/>
                  </a:cubicBezTo>
                  <a:cubicBezTo>
                    <a:pt x="454" y="344"/>
                    <a:pt x="454" y="345"/>
                    <a:pt x="454" y="345"/>
                  </a:cubicBezTo>
                  <a:cubicBezTo>
                    <a:pt x="454" y="346"/>
                    <a:pt x="454" y="347"/>
                    <a:pt x="454" y="347"/>
                  </a:cubicBezTo>
                  <a:cubicBezTo>
                    <a:pt x="455" y="348"/>
                    <a:pt x="455" y="348"/>
                    <a:pt x="455" y="349"/>
                  </a:cubicBezTo>
                  <a:cubicBezTo>
                    <a:pt x="455" y="349"/>
                    <a:pt x="455" y="350"/>
                    <a:pt x="455" y="351"/>
                  </a:cubicBezTo>
                  <a:cubicBezTo>
                    <a:pt x="455" y="351"/>
                    <a:pt x="456" y="352"/>
                    <a:pt x="456" y="352"/>
                  </a:cubicBezTo>
                  <a:cubicBezTo>
                    <a:pt x="456" y="353"/>
                    <a:pt x="456" y="353"/>
                    <a:pt x="456" y="354"/>
                  </a:cubicBezTo>
                  <a:cubicBezTo>
                    <a:pt x="456" y="354"/>
                    <a:pt x="457" y="355"/>
                    <a:pt x="457" y="355"/>
                  </a:cubicBezTo>
                  <a:cubicBezTo>
                    <a:pt x="457" y="356"/>
                    <a:pt x="457" y="356"/>
                    <a:pt x="457" y="357"/>
                  </a:cubicBezTo>
                  <a:cubicBezTo>
                    <a:pt x="457" y="357"/>
                    <a:pt x="458" y="358"/>
                    <a:pt x="458" y="358"/>
                  </a:cubicBezTo>
                  <a:cubicBezTo>
                    <a:pt x="458" y="359"/>
                    <a:pt x="458" y="359"/>
                    <a:pt x="458" y="359"/>
                  </a:cubicBezTo>
                  <a:cubicBezTo>
                    <a:pt x="459" y="360"/>
                    <a:pt x="459" y="361"/>
                    <a:pt x="459" y="362"/>
                  </a:cubicBezTo>
                  <a:cubicBezTo>
                    <a:pt x="460" y="362"/>
                    <a:pt x="460" y="363"/>
                    <a:pt x="461" y="364"/>
                  </a:cubicBezTo>
                  <a:cubicBezTo>
                    <a:pt x="461" y="365"/>
                    <a:pt x="461" y="365"/>
                    <a:pt x="461" y="366"/>
                  </a:cubicBezTo>
                  <a:cubicBezTo>
                    <a:pt x="461" y="377"/>
                    <a:pt x="463" y="401"/>
                    <a:pt x="459" y="425"/>
                  </a:cubicBezTo>
                  <a:cubicBezTo>
                    <a:pt x="459" y="425"/>
                    <a:pt x="459" y="426"/>
                    <a:pt x="459" y="426"/>
                  </a:cubicBezTo>
                  <a:cubicBezTo>
                    <a:pt x="459" y="427"/>
                    <a:pt x="458" y="427"/>
                    <a:pt x="458" y="427"/>
                  </a:cubicBezTo>
                  <a:cubicBezTo>
                    <a:pt x="454" y="452"/>
                    <a:pt x="443" y="475"/>
                    <a:pt x="420" y="479"/>
                  </a:cubicBezTo>
                  <a:cubicBezTo>
                    <a:pt x="400" y="481"/>
                    <a:pt x="333" y="512"/>
                    <a:pt x="324" y="520"/>
                  </a:cubicBezTo>
                  <a:cubicBezTo>
                    <a:pt x="311" y="533"/>
                    <a:pt x="280" y="536"/>
                    <a:pt x="261" y="540"/>
                  </a:cubicBezTo>
                  <a:cubicBezTo>
                    <a:pt x="241" y="544"/>
                    <a:pt x="200" y="567"/>
                    <a:pt x="180" y="653"/>
                  </a:cubicBezTo>
                  <a:cubicBezTo>
                    <a:pt x="171" y="693"/>
                    <a:pt x="161" y="744"/>
                    <a:pt x="167" y="792"/>
                  </a:cubicBezTo>
                  <a:cubicBezTo>
                    <a:pt x="170" y="825"/>
                    <a:pt x="146" y="886"/>
                    <a:pt x="143" y="992"/>
                  </a:cubicBezTo>
                  <a:cubicBezTo>
                    <a:pt x="144" y="1031"/>
                    <a:pt x="140" y="1058"/>
                    <a:pt x="135" y="1075"/>
                  </a:cubicBezTo>
                  <a:cubicBezTo>
                    <a:pt x="113" y="1129"/>
                    <a:pt x="113" y="1277"/>
                    <a:pt x="112" y="1315"/>
                  </a:cubicBezTo>
                  <a:cubicBezTo>
                    <a:pt x="111" y="1337"/>
                    <a:pt x="111" y="1369"/>
                    <a:pt x="107" y="1386"/>
                  </a:cubicBezTo>
                  <a:cubicBezTo>
                    <a:pt x="103" y="1402"/>
                    <a:pt x="106" y="1416"/>
                    <a:pt x="101" y="1430"/>
                  </a:cubicBezTo>
                  <a:cubicBezTo>
                    <a:pt x="97" y="1444"/>
                    <a:pt x="99" y="1464"/>
                    <a:pt x="96" y="1469"/>
                  </a:cubicBezTo>
                  <a:cubicBezTo>
                    <a:pt x="88" y="1477"/>
                    <a:pt x="53" y="1528"/>
                    <a:pt x="44" y="1540"/>
                  </a:cubicBezTo>
                  <a:cubicBezTo>
                    <a:pt x="36" y="1551"/>
                    <a:pt x="26" y="1586"/>
                    <a:pt x="21" y="1592"/>
                  </a:cubicBezTo>
                  <a:cubicBezTo>
                    <a:pt x="16" y="1598"/>
                    <a:pt x="15" y="1614"/>
                    <a:pt x="9" y="1628"/>
                  </a:cubicBezTo>
                  <a:cubicBezTo>
                    <a:pt x="4" y="1641"/>
                    <a:pt x="0" y="1653"/>
                    <a:pt x="17" y="1652"/>
                  </a:cubicBezTo>
                  <a:cubicBezTo>
                    <a:pt x="31" y="1651"/>
                    <a:pt x="46" y="1627"/>
                    <a:pt x="49" y="1611"/>
                  </a:cubicBezTo>
                  <a:cubicBezTo>
                    <a:pt x="53" y="1609"/>
                    <a:pt x="61" y="1599"/>
                    <a:pt x="70" y="1589"/>
                  </a:cubicBezTo>
                  <a:cubicBezTo>
                    <a:pt x="68" y="1597"/>
                    <a:pt x="74" y="1606"/>
                    <a:pt x="81" y="1633"/>
                  </a:cubicBezTo>
                  <a:cubicBezTo>
                    <a:pt x="81" y="1642"/>
                    <a:pt x="89" y="1665"/>
                    <a:pt x="88" y="1675"/>
                  </a:cubicBezTo>
                  <a:cubicBezTo>
                    <a:pt x="87" y="1686"/>
                    <a:pt x="94" y="1714"/>
                    <a:pt x="97" y="1728"/>
                  </a:cubicBezTo>
                  <a:cubicBezTo>
                    <a:pt x="100" y="1742"/>
                    <a:pt x="113" y="1743"/>
                    <a:pt x="122" y="1739"/>
                  </a:cubicBezTo>
                  <a:cubicBezTo>
                    <a:pt x="122" y="1739"/>
                    <a:pt x="121" y="1751"/>
                    <a:pt x="134" y="1753"/>
                  </a:cubicBezTo>
                  <a:cubicBezTo>
                    <a:pt x="146" y="1755"/>
                    <a:pt x="148" y="1733"/>
                    <a:pt x="148" y="1733"/>
                  </a:cubicBezTo>
                  <a:cubicBezTo>
                    <a:pt x="148" y="1733"/>
                    <a:pt x="148" y="1741"/>
                    <a:pt x="157" y="1742"/>
                  </a:cubicBezTo>
                  <a:cubicBezTo>
                    <a:pt x="171" y="1742"/>
                    <a:pt x="173" y="1715"/>
                    <a:pt x="173" y="1715"/>
                  </a:cubicBezTo>
                  <a:cubicBezTo>
                    <a:pt x="173" y="1715"/>
                    <a:pt x="174" y="1716"/>
                    <a:pt x="174" y="1716"/>
                  </a:cubicBezTo>
                  <a:cubicBezTo>
                    <a:pt x="174" y="1716"/>
                    <a:pt x="174" y="1716"/>
                    <a:pt x="174" y="1716"/>
                  </a:cubicBezTo>
                  <a:cubicBezTo>
                    <a:pt x="174" y="1716"/>
                    <a:pt x="174" y="1717"/>
                    <a:pt x="174" y="1717"/>
                  </a:cubicBezTo>
                  <a:cubicBezTo>
                    <a:pt x="174" y="1716"/>
                    <a:pt x="174" y="1716"/>
                    <a:pt x="174" y="1716"/>
                  </a:cubicBezTo>
                  <a:cubicBezTo>
                    <a:pt x="174" y="1717"/>
                    <a:pt x="174" y="1717"/>
                    <a:pt x="174" y="1717"/>
                  </a:cubicBezTo>
                  <a:cubicBezTo>
                    <a:pt x="174" y="1717"/>
                    <a:pt x="174" y="1717"/>
                    <a:pt x="174" y="1717"/>
                  </a:cubicBezTo>
                  <a:cubicBezTo>
                    <a:pt x="174" y="1718"/>
                    <a:pt x="175" y="1718"/>
                    <a:pt x="175" y="1719"/>
                  </a:cubicBezTo>
                  <a:cubicBezTo>
                    <a:pt x="175" y="1719"/>
                    <a:pt x="176" y="1719"/>
                    <a:pt x="176" y="1719"/>
                  </a:cubicBezTo>
                  <a:cubicBezTo>
                    <a:pt x="176" y="1719"/>
                    <a:pt x="176" y="1719"/>
                    <a:pt x="176" y="1719"/>
                  </a:cubicBezTo>
                  <a:cubicBezTo>
                    <a:pt x="176" y="1720"/>
                    <a:pt x="177" y="1720"/>
                    <a:pt x="177" y="1720"/>
                  </a:cubicBezTo>
                  <a:cubicBezTo>
                    <a:pt x="177" y="1720"/>
                    <a:pt x="177" y="1720"/>
                    <a:pt x="177" y="1720"/>
                  </a:cubicBezTo>
                  <a:cubicBezTo>
                    <a:pt x="178" y="1720"/>
                    <a:pt x="178" y="1720"/>
                    <a:pt x="179" y="1720"/>
                  </a:cubicBezTo>
                  <a:cubicBezTo>
                    <a:pt x="179" y="1720"/>
                    <a:pt x="179" y="1720"/>
                    <a:pt x="179" y="1720"/>
                  </a:cubicBezTo>
                  <a:cubicBezTo>
                    <a:pt x="180" y="1720"/>
                    <a:pt x="180" y="1720"/>
                    <a:pt x="181" y="1720"/>
                  </a:cubicBezTo>
                  <a:cubicBezTo>
                    <a:pt x="188" y="1720"/>
                    <a:pt x="194" y="1691"/>
                    <a:pt x="197" y="1679"/>
                  </a:cubicBezTo>
                  <a:cubicBezTo>
                    <a:pt x="200" y="1667"/>
                    <a:pt x="205" y="1657"/>
                    <a:pt x="206" y="1647"/>
                  </a:cubicBezTo>
                  <a:cubicBezTo>
                    <a:pt x="207" y="1638"/>
                    <a:pt x="208" y="1632"/>
                    <a:pt x="216" y="1589"/>
                  </a:cubicBezTo>
                  <a:cubicBezTo>
                    <a:pt x="224" y="1546"/>
                    <a:pt x="199" y="1500"/>
                    <a:pt x="202" y="1486"/>
                  </a:cubicBezTo>
                  <a:cubicBezTo>
                    <a:pt x="206" y="1471"/>
                    <a:pt x="193" y="1449"/>
                    <a:pt x="195" y="1445"/>
                  </a:cubicBezTo>
                  <a:cubicBezTo>
                    <a:pt x="197" y="1441"/>
                    <a:pt x="201" y="1425"/>
                    <a:pt x="204" y="1409"/>
                  </a:cubicBezTo>
                  <a:cubicBezTo>
                    <a:pt x="206" y="1393"/>
                    <a:pt x="264" y="1251"/>
                    <a:pt x="270" y="1219"/>
                  </a:cubicBezTo>
                  <a:cubicBezTo>
                    <a:pt x="281" y="1159"/>
                    <a:pt x="281" y="1132"/>
                    <a:pt x="274" y="1090"/>
                  </a:cubicBezTo>
                  <a:cubicBezTo>
                    <a:pt x="275" y="1059"/>
                    <a:pt x="288" y="975"/>
                    <a:pt x="290" y="960"/>
                  </a:cubicBezTo>
                  <a:cubicBezTo>
                    <a:pt x="291" y="957"/>
                    <a:pt x="291" y="942"/>
                    <a:pt x="293" y="932"/>
                  </a:cubicBezTo>
                  <a:cubicBezTo>
                    <a:pt x="294" y="926"/>
                    <a:pt x="295" y="915"/>
                    <a:pt x="295" y="902"/>
                  </a:cubicBezTo>
                  <a:cubicBezTo>
                    <a:pt x="296" y="904"/>
                    <a:pt x="296" y="904"/>
                    <a:pt x="296" y="904"/>
                  </a:cubicBezTo>
                  <a:cubicBezTo>
                    <a:pt x="296" y="918"/>
                    <a:pt x="300" y="942"/>
                    <a:pt x="302" y="980"/>
                  </a:cubicBezTo>
                  <a:cubicBezTo>
                    <a:pt x="301" y="1011"/>
                    <a:pt x="316" y="1068"/>
                    <a:pt x="318" y="1098"/>
                  </a:cubicBezTo>
                  <a:cubicBezTo>
                    <a:pt x="314" y="1107"/>
                    <a:pt x="329" y="1264"/>
                    <a:pt x="329" y="1264"/>
                  </a:cubicBezTo>
                  <a:cubicBezTo>
                    <a:pt x="328" y="1265"/>
                    <a:pt x="328" y="1265"/>
                    <a:pt x="328" y="1265"/>
                  </a:cubicBezTo>
                  <a:cubicBezTo>
                    <a:pt x="328" y="1265"/>
                    <a:pt x="328" y="1265"/>
                    <a:pt x="328" y="1266"/>
                  </a:cubicBezTo>
                  <a:cubicBezTo>
                    <a:pt x="328" y="1266"/>
                    <a:pt x="328" y="1266"/>
                    <a:pt x="328" y="1266"/>
                  </a:cubicBezTo>
                  <a:cubicBezTo>
                    <a:pt x="326" y="1272"/>
                    <a:pt x="321" y="1288"/>
                    <a:pt x="317" y="1309"/>
                  </a:cubicBezTo>
                  <a:cubicBezTo>
                    <a:pt x="317" y="1309"/>
                    <a:pt x="317" y="1309"/>
                    <a:pt x="316" y="1310"/>
                  </a:cubicBezTo>
                  <a:cubicBezTo>
                    <a:pt x="316" y="1311"/>
                    <a:pt x="316" y="1313"/>
                    <a:pt x="315" y="1314"/>
                  </a:cubicBezTo>
                  <a:cubicBezTo>
                    <a:pt x="315" y="1315"/>
                    <a:pt x="315" y="1315"/>
                    <a:pt x="315" y="1316"/>
                  </a:cubicBezTo>
                  <a:cubicBezTo>
                    <a:pt x="315" y="1317"/>
                    <a:pt x="314" y="1319"/>
                    <a:pt x="314" y="1320"/>
                  </a:cubicBezTo>
                  <a:cubicBezTo>
                    <a:pt x="314" y="1321"/>
                    <a:pt x="314" y="1321"/>
                    <a:pt x="314" y="1322"/>
                  </a:cubicBezTo>
                  <a:cubicBezTo>
                    <a:pt x="313" y="1323"/>
                    <a:pt x="313" y="1325"/>
                    <a:pt x="313" y="1326"/>
                  </a:cubicBezTo>
                  <a:cubicBezTo>
                    <a:pt x="313" y="1327"/>
                    <a:pt x="312" y="1328"/>
                    <a:pt x="312" y="1328"/>
                  </a:cubicBezTo>
                  <a:cubicBezTo>
                    <a:pt x="312" y="1330"/>
                    <a:pt x="312" y="1331"/>
                    <a:pt x="311" y="1332"/>
                  </a:cubicBezTo>
                  <a:cubicBezTo>
                    <a:pt x="311" y="1333"/>
                    <a:pt x="311" y="1334"/>
                    <a:pt x="311" y="1335"/>
                  </a:cubicBezTo>
                  <a:cubicBezTo>
                    <a:pt x="311" y="1336"/>
                    <a:pt x="310" y="1337"/>
                    <a:pt x="310" y="1339"/>
                  </a:cubicBezTo>
                  <a:cubicBezTo>
                    <a:pt x="310" y="1340"/>
                    <a:pt x="310" y="1341"/>
                    <a:pt x="310" y="1341"/>
                  </a:cubicBezTo>
                  <a:cubicBezTo>
                    <a:pt x="309" y="1343"/>
                    <a:pt x="309" y="1344"/>
                    <a:pt x="309" y="1345"/>
                  </a:cubicBezTo>
                  <a:cubicBezTo>
                    <a:pt x="309" y="1346"/>
                    <a:pt x="308" y="1347"/>
                    <a:pt x="308" y="1348"/>
                  </a:cubicBezTo>
                  <a:cubicBezTo>
                    <a:pt x="308" y="1349"/>
                    <a:pt x="308" y="1350"/>
                    <a:pt x="307" y="1352"/>
                  </a:cubicBezTo>
                  <a:cubicBezTo>
                    <a:pt x="307" y="1353"/>
                    <a:pt x="307" y="1354"/>
                    <a:pt x="307" y="1355"/>
                  </a:cubicBezTo>
                  <a:cubicBezTo>
                    <a:pt x="307" y="1356"/>
                    <a:pt x="306" y="1357"/>
                    <a:pt x="306" y="1358"/>
                  </a:cubicBezTo>
                  <a:cubicBezTo>
                    <a:pt x="306" y="1359"/>
                    <a:pt x="306" y="1360"/>
                    <a:pt x="306" y="1361"/>
                  </a:cubicBezTo>
                  <a:cubicBezTo>
                    <a:pt x="305" y="1363"/>
                    <a:pt x="305" y="1364"/>
                    <a:pt x="305" y="1365"/>
                  </a:cubicBezTo>
                  <a:cubicBezTo>
                    <a:pt x="305" y="1366"/>
                    <a:pt x="304" y="1367"/>
                    <a:pt x="304" y="1368"/>
                  </a:cubicBezTo>
                  <a:cubicBezTo>
                    <a:pt x="304" y="1369"/>
                    <a:pt x="304" y="1370"/>
                    <a:pt x="304" y="1371"/>
                  </a:cubicBezTo>
                  <a:cubicBezTo>
                    <a:pt x="303" y="1372"/>
                    <a:pt x="303" y="1373"/>
                    <a:pt x="303" y="1375"/>
                  </a:cubicBezTo>
                  <a:cubicBezTo>
                    <a:pt x="303" y="1376"/>
                    <a:pt x="303" y="1377"/>
                    <a:pt x="303" y="1378"/>
                  </a:cubicBezTo>
                  <a:cubicBezTo>
                    <a:pt x="302" y="1379"/>
                    <a:pt x="302" y="1380"/>
                    <a:pt x="302" y="1381"/>
                  </a:cubicBezTo>
                  <a:cubicBezTo>
                    <a:pt x="302" y="1382"/>
                    <a:pt x="302" y="1383"/>
                    <a:pt x="301" y="1384"/>
                  </a:cubicBezTo>
                  <a:cubicBezTo>
                    <a:pt x="301" y="1385"/>
                    <a:pt x="301" y="1386"/>
                    <a:pt x="301" y="1387"/>
                  </a:cubicBezTo>
                  <a:cubicBezTo>
                    <a:pt x="301" y="1388"/>
                    <a:pt x="301" y="1389"/>
                    <a:pt x="300" y="1390"/>
                  </a:cubicBezTo>
                  <a:cubicBezTo>
                    <a:pt x="300" y="1391"/>
                    <a:pt x="300" y="1392"/>
                    <a:pt x="300" y="1393"/>
                  </a:cubicBezTo>
                  <a:cubicBezTo>
                    <a:pt x="300" y="1394"/>
                    <a:pt x="300" y="1395"/>
                    <a:pt x="299" y="1396"/>
                  </a:cubicBezTo>
                  <a:cubicBezTo>
                    <a:pt x="299" y="1397"/>
                    <a:pt x="299" y="1398"/>
                    <a:pt x="299" y="1399"/>
                  </a:cubicBezTo>
                  <a:cubicBezTo>
                    <a:pt x="299" y="1400"/>
                    <a:pt x="299" y="1401"/>
                    <a:pt x="299" y="1401"/>
                  </a:cubicBezTo>
                  <a:cubicBezTo>
                    <a:pt x="298" y="1403"/>
                    <a:pt x="298" y="1404"/>
                    <a:pt x="298" y="1405"/>
                  </a:cubicBezTo>
                  <a:cubicBezTo>
                    <a:pt x="298" y="1405"/>
                    <a:pt x="298" y="1406"/>
                    <a:pt x="298" y="1407"/>
                  </a:cubicBezTo>
                  <a:cubicBezTo>
                    <a:pt x="298" y="1408"/>
                    <a:pt x="298" y="1409"/>
                    <a:pt x="297" y="1410"/>
                  </a:cubicBezTo>
                  <a:cubicBezTo>
                    <a:pt x="297" y="1411"/>
                    <a:pt x="297" y="1411"/>
                    <a:pt x="297" y="1412"/>
                  </a:cubicBezTo>
                  <a:cubicBezTo>
                    <a:pt x="297" y="1413"/>
                    <a:pt x="297" y="1414"/>
                    <a:pt x="297" y="1415"/>
                  </a:cubicBezTo>
                  <a:cubicBezTo>
                    <a:pt x="297" y="1415"/>
                    <a:pt x="297" y="1416"/>
                    <a:pt x="297" y="1417"/>
                  </a:cubicBezTo>
                  <a:cubicBezTo>
                    <a:pt x="296" y="1418"/>
                    <a:pt x="296" y="1419"/>
                    <a:pt x="296" y="1419"/>
                  </a:cubicBezTo>
                  <a:cubicBezTo>
                    <a:pt x="296" y="1420"/>
                    <a:pt x="296" y="1421"/>
                    <a:pt x="296" y="1421"/>
                  </a:cubicBezTo>
                  <a:cubicBezTo>
                    <a:pt x="296" y="1422"/>
                    <a:pt x="296" y="1423"/>
                    <a:pt x="296" y="1424"/>
                  </a:cubicBezTo>
                  <a:cubicBezTo>
                    <a:pt x="296" y="1424"/>
                    <a:pt x="296" y="1425"/>
                    <a:pt x="296" y="1425"/>
                  </a:cubicBezTo>
                  <a:cubicBezTo>
                    <a:pt x="296" y="1427"/>
                    <a:pt x="296" y="1428"/>
                    <a:pt x="296" y="1429"/>
                  </a:cubicBezTo>
                  <a:cubicBezTo>
                    <a:pt x="293" y="1447"/>
                    <a:pt x="300" y="1472"/>
                    <a:pt x="298" y="1512"/>
                  </a:cubicBezTo>
                  <a:cubicBezTo>
                    <a:pt x="295" y="1562"/>
                    <a:pt x="251" y="1762"/>
                    <a:pt x="333" y="2014"/>
                  </a:cubicBezTo>
                  <a:cubicBezTo>
                    <a:pt x="338" y="2029"/>
                    <a:pt x="338" y="2079"/>
                    <a:pt x="344" y="2107"/>
                  </a:cubicBezTo>
                  <a:cubicBezTo>
                    <a:pt x="345" y="2114"/>
                    <a:pt x="359" y="2145"/>
                    <a:pt x="360" y="2189"/>
                  </a:cubicBezTo>
                  <a:cubicBezTo>
                    <a:pt x="361" y="2259"/>
                    <a:pt x="354" y="2349"/>
                    <a:pt x="356" y="2399"/>
                  </a:cubicBezTo>
                  <a:cubicBezTo>
                    <a:pt x="359" y="2481"/>
                    <a:pt x="393" y="2556"/>
                    <a:pt x="406" y="2609"/>
                  </a:cubicBezTo>
                  <a:cubicBezTo>
                    <a:pt x="420" y="2661"/>
                    <a:pt x="425" y="2703"/>
                    <a:pt x="422" y="2713"/>
                  </a:cubicBezTo>
                  <a:cubicBezTo>
                    <a:pt x="420" y="2722"/>
                    <a:pt x="418" y="2740"/>
                    <a:pt x="425" y="2755"/>
                  </a:cubicBezTo>
                  <a:cubicBezTo>
                    <a:pt x="426" y="2756"/>
                    <a:pt x="402" y="2808"/>
                    <a:pt x="389" y="2817"/>
                  </a:cubicBezTo>
                  <a:cubicBezTo>
                    <a:pt x="377" y="2827"/>
                    <a:pt x="373" y="2835"/>
                    <a:pt x="364" y="2840"/>
                  </a:cubicBezTo>
                  <a:cubicBezTo>
                    <a:pt x="354" y="2845"/>
                    <a:pt x="349" y="2850"/>
                    <a:pt x="345" y="2861"/>
                  </a:cubicBezTo>
                  <a:cubicBezTo>
                    <a:pt x="342" y="2869"/>
                    <a:pt x="333" y="2881"/>
                    <a:pt x="340" y="2887"/>
                  </a:cubicBezTo>
                  <a:cubicBezTo>
                    <a:pt x="341" y="2888"/>
                    <a:pt x="342" y="2888"/>
                    <a:pt x="343" y="2889"/>
                  </a:cubicBezTo>
                  <a:cubicBezTo>
                    <a:pt x="344" y="2889"/>
                    <a:pt x="344" y="2889"/>
                    <a:pt x="344" y="2889"/>
                  </a:cubicBezTo>
                  <a:cubicBezTo>
                    <a:pt x="343" y="2892"/>
                    <a:pt x="343" y="2894"/>
                    <a:pt x="344" y="2896"/>
                  </a:cubicBezTo>
                  <a:cubicBezTo>
                    <a:pt x="348" y="2903"/>
                    <a:pt x="355" y="2905"/>
                    <a:pt x="364" y="2904"/>
                  </a:cubicBezTo>
                  <a:cubicBezTo>
                    <a:pt x="365" y="2902"/>
                    <a:pt x="365" y="2902"/>
                    <a:pt x="365" y="2902"/>
                  </a:cubicBezTo>
                  <a:cubicBezTo>
                    <a:pt x="366" y="2905"/>
                    <a:pt x="366" y="2908"/>
                    <a:pt x="368" y="2910"/>
                  </a:cubicBezTo>
                  <a:cubicBezTo>
                    <a:pt x="374" y="2919"/>
                    <a:pt x="394" y="2923"/>
                    <a:pt x="402" y="2915"/>
                  </a:cubicBezTo>
                  <a:cubicBezTo>
                    <a:pt x="403" y="2916"/>
                    <a:pt x="404" y="2916"/>
                    <a:pt x="406" y="2917"/>
                  </a:cubicBezTo>
                  <a:cubicBezTo>
                    <a:pt x="407" y="2917"/>
                    <a:pt x="408" y="2917"/>
                    <a:pt x="409" y="2918"/>
                  </a:cubicBezTo>
                  <a:cubicBezTo>
                    <a:pt x="410" y="2918"/>
                    <a:pt x="410" y="2918"/>
                    <a:pt x="411" y="2918"/>
                  </a:cubicBezTo>
                  <a:cubicBezTo>
                    <a:pt x="413" y="2919"/>
                    <a:pt x="414" y="2919"/>
                    <a:pt x="416" y="2919"/>
                  </a:cubicBezTo>
                  <a:cubicBezTo>
                    <a:pt x="416" y="2919"/>
                    <a:pt x="416" y="2919"/>
                    <a:pt x="416" y="2919"/>
                  </a:cubicBezTo>
                  <a:cubicBezTo>
                    <a:pt x="425" y="2920"/>
                    <a:pt x="435" y="2918"/>
                    <a:pt x="440" y="2913"/>
                  </a:cubicBezTo>
                  <a:cubicBezTo>
                    <a:pt x="440" y="2912"/>
                    <a:pt x="440" y="2912"/>
                    <a:pt x="440" y="2912"/>
                  </a:cubicBezTo>
                  <a:cubicBezTo>
                    <a:pt x="440" y="2913"/>
                    <a:pt x="441" y="2913"/>
                    <a:pt x="441" y="2914"/>
                  </a:cubicBezTo>
                  <a:cubicBezTo>
                    <a:pt x="441" y="2913"/>
                    <a:pt x="441" y="2913"/>
                    <a:pt x="441" y="2913"/>
                  </a:cubicBezTo>
                  <a:cubicBezTo>
                    <a:pt x="446" y="2925"/>
                    <a:pt x="462" y="2926"/>
                    <a:pt x="475" y="2924"/>
                  </a:cubicBezTo>
                  <a:cubicBezTo>
                    <a:pt x="475" y="2924"/>
                    <a:pt x="475" y="2924"/>
                    <a:pt x="475" y="2924"/>
                  </a:cubicBezTo>
                  <a:cubicBezTo>
                    <a:pt x="476" y="2924"/>
                    <a:pt x="477" y="2924"/>
                    <a:pt x="478" y="2924"/>
                  </a:cubicBezTo>
                  <a:cubicBezTo>
                    <a:pt x="478" y="2924"/>
                    <a:pt x="479" y="2923"/>
                    <a:pt x="479" y="2923"/>
                  </a:cubicBezTo>
                  <a:cubicBezTo>
                    <a:pt x="480" y="2923"/>
                    <a:pt x="480" y="2923"/>
                    <a:pt x="481" y="2923"/>
                  </a:cubicBezTo>
                  <a:cubicBezTo>
                    <a:pt x="482" y="2923"/>
                    <a:pt x="482" y="2923"/>
                    <a:pt x="483" y="2923"/>
                  </a:cubicBezTo>
                  <a:cubicBezTo>
                    <a:pt x="485" y="2922"/>
                    <a:pt x="486" y="2922"/>
                    <a:pt x="488" y="2922"/>
                  </a:cubicBezTo>
                  <a:cubicBezTo>
                    <a:pt x="488" y="2921"/>
                    <a:pt x="489" y="2921"/>
                    <a:pt x="489" y="2921"/>
                  </a:cubicBezTo>
                  <a:cubicBezTo>
                    <a:pt x="490" y="2921"/>
                    <a:pt x="491" y="2920"/>
                    <a:pt x="492" y="2920"/>
                  </a:cubicBezTo>
                  <a:cubicBezTo>
                    <a:pt x="492" y="2920"/>
                    <a:pt x="493" y="2919"/>
                    <a:pt x="493" y="2919"/>
                  </a:cubicBezTo>
                  <a:cubicBezTo>
                    <a:pt x="494" y="2919"/>
                    <a:pt x="495" y="2918"/>
                    <a:pt x="496" y="2918"/>
                  </a:cubicBezTo>
                  <a:cubicBezTo>
                    <a:pt x="496" y="2918"/>
                    <a:pt x="496" y="2917"/>
                    <a:pt x="497" y="2917"/>
                  </a:cubicBezTo>
                  <a:cubicBezTo>
                    <a:pt x="498" y="2917"/>
                    <a:pt x="498" y="2916"/>
                    <a:pt x="499" y="2916"/>
                  </a:cubicBezTo>
                  <a:cubicBezTo>
                    <a:pt x="499" y="2915"/>
                    <a:pt x="500" y="2915"/>
                    <a:pt x="500" y="2915"/>
                  </a:cubicBezTo>
                  <a:cubicBezTo>
                    <a:pt x="501" y="2914"/>
                    <a:pt x="501" y="2914"/>
                    <a:pt x="502" y="2913"/>
                  </a:cubicBezTo>
                  <a:cubicBezTo>
                    <a:pt x="502" y="2913"/>
                    <a:pt x="503" y="2913"/>
                    <a:pt x="503" y="2913"/>
                  </a:cubicBezTo>
                  <a:cubicBezTo>
                    <a:pt x="505" y="2911"/>
                    <a:pt x="506" y="2909"/>
                    <a:pt x="508" y="2908"/>
                  </a:cubicBezTo>
                  <a:cubicBezTo>
                    <a:pt x="508" y="2908"/>
                    <a:pt x="508" y="2908"/>
                    <a:pt x="508" y="2908"/>
                  </a:cubicBezTo>
                  <a:cubicBezTo>
                    <a:pt x="508" y="2908"/>
                    <a:pt x="508" y="2908"/>
                    <a:pt x="508" y="2908"/>
                  </a:cubicBezTo>
                  <a:cubicBezTo>
                    <a:pt x="509" y="2907"/>
                    <a:pt x="510" y="2906"/>
                    <a:pt x="511" y="2905"/>
                  </a:cubicBezTo>
                  <a:cubicBezTo>
                    <a:pt x="519" y="2899"/>
                    <a:pt x="525" y="2894"/>
                    <a:pt x="523" y="2879"/>
                  </a:cubicBezTo>
                  <a:cubicBezTo>
                    <a:pt x="520" y="2864"/>
                    <a:pt x="522" y="2864"/>
                    <a:pt x="524" y="2846"/>
                  </a:cubicBezTo>
                  <a:cubicBezTo>
                    <a:pt x="525" y="2835"/>
                    <a:pt x="534" y="2832"/>
                    <a:pt x="536" y="2815"/>
                  </a:cubicBezTo>
                  <a:cubicBezTo>
                    <a:pt x="537" y="2801"/>
                    <a:pt x="526" y="2741"/>
                    <a:pt x="527" y="2733"/>
                  </a:cubicBezTo>
                  <a:cubicBezTo>
                    <a:pt x="530" y="2715"/>
                    <a:pt x="517" y="2700"/>
                    <a:pt x="513" y="2669"/>
                  </a:cubicBezTo>
                  <a:cubicBezTo>
                    <a:pt x="508" y="2639"/>
                    <a:pt x="520" y="2535"/>
                    <a:pt x="520" y="2516"/>
                  </a:cubicBezTo>
                  <a:cubicBezTo>
                    <a:pt x="520" y="2480"/>
                    <a:pt x="539" y="2421"/>
                    <a:pt x="534" y="2348"/>
                  </a:cubicBezTo>
                  <a:cubicBezTo>
                    <a:pt x="531" y="2306"/>
                    <a:pt x="510" y="2177"/>
                    <a:pt x="510" y="2148"/>
                  </a:cubicBezTo>
                  <a:cubicBezTo>
                    <a:pt x="510" y="2143"/>
                    <a:pt x="509" y="2110"/>
                    <a:pt x="511" y="2105"/>
                  </a:cubicBezTo>
                  <a:cubicBezTo>
                    <a:pt x="517" y="2085"/>
                    <a:pt x="544" y="1849"/>
                    <a:pt x="544" y="1847"/>
                  </a:cubicBezTo>
                  <a:cubicBezTo>
                    <a:pt x="547" y="1823"/>
                    <a:pt x="555" y="1690"/>
                    <a:pt x="558" y="1646"/>
                  </a:cubicBezTo>
                  <a:cubicBezTo>
                    <a:pt x="559" y="1646"/>
                    <a:pt x="561" y="1646"/>
                    <a:pt x="562" y="1646"/>
                  </a:cubicBezTo>
                  <a:cubicBezTo>
                    <a:pt x="565" y="1689"/>
                    <a:pt x="573" y="1823"/>
                    <a:pt x="576" y="1847"/>
                  </a:cubicBezTo>
                  <a:cubicBezTo>
                    <a:pt x="576" y="1849"/>
                    <a:pt x="603" y="2085"/>
                    <a:pt x="609" y="2105"/>
                  </a:cubicBezTo>
                  <a:cubicBezTo>
                    <a:pt x="611" y="2110"/>
                    <a:pt x="610" y="2143"/>
                    <a:pt x="610" y="2148"/>
                  </a:cubicBezTo>
                  <a:cubicBezTo>
                    <a:pt x="610" y="2177"/>
                    <a:pt x="589" y="2306"/>
                    <a:pt x="586" y="2348"/>
                  </a:cubicBezTo>
                  <a:cubicBezTo>
                    <a:pt x="581" y="2421"/>
                    <a:pt x="600" y="2480"/>
                    <a:pt x="600" y="2516"/>
                  </a:cubicBezTo>
                  <a:cubicBezTo>
                    <a:pt x="600" y="2535"/>
                    <a:pt x="612" y="2639"/>
                    <a:pt x="607" y="2669"/>
                  </a:cubicBezTo>
                  <a:cubicBezTo>
                    <a:pt x="603" y="2700"/>
                    <a:pt x="590" y="2715"/>
                    <a:pt x="593" y="2733"/>
                  </a:cubicBezTo>
                  <a:cubicBezTo>
                    <a:pt x="594" y="2741"/>
                    <a:pt x="583" y="2801"/>
                    <a:pt x="584" y="2815"/>
                  </a:cubicBezTo>
                  <a:cubicBezTo>
                    <a:pt x="586" y="2832"/>
                    <a:pt x="595" y="2835"/>
                    <a:pt x="596" y="2846"/>
                  </a:cubicBezTo>
                  <a:cubicBezTo>
                    <a:pt x="598" y="2864"/>
                    <a:pt x="600" y="2864"/>
                    <a:pt x="597" y="2879"/>
                  </a:cubicBezTo>
                  <a:cubicBezTo>
                    <a:pt x="595" y="2894"/>
                    <a:pt x="601" y="2899"/>
                    <a:pt x="609" y="2905"/>
                  </a:cubicBezTo>
                  <a:cubicBezTo>
                    <a:pt x="610" y="2906"/>
                    <a:pt x="611" y="2907"/>
                    <a:pt x="612" y="2908"/>
                  </a:cubicBezTo>
                  <a:cubicBezTo>
                    <a:pt x="612" y="2908"/>
                    <a:pt x="612" y="2908"/>
                    <a:pt x="612" y="2908"/>
                  </a:cubicBezTo>
                  <a:cubicBezTo>
                    <a:pt x="612" y="2908"/>
                    <a:pt x="612" y="2908"/>
                    <a:pt x="612" y="2908"/>
                  </a:cubicBezTo>
                  <a:cubicBezTo>
                    <a:pt x="614" y="2909"/>
                    <a:pt x="615" y="2911"/>
                    <a:pt x="617" y="2913"/>
                  </a:cubicBezTo>
                  <a:cubicBezTo>
                    <a:pt x="617" y="2913"/>
                    <a:pt x="618" y="2913"/>
                    <a:pt x="618" y="2913"/>
                  </a:cubicBezTo>
                  <a:cubicBezTo>
                    <a:pt x="619" y="2914"/>
                    <a:pt x="619" y="2914"/>
                    <a:pt x="620" y="2915"/>
                  </a:cubicBezTo>
                  <a:cubicBezTo>
                    <a:pt x="620" y="2915"/>
                    <a:pt x="621" y="2915"/>
                    <a:pt x="621" y="2916"/>
                  </a:cubicBezTo>
                  <a:cubicBezTo>
                    <a:pt x="622" y="2916"/>
                    <a:pt x="622" y="2917"/>
                    <a:pt x="623" y="2917"/>
                  </a:cubicBezTo>
                  <a:cubicBezTo>
                    <a:pt x="624" y="2917"/>
                    <a:pt x="624" y="2918"/>
                    <a:pt x="624" y="2918"/>
                  </a:cubicBezTo>
                  <a:cubicBezTo>
                    <a:pt x="625" y="2918"/>
                    <a:pt x="626" y="2919"/>
                    <a:pt x="627" y="2919"/>
                  </a:cubicBezTo>
                  <a:cubicBezTo>
                    <a:pt x="627" y="2919"/>
                    <a:pt x="628" y="2920"/>
                    <a:pt x="628" y="2920"/>
                  </a:cubicBezTo>
                  <a:cubicBezTo>
                    <a:pt x="629" y="2920"/>
                    <a:pt x="630" y="2921"/>
                    <a:pt x="631" y="2921"/>
                  </a:cubicBezTo>
                  <a:cubicBezTo>
                    <a:pt x="631" y="2921"/>
                    <a:pt x="632" y="2921"/>
                    <a:pt x="632" y="2922"/>
                  </a:cubicBezTo>
                  <a:cubicBezTo>
                    <a:pt x="634" y="2922"/>
                    <a:pt x="635" y="2922"/>
                    <a:pt x="637" y="2923"/>
                  </a:cubicBezTo>
                  <a:cubicBezTo>
                    <a:pt x="638" y="2923"/>
                    <a:pt x="639" y="2923"/>
                    <a:pt x="639" y="2923"/>
                  </a:cubicBezTo>
                  <a:cubicBezTo>
                    <a:pt x="640" y="2923"/>
                    <a:pt x="640" y="2923"/>
                    <a:pt x="641" y="2923"/>
                  </a:cubicBezTo>
                  <a:cubicBezTo>
                    <a:pt x="641" y="2923"/>
                    <a:pt x="642" y="2924"/>
                    <a:pt x="642" y="2924"/>
                  </a:cubicBezTo>
                  <a:cubicBezTo>
                    <a:pt x="643" y="2924"/>
                    <a:pt x="644" y="2924"/>
                    <a:pt x="644" y="2924"/>
                  </a:cubicBezTo>
                  <a:cubicBezTo>
                    <a:pt x="645" y="2924"/>
                    <a:pt x="645" y="2924"/>
                    <a:pt x="645" y="2924"/>
                  </a:cubicBezTo>
                  <a:cubicBezTo>
                    <a:pt x="646" y="2924"/>
                    <a:pt x="647" y="2924"/>
                    <a:pt x="648" y="2924"/>
                  </a:cubicBezTo>
                  <a:cubicBezTo>
                    <a:pt x="648" y="2924"/>
                    <a:pt x="648" y="2924"/>
                    <a:pt x="648" y="2924"/>
                  </a:cubicBezTo>
                  <a:cubicBezTo>
                    <a:pt x="660" y="2925"/>
                    <a:pt x="674" y="2924"/>
                    <a:pt x="679" y="2914"/>
                  </a:cubicBezTo>
                  <a:cubicBezTo>
                    <a:pt x="679" y="2914"/>
                    <a:pt x="679" y="2914"/>
                    <a:pt x="679" y="2914"/>
                  </a:cubicBezTo>
                  <a:cubicBezTo>
                    <a:pt x="679" y="2914"/>
                    <a:pt x="679" y="2914"/>
                    <a:pt x="679" y="2914"/>
                  </a:cubicBezTo>
                  <a:cubicBezTo>
                    <a:pt x="679" y="2913"/>
                    <a:pt x="679" y="2913"/>
                    <a:pt x="680" y="2912"/>
                  </a:cubicBezTo>
                  <a:cubicBezTo>
                    <a:pt x="680" y="2912"/>
                    <a:pt x="680" y="2912"/>
                    <a:pt x="680" y="2912"/>
                  </a:cubicBezTo>
                  <a:cubicBezTo>
                    <a:pt x="685" y="2918"/>
                    <a:pt x="695" y="2920"/>
                    <a:pt x="704" y="2919"/>
                  </a:cubicBezTo>
                  <a:cubicBezTo>
                    <a:pt x="704" y="2919"/>
                    <a:pt x="704" y="2919"/>
                    <a:pt x="704" y="2919"/>
                  </a:cubicBezTo>
                  <a:cubicBezTo>
                    <a:pt x="706" y="2919"/>
                    <a:pt x="707" y="2919"/>
                    <a:pt x="709" y="2918"/>
                  </a:cubicBezTo>
                  <a:cubicBezTo>
                    <a:pt x="710" y="2918"/>
                    <a:pt x="710" y="2918"/>
                    <a:pt x="711" y="2918"/>
                  </a:cubicBezTo>
                  <a:cubicBezTo>
                    <a:pt x="712" y="2917"/>
                    <a:pt x="713" y="2917"/>
                    <a:pt x="714" y="2917"/>
                  </a:cubicBezTo>
                  <a:cubicBezTo>
                    <a:pt x="716" y="2916"/>
                    <a:pt x="717" y="2916"/>
                    <a:pt x="718" y="2915"/>
                  </a:cubicBezTo>
                  <a:cubicBezTo>
                    <a:pt x="726" y="2923"/>
                    <a:pt x="746" y="2919"/>
                    <a:pt x="752" y="2910"/>
                  </a:cubicBezTo>
                  <a:cubicBezTo>
                    <a:pt x="754" y="2908"/>
                    <a:pt x="754" y="2905"/>
                    <a:pt x="755" y="2903"/>
                  </a:cubicBezTo>
                  <a:cubicBezTo>
                    <a:pt x="756" y="2904"/>
                    <a:pt x="756" y="2904"/>
                    <a:pt x="756" y="2904"/>
                  </a:cubicBezTo>
                  <a:cubicBezTo>
                    <a:pt x="765" y="2905"/>
                    <a:pt x="775" y="2902"/>
                    <a:pt x="776" y="2896"/>
                  </a:cubicBezTo>
                  <a:cubicBezTo>
                    <a:pt x="777" y="2894"/>
                    <a:pt x="777" y="2892"/>
                    <a:pt x="777" y="2889"/>
                  </a:cubicBezTo>
                  <a:cubicBezTo>
                    <a:pt x="777" y="2889"/>
                    <a:pt x="777" y="2889"/>
                    <a:pt x="777" y="2889"/>
                  </a:cubicBezTo>
                  <a:cubicBezTo>
                    <a:pt x="778" y="2888"/>
                    <a:pt x="779" y="2888"/>
                    <a:pt x="780" y="2887"/>
                  </a:cubicBezTo>
                  <a:cubicBezTo>
                    <a:pt x="787" y="2881"/>
                    <a:pt x="778" y="2869"/>
                    <a:pt x="775" y="2861"/>
                  </a:cubicBezTo>
                  <a:cubicBezTo>
                    <a:pt x="771" y="2850"/>
                    <a:pt x="766" y="2845"/>
                    <a:pt x="756" y="2840"/>
                  </a:cubicBezTo>
                  <a:cubicBezTo>
                    <a:pt x="747" y="2835"/>
                    <a:pt x="743" y="2827"/>
                    <a:pt x="731" y="2817"/>
                  </a:cubicBezTo>
                  <a:cubicBezTo>
                    <a:pt x="718" y="2808"/>
                    <a:pt x="694" y="2756"/>
                    <a:pt x="695" y="2755"/>
                  </a:cubicBezTo>
                  <a:cubicBezTo>
                    <a:pt x="702" y="2740"/>
                    <a:pt x="700" y="2722"/>
                    <a:pt x="698" y="2713"/>
                  </a:cubicBezTo>
                  <a:cubicBezTo>
                    <a:pt x="695" y="2703"/>
                    <a:pt x="700" y="2661"/>
                    <a:pt x="714" y="2609"/>
                  </a:cubicBezTo>
                  <a:cubicBezTo>
                    <a:pt x="727" y="2556"/>
                    <a:pt x="761" y="2481"/>
                    <a:pt x="764" y="2399"/>
                  </a:cubicBezTo>
                  <a:cubicBezTo>
                    <a:pt x="766" y="2349"/>
                    <a:pt x="759" y="2259"/>
                    <a:pt x="760" y="2189"/>
                  </a:cubicBezTo>
                  <a:cubicBezTo>
                    <a:pt x="761" y="2145"/>
                    <a:pt x="775" y="2114"/>
                    <a:pt x="776" y="2107"/>
                  </a:cubicBezTo>
                  <a:cubicBezTo>
                    <a:pt x="782" y="2079"/>
                    <a:pt x="782" y="2029"/>
                    <a:pt x="787" y="2014"/>
                  </a:cubicBezTo>
                  <a:cubicBezTo>
                    <a:pt x="869" y="1762"/>
                    <a:pt x="825" y="1562"/>
                    <a:pt x="822" y="1512"/>
                  </a:cubicBezTo>
                  <a:cubicBezTo>
                    <a:pt x="823" y="1512"/>
                    <a:pt x="823" y="1512"/>
                    <a:pt x="823" y="1512"/>
                  </a:cubicBezTo>
                  <a:cubicBezTo>
                    <a:pt x="821" y="1472"/>
                    <a:pt x="828" y="1447"/>
                    <a:pt x="825" y="1429"/>
                  </a:cubicBezTo>
                  <a:cubicBezTo>
                    <a:pt x="825" y="1428"/>
                    <a:pt x="825" y="1427"/>
                    <a:pt x="825" y="1425"/>
                  </a:cubicBezTo>
                  <a:cubicBezTo>
                    <a:pt x="825" y="1425"/>
                    <a:pt x="825" y="1424"/>
                    <a:pt x="825" y="1424"/>
                  </a:cubicBezTo>
                  <a:cubicBezTo>
                    <a:pt x="825" y="1423"/>
                    <a:pt x="824" y="1422"/>
                    <a:pt x="824" y="1421"/>
                  </a:cubicBezTo>
                  <a:cubicBezTo>
                    <a:pt x="824" y="1421"/>
                    <a:pt x="824" y="1420"/>
                    <a:pt x="824" y="1420"/>
                  </a:cubicBezTo>
                  <a:cubicBezTo>
                    <a:pt x="824" y="1419"/>
                    <a:pt x="824" y="1418"/>
                    <a:pt x="824" y="1417"/>
                  </a:cubicBezTo>
                  <a:cubicBezTo>
                    <a:pt x="824" y="1416"/>
                    <a:pt x="824" y="1416"/>
                    <a:pt x="824" y="1415"/>
                  </a:cubicBezTo>
                  <a:cubicBezTo>
                    <a:pt x="824" y="1414"/>
                    <a:pt x="824" y="1413"/>
                    <a:pt x="823" y="1412"/>
                  </a:cubicBezTo>
                  <a:cubicBezTo>
                    <a:pt x="823" y="1411"/>
                    <a:pt x="823" y="1411"/>
                    <a:pt x="823" y="1410"/>
                  </a:cubicBezTo>
                  <a:cubicBezTo>
                    <a:pt x="823" y="1409"/>
                    <a:pt x="823" y="1408"/>
                    <a:pt x="823" y="1407"/>
                  </a:cubicBezTo>
                  <a:cubicBezTo>
                    <a:pt x="823" y="1406"/>
                    <a:pt x="823" y="1406"/>
                    <a:pt x="822" y="1405"/>
                  </a:cubicBezTo>
                  <a:cubicBezTo>
                    <a:pt x="822" y="1404"/>
                    <a:pt x="822" y="1403"/>
                    <a:pt x="822" y="1401"/>
                  </a:cubicBezTo>
                  <a:cubicBezTo>
                    <a:pt x="822" y="1401"/>
                    <a:pt x="822" y="1400"/>
                    <a:pt x="822" y="1399"/>
                  </a:cubicBezTo>
                  <a:cubicBezTo>
                    <a:pt x="821" y="1398"/>
                    <a:pt x="821" y="1397"/>
                    <a:pt x="821" y="1396"/>
                  </a:cubicBezTo>
                  <a:cubicBezTo>
                    <a:pt x="821" y="1395"/>
                    <a:pt x="821" y="1394"/>
                    <a:pt x="821" y="1394"/>
                  </a:cubicBezTo>
                  <a:cubicBezTo>
                    <a:pt x="821" y="1392"/>
                    <a:pt x="820" y="1391"/>
                    <a:pt x="820" y="1390"/>
                  </a:cubicBezTo>
                  <a:cubicBezTo>
                    <a:pt x="820" y="1389"/>
                    <a:pt x="820" y="1388"/>
                    <a:pt x="820" y="1387"/>
                  </a:cubicBezTo>
                  <a:cubicBezTo>
                    <a:pt x="820" y="1386"/>
                    <a:pt x="819" y="1385"/>
                    <a:pt x="819" y="1384"/>
                  </a:cubicBezTo>
                  <a:cubicBezTo>
                    <a:pt x="819" y="1383"/>
                    <a:pt x="819" y="1382"/>
                    <a:pt x="819" y="1381"/>
                  </a:cubicBezTo>
                  <a:cubicBezTo>
                    <a:pt x="818" y="1380"/>
                    <a:pt x="818" y="1379"/>
                    <a:pt x="818" y="1377"/>
                  </a:cubicBezTo>
                  <a:cubicBezTo>
                    <a:pt x="818" y="1376"/>
                    <a:pt x="818" y="1376"/>
                    <a:pt x="818" y="1375"/>
                  </a:cubicBezTo>
                  <a:cubicBezTo>
                    <a:pt x="817" y="1374"/>
                    <a:pt x="817" y="1372"/>
                    <a:pt x="817" y="1371"/>
                  </a:cubicBezTo>
                  <a:cubicBezTo>
                    <a:pt x="817" y="1370"/>
                    <a:pt x="816" y="1369"/>
                    <a:pt x="816" y="1369"/>
                  </a:cubicBezTo>
                  <a:cubicBezTo>
                    <a:pt x="816" y="1367"/>
                    <a:pt x="816" y="1366"/>
                    <a:pt x="816" y="1364"/>
                  </a:cubicBezTo>
                  <a:cubicBezTo>
                    <a:pt x="815" y="1363"/>
                    <a:pt x="815" y="1363"/>
                    <a:pt x="815" y="1362"/>
                  </a:cubicBezTo>
                  <a:cubicBezTo>
                    <a:pt x="815" y="1360"/>
                    <a:pt x="815" y="1359"/>
                    <a:pt x="814" y="1358"/>
                  </a:cubicBezTo>
                  <a:cubicBezTo>
                    <a:pt x="814" y="1357"/>
                    <a:pt x="814" y="1356"/>
                    <a:pt x="814" y="1355"/>
                  </a:cubicBezTo>
                  <a:cubicBezTo>
                    <a:pt x="814" y="1354"/>
                    <a:pt x="813" y="1352"/>
                    <a:pt x="813" y="1351"/>
                  </a:cubicBezTo>
                  <a:cubicBezTo>
                    <a:pt x="813" y="1350"/>
                    <a:pt x="813" y="1349"/>
                    <a:pt x="812" y="1348"/>
                  </a:cubicBezTo>
                  <a:cubicBezTo>
                    <a:pt x="812" y="1347"/>
                    <a:pt x="812" y="1346"/>
                    <a:pt x="812" y="1345"/>
                  </a:cubicBezTo>
                  <a:cubicBezTo>
                    <a:pt x="811" y="1344"/>
                    <a:pt x="811" y="1343"/>
                    <a:pt x="811" y="1342"/>
                  </a:cubicBezTo>
                  <a:cubicBezTo>
                    <a:pt x="811" y="1341"/>
                    <a:pt x="811" y="1339"/>
                    <a:pt x="810" y="1338"/>
                  </a:cubicBezTo>
                  <a:cubicBezTo>
                    <a:pt x="810" y="1337"/>
                    <a:pt x="810" y="1336"/>
                    <a:pt x="810" y="1335"/>
                  </a:cubicBezTo>
                  <a:cubicBezTo>
                    <a:pt x="809" y="1334"/>
                    <a:pt x="809" y="1333"/>
                    <a:pt x="809" y="1332"/>
                  </a:cubicBezTo>
                  <a:cubicBezTo>
                    <a:pt x="809" y="1331"/>
                    <a:pt x="808" y="1330"/>
                    <a:pt x="808" y="1329"/>
                  </a:cubicBezTo>
                  <a:cubicBezTo>
                    <a:pt x="808" y="1328"/>
                    <a:pt x="808" y="1326"/>
                    <a:pt x="808" y="1325"/>
                  </a:cubicBezTo>
                  <a:cubicBezTo>
                    <a:pt x="807" y="1324"/>
                    <a:pt x="807" y="1323"/>
                    <a:pt x="807" y="1322"/>
                  </a:cubicBezTo>
                  <a:cubicBezTo>
                    <a:pt x="807" y="1321"/>
                    <a:pt x="806" y="1320"/>
                    <a:pt x="806" y="1319"/>
                  </a:cubicBezTo>
                  <a:cubicBezTo>
                    <a:pt x="806" y="1318"/>
                    <a:pt x="806" y="1317"/>
                    <a:pt x="805" y="1316"/>
                  </a:cubicBezTo>
                  <a:cubicBezTo>
                    <a:pt x="805" y="1315"/>
                    <a:pt x="805" y="1314"/>
                    <a:pt x="805" y="1314"/>
                  </a:cubicBezTo>
                  <a:cubicBezTo>
                    <a:pt x="805" y="1312"/>
                    <a:pt x="804" y="1311"/>
                    <a:pt x="804" y="1310"/>
                  </a:cubicBezTo>
                  <a:cubicBezTo>
                    <a:pt x="804" y="1309"/>
                    <a:pt x="804" y="1309"/>
                    <a:pt x="804" y="1308"/>
                  </a:cubicBezTo>
                  <a:cubicBezTo>
                    <a:pt x="803" y="1307"/>
                    <a:pt x="803" y="1305"/>
                    <a:pt x="803" y="1304"/>
                  </a:cubicBezTo>
                  <a:cubicBezTo>
                    <a:pt x="803" y="1304"/>
                    <a:pt x="802" y="1303"/>
                    <a:pt x="802" y="1303"/>
                  </a:cubicBezTo>
                  <a:cubicBezTo>
                    <a:pt x="802" y="1301"/>
                    <a:pt x="802" y="1300"/>
                    <a:pt x="801" y="1299"/>
                  </a:cubicBezTo>
                  <a:cubicBezTo>
                    <a:pt x="801" y="1298"/>
                    <a:pt x="801" y="1298"/>
                    <a:pt x="801" y="1298"/>
                  </a:cubicBezTo>
                  <a:cubicBezTo>
                    <a:pt x="798" y="1284"/>
                    <a:pt x="795" y="1273"/>
                    <a:pt x="793" y="1268"/>
                  </a:cubicBezTo>
                  <a:cubicBezTo>
                    <a:pt x="793" y="1268"/>
                    <a:pt x="793" y="1268"/>
                    <a:pt x="793" y="1268"/>
                  </a:cubicBezTo>
                  <a:cubicBezTo>
                    <a:pt x="793" y="1267"/>
                    <a:pt x="793" y="1266"/>
                    <a:pt x="792" y="1266"/>
                  </a:cubicBezTo>
                  <a:cubicBezTo>
                    <a:pt x="792" y="1266"/>
                    <a:pt x="792" y="1266"/>
                    <a:pt x="792" y="1266"/>
                  </a:cubicBezTo>
                  <a:cubicBezTo>
                    <a:pt x="792" y="1265"/>
                    <a:pt x="793" y="1265"/>
                    <a:pt x="793" y="1265"/>
                  </a:cubicBezTo>
                  <a:cubicBezTo>
                    <a:pt x="792" y="1264"/>
                    <a:pt x="792" y="1264"/>
                    <a:pt x="792" y="1264"/>
                  </a:cubicBezTo>
                  <a:cubicBezTo>
                    <a:pt x="792" y="1264"/>
                    <a:pt x="806" y="1107"/>
                    <a:pt x="803" y="1098"/>
                  </a:cubicBezTo>
                  <a:cubicBezTo>
                    <a:pt x="804" y="1068"/>
                    <a:pt x="820" y="1011"/>
                    <a:pt x="818" y="980"/>
                  </a:cubicBezTo>
                  <a:cubicBezTo>
                    <a:pt x="820" y="942"/>
                    <a:pt x="825" y="918"/>
                    <a:pt x="825" y="904"/>
                  </a:cubicBezTo>
                  <a:cubicBezTo>
                    <a:pt x="825" y="902"/>
                    <a:pt x="825" y="902"/>
                    <a:pt x="825" y="902"/>
                  </a:cubicBezTo>
                  <a:cubicBezTo>
                    <a:pt x="826" y="915"/>
                    <a:pt x="827" y="926"/>
                    <a:pt x="827" y="932"/>
                  </a:cubicBezTo>
                  <a:cubicBezTo>
                    <a:pt x="829" y="942"/>
                    <a:pt x="829" y="957"/>
                    <a:pt x="831" y="960"/>
                  </a:cubicBezTo>
                  <a:cubicBezTo>
                    <a:pt x="833" y="975"/>
                    <a:pt x="845" y="1059"/>
                    <a:pt x="846" y="1090"/>
                  </a:cubicBezTo>
                  <a:cubicBezTo>
                    <a:pt x="840" y="1132"/>
                    <a:pt x="839" y="1159"/>
                    <a:pt x="851" y="1219"/>
                  </a:cubicBezTo>
                  <a:cubicBezTo>
                    <a:pt x="856" y="1251"/>
                    <a:pt x="914" y="1393"/>
                    <a:pt x="917" y="1409"/>
                  </a:cubicBezTo>
                  <a:cubicBezTo>
                    <a:pt x="920" y="1425"/>
                    <a:pt x="924" y="1441"/>
                    <a:pt x="926" y="1445"/>
                  </a:cubicBezTo>
                  <a:cubicBezTo>
                    <a:pt x="928" y="1449"/>
                    <a:pt x="914" y="1471"/>
                    <a:pt x="918" y="1486"/>
                  </a:cubicBezTo>
                  <a:cubicBezTo>
                    <a:pt x="922" y="1500"/>
                    <a:pt x="896" y="1546"/>
                    <a:pt x="904" y="1589"/>
                  </a:cubicBezTo>
                  <a:cubicBezTo>
                    <a:pt x="912" y="1632"/>
                    <a:pt x="913" y="1638"/>
                    <a:pt x="914" y="1647"/>
                  </a:cubicBezTo>
                  <a:cubicBezTo>
                    <a:pt x="915" y="1657"/>
                    <a:pt x="921" y="1667"/>
                    <a:pt x="924" y="1679"/>
                  </a:cubicBezTo>
                  <a:cubicBezTo>
                    <a:pt x="927" y="1691"/>
                    <a:pt x="932" y="1720"/>
                    <a:pt x="939" y="1720"/>
                  </a:cubicBezTo>
                  <a:cubicBezTo>
                    <a:pt x="940" y="1720"/>
                    <a:pt x="941" y="1720"/>
                    <a:pt x="941" y="1720"/>
                  </a:cubicBezTo>
                  <a:cubicBezTo>
                    <a:pt x="942" y="1720"/>
                    <a:pt x="942" y="1720"/>
                    <a:pt x="942" y="1720"/>
                  </a:cubicBezTo>
                  <a:cubicBezTo>
                    <a:pt x="942" y="1720"/>
                    <a:pt x="943" y="1720"/>
                    <a:pt x="943" y="1720"/>
                  </a:cubicBezTo>
                  <a:cubicBezTo>
                    <a:pt x="943" y="1720"/>
                    <a:pt x="943" y="1720"/>
                    <a:pt x="944" y="1720"/>
                  </a:cubicBezTo>
                  <a:cubicBezTo>
                    <a:pt x="944" y="1720"/>
                    <a:pt x="944" y="1720"/>
                    <a:pt x="944" y="1719"/>
                  </a:cubicBezTo>
                  <a:cubicBezTo>
                    <a:pt x="945" y="1719"/>
                    <a:pt x="945" y="1719"/>
                    <a:pt x="945" y="1719"/>
                  </a:cubicBezTo>
                  <a:cubicBezTo>
                    <a:pt x="945" y="1719"/>
                    <a:pt x="945" y="1719"/>
                    <a:pt x="945" y="1719"/>
                  </a:cubicBezTo>
                  <a:cubicBezTo>
                    <a:pt x="946" y="1718"/>
                    <a:pt x="946" y="1718"/>
                    <a:pt x="947" y="1717"/>
                  </a:cubicBezTo>
                  <a:cubicBezTo>
                    <a:pt x="947" y="1717"/>
                    <a:pt x="947" y="1717"/>
                    <a:pt x="947" y="1717"/>
                  </a:cubicBezTo>
                  <a:cubicBezTo>
                    <a:pt x="947" y="1717"/>
                    <a:pt x="947" y="1717"/>
                    <a:pt x="947" y="1716"/>
                  </a:cubicBezTo>
                  <a:cubicBezTo>
                    <a:pt x="947" y="1716"/>
                    <a:pt x="947" y="1716"/>
                    <a:pt x="947" y="1716"/>
                  </a:cubicBezTo>
                  <a:cubicBezTo>
                    <a:pt x="947" y="1717"/>
                    <a:pt x="947" y="1717"/>
                    <a:pt x="947" y="1717"/>
                  </a:cubicBezTo>
                  <a:cubicBezTo>
                    <a:pt x="947" y="1717"/>
                    <a:pt x="947" y="1716"/>
                    <a:pt x="947" y="1716"/>
                  </a:cubicBezTo>
                  <a:cubicBezTo>
                    <a:pt x="947" y="1716"/>
                    <a:pt x="947" y="1716"/>
                    <a:pt x="947" y="1716"/>
                  </a:cubicBezTo>
                  <a:cubicBezTo>
                    <a:pt x="947" y="1716"/>
                    <a:pt x="947" y="1715"/>
                    <a:pt x="947" y="1715"/>
                  </a:cubicBezTo>
                  <a:cubicBezTo>
                    <a:pt x="947" y="1715"/>
                    <a:pt x="949" y="1742"/>
                    <a:pt x="963" y="1742"/>
                  </a:cubicBezTo>
                  <a:cubicBezTo>
                    <a:pt x="972" y="1741"/>
                    <a:pt x="972" y="1733"/>
                    <a:pt x="972" y="1733"/>
                  </a:cubicBezTo>
                  <a:cubicBezTo>
                    <a:pt x="972" y="1733"/>
                    <a:pt x="974" y="1755"/>
                    <a:pt x="987" y="1753"/>
                  </a:cubicBezTo>
                  <a:cubicBezTo>
                    <a:pt x="999" y="1751"/>
                    <a:pt x="999" y="1739"/>
                    <a:pt x="999" y="1739"/>
                  </a:cubicBezTo>
                  <a:cubicBezTo>
                    <a:pt x="1007" y="1743"/>
                    <a:pt x="1020" y="1742"/>
                    <a:pt x="1023" y="1728"/>
                  </a:cubicBezTo>
                  <a:cubicBezTo>
                    <a:pt x="1026" y="1714"/>
                    <a:pt x="1033" y="1686"/>
                    <a:pt x="1032" y="1675"/>
                  </a:cubicBezTo>
                  <a:cubicBezTo>
                    <a:pt x="1032" y="1665"/>
                    <a:pt x="1039" y="1642"/>
                    <a:pt x="1039" y="1633"/>
                  </a:cubicBezTo>
                  <a:cubicBezTo>
                    <a:pt x="1046" y="1606"/>
                    <a:pt x="1053" y="1597"/>
                    <a:pt x="1051" y="1589"/>
                  </a:cubicBezTo>
                  <a:cubicBezTo>
                    <a:pt x="1060" y="1599"/>
                    <a:pt x="1068" y="1609"/>
                    <a:pt x="1072" y="1611"/>
                  </a:cubicBezTo>
                  <a:cubicBezTo>
                    <a:pt x="1074" y="1627"/>
                    <a:pt x="1090" y="1651"/>
                    <a:pt x="1103" y="1652"/>
                  </a:cubicBezTo>
                  <a:cubicBezTo>
                    <a:pt x="1120" y="1653"/>
                    <a:pt x="1116" y="1641"/>
                    <a:pt x="1111" y="1628"/>
                  </a:cubicBezTo>
                  <a:close/>
                  <a:moveTo>
                    <a:pt x="672" y="310"/>
                  </a:moveTo>
                  <a:cubicBezTo>
                    <a:pt x="672" y="310"/>
                    <a:pt x="672" y="310"/>
                    <a:pt x="672" y="310"/>
                  </a:cubicBezTo>
                  <a:cubicBezTo>
                    <a:pt x="672" y="310"/>
                    <a:pt x="672" y="310"/>
                    <a:pt x="672" y="310"/>
                  </a:cubicBezTo>
                  <a:cubicBezTo>
                    <a:pt x="672" y="310"/>
                    <a:pt x="672" y="310"/>
                    <a:pt x="672" y="310"/>
                  </a:cubicBezTo>
                  <a:close/>
                </a:path>
              </a:pathLst>
            </a:custGeom>
            <a:noFill/>
            <a:ln w="19050" cap="rnd" cmpd="sng">
              <a:solidFill>
                <a:schemeClr val="bg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</p:grpSp>
      <p:grpSp>
        <p:nvGrpSpPr>
          <p:cNvPr id="63496" name="female-body-outline-anterior-view">
            <a:extLst>
              <a:ext uri="{FF2B5EF4-FFF2-40B4-BE49-F238E27FC236}">
                <a16:creationId xmlns:a16="http://schemas.microsoft.com/office/drawing/2014/main" id="{D1F036B0-1793-4763-B200-0F93EC44EF27}"/>
              </a:ext>
            </a:extLst>
          </p:cNvPr>
          <p:cNvGrpSpPr>
            <a:grpSpLocks/>
          </p:cNvGrpSpPr>
          <p:nvPr/>
        </p:nvGrpSpPr>
        <p:grpSpPr bwMode="auto">
          <a:xfrm>
            <a:off x="6972300" y="2805113"/>
            <a:ext cx="1035050" cy="3711575"/>
            <a:chOff x="2832" y="705"/>
            <a:chExt cx="652" cy="2338"/>
          </a:xfrm>
        </p:grpSpPr>
        <p:sp>
          <p:nvSpPr>
            <p:cNvPr id="63500" name="Freeform 74">
              <a:extLst>
                <a:ext uri="{FF2B5EF4-FFF2-40B4-BE49-F238E27FC236}">
                  <a16:creationId xmlns:a16="http://schemas.microsoft.com/office/drawing/2014/main" id="{2FE9C857-1AFA-41D1-BB8B-E7DDAF23246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832" y="705"/>
              <a:ext cx="652" cy="2338"/>
            </a:xfrm>
            <a:custGeom>
              <a:avLst/>
              <a:gdLst>
                <a:gd name="T0" fmla="*/ 389 w 829"/>
                <a:gd name="T1" fmla="*/ 661 h 2980"/>
                <a:gd name="T2" fmla="*/ 373 w 829"/>
                <a:gd name="T3" fmla="*/ 449 h 2980"/>
                <a:gd name="T4" fmla="*/ 346 w 829"/>
                <a:gd name="T5" fmla="*/ 260 h 2980"/>
                <a:gd name="T6" fmla="*/ 295 w 829"/>
                <a:gd name="T7" fmla="*/ 233 h 2980"/>
                <a:gd name="T8" fmla="*/ 244 w 829"/>
                <a:gd name="T9" fmla="*/ 184 h 2980"/>
                <a:gd name="T10" fmla="*/ 282 w 829"/>
                <a:gd name="T11" fmla="*/ 170 h 2980"/>
                <a:gd name="T12" fmla="*/ 267 w 829"/>
                <a:gd name="T13" fmla="*/ 158 h 2980"/>
                <a:gd name="T14" fmla="*/ 138 w 829"/>
                <a:gd name="T15" fmla="*/ 44 h 2980"/>
                <a:gd name="T16" fmla="*/ 131 w 829"/>
                <a:gd name="T17" fmla="*/ 165 h 2980"/>
                <a:gd name="T18" fmla="*/ 141 w 829"/>
                <a:gd name="T19" fmla="*/ 186 h 2980"/>
                <a:gd name="T20" fmla="*/ 131 w 829"/>
                <a:gd name="T21" fmla="*/ 228 h 2980"/>
                <a:gd name="T22" fmla="*/ 88 w 829"/>
                <a:gd name="T23" fmla="*/ 241 h 2980"/>
                <a:gd name="T24" fmla="*/ 31 w 829"/>
                <a:gd name="T25" fmla="*/ 365 h 2980"/>
                <a:gd name="T26" fmla="*/ 13 w 829"/>
                <a:gd name="T27" fmla="*/ 607 h 2980"/>
                <a:gd name="T28" fmla="*/ 2 w 829"/>
                <a:gd name="T29" fmla="*/ 777 h 2980"/>
                <a:gd name="T30" fmla="*/ 17 w 829"/>
                <a:gd name="T31" fmla="*/ 814 h 2980"/>
                <a:gd name="T32" fmla="*/ 49 w 829"/>
                <a:gd name="T33" fmla="*/ 819 h 2980"/>
                <a:gd name="T34" fmla="*/ 53 w 829"/>
                <a:gd name="T35" fmla="*/ 807 h 2980"/>
                <a:gd name="T36" fmla="*/ 45 w 829"/>
                <a:gd name="T37" fmla="*/ 725 h 2980"/>
                <a:gd name="T38" fmla="*/ 90 w 829"/>
                <a:gd name="T39" fmla="*/ 434 h 2980"/>
                <a:gd name="T40" fmla="*/ 79 w 829"/>
                <a:gd name="T41" fmla="*/ 573 h 2980"/>
                <a:gd name="T42" fmla="*/ 76 w 829"/>
                <a:gd name="T43" fmla="*/ 874 h 2980"/>
                <a:gd name="T44" fmla="*/ 119 w 829"/>
                <a:gd name="T45" fmla="*/ 1211 h 2980"/>
                <a:gd name="T46" fmla="*/ 141 w 829"/>
                <a:gd name="T47" fmla="*/ 1378 h 2980"/>
                <a:gd name="T48" fmla="*/ 127 w 829"/>
                <a:gd name="T49" fmla="*/ 1430 h 2980"/>
                <a:gd name="T50" fmla="*/ 189 w 829"/>
                <a:gd name="T51" fmla="*/ 1431 h 2980"/>
                <a:gd name="T52" fmla="*/ 198 w 829"/>
                <a:gd name="T53" fmla="*/ 1367 h 2980"/>
                <a:gd name="T54" fmla="*/ 185 w 829"/>
                <a:gd name="T55" fmla="*/ 1275 h 2980"/>
                <a:gd name="T56" fmla="*/ 194 w 829"/>
                <a:gd name="T57" fmla="*/ 959 h 2980"/>
                <a:gd name="T58" fmla="*/ 194 w 829"/>
                <a:gd name="T59" fmla="*/ 767 h 2980"/>
                <a:gd name="T60" fmla="*/ 210 w 829"/>
                <a:gd name="T61" fmla="*/ 766 h 2980"/>
                <a:gd name="T62" fmla="*/ 208 w 829"/>
                <a:gd name="T63" fmla="*/ 959 h 2980"/>
                <a:gd name="T64" fmla="*/ 219 w 829"/>
                <a:gd name="T65" fmla="*/ 1275 h 2980"/>
                <a:gd name="T66" fmla="*/ 204 w 829"/>
                <a:gd name="T67" fmla="*/ 1367 h 2980"/>
                <a:gd name="T68" fmla="*/ 214 w 829"/>
                <a:gd name="T69" fmla="*/ 1431 h 2980"/>
                <a:gd name="T70" fmla="*/ 276 w 829"/>
                <a:gd name="T71" fmla="*/ 1430 h 2980"/>
                <a:gd name="T72" fmla="*/ 263 w 829"/>
                <a:gd name="T73" fmla="*/ 1378 h 2980"/>
                <a:gd name="T74" fmla="*/ 285 w 829"/>
                <a:gd name="T75" fmla="*/ 1211 h 2980"/>
                <a:gd name="T76" fmla="*/ 328 w 829"/>
                <a:gd name="T77" fmla="*/ 874 h 2980"/>
                <a:gd name="T78" fmla="*/ 325 w 829"/>
                <a:gd name="T79" fmla="*/ 567 h 2980"/>
                <a:gd name="T80" fmla="*/ 313 w 829"/>
                <a:gd name="T81" fmla="*/ 434 h 2980"/>
                <a:gd name="T82" fmla="*/ 358 w 829"/>
                <a:gd name="T83" fmla="*/ 725 h 2980"/>
                <a:gd name="T84" fmla="*/ 349 w 829"/>
                <a:gd name="T85" fmla="*/ 807 h 2980"/>
                <a:gd name="T86" fmla="*/ 355 w 829"/>
                <a:gd name="T87" fmla="*/ 819 h 2980"/>
                <a:gd name="T88" fmla="*/ 386 w 829"/>
                <a:gd name="T89" fmla="*/ 814 h 2980"/>
                <a:gd name="T90" fmla="*/ 401 w 829"/>
                <a:gd name="T91" fmla="*/ 777 h 2980"/>
                <a:gd name="T92" fmla="*/ 131 w 829"/>
                <a:gd name="T93" fmla="*/ 165 h 2980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0" t="0" r="r" b="b"/>
              <a:pathLst>
                <a:path w="829" h="2980">
                  <a:moveTo>
                    <a:pt x="825" y="1608"/>
                  </a:moveTo>
                  <a:cubicBezTo>
                    <a:pt x="822" y="1601"/>
                    <a:pt x="816" y="1555"/>
                    <a:pt x="809" y="1528"/>
                  </a:cubicBezTo>
                  <a:cubicBezTo>
                    <a:pt x="804" y="1506"/>
                    <a:pt x="798" y="1412"/>
                    <a:pt x="801" y="1369"/>
                  </a:cubicBezTo>
                  <a:cubicBezTo>
                    <a:pt x="804" y="1334"/>
                    <a:pt x="802" y="1281"/>
                    <a:pt x="803" y="1258"/>
                  </a:cubicBezTo>
                  <a:cubicBezTo>
                    <a:pt x="804" y="1129"/>
                    <a:pt x="783" y="1063"/>
                    <a:pt x="778" y="1039"/>
                  </a:cubicBezTo>
                  <a:cubicBezTo>
                    <a:pt x="773" y="1015"/>
                    <a:pt x="767" y="981"/>
                    <a:pt x="767" y="929"/>
                  </a:cubicBezTo>
                  <a:cubicBezTo>
                    <a:pt x="767" y="877"/>
                    <a:pt x="769" y="806"/>
                    <a:pt x="765" y="756"/>
                  </a:cubicBezTo>
                  <a:cubicBezTo>
                    <a:pt x="763" y="727"/>
                    <a:pt x="758" y="683"/>
                    <a:pt x="752" y="645"/>
                  </a:cubicBezTo>
                  <a:cubicBezTo>
                    <a:pt x="746" y="607"/>
                    <a:pt x="727" y="556"/>
                    <a:pt x="711" y="539"/>
                  </a:cubicBezTo>
                  <a:cubicBezTo>
                    <a:pt x="695" y="521"/>
                    <a:pt x="673" y="507"/>
                    <a:pt x="650" y="499"/>
                  </a:cubicBezTo>
                  <a:cubicBezTo>
                    <a:pt x="644" y="497"/>
                    <a:pt x="635" y="490"/>
                    <a:pt x="629" y="489"/>
                  </a:cubicBezTo>
                  <a:cubicBezTo>
                    <a:pt x="620" y="487"/>
                    <a:pt x="615" y="483"/>
                    <a:pt x="607" y="482"/>
                  </a:cubicBezTo>
                  <a:cubicBezTo>
                    <a:pt x="590" y="479"/>
                    <a:pt x="575" y="477"/>
                    <a:pt x="561" y="472"/>
                  </a:cubicBezTo>
                  <a:cubicBezTo>
                    <a:pt x="531" y="463"/>
                    <a:pt x="507" y="454"/>
                    <a:pt x="501" y="385"/>
                  </a:cubicBezTo>
                  <a:cubicBezTo>
                    <a:pt x="501" y="382"/>
                    <a:pt x="501" y="382"/>
                    <a:pt x="501" y="382"/>
                  </a:cubicBezTo>
                  <a:cubicBezTo>
                    <a:pt x="537" y="421"/>
                    <a:pt x="571" y="371"/>
                    <a:pt x="571" y="371"/>
                  </a:cubicBezTo>
                  <a:cubicBezTo>
                    <a:pt x="564" y="376"/>
                    <a:pt x="550" y="370"/>
                    <a:pt x="550" y="370"/>
                  </a:cubicBezTo>
                  <a:cubicBezTo>
                    <a:pt x="570" y="376"/>
                    <a:pt x="578" y="352"/>
                    <a:pt x="578" y="352"/>
                  </a:cubicBezTo>
                  <a:cubicBezTo>
                    <a:pt x="569" y="358"/>
                    <a:pt x="566" y="353"/>
                    <a:pt x="566" y="353"/>
                  </a:cubicBezTo>
                  <a:cubicBezTo>
                    <a:pt x="581" y="347"/>
                    <a:pt x="580" y="328"/>
                    <a:pt x="580" y="328"/>
                  </a:cubicBezTo>
                  <a:cubicBezTo>
                    <a:pt x="573" y="353"/>
                    <a:pt x="539" y="357"/>
                    <a:pt x="548" y="329"/>
                  </a:cubicBezTo>
                  <a:cubicBezTo>
                    <a:pt x="563" y="281"/>
                    <a:pt x="578" y="182"/>
                    <a:pt x="534" y="91"/>
                  </a:cubicBezTo>
                  <a:cubicBezTo>
                    <a:pt x="489" y="0"/>
                    <a:pt x="374" y="39"/>
                    <a:pt x="374" y="39"/>
                  </a:cubicBezTo>
                  <a:cubicBezTo>
                    <a:pt x="352" y="25"/>
                    <a:pt x="305" y="61"/>
                    <a:pt x="284" y="90"/>
                  </a:cubicBezTo>
                  <a:cubicBezTo>
                    <a:pt x="263" y="120"/>
                    <a:pt x="238" y="224"/>
                    <a:pt x="287" y="300"/>
                  </a:cubicBezTo>
                  <a:cubicBezTo>
                    <a:pt x="311" y="338"/>
                    <a:pt x="285" y="358"/>
                    <a:pt x="276" y="354"/>
                  </a:cubicBezTo>
                  <a:cubicBezTo>
                    <a:pt x="268" y="351"/>
                    <a:pt x="269" y="343"/>
                    <a:pt x="269" y="341"/>
                  </a:cubicBezTo>
                  <a:cubicBezTo>
                    <a:pt x="264" y="362"/>
                    <a:pt x="280" y="371"/>
                    <a:pt x="280" y="371"/>
                  </a:cubicBezTo>
                  <a:cubicBezTo>
                    <a:pt x="270" y="367"/>
                    <a:pt x="265" y="358"/>
                    <a:pt x="265" y="358"/>
                  </a:cubicBezTo>
                  <a:cubicBezTo>
                    <a:pt x="266" y="379"/>
                    <a:pt x="288" y="385"/>
                    <a:pt x="288" y="385"/>
                  </a:cubicBezTo>
                  <a:cubicBezTo>
                    <a:pt x="274" y="384"/>
                    <a:pt x="268" y="376"/>
                    <a:pt x="268" y="376"/>
                  </a:cubicBezTo>
                  <a:cubicBezTo>
                    <a:pt x="273" y="392"/>
                    <a:pt x="309" y="408"/>
                    <a:pt x="328" y="381"/>
                  </a:cubicBezTo>
                  <a:cubicBezTo>
                    <a:pt x="322" y="460"/>
                    <a:pt x="295" y="464"/>
                    <a:pt x="268" y="472"/>
                  </a:cubicBezTo>
                  <a:cubicBezTo>
                    <a:pt x="254" y="477"/>
                    <a:pt x="239" y="479"/>
                    <a:pt x="222" y="482"/>
                  </a:cubicBezTo>
                  <a:cubicBezTo>
                    <a:pt x="214" y="483"/>
                    <a:pt x="208" y="487"/>
                    <a:pt x="199" y="488"/>
                  </a:cubicBezTo>
                  <a:cubicBezTo>
                    <a:pt x="193" y="489"/>
                    <a:pt x="186" y="496"/>
                    <a:pt x="180" y="498"/>
                  </a:cubicBezTo>
                  <a:cubicBezTo>
                    <a:pt x="156" y="506"/>
                    <a:pt x="134" y="521"/>
                    <a:pt x="118" y="538"/>
                  </a:cubicBezTo>
                  <a:cubicBezTo>
                    <a:pt x="101" y="556"/>
                    <a:pt x="83" y="607"/>
                    <a:pt x="77" y="645"/>
                  </a:cubicBezTo>
                  <a:cubicBezTo>
                    <a:pt x="71" y="683"/>
                    <a:pt x="66" y="727"/>
                    <a:pt x="63" y="756"/>
                  </a:cubicBezTo>
                  <a:cubicBezTo>
                    <a:pt x="59" y="806"/>
                    <a:pt x="62" y="877"/>
                    <a:pt x="62" y="929"/>
                  </a:cubicBezTo>
                  <a:cubicBezTo>
                    <a:pt x="62" y="981"/>
                    <a:pt x="55" y="1015"/>
                    <a:pt x="50" y="1039"/>
                  </a:cubicBezTo>
                  <a:cubicBezTo>
                    <a:pt x="45" y="1063"/>
                    <a:pt x="25" y="1129"/>
                    <a:pt x="26" y="1258"/>
                  </a:cubicBezTo>
                  <a:cubicBezTo>
                    <a:pt x="26" y="1281"/>
                    <a:pt x="25" y="1334"/>
                    <a:pt x="27" y="1369"/>
                  </a:cubicBezTo>
                  <a:cubicBezTo>
                    <a:pt x="31" y="1412"/>
                    <a:pt x="25" y="1506"/>
                    <a:pt x="19" y="1528"/>
                  </a:cubicBezTo>
                  <a:cubicBezTo>
                    <a:pt x="13" y="1555"/>
                    <a:pt x="6" y="1601"/>
                    <a:pt x="3" y="1608"/>
                  </a:cubicBezTo>
                  <a:cubicBezTo>
                    <a:pt x="0" y="1614"/>
                    <a:pt x="6" y="1623"/>
                    <a:pt x="10" y="1630"/>
                  </a:cubicBezTo>
                  <a:cubicBezTo>
                    <a:pt x="13" y="1637"/>
                    <a:pt x="12" y="1643"/>
                    <a:pt x="17" y="1653"/>
                  </a:cubicBezTo>
                  <a:cubicBezTo>
                    <a:pt x="20" y="1660"/>
                    <a:pt x="31" y="1676"/>
                    <a:pt x="36" y="1685"/>
                  </a:cubicBezTo>
                  <a:cubicBezTo>
                    <a:pt x="41" y="1693"/>
                    <a:pt x="62" y="1704"/>
                    <a:pt x="79" y="1709"/>
                  </a:cubicBezTo>
                  <a:cubicBezTo>
                    <a:pt x="90" y="1714"/>
                    <a:pt x="111" y="1725"/>
                    <a:pt x="113" y="1720"/>
                  </a:cubicBezTo>
                  <a:cubicBezTo>
                    <a:pt x="117" y="1709"/>
                    <a:pt x="110" y="1701"/>
                    <a:pt x="101" y="1697"/>
                  </a:cubicBezTo>
                  <a:cubicBezTo>
                    <a:pt x="96" y="1694"/>
                    <a:pt x="111" y="1703"/>
                    <a:pt x="114" y="1693"/>
                  </a:cubicBezTo>
                  <a:cubicBezTo>
                    <a:pt x="115" y="1690"/>
                    <a:pt x="115" y="1688"/>
                    <a:pt x="113" y="1683"/>
                  </a:cubicBezTo>
                  <a:cubicBezTo>
                    <a:pt x="115" y="1677"/>
                    <a:pt x="113" y="1677"/>
                    <a:pt x="109" y="1671"/>
                  </a:cubicBezTo>
                  <a:cubicBezTo>
                    <a:pt x="117" y="1669"/>
                    <a:pt x="111" y="1636"/>
                    <a:pt x="108" y="1620"/>
                  </a:cubicBezTo>
                  <a:cubicBezTo>
                    <a:pt x="109" y="1608"/>
                    <a:pt x="110" y="1570"/>
                    <a:pt x="101" y="1543"/>
                  </a:cubicBezTo>
                  <a:cubicBezTo>
                    <a:pt x="95" y="1527"/>
                    <a:pt x="93" y="1511"/>
                    <a:pt x="93" y="1501"/>
                  </a:cubicBezTo>
                  <a:cubicBezTo>
                    <a:pt x="88" y="1477"/>
                    <a:pt x="115" y="1307"/>
                    <a:pt x="131" y="1259"/>
                  </a:cubicBezTo>
                  <a:cubicBezTo>
                    <a:pt x="161" y="1158"/>
                    <a:pt x="151" y="1071"/>
                    <a:pt x="154" y="1053"/>
                  </a:cubicBezTo>
                  <a:cubicBezTo>
                    <a:pt x="158" y="1035"/>
                    <a:pt x="178" y="941"/>
                    <a:pt x="184" y="899"/>
                  </a:cubicBezTo>
                  <a:cubicBezTo>
                    <a:pt x="185" y="900"/>
                    <a:pt x="185" y="900"/>
                    <a:pt x="185" y="900"/>
                  </a:cubicBezTo>
                  <a:cubicBezTo>
                    <a:pt x="188" y="951"/>
                    <a:pt x="183" y="1029"/>
                    <a:pt x="184" y="1055"/>
                  </a:cubicBezTo>
                  <a:cubicBezTo>
                    <a:pt x="186" y="1091"/>
                    <a:pt x="176" y="1157"/>
                    <a:pt x="161" y="1186"/>
                  </a:cubicBezTo>
                  <a:cubicBezTo>
                    <a:pt x="145" y="1215"/>
                    <a:pt x="138" y="1260"/>
                    <a:pt x="124" y="1341"/>
                  </a:cubicBezTo>
                  <a:cubicBezTo>
                    <a:pt x="111" y="1405"/>
                    <a:pt x="101" y="1472"/>
                    <a:pt x="112" y="1588"/>
                  </a:cubicBezTo>
                  <a:cubicBezTo>
                    <a:pt x="121" y="1669"/>
                    <a:pt x="135" y="1720"/>
                    <a:pt x="155" y="1810"/>
                  </a:cubicBezTo>
                  <a:cubicBezTo>
                    <a:pt x="174" y="1891"/>
                    <a:pt x="200" y="1998"/>
                    <a:pt x="211" y="2058"/>
                  </a:cubicBezTo>
                  <a:cubicBezTo>
                    <a:pt x="221" y="2118"/>
                    <a:pt x="236" y="2140"/>
                    <a:pt x="238" y="2179"/>
                  </a:cubicBezTo>
                  <a:cubicBezTo>
                    <a:pt x="241" y="2218"/>
                    <a:pt x="215" y="2402"/>
                    <a:pt x="244" y="2508"/>
                  </a:cubicBezTo>
                  <a:cubicBezTo>
                    <a:pt x="272" y="2615"/>
                    <a:pt x="285" y="2682"/>
                    <a:pt x="290" y="2708"/>
                  </a:cubicBezTo>
                  <a:cubicBezTo>
                    <a:pt x="303" y="2765"/>
                    <a:pt x="292" y="2771"/>
                    <a:pt x="297" y="2800"/>
                  </a:cubicBezTo>
                  <a:cubicBezTo>
                    <a:pt x="302" y="2828"/>
                    <a:pt x="303" y="2825"/>
                    <a:pt x="288" y="2853"/>
                  </a:cubicBezTo>
                  <a:cubicBezTo>
                    <a:pt x="275" y="2871"/>
                    <a:pt x="253" y="2910"/>
                    <a:pt x="246" y="2918"/>
                  </a:cubicBezTo>
                  <a:cubicBezTo>
                    <a:pt x="240" y="2927"/>
                    <a:pt x="243" y="2936"/>
                    <a:pt x="246" y="2941"/>
                  </a:cubicBezTo>
                  <a:cubicBezTo>
                    <a:pt x="241" y="2955"/>
                    <a:pt x="257" y="2962"/>
                    <a:pt x="262" y="2962"/>
                  </a:cubicBezTo>
                  <a:cubicBezTo>
                    <a:pt x="260" y="2978"/>
                    <a:pt x="289" y="2976"/>
                    <a:pt x="296" y="2969"/>
                  </a:cubicBezTo>
                  <a:cubicBezTo>
                    <a:pt x="304" y="2978"/>
                    <a:pt x="326" y="2978"/>
                    <a:pt x="334" y="2967"/>
                  </a:cubicBezTo>
                  <a:cubicBezTo>
                    <a:pt x="348" y="2980"/>
                    <a:pt x="373" y="2980"/>
                    <a:pt x="388" y="2964"/>
                  </a:cubicBezTo>
                  <a:cubicBezTo>
                    <a:pt x="404" y="2948"/>
                    <a:pt x="406" y="2933"/>
                    <a:pt x="404" y="2917"/>
                  </a:cubicBezTo>
                  <a:cubicBezTo>
                    <a:pt x="402" y="2902"/>
                    <a:pt x="406" y="2896"/>
                    <a:pt x="409" y="2877"/>
                  </a:cubicBezTo>
                  <a:cubicBezTo>
                    <a:pt x="412" y="2858"/>
                    <a:pt x="415" y="2843"/>
                    <a:pt x="408" y="2830"/>
                  </a:cubicBezTo>
                  <a:cubicBezTo>
                    <a:pt x="401" y="2816"/>
                    <a:pt x="400" y="2809"/>
                    <a:pt x="400" y="2796"/>
                  </a:cubicBezTo>
                  <a:cubicBezTo>
                    <a:pt x="400" y="2782"/>
                    <a:pt x="406" y="2761"/>
                    <a:pt x="397" y="2744"/>
                  </a:cubicBezTo>
                  <a:cubicBezTo>
                    <a:pt x="388" y="2726"/>
                    <a:pt x="378" y="2685"/>
                    <a:pt x="380" y="2640"/>
                  </a:cubicBezTo>
                  <a:cubicBezTo>
                    <a:pt x="381" y="2595"/>
                    <a:pt x="414" y="2343"/>
                    <a:pt x="400" y="2257"/>
                  </a:cubicBezTo>
                  <a:cubicBezTo>
                    <a:pt x="386" y="2170"/>
                    <a:pt x="392" y="2153"/>
                    <a:pt x="395" y="2123"/>
                  </a:cubicBezTo>
                  <a:cubicBezTo>
                    <a:pt x="399" y="2094"/>
                    <a:pt x="407" y="2046"/>
                    <a:pt x="399" y="1984"/>
                  </a:cubicBezTo>
                  <a:cubicBezTo>
                    <a:pt x="396" y="1960"/>
                    <a:pt x="407" y="1862"/>
                    <a:pt x="408" y="1760"/>
                  </a:cubicBezTo>
                  <a:cubicBezTo>
                    <a:pt x="409" y="1694"/>
                    <a:pt x="417" y="1606"/>
                    <a:pt x="399" y="1588"/>
                  </a:cubicBezTo>
                  <a:cubicBezTo>
                    <a:pt x="399" y="1587"/>
                    <a:pt x="399" y="1587"/>
                    <a:pt x="399" y="1587"/>
                  </a:cubicBezTo>
                  <a:cubicBezTo>
                    <a:pt x="404" y="1589"/>
                    <a:pt x="409" y="1590"/>
                    <a:pt x="413" y="1590"/>
                  </a:cubicBezTo>
                  <a:cubicBezTo>
                    <a:pt x="414" y="1590"/>
                    <a:pt x="414" y="1590"/>
                    <a:pt x="414" y="1590"/>
                  </a:cubicBezTo>
                  <a:cubicBezTo>
                    <a:pt x="419" y="1590"/>
                    <a:pt x="425" y="1589"/>
                    <a:pt x="431" y="1586"/>
                  </a:cubicBezTo>
                  <a:cubicBezTo>
                    <a:pt x="430" y="1588"/>
                    <a:pt x="430" y="1588"/>
                    <a:pt x="430" y="1588"/>
                  </a:cubicBezTo>
                  <a:cubicBezTo>
                    <a:pt x="412" y="1606"/>
                    <a:pt x="418" y="1694"/>
                    <a:pt x="418" y="1759"/>
                  </a:cubicBezTo>
                  <a:cubicBezTo>
                    <a:pt x="419" y="1861"/>
                    <a:pt x="432" y="1960"/>
                    <a:pt x="429" y="1984"/>
                  </a:cubicBezTo>
                  <a:cubicBezTo>
                    <a:pt x="421" y="2046"/>
                    <a:pt x="430" y="2094"/>
                    <a:pt x="434" y="2123"/>
                  </a:cubicBezTo>
                  <a:cubicBezTo>
                    <a:pt x="437" y="2153"/>
                    <a:pt x="442" y="2170"/>
                    <a:pt x="428" y="2257"/>
                  </a:cubicBezTo>
                  <a:cubicBezTo>
                    <a:pt x="414" y="2343"/>
                    <a:pt x="447" y="2595"/>
                    <a:pt x="449" y="2640"/>
                  </a:cubicBezTo>
                  <a:cubicBezTo>
                    <a:pt x="451" y="2685"/>
                    <a:pt x="440" y="2726"/>
                    <a:pt x="432" y="2744"/>
                  </a:cubicBezTo>
                  <a:cubicBezTo>
                    <a:pt x="423" y="2761"/>
                    <a:pt x="428" y="2782"/>
                    <a:pt x="428" y="2796"/>
                  </a:cubicBezTo>
                  <a:cubicBezTo>
                    <a:pt x="428" y="2809"/>
                    <a:pt x="428" y="2816"/>
                    <a:pt x="421" y="2830"/>
                  </a:cubicBezTo>
                  <a:cubicBezTo>
                    <a:pt x="414" y="2843"/>
                    <a:pt x="416" y="2858"/>
                    <a:pt x="420" y="2877"/>
                  </a:cubicBezTo>
                  <a:cubicBezTo>
                    <a:pt x="423" y="2896"/>
                    <a:pt x="427" y="2902"/>
                    <a:pt x="425" y="2917"/>
                  </a:cubicBezTo>
                  <a:cubicBezTo>
                    <a:pt x="423" y="2933"/>
                    <a:pt x="425" y="2948"/>
                    <a:pt x="440" y="2964"/>
                  </a:cubicBezTo>
                  <a:cubicBezTo>
                    <a:pt x="456" y="2980"/>
                    <a:pt x="480" y="2980"/>
                    <a:pt x="494" y="2967"/>
                  </a:cubicBezTo>
                  <a:cubicBezTo>
                    <a:pt x="503" y="2978"/>
                    <a:pt x="525" y="2978"/>
                    <a:pt x="533" y="2969"/>
                  </a:cubicBezTo>
                  <a:cubicBezTo>
                    <a:pt x="540" y="2976"/>
                    <a:pt x="569" y="2978"/>
                    <a:pt x="567" y="2962"/>
                  </a:cubicBezTo>
                  <a:cubicBezTo>
                    <a:pt x="572" y="2962"/>
                    <a:pt x="587" y="2955"/>
                    <a:pt x="582" y="2941"/>
                  </a:cubicBezTo>
                  <a:cubicBezTo>
                    <a:pt x="586" y="2936"/>
                    <a:pt x="589" y="2927"/>
                    <a:pt x="582" y="2918"/>
                  </a:cubicBezTo>
                  <a:cubicBezTo>
                    <a:pt x="575" y="2910"/>
                    <a:pt x="554" y="2871"/>
                    <a:pt x="541" y="2853"/>
                  </a:cubicBezTo>
                  <a:cubicBezTo>
                    <a:pt x="526" y="2825"/>
                    <a:pt x="527" y="2828"/>
                    <a:pt x="532" y="2800"/>
                  </a:cubicBezTo>
                  <a:cubicBezTo>
                    <a:pt x="537" y="2771"/>
                    <a:pt x="526" y="2765"/>
                    <a:pt x="538" y="2708"/>
                  </a:cubicBezTo>
                  <a:cubicBezTo>
                    <a:pt x="544" y="2682"/>
                    <a:pt x="557" y="2615"/>
                    <a:pt x="585" y="2508"/>
                  </a:cubicBezTo>
                  <a:cubicBezTo>
                    <a:pt x="614" y="2402"/>
                    <a:pt x="588" y="2218"/>
                    <a:pt x="590" y="2179"/>
                  </a:cubicBezTo>
                  <a:cubicBezTo>
                    <a:pt x="593" y="2140"/>
                    <a:pt x="610" y="2113"/>
                    <a:pt x="620" y="2054"/>
                  </a:cubicBezTo>
                  <a:cubicBezTo>
                    <a:pt x="630" y="1994"/>
                    <a:pt x="655" y="1891"/>
                    <a:pt x="674" y="1810"/>
                  </a:cubicBezTo>
                  <a:cubicBezTo>
                    <a:pt x="694" y="1720"/>
                    <a:pt x="710" y="1670"/>
                    <a:pt x="719" y="1589"/>
                  </a:cubicBezTo>
                  <a:cubicBezTo>
                    <a:pt x="730" y="1474"/>
                    <a:pt x="720" y="1404"/>
                    <a:pt x="708" y="1340"/>
                  </a:cubicBezTo>
                  <a:cubicBezTo>
                    <a:pt x="694" y="1259"/>
                    <a:pt x="682" y="1204"/>
                    <a:pt x="667" y="1175"/>
                  </a:cubicBezTo>
                  <a:cubicBezTo>
                    <a:pt x="651" y="1146"/>
                    <a:pt x="646" y="1089"/>
                    <a:pt x="648" y="1053"/>
                  </a:cubicBezTo>
                  <a:cubicBezTo>
                    <a:pt x="649" y="1026"/>
                    <a:pt x="641" y="949"/>
                    <a:pt x="644" y="898"/>
                  </a:cubicBezTo>
                  <a:cubicBezTo>
                    <a:pt x="644" y="898"/>
                    <a:pt x="644" y="898"/>
                    <a:pt x="644" y="898"/>
                  </a:cubicBezTo>
                  <a:cubicBezTo>
                    <a:pt x="650" y="940"/>
                    <a:pt x="671" y="1035"/>
                    <a:pt x="674" y="1053"/>
                  </a:cubicBezTo>
                  <a:cubicBezTo>
                    <a:pt x="678" y="1071"/>
                    <a:pt x="668" y="1158"/>
                    <a:pt x="698" y="1259"/>
                  </a:cubicBezTo>
                  <a:cubicBezTo>
                    <a:pt x="713" y="1307"/>
                    <a:pt x="740" y="1477"/>
                    <a:pt x="736" y="1501"/>
                  </a:cubicBezTo>
                  <a:cubicBezTo>
                    <a:pt x="736" y="1511"/>
                    <a:pt x="733" y="1527"/>
                    <a:pt x="728" y="1543"/>
                  </a:cubicBezTo>
                  <a:cubicBezTo>
                    <a:pt x="719" y="1570"/>
                    <a:pt x="720" y="1608"/>
                    <a:pt x="721" y="1620"/>
                  </a:cubicBezTo>
                  <a:cubicBezTo>
                    <a:pt x="717" y="1636"/>
                    <a:pt x="712" y="1669"/>
                    <a:pt x="719" y="1671"/>
                  </a:cubicBezTo>
                  <a:cubicBezTo>
                    <a:pt x="715" y="1677"/>
                    <a:pt x="714" y="1677"/>
                    <a:pt x="716" y="1683"/>
                  </a:cubicBezTo>
                  <a:cubicBezTo>
                    <a:pt x="713" y="1688"/>
                    <a:pt x="713" y="1690"/>
                    <a:pt x="714" y="1693"/>
                  </a:cubicBezTo>
                  <a:cubicBezTo>
                    <a:pt x="718" y="1703"/>
                    <a:pt x="733" y="1694"/>
                    <a:pt x="728" y="1697"/>
                  </a:cubicBezTo>
                  <a:cubicBezTo>
                    <a:pt x="719" y="1701"/>
                    <a:pt x="712" y="1709"/>
                    <a:pt x="716" y="1720"/>
                  </a:cubicBezTo>
                  <a:cubicBezTo>
                    <a:pt x="718" y="1725"/>
                    <a:pt x="739" y="1714"/>
                    <a:pt x="750" y="1709"/>
                  </a:cubicBezTo>
                  <a:cubicBezTo>
                    <a:pt x="767" y="1704"/>
                    <a:pt x="787" y="1693"/>
                    <a:pt x="793" y="1685"/>
                  </a:cubicBezTo>
                  <a:cubicBezTo>
                    <a:pt x="798" y="1676"/>
                    <a:pt x="809" y="1660"/>
                    <a:pt x="812" y="1653"/>
                  </a:cubicBezTo>
                  <a:cubicBezTo>
                    <a:pt x="816" y="1643"/>
                    <a:pt x="815" y="1637"/>
                    <a:pt x="819" y="1630"/>
                  </a:cubicBezTo>
                  <a:cubicBezTo>
                    <a:pt x="822" y="1623"/>
                    <a:pt x="829" y="1614"/>
                    <a:pt x="825" y="1608"/>
                  </a:cubicBezTo>
                  <a:close/>
                  <a:moveTo>
                    <a:pt x="269" y="341"/>
                  </a:moveTo>
                  <a:cubicBezTo>
                    <a:pt x="269" y="341"/>
                    <a:pt x="269" y="340"/>
                    <a:pt x="269" y="340"/>
                  </a:cubicBezTo>
                  <a:cubicBezTo>
                    <a:pt x="269" y="340"/>
                    <a:pt x="269" y="341"/>
                    <a:pt x="269" y="341"/>
                  </a:cubicBezTo>
                  <a:close/>
                </a:path>
              </a:pathLst>
            </a:custGeom>
            <a:noFill/>
            <a:ln w="19050" cmpd="sng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B1DFF5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63501" name="Freeform 75">
              <a:extLst>
                <a:ext uri="{FF2B5EF4-FFF2-40B4-BE49-F238E27FC236}">
                  <a16:creationId xmlns:a16="http://schemas.microsoft.com/office/drawing/2014/main" id="{6DDF28D0-DB8C-49AA-9FF4-9380E4603D9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832" y="705"/>
              <a:ext cx="652" cy="2338"/>
            </a:xfrm>
            <a:custGeom>
              <a:avLst/>
              <a:gdLst>
                <a:gd name="T0" fmla="*/ 389 w 829"/>
                <a:gd name="T1" fmla="*/ 661 h 2980"/>
                <a:gd name="T2" fmla="*/ 373 w 829"/>
                <a:gd name="T3" fmla="*/ 449 h 2980"/>
                <a:gd name="T4" fmla="*/ 346 w 829"/>
                <a:gd name="T5" fmla="*/ 260 h 2980"/>
                <a:gd name="T6" fmla="*/ 295 w 829"/>
                <a:gd name="T7" fmla="*/ 233 h 2980"/>
                <a:gd name="T8" fmla="*/ 278 w 829"/>
                <a:gd name="T9" fmla="*/ 179 h 2980"/>
                <a:gd name="T10" fmla="*/ 275 w 829"/>
                <a:gd name="T11" fmla="*/ 170 h 2980"/>
                <a:gd name="T12" fmla="*/ 260 w 829"/>
                <a:gd name="T13" fmla="*/ 44 h 2980"/>
                <a:gd name="T14" fmla="*/ 140 w 829"/>
                <a:gd name="T15" fmla="*/ 144 h 2980"/>
                <a:gd name="T16" fmla="*/ 136 w 829"/>
                <a:gd name="T17" fmla="*/ 179 h 2980"/>
                <a:gd name="T18" fmla="*/ 131 w 829"/>
                <a:gd name="T19" fmla="*/ 181 h 2980"/>
                <a:gd name="T20" fmla="*/ 109 w 829"/>
                <a:gd name="T21" fmla="*/ 233 h 2980"/>
                <a:gd name="T22" fmla="*/ 57 w 829"/>
                <a:gd name="T23" fmla="*/ 260 h 2980"/>
                <a:gd name="T24" fmla="*/ 31 w 829"/>
                <a:gd name="T25" fmla="*/ 449 h 2980"/>
                <a:gd name="T26" fmla="*/ 13 w 829"/>
                <a:gd name="T27" fmla="*/ 661 h 2980"/>
                <a:gd name="T28" fmla="*/ 5 w 829"/>
                <a:gd name="T29" fmla="*/ 787 h 2980"/>
                <a:gd name="T30" fmla="*/ 39 w 829"/>
                <a:gd name="T31" fmla="*/ 825 h 2980"/>
                <a:gd name="T32" fmla="*/ 56 w 829"/>
                <a:gd name="T33" fmla="*/ 818 h 2980"/>
                <a:gd name="T34" fmla="*/ 53 w 829"/>
                <a:gd name="T35" fmla="*/ 782 h 2980"/>
                <a:gd name="T36" fmla="*/ 64 w 829"/>
                <a:gd name="T37" fmla="*/ 608 h 2980"/>
                <a:gd name="T38" fmla="*/ 90 w 829"/>
                <a:gd name="T39" fmla="*/ 435 h 2980"/>
                <a:gd name="T40" fmla="*/ 61 w 829"/>
                <a:gd name="T41" fmla="*/ 647 h 2980"/>
                <a:gd name="T42" fmla="*/ 103 w 829"/>
                <a:gd name="T43" fmla="*/ 994 h 2980"/>
                <a:gd name="T44" fmla="*/ 141 w 829"/>
                <a:gd name="T45" fmla="*/ 1308 h 2980"/>
                <a:gd name="T46" fmla="*/ 120 w 829"/>
                <a:gd name="T47" fmla="*/ 1409 h 2980"/>
                <a:gd name="T48" fmla="*/ 144 w 829"/>
                <a:gd name="T49" fmla="*/ 1433 h 2980"/>
                <a:gd name="T50" fmla="*/ 197 w 829"/>
                <a:gd name="T51" fmla="*/ 1409 h 2980"/>
                <a:gd name="T52" fmla="*/ 195 w 829"/>
                <a:gd name="T53" fmla="*/ 1350 h 2980"/>
                <a:gd name="T54" fmla="*/ 195 w 829"/>
                <a:gd name="T55" fmla="*/ 1090 h 2980"/>
                <a:gd name="T56" fmla="*/ 198 w 829"/>
                <a:gd name="T57" fmla="*/ 850 h 2980"/>
                <a:gd name="T58" fmla="*/ 201 w 829"/>
                <a:gd name="T59" fmla="*/ 767 h 2980"/>
                <a:gd name="T60" fmla="*/ 209 w 829"/>
                <a:gd name="T61" fmla="*/ 767 h 2980"/>
                <a:gd name="T62" fmla="*/ 211 w 829"/>
                <a:gd name="T63" fmla="*/ 1025 h 2980"/>
                <a:gd name="T64" fmla="*/ 210 w 829"/>
                <a:gd name="T65" fmla="*/ 1325 h 2980"/>
                <a:gd name="T66" fmla="*/ 204 w 829"/>
                <a:gd name="T67" fmla="*/ 1389 h 2980"/>
                <a:gd name="T68" fmla="*/ 241 w 829"/>
                <a:gd name="T69" fmla="*/ 1433 h 2980"/>
                <a:gd name="T70" fmla="*/ 283 w 829"/>
                <a:gd name="T71" fmla="*/ 1420 h 2980"/>
                <a:gd name="T72" fmla="*/ 259 w 829"/>
                <a:gd name="T73" fmla="*/ 1353 h 2980"/>
                <a:gd name="T74" fmla="*/ 287 w 829"/>
                <a:gd name="T75" fmla="*/ 1053 h 2980"/>
                <a:gd name="T76" fmla="*/ 349 w 829"/>
                <a:gd name="T77" fmla="*/ 767 h 2980"/>
                <a:gd name="T78" fmla="*/ 315 w 829"/>
                <a:gd name="T79" fmla="*/ 508 h 2980"/>
                <a:gd name="T80" fmla="*/ 328 w 829"/>
                <a:gd name="T81" fmla="*/ 508 h 2980"/>
                <a:gd name="T82" fmla="*/ 355 w 829"/>
                <a:gd name="T83" fmla="*/ 745 h 2980"/>
                <a:gd name="T84" fmla="*/ 348 w 829"/>
                <a:gd name="T85" fmla="*/ 813 h 2980"/>
                <a:gd name="T86" fmla="*/ 348 w 829"/>
                <a:gd name="T87" fmla="*/ 830 h 2980"/>
                <a:gd name="T88" fmla="*/ 396 w 829"/>
                <a:gd name="T89" fmla="*/ 799 h 2980"/>
                <a:gd name="T90" fmla="*/ 131 w 829"/>
                <a:gd name="T91" fmla="*/ 165 h 2980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829" h="2980">
                  <a:moveTo>
                    <a:pt x="825" y="1608"/>
                  </a:moveTo>
                  <a:cubicBezTo>
                    <a:pt x="822" y="1601"/>
                    <a:pt x="816" y="1555"/>
                    <a:pt x="809" y="1528"/>
                  </a:cubicBezTo>
                  <a:cubicBezTo>
                    <a:pt x="804" y="1506"/>
                    <a:pt x="798" y="1412"/>
                    <a:pt x="801" y="1369"/>
                  </a:cubicBezTo>
                  <a:cubicBezTo>
                    <a:pt x="804" y="1334"/>
                    <a:pt x="802" y="1281"/>
                    <a:pt x="803" y="1258"/>
                  </a:cubicBezTo>
                  <a:cubicBezTo>
                    <a:pt x="804" y="1129"/>
                    <a:pt x="783" y="1063"/>
                    <a:pt x="778" y="1039"/>
                  </a:cubicBezTo>
                  <a:cubicBezTo>
                    <a:pt x="773" y="1015"/>
                    <a:pt x="767" y="981"/>
                    <a:pt x="767" y="929"/>
                  </a:cubicBezTo>
                  <a:cubicBezTo>
                    <a:pt x="767" y="877"/>
                    <a:pt x="769" y="806"/>
                    <a:pt x="765" y="756"/>
                  </a:cubicBezTo>
                  <a:cubicBezTo>
                    <a:pt x="763" y="727"/>
                    <a:pt x="758" y="683"/>
                    <a:pt x="752" y="645"/>
                  </a:cubicBezTo>
                  <a:cubicBezTo>
                    <a:pt x="746" y="607"/>
                    <a:pt x="727" y="556"/>
                    <a:pt x="711" y="539"/>
                  </a:cubicBezTo>
                  <a:cubicBezTo>
                    <a:pt x="695" y="521"/>
                    <a:pt x="673" y="507"/>
                    <a:pt x="650" y="499"/>
                  </a:cubicBezTo>
                  <a:cubicBezTo>
                    <a:pt x="644" y="497"/>
                    <a:pt x="635" y="490"/>
                    <a:pt x="629" y="489"/>
                  </a:cubicBezTo>
                  <a:cubicBezTo>
                    <a:pt x="620" y="487"/>
                    <a:pt x="615" y="483"/>
                    <a:pt x="607" y="482"/>
                  </a:cubicBezTo>
                  <a:cubicBezTo>
                    <a:pt x="590" y="479"/>
                    <a:pt x="575" y="474"/>
                    <a:pt x="561" y="472"/>
                  </a:cubicBezTo>
                  <a:cubicBezTo>
                    <a:pt x="499" y="464"/>
                    <a:pt x="501" y="382"/>
                    <a:pt x="501" y="382"/>
                  </a:cubicBezTo>
                  <a:cubicBezTo>
                    <a:pt x="537" y="421"/>
                    <a:pt x="571" y="371"/>
                    <a:pt x="571" y="371"/>
                  </a:cubicBezTo>
                  <a:cubicBezTo>
                    <a:pt x="564" y="376"/>
                    <a:pt x="550" y="370"/>
                    <a:pt x="550" y="370"/>
                  </a:cubicBezTo>
                  <a:cubicBezTo>
                    <a:pt x="570" y="376"/>
                    <a:pt x="578" y="352"/>
                    <a:pt x="578" y="352"/>
                  </a:cubicBezTo>
                  <a:cubicBezTo>
                    <a:pt x="569" y="358"/>
                    <a:pt x="566" y="353"/>
                    <a:pt x="566" y="353"/>
                  </a:cubicBezTo>
                  <a:cubicBezTo>
                    <a:pt x="581" y="347"/>
                    <a:pt x="580" y="328"/>
                    <a:pt x="580" y="328"/>
                  </a:cubicBezTo>
                  <a:cubicBezTo>
                    <a:pt x="573" y="353"/>
                    <a:pt x="539" y="357"/>
                    <a:pt x="548" y="329"/>
                  </a:cubicBezTo>
                  <a:cubicBezTo>
                    <a:pt x="563" y="281"/>
                    <a:pt x="578" y="182"/>
                    <a:pt x="534" y="91"/>
                  </a:cubicBezTo>
                  <a:cubicBezTo>
                    <a:pt x="489" y="0"/>
                    <a:pt x="374" y="39"/>
                    <a:pt x="374" y="39"/>
                  </a:cubicBezTo>
                  <a:cubicBezTo>
                    <a:pt x="352" y="25"/>
                    <a:pt x="305" y="61"/>
                    <a:pt x="284" y="90"/>
                  </a:cubicBezTo>
                  <a:cubicBezTo>
                    <a:pt x="263" y="120"/>
                    <a:pt x="238" y="224"/>
                    <a:pt x="287" y="300"/>
                  </a:cubicBezTo>
                  <a:cubicBezTo>
                    <a:pt x="311" y="338"/>
                    <a:pt x="285" y="358"/>
                    <a:pt x="276" y="354"/>
                  </a:cubicBezTo>
                  <a:cubicBezTo>
                    <a:pt x="268" y="351"/>
                    <a:pt x="269" y="343"/>
                    <a:pt x="269" y="341"/>
                  </a:cubicBezTo>
                  <a:cubicBezTo>
                    <a:pt x="264" y="362"/>
                    <a:pt x="280" y="371"/>
                    <a:pt x="280" y="371"/>
                  </a:cubicBezTo>
                  <a:cubicBezTo>
                    <a:pt x="270" y="367"/>
                    <a:pt x="265" y="358"/>
                    <a:pt x="265" y="358"/>
                  </a:cubicBezTo>
                  <a:cubicBezTo>
                    <a:pt x="266" y="379"/>
                    <a:pt x="288" y="385"/>
                    <a:pt x="288" y="385"/>
                  </a:cubicBezTo>
                  <a:cubicBezTo>
                    <a:pt x="274" y="384"/>
                    <a:pt x="268" y="376"/>
                    <a:pt x="268" y="376"/>
                  </a:cubicBezTo>
                  <a:cubicBezTo>
                    <a:pt x="273" y="392"/>
                    <a:pt x="309" y="408"/>
                    <a:pt x="328" y="381"/>
                  </a:cubicBezTo>
                  <a:cubicBezTo>
                    <a:pt x="322" y="460"/>
                    <a:pt x="295" y="464"/>
                    <a:pt x="268" y="472"/>
                  </a:cubicBezTo>
                  <a:cubicBezTo>
                    <a:pt x="254" y="477"/>
                    <a:pt x="239" y="479"/>
                    <a:pt x="222" y="482"/>
                  </a:cubicBezTo>
                  <a:cubicBezTo>
                    <a:pt x="214" y="483"/>
                    <a:pt x="208" y="487"/>
                    <a:pt x="199" y="488"/>
                  </a:cubicBezTo>
                  <a:cubicBezTo>
                    <a:pt x="193" y="489"/>
                    <a:pt x="186" y="496"/>
                    <a:pt x="180" y="498"/>
                  </a:cubicBezTo>
                  <a:cubicBezTo>
                    <a:pt x="156" y="506"/>
                    <a:pt x="134" y="521"/>
                    <a:pt x="118" y="538"/>
                  </a:cubicBezTo>
                  <a:cubicBezTo>
                    <a:pt x="101" y="556"/>
                    <a:pt x="83" y="607"/>
                    <a:pt x="77" y="645"/>
                  </a:cubicBezTo>
                  <a:cubicBezTo>
                    <a:pt x="71" y="683"/>
                    <a:pt x="66" y="727"/>
                    <a:pt x="63" y="756"/>
                  </a:cubicBezTo>
                  <a:cubicBezTo>
                    <a:pt x="59" y="806"/>
                    <a:pt x="62" y="877"/>
                    <a:pt x="62" y="929"/>
                  </a:cubicBezTo>
                  <a:cubicBezTo>
                    <a:pt x="62" y="981"/>
                    <a:pt x="55" y="1015"/>
                    <a:pt x="50" y="1039"/>
                  </a:cubicBezTo>
                  <a:cubicBezTo>
                    <a:pt x="45" y="1063"/>
                    <a:pt x="25" y="1129"/>
                    <a:pt x="26" y="1258"/>
                  </a:cubicBezTo>
                  <a:cubicBezTo>
                    <a:pt x="26" y="1281"/>
                    <a:pt x="25" y="1334"/>
                    <a:pt x="27" y="1369"/>
                  </a:cubicBezTo>
                  <a:cubicBezTo>
                    <a:pt x="31" y="1412"/>
                    <a:pt x="25" y="1506"/>
                    <a:pt x="19" y="1528"/>
                  </a:cubicBezTo>
                  <a:cubicBezTo>
                    <a:pt x="13" y="1555"/>
                    <a:pt x="6" y="1601"/>
                    <a:pt x="3" y="1608"/>
                  </a:cubicBezTo>
                  <a:cubicBezTo>
                    <a:pt x="0" y="1614"/>
                    <a:pt x="6" y="1623"/>
                    <a:pt x="10" y="1630"/>
                  </a:cubicBezTo>
                  <a:cubicBezTo>
                    <a:pt x="13" y="1637"/>
                    <a:pt x="12" y="1643"/>
                    <a:pt x="17" y="1653"/>
                  </a:cubicBezTo>
                  <a:cubicBezTo>
                    <a:pt x="20" y="1660"/>
                    <a:pt x="31" y="1676"/>
                    <a:pt x="36" y="1685"/>
                  </a:cubicBezTo>
                  <a:cubicBezTo>
                    <a:pt x="41" y="1693"/>
                    <a:pt x="62" y="1704"/>
                    <a:pt x="79" y="1709"/>
                  </a:cubicBezTo>
                  <a:cubicBezTo>
                    <a:pt x="90" y="1714"/>
                    <a:pt x="111" y="1725"/>
                    <a:pt x="113" y="1720"/>
                  </a:cubicBezTo>
                  <a:cubicBezTo>
                    <a:pt x="117" y="1709"/>
                    <a:pt x="110" y="1701"/>
                    <a:pt x="101" y="1697"/>
                  </a:cubicBezTo>
                  <a:cubicBezTo>
                    <a:pt x="96" y="1694"/>
                    <a:pt x="111" y="1703"/>
                    <a:pt x="114" y="1693"/>
                  </a:cubicBezTo>
                  <a:cubicBezTo>
                    <a:pt x="115" y="1690"/>
                    <a:pt x="115" y="1688"/>
                    <a:pt x="113" y="1683"/>
                  </a:cubicBezTo>
                  <a:cubicBezTo>
                    <a:pt x="115" y="1677"/>
                    <a:pt x="113" y="1677"/>
                    <a:pt x="109" y="1671"/>
                  </a:cubicBezTo>
                  <a:cubicBezTo>
                    <a:pt x="117" y="1669"/>
                    <a:pt x="111" y="1636"/>
                    <a:pt x="108" y="1620"/>
                  </a:cubicBezTo>
                  <a:cubicBezTo>
                    <a:pt x="109" y="1608"/>
                    <a:pt x="110" y="1570"/>
                    <a:pt x="101" y="1543"/>
                  </a:cubicBezTo>
                  <a:cubicBezTo>
                    <a:pt x="95" y="1527"/>
                    <a:pt x="93" y="1511"/>
                    <a:pt x="93" y="1501"/>
                  </a:cubicBezTo>
                  <a:cubicBezTo>
                    <a:pt x="88" y="1477"/>
                    <a:pt x="115" y="1307"/>
                    <a:pt x="131" y="1259"/>
                  </a:cubicBezTo>
                  <a:cubicBezTo>
                    <a:pt x="161" y="1158"/>
                    <a:pt x="151" y="1071"/>
                    <a:pt x="154" y="1053"/>
                  </a:cubicBezTo>
                  <a:cubicBezTo>
                    <a:pt x="158" y="1035"/>
                    <a:pt x="178" y="941"/>
                    <a:pt x="184" y="899"/>
                  </a:cubicBezTo>
                  <a:cubicBezTo>
                    <a:pt x="185" y="900"/>
                    <a:pt x="185" y="900"/>
                    <a:pt x="185" y="900"/>
                  </a:cubicBezTo>
                  <a:cubicBezTo>
                    <a:pt x="188" y="951"/>
                    <a:pt x="183" y="1029"/>
                    <a:pt x="184" y="1055"/>
                  </a:cubicBezTo>
                  <a:cubicBezTo>
                    <a:pt x="186" y="1091"/>
                    <a:pt x="176" y="1157"/>
                    <a:pt x="161" y="1186"/>
                  </a:cubicBezTo>
                  <a:cubicBezTo>
                    <a:pt x="145" y="1215"/>
                    <a:pt x="138" y="1260"/>
                    <a:pt x="124" y="1341"/>
                  </a:cubicBezTo>
                  <a:cubicBezTo>
                    <a:pt x="111" y="1405"/>
                    <a:pt x="101" y="1472"/>
                    <a:pt x="112" y="1588"/>
                  </a:cubicBezTo>
                  <a:cubicBezTo>
                    <a:pt x="121" y="1669"/>
                    <a:pt x="135" y="1720"/>
                    <a:pt x="155" y="1810"/>
                  </a:cubicBezTo>
                  <a:cubicBezTo>
                    <a:pt x="174" y="1891"/>
                    <a:pt x="200" y="1998"/>
                    <a:pt x="211" y="2058"/>
                  </a:cubicBezTo>
                  <a:cubicBezTo>
                    <a:pt x="221" y="2118"/>
                    <a:pt x="236" y="2140"/>
                    <a:pt x="238" y="2179"/>
                  </a:cubicBezTo>
                  <a:cubicBezTo>
                    <a:pt x="241" y="2218"/>
                    <a:pt x="215" y="2402"/>
                    <a:pt x="244" y="2508"/>
                  </a:cubicBezTo>
                  <a:cubicBezTo>
                    <a:pt x="272" y="2615"/>
                    <a:pt x="285" y="2682"/>
                    <a:pt x="290" y="2708"/>
                  </a:cubicBezTo>
                  <a:cubicBezTo>
                    <a:pt x="303" y="2765"/>
                    <a:pt x="292" y="2771"/>
                    <a:pt x="297" y="2800"/>
                  </a:cubicBezTo>
                  <a:cubicBezTo>
                    <a:pt x="302" y="2828"/>
                    <a:pt x="303" y="2825"/>
                    <a:pt x="288" y="2853"/>
                  </a:cubicBezTo>
                  <a:cubicBezTo>
                    <a:pt x="275" y="2871"/>
                    <a:pt x="253" y="2910"/>
                    <a:pt x="246" y="2918"/>
                  </a:cubicBezTo>
                  <a:cubicBezTo>
                    <a:pt x="240" y="2927"/>
                    <a:pt x="243" y="2936"/>
                    <a:pt x="246" y="2941"/>
                  </a:cubicBezTo>
                  <a:cubicBezTo>
                    <a:pt x="241" y="2955"/>
                    <a:pt x="257" y="2962"/>
                    <a:pt x="262" y="2962"/>
                  </a:cubicBezTo>
                  <a:cubicBezTo>
                    <a:pt x="260" y="2978"/>
                    <a:pt x="289" y="2976"/>
                    <a:pt x="296" y="2969"/>
                  </a:cubicBezTo>
                  <a:cubicBezTo>
                    <a:pt x="304" y="2978"/>
                    <a:pt x="326" y="2978"/>
                    <a:pt x="334" y="2967"/>
                  </a:cubicBezTo>
                  <a:cubicBezTo>
                    <a:pt x="348" y="2980"/>
                    <a:pt x="373" y="2980"/>
                    <a:pt x="388" y="2964"/>
                  </a:cubicBezTo>
                  <a:cubicBezTo>
                    <a:pt x="404" y="2948"/>
                    <a:pt x="406" y="2933"/>
                    <a:pt x="404" y="2917"/>
                  </a:cubicBezTo>
                  <a:cubicBezTo>
                    <a:pt x="402" y="2902"/>
                    <a:pt x="406" y="2896"/>
                    <a:pt x="409" y="2877"/>
                  </a:cubicBezTo>
                  <a:cubicBezTo>
                    <a:pt x="412" y="2858"/>
                    <a:pt x="415" y="2843"/>
                    <a:pt x="408" y="2830"/>
                  </a:cubicBezTo>
                  <a:cubicBezTo>
                    <a:pt x="401" y="2816"/>
                    <a:pt x="400" y="2809"/>
                    <a:pt x="400" y="2796"/>
                  </a:cubicBezTo>
                  <a:cubicBezTo>
                    <a:pt x="400" y="2782"/>
                    <a:pt x="406" y="2761"/>
                    <a:pt x="397" y="2744"/>
                  </a:cubicBezTo>
                  <a:cubicBezTo>
                    <a:pt x="388" y="2726"/>
                    <a:pt x="378" y="2685"/>
                    <a:pt x="380" y="2640"/>
                  </a:cubicBezTo>
                  <a:cubicBezTo>
                    <a:pt x="381" y="2595"/>
                    <a:pt x="414" y="2343"/>
                    <a:pt x="400" y="2257"/>
                  </a:cubicBezTo>
                  <a:cubicBezTo>
                    <a:pt x="386" y="2170"/>
                    <a:pt x="392" y="2153"/>
                    <a:pt x="395" y="2123"/>
                  </a:cubicBezTo>
                  <a:cubicBezTo>
                    <a:pt x="399" y="2094"/>
                    <a:pt x="407" y="2046"/>
                    <a:pt x="399" y="1984"/>
                  </a:cubicBezTo>
                  <a:cubicBezTo>
                    <a:pt x="396" y="1960"/>
                    <a:pt x="407" y="1862"/>
                    <a:pt x="408" y="1760"/>
                  </a:cubicBezTo>
                  <a:cubicBezTo>
                    <a:pt x="409" y="1694"/>
                    <a:pt x="417" y="1606"/>
                    <a:pt x="399" y="1588"/>
                  </a:cubicBezTo>
                  <a:cubicBezTo>
                    <a:pt x="399" y="1587"/>
                    <a:pt x="399" y="1587"/>
                    <a:pt x="399" y="1587"/>
                  </a:cubicBezTo>
                  <a:cubicBezTo>
                    <a:pt x="404" y="1589"/>
                    <a:pt x="409" y="1590"/>
                    <a:pt x="413" y="1590"/>
                  </a:cubicBezTo>
                  <a:cubicBezTo>
                    <a:pt x="414" y="1590"/>
                    <a:pt x="414" y="1590"/>
                    <a:pt x="414" y="1590"/>
                  </a:cubicBezTo>
                  <a:cubicBezTo>
                    <a:pt x="419" y="1590"/>
                    <a:pt x="425" y="1589"/>
                    <a:pt x="431" y="1586"/>
                  </a:cubicBezTo>
                  <a:cubicBezTo>
                    <a:pt x="430" y="1588"/>
                    <a:pt x="430" y="1588"/>
                    <a:pt x="430" y="1588"/>
                  </a:cubicBezTo>
                  <a:cubicBezTo>
                    <a:pt x="412" y="1606"/>
                    <a:pt x="418" y="1694"/>
                    <a:pt x="418" y="1759"/>
                  </a:cubicBezTo>
                  <a:cubicBezTo>
                    <a:pt x="419" y="1861"/>
                    <a:pt x="432" y="1960"/>
                    <a:pt x="429" y="1984"/>
                  </a:cubicBezTo>
                  <a:cubicBezTo>
                    <a:pt x="421" y="2046"/>
                    <a:pt x="430" y="2094"/>
                    <a:pt x="434" y="2123"/>
                  </a:cubicBezTo>
                  <a:cubicBezTo>
                    <a:pt x="437" y="2153"/>
                    <a:pt x="442" y="2170"/>
                    <a:pt x="428" y="2257"/>
                  </a:cubicBezTo>
                  <a:cubicBezTo>
                    <a:pt x="414" y="2343"/>
                    <a:pt x="447" y="2595"/>
                    <a:pt x="449" y="2640"/>
                  </a:cubicBezTo>
                  <a:cubicBezTo>
                    <a:pt x="451" y="2685"/>
                    <a:pt x="440" y="2726"/>
                    <a:pt x="432" y="2744"/>
                  </a:cubicBezTo>
                  <a:cubicBezTo>
                    <a:pt x="423" y="2761"/>
                    <a:pt x="428" y="2782"/>
                    <a:pt x="428" y="2796"/>
                  </a:cubicBezTo>
                  <a:cubicBezTo>
                    <a:pt x="428" y="2809"/>
                    <a:pt x="428" y="2816"/>
                    <a:pt x="421" y="2830"/>
                  </a:cubicBezTo>
                  <a:cubicBezTo>
                    <a:pt x="414" y="2843"/>
                    <a:pt x="416" y="2858"/>
                    <a:pt x="420" y="2877"/>
                  </a:cubicBezTo>
                  <a:cubicBezTo>
                    <a:pt x="423" y="2896"/>
                    <a:pt x="427" y="2902"/>
                    <a:pt x="425" y="2917"/>
                  </a:cubicBezTo>
                  <a:cubicBezTo>
                    <a:pt x="423" y="2933"/>
                    <a:pt x="425" y="2948"/>
                    <a:pt x="440" y="2964"/>
                  </a:cubicBezTo>
                  <a:cubicBezTo>
                    <a:pt x="456" y="2980"/>
                    <a:pt x="480" y="2980"/>
                    <a:pt x="494" y="2967"/>
                  </a:cubicBezTo>
                  <a:cubicBezTo>
                    <a:pt x="503" y="2978"/>
                    <a:pt x="525" y="2978"/>
                    <a:pt x="533" y="2969"/>
                  </a:cubicBezTo>
                  <a:cubicBezTo>
                    <a:pt x="540" y="2976"/>
                    <a:pt x="569" y="2978"/>
                    <a:pt x="567" y="2962"/>
                  </a:cubicBezTo>
                  <a:cubicBezTo>
                    <a:pt x="572" y="2962"/>
                    <a:pt x="587" y="2955"/>
                    <a:pt x="582" y="2941"/>
                  </a:cubicBezTo>
                  <a:cubicBezTo>
                    <a:pt x="586" y="2936"/>
                    <a:pt x="589" y="2927"/>
                    <a:pt x="582" y="2918"/>
                  </a:cubicBezTo>
                  <a:cubicBezTo>
                    <a:pt x="575" y="2910"/>
                    <a:pt x="554" y="2871"/>
                    <a:pt x="541" y="2853"/>
                  </a:cubicBezTo>
                  <a:cubicBezTo>
                    <a:pt x="526" y="2825"/>
                    <a:pt x="527" y="2828"/>
                    <a:pt x="532" y="2800"/>
                  </a:cubicBezTo>
                  <a:cubicBezTo>
                    <a:pt x="537" y="2771"/>
                    <a:pt x="526" y="2765"/>
                    <a:pt x="538" y="2708"/>
                  </a:cubicBezTo>
                  <a:cubicBezTo>
                    <a:pt x="544" y="2682"/>
                    <a:pt x="557" y="2615"/>
                    <a:pt x="585" y="2508"/>
                  </a:cubicBezTo>
                  <a:cubicBezTo>
                    <a:pt x="614" y="2402"/>
                    <a:pt x="588" y="2218"/>
                    <a:pt x="590" y="2179"/>
                  </a:cubicBezTo>
                  <a:cubicBezTo>
                    <a:pt x="593" y="2140"/>
                    <a:pt x="610" y="2113"/>
                    <a:pt x="620" y="2054"/>
                  </a:cubicBezTo>
                  <a:cubicBezTo>
                    <a:pt x="630" y="1994"/>
                    <a:pt x="655" y="1891"/>
                    <a:pt x="674" y="1810"/>
                  </a:cubicBezTo>
                  <a:cubicBezTo>
                    <a:pt x="694" y="1720"/>
                    <a:pt x="710" y="1670"/>
                    <a:pt x="719" y="1589"/>
                  </a:cubicBezTo>
                  <a:cubicBezTo>
                    <a:pt x="730" y="1474"/>
                    <a:pt x="720" y="1404"/>
                    <a:pt x="708" y="1340"/>
                  </a:cubicBezTo>
                  <a:cubicBezTo>
                    <a:pt x="694" y="1259"/>
                    <a:pt x="682" y="1204"/>
                    <a:pt x="667" y="1175"/>
                  </a:cubicBezTo>
                  <a:cubicBezTo>
                    <a:pt x="651" y="1146"/>
                    <a:pt x="646" y="1089"/>
                    <a:pt x="648" y="1053"/>
                  </a:cubicBezTo>
                  <a:cubicBezTo>
                    <a:pt x="649" y="1026"/>
                    <a:pt x="641" y="949"/>
                    <a:pt x="644" y="898"/>
                  </a:cubicBezTo>
                  <a:cubicBezTo>
                    <a:pt x="644" y="898"/>
                    <a:pt x="644" y="898"/>
                    <a:pt x="644" y="898"/>
                  </a:cubicBezTo>
                  <a:cubicBezTo>
                    <a:pt x="650" y="940"/>
                    <a:pt x="671" y="1035"/>
                    <a:pt x="674" y="1053"/>
                  </a:cubicBezTo>
                  <a:cubicBezTo>
                    <a:pt x="678" y="1071"/>
                    <a:pt x="668" y="1158"/>
                    <a:pt x="698" y="1259"/>
                  </a:cubicBezTo>
                  <a:cubicBezTo>
                    <a:pt x="713" y="1307"/>
                    <a:pt x="740" y="1477"/>
                    <a:pt x="736" y="1501"/>
                  </a:cubicBezTo>
                  <a:cubicBezTo>
                    <a:pt x="736" y="1511"/>
                    <a:pt x="733" y="1527"/>
                    <a:pt x="728" y="1543"/>
                  </a:cubicBezTo>
                  <a:cubicBezTo>
                    <a:pt x="719" y="1570"/>
                    <a:pt x="720" y="1608"/>
                    <a:pt x="721" y="1620"/>
                  </a:cubicBezTo>
                  <a:cubicBezTo>
                    <a:pt x="717" y="1636"/>
                    <a:pt x="712" y="1669"/>
                    <a:pt x="719" y="1671"/>
                  </a:cubicBezTo>
                  <a:cubicBezTo>
                    <a:pt x="715" y="1677"/>
                    <a:pt x="714" y="1677"/>
                    <a:pt x="716" y="1683"/>
                  </a:cubicBezTo>
                  <a:cubicBezTo>
                    <a:pt x="713" y="1688"/>
                    <a:pt x="713" y="1690"/>
                    <a:pt x="714" y="1693"/>
                  </a:cubicBezTo>
                  <a:cubicBezTo>
                    <a:pt x="718" y="1703"/>
                    <a:pt x="733" y="1694"/>
                    <a:pt x="728" y="1697"/>
                  </a:cubicBezTo>
                  <a:cubicBezTo>
                    <a:pt x="719" y="1701"/>
                    <a:pt x="712" y="1709"/>
                    <a:pt x="716" y="1720"/>
                  </a:cubicBezTo>
                  <a:cubicBezTo>
                    <a:pt x="718" y="1725"/>
                    <a:pt x="739" y="1714"/>
                    <a:pt x="750" y="1709"/>
                  </a:cubicBezTo>
                  <a:cubicBezTo>
                    <a:pt x="767" y="1704"/>
                    <a:pt x="787" y="1693"/>
                    <a:pt x="793" y="1685"/>
                  </a:cubicBezTo>
                  <a:cubicBezTo>
                    <a:pt x="798" y="1676"/>
                    <a:pt x="809" y="1660"/>
                    <a:pt x="812" y="1653"/>
                  </a:cubicBezTo>
                  <a:cubicBezTo>
                    <a:pt x="816" y="1643"/>
                    <a:pt x="815" y="1637"/>
                    <a:pt x="819" y="1630"/>
                  </a:cubicBezTo>
                  <a:cubicBezTo>
                    <a:pt x="822" y="1623"/>
                    <a:pt x="829" y="1614"/>
                    <a:pt x="825" y="1608"/>
                  </a:cubicBezTo>
                  <a:close/>
                  <a:moveTo>
                    <a:pt x="269" y="341"/>
                  </a:moveTo>
                  <a:cubicBezTo>
                    <a:pt x="269" y="341"/>
                    <a:pt x="269" y="340"/>
                    <a:pt x="269" y="340"/>
                  </a:cubicBezTo>
                  <a:cubicBezTo>
                    <a:pt x="269" y="340"/>
                    <a:pt x="269" y="341"/>
                    <a:pt x="269" y="341"/>
                  </a:cubicBezTo>
                  <a:close/>
                </a:path>
              </a:pathLst>
            </a:custGeom>
            <a:noFill/>
            <a:ln w="19050" cap="rnd" cmpd="sng">
              <a:solidFill>
                <a:schemeClr val="bg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</p:grpSp>
      <p:grpSp>
        <p:nvGrpSpPr>
          <p:cNvPr id="63497" name="male-human-body-outline-anterior">
            <a:extLst>
              <a:ext uri="{FF2B5EF4-FFF2-40B4-BE49-F238E27FC236}">
                <a16:creationId xmlns:a16="http://schemas.microsoft.com/office/drawing/2014/main" id="{4537D06C-1BC8-4A78-A20F-F109920B99CB}"/>
              </a:ext>
            </a:extLst>
          </p:cNvPr>
          <p:cNvGrpSpPr>
            <a:grpSpLocks/>
          </p:cNvGrpSpPr>
          <p:nvPr/>
        </p:nvGrpSpPr>
        <p:grpSpPr bwMode="auto">
          <a:xfrm>
            <a:off x="8934450" y="2805113"/>
            <a:ext cx="1208088" cy="3719512"/>
            <a:chOff x="4023" y="705"/>
            <a:chExt cx="761" cy="2343"/>
          </a:xfrm>
        </p:grpSpPr>
        <p:sp>
          <p:nvSpPr>
            <p:cNvPr id="63498" name="Freeform 77">
              <a:extLst>
                <a:ext uri="{FF2B5EF4-FFF2-40B4-BE49-F238E27FC236}">
                  <a16:creationId xmlns:a16="http://schemas.microsoft.com/office/drawing/2014/main" id="{2173BED7-C46C-4B9F-8307-5F54A4D56D1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023" y="705"/>
              <a:ext cx="761" cy="2343"/>
            </a:xfrm>
            <a:custGeom>
              <a:avLst/>
              <a:gdLst>
                <a:gd name="T0" fmla="*/ 412 w 987"/>
                <a:gd name="T1" fmla="*/ 289 h 3051"/>
                <a:gd name="T2" fmla="*/ 268 w 987"/>
                <a:gd name="T3" fmla="*/ 170 h 3051"/>
                <a:gd name="T4" fmla="*/ 277 w 987"/>
                <a:gd name="T5" fmla="*/ 142 h 3051"/>
                <a:gd name="T6" fmla="*/ 280 w 987"/>
                <a:gd name="T7" fmla="*/ 130 h 3051"/>
                <a:gd name="T8" fmla="*/ 281 w 987"/>
                <a:gd name="T9" fmla="*/ 124 h 3051"/>
                <a:gd name="T10" fmla="*/ 285 w 987"/>
                <a:gd name="T11" fmla="*/ 120 h 3051"/>
                <a:gd name="T12" fmla="*/ 299 w 987"/>
                <a:gd name="T13" fmla="*/ 75 h 3051"/>
                <a:gd name="T14" fmla="*/ 285 w 987"/>
                <a:gd name="T15" fmla="*/ 97 h 3051"/>
                <a:gd name="T16" fmla="*/ 291 w 987"/>
                <a:gd name="T17" fmla="*/ 81 h 3051"/>
                <a:gd name="T18" fmla="*/ 294 w 987"/>
                <a:gd name="T19" fmla="*/ 65 h 3051"/>
                <a:gd name="T20" fmla="*/ 259 w 987"/>
                <a:gd name="T21" fmla="*/ 4 h 3051"/>
                <a:gd name="T22" fmla="*/ 218 w 987"/>
                <a:gd name="T23" fmla="*/ 2 h 3051"/>
                <a:gd name="T24" fmla="*/ 196 w 987"/>
                <a:gd name="T25" fmla="*/ 5 h 3051"/>
                <a:gd name="T26" fmla="*/ 167 w 987"/>
                <a:gd name="T27" fmla="*/ 27 h 3051"/>
                <a:gd name="T28" fmla="*/ 163 w 987"/>
                <a:gd name="T29" fmla="*/ 81 h 3051"/>
                <a:gd name="T30" fmla="*/ 160 w 987"/>
                <a:gd name="T31" fmla="*/ 72 h 3051"/>
                <a:gd name="T32" fmla="*/ 166 w 987"/>
                <a:gd name="T33" fmla="*/ 118 h 3051"/>
                <a:gd name="T34" fmla="*/ 170 w 987"/>
                <a:gd name="T35" fmla="*/ 121 h 3051"/>
                <a:gd name="T36" fmla="*/ 173 w 987"/>
                <a:gd name="T37" fmla="*/ 129 h 3051"/>
                <a:gd name="T38" fmla="*/ 173 w 987"/>
                <a:gd name="T39" fmla="*/ 134 h 3051"/>
                <a:gd name="T40" fmla="*/ 175 w 987"/>
                <a:gd name="T41" fmla="*/ 141 h 3051"/>
                <a:gd name="T42" fmla="*/ 177 w 987"/>
                <a:gd name="T43" fmla="*/ 146 h 3051"/>
                <a:gd name="T44" fmla="*/ 155 w 987"/>
                <a:gd name="T45" fmla="*/ 210 h 3051"/>
                <a:gd name="T46" fmla="*/ 18 w 987"/>
                <a:gd name="T47" fmla="*/ 495 h 3051"/>
                <a:gd name="T48" fmla="*/ 3 w 987"/>
                <a:gd name="T49" fmla="*/ 662 h 3051"/>
                <a:gd name="T50" fmla="*/ 2 w 987"/>
                <a:gd name="T51" fmla="*/ 743 h 3051"/>
                <a:gd name="T52" fmla="*/ 52 w 987"/>
                <a:gd name="T53" fmla="*/ 814 h 3051"/>
                <a:gd name="T54" fmla="*/ 59 w 987"/>
                <a:gd name="T55" fmla="*/ 807 h 3051"/>
                <a:gd name="T56" fmla="*/ 80 w 987"/>
                <a:gd name="T57" fmla="*/ 796 h 3051"/>
                <a:gd name="T58" fmla="*/ 72 w 987"/>
                <a:gd name="T59" fmla="*/ 767 h 3051"/>
                <a:gd name="T60" fmla="*/ 42 w 987"/>
                <a:gd name="T61" fmla="*/ 723 h 3051"/>
                <a:gd name="T62" fmla="*/ 61 w 987"/>
                <a:gd name="T63" fmla="*/ 713 h 3051"/>
                <a:gd name="T64" fmla="*/ 87 w 987"/>
                <a:gd name="T65" fmla="*/ 515 h 3051"/>
                <a:gd name="T66" fmla="*/ 97 w 987"/>
                <a:gd name="T67" fmla="*/ 660 h 3051"/>
                <a:gd name="T68" fmla="*/ 127 w 987"/>
                <a:gd name="T69" fmla="*/ 1127 h 3051"/>
                <a:gd name="T70" fmla="*/ 122 w 987"/>
                <a:gd name="T71" fmla="*/ 1349 h 3051"/>
                <a:gd name="T72" fmla="*/ 131 w 987"/>
                <a:gd name="T73" fmla="*/ 1369 h 3051"/>
                <a:gd name="T74" fmla="*/ 201 w 987"/>
                <a:gd name="T75" fmla="*/ 1372 h 3051"/>
                <a:gd name="T76" fmla="*/ 209 w 987"/>
                <a:gd name="T77" fmla="*/ 1340 h 3051"/>
                <a:gd name="T78" fmla="*/ 202 w 987"/>
                <a:gd name="T79" fmla="*/ 1006 h 3051"/>
                <a:gd name="T80" fmla="*/ 241 w 987"/>
                <a:gd name="T81" fmla="*/ 859 h 3051"/>
                <a:gd name="T82" fmla="*/ 243 w 987"/>
                <a:gd name="T83" fmla="*/ 1278 h 3051"/>
                <a:gd name="T84" fmla="*/ 251 w 987"/>
                <a:gd name="T85" fmla="*/ 1372 h 3051"/>
                <a:gd name="T86" fmla="*/ 319 w 987"/>
                <a:gd name="T87" fmla="*/ 1373 h 3051"/>
                <a:gd name="T88" fmla="*/ 334 w 987"/>
                <a:gd name="T89" fmla="*/ 1362 h 3051"/>
                <a:gd name="T90" fmla="*/ 293 w 987"/>
                <a:gd name="T91" fmla="*/ 1278 h 3051"/>
                <a:gd name="T92" fmla="*/ 331 w 987"/>
                <a:gd name="T93" fmla="*/ 988 h 3051"/>
                <a:gd name="T94" fmla="*/ 355 w 987"/>
                <a:gd name="T95" fmla="*/ 647 h 3051"/>
                <a:gd name="T96" fmla="*/ 365 w 987"/>
                <a:gd name="T97" fmla="*/ 498 h 3051"/>
                <a:gd name="T98" fmla="*/ 401 w 987"/>
                <a:gd name="T99" fmla="*/ 680 h 3051"/>
                <a:gd name="T100" fmla="*/ 385 w 987"/>
                <a:gd name="T101" fmla="*/ 752 h 3051"/>
                <a:gd name="T102" fmla="*/ 405 w 987"/>
                <a:gd name="T103" fmla="*/ 738 h 3051"/>
                <a:gd name="T104" fmla="*/ 386 w 987"/>
                <a:gd name="T105" fmla="*/ 771 h 3051"/>
                <a:gd name="T106" fmla="*/ 372 w 987"/>
                <a:gd name="T107" fmla="*/ 786 h 3051"/>
                <a:gd name="T108" fmla="*/ 387 w 987"/>
                <a:gd name="T109" fmla="*/ 809 h 3051"/>
                <a:gd name="T110" fmla="*/ 407 w 987"/>
                <a:gd name="T111" fmla="*/ 809 h 3051"/>
                <a:gd name="T112" fmla="*/ 448 w 987"/>
                <a:gd name="T113" fmla="*/ 719 h 3051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987" h="3051">
                  <a:moveTo>
                    <a:pt x="983" y="1459"/>
                  </a:moveTo>
                  <a:cubicBezTo>
                    <a:pt x="981" y="1444"/>
                    <a:pt x="980" y="1429"/>
                    <a:pt x="976" y="1412"/>
                  </a:cubicBezTo>
                  <a:cubicBezTo>
                    <a:pt x="972" y="1395"/>
                    <a:pt x="971" y="1360"/>
                    <a:pt x="970" y="1337"/>
                  </a:cubicBezTo>
                  <a:cubicBezTo>
                    <a:pt x="969" y="1297"/>
                    <a:pt x="969" y="1139"/>
                    <a:pt x="946" y="1082"/>
                  </a:cubicBezTo>
                  <a:cubicBezTo>
                    <a:pt x="941" y="1064"/>
                    <a:pt x="936" y="1035"/>
                    <a:pt x="937" y="994"/>
                  </a:cubicBezTo>
                  <a:cubicBezTo>
                    <a:pt x="934" y="881"/>
                    <a:pt x="909" y="816"/>
                    <a:pt x="911" y="782"/>
                  </a:cubicBezTo>
                  <a:cubicBezTo>
                    <a:pt x="918" y="731"/>
                    <a:pt x="909" y="681"/>
                    <a:pt x="899" y="638"/>
                  </a:cubicBezTo>
                  <a:cubicBezTo>
                    <a:pt x="896" y="626"/>
                    <a:pt x="892" y="615"/>
                    <a:pt x="886" y="604"/>
                  </a:cubicBezTo>
                  <a:cubicBezTo>
                    <a:pt x="852" y="537"/>
                    <a:pt x="771" y="512"/>
                    <a:pt x="741" y="505"/>
                  </a:cubicBezTo>
                  <a:cubicBezTo>
                    <a:pt x="718" y="499"/>
                    <a:pt x="656" y="468"/>
                    <a:pt x="636" y="459"/>
                  </a:cubicBezTo>
                  <a:cubicBezTo>
                    <a:pt x="634" y="458"/>
                    <a:pt x="632" y="457"/>
                    <a:pt x="630" y="456"/>
                  </a:cubicBezTo>
                  <a:cubicBezTo>
                    <a:pt x="627" y="454"/>
                    <a:pt x="624" y="453"/>
                    <a:pt x="621" y="451"/>
                  </a:cubicBezTo>
                  <a:cubicBezTo>
                    <a:pt x="620" y="450"/>
                    <a:pt x="618" y="449"/>
                    <a:pt x="616" y="448"/>
                  </a:cubicBezTo>
                  <a:cubicBezTo>
                    <a:pt x="589" y="427"/>
                    <a:pt x="583" y="399"/>
                    <a:pt x="584" y="375"/>
                  </a:cubicBezTo>
                  <a:cubicBezTo>
                    <a:pt x="585" y="364"/>
                    <a:pt x="587" y="354"/>
                    <a:pt x="588" y="349"/>
                  </a:cubicBezTo>
                  <a:cubicBezTo>
                    <a:pt x="588" y="349"/>
                    <a:pt x="588" y="348"/>
                    <a:pt x="588" y="348"/>
                  </a:cubicBezTo>
                  <a:cubicBezTo>
                    <a:pt x="594" y="340"/>
                    <a:pt x="598" y="332"/>
                    <a:pt x="600" y="327"/>
                  </a:cubicBezTo>
                  <a:cubicBezTo>
                    <a:pt x="600" y="325"/>
                    <a:pt x="601" y="323"/>
                    <a:pt x="602" y="321"/>
                  </a:cubicBezTo>
                  <a:cubicBezTo>
                    <a:pt x="602" y="321"/>
                    <a:pt x="602" y="321"/>
                    <a:pt x="602" y="321"/>
                  </a:cubicBezTo>
                  <a:cubicBezTo>
                    <a:pt x="603" y="319"/>
                    <a:pt x="603" y="317"/>
                    <a:pt x="604" y="315"/>
                  </a:cubicBezTo>
                  <a:cubicBezTo>
                    <a:pt x="604" y="315"/>
                    <a:pt x="604" y="314"/>
                    <a:pt x="604" y="314"/>
                  </a:cubicBezTo>
                  <a:cubicBezTo>
                    <a:pt x="605" y="312"/>
                    <a:pt x="605" y="310"/>
                    <a:pt x="606" y="308"/>
                  </a:cubicBezTo>
                  <a:cubicBezTo>
                    <a:pt x="606" y="308"/>
                    <a:pt x="606" y="307"/>
                    <a:pt x="606" y="307"/>
                  </a:cubicBezTo>
                  <a:cubicBezTo>
                    <a:pt x="606" y="305"/>
                    <a:pt x="607" y="303"/>
                    <a:pt x="608" y="300"/>
                  </a:cubicBezTo>
                  <a:cubicBezTo>
                    <a:pt x="608" y="300"/>
                    <a:pt x="608" y="300"/>
                    <a:pt x="608" y="300"/>
                  </a:cubicBezTo>
                  <a:cubicBezTo>
                    <a:pt x="608" y="298"/>
                    <a:pt x="609" y="295"/>
                    <a:pt x="609" y="293"/>
                  </a:cubicBezTo>
                  <a:cubicBezTo>
                    <a:pt x="609" y="293"/>
                    <a:pt x="609" y="293"/>
                    <a:pt x="609" y="293"/>
                  </a:cubicBezTo>
                  <a:cubicBezTo>
                    <a:pt x="610" y="290"/>
                    <a:pt x="610" y="288"/>
                    <a:pt x="611" y="286"/>
                  </a:cubicBezTo>
                  <a:cubicBezTo>
                    <a:pt x="611" y="286"/>
                    <a:pt x="611" y="286"/>
                    <a:pt x="611" y="286"/>
                  </a:cubicBezTo>
                  <a:cubicBezTo>
                    <a:pt x="611" y="283"/>
                    <a:pt x="611" y="281"/>
                    <a:pt x="612" y="279"/>
                  </a:cubicBezTo>
                  <a:cubicBezTo>
                    <a:pt x="612" y="279"/>
                    <a:pt x="612" y="279"/>
                    <a:pt x="612" y="279"/>
                  </a:cubicBezTo>
                  <a:cubicBezTo>
                    <a:pt x="612" y="277"/>
                    <a:pt x="612" y="276"/>
                    <a:pt x="612" y="273"/>
                  </a:cubicBezTo>
                  <a:cubicBezTo>
                    <a:pt x="612" y="273"/>
                    <a:pt x="612" y="273"/>
                    <a:pt x="612" y="273"/>
                  </a:cubicBezTo>
                  <a:cubicBezTo>
                    <a:pt x="612" y="273"/>
                    <a:pt x="613" y="272"/>
                    <a:pt x="613" y="272"/>
                  </a:cubicBezTo>
                  <a:cubicBezTo>
                    <a:pt x="613" y="272"/>
                    <a:pt x="613" y="272"/>
                    <a:pt x="613" y="272"/>
                  </a:cubicBezTo>
                  <a:cubicBezTo>
                    <a:pt x="614" y="271"/>
                    <a:pt x="616" y="270"/>
                    <a:pt x="618" y="269"/>
                  </a:cubicBezTo>
                  <a:cubicBezTo>
                    <a:pt x="618" y="269"/>
                    <a:pt x="618" y="269"/>
                    <a:pt x="618" y="269"/>
                  </a:cubicBezTo>
                  <a:cubicBezTo>
                    <a:pt x="618" y="268"/>
                    <a:pt x="619" y="268"/>
                    <a:pt x="620" y="268"/>
                  </a:cubicBezTo>
                  <a:cubicBezTo>
                    <a:pt x="620" y="267"/>
                    <a:pt x="620" y="267"/>
                    <a:pt x="620" y="267"/>
                  </a:cubicBezTo>
                  <a:cubicBezTo>
                    <a:pt x="621" y="267"/>
                    <a:pt x="621" y="266"/>
                    <a:pt x="622" y="266"/>
                  </a:cubicBezTo>
                  <a:cubicBezTo>
                    <a:pt x="622" y="266"/>
                    <a:pt x="622" y="265"/>
                    <a:pt x="622" y="265"/>
                  </a:cubicBezTo>
                  <a:cubicBezTo>
                    <a:pt x="623" y="265"/>
                    <a:pt x="623" y="265"/>
                    <a:pt x="623" y="264"/>
                  </a:cubicBezTo>
                  <a:cubicBezTo>
                    <a:pt x="624" y="264"/>
                    <a:pt x="624" y="264"/>
                    <a:pt x="624" y="263"/>
                  </a:cubicBezTo>
                  <a:cubicBezTo>
                    <a:pt x="625" y="263"/>
                    <a:pt x="625" y="263"/>
                    <a:pt x="625" y="263"/>
                  </a:cubicBezTo>
                  <a:cubicBezTo>
                    <a:pt x="625" y="262"/>
                    <a:pt x="626" y="261"/>
                    <a:pt x="626" y="261"/>
                  </a:cubicBezTo>
                  <a:cubicBezTo>
                    <a:pt x="630" y="256"/>
                    <a:pt x="631" y="251"/>
                    <a:pt x="634" y="246"/>
                  </a:cubicBezTo>
                  <a:cubicBezTo>
                    <a:pt x="638" y="240"/>
                    <a:pt x="636" y="236"/>
                    <a:pt x="640" y="226"/>
                  </a:cubicBezTo>
                  <a:cubicBezTo>
                    <a:pt x="643" y="217"/>
                    <a:pt x="645" y="202"/>
                    <a:pt x="645" y="196"/>
                  </a:cubicBezTo>
                  <a:cubicBezTo>
                    <a:pt x="645" y="190"/>
                    <a:pt x="652" y="174"/>
                    <a:pt x="652" y="166"/>
                  </a:cubicBezTo>
                  <a:cubicBezTo>
                    <a:pt x="652" y="161"/>
                    <a:pt x="650" y="157"/>
                    <a:pt x="648" y="156"/>
                  </a:cubicBezTo>
                  <a:cubicBezTo>
                    <a:pt x="647" y="155"/>
                    <a:pt x="646" y="155"/>
                    <a:pt x="645" y="155"/>
                  </a:cubicBezTo>
                  <a:cubicBezTo>
                    <a:pt x="644" y="154"/>
                    <a:pt x="643" y="155"/>
                    <a:pt x="642" y="155"/>
                  </a:cubicBezTo>
                  <a:cubicBezTo>
                    <a:pt x="632" y="187"/>
                    <a:pt x="632" y="187"/>
                    <a:pt x="632" y="187"/>
                  </a:cubicBezTo>
                  <a:cubicBezTo>
                    <a:pt x="630" y="196"/>
                    <a:pt x="630" y="196"/>
                    <a:pt x="630" y="196"/>
                  </a:cubicBezTo>
                  <a:cubicBezTo>
                    <a:pt x="628" y="204"/>
                    <a:pt x="622" y="215"/>
                    <a:pt x="622" y="215"/>
                  </a:cubicBezTo>
                  <a:cubicBezTo>
                    <a:pt x="622" y="214"/>
                    <a:pt x="622" y="214"/>
                    <a:pt x="622" y="214"/>
                  </a:cubicBezTo>
                  <a:cubicBezTo>
                    <a:pt x="623" y="211"/>
                    <a:pt x="625" y="207"/>
                    <a:pt x="627" y="202"/>
                  </a:cubicBezTo>
                  <a:cubicBezTo>
                    <a:pt x="627" y="201"/>
                    <a:pt x="628" y="199"/>
                    <a:pt x="629" y="197"/>
                  </a:cubicBezTo>
                  <a:cubicBezTo>
                    <a:pt x="629" y="196"/>
                    <a:pt x="629" y="196"/>
                    <a:pt x="630" y="195"/>
                  </a:cubicBezTo>
                  <a:cubicBezTo>
                    <a:pt x="630" y="193"/>
                    <a:pt x="631" y="191"/>
                    <a:pt x="632" y="188"/>
                  </a:cubicBezTo>
                  <a:cubicBezTo>
                    <a:pt x="632" y="188"/>
                    <a:pt x="632" y="187"/>
                    <a:pt x="632" y="187"/>
                  </a:cubicBezTo>
                  <a:cubicBezTo>
                    <a:pt x="633" y="185"/>
                    <a:pt x="634" y="182"/>
                    <a:pt x="635" y="180"/>
                  </a:cubicBezTo>
                  <a:cubicBezTo>
                    <a:pt x="635" y="180"/>
                    <a:pt x="635" y="179"/>
                    <a:pt x="635" y="179"/>
                  </a:cubicBezTo>
                  <a:cubicBezTo>
                    <a:pt x="636" y="176"/>
                    <a:pt x="636" y="173"/>
                    <a:pt x="637" y="171"/>
                  </a:cubicBezTo>
                  <a:cubicBezTo>
                    <a:pt x="637" y="170"/>
                    <a:pt x="637" y="170"/>
                    <a:pt x="638" y="169"/>
                  </a:cubicBezTo>
                  <a:cubicBezTo>
                    <a:pt x="638" y="166"/>
                    <a:pt x="639" y="163"/>
                    <a:pt x="639" y="160"/>
                  </a:cubicBezTo>
                  <a:cubicBezTo>
                    <a:pt x="639" y="160"/>
                    <a:pt x="639" y="159"/>
                    <a:pt x="639" y="159"/>
                  </a:cubicBezTo>
                  <a:cubicBezTo>
                    <a:pt x="640" y="156"/>
                    <a:pt x="640" y="153"/>
                    <a:pt x="640" y="149"/>
                  </a:cubicBezTo>
                  <a:cubicBezTo>
                    <a:pt x="641" y="148"/>
                    <a:pt x="641" y="146"/>
                    <a:pt x="641" y="144"/>
                  </a:cubicBezTo>
                  <a:cubicBezTo>
                    <a:pt x="641" y="143"/>
                    <a:pt x="641" y="143"/>
                    <a:pt x="641" y="143"/>
                  </a:cubicBezTo>
                  <a:cubicBezTo>
                    <a:pt x="642" y="127"/>
                    <a:pt x="641" y="101"/>
                    <a:pt x="630" y="76"/>
                  </a:cubicBezTo>
                  <a:cubicBezTo>
                    <a:pt x="630" y="74"/>
                    <a:pt x="630" y="73"/>
                    <a:pt x="629" y="71"/>
                  </a:cubicBezTo>
                  <a:cubicBezTo>
                    <a:pt x="625" y="55"/>
                    <a:pt x="616" y="40"/>
                    <a:pt x="599" y="33"/>
                  </a:cubicBezTo>
                  <a:cubicBezTo>
                    <a:pt x="602" y="35"/>
                    <a:pt x="605" y="36"/>
                    <a:pt x="608" y="37"/>
                  </a:cubicBezTo>
                  <a:cubicBezTo>
                    <a:pt x="599" y="28"/>
                    <a:pt x="583" y="17"/>
                    <a:pt x="570" y="15"/>
                  </a:cubicBezTo>
                  <a:cubicBezTo>
                    <a:pt x="577" y="15"/>
                    <a:pt x="584" y="21"/>
                    <a:pt x="592" y="21"/>
                  </a:cubicBezTo>
                  <a:cubicBezTo>
                    <a:pt x="586" y="15"/>
                    <a:pt x="575" y="9"/>
                    <a:pt x="566" y="8"/>
                  </a:cubicBezTo>
                  <a:cubicBezTo>
                    <a:pt x="560" y="7"/>
                    <a:pt x="551" y="12"/>
                    <a:pt x="544" y="12"/>
                  </a:cubicBezTo>
                  <a:cubicBezTo>
                    <a:pt x="543" y="11"/>
                    <a:pt x="542" y="11"/>
                    <a:pt x="541" y="11"/>
                  </a:cubicBezTo>
                  <a:cubicBezTo>
                    <a:pt x="539" y="10"/>
                    <a:pt x="537" y="9"/>
                    <a:pt x="535" y="8"/>
                  </a:cubicBezTo>
                  <a:cubicBezTo>
                    <a:pt x="528" y="4"/>
                    <a:pt x="521" y="4"/>
                    <a:pt x="513" y="2"/>
                  </a:cubicBezTo>
                  <a:cubicBezTo>
                    <a:pt x="499" y="0"/>
                    <a:pt x="486" y="0"/>
                    <a:pt x="472" y="1"/>
                  </a:cubicBezTo>
                  <a:cubicBezTo>
                    <a:pt x="475" y="1"/>
                    <a:pt x="478" y="3"/>
                    <a:pt x="482" y="4"/>
                  </a:cubicBezTo>
                  <a:cubicBezTo>
                    <a:pt x="480" y="3"/>
                    <a:pt x="478" y="3"/>
                    <a:pt x="476" y="3"/>
                  </a:cubicBezTo>
                  <a:cubicBezTo>
                    <a:pt x="472" y="4"/>
                    <a:pt x="469" y="4"/>
                    <a:pt x="465" y="5"/>
                  </a:cubicBezTo>
                  <a:cubicBezTo>
                    <a:pt x="463" y="5"/>
                    <a:pt x="462" y="6"/>
                    <a:pt x="460" y="6"/>
                  </a:cubicBezTo>
                  <a:cubicBezTo>
                    <a:pt x="457" y="7"/>
                    <a:pt x="453" y="7"/>
                    <a:pt x="450" y="7"/>
                  </a:cubicBezTo>
                  <a:cubicBezTo>
                    <a:pt x="442" y="8"/>
                    <a:pt x="433" y="8"/>
                    <a:pt x="425" y="10"/>
                  </a:cubicBezTo>
                  <a:cubicBezTo>
                    <a:pt x="424" y="10"/>
                    <a:pt x="422" y="10"/>
                    <a:pt x="421" y="11"/>
                  </a:cubicBezTo>
                  <a:cubicBezTo>
                    <a:pt x="422" y="12"/>
                    <a:pt x="423" y="12"/>
                    <a:pt x="424" y="12"/>
                  </a:cubicBezTo>
                  <a:cubicBezTo>
                    <a:pt x="425" y="12"/>
                    <a:pt x="426" y="12"/>
                    <a:pt x="427" y="12"/>
                  </a:cubicBezTo>
                  <a:cubicBezTo>
                    <a:pt x="427" y="12"/>
                    <a:pt x="428" y="12"/>
                    <a:pt x="429" y="12"/>
                  </a:cubicBezTo>
                  <a:cubicBezTo>
                    <a:pt x="423" y="14"/>
                    <a:pt x="418" y="16"/>
                    <a:pt x="413" y="18"/>
                  </a:cubicBezTo>
                  <a:cubicBezTo>
                    <a:pt x="410" y="19"/>
                    <a:pt x="407" y="20"/>
                    <a:pt x="404" y="21"/>
                  </a:cubicBezTo>
                  <a:cubicBezTo>
                    <a:pt x="394" y="25"/>
                    <a:pt x="387" y="33"/>
                    <a:pt x="378" y="39"/>
                  </a:cubicBezTo>
                  <a:cubicBezTo>
                    <a:pt x="380" y="37"/>
                    <a:pt x="383" y="36"/>
                    <a:pt x="385" y="35"/>
                  </a:cubicBezTo>
                  <a:cubicBezTo>
                    <a:pt x="381" y="40"/>
                    <a:pt x="374" y="43"/>
                    <a:pt x="370" y="48"/>
                  </a:cubicBezTo>
                  <a:cubicBezTo>
                    <a:pt x="368" y="52"/>
                    <a:pt x="367" y="56"/>
                    <a:pt x="366" y="60"/>
                  </a:cubicBezTo>
                  <a:cubicBezTo>
                    <a:pt x="343" y="95"/>
                    <a:pt x="348" y="137"/>
                    <a:pt x="349" y="147"/>
                  </a:cubicBezTo>
                  <a:cubicBezTo>
                    <a:pt x="349" y="147"/>
                    <a:pt x="349" y="148"/>
                    <a:pt x="349" y="148"/>
                  </a:cubicBezTo>
                  <a:cubicBezTo>
                    <a:pt x="350" y="149"/>
                    <a:pt x="350" y="149"/>
                    <a:pt x="350" y="150"/>
                  </a:cubicBezTo>
                  <a:cubicBezTo>
                    <a:pt x="350" y="150"/>
                    <a:pt x="350" y="150"/>
                    <a:pt x="350" y="150"/>
                  </a:cubicBezTo>
                  <a:cubicBezTo>
                    <a:pt x="350" y="151"/>
                    <a:pt x="350" y="152"/>
                    <a:pt x="350" y="153"/>
                  </a:cubicBezTo>
                  <a:cubicBezTo>
                    <a:pt x="350" y="153"/>
                    <a:pt x="350" y="153"/>
                    <a:pt x="350" y="153"/>
                  </a:cubicBezTo>
                  <a:cubicBezTo>
                    <a:pt x="352" y="159"/>
                    <a:pt x="353" y="169"/>
                    <a:pt x="356" y="179"/>
                  </a:cubicBezTo>
                  <a:cubicBezTo>
                    <a:pt x="357" y="187"/>
                    <a:pt x="358" y="194"/>
                    <a:pt x="359" y="199"/>
                  </a:cubicBezTo>
                  <a:cubicBezTo>
                    <a:pt x="359" y="199"/>
                    <a:pt x="359" y="199"/>
                    <a:pt x="359" y="199"/>
                  </a:cubicBezTo>
                  <a:cubicBezTo>
                    <a:pt x="357" y="190"/>
                    <a:pt x="355" y="181"/>
                    <a:pt x="355" y="179"/>
                  </a:cubicBezTo>
                  <a:cubicBezTo>
                    <a:pt x="355" y="179"/>
                    <a:pt x="355" y="179"/>
                    <a:pt x="355" y="178"/>
                  </a:cubicBezTo>
                  <a:cubicBezTo>
                    <a:pt x="355" y="178"/>
                    <a:pt x="355" y="178"/>
                    <a:pt x="355" y="178"/>
                  </a:cubicBezTo>
                  <a:cubicBezTo>
                    <a:pt x="355" y="178"/>
                    <a:pt x="353" y="172"/>
                    <a:pt x="352" y="166"/>
                  </a:cubicBezTo>
                  <a:cubicBezTo>
                    <a:pt x="351" y="164"/>
                    <a:pt x="350" y="162"/>
                    <a:pt x="350" y="160"/>
                  </a:cubicBezTo>
                  <a:cubicBezTo>
                    <a:pt x="350" y="160"/>
                    <a:pt x="350" y="160"/>
                    <a:pt x="350" y="160"/>
                  </a:cubicBezTo>
                  <a:cubicBezTo>
                    <a:pt x="350" y="158"/>
                    <a:pt x="346" y="155"/>
                    <a:pt x="346" y="155"/>
                  </a:cubicBezTo>
                  <a:cubicBezTo>
                    <a:pt x="341" y="152"/>
                    <a:pt x="337" y="158"/>
                    <a:pt x="337" y="166"/>
                  </a:cubicBezTo>
                  <a:cubicBezTo>
                    <a:pt x="337" y="174"/>
                    <a:pt x="343" y="190"/>
                    <a:pt x="343" y="196"/>
                  </a:cubicBezTo>
                  <a:cubicBezTo>
                    <a:pt x="343" y="202"/>
                    <a:pt x="345" y="217"/>
                    <a:pt x="349" y="226"/>
                  </a:cubicBezTo>
                  <a:cubicBezTo>
                    <a:pt x="352" y="236"/>
                    <a:pt x="351" y="240"/>
                    <a:pt x="354" y="246"/>
                  </a:cubicBezTo>
                  <a:cubicBezTo>
                    <a:pt x="357" y="251"/>
                    <a:pt x="359" y="256"/>
                    <a:pt x="362" y="261"/>
                  </a:cubicBezTo>
                  <a:cubicBezTo>
                    <a:pt x="362" y="261"/>
                    <a:pt x="363" y="262"/>
                    <a:pt x="363" y="263"/>
                  </a:cubicBezTo>
                  <a:cubicBezTo>
                    <a:pt x="364" y="263"/>
                    <a:pt x="364" y="263"/>
                    <a:pt x="364" y="263"/>
                  </a:cubicBezTo>
                  <a:cubicBezTo>
                    <a:pt x="364" y="264"/>
                    <a:pt x="365" y="264"/>
                    <a:pt x="365" y="264"/>
                  </a:cubicBezTo>
                  <a:cubicBezTo>
                    <a:pt x="365" y="265"/>
                    <a:pt x="366" y="265"/>
                    <a:pt x="366" y="265"/>
                  </a:cubicBezTo>
                  <a:cubicBezTo>
                    <a:pt x="366" y="266"/>
                    <a:pt x="367" y="266"/>
                    <a:pt x="367" y="266"/>
                  </a:cubicBezTo>
                  <a:cubicBezTo>
                    <a:pt x="368" y="267"/>
                    <a:pt x="368" y="267"/>
                    <a:pt x="369" y="267"/>
                  </a:cubicBezTo>
                  <a:cubicBezTo>
                    <a:pt x="369" y="267"/>
                    <a:pt x="369" y="268"/>
                    <a:pt x="369" y="268"/>
                  </a:cubicBezTo>
                  <a:cubicBezTo>
                    <a:pt x="372" y="270"/>
                    <a:pt x="374" y="271"/>
                    <a:pt x="376" y="272"/>
                  </a:cubicBezTo>
                  <a:cubicBezTo>
                    <a:pt x="376" y="272"/>
                    <a:pt x="376" y="272"/>
                    <a:pt x="376" y="272"/>
                  </a:cubicBezTo>
                  <a:cubicBezTo>
                    <a:pt x="376" y="274"/>
                    <a:pt x="376" y="276"/>
                    <a:pt x="376" y="278"/>
                  </a:cubicBezTo>
                  <a:cubicBezTo>
                    <a:pt x="376" y="278"/>
                    <a:pt x="376" y="278"/>
                    <a:pt x="376" y="278"/>
                  </a:cubicBezTo>
                  <a:cubicBezTo>
                    <a:pt x="377" y="279"/>
                    <a:pt x="377" y="280"/>
                    <a:pt x="377" y="281"/>
                  </a:cubicBezTo>
                  <a:cubicBezTo>
                    <a:pt x="377" y="281"/>
                    <a:pt x="377" y="281"/>
                    <a:pt x="377" y="281"/>
                  </a:cubicBezTo>
                  <a:cubicBezTo>
                    <a:pt x="377" y="282"/>
                    <a:pt x="377" y="283"/>
                    <a:pt x="377" y="285"/>
                  </a:cubicBezTo>
                  <a:cubicBezTo>
                    <a:pt x="377" y="285"/>
                    <a:pt x="377" y="285"/>
                    <a:pt x="377" y="285"/>
                  </a:cubicBezTo>
                  <a:cubicBezTo>
                    <a:pt x="377" y="286"/>
                    <a:pt x="377" y="287"/>
                    <a:pt x="378" y="288"/>
                  </a:cubicBezTo>
                  <a:cubicBezTo>
                    <a:pt x="378" y="288"/>
                    <a:pt x="378" y="289"/>
                    <a:pt x="378" y="289"/>
                  </a:cubicBezTo>
                  <a:cubicBezTo>
                    <a:pt x="378" y="290"/>
                    <a:pt x="378" y="291"/>
                    <a:pt x="378" y="292"/>
                  </a:cubicBezTo>
                  <a:cubicBezTo>
                    <a:pt x="378" y="292"/>
                    <a:pt x="378" y="293"/>
                    <a:pt x="378" y="293"/>
                  </a:cubicBezTo>
                  <a:cubicBezTo>
                    <a:pt x="378" y="294"/>
                    <a:pt x="378" y="295"/>
                    <a:pt x="379" y="296"/>
                  </a:cubicBezTo>
                  <a:cubicBezTo>
                    <a:pt x="379" y="296"/>
                    <a:pt x="379" y="297"/>
                    <a:pt x="379" y="297"/>
                  </a:cubicBezTo>
                  <a:cubicBezTo>
                    <a:pt x="379" y="298"/>
                    <a:pt x="379" y="299"/>
                    <a:pt x="379" y="300"/>
                  </a:cubicBezTo>
                  <a:cubicBezTo>
                    <a:pt x="379" y="300"/>
                    <a:pt x="379" y="301"/>
                    <a:pt x="379" y="301"/>
                  </a:cubicBezTo>
                  <a:cubicBezTo>
                    <a:pt x="380" y="302"/>
                    <a:pt x="380" y="303"/>
                    <a:pt x="380" y="304"/>
                  </a:cubicBezTo>
                  <a:cubicBezTo>
                    <a:pt x="380" y="304"/>
                    <a:pt x="380" y="305"/>
                    <a:pt x="380" y="305"/>
                  </a:cubicBezTo>
                  <a:cubicBezTo>
                    <a:pt x="380" y="306"/>
                    <a:pt x="381" y="307"/>
                    <a:pt x="381" y="307"/>
                  </a:cubicBezTo>
                  <a:cubicBezTo>
                    <a:pt x="381" y="308"/>
                    <a:pt x="381" y="309"/>
                    <a:pt x="381" y="309"/>
                  </a:cubicBezTo>
                  <a:cubicBezTo>
                    <a:pt x="381" y="310"/>
                    <a:pt x="381" y="311"/>
                    <a:pt x="382" y="311"/>
                  </a:cubicBezTo>
                  <a:cubicBezTo>
                    <a:pt x="382" y="312"/>
                    <a:pt x="382" y="312"/>
                    <a:pt x="382" y="313"/>
                  </a:cubicBezTo>
                  <a:cubicBezTo>
                    <a:pt x="382" y="313"/>
                    <a:pt x="382" y="314"/>
                    <a:pt x="382" y="315"/>
                  </a:cubicBezTo>
                  <a:cubicBezTo>
                    <a:pt x="383" y="315"/>
                    <a:pt x="383" y="316"/>
                    <a:pt x="383" y="316"/>
                  </a:cubicBezTo>
                  <a:cubicBezTo>
                    <a:pt x="383" y="317"/>
                    <a:pt x="383" y="318"/>
                    <a:pt x="383" y="318"/>
                  </a:cubicBezTo>
                  <a:cubicBezTo>
                    <a:pt x="384" y="319"/>
                    <a:pt x="384" y="319"/>
                    <a:pt x="384" y="320"/>
                  </a:cubicBezTo>
                  <a:cubicBezTo>
                    <a:pt x="384" y="320"/>
                    <a:pt x="384" y="321"/>
                    <a:pt x="384" y="321"/>
                  </a:cubicBezTo>
                  <a:cubicBezTo>
                    <a:pt x="385" y="322"/>
                    <a:pt x="385" y="322"/>
                    <a:pt x="385" y="323"/>
                  </a:cubicBezTo>
                  <a:cubicBezTo>
                    <a:pt x="385" y="323"/>
                    <a:pt x="385" y="324"/>
                    <a:pt x="385" y="324"/>
                  </a:cubicBezTo>
                  <a:cubicBezTo>
                    <a:pt x="386" y="325"/>
                    <a:pt x="386" y="326"/>
                    <a:pt x="387" y="327"/>
                  </a:cubicBezTo>
                  <a:cubicBezTo>
                    <a:pt x="389" y="330"/>
                    <a:pt x="392" y="336"/>
                    <a:pt x="397" y="343"/>
                  </a:cubicBezTo>
                  <a:cubicBezTo>
                    <a:pt x="397" y="350"/>
                    <a:pt x="399" y="360"/>
                    <a:pt x="399" y="371"/>
                  </a:cubicBezTo>
                  <a:cubicBezTo>
                    <a:pt x="400" y="385"/>
                    <a:pt x="398" y="401"/>
                    <a:pt x="393" y="415"/>
                  </a:cubicBezTo>
                  <a:cubicBezTo>
                    <a:pt x="386" y="432"/>
                    <a:pt x="373" y="448"/>
                    <a:pt x="349" y="461"/>
                  </a:cubicBezTo>
                  <a:cubicBezTo>
                    <a:pt x="346" y="462"/>
                    <a:pt x="342" y="464"/>
                    <a:pt x="338" y="465"/>
                  </a:cubicBezTo>
                  <a:cubicBezTo>
                    <a:pt x="309" y="477"/>
                    <a:pt x="270" y="497"/>
                    <a:pt x="244" y="502"/>
                  </a:cubicBezTo>
                  <a:cubicBezTo>
                    <a:pt x="224" y="505"/>
                    <a:pt x="117" y="546"/>
                    <a:pt x="96" y="637"/>
                  </a:cubicBezTo>
                  <a:cubicBezTo>
                    <a:pt x="87" y="666"/>
                    <a:pt x="78" y="702"/>
                    <a:pt x="76" y="737"/>
                  </a:cubicBezTo>
                  <a:cubicBezTo>
                    <a:pt x="75" y="753"/>
                    <a:pt x="75" y="768"/>
                    <a:pt x="77" y="784"/>
                  </a:cubicBezTo>
                  <a:cubicBezTo>
                    <a:pt x="79" y="818"/>
                    <a:pt x="54" y="883"/>
                    <a:pt x="51" y="996"/>
                  </a:cubicBezTo>
                  <a:cubicBezTo>
                    <a:pt x="52" y="1036"/>
                    <a:pt x="48" y="1064"/>
                    <a:pt x="43" y="1082"/>
                  </a:cubicBezTo>
                  <a:cubicBezTo>
                    <a:pt x="41" y="1086"/>
                    <a:pt x="40" y="1090"/>
                    <a:pt x="39" y="1094"/>
                  </a:cubicBezTo>
                  <a:cubicBezTo>
                    <a:pt x="19" y="1158"/>
                    <a:pt x="19" y="1301"/>
                    <a:pt x="18" y="1338"/>
                  </a:cubicBezTo>
                  <a:cubicBezTo>
                    <a:pt x="17" y="1362"/>
                    <a:pt x="16" y="1396"/>
                    <a:pt x="12" y="1413"/>
                  </a:cubicBezTo>
                  <a:cubicBezTo>
                    <a:pt x="9" y="1426"/>
                    <a:pt x="10" y="1438"/>
                    <a:pt x="9" y="1450"/>
                  </a:cubicBezTo>
                  <a:cubicBezTo>
                    <a:pt x="9" y="1450"/>
                    <a:pt x="9" y="1450"/>
                    <a:pt x="9" y="1450"/>
                  </a:cubicBezTo>
                  <a:cubicBezTo>
                    <a:pt x="9" y="1451"/>
                    <a:pt x="9" y="1453"/>
                    <a:pt x="8" y="1454"/>
                  </a:cubicBezTo>
                  <a:cubicBezTo>
                    <a:pt x="8" y="1455"/>
                    <a:pt x="8" y="1457"/>
                    <a:pt x="7" y="1458"/>
                  </a:cubicBezTo>
                  <a:cubicBezTo>
                    <a:pt x="7" y="1459"/>
                    <a:pt x="7" y="1460"/>
                    <a:pt x="7" y="1461"/>
                  </a:cubicBezTo>
                  <a:cubicBezTo>
                    <a:pt x="5" y="1467"/>
                    <a:pt x="3" y="1469"/>
                    <a:pt x="4" y="1477"/>
                  </a:cubicBezTo>
                  <a:cubicBezTo>
                    <a:pt x="5" y="1498"/>
                    <a:pt x="5" y="1498"/>
                    <a:pt x="5" y="1498"/>
                  </a:cubicBezTo>
                  <a:cubicBezTo>
                    <a:pt x="5" y="1499"/>
                    <a:pt x="5" y="1500"/>
                    <a:pt x="4" y="1501"/>
                  </a:cubicBezTo>
                  <a:cubicBezTo>
                    <a:pt x="5" y="1502"/>
                    <a:pt x="5" y="1519"/>
                    <a:pt x="5" y="1523"/>
                  </a:cubicBezTo>
                  <a:cubicBezTo>
                    <a:pt x="6" y="1523"/>
                    <a:pt x="6" y="1523"/>
                    <a:pt x="6" y="1523"/>
                  </a:cubicBezTo>
                  <a:cubicBezTo>
                    <a:pt x="6" y="1541"/>
                    <a:pt x="7" y="1569"/>
                    <a:pt x="4" y="1585"/>
                  </a:cubicBezTo>
                  <a:cubicBezTo>
                    <a:pt x="0" y="1611"/>
                    <a:pt x="3" y="1626"/>
                    <a:pt x="4" y="1642"/>
                  </a:cubicBezTo>
                  <a:cubicBezTo>
                    <a:pt x="6" y="1658"/>
                    <a:pt x="22" y="1682"/>
                    <a:pt x="26" y="1701"/>
                  </a:cubicBezTo>
                  <a:cubicBezTo>
                    <a:pt x="36" y="1743"/>
                    <a:pt x="48" y="1744"/>
                    <a:pt x="57" y="1757"/>
                  </a:cubicBezTo>
                  <a:cubicBezTo>
                    <a:pt x="65" y="1770"/>
                    <a:pt x="85" y="1779"/>
                    <a:pt x="91" y="1784"/>
                  </a:cubicBezTo>
                  <a:cubicBezTo>
                    <a:pt x="91" y="1784"/>
                    <a:pt x="91" y="1784"/>
                    <a:pt x="91" y="1784"/>
                  </a:cubicBezTo>
                  <a:cubicBezTo>
                    <a:pt x="92" y="1785"/>
                    <a:pt x="92" y="1785"/>
                    <a:pt x="92" y="1785"/>
                  </a:cubicBezTo>
                  <a:cubicBezTo>
                    <a:pt x="92" y="1785"/>
                    <a:pt x="93" y="1785"/>
                    <a:pt x="93" y="1785"/>
                  </a:cubicBezTo>
                  <a:cubicBezTo>
                    <a:pt x="96" y="1789"/>
                    <a:pt x="104" y="1796"/>
                    <a:pt x="114" y="1797"/>
                  </a:cubicBezTo>
                  <a:cubicBezTo>
                    <a:pt x="114" y="1797"/>
                    <a:pt x="114" y="1797"/>
                    <a:pt x="114" y="1797"/>
                  </a:cubicBezTo>
                  <a:cubicBezTo>
                    <a:pt x="114" y="1798"/>
                    <a:pt x="114" y="1798"/>
                    <a:pt x="115" y="1798"/>
                  </a:cubicBezTo>
                  <a:cubicBezTo>
                    <a:pt x="115" y="1798"/>
                    <a:pt x="115" y="1798"/>
                    <a:pt x="115" y="1798"/>
                  </a:cubicBezTo>
                  <a:cubicBezTo>
                    <a:pt x="116" y="1798"/>
                    <a:pt x="117" y="1798"/>
                    <a:pt x="117" y="1798"/>
                  </a:cubicBezTo>
                  <a:cubicBezTo>
                    <a:pt x="118" y="1797"/>
                    <a:pt x="119" y="1798"/>
                    <a:pt x="119" y="1797"/>
                  </a:cubicBezTo>
                  <a:cubicBezTo>
                    <a:pt x="121" y="1797"/>
                    <a:pt x="122" y="1797"/>
                    <a:pt x="123" y="1796"/>
                  </a:cubicBezTo>
                  <a:cubicBezTo>
                    <a:pt x="130" y="1793"/>
                    <a:pt x="130" y="1785"/>
                    <a:pt x="130" y="1783"/>
                  </a:cubicBezTo>
                  <a:cubicBezTo>
                    <a:pt x="131" y="1783"/>
                    <a:pt x="134" y="1784"/>
                    <a:pt x="138" y="1784"/>
                  </a:cubicBezTo>
                  <a:cubicBezTo>
                    <a:pt x="142" y="1784"/>
                    <a:pt x="156" y="1785"/>
                    <a:pt x="163" y="1783"/>
                  </a:cubicBezTo>
                  <a:cubicBezTo>
                    <a:pt x="165" y="1783"/>
                    <a:pt x="167" y="1782"/>
                    <a:pt x="167" y="1781"/>
                  </a:cubicBezTo>
                  <a:cubicBezTo>
                    <a:pt x="179" y="1770"/>
                    <a:pt x="164" y="1759"/>
                    <a:pt x="163" y="1758"/>
                  </a:cubicBezTo>
                  <a:cubicBezTo>
                    <a:pt x="174" y="1757"/>
                    <a:pt x="174" y="1757"/>
                    <a:pt x="174" y="1757"/>
                  </a:cubicBezTo>
                  <a:cubicBezTo>
                    <a:pt x="174" y="1757"/>
                    <a:pt x="174" y="1757"/>
                    <a:pt x="175" y="1757"/>
                  </a:cubicBezTo>
                  <a:cubicBezTo>
                    <a:pt x="175" y="1756"/>
                    <a:pt x="175" y="1756"/>
                    <a:pt x="175" y="1756"/>
                  </a:cubicBezTo>
                  <a:cubicBezTo>
                    <a:pt x="189" y="1748"/>
                    <a:pt x="171" y="1732"/>
                    <a:pt x="171" y="1732"/>
                  </a:cubicBezTo>
                  <a:cubicBezTo>
                    <a:pt x="171" y="1731"/>
                    <a:pt x="170" y="1731"/>
                    <a:pt x="167" y="1730"/>
                  </a:cubicBezTo>
                  <a:cubicBezTo>
                    <a:pt x="151" y="1721"/>
                    <a:pt x="151" y="1721"/>
                    <a:pt x="151" y="1721"/>
                  </a:cubicBezTo>
                  <a:cubicBezTo>
                    <a:pt x="160" y="1718"/>
                    <a:pt x="172" y="1715"/>
                    <a:pt x="172" y="1714"/>
                  </a:cubicBezTo>
                  <a:cubicBezTo>
                    <a:pt x="171" y="1713"/>
                    <a:pt x="171" y="1713"/>
                    <a:pt x="171" y="1712"/>
                  </a:cubicBezTo>
                  <a:cubicBezTo>
                    <a:pt x="172" y="1712"/>
                    <a:pt x="172" y="1712"/>
                    <a:pt x="172" y="1712"/>
                  </a:cubicBezTo>
                  <a:cubicBezTo>
                    <a:pt x="171" y="1697"/>
                    <a:pt x="165" y="1694"/>
                    <a:pt x="158" y="1694"/>
                  </a:cubicBezTo>
                  <a:cubicBezTo>
                    <a:pt x="151" y="1695"/>
                    <a:pt x="144" y="1698"/>
                    <a:pt x="139" y="1701"/>
                  </a:cubicBezTo>
                  <a:cubicBezTo>
                    <a:pt x="137" y="1702"/>
                    <a:pt x="136" y="1702"/>
                    <a:pt x="135" y="1703"/>
                  </a:cubicBezTo>
                  <a:cubicBezTo>
                    <a:pt x="133" y="1703"/>
                    <a:pt x="132" y="1704"/>
                    <a:pt x="131" y="1703"/>
                  </a:cubicBezTo>
                  <a:cubicBezTo>
                    <a:pt x="123" y="1692"/>
                    <a:pt x="116" y="1696"/>
                    <a:pt x="111" y="1694"/>
                  </a:cubicBezTo>
                  <a:cubicBezTo>
                    <a:pt x="99" y="1629"/>
                    <a:pt x="99" y="1629"/>
                    <a:pt x="99" y="1629"/>
                  </a:cubicBezTo>
                  <a:cubicBezTo>
                    <a:pt x="99" y="1629"/>
                    <a:pt x="99" y="1628"/>
                    <a:pt x="99" y="1627"/>
                  </a:cubicBezTo>
                  <a:cubicBezTo>
                    <a:pt x="105" y="1618"/>
                    <a:pt x="92" y="1598"/>
                    <a:pt x="92" y="1598"/>
                  </a:cubicBezTo>
                  <a:cubicBezTo>
                    <a:pt x="92" y="1598"/>
                    <a:pt x="101" y="1603"/>
                    <a:pt x="109" y="1612"/>
                  </a:cubicBezTo>
                  <a:cubicBezTo>
                    <a:pt x="110" y="1614"/>
                    <a:pt x="111" y="1616"/>
                    <a:pt x="112" y="1618"/>
                  </a:cubicBezTo>
                  <a:cubicBezTo>
                    <a:pt x="117" y="1631"/>
                    <a:pt x="129" y="1652"/>
                    <a:pt x="143" y="1658"/>
                  </a:cubicBezTo>
                  <a:cubicBezTo>
                    <a:pt x="150" y="1661"/>
                    <a:pt x="157" y="1661"/>
                    <a:pt x="165" y="1656"/>
                  </a:cubicBezTo>
                  <a:cubicBezTo>
                    <a:pt x="184" y="1644"/>
                    <a:pt x="165" y="1611"/>
                    <a:pt x="148" y="1590"/>
                  </a:cubicBezTo>
                  <a:cubicBezTo>
                    <a:pt x="144" y="1585"/>
                    <a:pt x="139" y="1580"/>
                    <a:pt x="136" y="1577"/>
                  </a:cubicBezTo>
                  <a:cubicBezTo>
                    <a:pt x="134" y="1575"/>
                    <a:pt x="133" y="1574"/>
                    <a:pt x="132" y="1573"/>
                  </a:cubicBezTo>
                  <a:cubicBezTo>
                    <a:pt x="121" y="1556"/>
                    <a:pt x="119" y="1528"/>
                    <a:pt x="115" y="1510"/>
                  </a:cubicBezTo>
                  <a:cubicBezTo>
                    <a:pt x="114" y="1496"/>
                    <a:pt x="106" y="1481"/>
                    <a:pt x="106" y="1476"/>
                  </a:cubicBezTo>
                  <a:cubicBezTo>
                    <a:pt x="107" y="1475"/>
                    <a:pt x="107" y="1473"/>
                    <a:pt x="108" y="1471"/>
                  </a:cubicBezTo>
                  <a:cubicBezTo>
                    <a:pt x="110" y="1464"/>
                    <a:pt x="113" y="1450"/>
                    <a:pt x="116" y="1436"/>
                  </a:cubicBezTo>
                  <a:cubicBezTo>
                    <a:pt x="117" y="1426"/>
                    <a:pt x="134" y="1366"/>
                    <a:pt x="148" y="1311"/>
                  </a:cubicBezTo>
                  <a:cubicBezTo>
                    <a:pt x="159" y="1275"/>
                    <a:pt x="168" y="1242"/>
                    <a:pt x="169" y="1232"/>
                  </a:cubicBezTo>
                  <a:cubicBezTo>
                    <a:pt x="178" y="1188"/>
                    <a:pt x="188" y="1163"/>
                    <a:pt x="191" y="1137"/>
                  </a:cubicBezTo>
                  <a:cubicBezTo>
                    <a:pt x="193" y="1125"/>
                    <a:pt x="193" y="1113"/>
                    <a:pt x="191" y="1098"/>
                  </a:cubicBezTo>
                  <a:cubicBezTo>
                    <a:pt x="192" y="1066"/>
                    <a:pt x="204" y="980"/>
                    <a:pt x="207" y="961"/>
                  </a:cubicBezTo>
                  <a:cubicBezTo>
                    <a:pt x="207" y="969"/>
                    <a:pt x="207" y="976"/>
                    <a:pt x="207" y="984"/>
                  </a:cubicBezTo>
                  <a:cubicBezTo>
                    <a:pt x="207" y="984"/>
                    <a:pt x="207" y="984"/>
                    <a:pt x="207" y="984"/>
                  </a:cubicBezTo>
                  <a:cubicBezTo>
                    <a:pt x="197" y="1045"/>
                    <a:pt x="200" y="1084"/>
                    <a:pt x="202" y="1117"/>
                  </a:cubicBezTo>
                  <a:cubicBezTo>
                    <a:pt x="202" y="1120"/>
                    <a:pt x="202" y="1125"/>
                    <a:pt x="202" y="1131"/>
                  </a:cubicBezTo>
                  <a:cubicBezTo>
                    <a:pt x="193" y="1258"/>
                    <a:pt x="214" y="1421"/>
                    <a:pt x="213" y="1459"/>
                  </a:cubicBezTo>
                  <a:cubicBezTo>
                    <a:pt x="210" y="1478"/>
                    <a:pt x="205" y="1504"/>
                    <a:pt x="203" y="1547"/>
                  </a:cubicBezTo>
                  <a:cubicBezTo>
                    <a:pt x="202" y="1562"/>
                    <a:pt x="202" y="1588"/>
                    <a:pt x="203" y="1625"/>
                  </a:cubicBezTo>
                  <a:cubicBezTo>
                    <a:pt x="203" y="1725"/>
                    <a:pt x="212" y="1867"/>
                    <a:pt x="247" y="2046"/>
                  </a:cubicBezTo>
                  <a:cubicBezTo>
                    <a:pt x="249" y="2058"/>
                    <a:pt x="251" y="2069"/>
                    <a:pt x="253" y="2081"/>
                  </a:cubicBezTo>
                  <a:cubicBezTo>
                    <a:pt x="256" y="2097"/>
                    <a:pt x="258" y="2150"/>
                    <a:pt x="264" y="2179"/>
                  </a:cubicBezTo>
                  <a:cubicBezTo>
                    <a:pt x="265" y="2186"/>
                    <a:pt x="280" y="2220"/>
                    <a:pt x="281" y="2266"/>
                  </a:cubicBezTo>
                  <a:cubicBezTo>
                    <a:pt x="283" y="2340"/>
                    <a:pt x="274" y="2437"/>
                    <a:pt x="277" y="2490"/>
                  </a:cubicBezTo>
                  <a:cubicBezTo>
                    <a:pt x="280" y="2576"/>
                    <a:pt x="317" y="2656"/>
                    <a:pt x="331" y="2712"/>
                  </a:cubicBezTo>
                  <a:cubicBezTo>
                    <a:pt x="344" y="2768"/>
                    <a:pt x="350" y="2812"/>
                    <a:pt x="347" y="2823"/>
                  </a:cubicBezTo>
                  <a:cubicBezTo>
                    <a:pt x="345" y="2833"/>
                    <a:pt x="342" y="2851"/>
                    <a:pt x="351" y="2867"/>
                  </a:cubicBezTo>
                  <a:cubicBezTo>
                    <a:pt x="351" y="2867"/>
                    <a:pt x="351" y="2867"/>
                    <a:pt x="351" y="2867"/>
                  </a:cubicBezTo>
                  <a:cubicBezTo>
                    <a:pt x="347" y="2877"/>
                    <a:pt x="325" y="2923"/>
                    <a:pt x="312" y="2932"/>
                  </a:cubicBezTo>
                  <a:cubicBezTo>
                    <a:pt x="300" y="2942"/>
                    <a:pt x="296" y="2950"/>
                    <a:pt x="286" y="2956"/>
                  </a:cubicBezTo>
                  <a:cubicBezTo>
                    <a:pt x="276" y="2962"/>
                    <a:pt x="270" y="2967"/>
                    <a:pt x="266" y="2978"/>
                  </a:cubicBezTo>
                  <a:cubicBezTo>
                    <a:pt x="264" y="2984"/>
                    <a:pt x="260" y="2990"/>
                    <a:pt x="258" y="2996"/>
                  </a:cubicBezTo>
                  <a:cubicBezTo>
                    <a:pt x="257" y="3001"/>
                    <a:pt x="256" y="3004"/>
                    <a:pt x="260" y="3007"/>
                  </a:cubicBezTo>
                  <a:cubicBezTo>
                    <a:pt x="261" y="3008"/>
                    <a:pt x="263" y="3009"/>
                    <a:pt x="263" y="3010"/>
                  </a:cubicBezTo>
                  <a:cubicBezTo>
                    <a:pt x="264" y="3009"/>
                    <a:pt x="264" y="3009"/>
                    <a:pt x="264" y="3009"/>
                  </a:cubicBezTo>
                  <a:cubicBezTo>
                    <a:pt x="263" y="3013"/>
                    <a:pt x="263" y="3015"/>
                    <a:pt x="265" y="3017"/>
                  </a:cubicBezTo>
                  <a:cubicBezTo>
                    <a:pt x="269" y="3025"/>
                    <a:pt x="276" y="3026"/>
                    <a:pt x="286" y="3025"/>
                  </a:cubicBezTo>
                  <a:cubicBezTo>
                    <a:pt x="287" y="3024"/>
                    <a:pt x="287" y="3024"/>
                    <a:pt x="287" y="3024"/>
                  </a:cubicBezTo>
                  <a:cubicBezTo>
                    <a:pt x="287" y="3027"/>
                    <a:pt x="288" y="3029"/>
                    <a:pt x="290" y="3032"/>
                  </a:cubicBezTo>
                  <a:cubicBezTo>
                    <a:pt x="296" y="3041"/>
                    <a:pt x="317" y="3045"/>
                    <a:pt x="325" y="3037"/>
                  </a:cubicBezTo>
                  <a:cubicBezTo>
                    <a:pt x="336" y="3043"/>
                    <a:pt x="358" y="3044"/>
                    <a:pt x="366" y="3035"/>
                  </a:cubicBezTo>
                  <a:cubicBezTo>
                    <a:pt x="367" y="3035"/>
                    <a:pt x="367" y="3036"/>
                    <a:pt x="367" y="3036"/>
                  </a:cubicBezTo>
                  <a:cubicBezTo>
                    <a:pt x="367" y="3036"/>
                    <a:pt x="367" y="3036"/>
                    <a:pt x="367" y="3036"/>
                  </a:cubicBezTo>
                  <a:cubicBezTo>
                    <a:pt x="374" y="3051"/>
                    <a:pt x="398" y="3048"/>
                    <a:pt x="412" y="3045"/>
                  </a:cubicBezTo>
                  <a:cubicBezTo>
                    <a:pt x="425" y="3043"/>
                    <a:pt x="431" y="3036"/>
                    <a:pt x="438" y="3030"/>
                  </a:cubicBezTo>
                  <a:cubicBezTo>
                    <a:pt x="438" y="3030"/>
                    <a:pt x="438" y="3030"/>
                    <a:pt x="438" y="3030"/>
                  </a:cubicBezTo>
                  <a:cubicBezTo>
                    <a:pt x="439" y="3030"/>
                    <a:pt x="439" y="3029"/>
                    <a:pt x="439" y="3029"/>
                  </a:cubicBezTo>
                  <a:cubicBezTo>
                    <a:pt x="440" y="3028"/>
                    <a:pt x="441" y="3028"/>
                    <a:pt x="442" y="3027"/>
                  </a:cubicBezTo>
                  <a:cubicBezTo>
                    <a:pt x="447" y="3023"/>
                    <a:pt x="452" y="3018"/>
                    <a:pt x="453" y="3012"/>
                  </a:cubicBezTo>
                  <a:cubicBezTo>
                    <a:pt x="455" y="3008"/>
                    <a:pt x="455" y="3003"/>
                    <a:pt x="454" y="2997"/>
                  </a:cubicBezTo>
                  <a:cubicBezTo>
                    <a:pt x="452" y="2981"/>
                    <a:pt x="454" y="2981"/>
                    <a:pt x="456" y="2962"/>
                  </a:cubicBezTo>
                  <a:cubicBezTo>
                    <a:pt x="456" y="2961"/>
                    <a:pt x="456" y="2960"/>
                    <a:pt x="456" y="2959"/>
                  </a:cubicBezTo>
                  <a:cubicBezTo>
                    <a:pt x="459" y="2953"/>
                    <a:pt x="464" y="2948"/>
                    <a:pt x="466" y="2939"/>
                  </a:cubicBezTo>
                  <a:cubicBezTo>
                    <a:pt x="467" y="2936"/>
                    <a:pt x="468" y="2933"/>
                    <a:pt x="468" y="2929"/>
                  </a:cubicBezTo>
                  <a:cubicBezTo>
                    <a:pt x="469" y="2914"/>
                    <a:pt x="458" y="2851"/>
                    <a:pt x="459" y="2843"/>
                  </a:cubicBezTo>
                  <a:cubicBezTo>
                    <a:pt x="462" y="2823"/>
                    <a:pt x="448" y="2807"/>
                    <a:pt x="444" y="2775"/>
                  </a:cubicBezTo>
                  <a:cubicBezTo>
                    <a:pt x="439" y="2742"/>
                    <a:pt x="452" y="2632"/>
                    <a:pt x="452" y="2612"/>
                  </a:cubicBezTo>
                  <a:cubicBezTo>
                    <a:pt x="452" y="2574"/>
                    <a:pt x="472" y="2511"/>
                    <a:pt x="467" y="2434"/>
                  </a:cubicBezTo>
                  <a:cubicBezTo>
                    <a:pt x="463" y="2389"/>
                    <a:pt x="441" y="2252"/>
                    <a:pt x="441" y="2221"/>
                  </a:cubicBezTo>
                  <a:cubicBezTo>
                    <a:pt x="441" y="2215"/>
                    <a:pt x="440" y="2181"/>
                    <a:pt x="442" y="2175"/>
                  </a:cubicBezTo>
                  <a:cubicBezTo>
                    <a:pt x="448" y="2155"/>
                    <a:pt x="465" y="1903"/>
                    <a:pt x="465" y="1900"/>
                  </a:cubicBezTo>
                  <a:cubicBezTo>
                    <a:pt x="468" y="1870"/>
                    <a:pt x="489" y="1711"/>
                    <a:pt x="489" y="1711"/>
                  </a:cubicBezTo>
                  <a:cubicBezTo>
                    <a:pt x="490" y="1711"/>
                    <a:pt x="490" y="1711"/>
                    <a:pt x="490" y="1711"/>
                  </a:cubicBezTo>
                  <a:cubicBezTo>
                    <a:pt x="492" y="1711"/>
                    <a:pt x="494" y="1712"/>
                    <a:pt x="496" y="1712"/>
                  </a:cubicBezTo>
                  <a:cubicBezTo>
                    <a:pt x="497" y="1712"/>
                    <a:pt x="498" y="1712"/>
                    <a:pt x="499" y="1712"/>
                  </a:cubicBezTo>
                  <a:cubicBezTo>
                    <a:pt x="500" y="1719"/>
                    <a:pt x="523" y="1868"/>
                    <a:pt x="525" y="1897"/>
                  </a:cubicBezTo>
                  <a:cubicBezTo>
                    <a:pt x="525" y="1900"/>
                    <a:pt x="539" y="2156"/>
                    <a:pt x="546" y="2177"/>
                  </a:cubicBezTo>
                  <a:cubicBezTo>
                    <a:pt x="548" y="2183"/>
                    <a:pt x="546" y="2217"/>
                    <a:pt x="546" y="2223"/>
                  </a:cubicBezTo>
                  <a:cubicBezTo>
                    <a:pt x="546" y="2254"/>
                    <a:pt x="524" y="2390"/>
                    <a:pt x="521" y="2435"/>
                  </a:cubicBezTo>
                  <a:cubicBezTo>
                    <a:pt x="516" y="2513"/>
                    <a:pt x="536" y="2576"/>
                    <a:pt x="536" y="2613"/>
                  </a:cubicBezTo>
                  <a:cubicBezTo>
                    <a:pt x="536" y="2634"/>
                    <a:pt x="549" y="2744"/>
                    <a:pt x="544" y="2776"/>
                  </a:cubicBezTo>
                  <a:cubicBezTo>
                    <a:pt x="543" y="2784"/>
                    <a:pt x="541" y="2791"/>
                    <a:pt x="539" y="2798"/>
                  </a:cubicBezTo>
                  <a:cubicBezTo>
                    <a:pt x="537" y="2807"/>
                    <a:pt x="533" y="2815"/>
                    <a:pt x="531" y="2822"/>
                  </a:cubicBezTo>
                  <a:cubicBezTo>
                    <a:pt x="529" y="2829"/>
                    <a:pt x="528" y="2837"/>
                    <a:pt x="529" y="2844"/>
                  </a:cubicBezTo>
                  <a:cubicBezTo>
                    <a:pt x="530" y="2853"/>
                    <a:pt x="518" y="2916"/>
                    <a:pt x="519" y="2931"/>
                  </a:cubicBezTo>
                  <a:cubicBezTo>
                    <a:pt x="521" y="2949"/>
                    <a:pt x="531" y="2953"/>
                    <a:pt x="532" y="2963"/>
                  </a:cubicBezTo>
                  <a:cubicBezTo>
                    <a:pt x="534" y="2983"/>
                    <a:pt x="536" y="2983"/>
                    <a:pt x="533" y="2999"/>
                  </a:cubicBezTo>
                  <a:cubicBezTo>
                    <a:pt x="531" y="3014"/>
                    <a:pt x="537" y="3020"/>
                    <a:pt x="545" y="3027"/>
                  </a:cubicBezTo>
                  <a:cubicBezTo>
                    <a:pt x="546" y="3028"/>
                    <a:pt x="547" y="3028"/>
                    <a:pt x="548" y="3029"/>
                  </a:cubicBezTo>
                  <a:cubicBezTo>
                    <a:pt x="548" y="3029"/>
                    <a:pt x="549" y="3030"/>
                    <a:pt x="549" y="3030"/>
                  </a:cubicBezTo>
                  <a:cubicBezTo>
                    <a:pt x="549" y="3030"/>
                    <a:pt x="549" y="3030"/>
                    <a:pt x="549" y="3030"/>
                  </a:cubicBezTo>
                  <a:cubicBezTo>
                    <a:pt x="556" y="3036"/>
                    <a:pt x="562" y="3043"/>
                    <a:pt x="575" y="3045"/>
                  </a:cubicBezTo>
                  <a:cubicBezTo>
                    <a:pt x="589" y="3048"/>
                    <a:pt x="613" y="3050"/>
                    <a:pt x="620" y="3036"/>
                  </a:cubicBezTo>
                  <a:cubicBezTo>
                    <a:pt x="620" y="3036"/>
                    <a:pt x="620" y="3036"/>
                    <a:pt x="620" y="3036"/>
                  </a:cubicBezTo>
                  <a:cubicBezTo>
                    <a:pt x="620" y="3035"/>
                    <a:pt x="620" y="3035"/>
                    <a:pt x="621" y="3034"/>
                  </a:cubicBezTo>
                  <a:cubicBezTo>
                    <a:pt x="629" y="3044"/>
                    <a:pt x="651" y="3043"/>
                    <a:pt x="662" y="3037"/>
                  </a:cubicBezTo>
                  <a:cubicBezTo>
                    <a:pt x="670" y="3045"/>
                    <a:pt x="691" y="3041"/>
                    <a:pt x="697" y="3032"/>
                  </a:cubicBezTo>
                  <a:cubicBezTo>
                    <a:pt x="699" y="3030"/>
                    <a:pt x="699" y="3028"/>
                    <a:pt x="700" y="3027"/>
                  </a:cubicBezTo>
                  <a:cubicBezTo>
                    <a:pt x="700" y="3026"/>
                    <a:pt x="700" y="3025"/>
                    <a:pt x="701" y="3024"/>
                  </a:cubicBezTo>
                  <a:cubicBezTo>
                    <a:pt x="701" y="3025"/>
                    <a:pt x="701" y="3025"/>
                    <a:pt x="701" y="3025"/>
                  </a:cubicBezTo>
                  <a:cubicBezTo>
                    <a:pt x="711" y="3026"/>
                    <a:pt x="721" y="3023"/>
                    <a:pt x="723" y="3017"/>
                  </a:cubicBezTo>
                  <a:cubicBezTo>
                    <a:pt x="723" y="3017"/>
                    <a:pt x="723" y="3016"/>
                    <a:pt x="724" y="3015"/>
                  </a:cubicBezTo>
                  <a:cubicBezTo>
                    <a:pt x="724" y="3013"/>
                    <a:pt x="724" y="3011"/>
                    <a:pt x="724" y="3009"/>
                  </a:cubicBezTo>
                  <a:cubicBezTo>
                    <a:pt x="725" y="3009"/>
                    <a:pt x="726" y="3008"/>
                    <a:pt x="727" y="3007"/>
                  </a:cubicBezTo>
                  <a:cubicBezTo>
                    <a:pt x="729" y="3006"/>
                    <a:pt x="730" y="3005"/>
                    <a:pt x="730" y="3003"/>
                  </a:cubicBezTo>
                  <a:cubicBezTo>
                    <a:pt x="733" y="2996"/>
                    <a:pt x="725" y="2986"/>
                    <a:pt x="722" y="2978"/>
                  </a:cubicBezTo>
                  <a:cubicBezTo>
                    <a:pt x="718" y="2967"/>
                    <a:pt x="713" y="2962"/>
                    <a:pt x="702" y="2956"/>
                  </a:cubicBezTo>
                  <a:cubicBezTo>
                    <a:pt x="692" y="2950"/>
                    <a:pt x="689" y="2942"/>
                    <a:pt x="676" y="2932"/>
                  </a:cubicBezTo>
                  <a:cubicBezTo>
                    <a:pt x="662" y="2922"/>
                    <a:pt x="638" y="2869"/>
                    <a:pt x="637" y="2865"/>
                  </a:cubicBezTo>
                  <a:cubicBezTo>
                    <a:pt x="638" y="2863"/>
                    <a:pt x="639" y="2861"/>
                    <a:pt x="640" y="2859"/>
                  </a:cubicBezTo>
                  <a:cubicBezTo>
                    <a:pt x="645" y="2845"/>
                    <a:pt x="642" y="2830"/>
                    <a:pt x="640" y="2822"/>
                  </a:cubicBezTo>
                  <a:cubicBezTo>
                    <a:pt x="638" y="2810"/>
                    <a:pt x="643" y="2766"/>
                    <a:pt x="657" y="2710"/>
                  </a:cubicBezTo>
                  <a:cubicBezTo>
                    <a:pt x="659" y="2704"/>
                    <a:pt x="661" y="2696"/>
                    <a:pt x="663" y="2689"/>
                  </a:cubicBezTo>
                  <a:cubicBezTo>
                    <a:pt x="670" y="2666"/>
                    <a:pt x="679" y="2640"/>
                    <a:pt x="687" y="2612"/>
                  </a:cubicBezTo>
                  <a:cubicBezTo>
                    <a:pt x="699" y="2574"/>
                    <a:pt x="709" y="2532"/>
                    <a:pt x="711" y="2488"/>
                  </a:cubicBezTo>
                  <a:cubicBezTo>
                    <a:pt x="713" y="2435"/>
                    <a:pt x="705" y="2339"/>
                    <a:pt x="706" y="2265"/>
                  </a:cubicBezTo>
                  <a:cubicBezTo>
                    <a:pt x="707" y="2236"/>
                    <a:pt x="713" y="2213"/>
                    <a:pt x="718" y="2197"/>
                  </a:cubicBezTo>
                  <a:cubicBezTo>
                    <a:pt x="720" y="2189"/>
                    <a:pt x="722" y="2184"/>
                    <a:pt x="723" y="2181"/>
                  </a:cubicBezTo>
                  <a:cubicBezTo>
                    <a:pt x="723" y="2179"/>
                    <a:pt x="724" y="2178"/>
                    <a:pt x="724" y="2177"/>
                  </a:cubicBezTo>
                  <a:cubicBezTo>
                    <a:pt x="730" y="2148"/>
                    <a:pt x="732" y="2095"/>
                    <a:pt x="735" y="2079"/>
                  </a:cubicBezTo>
                  <a:cubicBezTo>
                    <a:pt x="778" y="1831"/>
                    <a:pt x="786" y="1666"/>
                    <a:pt x="786" y="1588"/>
                  </a:cubicBezTo>
                  <a:cubicBezTo>
                    <a:pt x="786" y="1570"/>
                    <a:pt x="786" y="1555"/>
                    <a:pt x="786" y="1546"/>
                  </a:cubicBezTo>
                  <a:cubicBezTo>
                    <a:pt x="786" y="1546"/>
                    <a:pt x="783" y="1527"/>
                    <a:pt x="781" y="1506"/>
                  </a:cubicBezTo>
                  <a:cubicBezTo>
                    <a:pt x="779" y="1486"/>
                    <a:pt x="777" y="1466"/>
                    <a:pt x="775" y="1458"/>
                  </a:cubicBezTo>
                  <a:cubicBezTo>
                    <a:pt x="775" y="1453"/>
                    <a:pt x="775" y="1443"/>
                    <a:pt x="775" y="1430"/>
                  </a:cubicBezTo>
                  <a:cubicBezTo>
                    <a:pt x="778" y="1367"/>
                    <a:pt x="788" y="1235"/>
                    <a:pt x="784" y="1147"/>
                  </a:cubicBezTo>
                  <a:cubicBezTo>
                    <a:pt x="785" y="1125"/>
                    <a:pt x="784" y="1112"/>
                    <a:pt x="784" y="1110"/>
                  </a:cubicBezTo>
                  <a:cubicBezTo>
                    <a:pt x="785" y="1084"/>
                    <a:pt x="783" y="1044"/>
                    <a:pt x="781" y="1012"/>
                  </a:cubicBezTo>
                  <a:cubicBezTo>
                    <a:pt x="781" y="1004"/>
                    <a:pt x="781" y="997"/>
                    <a:pt x="780" y="988"/>
                  </a:cubicBezTo>
                  <a:cubicBezTo>
                    <a:pt x="781" y="978"/>
                    <a:pt x="781" y="968"/>
                    <a:pt x="780" y="959"/>
                  </a:cubicBezTo>
                  <a:cubicBezTo>
                    <a:pt x="780" y="960"/>
                    <a:pt x="781" y="961"/>
                    <a:pt x="781" y="962"/>
                  </a:cubicBezTo>
                  <a:cubicBezTo>
                    <a:pt x="783" y="978"/>
                    <a:pt x="796" y="1067"/>
                    <a:pt x="797" y="1100"/>
                  </a:cubicBezTo>
                  <a:cubicBezTo>
                    <a:pt x="794" y="1125"/>
                    <a:pt x="798" y="1143"/>
                    <a:pt x="804" y="1166"/>
                  </a:cubicBezTo>
                  <a:cubicBezTo>
                    <a:pt x="808" y="1183"/>
                    <a:pt x="814" y="1202"/>
                    <a:pt x="819" y="1228"/>
                  </a:cubicBezTo>
                  <a:cubicBezTo>
                    <a:pt x="820" y="1233"/>
                    <a:pt x="823" y="1245"/>
                    <a:pt x="827" y="1260"/>
                  </a:cubicBezTo>
                  <a:cubicBezTo>
                    <a:pt x="840" y="1317"/>
                    <a:pt x="870" y="1424"/>
                    <a:pt x="872" y="1438"/>
                  </a:cubicBezTo>
                  <a:cubicBezTo>
                    <a:pt x="875" y="1455"/>
                    <a:pt x="880" y="1473"/>
                    <a:pt x="882" y="1477"/>
                  </a:cubicBezTo>
                  <a:cubicBezTo>
                    <a:pt x="882" y="1477"/>
                    <a:pt x="882" y="1478"/>
                    <a:pt x="882" y="1480"/>
                  </a:cubicBezTo>
                  <a:cubicBezTo>
                    <a:pt x="880" y="1485"/>
                    <a:pt x="877" y="1493"/>
                    <a:pt x="875" y="1501"/>
                  </a:cubicBezTo>
                  <a:cubicBezTo>
                    <a:pt x="874" y="1501"/>
                    <a:pt x="874" y="1501"/>
                    <a:pt x="874" y="1501"/>
                  </a:cubicBezTo>
                  <a:cubicBezTo>
                    <a:pt x="873" y="1503"/>
                    <a:pt x="872" y="1505"/>
                    <a:pt x="871" y="1507"/>
                  </a:cubicBezTo>
                  <a:cubicBezTo>
                    <a:pt x="861" y="1522"/>
                    <a:pt x="861" y="1558"/>
                    <a:pt x="848" y="1576"/>
                  </a:cubicBezTo>
                  <a:cubicBezTo>
                    <a:pt x="848" y="1577"/>
                    <a:pt x="847" y="1578"/>
                    <a:pt x="846" y="1579"/>
                  </a:cubicBezTo>
                  <a:cubicBezTo>
                    <a:pt x="843" y="1582"/>
                    <a:pt x="838" y="1587"/>
                    <a:pt x="834" y="1592"/>
                  </a:cubicBezTo>
                  <a:cubicBezTo>
                    <a:pt x="817" y="1613"/>
                    <a:pt x="798" y="1646"/>
                    <a:pt x="817" y="1658"/>
                  </a:cubicBezTo>
                  <a:cubicBezTo>
                    <a:pt x="825" y="1663"/>
                    <a:pt x="832" y="1663"/>
                    <a:pt x="839" y="1660"/>
                  </a:cubicBezTo>
                  <a:cubicBezTo>
                    <a:pt x="854" y="1654"/>
                    <a:pt x="865" y="1633"/>
                    <a:pt x="870" y="1620"/>
                  </a:cubicBezTo>
                  <a:cubicBezTo>
                    <a:pt x="871" y="1618"/>
                    <a:pt x="872" y="1616"/>
                    <a:pt x="873" y="1615"/>
                  </a:cubicBezTo>
                  <a:cubicBezTo>
                    <a:pt x="881" y="1605"/>
                    <a:pt x="890" y="1600"/>
                    <a:pt x="890" y="1600"/>
                  </a:cubicBezTo>
                  <a:cubicBezTo>
                    <a:pt x="890" y="1600"/>
                    <a:pt x="889" y="1601"/>
                    <a:pt x="888" y="1603"/>
                  </a:cubicBezTo>
                  <a:cubicBezTo>
                    <a:pt x="888" y="1603"/>
                    <a:pt x="888" y="1603"/>
                    <a:pt x="888" y="1603"/>
                  </a:cubicBezTo>
                  <a:cubicBezTo>
                    <a:pt x="888" y="1604"/>
                    <a:pt x="888" y="1604"/>
                    <a:pt x="888" y="1604"/>
                  </a:cubicBezTo>
                  <a:cubicBezTo>
                    <a:pt x="885" y="1610"/>
                    <a:pt x="879" y="1622"/>
                    <a:pt x="883" y="1629"/>
                  </a:cubicBezTo>
                  <a:cubicBezTo>
                    <a:pt x="883" y="1630"/>
                    <a:pt x="883" y="1630"/>
                    <a:pt x="884" y="1631"/>
                  </a:cubicBezTo>
                  <a:cubicBezTo>
                    <a:pt x="871" y="1696"/>
                    <a:pt x="871" y="1696"/>
                    <a:pt x="871" y="1696"/>
                  </a:cubicBezTo>
                  <a:cubicBezTo>
                    <a:pt x="866" y="1698"/>
                    <a:pt x="859" y="1693"/>
                    <a:pt x="851" y="1705"/>
                  </a:cubicBezTo>
                  <a:cubicBezTo>
                    <a:pt x="850" y="1705"/>
                    <a:pt x="849" y="1705"/>
                    <a:pt x="848" y="1705"/>
                  </a:cubicBezTo>
                  <a:cubicBezTo>
                    <a:pt x="848" y="1705"/>
                    <a:pt x="848" y="1705"/>
                    <a:pt x="848" y="1705"/>
                  </a:cubicBezTo>
                  <a:cubicBezTo>
                    <a:pt x="848" y="1705"/>
                    <a:pt x="848" y="1705"/>
                    <a:pt x="848" y="1705"/>
                  </a:cubicBezTo>
                  <a:cubicBezTo>
                    <a:pt x="846" y="1704"/>
                    <a:pt x="844" y="1704"/>
                    <a:pt x="842" y="1703"/>
                  </a:cubicBezTo>
                  <a:cubicBezTo>
                    <a:pt x="837" y="1700"/>
                    <a:pt x="830" y="1696"/>
                    <a:pt x="824" y="1696"/>
                  </a:cubicBezTo>
                  <a:cubicBezTo>
                    <a:pt x="817" y="1696"/>
                    <a:pt x="811" y="1699"/>
                    <a:pt x="810" y="1714"/>
                  </a:cubicBezTo>
                  <a:cubicBezTo>
                    <a:pt x="810" y="1714"/>
                    <a:pt x="811" y="1714"/>
                    <a:pt x="811" y="1714"/>
                  </a:cubicBezTo>
                  <a:cubicBezTo>
                    <a:pt x="811" y="1715"/>
                    <a:pt x="811" y="1715"/>
                    <a:pt x="811" y="1715"/>
                  </a:cubicBezTo>
                  <a:cubicBezTo>
                    <a:pt x="810" y="1717"/>
                    <a:pt x="822" y="1720"/>
                    <a:pt x="831" y="1723"/>
                  </a:cubicBezTo>
                  <a:cubicBezTo>
                    <a:pt x="815" y="1732"/>
                    <a:pt x="815" y="1732"/>
                    <a:pt x="815" y="1732"/>
                  </a:cubicBezTo>
                  <a:cubicBezTo>
                    <a:pt x="812" y="1733"/>
                    <a:pt x="811" y="1733"/>
                    <a:pt x="811" y="1734"/>
                  </a:cubicBezTo>
                  <a:cubicBezTo>
                    <a:pt x="811" y="1734"/>
                    <a:pt x="793" y="1750"/>
                    <a:pt x="807" y="1758"/>
                  </a:cubicBezTo>
                  <a:cubicBezTo>
                    <a:pt x="808" y="1758"/>
                    <a:pt x="808" y="1758"/>
                    <a:pt x="808" y="1758"/>
                  </a:cubicBezTo>
                  <a:cubicBezTo>
                    <a:pt x="808" y="1758"/>
                    <a:pt x="808" y="1759"/>
                    <a:pt x="808" y="1759"/>
                  </a:cubicBezTo>
                  <a:cubicBezTo>
                    <a:pt x="819" y="1760"/>
                    <a:pt x="819" y="1760"/>
                    <a:pt x="819" y="1760"/>
                  </a:cubicBezTo>
                  <a:cubicBezTo>
                    <a:pt x="818" y="1761"/>
                    <a:pt x="803" y="1772"/>
                    <a:pt x="815" y="1783"/>
                  </a:cubicBezTo>
                  <a:cubicBezTo>
                    <a:pt x="815" y="1784"/>
                    <a:pt x="817" y="1785"/>
                    <a:pt x="819" y="1785"/>
                  </a:cubicBezTo>
                  <a:cubicBezTo>
                    <a:pt x="826" y="1787"/>
                    <a:pt x="840" y="1786"/>
                    <a:pt x="844" y="1786"/>
                  </a:cubicBezTo>
                  <a:cubicBezTo>
                    <a:pt x="848" y="1786"/>
                    <a:pt x="851" y="1785"/>
                    <a:pt x="852" y="1785"/>
                  </a:cubicBezTo>
                  <a:cubicBezTo>
                    <a:pt x="852" y="1787"/>
                    <a:pt x="852" y="1795"/>
                    <a:pt x="859" y="1798"/>
                  </a:cubicBezTo>
                  <a:cubicBezTo>
                    <a:pt x="860" y="1799"/>
                    <a:pt x="861" y="1799"/>
                    <a:pt x="863" y="1799"/>
                  </a:cubicBezTo>
                  <a:cubicBezTo>
                    <a:pt x="863" y="1799"/>
                    <a:pt x="864" y="1799"/>
                    <a:pt x="864" y="1799"/>
                  </a:cubicBezTo>
                  <a:cubicBezTo>
                    <a:pt x="865" y="1800"/>
                    <a:pt x="866" y="1800"/>
                    <a:pt x="868" y="1799"/>
                  </a:cubicBezTo>
                  <a:cubicBezTo>
                    <a:pt x="868" y="1799"/>
                    <a:pt x="868" y="1799"/>
                    <a:pt x="868" y="1799"/>
                  </a:cubicBezTo>
                  <a:cubicBezTo>
                    <a:pt x="878" y="1798"/>
                    <a:pt x="886" y="1791"/>
                    <a:pt x="889" y="1787"/>
                  </a:cubicBezTo>
                  <a:cubicBezTo>
                    <a:pt x="889" y="1787"/>
                    <a:pt x="890" y="1787"/>
                    <a:pt x="890" y="1787"/>
                  </a:cubicBezTo>
                  <a:cubicBezTo>
                    <a:pt x="891" y="1786"/>
                    <a:pt x="891" y="1786"/>
                    <a:pt x="891" y="1786"/>
                  </a:cubicBezTo>
                  <a:cubicBezTo>
                    <a:pt x="891" y="1786"/>
                    <a:pt x="891" y="1786"/>
                    <a:pt x="891" y="1786"/>
                  </a:cubicBezTo>
                  <a:cubicBezTo>
                    <a:pt x="897" y="1781"/>
                    <a:pt x="917" y="1772"/>
                    <a:pt x="925" y="1759"/>
                  </a:cubicBezTo>
                  <a:cubicBezTo>
                    <a:pt x="934" y="1746"/>
                    <a:pt x="946" y="1745"/>
                    <a:pt x="956" y="1703"/>
                  </a:cubicBezTo>
                  <a:cubicBezTo>
                    <a:pt x="960" y="1684"/>
                    <a:pt x="976" y="1659"/>
                    <a:pt x="978" y="1644"/>
                  </a:cubicBezTo>
                  <a:cubicBezTo>
                    <a:pt x="979" y="1628"/>
                    <a:pt x="982" y="1613"/>
                    <a:pt x="978" y="1587"/>
                  </a:cubicBezTo>
                  <a:cubicBezTo>
                    <a:pt x="975" y="1569"/>
                    <a:pt x="980" y="1528"/>
                    <a:pt x="983" y="1501"/>
                  </a:cubicBezTo>
                  <a:cubicBezTo>
                    <a:pt x="983" y="1501"/>
                    <a:pt x="987" y="1479"/>
                    <a:pt x="983" y="1459"/>
                  </a:cubicBezTo>
                  <a:close/>
                  <a:moveTo>
                    <a:pt x="824" y="1732"/>
                  </a:moveTo>
                  <a:cubicBezTo>
                    <a:pt x="823" y="1732"/>
                    <a:pt x="822" y="1732"/>
                    <a:pt x="821" y="1732"/>
                  </a:cubicBezTo>
                  <a:cubicBezTo>
                    <a:pt x="824" y="1731"/>
                    <a:pt x="827" y="1731"/>
                    <a:pt x="830" y="1731"/>
                  </a:cubicBezTo>
                </a:path>
              </a:pathLst>
            </a:custGeom>
            <a:noFill/>
            <a:ln w="19050" cmpd="sng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B1DFF5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63499" name="Freeform 78">
              <a:extLst>
                <a:ext uri="{FF2B5EF4-FFF2-40B4-BE49-F238E27FC236}">
                  <a16:creationId xmlns:a16="http://schemas.microsoft.com/office/drawing/2014/main" id="{4A9C2D7E-2CC5-4E84-98A6-AB4CDB64D84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023" y="705"/>
              <a:ext cx="761" cy="2343"/>
            </a:xfrm>
            <a:custGeom>
              <a:avLst/>
              <a:gdLst>
                <a:gd name="T0" fmla="*/ 412 w 987"/>
                <a:gd name="T1" fmla="*/ 289 h 3051"/>
                <a:gd name="T2" fmla="*/ 268 w 987"/>
                <a:gd name="T3" fmla="*/ 170 h 3051"/>
                <a:gd name="T4" fmla="*/ 277 w 987"/>
                <a:gd name="T5" fmla="*/ 142 h 3051"/>
                <a:gd name="T6" fmla="*/ 280 w 987"/>
                <a:gd name="T7" fmla="*/ 130 h 3051"/>
                <a:gd name="T8" fmla="*/ 281 w 987"/>
                <a:gd name="T9" fmla="*/ 124 h 3051"/>
                <a:gd name="T10" fmla="*/ 285 w 987"/>
                <a:gd name="T11" fmla="*/ 120 h 3051"/>
                <a:gd name="T12" fmla="*/ 299 w 987"/>
                <a:gd name="T13" fmla="*/ 75 h 3051"/>
                <a:gd name="T14" fmla="*/ 285 w 987"/>
                <a:gd name="T15" fmla="*/ 97 h 3051"/>
                <a:gd name="T16" fmla="*/ 291 w 987"/>
                <a:gd name="T17" fmla="*/ 81 h 3051"/>
                <a:gd name="T18" fmla="*/ 294 w 987"/>
                <a:gd name="T19" fmla="*/ 65 h 3051"/>
                <a:gd name="T20" fmla="*/ 259 w 987"/>
                <a:gd name="T21" fmla="*/ 4 h 3051"/>
                <a:gd name="T22" fmla="*/ 218 w 987"/>
                <a:gd name="T23" fmla="*/ 2 h 3051"/>
                <a:gd name="T24" fmla="*/ 196 w 987"/>
                <a:gd name="T25" fmla="*/ 5 h 3051"/>
                <a:gd name="T26" fmla="*/ 167 w 987"/>
                <a:gd name="T27" fmla="*/ 27 h 3051"/>
                <a:gd name="T28" fmla="*/ 163 w 987"/>
                <a:gd name="T29" fmla="*/ 81 h 3051"/>
                <a:gd name="T30" fmla="*/ 160 w 987"/>
                <a:gd name="T31" fmla="*/ 72 h 3051"/>
                <a:gd name="T32" fmla="*/ 166 w 987"/>
                <a:gd name="T33" fmla="*/ 118 h 3051"/>
                <a:gd name="T34" fmla="*/ 170 w 987"/>
                <a:gd name="T35" fmla="*/ 121 h 3051"/>
                <a:gd name="T36" fmla="*/ 173 w 987"/>
                <a:gd name="T37" fmla="*/ 129 h 3051"/>
                <a:gd name="T38" fmla="*/ 173 w 987"/>
                <a:gd name="T39" fmla="*/ 134 h 3051"/>
                <a:gd name="T40" fmla="*/ 175 w 987"/>
                <a:gd name="T41" fmla="*/ 141 h 3051"/>
                <a:gd name="T42" fmla="*/ 177 w 987"/>
                <a:gd name="T43" fmla="*/ 146 h 3051"/>
                <a:gd name="T44" fmla="*/ 155 w 987"/>
                <a:gd name="T45" fmla="*/ 210 h 3051"/>
                <a:gd name="T46" fmla="*/ 18 w 987"/>
                <a:gd name="T47" fmla="*/ 495 h 3051"/>
                <a:gd name="T48" fmla="*/ 3 w 987"/>
                <a:gd name="T49" fmla="*/ 662 h 3051"/>
                <a:gd name="T50" fmla="*/ 2 w 987"/>
                <a:gd name="T51" fmla="*/ 743 h 3051"/>
                <a:gd name="T52" fmla="*/ 52 w 987"/>
                <a:gd name="T53" fmla="*/ 814 h 3051"/>
                <a:gd name="T54" fmla="*/ 59 w 987"/>
                <a:gd name="T55" fmla="*/ 807 h 3051"/>
                <a:gd name="T56" fmla="*/ 80 w 987"/>
                <a:gd name="T57" fmla="*/ 796 h 3051"/>
                <a:gd name="T58" fmla="*/ 72 w 987"/>
                <a:gd name="T59" fmla="*/ 767 h 3051"/>
                <a:gd name="T60" fmla="*/ 42 w 987"/>
                <a:gd name="T61" fmla="*/ 723 h 3051"/>
                <a:gd name="T62" fmla="*/ 61 w 987"/>
                <a:gd name="T63" fmla="*/ 713 h 3051"/>
                <a:gd name="T64" fmla="*/ 87 w 987"/>
                <a:gd name="T65" fmla="*/ 515 h 3051"/>
                <a:gd name="T66" fmla="*/ 97 w 987"/>
                <a:gd name="T67" fmla="*/ 660 h 3051"/>
                <a:gd name="T68" fmla="*/ 127 w 987"/>
                <a:gd name="T69" fmla="*/ 1127 h 3051"/>
                <a:gd name="T70" fmla="*/ 122 w 987"/>
                <a:gd name="T71" fmla="*/ 1349 h 3051"/>
                <a:gd name="T72" fmla="*/ 131 w 987"/>
                <a:gd name="T73" fmla="*/ 1369 h 3051"/>
                <a:gd name="T74" fmla="*/ 201 w 987"/>
                <a:gd name="T75" fmla="*/ 1372 h 3051"/>
                <a:gd name="T76" fmla="*/ 209 w 987"/>
                <a:gd name="T77" fmla="*/ 1340 h 3051"/>
                <a:gd name="T78" fmla="*/ 202 w 987"/>
                <a:gd name="T79" fmla="*/ 1006 h 3051"/>
                <a:gd name="T80" fmla="*/ 241 w 987"/>
                <a:gd name="T81" fmla="*/ 859 h 3051"/>
                <a:gd name="T82" fmla="*/ 243 w 987"/>
                <a:gd name="T83" fmla="*/ 1278 h 3051"/>
                <a:gd name="T84" fmla="*/ 251 w 987"/>
                <a:gd name="T85" fmla="*/ 1372 h 3051"/>
                <a:gd name="T86" fmla="*/ 319 w 987"/>
                <a:gd name="T87" fmla="*/ 1373 h 3051"/>
                <a:gd name="T88" fmla="*/ 334 w 987"/>
                <a:gd name="T89" fmla="*/ 1362 h 3051"/>
                <a:gd name="T90" fmla="*/ 293 w 987"/>
                <a:gd name="T91" fmla="*/ 1278 h 3051"/>
                <a:gd name="T92" fmla="*/ 331 w 987"/>
                <a:gd name="T93" fmla="*/ 988 h 3051"/>
                <a:gd name="T94" fmla="*/ 355 w 987"/>
                <a:gd name="T95" fmla="*/ 647 h 3051"/>
                <a:gd name="T96" fmla="*/ 365 w 987"/>
                <a:gd name="T97" fmla="*/ 498 h 3051"/>
                <a:gd name="T98" fmla="*/ 401 w 987"/>
                <a:gd name="T99" fmla="*/ 680 h 3051"/>
                <a:gd name="T100" fmla="*/ 385 w 987"/>
                <a:gd name="T101" fmla="*/ 752 h 3051"/>
                <a:gd name="T102" fmla="*/ 405 w 987"/>
                <a:gd name="T103" fmla="*/ 738 h 3051"/>
                <a:gd name="T104" fmla="*/ 386 w 987"/>
                <a:gd name="T105" fmla="*/ 771 h 3051"/>
                <a:gd name="T106" fmla="*/ 372 w 987"/>
                <a:gd name="T107" fmla="*/ 786 h 3051"/>
                <a:gd name="T108" fmla="*/ 387 w 987"/>
                <a:gd name="T109" fmla="*/ 809 h 3051"/>
                <a:gd name="T110" fmla="*/ 407 w 987"/>
                <a:gd name="T111" fmla="*/ 809 h 3051"/>
                <a:gd name="T112" fmla="*/ 448 w 987"/>
                <a:gd name="T113" fmla="*/ 719 h 3051"/>
                <a:gd name="T114" fmla="*/ 378 w 987"/>
                <a:gd name="T115" fmla="*/ 784 h 3051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987" h="3051">
                  <a:moveTo>
                    <a:pt x="983" y="1459"/>
                  </a:moveTo>
                  <a:cubicBezTo>
                    <a:pt x="981" y="1444"/>
                    <a:pt x="980" y="1429"/>
                    <a:pt x="976" y="1412"/>
                  </a:cubicBezTo>
                  <a:cubicBezTo>
                    <a:pt x="972" y="1395"/>
                    <a:pt x="971" y="1360"/>
                    <a:pt x="970" y="1337"/>
                  </a:cubicBezTo>
                  <a:cubicBezTo>
                    <a:pt x="969" y="1297"/>
                    <a:pt x="969" y="1139"/>
                    <a:pt x="946" y="1082"/>
                  </a:cubicBezTo>
                  <a:cubicBezTo>
                    <a:pt x="941" y="1064"/>
                    <a:pt x="936" y="1035"/>
                    <a:pt x="937" y="994"/>
                  </a:cubicBezTo>
                  <a:cubicBezTo>
                    <a:pt x="934" y="881"/>
                    <a:pt x="909" y="816"/>
                    <a:pt x="911" y="782"/>
                  </a:cubicBezTo>
                  <a:cubicBezTo>
                    <a:pt x="918" y="731"/>
                    <a:pt x="909" y="681"/>
                    <a:pt x="899" y="638"/>
                  </a:cubicBezTo>
                  <a:cubicBezTo>
                    <a:pt x="896" y="626"/>
                    <a:pt x="892" y="615"/>
                    <a:pt x="886" y="604"/>
                  </a:cubicBezTo>
                  <a:cubicBezTo>
                    <a:pt x="852" y="537"/>
                    <a:pt x="771" y="512"/>
                    <a:pt x="741" y="505"/>
                  </a:cubicBezTo>
                  <a:cubicBezTo>
                    <a:pt x="718" y="499"/>
                    <a:pt x="656" y="468"/>
                    <a:pt x="636" y="459"/>
                  </a:cubicBezTo>
                  <a:cubicBezTo>
                    <a:pt x="634" y="458"/>
                    <a:pt x="632" y="457"/>
                    <a:pt x="630" y="456"/>
                  </a:cubicBezTo>
                  <a:cubicBezTo>
                    <a:pt x="627" y="454"/>
                    <a:pt x="624" y="453"/>
                    <a:pt x="621" y="451"/>
                  </a:cubicBezTo>
                  <a:cubicBezTo>
                    <a:pt x="620" y="450"/>
                    <a:pt x="618" y="449"/>
                    <a:pt x="616" y="448"/>
                  </a:cubicBezTo>
                  <a:cubicBezTo>
                    <a:pt x="589" y="427"/>
                    <a:pt x="583" y="399"/>
                    <a:pt x="584" y="375"/>
                  </a:cubicBezTo>
                  <a:cubicBezTo>
                    <a:pt x="585" y="364"/>
                    <a:pt x="587" y="354"/>
                    <a:pt x="588" y="349"/>
                  </a:cubicBezTo>
                  <a:cubicBezTo>
                    <a:pt x="588" y="349"/>
                    <a:pt x="588" y="348"/>
                    <a:pt x="588" y="348"/>
                  </a:cubicBezTo>
                  <a:cubicBezTo>
                    <a:pt x="594" y="340"/>
                    <a:pt x="598" y="332"/>
                    <a:pt x="600" y="327"/>
                  </a:cubicBezTo>
                  <a:cubicBezTo>
                    <a:pt x="600" y="325"/>
                    <a:pt x="601" y="323"/>
                    <a:pt x="602" y="321"/>
                  </a:cubicBezTo>
                  <a:cubicBezTo>
                    <a:pt x="602" y="321"/>
                    <a:pt x="602" y="321"/>
                    <a:pt x="602" y="321"/>
                  </a:cubicBezTo>
                  <a:cubicBezTo>
                    <a:pt x="603" y="319"/>
                    <a:pt x="603" y="317"/>
                    <a:pt x="604" y="315"/>
                  </a:cubicBezTo>
                  <a:cubicBezTo>
                    <a:pt x="604" y="315"/>
                    <a:pt x="604" y="314"/>
                    <a:pt x="604" y="314"/>
                  </a:cubicBezTo>
                  <a:cubicBezTo>
                    <a:pt x="605" y="312"/>
                    <a:pt x="605" y="310"/>
                    <a:pt x="606" y="308"/>
                  </a:cubicBezTo>
                  <a:cubicBezTo>
                    <a:pt x="606" y="308"/>
                    <a:pt x="606" y="307"/>
                    <a:pt x="606" y="307"/>
                  </a:cubicBezTo>
                  <a:cubicBezTo>
                    <a:pt x="606" y="305"/>
                    <a:pt x="607" y="303"/>
                    <a:pt x="608" y="300"/>
                  </a:cubicBezTo>
                  <a:cubicBezTo>
                    <a:pt x="608" y="300"/>
                    <a:pt x="608" y="300"/>
                    <a:pt x="608" y="300"/>
                  </a:cubicBezTo>
                  <a:cubicBezTo>
                    <a:pt x="608" y="298"/>
                    <a:pt x="609" y="295"/>
                    <a:pt x="609" y="293"/>
                  </a:cubicBezTo>
                  <a:cubicBezTo>
                    <a:pt x="609" y="293"/>
                    <a:pt x="609" y="293"/>
                    <a:pt x="609" y="293"/>
                  </a:cubicBezTo>
                  <a:cubicBezTo>
                    <a:pt x="610" y="290"/>
                    <a:pt x="610" y="288"/>
                    <a:pt x="611" y="286"/>
                  </a:cubicBezTo>
                  <a:cubicBezTo>
                    <a:pt x="611" y="286"/>
                    <a:pt x="611" y="286"/>
                    <a:pt x="611" y="286"/>
                  </a:cubicBezTo>
                  <a:cubicBezTo>
                    <a:pt x="611" y="283"/>
                    <a:pt x="611" y="281"/>
                    <a:pt x="612" y="279"/>
                  </a:cubicBezTo>
                  <a:cubicBezTo>
                    <a:pt x="612" y="279"/>
                    <a:pt x="612" y="279"/>
                    <a:pt x="612" y="279"/>
                  </a:cubicBezTo>
                  <a:cubicBezTo>
                    <a:pt x="612" y="277"/>
                    <a:pt x="612" y="275"/>
                    <a:pt x="612" y="273"/>
                  </a:cubicBezTo>
                  <a:cubicBezTo>
                    <a:pt x="612" y="273"/>
                    <a:pt x="612" y="273"/>
                    <a:pt x="612" y="273"/>
                  </a:cubicBezTo>
                  <a:cubicBezTo>
                    <a:pt x="612" y="273"/>
                    <a:pt x="613" y="272"/>
                    <a:pt x="613" y="272"/>
                  </a:cubicBezTo>
                  <a:cubicBezTo>
                    <a:pt x="613" y="272"/>
                    <a:pt x="613" y="272"/>
                    <a:pt x="613" y="272"/>
                  </a:cubicBezTo>
                  <a:cubicBezTo>
                    <a:pt x="614" y="271"/>
                    <a:pt x="616" y="270"/>
                    <a:pt x="618" y="269"/>
                  </a:cubicBezTo>
                  <a:cubicBezTo>
                    <a:pt x="618" y="269"/>
                    <a:pt x="618" y="269"/>
                    <a:pt x="618" y="269"/>
                  </a:cubicBezTo>
                  <a:cubicBezTo>
                    <a:pt x="618" y="268"/>
                    <a:pt x="619" y="268"/>
                    <a:pt x="620" y="268"/>
                  </a:cubicBezTo>
                  <a:cubicBezTo>
                    <a:pt x="620" y="267"/>
                    <a:pt x="620" y="267"/>
                    <a:pt x="620" y="267"/>
                  </a:cubicBezTo>
                  <a:cubicBezTo>
                    <a:pt x="621" y="267"/>
                    <a:pt x="621" y="266"/>
                    <a:pt x="622" y="266"/>
                  </a:cubicBezTo>
                  <a:cubicBezTo>
                    <a:pt x="622" y="266"/>
                    <a:pt x="622" y="265"/>
                    <a:pt x="622" y="265"/>
                  </a:cubicBezTo>
                  <a:cubicBezTo>
                    <a:pt x="623" y="265"/>
                    <a:pt x="623" y="265"/>
                    <a:pt x="623" y="264"/>
                  </a:cubicBezTo>
                  <a:cubicBezTo>
                    <a:pt x="624" y="264"/>
                    <a:pt x="624" y="264"/>
                    <a:pt x="624" y="263"/>
                  </a:cubicBezTo>
                  <a:cubicBezTo>
                    <a:pt x="625" y="263"/>
                    <a:pt x="625" y="263"/>
                    <a:pt x="625" y="263"/>
                  </a:cubicBezTo>
                  <a:cubicBezTo>
                    <a:pt x="625" y="262"/>
                    <a:pt x="626" y="261"/>
                    <a:pt x="626" y="261"/>
                  </a:cubicBezTo>
                  <a:cubicBezTo>
                    <a:pt x="630" y="256"/>
                    <a:pt x="631" y="251"/>
                    <a:pt x="634" y="246"/>
                  </a:cubicBezTo>
                  <a:cubicBezTo>
                    <a:pt x="638" y="240"/>
                    <a:pt x="636" y="236"/>
                    <a:pt x="640" y="226"/>
                  </a:cubicBezTo>
                  <a:cubicBezTo>
                    <a:pt x="643" y="217"/>
                    <a:pt x="645" y="202"/>
                    <a:pt x="645" y="196"/>
                  </a:cubicBezTo>
                  <a:cubicBezTo>
                    <a:pt x="645" y="190"/>
                    <a:pt x="652" y="174"/>
                    <a:pt x="652" y="166"/>
                  </a:cubicBezTo>
                  <a:cubicBezTo>
                    <a:pt x="652" y="161"/>
                    <a:pt x="650" y="157"/>
                    <a:pt x="648" y="156"/>
                  </a:cubicBezTo>
                  <a:cubicBezTo>
                    <a:pt x="647" y="155"/>
                    <a:pt x="646" y="155"/>
                    <a:pt x="645" y="155"/>
                  </a:cubicBezTo>
                  <a:cubicBezTo>
                    <a:pt x="644" y="154"/>
                    <a:pt x="643" y="155"/>
                    <a:pt x="642" y="155"/>
                  </a:cubicBezTo>
                  <a:cubicBezTo>
                    <a:pt x="632" y="187"/>
                    <a:pt x="632" y="187"/>
                    <a:pt x="632" y="187"/>
                  </a:cubicBezTo>
                  <a:cubicBezTo>
                    <a:pt x="630" y="196"/>
                    <a:pt x="630" y="196"/>
                    <a:pt x="630" y="196"/>
                  </a:cubicBezTo>
                  <a:cubicBezTo>
                    <a:pt x="628" y="204"/>
                    <a:pt x="622" y="215"/>
                    <a:pt x="622" y="215"/>
                  </a:cubicBezTo>
                  <a:cubicBezTo>
                    <a:pt x="622" y="214"/>
                    <a:pt x="622" y="214"/>
                    <a:pt x="622" y="214"/>
                  </a:cubicBezTo>
                  <a:cubicBezTo>
                    <a:pt x="623" y="211"/>
                    <a:pt x="625" y="207"/>
                    <a:pt x="627" y="202"/>
                  </a:cubicBezTo>
                  <a:cubicBezTo>
                    <a:pt x="627" y="201"/>
                    <a:pt x="628" y="199"/>
                    <a:pt x="629" y="197"/>
                  </a:cubicBezTo>
                  <a:cubicBezTo>
                    <a:pt x="629" y="196"/>
                    <a:pt x="629" y="196"/>
                    <a:pt x="630" y="195"/>
                  </a:cubicBezTo>
                  <a:cubicBezTo>
                    <a:pt x="630" y="193"/>
                    <a:pt x="631" y="191"/>
                    <a:pt x="632" y="188"/>
                  </a:cubicBezTo>
                  <a:cubicBezTo>
                    <a:pt x="632" y="188"/>
                    <a:pt x="632" y="187"/>
                    <a:pt x="632" y="187"/>
                  </a:cubicBezTo>
                  <a:cubicBezTo>
                    <a:pt x="633" y="185"/>
                    <a:pt x="634" y="182"/>
                    <a:pt x="635" y="180"/>
                  </a:cubicBezTo>
                  <a:cubicBezTo>
                    <a:pt x="635" y="180"/>
                    <a:pt x="635" y="179"/>
                    <a:pt x="635" y="179"/>
                  </a:cubicBezTo>
                  <a:cubicBezTo>
                    <a:pt x="636" y="176"/>
                    <a:pt x="636" y="173"/>
                    <a:pt x="637" y="171"/>
                  </a:cubicBezTo>
                  <a:cubicBezTo>
                    <a:pt x="637" y="170"/>
                    <a:pt x="637" y="170"/>
                    <a:pt x="638" y="169"/>
                  </a:cubicBezTo>
                  <a:cubicBezTo>
                    <a:pt x="638" y="166"/>
                    <a:pt x="639" y="163"/>
                    <a:pt x="639" y="160"/>
                  </a:cubicBezTo>
                  <a:cubicBezTo>
                    <a:pt x="639" y="160"/>
                    <a:pt x="639" y="159"/>
                    <a:pt x="639" y="159"/>
                  </a:cubicBezTo>
                  <a:cubicBezTo>
                    <a:pt x="640" y="156"/>
                    <a:pt x="640" y="153"/>
                    <a:pt x="640" y="149"/>
                  </a:cubicBezTo>
                  <a:cubicBezTo>
                    <a:pt x="641" y="148"/>
                    <a:pt x="641" y="146"/>
                    <a:pt x="641" y="144"/>
                  </a:cubicBezTo>
                  <a:cubicBezTo>
                    <a:pt x="641" y="143"/>
                    <a:pt x="641" y="143"/>
                    <a:pt x="641" y="143"/>
                  </a:cubicBezTo>
                  <a:cubicBezTo>
                    <a:pt x="642" y="127"/>
                    <a:pt x="641" y="101"/>
                    <a:pt x="630" y="76"/>
                  </a:cubicBezTo>
                  <a:cubicBezTo>
                    <a:pt x="630" y="74"/>
                    <a:pt x="630" y="73"/>
                    <a:pt x="629" y="71"/>
                  </a:cubicBezTo>
                  <a:cubicBezTo>
                    <a:pt x="625" y="55"/>
                    <a:pt x="616" y="40"/>
                    <a:pt x="599" y="33"/>
                  </a:cubicBezTo>
                  <a:cubicBezTo>
                    <a:pt x="602" y="35"/>
                    <a:pt x="605" y="36"/>
                    <a:pt x="608" y="37"/>
                  </a:cubicBezTo>
                  <a:cubicBezTo>
                    <a:pt x="599" y="28"/>
                    <a:pt x="583" y="17"/>
                    <a:pt x="570" y="15"/>
                  </a:cubicBezTo>
                  <a:cubicBezTo>
                    <a:pt x="577" y="15"/>
                    <a:pt x="584" y="21"/>
                    <a:pt x="592" y="21"/>
                  </a:cubicBezTo>
                  <a:cubicBezTo>
                    <a:pt x="586" y="15"/>
                    <a:pt x="575" y="9"/>
                    <a:pt x="566" y="8"/>
                  </a:cubicBezTo>
                  <a:cubicBezTo>
                    <a:pt x="560" y="7"/>
                    <a:pt x="551" y="12"/>
                    <a:pt x="544" y="12"/>
                  </a:cubicBezTo>
                  <a:cubicBezTo>
                    <a:pt x="543" y="11"/>
                    <a:pt x="542" y="11"/>
                    <a:pt x="541" y="11"/>
                  </a:cubicBezTo>
                  <a:cubicBezTo>
                    <a:pt x="539" y="10"/>
                    <a:pt x="537" y="9"/>
                    <a:pt x="535" y="8"/>
                  </a:cubicBezTo>
                  <a:cubicBezTo>
                    <a:pt x="528" y="4"/>
                    <a:pt x="521" y="4"/>
                    <a:pt x="513" y="2"/>
                  </a:cubicBezTo>
                  <a:cubicBezTo>
                    <a:pt x="499" y="0"/>
                    <a:pt x="486" y="0"/>
                    <a:pt x="472" y="1"/>
                  </a:cubicBezTo>
                  <a:cubicBezTo>
                    <a:pt x="475" y="1"/>
                    <a:pt x="478" y="3"/>
                    <a:pt x="482" y="4"/>
                  </a:cubicBezTo>
                  <a:cubicBezTo>
                    <a:pt x="480" y="3"/>
                    <a:pt x="478" y="3"/>
                    <a:pt x="476" y="3"/>
                  </a:cubicBezTo>
                  <a:cubicBezTo>
                    <a:pt x="472" y="4"/>
                    <a:pt x="469" y="4"/>
                    <a:pt x="465" y="5"/>
                  </a:cubicBezTo>
                  <a:cubicBezTo>
                    <a:pt x="463" y="5"/>
                    <a:pt x="462" y="6"/>
                    <a:pt x="460" y="6"/>
                  </a:cubicBezTo>
                  <a:cubicBezTo>
                    <a:pt x="457" y="7"/>
                    <a:pt x="453" y="7"/>
                    <a:pt x="450" y="7"/>
                  </a:cubicBezTo>
                  <a:cubicBezTo>
                    <a:pt x="442" y="8"/>
                    <a:pt x="433" y="8"/>
                    <a:pt x="425" y="10"/>
                  </a:cubicBezTo>
                  <a:cubicBezTo>
                    <a:pt x="424" y="10"/>
                    <a:pt x="422" y="10"/>
                    <a:pt x="421" y="11"/>
                  </a:cubicBezTo>
                  <a:cubicBezTo>
                    <a:pt x="422" y="12"/>
                    <a:pt x="423" y="12"/>
                    <a:pt x="424" y="12"/>
                  </a:cubicBezTo>
                  <a:cubicBezTo>
                    <a:pt x="425" y="12"/>
                    <a:pt x="426" y="12"/>
                    <a:pt x="427" y="12"/>
                  </a:cubicBezTo>
                  <a:cubicBezTo>
                    <a:pt x="427" y="12"/>
                    <a:pt x="428" y="12"/>
                    <a:pt x="429" y="12"/>
                  </a:cubicBezTo>
                  <a:cubicBezTo>
                    <a:pt x="423" y="14"/>
                    <a:pt x="418" y="16"/>
                    <a:pt x="413" y="18"/>
                  </a:cubicBezTo>
                  <a:cubicBezTo>
                    <a:pt x="410" y="19"/>
                    <a:pt x="407" y="20"/>
                    <a:pt x="404" y="21"/>
                  </a:cubicBezTo>
                  <a:cubicBezTo>
                    <a:pt x="394" y="25"/>
                    <a:pt x="387" y="33"/>
                    <a:pt x="378" y="39"/>
                  </a:cubicBezTo>
                  <a:cubicBezTo>
                    <a:pt x="380" y="37"/>
                    <a:pt x="383" y="36"/>
                    <a:pt x="385" y="35"/>
                  </a:cubicBezTo>
                  <a:cubicBezTo>
                    <a:pt x="381" y="40"/>
                    <a:pt x="374" y="43"/>
                    <a:pt x="370" y="48"/>
                  </a:cubicBezTo>
                  <a:cubicBezTo>
                    <a:pt x="368" y="52"/>
                    <a:pt x="367" y="56"/>
                    <a:pt x="366" y="60"/>
                  </a:cubicBezTo>
                  <a:cubicBezTo>
                    <a:pt x="343" y="95"/>
                    <a:pt x="348" y="137"/>
                    <a:pt x="349" y="147"/>
                  </a:cubicBezTo>
                  <a:cubicBezTo>
                    <a:pt x="349" y="147"/>
                    <a:pt x="349" y="148"/>
                    <a:pt x="349" y="148"/>
                  </a:cubicBezTo>
                  <a:cubicBezTo>
                    <a:pt x="350" y="149"/>
                    <a:pt x="350" y="149"/>
                    <a:pt x="350" y="150"/>
                  </a:cubicBezTo>
                  <a:cubicBezTo>
                    <a:pt x="350" y="150"/>
                    <a:pt x="350" y="150"/>
                    <a:pt x="350" y="150"/>
                  </a:cubicBezTo>
                  <a:cubicBezTo>
                    <a:pt x="350" y="151"/>
                    <a:pt x="350" y="152"/>
                    <a:pt x="350" y="153"/>
                  </a:cubicBezTo>
                  <a:cubicBezTo>
                    <a:pt x="350" y="153"/>
                    <a:pt x="350" y="153"/>
                    <a:pt x="350" y="153"/>
                  </a:cubicBezTo>
                  <a:cubicBezTo>
                    <a:pt x="352" y="159"/>
                    <a:pt x="353" y="169"/>
                    <a:pt x="356" y="179"/>
                  </a:cubicBezTo>
                  <a:cubicBezTo>
                    <a:pt x="357" y="187"/>
                    <a:pt x="358" y="194"/>
                    <a:pt x="359" y="199"/>
                  </a:cubicBezTo>
                  <a:cubicBezTo>
                    <a:pt x="359" y="199"/>
                    <a:pt x="359" y="199"/>
                    <a:pt x="359" y="199"/>
                  </a:cubicBezTo>
                  <a:cubicBezTo>
                    <a:pt x="357" y="190"/>
                    <a:pt x="355" y="181"/>
                    <a:pt x="355" y="179"/>
                  </a:cubicBezTo>
                  <a:cubicBezTo>
                    <a:pt x="355" y="179"/>
                    <a:pt x="355" y="179"/>
                    <a:pt x="355" y="178"/>
                  </a:cubicBezTo>
                  <a:cubicBezTo>
                    <a:pt x="355" y="178"/>
                    <a:pt x="355" y="178"/>
                    <a:pt x="355" y="178"/>
                  </a:cubicBezTo>
                  <a:cubicBezTo>
                    <a:pt x="355" y="178"/>
                    <a:pt x="353" y="172"/>
                    <a:pt x="352" y="166"/>
                  </a:cubicBezTo>
                  <a:cubicBezTo>
                    <a:pt x="351" y="164"/>
                    <a:pt x="350" y="162"/>
                    <a:pt x="350" y="160"/>
                  </a:cubicBezTo>
                  <a:cubicBezTo>
                    <a:pt x="350" y="160"/>
                    <a:pt x="350" y="160"/>
                    <a:pt x="350" y="160"/>
                  </a:cubicBezTo>
                  <a:cubicBezTo>
                    <a:pt x="350" y="158"/>
                    <a:pt x="346" y="155"/>
                    <a:pt x="346" y="155"/>
                  </a:cubicBezTo>
                  <a:cubicBezTo>
                    <a:pt x="341" y="152"/>
                    <a:pt x="337" y="158"/>
                    <a:pt x="337" y="166"/>
                  </a:cubicBezTo>
                  <a:cubicBezTo>
                    <a:pt x="337" y="174"/>
                    <a:pt x="343" y="190"/>
                    <a:pt x="343" y="196"/>
                  </a:cubicBezTo>
                  <a:cubicBezTo>
                    <a:pt x="343" y="202"/>
                    <a:pt x="345" y="217"/>
                    <a:pt x="349" y="226"/>
                  </a:cubicBezTo>
                  <a:cubicBezTo>
                    <a:pt x="352" y="236"/>
                    <a:pt x="351" y="240"/>
                    <a:pt x="354" y="246"/>
                  </a:cubicBezTo>
                  <a:cubicBezTo>
                    <a:pt x="357" y="251"/>
                    <a:pt x="359" y="256"/>
                    <a:pt x="362" y="261"/>
                  </a:cubicBezTo>
                  <a:cubicBezTo>
                    <a:pt x="362" y="261"/>
                    <a:pt x="363" y="262"/>
                    <a:pt x="363" y="263"/>
                  </a:cubicBezTo>
                  <a:cubicBezTo>
                    <a:pt x="364" y="263"/>
                    <a:pt x="364" y="263"/>
                    <a:pt x="364" y="263"/>
                  </a:cubicBezTo>
                  <a:cubicBezTo>
                    <a:pt x="364" y="264"/>
                    <a:pt x="365" y="264"/>
                    <a:pt x="365" y="264"/>
                  </a:cubicBezTo>
                  <a:cubicBezTo>
                    <a:pt x="365" y="265"/>
                    <a:pt x="366" y="265"/>
                    <a:pt x="366" y="265"/>
                  </a:cubicBezTo>
                  <a:cubicBezTo>
                    <a:pt x="366" y="266"/>
                    <a:pt x="367" y="266"/>
                    <a:pt x="367" y="266"/>
                  </a:cubicBezTo>
                  <a:cubicBezTo>
                    <a:pt x="368" y="267"/>
                    <a:pt x="368" y="267"/>
                    <a:pt x="369" y="267"/>
                  </a:cubicBezTo>
                  <a:cubicBezTo>
                    <a:pt x="369" y="267"/>
                    <a:pt x="369" y="268"/>
                    <a:pt x="369" y="268"/>
                  </a:cubicBezTo>
                  <a:cubicBezTo>
                    <a:pt x="372" y="270"/>
                    <a:pt x="374" y="271"/>
                    <a:pt x="376" y="272"/>
                  </a:cubicBezTo>
                  <a:cubicBezTo>
                    <a:pt x="376" y="272"/>
                    <a:pt x="376" y="272"/>
                    <a:pt x="376" y="272"/>
                  </a:cubicBezTo>
                  <a:cubicBezTo>
                    <a:pt x="376" y="274"/>
                    <a:pt x="376" y="276"/>
                    <a:pt x="376" y="278"/>
                  </a:cubicBezTo>
                  <a:cubicBezTo>
                    <a:pt x="376" y="278"/>
                    <a:pt x="376" y="278"/>
                    <a:pt x="376" y="278"/>
                  </a:cubicBezTo>
                  <a:cubicBezTo>
                    <a:pt x="377" y="279"/>
                    <a:pt x="377" y="280"/>
                    <a:pt x="377" y="281"/>
                  </a:cubicBezTo>
                  <a:cubicBezTo>
                    <a:pt x="377" y="281"/>
                    <a:pt x="377" y="281"/>
                    <a:pt x="377" y="281"/>
                  </a:cubicBezTo>
                  <a:cubicBezTo>
                    <a:pt x="377" y="282"/>
                    <a:pt x="377" y="283"/>
                    <a:pt x="377" y="285"/>
                  </a:cubicBezTo>
                  <a:cubicBezTo>
                    <a:pt x="377" y="285"/>
                    <a:pt x="377" y="285"/>
                    <a:pt x="377" y="285"/>
                  </a:cubicBezTo>
                  <a:cubicBezTo>
                    <a:pt x="377" y="286"/>
                    <a:pt x="377" y="287"/>
                    <a:pt x="378" y="288"/>
                  </a:cubicBezTo>
                  <a:cubicBezTo>
                    <a:pt x="378" y="288"/>
                    <a:pt x="378" y="289"/>
                    <a:pt x="378" y="289"/>
                  </a:cubicBezTo>
                  <a:cubicBezTo>
                    <a:pt x="378" y="290"/>
                    <a:pt x="378" y="291"/>
                    <a:pt x="378" y="292"/>
                  </a:cubicBezTo>
                  <a:cubicBezTo>
                    <a:pt x="378" y="292"/>
                    <a:pt x="378" y="293"/>
                    <a:pt x="378" y="293"/>
                  </a:cubicBezTo>
                  <a:cubicBezTo>
                    <a:pt x="378" y="294"/>
                    <a:pt x="378" y="295"/>
                    <a:pt x="379" y="296"/>
                  </a:cubicBezTo>
                  <a:cubicBezTo>
                    <a:pt x="379" y="296"/>
                    <a:pt x="379" y="297"/>
                    <a:pt x="379" y="297"/>
                  </a:cubicBezTo>
                  <a:cubicBezTo>
                    <a:pt x="379" y="298"/>
                    <a:pt x="379" y="299"/>
                    <a:pt x="379" y="300"/>
                  </a:cubicBezTo>
                  <a:cubicBezTo>
                    <a:pt x="379" y="300"/>
                    <a:pt x="379" y="301"/>
                    <a:pt x="379" y="301"/>
                  </a:cubicBezTo>
                  <a:cubicBezTo>
                    <a:pt x="380" y="302"/>
                    <a:pt x="380" y="303"/>
                    <a:pt x="380" y="304"/>
                  </a:cubicBezTo>
                  <a:cubicBezTo>
                    <a:pt x="380" y="304"/>
                    <a:pt x="380" y="305"/>
                    <a:pt x="380" y="305"/>
                  </a:cubicBezTo>
                  <a:cubicBezTo>
                    <a:pt x="380" y="306"/>
                    <a:pt x="381" y="307"/>
                    <a:pt x="381" y="307"/>
                  </a:cubicBezTo>
                  <a:cubicBezTo>
                    <a:pt x="381" y="308"/>
                    <a:pt x="381" y="309"/>
                    <a:pt x="381" y="309"/>
                  </a:cubicBezTo>
                  <a:cubicBezTo>
                    <a:pt x="381" y="310"/>
                    <a:pt x="381" y="311"/>
                    <a:pt x="382" y="311"/>
                  </a:cubicBezTo>
                  <a:cubicBezTo>
                    <a:pt x="382" y="312"/>
                    <a:pt x="382" y="312"/>
                    <a:pt x="382" y="313"/>
                  </a:cubicBezTo>
                  <a:cubicBezTo>
                    <a:pt x="382" y="313"/>
                    <a:pt x="382" y="314"/>
                    <a:pt x="382" y="315"/>
                  </a:cubicBezTo>
                  <a:cubicBezTo>
                    <a:pt x="383" y="315"/>
                    <a:pt x="383" y="316"/>
                    <a:pt x="383" y="316"/>
                  </a:cubicBezTo>
                  <a:cubicBezTo>
                    <a:pt x="383" y="317"/>
                    <a:pt x="383" y="318"/>
                    <a:pt x="383" y="318"/>
                  </a:cubicBezTo>
                  <a:cubicBezTo>
                    <a:pt x="384" y="319"/>
                    <a:pt x="384" y="319"/>
                    <a:pt x="384" y="320"/>
                  </a:cubicBezTo>
                  <a:cubicBezTo>
                    <a:pt x="384" y="320"/>
                    <a:pt x="384" y="321"/>
                    <a:pt x="384" y="321"/>
                  </a:cubicBezTo>
                  <a:cubicBezTo>
                    <a:pt x="385" y="322"/>
                    <a:pt x="385" y="322"/>
                    <a:pt x="385" y="323"/>
                  </a:cubicBezTo>
                  <a:cubicBezTo>
                    <a:pt x="385" y="323"/>
                    <a:pt x="385" y="324"/>
                    <a:pt x="385" y="324"/>
                  </a:cubicBezTo>
                  <a:cubicBezTo>
                    <a:pt x="386" y="325"/>
                    <a:pt x="386" y="326"/>
                    <a:pt x="387" y="327"/>
                  </a:cubicBezTo>
                  <a:cubicBezTo>
                    <a:pt x="389" y="330"/>
                    <a:pt x="392" y="336"/>
                    <a:pt x="397" y="343"/>
                  </a:cubicBezTo>
                  <a:cubicBezTo>
                    <a:pt x="397" y="350"/>
                    <a:pt x="399" y="360"/>
                    <a:pt x="399" y="371"/>
                  </a:cubicBezTo>
                  <a:cubicBezTo>
                    <a:pt x="400" y="385"/>
                    <a:pt x="398" y="401"/>
                    <a:pt x="393" y="415"/>
                  </a:cubicBezTo>
                  <a:cubicBezTo>
                    <a:pt x="386" y="432"/>
                    <a:pt x="373" y="448"/>
                    <a:pt x="349" y="461"/>
                  </a:cubicBezTo>
                  <a:cubicBezTo>
                    <a:pt x="346" y="462"/>
                    <a:pt x="342" y="464"/>
                    <a:pt x="338" y="465"/>
                  </a:cubicBezTo>
                  <a:cubicBezTo>
                    <a:pt x="309" y="477"/>
                    <a:pt x="270" y="497"/>
                    <a:pt x="244" y="502"/>
                  </a:cubicBezTo>
                  <a:cubicBezTo>
                    <a:pt x="224" y="505"/>
                    <a:pt x="117" y="546"/>
                    <a:pt x="96" y="637"/>
                  </a:cubicBezTo>
                  <a:cubicBezTo>
                    <a:pt x="87" y="666"/>
                    <a:pt x="78" y="702"/>
                    <a:pt x="76" y="737"/>
                  </a:cubicBezTo>
                  <a:cubicBezTo>
                    <a:pt x="75" y="753"/>
                    <a:pt x="75" y="768"/>
                    <a:pt x="77" y="784"/>
                  </a:cubicBezTo>
                  <a:cubicBezTo>
                    <a:pt x="79" y="818"/>
                    <a:pt x="54" y="883"/>
                    <a:pt x="51" y="996"/>
                  </a:cubicBezTo>
                  <a:cubicBezTo>
                    <a:pt x="52" y="1036"/>
                    <a:pt x="48" y="1064"/>
                    <a:pt x="43" y="1082"/>
                  </a:cubicBezTo>
                  <a:cubicBezTo>
                    <a:pt x="41" y="1086"/>
                    <a:pt x="40" y="1090"/>
                    <a:pt x="39" y="1094"/>
                  </a:cubicBezTo>
                  <a:cubicBezTo>
                    <a:pt x="19" y="1158"/>
                    <a:pt x="19" y="1301"/>
                    <a:pt x="18" y="1338"/>
                  </a:cubicBezTo>
                  <a:cubicBezTo>
                    <a:pt x="17" y="1362"/>
                    <a:pt x="16" y="1396"/>
                    <a:pt x="12" y="1413"/>
                  </a:cubicBezTo>
                  <a:cubicBezTo>
                    <a:pt x="9" y="1426"/>
                    <a:pt x="10" y="1438"/>
                    <a:pt x="9" y="1450"/>
                  </a:cubicBezTo>
                  <a:cubicBezTo>
                    <a:pt x="9" y="1450"/>
                    <a:pt x="9" y="1450"/>
                    <a:pt x="9" y="1450"/>
                  </a:cubicBezTo>
                  <a:cubicBezTo>
                    <a:pt x="9" y="1451"/>
                    <a:pt x="9" y="1453"/>
                    <a:pt x="8" y="1454"/>
                  </a:cubicBezTo>
                  <a:cubicBezTo>
                    <a:pt x="8" y="1455"/>
                    <a:pt x="8" y="1457"/>
                    <a:pt x="7" y="1458"/>
                  </a:cubicBezTo>
                  <a:cubicBezTo>
                    <a:pt x="7" y="1459"/>
                    <a:pt x="7" y="1460"/>
                    <a:pt x="7" y="1461"/>
                  </a:cubicBezTo>
                  <a:cubicBezTo>
                    <a:pt x="5" y="1467"/>
                    <a:pt x="3" y="1469"/>
                    <a:pt x="4" y="1477"/>
                  </a:cubicBezTo>
                  <a:cubicBezTo>
                    <a:pt x="5" y="1498"/>
                    <a:pt x="5" y="1498"/>
                    <a:pt x="5" y="1498"/>
                  </a:cubicBezTo>
                  <a:cubicBezTo>
                    <a:pt x="5" y="1499"/>
                    <a:pt x="5" y="1500"/>
                    <a:pt x="4" y="1501"/>
                  </a:cubicBezTo>
                  <a:cubicBezTo>
                    <a:pt x="5" y="1502"/>
                    <a:pt x="5" y="1519"/>
                    <a:pt x="5" y="1523"/>
                  </a:cubicBezTo>
                  <a:cubicBezTo>
                    <a:pt x="6" y="1523"/>
                    <a:pt x="6" y="1523"/>
                    <a:pt x="6" y="1523"/>
                  </a:cubicBezTo>
                  <a:cubicBezTo>
                    <a:pt x="6" y="1541"/>
                    <a:pt x="7" y="1569"/>
                    <a:pt x="4" y="1585"/>
                  </a:cubicBezTo>
                  <a:cubicBezTo>
                    <a:pt x="0" y="1611"/>
                    <a:pt x="3" y="1626"/>
                    <a:pt x="4" y="1642"/>
                  </a:cubicBezTo>
                  <a:cubicBezTo>
                    <a:pt x="6" y="1658"/>
                    <a:pt x="22" y="1682"/>
                    <a:pt x="26" y="1701"/>
                  </a:cubicBezTo>
                  <a:cubicBezTo>
                    <a:pt x="36" y="1743"/>
                    <a:pt x="48" y="1744"/>
                    <a:pt x="57" y="1757"/>
                  </a:cubicBezTo>
                  <a:cubicBezTo>
                    <a:pt x="65" y="1770"/>
                    <a:pt x="85" y="1779"/>
                    <a:pt x="91" y="1784"/>
                  </a:cubicBezTo>
                  <a:cubicBezTo>
                    <a:pt x="91" y="1784"/>
                    <a:pt x="91" y="1784"/>
                    <a:pt x="91" y="1784"/>
                  </a:cubicBezTo>
                  <a:cubicBezTo>
                    <a:pt x="92" y="1785"/>
                    <a:pt x="92" y="1785"/>
                    <a:pt x="92" y="1785"/>
                  </a:cubicBezTo>
                  <a:cubicBezTo>
                    <a:pt x="92" y="1785"/>
                    <a:pt x="93" y="1785"/>
                    <a:pt x="93" y="1785"/>
                  </a:cubicBezTo>
                  <a:cubicBezTo>
                    <a:pt x="96" y="1789"/>
                    <a:pt x="104" y="1796"/>
                    <a:pt x="114" y="1797"/>
                  </a:cubicBezTo>
                  <a:cubicBezTo>
                    <a:pt x="114" y="1797"/>
                    <a:pt x="114" y="1797"/>
                    <a:pt x="114" y="1797"/>
                  </a:cubicBezTo>
                  <a:cubicBezTo>
                    <a:pt x="114" y="1798"/>
                    <a:pt x="114" y="1798"/>
                    <a:pt x="115" y="1798"/>
                  </a:cubicBezTo>
                  <a:cubicBezTo>
                    <a:pt x="115" y="1798"/>
                    <a:pt x="115" y="1798"/>
                    <a:pt x="115" y="1798"/>
                  </a:cubicBezTo>
                  <a:cubicBezTo>
                    <a:pt x="116" y="1798"/>
                    <a:pt x="117" y="1798"/>
                    <a:pt x="117" y="1798"/>
                  </a:cubicBezTo>
                  <a:cubicBezTo>
                    <a:pt x="118" y="1797"/>
                    <a:pt x="119" y="1798"/>
                    <a:pt x="119" y="1797"/>
                  </a:cubicBezTo>
                  <a:cubicBezTo>
                    <a:pt x="121" y="1797"/>
                    <a:pt x="122" y="1797"/>
                    <a:pt x="123" y="1796"/>
                  </a:cubicBezTo>
                  <a:cubicBezTo>
                    <a:pt x="130" y="1793"/>
                    <a:pt x="130" y="1785"/>
                    <a:pt x="130" y="1783"/>
                  </a:cubicBezTo>
                  <a:cubicBezTo>
                    <a:pt x="131" y="1783"/>
                    <a:pt x="134" y="1784"/>
                    <a:pt x="138" y="1784"/>
                  </a:cubicBezTo>
                  <a:cubicBezTo>
                    <a:pt x="142" y="1784"/>
                    <a:pt x="156" y="1785"/>
                    <a:pt x="163" y="1783"/>
                  </a:cubicBezTo>
                  <a:cubicBezTo>
                    <a:pt x="165" y="1783"/>
                    <a:pt x="167" y="1782"/>
                    <a:pt x="167" y="1781"/>
                  </a:cubicBezTo>
                  <a:cubicBezTo>
                    <a:pt x="179" y="1770"/>
                    <a:pt x="164" y="1759"/>
                    <a:pt x="163" y="1758"/>
                  </a:cubicBezTo>
                  <a:cubicBezTo>
                    <a:pt x="174" y="1757"/>
                    <a:pt x="174" y="1757"/>
                    <a:pt x="174" y="1757"/>
                  </a:cubicBezTo>
                  <a:cubicBezTo>
                    <a:pt x="174" y="1757"/>
                    <a:pt x="174" y="1757"/>
                    <a:pt x="175" y="1757"/>
                  </a:cubicBezTo>
                  <a:cubicBezTo>
                    <a:pt x="175" y="1756"/>
                    <a:pt x="175" y="1756"/>
                    <a:pt x="175" y="1756"/>
                  </a:cubicBezTo>
                  <a:cubicBezTo>
                    <a:pt x="189" y="1748"/>
                    <a:pt x="171" y="1732"/>
                    <a:pt x="171" y="1732"/>
                  </a:cubicBezTo>
                  <a:cubicBezTo>
                    <a:pt x="171" y="1731"/>
                    <a:pt x="170" y="1731"/>
                    <a:pt x="167" y="1730"/>
                  </a:cubicBezTo>
                  <a:cubicBezTo>
                    <a:pt x="151" y="1721"/>
                    <a:pt x="151" y="1721"/>
                    <a:pt x="151" y="1721"/>
                  </a:cubicBezTo>
                  <a:cubicBezTo>
                    <a:pt x="160" y="1718"/>
                    <a:pt x="172" y="1715"/>
                    <a:pt x="172" y="1714"/>
                  </a:cubicBezTo>
                  <a:cubicBezTo>
                    <a:pt x="171" y="1713"/>
                    <a:pt x="171" y="1713"/>
                    <a:pt x="171" y="1712"/>
                  </a:cubicBezTo>
                  <a:cubicBezTo>
                    <a:pt x="172" y="1712"/>
                    <a:pt x="172" y="1712"/>
                    <a:pt x="172" y="1712"/>
                  </a:cubicBezTo>
                  <a:cubicBezTo>
                    <a:pt x="171" y="1697"/>
                    <a:pt x="165" y="1694"/>
                    <a:pt x="158" y="1694"/>
                  </a:cubicBezTo>
                  <a:cubicBezTo>
                    <a:pt x="151" y="1695"/>
                    <a:pt x="144" y="1698"/>
                    <a:pt x="139" y="1701"/>
                  </a:cubicBezTo>
                  <a:cubicBezTo>
                    <a:pt x="137" y="1702"/>
                    <a:pt x="136" y="1702"/>
                    <a:pt x="135" y="1703"/>
                  </a:cubicBezTo>
                  <a:cubicBezTo>
                    <a:pt x="133" y="1703"/>
                    <a:pt x="132" y="1704"/>
                    <a:pt x="131" y="1703"/>
                  </a:cubicBezTo>
                  <a:cubicBezTo>
                    <a:pt x="123" y="1692"/>
                    <a:pt x="116" y="1696"/>
                    <a:pt x="111" y="1694"/>
                  </a:cubicBezTo>
                  <a:cubicBezTo>
                    <a:pt x="99" y="1629"/>
                    <a:pt x="99" y="1629"/>
                    <a:pt x="99" y="1629"/>
                  </a:cubicBezTo>
                  <a:cubicBezTo>
                    <a:pt x="99" y="1629"/>
                    <a:pt x="99" y="1628"/>
                    <a:pt x="99" y="1627"/>
                  </a:cubicBezTo>
                  <a:cubicBezTo>
                    <a:pt x="105" y="1618"/>
                    <a:pt x="92" y="1598"/>
                    <a:pt x="92" y="1598"/>
                  </a:cubicBezTo>
                  <a:cubicBezTo>
                    <a:pt x="92" y="1598"/>
                    <a:pt x="101" y="1603"/>
                    <a:pt x="109" y="1612"/>
                  </a:cubicBezTo>
                  <a:cubicBezTo>
                    <a:pt x="110" y="1614"/>
                    <a:pt x="111" y="1616"/>
                    <a:pt x="112" y="1618"/>
                  </a:cubicBezTo>
                  <a:cubicBezTo>
                    <a:pt x="117" y="1631"/>
                    <a:pt x="129" y="1652"/>
                    <a:pt x="143" y="1658"/>
                  </a:cubicBezTo>
                  <a:cubicBezTo>
                    <a:pt x="150" y="1661"/>
                    <a:pt x="157" y="1661"/>
                    <a:pt x="165" y="1656"/>
                  </a:cubicBezTo>
                  <a:cubicBezTo>
                    <a:pt x="184" y="1644"/>
                    <a:pt x="165" y="1611"/>
                    <a:pt x="148" y="1590"/>
                  </a:cubicBezTo>
                  <a:cubicBezTo>
                    <a:pt x="144" y="1585"/>
                    <a:pt x="139" y="1580"/>
                    <a:pt x="136" y="1577"/>
                  </a:cubicBezTo>
                  <a:cubicBezTo>
                    <a:pt x="134" y="1575"/>
                    <a:pt x="133" y="1574"/>
                    <a:pt x="132" y="1573"/>
                  </a:cubicBezTo>
                  <a:cubicBezTo>
                    <a:pt x="121" y="1556"/>
                    <a:pt x="119" y="1528"/>
                    <a:pt x="115" y="1510"/>
                  </a:cubicBezTo>
                  <a:cubicBezTo>
                    <a:pt x="114" y="1496"/>
                    <a:pt x="106" y="1481"/>
                    <a:pt x="106" y="1476"/>
                  </a:cubicBezTo>
                  <a:cubicBezTo>
                    <a:pt x="107" y="1475"/>
                    <a:pt x="107" y="1473"/>
                    <a:pt x="108" y="1471"/>
                  </a:cubicBezTo>
                  <a:cubicBezTo>
                    <a:pt x="110" y="1464"/>
                    <a:pt x="113" y="1450"/>
                    <a:pt x="116" y="1436"/>
                  </a:cubicBezTo>
                  <a:cubicBezTo>
                    <a:pt x="117" y="1426"/>
                    <a:pt x="134" y="1366"/>
                    <a:pt x="148" y="1311"/>
                  </a:cubicBezTo>
                  <a:cubicBezTo>
                    <a:pt x="159" y="1275"/>
                    <a:pt x="168" y="1242"/>
                    <a:pt x="169" y="1232"/>
                  </a:cubicBezTo>
                  <a:cubicBezTo>
                    <a:pt x="178" y="1188"/>
                    <a:pt x="188" y="1163"/>
                    <a:pt x="191" y="1137"/>
                  </a:cubicBezTo>
                  <a:cubicBezTo>
                    <a:pt x="193" y="1125"/>
                    <a:pt x="193" y="1113"/>
                    <a:pt x="191" y="1098"/>
                  </a:cubicBezTo>
                  <a:cubicBezTo>
                    <a:pt x="192" y="1066"/>
                    <a:pt x="204" y="980"/>
                    <a:pt x="207" y="961"/>
                  </a:cubicBezTo>
                  <a:cubicBezTo>
                    <a:pt x="207" y="969"/>
                    <a:pt x="207" y="976"/>
                    <a:pt x="207" y="984"/>
                  </a:cubicBezTo>
                  <a:cubicBezTo>
                    <a:pt x="207" y="984"/>
                    <a:pt x="207" y="984"/>
                    <a:pt x="207" y="984"/>
                  </a:cubicBezTo>
                  <a:cubicBezTo>
                    <a:pt x="197" y="1045"/>
                    <a:pt x="200" y="1084"/>
                    <a:pt x="202" y="1117"/>
                  </a:cubicBezTo>
                  <a:cubicBezTo>
                    <a:pt x="202" y="1120"/>
                    <a:pt x="202" y="1125"/>
                    <a:pt x="202" y="1131"/>
                  </a:cubicBezTo>
                  <a:cubicBezTo>
                    <a:pt x="193" y="1258"/>
                    <a:pt x="214" y="1421"/>
                    <a:pt x="213" y="1459"/>
                  </a:cubicBezTo>
                  <a:cubicBezTo>
                    <a:pt x="210" y="1478"/>
                    <a:pt x="205" y="1504"/>
                    <a:pt x="203" y="1547"/>
                  </a:cubicBezTo>
                  <a:cubicBezTo>
                    <a:pt x="202" y="1562"/>
                    <a:pt x="202" y="1588"/>
                    <a:pt x="203" y="1625"/>
                  </a:cubicBezTo>
                  <a:cubicBezTo>
                    <a:pt x="203" y="1725"/>
                    <a:pt x="212" y="1867"/>
                    <a:pt x="247" y="2046"/>
                  </a:cubicBezTo>
                  <a:cubicBezTo>
                    <a:pt x="249" y="2058"/>
                    <a:pt x="251" y="2069"/>
                    <a:pt x="253" y="2081"/>
                  </a:cubicBezTo>
                  <a:cubicBezTo>
                    <a:pt x="256" y="2097"/>
                    <a:pt x="258" y="2150"/>
                    <a:pt x="264" y="2179"/>
                  </a:cubicBezTo>
                  <a:cubicBezTo>
                    <a:pt x="265" y="2186"/>
                    <a:pt x="280" y="2220"/>
                    <a:pt x="281" y="2266"/>
                  </a:cubicBezTo>
                  <a:cubicBezTo>
                    <a:pt x="283" y="2340"/>
                    <a:pt x="274" y="2437"/>
                    <a:pt x="277" y="2490"/>
                  </a:cubicBezTo>
                  <a:cubicBezTo>
                    <a:pt x="280" y="2576"/>
                    <a:pt x="317" y="2656"/>
                    <a:pt x="331" y="2712"/>
                  </a:cubicBezTo>
                  <a:cubicBezTo>
                    <a:pt x="344" y="2768"/>
                    <a:pt x="350" y="2812"/>
                    <a:pt x="347" y="2823"/>
                  </a:cubicBezTo>
                  <a:cubicBezTo>
                    <a:pt x="345" y="2833"/>
                    <a:pt x="342" y="2851"/>
                    <a:pt x="351" y="2867"/>
                  </a:cubicBezTo>
                  <a:cubicBezTo>
                    <a:pt x="351" y="2867"/>
                    <a:pt x="351" y="2867"/>
                    <a:pt x="351" y="2867"/>
                  </a:cubicBezTo>
                  <a:cubicBezTo>
                    <a:pt x="347" y="2877"/>
                    <a:pt x="325" y="2923"/>
                    <a:pt x="312" y="2932"/>
                  </a:cubicBezTo>
                  <a:cubicBezTo>
                    <a:pt x="300" y="2942"/>
                    <a:pt x="296" y="2950"/>
                    <a:pt x="286" y="2956"/>
                  </a:cubicBezTo>
                  <a:cubicBezTo>
                    <a:pt x="276" y="2962"/>
                    <a:pt x="270" y="2967"/>
                    <a:pt x="266" y="2978"/>
                  </a:cubicBezTo>
                  <a:cubicBezTo>
                    <a:pt x="264" y="2984"/>
                    <a:pt x="260" y="2990"/>
                    <a:pt x="258" y="2996"/>
                  </a:cubicBezTo>
                  <a:cubicBezTo>
                    <a:pt x="257" y="3001"/>
                    <a:pt x="256" y="3004"/>
                    <a:pt x="260" y="3007"/>
                  </a:cubicBezTo>
                  <a:cubicBezTo>
                    <a:pt x="261" y="3008"/>
                    <a:pt x="263" y="3009"/>
                    <a:pt x="263" y="3010"/>
                  </a:cubicBezTo>
                  <a:cubicBezTo>
                    <a:pt x="264" y="3009"/>
                    <a:pt x="264" y="3009"/>
                    <a:pt x="264" y="3009"/>
                  </a:cubicBezTo>
                  <a:cubicBezTo>
                    <a:pt x="263" y="3013"/>
                    <a:pt x="263" y="3015"/>
                    <a:pt x="265" y="3017"/>
                  </a:cubicBezTo>
                  <a:cubicBezTo>
                    <a:pt x="269" y="3025"/>
                    <a:pt x="276" y="3026"/>
                    <a:pt x="286" y="3025"/>
                  </a:cubicBezTo>
                  <a:cubicBezTo>
                    <a:pt x="287" y="3024"/>
                    <a:pt x="287" y="3024"/>
                    <a:pt x="287" y="3024"/>
                  </a:cubicBezTo>
                  <a:cubicBezTo>
                    <a:pt x="287" y="3027"/>
                    <a:pt x="288" y="3029"/>
                    <a:pt x="290" y="3032"/>
                  </a:cubicBezTo>
                  <a:cubicBezTo>
                    <a:pt x="296" y="3041"/>
                    <a:pt x="317" y="3045"/>
                    <a:pt x="325" y="3037"/>
                  </a:cubicBezTo>
                  <a:cubicBezTo>
                    <a:pt x="336" y="3043"/>
                    <a:pt x="358" y="3044"/>
                    <a:pt x="366" y="3035"/>
                  </a:cubicBezTo>
                  <a:cubicBezTo>
                    <a:pt x="367" y="3035"/>
                    <a:pt x="367" y="3036"/>
                    <a:pt x="367" y="3036"/>
                  </a:cubicBezTo>
                  <a:cubicBezTo>
                    <a:pt x="367" y="3036"/>
                    <a:pt x="367" y="3036"/>
                    <a:pt x="367" y="3036"/>
                  </a:cubicBezTo>
                  <a:cubicBezTo>
                    <a:pt x="374" y="3051"/>
                    <a:pt x="398" y="3048"/>
                    <a:pt x="412" y="3045"/>
                  </a:cubicBezTo>
                  <a:cubicBezTo>
                    <a:pt x="425" y="3043"/>
                    <a:pt x="431" y="3036"/>
                    <a:pt x="438" y="3030"/>
                  </a:cubicBezTo>
                  <a:cubicBezTo>
                    <a:pt x="438" y="3030"/>
                    <a:pt x="438" y="3030"/>
                    <a:pt x="438" y="3030"/>
                  </a:cubicBezTo>
                  <a:cubicBezTo>
                    <a:pt x="439" y="3030"/>
                    <a:pt x="439" y="3029"/>
                    <a:pt x="439" y="3029"/>
                  </a:cubicBezTo>
                  <a:cubicBezTo>
                    <a:pt x="440" y="3028"/>
                    <a:pt x="441" y="3028"/>
                    <a:pt x="442" y="3027"/>
                  </a:cubicBezTo>
                  <a:cubicBezTo>
                    <a:pt x="447" y="3023"/>
                    <a:pt x="452" y="3018"/>
                    <a:pt x="453" y="3012"/>
                  </a:cubicBezTo>
                  <a:cubicBezTo>
                    <a:pt x="455" y="3008"/>
                    <a:pt x="455" y="3003"/>
                    <a:pt x="454" y="2997"/>
                  </a:cubicBezTo>
                  <a:cubicBezTo>
                    <a:pt x="452" y="2981"/>
                    <a:pt x="454" y="2981"/>
                    <a:pt x="456" y="2962"/>
                  </a:cubicBezTo>
                  <a:cubicBezTo>
                    <a:pt x="456" y="2961"/>
                    <a:pt x="456" y="2960"/>
                    <a:pt x="456" y="2959"/>
                  </a:cubicBezTo>
                  <a:cubicBezTo>
                    <a:pt x="459" y="2953"/>
                    <a:pt x="464" y="2948"/>
                    <a:pt x="466" y="2939"/>
                  </a:cubicBezTo>
                  <a:cubicBezTo>
                    <a:pt x="467" y="2936"/>
                    <a:pt x="468" y="2933"/>
                    <a:pt x="468" y="2929"/>
                  </a:cubicBezTo>
                  <a:cubicBezTo>
                    <a:pt x="469" y="2914"/>
                    <a:pt x="458" y="2851"/>
                    <a:pt x="459" y="2843"/>
                  </a:cubicBezTo>
                  <a:cubicBezTo>
                    <a:pt x="462" y="2823"/>
                    <a:pt x="448" y="2807"/>
                    <a:pt x="444" y="2775"/>
                  </a:cubicBezTo>
                  <a:cubicBezTo>
                    <a:pt x="439" y="2742"/>
                    <a:pt x="452" y="2632"/>
                    <a:pt x="452" y="2612"/>
                  </a:cubicBezTo>
                  <a:cubicBezTo>
                    <a:pt x="452" y="2574"/>
                    <a:pt x="472" y="2511"/>
                    <a:pt x="467" y="2434"/>
                  </a:cubicBezTo>
                  <a:cubicBezTo>
                    <a:pt x="463" y="2389"/>
                    <a:pt x="441" y="2252"/>
                    <a:pt x="441" y="2221"/>
                  </a:cubicBezTo>
                  <a:cubicBezTo>
                    <a:pt x="441" y="2215"/>
                    <a:pt x="440" y="2181"/>
                    <a:pt x="442" y="2175"/>
                  </a:cubicBezTo>
                  <a:cubicBezTo>
                    <a:pt x="448" y="2155"/>
                    <a:pt x="465" y="1903"/>
                    <a:pt x="465" y="1900"/>
                  </a:cubicBezTo>
                  <a:cubicBezTo>
                    <a:pt x="468" y="1870"/>
                    <a:pt x="489" y="1711"/>
                    <a:pt x="489" y="1711"/>
                  </a:cubicBezTo>
                  <a:cubicBezTo>
                    <a:pt x="490" y="1711"/>
                    <a:pt x="490" y="1711"/>
                    <a:pt x="490" y="1711"/>
                  </a:cubicBezTo>
                  <a:cubicBezTo>
                    <a:pt x="492" y="1711"/>
                    <a:pt x="494" y="1712"/>
                    <a:pt x="496" y="1712"/>
                  </a:cubicBezTo>
                  <a:cubicBezTo>
                    <a:pt x="497" y="1712"/>
                    <a:pt x="498" y="1712"/>
                    <a:pt x="499" y="1712"/>
                  </a:cubicBezTo>
                  <a:cubicBezTo>
                    <a:pt x="500" y="1719"/>
                    <a:pt x="523" y="1868"/>
                    <a:pt x="525" y="1897"/>
                  </a:cubicBezTo>
                  <a:cubicBezTo>
                    <a:pt x="525" y="1900"/>
                    <a:pt x="539" y="2156"/>
                    <a:pt x="546" y="2177"/>
                  </a:cubicBezTo>
                  <a:cubicBezTo>
                    <a:pt x="548" y="2183"/>
                    <a:pt x="546" y="2217"/>
                    <a:pt x="546" y="2223"/>
                  </a:cubicBezTo>
                  <a:cubicBezTo>
                    <a:pt x="546" y="2254"/>
                    <a:pt x="524" y="2390"/>
                    <a:pt x="521" y="2435"/>
                  </a:cubicBezTo>
                  <a:cubicBezTo>
                    <a:pt x="516" y="2513"/>
                    <a:pt x="536" y="2576"/>
                    <a:pt x="536" y="2613"/>
                  </a:cubicBezTo>
                  <a:cubicBezTo>
                    <a:pt x="536" y="2634"/>
                    <a:pt x="549" y="2744"/>
                    <a:pt x="544" y="2776"/>
                  </a:cubicBezTo>
                  <a:cubicBezTo>
                    <a:pt x="543" y="2784"/>
                    <a:pt x="541" y="2791"/>
                    <a:pt x="539" y="2798"/>
                  </a:cubicBezTo>
                  <a:cubicBezTo>
                    <a:pt x="537" y="2807"/>
                    <a:pt x="533" y="2815"/>
                    <a:pt x="531" y="2822"/>
                  </a:cubicBezTo>
                  <a:cubicBezTo>
                    <a:pt x="529" y="2829"/>
                    <a:pt x="528" y="2837"/>
                    <a:pt x="529" y="2844"/>
                  </a:cubicBezTo>
                  <a:cubicBezTo>
                    <a:pt x="530" y="2853"/>
                    <a:pt x="518" y="2916"/>
                    <a:pt x="519" y="2931"/>
                  </a:cubicBezTo>
                  <a:cubicBezTo>
                    <a:pt x="521" y="2949"/>
                    <a:pt x="531" y="2953"/>
                    <a:pt x="532" y="2963"/>
                  </a:cubicBezTo>
                  <a:cubicBezTo>
                    <a:pt x="534" y="2983"/>
                    <a:pt x="536" y="2983"/>
                    <a:pt x="533" y="2999"/>
                  </a:cubicBezTo>
                  <a:cubicBezTo>
                    <a:pt x="531" y="3014"/>
                    <a:pt x="537" y="3020"/>
                    <a:pt x="545" y="3027"/>
                  </a:cubicBezTo>
                  <a:cubicBezTo>
                    <a:pt x="546" y="3028"/>
                    <a:pt x="547" y="3028"/>
                    <a:pt x="548" y="3029"/>
                  </a:cubicBezTo>
                  <a:cubicBezTo>
                    <a:pt x="548" y="3029"/>
                    <a:pt x="549" y="3030"/>
                    <a:pt x="549" y="3030"/>
                  </a:cubicBezTo>
                  <a:cubicBezTo>
                    <a:pt x="549" y="3030"/>
                    <a:pt x="549" y="3030"/>
                    <a:pt x="549" y="3030"/>
                  </a:cubicBezTo>
                  <a:cubicBezTo>
                    <a:pt x="556" y="3036"/>
                    <a:pt x="562" y="3043"/>
                    <a:pt x="575" y="3045"/>
                  </a:cubicBezTo>
                  <a:cubicBezTo>
                    <a:pt x="589" y="3048"/>
                    <a:pt x="613" y="3050"/>
                    <a:pt x="620" y="3036"/>
                  </a:cubicBezTo>
                  <a:cubicBezTo>
                    <a:pt x="620" y="3036"/>
                    <a:pt x="620" y="3036"/>
                    <a:pt x="620" y="3036"/>
                  </a:cubicBezTo>
                  <a:cubicBezTo>
                    <a:pt x="620" y="3035"/>
                    <a:pt x="620" y="3035"/>
                    <a:pt x="621" y="3034"/>
                  </a:cubicBezTo>
                  <a:cubicBezTo>
                    <a:pt x="629" y="3044"/>
                    <a:pt x="651" y="3043"/>
                    <a:pt x="662" y="3037"/>
                  </a:cubicBezTo>
                  <a:cubicBezTo>
                    <a:pt x="670" y="3045"/>
                    <a:pt x="691" y="3041"/>
                    <a:pt x="697" y="3032"/>
                  </a:cubicBezTo>
                  <a:cubicBezTo>
                    <a:pt x="699" y="3030"/>
                    <a:pt x="699" y="3028"/>
                    <a:pt x="700" y="3027"/>
                  </a:cubicBezTo>
                  <a:cubicBezTo>
                    <a:pt x="700" y="3026"/>
                    <a:pt x="700" y="3025"/>
                    <a:pt x="701" y="3024"/>
                  </a:cubicBezTo>
                  <a:cubicBezTo>
                    <a:pt x="701" y="3025"/>
                    <a:pt x="701" y="3025"/>
                    <a:pt x="701" y="3025"/>
                  </a:cubicBezTo>
                  <a:cubicBezTo>
                    <a:pt x="711" y="3026"/>
                    <a:pt x="721" y="3023"/>
                    <a:pt x="723" y="3017"/>
                  </a:cubicBezTo>
                  <a:cubicBezTo>
                    <a:pt x="723" y="3017"/>
                    <a:pt x="723" y="3016"/>
                    <a:pt x="724" y="3015"/>
                  </a:cubicBezTo>
                  <a:cubicBezTo>
                    <a:pt x="724" y="3013"/>
                    <a:pt x="724" y="3011"/>
                    <a:pt x="724" y="3009"/>
                  </a:cubicBezTo>
                  <a:cubicBezTo>
                    <a:pt x="725" y="3009"/>
                    <a:pt x="726" y="3008"/>
                    <a:pt x="727" y="3007"/>
                  </a:cubicBezTo>
                  <a:cubicBezTo>
                    <a:pt x="729" y="3006"/>
                    <a:pt x="730" y="3005"/>
                    <a:pt x="730" y="3003"/>
                  </a:cubicBezTo>
                  <a:cubicBezTo>
                    <a:pt x="733" y="2996"/>
                    <a:pt x="725" y="2986"/>
                    <a:pt x="722" y="2978"/>
                  </a:cubicBezTo>
                  <a:cubicBezTo>
                    <a:pt x="718" y="2967"/>
                    <a:pt x="713" y="2962"/>
                    <a:pt x="702" y="2956"/>
                  </a:cubicBezTo>
                  <a:cubicBezTo>
                    <a:pt x="692" y="2950"/>
                    <a:pt x="689" y="2942"/>
                    <a:pt x="676" y="2932"/>
                  </a:cubicBezTo>
                  <a:cubicBezTo>
                    <a:pt x="662" y="2922"/>
                    <a:pt x="638" y="2869"/>
                    <a:pt x="637" y="2865"/>
                  </a:cubicBezTo>
                  <a:cubicBezTo>
                    <a:pt x="638" y="2863"/>
                    <a:pt x="639" y="2861"/>
                    <a:pt x="640" y="2859"/>
                  </a:cubicBezTo>
                  <a:cubicBezTo>
                    <a:pt x="645" y="2845"/>
                    <a:pt x="642" y="2830"/>
                    <a:pt x="640" y="2822"/>
                  </a:cubicBezTo>
                  <a:cubicBezTo>
                    <a:pt x="638" y="2810"/>
                    <a:pt x="643" y="2766"/>
                    <a:pt x="657" y="2710"/>
                  </a:cubicBezTo>
                  <a:cubicBezTo>
                    <a:pt x="659" y="2704"/>
                    <a:pt x="661" y="2696"/>
                    <a:pt x="663" y="2689"/>
                  </a:cubicBezTo>
                  <a:cubicBezTo>
                    <a:pt x="670" y="2666"/>
                    <a:pt x="679" y="2640"/>
                    <a:pt x="687" y="2612"/>
                  </a:cubicBezTo>
                  <a:cubicBezTo>
                    <a:pt x="699" y="2574"/>
                    <a:pt x="709" y="2532"/>
                    <a:pt x="711" y="2488"/>
                  </a:cubicBezTo>
                  <a:cubicBezTo>
                    <a:pt x="713" y="2435"/>
                    <a:pt x="705" y="2339"/>
                    <a:pt x="706" y="2265"/>
                  </a:cubicBezTo>
                  <a:cubicBezTo>
                    <a:pt x="707" y="2236"/>
                    <a:pt x="713" y="2213"/>
                    <a:pt x="718" y="2197"/>
                  </a:cubicBezTo>
                  <a:cubicBezTo>
                    <a:pt x="720" y="2189"/>
                    <a:pt x="722" y="2184"/>
                    <a:pt x="723" y="2181"/>
                  </a:cubicBezTo>
                  <a:cubicBezTo>
                    <a:pt x="723" y="2179"/>
                    <a:pt x="724" y="2178"/>
                    <a:pt x="724" y="2177"/>
                  </a:cubicBezTo>
                  <a:cubicBezTo>
                    <a:pt x="730" y="2148"/>
                    <a:pt x="732" y="2095"/>
                    <a:pt x="735" y="2079"/>
                  </a:cubicBezTo>
                  <a:cubicBezTo>
                    <a:pt x="778" y="1831"/>
                    <a:pt x="786" y="1666"/>
                    <a:pt x="786" y="1588"/>
                  </a:cubicBezTo>
                  <a:cubicBezTo>
                    <a:pt x="786" y="1570"/>
                    <a:pt x="786" y="1555"/>
                    <a:pt x="786" y="1546"/>
                  </a:cubicBezTo>
                  <a:cubicBezTo>
                    <a:pt x="786" y="1546"/>
                    <a:pt x="783" y="1527"/>
                    <a:pt x="781" y="1506"/>
                  </a:cubicBezTo>
                  <a:cubicBezTo>
                    <a:pt x="779" y="1486"/>
                    <a:pt x="777" y="1466"/>
                    <a:pt x="775" y="1458"/>
                  </a:cubicBezTo>
                  <a:cubicBezTo>
                    <a:pt x="775" y="1453"/>
                    <a:pt x="775" y="1443"/>
                    <a:pt x="775" y="1430"/>
                  </a:cubicBezTo>
                  <a:cubicBezTo>
                    <a:pt x="778" y="1367"/>
                    <a:pt x="788" y="1235"/>
                    <a:pt x="784" y="1147"/>
                  </a:cubicBezTo>
                  <a:cubicBezTo>
                    <a:pt x="785" y="1125"/>
                    <a:pt x="784" y="1112"/>
                    <a:pt x="784" y="1110"/>
                  </a:cubicBezTo>
                  <a:cubicBezTo>
                    <a:pt x="785" y="1084"/>
                    <a:pt x="783" y="1044"/>
                    <a:pt x="781" y="1012"/>
                  </a:cubicBezTo>
                  <a:cubicBezTo>
                    <a:pt x="781" y="1004"/>
                    <a:pt x="781" y="997"/>
                    <a:pt x="780" y="988"/>
                  </a:cubicBezTo>
                  <a:cubicBezTo>
                    <a:pt x="781" y="978"/>
                    <a:pt x="781" y="968"/>
                    <a:pt x="780" y="959"/>
                  </a:cubicBezTo>
                  <a:cubicBezTo>
                    <a:pt x="780" y="960"/>
                    <a:pt x="781" y="961"/>
                    <a:pt x="781" y="962"/>
                  </a:cubicBezTo>
                  <a:cubicBezTo>
                    <a:pt x="783" y="978"/>
                    <a:pt x="796" y="1067"/>
                    <a:pt x="797" y="1100"/>
                  </a:cubicBezTo>
                  <a:cubicBezTo>
                    <a:pt x="794" y="1125"/>
                    <a:pt x="798" y="1143"/>
                    <a:pt x="804" y="1166"/>
                  </a:cubicBezTo>
                  <a:cubicBezTo>
                    <a:pt x="808" y="1183"/>
                    <a:pt x="814" y="1202"/>
                    <a:pt x="819" y="1228"/>
                  </a:cubicBezTo>
                  <a:cubicBezTo>
                    <a:pt x="820" y="1233"/>
                    <a:pt x="823" y="1245"/>
                    <a:pt x="827" y="1260"/>
                  </a:cubicBezTo>
                  <a:cubicBezTo>
                    <a:pt x="840" y="1317"/>
                    <a:pt x="870" y="1424"/>
                    <a:pt x="872" y="1438"/>
                  </a:cubicBezTo>
                  <a:cubicBezTo>
                    <a:pt x="875" y="1455"/>
                    <a:pt x="880" y="1473"/>
                    <a:pt x="882" y="1477"/>
                  </a:cubicBezTo>
                  <a:cubicBezTo>
                    <a:pt x="882" y="1477"/>
                    <a:pt x="882" y="1478"/>
                    <a:pt x="882" y="1480"/>
                  </a:cubicBezTo>
                  <a:cubicBezTo>
                    <a:pt x="880" y="1485"/>
                    <a:pt x="877" y="1493"/>
                    <a:pt x="875" y="1501"/>
                  </a:cubicBezTo>
                  <a:cubicBezTo>
                    <a:pt x="874" y="1501"/>
                    <a:pt x="874" y="1501"/>
                    <a:pt x="874" y="1501"/>
                  </a:cubicBezTo>
                  <a:cubicBezTo>
                    <a:pt x="873" y="1503"/>
                    <a:pt x="872" y="1505"/>
                    <a:pt x="871" y="1507"/>
                  </a:cubicBezTo>
                  <a:cubicBezTo>
                    <a:pt x="861" y="1522"/>
                    <a:pt x="861" y="1558"/>
                    <a:pt x="848" y="1576"/>
                  </a:cubicBezTo>
                  <a:cubicBezTo>
                    <a:pt x="848" y="1577"/>
                    <a:pt x="847" y="1578"/>
                    <a:pt x="846" y="1579"/>
                  </a:cubicBezTo>
                  <a:cubicBezTo>
                    <a:pt x="843" y="1582"/>
                    <a:pt x="838" y="1587"/>
                    <a:pt x="834" y="1592"/>
                  </a:cubicBezTo>
                  <a:cubicBezTo>
                    <a:pt x="817" y="1613"/>
                    <a:pt x="798" y="1646"/>
                    <a:pt x="817" y="1658"/>
                  </a:cubicBezTo>
                  <a:cubicBezTo>
                    <a:pt x="825" y="1663"/>
                    <a:pt x="832" y="1663"/>
                    <a:pt x="839" y="1660"/>
                  </a:cubicBezTo>
                  <a:cubicBezTo>
                    <a:pt x="854" y="1654"/>
                    <a:pt x="865" y="1633"/>
                    <a:pt x="870" y="1620"/>
                  </a:cubicBezTo>
                  <a:cubicBezTo>
                    <a:pt x="871" y="1618"/>
                    <a:pt x="872" y="1616"/>
                    <a:pt x="873" y="1615"/>
                  </a:cubicBezTo>
                  <a:cubicBezTo>
                    <a:pt x="881" y="1605"/>
                    <a:pt x="890" y="1600"/>
                    <a:pt x="890" y="1600"/>
                  </a:cubicBezTo>
                  <a:cubicBezTo>
                    <a:pt x="890" y="1600"/>
                    <a:pt x="889" y="1601"/>
                    <a:pt x="888" y="1603"/>
                  </a:cubicBezTo>
                  <a:cubicBezTo>
                    <a:pt x="888" y="1603"/>
                    <a:pt x="888" y="1603"/>
                    <a:pt x="888" y="1603"/>
                  </a:cubicBezTo>
                  <a:cubicBezTo>
                    <a:pt x="888" y="1604"/>
                    <a:pt x="888" y="1604"/>
                    <a:pt x="888" y="1604"/>
                  </a:cubicBezTo>
                  <a:cubicBezTo>
                    <a:pt x="885" y="1610"/>
                    <a:pt x="879" y="1622"/>
                    <a:pt x="883" y="1629"/>
                  </a:cubicBezTo>
                  <a:cubicBezTo>
                    <a:pt x="883" y="1630"/>
                    <a:pt x="883" y="1630"/>
                    <a:pt x="884" y="1631"/>
                  </a:cubicBezTo>
                  <a:cubicBezTo>
                    <a:pt x="871" y="1696"/>
                    <a:pt x="871" y="1696"/>
                    <a:pt x="871" y="1696"/>
                  </a:cubicBezTo>
                  <a:cubicBezTo>
                    <a:pt x="866" y="1698"/>
                    <a:pt x="859" y="1693"/>
                    <a:pt x="851" y="1705"/>
                  </a:cubicBezTo>
                  <a:cubicBezTo>
                    <a:pt x="850" y="1705"/>
                    <a:pt x="849" y="1705"/>
                    <a:pt x="848" y="1705"/>
                  </a:cubicBezTo>
                  <a:cubicBezTo>
                    <a:pt x="848" y="1705"/>
                    <a:pt x="848" y="1705"/>
                    <a:pt x="848" y="1705"/>
                  </a:cubicBezTo>
                  <a:cubicBezTo>
                    <a:pt x="848" y="1705"/>
                    <a:pt x="848" y="1705"/>
                    <a:pt x="848" y="1705"/>
                  </a:cubicBezTo>
                  <a:cubicBezTo>
                    <a:pt x="846" y="1704"/>
                    <a:pt x="844" y="1704"/>
                    <a:pt x="842" y="1703"/>
                  </a:cubicBezTo>
                  <a:cubicBezTo>
                    <a:pt x="837" y="1700"/>
                    <a:pt x="830" y="1696"/>
                    <a:pt x="824" y="1696"/>
                  </a:cubicBezTo>
                  <a:cubicBezTo>
                    <a:pt x="817" y="1696"/>
                    <a:pt x="811" y="1699"/>
                    <a:pt x="810" y="1714"/>
                  </a:cubicBezTo>
                  <a:cubicBezTo>
                    <a:pt x="810" y="1714"/>
                    <a:pt x="811" y="1714"/>
                    <a:pt x="811" y="1714"/>
                  </a:cubicBezTo>
                  <a:cubicBezTo>
                    <a:pt x="811" y="1715"/>
                    <a:pt x="811" y="1715"/>
                    <a:pt x="811" y="1715"/>
                  </a:cubicBezTo>
                  <a:cubicBezTo>
                    <a:pt x="810" y="1717"/>
                    <a:pt x="822" y="1720"/>
                    <a:pt x="831" y="1723"/>
                  </a:cubicBezTo>
                  <a:cubicBezTo>
                    <a:pt x="815" y="1732"/>
                    <a:pt x="815" y="1732"/>
                    <a:pt x="815" y="1732"/>
                  </a:cubicBezTo>
                  <a:cubicBezTo>
                    <a:pt x="812" y="1733"/>
                    <a:pt x="811" y="1733"/>
                    <a:pt x="811" y="1734"/>
                  </a:cubicBezTo>
                  <a:cubicBezTo>
                    <a:pt x="811" y="1734"/>
                    <a:pt x="793" y="1750"/>
                    <a:pt x="807" y="1758"/>
                  </a:cubicBezTo>
                  <a:cubicBezTo>
                    <a:pt x="808" y="1758"/>
                    <a:pt x="808" y="1758"/>
                    <a:pt x="808" y="1758"/>
                  </a:cubicBezTo>
                  <a:cubicBezTo>
                    <a:pt x="808" y="1758"/>
                    <a:pt x="808" y="1759"/>
                    <a:pt x="808" y="1759"/>
                  </a:cubicBezTo>
                  <a:cubicBezTo>
                    <a:pt x="819" y="1760"/>
                    <a:pt x="819" y="1760"/>
                    <a:pt x="819" y="1760"/>
                  </a:cubicBezTo>
                  <a:cubicBezTo>
                    <a:pt x="818" y="1761"/>
                    <a:pt x="803" y="1772"/>
                    <a:pt x="815" y="1783"/>
                  </a:cubicBezTo>
                  <a:cubicBezTo>
                    <a:pt x="815" y="1784"/>
                    <a:pt x="817" y="1785"/>
                    <a:pt x="819" y="1785"/>
                  </a:cubicBezTo>
                  <a:cubicBezTo>
                    <a:pt x="826" y="1787"/>
                    <a:pt x="840" y="1786"/>
                    <a:pt x="844" y="1786"/>
                  </a:cubicBezTo>
                  <a:cubicBezTo>
                    <a:pt x="848" y="1786"/>
                    <a:pt x="851" y="1785"/>
                    <a:pt x="852" y="1785"/>
                  </a:cubicBezTo>
                  <a:cubicBezTo>
                    <a:pt x="852" y="1787"/>
                    <a:pt x="852" y="1795"/>
                    <a:pt x="859" y="1798"/>
                  </a:cubicBezTo>
                  <a:cubicBezTo>
                    <a:pt x="860" y="1799"/>
                    <a:pt x="861" y="1799"/>
                    <a:pt x="863" y="1799"/>
                  </a:cubicBezTo>
                  <a:cubicBezTo>
                    <a:pt x="863" y="1799"/>
                    <a:pt x="864" y="1799"/>
                    <a:pt x="864" y="1799"/>
                  </a:cubicBezTo>
                  <a:cubicBezTo>
                    <a:pt x="865" y="1800"/>
                    <a:pt x="866" y="1800"/>
                    <a:pt x="868" y="1799"/>
                  </a:cubicBezTo>
                  <a:cubicBezTo>
                    <a:pt x="868" y="1799"/>
                    <a:pt x="868" y="1799"/>
                    <a:pt x="868" y="1799"/>
                  </a:cubicBezTo>
                  <a:cubicBezTo>
                    <a:pt x="878" y="1798"/>
                    <a:pt x="886" y="1791"/>
                    <a:pt x="889" y="1787"/>
                  </a:cubicBezTo>
                  <a:cubicBezTo>
                    <a:pt x="889" y="1787"/>
                    <a:pt x="890" y="1787"/>
                    <a:pt x="890" y="1787"/>
                  </a:cubicBezTo>
                  <a:cubicBezTo>
                    <a:pt x="891" y="1786"/>
                    <a:pt x="891" y="1786"/>
                    <a:pt x="891" y="1786"/>
                  </a:cubicBezTo>
                  <a:cubicBezTo>
                    <a:pt x="891" y="1786"/>
                    <a:pt x="891" y="1786"/>
                    <a:pt x="891" y="1786"/>
                  </a:cubicBezTo>
                  <a:cubicBezTo>
                    <a:pt x="897" y="1781"/>
                    <a:pt x="917" y="1772"/>
                    <a:pt x="925" y="1759"/>
                  </a:cubicBezTo>
                  <a:cubicBezTo>
                    <a:pt x="934" y="1746"/>
                    <a:pt x="946" y="1745"/>
                    <a:pt x="956" y="1703"/>
                  </a:cubicBezTo>
                  <a:cubicBezTo>
                    <a:pt x="960" y="1684"/>
                    <a:pt x="976" y="1659"/>
                    <a:pt x="978" y="1644"/>
                  </a:cubicBezTo>
                  <a:cubicBezTo>
                    <a:pt x="979" y="1628"/>
                    <a:pt x="982" y="1613"/>
                    <a:pt x="978" y="1587"/>
                  </a:cubicBezTo>
                  <a:cubicBezTo>
                    <a:pt x="975" y="1569"/>
                    <a:pt x="980" y="1528"/>
                    <a:pt x="983" y="1501"/>
                  </a:cubicBezTo>
                  <a:cubicBezTo>
                    <a:pt x="983" y="1501"/>
                    <a:pt x="987" y="1479"/>
                    <a:pt x="983" y="1459"/>
                  </a:cubicBezTo>
                  <a:close/>
                  <a:moveTo>
                    <a:pt x="612" y="272"/>
                  </a:moveTo>
                  <a:cubicBezTo>
                    <a:pt x="612" y="272"/>
                    <a:pt x="612" y="272"/>
                    <a:pt x="612" y="272"/>
                  </a:cubicBezTo>
                  <a:cubicBezTo>
                    <a:pt x="612" y="272"/>
                    <a:pt x="612" y="272"/>
                    <a:pt x="612" y="272"/>
                  </a:cubicBezTo>
                  <a:cubicBezTo>
                    <a:pt x="612" y="272"/>
                    <a:pt x="612" y="272"/>
                    <a:pt x="612" y="272"/>
                  </a:cubicBezTo>
                  <a:close/>
                  <a:moveTo>
                    <a:pt x="824" y="1732"/>
                  </a:moveTo>
                  <a:cubicBezTo>
                    <a:pt x="823" y="1732"/>
                    <a:pt x="822" y="1732"/>
                    <a:pt x="821" y="1732"/>
                  </a:cubicBezTo>
                  <a:cubicBezTo>
                    <a:pt x="824" y="1731"/>
                    <a:pt x="827" y="1731"/>
                    <a:pt x="830" y="1731"/>
                  </a:cubicBezTo>
                </a:path>
              </a:pathLst>
            </a:custGeom>
            <a:noFill/>
            <a:ln w="19050" cap="rnd" cmpd="sng">
              <a:solidFill>
                <a:schemeClr val="bg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</p:grpSp>
    </p:spTree>
  </p:cSld>
  <p:clrMapOvr>
    <a:masterClrMapping/>
  </p:clrMapOvr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02" name="Rectangle 2">
            <a:extLst>
              <a:ext uri="{FF2B5EF4-FFF2-40B4-BE49-F238E27FC236}">
                <a16:creationId xmlns:a16="http://schemas.microsoft.com/office/drawing/2014/main" id="{E05B29AB-35FA-4EAE-9E93-F3ED96E04D5F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Outlines (4)</a:t>
            </a:r>
          </a:p>
        </p:txBody>
      </p:sp>
      <p:grpSp>
        <p:nvGrpSpPr>
          <p:cNvPr id="64514" name="Obese-human-body-outline">
            <a:extLst>
              <a:ext uri="{FF2B5EF4-FFF2-40B4-BE49-F238E27FC236}">
                <a16:creationId xmlns:a16="http://schemas.microsoft.com/office/drawing/2014/main" id="{D511C8F7-B3AE-47C2-A5E7-10A53371BCE9}"/>
              </a:ext>
            </a:extLst>
          </p:cNvPr>
          <p:cNvGrpSpPr>
            <a:grpSpLocks/>
          </p:cNvGrpSpPr>
          <p:nvPr/>
        </p:nvGrpSpPr>
        <p:grpSpPr bwMode="auto">
          <a:xfrm>
            <a:off x="3643313" y="1208088"/>
            <a:ext cx="1152525" cy="3779837"/>
            <a:chOff x="1335" y="706"/>
            <a:chExt cx="726" cy="2381"/>
          </a:xfrm>
        </p:grpSpPr>
        <p:sp>
          <p:nvSpPr>
            <p:cNvPr id="64536" name="Freeform 58">
              <a:extLst>
                <a:ext uri="{FF2B5EF4-FFF2-40B4-BE49-F238E27FC236}">
                  <a16:creationId xmlns:a16="http://schemas.microsoft.com/office/drawing/2014/main" id="{477F65B1-2012-45ED-84F9-DEDC53050E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5" y="706"/>
              <a:ext cx="726" cy="2381"/>
            </a:xfrm>
            <a:custGeom>
              <a:avLst/>
              <a:gdLst>
                <a:gd name="T0" fmla="*/ 488 w 878"/>
                <a:gd name="T1" fmla="*/ 714 h 2896"/>
                <a:gd name="T2" fmla="*/ 308 w 878"/>
                <a:gd name="T3" fmla="*/ 252 h 2896"/>
                <a:gd name="T4" fmla="*/ 299 w 878"/>
                <a:gd name="T5" fmla="*/ 241 h 2896"/>
                <a:gd name="T6" fmla="*/ 295 w 878"/>
                <a:gd name="T7" fmla="*/ 229 h 2896"/>
                <a:gd name="T8" fmla="*/ 299 w 878"/>
                <a:gd name="T9" fmla="*/ 199 h 2896"/>
                <a:gd name="T10" fmla="*/ 319 w 878"/>
                <a:gd name="T11" fmla="*/ 104 h 2896"/>
                <a:gd name="T12" fmla="*/ 325 w 878"/>
                <a:gd name="T13" fmla="*/ 53 h 2896"/>
                <a:gd name="T14" fmla="*/ 152 w 878"/>
                <a:gd name="T15" fmla="*/ 55 h 2896"/>
                <a:gd name="T16" fmla="*/ 158 w 878"/>
                <a:gd name="T17" fmla="*/ 82 h 2896"/>
                <a:gd name="T18" fmla="*/ 186 w 878"/>
                <a:gd name="T19" fmla="*/ 158 h 2896"/>
                <a:gd name="T20" fmla="*/ 26 w 878"/>
                <a:gd name="T21" fmla="*/ 536 h 2896"/>
                <a:gd name="T22" fmla="*/ 0 w 878"/>
                <a:gd name="T23" fmla="*/ 800 h 2896"/>
                <a:gd name="T24" fmla="*/ 4 w 878"/>
                <a:gd name="T25" fmla="*/ 835 h 2896"/>
                <a:gd name="T26" fmla="*/ 3 w 878"/>
                <a:gd name="T27" fmla="*/ 873 h 2896"/>
                <a:gd name="T28" fmla="*/ 55 w 878"/>
                <a:gd name="T29" fmla="*/ 942 h 2896"/>
                <a:gd name="T30" fmla="*/ 64 w 878"/>
                <a:gd name="T31" fmla="*/ 936 h 2896"/>
                <a:gd name="T32" fmla="*/ 73 w 878"/>
                <a:gd name="T33" fmla="*/ 936 h 2896"/>
                <a:gd name="T34" fmla="*/ 80 w 878"/>
                <a:gd name="T35" fmla="*/ 923 h 2896"/>
                <a:gd name="T36" fmla="*/ 54 w 878"/>
                <a:gd name="T37" fmla="*/ 895 h 2896"/>
                <a:gd name="T38" fmla="*/ 53 w 878"/>
                <a:gd name="T39" fmla="*/ 851 h 2896"/>
                <a:gd name="T40" fmla="*/ 59 w 878"/>
                <a:gd name="T41" fmla="*/ 861 h 2896"/>
                <a:gd name="T42" fmla="*/ 64 w 878"/>
                <a:gd name="T43" fmla="*/ 867 h 2896"/>
                <a:gd name="T44" fmla="*/ 73 w 878"/>
                <a:gd name="T45" fmla="*/ 873 h 2896"/>
                <a:gd name="T46" fmla="*/ 81 w 878"/>
                <a:gd name="T47" fmla="*/ 873 h 2896"/>
                <a:gd name="T48" fmla="*/ 41 w 878"/>
                <a:gd name="T49" fmla="*/ 786 h 2896"/>
                <a:gd name="T50" fmla="*/ 107 w 878"/>
                <a:gd name="T51" fmla="*/ 533 h 2896"/>
                <a:gd name="T52" fmla="*/ 128 w 878"/>
                <a:gd name="T53" fmla="*/ 1154 h 2896"/>
                <a:gd name="T54" fmla="*/ 141 w 878"/>
                <a:gd name="T55" fmla="*/ 1454 h 2896"/>
                <a:gd name="T56" fmla="*/ 142 w 878"/>
                <a:gd name="T57" fmla="*/ 1474 h 2896"/>
                <a:gd name="T58" fmla="*/ 143 w 878"/>
                <a:gd name="T59" fmla="*/ 1486 h 2896"/>
                <a:gd name="T60" fmla="*/ 112 w 878"/>
                <a:gd name="T61" fmla="*/ 1573 h 2896"/>
                <a:gd name="T62" fmla="*/ 150 w 878"/>
                <a:gd name="T63" fmla="*/ 1602 h 2896"/>
                <a:gd name="T64" fmla="*/ 184 w 878"/>
                <a:gd name="T65" fmla="*/ 1573 h 2896"/>
                <a:gd name="T66" fmla="*/ 203 w 878"/>
                <a:gd name="T67" fmla="*/ 1353 h 2896"/>
                <a:gd name="T68" fmla="*/ 210 w 878"/>
                <a:gd name="T69" fmla="*/ 1321 h 2896"/>
                <a:gd name="T70" fmla="*/ 214 w 878"/>
                <a:gd name="T71" fmla="*/ 1290 h 2896"/>
                <a:gd name="T72" fmla="*/ 227 w 878"/>
                <a:gd name="T73" fmla="*/ 1008 h 2896"/>
                <a:gd name="T74" fmla="*/ 227 w 878"/>
                <a:gd name="T75" fmla="*/ 995 h 2896"/>
                <a:gd name="T76" fmla="*/ 229 w 878"/>
                <a:gd name="T77" fmla="*/ 963 h 2896"/>
                <a:gd name="T78" fmla="*/ 268 w 878"/>
                <a:gd name="T79" fmla="*/ 945 h 2896"/>
                <a:gd name="T80" fmla="*/ 270 w 878"/>
                <a:gd name="T81" fmla="*/ 973 h 2896"/>
                <a:gd name="T82" fmla="*/ 270 w 878"/>
                <a:gd name="T83" fmla="*/ 992 h 2896"/>
                <a:gd name="T84" fmla="*/ 271 w 878"/>
                <a:gd name="T85" fmla="*/ 1006 h 2896"/>
                <a:gd name="T86" fmla="*/ 279 w 878"/>
                <a:gd name="T87" fmla="*/ 1283 h 2896"/>
                <a:gd name="T88" fmla="*/ 279 w 878"/>
                <a:gd name="T89" fmla="*/ 1317 h 2896"/>
                <a:gd name="T90" fmla="*/ 285 w 878"/>
                <a:gd name="T91" fmla="*/ 1352 h 2896"/>
                <a:gd name="T92" fmla="*/ 304 w 878"/>
                <a:gd name="T93" fmla="*/ 1501 h 2896"/>
                <a:gd name="T94" fmla="*/ 339 w 878"/>
                <a:gd name="T95" fmla="*/ 1602 h 2896"/>
                <a:gd name="T96" fmla="*/ 379 w 878"/>
                <a:gd name="T97" fmla="*/ 1588 h 2896"/>
                <a:gd name="T98" fmla="*/ 346 w 878"/>
                <a:gd name="T99" fmla="*/ 1488 h 2896"/>
                <a:gd name="T100" fmla="*/ 347 w 878"/>
                <a:gd name="T101" fmla="*/ 1477 h 2896"/>
                <a:gd name="T102" fmla="*/ 349 w 878"/>
                <a:gd name="T103" fmla="*/ 1458 h 2896"/>
                <a:gd name="T104" fmla="*/ 360 w 878"/>
                <a:gd name="T105" fmla="*/ 1199 h 2896"/>
                <a:gd name="T106" fmla="*/ 413 w 878"/>
                <a:gd name="T107" fmla="*/ 693 h 2896"/>
                <a:gd name="T108" fmla="*/ 396 w 878"/>
                <a:gd name="T109" fmla="*/ 486 h 2896"/>
                <a:gd name="T110" fmla="*/ 448 w 878"/>
                <a:gd name="T111" fmla="*/ 770 h 2896"/>
                <a:gd name="T112" fmla="*/ 452 w 878"/>
                <a:gd name="T113" fmla="*/ 786 h 2896"/>
                <a:gd name="T114" fmla="*/ 435 w 878"/>
                <a:gd name="T115" fmla="*/ 895 h 2896"/>
                <a:gd name="T116" fmla="*/ 436 w 878"/>
                <a:gd name="T117" fmla="*/ 931 h 2896"/>
                <a:gd name="T118" fmla="*/ 452 w 878"/>
                <a:gd name="T119" fmla="*/ 932 h 2896"/>
                <a:gd name="T120" fmla="*/ 494 w 878"/>
                <a:gd name="T121" fmla="*/ 776 h 289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878" h="2896">
                  <a:moveTo>
                    <a:pt x="874" y="1396"/>
                  </a:moveTo>
                  <a:cubicBezTo>
                    <a:pt x="872" y="1384"/>
                    <a:pt x="872" y="1384"/>
                    <a:pt x="872" y="1384"/>
                  </a:cubicBezTo>
                  <a:cubicBezTo>
                    <a:pt x="872" y="1379"/>
                    <a:pt x="871" y="1375"/>
                    <a:pt x="871" y="1370"/>
                  </a:cubicBezTo>
                  <a:cubicBezTo>
                    <a:pt x="871" y="1370"/>
                    <a:pt x="871" y="1370"/>
                    <a:pt x="870" y="1370"/>
                  </a:cubicBezTo>
                  <a:cubicBezTo>
                    <a:pt x="870" y="1368"/>
                    <a:pt x="870" y="1366"/>
                    <a:pt x="870" y="1364"/>
                  </a:cubicBezTo>
                  <a:cubicBezTo>
                    <a:pt x="870" y="1363"/>
                    <a:pt x="869" y="1363"/>
                    <a:pt x="869" y="1362"/>
                  </a:cubicBezTo>
                  <a:cubicBezTo>
                    <a:pt x="869" y="1360"/>
                    <a:pt x="869" y="1358"/>
                    <a:pt x="868" y="1356"/>
                  </a:cubicBezTo>
                  <a:cubicBezTo>
                    <a:pt x="868" y="1355"/>
                    <a:pt x="868" y="1354"/>
                    <a:pt x="867" y="1352"/>
                  </a:cubicBezTo>
                  <a:cubicBezTo>
                    <a:pt x="864" y="1336"/>
                    <a:pt x="864" y="1306"/>
                    <a:pt x="863" y="1285"/>
                  </a:cubicBezTo>
                  <a:cubicBezTo>
                    <a:pt x="862" y="1250"/>
                    <a:pt x="862" y="1118"/>
                    <a:pt x="844" y="1057"/>
                  </a:cubicBezTo>
                  <a:cubicBezTo>
                    <a:pt x="842" y="1053"/>
                    <a:pt x="841" y="1049"/>
                    <a:pt x="840" y="1046"/>
                  </a:cubicBezTo>
                  <a:cubicBezTo>
                    <a:pt x="835" y="1029"/>
                    <a:pt x="831" y="964"/>
                    <a:pt x="831" y="964"/>
                  </a:cubicBezTo>
                  <a:cubicBezTo>
                    <a:pt x="819" y="857"/>
                    <a:pt x="795" y="797"/>
                    <a:pt x="797" y="765"/>
                  </a:cubicBezTo>
                  <a:cubicBezTo>
                    <a:pt x="796" y="713"/>
                    <a:pt x="767" y="650"/>
                    <a:pt x="753" y="622"/>
                  </a:cubicBezTo>
                  <a:cubicBezTo>
                    <a:pt x="735" y="585"/>
                    <a:pt x="666" y="532"/>
                    <a:pt x="648" y="525"/>
                  </a:cubicBezTo>
                  <a:cubicBezTo>
                    <a:pt x="639" y="521"/>
                    <a:pt x="592" y="485"/>
                    <a:pt x="552" y="460"/>
                  </a:cubicBezTo>
                  <a:cubicBezTo>
                    <a:pt x="550" y="459"/>
                    <a:pt x="549" y="457"/>
                    <a:pt x="547" y="456"/>
                  </a:cubicBezTo>
                  <a:cubicBezTo>
                    <a:pt x="547" y="456"/>
                    <a:pt x="546" y="455"/>
                    <a:pt x="546" y="455"/>
                  </a:cubicBezTo>
                  <a:cubicBezTo>
                    <a:pt x="545" y="454"/>
                    <a:pt x="544" y="453"/>
                    <a:pt x="543" y="452"/>
                  </a:cubicBezTo>
                  <a:cubicBezTo>
                    <a:pt x="543" y="451"/>
                    <a:pt x="542" y="451"/>
                    <a:pt x="542" y="451"/>
                  </a:cubicBezTo>
                  <a:cubicBezTo>
                    <a:pt x="541" y="449"/>
                    <a:pt x="539" y="448"/>
                    <a:pt x="538" y="446"/>
                  </a:cubicBezTo>
                  <a:cubicBezTo>
                    <a:pt x="538" y="446"/>
                    <a:pt x="538" y="446"/>
                    <a:pt x="538" y="446"/>
                  </a:cubicBezTo>
                  <a:cubicBezTo>
                    <a:pt x="537" y="445"/>
                    <a:pt x="536" y="443"/>
                    <a:pt x="535" y="442"/>
                  </a:cubicBezTo>
                  <a:cubicBezTo>
                    <a:pt x="535" y="442"/>
                    <a:pt x="535" y="441"/>
                    <a:pt x="534" y="441"/>
                  </a:cubicBezTo>
                  <a:cubicBezTo>
                    <a:pt x="534" y="440"/>
                    <a:pt x="533" y="439"/>
                    <a:pt x="532" y="438"/>
                  </a:cubicBezTo>
                  <a:cubicBezTo>
                    <a:pt x="532" y="437"/>
                    <a:pt x="532" y="437"/>
                    <a:pt x="532" y="437"/>
                  </a:cubicBezTo>
                  <a:cubicBezTo>
                    <a:pt x="531" y="436"/>
                    <a:pt x="530" y="434"/>
                    <a:pt x="530" y="433"/>
                  </a:cubicBezTo>
                  <a:cubicBezTo>
                    <a:pt x="529" y="432"/>
                    <a:pt x="529" y="432"/>
                    <a:pt x="529" y="432"/>
                  </a:cubicBezTo>
                  <a:cubicBezTo>
                    <a:pt x="529" y="431"/>
                    <a:pt x="528" y="430"/>
                    <a:pt x="528" y="428"/>
                  </a:cubicBezTo>
                  <a:cubicBezTo>
                    <a:pt x="528" y="428"/>
                    <a:pt x="527" y="428"/>
                    <a:pt x="527" y="427"/>
                  </a:cubicBezTo>
                  <a:cubicBezTo>
                    <a:pt x="527" y="426"/>
                    <a:pt x="526" y="425"/>
                    <a:pt x="526" y="423"/>
                  </a:cubicBezTo>
                  <a:cubicBezTo>
                    <a:pt x="525" y="421"/>
                    <a:pt x="524" y="418"/>
                    <a:pt x="524" y="415"/>
                  </a:cubicBezTo>
                  <a:cubicBezTo>
                    <a:pt x="524" y="414"/>
                    <a:pt x="524" y="414"/>
                    <a:pt x="524" y="414"/>
                  </a:cubicBezTo>
                  <a:cubicBezTo>
                    <a:pt x="524" y="414"/>
                    <a:pt x="523" y="414"/>
                    <a:pt x="523" y="414"/>
                  </a:cubicBezTo>
                  <a:cubicBezTo>
                    <a:pt x="523" y="413"/>
                    <a:pt x="523" y="413"/>
                    <a:pt x="523" y="412"/>
                  </a:cubicBezTo>
                  <a:cubicBezTo>
                    <a:pt x="523" y="412"/>
                    <a:pt x="523" y="412"/>
                    <a:pt x="523" y="412"/>
                  </a:cubicBezTo>
                  <a:cubicBezTo>
                    <a:pt x="522" y="404"/>
                    <a:pt x="522" y="396"/>
                    <a:pt x="523" y="388"/>
                  </a:cubicBezTo>
                  <a:cubicBezTo>
                    <a:pt x="523" y="388"/>
                    <a:pt x="523" y="388"/>
                    <a:pt x="523" y="388"/>
                  </a:cubicBezTo>
                  <a:cubicBezTo>
                    <a:pt x="523" y="387"/>
                    <a:pt x="523" y="385"/>
                    <a:pt x="524" y="383"/>
                  </a:cubicBezTo>
                  <a:cubicBezTo>
                    <a:pt x="524" y="383"/>
                    <a:pt x="524" y="383"/>
                    <a:pt x="524" y="383"/>
                  </a:cubicBezTo>
                  <a:cubicBezTo>
                    <a:pt x="524" y="382"/>
                    <a:pt x="524" y="380"/>
                    <a:pt x="524" y="379"/>
                  </a:cubicBezTo>
                  <a:cubicBezTo>
                    <a:pt x="525" y="376"/>
                    <a:pt x="525" y="373"/>
                    <a:pt x="525" y="370"/>
                  </a:cubicBezTo>
                  <a:cubicBezTo>
                    <a:pt x="525" y="370"/>
                    <a:pt x="525" y="370"/>
                    <a:pt x="525" y="370"/>
                  </a:cubicBezTo>
                  <a:cubicBezTo>
                    <a:pt x="526" y="366"/>
                    <a:pt x="528" y="362"/>
                    <a:pt x="529" y="358"/>
                  </a:cubicBezTo>
                  <a:cubicBezTo>
                    <a:pt x="530" y="358"/>
                    <a:pt x="530" y="358"/>
                    <a:pt x="530" y="358"/>
                  </a:cubicBezTo>
                  <a:cubicBezTo>
                    <a:pt x="531" y="357"/>
                    <a:pt x="532" y="356"/>
                    <a:pt x="533" y="355"/>
                  </a:cubicBezTo>
                  <a:cubicBezTo>
                    <a:pt x="533" y="355"/>
                    <a:pt x="533" y="354"/>
                    <a:pt x="533" y="354"/>
                  </a:cubicBezTo>
                  <a:cubicBezTo>
                    <a:pt x="547" y="338"/>
                    <a:pt x="559" y="314"/>
                    <a:pt x="564" y="292"/>
                  </a:cubicBezTo>
                  <a:cubicBezTo>
                    <a:pt x="564" y="291"/>
                    <a:pt x="565" y="291"/>
                    <a:pt x="565" y="291"/>
                  </a:cubicBezTo>
                  <a:cubicBezTo>
                    <a:pt x="564" y="291"/>
                    <a:pt x="564" y="291"/>
                    <a:pt x="564" y="291"/>
                  </a:cubicBezTo>
                  <a:cubicBezTo>
                    <a:pt x="565" y="287"/>
                    <a:pt x="565" y="284"/>
                    <a:pt x="566" y="281"/>
                  </a:cubicBezTo>
                  <a:cubicBezTo>
                    <a:pt x="568" y="255"/>
                    <a:pt x="562" y="206"/>
                    <a:pt x="564" y="192"/>
                  </a:cubicBezTo>
                  <a:cubicBezTo>
                    <a:pt x="565" y="188"/>
                    <a:pt x="566" y="183"/>
                    <a:pt x="566" y="177"/>
                  </a:cubicBezTo>
                  <a:cubicBezTo>
                    <a:pt x="566" y="183"/>
                    <a:pt x="565" y="187"/>
                    <a:pt x="565" y="187"/>
                  </a:cubicBezTo>
                  <a:cubicBezTo>
                    <a:pt x="567" y="180"/>
                    <a:pt x="567" y="179"/>
                    <a:pt x="572" y="160"/>
                  </a:cubicBezTo>
                  <a:cubicBezTo>
                    <a:pt x="573" y="164"/>
                    <a:pt x="574" y="167"/>
                    <a:pt x="575" y="171"/>
                  </a:cubicBezTo>
                  <a:cubicBezTo>
                    <a:pt x="577" y="167"/>
                    <a:pt x="578" y="162"/>
                    <a:pt x="577" y="157"/>
                  </a:cubicBezTo>
                  <a:cubicBezTo>
                    <a:pt x="578" y="160"/>
                    <a:pt x="579" y="163"/>
                    <a:pt x="580" y="167"/>
                  </a:cubicBezTo>
                  <a:cubicBezTo>
                    <a:pt x="584" y="154"/>
                    <a:pt x="591" y="128"/>
                    <a:pt x="579" y="118"/>
                  </a:cubicBezTo>
                  <a:cubicBezTo>
                    <a:pt x="583" y="120"/>
                    <a:pt x="587" y="125"/>
                    <a:pt x="588" y="128"/>
                  </a:cubicBezTo>
                  <a:cubicBezTo>
                    <a:pt x="588" y="121"/>
                    <a:pt x="587" y="116"/>
                    <a:pt x="585" y="111"/>
                  </a:cubicBezTo>
                  <a:cubicBezTo>
                    <a:pt x="585" y="111"/>
                    <a:pt x="585" y="111"/>
                    <a:pt x="586" y="111"/>
                  </a:cubicBezTo>
                  <a:cubicBezTo>
                    <a:pt x="586" y="103"/>
                    <a:pt x="580" y="98"/>
                    <a:pt x="574" y="95"/>
                  </a:cubicBezTo>
                  <a:cubicBezTo>
                    <a:pt x="578" y="94"/>
                    <a:pt x="582" y="95"/>
                    <a:pt x="587" y="95"/>
                  </a:cubicBezTo>
                  <a:cubicBezTo>
                    <a:pt x="580" y="82"/>
                    <a:pt x="564" y="85"/>
                    <a:pt x="554" y="77"/>
                  </a:cubicBezTo>
                  <a:cubicBezTo>
                    <a:pt x="555" y="79"/>
                    <a:pt x="555" y="79"/>
                    <a:pt x="555" y="79"/>
                  </a:cubicBezTo>
                  <a:cubicBezTo>
                    <a:pt x="529" y="8"/>
                    <a:pt x="451" y="0"/>
                    <a:pt x="390" y="15"/>
                  </a:cubicBezTo>
                  <a:cubicBezTo>
                    <a:pt x="356" y="23"/>
                    <a:pt x="328" y="38"/>
                    <a:pt x="318" y="53"/>
                  </a:cubicBezTo>
                  <a:cubicBezTo>
                    <a:pt x="315" y="57"/>
                    <a:pt x="313" y="60"/>
                    <a:pt x="311" y="64"/>
                  </a:cubicBezTo>
                  <a:cubicBezTo>
                    <a:pt x="310" y="64"/>
                    <a:pt x="307" y="70"/>
                    <a:pt x="303" y="78"/>
                  </a:cubicBezTo>
                  <a:cubicBezTo>
                    <a:pt x="301" y="79"/>
                    <a:pt x="299" y="81"/>
                    <a:pt x="297" y="83"/>
                  </a:cubicBezTo>
                  <a:cubicBezTo>
                    <a:pt x="288" y="87"/>
                    <a:pt x="279" y="89"/>
                    <a:pt x="270" y="99"/>
                  </a:cubicBezTo>
                  <a:cubicBezTo>
                    <a:pt x="274" y="97"/>
                    <a:pt x="275" y="98"/>
                    <a:pt x="279" y="97"/>
                  </a:cubicBezTo>
                  <a:cubicBezTo>
                    <a:pt x="269" y="104"/>
                    <a:pt x="261" y="117"/>
                    <a:pt x="266" y="130"/>
                  </a:cubicBezTo>
                  <a:cubicBezTo>
                    <a:pt x="266" y="130"/>
                    <a:pt x="266" y="130"/>
                    <a:pt x="266" y="130"/>
                  </a:cubicBezTo>
                  <a:cubicBezTo>
                    <a:pt x="266" y="130"/>
                    <a:pt x="266" y="130"/>
                    <a:pt x="266" y="131"/>
                  </a:cubicBezTo>
                  <a:cubicBezTo>
                    <a:pt x="267" y="130"/>
                    <a:pt x="267" y="129"/>
                    <a:pt x="268" y="128"/>
                  </a:cubicBezTo>
                  <a:cubicBezTo>
                    <a:pt x="270" y="126"/>
                    <a:pt x="273" y="124"/>
                    <a:pt x="276" y="122"/>
                  </a:cubicBezTo>
                  <a:cubicBezTo>
                    <a:pt x="275" y="129"/>
                    <a:pt x="271" y="134"/>
                    <a:pt x="270" y="140"/>
                  </a:cubicBezTo>
                  <a:cubicBezTo>
                    <a:pt x="269" y="147"/>
                    <a:pt x="270" y="156"/>
                    <a:pt x="271" y="163"/>
                  </a:cubicBezTo>
                  <a:cubicBezTo>
                    <a:pt x="273" y="158"/>
                    <a:pt x="275" y="153"/>
                    <a:pt x="279" y="148"/>
                  </a:cubicBezTo>
                  <a:cubicBezTo>
                    <a:pt x="278" y="160"/>
                    <a:pt x="274" y="173"/>
                    <a:pt x="280" y="183"/>
                  </a:cubicBezTo>
                  <a:cubicBezTo>
                    <a:pt x="281" y="179"/>
                    <a:pt x="281" y="174"/>
                    <a:pt x="283" y="170"/>
                  </a:cubicBezTo>
                  <a:cubicBezTo>
                    <a:pt x="284" y="180"/>
                    <a:pt x="291" y="192"/>
                    <a:pt x="299" y="201"/>
                  </a:cubicBezTo>
                  <a:cubicBezTo>
                    <a:pt x="299" y="206"/>
                    <a:pt x="300" y="211"/>
                    <a:pt x="299" y="216"/>
                  </a:cubicBezTo>
                  <a:cubicBezTo>
                    <a:pt x="299" y="216"/>
                    <a:pt x="299" y="216"/>
                    <a:pt x="299" y="217"/>
                  </a:cubicBezTo>
                  <a:cubicBezTo>
                    <a:pt x="299" y="220"/>
                    <a:pt x="298" y="223"/>
                    <a:pt x="298" y="226"/>
                  </a:cubicBezTo>
                  <a:cubicBezTo>
                    <a:pt x="297" y="237"/>
                    <a:pt x="298" y="249"/>
                    <a:pt x="301" y="259"/>
                  </a:cubicBezTo>
                  <a:cubicBezTo>
                    <a:pt x="304" y="268"/>
                    <a:pt x="311" y="283"/>
                    <a:pt x="321" y="285"/>
                  </a:cubicBezTo>
                  <a:cubicBezTo>
                    <a:pt x="324" y="285"/>
                    <a:pt x="327" y="285"/>
                    <a:pt x="329" y="284"/>
                  </a:cubicBezTo>
                  <a:cubicBezTo>
                    <a:pt x="330" y="294"/>
                    <a:pt x="333" y="306"/>
                    <a:pt x="338" y="319"/>
                  </a:cubicBezTo>
                  <a:cubicBezTo>
                    <a:pt x="339" y="320"/>
                    <a:pt x="339" y="321"/>
                    <a:pt x="339" y="322"/>
                  </a:cubicBezTo>
                  <a:cubicBezTo>
                    <a:pt x="340" y="332"/>
                    <a:pt x="343" y="351"/>
                    <a:pt x="344" y="373"/>
                  </a:cubicBezTo>
                  <a:cubicBezTo>
                    <a:pt x="344" y="403"/>
                    <a:pt x="340" y="439"/>
                    <a:pt x="323" y="461"/>
                  </a:cubicBezTo>
                  <a:cubicBezTo>
                    <a:pt x="322" y="463"/>
                    <a:pt x="321" y="464"/>
                    <a:pt x="319" y="466"/>
                  </a:cubicBezTo>
                  <a:cubicBezTo>
                    <a:pt x="305" y="473"/>
                    <a:pt x="219" y="541"/>
                    <a:pt x="195" y="550"/>
                  </a:cubicBezTo>
                  <a:cubicBezTo>
                    <a:pt x="155" y="567"/>
                    <a:pt x="109" y="641"/>
                    <a:pt x="96" y="697"/>
                  </a:cubicBezTo>
                  <a:cubicBezTo>
                    <a:pt x="91" y="722"/>
                    <a:pt x="73" y="774"/>
                    <a:pt x="72" y="789"/>
                  </a:cubicBezTo>
                  <a:cubicBezTo>
                    <a:pt x="74" y="822"/>
                    <a:pt x="57" y="843"/>
                    <a:pt x="47" y="964"/>
                  </a:cubicBezTo>
                  <a:cubicBezTo>
                    <a:pt x="48" y="1002"/>
                    <a:pt x="44" y="1029"/>
                    <a:pt x="39" y="1046"/>
                  </a:cubicBezTo>
                  <a:cubicBezTo>
                    <a:pt x="38" y="1049"/>
                    <a:pt x="36" y="1053"/>
                    <a:pt x="35" y="1057"/>
                  </a:cubicBezTo>
                  <a:cubicBezTo>
                    <a:pt x="17" y="1118"/>
                    <a:pt x="17" y="1250"/>
                    <a:pt x="16" y="1285"/>
                  </a:cubicBezTo>
                  <a:cubicBezTo>
                    <a:pt x="15" y="1306"/>
                    <a:pt x="14" y="1336"/>
                    <a:pt x="11" y="1352"/>
                  </a:cubicBezTo>
                  <a:cubicBezTo>
                    <a:pt x="11" y="1354"/>
                    <a:pt x="11" y="1355"/>
                    <a:pt x="10" y="1356"/>
                  </a:cubicBezTo>
                  <a:cubicBezTo>
                    <a:pt x="10" y="1360"/>
                    <a:pt x="9" y="1364"/>
                    <a:pt x="9" y="1367"/>
                  </a:cubicBezTo>
                  <a:cubicBezTo>
                    <a:pt x="8" y="1379"/>
                    <a:pt x="8" y="1390"/>
                    <a:pt x="5" y="1400"/>
                  </a:cubicBezTo>
                  <a:cubicBezTo>
                    <a:pt x="2" y="1410"/>
                    <a:pt x="1" y="1423"/>
                    <a:pt x="0" y="1432"/>
                  </a:cubicBezTo>
                  <a:cubicBezTo>
                    <a:pt x="0" y="1435"/>
                    <a:pt x="0" y="1438"/>
                    <a:pt x="0" y="1440"/>
                  </a:cubicBezTo>
                  <a:cubicBezTo>
                    <a:pt x="4" y="1473"/>
                    <a:pt x="4" y="1473"/>
                    <a:pt x="4" y="1473"/>
                  </a:cubicBezTo>
                  <a:cubicBezTo>
                    <a:pt x="4" y="1473"/>
                    <a:pt x="4" y="1474"/>
                    <a:pt x="4" y="1474"/>
                  </a:cubicBezTo>
                  <a:cubicBezTo>
                    <a:pt x="4" y="1476"/>
                    <a:pt x="5" y="1478"/>
                    <a:pt x="5" y="1481"/>
                  </a:cubicBezTo>
                  <a:cubicBezTo>
                    <a:pt x="5" y="1481"/>
                    <a:pt x="5" y="1481"/>
                    <a:pt x="5" y="1481"/>
                  </a:cubicBezTo>
                  <a:cubicBezTo>
                    <a:pt x="5" y="1483"/>
                    <a:pt x="5" y="1486"/>
                    <a:pt x="6" y="1488"/>
                  </a:cubicBezTo>
                  <a:cubicBezTo>
                    <a:pt x="6" y="1488"/>
                    <a:pt x="6" y="1488"/>
                    <a:pt x="6" y="1489"/>
                  </a:cubicBezTo>
                  <a:cubicBezTo>
                    <a:pt x="6" y="1491"/>
                    <a:pt x="6" y="1493"/>
                    <a:pt x="6" y="1495"/>
                  </a:cubicBezTo>
                  <a:cubicBezTo>
                    <a:pt x="6" y="1496"/>
                    <a:pt x="6" y="1496"/>
                    <a:pt x="6" y="1496"/>
                  </a:cubicBezTo>
                  <a:cubicBezTo>
                    <a:pt x="6" y="1498"/>
                    <a:pt x="6" y="1501"/>
                    <a:pt x="7" y="1503"/>
                  </a:cubicBezTo>
                  <a:cubicBezTo>
                    <a:pt x="7" y="1503"/>
                    <a:pt x="7" y="1503"/>
                    <a:pt x="7" y="1503"/>
                  </a:cubicBezTo>
                  <a:cubicBezTo>
                    <a:pt x="7" y="1505"/>
                    <a:pt x="7" y="1508"/>
                    <a:pt x="7" y="1510"/>
                  </a:cubicBezTo>
                  <a:cubicBezTo>
                    <a:pt x="7" y="1510"/>
                    <a:pt x="7" y="1510"/>
                    <a:pt x="7" y="1510"/>
                  </a:cubicBezTo>
                  <a:cubicBezTo>
                    <a:pt x="7" y="1512"/>
                    <a:pt x="7" y="1514"/>
                    <a:pt x="7" y="1516"/>
                  </a:cubicBezTo>
                  <a:cubicBezTo>
                    <a:pt x="7" y="1516"/>
                    <a:pt x="7" y="1516"/>
                    <a:pt x="7" y="1516"/>
                  </a:cubicBezTo>
                  <a:cubicBezTo>
                    <a:pt x="7" y="1518"/>
                    <a:pt x="7" y="1520"/>
                    <a:pt x="7" y="1521"/>
                  </a:cubicBezTo>
                  <a:cubicBezTo>
                    <a:pt x="7" y="1521"/>
                    <a:pt x="7" y="1522"/>
                    <a:pt x="7" y="1522"/>
                  </a:cubicBezTo>
                  <a:cubicBezTo>
                    <a:pt x="7" y="1523"/>
                    <a:pt x="7" y="1525"/>
                    <a:pt x="6" y="1526"/>
                  </a:cubicBezTo>
                  <a:cubicBezTo>
                    <a:pt x="3" y="1547"/>
                    <a:pt x="5" y="1559"/>
                    <a:pt x="6" y="1571"/>
                  </a:cubicBezTo>
                  <a:cubicBezTo>
                    <a:pt x="8" y="1584"/>
                    <a:pt x="20" y="1603"/>
                    <a:pt x="24" y="1619"/>
                  </a:cubicBezTo>
                  <a:cubicBezTo>
                    <a:pt x="31" y="1652"/>
                    <a:pt x="41" y="1652"/>
                    <a:pt x="49" y="1663"/>
                  </a:cubicBezTo>
                  <a:cubicBezTo>
                    <a:pt x="55" y="1673"/>
                    <a:pt x="71" y="1680"/>
                    <a:pt x="76" y="1684"/>
                  </a:cubicBezTo>
                  <a:cubicBezTo>
                    <a:pt x="76" y="1684"/>
                    <a:pt x="76" y="1685"/>
                    <a:pt x="76" y="1685"/>
                  </a:cubicBezTo>
                  <a:cubicBezTo>
                    <a:pt x="77" y="1685"/>
                    <a:pt x="77" y="1685"/>
                    <a:pt x="77" y="1685"/>
                  </a:cubicBezTo>
                  <a:cubicBezTo>
                    <a:pt x="77" y="1685"/>
                    <a:pt x="77" y="1685"/>
                    <a:pt x="77" y="1685"/>
                  </a:cubicBezTo>
                  <a:cubicBezTo>
                    <a:pt x="79" y="1688"/>
                    <a:pt x="86" y="1694"/>
                    <a:pt x="93" y="1695"/>
                  </a:cubicBezTo>
                  <a:cubicBezTo>
                    <a:pt x="94" y="1695"/>
                    <a:pt x="94" y="1695"/>
                    <a:pt x="94" y="1695"/>
                  </a:cubicBezTo>
                  <a:cubicBezTo>
                    <a:pt x="95" y="1695"/>
                    <a:pt x="96" y="1695"/>
                    <a:pt x="97" y="1695"/>
                  </a:cubicBezTo>
                  <a:cubicBezTo>
                    <a:pt x="97" y="1695"/>
                    <a:pt x="98" y="1695"/>
                    <a:pt x="98" y="1695"/>
                  </a:cubicBezTo>
                  <a:cubicBezTo>
                    <a:pt x="98" y="1695"/>
                    <a:pt x="98" y="1695"/>
                    <a:pt x="98" y="1695"/>
                  </a:cubicBezTo>
                  <a:cubicBezTo>
                    <a:pt x="98" y="1695"/>
                    <a:pt x="98" y="1695"/>
                    <a:pt x="98" y="1695"/>
                  </a:cubicBezTo>
                  <a:cubicBezTo>
                    <a:pt x="107" y="1694"/>
                    <a:pt x="106" y="1685"/>
                    <a:pt x="106" y="1684"/>
                  </a:cubicBezTo>
                  <a:cubicBezTo>
                    <a:pt x="107" y="1684"/>
                    <a:pt x="107" y="1684"/>
                    <a:pt x="108" y="1684"/>
                  </a:cubicBezTo>
                  <a:cubicBezTo>
                    <a:pt x="108" y="1684"/>
                    <a:pt x="108" y="1684"/>
                    <a:pt x="108" y="1684"/>
                  </a:cubicBezTo>
                  <a:cubicBezTo>
                    <a:pt x="108" y="1684"/>
                    <a:pt x="109" y="1684"/>
                    <a:pt x="110" y="1684"/>
                  </a:cubicBezTo>
                  <a:cubicBezTo>
                    <a:pt x="110" y="1684"/>
                    <a:pt x="110" y="1684"/>
                    <a:pt x="110" y="1684"/>
                  </a:cubicBezTo>
                  <a:cubicBezTo>
                    <a:pt x="111" y="1684"/>
                    <a:pt x="112" y="1684"/>
                    <a:pt x="113" y="1684"/>
                  </a:cubicBezTo>
                  <a:cubicBezTo>
                    <a:pt x="113" y="1684"/>
                    <a:pt x="114" y="1684"/>
                    <a:pt x="115" y="1684"/>
                  </a:cubicBezTo>
                  <a:cubicBezTo>
                    <a:pt x="115" y="1684"/>
                    <a:pt x="116" y="1684"/>
                    <a:pt x="117" y="1684"/>
                  </a:cubicBezTo>
                  <a:cubicBezTo>
                    <a:pt x="117" y="1684"/>
                    <a:pt x="118" y="1684"/>
                    <a:pt x="118" y="1684"/>
                  </a:cubicBezTo>
                  <a:cubicBezTo>
                    <a:pt x="119" y="1685"/>
                    <a:pt x="120" y="1685"/>
                    <a:pt x="120" y="1685"/>
                  </a:cubicBezTo>
                  <a:cubicBezTo>
                    <a:pt x="121" y="1685"/>
                    <a:pt x="121" y="1685"/>
                    <a:pt x="122" y="1685"/>
                  </a:cubicBezTo>
                  <a:cubicBezTo>
                    <a:pt x="122" y="1685"/>
                    <a:pt x="123" y="1685"/>
                    <a:pt x="124" y="1685"/>
                  </a:cubicBezTo>
                  <a:cubicBezTo>
                    <a:pt x="124" y="1685"/>
                    <a:pt x="125" y="1685"/>
                    <a:pt x="125" y="1685"/>
                  </a:cubicBezTo>
                  <a:cubicBezTo>
                    <a:pt x="126" y="1685"/>
                    <a:pt x="126" y="1685"/>
                    <a:pt x="127" y="1685"/>
                  </a:cubicBezTo>
                  <a:cubicBezTo>
                    <a:pt x="127" y="1685"/>
                    <a:pt x="128" y="1685"/>
                    <a:pt x="128" y="1685"/>
                  </a:cubicBezTo>
                  <a:cubicBezTo>
                    <a:pt x="129" y="1684"/>
                    <a:pt x="130" y="1684"/>
                    <a:pt x="130" y="1684"/>
                  </a:cubicBezTo>
                  <a:cubicBezTo>
                    <a:pt x="131" y="1684"/>
                    <a:pt x="131" y="1684"/>
                    <a:pt x="131" y="1684"/>
                  </a:cubicBezTo>
                  <a:cubicBezTo>
                    <a:pt x="132" y="1684"/>
                    <a:pt x="133" y="1684"/>
                    <a:pt x="133" y="1684"/>
                  </a:cubicBezTo>
                  <a:cubicBezTo>
                    <a:pt x="133" y="1684"/>
                    <a:pt x="134" y="1684"/>
                    <a:pt x="134" y="1684"/>
                  </a:cubicBezTo>
                  <a:cubicBezTo>
                    <a:pt x="135" y="1683"/>
                    <a:pt x="136" y="1683"/>
                    <a:pt x="136" y="1682"/>
                  </a:cubicBezTo>
                  <a:cubicBezTo>
                    <a:pt x="145" y="1673"/>
                    <a:pt x="134" y="1664"/>
                    <a:pt x="133" y="1664"/>
                  </a:cubicBezTo>
                  <a:cubicBezTo>
                    <a:pt x="142" y="1663"/>
                    <a:pt x="142" y="1663"/>
                    <a:pt x="142" y="1663"/>
                  </a:cubicBezTo>
                  <a:cubicBezTo>
                    <a:pt x="142" y="1663"/>
                    <a:pt x="142" y="1663"/>
                    <a:pt x="142" y="1662"/>
                  </a:cubicBezTo>
                  <a:cubicBezTo>
                    <a:pt x="142" y="1662"/>
                    <a:pt x="142" y="1662"/>
                    <a:pt x="142" y="1662"/>
                  </a:cubicBezTo>
                  <a:cubicBezTo>
                    <a:pt x="154" y="1656"/>
                    <a:pt x="139" y="1643"/>
                    <a:pt x="139" y="1643"/>
                  </a:cubicBezTo>
                  <a:cubicBezTo>
                    <a:pt x="140" y="1620"/>
                    <a:pt x="111" y="1625"/>
                    <a:pt x="107" y="1620"/>
                  </a:cubicBezTo>
                  <a:cubicBezTo>
                    <a:pt x="106" y="1618"/>
                    <a:pt x="104" y="1616"/>
                    <a:pt x="103" y="1615"/>
                  </a:cubicBezTo>
                  <a:cubicBezTo>
                    <a:pt x="103" y="1615"/>
                    <a:pt x="103" y="1615"/>
                    <a:pt x="103" y="1615"/>
                  </a:cubicBezTo>
                  <a:cubicBezTo>
                    <a:pt x="102" y="1614"/>
                    <a:pt x="101" y="1614"/>
                    <a:pt x="100" y="1613"/>
                  </a:cubicBezTo>
                  <a:cubicBezTo>
                    <a:pt x="100" y="1612"/>
                    <a:pt x="100" y="1612"/>
                    <a:pt x="99" y="1612"/>
                  </a:cubicBezTo>
                  <a:cubicBezTo>
                    <a:pt x="99" y="1611"/>
                    <a:pt x="98" y="1611"/>
                    <a:pt x="98" y="1611"/>
                  </a:cubicBezTo>
                  <a:cubicBezTo>
                    <a:pt x="97" y="1610"/>
                    <a:pt x="97" y="1610"/>
                    <a:pt x="96" y="1610"/>
                  </a:cubicBezTo>
                  <a:cubicBezTo>
                    <a:pt x="96" y="1610"/>
                    <a:pt x="96" y="1610"/>
                    <a:pt x="96" y="1610"/>
                  </a:cubicBezTo>
                  <a:cubicBezTo>
                    <a:pt x="85" y="1534"/>
                    <a:pt x="85" y="1534"/>
                    <a:pt x="85" y="1534"/>
                  </a:cubicBezTo>
                  <a:cubicBezTo>
                    <a:pt x="85" y="1530"/>
                    <a:pt x="85" y="1527"/>
                    <a:pt x="85" y="1526"/>
                  </a:cubicBezTo>
                  <a:cubicBezTo>
                    <a:pt x="85" y="1526"/>
                    <a:pt x="86" y="1526"/>
                    <a:pt x="86" y="1527"/>
                  </a:cubicBezTo>
                  <a:cubicBezTo>
                    <a:pt x="86" y="1527"/>
                    <a:pt x="87" y="1527"/>
                    <a:pt x="87" y="1527"/>
                  </a:cubicBezTo>
                  <a:cubicBezTo>
                    <a:pt x="87" y="1527"/>
                    <a:pt x="88" y="1527"/>
                    <a:pt x="88" y="1528"/>
                  </a:cubicBezTo>
                  <a:cubicBezTo>
                    <a:pt x="88" y="1528"/>
                    <a:pt x="89" y="1528"/>
                    <a:pt x="89" y="1528"/>
                  </a:cubicBezTo>
                  <a:cubicBezTo>
                    <a:pt x="89" y="1528"/>
                    <a:pt x="90" y="1529"/>
                    <a:pt x="90" y="1529"/>
                  </a:cubicBezTo>
                  <a:cubicBezTo>
                    <a:pt x="91" y="1529"/>
                    <a:pt x="91" y="1529"/>
                    <a:pt x="91" y="1530"/>
                  </a:cubicBezTo>
                  <a:cubicBezTo>
                    <a:pt x="92" y="1530"/>
                    <a:pt x="92" y="1531"/>
                    <a:pt x="93" y="1531"/>
                  </a:cubicBezTo>
                  <a:cubicBezTo>
                    <a:pt x="93" y="1531"/>
                    <a:pt x="93" y="1532"/>
                    <a:pt x="94" y="1532"/>
                  </a:cubicBezTo>
                  <a:cubicBezTo>
                    <a:pt x="94" y="1532"/>
                    <a:pt x="95" y="1533"/>
                    <a:pt x="95" y="1534"/>
                  </a:cubicBezTo>
                  <a:cubicBezTo>
                    <a:pt x="96" y="1534"/>
                    <a:pt x="96" y="1534"/>
                    <a:pt x="96" y="1535"/>
                  </a:cubicBezTo>
                  <a:cubicBezTo>
                    <a:pt x="97" y="1536"/>
                    <a:pt x="97" y="1536"/>
                    <a:pt x="98" y="1537"/>
                  </a:cubicBezTo>
                  <a:cubicBezTo>
                    <a:pt x="98" y="1538"/>
                    <a:pt x="99" y="1538"/>
                    <a:pt x="99" y="1538"/>
                  </a:cubicBezTo>
                  <a:cubicBezTo>
                    <a:pt x="100" y="1540"/>
                    <a:pt x="100" y="1541"/>
                    <a:pt x="101" y="1543"/>
                  </a:cubicBezTo>
                  <a:cubicBezTo>
                    <a:pt x="101" y="1544"/>
                    <a:pt x="102" y="1545"/>
                    <a:pt x="102" y="1546"/>
                  </a:cubicBezTo>
                  <a:cubicBezTo>
                    <a:pt x="102" y="1546"/>
                    <a:pt x="102" y="1546"/>
                    <a:pt x="103" y="1546"/>
                  </a:cubicBezTo>
                  <a:cubicBezTo>
                    <a:pt x="103" y="1547"/>
                    <a:pt x="103" y="1548"/>
                    <a:pt x="104" y="1548"/>
                  </a:cubicBezTo>
                  <a:cubicBezTo>
                    <a:pt x="104" y="1549"/>
                    <a:pt x="104" y="1549"/>
                    <a:pt x="104" y="1549"/>
                  </a:cubicBezTo>
                  <a:cubicBezTo>
                    <a:pt x="105" y="1550"/>
                    <a:pt x="105" y="1551"/>
                    <a:pt x="105" y="1551"/>
                  </a:cubicBezTo>
                  <a:cubicBezTo>
                    <a:pt x="106" y="1552"/>
                    <a:pt x="106" y="1552"/>
                    <a:pt x="106" y="1553"/>
                  </a:cubicBezTo>
                  <a:cubicBezTo>
                    <a:pt x="107" y="1553"/>
                    <a:pt x="107" y="1554"/>
                    <a:pt x="108" y="1554"/>
                  </a:cubicBezTo>
                  <a:cubicBezTo>
                    <a:pt x="108" y="1555"/>
                    <a:pt x="108" y="1555"/>
                    <a:pt x="109" y="1556"/>
                  </a:cubicBezTo>
                  <a:cubicBezTo>
                    <a:pt x="109" y="1556"/>
                    <a:pt x="110" y="1557"/>
                    <a:pt x="110" y="1557"/>
                  </a:cubicBezTo>
                  <a:cubicBezTo>
                    <a:pt x="110" y="1558"/>
                    <a:pt x="111" y="1558"/>
                    <a:pt x="111" y="1559"/>
                  </a:cubicBezTo>
                  <a:cubicBezTo>
                    <a:pt x="112" y="1559"/>
                    <a:pt x="112" y="1560"/>
                    <a:pt x="113" y="1560"/>
                  </a:cubicBezTo>
                  <a:cubicBezTo>
                    <a:pt x="113" y="1561"/>
                    <a:pt x="113" y="1561"/>
                    <a:pt x="114" y="1561"/>
                  </a:cubicBezTo>
                  <a:cubicBezTo>
                    <a:pt x="114" y="1562"/>
                    <a:pt x="115" y="1562"/>
                    <a:pt x="115" y="1563"/>
                  </a:cubicBezTo>
                  <a:cubicBezTo>
                    <a:pt x="116" y="1563"/>
                    <a:pt x="116" y="1564"/>
                    <a:pt x="117" y="1564"/>
                  </a:cubicBezTo>
                  <a:cubicBezTo>
                    <a:pt x="117" y="1565"/>
                    <a:pt x="118" y="1565"/>
                    <a:pt x="119" y="1566"/>
                  </a:cubicBezTo>
                  <a:cubicBezTo>
                    <a:pt x="119" y="1566"/>
                    <a:pt x="119" y="1566"/>
                    <a:pt x="120" y="1567"/>
                  </a:cubicBezTo>
                  <a:cubicBezTo>
                    <a:pt x="121" y="1567"/>
                    <a:pt x="121" y="1567"/>
                    <a:pt x="122" y="1568"/>
                  </a:cubicBezTo>
                  <a:cubicBezTo>
                    <a:pt x="122" y="1568"/>
                    <a:pt x="123" y="1569"/>
                    <a:pt x="123" y="1569"/>
                  </a:cubicBezTo>
                  <a:cubicBezTo>
                    <a:pt x="124" y="1569"/>
                    <a:pt x="124" y="1570"/>
                    <a:pt x="125" y="1570"/>
                  </a:cubicBezTo>
                  <a:cubicBezTo>
                    <a:pt x="126" y="1570"/>
                    <a:pt x="126" y="1570"/>
                    <a:pt x="127" y="1571"/>
                  </a:cubicBezTo>
                  <a:cubicBezTo>
                    <a:pt x="127" y="1571"/>
                    <a:pt x="128" y="1571"/>
                    <a:pt x="128" y="1571"/>
                  </a:cubicBezTo>
                  <a:cubicBezTo>
                    <a:pt x="129" y="1572"/>
                    <a:pt x="129" y="1572"/>
                    <a:pt x="130" y="1572"/>
                  </a:cubicBezTo>
                  <a:cubicBezTo>
                    <a:pt x="131" y="1572"/>
                    <a:pt x="131" y="1572"/>
                    <a:pt x="132" y="1573"/>
                  </a:cubicBezTo>
                  <a:cubicBezTo>
                    <a:pt x="132" y="1573"/>
                    <a:pt x="133" y="1573"/>
                    <a:pt x="133" y="1573"/>
                  </a:cubicBezTo>
                  <a:cubicBezTo>
                    <a:pt x="134" y="1573"/>
                    <a:pt x="135" y="1573"/>
                    <a:pt x="135" y="1573"/>
                  </a:cubicBezTo>
                  <a:cubicBezTo>
                    <a:pt x="136" y="1573"/>
                    <a:pt x="136" y="1573"/>
                    <a:pt x="137" y="1573"/>
                  </a:cubicBezTo>
                  <a:cubicBezTo>
                    <a:pt x="138" y="1573"/>
                    <a:pt x="138" y="1573"/>
                    <a:pt x="139" y="1573"/>
                  </a:cubicBezTo>
                  <a:cubicBezTo>
                    <a:pt x="139" y="1573"/>
                    <a:pt x="140" y="1573"/>
                    <a:pt x="140" y="1573"/>
                  </a:cubicBezTo>
                  <a:cubicBezTo>
                    <a:pt x="141" y="1573"/>
                    <a:pt x="142" y="1573"/>
                    <a:pt x="143" y="1572"/>
                  </a:cubicBezTo>
                  <a:cubicBezTo>
                    <a:pt x="143" y="1572"/>
                    <a:pt x="144" y="1572"/>
                    <a:pt x="144" y="1572"/>
                  </a:cubicBezTo>
                  <a:cubicBezTo>
                    <a:pt x="144" y="1572"/>
                    <a:pt x="144" y="1572"/>
                    <a:pt x="144" y="1572"/>
                  </a:cubicBezTo>
                  <a:cubicBezTo>
                    <a:pt x="145" y="1572"/>
                    <a:pt x="146" y="1571"/>
                    <a:pt x="148" y="1570"/>
                  </a:cubicBezTo>
                  <a:cubicBezTo>
                    <a:pt x="166" y="1559"/>
                    <a:pt x="141" y="1526"/>
                    <a:pt x="125" y="1512"/>
                  </a:cubicBezTo>
                  <a:cubicBezTo>
                    <a:pt x="110" y="1498"/>
                    <a:pt x="100" y="1469"/>
                    <a:pt x="89" y="1458"/>
                  </a:cubicBezTo>
                  <a:cubicBezTo>
                    <a:pt x="78" y="1447"/>
                    <a:pt x="77" y="1424"/>
                    <a:pt x="77" y="1424"/>
                  </a:cubicBezTo>
                  <a:cubicBezTo>
                    <a:pt x="76" y="1422"/>
                    <a:pt x="76" y="1422"/>
                    <a:pt x="76" y="1422"/>
                  </a:cubicBezTo>
                  <a:cubicBezTo>
                    <a:pt x="76" y="1422"/>
                    <a:pt x="76" y="1422"/>
                    <a:pt x="75" y="1422"/>
                  </a:cubicBezTo>
                  <a:cubicBezTo>
                    <a:pt x="73" y="1415"/>
                    <a:pt x="73" y="1415"/>
                    <a:pt x="73" y="1415"/>
                  </a:cubicBezTo>
                  <a:cubicBezTo>
                    <a:pt x="73" y="1415"/>
                    <a:pt x="73" y="1414"/>
                    <a:pt x="73" y="1414"/>
                  </a:cubicBezTo>
                  <a:cubicBezTo>
                    <a:pt x="75" y="1409"/>
                    <a:pt x="79" y="1393"/>
                    <a:pt x="81" y="1379"/>
                  </a:cubicBezTo>
                  <a:cubicBezTo>
                    <a:pt x="84" y="1364"/>
                    <a:pt x="117" y="1236"/>
                    <a:pt x="125" y="1194"/>
                  </a:cubicBezTo>
                  <a:cubicBezTo>
                    <a:pt x="126" y="1191"/>
                    <a:pt x="126" y="1189"/>
                    <a:pt x="126" y="1187"/>
                  </a:cubicBezTo>
                  <a:cubicBezTo>
                    <a:pt x="138" y="1126"/>
                    <a:pt x="158" y="1103"/>
                    <a:pt x="152" y="1061"/>
                  </a:cubicBezTo>
                  <a:cubicBezTo>
                    <a:pt x="153" y="1030"/>
                    <a:pt x="165" y="947"/>
                    <a:pt x="167" y="932"/>
                  </a:cubicBezTo>
                  <a:cubicBezTo>
                    <a:pt x="169" y="929"/>
                    <a:pt x="169" y="914"/>
                    <a:pt x="171" y="903"/>
                  </a:cubicBezTo>
                  <a:cubicBezTo>
                    <a:pt x="171" y="898"/>
                    <a:pt x="172" y="887"/>
                    <a:pt x="173" y="874"/>
                  </a:cubicBezTo>
                  <a:cubicBezTo>
                    <a:pt x="173" y="876"/>
                    <a:pt x="173" y="876"/>
                    <a:pt x="173" y="876"/>
                  </a:cubicBezTo>
                  <a:cubicBezTo>
                    <a:pt x="173" y="890"/>
                    <a:pt x="188" y="920"/>
                    <a:pt x="190" y="958"/>
                  </a:cubicBezTo>
                  <a:cubicBezTo>
                    <a:pt x="188" y="989"/>
                    <a:pt x="159" y="1033"/>
                    <a:pt x="161" y="1062"/>
                  </a:cubicBezTo>
                  <a:cubicBezTo>
                    <a:pt x="149" y="1120"/>
                    <a:pt x="145" y="1171"/>
                    <a:pt x="147" y="1215"/>
                  </a:cubicBezTo>
                  <a:cubicBezTo>
                    <a:pt x="149" y="1312"/>
                    <a:pt x="174" y="1374"/>
                    <a:pt x="173" y="1399"/>
                  </a:cubicBezTo>
                  <a:cubicBezTo>
                    <a:pt x="172" y="1433"/>
                    <a:pt x="185" y="1447"/>
                    <a:pt x="190" y="1471"/>
                  </a:cubicBezTo>
                  <a:cubicBezTo>
                    <a:pt x="191" y="1476"/>
                    <a:pt x="191" y="1481"/>
                    <a:pt x="192" y="1487"/>
                  </a:cubicBezTo>
                  <a:cubicBezTo>
                    <a:pt x="192" y="1489"/>
                    <a:pt x="192" y="1491"/>
                    <a:pt x="192" y="1494"/>
                  </a:cubicBezTo>
                  <a:cubicBezTo>
                    <a:pt x="192" y="1494"/>
                    <a:pt x="192" y="1494"/>
                    <a:pt x="192" y="1494"/>
                  </a:cubicBezTo>
                  <a:cubicBezTo>
                    <a:pt x="222" y="1980"/>
                    <a:pt x="222" y="1980"/>
                    <a:pt x="222" y="1980"/>
                  </a:cubicBezTo>
                  <a:cubicBezTo>
                    <a:pt x="223" y="1995"/>
                    <a:pt x="220" y="2048"/>
                    <a:pt x="226" y="2075"/>
                  </a:cubicBezTo>
                  <a:cubicBezTo>
                    <a:pt x="227" y="2082"/>
                    <a:pt x="236" y="2112"/>
                    <a:pt x="237" y="2156"/>
                  </a:cubicBezTo>
                  <a:cubicBezTo>
                    <a:pt x="239" y="2225"/>
                    <a:pt x="224" y="2324"/>
                    <a:pt x="226" y="2374"/>
                  </a:cubicBezTo>
                  <a:cubicBezTo>
                    <a:pt x="230" y="2455"/>
                    <a:pt x="228" y="2526"/>
                    <a:pt x="241" y="2578"/>
                  </a:cubicBezTo>
                  <a:cubicBezTo>
                    <a:pt x="244" y="2596"/>
                    <a:pt x="244" y="2596"/>
                    <a:pt x="244" y="2596"/>
                  </a:cubicBezTo>
                  <a:cubicBezTo>
                    <a:pt x="245" y="2598"/>
                    <a:pt x="245" y="2600"/>
                    <a:pt x="245" y="2602"/>
                  </a:cubicBezTo>
                  <a:cubicBezTo>
                    <a:pt x="245" y="2603"/>
                    <a:pt x="246" y="2604"/>
                    <a:pt x="246" y="2605"/>
                  </a:cubicBezTo>
                  <a:cubicBezTo>
                    <a:pt x="246" y="2607"/>
                    <a:pt x="246" y="2608"/>
                    <a:pt x="246" y="2609"/>
                  </a:cubicBezTo>
                  <a:cubicBezTo>
                    <a:pt x="247" y="2611"/>
                    <a:pt x="247" y="2612"/>
                    <a:pt x="247" y="2614"/>
                  </a:cubicBezTo>
                  <a:cubicBezTo>
                    <a:pt x="247" y="2615"/>
                    <a:pt x="247" y="2616"/>
                    <a:pt x="248" y="2617"/>
                  </a:cubicBezTo>
                  <a:cubicBezTo>
                    <a:pt x="248" y="2619"/>
                    <a:pt x="248" y="2620"/>
                    <a:pt x="248" y="2622"/>
                  </a:cubicBezTo>
                  <a:cubicBezTo>
                    <a:pt x="248" y="2623"/>
                    <a:pt x="248" y="2624"/>
                    <a:pt x="249" y="2625"/>
                  </a:cubicBezTo>
                  <a:cubicBezTo>
                    <a:pt x="249" y="2627"/>
                    <a:pt x="249" y="2628"/>
                    <a:pt x="249" y="2629"/>
                  </a:cubicBezTo>
                  <a:cubicBezTo>
                    <a:pt x="249" y="2630"/>
                    <a:pt x="249" y="2632"/>
                    <a:pt x="250" y="2633"/>
                  </a:cubicBezTo>
                  <a:cubicBezTo>
                    <a:pt x="250" y="2634"/>
                    <a:pt x="250" y="2635"/>
                    <a:pt x="250" y="2637"/>
                  </a:cubicBezTo>
                  <a:cubicBezTo>
                    <a:pt x="250" y="2638"/>
                    <a:pt x="250" y="2639"/>
                    <a:pt x="250" y="2640"/>
                  </a:cubicBezTo>
                  <a:cubicBezTo>
                    <a:pt x="251" y="2641"/>
                    <a:pt x="251" y="2643"/>
                    <a:pt x="251" y="2644"/>
                  </a:cubicBezTo>
                  <a:cubicBezTo>
                    <a:pt x="251" y="2645"/>
                    <a:pt x="251" y="2646"/>
                    <a:pt x="251" y="2646"/>
                  </a:cubicBezTo>
                  <a:cubicBezTo>
                    <a:pt x="251" y="2648"/>
                    <a:pt x="252" y="2651"/>
                    <a:pt x="252" y="2653"/>
                  </a:cubicBezTo>
                  <a:cubicBezTo>
                    <a:pt x="252" y="2653"/>
                    <a:pt x="252" y="2654"/>
                    <a:pt x="252" y="2654"/>
                  </a:cubicBezTo>
                  <a:cubicBezTo>
                    <a:pt x="252" y="2655"/>
                    <a:pt x="252" y="2657"/>
                    <a:pt x="252" y="2658"/>
                  </a:cubicBezTo>
                  <a:cubicBezTo>
                    <a:pt x="252" y="2659"/>
                    <a:pt x="252" y="2660"/>
                    <a:pt x="252" y="2660"/>
                  </a:cubicBezTo>
                  <a:cubicBezTo>
                    <a:pt x="252" y="2661"/>
                    <a:pt x="253" y="2663"/>
                    <a:pt x="253" y="2664"/>
                  </a:cubicBezTo>
                  <a:cubicBezTo>
                    <a:pt x="253" y="2664"/>
                    <a:pt x="253" y="2665"/>
                    <a:pt x="253" y="2666"/>
                  </a:cubicBezTo>
                  <a:cubicBezTo>
                    <a:pt x="253" y="2667"/>
                    <a:pt x="253" y="2667"/>
                    <a:pt x="253" y="2668"/>
                  </a:cubicBezTo>
                  <a:cubicBezTo>
                    <a:pt x="253" y="2669"/>
                    <a:pt x="253" y="2670"/>
                    <a:pt x="253" y="2670"/>
                  </a:cubicBezTo>
                  <a:cubicBezTo>
                    <a:pt x="253" y="2671"/>
                    <a:pt x="253" y="2672"/>
                    <a:pt x="253" y="2673"/>
                  </a:cubicBezTo>
                  <a:cubicBezTo>
                    <a:pt x="253" y="2673"/>
                    <a:pt x="253" y="2674"/>
                    <a:pt x="253" y="2674"/>
                  </a:cubicBezTo>
                  <a:cubicBezTo>
                    <a:pt x="253" y="2675"/>
                    <a:pt x="253" y="2676"/>
                    <a:pt x="253" y="2676"/>
                  </a:cubicBezTo>
                  <a:cubicBezTo>
                    <a:pt x="253" y="2677"/>
                    <a:pt x="253" y="2677"/>
                    <a:pt x="253" y="2678"/>
                  </a:cubicBezTo>
                  <a:cubicBezTo>
                    <a:pt x="253" y="2678"/>
                    <a:pt x="253" y="2679"/>
                    <a:pt x="253" y="2680"/>
                  </a:cubicBezTo>
                  <a:cubicBezTo>
                    <a:pt x="253" y="2680"/>
                    <a:pt x="253" y="2680"/>
                    <a:pt x="253" y="2680"/>
                  </a:cubicBezTo>
                  <a:cubicBezTo>
                    <a:pt x="253" y="2681"/>
                    <a:pt x="253" y="2682"/>
                    <a:pt x="253" y="2683"/>
                  </a:cubicBezTo>
                  <a:cubicBezTo>
                    <a:pt x="251" y="2691"/>
                    <a:pt x="249" y="2709"/>
                    <a:pt x="255" y="2724"/>
                  </a:cubicBezTo>
                  <a:cubicBezTo>
                    <a:pt x="255" y="2725"/>
                    <a:pt x="238" y="2777"/>
                    <a:pt x="228" y="2786"/>
                  </a:cubicBezTo>
                  <a:cubicBezTo>
                    <a:pt x="220" y="2795"/>
                    <a:pt x="217" y="2804"/>
                    <a:pt x="210" y="2809"/>
                  </a:cubicBezTo>
                  <a:cubicBezTo>
                    <a:pt x="203" y="2814"/>
                    <a:pt x="200" y="2819"/>
                    <a:pt x="197" y="2830"/>
                  </a:cubicBezTo>
                  <a:cubicBezTo>
                    <a:pt x="195" y="2838"/>
                    <a:pt x="188" y="2849"/>
                    <a:pt x="193" y="2855"/>
                  </a:cubicBezTo>
                  <a:cubicBezTo>
                    <a:pt x="194" y="2856"/>
                    <a:pt x="195" y="2857"/>
                    <a:pt x="196" y="2858"/>
                  </a:cubicBezTo>
                  <a:cubicBezTo>
                    <a:pt x="196" y="2857"/>
                    <a:pt x="196" y="2857"/>
                    <a:pt x="196" y="2857"/>
                  </a:cubicBezTo>
                  <a:cubicBezTo>
                    <a:pt x="195" y="2860"/>
                    <a:pt x="195" y="2863"/>
                    <a:pt x="196" y="2865"/>
                  </a:cubicBezTo>
                  <a:cubicBezTo>
                    <a:pt x="199" y="2872"/>
                    <a:pt x="204" y="2873"/>
                    <a:pt x="211" y="2872"/>
                  </a:cubicBezTo>
                  <a:cubicBezTo>
                    <a:pt x="211" y="2871"/>
                    <a:pt x="211" y="2871"/>
                    <a:pt x="211" y="2871"/>
                  </a:cubicBezTo>
                  <a:cubicBezTo>
                    <a:pt x="212" y="2874"/>
                    <a:pt x="212" y="2876"/>
                    <a:pt x="214" y="2878"/>
                  </a:cubicBezTo>
                  <a:cubicBezTo>
                    <a:pt x="218" y="2887"/>
                    <a:pt x="232" y="2891"/>
                    <a:pt x="238" y="2883"/>
                  </a:cubicBezTo>
                  <a:cubicBezTo>
                    <a:pt x="245" y="2889"/>
                    <a:pt x="260" y="2890"/>
                    <a:pt x="265" y="2881"/>
                  </a:cubicBezTo>
                  <a:cubicBezTo>
                    <a:pt x="266" y="2881"/>
                    <a:pt x="266" y="2882"/>
                    <a:pt x="266" y="2882"/>
                  </a:cubicBezTo>
                  <a:cubicBezTo>
                    <a:pt x="266" y="2882"/>
                    <a:pt x="266" y="2882"/>
                    <a:pt x="266" y="2882"/>
                  </a:cubicBezTo>
                  <a:cubicBezTo>
                    <a:pt x="271" y="2896"/>
                    <a:pt x="287" y="2894"/>
                    <a:pt x="296" y="2891"/>
                  </a:cubicBezTo>
                  <a:cubicBezTo>
                    <a:pt x="305" y="2889"/>
                    <a:pt x="310" y="2882"/>
                    <a:pt x="314" y="2876"/>
                  </a:cubicBezTo>
                  <a:cubicBezTo>
                    <a:pt x="314" y="2876"/>
                    <a:pt x="314" y="2876"/>
                    <a:pt x="314" y="2876"/>
                  </a:cubicBezTo>
                  <a:cubicBezTo>
                    <a:pt x="314" y="2876"/>
                    <a:pt x="314" y="2876"/>
                    <a:pt x="315" y="2876"/>
                  </a:cubicBezTo>
                  <a:cubicBezTo>
                    <a:pt x="315" y="2875"/>
                    <a:pt x="316" y="2874"/>
                    <a:pt x="317" y="2874"/>
                  </a:cubicBezTo>
                  <a:cubicBezTo>
                    <a:pt x="322" y="2868"/>
                    <a:pt x="326" y="2862"/>
                    <a:pt x="325" y="2848"/>
                  </a:cubicBezTo>
                  <a:cubicBezTo>
                    <a:pt x="324" y="2842"/>
                    <a:pt x="324" y="2835"/>
                    <a:pt x="324" y="2830"/>
                  </a:cubicBezTo>
                  <a:cubicBezTo>
                    <a:pt x="325" y="2826"/>
                    <a:pt x="325" y="2821"/>
                    <a:pt x="326" y="2814"/>
                  </a:cubicBezTo>
                  <a:cubicBezTo>
                    <a:pt x="326" y="2804"/>
                    <a:pt x="333" y="2801"/>
                    <a:pt x="334" y="2783"/>
                  </a:cubicBezTo>
                  <a:cubicBezTo>
                    <a:pt x="335" y="2769"/>
                    <a:pt x="327" y="2710"/>
                    <a:pt x="328" y="2702"/>
                  </a:cubicBezTo>
                  <a:cubicBezTo>
                    <a:pt x="330" y="2684"/>
                    <a:pt x="333" y="2663"/>
                    <a:pt x="330" y="2632"/>
                  </a:cubicBezTo>
                  <a:cubicBezTo>
                    <a:pt x="329" y="2620"/>
                    <a:pt x="331" y="2596"/>
                    <a:pt x="334" y="2571"/>
                  </a:cubicBezTo>
                  <a:cubicBezTo>
                    <a:pt x="340" y="2530"/>
                    <a:pt x="349" y="2486"/>
                    <a:pt x="352" y="2474"/>
                  </a:cubicBezTo>
                  <a:cubicBezTo>
                    <a:pt x="351" y="2475"/>
                    <a:pt x="351" y="2475"/>
                    <a:pt x="351" y="2475"/>
                  </a:cubicBezTo>
                  <a:cubicBezTo>
                    <a:pt x="355" y="2460"/>
                    <a:pt x="355" y="2460"/>
                    <a:pt x="355" y="2460"/>
                  </a:cubicBezTo>
                  <a:cubicBezTo>
                    <a:pt x="356" y="2452"/>
                    <a:pt x="358" y="2444"/>
                    <a:pt x="360" y="2435"/>
                  </a:cubicBezTo>
                  <a:cubicBezTo>
                    <a:pt x="360" y="2434"/>
                    <a:pt x="360" y="2434"/>
                    <a:pt x="360" y="2433"/>
                  </a:cubicBezTo>
                  <a:cubicBezTo>
                    <a:pt x="362" y="2427"/>
                    <a:pt x="363" y="2421"/>
                    <a:pt x="364" y="2414"/>
                  </a:cubicBezTo>
                  <a:cubicBezTo>
                    <a:pt x="364" y="2414"/>
                    <a:pt x="365" y="2413"/>
                    <a:pt x="365" y="2413"/>
                  </a:cubicBezTo>
                  <a:cubicBezTo>
                    <a:pt x="365" y="2410"/>
                    <a:pt x="366" y="2406"/>
                    <a:pt x="367" y="2403"/>
                  </a:cubicBezTo>
                  <a:cubicBezTo>
                    <a:pt x="367" y="2402"/>
                    <a:pt x="367" y="2402"/>
                    <a:pt x="367" y="2402"/>
                  </a:cubicBezTo>
                  <a:cubicBezTo>
                    <a:pt x="367" y="2398"/>
                    <a:pt x="368" y="2395"/>
                    <a:pt x="369" y="2392"/>
                  </a:cubicBezTo>
                  <a:cubicBezTo>
                    <a:pt x="369" y="2392"/>
                    <a:pt x="369" y="2391"/>
                    <a:pt x="369" y="2391"/>
                  </a:cubicBezTo>
                  <a:cubicBezTo>
                    <a:pt x="369" y="2387"/>
                    <a:pt x="370" y="2384"/>
                    <a:pt x="371" y="2380"/>
                  </a:cubicBezTo>
                  <a:cubicBezTo>
                    <a:pt x="371" y="2380"/>
                    <a:pt x="371" y="2379"/>
                    <a:pt x="371" y="2378"/>
                  </a:cubicBezTo>
                  <a:cubicBezTo>
                    <a:pt x="372" y="2375"/>
                    <a:pt x="372" y="2371"/>
                    <a:pt x="373" y="2368"/>
                  </a:cubicBezTo>
                  <a:cubicBezTo>
                    <a:pt x="373" y="2368"/>
                    <a:pt x="373" y="2368"/>
                    <a:pt x="373" y="2368"/>
                  </a:cubicBezTo>
                  <a:cubicBezTo>
                    <a:pt x="373" y="2364"/>
                    <a:pt x="374" y="2361"/>
                    <a:pt x="374" y="2357"/>
                  </a:cubicBezTo>
                  <a:cubicBezTo>
                    <a:pt x="374" y="2356"/>
                    <a:pt x="374" y="2355"/>
                    <a:pt x="375" y="2355"/>
                  </a:cubicBezTo>
                  <a:cubicBezTo>
                    <a:pt x="375" y="2351"/>
                    <a:pt x="375" y="2348"/>
                    <a:pt x="376" y="2344"/>
                  </a:cubicBezTo>
                  <a:cubicBezTo>
                    <a:pt x="376" y="2344"/>
                    <a:pt x="376" y="2343"/>
                    <a:pt x="376" y="2343"/>
                  </a:cubicBezTo>
                  <a:cubicBezTo>
                    <a:pt x="376" y="2340"/>
                    <a:pt x="377" y="2337"/>
                    <a:pt x="377" y="2333"/>
                  </a:cubicBezTo>
                  <a:cubicBezTo>
                    <a:pt x="377" y="2333"/>
                    <a:pt x="377" y="2332"/>
                    <a:pt x="377" y="2331"/>
                  </a:cubicBezTo>
                  <a:cubicBezTo>
                    <a:pt x="378" y="2328"/>
                    <a:pt x="378" y="2324"/>
                    <a:pt x="378" y="2321"/>
                  </a:cubicBezTo>
                  <a:cubicBezTo>
                    <a:pt x="378" y="2320"/>
                    <a:pt x="378" y="2320"/>
                    <a:pt x="378" y="2319"/>
                  </a:cubicBezTo>
                  <a:cubicBezTo>
                    <a:pt x="379" y="2316"/>
                    <a:pt x="379" y="2313"/>
                    <a:pt x="379" y="2310"/>
                  </a:cubicBezTo>
                  <a:cubicBezTo>
                    <a:pt x="379" y="2310"/>
                    <a:pt x="379" y="2309"/>
                    <a:pt x="379" y="2309"/>
                  </a:cubicBezTo>
                  <a:cubicBezTo>
                    <a:pt x="379" y="2305"/>
                    <a:pt x="379" y="2302"/>
                    <a:pt x="379" y="2299"/>
                  </a:cubicBezTo>
                  <a:cubicBezTo>
                    <a:pt x="379" y="2298"/>
                    <a:pt x="379" y="2298"/>
                    <a:pt x="379" y="2297"/>
                  </a:cubicBezTo>
                  <a:cubicBezTo>
                    <a:pt x="379" y="2294"/>
                    <a:pt x="379" y="2290"/>
                    <a:pt x="379" y="2287"/>
                  </a:cubicBezTo>
                  <a:cubicBezTo>
                    <a:pt x="378" y="2245"/>
                    <a:pt x="387" y="2144"/>
                    <a:pt x="387" y="2115"/>
                  </a:cubicBezTo>
                  <a:cubicBezTo>
                    <a:pt x="387" y="2110"/>
                    <a:pt x="389" y="2078"/>
                    <a:pt x="388" y="2072"/>
                  </a:cubicBezTo>
                  <a:cubicBezTo>
                    <a:pt x="378" y="2028"/>
                    <a:pt x="402" y="1815"/>
                    <a:pt x="402" y="1813"/>
                  </a:cubicBezTo>
                  <a:cubicBezTo>
                    <a:pt x="402" y="1812"/>
                    <a:pt x="402" y="1811"/>
                    <a:pt x="402" y="1810"/>
                  </a:cubicBezTo>
                  <a:cubicBezTo>
                    <a:pt x="402" y="1810"/>
                    <a:pt x="402" y="1809"/>
                    <a:pt x="402" y="1809"/>
                  </a:cubicBezTo>
                  <a:cubicBezTo>
                    <a:pt x="402" y="1808"/>
                    <a:pt x="402" y="1807"/>
                    <a:pt x="402" y="1806"/>
                  </a:cubicBezTo>
                  <a:cubicBezTo>
                    <a:pt x="402" y="1806"/>
                    <a:pt x="402" y="1806"/>
                    <a:pt x="402" y="1805"/>
                  </a:cubicBezTo>
                  <a:cubicBezTo>
                    <a:pt x="402" y="1804"/>
                    <a:pt x="402" y="1803"/>
                    <a:pt x="402" y="1801"/>
                  </a:cubicBezTo>
                  <a:cubicBezTo>
                    <a:pt x="402" y="1801"/>
                    <a:pt x="402" y="1801"/>
                    <a:pt x="402" y="1801"/>
                  </a:cubicBezTo>
                  <a:cubicBezTo>
                    <a:pt x="402" y="1799"/>
                    <a:pt x="403" y="1798"/>
                    <a:pt x="403" y="1796"/>
                  </a:cubicBezTo>
                  <a:cubicBezTo>
                    <a:pt x="403" y="1795"/>
                    <a:pt x="403" y="1795"/>
                    <a:pt x="403" y="1795"/>
                  </a:cubicBezTo>
                  <a:cubicBezTo>
                    <a:pt x="403" y="1793"/>
                    <a:pt x="403" y="1792"/>
                    <a:pt x="403" y="1790"/>
                  </a:cubicBezTo>
                  <a:cubicBezTo>
                    <a:pt x="403" y="1790"/>
                    <a:pt x="403" y="1789"/>
                    <a:pt x="403" y="1789"/>
                  </a:cubicBezTo>
                  <a:cubicBezTo>
                    <a:pt x="403" y="1783"/>
                    <a:pt x="403" y="1776"/>
                    <a:pt x="404" y="1768"/>
                  </a:cubicBezTo>
                  <a:cubicBezTo>
                    <a:pt x="404" y="1768"/>
                    <a:pt x="404" y="1767"/>
                    <a:pt x="404" y="1767"/>
                  </a:cubicBezTo>
                  <a:cubicBezTo>
                    <a:pt x="404" y="1765"/>
                    <a:pt x="404" y="1762"/>
                    <a:pt x="404" y="1760"/>
                  </a:cubicBezTo>
                  <a:cubicBezTo>
                    <a:pt x="404" y="1760"/>
                    <a:pt x="404" y="1759"/>
                    <a:pt x="404" y="1759"/>
                  </a:cubicBezTo>
                  <a:cubicBezTo>
                    <a:pt x="404" y="1754"/>
                    <a:pt x="404" y="1748"/>
                    <a:pt x="405" y="1743"/>
                  </a:cubicBezTo>
                  <a:cubicBezTo>
                    <a:pt x="405" y="1742"/>
                    <a:pt x="405" y="1742"/>
                    <a:pt x="405" y="1741"/>
                  </a:cubicBezTo>
                  <a:cubicBezTo>
                    <a:pt x="405" y="1739"/>
                    <a:pt x="405" y="1737"/>
                    <a:pt x="405" y="1735"/>
                  </a:cubicBezTo>
                  <a:cubicBezTo>
                    <a:pt x="405" y="1734"/>
                    <a:pt x="405" y="1733"/>
                    <a:pt x="405" y="1732"/>
                  </a:cubicBezTo>
                  <a:cubicBezTo>
                    <a:pt x="405" y="1730"/>
                    <a:pt x="405" y="1728"/>
                    <a:pt x="405" y="1726"/>
                  </a:cubicBezTo>
                  <a:cubicBezTo>
                    <a:pt x="405" y="1724"/>
                    <a:pt x="405" y="1722"/>
                    <a:pt x="405" y="1719"/>
                  </a:cubicBezTo>
                  <a:cubicBezTo>
                    <a:pt x="405" y="1718"/>
                    <a:pt x="405" y="1717"/>
                    <a:pt x="405" y="1716"/>
                  </a:cubicBezTo>
                  <a:cubicBezTo>
                    <a:pt x="405" y="1714"/>
                    <a:pt x="405" y="1712"/>
                    <a:pt x="405" y="1710"/>
                  </a:cubicBezTo>
                  <a:cubicBezTo>
                    <a:pt x="405" y="1710"/>
                    <a:pt x="405" y="1709"/>
                    <a:pt x="405" y="1709"/>
                  </a:cubicBezTo>
                  <a:cubicBezTo>
                    <a:pt x="406" y="1670"/>
                    <a:pt x="407" y="1632"/>
                    <a:pt x="408" y="1613"/>
                  </a:cubicBezTo>
                  <a:cubicBezTo>
                    <a:pt x="411" y="1614"/>
                    <a:pt x="446" y="1623"/>
                    <a:pt x="470" y="1606"/>
                  </a:cubicBezTo>
                  <a:cubicBezTo>
                    <a:pt x="471" y="1621"/>
                    <a:pt x="471" y="1621"/>
                    <a:pt x="471" y="1621"/>
                  </a:cubicBezTo>
                  <a:cubicBezTo>
                    <a:pt x="472" y="1640"/>
                    <a:pt x="473" y="1669"/>
                    <a:pt x="474" y="1699"/>
                  </a:cubicBezTo>
                  <a:cubicBezTo>
                    <a:pt x="474" y="1699"/>
                    <a:pt x="474" y="1699"/>
                    <a:pt x="474" y="1699"/>
                  </a:cubicBezTo>
                  <a:cubicBezTo>
                    <a:pt x="474" y="1706"/>
                    <a:pt x="475" y="1714"/>
                    <a:pt x="475" y="1721"/>
                  </a:cubicBezTo>
                  <a:cubicBezTo>
                    <a:pt x="475" y="1721"/>
                    <a:pt x="475" y="1721"/>
                    <a:pt x="475" y="1721"/>
                  </a:cubicBezTo>
                  <a:cubicBezTo>
                    <a:pt x="475" y="1723"/>
                    <a:pt x="475" y="1725"/>
                    <a:pt x="475" y="1727"/>
                  </a:cubicBezTo>
                  <a:cubicBezTo>
                    <a:pt x="475" y="1728"/>
                    <a:pt x="475" y="1729"/>
                    <a:pt x="475" y="1730"/>
                  </a:cubicBezTo>
                  <a:cubicBezTo>
                    <a:pt x="476" y="1732"/>
                    <a:pt x="476" y="1734"/>
                    <a:pt x="476" y="1735"/>
                  </a:cubicBezTo>
                  <a:cubicBezTo>
                    <a:pt x="476" y="1737"/>
                    <a:pt x="476" y="1739"/>
                    <a:pt x="476" y="1741"/>
                  </a:cubicBezTo>
                  <a:cubicBezTo>
                    <a:pt x="476" y="1742"/>
                    <a:pt x="476" y="1743"/>
                    <a:pt x="476" y="1745"/>
                  </a:cubicBezTo>
                  <a:cubicBezTo>
                    <a:pt x="476" y="1747"/>
                    <a:pt x="476" y="1749"/>
                    <a:pt x="476" y="1751"/>
                  </a:cubicBezTo>
                  <a:cubicBezTo>
                    <a:pt x="476" y="1752"/>
                    <a:pt x="477" y="1753"/>
                    <a:pt x="477" y="1754"/>
                  </a:cubicBezTo>
                  <a:cubicBezTo>
                    <a:pt x="477" y="1756"/>
                    <a:pt x="477" y="1757"/>
                    <a:pt x="477" y="1759"/>
                  </a:cubicBezTo>
                  <a:cubicBezTo>
                    <a:pt x="477" y="1760"/>
                    <a:pt x="477" y="1761"/>
                    <a:pt x="477" y="1762"/>
                  </a:cubicBezTo>
                  <a:cubicBezTo>
                    <a:pt x="477" y="1764"/>
                    <a:pt x="477" y="1765"/>
                    <a:pt x="477" y="1767"/>
                  </a:cubicBezTo>
                  <a:cubicBezTo>
                    <a:pt x="477" y="1768"/>
                    <a:pt x="477" y="1769"/>
                    <a:pt x="477" y="1770"/>
                  </a:cubicBezTo>
                  <a:cubicBezTo>
                    <a:pt x="477" y="1772"/>
                    <a:pt x="478" y="1774"/>
                    <a:pt x="478" y="1776"/>
                  </a:cubicBezTo>
                  <a:cubicBezTo>
                    <a:pt x="478" y="1777"/>
                    <a:pt x="478" y="1778"/>
                    <a:pt x="478" y="1778"/>
                  </a:cubicBezTo>
                  <a:cubicBezTo>
                    <a:pt x="478" y="1780"/>
                    <a:pt x="478" y="1782"/>
                    <a:pt x="478" y="1783"/>
                  </a:cubicBezTo>
                  <a:cubicBezTo>
                    <a:pt x="478" y="1784"/>
                    <a:pt x="478" y="1785"/>
                    <a:pt x="478" y="1785"/>
                  </a:cubicBezTo>
                  <a:cubicBezTo>
                    <a:pt x="478" y="1787"/>
                    <a:pt x="478" y="1788"/>
                    <a:pt x="478" y="1790"/>
                  </a:cubicBezTo>
                  <a:cubicBezTo>
                    <a:pt x="478" y="1790"/>
                    <a:pt x="478" y="1791"/>
                    <a:pt x="478" y="1792"/>
                  </a:cubicBezTo>
                  <a:cubicBezTo>
                    <a:pt x="479" y="1793"/>
                    <a:pt x="479" y="1795"/>
                    <a:pt x="479" y="1796"/>
                  </a:cubicBezTo>
                  <a:cubicBezTo>
                    <a:pt x="479" y="1797"/>
                    <a:pt x="479" y="1797"/>
                    <a:pt x="479" y="1797"/>
                  </a:cubicBezTo>
                  <a:cubicBezTo>
                    <a:pt x="479" y="1799"/>
                    <a:pt x="479" y="1801"/>
                    <a:pt x="479" y="1802"/>
                  </a:cubicBezTo>
                  <a:cubicBezTo>
                    <a:pt x="479" y="1803"/>
                    <a:pt x="479" y="1803"/>
                    <a:pt x="479" y="1804"/>
                  </a:cubicBezTo>
                  <a:cubicBezTo>
                    <a:pt x="479" y="1805"/>
                    <a:pt x="479" y="1806"/>
                    <a:pt x="479" y="1807"/>
                  </a:cubicBezTo>
                  <a:cubicBezTo>
                    <a:pt x="479" y="1807"/>
                    <a:pt x="479" y="1808"/>
                    <a:pt x="480" y="1808"/>
                  </a:cubicBezTo>
                  <a:cubicBezTo>
                    <a:pt x="480" y="1809"/>
                    <a:pt x="480" y="1810"/>
                    <a:pt x="480" y="1811"/>
                  </a:cubicBezTo>
                  <a:cubicBezTo>
                    <a:pt x="480" y="1811"/>
                    <a:pt x="480" y="1811"/>
                    <a:pt x="480" y="1812"/>
                  </a:cubicBezTo>
                  <a:cubicBezTo>
                    <a:pt x="480" y="1813"/>
                    <a:pt x="480" y="1814"/>
                    <a:pt x="480" y="1814"/>
                  </a:cubicBezTo>
                  <a:cubicBezTo>
                    <a:pt x="480" y="1817"/>
                    <a:pt x="493" y="2030"/>
                    <a:pt x="485" y="2072"/>
                  </a:cubicBezTo>
                  <a:cubicBezTo>
                    <a:pt x="484" y="2078"/>
                    <a:pt x="486" y="2110"/>
                    <a:pt x="486" y="2115"/>
                  </a:cubicBezTo>
                  <a:cubicBezTo>
                    <a:pt x="486" y="2144"/>
                    <a:pt x="496" y="2241"/>
                    <a:pt x="493" y="2284"/>
                  </a:cubicBezTo>
                  <a:cubicBezTo>
                    <a:pt x="493" y="2287"/>
                    <a:pt x="493" y="2291"/>
                    <a:pt x="492" y="2294"/>
                  </a:cubicBezTo>
                  <a:cubicBezTo>
                    <a:pt x="492" y="2295"/>
                    <a:pt x="492" y="2296"/>
                    <a:pt x="492" y="2296"/>
                  </a:cubicBezTo>
                  <a:cubicBezTo>
                    <a:pt x="492" y="2300"/>
                    <a:pt x="492" y="2303"/>
                    <a:pt x="492" y="2307"/>
                  </a:cubicBezTo>
                  <a:cubicBezTo>
                    <a:pt x="492" y="2307"/>
                    <a:pt x="492" y="2308"/>
                    <a:pt x="492" y="2309"/>
                  </a:cubicBezTo>
                  <a:cubicBezTo>
                    <a:pt x="492" y="2312"/>
                    <a:pt x="492" y="2316"/>
                    <a:pt x="492" y="2320"/>
                  </a:cubicBezTo>
                  <a:cubicBezTo>
                    <a:pt x="492" y="2320"/>
                    <a:pt x="492" y="2320"/>
                    <a:pt x="492" y="2321"/>
                  </a:cubicBezTo>
                  <a:cubicBezTo>
                    <a:pt x="492" y="2324"/>
                    <a:pt x="492" y="2328"/>
                    <a:pt x="493" y="2331"/>
                  </a:cubicBezTo>
                  <a:cubicBezTo>
                    <a:pt x="493" y="2332"/>
                    <a:pt x="493" y="2333"/>
                    <a:pt x="493" y="2333"/>
                  </a:cubicBezTo>
                  <a:cubicBezTo>
                    <a:pt x="493" y="2337"/>
                    <a:pt x="493" y="2340"/>
                    <a:pt x="493" y="2344"/>
                  </a:cubicBezTo>
                  <a:cubicBezTo>
                    <a:pt x="493" y="2345"/>
                    <a:pt x="493" y="2346"/>
                    <a:pt x="493" y="2346"/>
                  </a:cubicBezTo>
                  <a:cubicBezTo>
                    <a:pt x="494" y="2350"/>
                    <a:pt x="494" y="2354"/>
                    <a:pt x="494" y="2357"/>
                  </a:cubicBezTo>
                  <a:cubicBezTo>
                    <a:pt x="494" y="2358"/>
                    <a:pt x="494" y="2358"/>
                    <a:pt x="494" y="2359"/>
                  </a:cubicBezTo>
                  <a:cubicBezTo>
                    <a:pt x="495" y="2363"/>
                    <a:pt x="495" y="2366"/>
                    <a:pt x="495" y="2370"/>
                  </a:cubicBezTo>
                  <a:cubicBezTo>
                    <a:pt x="495" y="2370"/>
                    <a:pt x="495" y="2371"/>
                    <a:pt x="495" y="2371"/>
                  </a:cubicBezTo>
                  <a:cubicBezTo>
                    <a:pt x="496" y="2375"/>
                    <a:pt x="496" y="2378"/>
                    <a:pt x="497" y="2382"/>
                  </a:cubicBezTo>
                  <a:cubicBezTo>
                    <a:pt x="497" y="2383"/>
                    <a:pt x="497" y="2383"/>
                    <a:pt x="497" y="2384"/>
                  </a:cubicBezTo>
                  <a:cubicBezTo>
                    <a:pt x="497" y="2388"/>
                    <a:pt x="498" y="2391"/>
                    <a:pt x="498" y="2395"/>
                  </a:cubicBezTo>
                  <a:cubicBezTo>
                    <a:pt x="498" y="2395"/>
                    <a:pt x="498" y="2396"/>
                    <a:pt x="498" y="2396"/>
                  </a:cubicBezTo>
                  <a:cubicBezTo>
                    <a:pt x="499" y="2404"/>
                    <a:pt x="500" y="2411"/>
                    <a:pt x="502" y="2418"/>
                  </a:cubicBezTo>
                  <a:cubicBezTo>
                    <a:pt x="502" y="2419"/>
                    <a:pt x="502" y="2419"/>
                    <a:pt x="502" y="2420"/>
                  </a:cubicBezTo>
                  <a:cubicBezTo>
                    <a:pt x="502" y="2423"/>
                    <a:pt x="503" y="2427"/>
                    <a:pt x="503" y="2430"/>
                  </a:cubicBezTo>
                  <a:cubicBezTo>
                    <a:pt x="503" y="2431"/>
                    <a:pt x="503" y="2431"/>
                    <a:pt x="504" y="2432"/>
                  </a:cubicBezTo>
                  <a:cubicBezTo>
                    <a:pt x="505" y="2439"/>
                    <a:pt x="506" y="2445"/>
                    <a:pt x="507" y="2452"/>
                  </a:cubicBezTo>
                  <a:cubicBezTo>
                    <a:pt x="507" y="2452"/>
                    <a:pt x="507" y="2452"/>
                    <a:pt x="507" y="2452"/>
                  </a:cubicBezTo>
                  <a:cubicBezTo>
                    <a:pt x="508" y="2455"/>
                    <a:pt x="508" y="2458"/>
                    <a:pt x="509" y="2461"/>
                  </a:cubicBezTo>
                  <a:cubicBezTo>
                    <a:pt x="509" y="2462"/>
                    <a:pt x="509" y="2462"/>
                    <a:pt x="509" y="2462"/>
                  </a:cubicBezTo>
                  <a:cubicBezTo>
                    <a:pt x="510" y="2468"/>
                    <a:pt x="511" y="2473"/>
                    <a:pt x="512" y="2478"/>
                  </a:cubicBezTo>
                  <a:cubicBezTo>
                    <a:pt x="514" y="2492"/>
                    <a:pt x="514" y="2492"/>
                    <a:pt x="514" y="2492"/>
                  </a:cubicBezTo>
                  <a:cubicBezTo>
                    <a:pt x="514" y="2509"/>
                    <a:pt x="536" y="2589"/>
                    <a:pt x="537" y="2627"/>
                  </a:cubicBezTo>
                  <a:cubicBezTo>
                    <a:pt x="538" y="2631"/>
                    <a:pt x="538" y="2634"/>
                    <a:pt x="537" y="2637"/>
                  </a:cubicBezTo>
                  <a:cubicBezTo>
                    <a:pt x="534" y="2668"/>
                    <a:pt x="536" y="2684"/>
                    <a:pt x="538" y="2702"/>
                  </a:cubicBezTo>
                  <a:cubicBezTo>
                    <a:pt x="539" y="2710"/>
                    <a:pt x="531" y="2769"/>
                    <a:pt x="532" y="2783"/>
                  </a:cubicBezTo>
                  <a:cubicBezTo>
                    <a:pt x="533" y="2801"/>
                    <a:pt x="539" y="2804"/>
                    <a:pt x="540" y="2814"/>
                  </a:cubicBezTo>
                  <a:cubicBezTo>
                    <a:pt x="541" y="2832"/>
                    <a:pt x="543" y="2833"/>
                    <a:pt x="541" y="2848"/>
                  </a:cubicBezTo>
                  <a:cubicBezTo>
                    <a:pt x="540" y="2862"/>
                    <a:pt x="544" y="2868"/>
                    <a:pt x="549" y="2874"/>
                  </a:cubicBezTo>
                  <a:cubicBezTo>
                    <a:pt x="550" y="2874"/>
                    <a:pt x="551" y="2875"/>
                    <a:pt x="551" y="2876"/>
                  </a:cubicBezTo>
                  <a:cubicBezTo>
                    <a:pt x="551" y="2876"/>
                    <a:pt x="552" y="2876"/>
                    <a:pt x="552" y="2876"/>
                  </a:cubicBezTo>
                  <a:cubicBezTo>
                    <a:pt x="552" y="2876"/>
                    <a:pt x="552" y="2876"/>
                    <a:pt x="552" y="2876"/>
                  </a:cubicBezTo>
                  <a:cubicBezTo>
                    <a:pt x="556" y="2882"/>
                    <a:pt x="561" y="2889"/>
                    <a:pt x="569" y="2891"/>
                  </a:cubicBezTo>
                  <a:cubicBezTo>
                    <a:pt x="579" y="2894"/>
                    <a:pt x="595" y="2896"/>
                    <a:pt x="600" y="2882"/>
                  </a:cubicBezTo>
                  <a:cubicBezTo>
                    <a:pt x="600" y="2882"/>
                    <a:pt x="600" y="2882"/>
                    <a:pt x="600" y="2882"/>
                  </a:cubicBezTo>
                  <a:cubicBezTo>
                    <a:pt x="600" y="2882"/>
                    <a:pt x="600" y="2881"/>
                    <a:pt x="600" y="2881"/>
                  </a:cubicBezTo>
                  <a:cubicBezTo>
                    <a:pt x="606" y="2890"/>
                    <a:pt x="621" y="2889"/>
                    <a:pt x="628" y="2883"/>
                  </a:cubicBezTo>
                  <a:cubicBezTo>
                    <a:pt x="634" y="2891"/>
                    <a:pt x="648" y="2887"/>
                    <a:pt x="652" y="2878"/>
                  </a:cubicBezTo>
                  <a:cubicBezTo>
                    <a:pt x="654" y="2876"/>
                    <a:pt x="654" y="2874"/>
                    <a:pt x="654" y="2871"/>
                  </a:cubicBezTo>
                  <a:cubicBezTo>
                    <a:pt x="655" y="2872"/>
                    <a:pt x="655" y="2872"/>
                    <a:pt x="655" y="2872"/>
                  </a:cubicBezTo>
                  <a:cubicBezTo>
                    <a:pt x="661" y="2873"/>
                    <a:pt x="669" y="2870"/>
                    <a:pt x="670" y="2865"/>
                  </a:cubicBezTo>
                  <a:cubicBezTo>
                    <a:pt x="670" y="2863"/>
                    <a:pt x="670" y="2860"/>
                    <a:pt x="670" y="2857"/>
                  </a:cubicBezTo>
                  <a:cubicBezTo>
                    <a:pt x="670" y="2858"/>
                    <a:pt x="670" y="2858"/>
                    <a:pt x="670" y="2858"/>
                  </a:cubicBezTo>
                  <a:cubicBezTo>
                    <a:pt x="671" y="2857"/>
                    <a:pt x="672" y="2856"/>
                    <a:pt x="673" y="2855"/>
                  </a:cubicBezTo>
                  <a:cubicBezTo>
                    <a:pt x="678" y="2849"/>
                    <a:pt x="671" y="2838"/>
                    <a:pt x="669" y="2830"/>
                  </a:cubicBezTo>
                  <a:cubicBezTo>
                    <a:pt x="666" y="2819"/>
                    <a:pt x="662" y="2814"/>
                    <a:pt x="655" y="2809"/>
                  </a:cubicBezTo>
                  <a:cubicBezTo>
                    <a:pt x="649" y="2804"/>
                    <a:pt x="646" y="2795"/>
                    <a:pt x="638" y="2786"/>
                  </a:cubicBezTo>
                  <a:cubicBezTo>
                    <a:pt x="628" y="2777"/>
                    <a:pt x="611" y="2725"/>
                    <a:pt x="611" y="2724"/>
                  </a:cubicBezTo>
                  <a:cubicBezTo>
                    <a:pt x="617" y="2709"/>
                    <a:pt x="615" y="2691"/>
                    <a:pt x="613" y="2683"/>
                  </a:cubicBezTo>
                  <a:cubicBezTo>
                    <a:pt x="613" y="2682"/>
                    <a:pt x="613" y="2681"/>
                    <a:pt x="613" y="2680"/>
                  </a:cubicBezTo>
                  <a:cubicBezTo>
                    <a:pt x="613" y="2680"/>
                    <a:pt x="613" y="2680"/>
                    <a:pt x="613" y="2679"/>
                  </a:cubicBezTo>
                  <a:cubicBezTo>
                    <a:pt x="613" y="2679"/>
                    <a:pt x="613" y="2678"/>
                    <a:pt x="613" y="2678"/>
                  </a:cubicBezTo>
                  <a:cubicBezTo>
                    <a:pt x="613" y="2677"/>
                    <a:pt x="613" y="2677"/>
                    <a:pt x="613" y="2676"/>
                  </a:cubicBezTo>
                  <a:cubicBezTo>
                    <a:pt x="613" y="2676"/>
                    <a:pt x="613" y="2675"/>
                    <a:pt x="613" y="2674"/>
                  </a:cubicBezTo>
                  <a:cubicBezTo>
                    <a:pt x="613" y="2674"/>
                    <a:pt x="613" y="2673"/>
                    <a:pt x="613" y="2673"/>
                  </a:cubicBezTo>
                  <a:cubicBezTo>
                    <a:pt x="613" y="2672"/>
                    <a:pt x="613" y="2671"/>
                    <a:pt x="613" y="2670"/>
                  </a:cubicBezTo>
                  <a:cubicBezTo>
                    <a:pt x="613" y="2670"/>
                    <a:pt x="613" y="2669"/>
                    <a:pt x="613" y="2668"/>
                  </a:cubicBezTo>
                  <a:cubicBezTo>
                    <a:pt x="613" y="2667"/>
                    <a:pt x="613" y="2666"/>
                    <a:pt x="613" y="2666"/>
                  </a:cubicBezTo>
                  <a:cubicBezTo>
                    <a:pt x="613" y="2665"/>
                    <a:pt x="613" y="2664"/>
                    <a:pt x="613" y="2664"/>
                  </a:cubicBezTo>
                  <a:cubicBezTo>
                    <a:pt x="613" y="2662"/>
                    <a:pt x="613" y="2661"/>
                    <a:pt x="614" y="2660"/>
                  </a:cubicBezTo>
                  <a:cubicBezTo>
                    <a:pt x="614" y="2660"/>
                    <a:pt x="614" y="2659"/>
                    <a:pt x="614" y="2658"/>
                  </a:cubicBezTo>
                  <a:cubicBezTo>
                    <a:pt x="614" y="2657"/>
                    <a:pt x="614" y="2655"/>
                    <a:pt x="614" y="2654"/>
                  </a:cubicBezTo>
                  <a:cubicBezTo>
                    <a:pt x="614" y="2653"/>
                    <a:pt x="614" y="2653"/>
                    <a:pt x="614" y="2652"/>
                  </a:cubicBezTo>
                  <a:cubicBezTo>
                    <a:pt x="614" y="2650"/>
                    <a:pt x="615" y="2648"/>
                    <a:pt x="615" y="2646"/>
                  </a:cubicBezTo>
                  <a:cubicBezTo>
                    <a:pt x="615" y="2646"/>
                    <a:pt x="615" y="2646"/>
                    <a:pt x="615" y="2646"/>
                  </a:cubicBezTo>
                  <a:cubicBezTo>
                    <a:pt x="615" y="2644"/>
                    <a:pt x="615" y="2642"/>
                    <a:pt x="616" y="2639"/>
                  </a:cubicBezTo>
                  <a:cubicBezTo>
                    <a:pt x="616" y="2639"/>
                    <a:pt x="616" y="2638"/>
                    <a:pt x="616" y="2638"/>
                  </a:cubicBezTo>
                  <a:cubicBezTo>
                    <a:pt x="616" y="2636"/>
                    <a:pt x="616" y="2634"/>
                    <a:pt x="616" y="2632"/>
                  </a:cubicBezTo>
                  <a:cubicBezTo>
                    <a:pt x="616" y="2631"/>
                    <a:pt x="617" y="2631"/>
                    <a:pt x="617" y="2630"/>
                  </a:cubicBezTo>
                  <a:cubicBezTo>
                    <a:pt x="617" y="2628"/>
                    <a:pt x="617" y="2626"/>
                    <a:pt x="617" y="2624"/>
                  </a:cubicBezTo>
                  <a:cubicBezTo>
                    <a:pt x="617" y="2624"/>
                    <a:pt x="618" y="2623"/>
                    <a:pt x="618" y="2623"/>
                  </a:cubicBezTo>
                  <a:cubicBezTo>
                    <a:pt x="618" y="2620"/>
                    <a:pt x="618" y="2618"/>
                    <a:pt x="619" y="2616"/>
                  </a:cubicBezTo>
                  <a:cubicBezTo>
                    <a:pt x="619" y="2615"/>
                    <a:pt x="619" y="2615"/>
                    <a:pt x="619" y="2614"/>
                  </a:cubicBezTo>
                  <a:cubicBezTo>
                    <a:pt x="619" y="2612"/>
                    <a:pt x="620" y="2609"/>
                    <a:pt x="620" y="2607"/>
                  </a:cubicBezTo>
                  <a:cubicBezTo>
                    <a:pt x="620" y="2607"/>
                    <a:pt x="620" y="2606"/>
                    <a:pt x="620" y="2606"/>
                  </a:cubicBezTo>
                  <a:cubicBezTo>
                    <a:pt x="621" y="2602"/>
                    <a:pt x="621" y="2598"/>
                    <a:pt x="622" y="2594"/>
                  </a:cubicBezTo>
                  <a:cubicBezTo>
                    <a:pt x="625" y="2578"/>
                    <a:pt x="625" y="2578"/>
                    <a:pt x="625" y="2578"/>
                  </a:cubicBezTo>
                  <a:cubicBezTo>
                    <a:pt x="630" y="2515"/>
                    <a:pt x="638" y="2456"/>
                    <a:pt x="642" y="2375"/>
                  </a:cubicBezTo>
                  <a:cubicBezTo>
                    <a:pt x="644" y="2334"/>
                    <a:pt x="634" y="2245"/>
                    <a:pt x="636" y="2156"/>
                  </a:cubicBezTo>
                  <a:cubicBezTo>
                    <a:pt x="637" y="2112"/>
                    <a:pt x="644" y="2082"/>
                    <a:pt x="646" y="2075"/>
                  </a:cubicBezTo>
                  <a:cubicBezTo>
                    <a:pt x="651" y="2048"/>
                    <a:pt x="645" y="1995"/>
                    <a:pt x="645" y="1980"/>
                  </a:cubicBezTo>
                  <a:cubicBezTo>
                    <a:pt x="652" y="1739"/>
                    <a:pt x="684" y="1532"/>
                    <a:pt x="682" y="1482"/>
                  </a:cubicBezTo>
                  <a:cubicBezTo>
                    <a:pt x="682" y="1482"/>
                    <a:pt x="683" y="1480"/>
                    <a:pt x="684" y="1476"/>
                  </a:cubicBezTo>
                  <a:cubicBezTo>
                    <a:pt x="684" y="1474"/>
                    <a:pt x="685" y="1473"/>
                    <a:pt x="685" y="1471"/>
                  </a:cubicBezTo>
                  <a:cubicBezTo>
                    <a:pt x="685" y="1471"/>
                    <a:pt x="686" y="1470"/>
                    <a:pt x="686" y="1469"/>
                  </a:cubicBezTo>
                  <a:cubicBezTo>
                    <a:pt x="691" y="1451"/>
                    <a:pt x="701" y="1418"/>
                    <a:pt x="701" y="1403"/>
                  </a:cubicBezTo>
                  <a:cubicBezTo>
                    <a:pt x="701" y="1401"/>
                    <a:pt x="700" y="1400"/>
                    <a:pt x="700" y="1399"/>
                  </a:cubicBezTo>
                  <a:cubicBezTo>
                    <a:pt x="700" y="1376"/>
                    <a:pt x="723" y="1327"/>
                    <a:pt x="729" y="1247"/>
                  </a:cubicBezTo>
                  <a:cubicBezTo>
                    <a:pt x="730" y="1243"/>
                    <a:pt x="730" y="1239"/>
                    <a:pt x="730" y="1235"/>
                  </a:cubicBezTo>
                  <a:cubicBezTo>
                    <a:pt x="731" y="1226"/>
                    <a:pt x="731" y="1217"/>
                    <a:pt x="731" y="1208"/>
                  </a:cubicBezTo>
                  <a:cubicBezTo>
                    <a:pt x="731" y="1204"/>
                    <a:pt x="731" y="1199"/>
                    <a:pt x="731" y="1195"/>
                  </a:cubicBezTo>
                  <a:cubicBezTo>
                    <a:pt x="730" y="1176"/>
                    <a:pt x="729" y="1156"/>
                    <a:pt x="726" y="1135"/>
                  </a:cubicBezTo>
                  <a:cubicBezTo>
                    <a:pt x="724" y="1124"/>
                    <a:pt x="723" y="1113"/>
                    <a:pt x="720" y="1102"/>
                  </a:cubicBezTo>
                  <a:cubicBezTo>
                    <a:pt x="718" y="1090"/>
                    <a:pt x="716" y="1079"/>
                    <a:pt x="713" y="1067"/>
                  </a:cubicBezTo>
                  <a:cubicBezTo>
                    <a:pt x="715" y="1037"/>
                    <a:pt x="686" y="991"/>
                    <a:pt x="684" y="960"/>
                  </a:cubicBezTo>
                  <a:cubicBezTo>
                    <a:pt x="686" y="922"/>
                    <a:pt x="700" y="890"/>
                    <a:pt x="700" y="876"/>
                  </a:cubicBezTo>
                  <a:cubicBezTo>
                    <a:pt x="700" y="874"/>
                    <a:pt x="700" y="874"/>
                    <a:pt x="700" y="874"/>
                  </a:cubicBezTo>
                  <a:cubicBezTo>
                    <a:pt x="701" y="887"/>
                    <a:pt x="702" y="898"/>
                    <a:pt x="703" y="903"/>
                  </a:cubicBezTo>
                  <a:cubicBezTo>
                    <a:pt x="705" y="914"/>
                    <a:pt x="704" y="929"/>
                    <a:pt x="706" y="932"/>
                  </a:cubicBezTo>
                  <a:cubicBezTo>
                    <a:pt x="708" y="947"/>
                    <a:pt x="721" y="1030"/>
                    <a:pt x="722" y="1061"/>
                  </a:cubicBezTo>
                  <a:cubicBezTo>
                    <a:pt x="720" y="1072"/>
                    <a:pt x="720" y="1081"/>
                    <a:pt x="721" y="1090"/>
                  </a:cubicBezTo>
                  <a:cubicBezTo>
                    <a:pt x="726" y="1116"/>
                    <a:pt x="740" y="1140"/>
                    <a:pt x="749" y="1185"/>
                  </a:cubicBezTo>
                  <a:cubicBezTo>
                    <a:pt x="754" y="1217"/>
                    <a:pt x="789" y="1363"/>
                    <a:pt x="792" y="1379"/>
                  </a:cubicBezTo>
                  <a:cubicBezTo>
                    <a:pt x="792" y="1379"/>
                    <a:pt x="792" y="1379"/>
                    <a:pt x="792" y="1380"/>
                  </a:cubicBezTo>
                  <a:cubicBezTo>
                    <a:pt x="792" y="1381"/>
                    <a:pt x="793" y="1383"/>
                    <a:pt x="793" y="1384"/>
                  </a:cubicBezTo>
                  <a:cubicBezTo>
                    <a:pt x="793" y="1384"/>
                    <a:pt x="793" y="1385"/>
                    <a:pt x="793" y="1385"/>
                  </a:cubicBezTo>
                  <a:cubicBezTo>
                    <a:pt x="793" y="1387"/>
                    <a:pt x="794" y="1388"/>
                    <a:pt x="794" y="1389"/>
                  </a:cubicBezTo>
                  <a:cubicBezTo>
                    <a:pt x="794" y="1390"/>
                    <a:pt x="794" y="1390"/>
                    <a:pt x="794" y="1391"/>
                  </a:cubicBezTo>
                  <a:cubicBezTo>
                    <a:pt x="795" y="1392"/>
                    <a:pt x="795" y="1393"/>
                    <a:pt x="795" y="1395"/>
                  </a:cubicBezTo>
                  <a:cubicBezTo>
                    <a:pt x="795" y="1395"/>
                    <a:pt x="795" y="1396"/>
                    <a:pt x="796" y="1397"/>
                  </a:cubicBezTo>
                  <a:cubicBezTo>
                    <a:pt x="796" y="1397"/>
                    <a:pt x="796" y="1398"/>
                    <a:pt x="796" y="1399"/>
                  </a:cubicBezTo>
                  <a:cubicBezTo>
                    <a:pt x="796" y="1399"/>
                    <a:pt x="796" y="1399"/>
                    <a:pt x="796" y="1399"/>
                  </a:cubicBezTo>
                  <a:cubicBezTo>
                    <a:pt x="797" y="1403"/>
                    <a:pt x="798" y="1407"/>
                    <a:pt x="799" y="1409"/>
                  </a:cubicBezTo>
                  <a:cubicBezTo>
                    <a:pt x="799" y="1411"/>
                    <a:pt x="800" y="1413"/>
                    <a:pt x="800" y="1415"/>
                  </a:cubicBezTo>
                  <a:cubicBezTo>
                    <a:pt x="800" y="1415"/>
                    <a:pt x="800" y="1415"/>
                    <a:pt x="800" y="1415"/>
                  </a:cubicBezTo>
                  <a:cubicBezTo>
                    <a:pt x="800" y="1415"/>
                    <a:pt x="799" y="1438"/>
                    <a:pt x="788" y="1449"/>
                  </a:cubicBezTo>
                  <a:cubicBezTo>
                    <a:pt x="777" y="1460"/>
                    <a:pt x="766" y="1489"/>
                    <a:pt x="751" y="1503"/>
                  </a:cubicBezTo>
                  <a:cubicBezTo>
                    <a:pt x="736" y="1517"/>
                    <a:pt x="711" y="1550"/>
                    <a:pt x="729" y="1562"/>
                  </a:cubicBezTo>
                  <a:cubicBezTo>
                    <a:pt x="730" y="1562"/>
                    <a:pt x="731" y="1563"/>
                    <a:pt x="733" y="1563"/>
                  </a:cubicBezTo>
                  <a:cubicBezTo>
                    <a:pt x="750" y="1570"/>
                    <a:pt x="771" y="1547"/>
                    <a:pt x="776" y="1534"/>
                  </a:cubicBezTo>
                  <a:cubicBezTo>
                    <a:pt x="780" y="1522"/>
                    <a:pt x="789" y="1518"/>
                    <a:pt x="791" y="1517"/>
                  </a:cubicBezTo>
                  <a:cubicBezTo>
                    <a:pt x="791" y="1518"/>
                    <a:pt x="791" y="1521"/>
                    <a:pt x="791" y="1525"/>
                  </a:cubicBezTo>
                  <a:cubicBezTo>
                    <a:pt x="780" y="1604"/>
                    <a:pt x="780" y="1604"/>
                    <a:pt x="780" y="1604"/>
                  </a:cubicBezTo>
                  <a:cubicBezTo>
                    <a:pt x="777" y="1605"/>
                    <a:pt x="773" y="1605"/>
                    <a:pt x="769" y="1611"/>
                  </a:cubicBezTo>
                  <a:cubicBezTo>
                    <a:pt x="765" y="1616"/>
                    <a:pt x="737" y="1612"/>
                    <a:pt x="737" y="1634"/>
                  </a:cubicBezTo>
                  <a:cubicBezTo>
                    <a:pt x="737" y="1634"/>
                    <a:pt x="723" y="1647"/>
                    <a:pt x="734" y="1654"/>
                  </a:cubicBezTo>
                  <a:cubicBezTo>
                    <a:pt x="735" y="1654"/>
                    <a:pt x="735" y="1654"/>
                    <a:pt x="735" y="1654"/>
                  </a:cubicBezTo>
                  <a:cubicBezTo>
                    <a:pt x="735" y="1654"/>
                    <a:pt x="735" y="1654"/>
                    <a:pt x="735" y="1654"/>
                  </a:cubicBezTo>
                  <a:cubicBezTo>
                    <a:pt x="744" y="1655"/>
                    <a:pt x="744" y="1655"/>
                    <a:pt x="744" y="1655"/>
                  </a:cubicBezTo>
                  <a:cubicBezTo>
                    <a:pt x="743" y="1656"/>
                    <a:pt x="731" y="1664"/>
                    <a:pt x="740" y="1674"/>
                  </a:cubicBezTo>
                  <a:cubicBezTo>
                    <a:pt x="741" y="1674"/>
                    <a:pt x="742" y="1674"/>
                    <a:pt x="743" y="1675"/>
                  </a:cubicBezTo>
                  <a:cubicBezTo>
                    <a:pt x="748" y="1677"/>
                    <a:pt x="760" y="1675"/>
                    <a:pt x="764" y="1675"/>
                  </a:cubicBezTo>
                  <a:cubicBezTo>
                    <a:pt x="767" y="1675"/>
                    <a:pt x="769" y="1675"/>
                    <a:pt x="770" y="1675"/>
                  </a:cubicBezTo>
                  <a:cubicBezTo>
                    <a:pt x="770" y="1676"/>
                    <a:pt x="770" y="1683"/>
                    <a:pt x="776" y="1685"/>
                  </a:cubicBezTo>
                  <a:cubicBezTo>
                    <a:pt x="777" y="1686"/>
                    <a:pt x="778" y="1686"/>
                    <a:pt x="779" y="1686"/>
                  </a:cubicBezTo>
                  <a:cubicBezTo>
                    <a:pt x="779" y="1686"/>
                    <a:pt x="780" y="1686"/>
                    <a:pt x="780" y="1686"/>
                  </a:cubicBezTo>
                  <a:cubicBezTo>
                    <a:pt x="780" y="1686"/>
                    <a:pt x="781" y="1686"/>
                    <a:pt x="782" y="1686"/>
                  </a:cubicBezTo>
                  <a:cubicBezTo>
                    <a:pt x="782" y="1686"/>
                    <a:pt x="782" y="1686"/>
                    <a:pt x="782" y="1686"/>
                  </a:cubicBezTo>
                  <a:cubicBezTo>
                    <a:pt x="782" y="1686"/>
                    <a:pt x="783" y="1686"/>
                    <a:pt x="783" y="1686"/>
                  </a:cubicBezTo>
                  <a:cubicBezTo>
                    <a:pt x="783" y="1686"/>
                    <a:pt x="783" y="1686"/>
                    <a:pt x="783" y="1686"/>
                  </a:cubicBezTo>
                  <a:cubicBezTo>
                    <a:pt x="790" y="1685"/>
                    <a:pt x="797" y="1680"/>
                    <a:pt x="800" y="1677"/>
                  </a:cubicBezTo>
                  <a:cubicBezTo>
                    <a:pt x="800" y="1677"/>
                    <a:pt x="800" y="1676"/>
                    <a:pt x="800" y="1676"/>
                  </a:cubicBezTo>
                  <a:cubicBezTo>
                    <a:pt x="801" y="1676"/>
                    <a:pt x="801" y="1676"/>
                    <a:pt x="801" y="1676"/>
                  </a:cubicBezTo>
                  <a:cubicBezTo>
                    <a:pt x="801" y="1676"/>
                    <a:pt x="801" y="1676"/>
                    <a:pt x="801" y="1676"/>
                  </a:cubicBezTo>
                  <a:cubicBezTo>
                    <a:pt x="806" y="1672"/>
                    <a:pt x="821" y="1664"/>
                    <a:pt x="828" y="1654"/>
                  </a:cubicBezTo>
                  <a:cubicBezTo>
                    <a:pt x="835" y="1644"/>
                    <a:pt x="845" y="1643"/>
                    <a:pt x="853" y="1610"/>
                  </a:cubicBezTo>
                  <a:cubicBezTo>
                    <a:pt x="856" y="1594"/>
                    <a:pt x="869" y="1575"/>
                    <a:pt x="870" y="1562"/>
                  </a:cubicBezTo>
                  <a:cubicBezTo>
                    <a:pt x="871" y="1550"/>
                    <a:pt x="873" y="1538"/>
                    <a:pt x="870" y="1517"/>
                  </a:cubicBezTo>
                  <a:cubicBezTo>
                    <a:pt x="867" y="1497"/>
                    <a:pt x="877" y="1431"/>
                    <a:pt x="877" y="1431"/>
                  </a:cubicBezTo>
                  <a:cubicBezTo>
                    <a:pt x="877" y="1431"/>
                    <a:pt x="877" y="1428"/>
                    <a:pt x="877" y="1423"/>
                  </a:cubicBezTo>
                  <a:cubicBezTo>
                    <a:pt x="878" y="1411"/>
                    <a:pt x="876" y="1401"/>
                    <a:pt x="874" y="1396"/>
                  </a:cubicBezTo>
                  <a:close/>
                </a:path>
              </a:pathLst>
            </a:custGeom>
            <a:solidFill>
              <a:srgbClr val="B1DF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64537" name="Freeform 59">
              <a:extLst>
                <a:ext uri="{FF2B5EF4-FFF2-40B4-BE49-F238E27FC236}">
                  <a16:creationId xmlns:a16="http://schemas.microsoft.com/office/drawing/2014/main" id="{3B7FD6BE-BEE4-4AD1-B1CB-CB4EA94B3C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5" y="706"/>
              <a:ext cx="726" cy="2381"/>
            </a:xfrm>
            <a:custGeom>
              <a:avLst/>
              <a:gdLst>
                <a:gd name="T0" fmla="*/ 488 w 878"/>
                <a:gd name="T1" fmla="*/ 714 h 2896"/>
                <a:gd name="T2" fmla="*/ 308 w 878"/>
                <a:gd name="T3" fmla="*/ 252 h 2896"/>
                <a:gd name="T4" fmla="*/ 299 w 878"/>
                <a:gd name="T5" fmla="*/ 241 h 2896"/>
                <a:gd name="T6" fmla="*/ 295 w 878"/>
                <a:gd name="T7" fmla="*/ 229 h 2896"/>
                <a:gd name="T8" fmla="*/ 299 w 878"/>
                <a:gd name="T9" fmla="*/ 199 h 2896"/>
                <a:gd name="T10" fmla="*/ 319 w 878"/>
                <a:gd name="T11" fmla="*/ 104 h 2896"/>
                <a:gd name="T12" fmla="*/ 325 w 878"/>
                <a:gd name="T13" fmla="*/ 53 h 2896"/>
                <a:gd name="T14" fmla="*/ 152 w 878"/>
                <a:gd name="T15" fmla="*/ 55 h 2896"/>
                <a:gd name="T16" fmla="*/ 158 w 878"/>
                <a:gd name="T17" fmla="*/ 82 h 2896"/>
                <a:gd name="T18" fmla="*/ 186 w 878"/>
                <a:gd name="T19" fmla="*/ 158 h 2896"/>
                <a:gd name="T20" fmla="*/ 26 w 878"/>
                <a:gd name="T21" fmla="*/ 536 h 2896"/>
                <a:gd name="T22" fmla="*/ 0 w 878"/>
                <a:gd name="T23" fmla="*/ 800 h 2896"/>
                <a:gd name="T24" fmla="*/ 4 w 878"/>
                <a:gd name="T25" fmla="*/ 835 h 2896"/>
                <a:gd name="T26" fmla="*/ 3 w 878"/>
                <a:gd name="T27" fmla="*/ 873 h 2896"/>
                <a:gd name="T28" fmla="*/ 55 w 878"/>
                <a:gd name="T29" fmla="*/ 942 h 2896"/>
                <a:gd name="T30" fmla="*/ 64 w 878"/>
                <a:gd name="T31" fmla="*/ 936 h 2896"/>
                <a:gd name="T32" fmla="*/ 73 w 878"/>
                <a:gd name="T33" fmla="*/ 936 h 2896"/>
                <a:gd name="T34" fmla="*/ 80 w 878"/>
                <a:gd name="T35" fmla="*/ 923 h 2896"/>
                <a:gd name="T36" fmla="*/ 54 w 878"/>
                <a:gd name="T37" fmla="*/ 895 h 2896"/>
                <a:gd name="T38" fmla="*/ 53 w 878"/>
                <a:gd name="T39" fmla="*/ 851 h 2896"/>
                <a:gd name="T40" fmla="*/ 59 w 878"/>
                <a:gd name="T41" fmla="*/ 861 h 2896"/>
                <a:gd name="T42" fmla="*/ 64 w 878"/>
                <a:gd name="T43" fmla="*/ 867 h 2896"/>
                <a:gd name="T44" fmla="*/ 73 w 878"/>
                <a:gd name="T45" fmla="*/ 873 h 2896"/>
                <a:gd name="T46" fmla="*/ 81 w 878"/>
                <a:gd name="T47" fmla="*/ 873 h 2896"/>
                <a:gd name="T48" fmla="*/ 41 w 878"/>
                <a:gd name="T49" fmla="*/ 786 h 2896"/>
                <a:gd name="T50" fmla="*/ 107 w 878"/>
                <a:gd name="T51" fmla="*/ 533 h 2896"/>
                <a:gd name="T52" fmla="*/ 128 w 878"/>
                <a:gd name="T53" fmla="*/ 1154 h 2896"/>
                <a:gd name="T54" fmla="*/ 141 w 878"/>
                <a:gd name="T55" fmla="*/ 1454 h 2896"/>
                <a:gd name="T56" fmla="*/ 142 w 878"/>
                <a:gd name="T57" fmla="*/ 1474 h 2896"/>
                <a:gd name="T58" fmla="*/ 143 w 878"/>
                <a:gd name="T59" fmla="*/ 1486 h 2896"/>
                <a:gd name="T60" fmla="*/ 112 w 878"/>
                <a:gd name="T61" fmla="*/ 1573 h 2896"/>
                <a:gd name="T62" fmla="*/ 150 w 878"/>
                <a:gd name="T63" fmla="*/ 1602 h 2896"/>
                <a:gd name="T64" fmla="*/ 184 w 878"/>
                <a:gd name="T65" fmla="*/ 1573 h 2896"/>
                <a:gd name="T66" fmla="*/ 203 w 878"/>
                <a:gd name="T67" fmla="*/ 1353 h 2896"/>
                <a:gd name="T68" fmla="*/ 210 w 878"/>
                <a:gd name="T69" fmla="*/ 1321 h 2896"/>
                <a:gd name="T70" fmla="*/ 214 w 878"/>
                <a:gd name="T71" fmla="*/ 1290 h 2896"/>
                <a:gd name="T72" fmla="*/ 227 w 878"/>
                <a:gd name="T73" fmla="*/ 1008 h 2896"/>
                <a:gd name="T74" fmla="*/ 227 w 878"/>
                <a:gd name="T75" fmla="*/ 995 h 2896"/>
                <a:gd name="T76" fmla="*/ 229 w 878"/>
                <a:gd name="T77" fmla="*/ 963 h 2896"/>
                <a:gd name="T78" fmla="*/ 268 w 878"/>
                <a:gd name="T79" fmla="*/ 945 h 2896"/>
                <a:gd name="T80" fmla="*/ 270 w 878"/>
                <a:gd name="T81" fmla="*/ 973 h 2896"/>
                <a:gd name="T82" fmla="*/ 270 w 878"/>
                <a:gd name="T83" fmla="*/ 992 h 2896"/>
                <a:gd name="T84" fmla="*/ 271 w 878"/>
                <a:gd name="T85" fmla="*/ 1006 h 2896"/>
                <a:gd name="T86" fmla="*/ 279 w 878"/>
                <a:gd name="T87" fmla="*/ 1283 h 2896"/>
                <a:gd name="T88" fmla="*/ 279 w 878"/>
                <a:gd name="T89" fmla="*/ 1317 h 2896"/>
                <a:gd name="T90" fmla="*/ 285 w 878"/>
                <a:gd name="T91" fmla="*/ 1352 h 2896"/>
                <a:gd name="T92" fmla="*/ 304 w 878"/>
                <a:gd name="T93" fmla="*/ 1501 h 2896"/>
                <a:gd name="T94" fmla="*/ 339 w 878"/>
                <a:gd name="T95" fmla="*/ 1602 h 2896"/>
                <a:gd name="T96" fmla="*/ 379 w 878"/>
                <a:gd name="T97" fmla="*/ 1588 h 2896"/>
                <a:gd name="T98" fmla="*/ 346 w 878"/>
                <a:gd name="T99" fmla="*/ 1488 h 2896"/>
                <a:gd name="T100" fmla="*/ 347 w 878"/>
                <a:gd name="T101" fmla="*/ 1477 h 2896"/>
                <a:gd name="T102" fmla="*/ 349 w 878"/>
                <a:gd name="T103" fmla="*/ 1458 h 2896"/>
                <a:gd name="T104" fmla="*/ 360 w 878"/>
                <a:gd name="T105" fmla="*/ 1199 h 2896"/>
                <a:gd name="T106" fmla="*/ 413 w 878"/>
                <a:gd name="T107" fmla="*/ 693 h 2896"/>
                <a:gd name="T108" fmla="*/ 396 w 878"/>
                <a:gd name="T109" fmla="*/ 486 h 2896"/>
                <a:gd name="T110" fmla="*/ 448 w 878"/>
                <a:gd name="T111" fmla="*/ 770 h 2896"/>
                <a:gd name="T112" fmla="*/ 452 w 878"/>
                <a:gd name="T113" fmla="*/ 786 h 2896"/>
                <a:gd name="T114" fmla="*/ 435 w 878"/>
                <a:gd name="T115" fmla="*/ 895 h 2896"/>
                <a:gd name="T116" fmla="*/ 436 w 878"/>
                <a:gd name="T117" fmla="*/ 931 h 2896"/>
                <a:gd name="T118" fmla="*/ 452 w 878"/>
                <a:gd name="T119" fmla="*/ 932 h 2896"/>
                <a:gd name="T120" fmla="*/ 494 w 878"/>
                <a:gd name="T121" fmla="*/ 776 h 289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878" h="2896">
                  <a:moveTo>
                    <a:pt x="874" y="1396"/>
                  </a:moveTo>
                  <a:cubicBezTo>
                    <a:pt x="872" y="1384"/>
                    <a:pt x="872" y="1384"/>
                    <a:pt x="872" y="1384"/>
                  </a:cubicBezTo>
                  <a:cubicBezTo>
                    <a:pt x="872" y="1379"/>
                    <a:pt x="871" y="1375"/>
                    <a:pt x="871" y="1370"/>
                  </a:cubicBezTo>
                  <a:cubicBezTo>
                    <a:pt x="871" y="1370"/>
                    <a:pt x="871" y="1370"/>
                    <a:pt x="870" y="1370"/>
                  </a:cubicBezTo>
                  <a:cubicBezTo>
                    <a:pt x="870" y="1368"/>
                    <a:pt x="870" y="1366"/>
                    <a:pt x="870" y="1364"/>
                  </a:cubicBezTo>
                  <a:cubicBezTo>
                    <a:pt x="870" y="1363"/>
                    <a:pt x="869" y="1363"/>
                    <a:pt x="869" y="1362"/>
                  </a:cubicBezTo>
                  <a:cubicBezTo>
                    <a:pt x="869" y="1360"/>
                    <a:pt x="869" y="1358"/>
                    <a:pt x="868" y="1356"/>
                  </a:cubicBezTo>
                  <a:cubicBezTo>
                    <a:pt x="868" y="1355"/>
                    <a:pt x="868" y="1354"/>
                    <a:pt x="867" y="1352"/>
                  </a:cubicBezTo>
                  <a:cubicBezTo>
                    <a:pt x="864" y="1336"/>
                    <a:pt x="864" y="1306"/>
                    <a:pt x="863" y="1285"/>
                  </a:cubicBezTo>
                  <a:cubicBezTo>
                    <a:pt x="862" y="1250"/>
                    <a:pt x="862" y="1118"/>
                    <a:pt x="844" y="1057"/>
                  </a:cubicBezTo>
                  <a:cubicBezTo>
                    <a:pt x="842" y="1053"/>
                    <a:pt x="841" y="1049"/>
                    <a:pt x="840" y="1046"/>
                  </a:cubicBezTo>
                  <a:cubicBezTo>
                    <a:pt x="835" y="1029"/>
                    <a:pt x="831" y="964"/>
                    <a:pt x="831" y="964"/>
                  </a:cubicBezTo>
                  <a:cubicBezTo>
                    <a:pt x="819" y="857"/>
                    <a:pt x="795" y="797"/>
                    <a:pt x="797" y="765"/>
                  </a:cubicBezTo>
                  <a:cubicBezTo>
                    <a:pt x="796" y="713"/>
                    <a:pt x="767" y="650"/>
                    <a:pt x="753" y="622"/>
                  </a:cubicBezTo>
                  <a:cubicBezTo>
                    <a:pt x="735" y="585"/>
                    <a:pt x="666" y="532"/>
                    <a:pt x="648" y="525"/>
                  </a:cubicBezTo>
                  <a:cubicBezTo>
                    <a:pt x="639" y="521"/>
                    <a:pt x="592" y="485"/>
                    <a:pt x="552" y="460"/>
                  </a:cubicBezTo>
                  <a:cubicBezTo>
                    <a:pt x="550" y="459"/>
                    <a:pt x="549" y="457"/>
                    <a:pt x="547" y="456"/>
                  </a:cubicBezTo>
                  <a:cubicBezTo>
                    <a:pt x="547" y="456"/>
                    <a:pt x="546" y="455"/>
                    <a:pt x="546" y="455"/>
                  </a:cubicBezTo>
                  <a:cubicBezTo>
                    <a:pt x="545" y="454"/>
                    <a:pt x="544" y="453"/>
                    <a:pt x="543" y="452"/>
                  </a:cubicBezTo>
                  <a:cubicBezTo>
                    <a:pt x="543" y="451"/>
                    <a:pt x="542" y="451"/>
                    <a:pt x="542" y="451"/>
                  </a:cubicBezTo>
                  <a:cubicBezTo>
                    <a:pt x="541" y="449"/>
                    <a:pt x="539" y="448"/>
                    <a:pt x="538" y="446"/>
                  </a:cubicBezTo>
                  <a:cubicBezTo>
                    <a:pt x="538" y="446"/>
                    <a:pt x="538" y="446"/>
                    <a:pt x="538" y="446"/>
                  </a:cubicBezTo>
                  <a:cubicBezTo>
                    <a:pt x="537" y="445"/>
                    <a:pt x="536" y="443"/>
                    <a:pt x="535" y="442"/>
                  </a:cubicBezTo>
                  <a:cubicBezTo>
                    <a:pt x="535" y="442"/>
                    <a:pt x="535" y="441"/>
                    <a:pt x="534" y="441"/>
                  </a:cubicBezTo>
                  <a:cubicBezTo>
                    <a:pt x="534" y="440"/>
                    <a:pt x="533" y="439"/>
                    <a:pt x="532" y="438"/>
                  </a:cubicBezTo>
                  <a:cubicBezTo>
                    <a:pt x="532" y="437"/>
                    <a:pt x="532" y="437"/>
                    <a:pt x="532" y="437"/>
                  </a:cubicBezTo>
                  <a:cubicBezTo>
                    <a:pt x="531" y="436"/>
                    <a:pt x="530" y="434"/>
                    <a:pt x="530" y="433"/>
                  </a:cubicBezTo>
                  <a:cubicBezTo>
                    <a:pt x="529" y="432"/>
                    <a:pt x="529" y="432"/>
                    <a:pt x="529" y="432"/>
                  </a:cubicBezTo>
                  <a:cubicBezTo>
                    <a:pt x="529" y="431"/>
                    <a:pt x="528" y="430"/>
                    <a:pt x="528" y="428"/>
                  </a:cubicBezTo>
                  <a:cubicBezTo>
                    <a:pt x="528" y="428"/>
                    <a:pt x="527" y="428"/>
                    <a:pt x="527" y="427"/>
                  </a:cubicBezTo>
                  <a:cubicBezTo>
                    <a:pt x="527" y="426"/>
                    <a:pt x="526" y="425"/>
                    <a:pt x="526" y="423"/>
                  </a:cubicBezTo>
                  <a:cubicBezTo>
                    <a:pt x="525" y="421"/>
                    <a:pt x="524" y="418"/>
                    <a:pt x="524" y="415"/>
                  </a:cubicBezTo>
                  <a:cubicBezTo>
                    <a:pt x="524" y="414"/>
                    <a:pt x="524" y="414"/>
                    <a:pt x="524" y="414"/>
                  </a:cubicBezTo>
                  <a:cubicBezTo>
                    <a:pt x="524" y="414"/>
                    <a:pt x="523" y="414"/>
                    <a:pt x="523" y="414"/>
                  </a:cubicBezTo>
                  <a:cubicBezTo>
                    <a:pt x="523" y="413"/>
                    <a:pt x="523" y="413"/>
                    <a:pt x="523" y="412"/>
                  </a:cubicBezTo>
                  <a:cubicBezTo>
                    <a:pt x="523" y="412"/>
                    <a:pt x="523" y="412"/>
                    <a:pt x="523" y="412"/>
                  </a:cubicBezTo>
                  <a:cubicBezTo>
                    <a:pt x="522" y="404"/>
                    <a:pt x="522" y="396"/>
                    <a:pt x="523" y="388"/>
                  </a:cubicBezTo>
                  <a:cubicBezTo>
                    <a:pt x="523" y="388"/>
                    <a:pt x="523" y="388"/>
                    <a:pt x="523" y="388"/>
                  </a:cubicBezTo>
                  <a:cubicBezTo>
                    <a:pt x="523" y="387"/>
                    <a:pt x="523" y="385"/>
                    <a:pt x="524" y="383"/>
                  </a:cubicBezTo>
                  <a:cubicBezTo>
                    <a:pt x="524" y="383"/>
                    <a:pt x="524" y="383"/>
                    <a:pt x="524" y="383"/>
                  </a:cubicBezTo>
                  <a:cubicBezTo>
                    <a:pt x="524" y="382"/>
                    <a:pt x="524" y="380"/>
                    <a:pt x="524" y="379"/>
                  </a:cubicBezTo>
                  <a:cubicBezTo>
                    <a:pt x="525" y="376"/>
                    <a:pt x="525" y="373"/>
                    <a:pt x="525" y="370"/>
                  </a:cubicBezTo>
                  <a:cubicBezTo>
                    <a:pt x="525" y="370"/>
                    <a:pt x="525" y="370"/>
                    <a:pt x="525" y="370"/>
                  </a:cubicBezTo>
                  <a:cubicBezTo>
                    <a:pt x="526" y="366"/>
                    <a:pt x="528" y="362"/>
                    <a:pt x="529" y="358"/>
                  </a:cubicBezTo>
                  <a:cubicBezTo>
                    <a:pt x="530" y="358"/>
                    <a:pt x="530" y="358"/>
                    <a:pt x="530" y="358"/>
                  </a:cubicBezTo>
                  <a:cubicBezTo>
                    <a:pt x="531" y="357"/>
                    <a:pt x="532" y="356"/>
                    <a:pt x="533" y="355"/>
                  </a:cubicBezTo>
                  <a:cubicBezTo>
                    <a:pt x="533" y="355"/>
                    <a:pt x="533" y="354"/>
                    <a:pt x="533" y="354"/>
                  </a:cubicBezTo>
                  <a:cubicBezTo>
                    <a:pt x="547" y="338"/>
                    <a:pt x="559" y="314"/>
                    <a:pt x="564" y="292"/>
                  </a:cubicBezTo>
                  <a:cubicBezTo>
                    <a:pt x="564" y="291"/>
                    <a:pt x="565" y="291"/>
                    <a:pt x="565" y="291"/>
                  </a:cubicBezTo>
                  <a:cubicBezTo>
                    <a:pt x="564" y="291"/>
                    <a:pt x="564" y="291"/>
                    <a:pt x="564" y="291"/>
                  </a:cubicBezTo>
                  <a:cubicBezTo>
                    <a:pt x="565" y="287"/>
                    <a:pt x="565" y="284"/>
                    <a:pt x="566" y="281"/>
                  </a:cubicBezTo>
                  <a:cubicBezTo>
                    <a:pt x="568" y="255"/>
                    <a:pt x="562" y="206"/>
                    <a:pt x="564" y="192"/>
                  </a:cubicBezTo>
                  <a:cubicBezTo>
                    <a:pt x="565" y="188"/>
                    <a:pt x="566" y="183"/>
                    <a:pt x="566" y="177"/>
                  </a:cubicBezTo>
                  <a:cubicBezTo>
                    <a:pt x="566" y="183"/>
                    <a:pt x="565" y="187"/>
                    <a:pt x="565" y="187"/>
                  </a:cubicBezTo>
                  <a:cubicBezTo>
                    <a:pt x="567" y="180"/>
                    <a:pt x="567" y="179"/>
                    <a:pt x="572" y="160"/>
                  </a:cubicBezTo>
                  <a:cubicBezTo>
                    <a:pt x="573" y="164"/>
                    <a:pt x="574" y="167"/>
                    <a:pt x="575" y="171"/>
                  </a:cubicBezTo>
                  <a:cubicBezTo>
                    <a:pt x="577" y="167"/>
                    <a:pt x="578" y="162"/>
                    <a:pt x="577" y="157"/>
                  </a:cubicBezTo>
                  <a:cubicBezTo>
                    <a:pt x="578" y="160"/>
                    <a:pt x="579" y="163"/>
                    <a:pt x="580" y="167"/>
                  </a:cubicBezTo>
                  <a:cubicBezTo>
                    <a:pt x="584" y="154"/>
                    <a:pt x="591" y="128"/>
                    <a:pt x="579" y="118"/>
                  </a:cubicBezTo>
                  <a:cubicBezTo>
                    <a:pt x="583" y="120"/>
                    <a:pt x="587" y="125"/>
                    <a:pt x="588" y="128"/>
                  </a:cubicBezTo>
                  <a:cubicBezTo>
                    <a:pt x="588" y="121"/>
                    <a:pt x="587" y="116"/>
                    <a:pt x="585" y="111"/>
                  </a:cubicBezTo>
                  <a:cubicBezTo>
                    <a:pt x="585" y="111"/>
                    <a:pt x="585" y="111"/>
                    <a:pt x="586" y="111"/>
                  </a:cubicBezTo>
                  <a:cubicBezTo>
                    <a:pt x="586" y="103"/>
                    <a:pt x="580" y="98"/>
                    <a:pt x="574" y="95"/>
                  </a:cubicBezTo>
                  <a:cubicBezTo>
                    <a:pt x="578" y="94"/>
                    <a:pt x="582" y="95"/>
                    <a:pt x="587" y="95"/>
                  </a:cubicBezTo>
                  <a:cubicBezTo>
                    <a:pt x="580" y="82"/>
                    <a:pt x="564" y="85"/>
                    <a:pt x="554" y="77"/>
                  </a:cubicBezTo>
                  <a:cubicBezTo>
                    <a:pt x="555" y="79"/>
                    <a:pt x="555" y="79"/>
                    <a:pt x="555" y="79"/>
                  </a:cubicBezTo>
                  <a:cubicBezTo>
                    <a:pt x="529" y="8"/>
                    <a:pt x="451" y="0"/>
                    <a:pt x="390" y="15"/>
                  </a:cubicBezTo>
                  <a:cubicBezTo>
                    <a:pt x="356" y="23"/>
                    <a:pt x="328" y="38"/>
                    <a:pt x="318" y="53"/>
                  </a:cubicBezTo>
                  <a:cubicBezTo>
                    <a:pt x="315" y="57"/>
                    <a:pt x="313" y="60"/>
                    <a:pt x="311" y="64"/>
                  </a:cubicBezTo>
                  <a:cubicBezTo>
                    <a:pt x="310" y="64"/>
                    <a:pt x="307" y="70"/>
                    <a:pt x="303" y="78"/>
                  </a:cubicBezTo>
                  <a:cubicBezTo>
                    <a:pt x="301" y="79"/>
                    <a:pt x="299" y="81"/>
                    <a:pt x="297" y="83"/>
                  </a:cubicBezTo>
                  <a:cubicBezTo>
                    <a:pt x="288" y="87"/>
                    <a:pt x="279" y="89"/>
                    <a:pt x="270" y="99"/>
                  </a:cubicBezTo>
                  <a:cubicBezTo>
                    <a:pt x="274" y="97"/>
                    <a:pt x="275" y="98"/>
                    <a:pt x="279" y="97"/>
                  </a:cubicBezTo>
                  <a:cubicBezTo>
                    <a:pt x="269" y="104"/>
                    <a:pt x="261" y="117"/>
                    <a:pt x="266" y="130"/>
                  </a:cubicBezTo>
                  <a:cubicBezTo>
                    <a:pt x="266" y="130"/>
                    <a:pt x="266" y="130"/>
                    <a:pt x="266" y="130"/>
                  </a:cubicBezTo>
                  <a:cubicBezTo>
                    <a:pt x="266" y="130"/>
                    <a:pt x="266" y="130"/>
                    <a:pt x="266" y="131"/>
                  </a:cubicBezTo>
                  <a:cubicBezTo>
                    <a:pt x="267" y="130"/>
                    <a:pt x="267" y="129"/>
                    <a:pt x="268" y="128"/>
                  </a:cubicBezTo>
                  <a:cubicBezTo>
                    <a:pt x="270" y="126"/>
                    <a:pt x="273" y="124"/>
                    <a:pt x="276" y="122"/>
                  </a:cubicBezTo>
                  <a:cubicBezTo>
                    <a:pt x="275" y="129"/>
                    <a:pt x="271" y="134"/>
                    <a:pt x="270" y="140"/>
                  </a:cubicBezTo>
                  <a:cubicBezTo>
                    <a:pt x="269" y="147"/>
                    <a:pt x="270" y="156"/>
                    <a:pt x="271" y="163"/>
                  </a:cubicBezTo>
                  <a:cubicBezTo>
                    <a:pt x="273" y="158"/>
                    <a:pt x="275" y="153"/>
                    <a:pt x="279" y="148"/>
                  </a:cubicBezTo>
                  <a:cubicBezTo>
                    <a:pt x="278" y="160"/>
                    <a:pt x="274" y="173"/>
                    <a:pt x="280" y="183"/>
                  </a:cubicBezTo>
                  <a:cubicBezTo>
                    <a:pt x="281" y="179"/>
                    <a:pt x="281" y="174"/>
                    <a:pt x="283" y="170"/>
                  </a:cubicBezTo>
                  <a:cubicBezTo>
                    <a:pt x="284" y="180"/>
                    <a:pt x="291" y="192"/>
                    <a:pt x="299" y="201"/>
                  </a:cubicBezTo>
                  <a:cubicBezTo>
                    <a:pt x="299" y="206"/>
                    <a:pt x="300" y="211"/>
                    <a:pt x="299" y="216"/>
                  </a:cubicBezTo>
                  <a:cubicBezTo>
                    <a:pt x="299" y="216"/>
                    <a:pt x="299" y="216"/>
                    <a:pt x="299" y="217"/>
                  </a:cubicBezTo>
                  <a:cubicBezTo>
                    <a:pt x="299" y="220"/>
                    <a:pt x="298" y="223"/>
                    <a:pt x="298" y="226"/>
                  </a:cubicBezTo>
                  <a:cubicBezTo>
                    <a:pt x="297" y="237"/>
                    <a:pt x="298" y="249"/>
                    <a:pt x="301" y="259"/>
                  </a:cubicBezTo>
                  <a:cubicBezTo>
                    <a:pt x="304" y="268"/>
                    <a:pt x="311" y="283"/>
                    <a:pt x="321" y="285"/>
                  </a:cubicBezTo>
                  <a:cubicBezTo>
                    <a:pt x="324" y="285"/>
                    <a:pt x="327" y="285"/>
                    <a:pt x="329" y="284"/>
                  </a:cubicBezTo>
                  <a:cubicBezTo>
                    <a:pt x="330" y="294"/>
                    <a:pt x="333" y="306"/>
                    <a:pt x="338" y="319"/>
                  </a:cubicBezTo>
                  <a:cubicBezTo>
                    <a:pt x="339" y="320"/>
                    <a:pt x="339" y="321"/>
                    <a:pt x="339" y="322"/>
                  </a:cubicBezTo>
                  <a:cubicBezTo>
                    <a:pt x="340" y="332"/>
                    <a:pt x="343" y="351"/>
                    <a:pt x="344" y="373"/>
                  </a:cubicBezTo>
                  <a:cubicBezTo>
                    <a:pt x="344" y="403"/>
                    <a:pt x="340" y="439"/>
                    <a:pt x="323" y="461"/>
                  </a:cubicBezTo>
                  <a:cubicBezTo>
                    <a:pt x="322" y="463"/>
                    <a:pt x="321" y="464"/>
                    <a:pt x="319" y="466"/>
                  </a:cubicBezTo>
                  <a:cubicBezTo>
                    <a:pt x="305" y="473"/>
                    <a:pt x="219" y="541"/>
                    <a:pt x="195" y="550"/>
                  </a:cubicBezTo>
                  <a:cubicBezTo>
                    <a:pt x="155" y="567"/>
                    <a:pt x="109" y="641"/>
                    <a:pt x="96" y="697"/>
                  </a:cubicBezTo>
                  <a:cubicBezTo>
                    <a:pt x="91" y="722"/>
                    <a:pt x="73" y="774"/>
                    <a:pt x="72" y="789"/>
                  </a:cubicBezTo>
                  <a:cubicBezTo>
                    <a:pt x="74" y="822"/>
                    <a:pt x="57" y="843"/>
                    <a:pt x="47" y="964"/>
                  </a:cubicBezTo>
                  <a:cubicBezTo>
                    <a:pt x="48" y="1002"/>
                    <a:pt x="44" y="1029"/>
                    <a:pt x="39" y="1046"/>
                  </a:cubicBezTo>
                  <a:cubicBezTo>
                    <a:pt x="38" y="1049"/>
                    <a:pt x="36" y="1053"/>
                    <a:pt x="35" y="1057"/>
                  </a:cubicBezTo>
                  <a:cubicBezTo>
                    <a:pt x="17" y="1118"/>
                    <a:pt x="17" y="1250"/>
                    <a:pt x="16" y="1285"/>
                  </a:cubicBezTo>
                  <a:cubicBezTo>
                    <a:pt x="15" y="1306"/>
                    <a:pt x="14" y="1336"/>
                    <a:pt x="11" y="1352"/>
                  </a:cubicBezTo>
                  <a:cubicBezTo>
                    <a:pt x="11" y="1354"/>
                    <a:pt x="11" y="1355"/>
                    <a:pt x="10" y="1356"/>
                  </a:cubicBezTo>
                  <a:cubicBezTo>
                    <a:pt x="10" y="1360"/>
                    <a:pt x="9" y="1364"/>
                    <a:pt x="9" y="1367"/>
                  </a:cubicBezTo>
                  <a:cubicBezTo>
                    <a:pt x="8" y="1379"/>
                    <a:pt x="8" y="1390"/>
                    <a:pt x="5" y="1400"/>
                  </a:cubicBezTo>
                  <a:cubicBezTo>
                    <a:pt x="2" y="1410"/>
                    <a:pt x="1" y="1423"/>
                    <a:pt x="0" y="1432"/>
                  </a:cubicBezTo>
                  <a:cubicBezTo>
                    <a:pt x="0" y="1435"/>
                    <a:pt x="0" y="1438"/>
                    <a:pt x="0" y="1440"/>
                  </a:cubicBezTo>
                  <a:cubicBezTo>
                    <a:pt x="4" y="1473"/>
                    <a:pt x="4" y="1473"/>
                    <a:pt x="4" y="1473"/>
                  </a:cubicBezTo>
                  <a:cubicBezTo>
                    <a:pt x="4" y="1473"/>
                    <a:pt x="4" y="1474"/>
                    <a:pt x="4" y="1474"/>
                  </a:cubicBezTo>
                  <a:cubicBezTo>
                    <a:pt x="4" y="1476"/>
                    <a:pt x="5" y="1478"/>
                    <a:pt x="5" y="1481"/>
                  </a:cubicBezTo>
                  <a:cubicBezTo>
                    <a:pt x="5" y="1481"/>
                    <a:pt x="5" y="1481"/>
                    <a:pt x="5" y="1481"/>
                  </a:cubicBezTo>
                  <a:cubicBezTo>
                    <a:pt x="5" y="1483"/>
                    <a:pt x="5" y="1486"/>
                    <a:pt x="6" y="1488"/>
                  </a:cubicBezTo>
                  <a:cubicBezTo>
                    <a:pt x="6" y="1488"/>
                    <a:pt x="6" y="1488"/>
                    <a:pt x="6" y="1489"/>
                  </a:cubicBezTo>
                  <a:cubicBezTo>
                    <a:pt x="6" y="1491"/>
                    <a:pt x="6" y="1493"/>
                    <a:pt x="6" y="1495"/>
                  </a:cubicBezTo>
                  <a:cubicBezTo>
                    <a:pt x="6" y="1496"/>
                    <a:pt x="6" y="1496"/>
                    <a:pt x="6" y="1496"/>
                  </a:cubicBezTo>
                  <a:cubicBezTo>
                    <a:pt x="6" y="1498"/>
                    <a:pt x="6" y="1501"/>
                    <a:pt x="7" y="1503"/>
                  </a:cubicBezTo>
                  <a:cubicBezTo>
                    <a:pt x="7" y="1503"/>
                    <a:pt x="7" y="1503"/>
                    <a:pt x="7" y="1503"/>
                  </a:cubicBezTo>
                  <a:cubicBezTo>
                    <a:pt x="7" y="1505"/>
                    <a:pt x="7" y="1508"/>
                    <a:pt x="7" y="1510"/>
                  </a:cubicBezTo>
                  <a:cubicBezTo>
                    <a:pt x="7" y="1510"/>
                    <a:pt x="7" y="1510"/>
                    <a:pt x="7" y="1510"/>
                  </a:cubicBezTo>
                  <a:cubicBezTo>
                    <a:pt x="7" y="1512"/>
                    <a:pt x="7" y="1514"/>
                    <a:pt x="7" y="1516"/>
                  </a:cubicBezTo>
                  <a:cubicBezTo>
                    <a:pt x="7" y="1516"/>
                    <a:pt x="7" y="1516"/>
                    <a:pt x="7" y="1516"/>
                  </a:cubicBezTo>
                  <a:cubicBezTo>
                    <a:pt x="7" y="1518"/>
                    <a:pt x="7" y="1520"/>
                    <a:pt x="7" y="1521"/>
                  </a:cubicBezTo>
                  <a:cubicBezTo>
                    <a:pt x="7" y="1521"/>
                    <a:pt x="7" y="1522"/>
                    <a:pt x="7" y="1522"/>
                  </a:cubicBezTo>
                  <a:cubicBezTo>
                    <a:pt x="7" y="1523"/>
                    <a:pt x="7" y="1525"/>
                    <a:pt x="6" y="1526"/>
                  </a:cubicBezTo>
                  <a:cubicBezTo>
                    <a:pt x="3" y="1547"/>
                    <a:pt x="5" y="1559"/>
                    <a:pt x="6" y="1571"/>
                  </a:cubicBezTo>
                  <a:cubicBezTo>
                    <a:pt x="8" y="1584"/>
                    <a:pt x="20" y="1603"/>
                    <a:pt x="24" y="1619"/>
                  </a:cubicBezTo>
                  <a:cubicBezTo>
                    <a:pt x="31" y="1652"/>
                    <a:pt x="41" y="1652"/>
                    <a:pt x="49" y="1663"/>
                  </a:cubicBezTo>
                  <a:cubicBezTo>
                    <a:pt x="55" y="1673"/>
                    <a:pt x="71" y="1680"/>
                    <a:pt x="76" y="1684"/>
                  </a:cubicBezTo>
                  <a:cubicBezTo>
                    <a:pt x="76" y="1684"/>
                    <a:pt x="76" y="1685"/>
                    <a:pt x="76" y="1685"/>
                  </a:cubicBezTo>
                  <a:cubicBezTo>
                    <a:pt x="77" y="1685"/>
                    <a:pt x="77" y="1685"/>
                    <a:pt x="77" y="1685"/>
                  </a:cubicBezTo>
                  <a:cubicBezTo>
                    <a:pt x="77" y="1685"/>
                    <a:pt x="77" y="1685"/>
                    <a:pt x="77" y="1685"/>
                  </a:cubicBezTo>
                  <a:cubicBezTo>
                    <a:pt x="79" y="1688"/>
                    <a:pt x="86" y="1694"/>
                    <a:pt x="93" y="1695"/>
                  </a:cubicBezTo>
                  <a:cubicBezTo>
                    <a:pt x="94" y="1695"/>
                    <a:pt x="94" y="1695"/>
                    <a:pt x="94" y="1695"/>
                  </a:cubicBezTo>
                  <a:cubicBezTo>
                    <a:pt x="95" y="1695"/>
                    <a:pt x="96" y="1695"/>
                    <a:pt x="97" y="1695"/>
                  </a:cubicBezTo>
                  <a:cubicBezTo>
                    <a:pt x="97" y="1695"/>
                    <a:pt x="98" y="1695"/>
                    <a:pt x="98" y="1695"/>
                  </a:cubicBezTo>
                  <a:cubicBezTo>
                    <a:pt x="98" y="1695"/>
                    <a:pt x="98" y="1695"/>
                    <a:pt x="98" y="1695"/>
                  </a:cubicBezTo>
                  <a:cubicBezTo>
                    <a:pt x="98" y="1695"/>
                    <a:pt x="98" y="1695"/>
                    <a:pt x="98" y="1695"/>
                  </a:cubicBezTo>
                  <a:cubicBezTo>
                    <a:pt x="107" y="1694"/>
                    <a:pt x="106" y="1685"/>
                    <a:pt x="106" y="1684"/>
                  </a:cubicBezTo>
                  <a:cubicBezTo>
                    <a:pt x="107" y="1684"/>
                    <a:pt x="107" y="1684"/>
                    <a:pt x="108" y="1684"/>
                  </a:cubicBezTo>
                  <a:cubicBezTo>
                    <a:pt x="108" y="1684"/>
                    <a:pt x="108" y="1684"/>
                    <a:pt x="108" y="1684"/>
                  </a:cubicBezTo>
                  <a:cubicBezTo>
                    <a:pt x="108" y="1684"/>
                    <a:pt x="109" y="1684"/>
                    <a:pt x="110" y="1684"/>
                  </a:cubicBezTo>
                  <a:cubicBezTo>
                    <a:pt x="110" y="1684"/>
                    <a:pt x="110" y="1684"/>
                    <a:pt x="110" y="1684"/>
                  </a:cubicBezTo>
                  <a:cubicBezTo>
                    <a:pt x="111" y="1684"/>
                    <a:pt x="112" y="1684"/>
                    <a:pt x="113" y="1684"/>
                  </a:cubicBezTo>
                  <a:cubicBezTo>
                    <a:pt x="113" y="1684"/>
                    <a:pt x="114" y="1684"/>
                    <a:pt x="115" y="1684"/>
                  </a:cubicBezTo>
                  <a:cubicBezTo>
                    <a:pt x="115" y="1684"/>
                    <a:pt x="116" y="1684"/>
                    <a:pt x="117" y="1684"/>
                  </a:cubicBezTo>
                  <a:cubicBezTo>
                    <a:pt x="117" y="1684"/>
                    <a:pt x="118" y="1684"/>
                    <a:pt x="118" y="1684"/>
                  </a:cubicBezTo>
                  <a:cubicBezTo>
                    <a:pt x="119" y="1685"/>
                    <a:pt x="120" y="1685"/>
                    <a:pt x="120" y="1685"/>
                  </a:cubicBezTo>
                  <a:cubicBezTo>
                    <a:pt x="121" y="1685"/>
                    <a:pt x="121" y="1685"/>
                    <a:pt x="122" y="1685"/>
                  </a:cubicBezTo>
                  <a:cubicBezTo>
                    <a:pt x="122" y="1685"/>
                    <a:pt x="123" y="1685"/>
                    <a:pt x="124" y="1685"/>
                  </a:cubicBezTo>
                  <a:cubicBezTo>
                    <a:pt x="124" y="1685"/>
                    <a:pt x="125" y="1685"/>
                    <a:pt x="125" y="1685"/>
                  </a:cubicBezTo>
                  <a:cubicBezTo>
                    <a:pt x="126" y="1685"/>
                    <a:pt x="126" y="1685"/>
                    <a:pt x="127" y="1685"/>
                  </a:cubicBezTo>
                  <a:cubicBezTo>
                    <a:pt x="127" y="1685"/>
                    <a:pt x="128" y="1685"/>
                    <a:pt x="128" y="1685"/>
                  </a:cubicBezTo>
                  <a:cubicBezTo>
                    <a:pt x="129" y="1684"/>
                    <a:pt x="130" y="1684"/>
                    <a:pt x="130" y="1684"/>
                  </a:cubicBezTo>
                  <a:cubicBezTo>
                    <a:pt x="131" y="1684"/>
                    <a:pt x="131" y="1684"/>
                    <a:pt x="131" y="1684"/>
                  </a:cubicBezTo>
                  <a:cubicBezTo>
                    <a:pt x="132" y="1684"/>
                    <a:pt x="133" y="1684"/>
                    <a:pt x="133" y="1684"/>
                  </a:cubicBezTo>
                  <a:cubicBezTo>
                    <a:pt x="133" y="1684"/>
                    <a:pt x="134" y="1684"/>
                    <a:pt x="134" y="1684"/>
                  </a:cubicBezTo>
                  <a:cubicBezTo>
                    <a:pt x="135" y="1683"/>
                    <a:pt x="136" y="1683"/>
                    <a:pt x="136" y="1682"/>
                  </a:cubicBezTo>
                  <a:cubicBezTo>
                    <a:pt x="145" y="1673"/>
                    <a:pt x="134" y="1664"/>
                    <a:pt x="133" y="1664"/>
                  </a:cubicBezTo>
                  <a:cubicBezTo>
                    <a:pt x="142" y="1663"/>
                    <a:pt x="142" y="1663"/>
                    <a:pt x="142" y="1663"/>
                  </a:cubicBezTo>
                  <a:cubicBezTo>
                    <a:pt x="142" y="1663"/>
                    <a:pt x="142" y="1663"/>
                    <a:pt x="142" y="1662"/>
                  </a:cubicBezTo>
                  <a:cubicBezTo>
                    <a:pt x="142" y="1662"/>
                    <a:pt x="142" y="1662"/>
                    <a:pt x="142" y="1662"/>
                  </a:cubicBezTo>
                  <a:cubicBezTo>
                    <a:pt x="154" y="1656"/>
                    <a:pt x="139" y="1643"/>
                    <a:pt x="139" y="1643"/>
                  </a:cubicBezTo>
                  <a:cubicBezTo>
                    <a:pt x="140" y="1620"/>
                    <a:pt x="111" y="1625"/>
                    <a:pt x="107" y="1620"/>
                  </a:cubicBezTo>
                  <a:cubicBezTo>
                    <a:pt x="106" y="1618"/>
                    <a:pt x="104" y="1616"/>
                    <a:pt x="103" y="1615"/>
                  </a:cubicBezTo>
                  <a:cubicBezTo>
                    <a:pt x="103" y="1615"/>
                    <a:pt x="103" y="1615"/>
                    <a:pt x="103" y="1615"/>
                  </a:cubicBezTo>
                  <a:cubicBezTo>
                    <a:pt x="102" y="1614"/>
                    <a:pt x="101" y="1614"/>
                    <a:pt x="100" y="1613"/>
                  </a:cubicBezTo>
                  <a:cubicBezTo>
                    <a:pt x="100" y="1612"/>
                    <a:pt x="100" y="1612"/>
                    <a:pt x="99" y="1612"/>
                  </a:cubicBezTo>
                  <a:cubicBezTo>
                    <a:pt x="99" y="1611"/>
                    <a:pt x="98" y="1611"/>
                    <a:pt x="98" y="1611"/>
                  </a:cubicBezTo>
                  <a:cubicBezTo>
                    <a:pt x="97" y="1610"/>
                    <a:pt x="97" y="1610"/>
                    <a:pt x="96" y="1610"/>
                  </a:cubicBezTo>
                  <a:cubicBezTo>
                    <a:pt x="96" y="1610"/>
                    <a:pt x="96" y="1610"/>
                    <a:pt x="96" y="1610"/>
                  </a:cubicBezTo>
                  <a:cubicBezTo>
                    <a:pt x="85" y="1534"/>
                    <a:pt x="85" y="1534"/>
                    <a:pt x="85" y="1534"/>
                  </a:cubicBezTo>
                  <a:cubicBezTo>
                    <a:pt x="85" y="1530"/>
                    <a:pt x="85" y="1527"/>
                    <a:pt x="85" y="1526"/>
                  </a:cubicBezTo>
                  <a:cubicBezTo>
                    <a:pt x="85" y="1526"/>
                    <a:pt x="86" y="1526"/>
                    <a:pt x="86" y="1527"/>
                  </a:cubicBezTo>
                  <a:cubicBezTo>
                    <a:pt x="86" y="1527"/>
                    <a:pt x="87" y="1527"/>
                    <a:pt x="87" y="1527"/>
                  </a:cubicBezTo>
                  <a:cubicBezTo>
                    <a:pt x="87" y="1527"/>
                    <a:pt x="88" y="1527"/>
                    <a:pt x="88" y="1528"/>
                  </a:cubicBezTo>
                  <a:cubicBezTo>
                    <a:pt x="88" y="1528"/>
                    <a:pt x="89" y="1528"/>
                    <a:pt x="89" y="1528"/>
                  </a:cubicBezTo>
                  <a:cubicBezTo>
                    <a:pt x="89" y="1528"/>
                    <a:pt x="90" y="1529"/>
                    <a:pt x="90" y="1529"/>
                  </a:cubicBezTo>
                  <a:cubicBezTo>
                    <a:pt x="91" y="1529"/>
                    <a:pt x="91" y="1529"/>
                    <a:pt x="91" y="1530"/>
                  </a:cubicBezTo>
                  <a:cubicBezTo>
                    <a:pt x="92" y="1530"/>
                    <a:pt x="92" y="1531"/>
                    <a:pt x="93" y="1531"/>
                  </a:cubicBezTo>
                  <a:cubicBezTo>
                    <a:pt x="93" y="1531"/>
                    <a:pt x="93" y="1532"/>
                    <a:pt x="94" y="1532"/>
                  </a:cubicBezTo>
                  <a:cubicBezTo>
                    <a:pt x="94" y="1532"/>
                    <a:pt x="95" y="1533"/>
                    <a:pt x="95" y="1534"/>
                  </a:cubicBezTo>
                  <a:cubicBezTo>
                    <a:pt x="96" y="1534"/>
                    <a:pt x="96" y="1534"/>
                    <a:pt x="96" y="1535"/>
                  </a:cubicBezTo>
                  <a:cubicBezTo>
                    <a:pt x="97" y="1536"/>
                    <a:pt x="97" y="1536"/>
                    <a:pt x="98" y="1537"/>
                  </a:cubicBezTo>
                  <a:cubicBezTo>
                    <a:pt x="98" y="1538"/>
                    <a:pt x="99" y="1538"/>
                    <a:pt x="99" y="1538"/>
                  </a:cubicBezTo>
                  <a:cubicBezTo>
                    <a:pt x="100" y="1540"/>
                    <a:pt x="100" y="1541"/>
                    <a:pt x="101" y="1543"/>
                  </a:cubicBezTo>
                  <a:cubicBezTo>
                    <a:pt x="101" y="1544"/>
                    <a:pt x="102" y="1545"/>
                    <a:pt x="102" y="1546"/>
                  </a:cubicBezTo>
                  <a:cubicBezTo>
                    <a:pt x="102" y="1546"/>
                    <a:pt x="102" y="1546"/>
                    <a:pt x="103" y="1546"/>
                  </a:cubicBezTo>
                  <a:cubicBezTo>
                    <a:pt x="103" y="1547"/>
                    <a:pt x="103" y="1548"/>
                    <a:pt x="104" y="1548"/>
                  </a:cubicBezTo>
                  <a:cubicBezTo>
                    <a:pt x="104" y="1549"/>
                    <a:pt x="104" y="1549"/>
                    <a:pt x="104" y="1549"/>
                  </a:cubicBezTo>
                  <a:cubicBezTo>
                    <a:pt x="105" y="1550"/>
                    <a:pt x="105" y="1551"/>
                    <a:pt x="105" y="1551"/>
                  </a:cubicBezTo>
                  <a:cubicBezTo>
                    <a:pt x="106" y="1552"/>
                    <a:pt x="106" y="1552"/>
                    <a:pt x="106" y="1553"/>
                  </a:cubicBezTo>
                  <a:cubicBezTo>
                    <a:pt x="107" y="1553"/>
                    <a:pt x="107" y="1554"/>
                    <a:pt x="108" y="1554"/>
                  </a:cubicBezTo>
                  <a:cubicBezTo>
                    <a:pt x="108" y="1555"/>
                    <a:pt x="108" y="1555"/>
                    <a:pt x="109" y="1556"/>
                  </a:cubicBezTo>
                  <a:cubicBezTo>
                    <a:pt x="109" y="1556"/>
                    <a:pt x="110" y="1557"/>
                    <a:pt x="110" y="1557"/>
                  </a:cubicBezTo>
                  <a:cubicBezTo>
                    <a:pt x="110" y="1558"/>
                    <a:pt x="111" y="1558"/>
                    <a:pt x="111" y="1559"/>
                  </a:cubicBezTo>
                  <a:cubicBezTo>
                    <a:pt x="112" y="1559"/>
                    <a:pt x="112" y="1560"/>
                    <a:pt x="113" y="1560"/>
                  </a:cubicBezTo>
                  <a:cubicBezTo>
                    <a:pt x="113" y="1561"/>
                    <a:pt x="113" y="1561"/>
                    <a:pt x="114" y="1561"/>
                  </a:cubicBezTo>
                  <a:cubicBezTo>
                    <a:pt x="114" y="1562"/>
                    <a:pt x="115" y="1562"/>
                    <a:pt x="115" y="1563"/>
                  </a:cubicBezTo>
                  <a:cubicBezTo>
                    <a:pt x="116" y="1563"/>
                    <a:pt x="116" y="1564"/>
                    <a:pt x="117" y="1564"/>
                  </a:cubicBezTo>
                  <a:cubicBezTo>
                    <a:pt x="117" y="1565"/>
                    <a:pt x="118" y="1565"/>
                    <a:pt x="119" y="1566"/>
                  </a:cubicBezTo>
                  <a:cubicBezTo>
                    <a:pt x="119" y="1566"/>
                    <a:pt x="119" y="1566"/>
                    <a:pt x="120" y="1567"/>
                  </a:cubicBezTo>
                  <a:cubicBezTo>
                    <a:pt x="121" y="1567"/>
                    <a:pt x="121" y="1567"/>
                    <a:pt x="122" y="1568"/>
                  </a:cubicBezTo>
                  <a:cubicBezTo>
                    <a:pt x="122" y="1568"/>
                    <a:pt x="123" y="1569"/>
                    <a:pt x="123" y="1569"/>
                  </a:cubicBezTo>
                  <a:cubicBezTo>
                    <a:pt x="124" y="1569"/>
                    <a:pt x="124" y="1570"/>
                    <a:pt x="125" y="1570"/>
                  </a:cubicBezTo>
                  <a:cubicBezTo>
                    <a:pt x="126" y="1570"/>
                    <a:pt x="126" y="1570"/>
                    <a:pt x="127" y="1571"/>
                  </a:cubicBezTo>
                  <a:cubicBezTo>
                    <a:pt x="127" y="1571"/>
                    <a:pt x="128" y="1571"/>
                    <a:pt x="128" y="1571"/>
                  </a:cubicBezTo>
                  <a:cubicBezTo>
                    <a:pt x="129" y="1572"/>
                    <a:pt x="129" y="1572"/>
                    <a:pt x="130" y="1572"/>
                  </a:cubicBezTo>
                  <a:cubicBezTo>
                    <a:pt x="131" y="1572"/>
                    <a:pt x="131" y="1572"/>
                    <a:pt x="132" y="1573"/>
                  </a:cubicBezTo>
                  <a:cubicBezTo>
                    <a:pt x="132" y="1573"/>
                    <a:pt x="133" y="1573"/>
                    <a:pt x="133" y="1573"/>
                  </a:cubicBezTo>
                  <a:cubicBezTo>
                    <a:pt x="134" y="1573"/>
                    <a:pt x="135" y="1573"/>
                    <a:pt x="135" y="1573"/>
                  </a:cubicBezTo>
                  <a:cubicBezTo>
                    <a:pt x="136" y="1573"/>
                    <a:pt x="136" y="1573"/>
                    <a:pt x="137" y="1573"/>
                  </a:cubicBezTo>
                  <a:cubicBezTo>
                    <a:pt x="138" y="1573"/>
                    <a:pt x="138" y="1573"/>
                    <a:pt x="139" y="1573"/>
                  </a:cubicBezTo>
                  <a:cubicBezTo>
                    <a:pt x="139" y="1573"/>
                    <a:pt x="140" y="1573"/>
                    <a:pt x="140" y="1573"/>
                  </a:cubicBezTo>
                  <a:cubicBezTo>
                    <a:pt x="141" y="1573"/>
                    <a:pt x="142" y="1573"/>
                    <a:pt x="143" y="1572"/>
                  </a:cubicBezTo>
                  <a:cubicBezTo>
                    <a:pt x="143" y="1572"/>
                    <a:pt x="144" y="1572"/>
                    <a:pt x="144" y="1572"/>
                  </a:cubicBezTo>
                  <a:cubicBezTo>
                    <a:pt x="144" y="1572"/>
                    <a:pt x="144" y="1572"/>
                    <a:pt x="144" y="1572"/>
                  </a:cubicBezTo>
                  <a:cubicBezTo>
                    <a:pt x="145" y="1572"/>
                    <a:pt x="146" y="1571"/>
                    <a:pt x="148" y="1570"/>
                  </a:cubicBezTo>
                  <a:cubicBezTo>
                    <a:pt x="166" y="1559"/>
                    <a:pt x="141" y="1526"/>
                    <a:pt x="125" y="1512"/>
                  </a:cubicBezTo>
                  <a:cubicBezTo>
                    <a:pt x="110" y="1498"/>
                    <a:pt x="100" y="1469"/>
                    <a:pt x="89" y="1458"/>
                  </a:cubicBezTo>
                  <a:cubicBezTo>
                    <a:pt x="78" y="1447"/>
                    <a:pt x="77" y="1424"/>
                    <a:pt x="77" y="1424"/>
                  </a:cubicBezTo>
                  <a:cubicBezTo>
                    <a:pt x="76" y="1422"/>
                    <a:pt x="76" y="1422"/>
                    <a:pt x="76" y="1422"/>
                  </a:cubicBezTo>
                  <a:cubicBezTo>
                    <a:pt x="76" y="1422"/>
                    <a:pt x="76" y="1422"/>
                    <a:pt x="75" y="1422"/>
                  </a:cubicBezTo>
                  <a:cubicBezTo>
                    <a:pt x="73" y="1415"/>
                    <a:pt x="73" y="1415"/>
                    <a:pt x="73" y="1415"/>
                  </a:cubicBezTo>
                  <a:cubicBezTo>
                    <a:pt x="73" y="1415"/>
                    <a:pt x="73" y="1414"/>
                    <a:pt x="73" y="1414"/>
                  </a:cubicBezTo>
                  <a:cubicBezTo>
                    <a:pt x="75" y="1409"/>
                    <a:pt x="79" y="1393"/>
                    <a:pt x="81" y="1379"/>
                  </a:cubicBezTo>
                  <a:cubicBezTo>
                    <a:pt x="84" y="1364"/>
                    <a:pt x="117" y="1236"/>
                    <a:pt x="125" y="1194"/>
                  </a:cubicBezTo>
                  <a:cubicBezTo>
                    <a:pt x="126" y="1191"/>
                    <a:pt x="126" y="1189"/>
                    <a:pt x="126" y="1187"/>
                  </a:cubicBezTo>
                  <a:cubicBezTo>
                    <a:pt x="138" y="1126"/>
                    <a:pt x="158" y="1103"/>
                    <a:pt x="152" y="1061"/>
                  </a:cubicBezTo>
                  <a:cubicBezTo>
                    <a:pt x="153" y="1030"/>
                    <a:pt x="165" y="947"/>
                    <a:pt x="167" y="932"/>
                  </a:cubicBezTo>
                  <a:cubicBezTo>
                    <a:pt x="169" y="929"/>
                    <a:pt x="169" y="914"/>
                    <a:pt x="171" y="903"/>
                  </a:cubicBezTo>
                  <a:cubicBezTo>
                    <a:pt x="171" y="898"/>
                    <a:pt x="172" y="887"/>
                    <a:pt x="173" y="874"/>
                  </a:cubicBezTo>
                  <a:cubicBezTo>
                    <a:pt x="173" y="876"/>
                    <a:pt x="173" y="876"/>
                    <a:pt x="173" y="876"/>
                  </a:cubicBezTo>
                  <a:cubicBezTo>
                    <a:pt x="173" y="890"/>
                    <a:pt x="188" y="920"/>
                    <a:pt x="190" y="958"/>
                  </a:cubicBezTo>
                  <a:cubicBezTo>
                    <a:pt x="188" y="989"/>
                    <a:pt x="159" y="1033"/>
                    <a:pt x="161" y="1062"/>
                  </a:cubicBezTo>
                  <a:cubicBezTo>
                    <a:pt x="149" y="1120"/>
                    <a:pt x="145" y="1171"/>
                    <a:pt x="147" y="1215"/>
                  </a:cubicBezTo>
                  <a:cubicBezTo>
                    <a:pt x="149" y="1312"/>
                    <a:pt x="174" y="1374"/>
                    <a:pt x="173" y="1399"/>
                  </a:cubicBezTo>
                  <a:cubicBezTo>
                    <a:pt x="172" y="1433"/>
                    <a:pt x="185" y="1447"/>
                    <a:pt x="190" y="1471"/>
                  </a:cubicBezTo>
                  <a:cubicBezTo>
                    <a:pt x="191" y="1476"/>
                    <a:pt x="191" y="1481"/>
                    <a:pt x="192" y="1487"/>
                  </a:cubicBezTo>
                  <a:cubicBezTo>
                    <a:pt x="192" y="1489"/>
                    <a:pt x="192" y="1491"/>
                    <a:pt x="192" y="1494"/>
                  </a:cubicBezTo>
                  <a:cubicBezTo>
                    <a:pt x="192" y="1494"/>
                    <a:pt x="192" y="1494"/>
                    <a:pt x="192" y="1494"/>
                  </a:cubicBezTo>
                  <a:cubicBezTo>
                    <a:pt x="222" y="1980"/>
                    <a:pt x="222" y="1980"/>
                    <a:pt x="222" y="1980"/>
                  </a:cubicBezTo>
                  <a:cubicBezTo>
                    <a:pt x="223" y="1995"/>
                    <a:pt x="220" y="2048"/>
                    <a:pt x="226" y="2075"/>
                  </a:cubicBezTo>
                  <a:cubicBezTo>
                    <a:pt x="227" y="2082"/>
                    <a:pt x="236" y="2112"/>
                    <a:pt x="237" y="2156"/>
                  </a:cubicBezTo>
                  <a:cubicBezTo>
                    <a:pt x="239" y="2225"/>
                    <a:pt x="224" y="2324"/>
                    <a:pt x="226" y="2374"/>
                  </a:cubicBezTo>
                  <a:cubicBezTo>
                    <a:pt x="230" y="2455"/>
                    <a:pt x="228" y="2526"/>
                    <a:pt x="241" y="2578"/>
                  </a:cubicBezTo>
                  <a:cubicBezTo>
                    <a:pt x="244" y="2596"/>
                    <a:pt x="244" y="2596"/>
                    <a:pt x="244" y="2596"/>
                  </a:cubicBezTo>
                  <a:cubicBezTo>
                    <a:pt x="245" y="2598"/>
                    <a:pt x="245" y="2600"/>
                    <a:pt x="245" y="2602"/>
                  </a:cubicBezTo>
                  <a:cubicBezTo>
                    <a:pt x="245" y="2603"/>
                    <a:pt x="246" y="2604"/>
                    <a:pt x="246" y="2605"/>
                  </a:cubicBezTo>
                  <a:cubicBezTo>
                    <a:pt x="246" y="2607"/>
                    <a:pt x="246" y="2608"/>
                    <a:pt x="246" y="2609"/>
                  </a:cubicBezTo>
                  <a:cubicBezTo>
                    <a:pt x="247" y="2611"/>
                    <a:pt x="247" y="2612"/>
                    <a:pt x="247" y="2614"/>
                  </a:cubicBezTo>
                  <a:cubicBezTo>
                    <a:pt x="247" y="2615"/>
                    <a:pt x="247" y="2616"/>
                    <a:pt x="248" y="2617"/>
                  </a:cubicBezTo>
                  <a:cubicBezTo>
                    <a:pt x="248" y="2619"/>
                    <a:pt x="248" y="2620"/>
                    <a:pt x="248" y="2622"/>
                  </a:cubicBezTo>
                  <a:cubicBezTo>
                    <a:pt x="248" y="2623"/>
                    <a:pt x="248" y="2624"/>
                    <a:pt x="249" y="2625"/>
                  </a:cubicBezTo>
                  <a:cubicBezTo>
                    <a:pt x="249" y="2627"/>
                    <a:pt x="249" y="2628"/>
                    <a:pt x="249" y="2629"/>
                  </a:cubicBezTo>
                  <a:cubicBezTo>
                    <a:pt x="249" y="2630"/>
                    <a:pt x="249" y="2632"/>
                    <a:pt x="250" y="2633"/>
                  </a:cubicBezTo>
                  <a:cubicBezTo>
                    <a:pt x="250" y="2634"/>
                    <a:pt x="250" y="2635"/>
                    <a:pt x="250" y="2637"/>
                  </a:cubicBezTo>
                  <a:cubicBezTo>
                    <a:pt x="250" y="2638"/>
                    <a:pt x="250" y="2639"/>
                    <a:pt x="250" y="2640"/>
                  </a:cubicBezTo>
                  <a:cubicBezTo>
                    <a:pt x="251" y="2641"/>
                    <a:pt x="251" y="2643"/>
                    <a:pt x="251" y="2644"/>
                  </a:cubicBezTo>
                  <a:cubicBezTo>
                    <a:pt x="251" y="2645"/>
                    <a:pt x="251" y="2646"/>
                    <a:pt x="251" y="2646"/>
                  </a:cubicBezTo>
                  <a:cubicBezTo>
                    <a:pt x="251" y="2648"/>
                    <a:pt x="252" y="2651"/>
                    <a:pt x="252" y="2653"/>
                  </a:cubicBezTo>
                  <a:cubicBezTo>
                    <a:pt x="252" y="2653"/>
                    <a:pt x="252" y="2654"/>
                    <a:pt x="252" y="2654"/>
                  </a:cubicBezTo>
                  <a:cubicBezTo>
                    <a:pt x="252" y="2655"/>
                    <a:pt x="252" y="2657"/>
                    <a:pt x="252" y="2658"/>
                  </a:cubicBezTo>
                  <a:cubicBezTo>
                    <a:pt x="252" y="2659"/>
                    <a:pt x="252" y="2660"/>
                    <a:pt x="252" y="2660"/>
                  </a:cubicBezTo>
                  <a:cubicBezTo>
                    <a:pt x="252" y="2661"/>
                    <a:pt x="253" y="2663"/>
                    <a:pt x="253" y="2664"/>
                  </a:cubicBezTo>
                  <a:cubicBezTo>
                    <a:pt x="253" y="2664"/>
                    <a:pt x="253" y="2665"/>
                    <a:pt x="253" y="2666"/>
                  </a:cubicBezTo>
                  <a:cubicBezTo>
                    <a:pt x="253" y="2667"/>
                    <a:pt x="253" y="2667"/>
                    <a:pt x="253" y="2668"/>
                  </a:cubicBezTo>
                  <a:cubicBezTo>
                    <a:pt x="253" y="2669"/>
                    <a:pt x="253" y="2670"/>
                    <a:pt x="253" y="2670"/>
                  </a:cubicBezTo>
                  <a:cubicBezTo>
                    <a:pt x="253" y="2671"/>
                    <a:pt x="253" y="2672"/>
                    <a:pt x="253" y="2673"/>
                  </a:cubicBezTo>
                  <a:cubicBezTo>
                    <a:pt x="253" y="2673"/>
                    <a:pt x="253" y="2674"/>
                    <a:pt x="253" y="2674"/>
                  </a:cubicBezTo>
                  <a:cubicBezTo>
                    <a:pt x="253" y="2675"/>
                    <a:pt x="253" y="2676"/>
                    <a:pt x="253" y="2676"/>
                  </a:cubicBezTo>
                  <a:cubicBezTo>
                    <a:pt x="253" y="2677"/>
                    <a:pt x="253" y="2677"/>
                    <a:pt x="253" y="2678"/>
                  </a:cubicBezTo>
                  <a:cubicBezTo>
                    <a:pt x="253" y="2678"/>
                    <a:pt x="253" y="2679"/>
                    <a:pt x="253" y="2680"/>
                  </a:cubicBezTo>
                  <a:cubicBezTo>
                    <a:pt x="253" y="2680"/>
                    <a:pt x="253" y="2680"/>
                    <a:pt x="253" y="2680"/>
                  </a:cubicBezTo>
                  <a:cubicBezTo>
                    <a:pt x="253" y="2681"/>
                    <a:pt x="253" y="2682"/>
                    <a:pt x="253" y="2683"/>
                  </a:cubicBezTo>
                  <a:cubicBezTo>
                    <a:pt x="251" y="2691"/>
                    <a:pt x="249" y="2709"/>
                    <a:pt x="255" y="2724"/>
                  </a:cubicBezTo>
                  <a:cubicBezTo>
                    <a:pt x="255" y="2725"/>
                    <a:pt x="238" y="2777"/>
                    <a:pt x="228" y="2786"/>
                  </a:cubicBezTo>
                  <a:cubicBezTo>
                    <a:pt x="220" y="2795"/>
                    <a:pt x="217" y="2804"/>
                    <a:pt x="210" y="2809"/>
                  </a:cubicBezTo>
                  <a:cubicBezTo>
                    <a:pt x="203" y="2814"/>
                    <a:pt x="200" y="2819"/>
                    <a:pt x="197" y="2830"/>
                  </a:cubicBezTo>
                  <a:cubicBezTo>
                    <a:pt x="195" y="2838"/>
                    <a:pt x="188" y="2849"/>
                    <a:pt x="193" y="2855"/>
                  </a:cubicBezTo>
                  <a:cubicBezTo>
                    <a:pt x="194" y="2856"/>
                    <a:pt x="195" y="2857"/>
                    <a:pt x="196" y="2858"/>
                  </a:cubicBezTo>
                  <a:cubicBezTo>
                    <a:pt x="196" y="2857"/>
                    <a:pt x="196" y="2857"/>
                    <a:pt x="196" y="2857"/>
                  </a:cubicBezTo>
                  <a:cubicBezTo>
                    <a:pt x="195" y="2860"/>
                    <a:pt x="195" y="2863"/>
                    <a:pt x="196" y="2865"/>
                  </a:cubicBezTo>
                  <a:cubicBezTo>
                    <a:pt x="199" y="2872"/>
                    <a:pt x="204" y="2873"/>
                    <a:pt x="211" y="2872"/>
                  </a:cubicBezTo>
                  <a:cubicBezTo>
                    <a:pt x="211" y="2871"/>
                    <a:pt x="211" y="2871"/>
                    <a:pt x="211" y="2871"/>
                  </a:cubicBezTo>
                  <a:cubicBezTo>
                    <a:pt x="212" y="2874"/>
                    <a:pt x="212" y="2876"/>
                    <a:pt x="214" y="2878"/>
                  </a:cubicBezTo>
                  <a:cubicBezTo>
                    <a:pt x="218" y="2887"/>
                    <a:pt x="232" y="2891"/>
                    <a:pt x="238" y="2883"/>
                  </a:cubicBezTo>
                  <a:cubicBezTo>
                    <a:pt x="245" y="2889"/>
                    <a:pt x="260" y="2890"/>
                    <a:pt x="265" y="2881"/>
                  </a:cubicBezTo>
                  <a:cubicBezTo>
                    <a:pt x="266" y="2881"/>
                    <a:pt x="266" y="2882"/>
                    <a:pt x="266" y="2882"/>
                  </a:cubicBezTo>
                  <a:cubicBezTo>
                    <a:pt x="266" y="2882"/>
                    <a:pt x="266" y="2882"/>
                    <a:pt x="266" y="2882"/>
                  </a:cubicBezTo>
                  <a:cubicBezTo>
                    <a:pt x="271" y="2896"/>
                    <a:pt x="287" y="2894"/>
                    <a:pt x="296" y="2891"/>
                  </a:cubicBezTo>
                  <a:cubicBezTo>
                    <a:pt x="305" y="2889"/>
                    <a:pt x="310" y="2882"/>
                    <a:pt x="314" y="2876"/>
                  </a:cubicBezTo>
                  <a:cubicBezTo>
                    <a:pt x="314" y="2876"/>
                    <a:pt x="314" y="2876"/>
                    <a:pt x="314" y="2876"/>
                  </a:cubicBezTo>
                  <a:cubicBezTo>
                    <a:pt x="314" y="2876"/>
                    <a:pt x="314" y="2876"/>
                    <a:pt x="315" y="2876"/>
                  </a:cubicBezTo>
                  <a:cubicBezTo>
                    <a:pt x="315" y="2875"/>
                    <a:pt x="316" y="2874"/>
                    <a:pt x="317" y="2874"/>
                  </a:cubicBezTo>
                  <a:cubicBezTo>
                    <a:pt x="322" y="2868"/>
                    <a:pt x="326" y="2862"/>
                    <a:pt x="325" y="2848"/>
                  </a:cubicBezTo>
                  <a:cubicBezTo>
                    <a:pt x="324" y="2842"/>
                    <a:pt x="324" y="2835"/>
                    <a:pt x="324" y="2830"/>
                  </a:cubicBezTo>
                  <a:cubicBezTo>
                    <a:pt x="325" y="2826"/>
                    <a:pt x="325" y="2821"/>
                    <a:pt x="326" y="2814"/>
                  </a:cubicBezTo>
                  <a:cubicBezTo>
                    <a:pt x="326" y="2804"/>
                    <a:pt x="333" y="2801"/>
                    <a:pt x="334" y="2783"/>
                  </a:cubicBezTo>
                  <a:cubicBezTo>
                    <a:pt x="335" y="2769"/>
                    <a:pt x="327" y="2710"/>
                    <a:pt x="328" y="2702"/>
                  </a:cubicBezTo>
                  <a:cubicBezTo>
                    <a:pt x="330" y="2684"/>
                    <a:pt x="333" y="2663"/>
                    <a:pt x="330" y="2632"/>
                  </a:cubicBezTo>
                  <a:cubicBezTo>
                    <a:pt x="329" y="2620"/>
                    <a:pt x="331" y="2596"/>
                    <a:pt x="334" y="2571"/>
                  </a:cubicBezTo>
                  <a:cubicBezTo>
                    <a:pt x="340" y="2530"/>
                    <a:pt x="349" y="2486"/>
                    <a:pt x="352" y="2474"/>
                  </a:cubicBezTo>
                  <a:cubicBezTo>
                    <a:pt x="351" y="2475"/>
                    <a:pt x="351" y="2475"/>
                    <a:pt x="351" y="2475"/>
                  </a:cubicBezTo>
                  <a:cubicBezTo>
                    <a:pt x="355" y="2460"/>
                    <a:pt x="355" y="2460"/>
                    <a:pt x="355" y="2460"/>
                  </a:cubicBezTo>
                  <a:cubicBezTo>
                    <a:pt x="356" y="2452"/>
                    <a:pt x="358" y="2444"/>
                    <a:pt x="360" y="2435"/>
                  </a:cubicBezTo>
                  <a:cubicBezTo>
                    <a:pt x="360" y="2434"/>
                    <a:pt x="360" y="2434"/>
                    <a:pt x="360" y="2433"/>
                  </a:cubicBezTo>
                  <a:cubicBezTo>
                    <a:pt x="362" y="2427"/>
                    <a:pt x="363" y="2421"/>
                    <a:pt x="364" y="2414"/>
                  </a:cubicBezTo>
                  <a:cubicBezTo>
                    <a:pt x="364" y="2414"/>
                    <a:pt x="365" y="2413"/>
                    <a:pt x="365" y="2413"/>
                  </a:cubicBezTo>
                  <a:cubicBezTo>
                    <a:pt x="365" y="2410"/>
                    <a:pt x="366" y="2406"/>
                    <a:pt x="367" y="2403"/>
                  </a:cubicBezTo>
                  <a:cubicBezTo>
                    <a:pt x="367" y="2402"/>
                    <a:pt x="367" y="2402"/>
                    <a:pt x="367" y="2402"/>
                  </a:cubicBezTo>
                  <a:cubicBezTo>
                    <a:pt x="367" y="2398"/>
                    <a:pt x="368" y="2395"/>
                    <a:pt x="369" y="2392"/>
                  </a:cubicBezTo>
                  <a:cubicBezTo>
                    <a:pt x="369" y="2392"/>
                    <a:pt x="369" y="2391"/>
                    <a:pt x="369" y="2391"/>
                  </a:cubicBezTo>
                  <a:cubicBezTo>
                    <a:pt x="369" y="2387"/>
                    <a:pt x="370" y="2384"/>
                    <a:pt x="371" y="2380"/>
                  </a:cubicBezTo>
                  <a:cubicBezTo>
                    <a:pt x="371" y="2380"/>
                    <a:pt x="371" y="2379"/>
                    <a:pt x="371" y="2378"/>
                  </a:cubicBezTo>
                  <a:cubicBezTo>
                    <a:pt x="372" y="2375"/>
                    <a:pt x="372" y="2371"/>
                    <a:pt x="373" y="2368"/>
                  </a:cubicBezTo>
                  <a:cubicBezTo>
                    <a:pt x="373" y="2368"/>
                    <a:pt x="373" y="2368"/>
                    <a:pt x="373" y="2368"/>
                  </a:cubicBezTo>
                  <a:cubicBezTo>
                    <a:pt x="373" y="2364"/>
                    <a:pt x="374" y="2361"/>
                    <a:pt x="374" y="2357"/>
                  </a:cubicBezTo>
                  <a:cubicBezTo>
                    <a:pt x="374" y="2356"/>
                    <a:pt x="374" y="2355"/>
                    <a:pt x="375" y="2355"/>
                  </a:cubicBezTo>
                  <a:cubicBezTo>
                    <a:pt x="375" y="2351"/>
                    <a:pt x="375" y="2348"/>
                    <a:pt x="376" y="2344"/>
                  </a:cubicBezTo>
                  <a:cubicBezTo>
                    <a:pt x="376" y="2344"/>
                    <a:pt x="376" y="2343"/>
                    <a:pt x="376" y="2343"/>
                  </a:cubicBezTo>
                  <a:cubicBezTo>
                    <a:pt x="376" y="2340"/>
                    <a:pt x="377" y="2337"/>
                    <a:pt x="377" y="2333"/>
                  </a:cubicBezTo>
                  <a:cubicBezTo>
                    <a:pt x="377" y="2333"/>
                    <a:pt x="377" y="2332"/>
                    <a:pt x="377" y="2331"/>
                  </a:cubicBezTo>
                  <a:cubicBezTo>
                    <a:pt x="378" y="2328"/>
                    <a:pt x="378" y="2324"/>
                    <a:pt x="378" y="2321"/>
                  </a:cubicBezTo>
                  <a:cubicBezTo>
                    <a:pt x="378" y="2320"/>
                    <a:pt x="378" y="2320"/>
                    <a:pt x="378" y="2319"/>
                  </a:cubicBezTo>
                  <a:cubicBezTo>
                    <a:pt x="379" y="2316"/>
                    <a:pt x="379" y="2313"/>
                    <a:pt x="379" y="2310"/>
                  </a:cubicBezTo>
                  <a:cubicBezTo>
                    <a:pt x="379" y="2310"/>
                    <a:pt x="379" y="2309"/>
                    <a:pt x="379" y="2309"/>
                  </a:cubicBezTo>
                  <a:cubicBezTo>
                    <a:pt x="379" y="2305"/>
                    <a:pt x="379" y="2302"/>
                    <a:pt x="379" y="2299"/>
                  </a:cubicBezTo>
                  <a:cubicBezTo>
                    <a:pt x="379" y="2298"/>
                    <a:pt x="379" y="2298"/>
                    <a:pt x="379" y="2297"/>
                  </a:cubicBezTo>
                  <a:cubicBezTo>
                    <a:pt x="379" y="2294"/>
                    <a:pt x="379" y="2290"/>
                    <a:pt x="379" y="2287"/>
                  </a:cubicBezTo>
                  <a:cubicBezTo>
                    <a:pt x="378" y="2245"/>
                    <a:pt x="387" y="2144"/>
                    <a:pt x="387" y="2115"/>
                  </a:cubicBezTo>
                  <a:cubicBezTo>
                    <a:pt x="387" y="2110"/>
                    <a:pt x="389" y="2078"/>
                    <a:pt x="388" y="2072"/>
                  </a:cubicBezTo>
                  <a:cubicBezTo>
                    <a:pt x="378" y="2028"/>
                    <a:pt x="402" y="1815"/>
                    <a:pt x="402" y="1813"/>
                  </a:cubicBezTo>
                  <a:cubicBezTo>
                    <a:pt x="402" y="1812"/>
                    <a:pt x="402" y="1811"/>
                    <a:pt x="402" y="1810"/>
                  </a:cubicBezTo>
                  <a:cubicBezTo>
                    <a:pt x="402" y="1810"/>
                    <a:pt x="402" y="1809"/>
                    <a:pt x="402" y="1809"/>
                  </a:cubicBezTo>
                  <a:cubicBezTo>
                    <a:pt x="402" y="1808"/>
                    <a:pt x="402" y="1807"/>
                    <a:pt x="402" y="1806"/>
                  </a:cubicBezTo>
                  <a:cubicBezTo>
                    <a:pt x="402" y="1806"/>
                    <a:pt x="402" y="1806"/>
                    <a:pt x="402" y="1805"/>
                  </a:cubicBezTo>
                  <a:cubicBezTo>
                    <a:pt x="402" y="1804"/>
                    <a:pt x="402" y="1803"/>
                    <a:pt x="402" y="1801"/>
                  </a:cubicBezTo>
                  <a:cubicBezTo>
                    <a:pt x="402" y="1801"/>
                    <a:pt x="402" y="1801"/>
                    <a:pt x="402" y="1801"/>
                  </a:cubicBezTo>
                  <a:cubicBezTo>
                    <a:pt x="402" y="1799"/>
                    <a:pt x="403" y="1798"/>
                    <a:pt x="403" y="1796"/>
                  </a:cubicBezTo>
                  <a:cubicBezTo>
                    <a:pt x="403" y="1795"/>
                    <a:pt x="403" y="1795"/>
                    <a:pt x="403" y="1795"/>
                  </a:cubicBezTo>
                  <a:cubicBezTo>
                    <a:pt x="403" y="1793"/>
                    <a:pt x="403" y="1792"/>
                    <a:pt x="403" y="1790"/>
                  </a:cubicBezTo>
                  <a:cubicBezTo>
                    <a:pt x="403" y="1790"/>
                    <a:pt x="403" y="1789"/>
                    <a:pt x="403" y="1789"/>
                  </a:cubicBezTo>
                  <a:cubicBezTo>
                    <a:pt x="403" y="1783"/>
                    <a:pt x="403" y="1776"/>
                    <a:pt x="404" y="1768"/>
                  </a:cubicBezTo>
                  <a:cubicBezTo>
                    <a:pt x="404" y="1768"/>
                    <a:pt x="404" y="1767"/>
                    <a:pt x="404" y="1767"/>
                  </a:cubicBezTo>
                  <a:cubicBezTo>
                    <a:pt x="404" y="1765"/>
                    <a:pt x="404" y="1762"/>
                    <a:pt x="404" y="1760"/>
                  </a:cubicBezTo>
                  <a:cubicBezTo>
                    <a:pt x="404" y="1760"/>
                    <a:pt x="404" y="1759"/>
                    <a:pt x="404" y="1759"/>
                  </a:cubicBezTo>
                  <a:cubicBezTo>
                    <a:pt x="404" y="1754"/>
                    <a:pt x="404" y="1748"/>
                    <a:pt x="405" y="1743"/>
                  </a:cubicBezTo>
                  <a:cubicBezTo>
                    <a:pt x="405" y="1742"/>
                    <a:pt x="405" y="1742"/>
                    <a:pt x="405" y="1741"/>
                  </a:cubicBezTo>
                  <a:cubicBezTo>
                    <a:pt x="405" y="1739"/>
                    <a:pt x="405" y="1737"/>
                    <a:pt x="405" y="1735"/>
                  </a:cubicBezTo>
                  <a:cubicBezTo>
                    <a:pt x="405" y="1734"/>
                    <a:pt x="405" y="1733"/>
                    <a:pt x="405" y="1732"/>
                  </a:cubicBezTo>
                  <a:cubicBezTo>
                    <a:pt x="405" y="1730"/>
                    <a:pt x="405" y="1728"/>
                    <a:pt x="405" y="1726"/>
                  </a:cubicBezTo>
                  <a:cubicBezTo>
                    <a:pt x="405" y="1724"/>
                    <a:pt x="405" y="1722"/>
                    <a:pt x="405" y="1719"/>
                  </a:cubicBezTo>
                  <a:cubicBezTo>
                    <a:pt x="405" y="1718"/>
                    <a:pt x="405" y="1717"/>
                    <a:pt x="405" y="1716"/>
                  </a:cubicBezTo>
                  <a:cubicBezTo>
                    <a:pt x="405" y="1714"/>
                    <a:pt x="405" y="1712"/>
                    <a:pt x="405" y="1710"/>
                  </a:cubicBezTo>
                  <a:cubicBezTo>
                    <a:pt x="405" y="1710"/>
                    <a:pt x="405" y="1709"/>
                    <a:pt x="405" y="1709"/>
                  </a:cubicBezTo>
                  <a:cubicBezTo>
                    <a:pt x="406" y="1670"/>
                    <a:pt x="407" y="1632"/>
                    <a:pt x="408" y="1613"/>
                  </a:cubicBezTo>
                  <a:cubicBezTo>
                    <a:pt x="411" y="1614"/>
                    <a:pt x="446" y="1623"/>
                    <a:pt x="470" y="1606"/>
                  </a:cubicBezTo>
                  <a:cubicBezTo>
                    <a:pt x="471" y="1621"/>
                    <a:pt x="471" y="1621"/>
                    <a:pt x="471" y="1621"/>
                  </a:cubicBezTo>
                  <a:cubicBezTo>
                    <a:pt x="472" y="1640"/>
                    <a:pt x="473" y="1669"/>
                    <a:pt x="474" y="1699"/>
                  </a:cubicBezTo>
                  <a:cubicBezTo>
                    <a:pt x="474" y="1699"/>
                    <a:pt x="474" y="1699"/>
                    <a:pt x="474" y="1699"/>
                  </a:cubicBezTo>
                  <a:cubicBezTo>
                    <a:pt x="474" y="1706"/>
                    <a:pt x="475" y="1714"/>
                    <a:pt x="475" y="1721"/>
                  </a:cubicBezTo>
                  <a:cubicBezTo>
                    <a:pt x="475" y="1721"/>
                    <a:pt x="475" y="1721"/>
                    <a:pt x="475" y="1721"/>
                  </a:cubicBezTo>
                  <a:cubicBezTo>
                    <a:pt x="475" y="1723"/>
                    <a:pt x="475" y="1725"/>
                    <a:pt x="475" y="1727"/>
                  </a:cubicBezTo>
                  <a:cubicBezTo>
                    <a:pt x="475" y="1728"/>
                    <a:pt x="475" y="1729"/>
                    <a:pt x="475" y="1730"/>
                  </a:cubicBezTo>
                  <a:cubicBezTo>
                    <a:pt x="476" y="1732"/>
                    <a:pt x="476" y="1734"/>
                    <a:pt x="476" y="1735"/>
                  </a:cubicBezTo>
                  <a:cubicBezTo>
                    <a:pt x="476" y="1737"/>
                    <a:pt x="476" y="1739"/>
                    <a:pt x="476" y="1741"/>
                  </a:cubicBezTo>
                  <a:cubicBezTo>
                    <a:pt x="476" y="1742"/>
                    <a:pt x="476" y="1743"/>
                    <a:pt x="476" y="1745"/>
                  </a:cubicBezTo>
                  <a:cubicBezTo>
                    <a:pt x="476" y="1747"/>
                    <a:pt x="476" y="1749"/>
                    <a:pt x="476" y="1751"/>
                  </a:cubicBezTo>
                  <a:cubicBezTo>
                    <a:pt x="476" y="1752"/>
                    <a:pt x="477" y="1753"/>
                    <a:pt x="477" y="1754"/>
                  </a:cubicBezTo>
                  <a:cubicBezTo>
                    <a:pt x="477" y="1756"/>
                    <a:pt x="477" y="1757"/>
                    <a:pt x="477" y="1759"/>
                  </a:cubicBezTo>
                  <a:cubicBezTo>
                    <a:pt x="477" y="1760"/>
                    <a:pt x="477" y="1761"/>
                    <a:pt x="477" y="1762"/>
                  </a:cubicBezTo>
                  <a:cubicBezTo>
                    <a:pt x="477" y="1764"/>
                    <a:pt x="477" y="1765"/>
                    <a:pt x="477" y="1767"/>
                  </a:cubicBezTo>
                  <a:cubicBezTo>
                    <a:pt x="477" y="1768"/>
                    <a:pt x="477" y="1769"/>
                    <a:pt x="477" y="1770"/>
                  </a:cubicBezTo>
                  <a:cubicBezTo>
                    <a:pt x="477" y="1772"/>
                    <a:pt x="478" y="1774"/>
                    <a:pt x="478" y="1776"/>
                  </a:cubicBezTo>
                  <a:cubicBezTo>
                    <a:pt x="478" y="1777"/>
                    <a:pt x="478" y="1778"/>
                    <a:pt x="478" y="1778"/>
                  </a:cubicBezTo>
                  <a:cubicBezTo>
                    <a:pt x="478" y="1780"/>
                    <a:pt x="478" y="1782"/>
                    <a:pt x="478" y="1783"/>
                  </a:cubicBezTo>
                  <a:cubicBezTo>
                    <a:pt x="478" y="1784"/>
                    <a:pt x="478" y="1785"/>
                    <a:pt x="478" y="1785"/>
                  </a:cubicBezTo>
                  <a:cubicBezTo>
                    <a:pt x="478" y="1787"/>
                    <a:pt x="478" y="1788"/>
                    <a:pt x="478" y="1790"/>
                  </a:cubicBezTo>
                  <a:cubicBezTo>
                    <a:pt x="478" y="1790"/>
                    <a:pt x="478" y="1791"/>
                    <a:pt x="478" y="1792"/>
                  </a:cubicBezTo>
                  <a:cubicBezTo>
                    <a:pt x="479" y="1793"/>
                    <a:pt x="479" y="1795"/>
                    <a:pt x="479" y="1796"/>
                  </a:cubicBezTo>
                  <a:cubicBezTo>
                    <a:pt x="479" y="1797"/>
                    <a:pt x="479" y="1797"/>
                    <a:pt x="479" y="1797"/>
                  </a:cubicBezTo>
                  <a:cubicBezTo>
                    <a:pt x="479" y="1799"/>
                    <a:pt x="479" y="1801"/>
                    <a:pt x="479" y="1802"/>
                  </a:cubicBezTo>
                  <a:cubicBezTo>
                    <a:pt x="479" y="1803"/>
                    <a:pt x="479" y="1803"/>
                    <a:pt x="479" y="1804"/>
                  </a:cubicBezTo>
                  <a:cubicBezTo>
                    <a:pt x="479" y="1805"/>
                    <a:pt x="479" y="1806"/>
                    <a:pt x="479" y="1807"/>
                  </a:cubicBezTo>
                  <a:cubicBezTo>
                    <a:pt x="479" y="1807"/>
                    <a:pt x="479" y="1808"/>
                    <a:pt x="480" y="1808"/>
                  </a:cubicBezTo>
                  <a:cubicBezTo>
                    <a:pt x="480" y="1809"/>
                    <a:pt x="480" y="1810"/>
                    <a:pt x="480" y="1811"/>
                  </a:cubicBezTo>
                  <a:cubicBezTo>
                    <a:pt x="480" y="1811"/>
                    <a:pt x="480" y="1811"/>
                    <a:pt x="480" y="1812"/>
                  </a:cubicBezTo>
                  <a:cubicBezTo>
                    <a:pt x="480" y="1813"/>
                    <a:pt x="480" y="1814"/>
                    <a:pt x="480" y="1814"/>
                  </a:cubicBezTo>
                  <a:cubicBezTo>
                    <a:pt x="480" y="1817"/>
                    <a:pt x="493" y="2030"/>
                    <a:pt x="485" y="2072"/>
                  </a:cubicBezTo>
                  <a:cubicBezTo>
                    <a:pt x="484" y="2078"/>
                    <a:pt x="486" y="2110"/>
                    <a:pt x="486" y="2115"/>
                  </a:cubicBezTo>
                  <a:cubicBezTo>
                    <a:pt x="486" y="2144"/>
                    <a:pt x="496" y="2241"/>
                    <a:pt x="493" y="2284"/>
                  </a:cubicBezTo>
                  <a:cubicBezTo>
                    <a:pt x="493" y="2287"/>
                    <a:pt x="493" y="2291"/>
                    <a:pt x="492" y="2294"/>
                  </a:cubicBezTo>
                  <a:cubicBezTo>
                    <a:pt x="492" y="2295"/>
                    <a:pt x="492" y="2296"/>
                    <a:pt x="492" y="2296"/>
                  </a:cubicBezTo>
                  <a:cubicBezTo>
                    <a:pt x="492" y="2300"/>
                    <a:pt x="492" y="2303"/>
                    <a:pt x="492" y="2307"/>
                  </a:cubicBezTo>
                  <a:cubicBezTo>
                    <a:pt x="492" y="2307"/>
                    <a:pt x="492" y="2308"/>
                    <a:pt x="492" y="2309"/>
                  </a:cubicBezTo>
                  <a:cubicBezTo>
                    <a:pt x="492" y="2312"/>
                    <a:pt x="492" y="2316"/>
                    <a:pt x="492" y="2320"/>
                  </a:cubicBezTo>
                  <a:cubicBezTo>
                    <a:pt x="492" y="2320"/>
                    <a:pt x="492" y="2320"/>
                    <a:pt x="492" y="2321"/>
                  </a:cubicBezTo>
                  <a:cubicBezTo>
                    <a:pt x="492" y="2324"/>
                    <a:pt x="492" y="2328"/>
                    <a:pt x="493" y="2331"/>
                  </a:cubicBezTo>
                  <a:cubicBezTo>
                    <a:pt x="493" y="2332"/>
                    <a:pt x="493" y="2333"/>
                    <a:pt x="493" y="2333"/>
                  </a:cubicBezTo>
                  <a:cubicBezTo>
                    <a:pt x="493" y="2337"/>
                    <a:pt x="493" y="2340"/>
                    <a:pt x="493" y="2344"/>
                  </a:cubicBezTo>
                  <a:cubicBezTo>
                    <a:pt x="493" y="2345"/>
                    <a:pt x="493" y="2346"/>
                    <a:pt x="493" y="2346"/>
                  </a:cubicBezTo>
                  <a:cubicBezTo>
                    <a:pt x="494" y="2350"/>
                    <a:pt x="494" y="2354"/>
                    <a:pt x="494" y="2357"/>
                  </a:cubicBezTo>
                  <a:cubicBezTo>
                    <a:pt x="494" y="2358"/>
                    <a:pt x="494" y="2358"/>
                    <a:pt x="494" y="2359"/>
                  </a:cubicBezTo>
                  <a:cubicBezTo>
                    <a:pt x="495" y="2363"/>
                    <a:pt x="495" y="2366"/>
                    <a:pt x="495" y="2370"/>
                  </a:cubicBezTo>
                  <a:cubicBezTo>
                    <a:pt x="495" y="2370"/>
                    <a:pt x="495" y="2371"/>
                    <a:pt x="495" y="2371"/>
                  </a:cubicBezTo>
                  <a:cubicBezTo>
                    <a:pt x="496" y="2375"/>
                    <a:pt x="496" y="2378"/>
                    <a:pt x="497" y="2382"/>
                  </a:cubicBezTo>
                  <a:cubicBezTo>
                    <a:pt x="497" y="2383"/>
                    <a:pt x="497" y="2383"/>
                    <a:pt x="497" y="2384"/>
                  </a:cubicBezTo>
                  <a:cubicBezTo>
                    <a:pt x="497" y="2388"/>
                    <a:pt x="498" y="2391"/>
                    <a:pt x="498" y="2395"/>
                  </a:cubicBezTo>
                  <a:cubicBezTo>
                    <a:pt x="498" y="2395"/>
                    <a:pt x="498" y="2396"/>
                    <a:pt x="498" y="2396"/>
                  </a:cubicBezTo>
                  <a:cubicBezTo>
                    <a:pt x="499" y="2404"/>
                    <a:pt x="500" y="2411"/>
                    <a:pt x="502" y="2418"/>
                  </a:cubicBezTo>
                  <a:cubicBezTo>
                    <a:pt x="502" y="2419"/>
                    <a:pt x="502" y="2419"/>
                    <a:pt x="502" y="2420"/>
                  </a:cubicBezTo>
                  <a:cubicBezTo>
                    <a:pt x="502" y="2423"/>
                    <a:pt x="503" y="2427"/>
                    <a:pt x="503" y="2430"/>
                  </a:cubicBezTo>
                  <a:cubicBezTo>
                    <a:pt x="503" y="2431"/>
                    <a:pt x="503" y="2431"/>
                    <a:pt x="504" y="2432"/>
                  </a:cubicBezTo>
                  <a:cubicBezTo>
                    <a:pt x="505" y="2439"/>
                    <a:pt x="506" y="2445"/>
                    <a:pt x="507" y="2452"/>
                  </a:cubicBezTo>
                  <a:cubicBezTo>
                    <a:pt x="507" y="2452"/>
                    <a:pt x="507" y="2452"/>
                    <a:pt x="507" y="2452"/>
                  </a:cubicBezTo>
                  <a:cubicBezTo>
                    <a:pt x="508" y="2455"/>
                    <a:pt x="508" y="2458"/>
                    <a:pt x="509" y="2461"/>
                  </a:cubicBezTo>
                  <a:cubicBezTo>
                    <a:pt x="509" y="2462"/>
                    <a:pt x="509" y="2462"/>
                    <a:pt x="509" y="2462"/>
                  </a:cubicBezTo>
                  <a:cubicBezTo>
                    <a:pt x="510" y="2468"/>
                    <a:pt x="511" y="2473"/>
                    <a:pt x="512" y="2478"/>
                  </a:cubicBezTo>
                  <a:cubicBezTo>
                    <a:pt x="514" y="2492"/>
                    <a:pt x="514" y="2492"/>
                    <a:pt x="514" y="2492"/>
                  </a:cubicBezTo>
                  <a:cubicBezTo>
                    <a:pt x="514" y="2509"/>
                    <a:pt x="536" y="2589"/>
                    <a:pt x="537" y="2627"/>
                  </a:cubicBezTo>
                  <a:cubicBezTo>
                    <a:pt x="538" y="2631"/>
                    <a:pt x="538" y="2634"/>
                    <a:pt x="537" y="2637"/>
                  </a:cubicBezTo>
                  <a:cubicBezTo>
                    <a:pt x="534" y="2668"/>
                    <a:pt x="536" y="2684"/>
                    <a:pt x="538" y="2702"/>
                  </a:cubicBezTo>
                  <a:cubicBezTo>
                    <a:pt x="539" y="2710"/>
                    <a:pt x="531" y="2769"/>
                    <a:pt x="532" y="2783"/>
                  </a:cubicBezTo>
                  <a:cubicBezTo>
                    <a:pt x="533" y="2801"/>
                    <a:pt x="539" y="2804"/>
                    <a:pt x="540" y="2814"/>
                  </a:cubicBezTo>
                  <a:cubicBezTo>
                    <a:pt x="541" y="2832"/>
                    <a:pt x="543" y="2833"/>
                    <a:pt x="541" y="2848"/>
                  </a:cubicBezTo>
                  <a:cubicBezTo>
                    <a:pt x="540" y="2862"/>
                    <a:pt x="544" y="2868"/>
                    <a:pt x="549" y="2874"/>
                  </a:cubicBezTo>
                  <a:cubicBezTo>
                    <a:pt x="550" y="2874"/>
                    <a:pt x="551" y="2875"/>
                    <a:pt x="551" y="2876"/>
                  </a:cubicBezTo>
                  <a:cubicBezTo>
                    <a:pt x="551" y="2876"/>
                    <a:pt x="552" y="2876"/>
                    <a:pt x="552" y="2876"/>
                  </a:cubicBezTo>
                  <a:cubicBezTo>
                    <a:pt x="552" y="2876"/>
                    <a:pt x="552" y="2876"/>
                    <a:pt x="552" y="2876"/>
                  </a:cubicBezTo>
                  <a:cubicBezTo>
                    <a:pt x="556" y="2882"/>
                    <a:pt x="561" y="2889"/>
                    <a:pt x="569" y="2891"/>
                  </a:cubicBezTo>
                  <a:cubicBezTo>
                    <a:pt x="579" y="2894"/>
                    <a:pt x="595" y="2896"/>
                    <a:pt x="600" y="2882"/>
                  </a:cubicBezTo>
                  <a:cubicBezTo>
                    <a:pt x="600" y="2882"/>
                    <a:pt x="600" y="2882"/>
                    <a:pt x="600" y="2882"/>
                  </a:cubicBezTo>
                  <a:cubicBezTo>
                    <a:pt x="600" y="2882"/>
                    <a:pt x="600" y="2881"/>
                    <a:pt x="600" y="2881"/>
                  </a:cubicBezTo>
                  <a:cubicBezTo>
                    <a:pt x="606" y="2890"/>
                    <a:pt x="621" y="2889"/>
                    <a:pt x="628" y="2883"/>
                  </a:cubicBezTo>
                  <a:cubicBezTo>
                    <a:pt x="634" y="2891"/>
                    <a:pt x="648" y="2887"/>
                    <a:pt x="652" y="2878"/>
                  </a:cubicBezTo>
                  <a:cubicBezTo>
                    <a:pt x="654" y="2876"/>
                    <a:pt x="654" y="2874"/>
                    <a:pt x="654" y="2871"/>
                  </a:cubicBezTo>
                  <a:cubicBezTo>
                    <a:pt x="655" y="2872"/>
                    <a:pt x="655" y="2872"/>
                    <a:pt x="655" y="2872"/>
                  </a:cubicBezTo>
                  <a:cubicBezTo>
                    <a:pt x="661" y="2873"/>
                    <a:pt x="669" y="2870"/>
                    <a:pt x="670" y="2865"/>
                  </a:cubicBezTo>
                  <a:cubicBezTo>
                    <a:pt x="670" y="2863"/>
                    <a:pt x="670" y="2860"/>
                    <a:pt x="670" y="2857"/>
                  </a:cubicBezTo>
                  <a:cubicBezTo>
                    <a:pt x="670" y="2858"/>
                    <a:pt x="670" y="2858"/>
                    <a:pt x="670" y="2858"/>
                  </a:cubicBezTo>
                  <a:cubicBezTo>
                    <a:pt x="671" y="2857"/>
                    <a:pt x="672" y="2856"/>
                    <a:pt x="673" y="2855"/>
                  </a:cubicBezTo>
                  <a:cubicBezTo>
                    <a:pt x="678" y="2849"/>
                    <a:pt x="671" y="2838"/>
                    <a:pt x="669" y="2830"/>
                  </a:cubicBezTo>
                  <a:cubicBezTo>
                    <a:pt x="666" y="2819"/>
                    <a:pt x="662" y="2814"/>
                    <a:pt x="655" y="2809"/>
                  </a:cubicBezTo>
                  <a:cubicBezTo>
                    <a:pt x="649" y="2804"/>
                    <a:pt x="646" y="2795"/>
                    <a:pt x="638" y="2786"/>
                  </a:cubicBezTo>
                  <a:cubicBezTo>
                    <a:pt x="628" y="2777"/>
                    <a:pt x="611" y="2725"/>
                    <a:pt x="611" y="2724"/>
                  </a:cubicBezTo>
                  <a:cubicBezTo>
                    <a:pt x="617" y="2709"/>
                    <a:pt x="615" y="2691"/>
                    <a:pt x="613" y="2683"/>
                  </a:cubicBezTo>
                  <a:cubicBezTo>
                    <a:pt x="613" y="2682"/>
                    <a:pt x="613" y="2681"/>
                    <a:pt x="613" y="2680"/>
                  </a:cubicBezTo>
                  <a:cubicBezTo>
                    <a:pt x="613" y="2680"/>
                    <a:pt x="613" y="2680"/>
                    <a:pt x="613" y="2679"/>
                  </a:cubicBezTo>
                  <a:cubicBezTo>
                    <a:pt x="613" y="2679"/>
                    <a:pt x="613" y="2678"/>
                    <a:pt x="613" y="2678"/>
                  </a:cubicBezTo>
                  <a:cubicBezTo>
                    <a:pt x="613" y="2677"/>
                    <a:pt x="613" y="2677"/>
                    <a:pt x="613" y="2676"/>
                  </a:cubicBezTo>
                  <a:cubicBezTo>
                    <a:pt x="613" y="2676"/>
                    <a:pt x="613" y="2675"/>
                    <a:pt x="613" y="2674"/>
                  </a:cubicBezTo>
                  <a:cubicBezTo>
                    <a:pt x="613" y="2674"/>
                    <a:pt x="613" y="2673"/>
                    <a:pt x="613" y="2673"/>
                  </a:cubicBezTo>
                  <a:cubicBezTo>
                    <a:pt x="613" y="2672"/>
                    <a:pt x="613" y="2671"/>
                    <a:pt x="613" y="2670"/>
                  </a:cubicBezTo>
                  <a:cubicBezTo>
                    <a:pt x="613" y="2670"/>
                    <a:pt x="613" y="2669"/>
                    <a:pt x="613" y="2668"/>
                  </a:cubicBezTo>
                  <a:cubicBezTo>
                    <a:pt x="613" y="2667"/>
                    <a:pt x="613" y="2666"/>
                    <a:pt x="613" y="2666"/>
                  </a:cubicBezTo>
                  <a:cubicBezTo>
                    <a:pt x="613" y="2665"/>
                    <a:pt x="613" y="2664"/>
                    <a:pt x="613" y="2664"/>
                  </a:cubicBezTo>
                  <a:cubicBezTo>
                    <a:pt x="613" y="2662"/>
                    <a:pt x="613" y="2661"/>
                    <a:pt x="614" y="2660"/>
                  </a:cubicBezTo>
                  <a:cubicBezTo>
                    <a:pt x="614" y="2660"/>
                    <a:pt x="614" y="2659"/>
                    <a:pt x="614" y="2658"/>
                  </a:cubicBezTo>
                  <a:cubicBezTo>
                    <a:pt x="614" y="2657"/>
                    <a:pt x="614" y="2655"/>
                    <a:pt x="614" y="2654"/>
                  </a:cubicBezTo>
                  <a:cubicBezTo>
                    <a:pt x="614" y="2653"/>
                    <a:pt x="614" y="2653"/>
                    <a:pt x="614" y="2652"/>
                  </a:cubicBezTo>
                  <a:cubicBezTo>
                    <a:pt x="614" y="2650"/>
                    <a:pt x="615" y="2648"/>
                    <a:pt x="615" y="2646"/>
                  </a:cubicBezTo>
                  <a:cubicBezTo>
                    <a:pt x="615" y="2646"/>
                    <a:pt x="615" y="2646"/>
                    <a:pt x="615" y="2646"/>
                  </a:cubicBezTo>
                  <a:cubicBezTo>
                    <a:pt x="615" y="2644"/>
                    <a:pt x="615" y="2642"/>
                    <a:pt x="616" y="2639"/>
                  </a:cubicBezTo>
                  <a:cubicBezTo>
                    <a:pt x="616" y="2639"/>
                    <a:pt x="616" y="2638"/>
                    <a:pt x="616" y="2638"/>
                  </a:cubicBezTo>
                  <a:cubicBezTo>
                    <a:pt x="616" y="2636"/>
                    <a:pt x="616" y="2634"/>
                    <a:pt x="616" y="2632"/>
                  </a:cubicBezTo>
                  <a:cubicBezTo>
                    <a:pt x="616" y="2631"/>
                    <a:pt x="617" y="2631"/>
                    <a:pt x="617" y="2630"/>
                  </a:cubicBezTo>
                  <a:cubicBezTo>
                    <a:pt x="617" y="2628"/>
                    <a:pt x="617" y="2626"/>
                    <a:pt x="617" y="2624"/>
                  </a:cubicBezTo>
                  <a:cubicBezTo>
                    <a:pt x="617" y="2624"/>
                    <a:pt x="618" y="2623"/>
                    <a:pt x="618" y="2623"/>
                  </a:cubicBezTo>
                  <a:cubicBezTo>
                    <a:pt x="618" y="2620"/>
                    <a:pt x="618" y="2618"/>
                    <a:pt x="619" y="2616"/>
                  </a:cubicBezTo>
                  <a:cubicBezTo>
                    <a:pt x="619" y="2615"/>
                    <a:pt x="619" y="2615"/>
                    <a:pt x="619" y="2614"/>
                  </a:cubicBezTo>
                  <a:cubicBezTo>
                    <a:pt x="619" y="2612"/>
                    <a:pt x="620" y="2609"/>
                    <a:pt x="620" y="2607"/>
                  </a:cubicBezTo>
                  <a:cubicBezTo>
                    <a:pt x="620" y="2607"/>
                    <a:pt x="620" y="2606"/>
                    <a:pt x="620" y="2606"/>
                  </a:cubicBezTo>
                  <a:cubicBezTo>
                    <a:pt x="621" y="2602"/>
                    <a:pt x="621" y="2598"/>
                    <a:pt x="622" y="2594"/>
                  </a:cubicBezTo>
                  <a:cubicBezTo>
                    <a:pt x="625" y="2578"/>
                    <a:pt x="625" y="2578"/>
                    <a:pt x="625" y="2578"/>
                  </a:cubicBezTo>
                  <a:cubicBezTo>
                    <a:pt x="630" y="2515"/>
                    <a:pt x="638" y="2456"/>
                    <a:pt x="642" y="2375"/>
                  </a:cubicBezTo>
                  <a:cubicBezTo>
                    <a:pt x="644" y="2334"/>
                    <a:pt x="634" y="2245"/>
                    <a:pt x="636" y="2156"/>
                  </a:cubicBezTo>
                  <a:cubicBezTo>
                    <a:pt x="637" y="2112"/>
                    <a:pt x="644" y="2082"/>
                    <a:pt x="646" y="2075"/>
                  </a:cubicBezTo>
                  <a:cubicBezTo>
                    <a:pt x="651" y="2048"/>
                    <a:pt x="645" y="1995"/>
                    <a:pt x="645" y="1980"/>
                  </a:cubicBezTo>
                  <a:cubicBezTo>
                    <a:pt x="652" y="1739"/>
                    <a:pt x="684" y="1532"/>
                    <a:pt x="682" y="1482"/>
                  </a:cubicBezTo>
                  <a:cubicBezTo>
                    <a:pt x="682" y="1482"/>
                    <a:pt x="683" y="1480"/>
                    <a:pt x="684" y="1476"/>
                  </a:cubicBezTo>
                  <a:cubicBezTo>
                    <a:pt x="684" y="1474"/>
                    <a:pt x="685" y="1473"/>
                    <a:pt x="685" y="1471"/>
                  </a:cubicBezTo>
                  <a:cubicBezTo>
                    <a:pt x="685" y="1471"/>
                    <a:pt x="686" y="1470"/>
                    <a:pt x="686" y="1469"/>
                  </a:cubicBezTo>
                  <a:cubicBezTo>
                    <a:pt x="691" y="1451"/>
                    <a:pt x="701" y="1418"/>
                    <a:pt x="701" y="1403"/>
                  </a:cubicBezTo>
                  <a:cubicBezTo>
                    <a:pt x="701" y="1401"/>
                    <a:pt x="700" y="1400"/>
                    <a:pt x="700" y="1399"/>
                  </a:cubicBezTo>
                  <a:cubicBezTo>
                    <a:pt x="700" y="1376"/>
                    <a:pt x="723" y="1327"/>
                    <a:pt x="729" y="1247"/>
                  </a:cubicBezTo>
                  <a:cubicBezTo>
                    <a:pt x="730" y="1243"/>
                    <a:pt x="730" y="1239"/>
                    <a:pt x="730" y="1235"/>
                  </a:cubicBezTo>
                  <a:cubicBezTo>
                    <a:pt x="731" y="1226"/>
                    <a:pt x="731" y="1217"/>
                    <a:pt x="731" y="1208"/>
                  </a:cubicBezTo>
                  <a:cubicBezTo>
                    <a:pt x="731" y="1204"/>
                    <a:pt x="731" y="1199"/>
                    <a:pt x="731" y="1195"/>
                  </a:cubicBezTo>
                  <a:cubicBezTo>
                    <a:pt x="730" y="1176"/>
                    <a:pt x="729" y="1156"/>
                    <a:pt x="726" y="1135"/>
                  </a:cubicBezTo>
                  <a:cubicBezTo>
                    <a:pt x="724" y="1124"/>
                    <a:pt x="723" y="1113"/>
                    <a:pt x="720" y="1102"/>
                  </a:cubicBezTo>
                  <a:cubicBezTo>
                    <a:pt x="718" y="1090"/>
                    <a:pt x="716" y="1079"/>
                    <a:pt x="713" y="1067"/>
                  </a:cubicBezTo>
                  <a:cubicBezTo>
                    <a:pt x="715" y="1037"/>
                    <a:pt x="686" y="991"/>
                    <a:pt x="684" y="960"/>
                  </a:cubicBezTo>
                  <a:cubicBezTo>
                    <a:pt x="686" y="922"/>
                    <a:pt x="700" y="890"/>
                    <a:pt x="700" y="876"/>
                  </a:cubicBezTo>
                  <a:cubicBezTo>
                    <a:pt x="700" y="874"/>
                    <a:pt x="700" y="874"/>
                    <a:pt x="700" y="874"/>
                  </a:cubicBezTo>
                  <a:cubicBezTo>
                    <a:pt x="701" y="887"/>
                    <a:pt x="702" y="898"/>
                    <a:pt x="703" y="903"/>
                  </a:cubicBezTo>
                  <a:cubicBezTo>
                    <a:pt x="705" y="914"/>
                    <a:pt x="704" y="929"/>
                    <a:pt x="706" y="932"/>
                  </a:cubicBezTo>
                  <a:cubicBezTo>
                    <a:pt x="708" y="947"/>
                    <a:pt x="721" y="1030"/>
                    <a:pt x="722" y="1061"/>
                  </a:cubicBezTo>
                  <a:cubicBezTo>
                    <a:pt x="720" y="1072"/>
                    <a:pt x="720" y="1081"/>
                    <a:pt x="721" y="1090"/>
                  </a:cubicBezTo>
                  <a:cubicBezTo>
                    <a:pt x="726" y="1116"/>
                    <a:pt x="740" y="1140"/>
                    <a:pt x="749" y="1185"/>
                  </a:cubicBezTo>
                  <a:cubicBezTo>
                    <a:pt x="754" y="1217"/>
                    <a:pt x="789" y="1363"/>
                    <a:pt x="792" y="1379"/>
                  </a:cubicBezTo>
                  <a:cubicBezTo>
                    <a:pt x="792" y="1379"/>
                    <a:pt x="792" y="1379"/>
                    <a:pt x="792" y="1380"/>
                  </a:cubicBezTo>
                  <a:cubicBezTo>
                    <a:pt x="792" y="1381"/>
                    <a:pt x="793" y="1383"/>
                    <a:pt x="793" y="1384"/>
                  </a:cubicBezTo>
                  <a:cubicBezTo>
                    <a:pt x="793" y="1384"/>
                    <a:pt x="793" y="1385"/>
                    <a:pt x="793" y="1385"/>
                  </a:cubicBezTo>
                  <a:cubicBezTo>
                    <a:pt x="793" y="1387"/>
                    <a:pt x="794" y="1388"/>
                    <a:pt x="794" y="1389"/>
                  </a:cubicBezTo>
                  <a:cubicBezTo>
                    <a:pt x="794" y="1390"/>
                    <a:pt x="794" y="1390"/>
                    <a:pt x="794" y="1391"/>
                  </a:cubicBezTo>
                  <a:cubicBezTo>
                    <a:pt x="795" y="1392"/>
                    <a:pt x="795" y="1393"/>
                    <a:pt x="795" y="1395"/>
                  </a:cubicBezTo>
                  <a:cubicBezTo>
                    <a:pt x="795" y="1395"/>
                    <a:pt x="795" y="1396"/>
                    <a:pt x="796" y="1397"/>
                  </a:cubicBezTo>
                  <a:cubicBezTo>
                    <a:pt x="796" y="1397"/>
                    <a:pt x="796" y="1398"/>
                    <a:pt x="796" y="1399"/>
                  </a:cubicBezTo>
                  <a:cubicBezTo>
                    <a:pt x="796" y="1399"/>
                    <a:pt x="796" y="1399"/>
                    <a:pt x="796" y="1399"/>
                  </a:cubicBezTo>
                  <a:cubicBezTo>
                    <a:pt x="797" y="1403"/>
                    <a:pt x="798" y="1407"/>
                    <a:pt x="799" y="1409"/>
                  </a:cubicBezTo>
                  <a:cubicBezTo>
                    <a:pt x="799" y="1411"/>
                    <a:pt x="800" y="1413"/>
                    <a:pt x="800" y="1415"/>
                  </a:cubicBezTo>
                  <a:cubicBezTo>
                    <a:pt x="800" y="1415"/>
                    <a:pt x="800" y="1415"/>
                    <a:pt x="800" y="1415"/>
                  </a:cubicBezTo>
                  <a:cubicBezTo>
                    <a:pt x="800" y="1415"/>
                    <a:pt x="799" y="1438"/>
                    <a:pt x="788" y="1449"/>
                  </a:cubicBezTo>
                  <a:cubicBezTo>
                    <a:pt x="777" y="1460"/>
                    <a:pt x="766" y="1489"/>
                    <a:pt x="751" y="1503"/>
                  </a:cubicBezTo>
                  <a:cubicBezTo>
                    <a:pt x="736" y="1517"/>
                    <a:pt x="711" y="1550"/>
                    <a:pt x="729" y="1562"/>
                  </a:cubicBezTo>
                  <a:cubicBezTo>
                    <a:pt x="730" y="1562"/>
                    <a:pt x="731" y="1563"/>
                    <a:pt x="733" y="1563"/>
                  </a:cubicBezTo>
                  <a:cubicBezTo>
                    <a:pt x="750" y="1570"/>
                    <a:pt x="771" y="1547"/>
                    <a:pt x="776" y="1534"/>
                  </a:cubicBezTo>
                  <a:cubicBezTo>
                    <a:pt x="780" y="1522"/>
                    <a:pt x="789" y="1518"/>
                    <a:pt x="791" y="1517"/>
                  </a:cubicBezTo>
                  <a:cubicBezTo>
                    <a:pt x="791" y="1518"/>
                    <a:pt x="791" y="1521"/>
                    <a:pt x="791" y="1525"/>
                  </a:cubicBezTo>
                  <a:cubicBezTo>
                    <a:pt x="780" y="1604"/>
                    <a:pt x="780" y="1604"/>
                    <a:pt x="780" y="1604"/>
                  </a:cubicBezTo>
                  <a:cubicBezTo>
                    <a:pt x="777" y="1605"/>
                    <a:pt x="773" y="1605"/>
                    <a:pt x="769" y="1611"/>
                  </a:cubicBezTo>
                  <a:cubicBezTo>
                    <a:pt x="765" y="1616"/>
                    <a:pt x="737" y="1612"/>
                    <a:pt x="737" y="1634"/>
                  </a:cubicBezTo>
                  <a:cubicBezTo>
                    <a:pt x="737" y="1634"/>
                    <a:pt x="723" y="1647"/>
                    <a:pt x="734" y="1654"/>
                  </a:cubicBezTo>
                  <a:cubicBezTo>
                    <a:pt x="735" y="1654"/>
                    <a:pt x="735" y="1654"/>
                    <a:pt x="735" y="1654"/>
                  </a:cubicBezTo>
                  <a:cubicBezTo>
                    <a:pt x="735" y="1654"/>
                    <a:pt x="735" y="1654"/>
                    <a:pt x="735" y="1654"/>
                  </a:cubicBezTo>
                  <a:cubicBezTo>
                    <a:pt x="744" y="1655"/>
                    <a:pt x="744" y="1655"/>
                    <a:pt x="744" y="1655"/>
                  </a:cubicBezTo>
                  <a:cubicBezTo>
                    <a:pt x="743" y="1656"/>
                    <a:pt x="731" y="1664"/>
                    <a:pt x="740" y="1674"/>
                  </a:cubicBezTo>
                  <a:cubicBezTo>
                    <a:pt x="741" y="1674"/>
                    <a:pt x="742" y="1674"/>
                    <a:pt x="743" y="1675"/>
                  </a:cubicBezTo>
                  <a:cubicBezTo>
                    <a:pt x="748" y="1677"/>
                    <a:pt x="760" y="1675"/>
                    <a:pt x="764" y="1675"/>
                  </a:cubicBezTo>
                  <a:cubicBezTo>
                    <a:pt x="767" y="1675"/>
                    <a:pt x="769" y="1675"/>
                    <a:pt x="770" y="1675"/>
                  </a:cubicBezTo>
                  <a:cubicBezTo>
                    <a:pt x="770" y="1676"/>
                    <a:pt x="770" y="1683"/>
                    <a:pt x="776" y="1685"/>
                  </a:cubicBezTo>
                  <a:cubicBezTo>
                    <a:pt x="777" y="1686"/>
                    <a:pt x="778" y="1686"/>
                    <a:pt x="779" y="1686"/>
                  </a:cubicBezTo>
                  <a:cubicBezTo>
                    <a:pt x="779" y="1686"/>
                    <a:pt x="780" y="1686"/>
                    <a:pt x="780" y="1686"/>
                  </a:cubicBezTo>
                  <a:cubicBezTo>
                    <a:pt x="780" y="1686"/>
                    <a:pt x="781" y="1686"/>
                    <a:pt x="782" y="1686"/>
                  </a:cubicBezTo>
                  <a:cubicBezTo>
                    <a:pt x="782" y="1686"/>
                    <a:pt x="782" y="1686"/>
                    <a:pt x="782" y="1686"/>
                  </a:cubicBezTo>
                  <a:cubicBezTo>
                    <a:pt x="782" y="1686"/>
                    <a:pt x="783" y="1686"/>
                    <a:pt x="783" y="1686"/>
                  </a:cubicBezTo>
                  <a:cubicBezTo>
                    <a:pt x="783" y="1686"/>
                    <a:pt x="783" y="1686"/>
                    <a:pt x="783" y="1686"/>
                  </a:cubicBezTo>
                  <a:cubicBezTo>
                    <a:pt x="790" y="1685"/>
                    <a:pt x="797" y="1680"/>
                    <a:pt x="800" y="1677"/>
                  </a:cubicBezTo>
                  <a:cubicBezTo>
                    <a:pt x="800" y="1677"/>
                    <a:pt x="800" y="1676"/>
                    <a:pt x="800" y="1676"/>
                  </a:cubicBezTo>
                  <a:cubicBezTo>
                    <a:pt x="801" y="1676"/>
                    <a:pt x="801" y="1676"/>
                    <a:pt x="801" y="1676"/>
                  </a:cubicBezTo>
                  <a:cubicBezTo>
                    <a:pt x="801" y="1676"/>
                    <a:pt x="801" y="1676"/>
                    <a:pt x="801" y="1676"/>
                  </a:cubicBezTo>
                  <a:cubicBezTo>
                    <a:pt x="806" y="1672"/>
                    <a:pt x="821" y="1664"/>
                    <a:pt x="828" y="1654"/>
                  </a:cubicBezTo>
                  <a:cubicBezTo>
                    <a:pt x="835" y="1644"/>
                    <a:pt x="845" y="1643"/>
                    <a:pt x="853" y="1610"/>
                  </a:cubicBezTo>
                  <a:cubicBezTo>
                    <a:pt x="856" y="1594"/>
                    <a:pt x="869" y="1575"/>
                    <a:pt x="870" y="1562"/>
                  </a:cubicBezTo>
                  <a:cubicBezTo>
                    <a:pt x="871" y="1550"/>
                    <a:pt x="873" y="1538"/>
                    <a:pt x="870" y="1517"/>
                  </a:cubicBezTo>
                  <a:cubicBezTo>
                    <a:pt x="867" y="1497"/>
                    <a:pt x="877" y="1431"/>
                    <a:pt x="877" y="1431"/>
                  </a:cubicBezTo>
                  <a:cubicBezTo>
                    <a:pt x="877" y="1431"/>
                    <a:pt x="877" y="1428"/>
                    <a:pt x="877" y="1423"/>
                  </a:cubicBezTo>
                  <a:cubicBezTo>
                    <a:pt x="878" y="1411"/>
                    <a:pt x="876" y="1401"/>
                    <a:pt x="874" y="1396"/>
                  </a:cubicBezTo>
                  <a:close/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</p:grpSp>
      <p:grpSp>
        <p:nvGrpSpPr>
          <p:cNvPr id="64515" name="female-body-outline-front-view">
            <a:extLst>
              <a:ext uri="{FF2B5EF4-FFF2-40B4-BE49-F238E27FC236}">
                <a16:creationId xmlns:a16="http://schemas.microsoft.com/office/drawing/2014/main" id="{09AFD716-48B9-4241-B235-DD1B137DC78A}"/>
              </a:ext>
            </a:extLst>
          </p:cNvPr>
          <p:cNvGrpSpPr>
            <a:grpSpLocks/>
          </p:cNvGrpSpPr>
          <p:nvPr/>
        </p:nvGrpSpPr>
        <p:grpSpPr bwMode="auto">
          <a:xfrm>
            <a:off x="1966913" y="1217613"/>
            <a:ext cx="1055687" cy="3770312"/>
            <a:chOff x="279" y="712"/>
            <a:chExt cx="665" cy="2375"/>
          </a:xfrm>
        </p:grpSpPr>
        <p:sp>
          <p:nvSpPr>
            <p:cNvPr id="64534" name="Freeform 55">
              <a:extLst>
                <a:ext uri="{FF2B5EF4-FFF2-40B4-BE49-F238E27FC236}">
                  <a16:creationId xmlns:a16="http://schemas.microsoft.com/office/drawing/2014/main" id="{3AFFC92D-ABD0-47B3-871D-37B151BECF4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79" y="712"/>
              <a:ext cx="665" cy="2375"/>
            </a:xfrm>
            <a:custGeom>
              <a:avLst/>
              <a:gdLst>
                <a:gd name="T0" fmla="*/ 406 w 832"/>
                <a:gd name="T1" fmla="*/ 688 h 2981"/>
                <a:gd name="T2" fmla="*/ 393 w 832"/>
                <a:gd name="T3" fmla="*/ 464 h 2981"/>
                <a:gd name="T4" fmla="*/ 333 w 832"/>
                <a:gd name="T5" fmla="*/ 245 h 2981"/>
                <a:gd name="T6" fmla="*/ 288 w 832"/>
                <a:gd name="T7" fmla="*/ 233 h 2981"/>
                <a:gd name="T8" fmla="*/ 271 w 832"/>
                <a:gd name="T9" fmla="*/ 127 h 2981"/>
                <a:gd name="T10" fmla="*/ 275 w 832"/>
                <a:gd name="T11" fmla="*/ 100 h 2981"/>
                <a:gd name="T12" fmla="*/ 288 w 832"/>
                <a:gd name="T13" fmla="*/ 88 h 2981"/>
                <a:gd name="T14" fmla="*/ 280 w 832"/>
                <a:gd name="T15" fmla="*/ 49 h 2981"/>
                <a:gd name="T16" fmla="*/ 265 w 832"/>
                <a:gd name="T17" fmla="*/ 19 h 2981"/>
                <a:gd name="T18" fmla="*/ 235 w 832"/>
                <a:gd name="T19" fmla="*/ 7 h 2981"/>
                <a:gd name="T20" fmla="*/ 202 w 832"/>
                <a:gd name="T21" fmla="*/ 6 h 2981"/>
                <a:gd name="T22" fmla="*/ 146 w 832"/>
                <a:gd name="T23" fmla="*/ 33 h 2981"/>
                <a:gd name="T24" fmla="*/ 136 w 832"/>
                <a:gd name="T25" fmla="*/ 49 h 2981"/>
                <a:gd name="T26" fmla="*/ 133 w 832"/>
                <a:gd name="T27" fmla="*/ 73 h 2981"/>
                <a:gd name="T28" fmla="*/ 143 w 832"/>
                <a:gd name="T29" fmla="*/ 95 h 2981"/>
                <a:gd name="T30" fmla="*/ 149 w 832"/>
                <a:gd name="T31" fmla="*/ 103 h 2981"/>
                <a:gd name="T32" fmla="*/ 173 w 832"/>
                <a:gd name="T33" fmla="*/ 176 h 2981"/>
                <a:gd name="T34" fmla="*/ 102 w 832"/>
                <a:gd name="T35" fmla="*/ 241 h 2981"/>
                <a:gd name="T36" fmla="*/ 41 w 832"/>
                <a:gd name="T37" fmla="*/ 379 h 2981"/>
                <a:gd name="T38" fmla="*/ 18 w 832"/>
                <a:gd name="T39" fmla="*/ 631 h 2981"/>
                <a:gd name="T40" fmla="*/ 2 w 832"/>
                <a:gd name="T41" fmla="*/ 809 h 2981"/>
                <a:gd name="T42" fmla="*/ 18 w 832"/>
                <a:gd name="T43" fmla="*/ 848 h 2981"/>
                <a:gd name="T44" fmla="*/ 53 w 832"/>
                <a:gd name="T45" fmla="*/ 854 h 2981"/>
                <a:gd name="T46" fmla="*/ 56 w 832"/>
                <a:gd name="T47" fmla="*/ 841 h 2981"/>
                <a:gd name="T48" fmla="*/ 48 w 832"/>
                <a:gd name="T49" fmla="*/ 754 h 2981"/>
                <a:gd name="T50" fmla="*/ 98 w 832"/>
                <a:gd name="T51" fmla="*/ 911 h 2981"/>
                <a:gd name="T52" fmla="*/ 134 w 832"/>
                <a:gd name="T53" fmla="*/ 1263 h 2981"/>
                <a:gd name="T54" fmla="*/ 148 w 832"/>
                <a:gd name="T55" fmla="*/ 1441 h 2981"/>
                <a:gd name="T56" fmla="*/ 134 w 832"/>
                <a:gd name="T57" fmla="*/ 1497 h 2981"/>
                <a:gd name="T58" fmla="*/ 194 w 832"/>
                <a:gd name="T59" fmla="*/ 1500 h 2981"/>
                <a:gd name="T60" fmla="*/ 209 w 832"/>
                <a:gd name="T61" fmla="*/ 1429 h 2981"/>
                <a:gd name="T62" fmla="*/ 195 w 832"/>
                <a:gd name="T63" fmla="*/ 1334 h 2981"/>
                <a:gd name="T64" fmla="*/ 205 w 832"/>
                <a:gd name="T65" fmla="*/ 1001 h 2981"/>
                <a:gd name="T66" fmla="*/ 205 w 832"/>
                <a:gd name="T67" fmla="*/ 798 h 2981"/>
                <a:gd name="T68" fmla="*/ 221 w 832"/>
                <a:gd name="T69" fmla="*/ 798 h 2981"/>
                <a:gd name="T70" fmla="*/ 220 w 832"/>
                <a:gd name="T71" fmla="*/ 1001 h 2981"/>
                <a:gd name="T72" fmla="*/ 230 w 832"/>
                <a:gd name="T73" fmla="*/ 1334 h 2981"/>
                <a:gd name="T74" fmla="*/ 216 w 832"/>
                <a:gd name="T75" fmla="*/ 1429 h 2981"/>
                <a:gd name="T76" fmla="*/ 230 w 832"/>
                <a:gd name="T77" fmla="*/ 1495 h 2981"/>
                <a:gd name="T78" fmla="*/ 291 w 832"/>
                <a:gd name="T79" fmla="*/ 1497 h 2981"/>
                <a:gd name="T80" fmla="*/ 277 w 832"/>
                <a:gd name="T81" fmla="*/ 1441 h 2981"/>
                <a:gd name="T82" fmla="*/ 291 w 832"/>
                <a:gd name="T83" fmla="*/ 1265 h 2981"/>
                <a:gd name="T84" fmla="*/ 329 w 832"/>
                <a:gd name="T85" fmla="*/ 898 h 2981"/>
                <a:gd name="T86" fmla="*/ 377 w 832"/>
                <a:gd name="T87" fmla="*/ 754 h 2981"/>
                <a:gd name="T88" fmla="*/ 369 w 832"/>
                <a:gd name="T89" fmla="*/ 841 h 2981"/>
                <a:gd name="T90" fmla="*/ 373 w 832"/>
                <a:gd name="T91" fmla="*/ 854 h 2981"/>
                <a:gd name="T92" fmla="*/ 406 w 832"/>
                <a:gd name="T93" fmla="*/ 848 h 2981"/>
                <a:gd name="T94" fmla="*/ 424 w 832"/>
                <a:gd name="T95" fmla="*/ 809 h 2981"/>
                <a:gd name="T96" fmla="*/ 79 w 832"/>
                <a:gd name="T97" fmla="*/ 527 h 2981"/>
                <a:gd name="T98" fmla="*/ 94 w 832"/>
                <a:gd name="T99" fmla="*/ 529 h 2981"/>
                <a:gd name="T100" fmla="*/ 330 w 832"/>
                <a:gd name="T101" fmla="*/ 449 h 2981"/>
                <a:gd name="T102" fmla="*/ 333 w 832"/>
                <a:gd name="T103" fmla="*/ 527 h 2981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0" t="0" r="r" b="b"/>
              <a:pathLst>
                <a:path w="832" h="2981">
                  <a:moveTo>
                    <a:pt x="829" y="1600"/>
                  </a:moveTo>
                  <a:cubicBezTo>
                    <a:pt x="826" y="1594"/>
                    <a:pt x="820" y="1547"/>
                    <a:pt x="813" y="1520"/>
                  </a:cubicBezTo>
                  <a:cubicBezTo>
                    <a:pt x="807" y="1498"/>
                    <a:pt x="792" y="1402"/>
                    <a:pt x="796" y="1359"/>
                  </a:cubicBezTo>
                  <a:cubicBezTo>
                    <a:pt x="798" y="1324"/>
                    <a:pt x="793" y="1272"/>
                    <a:pt x="794" y="1249"/>
                  </a:cubicBezTo>
                  <a:cubicBezTo>
                    <a:pt x="795" y="1120"/>
                    <a:pt x="787" y="1053"/>
                    <a:pt x="782" y="1029"/>
                  </a:cubicBezTo>
                  <a:cubicBezTo>
                    <a:pt x="777" y="1005"/>
                    <a:pt x="770" y="971"/>
                    <a:pt x="770" y="919"/>
                  </a:cubicBezTo>
                  <a:cubicBezTo>
                    <a:pt x="770" y="867"/>
                    <a:pt x="756" y="798"/>
                    <a:pt x="752" y="748"/>
                  </a:cubicBezTo>
                  <a:cubicBezTo>
                    <a:pt x="750" y="720"/>
                    <a:pt x="738" y="682"/>
                    <a:pt x="732" y="643"/>
                  </a:cubicBezTo>
                  <a:cubicBezTo>
                    <a:pt x="727" y="605"/>
                    <a:pt x="676" y="494"/>
                    <a:pt x="653" y="486"/>
                  </a:cubicBezTo>
                  <a:cubicBezTo>
                    <a:pt x="647" y="484"/>
                    <a:pt x="638" y="478"/>
                    <a:pt x="632" y="477"/>
                  </a:cubicBezTo>
                  <a:cubicBezTo>
                    <a:pt x="623" y="475"/>
                    <a:pt x="618" y="471"/>
                    <a:pt x="610" y="470"/>
                  </a:cubicBezTo>
                  <a:cubicBezTo>
                    <a:pt x="592" y="467"/>
                    <a:pt x="577" y="464"/>
                    <a:pt x="563" y="460"/>
                  </a:cubicBezTo>
                  <a:cubicBezTo>
                    <a:pt x="535" y="451"/>
                    <a:pt x="486" y="404"/>
                    <a:pt x="497" y="351"/>
                  </a:cubicBezTo>
                  <a:cubicBezTo>
                    <a:pt x="514" y="339"/>
                    <a:pt x="513" y="316"/>
                    <a:pt x="517" y="305"/>
                  </a:cubicBezTo>
                  <a:cubicBezTo>
                    <a:pt x="521" y="294"/>
                    <a:pt x="527" y="265"/>
                    <a:pt x="530" y="251"/>
                  </a:cubicBezTo>
                  <a:cubicBezTo>
                    <a:pt x="533" y="240"/>
                    <a:pt x="536" y="225"/>
                    <a:pt x="539" y="211"/>
                  </a:cubicBezTo>
                  <a:cubicBezTo>
                    <a:pt x="540" y="209"/>
                    <a:pt x="540" y="209"/>
                    <a:pt x="540" y="209"/>
                  </a:cubicBezTo>
                  <a:cubicBezTo>
                    <a:pt x="539" y="206"/>
                    <a:pt x="539" y="202"/>
                    <a:pt x="538" y="198"/>
                  </a:cubicBezTo>
                  <a:cubicBezTo>
                    <a:pt x="541" y="196"/>
                    <a:pt x="544" y="195"/>
                    <a:pt x="544" y="195"/>
                  </a:cubicBezTo>
                  <a:cubicBezTo>
                    <a:pt x="548" y="195"/>
                    <a:pt x="548" y="189"/>
                    <a:pt x="552" y="187"/>
                  </a:cubicBezTo>
                  <a:cubicBezTo>
                    <a:pt x="557" y="186"/>
                    <a:pt x="563" y="178"/>
                    <a:pt x="564" y="173"/>
                  </a:cubicBezTo>
                  <a:cubicBezTo>
                    <a:pt x="566" y="162"/>
                    <a:pt x="558" y="160"/>
                    <a:pt x="559" y="150"/>
                  </a:cubicBezTo>
                  <a:cubicBezTo>
                    <a:pt x="560" y="146"/>
                    <a:pt x="562" y="142"/>
                    <a:pt x="562" y="137"/>
                  </a:cubicBezTo>
                  <a:cubicBezTo>
                    <a:pt x="561" y="125"/>
                    <a:pt x="555" y="108"/>
                    <a:pt x="548" y="97"/>
                  </a:cubicBezTo>
                  <a:cubicBezTo>
                    <a:pt x="541" y="85"/>
                    <a:pt x="547" y="89"/>
                    <a:pt x="548" y="75"/>
                  </a:cubicBezTo>
                  <a:cubicBezTo>
                    <a:pt x="549" y="64"/>
                    <a:pt x="543" y="57"/>
                    <a:pt x="536" y="49"/>
                  </a:cubicBezTo>
                  <a:cubicBezTo>
                    <a:pt x="530" y="43"/>
                    <a:pt x="525" y="42"/>
                    <a:pt x="519" y="38"/>
                  </a:cubicBezTo>
                  <a:cubicBezTo>
                    <a:pt x="517" y="37"/>
                    <a:pt x="517" y="37"/>
                    <a:pt x="514" y="36"/>
                  </a:cubicBezTo>
                  <a:cubicBezTo>
                    <a:pt x="506" y="30"/>
                    <a:pt x="503" y="21"/>
                    <a:pt x="492" y="17"/>
                  </a:cubicBezTo>
                  <a:cubicBezTo>
                    <a:pt x="481" y="12"/>
                    <a:pt x="472" y="17"/>
                    <a:pt x="461" y="14"/>
                  </a:cubicBezTo>
                  <a:cubicBezTo>
                    <a:pt x="447" y="10"/>
                    <a:pt x="435" y="0"/>
                    <a:pt x="420" y="8"/>
                  </a:cubicBezTo>
                  <a:cubicBezTo>
                    <a:pt x="418" y="9"/>
                    <a:pt x="416" y="13"/>
                    <a:pt x="414" y="13"/>
                  </a:cubicBezTo>
                  <a:cubicBezTo>
                    <a:pt x="409" y="15"/>
                    <a:pt x="401" y="12"/>
                    <a:pt x="396" y="11"/>
                  </a:cubicBezTo>
                  <a:cubicBezTo>
                    <a:pt x="383" y="11"/>
                    <a:pt x="373" y="16"/>
                    <a:pt x="361" y="19"/>
                  </a:cubicBezTo>
                  <a:cubicBezTo>
                    <a:pt x="348" y="23"/>
                    <a:pt x="323" y="31"/>
                    <a:pt x="321" y="47"/>
                  </a:cubicBezTo>
                  <a:cubicBezTo>
                    <a:pt x="307" y="44"/>
                    <a:pt x="288" y="50"/>
                    <a:pt x="286" y="66"/>
                  </a:cubicBezTo>
                  <a:cubicBezTo>
                    <a:pt x="286" y="70"/>
                    <a:pt x="288" y="75"/>
                    <a:pt x="286" y="79"/>
                  </a:cubicBezTo>
                  <a:cubicBezTo>
                    <a:pt x="285" y="81"/>
                    <a:pt x="281" y="81"/>
                    <a:pt x="279" y="82"/>
                  </a:cubicBezTo>
                  <a:cubicBezTo>
                    <a:pt x="274" y="86"/>
                    <a:pt x="270" y="90"/>
                    <a:pt x="267" y="95"/>
                  </a:cubicBezTo>
                  <a:cubicBezTo>
                    <a:pt x="261" y="106"/>
                    <a:pt x="262" y="118"/>
                    <a:pt x="266" y="129"/>
                  </a:cubicBezTo>
                  <a:cubicBezTo>
                    <a:pt x="268" y="135"/>
                    <a:pt x="269" y="134"/>
                    <a:pt x="267" y="138"/>
                  </a:cubicBezTo>
                  <a:cubicBezTo>
                    <a:pt x="267" y="139"/>
                    <a:pt x="263" y="142"/>
                    <a:pt x="262" y="143"/>
                  </a:cubicBezTo>
                  <a:cubicBezTo>
                    <a:pt x="260" y="147"/>
                    <a:pt x="261" y="153"/>
                    <a:pt x="261" y="156"/>
                  </a:cubicBezTo>
                  <a:cubicBezTo>
                    <a:pt x="262" y="164"/>
                    <a:pt x="264" y="171"/>
                    <a:pt x="271" y="175"/>
                  </a:cubicBezTo>
                  <a:cubicBezTo>
                    <a:pt x="265" y="183"/>
                    <a:pt x="276" y="184"/>
                    <a:pt x="280" y="187"/>
                  </a:cubicBezTo>
                  <a:cubicBezTo>
                    <a:pt x="280" y="187"/>
                    <a:pt x="286" y="191"/>
                    <a:pt x="285" y="191"/>
                  </a:cubicBezTo>
                  <a:cubicBezTo>
                    <a:pt x="286" y="191"/>
                    <a:pt x="289" y="194"/>
                    <a:pt x="292" y="196"/>
                  </a:cubicBezTo>
                  <a:cubicBezTo>
                    <a:pt x="292" y="198"/>
                    <a:pt x="293" y="201"/>
                    <a:pt x="293" y="203"/>
                  </a:cubicBezTo>
                  <a:cubicBezTo>
                    <a:pt x="297" y="219"/>
                    <a:pt x="299" y="236"/>
                    <a:pt x="302" y="251"/>
                  </a:cubicBezTo>
                  <a:cubicBezTo>
                    <a:pt x="305" y="265"/>
                    <a:pt x="312" y="294"/>
                    <a:pt x="316" y="305"/>
                  </a:cubicBezTo>
                  <a:cubicBezTo>
                    <a:pt x="319" y="316"/>
                    <a:pt x="324" y="340"/>
                    <a:pt x="339" y="349"/>
                  </a:cubicBezTo>
                  <a:cubicBezTo>
                    <a:pt x="358" y="395"/>
                    <a:pt x="297" y="451"/>
                    <a:pt x="269" y="460"/>
                  </a:cubicBezTo>
                  <a:cubicBezTo>
                    <a:pt x="255" y="464"/>
                    <a:pt x="240" y="467"/>
                    <a:pt x="223" y="470"/>
                  </a:cubicBezTo>
                  <a:cubicBezTo>
                    <a:pt x="215" y="471"/>
                    <a:pt x="209" y="474"/>
                    <a:pt x="200" y="476"/>
                  </a:cubicBezTo>
                  <a:cubicBezTo>
                    <a:pt x="194" y="477"/>
                    <a:pt x="186" y="483"/>
                    <a:pt x="181" y="485"/>
                  </a:cubicBezTo>
                  <a:cubicBezTo>
                    <a:pt x="153" y="496"/>
                    <a:pt x="105" y="599"/>
                    <a:pt x="99" y="637"/>
                  </a:cubicBezTo>
                  <a:cubicBezTo>
                    <a:pt x="93" y="675"/>
                    <a:pt x="83" y="721"/>
                    <a:pt x="80" y="749"/>
                  </a:cubicBezTo>
                  <a:cubicBezTo>
                    <a:pt x="76" y="799"/>
                    <a:pt x="62" y="867"/>
                    <a:pt x="63" y="919"/>
                  </a:cubicBezTo>
                  <a:cubicBezTo>
                    <a:pt x="63" y="971"/>
                    <a:pt x="56" y="1005"/>
                    <a:pt x="51" y="1029"/>
                  </a:cubicBezTo>
                  <a:cubicBezTo>
                    <a:pt x="46" y="1053"/>
                    <a:pt x="35" y="1117"/>
                    <a:pt x="36" y="1247"/>
                  </a:cubicBezTo>
                  <a:cubicBezTo>
                    <a:pt x="37" y="1270"/>
                    <a:pt x="36" y="1332"/>
                    <a:pt x="38" y="1367"/>
                  </a:cubicBezTo>
                  <a:cubicBezTo>
                    <a:pt x="42" y="1410"/>
                    <a:pt x="25" y="1498"/>
                    <a:pt x="20" y="1520"/>
                  </a:cubicBezTo>
                  <a:cubicBezTo>
                    <a:pt x="13" y="1547"/>
                    <a:pt x="7" y="1594"/>
                    <a:pt x="3" y="1600"/>
                  </a:cubicBezTo>
                  <a:cubicBezTo>
                    <a:pt x="0" y="1607"/>
                    <a:pt x="7" y="1615"/>
                    <a:pt x="10" y="1622"/>
                  </a:cubicBezTo>
                  <a:cubicBezTo>
                    <a:pt x="13" y="1629"/>
                    <a:pt x="13" y="1636"/>
                    <a:pt x="17" y="1646"/>
                  </a:cubicBezTo>
                  <a:cubicBezTo>
                    <a:pt x="20" y="1653"/>
                    <a:pt x="31" y="1668"/>
                    <a:pt x="36" y="1677"/>
                  </a:cubicBezTo>
                  <a:cubicBezTo>
                    <a:pt x="42" y="1686"/>
                    <a:pt x="62" y="1696"/>
                    <a:pt x="79" y="1702"/>
                  </a:cubicBezTo>
                  <a:cubicBezTo>
                    <a:pt x="90" y="1706"/>
                    <a:pt x="112" y="1718"/>
                    <a:pt x="114" y="1713"/>
                  </a:cubicBezTo>
                  <a:cubicBezTo>
                    <a:pt x="118" y="1701"/>
                    <a:pt x="110" y="1694"/>
                    <a:pt x="102" y="1689"/>
                  </a:cubicBezTo>
                  <a:cubicBezTo>
                    <a:pt x="96" y="1686"/>
                    <a:pt x="112" y="1696"/>
                    <a:pt x="115" y="1686"/>
                  </a:cubicBezTo>
                  <a:cubicBezTo>
                    <a:pt x="116" y="1682"/>
                    <a:pt x="116" y="1681"/>
                    <a:pt x="114" y="1676"/>
                  </a:cubicBezTo>
                  <a:cubicBezTo>
                    <a:pt x="115" y="1669"/>
                    <a:pt x="114" y="1669"/>
                    <a:pt x="110" y="1664"/>
                  </a:cubicBezTo>
                  <a:cubicBezTo>
                    <a:pt x="118" y="1661"/>
                    <a:pt x="116" y="1631"/>
                    <a:pt x="109" y="1612"/>
                  </a:cubicBezTo>
                  <a:cubicBezTo>
                    <a:pt x="110" y="1600"/>
                    <a:pt x="118" y="1566"/>
                    <a:pt x="102" y="1535"/>
                  </a:cubicBezTo>
                  <a:cubicBezTo>
                    <a:pt x="93" y="1520"/>
                    <a:pt x="93" y="1503"/>
                    <a:pt x="94" y="1493"/>
                  </a:cubicBezTo>
                  <a:cubicBezTo>
                    <a:pt x="91" y="1481"/>
                    <a:pt x="96" y="1435"/>
                    <a:pt x="104" y="1386"/>
                  </a:cubicBezTo>
                  <a:cubicBezTo>
                    <a:pt x="107" y="1433"/>
                    <a:pt x="125" y="1485"/>
                    <a:pt x="134" y="1572"/>
                  </a:cubicBezTo>
                  <a:cubicBezTo>
                    <a:pt x="142" y="1654"/>
                    <a:pt x="170" y="1711"/>
                    <a:pt x="191" y="1802"/>
                  </a:cubicBezTo>
                  <a:cubicBezTo>
                    <a:pt x="209" y="1883"/>
                    <a:pt x="233" y="1978"/>
                    <a:pt x="230" y="2043"/>
                  </a:cubicBezTo>
                  <a:cubicBezTo>
                    <a:pt x="227" y="2104"/>
                    <a:pt x="229" y="2131"/>
                    <a:pt x="240" y="2173"/>
                  </a:cubicBezTo>
                  <a:cubicBezTo>
                    <a:pt x="249" y="2211"/>
                    <a:pt x="244" y="2387"/>
                    <a:pt x="263" y="2496"/>
                  </a:cubicBezTo>
                  <a:cubicBezTo>
                    <a:pt x="282" y="2605"/>
                    <a:pt x="286" y="2679"/>
                    <a:pt x="292" y="2705"/>
                  </a:cubicBezTo>
                  <a:cubicBezTo>
                    <a:pt x="304" y="2762"/>
                    <a:pt x="293" y="2769"/>
                    <a:pt x="298" y="2797"/>
                  </a:cubicBezTo>
                  <a:cubicBezTo>
                    <a:pt x="303" y="2826"/>
                    <a:pt x="304" y="2822"/>
                    <a:pt x="289" y="2850"/>
                  </a:cubicBezTo>
                  <a:cubicBezTo>
                    <a:pt x="276" y="2869"/>
                    <a:pt x="255" y="2908"/>
                    <a:pt x="248" y="2916"/>
                  </a:cubicBezTo>
                  <a:cubicBezTo>
                    <a:pt x="241" y="2925"/>
                    <a:pt x="244" y="2934"/>
                    <a:pt x="248" y="2939"/>
                  </a:cubicBezTo>
                  <a:cubicBezTo>
                    <a:pt x="242" y="2953"/>
                    <a:pt x="258" y="2960"/>
                    <a:pt x="263" y="2960"/>
                  </a:cubicBezTo>
                  <a:cubicBezTo>
                    <a:pt x="261" y="2976"/>
                    <a:pt x="290" y="2974"/>
                    <a:pt x="297" y="2967"/>
                  </a:cubicBezTo>
                  <a:cubicBezTo>
                    <a:pt x="305" y="2976"/>
                    <a:pt x="327" y="2976"/>
                    <a:pt x="336" y="2965"/>
                  </a:cubicBezTo>
                  <a:cubicBezTo>
                    <a:pt x="350" y="2977"/>
                    <a:pt x="372" y="2981"/>
                    <a:pt x="380" y="2967"/>
                  </a:cubicBezTo>
                  <a:cubicBezTo>
                    <a:pt x="394" y="2945"/>
                    <a:pt x="407" y="2931"/>
                    <a:pt x="406" y="2915"/>
                  </a:cubicBezTo>
                  <a:cubicBezTo>
                    <a:pt x="404" y="2899"/>
                    <a:pt x="407" y="2894"/>
                    <a:pt x="411" y="2875"/>
                  </a:cubicBezTo>
                  <a:cubicBezTo>
                    <a:pt x="414" y="2856"/>
                    <a:pt x="417" y="2841"/>
                    <a:pt x="410" y="2827"/>
                  </a:cubicBezTo>
                  <a:cubicBezTo>
                    <a:pt x="403" y="2813"/>
                    <a:pt x="402" y="2807"/>
                    <a:pt x="402" y="2793"/>
                  </a:cubicBezTo>
                  <a:cubicBezTo>
                    <a:pt x="402" y="2779"/>
                    <a:pt x="407" y="2758"/>
                    <a:pt x="399" y="2741"/>
                  </a:cubicBezTo>
                  <a:cubicBezTo>
                    <a:pt x="390" y="2723"/>
                    <a:pt x="380" y="2682"/>
                    <a:pt x="381" y="2637"/>
                  </a:cubicBezTo>
                  <a:cubicBezTo>
                    <a:pt x="383" y="2592"/>
                    <a:pt x="416" y="2338"/>
                    <a:pt x="402" y="2252"/>
                  </a:cubicBezTo>
                  <a:cubicBezTo>
                    <a:pt x="388" y="2165"/>
                    <a:pt x="393" y="2147"/>
                    <a:pt x="397" y="2118"/>
                  </a:cubicBezTo>
                  <a:cubicBezTo>
                    <a:pt x="400" y="2088"/>
                    <a:pt x="409" y="2040"/>
                    <a:pt x="401" y="1978"/>
                  </a:cubicBezTo>
                  <a:cubicBezTo>
                    <a:pt x="398" y="1954"/>
                    <a:pt x="399" y="1853"/>
                    <a:pt x="400" y="1751"/>
                  </a:cubicBezTo>
                  <a:cubicBezTo>
                    <a:pt x="400" y="1685"/>
                    <a:pt x="419" y="1598"/>
                    <a:pt x="401" y="1580"/>
                  </a:cubicBezTo>
                  <a:cubicBezTo>
                    <a:pt x="401" y="1579"/>
                    <a:pt x="401" y="1579"/>
                    <a:pt x="401" y="1579"/>
                  </a:cubicBezTo>
                  <a:cubicBezTo>
                    <a:pt x="406" y="1581"/>
                    <a:pt x="410" y="1582"/>
                    <a:pt x="415" y="1582"/>
                  </a:cubicBezTo>
                  <a:cubicBezTo>
                    <a:pt x="416" y="1582"/>
                    <a:pt x="416" y="1582"/>
                    <a:pt x="416" y="1582"/>
                  </a:cubicBezTo>
                  <a:cubicBezTo>
                    <a:pt x="421" y="1582"/>
                    <a:pt x="427" y="1581"/>
                    <a:pt x="433" y="1578"/>
                  </a:cubicBezTo>
                  <a:cubicBezTo>
                    <a:pt x="431" y="1580"/>
                    <a:pt x="431" y="1580"/>
                    <a:pt x="431" y="1580"/>
                  </a:cubicBezTo>
                  <a:cubicBezTo>
                    <a:pt x="414" y="1598"/>
                    <a:pt x="432" y="1685"/>
                    <a:pt x="433" y="1751"/>
                  </a:cubicBezTo>
                  <a:cubicBezTo>
                    <a:pt x="433" y="1853"/>
                    <a:pt x="434" y="1954"/>
                    <a:pt x="431" y="1978"/>
                  </a:cubicBezTo>
                  <a:cubicBezTo>
                    <a:pt x="423" y="2040"/>
                    <a:pt x="432" y="2088"/>
                    <a:pt x="436" y="2118"/>
                  </a:cubicBezTo>
                  <a:cubicBezTo>
                    <a:pt x="439" y="2147"/>
                    <a:pt x="444" y="2165"/>
                    <a:pt x="430" y="2252"/>
                  </a:cubicBezTo>
                  <a:cubicBezTo>
                    <a:pt x="416" y="2338"/>
                    <a:pt x="449" y="2592"/>
                    <a:pt x="451" y="2637"/>
                  </a:cubicBezTo>
                  <a:cubicBezTo>
                    <a:pt x="453" y="2682"/>
                    <a:pt x="442" y="2723"/>
                    <a:pt x="434" y="2741"/>
                  </a:cubicBezTo>
                  <a:cubicBezTo>
                    <a:pt x="425" y="2758"/>
                    <a:pt x="430" y="2779"/>
                    <a:pt x="430" y="2793"/>
                  </a:cubicBezTo>
                  <a:cubicBezTo>
                    <a:pt x="430" y="2807"/>
                    <a:pt x="430" y="2813"/>
                    <a:pt x="423" y="2827"/>
                  </a:cubicBezTo>
                  <a:cubicBezTo>
                    <a:pt x="416" y="2841"/>
                    <a:pt x="418" y="2856"/>
                    <a:pt x="422" y="2875"/>
                  </a:cubicBezTo>
                  <a:cubicBezTo>
                    <a:pt x="425" y="2894"/>
                    <a:pt x="429" y="2899"/>
                    <a:pt x="427" y="2915"/>
                  </a:cubicBezTo>
                  <a:cubicBezTo>
                    <a:pt x="425" y="2931"/>
                    <a:pt x="437" y="2939"/>
                    <a:pt x="450" y="2956"/>
                  </a:cubicBezTo>
                  <a:cubicBezTo>
                    <a:pt x="467" y="2979"/>
                    <a:pt x="483" y="2977"/>
                    <a:pt x="496" y="2965"/>
                  </a:cubicBezTo>
                  <a:cubicBezTo>
                    <a:pt x="505" y="2976"/>
                    <a:pt x="527" y="2976"/>
                    <a:pt x="535" y="2967"/>
                  </a:cubicBezTo>
                  <a:cubicBezTo>
                    <a:pt x="542" y="2974"/>
                    <a:pt x="571" y="2976"/>
                    <a:pt x="570" y="2960"/>
                  </a:cubicBezTo>
                  <a:cubicBezTo>
                    <a:pt x="575" y="2960"/>
                    <a:pt x="590" y="2953"/>
                    <a:pt x="585" y="2939"/>
                  </a:cubicBezTo>
                  <a:cubicBezTo>
                    <a:pt x="588" y="2934"/>
                    <a:pt x="592" y="2925"/>
                    <a:pt x="585" y="2916"/>
                  </a:cubicBezTo>
                  <a:cubicBezTo>
                    <a:pt x="578" y="2908"/>
                    <a:pt x="556" y="2869"/>
                    <a:pt x="543" y="2850"/>
                  </a:cubicBezTo>
                  <a:cubicBezTo>
                    <a:pt x="528" y="2822"/>
                    <a:pt x="529" y="2826"/>
                    <a:pt x="534" y="2797"/>
                  </a:cubicBezTo>
                  <a:cubicBezTo>
                    <a:pt x="539" y="2769"/>
                    <a:pt x="528" y="2762"/>
                    <a:pt x="541" y="2705"/>
                  </a:cubicBezTo>
                  <a:cubicBezTo>
                    <a:pt x="546" y="2679"/>
                    <a:pt x="552" y="2613"/>
                    <a:pt x="570" y="2502"/>
                  </a:cubicBezTo>
                  <a:cubicBezTo>
                    <a:pt x="588" y="2389"/>
                    <a:pt x="590" y="2212"/>
                    <a:pt x="593" y="2173"/>
                  </a:cubicBezTo>
                  <a:cubicBezTo>
                    <a:pt x="596" y="2134"/>
                    <a:pt x="608" y="2096"/>
                    <a:pt x="606" y="2028"/>
                  </a:cubicBezTo>
                  <a:cubicBezTo>
                    <a:pt x="603" y="1967"/>
                    <a:pt x="628" y="1856"/>
                    <a:pt x="646" y="1775"/>
                  </a:cubicBezTo>
                  <a:cubicBezTo>
                    <a:pt x="667" y="1684"/>
                    <a:pt x="698" y="1655"/>
                    <a:pt x="707" y="1573"/>
                  </a:cubicBezTo>
                  <a:cubicBezTo>
                    <a:pt x="714" y="1505"/>
                    <a:pt x="726" y="1456"/>
                    <a:pt x="732" y="1413"/>
                  </a:cubicBezTo>
                  <a:cubicBezTo>
                    <a:pt x="738" y="1452"/>
                    <a:pt x="741" y="1483"/>
                    <a:pt x="739" y="1493"/>
                  </a:cubicBezTo>
                  <a:cubicBezTo>
                    <a:pt x="739" y="1503"/>
                    <a:pt x="737" y="1518"/>
                    <a:pt x="731" y="1535"/>
                  </a:cubicBezTo>
                  <a:cubicBezTo>
                    <a:pt x="722" y="1562"/>
                    <a:pt x="723" y="1600"/>
                    <a:pt x="724" y="1612"/>
                  </a:cubicBezTo>
                  <a:cubicBezTo>
                    <a:pt x="721" y="1628"/>
                    <a:pt x="715" y="1661"/>
                    <a:pt x="723" y="1664"/>
                  </a:cubicBezTo>
                  <a:cubicBezTo>
                    <a:pt x="719" y="1669"/>
                    <a:pt x="717" y="1669"/>
                    <a:pt x="719" y="1676"/>
                  </a:cubicBezTo>
                  <a:cubicBezTo>
                    <a:pt x="717" y="1681"/>
                    <a:pt x="716" y="1682"/>
                    <a:pt x="718" y="1686"/>
                  </a:cubicBezTo>
                  <a:cubicBezTo>
                    <a:pt x="721" y="1696"/>
                    <a:pt x="736" y="1686"/>
                    <a:pt x="731" y="1689"/>
                  </a:cubicBezTo>
                  <a:cubicBezTo>
                    <a:pt x="722" y="1694"/>
                    <a:pt x="715" y="1701"/>
                    <a:pt x="719" y="1713"/>
                  </a:cubicBezTo>
                  <a:cubicBezTo>
                    <a:pt x="721" y="1718"/>
                    <a:pt x="742" y="1706"/>
                    <a:pt x="753" y="1702"/>
                  </a:cubicBezTo>
                  <a:cubicBezTo>
                    <a:pt x="770" y="1696"/>
                    <a:pt x="791" y="1686"/>
                    <a:pt x="796" y="1677"/>
                  </a:cubicBezTo>
                  <a:cubicBezTo>
                    <a:pt x="801" y="1668"/>
                    <a:pt x="812" y="1653"/>
                    <a:pt x="815" y="1646"/>
                  </a:cubicBezTo>
                  <a:cubicBezTo>
                    <a:pt x="820" y="1636"/>
                    <a:pt x="819" y="1629"/>
                    <a:pt x="822" y="1622"/>
                  </a:cubicBezTo>
                  <a:cubicBezTo>
                    <a:pt x="826" y="1615"/>
                    <a:pt x="832" y="1607"/>
                    <a:pt x="829" y="1600"/>
                  </a:cubicBezTo>
                  <a:close/>
                  <a:moveTo>
                    <a:pt x="185" y="1045"/>
                  </a:moveTo>
                  <a:cubicBezTo>
                    <a:pt x="186" y="1073"/>
                    <a:pt x="168" y="1110"/>
                    <a:pt x="152" y="1139"/>
                  </a:cubicBezTo>
                  <a:cubicBezTo>
                    <a:pt x="156" y="1090"/>
                    <a:pt x="153" y="1054"/>
                    <a:pt x="155" y="1043"/>
                  </a:cubicBezTo>
                  <a:cubicBezTo>
                    <a:pt x="159" y="1025"/>
                    <a:pt x="179" y="931"/>
                    <a:pt x="185" y="888"/>
                  </a:cubicBezTo>
                  <a:cubicBezTo>
                    <a:pt x="186" y="889"/>
                    <a:pt x="186" y="889"/>
                    <a:pt x="186" y="889"/>
                  </a:cubicBezTo>
                  <a:cubicBezTo>
                    <a:pt x="180" y="948"/>
                    <a:pt x="184" y="1018"/>
                    <a:pt x="185" y="1045"/>
                  </a:cubicBezTo>
                  <a:close/>
                  <a:moveTo>
                    <a:pt x="651" y="1043"/>
                  </a:moveTo>
                  <a:cubicBezTo>
                    <a:pt x="652" y="1018"/>
                    <a:pt x="650" y="985"/>
                    <a:pt x="654" y="932"/>
                  </a:cubicBezTo>
                  <a:cubicBezTo>
                    <a:pt x="647" y="887"/>
                    <a:pt x="647" y="887"/>
                    <a:pt x="647" y="887"/>
                  </a:cubicBezTo>
                  <a:cubicBezTo>
                    <a:pt x="653" y="929"/>
                    <a:pt x="674" y="1025"/>
                    <a:pt x="677" y="1043"/>
                  </a:cubicBezTo>
                  <a:cubicBezTo>
                    <a:pt x="679" y="1054"/>
                    <a:pt x="677" y="1090"/>
                    <a:pt x="681" y="1139"/>
                  </a:cubicBezTo>
                  <a:cubicBezTo>
                    <a:pt x="666" y="1111"/>
                    <a:pt x="649" y="1075"/>
                    <a:pt x="651" y="1043"/>
                  </a:cubicBezTo>
                  <a:close/>
                </a:path>
              </a:pathLst>
            </a:custGeom>
            <a:solidFill>
              <a:srgbClr val="B1DF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64535" name="Freeform 56">
              <a:extLst>
                <a:ext uri="{FF2B5EF4-FFF2-40B4-BE49-F238E27FC236}">
                  <a16:creationId xmlns:a16="http://schemas.microsoft.com/office/drawing/2014/main" id="{5D22C712-0E14-4495-B013-FE43A43C9AF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79" y="712"/>
              <a:ext cx="665" cy="2375"/>
            </a:xfrm>
            <a:custGeom>
              <a:avLst/>
              <a:gdLst>
                <a:gd name="T0" fmla="*/ 406 w 832"/>
                <a:gd name="T1" fmla="*/ 688 h 2981"/>
                <a:gd name="T2" fmla="*/ 393 w 832"/>
                <a:gd name="T3" fmla="*/ 464 h 2981"/>
                <a:gd name="T4" fmla="*/ 333 w 832"/>
                <a:gd name="T5" fmla="*/ 245 h 2981"/>
                <a:gd name="T6" fmla="*/ 288 w 832"/>
                <a:gd name="T7" fmla="*/ 233 h 2981"/>
                <a:gd name="T8" fmla="*/ 271 w 832"/>
                <a:gd name="T9" fmla="*/ 127 h 2981"/>
                <a:gd name="T10" fmla="*/ 275 w 832"/>
                <a:gd name="T11" fmla="*/ 100 h 2981"/>
                <a:gd name="T12" fmla="*/ 288 w 832"/>
                <a:gd name="T13" fmla="*/ 88 h 2981"/>
                <a:gd name="T14" fmla="*/ 280 w 832"/>
                <a:gd name="T15" fmla="*/ 49 h 2981"/>
                <a:gd name="T16" fmla="*/ 265 w 832"/>
                <a:gd name="T17" fmla="*/ 19 h 2981"/>
                <a:gd name="T18" fmla="*/ 235 w 832"/>
                <a:gd name="T19" fmla="*/ 7 h 2981"/>
                <a:gd name="T20" fmla="*/ 202 w 832"/>
                <a:gd name="T21" fmla="*/ 6 h 2981"/>
                <a:gd name="T22" fmla="*/ 146 w 832"/>
                <a:gd name="T23" fmla="*/ 33 h 2981"/>
                <a:gd name="T24" fmla="*/ 136 w 832"/>
                <a:gd name="T25" fmla="*/ 49 h 2981"/>
                <a:gd name="T26" fmla="*/ 133 w 832"/>
                <a:gd name="T27" fmla="*/ 73 h 2981"/>
                <a:gd name="T28" fmla="*/ 143 w 832"/>
                <a:gd name="T29" fmla="*/ 95 h 2981"/>
                <a:gd name="T30" fmla="*/ 149 w 832"/>
                <a:gd name="T31" fmla="*/ 103 h 2981"/>
                <a:gd name="T32" fmla="*/ 173 w 832"/>
                <a:gd name="T33" fmla="*/ 176 h 2981"/>
                <a:gd name="T34" fmla="*/ 102 w 832"/>
                <a:gd name="T35" fmla="*/ 241 h 2981"/>
                <a:gd name="T36" fmla="*/ 41 w 832"/>
                <a:gd name="T37" fmla="*/ 379 h 2981"/>
                <a:gd name="T38" fmla="*/ 18 w 832"/>
                <a:gd name="T39" fmla="*/ 631 h 2981"/>
                <a:gd name="T40" fmla="*/ 2 w 832"/>
                <a:gd name="T41" fmla="*/ 809 h 2981"/>
                <a:gd name="T42" fmla="*/ 18 w 832"/>
                <a:gd name="T43" fmla="*/ 848 h 2981"/>
                <a:gd name="T44" fmla="*/ 53 w 832"/>
                <a:gd name="T45" fmla="*/ 854 h 2981"/>
                <a:gd name="T46" fmla="*/ 56 w 832"/>
                <a:gd name="T47" fmla="*/ 841 h 2981"/>
                <a:gd name="T48" fmla="*/ 48 w 832"/>
                <a:gd name="T49" fmla="*/ 754 h 2981"/>
                <a:gd name="T50" fmla="*/ 98 w 832"/>
                <a:gd name="T51" fmla="*/ 911 h 2981"/>
                <a:gd name="T52" fmla="*/ 134 w 832"/>
                <a:gd name="T53" fmla="*/ 1263 h 2981"/>
                <a:gd name="T54" fmla="*/ 148 w 832"/>
                <a:gd name="T55" fmla="*/ 1441 h 2981"/>
                <a:gd name="T56" fmla="*/ 134 w 832"/>
                <a:gd name="T57" fmla="*/ 1497 h 2981"/>
                <a:gd name="T58" fmla="*/ 194 w 832"/>
                <a:gd name="T59" fmla="*/ 1500 h 2981"/>
                <a:gd name="T60" fmla="*/ 209 w 832"/>
                <a:gd name="T61" fmla="*/ 1429 h 2981"/>
                <a:gd name="T62" fmla="*/ 195 w 832"/>
                <a:gd name="T63" fmla="*/ 1334 h 2981"/>
                <a:gd name="T64" fmla="*/ 205 w 832"/>
                <a:gd name="T65" fmla="*/ 1001 h 2981"/>
                <a:gd name="T66" fmla="*/ 205 w 832"/>
                <a:gd name="T67" fmla="*/ 798 h 2981"/>
                <a:gd name="T68" fmla="*/ 221 w 832"/>
                <a:gd name="T69" fmla="*/ 798 h 2981"/>
                <a:gd name="T70" fmla="*/ 220 w 832"/>
                <a:gd name="T71" fmla="*/ 1001 h 2981"/>
                <a:gd name="T72" fmla="*/ 230 w 832"/>
                <a:gd name="T73" fmla="*/ 1334 h 2981"/>
                <a:gd name="T74" fmla="*/ 216 w 832"/>
                <a:gd name="T75" fmla="*/ 1429 h 2981"/>
                <a:gd name="T76" fmla="*/ 230 w 832"/>
                <a:gd name="T77" fmla="*/ 1495 h 2981"/>
                <a:gd name="T78" fmla="*/ 291 w 832"/>
                <a:gd name="T79" fmla="*/ 1497 h 2981"/>
                <a:gd name="T80" fmla="*/ 277 w 832"/>
                <a:gd name="T81" fmla="*/ 1441 h 2981"/>
                <a:gd name="T82" fmla="*/ 291 w 832"/>
                <a:gd name="T83" fmla="*/ 1265 h 2981"/>
                <a:gd name="T84" fmla="*/ 329 w 832"/>
                <a:gd name="T85" fmla="*/ 898 h 2981"/>
                <a:gd name="T86" fmla="*/ 377 w 832"/>
                <a:gd name="T87" fmla="*/ 754 h 2981"/>
                <a:gd name="T88" fmla="*/ 369 w 832"/>
                <a:gd name="T89" fmla="*/ 841 h 2981"/>
                <a:gd name="T90" fmla="*/ 373 w 832"/>
                <a:gd name="T91" fmla="*/ 854 h 2981"/>
                <a:gd name="T92" fmla="*/ 406 w 832"/>
                <a:gd name="T93" fmla="*/ 848 h 2981"/>
                <a:gd name="T94" fmla="*/ 424 w 832"/>
                <a:gd name="T95" fmla="*/ 809 h 2981"/>
                <a:gd name="T96" fmla="*/ 79 w 832"/>
                <a:gd name="T97" fmla="*/ 527 h 2981"/>
                <a:gd name="T98" fmla="*/ 94 w 832"/>
                <a:gd name="T99" fmla="*/ 529 h 2981"/>
                <a:gd name="T100" fmla="*/ 330 w 832"/>
                <a:gd name="T101" fmla="*/ 449 h 2981"/>
                <a:gd name="T102" fmla="*/ 333 w 832"/>
                <a:gd name="T103" fmla="*/ 527 h 2981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0" t="0" r="r" b="b"/>
              <a:pathLst>
                <a:path w="832" h="2981">
                  <a:moveTo>
                    <a:pt x="829" y="1600"/>
                  </a:moveTo>
                  <a:cubicBezTo>
                    <a:pt x="826" y="1594"/>
                    <a:pt x="820" y="1547"/>
                    <a:pt x="813" y="1520"/>
                  </a:cubicBezTo>
                  <a:cubicBezTo>
                    <a:pt x="807" y="1498"/>
                    <a:pt x="792" y="1402"/>
                    <a:pt x="796" y="1359"/>
                  </a:cubicBezTo>
                  <a:cubicBezTo>
                    <a:pt x="798" y="1324"/>
                    <a:pt x="793" y="1272"/>
                    <a:pt x="794" y="1249"/>
                  </a:cubicBezTo>
                  <a:cubicBezTo>
                    <a:pt x="795" y="1120"/>
                    <a:pt x="787" y="1053"/>
                    <a:pt x="782" y="1029"/>
                  </a:cubicBezTo>
                  <a:cubicBezTo>
                    <a:pt x="777" y="1005"/>
                    <a:pt x="770" y="971"/>
                    <a:pt x="770" y="919"/>
                  </a:cubicBezTo>
                  <a:cubicBezTo>
                    <a:pt x="770" y="867"/>
                    <a:pt x="756" y="798"/>
                    <a:pt x="752" y="748"/>
                  </a:cubicBezTo>
                  <a:cubicBezTo>
                    <a:pt x="750" y="720"/>
                    <a:pt x="738" y="682"/>
                    <a:pt x="732" y="643"/>
                  </a:cubicBezTo>
                  <a:cubicBezTo>
                    <a:pt x="727" y="605"/>
                    <a:pt x="676" y="494"/>
                    <a:pt x="653" y="486"/>
                  </a:cubicBezTo>
                  <a:cubicBezTo>
                    <a:pt x="647" y="484"/>
                    <a:pt x="638" y="478"/>
                    <a:pt x="632" y="477"/>
                  </a:cubicBezTo>
                  <a:cubicBezTo>
                    <a:pt x="623" y="475"/>
                    <a:pt x="618" y="471"/>
                    <a:pt x="610" y="470"/>
                  </a:cubicBezTo>
                  <a:cubicBezTo>
                    <a:pt x="592" y="467"/>
                    <a:pt x="577" y="464"/>
                    <a:pt x="563" y="460"/>
                  </a:cubicBezTo>
                  <a:cubicBezTo>
                    <a:pt x="535" y="451"/>
                    <a:pt x="486" y="404"/>
                    <a:pt x="497" y="351"/>
                  </a:cubicBezTo>
                  <a:cubicBezTo>
                    <a:pt x="514" y="339"/>
                    <a:pt x="513" y="316"/>
                    <a:pt x="517" y="305"/>
                  </a:cubicBezTo>
                  <a:cubicBezTo>
                    <a:pt x="521" y="294"/>
                    <a:pt x="527" y="265"/>
                    <a:pt x="530" y="251"/>
                  </a:cubicBezTo>
                  <a:cubicBezTo>
                    <a:pt x="533" y="240"/>
                    <a:pt x="536" y="225"/>
                    <a:pt x="539" y="211"/>
                  </a:cubicBezTo>
                  <a:cubicBezTo>
                    <a:pt x="540" y="209"/>
                    <a:pt x="540" y="209"/>
                    <a:pt x="540" y="209"/>
                  </a:cubicBezTo>
                  <a:cubicBezTo>
                    <a:pt x="539" y="206"/>
                    <a:pt x="539" y="202"/>
                    <a:pt x="538" y="198"/>
                  </a:cubicBezTo>
                  <a:cubicBezTo>
                    <a:pt x="541" y="196"/>
                    <a:pt x="544" y="195"/>
                    <a:pt x="544" y="195"/>
                  </a:cubicBezTo>
                  <a:cubicBezTo>
                    <a:pt x="548" y="195"/>
                    <a:pt x="548" y="189"/>
                    <a:pt x="552" y="187"/>
                  </a:cubicBezTo>
                  <a:cubicBezTo>
                    <a:pt x="557" y="186"/>
                    <a:pt x="563" y="178"/>
                    <a:pt x="564" y="173"/>
                  </a:cubicBezTo>
                  <a:cubicBezTo>
                    <a:pt x="566" y="162"/>
                    <a:pt x="558" y="160"/>
                    <a:pt x="559" y="150"/>
                  </a:cubicBezTo>
                  <a:cubicBezTo>
                    <a:pt x="560" y="146"/>
                    <a:pt x="562" y="142"/>
                    <a:pt x="562" y="137"/>
                  </a:cubicBezTo>
                  <a:cubicBezTo>
                    <a:pt x="561" y="125"/>
                    <a:pt x="555" y="108"/>
                    <a:pt x="548" y="97"/>
                  </a:cubicBezTo>
                  <a:cubicBezTo>
                    <a:pt x="541" y="85"/>
                    <a:pt x="547" y="89"/>
                    <a:pt x="548" y="75"/>
                  </a:cubicBezTo>
                  <a:cubicBezTo>
                    <a:pt x="549" y="64"/>
                    <a:pt x="543" y="57"/>
                    <a:pt x="536" y="49"/>
                  </a:cubicBezTo>
                  <a:cubicBezTo>
                    <a:pt x="530" y="43"/>
                    <a:pt x="525" y="42"/>
                    <a:pt x="519" y="38"/>
                  </a:cubicBezTo>
                  <a:cubicBezTo>
                    <a:pt x="517" y="37"/>
                    <a:pt x="517" y="37"/>
                    <a:pt x="514" y="36"/>
                  </a:cubicBezTo>
                  <a:cubicBezTo>
                    <a:pt x="506" y="30"/>
                    <a:pt x="503" y="21"/>
                    <a:pt x="492" y="17"/>
                  </a:cubicBezTo>
                  <a:cubicBezTo>
                    <a:pt x="481" y="12"/>
                    <a:pt x="472" y="17"/>
                    <a:pt x="461" y="14"/>
                  </a:cubicBezTo>
                  <a:cubicBezTo>
                    <a:pt x="447" y="10"/>
                    <a:pt x="435" y="0"/>
                    <a:pt x="420" y="8"/>
                  </a:cubicBezTo>
                  <a:cubicBezTo>
                    <a:pt x="418" y="9"/>
                    <a:pt x="416" y="13"/>
                    <a:pt x="414" y="13"/>
                  </a:cubicBezTo>
                  <a:cubicBezTo>
                    <a:pt x="409" y="15"/>
                    <a:pt x="401" y="12"/>
                    <a:pt x="396" y="11"/>
                  </a:cubicBezTo>
                  <a:cubicBezTo>
                    <a:pt x="383" y="11"/>
                    <a:pt x="373" y="16"/>
                    <a:pt x="361" y="19"/>
                  </a:cubicBezTo>
                  <a:cubicBezTo>
                    <a:pt x="348" y="23"/>
                    <a:pt x="323" y="31"/>
                    <a:pt x="321" y="47"/>
                  </a:cubicBezTo>
                  <a:cubicBezTo>
                    <a:pt x="307" y="44"/>
                    <a:pt x="288" y="50"/>
                    <a:pt x="286" y="66"/>
                  </a:cubicBezTo>
                  <a:cubicBezTo>
                    <a:pt x="286" y="70"/>
                    <a:pt x="288" y="75"/>
                    <a:pt x="286" y="79"/>
                  </a:cubicBezTo>
                  <a:cubicBezTo>
                    <a:pt x="285" y="81"/>
                    <a:pt x="281" y="81"/>
                    <a:pt x="279" y="82"/>
                  </a:cubicBezTo>
                  <a:cubicBezTo>
                    <a:pt x="274" y="86"/>
                    <a:pt x="270" y="90"/>
                    <a:pt x="267" y="95"/>
                  </a:cubicBezTo>
                  <a:cubicBezTo>
                    <a:pt x="261" y="106"/>
                    <a:pt x="262" y="118"/>
                    <a:pt x="266" y="129"/>
                  </a:cubicBezTo>
                  <a:cubicBezTo>
                    <a:pt x="268" y="135"/>
                    <a:pt x="269" y="134"/>
                    <a:pt x="267" y="138"/>
                  </a:cubicBezTo>
                  <a:cubicBezTo>
                    <a:pt x="267" y="139"/>
                    <a:pt x="263" y="142"/>
                    <a:pt x="262" y="143"/>
                  </a:cubicBezTo>
                  <a:cubicBezTo>
                    <a:pt x="260" y="147"/>
                    <a:pt x="261" y="153"/>
                    <a:pt x="261" y="156"/>
                  </a:cubicBezTo>
                  <a:cubicBezTo>
                    <a:pt x="262" y="164"/>
                    <a:pt x="264" y="171"/>
                    <a:pt x="271" y="175"/>
                  </a:cubicBezTo>
                  <a:cubicBezTo>
                    <a:pt x="265" y="183"/>
                    <a:pt x="276" y="184"/>
                    <a:pt x="280" y="187"/>
                  </a:cubicBezTo>
                  <a:cubicBezTo>
                    <a:pt x="280" y="187"/>
                    <a:pt x="286" y="191"/>
                    <a:pt x="285" y="191"/>
                  </a:cubicBezTo>
                  <a:cubicBezTo>
                    <a:pt x="286" y="191"/>
                    <a:pt x="289" y="194"/>
                    <a:pt x="292" y="196"/>
                  </a:cubicBezTo>
                  <a:cubicBezTo>
                    <a:pt x="292" y="198"/>
                    <a:pt x="293" y="201"/>
                    <a:pt x="293" y="203"/>
                  </a:cubicBezTo>
                  <a:cubicBezTo>
                    <a:pt x="297" y="219"/>
                    <a:pt x="299" y="236"/>
                    <a:pt x="302" y="251"/>
                  </a:cubicBezTo>
                  <a:cubicBezTo>
                    <a:pt x="305" y="265"/>
                    <a:pt x="312" y="294"/>
                    <a:pt x="316" y="305"/>
                  </a:cubicBezTo>
                  <a:cubicBezTo>
                    <a:pt x="319" y="316"/>
                    <a:pt x="324" y="340"/>
                    <a:pt x="339" y="349"/>
                  </a:cubicBezTo>
                  <a:cubicBezTo>
                    <a:pt x="358" y="395"/>
                    <a:pt x="297" y="451"/>
                    <a:pt x="269" y="460"/>
                  </a:cubicBezTo>
                  <a:cubicBezTo>
                    <a:pt x="255" y="464"/>
                    <a:pt x="240" y="467"/>
                    <a:pt x="223" y="470"/>
                  </a:cubicBezTo>
                  <a:cubicBezTo>
                    <a:pt x="215" y="471"/>
                    <a:pt x="209" y="474"/>
                    <a:pt x="200" y="476"/>
                  </a:cubicBezTo>
                  <a:cubicBezTo>
                    <a:pt x="194" y="477"/>
                    <a:pt x="186" y="483"/>
                    <a:pt x="181" y="485"/>
                  </a:cubicBezTo>
                  <a:cubicBezTo>
                    <a:pt x="153" y="496"/>
                    <a:pt x="105" y="599"/>
                    <a:pt x="99" y="637"/>
                  </a:cubicBezTo>
                  <a:cubicBezTo>
                    <a:pt x="93" y="675"/>
                    <a:pt x="83" y="721"/>
                    <a:pt x="80" y="749"/>
                  </a:cubicBezTo>
                  <a:cubicBezTo>
                    <a:pt x="76" y="799"/>
                    <a:pt x="62" y="867"/>
                    <a:pt x="63" y="919"/>
                  </a:cubicBezTo>
                  <a:cubicBezTo>
                    <a:pt x="63" y="971"/>
                    <a:pt x="56" y="1005"/>
                    <a:pt x="51" y="1029"/>
                  </a:cubicBezTo>
                  <a:cubicBezTo>
                    <a:pt x="46" y="1053"/>
                    <a:pt x="35" y="1117"/>
                    <a:pt x="36" y="1247"/>
                  </a:cubicBezTo>
                  <a:cubicBezTo>
                    <a:pt x="37" y="1270"/>
                    <a:pt x="36" y="1332"/>
                    <a:pt x="38" y="1367"/>
                  </a:cubicBezTo>
                  <a:cubicBezTo>
                    <a:pt x="42" y="1410"/>
                    <a:pt x="25" y="1498"/>
                    <a:pt x="20" y="1520"/>
                  </a:cubicBezTo>
                  <a:cubicBezTo>
                    <a:pt x="13" y="1547"/>
                    <a:pt x="7" y="1594"/>
                    <a:pt x="3" y="1600"/>
                  </a:cubicBezTo>
                  <a:cubicBezTo>
                    <a:pt x="0" y="1607"/>
                    <a:pt x="7" y="1615"/>
                    <a:pt x="10" y="1622"/>
                  </a:cubicBezTo>
                  <a:cubicBezTo>
                    <a:pt x="13" y="1629"/>
                    <a:pt x="13" y="1636"/>
                    <a:pt x="17" y="1646"/>
                  </a:cubicBezTo>
                  <a:cubicBezTo>
                    <a:pt x="20" y="1653"/>
                    <a:pt x="31" y="1668"/>
                    <a:pt x="36" y="1677"/>
                  </a:cubicBezTo>
                  <a:cubicBezTo>
                    <a:pt x="42" y="1686"/>
                    <a:pt x="62" y="1696"/>
                    <a:pt x="79" y="1702"/>
                  </a:cubicBezTo>
                  <a:cubicBezTo>
                    <a:pt x="90" y="1706"/>
                    <a:pt x="112" y="1718"/>
                    <a:pt x="114" y="1713"/>
                  </a:cubicBezTo>
                  <a:cubicBezTo>
                    <a:pt x="118" y="1701"/>
                    <a:pt x="110" y="1694"/>
                    <a:pt x="102" y="1689"/>
                  </a:cubicBezTo>
                  <a:cubicBezTo>
                    <a:pt x="96" y="1686"/>
                    <a:pt x="112" y="1696"/>
                    <a:pt x="115" y="1686"/>
                  </a:cubicBezTo>
                  <a:cubicBezTo>
                    <a:pt x="116" y="1682"/>
                    <a:pt x="116" y="1681"/>
                    <a:pt x="114" y="1676"/>
                  </a:cubicBezTo>
                  <a:cubicBezTo>
                    <a:pt x="115" y="1669"/>
                    <a:pt x="114" y="1669"/>
                    <a:pt x="110" y="1664"/>
                  </a:cubicBezTo>
                  <a:cubicBezTo>
                    <a:pt x="118" y="1661"/>
                    <a:pt x="116" y="1631"/>
                    <a:pt x="109" y="1612"/>
                  </a:cubicBezTo>
                  <a:cubicBezTo>
                    <a:pt x="110" y="1600"/>
                    <a:pt x="118" y="1566"/>
                    <a:pt x="102" y="1535"/>
                  </a:cubicBezTo>
                  <a:cubicBezTo>
                    <a:pt x="93" y="1520"/>
                    <a:pt x="93" y="1503"/>
                    <a:pt x="94" y="1493"/>
                  </a:cubicBezTo>
                  <a:cubicBezTo>
                    <a:pt x="91" y="1481"/>
                    <a:pt x="96" y="1435"/>
                    <a:pt x="104" y="1386"/>
                  </a:cubicBezTo>
                  <a:cubicBezTo>
                    <a:pt x="107" y="1433"/>
                    <a:pt x="125" y="1485"/>
                    <a:pt x="134" y="1572"/>
                  </a:cubicBezTo>
                  <a:cubicBezTo>
                    <a:pt x="142" y="1654"/>
                    <a:pt x="170" y="1711"/>
                    <a:pt x="191" y="1802"/>
                  </a:cubicBezTo>
                  <a:cubicBezTo>
                    <a:pt x="209" y="1883"/>
                    <a:pt x="233" y="1978"/>
                    <a:pt x="230" y="2043"/>
                  </a:cubicBezTo>
                  <a:cubicBezTo>
                    <a:pt x="227" y="2104"/>
                    <a:pt x="229" y="2131"/>
                    <a:pt x="240" y="2173"/>
                  </a:cubicBezTo>
                  <a:cubicBezTo>
                    <a:pt x="249" y="2211"/>
                    <a:pt x="244" y="2387"/>
                    <a:pt x="263" y="2496"/>
                  </a:cubicBezTo>
                  <a:cubicBezTo>
                    <a:pt x="282" y="2605"/>
                    <a:pt x="286" y="2679"/>
                    <a:pt x="292" y="2705"/>
                  </a:cubicBezTo>
                  <a:cubicBezTo>
                    <a:pt x="304" y="2762"/>
                    <a:pt x="293" y="2769"/>
                    <a:pt x="298" y="2797"/>
                  </a:cubicBezTo>
                  <a:cubicBezTo>
                    <a:pt x="303" y="2826"/>
                    <a:pt x="304" y="2822"/>
                    <a:pt x="289" y="2850"/>
                  </a:cubicBezTo>
                  <a:cubicBezTo>
                    <a:pt x="276" y="2869"/>
                    <a:pt x="255" y="2908"/>
                    <a:pt x="248" y="2916"/>
                  </a:cubicBezTo>
                  <a:cubicBezTo>
                    <a:pt x="241" y="2925"/>
                    <a:pt x="244" y="2934"/>
                    <a:pt x="248" y="2939"/>
                  </a:cubicBezTo>
                  <a:cubicBezTo>
                    <a:pt x="242" y="2953"/>
                    <a:pt x="258" y="2960"/>
                    <a:pt x="263" y="2960"/>
                  </a:cubicBezTo>
                  <a:cubicBezTo>
                    <a:pt x="261" y="2976"/>
                    <a:pt x="290" y="2974"/>
                    <a:pt x="297" y="2967"/>
                  </a:cubicBezTo>
                  <a:cubicBezTo>
                    <a:pt x="305" y="2976"/>
                    <a:pt x="327" y="2976"/>
                    <a:pt x="336" y="2965"/>
                  </a:cubicBezTo>
                  <a:cubicBezTo>
                    <a:pt x="350" y="2977"/>
                    <a:pt x="372" y="2981"/>
                    <a:pt x="380" y="2967"/>
                  </a:cubicBezTo>
                  <a:cubicBezTo>
                    <a:pt x="394" y="2945"/>
                    <a:pt x="407" y="2931"/>
                    <a:pt x="406" y="2915"/>
                  </a:cubicBezTo>
                  <a:cubicBezTo>
                    <a:pt x="404" y="2899"/>
                    <a:pt x="407" y="2894"/>
                    <a:pt x="411" y="2875"/>
                  </a:cubicBezTo>
                  <a:cubicBezTo>
                    <a:pt x="414" y="2856"/>
                    <a:pt x="417" y="2841"/>
                    <a:pt x="410" y="2827"/>
                  </a:cubicBezTo>
                  <a:cubicBezTo>
                    <a:pt x="403" y="2813"/>
                    <a:pt x="402" y="2807"/>
                    <a:pt x="402" y="2793"/>
                  </a:cubicBezTo>
                  <a:cubicBezTo>
                    <a:pt x="402" y="2779"/>
                    <a:pt x="407" y="2758"/>
                    <a:pt x="399" y="2741"/>
                  </a:cubicBezTo>
                  <a:cubicBezTo>
                    <a:pt x="390" y="2723"/>
                    <a:pt x="380" y="2682"/>
                    <a:pt x="381" y="2637"/>
                  </a:cubicBezTo>
                  <a:cubicBezTo>
                    <a:pt x="383" y="2592"/>
                    <a:pt x="416" y="2338"/>
                    <a:pt x="402" y="2252"/>
                  </a:cubicBezTo>
                  <a:cubicBezTo>
                    <a:pt x="388" y="2165"/>
                    <a:pt x="393" y="2147"/>
                    <a:pt x="397" y="2118"/>
                  </a:cubicBezTo>
                  <a:cubicBezTo>
                    <a:pt x="400" y="2088"/>
                    <a:pt x="409" y="2040"/>
                    <a:pt x="401" y="1978"/>
                  </a:cubicBezTo>
                  <a:cubicBezTo>
                    <a:pt x="398" y="1954"/>
                    <a:pt x="399" y="1853"/>
                    <a:pt x="400" y="1751"/>
                  </a:cubicBezTo>
                  <a:cubicBezTo>
                    <a:pt x="400" y="1685"/>
                    <a:pt x="419" y="1598"/>
                    <a:pt x="401" y="1580"/>
                  </a:cubicBezTo>
                  <a:cubicBezTo>
                    <a:pt x="401" y="1579"/>
                    <a:pt x="401" y="1579"/>
                    <a:pt x="401" y="1579"/>
                  </a:cubicBezTo>
                  <a:cubicBezTo>
                    <a:pt x="406" y="1581"/>
                    <a:pt x="410" y="1582"/>
                    <a:pt x="415" y="1582"/>
                  </a:cubicBezTo>
                  <a:cubicBezTo>
                    <a:pt x="416" y="1582"/>
                    <a:pt x="416" y="1582"/>
                    <a:pt x="416" y="1582"/>
                  </a:cubicBezTo>
                  <a:cubicBezTo>
                    <a:pt x="421" y="1582"/>
                    <a:pt x="427" y="1581"/>
                    <a:pt x="433" y="1578"/>
                  </a:cubicBezTo>
                  <a:cubicBezTo>
                    <a:pt x="431" y="1580"/>
                    <a:pt x="431" y="1580"/>
                    <a:pt x="431" y="1580"/>
                  </a:cubicBezTo>
                  <a:cubicBezTo>
                    <a:pt x="414" y="1598"/>
                    <a:pt x="432" y="1685"/>
                    <a:pt x="433" y="1751"/>
                  </a:cubicBezTo>
                  <a:cubicBezTo>
                    <a:pt x="433" y="1853"/>
                    <a:pt x="434" y="1954"/>
                    <a:pt x="431" y="1978"/>
                  </a:cubicBezTo>
                  <a:cubicBezTo>
                    <a:pt x="423" y="2040"/>
                    <a:pt x="432" y="2088"/>
                    <a:pt x="436" y="2118"/>
                  </a:cubicBezTo>
                  <a:cubicBezTo>
                    <a:pt x="439" y="2147"/>
                    <a:pt x="444" y="2165"/>
                    <a:pt x="430" y="2252"/>
                  </a:cubicBezTo>
                  <a:cubicBezTo>
                    <a:pt x="416" y="2338"/>
                    <a:pt x="449" y="2592"/>
                    <a:pt x="451" y="2637"/>
                  </a:cubicBezTo>
                  <a:cubicBezTo>
                    <a:pt x="453" y="2682"/>
                    <a:pt x="442" y="2723"/>
                    <a:pt x="434" y="2741"/>
                  </a:cubicBezTo>
                  <a:cubicBezTo>
                    <a:pt x="425" y="2758"/>
                    <a:pt x="430" y="2779"/>
                    <a:pt x="430" y="2793"/>
                  </a:cubicBezTo>
                  <a:cubicBezTo>
                    <a:pt x="430" y="2807"/>
                    <a:pt x="430" y="2813"/>
                    <a:pt x="423" y="2827"/>
                  </a:cubicBezTo>
                  <a:cubicBezTo>
                    <a:pt x="416" y="2841"/>
                    <a:pt x="418" y="2856"/>
                    <a:pt x="422" y="2875"/>
                  </a:cubicBezTo>
                  <a:cubicBezTo>
                    <a:pt x="425" y="2894"/>
                    <a:pt x="429" y="2899"/>
                    <a:pt x="427" y="2915"/>
                  </a:cubicBezTo>
                  <a:cubicBezTo>
                    <a:pt x="425" y="2931"/>
                    <a:pt x="437" y="2939"/>
                    <a:pt x="450" y="2956"/>
                  </a:cubicBezTo>
                  <a:cubicBezTo>
                    <a:pt x="467" y="2979"/>
                    <a:pt x="483" y="2977"/>
                    <a:pt x="496" y="2965"/>
                  </a:cubicBezTo>
                  <a:cubicBezTo>
                    <a:pt x="505" y="2976"/>
                    <a:pt x="527" y="2976"/>
                    <a:pt x="535" y="2967"/>
                  </a:cubicBezTo>
                  <a:cubicBezTo>
                    <a:pt x="542" y="2974"/>
                    <a:pt x="571" y="2976"/>
                    <a:pt x="570" y="2960"/>
                  </a:cubicBezTo>
                  <a:cubicBezTo>
                    <a:pt x="575" y="2960"/>
                    <a:pt x="590" y="2953"/>
                    <a:pt x="585" y="2939"/>
                  </a:cubicBezTo>
                  <a:cubicBezTo>
                    <a:pt x="588" y="2934"/>
                    <a:pt x="592" y="2925"/>
                    <a:pt x="585" y="2916"/>
                  </a:cubicBezTo>
                  <a:cubicBezTo>
                    <a:pt x="578" y="2908"/>
                    <a:pt x="556" y="2869"/>
                    <a:pt x="543" y="2850"/>
                  </a:cubicBezTo>
                  <a:cubicBezTo>
                    <a:pt x="528" y="2822"/>
                    <a:pt x="529" y="2826"/>
                    <a:pt x="534" y="2797"/>
                  </a:cubicBezTo>
                  <a:cubicBezTo>
                    <a:pt x="539" y="2769"/>
                    <a:pt x="528" y="2762"/>
                    <a:pt x="541" y="2705"/>
                  </a:cubicBezTo>
                  <a:cubicBezTo>
                    <a:pt x="546" y="2679"/>
                    <a:pt x="552" y="2613"/>
                    <a:pt x="570" y="2502"/>
                  </a:cubicBezTo>
                  <a:cubicBezTo>
                    <a:pt x="588" y="2389"/>
                    <a:pt x="590" y="2212"/>
                    <a:pt x="593" y="2173"/>
                  </a:cubicBezTo>
                  <a:cubicBezTo>
                    <a:pt x="596" y="2134"/>
                    <a:pt x="608" y="2096"/>
                    <a:pt x="606" y="2028"/>
                  </a:cubicBezTo>
                  <a:cubicBezTo>
                    <a:pt x="603" y="1967"/>
                    <a:pt x="628" y="1856"/>
                    <a:pt x="646" y="1775"/>
                  </a:cubicBezTo>
                  <a:cubicBezTo>
                    <a:pt x="667" y="1684"/>
                    <a:pt x="698" y="1655"/>
                    <a:pt x="707" y="1573"/>
                  </a:cubicBezTo>
                  <a:cubicBezTo>
                    <a:pt x="714" y="1505"/>
                    <a:pt x="726" y="1456"/>
                    <a:pt x="732" y="1413"/>
                  </a:cubicBezTo>
                  <a:cubicBezTo>
                    <a:pt x="738" y="1452"/>
                    <a:pt x="741" y="1483"/>
                    <a:pt x="739" y="1493"/>
                  </a:cubicBezTo>
                  <a:cubicBezTo>
                    <a:pt x="739" y="1503"/>
                    <a:pt x="737" y="1518"/>
                    <a:pt x="731" y="1535"/>
                  </a:cubicBezTo>
                  <a:cubicBezTo>
                    <a:pt x="722" y="1562"/>
                    <a:pt x="723" y="1600"/>
                    <a:pt x="724" y="1612"/>
                  </a:cubicBezTo>
                  <a:cubicBezTo>
                    <a:pt x="721" y="1628"/>
                    <a:pt x="715" y="1661"/>
                    <a:pt x="723" y="1664"/>
                  </a:cubicBezTo>
                  <a:cubicBezTo>
                    <a:pt x="719" y="1669"/>
                    <a:pt x="717" y="1669"/>
                    <a:pt x="719" y="1676"/>
                  </a:cubicBezTo>
                  <a:cubicBezTo>
                    <a:pt x="717" y="1681"/>
                    <a:pt x="716" y="1682"/>
                    <a:pt x="718" y="1686"/>
                  </a:cubicBezTo>
                  <a:cubicBezTo>
                    <a:pt x="721" y="1696"/>
                    <a:pt x="736" y="1686"/>
                    <a:pt x="731" y="1689"/>
                  </a:cubicBezTo>
                  <a:cubicBezTo>
                    <a:pt x="722" y="1694"/>
                    <a:pt x="715" y="1701"/>
                    <a:pt x="719" y="1713"/>
                  </a:cubicBezTo>
                  <a:cubicBezTo>
                    <a:pt x="721" y="1718"/>
                    <a:pt x="742" y="1706"/>
                    <a:pt x="753" y="1702"/>
                  </a:cubicBezTo>
                  <a:cubicBezTo>
                    <a:pt x="770" y="1696"/>
                    <a:pt x="791" y="1686"/>
                    <a:pt x="796" y="1677"/>
                  </a:cubicBezTo>
                  <a:cubicBezTo>
                    <a:pt x="801" y="1668"/>
                    <a:pt x="812" y="1653"/>
                    <a:pt x="815" y="1646"/>
                  </a:cubicBezTo>
                  <a:cubicBezTo>
                    <a:pt x="820" y="1636"/>
                    <a:pt x="819" y="1629"/>
                    <a:pt x="822" y="1622"/>
                  </a:cubicBezTo>
                  <a:cubicBezTo>
                    <a:pt x="826" y="1615"/>
                    <a:pt x="832" y="1607"/>
                    <a:pt x="829" y="1600"/>
                  </a:cubicBezTo>
                  <a:close/>
                  <a:moveTo>
                    <a:pt x="185" y="1045"/>
                  </a:moveTo>
                  <a:cubicBezTo>
                    <a:pt x="186" y="1073"/>
                    <a:pt x="168" y="1110"/>
                    <a:pt x="152" y="1139"/>
                  </a:cubicBezTo>
                  <a:cubicBezTo>
                    <a:pt x="156" y="1090"/>
                    <a:pt x="153" y="1054"/>
                    <a:pt x="155" y="1043"/>
                  </a:cubicBezTo>
                  <a:cubicBezTo>
                    <a:pt x="159" y="1025"/>
                    <a:pt x="179" y="931"/>
                    <a:pt x="185" y="888"/>
                  </a:cubicBezTo>
                  <a:cubicBezTo>
                    <a:pt x="186" y="889"/>
                    <a:pt x="186" y="889"/>
                    <a:pt x="186" y="889"/>
                  </a:cubicBezTo>
                  <a:cubicBezTo>
                    <a:pt x="180" y="948"/>
                    <a:pt x="184" y="1018"/>
                    <a:pt x="185" y="1045"/>
                  </a:cubicBezTo>
                  <a:close/>
                  <a:moveTo>
                    <a:pt x="651" y="1043"/>
                  </a:moveTo>
                  <a:cubicBezTo>
                    <a:pt x="652" y="1018"/>
                    <a:pt x="650" y="985"/>
                    <a:pt x="654" y="932"/>
                  </a:cubicBezTo>
                  <a:cubicBezTo>
                    <a:pt x="647" y="887"/>
                    <a:pt x="647" y="887"/>
                    <a:pt x="647" y="887"/>
                  </a:cubicBezTo>
                  <a:cubicBezTo>
                    <a:pt x="653" y="929"/>
                    <a:pt x="674" y="1025"/>
                    <a:pt x="677" y="1043"/>
                  </a:cubicBezTo>
                  <a:cubicBezTo>
                    <a:pt x="679" y="1054"/>
                    <a:pt x="677" y="1090"/>
                    <a:pt x="681" y="1139"/>
                  </a:cubicBezTo>
                  <a:cubicBezTo>
                    <a:pt x="666" y="1111"/>
                    <a:pt x="649" y="1075"/>
                    <a:pt x="651" y="1043"/>
                  </a:cubicBezTo>
                  <a:close/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</p:grpSp>
      <p:grpSp>
        <p:nvGrpSpPr>
          <p:cNvPr id="64516" name="elderly-woman-with-cane-outline">
            <a:extLst>
              <a:ext uri="{FF2B5EF4-FFF2-40B4-BE49-F238E27FC236}">
                <a16:creationId xmlns:a16="http://schemas.microsoft.com/office/drawing/2014/main" id="{BEB85646-2292-4A17-ABBC-F8131582373C}"/>
              </a:ext>
            </a:extLst>
          </p:cNvPr>
          <p:cNvGrpSpPr>
            <a:grpSpLocks/>
          </p:cNvGrpSpPr>
          <p:nvPr/>
        </p:nvGrpSpPr>
        <p:grpSpPr bwMode="auto">
          <a:xfrm>
            <a:off x="5659438" y="1550988"/>
            <a:ext cx="1116012" cy="3292475"/>
            <a:chOff x="2605" y="922"/>
            <a:chExt cx="703" cy="2074"/>
          </a:xfrm>
        </p:grpSpPr>
        <p:sp>
          <p:nvSpPr>
            <p:cNvPr id="64532" name="Freeform 61">
              <a:extLst>
                <a:ext uri="{FF2B5EF4-FFF2-40B4-BE49-F238E27FC236}">
                  <a16:creationId xmlns:a16="http://schemas.microsoft.com/office/drawing/2014/main" id="{1D84FC1C-7237-403B-A67C-35A1EFDDC9D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605" y="922"/>
              <a:ext cx="703" cy="2074"/>
            </a:xfrm>
            <a:custGeom>
              <a:avLst/>
              <a:gdLst>
                <a:gd name="T0" fmla="*/ 780 w 624"/>
                <a:gd name="T1" fmla="*/ 1049 h 1856"/>
                <a:gd name="T2" fmla="*/ 533 w 624"/>
                <a:gd name="T3" fmla="*/ 831 h 1856"/>
                <a:gd name="T4" fmla="*/ 498 w 624"/>
                <a:gd name="T5" fmla="*/ 715 h 1856"/>
                <a:gd name="T6" fmla="*/ 418 w 624"/>
                <a:gd name="T7" fmla="*/ 524 h 1856"/>
                <a:gd name="T8" fmla="*/ 489 w 624"/>
                <a:gd name="T9" fmla="*/ 460 h 1856"/>
                <a:gd name="T10" fmla="*/ 605 w 624"/>
                <a:gd name="T11" fmla="*/ 466 h 1856"/>
                <a:gd name="T12" fmla="*/ 644 w 624"/>
                <a:gd name="T13" fmla="*/ 440 h 1856"/>
                <a:gd name="T14" fmla="*/ 673 w 624"/>
                <a:gd name="T15" fmla="*/ 359 h 1856"/>
                <a:gd name="T16" fmla="*/ 682 w 624"/>
                <a:gd name="T17" fmla="*/ 297 h 1856"/>
                <a:gd name="T18" fmla="*/ 674 w 624"/>
                <a:gd name="T19" fmla="*/ 153 h 1856"/>
                <a:gd name="T20" fmla="*/ 399 w 624"/>
                <a:gd name="T21" fmla="*/ 57 h 1856"/>
                <a:gd name="T22" fmla="*/ 331 w 624"/>
                <a:gd name="T23" fmla="*/ 178 h 1856"/>
                <a:gd name="T24" fmla="*/ 340 w 624"/>
                <a:gd name="T25" fmla="*/ 277 h 1856"/>
                <a:gd name="T26" fmla="*/ 258 w 624"/>
                <a:gd name="T27" fmla="*/ 349 h 1856"/>
                <a:gd name="T28" fmla="*/ 42 w 624"/>
                <a:gd name="T29" fmla="*/ 886 h 1856"/>
                <a:gd name="T30" fmla="*/ 79 w 624"/>
                <a:gd name="T31" fmla="*/ 1250 h 1856"/>
                <a:gd name="T32" fmla="*/ 100 w 624"/>
                <a:gd name="T33" fmla="*/ 1513 h 1856"/>
                <a:gd name="T34" fmla="*/ 128 w 624"/>
                <a:gd name="T35" fmla="*/ 1870 h 1856"/>
                <a:gd name="T36" fmla="*/ 133 w 624"/>
                <a:gd name="T37" fmla="*/ 2232 h 1856"/>
                <a:gd name="T38" fmla="*/ 116 w 624"/>
                <a:gd name="T39" fmla="*/ 2490 h 1856"/>
                <a:gd name="T40" fmla="*/ 133 w 624"/>
                <a:gd name="T41" fmla="*/ 2570 h 1856"/>
                <a:gd name="T42" fmla="*/ 407 w 624"/>
                <a:gd name="T43" fmla="*/ 2575 h 1856"/>
                <a:gd name="T44" fmla="*/ 452 w 624"/>
                <a:gd name="T45" fmla="*/ 2586 h 1856"/>
                <a:gd name="T46" fmla="*/ 468 w 624"/>
                <a:gd name="T47" fmla="*/ 2590 h 1856"/>
                <a:gd name="T48" fmla="*/ 507 w 624"/>
                <a:gd name="T49" fmla="*/ 2574 h 1856"/>
                <a:gd name="T50" fmla="*/ 517 w 624"/>
                <a:gd name="T51" fmla="*/ 2570 h 1856"/>
                <a:gd name="T52" fmla="*/ 498 w 624"/>
                <a:gd name="T53" fmla="*/ 2523 h 1856"/>
                <a:gd name="T54" fmla="*/ 393 w 624"/>
                <a:gd name="T55" fmla="*/ 2492 h 1856"/>
                <a:gd name="T56" fmla="*/ 473 w 624"/>
                <a:gd name="T57" fmla="*/ 2490 h 1856"/>
                <a:gd name="T58" fmla="*/ 455 w 624"/>
                <a:gd name="T59" fmla="*/ 2446 h 1856"/>
                <a:gd name="T60" fmla="*/ 275 w 624"/>
                <a:gd name="T61" fmla="*/ 2357 h 1856"/>
                <a:gd name="T62" fmla="*/ 257 w 624"/>
                <a:gd name="T63" fmla="*/ 2330 h 1856"/>
                <a:gd name="T64" fmla="*/ 303 w 624"/>
                <a:gd name="T65" fmla="*/ 1891 h 1856"/>
                <a:gd name="T66" fmla="*/ 352 w 624"/>
                <a:gd name="T67" fmla="*/ 1529 h 1856"/>
                <a:gd name="T68" fmla="*/ 413 w 624"/>
                <a:gd name="T69" fmla="*/ 1243 h 1856"/>
                <a:gd name="T70" fmla="*/ 513 w 624"/>
                <a:gd name="T71" fmla="*/ 954 h 1856"/>
                <a:gd name="T72" fmla="*/ 697 w 624"/>
                <a:gd name="T73" fmla="*/ 1095 h 1856"/>
                <a:gd name="T74" fmla="*/ 778 w 624"/>
                <a:gd name="T75" fmla="*/ 1139 h 1856"/>
                <a:gd name="T76" fmla="*/ 776 w 624"/>
                <a:gd name="T77" fmla="*/ 1195 h 1856"/>
                <a:gd name="T78" fmla="*/ 773 w 624"/>
                <a:gd name="T79" fmla="*/ 1220 h 1856"/>
                <a:gd name="T80" fmla="*/ 776 w 624"/>
                <a:gd name="T81" fmla="*/ 2556 h 1856"/>
                <a:gd name="T82" fmla="*/ 822 w 624"/>
                <a:gd name="T83" fmla="*/ 1221 h 1856"/>
                <a:gd name="T84" fmla="*/ 882 w 624"/>
                <a:gd name="T85" fmla="*/ 1129 h 1856"/>
                <a:gd name="T86" fmla="*/ 836 w 624"/>
                <a:gd name="T87" fmla="*/ 1189 h 1856"/>
                <a:gd name="T88" fmla="*/ 822 w 624"/>
                <a:gd name="T89" fmla="*/ 1195 h 1856"/>
                <a:gd name="T90" fmla="*/ 836 w 624"/>
                <a:gd name="T91" fmla="*/ 1189 h 1856"/>
                <a:gd name="T92" fmla="*/ 809 w 624"/>
                <a:gd name="T93" fmla="*/ 1134 h 1856"/>
                <a:gd name="T94" fmla="*/ 839 w 624"/>
                <a:gd name="T95" fmla="*/ 1167 h 185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0" t="0" r="r" b="b"/>
              <a:pathLst>
                <a:path w="624" h="1856">
                  <a:moveTo>
                    <a:pt x="605" y="784"/>
                  </a:moveTo>
                  <a:cubicBezTo>
                    <a:pt x="584" y="780"/>
                    <a:pt x="573" y="766"/>
                    <a:pt x="545" y="752"/>
                  </a:cubicBezTo>
                  <a:cubicBezTo>
                    <a:pt x="515" y="737"/>
                    <a:pt x="499" y="714"/>
                    <a:pt x="462" y="678"/>
                  </a:cubicBezTo>
                  <a:cubicBezTo>
                    <a:pt x="424" y="641"/>
                    <a:pt x="419" y="644"/>
                    <a:pt x="373" y="596"/>
                  </a:cubicBezTo>
                  <a:cubicBezTo>
                    <a:pt x="370" y="592"/>
                    <a:pt x="366" y="589"/>
                    <a:pt x="363" y="584"/>
                  </a:cubicBezTo>
                  <a:cubicBezTo>
                    <a:pt x="372" y="574"/>
                    <a:pt x="373" y="555"/>
                    <a:pt x="348" y="513"/>
                  </a:cubicBezTo>
                  <a:cubicBezTo>
                    <a:pt x="327" y="478"/>
                    <a:pt x="313" y="446"/>
                    <a:pt x="301" y="417"/>
                  </a:cubicBezTo>
                  <a:cubicBezTo>
                    <a:pt x="292" y="397"/>
                    <a:pt x="288" y="393"/>
                    <a:pt x="292" y="376"/>
                  </a:cubicBezTo>
                  <a:cubicBezTo>
                    <a:pt x="296" y="359"/>
                    <a:pt x="295" y="352"/>
                    <a:pt x="298" y="339"/>
                  </a:cubicBezTo>
                  <a:cubicBezTo>
                    <a:pt x="301" y="326"/>
                    <a:pt x="318" y="316"/>
                    <a:pt x="342" y="330"/>
                  </a:cubicBezTo>
                  <a:cubicBezTo>
                    <a:pt x="367" y="345"/>
                    <a:pt x="398" y="376"/>
                    <a:pt x="414" y="363"/>
                  </a:cubicBezTo>
                  <a:cubicBezTo>
                    <a:pt x="430" y="350"/>
                    <a:pt x="416" y="346"/>
                    <a:pt x="423" y="334"/>
                  </a:cubicBezTo>
                  <a:cubicBezTo>
                    <a:pt x="429" y="323"/>
                    <a:pt x="433" y="323"/>
                    <a:pt x="438" y="315"/>
                  </a:cubicBezTo>
                  <a:cubicBezTo>
                    <a:pt x="443" y="307"/>
                    <a:pt x="445" y="312"/>
                    <a:pt x="451" y="316"/>
                  </a:cubicBezTo>
                  <a:cubicBezTo>
                    <a:pt x="457" y="320"/>
                    <a:pt x="481" y="323"/>
                    <a:pt x="478" y="300"/>
                  </a:cubicBezTo>
                  <a:cubicBezTo>
                    <a:pt x="476" y="276"/>
                    <a:pt x="470" y="270"/>
                    <a:pt x="470" y="257"/>
                  </a:cubicBezTo>
                  <a:cubicBezTo>
                    <a:pt x="471" y="243"/>
                    <a:pt x="477" y="235"/>
                    <a:pt x="477" y="229"/>
                  </a:cubicBezTo>
                  <a:cubicBezTo>
                    <a:pt x="476" y="223"/>
                    <a:pt x="477" y="213"/>
                    <a:pt x="477" y="213"/>
                  </a:cubicBezTo>
                  <a:cubicBezTo>
                    <a:pt x="477" y="213"/>
                    <a:pt x="482" y="200"/>
                    <a:pt x="480" y="190"/>
                  </a:cubicBezTo>
                  <a:cubicBezTo>
                    <a:pt x="477" y="180"/>
                    <a:pt x="484" y="128"/>
                    <a:pt x="471" y="110"/>
                  </a:cubicBezTo>
                  <a:cubicBezTo>
                    <a:pt x="471" y="110"/>
                    <a:pt x="482" y="64"/>
                    <a:pt x="422" y="33"/>
                  </a:cubicBezTo>
                  <a:cubicBezTo>
                    <a:pt x="362" y="1"/>
                    <a:pt x="296" y="33"/>
                    <a:pt x="279" y="41"/>
                  </a:cubicBezTo>
                  <a:cubicBezTo>
                    <a:pt x="279" y="41"/>
                    <a:pt x="223" y="0"/>
                    <a:pt x="198" y="55"/>
                  </a:cubicBezTo>
                  <a:cubicBezTo>
                    <a:pt x="172" y="111"/>
                    <a:pt x="232" y="127"/>
                    <a:pt x="232" y="127"/>
                  </a:cubicBezTo>
                  <a:cubicBezTo>
                    <a:pt x="232" y="127"/>
                    <a:pt x="229" y="160"/>
                    <a:pt x="239" y="171"/>
                  </a:cubicBezTo>
                  <a:cubicBezTo>
                    <a:pt x="239" y="171"/>
                    <a:pt x="245" y="190"/>
                    <a:pt x="238" y="199"/>
                  </a:cubicBezTo>
                  <a:cubicBezTo>
                    <a:pt x="231" y="207"/>
                    <a:pt x="225" y="211"/>
                    <a:pt x="219" y="220"/>
                  </a:cubicBezTo>
                  <a:cubicBezTo>
                    <a:pt x="213" y="229"/>
                    <a:pt x="193" y="229"/>
                    <a:pt x="180" y="250"/>
                  </a:cubicBezTo>
                  <a:cubicBezTo>
                    <a:pt x="168" y="272"/>
                    <a:pt x="80" y="272"/>
                    <a:pt x="40" y="377"/>
                  </a:cubicBezTo>
                  <a:cubicBezTo>
                    <a:pt x="0" y="483"/>
                    <a:pt x="13" y="568"/>
                    <a:pt x="29" y="635"/>
                  </a:cubicBezTo>
                  <a:cubicBezTo>
                    <a:pt x="45" y="702"/>
                    <a:pt x="37" y="738"/>
                    <a:pt x="23" y="767"/>
                  </a:cubicBezTo>
                  <a:cubicBezTo>
                    <a:pt x="9" y="795"/>
                    <a:pt x="26" y="853"/>
                    <a:pt x="55" y="896"/>
                  </a:cubicBezTo>
                  <a:cubicBezTo>
                    <a:pt x="63" y="908"/>
                    <a:pt x="69" y="928"/>
                    <a:pt x="73" y="950"/>
                  </a:cubicBezTo>
                  <a:cubicBezTo>
                    <a:pt x="77" y="997"/>
                    <a:pt x="69" y="1058"/>
                    <a:pt x="70" y="1085"/>
                  </a:cubicBezTo>
                  <a:cubicBezTo>
                    <a:pt x="72" y="1110"/>
                    <a:pt x="80" y="1226"/>
                    <a:pt x="88" y="1276"/>
                  </a:cubicBezTo>
                  <a:cubicBezTo>
                    <a:pt x="93" y="1312"/>
                    <a:pt x="84" y="1316"/>
                    <a:pt x="90" y="1340"/>
                  </a:cubicBezTo>
                  <a:cubicBezTo>
                    <a:pt x="97" y="1364"/>
                    <a:pt x="84" y="1385"/>
                    <a:pt x="80" y="1422"/>
                  </a:cubicBezTo>
                  <a:cubicBezTo>
                    <a:pt x="72" y="1495"/>
                    <a:pt x="90" y="1553"/>
                    <a:pt x="93" y="1599"/>
                  </a:cubicBezTo>
                  <a:cubicBezTo>
                    <a:pt x="96" y="1646"/>
                    <a:pt x="100" y="1696"/>
                    <a:pt x="86" y="1716"/>
                  </a:cubicBezTo>
                  <a:cubicBezTo>
                    <a:pt x="73" y="1736"/>
                    <a:pt x="56" y="1780"/>
                    <a:pt x="81" y="1784"/>
                  </a:cubicBezTo>
                  <a:cubicBezTo>
                    <a:pt x="84" y="1784"/>
                    <a:pt x="87" y="1784"/>
                    <a:pt x="90" y="1784"/>
                  </a:cubicBezTo>
                  <a:cubicBezTo>
                    <a:pt x="79" y="1807"/>
                    <a:pt x="71" y="1838"/>
                    <a:pt x="93" y="1842"/>
                  </a:cubicBezTo>
                  <a:cubicBezTo>
                    <a:pt x="120" y="1846"/>
                    <a:pt x="155" y="1829"/>
                    <a:pt x="179" y="1832"/>
                  </a:cubicBezTo>
                  <a:cubicBezTo>
                    <a:pt x="203" y="1834"/>
                    <a:pt x="268" y="1853"/>
                    <a:pt x="284" y="1845"/>
                  </a:cubicBezTo>
                  <a:cubicBezTo>
                    <a:pt x="290" y="1850"/>
                    <a:pt x="301" y="1853"/>
                    <a:pt x="306" y="1855"/>
                  </a:cubicBezTo>
                  <a:cubicBezTo>
                    <a:pt x="310" y="1855"/>
                    <a:pt x="313" y="1853"/>
                    <a:pt x="316" y="1853"/>
                  </a:cubicBezTo>
                  <a:cubicBezTo>
                    <a:pt x="317" y="1853"/>
                    <a:pt x="319" y="1855"/>
                    <a:pt x="320" y="1855"/>
                  </a:cubicBezTo>
                  <a:cubicBezTo>
                    <a:pt x="322" y="1856"/>
                    <a:pt x="324" y="1856"/>
                    <a:pt x="327" y="1856"/>
                  </a:cubicBezTo>
                  <a:cubicBezTo>
                    <a:pt x="330" y="1856"/>
                    <a:pt x="344" y="1853"/>
                    <a:pt x="339" y="1847"/>
                  </a:cubicBezTo>
                  <a:cubicBezTo>
                    <a:pt x="344" y="1846"/>
                    <a:pt x="350" y="1848"/>
                    <a:pt x="354" y="1844"/>
                  </a:cubicBezTo>
                  <a:cubicBezTo>
                    <a:pt x="355" y="1843"/>
                    <a:pt x="355" y="1843"/>
                    <a:pt x="356" y="1842"/>
                  </a:cubicBezTo>
                  <a:cubicBezTo>
                    <a:pt x="357" y="1842"/>
                    <a:pt x="359" y="1842"/>
                    <a:pt x="361" y="1842"/>
                  </a:cubicBezTo>
                  <a:cubicBezTo>
                    <a:pt x="378" y="1839"/>
                    <a:pt x="369" y="1822"/>
                    <a:pt x="367" y="1813"/>
                  </a:cubicBezTo>
                  <a:cubicBezTo>
                    <a:pt x="364" y="1804"/>
                    <a:pt x="348" y="1809"/>
                    <a:pt x="348" y="1809"/>
                  </a:cubicBezTo>
                  <a:cubicBezTo>
                    <a:pt x="348" y="1809"/>
                    <a:pt x="321" y="1817"/>
                    <a:pt x="308" y="1809"/>
                  </a:cubicBezTo>
                  <a:cubicBezTo>
                    <a:pt x="303" y="1805"/>
                    <a:pt x="290" y="1797"/>
                    <a:pt x="275" y="1786"/>
                  </a:cubicBezTo>
                  <a:cubicBezTo>
                    <a:pt x="282" y="1789"/>
                    <a:pt x="289" y="1795"/>
                    <a:pt x="297" y="1789"/>
                  </a:cubicBezTo>
                  <a:cubicBezTo>
                    <a:pt x="311" y="1780"/>
                    <a:pt x="315" y="1786"/>
                    <a:pt x="331" y="1784"/>
                  </a:cubicBezTo>
                  <a:cubicBezTo>
                    <a:pt x="347" y="1781"/>
                    <a:pt x="339" y="1765"/>
                    <a:pt x="336" y="1757"/>
                  </a:cubicBezTo>
                  <a:cubicBezTo>
                    <a:pt x="333" y="1749"/>
                    <a:pt x="319" y="1753"/>
                    <a:pt x="319" y="1753"/>
                  </a:cubicBezTo>
                  <a:cubicBezTo>
                    <a:pt x="319" y="1753"/>
                    <a:pt x="293" y="1761"/>
                    <a:pt x="281" y="1753"/>
                  </a:cubicBezTo>
                  <a:cubicBezTo>
                    <a:pt x="269" y="1745"/>
                    <a:pt x="211" y="1705"/>
                    <a:pt x="193" y="1689"/>
                  </a:cubicBezTo>
                  <a:cubicBezTo>
                    <a:pt x="188" y="1684"/>
                    <a:pt x="183" y="1679"/>
                    <a:pt x="179" y="1673"/>
                  </a:cubicBezTo>
                  <a:cubicBezTo>
                    <a:pt x="179" y="1672"/>
                    <a:pt x="179" y="1671"/>
                    <a:pt x="179" y="1670"/>
                  </a:cubicBezTo>
                  <a:cubicBezTo>
                    <a:pt x="178" y="1643"/>
                    <a:pt x="209" y="1472"/>
                    <a:pt x="206" y="1440"/>
                  </a:cubicBezTo>
                  <a:cubicBezTo>
                    <a:pt x="203" y="1407"/>
                    <a:pt x="233" y="1409"/>
                    <a:pt x="212" y="1355"/>
                  </a:cubicBezTo>
                  <a:cubicBezTo>
                    <a:pt x="201" y="1326"/>
                    <a:pt x="216" y="1302"/>
                    <a:pt x="219" y="1284"/>
                  </a:cubicBezTo>
                  <a:cubicBezTo>
                    <a:pt x="222" y="1265"/>
                    <a:pt x="254" y="1169"/>
                    <a:pt x="246" y="1095"/>
                  </a:cubicBezTo>
                  <a:cubicBezTo>
                    <a:pt x="242" y="1053"/>
                    <a:pt x="259" y="969"/>
                    <a:pt x="266" y="954"/>
                  </a:cubicBezTo>
                  <a:cubicBezTo>
                    <a:pt x="274" y="940"/>
                    <a:pt x="289" y="927"/>
                    <a:pt x="289" y="890"/>
                  </a:cubicBezTo>
                  <a:cubicBezTo>
                    <a:pt x="289" y="890"/>
                    <a:pt x="353" y="867"/>
                    <a:pt x="364" y="738"/>
                  </a:cubicBezTo>
                  <a:cubicBezTo>
                    <a:pt x="365" y="716"/>
                    <a:pt x="363" y="698"/>
                    <a:pt x="359" y="684"/>
                  </a:cubicBezTo>
                  <a:cubicBezTo>
                    <a:pt x="388" y="703"/>
                    <a:pt x="438" y="730"/>
                    <a:pt x="455" y="744"/>
                  </a:cubicBezTo>
                  <a:cubicBezTo>
                    <a:pt x="475" y="761"/>
                    <a:pt x="481" y="760"/>
                    <a:pt x="487" y="785"/>
                  </a:cubicBezTo>
                  <a:cubicBezTo>
                    <a:pt x="494" y="810"/>
                    <a:pt x="505" y="823"/>
                    <a:pt x="529" y="819"/>
                  </a:cubicBezTo>
                  <a:cubicBezTo>
                    <a:pt x="534" y="818"/>
                    <a:pt x="539" y="817"/>
                    <a:pt x="544" y="816"/>
                  </a:cubicBezTo>
                  <a:cubicBezTo>
                    <a:pt x="536" y="820"/>
                    <a:pt x="531" y="828"/>
                    <a:pt x="531" y="836"/>
                  </a:cubicBezTo>
                  <a:cubicBezTo>
                    <a:pt x="531" y="845"/>
                    <a:pt x="536" y="852"/>
                    <a:pt x="543" y="856"/>
                  </a:cubicBezTo>
                  <a:cubicBezTo>
                    <a:pt x="543" y="865"/>
                    <a:pt x="543" y="865"/>
                    <a:pt x="543" y="865"/>
                  </a:cubicBezTo>
                  <a:cubicBezTo>
                    <a:pt x="536" y="866"/>
                    <a:pt x="532" y="871"/>
                    <a:pt x="541" y="874"/>
                  </a:cubicBezTo>
                  <a:cubicBezTo>
                    <a:pt x="541" y="874"/>
                    <a:pt x="542" y="875"/>
                    <a:pt x="543" y="875"/>
                  </a:cubicBezTo>
                  <a:cubicBezTo>
                    <a:pt x="543" y="1832"/>
                    <a:pt x="543" y="1832"/>
                    <a:pt x="543" y="1832"/>
                  </a:cubicBezTo>
                  <a:cubicBezTo>
                    <a:pt x="575" y="1832"/>
                    <a:pt x="575" y="1832"/>
                    <a:pt x="575" y="1832"/>
                  </a:cubicBezTo>
                  <a:cubicBezTo>
                    <a:pt x="575" y="875"/>
                    <a:pt x="575" y="875"/>
                    <a:pt x="575" y="875"/>
                  </a:cubicBezTo>
                  <a:cubicBezTo>
                    <a:pt x="588" y="871"/>
                    <a:pt x="595" y="862"/>
                    <a:pt x="596" y="853"/>
                  </a:cubicBezTo>
                  <a:cubicBezTo>
                    <a:pt x="597" y="837"/>
                    <a:pt x="606" y="828"/>
                    <a:pt x="617" y="809"/>
                  </a:cubicBezTo>
                  <a:cubicBezTo>
                    <a:pt x="623" y="799"/>
                    <a:pt x="624" y="787"/>
                    <a:pt x="605" y="784"/>
                  </a:cubicBezTo>
                  <a:close/>
                  <a:moveTo>
                    <a:pt x="585" y="852"/>
                  </a:moveTo>
                  <a:cubicBezTo>
                    <a:pt x="584" y="855"/>
                    <a:pt x="580" y="857"/>
                    <a:pt x="575" y="859"/>
                  </a:cubicBezTo>
                  <a:cubicBezTo>
                    <a:pt x="575" y="856"/>
                    <a:pt x="575" y="856"/>
                    <a:pt x="575" y="856"/>
                  </a:cubicBezTo>
                  <a:cubicBezTo>
                    <a:pt x="580" y="853"/>
                    <a:pt x="584" y="848"/>
                    <a:pt x="586" y="843"/>
                  </a:cubicBezTo>
                  <a:cubicBezTo>
                    <a:pt x="585" y="846"/>
                    <a:pt x="585" y="849"/>
                    <a:pt x="585" y="852"/>
                  </a:cubicBezTo>
                  <a:close/>
                  <a:moveTo>
                    <a:pt x="587" y="836"/>
                  </a:moveTo>
                  <a:cubicBezTo>
                    <a:pt x="587" y="825"/>
                    <a:pt x="577" y="816"/>
                    <a:pt x="565" y="813"/>
                  </a:cubicBezTo>
                  <a:cubicBezTo>
                    <a:pt x="579" y="812"/>
                    <a:pt x="589" y="811"/>
                    <a:pt x="589" y="814"/>
                  </a:cubicBezTo>
                  <a:cubicBezTo>
                    <a:pt x="589" y="818"/>
                    <a:pt x="588" y="827"/>
                    <a:pt x="587" y="836"/>
                  </a:cubicBezTo>
                  <a:close/>
                </a:path>
              </a:pathLst>
            </a:custGeom>
            <a:solidFill>
              <a:srgbClr val="B1DF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64533" name="Freeform 62">
              <a:extLst>
                <a:ext uri="{FF2B5EF4-FFF2-40B4-BE49-F238E27FC236}">
                  <a16:creationId xmlns:a16="http://schemas.microsoft.com/office/drawing/2014/main" id="{1297D172-505D-4B4A-A4EE-0B918D1D40C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605" y="922"/>
              <a:ext cx="703" cy="2074"/>
            </a:xfrm>
            <a:custGeom>
              <a:avLst/>
              <a:gdLst>
                <a:gd name="T0" fmla="*/ 780 w 624"/>
                <a:gd name="T1" fmla="*/ 1049 h 1856"/>
                <a:gd name="T2" fmla="*/ 533 w 624"/>
                <a:gd name="T3" fmla="*/ 831 h 1856"/>
                <a:gd name="T4" fmla="*/ 498 w 624"/>
                <a:gd name="T5" fmla="*/ 715 h 1856"/>
                <a:gd name="T6" fmla="*/ 418 w 624"/>
                <a:gd name="T7" fmla="*/ 524 h 1856"/>
                <a:gd name="T8" fmla="*/ 489 w 624"/>
                <a:gd name="T9" fmla="*/ 460 h 1856"/>
                <a:gd name="T10" fmla="*/ 605 w 624"/>
                <a:gd name="T11" fmla="*/ 466 h 1856"/>
                <a:gd name="T12" fmla="*/ 644 w 624"/>
                <a:gd name="T13" fmla="*/ 440 h 1856"/>
                <a:gd name="T14" fmla="*/ 673 w 624"/>
                <a:gd name="T15" fmla="*/ 359 h 1856"/>
                <a:gd name="T16" fmla="*/ 682 w 624"/>
                <a:gd name="T17" fmla="*/ 297 h 1856"/>
                <a:gd name="T18" fmla="*/ 674 w 624"/>
                <a:gd name="T19" fmla="*/ 153 h 1856"/>
                <a:gd name="T20" fmla="*/ 399 w 624"/>
                <a:gd name="T21" fmla="*/ 57 h 1856"/>
                <a:gd name="T22" fmla="*/ 331 w 624"/>
                <a:gd name="T23" fmla="*/ 178 h 1856"/>
                <a:gd name="T24" fmla="*/ 340 w 624"/>
                <a:gd name="T25" fmla="*/ 277 h 1856"/>
                <a:gd name="T26" fmla="*/ 258 w 624"/>
                <a:gd name="T27" fmla="*/ 349 h 1856"/>
                <a:gd name="T28" fmla="*/ 42 w 624"/>
                <a:gd name="T29" fmla="*/ 886 h 1856"/>
                <a:gd name="T30" fmla="*/ 79 w 624"/>
                <a:gd name="T31" fmla="*/ 1250 h 1856"/>
                <a:gd name="T32" fmla="*/ 100 w 624"/>
                <a:gd name="T33" fmla="*/ 1513 h 1856"/>
                <a:gd name="T34" fmla="*/ 128 w 624"/>
                <a:gd name="T35" fmla="*/ 1870 h 1856"/>
                <a:gd name="T36" fmla="*/ 133 w 624"/>
                <a:gd name="T37" fmla="*/ 2232 h 1856"/>
                <a:gd name="T38" fmla="*/ 116 w 624"/>
                <a:gd name="T39" fmla="*/ 2490 h 1856"/>
                <a:gd name="T40" fmla="*/ 133 w 624"/>
                <a:gd name="T41" fmla="*/ 2570 h 1856"/>
                <a:gd name="T42" fmla="*/ 407 w 624"/>
                <a:gd name="T43" fmla="*/ 2575 h 1856"/>
                <a:gd name="T44" fmla="*/ 452 w 624"/>
                <a:gd name="T45" fmla="*/ 2586 h 1856"/>
                <a:gd name="T46" fmla="*/ 468 w 624"/>
                <a:gd name="T47" fmla="*/ 2590 h 1856"/>
                <a:gd name="T48" fmla="*/ 507 w 624"/>
                <a:gd name="T49" fmla="*/ 2574 h 1856"/>
                <a:gd name="T50" fmla="*/ 517 w 624"/>
                <a:gd name="T51" fmla="*/ 2570 h 1856"/>
                <a:gd name="T52" fmla="*/ 498 w 624"/>
                <a:gd name="T53" fmla="*/ 2523 h 1856"/>
                <a:gd name="T54" fmla="*/ 393 w 624"/>
                <a:gd name="T55" fmla="*/ 2492 h 1856"/>
                <a:gd name="T56" fmla="*/ 473 w 624"/>
                <a:gd name="T57" fmla="*/ 2490 h 1856"/>
                <a:gd name="T58" fmla="*/ 455 w 624"/>
                <a:gd name="T59" fmla="*/ 2446 h 1856"/>
                <a:gd name="T60" fmla="*/ 275 w 624"/>
                <a:gd name="T61" fmla="*/ 2357 h 1856"/>
                <a:gd name="T62" fmla="*/ 257 w 624"/>
                <a:gd name="T63" fmla="*/ 2330 h 1856"/>
                <a:gd name="T64" fmla="*/ 303 w 624"/>
                <a:gd name="T65" fmla="*/ 1891 h 1856"/>
                <a:gd name="T66" fmla="*/ 352 w 624"/>
                <a:gd name="T67" fmla="*/ 1529 h 1856"/>
                <a:gd name="T68" fmla="*/ 413 w 624"/>
                <a:gd name="T69" fmla="*/ 1243 h 1856"/>
                <a:gd name="T70" fmla="*/ 513 w 624"/>
                <a:gd name="T71" fmla="*/ 954 h 1856"/>
                <a:gd name="T72" fmla="*/ 697 w 624"/>
                <a:gd name="T73" fmla="*/ 1095 h 1856"/>
                <a:gd name="T74" fmla="*/ 778 w 624"/>
                <a:gd name="T75" fmla="*/ 1139 h 1856"/>
                <a:gd name="T76" fmla="*/ 776 w 624"/>
                <a:gd name="T77" fmla="*/ 1195 h 1856"/>
                <a:gd name="T78" fmla="*/ 773 w 624"/>
                <a:gd name="T79" fmla="*/ 1220 h 1856"/>
                <a:gd name="T80" fmla="*/ 776 w 624"/>
                <a:gd name="T81" fmla="*/ 2556 h 1856"/>
                <a:gd name="T82" fmla="*/ 822 w 624"/>
                <a:gd name="T83" fmla="*/ 1221 h 1856"/>
                <a:gd name="T84" fmla="*/ 882 w 624"/>
                <a:gd name="T85" fmla="*/ 1129 h 1856"/>
                <a:gd name="T86" fmla="*/ 836 w 624"/>
                <a:gd name="T87" fmla="*/ 1189 h 1856"/>
                <a:gd name="T88" fmla="*/ 822 w 624"/>
                <a:gd name="T89" fmla="*/ 1195 h 1856"/>
                <a:gd name="T90" fmla="*/ 836 w 624"/>
                <a:gd name="T91" fmla="*/ 1189 h 1856"/>
                <a:gd name="T92" fmla="*/ 809 w 624"/>
                <a:gd name="T93" fmla="*/ 1134 h 1856"/>
                <a:gd name="T94" fmla="*/ 839 w 624"/>
                <a:gd name="T95" fmla="*/ 1167 h 185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0" t="0" r="r" b="b"/>
              <a:pathLst>
                <a:path w="624" h="1856">
                  <a:moveTo>
                    <a:pt x="605" y="784"/>
                  </a:moveTo>
                  <a:cubicBezTo>
                    <a:pt x="584" y="780"/>
                    <a:pt x="573" y="766"/>
                    <a:pt x="545" y="752"/>
                  </a:cubicBezTo>
                  <a:cubicBezTo>
                    <a:pt x="515" y="737"/>
                    <a:pt x="499" y="714"/>
                    <a:pt x="462" y="678"/>
                  </a:cubicBezTo>
                  <a:cubicBezTo>
                    <a:pt x="424" y="641"/>
                    <a:pt x="419" y="644"/>
                    <a:pt x="373" y="596"/>
                  </a:cubicBezTo>
                  <a:cubicBezTo>
                    <a:pt x="370" y="592"/>
                    <a:pt x="366" y="589"/>
                    <a:pt x="363" y="584"/>
                  </a:cubicBezTo>
                  <a:cubicBezTo>
                    <a:pt x="372" y="574"/>
                    <a:pt x="373" y="555"/>
                    <a:pt x="348" y="513"/>
                  </a:cubicBezTo>
                  <a:cubicBezTo>
                    <a:pt x="327" y="478"/>
                    <a:pt x="313" y="446"/>
                    <a:pt x="301" y="417"/>
                  </a:cubicBezTo>
                  <a:cubicBezTo>
                    <a:pt x="292" y="397"/>
                    <a:pt x="288" y="393"/>
                    <a:pt x="292" y="376"/>
                  </a:cubicBezTo>
                  <a:cubicBezTo>
                    <a:pt x="296" y="359"/>
                    <a:pt x="295" y="352"/>
                    <a:pt x="298" y="339"/>
                  </a:cubicBezTo>
                  <a:cubicBezTo>
                    <a:pt x="301" y="326"/>
                    <a:pt x="318" y="316"/>
                    <a:pt x="342" y="330"/>
                  </a:cubicBezTo>
                  <a:cubicBezTo>
                    <a:pt x="367" y="345"/>
                    <a:pt x="398" y="376"/>
                    <a:pt x="414" y="363"/>
                  </a:cubicBezTo>
                  <a:cubicBezTo>
                    <a:pt x="430" y="350"/>
                    <a:pt x="416" y="346"/>
                    <a:pt x="423" y="334"/>
                  </a:cubicBezTo>
                  <a:cubicBezTo>
                    <a:pt x="429" y="323"/>
                    <a:pt x="433" y="323"/>
                    <a:pt x="438" y="315"/>
                  </a:cubicBezTo>
                  <a:cubicBezTo>
                    <a:pt x="443" y="307"/>
                    <a:pt x="445" y="312"/>
                    <a:pt x="451" y="316"/>
                  </a:cubicBezTo>
                  <a:cubicBezTo>
                    <a:pt x="457" y="320"/>
                    <a:pt x="481" y="323"/>
                    <a:pt x="478" y="300"/>
                  </a:cubicBezTo>
                  <a:cubicBezTo>
                    <a:pt x="476" y="276"/>
                    <a:pt x="470" y="270"/>
                    <a:pt x="470" y="257"/>
                  </a:cubicBezTo>
                  <a:cubicBezTo>
                    <a:pt x="471" y="243"/>
                    <a:pt x="477" y="235"/>
                    <a:pt x="477" y="229"/>
                  </a:cubicBezTo>
                  <a:cubicBezTo>
                    <a:pt x="476" y="223"/>
                    <a:pt x="477" y="213"/>
                    <a:pt x="477" y="213"/>
                  </a:cubicBezTo>
                  <a:cubicBezTo>
                    <a:pt x="477" y="213"/>
                    <a:pt x="482" y="200"/>
                    <a:pt x="480" y="190"/>
                  </a:cubicBezTo>
                  <a:cubicBezTo>
                    <a:pt x="477" y="180"/>
                    <a:pt x="484" y="128"/>
                    <a:pt x="471" y="110"/>
                  </a:cubicBezTo>
                  <a:cubicBezTo>
                    <a:pt x="471" y="110"/>
                    <a:pt x="482" y="64"/>
                    <a:pt x="422" y="33"/>
                  </a:cubicBezTo>
                  <a:cubicBezTo>
                    <a:pt x="362" y="1"/>
                    <a:pt x="296" y="33"/>
                    <a:pt x="279" y="41"/>
                  </a:cubicBezTo>
                  <a:cubicBezTo>
                    <a:pt x="279" y="41"/>
                    <a:pt x="223" y="0"/>
                    <a:pt x="198" y="55"/>
                  </a:cubicBezTo>
                  <a:cubicBezTo>
                    <a:pt x="172" y="111"/>
                    <a:pt x="232" y="127"/>
                    <a:pt x="232" y="127"/>
                  </a:cubicBezTo>
                  <a:cubicBezTo>
                    <a:pt x="232" y="127"/>
                    <a:pt x="229" y="160"/>
                    <a:pt x="239" y="171"/>
                  </a:cubicBezTo>
                  <a:cubicBezTo>
                    <a:pt x="239" y="171"/>
                    <a:pt x="245" y="190"/>
                    <a:pt x="238" y="199"/>
                  </a:cubicBezTo>
                  <a:cubicBezTo>
                    <a:pt x="231" y="207"/>
                    <a:pt x="225" y="211"/>
                    <a:pt x="219" y="220"/>
                  </a:cubicBezTo>
                  <a:cubicBezTo>
                    <a:pt x="213" y="229"/>
                    <a:pt x="193" y="229"/>
                    <a:pt x="180" y="250"/>
                  </a:cubicBezTo>
                  <a:cubicBezTo>
                    <a:pt x="168" y="272"/>
                    <a:pt x="80" y="272"/>
                    <a:pt x="40" y="377"/>
                  </a:cubicBezTo>
                  <a:cubicBezTo>
                    <a:pt x="0" y="483"/>
                    <a:pt x="13" y="568"/>
                    <a:pt x="29" y="635"/>
                  </a:cubicBezTo>
                  <a:cubicBezTo>
                    <a:pt x="45" y="702"/>
                    <a:pt x="37" y="738"/>
                    <a:pt x="23" y="767"/>
                  </a:cubicBezTo>
                  <a:cubicBezTo>
                    <a:pt x="9" y="795"/>
                    <a:pt x="26" y="853"/>
                    <a:pt x="55" y="896"/>
                  </a:cubicBezTo>
                  <a:cubicBezTo>
                    <a:pt x="63" y="908"/>
                    <a:pt x="69" y="928"/>
                    <a:pt x="73" y="950"/>
                  </a:cubicBezTo>
                  <a:cubicBezTo>
                    <a:pt x="77" y="997"/>
                    <a:pt x="69" y="1058"/>
                    <a:pt x="70" y="1085"/>
                  </a:cubicBezTo>
                  <a:cubicBezTo>
                    <a:pt x="72" y="1110"/>
                    <a:pt x="80" y="1226"/>
                    <a:pt x="88" y="1276"/>
                  </a:cubicBezTo>
                  <a:cubicBezTo>
                    <a:pt x="93" y="1312"/>
                    <a:pt x="84" y="1316"/>
                    <a:pt x="90" y="1340"/>
                  </a:cubicBezTo>
                  <a:cubicBezTo>
                    <a:pt x="97" y="1364"/>
                    <a:pt x="84" y="1385"/>
                    <a:pt x="80" y="1422"/>
                  </a:cubicBezTo>
                  <a:cubicBezTo>
                    <a:pt x="72" y="1495"/>
                    <a:pt x="90" y="1553"/>
                    <a:pt x="93" y="1599"/>
                  </a:cubicBezTo>
                  <a:cubicBezTo>
                    <a:pt x="96" y="1646"/>
                    <a:pt x="100" y="1696"/>
                    <a:pt x="86" y="1716"/>
                  </a:cubicBezTo>
                  <a:cubicBezTo>
                    <a:pt x="73" y="1736"/>
                    <a:pt x="56" y="1780"/>
                    <a:pt x="81" y="1784"/>
                  </a:cubicBezTo>
                  <a:cubicBezTo>
                    <a:pt x="84" y="1784"/>
                    <a:pt x="87" y="1784"/>
                    <a:pt x="90" y="1784"/>
                  </a:cubicBezTo>
                  <a:cubicBezTo>
                    <a:pt x="79" y="1807"/>
                    <a:pt x="71" y="1838"/>
                    <a:pt x="93" y="1842"/>
                  </a:cubicBezTo>
                  <a:cubicBezTo>
                    <a:pt x="120" y="1846"/>
                    <a:pt x="155" y="1829"/>
                    <a:pt x="179" y="1832"/>
                  </a:cubicBezTo>
                  <a:cubicBezTo>
                    <a:pt x="203" y="1834"/>
                    <a:pt x="268" y="1853"/>
                    <a:pt x="284" y="1845"/>
                  </a:cubicBezTo>
                  <a:cubicBezTo>
                    <a:pt x="290" y="1850"/>
                    <a:pt x="301" y="1853"/>
                    <a:pt x="306" y="1855"/>
                  </a:cubicBezTo>
                  <a:cubicBezTo>
                    <a:pt x="310" y="1855"/>
                    <a:pt x="313" y="1853"/>
                    <a:pt x="316" y="1853"/>
                  </a:cubicBezTo>
                  <a:cubicBezTo>
                    <a:pt x="317" y="1853"/>
                    <a:pt x="319" y="1855"/>
                    <a:pt x="320" y="1855"/>
                  </a:cubicBezTo>
                  <a:cubicBezTo>
                    <a:pt x="322" y="1856"/>
                    <a:pt x="324" y="1856"/>
                    <a:pt x="327" y="1856"/>
                  </a:cubicBezTo>
                  <a:cubicBezTo>
                    <a:pt x="330" y="1856"/>
                    <a:pt x="344" y="1853"/>
                    <a:pt x="339" y="1847"/>
                  </a:cubicBezTo>
                  <a:cubicBezTo>
                    <a:pt x="344" y="1846"/>
                    <a:pt x="350" y="1848"/>
                    <a:pt x="354" y="1844"/>
                  </a:cubicBezTo>
                  <a:cubicBezTo>
                    <a:pt x="355" y="1843"/>
                    <a:pt x="355" y="1843"/>
                    <a:pt x="356" y="1842"/>
                  </a:cubicBezTo>
                  <a:cubicBezTo>
                    <a:pt x="357" y="1842"/>
                    <a:pt x="359" y="1842"/>
                    <a:pt x="361" y="1842"/>
                  </a:cubicBezTo>
                  <a:cubicBezTo>
                    <a:pt x="378" y="1839"/>
                    <a:pt x="369" y="1822"/>
                    <a:pt x="367" y="1813"/>
                  </a:cubicBezTo>
                  <a:cubicBezTo>
                    <a:pt x="364" y="1804"/>
                    <a:pt x="348" y="1809"/>
                    <a:pt x="348" y="1809"/>
                  </a:cubicBezTo>
                  <a:cubicBezTo>
                    <a:pt x="348" y="1809"/>
                    <a:pt x="321" y="1817"/>
                    <a:pt x="308" y="1809"/>
                  </a:cubicBezTo>
                  <a:cubicBezTo>
                    <a:pt x="303" y="1805"/>
                    <a:pt x="290" y="1797"/>
                    <a:pt x="275" y="1786"/>
                  </a:cubicBezTo>
                  <a:cubicBezTo>
                    <a:pt x="282" y="1789"/>
                    <a:pt x="289" y="1795"/>
                    <a:pt x="297" y="1789"/>
                  </a:cubicBezTo>
                  <a:cubicBezTo>
                    <a:pt x="311" y="1780"/>
                    <a:pt x="315" y="1786"/>
                    <a:pt x="331" y="1784"/>
                  </a:cubicBezTo>
                  <a:cubicBezTo>
                    <a:pt x="347" y="1781"/>
                    <a:pt x="339" y="1765"/>
                    <a:pt x="336" y="1757"/>
                  </a:cubicBezTo>
                  <a:cubicBezTo>
                    <a:pt x="333" y="1749"/>
                    <a:pt x="319" y="1753"/>
                    <a:pt x="319" y="1753"/>
                  </a:cubicBezTo>
                  <a:cubicBezTo>
                    <a:pt x="319" y="1753"/>
                    <a:pt x="293" y="1761"/>
                    <a:pt x="281" y="1753"/>
                  </a:cubicBezTo>
                  <a:cubicBezTo>
                    <a:pt x="269" y="1745"/>
                    <a:pt x="211" y="1705"/>
                    <a:pt x="193" y="1689"/>
                  </a:cubicBezTo>
                  <a:cubicBezTo>
                    <a:pt x="188" y="1684"/>
                    <a:pt x="183" y="1679"/>
                    <a:pt x="179" y="1673"/>
                  </a:cubicBezTo>
                  <a:cubicBezTo>
                    <a:pt x="179" y="1672"/>
                    <a:pt x="179" y="1671"/>
                    <a:pt x="179" y="1670"/>
                  </a:cubicBezTo>
                  <a:cubicBezTo>
                    <a:pt x="178" y="1643"/>
                    <a:pt x="209" y="1472"/>
                    <a:pt x="206" y="1440"/>
                  </a:cubicBezTo>
                  <a:cubicBezTo>
                    <a:pt x="203" y="1407"/>
                    <a:pt x="233" y="1409"/>
                    <a:pt x="212" y="1355"/>
                  </a:cubicBezTo>
                  <a:cubicBezTo>
                    <a:pt x="201" y="1326"/>
                    <a:pt x="216" y="1302"/>
                    <a:pt x="219" y="1284"/>
                  </a:cubicBezTo>
                  <a:cubicBezTo>
                    <a:pt x="222" y="1265"/>
                    <a:pt x="254" y="1169"/>
                    <a:pt x="246" y="1095"/>
                  </a:cubicBezTo>
                  <a:cubicBezTo>
                    <a:pt x="242" y="1053"/>
                    <a:pt x="259" y="969"/>
                    <a:pt x="266" y="954"/>
                  </a:cubicBezTo>
                  <a:cubicBezTo>
                    <a:pt x="274" y="940"/>
                    <a:pt x="289" y="927"/>
                    <a:pt x="289" y="890"/>
                  </a:cubicBezTo>
                  <a:cubicBezTo>
                    <a:pt x="289" y="890"/>
                    <a:pt x="353" y="867"/>
                    <a:pt x="364" y="738"/>
                  </a:cubicBezTo>
                  <a:cubicBezTo>
                    <a:pt x="365" y="716"/>
                    <a:pt x="363" y="698"/>
                    <a:pt x="359" y="684"/>
                  </a:cubicBezTo>
                  <a:cubicBezTo>
                    <a:pt x="388" y="703"/>
                    <a:pt x="438" y="730"/>
                    <a:pt x="455" y="744"/>
                  </a:cubicBezTo>
                  <a:cubicBezTo>
                    <a:pt x="475" y="761"/>
                    <a:pt x="481" y="760"/>
                    <a:pt x="487" y="785"/>
                  </a:cubicBezTo>
                  <a:cubicBezTo>
                    <a:pt x="494" y="810"/>
                    <a:pt x="505" y="823"/>
                    <a:pt x="529" y="819"/>
                  </a:cubicBezTo>
                  <a:cubicBezTo>
                    <a:pt x="534" y="818"/>
                    <a:pt x="539" y="817"/>
                    <a:pt x="544" y="816"/>
                  </a:cubicBezTo>
                  <a:cubicBezTo>
                    <a:pt x="536" y="820"/>
                    <a:pt x="531" y="828"/>
                    <a:pt x="531" y="836"/>
                  </a:cubicBezTo>
                  <a:cubicBezTo>
                    <a:pt x="531" y="845"/>
                    <a:pt x="536" y="852"/>
                    <a:pt x="543" y="856"/>
                  </a:cubicBezTo>
                  <a:cubicBezTo>
                    <a:pt x="543" y="865"/>
                    <a:pt x="543" y="865"/>
                    <a:pt x="543" y="865"/>
                  </a:cubicBezTo>
                  <a:cubicBezTo>
                    <a:pt x="536" y="866"/>
                    <a:pt x="532" y="871"/>
                    <a:pt x="541" y="874"/>
                  </a:cubicBezTo>
                  <a:cubicBezTo>
                    <a:pt x="541" y="874"/>
                    <a:pt x="542" y="875"/>
                    <a:pt x="543" y="875"/>
                  </a:cubicBezTo>
                  <a:cubicBezTo>
                    <a:pt x="543" y="1832"/>
                    <a:pt x="543" y="1832"/>
                    <a:pt x="543" y="1832"/>
                  </a:cubicBezTo>
                  <a:cubicBezTo>
                    <a:pt x="575" y="1832"/>
                    <a:pt x="575" y="1832"/>
                    <a:pt x="575" y="1832"/>
                  </a:cubicBezTo>
                  <a:cubicBezTo>
                    <a:pt x="575" y="875"/>
                    <a:pt x="575" y="875"/>
                    <a:pt x="575" y="875"/>
                  </a:cubicBezTo>
                  <a:cubicBezTo>
                    <a:pt x="588" y="871"/>
                    <a:pt x="595" y="862"/>
                    <a:pt x="596" y="853"/>
                  </a:cubicBezTo>
                  <a:cubicBezTo>
                    <a:pt x="597" y="837"/>
                    <a:pt x="606" y="828"/>
                    <a:pt x="617" y="809"/>
                  </a:cubicBezTo>
                  <a:cubicBezTo>
                    <a:pt x="623" y="799"/>
                    <a:pt x="624" y="787"/>
                    <a:pt x="605" y="784"/>
                  </a:cubicBezTo>
                  <a:close/>
                  <a:moveTo>
                    <a:pt x="585" y="852"/>
                  </a:moveTo>
                  <a:cubicBezTo>
                    <a:pt x="584" y="855"/>
                    <a:pt x="580" y="857"/>
                    <a:pt x="575" y="859"/>
                  </a:cubicBezTo>
                  <a:cubicBezTo>
                    <a:pt x="575" y="856"/>
                    <a:pt x="575" y="856"/>
                    <a:pt x="575" y="856"/>
                  </a:cubicBezTo>
                  <a:cubicBezTo>
                    <a:pt x="580" y="853"/>
                    <a:pt x="584" y="848"/>
                    <a:pt x="586" y="843"/>
                  </a:cubicBezTo>
                  <a:cubicBezTo>
                    <a:pt x="585" y="846"/>
                    <a:pt x="585" y="849"/>
                    <a:pt x="585" y="852"/>
                  </a:cubicBezTo>
                  <a:close/>
                  <a:moveTo>
                    <a:pt x="587" y="836"/>
                  </a:moveTo>
                  <a:cubicBezTo>
                    <a:pt x="587" y="825"/>
                    <a:pt x="577" y="816"/>
                    <a:pt x="565" y="813"/>
                  </a:cubicBezTo>
                  <a:cubicBezTo>
                    <a:pt x="579" y="812"/>
                    <a:pt x="589" y="811"/>
                    <a:pt x="589" y="814"/>
                  </a:cubicBezTo>
                  <a:cubicBezTo>
                    <a:pt x="589" y="818"/>
                    <a:pt x="588" y="827"/>
                    <a:pt x="587" y="836"/>
                  </a:cubicBezTo>
                  <a:close/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</p:grpSp>
      <p:grpSp>
        <p:nvGrpSpPr>
          <p:cNvPr id="64517" name="elderly-man-with-cane-outline">
            <a:extLst>
              <a:ext uri="{FF2B5EF4-FFF2-40B4-BE49-F238E27FC236}">
                <a16:creationId xmlns:a16="http://schemas.microsoft.com/office/drawing/2014/main" id="{2558FD2C-84A6-4901-B2E6-79301AAD5150}"/>
              </a:ext>
            </a:extLst>
          </p:cNvPr>
          <p:cNvGrpSpPr>
            <a:grpSpLocks/>
          </p:cNvGrpSpPr>
          <p:nvPr/>
        </p:nvGrpSpPr>
        <p:grpSpPr bwMode="auto">
          <a:xfrm>
            <a:off x="7756525" y="1458913"/>
            <a:ext cx="1268413" cy="3381375"/>
            <a:chOff x="3949" y="864"/>
            <a:chExt cx="799" cy="2130"/>
          </a:xfrm>
        </p:grpSpPr>
        <p:sp>
          <p:nvSpPr>
            <p:cNvPr id="64530" name="Freeform 64">
              <a:extLst>
                <a:ext uri="{FF2B5EF4-FFF2-40B4-BE49-F238E27FC236}">
                  <a16:creationId xmlns:a16="http://schemas.microsoft.com/office/drawing/2014/main" id="{E0593077-56E8-4344-BF3E-8F2F633FAFA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949" y="864"/>
              <a:ext cx="799" cy="2130"/>
            </a:xfrm>
            <a:custGeom>
              <a:avLst/>
              <a:gdLst>
                <a:gd name="T0" fmla="*/ 869 w 698"/>
                <a:gd name="T1" fmla="*/ 1262 h 1875"/>
                <a:gd name="T2" fmla="*/ 528 w 698"/>
                <a:gd name="T3" fmla="*/ 824 h 1875"/>
                <a:gd name="T4" fmla="*/ 414 w 698"/>
                <a:gd name="T5" fmla="*/ 598 h 1875"/>
                <a:gd name="T6" fmla="*/ 414 w 698"/>
                <a:gd name="T7" fmla="*/ 484 h 1875"/>
                <a:gd name="T8" fmla="*/ 563 w 698"/>
                <a:gd name="T9" fmla="*/ 557 h 1875"/>
                <a:gd name="T10" fmla="*/ 619 w 698"/>
                <a:gd name="T11" fmla="*/ 462 h 1875"/>
                <a:gd name="T12" fmla="*/ 686 w 698"/>
                <a:gd name="T13" fmla="*/ 411 h 1875"/>
                <a:gd name="T14" fmla="*/ 687 w 698"/>
                <a:gd name="T15" fmla="*/ 287 h 1875"/>
                <a:gd name="T16" fmla="*/ 619 w 698"/>
                <a:gd name="T17" fmla="*/ 76 h 1875"/>
                <a:gd name="T18" fmla="*/ 395 w 698"/>
                <a:gd name="T19" fmla="*/ 74 h 1875"/>
                <a:gd name="T20" fmla="*/ 325 w 698"/>
                <a:gd name="T21" fmla="*/ 93 h 1875"/>
                <a:gd name="T22" fmla="*/ 304 w 698"/>
                <a:gd name="T23" fmla="*/ 140 h 1875"/>
                <a:gd name="T24" fmla="*/ 296 w 698"/>
                <a:gd name="T25" fmla="*/ 192 h 1875"/>
                <a:gd name="T26" fmla="*/ 307 w 698"/>
                <a:gd name="T27" fmla="*/ 212 h 1875"/>
                <a:gd name="T28" fmla="*/ 335 w 698"/>
                <a:gd name="T29" fmla="*/ 244 h 1875"/>
                <a:gd name="T30" fmla="*/ 335 w 698"/>
                <a:gd name="T31" fmla="*/ 274 h 1875"/>
                <a:gd name="T32" fmla="*/ 209 w 698"/>
                <a:gd name="T33" fmla="*/ 392 h 1875"/>
                <a:gd name="T34" fmla="*/ 19 w 698"/>
                <a:gd name="T35" fmla="*/ 964 h 1875"/>
                <a:gd name="T36" fmla="*/ 54 w 698"/>
                <a:gd name="T37" fmla="*/ 1302 h 1875"/>
                <a:gd name="T38" fmla="*/ 102 w 698"/>
                <a:gd name="T39" fmla="*/ 1803 h 1875"/>
                <a:gd name="T40" fmla="*/ 125 w 698"/>
                <a:gd name="T41" fmla="*/ 2030 h 1875"/>
                <a:gd name="T42" fmla="*/ 111 w 698"/>
                <a:gd name="T43" fmla="*/ 2357 h 1875"/>
                <a:gd name="T44" fmla="*/ 90 w 698"/>
                <a:gd name="T45" fmla="*/ 2583 h 1875"/>
                <a:gd name="T46" fmla="*/ 137 w 698"/>
                <a:gd name="T47" fmla="*/ 2721 h 1875"/>
                <a:gd name="T48" fmla="*/ 330 w 698"/>
                <a:gd name="T49" fmla="*/ 2705 h 1875"/>
                <a:gd name="T50" fmla="*/ 405 w 698"/>
                <a:gd name="T51" fmla="*/ 2715 h 1875"/>
                <a:gd name="T52" fmla="*/ 485 w 698"/>
                <a:gd name="T53" fmla="*/ 2731 h 1875"/>
                <a:gd name="T54" fmla="*/ 505 w 698"/>
                <a:gd name="T55" fmla="*/ 2710 h 1875"/>
                <a:gd name="T56" fmla="*/ 513 w 698"/>
                <a:gd name="T57" fmla="*/ 2656 h 1875"/>
                <a:gd name="T58" fmla="*/ 445 w 698"/>
                <a:gd name="T59" fmla="*/ 2663 h 1875"/>
                <a:gd name="T60" fmla="*/ 413 w 698"/>
                <a:gd name="T61" fmla="*/ 2649 h 1875"/>
                <a:gd name="T62" fmla="*/ 488 w 698"/>
                <a:gd name="T63" fmla="*/ 2631 h 1875"/>
                <a:gd name="T64" fmla="*/ 444 w 698"/>
                <a:gd name="T65" fmla="*/ 2604 h 1875"/>
                <a:gd name="T66" fmla="*/ 277 w 698"/>
                <a:gd name="T67" fmla="*/ 2517 h 1875"/>
                <a:gd name="T68" fmla="*/ 251 w 698"/>
                <a:gd name="T69" fmla="*/ 2384 h 1875"/>
                <a:gd name="T70" fmla="*/ 300 w 698"/>
                <a:gd name="T71" fmla="*/ 2018 h 1875"/>
                <a:gd name="T72" fmla="*/ 323 w 698"/>
                <a:gd name="T73" fmla="*/ 1623 h 1875"/>
                <a:gd name="T74" fmla="*/ 426 w 698"/>
                <a:gd name="T75" fmla="*/ 1268 h 1875"/>
                <a:gd name="T76" fmla="*/ 424 w 698"/>
                <a:gd name="T77" fmla="*/ 891 h 1875"/>
                <a:gd name="T78" fmla="*/ 561 w 698"/>
                <a:gd name="T79" fmla="*/ 1047 h 1875"/>
                <a:gd name="T80" fmla="*/ 840 w 698"/>
                <a:gd name="T81" fmla="*/ 1370 h 1875"/>
                <a:gd name="T82" fmla="*/ 900 w 698"/>
                <a:gd name="T83" fmla="*/ 1387 h 1875"/>
                <a:gd name="T84" fmla="*/ 921 w 698"/>
                <a:gd name="T85" fmla="*/ 1434 h 1875"/>
                <a:gd name="T86" fmla="*/ 958 w 698"/>
                <a:gd name="T87" fmla="*/ 2705 h 1875"/>
                <a:gd name="T88" fmla="*/ 974 w 698"/>
                <a:gd name="T89" fmla="*/ 1459 h 1875"/>
                <a:gd name="T90" fmla="*/ 990 w 698"/>
                <a:gd name="T91" fmla="*/ 1317 h 1875"/>
                <a:gd name="T92" fmla="*/ 958 w 698"/>
                <a:gd name="T93" fmla="*/ 1435 h 1875"/>
                <a:gd name="T94" fmla="*/ 967 w 698"/>
                <a:gd name="T95" fmla="*/ 1430 h 1875"/>
                <a:gd name="T96" fmla="*/ 983 w 698"/>
                <a:gd name="T97" fmla="*/ 1394 h 1875"/>
                <a:gd name="T98" fmla="*/ 926 w 698"/>
                <a:gd name="T99" fmla="*/ 1370 h 1875"/>
                <a:gd name="T100" fmla="*/ 983 w 698"/>
                <a:gd name="T101" fmla="*/ 1394 h 1875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698" h="1875">
                  <a:moveTo>
                    <a:pt x="660" y="898"/>
                  </a:moveTo>
                  <a:cubicBezTo>
                    <a:pt x="646" y="893"/>
                    <a:pt x="613" y="896"/>
                    <a:pt x="579" y="861"/>
                  </a:cubicBezTo>
                  <a:cubicBezTo>
                    <a:pt x="545" y="825"/>
                    <a:pt x="467" y="695"/>
                    <a:pt x="432" y="668"/>
                  </a:cubicBezTo>
                  <a:cubicBezTo>
                    <a:pt x="396" y="640"/>
                    <a:pt x="380" y="587"/>
                    <a:pt x="352" y="562"/>
                  </a:cubicBezTo>
                  <a:cubicBezTo>
                    <a:pt x="338" y="550"/>
                    <a:pt x="313" y="511"/>
                    <a:pt x="288" y="469"/>
                  </a:cubicBezTo>
                  <a:cubicBezTo>
                    <a:pt x="285" y="450"/>
                    <a:pt x="278" y="412"/>
                    <a:pt x="276" y="408"/>
                  </a:cubicBezTo>
                  <a:cubicBezTo>
                    <a:pt x="274" y="404"/>
                    <a:pt x="278" y="382"/>
                    <a:pt x="279" y="369"/>
                  </a:cubicBezTo>
                  <a:cubicBezTo>
                    <a:pt x="280" y="356"/>
                    <a:pt x="270" y="336"/>
                    <a:pt x="276" y="330"/>
                  </a:cubicBezTo>
                  <a:cubicBezTo>
                    <a:pt x="282" y="324"/>
                    <a:pt x="287" y="310"/>
                    <a:pt x="287" y="310"/>
                  </a:cubicBezTo>
                  <a:cubicBezTo>
                    <a:pt x="307" y="314"/>
                    <a:pt x="350" y="381"/>
                    <a:pt x="376" y="379"/>
                  </a:cubicBezTo>
                  <a:cubicBezTo>
                    <a:pt x="402" y="376"/>
                    <a:pt x="400" y="331"/>
                    <a:pt x="400" y="331"/>
                  </a:cubicBezTo>
                  <a:cubicBezTo>
                    <a:pt x="406" y="327"/>
                    <a:pt x="413" y="315"/>
                    <a:pt x="413" y="315"/>
                  </a:cubicBezTo>
                  <a:cubicBezTo>
                    <a:pt x="413" y="315"/>
                    <a:pt x="416" y="324"/>
                    <a:pt x="434" y="322"/>
                  </a:cubicBezTo>
                  <a:cubicBezTo>
                    <a:pt x="467" y="319"/>
                    <a:pt x="460" y="286"/>
                    <a:pt x="457" y="281"/>
                  </a:cubicBezTo>
                  <a:cubicBezTo>
                    <a:pt x="454" y="275"/>
                    <a:pt x="444" y="246"/>
                    <a:pt x="451" y="237"/>
                  </a:cubicBezTo>
                  <a:cubicBezTo>
                    <a:pt x="459" y="228"/>
                    <a:pt x="450" y="209"/>
                    <a:pt x="458" y="196"/>
                  </a:cubicBezTo>
                  <a:cubicBezTo>
                    <a:pt x="466" y="183"/>
                    <a:pt x="459" y="170"/>
                    <a:pt x="459" y="170"/>
                  </a:cubicBezTo>
                  <a:cubicBezTo>
                    <a:pt x="459" y="170"/>
                    <a:pt x="469" y="84"/>
                    <a:pt x="413" y="52"/>
                  </a:cubicBezTo>
                  <a:cubicBezTo>
                    <a:pt x="322" y="0"/>
                    <a:pt x="265" y="48"/>
                    <a:pt x="265" y="48"/>
                  </a:cubicBezTo>
                  <a:cubicBezTo>
                    <a:pt x="264" y="48"/>
                    <a:pt x="264" y="49"/>
                    <a:pt x="263" y="50"/>
                  </a:cubicBezTo>
                  <a:cubicBezTo>
                    <a:pt x="258" y="48"/>
                    <a:pt x="249" y="49"/>
                    <a:pt x="246" y="49"/>
                  </a:cubicBezTo>
                  <a:cubicBezTo>
                    <a:pt x="237" y="51"/>
                    <a:pt x="224" y="57"/>
                    <a:pt x="217" y="63"/>
                  </a:cubicBezTo>
                  <a:cubicBezTo>
                    <a:pt x="223" y="61"/>
                    <a:pt x="230" y="59"/>
                    <a:pt x="237" y="59"/>
                  </a:cubicBezTo>
                  <a:cubicBezTo>
                    <a:pt x="223" y="66"/>
                    <a:pt x="210" y="80"/>
                    <a:pt x="203" y="95"/>
                  </a:cubicBezTo>
                  <a:cubicBezTo>
                    <a:pt x="208" y="90"/>
                    <a:pt x="214" y="84"/>
                    <a:pt x="221" y="82"/>
                  </a:cubicBezTo>
                  <a:cubicBezTo>
                    <a:pt x="207" y="91"/>
                    <a:pt x="198" y="115"/>
                    <a:pt x="197" y="131"/>
                  </a:cubicBezTo>
                  <a:cubicBezTo>
                    <a:pt x="201" y="120"/>
                    <a:pt x="208" y="111"/>
                    <a:pt x="216" y="103"/>
                  </a:cubicBezTo>
                  <a:cubicBezTo>
                    <a:pt x="208" y="113"/>
                    <a:pt x="203" y="132"/>
                    <a:pt x="204" y="145"/>
                  </a:cubicBezTo>
                  <a:cubicBezTo>
                    <a:pt x="207" y="138"/>
                    <a:pt x="209" y="132"/>
                    <a:pt x="211" y="125"/>
                  </a:cubicBezTo>
                  <a:cubicBezTo>
                    <a:pt x="211" y="140"/>
                    <a:pt x="218" y="153"/>
                    <a:pt x="224" y="166"/>
                  </a:cubicBezTo>
                  <a:cubicBezTo>
                    <a:pt x="224" y="165"/>
                    <a:pt x="224" y="165"/>
                    <a:pt x="224" y="165"/>
                  </a:cubicBezTo>
                  <a:cubicBezTo>
                    <a:pt x="226" y="176"/>
                    <a:pt x="228" y="184"/>
                    <a:pt x="224" y="187"/>
                  </a:cubicBezTo>
                  <a:cubicBezTo>
                    <a:pt x="212" y="197"/>
                    <a:pt x="210" y="218"/>
                    <a:pt x="198" y="222"/>
                  </a:cubicBezTo>
                  <a:cubicBezTo>
                    <a:pt x="163" y="233"/>
                    <a:pt x="156" y="256"/>
                    <a:pt x="140" y="268"/>
                  </a:cubicBezTo>
                  <a:cubicBezTo>
                    <a:pt x="82" y="311"/>
                    <a:pt x="44" y="397"/>
                    <a:pt x="22" y="462"/>
                  </a:cubicBezTo>
                  <a:cubicBezTo>
                    <a:pt x="0" y="528"/>
                    <a:pt x="20" y="633"/>
                    <a:pt x="13" y="658"/>
                  </a:cubicBezTo>
                  <a:cubicBezTo>
                    <a:pt x="6" y="682"/>
                    <a:pt x="8" y="796"/>
                    <a:pt x="12" y="836"/>
                  </a:cubicBezTo>
                  <a:cubicBezTo>
                    <a:pt x="17" y="876"/>
                    <a:pt x="20" y="866"/>
                    <a:pt x="36" y="888"/>
                  </a:cubicBezTo>
                  <a:cubicBezTo>
                    <a:pt x="45" y="900"/>
                    <a:pt x="53" y="996"/>
                    <a:pt x="60" y="1085"/>
                  </a:cubicBezTo>
                  <a:cubicBezTo>
                    <a:pt x="59" y="1126"/>
                    <a:pt x="61" y="1175"/>
                    <a:pt x="68" y="1230"/>
                  </a:cubicBezTo>
                  <a:cubicBezTo>
                    <a:pt x="74" y="1271"/>
                    <a:pt x="78" y="1324"/>
                    <a:pt x="81" y="1341"/>
                  </a:cubicBezTo>
                  <a:cubicBezTo>
                    <a:pt x="85" y="1359"/>
                    <a:pt x="82" y="1365"/>
                    <a:pt x="83" y="1385"/>
                  </a:cubicBezTo>
                  <a:cubicBezTo>
                    <a:pt x="83" y="1405"/>
                    <a:pt x="71" y="1438"/>
                    <a:pt x="65" y="1471"/>
                  </a:cubicBezTo>
                  <a:cubicBezTo>
                    <a:pt x="60" y="1505"/>
                    <a:pt x="70" y="1591"/>
                    <a:pt x="74" y="1608"/>
                  </a:cubicBezTo>
                  <a:cubicBezTo>
                    <a:pt x="78" y="1625"/>
                    <a:pt x="83" y="1666"/>
                    <a:pt x="83" y="1698"/>
                  </a:cubicBezTo>
                  <a:cubicBezTo>
                    <a:pt x="83" y="1731"/>
                    <a:pt x="76" y="1726"/>
                    <a:pt x="60" y="1762"/>
                  </a:cubicBezTo>
                  <a:cubicBezTo>
                    <a:pt x="50" y="1787"/>
                    <a:pt x="56" y="1799"/>
                    <a:pt x="67" y="1805"/>
                  </a:cubicBezTo>
                  <a:cubicBezTo>
                    <a:pt x="51" y="1843"/>
                    <a:pt x="72" y="1853"/>
                    <a:pt x="92" y="1856"/>
                  </a:cubicBezTo>
                  <a:cubicBezTo>
                    <a:pt x="112" y="1858"/>
                    <a:pt x="128" y="1850"/>
                    <a:pt x="151" y="1843"/>
                  </a:cubicBezTo>
                  <a:cubicBezTo>
                    <a:pt x="174" y="1836"/>
                    <a:pt x="209" y="1832"/>
                    <a:pt x="220" y="1845"/>
                  </a:cubicBezTo>
                  <a:cubicBezTo>
                    <a:pt x="232" y="1859"/>
                    <a:pt x="245" y="1854"/>
                    <a:pt x="255" y="1852"/>
                  </a:cubicBezTo>
                  <a:cubicBezTo>
                    <a:pt x="259" y="1851"/>
                    <a:pt x="264" y="1852"/>
                    <a:pt x="270" y="1852"/>
                  </a:cubicBezTo>
                  <a:cubicBezTo>
                    <a:pt x="283" y="1863"/>
                    <a:pt x="307" y="1875"/>
                    <a:pt x="308" y="1859"/>
                  </a:cubicBezTo>
                  <a:cubicBezTo>
                    <a:pt x="313" y="1861"/>
                    <a:pt x="317" y="1864"/>
                    <a:pt x="323" y="1863"/>
                  </a:cubicBezTo>
                  <a:cubicBezTo>
                    <a:pt x="324" y="1860"/>
                    <a:pt x="325" y="1858"/>
                    <a:pt x="325" y="1855"/>
                  </a:cubicBezTo>
                  <a:cubicBezTo>
                    <a:pt x="332" y="1856"/>
                    <a:pt x="336" y="1853"/>
                    <a:pt x="336" y="1849"/>
                  </a:cubicBezTo>
                  <a:cubicBezTo>
                    <a:pt x="342" y="1850"/>
                    <a:pt x="348" y="1849"/>
                    <a:pt x="351" y="1839"/>
                  </a:cubicBezTo>
                  <a:cubicBezTo>
                    <a:pt x="357" y="1823"/>
                    <a:pt x="342" y="1812"/>
                    <a:pt x="342" y="1812"/>
                  </a:cubicBezTo>
                  <a:cubicBezTo>
                    <a:pt x="342" y="1812"/>
                    <a:pt x="326" y="1814"/>
                    <a:pt x="320" y="1819"/>
                  </a:cubicBezTo>
                  <a:cubicBezTo>
                    <a:pt x="314" y="1824"/>
                    <a:pt x="297" y="1816"/>
                    <a:pt x="297" y="1816"/>
                  </a:cubicBezTo>
                  <a:cubicBezTo>
                    <a:pt x="288" y="1816"/>
                    <a:pt x="279" y="1816"/>
                    <a:pt x="270" y="1808"/>
                  </a:cubicBezTo>
                  <a:cubicBezTo>
                    <a:pt x="271" y="1808"/>
                    <a:pt x="273" y="1808"/>
                    <a:pt x="275" y="1807"/>
                  </a:cubicBezTo>
                  <a:cubicBezTo>
                    <a:pt x="295" y="1805"/>
                    <a:pt x="287" y="1800"/>
                    <a:pt x="298" y="1801"/>
                  </a:cubicBezTo>
                  <a:cubicBezTo>
                    <a:pt x="308" y="1802"/>
                    <a:pt x="319" y="1810"/>
                    <a:pt x="325" y="1795"/>
                  </a:cubicBezTo>
                  <a:cubicBezTo>
                    <a:pt x="330" y="1780"/>
                    <a:pt x="317" y="1770"/>
                    <a:pt x="317" y="1770"/>
                  </a:cubicBezTo>
                  <a:cubicBezTo>
                    <a:pt x="317" y="1770"/>
                    <a:pt x="302" y="1771"/>
                    <a:pt x="296" y="1776"/>
                  </a:cubicBezTo>
                  <a:cubicBezTo>
                    <a:pt x="290" y="1781"/>
                    <a:pt x="273" y="1773"/>
                    <a:pt x="273" y="1773"/>
                  </a:cubicBezTo>
                  <a:cubicBezTo>
                    <a:pt x="251" y="1772"/>
                    <a:pt x="239" y="1745"/>
                    <a:pt x="184" y="1717"/>
                  </a:cubicBezTo>
                  <a:cubicBezTo>
                    <a:pt x="179" y="1714"/>
                    <a:pt x="175" y="1710"/>
                    <a:pt x="171" y="1704"/>
                  </a:cubicBezTo>
                  <a:cubicBezTo>
                    <a:pt x="166" y="1680"/>
                    <a:pt x="164" y="1651"/>
                    <a:pt x="167" y="1627"/>
                  </a:cubicBezTo>
                  <a:cubicBezTo>
                    <a:pt x="174" y="1578"/>
                    <a:pt x="187" y="1452"/>
                    <a:pt x="188" y="1428"/>
                  </a:cubicBezTo>
                  <a:cubicBezTo>
                    <a:pt x="190" y="1405"/>
                    <a:pt x="198" y="1401"/>
                    <a:pt x="200" y="1376"/>
                  </a:cubicBezTo>
                  <a:cubicBezTo>
                    <a:pt x="203" y="1351"/>
                    <a:pt x="190" y="1318"/>
                    <a:pt x="190" y="1318"/>
                  </a:cubicBezTo>
                  <a:cubicBezTo>
                    <a:pt x="201" y="1309"/>
                    <a:pt x="211" y="1138"/>
                    <a:pt x="215" y="1107"/>
                  </a:cubicBezTo>
                  <a:cubicBezTo>
                    <a:pt x="219" y="1077"/>
                    <a:pt x="230" y="997"/>
                    <a:pt x="230" y="997"/>
                  </a:cubicBezTo>
                  <a:cubicBezTo>
                    <a:pt x="299" y="981"/>
                    <a:pt x="262" y="916"/>
                    <a:pt x="284" y="864"/>
                  </a:cubicBezTo>
                  <a:cubicBezTo>
                    <a:pt x="331" y="754"/>
                    <a:pt x="320" y="689"/>
                    <a:pt x="292" y="638"/>
                  </a:cubicBezTo>
                  <a:cubicBezTo>
                    <a:pt x="287" y="629"/>
                    <a:pt x="284" y="619"/>
                    <a:pt x="282" y="607"/>
                  </a:cubicBezTo>
                  <a:cubicBezTo>
                    <a:pt x="307" y="635"/>
                    <a:pt x="322" y="667"/>
                    <a:pt x="334" y="690"/>
                  </a:cubicBezTo>
                  <a:cubicBezTo>
                    <a:pt x="346" y="714"/>
                    <a:pt x="362" y="696"/>
                    <a:pt x="374" y="715"/>
                  </a:cubicBezTo>
                  <a:cubicBezTo>
                    <a:pt x="385" y="734"/>
                    <a:pt x="496" y="859"/>
                    <a:pt x="517" y="871"/>
                  </a:cubicBezTo>
                  <a:cubicBezTo>
                    <a:pt x="538" y="883"/>
                    <a:pt x="552" y="918"/>
                    <a:pt x="560" y="935"/>
                  </a:cubicBezTo>
                  <a:cubicBezTo>
                    <a:pt x="567" y="952"/>
                    <a:pt x="588" y="952"/>
                    <a:pt x="597" y="948"/>
                  </a:cubicBezTo>
                  <a:cubicBezTo>
                    <a:pt x="598" y="948"/>
                    <a:pt x="599" y="947"/>
                    <a:pt x="600" y="946"/>
                  </a:cubicBezTo>
                  <a:cubicBezTo>
                    <a:pt x="598" y="949"/>
                    <a:pt x="597" y="953"/>
                    <a:pt x="597" y="957"/>
                  </a:cubicBezTo>
                  <a:cubicBezTo>
                    <a:pt x="597" y="966"/>
                    <a:pt x="604" y="974"/>
                    <a:pt x="614" y="978"/>
                  </a:cubicBezTo>
                  <a:cubicBezTo>
                    <a:pt x="614" y="1845"/>
                    <a:pt x="614" y="1845"/>
                    <a:pt x="614" y="1845"/>
                  </a:cubicBezTo>
                  <a:cubicBezTo>
                    <a:pt x="639" y="1845"/>
                    <a:pt x="639" y="1845"/>
                    <a:pt x="639" y="1845"/>
                  </a:cubicBezTo>
                  <a:cubicBezTo>
                    <a:pt x="639" y="1000"/>
                    <a:pt x="639" y="1000"/>
                    <a:pt x="639" y="1000"/>
                  </a:cubicBezTo>
                  <a:cubicBezTo>
                    <a:pt x="642" y="999"/>
                    <a:pt x="645" y="997"/>
                    <a:pt x="649" y="995"/>
                  </a:cubicBezTo>
                  <a:cubicBezTo>
                    <a:pt x="685" y="978"/>
                    <a:pt x="675" y="950"/>
                    <a:pt x="686" y="930"/>
                  </a:cubicBezTo>
                  <a:cubicBezTo>
                    <a:pt x="698" y="911"/>
                    <a:pt x="675" y="903"/>
                    <a:pt x="660" y="898"/>
                  </a:cubicBezTo>
                  <a:close/>
                  <a:moveTo>
                    <a:pt x="642" y="977"/>
                  </a:moveTo>
                  <a:cubicBezTo>
                    <a:pt x="641" y="978"/>
                    <a:pt x="640" y="979"/>
                    <a:pt x="639" y="979"/>
                  </a:cubicBezTo>
                  <a:cubicBezTo>
                    <a:pt x="639" y="978"/>
                    <a:pt x="639" y="978"/>
                    <a:pt x="639" y="978"/>
                  </a:cubicBezTo>
                  <a:cubicBezTo>
                    <a:pt x="641" y="977"/>
                    <a:pt x="643" y="976"/>
                    <a:pt x="645" y="975"/>
                  </a:cubicBezTo>
                  <a:cubicBezTo>
                    <a:pt x="644" y="976"/>
                    <a:pt x="643" y="977"/>
                    <a:pt x="642" y="977"/>
                  </a:cubicBezTo>
                  <a:close/>
                  <a:moveTo>
                    <a:pt x="655" y="951"/>
                  </a:moveTo>
                  <a:cubicBezTo>
                    <a:pt x="651" y="941"/>
                    <a:pt x="640" y="934"/>
                    <a:pt x="626" y="934"/>
                  </a:cubicBezTo>
                  <a:cubicBezTo>
                    <a:pt x="623" y="934"/>
                    <a:pt x="621" y="934"/>
                    <a:pt x="618" y="935"/>
                  </a:cubicBezTo>
                  <a:cubicBezTo>
                    <a:pt x="625" y="930"/>
                    <a:pt x="632" y="928"/>
                    <a:pt x="637" y="931"/>
                  </a:cubicBezTo>
                  <a:cubicBezTo>
                    <a:pt x="647" y="937"/>
                    <a:pt x="656" y="939"/>
                    <a:pt x="655" y="951"/>
                  </a:cubicBezTo>
                  <a:close/>
                </a:path>
              </a:pathLst>
            </a:custGeom>
            <a:solidFill>
              <a:srgbClr val="B1DF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64531" name="Freeform 65">
              <a:extLst>
                <a:ext uri="{FF2B5EF4-FFF2-40B4-BE49-F238E27FC236}">
                  <a16:creationId xmlns:a16="http://schemas.microsoft.com/office/drawing/2014/main" id="{2CC5E2DF-AFBC-4A2C-8850-A5CE1F2D707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949" y="864"/>
              <a:ext cx="799" cy="2130"/>
            </a:xfrm>
            <a:custGeom>
              <a:avLst/>
              <a:gdLst>
                <a:gd name="T0" fmla="*/ 869 w 698"/>
                <a:gd name="T1" fmla="*/ 1262 h 1875"/>
                <a:gd name="T2" fmla="*/ 528 w 698"/>
                <a:gd name="T3" fmla="*/ 824 h 1875"/>
                <a:gd name="T4" fmla="*/ 414 w 698"/>
                <a:gd name="T5" fmla="*/ 598 h 1875"/>
                <a:gd name="T6" fmla="*/ 414 w 698"/>
                <a:gd name="T7" fmla="*/ 484 h 1875"/>
                <a:gd name="T8" fmla="*/ 563 w 698"/>
                <a:gd name="T9" fmla="*/ 557 h 1875"/>
                <a:gd name="T10" fmla="*/ 619 w 698"/>
                <a:gd name="T11" fmla="*/ 462 h 1875"/>
                <a:gd name="T12" fmla="*/ 686 w 698"/>
                <a:gd name="T13" fmla="*/ 411 h 1875"/>
                <a:gd name="T14" fmla="*/ 687 w 698"/>
                <a:gd name="T15" fmla="*/ 287 h 1875"/>
                <a:gd name="T16" fmla="*/ 619 w 698"/>
                <a:gd name="T17" fmla="*/ 76 h 1875"/>
                <a:gd name="T18" fmla="*/ 395 w 698"/>
                <a:gd name="T19" fmla="*/ 74 h 1875"/>
                <a:gd name="T20" fmla="*/ 325 w 698"/>
                <a:gd name="T21" fmla="*/ 93 h 1875"/>
                <a:gd name="T22" fmla="*/ 304 w 698"/>
                <a:gd name="T23" fmla="*/ 140 h 1875"/>
                <a:gd name="T24" fmla="*/ 296 w 698"/>
                <a:gd name="T25" fmla="*/ 192 h 1875"/>
                <a:gd name="T26" fmla="*/ 307 w 698"/>
                <a:gd name="T27" fmla="*/ 212 h 1875"/>
                <a:gd name="T28" fmla="*/ 335 w 698"/>
                <a:gd name="T29" fmla="*/ 244 h 1875"/>
                <a:gd name="T30" fmla="*/ 335 w 698"/>
                <a:gd name="T31" fmla="*/ 274 h 1875"/>
                <a:gd name="T32" fmla="*/ 209 w 698"/>
                <a:gd name="T33" fmla="*/ 392 h 1875"/>
                <a:gd name="T34" fmla="*/ 19 w 698"/>
                <a:gd name="T35" fmla="*/ 964 h 1875"/>
                <a:gd name="T36" fmla="*/ 54 w 698"/>
                <a:gd name="T37" fmla="*/ 1302 h 1875"/>
                <a:gd name="T38" fmla="*/ 102 w 698"/>
                <a:gd name="T39" fmla="*/ 1803 h 1875"/>
                <a:gd name="T40" fmla="*/ 125 w 698"/>
                <a:gd name="T41" fmla="*/ 2030 h 1875"/>
                <a:gd name="T42" fmla="*/ 111 w 698"/>
                <a:gd name="T43" fmla="*/ 2357 h 1875"/>
                <a:gd name="T44" fmla="*/ 90 w 698"/>
                <a:gd name="T45" fmla="*/ 2583 h 1875"/>
                <a:gd name="T46" fmla="*/ 137 w 698"/>
                <a:gd name="T47" fmla="*/ 2721 h 1875"/>
                <a:gd name="T48" fmla="*/ 330 w 698"/>
                <a:gd name="T49" fmla="*/ 2706 h 1875"/>
                <a:gd name="T50" fmla="*/ 405 w 698"/>
                <a:gd name="T51" fmla="*/ 2715 h 1875"/>
                <a:gd name="T52" fmla="*/ 485 w 698"/>
                <a:gd name="T53" fmla="*/ 2731 h 1875"/>
                <a:gd name="T54" fmla="*/ 505 w 698"/>
                <a:gd name="T55" fmla="*/ 2710 h 1875"/>
                <a:gd name="T56" fmla="*/ 513 w 698"/>
                <a:gd name="T57" fmla="*/ 2656 h 1875"/>
                <a:gd name="T58" fmla="*/ 445 w 698"/>
                <a:gd name="T59" fmla="*/ 2663 h 1875"/>
                <a:gd name="T60" fmla="*/ 413 w 698"/>
                <a:gd name="T61" fmla="*/ 2649 h 1875"/>
                <a:gd name="T62" fmla="*/ 488 w 698"/>
                <a:gd name="T63" fmla="*/ 2631 h 1875"/>
                <a:gd name="T64" fmla="*/ 444 w 698"/>
                <a:gd name="T65" fmla="*/ 2604 h 1875"/>
                <a:gd name="T66" fmla="*/ 277 w 698"/>
                <a:gd name="T67" fmla="*/ 2517 h 1875"/>
                <a:gd name="T68" fmla="*/ 251 w 698"/>
                <a:gd name="T69" fmla="*/ 2384 h 1875"/>
                <a:gd name="T70" fmla="*/ 300 w 698"/>
                <a:gd name="T71" fmla="*/ 2018 h 1875"/>
                <a:gd name="T72" fmla="*/ 323 w 698"/>
                <a:gd name="T73" fmla="*/ 1623 h 1875"/>
                <a:gd name="T74" fmla="*/ 426 w 698"/>
                <a:gd name="T75" fmla="*/ 1268 h 1875"/>
                <a:gd name="T76" fmla="*/ 424 w 698"/>
                <a:gd name="T77" fmla="*/ 891 h 1875"/>
                <a:gd name="T78" fmla="*/ 561 w 698"/>
                <a:gd name="T79" fmla="*/ 1047 h 1875"/>
                <a:gd name="T80" fmla="*/ 840 w 698"/>
                <a:gd name="T81" fmla="*/ 1370 h 1875"/>
                <a:gd name="T82" fmla="*/ 900 w 698"/>
                <a:gd name="T83" fmla="*/ 1387 h 1875"/>
                <a:gd name="T84" fmla="*/ 921 w 698"/>
                <a:gd name="T85" fmla="*/ 1434 h 1875"/>
                <a:gd name="T86" fmla="*/ 958 w 698"/>
                <a:gd name="T87" fmla="*/ 2705 h 1875"/>
                <a:gd name="T88" fmla="*/ 974 w 698"/>
                <a:gd name="T89" fmla="*/ 1459 h 1875"/>
                <a:gd name="T90" fmla="*/ 990 w 698"/>
                <a:gd name="T91" fmla="*/ 1317 h 1875"/>
                <a:gd name="T92" fmla="*/ 958 w 698"/>
                <a:gd name="T93" fmla="*/ 1435 h 1875"/>
                <a:gd name="T94" fmla="*/ 967 w 698"/>
                <a:gd name="T95" fmla="*/ 1430 h 1875"/>
                <a:gd name="T96" fmla="*/ 983 w 698"/>
                <a:gd name="T97" fmla="*/ 1394 h 1875"/>
                <a:gd name="T98" fmla="*/ 926 w 698"/>
                <a:gd name="T99" fmla="*/ 1370 h 1875"/>
                <a:gd name="T100" fmla="*/ 983 w 698"/>
                <a:gd name="T101" fmla="*/ 1394 h 1875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698" h="1875">
                  <a:moveTo>
                    <a:pt x="660" y="898"/>
                  </a:moveTo>
                  <a:cubicBezTo>
                    <a:pt x="646" y="893"/>
                    <a:pt x="613" y="896"/>
                    <a:pt x="579" y="861"/>
                  </a:cubicBezTo>
                  <a:cubicBezTo>
                    <a:pt x="545" y="825"/>
                    <a:pt x="467" y="695"/>
                    <a:pt x="432" y="668"/>
                  </a:cubicBezTo>
                  <a:cubicBezTo>
                    <a:pt x="396" y="640"/>
                    <a:pt x="380" y="587"/>
                    <a:pt x="352" y="562"/>
                  </a:cubicBezTo>
                  <a:cubicBezTo>
                    <a:pt x="338" y="550"/>
                    <a:pt x="313" y="511"/>
                    <a:pt x="288" y="469"/>
                  </a:cubicBezTo>
                  <a:cubicBezTo>
                    <a:pt x="285" y="450"/>
                    <a:pt x="278" y="412"/>
                    <a:pt x="276" y="408"/>
                  </a:cubicBezTo>
                  <a:cubicBezTo>
                    <a:pt x="274" y="404"/>
                    <a:pt x="278" y="382"/>
                    <a:pt x="279" y="369"/>
                  </a:cubicBezTo>
                  <a:cubicBezTo>
                    <a:pt x="280" y="356"/>
                    <a:pt x="270" y="336"/>
                    <a:pt x="276" y="330"/>
                  </a:cubicBezTo>
                  <a:cubicBezTo>
                    <a:pt x="282" y="324"/>
                    <a:pt x="287" y="310"/>
                    <a:pt x="287" y="310"/>
                  </a:cubicBezTo>
                  <a:cubicBezTo>
                    <a:pt x="307" y="314"/>
                    <a:pt x="350" y="381"/>
                    <a:pt x="376" y="379"/>
                  </a:cubicBezTo>
                  <a:cubicBezTo>
                    <a:pt x="402" y="376"/>
                    <a:pt x="400" y="331"/>
                    <a:pt x="400" y="331"/>
                  </a:cubicBezTo>
                  <a:cubicBezTo>
                    <a:pt x="406" y="327"/>
                    <a:pt x="413" y="315"/>
                    <a:pt x="413" y="315"/>
                  </a:cubicBezTo>
                  <a:cubicBezTo>
                    <a:pt x="413" y="315"/>
                    <a:pt x="416" y="324"/>
                    <a:pt x="434" y="322"/>
                  </a:cubicBezTo>
                  <a:cubicBezTo>
                    <a:pt x="467" y="319"/>
                    <a:pt x="460" y="286"/>
                    <a:pt x="457" y="281"/>
                  </a:cubicBezTo>
                  <a:cubicBezTo>
                    <a:pt x="454" y="275"/>
                    <a:pt x="444" y="246"/>
                    <a:pt x="451" y="237"/>
                  </a:cubicBezTo>
                  <a:cubicBezTo>
                    <a:pt x="459" y="228"/>
                    <a:pt x="450" y="209"/>
                    <a:pt x="458" y="196"/>
                  </a:cubicBezTo>
                  <a:cubicBezTo>
                    <a:pt x="466" y="183"/>
                    <a:pt x="459" y="170"/>
                    <a:pt x="459" y="170"/>
                  </a:cubicBezTo>
                  <a:cubicBezTo>
                    <a:pt x="459" y="170"/>
                    <a:pt x="469" y="84"/>
                    <a:pt x="413" y="52"/>
                  </a:cubicBezTo>
                  <a:cubicBezTo>
                    <a:pt x="322" y="0"/>
                    <a:pt x="265" y="48"/>
                    <a:pt x="265" y="48"/>
                  </a:cubicBezTo>
                  <a:cubicBezTo>
                    <a:pt x="264" y="48"/>
                    <a:pt x="264" y="49"/>
                    <a:pt x="263" y="50"/>
                  </a:cubicBezTo>
                  <a:cubicBezTo>
                    <a:pt x="258" y="48"/>
                    <a:pt x="249" y="49"/>
                    <a:pt x="246" y="49"/>
                  </a:cubicBezTo>
                  <a:cubicBezTo>
                    <a:pt x="237" y="51"/>
                    <a:pt x="224" y="57"/>
                    <a:pt x="217" y="63"/>
                  </a:cubicBezTo>
                  <a:cubicBezTo>
                    <a:pt x="223" y="61"/>
                    <a:pt x="230" y="59"/>
                    <a:pt x="237" y="59"/>
                  </a:cubicBezTo>
                  <a:cubicBezTo>
                    <a:pt x="223" y="66"/>
                    <a:pt x="210" y="80"/>
                    <a:pt x="203" y="95"/>
                  </a:cubicBezTo>
                  <a:cubicBezTo>
                    <a:pt x="208" y="90"/>
                    <a:pt x="214" y="84"/>
                    <a:pt x="221" y="82"/>
                  </a:cubicBezTo>
                  <a:cubicBezTo>
                    <a:pt x="207" y="91"/>
                    <a:pt x="198" y="115"/>
                    <a:pt x="197" y="131"/>
                  </a:cubicBezTo>
                  <a:cubicBezTo>
                    <a:pt x="201" y="120"/>
                    <a:pt x="208" y="111"/>
                    <a:pt x="216" y="103"/>
                  </a:cubicBezTo>
                  <a:cubicBezTo>
                    <a:pt x="208" y="113"/>
                    <a:pt x="203" y="132"/>
                    <a:pt x="204" y="145"/>
                  </a:cubicBezTo>
                  <a:cubicBezTo>
                    <a:pt x="207" y="138"/>
                    <a:pt x="209" y="132"/>
                    <a:pt x="211" y="125"/>
                  </a:cubicBezTo>
                  <a:cubicBezTo>
                    <a:pt x="211" y="140"/>
                    <a:pt x="218" y="153"/>
                    <a:pt x="224" y="166"/>
                  </a:cubicBezTo>
                  <a:cubicBezTo>
                    <a:pt x="224" y="165"/>
                    <a:pt x="224" y="165"/>
                    <a:pt x="224" y="165"/>
                  </a:cubicBezTo>
                  <a:cubicBezTo>
                    <a:pt x="226" y="176"/>
                    <a:pt x="228" y="184"/>
                    <a:pt x="224" y="187"/>
                  </a:cubicBezTo>
                  <a:cubicBezTo>
                    <a:pt x="212" y="197"/>
                    <a:pt x="210" y="218"/>
                    <a:pt x="198" y="222"/>
                  </a:cubicBezTo>
                  <a:cubicBezTo>
                    <a:pt x="163" y="233"/>
                    <a:pt x="156" y="256"/>
                    <a:pt x="140" y="268"/>
                  </a:cubicBezTo>
                  <a:cubicBezTo>
                    <a:pt x="82" y="311"/>
                    <a:pt x="44" y="397"/>
                    <a:pt x="22" y="462"/>
                  </a:cubicBezTo>
                  <a:cubicBezTo>
                    <a:pt x="0" y="528"/>
                    <a:pt x="20" y="633"/>
                    <a:pt x="13" y="658"/>
                  </a:cubicBezTo>
                  <a:cubicBezTo>
                    <a:pt x="6" y="682"/>
                    <a:pt x="8" y="796"/>
                    <a:pt x="12" y="836"/>
                  </a:cubicBezTo>
                  <a:cubicBezTo>
                    <a:pt x="17" y="876"/>
                    <a:pt x="20" y="866"/>
                    <a:pt x="36" y="888"/>
                  </a:cubicBezTo>
                  <a:cubicBezTo>
                    <a:pt x="45" y="900"/>
                    <a:pt x="53" y="996"/>
                    <a:pt x="60" y="1085"/>
                  </a:cubicBezTo>
                  <a:cubicBezTo>
                    <a:pt x="59" y="1126"/>
                    <a:pt x="61" y="1175"/>
                    <a:pt x="68" y="1230"/>
                  </a:cubicBezTo>
                  <a:cubicBezTo>
                    <a:pt x="74" y="1271"/>
                    <a:pt x="78" y="1324"/>
                    <a:pt x="81" y="1341"/>
                  </a:cubicBezTo>
                  <a:cubicBezTo>
                    <a:pt x="85" y="1359"/>
                    <a:pt x="82" y="1365"/>
                    <a:pt x="83" y="1385"/>
                  </a:cubicBezTo>
                  <a:cubicBezTo>
                    <a:pt x="83" y="1405"/>
                    <a:pt x="71" y="1438"/>
                    <a:pt x="65" y="1471"/>
                  </a:cubicBezTo>
                  <a:cubicBezTo>
                    <a:pt x="60" y="1505"/>
                    <a:pt x="70" y="1591"/>
                    <a:pt x="74" y="1608"/>
                  </a:cubicBezTo>
                  <a:cubicBezTo>
                    <a:pt x="78" y="1625"/>
                    <a:pt x="83" y="1666"/>
                    <a:pt x="83" y="1699"/>
                  </a:cubicBezTo>
                  <a:cubicBezTo>
                    <a:pt x="83" y="1731"/>
                    <a:pt x="76" y="1726"/>
                    <a:pt x="60" y="1762"/>
                  </a:cubicBezTo>
                  <a:cubicBezTo>
                    <a:pt x="50" y="1787"/>
                    <a:pt x="56" y="1799"/>
                    <a:pt x="67" y="1805"/>
                  </a:cubicBezTo>
                  <a:cubicBezTo>
                    <a:pt x="51" y="1843"/>
                    <a:pt x="72" y="1853"/>
                    <a:pt x="92" y="1856"/>
                  </a:cubicBezTo>
                  <a:cubicBezTo>
                    <a:pt x="112" y="1858"/>
                    <a:pt x="128" y="1850"/>
                    <a:pt x="151" y="1843"/>
                  </a:cubicBezTo>
                  <a:cubicBezTo>
                    <a:pt x="174" y="1836"/>
                    <a:pt x="209" y="1832"/>
                    <a:pt x="220" y="1846"/>
                  </a:cubicBezTo>
                  <a:cubicBezTo>
                    <a:pt x="232" y="1859"/>
                    <a:pt x="245" y="1854"/>
                    <a:pt x="255" y="1852"/>
                  </a:cubicBezTo>
                  <a:cubicBezTo>
                    <a:pt x="259" y="1851"/>
                    <a:pt x="264" y="1852"/>
                    <a:pt x="270" y="1852"/>
                  </a:cubicBezTo>
                  <a:cubicBezTo>
                    <a:pt x="283" y="1863"/>
                    <a:pt x="307" y="1875"/>
                    <a:pt x="308" y="1859"/>
                  </a:cubicBezTo>
                  <a:cubicBezTo>
                    <a:pt x="313" y="1861"/>
                    <a:pt x="317" y="1864"/>
                    <a:pt x="323" y="1863"/>
                  </a:cubicBezTo>
                  <a:cubicBezTo>
                    <a:pt x="324" y="1860"/>
                    <a:pt x="325" y="1858"/>
                    <a:pt x="325" y="1855"/>
                  </a:cubicBezTo>
                  <a:cubicBezTo>
                    <a:pt x="332" y="1856"/>
                    <a:pt x="336" y="1853"/>
                    <a:pt x="336" y="1849"/>
                  </a:cubicBezTo>
                  <a:cubicBezTo>
                    <a:pt x="342" y="1850"/>
                    <a:pt x="348" y="1849"/>
                    <a:pt x="351" y="1839"/>
                  </a:cubicBezTo>
                  <a:cubicBezTo>
                    <a:pt x="357" y="1823"/>
                    <a:pt x="342" y="1812"/>
                    <a:pt x="342" y="1812"/>
                  </a:cubicBezTo>
                  <a:cubicBezTo>
                    <a:pt x="342" y="1812"/>
                    <a:pt x="326" y="1814"/>
                    <a:pt x="320" y="1819"/>
                  </a:cubicBezTo>
                  <a:cubicBezTo>
                    <a:pt x="314" y="1824"/>
                    <a:pt x="297" y="1816"/>
                    <a:pt x="297" y="1816"/>
                  </a:cubicBezTo>
                  <a:cubicBezTo>
                    <a:pt x="288" y="1816"/>
                    <a:pt x="279" y="1816"/>
                    <a:pt x="270" y="1808"/>
                  </a:cubicBezTo>
                  <a:cubicBezTo>
                    <a:pt x="271" y="1808"/>
                    <a:pt x="273" y="1808"/>
                    <a:pt x="275" y="1807"/>
                  </a:cubicBezTo>
                  <a:cubicBezTo>
                    <a:pt x="295" y="1805"/>
                    <a:pt x="287" y="1800"/>
                    <a:pt x="298" y="1801"/>
                  </a:cubicBezTo>
                  <a:cubicBezTo>
                    <a:pt x="308" y="1802"/>
                    <a:pt x="319" y="1810"/>
                    <a:pt x="325" y="1795"/>
                  </a:cubicBezTo>
                  <a:cubicBezTo>
                    <a:pt x="330" y="1780"/>
                    <a:pt x="317" y="1770"/>
                    <a:pt x="317" y="1770"/>
                  </a:cubicBezTo>
                  <a:cubicBezTo>
                    <a:pt x="317" y="1770"/>
                    <a:pt x="302" y="1771"/>
                    <a:pt x="296" y="1776"/>
                  </a:cubicBezTo>
                  <a:cubicBezTo>
                    <a:pt x="290" y="1781"/>
                    <a:pt x="273" y="1773"/>
                    <a:pt x="273" y="1773"/>
                  </a:cubicBezTo>
                  <a:cubicBezTo>
                    <a:pt x="251" y="1772"/>
                    <a:pt x="239" y="1745"/>
                    <a:pt x="184" y="1717"/>
                  </a:cubicBezTo>
                  <a:cubicBezTo>
                    <a:pt x="179" y="1714"/>
                    <a:pt x="175" y="1710"/>
                    <a:pt x="171" y="1704"/>
                  </a:cubicBezTo>
                  <a:cubicBezTo>
                    <a:pt x="166" y="1680"/>
                    <a:pt x="164" y="1651"/>
                    <a:pt x="167" y="1627"/>
                  </a:cubicBezTo>
                  <a:cubicBezTo>
                    <a:pt x="174" y="1578"/>
                    <a:pt x="187" y="1452"/>
                    <a:pt x="188" y="1428"/>
                  </a:cubicBezTo>
                  <a:cubicBezTo>
                    <a:pt x="190" y="1405"/>
                    <a:pt x="197" y="1401"/>
                    <a:pt x="200" y="1376"/>
                  </a:cubicBezTo>
                  <a:cubicBezTo>
                    <a:pt x="203" y="1351"/>
                    <a:pt x="190" y="1318"/>
                    <a:pt x="190" y="1318"/>
                  </a:cubicBezTo>
                  <a:cubicBezTo>
                    <a:pt x="201" y="1309"/>
                    <a:pt x="211" y="1138"/>
                    <a:pt x="215" y="1107"/>
                  </a:cubicBezTo>
                  <a:cubicBezTo>
                    <a:pt x="219" y="1077"/>
                    <a:pt x="230" y="997"/>
                    <a:pt x="230" y="997"/>
                  </a:cubicBezTo>
                  <a:cubicBezTo>
                    <a:pt x="299" y="981"/>
                    <a:pt x="262" y="916"/>
                    <a:pt x="284" y="864"/>
                  </a:cubicBezTo>
                  <a:cubicBezTo>
                    <a:pt x="331" y="754"/>
                    <a:pt x="320" y="689"/>
                    <a:pt x="292" y="638"/>
                  </a:cubicBezTo>
                  <a:cubicBezTo>
                    <a:pt x="287" y="629"/>
                    <a:pt x="284" y="619"/>
                    <a:pt x="282" y="607"/>
                  </a:cubicBezTo>
                  <a:cubicBezTo>
                    <a:pt x="307" y="635"/>
                    <a:pt x="322" y="667"/>
                    <a:pt x="334" y="690"/>
                  </a:cubicBezTo>
                  <a:cubicBezTo>
                    <a:pt x="346" y="714"/>
                    <a:pt x="362" y="696"/>
                    <a:pt x="374" y="715"/>
                  </a:cubicBezTo>
                  <a:cubicBezTo>
                    <a:pt x="385" y="734"/>
                    <a:pt x="496" y="859"/>
                    <a:pt x="517" y="871"/>
                  </a:cubicBezTo>
                  <a:cubicBezTo>
                    <a:pt x="538" y="883"/>
                    <a:pt x="552" y="918"/>
                    <a:pt x="560" y="935"/>
                  </a:cubicBezTo>
                  <a:cubicBezTo>
                    <a:pt x="567" y="952"/>
                    <a:pt x="588" y="952"/>
                    <a:pt x="597" y="948"/>
                  </a:cubicBezTo>
                  <a:cubicBezTo>
                    <a:pt x="598" y="948"/>
                    <a:pt x="599" y="947"/>
                    <a:pt x="600" y="946"/>
                  </a:cubicBezTo>
                  <a:cubicBezTo>
                    <a:pt x="598" y="949"/>
                    <a:pt x="597" y="953"/>
                    <a:pt x="597" y="957"/>
                  </a:cubicBezTo>
                  <a:cubicBezTo>
                    <a:pt x="597" y="966"/>
                    <a:pt x="604" y="974"/>
                    <a:pt x="614" y="978"/>
                  </a:cubicBezTo>
                  <a:cubicBezTo>
                    <a:pt x="614" y="1845"/>
                    <a:pt x="614" y="1845"/>
                    <a:pt x="614" y="1845"/>
                  </a:cubicBezTo>
                  <a:cubicBezTo>
                    <a:pt x="639" y="1845"/>
                    <a:pt x="639" y="1845"/>
                    <a:pt x="639" y="1845"/>
                  </a:cubicBezTo>
                  <a:cubicBezTo>
                    <a:pt x="639" y="1000"/>
                    <a:pt x="639" y="1000"/>
                    <a:pt x="639" y="1000"/>
                  </a:cubicBezTo>
                  <a:cubicBezTo>
                    <a:pt x="642" y="999"/>
                    <a:pt x="645" y="997"/>
                    <a:pt x="649" y="995"/>
                  </a:cubicBezTo>
                  <a:cubicBezTo>
                    <a:pt x="685" y="978"/>
                    <a:pt x="675" y="950"/>
                    <a:pt x="686" y="930"/>
                  </a:cubicBezTo>
                  <a:cubicBezTo>
                    <a:pt x="698" y="911"/>
                    <a:pt x="675" y="903"/>
                    <a:pt x="660" y="898"/>
                  </a:cubicBezTo>
                  <a:close/>
                  <a:moveTo>
                    <a:pt x="642" y="977"/>
                  </a:moveTo>
                  <a:cubicBezTo>
                    <a:pt x="641" y="978"/>
                    <a:pt x="640" y="979"/>
                    <a:pt x="639" y="979"/>
                  </a:cubicBezTo>
                  <a:cubicBezTo>
                    <a:pt x="639" y="978"/>
                    <a:pt x="639" y="978"/>
                    <a:pt x="639" y="978"/>
                  </a:cubicBezTo>
                  <a:cubicBezTo>
                    <a:pt x="641" y="977"/>
                    <a:pt x="643" y="976"/>
                    <a:pt x="645" y="975"/>
                  </a:cubicBezTo>
                  <a:cubicBezTo>
                    <a:pt x="644" y="976"/>
                    <a:pt x="643" y="977"/>
                    <a:pt x="642" y="977"/>
                  </a:cubicBezTo>
                  <a:close/>
                  <a:moveTo>
                    <a:pt x="655" y="951"/>
                  </a:moveTo>
                  <a:cubicBezTo>
                    <a:pt x="651" y="941"/>
                    <a:pt x="640" y="934"/>
                    <a:pt x="626" y="934"/>
                  </a:cubicBezTo>
                  <a:cubicBezTo>
                    <a:pt x="623" y="934"/>
                    <a:pt x="621" y="934"/>
                    <a:pt x="618" y="935"/>
                  </a:cubicBezTo>
                  <a:cubicBezTo>
                    <a:pt x="625" y="930"/>
                    <a:pt x="632" y="928"/>
                    <a:pt x="637" y="931"/>
                  </a:cubicBezTo>
                  <a:cubicBezTo>
                    <a:pt x="647" y="937"/>
                    <a:pt x="656" y="939"/>
                    <a:pt x="655" y="951"/>
                  </a:cubicBezTo>
                  <a:close/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</p:grpSp>
      <p:grpSp>
        <p:nvGrpSpPr>
          <p:cNvPr id="64518" name="full-length-human-body-outline">
            <a:extLst>
              <a:ext uri="{FF2B5EF4-FFF2-40B4-BE49-F238E27FC236}">
                <a16:creationId xmlns:a16="http://schemas.microsoft.com/office/drawing/2014/main" id="{CF470D58-918C-42BB-8E5C-F35EA3C2ABEE}"/>
              </a:ext>
            </a:extLst>
          </p:cNvPr>
          <p:cNvGrpSpPr>
            <a:grpSpLocks/>
          </p:cNvGrpSpPr>
          <p:nvPr/>
        </p:nvGrpSpPr>
        <p:grpSpPr bwMode="auto">
          <a:xfrm>
            <a:off x="4611688" y="2727325"/>
            <a:ext cx="1152525" cy="3779838"/>
            <a:chOff x="1335" y="706"/>
            <a:chExt cx="726" cy="2381"/>
          </a:xfrm>
        </p:grpSpPr>
        <p:sp>
          <p:nvSpPr>
            <p:cNvPr id="64528" name="Freeform 68">
              <a:extLst>
                <a:ext uri="{FF2B5EF4-FFF2-40B4-BE49-F238E27FC236}">
                  <a16:creationId xmlns:a16="http://schemas.microsoft.com/office/drawing/2014/main" id="{A7D57374-0A99-4382-803F-3454E44CEBD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5" y="706"/>
              <a:ext cx="726" cy="2381"/>
            </a:xfrm>
            <a:custGeom>
              <a:avLst/>
              <a:gdLst>
                <a:gd name="T0" fmla="*/ 488 w 878"/>
                <a:gd name="T1" fmla="*/ 714 h 2896"/>
                <a:gd name="T2" fmla="*/ 308 w 878"/>
                <a:gd name="T3" fmla="*/ 252 h 2896"/>
                <a:gd name="T4" fmla="*/ 299 w 878"/>
                <a:gd name="T5" fmla="*/ 241 h 2896"/>
                <a:gd name="T6" fmla="*/ 295 w 878"/>
                <a:gd name="T7" fmla="*/ 229 h 2896"/>
                <a:gd name="T8" fmla="*/ 299 w 878"/>
                <a:gd name="T9" fmla="*/ 199 h 2896"/>
                <a:gd name="T10" fmla="*/ 319 w 878"/>
                <a:gd name="T11" fmla="*/ 104 h 2896"/>
                <a:gd name="T12" fmla="*/ 325 w 878"/>
                <a:gd name="T13" fmla="*/ 53 h 2896"/>
                <a:gd name="T14" fmla="*/ 152 w 878"/>
                <a:gd name="T15" fmla="*/ 55 h 2896"/>
                <a:gd name="T16" fmla="*/ 158 w 878"/>
                <a:gd name="T17" fmla="*/ 82 h 2896"/>
                <a:gd name="T18" fmla="*/ 186 w 878"/>
                <a:gd name="T19" fmla="*/ 158 h 2896"/>
                <a:gd name="T20" fmla="*/ 26 w 878"/>
                <a:gd name="T21" fmla="*/ 536 h 2896"/>
                <a:gd name="T22" fmla="*/ 0 w 878"/>
                <a:gd name="T23" fmla="*/ 800 h 2896"/>
                <a:gd name="T24" fmla="*/ 4 w 878"/>
                <a:gd name="T25" fmla="*/ 835 h 2896"/>
                <a:gd name="T26" fmla="*/ 3 w 878"/>
                <a:gd name="T27" fmla="*/ 873 h 2896"/>
                <a:gd name="T28" fmla="*/ 55 w 878"/>
                <a:gd name="T29" fmla="*/ 942 h 2896"/>
                <a:gd name="T30" fmla="*/ 64 w 878"/>
                <a:gd name="T31" fmla="*/ 936 h 2896"/>
                <a:gd name="T32" fmla="*/ 73 w 878"/>
                <a:gd name="T33" fmla="*/ 936 h 2896"/>
                <a:gd name="T34" fmla="*/ 80 w 878"/>
                <a:gd name="T35" fmla="*/ 923 h 2896"/>
                <a:gd name="T36" fmla="*/ 54 w 878"/>
                <a:gd name="T37" fmla="*/ 895 h 2896"/>
                <a:gd name="T38" fmla="*/ 53 w 878"/>
                <a:gd name="T39" fmla="*/ 851 h 2896"/>
                <a:gd name="T40" fmla="*/ 59 w 878"/>
                <a:gd name="T41" fmla="*/ 861 h 2896"/>
                <a:gd name="T42" fmla="*/ 64 w 878"/>
                <a:gd name="T43" fmla="*/ 867 h 2896"/>
                <a:gd name="T44" fmla="*/ 73 w 878"/>
                <a:gd name="T45" fmla="*/ 873 h 2896"/>
                <a:gd name="T46" fmla="*/ 81 w 878"/>
                <a:gd name="T47" fmla="*/ 873 h 2896"/>
                <a:gd name="T48" fmla="*/ 41 w 878"/>
                <a:gd name="T49" fmla="*/ 786 h 2896"/>
                <a:gd name="T50" fmla="*/ 107 w 878"/>
                <a:gd name="T51" fmla="*/ 533 h 2896"/>
                <a:gd name="T52" fmla="*/ 128 w 878"/>
                <a:gd name="T53" fmla="*/ 1154 h 2896"/>
                <a:gd name="T54" fmla="*/ 141 w 878"/>
                <a:gd name="T55" fmla="*/ 1454 h 2896"/>
                <a:gd name="T56" fmla="*/ 142 w 878"/>
                <a:gd name="T57" fmla="*/ 1474 h 2896"/>
                <a:gd name="T58" fmla="*/ 143 w 878"/>
                <a:gd name="T59" fmla="*/ 1486 h 2896"/>
                <a:gd name="T60" fmla="*/ 112 w 878"/>
                <a:gd name="T61" fmla="*/ 1573 h 2896"/>
                <a:gd name="T62" fmla="*/ 150 w 878"/>
                <a:gd name="T63" fmla="*/ 1602 h 2896"/>
                <a:gd name="T64" fmla="*/ 184 w 878"/>
                <a:gd name="T65" fmla="*/ 1573 h 2896"/>
                <a:gd name="T66" fmla="*/ 203 w 878"/>
                <a:gd name="T67" fmla="*/ 1353 h 2896"/>
                <a:gd name="T68" fmla="*/ 210 w 878"/>
                <a:gd name="T69" fmla="*/ 1321 h 2896"/>
                <a:gd name="T70" fmla="*/ 214 w 878"/>
                <a:gd name="T71" fmla="*/ 1290 h 2896"/>
                <a:gd name="T72" fmla="*/ 227 w 878"/>
                <a:gd name="T73" fmla="*/ 1008 h 2896"/>
                <a:gd name="T74" fmla="*/ 227 w 878"/>
                <a:gd name="T75" fmla="*/ 995 h 2896"/>
                <a:gd name="T76" fmla="*/ 229 w 878"/>
                <a:gd name="T77" fmla="*/ 963 h 2896"/>
                <a:gd name="T78" fmla="*/ 268 w 878"/>
                <a:gd name="T79" fmla="*/ 945 h 2896"/>
                <a:gd name="T80" fmla="*/ 270 w 878"/>
                <a:gd name="T81" fmla="*/ 973 h 2896"/>
                <a:gd name="T82" fmla="*/ 270 w 878"/>
                <a:gd name="T83" fmla="*/ 992 h 2896"/>
                <a:gd name="T84" fmla="*/ 271 w 878"/>
                <a:gd name="T85" fmla="*/ 1006 h 2896"/>
                <a:gd name="T86" fmla="*/ 279 w 878"/>
                <a:gd name="T87" fmla="*/ 1283 h 2896"/>
                <a:gd name="T88" fmla="*/ 279 w 878"/>
                <a:gd name="T89" fmla="*/ 1317 h 2896"/>
                <a:gd name="T90" fmla="*/ 285 w 878"/>
                <a:gd name="T91" fmla="*/ 1352 h 2896"/>
                <a:gd name="T92" fmla="*/ 304 w 878"/>
                <a:gd name="T93" fmla="*/ 1501 h 2896"/>
                <a:gd name="T94" fmla="*/ 339 w 878"/>
                <a:gd name="T95" fmla="*/ 1602 h 2896"/>
                <a:gd name="T96" fmla="*/ 379 w 878"/>
                <a:gd name="T97" fmla="*/ 1588 h 2896"/>
                <a:gd name="T98" fmla="*/ 346 w 878"/>
                <a:gd name="T99" fmla="*/ 1488 h 2896"/>
                <a:gd name="T100" fmla="*/ 347 w 878"/>
                <a:gd name="T101" fmla="*/ 1477 h 2896"/>
                <a:gd name="T102" fmla="*/ 349 w 878"/>
                <a:gd name="T103" fmla="*/ 1458 h 2896"/>
                <a:gd name="T104" fmla="*/ 360 w 878"/>
                <a:gd name="T105" fmla="*/ 1199 h 2896"/>
                <a:gd name="T106" fmla="*/ 413 w 878"/>
                <a:gd name="T107" fmla="*/ 693 h 2896"/>
                <a:gd name="T108" fmla="*/ 396 w 878"/>
                <a:gd name="T109" fmla="*/ 486 h 2896"/>
                <a:gd name="T110" fmla="*/ 448 w 878"/>
                <a:gd name="T111" fmla="*/ 770 h 2896"/>
                <a:gd name="T112" fmla="*/ 452 w 878"/>
                <a:gd name="T113" fmla="*/ 786 h 2896"/>
                <a:gd name="T114" fmla="*/ 435 w 878"/>
                <a:gd name="T115" fmla="*/ 895 h 2896"/>
                <a:gd name="T116" fmla="*/ 436 w 878"/>
                <a:gd name="T117" fmla="*/ 931 h 2896"/>
                <a:gd name="T118" fmla="*/ 452 w 878"/>
                <a:gd name="T119" fmla="*/ 932 h 2896"/>
                <a:gd name="T120" fmla="*/ 494 w 878"/>
                <a:gd name="T121" fmla="*/ 776 h 289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878" h="2896">
                  <a:moveTo>
                    <a:pt x="874" y="1396"/>
                  </a:moveTo>
                  <a:cubicBezTo>
                    <a:pt x="872" y="1384"/>
                    <a:pt x="872" y="1384"/>
                    <a:pt x="872" y="1384"/>
                  </a:cubicBezTo>
                  <a:cubicBezTo>
                    <a:pt x="872" y="1379"/>
                    <a:pt x="871" y="1375"/>
                    <a:pt x="871" y="1370"/>
                  </a:cubicBezTo>
                  <a:cubicBezTo>
                    <a:pt x="871" y="1370"/>
                    <a:pt x="871" y="1370"/>
                    <a:pt x="870" y="1370"/>
                  </a:cubicBezTo>
                  <a:cubicBezTo>
                    <a:pt x="870" y="1368"/>
                    <a:pt x="870" y="1366"/>
                    <a:pt x="870" y="1364"/>
                  </a:cubicBezTo>
                  <a:cubicBezTo>
                    <a:pt x="870" y="1363"/>
                    <a:pt x="869" y="1363"/>
                    <a:pt x="869" y="1362"/>
                  </a:cubicBezTo>
                  <a:cubicBezTo>
                    <a:pt x="869" y="1360"/>
                    <a:pt x="869" y="1358"/>
                    <a:pt x="868" y="1356"/>
                  </a:cubicBezTo>
                  <a:cubicBezTo>
                    <a:pt x="868" y="1355"/>
                    <a:pt x="868" y="1354"/>
                    <a:pt x="867" y="1352"/>
                  </a:cubicBezTo>
                  <a:cubicBezTo>
                    <a:pt x="864" y="1336"/>
                    <a:pt x="864" y="1306"/>
                    <a:pt x="863" y="1285"/>
                  </a:cubicBezTo>
                  <a:cubicBezTo>
                    <a:pt x="862" y="1250"/>
                    <a:pt x="862" y="1118"/>
                    <a:pt x="844" y="1057"/>
                  </a:cubicBezTo>
                  <a:cubicBezTo>
                    <a:pt x="842" y="1053"/>
                    <a:pt x="841" y="1049"/>
                    <a:pt x="840" y="1046"/>
                  </a:cubicBezTo>
                  <a:cubicBezTo>
                    <a:pt x="835" y="1029"/>
                    <a:pt x="831" y="964"/>
                    <a:pt x="831" y="964"/>
                  </a:cubicBezTo>
                  <a:cubicBezTo>
                    <a:pt x="819" y="857"/>
                    <a:pt x="795" y="797"/>
                    <a:pt x="797" y="765"/>
                  </a:cubicBezTo>
                  <a:cubicBezTo>
                    <a:pt x="796" y="713"/>
                    <a:pt x="767" y="650"/>
                    <a:pt x="753" y="622"/>
                  </a:cubicBezTo>
                  <a:cubicBezTo>
                    <a:pt x="735" y="585"/>
                    <a:pt x="666" y="532"/>
                    <a:pt x="648" y="525"/>
                  </a:cubicBezTo>
                  <a:cubicBezTo>
                    <a:pt x="639" y="521"/>
                    <a:pt x="592" y="485"/>
                    <a:pt x="552" y="460"/>
                  </a:cubicBezTo>
                  <a:cubicBezTo>
                    <a:pt x="550" y="459"/>
                    <a:pt x="549" y="457"/>
                    <a:pt x="547" y="456"/>
                  </a:cubicBezTo>
                  <a:cubicBezTo>
                    <a:pt x="547" y="456"/>
                    <a:pt x="546" y="455"/>
                    <a:pt x="546" y="455"/>
                  </a:cubicBezTo>
                  <a:cubicBezTo>
                    <a:pt x="545" y="454"/>
                    <a:pt x="544" y="453"/>
                    <a:pt x="543" y="452"/>
                  </a:cubicBezTo>
                  <a:cubicBezTo>
                    <a:pt x="543" y="451"/>
                    <a:pt x="542" y="451"/>
                    <a:pt x="542" y="451"/>
                  </a:cubicBezTo>
                  <a:cubicBezTo>
                    <a:pt x="541" y="449"/>
                    <a:pt x="539" y="448"/>
                    <a:pt x="538" y="446"/>
                  </a:cubicBezTo>
                  <a:cubicBezTo>
                    <a:pt x="538" y="446"/>
                    <a:pt x="538" y="446"/>
                    <a:pt x="538" y="446"/>
                  </a:cubicBezTo>
                  <a:cubicBezTo>
                    <a:pt x="537" y="445"/>
                    <a:pt x="536" y="443"/>
                    <a:pt x="535" y="442"/>
                  </a:cubicBezTo>
                  <a:cubicBezTo>
                    <a:pt x="535" y="442"/>
                    <a:pt x="535" y="441"/>
                    <a:pt x="534" y="441"/>
                  </a:cubicBezTo>
                  <a:cubicBezTo>
                    <a:pt x="534" y="440"/>
                    <a:pt x="533" y="439"/>
                    <a:pt x="532" y="438"/>
                  </a:cubicBezTo>
                  <a:cubicBezTo>
                    <a:pt x="532" y="437"/>
                    <a:pt x="532" y="437"/>
                    <a:pt x="532" y="437"/>
                  </a:cubicBezTo>
                  <a:cubicBezTo>
                    <a:pt x="531" y="436"/>
                    <a:pt x="530" y="434"/>
                    <a:pt x="530" y="433"/>
                  </a:cubicBezTo>
                  <a:cubicBezTo>
                    <a:pt x="529" y="432"/>
                    <a:pt x="529" y="432"/>
                    <a:pt x="529" y="432"/>
                  </a:cubicBezTo>
                  <a:cubicBezTo>
                    <a:pt x="529" y="431"/>
                    <a:pt x="528" y="430"/>
                    <a:pt x="528" y="428"/>
                  </a:cubicBezTo>
                  <a:cubicBezTo>
                    <a:pt x="528" y="428"/>
                    <a:pt x="527" y="428"/>
                    <a:pt x="527" y="427"/>
                  </a:cubicBezTo>
                  <a:cubicBezTo>
                    <a:pt x="527" y="426"/>
                    <a:pt x="526" y="425"/>
                    <a:pt x="526" y="423"/>
                  </a:cubicBezTo>
                  <a:cubicBezTo>
                    <a:pt x="525" y="421"/>
                    <a:pt x="524" y="418"/>
                    <a:pt x="524" y="415"/>
                  </a:cubicBezTo>
                  <a:cubicBezTo>
                    <a:pt x="524" y="414"/>
                    <a:pt x="524" y="414"/>
                    <a:pt x="524" y="414"/>
                  </a:cubicBezTo>
                  <a:cubicBezTo>
                    <a:pt x="524" y="414"/>
                    <a:pt x="523" y="414"/>
                    <a:pt x="523" y="414"/>
                  </a:cubicBezTo>
                  <a:cubicBezTo>
                    <a:pt x="523" y="413"/>
                    <a:pt x="523" y="413"/>
                    <a:pt x="523" y="412"/>
                  </a:cubicBezTo>
                  <a:cubicBezTo>
                    <a:pt x="523" y="412"/>
                    <a:pt x="523" y="412"/>
                    <a:pt x="523" y="412"/>
                  </a:cubicBezTo>
                  <a:cubicBezTo>
                    <a:pt x="522" y="404"/>
                    <a:pt x="522" y="396"/>
                    <a:pt x="523" y="388"/>
                  </a:cubicBezTo>
                  <a:cubicBezTo>
                    <a:pt x="523" y="388"/>
                    <a:pt x="523" y="388"/>
                    <a:pt x="523" y="388"/>
                  </a:cubicBezTo>
                  <a:cubicBezTo>
                    <a:pt x="523" y="387"/>
                    <a:pt x="523" y="385"/>
                    <a:pt x="524" y="383"/>
                  </a:cubicBezTo>
                  <a:cubicBezTo>
                    <a:pt x="524" y="383"/>
                    <a:pt x="524" y="383"/>
                    <a:pt x="524" y="383"/>
                  </a:cubicBezTo>
                  <a:cubicBezTo>
                    <a:pt x="524" y="382"/>
                    <a:pt x="524" y="380"/>
                    <a:pt x="524" y="379"/>
                  </a:cubicBezTo>
                  <a:cubicBezTo>
                    <a:pt x="525" y="376"/>
                    <a:pt x="525" y="373"/>
                    <a:pt x="525" y="370"/>
                  </a:cubicBezTo>
                  <a:cubicBezTo>
                    <a:pt x="525" y="370"/>
                    <a:pt x="525" y="370"/>
                    <a:pt x="525" y="370"/>
                  </a:cubicBezTo>
                  <a:cubicBezTo>
                    <a:pt x="526" y="366"/>
                    <a:pt x="528" y="362"/>
                    <a:pt x="529" y="358"/>
                  </a:cubicBezTo>
                  <a:cubicBezTo>
                    <a:pt x="530" y="358"/>
                    <a:pt x="530" y="358"/>
                    <a:pt x="530" y="358"/>
                  </a:cubicBezTo>
                  <a:cubicBezTo>
                    <a:pt x="531" y="357"/>
                    <a:pt x="532" y="356"/>
                    <a:pt x="533" y="355"/>
                  </a:cubicBezTo>
                  <a:cubicBezTo>
                    <a:pt x="533" y="355"/>
                    <a:pt x="533" y="354"/>
                    <a:pt x="533" y="354"/>
                  </a:cubicBezTo>
                  <a:cubicBezTo>
                    <a:pt x="547" y="338"/>
                    <a:pt x="559" y="314"/>
                    <a:pt x="564" y="292"/>
                  </a:cubicBezTo>
                  <a:cubicBezTo>
                    <a:pt x="564" y="291"/>
                    <a:pt x="565" y="291"/>
                    <a:pt x="565" y="291"/>
                  </a:cubicBezTo>
                  <a:cubicBezTo>
                    <a:pt x="564" y="291"/>
                    <a:pt x="564" y="291"/>
                    <a:pt x="564" y="291"/>
                  </a:cubicBezTo>
                  <a:cubicBezTo>
                    <a:pt x="565" y="287"/>
                    <a:pt x="565" y="284"/>
                    <a:pt x="566" y="281"/>
                  </a:cubicBezTo>
                  <a:cubicBezTo>
                    <a:pt x="568" y="255"/>
                    <a:pt x="562" y="206"/>
                    <a:pt x="564" y="192"/>
                  </a:cubicBezTo>
                  <a:cubicBezTo>
                    <a:pt x="565" y="188"/>
                    <a:pt x="566" y="183"/>
                    <a:pt x="566" y="177"/>
                  </a:cubicBezTo>
                  <a:cubicBezTo>
                    <a:pt x="566" y="183"/>
                    <a:pt x="565" y="187"/>
                    <a:pt x="565" y="187"/>
                  </a:cubicBezTo>
                  <a:cubicBezTo>
                    <a:pt x="567" y="180"/>
                    <a:pt x="567" y="179"/>
                    <a:pt x="572" y="160"/>
                  </a:cubicBezTo>
                  <a:cubicBezTo>
                    <a:pt x="573" y="164"/>
                    <a:pt x="574" y="167"/>
                    <a:pt x="575" y="171"/>
                  </a:cubicBezTo>
                  <a:cubicBezTo>
                    <a:pt x="577" y="167"/>
                    <a:pt x="578" y="162"/>
                    <a:pt x="577" y="157"/>
                  </a:cubicBezTo>
                  <a:cubicBezTo>
                    <a:pt x="578" y="160"/>
                    <a:pt x="579" y="163"/>
                    <a:pt x="580" y="167"/>
                  </a:cubicBezTo>
                  <a:cubicBezTo>
                    <a:pt x="584" y="154"/>
                    <a:pt x="591" y="128"/>
                    <a:pt x="579" y="118"/>
                  </a:cubicBezTo>
                  <a:cubicBezTo>
                    <a:pt x="583" y="120"/>
                    <a:pt x="587" y="125"/>
                    <a:pt x="588" y="128"/>
                  </a:cubicBezTo>
                  <a:cubicBezTo>
                    <a:pt x="588" y="121"/>
                    <a:pt x="587" y="116"/>
                    <a:pt x="585" y="111"/>
                  </a:cubicBezTo>
                  <a:cubicBezTo>
                    <a:pt x="585" y="111"/>
                    <a:pt x="585" y="111"/>
                    <a:pt x="586" y="111"/>
                  </a:cubicBezTo>
                  <a:cubicBezTo>
                    <a:pt x="586" y="103"/>
                    <a:pt x="580" y="98"/>
                    <a:pt x="574" y="95"/>
                  </a:cubicBezTo>
                  <a:cubicBezTo>
                    <a:pt x="578" y="94"/>
                    <a:pt x="582" y="95"/>
                    <a:pt x="587" y="95"/>
                  </a:cubicBezTo>
                  <a:cubicBezTo>
                    <a:pt x="580" y="82"/>
                    <a:pt x="564" y="85"/>
                    <a:pt x="554" y="77"/>
                  </a:cubicBezTo>
                  <a:cubicBezTo>
                    <a:pt x="555" y="79"/>
                    <a:pt x="555" y="79"/>
                    <a:pt x="555" y="79"/>
                  </a:cubicBezTo>
                  <a:cubicBezTo>
                    <a:pt x="529" y="8"/>
                    <a:pt x="451" y="0"/>
                    <a:pt x="390" y="15"/>
                  </a:cubicBezTo>
                  <a:cubicBezTo>
                    <a:pt x="356" y="23"/>
                    <a:pt x="328" y="38"/>
                    <a:pt x="318" y="53"/>
                  </a:cubicBezTo>
                  <a:cubicBezTo>
                    <a:pt x="315" y="57"/>
                    <a:pt x="313" y="60"/>
                    <a:pt x="311" y="64"/>
                  </a:cubicBezTo>
                  <a:cubicBezTo>
                    <a:pt x="310" y="64"/>
                    <a:pt x="307" y="70"/>
                    <a:pt x="303" y="78"/>
                  </a:cubicBezTo>
                  <a:cubicBezTo>
                    <a:pt x="301" y="79"/>
                    <a:pt x="299" y="81"/>
                    <a:pt x="297" y="83"/>
                  </a:cubicBezTo>
                  <a:cubicBezTo>
                    <a:pt x="288" y="87"/>
                    <a:pt x="279" y="89"/>
                    <a:pt x="270" y="99"/>
                  </a:cubicBezTo>
                  <a:cubicBezTo>
                    <a:pt x="274" y="97"/>
                    <a:pt x="275" y="98"/>
                    <a:pt x="279" y="97"/>
                  </a:cubicBezTo>
                  <a:cubicBezTo>
                    <a:pt x="269" y="104"/>
                    <a:pt x="261" y="117"/>
                    <a:pt x="266" y="130"/>
                  </a:cubicBezTo>
                  <a:cubicBezTo>
                    <a:pt x="266" y="130"/>
                    <a:pt x="266" y="130"/>
                    <a:pt x="266" y="130"/>
                  </a:cubicBezTo>
                  <a:cubicBezTo>
                    <a:pt x="266" y="130"/>
                    <a:pt x="266" y="130"/>
                    <a:pt x="266" y="131"/>
                  </a:cubicBezTo>
                  <a:cubicBezTo>
                    <a:pt x="267" y="130"/>
                    <a:pt x="267" y="129"/>
                    <a:pt x="268" y="128"/>
                  </a:cubicBezTo>
                  <a:cubicBezTo>
                    <a:pt x="270" y="126"/>
                    <a:pt x="273" y="124"/>
                    <a:pt x="276" y="122"/>
                  </a:cubicBezTo>
                  <a:cubicBezTo>
                    <a:pt x="275" y="129"/>
                    <a:pt x="271" y="134"/>
                    <a:pt x="270" y="140"/>
                  </a:cubicBezTo>
                  <a:cubicBezTo>
                    <a:pt x="269" y="147"/>
                    <a:pt x="270" y="156"/>
                    <a:pt x="271" y="163"/>
                  </a:cubicBezTo>
                  <a:cubicBezTo>
                    <a:pt x="273" y="158"/>
                    <a:pt x="275" y="153"/>
                    <a:pt x="279" y="148"/>
                  </a:cubicBezTo>
                  <a:cubicBezTo>
                    <a:pt x="278" y="160"/>
                    <a:pt x="274" y="173"/>
                    <a:pt x="280" y="183"/>
                  </a:cubicBezTo>
                  <a:cubicBezTo>
                    <a:pt x="281" y="179"/>
                    <a:pt x="281" y="174"/>
                    <a:pt x="283" y="170"/>
                  </a:cubicBezTo>
                  <a:cubicBezTo>
                    <a:pt x="284" y="180"/>
                    <a:pt x="291" y="192"/>
                    <a:pt x="299" y="201"/>
                  </a:cubicBezTo>
                  <a:cubicBezTo>
                    <a:pt x="299" y="206"/>
                    <a:pt x="300" y="211"/>
                    <a:pt x="299" y="216"/>
                  </a:cubicBezTo>
                  <a:cubicBezTo>
                    <a:pt x="299" y="216"/>
                    <a:pt x="299" y="216"/>
                    <a:pt x="299" y="217"/>
                  </a:cubicBezTo>
                  <a:cubicBezTo>
                    <a:pt x="299" y="220"/>
                    <a:pt x="298" y="223"/>
                    <a:pt x="298" y="226"/>
                  </a:cubicBezTo>
                  <a:cubicBezTo>
                    <a:pt x="297" y="237"/>
                    <a:pt x="298" y="249"/>
                    <a:pt x="301" y="259"/>
                  </a:cubicBezTo>
                  <a:cubicBezTo>
                    <a:pt x="304" y="268"/>
                    <a:pt x="311" y="283"/>
                    <a:pt x="321" y="285"/>
                  </a:cubicBezTo>
                  <a:cubicBezTo>
                    <a:pt x="324" y="285"/>
                    <a:pt x="327" y="285"/>
                    <a:pt x="329" y="284"/>
                  </a:cubicBezTo>
                  <a:cubicBezTo>
                    <a:pt x="330" y="294"/>
                    <a:pt x="333" y="306"/>
                    <a:pt x="338" y="319"/>
                  </a:cubicBezTo>
                  <a:cubicBezTo>
                    <a:pt x="339" y="320"/>
                    <a:pt x="339" y="321"/>
                    <a:pt x="339" y="322"/>
                  </a:cubicBezTo>
                  <a:cubicBezTo>
                    <a:pt x="340" y="332"/>
                    <a:pt x="343" y="351"/>
                    <a:pt x="344" y="373"/>
                  </a:cubicBezTo>
                  <a:cubicBezTo>
                    <a:pt x="344" y="403"/>
                    <a:pt x="340" y="439"/>
                    <a:pt x="323" y="461"/>
                  </a:cubicBezTo>
                  <a:cubicBezTo>
                    <a:pt x="322" y="463"/>
                    <a:pt x="321" y="464"/>
                    <a:pt x="319" y="466"/>
                  </a:cubicBezTo>
                  <a:cubicBezTo>
                    <a:pt x="305" y="473"/>
                    <a:pt x="219" y="541"/>
                    <a:pt x="195" y="550"/>
                  </a:cubicBezTo>
                  <a:cubicBezTo>
                    <a:pt x="155" y="567"/>
                    <a:pt x="109" y="641"/>
                    <a:pt x="96" y="697"/>
                  </a:cubicBezTo>
                  <a:cubicBezTo>
                    <a:pt x="91" y="722"/>
                    <a:pt x="73" y="774"/>
                    <a:pt x="72" y="789"/>
                  </a:cubicBezTo>
                  <a:cubicBezTo>
                    <a:pt x="74" y="822"/>
                    <a:pt x="57" y="843"/>
                    <a:pt x="47" y="964"/>
                  </a:cubicBezTo>
                  <a:cubicBezTo>
                    <a:pt x="48" y="1002"/>
                    <a:pt x="44" y="1029"/>
                    <a:pt x="39" y="1046"/>
                  </a:cubicBezTo>
                  <a:cubicBezTo>
                    <a:pt x="38" y="1049"/>
                    <a:pt x="36" y="1053"/>
                    <a:pt x="35" y="1057"/>
                  </a:cubicBezTo>
                  <a:cubicBezTo>
                    <a:pt x="17" y="1118"/>
                    <a:pt x="17" y="1250"/>
                    <a:pt x="16" y="1285"/>
                  </a:cubicBezTo>
                  <a:cubicBezTo>
                    <a:pt x="15" y="1306"/>
                    <a:pt x="14" y="1336"/>
                    <a:pt x="11" y="1352"/>
                  </a:cubicBezTo>
                  <a:cubicBezTo>
                    <a:pt x="11" y="1354"/>
                    <a:pt x="11" y="1355"/>
                    <a:pt x="10" y="1356"/>
                  </a:cubicBezTo>
                  <a:cubicBezTo>
                    <a:pt x="10" y="1360"/>
                    <a:pt x="9" y="1364"/>
                    <a:pt x="9" y="1367"/>
                  </a:cubicBezTo>
                  <a:cubicBezTo>
                    <a:pt x="8" y="1379"/>
                    <a:pt x="8" y="1390"/>
                    <a:pt x="5" y="1400"/>
                  </a:cubicBezTo>
                  <a:cubicBezTo>
                    <a:pt x="2" y="1410"/>
                    <a:pt x="1" y="1423"/>
                    <a:pt x="0" y="1432"/>
                  </a:cubicBezTo>
                  <a:cubicBezTo>
                    <a:pt x="0" y="1435"/>
                    <a:pt x="0" y="1438"/>
                    <a:pt x="0" y="1440"/>
                  </a:cubicBezTo>
                  <a:cubicBezTo>
                    <a:pt x="4" y="1473"/>
                    <a:pt x="4" y="1473"/>
                    <a:pt x="4" y="1473"/>
                  </a:cubicBezTo>
                  <a:cubicBezTo>
                    <a:pt x="4" y="1473"/>
                    <a:pt x="4" y="1474"/>
                    <a:pt x="4" y="1474"/>
                  </a:cubicBezTo>
                  <a:cubicBezTo>
                    <a:pt x="4" y="1476"/>
                    <a:pt x="5" y="1478"/>
                    <a:pt x="5" y="1481"/>
                  </a:cubicBezTo>
                  <a:cubicBezTo>
                    <a:pt x="5" y="1481"/>
                    <a:pt x="5" y="1481"/>
                    <a:pt x="5" y="1481"/>
                  </a:cubicBezTo>
                  <a:cubicBezTo>
                    <a:pt x="5" y="1483"/>
                    <a:pt x="5" y="1486"/>
                    <a:pt x="6" y="1488"/>
                  </a:cubicBezTo>
                  <a:cubicBezTo>
                    <a:pt x="6" y="1488"/>
                    <a:pt x="6" y="1488"/>
                    <a:pt x="6" y="1489"/>
                  </a:cubicBezTo>
                  <a:cubicBezTo>
                    <a:pt x="6" y="1491"/>
                    <a:pt x="6" y="1493"/>
                    <a:pt x="6" y="1495"/>
                  </a:cubicBezTo>
                  <a:cubicBezTo>
                    <a:pt x="6" y="1496"/>
                    <a:pt x="6" y="1496"/>
                    <a:pt x="6" y="1496"/>
                  </a:cubicBezTo>
                  <a:cubicBezTo>
                    <a:pt x="6" y="1498"/>
                    <a:pt x="6" y="1501"/>
                    <a:pt x="7" y="1503"/>
                  </a:cubicBezTo>
                  <a:cubicBezTo>
                    <a:pt x="7" y="1503"/>
                    <a:pt x="7" y="1503"/>
                    <a:pt x="7" y="1503"/>
                  </a:cubicBezTo>
                  <a:cubicBezTo>
                    <a:pt x="7" y="1505"/>
                    <a:pt x="7" y="1508"/>
                    <a:pt x="7" y="1510"/>
                  </a:cubicBezTo>
                  <a:cubicBezTo>
                    <a:pt x="7" y="1510"/>
                    <a:pt x="7" y="1510"/>
                    <a:pt x="7" y="1510"/>
                  </a:cubicBezTo>
                  <a:cubicBezTo>
                    <a:pt x="7" y="1512"/>
                    <a:pt x="7" y="1514"/>
                    <a:pt x="7" y="1516"/>
                  </a:cubicBezTo>
                  <a:cubicBezTo>
                    <a:pt x="7" y="1516"/>
                    <a:pt x="7" y="1516"/>
                    <a:pt x="7" y="1516"/>
                  </a:cubicBezTo>
                  <a:cubicBezTo>
                    <a:pt x="7" y="1518"/>
                    <a:pt x="7" y="1520"/>
                    <a:pt x="7" y="1521"/>
                  </a:cubicBezTo>
                  <a:cubicBezTo>
                    <a:pt x="7" y="1521"/>
                    <a:pt x="7" y="1522"/>
                    <a:pt x="7" y="1522"/>
                  </a:cubicBezTo>
                  <a:cubicBezTo>
                    <a:pt x="7" y="1523"/>
                    <a:pt x="7" y="1525"/>
                    <a:pt x="6" y="1526"/>
                  </a:cubicBezTo>
                  <a:cubicBezTo>
                    <a:pt x="3" y="1547"/>
                    <a:pt x="5" y="1559"/>
                    <a:pt x="6" y="1571"/>
                  </a:cubicBezTo>
                  <a:cubicBezTo>
                    <a:pt x="8" y="1584"/>
                    <a:pt x="20" y="1603"/>
                    <a:pt x="24" y="1619"/>
                  </a:cubicBezTo>
                  <a:cubicBezTo>
                    <a:pt x="31" y="1652"/>
                    <a:pt x="41" y="1652"/>
                    <a:pt x="49" y="1663"/>
                  </a:cubicBezTo>
                  <a:cubicBezTo>
                    <a:pt x="55" y="1673"/>
                    <a:pt x="71" y="1680"/>
                    <a:pt x="76" y="1684"/>
                  </a:cubicBezTo>
                  <a:cubicBezTo>
                    <a:pt x="76" y="1684"/>
                    <a:pt x="76" y="1685"/>
                    <a:pt x="76" y="1685"/>
                  </a:cubicBezTo>
                  <a:cubicBezTo>
                    <a:pt x="77" y="1685"/>
                    <a:pt x="77" y="1685"/>
                    <a:pt x="77" y="1685"/>
                  </a:cubicBezTo>
                  <a:cubicBezTo>
                    <a:pt x="77" y="1685"/>
                    <a:pt x="77" y="1685"/>
                    <a:pt x="77" y="1685"/>
                  </a:cubicBezTo>
                  <a:cubicBezTo>
                    <a:pt x="79" y="1688"/>
                    <a:pt x="86" y="1694"/>
                    <a:pt x="93" y="1695"/>
                  </a:cubicBezTo>
                  <a:cubicBezTo>
                    <a:pt x="94" y="1695"/>
                    <a:pt x="94" y="1695"/>
                    <a:pt x="94" y="1695"/>
                  </a:cubicBezTo>
                  <a:cubicBezTo>
                    <a:pt x="95" y="1695"/>
                    <a:pt x="96" y="1695"/>
                    <a:pt x="97" y="1695"/>
                  </a:cubicBezTo>
                  <a:cubicBezTo>
                    <a:pt x="97" y="1695"/>
                    <a:pt x="98" y="1695"/>
                    <a:pt x="98" y="1695"/>
                  </a:cubicBezTo>
                  <a:cubicBezTo>
                    <a:pt x="98" y="1695"/>
                    <a:pt x="98" y="1695"/>
                    <a:pt x="98" y="1695"/>
                  </a:cubicBezTo>
                  <a:cubicBezTo>
                    <a:pt x="98" y="1695"/>
                    <a:pt x="98" y="1695"/>
                    <a:pt x="98" y="1695"/>
                  </a:cubicBezTo>
                  <a:cubicBezTo>
                    <a:pt x="107" y="1694"/>
                    <a:pt x="106" y="1685"/>
                    <a:pt x="106" y="1684"/>
                  </a:cubicBezTo>
                  <a:cubicBezTo>
                    <a:pt x="107" y="1684"/>
                    <a:pt x="107" y="1684"/>
                    <a:pt x="108" y="1684"/>
                  </a:cubicBezTo>
                  <a:cubicBezTo>
                    <a:pt x="108" y="1684"/>
                    <a:pt x="108" y="1684"/>
                    <a:pt x="108" y="1684"/>
                  </a:cubicBezTo>
                  <a:cubicBezTo>
                    <a:pt x="108" y="1684"/>
                    <a:pt x="109" y="1684"/>
                    <a:pt x="110" y="1684"/>
                  </a:cubicBezTo>
                  <a:cubicBezTo>
                    <a:pt x="110" y="1684"/>
                    <a:pt x="110" y="1684"/>
                    <a:pt x="110" y="1684"/>
                  </a:cubicBezTo>
                  <a:cubicBezTo>
                    <a:pt x="111" y="1684"/>
                    <a:pt x="112" y="1684"/>
                    <a:pt x="113" y="1684"/>
                  </a:cubicBezTo>
                  <a:cubicBezTo>
                    <a:pt x="113" y="1684"/>
                    <a:pt x="114" y="1684"/>
                    <a:pt x="115" y="1684"/>
                  </a:cubicBezTo>
                  <a:cubicBezTo>
                    <a:pt x="115" y="1684"/>
                    <a:pt x="116" y="1684"/>
                    <a:pt x="117" y="1684"/>
                  </a:cubicBezTo>
                  <a:cubicBezTo>
                    <a:pt x="117" y="1684"/>
                    <a:pt x="118" y="1684"/>
                    <a:pt x="118" y="1684"/>
                  </a:cubicBezTo>
                  <a:cubicBezTo>
                    <a:pt x="119" y="1685"/>
                    <a:pt x="120" y="1685"/>
                    <a:pt x="120" y="1685"/>
                  </a:cubicBezTo>
                  <a:cubicBezTo>
                    <a:pt x="121" y="1685"/>
                    <a:pt x="121" y="1685"/>
                    <a:pt x="122" y="1685"/>
                  </a:cubicBezTo>
                  <a:cubicBezTo>
                    <a:pt x="122" y="1685"/>
                    <a:pt x="123" y="1685"/>
                    <a:pt x="124" y="1685"/>
                  </a:cubicBezTo>
                  <a:cubicBezTo>
                    <a:pt x="124" y="1685"/>
                    <a:pt x="125" y="1685"/>
                    <a:pt x="125" y="1685"/>
                  </a:cubicBezTo>
                  <a:cubicBezTo>
                    <a:pt x="126" y="1685"/>
                    <a:pt x="126" y="1685"/>
                    <a:pt x="127" y="1685"/>
                  </a:cubicBezTo>
                  <a:cubicBezTo>
                    <a:pt x="127" y="1685"/>
                    <a:pt x="128" y="1685"/>
                    <a:pt x="128" y="1685"/>
                  </a:cubicBezTo>
                  <a:cubicBezTo>
                    <a:pt x="129" y="1684"/>
                    <a:pt x="130" y="1684"/>
                    <a:pt x="130" y="1684"/>
                  </a:cubicBezTo>
                  <a:cubicBezTo>
                    <a:pt x="131" y="1684"/>
                    <a:pt x="131" y="1684"/>
                    <a:pt x="131" y="1684"/>
                  </a:cubicBezTo>
                  <a:cubicBezTo>
                    <a:pt x="132" y="1684"/>
                    <a:pt x="133" y="1684"/>
                    <a:pt x="133" y="1684"/>
                  </a:cubicBezTo>
                  <a:cubicBezTo>
                    <a:pt x="133" y="1684"/>
                    <a:pt x="134" y="1684"/>
                    <a:pt x="134" y="1684"/>
                  </a:cubicBezTo>
                  <a:cubicBezTo>
                    <a:pt x="135" y="1683"/>
                    <a:pt x="136" y="1683"/>
                    <a:pt x="136" y="1682"/>
                  </a:cubicBezTo>
                  <a:cubicBezTo>
                    <a:pt x="145" y="1673"/>
                    <a:pt x="134" y="1664"/>
                    <a:pt x="133" y="1664"/>
                  </a:cubicBezTo>
                  <a:cubicBezTo>
                    <a:pt x="142" y="1663"/>
                    <a:pt x="142" y="1663"/>
                    <a:pt x="142" y="1663"/>
                  </a:cubicBezTo>
                  <a:cubicBezTo>
                    <a:pt x="142" y="1663"/>
                    <a:pt x="142" y="1663"/>
                    <a:pt x="142" y="1662"/>
                  </a:cubicBezTo>
                  <a:cubicBezTo>
                    <a:pt x="142" y="1662"/>
                    <a:pt x="142" y="1662"/>
                    <a:pt x="142" y="1662"/>
                  </a:cubicBezTo>
                  <a:cubicBezTo>
                    <a:pt x="154" y="1656"/>
                    <a:pt x="139" y="1643"/>
                    <a:pt x="139" y="1643"/>
                  </a:cubicBezTo>
                  <a:cubicBezTo>
                    <a:pt x="140" y="1620"/>
                    <a:pt x="111" y="1625"/>
                    <a:pt x="107" y="1620"/>
                  </a:cubicBezTo>
                  <a:cubicBezTo>
                    <a:pt x="106" y="1618"/>
                    <a:pt x="104" y="1616"/>
                    <a:pt x="103" y="1615"/>
                  </a:cubicBezTo>
                  <a:cubicBezTo>
                    <a:pt x="103" y="1615"/>
                    <a:pt x="103" y="1615"/>
                    <a:pt x="103" y="1615"/>
                  </a:cubicBezTo>
                  <a:cubicBezTo>
                    <a:pt x="102" y="1614"/>
                    <a:pt x="101" y="1614"/>
                    <a:pt x="100" y="1613"/>
                  </a:cubicBezTo>
                  <a:cubicBezTo>
                    <a:pt x="100" y="1612"/>
                    <a:pt x="100" y="1612"/>
                    <a:pt x="99" y="1612"/>
                  </a:cubicBezTo>
                  <a:cubicBezTo>
                    <a:pt x="99" y="1611"/>
                    <a:pt x="98" y="1611"/>
                    <a:pt x="98" y="1611"/>
                  </a:cubicBezTo>
                  <a:cubicBezTo>
                    <a:pt x="97" y="1610"/>
                    <a:pt x="97" y="1610"/>
                    <a:pt x="96" y="1610"/>
                  </a:cubicBezTo>
                  <a:cubicBezTo>
                    <a:pt x="96" y="1610"/>
                    <a:pt x="96" y="1610"/>
                    <a:pt x="96" y="1610"/>
                  </a:cubicBezTo>
                  <a:cubicBezTo>
                    <a:pt x="85" y="1534"/>
                    <a:pt x="85" y="1534"/>
                    <a:pt x="85" y="1534"/>
                  </a:cubicBezTo>
                  <a:cubicBezTo>
                    <a:pt x="85" y="1530"/>
                    <a:pt x="85" y="1527"/>
                    <a:pt x="85" y="1526"/>
                  </a:cubicBezTo>
                  <a:cubicBezTo>
                    <a:pt x="85" y="1526"/>
                    <a:pt x="86" y="1526"/>
                    <a:pt x="86" y="1527"/>
                  </a:cubicBezTo>
                  <a:cubicBezTo>
                    <a:pt x="86" y="1527"/>
                    <a:pt x="87" y="1527"/>
                    <a:pt x="87" y="1527"/>
                  </a:cubicBezTo>
                  <a:cubicBezTo>
                    <a:pt x="87" y="1527"/>
                    <a:pt x="88" y="1527"/>
                    <a:pt x="88" y="1528"/>
                  </a:cubicBezTo>
                  <a:cubicBezTo>
                    <a:pt x="88" y="1528"/>
                    <a:pt x="89" y="1528"/>
                    <a:pt x="89" y="1528"/>
                  </a:cubicBezTo>
                  <a:cubicBezTo>
                    <a:pt x="89" y="1528"/>
                    <a:pt x="90" y="1529"/>
                    <a:pt x="90" y="1529"/>
                  </a:cubicBezTo>
                  <a:cubicBezTo>
                    <a:pt x="91" y="1529"/>
                    <a:pt x="91" y="1529"/>
                    <a:pt x="91" y="1530"/>
                  </a:cubicBezTo>
                  <a:cubicBezTo>
                    <a:pt x="92" y="1530"/>
                    <a:pt x="92" y="1531"/>
                    <a:pt x="93" y="1531"/>
                  </a:cubicBezTo>
                  <a:cubicBezTo>
                    <a:pt x="93" y="1531"/>
                    <a:pt x="93" y="1532"/>
                    <a:pt x="94" y="1532"/>
                  </a:cubicBezTo>
                  <a:cubicBezTo>
                    <a:pt x="94" y="1532"/>
                    <a:pt x="95" y="1533"/>
                    <a:pt x="95" y="1534"/>
                  </a:cubicBezTo>
                  <a:cubicBezTo>
                    <a:pt x="96" y="1534"/>
                    <a:pt x="96" y="1534"/>
                    <a:pt x="96" y="1535"/>
                  </a:cubicBezTo>
                  <a:cubicBezTo>
                    <a:pt x="97" y="1536"/>
                    <a:pt x="97" y="1536"/>
                    <a:pt x="98" y="1537"/>
                  </a:cubicBezTo>
                  <a:cubicBezTo>
                    <a:pt x="98" y="1538"/>
                    <a:pt x="99" y="1538"/>
                    <a:pt x="99" y="1538"/>
                  </a:cubicBezTo>
                  <a:cubicBezTo>
                    <a:pt x="100" y="1540"/>
                    <a:pt x="100" y="1541"/>
                    <a:pt x="101" y="1543"/>
                  </a:cubicBezTo>
                  <a:cubicBezTo>
                    <a:pt x="101" y="1544"/>
                    <a:pt x="102" y="1545"/>
                    <a:pt x="102" y="1546"/>
                  </a:cubicBezTo>
                  <a:cubicBezTo>
                    <a:pt x="102" y="1546"/>
                    <a:pt x="102" y="1546"/>
                    <a:pt x="103" y="1546"/>
                  </a:cubicBezTo>
                  <a:cubicBezTo>
                    <a:pt x="103" y="1547"/>
                    <a:pt x="103" y="1548"/>
                    <a:pt x="104" y="1548"/>
                  </a:cubicBezTo>
                  <a:cubicBezTo>
                    <a:pt x="104" y="1549"/>
                    <a:pt x="104" y="1549"/>
                    <a:pt x="104" y="1549"/>
                  </a:cubicBezTo>
                  <a:cubicBezTo>
                    <a:pt x="105" y="1550"/>
                    <a:pt x="105" y="1551"/>
                    <a:pt x="105" y="1551"/>
                  </a:cubicBezTo>
                  <a:cubicBezTo>
                    <a:pt x="106" y="1552"/>
                    <a:pt x="106" y="1552"/>
                    <a:pt x="106" y="1553"/>
                  </a:cubicBezTo>
                  <a:cubicBezTo>
                    <a:pt x="107" y="1553"/>
                    <a:pt x="107" y="1554"/>
                    <a:pt x="108" y="1554"/>
                  </a:cubicBezTo>
                  <a:cubicBezTo>
                    <a:pt x="108" y="1555"/>
                    <a:pt x="108" y="1555"/>
                    <a:pt x="109" y="1556"/>
                  </a:cubicBezTo>
                  <a:cubicBezTo>
                    <a:pt x="109" y="1556"/>
                    <a:pt x="110" y="1557"/>
                    <a:pt x="110" y="1557"/>
                  </a:cubicBezTo>
                  <a:cubicBezTo>
                    <a:pt x="110" y="1558"/>
                    <a:pt x="111" y="1558"/>
                    <a:pt x="111" y="1559"/>
                  </a:cubicBezTo>
                  <a:cubicBezTo>
                    <a:pt x="112" y="1559"/>
                    <a:pt x="112" y="1560"/>
                    <a:pt x="113" y="1560"/>
                  </a:cubicBezTo>
                  <a:cubicBezTo>
                    <a:pt x="113" y="1561"/>
                    <a:pt x="113" y="1561"/>
                    <a:pt x="114" y="1561"/>
                  </a:cubicBezTo>
                  <a:cubicBezTo>
                    <a:pt x="114" y="1562"/>
                    <a:pt x="115" y="1562"/>
                    <a:pt x="115" y="1563"/>
                  </a:cubicBezTo>
                  <a:cubicBezTo>
                    <a:pt x="116" y="1563"/>
                    <a:pt x="116" y="1564"/>
                    <a:pt x="117" y="1564"/>
                  </a:cubicBezTo>
                  <a:cubicBezTo>
                    <a:pt x="117" y="1565"/>
                    <a:pt x="118" y="1565"/>
                    <a:pt x="119" y="1566"/>
                  </a:cubicBezTo>
                  <a:cubicBezTo>
                    <a:pt x="119" y="1566"/>
                    <a:pt x="119" y="1566"/>
                    <a:pt x="120" y="1567"/>
                  </a:cubicBezTo>
                  <a:cubicBezTo>
                    <a:pt x="121" y="1567"/>
                    <a:pt x="121" y="1567"/>
                    <a:pt x="122" y="1568"/>
                  </a:cubicBezTo>
                  <a:cubicBezTo>
                    <a:pt x="122" y="1568"/>
                    <a:pt x="123" y="1569"/>
                    <a:pt x="123" y="1569"/>
                  </a:cubicBezTo>
                  <a:cubicBezTo>
                    <a:pt x="124" y="1569"/>
                    <a:pt x="124" y="1570"/>
                    <a:pt x="125" y="1570"/>
                  </a:cubicBezTo>
                  <a:cubicBezTo>
                    <a:pt x="126" y="1570"/>
                    <a:pt x="126" y="1570"/>
                    <a:pt x="127" y="1571"/>
                  </a:cubicBezTo>
                  <a:cubicBezTo>
                    <a:pt x="127" y="1571"/>
                    <a:pt x="128" y="1571"/>
                    <a:pt x="128" y="1571"/>
                  </a:cubicBezTo>
                  <a:cubicBezTo>
                    <a:pt x="129" y="1572"/>
                    <a:pt x="129" y="1572"/>
                    <a:pt x="130" y="1572"/>
                  </a:cubicBezTo>
                  <a:cubicBezTo>
                    <a:pt x="131" y="1572"/>
                    <a:pt x="131" y="1572"/>
                    <a:pt x="132" y="1573"/>
                  </a:cubicBezTo>
                  <a:cubicBezTo>
                    <a:pt x="132" y="1573"/>
                    <a:pt x="133" y="1573"/>
                    <a:pt x="133" y="1573"/>
                  </a:cubicBezTo>
                  <a:cubicBezTo>
                    <a:pt x="134" y="1573"/>
                    <a:pt x="135" y="1573"/>
                    <a:pt x="135" y="1573"/>
                  </a:cubicBezTo>
                  <a:cubicBezTo>
                    <a:pt x="136" y="1573"/>
                    <a:pt x="136" y="1573"/>
                    <a:pt x="137" y="1573"/>
                  </a:cubicBezTo>
                  <a:cubicBezTo>
                    <a:pt x="138" y="1573"/>
                    <a:pt x="138" y="1573"/>
                    <a:pt x="139" y="1573"/>
                  </a:cubicBezTo>
                  <a:cubicBezTo>
                    <a:pt x="139" y="1573"/>
                    <a:pt x="140" y="1573"/>
                    <a:pt x="140" y="1573"/>
                  </a:cubicBezTo>
                  <a:cubicBezTo>
                    <a:pt x="141" y="1573"/>
                    <a:pt x="142" y="1573"/>
                    <a:pt x="143" y="1572"/>
                  </a:cubicBezTo>
                  <a:cubicBezTo>
                    <a:pt x="143" y="1572"/>
                    <a:pt x="144" y="1572"/>
                    <a:pt x="144" y="1572"/>
                  </a:cubicBezTo>
                  <a:cubicBezTo>
                    <a:pt x="144" y="1572"/>
                    <a:pt x="144" y="1572"/>
                    <a:pt x="144" y="1572"/>
                  </a:cubicBezTo>
                  <a:cubicBezTo>
                    <a:pt x="145" y="1572"/>
                    <a:pt x="146" y="1571"/>
                    <a:pt x="148" y="1570"/>
                  </a:cubicBezTo>
                  <a:cubicBezTo>
                    <a:pt x="166" y="1559"/>
                    <a:pt x="141" y="1526"/>
                    <a:pt x="125" y="1512"/>
                  </a:cubicBezTo>
                  <a:cubicBezTo>
                    <a:pt x="110" y="1498"/>
                    <a:pt x="100" y="1469"/>
                    <a:pt x="89" y="1458"/>
                  </a:cubicBezTo>
                  <a:cubicBezTo>
                    <a:pt x="78" y="1447"/>
                    <a:pt x="77" y="1424"/>
                    <a:pt x="77" y="1424"/>
                  </a:cubicBezTo>
                  <a:cubicBezTo>
                    <a:pt x="76" y="1422"/>
                    <a:pt x="76" y="1422"/>
                    <a:pt x="76" y="1422"/>
                  </a:cubicBezTo>
                  <a:cubicBezTo>
                    <a:pt x="76" y="1422"/>
                    <a:pt x="76" y="1422"/>
                    <a:pt x="75" y="1422"/>
                  </a:cubicBezTo>
                  <a:cubicBezTo>
                    <a:pt x="73" y="1415"/>
                    <a:pt x="73" y="1415"/>
                    <a:pt x="73" y="1415"/>
                  </a:cubicBezTo>
                  <a:cubicBezTo>
                    <a:pt x="73" y="1415"/>
                    <a:pt x="73" y="1414"/>
                    <a:pt x="73" y="1414"/>
                  </a:cubicBezTo>
                  <a:cubicBezTo>
                    <a:pt x="75" y="1409"/>
                    <a:pt x="79" y="1393"/>
                    <a:pt x="81" y="1379"/>
                  </a:cubicBezTo>
                  <a:cubicBezTo>
                    <a:pt x="84" y="1364"/>
                    <a:pt x="117" y="1236"/>
                    <a:pt x="125" y="1194"/>
                  </a:cubicBezTo>
                  <a:cubicBezTo>
                    <a:pt x="126" y="1191"/>
                    <a:pt x="126" y="1189"/>
                    <a:pt x="126" y="1187"/>
                  </a:cubicBezTo>
                  <a:cubicBezTo>
                    <a:pt x="138" y="1126"/>
                    <a:pt x="158" y="1103"/>
                    <a:pt x="152" y="1061"/>
                  </a:cubicBezTo>
                  <a:cubicBezTo>
                    <a:pt x="153" y="1030"/>
                    <a:pt x="165" y="947"/>
                    <a:pt x="167" y="932"/>
                  </a:cubicBezTo>
                  <a:cubicBezTo>
                    <a:pt x="169" y="929"/>
                    <a:pt x="169" y="914"/>
                    <a:pt x="171" y="903"/>
                  </a:cubicBezTo>
                  <a:cubicBezTo>
                    <a:pt x="171" y="898"/>
                    <a:pt x="172" y="887"/>
                    <a:pt x="173" y="874"/>
                  </a:cubicBezTo>
                  <a:cubicBezTo>
                    <a:pt x="173" y="876"/>
                    <a:pt x="173" y="876"/>
                    <a:pt x="173" y="876"/>
                  </a:cubicBezTo>
                  <a:cubicBezTo>
                    <a:pt x="173" y="890"/>
                    <a:pt x="188" y="920"/>
                    <a:pt x="190" y="958"/>
                  </a:cubicBezTo>
                  <a:cubicBezTo>
                    <a:pt x="188" y="989"/>
                    <a:pt x="159" y="1033"/>
                    <a:pt x="161" y="1062"/>
                  </a:cubicBezTo>
                  <a:cubicBezTo>
                    <a:pt x="149" y="1120"/>
                    <a:pt x="145" y="1171"/>
                    <a:pt x="147" y="1215"/>
                  </a:cubicBezTo>
                  <a:cubicBezTo>
                    <a:pt x="149" y="1312"/>
                    <a:pt x="174" y="1374"/>
                    <a:pt x="173" y="1399"/>
                  </a:cubicBezTo>
                  <a:cubicBezTo>
                    <a:pt x="172" y="1433"/>
                    <a:pt x="185" y="1447"/>
                    <a:pt x="190" y="1471"/>
                  </a:cubicBezTo>
                  <a:cubicBezTo>
                    <a:pt x="191" y="1476"/>
                    <a:pt x="191" y="1481"/>
                    <a:pt x="192" y="1487"/>
                  </a:cubicBezTo>
                  <a:cubicBezTo>
                    <a:pt x="192" y="1489"/>
                    <a:pt x="192" y="1491"/>
                    <a:pt x="192" y="1494"/>
                  </a:cubicBezTo>
                  <a:cubicBezTo>
                    <a:pt x="192" y="1494"/>
                    <a:pt x="192" y="1494"/>
                    <a:pt x="192" y="1494"/>
                  </a:cubicBezTo>
                  <a:cubicBezTo>
                    <a:pt x="222" y="1980"/>
                    <a:pt x="222" y="1980"/>
                    <a:pt x="222" y="1980"/>
                  </a:cubicBezTo>
                  <a:cubicBezTo>
                    <a:pt x="223" y="1995"/>
                    <a:pt x="220" y="2048"/>
                    <a:pt x="226" y="2075"/>
                  </a:cubicBezTo>
                  <a:cubicBezTo>
                    <a:pt x="227" y="2082"/>
                    <a:pt x="236" y="2112"/>
                    <a:pt x="237" y="2156"/>
                  </a:cubicBezTo>
                  <a:cubicBezTo>
                    <a:pt x="239" y="2225"/>
                    <a:pt x="224" y="2324"/>
                    <a:pt x="226" y="2374"/>
                  </a:cubicBezTo>
                  <a:cubicBezTo>
                    <a:pt x="230" y="2455"/>
                    <a:pt x="228" y="2526"/>
                    <a:pt x="241" y="2578"/>
                  </a:cubicBezTo>
                  <a:cubicBezTo>
                    <a:pt x="244" y="2596"/>
                    <a:pt x="244" y="2596"/>
                    <a:pt x="244" y="2596"/>
                  </a:cubicBezTo>
                  <a:cubicBezTo>
                    <a:pt x="245" y="2598"/>
                    <a:pt x="245" y="2600"/>
                    <a:pt x="245" y="2602"/>
                  </a:cubicBezTo>
                  <a:cubicBezTo>
                    <a:pt x="245" y="2603"/>
                    <a:pt x="246" y="2604"/>
                    <a:pt x="246" y="2605"/>
                  </a:cubicBezTo>
                  <a:cubicBezTo>
                    <a:pt x="246" y="2607"/>
                    <a:pt x="246" y="2608"/>
                    <a:pt x="246" y="2609"/>
                  </a:cubicBezTo>
                  <a:cubicBezTo>
                    <a:pt x="247" y="2611"/>
                    <a:pt x="247" y="2612"/>
                    <a:pt x="247" y="2614"/>
                  </a:cubicBezTo>
                  <a:cubicBezTo>
                    <a:pt x="247" y="2615"/>
                    <a:pt x="247" y="2616"/>
                    <a:pt x="248" y="2617"/>
                  </a:cubicBezTo>
                  <a:cubicBezTo>
                    <a:pt x="248" y="2619"/>
                    <a:pt x="248" y="2620"/>
                    <a:pt x="248" y="2622"/>
                  </a:cubicBezTo>
                  <a:cubicBezTo>
                    <a:pt x="248" y="2623"/>
                    <a:pt x="248" y="2624"/>
                    <a:pt x="249" y="2625"/>
                  </a:cubicBezTo>
                  <a:cubicBezTo>
                    <a:pt x="249" y="2627"/>
                    <a:pt x="249" y="2628"/>
                    <a:pt x="249" y="2629"/>
                  </a:cubicBezTo>
                  <a:cubicBezTo>
                    <a:pt x="249" y="2630"/>
                    <a:pt x="249" y="2632"/>
                    <a:pt x="250" y="2633"/>
                  </a:cubicBezTo>
                  <a:cubicBezTo>
                    <a:pt x="250" y="2634"/>
                    <a:pt x="250" y="2635"/>
                    <a:pt x="250" y="2637"/>
                  </a:cubicBezTo>
                  <a:cubicBezTo>
                    <a:pt x="250" y="2638"/>
                    <a:pt x="250" y="2639"/>
                    <a:pt x="250" y="2640"/>
                  </a:cubicBezTo>
                  <a:cubicBezTo>
                    <a:pt x="251" y="2641"/>
                    <a:pt x="251" y="2643"/>
                    <a:pt x="251" y="2644"/>
                  </a:cubicBezTo>
                  <a:cubicBezTo>
                    <a:pt x="251" y="2645"/>
                    <a:pt x="251" y="2646"/>
                    <a:pt x="251" y="2646"/>
                  </a:cubicBezTo>
                  <a:cubicBezTo>
                    <a:pt x="251" y="2648"/>
                    <a:pt x="252" y="2651"/>
                    <a:pt x="252" y="2653"/>
                  </a:cubicBezTo>
                  <a:cubicBezTo>
                    <a:pt x="252" y="2653"/>
                    <a:pt x="252" y="2654"/>
                    <a:pt x="252" y="2654"/>
                  </a:cubicBezTo>
                  <a:cubicBezTo>
                    <a:pt x="252" y="2655"/>
                    <a:pt x="252" y="2657"/>
                    <a:pt x="252" y="2658"/>
                  </a:cubicBezTo>
                  <a:cubicBezTo>
                    <a:pt x="252" y="2659"/>
                    <a:pt x="252" y="2660"/>
                    <a:pt x="252" y="2660"/>
                  </a:cubicBezTo>
                  <a:cubicBezTo>
                    <a:pt x="252" y="2661"/>
                    <a:pt x="253" y="2663"/>
                    <a:pt x="253" y="2664"/>
                  </a:cubicBezTo>
                  <a:cubicBezTo>
                    <a:pt x="253" y="2664"/>
                    <a:pt x="253" y="2665"/>
                    <a:pt x="253" y="2666"/>
                  </a:cubicBezTo>
                  <a:cubicBezTo>
                    <a:pt x="253" y="2667"/>
                    <a:pt x="253" y="2667"/>
                    <a:pt x="253" y="2668"/>
                  </a:cubicBezTo>
                  <a:cubicBezTo>
                    <a:pt x="253" y="2669"/>
                    <a:pt x="253" y="2670"/>
                    <a:pt x="253" y="2670"/>
                  </a:cubicBezTo>
                  <a:cubicBezTo>
                    <a:pt x="253" y="2671"/>
                    <a:pt x="253" y="2672"/>
                    <a:pt x="253" y="2673"/>
                  </a:cubicBezTo>
                  <a:cubicBezTo>
                    <a:pt x="253" y="2673"/>
                    <a:pt x="253" y="2674"/>
                    <a:pt x="253" y="2674"/>
                  </a:cubicBezTo>
                  <a:cubicBezTo>
                    <a:pt x="253" y="2675"/>
                    <a:pt x="253" y="2676"/>
                    <a:pt x="253" y="2676"/>
                  </a:cubicBezTo>
                  <a:cubicBezTo>
                    <a:pt x="253" y="2677"/>
                    <a:pt x="253" y="2677"/>
                    <a:pt x="253" y="2678"/>
                  </a:cubicBezTo>
                  <a:cubicBezTo>
                    <a:pt x="253" y="2678"/>
                    <a:pt x="253" y="2679"/>
                    <a:pt x="253" y="2680"/>
                  </a:cubicBezTo>
                  <a:cubicBezTo>
                    <a:pt x="253" y="2680"/>
                    <a:pt x="253" y="2680"/>
                    <a:pt x="253" y="2680"/>
                  </a:cubicBezTo>
                  <a:cubicBezTo>
                    <a:pt x="253" y="2681"/>
                    <a:pt x="253" y="2682"/>
                    <a:pt x="253" y="2683"/>
                  </a:cubicBezTo>
                  <a:cubicBezTo>
                    <a:pt x="251" y="2691"/>
                    <a:pt x="249" y="2709"/>
                    <a:pt x="255" y="2724"/>
                  </a:cubicBezTo>
                  <a:cubicBezTo>
                    <a:pt x="255" y="2725"/>
                    <a:pt x="238" y="2777"/>
                    <a:pt x="228" y="2786"/>
                  </a:cubicBezTo>
                  <a:cubicBezTo>
                    <a:pt x="220" y="2795"/>
                    <a:pt x="217" y="2804"/>
                    <a:pt x="210" y="2809"/>
                  </a:cubicBezTo>
                  <a:cubicBezTo>
                    <a:pt x="203" y="2814"/>
                    <a:pt x="200" y="2819"/>
                    <a:pt x="197" y="2830"/>
                  </a:cubicBezTo>
                  <a:cubicBezTo>
                    <a:pt x="195" y="2838"/>
                    <a:pt x="188" y="2849"/>
                    <a:pt x="193" y="2855"/>
                  </a:cubicBezTo>
                  <a:cubicBezTo>
                    <a:pt x="194" y="2856"/>
                    <a:pt x="195" y="2857"/>
                    <a:pt x="196" y="2858"/>
                  </a:cubicBezTo>
                  <a:cubicBezTo>
                    <a:pt x="196" y="2857"/>
                    <a:pt x="196" y="2857"/>
                    <a:pt x="196" y="2857"/>
                  </a:cubicBezTo>
                  <a:cubicBezTo>
                    <a:pt x="195" y="2860"/>
                    <a:pt x="195" y="2863"/>
                    <a:pt x="196" y="2865"/>
                  </a:cubicBezTo>
                  <a:cubicBezTo>
                    <a:pt x="199" y="2872"/>
                    <a:pt x="204" y="2873"/>
                    <a:pt x="211" y="2872"/>
                  </a:cubicBezTo>
                  <a:cubicBezTo>
                    <a:pt x="211" y="2871"/>
                    <a:pt x="211" y="2871"/>
                    <a:pt x="211" y="2871"/>
                  </a:cubicBezTo>
                  <a:cubicBezTo>
                    <a:pt x="212" y="2874"/>
                    <a:pt x="212" y="2876"/>
                    <a:pt x="214" y="2878"/>
                  </a:cubicBezTo>
                  <a:cubicBezTo>
                    <a:pt x="218" y="2887"/>
                    <a:pt x="232" y="2891"/>
                    <a:pt x="238" y="2883"/>
                  </a:cubicBezTo>
                  <a:cubicBezTo>
                    <a:pt x="245" y="2889"/>
                    <a:pt x="260" y="2890"/>
                    <a:pt x="265" y="2881"/>
                  </a:cubicBezTo>
                  <a:cubicBezTo>
                    <a:pt x="266" y="2881"/>
                    <a:pt x="266" y="2882"/>
                    <a:pt x="266" y="2882"/>
                  </a:cubicBezTo>
                  <a:cubicBezTo>
                    <a:pt x="266" y="2882"/>
                    <a:pt x="266" y="2882"/>
                    <a:pt x="266" y="2882"/>
                  </a:cubicBezTo>
                  <a:cubicBezTo>
                    <a:pt x="271" y="2896"/>
                    <a:pt x="287" y="2894"/>
                    <a:pt x="296" y="2891"/>
                  </a:cubicBezTo>
                  <a:cubicBezTo>
                    <a:pt x="305" y="2889"/>
                    <a:pt x="310" y="2882"/>
                    <a:pt x="314" y="2876"/>
                  </a:cubicBezTo>
                  <a:cubicBezTo>
                    <a:pt x="314" y="2876"/>
                    <a:pt x="314" y="2876"/>
                    <a:pt x="314" y="2876"/>
                  </a:cubicBezTo>
                  <a:cubicBezTo>
                    <a:pt x="314" y="2876"/>
                    <a:pt x="314" y="2876"/>
                    <a:pt x="315" y="2876"/>
                  </a:cubicBezTo>
                  <a:cubicBezTo>
                    <a:pt x="315" y="2875"/>
                    <a:pt x="316" y="2874"/>
                    <a:pt x="317" y="2874"/>
                  </a:cubicBezTo>
                  <a:cubicBezTo>
                    <a:pt x="322" y="2868"/>
                    <a:pt x="326" y="2862"/>
                    <a:pt x="325" y="2848"/>
                  </a:cubicBezTo>
                  <a:cubicBezTo>
                    <a:pt x="324" y="2842"/>
                    <a:pt x="324" y="2835"/>
                    <a:pt x="324" y="2830"/>
                  </a:cubicBezTo>
                  <a:cubicBezTo>
                    <a:pt x="325" y="2826"/>
                    <a:pt x="325" y="2821"/>
                    <a:pt x="326" y="2814"/>
                  </a:cubicBezTo>
                  <a:cubicBezTo>
                    <a:pt x="326" y="2804"/>
                    <a:pt x="333" y="2801"/>
                    <a:pt x="334" y="2783"/>
                  </a:cubicBezTo>
                  <a:cubicBezTo>
                    <a:pt x="335" y="2769"/>
                    <a:pt x="327" y="2710"/>
                    <a:pt x="328" y="2702"/>
                  </a:cubicBezTo>
                  <a:cubicBezTo>
                    <a:pt x="330" y="2684"/>
                    <a:pt x="333" y="2663"/>
                    <a:pt x="330" y="2632"/>
                  </a:cubicBezTo>
                  <a:cubicBezTo>
                    <a:pt x="329" y="2620"/>
                    <a:pt x="331" y="2596"/>
                    <a:pt x="334" y="2571"/>
                  </a:cubicBezTo>
                  <a:cubicBezTo>
                    <a:pt x="340" y="2530"/>
                    <a:pt x="349" y="2486"/>
                    <a:pt x="352" y="2474"/>
                  </a:cubicBezTo>
                  <a:cubicBezTo>
                    <a:pt x="351" y="2475"/>
                    <a:pt x="351" y="2475"/>
                    <a:pt x="351" y="2475"/>
                  </a:cubicBezTo>
                  <a:cubicBezTo>
                    <a:pt x="355" y="2460"/>
                    <a:pt x="355" y="2460"/>
                    <a:pt x="355" y="2460"/>
                  </a:cubicBezTo>
                  <a:cubicBezTo>
                    <a:pt x="356" y="2452"/>
                    <a:pt x="358" y="2444"/>
                    <a:pt x="360" y="2435"/>
                  </a:cubicBezTo>
                  <a:cubicBezTo>
                    <a:pt x="360" y="2434"/>
                    <a:pt x="360" y="2434"/>
                    <a:pt x="360" y="2433"/>
                  </a:cubicBezTo>
                  <a:cubicBezTo>
                    <a:pt x="362" y="2427"/>
                    <a:pt x="363" y="2421"/>
                    <a:pt x="364" y="2414"/>
                  </a:cubicBezTo>
                  <a:cubicBezTo>
                    <a:pt x="364" y="2414"/>
                    <a:pt x="365" y="2413"/>
                    <a:pt x="365" y="2413"/>
                  </a:cubicBezTo>
                  <a:cubicBezTo>
                    <a:pt x="365" y="2410"/>
                    <a:pt x="366" y="2406"/>
                    <a:pt x="367" y="2403"/>
                  </a:cubicBezTo>
                  <a:cubicBezTo>
                    <a:pt x="367" y="2402"/>
                    <a:pt x="367" y="2402"/>
                    <a:pt x="367" y="2402"/>
                  </a:cubicBezTo>
                  <a:cubicBezTo>
                    <a:pt x="367" y="2398"/>
                    <a:pt x="368" y="2395"/>
                    <a:pt x="369" y="2392"/>
                  </a:cubicBezTo>
                  <a:cubicBezTo>
                    <a:pt x="369" y="2392"/>
                    <a:pt x="369" y="2391"/>
                    <a:pt x="369" y="2391"/>
                  </a:cubicBezTo>
                  <a:cubicBezTo>
                    <a:pt x="369" y="2387"/>
                    <a:pt x="370" y="2384"/>
                    <a:pt x="371" y="2380"/>
                  </a:cubicBezTo>
                  <a:cubicBezTo>
                    <a:pt x="371" y="2380"/>
                    <a:pt x="371" y="2379"/>
                    <a:pt x="371" y="2378"/>
                  </a:cubicBezTo>
                  <a:cubicBezTo>
                    <a:pt x="372" y="2375"/>
                    <a:pt x="372" y="2371"/>
                    <a:pt x="373" y="2368"/>
                  </a:cubicBezTo>
                  <a:cubicBezTo>
                    <a:pt x="373" y="2368"/>
                    <a:pt x="373" y="2368"/>
                    <a:pt x="373" y="2368"/>
                  </a:cubicBezTo>
                  <a:cubicBezTo>
                    <a:pt x="373" y="2364"/>
                    <a:pt x="374" y="2361"/>
                    <a:pt x="374" y="2357"/>
                  </a:cubicBezTo>
                  <a:cubicBezTo>
                    <a:pt x="374" y="2356"/>
                    <a:pt x="374" y="2355"/>
                    <a:pt x="375" y="2355"/>
                  </a:cubicBezTo>
                  <a:cubicBezTo>
                    <a:pt x="375" y="2351"/>
                    <a:pt x="375" y="2348"/>
                    <a:pt x="376" y="2344"/>
                  </a:cubicBezTo>
                  <a:cubicBezTo>
                    <a:pt x="376" y="2344"/>
                    <a:pt x="376" y="2343"/>
                    <a:pt x="376" y="2343"/>
                  </a:cubicBezTo>
                  <a:cubicBezTo>
                    <a:pt x="376" y="2340"/>
                    <a:pt x="377" y="2337"/>
                    <a:pt x="377" y="2333"/>
                  </a:cubicBezTo>
                  <a:cubicBezTo>
                    <a:pt x="377" y="2333"/>
                    <a:pt x="377" y="2332"/>
                    <a:pt x="377" y="2331"/>
                  </a:cubicBezTo>
                  <a:cubicBezTo>
                    <a:pt x="378" y="2328"/>
                    <a:pt x="378" y="2324"/>
                    <a:pt x="378" y="2321"/>
                  </a:cubicBezTo>
                  <a:cubicBezTo>
                    <a:pt x="378" y="2320"/>
                    <a:pt x="378" y="2320"/>
                    <a:pt x="378" y="2319"/>
                  </a:cubicBezTo>
                  <a:cubicBezTo>
                    <a:pt x="379" y="2316"/>
                    <a:pt x="379" y="2313"/>
                    <a:pt x="379" y="2310"/>
                  </a:cubicBezTo>
                  <a:cubicBezTo>
                    <a:pt x="379" y="2310"/>
                    <a:pt x="379" y="2309"/>
                    <a:pt x="379" y="2309"/>
                  </a:cubicBezTo>
                  <a:cubicBezTo>
                    <a:pt x="379" y="2305"/>
                    <a:pt x="379" y="2302"/>
                    <a:pt x="379" y="2299"/>
                  </a:cubicBezTo>
                  <a:cubicBezTo>
                    <a:pt x="379" y="2298"/>
                    <a:pt x="379" y="2298"/>
                    <a:pt x="379" y="2297"/>
                  </a:cubicBezTo>
                  <a:cubicBezTo>
                    <a:pt x="379" y="2294"/>
                    <a:pt x="379" y="2290"/>
                    <a:pt x="379" y="2287"/>
                  </a:cubicBezTo>
                  <a:cubicBezTo>
                    <a:pt x="378" y="2245"/>
                    <a:pt x="387" y="2144"/>
                    <a:pt x="387" y="2115"/>
                  </a:cubicBezTo>
                  <a:cubicBezTo>
                    <a:pt x="387" y="2110"/>
                    <a:pt x="389" y="2078"/>
                    <a:pt x="388" y="2072"/>
                  </a:cubicBezTo>
                  <a:cubicBezTo>
                    <a:pt x="378" y="2028"/>
                    <a:pt x="402" y="1815"/>
                    <a:pt x="402" y="1813"/>
                  </a:cubicBezTo>
                  <a:cubicBezTo>
                    <a:pt x="402" y="1812"/>
                    <a:pt x="402" y="1811"/>
                    <a:pt x="402" y="1810"/>
                  </a:cubicBezTo>
                  <a:cubicBezTo>
                    <a:pt x="402" y="1810"/>
                    <a:pt x="402" y="1809"/>
                    <a:pt x="402" y="1809"/>
                  </a:cubicBezTo>
                  <a:cubicBezTo>
                    <a:pt x="402" y="1808"/>
                    <a:pt x="402" y="1807"/>
                    <a:pt x="402" y="1806"/>
                  </a:cubicBezTo>
                  <a:cubicBezTo>
                    <a:pt x="402" y="1806"/>
                    <a:pt x="402" y="1806"/>
                    <a:pt x="402" y="1805"/>
                  </a:cubicBezTo>
                  <a:cubicBezTo>
                    <a:pt x="402" y="1804"/>
                    <a:pt x="402" y="1803"/>
                    <a:pt x="402" y="1801"/>
                  </a:cubicBezTo>
                  <a:cubicBezTo>
                    <a:pt x="402" y="1801"/>
                    <a:pt x="402" y="1801"/>
                    <a:pt x="402" y="1801"/>
                  </a:cubicBezTo>
                  <a:cubicBezTo>
                    <a:pt x="402" y="1799"/>
                    <a:pt x="403" y="1798"/>
                    <a:pt x="403" y="1796"/>
                  </a:cubicBezTo>
                  <a:cubicBezTo>
                    <a:pt x="403" y="1795"/>
                    <a:pt x="403" y="1795"/>
                    <a:pt x="403" y="1795"/>
                  </a:cubicBezTo>
                  <a:cubicBezTo>
                    <a:pt x="403" y="1793"/>
                    <a:pt x="403" y="1792"/>
                    <a:pt x="403" y="1790"/>
                  </a:cubicBezTo>
                  <a:cubicBezTo>
                    <a:pt x="403" y="1790"/>
                    <a:pt x="403" y="1789"/>
                    <a:pt x="403" y="1789"/>
                  </a:cubicBezTo>
                  <a:cubicBezTo>
                    <a:pt x="403" y="1783"/>
                    <a:pt x="403" y="1776"/>
                    <a:pt x="404" y="1768"/>
                  </a:cubicBezTo>
                  <a:cubicBezTo>
                    <a:pt x="404" y="1768"/>
                    <a:pt x="404" y="1767"/>
                    <a:pt x="404" y="1767"/>
                  </a:cubicBezTo>
                  <a:cubicBezTo>
                    <a:pt x="404" y="1765"/>
                    <a:pt x="404" y="1762"/>
                    <a:pt x="404" y="1760"/>
                  </a:cubicBezTo>
                  <a:cubicBezTo>
                    <a:pt x="404" y="1760"/>
                    <a:pt x="404" y="1759"/>
                    <a:pt x="404" y="1759"/>
                  </a:cubicBezTo>
                  <a:cubicBezTo>
                    <a:pt x="404" y="1754"/>
                    <a:pt x="404" y="1748"/>
                    <a:pt x="405" y="1743"/>
                  </a:cubicBezTo>
                  <a:cubicBezTo>
                    <a:pt x="405" y="1742"/>
                    <a:pt x="405" y="1742"/>
                    <a:pt x="405" y="1741"/>
                  </a:cubicBezTo>
                  <a:cubicBezTo>
                    <a:pt x="405" y="1739"/>
                    <a:pt x="405" y="1737"/>
                    <a:pt x="405" y="1735"/>
                  </a:cubicBezTo>
                  <a:cubicBezTo>
                    <a:pt x="405" y="1734"/>
                    <a:pt x="405" y="1733"/>
                    <a:pt x="405" y="1732"/>
                  </a:cubicBezTo>
                  <a:cubicBezTo>
                    <a:pt x="405" y="1730"/>
                    <a:pt x="405" y="1728"/>
                    <a:pt x="405" y="1726"/>
                  </a:cubicBezTo>
                  <a:cubicBezTo>
                    <a:pt x="405" y="1724"/>
                    <a:pt x="405" y="1722"/>
                    <a:pt x="405" y="1719"/>
                  </a:cubicBezTo>
                  <a:cubicBezTo>
                    <a:pt x="405" y="1718"/>
                    <a:pt x="405" y="1717"/>
                    <a:pt x="405" y="1716"/>
                  </a:cubicBezTo>
                  <a:cubicBezTo>
                    <a:pt x="405" y="1714"/>
                    <a:pt x="405" y="1712"/>
                    <a:pt x="405" y="1710"/>
                  </a:cubicBezTo>
                  <a:cubicBezTo>
                    <a:pt x="405" y="1710"/>
                    <a:pt x="405" y="1709"/>
                    <a:pt x="405" y="1709"/>
                  </a:cubicBezTo>
                  <a:cubicBezTo>
                    <a:pt x="406" y="1670"/>
                    <a:pt x="407" y="1632"/>
                    <a:pt x="408" y="1613"/>
                  </a:cubicBezTo>
                  <a:cubicBezTo>
                    <a:pt x="411" y="1614"/>
                    <a:pt x="446" y="1623"/>
                    <a:pt x="470" y="1606"/>
                  </a:cubicBezTo>
                  <a:cubicBezTo>
                    <a:pt x="471" y="1621"/>
                    <a:pt x="471" y="1621"/>
                    <a:pt x="471" y="1621"/>
                  </a:cubicBezTo>
                  <a:cubicBezTo>
                    <a:pt x="472" y="1640"/>
                    <a:pt x="473" y="1669"/>
                    <a:pt x="474" y="1699"/>
                  </a:cubicBezTo>
                  <a:cubicBezTo>
                    <a:pt x="474" y="1699"/>
                    <a:pt x="474" y="1699"/>
                    <a:pt x="474" y="1699"/>
                  </a:cubicBezTo>
                  <a:cubicBezTo>
                    <a:pt x="474" y="1706"/>
                    <a:pt x="475" y="1714"/>
                    <a:pt x="475" y="1721"/>
                  </a:cubicBezTo>
                  <a:cubicBezTo>
                    <a:pt x="475" y="1721"/>
                    <a:pt x="475" y="1721"/>
                    <a:pt x="475" y="1721"/>
                  </a:cubicBezTo>
                  <a:cubicBezTo>
                    <a:pt x="475" y="1723"/>
                    <a:pt x="475" y="1725"/>
                    <a:pt x="475" y="1727"/>
                  </a:cubicBezTo>
                  <a:cubicBezTo>
                    <a:pt x="475" y="1728"/>
                    <a:pt x="475" y="1729"/>
                    <a:pt x="475" y="1730"/>
                  </a:cubicBezTo>
                  <a:cubicBezTo>
                    <a:pt x="476" y="1732"/>
                    <a:pt x="476" y="1734"/>
                    <a:pt x="476" y="1735"/>
                  </a:cubicBezTo>
                  <a:cubicBezTo>
                    <a:pt x="476" y="1737"/>
                    <a:pt x="476" y="1739"/>
                    <a:pt x="476" y="1741"/>
                  </a:cubicBezTo>
                  <a:cubicBezTo>
                    <a:pt x="476" y="1742"/>
                    <a:pt x="476" y="1743"/>
                    <a:pt x="476" y="1745"/>
                  </a:cubicBezTo>
                  <a:cubicBezTo>
                    <a:pt x="476" y="1747"/>
                    <a:pt x="476" y="1749"/>
                    <a:pt x="476" y="1751"/>
                  </a:cubicBezTo>
                  <a:cubicBezTo>
                    <a:pt x="476" y="1752"/>
                    <a:pt x="477" y="1753"/>
                    <a:pt x="477" y="1754"/>
                  </a:cubicBezTo>
                  <a:cubicBezTo>
                    <a:pt x="477" y="1756"/>
                    <a:pt x="477" y="1757"/>
                    <a:pt x="477" y="1759"/>
                  </a:cubicBezTo>
                  <a:cubicBezTo>
                    <a:pt x="477" y="1760"/>
                    <a:pt x="477" y="1761"/>
                    <a:pt x="477" y="1762"/>
                  </a:cubicBezTo>
                  <a:cubicBezTo>
                    <a:pt x="477" y="1764"/>
                    <a:pt x="477" y="1765"/>
                    <a:pt x="477" y="1767"/>
                  </a:cubicBezTo>
                  <a:cubicBezTo>
                    <a:pt x="477" y="1768"/>
                    <a:pt x="477" y="1769"/>
                    <a:pt x="477" y="1770"/>
                  </a:cubicBezTo>
                  <a:cubicBezTo>
                    <a:pt x="477" y="1772"/>
                    <a:pt x="478" y="1774"/>
                    <a:pt x="478" y="1776"/>
                  </a:cubicBezTo>
                  <a:cubicBezTo>
                    <a:pt x="478" y="1777"/>
                    <a:pt x="478" y="1778"/>
                    <a:pt x="478" y="1778"/>
                  </a:cubicBezTo>
                  <a:cubicBezTo>
                    <a:pt x="478" y="1780"/>
                    <a:pt x="478" y="1782"/>
                    <a:pt x="478" y="1783"/>
                  </a:cubicBezTo>
                  <a:cubicBezTo>
                    <a:pt x="478" y="1784"/>
                    <a:pt x="478" y="1785"/>
                    <a:pt x="478" y="1785"/>
                  </a:cubicBezTo>
                  <a:cubicBezTo>
                    <a:pt x="478" y="1787"/>
                    <a:pt x="478" y="1788"/>
                    <a:pt x="478" y="1790"/>
                  </a:cubicBezTo>
                  <a:cubicBezTo>
                    <a:pt x="478" y="1790"/>
                    <a:pt x="478" y="1791"/>
                    <a:pt x="478" y="1792"/>
                  </a:cubicBezTo>
                  <a:cubicBezTo>
                    <a:pt x="479" y="1793"/>
                    <a:pt x="479" y="1795"/>
                    <a:pt x="479" y="1796"/>
                  </a:cubicBezTo>
                  <a:cubicBezTo>
                    <a:pt x="479" y="1797"/>
                    <a:pt x="479" y="1797"/>
                    <a:pt x="479" y="1797"/>
                  </a:cubicBezTo>
                  <a:cubicBezTo>
                    <a:pt x="479" y="1799"/>
                    <a:pt x="479" y="1801"/>
                    <a:pt x="479" y="1802"/>
                  </a:cubicBezTo>
                  <a:cubicBezTo>
                    <a:pt x="479" y="1803"/>
                    <a:pt x="479" y="1803"/>
                    <a:pt x="479" y="1804"/>
                  </a:cubicBezTo>
                  <a:cubicBezTo>
                    <a:pt x="479" y="1805"/>
                    <a:pt x="479" y="1806"/>
                    <a:pt x="479" y="1807"/>
                  </a:cubicBezTo>
                  <a:cubicBezTo>
                    <a:pt x="479" y="1807"/>
                    <a:pt x="479" y="1808"/>
                    <a:pt x="480" y="1808"/>
                  </a:cubicBezTo>
                  <a:cubicBezTo>
                    <a:pt x="480" y="1809"/>
                    <a:pt x="480" y="1810"/>
                    <a:pt x="480" y="1811"/>
                  </a:cubicBezTo>
                  <a:cubicBezTo>
                    <a:pt x="480" y="1811"/>
                    <a:pt x="480" y="1811"/>
                    <a:pt x="480" y="1812"/>
                  </a:cubicBezTo>
                  <a:cubicBezTo>
                    <a:pt x="480" y="1813"/>
                    <a:pt x="480" y="1814"/>
                    <a:pt x="480" y="1814"/>
                  </a:cubicBezTo>
                  <a:cubicBezTo>
                    <a:pt x="480" y="1817"/>
                    <a:pt x="493" y="2030"/>
                    <a:pt x="485" y="2072"/>
                  </a:cubicBezTo>
                  <a:cubicBezTo>
                    <a:pt x="484" y="2078"/>
                    <a:pt x="486" y="2110"/>
                    <a:pt x="486" y="2115"/>
                  </a:cubicBezTo>
                  <a:cubicBezTo>
                    <a:pt x="486" y="2144"/>
                    <a:pt x="496" y="2241"/>
                    <a:pt x="493" y="2284"/>
                  </a:cubicBezTo>
                  <a:cubicBezTo>
                    <a:pt x="493" y="2287"/>
                    <a:pt x="493" y="2291"/>
                    <a:pt x="492" y="2294"/>
                  </a:cubicBezTo>
                  <a:cubicBezTo>
                    <a:pt x="492" y="2295"/>
                    <a:pt x="492" y="2296"/>
                    <a:pt x="492" y="2296"/>
                  </a:cubicBezTo>
                  <a:cubicBezTo>
                    <a:pt x="492" y="2300"/>
                    <a:pt x="492" y="2303"/>
                    <a:pt x="492" y="2307"/>
                  </a:cubicBezTo>
                  <a:cubicBezTo>
                    <a:pt x="492" y="2307"/>
                    <a:pt x="492" y="2308"/>
                    <a:pt x="492" y="2309"/>
                  </a:cubicBezTo>
                  <a:cubicBezTo>
                    <a:pt x="492" y="2312"/>
                    <a:pt x="492" y="2316"/>
                    <a:pt x="492" y="2320"/>
                  </a:cubicBezTo>
                  <a:cubicBezTo>
                    <a:pt x="492" y="2320"/>
                    <a:pt x="492" y="2320"/>
                    <a:pt x="492" y="2321"/>
                  </a:cubicBezTo>
                  <a:cubicBezTo>
                    <a:pt x="492" y="2324"/>
                    <a:pt x="492" y="2328"/>
                    <a:pt x="493" y="2331"/>
                  </a:cubicBezTo>
                  <a:cubicBezTo>
                    <a:pt x="493" y="2332"/>
                    <a:pt x="493" y="2333"/>
                    <a:pt x="493" y="2333"/>
                  </a:cubicBezTo>
                  <a:cubicBezTo>
                    <a:pt x="493" y="2337"/>
                    <a:pt x="493" y="2340"/>
                    <a:pt x="493" y="2344"/>
                  </a:cubicBezTo>
                  <a:cubicBezTo>
                    <a:pt x="493" y="2345"/>
                    <a:pt x="493" y="2346"/>
                    <a:pt x="493" y="2346"/>
                  </a:cubicBezTo>
                  <a:cubicBezTo>
                    <a:pt x="494" y="2350"/>
                    <a:pt x="494" y="2354"/>
                    <a:pt x="494" y="2357"/>
                  </a:cubicBezTo>
                  <a:cubicBezTo>
                    <a:pt x="494" y="2358"/>
                    <a:pt x="494" y="2358"/>
                    <a:pt x="494" y="2359"/>
                  </a:cubicBezTo>
                  <a:cubicBezTo>
                    <a:pt x="495" y="2363"/>
                    <a:pt x="495" y="2366"/>
                    <a:pt x="495" y="2370"/>
                  </a:cubicBezTo>
                  <a:cubicBezTo>
                    <a:pt x="495" y="2370"/>
                    <a:pt x="495" y="2371"/>
                    <a:pt x="495" y="2371"/>
                  </a:cubicBezTo>
                  <a:cubicBezTo>
                    <a:pt x="496" y="2375"/>
                    <a:pt x="496" y="2378"/>
                    <a:pt x="497" y="2382"/>
                  </a:cubicBezTo>
                  <a:cubicBezTo>
                    <a:pt x="497" y="2383"/>
                    <a:pt x="497" y="2383"/>
                    <a:pt x="497" y="2384"/>
                  </a:cubicBezTo>
                  <a:cubicBezTo>
                    <a:pt x="497" y="2388"/>
                    <a:pt x="498" y="2391"/>
                    <a:pt x="498" y="2395"/>
                  </a:cubicBezTo>
                  <a:cubicBezTo>
                    <a:pt x="498" y="2395"/>
                    <a:pt x="498" y="2396"/>
                    <a:pt x="498" y="2396"/>
                  </a:cubicBezTo>
                  <a:cubicBezTo>
                    <a:pt x="499" y="2404"/>
                    <a:pt x="500" y="2411"/>
                    <a:pt x="502" y="2418"/>
                  </a:cubicBezTo>
                  <a:cubicBezTo>
                    <a:pt x="502" y="2419"/>
                    <a:pt x="502" y="2419"/>
                    <a:pt x="502" y="2420"/>
                  </a:cubicBezTo>
                  <a:cubicBezTo>
                    <a:pt x="502" y="2423"/>
                    <a:pt x="503" y="2427"/>
                    <a:pt x="503" y="2430"/>
                  </a:cubicBezTo>
                  <a:cubicBezTo>
                    <a:pt x="503" y="2431"/>
                    <a:pt x="503" y="2431"/>
                    <a:pt x="504" y="2432"/>
                  </a:cubicBezTo>
                  <a:cubicBezTo>
                    <a:pt x="505" y="2439"/>
                    <a:pt x="506" y="2445"/>
                    <a:pt x="507" y="2452"/>
                  </a:cubicBezTo>
                  <a:cubicBezTo>
                    <a:pt x="507" y="2452"/>
                    <a:pt x="507" y="2452"/>
                    <a:pt x="507" y="2452"/>
                  </a:cubicBezTo>
                  <a:cubicBezTo>
                    <a:pt x="508" y="2455"/>
                    <a:pt x="508" y="2458"/>
                    <a:pt x="509" y="2461"/>
                  </a:cubicBezTo>
                  <a:cubicBezTo>
                    <a:pt x="509" y="2462"/>
                    <a:pt x="509" y="2462"/>
                    <a:pt x="509" y="2462"/>
                  </a:cubicBezTo>
                  <a:cubicBezTo>
                    <a:pt x="510" y="2468"/>
                    <a:pt x="511" y="2473"/>
                    <a:pt x="512" y="2478"/>
                  </a:cubicBezTo>
                  <a:cubicBezTo>
                    <a:pt x="514" y="2492"/>
                    <a:pt x="514" y="2492"/>
                    <a:pt x="514" y="2492"/>
                  </a:cubicBezTo>
                  <a:cubicBezTo>
                    <a:pt x="514" y="2509"/>
                    <a:pt x="536" y="2589"/>
                    <a:pt x="537" y="2627"/>
                  </a:cubicBezTo>
                  <a:cubicBezTo>
                    <a:pt x="538" y="2631"/>
                    <a:pt x="538" y="2634"/>
                    <a:pt x="537" y="2637"/>
                  </a:cubicBezTo>
                  <a:cubicBezTo>
                    <a:pt x="534" y="2668"/>
                    <a:pt x="536" y="2684"/>
                    <a:pt x="538" y="2702"/>
                  </a:cubicBezTo>
                  <a:cubicBezTo>
                    <a:pt x="539" y="2710"/>
                    <a:pt x="531" y="2769"/>
                    <a:pt x="532" y="2783"/>
                  </a:cubicBezTo>
                  <a:cubicBezTo>
                    <a:pt x="533" y="2801"/>
                    <a:pt x="539" y="2804"/>
                    <a:pt x="540" y="2814"/>
                  </a:cubicBezTo>
                  <a:cubicBezTo>
                    <a:pt x="541" y="2832"/>
                    <a:pt x="543" y="2833"/>
                    <a:pt x="541" y="2848"/>
                  </a:cubicBezTo>
                  <a:cubicBezTo>
                    <a:pt x="540" y="2862"/>
                    <a:pt x="544" y="2868"/>
                    <a:pt x="549" y="2874"/>
                  </a:cubicBezTo>
                  <a:cubicBezTo>
                    <a:pt x="550" y="2874"/>
                    <a:pt x="551" y="2875"/>
                    <a:pt x="551" y="2876"/>
                  </a:cubicBezTo>
                  <a:cubicBezTo>
                    <a:pt x="551" y="2876"/>
                    <a:pt x="552" y="2876"/>
                    <a:pt x="552" y="2876"/>
                  </a:cubicBezTo>
                  <a:cubicBezTo>
                    <a:pt x="552" y="2876"/>
                    <a:pt x="552" y="2876"/>
                    <a:pt x="552" y="2876"/>
                  </a:cubicBezTo>
                  <a:cubicBezTo>
                    <a:pt x="556" y="2882"/>
                    <a:pt x="561" y="2889"/>
                    <a:pt x="569" y="2891"/>
                  </a:cubicBezTo>
                  <a:cubicBezTo>
                    <a:pt x="579" y="2894"/>
                    <a:pt x="595" y="2896"/>
                    <a:pt x="600" y="2882"/>
                  </a:cubicBezTo>
                  <a:cubicBezTo>
                    <a:pt x="600" y="2882"/>
                    <a:pt x="600" y="2882"/>
                    <a:pt x="600" y="2882"/>
                  </a:cubicBezTo>
                  <a:cubicBezTo>
                    <a:pt x="600" y="2882"/>
                    <a:pt x="600" y="2881"/>
                    <a:pt x="600" y="2881"/>
                  </a:cubicBezTo>
                  <a:cubicBezTo>
                    <a:pt x="606" y="2890"/>
                    <a:pt x="621" y="2889"/>
                    <a:pt x="628" y="2883"/>
                  </a:cubicBezTo>
                  <a:cubicBezTo>
                    <a:pt x="634" y="2891"/>
                    <a:pt x="648" y="2887"/>
                    <a:pt x="652" y="2878"/>
                  </a:cubicBezTo>
                  <a:cubicBezTo>
                    <a:pt x="654" y="2876"/>
                    <a:pt x="654" y="2874"/>
                    <a:pt x="654" y="2871"/>
                  </a:cubicBezTo>
                  <a:cubicBezTo>
                    <a:pt x="655" y="2872"/>
                    <a:pt x="655" y="2872"/>
                    <a:pt x="655" y="2872"/>
                  </a:cubicBezTo>
                  <a:cubicBezTo>
                    <a:pt x="661" y="2873"/>
                    <a:pt x="669" y="2870"/>
                    <a:pt x="670" y="2865"/>
                  </a:cubicBezTo>
                  <a:cubicBezTo>
                    <a:pt x="670" y="2863"/>
                    <a:pt x="670" y="2860"/>
                    <a:pt x="670" y="2857"/>
                  </a:cubicBezTo>
                  <a:cubicBezTo>
                    <a:pt x="670" y="2858"/>
                    <a:pt x="670" y="2858"/>
                    <a:pt x="670" y="2858"/>
                  </a:cubicBezTo>
                  <a:cubicBezTo>
                    <a:pt x="671" y="2857"/>
                    <a:pt x="672" y="2856"/>
                    <a:pt x="673" y="2855"/>
                  </a:cubicBezTo>
                  <a:cubicBezTo>
                    <a:pt x="678" y="2849"/>
                    <a:pt x="671" y="2838"/>
                    <a:pt x="669" y="2830"/>
                  </a:cubicBezTo>
                  <a:cubicBezTo>
                    <a:pt x="666" y="2819"/>
                    <a:pt x="662" y="2814"/>
                    <a:pt x="655" y="2809"/>
                  </a:cubicBezTo>
                  <a:cubicBezTo>
                    <a:pt x="649" y="2804"/>
                    <a:pt x="646" y="2795"/>
                    <a:pt x="638" y="2786"/>
                  </a:cubicBezTo>
                  <a:cubicBezTo>
                    <a:pt x="628" y="2777"/>
                    <a:pt x="611" y="2725"/>
                    <a:pt x="611" y="2724"/>
                  </a:cubicBezTo>
                  <a:cubicBezTo>
                    <a:pt x="617" y="2709"/>
                    <a:pt x="615" y="2691"/>
                    <a:pt x="613" y="2683"/>
                  </a:cubicBezTo>
                  <a:cubicBezTo>
                    <a:pt x="613" y="2682"/>
                    <a:pt x="613" y="2681"/>
                    <a:pt x="613" y="2680"/>
                  </a:cubicBezTo>
                  <a:cubicBezTo>
                    <a:pt x="613" y="2680"/>
                    <a:pt x="613" y="2680"/>
                    <a:pt x="613" y="2679"/>
                  </a:cubicBezTo>
                  <a:cubicBezTo>
                    <a:pt x="613" y="2679"/>
                    <a:pt x="613" y="2678"/>
                    <a:pt x="613" y="2678"/>
                  </a:cubicBezTo>
                  <a:cubicBezTo>
                    <a:pt x="613" y="2677"/>
                    <a:pt x="613" y="2677"/>
                    <a:pt x="613" y="2676"/>
                  </a:cubicBezTo>
                  <a:cubicBezTo>
                    <a:pt x="613" y="2676"/>
                    <a:pt x="613" y="2675"/>
                    <a:pt x="613" y="2674"/>
                  </a:cubicBezTo>
                  <a:cubicBezTo>
                    <a:pt x="613" y="2674"/>
                    <a:pt x="613" y="2673"/>
                    <a:pt x="613" y="2673"/>
                  </a:cubicBezTo>
                  <a:cubicBezTo>
                    <a:pt x="613" y="2672"/>
                    <a:pt x="613" y="2671"/>
                    <a:pt x="613" y="2670"/>
                  </a:cubicBezTo>
                  <a:cubicBezTo>
                    <a:pt x="613" y="2670"/>
                    <a:pt x="613" y="2669"/>
                    <a:pt x="613" y="2668"/>
                  </a:cubicBezTo>
                  <a:cubicBezTo>
                    <a:pt x="613" y="2667"/>
                    <a:pt x="613" y="2666"/>
                    <a:pt x="613" y="2666"/>
                  </a:cubicBezTo>
                  <a:cubicBezTo>
                    <a:pt x="613" y="2665"/>
                    <a:pt x="613" y="2664"/>
                    <a:pt x="613" y="2664"/>
                  </a:cubicBezTo>
                  <a:cubicBezTo>
                    <a:pt x="613" y="2662"/>
                    <a:pt x="613" y="2661"/>
                    <a:pt x="614" y="2660"/>
                  </a:cubicBezTo>
                  <a:cubicBezTo>
                    <a:pt x="614" y="2660"/>
                    <a:pt x="614" y="2659"/>
                    <a:pt x="614" y="2658"/>
                  </a:cubicBezTo>
                  <a:cubicBezTo>
                    <a:pt x="614" y="2657"/>
                    <a:pt x="614" y="2655"/>
                    <a:pt x="614" y="2654"/>
                  </a:cubicBezTo>
                  <a:cubicBezTo>
                    <a:pt x="614" y="2653"/>
                    <a:pt x="614" y="2653"/>
                    <a:pt x="614" y="2652"/>
                  </a:cubicBezTo>
                  <a:cubicBezTo>
                    <a:pt x="614" y="2650"/>
                    <a:pt x="615" y="2648"/>
                    <a:pt x="615" y="2646"/>
                  </a:cubicBezTo>
                  <a:cubicBezTo>
                    <a:pt x="615" y="2646"/>
                    <a:pt x="615" y="2646"/>
                    <a:pt x="615" y="2646"/>
                  </a:cubicBezTo>
                  <a:cubicBezTo>
                    <a:pt x="615" y="2644"/>
                    <a:pt x="615" y="2642"/>
                    <a:pt x="616" y="2639"/>
                  </a:cubicBezTo>
                  <a:cubicBezTo>
                    <a:pt x="616" y="2639"/>
                    <a:pt x="616" y="2638"/>
                    <a:pt x="616" y="2638"/>
                  </a:cubicBezTo>
                  <a:cubicBezTo>
                    <a:pt x="616" y="2636"/>
                    <a:pt x="616" y="2634"/>
                    <a:pt x="616" y="2632"/>
                  </a:cubicBezTo>
                  <a:cubicBezTo>
                    <a:pt x="616" y="2631"/>
                    <a:pt x="617" y="2631"/>
                    <a:pt x="617" y="2630"/>
                  </a:cubicBezTo>
                  <a:cubicBezTo>
                    <a:pt x="617" y="2628"/>
                    <a:pt x="617" y="2626"/>
                    <a:pt x="617" y="2624"/>
                  </a:cubicBezTo>
                  <a:cubicBezTo>
                    <a:pt x="617" y="2624"/>
                    <a:pt x="618" y="2623"/>
                    <a:pt x="618" y="2623"/>
                  </a:cubicBezTo>
                  <a:cubicBezTo>
                    <a:pt x="618" y="2620"/>
                    <a:pt x="618" y="2618"/>
                    <a:pt x="619" y="2616"/>
                  </a:cubicBezTo>
                  <a:cubicBezTo>
                    <a:pt x="619" y="2615"/>
                    <a:pt x="619" y="2615"/>
                    <a:pt x="619" y="2614"/>
                  </a:cubicBezTo>
                  <a:cubicBezTo>
                    <a:pt x="619" y="2612"/>
                    <a:pt x="620" y="2609"/>
                    <a:pt x="620" y="2607"/>
                  </a:cubicBezTo>
                  <a:cubicBezTo>
                    <a:pt x="620" y="2607"/>
                    <a:pt x="620" y="2606"/>
                    <a:pt x="620" y="2606"/>
                  </a:cubicBezTo>
                  <a:cubicBezTo>
                    <a:pt x="621" y="2602"/>
                    <a:pt x="621" y="2598"/>
                    <a:pt x="622" y="2594"/>
                  </a:cubicBezTo>
                  <a:cubicBezTo>
                    <a:pt x="625" y="2578"/>
                    <a:pt x="625" y="2578"/>
                    <a:pt x="625" y="2578"/>
                  </a:cubicBezTo>
                  <a:cubicBezTo>
                    <a:pt x="630" y="2515"/>
                    <a:pt x="638" y="2456"/>
                    <a:pt x="642" y="2375"/>
                  </a:cubicBezTo>
                  <a:cubicBezTo>
                    <a:pt x="644" y="2334"/>
                    <a:pt x="634" y="2245"/>
                    <a:pt x="636" y="2156"/>
                  </a:cubicBezTo>
                  <a:cubicBezTo>
                    <a:pt x="637" y="2112"/>
                    <a:pt x="644" y="2082"/>
                    <a:pt x="646" y="2075"/>
                  </a:cubicBezTo>
                  <a:cubicBezTo>
                    <a:pt x="651" y="2048"/>
                    <a:pt x="645" y="1995"/>
                    <a:pt x="645" y="1980"/>
                  </a:cubicBezTo>
                  <a:cubicBezTo>
                    <a:pt x="652" y="1739"/>
                    <a:pt x="684" y="1532"/>
                    <a:pt x="682" y="1482"/>
                  </a:cubicBezTo>
                  <a:cubicBezTo>
                    <a:pt x="682" y="1482"/>
                    <a:pt x="683" y="1480"/>
                    <a:pt x="684" y="1476"/>
                  </a:cubicBezTo>
                  <a:cubicBezTo>
                    <a:pt x="684" y="1474"/>
                    <a:pt x="685" y="1473"/>
                    <a:pt x="685" y="1471"/>
                  </a:cubicBezTo>
                  <a:cubicBezTo>
                    <a:pt x="685" y="1471"/>
                    <a:pt x="686" y="1470"/>
                    <a:pt x="686" y="1469"/>
                  </a:cubicBezTo>
                  <a:cubicBezTo>
                    <a:pt x="691" y="1451"/>
                    <a:pt x="701" y="1418"/>
                    <a:pt x="701" y="1403"/>
                  </a:cubicBezTo>
                  <a:cubicBezTo>
                    <a:pt x="701" y="1401"/>
                    <a:pt x="700" y="1400"/>
                    <a:pt x="700" y="1399"/>
                  </a:cubicBezTo>
                  <a:cubicBezTo>
                    <a:pt x="700" y="1376"/>
                    <a:pt x="723" y="1327"/>
                    <a:pt x="729" y="1247"/>
                  </a:cubicBezTo>
                  <a:cubicBezTo>
                    <a:pt x="730" y="1243"/>
                    <a:pt x="730" y="1239"/>
                    <a:pt x="730" y="1235"/>
                  </a:cubicBezTo>
                  <a:cubicBezTo>
                    <a:pt x="731" y="1226"/>
                    <a:pt x="731" y="1217"/>
                    <a:pt x="731" y="1208"/>
                  </a:cubicBezTo>
                  <a:cubicBezTo>
                    <a:pt x="731" y="1204"/>
                    <a:pt x="731" y="1199"/>
                    <a:pt x="731" y="1195"/>
                  </a:cubicBezTo>
                  <a:cubicBezTo>
                    <a:pt x="730" y="1176"/>
                    <a:pt x="729" y="1156"/>
                    <a:pt x="726" y="1135"/>
                  </a:cubicBezTo>
                  <a:cubicBezTo>
                    <a:pt x="724" y="1124"/>
                    <a:pt x="723" y="1113"/>
                    <a:pt x="720" y="1102"/>
                  </a:cubicBezTo>
                  <a:cubicBezTo>
                    <a:pt x="718" y="1090"/>
                    <a:pt x="716" y="1079"/>
                    <a:pt x="713" y="1067"/>
                  </a:cubicBezTo>
                  <a:cubicBezTo>
                    <a:pt x="715" y="1037"/>
                    <a:pt x="686" y="991"/>
                    <a:pt x="684" y="960"/>
                  </a:cubicBezTo>
                  <a:cubicBezTo>
                    <a:pt x="686" y="922"/>
                    <a:pt x="700" y="890"/>
                    <a:pt x="700" y="876"/>
                  </a:cubicBezTo>
                  <a:cubicBezTo>
                    <a:pt x="700" y="874"/>
                    <a:pt x="700" y="874"/>
                    <a:pt x="700" y="874"/>
                  </a:cubicBezTo>
                  <a:cubicBezTo>
                    <a:pt x="701" y="887"/>
                    <a:pt x="702" y="898"/>
                    <a:pt x="703" y="903"/>
                  </a:cubicBezTo>
                  <a:cubicBezTo>
                    <a:pt x="705" y="914"/>
                    <a:pt x="704" y="929"/>
                    <a:pt x="706" y="932"/>
                  </a:cubicBezTo>
                  <a:cubicBezTo>
                    <a:pt x="708" y="947"/>
                    <a:pt x="721" y="1030"/>
                    <a:pt x="722" y="1061"/>
                  </a:cubicBezTo>
                  <a:cubicBezTo>
                    <a:pt x="720" y="1072"/>
                    <a:pt x="720" y="1081"/>
                    <a:pt x="721" y="1090"/>
                  </a:cubicBezTo>
                  <a:cubicBezTo>
                    <a:pt x="726" y="1116"/>
                    <a:pt x="740" y="1140"/>
                    <a:pt x="749" y="1185"/>
                  </a:cubicBezTo>
                  <a:cubicBezTo>
                    <a:pt x="754" y="1217"/>
                    <a:pt x="789" y="1363"/>
                    <a:pt x="792" y="1379"/>
                  </a:cubicBezTo>
                  <a:cubicBezTo>
                    <a:pt x="792" y="1379"/>
                    <a:pt x="792" y="1379"/>
                    <a:pt x="792" y="1380"/>
                  </a:cubicBezTo>
                  <a:cubicBezTo>
                    <a:pt x="792" y="1381"/>
                    <a:pt x="793" y="1383"/>
                    <a:pt x="793" y="1384"/>
                  </a:cubicBezTo>
                  <a:cubicBezTo>
                    <a:pt x="793" y="1384"/>
                    <a:pt x="793" y="1385"/>
                    <a:pt x="793" y="1385"/>
                  </a:cubicBezTo>
                  <a:cubicBezTo>
                    <a:pt x="793" y="1387"/>
                    <a:pt x="794" y="1388"/>
                    <a:pt x="794" y="1389"/>
                  </a:cubicBezTo>
                  <a:cubicBezTo>
                    <a:pt x="794" y="1390"/>
                    <a:pt x="794" y="1390"/>
                    <a:pt x="794" y="1391"/>
                  </a:cubicBezTo>
                  <a:cubicBezTo>
                    <a:pt x="795" y="1392"/>
                    <a:pt x="795" y="1393"/>
                    <a:pt x="795" y="1395"/>
                  </a:cubicBezTo>
                  <a:cubicBezTo>
                    <a:pt x="795" y="1395"/>
                    <a:pt x="795" y="1396"/>
                    <a:pt x="796" y="1397"/>
                  </a:cubicBezTo>
                  <a:cubicBezTo>
                    <a:pt x="796" y="1397"/>
                    <a:pt x="796" y="1398"/>
                    <a:pt x="796" y="1399"/>
                  </a:cubicBezTo>
                  <a:cubicBezTo>
                    <a:pt x="796" y="1399"/>
                    <a:pt x="796" y="1399"/>
                    <a:pt x="796" y="1399"/>
                  </a:cubicBezTo>
                  <a:cubicBezTo>
                    <a:pt x="797" y="1403"/>
                    <a:pt x="798" y="1407"/>
                    <a:pt x="799" y="1409"/>
                  </a:cubicBezTo>
                  <a:cubicBezTo>
                    <a:pt x="799" y="1411"/>
                    <a:pt x="800" y="1413"/>
                    <a:pt x="800" y="1415"/>
                  </a:cubicBezTo>
                  <a:cubicBezTo>
                    <a:pt x="800" y="1415"/>
                    <a:pt x="800" y="1415"/>
                    <a:pt x="800" y="1415"/>
                  </a:cubicBezTo>
                  <a:cubicBezTo>
                    <a:pt x="800" y="1415"/>
                    <a:pt x="799" y="1438"/>
                    <a:pt x="788" y="1449"/>
                  </a:cubicBezTo>
                  <a:cubicBezTo>
                    <a:pt x="777" y="1460"/>
                    <a:pt x="766" y="1489"/>
                    <a:pt x="751" y="1503"/>
                  </a:cubicBezTo>
                  <a:cubicBezTo>
                    <a:pt x="736" y="1517"/>
                    <a:pt x="711" y="1550"/>
                    <a:pt x="729" y="1562"/>
                  </a:cubicBezTo>
                  <a:cubicBezTo>
                    <a:pt x="730" y="1562"/>
                    <a:pt x="731" y="1563"/>
                    <a:pt x="733" y="1563"/>
                  </a:cubicBezTo>
                  <a:cubicBezTo>
                    <a:pt x="750" y="1570"/>
                    <a:pt x="771" y="1547"/>
                    <a:pt x="776" y="1534"/>
                  </a:cubicBezTo>
                  <a:cubicBezTo>
                    <a:pt x="780" y="1522"/>
                    <a:pt x="789" y="1518"/>
                    <a:pt x="791" y="1517"/>
                  </a:cubicBezTo>
                  <a:cubicBezTo>
                    <a:pt x="791" y="1518"/>
                    <a:pt x="791" y="1521"/>
                    <a:pt x="791" y="1525"/>
                  </a:cubicBezTo>
                  <a:cubicBezTo>
                    <a:pt x="780" y="1604"/>
                    <a:pt x="780" y="1604"/>
                    <a:pt x="780" y="1604"/>
                  </a:cubicBezTo>
                  <a:cubicBezTo>
                    <a:pt x="777" y="1605"/>
                    <a:pt x="773" y="1605"/>
                    <a:pt x="769" y="1611"/>
                  </a:cubicBezTo>
                  <a:cubicBezTo>
                    <a:pt x="765" y="1616"/>
                    <a:pt x="737" y="1612"/>
                    <a:pt x="737" y="1634"/>
                  </a:cubicBezTo>
                  <a:cubicBezTo>
                    <a:pt x="737" y="1634"/>
                    <a:pt x="723" y="1647"/>
                    <a:pt x="734" y="1654"/>
                  </a:cubicBezTo>
                  <a:cubicBezTo>
                    <a:pt x="735" y="1654"/>
                    <a:pt x="735" y="1654"/>
                    <a:pt x="735" y="1654"/>
                  </a:cubicBezTo>
                  <a:cubicBezTo>
                    <a:pt x="735" y="1654"/>
                    <a:pt x="735" y="1654"/>
                    <a:pt x="735" y="1654"/>
                  </a:cubicBezTo>
                  <a:cubicBezTo>
                    <a:pt x="744" y="1655"/>
                    <a:pt x="744" y="1655"/>
                    <a:pt x="744" y="1655"/>
                  </a:cubicBezTo>
                  <a:cubicBezTo>
                    <a:pt x="743" y="1656"/>
                    <a:pt x="731" y="1664"/>
                    <a:pt x="740" y="1674"/>
                  </a:cubicBezTo>
                  <a:cubicBezTo>
                    <a:pt x="741" y="1674"/>
                    <a:pt x="742" y="1674"/>
                    <a:pt x="743" y="1675"/>
                  </a:cubicBezTo>
                  <a:cubicBezTo>
                    <a:pt x="748" y="1677"/>
                    <a:pt x="760" y="1675"/>
                    <a:pt x="764" y="1675"/>
                  </a:cubicBezTo>
                  <a:cubicBezTo>
                    <a:pt x="767" y="1675"/>
                    <a:pt x="769" y="1675"/>
                    <a:pt x="770" y="1675"/>
                  </a:cubicBezTo>
                  <a:cubicBezTo>
                    <a:pt x="770" y="1676"/>
                    <a:pt x="770" y="1683"/>
                    <a:pt x="776" y="1685"/>
                  </a:cubicBezTo>
                  <a:cubicBezTo>
                    <a:pt x="777" y="1686"/>
                    <a:pt x="778" y="1686"/>
                    <a:pt x="779" y="1686"/>
                  </a:cubicBezTo>
                  <a:cubicBezTo>
                    <a:pt x="779" y="1686"/>
                    <a:pt x="780" y="1686"/>
                    <a:pt x="780" y="1686"/>
                  </a:cubicBezTo>
                  <a:cubicBezTo>
                    <a:pt x="780" y="1686"/>
                    <a:pt x="781" y="1686"/>
                    <a:pt x="782" y="1686"/>
                  </a:cubicBezTo>
                  <a:cubicBezTo>
                    <a:pt x="782" y="1686"/>
                    <a:pt x="782" y="1686"/>
                    <a:pt x="782" y="1686"/>
                  </a:cubicBezTo>
                  <a:cubicBezTo>
                    <a:pt x="782" y="1686"/>
                    <a:pt x="783" y="1686"/>
                    <a:pt x="783" y="1686"/>
                  </a:cubicBezTo>
                  <a:cubicBezTo>
                    <a:pt x="783" y="1686"/>
                    <a:pt x="783" y="1686"/>
                    <a:pt x="783" y="1686"/>
                  </a:cubicBezTo>
                  <a:cubicBezTo>
                    <a:pt x="790" y="1685"/>
                    <a:pt x="797" y="1680"/>
                    <a:pt x="800" y="1677"/>
                  </a:cubicBezTo>
                  <a:cubicBezTo>
                    <a:pt x="800" y="1677"/>
                    <a:pt x="800" y="1676"/>
                    <a:pt x="800" y="1676"/>
                  </a:cubicBezTo>
                  <a:cubicBezTo>
                    <a:pt x="801" y="1676"/>
                    <a:pt x="801" y="1676"/>
                    <a:pt x="801" y="1676"/>
                  </a:cubicBezTo>
                  <a:cubicBezTo>
                    <a:pt x="801" y="1676"/>
                    <a:pt x="801" y="1676"/>
                    <a:pt x="801" y="1676"/>
                  </a:cubicBezTo>
                  <a:cubicBezTo>
                    <a:pt x="806" y="1672"/>
                    <a:pt x="821" y="1664"/>
                    <a:pt x="828" y="1654"/>
                  </a:cubicBezTo>
                  <a:cubicBezTo>
                    <a:pt x="835" y="1644"/>
                    <a:pt x="845" y="1643"/>
                    <a:pt x="853" y="1610"/>
                  </a:cubicBezTo>
                  <a:cubicBezTo>
                    <a:pt x="856" y="1594"/>
                    <a:pt x="869" y="1575"/>
                    <a:pt x="870" y="1562"/>
                  </a:cubicBezTo>
                  <a:cubicBezTo>
                    <a:pt x="871" y="1550"/>
                    <a:pt x="873" y="1538"/>
                    <a:pt x="870" y="1517"/>
                  </a:cubicBezTo>
                  <a:cubicBezTo>
                    <a:pt x="867" y="1497"/>
                    <a:pt x="877" y="1431"/>
                    <a:pt x="877" y="1431"/>
                  </a:cubicBezTo>
                  <a:cubicBezTo>
                    <a:pt x="877" y="1431"/>
                    <a:pt x="877" y="1428"/>
                    <a:pt x="877" y="1423"/>
                  </a:cubicBezTo>
                  <a:cubicBezTo>
                    <a:pt x="878" y="1411"/>
                    <a:pt x="876" y="1401"/>
                    <a:pt x="874" y="1396"/>
                  </a:cubicBezTo>
                  <a:close/>
                </a:path>
              </a:pathLst>
            </a:custGeom>
            <a:noFill/>
            <a:ln w="19050" cmpd="sng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B1DFF5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64529" name="Freeform 69">
              <a:extLst>
                <a:ext uri="{FF2B5EF4-FFF2-40B4-BE49-F238E27FC236}">
                  <a16:creationId xmlns:a16="http://schemas.microsoft.com/office/drawing/2014/main" id="{F85E51F2-1A27-4345-9573-DA27BC46377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5" y="706"/>
              <a:ext cx="726" cy="2381"/>
            </a:xfrm>
            <a:custGeom>
              <a:avLst/>
              <a:gdLst>
                <a:gd name="T0" fmla="*/ 488 w 878"/>
                <a:gd name="T1" fmla="*/ 714 h 2896"/>
                <a:gd name="T2" fmla="*/ 308 w 878"/>
                <a:gd name="T3" fmla="*/ 252 h 2896"/>
                <a:gd name="T4" fmla="*/ 299 w 878"/>
                <a:gd name="T5" fmla="*/ 241 h 2896"/>
                <a:gd name="T6" fmla="*/ 295 w 878"/>
                <a:gd name="T7" fmla="*/ 229 h 2896"/>
                <a:gd name="T8" fmla="*/ 299 w 878"/>
                <a:gd name="T9" fmla="*/ 199 h 2896"/>
                <a:gd name="T10" fmla="*/ 319 w 878"/>
                <a:gd name="T11" fmla="*/ 104 h 2896"/>
                <a:gd name="T12" fmla="*/ 325 w 878"/>
                <a:gd name="T13" fmla="*/ 53 h 2896"/>
                <a:gd name="T14" fmla="*/ 152 w 878"/>
                <a:gd name="T15" fmla="*/ 55 h 2896"/>
                <a:gd name="T16" fmla="*/ 158 w 878"/>
                <a:gd name="T17" fmla="*/ 82 h 2896"/>
                <a:gd name="T18" fmla="*/ 186 w 878"/>
                <a:gd name="T19" fmla="*/ 158 h 2896"/>
                <a:gd name="T20" fmla="*/ 26 w 878"/>
                <a:gd name="T21" fmla="*/ 536 h 2896"/>
                <a:gd name="T22" fmla="*/ 0 w 878"/>
                <a:gd name="T23" fmla="*/ 800 h 2896"/>
                <a:gd name="T24" fmla="*/ 4 w 878"/>
                <a:gd name="T25" fmla="*/ 835 h 2896"/>
                <a:gd name="T26" fmla="*/ 3 w 878"/>
                <a:gd name="T27" fmla="*/ 873 h 2896"/>
                <a:gd name="T28" fmla="*/ 55 w 878"/>
                <a:gd name="T29" fmla="*/ 942 h 2896"/>
                <a:gd name="T30" fmla="*/ 64 w 878"/>
                <a:gd name="T31" fmla="*/ 936 h 2896"/>
                <a:gd name="T32" fmla="*/ 73 w 878"/>
                <a:gd name="T33" fmla="*/ 936 h 2896"/>
                <a:gd name="T34" fmla="*/ 80 w 878"/>
                <a:gd name="T35" fmla="*/ 923 h 2896"/>
                <a:gd name="T36" fmla="*/ 54 w 878"/>
                <a:gd name="T37" fmla="*/ 895 h 2896"/>
                <a:gd name="T38" fmla="*/ 53 w 878"/>
                <a:gd name="T39" fmla="*/ 851 h 2896"/>
                <a:gd name="T40" fmla="*/ 59 w 878"/>
                <a:gd name="T41" fmla="*/ 861 h 2896"/>
                <a:gd name="T42" fmla="*/ 64 w 878"/>
                <a:gd name="T43" fmla="*/ 867 h 2896"/>
                <a:gd name="T44" fmla="*/ 73 w 878"/>
                <a:gd name="T45" fmla="*/ 873 h 2896"/>
                <a:gd name="T46" fmla="*/ 81 w 878"/>
                <a:gd name="T47" fmla="*/ 873 h 2896"/>
                <a:gd name="T48" fmla="*/ 41 w 878"/>
                <a:gd name="T49" fmla="*/ 786 h 2896"/>
                <a:gd name="T50" fmla="*/ 107 w 878"/>
                <a:gd name="T51" fmla="*/ 533 h 2896"/>
                <a:gd name="T52" fmla="*/ 128 w 878"/>
                <a:gd name="T53" fmla="*/ 1154 h 2896"/>
                <a:gd name="T54" fmla="*/ 141 w 878"/>
                <a:gd name="T55" fmla="*/ 1454 h 2896"/>
                <a:gd name="T56" fmla="*/ 142 w 878"/>
                <a:gd name="T57" fmla="*/ 1474 h 2896"/>
                <a:gd name="T58" fmla="*/ 143 w 878"/>
                <a:gd name="T59" fmla="*/ 1486 h 2896"/>
                <a:gd name="T60" fmla="*/ 112 w 878"/>
                <a:gd name="T61" fmla="*/ 1573 h 2896"/>
                <a:gd name="T62" fmla="*/ 150 w 878"/>
                <a:gd name="T63" fmla="*/ 1602 h 2896"/>
                <a:gd name="T64" fmla="*/ 184 w 878"/>
                <a:gd name="T65" fmla="*/ 1573 h 2896"/>
                <a:gd name="T66" fmla="*/ 203 w 878"/>
                <a:gd name="T67" fmla="*/ 1353 h 2896"/>
                <a:gd name="T68" fmla="*/ 210 w 878"/>
                <a:gd name="T69" fmla="*/ 1321 h 2896"/>
                <a:gd name="T70" fmla="*/ 214 w 878"/>
                <a:gd name="T71" fmla="*/ 1290 h 2896"/>
                <a:gd name="T72" fmla="*/ 227 w 878"/>
                <a:gd name="T73" fmla="*/ 1008 h 2896"/>
                <a:gd name="T74" fmla="*/ 227 w 878"/>
                <a:gd name="T75" fmla="*/ 995 h 2896"/>
                <a:gd name="T76" fmla="*/ 229 w 878"/>
                <a:gd name="T77" fmla="*/ 963 h 2896"/>
                <a:gd name="T78" fmla="*/ 268 w 878"/>
                <a:gd name="T79" fmla="*/ 945 h 2896"/>
                <a:gd name="T80" fmla="*/ 270 w 878"/>
                <a:gd name="T81" fmla="*/ 973 h 2896"/>
                <a:gd name="T82" fmla="*/ 270 w 878"/>
                <a:gd name="T83" fmla="*/ 992 h 2896"/>
                <a:gd name="T84" fmla="*/ 271 w 878"/>
                <a:gd name="T85" fmla="*/ 1006 h 2896"/>
                <a:gd name="T86" fmla="*/ 279 w 878"/>
                <a:gd name="T87" fmla="*/ 1283 h 2896"/>
                <a:gd name="T88" fmla="*/ 279 w 878"/>
                <a:gd name="T89" fmla="*/ 1317 h 2896"/>
                <a:gd name="T90" fmla="*/ 285 w 878"/>
                <a:gd name="T91" fmla="*/ 1352 h 2896"/>
                <a:gd name="T92" fmla="*/ 304 w 878"/>
                <a:gd name="T93" fmla="*/ 1501 h 2896"/>
                <a:gd name="T94" fmla="*/ 339 w 878"/>
                <a:gd name="T95" fmla="*/ 1602 h 2896"/>
                <a:gd name="T96" fmla="*/ 379 w 878"/>
                <a:gd name="T97" fmla="*/ 1588 h 2896"/>
                <a:gd name="T98" fmla="*/ 346 w 878"/>
                <a:gd name="T99" fmla="*/ 1488 h 2896"/>
                <a:gd name="T100" fmla="*/ 347 w 878"/>
                <a:gd name="T101" fmla="*/ 1477 h 2896"/>
                <a:gd name="T102" fmla="*/ 349 w 878"/>
                <a:gd name="T103" fmla="*/ 1458 h 2896"/>
                <a:gd name="T104" fmla="*/ 360 w 878"/>
                <a:gd name="T105" fmla="*/ 1199 h 2896"/>
                <a:gd name="T106" fmla="*/ 413 w 878"/>
                <a:gd name="T107" fmla="*/ 693 h 2896"/>
                <a:gd name="T108" fmla="*/ 396 w 878"/>
                <a:gd name="T109" fmla="*/ 486 h 2896"/>
                <a:gd name="T110" fmla="*/ 448 w 878"/>
                <a:gd name="T111" fmla="*/ 770 h 2896"/>
                <a:gd name="T112" fmla="*/ 452 w 878"/>
                <a:gd name="T113" fmla="*/ 786 h 2896"/>
                <a:gd name="T114" fmla="*/ 435 w 878"/>
                <a:gd name="T115" fmla="*/ 895 h 2896"/>
                <a:gd name="T116" fmla="*/ 436 w 878"/>
                <a:gd name="T117" fmla="*/ 931 h 2896"/>
                <a:gd name="T118" fmla="*/ 452 w 878"/>
                <a:gd name="T119" fmla="*/ 932 h 2896"/>
                <a:gd name="T120" fmla="*/ 494 w 878"/>
                <a:gd name="T121" fmla="*/ 776 h 289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878" h="2896">
                  <a:moveTo>
                    <a:pt x="874" y="1396"/>
                  </a:moveTo>
                  <a:cubicBezTo>
                    <a:pt x="872" y="1384"/>
                    <a:pt x="872" y="1384"/>
                    <a:pt x="872" y="1384"/>
                  </a:cubicBezTo>
                  <a:cubicBezTo>
                    <a:pt x="872" y="1379"/>
                    <a:pt x="871" y="1375"/>
                    <a:pt x="871" y="1370"/>
                  </a:cubicBezTo>
                  <a:cubicBezTo>
                    <a:pt x="871" y="1370"/>
                    <a:pt x="871" y="1370"/>
                    <a:pt x="870" y="1370"/>
                  </a:cubicBezTo>
                  <a:cubicBezTo>
                    <a:pt x="870" y="1368"/>
                    <a:pt x="870" y="1366"/>
                    <a:pt x="870" y="1364"/>
                  </a:cubicBezTo>
                  <a:cubicBezTo>
                    <a:pt x="870" y="1363"/>
                    <a:pt x="869" y="1363"/>
                    <a:pt x="869" y="1362"/>
                  </a:cubicBezTo>
                  <a:cubicBezTo>
                    <a:pt x="869" y="1360"/>
                    <a:pt x="869" y="1358"/>
                    <a:pt x="868" y="1356"/>
                  </a:cubicBezTo>
                  <a:cubicBezTo>
                    <a:pt x="868" y="1355"/>
                    <a:pt x="868" y="1354"/>
                    <a:pt x="867" y="1352"/>
                  </a:cubicBezTo>
                  <a:cubicBezTo>
                    <a:pt x="864" y="1336"/>
                    <a:pt x="864" y="1306"/>
                    <a:pt x="863" y="1285"/>
                  </a:cubicBezTo>
                  <a:cubicBezTo>
                    <a:pt x="862" y="1250"/>
                    <a:pt x="862" y="1118"/>
                    <a:pt x="844" y="1057"/>
                  </a:cubicBezTo>
                  <a:cubicBezTo>
                    <a:pt x="842" y="1053"/>
                    <a:pt x="841" y="1049"/>
                    <a:pt x="840" y="1046"/>
                  </a:cubicBezTo>
                  <a:cubicBezTo>
                    <a:pt x="835" y="1029"/>
                    <a:pt x="831" y="964"/>
                    <a:pt x="831" y="964"/>
                  </a:cubicBezTo>
                  <a:cubicBezTo>
                    <a:pt x="819" y="857"/>
                    <a:pt x="795" y="797"/>
                    <a:pt x="797" y="765"/>
                  </a:cubicBezTo>
                  <a:cubicBezTo>
                    <a:pt x="796" y="713"/>
                    <a:pt x="767" y="650"/>
                    <a:pt x="753" y="622"/>
                  </a:cubicBezTo>
                  <a:cubicBezTo>
                    <a:pt x="735" y="585"/>
                    <a:pt x="666" y="532"/>
                    <a:pt x="648" y="525"/>
                  </a:cubicBezTo>
                  <a:cubicBezTo>
                    <a:pt x="639" y="521"/>
                    <a:pt x="592" y="485"/>
                    <a:pt x="552" y="460"/>
                  </a:cubicBezTo>
                  <a:cubicBezTo>
                    <a:pt x="550" y="459"/>
                    <a:pt x="549" y="457"/>
                    <a:pt x="547" y="456"/>
                  </a:cubicBezTo>
                  <a:cubicBezTo>
                    <a:pt x="547" y="456"/>
                    <a:pt x="546" y="455"/>
                    <a:pt x="546" y="455"/>
                  </a:cubicBezTo>
                  <a:cubicBezTo>
                    <a:pt x="545" y="454"/>
                    <a:pt x="544" y="453"/>
                    <a:pt x="543" y="452"/>
                  </a:cubicBezTo>
                  <a:cubicBezTo>
                    <a:pt x="543" y="451"/>
                    <a:pt x="542" y="451"/>
                    <a:pt x="542" y="451"/>
                  </a:cubicBezTo>
                  <a:cubicBezTo>
                    <a:pt x="541" y="449"/>
                    <a:pt x="539" y="448"/>
                    <a:pt x="538" y="446"/>
                  </a:cubicBezTo>
                  <a:cubicBezTo>
                    <a:pt x="538" y="446"/>
                    <a:pt x="538" y="446"/>
                    <a:pt x="538" y="446"/>
                  </a:cubicBezTo>
                  <a:cubicBezTo>
                    <a:pt x="537" y="445"/>
                    <a:pt x="536" y="443"/>
                    <a:pt x="535" y="442"/>
                  </a:cubicBezTo>
                  <a:cubicBezTo>
                    <a:pt x="535" y="442"/>
                    <a:pt x="535" y="441"/>
                    <a:pt x="534" y="441"/>
                  </a:cubicBezTo>
                  <a:cubicBezTo>
                    <a:pt x="534" y="440"/>
                    <a:pt x="533" y="439"/>
                    <a:pt x="532" y="438"/>
                  </a:cubicBezTo>
                  <a:cubicBezTo>
                    <a:pt x="532" y="437"/>
                    <a:pt x="532" y="437"/>
                    <a:pt x="532" y="437"/>
                  </a:cubicBezTo>
                  <a:cubicBezTo>
                    <a:pt x="531" y="436"/>
                    <a:pt x="530" y="434"/>
                    <a:pt x="530" y="433"/>
                  </a:cubicBezTo>
                  <a:cubicBezTo>
                    <a:pt x="529" y="432"/>
                    <a:pt x="529" y="432"/>
                    <a:pt x="529" y="432"/>
                  </a:cubicBezTo>
                  <a:cubicBezTo>
                    <a:pt x="529" y="431"/>
                    <a:pt x="528" y="430"/>
                    <a:pt x="528" y="428"/>
                  </a:cubicBezTo>
                  <a:cubicBezTo>
                    <a:pt x="528" y="428"/>
                    <a:pt x="527" y="428"/>
                    <a:pt x="527" y="427"/>
                  </a:cubicBezTo>
                  <a:cubicBezTo>
                    <a:pt x="527" y="426"/>
                    <a:pt x="526" y="425"/>
                    <a:pt x="526" y="423"/>
                  </a:cubicBezTo>
                  <a:cubicBezTo>
                    <a:pt x="525" y="421"/>
                    <a:pt x="524" y="418"/>
                    <a:pt x="524" y="415"/>
                  </a:cubicBezTo>
                  <a:cubicBezTo>
                    <a:pt x="524" y="414"/>
                    <a:pt x="524" y="414"/>
                    <a:pt x="524" y="414"/>
                  </a:cubicBezTo>
                  <a:cubicBezTo>
                    <a:pt x="524" y="414"/>
                    <a:pt x="523" y="414"/>
                    <a:pt x="523" y="414"/>
                  </a:cubicBezTo>
                  <a:cubicBezTo>
                    <a:pt x="523" y="413"/>
                    <a:pt x="523" y="413"/>
                    <a:pt x="523" y="412"/>
                  </a:cubicBezTo>
                  <a:cubicBezTo>
                    <a:pt x="523" y="412"/>
                    <a:pt x="523" y="412"/>
                    <a:pt x="523" y="412"/>
                  </a:cubicBezTo>
                  <a:cubicBezTo>
                    <a:pt x="522" y="404"/>
                    <a:pt x="522" y="396"/>
                    <a:pt x="523" y="388"/>
                  </a:cubicBezTo>
                  <a:cubicBezTo>
                    <a:pt x="523" y="388"/>
                    <a:pt x="523" y="388"/>
                    <a:pt x="523" y="388"/>
                  </a:cubicBezTo>
                  <a:cubicBezTo>
                    <a:pt x="523" y="387"/>
                    <a:pt x="523" y="385"/>
                    <a:pt x="524" y="383"/>
                  </a:cubicBezTo>
                  <a:cubicBezTo>
                    <a:pt x="524" y="383"/>
                    <a:pt x="524" y="383"/>
                    <a:pt x="524" y="383"/>
                  </a:cubicBezTo>
                  <a:cubicBezTo>
                    <a:pt x="524" y="382"/>
                    <a:pt x="524" y="380"/>
                    <a:pt x="524" y="379"/>
                  </a:cubicBezTo>
                  <a:cubicBezTo>
                    <a:pt x="525" y="376"/>
                    <a:pt x="525" y="373"/>
                    <a:pt x="525" y="370"/>
                  </a:cubicBezTo>
                  <a:cubicBezTo>
                    <a:pt x="525" y="370"/>
                    <a:pt x="525" y="370"/>
                    <a:pt x="525" y="370"/>
                  </a:cubicBezTo>
                  <a:cubicBezTo>
                    <a:pt x="526" y="366"/>
                    <a:pt x="528" y="362"/>
                    <a:pt x="529" y="358"/>
                  </a:cubicBezTo>
                  <a:cubicBezTo>
                    <a:pt x="530" y="358"/>
                    <a:pt x="530" y="358"/>
                    <a:pt x="530" y="358"/>
                  </a:cubicBezTo>
                  <a:cubicBezTo>
                    <a:pt x="531" y="357"/>
                    <a:pt x="532" y="356"/>
                    <a:pt x="533" y="355"/>
                  </a:cubicBezTo>
                  <a:cubicBezTo>
                    <a:pt x="533" y="355"/>
                    <a:pt x="533" y="354"/>
                    <a:pt x="533" y="354"/>
                  </a:cubicBezTo>
                  <a:cubicBezTo>
                    <a:pt x="547" y="338"/>
                    <a:pt x="559" y="314"/>
                    <a:pt x="564" y="292"/>
                  </a:cubicBezTo>
                  <a:cubicBezTo>
                    <a:pt x="564" y="291"/>
                    <a:pt x="565" y="291"/>
                    <a:pt x="565" y="291"/>
                  </a:cubicBezTo>
                  <a:cubicBezTo>
                    <a:pt x="564" y="291"/>
                    <a:pt x="564" y="291"/>
                    <a:pt x="564" y="291"/>
                  </a:cubicBezTo>
                  <a:cubicBezTo>
                    <a:pt x="565" y="287"/>
                    <a:pt x="565" y="284"/>
                    <a:pt x="566" y="281"/>
                  </a:cubicBezTo>
                  <a:cubicBezTo>
                    <a:pt x="568" y="255"/>
                    <a:pt x="562" y="206"/>
                    <a:pt x="564" y="192"/>
                  </a:cubicBezTo>
                  <a:cubicBezTo>
                    <a:pt x="565" y="188"/>
                    <a:pt x="566" y="183"/>
                    <a:pt x="566" y="177"/>
                  </a:cubicBezTo>
                  <a:cubicBezTo>
                    <a:pt x="566" y="183"/>
                    <a:pt x="565" y="187"/>
                    <a:pt x="565" y="187"/>
                  </a:cubicBezTo>
                  <a:cubicBezTo>
                    <a:pt x="567" y="180"/>
                    <a:pt x="567" y="179"/>
                    <a:pt x="572" y="160"/>
                  </a:cubicBezTo>
                  <a:cubicBezTo>
                    <a:pt x="573" y="164"/>
                    <a:pt x="574" y="167"/>
                    <a:pt x="575" y="171"/>
                  </a:cubicBezTo>
                  <a:cubicBezTo>
                    <a:pt x="577" y="167"/>
                    <a:pt x="578" y="162"/>
                    <a:pt x="577" y="157"/>
                  </a:cubicBezTo>
                  <a:cubicBezTo>
                    <a:pt x="578" y="160"/>
                    <a:pt x="579" y="163"/>
                    <a:pt x="580" y="167"/>
                  </a:cubicBezTo>
                  <a:cubicBezTo>
                    <a:pt x="584" y="154"/>
                    <a:pt x="591" y="128"/>
                    <a:pt x="579" y="118"/>
                  </a:cubicBezTo>
                  <a:cubicBezTo>
                    <a:pt x="583" y="120"/>
                    <a:pt x="587" y="125"/>
                    <a:pt x="588" y="128"/>
                  </a:cubicBezTo>
                  <a:cubicBezTo>
                    <a:pt x="588" y="121"/>
                    <a:pt x="587" y="116"/>
                    <a:pt x="585" y="111"/>
                  </a:cubicBezTo>
                  <a:cubicBezTo>
                    <a:pt x="585" y="111"/>
                    <a:pt x="585" y="111"/>
                    <a:pt x="586" y="111"/>
                  </a:cubicBezTo>
                  <a:cubicBezTo>
                    <a:pt x="586" y="103"/>
                    <a:pt x="580" y="98"/>
                    <a:pt x="574" y="95"/>
                  </a:cubicBezTo>
                  <a:cubicBezTo>
                    <a:pt x="578" y="94"/>
                    <a:pt x="582" y="95"/>
                    <a:pt x="587" y="95"/>
                  </a:cubicBezTo>
                  <a:cubicBezTo>
                    <a:pt x="580" y="82"/>
                    <a:pt x="564" y="85"/>
                    <a:pt x="554" y="77"/>
                  </a:cubicBezTo>
                  <a:cubicBezTo>
                    <a:pt x="555" y="79"/>
                    <a:pt x="555" y="79"/>
                    <a:pt x="555" y="79"/>
                  </a:cubicBezTo>
                  <a:cubicBezTo>
                    <a:pt x="529" y="8"/>
                    <a:pt x="451" y="0"/>
                    <a:pt x="390" y="15"/>
                  </a:cubicBezTo>
                  <a:cubicBezTo>
                    <a:pt x="356" y="23"/>
                    <a:pt x="328" y="38"/>
                    <a:pt x="318" y="53"/>
                  </a:cubicBezTo>
                  <a:cubicBezTo>
                    <a:pt x="315" y="57"/>
                    <a:pt x="313" y="60"/>
                    <a:pt x="311" y="64"/>
                  </a:cubicBezTo>
                  <a:cubicBezTo>
                    <a:pt x="310" y="64"/>
                    <a:pt x="307" y="70"/>
                    <a:pt x="303" y="78"/>
                  </a:cubicBezTo>
                  <a:cubicBezTo>
                    <a:pt x="301" y="79"/>
                    <a:pt x="299" y="81"/>
                    <a:pt x="297" y="83"/>
                  </a:cubicBezTo>
                  <a:cubicBezTo>
                    <a:pt x="288" y="87"/>
                    <a:pt x="279" y="89"/>
                    <a:pt x="270" y="99"/>
                  </a:cubicBezTo>
                  <a:cubicBezTo>
                    <a:pt x="274" y="97"/>
                    <a:pt x="275" y="98"/>
                    <a:pt x="279" y="97"/>
                  </a:cubicBezTo>
                  <a:cubicBezTo>
                    <a:pt x="269" y="104"/>
                    <a:pt x="261" y="117"/>
                    <a:pt x="266" y="130"/>
                  </a:cubicBezTo>
                  <a:cubicBezTo>
                    <a:pt x="266" y="130"/>
                    <a:pt x="266" y="130"/>
                    <a:pt x="266" y="130"/>
                  </a:cubicBezTo>
                  <a:cubicBezTo>
                    <a:pt x="266" y="130"/>
                    <a:pt x="266" y="130"/>
                    <a:pt x="266" y="131"/>
                  </a:cubicBezTo>
                  <a:cubicBezTo>
                    <a:pt x="267" y="130"/>
                    <a:pt x="267" y="129"/>
                    <a:pt x="268" y="128"/>
                  </a:cubicBezTo>
                  <a:cubicBezTo>
                    <a:pt x="270" y="126"/>
                    <a:pt x="273" y="124"/>
                    <a:pt x="276" y="122"/>
                  </a:cubicBezTo>
                  <a:cubicBezTo>
                    <a:pt x="275" y="129"/>
                    <a:pt x="271" y="134"/>
                    <a:pt x="270" y="140"/>
                  </a:cubicBezTo>
                  <a:cubicBezTo>
                    <a:pt x="269" y="147"/>
                    <a:pt x="270" y="156"/>
                    <a:pt x="271" y="163"/>
                  </a:cubicBezTo>
                  <a:cubicBezTo>
                    <a:pt x="273" y="158"/>
                    <a:pt x="275" y="153"/>
                    <a:pt x="279" y="148"/>
                  </a:cubicBezTo>
                  <a:cubicBezTo>
                    <a:pt x="278" y="160"/>
                    <a:pt x="274" y="173"/>
                    <a:pt x="280" y="183"/>
                  </a:cubicBezTo>
                  <a:cubicBezTo>
                    <a:pt x="281" y="179"/>
                    <a:pt x="281" y="174"/>
                    <a:pt x="283" y="170"/>
                  </a:cubicBezTo>
                  <a:cubicBezTo>
                    <a:pt x="284" y="180"/>
                    <a:pt x="291" y="192"/>
                    <a:pt x="299" y="201"/>
                  </a:cubicBezTo>
                  <a:cubicBezTo>
                    <a:pt x="299" y="206"/>
                    <a:pt x="300" y="211"/>
                    <a:pt x="299" y="216"/>
                  </a:cubicBezTo>
                  <a:cubicBezTo>
                    <a:pt x="299" y="216"/>
                    <a:pt x="299" y="216"/>
                    <a:pt x="299" y="217"/>
                  </a:cubicBezTo>
                  <a:cubicBezTo>
                    <a:pt x="299" y="220"/>
                    <a:pt x="298" y="223"/>
                    <a:pt x="298" y="226"/>
                  </a:cubicBezTo>
                  <a:cubicBezTo>
                    <a:pt x="297" y="237"/>
                    <a:pt x="298" y="249"/>
                    <a:pt x="301" y="259"/>
                  </a:cubicBezTo>
                  <a:cubicBezTo>
                    <a:pt x="304" y="268"/>
                    <a:pt x="311" y="283"/>
                    <a:pt x="321" y="285"/>
                  </a:cubicBezTo>
                  <a:cubicBezTo>
                    <a:pt x="324" y="285"/>
                    <a:pt x="327" y="285"/>
                    <a:pt x="329" y="284"/>
                  </a:cubicBezTo>
                  <a:cubicBezTo>
                    <a:pt x="330" y="294"/>
                    <a:pt x="333" y="306"/>
                    <a:pt x="338" y="319"/>
                  </a:cubicBezTo>
                  <a:cubicBezTo>
                    <a:pt x="339" y="320"/>
                    <a:pt x="339" y="321"/>
                    <a:pt x="339" y="322"/>
                  </a:cubicBezTo>
                  <a:cubicBezTo>
                    <a:pt x="340" y="332"/>
                    <a:pt x="343" y="351"/>
                    <a:pt x="344" y="373"/>
                  </a:cubicBezTo>
                  <a:cubicBezTo>
                    <a:pt x="344" y="403"/>
                    <a:pt x="340" y="439"/>
                    <a:pt x="323" y="461"/>
                  </a:cubicBezTo>
                  <a:cubicBezTo>
                    <a:pt x="322" y="463"/>
                    <a:pt x="321" y="464"/>
                    <a:pt x="319" y="466"/>
                  </a:cubicBezTo>
                  <a:cubicBezTo>
                    <a:pt x="305" y="473"/>
                    <a:pt x="219" y="541"/>
                    <a:pt x="195" y="550"/>
                  </a:cubicBezTo>
                  <a:cubicBezTo>
                    <a:pt x="155" y="567"/>
                    <a:pt x="109" y="641"/>
                    <a:pt x="96" y="697"/>
                  </a:cubicBezTo>
                  <a:cubicBezTo>
                    <a:pt x="91" y="722"/>
                    <a:pt x="73" y="774"/>
                    <a:pt x="72" y="789"/>
                  </a:cubicBezTo>
                  <a:cubicBezTo>
                    <a:pt x="74" y="822"/>
                    <a:pt x="57" y="843"/>
                    <a:pt x="47" y="964"/>
                  </a:cubicBezTo>
                  <a:cubicBezTo>
                    <a:pt x="48" y="1002"/>
                    <a:pt x="44" y="1029"/>
                    <a:pt x="39" y="1046"/>
                  </a:cubicBezTo>
                  <a:cubicBezTo>
                    <a:pt x="38" y="1049"/>
                    <a:pt x="36" y="1053"/>
                    <a:pt x="35" y="1057"/>
                  </a:cubicBezTo>
                  <a:cubicBezTo>
                    <a:pt x="17" y="1118"/>
                    <a:pt x="17" y="1250"/>
                    <a:pt x="16" y="1285"/>
                  </a:cubicBezTo>
                  <a:cubicBezTo>
                    <a:pt x="15" y="1306"/>
                    <a:pt x="14" y="1336"/>
                    <a:pt x="11" y="1352"/>
                  </a:cubicBezTo>
                  <a:cubicBezTo>
                    <a:pt x="11" y="1354"/>
                    <a:pt x="11" y="1355"/>
                    <a:pt x="10" y="1356"/>
                  </a:cubicBezTo>
                  <a:cubicBezTo>
                    <a:pt x="10" y="1360"/>
                    <a:pt x="9" y="1364"/>
                    <a:pt x="9" y="1367"/>
                  </a:cubicBezTo>
                  <a:cubicBezTo>
                    <a:pt x="8" y="1379"/>
                    <a:pt x="8" y="1390"/>
                    <a:pt x="5" y="1400"/>
                  </a:cubicBezTo>
                  <a:cubicBezTo>
                    <a:pt x="2" y="1410"/>
                    <a:pt x="1" y="1423"/>
                    <a:pt x="0" y="1432"/>
                  </a:cubicBezTo>
                  <a:cubicBezTo>
                    <a:pt x="0" y="1435"/>
                    <a:pt x="0" y="1438"/>
                    <a:pt x="0" y="1440"/>
                  </a:cubicBezTo>
                  <a:cubicBezTo>
                    <a:pt x="4" y="1473"/>
                    <a:pt x="4" y="1473"/>
                    <a:pt x="4" y="1473"/>
                  </a:cubicBezTo>
                  <a:cubicBezTo>
                    <a:pt x="4" y="1473"/>
                    <a:pt x="4" y="1474"/>
                    <a:pt x="4" y="1474"/>
                  </a:cubicBezTo>
                  <a:cubicBezTo>
                    <a:pt x="4" y="1476"/>
                    <a:pt x="5" y="1478"/>
                    <a:pt x="5" y="1481"/>
                  </a:cubicBezTo>
                  <a:cubicBezTo>
                    <a:pt x="5" y="1481"/>
                    <a:pt x="5" y="1481"/>
                    <a:pt x="5" y="1481"/>
                  </a:cubicBezTo>
                  <a:cubicBezTo>
                    <a:pt x="5" y="1483"/>
                    <a:pt x="5" y="1486"/>
                    <a:pt x="6" y="1488"/>
                  </a:cubicBezTo>
                  <a:cubicBezTo>
                    <a:pt x="6" y="1488"/>
                    <a:pt x="6" y="1488"/>
                    <a:pt x="6" y="1489"/>
                  </a:cubicBezTo>
                  <a:cubicBezTo>
                    <a:pt x="6" y="1491"/>
                    <a:pt x="6" y="1493"/>
                    <a:pt x="6" y="1495"/>
                  </a:cubicBezTo>
                  <a:cubicBezTo>
                    <a:pt x="6" y="1496"/>
                    <a:pt x="6" y="1496"/>
                    <a:pt x="6" y="1496"/>
                  </a:cubicBezTo>
                  <a:cubicBezTo>
                    <a:pt x="6" y="1498"/>
                    <a:pt x="6" y="1501"/>
                    <a:pt x="7" y="1503"/>
                  </a:cubicBezTo>
                  <a:cubicBezTo>
                    <a:pt x="7" y="1503"/>
                    <a:pt x="7" y="1503"/>
                    <a:pt x="7" y="1503"/>
                  </a:cubicBezTo>
                  <a:cubicBezTo>
                    <a:pt x="7" y="1505"/>
                    <a:pt x="7" y="1508"/>
                    <a:pt x="7" y="1510"/>
                  </a:cubicBezTo>
                  <a:cubicBezTo>
                    <a:pt x="7" y="1510"/>
                    <a:pt x="7" y="1510"/>
                    <a:pt x="7" y="1510"/>
                  </a:cubicBezTo>
                  <a:cubicBezTo>
                    <a:pt x="7" y="1512"/>
                    <a:pt x="7" y="1514"/>
                    <a:pt x="7" y="1516"/>
                  </a:cubicBezTo>
                  <a:cubicBezTo>
                    <a:pt x="7" y="1516"/>
                    <a:pt x="7" y="1516"/>
                    <a:pt x="7" y="1516"/>
                  </a:cubicBezTo>
                  <a:cubicBezTo>
                    <a:pt x="7" y="1518"/>
                    <a:pt x="7" y="1520"/>
                    <a:pt x="7" y="1521"/>
                  </a:cubicBezTo>
                  <a:cubicBezTo>
                    <a:pt x="7" y="1521"/>
                    <a:pt x="7" y="1522"/>
                    <a:pt x="7" y="1522"/>
                  </a:cubicBezTo>
                  <a:cubicBezTo>
                    <a:pt x="7" y="1523"/>
                    <a:pt x="7" y="1525"/>
                    <a:pt x="6" y="1526"/>
                  </a:cubicBezTo>
                  <a:cubicBezTo>
                    <a:pt x="3" y="1547"/>
                    <a:pt x="5" y="1559"/>
                    <a:pt x="6" y="1571"/>
                  </a:cubicBezTo>
                  <a:cubicBezTo>
                    <a:pt x="8" y="1584"/>
                    <a:pt x="20" y="1603"/>
                    <a:pt x="24" y="1619"/>
                  </a:cubicBezTo>
                  <a:cubicBezTo>
                    <a:pt x="31" y="1652"/>
                    <a:pt x="41" y="1652"/>
                    <a:pt x="49" y="1663"/>
                  </a:cubicBezTo>
                  <a:cubicBezTo>
                    <a:pt x="55" y="1673"/>
                    <a:pt x="71" y="1680"/>
                    <a:pt x="76" y="1684"/>
                  </a:cubicBezTo>
                  <a:cubicBezTo>
                    <a:pt x="76" y="1684"/>
                    <a:pt x="76" y="1685"/>
                    <a:pt x="76" y="1685"/>
                  </a:cubicBezTo>
                  <a:cubicBezTo>
                    <a:pt x="77" y="1685"/>
                    <a:pt x="77" y="1685"/>
                    <a:pt x="77" y="1685"/>
                  </a:cubicBezTo>
                  <a:cubicBezTo>
                    <a:pt x="77" y="1685"/>
                    <a:pt x="77" y="1685"/>
                    <a:pt x="77" y="1685"/>
                  </a:cubicBezTo>
                  <a:cubicBezTo>
                    <a:pt x="79" y="1688"/>
                    <a:pt x="86" y="1694"/>
                    <a:pt x="93" y="1695"/>
                  </a:cubicBezTo>
                  <a:cubicBezTo>
                    <a:pt x="94" y="1695"/>
                    <a:pt x="94" y="1695"/>
                    <a:pt x="94" y="1695"/>
                  </a:cubicBezTo>
                  <a:cubicBezTo>
                    <a:pt x="95" y="1695"/>
                    <a:pt x="96" y="1695"/>
                    <a:pt x="97" y="1695"/>
                  </a:cubicBezTo>
                  <a:cubicBezTo>
                    <a:pt x="97" y="1695"/>
                    <a:pt x="98" y="1695"/>
                    <a:pt x="98" y="1695"/>
                  </a:cubicBezTo>
                  <a:cubicBezTo>
                    <a:pt x="98" y="1695"/>
                    <a:pt x="98" y="1695"/>
                    <a:pt x="98" y="1695"/>
                  </a:cubicBezTo>
                  <a:cubicBezTo>
                    <a:pt x="98" y="1695"/>
                    <a:pt x="98" y="1695"/>
                    <a:pt x="98" y="1695"/>
                  </a:cubicBezTo>
                  <a:cubicBezTo>
                    <a:pt x="107" y="1694"/>
                    <a:pt x="106" y="1685"/>
                    <a:pt x="106" y="1684"/>
                  </a:cubicBezTo>
                  <a:cubicBezTo>
                    <a:pt x="107" y="1684"/>
                    <a:pt x="107" y="1684"/>
                    <a:pt x="108" y="1684"/>
                  </a:cubicBezTo>
                  <a:cubicBezTo>
                    <a:pt x="108" y="1684"/>
                    <a:pt x="108" y="1684"/>
                    <a:pt x="108" y="1684"/>
                  </a:cubicBezTo>
                  <a:cubicBezTo>
                    <a:pt x="108" y="1684"/>
                    <a:pt x="109" y="1684"/>
                    <a:pt x="110" y="1684"/>
                  </a:cubicBezTo>
                  <a:cubicBezTo>
                    <a:pt x="110" y="1684"/>
                    <a:pt x="110" y="1684"/>
                    <a:pt x="110" y="1684"/>
                  </a:cubicBezTo>
                  <a:cubicBezTo>
                    <a:pt x="111" y="1684"/>
                    <a:pt x="112" y="1684"/>
                    <a:pt x="113" y="1684"/>
                  </a:cubicBezTo>
                  <a:cubicBezTo>
                    <a:pt x="113" y="1684"/>
                    <a:pt x="114" y="1684"/>
                    <a:pt x="115" y="1684"/>
                  </a:cubicBezTo>
                  <a:cubicBezTo>
                    <a:pt x="115" y="1684"/>
                    <a:pt x="116" y="1684"/>
                    <a:pt x="117" y="1684"/>
                  </a:cubicBezTo>
                  <a:cubicBezTo>
                    <a:pt x="117" y="1684"/>
                    <a:pt x="118" y="1684"/>
                    <a:pt x="118" y="1684"/>
                  </a:cubicBezTo>
                  <a:cubicBezTo>
                    <a:pt x="119" y="1685"/>
                    <a:pt x="120" y="1685"/>
                    <a:pt x="120" y="1685"/>
                  </a:cubicBezTo>
                  <a:cubicBezTo>
                    <a:pt x="121" y="1685"/>
                    <a:pt x="121" y="1685"/>
                    <a:pt x="122" y="1685"/>
                  </a:cubicBezTo>
                  <a:cubicBezTo>
                    <a:pt x="122" y="1685"/>
                    <a:pt x="123" y="1685"/>
                    <a:pt x="124" y="1685"/>
                  </a:cubicBezTo>
                  <a:cubicBezTo>
                    <a:pt x="124" y="1685"/>
                    <a:pt x="125" y="1685"/>
                    <a:pt x="125" y="1685"/>
                  </a:cubicBezTo>
                  <a:cubicBezTo>
                    <a:pt x="126" y="1685"/>
                    <a:pt x="126" y="1685"/>
                    <a:pt x="127" y="1685"/>
                  </a:cubicBezTo>
                  <a:cubicBezTo>
                    <a:pt x="127" y="1685"/>
                    <a:pt x="128" y="1685"/>
                    <a:pt x="128" y="1685"/>
                  </a:cubicBezTo>
                  <a:cubicBezTo>
                    <a:pt x="129" y="1684"/>
                    <a:pt x="130" y="1684"/>
                    <a:pt x="130" y="1684"/>
                  </a:cubicBezTo>
                  <a:cubicBezTo>
                    <a:pt x="131" y="1684"/>
                    <a:pt x="131" y="1684"/>
                    <a:pt x="131" y="1684"/>
                  </a:cubicBezTo>
                  <a:cubicBezTo>
                    <a:pt x="132" y="1684"/>
                    <a:pt x="133" y="1684"/>
                    <a:pt x="133" y="1684"/>
                  </a:cubicBezTo>
                  <a:cubicBezTo>
                    <a:pt x="133" y="1684"/>
                    <a:pt x="134" y="1684"/>
                    <a:pt x="134" y="1684"/>
                  </a:cubicBezTo>
                  <a:cubicBezTo>
                    <a:pt x="135" y="1683"/>
                    <a:pt x="136" y="1683"/>
                    <a:pt x="136" y="1682"/>
                  </a:cubicBezTo>
                  <a:cubicBezTo>
                    <a:pt x="145" y="1673"/>
                    <a:pt x="134" y="1664"/>
                    <a:pt x="133" y="1664"/>
                  </a:cubicBezTo>
                  <a:cubicBezTo>
                    <a:pt x="142" y="1663"/>
                    <a:pt x="142" y="1663"/>
                    <a:pt x="142" y="1663"/>
                  </a:cubicBezTo>
                  <a:cubicBezTo>
                    <a:pt x="142" y="1663"/>
                    <a:pt x="142" y="1663"/>
                    <a:pt x="142" y="1662"/>
                  </a:cubicBezTo>
                  <a:cubicBezTo>
                    <a:pt x="142" y="1662"/>
                    <a:pt x="142" y="1662"/>
                    <a:pt x="142" y="1662"/>
                  </a:cubicBezTo>
                  <a:cubicBezTo>
                    <a:pt x="154" y="1656"/>
                    <a:pt x="139" y="1643"/>
                    <a:pt x="139" y="1643"/>
                  </a:cubicBezTo>
                  <a:cubicBezTo>
                    <a:pt x="140" y="1620"/>
                    <a:pt x="111" y="1625"/>
                    <a:pt x="107" y="1620"/>
                  </a:cubicBezTo>
                  <a:cubicBezTo>
                    <a:pt x="106" y="1618"/>
                    <a:pt x="104" y="1616"/>
                    <a:pt x="103" y="1615"/>
                  </a:cubicBezTo>
                  <a:cubicBezTo>
                    <a:pt x="103" y="1615"/>
                    <a:pt x="103" y="1615"/>
                    <a:pt x="103" y="1615"/>
                  </a:cubicBezTo>
                  <a:cubicBezTo>
                    <a:pt x="102" y="1614"/>
                    <a:pt x="101" y="1614"/>
                    <a:pt x="100" y="1613"/>
                  </a:cubicBezTo>
                  <a:cubicBezTo>
                    <a:pt x="100" y="1612"/>
                    <a:pt x="100" y="1612"/>
                    <a:pt x="99" y="1612"/>
                  </a:cubicBezTo>
                  <a:cubicBezTo>
                    <a:pt x="99" y="1611"/>
                    <a:pt x="98" y="1611"/>
                    <a:pt x="98" y="1611"/>
                  </a:cubicBezTo>
                  <a:cubicBezTo>
                    <a:pt x="97" y="1610"/>
                    <a:pt x="97" y="1610"/>
                    <a:pt x="96" y="1610"/>
                  </a:cubicBezTo>
                  <a:cubicBezTo>
                    <a:pt x="96" y="1610"/>
                    <a:pt x="96" y="1610"/>
                    <a:pt x="96" y="1610"/>
                  </a:cubicBezTo>
                  <a:cubicBezTo>
                    <a:pt x="85" y="1534"/>
                    <a:pt x="85" y="1534"/>
                    <a:pt x="85" y="1534"/>
                  </a:cubicBezTo>
                  <a:cubicBezTo>
                    <a:pt x="85" y="1530"/>
                    <a:pt x="85" y="1527"/>
                    <a:pt x="85" y="1526"/>
                  </a:cubicBezTo>
                  <a:cubicBezTo>
                    <a:pt x="85" y="1526"/>
                    <a:pt x="86" y="1526"/>
                    <a:pt x="86" y="1527"/>
                  </a:cubicBezTo>
                  <a:cubicBezTo>
                    <a:pt x="86" y="1527"/>
                    <a:pt x="87" y="1527"/>
                    <a:pt x="87" y="1527"/>
                  </a:cubicBezTo>
                  <a:cubicBezTo>
                    <a:pt x="87" y="1527"/>
                    <a:pt x="88" y="1527"/>
                    <a:pt x="88" y="1528"/>
                  </a:cubicBezTo>
                  <a:cubicBezTo>
                    <a:pt x="88" y="1528"/>
                    <a:pt x="89" y="1528"/>
                    <a:pt x="89" y="1528"/>
                  </a:cubicBezTo>
                  <a:cubicBezTo>
                    <a:pt x="89" y="1528"/>
                    <a:pt x="90" y="1529"/>
                    <a:pt x="90" y="1529"/>
                  </a:cubicBezTo>
                  <a:cubicBezTo>
                    <a:pt x="91" y="1529"/>
                    <a:pt x="91" y="1529"/>
                    <a:pt x="91" y="1530"/>
                  </a:cubicBezTo>
                  <a:cubicBezTo>
                    <a:pt x="92" y="1530"/>
                    <a:pt x="92" y="1531"/>
                    <a:pt x="93" y="1531"/>
                  </a:cubicBezTo>
                  <a:cubicBezTo>
                    <a:pt x="93" y="1531"/>
                    <a:pt x="93" y="1532"/>
                    <a:pt x="94" y="1532"/>
                  </a:cubicBezTo>
                  <a:cubicBezTo>
                    <a:pt x="94" y="1532"/>
                    <a:pt x="95" y="1533"/>
                    <a:pt x="95" y="1534"/>
                  </a:cubicBezTo>
                  <a:cubicBezTo>
                    <a:pt x="96" y="1534"/>
                    <a:pt x="96" y="1534"/>
                    <a:pt x="96" y="1535"/>
                  </a:cubicBezTo>
                  <a:cubicBezTo>
                    <a:pt x="97" y="1536"/>
                    <a:pt x="97" y="1536"/>
                    <a:pt x="98" y="1537"/>
                  </a:cubicBezTo>
                  <a:cubicBezTo>
                    <a:pt x="98" y="1538"/>
                    <a:pt x="99" y="1538"/>
                    <a:pt x="99" y="1538"/>
                  </a:cubicBezTo>
                  <a:cubicBezTo>
                    <a:pt x="100" y="1540"/>
                    <a:pt x="100" y="1541"/>
                    <a:pt x="101" y="1543"/>
                  </a:cubicBezTo>
                  <a:cubicBezTo>
                    <a:pt x="101" y="1544"/>
                    <a:pt x="102" y="1545"/>
                    <a:pt x="102" y="1546"/>
                  </a:cubicBezTo>
                  <a:cubicBezTo>
                    <a:pt x="102" y="1546"/>
                    <a:pt x="102" y="1546"/>
                    <a:pt x="103" y="1546"/>
                  </a:cubicBezTo>
                  <a:cubicBezTo>
                    <a:pt x="103" y="1547"/>
                    <a:pt x="103" y="1548"/>
                    <a:pt x="104" y="1548"/>
                  </a:cubicBezTo>
                  <a:cubicBezTo>
                    <a:pt x="104" y="1549"/>
                    <a:pt x="104" y="1549"/>
                    <a:pt x="104" y="1549"/>
                  </a:cubicBezTo>
                  <a:cubicBezTo>
                    <a:pt x="105" y="1550"/>
                    <a:pt x="105" y="1551"/>
                    <a:pt x="105" y="1551"/>
                  </a:cubicBezTo>
                  <a:cubicBezTo>
                    <a:pt x="106" y="1552"/>
                    <a:pt x="106" y="1552"/>
                    <a:pt x="106" y="1553"/>
                  </a:cubicBezTo>
                  <a:cubicBezTo>
                    <a:pt x="107" y="1553"/>
                    <a:pt x="107" y="1554"/>
                    <a:pt x="108" y="1554"/>
                  </a:cubicBezTo>
                  <a:cubicBezTo>
                    <a:pt x="108" y="1555"/>
                    <a:pt x="108" y="1555"/>
                    <a:pt x="109" y="1556"/>
                  </a:cubicBezTo>
                  <a:cubicBezTo>
                    <a:pt x="109" y="1556"/>
                    <a:pt x="110" y="1557"/>
                    <a:pt x="110" y="1557"/>
                  </a:cubicBezTo>
                  <a:cubicBezTo>
                    <a:pt x="110" y="1558"/>
                    <a:pt x="111" y="1558"/>
                    <a:pt x="111" y="1559"/>
                  </a:cubicBezTo>
                  <a:cubicBezTo>
                    <a:pt x="112" y="1559"/>
                    <a:pt x="112" y="1560"/>
                    <a:pt x="113" y="1560"/>
                  </a:cubicBezTo>
                  <a:cubicBezTo>
                    <a:pt x="113" y="1561"/>
                    <a:pt x="113" y="1561"/>
                    <a:pt x="114" y="1561"/>
                  </a:cubicBezTo>
                  <a:cubicBezTo>
                    <a:pt x="114" y="1562"/>
                    <a:pt x="115" y="1562"/>
                    <a:pt x="115" y="1563"/>
                  </a:cubicBezTo>
                  <a:cubicBezTo>
                    <a:pt x="116" y="1563"/>
                    <a:pt x="116" y="1564"/>
                    <a:pt x="117" y="1564"/>
                  </a:cubicBezTo>
                  <a:cubicBezTo>
                    <a:pt x="117" y="1565"/>
                    <a:pt x="118" y="1565"/>
                    <a:pt x="119" y="1566"/>
                  </a:cubicBezTo>
                  <a:cubicBezTo>
                    <a:pt x="119" y="1566"/>
                    <a:pt x="119" y="1566"/>
                    <a:pt x="120" y="1567"/>
                  </a:cubicBezTo>
                  <a:cubicBezTo>
                    <a:pt x="121" y="1567"/>
                    <a:pt x="121" y="1567"/>
                    <a:pt x="122" y="1568"/>
                  </a:cubicBezTo>
                  <a:cubicBezTo>
                    <a:pt x="122" y="1568"/>
                    <a:pt x="123" y="1569"/>
                    <a:pt x="123" y="1569"/>
                  </a:cubicBezTo>
                  <a:cubicBezTo>
                    <a:pt x="124" y="1569"/>
                    <a:pt x="124" y="1570"/>
                    <a:pt x="125" y="1570"/>
                  </a:cubicBezTo>
                  <a:cubicBezTo>
                    <a:pt x="126" y="1570"/>
                    <a:pt x="126" y="1570"/>
                    <a:pt x="127" y="1571"/>
                  </a:cubicBezTo>
                  <a:cubicBezTo>
                    <a:pt x="127" y="1571"/>
                    <a:pt x="128" y="1571"/>
                    <a:pt x="128" y="1571"/>
                  </a:cubicBezTo>
                  <a:cubicBezTo>
                    <a:pt x="129" y="1572"/>
                    <a:pt x="129" y="1572"/>
                    <a:pt x="130" y="1572"/>
                  </a:cubicBezTo>
                  <a:cubicBezTo>
                    <a:pt x="131" y="1572"/>
                    <a:pt x="131" y="1572"/>
                    <a:pt x="132" y="1573"/>
                  </a:cubicBezTo>
                  <a:cubicBezTo>
                    <a:pt x="132" y="1573"/>
                    <a:pt x="133" y="1573"/>
                    <a:pt x="133" y="1573"/>
                  </a:cubicBezTo>
                  <a:cubicBezTo>
                    <a:pt x="134" y="1573"/>
                    <a:pt x="135" y="1573"/>
                    <a:pt x="135" y="1573"/>
                  </a:cubicBezTo>
                  <a:cubicBezTo>
                    <a:pt x="136" y="1573"/>
                    <a:pt x="136" y="1573"/>
                    <a:pt x="137" y="1573"/>
                  </a:cubicBezTo>
                  <a:cubicBezTo>
                    <a:pt x="138" y="1573"/>
                    <a:pt x="138" y="1573"/>
                    <a:pt x="139" y="1573"/>
                  </a:cubicBezTo>
                  <a:cubicBezTo>
                    <a:pt x="139" y="1573"/>
                    <a:pt x="140" y="1573"/>
                    <a:pt x="140" y="1573"/>
                  </a:cubicBezTo>
                  <a:cubicBezTo>
                    <a:pt x="141" y="1573"/>
                    <a:pt x="142" y="1573"/>
                    <a:pt x="143" y="1572"/>
                  </a:cubicBezTo>
                  <a:cubicBezTo>
                    <a:pt x="143" y="1572"/>
                    <a:pt x="144" y="1572"/>
                    <a:pt x="144" y="1572"/>
                  </a:cubicBezTo>
                  <a:cubicBezTo>
                    <a:pt x="144" y="1572"/>
                    <a:pt x="144" y="1572"/>
                    <a:pt x="144" y="1572"/>
                  </a:cubicBezTo>
                  <a:cubicBezTo>
                    <a:pt x="145" y="1572"/>
                    <a:pt x="146" y="1571"/>
                    <a:pt x="148" y="1570"/>
                  </a:cubicBezTo>
                  <a:cubicBezTo>
                    <a:pt x="166" y="1559"/>
                    <a:pt x="141" y="1526"/>
                    <a:pt x="125" y="1512"/>
                  </a:cubicBezTo>
                  <a:cubicBezTo>
                    <a:pt x="110" y="1498"/>
                    <a:pt x="100" y="1469"/>
                    <a:pt x="89" y="1458"/>
                  </a:cubicBezTo>
                  <a:cubicBezTo>
                    <a:pt x="78" y="1447"/>
                    <a:pt x="77" y="1424"/>
                    <a:pt x="77" y="1424"/>
                  </a:cubicBezTo>
                  <a:cubicBezTo>
                    <a:pt x="76" y="1422"/>
                    <a:pt x="76" y="1422"/>
                    <a:pt x="76" y="1422"/>
                  </a:cubicBezTo>
                  <a:cubicBezTo>
                    <a:pt x="76" y="1422"/>
                    <a:pt x="76" y="1422"/>
                    <a:pt x="75" y="1422"/>
                  </a:cubicBezTo>
                  <a:cubicBezTo>
                    <a:pt x="73" y="1415"/>
                    <a:pt x="73" y="1415"/>
                    <a:pt x="73" y="1415"/>
                  </a:cubicBezTo>
                  <a:cubicBezTo>
                    <a:pt x="73" y="1415"/>
                    <a:pt x="73" y="1414"/>
                    <a:pt x="73" y="1414"/>
                  </a:cubicBezTo>
                  <a:cubicBezTo>
                    <a:pt x="75" y="1409"/>
                    <a:pt x="79" y="1393"/>
                    <a:pt x="81" y="1379"/>
                  </a:cubicBezTo>
                  <a:cubicBezTo>
                    <a:pt x="84" y="1364"/>
                    <a:pt x="117" y="1236"/>
                    <a:pt x="125" y="1194"/>
                  </a:cubicBezTo>
                  <a:cubicBezTo>
                    <a:pt x="126" y="1191"/>
                    <a:pt x="126" y="1189"/>
                    <a:pt x="126" y="1187"/>
                  </a:cubicBezTo>
                  <a:cubicBezTo>
                    <a:pt x="138" y="1126"/>
                    <a:pt x="158" y="1103"/>
                    <a:pt x="152" y="1061"/>
                  </a:cubicBezTo>
                  <a:cubicBezTo>
                    <a:pt x="153" y="1030"/>
                    <a:pt x="165" y="947"/>
                    <a:pt x="167" y="932"/>
                  </a:cubicBezTo>
                  <a:cubicBezTo>
                    <a:pt x="169" y="929"/>
                    <a:pt x="169" y="914"/>
                    <a:pt x="171" y="903"/>
                  </a:cubicBezTo>
                  <a:cubicBezTo>
                    <a:pt x="171" y="898"/>
                    <a:pt x="172" y="887"/>
                    <a:pt x="173" y="874"/>
                  </a:cubicBezTo>
                  <a:cubicBezTo>
                    <a:pt x="173" y="876"/>
                    <a:pt x="173" y="876"/>
                    <a:pt x="173" y="876"/>
                  </a:cubicBezTo>
                  <a:cubicBezTo>
                    <a:pt x="173" y="890"/>
                    <a:pt x="188" y="920"/>
                    <a:pt x="190" y="958"/>
                  </a:cubicBezTo>
                  <a:cubicBezTo>
                    <a:pt x="188" y="989"/>
                    <a:pt x="159" y="1033"/>
                    <a:pt x="161" y="1062"/>
                  </a:cubicBezTo>
                  <a:cubicBezTo>
                    <a:pt x="149" y="1120"/>
                    <a:pt x="145" y="1171"/>
                    <a:pt x="147" y="1215"/>
                  </a:cubicBezTo>
                  <a:cubicBezTo>
                    <a:pt x="149" y="1312"/>
                    <a:pt x="174" y="1374"/>
                    <a:pt x="173" y="1399"/>
                  </a:cubicBezTo>
                  <a:cubicBezTo>
                    <a:pt x="172" y="1433"/>
                    <a:pt x="185" y="1447"/>
                    <a:pt x="190" y="1471"/>
                  </a:cubicBezTo>
                  <a:cubicBezTo>
                    <a:pt x="191" y="1476"/>
                    <a:pt x="191" y="1481"/>
                    <a:pt x="192" y="1487"/>
                  </a:cubicBezTo>
                  <a:cubicBezTo>
                    <a:pt x="192" y="1489"/>
                    <a:pt x="192" y="1491"/>
                    <a:pt x="192" y="1494"/>
                  </a:cubicBezTo>
                  <a:cubicBezTo>
                    <a:pt x="192" y="1494"/>
                    <a:pt x="192" y="1494"/>
                    <a:pt x="192" y="1494"/>
                  </a:cubicBezTo>
                  <a:cubicBezTo>
                    <a:pt x="222" y="1980"/>
                    <a:pt x="222" y="1980"/>
                    <a:pt x="222" y="1980"/>
                  </a:cubicBezTo>
                  <a:cubicBezTo>
                    <a:pt x="223" y="1995"/>
                    <a:pt x="220" y="2048"/>
                    <a:pt x="226" y="2075"/>
                  </a:cubicBezTo>
                  <a:cubicBezTo>
                    <a:pt x="227" y="2082"/>
                    <a:pt x="236" y="2112"/>
                    <a:pt x="237" y="2156"/>
                  </a:cubicBezTo>
                  <a:cubicBezTo>
                    <a:pt x="239" y="2225"/>
                    <a:pt x="224" y="2324"/>
                    <a:pt x="226" y="2374"/>
                  </a:cubicBezTo>
                  <a:cubicBezTo>
                    <a:pt x="230" y="2455"/>
                    <a:pt x="228" y="2526"/>
                    <a:pt x="241" y="2578"/>
                  </a:cubicBezTo>
                  <a:cubicBezTo>
                    <a:pt x="244" y="2596"/>
                    <a:pt x="244" y="2596"/>
                    <a:pt x="244" y="2596"/>
                  </a:cubicBezTo>
                  <a:cubicBezTo>
                    <a:pt x="245" y="2598"/>
                    <a:pt x="245" y="2600"/>
                    <a:pt x="245" y="2602"/>
                  </a:cubicBezTo>
                  <a:cubicBezTo>
                    <a:pt x="245" y="2603"/>
                    <a:pt x="246" y="2604"/>
                    <a:pt x="246" y="2605"/>
                  </a:cubicBezTo>
                  <a:cubicBezTo>
                    <a:pt x="246" y="2607"/>
                    <a:pt x="246" y="2608"/>
                    <a:pt x="246" y="2609"/>
                  </a:cubicBezTo>
                  <a:cubicBezTo>
                    <a:pt x="247" y="2611"/>
                    <a:pt x="247" y="2612"/>
                    <a:pt x="247" y="2614"/>
                  </a:cubicBezTo>
                  <a:cubicBezTo>
                    <a:pt x="247" y="2615"/>
                    <a:pt x="247" y="2616"/>
                    <a:pt x="248" y="2617"/>
                  </a:cubicBezTo>
                  <a:cubicBezTo>
                    <a:pt x="248" y="2619"/>
                    <a:pt x="248" y="2620"/>
                    <a:pt x="248" y="2622"/>
                  </a:cubicBezTo>
                  <a:cubicBezTo>
                    <a:pt x="248" y="2623"/>
                    <a:pt x="248" y="2624"/>
                    <a:pt x="249" y="2625"/>
                  </a:cubicBezTo>
                  <a:cubicBezTo>
                    <a:pt x="249" y="2627"/>
                    <a:pt x="249" y="2628"/>
                    <a:pt x="249" y="2629"/>
                  </a:cubicBezTo>
                  <a:cubicBezTo>
                    <a:pt x="249" y="2630"/>
                    <a:pt x="249" y="2632"/>
                    <a:pt x="250" y="2633"/>
                  </a:cubicBezTo>
                  <a:cubicBezTo>
                    <a:pt x="250" y="2634"/>
                    <a:pt x="250" y="2635"/>
                    <a:pt x="250" y="2637"/>
                  </a:cubicBezTo>
                  <a:cubicBezTo>
                    <a:pt x="250" y="2638"/>
                    <a:pt x="250" y="2639"/>
                    <a:pt x="250" y="2640"/>
                  </a:cubicBezTo>
                  <a:cubicBezTo>
                    <a:pt x="251" y="2641"/>
                    <a:pt x="251" y="2643"/>
                    <a:pt x="251" y="2644"/>
                  </a:cubicBezTo>
                  <a:cubicBezTo>
                    <a:pt x="251" y="2645"/>
                    <a:pt x="251" y="2646"/>
                    <a:pt x="251" y="2646"/>
                  </a:cubicBezTo>
                  <a:cubicBezTo>
                    <a:pt x="251" y="2648"/>
                    <a:pt x="252" y="2651"/>
                    <a:pt x="252" y="2653"/>
                  </a:cubicBezTo>
                  <a:cubicBezTo>
                    <a:pt x="252" y="2653"/>
                    <a:pt x="252" y="2654"/>
                    <a:pt x="252" y="2654"/>
                  </a:cubicBezTo>
                  <a:cubicBezTo>
                    <a:pt x="252" y="2655"/>
                    <a:pt x="252" y="2657"/>
                    <a:pt x="252" y="2658"/>
                  </a:cubicBezTo>
                  <a:cubicBezTo>
                    <a:pt x="252" y="2659"/>
                    <a:pt x="252" y="2660"/>
                    <a:pt x="252" y="2660"/>
                  </a:cubicBezTo>
                  <a:cubicBezTo>
                    <a:pt x="252" y="2661"/>
                    <a:pt x="253" y="2663"/>
                    <a:pt x="253" y="2664"/>
                  </a:cubicBezTo>
                  <a:cubicBezTo>
                    <a:pt x="253" y="2664"/>
                    <a:pt x="253" y="2665"/>
                    <a:pt x="253" y="2666"/>
                  </a:cubicBezTo>
                  <a:cubicBezTo>
                    <a:pt x="253" y="2667"/>
                    <a:pt x="253" y="2667"/>
                    <a:pt x="253" y="2668"/>
                  </a:cubicBezTo>
                  <a:cubicBezTo>
                    <a:pt x="253" y="2669"/>
                    <a:pt x="253" y="2670"/>
                    <a:pt x="253" y="2670"/>
                  </a:cubicBezTo>
                  <a:cubicBezTo>
                    <a:pt x="253" y="2671"/>
                    <a:pt x="253" y="2672"/>
                    <a:pt x="253" y="2673"/>
                  </a:cubicBezTo>
                  <a:cubicBezTo>
                    <a:pt x="253" y="2673"/>
                    <a:pt x="253" y="2674"/>
                    <a:pt x="253" y="2674"/>
                  </a:cubicBezTo>
                  <a:cubicBezTo>
                    <a:pt x="253" y="2675"/>
                    <a:pt x="253" y="2676"/>
                    <a:pt x="253" y="2676"/>
                  </a:cubicBezTo>
                  <a:cubicBezTo>
                    <a:pt x="253" y="2677"/>
                    <a:pt x="253" y="2677"/>
                    <a:pt x="253" y="2678"/>
                  </a:cubicBezTo>
                  <a:cubicBezTo>
                    <a:pt x="253" y="2678"/>
                    <a:pt x="253" y="2679"/>
                    <a:pt x="253" y="2680"/>
                  </a:cubicBezTo>
                  <a:cubicBezTo>
                    <a:pt x="253" y="2680"/>
                    <a:pt x="253" y="2680"/>
                    <a:pt x="253" y="2680"/>
                  </a:cubicBezTo>
                  <a:cubicBezTo>
                    <a:pt x="253" y="2681"/>
                    <a:pt x="253" y="2682"/>
                    <a:pt x="253" y="2683"/>
                  </a:cubicBezTo>
                  <a:cubicBezTo>
                    <a:pt x="251" y="2691"/>
                    <a:pt x="249" y="2709"/>
                    <a:pt x="255" y="2724"/>
                  </a:cubicBezTo>
                  <a:cubicBezTo>
                    <a:pt x="255" y="2725"/>
                    <a:pt x="238" y="2777"/>
                    <a:pt x="228" y="2786"/>
                  </a:cubicBezTo>
                  <a:cubicBezTo>
                    <a:pt x="220" y="2795"/>
                    <a:pt x="217" y="2804"/>
                    <a:pt x="210" y="2809"/>
                  </a:cubicBezTo>
                  <a:cubicBezTo>
                    <a:pt x="203" y="2814"/>
                    <a:pt x="200" y="2819"/>
                    <a:pt x="197" y="2830"/>
                  </a:cubicBezTo>
                  <a:cubicBezTo>
                    <a:pt x="195" y="2838"/>
                    <a:pt x="188" y="2849"/>
                    <a:pt x="193" y="2855"/>
                  </a:cubicBezTo>
                  <a:cubicBezTo>
                    <a:pt x="194" y="2856"/>
                    <a:pt x="195" y="2857"/>
                    <a:pt x="196" y="2858"/>
                  </a:cubicBezTo>
                  <a:cubicBezTo>
                    <a:pt x="196" y="2857"/>
                    <a:pt x="196" y="2857"/>
                    <a:pt x="196" y="2857"/>
                  </a:cubicBezTo>
                  <a:cubicBezTo>
                    <a:pt x="195" y="2860"/>
                    <a:pt x="195" y="2863"/>
                    <a:pt x="196" y="2865"/>
                  </a:cubicBezTo>
                  <a:cubicBezTo>
                    <a:pt x="199" y="2872"/>
                    <a:pt x="204" y="2873"/>
                    <a:pt x="211" y="2872"/>
                  </a:cubicBezTo>
                  <a:cubicBezTo>
                    <a:pt x="211" y="2871"/>
                    <a:pt x="211" y="2871"/>
                    <a:pt x="211" y="2871"/>
                  </a:cubicBezTo>
                  <a:cubicBezTo>
                    <a:pt x="212" y="2874"/>
                    <a:pt x="212" y="2876"/>
                    <a:pt x="214" y="2878"/>
                  </a:cubicBezTo>
                  <a:cubicBezTo>
                    <a:pt x="218" y="2887"/>
                    <a:pt x="232" y="2891"/>
                    <a:pt x="238" y="2883"/>
                  </a:cubicBezTo>
                  <a:cubicBezTo>
                    <a:pt x="245" y="2889"/>
                    <a:pt x="260" y="2890"/>
                    <a:pt x="265" y="2881"/>
                  </a:cubicBezTo>
                  <a:cubicBezTo>
                    <a:pt x="266" y="2881"/>
                    <a:pt x="266" y="2882"/>
                    <a:pt x="266" y="2882"/>
                  </a:cubicBezTo>
                  <a:cubicBezTo>
                    <a:pt x="266" y="2882"/>
                    <a:pt x="266" y="2882"/>
                    <a:pt x="266" y="2882"/>
                  </a:cubicBezTo>
                  <a:cubicBezTo>
                    <a:pt x="271" y="2896"/>
                    <a:pt x="287" y="2894"/>
                    <a:pt x="296" y="2891"/>
                  </a:cubicBezTo>
                  <a:cubicBezTo>
                    <a:pt x="305" y="2889"/>
                    <a:pt x="310" y="2882"/>
                    <a:pt x="314" y="2876"/>
                  </a:cubicBezTo>
                  <a:cubicBezTo>
                    <a:pt x="314" y="2876"/>
                    <a:pt x="314" y="2876"/>
                    <a:pt x="314" y="2876"/>
                  </a:cubicBezTo>
                  <a:cubicBezTo>
                    <a:pt x="314" y="2876"/>
                    <a:pt x="314" y="2876"/>
                    <a:pt x="315" y="2876"/>
                  </a:cubicBezTo>
                  <a:cubicBezTo>
                    <a:pt x="315" y="2875"/>
                    <a:pt x="316" y="2874"/>
                    <a:pt x="317" y="2874"/>
                  </a:cubicBezTo>
                  <a:cubicBezTo>
                    <a:pt x="322" y="2868"/>
                    <a:pt x="326" y="2862"/>
                    <a:pt x="325" y="2848"/>
                  </a:cubicBezTo>
                  <a:cubicBezTo>
                    <a:pt x="324" y="2842"/>
                    <a:pt x="324" y="2835"/>
                    <a:pt x="324" y="2830"/>
                  </a:cubicBezTo>
                  <a:cubicBezTo>
                    <a:pt x="325" y="2826"/>
                    <a:pt x="325" y="2821"/>
                    <a:pt x="326" y="2814"/>
                  </a:cubicBezTo>
                  <a:cubicBezTo>
                    <a:pt x="326" y="2804"/>
                    <a:pt x="333" y="2801"/>
                    <a:pt x="334" y="2783"/>
                  </a:cubicBezTo>
                  <a:cubicBezTo>
                    <a:pt x="335" y="2769"/>
                    <a:pt x="327" y="2710"/>
                    <a:pt x="328" y="2702"/>
                  </a:cubicBezTo>
                  <a:cubicBezTo>
                    <a:pt x="330" y="2684"/>
                    <a:pt x="333" y="2663"/>
                    <a:pt x="330" y="2632"/>
                  </a:cubicBezTo>
                  <a:cubicBezTo>
                    <a:pt x="329" y="2620"/>
                    <a:pt x="331" y="2596"/>
                    <a:pt x="334" y="2571"/>
                  </a:cubicBezTo>
                  <a:cubicBezTo>
                    <a:pt x="340" y="2530"/>
                    <a:pt x="349" y="2486"/>
                    <a:pt x="352" y="2474"/>
                  </a:cubicBezTo>
                  <a:cubicBezTo>
                    <a:pt x="351" y="2475"/>
                    <a:pt x="351" y="2475"/>
                    <a:pt x="351" y="2475"/>
                  </a:cubicBezTo>
                  <a:cubicBezTo>
                    <a:pt x="355" y="2460"/>
                    <a:pt x="355" y="2460"/>
                    <a:pt x="355" y="2460"/>
                  </a:cubicBezTo>
                  <a:cubicBezTo>
                    <a:pt x="356" y="2452"/>
                    <a:pt x="358" y="2444"/>
                    <a:pt x="360" y="2435"/>
                  </a:cubicBezTo>
                  <a:cubicBezTo>
                    <a:pt x="360" y="2434"/>
                    <a:pt x="360" y="2434"/>
                    <a:pt x="360" y="2433"/>
                  </a:cubicBezTo>
                  <a:cubicBezTo>
                    <a:pt x="362" y="2427"/>
                    <a:pt x="363" y="2421"/>
                    <a:pt x="364" y="2414"/>
                  </a:cubicBezTo>
                  <a:cubicBezTo>
                    <a:pt x="364" y="2414"/>
                    <a:pt x="365" y="2413"/>
                    <a:pt x="365" y="2413"/>
                  </a:cubicBezTo>
                  <a:cubicBezTo>
                    <a:pt x="365" y="2410"/>
                    <a:pt x="366" y="2406"/>
                    <a:pt x="367" y="2403"/>
                  </a:cubicBezTo>
                  <a:cubicBezTo>
                    <a:pt x="367" y="2402"/>
                    <a:pt x="367" y="2402"/>
                    <a:pt x="367" y="2402"/>
                  </a:cubicBezTo>
                  <a:cubicBezTo>
                    <a:pt x="367" y="2398"/>
                    <a:pt x="368" y="2395"/>
                    <a:pt x="369" y="2392"/>
                  </a:cubicBezTo>
                  <a:cubicBezTo>
                    <a:pt x="369" y="2392"/>
                    <a:pt x="369" y="2391"/>
                    <a:pt x="369" y="2391"/>
                  </a:cubicBezTo>
                  <a:cubicBezTo>
                    <a:pt x="369" y="2387"/>
                    <a:pt x="370" y="2384"/>
                    <a:pt x="371" y="2380"/>
                  </a:cubicBezTo>
                  <a:cubicBezTo>
                    <a:pt x="371" y="2380"/>
                    <a:pt x="371" y="2379"/>
                    <a:pt x="371" y="2378"/>
                  </a:cubicBezTo>
                  <a:cubicBezTo>
                    <a:pt x="372" y="2375"/>
                    <a:pt x="372" y="2371"/>
                    <a:pt x="373" y="2368"/>
                  </a:cubicBezTo>
                  <a:cubicBezTo>
                    <a:pt x="373" y="2368"/>
                    <a:pt x="373" y="2368"/>
                    <a:pt x="373" y="2368"/>
                  </a:cubicBezTo>
                  <a:cubicBezTo>
                    <a:pt x="373" y="2364"/>
                    <a:pt x="374" y="2361"/>
                    <a:pt x="374" y="2357"/>
                  </a:cubicBezTo>
                  <a:cubicBezTo>
                    <a:pt x="374" y="2356"/>
                    <a:pt x="374" y="2355"/>
                    <a:pt x="375" y="2355"/>
                  </a:cubicBezTo>
                  <a:cubicBezTo>
                    <a:pt x="375" y="2351"/>
                    <a:pt x="375" y="2348"/>
                    <a:pt x="376" y="2344"/>
                  </a:cubicBezTo>
                  <a:cubicBezTo>
                    <a:pt x="376" y="2344"/>
                    <a:pt x="376" y="2343"/>
                    <a:pt x="376" y="2343"/>
                  </a:cubicBezTo>
                  <a:cubicBezTo>
                    <a:pt x="376" y="2340"/>
                    <a:pt x="377" y="2337"/>
                    <a:pt x="377" y="2333"/>
                  </a:cubicBezTo>
                  <a:cubicBezTo>
                    <a:pt x="377" y="2333"/>
                    <a:pt x="377" y="2332"/>
                    <a:pt x="377" y="2331"/>
                  </a:cubicBezTo>
                  <a:cubicBezTo>
                    <a:pt x="378" y="2328"/>
                    <a:pt x="378" y="2324"/>
                    <a:pt x="378" y="2321"/>
                  </a:cubicBezTo>
                  <a:cubicBezTo>
                    <a:pt x="378" y="2320"/>
                    <a:pt x="378" y="2320"/>
                    <a:pt x="378" y="2319"/>
                  </a:cubicBezTo>
                  <a:cubicBezTo>
                    <a:pt x="379" y="2316"/>
                    <a:pt x="379" y="2313"/>
                    <a:pt x="379" y="2310"/>
                  </a:cubicBezTo>
                  <a:cubicBezTo>
                    <a:pt x="379" y="2310"/>
                    <a:pt x="379" y="2309"/>
                    <a:pt x="379" y="2309"/>
                  </a:cubicBezTo>
                  <a:cubicBezTo>
                    <a:pt x="379" y="2305"/>
                    <a:pt x="379" y="2302"/>
                    <a:pt x="379" y="2299"/>
                  </a:cubicBezTo>
                  <a:cubicBezTo>
                    <a:pt x="379" y="2298"/>
                    <a:pt x="379" y="2298"/>
                    <a:pt x="379" y="2297"/>
                  </a:cubicBezTo>
                  <a:cubicBezTo>
                    <a:pt x="379" y="2294"/>
                    <a:pt x="379" y="2290"/>
                    <a:pt x="379" y="2287"/>
                  </a:cubicBezTo>
                  <a:cubicBezTo>
                    <a:pt x="378" y="2245"/>
                    <a:pt x="387" y="2144"/>
                    <a:pt x="387" y="2115"/>
                  </a:cubicBezTo>
                  <a:cubicBezTo>
                    <a:pt x="387" y="2110"/>
                    <a:pt x="389" y="2078"/>
                    <a:pt x="388" y="2072"/>
                  </a:cubicBezTo>
                  <a:cubicBezTo>
                    <a:pt x="378" y="2028"/>
                    <a:pt x="402" y="1815"/>
                    <a:pt x="402" y="1813"/>
                  </a:cubicBezTo>
                  <a:cubicBezTo>
                    <a:pt x="402" y="1812"/>
                    <a:pt x="402" y="1811"/>
                    <a:pt x="402" y="1810"/>
                  </a:cubicBezTo>
                  <a:cubicBezTo>
                    <a:pt x="402" y="1810"/>
                    <a:pt x="402" y="1809"/>
                    <a:pt x="402" y="1809"/>
                  </a:cubicBezTo>
                  <a:cubicBezTo>
                    <a:pt x="402" y="1808"/>
                    <a:pt x="402" y="1807"/>
                    <a:pt x="402" y="1806"/>
                  </a:cubicBezTo>
                  <a:cubicBezTo>
                    <a:pt x="402" y="1806"/>
                    <a:pt x="402" y="1806"/>
                    <a:pt x="402" y="1805"/>
                  </a:cubicBezTo>
                  <a:cubicBezTo>
                    <a:pt x="402" y="1804"/>
                    <a:pt x="402" y="1803"/>
                    <a:pt x="402" y="1801"/>
                  </a:cubicBezTo>
                  <a:cubicBezTo>
                    <a:pt x="402" y="1801"/>
                    <a:pt x="402" y="1801"/>
                    <a:pt x="402" y="1801"/>
                  </a:cubicBezTo>
                  <a:cubicBezTo>
                    <a:pt x="402" y="1799"/>
                    <a:pt x="403" y="1798"/>
                    <a:pt x="403" y="1796"/>
                  </a:cubicBezTo>
                  <a:cubicBezTo>
                    <a:pt x="403" y="1795"/>
                    <a:pt x="403" y="1795"/>
                    <a:pt x="403" y="1795"/>
                  </a:cubicBezTo>
                  <a:cubicBezTo>
                    <a:pt x="403" y="1793"/>
                    <a:pt x="403" y="1792"/>
                    <a:pt x="403" y="1790"/>
                  </a:cubicBezTo>
                  <a:cubicBezTo>
                    <a:pt x="403" y="1790"/>
                    <a:pt x="403" y="1789"/>
                    <a:pt x="403" y="1789"/>
                  </a:cubicBezTo>
                  <a:cubicBezTo>
                    <a:pt x="403" y="1783"/>
                    <a:pt x="403" y="1776"/>
                    <a:pt x="404" y="1768"/>
                  </a:cubicBezTo>
                  <a:cubicBezTo>
                    <a:pt x="404" y="1768"/>
                    <a:pt x="404" y="1767"/>
                    <a:pt x="404" y="1767"/>
                  </a:cubicBezTo>
                  <a:cubicBezTo>
                    <a:pt x="404" y="1765"/>
                    <a:pt x="404" y="1762"/>
                    <a:pt x="404" y="1760"/>
                  </a:cubicBezTo>
                  <a:cubicBezTo>
                    <a:pt x="404" y="1760"/>
                    <a:pt x="404" y="1759"/>
                    <a:pt x="404" y="1759"/>
                  </a:cubicBezTo>
                  <a:cubicBezTo>
                    <a:pt x="404" y="1754"/>
                    <a:pt x="404" y="1748"/>
                    <a:pt x="405" y="1743"/>
                  </a:cubicBezTo>
                  <a:cubicBezTo>
                    <a:pt x="405" y="1742"/>
                    <a:pt x="405" y="1742"/>
                    <a:pt x="405" y="1741"/>
                  </a:cubicBezTo>
                  <a:cubicBezTo>
                    <a:pt x="405" y="1739"/>
                    <a:pt x="405" y="1737"/>
                    <a:pt x="405" y="1735"/>
                  </a:cubicBezTo>
                  <a:cubicBezTo>
                    <a:pt x="405" y="1734"/>
                    <a:pt x="405" y="1733"/>
                    <a:pt x="405" y="1732"/>
                  </a:cubicBezTo>
                  <a:cubicBezTo>
                    <a:pt x="405" y="1730"/>
                    <a:pt x="405" y="1728"/>
                    <a:pt x="405" y="1726"/>
                  </a:cubicBezTo>
                  <a:cubicBezTo>
                    <a:pt x="405" y="1724"/>
                    <a:pt x="405" y="1722"/>
                    <a:pt x="405" y="1719"/>
                  </a:cubicBezTo>
                  <a:cubicBezTo>
                    <a:pt x="405" y="1718"/>
                    <a:pt x="405" y="1717"/>
                    <a:pt x="405" y="1716"/>
                  </a:cubicBezTo>
                  <a:cubicBezTo>
                    <a:pt x="405" y="1714"/>
                    <a:pt x="405" y="1712"/>
                    <a:pt x="405" y="1710"/>
                  </a:cubicBezTo>
                  <a:cubicBezTo>
                    <a:pt x="405" y="1710"/>
                    <a:pt x="405" y="1709"/>
                    <a:pt x="405" y="1709"/>
                  </a:cubicBezTo>
                  <a:cubicBezTo>
                    <a:pt x="406" y="1670"/>
                    <a:pt x="407" y="1632"/>
                    <a:pt x="408" y="1613"/>
                  </a:cubicBezTo>
                  <a:cubicBezTo>
                    <a:pt x="411" y="1614"/>
                    <a:pt x="446" y="1623"/>
                    <a:pt x="470" y="1606"/>
                  </a:cubicBezTo>
                  <a:cubicBezTo>
                    <a:pt x="471" y="1621"/>
                    <a:pt x="471" y="1621"/>
                    <a:pt x="471" y="1621"/>
                  </a:cubicBezTo>
                  <a:cubicBezTo>
                    <a:pt x="472" y="1640"/>
                    <a:pt x="473" y="1669"/>
                    <a:pt x="474" y="1699"/>
                  </a:cubicBezTo>
                  <a:cubicBezTo>
                    <a:pt x="474" y="1699"/>
                    <a:pt x="474" y="1699"/>
                    <a:pt x="474" y="1699"/>
                  </a:cubicBezTo>
                  <a:cubicBezTo>
                    <a:pt x="474" y="1706"/>
                    <a:pt x="475" y="1714"/>
                    <a:pt x="475" y="1721"/>
                  </a:cubicBezTo>
                  <a:cubicBezTo>
                    <a:pt x="475" y="1721"/>
                    <a:pt x="475" y="1721"/>
                    <a:pt x="475" y="1721"/>
                  </a:cubicBezTo>
                  <a:cubicBezTo>
                    <a:pt x="475" y="1723"/>
                    <a:pt x="475" y="1725"/>
                    <a:pt x="475" y="1727"/>
                  </a:cubicBezTo>
                  <a:cubicBezTo>
                    <a:pt x="475" y="1728"/>
                    <a:pt x="475" y="1729"/>
                    <a:pt x="475" y="1730"/>
                  </a:cubicBezTo>
                  <a:cubicBezTo>
                    <a:pt x="476" y="1732"/>
                    <a:pt x="476" y="1734"/>
                    <a:pt x="476" y="1735"/>
                  </a:cubicBezTo>
                  <a:cubicBezTo>
                    <a:pt x="476" y="1737"/>
                    <a:pt x="476" y="1739"/>
                    <a:pt x="476" y="1741"/>
                  </a:cubicBezTo>
                  <a:cubicBezTo>
                    <a:pt x="476" y="1742"/>
                    <a:pt x="476" y="1743"/>
                    <a:pt x="476" y="1745"/>
                  </a:cubicBezTo>
                  <a:cubicBezTo>
                    <a:pt x="476" y="1747"/>
                    <a:pt x="476" y="1749"/>
                    <a:pt x="476" y="1751"/>
                  </a:cubicBezTo>
                  <a:cubicBezTo>
                    <a:pt x="476" y="1752"/>
                    <a:pt x="477" y="1753"/>
                    <a:pt x="477" y="1754"/>
                  </a:cubicBezTo>
                  <a:cubicBezTo>
                    <a:pt x="477" y="1756"/>
                    <a:pt x="477" y="1757"/>
                    <a:pt x="477" y="1759"/>
                  </a:cubicBezTo>
                  <a:cubicBezTo>
                    <a:pt x="477" y="1760"/>
                    <a:pt x="477" y="1761"/>
                    <a:pt x="477" y="1762"/>
                  </a:cubicBezTo>
                  <a:cubicBezTo>
                    <a:pt x="477" y="1764"/>
                    <a:pt x="477" y="1765"/>
                    <a:pt x="477" y="1767"/>
                  </a:cubicBezTo>
                  <a:cubicBezTo>
                    <a:pt x="477" y="1768"/>
                    <a:pt x="477" y="1769"/>
                    <a:pt x="477" y="1770"/>
                  </a:cubicBezTo>
                  <a:cubicBezTo>
                    <a:pt x="477" y="1772"/>
                    <a:pt x="478" y="1774"/>
                    <a:pt x="478" y="1776"/>
                  </a:cubicBezTo>
                  <a:cubicBezTo>
                    <a:pt x="478" y="1777"/>
                    <a:pt x="478" y="1778"/>
                    <a:pt x="478" y="1778"/>
                  </a:cubicBezTo>
                  <a:cubicBezTo>
                    <a:pt x="478" y="1780"/>
                    <a:pt x="478" y="1782"/>
                    <a:pt x="478" y="1783"/>
                  </a:cubicBezTo>
                  <a:cubicBezTo>
                    <a:pt x="478" y="1784"/>
                    <a:pt x="478" y="1785"/>
                    <a:pt x="478" y="1785"/>
                  </a:cubicBezTo>
                  <a:cubicBezTo>
                    <a:pt x="478" y="1787"/>
                    <a:pt x="478" y="1788"/>
                    <a:pt x="478" y="1790"/>
                  </a:cubicBezTo>
                  <a:cubicBezTo>
                    <a:pt x="478" y="1790"/>
                    <a:pt x="478" y="1791"/>
                    <a:pt x="478" y="1792"/>
                  </a:cubicBezTo>
                  <a:cubicBezTo>
                    <a:pt x="479" y="1793"/>
                    <a:pt x="479" y="1795"/>
                    <a:pt x="479" y="1796"/>
                  </a:cubicBezTo>
                  <a:cubicBezTo>
                    <a:pt x="479" y="1797"/>
                    <a:pt x="479" y="1797"/>
                    <a:pt x="479" y="1797"/>
                  </a:cubicBezTo>
                  <a:cubicBezTo>
                    <a:pt x="479" y="1799"/>
                    <a:pt x="479" y="1801"/>
                    <a:pt x="479" y="1802"/>
                  </a:cubicBezTo>
                  <a:cubicBezTo>
                    <a:pt x="479" y="1803"/>
                    <a:pt x="479" y="1803"/>
                    <a:pt x="479" y="1804"/>
                  </a:cubicBezTo>
                  <a:cubicBezTo>
                    <a:pt x="479" y="1805"/>
                    <a:pt x="479" y="1806"/>
                    <a:pt x="479" y="1807"/>
                  </a:cubicBezTo>
                  <a:cubicBezTo>
                    <a:pt x="479" y="1807"/>
                    <a:pt x="479" y="1808"/>
                    <a:pt x="480" y="1808"/>
                  </a:cubicBezTo>
                  <a:cubicBezTo>
                    <a:pt x="480" y="1809"/>
                    <a:pt x="480" y="1810"/>
                    <a:pt x="480" y="1811"/>
                  </a:cubicBezTo>
                  <a:cubicBezTo>
                    <a:pt x="480" y="1811"/>
                    <a:pt x="480" y="1811"/>
                    <a:pt x="480" y="1812"/>
                  </a:cubicBezTo>
                  <a:cubicBezTo>
                    <a:pt x="480" y="1813"/>
                    <a:pt x="480" y="1814"/>
                    <a:pt x="480" y="1814"/>
                  </a:cubicBezTo>
                  <a:cubicBezTo>
                    <a:pt x="480" y="1817"/>
                    <a:pt x="493" y="2030"/>
                    <a:pt x="485" y="2072"/>
                  </a:cubicBezTo>
                  <a:cubicBezTo>
                    <a:pt x="484" y="2078"/>
                    <a:pt x="486" y="2110"/>
                    <a:pt x="486" y="2115"/>
                  </a:cubicBezTo>
                  <a:cubicBezTo>
                    <a:pt x="486" y="2144"/>
                    <a:pt x="496" y="2241"/>
                    <a:pt x="493" y="2284"/>
                  </a:cubicBezTo>
                  <a:cubicBezTo>
                    <a:pt x="493" y="2287"/>
                    <a:pt x="493" y="2291"/>
                    <a:pt x="492" y="2294"/>
                  </a:cubicBezTo>
                  <a:cubicBezTo>
                    <a:pt x="492" y="2295"/>
                    <a:pt x="492" y="2296"/>
                    <a:pt x="492" y="2296"/>
                  </a:cubicBezTo>
                  <a:cubicBezTo>
                    <a:pt x="492" y="2300"/>
                    <a:pt x="492" y="2303"/>
                    <a:pt x="492" y="2307"/>
                  </a:cubicBezTo>
                  <a:cubicBezTo>
                    <a:pt x="492" y="2307"/>
                    <a:pt x="492" y="2308"/>
                    <a:pt x="492" y="2309"/>
                  </a:cubicBezTo>
                  <a:cubicBezTo>
                    <a:pt x="492" y="2312"/>
                    <a:pt x="492" y="2316"/>
                    <a:pt x="492" y="2320"/>
                  </a:cubicBezTo>
                  <a:cubicBezTo>
                    <a:pt x="492" y="2320"/>
                    <a:pt x="492" y="2320"/>
                    <a:pt x="492" y="2321"/>
                  </a:cubicBezTo>
                  <a:cubicBezTo>
                    <a:pt x="492" y="2324"/>
                    <a:pt x="492" y="2328"/>
                    <a:pt x="493" y="2331"/>
                  </a:cubicBezTo>
                  <a:cubicBezTo>
                    <a:pt x="493" y="2332"/>
                    <a:pt x="493" y="2333"/>
                    <a:pt x="493" y="2333"/>
                  </a:cubicBezTo>
                  <a:cubicBezTo>
                    <a:pt x="493" y="2337"/>
                    <a:pt x="493" y="2340"/>
                    <a:pt x="493" y="2344"/>
                  </a:cubicBezTo>
                  <a:cubicBezTo>
                    <a:pt x="493" y="2345"/>
                    <a:pt x="493" y="2346"/>
                    <a:pt x="493" y="2346"/>
                  </a:cubicBezTo>
                  <a:cubicBezTo>
                    <a:pt x="494" y="2350"/>
                    <a:pt x="494" y="2354"/>
                    <a:pt x="494" y="2357"/>
                  </a:cubicBezTo>
                  <a:cubicBezTo>
                    <a:pt x="494" y="2358"/>
                    <a:pt x="494" y="2358"/>
                    <a:pt x="494" y="2359"/>
                  </a:cubicBezTo>
                  <a:cubicBezTo>
                    <a:pt x="495" y="2363"/>
                    <a:pt x="495" y="2366"/>
                    <a:pt x="495" y="2370"/>
                  </a:cubicBezTo>
                  <a:cubicBezTo>
                    <a:pt x="495" y="2370"/>
                    <a:pt x="495" y="2371"/>
                    <a:pt x="495" y="2371"/>
                  </a:cubicBezTo>
                  <a:cubicBezTo>
                    <a:pt x="496" y="2375"/>
                    <a:pt x="496" y="2378"/>
                    <a:pt x="497" y="2382"/>
                  </a:cubicBezTo>
                  <a:cubicBezTo>
                    <a:pt x="497" y="2383"/>
                    <a:pt x="497" y="2383"/>
                    <a:pt x="497" y="2384"/>
                  </a:cubicBezTo>
                  <a:cubicBezTo>
                    <a:pt x="497" y="2388"/>
                    <a:pt x="498" y="2391"/>
                    <a:pt x="498" y="2395"/>
                  </a:cubicBezTo>
                  <a:cubicBezTo>
                    <a:pt x="498" y="2395"/>
                    <a:pt x="498" y="2396"/>
                    <a:pt x="498" y="2396"/>
                  </a:cubicBezTo>
                  <a:cubicBezTo>
                    <a:pt x="499" y="2404"/>
                    <a:pt x="500" y="2411"/>
                    <a:pt x="502" y="2418"/>
                  </a:cubicBezTo>
                  <a:cubicBezTo>
                    <a:pt x="502" y="2419"/>
                    <a:pt x="502" y="2419"/>
                    <a:pt x="502" y="2420"/>
                  </a:cubicBezTo>
                  <a:cubicBezTo>
                    <a:pt x="502" y="2423"/>
                    <a:pt x="503" y="2427"/>
                    <a:pt x="503" y="2430"/>
                  </a:cubicBezTo>
                  <a:cubicBezTo>
                    <a:pt x="503" y="2431"/>
                    <a:pt x="503" y="2431"/>
                    <a:pt x="504" y="2432"/>
                  </a:cubicBezTo>
                  <a:cubicBezTo>
                    <a:pt x="505" y="2439"/>
                    <a:pt x="506" y="2445"/>
                    <a:pt x="507" y="2452"/>
                  </a:cubicBezTo>
                  <a:cubicBezTo>
                    <a:pt x="507" y="2452"/>
                    <a:pt x="507" y="2452"/>
                    <a:pt x="507" y="2452"/>
                  </a:cubicBezTo>
                  <a:cubicBezTo>
                    <a:pt x="508" y="2455"/>
                    <a:pt x="508" y="2458"/>
                    <a:pt x="509" y="2461"/>
                  </a:cubicBezTo>
                  <a:cubicBezTo>
                    <a:pt x="509" y="2462"/>
                    <a:pt x="509" y="2462"/>
                    <a:pt x="509" y="2462"/>
                  </a:cubicBezTo>
                  <a:cubicBezTo>
                    <a:pt x="510" y="2468"/>
                    <a:pt x="511" y="2473"/>
                    <a:pt x="512" y="2478"/>
                  </a:cubicBezTo>
                  <a:cubicBezTo>
                    <a:pt x="514" y="2492"/>
                    <a:pt x="514" y="2492"/>
                    <a:pt x="514" y="2492"/>
                  </a:cubicBezTo>
                  <a:cubicBezTo>
                    <a:pt x="514" y="2509"/>
                    <a:pt x="536" y="2589"/>
                    <a:pt x="537" y="2627"/>
                  </a:cubicBezTo>
                  <a:cubicBezTo>
                    <a:pt x="538" y="2631"/>
                    <a:pt x="538" y="2634"/>
                    <a:pt x="537" y="2637"/>
                  </a:cubicBezTo>
                  <a:cubicBezTo>
                    <a:pt x="534" y="2668"/>
                    <a:pt x="536" y="2684"/>
                    <a:pt x="538" y="2702"/>
                  </a:cubicBezTo>
                  <a:cubicBezTo>
                    <a:pt x="539" y="2710"/>
                    <a:pt x="531" y="2769"/>
                    <a:pt x="532" y="2783"/>
                  </a:cubicBezTo>
                  <a:cubicBezTo>
                    <a:pt x="533" y="2801"/>
                    <a:pt x="539" y="2804"/>
                    <a:pt x="540" y="2814"/>
                  </a:cubicBezTo>
                  <a:cubicBezTo>
                    <a:pt x="541" y="2832"/>
                    <a:pt x="543" y="2833"/>
                    <a:pt x="541" y="2848"/>
                  </a:cubicBezTo>
                  <a:cubicBezTo>
                    <a:pt x="540" y="2862"/>
                    <a:pt x="544" y="2868"/>
                    <a:pt x="549" y="2874"/>
                  </a:cubicBezTo>
                  <a:cubicBezTo>
                    <a:pt x="550" y="2874"/>
                    <a:pt x="551" y="2875"/>
                    <a:pt x="551" y="2876"/>
                  </a:cubicBezTo>
                  <a:cubicBezTo>
                    <a:pt x="551" y="2876"/>
                    <a:pt x="552" y="2876"/>
                    <a:pt x="552" y="2876"/>
                  </a:cubicBezTo>
                  <a:cubicBezTo>
                    <a:pt x="552" y="2876"/>
                    <a:pt x="552" y="2876"/>
                    <a:pt x="552" y="2876"/>
                  </a:cubicBezTo>
                  <a:cubicBezTo>
                    <a:pt x="556" y="2882"/>
                    <a:pt x="561" y="2889"/>
                    <a:pt x="569" y="2891"/>
                  </a:cubicBezTo>
                  <a:cubicBezTo>
                    <a:pt x="579" y="2894"/>
                    <a:pt x="595" y="2896"/>
                    <a:pt x="600" y="2882"/>
                  </a:cubicBezTo>
                  <a:cubicBezTo>
                    <a:pt x="600" y="2882"/>
                    <a:pt x="600" y="2882"/>
                    <a:pt x="600" y="2882"/>
                  </a:cubicBezTo>
                  <a:cubicBezTo>
                    <a:pt x="600" y="2882"/>
                    <a:pt x="600" y="2881"/>
                    <a:pt x="600" y="2881"/>
                  </a:cubicBezTo>
                  <a:cubicBezTo>
                    <a:pt x="606" y="2890"/>
                    <a:pt x="621" y="2889"/>
                    <a:pt x="628" y="2883"/>
                  </a:cubicBezTo>
                  <a:cubicBezTo>
                    <a:pt x="634" y="2891"/>
                    <a:pt x="648" y="2887"/>
                    <a:pt x="652" y="2878"/>
                  </a:cubicBezTo>
                  <a:cubicBezTo>
                    <a:pt x="654" y="2876"/>
                    <a:pt x="654" y="2874"/>
                    <a:pt x="654" y="2871"/>
                  </a:cubicBezTo>
                  <a:cubicBezTo>
                    <a:pt x="655" y="2872"/>
                    <a:pt x="655" y="2872"/>
                    <a:pt x="655" y="2872"/>
                  </a:cubicBezTo>
                  <a:cubicBezTo>
                    <a:pt x="661" y="2873"/>
                    <a:pt x="669" y="2870"/>
                    <a:pt x="670" y="2865"/>
                  </a:cubicBezTo>
                  <a:cubicBezTo>
                    <a:pt x="670" y="2863"/>
                    <a:pt x="670" y="2860"/>
                    <a:pt x="670" y="2857"/>
                  </a:cubicBezTo>
                  <a:cubicBezTo>
                    <a:pt x="670" y="2858"/>
                    <a:pt x="670" y="2858"/>
                    <a:pt x="670" y="2858"/>
                  </a:cubicBezTo>
                  <a:cubicBezTo>
                    <a:pt x="671" y="2857"/>
                    <a:pt x="672" y="2856"/>
                    <a:pt x="673" y="2855"/>
                  </a:cubicBezTo>
                  <a:cubicBezTo>
                    <a:pt x="678" y="2849"/>
                    <a:pt x="671" y="2838"/>
                    <a:pt x="669" y="2830"/>
                  </a:cubicBezTo>
                  <a:cubicBezTo>
                    <a:pt x="666" y="2819"/>
                    <a:pt x="662" y="2814"/>
                    <a:pt x="655" y="2809"/>
                  </a:cubicBezTo>
                  <a:cubicBezTo>
                    <a:pt x="649" y="2804"/>
                    <a:pt x="646" y="2795"/>
                    <a:pt x="638" y="2786"/>
                  </a:cubicBezTo>
                  <a:cubicBezTo>
                    <a:pt x="628" y="2777"/>
                    <a:pt x="611" y="2725"/>
                    <a:pt x="611" y="2724"/>
                  </a:cubicBezTo>
                  <a:cubicBezTo>
                    <a:pt x="617" y="2709"/>
                    <a:pt x="615" y="2691"/>
                    <a:pt x="613" y="2683"/>
                  </a:cubicBezTo>
                  <a:cubicBezTo>
                    <a:pt x="613" y="2682"/>
                    <a:pt x="613" y="2681"/>
                    <a:pt x="613" y="2680"/>
                  </a:cubicBezTo>
                  <a:cubicBezTo>
                    <a:pt x="613" y="2680"/>
                    <a:pt x="613" y="2680"/>
                    <a:pt x="613" y="2679"/>
                  </a:cubicBezTo>
                  <a:cubicBezTo>
                    <a:pt x="613" y="2679"/>
                    <a:pt x="613" y="2678"/>
                    <a:pt x="613" y="2678"/>
                  </a:cubicBezTo>
                  <a:cubicBezTo>
                    <a:pt x="613" y="2677"/>
                    <a:pt x="613" y="2677"/>
                    <a:pt x="613" y="2676"/>
                  </a:cubicBezTo>
                  <a:cubicBezTo>
                    <a:pt x="613" y="2676"/>
                    <a:pt x="613" y="2675"/>
                    <a:pt x="613" y="2674"/>
                  </a:cubicBezTo>
                  <a:cubicBezTo>
                    <a:pt x="613" y="2674"/>
                    <a:pt x="613" y="2673"/>
                    <a:pt x="613" y="2673"/>
                  </a:cubicBezTo>
                  <a:cubicBezTo>
                    <a:pt x="613" y="2672"/>
                    <a:pt x="613" y="2671"/>
                    <a:pt x="613" y="2670"/>
                  </a:cubicBezTo>
                  <a:cubicBezTo>
                    <a:pt x="613" y="2670"/>
                    <a:pt x="613" y="2669"/>
                    <a:pt x="613" y="2668"/>
                  </a:cubicBezTo>
                  <a:cubicBezTo>
                    <a:pt x="613" y="2667"/>
                    <a:pt x="613" y="2666"/>
                    <a:pt x="613" y="2666"/>
                  </a:cubicBezTo>
                  <a:cubicBezTo>
                    <a:pt x="613" y="2665"/>
                    <a:pt x="613" y="2664"/>
                    <a:pt x="613" y="2664"/>
                  </a:cubicBezTo>
                  <a:cubicBezTo>
                    <a:pt x="613" y="2662"/>
                    <a:pt x="613" y="2661"/>
                    <a:pt x="614" y="2660"/>
                  </a:cubicBezTo>
                  <a:cubicBezTo>
                    <a:pt x="614" y="2660"/>
                    <a:pt x="614" y="2659"/>
                    <a:pt x="614" y="2658"/>
                  </a:cubicBezTo>
                  <a:cubicBezTo>
                    <a:pt x="614" y="2657"/>
                    <a:pt x="614" y="2655"/>
                    <a:pt x="614" y="2654"/>
                  </a:cubicBezTo>
                  <a:cubicBezTo>
                    <a:pt x="614" y="2653"/>
                    <a:pt x="614" y="2653"/>
                    <a:pt x="614" y="2652"/>
                  </a:cubicBezTo>
                  <a:cubicBezTo>
                    <a:pt x="614" y="2650"/>
                    <a:pt x="615" y="2648"/>
                    <a:pt x="615" y="2646"/>
                  </a:cubicBezTo>
                  <a:cubicBezTo>
                    <a:pt x="615" y="2646"/>
                    <a:pt x="615" y="2646"/>
                    <a:pt x="615" y="2646"/>
                  </a:cubicBezTo>
                  <a:cubicBezTo>
                    <a:pt x="615" y="2644"/>
                    <a:pt x="615" y="2642"/>
                    <a:pt x="616" y="2639"/>
                  </a:cubicBezTo>
                  <a:cubicBezTo>
                    <a:pt x="616" y="2639"/>
                    <a:pt x="616" y="2638"/>
                    <a:pt x="616" y="2638"/>
                  </a:cubicBezTo>
                  <a:cubicBezTo>
                    <a:pt x="616" y="2636"/>
                    <a:pt x="616" y="2634"/>
                    <a:pt x="616" y="2632"/>
                  </a:cubicBezTo>
                  <a:cubicBezTo>
                    <a:pt x="616" y="2631"/>
                    <a:pt x="617" y="2631"/>
                    <a:pt x="617" y="2630"/>
                  </a:cubicBezTo>
                  <a:cubicBezTo>
                    <a:pt x="617" y="2628"/>
                    <a:pt x="617" y="2626"/>
                    <a:pt x="617" y="2624"/>
                  </a:cubicBezTo>
                  <a:cubicBezTo>
                    <a:pt x="617" y="2624"/>
                    <a:pt x="618" y="2623"/>
                    <a:pt x="618" y="2623"/>
                  </a:cubicBezTo>
                  <a:cubicBezTo>
                    <a:pt x="618" y="2620"/>
                    <a:pt x="618" y="2618"/>
                    <a:pt x="619" y="2616"/>
                  </a:cubicBezTo>
                  <a:cubicBezTo>
                    <a:pt x="619" y="2615"/>
                    <a:pt x="619" y="2615"/>
                    <a:pt x="619" y="2614"/>
                  </a:cubicBezTo>
                  <a:cubicBezTo>
                    <a:pt x="619" y="2612"/>
                    <a:pt x="620" y="2609"/>
                    <a:pt x="620" y="2607"/>
                  </a:cubicBezTo>
                  <a:cubicBezTo>
                    <a:pt x="620" y="2607"/>
                    <a:pt x="620" y="2606"/>
                    <a:pt x="620" y="2606"/>
                  </a:cubicBezTo>
                  <a:cubicBezTo>
                    <a:pt x="621" y="2602"/>
                    <a:pt x="621" y="2598"/>
                    <a:pt x="622" y="2594"/>
                  </a:cubicBezTo>
                  <a:cubicBezTo>
                    <a:pt x="625" y="2578"/>
                    <a:pt x="625" y="2578"/>
                    <a:pt x="625" y="2578"/>
                  </a:cubicBezTo>
                  <a:cubicBezTo>
                    <a:pt x="630" y="2515"/>
                    <a:pt x="638" y="2456"/>
                    <a:pt x="642" y="2375"/>
                  </a:cubicBezTo>
                  <a:cubicBezTo>
                    <a:pt x="644" y="2334"/>
                    <a:pt x="634" y="2245"/>
                    <a:pt x="636" y="2156"/>
                  </a:cubicBezTo>
                  <a:cubicBezTo>
                    <a:pt x="637" y="2112"/>
                    <a:pt x="644" y="2082"/>
                    <a:pt x="646" y="2075"/>
                  </a:cubicBezTo>
                  <a:cubicBezTo>
                    <a:pt x="651" y="2048"/>
                    <a:pt x="645" y="1995"/>
                    <a:pt x="645" y="1980"/>
                  </a:cubicBezTo>
                  <a:cubicBezTo>
                    <a:pt x="652" y="1739"/>
                    <a:pt x="684" y="1532"/>
                    <a:pt x="682" y="1482"/>
                  </a:cubicBezTo>
                  <a:cubicBezTo>
                    <a:pt x="682" y="1482"/>
                    <a:pt x="683" y="1480"/>
                    <a:pt x="684" y="1476"/>
                  </a:cubicBezTo>
                  <a:cubicBezTo>
                    <a:pt x="684" y="1474"/>
                    <a:pt x="685" y="1473"/>
                    <a:pt x="685" y="1471"/>
                  </a:cubicBezTo>
                  <a:cubicBezTo>
                    <a:pt x="685" y="1471"/>
                    <a:pt x="686" y="1470"/>
                    <a:pt x="686" y="1469"/>
                  </a:cubicBezTo>
                  <a:cubicBezTo>
                    <a:pt x="691" y="1451"/>
                    <a:pt x="701" y="1418"/>
                    <a:pt x="701" y="1403"/>
                  </a:cubicBezTo>
                  <a:cubicBezTo>
                    <a:pt x="701" y="1401"/>
                    <a:pt x="700" y="1400"/>
                    <a:pt x="700" y="1399"/>
                  </a:cubicBezTo>
                  <a:cubicBezTo>
                    <a:pt x="700" y="1376"/>
                    <a:pt x="723" y="1327"/>
                    <a:pt x="729" y="1247"/>
                  </a:cubicBezTo>
                  <a:cubicBezTo>
                    <a:pt x="730" y="1243"/>
                    <a:pt x="730" y="1239"/>
                    <a:pt x="730" y="1235"/>
                  </a:cubicBezTo>
                  <a:cubicBezTo>
                    <a:pt x="731" y="1226"/>
                    <a:pt x="731" y="1217"/>
                    <a:pt x="731" y="1208"/>
                  </a:cubicBezTo>
                  <a:cubicBezTo>
                    <a:pt x="731" y="1204"/>
                    <a:pt x="731" y="1199"/>
                    <a:pt x="731" y="1195"/>
                  </a:cubicBezTo>
                  <a:cubicBezTo>
                    <a:pt x="730" y="1176"/>
                    <a:pt x="729" y="1156"/>
                    <a:pt x="726" y="1135"/>
                  </a:cubicBezTo>
                  <a:cubicBezTo>
                    <a:pt x="724" y="1124"/>
                    <a:pt x="723" y="1113"/>
                    <a:pt x="720" y="1102"/>
                  </a:cubicBezTo>
                  <a:cubicBezTo>
                    <a:pt x="718" y="1090"/>
                    <a:pt x="716" y="1079"/>
                    <a:pt x="713" y="1067"/>
                  </a:cubicBezTo>
                  <a:cubicBezTo>
                    <a:pt x="715" y="1037"/>
                    <a:pt x="686" y="991"/>
                    <a:pt x="684" y="960"/>
                  </a:cubicBezTo>
                  <a:cubicBezTo>
                    <a:pt x="686" y="922"/>
                    <a:pt x="700" y="890"/>
                    <a:pt x="700" y="876"/>
                  </a:cubicBezTo>
                  <a:cubicBezTo>
                    <a:pt x="700" y="874"/>
                    <a:pt x="700" y="874"/>
                    <a:pt x="700" y="874"/>
                  </a:cubicBezTo>
                  <a:cubicBezTo>
                    <a:pt x="701" y="887"/>
                    <a:pt x="702" y="898"/>
                    <a:pt x="703" y="903"/>
                  </a:cubicBezTo>
                  <a:cubicBezTo>
                    <a:pt x="705" y="914"/>
                    <a:pt x="704" y="929"/>
                    <a:pt x="706" y="932"/>
                  </a:cubicBezTo>
                  <a:cubicBezTo>
                    <a:pt x="708" y="947"/>
                    <a:pt x="721" y="1030"/>
                    <a:pt x="722" y="1061"/>
                  </a:cubicBezTo>
                  <a:cubicBezTo>
                    <a:pt x="720" y="1072"/>
                    <a:pt x="720" y="1081"/>
                    <a:pt x="721" y="1090"/>
                  </a:cubicBezTo>
                  <a:cubicBezTo>
                    <a:pt x="726" y="1116"/>
                    <a:pt x="740" y="1140"/>
                    <a:pt x="749" y="1185"/>
                  </a:cubicBezTo>
                  <a:cubicBezTo>
                    <a:pt x="754" y="1217"/>
                    <a:pt x="789" y="1363"/>
                    <a:pt x="792" y="1379"/>
                  </a:cubicBezTo>
                  <a:cubicBezTo>
                    <a:pt x="792" y="1379"/>
                    <a:pt x="792" y="1379"/>
                    <a:pt x="792" y="1380"/>
                  </a:cubicBezTo>
                  <a:cubicBezTo>
                    <a:pt x="792" y="1381"/>
                    <a:pt x="793" y="1383"/>
                    <a:pt x="793" y="1384"/>
                  </a:cubicBezTo>
                  <a:cubicBezTo>
                    <a:pt x="793" y="1384"/>
                    <a:pt x="793" y="1385"/>
                    <a:pt x="793" y="1385"/>
                  </a:cubicBezTo>
                  <a:cubicBezTo>
                    <a:pt x="793" y="1387"/>
                    <a:pt x="794" y="1388"/>
                    <a:pt x="794" y="1389"/>
                  </a:cubicBezTo>
                  <a:cubicBezTo>
                    <a:pt x="794" y="1390"/>
                    <a:pt x="794" y="1390"/>
                    <a:pt x="794" y="1391"/>
                  </a:cubicBezTo>
                  <a:cubicBezTo>
                    <a:pt x="795" y="1392"/>
                    <a:pt x="795" y="1393"/>
                    <a:pt x="795" y="1395"/>
                  </a:cubicBezTo>
                  <a:cubicBezTo>
                    <a:pt x="795" y="1395"/>
                    <a:pt x="795" y="1396"/>
                    <a:pt x="796" y="1397"/>
                  </a:cubicBezTo>
                  <a:cubicBezTo>
                    <a:pt x="796" y="1397"/>
                    <a:pt x="796" y="1398"/>
                    <a:pt x="796" y="1399"/>
                  </a:cubicBezTo>
                  <a:cubicBezTo>
                    <a:pt x="796" y="1399"/>
                    <a:pt x="796" y="1399"/>
                    <a:pt x="796" y="1399"/>
                  </a:cubicBezTo>
                  <a:cubicBezTo>
                    <a:pt x="797" y="1403"/>
                    <a:pt x="798" y="1407"/>
                    <a:pt x="799" y="1409"/>
                  </a:cubicBezTo>
                  <a:cubicBezTo>
                    <a:pt x="799" y="1411"/>
                    <a:pt x="800" y="1413"/>
                    <a:pt x="800" y="1415"/>
                  </a:cubicBezTo>
                  <a:cubicBezTo>
                    <a:pt x="800" y="1415"/>
                    <a:pt x="800" y="1415"/>
                    <a:pt x="800" y="1415"/>
                  </a:cubicBezTo>
                  <a:cubicBezTo>
                    <a:pt x="800" y="1415"/>
                    <a:pt x="799" y="1438"/>
                    <a:pt x="788" y="1449"/>
                  </a:cubicBezTo>
                  <a:cubicBezTo>
                    <a:pt x="777" y="1460"/>
                    <a:pt x="766" y="1489"/>
                    <a:pt x="751" y="1503"/>
                  </a:cubicBezTo>
                  <a:cubicBezTo>
                    <a:pt x="736" y="1517"/>
                    <a:pt x="711" y="1550"/>
                    <a:pt x="729" y="1562"/>
                  </a:cubicBezTo>
                  <a:cubicBezTo>
                    <a:pt x="730" y="1562"/>
                    <a:pt x="731" y="1563"/>
                    <a:pt x="733" y="1563"/>
                  </a:cubicBezTo>
                  <a:cubicBezTo>
                    <a:pt x="750" y="1570"/>
                    <a:pt x="771" y="1547"/>
                    <a:pt x="776" y="1534"/>
                  </a:cubicBezTo>
                  <a:cubicBezTo>
                    <a:pt x="780" y="1522"/>
                    <a:pt x="789" y="1518"/>
                    <a:pt x="791" y="1517"/>
                  </a:cubicBezTo>
                  <a:cubicBezTo>
                    <a:pt x="791" y="1518"/>
                    <a:pt x="791" y="1521"/>
                    <a:pt x="791" y="1525"/>
                  </a:cubicBezTo>
                  <a:cubicBezTo>
                    <a:pt x="780" y="1604"/>
                    <a:pt x="780" y="1604"/>
                    <a:pt x="780" y="1604"/>
                  </a:cubicBezTo>
                  <a:cubicBezTo>
                    <a:pt x="777" y="1605"/>
                    <a:pt x="773" y="1605"/>
                    <a:pt x="769" y="1611"/>
                  </a:cubicBezTo>
                  <a:cubicBezTo>
                    <a:pt x="765" y="1616"/>
                    <a:pt x="737" y="1612"/>
                    <a:pt x="737" y="1634"/>
                  </a:cubicBezTo>
                  <a:cubicBezTo>
                    <a:pt x="737" y="1634"/>
                    <a:pt x="723" y="1647"/>
                    <a:pt x="734" y="1654"/>
                  </a:cubicBezTo>
                  <a:cubicBezTo>
                    <a:pt x="735" y="1654"/>
                    <a:pt x="735" y="1654"/>
                    <a:pt x="735" y="1654"/>
                  </a:cubicBezTo>
                  <a:cubicBezTo>
                    <a:pt x="735" y="1654"/>
                    <a:pt x="735" y="1654"/>
                    <a:pt x="735" y="1654"/>
                  </a:cubicBezTo>
                  <a:cubicBezTo>
                    <a:pt x="744" y="1655"/>
                    <a:pt x="744" y="1655"/>
                    <a:pt x="744" y="1655"/>
                  </a:cubicBezTo>
                  <a:cubicBezTo>
                    <a:pt x="743" y="1656"/>
                    <a:pt x="731" y="1664"/>
                    <a:pt x="740" y="1674"/>
                  </a:cubicBezTo>
                  <a:cubicBezTo>
                    <a:pt x="741" y="1674"/>
                    <a:pt x="742" y="1674"/>
                    <a:pt x="743" y="1675"/>
                  </a:cubicBezTo>
                  <a:cubicBezTo>
                    <a:pt x="748" y="1677"/>
                    <a:pt x="760" y="1675"/>
                    <a:pt x="764" y="1675"/>
                  </a:cubicBezTo>
                  <a:cubicBezTo>
                    <a:pt x="767" y="1675"/>
                    <a:pt x="769" y="1675"/>
                    <a:pt x="770" y="1675"/>
                  </a:cubicBezTo>
                  <a:cubicBezTo>
                    <a:pt x="770" y="1676"/>
                    <a:pt x="770" y="1683"/>
                    <a:pt x="776" y="1685"/>
                  </a:cubicBezTo>
                  <a:cubicBezTo>
                    <a:pt x="777" y="1686"/>
                    <a:pt x="778" y="1686"/>
                    <a:pt x="779" y="1686"/>
                  </a:cubicBezTo>
                  <a:cubicBezTo>
                    <a:pt x="779" y="1686"/>
                    <a:pt x="780" y="1686"/>
                    <a:pt x="780" y="1686"/>
                  </a:cubicBezTo>
                  <a:cubicBezTo>
                    <a:pt x="780" y="1686"/>
                    <a:pt x="781" y="1686"/>
                    <a:pt x="782" y="1686"/>
                  </a:cubicBezTo>
                  <a:cubicBezTo>
                    <a:pt x="782" y="1686"/>
                    <a:pt x="782" y="1686"/>
                    <a:pt x="782" y="1686"/>
                  </a:cubicBezTo>
                  <a:cubicBezTo>
                    <a:pt x="782" y="1686"/>
                    <a:pt x="783" y="1686"/>
                    <a:pt x="783" y="1686"/>
                  </a:cubicBezTo>
                  <a:cubicBezTo>
                    <a:pt x="783" y="1686"/>
                    <a:pt x="783" y="1686"/>
                    <a:pt x="783" y="1686"/>
                  </a:cubicBezTo>
                  <a:cubicBezTo>
                    <a:pt x="790" y="1685"/>
                    <a:pt x="797" y="1680"/>
                    <a:pt x="800" y="1677"/>
                  </a:cubicBezTo>
                  <a:cubicBezTo>
                    <a:pt x="800" y="1677"/>
                    <a:pt x="800" y="1676"/>
                    <a:pt x="800" y="1676"/>
                  </a:cubicBezTo>
                  <a:cubicBezTo>
                    <a:pt x="801" y="1676"/>
                    <a:pt x="801" y="1676"/>
                    <a:pt x="801" y="1676"/>
                  </a:cubicBezTo>
                  <a:cubicBezTo>
                    <a:pt x="801" y="1676"/>
                    <a:pt x="801" y="1676"/>
                    <a:pt x="801" y="1676"/>
                  </a:cubicBezTo>
                  <a:cubicBezTo>
                    <a:pt x="806" y="1672"/>
                    <a:pt x="821" y="1664"/>
                    <a:pt x="828" y="1654"/>
                  </a:cubicBezTo>
                  <a:cubicBezTo>
                    <a:pt x="835" y="1644"/>
                    <a:pt x="845" y="1643"/>
                    <a:pt x="853" y="1610"/>
                  </a:cubicBezTo>
                  <a:cubicBezTo>
                    <a:pt x="856" y="1594"/>
                    <a:pt x="869" y="1575"/>
                    <a:pt x="870" y="1562"/>
                  </a:cubicBezTo>
                  <a:cubicBezTo>
                    <a:pt x="871" y="1550"/>
                    <a:pt x="873" y="1538"/>
                    <a:pt x="870" y="1517"/>
                  </a:cubicBezTo>
                  <a:cubicBezTo>
                    <a:pt x="867" y="1497"/>
                    <a:pt x="877" y="1431"/>
                    <a:pt x="877" y="1431"/>
                  </a:cubicBezTo>
                  <a:cubicBezTo>
                    <a:pt x="877" y="1431"/>
                    <a:pt x="877" y="1428"/>
                    <a:pt x="877" y="1423"/>
                  </a:cubicBezTo>
                  <a:cubicBezTo>
                    <a:pt x="878" y="1411"/>
                    <a:pt x="876" y="1401"/>
                    <a:pt x="874" y="1396"/>
                  </a:cubicBezTo>
                  <a:close/>
                </a:path>
              </a:pathLst>
            </a:custGeom>
            <a:noFill/>
            <a:ln w="19050" cap="rnd" cmpd="sng">
              <a:solidFill>
                <a:schemeClr val="bg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</p:grpSp>
      <p:grpSp>
        <p:nvGrpSpPr>
          <p:cNvPr id="64519" name="human-body-outline-anterior-view">
            <a:extLst>
              <a:ext uri="{FF2B5EF4-FFF2-40B4-BE49-F238E27FC236}">
                <a16:creationId xmlns:a16="http://schemas.microsoft.com/office/drawing/2014/main" id="{0C436B60-6F37-4783-88B9-9E64E40DE4C5}"/>
              </a:ext>
            </a:extLst>
          </p:cNvPr>
          <p:cNvGrpSpPr>
            <a:grpSpLocks/>
          </p:cNvGrpSpPr>
          <p:nvPr/>
        </p:nvGrpSpPr>
        <p:grpSpPr bwMode="auto">
          <a:xfrm>
            <a:off x="2828925" y="2754313"/>
            <a:ext cx="1055688" cy="3770312"/>
            <a:chOff x="279" y="712"/>
            <a:chExt cx="665" cy="2375"/>
          </a:xfrm>
        </p:grpSpPr>
        <p:sp>
          <p:nvSpPr>
            <p:cNvPr id="64526" name="Freeform 71">
              <a:extLst>
                <a:ext uri="{FF2B5EF4-FFF2-40B4-BE49-F238E27FC236}">
                  <a16:creationId xmlns:a16="http://schemas.microsoft.com/office/drawing/2014/main" id="{87E99EE3-1B49-4E88-AEB3-9874BE876EE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79" y="712"/>
              <a:ext cx="665" cy="2375"/>
            </a:xfrm>
            <a:custGeom>
              <a:avLst/>
              <a:gdLst>
                <a:gd name="T0" fmla="*/ 406 w 832"/>
                <a:gd name="T1" fmla="*/ 688 h 2981"/>
                <a:gd name="T2" fmla="*/ 393 w 832"/>
                <a:gd name="T3" fmla="*/ 464 h 2981"/>
                <a:gd name="T4" fmla="*/ 333 w 832"/>
                <a:gd name="T5" fmla="*/ 245 h 2981"/>
                <a:gd name="T6" fmla="*/ 288 w 832"/>
                <a:gd name="T7" fmla="*/ 233 h 2981"/>
                <a:gd name="T8" fmla="*/ 271 w 832"/>
                <a:gd name="T9" fmla="*/ 127 h 2981"/>
                <a:gd name="T10" fmla="*/ 275 w 832"/>
                <a:gd name="T11" fmla="*/ 100 h 2981"/>
                <a:gd name="T12" fmla="*/ 288 w 832"/>
                <a:gd name="T13" fmla="*/ 88 h 2981"/>
                <a:gd name="T14" fmla="*/ 280 w 832"/>
                <a:gd name="T15" fmla="*/ 49 h 2981"/>
                <a:gd name="T16" fmla="*/ 265 w 832"/>
                <a:gd name="T17" fmla="*/ 19 h 2981"/>
                <a:gd name="T18" fmla="*/ 235 w 832"/>
                <a:gd name="T19" fmla="*/ 7 h 2981"/>
                <a:gd name="T20" fmla="*/ 202 w 832"/>
                <a:gd name="T21" fmla="*/ 6 h 2981"/>
                <a:gd name="T22" fmla="*/ 146 w 832"/>
                <a:gd name="T23" fmla="*/ 33 h 2981"/>
                <a:gd name="T24" fmla="*/ 136 w 832"/>
                <a:gd name="T25" fmla="*/ 49 h 2981"/>
                <a:gd name="T26" fmla="*/ 133 w 832"/>
                <a:gd name="T27" fmla="*/ 73 h 2981"/>
                <a:gd name="T28" fmla="*/ 143 w 832"/>
                <a:gd name="T29" fmla="*/ 95 h 2981"/>
                <a:gd name="T30" fmla="*/ 149 w 832"/>
                <a:gd name="T31" fmla="*/ 103 h 2981"/>
                <a:gd name="T32" fmla="*/ 173 w 832"/>
                <a:gd name="T33" fmla="*/ 176 h 2981"/>
                <a:gd name="T34" fmla="*/ 102 w 832"/>
                <a:gd name="T35" fmla="*/ 241 h 2981"/>
                <a:gd name="T36" fmla="*/ 41 w 832"/>
                <a:gd name="T37" fmla="*/ 379 h 2981"/>
                <a:gd name="T38" fmla="*/ 18 w 832"/>
                <a:gd name="T39" fmla="*/ 631 h 2981"/>
                <a:gd name="T40" fmla="*/ 2 w 832"/>
                <a:gd name="T41" fmla="*/ 809 h 2981"/>
                <a:gd name="T42" fmla="*/ 18 w 832"/>
                <a:gd name="T43" fmla="*/ 848 h 2981"/>
                <a:gd name="T44" fmla="*/ 53 w 832"/>
                <a:gd name="T45" fmla="*/ 854 h 2981"/>
                <a:gd name="T46" fmla="*/ 56 w 832"/>
                <a:gd name="T47" fmla="*/ 841 h 2981"/>
                <a:gd name="T48" fmla="*/ 48 w 832"/>
                <a:gd name="T49" fmla="*/ 754 h 2981"/>
                <a:gd name="T50" fmla="*/ 98 w 832"/>
                <a:gd name="T51" fmla="*/ 911 h 2981"/>
                <a:gd name="T52" fmla="*/ 134 w 832"/>
                <a:gd name="T53" fmla="*/ 1263 h 2981"/>
                <a:gd name="T54" fmla="*/ 148 w 832"/>
                <a:gd name="T55" fmla="*/ 1441 h 2981"/>
                <a:gd name="T56" fmla="*/ 134 w 832"/>
                <a:gd name="T57" fmla="*/ 1497 h 2981"/>
                <a:gd name="T58" fmla="*/ 194 w 832"/>
                <a:gd name="T59" fmla="*/ 1500 h 2981"/>
                <a:gd name="T60" fmla="*/ 209 w 832"/>
                <a:gd name="T61" fmla="*/ 1429 h 2981"/>
                <a:gd name="T62" fmla="*/ 195 w 832"/>
                <a:gd name="T63" fmla="*/ 1334 h 2981"/>
                <a:gd name="T64" fmla="*/ 205 w 832"/>
                <a:gd name="T65" fmla="*/ 1001 h 2981"/>
                <a:gd name="T66" fmla="*/ 205 w 832"/>
                <a:gd name="T67" fmla="*/ 798 h 2981"/>
                <a:gd name="T68" fmla="*/ 221 w 832"/>
                <a:gd name="T69" fmla="*/ 798 h 2981"/>
                <a:gd name="T70" fmla="*/ 220 w 832"/>
                <a:gd name="T71" fmla="*/ 1001 h 2981"/>
                <a:gd name="T72" fmla="*/ 230 w 832"/>
                <a:gd name="T73" fmla="*/ 1334 h 2981"/>
                <a:gd name="T74" fmla="*/ 216 w 832"/>
                <a:gd name="T75" fmla="*/ 1429 h 2981"/>
                <a:gd name="T76" fmla="*/ 230 w 832"/>
                <a:gd name="T77" fmla="*/ 1495 h 2981"/>
                <a:gd name="T78" fmla="*/ 291 w 832"/>
                <a:gd name="T79" fmla="*/ 1497 h 2981"/>
                <a:gd name="T80" fmla="*/ 277 w 832"/>
                <a:gd name="T81" fmla="*/ 1441 h 2981"/>
                <a:gd name="T82" fmla="*/ 291 w 832"/>
                <a:gd name="T83" fmla="*/ 1265 h 2981"/>
                <a:gd name="T84" fmla="*/ 329 w 832"/>
                <a:gd name="T85" fmla="*/ 898 h 2981"/>
                <a:gd name="T86" fmla="*/ 377 w 832"/>
                <a:gd name="T87" fmla="*/ 754 h 2981"/>
                <a:gd name="T88" fmla="*/ 369 w 832"/>
                <a:gd name="T89" fmla="*/ 841 h 2981"/>
                <a:gd name="T90" fmla="*/ 373 w 832"/>
                <a:gd name="T91" fmla="*/ 854 h 2981"/>
                <a:gd name="T92" fmla="*/ 406 w 832"/>
                <a:gd name="T93" fmla="*/ 848 h 2981"/>
                <a:gd name="T94" fmla="*/ 424 w 832"/>
                <a:gd name="T95" fmla="*/ 809 h 2981"/>
                <a:gd name="T96" fmla="*/ 79 w 832"/>
                <a:gd name="T97" fmla="*/ 527 h 2981"/>
                <a:gd name="T98" fmla="*/ 94 w 832"/>
                <a:gd name="T99" fmla="*/ 529 h 2981"/>
                <a:gd name="T100" fmla="*/ 330 w 832"/>
                <a:gd name="T101" fmla="*/ 449 h 2981"/>
                <a:gd name="T102" fmla="*/ 333 w 832"/>
                <a:gd name="T103" fmla="*/ 527 h 2981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0" t="0" r="r" b="b"/>
              <a:pathLst>
                <a:path w="832" h="2981">
                  <a:moveTo>
                    <a:pt x="829" y="1600"/>
                  </a:moveTo>
                  <a:cubicBezTo>
                    <a:pt x="826" y="1594"/>
                    <a:pt x="820" y="1547"/>
                    <a:pt x="813" y="1520"/>
                  </a:cubicBezTo>
                  <a:cubicBezTo>
                    <a:pt x="807" y="1498"/>
                    <a:pt x="792" y="1402"/>
                    <a:pt x="796" y="1359"/>
                  </a:cubicBezTo>
                  <a:cubicBezTo>
                    <a:pt x="798" y="1324"/>
                    <a:pt x="793" y="1272"/>
                    <a:pt x="794" y="1249"/>
                  </a:cubicBezTo>
                  <a:cubicBezTo>
                    <a:pt x="795" y="1120"/>
                    <a:pt x="787" y="1053"/>
                    <a:pt x="782" y="1029"/>
                  </a:cubicBezTo>
                  <a:cubicBezTo>
                    <a:pt x="777" y="1005"/>
                    <a:pt x="770" y="971"/>
                    <a:pt x="770" y="919"/>
                  </a:cubicBezTo>
                  <a:cubicBezTo>
                    <a:pt x="770" y="867"/>
                    <a:pt x="756" y="798"/>
                    <a:pt x="752" y="748"/>
                  </a:cubicBezTo>
                  <a:cubicBezTo>
                    <a:pt x="750" y="720"/>
                    <a:pt x="738" y="682"/>
                    <a:pt x="732" y="643"/>
                  </a:cubicBezTo>
                  <a:cubicBezTo>
                    <a:pt x="727" y="605"/>
                    <a:pt x="676" y="494"/>
                    <a:pt x="653" y="486"/>
                  </a:cubicBezTo>
                  <a:cubicBezTo>
                    <a:pt x="647" y="484"/>
                    <a:pt x="638" y="478"/>
                    <a:pt x="632" y="477"/>
                  </a:cubicBezTo>
                  <a:cubicBezTo>
                    <a:pt x="623" y="475"/>
                    <a:pt x="618" y="471"/>
                    <a:pt x="610" y="470"/>
                  </a:cubicBezTo>
                  <a:cubicBezTo>
                    <a:pt x="592" y="467"/>
                    <a:pt x="577" y="464"/>
                    <a:pt x="563" y="460"/>
                  </a:cubicBezTo>
                  <a:cubicBezTo>
                    <a:pt x="535" y="451"/>
                    <a:pt x="486" y="404"/>
                    <a:pt x="497" y="351"/>
                  </a:cubicBezTo>
                  <a:cubicBezTo>
                    <a:pt x="514" y="339"/>
                    <a:pt x="513" y="316"/>
                    <a:pt x="517" y="305"/>
                  </a:cubicBezTo>
                  <a:cubicBezTo>
                    <a:pt x="521" y="294"/>
                    <a:pt x="527" y="265"/>
                    <a:pt x="530" y="251"/>
                  </a:cubicBezTo>
                  <a:cubicBezTo>
                    <a:pt x="533" y="240"/>
                    <a:pt x="536" y="225"/>
                    <a:pt x="539" y="211"/>
                  </a:cubicBezTo>
                  <a:cubicBezTo>
                    <a:pt x="540" y="209"/>
                    <a:pt x="540" y="209"/>
                    <a:pt x="540" y="209"/>
                  </a:cubicBezTo>
                  <a:cubicBezTo>
                    <a:pt x="539" y="206"/>
                    <a:pt x="539" y="202"/>
                    <a:pt x="538" y="198"/>
                  </a:cubicBezTo>
                  <a:cubicBezTo>
                    <a:pt x="541" y="196"/>
                    <a:pt x="544" y="195"/>
                    <a:pt x="544" y="195"/>
                  </a:cubicBezTo>
                  <a:cubicBezTo>
                    <a:pt x="548" y="195"/>
                    <a:pt x="548" y="189"/>
                    <a:pt x="552" y="187"/>
                  </a:cubicBezTo>
                  <a:cubicBezTo>
                    <a:pt x="557" y="186"/>
                    <a:pt x="563" y="178"/>
                    <a:pt x="564" y="173"/>
                  </a:cubicBezTo>
                  <a:cubicBezTo>
                    <a:pt x="566" y="162"/>
                    <a:pt x="558" y="160"/>
                    <a:pt x="559" y="150"/>
                  </a:cubicBezTo>
                  <a:cubicBezTo>
                    <a:pt x="560" y="146"/>
                    <a:pt x="562" y="142"/>
                    <a:pt x="562" y="137"/>
                  </a:cubicBezTo>
                  <a:cubicBezTo>
                    <a:pt x="561" y="125"/>
                    <a:pt x="555" y="108"/>
                    <a:pt x="548" y="97"/>
                  </a:cubicBezTo>
                  <a:cubicBezTo>
                    <a:pt x="541" y="85"/>
                    <a:pt x="547" y="89"/>
                    <a:pt x="548" y="75"/>
                  </a:cubicBezTo>
                  <a:cubicBezTo>
                    <a:pt x="549" y="64"/>
                    <a:pt x="543" y="57"/>
                    <a:pt x="536" y="49"/>
                  </a:cubicBezTo>
                  <a:cubicBezTo>
                    <a:pt x="530" y="43"/>
                    <a:pt x="525" y="42"/>
                    <a:pt x="519" y="38"/>
                  </a:cubicBezTo>
                  <a:cubicBezTo>
                    <a:pt x="517" y="37"/>
                    <a:pt x="517" y="37"/>
                    <a:pt x="514" y="36"/>
                  </a:cubicBezTo>
                  <a:cubicBezTo>
                    <a:pt x="506" y="30"/>
                    <a:pt x="503" y="21"/>
                    <a:pt x="492" y="17"/>
                  </a:cubicBezTo>
                  <a:cubicBezTo>
                    <a:pt x="481" y="12"/>
                    <a:pt x="472" y="17"/>
                    <a:pt x="461" y="14"/>
                  </a:cubicBezTo>
                  <a:cubicBezTo>
                    <a:pt x="447" y="10"/>
                    <a:pt x="435" y="0"/>
                    <a:pt x="420" y="8"/>
                  </a:cubicBezTo>
                  <a:cubicBezTo>
                    <a:pt x="418" y="9"/>
                    <a:pt x="416" y="13"/>
                    <a:pt x="414" y="13"/>
                  </a:cubicBezTo>
                  <a:cubicBezTo>
                    <a:pt x="409" y="15"/>
                    <a:pt x="401" y="12"/>
                    <a:pt x="396" y="11"/>
                  </a:cubicBezTo>
                  <a:cubicBezTo>
                    <a:pt x="383" y="11"/>
                    <a:pt x="373" y="16"/>
                    <a:pt x="361" y="19"/>
                  </a:cubicBezTo>
                  <a:cubicBezTo>
                    <a:pt x="348" y="23"/>
                    <a:pt x="323" y="31"/>
                    <a:pt x="321" y="47"/>
                  </a:cubicBezTo>
                  <a:cubicBezTo>
                    <a:pt x="307" y="44"/>
                    <a:pt x="288" y="50"/>
                    <a:pt x="286" y="66"/>
                  </a:cubicBezTo>
                  <a:cubicBezTo>
                    <a:pt x="286" y="70"/>
                    <a:pt x="288" y="75"/>
                    <a:pt x="286" y="79"/>
                  </a:cubicBezTo>
                  <a:cubicBezTo>
                    <a:pt x="285" y="81"/>
                    <a:pt x="281" y="81"/>
                    <a:pt x="279" y="82"/>
                  </a:cubicBezTo>
                  <a:cubicBezTo>
                    <a:pt x="274" y="86"/>
                    <a:pt x="270" y="90"/>
                    <a:pt x="267" y="95"/>
                  </a:cubicBezTo>
                  <a:cubicBezTo>
                    <a:pt x="261" y="106"/>
                    <a:pt x="262" y="118"/>
                    <a:pt x="266" y="129"/>
                  </a:cubicBezTo>
                  <a:cubicBezTo>
                    <a:pt x="268" y="135"/>
                    <a:pt x="269" y="134"/>
                    <a:pt x="267" y="138"/>
                  </a:cubicBezTo>
                  <a:cubicBezTo>
                    <a:pt x="267" y="139"/>
                    <a:pt x="263" y="142"/>
                    <a:pt x="262" y="143"/>
                  </a:cubicBezTo>
                  <a:cubicBezTo>
                    <a:pt x="260" y="147"/>
                    <a:pt x="261" y="153"/>
                    <a:pt x="261" y="156"/>
                  </a:cubicBezTo>
                  <a:cubicBezTo>
                    <a:pt x="262" y="164"/>
                    <a:pt x="264" y="171"/>
                    <a:pt x="271" y="175"/>
                  </a:cubicBezTo>
                  <a:cubicBezTo>
                    <a:pt x="265" y="183"/>
                    <a:pt x="276" y="184"/>
                    <a:pt x="280" y="187"/>
                  </a:cubicBezTo>
                  <a:cubicBezTo>
                    <a:pt x="280" y="187"/>
                    <a:pt x="286" y="191"/>
                    <a:pt x="285" y="191"/>
                  </a:cubicBezTo>
                  <a:cubicBezTo>
                    <a:pt x="286" y="191"/>
                    <a:pt x="289" y="194"/>
                    <a:pt x="292" y="196"/>
                  </a:cubicBezTo>
                  <a:cubicBezTo>
                    <a:pt x="292" y="198"/>
                    <a:pt x="293" y="201"/>
                    <a:pt x="293" y="203"/>
                  </a:cubicBezTo>
                  <a:cubicBezTo>
                    <a:pt x="297" y="219"/>
                    <a:pt x="299" y="236"/>
                    <a:pt x="302" y="251"/>
                  </a:cubicBezTo>
                  <a:cubicBezTo>
                    <a:pt x="305" y="265"/>
                    <a:pt x="312" y="294"/>
                    <a:pt x="316" y="305"/>
                  </a:cubicBezTo>
                  <a:cubicBezTo>
                    <a:pt x="319" y="316"/>
                    <a:pt x="324" y="340"/>
                    <a:pt x="339" y="349"/>
                  </a:cubicBezTo>
                  <a:cubicBezTo>
                    <a:pt x="358" y="395"/>
                    <a:pt x="297" y="451"/>
                    <a:pt x="269" y="460"/>
                  </a:cubicBezTo>
                  <a:cubicBezTo>
                    <a:pt x="255" y="464"/>
                    <a:pt x="240" y="467"/>
                    <a:pt x="223" y="470"/>
                  </a:cubicBezTo>
                  <a:cubicBezTo>
                    <a:pt x="215" y="471"/>
                    <a:pt x="209" y="474"/>
                    <a:pt x="200" y="476"/>
                  </a:cubicBezTo>
                  <a:cubicBezTo>
                    <a:pt x="194" y="477"/>
                    <a:pt x="186" y="483"/>
                    <a:pt x="181" y="485"/>
                  </a:cubicBezTo>
                  <a:cubicBezTo>
                    <a:pt x="153" y="496"/>
                    <a:pt x="105" y="599"/>
                    <a:pt x="99" y="637"/>
                  </a:cubicBezTo>
                  <a:cubicBezTo>
                    <a:pt x="93" y="675"/>
                    <a:pt x="83" y="721"/>
                    <a:pt x="80" y="749"/>
                  </a:cubicBezTo>
                  <a:cubicBezTo>
                    <a:pt x="76" y="799"/>
                    <a:pt x="62" y="867"/>
                    <a:pt x="63" y="919"/>
                  </a:cubicBezTo>
                  <a:cubicBezTo>
                    <a:pt x="63" y="971"/>
                    <a:pt x="56" y="1005"/>
                    <a:pt x="51" y="1029"/>
                  </a:cubicBezTo>
                  <a:cubicBezTo>
                    <a:pt x="46" y="1053"/>
                    <a:pt x="35" y="1117"/>
                    <a:pt x="36" y="1247"/>
                  </a:cubicBezTo>
                  <a:cubicBezTo>
                    <a:pt x="37" y="1270"/>
                    <a:pt x="36" y="1332"/>
                    <a:pt x="38" y="1367"/>
                  </a:cubicBezTo>
                  <a:cubicBezTo>
                    <a:pt x="42" y="1410"/>
                    <a:pt x="25" y="1498"/>
                    <a:pt x="20" y="1520"/>
                  </a:cubicBezTo>
                  <a:cubicBezTo>
                    <a:pt x="13" y="1547"/>
                    <a:pt x="7" y="1594"/>
                    <a:pt x="3" y="1600"/>
                  </a:cubicBezTo>
                  <a:cubicBezTo>
                    <a:pt x="0" y="1607"/>
                    <a:pt x="7" y="1615"/>
                    <a:pt x="10" y="1622"/>
                  </a:cubicBezTo>
                  <a:cubicBezTo>
                    <a:pt x="13" y="1629"/>
                    <a:pt x="13" y="1636"/>
                    <a:pt x="17" y="1646"/>
                  </a:cubicBezTo>
                  <a:cubicBezTo>
                    <a:pt x="20" y="1653"/>
                    <a:pt x="31" y="1668"/>
                    <a:pt x="36" y="1677"/>
                  </a:cubicBezTo>
                  <a:cubicBezTo>
                    <a:pt x="42" y="1686"/>
                    <a:pt x="62" y="1696"/>
                    <a:pt x="79" y="1702"/>
                  </a:cubicBezTo>
                  <a:cubicBezTo>
                    <a:pt x="90" y="1706"/>
                    <a:pt x="112" y="1718"/>
                    <a:pt x="114" y="1713"/>
                  </a:cubicBezTo>
                  <a:cubicBezTo>
                    <a:pt x="118" y="1701"/>
                    <a:pt x="110" y="1694"/>
                    <a:pt x="102" y="1689"/>
                  </a:cubicBezTo>
                  <a:cubicBezTo>
                    <a:pt x="96" y="1686"/>
                    <a:pt x="112" y="1696"/>
                    <a:pt x="115" y="1686"/>
                  </a:cubicBezTo>
                  <a:cubicBezTo>
                    <a:pt x="116" y="1682"/>
                    <a:pt x="116" y="1681"/>
                    <a:pt x="114" y="1676"/>
                  </a:cubicBezTo>
                  <a:cubicBezTo>
                    <a:pt x="115" y="1669"/>
                    <a:pt x="114" y="1669"/>
                    <a:pt x="110" y="1664"/>
                  </a:cubicBezTo>
                  <a:cubicBezTo>
                    <a:pt x="118" y="1661"/>
                    <a:pt x="116" y="1631"/>
                    <a:pt x="109" y="1612"/>
                  </a:cubicBezTo>
                  <a:cubicBezTo>
                    <a:pt x="110" y="1600"/>
                    <a:pt x="118" y="1566"/>
                    <a:pt x="102" y="1535"/>
                  </a:cubicBezTo>
                  <a:cubicBezTo>
                    <a:pt x="93" y="1520"/>
                    <a:pt x="93" y="1503"/>
                    <a:pt x="94" y="1493"/>
                  </a:cubicBezTo>
                  <a:cubicBezTo>
                    <a:pt x="91" y="1481"/>
                    <a:pt x="96" y="1435"/>
                    <a:pt x="104" y="1386"/>
                  </a:cubicBezTo>
                  <a:cubicBezTo>
                    <a:pt x="107" y="1433"/>
                    <a:pt x="125" y="1485"/>
                    <a:pt x="134" y="1572"/>
                  </a:cubicBezTo>
                  <a:cubicBezTo>
                    <a:pt x="142" y="1654"/>
                    <a:pt x="170" y="1711"/>
                    <a:pt x="191" y="1802"/>
                  </a:cubicBezTo>
                  <a:cubicBezTo>
                    <a:pt x="209" y="1883"/>
                    <a:pt x="233" y="1978"/>
                    <a:pt x="230" y="2043"/>
                  </a:cubicBezTo>
                  <a:cubicBezTo>
                    <a:pt x="227" y="2104"/>
                    <a:pt x="229" y="2131"/>
                    <a:pt x="240" y="2173"/>
                  </a:cubicBezTo>
                  <a:cubicBezTo>
                    <a:pt x="249" y="2211"/>
                    <a:pt x="244" y="2387"/>
                    <a:pt x="263" y="2496"/>
                  </a:cubicBezTo>
                  <a:cubicBezTo>
                    <a:pt x="282" y="2605"/>
                    <a:pt x="286" y="2679"/>
                    <a:pt x="292" y="2705"/>
                  </a:cubicBezTo>
                  <a:cubicBezTo>
                    <a:pt x="304" y="2762"/>
                    <a:pt x="293" y="2769"/>
                    <a:pt x="298" y="2797"/>
                  </a:cubicBezTo>
                  <a:cubicBezTo>
                    <a:pt x="303" y="2826"/>
                    <a:pt x="304" y="2822"/>
                    <a:pt x="289" y="2850"/>
                  </a:cubicBezTo>
                  <a:cubicBezTo>
                    <a:pt x="276" y="2869"/>
                    <a:pt x="255" y="2908"/>
                    <a:pt x="248" y="2916"/>
                  </a:cubicBezTo>
                  <a:cubicBezTo>
                    <a:pt x="241" y="2925"/>
                    <a:pt x="244" y="2934"/>
                    <a:pt x="248" y="2939"/>
                  </a:cubicBezTo>
                  <a:cubicBezTo>
                    <a:pt x="242" y="2953"/>
                    <a:pt x="258" y="2960"/>
                    <a:pt x="263" y="2960"/>
                  </a:cubicBezTo>
                  <a:cubicBezTo>
                    <a:pt x="261" y="2976"/>
                    <a:pt x="290" y="2974"/>
                    <a:pt x="297" y="2967"/>
                  </a:cubicBezTo>
                  <a:cubicBezTo>
                    <a:pt x="305" y="2976"/>
                    <a:pt x="327" y="2976"/>
                    <a:pt x="336" y="2965"/>
                  </a:cubicBezTo>
                  <a:cubicBezTo>
                    <a:pt x="350" y="2977"/>
                    <a:pt x="372" y="2981"/>
                    <a:pt x="380" y="2967"/>
                  </a:cubicBezTo>
                  <a:cubicBezTo>
                    <a:pt x="394" y="2945"/>
                    <a:pt x="407" y="2931"/>
                    <a:pt x="406" y="2915"/>
                  </a:cubicBezTo>
                  <a:cubicBezTo>
                    <a:pt x="404" y="2899"/>
                    <a:pt x="407" y="2894"/>
                    <a:pt x="411" y="2875"/>
                  </a:cubicBezTo>
                  <a:cubicBezTo>
                    <a:pt x="414" y="2856"/>
                    <a:pt x="417" y="2841"/>
                    <a:pt x="410" y="2827"/>
                  </a:cubicBezTo>
                  <a:cubicBezTo>
                    <a:pt x="403" y="2813"/>
                    <a:pt x="402" y="2807"/>
                    <a:pt x="402" y="2793"/>
                  </a:cubicBezTo>
                  <a:cubicBezTo>
                    <a:pt x="402" y="2779"/>
                    <a:pt x="407" y="2758"/>
                    <a:pt x="399" y="2741"/>
                  </a:cubicBezTo>
                  <a:cubicBezTo>
                    <a:pt x="390" y="2723"/>
                    <a:pt x="380" y="2682"/>
                    <a:pt x="381" y="2637"/>
                  </a:cubicBezTo>
                  <a:cubicBezTo>
                    <a:pt x="383" y="2592"/>
                    <a:pt x="416" y="2338"/>
                    <a:pt x="402" y="2252"/>
                  </a:cubicBezTo>
                  <a:cubicBezTo>
                    <a:pt x="388" y="2165"/>
                    <a:pt x="393" y="2147"/>
                    <a:pt x="397" y="2118"/>
                  </a:cubicBezTo>
                  <a:cubicBezTo>
                    <a:pt x="400" y="2088"/>
                    <a:pt x="409" y="2040"/>
                    <a:pt x="401" y="1978"/>
                  </a:cubicBezTo>
                  <a:cubicBezTo>
                    <a:pt x="398" y="1954"/>
                    <a:pt x="399" y="1853"/>
                    <a:pt x="400" y="1751"/>
                  </a:cubicBezTo>
                  <a:cubicBezTo>
                    <a:pt x="400" y="1685"/>
                    <a:pt x="419" y="1598"/>
                    <a:pt x="401" y="1580"/>
                  </a:cubicBezTo>
                  <a:cubicBezTo>
                    <a:pt x="401" y="1579"/>
                    <a:pt x="401" y="1579"/>
                    <a:pt x="401" y="1579"/>
                  </a:cubicBezTo>
                  <a:cubicBezTo>
                    <a:pt x="406" y="1581"/>
                    <a:pt x="410" y="1582"/>
                    <a:pt x="415" y="1582"/>
                  </a:cubicBezTo>
                  <a:cubicBezTo>
                    <a:pt x="416" y="1582"/>
                    <a:pt x="416" y="1582"/>
                    <a:pt x="416" y="1582"/>
                  </a:cubicBezTo>
                  <a:cubicBezTo>
                    <a:pt x="421" y="1582"/>
                    <a:pt x="427" y="1581"/>
                    <a:pt x="433" y="1578"/>
                  </a:cubicBezTo>
                  <a:cubicBezTo>
                    <a:pt x="431" y="1580"/>
                    <a:pt x="431" y="1580"/>
                    <a:pt x="431" y="1580"/>
                  </a:cubicBezTo>
                  <a:cubicBezTo>
                    <a:pt x="414" y="1598"/>
                    <a:pt x="432" y="1685"/>
                    <a:pt x="433" y="1751"/>
                  </a:cubicBezTo>
                  <a:cubicBezTo>
                    <a:pt x="433" y="1853"/>
                    <a:pt x="434" y="1954"/>
                    <a:pt x="431" y="1978"/>
                  </a:cubicBezTo>
                  <a:cubicBezTo>
                    <a:pt x="423" y="2040"/>
                    <a:pt x="432" y="2088"/>
                    <a:pt x="436" y="2118"/>
                  </a:cubicBezTo>
                  <a:cubicBezTo>
                    <a:pt x="439" y="2147"/>
                    <a:pt x="444" y="2165"/>
                    <a:pt x="430" y="2252"/>
                  </a:cubicBezTo>
                  <a:cubicBezTo>
                    <a:pt x="416" y="2338"/>
                    <a:pt x="449" y="2592"/>
                    <a:pt x="451" y="2637"/>
                  </a:cubicBezTo>
                  <a:cubicBezTo>
                    <a:pt x="453" y="2682"/>
                    <a:pt x="442" y="2723"/>
                    <a:pt x="434" y="2741"/>
                  </a:cubicBezTo>
                  <a:cubicBezTo>
                    <a:pt x="425" y="2758"/>
                    <a:pt x="430" y="2779"/>
                    <a:pt x="430" y="2793"/>
                  </a:cubicBezTo>
                  <a:cubicBezTo>
                    <a:pt x="430" y="2807"/>
                    <a:pt x="430" y="2813"/>
                    <a:pt x="423" y="2827"/>
                  </a:cubicBezTo>
                  <a:cubicBezTo>
                    <a:pt x="416" y="2841"/>
                    <a:pt x="418" y="2856"/>
                    <a:pt x="422" y="2875"/>
                  </a:cubicBezTo>
                  <a:cubicBezTo>
                    <a:pt x="425" y="2894"/>
                    <a:pt x="429" y="2899"/>
                    <a:pt x="427" y="2915"/>
                  </a:cubicBezTo>
                  <a:cubicBezTo>
                    <a:pt x="425" y="2931"/>
                    <a:pt x="437" y="2939"/>
                    <a:pt x="450" y="2956"/>
                  </a:cubicBezTo>
                  <a:cubicBezTo>
                    <a:pt x="467" y="2979"/>
                    <a:pt x="483" y="2977"/>
                    <a:pt x="496" y="2965"/>
                  </a:cubicBezTo>
                  <a:cubicBezTo>
                    <a:pt x="505" y="2976"/>
                    <a:pt x="527" y="2976"/>
                    <a:pt x="535" y="2967"/>
                  </a:cubicBezTo>
                  <a:cubicBezTo>
                    <a:pt x="542" y="2974"/>
                    <a:pt x="571" y="2976"/>
                    <a:pt x="570" y="2960"/>
                  </a:cubicBezTo>
                  <a:cubicBezTo>
                    <a:pt x="575" y="2960"/>
                    <a:pt x="590" y="2953"/>
                    <a:pt x="585" y="2939"/>
                  </a:cubicBezTo>
                  <a:cubicBezTo>
                    <a:pt x="588" y="2934"/>
                    <a:pt x="592" y="2925"/>
                    <a:pt x="585" y="2916"/>
                  </a:cubicBezTo>
                  <a:cubicBezTo>
                    <a:pt x="578" y="2908"/>
                    <a:pt x="556" y="2869"/>
                    <a:pt x="543" y="2850"/>
                  </a:cubicBezTo>
                  <a:cubicBezTo>
                    <a:pt x="528" y="2822"/>
                    <a:pt x="529" y="2826"/>
                    <a:pt x="534" y="2797"/>
                  </a:cubicBezTo>
                  <a:cubicBezTo>
                    <a:pt x="539" y="2769"/>
                    <a:pt x="528" y="2762"/>
                    <a:pt x="541" y="2705"/>
                  </a:cubicBezTo>
                  <a:cubicBezTo>
                    <a:pt x="546" y="2679"/>
                    <a:pt x="552" y="2613"/>
                    <a:pt x="570" y="2502"/>
                  </a:cubicBezTo>
                  <a:cubicBezTo>
                    <a:pt x="588" y="2389"/>
                    <a:pt x="590" y="2212"/>
                    <a:pt x="593" y="2173"/>
                  </a:cubicBezTo>
                  <a:cubicBezTo>
                    <a:pt x="596" y="2134"/>
                    <a:pt x="608" y="2096"/>
                    <a:pt x="606" y="2028"/>
                  </a:cubicBezTo>
                  <a:cubicBezTo>
                    <a:pt x="603" y="1967"/>
                    <a:pt x="628" y="1856"/>
                    <a:pt x="646" y="1775"/>
                  </a:cubicBezTo>
                  <a:cubicBezTo>
                    <a:pt x="667" y="1684"/>
                    <a:pt x="698" y="1655"/>
                    <a:pt x="707" y="1573"/>
                  </a:cubicBezTo>
                  <a:cubicBezTo>
                    <a:pt x="714" y="1505"/>
                    <a:pt x="726" y="1456"/>
                    <a:pt x="732" y="1413"/>
                  </a:cubicBezTo>
                  <a:cubicBezTo>
                    <a:pt x="738" y="1452"/>
                    <a:pt x="741" y="1483"/>
                    <a:pt x="739" y="1493"/>
                  </a:cubicBezTo>
                  <a:cubicBezTo>
                    <a:pt x="739" y="1503"/>
                    <a:pt x="737" y="1518"/>
                    <a:pt x="731" y="1535"/>
                  </a:cubicBezTo>
                  <a:cubicBezTo>
                    <a:pt x="722" y="1562"/>
                    <a:pt x="723" y="1600"/>
                    <a:pt x="724" y="1612"/>
                  </a:cubicBezTo>
                  <a:cubicBezTo>
                    <a:pt x="721" y="1628"/>
                    <a:pt x="715" y="1661"/>
                    <a:pt x="723" y="1664"/>
                  </a:cubicBezTo>
                  <a:cubicBezTo>
                    <a:pt x="719" y="1669"/>
                    <a:pt x="717" y="1669"/>
                    <a:pt x="719" y="1676"/>
                  </a:cubicBezTo>
                  <a:cubicBezTo>
                    <a:pt x="717" y="1681"/>
                    <a:pt x="716" y="1682"/>
                    <a:pt x="718" y="1686"/>
                  </a:cubicBezTo>
                  <a:cubicBezTo>
                    <a:pt x="721" y="1696"/>
                    <a:pt x="736" y="1686"/>
                    <a:pt x="731" y="1689"/>
                  </a:cubicBezTo>
                  <a:cubicBezTo>
                    <a:pt x="722" y="1694"/>
                    <a:pt x="715" y="1701"/>
                    <a:pt x="719" y="1713"/>
                  </a:cubicBezTo>
                  <a:cubicBezTo>
                    <a:pt x="721" y="1718"/>
                    <a:pt x="742" y="1706"/>
                    <a:pt x="753" y="1702"/>
                  </a:cubicBezTo>
                  <a:cubicBezTo>
                    <a:pt x="770" y="1696"/>
                    <a:pt x="791" y="1686"/>
                    <a:pt x="796" y="1677"/>
                  </a:cubicBezTo>
                  <a:cubicBezTo>
                    <a:pt x="801" y="1668"/>
                    <a:pt x="812" y="1653"/>
                    <a:pt x="815" y="1646"/>
                  </a:cubicBezTo>
                  <a:cubicBezTo>
                    <a:pt x="820" y="1636"/>
                    <a:pt x="819" y="1629"/>
                    <a:pt x="822" y="1622"/>
                  </a:cubicBezTo>
                  <a:cubicBezTo>
                    <a:pt x="826" y="1615"/>
                    <a:pt x="832" y="1607"/>
                    <a:pt x="829" y="1600"/>
                  </a:cubicBezTo>
                  <a:close/>
                  <a:moveTo>
                    <a:pt x="185" y="1045"/>
                  </a:moveTo>
                  <a:cubicBezTo>
                    <a:pt x="186" y="1073"/>
                    <a:pt x="168" y="1110"/>
                    <a:pt x="152" y="1139"/>
                  </a:cubicBezTo>
                  <a:cubicBezTo>
                    <a:pt x="156" y="1090"/>
                    <a:pt x="153" y="1054"/>
                    <a:pt x="155" y="1043"/>
                  </a:cubicBezTo>
                  <a:cubicBezTo>
                    <a:pt x="159" y="1025"/>
                    <a:pt x="179" y="931"/>
                    <a:pt x="185" y="888"/>
                  </a:cubicBezTo>
                  <a:cubicBezTo>
                    <a:pt x="186" y="889"/>
                    <a:pt x="186" y="889"/>
                    <a:pt x="186" y="889"/>
                  </a:cubicBezTo>
                  <a:cubicBezTo>
                    <a:pt x="180" y="948"/>
                    <a:pt x="184" y="1018"/>
                    <a:pt x="185" y="1045"/>
                  </a:cubicBezTo>
                  <a:close/>
                  <a:moveTo>
                    <a:pt x="651" y="1043"/>
                  </a:moveTo>
                  <a:cubicBezTo>
                    <a:pt x="652" y="1018"/>
                    <a:pt x="650" y="985"/>
                    <a:pt x="654" y="932"/>
                  </a:cubicBezTo>
                  <a:cubicBezTo>
                    <a:pt x="647" y="887"/>
                    <a:pt x="647" y="887"/>
                    <a:pt x="647" y="887"/>
                  </a:cubicBezTo>
                  <a:cubicBezTo>
                    <a:pt x="653" y="929"/>
                    <a:pt x="674" y="1025"/>
                    <a:pt x="677" y="1043"/>
                  </a:cubicBezTo>
                  <a:cubicBezTo>
                    <a:pt x="679" y="1054"/>
                    <a:pt x="677" y="1090"/>
                    <a:pt x="681" y="1139"/>
                  </a:cubicBezTo>
                  <a:cubicBezTo>
                    <a:pt x="666" y="1111"/>
                    <a:pt x="649" y="1075"/>
                    <a:pt x="651" y="1043"/>
                  </a:cubicBezTo>
                  <a:close/>
                </a:path>
              </a:pathLst>
            </a:custGeom>
            <a:noFill/>
            <a:ln w="19050" cmpd="sng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B1DFF5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64527" name="Freeform 72">
              <a:extLst>
                <a:ext uri="{FF2B5EF4-FFF2-40B4-BE49-F238E27FC236}">
                  <a16:creationId xmlns:a16="http://schemas.microsoft.com/office/drawing/2014/main" id="{00358EA7-EE5B-448A-9B74-28F4B7D2D67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79" y="712"/>
              <a:ext cx="665" cy="2375"/>
            </a:xfrm>
            <a:custGeom>
              <a:avLst/>
              <a:gdLst>
                <a:gd name="T0" fmla="*/ 406 w 832"/>
                <a:gd name="T1" fmla="*/ 688 h 2981"/>
                <a:gd name="T2" fmla="*/ 393 w 832"/>
                <a:gd name="T3" fmla="*/ 464 h 2981"/>
                <a:gd name="T4" fmla="*/ 333 w 832"/>
                <a:gd name="T5" fmla="*/ 245 h 2981"/>
                <a:gd name="T6" fmla="*/ 288 w 832"/>
                <a:gd name="T7" fmla="*/ 233 h 2981"/>
                <a:gd name="T8" fmla="*/ 271 w 832"/>
                <a:gd name="T9" fmla="*/ 127 h 2981"/>
                <a:gd name="T10" fmla="*/ 275 w 832"/>
                <a:gd name="T11" fmla="*/ 100 h 2981"/>
                <a:gd name="T12" fmla="*/ 288 w 832"/>
                <a:gd name="T13" fmla="*/ 88 h 2981"/>
                <a:gd name="T14" fmla="*/ 280 w 832"/>
                <a:gd name="T15" fmla="*/ 49 h 2981"/>
                <a:gd name="T16" fmla="*/ 265 w 832"/>
                <a:gd name="T17" fmla="*/ 19 h 2981"/>
                <a:gd name="T18" fmla="*/ 235 w 832"/>
                <a:gd name="T19" fmla="*/ 7 h 2981"/>
                <a:gd name="T20" fmla="*/ 202 w 832"/>
                <a:gd name="T21" fmla="*/ 6 h 2981"/>
                <a:gd name="T22" fmla="*/ 146 w 832"/>
                <a:gd name="T23" fmla="*/ 33 h 2981"/>
                <a:gd name="T24" fmla="*/ 136 w 832"/>
                <a:gd name="T25" fmla="*/ 49 h 2981"/>
                <a:gd name="T26" fmla="*/ 133 w 832"/>
                <a:gd name="T27" fmla="*/ 73 h 2981"/>
                <a:gd name="T28" fmla="*/ 143 w 832"/>
                <a:gd name="T29" fmla="*/ 95 h 2981"/>
                <a:gd name="T30" fmla="*/ 149 w 832"/>
                <a:gd name="T31" fmla="*/ 103 h 2981"/>
                <a:gd name="T32" fmla="*/ 173 w 832"/>
                <a:gd name="T33" fmla="*/ 176 h 2981"/>
                <a:gd name="T34" fmla="*/ 102 w 832"/>
                <a:gd name="T35" fmla="*/ 241 h 2981"/>
                <a:gd name="T36" fmla="*/ 41 w 832"/>
                <a:gd name="T37" fmla="*/ 379 h 2981"/>
                <a:gd name="T38" fmla="*/ 18 w 832"/>
                <a:gd name="T39" fmla="*/ 631 h 2981"/>
                <a:gd name="T40" fmla="*/ 2 w 832"/>
                <a:gd name="T41" fmla="*/ 809 h 2981"/>
                <a:gd name="T42" fmla="*/ 18 w 832"/>
                <a:gd name="T43" fmla="*/ 848 h 2981"/>
                <a:gd name="T44" fmla="*/ 53 w 832"/>
                <a:gd name="T45" fmla="*/ 854 h 2981"/>
                <a:gd name="T46" fmla="*/ 56 w 832"/>
                <a:gd name="T47" fmla="*/ 841 h 2981"/>
                <a:gd name="T48" fmla="*/ 48 w 832"/>
                <a:gd name="T49" fmla="*/ 754 h 2981"/>
                <a:gd name="T50" fmla="*/ 98 w 832"/>
                <a:gd name="T51" fmla="*/ 911 h 2981"/>
                <a:gd name="T52" fmla="*/ 134 w 832"/>
                <a:gd name="T53" fmla="*/ 1263 h 2981"/>
                <a:gd name="T54" fmla="*/ 148 w 832"/>
                <a:gd name="T55" fmla="*/ 1441 h 2981"/>
                <a:gd name="T56" fmla="*/ 134 w 832"/>
                <a:gd name="T57" fmla="*/ 1497 h 2981"/>
                <a:gd name="T58" fmla="*/ 194 w 832"/>
                <a:gd name="T59" fmla="*/ 1500 h 2981"/>
                <a:gd name="T60" fmla="*/ 209 w 832"/>
                <a:gd name="T61" fmla="*/ 1429 h 2981"/>
                <a:gd name="T62" fmla="*/ 195 w 832"/>
                <a:gd name="T63" fmla="*/ 1334 h 2981"/>
                <a:gd name="T64" fmla="*/ 205 w 832"/>
                <a:gd name="T65" fmla="*/ 1001 h 2981"/>
                <a:gd name="T66" fmla="*/ 205 w 832"/>
                <a:gd name="T67" fmla="*/ 798 h 2981"/>
                <a:gd name="T68" fmla="*/ 221 w 832"/>
                <a:gd name="T69" fmla="*/ 798 h 2981"/>
                <a:gd name="T70" fmla="*/ 220 w 832"/>
                <a:gd name="T71" fmla="*/ 1001 h 2981"/>
                <a:gd name="T72" fmla="*/ 230 w 832"/>
                <a:gd name="T73" fmla="*/ 1334 h 2981"/>
                <a:gd name="T74" fmla="*/ 216 w 832"/>
                <a:gd name="T75" fmla="*/ 1429 h 2981"/>
                <a:gd name="T76" fmla="*/ 230 w 832"/>
                <a:gd name="T77" fmla="*/ 1495 h 2981"/>
                <a:gd name="T78" fmla="*/ 291 w 832"/>
                <a:gd name="T79" fmla="*/ 1497 h 2981"/>
                <a:gd name="T80" fmla="*/ 277 w 832"/>
                <a:gd name="T81" fmla="*/ 1441 h 2981"/>
                <a:gd name="T82" fmla="*/ 291 w 832"/>
                <a:gd name="T83" fmla="*/ 1265 h 2981"/>
                <a:gd name="T84" fmla="*/ 329 w 832"/>
                <a:gd name="T85" fmla="*/ 898 h 2981"/>
                <a:gd name="T86" fmla="*/ 377 w 832"/>
                <a:gd name="T87" fmla="*/ 754 h 2981"/>
                <a:gd name="T88" fmla="*/ 369 w 832"/>
                <a:gd name="T89" fmla="*/ 841 h 2981"/>
                <a:gd name="T90" fmla="*/ 373 w 832"/>
                <a:gd name="T91" fmla="*/ 854 h 2981"/>
                <a:gd name="T92" fmla="*/ 406 w 832"/>
                <a:gd name="T93" fmla="*/ 848 h 2981"/>
                <a:gd name="T94" fmla="*/ 424 w 832"/>
                <a:gd name="T95" fmla="*/ 809 h 2981"/>
                <a:gd name="T96" fmla="*/ 79 w 832"/>
                <a:gd name="T97" fmla="*/ 527 h 2981"/>
                <a:gd name="T98" fmla="*/ 94 w 832"/>
                <a:gd name="T99" fmla="*/ 529 h 2981"/>
                <a:gd name="T100" fmla="*/ 330 w 832"/>
                <a:gd name="T101" fmla="*/ 449 h 2981"/>
                <a:gd name="T102" fmla="*/ 333 w 832"/>
                <a:gd name="T103" fmla="*/ 527 h 2981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0" t="0" r="r" b="b"/>
              <a:pathLst>
                <a:path w="832" h="2981">
                  <a:moveTo>
                    <a:pt x="829" y="1600"/>
                  </a:moveTo>
                  <a:cubicBezTo>
                    <a:pt x="826" y="1594"/>
                    <a:pt x="820" y="1547"/>
                    <a:pt x="813" y="1520"/>
                  </a:cubicBezTo>
                  <a:cubicBezTo>
                    <a:pt x="807" y="1498"/>
                    <a:pt x="792" y="1402"/>
                    <a:pt x="796" y="1359"/>
                  </a:cubicBezTo>
                  <a:cubicBezTo>
                    <a:pt x="798" y="1324"/>
                    <a:pt x="793" y="1272"/>
                    <a:pt x="794" y="1249"/>
                  </a:cubicBezTo>
                  <a:cubicBezTo>
                    <a:pt x="795" y="1120"/>
                    <a:pt x="787" y="1053"/>
                    <a:pt x="782" y="1029"/>
                  </a:cubicBezTo>
                  <a:cubicBezTo>
                    <a:pt x="777" y="1005"/>
                    <a:pt x="770" y="971"/>
                    <a:pt x="770" y="919"/>
                  </a:cubicBezTo>
                  <a:cubicBezTo>
                    <a:pt x="770" y="867"/>
                    <a:pt x="756" y="798"/>
                    <a:pt x="752" y="748"/>
                  </a:cubicBezTo>
                  <a:cubicBezTo>
                    <a:pt x="750" y="720"/>
                    <a:pt x="738" y="682"/>
                    <a:pt x="732" y="643"/>
                  </a:cubicBezTo>
                  <a:cubicBezTo>
                    <a:pt x="727" y="605"/>
                    <a:pt x="676" y="494"/>
                    <a:pt x="653" y="486"/>
                  </a:cubicBezTo>
                  <a:cubicBezTo>
                    <a:pt x="647" y="484"/>
                    <a:pt x="638" y="478"/>
                    <a:pt x="632" y="477"/>
                  </a:cubicBezTo>
                  <a:cubicBezTo>
                    <a:pt x="623" y="475"/>
                    <a:pt x="618" y="471"/>
                    <a:pt x="610" y="470"/>
                  </a:cubicBezTo>
                  <a:cubicBezTo>
                    <a:pt x="592" y="467"/>
                    <a:pt x="577" y="464"/>
                    <a:pt x="563" y="460"/>
                  </a:cubicBezTo>
                  <a:cubicBezTo>
                    <a:pt x="535" y="451"/>
                    <a:pt x="486" y="404"/>
                    <a:pt x="497" y="351"/>
                  </a:cubicBezTo>
                  <a:cubicBezTo>
                    <a:pt x="514" y="339"/>
                    <a:pt x="513" y="316"/>
                    <a:pt x="517" y="305"/>
                  </a:cubicBezTo>
                  <a:cubicBezTo>
                    <a:pt x="521" y="294"/>
                    <a:pt x="527" y="265"/>
                    <a:pt x="530" y="251"/>
                  </a:cubicBezTo>
                  <a:cubicBezTo>
                    <a:pt x="533" y="240"/>
                    <a:pt x="536" y="225"/>
                    <a:pt x="539" y="211"/>
                  </a:cubicBezTo>
                  <a:cubicBezTo>
                    <a:pt x="540" y="209"/>
                    <a:pt x="540" y="209"/>
                    <a:pt x="540" y="209"/>
                  </a:cubicBezTo>
                  <a:cubicBezTo>
                    <a:pt x="539" y="206"/>
                    <a:pt x="539" y="202"/>
                    <a:pt x="538" y="198"/>
                  </a:cubicBezTo>
                  <a:cubicBezTo>
                    <a:pt x="541" y="196"/>
                    <a:pt x="544" y="195"/>
                    <a:pt x="544" y="195"/>
                  </a:cubicBezTo>
                  <a:cubicBezTo>
                    <a:pt x="548" y="195"/>
                    <a:pt x="548" y="189"/>
                    <a:pt x="552" y="187"/>
                  </a:cubicBezTo>
                  <a:cubicBezTo>
                    <a:pt x="557" y="186"/>
                    <a:pt x="563" y="178"/>
                    <a:pt x="564" y="173"/>
                  </a:cubicBezTo>
                  <a:cubicBezTo>
                    <a:pt x="566" y="162"/>
                    <a:pt x="558" y="160"/>
                    <a:pt x="559" y="150"/>
                  </a:cubicBezTo>
                  <a:cubicBezTo>
                    <a:pt x="560" y="146"/>
                    <a:pt x="562" y="142"/>
                    <a:pt x="562" y="137"/>
                  </a:cubicBezTo>
                  <a:cubicBezTo>
                    <a:pt x="561" y="125"/>
                    <a:pt x="555" y="108"/>
                    <a:pt x="548" y="97"/>
                  </a:cubicBezTo>
                  <a:cubicBezTo>
                    <a:pt x="541" y="85"/>
                    <a:pt x="547" y="89"/>
                    <a:pt x="548" y="75"/>
                  </a:cubicBezTo>
                  <a:cubicBezTo>
                    <a:pt x="549" y="64"/>
                    <a:pt x="543" y="57"/>
                    <a:pt x="536" y="49"/>
                  </a:cubicBezTo>
                  <a:cubicBezTo>
                    <a:pt x="530" y="43"/>
                    <a:pt x="525" y="42"/>
                    <a:pt x="519" y="38"/>
                  </a:cubicBezTo>
                  <a:cubicBezTo>
                    <a:pt x="517" y="37"/>
                    <a:pt x="517" y="37"/>
                    <a:pt x="514" y="36"/>
                  </a:cubicBezTo>
                  <a:cubicBezTo>
                    <a:pt x="506" y="30"/>
                    <a:pt x="503" y="21"/>
                    <a:pt x="492" y="17"/>
                  </a:cubicBezTo>
                  <a:cubicBezTo>
                    <a:pt x="481" y="12"/>
                    <a:pt x="472" y="17"/>
                    <a:pt x="461" y="14"/>
                  </a:cubicBezTo>
                  <a:cubicBezTo>
                    <a:pt x="447" y="10"/>
                    <a:pt x="435" y="0"/>
                    <a:pt x="420" y="8"/>
                  </a:cubicBezTo>
                  <a:cubicBezTo>
                    <a:pt x="418" y="9"/>
                    <a:pt x="416" y="13"/>
                    <a:pt x="414" y="13"/>
                  </a:cubicBezTo>
                  <a:cubicBezTo>
                    <a:pt x="409" y="15"/>
                    <a:pt x="401" y="12"/>
                    <a:pt x="396" y="11"/>
                  </a:cubicBezTo>
                  <a:cubicBezTo>
                    <a:pt x="383" y="11"/>
                    <a:pt x="373" y="16"/>
                    <a:pt x="361" y="19"/>
                  </a:cubicBezTo>
                  <a:cubicBezTo>
                    <a:pt x="348" y="23"/>
                    <a:pt x="323" y="31"/>
                    <a:pt x="321" y="47"/>
                  </a:cubicBezTo>
                  <a:cubicBezTo>
                    <a:pt x="307" y="44"/>
                    <a:pt x="288" y="50"/>
                    <a:pt x="286" y="66"/>
                  </a:cubicBezTo>
                  <a:cubicBezTo>
                    <a:pt x="286" y="70"/>
                    <a:pt x="288" y="75"/>
                    <a:pt x="286" y="79"/>
                  </a:cubicBezTo>
                  <a:cubicBezTo>
                    <a:pt x="285" y="81"/>
                    <a:pt x="281" y="81"/>
                    <a:pt x="279" y="82"/>
                  </a:cubicBezTo>
                  <a:cubicBezTo>
                    <a:pt x="274" y="86"/>
                    <a:pt x="270" y="90"/>
                    <a:pt x="267" y="95"/>
                  </a:cubicBezTo>
                  <a:cubicBezTo>
                    <a:pt x="261" y="106"/>
                    <a:pt x="262" y="118"/>
                    <a:pt x="266" y="129"/>
                  </a:cubicBezTo>
                  <a:cubicBezTo>
                    <a:pt x="268" y="135"/>
                    <a:pt x="269" y="134"/>
                    <a:pt x="267" y="138"/>
                  </a:cubicBezTo>
                  <a:cubicBezTo>
                    <a:pt x="267" y="139"/>
                    <a:pt x="263" y="142"/>
                    <a:pt x="262" y="143"/>
                  </a:cubicBezTo>
                  <a:cubicBezTo>
                    <a:pt x="260" y="147"/>
                    <a:pt x="261" y="153"/>
                    <a:pt x="261" y="156"/>
                  </a:cubicBezTo>
                  <a:cubicBezTo>
                    <a:pt x="262" y="164"/>
                    <a:pt x="264" y="171"/>
                    <a:pt x="271" y="175"/>
                  </a:cubicBezTo>
                  <a:cubicBezTo>
                    <a:pt x="265" y="183"/>
                    <a:pt x="276" y="184"/>
                    <a:pt x="280" y="187"/>
                  </a:cubicBezTo>
                  <a:cubicBezTo>
                    <a:pt x="280" y="187"/>
                    <a:pt x="286" y="191"/>
                    <a:pt x="285" y="191"/>
                  </a:cubicBezTo>
                  <a:cubicBezTo>
                    <a:pt x="286" y="191"/>
                    <a:pt x="289" y="194"/>
                    <a:pt x="292" y="196"/>
                  </a:cubicBezTo>
                  <a:cubicBezTo>
                    <a:pt x="292" y="198"/>
                    <a:pt x="293" y="201"/>
                    <a:pt x="293" y="203"/>
                  </a:cubicBezTo>
                  <a:cubicBezTo>
                    <a:pt x="297" y="219"/>
                    <a:pt x="299" y="236"/>
                    <a:pt x="302" y="251"/>
                  </a:cubicBezTo>
                  <a:cubicBezTo>
                    <a:pt x="305" y="265"/>
                    <a:pt x="312" y="294"/>
                    <a:pt x="316" y="305"/>
                  </a:cubicBezTo>
                  <a:cubicBezTo>
                    <a:pt x="319" y="316"/>
                    <a:pt x="324" y="340"/>
                    <a:pt x="339" y="349"/>
                  </a:cubicBezTo>
                  <a:cubicBezTo>
                    <a:pt x="358" y="395"/>
                    <a:pt x="297" y="451"/>
                    <a:pt x="269" y="460"/>
                  </a:cubicBezTo>
                  <a:cubicBezTo>
                    <a:pt x="255" y="464"/>
                    <a:pt x="240" y="467"/>
                    <a:pt x="223" y="470"/>
                  </a:cubicBezTo>
                  <a:cubicBezTo>
                    <a:pt x="215" y="471"/>
                    <a:pt x="209" y="474"/>
                    <a:pt x="200" y="476"/>
                  </a:cubicBezTo>
                  <a:cubicBezTo>
                    <a:pt x="194" y="477"/>
                    <a:pt x="186" y="483"/>
                    <a:pt x="181" y="485"/>
                  </a:cubicBezTo>
                  <a:cubicBezTo>
                    <a:pt x="153" y="496"/>
                    <a:pt x="105" y="599"/>
                    <a:pt x="99" y="637"/>
                  </a:cubicBezTo>
                  <a:cubicBezTo>
                    <a:pt x="93" y="675"/>
                    <a:pt x="83" y="721"/>
                    <a:pt x="80" y="749"/>
                  </a:cubicBezTo>
                  <a:cubicBezTo>
                    <a:pt x="76" y="799"/>
                    <a:pt x="62" y="867"/>
                    <a:pt x="63" y="919"/>
                  </a:cubicBezTo>
                  <a:cubicBezTo>
                    <a:pt x="63" y="971"/>
                    <a:pt x="56" y="1005"/>
                    <a:pt x="51" y="1029"/>
                  </a:cubicBezTo>
                  <a:cubicBezTo>
                    <a:pt x="46" y="1053"/>
                    <a:pt x="35" y="1117"/>
                    <a:pt x="36" y="1247"/>
                  </a:cubicBezTo>
                  <a:cubicBezTo>
                    <a:pt x="37" y="1270"/>
                    <a:pt x="36" y="1332"/>
                    <a:pt x="38" y="1367"/>
                  </a:cubicBezTo>
                  <a:cubicBezTo>
                    <a:pt x="42" y="1410"/>
                    <a:pt x="25" y="1498"/>
                    <a:pt x="20" y="1520"/>
                  </a:cubicBezTo>
                  <a:cubicBezTo>
                    <a:pt x="13" y="1547"/>
                    <a:pt x="7" y="1594"/>
                    <a:pt x="3" y="1600"/>
                  </a:cubicBezTo>
                  <a:cubicBezTo>
                    <a:pt x="0" y="1607"/>
                    <a:pt x="7" y="1615"/>
                    <a:pt x="10" y="1622"/>
                  </a:cubicBezTo>
                  <a:cubicBezTo>
                    <a:pt x="13" y="1629"/>
                    <a:pt x="13" y="1636"/>
                    <a:pt x="17" y="1646"/>
                  </a:cubicBezTo>
                  <a:cubicBezTo>
                    <a:pt x="20" y="1653"/>
                    <a:pt x="31" y="1668"/>
                    <a:pt x="36" y="1677"/>
                  </a:cubicBezTo>
                  <a:cubicBezTo>
                    <a:pt x="42" y="1686"/>
                    <a:pt x="62" y="1696"/>
                    <a:pt x="79" y="1702"/>
                  </a:cubicBezTo>
                  <a:cubicBezTo>
                    <a:pt x="90" y="1706"/>
                    <a:pt x="112" y="1718"/>
                    <a:pt x="114" y="1713"/>
                  </a:cubicBezTo>
                  <a:cubicBezTo>
                    <a:pt x="118" y="1701"/>
                    <a:pt x="110" y="1694"/>
                    <a:pt x="102" y="1689"/>
                  </a:cubicBezTo>
                  <a:cubicBezTo>
                    <a:pt x="96" y="1686"/>
                    <a:pt x="112" y="1696"/>
                    <a:pt x="115" y="1686"/>
                  </a:cubicBezTo>
                  <a:cubicBezTo>
                    <a:pt x="116" y="1682"/>
                    <a:pt x="116" y="1681"/>
                    <a:pt x="114" y="1676"/>
                  </a:cubicBezTo>
                  <a:cubicBezTo>
                    <a:pt x="115" y="1669"/>
                    <a:pt x="114" y="1669"/>
                    <a:pt x="110" y="1664"/>
                  </a:cubicBezTo>
                  <a:cubicBezTo>
                    <a:pt x="118" y="1661"/>
                    <a:pt x="116" y="1631"/>
                    <a:pt x="109" y="1612"/>
                  </a:cubicBezTo>
                  <a:cubicBezTo>
                    <a:pt x="110" y="1600"/>
                    <a:pt x="118" y="1566"/>
                    <a:pt x="102" y="1535"/>
                  </a:cubicBezTo>
                  <a:cubicBezTo>
                    <a:pt x="93" y="1520"/>
                    <a:pt x="93" y="1503"/>
                    <a:pt x="94" y="1493"/>
                  </a:cubicBezTo>
                  <a:cubicBezTo>
                    <a:pt x="91" y="1481"/>
                    <a:pt x="96" y="1435"/>
                    <a:pt x="104" y="1386"/>
                  </a:cubicBezTo>
                  <a:cubicBezTo>
                    <a:pt x="107" y="1433"/>
                    <a:pt x="125" y="1485"/>
                    <a:pt x="134" y="1572"/>
                  </a:cubicBezTo>
                  <a:cubicBezTo>
                    <a:pt x="142" y="1654"/>
                    <a:pt x="170" y="1711"/>
                    <a:pt x="191" y="1802"/>
                  </a:cubicBezTo>
                  <a:cubicBezTo>
                    <a:pt x="209" y="1883"/>
                    <a:pt x="233" y="1978"/>
                    <a:pt x="230" y="2043"/>
                  </a:cubicBezTo>
                  <a:cubicBezTo>
                    <a:pt x="227" y="2104"/>
                    <a:pt x="229" y="2131"/>
                    <a:pt x="240" y="2173"/>
                  </a:cubicBezTo>
                  <a:cubicBezTo>
                    <a:pt x="249" y="2211"/>
                    <a:pt x="244" y="2387"/>
                    <a:pt x="263" y="2496"/>
                  </a:cubicBezTo>
                  <a:cubicBezTo>
                    <a:pt x="282" y="2605"/>
                    <a:pt x="286" y="2679"/>
                    <a:pt x="292" y="2705"/>
                  </a:cubicBezTo>
                  <a:cubicBezTo>
                    <a:pt x="304" y="2762"/>
                    <a:pt x="293" y="2769"/>
                    <a:pt x="298" y="2797"/>
                  </a:cubicBezTo>
                  <a:cubicBezTo>
                    <a:pt x="303" y="2826"/>
                    <a:pt x="304" y="2822"/>
                    <a:pt x="289" y="2850"/>
                  </a:cubicBezTo>
                  <a:cubicBezTo>
                    <a:pt x="276" y="2869"/>
                    <a:pt x="255" y="2908"/>
                    <a:pt x="248" y="2916"/>
                  </a:cubicBezTo>
                  <a:cubicBezTo>
                    <a:pt x="241" y="2925"/>
                    <a:pt x="244" y="2934"/>
                    <a:pt x="248" y="2939"/>
                  </a:cubicBezTo>
                  <a:cubicBezTo>
                    <a:pt x="242" y="2953"/>
                    <a:pt x="258" y="2960"/>
                    <a:pt x="263" y="2960"/>
                  </a:cubicBezTo>
                  <a:cubicBezTo>
                    <a:pt x="261" y="2976"/>
                    <a:pt x="290" y="2974"/>
                    <a:pt x="297" y="2967"/>
                  </a:cubicBezTo>
                  <a:cubicBezTo>
                    <a:pt x="305" y="2976"/>
                    <a:pt x="327" y="2976"/>
                    <a:pt x="336" y="2965"/>
                  </a:cubicBezTo>
                  <a:cubicBezTo>
                    <a:pt x="350" y="2977"/>
                    <a:pt x="372" y="2981"/>
                    <a:pt x="380" y="2967"/>
                  </a:cubicBezTo>
                  <a:cubicBezTo>
                    <a:pt x="394" y="2945"/>
                    <a:pt x="407" y="2931"/>
                    <a:pt x="406" y="2915"/>
                  </a:cubicBezTo>
                  <a:cubicBezTo>
                    <a:pt x="404" y="2899"/>
                    <a:pt x="407" y="2894"/>
                    <a:pt x="411" y="2875"/>
                  </a:cubicBezTo>
                  <a:cubicBezTo>
                    <a:pt x="414" y="2856"/>
                    <a:pt x="417" y="2841"/>
                    <a:pt x="410" y="2827"/>
                  </a:cubicBezTo>
                  <a:cubicBezTo>
                    <a:pt x="403" y="2813"/>
                    <a:pt x="402" y="2807"/>
                    <a:pt x="402" y="2793"/>
                  </a:cubicBezTo>
                  <a:cubicBezTo>
                    <a:pt x="402" y="2779"/>
                    <a:pt x="407" y="2758"/>
                    <a:pt x="399" y="2741"/>
                  </a:cubicBezTo>
                  <a:cubicBezTo>
                    <a:pt x="390" y="2723"/>
                    <a:pt x="380" y="2682"/>
                    <a:pt x="381" y="2637"/>
                  </a:cubicBezTo>
                  <a:cubicBezTo>
                    <a:pt x="383" y="2592"/>
                    <a:pt x="416" y="2338"/>
                    <a:pt x="402" y="2252"/>
                  </a:cubicBezTo>
                  <a:cubicBezTo>
                    <a:pt x="388" y="2165"/>
                    <a:pt x="393" y="2147"/>
                    <a:pt x="397" y="2118"/>
                  </a:cubicBezTo>
                  <a:cubicBezTo>
                    <a:pt x="400" y="2088"/>
                    <a:pt x="409" y="2040"/>
                    <a:pt x="401" y="1978"/>
                  </a:cubicBezTo>
                  <a:cubicBezTo>
                    <a:pt x="398" y="1954"/>
                    <a:pt x="399" y="1853"/>
                    <a:pt x="400" y="1751"/>
                  </a:cubicBezTo>
                  <a:cubicBezTo>
                    <a:pt x="400" y="1685"/>
                    <a:pt x="419" y="1598"/>
                    <a:pt x="401" y="1580"/>
                  </a:cubicBezTo>
                  <a:cubicBezTo>
                    <a:pt x="401" y="1579"/>
                    <a:pt x="401" y="1579"/>
                    <a:pt x="401" y="1579"/>
                  </a:cubicBezTo>
                  <a:cubicBezTo>
                    <a:pt x="406" y="1581"/>
                    <a:pt x="410" y="1582"/>
                    <a:pt x="415" y="1582"/>
                  </a:cubicBezTo>
                  <a:cubicBezTo>
                    <a:pt x="416" y="1582"/>
                    <a:pt x="416" y="1582"/>
                    <a:pt x="416" y="1582"/>
                  </a:cubicBezTo>
                  <a:cubicBezTo>
                    <a:pt x="421" y="1582"/>
                    <a:pt x="427" y="1581"/>
                    <a:pt x="433" y="1578"/>
                  </a:cubicBezTo>
                  <a:cubicBezTo>
                    <a:pt x="431" y="1580"/>
                    <a:pt x="431" y="1580"/>
                    <a:pt x="431" y="1580"/>
                  </a:cubicBezTo>
                  <a:cubicBezTo>
                    <a:pt x="414" y="1598"/>
                    <a:pt x="432" y="1685"/>
                    <a:pt x="433" y="1751"/>
                  </a:cubicBezTo>
                  <a:cubicBezTo>
                    <a:pt x="433" y="1853"/>
                    <a:pt x="434" y="1954"/>
                    <a:pt x="431" y="1978"/>
                  </a:cubicBezTo>
                  <a:cubicBezTo>
                    <a:pt x="423" y="2040"/>
                    <a:pt x="432" y="2088"/>
                    <a:pt x="436" y="2118"/>
                  </a:cubicBezTo>
                  <a:cubicBezTo>
                    <a:pt x="439" y="2147"/>
                    <a:pt x="444" y="2165"/>
                    <a:pt x="430" y="2252"/>
                  </a:cubicBezTo>
                  <a:cubicBezTo>
                    <a:pt x="416" y="2338"/>
                    <a:pt x="449" y="2592"/>
                    <a:pt x="451" y="2637"/>
                  </a:cubicBezTo>
                  <a:cubicBezTo>
                    <a:pt x="453" y="2682"/>
                    <a:pt x="442" y="2723"/>
                    <a:pt x="434" y="2741"/>
                  </a:cubicBezTo>
                  <a:cubicBezTo>
                    <a:pt x="425" y="2758"/>
                    <a:pt x="430" y="2779"/>
                    <a:pt x="430" y="2793"/>
                  </a:cubicBezTo>
                  <a:cubicBezTo>
                    <a:pt x="430" y="2807"/>
                    <a:pt x="430" y="2813"/>
                    <a:pt x="423" y="2827"/>
                  </a:cubicBezTo>
                  <a:cubicBezTo>
                    <a:pt x="416" y="2841"/>
                    <a:pt x="418" y="2856"/>
                    <a:pt x="422" y="2875"/>
                  </a:cubicBezTo>
                  <a:cubicBezTo>
                    <a:pt x="425" y="2894"/>
                    <a:pt x="429" y="2899"/>
                    <a:pt x="427" y="2915"/>
                  </a:cubicBezTo>
                  <a:cubicBezTo>
                    <a:pt x="425" y="2931"/>
                    <a:pt x="437" y="2939"/>
                    <a:pt x="450" y="2956"/>
                  </a:cubicBezTo>
                  <a:cubicBezTo>
                    <a:pt x="467" y="2979"/>
                    <a:pt x="483" y="2977"/>
                    <a:pt x="496" y="2965"/>
                  </a:cubicBezTo>
                  <a:cubicBezTo>
                    <a:pt x="505" y="2976"/>
                    <a:pt x="527" y="2976"/>
                    <a:pt x="535" y="2967"/>
                  </a:cubicBezTo>
                  <a:cubicBezTo>
                    <a:pt x="542" y="2974"/>
                    <a:pt x="571" y="2976"/>
                    <a:pt x="570" y="2960"/>
                  </a:cubicBezTo>
                  <a:cubicBezTo>
                    <a:pt x="575" y="2960"/>
                    <a:pt x="590" y="2953"/>
                    <a:pt x="585" y="2939"/>
                  </a:cubicBezTo>
                  <a:cubicBezTo>
                    <a:pt x="588" y="2934"/>
                    <a:pt x="592" y="2925"/>
                    <a:pt x="585" y="2916"/>
                  </a:cubicBezTo>
                  <a:cubicBezTo>
                    <a:pt x="578" y="2908"/>
                    <a:pt x="556" y="2869"/>
                    <a:pt x="543" y="2850"/>
                  </a:cubicBezTo>
                  <a:cubicBezTo>
                    <a:pt x="528" y="2822"/>
                    <a:pt x="529" y="2826"/>
                    <a:pt x="534" y="2797"/>
                  </a:cubicBezTo>
                  <a:cubicBezTo>
                    <a:pt x="539" y="2769"/>
                    <a:pt x="528" y="2762"/>
                    <a:pt x="541" y="2705"/>
                  </a:cubicBezTo>
                  <a:cubicBezTo>
                    <a:pt x="546" y="2679"/>
                    <a:pt x="552" y="2613"/>
                    <a:pt x="570" y="2502"/>
                  </a:cubicBezTo>
                  <a:cubicBezTo>
                    <a:pt x="588" y="2389"/>
                    <a:pt x="590" y="2212"/>
                    <a:pt x="593" y="2173"/>
                  </a:cubicBezTo>
                  <a:cubicBezTo>
                    <a:pt x="596" y="2134"/>
                    <a:pt x="608" y="2096"/>
                    <a:pt x="606" y="2028"/>
                  </a:cubicBezTo>
                  <a:cubicBezTo>
                    <a:pt x="603" y="1967"/>
                    <a:pt x="628" y="1856"/>
                    <a:pt x="646" y="1775"/>
                  </a:cubicBezTo>
                  <a:cubicBezTo>
                    <a:pt x="667" y="1684"/>
                    <a:pt x="698" y="1655"/>
                    <a:pt x="707" y="1573"/>
                  </a:cubicBezTo>
                  <a:cubicBezTo>
                    <a:pt x="714" y="1505"/>
                    <a:pt x="726" y="1456"/>
                    <a:pt x="732" y="1413"/>
                  </a:cubicBezTo>
                  <a:cubicBezTo>
                    <a:pt x="738" y="1452"/>
                    <a:pt x="741" y="1483"/>
                    <a:pt x="739" y="1493"/>
                  </a:cubicBezTo>
                  <a:cubicBezTo>
                    <a:pt x="739" y="1503"/>
                    <a:pt x="737" y="1518"/>
                    <a:pt x="731" y="1535"/>
                  </a:cubicBezTo>
                  <a:cubicBezTo>
                    <a:pt x="722" y="1562"/>
                    <a:pt x="723" y="1600"/>
                    <a:pt x="724" y="1612"/>
                  </a:cubicBezTo>
                  <a:cubicBezTo>
                    <a:pt x="721" y="1628"/>
                    <a:pt x="715" y="1661"/>
                    <a:pt x="723" y="1664"/>
                  </a:cubicBezTo>
                  <a:cubicBezTo>
                    <a:pt x="719" y="1669"/>
                    <a:pt x="717" y="1669"/>
                    <a:pt x="719" y="1676"/>
                  </a:cubicBezTo>
                  <a:cubicBezTo>
                    <a:pt x="717" y="1681"/>
                    <a:pt x="716" y="1682"/>
                    <a:pt x="718" y="1686"/>
                  </a:cubicBezTo>
                  <a:cubicBezTo>
                    <a:pt x="721" y="1696"/>
                    <a:pt x="736" y="1686"/>
                    <a:pt x="731" y="1689"/>
                  </a:cubicBezTo>
                  <a:cubicBezTo>
                    <a:pt x="722" y="1694"/>
                    <a:pt x="715" y="1701"/>
                    <a:pt x="719" y="1713"/>
                  </a:cubicBezTo>
                  <a:cubicBezTo>
                    <a:pt x="721" y="1718"/>
                    <a:pt x="742" y="1706"/>
                    <a:pt x="753" y="1702"/>
                  </a:cubicBezTo>
                  <a:cubicBezTo>
                    <a:pt x="770" y="1696"/>
                    <a:pt x="791" y="1686"/>
                    <a:pt x="796" y="1677"/>
                  </a:cubicBezTo>
                  <a:cubicBezTo>
                    <a:pt x="801" y="1668"/>
                    <a:pt x="812" y="1653"/>
                    <a:pt x="815" y="1646"/>
                  </a:cubicBezTo>
                  <a:cubicBezTo>
                    <a:pt x="820" y="1636"/>
                    <a:pt x="819" y="1629"/>
                    <a:pt x="822" y="1622"/>
                  </a:cubicBezTo>
                  <a:cubicBezTo>
                    <a:pt x="826" y="1615"/>
                    <a:pt x="832" y="1607"/>
                    <a:pt x="829" y="1600"/>
                  </a:cubicBezTo>
                  <a:close/>
                  <a:moveTo>
                    <a:pt x="185" y="1045"/>
                  </a:moveTo>
                  <a:cubicBezTo>
                    <a:pt x="186" y="1073"/>
                    <a:pt x="168" y="1110"/>
                    <a:pt x="152" y="1139"/>
                  </a:cubicBezTo>
                  <a:cubicBezTo>
                    <a:pt x="156" y="1090"/>
                    <a:pt x="153" y="1054"/>
                    <a:pt x="155" y="1043"/>
                  </a:cubicBezTo>
                  <a:cubicBezTo>
                    <a:pt x="159" y="1025"/>
                    <a:pt x="179" y="931"/>
                    <a:pt x="185" y="888"/>
                  </a:cubicBezTo>
                  <a:cubicBezTo>
                    <a:pt x="186" y="889"/>
                    <a:pt x="186" y="889"/>
                    <a:pt x="186" y="889"/>
                  </a:cubicBezTo>
                  <a:cubicBezTo>
                    <a:pt x="180" y="948"/>
                    <a:pt x="184" y="1018"/>
                    <a:pt x="185" y="1045"/>
                  </a:cubicBezTo>
                  <a:close/>
                  <a:moveTo>
                    <a:pt x="651" y="1043"/>
                  </a:moveTo>
                  <a:cubicBezTo>
                    <a:pt x="652" y="1018"/>
                    <a:pt x="650" y="985"/>
                    <a:pt x="654" y="932"/>
                  </a:cubicBezTo>
                  <a:cubicBezTo>
                    <a:pt x="647" y="887"/>
                    <a:pt x="647" y="887"/>
                    <a:pt x="647" y="887"/>
                  </a:cubicBezTo>
                  <a:cubicBezTo>
                    <a:pt x="653" y="929"/>
                    <a:pt x="674" y="1025"/>
                    <a:pt x="677" y="1043"/>
                  </a:cubicBezTo>
                  <a:cubicBezTo>
                    <a:pt x="679" y="1054"/>
                    <a:pt x="677" y="1090"/>
                    <a:pt x="681" y="1139"/>
                  </a:cubicBezTo>
                  <a:cubicBezTo>
                    <a:pt x="666" y="1111"/>
                    <a:pt x="649" y="1075"/>
                    <a:pt x="651" y="1043"/>
                  </a:cubicBezTo>
                  <a:close/>
                </a:path>
              </a:pathLst>
            </a:custGeom>
            <a:noFill/>
            <a:ln w="19050" cap="rnd" cmpd="sng">
              <a:solidFill>
                <a:schemeClr val="bg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</p:grpSp>
      <p:grpSp>
        <p:nvGrpSpPr>
          <p:cNvPr id="64520" name="elderly-woman-with-cane-outline">
            <a:extLst>
              <a:ext uri="{FF2B5EF4-FFF2-40B4-BE49-F238E27FC236}">
                <a16:creationId xmlns:a16="http://schemas.microsoft.com/office/drawing/2014/main" id="{A701D5D6-EB9C-46C6-B289-CFD6A19E5C99}"/>
              </a:ext>
            </a:extLst>
          </p:cNvPr>
          <p:cNvGrpSpPr>
            <a:grpSpLocks/>
          </p:cNvGrpSpPr>
          <p:nvPr/>
        </p:nvGrpSpPr>
        <p:grpSpPr bwMode="auto">
          <a:xfrm>
            <a:off x="6716713" y="3106738"/>
            <a:ext cx="1116012" cy="3292475"/>
            <a:chOff x="2605" y="922"/>
            <a:chExt cx="703" cy="2074"/>
          </a:xfrm>
        </p:grpSpPr>
        <p:sp>
          <p:nvSpPr>
            <p:cNvPr id="64524" name="Freeform 74">
              <a:extLst>
                <a:ext uri="{FF2B5EF4-FFF2-40B4-BE49-F238E27FC236}">
                  <a16:creationId xmlns:a16="http://schemas.microsoft.com/office/drawing/2014/main" id="{EE75ECA4-D820-4ED4-95F9-37BBDF72D4E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605" y="922"/>
              <a:ext cx="703" cy="2074"/>
            </a:xfrm>
            <a:custGeom>
              <a:avLst/>
              <a:gdLst>
                <a:gd name="T0" fmla="*/ 780 w 624"/>
                <a:gd name="T1" fmla="*/ 1049 h 1856"/>
                <a:gd name="T2" fmla="*/ 533 w 624"/>
                <a:gd name="T3" fmla="*/ 831 h 1856"/>
                <a:gd name="T4" fmla="*/ 498 w 624"/>
                <a:gd name="T5" fmla="*/ 715 h 1856"/>
                <a:gd name="T6" fmla="*/ 418 w 624"/>
                <a:gd name="T7" fmla="*/ 524 h 1856"/>
                <a:gd name="T8" fmla="*/ 489 w 624"/>
                <a:gd name="T9" fmla="*/ 460 h 1856"/>
                <a:gd name="T10" fmla="*/ 605 w 624"/>
                <a:gd name="T11" fmla="*/ 466 h 1856"/>
                <a:gd name="T12" fmla="*/ 644 w 624"/>
                <a:gd name="T13" fmla="*/ 440 h 1856"/>
                <a:gd name="T14" fmla="*/ 673 w 624"/>
                <a:gd name="T15" fmla="*/ 359 h 1856"/>
                <a:gd name="T16" fmla="*/ 682 w 624"/>
                <a:gd name="T17" fmla="*/ 297 h 1856"/>
                <a:gd name="T18" fmla="*/ 674 w 624"/>
                <a:gd name="T19" fmla="*/ 153 h 1856"/>
                <a:gd name="T20" fmla="*/ 399 w 624"/>
                <a:gd name="T21" fmla="*/ 57 h 1856"/>
                <a:gd name="T22" fmla="*/ 331 w 624"/>
                <a:gd name="T23" fmla="*/ 178 h 1856"/>
                <a:gd name="T24" fmla="*/ 340 w 624"/>
                <a:gd name="T25" fmla="*/ 277 h 1856"/>
                <a:gd name="T26" fmla="*/ 258 w 624"/>
                <a:gd name="T27" fmla="*/ 349 h 1856"/>
                <a:gd name="T28" fmla="*/ 42 w 624"/>
                <a:gd name="T29" fmla="*/ 886 h 1856"/>
                <a:gd name="T30" fmla="*/ 79 w 624"/>
                <a:gd name="T31" fmla="*/ 1250 h 1856"/>
                <a:gd name="T32" fmla="*/ 100 w 624"/>
                <a:gd name="T33" fmla="*/ 1513 h 1856"/>
                <a:gd name="T34" fmla="*/ 128 w 624"/>
                <a:gd name="T35" fmla="*/ 1870 h 1856"/>
                <a:gd name="T36" fmla="*/ 133 w 624"/>
                <a:gd name="T37" fmla="*/ 2232 h 1856"/>
                <a:gd name="T38" fmla="*/ 116 w 624"/>
                <a:gd name="T39" fmla="*/ 2490 h 1856"/>
                <a:gd name="T40" fmla="*/ 133 w 624"/>
                <a:gd name="T41" fmla="*/ 2570 h 1856"/>
                <a:gd name="T42" fmla="*/ 407 w 624"/>
                <a:gd name="T43" fmla="*/ 2575 h 1856"/>
                <a:gd name="T44" fmla="*/ 452 w 624"/>
                <a:gd name="T45" fmla="*/ 2586 h 1856"/>
                <a:gd name="T46" fmla="*/ 468 w 624"/>
                <a:gd name="T47" fmla="*/ 2590 h 1856"/>
                <a:gd name="T48" fmla="*/ 507 w 624"/>
                <a:gd name="T49" fmla="*/ 2574 h 1856"/>
                <a:gd name="T50" fmla="*/ 517 w 624"/>
                <a:gd name="T51" fmla="*/ 2570 h 1856"/>
                <a:gd name="T52" fmla="*/ 498 w 624"/>
                <a:gd name="T53" fmla="*/ 2523 h 1856"/>
                <a:gd name="T54" fmla="*/ 393 w 624"/>
                <a:gd name="T55" fmla="*/ 2492 h 1856"/>
                <a:gd name="T56" fmla="*/ 473 w 624"/>
                <a:gd name="T57" fmla="*/ 2490 h 1856"/>
                <a:gd name="T58" fmla="*/ 455 w 624"/>
                <a:gd name="T59" fmla="*/ 2446 h 1856"/>
                <a:gd name="T60" fmla="*/ 275 w 624"/>
                <a:gd name="T61" fmla="*/ 2357 h 1856"/>
                <a:gd name="T62" fmla="*/ 257 w 624"/>
                <a:gd name="T63" fmla="*/ 2330 h 1856"/>
                <a:gd name="T64" fmla="*/ 303 w 624"/>
                <a:gd name="T65" fmla="*/ 1891 h 1856"/>
                <a:gd name="T66" fmla="*/ 352 w 624"/>
                <a:gd name="T67" fmla="*/ 1529 h 1856"/>
                <a:gd name="T68" fmla="*/ 413 w 624"/>
                <a:gd name="T69" fmla="*/ 1243 h 1856"/>
                <a:gd name="T70" fmla="*/ 513 w 624"/>
                <a:gd name="T71" fmla="*/ 954 h 1856"/>
                <a:gd name="T72" fmla="*/ 697 w 624"/>
                <a:gd name="T73" fmla="*/ 1095 h 1856"/>
                <a:gd name="T74" fmla="*/ 778 w 624"/>
                <a:gd name="T75" fmla="*/ 1139 h 1856"/>
                <a:gd name="T76" fmla="*/ 776 w 624"/>
                <a:gd name="T77" fmla="*/ 1195 h 1856"/>
                <a:gd name="T78" fmla="*/ 773 w 624"/>
                <a:gd name="T79" fmla="*/ 1220 h 1856"/>
                <a:gd name="T80" fmla="*/ 776 w 624"/>
                <a:gd name="T81" fmla="*/ 2556 h 1856"/>
                <a:gd name="T82" fmla="*/ 822 w 624"/>
                <a:gd name="T83" fmla="*/ 1221 h 1856"/>
                <a:gd name="T84" fmla="*/ 882 w 624"/>
                <a:gd name="T85" fmla="*/ 1129 h 1856"/>
                <a:gd name="T86" fmla="*/ 836 w 624"/>
                <a:gd name="T87" fmla="*/ 1189 h 1856"/>
                <a:gd name="T88" fmla="*/ 822 w 624"/>
                <a:gd name="T89" fmla="*/ 1195 h 1856"/>
                <a:gd name="T90" fmla="*/ 836 w 624"/>
                <a:gd name="T91" fmla="*/ 1189 h 1856"/>
                <a:gd name="T92" fmla="*/ 809 w 624"/>
                <a:gd name="T93" fmla="*/ 1134 h 1856"/>
                <a:gd name="T94" fmla="*/ 839 w 624"/>
                <a:gd name="T95" fmla="*/ 1167 h 185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0" t="0" r="r" b="b"/>
              <a:pathLst>
                <a:path w="624" h="1856">
                  <a:moveTo>
                    <a:pt x="605" y="784"/>
                  </a:moveTo>
                  <a:cubicBezTo>
                    <a:pt x="584" y="780"/>
                    <a:pt x="573" y="766"/>
                    <a:pt x="545" y="752"/>
                  </a:cubicBezTo>
                  <a:cubicBezTo>
                    <a:pt x="515" y="737"/>
                    <a:pt x="499" y="714"/>
                    <a:pt x="462" y="678"/>
                  </a:cubicBezTo>
                  <a:cubicBezTo>
                    <a:pt x="424" y="641"/>
                    <a:pt x="419" y="644"/>
                    <a:pt x="373" y="596"/>
                  </a:cubicBezTo>
                  <a:cubicBezTo>
                    <a:pt x="370" y="592"/>
                    <a:pt x="366" y="589"/>
                    <a:pt x="363" y="584"/>
                  </a:cubicBezTo>
                  <a:cubicBezTo>
                    <a:pt x="372" y="574"/>
                    <a:pt x="373" y="555"/>
                    <a:pt x="348" y="513"/>
                  </a:cubicBezTo>
                  <a:cubicBezTo>
                    <a:pt x="327" y="478"/>
                    <a:pt x="313" y="446"/>
                    <a:pt x="301" y="417"/>
                  </a:cubicBezTo>
                  <a:cubicBezTo>
                    <a:pt x="292" y="397"/>
                    <a:pt x="288" y="393"/>
                    <a:pt x="292" y="376"/>
                  </a:cubicBezTo>
                  <a:cubicBezTo>
                    <a:pt x="296" y="359"/>
                    <a:pt x="295" y="352"/>
                    <a:pt x="298" y="339"/>
                  </a:cubicBezTo>
                  <a:cubicBezTo>
                    <a:pt x="301" y="326"/>
                    <a:pt x="318" y="316"/>
                    <a:pt x="342" y="330"/>
                  </a:cubicBezTo>
                  <a:cubicBezTo>
                    <a:pt x="367" y="345"/>
                    <a:pt x="398" y="376"/>
                    <a:pt x="414" y="363"/>
                  </a:cubicBezTo>
                  <a:cubicBezTo>
                    <a:pt x="430" y="350"/>
                    <a:pt x="416" y="346"/>
                    <a:pt x="423" y="334"/>
                  </a:cubicBezTo>
                  <a:cubicBezTo>
                    <a:pt x="429" y="323"/>
                    <a:pt x="433" y="323"/>
                    <a:pt x="438" y="315"/>
                  </a:cubicBezTo>
                  <a:cubicBezTo>
                    <a:pt x="443" y="307"/>
                    <a:pt x="445" y="312"/>
                    <a:pt x="451" y="316"/>
                  </a:cubicBezTo>
                  <a:cubicBezTo>
                    <a:pt x="457" y="320"/>
                    <a:pt x="481" y="323"/>
                    <a:pt x="478" y="300"/>
                  </a:cubicBezTo>
                  <a:cubicBezTo>
                    <a:pt x="476" y="276"/>
                    <a:pt x="470" y="270"/>
                    <a:pt x="470" y="257"/>
                  </a:cubicBezTo>
                  <a:cubicBezTo>
                    <a:pt x="471" y="243"/>
                    <a:pt x="477" y="235"/>
                    <a:pt x="477" y="229"/>
                  </a:cubicBezTo>
                  <a:cubicBezTo>
                    <a:pt x="476" y="223"/>
                    <a:pt x="477" y="213"/>
                    <a:pt x="477" y="213"/>
                  </a:cubicBezTo>
                  <a:cubicBezTo>
                    <a:pt x="477" y="213"/>
                    <a:pt x="482" y="200"/>
                    <a:pt x="480" y="190"/>
                  </a:cubicBezTo>
                  <a:cubicBezTo>
                    <a:pt x="477" y="180"/>
                    <a:pt x="484" y="128"/>
                    <a:pt x="471" y="110"/>
                  </a:cubicBezTo>
                  <a:cubicBezTo>
                    <a:pt x="471" y="110"/>
                    <a:pt x="482" y="64"/>
                    <a:pt x="422" y="33"/>
                  </a:cubicBezTo>
                  <a:cubicBezTo>
                    <a:pt x="362" y="1"/>
                    <a:pt x="296" y="33"/>
                    <a:pt x="279" y="41"/>
                  </a:cubicBezTo>
                  <a:cubicBezTo>
                    <a:pt x="279" y="41"/>
                    <a:pt x="223" y="0"/>
                    <a:pt x="198" y="55"/>
                  </a:cubicBezTo>
                  <a:cubicBezTo>
                    <a:pt x="172" y="111"/>
                    <a:pt x="232" y="127"/>
                    <a:pt x="232" y="127"/>
                  </a:cubicBezTo>
                  <a:cubicBezTo>
                    <a:pt x="232" y="127"/>
                    <a:pt x="229" y="160"/>
                    <a:pt x="239" y="171"/>
                  </a:cubicBezTo>
                  <a:cubicBezTo>
                    <a:pt x="239" y="171"/>
                    <a:pt x="245" y="190"/>
                    <a:pt x="238" y="199"/>
                  </a:cubicBezTo>
                  <a:cubicBezTo>
                    <a:pt x="231" y="207"/>
                    <a:pt x="225" y="211"/>
                    <a:pt x="219" y="220"/>
                  </a:cubicBezTo>
                  <a:cubicBezTo>
                    <a:pt x="213" y="229"/>
                    <a:pt x="193" y="229"/>
                    <a:pt x="180" y="250"/>
                  </a:cubicBezTo>
                  <a:cubicBezTo>
                    <a:pt x="168" y="272"/>
                    <a:pt x="80" y="272"/>
                    <a:pt x="40" y="377"/>
                  </a:cubicBezTo>
                  <a:cubicBezTo>
                    <a:pt x="0" y="483"/>
                    <a:pt x="13" y="568"/>
                    <a:pt x="29" y="635"/>
                  </a:cubicBezTo>
                  <a:cubicBezTo>
                    <a:pt x="45" y="702"/>
                    <a:pt x="37" y="738"/>
                    <a:pt x="23" y="767"/>
                  </a:cubicBezTo>
                  <a:cubicBezTo>
                    <a:pt x="9" y="795"/>
                    <a:pt x="26" y="853"/>
                    <a:pt x="55" y="896"/>
                  </a:cubicBezTo>
                  <a:cubicBezTo>
                    <a:pt x="63" y="908"/>
                    <a:pt x="69" y="928"/>
                    <a:pt x="73" y="950"/>
                  </a:cubicBezTo>
                  <a:cubicBezTo>
                    <a:pt x="77" y="997"/>
                    <a:pt x="69" y="1058"/>
                    <a:pt x="70" y="1085"/>
                  </a:cubicBezTo>
                  <a:cubicBezTo>
                    <a:pt x="72" y="1110"/>
                    <a:pt x="80" y="1226"/>
                    <a:pt x="88" y="1276"/>
                  </a:cubicBezTo>
                  <a:cubicBezTo>
                    <a:pt x="93" y="1312"/>
                    <a:pt x="84" y="1316"/>
                    <a:pt x="90" y="1340"/>
                  </a:cubicBezTo>
                  <a:cubicBezTo>
                    <a:pt x="97" y="1364"/>
                    <a:pt x="84" y="1385"/>
                    <a:pt x="80" y="1422"/>
                  </a:cubicBezTo>
                  <a:cubicBezTo>
                    <a:pt x="72" y="1495"/>
                    <a:pt x="90" y="1553"/>
                    <a:pt x="93" y="1599"/>
                  </a:cubicBezTo>
                  <a:cubicBezTo>
                    <a:pt x="96" y="1646"/>
                    <a:pt x="100" y="1696"/>
                    <a:pt x="86" y="1716"/>
                  </a:cubicBezTo>
                  <a:cubicBezTo>
                    <a:pt x="73" y="1736"/>
                    <a:pt x="56" y="1780"/>
                    <a:pt x="81" y="1784"/>
                  </a:cubicBezTo>
                  <a:cubicBezTo>
                    <a:pt x="84" y="1784"/>
                    <a:pt x="87" y="1784"/>
                    <a:pt x="90" y="1784"/>
                  </a:cubicBezTo>
                  <a:cubicBezTo>
                    <a:pt x="79" y="1807"/>
                    <a:pt x="71" y="1838"/>
                    <a:pt x="93" y="1842"/>
                  </a:cubicBezTo>
                  <a:cubicBezTo>
                    <a:pt x="120" y="1846"/>
                    <a:pt x="155" y="1829"/>
                    <a:pt x="179" y="1832"/>
                  </a:cubicBezTo>
                  <a:cubicBezTo>
                    <a:pt x="203" y="1834"/>
                    <a:pt x="268" y="1853"/>
                    <a:pt x="284" y="1845"/>
                  </a:cubicBezTo>
                  <a:cubicBezTo>
                    <a:pt x="290" y="1850"/>
                    <a:pt x="301" y="1853"/>
                    <a:pt x="306" y="1855"/>
                  </a:cubicBezTo>
                  <a:cubicBezTo>
                    <a:pt x="310" y="1855"/>
                    <a:pt x="313" y="1853"/>
                    <a:pt x="316" y="1853"/>
                  </a:cubicBezTo>
                  <a:cubicBezTo>
                    <a:pt x="317" y="1853"/>
                    <a:pt x="319" y="1855"/>
                    <a:pt x="320" y="1855"/>
                  </a:cubicBezTo>
                  <a:cubicBezTo>
                    <a:pt x="322" y="1856"/>
                    <a:pt x="324" y="1856"/>
                    <a:pt x="327" y="1856"/>
                  </a:cubicBezTo>
                  <a:cubicBezTo>
                    <a:pt x="330" y="1856"/>
                    <a:pt x="344" y="1853"/>
                    <a:pt x="339" y="1847"/>
                  </a:cubicBezTo>
                  <a:cubicBezTo>
                    <a:pt x="344" y="1846"/>
                    <a:pt x="350" y="1848"/>
                    <a:pt x="354" y="1844"/>
                  </a:cubicBezTo>
                  <a:cubicBezTo>
                    <a:pt x="355" y="1843"/>
                    <a:pt x="355" y="1843"/>
                    <a:pt x="356" y="1842"/>
                  </a:cubicBezTo>
                  <a:cubicBezTo>
                    <a:pt x="357" y="1842"/>
                    <a:pt x="359" y="1842"/>
                    <a:pt x="361" y="1842"/>
                  </a:cubicBezTo>
                  <a:cubicBezTo>
                    <a:pt x="378" y="1839"/>
                    <a:pt x="369" y="1822"/>
                    <a:pt x="367" y="1813"/>
                  </a:cubicBezTo>
                  <a:cubicBezTo>
                    <a:pt x="364" y="1804"/>
                    <a:pt x="348" y="1809"/>
                    <a:pt x="348" y="1809"/>
                  </a:cubicBezTo>
                  <a:cubicBezTo>
                    <a:pt x="348" y="1809"/>
                    <a:pt x="321" y="1817"/>
                    <a:pt x="308" y="1809"/>
                  </a:cubicBezTo>
                  <a:cubicBezTo>
                    <a:pt x="303" y="1805"/>
                    <a:pt x="290" y="1797"/>
                    <a:pt x="275" y="1786"/>
                  </a:cubicBezTo>
                  <a:cubicBezTo>
                    <a:pt x="282" y="1789"/>
                    <a:pt x="289" y="1795"/>
                    <a:pt x="297" y="1789"/>
                  </a:cubicBezTo>
                  <a:cubicBezTo>
                    <a:pt x="311" y="1780"/>
                    <a:pt x="315" y="1786"/>
                    <a:pt x="331" y="1784"/>
                  </a:cubicBezTo>
                  <a:cubicBezTo>
                    <a:pt x="347" y="1781"/>
                    <a:pt x="339" y="1765"/>
                    <a:pt x="336" y="1757"/>
                  </a:cubicBezTo>
                  <a:cubicBezTo>
                    <a:pt x="333" y="1749"/>
                    <a:pt x="319" y="1753"/>
                    <a:pt x="319" y="1753"/>
                  </a:cubicBezTo>
                  <a:cubicBezTo>
                    <a:pt x="319" y="1753"/>
                    <a:pt x="293" y="1761"/>
                    <a:pt x="281" y="1753"/>
                  </a:cubicBezTo>
                  <a:cubicBezTo>
                    <a:pt x="269" y="1745"/>
                    <a:pt x="211" y="1705"/>
                    <a:pt x="193" y="1689"/>
                  </a:cubicBezTo>
                  <a:cubicBezTo>
                    <a:pt x="188" y="1684"/>
                    <a:pt x="183" y="1679"/>
                    <a:pt x="179" y="1673"/>
                  </a:cubicBezTo>
                  <a:cubicBezTo>
                    <a:pt x="179" y="1672"/>
                    <a:pt x="179" y="1671"/>
                    <a:pt x="179" y="1670"/>
                  </a:cubicBezTo>
                  <a:cubicBezTo>
                    <a:pt x="178" y="1643"/>
                    <a:pt x="209" y="1472"/>
                    <a:pt x="206" y="1440"/>
                  </a:cubicBezTo>
                  <a:cubicBezTo>
                    <a:pt x="203" y="1407"/>
                    <a:pt x="233" y="1409"/>
                    <a:pt x="212" y="1355"/>
                  </a:cubicBezTo>
                  <a:cubicBezTo>
                    <a:pt x="201" y="1326"/>
                    <a:pt x="216" y="1302"/>
                    <a:pt x="219" y="1284"/>
                  </a:cubicBezTo>
                  <a:cubicBezTo>
                    <a:pt x="222" y="1265"/>
                    <a:pt x="254" y="1169"/>
                    <a:pt x="246" y="1095"/>
                  </a:cubicBezTo>
                  <a:cubicBezTo>
                    <a:pt x="242" y="1053"/>
                    <a:pt x="259" y="969"/>
                    <a:pt x="266" y="954"/>
                  </a:cubicBezTo>
                  <a:cubicBezTo>
                    <a:pt x="274" y="940"/>
                    <a:pt x="289" y="927"/>
                    <a:pt x="289" y="890"/>
                  </a:cubicBezTo>
                  <a:cubicBezTo>
                    <a:pt x="289" y="890"/>
                    <a:pt x="353" y="867"/>
                    <a:pt x="364" y="738"/>
                  </a:cubicBezTo>
                  <a:cubicBezTo>
                    <a:pt x="365" y="716"/>
                    <a:pt x="363" y="698"/>
                    <a:pt x="359" y="684"/>
                  </a:cubicBezTo>
                  <a:cubicBezTo>
                    <a:pt x="388" y="703"/>
                    <a:pt x="438" y="730"/>
                    <a:pt x="455" y="744"/>
                  </a:cubicBezTo>
                  <a:cubicBezTo>
                    <a:pt x="475" y="761"/>
                    <a:pt x="481" y="760"/>
                    <a:pt x="487" y="785"/>
                  </a:cubicBezTo>
                  <a:cubicBezTo>
                    <a:pt x="494" y="810"/>
                    <a:pt x="505" y="823"/>
                    <a:pt x="529" y="819"/>
                  </a:cubicBezTo>
                  <a:cubicBezTo>
                    <a:pt x="534" y="818"/>
                    <a:pt x="539" y="817"/>
                    <a:pt x="544" y="816"/>
                  </a:cubicBezTo>
                  <a:cubicBezTo>
                    <a:pt x="536" y="820"/>
                    <a:pt x="531" y="828"/>
                    <a:pt x="531" y="836"/>
                  </a:cubicBezTo>
                  <a:cubicBezTo>
                    <a:pt x="531" y="845"/>
                    <a:pt x="536" y="852"/>
                    <a:pt x="543" y="856"/>
                  </a:cubicBezTo>
                  <a:cubicBezTo>
                    <a:pt x="543" y="865"/>
                    <a:pt x="543" y="865"/>
                    <a:pt x="543" y="865"/>
                  </a:cubicBezTo>
                  <a:cubicBezTo>
                    <a:pt x="536" y="866"/>
                    <a:pt x="532" y="871"/>
                    <a:pt x="541" y="874"/>
                  </a:cubicBezTo>
                  <a:cubicBezTo>
                    <a:pt x="541" y="874"/>
                    <a:pt x="542" y="875"/>
                    <a:pt x="543" y="875"/>
                  </a:cubicBezTo>
                  <a:cubicBezTo>
                    <a:pt x="543" y="1832"/>
                    <a:pt x="543" y="1832"/>
                    <a:pt x="543" y="1832"/>
                  </a:cubicBezTo>
                  <a:cubicBezTo>
                    <a:pt x="575" y="1832"/>
                    <a:pt x="575" y="1832"/>
                    <a:pt x="575" y="1832"/>
                  </a:cubicBezTo>
                  <a:cubicBezTo>
                    <a:pt x="575" y="875"/>
                    <a:pt x="575" y="875"/>
                    <a:pt x="575" y="875"/>
                  </a:cubicBezTo>
                  <a:cubicBezTo>
                    <a:pt x="588" y="871"/>
                    <a:pt x="595" y="862"/>
                    <a:pt x="596" y="853"/>
                  </a:cubicBezTo>
                  <a:cubicBezTo>
                    <a:pt x="597" y="837"/>
                    <a:pt x="606" y="828"/>
                    <a:pt x="617" y="809"/>
                  </a:cubicBezTo>
                  <a:cubicBezTo>
                    <a:pt x="623" y="799"/>
                    <a:pt x="624" y="787"/>
                    <a:pt x="605" y="784"/>
                  </a:cubicBezTo>
                  <a:close/>
                  <a:moveTo>
                    <a:pt x="585" y="852"/>
                  </a:moveTo>
                  <a:cubicBezTo>
                    <a:pt x="584" y="855"/>
                    <a:pt x="580" y="857"/>
                    <a:pt x="575" y="859"/>
                  </a:cubicBezTo>
                  <a:cubicBezTo>
                    <a:pt x="575" y="856"/>
                    <a:pt x="575" y="856"/>
                    <a:pt x="575" y="856"/>
                  </a:cubicBezTo>
                  <a:cubicBezTo>
                    <a:pt x="580" y="853"/>
                    <a:pt x="584" y="848"/>
                    <a:pt x="586" y="843"/>
                  </a:cubicBezTo>
                  <a:cubicBezTo>
                    <a:pt x="585" y="846"/>
                    <a:pt x="585" y="849"/>
                    <a:pt x="585" y="852"/>
                  </a:cubicBezTo>
                  <a:close/>
                  <a:moveTo>
                    <a:pt x="587" y="836"/>
                  </a:moveTo>
                  <a:cubicBezTo>
                    <a:pt x="587" y="825"/>
                    <a:pt x="577" y="816"/>
                    <a:pt x="565" y="813"/>
                  </a:cubicBezTo>
                  <a:cubicBezTo>
                    <a:pt x="579" y="812"/>
                    <a:pt x="589" y="811"/>
                    <a:pt x="589" y="814"/>
                  </a:cubicBezTo>
                  <a:cubicBezTo>
                    <a:pt x="589" y="818"/>
                    <a:pt x="588" y="827"/>
                    <a:pt x="587" y="836"/>
                  </a:cubicBezTo>
                  <a:close/>
                </a:path>
              </a:pathLst>
            </a:custGeom>
            <a:noFill/>
            <a:ln w="19050" cmpd="sng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B1DFF5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64525" name="Freeform 75">
              <a:extLst>
                <a:ext uri="{FF2B5EF4-FFF2-40B4-BE49-F238E27FC236}">
                  <a16:creationId xmlns:a16="http://schemas.microsoft.com/office/drawing/2014/main" id="{ADB55260-F2EC-4CF4-8F17-C11EE9094EF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605" y="922"/>
              <a:ext cx="703" cy="2074"/>
            </a:xfrm>
            <a:custGeom>
              <a:avLst/>
              <a:gdLst>
                <a:gd name="T0" fmla="*/ 780 w 624"/>
                <a:gd name="T1" fmla="*/ 1049 h 1856"/>
                <a:gd name="T2" fmla="*/ 533 w 624"/>
                <a:gd name="T3" fmla="*/ 831 h 1856"/>
                <a:gd name="T4" fmla="*/ 498 w 624"/>
                <a:gd name="T5" fmla="*/ 715 h 1856"/>
                <a:gd name="T6" fmla="*/ 418 w 624"/>
                <a:gd name="T7" fmla="*/ 524 h 1856"/>
                <a:gd name="T8" fmla="*/ 489 w 624"/>
                <a:gd name="T9" fmla="*/ 460 h 1856"/>
                <a:gd name="T10" fmla="*/ 605 w 624"/>
                <a:gd name="T11" fmla="*/ 466 h 1856"/>
                <a:gd name="T12" fmla="*/ 644 w 624"/>
                <a:gd name="T13" fmla="*/ 440 h 1856"/>
                <a:gd name="T14" fmla="*/ 673 w 624"/>
                <a:gd name="T15" fmla="*/ 359 h 1856"/>
                <a:gd name="T16" fmla="*/ 682 w 624"/>
                <a:gd name="T17" fmla="*/ 297 h 1856"/>
                <a:gd name="T18" fmla="*/ 674 w 624"/>
                <a:gd name="T19" fmla="*/ 153 h 1856"/>
                <a:gd name="T20" fmla="*/ 399 w 624"/>
                <a:gd name="T21" fmla="*/ 57 h 1856"/>
                <a:gd name="T22" fmla="*/ 331 w 624"/>
                <a:gd name="T23" fmla="*/ 178 h 1856"/>
                <a:gd name="T24" fmla="*/ 340 w 624"/>
                <a:gd name="T25" fmla="*/ 277 h 1856"/>
                <a:gd name="T26" fmla="*/ 258 w 624"/>
                <a:gd name="T27" fmla="*/ 349 h 1856"/>
                <a:gd name="T28" fmla="*/ 42 w 624"/>
                <a:gd name="T29" fmla="*/ 886 h 1856"/>
                <a:gd name="T30" fmla="*/ 79 w 624"/>
                <a:gd name="T31" fmla="*/ 1250 h 1856"/>
                <a:gd name="T32" fmla="*/ 100 w 624"/>
                <a:gd name="T33" fmla="*/ 1513 h 1856"/>
                <a:gd name="T34" fmla="*/ 128 w 624"/>
                <a:gd name="T35" fmla="*/ 1870 h 1856"/>
                <a:gd name="T36" fmla="*/ 133 w 624"/>
                <a:gd name="T37" fmla="*/ 2232 h 1856"/>
                <a:gd name="T38" fmla="*/ 116 w 624"/>
                <a:gd name="T39" fmla="*/ 2490 h 1856"/>
                <a:gd name="T40" fmla="*/ 133 w 624"/>
                <a:gd name="T41" fmla="*/ 2570 h 1856"/>
                <a:gd name="T42" fmla="*/ 407 w 624"/>
                <a:gd name="T43" fmla="*/ 2575 h 1856"/>
                <a:gd name="T44" fmla="*/ 452 w 624"/>
                <a:gd name="T45" fmla="*/ 2586 h 1856"/>
                <a:gd name="T46" fmla="*/ 468 w 624"/>
                <a:gd name="T47" fmla="*/ 2590 h 1856"/>
                <a:gd name="T48" fmla="*/ 507 w 624"/>
                <a:gd name="T49" fmla="*/ 2574 h 1856"/>
                <a:gd name="T50" fmla="*/ 517 w 624"/>
                <a:gd name="T51" fmla="*/ 2570 h 1856"/>
                <a:gd name="T52" fmla="*/ 498 w 624"/>
                <a:gd name="T53" fmla="*/ 2523 h 1856"/>
                <a:gd name="T54" fmla="*/ 393 w 624"/>
                <a:gd name="T55" fmla="*/ 2492 h 1856"/>
                <a:gd name="T56" fmla="*/ 473 w 624"/>
                <a:gd name="T57" fmla="*/ 2490 h 1856"/>
                <a:gd name="T58" fmla="*/ 455 w 624"/>
                <a:gd name="T59" fmla="*/ 2446 h 1856"/>
                <a:gd name="T60" fmla="*/ 275 w 624"/>
                <a:gd name="T61" fmla="*/ 2357 h 1856"/>
                <a:gd name="T62" fmla="*/ 257 w 624"/>
                <a:gd name="T63" fmla="*/ 2330 h 1856"/>
                <a:gd name="T64" fmla="*/ 303 w 624"/>
                <a:gd name="T65" fmla="*/ 1891 h 1856"/>
                <a:gd name="T66" fmla="*/ 352 w 624"/>
                <a:gd name="T67" fmla="*/ 1529 h 1856"/>
                <a:gd name="T68" fmla="*/ 413 w 624"/>
                <a:gd name="T69" fmla="*/ 1243 h 1856"/>
                <a:gd name="T70" fmla="*/ 513 w 624"/>
                <a:gd name="T71" fmla="*/ 954 h 1856"/>
                <a:gd name="T72" fmla="*/ 697 w 624"/>
                <a:gd name="T73" fmla="*/ 1095 h 1856"/>
                <a:gd name="T74" fmla="*/ 778 w 624"/>
                <a:gd name="T75" fmla="*/ 1139 h 1856"/>
                <a:gd name="T76" fmla="*/ 776 w 624"/>
                <a:gd name="T77" fmla="*/ 1195 h 1856"/>
                <a:gd name="T78" fmla="*/ 773 w 624"/>
                <a:gd name="T79" fmla="*/ 1220 h 1856"/>
                <a:gd name="T80" fmla="*/ 776 w 624"/>
                <a:gd name="T81" fmla="*/ 2556 h 1856"/>
                <a:gd name="T82" fmla="*/ 822 w 624"/>
                <a:gd name="T83" fmla="*/ 1221 h 1856"/>
                <a:gd name="T84" fmla="*/ 882 w 624"/>
                <a:gd name="T85" fmla="*/ 1129 h 1856"/>
                <a:gd name="T86" fmla="*/ 836 w 624"/>
                <a:gd name="T87" fmla="*/ 1189 h 1856"/>
                <a:gd name="T88" fmla="*/ 822 w 624"/>
                <a:gd name="T89" fmla="*/ 1195 h 1856"/>
                <a:gd name="T90" fmla="*/ 836 w 624"/>
                <a:gd name="T91" fmla="*/ 1189 h 1856"/>
                <a:gd name="T92" fmla="*/ 809 w 624"/>
                <a:gd name="T93" fmla="*/ 1134 h 1856"/>
                <a:gd name="T94" fmla="*/ 839 w 624"/>
                <a:gd name="T95" fmla="*/ 1167 h 185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0" t="0" r="r" b="b"/>
              <a:pathLst>
                <a:path w="624" h="1856">
                  <a:moveTo>
                    <a:pt x="605" y="784"/>
                  </a:moveTo>
                  <a:cubicBezTo>
                    <a:pt x="584" y="780"/>
                    <a:pt x="573" y="766"/>
                    <a:pt x="545" y="752"/>
                  </a:cubicBezTo>
                  <a:cubicBezTo>
                    <a:pt x="515" y="737"/>
                    <a:pt x="499" y="714"/>
                    <a:pt x="462" y="678"/>
                  </a:cubicBezTo>
                  <a:cubicBezTo>
                    <a:pt x="424" y="641"/>
                    <a:pt x="419" y="644"/>
                    <a:pt x="373" y="596"/>
                  </a:cubicBezTo>
                  <a:cubicBezTo>
                    <a:pt x="370" y="592"/>
                    <a:pt x="366" y="589"/>
                    <a:pt x="363" y="584"/>
                  </a:cubicBezTo>
                  <a:cubicBezTo>
                    <a:pt x="372" y="574"/>
                    <a:pt x="373" y="555"/>
                    <a:pt x="348" y="513"/>
                  </a:cubicBezTo>
                  <a:cubicBezTo>
                    <a:pt x="327" y="478"/>
                    <a:pt x="313" y="446"/>
                    <a:pt x="301" y="417"/>
                  </a:cubicBezTo>
                  <a:cubicBezTo>
                    <a:pt x="292" y="397"/>
                    <a:pt x="288" y="393"/>
                    <a:pt x="292" y="376"/>
                  </a:cubicBezTo>
                  <a:cubicBezTo>
                    <a:pt x="296" y="359"/>
                    <a:pt x="295" y="352"/>
                    <a:pt x="298" y="339"/>
                  </a:cubicBezTo>
                  <a:cubicBezTo>
                    <a:pt x="301" y="326"/>
                    <a:pt x="318" y="316"/>
                    <a:pt x="342" y="330"/>
                  </a:cubicBezTo>
                  <a:cubicBezTo>
                    <a:pt x="367" y="345"/>
                    <a:pt x="398" y="376"/>
                    <a:pt x="414" y="363"/>
                  </a:cubicBezTo>
                  <a:cubicBezTo>
                    <a:pt x="430" y="350"/>
                    <a:pt x="416" y="346"/>
                    <a:pt x="423" y="334"/>
                  </a:cubicBezTo>
                  <a:cubicBezTo>
                    <a:pt x="429" y="323"/>
                    <a:pt x="433" y="323"/>
                    <a:pt x="438" y="315"/>
                  </a:cubicBezTo>
                  <a:cubicBezTo>
                    <a:pt x="443" y="307"/>
                    <a:pt x="445" y="312"/>
                    <a:pt x="451" y="316"/>
                  </a:cubicBezTo>
                  <a:cubicBezTo>
                    <a:pt x="457" y="320"/>
                    <a:pt x="481" y="323"/>
                    <a:pt x="478" y="300"/>
                  </a:cubicBezTo>
                  <a:cubicBezTo>
                    <a:pt x="476" y="276"/>
                    <a:pt x="470" y="270"/>
                    <a:pt x="470" y="257"/>
                  </a:cubicBezTo>
                  <a:cubicBezTo>
                    <a:pt x="471" y="243"/>
                    <a:pt x="477" y="235"/>
                    <a:pt x="477" y="229"/>
                  </a:cubicBezTo>
                  <a:cubicBezTo>
                    <a:pt x="476" y="223"/>
                    <a:pt x="477" y="213"/>
                    <a:pt x="477" y="213"/>
                  </a:cubicBezTo>
                  <a:cubicBezTo>
                    <a:pt x="477" y="213"/>
                    <a:pt x="482" y="200"/>
                    <a:pt x="480" y="190"/>
                  </a:cubicBezTo>
                  <a:cubicBezTo>
                    <a:pt x="477" y="180"/>
                    <a:pt x="484" y="128"/>
                    <a:pt x="471" y="110"/>
                  </a:cubicBezTo>
                  <a:cubicBezTo>
                    <a:pt x="471" y="110"/>
                    <a:pt x="482" y="64"/>
                    <a:pt x="422" y="33"/>
                  </a:cubicBezTo>
                  <a:cubicBezTo>
                    <a:pt x="362" y="1"/>
                    <a:pt x="296" y="33"/>
                    <a:pt x="279" y="41"/>
                  </a:cubicBezTo>
                  <a:cubicBezTo>
                    <a:pt x="279" y="41"/>
                    <a:pt x="223" y="0"/>
                    <a:pt x="198" y="55"/>
                  </a:cubicBezTo>
                  <a:cubicBezTo>
                    <a:pt x="172" y="111"/>
                    <a:pt x="232" y="127"/>
                    <a:pt x="232" y="127"/>
                  </a:cubicBezTo>
                  <a:cubicBezTo>
                    <a:pt x="232" y="127"/>
                    <a:pt x="229" y="160"/>
                    <a:pt x="239" y="171"/>
                  </a:cubicBezTo>
                  <a:cubicBezTo>
                    <a:pt x="239" y="171"/>
                    <a:pt x="245" y="190"/>
                    <a:pt x="238" y="199"/>
                  </a:cubicBezTo>
                  <a:cubicBezTo>
                    <a:pt x="231" y="207"/>
                    <a:pt x="225" y="211"/>
                    <a:pt x="219" y="220"/>
                  </a:cubicBezTo>
                  <a:cubicBezTo>
                    <a:pt x="213" y="229"/>
                    <a:pt x="193" y="229"/>
                    <a:pt x="180" y="250"/>
                  </a:cubicBezTo>
                  <a:cubicBezTo>
                    <a:pt x="168" y="272"/>
                    <a:pt x="80" y="272"/>
                    <a:pt x="40" y="377"/>
                  </a:cubicBezTo>
                  <a:cubicBezTo>
                    <a:pt x="0" y="483"/>
                    <a:pt x="13" y="568"/>
                    <a:pt x="29" y="635"/>
                  </a:cubicBezTo>
                  <a:cubicBezTo>
                    <a:pt x="45" y="702"/>
                    <a:pt x="37" y="738"/>
                    <a:pt x="23" y="767"/>
                  </a:cubicBezTo>
                  <a:cubicBezTo>
                    <a:pt x="9" y="795"/>
                    <a:pt x="26" y="853"/>
                    <a:pt x="55" y="896"/>
                  </a:cubicBezTo>
                  <a:cubicBezTo>
                    <a:pt x="63" y="908"/>
                    <a:pt x="69" y="928"/>
                    <a:pt x="73" y="950"/>
                  </a:cubicBezTo>
                  <a:cubicBezTo>
                    <a:pt x="77" y="997"/>
                    <a:pt x="69" y="1058"/>
                    <a:pt x="70" y="1085"/>
                  </a:cubicBezTo>
                  <a:cubicBezTo>
                    <a:pt x="72" y="1110"/>
                    <a:pt x="80" y="1226"/>
                    <a:pt x="88" y="1276"/>
                  </a:cubicBezTo>
                  <a:cubicBezTo>
                    <a:pt x="93" y="1312"/>
                    <a:pt x="84" y="1316"/>
                    <a:pt x="90" y="1340"/>
                  </a:cubicBezTo>
                  <a:cubicBezTo>
                    <a:pt x="97" y="1364"/>
                    <a:pt x="84" y="1385"/>
                    <a:pt x="80" y="1422"/>
                  </a:cubicBezTo>
                  <a:cubicBezTo>
                    <a:pt x="72" y="1495"/>
                    <a:pt x="90" y="1553"/>
                    <a:pt x="93" y="1599"/>
                  </a:cubicBezTo>
                  <a:cubicBezTo>
                    <a:pt x="96" y="1646"/>
                    <a:pt x="100" y="1696"/>
                    <a:pt x="86" y="1716"/>
                  </a:cubicBezTo>
                  <a:cubicBezTo>
                    <a:pt x="73" y="1736"/>
                    <a:pt x="56" y="1780"/>
                    <a:pt x="81" y="1784"/>
                  </a:cubicBezTo>
                  <a:cubicBezTo>
                    <a:pt x="84" y="1784"/>
                    <a:pt x="87" y="1784"/>
                    <a:pt x="90" y="1784"/>
                  </a:cubicBezTo>
                  <a:cubicBezTo>
                    <a:pt x="79" y="1807"/>
                    <a:pt x="71" y="1838"/>
                    <a:pt x="93" y="1842"/>
                  </a:cubicBezTo>
                  <a:cubicBezTo>
                    <a:pt x="120" y="1846"/>
                    <a:pt x="155" y="1829"/>
                    <a:pt x="179" y="1832"/>
                  </a:cubicBezTo>
                  <a:cubicBezTo>
                    <a:pt x="203" y="1834"/>
                    <a:pt x="268" y="1853"/>
                    <a:pt x="284" y="1845"/>
                  </a:cubicBezTo>
                  <a:cubicBezTo>
                    <a:pt x="290" y="1850"/>
                    <a:pt x="301" y="1853"/>
                    <a:pt x="306" y="1855"/>
                  </a:cubicBezTo>
                  <a:cubicBezTo>
                    <a:pt x="310" y="1855"/>
                    <a:pt x="313" y="1853"/>
                    <a:pt x="316" y="1853"/>
                  </a:cubicBezTo>
                  <a:cubicBezTo>
                    <a:pt x="317" y="1853"/>
                    <a:pt x="319" y="1855"/>
                    <a:pt x="320" y="1855"/>
                  </a:cubicBezTo>
                  <a:cubicBezTo>
                    <a:pt x="322" y="1856"/>
                    <a:pt x="324" y="1856"/>
                    <a:pt x="327" y="1856"/>
                  </a:cubicBezTo>
                  <a:cubicBezTo>
                    <a:pt x="330" y="1856"/>
                    <a:pt x="344" y="1853"/>
                    <a:pt x="339" y="1847"/>
                  </a:cubicBezTo>
                  <a:cubicBezTo>
                    <a:pt x="344" y="1846"/>
                    <a:pt x="350" y="1848"/>
                    <a:pt x="354" y="1844"/>
                  </a:cubicBezTo>
                  <a:cubicBezTo>
                    <a:pt x="355" y="1843"/>
                    <a:pt x="355" y="1843"/>
                    <a:pt x="356" y="1842"/>
                  </a:cubicBezTo>
                  <a:cubicBezTo>
                    <a:pt x="357" y="1842"/>
                    <a:pt x="359" y="1842"/>
                    <a:pt x="361" y="1842"/>
                  </a:cubicBezTo>
                  <a:cubicBezTo>
                    <a:pt x="378" y="1839"/>
                    <a:pt x="369" y="1822"/>
                    <a:pt x="367" y="1813"/>
                  </a:cubicBezTo>
                  <a:cubicBezTo>
                    <a:pt x="364" y="1804"/>
                    <a:pt x="348" y="1809"/>
                    <a:pt x="348" y="1809"/>
                  </a:cubicBezTo>
                  <a:cubicBezTo>
                    <a:pt x="348" y="1809"/>
                    <a:pt x="321" y="1817"/>
                    <a:pt x="308" y="1809"/>
                  </a:cubicBezTo>
                  <a:cubicBezTo>
                    <a:pt x="303" y="1805"/>
                    <a:pt x="290" y="1797"/>
                    <a:pt x="275" y="1786"/>
                  </a:cubicBezTo>
                  <a:cubicBezTo>
                    <a:pt x="282" y="1789"/>
                    <a:pt x="289" y="1795"/>
                    <a:pt x="297" y="1789"/>
                  </a:cubicBezTo>
                  <a:cubicBezTo>
                    <a:pt x="311" y="1780"/>
                    <a:pt x="315" y="1786"/>
                    <a:pt x="331" y="1784"/>
                  </a:cubicBezTo>
                  <a:cubicBezTo>
                    <a:pt x="347" y="1781"/>
                    <a:pt x="339" y="1765"/>
                    <a:pt x="336" y="1757"/>
                  </a:cubicBezTo>
                  <a:cubicBezTo>
                    <a:pt x="333" y="1749"/>
                    <a:pt x="319" y="1753"/>
                    <a:pt x="319" y="1753"/>
                  </a:cubicBezTo>
                  <a:cubicBezTo>
                    <a:pt x="319" y="1753"/>
                    <a:pt x="293" y="1761"/>
                    <a:pt x="281" y="1753"/>
                  </a:cubicBezTo>
                  <a:cubicBezTo>
                    <a:pt x="269" y="1745"/>
                    <a:pt x="211" y="1705"/>
                    <a:pt x="193" y="1689"/>
                  </a:cubicBezTo>
                  <a:cubicBezTo>
                    <a:pt x="188" y="1684"/>
                    <a:pt x="183" y="1679"/>
                    <a:pt x="179" y="1673"/>
                  </a:cubicBezTo>
                  <a:cubicBezTo>
                    <a:pt x="179" y="1672"/>
                    <a:pt x="179" y="1671"/>
                    <a:pt x="179" y="1670"/>
                  </a:cubicBezTo>
                  <a:cubicBezTo>
                    <a:pt x="178" y="1643"/>
                    <a:pt x="209" y="1472"/>
                    <a:pt x="206" y="1440"/>
                  </a:cubicBezTo>
                  <a:cubicBezTo>
                    <a:pt x="203" y="1407"/>
                    <a:pt x="233" y="1409"/>
                    <a:pt x="212" y="1355"/>
                  </a:cubicBezTo>
                  <a:cubicBezTo>
                    <a:pt x="201" y="1326"/>
                    <a:pt x="216" y="1302"/>
                    <a:pt x="219" y="1284"/>
                  </a:cubicBezTo>
                  <a:cubicBezTo>
                    <a:pt x="222" y="1265"/>
                    <a:pt x="254" y="1169"/>
                    <a:pt x="246" y="1095"/>
                  </a:cubicBezTo>
                  <a:cubicBezTo>
                    <a:pt x="242" y="1053"/>
                    <a:pt x="259" y="969"/>
                    <a:pt x="266" y="954"/>
                  </a:cubicBezTo>
                  <a:cubicBezTo>
                    <a:pt x="274" y="940"/>
                    <a:pt x="289" y="927"/>
                    <a:pt x="289" y="890"/>
                  </a:cubicBezTo>
                  <a:cubicBezTo>
                    <a:pt x="289" y="890"/>
                    <a:pt x="353" y="867"/>
                    <a:pt x="364" y="738"/>
                  </a:cubicBezTo>
                  <a:cubicBezTo>
                    <a:pt x="365" y="716"/>
                    <a:pt x="363" y="698"/>
                    <a:pt x="359" y="684"/>
                  </a:cubicBezTo>
                  <a:cubicBezTo>
                    <a:pt x="388" y="703"/>
                    <a:pt x="438" y="730"/>
                    <a:pt x="455" y="744"/>
                  </a:cubicBezTo>
                  <a:cubicBezTo>
                    <a:pt x="475" y="761"/>
                    <a:pt x="481" y="760"/>
                    <a:pt x="487" y="785"/>
                  </a:cubicBezTo>
                  <a:cubicBezTo>
                    <a:pt x="494" y="810"/>
                    <a:pt x="505" y="823"/>
                    <a:pt x="529" y="819"/>
                  </a:cubicBezTo>
                  <a:cubicBezTo>
                    <a:pt x="534" y="818"/>
                    <a:pt x="539" y="817"/>
                    <a:pt x="544" y="816"/>
                  </a:cubicBezTo>
                  <a:cubicBezTo>
                    <a:pt x="536" y="820"/>
                    <a:pt x="531" y="828"/>
                    <a:pt x="531" y="836"/>
                  </a:cubicBezTo>
                  <a:cubicBezTo>
                    <a:pt x="531" y="845"/>
                    <a:pt x="536" y="852"/>
                    <a:pt x="543" y="856"/>
                  </a:cubicBezTo>
                  <a:cubicBezTo>
                    <a:pt x="543" y="865"/>
                    <a:pt x="543" y="865"/>
                    <a:pt x="543" y="865"/>
                  </a:cubicBezTo>
                  <a:cubicBezTo>
                    <a:pt x="536" y="866"/>
                    <a:pt x="532" y="871"/>
                    <a:pt x="541" y="874"/>
                  </a:cubicBezTo>
                  <a:cubicBezTo>
                    <a:pt x="541" y="874"/>
                    <a:pt x="542" y="875"/>
                    <a:pt x="543" y="875"/>
                  </a:cubicBezTo>
                  <a:cubicBezTo>
                    <a:pt x="543" y="1832"/>
                    <a:pt x="543" y="1832"/>
                    <a:pt x="543" y="1832"/>
                  </a:cubicBezTo>
                  <a:cubicBezTo>
                    <a:pt x="575" y="1832"/>
                    <a:pt x="575" y="1832"/>
                    <a:pt x="575" y="1832"/>
                  </a:cubicBezTo>
                  <a:cubicBezTo>
                    <a:pt x="575" y="875"/>
                    <a:pt x="575" y="875"/>
                    <a:pt x="575" y="875"/>
                  </a:cubicBezTo>
                  <a:cubicBezTo>
                    <a:pt x="588" y="871"/>
                    <a:pt x="595" y="862"/>
                    <a:pt x="596" y="853"/>
                  </a:cubicBezTo>
                  <a:cubicBezTo>
                    <a:pt x="597" y="837"/>
                    <a:pt x="606" y="828"/>
                    <a:pt x="617" y="809"/>
                  </a:cubicBezTo>
                  <a:cubicBezTo>
                    <a:pt x="623" y="799"/>
                    <a:pt x="624" y="787"/>
                    <a:pt x="605" y="784"/>
                  </a:cubicBezTo>
                  <a:close/>
                  <a:moveTo>
                    <a:pt x="585" y="852"/>
                  </a:moveTo>
                  <a:cubicBezTo>
                    <a:pt x="584" y="855"/>
                    <a:pt x="580" y="857"/>
                    <a:pt x="575" y="859"/>
                  </a:cubicBezTo>
                  <a:cubicBezTo>
                    <a:pt x="575" y="856"/>
                    <a:pt x="575" y="856"/>
                    <a:pt x="575" y="856"/>
                  </a:cubicBezTo>
                  <a:cubicBezTo>
                    <a:pt x="580" y="853"/>
                    <a:pt x="584" y="848"/>
                    <a:pt x="586" y="843"/>
                  </a:cubicBezTo>
                  <a:cubicBezTo>
                    <a:pt x="585" y="846"/>
                    <a:pt x="585" y="849"/>
                    <a:pt x="585" y="852"/>
                  </a:cubicBezTo>
                  <a:close/>
                  <a:moveTo>
                    <a:pt x="587" y="836"/>
                  </a:moveTo>
                  <a:cubicBezTo>
                    <a:pt x="587" y="825"/>
                    <a:pt x="577" y="816"/>
                    <a:pt x="565" y="813"/>
                  </a:cubicBezTo>
                  <a:cubicBezTo>
                    <a:pt x="579" y="812"/>
                    <a:pt x="589" y="811"/>
                    <a:pt x="589" y="814"/>
                  </a:cubicBezTo>
                  <a:cubicBezTo>
                    <a:pt x="589" y="818"/>
                    <a:pt x="588" y="827"/>
                    <a:pt x="587" y="836"/>
                  </a:cubicBezTo>
                  <a:close/>
                </a:path>
              </a:pathLst>
            </a:custGeom>
            <a:noFill/>
            <a:ln w="19050" cap="rnd" cmpd="sng">
              <a:solidFill>
                <a:schemeClr val="bg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</p:grpSp>
      <p:grpSp>
        <p:nvGrpSpPr>
          <p:cNvPr id="64521" name="stooped-elderly-man-with-cane">
            <a:extLst>
              <a:ext uri="{FF2B5EF4-FFF2-40B4-BE49-F238E27FC236}">
                <a16:creationId xmlns:a16="http://schemas.microsoft.com/office/drawing/2014/main" id="{686C3C5E-97D2-40C7-BB29-893D07F843D3}"/>
              </a:ext>
            </a:extLst>
          </p:cNvPr>
          <p:cNvGrpSpPr>
            <a:grpSpLocks/>
          </p:cNvGrpSpPr>
          <p:nvPr/>
        </p:nvGrpSpPr>
        <p:grpSpPr bwMode="auto">
          <a:xfrm>
            <a:off x="8956675" y="3065463"/>
            <a:ext cx="1268413" cy="3381375"/>
            <a:chOff x="3949" y="864"/>
            <a:chExt cx="799" cy="2130"/>
          </a:xfrm>
        </p:grpSpPr>
        <p:sp>
          <p:nvSpPr>
            <p:cNvPr id="64522" name="Freeform 77">
              <a:extLst>
                <a:ext uri="{FF2B5EF4-FFF2-40B4-BE49-F238E27FC236}">
                  <a16:creationId xmlns:a16="http://schemas.microsoft.com/office/drawing/2014/main" id="{BA29BE23-0281-42CD-83CD-DA6F1352331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949" y="864"/>
              <a:ext cx="799" cy="2130"/>
            </a:xfrm>
            <a:custGeom>
              <a:avLst/>
              <a:gdLst>
                <a:gd name="T0" fmla="*/ 869 w 698"/>
                <a:gd name="T1" fmla="*/ 1262 h 1875"/>
                <a:gd name="T2" fmla="*/ 528 w 698"/>
                <a:gd name="T3" fmla="*/ 824 h 1875"/>
                <a:gd name="T4" fmla="*/ 414 w 698"/>
                <a:gd name="T5" fmla="*/ 598 h 1875"/>
                <a:gd name="T6" fmla="*/ 414 w 698"/>
                <a:gd name="T7" fmla="*/ 484 h 1875"/>
                <a:gd name="T8" fmla="*/ 563 w 698"/>
                <a:gd name="T9" fmla="*/ 557 h 1875"/>
                <a:gd name="T10" fmla="*/ 619 w 698"/>
                <a:gd name="T11" fmla="*/ 462 h 1875"/>
                <a:gd name="T12" fmla="*/ 686 w 698"/>
                <a:gd name="T13" fmla="*/ 411 h 1875"/>
                <a:gd name="T14" fmla="*/ 687 w 698"/>
                <a:gd name="T15" fmla="*/ 287 h 1875"/>
                <a:gd name="T16" fmla="*/ 619 w 698"/>
                <a:gd name="T17" fmla="*/ 76 h 1875"/>
                <a:gd name="T18" fmla="*/ 395 w 698"/>
                <a:gd name="T19" fmla="*/ 74 h 1875"/>
                <a:gd name="T20" fmla="*/ 325 w 698"/>
                <a:gd name="T21" fmla="*/ 93 h 1875"/>
                <a:gd name="T22" fmla="*/ 304 w 698"/>
                <a:gd name="T23" fmla="*/ 140 h 1875"/>
                <a:gd name="T24" fmla="*/ 296 w 698"/>
                <a:gd name="T25" fmla="*/ 192 h 1875"/>
                <a:gd name="T26" fmla="*/ 307 w 698"/>
                <a:gd name="T27" fmla="*/ 212 h 1875"/>
                <a:gd name="T28" fmla="*/ 335 w 698"/>
                <a:gd name="T29" fmla="*/ 244 h 1875"/>
                <a:gd name="T30" fmla="*/ 335 w 698"/>
                <a:gd name="T31" fmla="*/ 274 h 1875"/>
                <a:gd name="T32" fmla="*/ 209 w 698"/>
                <a:gd name="T33" fmla="*/ 392 h 1875"/>
                <a:gd name="T34" fmla="*/ 19 w 698"/>
                <a:gd name="T35" fmla="*/ 964 h 1875"/>
                <a:gd name="T36" fmla="*/ 54 w 698"/>
                <a:gd name="T37" fmla="*/ 1302 h 1875"/>
                <a:gd name="T38" fmla="*/ 102 w 698"/>
                <a:gd name="T39" fmla="*/ 1803 h 1875"/>
                <a:gd name="T40" fmla="*/ 125 w 698"/>
                <a:gd name="T41" fmla="*/ 2030 h 1875"/>
                <a:gd name="T42" fmla="*/ 111 w 698"/>
                <a:gd name="T43" fmla="*/ 2357 h 1875"/>
                <a:gd name="T44" fmla="*/ 90 w 698"/>
                <a:gd name="T45" fmla="*/ 2583 h 1875"/>
                <a:gd name="T46" fmla="*/ 137 w 698"/>
                <a:gd name="T47" fmla="*/ 2721 h 1875"/>
                <a:gd name="T48" fmla="*/ 330 w 698"/>
                <a:gd name="T49" fmla="*/ 2705 h 1875"/>
                <a:gd name="T50" fmla="*/ 405 w 698"/>
                <a:gd name="T51" fmla="*/ 2715 h 1875"/>
                <a:gd name="T52" fmla="*/ 485 w 698"/>
                <a:gd name="T53" fmla="*/ 2731 h 1875"/>
                <a:gd name="T54" fmla="*/ 505 w 698"/>
                <a:gd name="T55" fmla="*/ 2710 h 1875"/>
                <a:gd name="T56" fmla="*/ 513 w 698"/>
                <a:gd name="T57" fmla="*/ 2656 h 1875"/>
                <a:gd name="T58" fmla="*/ 445 w 698"/>
                <a:gd name="T59" fmla="*/ 2663 h 1875"/>
                <a:gd name="T60" fmla="*/ 413 w 698"/>
                <a:gd name="T61" fmla="*/ 2649 h 1875"/>
                <a:gd name="T62" fmla="*/ 488 w 698"/>
                <a:gd name="T63" fmla="*/ 2631 h 1875"/>
                <a:gd name="T64" fmla="*/ 444 w 698"/>
                <a:gd name="T65" fmla="*/ 2604 h 1875"/>
                <a:gd name="T66" fmla="*/ 277 w 698"/>
                <a:gd name="T67" fmla="*/ 2517 h 1875"/>
                <a:gd name="T68" fmla="*/ 251 w 698"/>
                <a:gd name="T69" fmla="*/ 2384 h 1875"/>
                <a:gd name="T70" fmla="*/ 300 w 698"/>
                <a:gd name="T71" fmla="*/ 2018 h 1875"/>
                <a:gd name="T72" fmla="*/ 323 w 698"/>
                <a:gd name="T73" fmla="*/ 1623 h 1875"/>
                <a:gd name="T74" fmla="*/ 426 w 698"/>
                <a:gd name="T75" fmla="*/ 1268 h 1875"/>
                <a:gd name="T76" fmla="*/ 424 w 698"/>
                <a:gd name="T77" fmla="*/ 891 h 1875"/>
                <a:gd name="T78" fmla="*/ 561 w 698"/>
                <a:gd name="T79" fmla="*/ 1047 h 1875"/>
                <a:gd name="T80" fmla="*/ 840 w 698"/>
                <a:gd name="T81" fmla="*/ 1370 h 1875"/>
                <a:gd name="T82" fmla="*/ 900 w 698"/>
                <a:gd name="T83" fmla="*/ 1387 h 1875"/>
                <a:gd name="T84" fmla="*/ 921 w 698"/>
                <a:gd name="T85" fmla="*/ 1434 h 1875"/>
                <a:gd name="T86" fmla="*/ 958 w 698"/>
                <a:gd name="T87" fmla="*/ 2705 h 1875"/>
                <a:gd name="T88" fmla="*/ 974 w 698"/>
                <a:gd name="T89" fmla="*/ 1459 h 1875"/>
                <a:gd name="T90" fmla="*/ 990 w 698"/>
                <a:gd name="T91" fmla="*/ 1317 h 1875"/>
                <a:gd name="T92" fmla="*/ 958 w 698"/>
                <a:gd name="T93" fmla="*/ 1435 h 1875"/>
                <a:gd name="T94" fmla="*/ 967 w 698"/>
                <a:gd name="T95" fmla="*/ 1430 h 1875"/>
                <a:gd name="T96" fmla="*/ 983 w 698"/>
                <a:gd name="T97" fmla="*/ 1394 h 1875"/>
                <a:gd name="T98" fmla="*/ 926 w 698"/>
                <a:gd name="T99" fmla="*/ 1370 h 1875"/>
                <a:gd name="T100" fmla="*/ 983 w 698"/>
                <a:gd name="T101" fmla="*/ 1394 h 1875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698" h="1875">
                  <a:moveTo>
                    <a:pt x="660" y="898"/>
                  </a:moveTo>
                  <a:cubicBezTo>
                    <a:pt x="646" y="893"/>
                    <a:pt x="613" y="896"/>
                    <a:pt x="579" y="861"/>
                  </a:cubicBezTo>
                  <a:cubicBezTo>
                    <a:pt x="545" y="825"/>
                    <a:pt x="467" y="695"/>
                    <a:pt x="432" y="668"/>
                  </a:cubicBezTo>
                  <a:cubicBezTo>
                    <a:pt x="396" y="640"/>
                    <a:pt x="380" y="587"/>
                    <a:pt x="352" y="562"/>
                  </a:cubicBezTo>
                  <a:cubicBezTo>
                    <a:pt x="338" y="550"/>
                    <a:pt x="313" y="511"/>
                    <a:pt x="288" y="469"/>
                  </a:cubicBezTo>
                  <a:cubicBezTo>
                    <a:pt x="285" y="450"/>
                    <a:pt x="278" y="412"/>
                    <a:pt x="276" y="408"/>
                  </a:cubicBezTo>
                  <a:cubicBezTo>
                    <a:pt x="274" y="404"/>
                    <a:pt x="278" y="382"/>
                    <a:pt x="279" y="369"/>
                  </a:cubicBezTo>
                  <a:cubicBezTo>
                    <a:pt x="280" y="356"/>
                    <a:pt x="270" y="336"/>
                    <a:pt x="276" y="330"/>
                  </a:cubicBezTo>
                  <a:cubicBezTo>
                    <a:pt x="282" y="324"/>
                    <a:pt x="287" y="310"/>
                    <a:pt x="287" y="310"/>
                  </a:cubicBezTo>
                  <a:cubicBezTo>
                    <a:pt x="307" y="314"/>
                    <a:pt x="350" y="381"/>
                    <a:pt x="376" y="379"/>
                  </a:cubicBezTo>
                  <a:cubicBezTo>
                    <a:pt x="402" y="376"/>
                    <a:pt x="400" y="331"/>
                    <a:pt x="400" y="331"/>
                  </a:cubicBezTo>
                  <a:cubicBezTo>
                    <a:pt x="406" y="327"/>
                    <a:pt x="413" y="315"/>
                    <a:pt x="413" y="315"/>
                  </a:cubicBezTo>
                  <a:cubicBezTo>
                    <a:pt x="413" y="315"/>
                    <a:pt x="416" y="324"/>
                    <a:pt x="434" y="322"/>
                  </a:cubicBezTo>
                  <a:cubicBezTo>
                    <a:pt x="467" y="319"/>
                    <a:pt x="460" y="286"/>
                    <a:pt x="457" y="281"/>
                  </a:cubicBezTo>
                  <a:cubicBezTo>
                    <a:pt x="454" y="275"/>
                    <a:pt x="444" y="246"/>
                    <a:pt x="451" y="237"/>
                  </a:cubicBezTo>
                  <a:cubicBezTo>
                    <a:pt x="459" y="228"/>
                    <a:pt x="450" y="209"/>
                    <a:pt x="458" y="196"/>
                  </a:cubicBezTo>
                  <a:cubicBezTo>
                    <a:pt x="466" y="183"/>
                    <a:pt x="459" y="170"/>
                    <a:pt x="459" y="170"/>
                  </a:cubicBezTo>
                  <a:cubicBezTo>
                    <a:pt x="459" y="170"/>
                    <a:pt x="469" y="84"/>
                    <a:pt x="413" y="52"/>
                  </a:cubicBezTo>
                  <a:cubicBezTo>
                    <a:pt x="322" y="0"/>
                    <a:pt x="265" y="48"/>
                    <a:pt x="265" y="48"/>
                  </a:cubicBezTo>
                  <a:cubicBezTo>
                    <a:pt x="264" y="48"/>
                    <a:pt x="264" y="49"/>
                    <a:pt x="263" y="50"/>
                  </a:cubicBezTo>
                  <a:cubicBezTo>
                    <a:pt x="258" y="48"/>
                    <a:pt x="249" y="49"/>
                    <a:pt x="246" y="49"/>
                  </a:cubicBezTo>
                  <a:cubicBezTo>
                    <a:pt x="237" y="51"/>
                    <a:pt x="224" y="57"/>
                    <a:pt x="217" y="63"/>
                  </a:cubicBezTo>
                  <a:cubicBezTo>
                    <a:pt x="223" y="61"/>
                    <a:pt x="230" y="59"/>
                    <a:pt x="237" y="59"/>
                  </a:cubicBezTo>
                  <a:cubicBezTo>
                    <a:pt x="223" y="66"/>
                    <a:pt x="210" y="80"/>
                    <a:pt x="203" y="95"/>
                  </a:cubicBezTo>
                  <a:cubicBezTo>
                    <a:pt x="208" y="90"/>
                    <a:pt x="214" y="84"/>
                    <a:pt x="221" y="82"/>
                  </a:cubicBezTo>
                  <a:cubicBezTo>
                    <a:pt x="207" y="91"/>
                    <a:pt x="198" y="115"/>
                    <a:pt x="197" y="131"/>
                  </a:cubicBezTo>
                  <a:cubicBezTo>
                    <a:pt x="201" y="120"/>
                    <a:pt x="208" y="111"/>
                    <a:pt x="216" y="103"/>
                  </a:cubicBezTo>
                  <a:cubicBezTo>
                    <a:pt x="208" y="113"/>
                    <a:pt x="203" y="132"/>
                    <a:pt x="204" y="145"/>
                  </a:cubicBezTo>
                  <a:cubicBezTo>
                    <a:pt x="207" y="138"/>
                    <a:pt x="209" y="132"/>
                    <a:pt x="211" y="125"/>
                  </a:cubicBezTo>
                  <a:cubicBezTo>
                    <a:pt x="211" y="140"/>
                    <a:pt x="218" y="153"/>
                    <a:pt x="224" y="166"/>
                  </a:cubicBezTo>
                  <a:cubicBezTo>
                    <a:pt x="224" y="165"/>
                    <a:pt x="224" y="165"/>
                    <a:pt x="224" y="165"/>
                  </a:cubicBezTo>
                  <a:cubicBezTo>
                    <a:pt x="226" y="176"/>
                    <a:pt x="228" y="184"/>
                    <a:pt x="224" y="187"/>
                  </a:cubicBezTo>
                  <a:cubicBezTo>
                    <a:pt x="212" y="197"/>
                    <a:pt x="210" y="218"/>
                    <a:pt x="198" y="222"/>
                  </a:cubicBezTo>
                  <a:cubicBezTo>
                    <a:pt x="163" y="233"/>
                    <a:pt x="156" y="256"/>
                    <a:pt x="140" y="268"/>
                  </a:cubicBezTo>
                  <a:cubicBezTo>
                    <a:pt x="82" y="311"/>
                    <a:pt x="44" y="397"/>
                    <a:pt x="22" y="462"/>
                  </a:cubicBezTo>
                  <a:cubicBezTo>
                    <a:pt x="0" y="528"/>
                    <a:pt x="20" y="633"/>
                    <a:pt x="13" y="658"/>
                  </a:cubicBezTo>
                  <a:cubicBezTo>
                    <a:pt x="6" y="682"/>
                    <a:pt x="8" y="796"/>
                    <a:pt x="12" y="836"/>
                  </a:cubicBezTo>
                  <a:cubicBezTo>
                    <a:pt x="17" y="876"/>
                    <a:pt x="20" y="866"/>
                    <a:pt x="36" y="888"/>
                  </a:cubicBezTo>
                  <a:cubicBezTo>
                    <a:pt x="45" y="900"/>
                    <a:pt x="53" y="996"/>
                    <a:pt x="60" y="1085"/>
                  </a:cubicBezTo>
                  <a:cubicBezTo>
                    <a:pt x="59" y="1126"/>
                    <a:pt x="61" y="1175"/>
                    <a:pt x="68" y="1230"/>
                  </a:cubicBezTo>
                  <a:cubicBezTo>
                    <a:pt x="74" y="1271"/>
                    <a:pt x="78" y="1324"/>
                    <a:pt x="81" y="1341"/>
                  </a:cubicBezTo>
                  <a:cubicBezTo>
                    <a:pt x="85" y="1359"/>
                    <a:pt x="82" y="1365"/>
                    <a:pt x="83" y="1385"/>
                  </a:cubicBezTo>
                  <a:cubicBezTo>
                    <a:pt x="83" y="1405"/>
                    <a:pt x="71" y="1438"/>
                    <a:pt x="65" y="1471"/>
                  </a:cubicBezTo>
                  <a:cubicBezTo>
                    <a:pt x="60" y="1505"/>
                    <a:pt x="70" y="1591"/>
                    <a:pt x="74" y="1608"/>
                  </a:cubicBezTo>
                  <a:cubicBezTo>
                    <a:pt x="78" y="1625"/>
                    <a:pt x="83" y="1666"/>
                    <a:pt x="83" y="1698"/>
                  </a:cubicBezTo>
                  <a:cubicBezTo>
                    <a:pt x="83" y="1731"/>
                    <a:pt x="76" y="1726"/>
                    <a:pt x="60" y="1762"/>
                  </a:cubicBezTo>
                  <a:cubicBezTo>
                    <a:pt x="50" y="1787"/>
                    <a:pt x="56" y="1799"/>
                    <a:pt x="67" y="1805"/>
                  </a:cubicBezTo>
                  <a:cubicBezTo>
                    <a:pt x="51" y="1843"/>
                    <a:pt x="72" y="1853"/>
                    <a:pt x="92" y="1856"/>
                  </a:cubicBezTo>
                  <a:cubicBezTo>
                    <a:pt x="112" y="1858"/>
                    <a:pt x="128" y="1850"/>
                    <a:pt x="151" y="1843"/>
                  </a:cubicBezTo>
                  <a:cubicBezTo>
                    <a:pt x="174" y="1836"/>
                    <a:pt x="209" y="1832"/>
                    <a:pt x="220" y="1845"/>
                  </a:cubicBezTo>
                  <a:cubicBezTo>
                    <a:pt x="232" y="1859"/>
                    <a:pt x="245" y="1854"/>
                    <a:pt x="255" y="1852"/>
                  </a:cubicBezTo>
                  <a:cubicBezTo>
                    <a:pt x="259" y="1851"/>
                    <a:pt x="264" y="1852"/>
                    <a:pt x="270" y="1852"/>
                  </a:cubicBezTo>
                  <a:cubicBezTo>
                    <a:pt x="283" y="1863"/>
                    <a:pt x="307" y="1875"/>
                    <a:pt x="308" y="1859"/>
                  </a:cubicBezTo>
                  <a:cubicBezTo>
                    <a:pt x="313" y="1861"/>
                    <a:pt x="317" y="1864"/>
                    <a:pt x="323" y="1863"/>
                  </a:cubicBezTo>
                  <a:cubicBezTo>
                    <a:pt x="324" y="1860"/>
                    <a:pt x="325" y="1858"/>
                    <a:pt x="325" y="1855"/>
                  </a:cubicBezTo>
                  <a:cubicBezTo>
                    <a:pt x="332" y="1856"/>
                    <a:pt x="336" y="1853"/>
                    <a:pt x="336" y="1849"/>
                  </a:cubicBezTo>
                  <a:cubicBezTo>
                    <a:pt x="342" y="1850"/>
                    <a:pt x="348" y="1849"/>
                    <a:pt x="351" y="1839"/>
                  </a:cubicBezTo>
                  <a:cubicBezTo>
                    <a:pt x="357" y="1823"/>
                    <a:pt x="342" y="1812"/>
                    <a:pt x="342" y="1812"/>
                  </a:cubicBezTo>
                  <a:cubicBezTo>
                    <a:pt x="342" y="1812"/>
                    <a:pt x="326" y="1814"/>
                    <a:pt x="320" y="1819"/>
                  </a:cubicBezTo>
                  <a:cubicBezTo>
                    <a:pt x="314" y="1824"/>
                    <a:pt x="297" y="1816"/>
                    <a:pt x="297" y="1816"/>
                  </a:cubicBezTo>
                  <a:cubicBezTo>
                    <a:pt x="288" y="1816"/>
                    <a:pt x="279" y="1816"/>
                    <a:pt x="270" y="1808"/>
                  </a:cubicBezTo>
                  <a:cubicBezTo>
                    <a:pt x="271" y="1808"/>
                    <a:pt x="273" y="1808"/>
                    <a:pt x="275" y="1807"/>
                  </a:cubicBezTo>
                  <a:cubicBezTo>
                    <a:pt x="295" y="1805"/>
                    <a:pt x="287" y="1800"/>
                    <a:pt x="298" y="1801"/>
                  </a:cubicBezTo>
                  <a:cubicBezTo>
                    <a:pt x="308" y="1802"/>
                    <a:pt x="319" y="1810"/>
                    <a:pt x="325" y="1795"/>
                  </a:cubicBezTo>
                  <a:cubicBezTo>
                    <a:pt x="330" y="1780"/>
                    <a:pt x="317" y="1770"/>
                    <a:pt x="317" y="1770"/>
                  </a:cubicBezTo>
                  <a:cubicBezTo>
                    <a:pt x="317" y="1770"/>
                    <a:pt x="302" y="1771"/>
                    <a:pt x="296" y="1776"/>
                  </a:cubicBezTo>
                  <a:cubicBezTo>
                    <a:pt x="290" y="1781"/>
                    <a:pt x="273" y="1773"/>
                    <a:pt x="273" y="1773"/>
                  </a:cubicBezTo>
                  <a:cubicBezTo>
                    <a:pt x="251" y="1772"/>
                    <a:pt x="239" y="1745"/>
                    <a:pt x="184" y="1717"/>
                  </a:cubicBezTo>
                  <a:cubicBezTo>
                    <a:pt x="179" y="1714"/>
                    <a:pt x="175" y="1710"/>
                    <a:pt x="171" y="1704"/>
                  </a:cubicBezTo>
                  <a:cubicBezTo>
                    <a:pt x="166" y="1680"/>
                    <a:pt x="164" y="1651"/>
                    <a:pt x="167" y="1627"/>
                  </a:cubicBezTo>
                  <a:cubicBezTo>
                    <a:pt x="174" y="1578"/>
                    <a:pt x="187" y="1452"/>
                    <a:pt x="188" y="1428"/>
                  </a:cubicBezTo>
                  <a:cubicBezTo>
                    <a:pt x="190" y="1405"/>
                    <a:pt x="198" y="1401"/>
                    <a:pt x="200" y="1376"/>
                  </a:cubicBezTo>
                  <a:cubicBezTo>
                    <a:pt x="203" y="1351"/>
                    <a:pt x="190" y="1318"/>
                    <a:pt x="190" y="1318"/>
                  </a:cubicBezTo>
                  <a:cubicBezTo>
                    <a:pt x="201" y="1309"/>
                    <a:pt x="211" y="1138"/>
                    <a:pt x="215" y="1107"/>
                  </a:cubicBezTo>
                  <a:cubicBezTo>
                    <a:pt x="219" y="1077"/>
                    <a:pt x="230" y="997"/>
                    <a:pt x="230" y="997"/>
                  </a:cubicBezTo>
                  <a:cubicBezTo>
                    <a:pt x="299" y="981"/>
                    <a:pt x="262" y="916"/>
                    <a:pt x="284" y="864"/>
                  </a:cubicBezTo>
                  <a:cubicBezTo>
                    <a:pt x="331" y="754"/>
                    <a:pt x="320" y="689"/>
                    <a:pt x="292" y="638"/>
                  </a:cubicBezTo>
                  <a:cubicBezTo>
                    <a:pt x="287" y="629"/>
                    <a:pt x="284" y="619"/>
                    <a:pt x="282" y="607"/>
                  </a:cubicBezTo>
                  <a:cubicBezTo>
                    <a:pt x="307" y="635"/>
                    <a:pt x="322" y="667"/>
                    <a:pt x="334" y="690"/>
                  </a:cubicBezTo>
                  <a:cubicBezTo>
                    <a:pt x="346" y="714"/>
                    <a:pt x="362" y="696"/>
                    <a:pt x="374" y="715"/>
                  </a:cubicBezTo>
                  <a:cubicBezTo>
                    <a:pt x="385" y="734"/>
                    <a:pt x="496" y="859"/>
                    <a:pt x="517" y="871"/>
                  </a:cubicBezTo>
                  <a:cubicBezTo>
                    <a:pt x="538" y="883"/>
                    <a:pt x="552" y="918"/>
                    <a:pt x="560" y="935"/>
                  </a:cubicBezTo>
                  <a:cubicBezTo>
                    <a:pt x="567" y="952"/>
                    <a:pt x="588" y="952"/>
                    <a:pt x="597" y="948"/>
                  </a:cubicBezTo>
                  <a:cubicBezTo>
                    <a:pt x="598" y="948"/>
                    <a:pt x="599" y="947"/>
                    <a:pt x="600" y="946"/>
                  </a:cubicBezTo>
                  <a:cubicBezTo>
                    <a:pt x="598" y="949"/>
                    <a:pt x="597" y="953"/>
                    <a:pt x="597" y="957"/>
                  </a:cubicBezTo>
                  <a:cubicBezTo>
                    <a:pt x="597" y="966"/>
                    <a:pt x="604" y="974"/>
                    <a:pt x="614" y="978"/>
                  </a:cubicBezTo>
                  <a:cubicBezTo>
                    <a:pt x="614" y="1845"/>
                    <a:pt x="614" y="1845"/>
                    <a:pt x="614" y="1845"/>
                  </a:cubicBezTo>
                  <a:cubicBezTo>
                    <a:pt x="639" y="1845"/>
                    <a:pt x="639" y="1845"/>
                    <a:pt x="639" y="1845"/>
                  </a:cubicBezTo>
                  <a:cubicBezTo>
                    <a:pt x="639" y="1000"/>
                    <a:pt x="639" y="1000"/>
                    <a:pt x="639" y="1000"/>
                  </a:cubicBezTo>
                  <a:cubicBezTo>
                    <a:pt x="642" y="999"/>
                    <a:pt x="645" y="997"/>
                    <a:pt x="649" y="995"/>
                  </a:cubicBezTo>
                  <a:cubicBezTo>
                    <a:pt x="685" y="978"/>
                    <a:pt x="675" y="950"/>
                    <a:pt x="686" y="930"/>
                  </a:cubicBezTo>
                  <a:cubicBezTo>
                    <a:pt x="698" y="911"/>
                    <a:pt x="675" y="903"/>
                    <a:pt x="660" y="898"/>
                  </a:cubicBezTo>
                  <a:close/>
                  <a:moveTo>
                    <a:pt x="642" y="977"/>
                  </a:moveTo>
                  <a:cubicBezTo>
                    <a:pt x="641" y="978"/>
                    <a:pt x="640" y="979"/>
                    <a:pt x="639" y="979"/>
                  </a:cubicBezTo>
                  <a:cubicBezTo>
                    <a:pt x="639" y="978"/>
                    <a:pt x="639" y="978"/>
                    <a:pt x="639" y="978"/>
                  </a:cubicBezTo>
                  <a:cubicBezTo>
                    <a:pt x="641" y="977"/>
                    <a:pt x="643" y="976"/>
                    <a:pt x="645" y="975"/>
                  </a:cubicBezTo>
                  <a:cubicBezTo>
                    <a:pt x="644" y="976"/>
                    <a:pt x="643" y="977"/>
                    <a:pt x="642" y="977"/>
                  </a:cubicBezTo>
                  <a:close/>
                  <a:moveTo>
                    <a:pt x="655" y="951"/>
                  </a:moveTo>
                  <a:cubicBezTo>
                    <a:pt x="651" y="941"/>
                    <a:pt x="640" y="934"/>
                    <a:pt x="626" y="934"/>
                  </a:cubicBezTo>
                  <a:cubicBezTo>
                    <a:pt x="623" y="934"/>
                    <a:pt x="621" y="934"/>
                    <a:pt x="618" y="935"/>
                  </a:cubicBezTo>
                  <a:cubicBezTo>
                    <a:pt x="625" y="930"/>
                    <a:pt x="632" y="928"/>
                    <a:pt x="637" y="931"/>
                  </a:cubicBezTo>
                  <a:cubicBezTo>
                    <a:pt x="647" y="937"/>
                    <a:pt x="656" y="939"/>
                    <a:pt x="655" y="951"/>
                  </a:cubicBezTo>
                  <a:close/>
                </a:path>
              </a:pathLst>
            </a:custGeom>
            <a:noFill/>
            <a:ln w="19050" cmpd="sng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B1DFF5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64523" name="Freeform 78">
              <a:extLst>
                <a:ext uri="{FF2B5EF4-FFF2-40B4-BE49-F238E27FC236}">
                  <a16:creationId xmlns:a16="http://schemas.microsoft.com/office/drawing/2014/main" id="{1977368F-3AB4-48BD-9399-4FABC1FBFDE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949" y="864"/>
              <a:ext cx="799" cy="2130"/>
            </a:xfrm>
            <a:custGeom>
              <a:avLst/>
              <a:gdLst>
                <a:gd name="T0" fmla="*/ 869 w 698"/>
                <a:gd name="T1" fmla="*/ 1262 h 1875"/>
                <a:gd name="T2" fmla="*/ 528 w 698"/>
                <a:gd name="T3" fmla="*/ 824 h 1875"/>
                <a:gd name="T4" fmla="*/ 414 w 698"/>
                <a:gd name="T5" fmla="*/ 598 h 1875"/>
                <a:gd name="T6" fmla="*/ 414 w 698"/>
                <a:gd name="T7" fmla="*/ 484 h 1875"/>
                <a:gd name="T8" fmla="*/ 563 w 698"/>
                <a:gd name="T9" fmla="*/ 557 h 1875"/>
                <a:gd name="T10" fmla="*/ 619 w 698"/>
                <a:gd name="T11" fmla="*/ 462 h 1875"/>
                <a:gd name="T12" fmla="*/ 686 w 698"/>
                <a:gd name="T13" fmla="*/ 411 h 1875"/>
                <a:gd name="T14" fmla="*/ 687 w 698"/>
                <a:gd name="T15" fmla="*/ 287 h 1875"/>
                <a:gd name="T16" fmla="*/ 619 w 698"/>
                <a:gd name="T17" fmla="*/ 76 h 1875"/>
                <a:gd name="T18" fmla="*/ 395 w 698"/>
                <a:gd name="T19" fmla="*/ 74 h 1875"/>
                <a:gd name="T20" fmla="*/ 325 w 698"/>
                <a:gd name="T21" fmla="*/ 93 h 1875"/>
                <a:gd name="T22" fmla="*/ 304 w 698"/>
                <a:gd name="T23" fmla="*/ 140 h 1875"/>
                <a:gd name="T24" fmla="*/ 296 w 698"/>
                <a:gd name="T25" fmla="*/ 192 h 1875"/>
                <a:gd name="T26" fmla="*/ 307 w 698"/>
                <a:gd name="T27" fmla="*/ 212 h 1875"/>
                <a:gd name="T28" fmla="*/ 335 w 698"/>
                <a:gd name="T29" fmla="*/ 244 h 1875"/>
                <a:gd name="T30" fmla="*/ 335 w 698"/>
                <a:gd name="T31" fmla="*/ 274 h 1875"/>
                <a:gd name="T32" fmla="*/ 209 w 698"/>
                <a:gd name="T33" fmla="*/ 392 h 1875"/>
                <a:gd name="T34" fmla="*/ 19 w 698"/>
                <a:gd name="T35" fmla="*/ 964 h 1875"/>
                <a:gd name="T36" fmla="*/ 54 w 698"/>
                <a:gd name="T37" fmla="*/ 1302 h 1875"/>
                <a:gd name="T38" fmla="*/ 102 w 698"/>
                <a:gd name="T39" fmla="*/ 1803 h 1875"/>
                <a:gd name="T40" fmla="*/ 125 w 698"/>
                <a:gd name="T41" fmla="*/ 2030 h 1875"/>
                <a:gd name="T42" fmla="*/ 111 w 698"/>
                <a:gd name="T43" fmla="*/ 2357 h 1875"/>
                <a:gd name="T44" fmla="*/ 90 w 698"/>
                <a:gd name="T45" fmla="*/ 2583 h 1875"/>
                <a:gd name="T46" fmla="*/ 137 w 698"/>
                <a:gd name="T47" fmla="*/ 2721 h 1875"/>
                <a:gd name="T48" fmla="*/ 330 w 698"/>
                <a:gd name="T49" fmla="*/ 2706 h 1875"/>
                <a:gd name="T50" fmla="*/ 405 w 698"/>
                <a:gd name="T51" fmla="*/ 2715 h 1875"/>
                <a:gd name="T52" fmla="*/ 485 w 698"/>
                <a:gd name="T53" fmla="*/ 2731 h 1875"/>
                <a:gd name="T54" fmla="*/ 505 w 698"/>
                <a:gd name="T55" fmla="*/ 2710 h 1875"/>
                <a:gd name="T56" fmla="*/ 513 w 698"/>
                <a:gd name="T57" fmla="*/ 2656 h 1875"/>
                <a:gd name="T58" fmla="*/ 445 w 698"/>
                <a:gd name="T59" fmla="*/ 2663 h 1875"/>
                <a:gd name="T60" fmla="*/ 413 w 698"/>
                <a:gd name="T61" fmla="*/ 2649 h 1875"/>
                <a:gd name="T62" fmla="*/ 488 w 698"/>
                <a:gd name="T63" fmla="*/ 2631 h 1875"/>
                <a:gd name="T64" fmla="*/ 444 w 698"/>
                <a:gd name="T65" fmla="*/ 2604 h 1875"/>
                <a:gd name="T66" fmla="*/ 277 w 698"/>
                <a:gd name="T67" fmla="*/ 2517 h 1875"/>
                <a:gd name="T68" fmla="*/ 251 w 698"/>
                <a:gd name="T69" fmla="*/ 2384 h 1875"/>
                <a:gd name="T70" fmla="*/ 300 w 698"/>
                <a:gd name="T71" fmla="*/ 2018 h 1875"/>
                <a:gd name="T72" fmla="*/ 323 w 698"/>
                <a:gd name="T73" fmla="*/ 1623 h 1875"/>
                <a:gd name="T74" fmla="*/ 426 w 698"/>
                <a:gd name="T75" fmla="*/ 1268 h 1875"/>
                <a:gd name="T76" fmla="*/ 424 w 698"/>
                <a:gd name="T77" fmla="*/ 891 h 1875"/>
                <a:gd name="T78" fmla="*/ 561 w 698"/>
                <a:gd name="T79" fmla="*/ 1047 h 1875"/>
                <a:gd name="T80" fmla="*/ 840 w 698"/>
                <a:gd name="T81" fmla="*/ 1370 h 1875"/>
                <a:gd name="T82" fmla="*/ 900 w 698"/>
                <a:gd name="T83" fmla="*/ 1387 h 1875"/>
                <a:gd name="T84" fmla="*/ 921 w 698"/>
                <a:gd name="T85" fmla="*/ 1434 h 1875"/>
                <a:gd name="T86" fmla="*/ 958 w 698"/>
                <a:gd name="T87" fmla="*/ 2705 h 1875"/>
                <a:gd name="T88" fmla="*/ 974 w 698"/>
                <a:gd name="T89" fmla="*/ 1459 h 1875"/>
                <a:gd name="T90" fmla="*/ 990 w 698"/>
                <a:gd name="T91" fmla="*/ 1317 h 1875"/>
                <a:gd name="T92" fmla="*/ 958 w 698"/>
                <a:gd name="T93" fmla="*/ 1435 h 1875"/>
                <a:gd name="T94" fmla="*/ 967 w 698"/>
                <a:gd name="T95" fmla="*/ 1430 h 1875"/>
                <a:gd name="T96" fmla="*/ 983 w 698"/>
                <a:gd name="T97" fmla="*/ 1394 h 1875"/>
                <a:gd name="T98" fmla="*/ 926 w 698"/>
                <a:gd name="T99" fmla="*/ 1370 h 1875"/>
                <a:gd name="T100" fmla="*/ 983 w 698"/>
                <a:gd name="T101" fmla="*/ 1394 h 1875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698" h="1875">
                  <a:moveTo>
                    <a:pt x="660" y="898"/>
                  </a:moveTo>
                  <a:cubicBezTo>
                    <a:pt x="646" y="893"/>
                    <a:pt x="613" y="896"/>
                    <a:pt x="579" y="861"/>
                  </a:cubicBezTo>
                  <a:cubicBezTo>
                    <a:pt x="545" y="825"/>
                    <a:pt x="467" y="695"/>
                    <a:pt x="432" y="668"/>
                  </a:cubicBezTo>
                  <a:cubicBezTo>
                    <a:pt x="396" y="640"/>
                    <a:pt x="380" y="587"/>
                    <a:pt x="352" y="562"/>
                  </a:cubicBezTo>
                  <a:cubicBezTo>
                    <a:pt x="338" y="550"/>
                    <a:pt x="313" y="511"/>
                    <a:pt x="288" y="469"/>
                  </a:cubicBezTo>
                  <a:cubicBezTo>
                    <a:pt x="285" y="450"/>
                    <a:pt x="278" y="412"/>
                    <a:pt x="276" y="408"/>
                  </a:cubicBezTo>
                  <a:cubicBezTo>
                    <a:pt x="274" y="404"/>
                    <a:pt x="278" y="382"/>
                    <a:pt x="279" y="369"/>
                  </a:cubicBezTo>
                  <a:cubicBezTo>
                    <a:pt x="280" y="356"/>
                    <a:pt x="270" y="336"/>
                    <a:pt x="276" y="330"/>
                  </a:cubicBezTo>
                  <a:cubicBezTo>
                    <a:pt x="282" y="324"/>
                    <a:pt x="287" y="310"/>
                    <a:pt x="287" y="310"/>
                  </a:cubicBezTo>
                  <a:cubicBezTo>
                    <a:pt x="307" y="314"/>
                    <a:pt x="350" y="381"/>
                    <a:pt x="376" y="379"/>
                  </a:cubicBezTo>
                  <a:cubicBezTo>
                    <a:pt x="402" y="376"/>
                    <a:pt x="400" y="331"/>
                    <a:pt x="400" y="331"/>
                  </a:cubicBezTo>
                  <a:cubicBezTo>
                    <a:pt x="406" y="327"/>
                    <a:pt x="413" y="315"/>
                    <a:pt x="413" y="315"/>
                  </a:cubicBezTo>
                  <a:cubicBezTo>
                    <a:pt x="413" y="315"/>
                    <a:pt x="416" y="324"/>
                    <a:pt x="434" y="322"/>
                  </a:cubicBezTo>
                  <a:cubicBezTo>
                    <a:pt x="467" y="319"/>
                    <a:pt x="460" y="286"/>
                    <a:pt x="457" y="281"/>
                  </a:cubicBezTo>
                  <a:cubicBezTo>
                    <a:pt x="454" y="275"/>
                    <a:pt x="444" y="246"/>
                    <a:pt x="451" y="237"/>
                  </a:cubicBezTo>
                  <a:cubicBezTo>
                    <a:pt x="459" y="228"/>
                    <a:pt x="450" y="209"/>
                    <a:pt x="458" y="196"/>
                  </a:cubicBezTo>
                  <a:cubicBezTo>
                    <a:pt x="466" y="183"/>
                    <a:pt x="459" y="170"/>
                    <a:pt x="459" y="170"/>
                  </a:cubicBezTo>
                  <a:cubicBezTo>
                    <a:pt x="459" y="170"/>
                    <a:pt x="469" y="84"/>
                    <a:pt x="413" y="52"/>
                  </a:cubicBezTo>
                  <a:cubicBezTo>
                    <a:pt x="322" y="0"/>
                    <a:pt x="265" y="48"/>
                    <a:pt x="265" y="48"/>
                  </a:cubicBezTo>
                  <a:cubicBezTo>
                    <a:pt x="264" y="48"/>
                    <a:pt x="264" y="49"/>
                    <a:pt x="263" y="50"/>
                  </a:cubicBezTo>
                  <a:cubicBezTo>
                    <a:pt x="258" y="48"/>
                    <a:pt x="249" y="49"/>
                    <a:pt x="246" y="49"/>
                  </a:cubicBezTo>
                  <a:cubicBezTo>
                    <a:pt x="237" y="51"/>
                    <a:pt x="224" y="57"/>
                    <a:pt x="217" y="63"/>
                  </a:cubicBezTo>
                  <a:cubicBezTo>
                    <a:pt x="223" y="61"/>
                    <a:pt x="230" y="59"/>
                    <a:pt x="237" y="59"/>
                  </a:cubicBezTo>
                  <a:cubicBezTo>
                    <a:pt x="223" y="66"/>
                    <a:pt x="210" y="80"/>
                    <a:pt x="203" y="95"/>
                  </a:cubicBezTo>
                  <a:cubicBezTo>
                    <a:pt x="208" y="90"/>
                    <a:pt x="214" y="84"/>
                    <a:pt x="221" y="82"/>
                  </a:cubicBezTo>
                  <a:cubicBezTo>
                    <a:pt x="207" y="91"/>
                    <a:pt x="198" y="115"/>
                    <a:pt x="197" y="131"/>
                  </a:cubicBezTo>
                  <a:cubicBezTo>
                    <a:pt x="201" y="120"/>
                    <a:pt x="208" y="111"/>
                    <a:pt x="216" y="103"/>
                  </a:cubicBezTo>
                  <a:cubicBezTo>
                    <a:pt x="208" y="113"/>
                    <a:pt x="203" y="132"/>
                    <a:pt x="204" y="145"/>
                  </a:cubicBezTo>
                  <a:cubicBezTo>
                    <a:pt x="207" y="138"/>
                    <a:pt x="209" y="132"/>
                    <a:pt x="211" y="125"/>
                  </a:cubicBezTo>
                  <a:cubicBezTo>
                    <a:pt x="211" y="140"/>
                    <a:pt x="218" y="153"/>
                    <a:pt x="224" y="166"/>
                  </a:cubicBezTo>
                  <a:cubicBezTo>
                    <a:pt x="224" y="165"/>
                    <a:pt x="224" y="165"/>
                    <a:pt x="224" y="165"/>
                  </a:cubicBezTo>
                  <a:cubicBezTo>
                    <a:pt x="226" y="176"/>
                    <a:pt x="228" y="184"/>
                    <a:pt x="224" y="187"/>
                  </a:cubicBezTo>
                  <a:cubicBezTo>
                    <a:pt x="212" y="197"/>
                    <a:pt x="210" y="218"/>
                    <a:pt x="198" y="222"/>
                  </a:cubicBezTo>
                  <a:cubicBezTo>
                    <a:pt x="163" y="233"/>
                    <a:pt x="156" y="256"/>
                    <a:pt x="140" y="268"/>
                  </a:cubicBezTo>
                  <a:cubicBezTo>
                    <a:pt x="82" y="311"/>
                    <a:pt x="44" y="397"/>
                    <a:pt x="22" y="462"/>
                  </a:cubicBezTo>
                  <a:cubicBezTo>
                    <a:pt x="0" y="528"/>
                    <a:pt x="20" y="633"/>
                    <a:pt x="13" y="658"/>
                  </a:cubicBezTo>
                  <a:cubicBezTo>
                    <a:pt x="6" y="682"/>
                    <a:pt x="8" y="796"/>
                    <a:pt x="12" y="836"/>
                  </a:cubicBezTo>
                  <a:cubicBezTo>
                    <a:pt x="17" y="876"/>
                    <a:pt x="20" y="866"/>
                    <a:pt x="36" y="888"/>
                  </a:cubicBezTo>
                  <a:cubicBezTo>
                    <a:pt x="45" y="900"/>
                    <a:pt x="53" y="996"/>
                    <a:pt x="60" y="1085"/>
                  </a:cubicBezTo>
                  <a:cubicBezTo>
                    <a:pt x="59" y="1126"/>
                    <a:pt x="61" y="1175"/>
                    <a:pt x="68" y="1230"/>
                  </a:cubicBezTo>
                  <a:cubicBezTo>
                    <a:pt x="74" y="1271"/>
                    <a:pt x="78" y="1324"/>
                    <a:pt x="81" y="1341"/>
                  </a:cubicBezTo>
                  <a:cubicBezTo>
                    <a:pt x="85" y="1359"/>
                    <a:pt x="82" y="1365"/>
                    <a:pt x="83" y="1385"/>
                  </a:cubicBezTo>
                  <a:cubicBezTo>
                    <a:pt x="83" y="1405"/>
                    <a:pt x="71" y="1438"/>
                    <a:pt x="65" y="1471"/>
                  </a:cubicBezTo>
                  <a:cubicBezTo>
                    <a:pt x="60" y="1505"/>
                    <a:pt x="70" y="1591"/>
                    <a:pt x="74" y="1608"/>
                  </a:cubicBezTo>
                  <a:cubicBezTo>
                    <a:pt x="78" y="1625"/>
                    <a:pt x="83" y="1666"/>
                    <a:pt x="83" y="1699"/>
                  </a:cubicBezTo>
                  <a:cubicBezTo>
                    <a:pt x="83" y="1731"/>
                    <a:pt x="76" y="1726"/>
                    <a:pt x="60" y="1762"/>
                  </a:cubicBezTo>
                  <a:cubicBezTo>
                    <a:pt x="50" y="1787"/>
                    <a:pt x="56" y="1799"/>
                    <a:pt x="67" y="1805"/>
                  </a:cubicBezTo>
                  <a:cubicBezTo>
                    <a:pt x="51" y="1843"/>
                    <a:pt x="72" y="1853"/>
                    <a:pt x="92" y="1856"/>
                  </a:cubicBezTo>
                  <a:cubicBezTo>
                    <a:pt x="112" y="1858"/>
                    <a:pt x="128" y="1850"/>
                    <a:pt x="151" y="1843"/>
                  </a:cubicBezTo>
                  <a:cubicBezTo>
                    <a:pt x="174" y="1836"/>
                    <a:pt x="209" y="1832"/>
                    <a:pt x="220" y="1846"/>
                  </a:cubicBezTo>
                  <a:cubicBezTo>
                    <a:pt x="232" y="1859"/>
                    <a:pt x="245" y="1854"/>
                    <a:pt x="255" y="1852"/>
                  </a:cubicBezTo>
                  <a:cubicBezTo>
                    <a:pt x="259" y="1851"/>
                    <a:pt x="264" y="1852"/>
                    <a:pt x="270" y="1852"/>
                  </a:cubicBezTo>
                  <a:cubicBezTo>
                    <a:pt x="283" y="1863"/>
                    <a:pt x="307" y="1875"/>
                    <a:pt x="308" y="1859"/>
                  </a:cubicBezTo>
                  <a:cubicBezTo>
                    <a:pt x="313" y="1861"/>
                    <a:pt x="317" y="1864"/>
                    <a:pt x="323" y="1863"/>
                  </a:cubicBezTo>
                  <a:cubicBezTo>
                    <a:pt x="324" y="1860"/>
                    <a:pt x="325" y="1858"/>
                    <a:pt x="325" y="1855"/>
                  </a:cubicBezTo>
                  <a:cubicBezTo>
                    <a:pt x="332" y="1856"/>
                    <a:pt x="336" y="1853"/>
                    <a:pt x="336" y="1849"/>
                  </a:cubicBezTo>
                  <a:cubicBezTo>
                    <a:pt x="342" y="1850"/>
                    <a:pt x="348" y="1849"/>
                    <a:pt x="351" y="1839"/>
                  </a:cubicBezTo>
                  <a:cubicBezTo>
                    <a:pt x="357" y="1823"/>
                    <a:pt x="342" y="1812"/>
                    <a:pt x="342" y="1812"/>
                  </a:cubicBezTo>
                  <a:cubicBezTo>
                    <a:pt x="342" y="1812"/>
                    <a:pt x="326" y="1814"/>
                    <a:pt x="320" y="1819"/>
                  </a:cubicBezTo>
                  <a:cubicBezTo>
                    <a:pt x="314" y="1824"/>
                    <a:pt x="297" y="1816"/>
                    <a:pt x="297" y="1816"/>
                  </a:cubicBezTo>
                  <a:cubicBezTo>
                    <a:pt x="288" y="1816"/>
                    <a:pt x="279" y="1816"/>
                    <a:pt x="270" y="1808"/>
                  </a:cubicBezTo>
                  <a:cubicBezTo>
                    <a:pt x="271" y="1808"/>
                    <a:pt x="273" y="1808"/>
                    <a:pt x="275" y="1807"/>
                  </a:cubicBezTo>
                  <a:cubicBezTo>
                    <a:pt x="295" y="1805"/>
                    <a:pt x="287" y="1800"/>
                    <a:pt x="298" y="1801"/>
                  </a:cubicBezTo>
                  <a:cubicBezTo>
                    <a:pt x="308" y="1802"/>
                    <a:pt x="319" y="1810"/>
                    <a:pt x="325" y="1795"/>
                  </a:cubicBezTo>
                  <a:cubicBezTo>
                    <a:pt x="330" y="1780"/>
                    <a:pt x="317" y="1770"/>
                    <a:pt x="317" y="1770"/>
                  </a:cubicBezTo>
                  <a:cubicBezTo>
                    <a:pt x="317" y="1770"/>
                    <a:pt x="302" y="1771"/>
                    <a:pt x="296" y="1776"/>
                  </a:cubicBezTo>
                  <a:cubicBezTo>
                    <a:pt x="290" y="1781"/>
                    <a:pt x="273" y="1773"/>
                    <a:pt x="273" y="1773"/>
                  </a:cubicBezTo>
                  <a:cubicBezTo>
                    <a:pt x="251" y="1772"/>
                    <a:pt x="239" y="1745"/>
                    <a:pt x="184" y="1717"/>
                  </a:cubicBezTo>
                  <a:cubicBezTo>
                    <a:pt x="179" y="1714"/>
                    <a:pt x="175" y="1710"/>
                    <a:pt x="171" y="1704"/>
                  </a:cubicBezTo>
                  <a:cubicBezTo>
                    <a:pt x="166" y="1680"/>
                    <a:pt x="164" y="1651"/>
                    <a:pt x="167" y="1627"/>
                  </a:cubicBezTo>
                  <a:cubicBezTo>
                    <a:pt x="174" y="1578"/>
                    <a:pt x="187" y="1452"/>
                    <a:pt x="188" y="1428"/>
                  </a:cubicBezTo>
                  <a:cubicBezTo>
                    <a:pt x="190" y="1405"/>
                    <a:pt x="197" y="1401"/>
                    <a:pt x="200" y="1376"/>
                  </a:cubicBezTo>
                  <a:cubicBezTo>
                    <a:pt x="203" y="1351"/>
                    <a:pt x="190" y="1318"/>
                    <a:pt x="190" y="1318"/>
                  </a:cubicBezTo>
                  <a:cubicBezTo>
                    <a:pt x="201" y="1309"/>
                    <a:pt x="211" y="1138"/>
                    <a:pt x="215" y="1107"/>
                  </a:cubicBezTo>
                  <a:cubicBezTo>
                    <a:pt x="219" y="1077"/>
                    <a:pt x="230" y="997"/>
                    <a:pt x="230" y="997"/>
                  </a:cubicBezTo>
                  <a:cubicBezTo>
                    <a:pt x="299" y="981"/>
                    <a:pt x="262" y="916"/>
                    <a:pt x="284" y="864"/>
                  </a:cubicBezTo>
                  <a:cubicBezTo>
                    <a:pt x="331" y="754"/>
                    <a:pt x="320" y="689"/>
                    <a:pt x="292" y="638"/>
                  </a:cubicBezTo>
                  <a:cubicBezTo>
                    <a:pt x="287" y="629"/>
                    <a:pt x="284" y="619"/>
                    <a:pt x="282" y="607"/>
                  </a:cubicBezTo>
                  <a:cubicBezTo>
                    <a:pt x="307" y="635"/>
                    <a:pt x="322" y="667"/>
                    <a:pt x="334" y="690"/>
                  </a:cubicBezTo>
                  <a:cubicBezTo>
                    <a:pt x="346" y="714"/>
                    <a:pt x="362" y="696"/>
                    <a:pt x="374" y="715"/>
                  </a:cubicBezTo>
                  <a:cubicBezTo>
                    <a:pt x="385" y="734"/>
                    <a:pt x="496" y="859"/>
                    <a:pt x="517" y="871"/>
                  </a:cubicBezTo>
                  <a:cubicBezTo>
                    <a:pt x="538" y="883"/>
                    <a:pt x="552" y="918"/>
                    <a:pt x="560" y="935"/>
                  </a:cubicBezTo>
                  <a:cubicBezTo>
                    <a:pt x="567" y="952"/>
                    <a:pt x="588" y="952"/>
                    <a:pt x="597" y="948"/>
                  </a:cubicBezTo>
                  <a:cubicBezTo>
                    <a:pt x="598" y="948"/>
                    <a:pt x="599" y="947"/>
                    <a:pt x="600" y="946"/>
                  </a:cubicBezTo>
                  <a:cubicBezTo>
                    <a:pt x="598" y="949"/>
                    <a:pt x="597" y="953"/>
                    <a:pt x="597" y="957"/>
                  </a:cubicBezTo>
                  <a:cubicBezTo>
                    <a:pt x="597" y="966"/>
                    <a:pt x="604" y="974"/>
                    <a:pt x="614" y="978"/>
                  </a:cubicBezTo>
                  <a:cubicBezTo>
                    <a:pt x="614" y="1845"/>
                    <a:pt x="614" y="1845"/>
                    <a:pt x="614" y="1845"/>
                  </a:cubicBezTo>
                  <a:cubicBezTo>
                    <a:pt x="639" y="1845"/>
                    <a:pt x="639" y="1845"/>
                    <a:pt x="639" y="1845"/>
                  </a:cubicBezTo>
                  <a:cubicBezTo>
                    <a:pt x="639" y="1000"/>
                    <a:pt x="639" y="1000"/>
                    <a:pt x="639" y="1000"/>
                  </a:cubicBezTo>
                  <a:cubicBezTo>
                    <a:pt x="642" y="999"/>
                    <a:pt x="645" y="997"/>
                    <a:pt x="649" y="995"/>
                  </a:cubicBezTo>
                  <a:cubicBezTo>
                    <a:pt x="685" y="978"/>
                    <a:pt x="675" y="950"/>
                    <a:pt x="686" y="930"/>
                  </a:cubicBezTo>
                  <a:cubicBezTo>
                    <a:pt x="698" y="911"/>
                    <a:pt x="675" y="903"/>
                    <a:pt x="660" y="898"/>
                  </a:cubicBezTo>
                  <a:close/>
                  <a:moveTo>
                    <a:pt x="642" y="977"/>
                  </a:moveTo>
                  <a:cubicBezTo>
                    <a:pt x="641" y="978"/>
                    <a:pt x="640" y="979"/>
                    <a:pt x="639" y="979"/>
                  </a:cubicBezTo>
                  <a:cubicBezTo>
                    <a:pt x="639" y="978"/>
                    <a:pt x="639" y="978"/>
                    <a:pt x="639" y="978"/>
                  </a:cubicBezTo>
                  <a:cubicBezTo>
                    <a:pt x="641" y="977"/>
                    <a:pt x="643" y="976"/>
                    <a:pt x="645" y="975"/>
                  </a:cubicBezTo>
                  <a:cubicBezTo>
                    <a:pt x="644" y="976"/>
                    <a:pt x="643" y="977"/>
                    <a:pt x="642" y="977"/>
                  </a:cubicBezTo>
                  <a:close/>
                  <a:moveTo>
                    <a:pt x="655" y="951"/>
                  </a:moveTo>
                  <a:cubicBezTo>
                    <a:pt x="651" y="941"/>
                    <a:pt x="640" y="934"/>
                    <a:pt x="626" y="934"/>
                  </a:cubicBezTo>
                  <a:cubicBezTo>
                    <a:pt x="623" y="934"/>
                    <a:pt x="621" y="934"/>
                    <a:pt x="618" y="935"/>
                  </a:cubicBezTo>
                  <a:cubicBezTo>
                    <a:pt x="625" y="930"/>
                    <a:pt x="632" y="928"/>
                    <a:pt x="637" y="931"/>
                  </a:cubicBezTo>
                  <a:cubicBezTo>
                    <a:pt x="647" y="937"/>
                    <a:pt x="656" y="939"/>
                    <a:pt x="655" y="951"/>
                  </a:cubicBezTo>
                  <a:close/>
                </a:path>
              </a:pathLst>
            </a:custGeom>
            <a:noFill/>
            <a:ln w="19050" cap="rnd" cmpd="sng">
              <a:solidFill>
                <a:schemeClr val="bg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</p:grpSp>
    </p:spTree>
  </p:cSld>
  <p:clrMapOvr>
    <a:masterClrMapping/>
  </p:clrMapOvr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226" name="Rectangle 2">
            <a:extLst>
              <a:ext uri="{FF2B5EF4-FFF2-40B4-BE49-F238E27FC236}">
                <a16:creationId xmlns:a16="http://schemas.microsoft.com/office/drawing/2014/main" id="{E6548A9D-37CD-4E6E-BD48-80D1449D3C01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Stages of life (1)</a:t>
            </a:r>
          </a:p>
        </p:txBody>
      </p:sp>
      <p:grpSp>
        <p:nvGrpSpPr>
          <p:cNvPr id="65538" name="Group 3">
            <a:extLst>
              <a:ext uri="{FF2B5EF4-FFF2-40B4-BE49-F238E27FC236}">
                <a16:creationId xmlns:a16="http://schemas.microsoft.com/office/drawing/2014/main" id="{5B214FDE-6534-4C6D-AD50-AEC11B26E505}"/>
              </a:ext>
            </a:extLst>
          </p:cNvPr>
          <p:cNvGrpSpPr>
            <a:grpSpLocks/>
          </p:cNvGrpSpPr>
          <p:nvPr/>
        </p:nvGrpSpPr>
        <p:grpSpPr bwMode="auto">
          <a:xfrm>
            <a:off x="2068513" y="4545013"/>
            <a:ext cx="620712" cy="1147762"/>
            <a:chOff x="1574" y="716"/>
            <a:chExt cx="1145" cy="2115"/>
          </a:xfrm>
        </p:grpSpPr>
        <p:sp>
          <p:nvSpPr>
            <p:cNvPr id="65560" name="Freeform 4">
              <a:extLst>
                <a:ext uri="{FF2B5EF4-FFF2-40B4-BE49-F238E27FC236}">
                  <a16:creationId xmlns:a16="http://schemas.microsoft.com/office/drawing/2014/main" id="{6633875F-9B27-40DE-BEBB-E20CAA7CF69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574" y="716"/>
              <a:ext cx="1145" cy="2115"/>
            </a:xfrm>
            <a:custGeom>
              <a:avLst/>
              <a:gdLst>
                <a:gd name="T0" fmla="*/ 200 w 1371"/>
                <a:gd name="T1" fmla="*/ 433 h 2533"/>
                <a:gd name="T2" fmla="*/ 184 w 1371"/>
                <a:gd name="T3" fmla="*/ 682 h 2533"/>
                <a:gd name="T4" fmla="*/ 144 w 1371"/>
                <a:gd name="T5" fmla="*/ 675 h 2533"/>
                <a:gd name="T6" fmla="*/ 19 w 1371"/>
                <a:gd name="T7" fmla="*/ 792 h 2533"/>
                <a:gd name="T8" fmla="*/ 138 w 1371"/>
                <a:gd name="T9" fmla="*/ 920 h 2533"/>
                <a:gd name="T10" fmla="*/ 90 w 1371"/>
                <a:gd name="T11" fmla="*/ 1018 h 2533"/>
                <a:gd name="T12" fmla="*/ 84 w 1371"/>
                <a:gd name="T13" fmla="*/ 1032 h 2533"/>
                <a:gd name="T14" fmla="*/ 88 w 1371"/>
                <a:gd name="T15" fmla="*/ 1065 h 2533"/>
                <a:gd name="T16" fmla="*/ 134 w 1371"/>
                <a:gd name="T17" fmla="*/ 1057 h 2533"/>
                <a:gd name="T18" fmla="*/ 153 w 1371"/>
                <a:gd name="T19" fmla="*/ 1056 h 2533"/>
                <a:gd name="T20" fmla="*/ 170 w 1371"/>
                <a:gd name="T21" fmla="*/ 1047 h 2533"/>
                <a:gd name="T22" fmla="*/ 219 w 1371"/>
                <a:gd name="T23" fmla="*/ 895 h 2533"/>
                <a:gd name="T24" fmla="*/ 210 w 1371"/>
                <a:gd name="T25" fmla="*/ 883 h 2533"/>
                <a:gd name="T26" fmla="*/ 320 w 1371"/>
                <a:gd name="T27" fmla="*/ 906 h 2533"/>
                <a:gd name="T28" fmla="*/ 341 w 1371"/>
                <a:gd name="T29" fmla="*/ 908 h 2533"/>
                <a:gd name="T30" fmla="*/ 351 w 1371"/>
                <a:gd name="T31" fmla="*/ 908 h 2533"/>
                <a:gd name="T32" fmla="*/ 358 w 1371"/>
                <a:gd name="T33" fmla="*/ 904 h 2533"/>
                <a:gd name="T34" fmla="*/ 394 w 1371"/>
                <a:gd name="T35" fmla="*/ 914 h 2533"/>
                <a:gd name="T36" fmla="*/ 406 w 1371"/>
                <a:gd name="T37" fmla="*/ 959 h 2533"/>
                <a:gd name="T38" fmla="*/ 401 w 1371"/>
                <a:gd name="T39" fmla="*/ 979 h 2533"/>
                <a:gd name="T40" fmla="*/ 398 w 1371"/>
                <a:gd name="T41" fmla="*/ 999 h 2533"/>
                <a:gd name="T42" fmla="*/ 397 w 1371"/>
                <a:gd name="T43" fmla="*/ 1027 h 2533"/>
                <a:gd name="T44" fmla="*/ 400 w 1371"/>
                <a:gd name="T45" fmla="*/ 1047 h 2533"/>
                <a:gd name="T46" fmla="*/ 312 w 1371"/>
                <a:gd name="T47" fmla="*/ 1295 h 2533"/>
                <a:gd name="T48" fmla="*/ 310 w 1371"/>
                <a:gd name="T49" fmla="*/ 1324 h 2533"/>
                <a:gd name="T50" fmla="*/ 306 w 1371"/>
                <a:gd name="T51" fmla="*/ 1332 h 2533"/>
                <a:gd name="T52" fmla="*/ 291 w 1371"/>
                <a:gd name="T53" fmla="*/ 1349 h 2533"/>
                <a:gd name="T54" fmla="*/ 281 w 1371"/>
                <a:gd name="T55" fmla="*/ 1365 h 2533"/>
                <a:gd name="T56" fmla="*/ 276 w 1371"/>
                <a:gd name="T57" fmla="*/ 1381 h 2533"/>
                <a:gd name="T58" fmla="*/ 310 w 1371"/>
                <a:gd name="T59" fmla="*/ 1407 h 2533"/>
                <a:gd name="T60" fmla="*/ 317 w 1371"/>
                <a:gd name="T61" fmla="*/ 1414 h 2533"/>
                <a:gd name="T62" fmla="*/ 331 w 1371"/>
                <a:gd name="T63" fmla="*/ 1465 h 2533"/>
                <a:gd name="T64" fmla="*/ 335 w 1371"/>
                <a:gd name="T65" fmla="*/ 1468 h 2533"/>
                <a:gd name="T66" fmla="*/ 361 w 1371"/>
                <a:gd name="T67" fmla="*/ 1447 h 2533"/>
                <a:gd name="T68" fmla="*/ 530 w 1371"/>
                <a:gd name="T69" fmla="*/ 975 h 2533"/>
                <a:gd name="T70" fmla="*/ 540 w 1371"/>
                <a:gd name="T71" fmla="*/ 753 h 2533"/>
                <a:gd name="T72" fmla="*/ 540 w 1371"/>
                <a:gd name="T73" fmla="*/ 736 h 2533"/>
                <a:gd name="T74" fmla="*/ 543 w 1371"/>
                <a:gd name="T75" fmla="*/ 721 h 2533"/>
                <a:gd name="T76" fmla="*/ 546 w 1371"/>
                <a:gd name="T77" fmla="*/ 711 h 2533"/>
                <a:gd name="T78" fmla="*/ 586 w 1371"/>
                <a:gd name="T79" fmla="*/ 467 h 2533"/>
                <a:gd name="T80" fmla="*/ 743 w 1371"/>
                <a:gd name="T81" fmla="*/ 229 h 2533"/>
                <a:gd name="T82" fmla="*/ 737 w 1371"/>
                <a:gd name="T83" fmla="*/ 233 h 2533"/>
                <a:gd name="T84" fmla="*/ 727 w 1371"/>
                <a:gd name="T85" fmla="*/ 233 h 2533"/>
                <a:gd name="T86" fmla="*/ 722 w 1371"/>
                <a:gd name="T87" fmla="*/ 236 h 2533"/>
                <a:gd name="T88" fmla="*/ 717 w 1371"/>
                <a:gd name="T89" fmla="*/ 242 h 2533"/>
                <a:gd name="T90" fmla="*/ 713 w 1371"/>
                <a:gd name="T91" fmla="*/ 248 h 2533"/>
                <a:gd name="T92" fmla="*/ 698 w 1371"/>
                <a:gd name="T93" fmla="*/ 258 h 2533"/>
                <a:gd name="T94" fmla="*/ 695 w 1371"/>
                <a:gd name="T95" fmla="*/ 259 h 2533"/>
                <a:gd name="T96" fmla="*/ 679 w 1371"/>
                <a:gd name="T97" fmla="*/ 290 h 2533"/>
                <a:gd name="T98" fmla="*/ 692 w 1371"/>
                <a:gd name="T99" fmla="*/ 381 h 2533"/>
                <a:gd name="T100" fmla="*/ 684 w 1371"/>
                <a:gd name="T101" fmla="*/ 397 h 2533"/>
                <a:gd name="T102" fmla="*/ 628 w 1371"/>
                <a:gd name="T103" fmla="*/ 357 h 2533"/>
                <a:gd name="T104" fmla="*/ 612 w 1371"/>
                <a:gd name="T105" fmla="*/ 343 h 2533"/>
                <a:gd name="T106" fmla="*/ 636 w 1371"/>
                <a:gd name="T107" fmla="*/ 213 h 2533"/>
                <a:gd name="T108" fmla="*/ 437 w 1371"/>
                <a:gd name="T109" fmla="*/ 8 h 2533"/>
                <a:gd name="T110" fmla="*/ 635 w 1371"/>
                <a:gd name="T111" fmla="*/ 211 h 2533"/>
                <a:gd name="T112" fmla="*/ 263 w 1371"/>
                <a:gd name="T113" fmla="*/ 612 h 2533"/>
                <a:gd name="T114" fmla="*/ 274 w 1371"/>
                <a:gd name="T115" fmla="*/ 656 h 2533"/>
                <a:gd name="T116" fmla="*/ 281 w 1371"/>
                <a:gd name="T117" fmla="*/ 713 h 2533"/>
                <a:gd name="T118" fmla="*/ 276 w 1371"/>
                <a:gd name="T119" fmla="*/ 703 h 2533"/>
                <a:gd name="T120" fmla="*/ 283 w 1371"/>
                <a:gd name="T121" fmla="*/ 703 h 2533"/>
                <a:gd name="T122" fmla="*/ 367 w 1371"/>
                <a:gd name="T123" fmla="*/ 258 h 2533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0" t="0" r="r" b="b"/>
              <a:pathLst>
                <a:path w="1371" h="2533">
                  <a:moveTo>
                    <a:pt x="596" y="515"/>
                  </a:moveTo>
                  <a:cubicBezTo>
                    <a:pt x="596" y="515"/>
                    <a:pt x="596" y="515"/>
                    <a:pt x="596" y="515"/>
                  </a:cubicBezTo>
                  <a:cubicBezTo>
                    <a:pt x="592" y="517"/>
                    <a:pt x="587" y="518"/>
                    <a:pt x="582" y="519"/>
                  </a:cubicBezTo>
                  <a:cubicBezTo>
                    <a:pt x="578" y="519"/>
                    <a:pt x="574" y="519"/>
                    <a:pt x="570" y="519"/>
                  </a:cubicBezTo>
                  <a:cubicBezTo>
                    <a:pt x="566" y="519"/>
                    <a:pt x="562" y="519"/>
                    <a:pt x="558" y="518"/>
                  </a:cubicBezTo>
                  <a:cubicBezTo>
                    <a:pt x="552" y="516"/>
                    <a:pt x="544" y="515"/>
                    <a:pt x="537" y="514"/>
                  </a:cubicBezTo>
                  <a:cubicBezTo>
                    <a:pt x="534" y="514"/>
                    <a:pt x="530" y="514"/>
                    <a:pt x="527" y="514"/>
                  </a:cubicBezTo>
                  <a:cubicBezTo>
                    <a:pt x="503" y="514"/>
                    <a:pt x="478" y="522"/>
                    <a:pt x="462" y="542"/>
                  </a:cubicBezTo>
                  <a:cubicBezTo>
                    <a:pt x="449" y="558"/>
                    <a:pt x="422" y="601"/>
                    <a:pt x="396" y="645"/>
                  </a:cubicBezTo>
                  <a:cubicBezTo>
                    <a:pt x="395" y="647"/>
                    <a:pt x="393" y="650"/>
                    <a:pt x="392" y="652"/>
                  </a:cubicBezTo>
                  <a:cubicBezTo>
                    <a:pt x="371" y="688"/>
                    <a:pt x="352" y="723"/>
                    <a:pt x="343" y="743"/>
                  </a:cubicBezTo>
                  <a:cubicBezTo>
                    <a:pt x="316" y="804"/>
                    <a:pt x="282" y="814"/>
                    <a:pt x="273" y="874"/>
                  </a:cubicBezTo>
                  <a:cubicBezTo>
                    <a:pt x="272" y="881"/>
                    <a:pt x="271" y="889"/>
                    <a:pt x="271" y="897"/>
                  </a:cubicBezTo>
                  <a:cubicBezTo>
                    <a:pt x="268" y="954"/>
                    <a:pt x="284" y="1023"/>
                    <a:pt x="320" y="1095"/>
                  </a:cubicBezTo>
                  <a:cubicBezTo>
                    <a:pt x="321" y="1097"/>
                    <a:pt x="322" y="1099"/>
                    <a:pt x="323" y="1101"/>
                  </a:cubicBezTo>
                  <a:cubicBezTo>
                    <a:pt x="329" y="1113"/>
                    <a:pt x="331" y="1119"/>
                    <a:pt x="325" y="1131"/>
                  </a:cubicBezTo>
                  <a:cubicBezTo>
                    <a:pt x="320" y="1142"/>
                    <a:pt x="316" y="1149"/>
                    <a:pt x="315" y="1157"/>
                  </a:cubicBezTo>
                  <a:cubicBezTo>
                    <a:pt x="315" y="1160"/>
                    <a:pt x="315" y="1162"/>
                    <a:pt x="316" y="1166"/>
                  </a:cubicBezTo>
                  <a:cubicBezTo>
                    <a:pt x="316" y="1166"/>
                    <a:pt x="316" y="1167"/>
                    <a:pt x="316" y="1168"/>
                  </a:cubicBezTo>
                  <a:cubicBezTo>
                    <a:pt x="316" y="1168"/>
                    <a:pt x="316" y="1169"/>
                    <a:pt x="316" y="1169"/>
                  </a:cubicBezTo>
                  <a:cubicBezTo>
                    <a:pt x="316" y="1170"/>
                    <a:pt x="316" y="1170"/>
                    <a:pt x="316" y="1170"/>
                  </a:cubicBezTo>
                  <a:cubicBezTo>
                    <a:pt x="316" y="1171"/>
                    <a:pt x="316" y="1172"/>
                    <a:pt x="316" y="1172"/>
                  </a:cubicBezTo>
                  <a:cubicBezTo>
                    <a:pt x="316" y="1172"/>
                    <a:pt x="316" y="1173"/>
                    <a:pt x="316" y="1173"/>
                  </a:cubicBezTo>
                  <a:cubicBezTo>
                    <a:pt x="315" y="1173"/>
                    <a:pt x="315" y="1174"/>
                    <a:pt x="315" y="1175"/>
                  </a:cubicBezTo>
                  <a:cubicBezTo>
                    <a:pt x="315" y="1175"/>
                    <a:pt x="315" y="1175"/>
                    <a:pt x="315" y="1175"/>
                  </a:cubicBezTo>
                  <a:cubicBezTo>
                    <a:pt x="315" y="1175"/>
                    <a:pt x="315" y="1175"/>
                    <a:pt x="315" y="1175"/>
                  </a:cubicBezTo>
                  <a:cubicBezTo>
                    <a:pt x="315" y="1175"/>
                    <a:pt x="315" y="1175"/>
                    <a:pt x="315" y="1175"/>
                  </a:cubicBezTo>
                  <a:cubicBezTo>
                    <a:pt x="307" y="1173"/>
                    <a:pt x="300" y="1171"/>
                    <a:pt x="293" y="1169"/>
                  </a:cubicBezTo>
                  <a:cubicBezTo>
                    <a:pt x="293" y="1169"/>
                    <a:pt x="293" y="1169"/>
                    <a:pt x="293" y="1169"/>
                  </a:cubicBezTo>
                  <a:cubicBezTo>
                    <a:pt x="285" y="1168"/>
                    <a:pt x="278" y="1166"/>
                    <a:pt x="271" y="1164"/>
                  </a:cubicBezTo>
                  <a:cubicBezTo>
                    <a:pt x="271" y="1164"/>
                    <a:pt x="270" y="1164"/>
                    <a:pt x="270" y="1164"/>
                  </a:cubicBezTo>
                  <a:cubicBezTo>
                    <a:pt x="263" y="1162"/>
                    <a:pt x="256" y="1161"/>
                    <a:pt x="250" y="1160"/>
                  </a:cubicBezTo>
                  <a:cubicBezTo>
                    <a:pt x="249" y="1159"/>
                    <a:pt x="248" y="1159"/>
                    <a:pt x="247" y="1159"/>
                  </a:cubicBezTo>
                  <a:cubicBezTo>
                    <a:pt x="241" y="1158"/>
                    <a:pt x="234" y="1156"/>
                    <a:pt x="228" y="1155"/>
                  </a:cubicBezTo>
                  <a:cubicBezTo>
                    <a:pt x="227" y="1155"/>
                    <a:pt x="225" y="1155"/>
                    <a:pt x="224" y="1154"/>
                  </a:cubicBezTo>
                  <a:cubicBezTo>
                    <a:pt x="218" y="1153"/>
                    <a:pt x="212" y="1152"/>
                    <a:pt x="207" y="1151"/>
                  </a:cubicBezTo>
                  <a:cubicBezTo>
                    <a:pt x="205" y="1151"/>
                    <a:pt x="203" y="1151"/>
                    <a:pt x="201" y="1150"/>
                  </a:cubicBezTo>
                  <a:cubicBezTo>
                    <a:pt x="196" y="1150"/>
                    <a:pt x="190" y="1149"/>
                    <a:pt x="185" y="1148"/>
                  </a:cubicBezTo>
                  <a:cubicBezTo>
                    <a:pt x="183" y="1148"/>
                    <a:pt x="181" y="1147"/>
                    <a:pt x="179" y="1147"/>
                  </a:cubicBezTo>
                  <a:cubicBezTo>
                    <a:pt x="174" y="1146"/>
                    <a:pt x="169" y="1146"/>
                    <a:pt x="164" y="1145"/>
                  </a:cubicBezTo>
                  <a:cubicBezTo>
                    <a:pt x="162" y="1145"/>
                    <a:pt x="160" y="1145"/>
                    <a:pt x="157" y="1144"/>
                  </a:cubicBezTo>
                  <a:cubicBezTo>
                    <a:pt x="150" y="1144"/>
                    <a:pt x="143" y="1143"/>
                    <a:pt x="137" y="1143"/>
                  </a:cubicBezTo>
                  <a:cubicBezTo>
                    <a:pt x="93" y="1139"/>
                    <a:pt x="45" y="1168"/>
                    <a:pt x="30" y="1209"/>
                  </a:cubicBezTo>
                  <a:cubicBezTo>
                    <a:pt x="14" y="1250"/>
                    <a:pt x="0" y="1317"/>
                    <a:pt x="33" y="1362"/>
                  </a:cubicBezTo>
                  <a:cubicBezTo>
                    <a:pt x="66" y="1406"/>
                    <a:pt x="167" y="1526"/>
                    <a:pt x="217" y="1562"/>
                  </a:cubicBezTo>
                  <a:cubicBezTo>
                    <a:pt x="219" y="1563"/>
                    <a:pt x="220" y="1564"/>
                    <a:pt x="221" y="1565"/>
                  </a:cubicBezTo>
                  <a:cubicBezTo>
                    <a:pt x="222" y="1566"/>
                    <a:pt x="222" y="1566"/>
                    <a:pt x="223" y="1566"/>
                  </a:cubicBezTo>
                  <a:cubicBezTo>
                    <a:pt x="224" y="1567"/>
                    <a:pt x="225" y="1568"/>
                    <a:pt x="226" y="1569"/>
                  </a:cubicBezTo>
                  <a:cubicBezTo>
                    <a:pt x="226" y="1569"/>
                    <a:pt x="226" y="1570"/>
                    <a:pt x="227" y="1570"/>
                  </a:cubicBezTo>
                  <a:cubicBezTo>
                    <a:pt x="228" y="1571"/>
                    <a:pt x="228" y="1572"/>
                    <a:pt x="229" y="1573"/>
                  </a:cubicBezTo>
                  <a:cubicBezTo>
                    <a:pt x="230" y="1573"/>
                    <a:pt x="230" y="1573"/>
                    <a:pt x="230" y="1574"/>
                  </a:cubicBezTo>
                  <a:cubicBezTo>
                    <a:pt x="231" y="1575"/>
                    <a:pt x="232" y="1576"/>
                    <a:pt x="233" y="1577"/>
                  </a:cubicBezTo>
                  <a:cubicBezTo>
                    <a:pt x="233" y="1577"/>
                    <a:pt x="233" y="1577"/>
                    <a:pt x="233" y="1578"/>
                  </a:cubicBezTo>
                  <a:cubicBezTo>
                    <a:pt x="234" y="1579"/>
                    <a:pt x="235" y="1580"/>
                    <a:pt x="236" y="1581"/>
                  </a:cubicBezTo>
                  <a:cubicBezTo>
                    <a:pt x="236" y="1581"/>
                    <a:pt x="236" y="1581"/>
                    <a:pt x="236" y="1581"/>
                  </a:cubicBezTo>
                  <a:cubicBezTo>
                    <a:pt x="245" y="1594"/>
                    <a:pt x="250" y="1605"/>
                    <a:pt x="255" y="1606"/>
                  </a:cubicBezTo>
                  <a:cubicBezTo>
                    <a:pt x="255" y="1606"/>
                    <a:pt x="255" y="1606"/>
                    <a:pt x="255" y="1606"/>
                  </a:cubicBezTo>
                  <a:cubicBezTo>
                    <a:pt x="255" y="1606"/>
                    <a:pt x="255" y="1607"/>
                    <a:pt x="255" y="1607"/>
                  </a:cubicBezTo>
                  <a:cubicBezTo>
                    <a:pt x="256" y="1606"/>
                    <a:pt x="256" y="1606"/>
                    <a:pt x="256" y="1606"/>
                  </a:cubicBezTo>
                  <a:cubicBezTo>
                    <a:pt x="256" y="1606"/>
                    <a:pt x="256" y="1606"/>
                    <a:pt x="256" y="1606"/>
                  </a:cubicBezTo>
                  <a:cubicBezTo>
                    <a:pt x="256" y="1606"/>
                    <a:pt x="256" y="1606"/>
                    <a:pt x="257" y="1606"/>
                  </a:cubicBezTo>
                  <a:cubicBezTo>
                    <a:pt x="257" y="1606"/>
                    <a:pt x="258" y="1606"/>
                    <a:pt x="258" y="1606"/>
                  </a:cubicBezTo>
                  <a:cubicBezTo>
                    <a:pt x="258" y="1606"/>
                    <a:pt x="253" y="1615"/>
                    <a:pt x="260" y="1620"/>
                  </a:cubicBezTo>
                  <a:cubicBezTo>
                    <a:pt x="260" y="1620"/>
                    <a:pt x="257" y="1629"/>
                    <a:pt x="259" y="1635"/>
                  </a:cubicBezTo>
                  <a:cubicBezTo>
                    <a:pt x="261" y="1641"/>
                    <a:pt x="223" y="1673"/>
                    <a:pt x="207" y="1689"/>
                  </a:cubicBezTo>
                  <a:cubicBezTo>
                    <a:pt x="191" y="1705"/>
                    <a:pt x="162" y="1719"/>
                    <a:pt x="155" y="1748"/>
                  </a:cubicBezTo>
                  <a:cubicBezTo>
                    <a:pt x="155" y="1749"/>
                    <a:pt x="155" y="1751"/>
                    <a:pt x="154" y="1752"/>
                  </a:cubicBezTo>
                  <a:cubicBezTo>
                    <a:pt x="154" y="1753"/>
                    <a:pt x="154" y="1753"/>
                    <a:pt x="154" y="1753"/>
                  </a:cubicBezTo>
                  <a:cubicBezTo>
                    <a:pt x="154" y="1754"/>
                    <a:pt x="153" y="1756"/>
                    <a:pt x="153" y="1757"/>
                  </a:cubicBezTo>
                  <a:cubicBezTo>
                    <a:pt x="153" y="1757"/>
                    <a:pt x="152" y="1758"/>
                    <a:pt x="152" y="1758"/>
                  </a:cubicBezTo>
                  <a:cubicBezTo>
                    <a:pt x="152" y="1759"/>
                    <a:pt x="151" y="1760"/>
                    <a:pt x="151" y="1762"/>
                  </a:cubicBezTo>
                  <a:cubicBezTo>
                    <a:pt x="151" y="1762"/>
                    <a:pt x="151" y="1762"/>
                    <a:pt x="151" y="1762"/>
                  </a:cubicBezTo>
                  <a:cubicBezTo>
                    <a:pt x="150" y="1763"/>
                    <a:pt x="149" y="1765"/>
                    <a:pt x="149" y="1766"/>
                  </a:cubicBezTo>
                  <a:cubicBezTo>
                    <a:pt x="149" y="1766"/>
                    <a:pt x="149" y="1766"/>
                    <a:pt x="149" y="1766"/>
                  </a:cubicBezTo>
                  <a:cubicBezTo>
                    <a:pt x="148" y="1768"/>
                    <a:pt x="147" y="1769"/>
                    <a:pt x="147" y="1770"/>
                  </a:cubicBezTo>
                  <a:cubicBezTo>
                    <a:pt x="147" y="1770"/>
                    <a:pt x="147" y="1770"/>
                    <a:pt x="147" y="1770"/>
                  </a:cubicBezTo>
                  <a:cubicBezTo>
                    <a:pt x="146" y="1771"/>
                    <a:pt x="146" y="1772"/>
                    <a:pt x="145" y="1773"/>
                  </a:cubicBezTo>
                  <a:cubicBezTo>
                    <a:pt x="145" y="1774"/>
                    <a:pt x="144" y="1774"/>
                    <a:pt x="144" y="1775"/>
                  </a:cubicBezTo>
                  <a:cubicBezTo>
                    <a:pt x="144" y="1775"/>
                    <a:pt x="144" y="1776"/>
                    <a:pt x="143" y="1776"/>
                  </a:cubicBezTo>
                  <a:cubicBezTo>
                    <a:pt x="139" y="1783"/>
                    <a:pt x="136" y="1789"/>
                    <a:pt x="136" y="1793"/>
                  </a:cubicBezTo>
                  <a:cubicBezTo>
                    <a:pt x="136" y="1793"/>
                    <a:pt x="136" y="1793"/>
                    <a:pt x="136" y="1793"/>
                  </a:cubicBezTo>
                  <a:cubicBezTo>
                    <a:pt x="136" y="1793"/>
                    <a:pt x="136" y="1794"/>
                    <a:pt x="137" y="1795"/>
                  </a:cubicBezTo>
                  <a:cubicBezTo>
                    <a:pt x="137" y="1795"/>
                    <a:pt x="137" y="1795"/>
                    <a:pt x="137" y="1795"/>
                  </a:cubicBezTo>
                  <a:cubicBezTo>
                    <a:pt x="137" y="1795"/>
                    <a:pt x="137" y="1796"/>
                    <a:pt x="138" y="1796"/>
                  </a:cubicBezTo>
                  <a:cubicBezTo>
                    <a:pt x="138" y="1796"/>
                    <a:pt x="138" y="1796"/>
                    <a:pt x="138" y="1796"/>
                  </a:cubicBezTo>
                  <a:cubicBezTo>
                    <a:pt x="138" y="1797"/>
                    <a:pt x="138" y="1797"/>
                    <a:pt x="139" y="1797"/>
                  </a:cubicBezTo>
                  <a:cubicBezTo>
                    <a:pt x="133" y="1806"/>
                    <a:pt x="126" y="1823"/>
                    <a:pt x="140" y="1828"/>
                  </a:cubicBezTo>
                  <a:cubicBezTo>
                    <a:pt x="144" y="1829"/>
                    <a:pt x="148" y="1830"/>
                    <a:pt x="151" y="1829"/>
                  </a:cubicBezTo>
                  <a:cubicBezTo>
                    <a:pt x="154" y="1829"/>
                    <a:pt x="156" y="1828"/>
                    <a:pt x="158" y="1827"/>
                  </a:cubicBezTo>
                  <a:cubicBezTo>
                    <a:pt x="157" y="1830"/>
                    <a:pt x="156" y="1840"/>
                    <a:pt x="168" y="1842"/>
                  </a:cubicBezTo>
                  <a:cubicBezTo>
                    <a:pt x="170" y="1842"/>
                    <a:pt x="172" y="1842"/>
                    <a:pt x="174" y="1842"/>
                  </a:cubicBezTo>
                  <a:cubicBezTo>
                    <a:pt x="182" y="1841"/>
                    <a:pt x="186" y="1835"/>
                    <a:pt x="187" y="1833"/>
                  </a:cubicBezTo>
                  <a:cubicBezTo>
                    <a:pt x="188" y="1835"/>
                    <a:pt x="191" y="1840"/>
                    <a:pt x="197" y="1840"/>
                  </a:cubicBezTo>
                  <a:cubicBezTo>
                    <a:pt x="198" y="1840"/>
                    <a:pt x="199" y="1840"/>
                    <a:pt x="200" y="1840"/>
                  </a:cubicBezTo>
                  <a:cubicBezTo>
                    <a:pt x="205" y="1839"/>
                    <a:pt x="207" y="1836"/>
                    <a:pt x="208" y="1835"/>
                  </a:cubicBezTo>
                  <a:cubicBezTo>
                    <a:pt x="210" y="1836"/>
                    <a:pt x="215" y="1841"/>
                    <a:pt x="223" y="1840"/>
                  </a:cubicBezTo>
                  <a:cubicBezTo>
                    <a:pt x="224" y="1840"/>
                    <a:pt x="224" y="1840"/>
                    <a:pt x="225" y="1840"/>
                  </a:cubicBezTo>
                  <a:cubicBezTo>
                    <a:pt x="235" y="1839"/>
                    <a:pt x="236" y="1831"/>
                    <a:pt x="230" y="1816"/>
                  </a:cubicBezTo>
                  <a:cubicBezTo>
                    <a:pt x="230" y="1816"/>
                    <a:pt x="230" y="1816"/>
                    <a:pt x="230" y="1816"/>
                  </a:cubicBezTo>
                  <a:cubicBezTo>
                    <a:pt x="231" y="1816"/>
                    <a:pt x="233" y="1817"/>
                    <a:pt x="234" y="1817"/>
                  </a:cubicBezTo>
                  <a:cubicBezTo>
                    <a:pt x="234" y="1817"/>
                    <a:pt x="234" y="1817"/>
                    <a:pt x="234" y="1817"/>
                  </a:cubicBezTo>
                  <a:cubicBezTo>
                    <a:pt x="237" y="1817"/>
                    <a:pt x="240" y="1817"/>
                    <a:pt x="244" y="1817"/>
                  </a:cubicBezTo>
                  <a:cubicBezTo>
                    <a:pt x="244" y="1817"/>
                    <a:pt x="245" y="1817"/>
                    <a:pt x="245" y="1817"/>
                  </a:cubicBezTo>
                  <a:cubicBezTo>
                    <a:pt x="246" y="1817"/>
                    <a:pt x="247" y="1817"/>
                    <a:pt x="248" y="1817"/>
                  </a:cubicBezTo>
                  <a:cubicBezTo>
                    <a:pt x="248" y="1817"/>
                    <a:pt x="249" y="1817"/>
                    <a:pt x="250" y="1817"/>
                  </a:cubicBezTo>
                  <a:cubicBezTo>
                    <a:pt x="250" y="1817"/>
                    <a:pt x="251" y="1817"/>
                    <a:pt x="252" y="1817"/>
                  </a:cubicBezTo>
                  <a:cubicBezTo>
                    <a:pt x="253" y="1817"/>
                    <a:pt x="254" y="1817"/>
                    <a:pt x="255" y="1817"/>
                  </a:cubicBezTo>
                  <a:cubicBezTo>
                    <a:pt x="255" y="1817"/>
                    <a:pt x="256" y="1816"/>
                    <a:pt x="257" y="1816"/>
                  </a:cubicBezTo>
                  <a:cubicBezTo>
                    <a:pt x="258" y="1816"/>
                    <a:pt x="259" y="1816"/>
                    <a:pt x="260" y="1816"/>
                  </a:cubicBezTo>
                  <a:cubicBezTo>
                    <a:pt x="261" y="1816"/>
                    <a:pt x="262" y="1815"/>
                    <a:pt x="262" y="1815"/>
                  </a:cubicBezTo>
                  <a:cubicBezTo>
                    <a:pt x="263" y="1815"/>
                    <a:pt x="264" y="1815"/>
                    <a:pt x="265" y="1814"/>
                  </a:cubicBezTo>
                  <a:cubicBezTo>
                    <a:pt x="266" y="1814"/>
                    <a:pt x="266" y="1814"/>
                    <a:pt x="267" y="1814"/>
                  </a:cubicBezTo>
                  <a:cubicBezTo>
                    <a:pt x="268" y="1814"/>
                    <a:pt x="269" y="1813"/>
                    <a:pt x="270" y="1813"/>
                  </a:cubicBezTo>
                  <a:cubicBezTo>
                    <a:pt x="271" y="1813"/>
                    <a:pt x="271" y="1812"/>
                    <a:pt x="271" y="1812"/>
                  </a:cubicBezTo>
                  <a:cubicBezTo>
                    <a:pt x="273" y="1812"/>
                    <a:pt x="275" y="1811"/>
                    <a:pt x="276" y="1810"/>
                  </a:cubicBezTo>
                  <a:cubicBezTo>
                    <a:pt x="276" y="1810"/>
                    <a:pt x="277" y="1810"/>
                    <a:pt x="277" y="1809"/>
                  </a:cubicBezTo>
                  <a:cubicBezTo>
                    <a:pt x="278" y="1809"/>
                    <a:pt x="280" y="1808"/>
                    <a:pt x="281" y="1807"/>
                  </a:cubicBezTo>
                  <a:cubicBezTo>
                    <a:pt x="281" y="1807"/>
                    <a:pt x="282" y="1807"/>
                    <a:pt x="283" y="1806"/>
                  </a:cubicBezTo>
                  <a:cubicBezTo>
                    <a:pt x="284" y="1806"/>
                    <a:pt x="285" y="1805"/>
                    <a:pt x="286" y="1804"/>
                  </a:cubicBezTo>
                  <a:cubicBezTo>
                    <a:pt x="286" y="1804"/>
                    <a:pt x="287" y="1804"/>
                    <a:pt x="287" y="1803"/>
                  </a:cubicBezTo>
                  <a:cubicBezTo>
                    <a:pt x="289" y="1802"/>
                    <a:pt x="291" y="1801"/>
                    <a:pt x="292" y="1799"/>
                  </a:cubicBezTo>
                  <a:cubicBezTo>
                    <a:pt x="322" y="1776"/>
                    <a:pt x="389" y="1729"/>
                    <a:pt x="416" y="1719"/>
                  </a:cubicBezTo>
                  <a:cubicBezTo>
                    <a:pt x="420" y="1717"/>
                    <a:pt x="425" y="1714"/>
                    <a:pt x="430" y="1711"/>
                  </a:cubicBezTo>
                  <a:cubicBezTo>
                    <a:pt x="450" y="1699"/>
                    <a:pt x="473" y="1676"/>
                    <a:pt x="478" y="1652"/>
                  </a:cubicBezTo>
                  <a:cubicBezTo>
                    <a:pt x="479" y="1650"/>
                    <a:pt x="479" y="1647"/>
                    <a:pt x="480" y="1645"/>
                  </a:cubicBezTo>
                  <a:cubicBezTo>
                    <a:pt x="480" y="1635"/>
                    <a:pt x="478" y="1626"/>
                    <a:pt x="471" y="1618"/>
                  </a:cubicBezTo>
                  <a:cubicBezTo>
                    <a:pt x="463" y="1608"/>
                    <a:pt x="455" y="1601"/>
                    <a:pt x="448" y="1594"/>
                  </a:cubicBezTo>
                  <a:cubicBezTo>
                    <a:pt x="429" y="1579"/>
                    <a:pt x="412" y="1571"/>
                    <a:pt x="393" y="1555"/>
                  </a:cubicBezTo>
                  <a:cubicBezTo>
                    <a:pt x="389" y="1552"/>
                    <a:pt x="385" y="1549"/>
                    <a:pt x="382" y="1545"/>
                  </a:cubicBezTo>
                  <a:cubicBezTo>
                    <a:pt x="381" y="1544"/>
                    <a:pt x="380" y="1543"/>
                    <a:pt x="379" y="1542"/>
                  </a:cubicBezTo>
                  <a:cubicBezTo>
                    <a:pt x="378" y="1541"/>
                    <a:pt x="378" y="1541"/>
                    <a:pt x="378" y="1540"/>
                  </a:cubicBezTo>
                  <a:cubicBezTo>
                    <a:pt x="377" y="1540"/>
                    <a:pt x="377" y="1539"/>
                    <a:pt x="376" y="1538"/>
                  </a:cubicBezTo>
                  <a:cubicBezTo>
                    <a:pt x="376" y="1538"/>
                    <a:pt x="375" y="1537"/>
                    <a:pt x="375" y="1537"/>
                  </a:cubicBezTo>
                  <a:cubicBezTo>
                    <a:pt x="374" y="1536"/>
                    <a:pt x="374" y="1535"/>
                    <a:pt x="373" y="1535"/>
                  </a:cubicBezTo>
                  <a:cubicBezTo>
                    <a:pt x="373" y="1534"/>
                    <a:pt x="373" y="1534"/>
                    <a:pt x="372" y="1533"/>
                  </a:cubicBezTo>
                  <a:cubicBezTo>
                    <a:pt x="372" y="1533"/>
                    <a:pt x="371" y="1532"/>
                    <a:pt x="371" y="1531"/>
                  </a:cubicBezTo>
                  <a:cubicBezTo>
                    <a:pt x="370" y="1531"/>
                    <a:pt x="370" y="1530"/>
                    <a:pt x="370" y="1530"/>
                  </a:cubicBezTo>
                  <a:cubicBezTo>
                    <a:pt x="369" y="1529"/>
                    <a:pt x="368" y="1528"/>
                    <a:pt x="368" y="1527"/>
                  </a:cubicBezTo>
                  <a:cubicBezTo>
                    <a:pt x="368" y="1527"/>
                    <a:pt x="367" y="1526"/>
                    <a:pt x="367" y="1526"/>
                  </a:cubicBezTo>
                  <a:cubicBezTo>
                    <a:pt x="366" y="1525"/>
                    <a:pt x="366" y="1524"/>
                    <a:pt x="365" y="1523"/>
                  </a:cubicBezTo>
                  <a:cubicBezTo>
                    <a:pt x="365" y="1523"/>
                    <a:pt x="365" y="1522"/>
                    <a:pt x="365" y="1522"/>
                  </a:cubicBezTo>
                  <a:cubicBezTo>
                    <a:pt x="364" y="1521"/>
                    <a:pt x="363" y="1520"/>
                    <a:pt x="363" y="1519"/>
                  </a:cubicBezTo>
                  <a:cubicBezTo>
                    <a:pt x="362" y="1518"/>
                    <a:pt x="362" y="1518"/>
                    <a:pt x="362" y="1518"/>
                  </a:cubicBezTo>
                  <a:cubicBezTo>
                    <a:pt x="361" y="1517"/>
                    <a:pt x="361" y="1515"/>
                    <a:pt x="360" y="1514"/>
                  </a:cubicBezTo>
                  <a:cubicBezTo>
                    <a:pt x="360" y="1514"/>
                    <a:pt x="360" y="1514"/>
                    <a:pt x="360" y="1514"/>
                  </a:cubicBezTo>
                  <a:cubicBezTo>
                    <a:pt x="339" y="1479"/>
                    <a:pt x="321" y="1431"/>
                    <a:pt x="293" y="1400"/>
                  </a:cubicBezTo>
                  <a:cubicBezTo>
                    <a:pt x="293" y="1400"/>
                    <a:pt x="293" y="1400"/>
                    <a:pt x="293" y="1400"/>
                  </a:cubicBezTo>
                  <a:cubicBezTo>
                    <a:pt x="294" y="1400"/>
                    <a:pt x="294" y="1400"/>
                    <a:pt x="294" y="1400"/>
                  </a:cubicBezTo>
                  <a:cubicBezTo>
                    <a:pt x="293" y="1399"/>
                    <a:pt x="293" y="1399"/>
                    <a:pt x="292" y="1398"/>
                  </a:cubicBezTo>
                  <a:cubicBezTo>
                    <a:pt x="292" y="1398"/>
                    <a:pt x="292" y="1398"/>
                    <a:pt x="292" y="1398"/>
                  </a:cubicBezTo>
                  <a:cubicBezTo>
                    <a:pt x="292" y="1398"/>
                    <a:pt x="374" y="1469"/>
                    <a:pt x="413" y="1473"/>
                  </a:cubicBezTo>
                  <a:cubicBezTo>
                    <a:pt x="452" y="1476"/>
                    <a:pt x="496" y="1552"/>
                    <a:pt x="544" y="1556"/>
                  </a:cubicBezTo>
                  <a:cubicBezTo>
                    <a:pt x="545" y="1556"/>
                    <a:pt x="547" y="1556"/>
                    <a:pt x="548" y="1556"/>
                  </a:cubicBezTo>
                  <a:cubicBezTo>
                    <a:pt x="549" y="1556"/>
                    <a:pt x="549" y="1556"/>
                    <a:pt x="549" y="1557"/>
                  </a:cubicBezTo>
                  <a:cubicBezTo>
                    <a:pt x="550" y="1557"/>
                    <a:pt x="551" y="1557"/>
                    <a:pt x="552" y="1557"/>
                  </a:cubicBezTo>
                  <a:cubicBezTo>
                    <a:pt x="553" y="1557"/>
                    <a:pt x="553" y="1557"/>
                    <a:pt x="553" y="1557"/>
                  </a:cubicBezTo>
                  <a:cubicBezTo>
                    <a:pt x="554" y="1557"/>
                    <a:pt x="555" y="1557"/>
                    <a:pt x="556" y="1557"/>
                  </a:cubicBezTo>
                  <a:cubicBezTo>
                    <a:pt x="557" y="1557"/>
                    <a:pt x="557" y="1557"/>
                    <a:pt x="557" y="1558"/>
                  </a:cubicBezTo>
                  <a:cubicBezTo>
                    <a:pt x="564" y="1558"/>
                    <a:pt x="570" y="1559"/>
                    <a:pt x="575" y="1560"/>
                  </a:cubicBezTo>
                  <a:cubicBezTo>
                    <a:pt x="575" y="1560"/>
                    <a:pt x="576" y="1560"/>
                    <a:pt x="576" y="1560"/>
                  </a:cubicBezTo>
                  <a:cubicBezTo>
                    <a:pt x="577" y="1560"/>
                    <a:pt x="577" y="1560"/>
                    <a:pt x="578" y="1561"/>
                  </a:cubicBezTo>
                  <a:cubicBezTo>
                    <a:pt x="578" y="1561"/>
                    <a:pt x="579" y="1561"/>
                    <a:pt x="579" y="1561"/>
                  </a:cubicBezTo>
                  <a:cubicBezTo>
                    <a:pt x="580" y="1561"/>
                    <a:pt x="580" y="1561"/>
                    <a:pt x="581" y="1561"/>
                  </a:cubicBezTo>
                  <a:cubicBezTo>
                    <a:pt x="582" y="1561"/>
                    <a:pt x="582" y="1561"/>
                    <a:pt x="582" y="1561"/>
                  </a:cubicBezTo>
                  <a:cubicBezTo>
                    <a:pt x="583" y="1561"/>
                    <a:pt x="584" y="1561"/>
                    <a:pt x="584" y="1561"/>
                  </a:cubicBezTo>
                  <a:cubicBezTo>
                    <a:pt x="585" y="1561"/>
                    <a:pt x="585" y="1561"/>
                    <a:pt x="586" y="1561"/>
                  </a:cubicBezTo>
                  <a:cubicBezTo>
                    <a:pt x="587" y="1561"/>
                    <a:pt x="587" y="1562"/>
                    <a:pt x="588" y="1562"/>
                  </a:cubicBezTo>
                  <a:cubicBezTo>
                    <a:pt x="589" y="1562"/>
                    <a:pt x="589" y="1562"/>
                    <a:pt x="590" y="1562"/>
                  </a:cubicBezTo>
                  <a:cubicBezTo>
                    <a:pt x="590" y="1562"/>
                    <a:pt x="591" y="1562"/>
                    <a:pt x="591" y="1562"/>
                  </a:cubicBezTo>
                  <a:cubicBezTo>
                    <a:pt x="592" y="1562"/>
                    <a:pt x="592" y="1562"/>
                    <a:pt x="593" y="1562"/>
                  </a:cubicBezTo>
                  <a:cubicBezTo>
                    <a:pt x="593" y="1562"/>
                    <a:pt x="594" y="1562"/>
                    <a:pt x="594" y="1562"/>
                  </a:cubicBezTo>
                  <a:cubicBezTo>
                    <a:pt x="595" y="1562"/>
                    <a:pt x="595" y="1561"/>
                    <a:pt x="596" y="1561"/>
                  </a:cubicBezTo>
                  <a:cubicBezTo>
                    <a:pt x="596" y="1561"/>
                    <a:pt x="597" y="1561"/>
                    <a:pt x="597" y="1561"/>
                  </a:cubicBezTo>
                  <a:cubicBezTo>
                    <a:pt x="598" y="1561"/>
                    <a:pt x="599" y="1561"/>
                    <a:pt x="599" y="1561"/>
                  </a:cubicBezTo>
                  <a:cubicBezTo>
                    <a:pt x="600" y="1561"/>
                    <a:pt x="600" y="1561"/>
                    <a:pt x="601" y="1561"/>
                  </a:cubicBezTo>
                  <a:cubicBezTo>
                    <a:pt x="601" y="1561"/>
                    <a:pt x="602" y="1561"/>
                    <a:pt x="602" y="1560"/>
                  </a:cubicBezTo>
                  <a:cubicBezTo>
                    <a:pt x="603" y="1560"/>
                    <a:pt x="603" y="1560"/>
                    <a:pt x="603" y="1560"/>
                  </a:cubicBezTo>
                  <a:cubicBezTo>
                    <a:pt x="604" y="1560"/>
                    <a:pt x="604" y="1560"/>
                    <a:pt x="605" y="1560"/>
                  </a:cubicBezTo>
                  <a:cubicBezTo>
                    <a:pt x="605" y="1560"/>
                    <a:pt x="606" y="1559"/>
                    <a:pt x="606" y="1559"/>
                  </a:cubicBezTo>
                  <a:cubicBezTo>
                    <a:pt x="606" y="1559"/>
                    <a:pt x="607" y="1559"/>
                    <a:pt x="607" y="1559"/>
                  </a:cubicBezTo>
                  <a:cubicBezTo>
                    <a:pt x="608" y="1558"/>
                    <a:pt x="609" y="1558"/>
                    <a:pt x="609" y="1558"/>
                  </a:cubicBezTo>
                  <a:cubicBezTo>
                    <a:pt x="610" y="1558"/>
                    <a:pt x="610" y="1557"/>
                    <a:pt x="611" y="1557"/>
                  </a:cubicBezTo>
                  <a:cubicBezTo>
                    <a:pt x="611" y="1557"/>
                    <a:pt x="611" y="1557"/>
                    <a:pt x="612" y="1556"/>
                  </a:cubicBezTo>
                  <a:cubicBezTo>
                    <a:pt x="612" y="1556"/>
                    <a:pt x="612" y="1556"/>
                    <a:pt x="613" y="1556"/>
                  </a:cubicBezTo>
                  <a:cubicBezTo>
                    <a:pt x="613" y="1555"/>
                    <a:pt x="614" y="1555"/>
                    <a:pt x="614" y="1555"/>
                  </a:cubicBezTo>
                  <a:cubicBezTo>
                    <a:pt x="614" y="1554"/>
                    <a:pt x="615" y="1554"/>
                    <a:pt x="615" y="1554"/>
                  </a:cubicBezTo>
                  <a:cubicBezTo>
                    <a:pt x="615" y="1553"/>
                    <a:pt x="616" y="1553"/>
                    <a:pt x="616" y="1553"/>
                  </a:cubicBezTo>
                  <a:cubicBezTo>
                    <a:pt x="617" y="1552"/>
                    <a:pt x="617" y="1552"/>
                    <a:pt x="618" y="1551"/>
                  </a:cubicBezTo>
                  <a:cubicBezTo>
                    <a:pt x="618" y="1551"/>
                    <a:pt x="619" y="1550"/>
                    <a:pt x="619" y="1550"/>
                  </a:cubicBezTo>
                  <a:cubicBezTo>
                    <a:pt x="619" y="1549"/>
                    <a:pt x="620" y="1549"/>
                    <a:pt x="620" y="1548"/>
                  </a:cubicBezTo>
                  <a:cubicBezTo>
                    <a:pt x="621" y="1548"/>
                    <a:pt x="621" y="1548"/>
                    <a:pt x="621" y="1547"/>
                  </a:cubicBezTo>
                  <a:cubicBezTo>
                    <a:pt x="622" y="1547"/>
                    <a:pt x="622" y="1546"/>
                    <a:pt x="622" y="1546"/>
                  </a:cubicBezTo>
                  <a:cubicBezTo>
                    <a:pt x="622" y="1545"/>
                    <a:pt x="623" y="1545"/>
                    <a:pt x="623" y="1544"/>
                  </a:cubicBezTo>
                  <a:cubicBezTo>
                    <a:pt x="623" y="1544"/>
                    <a:pt x="624" y="1543"/>
                    <a:pt x="624" y="1542"/>
                  </a:cubicBezTo>
                  <a:cubicBezTo>
                    <a:pt x="624" y="1542"/>
                    <a:pt x="625" y="1542"/>
                    <a:pt x="625" y="1541"/>
                  </a:cubicBezTo>
                  <a:cubicBezTo>
                    <a:pt x="626" y="1542"/>
                    <a:pt x="626" y="1543"/>
                    <a:pt x="627" y="1544"/>
                  </a:cubicBezTo>
                  <a:cubicBezTo>
                    <a:pt x="634" y="1555"/>
                    <a:pt x="641" y="1561"/>
                    <a:pt x="653" y="1566"/>
                  </a:cubicBezTo>
                  <a:cubicBezTo>
                    <a:pt x="660" y="1570"/>
                    <a:pt x="669" y="1574"/>
                    <a:pt x="677" y="1570"/>
                  </a:cubicBezTo>
                  <a:cubicBezTo>
                    <a:pt x="678" y="1574"/>
                    <a:pt x="678" y="1578"/>
                    <a:pt x="678" y="1583"/>
                  </a:cubicBezTo>
                  <a:cubicBezTo>
                    <a:pt x="678" y="1584"/>
                    <a:pt x="679" y="1585"/>
                    <a:pt x="679" y="1586"/>
                  </a:cubicBezTo>
                  <a:cubicBezTo>
                    <a:pt x="679" y="1586"/>
                    <a:pt x="679" y="1586"/>
                    <a:pt x="679" y="1587"/>
                  </a:cubicBezTo>
                  <a:cubicBezTo>
                    <a:pt x="679" y="1588"/>
                    <a:pt x="679" y="1590"/>
                    <a:pt x="679" y="1591"/>
                  </a:cubicBezTo>
                  <a:cubicBezTo>
                    <a:pt x="679" y="1591"/>
                    <a:pt x="679" y="1591"/>
                    <a:pt x="679" y="1591"/>
                  </a:cubicBezTo>
                  <a:cubicBezTo>
                    <a:pt x="679" y="1593"/>
                    <a:pt x="680" y="1595"/>
                    <a:pt x="680" y="1596"/>
                  </a:cubicBezTo>
                  <a:cubicBezTo>
                    <a:pt x="680" y="1596"/>
                    <a:pt x="680" y="1596"/>
                    <a:pt x="680" y="1596"/>
                  </a:cubicBezTo>
                  <a:cubicBezTo>
                    <a:pt x="682" y="1613"/>
                    <a:pt x="686" y="1630"/>
                    <a:pt x="697" y="1645"/>
                  </a:cubicBezTo>
                  <a:cubicBezTo>
                    <a:pt x="697" y="1646"/>
                    <a:pt x="698" y="1647"/>
                    <a:pt x="698" y="1647"/>
                  </a:cubicBezTo>
                  <a:cubicBezTo>
                    <a:pt x="698" y="1647"/>
                    <a:pt x="698" y="1647"/>
                    <a:pt x="698" y="1647"/>
                  </a:cubicBezTo>
                  <a:cubicBezTo>
                    <a:pt x="698" y="1648"/>
                    <a:pt x="697" y="1648"/>
                    <a:pt x="697" y="1648"/>
                  </a:cubicBezTo>
                  <a:cubicBezTo>
                    <a:pt x="696" y="1651"/>
                    <a:pt x="696" y="1653"/>
                    <a:pt x="695" y="1656"/>
                  </a:cubicBezTo>
                  <a:cubicBezTo>
                    <a:pt x="695" y="1656"/>
                    <a:pt x="695" y="1657"/>
                    <a:pt x="695" y="1657"/>
                  </a:cubicBezTo>
                  <a:cubicBezTo>
                    <a:pt x="695" y="1658"/>
                    <a:pt x="695" y="1658"/>
                    <a:pt x="694" y="1659"/>
                  </a:cubicBezTo>
                  <a:cubicBezTo>
                    <a:pt x="694" y="1659"/>
                    <a:pt x="694" y="1660"/>
                    <a:pt x="694" y="1660"/>
                  </a:cubicBezTo>
                  <a:cubicBezTo>
                    <a:pt x="694" y="1661"/>
                    <a:pt x="694" y="1661"/>
                    <a:pt x="694" y="1662"/>
                  </a:cubicBezTo>
                  <a:cubicBezTo>
                    <a:pt x="693" y="1663"/>
                    <a:pt x="693" y="1663"/>
                    <a:pt x="693" y="1664"/>
                  </a:cubicBezTo>
                  <a:cubicBezTo>
                    <a:pt x="693" y="1664"/>
                    <a:pt x="693" y="1665"/>
                    <a:pt x="693" y="1666"/>
                  </a:cubicBezTo>
                  <a:cubicBezTo>
                    <a:pt x="693" y="1667"/>
                    <a:pt x="692" y="1667"/>
                    <a:pt x="692" y="1667"/>
                  </a:cubicBezTo>
                  <a:cubicBezTo>
                    <a:pt x="692" y="1670"/>
                    <a:pt x="691" y="1673"/>
                    <a:pt x="690" y="1676"/>
                  </a:cubicBezTo>
                  <a:cubicBezTo>
                    <a:pt x="690" y="1676"/>
                    <a:pt x="690" y="1677"/>
                    <a:pt x="690" y="1677"/>
                  </a:cubicBezTo>
                  <a:cubicBezTo>
                    <a:pt x="690" y="1678"/>
                    <a:pt x="690" y="1680"/>
                    <a:pt x="689" y="1681"/>
                  </a:cubicBezTo>
                  <a:cubicBezTo>
                    <a:pt x="689" y="1681"/>
                    <a:pt x="689" y="1682"/>
                    <a:pt x="689" y="1682"/>
                  </a:cubicBezTo>
                  <a:cubicBezTo>
                    <a:pt x="689" y="1684"/>
                    <a:pt x="688" y="1685"/>
                    <a:pt x="688" y="1686"/>
                  </a:cubicBezTo>
                  <a:cubicBezTo>
                    <a:pt x="688" y="1687"/>
                    <a:pt x="688" y="1687"/>
                    <a:pt x="688" y="1687"/>
                  </a:cubicBezTo>
                  <a:cubicBezTo>
                    <a:pt x="688" y="1689"/>
                    <a:pt x="687" y="1691"/>
                    <a:pt x="687" y="1692"/>
                  </a:cubicBezTo>
                  <a:cubicBezTo>
                    <a:pt x="687" y="1693"/>
                    <a:pt x="687" y="1693"/>
                    <a:pt x="687" y="1693"/>
                  </a:cubicBezTo>
                  <a:cubicBezTo>
                    <a:pt x="686" y="1696"/>
                    <a:pt x="686" y="1700"/>
                    <a:pt x="685" y="1704"/>
                  </a:cubicBezTo>
                  <a:cubicBezTo>
                    <a:pt x="685" y="1705"/>
                    <a:pt x="685" y="1705"/>
                    <a:pt x="685" y="1705"/>
                  </a:cubicBezTo>
                  <a:cubicBezTo>
                    <a:pt x="685" y="1707"/>
                    <a:pt x="684" y="1709"/>
                    <a:pt x="684" y="1710"/>
                  </a:cubicBezTo>
                  <a:cubicBezTo>
                    <a:pt x="684" y="1711"/>
                    <a:pt x="684" y="1711"/>
                    <a:pt x="684" y="1712"/>
                  </a:cubicBezTo>
                  <a:cubicBezTo>
                    <a:pt x="684" y="1713"/>
                    <a:pt x="684" y="1715"/>
                    <a:pt x="683" y="1717"/>
                  </a:cubicBezTo>
                  <a:cubicBezTo>
                    <a:pt x="683" y="1717"/>
                    <a:pt x="683" y="1717"/>
                    <a:pt x="683" y="1718"/>
                  </a:cubicBezTo>
                  <a:cubicBezTo>
                    <a:pt x="683" y="1722"/>
                    <a:pt x="682" y="1726"/>
                    <a:pt x="682" y="1730"/>
                  </a:cubicBezTo>
                  <a:cubicBezTo>
                    <a:pt x="682" y="1731"/>
                    <a:pt x="682" y="1731"/>
                    <a:pt x="682" y="1732"/>
                  </a:cubicBezTo>
                  <a:cubicBezTo>
                    <a:pt x="682" y="1733"/>
                    <a:pt x="682" y="1735"/>
                    <a:pt x="682" y="1737"/>
                  </a:cubicBezTo>
                  <a:cubicBezTo>
                    <a:pt x="682" y="1737"/>
                    <a:pt x="682" y="1738"/>
                    <a:pt x="682" y="1738"/>
                  </a:cubicBezTo>
                  <a:cubicBezTo>
                    <a:pt x="681" y="1740"/>
                    <a:pt x="681" y="1742"/>
                    <a:pt x="681" y="1743"/>
                  </a:cubicBezTo>
                  <a:cubicBezTo>
                    <a:pt x="681" y="1744"/>
                    <a:pt x="681" y="1744"/>
                    <a:pt x="681" y="1745"/>
                  </a:cubicBezTo>
                  <a:cubicBezTo>
                    <a:pt x="681" y="1747"/>
                    <a:pt x="681" y="1749"/>
                    <a:pt x="681" y="1751"/>
                  </a:cubicBezTo>
                  <a:cubicBezTo>
                    <a:pt x="681" y="1751"/>
                    <a:pt x="681" y="1751"/>
                    <a:pt x="681" y="1751"/>
                  </a:cubicBezTo>
                  <a:cubicBezTo>
                    <a:pt x="681" y="1754"/>
                    <a:pt x="681" y="1756"/>
                    <a:pt x="681" y="1758"/>
                  </a:cubicBezTo>
                  <a:cubicBezTo>
                    <a:pt x="681" y="1758"/>
                    <a:pt x="681" y="1759"/>
                    <a:pt x="681" y="1759"/>
                  </a:cubicBezTo>
                  <a:cubicBezTo>
                    <a:pt x="681" y="1761"/>
                    <a:pt x="681" y="1763"/>
                    <a:pt x="681" y="1764"/>
                  </a:cubicBezTo>
                  <a:cubicBezTo>
                    <a:pt x="681" y="1765"/>
                    <a:pt x="681" y="1766"/>
                    <a:pt x="681" y="1766"/>
                  </a:cubicBezTo>
                  <a:cubicBezTo>
                    <a:pt x="682" y="1768"/>
                    <a:pt x="682" y="1769"/>
                    <a:pt x="682" y="1771"/>
                  </a:cubicBezTo>
                  <a:cubicBezTo>
                    <a:pt x="682" y="1771"/>
                    <a:pt x="682" y="1772"/>
                    <a:pt x="682" y="1773"/>
                  </a:cubicBezTo>
                  <a:cubicBezTo>
                    <a:pt x="682" y="1774"/>
                    <a:pt x="682" y="1776"/>
                    <a:pt x="682" y="1777"/>
                  </a:cubicBezTo>
                  <a:cubicBezTo>
                    <a:pt x="682" y="1778"/>
                    <a:pt x="683" y="1778"/>
                    <a:pt x="683" y="1779"/>
                  </a:cubicBezTo>
                  <a:cubicBezTo>
                    <a:pt x="683" y="1781"/>
                    <a:pt x="683" y="1783"/>
                    <a:pt x="683" y="1785"/>
                  </a:cubicBezTo>
                  <a:cubicBezTo>
                    <a:pt x="684" y="1785"/>
                    <a:pt x="684" y="1786"/>
                    <a:pt x="684" y="1786"/>
                  </a:cubicBezTo>
                  <a:cubicBezTo>
                    <a:pt x="684" y="1788"/>
                    <a:pt x="684" y="1789"/>
                    <a:pt x="685" y="1791"/>
                  </a:cubicBezTo>
                  <a:cubicBezTo>
                    <a:pt x="685" y="1792"/>
                    <a:pt x="685" y="1792"/>
                    <a:pt x="685" y="1793"/>
                  </a:cubicBezTo>
                  <a:cubicBezTo>
                    <a:pt x="685" y="1794"/>
                    <a:pt x="686" y="1796"/>
                    <a:pt x="686" y="1797"/>
                  </a:cubicBezTo>
                  <a:cubicBezTo>
                    <a:pt x="686" y="1797"/>
                    <a:pt x="686" y="1798"/>
                    <a:pt x="686" y="1799"/>
                  </a:cubicBezTo>
                  <a:cubicBezTo>
                    <a:pt x="687" y="1800"/>
                    <a:pt x="687" y="1801"/>
                    <a:pt x="688" y="1803"/>
                  </a:cubicBezTo>
                  <a:cubicBezTo>
                    <a:pt x="688" y="1803"/>
                    <a:pt x="688" y="1804"/>
                    <a:pt x="688" y="1805"/>
                  </a:cubicBezTo>
                  <a:cubicBezTo>
                    <a:pt x="689" y="1806"/>
                    <a:pt x="689" y="1808"/>
                    <a:pt x="690" y="1810"/>
                  </a:cubicBezTo>
                  <a:cubicBezTo>
                    <a:pt x="714" y="1872"/>
                    <a:pt x="692" y="1868"/>
                    <a:pt x="674" y="1928"/>
                  </a:cubicBezTo>
                  <a:cubicBezTo>
                    <a:pt x="656" y="1988"/>
                    <a:pt x="660" y="2024"/>
                    <a:pt x="650" y="2056"/>
                  </a:cubicBezTo>
                  <a:cubicBezTo>
                    <a:pt x="640" y="2088"/>
                    <a:pt x="614" y="2131"/>
                    <a:pt x="606" y="2137"/>
                  </a:cubicBezTo>
                  <a:cubicBezTo>
                    <a:pt x="605" y="2138"/>
                    <a:pt x="604" y="2139"/>
                    <a:pt x="603" y="2140"/>
                  </a:cubicBezTo>
                  <a:cubicBezTo>
                    <a:pt x="598" y="2145"/>
                    <a:pt x="600" y="2150"/>
                    <a:pt x="593" y="2164"/>
                  </a:cubicBezTo>
                  <a:cubicBezTo>
                    <a:pt x="576" y="2196"/>
                    <a:pt x="544" y="2186"/>
                    <a:pt x="538" y="2216"/>
                  </a:cubicBezTo>
                  <a:cubicBezTo>
                    <a:pt x="537" y="2218"/>
                    <a:pt x="537" y="2221"/>
                    <a:pt x="536" y="2223"/>
                  </a:cubicBezTo>
                  <a:cubicBezTo>
                    <a:pt x="536" y="2224"/>
                    <a:pt x="536" y="2224"/>
                    <a:pt x="536" y="2225"/>
                  </a:cubicBezTo>
                  <a:cubicBezTo>
                    <a:pt x="536" y="2227"/>
                    <a:pt x="536" y="2229"/>
                    <a:pt x="535" y="2231"/>
                  </a:cubicBezTo>
                  <a:cubicBezTo>
                    <a:pt x="535" y="2231"/>
                    <a:pt x="535" y="2231"/>
                    <a:pt x="535" y="2232"/>
                  </a:cubicBezTo>
                  <a:cubicBezTo>
                    <a:pt x="535" y="2234"/>
                    <a:pt x="535" y="2236"/>
                    <a:pt x="535" y="2238"/>
                  </a:cubicBezTo>
                  <a:cubicBezTo>
                    <a:pt x="535" y="2239"/>
                    <a:pt x="535" y="2240"/>
                    <a:pt x="535" y="2241"/>
                  </a:cubicBezTo>
                  <a:cubicBezTo>
                    <a:pt x="535" y="2242"/>
                    <a:pt x="535" y="2243"/>
                    <a:pt x="535" y="2244"/>
                  </a:cubicBezTo>
                  <a:cubicBezTo>
                    <a:pt x="534" y="2252"/>
                    <a:pt x="535" y="2259"/>
                    <a:pt x="534" y="2265"/>
                  </a:cubicBezTo>
                  <a:cubicBezTo>
                    <a:pt x="534" y="2265"/>
                    <a:pt x="534" y="2265"/>
                    <a:pt x="534" y="2265"/>
                  </a:cubicBezTo>
                  <a:cubicBezTo>
                    <a:pt x="534" y="2267"/>
                    <a:pt x="533" y="2269"/>
                    <a:pt x="533" y="2271"/>
                  </a:cubicBezTo>
                  <a:cubicBezTo>
                    <a:pt x="523" y="2288"/>
                    <a:pt x="523" y="2288"/>
                    <a:pt x="523" y="2288"/>
                  </a:cubicBezTo>
                  <a:cubicBezTo>
                    <a:pt x="525" y="2286"/>
                    <a:pt x="526" y="2284"/>
                    <a:pt x="528" y="2282"/>
                  </a:cubicBezTo>
                  <a:cubicBezTo>
                    <a:pt x="529" y="2280"/>
                    <a:pt x="531" y="2277"/>
                    <a:pt x="532" y="2275"/>
                  </a:cubicBezTo>
                  <a:cubicBezTo>
                    <a:pt x="532" y="2275"/>
                    <a:pt x="532" y="2275"/>
                    <a:pt x="532" y="2275"/>
                  </a:cubicBezTo>
                  <a:cubicBezTo>
                    <a:pt x="532" y="2276"/>
                    <a:pt x="532" y="2276"/>
                    <a:pt x="531" y="2277"/>
                  </a:cubicBezTo>
                  <a:cubicBezTo>
                    <a:pt x="531" y="2277"/>
                    <a:pt x="531" y="2278"/>
                    <a:pt x="531" y="2278"/>
                  </a:cubicBezTo>
                  <a:cubicBezTo>
                    <a:pt x="531" y="2279"/>
                    <a:pt x="530" y="2279"/>
                    <a:pt x="530" y="2280"/>
                  </a:cubicBezTo>
                  <a:cubicBezTo>
                    <a:pt x="530" y="2280"/>
                    <a:pt x="530" y="2281"/>
                    <a:pt x="529" y="2281"/>
                  </a:cubicBezTo>
                  <a:cubicBezTo>
                    <a:pt x="529" y="2282"/>
                    <a:pt x="529" y="2282"/>
                    <a:pt x="529" y="2283"/>
                  </a:cubicBezTo>
                  <a:cubicBezTo>
                    <a:pt x="528" y="2284"/>
                    <a:pt x="528" y="2285"/>
                    <a:pt x="527" y="2285"/>
                  </a:cubicBezTo>
                  <a:cubicBezTo>
                    <a:pt x="527" y="2286"/>
                    <a:pt x="526" y="2286"/>
                    <a:pt x="526" y="2287"/>
                  </a:cubicBezTo>
                  <a:cubicBezTo>
                    <a:pt x="525" y="2288"/>
                    <a:pt x="525" y="2288"/>
                    <a:pt x="525" y="2288"/>
                  </a:cubicBezTo>
                  <a:cubicBezTo>
                    <a:pt x="525" y="2288"/>
                    <a:pt x="525" y="2288"/>
                    <a:pt x="525" y="2288"/>
                  </a:cubicBezTo>
                  <a:cubicBezTo>
                    <a:pt x="525" y="2288"/>
                    <a:pt x="525" y="2288"/>
                    <a:pt x="524" y="2288"/>
                  </a:cubicBezTo>
                  <a:cubicBezTo>
                    <a:pt x="523" y="2290"/>
                    <a:pt x="521" y="2293"/>
                    <a:pt x="519" y="2295"/>
                  </a:cubicBezTo>
                  <a:cubicBezTo>
                    <a:pt x="523" y="2288"/>
                    <a:pt x="523" y="2288"/>
                    <a:pt x="523" y="2288"/>
                  </a:cubicBezTo>
                  <a:cubicBezTo>
                    <a:pt x="521" y="2291"/>
                    <a:pt x="519" y="2294"/>
                    <a:pt x="518" y="2296"/>
                  </a:cubicBezTo>
                  <a:cubicBezTo>
                    <a:pt x="517" y="2298"/>
                    <a:pt x="515" y="2300"/>
                    <a:pt x="514" y="2302"/>
                  </a:cubicBezTo>
                  <a:cubicBezTo>
                    <a:pt x="513" y="2302"/>
                    <a:pt x="513" y="2303"/>
                    <a:pt x="512" y="2303"/>
                  </a:cubicBezTo>
                  <a:cubicBezTo>
                    <a:pt x="512" y="2304"/>
                    <a:pt x="511" y="2305"/>
                    <a:pt x="511" y="2305"/>
                  </a:cubicBezTo>
                  <a:cubicBezTo>
                    <a:pt x="510" y="2306"/>
                    <a:pt x="509" y="2307"/>
                    <a:pt x="508" y="2309"/>
                  </a:cubicBezTo>
                  <a:cubicBezTo>
                    <a:pt x="508" y="2309"/>
                    <a:pt x="507" y="2310"/>
                    <a:pt x="507" y="2310"/>
                  </a:cubicBezTo>
                  <a:cubicBezTo>
                    <a:pt x="506" y="2311"/>
                    <a:pt x="505" y="2312"/>
                    <a:pt x="504" y="2313"/>
                  </a:cubicBezTo>
                  <a:cubicBezTo>
                    <a:pt x="504" y="2314"/>
                    <a:pt x="504" y="2314"/>
                    <a:pt x="503" y="2315"/>
                  </a:cubicBezTo>
                  <a:cubicBezTo>
                    <a:pt x="502" y="2316"/>
                    <a:pt x="501" y="2317"/>
                    <a:pt x="501" y="2318"/>
                  </a:cubicBezTo>
                  <a:cubicBezTo>
                    <a:pt x="500" y="2319"/>
                    <a:pt x="500" y="2319"/>
                    <a:pt x="500" y="2320"/>
                  </a:cubicBezTo>
                  <a:cubicBezTo>
                    <a:pt x="499" y="2321"/>
                    <a:pt x="497" y="2322"/>
                    <a:pt x="496" y="2324"/>
                  </a:cubicBezTo>
                  <a:cubicBezTo>
                    <a:pt x="496" y="2324"/>
                    <a:pt x="496" y="2325"/>
                    <a:pt x="496" y="2325"/>
                  </a:cubicBezTo>
                  <a:cubicBezTo>
                    <a:pt x="495" y="2326"/>
                    <a:pt x="494" y="2328"/>
                    <a:pt x="493" y="2329"/>
                  </a:cubicBezTo>
                  <a:cubicBezTo>
                    <a:pt x="492" y="2329"/>
                    <a:pt x="492" y="2330"/>
                    <a:pt x="492" y="2330"/>
                  </a:cubicBezTo>
                  <a:cubicBezTo>
                    <a:pt x="491" y="2331"/>
                    <a:pt x="490" y="2333"/>
                    <a:pt x="489" y="2334"/>
                  </a:cubicBezTo>
                  <a:cubicBezTo>
                    <a:pt x="489" y="2334"/>
                    <a:pt x="489" y="2335"/>
                    <a:pt x="488" y="2335"/>
                  </a:cubicBezTo>
                  <a:cubicBezTo>
                    <a:pt x="488" y="2336"/>
                    <a:pt x="487" y="2338"/>
                    <a:pt x="486" y="2339"/>
                  </a:cubicBezTo>
                  <a:cubicBezTo>
                    <a:pt x="485" y="2340"/>
                    <a:pt x="485" y="2340"/>
                    <a:pt x="485" y="2340"/>
                  </a:cubicBezTo>
                  <a:cubicBezTo>
                    <a:pt x="484" y="2342"/>
                    <a:pt x="483" y="2343"/>
                    <a:pt x="482" y="2345"/>
                  </a:cubicBezTo>
                  <a:cubicBezTo>
                    <a:pt x="482" y="2345"/>
                    <a:pt x="482" y="2345"/>
                    <a:pt x="482" y="2345"/>
                  </a:cubicBezTo>
                  <a:cubicBezTo>
                    <a:pt x="481" y="2347"/>
                    <a:pt x="481" y="2348"/>
                    <a:pt x="480" y="2349"/>
                  </a:cubicBezTo>
                  <a:cubicBezTo>
                    <a:pt x="480" y="2350"/>
                    <a:pt x="480" y="2350"/>
                    <a:pt x="479" y="2350"/>
                  </a:cubicBezTo>
                  <a:cubicBezTo>
                    <a:pt x="479" y="2352"/>
                    <a:pt x="478" y="2353"/>
                    <a:pt x="478" y="2354"/>
                  </a:cubicBezTo>
                  <a:cubicBezTo>
                    <a:pt x="477" y="2355"/>
                    <a:pt x="477" y="2355"/>
                    <a:pt x="477" y="2355"/>
                  </a:cubicBezTo>
                  <a:cubicBezTo>
                    <a:pt x="477" y="2357"/>
                    <a:pt x="476" y="2358"/>
                    <a:pt x="476" y="2359"/>
                  </a:cubicBezTo>
                  <a:cubicBezTo>
                    <a:pt x="476" y="2360"/>
                    <a:pt x="476" y="2360"/>
                    <a:pt x="475" y="2360"/>
                  </a:cubicBezTo>
                  <a:cubicBezTo>
                    <a:pt x="475" y="2361"/>
                    <a:pt x="475" y="2362"/>
                    <a:pt x="474" y="2363"/>
                  </a:cubicBezTo>
                  <a:cubicBezTo>
                    <a:pt x="474" y="2364"/>
                    <a:pt x="474" y="2364"/>
                    <a:pt x="474" y="2364"/>
                  </a:cubicBezTo>
                  <a:cubicBezTo>
                    <a:pt x="474" y="2365"/>
                    <a:pt x="474" y="2367"/>
                    <a:pt x="474" y="2368"/>
                  </a:cubicBezTo>
                  <a:cubicBezTo>
                    <a:pt x="474" y="2368"/>
                    <a:pt x="474" y="2368"/>
                    <a:pt x="474" y="2368"/>
                  </a:cubicBezTo>
                  <a:cubicBezTo>
                    <a:pt x="474" y="2370"/>
                    <a:pt x="474" y="2371"/>
                    <a:pt x="474" y="2372"/>
                  </a:cubicBezTo>
                  <a:cubicBezTo>
                    <a:pt x="476" y="2395"/>
                    <a:pt x="460" y="2403"/>
                    <a:pt x="477" y="2428"/>
                  </a:cubicBezTo>
                  <a:cubicBezTo>
                    <a:pt x="494" y="2453"/>
                    <a:pt x="511" y="2453"/>
                    <a:pt x="522" y="2433"/>
                  </a:cubicBezTo>
                  <a:cubicBezTo>
                    <a:pt x="523" y="2432"/>
                    <a:pt x="523" y="2431"/>
                    <a:pt x="524" y="2430"/>
                  </a:cubicBezTo>
                  <a:cubicBezTo>
                    <a:pt x="524" y="2429"/>
                    <a:pt x="524" y="2429"/>
                    <a:pt x="524" y="2429"/>
                  </a:cubicBezTo>
                  <a:cubicBezTo>
                    <a:pt x="525" y="2428"/>
                    <a:pt x="525" y="2427"/>
                    <a:pt x="526" y="2427"/>
                  </a:cubicBezTo>
                  <a:cubicBezTo>
                    <a:pt x="526" y="2426"/>
                    <a:pt x="526" y="2426"/>
                    <a:pt x="526" y="2426"/>
                  </a:cubicBezTo>
                  <a:cubicBezTo>
                    <a:pt x="526" y="2425"/>
                    <a:pt x="527" y="2424"/>
                    <a:pt x="527" y="2424"/>
                  </a:cubicBezTo>
                  <a:cubicBezTo>
                    <a:pt x="527" y="2424"/>
                    <a:pt x="527" y="2424"/>
                    <a:pt x="527" y="2424"/>
                  </a:cubicBezTo>
                  <a:cubicBezTo>
                    <a:pt x="528" y="2423"/>
                    <a:pt x="528" y="2422"/>
                    <a:pt x="528" y="2422"/>
                  </a:cubicBezTo>
                  <a:cubicBezTo>
                    <a:pt x="528" y="2422"/>
                    <a:pt x="528" y="2422"/>
                    <a:pt x="528" y="2422"/>
                  </a:cubicBezTo>
                  <a:cubicBezTo>
                    <a:pt x="530" y="2420"/>
                    <a:pt x="531" y="2418"/>
                    <a:pt x="532" y="2417"/>
                  </a:cubicBezTo>
                  <a:cubicBezTo>
                    <a:pt x="532" y="2417"/>
                    <a:pt x="533" y="2417"/>
                    <a:pt x="533" y="2418"/>
                  </a:cubicBezTo>
                  <a:cubicBezTo>
                    <a:pt x="534" y="2418"/>
                    <a:pt x="534" y="2418"/>
                    <a:pt x="534" y="2418"/>
                  </a:cubicBezTo>
                  <a:cubicBezTo>
                    <a:pt x="534" y="2418"/>
                    <a:pt x="535" y="2419"/>
                    <a:pt x="535" y="2419"/>
                  </a:cubicBezTo>
                  <a:cubicBezTo>
                    <a:pt x="535" y="2419"/>
                    <a:pt x="536" y="2419"/>
                    <a:pt x="536" y="2420"/>
                  </a:cubicBezTo>
                  <a:cubicBezTo>
                    <a:pt x="536" y="2420"/>
                    <a:pt x="537" y="2420"/>
                    <a:pt x="537" y="2421"/>
                  </a:cubicBezTo>
                  <a:cubicBezTo>
                    <a:pt x="538" y="2421"/>
                    <a:pt x="538" y="2421"/>
                    <a:pt x="538" y="2422"/>
                  </a:cubicBezTo>
                  <a:cubicBezTo>
                    <a:pt x="539" y="2422"/>
                    <a:pt x="539" y="2423"/>
                    <a:pt x="540" y="2424"/>
                  </a:cubicBezTo>
                  <a:cubicBezTo>
                    <a:pt x="540" y="2424"/>
                    <a:pt x="540" y="2424"/>
                    <a:pt x="540" y="2424"/>
                  </a:cubicBezTo>
                  <a:cubicBezTo>
                    <a:pt x="541" y="2425"/>
                    <a:pt x="542" y="2426"/>
                    <a:pt x="542" y="2427"/>
                  </a:cubicBezTo>
                  <a:cubicBezTo>
                    <a:pt x="542" y="2427"/>
                    <a:pt x="542" y="2427"/>
                    <a:pt x="542" y="2427"/>
                  </a:cubicBezTo>
                  <a:cubicBezTo>
                    <a:pt x="543" y="2428"/>
                    <a:pt x="544" y="2429"/>
                    <a:pt x="544" y="2430"/>
                  </a:cubicBezTo>
                  <a:cubicBezTo>
                    <a:pt x="544" y="2430"/>
                    <a:pt x="544" y="2430"/>
                    <a:pt x="544" y="2431"/>
                  </a:cubicBezTo>
                  <a:cubicBezTo>
                    <a:pt x="545" y="2432"/>
                    <a:pt x="545" y="2433"/>
                    <a:pt x="546" y="2434"/>
                  </a:cubicBezTo>
                  <a:cubicBezTo>
                    <a:pt x="546" y="2434"/>
                    <a:pt x="546" y="2434"/>
                    <a:pt x="546" y="2435"/>
                  </a:cubicBezTo>
                  <a:cubicBezTo>
                    <a:pt x="546" y="2436"/>
                    <a:pt x="547" y="2437"/>
                    <a:pt x="547" y="2438"/>
                  </a:cubicBezTo>
                  <a:cubicBezTo>
                    <a:pt x="548" y="2445"/>
                    <a:pt x="548" y="2449"/>
                    <a:pt x="548" y="2453"/>
                  </a:cubicBezTo>
                  <a:cubicBezTo>
                    <a:pt x="548" y="2456"/>
                    <a:pt x="548" y="2460"/>
                    <a:pt x="545" y="2465"/>
                  </a:cubicBezTo>
                  <a:cubicBezTo>
                    <a:pt x="540" y="2476"/>
                    <a:pt x="535" y="2498"/>
                    <a:pt x="560" y="2497"/>
                  </a:cubicBezTo>
                  <a:cubicBezTo>
                    <a:pt x="560" y="2497"/>
                    <a:pt x="552" y="2509"/>
                    <a:pt x="563" y="2516"/>
                  </a:cubicBezTo>
                  <a:cubicBezTo>
                    <a:pt x="563" y="2516"/>
                    <a:pt x="564" y="2517"/>
                    <a:pt x="565" y="2517"/>
                  </a:cubicBezTo>
                  <a:cubicBezTo>
                    <a:pt x="565" y="2517"/>
                    <a:pt x="565" y="2517"/>
                    <a:pt x="566" y="2517"/>
                  </a:cubicBezTo>
                  <a:cubicBezTo>
                    <a:pt x="566" y="2518"/>
                    <a:pt x="567" y="2518"/>
                    <a:pt x="567" y="2518"/>
                  </a:cubicBezTo>
                  <a:cubicBezTo>
                    <a:pt x="568" y="2518"/>
                    <a:pt x="568" y="2518"/>
                    <a:pt x="568" y="2518"/>
                  </a:cubicBezTo>
                  <a:cubicBezTo>
                    <a:pt x="568" y="2519"/>
                    <a:pt x="569" y="2519"/>
                    <a:pt x="569" y="2519"/>
                  </a:cubicBezTo>
                  <a:cubicBezTo>
                    <a:pt x="570" y="2519"/>
                    <a:pt x="570" y="2519"/>
                    <a:pt x="570" y="2519"/>
                  </a:cubicBezTo>
                  <a:cubicBezTo>
                    <a:pt x="570" y="2519"/>
                    <a:pt x="571" y="2519"/>
                    <a:pt x="571" y="2520"/>
                  </a:cubicBezTo>
                  <a:cubicBezTo>
                    <a:pt x="571" y="2520"/>
                    <a:pt x="571" y="2520"/>
                    <a:pt x="571" y="2520"/>
                  </a:cubicBezTo>
                  <a:cubicBezTo>
                    <a:pt x="572" y="2520"/>
                    <a:pt x="572" y="2520"/>
                    <a:pt x="573" y="2520"/>
                  </a:cubicBezTo>
                  <a:cubicBezTo>
                    <a:pt x="573" y="2520"/>
                    <a:pt x="573" y="2520"/>
                    <a:pt x="573" y="2520"/>
                  </a:cubicBezTo>
                  <a:cubicBezTo>
                    <a:pt x="573" y="2520"/>
                    <a:pt x="573" y="2520"/>
                    <a:pt x="574" y="2520"/>
                  </a:cubicBezTo>
                  <a:cubicBezTo>
                    <a:pt x="574" y="2520"/>
                    <a:pt x="574" y="2520"/>
                    <a:pt x="574" y="2520"/>
                  </a:cubicBezTo>
                  <a:cubicBezTo>
                    <a:pt x="574" y="2520"/>
                    <a:pt x="575" y="2520"/>
                    <a:pt x="575" y="2520"/>
                  </a:cubicBezTo>
                  <a:cubicBezTo>
                    <a:pt x="575" y="2520"/>
                    <a:pt x="575" y="2521"/>
                    <a:pt x="575" y="2522"/>
                  </a:cubicBezTo>
                  <a:cubicBezTo>
                    <a:pt x="575" y="2519"/>
                    <a:pt x="575" y="2519"/>
                    <a:pt x="575" y="2519"/>
                  </a:cubicBezTo>
                  <a:cubicBezTo>
                    <a:pt x="576" y="2519"/>
                    <a:pt x="576" y="2519"/>
                    <a:pt x="576" y="2519"/>
                  </a:cubicBezTo>
                  <a:cubicBezTo>
                    <a:pt x="576" y="2519"/>
                    <a:pt x="575" y="2524"/>
                    <a:pt x="577" y="2528"/>
                  </a:cubicBezTo>
                  <a:cubicBezTo>
                    <a:pt x="579" y="2530"/>
                    <a:pt x="581" y="2532"/>
                    <a:pt x="585" y="2532"/>
                  </a:cubicBezTo>
                  <a:cubicBezTo>
                    <a:pt x="585" y="2532"/>
                    <a:pt x="585" y="2532"/>
                    <a:pt x="585" y="2532"/>
                  </a:cubicBezTo>
                  <a:cubicBezTo>
                    <a:pt x="589" y="2533"/>
                    <a:pt x="593" y="2530"/>
                    <a:pt x="596" y="2525"/>
                  </a:cubicBezTo>
                  <a:cubicBezTo>
                    <a:pt x="601" y="2517"/>
                    <a:pt x="604" y="2506"/>
                    <a:pt x="605" y="2498"/>
                  </a:cubicBezTo>
                  <a:cubicBezTo>
                    <a:pt x="605" y="2498"/>
                    <a:pt x="605" y="2498"/>
                    <a:pt x="606" y="2498"/>
                  </a:cubicBezTo>
                  <a:cubicBezTo>
                    <a:pt x="607" y="2498"/>
                    <a:pt x="607" y="2498"/>
                    <a:pt x="608" y="2498"/>
                  </a:cubicBezTo>
                  <a:cubicBezTo>
                    <a:pt x="608" y="2498"/>
                    <a:pt x="609" y="2498"/>
                    <a:pt x="609" y="2498"/>
                  </a:cubicBezTo>
                  <a:cubicBezTo>
                    <a:pt x="613" y="2496"/>
                    <a:pt x="618" y="2493"/>
                    <a:pt x="619" y="2485"/>
                  </a:cubicBezTo>
                  <a:cubicBezTo>
                    <a:pt x="620" y="2477"/>
                    <a:pt x="621" y="2473"/>
                    <a:pt x="621" y="2471"/>
                  </a:cubicBezTo>
                  <a:cubicBezTo>
                    <a:pt x="621" y="2469"/>
                    <a:pt x="622" y="2468"/>
                    <a:pt x="622" y="2468"/>
                  </a:cubicBezTo>
                  <a:cubicBezTo>
                    <a:pt x="622" y="2468"/>
                    <a:pt x="622" y="2468"/>
                    <a:pt x="622" y="2467"/>
                  </a:cubicBezTo>
                  <a:cubicBezTo>
                    <a:pt x="624" y="2464"/>
                    <a:pt x="628" y="2456"/>
                    <a:pt x="629" y="2445"/>
                  </a:cubicBezTo>
                  <a:cubicBezTo>
                    <a:pt x="630" y="2441"/>
                    <a:pt x="632" y="2437"/>
                    <a:pt x="636" y="2433"/>
                  </a:cubicBezTo>
                  <a:cubicBezTo>
                    <a:pt x="637" y="2432"/>
                    <a:pt x="638" y="2431"/>
                    <a:pt x="638" y="2430"/>
                  </a:cubicBezTo>
                  <a:cubicBezTo>
                    <a:pt x="646" y="2421"/>
                    <a:pt x="656" y="2408"/>
                    <a:pt x="655" y="2384"/>
                  </a:cubicBezTo>
                  <a:cubicBezTo>
                    <a:pt x="653" y="2347"/>
                    <a:pt x="679" y="2323"/>
                    <a:pt x="690" y="2280"/>
                  </a:cubicBezTo>
                  <a:cubicBezTo>
                    <a:pt x="691" y="2277"/>
                    <a:pt x="692" y="2274"/>
                    <a:pt x="692" y="2271"/>
                  </a:cubicBezTo>
                  <a:cubicBezTo>
                    <a:pt x="702" y="2223"/>
                    <a:pt x="847" y="2148"/>
                    <a:pt x="870" y="1858"/>
                  </a:cubicBezTo>
                  <a:cubicBezTo>
                    <a:pt x="874" y="1808"/>
                    <a:pt x="918" y="1756"/>
                    <a:pt x="910" y="1676"/>
                  </a:cubicBezTo>
                  <a:cubicBezTo>
                    <a:pt x="906" y="1634"/>
                    <a:pt x="939" y="1484"/>
                    <a:pt x="928" y="1328"/>
                  </a:cubicBezTo>
                  <a:cubicBezTo>
                    <a:pt x="928" y="1326"/>
                    <a:pt x="928" y="1323"/>
                    <a:pt x="928" y="1321"/>
                  </a:cubicBezTo>
                  <a:cubicBezTo>
                    <a:pt x="928" y="1320"/>
                    <a:pt x="927" y="1319"/>
                    <a:pt x="927" y="1319"/>
                  </a:cubicBezTo>
                  <a:cubicBezTo>
                    <a:pt x="927" y="1317"/>
                    <a:pt x="927" y="1316"/>
                    <a:pt x="927" y="1314"/>
                  </a:cubicBezTo>
                  <a:cubicBezTo>
                    <a:pt x="927" y="1313"/>
                    <a:pt x="927" y="1313"/>
                    <a:pt x="927" y="1312"/>
                  </a:cubicBezTo>
                  <a:cubicBezTo>
                    <a:pt x="927" y="1310"/>
                    <a:pt x="927" y="1309"/>
                    <a:pt x="927" y="1308"/>
                  </a:cubicBezTo>
                  <a:cubicBezTo>
                    <a:pt x="927" y="1307"/>
                    <a:pt x="927" y="1306"/>
                    <a:pt x="927" y="1305"/>
                  </a:cubicBezTo>
                  <a:cubicBezTo>
                    <a:pt x="927" y="1304"/>
                    <a:pt x="927" y="1303"/>
                    <a:pt x="927" y="1301"/>
                  </a:cubicBezTo>
                  <a:cubicBezTo>
                    <a:pt x="927" y="1301"/>
                    <a:pt x="927" y="1300"/>
                    <a:pt x="927" y="1299"/>
                  </a:cubicBezTo>
                  <a:cubicBezTo>
                    <a:pt x="927" y="1298"/>
                    <a:pt x="927" y="1296"/>
                    <a:pt x="927" y="1295"/>
                  </a:cubicBezTo>
                  <a:cubicBezTo>
                    <a:pt x="927" y="1294"/>
                    <a:pt x="926" y="1294"/>
                    <a:pt x="926" y="1293"/>
                  </a:cubicBezTo>
                  <a:cubicBezTo>
                    <a:pt x="926" y="1291"/>
                    <a:pt x="926" y="1289"/>
                    <a:pt x="926" y="1288"/>
                  </a:cubicBezTo>
                  <a:cubicBezTo>
                    <a:pt x="926" y="1287"/>
                    <a:pt x="926" y="1287"/>
                    <a:pt x="926" y="1287"/>
                  </a:cubicBezTo>
                  <a:cubicBezTo>
                    <a:pt x="926" y="1285"/>
                    <a:pt x="927" y="1284"/>
                    <a:pt x="927" y="1282"/>
                  </a:cubicBezTo>
                  <a:cubicBezTo>
                    <a:pt x="927" y="1282"/>
                    <a:pt x="927" y="1281"/>
                    <a:pt x="927" y="1280"/>
                  </a:cubicBezTo>
                  <a:cubicBezTo>
                    <a:pt x="927" y="1279"/>
                    <a:pt x="927" y="1278"/>
                    <a:pt x="927" y="1277"/>
                  </a:cubicBezTo>
                  <a:cubicBezTo>
                    <a:pt x="927" y="1276"/>
                    <a:pt x="927" y="1276"/>
                    <a:pt x="927" y="1275"/>
                  </a:cubicBezTo>
                  <a:cubicBezTo>
                    <a:pt x="927" y="1274"/>
                    <a:pt x="927" y="1273"/>
                    <a:pt x="927" y="1272"/>
                  </a:cubicBezTo>
                  <a:cubicBezTo>
                    <a:pt x="927" y="1271"/>
                    <a:pt x="927" y="1271"/>
                    <a:pt x="927" y="1270"/>
                  </a:cubicBezTo>
                  <a:cubicBezTo>
                    <a:pt x="927" y="1269"/>
                    <a:pt x="927" y="1268"/>
                    <a:pt x="927" y="1267"/>
                  </a:cubicBezTo>
                  <a:cubicBezTo>
                    <a:pt x="927" y="1267"/>
                    <a:pt x="927" y="1266"/>
                    <a:pt x="927" y="1265"/>
                  </a:cubicBezTo>
                  <a:cubicBezTo>
                    <a:pt x="927" y="1264"/>
                    <a:pt x="928" y="1264"/>
                    <a:pt x="928" y="1263"/>
                  </a:cubicBezTo>
                  <a:cubicBezTo>
                    <a:pt x="928" y="1262"/>
                    <a:pt x="928" y="1262"/>
                    <a:pt x="928" y="1261"/>
                  </a:cubicBezTo>
                  <a:cubicBezTo>
                    <a:pt x="928" y="1260"/>
                    <a:pt x="928" y="1258"/>
                    <a:pt x="928" y="1257"/>
                  </a:cubicBezTo>
                  <a:cubicBezTo>
                    <a:pt x="928" y="1256"/>
                    <a:pt x="928" y="1256"/>
                    <a:pt x="928" y="1255"/>
                  </a:cubicBezTo>
                  <a:cubicBezTo>
                    <a:pt x="929" y="1255"/>
                    <a:pt x="929" y="1254"/>
                    <a:pt x="929" y="1253"/>
                  </a:cubicBezTo>
                  <a:cubicBezTo>
                    <a:pt x="929" y="1252"/>
                    <a:pt x="929" y="1252"/>
                    <a:pt x="929" y="1251"/>
                  </a:cubicBezTo>
                  <a:cubicBezTo>
                    <a:pt x="929" y="1250"/>
                    <a:pt x="929" y="1250"/>
                    <a:pt x="929" y="1249"/>
                  </a:cubicBezTo>
                  <a:cubicBezTo>
                    <a:pt x="929" y="1248"/>
                    <a:pt x="930" y="1248"/>
                    <a:pt x="930" y="1247"/>
                  </a:cubicBezTo>
                  <a:cubicBezTo>
                    <a:pt x="930" y="1247"/>
                    <a:pt x="930" y="1246"/>
                    <a:pt x="930" y="1245"/>
                  </a:cubicBezTo>
                  <a:cubicBezTo>
                    <a:pt x="930" y="1245"/>
                    <a:pt x="930" y="1244"/>
                    <a:pt x="930" y="1244"/>
                  </a:cubicBezTo>
                  <a:cubicBezTo>
                    <a:pt x="931" y="1243"/>
                    <a:pt x="931" y="1243"/>
                    <a:pt x="931" y="1242"/>
                  </a:cubicBezTo>
                  <a:cubicBezTo>
                    <a:pt x="931" y="1241"/>
                    <a:pt x="931" y="1241"/>
                    <a:pt x="931" y="1240"/>
                  </a:cubicBezTo>
                  <a:cubicBezTo>
                    <a:pt x="931" y="1240"/>
                    <a:pt x="931" y="1239"/>
                    <a:pt x="932" y="1239"/>
                  </a:cubicBezTo>
                  <a:cubicBezTo>
                    <a:pt x="932" y="1236"/>
                    <a:pt x="933" y="1234"/>
                    <a:pt x="933" y="1232"/>
                  </a:cubicBezTo>
                  <a:cubicBezTo>
                    <a:pt x="933" y="1232"/>
                    <a:pt x="934" y="1232"/>
                    <a:pt x="934" y="1231"/>
                  </a:cubicBezTo>
                  <a:cubicBezTo>
                    <a:pt x="934" y="1231"/>
                    <a:pt x="934" y="1230"/>
                    <a:pt x="934" y="1229"/>
                  </a:cubicBezTo>
                  <a:cubicBezTo>
                    <a:pt x="934" y="1229"/>
                    <a:pt x="935" y="1229"/>
                    <a:pt x="935" y="1228"/>
                  </a:cubicBezTo>
                  <a:cubicBezTo>
                    <a:pt x="935" y="1228"/>
                    <a:pt x="935" y="1227"/>
                    <a:pt x="935" y="1227"/>
                  </a:cubicBezTo>
                  <a:cubicBezTo>
                    <a:pt x="935" y="1226"/>
                    <a:pt x="936" y="1226"/>
                    <a:pt x="936" y="1226"/>
                  </a:cubicBezTo>
                  <a:cubicBezTo>
                    <a:pt x="936" y="1225"/>
                    <a:pt x="936" y="1225"/>
                    <a:pt x="936" y="1224"/>
                  </a:cubicBezTo>
                  <a:cubicBezTo>
                    <a:pt x="937" y="1224"/>
                    <a:pt x="937" y="1224"/>
                    <a:pt x="937" y="1223"/>
                  </a:cubicBezTo>
                  <a:cubicBezTo>
                    <a:pt x="937" y="1223"/>
                    <a:pt x="937" y="1222"/>
                    <a:pt x="938" y="1222"/>
                  </a:cubicBezTo>
                  <a:cubicBezTo>
                    <a:pt x="938" y="1221"/>
                    <a:pt x="938" y="1221"/>
                    <a:pt x="938" y="1221"/>
                  </a:cubicBezTo>
                  <a:cubicBezTo>
                    <a:pt x="939" y="1218"/>
                    <a:pt x="940" y="1216"/>
                    <a:pt x="942" y="1213"/>
                  </a:cubicBezTo>
                  <a:cubicBezTo>
                    <a:pt x="942" y="1213"/>
                    <a:pt x="942" y="1213"/>
                    <a:pt x="942" y="1213"/>
                  </a:cubicBezTo>
                  <a:cubicBezTo>
                    <a:pt x="943" y="1212"/>
                    <a:pt x="943" y="1212"/>
                    <a:pt x="943" y="1211"/>
                  </a:cubicBezTo>
                  <a:cubicBezTo>
                    <a:pt x="943" y="1211"/>
                    <a:pt x="943" y="1211"/>
                    <a:pt x="943" y="1211"/>
                  </a:cubicBezTo>
                  <a:cubicBezTo>
                    <a:pt x="944" y="1210"/>
                    <a:pt x="944" y="1210"/>
                    <a:pt x="945" y="1209"/>
                  </a:cubicBezTo>
                  <a:cubicBezTo>
                    <a:pt x="947" y="1206"/>
                    <a:pt x="949" y="1203"/>
                    <a:pt x="952" y="1200"/>
                  </a:cubicBezTo>
                  <a:cubicBezTo>
                    <a:pt x="952" y="1200"/>
                    <a:pt x="952" y="1200"/>
                    <a:pt x="952" y="1200"/>
                  </a:cubicBezTo>
                  <a:cubicBezTo>
                    <a:pt x="952" y="1200"/>
                    <a:pt x="952" y="1200"/>
                    <a:pt x="952" y="1200"/>
                  </a:cubicBezTo>
                  <a:cubicBezTo>
                    <a:pt x="1035" y="1093"/>
                    <a:pt x="1040" y="912"/>
                    <a:pt x="1015" y="842"/>
                  </a:cubicBezTo>
                  <a:cubicBezTo>
                    <a:pt x="1011" y="831"/>
                    <a:pt x="1009" y="817"/>
                    <a:pt x="1007" y="800"/>
                  </a:cubicBezTo>
                  <a:cubicBezTo>
                    <a:pt x="1007" y="801"/>
                    <a:pt x="1007" y="801"/>
                    <a:pt x="1007" y="801"/>
                  </a:cubicBezTo>
                  <a:cubicBezTo>
                    <a:pt x="1006" y="799"/>
                    <a:pt x="1006" y="796"/>
                    <a:pt x="1006" y="793"/>
                  </a:cubicBezTo>
                  <a:cubicBezTo>
                    <a:pt x="1007" y="800"/>
                    <a:pt x="1007" y="800"/>
                    <a:pt x="1007" y="800"/>
                  </a:cubicBezTo>
                  <a:cubicBezTo>
                    <a:pt x="1006" y="798"/>
                    <a:pt x="1006" y="795"/>
                    <a:pt x="1006" y="792"/>
                  </a:cubicBezTo>
                  <a:cubicBezTo>
                    <a:pt x="1005" y="790"/>
                    <a:pt x="1005" y="788"/>
                    <a:pt x="1005" y="786"/>
                  </a:cubicBezTo>
                  <a:cubicBezTo>
                    <a:pt x="1061" y="824"/>
                    <a:pt x="1147" y="859"/>
                    <a:pt x="1176" y="871"/>
                  </a:cubicBezTo>
                  <a:cubicBezTo>
                    <a:pt x="1210" y="886"/>
                    <a:pt x="1245" y="877"/>
                    <a:pt x="1269" y="848"/>
                  </a:cubicBezTo>
                  <a:cubicBezTo>
                    <a:pt x="1341" y="759"/>
                    <a:pt x="1320" y="607"/>
                    <a:pt x="1327" y="587"/>
                  </a:cubicBezTo>
                  <a:cubicBezTo>
                    <a:pt x="1334" y="566"/>
                    <a:pt x="1338" y="545"/>
                    <a:pt x="1337" y="526"/>
                  </a:cubicBezTo>
                  <a:cubicBezTo>
                    <a:pt x="1335" y="506"/>
                    <a:pt x="1344" y="498"/>
                    <a:pt x="1357" y="467"/>
                  </a:cubicBezTo>
                  <a:cubicBezTo>
                    <a:pt x="1371" y="435"/>
                    <a:pt x="1355" y="403"/>
                    <a:pt x="1339" y="385"/>
                  </a:cubicBezTo>
                  <a:cubicBezTo>
                    <a:pt x="1323" y="367"/>
                    <a:pt x="1277" y="393"/>
                    <a:pt x="1277" y="393"/>
                  </a:cubicBezTo>
                  <a:cubicBezTo>
                    <a:pt x="1276" y="393"/>
                    <a:pt x="1275" y="394"/>
                    <a:pt x="1274" y="394"/>
                  </a:cubicBezTo>
                  <a:cubicBezTo>
                    <a:pt x="1274" y="394"/>
                    <a:pt x="1274" y="394"/>
                    <a:pt x="1274" y="394"/>
                  </a:cubicBezTo>
                  <a:cubicBezTo>
                    <a:pt x="1273" y="394"/>
                    <a:pt x="1273" y="394"/>
                    <a:pt x="1272" y="395"/>
                  </a:cubicBezTo>
                  <a:cubicBezTo>
                    <a:pt x="1272" y="395"/>
                    <a:pt x="1272" y="395"/>
                    <a:pt x="1272" y="395"/>
                  </a:cubicBezTo>
                  <a:cubicBezTo>
                    <a:pt x="1271" y="395"/>
                    <a:pt x="1270" y="396"/>
                    <a:pt x="1270" y="396"/>
                  </a:cubicBezTo>
                  <a:cubicBezTo>
                    <a:pt x="1270" y="396"/>
                    <a:pt x="1269" y="396"/>
                    <a:pt x="1269" y="396"/>
                  </a:cubicBezTo>
                  <a:cubicBezTo>
                    <a:pt x="1269" y="397"/>
                    <a:pt x="1268" y="397"/>
                    <a:pt x="1268" y="398"/>
                  </a:cubicBezTo>
                  <a:cubicBezTo>
                    <a:pt x="1268" y="398"/>
                    <a:pt x="1267" y="398"/>
                    <a:pt x="1267" y="398"/>
                  </a:cubicBezTo>
                  <a:cubicBezTo>
                    <a:pt x="1267" y="398"/>
                    <a:pt x="1266" y="399"/>
                    <a:pt x="1266" y="399"/>
                  </a:cubicBezTo>
                  <a:cubicBezTo>
                    <a:pt x="1266" y="399"/>
                    <a:pt x="1266" y="399"/>
                    <a:pt x="1266" y="399"/>
                  </a:cubicBezTo>
                  <a:cubicBezTo>
                    <a:pt x="1265" y="399"/>
                    <a:pt x="1265" y="400"/>
                    <a:pt x="1265" y="400"/>
                  </a:cubicBezTo>
                  <a:cubicBezTo>
                    <a:pt x="1264" y="400"/>
                    <a:pt x="1264" y="400"/>
                    <a:pt x="1264" y="400"/>
                  </a:cubicBezTo>
                  <a:cubicBezTo>
                    <a:pt x="1264" y="401"/>
                    <a:pt x="1264" y="401"/>
                    <a:pt x="1264" y="401"/>
                  </a:cubicBezTo>
                  <a:cubicBezTo>
                    <a:pt x="1264" y="401"/>
                    <a:pt x="1264" y="401"/>
                    <a:pt x="1263" y="401"/>
                  </a:cubicBezTo>
                  <a:cubicBezTo>
                    <a:pt x="1263" y="401"/>
                    <a:pt x="1263" y="401"/>
                    <a:pt x="1263" y="401"/>
                  </a:cubicBezTo>
                  <a:cubicBezTo>
                    <a:pt x="1265" y="397"/>
                    <a:pt x="1265" y="397"/>
                    <a:pt x="1265" y="397"/>
                  </a:cubicBezTo>
                  <a:cubicBezTo>
                    <a:pt x="1264" y="399"/>
                    <a:pt x="1264" y="400"/>
                    <a:pt x="1263" y="401"/>
                  </a:cubicBezTo>
                  <a:cubicBezTo>
                    <a:pt x="1263" y="401"/>
                    <a:pt x="1263" y="401"/>
                    <a:pt x="1263" y="401"/>
                  </a:cubicBezTo>
                  <a:cubicBezTo>
                    <a:pt x="1258" y="399"/>
                    <a:pt x="1254" y="398"/>
                    <a:pt x="1250" y="399"/>
                  </a:cubicBezTo>
                  <a:cubicBezTo>
                    <a:pt x="1250" y="399"/>
                    <a:pt x="1250" y="399"/>
                    <a:pt x="1250" y="399"/>
                  </a:cubicBezTo>
                  <a:cubicBezTo>
                    <a:pt x="1249" y="399"/>
                    <a:pt x="1249" y="399"/>
                    <a:pt x="1248" y="400"/>
                  </a:cubicBezTo>
                  <a:cubicBezTo>
                    <a:pt x="1248" y="400"/>
                    <a:pt x="1248" y="400"/>
                    <a:pt x="1248" y="400"/>
                  </a:cubicBezTo>
                  <a:cubicBezTo>
                    <a:pt x="1248" y="400"/>
                    <a:pt x="1247" y="400"/>
                    <a:pt x="1247" y="400"/>
                  </a:cubicBezTo>
                  <a:cubicBezTo>
                    <a:pt x="1246" y="400"/>
                    <a:pt x="1246" y="400"/>
                    <a:pt x="1246" y="400"/>
                  </a:cubicBezTo>
                  <a:cubicBezTo>
                    <a:pt x="1246" y="401"/>
                    <a:pt x="1245" y="401"/>
                    <a:pt x="1245" y="401"/>
                  </a:cubicBezTo>
                  <a:cubicBezTo>
                    <a:pt x="1245" y="401"/>
                    <a:pt x="1244" y="401"/>
                    <a:pt x="1244" y="401"/>
                  </a:cubicBezTo>
                  <a:cubicBezTo>
                    <a:pt x="1244" y="402"/>
                    <a:pt x="1243" y="402"/>
                    <a:pt x="1243" y="402"/>
                  </a:cubicBezTo>
                  <a:cubicBezTo>
                    <a:pt x="1243" y="402"/>
                    <a:pt x="1243" y="402"/>
                    <a:pt x="1243" y="403"/>
                  </a:cubicBezTo>
                  <a:cubicBezTo>
                    <a:pt x="1242" y="403"/>
                    <a:pt x="1242" y="403"/>
                    <a:pt x="1241" y="403"/>
                  </a:cubicBezTo>
                  <a:cubicBezTo>
                    <a:pt x="1241" y="404"/>
                    <a:pt x="1241" y="404"/>
                    <a:pt x="1241" y="404"/>
                  </a:cubicBezTo>
                  <a:cubicBezTo>
                    <a:pt x="1240" y="404"/>
                    <a:pt x="1240" y="405"/>
                    <a:pt x="1240" y="405"/>
                  </a:cubicBezTo>
                  <a:cubicBezTo>
                    <a:pt x="1240" y="405"/>
                    <a:pt x="1239" y="405"/>
                    <a:pt x="1239" y="405"/>
                  </a:cubicBezTo>
                  <a:cubicBezTo>
                    <a:pt x="1239" y="406"/>
                    <a:pt x="1238" y="406"/>
                    <a:pt x="1238" y="406"/>
                  </a:cubicBezTo>
                  <a:cubicBezTo>
                    <a:pt x="1238" y="407"/>
                    <a:pt x="1238" y="407"/>
                    <a:pt x="1238" y="407"/>
                  </a:cubicBezTo>
                  <a:cubicBezTo>
                    <a:pt x="1237" y="407"/>
                    <a:pt x="1237" y="408"/>
                    <a:pt x="1237" y="408"/>
                  </a:cubicBezTo>
                  <a:cubicBezTo>
                    <a:pt x="1236" y="408"/>
                    <a:pt x="1236" y="408"/>
                    <a:pt x="1236" y="409"/>
                  </a:cubicBezTo>
                  <a:cubicBezTo>
                    <a:pt x="1236" y="409"/>
                    <a:pt x="1236" y="409"/>
                    <a:pt x="1235" y="410"/>
                  </a:cubicBezTo>
                  <a:cubicBezTo>
                    <a:pt x="1235" y="410"/>
                    <a:pt x="1235" y="410"/>
                    <a:pt x="1235" y="410"/>
                  </a:cubicBezTo>
                  <a:cubicBezTo>
                    <a:pt x="1234" y="411"/>
                    <a:pt x="1234" y="411"/>
                    <a:pt x="1234" y="412"/>
                  </a:cubicBezTo>
                  <a:cubicBezTo>
                    <a:pt x="1234" y="412"/>
                    <a:pt x="1234" y="412"/>
                    <a:pt x="1233" y="412"/>
                  </a:cubicBezTo>
                  <a:cubicBezTo>
                    <a:pt x="1233" y="413"/>
                    <a:pt x="1233" y="413"/>
                    <a:pt x="1233" y="413"/>
                  </a:cubicBezTo>
                  <a:cubicBezTo>
                    <a:pt x="1232" y="414"/>
                    <a:pt x="1232" y="414"/>
                    <a:pt x="1232" y="414"/>
                  </a:cubicBezTo>
                  <a:cubicBezTo>
                    <a:pt x="1232" y="415"/>
                    <a:pt x="1232" y="415"/>
                    <a:pt x="1231" y="415"/>
                  </a:cubicBezTo>
                  <a:cubicBezTo>
                    <a:pt x="1231" y="416"/>
                    <a:pt x="1231" y="416"/>
                    <a:pt x="1231" y="416"/>
                  </a:cubicBezTo>
                  <a:cubicBezTo>
                    <a:pt x="1231" y="416"/>
                    <a:pt x="1230" y="417"/>
                    <a:pt x="1230" y="417"/>
                  </a:cubicBezTo>
                  <a:cubicBezTo>
                    <a:pt x="1230" y="418"/>
                    <a:pt x="1230" y="418"/>
                    <a:pt x="1230" y="418"/>
                  </a:cubicBezTo>
                  <a:cubicBezTo>
                    <a:pt x="1229" y="418"/>
                    <a:pt x="1229" y="419"/>
                    <a:pt x="1229" y="419"/>
                  </a:cubicBezTo>
                  <a:cubicBezTo>
                    <a:pt x="1229" y="419"/>
                    <a:pt x="1229" y="420"/>
                    <a:pt x="1229" y="420"/>
                  </a:cubicBezTo>
                  <a:cubicBezTo>
                    <a:pt x="1228" y="420"/>
                    <a:pt x="1228" y="421"/>
                    <a:pt x="1228" y="421"/>
                  </a:cubicBezTo>
                  <a:cubicBezTo>
                    <a:pt x="1228" y="421"/>
                    <a:pt x="1228" y="422"/>
                    <a:pt x="1228" y="422"/>
                  </a:cubicBezTo>
                  <a:cubicBezTo>
                    <a:pt x="1227" y="422"/>
                    <a:pt x="1227" y="423"/>
                    <a:pt x="1227" y="423"/>
                  </a:cubicBezTo>
                  <a:cubicBezTo>
                    <a:pt x="1227" y="423"/>
                    <a:pt x="1227" y="423"/>
                    <a:pt x="1227" y="424"/>
                  </a:cubicBezTo>
                  <a:cubicBezTo>
                    <a:pt x="1227" y="424"/>
                    <a:pt x="1226" y="424"/>
                    <a:pt x="1226" y="425"/>
                  </a:cubicBezTo>
                  <a:cubicBezTo>
                    <a:pt x="1226" y="425"/>
                    <a:pt x="1226" y="425"/>
                    <a:pt x="1226" y="425"/>
                  </a:cubicBezTo>
                  <a:cubicBezTo>
                    <a:pt x="1226" y="426"/>
                    <a:pt x="1226" y="426"/>
                    <a:pt x="1225" y="426"/>
                  </a:cubicBezTo>
                  <a:cubicBezTo>
                    <a:pt x="1225" y="427"/>
                    <a:pt x="1225" y="427"/>
                    <a:pt x="1225" y="427"/>
                  </a:cubicBezTo>
                  <a:cubicBezTo>
                    <a:pt x="1225" y="427"/>
                    <a:pt x="1225" y="428"/>
                    <a:pt x="1225" y="428"/>
                  </a:cubicBezTo>
                  <a:cubicBezTo>
                    <a:pt x="1225" y="428"/>
                    <a:pt x="1225" y="429"/>
                    <a:pt x="1225" y="429"/>
                  </a:cubicBezTo>
                  <a:cubicBezTo>
                    <a:pt x="1224" y="429"/>
                    <a:pt x="1224" y="429"/>
                    <a:pt x="1224" y="430"/>
                  </a:cubicBezTo>
                  <a:cubicBezTo>
                    <a:pt x="1224" y="430"/>
                    <a:pt x="1224" y="430"/>
                    <a:pt x="1224" y="430"/>
                  </a:cubicBezTo>
                  <a:cubicBezTo>
                    <a:pt x="1224" y="430"/>
                    <a:pt x="1224" y="431"/>
                    <a:pt x="1224" y="431"/>
                  </a:cubicBezTo>
                  <a:cubicBezTo>
                    <a:pt x="1224" y="431"/>
                    <a:pt x="1224" y="431"/>
                    <a:pt x="1224" y="431"/>
                  </a:cubicBezTo>
                  <a:cubicBezTo>
                    <a:pt x="1223" y="433"/>
                    <a:pt x="1222" y="435"/>
                    <a:pt x="1222" y="435"/>
                  </a:cubicBezTo>
                  <a:cubicBezTo>
                    <a:pt x="1222" y="433"/>
                    <a:pt x="1223" y="431"/>
                    <a:pt x="1224" y="429"/>
                  </a:cubicBezTo>
                  <a:cubicBezTo>
                    <a:pt x="1215" y="434"/>
                    <a:pt x="1215" y="434"/>
                    <a:pt x="1215" y="434"/>
                  </a:cubicBezTo>
                  <a:cubicBezTo>
                    <a:pt x="1209" y="435"/>
                    <a:pt x="1203" y="439"/>
                    <a:pt x="1199" y="443"/>
                  </a:cubicBezTo>
                  <a:cubicBezTo>
                    <a:pt x="1199" y="443"/>
                    <a:pt x="1199" y="443"/>
                    <a:pt x="1199" y="443"/>
                  </a:cubicBezTo>
                  <a:cubicBezTo>
                    <a:pt x="1198" y="444"/>
                    <a:pt x="1198" y="445"/>
                    <a:pt x="1197" y="445"/>
                  </a:cubicBezTo>
                  <a:cubicBezTo>
                    <a:pt x="1197" y="445"/>
                    <a:pt x="1197" y="445"/>
                    <a:pt x="1197" y="445"/>
                  </a:cubicBezTo>
                  <a:cubicBezTo>
                    <a:pt x="1196" y="446"/>
                    <a:pt x="1196" y="446"/>
                    <a:pt x="1196" y="447"/>
                  </a:cubicBezTo>
                  <a:cubicBezTo>
                    <a:pt x="1194" y="448"/>
                    <a:pt x="1194" y="448"/>
                    <a:pt x="1194" y="448"/>
                  </a:cubicBezTo>
                  <a:cubicBezTo>
                    <a:pt x="1194" y="448"/>
                    <a:pt x="1194" y="448"/>
                    <a:pt x="1194" y="448"/>
                  </a:cubicBezTo>
                  <a:cubicBezTo>
                    <a:pt x="1194" y="448"/>
                    <a:pt x="1194" y="447"/>
                    <a:pt x="1194" y="447"/>
                  </a:cubicBezTo>
                  <a:cubicBezTo>
                    <a:pt x="1194" y="447"/>
                    <a:pt x="1194" y="447"/>
                    <a:pt x="1194" y="447"/>
                  </a:cubicBezTo>
                  <a:cubicBezTo>
                    <a:pt x="1194" y="446"/>
                    <a:pt x="1193" y="446"/>
                    <a:pt x="1193" y="446"/>
                  </a:cubicBezTo>
                  <a:cubicBezTo>
                    <a:pt x="1193" y="445"/>
                    <a:pt x="1193" y="445"/>
                    <a:pt x="1193" y="445"/>
                  </a:cubicBezTo>
                  <a:cubicBezTo>
                    <a:pt x="1193" y="445"/>
                    <a:pt x="1193" y="445"/>
                    <a:pt x="1192" y="444"/>
                  </a:cubicBezTo>
                  <a:cubicBezTo>
                    <a:pt x="1192" y="444"/>
                    <a:pt x="1192" y="444"/>
                    <a:pt x="1192" y="444"/>
                  </a:cubicBezTo>
                  <a:cubicBezTo>
                    <a:pt x="1192" y="443"/>
                    <a:pt x="1192" y="443"/>
                    <a:pt x="1191" y="443"/>
                  </a:cubicBezTo>
                  <a:cubicBezTo>
                    <a:pt x="1191" y="443"/>
                    <a:pt x="1191" y="442"/>
                    <a:pt x="1191" y="442"/>
                  </a:cubicBezTo>
                  <a:cubicBezTo>
                    <a:pt x="1190" y="442"/>
                    <a:pt x="1190" y="441"/>
                    <a:pt x="1189" y="441"/>
                  </a:cubicBezTo>
                  <a:cubicBezTo>
                    <a:pt x="1189" y="441"/>
                    <a:pt x="1189" y="441"/>
                    <a:pt x="1189" y="441"/>
                  </a:cubicBezTo>
                  <a:cubicBezTo>
                    <a:pt x="1188" y="441"/>
                    <a:pt x="1188" y="440"/>
                    <a:pt x="1187" y="440"/>
                  </a:cubicBezTo>
                  <a:cubicBezTo>
                    <a:pt x="1187" y="440"/>
                    <a:pt x="1187" y="440"/>
                    <a:pt x="1187" y="440"/>
                  </a:cubicBezTo>
                  <a:cubicBezTo>
                    <a:pt x="1186" y="440"/>
                    <a:pt x="1185" y="439"/>
                    <a:pt x="1184" y="439"/>
                  </a:cubicBezTo>
                  <a:cubicBezTo>
                    <a:pt x="1184" y="439"/>
                    <a:pt x="1184" y="439"/>
                    <a:pt x="1183" y="439"/>
                  </a:cubicBezTo>
                  <a:cubicBezTo>
                    <a:pt x="1182" y="439"/>
                    <a:pt x="1181" y="439"/>
                    <a:pt x="1180" y="439"/>
                  </a:cubicBezTo>
                  <a:cubicBezTo>
                    <a:pt x="1167" y="439"/>
                    <a:pt x="1161" y="462"/>
                    <a:pt x="1165" y="498"/>
                  </a:cubicBezTo>
                  <a:cubicBezTo>
                    <a:pt x="1168" y="534"/>
                    <a:pt x="1212" y="542"/>
                    <a:pt x="1212" y="542"/>
                  </a:cubicBezTo>
                  <a:cubicBezTo>
                    <a:pt x="1227" y="571"/>
                    <a:pt x="1204" y="621"/>
                    <a:pt x="1196" y="637"/>
                  </a:cubicBezTo>
                  <a:cubicBezTo>
                    <a:pt x="1196" y="638"/>
                    <a:pt x="1195" y="638"/>
                    <a:pt x="1195" y="639"/>
                  </a:cubicBezTo>
                  <a:cubicBezTo>
                    <a:pt x="1195" y="639"/>
                    <a:pt x="1195" y="640"/>
                    <a:pt x="1195" y="640"/>
                  </a:cubicBezTo>
                  <a:cubicBezTo>
                    <a:pt x="1194" y="641"/>
                    <a:pt x="1194" y="642"/>
                    <a:pt x="1193" y="643"/>
                  </a:cubicBezTo>
                  <a:cubicBezTo>
                    <a:pt x="1193" y="643"/>
                    <a:pt x="1193" y="643"/>
                    <a:pt x="1193" y="643"/>
                  </a:cubicBezTo>
                  <a:cubicBezTo>
                    <a:pt x="1192" y="644"/>
                    <a:pt x="1192" y="645"/>
                    <a:pt x="1191" y="646"/>
                  </a:cubicBezTo>
                  <a:cubicBezTo>
                    <a:pt x="1191" y="647"/>
                    <a:pt x="1191" y="647"/>
                    <a:pt x="1191" y="647"/>
                  </a:cubicBezTo>
                  <a:cubicBezTo>
                    <a:pt x="1191" y="648"/>
                    <a:pt x="1190" y="649"/>
                    <a:pt x="1190" y="650"/>
                  </a:cubicBezTo>
                  <a:cubicBezTo>
                    <a:pt x="1190" y="650"/>
                    <a:pt x="1190" y="650"/>
                    <a:pt x="1189" y="651"/>
                  </a:cubicBezTo>
                  <a:cubicBezTo>
                    <a:pt x="1189" y="652"/>
                    <a:pt x="1188" y="653"/>
                    <a:pt x="1188" y="654"/>
                  </a:cubicBezTo>
                  <a:cubicBezTo>
                    <a:pt x="1188" y="654"/>
                    <a:pt x="1187" y="655"/>
                    <a:pt x="1187" y="655"/>
                  </a:cubicBezTo>
                  <a:cubicBezTo>
                    <a:pt x="1187" y="656"/>
                    <a:pt x="1186" y="657"/>
                    <a:pt x="1186" y="658"/>
                  </a:cubicBezTo>
                  <a:cubicBezTo>
                    <a:pt x="1186" y="659"/>
                    <a:pt x="1185" y="660"/>
                    <a:pt x="1185" y="660"/>
                  </a:cubicBezTo>
                  <a:cubicBezTo>
                    <a:pt x="1185" y="661"/>
                    <a:pt x="1184" y="661"/>
                    <a:pt x="1184" y="662"/>
                  </a:cubicBezTo>
                  <a:cubicBezTo>
                    <a:pt x="1184" y="663"/>
                    <a:pt x="1183" y="664"/>
                    <a:pt x="1183" y="665"/>
                  </a:cubicBezTo>
                  <a:cubicBezTo>
                    <a:pt x="1183" y="665"/>
                    <a:pt x="1182" y="666"/>
                    <a:pt x="1182" y="667"/>
                  </a:cubicBezTo>
                  <a:cubicBezTo>
                    <a:pt x="1181" y="669"/>
                    <a:pt x="1180" y="671"/>
                    <a:pt x="1179" y="674"/>
                  </a:cubicBezTo>
                  <a:cubicBezTo>
                    <a:pt x="1179" y="674"/>
                    <a:pt x="1179" y="674"/>
                    <a:pt x="1178" y="675"/>
                  </a:cubicBezTo>
                  <a:cubicBezTo>
                    <a:pt x="1178" y="676"/>
                    <a:pt x="1177" y="677"/>
                    <a:pt x="1177" y="678"/>
                  </a:cubicBezTo>
                  <a:cubicBezTo>
                    <a:pt x="1177" y="678"/>
                    <a:pt x="1176" y="679"/>
                    <a:pt x="1176" y="679"/>
                  </a:cubicBezTo>
                  <a:cubicBezTo>
                    <a:pt x="1176" y="680"/>
                    <a:pt x="1175" y="681"/>
                    <a:pt x="1175" y="682"/>
                  </a:cubicBezTo>
                  <a:cubicBezTo>
                    <a:pt x="1175" y="683"/>
                    <a:pt x="1174" y="683"/>
                    <a:pt x="1174" y="684"/>
                  </a:cubicBezTo>
                  <a:cubicBezTo>
                    <a:pt x="1174" y="684"/>
                    <a:pt x="1174" y="685"/>
                    <a:pt x="1173" y="685"/>
                  </a:cubicBezTo>
                  <a:cubicBezTo>
                    <a:pt x="1171" y="690"/>
                    <a:pt x="1170" y="694"/>
                    <a:pt x="1169" y="696"/>
                  </a:cubicBezTo>
                  <a:cubicBezTo>
                    <a:pt x="1168" y="695"/>
                    <a:pt x="1168" y="695"/>
                    <a:pt x="1168" y="695"/>
                  </a:cubicBezTo>
                  <a:cubicBezTo>
                    <a:pt x="1168" y="695"/>
                    <a:pt x="1168" y="696"/>
                    <a:pt x="1168" y="696"/>
                  </a:cubicBezTo>
                  <a:cubicBezTo>
                    <a:pt x="1168" y="698"/>
                    <a:pt x="1167" y="699"/>
                    <a:pt x="1167" y="699"/>
                  </a:cubicBezTo>
                  <a:cubicBezTo>
                    <a:pt x="1165" y="683"/>
                    <a:pt x="1145" y="691"/>
                    <a:pt x="1145" y="691"/>
                  </a:cubicBezTo>
                  <a:cubicBezTo>
                    <a:pt x="1148" y="673"/>
                    <a:pt x="1120" y="648"/>
                    <a:pt x="1087" y="621"/>
                  </a:cubicBezTo>
                  <a:cubicBezTo>
                    <a:pt x="1086" y="620"/>
                    <a:pt x="1084" y="619"/>
                    <a:pt x="1083" y="617"/>
                  </a:cubicBezTo>
                  <a:cubicBezTo>
                    <a:pt x="1083" y="617"/>
                    <a:pt x="1083" y="617"/>
                    <a:pt x="1083" y="617"/>
                  </a:cubicBezTo>
                  <a:cubicBezTo>
                    <a:pt x="1081" y="616"/>
                    <a:pt x="1080" y="615"/>
                    <a:pt x="1079" y="614"/>
                  </a:cubicBezTo>
                  <a:cubicBezTo>
                    <a:pt x="1078" y="614"/>
                    <a:pt x="1078" y="613"/>
                    <a:pt x="1078" y="613"/>
                  </a:cubicBezTo>
                  <a:cubicBezTo>
                    <a:pt x="1076" y="612"/>
                    <a:pt x="1075" y="611"/>
                    <a:pt x="1074" y="610"/>
                  </a:cubicBezTo>
                  <a:cubicBezTo>
                    <a:pt x="1074" y="610"/>
                    <a:pt x="1074" y="610"/>
                    <a:pt x="1074" y="610"/>
                  </a:cubicBezTo>
                  <a:cubicBezTo>
                    <a:pt x="1072" y="608"/>
                    <a:pt x="1071" y="607"/>
                    <a:pt x="1069" y="606"/>
                  </a:cubicBezTo>
                  <a:cubicBezTo>
                    <a:pt x="1069" y="605"/>
                    <a:pt x="1068" y="605"/>
                    <a:pt x="1068" y="605"/>
                  </a:cubicBezTo>
                  <a:cubicBezTo>
                    <a:pt x="1067" y="604"/>
                    <a:pt x="1066" y="603"/>
                    <a:pt x="1065" y="602"/>
                  </a:cubicBezTo>
                  <a:cubicBezTo>
                    <a:pt x="1064" y="601"/>
                    <a:pt x="1063" y="600"/>
                    <a:pt x="1062" y="600"/>
                  </a:cubicBezTo>
                  <a:cubicBezTo>
                    <a:pt x="1062" y="599"/>
                    <a:pt x="1061" y="598"/>
                    <a:pt x="1060" y="597"/>
                  </a:cubicBezTo>
                  <a:cubicBezTo>
                    <a:pt x="1059" y="596"/>
                    <a:pt x="1058" y="596"/>
                    <a:pt x="1057" y="595"/>
                  </a:cubicBezTo>
                  <a:cubicBezTo>
                    <a:pt x="1056" y="594"/>
                    <a:pt x="1055" y="593"/>
                    <a:pt x="1055" y="593"/>
                  </a:cubicBezTo>
                  <a:cubicBezTo>
                    <a:pt x="1053" y="592"/>
                    <a:pt x="1052" y="590"/>
                    <a:pt x="1051" y="589"/>
                  </a:cubicBezTo>
                  <a:cubicBezTo>
                    <a:pt x="1050" y="589"/>
                    <a:pt x="1050" y="589"/>
                    <a:pt x="1049" y="588"/>
                  </a:cubicBezTo>
                  <a:cubicBezTo>
                    <a:pt x="1048" y="587"/>
                    <a:pt x="1046" y="585"/>
                    <a:pt x="1045" y="584"/>
                  </a:cubicBezTo>
                  <a:cubicBezTo>
                    <a:pt x="1044" y="584"/>
                    <a:pt x="1044" y="584"/>
                    <a:pt x="1044" y="584"/>
                  </a:cubicBezTo>
                  <a:cubicBezTo>
                    <a:pt x="1032" y="573"/>
                    <a:pt x="1020" y="562"/>
                    <a:pt x="1010" y="552"/>
                  </a:cubicBezTo>
                  <a:cubicBezTo>
                    <a:pt x="1030" y="552"/>
                    <a:pt x="1038" y="555"/>
                    <a:pt x="1063" y="535"/>
                  </a:cubicBezTo>
                  <a:cubicBezTo>
                    <a:pt x="1091" y="512"/>
                    <a:pt x="1079" y="439"/>
                    <a:pt x="1078" y="435"/>
                  </a:cubicBezTo>
                  <a:cubicBezTo>
                    <a:pt x="1078" y="433"/>
                    <a:pt x="1077" y="431"/>
                    <a:pt x="1079" y="428"/>
                  </a:cubicBezTo>
                  <a:cubicBezTo>
                    <a:pt x="1079" y="427"/>
                    <a:pt x="1080" y="427"/>
                    <a:pt x="1080" y="427"/>
                  </a:cubicBezTo>
                  <a:cubicBezTo>
                    <a:pt x="1081" y="425"/>
                    <a:pt x="1083" y="424"/>
                    <a:pt x="1085" y="422"/>
                  </a:cubicBezTo>
                  <a:cubicBezTo>
                    <a:pt x="1102" y="410"/>
                    <a:pt x="1104" y="389"/>
                    <a:pt x="1101" y="381"/>
                  </a:cubicBezTo>
                  <a:cubicBezTo>
                    <a:pt x="1099" y="375"/>
                    <a:pt x="1094" y="368"/>
                    <a:pt x="1092" y="365"/>
                  </a:cubicBezTo>
                  <a:cubicBezTo>
                    <a:pt x="1090" y="363"/>
                    <a:pt x="1090" y="363"/>
                    <a:pt x="1090" y="363"/>
                  </a:cubicBezTo>
                  <a:cubicBezTo>
                    <a:pt x="1100" y="341"/>
                    <a:pt x="1087" y="339"/>
                    <a:pt x="1096" y="301"/>
                  </a:cubicBezTo>
                  <a:cubicBezTo>
                    <a:pt x="1102" y="279"/>
                    <a:pt x="1107" y="242"/>
                    <a:pt x="1093" y="209"/>
                  </a:cubicBezTo>
                  <a:cubicBezTo>
                    <a:pt x="1078" y="174"/>
                    <a:pt x="1059" y="144"/>
                    <a:pt x="1036" y="118"/>
                  </a:cubicBezTo>
                  <a:cubicBezTo>
                    <a:pt x="1036" y="117"/>
                    <a:pt x="1037" y="117"/>
                    <a:pt x="1037" y="117"/>
                  </a:cubicBezTo>
                  <a:cubicBezTo>
                    <a:pt x="969" y="39"/>
                    <a:pt x="874" y="0"/>
                    <a:pt x="784" y="8"/>
                  </a:cubicBezTo>
                  <a:cubicBezTo>
                    <a:pt x="784" y="8"/>
                    <a:pt x="784" y="8"/>
                    <a:pt x="784" y="8"/>
                  </a:cubicBezTo>
                  <a:cubicBezTo>
                    <a:pt x="780" y="9"/>
                    <a:pt x="776" y="9"/>
                    <a:pt x="772" y="10"/>
                  </a:cubicBezTo>
                  <a:cubicBezTo>
                    <a:pt x="769" y="10"/>
                    <a:pt x="767" y="10"/>
                    <a:pt x="765" y="11"/>
                  </a:cubicBezTo>
                  <a:cubicBezTo>
                    <a:pt x="764" y="11"/>
                    <a:pt x="762" y="11"/>
                    <a:pt x="761" y="11"/>
                  </a:cubicBezTo>
                  <a:cubicBezTo>
                    <a:pt x="757" y="12"/>
                    <a:pt x="753" y="13"/>
                    <a:pt x="749" y="14"/>
                  </a:cubicBezTo>
                  <a:cubicBezTo>
                    <a:pt x="749" y="14"/>
                    <a:pt x="749" y="14"/>
                    <a:pt x="749" y="14"/>
                  </a:cubicBezTo>
                  <a:cubicBezTo>
                    <a:pt x="704" y="24"/>
                    <a:pt x="661" y="48"/>
                    <a:pt x="626" y="84"/>
                  </a:cubicBezTo>
                  <a:cubicBezTo>
                    <a:pt x="492" y="225"/>
                    <a:pt x="618" y="403"/>
                    <a:pt x="618" y="403"/>
                  </a:cubicBezTo>
                  <a:cubicBezTo>
                    <a:pt x="627" y="412"/>
                    <a:pt x="624" y="413"/>
                    <a:pt x="625" y="423"/>
                  </a:cubicBezTo>
                  <a:cubicBezTo>
                    <a:pt x="626" y="428"/>
                    <a:pt x="628" y="434"/>
                    <a:pt x="629" y="438"/>
                  </a:cubicBezTo>
                  <a:cubicBezTo>
                    <a:pt x="629" y="438"/>
                    <a:pt x="640" y="459"/>
                    <a:pt x="634" y="481"/>
                  </a:cubicBezTo>
                  <a:cubicBezTo>
                    <a:pt x="627" y="509"/>
                    <a:pt x="596" y="515"/>
                    <a:pt x="596" y="515"/>
                  </a:cubicBezTo>
                  <a:moveTo>
                    <a:pt x="1090" y="363"/>
                  </a:moveTo>
                  <a:cubicBezTo>
                    <a:pt x="1091" y="364"/>
                    <a:pt x="1091" y="364"/>
                    <a:pt x="1092" y="365"/>
                  </a:cubicBezTo>
                  <a:cubicBezTo>
                    <a:pt x="1091" y="364"/>
                    <a:pt x="1090" y="363"/>
                    <a:pt x="1090" y="363"/>
                  </a:cubicBezTo>
                  <a:cubicBezTo>
                    <a:pt x="1090" y="363"/>
                    <a:pt x="1090" y="363"/>
                    <a:pt x="1090" y="363"/>
                  </a:cubicBezTo>
                  <a:close/>
                  <a:moveTo>
                    <a:pt x="415" y="926"/>
                  </a:moveTo>
                  <a:cubicBezTo>
                    <a:pt x="415" y="924"/>
                    <a:pt x="416" y="922"/>
                    <a:pt x="416" y="921"/>
                  </a:cubicBezTo>
                  <a:cubicBezTo>
                    <a:pt x="417" y="901"/>
                    <a:pt x="416" y="884"/>
                    <a:pt x="411" y="879"/>
                  </a:cubicBezTo>
                  <a:cubicBezTo>
                    <a:pt x="411" y="879"/>
                    <a:pt x="427" y="859"/>
                    <a:pt x="429" y="856"/>
                  </a:cubicBezTo>
                  <a:cubicBezTo>
                    <a:pt x="429" y="856"/>
                    <a:pt x="442" y="839"/>
                    <a:pt x="443" y="839"/>
                  </a:cubicBezTo>
                  <a:cubicBezTo>
                    <a:pt x="445" y="835"/>
                    <a:pt x="452" y="827"/>
                    <a:pt x="452" y="827"/>
                  </a:cubicBezTo>
                  <a:cubicBezTo>
                    <a:pt x="455" y="823"/>
                    <a:pt x="461" y="814"/>
                    <a:pt x="461" y="814"/>
                  </a:cubicBezTo>
                  <a:cubicBezTo>
                    <a:pt x="462" y="812"/>
                    <a:pt x="464" y="810"/>
                    <a:pt x="465" y="809"/>
                  </a:cubicBezTo>
                  <a:cubicBezTo>
                    <a:pt x="464" y="810"/>
                    <a:pt x="444" y="888"/>
                    <a:pt x="444" y="989"/>
                  </a:cubicBezTo>
                  <a:cubicBezTo>
                    <a:pt x="444" y="992"/>
                    <a:pt x="443" y="995"/>
                    <a:pt x="443" y="998"/>
                  </a:cubicBezTo>
                  <a:cubicBezTo>
                    <a:pt x="443" y="1015"/>
                    <a:pt x="446" y="1034"/>
                    <a:pt x="451" y="1051"/>
                  </a:cubicBezTo>
                  <a:cubicBezTo>
                    <a:pt x="451" y="1051"/>
                    <a:pt x="451" y="1051"/>
                    <a:pt x="451" y="1051"/>
                  </a:cubicBezTo>
                  <a:cubicBezTo>
                    <a:pt x="448" y="1050"/>
                    <a:pt x="445" y="1050"/>
                    <a:pt x="445" y="1050"/>
                  </a:cubicBezTo>
                  <a:cubicBezTo>
                    <a:pt x="444" y="1049"/>
                    <a:pt x="441" y="1049"/>
                    <a:pt x="440" y="1049"/>
                  </a:cubicBezTo>
                  <a:cubicBezTo>
                    <a:pt x="440" y="1049"/>
                    <a:pt x="439" y="1049"/>
                    <a:pt x="438" y="1049"/>
                  </a:cubicBezTo>
                  <a:cubicBezTo>
                    <a:pt x="412" y="1009"/>
                    <a:pt x="415" y="926"/>
                    <a:pt x="415" y="926"/>
                  </a:cubicBezTo>
                  <a:close/>
                  <a:moveTo>
                    <a:pt x="462" y="1124"/>
                  </a:moveTo>
                  <a:cubicBezTo>
                    <a:pt x="460" y="1122"/>
                    <a:pt x="459" y="1119"/>
                    <a:pt x="458" y="1117"/>
                  </a:cubicBezTo>
                  <a:cubicBezTo>
                    <a:pt x="461" y="1121"/>
                    <a:pt x="464" y="1125"/>
                    <a:pt x="468" y="1126"/>
                  </a:cubicBezTo>
                  <a:cubicBezTo>
                    <a:pt x="469" y="1126"/>
                    <a:pt x="469" y="1127"/>
                    <a:pt x="470" y="1127"/>
                  </a:cubicBezTo>
                  <a:cubicBezTo>
                    <a:pt x="470" y="1127"/>
                    <a:pt x="470" y="1127"/>
                    <a:pt x="470" y="1127"/>
                  </a:cubicBezTo>
                  <a:cubicBezTo>
                    <a:pt x="470" y="1127"/>
                    <a:pt x="471" y="1127"/>
                    <a:pt x="471" y="1127"/>
                  </a:cubicBezTo>
                  <a:cubicBezTo>
                    <a:pt x="471" y="1127"/>
                    <a:pt x="471" y="1127"/>
                    <a:pt x="472" y="1127"/>
                  </a:cubicBezTo>
                  <a:cubicBezTo>
                    <a:pt x="472" y="1127"/>
                    <a:pt x="472" y="1127"/>
                    <a:pt x="473" y="1127"/>
                  </a:cubicBezTo>
                  <a:cubicBezTo>
                    <a:pt x="473" y="1127"/>
                    <a:pt x="473" y="1127"/>
                    <a:pt x="473" y="1127"/>
                  </a:cubicBezTo>
                  <a:cubicBezTo>
                    <a:pt x="475" y="1127"/>
                    <a:pt x="476" y="1126"/>
                    <a:pt x="477" y="1125"/>
                  </a:cubicBezTo>
                  <a:cubicBezTo>
                    <a:pt x="477" y="1125"/>
                    <a:pt x="477" y="1125"/>
                    <a:pt x="477" y="1125"/>
                  </a:cubicBezTo>
                  <a:cubicBezTo>
                    <a:pt x="478" y="1124"/>
                    <a:pt x="478" y="1124"/>
                    <a:pt x="478" y="1123"/>
                  </a:cubicBezTo>
                  <a:cubicBezTo>
                    <a:pt x="478" y="1123"/>
                    <a:pt x="478" y="1123"/>
                    <a:pt x="478" y="1123"/>
                  </a:cubicBezTo>
                  <a:cubicBezTo>
                    <a:pt x="483" y="1133"/>
                    <a:pt x="488" y="1143"/>
                    <a:pt x="492" y="1152"/>
                  </a:cubicBezTo>
                  <a:cubicBezTo>
                    <a:pt x="479" y="1139"/>
                    <a:pt x="472" y="1129"/>
                    <a:pt x="466" y="1128"/>
                  </a:cubicBezTo>
                  <a:cubicBezTo>
                    <a:pt x="465" y="1127"/>
                    <a:pt x="463" y="1126"/>
                    <a:pt x="462" y="1124"/>
                  </a:cubicBezTo>
                  <a:close/>
                  <a:moveTo>
                    <a:pt x="482" y="1225"/>
                  </a:moveTo>
                  <a:cubicBezTo>
                    <a:pt x="482" y="1225"/>
                    <a:pt x="482" y="1225"/>
                    <a:pt x="482" y="1224"/>
                  </a:cubicBezTo>
                  <a:cubicBezTo>
                    <a:pt x="482" y="1224"/>
                    <a:pt x="482" y="1224"/>
                    <a:pt x="482" y="1224"/>
                  </a:cubicBezTo>
                  <a:cubicBezTo>
                    <a:pt x="485" y="1213"/>
                    <a:pt x="475" y="1210"/>
                    <a:pt x="472" y="1209"/>
                  </a:cubicBezTo>
                  <a:cubicBezTo>
                    <a:pt x="472" y="1209"/>
                    <a:pt x="472" y="1209"/>
                    <a:pt x="472" y="1209"/>
                  </a:cubicBezTo>
                  <a:cubicBezTo>
                    <a:pt x="472" y="1209"/>
                    <a:pt x="472" y="1209"/>
                    <a:pt x="472" y="1209"/>
                  </a:cubicBezTo>
                  <a:cubicBezTo>
                    <a:pt x="472" y="1209"/>
                    <a:pt x="472" y="1209"/>
                    <a:pt x="472" y="1209"/>
                  </a:cubicBezTo>
                  <a:cubicBezTo>
                    <a:pt x="472" y="1209"/>
                    <a:pt x="472" y="1209"/>
                    <a:pt x="472" y="1209"/>
                  </a:cubicBezTo>
                  <a:cubicBezTo>
                    <a:pt x="472" y="1209"/>
                    <a:pt x="472" y="1209"/>
                    <a:pt x="472" y="1209"/>
                  </a:cubicBezTo>
                  <a:cubicBezTo>
                    <a:pt x="472" y="1209"/>
                    <a:pt x="473" y="1209"/>
                    <a:pt x="473" y="1209"/>
                  </a:cubicBezTo>
                  <a:cubicBezTo>
                    <a:pt x="473" y="1209"/>
                    <a:pt x="473" y="1209"/>
                    <a:pt x="473" y="1209"/>
                  </a:cubicBezTo>
                  <a:cubicBezTo>
                    <a:pt x="473" y="1209"/>
                    <a:pt x="474" y="1209"/>
                    <a:pt x="474" y="1209"/>
                  </a:cubicBezTo>
                  <a:cubicBezTo>
                    <a:pt x="474" y="1209"/>
                    <a:pt x="474" y="1209"/>
                    <a:pt x="474" y="1209"/>
                  </a:cubicBezTo>
                  <a:cubicBezTo>
                    <a:pt x="475" y="1209"/>
                    <a:pt x="477" y="1209"/>
                    <a:pt x="478" y="1209"/>
                  </a:cubicBezTo>
                  <a:cubicBezTo>
                    <a:pt x="478" y="1209"/>
                    <a:pt x="478" y="1209"/>
                    <a:pt x="478" y="1209"/>
                  </a:cubicBezTo>
                  <a:cubicBezTo>
                    <a:pt x="479" y="1209"/>
                    <a:pt x="480" y="1209"/>
                    <a:pt x="480" y="1209"/>
                  </a:cubicBezTo>
                  <a:cubicBezTo>
                    <a:pt x="480" y="1209"/>
                    <a:pt x="480" y="1209"/>
                    <a:pt x="480" y="1209"/>
                  </a:cubicBezTo>
                  <a:cubicBezTo>
                    <a:pt x="481" y="1209"/>
                    <a:pt x="481" y="1209"/>
                    <a:pt x="482" y="1209"/>
                  </a:cubicBezTo>
                  <a:cubicBezTo>
                    <a:pt x="482" y="1209"/>
                    <a:pt x="482" y="1209"/>
                    <a:pt x="482" y="1209"/>
                  </a:cubicBezTo>
                  <a:cubicBezTo>
                    <a:pt x="483" y="1209"/>
                    <a:pt x="483" y="1209"/>
                    <a:pt x="484" y="1209"/>
                  </a:cubicBezTo>
                  <a:cubicBezTo>
                    <a:pt x="484" y="1209"/>
                    <a:pt x="484" y="1209"/>
                    <a:pt x="484" y="1209"/>
                  </a:cubicBezTo>
                  <a:cubicBezTo>
                    <a:pt x="485" y="1209"/>
                    <a:pt x="485" y="1209"/>
                    <a:pt x="486" y="1209"/>
                  </a:cubicBezTo>
                  <a:cubicBezTo>
                    <a:pt x="486" y="1209"/>
                    <a:pt x="486" y="1209"/>
                    <a:pt x="486" y="1209"/>
                  </a:cubicBezTo>
                  <a:cubicBezTo>
                    <a:pt x="487" y="1209"/>
                    <a:pt x="488" y="1209"/>
                    <a:pt x="488" y="1209"/>
                  </a:cubicBezTo>
                  <a:cubicBezTo>
                    <a:pt x="488" y="1209"/>
                    <a:pt x="488" y="1209"/>
                    <a:pt x="488" y="1209"/>
                  </a:cubicBezTo>
                  <a:cubicBezTo>
                    <a:pt x="492" y="1209"/>
                    <a:pt x="496" y="1209"/>
                    <a:pt x="499" y="1208"/>
                  </a:cubicBezTo>
                  <a:cubicBezTo>
                    <a:pt x="502" y="1220"/>
                    <a:pt x="507" y="1232"/>
                    <a:pt x="507" y="1232"/>
                  </a:cubicBezTo>
                  <a:cubicBezTo>
                    <a:pt x="507" y="1232"/>
                    <a:pt x="507" y="1232"/>
                    <a:pt x="507" y="1233"/>
                  </a:cubicBezTo>
                  <a:cubicBezTo>
                    <a:pt x="501" y="1231"/>
                    <a:pt x="493" y="1228"/>
                    <a:pt x="482" y="1225"/>
                  </a:cubicBezTo>
                  <a:close/>
                  <a:moveTo>
                    <a:pt x="625" y="1541"/>
                  </a:moveTo>
                  <a:cubicBezTo>
                    <a:pt x="625" y="1541"/>
                    <a:pt x="625" y="1541"/>
                    <a:pt x="625" y="1541"/>
                  </a:cubicBezTo>
                  <a:cubicBezTo>
                    <a:pt x="625" y="1541"/>
                    <a:pt x="625" y="1541"/>
                    <a:pt x="625" y="1541"/>
                  </a:cubicBezTo>
                  <a:close/>
                  <a:moveTo>
                    <a:pt x="631" y="443"/>
                  </a:moveTo>
                  <a:cubicBezTo>
                    <a:pt x="631" y="443"/>
                    <a:pt x="631" y="443"/>
                    <a:pt x="631" y="443"/>
                  </a:cubicBezTo>
                  <a:cubicBezTo>
                    <a:pt x="631" y="443"/>
                    <a:pt x="631" y="443"/>
                    <a:pt x="631" y="443"/>
                  </a:cubicBezTo>
                  <a:cubicBezTo>
                    <a:pt x="631" y="443"/>
                    <a:pt x="631" y="443"/>
                    <a:pt x="631" y="443"/>
                  </a:cubicBezTo>
                  <a:close/>
                  <a:moveTo>
                    <a:pt x="676" y="1569"/>
                  </a:moveTo>
                  <a:cubicBezTo>
                    <a:pt x="676" y="1569"/>
                    <a:pt x="677" y="1569"/>
                    <a:pt x="677" y="1568"/>
                  </a:cubicBezTo>
                  <a:cubicBezTo>
                    <a:pt x="677" y="1568"/>
                    <a:pt x="677" y="1568"/>
                    <a:pt x="677" y="1568"/>
                  </a:cubicBezTo>
                  <a:cubicBezTo>
                    <a:pt x="677" y="1569"/>
                    <a:pt x="677" y="1569"/>
                    <a:pt x="677" y="1570"/>
                  </a:cubicBezTo>
                  <a:lnTo>
                    <a:pt x="676" y="1569"/>
                  </a:lnTo>
                  <a:close/>
                </a:path>
              </a:pathLst>
            </a:custGeom>
            <a:solidFill>
              <a:srgbClr val="FF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65561" name="Freeform 5">
              <a:extLst>
                <a:ext uri="{FF2B5EF4-FFF2-40B4-BE49-F238E27FC236}">
                  <a16:creationId xmlns:a16="http://schemas.microsoft.com/office/drawing/2014/main" id="{AFA03538-1C98-423F-9D0E-4361DF022F6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574" y="716"/>
              <a:ext cx="1145" cy="2115"/>
            </a:xfrm>
            <a:custGeom>
              <a:avLst/>
              <a:gdLst>
                <a:gd name="T0" fmla="*/ 228 w 1371"/>
                <a:gd name="T1" fmla="*/ 379 h 2533"/>
                <a:gd name="T2" fmla="*/ 184 w 1371"/>
                <a:gd name="T3" fmla="*/ 681 h 2533"/>
                <a:gd name="T4" fmla="*/ 146 w 1371"/>
                <a:gd name="T5" fmla="*/ 675 h 2533"/>
                <a:gd name="T6" fmla="*/ 17 w 1371"/>
                <a:gd name="T7" fmla="*/ 703 h 2533"/>
                <a:gd name="T8" fmla="*/ 138 w 1371"/>
                <a:gd name="T9" fmla="*/ 920 h 2533"/>
                <a:gd name="T10" fmla="*/ 120 w 1371"/>
                <a:gd name="T11" fmla="*/ 983 h 2533"/>
                <a:gd name="T12" fmla="*/ 86 w 1371"/>
                <a:gd name="T13" fmla="*/ 1030 h 2533"/>
                <a:gd name="T14" fmla="*/ 82 w 1371"/>
                <a:gd name="T15" fmla="*/ 1064 h 2533"/>
                <a:gd name="T16" fmla="*/ 134 w 1371"/>
                <a:gd name="T17" fmla="*/ 1057 h 2533"/>
                <a:gd name="T18" fmla="*/ 151 w 1371"/>
                <a:gd name="T19" fmla="*/ 1057 h 2533"/>
                <a:gd name="T20" fmla="*/ 167 w 1371"/>
                <a:gd name="T21" fmla="*/ 1050 h 2533"/>
                <a:gd name="T22" fmla="*/ 220 w 1371"/>
                <a:gd name="T23" fmla="*/ 897 h 2533"/>
                <a:gd name="T24" fmla="*/ 211 w 1371"/>
                <a:gd name="T25" fmla="*/ 884 h 2533"/>
                <a:gd name="T26" fmla="*/ 320 w 1371"/>
                <a:gd name="T27" fmla="*/ 906 h 2533"/>
                <a:gd name="T28" fmla="*/ 339 w 1371"/>
                <a:gd name="T29" fmla="*/ 908 h 2533"/>
                <a:gd name="T30" fmla="*/ 350 w 1371"/>
                <a:gd name="T31" fmla="*/ 908 h 2533"/>
                <a:gd name="T32" fmla="*/ 358 w 1371"/>
                <a:gd name="T33" fmla="*/ 905 h 2533"/>
                <a:gd name="T34" fmla="*/ 380 w 1371"/>
                <a:gd name="T35" fmla="*/ 912 h 2533"/>
                <a:gd name="T36" fmla="*/ 407 w 1371"/>
                <a:gd name="T37" fmla="*/ 959 h 2533"/>
                <a:gd name="T38" fmla="*/ 402 w 1371"/>
                <a:gd name="T39" fmla="*/ 976 h 2533"/>
                <a:gd name="T40" fmla="*/ 398 w 1371"/>
                <a:gd name="T41" fmla="*/ 999 h 2533"/>
                <a:gd name="T42" fmla="*/ 397 w 1371"/>
                <a:gd name="T43" fmla="*/ 1025 h 2533"/>
                <a:gd name="T44" fmla="*/ 400 w 1371"/>
                <a:gd name="T45" fmla="*/ 1045 h 2533"/>
                <a:gd name="T46" fmla="*/ 312 w 1371"/>
                <a:gd name="T47" fmla="*/ 1294 h 2533"/>
                <a:gd name="T48" fmla="*/ 307 w 1371"/>
                <a:gd name="T49" fmla="*/ 1328 h 2533"/>
                <a:gd name="T50" fmla="*/ 306 w 1371"/>
                <a:gd name="T51" fmla="*/ 1332 h 2533"/>
                <a:gd name="T52" fmla="*/ 293 w 1371"/>
                <a:gd name="T53" fmla="*/ 1348 h 2533"/>
                <a:gd name="T54" fmla="*/ 281 w 1371"/>
                <a:gd name="T55" fmla="*/ 1365 h 2533"/>
                <a:gd name="T56" fmla="*/ 276 w 1371"/>
                <a:gd name="T57" fmla="*/ 1379 h 2533"/>
                <a:gd name="T58" fmla="*/ 307 w 1371"/>
                <a:gd name="T59" fmla="*/ 1409 h 2533"/>
                <a:gd name="T60" fmla="*/ 316 w 1371"/>
                <a:gd name="T61" fmla="*/ 1413 h 2533"/>
                <a:gd name="T62" fmla="*/ 330 w 1371"/>
                <a:gd name="T63" fmla="*/ 1465 h 2533"/>
                <a:gd name="T64" fmla="*/ 335 w 1371"/>
                <a:gd name="T65" fmla="*/ 1467 h 2533"/>
                <a:gd name="T66" fmla="*/ 355 w 1371"/>
                <a:gd name="T67" fmla="*/ 1455 h 2533"/>
                <a:gd name="T68" fmla="*/ 507 w 1371"/>
                <a:gd name="T69" fmla="*/ 1081 h 2533"/>
                <a:gd name="T70" fmla="*/ 540 w 1371"/>
                <a:gd name="T71" fmla="*/ 754 h 2533"/>
                <a:gd name="T72" fmla="*/ 540 w 1371"/>
                <a:gd name="T73" fmla="*/ 736 h 2533"/>
                <a:gd name="T74" fmla="*/ 543 w 1371"/>
                <a:gd name="T75" fmla="*/ 723 h 2533"/>
                <a:gd name="T76" fmla="*/ 546 w 1371"/>
                <a:gd name="T77" fmla="*/ 711 h 2533"/>
                <a:gd name="T78" fmla="*/ 586 w 1371"/>
                <a:gd name="T79" fmla="*/ 466 h 2533"/>
                <a:gd name="T80" fmla="*/ 780 w 1371"/>
                <a:gd name="T81" fmla="*/ 224 h 2533"/>
                <a:gd name="T82" fmla="*/ 737 w 1371"/>
                <a:gd name="T83" fmla="*/ 232 h 2533"/>
                <a:gd name="T84" fmla="*/ 727 w 1371"/>
                <a:gd name="T85" fmla="*/ 233 h 2533"/>
                <a:gd name="T86" fmla="*/ 722 w 1371"/>
                <a:gd name="T87" fmla="*/ 235 h 2533"/>
                <a:gd name="T88" fmla="*/ 717 w 1371"/>
                <a:gd name="T89" fmla="*/ 242 h 2533"/>
                <a:gd name="T90" fmla="*/ 714 w 1371"/>
                <a:gd name="T91" fmla="*/ 247 h 2533"/>
                <a:gd name="T92" fmla="*/ 708 w 1371"/>
                <a:gd name="T93" fmla="*/ 252 h 2533"/>
                <a:gd name="T94" fmla="*/ 695 w 1371"/>
                <a:gd name="T95" fmla="*/ 260 h 2533"/>
                <a:gd name="T96" fmla="*/ 687 w 1371"/>
                <a:gd name="T97" fmla="*/ 256 h 2533"/>
                <a:gd name="T98" fmla="*/ 692 w 1371"/>
                <a:gd name="T99" fmla="*/ 379 h 2533"/>
                <a:gd name="T100" fmla="*/ 685 w 1371"/>
                <a:gd name="T101" fmla="*/ 395 h 2533"/>
                <a:gd name="T102" fmla="*/ 631 w 1371"/>
                <a:gd name="T103" fmla="*/ 359 h 2533"/>
                <a:gd name="T104" fmla="*/ 615 w 1371"/>
                <a:gd name="T105" fmla="*/ 345 h 2533"/>
                <a:gd name="T106" fmla="*/ 641 w 1371"/>
                <a:gd name="T107" fmla="*/ 222 h 2533"/>
                <a:gd name="T108" fmla="*/ 443 w 1371"/>
                <a:gd name="T109" fmla="*/ 7 h 2533"/>
                <a:gd name="T110" fmla="*/ 636 w 1371"/>
                <a:gd name="T111" fmla="*/ 213 h 2533"/>
                <a:gd name="T112" fmla="*/ 259 w 1371"/>
                <a:gd name="T113" fmla="*/ 576 h 2533"/>
                <a:gd name="T114" fmla="*/ 274 w 1371"/>
                <a:gd name="T115" fmla="*/ 656 h 2533"/>
                <a:gd name="T116" fmla="*/ 271 w 1371"/>
                <a:gd name="T117" fmla="*/ 657 h 2533"/>
                <a:gd name="T118" fmla="*/ 276 w 1371"/>
                <a:gd name="T119" fmla="*/ 703 h 2533"/>
                <a:gd name="T120" fmla="*/ 281 w 1371"/>
                <a:gd name="T121" fmla="*/ 703 h 2533"/>
                <a:gd name="T122" fmla="*/ 364 w 1371"/>
                <a:gd name="T123" fmla="*/ 898 h 2533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0" t="0" r="r" b="b"/>
              <a:pathLst>
                <a:path w="1371" h="2533">
                  <a:moveTo>
                    <a:pt x="633" y="482"/>
                  </a:moveTo>
                  <a:cubicBezTo>
                    <a:pt x="629" y="497"/>
                    <a:pt x="613" y="509"/>
                    <a:pt x="596" y="515"/>
                  </a:cubicBezTo>
                  <a:cubicBezTo>
                    <a:pt x="596" y="515"/>
                    <a:pt x="596" y="515"/>
                    <a:pt x="596" y="515"/>
                  </a:cubicBezTo>
                  <a:cubicBezTo>
                    <a:pt x="592" y="517"/>
                    <a:pt x="587" y="518"/>
                    <a:pt x="582" y="519"/>
                  </a:cubicBezTo>
                  <a:cubicBezTo>
                    <a:pt x="578" y="519"/>
                    <a:pt x="574" y="519"/>
                    <a:pt x="570" y="519"/>
                  </a:cubicBezTo>
                  <a:cubicBezTo>
                    <a:pt x="566" y="519"/>
                    <a:pt x="562" y="519"/>
                    <a:pt x="558" y="518"/>
                  </a:cubicBezTo>
                  <a:cubicBezTo>
                    <a:pt x="552" y="516"/>
                    <a:pt x="544" y="515"/>
                    <a:pt x="537" y="514"/>
                  </a:cubicBezTo>
                  <a:cubicBezTo>
                    <a:pt x="534" y="514"/>
                    <a:pt x="530" y="514"/>
                    <a:pt x="527" y="514"/>
                  </a:cubicBezTo>
                  <a:cubicBezTo>
                    <a:pt x="503" y="514"/>
                    <a:pt x="478" y="522"/>
                    <a:pt x="462" y="542"/>
                  </a:cubicBezTo>
                  <a:cubicBezTo>
                    <a:pt x="449" y="558"/>
                    <a:pt x="422" y="601"/>
                    <a:pt x="396" y="645"/>
                  </a:cubicBezTo>
                  <a:cubicBezTo>
                    <a:pt x="395" y="647"/>
                    <a:pt x="393" y="650"/>
                    <a:pt x="392" y="652"/>
                  </a:cubicBezTo>
                  <a:cubicBezTo>
                    <a:pt x="371" y="688"/>
                    <a:pt x="352" y="723"/>
                    <a:pt x="343" y="743"/>
                  </a:cubicBezTo>
                  <a:cubicBezTo>
                    <a:pt x="316" y="804"/>
                    <a:pt x="282" y="814"/>
                    <a:pt x="273" y="874"/>
                  </a:cubicBezTo>
                  <a:cubicBezTo>
                    <a:pt x="272" y="881"/>
                    <a:pt x="271" y="889"/>
                    <a:pt x="271" y="897"/>
                  </a:cubicBezTo>
                  <a:cubicBezTo>
                    <a:pt x="268" y="954"/>
                    <a:pt x="284" y="1023"/>
                    <a:pt x="320" y="1095"/>
                  </a:cubicBezTo>
                  <a:cubicBezTo>
                    <a:pt x="321" y="1097"/>
                    <a:pt x="322" y="1099"/>
                    <a:pt x="323" y="1101"/>
                  </a:cubicBezTo>
                  <a:cubicBezTo>
                    <a:pt x="329" y="1113"/>
                    <a:pt x="331" y="1119"/>
                    <a:pt x="325" y="1131"/>
                  </a:cubicBezTo>
                  <a:cubicBezTo>
                    <a:pt x="320" y="1142"/>
                    <a:pt x="316" y="1149"/>
                    <a:pt x="315" y="1157"/>
                  </a:cubicBezTo>
                  <a:cubicBezTo>
                    <a:pt x="315" y="1160"/>
                    <a:pt x="315" y="1162"/>
                    <a:pt x="316" y="1166"/>
                  </a:cubicBezTo>
                  <a:cubicBezTo>
                    <a:pt x="316" y="1166"/>
                    <a:pt x="316" y="1167"/>
                    <a:pt x="316" y="1168"/>
                  </a:cubicBezTo>
                  <a:cubicBezTo>
                    <a:pt x="316" y="1168"/>
                    <a:pt x="316" y="1169"/>
                    <a:pt x="316" y="1169"/>
                  </a:cubicBezTo>
                  <a:cubicBezTo>
                    <a:pt x="316" y="1170"/>
                    <a:pt x="316" y="1170"/>
                    <a:pt x="316" y="1170"/>
                  </a:cubicBezTo>
                  <a:cubicBezTo>
                    <a:pt x="316" y="1171"/>
                    <a:pt x="316" y="1172"/>
                    <a:pt x="316" y="1172"/>
                  </a:cubicBezTo>
                  <a:cubicBezTo>
                    <a:pt x="316" y="1172"/>
                    <a:pt x="316" y="1173"/>
                    <a:pt x="316" y="1173"/>
                  </a:cubicBezTo>
                  <a:cubicBezTo>
                    <a:pt x="315" y="1173"/>
                    <a:pt x="315" y="1174"/>
                    <a:pt x="315" y="1175"/>
                  </a:cubicBezTo>
                  <a:cubicBezTo>
                    <a:pt x="315" y="1175"/>
                    <a:pt x="315" y="1175"/>
                    <a:pt x="315" y="1175"/>
                  </a:cubicBezTo>
                  <a:cubicBezTo>
                    <a:pt x="315" y="1175"/>
                    <a:pt x="315" y="1175"/>
                    <a:pt x="315" y="1175"/>
                  </a:cubicBezTo>
                  <a:cubicBezTo>
                    <a:pt x="315" y="1175"/>
                    <a:pt x="315" y="1175"/>
                    <a:pt x="315" y="1175"/>
                  </a:cubicBezTo>
                  <a:cubicBezTo>
                    <a:pt x="307" y="1173"/>
                    <a:pt x="300" y="1171"/>
                    <a:pt x="293" y="1169"/>
                  </a:cubicBezTo>
                  <a:cubicBezTo>
                    <a:pt x="293" y="1169"/>
                    <a:pt x="293" y="1169"/>
                    <a:pt x="293" y="1169"/>
                  </a:cubicBezTo>
                  <a:cubicBezTo>
                    <a:pt x="285" y="1168"/>
                    <a:pt x="278" y="1166"/>
                    <a:pt x="271" y="1164"/>
                  </a:cubicBezTo>
                  <a:cubicBezTo>
                    <a:pt x="271" y="1164"/>
                    <a:pt x="270" y="1164"/>
                    <a:pt x="270" y="1164"/>
                  </a:cubicBezTo>
                  <a:cubicBezTo>
                    <a:pt x="263" y="1162"/>
                    <a:pt x="256" y="1161"/>
                    <a:pt x="250" y="1160"/>
                  </a:cubicBezTo>
                  <a:cubicBezTo>
                    <a:pt x="249" y="1159"/>
                    <a:pt x="248" y="1159"/>
                    <a:pt x="247" y="1159"/>
                  </a:cubicBezTo>
                  <a:cubicBezTo>
                    <a:pt x="241" y="1158"/>
                    <a:pt x="234" y="1156"/>
                    <a:pt x="228" y="1155"/>
                  </a:cubicBezTo>
                  <a:cubicBezTo>
                    <a:pt x="227" y="1155"/>
                    <a:pt x="225" y="1155"/>
                    <a:pt x="224" y="1154"/>
                  </a:cubicBezTo>
                  <a:cubicBezTo>
                    <a:pt x="218" y="1153"/>
                    <a:pt x="212" y="1152"/>
                    <a:pt x="207" y="1151"/>
                  </a:cubicBezTo>
                  <a:cubicBezTo>
                    <a:pt x="205" y="1151"/>
                    <a:pt x="203" y="1151"/>
                    <a:pt x="201" y="1150"/>
                  </a:cubicBezTo>
                  <a:cubicBezTo>
                    <a:pt x="196" y="1150"/>
                    <a:pt x="190" y="1149"/>
                    <a:pt x="185" y="1148"/>
                  </a:cubicBezTo>
                  <a:cubicBezTo>
                    <a:pt x="183" y="1148"/>
                    <a:pt x="181" y="1147"/>
                    <a:pt x="179" y="1147"/>
                  </a:cubicBezTo>
                  <a:cubicBezTo>
                    <a:pt x="174" y="1146"/>
                    <a:pt x="169" y="1146"/>
                    <a:pt x="164" y="1145"/>
                  </a:cubicBezTo>
                  <a:cubicBezTo>
                    <a:pt x="162" y="1145"/>
                    <a:pt x="160" y="1145"/>
                    <a:pt x="157" y="1144"/>
                  </a:cubicBezTo>
                  <a:cubicBezTo>
                    <a:pt x="150" y="1144"/>
                    <a:pt x="143" y="1143"/>
                    <a:pt x="137" y="1143"/>
                  </a:cubicBezTo>
                  <a:cubicBezTo>
                    <a:pt x="93" y="1139"/>
                    <a:pt x="45" y="1168"/>
                    <a:pt x="29" y="1209"/>
                  </a:cubicBezTo>
                  <a:cubicBezTo>
                    <a:pt x="14" y="1250"/>
                    <a:pt x="0" y="1317"/>
                    <a:pt x="33" y="1362"/>
                  </a:cubicBezTo>
                  <a:cubicBezTo>
                    <a:pt x="66" y="1406"/>
                    <a:pt x="167" y="1526"/>
                    <a:pt x="217" y="1562"/>
                  </a:cubicBezTo>
                  <a:cubicBezTo>
                    <a:pt x="219" y="1563"/>
                    <a:pt x="220" y="1564"/>
                    <a:pt x="221" y="1565"/>
                  </a:cubicBezTo>
                  <a:cubicBezTo>
                    <a:pt x="222" y="1566"/>
                    <a:pt x="222" y="1566"/>
                    <a:pt x="223" y="1566"/>
                  </a:cubicBezTo>
                  <a:cubicBezTo>
                    <a:pt x="224" y="1567"/>
                    <a:pt x="225" y="1568"/>
                    <a:pt x="226" y="1569"/>
                  </a:cubicBezTo>
                  <a:cubicBezTo>
                    <a:pt x="226" y="1569"/>
                    <a:pt x="226" y="1570"/>
                    <a:pt x="227" y="1570"/>
                  </a:cubicBezTo>
                  <a:cubicBezTo>
                    <a:pt x="228" y="1571"/>
                    <a:pt x="228" y="1572"/>
                    <a:pt x="229" y="1573"/>
                  </a:cubicBezTo>
                  <a:cubicBezTo>
                    <a:pt x="230" y="1573"/>
                    <a:pt x="230" y="1573"/>
                    <a:pt x="230" y="1574"/>
                  </a:cubicBezTo>
                  <a:cubicBezTo>
                    <a:pt x="231" y="1575"/>
                    <a:pt x="232" y="1576"/>
                    <a:pt x="233" y="1577"/>
                  </a:cubicBezTo>
                  <a:cubicBezTo>
                    <a:pt x="233" y="1577"/>
                    <a:pt x="233" y="1577"/>
                    <a:pt x="233" y="1578"/>
                  </a:cubicBezTo>
                  <a:cubicBezTo>
                    <a:pt x="234" y="1579"/>
                    <a:pt x="235" y="1580"/>
                    <a:pt x="236" y="1581"/>
                  </a:cubicBezTo>
                  <a:cubicBezTo>
                    <a:pt x="236" y="1581"/>
                    <a:pt x="236" y="1581"/>
                    <a:pt x="236" y="1581"/>
                  </a:cubicBezTo>
                  <a:cubicBezTo>
                    <a:pt x="245" y="1594"/>
                    <a:pt x="250" y="1605"/>
                    <a:pt x="255" y="1606"/>
                  </a:cubicBezTo>
                  <a:cubicBezTo>
                    <a:pt x="255" y="1606"/>
                    <a:pt x="255" y="1606"/>
                    <a:pt x="255" y="1606"/>
                  </a:cubicBezTo>
                  <a:cubicBezTo>
                    <a:pt x="255" y="1606"/>
                    <a:pt x="255" y="1607"/>
                    <a:pt x="255" y="1607"/>
                  </a:cubicBezTo>
                  <a:cubicBezTo>
                    <a:pt x="256" y="1606"/>
                    <a:pt x="256" y="1606"/>
                    <a:pt x="256" y="1606"/>
                  </a:cubicBezTo>
                  <a:cubicBezTo>
                    <a:pt x="256" y="1606"/>
                    <a:pt x="256" y="1606"/>
                    <a:pt x="256" y="1606"/>
                  </a:cubicBezTo>
                  <a:cubicBezTo>
                    <a:pt x="256" y="1606"/>
                    <a:pt x="256" y="1606"/>
                    <a:pt x="257" y="1606"/>
                  </a:cubicBezTo>
                  <a:cubicBezTo>
                    <a:pt x="257" y="1606"/>
                    <a:pt x="258" y="1606"/>
                    <a:pt x="258" y="1606"/>
                  </a:cubicBezTo>
                  <a:cubicBezTo>
                    <a:pt x="258" y="1606"/>
                    <a:pt x="253" y="1615"/>
                    <a:pt x="260" y="1620"/>
                  </a:cubicBezTo>
                  <a:cubicBezTo>
                    <a:pt x="260" y="1620"/>
                    <a:pt x="257" y="1629"/>
                    <a:pt x="259" y="1635"/>
                  </a:cubicBezTo>
                  <a:cubicBezTo>
                    <a:pt x="261" y="1641"/>
                    <a:pt x="223" y="1673"/>
                    <a:pt x="207" y="1689"/>
                  </a:cubicBezTo>
                  <a:cubicBezTo>
                    <a:pt x="191" y="1705"/>
                    <a:pt x="162" y="1719"/>
                    <a:pt x="155" y="1748"/>
                  </a:cubicBezTo>
                  <a:cubicBezTo>
                    <a:pt x="155" y="1749"/>
                    <a:pt x="155" y="1751"/>
                    <a:pt x="154" y="1752"/>
                  </a:cubicBezTo>
                  <a:cubicBezTo>
                    <a:pt x="154" y="1753"/>
                    <a:pt x="154" y="1753"/>
                    <a:pt x="154" y="1753"/>
                  </a:cubicBezTo>
                  <a:cubicBezTo>
                    <a:pt x="154" y="1754"/>
                    <a:pt x="153" y="1756"/>
                    <a:pt x="153" y="1757"/>
                  </a:cubicBezTo>
                  <a:cubicBezTo>
                    <a:pt x="153" y="1757"/>
                    <a:pt x="152" y="1758"/>
                    <a:pt x="152" y="1758"/>
                  </a:cubicBezTo>
                  <a:cubicBezTo>
                    <a:pt x="152" y="1759"/>
                    <a:pt x="151" y="1760"/>
                    <a:pt x="151" y="1762"/>
                  </a:cubicBezTo>
                  <a:cubicBezTo>
                    <a:pt x="151" y="1762"/>
                    <a:pt x="151" y="1762"/>
                    <a:pt x="151" y="1762"/>
                  </a:cubicBezTo>
                  <a:cubicBezTo>
                    <a:pt x="150" y="1763"/>
                    <a:pt x="149" y="1765"/>
                    <a:pt x="149" y="1766"/>
                  </a:cubicBezTo>
                  <a:cubicBezTo>
                    <a:pt x="149" y="1766"/>
                    <a:pt x="149" y="1766"/>
                    <a:pt x="149" y="1766"/>
                  </a:cubicBezTo>
                  <a:cubicBezTo>
                    <a:pt x="148" y="1768"/>
                    <a:pt x="147" y="1769"/>
                    <a:pt x="147" y="1770"/>
                  </a:cubicBezTo>
                  <a:cubicBezTo>
                    <a:pt x="147" y="1770"/>
                    <a:pt x="147" y="1770"/>
                    <a:pt x="147" y="1770"/>
                  </a:cubicBezTo>
                  <a:cubicBezTo>
                    <a:pt x="146" y="1771"/>
                    <a:pt x="146" y="1772"/>
                    <a:pt x="145" y="1773"/>
                  </a:cubicBezTo>
                  <a:cubicBezTo>
                    <a:pt x="145" y="1774"/>
                    <a:pt x="144" y="1774"/>
                    <a:pt x="144" y="1775"/>
                  </a:cubicBezTo>
                  <a:cubicBezTo>
                    <a:pt x="144" y="1775"/>
                    <a:pt x="144" y="1776"/>
                    <a:pt x="143" y="1776"/>
                  </a:cubicBezTo>
                  <a:cubicBezTo>
                    <a:pt x="139" y="1783"/>
                    <a:pt x="136" y="1789"/>
                    <a:pt x="136" y="1793"/>
                  </a:cubicBezTo>
                  <a:cubicBezTo>
                    <a:pt x="136" y="1793"/>
                    <a:pt x="136" y="1793"/>
                    <a:pt x="136" y="1793"/>
                  </a:cubicBezTo>
                  <a:cubicBezTo>
                    <a:pt x="136" y="1793"/>
                    <a:pt x="136" y="1794"/>
                    <a:pt x="137" y="1795"/>
                  </a:cubicBezTo>
                  <a:cubicBezTo>
                    <a:pt x="137" y="1795"/>
                    <a:pt x="137" y="1795"/>
                    <a:pt x="137" y="1795"/>
                  </a:cubicBezTo>
                  <a:cubicBezTo>
                    <a:pt x="137" y="1795"/>
                    <a:pt x="137" y="1796"/>
                    <a:pt x="138" y="1796"/>
                  </a:cubicBezTo>
                  <a:cubicBezTo>
                    <a:pt x="138" y="1796"/>
                    <a:pt x="138" y="1796"/>
                    <a:pt x="138" y="1796"/>
                  </a:cubicBezTo>
                  <a:cubicBezTo>
                    <a:pt x="138" y="1797"/>
                    <a:pt x="138" y="1797"/>
                    <a:pt x="139" y="1797"/>
                  </a:cubicBezTo>
                  <a:cubicBezTo>
                    <a:pt x="133" y="1806"/>
                    <a:pt x="126" y="1823"/>
                    <a:pt x="140" y="1828"/>
                  </a:cubicBezTo>
                  <a:cubicBezTo>
                    <a:pt x="144" y="1829"/>
                    <a:pt x="148" y="1830"/>
                    <a:pt x="151" y="1829"/>
                  </a:cubicBezTo>
                  <a:cubicBezTo>
                    <a:pt x="154" y="1829"/>
                    <a:pt x="156" y="1828"/>
                    <a:pt x="158" y="1827"/>
                  </a:cubicBezTo>
                  <a:cubicBezTo>
                    <a:pt x="157" y="1830"/>
                    <a:pt x="156" y="1840"/>
                    <a:pt x="168" y="1842"/>
                  </a:cubicBezTo>
                  <a:cubicBezTo>
                    <a:pt x="170" y="1842"/>
                    <a:pt x="172" y="1842"/>
                    <a:pt x="174" y="1842"/>
                  </a:cubicBezTo>
                  <a:cubicBezTo>
                    <a:pt x="182" y="1841"/>
                    <a:pt x="186" y="1835"/>
                    <a:pt x="187" y="1833"/>
                  </a:cubicBezTo>
                  <a:cubicBezTo>
                    <a:pt x="188" y="1835"/>
                    <a:pt x="191" y="1840"/>
                    <a:pt x="197" y="1840"/>
                  </a:cubicBezTo>
                  <a:cubicBezTo>
                    <a:pt x="198" y="1840"/>
                    <a:pt x="199" y="1840"/>
                    <a:pt x="200" y="1840"/>
                  </a:cubicBezTo>
                  <a:cubicBezTo>
                    <a:pt x="205" y="1839"/>
                    <a:pt x="207" y="1836"/>
                    <a:pt x="208" y="1835"/>
                  </a:cubicBezTo>
                  <a:cubicBezTo>
                    <a:pt x="210" y="1836"/>
                    <a:pt x="215" y="1841"/>
                    <a:pt x="223" y="1840"/>
                  </a:cubicBezTo>
                  <a:cubicBezTo>
                    <a:pt x="224" y="1840"/>
                    <a:pt x="224" y="1840"/>
                    <a:pt x="225" y="1840"/>
                  </a:cubicBezTo>
                  <a:cubicBezTo>
                    <a:pt x="235" y="1839"/>
                    <a:pt x="236" y="1831"/>
                    <a:pt x="230" y="1816"/>
                  </a:cubicBezTo>
                  <a:cubicBezTo>
                    <a:pt x="230" y="1816"/>
                    <a:pt x="230" y="1816"/>
                    <a:pt x="230" y="1816"/>
                  </a:cubicBezTo>
                  <a:cubicBezTo>
                    <a:pt x="231" y="1816"/>
                    <a:pt x="233" y="1817"/>
                    <a:pt x="234" y="1817"/>
                  </a:cubicBezTo>
                  <a:cubicBezTo>
                    <a:pt x="234" y="1817"/>
                    <a:pt x="234" y="1817"/>
                    <a:pt x="234" y="1817"/>
                  </a:cubicBezTo>
                  <a:cubicBezTo>
                    <a:pt x="237" y="1817"/>
                    <a:pt x="240" y="1817"/>
                    <a:pt x="244" y="1817"/>
                  </a:cubicBezTo>
                  <a:cubicBezTo>
                    <a:pt x="244" y="1817"/>
                    <a:pt x="245" y="1817"/>
                    <a:pt x="245" y="1817"/>
                  </a:cubicBezTo>
                  <a:cubicBezTo>
                    <a:pt x="246" y="1817"/>
                    <a:pt x="247" y="1817"/>
                    <a:pt x="248" y="1817"/>
                  </a:cubicBezTo>
                  <a:cubicBezTo>
                    <a:pt x="248" y="1817"/>
                    <a:pt x="249" y="1817"/>
                    <a:pt x="250" y="1817"/>
                  </a:cubicBezTo>
                  <a:cubicBezTo>
                    <a:pt x="250" y="1817"/>
                    <a:pt x="251" y="1817"/>
                    <a:pt x="252" y="1817"/>
                  </a:cubicBezTo>
                  <a:cubicBezTo>
                    <a:pt x="253" y="1817"/>
                    <a:pt x="254" y="1817"/>
                    <a:pt x="255" y="1817"/>
                  </a:cubicBezTo>
                  <a:cubicBezTo>
                    <a:pt x="255" y="1817"/>
                    <a:pt x="256" y="1816"/>
                    <a:pt x="257" y="1816"/>
                  </a:cubicBezTo>
                  <a:cubicBezTo>
                    <a:pt x="258" y="1816"/>
                    <a:pt x="259" y="1816"/>
                    <a:pt x="260" y="1816"/>
                  </a:cubicBezTo>
                  <a:cubicBezTo>
                    <a:pt x="261" y="1816"/>
                    <a:pt x="262" y="1815"/>
                    <a:pt x="262" y="1815"/>
                  </a:cubicBezTo>
                  <a:cubicBezTo>
                    <a:pt x="263" y="1815"/>
                    <a:pt x="264" y="1815"/>
                    <a:pt x="265" y="1814"/>
                  </a:cubicBezTo>
                  <a:cubicBezTo>
                    <a:pt x="266" y="1814"/>
                    <a:pt x="266" y="1814"/>
                    <a:pt x="267" y="1814"/>
                  </a:cubicBezTo>
                  <a:cubicBezTo>
                    <a:pt x="268" y="1814"/>
                    <a:pt x="269" y="1813"/>
                    <a:pt x="270" y="1813"/>
                  </a:cubicBezTo>
                  <a:cubicBezTo>
                    <a:pt x="271" y="1813"/>
                    <a:pt x="271" y="1812"/>
                    <a:pt x="271" y="1812"/>
                  </a:cubicBezTo>
                  <a:cubicBezTo>
                    <a:pt x="273" y="1812"/>
                    <a:pt x="275" y="1811"/>
                    <a:pt x="276" y="1810"/>
                  </a:cubicBezTo>
                  <a:cubicBezTo>
                    <a:pt x="276" y="1810"/>
                    <a:pt x="277" y="1810"/>
                    <a:pt x="277" y="1809"/>
                  </a:cubicBezTo>
                  <a:cubicBezTo>
                    <a:pt x="278" y="1809"/>
                    <a:pt x="280" y="1808"/>
                    <a:pt x="281" y="1807"/>
                  </a:cubicBezTo>
                  <a:cubicBezTo>
                    <a:pt x="281" y="1807"/>
                    <a:pt x="282" y="1807"/>
                    <a:pt x="283" y="1806"/>
                  </a:cubicBezTo>
                  <a:cubicBezTo>
                    <a:pt x="284" y="1806"/>
                    <a:pt x="285" y="1805"/>
                    <a:pt x="286" y="1804"/>
                  </a:cubicBezTo>
                  <a:cubicBezTo>
                    <a:pt x="286" y="1804"/>
                    <a:pt x="287" y="1804"/>
                    <a:pt x="287" y="1803"/>
                  </a:cubicBezTo>
                  <a:cubicBezTo>
                    <a:pt x="289" y="1802"/>
                    <a:pt x="291" y="1801"/>
                    <a:pt x="292" y="1799"/>
                  </a:cubicBezTo>
                  <a:cubicBezTo>
                    <a:pt x="322" y="1776"/>
                    <a:pt x="389" y="1729"/>
                    <a:pt x="416" y="1719"/>
                  </a:cubicBezTo>
                  <a:cubicBezTo>
                    <a:pt x="420" y="1717"/>
                    <a:pt x="425" y="1714"/>
                    <a:pt x="430" y="1711"/>
                  </a:cubicBezTo>
                  <a:cubicBezTo>
                    <a:pt x="450" y="1699"/>
                    <a:pt x="473" y="1676"/>
                    <a:pt x="478" y="1652"/>
                  </a:cubicBezTo>
                  <a:cubicBezTo>
                    <a:pt x="479" y="1650"/>
                    <a:pt x="479" y="1647"/>
                    <a:pt x="480" y="1645"/>
                  </a:cubicBezTo>
                  <a:cubicBezTo>
                    <a:pt x="480" y="1635"/>
                    <a:pt x="478" y="1626"/>
                    <a:pt x="471" y="1618"/>
                  </a:cubicBezTo>
                  <a:cubicBezTo>
                    <a:pt x="463" y="1608"/>
                    <a:pt x="455" y="1601"/>
                    <a:pt x="448" y="1594"/>
                  </a:cubicBezTo>
                  <a:cubicBezTo>
                    <a:pt x="429" y="1579"/>
                    <a:pt x="412" y="1571"/>
                    <a:pt x="393" y="1555"/>
                  </a:cubicBezTo>
                  <a:cubicBezTo>
                    <a:pt x="389" y="1552"/>
                    <a:pt x="385" y="1549"/>
                    <a:pt x="382" y="1545"/>
                  </a:cubicBezTo>
                  <a:cubicBezTo>
                    <a:pt x="381" y="1544"/>
                    <a:pt x="380" y="1543"/>
                    <a:pt x="379" y="1542"/>
                  </a:cubicBezTo>
                  <a:cubicBezTo>
                    <a:pt x="378" y="1541"/>
                    <a:pt x="378" y="1541"/>
                    <a:pt x="378" y="1540"/>
                  </a:cubicBezTo>
                  <a:cubicBezTo>
                    <a:pt x="377" y="1540"/>
                    <a:pt x="377" y="1539"/>
                    <a:pt x="376" y="1538"/>
                  </a:cubicBezTo>
                  <a:cubicBezTo>
                    <a:pt x="376" y="1538"/>
                    <a:pt x="375" y="1537"/>
                    <a:pt x="375" y="1537"/>
                  </a:cubicBezTo>
                  <a:cubicBezTo>
                    <a:pt x="374" y="1536"/>
                    <a:pt x="374" y="1535"/>
                    <a:pt x="373" y="1535"/>
                  </a:cubicBezTo>
                  <a:cubicBezTo>
                    <a:pt x="373" y="1534"/>
                    <a:pt x="373" y="1534"/>
                    <a:pt x="372" y="1533"/>
                  </a:cubicBezTo>
                  <a:cubicBezTo>
                    <a:pt x="372" y="1533"/>
                    <a:pt x="371" y="1532"/>
                    <a:pt x="371" y="1531"/>
                  </a:cubicBezTo>
                  <a:cubicBezTo>
                    <a:pt x="370" y="1531"/>
                    <a:pt x="370" y="1530"/>
                    <a:pt x="370" y="1530"/>
                  </a:cubicBezTo>
                  <a:cubicBezTo>
                    <a:pt x="369" y="1529"/>
                    <a:pt x="368" y="1528"/>
                    <a:pt x="368" y="1527"/>
                  </a:cubicBezTo>
                  <a:cubicBezTo>
                    <a:pt x="368" y="1527"/>
                    <a:pt x="367" y="1526"/>
                    <a:pt x="367" y="1526"/>
                  </a:cubicBezTo>
                  <a:cubicBezTo>
                    <a:pt x="366" y="1525"/>
                    <a:pt x="366" y="1524"/>
                    <a:pt x="365" y="1523"/>
                  </a:cubicBezTo>
                  <a:cubicBezTo>
                    <a:pt x="365" y="1523"/>
                    <a:pt x="365" y="1522"/>
                    <a:pt x="365" y="1522"/>
                  </a:cubicBezTo>
                  <a:cubicBezTo>
                    <a:pt x="364" y="1521"/>
                    <a:pt x="363" y="1520"/>
                    <a:pt x="363" y="1519"/>
                  </a:cubicBezTo>
                  <a:cubicBezTo>
                    <a:pt x="362" y="1518"/>
                    <a:pt x="362" y="1518"/>
                    <a:pt x="362" y="1518"/>
                  </a:cubicBezTo>
                  <a:cubicBezTo>
                    <a:pt x="361" y="1517"/>
                    <a:pt x="361" y="1515"/>
                    <a:pt x="360" y="1514"/>
                  </a:cubicBezTo>
                  <a:cubicBezTo>
                    <a:pt x="360" y="1514"/>
                    <a:pt x="360" y="1514"/>
                    <a:pt x="360" y="1514"/>
                  </a:cubicBezTo>
                  <a:cubicBezTo>
                    <a:pt x="339" y="1479"/>
                    <a:pt x="321" y="1431"/>
                    <a:pt x="293" y="1400"/>
                  </a:cubicBezTo>
                  <a:cubicBezTo>
                    <a:pt x="293" y="1400"/>
                    <a:pt x="293" y="1400"/>
                    <a:pt x="293" y="1400"/>
                  </a:cubicBezTo>
                  <a:cubicBezTo>
                    <a:pt x="294" y="1400"/>
                    <a:pt x="294" y="1400"/>
                    <a:pt x="294" y="1400"/>
                  </a:cubicBezTo>
                  <a:cubicBezTo>
                    <a:pt x="293" y="1399"/>
                    <a:pt x="293" y="1399"/>
                    <a:pt x="292" y="1398"/>
                  </a:cubicBezTo>
                  <a:cubicBezTo>
                    <a:pt x="292" y="1398"/>
                    <a:pt x="292" y="1398"/>
                    <a:pt x="292" y="1398"/>
                  </a:cubicBezTo>
                  <a:cubicBezTo>
                    <a:pt x="292" y="1398"/>
                    <a:pt x="374" y="1469"/>
                    <a:pt x="413" y="1473"/>
                  </a:cubicBezTo>
                  <a:cubicBezTo>
                    <a:pt x="452" y="1476"/>
                    <a:pt x="496" y="1552"/>
                    <a:pt x="544" y="1556"/>
                  </a:cubicBezTo>
                  <a:cubicBezTo>
                    <a:pt x="545" y="1556"/>
                    <a:pt x="547" y="1556"/>
                    <a:pt x="548" y="1556"/>
                  </a:cubicBezTo>
                  <a:cubicBezTo>
                    <a:pt x="549" y="1556"/>
                    <a:pt x="549" y="1556"/>
                    <a:pt x="549" y="1557"/>
                  </a:cubicBezTo>
                  <a:cubicBezTo>
                    <a:pt x="550" y="1557"/>
                    <a:pt x="551" y="1557"/>
                    <a:pt x="552" y="1557"/>
                  </a:cubicBezTo>
                  <a:cubicBezTo>
                    <a:pt x="553" y="1557"/>
                    <a:pt x="553" y="1557"/>
                    <a:pt x="553" y="1557"/>
                  </a:cubicBezTo>
                  <a:cubicBezTo>
                    <a:pt x="554" y="1557"/>
                    <a:pt x="555" y="1557"/>
                    <a:pt x="556" y="1557"/>
                  </a:cubicBezTo>
                  <a:cubicBezTo>
                    <a:pt x="557" y="1557"/>
                    <a:pt x="557" y="1557"/>
                    <a:pt x="557" y="1558"/>
                  </a:cubicBezTo>
                  <a:cubicBezTo>
                    <a:pt x="564" y="1558"/>
                    <a:pt x="570" y="1559"/>
                    <a:pt x="575" y="1560"/>
                  </a:cubicBezTo>
                  <a:cubicBezTo>
                    <a:pt x="575" y="1560"/>
                    <a:pt x="576" y="1560"/>
                    <a:pt x="576" y="1560"/>
                  </a:cubicBezTo>
                  <a:cubicBezTo>
                    <a:pt x="577" y="1560"/>
                    <a:pt x="577" y="1560"/>
                    <a:pt x="578" y="1561"/>
                  </a:cubicBezTo>
                  <a:cubicBezTo>
                    <a:pt x="578" y="1561"/>
                    <a:pt x="579" y="1561"/>
                    <a:pt x="579" y="1561"/>
                  </a:cubicBezTo>
                  <a:cubicBezTo>
                    <a:pt x="580" y="1561"/>
                    <a:pt x="580" y="1561"/>
                    <a:pt x="581" y="1561"/>
                  </a:cubicBezTo>
                  <a:cubicBezTo>
                    <a:pt x="582" y="1561"/>
                    <a:pt x="582" y="1561"/>
                    <a:pt x="582" y="1561"/>
                  </a:cubicBezTo>
                  <a:cubicBezTo>
                    <a:pt x="583" y="1561"/>
                    <a:pt x="584" y="1561"/>
                    <a:pt x="584" y="1561"/>
                  </a:cubicBezTo>
                  <a:cubicBezTo>
                    <a:pt x="585" y="1561"/>
                    <a:pt x="585" y="1561"/>
                    <a:pt x="586" y="1561"/>
                  </a:cubicBezTo>
                  <a:cubicBezTo>
                    <a:pt x="587" y="1561"/>
                    <a:pt x="587" y="1562"/>
                    <a:pt x="588" y="1562"/>
                  </a:cubicBezTo>
                  <a:cubicBezTo>
                    <a:pt x="589" y="1562"/>
                    <a:pt x="589" y="1562"/>
                    <a:pt x="590" y="1562"/>
                  </a:cubicBezTo>
                  <a:cubicBezTo>
                    <a:pt x="590" y="1562"/>
                    <a:pt x="591" y="1562"/>
                    <a:pt x="591" y="1562"/>
                  </a:cubicBezTo>
                  <a:cubicBezTo>
                    <a:pt x="592" y="1562"/>
                    <a:pt x="592" y="1562"/>
                    <a:pt x="593" y="1562"/>
                  </a:cubicBezTo>
                  <a:cubicBezTo>
                    <a:pt x="593" y="1562"/>
                    <a:pt x="594" y="1562"/>
                    <a:pt x="594" y="1562"/>
                  </a:cubicBezTo>
                  <a:cubicBezTo>
                    <a:pt x="595" y="1562"/>
                    <a:pt x="595" y="1561"/>
                    <a:pt x="596" y="1561"/>
                  </a:cubicBezTo>
                  <a:cubicBezTo>
                    <a:pt x="596" y="1561"/>
                    <a:pt x="597" y="1561"/>
                    <a:pt x="597" y="1561"/>
                  </a:cubicBezTo>
                  <a:cubicBezTo>
                    <a:pt x="598" y="1561"/>
                    <a:pt x="599" y="1561"/>
                    <a:pt x="599" y="1561"/>
                  </a:cubicBezTo>
                  <a:cubicBezTo>
                    <a:pt x="600" y="1561"/>
                    <a:pt x="600" y="1561"/>
                    <a:pt x="601" y="1561"/>
                  </a:cubicBezTo>
                  <a:cubicBezTo>
                    <a:pt x="601" y="1561"/>
                    <a:pt x="602" y="1561"/>
                    <a:pt x="602" y="1560"/>
                  </a:cubicBezTo>
                  <a:cubicBezTo>
                    <a:pt x="603" y="1560"/>
                    <a:pt x="603" y="1560"/>
                    <a:pt x="603" y="1560"/>
                  </a:cubicBezTo>
                  <a:cubicBezTo>
                    <a:pt x="604" y="1560"/>
                    <a:pt x="604" y="1560"/>
                    <a:pt x="605" y="1560"/>
                  </a:cubicBezTo>
                  <a:cubicBezTo>
                    <a:pt x="605" y="1560"/>
                    <a:pt x="606" y="1559"/>
                    <a:pt x="606" y="1559"/>
                  </a:cubicBezTo>
                  <a:cubicBezTo>
                    <a:pt x="606" y="1559"/>
                    <a:pt x="607" y="1559"/>
                    <a:pt x="607" y="1559"/>
                  </a:cubicBezTo>
                  <a:cubicBezTo>
                    <a:pt x="608" y="1558"/>
                    <a:pt x="609" y="1558"/>
                    <a:pt x="609" y="1558"/>
                  </a:cubicBezTo>
                  <a:cubicBezTo>
                    <a:pt x="610" y="1558"/>
                    <a:pt x="610" y="1557"/>
                    <a:pt x="611" y="1557"/>
                  </a:cubicBezTo>
                  <a:cubicBezTo>
                    <a:pt x="611" y="1557"/>
                    <a:pt x="611" y="1557"/>
                    <a:pt x="612" y="1556"/>
                  </a:cubicBezTo>
                  <a:cubicBezTo>
                    <a:pt x="612" y="1556"/>
                    <a:pt x="612" y="1556"/>
                    <a:pt x="613" y="1556"/>
                  </a:cubicBezTo>
                  <a:cubicBezTo>
                    <a:pt x="613" y="1555"/>
                    <a:pt x="614" y="1555"/>
                    <a:pt x="614" y="1555"/>
                  </a:cubicBezTo>
                  <a:cubicBezTo>
                    <a:pt x="614" y="1554"/>
                    <a:pt x="615" y="1554"/>
                    <a:pt x="615" y="1554"/>
                  </a:cubicBezTo>
                  <a:cubicBezTo>
                    <a:pt x="615" y="1553"/>
                    <a:pt x="616" y="1553"/>
                    <a:pt x="616" y="1553"/>
                  </a:cubicBezTo>
                  <a:cubicBezTo>
                    <a:pt x="617" y="1552"/>
                    <a:pt x="617" y="1552"/>
                    <a:pt x="618" y="1551"/>
                  </a:cubicBezTo>
                  <a:cubicBezTo>
                    <a:pt x="618" y="1551"/>
                    <a:pt x="619" y="1550"/>
                    <a:pt x="619" y="1550"/>
                  </a:cubicBezTo>
                  <a:cubicBezTo>
                    <a:pt x="619" y="1549"/>
                    <a:pt x="620" y="1549"/>
                    <a:pt x="620" y="1548"/>
                  </a:cubicBezTo>
                  <a:cubicBezTo>
                    <a:pt x="621" y="1548"/>
                    <a:pt x="621" y="1548"/>
                    <a:pt x="621" y="1547"/>
                  </a:cubicBezTo>
                  <a:cubicBezTo>
                    <a:pt x="622" y="1547"/>
                    <a:pt x="622" y="1546"/>
                    <a:pt x="622" y="1546"/>
                  </a:cubicBezTo>
                  <a:cubicBezTo>
                    <a:pt x="622" y="1545"/>
                    <a:pt x="623" y="1545"/>
                    <a:pt x="623" y="1544"/>
                  </a:cubicBezTo>
                  <a:cubicBezTo>
                    <a:pt x="623" y="1544"/>
                    <a:pt x="624" y="1543"/>
                    <a:pt x="624" y="1542"/>
                  </a:cubicBezTo>
                  <a:cubicBezTo>
                    <a:pt x="624" y="1542"/>
                    <a:pt x="625" y="1542"/>
                    <a:pt x="625" y="1541"/>
                  </a:cubicBezTo>
                  <a:cubicBezTo>
                    <a:pt x="626" y="1542"/>
                    <a:pt x="626" y="1543"/>
                    <a:pt x="627" y="1544"/>
                  </a:cubicBezTo>
                  <a:cubicBezTo>
                    <a:pt x="634" y="1555"/>
                    <a:pt x="641" y="1561"/>
                    <a:pt x="653" y="1566"/>
                  </a:cubicBezTo>
                  <a:cubicBezTo>
                    <a:pt x="660" y="1570"/>
                    <a:pt x="669" y="1574"/>
                    <a:pt x="677" y="1570"/>
                  </a:cubicBezTo>
                  <a:cubicBezTo>
                    <a:pt x="678" y="1574"/>
                    <a:pt x="678" y="1578"/>
                    <a:pt x="678" y="1583"/>
                  </a:cubicBezTo>
                  <a:cubicBezTo>
                    <a:pt x="678" y="1584"/>
                    <a:pt x="679" y="1585"/>
                    <a:pt x="679" y="1586"/>
                  </a:cubicBezTo>
                  <a:cubicBezTo>
                    <a:pt x="679" y="1586"/>
                    <a:pt x="679" y="1586"/>
                    <a:pt x="679" y="1587"/>
                  </a:cubicBezTo>
                  <a:cubicBezTo>
                    <a:pt x="679" y="1588"/>
                    <a:pt x="679" y="1590"/>
                    <a:pt x="679" y="1591"/>
                  </a:cubicBezTo>
                  <a:cubicBezTo>
                    <a:pt x="679" y="1591"/>
                    <a:pt x="679" y="1591"/>
                    <a:pt x="679" y="1591"/>
                  </a:cubicBezTo>
                  <a:cubicBezTo>
                    <a:pt x="679" y="1593"/>
                    <a:pt x="680" y="1595"/>
                    <a:pt x="680" y="1596"/>
                  </a:cubicBezTo>
                  <a:cubicBezTo>
                    <a:pt x="680" y="1596"/>
                    <a:pt x="680" y="1596"/>
                    <a:pt x="680" y="1596"/>
                  </a:cubicBezTo>
                  <a:cubicBezTo>
                    <a:pt x="682" y="1613"/>
                    <a:pt x="686" y="1630"/>
                    <a:pt x="697" y="1645"/>
                  </a:cubicBezTo>
                  <a:cubicBezTo>
                    <a:pt x="697" y="1646"/>
                    <a:pt x="698" y="1647"/>
                    <a:pt x="698" y="1647"/>
                  </a:cubicBezTo>
                  <a:cubicBezTo>
                    <a:pt x="698" y="1647"/>
                    <a:pt x="698" y="1647"/>
                    <a:pt x="698" y="1647"/>
                  </a:cubicBezTo>
                  <a:cubicBezTo>
                    <a:pt x="698" y="1648"/>
                    <a:pt x="697" y="1648"/>
                    <a:pt x="697" y="1648"/>
                  </a:cubicBezTo>
                  <a:cubicBezTo>
                    <a:pt x="696" y="1651"/>
                    <a:pt x="696" y="1653"/>
                    <a:pt x="695" y="1656"/>
                  </a:cubicBezTo>
                  <a:cubicBezTo>
                    <a:pt x="695" y="1656"/>
                    <a:pt x="695" y="1657"/>
                    <a:pt x="695" y="1657"/>
                  </a:cubicBezTo>
                  <a:cubicBezTo>
                    <a:pt x="695" y="1658"/>
                    <a:pt x="695" y="1658"/>
                    <a:pt x="694" y="1659"/>
                  </a:cubicBezTo>
                  <a:cubicBezTo>
                    <a:pt x="694" y="1659"/>
                    <a:pt x="694" y="1660"/>
                    <a:pt x="694" y="1660"/>
                  </a:cubicBezTo>
                  <a:cubicBezTo>
                    <a:pt x="694" y="1661"/>
                    <a:pt x="694" y="1661"/>
                    <a:pt x="694" y="1662"/>
                  </a:cubicBezTo>
                  <a:cubicBezTo>
                    <a:pt x="693" y="1663"/>
                    <a:pt x="693" y="1663"/>
                    <a:pt x="693" y="1664"/>
                  </a:cubicBezTo>
                  <a:cubicBezTo>
                    <a:pt x="693" y="1664"/>
                    <a:pt x="693" y="1665"/>
                    <a:pt x="693" y="1666"/>
                  </a:cubicBezTo>
                  <a:cubicBezTo>
                    <a:pt x="693" y="1667"/>
                    <a:pt x="692" y="1667"/>
                    <a:pt x="692" y="1667"/>
                  </a:cubicBezTo>
                  <a:cubicBezTo>
                    <a:pt x="692" y="1670"/>
                    <a:pt x="691" y="1673"/>
                    <a:pt x="690" y="1676"/>
                  </a:cubicBezTo>
                  <a:cubicBezTo>
                    <a:pt x="690" y="1676"/>
                    <a:pt x="690" y="1677"/>
                    <a:pt x="690" y="1677"/>
                  </a:cubicBezTo>
                  <a:cubicBezTo>
                    <a:pt x="690" y="1678"/>
                    <a:pt x="690" y="1680"/>
                    <a:pt x="689" y="1681"/>
                  </a:cubicBezTo>
                  <a:cubicBezTo>
                    <a:pt x="689" y="1681"/>
                    <a:pt x="689" y="1682"/>
                    <a:pt x="689" y="1682"/>
                  </a:cubicBezTo>
                  <a:cubicBezTo>
                    <a:pt x="689" y="1684"/>
                    <a:pt x="688" y="1685"/>
                    <a:pt x="688" y="1686"/>
                  </a:cubicBezTo>
                  <a:cubicBezTo>
                    <a:pt x="688" y="1687"/>
                    <a:pt x="688" y="1687"/>
                    <a:pt x="688" y="1687"/>
                  </a:cubicBezTo>
                  <a:cubicBezTo>
                    <a:pt x="688" y="1689"/>
                    <a:pt x="687" y="1691"/>
                    <a:pt x="687" y="1692"/>
                  </a:cubicBezTo>
                  <a:cubicBezTo>
                    <a:pt x="687" y="1693"/>
                    <a:pt x="687" y="1693"/>
                    <a:pt x="687" y="1693"/>
                  </a:cubicBezTo>
                  <a:cubicBezTo>
                    <a:pt x="686" y="1696"/>
                    <a:pt x="686" y="1700"/>
                    <a:pt x="685" y="1704"/>
                  </a:cubicBezTo>
                  <a:cubicBezTo>
                    <a:pt x="685" y="1705"/>
                    <a:pt x="685" y="1705"/>
                    <a:pt x="685" y="1705"/>
                  </a:cubicBezTo>
                  <a:cubicBezTo>
                    <a:pt x="685" y="1707"/>
                    <a:pt x="684" y="1709"/>
                    <a:pt x="684" y="1710"/>
                  </a:cubicBezTo>
                  <a:cubicBezTo>
                    <a:pt x="684" y="1711"/>
                    <a:pt x="684" y="1711"/>
                    <a:pt x="684" y="1712"/>
                  </a:cubicBezTo>
                  <a:cubicBezTo>
                    <a:pt x="684" y="1713"/>
                    <a:pt x="684" y="1715"/>
                    <a:pt x="683" y="1717"/>
                  </a:cubicBezTo>
                  <a:cubicBezTo>
                    <a:pt x="683" y="1717"/>
                    <a:pt x="683" y="1717"/>
                    <a:pt x="683" y="1718"/>
                  </a:cubicBezTo>
                  <a:cubicBezTo>
                    <a:pt x="683" y="1722"/>
                    <a:pt x="682" y="1726"/>
                    <a:pt x="682" y="1730"/>
                  </a:cubicBezTo>
                  <a:cubicBezTo>
                    <a:pt x="682" y="1731"/>
                    <a:pt x="682" y="1731"/>
                    <a:pt x="682" y="1732"/>
                  </a:cubicBezTo>
                  <a:cubicBezTo>
                    <a:pt x="682" y="1733"/>
                    <a:pt x="682" y="1735"/>
                    <a:pt x="682" y="1737"/>
                  </a:cubicBezTo>
                  <a:cubicBezTo>
                    <a:pt x="682" y="1737"/>
                    <a:pt x="682" y="1738"/>
                    <a:pt x="682" y="1738"/>
                  </a:cubicBezTo>
                  <a:cubicBezTo>
                    <a:pt x="681" y="1740"/>
                    <a:pt x="681" y="1742"/>
                    <a:pt x="681" y="1743"/>
                  </a:cubicBezTo>
                  <a:cubicBezTo>
                    <a:pt x="681" y="1744"/>
                    <a:pt x="681" y="1744"/>
                    <a:pt x="681" y="1745"/>
                  </a:cubicBezTo>
                  <a:cubicBezTo>
                    <a:pt x="681" y="1747"/>
                    <a:pt x="681" y="1749"/>
                    <a:pt x="681" y="1751"/>
                  </a:cubicBezTo>
                  <a:cubicBezTo>
                    <a:pt x="681" y="1751"/>
                    <a:pt x="681" y="1751"/>
                    <a:pt x="681" y="1751"/>
                  </a:cubicBezTo>
                  <a:cubicBezTo>
                    <a:pt x="681" y="1754"/>
                    <a:pt x="681" y="1756"/>
                    <a:pt x="681" y="1758"/>
                  </a:cubicBezTo>
                  <a:cubicBezTo>
                    <a:pt x="681" y="1758"/>
                    <a:pt x="681" y="1759"/>
                    <a:pt x="681" y="1759"/>
                  </a:cubicBezTo>
                  <a:cubicBezTo>
                    <a:pt x="681" y="1761"/>
                    <a:pt x="681" y="1763"/>
                    <a:pt x="681" y="1764"/>
                  </a:cubicBezTo>
                  <a:cubicBezTo>
                    <a:pt x="681" y="1765"/>
                    <a:pt x="681" y="1766"/>
                    <a:pt x="681" y="1766"/>
                  </a:cubicBezTo>
                  <a:cubicBezTo>
                    <a:pt x="682" y="1768"/>
                    <a:pt x="682" y="1769"/>
                    <a:pt x="682" y="1771"/>
                  </a:cubicBezTo>
                  <a:cubicBezTo>
                    <a:pt x="682" y="1771"/>
                    <a:pt x="682" y="1772"/>
                    <a:pt x="682" y="1773"/>
                  </a:cubicBezTo>
                  <a:cubicBezTo>
                    <a:pt x="682" y="1774"/>
                    <a:pt x="682" y="1776"/>
                    <a:pt x="682" y="1777"/>
                  </a:cubicBezTo>
                  <a:cubicBezTo>
                    <a:pt x="682" y="1778"/>
                    <a:pt x="683" y="1778"/>
                    <a:pt x="683" y="1779"/>
                  </a:cubicBezTo>
                  <a:cubicBezTo>
                    <a:pt x="683" y="1781"/>
                    <a:pt x="683" y="1783"/>
                    <a:pt x="683" y="1785"/>
                  </a:cubicBezTo>
                  <a:cubicBezTo>
                    <a:pt x="684" y="1785"/>
                    <a:pt x="684" y="1786"/>
                    <a:pt x="684" y="1786"/>
                  </a:cubicBezTo>
                  <a:cubicBezTo>
                    <a:pt x="684" y="1788"/>
                    <a:pt x="684" y="1789"/>
                    <a:pt x="685" y="1791"/>
                  </a:cubicBezTo>
                  <a:cubicBezTo>
                    <a:pt x="685" y="1792"/>
                    <a:pt x="685" y="1792"/>
                    <a:pt x="685" y="1793"/>
                  </a:cubicBezTo>
                  <a:cubicBezTo>
                    <a:pt x="685" y="1794"/>
                    <a:pt x="686" y="1796"/>
                    <a:pt x="686" y="1797"/>
                  </a:cubicBezTo>
                  <a:cubicBezTo>
                    <a:pt x="686" y="1797"/>
                    <a:pt x="686" y="1798"/>
                    <a:pt x="686" y="1799"/>
                  </a:cubicBezTo>
                  <a:cubicBezTo>
                    <a:pt x="687" y="1800"/>
                    <a:pt x="687" y="1801"/>
                    <a:pt x="688" y="1803"/>
                  </a:cubicBezTo>
                  <a:cubicBezTo>
                    <a:pt x="688" y="1803"/>
                    <a:pt x="688" y="1804"/>
                    <a:pt x="688" y="1805"/>
                  </a:cubicBezTo>
                  <a:cubicBezTo>
                    <a:pt x="689" y="1806"/>
                    <a:pt x="689" y="1808"/>
                    <a:pt x="690" y="1810"/>
                  </a:cubicBezTo>
                  <a:cubicBezTo>
                    <a:pt x="714" y="1872"/>
                    <a:pt x="692" y="1868"/>
                    <a:pt x="674" y="1928"/>
                  </a:cubicBezTo>
                  <a:cubicBezTo>
                    <a:pt x="656" y="1988"/>
                    <a:pt x="660" y="2024"/>
                    <a:pt x="650" y="2056"/>
                  </a:cubicBezTo>
                  <a:cubicBezTo>
                    <a:pt x="640" y="2088"/>
                    <a:pt x="614" y="2131"/>
                    <a:pt x="606" y="2137"/>
                  </a:cubicBezTo>
                  <a:cubicBezTo>
                    <a:pt x="605" y="2138"/>
                    <a:pt x="604" y="2139"/>
                    <a:pt x="603" y="2140"/>
                  </a:cubicBezTo>
                  <a:cubicBezTo>
                    <a:pt x="598" y="2145"/>
                    <a:pt x="600" y="2150"/>
                    <a:pt x="593" y="2164"/>
                  </a:cubicBezTo>
                  <a:cubicBezTo>
                    <a:pt x="576" y="2196"/>
                    <a:pt x="544" y="2186"/>
                    <a:pt x="538" y="2216"/>
                  </a:cubicBezTo>
                  <a:cubicBezTo>
                    <a:pt x="537" y="2218"/>
                    <a:pt x="537" y="2221"/>
                    <a:pt x="536" y="2223"/>
                  </a:cubicBezTo>
                  <a:cubicBezTo>
                    <a:pt x="536" y="2224"/>
                    <a:pt x="536" y="2224"/>
                    <a:pt x="536" y="2225"/>
                  </a:cubicBezTo>
                  <a:cubicBezTo>
                    <a:pt x="536" y="2227"/>
                    <a:pt x="536" y="2229"/>
                    <a:pt x="535" y="2231"/>
                  </a:cubicBezTo>
                  <a:cubicBezTo>
                    <a:pt x="535" y="2231"/>
                    <a:pt x="535" y="2231"/>
                    <a:pt x="535" y="2232"/>
                  </a:cubicBezTo>
                  <a:cubicBezTo>
                    <a:pt x="535" y="2234"/>
                    <a:pt x="535" y="2236"/>
                    <a:pt x="535" y="2238"/>
                  </a:cubicBezTo>
                  <a:cubicBezTo>
                    <a:pt x="535" y="2239"/>
                    <a:pt x="535" y="2240"/>
                    <a:pt x="535" y="2241"/>
                  </a:cubicBezTo>
                  <a:cubicBezTo>
                    <a:pt x="535" y="2242"/>
                    <a:pt x="535" y="2243"/>
                    <a:pt x="535" y="2244"/>
                  </a:cubicBezTo>
                  <a:cubicBezTo>
                    <a:pt x="534" y="2252"/>
                    <a:pt x="535" y="2259"/>
                    <a:pt x="534" y="2265"/>
                  </a:cubicBezTo>
                  <a:cubicBezTo>
                    <a:pt x="534" y="2265"/>
                    <a:pt x="534" y="2265"/>
                    <a:pt x="534" y="2265"/>
                  </a:cubicBezTo>
                  <a:cubicBezTo>
                    <a:pt x="534" y="2267"/>
                    <a:pt x="533" y="2269"/>
                    <a:pt x="533" y="2271"/>
                  </a:cubicBezTo>
                  <a:cubicBezTo>
                    <a:pt x="523" y="2288"/>
                    <a:pt x="523" y="2288"/>
                    <a:pt x="523" y="2288"/>
                  </a:cubicBezTo>
                  <a:cubicBezTo>
                    <a:pt x="525" y="2286"/>
                    <a:pt x="526" y="2284"/>
                    <a:pt x="528" y="2282"/>
                  </a:cubicBezTo>
                  <a:cubicBezTo>
                    <a:pt x="529" y="2280"/>
                    <a:pt x="531" y="2277"/>
                    <a:pt x="532" y="2275"/>
                  </a:cubicBezTo>
                  <a:cubicBezTo>
                    <a:pt x="532" y="2275"/>
                    <a:pt x="532" y="2275"/>
                    <a:pt x="532" y="2275"/>
                  </a:cubicBezTo>
                  <a:cubicBezTo>
                    <a:pt x="532" y="2276"/>
                    <a:pt x="532" y="2276"/>
                    <a:pt x="531" y="2277"/>
                  </a:cubicBezTo>
                  <a:cubicBezTo>
                    <a:pt x="531" y="2277"/>
                    <a:pt x="531" y="2278"/>
                    <a:pt x="531" y="2278"/>
                  </a:cubicBezTo>
                  <a:cubicBezTo>
                    <a:pt x="531" y="2279"/>
                    <a:pt x="530" y="2279"/>
                    <a:pt x="530" y="2280"/>
                  </a:cubicBezTo>
                  <a:cubicBezTo>
                    <a:pt x="530" y="2280"/>
                    <a:pt x="530" y="2281"/>
                    <a:pt x="529" y="2281"/>
                  </a:cubicBezTo>
                  <a:cubicBezTo>
                    <a:pt x="529" y="2282"/>
                    <a:pt x="529" y="2282"/>
                    <a:pt x="529" y="2283"/>
                  </a:cubicBezTo>
                  <a:cubicBezTo>
                    <a:pt x="528" y="2284"/>
                    <a:pt x="528" y="2285"/>
                    <a:pt x="527" y="2285"/>
                  </a:cubicBezTo>
                  <a:cubicBezTo>
                    <a:pt x="526" y="2286"/>
                    <a:pt x="526" y="2286"/>
                    <a:pt x="526" y="2287"/>
                  </a:cubicBezTo>
                  <a:cubicBezTo>
                    <a:pt x="525" y="2288"/>
                    <a:pt x="525" y="2288"/>
                    <a:pt x="525" y="2288"/>
                  </a:cubicBezTo>
                  <a:cubicBezTo>
                    <a:pt x="525" y="2288"/>
                    <a:pt x="525" y="2288"/>
                    <a:pt x="525" y="2288"/>
                  </a:cubicBezTo>
                  <a:cubicBezTo>
                    <a:pt x="525" y="2288"/>
                    <a:pt x="525" y="2288"/>
                    <a:pt x="524" y="2288"/>
                  </a:cubicBezTo>
                  <a:cubicBezTo>
                    <a:pt x="523" y="2290"/>
                    <a:pt x="521" y="2293"/>
                    <a:pt x="519" y="2295"/>
                  </a:cubicBezTo>
                  <a:cubicBezTo>
                    <a:pt x="523" y="2288"/>
                    <a:pt x="523" y="2288"/>
                    <a:pt x="523" y="2288"/>
                  </a:cubicBezTo>
                  <a:cubicBezTo>
                    <a:pt x="521" y="2291"/>
                    <a:pt x="519" y="2294"/>
                    <a:pt x="518" y="2296"/>
                  </a:cubicBezTo>
                  <a:cubicBezTo>
                    <a:pt x="517" y="2298"/>
                    <a:pt x="515" y="2300"/>
                    <a:pt x="514" y="2302"/>
                  </a:cubicBezTo>
                  <a:cubicBezTo>
                    <a:pt x="513" y="2302"/>
                    <a:pt x="513" y="2303"/>
                    <a:pt x="512" y="2303"/>
                  </a:cubicBezTo>
                  <a:cubicBezTo>
                    <a:pt x="512" y="2304"/>
                    <a:pt x="511" y="2305"/>
                    <a:pt x="511" y="2305"/>
                  </a:cubicBezTo>
                  <a:cubicBezTo>
                    <a:pt x="510" y="2306"/>
                    <a:pt x="509" y="2307"/>
                    <a:pt x="508" y="2309"/>
                  </a:cubicBezTo>
                  <a:cubicBezTo>
                    <a:pt x="508" y="2309"/>
                    <a:pt x="507" y="2310"/>
                    <a:pt x="507" y="2310"/>
                  </a:cubicBezTo>
                  <a:cubicBezTo>
                    <a:pt x="506" y="2311"/>
                    <a:pt x="505" y="2312"/>
                    <a:pt x="504" y="2313"/>
                  </a:cubicBezTo>
                  <a:cubicBezTo>
                    <a:pt x="504" y="2314"/>
                    <a:pt x="504" y="2314"/>
                    <a:pt x="503" y="2315"/>
                  </a:cubicBezTo>
                  <a:cubicBezTo>
                    <a:pt x="502" y="2316"/>
                    <a:pt x="501" y="2317"/>
                    <a:pt x="501" y="2318"/>
                  </a:cubicBezTo>
                  <a:cubicBezTo>
                    <a:pt x="500" y="2319"/>
                    <a:pt x="500" y="2319"/>
                    <a:pt x="500" y="2320"/>
                  </a:cubicBezTo>
                  <a:cubicBezTo>
                    <a:pt x="499" y="2321"/>
                    <a:pt x="497" y="2322"/>
                    <a:pt x="496" y="2324"/>
                  </a:cubicBezTo>
                  <a:cubicBezTo>
                    <a:pt x="496" y="2324"/>
                    <a:pt x="496" y="2325"/>
                    <a:pt x="496" y="2325"/>
                  </a:cubicBezTo>
                  <a:cubicBezTo>
                    <a:pt x="495" y="2326"/>
                    <a:pt x="494" y="2328"/>
                    <a:pt x="493" y="2329"/>
                  </a:cubicBezTo>
                  <a:cubicBezTo>
                    <a:pt x="492" y="2329"/>
                    <a:pt x="492" y="2330"/>
                    <a:pt x="492" y="2330"/>
                  </a:cubicBezTo>
                  <a:cubicBezTo>
                    <a:pt x="491" y="2331"/>
                    <a:pt x="490" y="2333"/>
                    <a:pt x="489" y="2334"/>
                  </a:cubicBezTo>
                  <a:cubicBezTo>
                    <a:pt x="489" y="2334"/>
                    <a:pt x="489" y="2335"/>
                    <a:pt x="488" y="2335"/>
                  </a:cubicBezTo>
                  <a:cubicBezTo>
                    <a:pt x="488" y="2336"/>
                    <a:pt x="487" y="2338"/>
                    <a:pt x="486" y="2339"/>
                  </a:cubicBezTo>
                  <a:cubicBezTo>
                    <a:pt x="485" y="2340"/>
                    <a:pt x="485" y="2340"/>
                    <a:pt x="485" y="2340"/>
                  </a:cubicBezTo>
                  <a:cubicBezTo>
                    <a:pt x="484" y="2342"/>
                    <a:pt x="483" y="2343"/>
                    <a:pt x="482" y="2345"/>
                  </a:cubicBezTo>
                  <a:cubicBezTo>
                    <a:pt x="482" y="2345"/>
                    <a:pt x="482" y="2345"/>
                    <a:pt x="482" y="2345"/>
                  </a:cubicBezTo>
                  <a:cubicBezTo>
                    <a:pt x="481" y="2347"/>
                    <a:pt x="481" y="2348"/>
                    <a:pt x="480" y="2349"/>
                  </a:cubicBezTo>
                  <a:cubicBezTo>
                    <a:pt x="480" y="2350"/>
                    <a:pt x="480" y="2350"/>
                    <a:pt x="479" y="2350"/>
                  </a:cubicBezTo>
                  <a:cubicBezTo>
                    <a:pt x="479" y="2352"/>
                    <a:pt x="478" y="2353"/>
                    <a:pt x="478" y="2354"/>
                  </a:cubicBezTo>
                  <a:cubicBezTo>
                    <a:pt x="477" y="2355"/>
                    <a:pt x="477" y="2355"/>
                    <a:pt x="477" y="2355"/>
                  </a:cubicBezTo>
                  <a:cubicBezTo>
                    <a:pt x="477" y="2357"/>
                    <a:pt x="476" y="2358"/>
                    <a:pt x="476" y="2359"/>
                  </a:cubicBezTo>
                  <a:cubicBezTo>
                    <a:pt x="476" y="2360"/>
                    <a:pt x="476" y="2360"/>
                    <a:pt x="475" y="2360"/>
                  </a:cubicBezTo>
                  <a:cubicBezTo>
                    <a:pt x="475" y="2361"/>
                    <a:pt x="475" y="2362"/>
                    <a:pt x="474" y="2363"/>
                  </a:cubicBezTo>
                  <a:cubicBezTo>
                    <a:pt x="474" y="2364"/>
                    <a:pt x="474" y="2364"/>
                    <a:pt x="474" y="2364"/>
                  </a:cubicBezTo>
                  <a:cubicBezTo>
                    <a:pt x="474" y="2365"/>
                    <a:pt x="474" y="2367"/>
                    <a:pt x="474" y="2368"/>
                  </a:cubicBezTo>
                  <a:cubicBezTo>
                    <a:pt x="474" y="2368"/>
                    <a:pt x="474" y="2368"/>
                    <a:pt x="474" y="2368"/>
                  </a:cubicBezTo>
                  <a:cubicBezTo>
                    <a:pt x="474" y="2370"/>
                    <a:pt x="474" y="2371"/>
                    <a:pt x="474" y="2372"/>
                  </a:cubicBezTo>
                  <a:cubicBezTo>
                    <a:pt x="476" y="2395"/>
                    <a:pt x="460" y="2403"/>
                    <a:pt x="477" y="2428"/>
                  </a:cubicBezTo>
                  <a:cubicBezTo>
                    <a:pt x="494" y="2453"/>
                    <a:pt x="511" y="2453"/>
                    <a:pt x="522" y="2433"/>
                  </a:cubicBezTo>
                  <a:cubicBezTo>
                    <a:pt x="523" y="2432"/>
                    <a:pt x="523" y="2431"/>
                    <a:pt x="524" y="2430"/>
                  </a:cubicBezTo>
                  <a:cubicBezTo>
                    <a:pt x="524" y="2429"/>
                    <a:pt x="524" y="2429"/>
                    <a:pt x="524" y="2429"/>
                  </a:cubicBezTo>
                  <a:cubicBezTo>
                    <a:pt x="525" y="2428"/>
                    <a:pt x="525" y="2427"/>
                    <a:pt x="526" y="2427"/>
                  </a:cubicBezTo>
                  <a:cubicBezTo>
                    <a:pt x="526" y="2426"/>
                    <a:pt x="526" y="2426"/>
                    <a:pt x="526" y="2426"/>
                  </a:cubicBezTo>
                  <a:cubicBezTo>
                    <a:pt x="526" y="2425"/>
                    <a:pt x="527" y="2424"/>
                    <a:pt x="527" y="2424"/>
                  </a:cubicBezTo>
                  <a:cubicBezTo>
                    <a:pt x="527" y="2424"/>
                    <a:pt x="527" y="2424"/>
                    <a:pt x="527" y="2424"/>
                  </a:cubicBezTo>
                  <a:cubicBezTo>
                    <a:pt x="528" y="2423"/>
                    <a:pt x="528" y="2422"/>
                    <a:pt x="528" y="2422"/>
                  </a:cubicBezTo>
                  <a:cubicBezTo>
                    <a:pt x="528" y="2422"/>
                    <a:pt x="528" y="2422"/>
                    <a:pt x="528" y="2422"/>
                  </a:cubicBezTo>
                  <a:cubicBezTo>
                    <a:pt x="530" y="2420"/>
                    <a:pt x="531" y="2418"/>
                    <a:pt x="532" y="2417"/>
                  </a:cubicBezTo>
                  <a:cubicBezTo>
                    <a:pt x="532" y="2417"/>
                    <a:pt x="533" y="2417"/>
                    <a:pt x="533" y="2418"/>
                  </a:cubicBezTo>
                  <a:cubicBezTo>
                    <a:pt x="534" y="2418"/>
                    <a:pt x="534" y="2418"/>
                    <a:pt x="534" y="2418"/>
                  </a:cubicBezTo>
                  <a:cubicBezTo>
                    <a:pt x="534" y="2418"/>
                    <a:pt x="535" y="2419"/>
                    <a:pt x="535" y="2419"/>
                  </a:cubicBezTo>
                  <a:cubicBezTo>
                    <a:pt x="535" y="2419"/>
                    <a:pt x="536" y="2419"/>
                    <a:pt x="536" y="2420"/>
                  </a:cubicBezTo>
                  <a:cubicBezTo>
                    <a:pt x="536" y="2420"/>
                    <a:pt x="537" y="2420"/>
                    <a:pt x="537" y="2421"/>
                  </a:cubicBezTo>
                  <a:cubicBezTo>
                    <a:pt x="538" y="2421"/>
                    <a:pt x="538" y="2421"/>
                    <a:pt x="538" y="2422"/>
                  </a:cubicBezTo>
                  <a:cubicBezTo>
                    <a:pt x="539" y="2422"/>
                    <a:pt x="539" y="2423"/>
                    <a:pt x="540" y="2424"/>
                  </a:cubicBezTo>
                  <a:cubicBezTo>
                    <a:pt x="540" y="2424"/>
                    <a:pt x="540" y="2424"/>
                    <a:pt x="540" y="2424"/>
                  </a:cubicBezTo>
                  <a:cubicBezTo>
                    <a:pt x="541" y="2425"/>
                    <a:pt x="542" y="2426"/>
                    <a:pt x="542" y="2427"/>
                  </a:cubicBezTo>
                  <a:cubicBezTo>
                    <a:pt x="542" y="2427"/>
                    <a:pt x="542" y="2427"/>
                    <a:pt x="542" y="2427"/>
                  </a:cubicBezTo>
                  <a:cubicBezTo>
                    <a:pt x="543" y="2428"/>
                    <a:pt x="544" y="2429"/>
                    <a:pt x="544" y="2430"/>
                  </a:cubicBezTo>
                  <a:cubicBezTo>
                    <a:pt x="544" y="2430"/>
                    <a:pt x="544" y="2430"/>
                    <a:pt x="544" y="2431"/>
                  </a:cubicBezTo>
                  <a:cubicBezTo>
                    <a:pt x="545" y="2432"/>
                    <a:pt x="545" y="2433"/>
                    <a:pt x="546" y="2434"/>
                  </a:cubicBezTo>
                  <a:cubicBezTo>
                    <a:pt x="546" y="2434"/>
                    <a:pt x="546" y="2434"/>
                    <a:pt x="546" y="2435"/>
                  </a:cubicBezTo>
                  <a:cubicBezTo>
                    <a:pt x="546" y="2436"/>
                    <a:pt x="547" y="2437"/>
                    <a:pt x="547" y="2438"/>
                  </a:cubicBezTo>
                  <a:cubicBezTo>
                    <a:pt x="548" y="2445"/>
                    <a:pt x="548" y="2449"/>
                    <a:pt x="548" y="2453"/>
                  </a:cubicBezTo>
                  <a:cubicBezTo>
                    <a:pt x="548" y="2456"/>
                    <a:pt x="548" y="2460"/>
                    <a:pt x="545" y="2465"/>
                  </a:cubicBezTo>
                  <a:cubicBezTo>
                    <a:pt x="540" y="2476"/>
                    <a:pt x="535" y="2498"/>
                    <a:pt x="560" y="2497"/>
                  </a:cubicBezTo>
                  <a:cubicBezTo>
                    <a:pt x="560" y="2497"/>
                    <a:pt x="552" y="2509"/>
                    <a:pt x="563" y="2516"/>
                  </a:cubicBezTo>
                  <a:cubicBezTo>
                    <a:pt x="563" y="2516"/>
                    <a:pt x="564" y="2517"/>
                    <a:pt x="565" y="2517"/>
                  </a:cubicBezTo>
                  <a:cubicBezTo>
                    <a:pt x="565" y="2517"/>
                    <a:pt x="565" y="2517"/>
                    <a:pt x="566" y="2517"/>
                  </a:cubicBezTo>
                  <a:cubicBezTo>
                    <a:pt x="566" y="2518"/>
                    <a:pt x="567" y="2518"/>
                    <a:pt x="567" y="2518"/>
                  </a:cubicBezTo>
                  <a:cubicBezTo>
                    <a:pt x="567" y="2518"/>
                    <a:pt x="568" y="2518"/>
                    <a:pt x="568" y="2518"/>
                  </a:cubicBezTo>
                  <a:cubicBezTo>
                    <a:pt x="568" y="2519"/>
                    <a:pt x="569" y="2519"/>
                    <a:pt x="569" y="2519"/>
                  </a:cubicBezTo>
                  <a:cubicBezTo>
                    <a:pt x="570" y="2519"/>
                    <a:pt x="570" y="2519"/>
                    <a:pt x="570" y="2519"/>
                  </a:cubicBezTo>
                  <a:cubicBezTo>
                    <a:pt x="570" y="2519"/>
                    <a:pt x="571" y="2519"/>
                    <a:pt x="571" y="2520"/>
                  </a:cubicBezTo>
                  <a:cubicBezTo>
                    <a:pt x="571" y="2520"/>
                    <a:pt x="571" y="2520"/>
                    <a:pt x="571" y="2520"/>
                  </a:cubicBezTo>
                  <a:cubicBezTo>
                    <a:pt x="572" y="2520"/>
                    <a:pt x="572" y="2520"/>
                    <a:pt x="573" y="2520"/>
                  </a:cubicBezTo>
                  <a:cubicBezTo>
                    <a:pt x="573" y="2520"/>
                    <a:pt x="573" y="2520"/>
                    <a:pt x="573" y="2520"/>
                  </a:cubicBezTo>
                  <a:cubicBezTo>
                    <a:pt x="573" y="2520"/>
                    <a:pt x="573" y="2520"/>
                    <a:pt x="574" y="2520"/>
                  </a:cubicBezTo>
                  <a:cubicBezTo>
                    <a:pt x="574" y="2520"/>
                    <a:pt x="574" y="2520"/>
                    <a:pt x="574" y="2520"/>
                  </a:cubicBezTo>
                  <a:cubicBezTo>
                    <a:pt x="574" y="2520"/>
                    <a:pt x="575" y="2520"/>
                    <a:pt x="575" y="2520"/>
                  </a:cubicBezTo>
                  <a:cubicBezTo>
                    <a:pt x="575" y="2520"/>
                    <a:pt x="575" y="2521"/>
                    <a:pt x="575" y="2522"/>
                  </a:cubicBezTo>
                  <a:cubicBezTo>
                    <a:pt x="575" y="2519"/>
                    <a:pt x="575" y="2519"/>
                    <a:pt x="575" y="2519"/>
                  </a:cubicBezTo>
                  <a:cubicBezTo>
                    <a:pt x="576" y="2519"/>
                    <a:pt x="576" y="2519"/>
                    <a:pt x="576" y="2519"/>
                  </a:cubicBezTo>
                  <a:cubicBezTo>
                    <a:pt x="576" y="2519"/>
                    <a:pt x="575" y="2524"/>
                    <a:pt x="577" y="2528"/>
                  </a:cubicBezTo>
                  <a:cubicBezTo>
                    <a:pt x="579" y="2530"/>
                    <a:pt x="581" y="2532"/>
                    <a:pt x="585" y="2532"/>
                  </a:cubicBezTo>
                  <a:cubicBezTo>
                    <a:pt x="585" y="2532"/>
                    <a:pt x="585" y="2532"/>
                    <a:pt x="585" y="2532"/>
                  </a:cubicBezTo>
                  <a:cubicBezTo>
                    <a:pt x="589" y="2533"/>
                    <a:pt x="593" y="2530"/>
                    <a:pt x="596" y="2525"/>
                  </a:cubicBezTo>
                  <a:cubicBezTo>
                    <a:pt x="601" y="2517"/>
                    <a:pt x="604" y="2506"/>
                    <a:pt x="605" y="2498"/>
                  </a:cubicBezTo>
                  <a:cubicBezTo>
                    <a:pt x="605" y="2498"/>
                    <a:pt x="605" y="2498"/>
                    <a:pt x="606" y="2498"/>
                  </a:cubicBezTo>
                  <a:cubicBezTo>
                    <a:pt x="607" y="2498"/>
                    <a:pt x="607" y="2498"/>
                    <a:pt x="608" y="2498"/>
                  </a:cubicBezTo>
                  <a:cubicBezTo>
                    <a:pt x="608" y="2498"/>
                    <a:pt x="609" y="2498"/>
                    <a:pt x="609" y="2498"/>
                  </a:cubicBezTo>
                  <a:cubicBezTo>
                    <a:pt x="613" y="2496"/>
                    <a:pt x="618" y="2493"/>
                    <a:pt x="619" y="2485"/>
                  </a:cubicBezTo>
                  <a:cubicBezTo>
                    <a:pt x="620" y="2477"/>
                    <a:pt x="621" y="2473"/>
                    <a:pt x="621" y="2471"/>
                  </a:cubicBezTo>
                  <a:cubicBezTo>
                    <a:pt x="621" y="2469"/>
                    <a:pt x="622" y="2468"/>
                    <a:pt x="622" y="2468"/>
                  </a:cubicBezTo>
                  <a:cubicBezTo>
                    <a:pt x="622" y="2468"/>
                    <a:pt x="622" y="2468"/>
                    <a:pt x="622" y="2467"/>
                  </a:cubicBezTo>
                  <a:cubicBezTo>
                    <a:pt x="624" y="2464"/>
                    <a:pt x="628" y="2456"/>
                    <a:pt x="629" y="2445"/>
                  </a:cubicBezTo>
                  <a:cubicBezTo>
                    <a:pt x="630" y="2441"/>
                    <a:pt x="632" y="2437"/>
                    <a:pt x="636" y="2433"/>
                  </a:cubicBezTo>
                  <a:cubicBezTo>
                    <a:pt x="637" y="2432"/>
                    <a:pt x="638" y="2431"/>
                    <a:pt x="638" y="2430"/>
                  </a:cubicBezTo>
                  <a:cubicBezTo>
                    <a:pt x="646" y="2421"/>
                    <a:pt x="656" y="2408"/>
                    <a:pt x="655" y="2384"/>
                  </a:cubicBezTo>
                  <a:cubicBezTo>
                    <a:pt x="653" y="2347"/>
                    <a:pt x="679" y="2323"/>
                    <a:pt x="690" y="2280"/>
                  </a:cubicBezTo>
                  <a:cubicBezTo>
                    <a:pt x="691" y="2277"/>
                    <a:pt x="692" y="2274"/>
                    <a:pt x="692" y="2271"/>
                  </a:cubicBezTo>
                  <a:cubicBezTo>
                    <a:pt x="702" y="2223"/>
                    <a:pt x="847" y="2148"/>
                    <a:pt x="870" y="1858"/>
                  </a:cubicBezTo>
                  <a:cubicBezTo>
                    <a:pt x="874" y="1808"/>
                    <a:pt x="918" y="1756"/>
                    <a:pt x="910" y="1676"/>
                  </a:cubicBezTo>
                  <a:cubicBezTo>
                    <a:pt x="906" y="1634"/>
                    <a:pt x="939" y="1484"/>
                    <a:pt x="928" y="1328"/>
                  </a:cubicBezTo>
                  <a:cubicBezTo>
                    <a:pt x="928" y="1326"/>
                    <a:pt x="928" y="1323"/>
                    <a:pt x="928" y="1321"/>
                  </a:cubicBezTo>
                  <a:cubicBezTo>
                    <a:pt x="928" y="1320"/>
                    <a:pt x="927" y="1319"/>
                    <a:pt x="927" y="1319"/>
                  </a:cubicBezTo>
                  <a:cubicBezTo>
                    <a:pt x="927" y="1317"/>
                    <a:pt x="927" y="1316"/>
                    <a:pt x="927" y="1314"/>
                  </a:cubicBezTo>
                  <a:cubicBezTo>
                    <a:pt x="927" y="1313"/>
                    <a:pt x="927" y="1313"/>
                    <a:pt x="927" y="1312"/>
                  </a:cubicBezTo>
                  <a:cubicBezTo>
                    <a:pt x="927" y="1310"/>
                    <a:pt x="927" y="1309"/>
                    <a:pt x="927" y="1308"/>
                  </a:cubicBezTo>
                  <a:cubicBezTo>
                    <a:pt x="927" y="1307"/>
                    <a:pt x="927" y="1306"/>
                    <a:pt x="927" y="1305"/>
                  </a:cubicBezTo>
                  <a:cubicBezTo>
                    <a:pt x="927" y="1304"/>
                    <a:pt x="927" y="1303"/>
                    <a:pt x="927" y="1301"/>
                  </a:cubicBezTo>
                  <a:cubicBezTo>
                    <a:pt x="927" y="1301"/>
                    <a:pt x="927" y="1300"/>
                    <a:pt x="927" y="1299"/>
                  </a:cubicBezTo>
                  <a:cubicBezTo>
                    <a:pt x="927" y="1298"/>
                    <a:pt x="927" y="1296"/>
                    <a:pt x="927" y="1295"/>
                  </a:cubicBezTo>
                  <a:cubicBezTo>
                    <a:pt x="927" y="1294"/>
                    <a:pt x="926" y="1294"/>
                    <a:pt x="926" y="1293"/>
                  </a:cubicBezTo>
                  <a:cubicBezTo>
                    <a:pt x="926" y="1291"/>
                    <a:pt x="926" y="1289"/>
                    <a:pt x="926" y="1288"/>
                  </a:cubicBezTo>
                  <a:cubicBezTo>
                    <a:pt x="926" y="1287"/>
                    <a:pt x="926" y="1287"/>
                    <a:pt x="926" y="1287"/>
                  </a:cubicBezTo>
                  <a:cubicBezTo>
                    <a:pt x="926" y="1285"/>
                    <a:pt x="927" y="1284"/>
                    <a:pt x="927" y="1282"/>
                  </a:cubicBezTo>
                  <a:cubicBezTo>
                    <a:pt x="927" y="1282"/>
                    <a:pt x="927" y="1281"/>
                    <a:pt x="927" y="1280"/>
                  </a:cubicBezTo>
                  <a:cubicBezTo>
                    <a:pt x="927" y="1279"/>
                    <a:pt x="927" y="1278"/>
                    <a:pt x="927" y="1277"/>
                  </a:cubicBezTo>
                  <a:cubicBezTo>
                    <a:pt x="927" y="1276"/>
                    <a:pt x="927" y="1276"/>
                    <a:pt x="927" y="1275"/>
                  </a:cubicBezTo>
                  <a:cubicBezTo>
                    <a:pt x="927" y="1274"/>
                    <a:pt x="927" y="1273"/>
                    <a:pt x="927" y="1272"/>
                  </a:cubicBezTo>
                  <a:cubicBezTo>
                    <a:pt x="927" y="1271"/>
                    <a:pt x="927" y="1271"/>
                    <a:pt x="927" y="1270"/>
                  </a:cubicBezTo>
                  <a:cubicBezTo>
                    <a:pt x="927" y="1269"/>
                    <a:pt x="927" y="1268"/>
                    <a:pt x="927" y="1267"/>
                  </a:cubicBezTo>
                  <a:cubicBezTo>
                    <a:pt x="927" y="1267"/>
                    <a:pt x="927" y="1266"/>
                    <a:pt x="927" y="1265"/>
                  </a:cubicBezTo>
                  <a:cubicBezTo>
                    <a:pt x="927" y="1264"/>
                    <a:pt x="928" y="1264"/>
                    <a:pt x="928" y="1263"/>
                  </a:cubicBezTo>
                  <a:cubicBezTo>
                    <a:pt x="928" y="1262"/>
                    <a:pt x="928" y="1262"/>
                    <a:pt x="928" y="1261"/>
                  </a:cubicBezTo>
                  <a:cubicBezTo>
                    <a:pt x="928" y="1260"/>
                    <a:pt x="928" y="1258"/>
                    <a:pt x="928" y="1257"/>
                  </a:cubicBezTo>
                  <a:cubicBezTo>
                    <a:pt x="928" y="1256"/>
                    <a:pt x="928" y="1256"/>
                    <a:pt x="928" y="1255"/>
                  </a:cubicBezTo>
                  <a:cubicBezTo>
                    <a:pt x="929" y="1255"/>
                    <a:pt x="929" y="1254"/>
                    <a:pt x="929" y="1253"/>
                  </a:cubicBezTo>
                  <a:cubicBezTo>
                    <a:pt x="929" y="1252"/>
                    <a:pt x="929" y="1252"/>
                    <a:pt x="929" y="1251"/>
                  </a:cubicBezTo>
                  <a:cubicBezTo>
                    <a:pt x="929" y="1250"/>
                    <a:pt x="929" y="1250"/>
                    <a:pt x="929" y="1249"/>
                  </a:cubicBezTo>
                  <a:cubicBezTo>
                    <a:pt x="929" y="1248"/>
                    <a:pt x="930" y="1248"/>
                    <a:pt x="930" y="1247"/>
                  </a:cubicBezTo>
                  <a:cubicBezTo>
                    <a:pt x="930" y="1247"/>
                    <a:pt x="930" y="1246"/>
                    <a:pt x="930" y="1245"/>
                  </a:cubicBezTo>
                  <a:cubicBezTo>
                    <a:pt x="930" y="1245"/>
                    <a:pt x="930" y="1244"/>
                    <a:pt x="930" y="1244"/>
                  </a:cubicBezTo>
                  <a:cubicBezTo>
                    <a:pt x="931" y="1243"/>
                    <a:pt x="931" y="1243"/>
                    <a:pt x="931" y="1242"/>
                  </a:cubicBezTo>
                  <a:cubicBezTo>
                    <a:pt x="931" y="1241"/>
                    <a:pt x="931" y="1241"/>
                    <a:pt x="931" y="1240"/>
                  </a:cubicBezTo>
                  <a:cubicBezTo>
                    <a:pt x="931" y="1240"/>
                    <a:pt x="931" y="1239"/>
                    <a:pt x="932" y="1239"/>
                  </a:cubicBezTo>
                  <a:cubicBezTo>
                    <a:pt x="932" y="1236"/>
                    <a:pt x="933" y="1234"/>
                    <a:pt x="933" y="1232"/>
                  </a:cubicBezTo>
                  <a:cubicBezTo>
                    <a:pt x="933" y="1232"/>
                    <a:pt x="934" y="1232"/>
                    <a:pt x="934" y="1231"/>
                  </a:cubicBezTo>
                  <a:cubicBezTo>
                    <a:pt x="934" y="1231"/>
                    <a:pt x="934" y="1230"/>
                    <a:pt x="934" y="1229"/>
                  </a:cubicBezTo>
                  <a:cubicBezTo>
                    <a:pt x="934" y="1229"/>
                    <a:pt x="935" y="1229"/>
                    <a:pt x="935" y="1228"/>
                  </a:cubicBezTo>
                  <a:cubicBezTo>
                    <a:pt x="935" y="1228"/>
                    <a:pt x="935" y="1227"/>
                    <a:pt x="935" y="1227"/>
                  </a:cubicBezTo>
                  <a:cubicBezTo>
                    <a:pt x="935" y="1226"/>
                    <a:pt x="936" y="1226"/>
                    <a:pt x="936" y="1226"/>
                  </a:cubicBezTo>
                  <a:cubicBezTo>
                    <a:pt x="936" y="1225"/>
                    <a:pt x="936" y="1225"/>
                    <a:pt x="936" y="1224"/>
                  </a:cubicBezTo>
                  <a:cubicBezTo>
                    <a:pt x="937" y="1224"/>
                    <a:pt x="937" y="1224"/>
                    <a:pt x="937" y="1223"/>
                  </a:cubicBezTo>
                  <a:cubicBezTo>
                    <a:pt x="937" y="1223"/>
                    <a:pt x="937" y="1222"/>
                    <a:pt x="938" y="1222"/>
                  </a:cubicBezTo>
                  <a:cubicBezTo>
                    <a:pt x="938" y="1221"/>
                    <a:pt x="938" y="1221"/>
                    <a:pt x="938" y="1221"/>
                  </a:cubicBezTo>
                  <a:cubicBezTo>
                    <a:pt x="939" y="1218"/>
                    <a:pt x="940" y="1216"/>
                    <a:pt x="942" y="1213"/>
                  </a:cubicBezTo>
                  <a:cubicBezTo>
                    <a:pt x="942" y="1213"/>
                    <a:pt x="942" y="1213"/>
                    <a:pt x="942" y="1213"/>
                  </a:cubicBezTo>
                  <a:cubicBezTo>
                    <a:pt x="943" y="1212"/>
                    <a:pt x="943" y="1212"/>
                    <a:pt x="943" y="1211"/>
                  </a:cubicBezTo>
                  <a:cubicBezTo>
                    <a:pt x="943" y="1211"/>
                    <a:pt x="943" y="1211"/>
                    <a:pt x="943" y="1211"/>
                  </a:cubicBezTo>
                  <a:cubicBezTo>
                    <a:pt x="944" y="1210"/>
                    <a:pt x="944" y="1210"/>
                    <a:pt x="945" y="1209"/>
                  </a:cubicBezTo>
                  <a:cubicBezTo>
                    <a:pt x="947" y="1206"/>
                    <a:pt x="949" y="1203"/>
                    <a:pt x="952" y="1200"/>
                  </a:cubicBezTo>
                  <a:cubicBezTo>
                    <a:pt x="952" y="1200"/>
                    <a:pt x="952" y="1200"/>
                    <a:pt x="952" y="1200"/>
                  </a:cubicBezTo>
                  <a:cubicBezTo>
                    <a:pt x="952" y="1200"/>
                    <a:pt x="952" y="1200"/>
                    <a:pt x="952" y="1200"/>
                  </a:cubicBezTo>
                  <a:cubicBezTo>
                    <a:pt x="1035" y="1093"/>
                    <a:pt x="1040" y="912"/>
                    <a:pt x="1015" y="842"/>
                  </a:cubicBezTo>
                  <a:cubicBezTo>
                    <a:pt x="1011" y="831"/>
                    <a:pt x="1009" y="817"/>
                    <a:pt x="1007" y="800"/>
                  </a:cubicBezTo>
                  <a:cubicBezTo>
                    <a:pt x="1007" y="801"/>
                    <a:pt x="1007" y="801"/>
                    <a:pt x="1007" y="801"/>
                  </a:cubicBezTo>
                  <a:cubicBezTo>
                    <a:pt x="1006" y="799"/>
                    <a:pt x="1006" y="796"/>
                    <a:pt x="1006" y="793"/>
                  </a:cubicBezTo>
                  <a:cubicBezTo>
                    <a:pt x="1007" y="800"/>
                    <a:pt x="1007" y="800"/>
                    <a:pt x="1007" y="800"/>
                  </a:cubicBezTo>
                  <a:cubicBezTo>
                    <a:pt x="1006" y="798"/>
                    <a:pt x="1006" y="795"/>
                    <a:pt x="1006" y="792"/>
                  </a:cubicBezTo>
                  <a:cubicBezTo>
                    <a:pt x="1005" y="790"/>
                    <a:pt x="1005" y="788"/>
                    <a:pt x="1005" y="786"/>
                  </a:cubicBezTo>
                  <a:cubicBezTo>
                    <a:pt x="1061" y="824"/>
                    <a:pt x="1147" y="859"/>
                    <a:pt x="1176" y="871"/>
                  </a:cubicBezTo>
                  <a:cubicBezTo>
                    <a:pt x="1210" y="886"/>
                    <a:pt x="1245" y="877"/>
                    <a:pt x="1269" y="848"/>
                  </a:cubicBezTo>
                  <a:cubicBezTo>
                    <a:pt x="1341" y="759"/>
                    <a:pt x="1320" y="607"/>
                    <a:pt x="1327" y="587"/>
                  </a:cubicBezTo>
                  <a:cubicBezTo>
                    <a:pt x="1334" y="566"/>
                    <a:pt x="1338" y="545"/>
                    <a:pt x="1337" y="526"/>
                  </a:cubicBezTo>
                  <a:cubicBezTo>
                    <a:pt x="1335" y="506"/>
                    <a:pt x="1344" y="498"/>
                    <a:pt x="1357" y="467"/>
                  </a:cubicBezTo>
                  <a:cubicBezTo>
                    <a:pt x="1371" y="435"/>
                    <a:pt x="1355" y="403"/>
                    <a:pt x="1339" y="385"/>
                  </a:cubicBezTo>
                  <a:cubicBezTo>
                    <a:pt x="1323" y="367"/>
                    <a:pt x="1277" y="393"/>
                    <a:pt x="1277" y="393"/>
                  </a:cubicBezTo>
                  <a:cubicBezTo>
                    <a:pt x="1276" y="393"/>
                    <a:pt x="1275" y="394"/>
                    <a:pt x="1274" y="394"/>
                  </a:cubicBezTo>
                  <a:cubicBezTo>
                    <a:pt x="1274" y="394"/>
                    <a:pt x="1274" y="394"/>
                    <a:pt x="1274" y="394"/>
                  </a:cubicBezTo>
                  <a:cubicBezTo>
                    <a:pt x="1273" y="394"/>
                    <a:pt x="1273" y="394"/>
                    <a:pt x="1272" y="395"/>
                  </a:cubicBezTo>
                  <a:cubicBezTo>
                    <a:pt x="1272" y="395"/>
                    <a:pt x="1272" y="395"/>
                    <a:pt x="1272" y="395"/>
                  </a:cubicBezTo>
                  <a:cubicBezTo>
                    <a:pt x="1271" y="395"/>
                    <a:pt x="1270" y="396"/>
                    <a:pt x="1270" y="396"/>
                  </a:cubicBezTo>
                  <a:cubicBezTo>
                    <a:pt x="1270" y="396"/>
                    <a:pt x="1269" y="396"/>
                    <a:pt x="1269" y="396"/>
                  </a:cubicBezTo>
                  <a:cubicBezTo>
                    <a:pt x="1269" y="397"/>
                    <a:pt x="1268" y="397"/>
                    <a:pt x="1268" y="398"/>
                  </a:cubicBezTo>
                  <a:cubicBezTo>
                    <a:pt x="1268" y="398"/>
                    <a:pt x="1267" y="398"/>
                    <a:pt x="1267" y="398"/>
                  </a:cubicBezTo>
                  <a:cubicBezTo>
                    <a:pt x="1267" y="398"/>
                    <a:pt x="1266" y="399"/>
                    <a:pt x="1266" y="399"/>
                  </a:cubicBezTo>
                  <a:cubicBezTo>
                    <a:pt x="1266" y="399"/>
                    <a:pt x="1266" y="399"/>
                    <a:pt x="1266" y="399"/>
                  </a:cubicBezTo>
                  <a:cubicBezTo>
                    <a:pt x="1265" y="399"/>
                    <a:pt x="1265" y="400"/>
                    <a:pt x="1265" y="400"/>
                  </a:cubicBezTo>
                  <a:cubicBezTo>
                    <a:pt x="1264" y="400"/>
                    <a:pt x="1264" y="400"/>
                    <a:pt x="1264" y="400"/>
                  </a:cubicBezTo>
                  <a:cubicBezTo>
                    <a:pt x="1264" y="401"/>
                    <a:pt x="1264" y="401"/>
                    <a:pt x="1264" y="401"/>
                  </a:cubicBezTo>
                  <a:cubicBezTo>
                    <a:pt x="1264" y="401"/>
                    <a:pt x="1264" y="401"/>
                    <a:pt x="1263" y="401"/>
                  </a:cubicBezTo>
                  <a:cubicBezTo>
                    <a:pt x="1263" y="401"/>
                    <a:pt x="1263" y="401"/>
                    <a:pt x="1263" y="401"/>
                  </a:cubicBezTo>
                  <a:cubicBezTo>
                    <a:pt x="1265" y="397"/>
                    <a:pt x="1265" y="397"/>
                    <a:pt x="1265" y="397"/>
                  </a:cubicBezTo>
                  <a:cubicBezTo>
                    <a:pt x="1264" y="399"/>
                    <a:pt x="1264" y="400"/>
                    <a:pt x="1263" y="401"/>
                  </a:cubicBezTo>
                  <a:cubicBezTo>
                    <a:pt x="1263" y="401"/>
                    <a:pt x="1263" y="401"/>
                    <a:pt x="1263" y="401"/>
                  </a:cubicBezTo>
                  <a:cubicBezTo>
                    <a:pt x="1258" y="399"/>
                    <a:pt x="1254" y="398"/>
                    <a:pt x="1250" y="399"/>
                  </a:cubicBezTo>
                  <a:cubicBezTo>
                    <a:pt x="1250" y="399"/>
                    <a:pt x="1250" y="399"/>
                    <a:pt x="1250" y="399"/>
                  </a:cubicBezTo>
                  <a:cubicBezTo>
                    <a:pt x="1249" y="399"/>
                    <a:pt x="1249" y="399"/>
                    <a:pt x="1248" y="400"/>
                  </a:cubicBezTo>
                  <a:cubicBezTo>
                    <a:pt x="1248" y="400"/>
                    <a:pt x="1248" y="400"/>
                    <a:pt x="1248" y="400"/>
                  </a:cubicBezTo>
                  <a:cubicBezTo>
                    <a:pt x="1248" y="400"/>
                    <a:pt x="1247" y="400"/>
                    <a:pt x="1247" y="400"/>
                  </a:cubicBezTo>
                  <a:cubicBezTo>
                    <a:pt x="1246" y="400"/>
                    <a:pt x="1246" y="400"/>
                    <a:pt x="1246" y="400"/>
                  </a:cubicBezTo>
                  <a:cubicBezTo>
                    <a:pt x="1246" y="401"/>
                    <a:pt x="1245" y="401"/>
                    <a:pt x="1245" y="401"/>
                  </a:cubicBezTo>
                  <a:cubicBezTo>
                    <a:pt x="1245" y="401"/>
                    <a:pt x="1244" y="401"/>
                    <a:pt x="1244" y="401"/>
                  </a:cubicBezTo>
                  <a:cubicBezTo>
                    <a:pt x="1244" y="402"/>
                    <a:pt x="1243" y="402"/>
                    <a:pt x="1243" y="402"/>
                  </a:cubicBezTo>
                  <a:cubicBezTo>
                    <a:pt x="1243" y="402"/>
                    <a:pt x="1243" y="402"/>
                    <a:pt x="1243" y="403"/>
                  </a:cubicBezTo>
                  <a:cubicBezTo>
                    <a:pt x="1242" y="403"/>
                    <a:pt x="1242" y="403"/>
                    <a:pt x="1241" y="403"/>
                  </a:cubicBezTo>
                  <a:cubicBezTo>
                    <a:pt x="1241" y="404"/>
                    <a:pt x="1241" y="404"/>
                    <a:pt x="1241" y="404"/>
                  </a:cubicBezTo>
                  <a:cubicBezTo>
                    <a:pt x="1240" y="404"/>
                    <a:pt x="1240" y="405"/>
                    <a:pt x="1240" y="405"/>
                  </a:cubicBezTo>
                  <a:cubicBezTo>
                    <a:pt x="1240" y="405"/>
                    <a:pt x="1239" y="405"/>
                    <a:pt x="1239" y="405"/>
                  </a:cubicBezTo>
                  <a:cubicBezTo>
                    <a:pt x="1239" y="406"/>
                    <a:pt x="1238" y="406"/>
                    <a:pt x="1238" y="406"/>
                  </a:cubicBezTo>
                  <a:cubicBezTo>
                    <a:pt x="1238" y="407"/>
                    <a:pt x="1238" y="407"/>
                    <a:pt x="1238" y="407"/>
                  </a:cubicBezTo>
                  <a:cubicBezTo>
                    <a:pt x="1237" y="407"/>
                    <a:pt x="1237" y="408"/>
                    <a:pt x="1237" y="408"/>
                  </a:cubicBezTo>
                  <a:cubicBezTo>
                    <a:pt x="1236" y="408"/>
                    <a:pt x="1236" y="408"/>
                    <a:pt x="1236" y="409"/>
                  </a:cubicBezTo>
                  <a:cubicBezTo>
                    <a:pt x="1236" y="409"/>
                    <a:pt x="1236" y="409"/>
                    <a:pt x="1235" y="410"/>
                  </a:cubicBezTo>
                  <a:cubicBezTo>
                    <a:pt x="1235" y="410"/>
                    <a:pt x="1235" y="410"/>
                    <a:pt x="1235" y="410"/>
                  </a:cubicBezTo>
                  <a:cubicBezTo>
                    <a:pt x="1234" y="411"/>
                    <a:pt x="1234" y="411"/>
                    <a:pt x="1234" y="412"/>
                  </a:cubicBezTo>
                  <a:cubicBezTo>
                    <a:pt x="1234" y="412"/>
                    <a:pt x="1234" y="412"/>
                    <a:pt x="1233" y="412"/>
                  </a:cubicBezTo>
                  <a:cubicBezTo>
                    <a:pt x="1233" y="413"/>
                    <a:pt x="1233" y="413"/>
                    <a:pt x="1233" y="413"/>
                  </a:cubicBezTo>
                  <a:cubicBezTo>
                    <a:pt x="1232" y="414"/>
                    <a:pt x="1232" y="414"/>
                    <a:pt x="1232" y="414"/>
                  </a:cubicBezTo>
                  <a:cubicBezTo>
                    <a:pt x="1232" y="415"/>
                    <a:pt x="1232" y="415"/>
                    <a:pt x="1231" y="415"/>
                  </a:cubicBezTo>
                  <a:cubicBezTo>
                    <a:pt x="1231" y="416"/>
                    <a:pt x="1231" y="416"/>
                    <a:pt x="1231" y="416"/>
                  </a:cubicBezTo>
                  <a:cubicBezTo>
                    <a:pt x="1231" y="416"/>
                    <a:pt x="1230" y="417"/>
                    <a:pt x="1230" y="417"/>
                  </a:cubicBezTo>
                  <a:cubicBezTo>
                    <a:pt x="1230" y="418"/>
                    <a:pt x="1230" y="418"/>
                    <a:pt x="1230" y="418"/>
                  </a:cubicBezTo>
                  <a:cubicBezTo>
                    <a:pt x="1229" y="418"/>
                    <a:pt x="1229" y="419"/>
                    <a:pt x="1229" y="419"/>
                  </a:cubicBezTo>
                  <a:cubicBezTo>
                    <a:pt x="1229" y="419"/>
                    <a:pt x="1229" y="420"/>
                    <a:pt x="1229" y="420"/>
                  </a:cubicBezTo>
                  <a:cubicBezTo>
                    <a:pt x="1228" y="420"/>
                    <a:pt x="1228" y="421"/>
                    <a:pt x="1228" y="421"/>
                  </a:cubicBezTo>
                  <a:cubicBezTo>
                    <a:pt x="1228" y="421"/>
                    <a:pt x="1228" y="422"/>
                    <a:pt x="1228" y="422"/>
                  </a:cubicBezTo>
                  <a:cubicBezTo>
                    <a:pt x="1227" y="422"/>
                    <a:pt x="1227" y="423"/>
                    <a:pt x="1227" y="423"/>
                  </a:cubicBezTo>
                  <a:cubicBezTo>
                    <a:pt x="1227" y="423"/>
                    <a:pt x="1227" y="423"/>
                    <a:pt x="1227" y="424"/>
                  </a:cubicBezTo>
                  <a:cubicBezTo>
                    <a:pt x="1227" y="424"/>
                    <a:pt x="1226" y="424"/>
                    <a:pt x="1226" y="425"/>
                  </a:cubicBezTo>
                  <a:cubicBezTo>
                    <a:pt x="1226" y="425"/>
                    <a:pt x="1226" y="425"/>
                    <a:pt x="1226" y="425"/>
                  </a:cubicBezTo>
                  <a:cubicBezTo>
                    <a:pt x="1226" y="426"/>
                    <a:pt x="1226" y="426"/>
                    <a:pt x="1225" y="426"/>
                  </a:cubicBezTo>
                  <a:cubicBezTo>
                    <a:pt x="1225" y="427"/>
                    <a:pt x="1225" y="427"/>
                    <a:pt x="1225" y="427"/>
                  </a:cubicBezTo>
                  <a:cubicBezTo>
                    <a:pt x="1225" y="427"/>
                    <a:pt x="1225" y="428"/>
                    <a:pt x="1225" y="428"/>
                  </a:cubicBezTo>
                  <a:cubicBezTo>
                    <a:pt x="1225" y="428"/>
                    <a:pt x="1225" y="429"/>
                    <a:pt x="1225" y="429"/>
                  </a:cubicBezTo>
                  <a:cubicBezTo>
                    <a:pt x="1224" y="429"/>
                    <a:pt x="1224" y="429"/>
                    <a:pt x="1224" y="430"/>
                  </a:cubicBezTo>
                  <a:cubicBezTo>
                    <a:pt x="1224" y="430"/>
                    <a:pt x="1224" y="430"/>
                    <a:pt x="1224" y="430"/>
                  </a:cubicBezTo>
                  <a:cubicBezTo>
                    <a:pt x="1224" y="430"/>
                    <a:pt x="1224" y="431"/>
                    <a:pt x="1224" y="431"/>
                  </a:cubicBezTo>
                  <a:cubicBezTo>
                    <a:pt x="1224" y="431"/>
                    <a:pt x="1224" y="431"/>
                    <a:pt x="1224" y="431"/>
                  </a:cubicBezTo>
                  <a:cubicBezTo>
                    <a:pt x="1223" y="433"/>
                    <a:pt x="1222" y="435"/>
                    <a:pt x="1222" y="435"/>
                  </a:cubicBezTo>
                  <a:cubicBezTo>
                    <a:pt x="1222" y="433"/>
                    <a:pt x="1223" y="431"/>
                    <a:pt x="1224" y="429"/>
                  </a:cubicBezTo>
                  <a:cubicBezTo>
                    <a:pt x="1215" y="434"/>
                    <a:pt x="1215" y="434"/>
                    <a:pt x="1215" y="434"/>
                  </a:cubicBezTo>
                  <a:cubicBezTo>
                    <a:pt x="1209" y="435"/>
                    <a:pt x="1203" y="439"/>
                    <a:pt x="1199" y="443"/>
                  </a:cubicBezTo>
                  <a:cubicBezTo>
                    <a:pt x="1199" y="443"/>
                    <a:pt x="1199" y="443"/>
                    <a:pt x="1199" y="443"/>
                  </a:cubicBezTo>
                  <a:cubicBezTo>
                    <a:pt x="1198" y="444"/>
                    <a:pt x="1198" y="445"/>
                    <a:pt x="1197" y="445"/>
                  </a:cubicBezTo>
                  <a:cubicBezTo>
                    <a:pt x="1197" y="445"/>
                    <a:pt x="1197" y="445"/>
                    <a:pt x="1197" y="445"/>
                  </a:cubicBezTo>
                  <a:cubicBezTo>
                    <a:pt x="1196" y="446"/>
                    <a:pt x="1196" y="446"/>
                    <a:pt x="1196" y="447"/>
                  </a:cubicBezTo>
                  <a:cubicBezTo>
                    <a:pt x="1194" y="448"/>
                    <a:pt x="1194" y="448"/>
                    <a:pt x="1194" y="448"/>
                  </a:cubicBezTo>
                  <a:cubicBezTo>
                    <a:pt x="1194" y="448"/>
                    <a:pt x="1194" y="448"/>
                    <a:pt x="1194" y="448"/>
                  </a:cubicBezTo>
                  <a:cubicBezTo>
                    <a:pt x="1194" y="448"/>
                    <a:pt x="1194" y="447"/>
                    <a:pt x="1194" y="447"/>
                  </a:cubicBezTo>
                  <a:cubicBezTo>
                    <a:pt x="1194" y="447"/>
                    <a:pt x="1194" y="447"/>
                    <a:pt x="1194" y="447"/>
                  </a:cubicBezTo>
                  <a:cubicBezTo>
                    <a:pt x="1194" y="446"/>
                    <a:pt x="1193" y="446"/>
                    <a:pt x="1193" y="446"/>
                  </a:cubicBezTo>
                  <a:cubicBezTo>
                    <a:pt x="1193" y="445"/>
                    <a:pt x="1193" y="445"/>
                    <a:pt x="1193" y="445"/>
                  </a:cubicBezTo>
                  <a:cubicBezTo>
                    <a:pt x="1193" y="445"/>
                    <a:pt x="1193" y="445"/>
                    <a:pt x="1192" y="444"/>
                  </a:cubicBezTo>
                  <a:cubicBezTo>
                    <a:pt x="1192" y="444"/>
                    <a:pt x="1192" y="444"/>
                    <a:pt x="1192" y="444"/>
                  </a:cubicBezTo>
                  <a:cubicBezTo>
                    <a:pt x="1192" y="443"/>
                    <a:pt x="1192" y="443"/>
                    <a:pt x="1191" y="443"/>
                  </a:cubicBezTo>
                  <a:cubicBezTo>
                    <a:pt x="1191" y="443"/>
                    <a:pt x="1191" y="442"/>
                    <a:pt x="1191" y="442"/>
                  </a:cubicBezTo>
                  <a:cubicBezTo>
                    <a:pt x="1190" y="442"/>
                    <a:pt x="1190" y="441"/>
                    <a:pt x="1189" y="441"/>
                  </a:cubicBezTo>
                  <a:cubicBezTo>
                    <a:pt x="1189" y="441"/>
                    <a:pt x="1189" y="441"/>
                    <a:pt x="1189" y="441"/>
                  </a:cubicBezTo>
                  <a:cubicBezTo>
                    <a:pt x="1188" y="441"/>
                    <a:pt x="1188" y="440"/>
                    <a:pt x="1187" y="440"/>
                  </a:cubicBezTo>
                  <a:cubicBezTo>
                    <a:pt x="1187" y="440"/>
                    <a:pt x="1187" y="440"/>
                    <a:pt x="1187" y="440"/>
                  </a:cubicBezTo>
                  <a:cubicBezTo>
                    <a:pt x="1186" y="440"/>
                    <a:pt x="1185" y="439"/>
                    <a:pt x="1184" y="439"/>
                  </a:cubicBezTo>
                  <a:cubicBezTo>
                    <a:pt x="1184" y="439"/>
                    <a:pt x="1184" y="439"/>
                    <a:pt x="1183" y="439"/>
                  </a:cubicBezTo>
                  <a:cubicBezTo>
                    <a:pt x="1182" y="439"/>
                    <a:pt x="1181" y="439"/>
                    <a:pt x="1180" y="439"/>
                  </a:cubicBezTo>
                  <a:cubicBezTo>
                    <a:pt x="1167" y="439"/>
                    <a:pt x="1161" y="462"/>
                    <a:pt x="1165" y="498"/>
                  </a:cubicBezTo>
                  <a:cubicBezTo>
                    <a:pt x="1168" y="534"/>
                    <a:pt x="1212" y="542"/>
                    <a:pt x="1212" y="542"/>
                  </a:cubicBezTo>
                  <a:cubicBezTo>
                    <a:pt x="1227" y="571"/>
                    <a:pt x="1204" y="621"/>
                    <a:pt x="1196" y="637"/>
                  </a:cubicBezTo>
                  <a:cubicBezTo>
                    <a:pt x="1196" y="638"/>
                    <a:pt x="1195" y="638"/>
                    <a:pt x="1195" y="639"/>
                  </a:cubicBezTo>
                  <a:cubicBezTo>
                    <a:pt x="1195" y="639"/>
                    <a:pt x="1195" y="640"/>
                    <a:pt x="1195" y="640"/>
                  </a:cubicBezTo>
                  <a:cubicBezTo>
                    <a:pt x="1194" y="641"/>
                    <a:pt x="1194" y="642"/>
                    <a:pt x="1193" y="643"/>
                  </a:cubicBezTo>
                  <a:cubicBezTo>
                    <a:pt x="1193" y="643"/>
                    <a:pt x="1193" y="643"/>
                    <a:pt x="1193" y="643"/>
                  </a:cubicBezTo>
                  <a:cubicBezTo>
                    <a:pt x="1192" y="644"/>
                    <a:pt x="1192" y="645"/>
                    <a:pt x="1191" y="646"/>
                  </a:cubicBezTo>
                  <a:cubicBezTo>
                    <a:pt x="1191" y="647"/>
                    <a:pt x="1191" y="647"/>
                    <a:pt x="1191" y="647"/>
                  </a:cubicBezTo>
                  <a:cubicBezTo>
                    <a:pt x="1191" y="648"/>
                    <a:pt x="1190" y="649"/>
                    <a:pt x="1190" y="650"/>
                  </a:cubicBezTo>
                  <a:cubicBezTo>
                    <a:pt x="1190" y="650"/>
                    <a:pt x="1190" y="650"/>
                    <a:pt x="1189" y="651"/>
                  </a:cubicBezTo>
                  <a:cubicBezTo>
                    <a:pt x="1189" y="652"/>
                    <a:pt x="1188" y="653"/>
                    <a:pt x="1188" y="654"/>
                  </a:cubicBezTo>
                  <a:cubicBezTo>
                    <a:pt x="1188" y="654"/>
                    <a:pt x="1187" y="655"/>
                    <a:pt x="1187" y="655"/>
                  </a:cubicBezTo>
                  <a:cubicBezTo>
                    <a:pt x="1187" y="656"/>
                    <a:pt x="1186" y="657"/>
                    <a:pt x="1186" y="658"/>
                  </a:cubicBezTo>
                  <a:cubicBezTo>
                    <a:pt x="1186" y="659"/>
                    <a:pt x="1185" y="660"/>
                    <a:pt x="1185" y="660"/>
                  </a:cubicBezTo>
                  <a:cubicBezTo>
                    <a:pt x="1185" y="661"/>
                    <a:pt x="1184" y="661"/>
                    <a:pt x="1184" y="662"/>
                  </a:cubicBezTo>
                  <a:cubicBezTo>
                    <a:pt x="1184" y="663"/>
                    <a:pt x="1183" y="664"/>
                    <a:pt x="1183" y="665"/>
                  </a:cubicBezTo>
                  <a:cubicBezTo>
                    <a:pt x="1183" y="665"/>
                    <a:pt x="1182" y="666"/>
                    <a:pt x="1182" y="667"/>
                  </a:cubicBezTo>
                  <a:cubicBezTo>
                    <a:pt x="1181" y="669"/>
                    <a:pt x="1180" y="671"/>
                    <a:pt x="1179" y="674"/>
                  </a:cubicBezTo>
                  <a:cubicBezTo>
                    <a:pt x="1179" y="674"/>
                    <a:pt x="1179" y="674"/>
                    <a:pt x="1178" y="675"/>
                  </a:cubicBezTo>
                  <a:cubicBezTo>
                    <a:pt x="1178" y="676"/>
                    <a:pt x="1177" y="677"/>
                    <a:pt x="1177" y="678"/>
                  </a:cubicBezTo>
                  <a:cubicBezTo>
                    <a:pt x="1177" y="678"/>
                    <a:pt x="1176" y="679"/>
                    <a:pt x="1176" y="679"/>
                  </a:cubicBezTo>
                  <a:cubicBezTo>
                    <a:pt x="1176" y="680"/>
                    <a:pt x="1175" y="681"/>
                    <a:pt x="1175" y="682"/>
                  </a:cubicBezTo>
                  <a:cubicBezTo>
                    <a:pt x="1175" y="683"/>
                    <a:pt x="1174" y="683"/>
                    <a:pt x="1174" y="684"/>
                  </a:cubicBezTo>
                  <a:cubicBezTo>
                    <a:pt x="1174" y="684"/>
                    <a:pt x="1174" y="685"/>
                    <a:pt x="1173" y="685"/>
                  </a:cubicBezTo>
                  <a:cubicBezTo>
                    <a:pt x="1171" y="690"/>
                    <a:pt x="1170" y="694"/>
                    <a:pt x="1169" y="696"/>
                  </a:cubicBezTo>
                  <a:cubicBezTo>
                    <a:pt x="1168" y="695"/>
                    <a:pt x="1168" y="695"/>
                    <a:pt x="1168" y="695"/>
                  </a:cubicBezTo>
                  <a:cubicBezTo>
                    <a:pt x="1168" y="695"/>
                    <a:pt x="1168" y="696"/>
                    <a:pt x="1168" y="696"/>
                  </a:cubicBezTo>
                  <a:cubicBezTo>
                    <a:pt x="1168" y="698"/>
                    <a:pt x="1167" y="699"/>
                    <a:pt x="1167" y="699"/>
                  </a:cubicBezTo>
                  <a:cubicBezTo>
                    <a:pt x="1165" y="683"/>
                    <a:pt x="1145" y="691"/>
                    <a:pt x="1145" y="691"/>
                  </a:cubicBezTo>
                  <a:cubicBezTo>
                    <a:pt x="1148" y="673"/>
                    <a:pt x="1120" y="648"/>
                    <a:pt x="1087" y="621"/>
                  </a:cubicBezTo>
                  <a:cubicBezTo>
                    <a:pt x="1086" y="620"/>
                    <a:pt x="1084" y="619"/>
                    <a:pt x="1083" y="617"/>
                  </a:cubicBezTo>
                  <a:cubicBezTo>
                    <a:pt x="1083" y="617"/>
                    <a:pt x="1083" y="617"/>
                    <a:pt x="1083" y="617"/>
                  </a:cubicBezTo>
                  <a:cubicBezTo>
                    <a:pt x="1081" y="616"/>
                    <a:pt x="1080" y="615"/>
                    <a:pt x="1079" y="614"/>
                  </a:cubicBezTo>
                  <a:cubicBezTo>
                    <a:pt x="1078" y="614"/>
                    <a:pt x="1078" y="613"/>
                    <a:pt x="1078" y="613"/>
                  </a:cubicBezTo>
                  <a:cubicBezTo>
                    <a:pt x="1076" y="612"/>
                    <a:pt x="1075" y="611"/>
                    <a:pt x="1074" y="610"/>
                  </a:cubicBezTo>
                  <a:cubicBezTo>
                    <a:pt x="1074" y="610"/>
                    <a:pt x="1074" y="610"/>
                    <a:pt x="1074" y="610"/>
                  </a:cubicBezTo>
                  <a:cubicBezTo>
                    <a:pt x="1072" y="608"/>
                    <a:pt x="1071" y="607"/>
                    <a:pt x="1069" y="606"/>
                  </a:cubicBezTo>
                  <a:cubicBezTo>
                    <a:pt x="1069" y="605"/>
                    <a:pt x="1068" y="605"/>
                    <a:pt x="1068" y="605"/>
                  </a:cubicBezTo>
                  <a:cubicBezTo>
                    <a:pt x="1067" y="604"/>
                    <a:pt x="1066" y="603"/>
                    <a:pt x="1065" y="602"/>
                  </a:cubicBezTo>
                  <a:cubicBezTo>
                    <a:pt x="1064" y="601"/>
                    <a:pt x="1063" y="600"/>
                    <a:pt x="1062" y="600"/>
                  </a:cubicBezTo>
                  <a:cubicBezTo>
                    <a:pt x="1062" y="599"/>
                    <a:pt x="1061" y="598"/>
                    <a:pt x="1060" y="597"/>
                  </a:cubicBezTo>
                  <a:cubicBezTo>
                    <a:pt x="1059" y="596"/>
                    <a:pt x="1058" y="596"/>
                    <a:pt x="1057" y="595"/>
                  </a:cubicBezTo>
                  <a:cubicBezTo>
                    <a:pt x="1056" y="594"/>
                    <a:pt x="1055" y="593"/>
                    <a:pt x="1055" y="593"/>
                  </a:cubicBezTo>
                  <a:cubicBezTo>
                    <a:pt x="1053" y="592"/>
                    <a:pt x="1052" y="590"/>
                    <a:pt x="1051" y="589"/>
                  </a:cubicBezTo>
                  <a:cubicBezTo>
                    <a:pt x="1050" y="589"/>
                    <a:pt x="1050" y="589"/>
                    <a:pt x="1049" y="588"/>
                  </a:cubicBezTo>
                  <a:cubicBezTo>
                    <a:pt x="1048" y="587"/>
                    <a:pt x="1046" y="585"/>
                    <a:pt x="1045" y="584"/>
                  </a:cubicBezTo>
                  <a:cubicBezTo>
                    <a:pt x="1044" y="584"/>
                    <a:pt x="1044" y="584"/>
                    <a:pt x="1044" y="584"/>
                  </a:cubicBezTo>
                  <a:cubicBezTo>
                    <a:pt x="1032" y="573"/>
                    <a:pt x="1020" y="562"/>
                    <a:pt x="1010" y="552"/>
                  </a:cubicBezTo>
                  <a:cubicBezTo>
                    <a:pt x="1030" y="552"/>
                    <a:pt x="1038" y="555"/>
                    <a:pt x="1063" y="535"/>
                  </a:cubicBezTo>
                  <a:cubicBezTo>
                    <a:pt x="1091" y="512"/>
                    <a:pt x="1079" y="439"/>
                    <a:pt x="1078" y="435"/>
                  </a:cubicBezTo>
                  <a:cubicBezTo>
                    <a:pt x="1078" y="433"/>
                    <a:pt x="1077" y="431"/>
                    <a:pt x="1079" y="428"/>
                  </a:cubicBezTo>
                  <a:cubicBezTo>
                    <a:pt x="1079" y="427"/>
                    <a:pt x="1080" y="427"/>
                    <a:pt x="1080" y="427"/>
                  </a:cubicBezTo>
                  <a:cubicBezTo>
                    <a:pt x="1081" y="425"/>
                    <a:pt x="1083" y="424"/>
                    <a:pt x="1085" y="422"/>
                  </a:cubicBezTo>
                  <a:cubicBezTo>
                    <a:pt x="1102" y="410"/>
                    <a:pt x="1104" y="389"/>
                    <a:pt x="1101" y="381"/>
                  </a:cubicBezTo>
                  <a:cubicBezTo>
                    <a:pt x="1099" y="375"/>
                    <a:pt x="1094" y="368"/>
                    <a:pt x="1092" y="365"/>
                  </a:cubicBezTo>
                  <a:cubicBezTo>
                    <a:pt x="1090" y="363"/>
                    <a:pt x="1090" y="363"/>
                    <a:pt x="1090" y="363"/>
                  </a:cubicBezTo>
                  <a:cubicBezTo>
                    <a:pt x="1100" y="341"/>
                    <a:pt x="1087" y="339"/>
                    <a:pt x="1096" y="301"/>
                  </a:cubicBezTo>
                  <a:cubicBezTo>
                    <a:pt x="1102" y="279"/>
                    <a:pt x="1107" y="242"/>
                    <a:pt x="1093" y="209"/>
                  </a:cubicBezTo>
                  <a:cubicBezTo>
                    <a:pt x="1078" y="174"/>
                    <a:pt x="1059" y="144"/>
                    <a:pt x="1036" y="118"/>
                  </a:cubicBezTo>
                  <a:cubicBezTo>
                    <a:pt x="1036" y="117"/>
                    <a:pt x="1037" y="117"/>
                    <a:pt x="1037" y="117"/>
                  </a:cubicBezTo>
                  <a:cubicBezTo>
                    <a:pt x="969" y="39"/>
                    <a:pt x="874" y="0"/>
                    <a:pt x="784" y="8"/>
                  </a:cubicBezTo>
                  <a:cubicBezTo>
                    <a:pt x="784" y="8"/>
                    <a:pt x="784" y="8"/>
                    <a:pt x="784" y="8"/>
                  </a:cubicBezTo>
                  <a:cubicBezTo>
                    <a:pt x="780" y="9"/>
                    <a:pt x="776" y="9"/>
                    <a:pt x="772" y="10"/>
                  </a:cubicBezTo>
                  <a:cubicBezTo>
                    <a:pt x="769" y="10"/>
                    <a:pt x="767" y="10"/>
                    <a:pt x="765" y="11"/>
                  </a:cubicBezTo>
                  <a:cubicBezTo>
                    <a:pt x="764" y="11"/>
                    <a:pt x="762" y="11"/>
                    <a:pt x="761" y="11"/>
                  </a:cubicBezTo>
                  <a:cubicBezTo>
                    <a:pt x="757" y="12"/>
                    <a:pt x="753" y="13"/>
                    <a:pt x="749" y="14"/>
                  </a:cubicBezTo>
                  <a:cubicBezTo>
                    <a:pt x="749" y="14"/>
                    <a:pt x="749" y="14"/>
                    <a:pt x="749" y="14"/>
                  </a:cubicBezTo>
                  <a:cubicBezTo>
                    <a:pt x="704" y="24"/>
                    <a:pt x="661" y="48"/>
                    <a:pt x="626" y="84"/>
                  </a:cubicBezTo>
                  <a:cubicBezTo>
                    <a:pt x="492" y="225"/>
                    <a:pt x="618" y="403"/>
                    <a:pt x="618" y="403"/>
                  </a:cubicBezTo>
                  <a:cubicBezTo>
                    <a:pt x="627" y="412"/>
                    <a:pt x="624" y="413"/>
                    <a:pt x="625" y="423"/>
                  </a:cubicBezTo>
                  <a:cubicBezTo>
                    <a:pt x="626" y="428"/>
                    <a:pt x="628" y="434"/>
                    <a:pt x="629" y="438"/>
                  </a:cubicBezTo>
                  <a:cubicBezTo>
                    <a:pt x="636" y="460"/>
                    <a:pt x="633" y="482"/>
                    <a:pt x="633" y="482"/>
                  </a:cubicBezTo>
                  <a:close/>
                  <a:moveTo>
                    <a:pt x="596" y="515"/>
                  </a:moveTo>
                  <a:cubicBezTo>
                    <a:pt x="596" y="515"/>
                    <a:pt x="596" y="515"/>
                    <a:pt x="596" y="515"/>
                  </a:cubicBezTo>
                  <a:moveTo>
                    <a:pt x="1090" y="363"/>
                  </a:moveTo>
                  <a:cubicBezTo>
                    <a:pt x="1091" y="364"/>
                    <a:pt x="1091" y="364"/>
                    <a:pt x="1092" y="365"/>
                  </a:cubicBezTo>
                  <a:cubicBezTo>
                    <a:pt x="1091" y="364"/>
                    <a:pt x="1090" y="363"/>
                    <a:pt x="1090" y="363"/>
                  </a:cubicBezTo>
                  <a:cubicBezTo>
                    <a:pt x="1090" y="363"/>
                    <a:pt x="1090" y="363"/>
                    <a:pt x="1090" y="363"/>
                  </a:cubicBezTo>
                  <a:close/>
                  <a:moveTo>
                    <a:pt x="415" y="926"/>
                  </a:moveTo>
                  <a:cubicBezTo>
                    <a:pt x="415" y="924"/>
                    <a:pt x="416" y="922"/>
                    <a:pt x="416" y="921"/>
                  </a:cubicBezTo>
                  <a:cubicBezTo>
                    <a:pt x="417" y="901"/>
                    <a:pt x="416" y="884"/>
                    <a:pt x="411" y="879"/>
                  </a:cubicBezTo>
                  <a:cubicBezTo>
                    <a:pt x="411" y="879"/>
                    <a:pt x="427" y="859"/>
                    <a:pt x="429" y="856"/>
                  </a:cubicBezTo>
                  <a:cubicBezTo>
                    <a:pt x="429" y="856"/>
                    <a:pt x="442" y="839"/>
                    <a:pt x="443" y="839"/>
                  </a:cubicBezTo>
                  <a:cubicBezTo>
                    <a:pt x="445" y="835"/>
                    <a:pt x="452" y="827"/>
                    <a:pt x="452" y="827"/>
                  </a:cubicBezTo>
                  <a:cubicBezTo>
                    <a:pt x="455" y="823"/>
                    <a:pt x="461" y="814"/>
                    <a:pt x="461" y="814"/>
                  </a:cubicBezTo>
                  <a:cubicBezTo>
                    <a:pt x="462" y="812"/>
                    <a:pt x="464" y="810"/>
                    <a:pt x="465" y="809"/>
                  </a:cubicBezTo>
                  <a:cubicBezTo>
                    <a:pt x="464" y="810"/>
                    <a:pt x="444" y="888"/>
                    <a:pt x="444" y="989"/>
                  </a:cubicBezTo>
                  <a:cubicBezTo>
                    <a:pt x="444" y="992"/>
                    <a:pt x="443" y="995"/>
                    <a:pt x="443" y="998"/>
                  </a:cubicBezTo>
                  <a:cubicBezTo>
                    <a:pt x="443" y="1015"/>
                    <a:pt x="446" y="1034"/>
                    <a:pt x="451" y="1051"/>
                  </a:cubicBezTo>
                  <a:cubicBezTo>
                    <a:pt x="451" y="1051"/>
                    <a:pt x="451" y="1051"/>
                    <a:pt x="451" y="1051"/>
                  </a:cubicBezTo>
                  <a:cubicBezTo>
                    <a:pt x="448" y="1050"/>
                    <a:pt x="445" y="1050"/>
                    <a:pt x="445" y="1050"/>
                  </a:cubicBezTo>
                  <a:cubicBezTo>
                    <a:pt x="444" y="1049"/>
                    <a:pt x="441" y="1049"/>
                    <a:pt x="440" y="1049"/>
                  </a:cubicBezTo>
                  <a:cubicBezTo>
                    <a:pt x="440" y="1049"/>
                    <a:pt x="439" y="1049"/>
                    <a:pt x="438" y="1049"/>
                  </a:cubicBezTo>
                  <a:cubicBezTo>
                    <a:pt x="412" y="1009"/>
                    <a:pt x="415" y="926"/>
                    <a:pt x="415" y="926"/>
                  </a:cubicBezTo>
                  <a:close/>
                  <a:moveTo>
                    <a:pt x="462" y="1124"/>
                  </a:moveTo>
                  <a:cubicBezTo>
                    <a:pt x="460" y="1122"/>
                    <a:pt x="459" y="1119"/>
                    <a:pt x="458" y="1117"/>
                  </a:cubicBezTo>
                  <a:cubicBezTo>
                    <a:pt x="461" y="1121"/>
                    <a:pt x="464" y="1125"/>
                    <a:pt x="468" y="1126"/>
                  </a:cubicBezTo>
                  <a:cubicBezTo>
                    <a:pt x="469" y="1126"/>
                    <a:pt x="469" y="1127"/>
                    <a:pt x="470" y="1127"/>
                  </a:cubicBezTo>
                  <a:cubicBezTo>
                    <a:pt x="470" y="1127"/>
                    <a:pt x="470" y="1127"/>
                    <a:pt x="470" y="1127"/>
                  </a:cubicBezTo>
                  <a:cubicBezTo>
                    <a:pt x="470" y="1127"/>
                    <a:pt x="471" y="1127"/>
                    <a:pt x="471" y="1127"/>
                  </a:cubicBezTo>
                  <a:cubicBezTo>
                    <a:pt x="471" y="1127"/>
                    <a:pt x="471" y="1127"/>
                    <a:pt x="472" y="1127"/>
                  </a:cubicBezTo>
                  <a:cubicBezTo>
                    <a:pt x="472" y="1127"/>
                    <a:pt x="472" y="1127"/>
                    <a:pt x="473" y="1127"/>
                  </a:cubicBezTo>
                  <a:cubicBezTo>
                    <a:pt x="473" y="1127"/>
                    <a:pt x="473" y="1127"/>
                    <a:pt x="473" y="1127"/>
                  </a:cubicBezTo>
                  <a:cubicBezTo>
                    <a:pt x="475" y="1127"/>
                    <a:pt x="476" y="1126"/>
                    <a:pt x="477" y="1125"/>
                  </a:cubicBezTo>
                  <a:cubicBezTo>
                    <a:pt x="477" y="1125"/>
                    <a:pt x="477" y="1125"/>
                    <a:pt x="477" y="1125"/>
                  </a:cubicBezTo>
                  <a:cubicBezTo>
                    <a:pt x="478" y="1124"/>
                    <a:pt x="478" y="1124"/>
                    <a:pt x="478" y="1123"/>
                  </a:cubicBezTo>
                  <a:cubicBezTo>
                    <a:pt x="478" y="1123"/>
                    <a:pt x="478" y="1123"/>
                    <a:pt x="478" y="1123"/>
                  </a:cubicBezTo>
                  <a:cubicBezTo>
                    <a:pt x="483" y="1133"/>
                    <a:pt x="488" y="1143"/>
                    <a:pt x="492" y="1152"/>
                  </a:cubicBezTo>
                  <a:cubicBezTo>
                    <a:pt x="479" y="1139"/>
                    <a:pt x="472" y="1129"/>
                    <a:pt x="466" y="1128"/>
                  </a:cubicBezTo>
                  <a:cubicBezTo>
                    <a:pt x="465" y="1127"/>
                    <a:pt x="463" y="1126"/>
                    <a:pt x="462" y="1124"/>
                  </a:cubicBezTo>
                  <a:close/>
                  <a:moveTo>
                    <a:pt x="482" y="1225"/>
                  </a:moveTo>
                  <a:cubicBezTo>
                    <a:pt x="482" y="1225"/>
                    <a:pt x="482" y="1225"/>
                    <a:pt x="482" y="1224"/>
                  </a:cubicBezTo>
                  <a:cubicBezTo>
                    <a:pt x="482" y="1224"/>
                    <a:pt x="482" y="1224"/>
                    <a:pt x="482" y="1224"/>
                  </a:cubicBezTo>
                  <a:cubicBezTo>
                    <a:pt x="485" y="1213"/>
                    <a:pt x="475" y="1210"/>
                    <a:pt x="472" y="1209"/>
                  </a:cubicBezTo>
                  <a:cubicBezTo>
                    <a:pt x="472" y="1209"/>
                    <a:pt x="472" y="1209"/>
                    <a:pt x="472" y="1209"/>
                  </a:cubicBezTo>
                  <a:cubicBezTo>
                    <a:pt x="472" y="1209"/>
                    <a:pt x="472" y="1209"/>
                    <a:pt x="472" y="1209"/>
                  </a:cubicBezTo>
                  <a:cubicBezTo>
                    <a:pt x="472" y="1209"/>
                    <a:pt x="472" y="1209"/>
                    <a:pt x="472" y="1209"/>
                  </a:cubicBezTo>
                  <a:cubicBezTo>
                    <a:pt x="472" y="1209"/>
                    <a:pt x="472" y="1209"/>
                    <a:pt x="472" y="1209"/>
                  </a:cubicBezTo>
                  <a:cubicBezTo>
                    <a:pt x="472" y="1209"/>
                    <a:pt x="472" y="1209"/>
                    <a:pt x="472" y="1209"/>
                  </a:cubicBezTo>
                  <a:cubicBezTo>
                    <a:pt x="472" y="1209"/>
                    <a:pt x="473" y="1209"/>
                    <a:pt x="473" y="1209"/>
                  </a:cubicBezTo>
                  <a:cubicBezTo>
                    <a:pt x="473" y="1209"/>
                    <a:pt x="473" y="1209"/>
                    <a:pt x="473" y="1209"/>
                  </a:cubicBezTo>
                  <a:cubicBezTo>
                    <a:pt x="473" y="1209"/>
                    <a:pt x="474" y="1209"/>
                    <a:pt x="474" y="1209"/>
                  </a:cubicBezTo>
                  <a:cubicBezTo>
                    <a:pt x="474" y="1209"/>
                    <a:pt x="474" y="1209"/>
                    <a:pt x="474" y="1209"/>
                  </a:cubicBezTo>
                  <a:cubicBezTo>
                    <a:pt x="475" y="1209"/>
                    <a:pt x="477" y="1209"/>
                    <a:pt x="478" y="1209"/>
                  </a:cubicBezTo>
                  <a:cubicBezTo>
                    <a:pt x="478" y="1209"/>
                    <a:pt x="478" y="1209"/>
                    <a:pt x="478" y="1209"/>
                  </a:cubicBezTo>
                  <a:cubicBezTo>
                    <a:pt x="479" y="1209"/>
                    <a:pt x="480" y="1209"/>
                    <a:pt x="480" y="1209"/>
                  </a:cubicBezTo>
                  <a:cubicBezTo>
                    <a:pt x="480" y="1209"/>
                    <a:pt x="480" y="1209"/>
                    <a:pt x="480" y="1209"/>
                  </a:cubicBezTo>
                  <a:cubicBezTo>
                    <a:pt x="481" y="1209"/>
                    <a:pt x="481" y="1209"/>
                    <a:pt x="482" y="1209"/>
                  </a:cubicBezTo>
                  <a:cubicBezTo>
                    <a:pt x="482" y="1209"/>
                    <a:pt x="482" y="1209"/>
                    <a:pt x="482" y="1209"/>
                  </a:cubicBezTo>
                  <a:cubicBezTo>
                    <a:pt x="483" y="1209"/>
                    <a:pt x="483" y="1209"/>
                    <a:pt x="484" y="1209"/>
                  </a:cubicBezTo>
                  <a:cubicBezTo>
                    <a:pt x="484" y="1209"/>
                    <a:pt x="484" y="1209"/>
                    <a:pt x="484" y="1209"/>
                  </a:cubicBezTo>
                  <a:cubicBezTo>
                    <a:pt x="485" y="1209"/>
                    <a:pt x="485" y="1209"/>
                    <a:pt x="486" y="1209"/>
                  </a:cubicBezTo>
                  <a:cubicBezTo>
                    <a:pt x="486" y="1209"/>
                    <a:pt x="486" y="1209"/>
                    <a:pt x="486" y="1209"/>
                  </a:cubicBezTo>
                  <a:cubicBezTo>
                    <a:pt x="487" y="1209"/>
                    <a:pt x="488" y="1209"/>
                    <a:pt x="488" y="1209"/>
                  </a:cubicBezTo>
                  <a:cubicBezTo>
                    <a:pt x="488" y="1209"/>
                    <a:pt x="488" y="1209"/>
                    <a:pt x="488" y="1209"/>
                  </a:cubicBezTo>
                  <a:cubicBezTo>
                    <a:pt x="492" y="1209"/>
                    <a:pt x="496" y="1209"/>
                    <a:pt x="499" y="1208"/>
                  </a:cubicBezTo>
                  <a:cubicBezTo>
                    <a:pt x="502" y="1220"/>
                    <a:pt x="507" y="1232"/>
                    <a:pt x="507" y="1232"/>
                  </a:cubicBezTo>
                  <a:cubicBezTo>
                    <a:pt x="507" y="1232"/>
                    <a:pt x="507" y="1232"/>
                    <a:pt x="507" y="1233"/>
                  </a:cubicBezTo>
                  <a:cubicBezTo>
                    <a:pt x="501" y="1231"/>
                    <a:pt x="493" y="1228"/>
                    <a:pt x="482" y="1225"/>
                  </a:cubicBezTo>
                  <a:close/>
                  <a:moveTo>
                    <a:pt x="625" y="1541"/>
                  </a:moveTo>
                  <a:cubicBezTo>
                    <a:pt x="625" y="1541"/>
                    <a:pt x="625" y="1541"/>
                    <a:pt x="625" y="1541"/>
                  </a:cubicBezTo>
                  <a:cubicBezTo>
                    <a:pt x="625" y="1541"/>
                    <a:pt x="625" y="1541"/>
                    <a:pt x="625" y="1541"/>
                  </a:cubicBezTo>
                  <a:close/>
                  <a:moveTo>
                    <a:pt x="676" y="1569"/>
                  </a:moveTo>
                  <a:cubicBezTo>
                    <a:pt x="676" y="1569"/>
                    <a:pt x="677" y="1569"/>
                    <a:pt x="677" y="1568"/>
                  </a:cubicBezTo>
                  <a:cubicBezTo>
                    <a:pt x="677" y="1568"/>
                    <a:pt x="677" y="1568"/>
                    <a:pt x="677" y="1568"/>
                  </a:cubicBezTo>
                  <a:cubicBezTo>
                    <a:pt x="677" y="1569"/>
                    <a:pt x="677" y="1569"/>
                    <a:pt x="677" y="1570"/>
                  </a:cubicBezTo>
                  <a:lnTo>
                    <a:pt x="676" y="1569"/>
                  </a:lnTo>
                  <a:close/>
                </a:path>
              </a:pathLst>
            </a:custGeom>
            <a:solidFill>
              <a:srgbClr val="FFCCCC"/>
            </a:solidFill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fr-FR"/>
            </a:p>
          </p:txBody>
        </p:sp>
      </p:grpSp>
      <p:grpSp>
        <p:nvGrpSpPr>
          <p:cNvPr id="65539" name="Group 6">
            <a:extLst>
              <a:ext uri="{FF2B5EF4-FFF2-40B4-BE49-F238E27FC236}">
                <a16:creationId xmlns:a16="http://schemas.microsoft.com/office/drawing/2014/main" id="{C5DFBFC9-EA02-464D-86FA-7CA29088AE57}"/>
              </a:ext>
            </a:extLst>
          </p:cNvPr>
          <p:cNvGrpSpPr>
            <a:grpSpLocks/>
          </p:cNvGrpSpPr>
          <p:nvPr/>
        </p:nvGrpSpPr>
        <p:grpSpPr bwMode="auto">
          <a:xfrm>
            <a:off x="2743200" y="4419600"/>
            <a:ext cx="633413" cy="1306513"/>
            <a:chOff x="4242" y="738"/>
            <a:chExt cx="994" cy="2049"/>
          </a:xfrm>
        </p:grpSpPr>
        <p:sp>
          <p:nvSpPr>
            <p:cNvPr id="65558" name="Freeform 7">
              <a:extLst>
                <a:ext uri="{FF2B5EF4-FFF2-40B4-BE49-F238E27FC236}">
                  <a16:creationId xmlns:a16="http://schemas.microsoft.com/office/drawing/2014/main" id="{F3433DE2-3ECD-447D-84A2-8FCA55B3B91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242" y="738"/>
              <a:ext cx="994" cy="2049"/>
            </a:xfrm>
            <a:custGeom>
              <a:avLst/>
              <a:gdLst>
                <a:gd name="T0" fmla="*/ 427 w 1477"/>
                <a:gd name="T1" fmla="*/ 520 h 3047"/>
                <a:gd name="T2" fmla="*/ 425 w 1477"/>
                <a:gd name="T3" fmla="*/ 391 h 3047"/>
                <a:gd name="T4" fmla="*/ 347 w 1477"/>
                <a:gd name="T5" fmla="*/ 249 h 3047"/>
                <a:gd name="T6" fmla="*/ 252 w 1477"/>
                <a:gd name="T7" fmla="*/ 219 h 3047"/>
                <a:gd name="T8" fmla="*/ 257 w 1477"/>
                <a:gd name="T9" fmla="*/ 203 h 3047"/>
                <a:gd name="T10" fmla="*/ 272 w 1477"/>
                <a:gd name="T11" fmla="*/ 153 h 3047"/>
                <a:gd name="T12" fmla="*/ 258 w 1477"/>
                <a:gd name="T13" fmla="*/ 88 h 3047"/>
                <a:gd name="T14" fmla="*/ 87 w 1477"/>
                <a:gd name="T15" fmla="*/ 154 h 3047"/>
                <a:gd name="T16" fmla="*/ 88 w 1477"/>
                <a:gd name="T17" fmla="*/ 176 h 3047"/>
                <a:gd name="T18" fmla="*/ 104 w 1477"/>
                <a:gd name="T19" fmla="*/ 206 h 3047"/>
                <a:gd name="T20" fmla="*/ 55 w 1477"/>
                <a:gd name="T21" fmla="*/ 288 h 3047"/>
                <a:gd name="T22" fmla="*/ 38 w 1477"/>
                <a:gd name="T23" fmla="*/ 477 h 3047"/>
                <a:gd name="T24" fmla="*/ 57 w 1477"/>
                <a:gd name="T25" fmla="*/ 555 h 3047"/>
                <a:gd name="T26" fmla="*/ 20 w 1477"/>
                <a:gd name="T27" fmla="*/ 726 h 3047"/>
                <a:gd name="T28" fmla="*/ 200 w 1477"/>
                <a:gd name="T29" fmla="*/ 867 h 3047"/>
                <a:gd name="T30" fmla="*/ 234 w 1477"/>
                <a:gd name="T31" fmla="*/ 915 h 3047"/>
                <a:gd name="T32" fmla="*/ 246 w 1477"/>
                <a:gd name="T33" fmla="*/ 915 h 3047"/>
                <a:gd name="T34" fmla="*/ 257 w 1477"/>
                <a:gd name="T35" fmla="*/ 898 h 3047"/>
                <a:gd name="T36" fmla="*/ 287 w 1477"/>
                <a:gd name="T37" fmla="*/ 894 h 3047"/>
                <a:gd name="T38" fmla="*/ 252 w 1477"/>
                <a:gd name="T39" fmla="*/ 826 h 3047"/>
                <a:gd name="T40" fmla="*/ 261 w 1477"/>
                <a:gd name="T41" fmla="*/ 833 h 3047"/>
                <a:gd name="T42" fmla="*/ 286 w 1477"/>
                <a:gd name="T43" fmla="*/ 849 h 3047"/>
                <a:gd name="T44" fmla="*/ 312 w 1477"/>
                <a:gd name="T45" fmla="*/ 835 h 3047"/>
                <a:gd name="T46" fmla="*/ 314 w 1477"/>
                <a:gd name="T47" fmla="*/ 753 h 3047"/>
                <a:gd name="T48" fmla="*/ 90 w 1477"/>
                <a:gd name="T49" fmla="*/ 483 h 3047"/>
                <a:gd name="T50" fmla="*/ 90 w 1477"/>
                <a:gd name="T51" fmla="*/ 483 h 3047"/>
                <a:gd name="T52" fmla="*/ 86 w 1477"/>
                <a:gd name="T53" fmla="*/ 402 h 3047"/>
                <a:gd name="T54" fmla="*/ 86 w 1477"/>
                <a:gd name="T55" fmla="*/ 467 h 3047"/>
                <a:gd name="T56" fmla="*/ 84 w 1477"/>
                <a:gd name="T57" fmla="*/ 521 h 3047"/>
                <a:gd name="T58" fmla="*/ 93 w 1477"/>
                <a:gd name="T59" fmla="*/ 535 h 3047"/>
                <a:gd name="T60" fmla="*/ 79 w 1477"/>
                <a:gd name="T61" fmla="*/ 520 h 3047"/>
                <a:gd name="T62" fmla="*/ 65 w 1477"/>
                <a:gd name="T63" fmla="*/ 572 h 3047"/>
                <a:gd name="T64" fmla="*/ 67 w 1477"/>
                <a:gd name="T65" fmla="*/ 581 h 3047"/>
                <a:gd name="T66" fmla="*/ 75 w 1477"/>
                <a:gd name="T67" fmla="*/ 554 h 3047"/>
                <a:gd name="T68" fmla="*/ 96 w 1477"/>
                <a:gd name="T69" fmla="*/ 546 h 3047"/>
                <a:gd name="T70" fmla="*/ 234 w 1477"/>
                <a:gd name="T71" fmla="*/ 726 h 3047"/>
                <a:gd name="T72" fmla="*/ 211 w 1477"/>
                <a:gd name="T73" fmla="*/ 761 h 3047"/>
                <a:gd name="T74" fmla="*/ 154 w 1477"/>
                <a:gd name="T75" fmla="*/ 696 h 3047"/>
                <a:gd name="T76" fmla="*/ 214 w 1477"/>
                <a:gd name="T77" fmla="*/ 656 h 3047"/>
                <a:gd name="T78" fmla="*/ 247 w 1477"/>
                <a:gd name="T79" fmla="*/ 700 h 3047"/>
                <a:gd name="T80" fmla="*/ 341 w 1477"/>
                <a:gd name="T81" fmla="*/ 492 h 3047"/>
                <a:gd name="T82" fmla="*/ 330 w 1477"/>
                <a:gd name="T83" fmla="*/ 500 h 3047"/>
                <a:gd name="T84" fmla="*/ 314 w 1477"/>
                <a:gd name="T85" fmla="*/ 336 h 3047"/>
                <a:gd name="T86" fmla="*/ 347 w 1477"/>
                <a:gd name="T87" fmla="*/ 390 h 3047"/>
                <a:gd name="T88" fmla="*/ 390 w 1477"/>
                <a:gd name="T89" fmla="*/ 514 h 3047"/>
                <a:gd name="T90" fmla="*/ 411 w 1477"/>
                <a:gd name="T91" fmla="*/ 527 h 3047"/>
                <a:gd name="T92" fmla="*/ 411 w 1477"/>
                <a:gd name="T93" fmla="*/ 527 h 3047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0" t="0" r="r" b="b"/>
              <a:pathLst>
                <a:path w="1477" h="3047">
                  <a:moveTo>
                    <a:pt x="1437" y="1839"/>
                  </a:moveTo>
                  <a:cubicBezTo>
                    <a:pt x="1430" y="1817"/>
                    <a:pt x="1417" y="1797"/>
                    <a:pt x="1400" y="1778"/>
                  </a:cubicBezTo>
                  <a:cubicBezTo>
                    <a:pt x="1406" y="1759"/>
                    <a:pt x="1416" y="1733"/>
                    <a:pt x="1403" y="1711"/>
                  </a:cubicBezTo>
                  <a:cubicBezTo>
                    <a:pt x="1386" y="1682"/>
                    <a:pt x="1374" y="1662"/>
                    <a:pt x="1378" y="1650"/>
                  </a:cubicBezTo>
                  <a:cubicBezTo>
                    <a:pt x="1382" y="1638"/>
                    <a:pt x="1378" y="1610"/>
                    <a:pt x="1378" y="1610"/>
                  </a:cubicBezTo>
                  <a:cubicBezTo>
                    <a:pt x="1421" y="1580"/>
                    <a:pt x="1395" y="1319"/>
                    <a:pt x="1393" y="1288"/>
                  </a:cubicBezTo>
                  <a:cubicBezTo>
                    <a:pt x="1390" y="1258"/>
                    <a:pt x="1395" y="1230"/>
                    <a:pt x="1378" y="1204"/>
                  </a:cubicBezTo>
                  <a:cubicBezTo>
                    <a:pt x="1361" y="1179"/>
                    <a:pt x="1375" y="1191"/>
                    <a:pt x="1342" y="1120"/>
                  </a:cubicBezTo>
                  <a:cubicBezTo>
                    <a:pt x="1309" y="1050"/>
                    <a:pt x="1203" y="959"/>
                    <a:pt x="1138" y="820"/>
                  </a:cubicBezTo>
                  <a:cubicBezTo>
                    <a:pt x="1089" y="716"/>
                    <a:pt x="981" y="728"/>
                    <a:pt x="957" y="726"/>
                  </a:cubicBezTo>
                  <a:cubicBezTo>
                    <a:pt x="933" y="723"/>
                    <a:pt x="877" y="726"/>
                    <a:pt x="847" y="730"/>
                  </a:cubicBezTo>
                  <a:cubicBezTo>
                    <a:pt x="837" y="731"/>
                    <a:pt x="830" y="726"/>
                    <a:pt x="825" y="720"/>
                  </a:cubicBezTo>
                  <a:cubicBezTo>
                    <a:pt x="823" y="716"/>
                    <a:pt x="823" y="714"/>
                    <a:pt x="823" y="714"/>
                  </a:cubicBezTo>
                  <a:cubicBezTo>
                    <a:pt x="821" y="712"/>
                    <a:pt x="821" y="712"/>
                    <a:pt x="821" y="712"/>
                  </a:cubicBezTo>
                  <a:cubicBezTo>
                    <a:pt x="831" y="698"/>
                    <a:pt x="839" y="684"/>
                    <a:pt x="844" y="667"/>
                  </a:cubicBezTo>
                  <a:cubicBezTo>
                    <a:pt x="853" y="638"/>
                    <a:pt x="859" y="612"/>
                    <a:pt x="862" y="588"/>
                  </a:cubicBezTo>
                  <a:cubicBezTo>
                    <a:pt x="876" y="604"/>
                    <a:pt x="893" y="602"/>
                    <a:pt x="901" y="578"/>
                  </a:cubicBezTo>
                  <a:cubicBezTo>
                    <a:pt x="908" y="552"/>
                    <a:pt x="892" y="526"/>
                    <a:pt x="893" y="501"/>
                  </a:cubicBezTo>
                  <a:cubicBezTo>
                    <a:pt x="893" y="480"/>
                    <a:pt x="922" y="448"/>
                    <a:pt x="915" y="429"/>
                  </a:cubicBezTo>
                  <a:cubicBezTo>
                    <a:pt x="908" y="409"/>
                    <a:pt x="881" y="423"/>
                    <a:pt x="868" y="433"/>
                  </a:cubicBezTo>
                  <a:cubicBezTo>
                    <a:pt x="873" y="394"/>
                    <a:pt x="859" y="315"/>
                    <a:pt x="848" y="290"/>
                  </a:cubicBezTo>
                  <a:cubicBezTo>
                    <a:pt x="836" y="264"/>
                    <a:pt x="770" y="0"/>
                    <a:pt x="485" y="54"/>
                  </a:cubicBezTo>
                  <a:cubicBezTo>
                    <a:pt x="408" y="68"/>
                    <a:pt x="234" y="168"/>
                    <a:pt x="264" y="414"/>
                  </a:cubicBezTo>
                  <a:cubicBezTo>
                    <a:pt x="268" y="448"/>
                    <a:pt x="277" y="478"/>
                    <a:pt x="286" y="505"/>
                  </a:cubicBezTo>
                  <a:cubicBezTo>
                    <a:pt x="271" y="503"/>
                    <a:pt x="250" y="502"/>
                    <a:pt x="256" y="526"/>
                  </a:cubicBezTo>
                  <a:cubicBezTo>
                    <a:pt x="258" y="536"/>
                    <a:pt x="269" y="542"/>
                    <a:pt x="276" y="550"/>
                  </a:cubicBezTo>
                  <a:cubicBezTo>
                    <a:pt x="284" y="558"/>
                    <a:pt x="287" y="566"/>
                    <a:pt x="290" y="577"/>
                  </a:cubicBezTo>
                  <a:cubicBezTo>
                    <a:pt x="298" y="603"/>
                    <a:pt x="298" y="630"/>
                    <a:pt x="306" y="655"/>
                  </a:cubicBezTo>
                  <a:cubicBezTo>
                    <a:pt x="310" y="665"/>
                    <a:pt x="313" y="680"/>
                    <a:pt x="325" y="684"/>
                  </a:cubicBezTo>
                  <a:cubicBezTo>
                    <a:pt x="332" y="686"/>
                    <a:pt x="337" y="682"/>
                    <a:pt x="341" y="677"/>
                  </a:cubicBezTo>
                  <a:cubicBezTo>
                    <a:pt x="361" y="717"/>
                    <a:pt x="391" y="758"/>
                    <a:pt x="435" y="782"/>
                  </a:cubicBezTo>
                  <a:cubicBezTo>
                    <a:pt x="416" y="789"/>
                    <a:pt x="392" y="798"/>
                    <a:pt x="371" y="802"/>
                  </a:cubicBezTo>
                  <a:cubicBezTo>
                    <a:pt x="331" y="810"/>
                    <a:pt x="225" y="805"/>
                    <a:pt x="181" y="948"/>
                  </a:cubicBezTo>
                  <a:cubicBezTo>
                    <a:pt x="138" y="1090"/>
                    <a:pt x="123" y="1144"/>
                    <a:pt x="89" y="1199"/>
                  </a:cubicBezTo>
                  <a:cubicBezTo>
                    <a:pt x="55" y="1254"/>
                    <a:pt x="62" y="1272"/>
                    <a:pt x="65" y="1312"/>
                  </a:cubicBezTo>
                  <a:cubicBezTo>
                    <a:pt x="68" y="1353"/>
                    <a:pt x="67" y="1472"/>
                    <a:pt x="125" y="1570"/>
                  </a:cubicBezTo>
                  <a:cubicBezTo>
                    <a:pt x="151" y="1614"/>
                    <a:pt x="156" y="1666"/>
                    <a:pt x="178" y="1666"/>
                  </a:cubicBezTo>
                  <a:cubicBezTo>
                    <a:pt x="178" y="1666"/>
                    <a:pt x="165" y="1732"/>
                    <a:pt x="177" y="1748"/>
                  </a:cubicBezTo>
                  <a:cubicBezTo>
                    <a:pt x="189" y="1763"/>
                    <a:pt x="180" y="1810"/>
                    <a:pt x="187" y="1827"/>
                  </a:cubicBezTo>
                  <a:cubicBezTo>
                    <a:pt x="187" y="1827"/>
                    <a:pt x="172" y="1859"/>
                    <a:pt x="183" y="1887"/>
                  </a:cubicBezTo>
                  <a:cubicBezTo>
                    <a:pt x="193" y="1911"/>
                    <a:pt x="192" y="1937"/>
                    <a:pt x="203" y="1934"/>
                  </a:cubicBezTo>
                  <a:cubicBezTo>
                    <a:pt x="112" y="2050"/>
                    <a:pt x="0" y="2243"/>
                    <a:pt x="67" y="2386"/>
                  </a:cubicBezTo>
                  <a:cubicBezTo>
                    <a:pt x="168" y="2602"/>
                    <a:pt x="361" y="2720"/>
                    <a:pt x="563" y="2732"/>
                  </a:cubicBezTo>
                  <a:cubicBezTo>
                    <a:pt x="582" y="2734"/>
                    <a:pt x="605" y="2748"/>
                    <a:pt x="635" y="2758"/>
                  </a:cubicBezTo>
                  <a:cubicBezTo>
                    <a:pt x="635" y="2758"/>
                    <a:pt x="626" y="2808"/>
                    <a:pt x="655" y="2853"/>
                  </a:cubicBezTo>
                  <a:cubicBezTo>
                    <a:pt x="685" y="2898"/>
                    <a:pt x="691" y="2964"/>
                    <a:pt x="704" y="2976"/>
                  </a:cubicBezTo>
                  <a:cubicBezTo>
                    <a:pt x="717" y="2987"/>
                    <a:pt x="727" y="2994"/>
                    <a:pt x="730" y="2986"/>
                  </a:cubicBezTo>
                  <a:cubicBezTo>
                    <a:pt x="730" y="2986"/>
                    <a:pt x="747" y="3013"/>
                    <a:pt x="766" y="3009"/>
                  </a:cubicBezTo>
                  <a:cubicBezTo>
                    <a:pt x="774" y="3008"/>
                    <a:pt x="773" y="3003"/>
                    <a:pt x="773" y="3003"/>
                  </a:cubicBezTo>
                  <a:cubicBezTo>
                    <a:pt x="773" y="3003"/>
                    <a:pt x="783" y="3016"/>
                    <a:pt x="796" y="3014"/>
                  </a:cubicBezTo>
                  <a:cubicBezTo>
                    <a:pt x="804" y="3012"/>
                    <a:pt x="806" y="3010"/>
                    <a:pt x="806" y="3008"/>
                  </a:cubicBezTo>
                  <a:cubicBezTo>
                    <a:pt x="807" y="3015"/>
                    <a:pt x="814" y="3047"/>
                    <a:pt x="842" y="3038"/>
                  </a:cubicBezTo>
                  <a:cubicBezTo>
                    <a:pt x="857" y="3032"/>
                    <a:pt x="847" y="2995"/>
                    <a:pt x="840" y="2980"/>
                  </a:cubicBezTo>
                  <a:cubicBezTo>
                    <a:pt x="837" y="2973"/>
                    <a:pt x="843" y="2964"/>
                    <a:pt x="842" y="2954"/>
                  </a:cubicBezTo>
                  <a:cubicBezTo>
                    <a:pt x="842" y="2954"/>
                    <a:pt x="860" y="2959"/>
                    <a:pt x="870" y="2963"/>
                  </a:cubicBezTo>
                  <a:cubicBezTo>
                    <a:pt x="881" y="2968"/>
                    <a:pt x="893" y="3000"/>
                    <a:pt x="918" y="2994"/>
                  </a:cubicBezTo>
                  <a:cubicBezTo>
                    <a:pt x="943" y="2988"/>
                    <a:pt x="951" y="2966"/>
                    <a:pt x="942" y="2939"/>
                  </a:cubicBezTo>
                  <a:cubicBezTo>
                    <a:pt x="933" y="2912"/>
                    <a:pt x="895" y="2898"/>
                    <a:pt x="895" y="2878"/>
                  </a:cubicBezTo>
                  <a:cubicBezTo>
                    <a:pt x="894" y="2858"/>
                    <a:pt x="907" y="2822"/>
                    <a:pt x="873" y="2798"/>
                  </a:cubicBezTo>
                  <a:cubicBezTo>
                    <a:pt x="840" y="2774"/>
                    <a:pt x="829" y="2747"/>
                    <a:pt x="826" y="2716"/>
                  </a:cubicBezTo>
                  <a:cubicBezTo>
                    <a:pt x="824" y="2695"/>
                    <a:pt x="824" y="2674"/>
                    <a:pt x="821" y="2658"/>
                  </a:cubicBezTo>
                  <a:cubicBezTo>
                    <a:pt x="825" y="2664"/>
                    <a:pt x="829" y="2669"/>
                    <a:pt x="833" y="2671"/>
                  </a:cubicBezTo>
                  <a:cubicBezTo>
                    <a:pt x="833" y="2671"/>
                    <a:pt x="814" y="2718"/>
                    <a:pt x="858" y="2740"/>
                  </a:cubicBezTo>
                  <a:cubicBezTo>
                    <a:pt x="902" y="2763"/>
                    <a:pt x="910" y="2736"/>
                    <a:pt x="910" y="2736"/>
                  </a:cubicBezTo>
                  <a:cubicBezTo>
                    <a:pt x="910" y="2736"/>
                    <a:pt x="913" y="2767"/>
                    <a:pt x="933" y="2764"/>
                  </a:cubicBezTo>
                  <a:cubicBezTo>
                    <a:pt x="933" y="2764"/>
                    <a:pt x="919" y="2786"/>
                    <a:pt x="938" y="2791"/>
                  </a:cubicBezTo>
                  <a:cubicBezTo>
                    <a:pt x="957" y="2796"/>
                    <a:pt x="954" y="2779"/>
                    <a:pt x="963" y="2778"/>
                  </a:cubicBezTo>
                  <a:cubicBezTo>
                    <a:pt x="963" y="2778"/>
                    <a:pt x="963" y="2803"/>
                    <a:pt x="989" y="2794"/>
                  </a:cubicBezTo>
                  <a:cubicBezTo>
                    <a:pt x="1014" y="2784"/>
                    <a:pt x="1021" y="2774"/>
                    <a:pt x="1023" y="2747"/>
                  </a:cubicBezTo>
                  <a:cubicBezTo>
                    <a:pt x="1026" y="2720"/>
                    <a:pt x="1023" y="2699"/>
                    <a:pt x="1026" y="2680"/>
                  </a:cubicBezTo>
                  <a:cubicBezTo>
                    <a:pt x="1029" y="2662"/>
                    <a:pt x="1039" y="2580"/>
                    <a:pt x="993" y="2515"/>
                  </a:cubicBezTo>
                  <a:cubicBezTo>
                    <a:pt x="993" y="2515"/>
                    <a:pt x="1027" y="2499"/>
                    <a:pt x="1031" y="2476"/>
                  </a:cubicBezTo>
                  <a:cubicBezTo>
                    <a:pt x="1035" y="2454"/>
                    <a:pt x="1171" y="2432"/>
                    <a:pt x="1293" y="2256"/>
                  </a:cubicBezTo>
                  <a:cubicBezTo>
                    <a:pt x="1414" y="2080"/>
                    <a:pt x="1477" y="1959"/>
                    <a:pt x="1437" y="1839"/>
                  </a:cubicBezTo>
                  <a:close/>
                  <a:moveTo>
                    <a:pt x="296" y="1587"/>
                  </a:moveTo>
                  <a:cubicBezTo>
                    <a:pt x="295" y="1586"/>
                    <a:pt x="295" y="1586"/>
                    <a:pt x="294" y="1586"/>
                  </a:cubicBezTo>
                  <a:cubicBezTo>
                    <a:pt x="294" y="1586"/>
                    <a:pt x="294" y="1578"/>
                    <a:pt x="292" y="1568"/>
                  </a:cubicBezTo>
                  <a:cubicBezTo>
                    <a:pt x="293" y="1574"/>
                    <a:pt x="294" y="1580"/>
                    <a:pt x="296" y="1587"/>
                  </a:cubicBezTo>
                  <a:close/>
                  <a:moveTo>
                    <a:pt x="287" y="1316"/>
                  </a:moveTo>
                  <a:cubicBezTo>
                    <a:pt x="286" y="1320"/>
                    <a:pt x="286" y="1323"/>
                    <a:pt x="286" y="1327"/>
                  </a:cubicBezTo>
                  <a:cubicBezTo>
                    <a:pt x="285" y="1325"/>
                    <a:pt x="283" y="1325"/>
                    <a:pt x="282" y="1324"/>
                  </a:cubicBezTo>
                  <a:cubicBezTo>
                    <a:pt x="282" y="1324"/>
                    <a:pt x="284" y="1322"/>
                    <a:pt x="287" y="1316"/>
                  </a:cubicBezTo>
                  <a:close/>
                  <a:moveTo>
                    <a:pt x="289" y="1555"/>
                  </a:moveTo>
                  <a:cubicBezTo>
                    <a:pt x="288" y="1548"/>
                    <a:pt x="286" y="1541"/>
                    <a:pt x="283" y="1535"/>
                  </a:cubicBezTo>
                  <a:cubicBezTo>
                    <a:pt x="275" y="1513"/>
                    <a:pt x="273" y="1374"/>
                    <a:pt x="284" y="1338"/>
                  </a:cubicBezTo>
                  <a:moveTo>
                    <a:pt x="259" y="1686"/>
                  </a:moveTo>
                  <a:cubicBezTo>
                    <a:pt x="259" y="1686"/>
                    <a:pt x="271" y="1701"/>
                    <a:pt x="277" y="1714"/>
                  </a:cubicBezTo>
                  <a:cubicBezTo>
                    <a:pt x="281" y="1726"/>
                    <a:pt x="299" y="1742"/>
                    <a:pt x="315" y="1737"/>
                  </a:cubicBezTo>
                  <a:cubicBezTo>
                    <a:pt x="315" y="1744"/>
                    <a:pt x="315" y="1751"/>
                    <a:pt x="314" y="1757"/>
                  </a:cubicBezTo>
                  <a:cubicBezTo>
                    <a:pt x="310" y="1757"/>
                    <a:pt x="311" y="1758"/>
                    <a:pt x="305" y="1758"/>
                  </a:cubicBezTo>
                  <a:cubicBezTo>
                    <a:pt x="297" y="1759"/>
                    <a:pt x="279" y="1748"/>
                    <a:pt x="271" y="1751"/>
                  </a:cubicBezTo>
                  <a:cubicBezTo>
                    <a:pt x="263" y="1754"/>
                    <a:pt x="269" y="1742"/>
                    <a:pt x="266" y="1740"/>
                  </a:cubicBezTo>
                  <a:cubicBezTo>
                    <a:pt x="263" y="1738"/>
                    <a:pt x="267" y="1712"/>
                    <a:pt x="261" y="1709"/>
                  </a:cubicBezTo>
                  <a:cubicBezTo>
                    <a:pt x="255" y="1706"/>
                    <a:pt x="259" y="1686"/>
                    <a:pt x="259" y="1686"/>
                  </a:cubicBezTo>
                  <a:close/>
                  <a:moveTo>
                    <a:pt x="220" y="1911"/>
                  </a:moveTo>
                  <a:cubicBezTo>
                    <a:pt x="223" y="1899"/>
                    <a:pt x="219" y="1886"/>
                    <a:pt x="213" y="1880"/>
                  </a:cubicBezTo>
                  <a:cubicBezTo>
                    <a:pt x="205" y="1872"/>
                    <a:pt x="213" y="1864"/>
                    <a:pt x="213" y="1864"/>
                  </a:cubicBezTo>
                  <a:cubicBezTo>
                    <a:pt x="213" y="1864"/>
                    <a:pt x="227" y="1875"/>
                    <a:pt x="245" y="1883"/>
                  </a:cubicBezTo>
                  <a:cubicBezTo>
                    <a:pt x="237" y="1892"/>
                    <a:pt x="229" y="1901"/>
                    <a:pt x="220" y="1911"/>
                  </a:cubicBezTo>
                  <a:close/>
                  <a:moveTo>
                    <a:pt x="297" y="1830"/>
                  </a:moveTo>
                  <a:cubicBezTo>
                    <a:pt x="293" y="1832"/>
                    <a:pt x="286" y="1839"/>
                    <a:pt x="276" y="1849"/>
                  </a:cubicBezTo>
                  <a:cubicBezTo>
                    <a:pt x="272" y="1845"/>
                    <a:pt x="253" y="1823"/>
                    <a:pt x="246" y="1821"/>
                  </a:cubicBezTo>
                  <a:cubicBezTo>
                    <a:pt x="238" y="1818"/>
                    <a:pt x="233" y="1801"/>
                    <a:pt x="233" y="1801"/>
                  </a:cubicBezTo>
                  <a:cubicBezTo>
                    <a:pt x="233" y="1801"/>
                    <a:pt x="277" y="1812"/>
                    <a:pt x="303" y="1801"/>
                  </a:cubicBezTo>
                  <a:cubicBezTo>
                    <a:pt x="308" y="1799"/>
                    <a:pt x="312" y="1797"/>
                    <a:pt x="316" y="1796"/>
                  </a:cubicBezTo>
                  <a:cubicBezTo>
                    <a:pt x="315" y="1809"/>
                    <a:pt x="311" y="1821"/>
                    <a:pt x="297" y="1830"/>
                  </a:cubicBezTo>
                  <a:close/>
                  <a:moveTo>
                    <a:pt x="810" y="2302"/>
                  </a:moveTo>
                  <a:cubicBezTo>
                    <a:pt x="795" y="2326"/>
                    <a:pt x="770" y="2358"/>
                    <a:pt x="767" y="2388"/>
                  </a:cubicBezTo>
                  <a:cubicBezTo>
                    <a:pt x="762" y="2442"/>
                    <a:pt x="721" y="2442"/>
                    <a:pt x="711" y="2483"/>
                  </a:cubicBezTo>
                  <a:cubicBezTo>
                    <a:pt x="709" y="2492"/>
                    <a:pt x="708" y="2503"/>
                    <a:pt x="708" y="2515"/>
                  </a:cubicBezTo>
                  <a:cubicBezTo>
                    <a:pt x="703" y="2511"/>
                    <a:pt x="698" y="2507"/>
                    <a:pt x="693" y="2504"/>
                  </a:cubicBezTo>
                  <a:cubicBezTo>
                    <a:pt x="640" y="2469"/>
                    <a:pt x="601" y="2412"/>
                    <a:pt x="590" y="2390"/>
                  </a:cubicBezTo>
                  <a:cubicBezTo>
                    <a:pt x="579" y="2367"/>
                    <a:pt x="557" y="2328"/>
                    <a:pt x="490" y="2336"/>
                  </a:cubicBezTo>
                  <a:cubicBezTo>
                    <a:pt x="490" y="2336"/>
                    <a:pt x="507" y="2311"/>
                    <a:pt x="507" y="2288"/>
                  </a:cubicBezTo>
                  <a:cubicBezTo>
                    <a:pt x="507" y="2288"/>
                    <a:pt x="517" y="2278"/>
                    <a:pt x="551" y="2276"/>
                  </a:cubicBezTo>
                  <a:cubicBezTo>
                    <a:pt x="586" y="2275"/>
                    <a:pt x="675" y="2208"/>
                    <a:pt x="682" y="2192"/>
                  </a:cubicBezTo>
                  <a:cubicBezTo>
                    <a:pt x="689" y="2176"/>
                    <a:pt x="705" y="2164"/>
                    <a:pt x="703" y="2159"/>
                  </a:cubicBezTo>
                  <a:cubicBezTo>
                    <a:pt x="717" y="2171"/>
                    <a:pt x="750" y="2202"/>
                    <a:pt x="789" y="2200"/>
                  </a:cubicBezTo>
                  <a:cubicBezTo>
                    <a:pt x="827" y="2199"/>
                    <a:pt x="863" y="2215"/>
                    <a:pt x="863" y="2215"/>
                  </a:cubicBezTo>
                  <a:cubicBezTo>
                    <a:pt x="863" y="2215"/>
                    <a:pt x="825" y="2278"/>
                    <a:pt x="810" y="2302"/>
                  </a:cubicBezTo>
                  <a:close/>
                  <a:moveTo>
                    <a:pt x="1183" y="1484"/>
                  </a:moveTo>
                  <a:cubicBezTo>
                    <a:pt x="1174" y="1512"/>
                    <a:pt x="1173" y="1542"/>
                    <a:pt x="1173" y="1542"/>
                  </a:cubicBezTo>
                  <a:cubicBezTo>
                    <a:pt x="1147" y="1548"/>
                    <a:pt x="1126" y="1590"/>
                    <a:pt x="1118" y="1619"/>
                  </a:cubicBezTo>
                  <a:cubicBezTo>
                    <a:pt x="1115" y="1629"/>
                    <a:pt x="1116" y="1637"/>
                    <a:pt x="1118" y="1643"/>
                  </a:cubicBezTo>
                  <a:cubicBezTo>
                    <a:pt x="1114" y="1643"/>
                    <a:pt x="1110" y="1643"/>
                    <a:pt x="1106" y="1643"/>
                  </a:cubicBezTo>
                  <a:cubicBezTo>
                    <a:pt x="1100" y="1643"/>
                    <a:pt x="1093" y="1644"/>
                    <a:pt x="1085" y="1646"/>
                  </a:cubicBezTo>
                  <a:cubicBezTo>
                    <a:pt x="1101" y="1608"/>
                    <a:pt x="1109" y="1556"/>
                    <a:pt x="1103" y="1475"/>
                  </a:cubicBezTo>
                  <a:cubicBezTo>
                    <a:pt x="1085" y="1235"/>
                    <a:pt x="1029" y="1191"/>
                    <a:pt x="1031" y="1124"/>
                  </a:cubicBezTo>
                  <a:cubicBezTo>
                    <a:pt x="1031" y="1117"/>
                    <a:pt x="1031" y="1110"/>
                    <a:pt x="1030" y="1104"/>
                  </a:cubicBezTo>
                  <a:cubicBezTo>
                    <a:pt x="1032" y="1105"/>
                    <a:pt x="1033" y="1106"/>
                    <a:pt x="1033" y="1106"/>
                  </a:cubicBezTo>
                  <a:cubicBezTo>
                    <a:pt x="1047" y="1116"/>
                    <a:pt x="1082" y="1180"/>
                    <a:pt x="1082" y="1180"/>
                  </a:cubicBezTo>
                  <a:cubicBezTo>
                    <a:pt x="1102" y="1247"/>
                    <a:pt x="1135" y="1236"/>
                    <a:pt x="1139" y="1283"/>
                  </a:cubicBezTo>
                  <a:cubicBezTo>
                    <a:pt x="1143" y="1330"/>
                    <a:pt x="1193" y="1456"/>
                    <a:pt x="1183" y="1484"/>
                  </a:cubicBezTo>
                  <a:close/>
                  <a:moveTo>
                    <a:pt x="1284" y="1693"/>
                  </a:moveTo>
                  <a:cubicBezTo>
                    <a:pt x="1283" y="1693"/>
                    <a:pt x="1281" y="1692"/>
                    <a:pt x="1280" y="1691"/>
                  </a:cubicBezTo>
                  <a:cubicBezTo>
                    <a:pt x="1284" y="1687"/>
                    <a:pt x="1286" y="1684"/>
                    <a:pt x="1286" y="1684"/>
                  </a:cubicBezTo>
                  <a:cubicBezTo>
                    <a:pt x="1286" y="1684"/>
                    <a:pt x="1285" y="1688"/>
                    <a:pt x="1284" y="1693"/>
                  </a:cubicBezTo>
                  <a:close/>
                  <a:moveTo>
                    <a:pt x="1347" y="1731"/>
                  </a:moveTo>
                  <a:cubicBezTo>
                    <a:pt x="1350" y="1730"/>
                    <a:pt x="1351" y="1730"/>
                    <a:pt x="1351" y="1730"/>
                  </a:cubicBezTo>
                  <a:cubicBezTo>
                    <a:pt x="1358" y="1734"/>
                    <a:pt x="1361" y="1738"/>
                    <a:pt x="1363" y="1743"/>
                  </a:cubicBezTo>
                  <a:cubicBezTo>
                    <a:pt x="1358" y="1739"/>
                    <a:pt x="1353" y="1735"/>
                    <a:pt x="1347" y="1731"/>
                  </a:cubicBezTo>
                  <a:close/>
                </a:path>
              </a:pathLst>
            </a:custGeom>
            <a:solidFill>
              <a:srgbClr val="FF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65559" name="Freeform 8">
              <a:extLst>
                <a:ext uri="{FF2B5EF4-FFF2-40B4-BE49-F238E27FC236}">
                  <a16:creationId xmlns:a16="http://schemas.microsoft.com/office/drawing/2014/main" id="{911DCE31-7166-43E0-8A1D-9D0B75EC040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242" y="738"/>
              <a:ext cx="993" cy="2049"/>
            </a:xfrm>
            <a:custGeom>
              <a:avLst/>
              <a:gdLst>
                <a:gd name="T0" fmla="*/ 427 w 1477"/>
                <a:gd name="T1" fmla="*/ 520 h 3047"/>
                <a:gd name="T2" fmla="*/ 424 w 1477"/>
                <a:gd name="T3" fmla="*/ 391 h 3047"/>
                <a:gd name="T4" fmla="*/ 346 w 1477"/>
                <a:gd name="T5" fmla="*/ 249 h 3047"/>
                <a:gd name="T6" fmla="*/ 251 w 1477"/>
                <a:gd name="T7" fmla="*/ 219 h 3047"/>
                <a:gd name="T8" fmla="*/ 257 w 1477"/>
                <a:gd name="T9" fmla="*/ 203 h 3047"/>
                <a:gd name="T10" fmla="*/ 271 w 1477"/>
                <a:gd name="T11" fmla="*/ 152 h 3047"/>
                <a:gd name="T12" fmla="*/ 257 w 1477"/>
                <a:gd name="T13" fmla="*/ 87 h 3047"/>
                <a:gd name="T14" fmla="*/ 87 w 1477"/>
                <a:gd name="T15" fmla="*/ 154 h 3047"/>
                <a:gd name="T16" fmla="*/ 89 w 1477"/>
                <a:gd name="T17" fmla="*/ 176 h 3047"/>
                <a:gd name="T18" fmla="*/ 104 w 1477"/>
                <a:gd name="T19" fmla="*/ 206 h 3047"/>
                <a:gd name="T20" fmla="*/ 55 w 1477"/>
                <a:gd name="T21" fmla="*/ 288 h 3047"/>
                <a:gd name="T22" fmla="*/ 38 w 1477"/>
                <a:gd name="T23" fmla="*/ 477 h 3047"/>
                <a:gd name="T24" fmla="*/ 57 w 1477"/>
                <a:gd name="T25" fmla="*/ 555 h 3047"/>
                <a:gd name="T26" fmla="*/ 21 w 1477"/>
                <a:gd name="T27" fmla="*/ 726 h 3047"/>
                <a:gd name="T28" fmla="*/ 199 w 1477"/>
                <a:gd name="T29" fmla="*/ 867 h 3047"/>
                <a:gd name="T30" fmla="*/ 233 w 1477"/>
                <a:gd name="T31" fmla="*/ 915 h 3047"/>
                <a:gd name="T32" fmla="*/ 245 w 1477"/>
                <a:gd name="T33" fmla="*/ 915 h 3047"/>
                <a:gd name="T34" fmla="*/ 256 w 1477"/>
                <a:gd name="T35" fmla="*/ 898 h 3047"/>
                <a:gd name="T36" fmla="*/ 286 w 1477"/>
                <a:gd name="T37" fmla="*/ 894 h 3047"/>
                <a:gd name="T38" fmla="*/ 251 w 1477"/>
                <a:gd name="T39" fmla="*/ 826 h 3047"/>
                <a:gd name="T40" fmla="*/ 261 w 1477"/>
                <a:gd name="T41" fmla="*/ 833 h 3047"/>
                <a:gd name="T42" fmla="*/ 285 w 1477"/>
                <a:gd name="T43" fmla="*/ 849 h 3047"/>
                <a:gd name="T44" fmla="*/ 311 w 1477"/>
                <a:gd name="T45" fmla="*/ 835 h 3047"/>
                <a:gd name="T46" fmla="*/ 314 w 1477"/>
                <a:gd name="T47" fmla="*/ 753 h 3047"/>
                <a:gd name="T48" fmla="*/ 88 w 1477"/>
                <a:gd name="T49" fmla="*/ 473 h 3047"/>
                <a:gd name="T50" fmla="*/ 87 w 1477"/>
                <a:gd name="T51" fmla="*/ 419 h 3047"/>
                <a:gd name="T52" fmla="*/ 84 w 1477"/>
                <a:gd name="T53" fmla="*/ 521 h 3047"/>
                <a:gd name="T54" fmla="*/ 93 w 1477"/>
                <a:gd name="T55" fmla="*/ 535 h 3047"/>
                <a:gd name="T56" fmla="*/ 79 w 1477"/>
                <a:gd name="T57" fmla="*/ 520 h 3047"/>
                <a:gd name="T58" fmla="*/ 65 w 1477"/>
                <a:gd name="T59" fmla="*/ 572 h 3047"/>
                <a:gd name="T60" fmla="*/ 67 w 1477"/>
                <a:gd name="T61" fmla="*/ 581 h 3047"/>
                <a:gd name="T62" fmla="*/ 75 w 1477"/>
                <a:gd name="T63" fmla="*/ 553 h 3047"/>
                <a:gd name="T64" fmla="*/ 96 w 1477"/>
                <a:gd name="T65" fmla="*/ 546 h 3047"/>
                <a:gd name="T66" fmla="*/ 233 w 1477"/>
                <a:gd name="T67" fmla="*/ 726 h 3047"/>
                <a:gd name="T68" fmla="*/ 211 w 1477"/>
                <a:gd name="T69" fmla="*/ 761 h 3047"/>
                <a:gd name="T70" fmla="*/ 155 w 1477"/>
                <a:gd name="T71" fmla="*/ 696 h 3047"/>
                <a:gd name="T72" fmla="*/ 214 w 1477"/>
                <a:gd name="T73" fmla="*/ 656 h 3047"/>
                <a:gd name="T74" fmla="*/ 246 w 1477"/>
                <a:gd name="T75" fmla="*/ 699 h 3047"/>
                <a:gd name="T76" fmla="*/ 340 w 1477"/>
                <a:gd name="T77" fmla="*/ 492 h 3047"/>
                <a:gd name="T78" fmla="*/ 330 w 1477"/>
                <a:gd name="T79" fmla="*/ 500 h 3047"/>
                <a:gd name="T80" fmla="*/ 313 w 1477"/>
                <a:gd name="T81" fmla="*/ 336 h 3047"/>
                <a:gd name="T82" fmla="*/ 346 w 1477"/>
                <a:gd name="T83" fmla="*/ 390 h 3047"/>
                <a:gd name="T84" fmla="*/ 389 w 1477"/>
                <a:gd name="T85" fmla="*/ 514 h 3047"/>
                <a:gd name="T86" fmla="*/ 409 w 1477"/>
                <a:gd name="T87" fmla="*/ 526 h 3047"/>
                <a:gd name="T88" fmla="*/ 409 w 1477"/>
                <a:gd name="T89" fmla="*/ 526 h 3047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1477" h="3047">
                  <a:moveTo>
                    <a:pt x="1437" y="1838"/>
                  </a:moveTo>
                  <a:cubicBezTo>
                    <a:pt x="1430" y="1817"/>
                    <a:pt x="1417" y="1796"/>
                    <a:pt x="1401" y="1778"/>
                  </a:cubicBezTo>
                  <a:cubicBezTo>
                    <a:pt x="1407" y="1758"/>
                    <a:pt x="1417" y="1732"/>
                    <a:pt x="1404" y="1710"/>
                  </a:cubicBezTo>
                  <a:cubicBezTo>
                    <a:pt x="1386" y="1681"/>
                    <a:pt x="1374" y="1661"/>
                    <a:pt x="1378" y="1649"/>
                  </a:cubicBezTo>
                  <a:cubicBezTo>
                    <a:pt x="1382" y="1637"/>
                    <a:pt x="1378" y="1609"/>
                    <a:pt x="1378" y="1609"/>
                  </a:cubicBezTo>
                  <a:cubicBezTo>
                    <a:pt x="1421" y="1580"/>
                    <a:pt x="1396" y="1318"/>
                    <a:pt x="1393" y="1288"/>
                  </a:cubicBezTo>
                  <a:cubicBezTo>
                    <a:pt x="1390" y="1257"/>
                    <a:pt x="1396" y="1229"/>
                    <a:pt x="1378" y="1204"/>
                  </a:cubicBezTo>
                  <a:cubicBezTo>
                    <a:pt x="1361" y="1178"/>
                    <a:pt x="1376" y="1190"/>
                    <a:pt x="1342" y="1120"/>
                  </a:cubicBezTo>
                  <a:cubicBezTo>
                    <a:pt x="1309" y="1049"/>
                    <a:pt x="1204" y="958"/>
                    <a:pt x="1138" y="820"/>
                  </a:cubicBezTo>
                  <a:cubicBezTo>
                    <a:pt x="1089" y="715"/>
                    <a:pt x="981" y="728"/>
                    <a:pt x="957" y="725"/>
                  </a:cubicBezTo>
                  <a:cubicBezTo>
                    <a:pt x="933" y="722"/>
                    <a:pt x="877" y="725"/>
                    <a:pt x="848" y="729"/>
                  </a:cubicBezTo>
                  <a:cubicBezTo>
                    <a:pt x="837" y="731"/>
                    <a:pt x="830" y="726"/>
                    <a:pt x="825" y="719"/>
                  </a:cubicBezTo>
                  <a:cubicBezTo>
                    <a:pt x="823" y="716"/>
                    <a:pt x="823" y="714"/>
                    <a:pt x="823" y="714"/>
                  </a:cubicBezTo>
                  <a:cubicBezTo>
                    <a:pt x="821" y="711"/>
                    <a:pt x="821" y="711"/>
                    <a:pt x="821" y="711"/>
                  </a:cubicBezTo>
                  <a:cubicBezTo>
                    <a:pt x="832" y="698"/>
                    <a:pt x="840" y="683"/>
                    <a:pt x="845" y="667"/>
                  </a:cubicBezTo>
                  <a:cubicBezTo>
                    <a:pt x="854" y="638"/>
                    <a:pt x="859" y="612"/>
                    <a:pt x="863" y="588"/>
                  </a:cubicBezTo>
                  <a:cubicBezTo>
                    <a:pt x="876" y="603"/>
                    <a:pt x="894" y="601"/>
                    <a:pt x="901" y="577"/>
                  </a:cubicBezTo>
                  <a:cubicBezTo>
                    <a:pt x="909" y="552"/>
                    <a:pt x="892" y="525"/>
                    <a:pt x="893" y="500"/>
                  </a:cubicBezTo>
                  <a:cubicBezTo>
                    <a:pt x="894" y="479"/>
                    <a:pt x="922" y="448"/>
                    <a:pt x="915" y="429"/>
                  </a:cubicBezTo>
                  <a:cubicBezTo>
                    <a:pt x="908" y="409"/>
                    <a:pt x="882" y="422"/>
                    <a:pt x="868" y="432"/>
                  </a:cubicBezTo>
                  <a:cubicBezTo>
                    <a:pt x="873" y="393"/>
                    <a:pt x="859" y="314"/>
                    <a:pt x="848" y="289"/>
                  </a:cubicBezTo>
                  <a:cubicBezTo>
                    <a:pt x="837" y="263"/>
                    <a:pt x="770" y="0"/>
                    <a:pt x="485" y="53"/>
                  </a:cubicBezTo>
                  <a:cubicBezTo>
                    <a:pt x="408" y="67"/>
                    <a:pt x="234" y="168"/>
                    <a:pt x="264" y="414"/>
                  </a:cubicBezTo>
                  <a:cubicBezTo>
                    <a:pt x="269" y="447"/>
                    <a:pt x="278" y="478"/>
                    <a:pt x="286" y="505"/>
                  </a:cubicBezTo>
                  <a:cubicBezTo>
                    <a:pt x="271" y="503"/>
                    <a:pt x="251" y="502"/>
                    <a:pt x="256" y="525"/>
                  </a:cubicBezTo>
                  <a:cubicBezTo>
                    <a:pt x="258" y="535"/>
                    <a:pt x="270" y="542"/>
                    <a:pt x="276" y="549"/>
                  </a:cubicBezTo>
                  <a:cubicBezTo>
                    <a:pt x="284" y="558"/>
                    <a:pt x="287" y="566"/>
                    <a:pt x="291" y="577"/>
                  </a:cubicBezTo>
                  <a:cubicBezTo>
                    <a:pt x="298" y="602"/>
                    <a:pt x="298" y="629"/>
                    <a:pt x="307" y="654"/>
                  </a:cubicBezTo>
                  <a:cubicBezTo>
                    <a:pt x="310" y="664"/>
                    <a:pt x="313" y="680"/>
                    <a:pt x="325" y="683"/>
                  </a:cubicBezTo>
                  <a:cubicBezTo>
                    <a:pt x="333" y="686"/>
                    <a:pt x="337" y="682"/>
                    <a:pt x="341" y="676"/>
                  </a:cubicBezTo>
                  <a:cubicBezTo>
                    <a:pt x="362" y="716"/>
                    <a:pt x="392" y="757"/>
                    <a:pt x="435" y="781"/>
                  </a:cubicBezTo>
                  <a:cubicBezTo>
                    <a:pt x="416" y="789"/>
                    <a:pt x="392" y="797"/>
                    <a:pt x="371" y="801"/>
                  </a:cubicBezTo>
                  <a:cubicBezTo>
                    <a:pt x="331" y="809"/>
                    <a:pt x="226" y="805"/>
                    <a:pt x="182" y="947"/>
                  </a:cubicBezTo>
                  <a:cubicBezTo>
                    <a:pt x="138" y="1090"/>
                    <a:pt x="123" y="1143"/>
                    <a:pt x="89" y="1198"/>
                  </a:cubicBezTo>
                  <a:cubicBezTo>
                    <a:pt x="55" y="1253"/>
                    <a:pt x="62" y="1271"/>
                    <a:pt x="65" y="1312"/>
                  </a:cubicBezTo>
                  <a:cubicBezTo>
                    <a:pt x="68" y="1352"/>
                    <a:pt x="67" y="1471"/>
                    <a:pt x="125" y="1570"/>
                  </a:cubicBezTo>
                  <a:cubicBezTo>
                    <a:pt x="151" y="1613"/>
                    <a:pt x="156" y="1665"/>
                    <a:pt x="179" y="1665"/>
                  </a:cubicBezTo>
                  <a:cubicBezTo>
                    <a:pt x="179" y="1665"/>
                    <a:pt x="165" y="1732"/>
                    <a:pt x="177" y="1747"/>
                  </a:cubicBezTo>
                  <a:cubicBezTo>
                    <a:pt x="189" y="1762"/>
                    <a:pt x="180" y="1810"/>
                    <a:pt x="187" y="1826"/>
                  </a:cubicBezTo>
                  <a:cubicBezTo>
                    <a:pt x="187" y="1826"/>
                    <a:pt x="172" y="1858"/>
                    <a:pt x="184" y="1886"/>
                  </a:cubicBezTo>
                  <a:cubicBezTo>
                    <a:pt x="194" y="1911"/>
                    <a:pt x="192" y="1937"/>
                    <a:pt x="203" y="1933"/>
                  </a:cubicBezTo>
                  <a:cubicBezTo>
                    <a:pt x="113" y="2050"/>
                    <a:pt x="0" y="2242"/>
                    <a:pt x="68" y="2386"/>
                  </a:cubicBezTo>
                  <a:cubicBezTo>
                    <a:pt x="169" y="2601"/>
                    <a:pt x="361" y="2719"/>
                    <a:pt x="563" y="2732"/>
                  </a:cubicBezTo>
                  <a:cubicBezTo>
                    <a:pt x="583" y="2733"/>
                    <a:pt x="606" y="2747"/>
                    <a:pt x="635" y="2758"/>
                  </a:cubicBezTo>
                  <a:cubicBezTo>
                    <a:pt x="635" y="2758"/>
                    <a:pt x="626" y="2808"/>
                    <a:pt x="656" y="2852"/>
                  </a:cubicBezTo>
                  <a:cubicBezTo>
                    <a:pt x="685" y="2897"/>
                    <a:pt x="692" y="2964"/>
                    <a:pt x="704" y="2975"/>
                  </a:cubicBezTo>
                  <a:cubicBezTo>
                    <a:pt x="717" y="2987"/>
                    <a:pt x="727" y="2993"/>
                    <a:pt x="730" y="2986"/>
                  </a:cubicBezTo>
                  <a:cubicBezTo>
                    <a:pt x="730" y="2986"/>
                    <a:pt x="748" y="3012"/>
                    <a:pt x="766" y="3009"/>
                  </a:cubicBezTo>
                  <a:cubicBezTo>
                    <a:pt x="774" y="3007"/>
                    <a:pt x="774" y="3002"/>
                    <a:pt x="774" y="3002"/>
                  </a:cubicBezTo>
                  <a:cubicBezTo>
                    <a:pt x="774" y="3002"/>
                    <a:pt x="783" y="3016"/>
                    <a:pt x="796" y="3013"/>
                  </a:cubicBezTo>
                  <a:cubicBezTo>
                    <a:pt x="805" y="3012"/>
                    <a:pt x="806" y="3009"/>
                    <a:pt x="807" y="3008"/>
                  </a:cubicBezTo>
                  <a:cubicBezTo>
                    <a:pt x="808" y="3015"/>
                    <a:pt x="815" y="3047"/>
                    <a:pt x="842" y="3037"/>
                  </a:cubicBezTo>
                  <a:cubicBezTo>
                    <a:pt x="857" y="3032"/>
                    <a:pt x="848" y="2994"/>
                    <a:pt x="841" y="2980"/>
                  </a:cubicBezTo>
                  <a:cubicBezTo>
                    <a:pt x="837" y="2973"/>
                    <a:pt x="844" y="2964"/>
                    <a:pt x="842" y="2953"/>
                  </a:cubicBezTo>
                  <a:cubicBezTo>
                    <a:pt x="842" y="2953"/>
                    <a:pt x="860" y="2958"/>
                    <a:pt x="871" y="2963"/>
                  </a:cubicBezTo>
                  <a:cubicBezTo>
                    <a:pt x="881" y="2967"/>
                    <a:pt x="893" y="3000"/>
                    <a:pt x="918" y="2994"/>
                  </a:cubicBezTo>
                  <a:cubicBezTo>
                    <a:pt x="943" y="2988"/>
                    <a:pt x="951" y="2965"/>
                    <a:pt x="942" y="2938"/>
                  </a:cubicBezTo>
                  <a:cubicBezTo>
                    <a:pt x="933" y="2912"/>
                    <a:pt x="895" y="2897"/>
                    <a:pt x="895" y="2878"/>
                  </a:cubicBezTo>
                  <a:cubicBezTo>
                    <a:pt x="895" y="2858"/>
                    <a:pt x="907" y="2821"/>
                    <a:pt x="874" y="2797"/>
                  </a:cubicBezTo>
                  <a:cubicBezTo>
                    <a:pt x="840" y="2773"/>
                    <a:pt x="830" y="2746"/>
                    <a:pt x="827" y="2715"/>
                  </a:cubicBezTo>
                  <a:cubicBezTo>
                    <a:pt x="825" y="2695"/>
                    <a:pt x="824" y="2673"/>
                    <a:pt x="821" y="2658"/>
                  </a:cubicBezTo>
                  <a:cubicBezTo>
                    <a:pt x="825" y="2663"/>
                    <a:pt x="829" y="2668"/>
                    <a:pt x="833" y="2670"/>
                  </a:cubicBezTo>
                  <a:cubicBezTo>
                    <a:pt x="833" y="2670"/>
                    <a:pt x="814" y="2717"/>
                    <a:pt x="858" y="2740"/>
                  </a:cubicBezTo>
                  <a:cubicBezTo>
                    <a:pt x="902" y="2762"/>
                    <a:pt x="910" y="2736"/>
                    <a:pt x="910" y="2736"/>
                  </a:cubicBezTo>
                  <a:cubicBezTo>
                    <a:pt x="910" y="2736"/>
                    <a:pt x="913" y="2766"/>
                    <a:pt x="933" y="2764"/>
                  </a:cubicBezTo>
                  <a:cubicBezTo>
                    <a:pt x="933" y="2764"/>
                    <a:pt x="920" y="2785"/>
                    <a:pt x="938" y="2790"/>
                  </a:cubicBezTo>
                  <a:cubicBezTo>
                    <a:pt x="957" y="2796"/>
                    <a:pt x="954" y="2778"/>
                    <a:pt x="964" y="2777"/>
                  </a:cubicBezTo>
                  <a:cubicBezTo>
                    <a:pt x="964" y="2777"/>
                    <a:pt x="964" y="2802"/>
                    <a:pt x="989" y="2793"/>
                  </a:cubicBezTo>
                  <a:cubicBezTo>
                    <a:pt x="1014" y="2784"/>
                    <a:pt x="1021" y="2773"/>
                    <a:pt x="1024" y="2746"/>
                  </a:cubicBezTo>
                  <a:cubicBezTo>
                    <a:pt x="1026" y="2720"/>
                    <a:pt x="1024" y="2698"/>
                    <a:pt x="1026" y="2680"/>
                  </a:cubicBezTo>
                  <a:cubicBezTo>
                    <a:pt x="1029" y="2661"/>
                    <a:pt x="1040" y="2580"/>
                    <a:pt x="993" y="2514"/>
                  </a:cubicBezTo>
                  <a:cubicBezTo>
                    <a:pt x="993" y="2514"/>
                    <a:pt x="1028" y="2498"/>
                    <a:pt x="1032" y="2476"/>
                  </a:cubicBezTo>
                  <a:cubicBezTo>
                    <a:pt x="1036" y="2453"/>
                    <a:pt x="1172" y="2432"/>
                    <a:pt x="1293" y="2256"/>
                  </a:cubicBezTo>
                  <a:cubicBezTo>
                    <a:pt x="1414" y="2080"/>
                    <a:pt x="1477" y="1958"/>
                    <a:pt x="1437" y="1838"/>
                  </a:cubicBezTo>
                  <a:close/>
                  <a:moveTo>
                    <a:pt x="290" y="1554"/>
                  </a:moveTo>
                  <a:cubicBezTo>
                    <a:pt x="288" y="1548"/>
                    <a:pt x="286" y="1541"/>
                    <a:pt x="284" y="1534"/>
                  </a:cubicBezTo>
                  <a:cubicBezTo>
                    <a:pt x="275" y="1513"/>
                    <a:pt x="275" y="1357"/>
                    <a:pt x="286" y="1321"/>
                  </a:cubicBezTo>
                  <a:cubicBezTo>
                    <a:pt x="286" y="1321"/>
                    <a:pt x="285" y="1349"/>
                    <a:pt x="286" y="1378"/>
                  </a:cubicBezTo>
                  <a:cubicBezTo>
                    <a:pt x="288" y="1406"/>
                    <a:pt x="285" y="1548"/>
                    <a:pt x="290" y="1554"/>
                  </a:cubicBezTo>
                  <a:close/>
                  <a:moveTo>
                    <a:pt x="259" y="1686"/>
                  </a:moveTo>
                  <a:cubicBezTo>
                    <a:pt x="259" y="1686"/>
                    <a:pt x="272" y="1700"/>
                    <a:pt x="277" y="1714"/>
                  </a:cubicBezTo>
                  <a:cubicBezTo>
                    <a:pt x="282" y="1726"/>
                    <a:pt x="300" y="1742"/>
                    <a:pt x="316" y="1736"/>
                  </a:cubicBezTo>
                  <a:cubicBezTo>
                    <a:pt x="315" y="1744"/>
                    <a:pt x="315" y="1751"/>
                    <a:pt x="315" y="1756"/>
                  </a:cubicBezTo>
                  <a:cubicBezTo>
                    <a:pt x="310" y="1756"/>
                    <a:pt x="311" y="1757"/>
                    <a:pt x="306" y="1758"/>
                  </a:cubicBezTo>
                  <a:cubicBezTo>
                    <a:pt x="297" y="1758"/>
                    <a:pt x="280" y="1748"/>
                    <a:pt x="272" y="1750"/>
                  </a:cubicBezTo>
                  <a:cubicBezTo>
                    <a:pt x="264" y="1753"/>
                    <a:pt x="269" y="1742"/>
                    <a:pt x="266" y="1740"/>
                  </a:cubicBezTo>
                  <a:cubicBezTo>
                    <a:pt x="264" y="1738"/>
                    <a:pt x="268" y="1712"/>
                    <a:pt x="262" y="1708"/>
                  </a:cubicBezTo>
                  <a:cubicBezTo>
                    <a:pt x="256" y="1705"/>
                    <a:pt x="259" y="1686"/>
                    <a:pt x="259" y="1686"/>
                  </a:cubicBezTo>
                  <a:close/>
                  <a:moveTo>
                    <a:pt x="221" y="1911"/>
                  </a:moveTo>
                  <a:cubicBezTo>
                    <a:pt x="224" y="1898"/>
                    <a:pt x="219" y="1886"/>
                    <a:pt x="214" y="1880"/>
                  </a:cubicBezTo>
                  <a:cubicBezTo>
                    <a:pt x="206" y="1871"/>
                    <a:pt x="213" y="1864"/>
                    <a:pt x="213" y="1864"/>
                  </a:cubicBezTo>
                  <a:cubicBezTo>
                    <a:pt x="213" y="1864"/>
                    <a:pt x="227" y="1874"/>
                    <a:pt x="245" y="1883"/>
                  </a:cubicBezTo>
                  <a:cubicBezTo>
                    <a:pt x="237" y="1891"/>
                    <a:pt x="229" y="1901"/>
                    <a:pt x="221" y="1911"/>
                  </a:cubicBezTo>
                  <a:close/>
                  <a:moveTo>
                    <a:pt x="297" y="1830"/>
                  </a:moveTo>
                  <a:cubicBezTo>
                    <a:pt x="294" y="1832"/>
                    <a:pt x="286" y="1838"/>
                    <a:pt x="276" y="1848"/>
                  </a:cubicBezTo>
                  <a:cubicBezTo>
                    <a:pt x="273" y="1844"/>
                    <a:pt x="254" y="1823"/>
                    <a:pt x="246" y="1820"/>
                  </a:cubicBezTo>
                  <a:cubicBezTo>
                    <a:pt x="238" y="1818"/>
                    <a:pt x="234" y="1800"/>
                    <a:pt x="234" y="1800"/>
                  </a:cubicBezTo>
                  <a:cubicBezTo>
                    <a:pt x="234" y="1800"/>
                    <a:pt x="277" y="1812"/>
                    <a:pt x="304" y="1800"/>
                  </a:cubicBezTo>
                  <a:cubicBezTo>
                    <a:pt x="308" y="1799"/>
                    <a:pt x="312" y="1797"/>
                    <a:pt x="316" y="1795"/>
                  </a:cubicBezTo>
                  <a:cubicBezTo>
                    <a:pt x="315" y="1809"/>
                    <a:pt x="311" y="1821"/>
                    <a:pt x="297" y="1830"/>
                  </a:cubicBezTo>
                  <a:close/>
                  <a:moveTo>
                    <a:pt x="810" y="2301"/>
                  </a:moveTo>
                  <a:cubicBezTo>
                    <a:pt x="796" y="2325"/>
                    <a:pt x="771" y="2357"/>
                    <a:pt x="768" y="2388"/>
                  </a:cubicBezTo>
                  <a:cubicBezTo>
                    <a:pt x="762" y="2441"/>
                    <a:pt x="721" y="2441"/>
                    <a:pt x="712" y="2482"/>
                  </a:cubicBezTo>
                  <a:cubicBezTo>
                    <a:pt x="710" y="2492"/>
                    <a:pt x="708" y="2503"/>
                    <a:pt x="708" y="2514"/>
                  </a:cubicBezTo>
                  <a:cubicBezTo>
                    <a:pt x="703" y="2510"/>
                    <a:pt x="699" y="2507"/>
                    <a:pt x="694" y="2504"/>
                  </a:cubicBezTo>
                  <a:cubicBezTo>
                    <a:pt x="641" y="2469"/>
                    <a:pt x="601" y="2412"/>
                    <a:pt x="590" y="2389"/>
                  </a:cubicBezTo>
                  <a:cubicBezTo>
                    <a:pt x="580" y="2366"/>
                    <a:pt x="557" y="2328"/>
                    <a:pt x="490" y="2336"/>
                  </a:cubicBezTo>
                  <a:cubicBezTo>
                    <a:pt x="490" y="2336"/>
                    <a:pt x="508" y="2310"/>
                    <a:pt x="508" y="2288"/>
                  </a:cubicBezTo>
                  <a:cubicBezTo>
                    <a:pt x="508" y="2288"/>
                    <a:pt x="517" y="2277"/>
                    <a:pt x="552" y="2276"/>
                  </a:cubicBezTo>
                  <a:cubicBezTo>
                    <a:pt x="586" y="2274"/>
                    <a:pt x="676" y="2208"/>
                    <a:pt x="682" y="2192"/>
                  </a:cubicBezTo>
                  <a:cubicBezTo>
                    <a:pt x="689" y="2176"/>
                    <a:pt x="705" y="2164"/>
                    <a:pt x="704" y="2158"/>
                  </a:cubicBezTo>
                  <a:cubicBezTo>
                    <a:pt x="717" y="2170"/>
                    <a:pt x="750" y="2201"/>
                    <a:pt x="789" y="2200"/>
                  </a:cubicBezTo>
                  <a:cubicBezTo>
                    <a:pt x="828" y="2198"/>
                    <a:pt x="864" y="2214"/>
                    <a:pt x="864" y="2214"/>
                  </a:cubicBezTo>
                  <a:cubicBezTo>
                    <a:pt x="864" y="2214"/>
                    <a:pt x="825" y="2277"/>
                    <a:pt x="810" y="2301"/>
                  </a:cubicBezTo>
                  <a:close/>
                  <a:moveTo>
                    <a:pt x="1184" y="1484"/>
                  </a:moveTo>
                  <a:cubicBezTo>
                    <a:pt x="1174" y="1512"/>
                    <a:pt x="1173" y="1541"/>
                    <a:pt x="1173" y="1541"/>
                  </a:cubicBezTo>
                  <a:cubicBezTo>
                    <a:pt x="1148" y="1548"/>
                    <a:pt x="1126" y="1589"/>
                    <a:pt x="1118" y="1618"/>
                  </a:cubicBezTo>
                  <a:cubicBezTo>
                    <a:pt x="1116" y="1629"/>
                    <a:pt x="1116" y="1637"/>
                    <a:pt x="1119" y="1643"/>
                  </a:cubicBezTo>
                  <a:cubicBezTo>
                    <a:pt x="1114" y="1642"/>
                    <a:pt x="1110" y="1642"/>
                    <a:pt x="1106" y="1642"/>
                  </a:cubicBezTo>
                  <a:cubicBezTo>
                    <a:pt x="1100" y="1643"/>
                    <a:pt x="1093" y="1644"/>
                    <a:pt x="1086" y="1646"/>
                  </a:cubicBezTo>
                  <a:cubicBezTo>
                    <a:pt x="1102" y="1608"/>
                    <a:pt x="1109" y="1555"/>
                    <a:pt x="1103" y="1474"/>
                  </a:cubicBezTo>
                  <a:cubicBezTo>
                    <a:pt x="1086" y="1234"/>
                    <a:pt x="1029" y="1191"/>
                    <a:pt x="1031" y="1123"/>
                  </a:cubicBezTo>
                  <a:cubicBezTo>
                    <a:pt x="1031" y="1116"/>
                    <a:pt x="1031" y="1110"/>
                    <a:pt x="1031" y="1103"/>
                  </a:cubicBezTo>
                  <a:cubicBezTo>
                    <a:pt x="1032" y="1104"/>
                    <a:pt x="1033" y="1105"/>
                    <a:pt x="1033" y="1105"/>
                  </a:cubicBezTo>
                  <a:cubicBezTo>
                    <a:pt x="1048" y="1116"/>
                    <a:pt x="1082" y="1180"/>
                    <a:pt x="1082" y="1180"/>
                  </a:cubicBezTo>
                  <a:cubicBezTo>
                    <a:pt x="1102" y="1246"/>
                    <a:pt x="1136" y="1236"/>
                    <a:pt x="1140" y="1282"/>
                  </a:cubicBezTo>
                  <a:cubicBezTo>
                    <a:pt x="1144" y="1329"/>
                    <a:pt x="1193" y="1456"/>
                    <a:pt x="1184" y="1484"/>
                  </a:cubicBezTo>
                  <a:close/>
                  <a:moveTo>
                    <a:pt x="1284" y="1693"/>
                  </a:moveTo>
                  <a:cubicBezTo>
                    <a:pt x="1283" y="1692"/>
                    <a:pt x="1282" y="1692"/>
                    <a:pt x="1280" y="1691"/>
                  </a:cubicBezTo>
                  <a:cubicBezTo>
                    <a:pt x="1284" y="1687"/>
                    <a:pt x="1286" y="1684"/>
                    <a:pt x="1286" y="1684"/>
                  </a:cubicBezTo>
                  <a:cubicBezTo>
                    <a:pt x="1286" y="1684"/>
                    <a:pt x="1285" y="1687"/>
                    <a:pt x="1284" y="1693"/>
                  </a:cubicBezTo>
                  <a:close/>
                  <a:moveTo>
                    <a:pt x="1347" y="1730"/>
                  </a:moveTo>
                  <a:cubicBezTo>
                    <a:pt x="1350" y="1729"/>
                    <a:pt x="1352" y="1729"/>
                    <a:pt x="1352" y="1729"/>
                  </a:cubicBezTo>
                  <a:cubicBezTo>
                    <a:pt x="1358" y="1734"/>
                    <a:pt x="1362" y="1738"/>
                    <a:pt x="1364" y="1743"/>
                  </a:cubicBezTo>
                  <a:cubicBezTo>
                    <a:pt x="1358" y="1739"/>
                    <a:pt x="1353" y="1734"/>
                    <a:pt x="1347" y="1730"/>
                  </a:cubicBezTo>
                  <a:close/>
                </a:path>
              </a:pathLst>
            </a:custGeom>
            <a:solidFill>
              <a:srgbClr val="FFCCCC"/>
            </a:solidFill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fr-FR"/>
            </a:p>
          </p:txBody>
        </p:sp>
      </p:grpSp>
      <p:grpSp>
        <p:nvGrpSpPr>
          <p:cNvPr id="65540" name="child-full-body-front-illustration">
            <a:extLst>
              <a:ext uri="{FF2B5EF4-FFF2-40B4-BE49-F238E27FC236}">
                <a16:creationId xmlns:a16="http://schemas.microsoft.com/office/drawing/2014/main" id="{7E163DB3-C648-418A-9F4D-A32F26198CFC}"/>
              </a:ext>
            </a:extLst>
          </p:cNvPr>
          <p:cNvGrpSpPr>
            <a:grpSpLocks/>
          </p:cNvGrpSpPr>
          <p:nvPr/>
        </p:nvGrpSpPr>
        <p:grpSpPr bwMode="auto">
          <a:xfrm>
            <a:off x="3352800" y="3200400"/>
            <a:ext cx="720725" cy="2411413"/>
            <a:chOff x="910" y="2016"/>
            <a:chExt cx="616" cy="2066"/>
          </a:xfrm>
        </p:grpSpPr>
        <p:sp>
          <p:nvSpPr>
            <p:cNvPr id="65556" name="Freeform 10">
              <a:extLst>
                <a:ext uri="{FF2B5EF4-FFF2-40B4-BE49-F238E27FC236}">
                  <a16:creationId xmlns:a16="http://schemas.microsoft.com/office/drawing/2014/main" id="{FDE8017E-6F0B-4F58-AF79-01D3297E983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10" y="2016"/>
              <a:ext cx="616" cy="2066"/>
            </a:xfrm>
            <a:custGeom>
              <a:avLst/>
              <a:gdLst>
                <a:gd name="T0" fmla="*/ 395 w 755"/>
                <a:gd name="T1" fmla="*/ 598 h 2549"/>
                <a:gd name="T2" fmla="*/ 336 w 755"/>
                <a:gd name="T3" fmla="*/ 283 h 2549"/>
                <a:gd name="T4" fmla="*/ 252 w 755"/>
                <a:gd name="T5" fmla="*/ 204 h 2549"/>
                <a:gd name="T6" fmla="*/ 274 w 755"/>
                <a:gd name="T7" fmla="*/ 184 h 2549"/>
                <a:gd name="T8" fmla="*/ 284 w 755"/>
                <a:gd name="T9" fmla="*/ 172 h 2549"/>
                <a:gd name="T10" fmla="*/ 295 w 755"/>
                <a:gd name="T11" fmla="*/ 156 h 2549"/>
                <a:gd name="T12" fmla="*/ 291 w 755"/>
                <a:gd name="T13" fmla="*/ 151 h 2549"/>
                <a:gd name="T14" fmla="*/ 292 w 755"/>
                <a:gd name="T15" fmla="*/ 139 h 2549"/>
                <a:gd name="T16" fmla="*/ 296 w 755"/>
                <a:gd name="T17" fmla="*/ 122 h 2549"/>
                <a:gd name="T18" fmla="*/ 299 w 755"/>
                <a:gd name="T19" fmla="*/ 97 h 2549"/>
                <a:gd name="T20" fmla="*/ 244 w 755"/>
                <a:gd name="T21" fmla="*/ 7 h 2549"/>
                <a:gd name="T22" fmla="*/ 172 w 755"/>
                <a:gd name="T23" fmla="*/ 2 h 2549"/>
                <a:gd name="T24" fmla="*/ 146 w 755"/>
                <a:gd name="T25" fmla="*/ 15 h 2549"/>
                <a:gd name="T26" fmla="*/ 110 w 755"/>
                <a:gd name="T27" fmla="*/ 102 h 2549"/>
                <a:gd name="T28" fmla="*/ 113 w 755"/>
                <a:gd name="T29" fmla="*/ 139 h 2549"/>
                <a:gd name="T30" fmla="*/ 119 w 755"/>
                <a:gd name="T31" fmla="*/ 163 h 2549"/>
                <a:gd name="T32" fmla="*/ 117 w 755"/>
                <a:gd name="T33" fmla="*/ 181 h 2549"/>
                <a:gd name="T34" fmla="*/ 129 w 755"/>
                <a:gd name="T35" fmla="*/ 179 h 2549"/>
                <a:gd name="T36" fmla="*/ 138 w 755"/>
                <a:gd name="T37" fmla="*/ 190 h 2549"/>
                <a:gd name="T38" fmla="*/ 157 w 755"/>
                <a:gd name="T39" fmla="*/ 205 h 2549"/>
                <a:gd name="T40" fmla="*/ 132 w 755"/>
                <a:gd name="T41" fmla="*/ 255 h 2549"/>
                <a:gd name="T42" fmla="*/ 25 w 755"/>
                <a:gd name="T43" fmla="*/ 502 h 2549"/>
                <a:gd name="T44" fmla="*/ 18 w 755"/>
                <a:gd name="T45" fmla="*/ 786 h 2549"/>
                <a:gd name="T46" fmla="*/ 55 w 755"/>
                <a:gd name="T47" fmla="*/ 792 h 2549"/>
                <a:gd name="T48" fmla="*/ 56 w 755"/>
                <a:gd name="T49" fmla="*/ 785 h 2549"/>
                <a:gd name="T50" fmla="*/ 56 w 755"/>
                <a:gd name="T51" fmla="*/ 782 h 2549"/>
                <a:gd name="T52" fmla="*/ 55 w 755"/>
                <a:gd name="T53" fmla="*/ 781 h 2549"/>
                <a:gd name="T54" fmla="*/ 46 w 755"/>
                <a:gd name="T55" fmla="*/ 704 h 2549"/>
                <a:gd name="T56" fmla="*/ 102 w 755"/>
                <a:gd name="T57" fmla="*/ 423 h 2549"/>
                <a:gd name="T58" fmla="*/ 90 w 755"/>
                <a:gd name="T59" fmla="*/ 693 h 2549"/>
                <a:gd name="T60" fmla="*/ 125 w 755"/>
                <a:gd name="T61" fmla="*/ 1146 h 2549"/>
                <a:gd name="T62" fmla="*/ 122 w 755"/>
                <a:gd name="T63" fmla="*/ 1341 h 2549"/>
                <a:gd name="T64" fmla="*/ 122 w 755"/>
                <a:gd name="T65" fmla="*/ 1345 h 2549"/>
                <a:gd name="T66" fmla="*/ 125 w 755"/>
                <a:gd name="T67" fmla="*/ 1347 h 2549"/>
                <a:gd name="T68" fmla="*/ 127 w 755"/>
                <a:gd name="T69" fmla="*/ 1350 h 2549"/>
                <a:gd name="T70" fmla="*/ 129 w 755"/>
                <a:gd name="T71" fmla="*/ 1350 h 2549"/>
                <a:gd name="T72" fmla="*/ 131 w 755"/>
                <a:gd name="T73" fmla="*/ 1353 h 2549"/>
                <a:gd name="T74" fmla="*/ 135 w 755"/>
                <a:gd name="T75" fmla="*/ 1354 h 2549"/>
                <a:gd name="T76" fmla="*/ 139 w 755"/>
                <a:gd name="T77" fmla="*/ 1355 h 2549"/>
                <a:gd name="T78" fmla="*/ 144 w 755"/>
                <a:gd name="T79" fmla="*/ 1354 h 2549"/>
                <a:gd name="T80" fmla="*/ 193 w 755"/>
                <a:gd name="T81" fmla="*/ 1350 h 2549"/>
                <a:gd name="T82" fmla="*/ 198 w 755"/>
                <a:gd name="T83" fmla="*/ 1038 h 2549"/>
                <a:gd name="T84" fmla="*/ 213 w 755"/>
                <a:gd name="T85" fmla="*/ 744 h 2549"/>
                <a:gd name="T86" fmla="*/ 223 w 755"/>
                <a:gd name="T87" fmla="*/ 1208 h 2549"/>
                <a:gd name="T88" fmla="*/ 244 w 755"/>
                <a:gd name="T89" fmla="*/ 1352 h 2549"/>
                <a:gd name="T90" fmla="*/ 267 w 755"/>
                <a:gd name="T91" fmla="*/ 1354 h 2549"/>
                <a:gd name="T92" fmla="*/ 273 w 755"/>
                <a:gd name="T93" fmla="*/ 1355 h 2549"/>
                <a:gd name="T94" fmla="*/ 277 w 755"/>
                <a:gd name="T95" fmla="*/ 1354 h 2549"/>
                <a:gd name="T96" fmla="*/ 280 w 755"/>
                <a:gd name="T97" fmla="*/ 1353 h 2549"/>
                <a:gd name="T98" fmla="*/ 281 w 755"/>
                <a:gd name="T99" fmla="*/ 1350 h 2549"/>
                <a:gd name="T100" fmla="*/ 284 w 755"/>
                <a:gd name="T101" fmla="*/ 1349 h 2549"/>
                <a:gd name="T102" fmla="*/ 286 w 755"/>
                <a:gd name="T103" fmla="*/ 1347 h 2549"/>
                <a:gd name="T104" fmla="*/ 288 w 755"/>
                <a:gd name="T105" fmla="*/ 1345 h 2549"/>
                <a:gd name="T106" fmla="*/ 288 w 755"/>
                <a:gd name="T107" fmla="*/ 1341 h 2549"/>
                <a:gd name="T108" fmla="*/ 285 w 755"/>
                <a:gd name="T109" fmla="*/ 1148 h 2549"/>
                <a:gd name="T110" fmla="*/ 313 w 755"/>
                <a:gd name="T111" fmla="*/ 593 h 2549"/>
                <a:gd name="T112" fmla="*/ 301 w 755"/>
                <a:gd name="T113" fmla="*/ 361 h 2549"/>
                <a:gd name="T114" fmla="*/ 357 w 755"/>
                <a:gd name="T115" fmla="*/ 781 h 2549"/>
                <a:gd name="T116" fmla="*/ 354 w 755"/>
                <a:gd name="T117" fmla="*/ 782 h 2549"/>
                <a:gd name="T118" fmla="*/ 354 w 755"/>
                <a:gd name="T119" fmla="*/ 785 h 2549"/>
                <a:gd name="T120" fmla="*/ 402 w 755"/>
                <a:gd name="T121" fmla="*/ 772 h 2549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755" h="2549">
                  <a:moveTo>
                    <a:pt x="213" y="323"/>
                  </a:moveTo>
                  <a:cubicBezTo>
                    <a:pt x="211" y="324"/>
                    <a:pt x="209" y="325"/>
                    <a:pt x="206" y="327"/>
                  </a:cubicBezTo>
                  <a:cubicBezTo>
                    <a:pt x="209" y="326"/>
                    <a:pt x="211" y="325"/>
                    <a:pt x="213" y="323"/>
                  </a:cubicBezTo>
                  <a:close/>
                  <a:moveTo>
                    <a:pt x="752" y="1414"/>
                  </a:moveTo>
                  <a:cubicBezTo>
                    <a:pt x="749" y="1408"/>
                    <a:pt x="744" y="1370"/>
                    <a:pt x="737" y="1348"/>
                  </a:cubicBezTo>
                  <a:cubicBezTo>
                    <a:pt x="732" y="1330"/>
                    <a:pt x="727" y="1252"/>
                    <a:pt x="730" y="1216"/>
                  </a:cubicBezTo>
                  <a:cubicBezTo>
                    <a:pt x="732" y="1187"/>
                    <a:pt x="726" y="1142"/>
                    <a:pt x="727" y="1123"/>
                  </a:cubicBezTo>
                  <a:cubicBezTo>
                    <a:pt x="728" y="1016"/>
                    <a:pt x="714" y="963"/>
                    <a:pt x="709" y="943"/>
                  </a:cubicBezTo>
                  <a:cubicBezTo>
                    <a:pt x="705" y="923"/>
                    <a:pt x="701" y="897"/>
                    <a:pt x="692" y="855"/>
                  </a:cubicBezTo>
                  <a:cubicBezTo>
                    <a:pt x="691" y="852"/>
                    <a:pt x="691" y="850"/>
                    <a:pt x="690" y="847"/>
                  </a:cubicBezTo>
                  <a:cubicBezTo>
                    <a:pt x="690" y="847"/>
                    <a:pt x="690" y="846"/>
                    <a:pt x="690" y="846"/>
                  </a:cubicBezTo>
                  <a:cubicBezTo>
                    <a:pt x="681" y="777"/>
                    <a:pt x="648" y="637"/>
                    <a:pt x="630" y="569"/>
                  </a:cubicBezTo>
                  <a:cubicBezTo>
                    <a:pt x="628" y="561"/>
                    <a:pt x="626" y="554"/>
                    <a:pt x="624" y="548"/>
                  </a:cubicBezTo>
                  <a:cubicBezTo>
                    <a:pt x="622" y="540"/>
                    <a:pt x="620" y="534"/>
                    <a:pt x="619" y="532"/>
                  </a:cubicBezTo>
                  <a:cubicBezTo>
                    <a:pt x="616" y="526"/>
                    <a:pt x="612" y="520"/>
                    <a:pt x="608" y="515"/>
                  </a:cubicBezTo>
                  <a:cubicBezTo>
                    <a:pt x="597" y="500"/>
                    <a:pt x="580" y="486"/>
                    <a:pt x="553" y="482"/>
                  </a:cubicBezTo>
                  <a:cubicBezTo>
                    <a:pt x="552" y="482"/>
                    <a:pt x="550" y="481"/>
                    <a:pt x="548" y="481"/>
                  </a:cubicBezTo>
                  <a:cubicBezTo>
                    <a:pt x="548" y="481"/>
                    <a:pt x="547" y="481"/>
                    <a:pt x="547" y="481"/>
                  </a:cubicBezTo>
                  <a:cubicBezTo>
                    <a:pt x="529" y="478"/>
                    <a:pt x="488" y="472"/>
                    <a:pt x="466" y="445"/>
                  </a:cubicBezTo>
                  <a:cubicBezTo>
                    <a:pt x="457" y="434"/>
                    <a:pt x="451" y="419"/>
                    <a:pt x="450" y="398"/>
                  </a:cubicBezTo>
                  <a:cubicBezTo>
                    <a:pt x="455" y="393"/>
                    <a:pt x="460" y="389"/>
                    <a:pt x="465" y="384"/>
                  </a:cubicBezTo>
                  <a:cubicBezTo>
                    <a:pt x="480" y="368"/>
                    <a:pt x="491" y="352"/>
                    <a:pt x="493" y="344"/>
                  </a:cubicBezTo>
                  <a:cubicBezTo>
                    <a:pt x="493" y="343"/>
                    <a:pt x="493" y="342"/>
                    <a:pt x="493" y="341"/>
                  </a:cubicBezTo>
                  <a:cubicBezTo>
                    <a:pt x="494" y="347"/>
                    <a:pt x="494" y="352"/>
                    <a:pt x="494" y="358"/>
                  </a:cubicBezTo>
                  <a:cubicBezTo>
                    <a:pt x="493" y="351"/>
                    <a:pt x="496" y="342"/>
                    <a:pt x="499" y="336"/>
                  </a:cubicBezTo>
                  <a:cubicBezTo>
                    <a:pt x="499" y="342"/>
                    <a:pt x="501" y="346"/>
                    <a:pt x="505" y="351"/>
                  </a:cubicBezTo>
                  <a:cubicBezTo>
                    <a:pt x="504" y="348"/>
                    <a:pt x="504" y="345"/>
                    <a:pt x="504" y="342"/>
                  </a:cubicBezTo>
                  <a:cubicBezTo>
                    <a:pt x="504" y="343"/>
                    <a:pt x="505" y="344"/>
                    <a:pt x="505" y="345"/>
                  </a:cubicBezTo>
                  <a:cubicBezTo>
                    <a:pt x="505" y="343"/>
                    <a:pt x="504" y="340"/>
                    <a:pt x="504" y="338"/>
                  </a:cubicBezTo>
                  <a:cubicBezTo>
                    <a:pt x="504" y="332"/>
                    <a:pt x="505" y="326"/>
                    <a:pt x="505" y="320"/>
                  </a:cubicBezTo>
                  <a:cubicBezTo>
                    <a:pt x="505" y="320"/>
                    <a:pt x="505" y="320"/>
                    <a:pt x="505" y="320"/>
                  </a:cubicBezTo>
                  <a:cubicBezTo>
                    <a:pt x="505" y="327"/>
                    <a:pt x="509" y="337"/>
                    <a:pt x="516" y="341"/>
                  </a:cubicBezTo>
                  <a:cubicBezTo>
                    <a:pt x="510" y="337"/>
                    <a:pt x="510" y="326"/>
                    <a:pt x="510" y="319"/>
                  </a:cubicBezTo>
                  <a:cubicBezTo>
                    <a:pt x="513" y="325"/>
                    <a:pt x="519" y="329"/>
                    <a:pt x="526" y="329"/>
                  </a:cubicBezTo>
                  <a:cubicBezTo>
                    <a:pt x="524" y="327"/>
                    <a:pt x="523" y="325"/>
                    <a:pt x="522" y="323"/>
                  </a:cubicBezTo>
                  <a:cubicBezTo>
                    <a:pt x="523" y="323"/>
                    <a:pt x="524" y="323"/>
                    <a:pt x="524" y="323"/>
                  </a:cubicBezTo>
                  <a:cubicBezTo>
                    <a:pt x="523" y="321"/>
                    <a:pt x="521" y="319"/>
                    <a:pt x="520" y="316"/>
                  </a:cubicBezTo>
                  <a:cubicBezTo>
                    <a:pt x="519" y="312"/>
                    <a:pt x="519" y="308"/>
                    <a:pt x="518" y="304"/>
                  </a:cubicBezTo>
                  <a:cubicBezTo>
                    <a:pt x="518" y="304"/>
                    <a:pt x="518" y="304"/>
                    <a:pt x="518" y="304"/>
                  </a:cubicBezTo>
                  <a:cubicBezTo>
                    <a:pt x="524" y="309"/>
                    <a:pt x="534" y="310"/>
                    <a:pt x="540" y="308"/>
                  </a:cubicBezTo>
                  <a:cubicBezTo>
                    <a:pt x="536" y="308"/>
                    <a:pt x="532" y="306"/>
                    <a:pt x="528" y="303"/>
                  </a:cubicBezTo>
                  <a:cubicBezTo>
                    <a:pt x="534" y="301"/>
                    <a:pt x="538" y="297"/>
                    <a:pt x="544" y="294"/>
                  </a:cubicBezTo>
                  <a:cubicBezTo>
                    <a:pt x="542" y="295"/>
                    <a:pt x="540" y="295"/>
                    <a:pt x="538" y="294"/>
                  </a:cubicBezTo>
                  <a:cubicBezTo>
                    <a:pt x="540" y="294"/>
                    <a:pt x="542" y="293"/>
                    <a:pt x="544" y="292"/>
                  </a:cubicBezTo>
                  <a:cubicBezTo>
                    <a:pt x="541" y="291"/>
                    <a:pt x="536" y="291"/>
                    <a:pt x="531" y="290"/>
                  </a:cubicBezTo>
                  <a:cubicBezTo>
                    <a:pt x="530" y="288"/>
                    <a:pt x="529" y="287"/>
                    <a:pt x="528" y="285"/>
                  </a:cubicBezTo>
                  <a:cubicBezTo>
                    <a:pt x="531" y="287"/>
                    <a:pt x="534" y="287"/>
                    <a:pt x="536" y="288"/>
                  </a:cubicBezTo>
                  <a:cubicBezTo>
                    <a:pt x="535" y="286"/>
                    <a:pt x="534" y="284"/>
                    <a:pt x="532" y="282"/>
                  </a:cubicBezTo>
                  <a:cubicBezTo>
                    <a:pt x="533" y="283"/>
                    <a:pt x="534" y="283"/>
                    <a:pt x="535" y="284"/>
                  </a:cubicBezTo>
                  <a:cubicBezTo>
                    <a:pt x="533" y="281"/>
                    <a:pt x="531" y="279"/>
                    <a:pt x="529" y="277"/>
                  </a:cubicBezTo>
                  <a:cubicBezTo>
                    <a:pt x="528" y="276"/>
                    <a:pt x="527" y="275"/>
                    <a:pt x="527" y="274"/>
                  </a:cubicBezTo>
                  <a:cubicBezTo>
                    <a:pt x="526" y="271"/>
                    <a:pt x="525" y="269"/>
                    <a:pt x="525" y="266"/>
                  </a:cubicBezTo>
                  <a:cubicBezTo>
                    <a:pt x="529" y="273"/>
                    <a:pt x="536" y="279"/>
                    <a:pt x="546" y="283"/>
                  </a:cubicBezTo>
                  <a:cubicBezTo>
                    <a:pt x="537" y="279"/>
                    <a:pt x="531" y="269"/>
                    <a:pt x="529" y="260"/>
                  </a:cubicBezTo>
                  <a:cubicBezTo>
                    <a:pt x="532" y="268"/>
                    <a:pt x="540" y="267"/>
                    <a:pt x="547" y="269"/>
                  </a:cubicBezTo>
                  <a:cubicBezTo>
                    <a:pt x="543" y="267"/>
                    <a:pt x="540" y="264"/>
                    <a:pt x="538" y="261"/>
                  </a:cubicBezTo>
                  <a:cubicBezTo>
                    <a:pt x="546" y="264"/>
                    <a:pt x="558" y="264"/>
                    <a:pt x="562" y="260"/>
                  </a:cubicBezTo>
                  <a:cubicBezTo>
                    <a:pt x="551" y="262"/>
                    <a:pt x="538" y="251"/>
                    <a:pt x="531" y="240"/>
                  </a:cubicBezTo>
                  <a:cubicBezTo>
                    <a:pt x="531" y="240"/>
                    <a:pt x="531" y="240"/>
                    <a:pt x="531" y="240"/>
                  </a:cubicBezTo>
                  <a:cubicBezTo>
                    <a:pt x="534" y="243"/>
                    <a:pt x="539" y="244"/>
                    <a:pt x="543" y="246"/>
                  </a:cubicBezTo>
                  <a:cubicBezTo>
                    <a:pt x="540" y="244"/>
                    <a:pt x="537" y="240"/>
                    <a:pt x="535" y="236"/>
                  </a:cubicBezTo>
                  <a:cubicBezTo>
                    <a:pt x="544" y="243"/>
                    <a:pt x="557" y="247"/>
                    <a:pt x="563" y="241"/>
                  </a:cubicBezTo>
                  <a:cubicBezTo>
                    <a:pt x="554" y="241"/>
                    <a:pt x="549" y="236"/>
                    <a:pt x="545" y="229"/>
                  </a:cubicBezTo>
                  <a:cubicBezTo>
                    <a:pt x="545" y="230"/>
                    <a:pt x="546" y="230"/>
                    <a:pt x="547" y="230"/>
                  </a:cubicBezTo>
                  <a:cubicBezTo>
                    <a:pt x="545" y="228"/>
                    <a:pt x="544" y="227"/>
                    <a:pt x="542" y="225"/>
                  </a:cubicBezTo>
                  <a:cubicBezTo>
                    <a:pt x="541" y="222"/>
                    <a:pt x="539" y="219"/>
                    <a:pt x="538" y="216"/>
                  </a:cubicBezTo>
                  <a:cubicBezTo>
                    <a:pt x="537" y="213"/>
                    <a:pt x="537" y="211"/>
                    <a:pt x="538" y="208"/>
                  </a:cubicBezTo>
                  <a:cubicBezTo>
                    <a:pt x="546" y="214"/>
                    <a:pt x="554" y="221"/>
                    <a:pt x="564" y="223"/>
                  </a:cubicBezTo>
                  <a:cubicBezTo>
                    <a:pt x="551" y="210"/>
                    <a:pt x="537" y="196"/>
                    <a:pt x="532" y="177"/>
                  </a:cubicBezTo>
                  <a:cubicBezTo>
                    <a:pt x="537" y="180"/>
                    <a:pt x="543" y="183"/>
                    <a:pt x="549" y="182"/>
                  </a:cubicBezTo>
                  <a:cubicBezTo>
                    <a:pt x="537" y="173"/>
                    <a:pt x="527" y="160"/>
                    <a:pt x="522" y="145"/>
                  </a:cubicBezTo>
                  <a:cubicBezTo>
                    <a:pt x="521" y="141"/>
                    <a:pt x="520" y="135"/>
                    <a:pt x="519" y="130"/>
                  </a:cubicBezTo>
                  <a:cubicBezTo>
                    <a:pt x="518" y="124"/>
                    <a:pt x="517" y="119"/>
                    <a:pt x="516" y="114"/>
                  </a:cubicBezTo>
                  <a:cubicBezTo>
                    <a:pt x="511" y="97"/>
                    <a:pt x="500" y="61"/>
                    <a:pt x="483" y="49"/>
                  </a:cubicBezTo>
                  <a:cubicBezTo>
                    <a:pt x="485" y="50"/>
                    <a:pt x="487" y="52"/>
                    <a:pt x="488" y="53"/>
                  </a:cubicBezTo>
                  <a:cubicBezTo>
                    <a:pt x="477" y="35"/>
                    <a:pt x="457" y="14"/>
                    <a:pt x="434" y="13"/>
                  </a:cubicBezTo>
                  <a:cubicBezTo>
                    <a:pt x="439" y="13"/>
                    <a:pt x="444" y="13"/>
                    <a:pt x="448" y="13"/>
                  </a:cubicBezTo>
                  <a:cubicBezTo>
                    <a:pt x="426" y="1"/>
                    <a:pt x="398" y="2"/>
                    <a:pt x="376" y="7"/>
                  </a:cubicBezTo>
                  <a:cubicBezTo>
                    <a:pt x="378" y="6"/>
                    <a:pt x="386" y="3"/>
                    <a:pt x="390" y="1"/>
                  </a:cubicBezTo>
                  <a:cubicBezTo>
                    <a:pt x="371" y="1"/>
                    <a:pt x="355" y="3"/>
                    <a:pt x="338" y="9"/>
                  </a:cubicBezTo>
                  <a:cubicBezTo>
                    <a:pt x="337" y="7"/>
                    <a:pt x="349" y="1"/>
                    <a:pt x="350" y="1"/>
                  </a:cubicBezTo>
                  <a:cubicBezTo>
                    <a:pt x="347" y="0"/>
                    <a:pt x="343" y="2"/>
                    <a:pt x="340" y="3"/>
                  </a:cubicBezTo>
                  <a:cubicBezTo>
                    <a:pt x="338" y="4"/>
                    <a:pt x="336" y="5"/>
                    <a:pt x="335" y="7"/>
                  </a:cubicBezTo>
                  <a:cubicBezTo>
                    <a:pt x="330" y="5"/>
                    <a:pt x="323" y="2"/>
                    <a:pt x="318" y="4"/>
                  </a:cubicBezTo>
                  <a:cubicBezTo>
                    <a:pt x="321" y="5"/>
                    <a:pt x="324" y="5"/>
                    <a:pt x="326" y="8"/>
                  </a:cubicBezTo>
                  <a:cubicBezTo>
                    <a:pt x="326" y="8"/>
                    <a:pt x="326" y="9"/>
                    <a:pt x="326" y="9"/>
                  </a:cubicBezTo>
                  <a:cubicBezTo>
                    <a:pt x="320" y="8"/>
                    <a:pt x="314" y="6"/>
                    <a:pt x="308" y="7"/>
                  </a:cubicBezTo>
                  <a:cubicBezTo>
                    <a:pt x="299" y="8"/>
                    <a:pt x="289" y="11"/>
                    <a:pt x="281" y="14"/>
                  </a:cubicBezTo>
                  <a:cubicBezTo>
                    <a:pt x="286" y="14"/>
                    <a:pt x="291" y="14"/>
                    <a:pt x="296" y="14"/>
                  </a:cubicBezTo>
                  <a:cubicBezTo>
                    <a:pt x="284" y="15"/>
                    <a:pt x="255" y="24"/>
                    <a:pt x="248" y="34"/>
                  </a:cubicBezTo>
                  <a:cubicBezTo>
                    <a:pt x="254" y="31"/>
                    <a:pt x="262" y="29"/>
                    <a:pt x="269" y="29"/>
                  </a:cubicBezTo>
                  <a:cubicBezTo>
                    <a:pt x="248" y="35"/>
                    <a:pt x="224" y="52"/>
                    <a:pt x="212" y="70"/>
                  </a:cubicBezTo>
                  <a:cubicBezTo>
                    <a:pt x="216" y="65"/>
                    <a:pt x="223" y="61"/>
                    <a:pt x="228" y="58"/>
                  </a:cubicBezTo>
                  <a:cubicBezTo>
                    <a:pt x="221" y="69"/>
                    <a:pt x="211" y="77"/>
                    <a:pt x="207" y="91"/>
                  </a:cubicBezTo>
                  <a:cubicBezTo>
                    <a:pt x="205" y="95"/>
                    <a:pt x="205" y="100"/>
                    <a:pt x="204" y="105"/>
                  </a:cubicBezTo>
                  <a:cubicBezTo>
                    <a:pt x="197" y="121"/>
                    <a:pt x="197" y="137"/>
                    <a:pt x="198" y="154"/>
                  </a:cubicBezTo>
                  <a:cubicBezTo>
                    <a:pt x="198" y="161"/>
                    <a:pt x="199" y="168"/>
                    <a:pt x="199" y="175"/>
                  </a:cubicBezTo>
                  <a:cubicBezTo>
                    <a:pt x="199" y="180"/>
                    <a:pt x="200" y="186"/>
                    <a:pt x="202" y="192"/>
                  </a:cubicBezTo>
                  <a:cubicBezTo>
                    <a:pt x="202" y="205"/>
                    <a:pt x="202" y="218"/>
                    <a:pt x="197" y="229"/>
                  </a:cubicBezTo>
                  <a:cubicBezTo>
                    <a:pt x="201" y="226"/>
                    <a:pt x="205" y="220"/>
                    <a:pt x="207" y="215"/>
                  </a:cubicBezTo>
                  <a:cubicBezTo>
                    <a:pt x="209" y="232"/>
                    <a:pt x="202" y="246"/>
                    <a:pt x="199" y="261"/>
                  </a:cubicBezTo>
                  <a:cubicBezTo>
                    <a:pt x="203" y="258"/>
                    <a:pt x="206" y="253"/>
                    <a:pt x="209" y="248"/>
                  </a:cubicBezTo>
                  <a:cubicBezTo>
                    <a:pt x="209" y="249"/>
                    <a:pt x="209" y="251"/>
                    <a:pt x="209" y="254"/>
                  </a:cubicBezTo>
                  <a:cubicBezTo>
                    <a:pt x="205" y="260"/>
                    <a:pt x="199" y="267"/>
                    <a:pt x="193" y="270"/>
                  </a:cubicBezTo>
                  <a:cubicBezTo>
                    <a:pt x="198" y="269"/>
                    <a:pt x="203" y="266"/>
                    <a:pt x="207" y="262"/>
                  </a:cubicBezTo>
                  <a:cubicBezTo>
                    <a:pt x="205" y="271"/>
                    <a:pt x="202" y="281"/>
                    <a:pt x="200" y="287"/>
                  </a:cubicBezTo>
                  <a:cubicBezTo>
                    <a:pt x="197" y="293"/>
                    <a:pt x="195" y="299"/>
                    <a:pt x="192" y="305"/>
                  </a:cubicBezTo>
                  <a:cubicBezTo>
                    <a:pt x="198" y="300"/>
                    <a:pt x="207" y="293"/>
                    <a:pt x="210" y="285"/>
                  </a:cubicBezTo>
                  <a:cubicBezTo>
                    <a:pt x="210" y="285"/>
                    <a:pt x="210" y="285"/>
                    <a:pt x="211" y="285"/>
                  </a:cubicBezTo>
                  <a:cubicBezTo>
                    <a:pt x="216" y="297"/>
                    <a:pt x="204" y="315"/>
                    <a:pt x="193" y="322"/>
                  </a:cubicBezTo>
                  <a:cubicBezTo>
                    <a:pt x="198" y="322"/>
                    <a:pt x="202" y="320"/>
                    <a:pt x="206" y="317"/>
                  </a:cubicBezTo>
                  <a:cubicBezTo>
                    <a:pt x="212" y="315"/>
                    <a:pt x="216" y="312"/>
                    <a:pt x="219" y="306"/>
                  </a:cubicBezTo>
                  <a:cubicBezTo>
                    <a:pt x="219" y="308"/>
                    <a:pt x="219" y="310"/>
                    <a:pt x="219" y="311"/>
                  </a:cubicBezTo>
                  <a:cubicBezTo>
                    <a:pt x="217" y="315"/>
                    <a:pt x="216" y="319"/>
                    <a:pt x="213" y="323"/>
                  </a:cubicBezTo>
                  <a:cubicBezTo>
                    <a:pt x="214" y="322"/>
                    <a:pt x="216" y="321"/>
                    <a:pt x="217" y="320"/>
                  </a:cubicBezTo>
                  <a:cubicBezTo>
                    <a:pt x="214" y="326"/>
                    <a:pt x="209" y="333"/>
                    <a:pt x="204" y="338"/>
                  </a:cubicBezTo>
                  <a:cubicBezTo>
                    <a:pt x="211" y="336"/>
                    <a:pt x="219" y="329"/>
                    <a:pt x="223" y="321"/>
                  </a:cubicBezTo>
                  <a:cubicBezTo>
                    <a:pt x="223" y="322"/>
                    <a:pt x="223" y="322"/>
                    <a:pt x="223" y="323"/>
                  </a:cubicBezTo>
                  <a:cubicBezTo>
                    <a:pt x="222" y="328"/>
                    <a:pt x="218" y="335"/>
                    <a:pt x="214" y="339"/>
                  </a:cubicBezTo>
                  <a:cubicBezTo>
                    <a:pt x="217" y="337"/>
                    <a:pt x="220" y="334"/>
                    <a:pt x="223" y="332"/>
                  </a:cubicBezTo>
                  <a:cubicBezTo>
                    <a:pt x="223" y="331"/>
                    <a:pt x="223" y="331"/>
                    <a:pt x="224" y="331"/>
                  </a:cubicBezTo>
                  <a:cubicBezTo>
                    <a:pt x="223" y="336"/>
                    <a:pt x="222" y="341"/>
                    <a:pt x="219" y="345"/>
                  </a:cubicBezTo>
                  <a:cubicBezTo>
                    <a:pt x="224" y="342"/>
                    <a:pt x="228" y="338"/>
                    <a:pt x="231" y="334"/>
                  </a:cubicBezTo>
                  <a:cubicBezTo>
                    <a:pt x="231" y="335"/>
                    <a:pt x="231" y="336"/>
                    <a:pt x="231" y="337"/>
                  </a:cubicBezTo>
                  <a:cubicBezTo>
                    <a:pt x="229" y="342"/>
                    <a:pt x="224" y="346"/>
                    <a:pt x="223" y="351"/>
                  </a:cubicBezTo>
                  <a:cubicBezTo>
                    <a:pt x="228" y="348"/>
                    <a:pt x="234" y="343"/>
                    <a:pt x="238" y="337"/>
                  </a:cubicBezTo>
                  <a:cubicBezTo>
                    <a:pt x="238" y="342"/>
                    <a:pt x="238" y="346"/>
                    <a:pt x="238" y="350"/>
                  </a:cubicBezTo>
                  <a:cubicBezTo>
                    <a:pt x="239" y="350"/>
                    <a:pt x="239" y="349"/>
                    <a:pt x="240" y="349"/>
                  </a:cubicBezTo>
                  <a:cubicBezTo>
                    <a:pt x="239" y="351"/>
                    <a:pt x="239" y="353"/>
                    <a:pt x="239" y="355"/>
                  </a:cubicBezTo>
                  <a:cubicBezTo>
                    <a:pt x="243" y="350"/>
                    <a:pt x="246" y="344"/>
                    <a:pt x="249" y="338"/>
                  </a:cubicBezTo>
                  <a:cubicBezTo>
                    <a:pt x="250" y="344"/>
                    <a:pt x="252" y="351"/>
                    <a:pt x="254" y="356"/>
                  </a:cubicBezTo>
                  <a:cubicBezTo>
                    <a:pt x="254" y="355"/>
                    <a:pt x="254" y="355"/>
                    <a:pt x="254" y="354"/>
                  </a:cubicBezTo>
                  <a:cubicBezTo>
                    <a:pt x="254" y="355"/>
                    <a:pt x="254" y="356"/>
                    <a:pt x="254" y="357"/>
                  </a:cubicBezTo>
                  <a:cubicBezTo>
                    <a:pt x="254" y="356"/>
                    <a:pt x="254" y="355"/>
                    <a:pt x="254" y="353"/>
                  </a:cubicBezTo>
                  <a:cubicBezTo>
                    <a:pt x="255" y="350"/>
                    <a:pt x="255" y="348"/>
                    <a:pt x="255" y="345"/>
                  </a:cubicBezTo>
                  <a:cubicBezTo>
                    <a:pt x="256" y="344"/>
                    <a:pt x="256" y="344"/>
                    <a:pt x="256" y="344"/>
                  </a:cubicBezTo>
                  <a:cubicBezTo>
                    <a:pt x="259" y="343"/>
                    <a:pt x="262" y="352"/>
                    <a:pt x="265" y="353"/>
                  </a:cubicBezTo>
                  <a:cubicBezTo>
                    <a:pt x="264" y="352"/>
                    <a:pt x="264" y="351"/>
                    <a:pt x="264" y="351"/>
                  </a:cubicBezTo>
                  <a:cubicBezTo>
                    <a:pt x="266" y="351"/>
                    <a:pt x="267" y="351"/>
                    <a:pt x="268" y="351"/>
                  </a:cubicBezTo>
                  <a:cubicBezTo>
                    <a:pt x="275" y="364"/>
                    <a:pt x="283" y="376"/>
                    <a:pt x="290" y="385"/>
                  </a:cubicBezTo>
                  <a:cubicBezTo>
                    <a:pt x="292" y="386"/>
                    <a:pt x="293" y="388"/>
                    <a:pt x="295" y="389"/>
                  </a:cubicBezTo>
                  <a:cubicBezTo>
                    <a:pt x="298" y="392"/>
                    <a:pt x="302" y="395"/>
                    <a:pt x="306" y="398"/>
                  </a:cubicBezTo>
                  <a:cubicBezTo>
                    <a:pt x="306" y="399"/>
                    <a:pt x="306" y="401"/>
                    <a:pt x="306" y="402"/>
                  </a:cubicBezTo>
                  <a:cubicBezTo>
                    <a:pt x="306" y="403"/>
                    <a:pt x="306" y="403"/>
                    <a:pt x="306" y="404"/>
                  </a:cubicBezTo>
                  <a:cubicBezTo>
                    <a:pt x="306" y="405"/>
                    <a:pt x="306" y="406"/>
                    <a:pt x="306" y="407"/>
                  </a:cubicBezTo>
                  <a:cubicBezTo>
                    <a:pt x="306" y="440"/>
                    <a:pt x="288" y="460"/>
                    <a:pt x="267" y="471"/>
                  </a:cubicBezTo>
                  <a:cubicBezTo>
                    <a:pt x="258" y="476"/>
                    <a:pt x="250" y="478"/>
                    <a:pt x="243" y="480"/>
                  </a:cubicBezTo>
                  <a:cubicBezTo>
                    <a:pt x="231" y="484"/>
                    <a:pt x="179" y="486"/>
                    <a:pt x="149" y="519"/>
                  </a:cubicBezTo>
                  <a:cubicBezTo>
                    <a:pt x="145" y="523"/>
                    <a:pt x="142" y="527"/>
                    <a:pt x="139" y="532"/>
                  </a:cubicBezTo>
                  <a:cubicBezTo>
                    <a:pt x="136" y="535"/>
                    <a:pt x="132" y="548"/>
                    <a:pt x="127" y="566"/>
                  </a:cubicBezTo>
                  <a:cubicBezTo>
                    <a:pt x="120" y="586"/>
                    <a:pt x="115" y="609"/>
                    <a:pt x="111" y="626"/>
                  </a:cubicBezTo>
                  <a:cubicBezTo>
                    <a:pt x="91" y="708"/>
                    <a:pt x="67" y="818"/>
                    <a:pt x="63" y="846"/>
                  </a:cubicBezTo>
                  <a:cubicBezTo>
                    <a:pt x="59" y="867"/>
                    <a:pt x="56" y="887"/>
                    <a:pt x="54" y="903"/>
                  </a:cubicBezTo>
                  <a:cubicBezTo>
                    <a:pt x="51" y="920"/>
                    <a:pt x="48" y="934"/>
                    <a:pt x="46" y="943"/>
                  </a:cubicBezTo>
                  <a:cubicBezTo>
                    <a:pt x="42" y="963"/>
                    <a:pt x="23" y="1017"/>
                    <a:pt x="24" y="1124"/>
                  </a:cubicBezTo>
                  <a:cubicBezTo>
                    <a:pt x="24" y="1143"/>
                    <a:pt x="23" y="1187"/>
                    <a:pt x="25" y="1216"/>
                  </a:cubicBezTo>
                  <a:cubicBezTo>
                    <a:pt x="29" y="1252"/>
                    <a:pt x="23" y="1330"/>
                    <a:pt x="18" y="1348"/>
                  </a:cubicBezTo>
                  <a:cubicBezTo>
                    <a:pt x="12" y="1370"/>
                    <a:pt x="6" y="1408"/>
                    <a:pt x="3" y="1414"/>
                  </a:cubicBezTo>
                  <a:cubicBezTo>
                    <a:pt x="0" y="1419"/>
                    <a:pt x="6" y="1426"/>
                    <a:pt x="9" y="1432"/>
                  </a:cubicBezTo>
                  <a:cubicBezTo>
                    <a:pt x="12" y="1438"/>
                    <a:pt x="12" y="1443"/>
                    <a:pt x="16" y="1451"/>
                  </a:cubicBezTo>
                  <a:cubicBezTo>
                    <a:pt x="19" y="1457"/>
                    <a:pt x="28" y="1470"/>
                    <a:pt x="33" y="1477"/>
                  </a:cubicBezTo>
                  <a:cubicBezTo>
                    <a:pt x="38" y="1485"/>
                    <a:pt x="57" y="1493"/>
                    <a:pt x="72" y="1498"/>
                  </a:cubicBezTo>
                  <a:cubicBezTo>
                    <a:pt x="82" y="1501"/>
                    <a:pt x="101" y="1511"/>
                    <a:pt x="103" y="1507"/>
                  </a:cubicBezTo>
                  <a:cubicBezTo>
                    <a:pt x="106" y="1499"/>
                    <a:pt x="105" y="1492"/>
                    <a:pt x="99" y="1488"/>
                  </a:cubicBezTo>
                  <a:cubicBezTo>
                    <a:pt x="100" y="1488"/>
                    <a:pt x="100" y="1488"/>
                    <a:pt x="101" y="1488"/>
                  </a:cubicBezTo>
                  <a:cubicBezTo>
                    <a:pt x="101" y="1488"/>
                    <a:pt x="101" y="1488"/>
                    <a:pt x="101" y="1488"/>
                  </a:cubicBezTo>
                  <a:cubicBezTo>
                    <a:pt x="101" y="1488"/>
                    <a:pt x="102" y="1487"/>
                    <a:pt x="102" y="1487"/>
                  </a:cubicBezTo>
                  <a:cubicBezTo>
                    <a:pt x="102" y="1487"/>
                    <a:pt x="102" y="1487"/>
                    <a:pt x="102" y="1487"/>
                  </a:cubicBezTo>
                  <a:cubicBezTo>
                    <a:pt x="102" y="1487"/>
                    <a:pt x="102" y="1487"/>
                    <a:pt x="102" y="1487"/>
                  </a:cubicBezTo>
                  <a:cubicBezTo>
                    <a:pt x="103" y="1487"/>
                    <a:pt x="103" y="1487"/>
                    <a:pt x="103" y="1486"/>
                  </a:cubicBezTo>
                  <a:cubicBezTo>
                    <a:pt x="103" y="1486"/>
                    <a:pt x="103" y="1486"/>
                    <a:pt x="103" y="1486"/>
                  </a:cubicBezTo>
                  <a:cubicBezTo>
                    <a:pt x="103" y="1486"/>
                    <a:pt x="104" y="1486"/>
                    <a:pt x="104" y="1485"/>
                  </a:cubicBezTo>
                  <a:cubicBezTo>
                    <a:pt x="104" y="1485"/>
                    <a:pt x="104" y="1485"/>
                    <a:pt x="104" y="1484"/>
                  </a:cubicBezTo>
                  <a:cubicBezTo>
                    <a:pt x="105" y="1482"/>
                    <a:pt x="105" y="1480"/>
                    <a:pt x="103" y="1476"/>
                  </a:cubicBezTo>
                  <a:cubicBezTo>
                    <a:pt x="103" y="1476"/>
                    <a:pt x="103" y="1475"/>
                    <a:pt x="104" y="1475"/>
                  </a:cubicBezTo>
                  <a:cubicBezTo>
                    <a:pt x="104" y="1474"/>
                    <a:pt x="104" y="1474"/>
                    <a:pt x="104" y="1474"/>
                  </a:cubicBezTo>
                  <a:cubicBezTo>
                    <a:pt x="104" y="1473"/>
                    <a:pt x="104" y="1473"/>
                    <a:pt x="104" y="1473"/>
                  </a:cubicBezTo>
                  <a:cubicBezTo>
                    <a:pt x="104" y="1473"/>
                    <a:pt x="104" y="1473"/>
                    <a:pt x="104" y="1472"/>
                  </a:cubicBezTo>
                  <a:cubicBezTo>
                    <a:pt x="104" y="1472"/>
                    <a:pt x="104" y="1472"/>
                    <a:pt x="104" y="1472"/>
                  </a:cubicBezTo>
                  <a:cubicBezTo>
                    <a:pt x="104" y="1472"/>
                    <a:pt x="104" y="1472"/>
                    <a:pt x="104" y="1471"/>
                  </a:cubicBezTo>
                  <a:cubicBezTo>
                    <a:pt x="104" y="1471"/>
                    <a:pt x="104" y="1471"/>
                    <a:pt x="104" y="1471"/>
                  </a:cubicBezTo>
                  <a:cubicBezTo>
                    <a:pt x="103" y="1471"/>
                    <a:pt x="103" y="1471"/>
                    <a:pt x="103" y="1470"/>
                  </a:cubicBezTo>
                  <a:cubicBezTo>
                    <a:pt x="103" y="1470"/>
                    <a:pt x="103" y="1470"/>
                    <a:pt x="103" y="1470"/>
                  </a:cubicBezTo>
                  <a:cubicBezTo>
                    <a:pt x="103" y="1470"/>
                    <a:pt x="103" y="1470"/>
                    <a:pt x="103" y="1470"/>
                  </a:cubicBezTo>
                  <a:cubicBezTo>
                    <a:pt x="102" y="1469"/>
                    <a:pt x="101" y="1468"/>
                    <a:pt x="100" y="1467"/>
                  </a:cubicBezTo>
                  <a:cubicBezTo>
                    <a:pt x="100" y="1467"/>
                    <a:pt x="100" y="1467"/>
                    <a:pt x="100" y="1467"/>
                  </a:cubicBezTo>
                  <a:cubicBezTo>
                    <a:pt x="101" y="1467"/>
                    <a:pt x="101" y="1467"/>
                    <a:pt x="101" y="1467"/>
                  </a:cubicBezTo>
                  <a:cubicBezTo>
                    <a:pt x="100" y="1466"/>
                    <a:pt x="100" y="1466"/>
                    <a:pt x="100" y="1466"/>
                  </a:cubicBezTo>
                  <a:cubicBezTo>
                    <a:pt x="100" y="1466"/>
                    <a:pt x="100" y="1466"/>
                    <a:pt x="100" y="1466"/>
                  </a:cubicBezTo>
                  <a:cubicBezTo>
                    <a:pt x="101" y="1466"/>
                    <a:pt x="102" y="1465"/>
                    <a:pt x="103" y="1463"/>
                  </a:cubicBezTo>
                  <a:cubicBezTo>
                    <a:pt x="106" y="1454"/>
                    <a:pt x="105" y="1434"/>
                    <a:pt x="103" y="1423"/>
                  </a:cubicBezTo>
                  <a:cubicBezTo>
                    <a:pt x="104" y="1413"/>
                    <a:pt x="104" y="1381"/>
                    <a:pt x="96" y="1359"/>
                  </a:cubicBezTo>
                  <a:cubicBezTo>
                    <a:pt x="90" y="1345"/>
                    <a:pt x="85" y="1334"/>
                    <a:pt x="85" y="1325"/>
                  </a:cubicBezTo>
                  <a:cubicBezTo>
                    <a:pt x="85" y="1325"/>
                    <a:pt x="85" y="1324"/>
                    <a:pt x="85" y="1323"/>
                  </a:cubicBezTo>
                  <a:cubicBezTo>
                    <a:pt x="85" y="1323"/>
                    <a:pt x="85" y="1322"/>
                    <a:pt x="84" y="1321"/>
                  </a:cubicBezTo>
                  <a:cubicBezTo>
                    <a:pt x="84" y="1321"/>
                    <a:pt x="84" y="1321"/>
                    <a:pt x="84" y="1321"/>
                  </a:cubicBezTo>
                  <a:cubicBezTo>
                    <a:pt x="83" y="1296"/>
                    <a:pt x="94" y="1204"/>
                    <a:pt x="105" y="1151"/>
                  </a:cubicBezTo>
                  <a:cubicBezTo>
                    <a:pt x="108" y="1137"/>
                    <a:pt x="112" y="1123"/>
                    <a:pt x="117" y="1110"/>
                  </a:cubicBezTo>
                  <a:cubicBezTo>
                    <a:pt x="121" y="1096"/>
                    <a:pt x="124" y="1082"/>
                    <a:pt x="127" y="1068"/>
                  </a:cubicBezTo>
                  <a:cubicBezTo>
                    <a:pt x="139" y="1010"/>
                    <a:pt x="139" y="966"/>
                    <a:pt x="141" y="954"/>
                  </a:cubicBezTo>
                  <a:cubicBezTo>
                    <a:pt x="144" y="939"/>
                    <a:pt x="187" y="737"/>
                    <a:pt x="193" y="703"/>
                  </a:cubicBezTo>
                  <a:cubicBezTo>
                    <a:pt x="192" y="737"/>
                    <a:pt x="192" y="737"/>
                    <a:pt x="192" y="737"/>
                  </a:cubicBezTo>
                  <a:cubicBezTo>
                    <a:pt x="188" y="794"/>
                    <a:pt x="188" y="794"/>
                    <a:pt x="188" y="794"/>
                  </a:cubicBezTo>
                  <a:cubicBezTo>
                    <a:pt x="189" y="801"/>
                    <a:pt x="189" y="809"/>
                    <a:pt x="190" y="817"/>
                  </a:cubicBezTo>
                  <a:cubicBezTo>
                    <a:pt x="189" y="826"/>
                    <a:pt x="189" y="826"/>
                    <a:pt x="189" y="826"/>
                  </a:cubicBezTo>
                  <a:cubicBezTo>
                    <a:pt x="190" y="830"/>
                    <a:pt x="190" y="834"/>
                    <a:pt x="190" y="838"/>
                  </a:cubicBezTo>
                  <a:cubicBezTo>
                    <a:pt x="191" y="879"/>
                    <a:pt x="190" y="925"/>
                    <a:pt x="191" y="941"/>
                  </a:cubicBezTo>
                  <a:cubicBezTo>
                    <a:pt x="192" y="971"/>
                    <a:pt x="183" y="1003"/>
                    <a:pt x="186" y="1054"/>
                  </a:cubicBezTo>
                  <a:cubicBezTo>
                    <a:pt x="187" y="1081"/>
                    <a:pt x="185" y="1134"/>
                    <a:pt x="173" y="1201"/>
                  </a:cubicBezTo>
                  <a:cubicBezTo>
                    <a:pt x="165" y="1234"/>
                    <a:pt x="165" y="1262"/>
                    <a:pt x="165" y="1302"/>
                  </a:cubicBezTo>
                  <a:cubicBezTo>
                    <a:pt x="163" y="1380"/>
                    <a:pt x="163" y="1487"/>
                    <a:pt x="175" y="1577"/>
                  </a:cubicBezTo>
                  <a:cubicBezTo>
                    <a:pt x="176" y="1581"/>
                    <a:pt x="177" y="1586"/>
                    <a:pt x="177" y="1591"/>
                  </a:cubicBezTo>
                  <a:cubicBezTo>
                    <a:pt x="186" y="1657"/>
                    <a:pt x="205" y="1735"/>
                    <a:pt x="214" y="1782"/>
                  </a:cubicBezTo>
                  <a:cubicBezTo>
                    <a:pt x="223" y="1831"/>
                    <a:pt x="215" y="1854"/>
                    <a:pt x="217" y="1886"/>
                  </a:cubicBezTo>
                  <a:cubicBezTo>
                    <a:pt x="219" y="1902"/>
                    <a:pt x="204" y="1988"/>
                    <a:pt x="220" y="2097"/>
                  </a:cubicBezTo>
                  <a:cubicBezTo>
                    <a:pt x="222" y="2115"/>
                    <a:pt x="225" y="2133"/>
                    <a:pt x="229" y="2150"/>
                  </a:cubicBezTo>
                  <a:cubicBezTo>
                    <a:pt x="229" y="2151"/>
                    <a:pt x="229" y="2152"/>
                    <a:pt x="230" y="2153"/>
                  </a:cubicBezTo>
                  <a:cubicBezTo>
                    <a:pt x="246" y="2234"/>
                    <a:pt x="260" y="2305"/>
                    <a:pt x="265" y="2325"/>
                  </a:cubicBezTo>
                  <a:cubicBezTo>
                    <a:pt x="276" y="2372"/>
                    <a:pt x="266" y="2377"/>
                    <a:pt x="271" y="2400"/>
                  </a:cubicBezTo>
                  <a:cubicBezTo>
                    <a:pt x="275" y="2424"/>
                    <a:pt x="276" y="2421"/>
                    <a:pt x="263" y="2444"/>
                  </a:cubicBezTo>
                  <a:cubicBezTo>
                    <a:pt x="251" y="2459"/>
                    <a:pt x="231" y="2491"/>
                    <a:pt x="225" y="2499"/>
                  </a:cubicBezTo>
                  <a:cubicBezTo>
                    <a:pt x="218" y="2506"/>
                    <a:pt x="222" y="2513"/>
                    <a:pt x="225" y="2518"/>
                  </a:cubicBezTo>
                  <a:cubicBezTo>
                    <a:pt x="224" y="2518"/>
                    <a:pt x="224" y="2519"/>
                    <a:pt x="224" y="2520"/>
                  </a:cubicBezTo>
                  <a:cubicBezTo>
                    <a:pt x="224" y="2520"/>
                    <a:pt x="224" y="2520"/>
                    <a:pt x="224" y="2520"/>
                  </a:cubicBezTo>
                  <a:cubicBezTo>
                    <a:pt x="224" y="2521"/>
                    <a:pt x="224" y="2521"/>
                    <a:pt x="224" y="2522"/>
                  </a:cubicBezTo>
                  <a:cubicBezTo>
                    <a:pt x="224" y="2522"/>
                    <a:pt x="224" y="2522"/>
                    <a:pt x="224" y="2522"/>
                  </a:cubicBezTo>
                  <a:cubicBezTo>
                    <a:pt x="224" y="2523"/>
                    <a:pt x="224" y="2523"/>
                    <a:pt x="224" y="2523"/>
                  </a:cubicBezTo>
                  <a:cubicBezTo>
                    <a:pt x="224" y="2524"/>
                    <a:pt x="224" y="2524"/>
                    <a:pt x="224" y="2524"/>
                  </a:cubicBezTo>
                  <a:cubicBezTo>
                    <a:pt x="224" y="2524"/>
                    <a:pt x="224" y="2525"/>
                    <a:pt x="224" y="2525"/>
                  </a:cubicBezTo>
                  <a:cubicBezTo>
                    <a:pt x="224" y="2525"/>
                    <a:pt x="224" y="2525"/>
                    <a:pt x="224" y="2526"/>
                  </a:cubicBezTo>
                  <a:cubicBezTo>
                    <a:pt x="225" y="2526"/>
                    <a:pt x="225" y="2526"/>
                    <a:pt x="225" y="2527"/>
                  </a:cubicBezTo>
                  <a:cubicBezTo>
                    <a:pt x="225" y="2527"/>
                    <a:pt x="225" y="2527"/>
                    <a:pt x="225" y="2527"/>
                  </a:cubicBezTo>
                  <a:cubicBezTo>
                    <a:pt x="225" y="2527"/>
                    <a:pt x="226" y="2528"/>
                    <a:pt x="226" y="2528"/>
                  </a:cubicBezTo>
                  <a:cubicBezTo>
                    <a:pt x="226" y="2528"/>
                    <a:pt x="226" y="2528"/>
                    <a:pt x="226" y="2529"/>
                  </a:cubicBezTo>
                  <a:cubicBezTo>
                    <a:pt x="226" y="2529"/>
                    <a:pt x="227" y="2529"/>
                    <a:pt x="227" y="2529"/>
                  </a:cubicBezTo>
                  <a:cubicBezTo>
                    <a:pt x="227" y="2529"/>
                    <a:pt x="227" y="2530"/>
                    <a:pt x="227" y="2530"/>
                  </a:cubicBezTo>
                  <a:cubicBezTo>
                    <a:pt x="228" y="2530"/>
                    <a:pt x="228" y="2530"/>
                    <a:pt x="228" y="2530"/>
                  </a:cubicBezTo>
                  <a:cubicBezTo>
                    <a:pt x="228" y="2531"/>
                    <a:pt x="229" y="2531"/>
                    <a:pt x="229" y="2531"/>
                  </a:cubicBezTo>
                  <a:cubicBezTo>
                    <a:pt x="229" y="2531"/>
                    <a:pt x="229" y="2531"/>
                    <a:pt x="229" y="2531"/>
                  </a:cubicBezTo>
                  <a:cubicBezTo>
                    <a:pt x="230" y="2532"/>
                    <a:pt x="230" y="2532"/>
                    <a:pt x="230" y="2532"/>
                  </a:cubicBezTo>
                  <a:cubicBezTo>
                    <a:pt x="230" y="2532"/>
                    <a:pt x="231" y="2532"/>
                    <a:pt x="231" y="2532"/>
                  </a:cubicBezTo>
                  <a:cubicBezTo>
                    <a:pt x="231" y="2533"/>
                    <a:pt x="232" y="2533"/>
                    <a:pt x="232" y="2533"/>
                  </a:cubicBezTo>
                  <a:cubicBezTo>
                    <a:pt x="232" y="2533"/>
                    <a:pt x="232" y="2533"/>
                    <a:pt x="232" y="2533"/>
                  </a:cubicBezTo>
                  <a:cubicBezTo>
                    <a:pt x="233" y="2533"/>
                    <a:pt x="233" y="2533"/>
                    <a:pt x="233" y="2534"/>
                  </a:cubicBezTo>
                  <a:cubicBezTo>
                    <a:pt x="233" y="2534"/>
                    <a:pt x="234" y="2534"/>
                    <a:pt x="234" y="2534"/>
                  </a:cubicBezTo>
                  <a:cubicBezTo>
                    <a:pt x="234" y="2534"/>
                    <a:pt x="234" y="2534"/>
                    <a:pt x="235" y="2534"/>
                  </a:cubicBezTo>
                  <a:cubicBezTo>
                    <a:pt x="235" y="2534"/>
                    <a:pt x="235" y="2534"/>
                    <a:pt x="235" y="2534"/>
                  </a:cubicBezTo>
                  <a:cubicBezTo>
                    <a:pt x="235" y="2534"/>
                    <a:pt x="236" y="2534"/>
                    <a:pt x="236" y="2534"/>
                  </a:cubicBezTo>
                  <a:cubicBezTo>
                    <a:pt x="236" y="2534"/>
                    <a:pt x="236" y="2534"/>
                    <a:pt x="236" y="2534"/>
                  </a:cubicBezTo>
                  <a:cubicBezTo>
                    <a:pt x="237" y="2535"/>
                    <a:pt x="237" y="2535"/>
                    <a:pt x="237" y="2535"/>
                  </a:cubicBezTo>
                  <a:cubicBezTo>
                    <a:pt x="238" y="2535"/>
                    <a:pt x="238" y="2535"/>
                    <a:pt x="238" y="2535"/>
                  </a:cubicBezTo>
                  <a:cubicBezTo>
                    <a:pt x="238" y="2535"/>
                    <a:pt x="238" y="2535"/>
                    <a:pt x="238" y="2535"/>
                  </a:cubicBezTo>
                  <a:cubicBezTo>
                    <a:pt x="238" y="2535"/>
                    <a:pt x="239" y="2535"/>
                    <a:pt x="239" y="2535"/>
                  </a:cubicBezTo>
                  <a:cubicBezTo>
                    <a:pt x="239" y="2535"/>
                    <a:pt x="238" y="2536"/>
                    <a:pt x="239" y="2537"/>
                  </a:cubicBezTo>
                  <a:cubicBezTo>
                    <a:pt x="239" y="2537"/>
                    <a:pt x="239" y="2537"/>
                    <a:pt x="239" y="2537"/>
                  </a:cubicBezTo>
                  <a:cubicBezTo>
                    <a:pt x="239" y="2537"/>
                    <a:pt x="239" y="2538"/>
                    <a:pt x="239" y="2538"/>
                  </a:cubicBezTo>
                  <a:cubicBezTo>
                    <a:pt x="239" y="2538"/>
                    <a:pt x="239" y="2538"/>
                    <a:pt x="239" y="2538"/>
                  </a:cubicBezTo>
                  <a:cubicBezTo>
                    <a:pt x="239" y="2539"/>
                    <a:pt x="240" y="2540"/>
                    <a:pt x="240" y="2540"/>
                  </a:cubicBezTo>
                  <a:cubicBezTo>
                    <a:pt x="240" y="2540"/>
                    <a:pt x="240" y="2540"/>
                    <a:pt x="240" y="2540"/>
                  </a:cubicBezTo>
                  <a:cubicBezTo>
                    <a:pt x="240" y="2541"/>
                    <a:pt x="241" y="2541"/>
                    <a:pt x="241" y="2541"/>
                  </a:cubicBezTo>
                  <a:cubicBezTo>
                    <a:pt x="241" y="2541"/>
                    <a:pt x="241" y="2541"/>
                    <a:pt x="241" y="2541"/>
                  </a:cubicBezTo>
                  <a:cubicBezTo>
                    <a:pt x="242" y="2542"/>
                    <a:pt x="242" y="2542"/>
                    <a:pt x="243" y="2543"/>
                  </a:cubicBezTo>
                  <a:cubicBezTo>
                    <a:pt x="243" y="2543"/>
                    <a:pt x="243" y="2543"/>
                    <a:pt x="243" y="2543"/>
                  </a:cubicBezTo>
                  <a:cubicBezTo>
                    <a:pt x="244" y="2543"/>
                    <a:pt x="244" y="2543"/>
                    <a:pt x="245" y="2543"/>
                  </a:cubicBezTo>
                  <a:cubicBezTo>
                    <a:pt x="245" y="2543"/>
                    <a:pt x="245" y="2544"/>
                    <a:pt x="245" y="2544"/>
                  </a:cubicBezTo>
                  <a:cubicBezTo>
                    <a:pt x="246" y="2544"/>
                    <a:pt x="247" y="2544"/>
                    <a:pt x="247" y="2544"/>
                  </a:cubicBezTo>
                  <a:cubicBezTo>
                    <a:pt x="247" y="2544"/>
                    <a:pt x="247" y="2544"/>
                    <a:pt x="247" y="2544"/>
                  </a:cubicBezTo>
                  <a:cubicBezTo>
                    <a:pt x="248" y="2544"/>
                    <a:pt x="249" y="2544"/>
                    <a:pt x="250" y="2545"/>
                  </a:cubicBezTo>
                  <a:cubicBezTo>
                    <a:pt x="250" y="2545"/>
                    <a:pt x="250" y="2545"/>
                    <a:pt x="250" y="2545"/>
                  </a:cubicBezTo>
                  <a:cubicBezTo>
                    <a:pt x="251" y="2545"/>
                    <a:pt x="251" y="2545"/>
                    <a:pt x="252" y="2545"/>
                  </a:cubicBezTo>
                  <a:cubicBezTo>
                    <a:pt x="252" y="2545"/>
                    <a:pt x="252" y="2545"/>
                    <a:pt x="253" y="2545"/>
                  </a:cubicBezTo>
                  <a:cubicBezTo>
                    <a:pt x="253" y="2545"/>
                    <a:pt x="254" y="2545"/>
                    <a:pt x="255" y="2545"/>
                  </a:cubicBezTo>
                  <a:cubicBezTo>
                    <a:pt x="255" y="2545"/>
                    <a:pt x="255" y="2545"/>
                    <a:pt x="255" y="2545"/>
                  </a:cubicBezTo>
                  <a:cubicBezTo>
                    <a:pt x="256" y="2545"/>
                    <a:pt x="257" y="2545"/>
                    <a:pt x="257" y="2545"/>
                  </a:cubicBezTo>
                  <a:cubicBezTo>
                    <a:pt x="258" y="2545"/>
                    <a:pt x="258" y="2545"/>
                    <a:pt x="258" y="2545"/>
                  </a:cubicBezTo>
                  <a:cubicBezTo>
                    <a:pt x="259" y="2545"/>
                    <a:pt x="259" y="2545"/>
                    <a:pt x="260" y="2544"/>
                  </a:cubicBezTo>
                  <a:cubicBezTo>
                    <a:pt x="260" y="2544"/>
                    <a:pt x="261" y="2544"/>
                    <a:pt x="261" y="2544"/>
                  </a:cubicBezTo>
                  <a:cubicBezTo>
                    <a:pt x="261" y="2544"/>
                    <a:pt x="262" y="2544"/>
                    <a:pt x="262" y="2544"/>
                  </a:cubicBezTo>
                  <a:cubicBezTo>
                    <a:pt x="263" y="2544"/>
                    <a:pt x="263" y="2544"/>
                    <a:pt x="263" y="2544"/>
                  </a:cubicBezTo>
                  <a:cubicBezTo>
                    <a:pt x="264" y="2544"/>
                    <a:pt x="264" y="2544"/>
                    <a:pt x="265" y="2543"/>
                  </a:cubicBezTo>
                  <a:cubicBezTo>
                    <a:pt x="265" y="2543"/>
                    <a:pt x="265" y="2543"/>
                    <a:pt x="266" y="2543"/>
                  </a:cubicBezTo>
                  <a:cubicBezTo>
                    <a:pt x="266" y="2543"/>
                    <a:pt x="266" y="2543"/>
                    <a:pt x="267" y="2543"/>
                  </a:cubicBezTo>
                  <a:cubicBezTo>
                    <a:pt x="267" y="2542"/>
                    <a:pt x="267" y="2542"/>
                    <a:pt x="268" y="2542"/>
                  </a:cubicBezTo>
                  <a:cubicBezTo>
                    <a:pt x="268" y="2542"/>
                    <a:pt x="268" y="2542"/>
                    <a:pt x="268" y="2542"/>
                  </a:cubicBezTo>
                  <a:cubicBezTo>
                    <a:pt x="269" y="2541"/>
                    <a:pt x="269" y="2541"/>
                    <a:pt x="270" y="2541"/>
                  </a:cubicBezTo>
                  <a:cubicBezTo>
                    <a:pt x="277" y="2548"/>
                    <a:pt x="297" y="2548"/>
                    <a:pt x="305" y="2539"/>
                  </a:cubicBezTo>
                  <a:cubicBezTo>
                    <a:pt x="318" y="2549"/>
                    <a:pt x="340" y="2549"/>
                    <a:pt x="354" y="2536"/>
                  </a:cubicBezTo>
                  <a:cubicBezTo>
                    <a:pt x="368" y="2523"/>
                    <a:pt x="370" y="2510"/>
                    <a:pt x="368" y="2498"/>
                  </a:cubicBezTo>
                  <a:cubicBezTo>
                    <a:pt x="367" y="2485"/>
                    <a:pt x="370" y="2480"/>
                    <a:pt x="373" y="2465"/>
                  </a:cubicBezTo>
                  <a:cubicBezTo>
                    <a:pt x="376" y="2449"/>
                    <a:pt x="378" y="2436"/>
                    <a:pt x="372" y="2425"/>
                  </a:cubicBezTo>
                  <a:cubicBezTo>
                    <a:pt x="365" y="2414"/>
                    <a:pt x="365" y="2408"/>
                    <a:pt x="365" y="2397"/>
                  </a:cubicBezTo>
                  <a:cubicBezTo>
                    <a:pt x="365" y="2386"/>
                    <a:pt x="370" y="2368"/>
                    <a:pt x="362" y="2354"/>
                  </a:cubicBezTo>
                  <a:cubicBezTo>
                    <a:pt x="354" y="2340"/>
                    <a:pt x="344" y="2305"/>
                    <a:pt x="346" y="2268"/>
                  </a:cubicBezTo>
                  <a:cubicBezTo>
                    <a:pt x="348" y="2231"/>
                    <a:pt x="378" y="2022"/>
                    <a:pt x="365" y="1951"/>
                  </a:cubicBezTo>
                  <a:cubicBezTo>
                    <a:pt x="352" y="1879"/>
                    <a:pt x="357" y="1865"/>
                    <a:pt x="360" y="1840"/>
                  </a:cubicBezTo>
                  <a:cubicBezTo>
                    <a:pt x="363" y="1816"/>
                    <a:pt x="371" y="1777"/>
                    <a:pt x="364" y="1725"/>
                  </a:cubicBezTo>
                  <a:cubicBezTo>
                    <a:pt x="361" y="1706"/>
                    <a:pt x="362" y="1622"/>
                    <a:pt x="363" y="1538"/>
                  </a:cubicBezTo>
                  <a:cubicBezTo>
                    <a:pt x="363" y="1484"/>
                    <a:pt x="368" y="1419"/>
                    <a:pt x="364" y="1398"/>
                  </a:cubicBezTo>
                  <a:cubicBezTo>
                    <a:pt x="368" y="1399"/>
                    <a:pt x="372" y="1400"/>
                    <a:pt x="376" y="1400"/>
                  </a:cubicBezTo>
                  <a:cubicBezTo>
                    <a:pt x="377" y="1400"/>
                    <a:pt x="377" y="1400"/>
                    <a:pt x="377" y="1400"/>
                  </a:cubicBezTo>
                  <a:cubicBezTo>
                    <a:pt x="382" y="1400"/>
                    <a:pt x="387" y="1399"/>
                    <a:pt x="392" y="1397"/>
                  </a:cubicBezTo>
                  <a:cubicBezTo>
                    <a:pt x="392" y="1398"/>
                    <a:pt x="392" y="1398"/>
                    <a:pt x="392" y="1398"/>
                  </a:cubicBezTo>
                  <a:cubicBezTo>
                    <a:pt x="391" y="1399"/>
                    <a:pt x="391" y="1401"/>
                    <a:pt x="391" y="1405"/>
                  </a:cubicBezTo>
                  <a:cubicBezTo>
                    <a:pt x="389" y="1431"/>
                    <a:pt x="392" y="1489"/>
                    <a:pt x="393" y="1538"/>
                  </a:cubicBezTo>
                  <a:cubicBezTo>
                    <a:pt x="393" y="1622"/>
                    <a:pt x="394" y="1706"/>
                    <a:pt x="391" y="1725"/>
                  </a:cubicBezTo>
                  <a:cubicBezTo>
                    <a:pt x="384" y="1777"/>
                    <a:pt x="392" y="1816"/>
                    <a:pt x="395" y="1840"/>
                  </a:cubicBezTo>
                  <a:cubicBezTo>
                    <a:pt x="398" y="1865"/>
                    <a:pt x="403" y="1879"/>
                    <a:pt x="390" y="1951"/>
                  </a:cubicBezTo>
                  <a:cubicBezTo>
                    <a:pt x="378" y="2022"/>
                    <a:pt x="408" y="2231"/>
                    <a:pt x="409" y="2268"/>
                  </a:cubicBezTo>
                  <a:cubicBezTo>
                    <a:pt x="411" y="2305"/>
                    <a:pt x="402" y="2340"/>
                    <a:pt x="394" y="2354"/>
                  </a:cubicBezTo>
                  <a:cubicBezTo>
                    <a:pt x="386" y="2368"/>
                    <a:pt x="390" y="2386"/>
                    <a:pt x="390" y="2397"/>
                  </a:cubicBezTo>
                  <a:cubicBezTo>
                    <a:pt x="390" y="2408"/>
                    <a:pt x="390" y="2414"/>
                    <a:pt x="384" y="2425"/>
                  </a:cubicBezTo>
                  <a:cubicBezTo>
                    <a:pt x="377" y="2436"/>
                    <a:pt x="379" y="2449"/>
                    <a:pt x="383" y="2465"/>
                  </a:cubicBezTo>
                  <a:cubicBezTo>
                    <a:pt x="386" y="2480"/>
                    <a:pt x="389" y="2485"/>
                    <a:pt x="387" y="2498"/>
                  </a:cubicBezTo>
                  <a:cubicBezTo>
                    <a:pt x="386" y="2510"/>
                    <a:pt x="387" y="2523"/>
                    <a:pt x="402" y="2536"/>
                  </a:cubicBezTo>
                  <a:cubicBezTo>
                    <a:pt x="416" y="2549"/>
                    <a:pt x="438" y="2549"/>
                    <a:pt x="450" y="2539"/>
                  </a:cubicBezTo>
                  <a:cubicBezTo>
                    <a:pt x="458" y="2548"/>
                    <a:pt x="478" y="2548"/>
                    <a:pt x="486" y="2541"/>
                  </a:cubicBezTo>
                  <a:cubicBezTo>
                    <a:pt x="486" y="2541"/>
                    <a:pt x="487" y="2541"/>
                    <a:pt x="487" y="2542"/>
                  </a:cubicBezTo>
                  <a:cubicBezTo>
                    <a:pt x="487" y="2542"/>
                    <a:pt x="487" y="2542"/>
                    <a:pt x="488" y="2542"/>
                  </a:cubicBezTo>
                  <a:cubicBezTo>
                    <a:pt x="488" y="2542"/>
                    <a:pt x="488" y="2542"/>
                    <a:pt x="489" y="2543"/>
                  </a:cubicBezTo>
                  <a:cubicBezTo>
                    <a:pt x="489" y="2543"/>
                    <a:pt x="489" y="2543"/>
                    <a:pt x="490" y="2543"/>
                  </a:cubicBezTo>
                  <a:cubicBezTo>
                    <a:pt x="490" y="2543"/>
                    <a:pt x="490" y="2543"/>
                    <a:pt x="491" y="2543"/>
                  </a:cubicBezTo>
                  <a:cubicBezTo>
                    <a:pt x="491" y="2544"/>
                    <a:pt x="492" y="2544"/>
                    <a:pt x="492" y="2544"/>
                  </a:cubicBezTo>
                  <a:cubicBezTo>
                    <a:pt x="492" y="2544"/>
                    <a:pt x="493" y="2544"/>
                    <a:pt x="493" y="2544"/>
                  </a:cubicBezTo>
                  <a:cubicBezTo>
                    <a:pt x="494" y="2544"/>
                    <a:pt x="494" y="2544"/>
                    <a:pt x="495" y="2544"/>
                  </a:cubicBezTo>
                  <a:cubicBezTo>
                    <a:pt x="495" y="2544"/>
                    <a:pt x="495" y="2544"/>
                    <a:pt x="496" y="2544"/>
                  </a:cubicBezTo>
                  <a:cubicBezTo>
                    <a:pt x="496" y="2545"/>
                    <a:pt x="497" y="2545"/>
                    <a:pt x="497" y="2545"/>
                  </a:cubicBezTo>
                  <a:cubicBezTo>
                    <a:pt x="498" y="2545"/>
                    <a:pt x="498" y="2545"/>
                    <a:pt x="498" y="2545"/>
                  </a:cubicBezTo>
                  <a:cubicBezTo>
                    <a:pt x="499" y="2545"/>
                    <a:pt x="499" y="2545"/>
                    <a:pt x="500" y="2545"/>
                  </a:cubicBezTo>
                  <a:cubicBezTo>
                    <a:pt x="500" y="2545"/>
                    <a:pt x="500" y="2545"/>
                    <a:pt x="501" y="2545"/>
                  </a:cubicBezTo>
                  <a:cubicBezTo>
                    <a:pt x="501" y="2545"/>
                    <a:pt x="502" y="2545"/>
                    <a:pt x="503" y="2545"/>
                  </a:cubicBezTo>
                  <a:cubicBezTo>
                    <a:pt x="503" y="2545"/>
                    <a:pt x="503" y="2545"/>
                    <a:pt x="503" y="2545"/>
                  </a:cubicBezTo>
                  <a:cubicBezTo>
                    <a:pt x="504" y="2545"/>
                    <a:pt x="505" y="2545"/>
                    <a:pt x="505" y="2545"/>
                  </a:cubicBezTo>
                  <a:cubicBezTo>
                    <a:pt x="506" y="2545"/>
                    <a:pt x="506" y="2545"/>
                    <a:pt x="506" y="2545"/>
                  </a:cubicBezTo>
                  <a:cubicBezTo>
                    <a:pt x="507" y="2544"/>
                    <a:pt x="507" y="2544"/>
                    <a:pt x="508" y="2544"/>
                  </a:cubicBezTo>
                  <a:cubicBezTo>
                    <a:pt x="508" y="2544"/>
                    <a:pt x="508" y="2544"/>
                    <a:pt x="508" y="2544"/>
                  </a:cubicBezTo>
                  <a:cubicBezTo>
                    <a:pt x="509" y="2544"/>
                    <a:pt x="510" y="2544"/>
                    <a:pt x="510" y="2544"/>
                  </a:cubicBezTo>
                  <a:cubicBezTo>
                    <a:pt x="510" y="2544"/>
                    <a:pt x="510" y="2543"/>
                    <a:pt x="510" y="2543"/>
                  </a:cubicBezTo>
                  <a:cubicBezTo>
                    <a:pt x="511" y="2543"/>
                    <a:pt x="512" y="2543"/>
                    <a:pt x="512" y="2543"/>
                  </a:cubicBezTo>
                  <a:cubicBezTo>
                    <a:pt x="512" y="2543"/>
                    <a:pt x="512" y="2543"/>
                    <a:pt x="512" y="2543"/>
                  </a:cubicBezTo>
                  <a:cubicBezTo>
                    <a:pt x="513" y="2542"/>
                    <a:pt x="514" y="2542"/>
                    <a:pt x="514" y="2541"/>
                  </a:cubicBezTo>
                  <a:cubicBezTo>
                    <a:pt x="514" y="2541"/>
                    <a:pt x="514" y="2541"/>
                    <a:pt x="514" y="2541"/>
                  </a:cubicBezTo>
                  <a:cubicBezTo>
                    <a:pt x="515" y="2541"/>
                    <a:pt x="515" y="2541"/>
                    <a:pt x="515" y="2540"/>
                  </a:cubicBezTo>
                  <a:cubicBezTo>
                    <a:pt x="515" y="2540"/>
                    <a:pt x="515" y="2540"/>
                    <a:pt x="515" y="2540"/>
                  </a:cubicBezTo>
                  <a:cubicBezTo>
                    <a:pt x="516" y="2540"/>
                    <a:pt x="516" y="2539"/>
                    <a:pt x="516" y="2538"/>
                  </a:cubicBezTo>
                  <a:cubicBezTo>
                    <a:pt x="516" y="2538"/>
                    <a:pt x="516" y="2538"/>
                    <a:pt x="516" y="2538"/>
                  </a:cubicBezTo>
                  <a:cubicBezTo>
                    <a:pt x="517" y="2538"/>
                    <a:pt x="517" y="2537"/>
                    <a:pt x="517" y="2537"/>
                  </a:cubicBezTo>
                  <a:cubicBezTo>
                    <a:pt x="517" y="2537"/>
                    <a:pt x="517" y="2537"/>
                    <a:pt x="517" y="2537"/>
                  </a:cubicBezTo>
                  <a:cubicBezTo>
                    <a:pt x="517" y="2536"/>
                    <a:pt x="517" y="2535"/>
                    <a:pt x="517" y="2535"/>
                  </a:cubicBezTo>
                  <a:cubicBezTo>
                    <a:pt x="517" y="2535"/>
                    <a:pt x="517" y="2535"/>
                    <a:pt x="517" y="2535"/>
                  </a:cubicBezTo>
                  <a:cubicBezTo>
                    <a:pt x="517" y="2535"/>
                    <a:pt x="518" y="2535"/>
                    <a:pt x="518" y="2535"/>
                  </a:cubicBezTo>
                  <a:cubicBezTo>
                    <a:pt x="518" y="2535"/>
                    <a:pt x="518" y="2535"/>
                    <a:pt x="518" y="2535"/>
                  </a:cubicBezTo>
                  <a:cubicBezTo>
                    <a:pt x="518" y="2535"/>
                    <a:pt x="519" y="2535"/>
                    <a:pt x="519" y="2534"/>
                  </a:cubicBezTo>
                  <a:cubicBezTo>
                    <a:pt x="519" y="2534"/>
                    <a:pt x="519" y="2534"/>
                    <a:pt x="519" y="2534"/>
                  </a:cubicBezTo>
                  <a:cubicBezTo>
                    <a:pt x="520" y="2534"/>
                    <a:pt x="520" y="2534"/>
                    <a:pt x="520" y="2534"/>
                  </a:cubicBezTo>
                  <a:cubicBezTo>
                    <a:pt x="521" y="2534"/>
                    <a:pt x="521" y="2534"/>
                    <a:pt x="521" y="2534"/>
                  </a:cubicBezTo>
                  <a:cubicBezTo>
                    <a:pt x="521" y="2534"/>
                    <a:pt x="521" y="2534"/>
                    <a:pt x="522" y="2534"/>
                  </a:cubicBezTo>
                  <a:cubicBezTo>
                    <a:pt x="522" y="2534"/>
                    <a:pt x="522" y="2534"/>
                    <a:pt x="522" y="2533"/>
                  </a:cubicBezTo>
                  <a:cubicBezTo>
                    <a:pt x="523" y="2533"/>
                    <a:pt x="523" y="2533"/>
                    <a:pt x="523" y="2533"/>
                  </a:cubicBezTo>
                  <a:cubicBezTo>
                    <a:pt x="523" y="2533"/>
                    <a:pt x="524" y="2533"/>
                    <a:pt x="524" y="2533"/>
                  </a:cubicBezTo>
                  <a:cubicBezTo>
                    <a:pt x="524" y="2533"/>
                    <a:pt x="524" y="2532"/>
                    <a:pt x="525" y="2532"/>
                  </a:cubicBezTo>
                  <a:cubicBezTo>
                    <a:pt x="525" y="2532"/>
                    <a:pt x="525" y="2532"/>
                    <a:pt x="525" y="2532"/>
                  </a:cubicBezTo>
                  <a:cubicBezTo>
                    <a:pt x="526" y="2532"/>
                    <a:pt x="526" y="2532"/>
                    <a:pt x="526" y="2531"/>
                  </a:cubicBezTo>
                  <a:cubicBezTo>
                    <a:pt x="526" y="2531"/>
                    <a:pt x="527" y="2531"/>
                    <a:pt x="527" y="2531"/>
                  </a:cubicBezTo>
                  <a:cubicBezTo>
                    <a:pt x="527" y="2531"/>
                    <a:pt x="527" y="2531"/>
                    <a:pt x="527" y="2530"/>
                  </a:cubicBezTo>
                  <a:cubicBezTo>
                    <a:pt x="528" y="2530"/>
                    <a:pt x="528" y="2530"/>
                    <a:pt x="528" y="2530"/>
                  </a:cubicBezTo>
                  <a:cubicBezTo>
                    <a:pt x="528" y="2530"/>
                    <a:pt x="528" y="2529"/>
                    <a:pt x="529" y="2529"/>
                  </a:cubicBezTo>
                  <a:cubicBezTo>
                    <a:pt x="529" y="2529"/>
                    <a:pt x="529" y="2529"/>
                    <a:pt x="529" y="2528"/>
                  </a:cubicBezTo>
                  <a:cubicBezTo>
                    <a:pt x="529" y="2528"/>
                    <a:pt x="530" y="2528"/>
                    <a:pt x="530" y="2528"/>
                  </a:cubicBezTo>
                  <a:cubicBezTo>
                    <a:pt x="530" y="2528"/>
                    <a:pt x="530" y="2527"/>
                    <a:pt x="530" y="2527"/>
                  </a:cubicBezTo>
                  <a:cubicBezTo>
                    <a:pt x="530" y="2527"/>
                    <a:pt x="530" y="2527"/>
                    <a:pt x="530" y="2527"/>
                  </a:cubicBezTo>
                  <a:cubicBezTo>
                    <a:pt x="531" y="2526"/>
                    <a:pt x="531" y="2526"/>
                    <a:pt x="531" y="2526"/>
                  </a:cubicBezTo>
                  <a:cubicBezTo>
                    <a:pt x="531" y="2525"/>
                    <a:pt x="531" y="2525"/>
                    <a:pt x="531" y="2525"/>
                  </a:cubicBezTo>
                  <a:cubicBezTo>
                    <a:pt x="531" y="2525"/>
                    <a:pt x="531" y="2524"/>
                    <a:pt x="531" y="2524"/>
                  </a:cubicBezTo>
                  <a:cubicBezTo>
                    <a:pt x="531" y="2524"/>
                    <a:pt x="532" y="2524"/>
                    <a:pt x="532" y="2523"/>
                  </a:cubicBezTo>
                  <a:cubicBezTo>
                    <a:pt x="532" y="2523"/>
                    <a:pt x="532" y="2523"/>
                    <a:pt x="532" y="2522"/>
                  </a:cubicBezTo>
                  <a:cubicBezTo>
                    <a:pt x="532" y="2522"/>
                    <a:pt x="532" y="2522"/>
                    <a:pt x="532" y="2522"/>
                  </a:cubicBezTo>
                  <a:cubicBezTo>
                    <a:pt x="532" y="2521"/>
                    <a:pt x="531" y="2521"/>
                    <a:pt x="531" y="2520"/>
                  </a:cubicBezTo>
                  <a:cubicBezTo>
                    <a:pt x="531" y="2520"/>
                    <a:pt x="531" y="2520"/>
                    <a:pt x="531" y="2520"/>
                  </a:cubicBezTo>
                  <a:cubicBezTo>
                    <a:pt x="531" y="2519"/>
                    <a:pt x="531" y="2518"/>
                    <a:pt x="531" y="2518"/>
                  </a:cubicBezTo>
                  <a:cubicBezTo>
                    <a:pt x="534" y="2513"/>
                    <a:pt x="537" y="2506"/>
                    <a:pt x="531" y="2499"/>
                  </a:cubicBezTo>
                  <a:cubicBezTo>
                    <a:pt x="524" y="2491"/>
                    <a:pt x="505" y="2459"/>
                    <a:pt x="493" y="2444"/>
                  </a:cubicBezTo>
                  <a:cubicBezTo>
                    <a:pt x="480" y="2421"/>
                    <a:pt x="480" y="2424"/>
                    <a:pt x="485" y="2400"/>
                  </a:cubicBezTo>
                  <a:cubicBezTo>
                    <a:pt x="490" y="2377"/>
                    <a:pt x="480" y="2372"/>
                    <a:pt x="491" y="2325"/>
                  </a:cubicBezTo>
                  <a:cubicBezTo>
                    <a:pt x="494" y="2310"/>
                    <a:pt x="505" y="2263"/>
                    <a:pt x="516" y="2205"/>
                  </a:cubicBezTo>
                  <a:cubicBezTo>
                    <a:pt x="519" y="2190"/>
                    <a:pt x="522" y="2174"/>
                    <a:pt x="525" y="2157"/>
                  </a:cubicBezTo>
                  <a:cubicBezTo>
                    <a:pt x="544" y="2067"/>
                    <a:pt x="536" y="1918"/>
                    <a:pt x="538" y="1886"/>
                  </a:cubicBezTo>
                  <a:cubicBezTo>
                    <a:pt x="540" y="1854"/>
                    <a:pt x="531" y="1834"/>
                    <a:pt x="540" y="1784"/>
                  </a:cubicBezTo>
                  <a:cubicBezTo>
                    <a:pt x="550" y="1735"/>
                    <a:pt x="568" y="1648"/>
                    <a:pt x="575" y="1579"/>
                  </a:cubicBezTo>
                  <a:cubicBezTo>
                    <a:pt x="587" y="1496"/>
                    <a:pt x="588" y="1463"/>
                    <a:pt x="591" y="1424"/>
                  </a:cubicBezTo>
                  <a:cubicBezTo>
                    <a:pt x="591" y="1415"/>
                    <a:pt x="592" y="1407"/>
                    <a:pt x="592" y="1398"/>
                  </a:cubicBezTo>
                  <a:cubicBezTo>
                    <a:pt x="600" y="1296"/>
                    <a:pt x="595" y="1261"/>
                    <a:pt x="588" y="1205"/>
                  </a:cubicBezTo>
                  <a:cubicBezTo>
                    <a:pt x="582" y="1173"/>
                    <a:pt x="578" y="1141"/>
                    <a:pt x="577" y="1114"/>
                  </a:cubicBezTo>
                  <a:cubicBezTo>
                    <a:pt x="575" y="1089"/>
                    <a:pt x="575" y="1070"/>
                    <a:pt x="575" y="1057"/>
                  </a:cubicBezTo>
                  <a:cubicBezTo>
                    <a:pt x="576" y="1009"/>
                    <a:pt x="564" y="981"/>
                    <a:pt x="561" y="955"/>
                  </a:cubicBezTo>
                  <a:cubicBezTo>
                    <a:pt x="562" y="955"/>
                    <a:pt x="561" y="954"/>
                    <a:pt x="562" y="953"/>
                  </a:cubicBezTo>
                  <a:cubicBezTo>
                    <a:pt x="562" y="950"/>
                    <a:pt x="562" y="942"/>
                    <a:pt x="562" y="932"/>
                  </a:cubicBezTo>
                  <a:cubicBezTo>
                    <a:pt x="563" y="903"/>
                    <a:pt x="567" y="833"/>
                    <a:pt x="563" y="769"/>
                  </a:cubicBezTo>
                  <a:cubicBezTo>
                    <a:pt x="561" y="750"/>
                    <a:pt x="559" y="733"/>
                    <a:pt x="557" y="718"/>
                  </a:cubicBezTo>
                  <a:cubicBezTo>
                    <a:pt x="556" y="702"/>
                    <a:pt x="555" y="689"/>
                    <a:pt x="554" y="679"/>
                  </a:cubicBezTo>
                  <a:cubicBezTo>
                    <a:pt x="587" y="826"/>
                    <a:pt x="587" y="826"/>
                    <a:pt x="587" y="826"/>
                  </a:cubicBezTo>
                  <a:cubicBezTo>
                    <a:pt x="593" y="861"/>
                    <a:pt x="611" y="939"/>
                    <a:pt x="614" y="954"/>
                  </a:cubicBezTo>
                  <a:cubicBezTo>
                    <a:pt x="617" y="969"/>
                    <a:pt x="619" y="1041"/>
                    <a:pt x="646" y="1124"/>
                  </a:cubicBezTo>
                  <a:cubicBezTo>
                    <a:pt x="660" y="1164"/>
                    <a:pt x="675" y="1305"/>
                    <a:pt x="670" y="1325"/>
                  </a:cubicBezTo>
                  <a:cubicBezTo>
                    <a:pt x="671" y="1334"/>
                    <a:pt x="668" y="1346"/>
                    <a:pt x="663" y="1360"/>
                  </a:cubicBezTo>
                  <a:cubicBezTo>
                    <a:pt x="655" y="1382"/>
                    <a:pt x="653" y="1414"/>
                    <a:pt x="654" y="1424"/>
                  </a:cubicBezTo>
                  <a:cubicBezTo>
                    <a:pt x="651" y="1437"/>
                    <a:pt x="642" y="1462"/>
                    <a:pt x="656" y="1466"/>
                  </a:cubicBezTo>
                  <a:cubicBezTo>
                    <a:pt x="656" y="1466"/>
                    <a:pt x="656" y="1466"/>
                    <a:pt x="655" y="1466"/>
                  </a:cubicBezTo>
                  <a:cubicBezTo>
                    <a:pt x="654" y="1467"/>
                    <a:pt x="654" y="1467"/>
                    <a:pt x="654" y="1467"/>
                  </a:cubicBezTo>
                  <a:cubicBezTo>
                    <a:pt x="654" y="1467"/>
                    <a:pt x="655" y="1467"/>
                    <a:pt x="655" y="1467"/>
                  </a:cubicBezTo>
                  <a:cubicBezTo>
                    <a:pt x="655" y="1467"/>
                    <a:pt x="655" y="1467"/>
                    <a:pt x="655" y="1467"/>
                  </a:cubicBezTo>
                  <a:cubicBezTo>
                    <a:pt x="654" y="1468"/>
                    <a:pt x="653" y="1469"/>
                    <a:pt x="653" y="1470"/>
                  </a:cubicBezTo>
                  <a:cubicBezTo>
                    <a:pt x="653" y="1470"/>
                    <a:pt x="653" y="1470"/>
                    <a:pt x="652" y="1470"/>
                  </a:cubicBezTo>
                  <a:cubicBezTo>
                    <a:pt x="652" y="1470"/>
                    <a:pt x="652" y="1470"/>
                    <a:pt x="652" y="1470"/>
                  </a:cubicBezTo>
                  <a:cubicBezTo>
                    <a:pt x="652" y="1471"/>
                    <a:pt x="652" y="1471"/>
                    <a:pt x="652" y="1471"/>
                  </a:cubicBezTo>
                  <a:cubicBezTo>
                    <a:pt x="652" y="1471"/>
                    <a:pt x="652" y="1471"/>
                    <a:pt x="652" y="1471"/>
                  </a:cubicBezTo>
                  <a:cubicBezTo>
                    <a:pt x="652" y="1472"/>
                    <a:pt x="652" y="1472"/>
                    <a:pt x="652" y="1472"/>
                  </a:cubicBezTo>
                  <a:cubicBezTo>
                    <a:pt x="652" y="1472"/>
                    <a:pt x="652" y="1472"/>
                    <a:pt x="652" y="1472"/>
                  </a:cubicBezTo>
                  <a:cubicBezTo>
                    <a:pt x="652" y="1473"/>
                    <a:pt x="652" y="1473"/>
                    <a:pt x="652" y="1473"/>
                  </a:cubicBezTo>
                  <a:cubicBezTo>
                    <a:pt x="652" y="1473"/>
                    <a:pt x="652" y="1473"/>
                    <a:pt x="652" y="1474"/>
                  </a:cubicBezTo>
                  <a:cubicBezTo>
                    <a:pt x="652" y="1474"/>
                    <a:pt x="652" y="1474"/>
                    <a:pt x="652" y="1475"/>
                  </a:cubicBezTo>
                  <a:cubicBezTo>
                    <a:pt x="652" y="1475"/>
                    <a:pt x="652" y="1476"/>
                    <a:pt x="652" y="1476"/>
                  </a:cubicBezTo>
                  <a:cubicBezTo>
                    <a:pt x="650" y="1480"/>
                    <a:pt x="650" y="1482"/>
                    <a:pt x="651" y="1484"/>
                  </a:cubicBezTo>
                  <a:cubicBezTo>
                    <a:pt x="652" y="1488"/>
                    <a:pt x="655" y="1488"/>
                    <a:pt x="657" y="1488"/>
                  </a:cubicBezTo>
                  <a:cubicBezTo>
                    <a:pt x="651" y="1492"/>
                    <a:pt x="649" y="1498"/>
                    <a:pt x="652" y="1507"/>
                  </a:cubicBezTo>
                  <a:cubicBezTo>
                    <a:pt x="654" y="1511"/>
                    <a:pt x="673" y="1501"/>
                    <a:pt x="683" y="1498"/>
                  </a:cubicBezTo>
                  <a:cubicBezTo>
                    <a:pt x="699" y="1493"/>
                    <a:pt x="718" y="1485"/>
                    <a:pt x="722" y="1477"/>
                  </a:cubicBezTo>
                  <a:cubicBezTo>
                    <a:pt x="727" y="1470"/>
                    <a:pt x="737" y="1457"/>
                    <a:pt x="740" y="1451"/>
                  </a:cubicBezTo>
                  <a:cubicBezTo>
                    <a:pt x="744" y="1443"/>
                    <a:pt x="743" y="1438"/>
                    <a:pt x="746" y="1432"/>
                  </a:cubicBezTo>
                  <a:cubicBezTo>
                    <a:pt x="749" y="1426"/>
                    <a:pt x="755" y="1419"/>
                    <a:pt x="752" y="1414"/>
                  </a:cubicBezTo>
                  <a:close/>
                  <a:moveTo>
                    <a:pt x="516" y="341"/>
                  </a:moveTo>
                  <a:cubicBezTo>
                    <a:pt x="517" y="341"/>
                    <a:pt x="518" y="342"/>
                    <a:pt x="519" y="342"/>
                  </a:cubicBezTo>
                  <a:cubicBezTo>
                    <a:pt x="518" y="342"/>
                    <a:pt x="517" y="341"/>
                    <a:pt x="516" y="341"/>
                  </a:cubicBezTo>
                  <a:close/>
                </a:path>
              </a:pathLst>
            </a:custGeom>
            <a:solidFill>
              <a:srgbClr val="FF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65557" name="Freeform 11">
              <a:extLst>
                <a:ext uri="{FF2B5EF4-FFF2-40B4-BE49-F238E27FC236}">
                  <a16:creationId xmlns:a16="http://schemas.microsoft.com/office/drawing/2014/main" id="{A1EB7BAE-8D08-4B08-8AE8-F24F822A4C5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10" y="2016"/>
              <a:ext cx="616" cy="2066"/>
            </a:xfrm>
            <a:custGeom>
              <a:avLst/>
              <a:gdLst>
                <a:gd name="T0" fmla="*/ 395 w 755"/>
                <a:gd name="T1" fmla="*/ 598 h 2549"/>
                <a:gd name="T2" fmla="*/ 336 w 755"/>
                <a:gd name="T3" fmla="*/ 283 h 2549"/>
                <a:gd name="T4" fmla="*/ 252 w 755"/>
                <a:gd name="T5" fmla="*/ 204 h 2549"/>
                <a:gd name="T6" fmla="*/ 274 w 755"/>
                <a:gd name="T7" fmla="*/ 184 h 2549"/>
                <a:gd name="T8" fmla="*/ 284 w 755"/>
                <a:gd name="T9" fmla="*/ 172 h 2549"/>
                <a:gd name="T10" fmla="*/ 295 w 755"/>
                <a:gd name="T11" fmla="*/ 156 h 2549"/>
                <a:gd name="T12" fmla="*/ 291 w 755"/>
                <a:gd name="T13" fmla="*/ 151 h 2549"/>
                <a:gd name="T14" fmla="*/ 292 w 755"/>
                <a:gd name="T15" fmla="*/ 139 h 2549"/>
                <a:gd name="T16" fmla="*/ 296 w 755"/>
                <a:gd name="T17" fmla="*/ 122 h 2549"/>
                <a:gd name="T18" fmla="*/ 299 w 755"/>
                <a:gd name="T19" fmla="*/ 97 h 2549"/>
                <a:gd name="T20" fmla="*/ 244 w 755"/>
                <a:gd name="T21" fmla="*/ 7 h 2549"/>
                <a:gd name="T22" fmla="*/ 172 w 755"/>
                <a:gd name="T23" fmla="*/ 2 h 2549"/>
                <a:gd name="T24" fmla="*/ 146 w 755"/>
                <a:gd name="T25" fmla="*/ 15 h 2549"/>
                <a:gd name="T26" fmla="*/ 110 w 755"/>
                <a:gd name="T27" fmla="*/ 102 h 2549"/>
                <a:gd name="T28" fmla="*/ 113 w 755"/>
                <a:gd name="T29" fmla="*/ 139 h 2549"/>
                <a:gd name="T30" fmla="*/ 119 w 755"/>
                <a:gd name="T31" fmla="*/ 163 h 2549"/>
                <a:gd name="T32" fmla="*/ 117 w 755"/>
                <a:gd name="T33" fmla="*/ 181 h 2549"/>
                <a:gd name="T34" fmla="*/ 129 w 755"/>
                <a:gd name="T35" fmla="*/ 179 h 2549"/>
                <a:gd name="T36" fmla="*/ 138 w 755"/>
                <a:gd name="T37" fmla="*/ 190 h 2549"/>
                <a:gd name="T38" fmla="*/ 157 w 755"/>
                <a:gd name="T39" fmla="*/ 205 h 2549"/>
                <a:gd name="T40" fmla="*/ 132 w 755"/>
                <a:gd name="T41" fmla="*/ 255 h 2549"/>
                <a:gd name="T42" fmla="*/ 25 w 755"/>
                <a:gd name="T43" fmla="*/ 502 h 2549"/>
                <a:gd name="T44" fmla="*/ 18 w 755"/>
                <a:gd name="T45" fmla="*/ 786 h 2549"/>
                <a:gd name="T46" fmla="*/ 55 w 755"/>
                <a:gd name="T47" fmla="*/ 792 h 2549"/>
                <a:gd name="T48" fmla="*/ 56 w 755"/>
                <a:gd name="T49" fmla="*/ 785 h 2549"/>
                <a:gd name="T50" fmla="*/ 56 w 755"/>
                <a:gd name="T51" fmla="*/ 782 h 2549"/>
                <a:gd name="T52" fmla="*/ 55 w 755"/>
                <a:gd name="T53" fmla="*/ 781 h 2549"/>
                <a:gd name="T54" fmla="*/ 46 w 755"/>
                <a:gd name="T55" fmla="*/ 704 h 2549"/>
                <a:gd name="T56" fmla="*/ 102 w 755"/>
                <a:gd name="T57" fmla="*/ 423 h 2549"/>
                <a:gd name="T58" fmla="*/ 90 w 755"/>
                <a:gd name="T59" fmla="*/ 693 h 2549"/>
                <a:gd name="T60" fmla="*/ 125 w 755"/>
                <a:gd name="T61" fmla="*/ 1146 h 2549"/>
                <a:gd name="T62" fmla="*/ 122 w 755"/>
                <a:gd name="T63" fmla="*/ 1341 h 2549"/>
                <a:gd name="T64" fmla="*/ 122 w 755"/>
                <a:gd name="T65" fmla="*/ 1345 h 2549"/>
                <a:gd name="T66" fmla="*/ 125 w 755"/>
                <a:gd name="T67" fmla="*/ 1347 h 2549"/>
                <a:gd name="T68" fmla="*/ 127 w 755"/>
                <a:gd name="T69" fmla="*/ 1350 h 2549"/>
                <a:gd name="T70" fmla="*/ 129 w 755"/>
                <a:gd name="T71" fmla="*/ 1350 h 2549"/>
                <a:gd name="T72" fmla="*/ 131 w 755"/>
                <a:gd name="T73" fmla="*/ 1353 h 2549"/>
                <a:gd name="T74" fmla="*/ 135 w 755"/>
                <a:gd name="T75" fmla="*/ 1354 h 2549"/>
                <a:gd name="T76" fmla="*/ 139 w 755"/>
                <a:gd name="T77" fmla="*/ 1355 h 2549"/>
                <a:gd name="T78" fmla="*/ 144 w 755"/>
                <a:gd name="T79" fmla="*/ 1354 h 2549"/>
                <a:gd name="T80" fmla="*/ 193 w 755"/>
                <a:gd name="T81" fmla="*/ 1350 h 2549"/>
                <a:gd name="T82" fmla="*/ 198 w 755"/>
                <a:gd name="T83" fmla="*/ 1038 h 2549"/>
                <a:gd name="T84" fmla="*/ 213 w 755"/>
                <a:gd name="T85" fmla="*/ 744 h 2549"/>
                <a:gd name="T86" fmla="*/ 223 w 755"/>
                <a:gd name="T87" fmla="*/ 1208 h 2549"/>
                <a:gd name="T88" fmla="*/ 244 w 755"/>
                <a:gd name="T89" fmla="*/ 1352 h 2549"/>
                <a:gd name="T90" fmla="*/ 267 w 755"/>
                <a:gd name="T91" fmla="*/ 1354 h 2549"/>
                <a:gd name="T92" fmla="*/ 273 w 755"/>
                <a:gd name="T93" fmla="*/ 1355 h 2549"/>
                <a:gd name="T94" fmla="*/ 277 w 755"/>
                <a:gd name="T95" fmla="*/ 1354 h 2549"/>
                <a:gd name="T96" fmla="*/ 280 w 755"/>
                <a:gd name="T97" fmla="*/ 1353 h 2549"/>
                <a:gd name="T98" fmla="*/ 281 w 755"/>
                <a:gd name="T99" fmla="*/ 1350 h 2549"/>
                <a:gd name="T100" fmla="*/ 284 w 755"/>
                <a:gd name="T101" fmla="*/ 1349 h 2549"/>
                <a:gd name="T102" fmla="*/ 286 w 755"/>
                <a:gd name="T103" fmla="*/ 1347 h 2549"/>
                <a:gd name="T104" fmla="*/ 288 w 755"/>
                <a:gd name="T105" fmla="*/ 1345 h 2549"/>
                <a:gd name="T106" fmla="*/ 288 w 755"/>
                <a:gd name="T107" fmla="*/ 1341 h 2549"/>
                <a:gd name="T108" fmla="*/ 285 w 755"/>
                <a:gd name="T109" fmla="*/ 1148 h 2549"/>
                <a:gd name="T110" fmla="*/ 313 w 755"/>
                <a:gd name="T111" fmla="*/ 593 h 2549"/>
                <a:gd name="T112" fmla="*/ 301 w 755"/>
                <a:gd name="T113" fmla="*/ 361 h 2549"/>
                <a:gd name="T114" fmla="*/ 357 w 755"/>
                <a:gd name="T115" fmla="*/ 781 h 2549"/>
                <a:gd name="T116" fmla="*/ 354 w 755"/>
                <a:gd name="T117" fmla="*/ 782 h 2549"/>
                <a:gd name="T118" fmla="*/ 354 w 755"/>
                <a:gd name="T119" fmla="*/ 785 h 2549"/>
                <a:gd name="T120" fmla="*/ 402 w 755"/>
                <a:gd name="T121" fmla="*/ 772 h 2549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755" h="2549">
                  <a:moveTo>
                    <a:pt x="213" y="323"/>
                  </a:moveTo>
                  <a:cubicBezTo>
                    <a:pt x="211" y="324"/>
                    <a:pt x="209" y="325"/>
                    <a:pt x="206" y="327"/>
                  </a:cubicBezTo>
                  <a:cubicBezTo>
                    <a:pt x="209" y="326"/>
                    <a:pt x="211" y="325"/>
                    <a:pt x="213" y="323"/>
                  </a:cubicBezTo>
                  <a:close/>
                  <a:moveTo>
                    <a:pt x="752" y="1414"/>
                  </a:moveTo>
                  <a:cubicBezTo>
                    <a:pt x="749" y="1408"/>
                    <a:pt x="744" y="1370"/>
                    <a:pt x="737" y="1348"/>
                  </a:cubicBezTo>
                  <a:cubicBezTo>
                    <a:pt x="732" y="1330"/>
                    <a:pt x="727" y="1252"/>
                    <a:pt x="730" y="1216"/>
                  </a:cubicBezTo>
                  <a:cubicBezTo>
                    <a:pt x="732" y="1187"/>
                    <a:pt x="726" y="1142"/>
                    <a:pt x="727" y="1123"/>
                  </a:cubicBezTo>
                  <a:cubicBezTo>
                    <a:pt x="728" y="1016"/>
                    <a:pt x="714" y="963"/>
                    <a:pt x="709" y="943"/>
                  </a:cubicBezTo>
                  <a:cubicBezTo>
                    <a:pt x="705" y="923"/>
                    <a:pt x="701" y="897"/>
                    <a:pt x="692" y="855"/>
                  </a:cubicBezTo>
                  <a:cubicBezTo>
                    <a:pt x="691" y="852"/>
                    <a:pt x="691" y="850"/>
                    <a:pt x="690" y="847"/>
                  </a:cubicBezTo>
                  <a:cubicBezTo>
                    <a:pt x="690" y="847"/>
                    <a:pt x="690" y="846"/>
                    <a:pt x="690" y="846"/>
                  </a:cubicBezTo>
                  <a:cubicBezTo>
                    <a:pt x="681" y="777"/>
                    <a:pt x="648" y="637"/>
                    <a:pt x="630" y="569"/>
                  </a:cubicBezTo>
                  <a:cubicBezTo>
                    <a:pt x="628" y="561"/>
                    <a:pt x="626" y="554"/>
                    <a:pt x="624" y="548"/>
                  </a:cubicBezTo>
                  <a:cubicBezTo>
                    <a:pt x="622" y="540"/>
                    <a:pt x="620" y="534"/>
                    <a:pt x="619" y="532"/>
                  </a:cubicBezTo>
                  <a:cubicBezTo>
                    <a:pt x="616" y="526"/>
                    <a:pt x="612" y="520"/>
                    <a:pt x="608" y="515"/>
                  </a:cubicBezTo>
                  <a:cubicBezTo>
                    <a:pt x="597" y="500"/>
                    <a:pt x="580" y="486"/>
                    <a:pt x="553" y="482"/>
                  </a:cubicBezTo>
                  <a:cubicBezTo>
                    <a:pt x="552" y="482"/>
                    <a:pt x="550" y="481"/>
                    <a:pt x="548" y="481"/>
                  </a:cubicBezTo>
                  <a:cubicBezTo>
                    <a:pt x="548" y="481"/>
                    <a:pt x="547" y="481"/>
                    <a:pt x="547" y="481"/>
                  </a:cubicBezTo>
                  <a:cubicBezTo>
                    <a:pt x="529" y="478"/>
                    <a:pt x="488" y="472"/>
                    <a:pt x="466" y="445"/>
                  </a:cubicBezTo>
                  <a:cubicBezTo>
                    <a:pt x="457" y="434"/>
                    <a:pt x="451" y="419"/>
                    <a:pt x="450" y="398"/>
                  </a:cubicBezTo>
                  <a:cubicBezTo>
                    <a:pt x="455" y="393"/>
                    <a:pt x="460" y="389"/>
                    <a:pt x="465" y="384"/>
                  </a:cubicBezTo>
                  <a:cubicBezTo>
                    <a:pt x="480" y="368"/>
                    <a:pt x="491" y="352"/>
                    <a:pt x="493" y="344"/>
                  </a:cubicBezTo>
                  <a:cubicBezTo>
                    <a:pt x="493" y="343"/>
                    <a:pt x="493" y="342"/>
                    <a:pt x="493" y="341"/>
                  </a:cubicBezTo>
                  <a:cubicBezTo>
                    <a:pt x="494" y="347"/>
                    <a:pt x="494" y="352"/>
                    <a:pt x="494" y="358"/>
                  </a:cubicBezTo>
                  <a:cubicBezTo>
                    <a:pt x="493" y="351"/>
                    <a:pt x="496" y="342"/>
                    <a:pt x="499" y="336"/>
                  </a:cubicBezTo>
                  <a:cubicBezTo>
                    <a:pt x="499" y="342"/>
                    <a:pt x="501" y="346"/>
                    <a:pt x="505" y="351"/>
                  </a:cubicBezTo>
                  <a:cubicBezTo>
                    <a:pt x="504" y="348"/>
                    <a:pt x="504" y="345"/>
                    <a:pt x="504" y="342"/>
                  </a:cubicBezTo>
                  <a:cubicBezTo>
                    <a:pt x="504" y="343"/>
                    <a:pt x="505" y="344"/>
                    <a:pt x="505" y="345"/>
                  </a:cubicBezTo>
                  <a:cubicBezTo>
                    <a:pt x="505" y="343"/>
                    <a:pt x="504" y="340"/>
                    <a:pt x="504" y="338"/>
                  </a:cubicBezTo>
                  <a:cubicBezTo>
                    <a:pt x="504" y="332"/>
                    <a:pt x="505" y="326"/>
                    <a:pt x="505" y="320"/>
                  </a:cubicBezTo>
                  <a:cubicBezTo>
                    <a:pt x="505" y="320"/>
                    <a:pt x="505" y="320"/>
                    <a:pt x="505" y="320"/>
                  </a:cubicBezTo>
                  <a:cubicBezTo>
                    <a:pt x="505" y="327"/>
                    <a:pt x="509" y="337"/>
                    <a:pt x="516" y="341"/>
                  </a:cubicBezTo>
                  <a:cubicBezTo>
                    <a:pt x="510" y="337"/>
                    <a:pt x="510" y="326"/>
                    <a:pt x="510" y="319"/>
                  </a:cubicBezTo>
                  <a:cubicBezTo>
                    <a:pt x="513" y="325"/>
                    <a:pt x="519" y="329"/>
                    <a:pt x="526" y="329"/>
                  </a:cubicBezTo>
                  <a:cubicBezTo>
                    <a:pt x="524" y="327"/>
                    <a:pt x="523" y="325"/>
                    <a:pt x="522" y="323"/>
                  </a:cubicBezTo>
                  <a:cubicBezTo>
                    <a:pt x="523" y="323"/>
                    <a:pt x="524" y="323"/>
                    <a:pt x="524" y="323"/>
                  </a:cubicBezTo>
                  <a:cubicBezTo>
                    <a:pt x="523" y="321"/>
                    <a:pt x="521" y="319"/>
                    <a:pt x="520" y="316"/>
                  </a:cubicBezTo>
                  <a:cubicBezTo>
                    <a:pt x="519" y="312"/>
                    <a:pt x="519" y="308"/>
                    <a:pt x="518" y="304"/>
                  </a:cubicBezTo>
                  <a:cubicBezTo>
                    <a:pt x="518" y="304"/>
                    <a:pt x="518" y="304"/>
                    <a:pt x="518" y="304"/>
                  </a:cubicBezTo>
                  <a:cubicBezTo>
                    <a:pt x="524" y="309"/>
                    <a:pt x="534" y="310"/>
                    <a:pt x="540" y="308"/>
                  </a:cubicBezTo>
                  <a:cubicBezTo>
                    <a:pt x="536" y="308"/>
                    <a:pt x="532" y="306"/>
                    <a:pt x="528" y="303"/>
                  </a:cubicBezTo>
                  <a:cubicBezTo>
                    <a:pt x="534" y="301"/>
                    <a:pt x="538" y="297"/>
                    <a:pt x="544" y="294"/>
                  </a:cubicBezTo>
                  <a:cubicBezTo>
                    <a:pt x="542" y="295"/>
                    <a:pt x="540" y="295"/>
                    <a:pt x="538" y="294"/>
                  </a:cubicBezTo>
                  <a:cubicBezTo>
                    <a:pt x="540" y="294"/>
                    <a:pt x="542" y="293"/>
                    <a:pt x="544" y="292"/>
                  </a:cubicBezTo>
                  <a:cubicBezTo>
                    <a:pt x="541" y="291"/>
                    <a:pt x="536" y="291"/>
                    <a:pt x="531" y="290"/>
                  </a:cubicBezTo>
                  <a:cubicBezTo>
                    <a:pt x="530" y="288"/>
                    <a:pt x="529" y="287"/>
                    <a:pt x="528" y="285"/>
                  </a:cubicBezTo>
                  <a:cubicBezTo>
                    <a:pt x="531" y="287"/>
                    <a:pt x="534" y="287"/>
                    <a:pt x="536" y="288"/>
                  </a:cubicBezTo>
                  <a:cubicBezTo>
                    <a:pt x="535" y="286"/>
                    <a:pt x="534" y="284"/>
                    <a:pt x="532" y="282"/>
                  </a:cubicBezTo>
                  <a:cubicBezTo>
                    <a:pt x="533" y="283"/>
                    <a:pt x="534" y="283"/>
                    <a:pt x="535" y="284"/>
                  </a:cubicBezTo>
                  <a:cubicBezTo>
                    <a:pt x="533" y="281"/>
                    <a:pt x="531" y="279"/>
                    <a:pt x="529" y="277"/>
                  </a:cubicBezTo>
                  <a:cubicBezTo>
                    <a:pt x="528" y="276"/>
                    <a:pt x="527" y="275"/>
                    <a:pt x="527" y="274"/>
                  </a:cubicBezTo>
                  <a:cubicBezTo>
                    <a:pt x="526" y="271"/>
                    <a:pt x="525" y="269"/>
                    <a:pt x="525" y="266"/>
                  </a:cubicBezTo>
                  <a:cubicBezTo>
                    <a:pt x="529" y="273"/>
                    <a:pt x="536" y="279"/>
                    <a:pt x="546" y="283"/>
                  </a:cubicBezTo>
                  <a:cubicBezTo>
                    <a:pt x="537" y="279"/>
                    <a:pt x="531" y="269"/>
                    <a:pt x="529" y="260"/>
                  </a:cubicBezTo>
                  <a:cubicBezTo>
                    <a:pt x="532" y="268"/>
                    <a:pt x="540" y="267"/>
                    <a:pt x="547" y="269"/>
                  </a:cubicBezTo>
                  <a:cubicBezTo>
                    <a:pt x="543" y="267"/>
                    <a:pt x="540" y="264"/>
                    <a:pt x="538" y="261"/>
                  </a:cubicBezTo>
                  <a:cubicBezTo>
                    <a:pt x="546" y="264"/>
                    <a:pt x="558" y="264"/>
                    <a:pt x="562" y="260"/>
                  </a:cubicBezTo>
                  <a:cubicBezTo>
                    <a:pt x="551" y="262"/>
                    <a:pt x="538" y="251"/>
                    <a:pt x="531" y="240"/>
                  </a:cubicBezTo>
                  <a:cubicBezTo>
                    <a:pt x="531" y="240"/>
                    <a:pt x="531" y="240"/>
                    <a:pt x="531" y="240"/>
                  </a:cubicBezTo>
                  <a:cubicBezTo>
                    <a:pt x="534" y="243"/>
                    <a:pt x="539" y="244"/>
                    <a:pt x="543" y="246"/>
                  </a:cubicBezTo>
                  <a:cubicBezTo>
                    <a:pt x="540" y="244"/>
                    <a:pt x="537" y="240"/>
                    <a:pt x="535" y="236"/>
                  </a:cubicBezTo>
                  <a:cubicBezTo>
                    <a:pt x="544" y="243"/>
                    <a:pt x="557" y="247"/>
                    <a:pt x="563" y="241"/>
                  </a:cubicBezTo>
                  <a:cubicBezTo>
                    <a:pt x="554" y="241"/>
                    <a:pt x="549" y="236"/>
                    <a:pt x="545" y="229"/>
                  </a:cubicBezTo>
                  <a:cubicBezTo>
                    <a:pt x="545" y="230"/>
                    <a:pt x="546" y="230"/>
                    <a:pt x="547" y="230"/>
                  </a:cubicBezTo>
                  <a:cubicBezTo>
                    <a:pt x="545" y="228"/>
                    <a:pt x="544" y="227"/>
                    <a:pt x="542" y="225"/>
                  </a:cubicBezTo>
                  <a:cubicBezTo>
                    <a:pt x="541" y="222"/>
                    <a:pt x="539" y="219"/>
                    <a:pt x="538" y="216"/>
                  </a:cubicBezTo>
                  <a:cubicBezTo>
                    <a:pt x="537" y="213"/>
                    <a:pt x="537" y="211"/>
                    <a:pt x="538" y="208"/>
                  </a:cubicBezTo>
                  <a:cubicBezTo>
                    <a:pt x="546" y="214"/>
                    <a:pt x="554" y="221"/>
                    <a:pt x="564" y="223"/>
                  </a:cubicBezTo>
                  <a:cubicBezTo>
                    <a:pt x="551" y="210"/>
                    <a:pt x="537" y="196"/>
                    <a:pt x="532" y="177"/>
                  </a:cubicBezTo>
                  <a:cubicBezTo>
                    <a:pt x="537" y="180"/>
                    <a:pt x="543" y="183"/>
                    <a:pt x="549" y="182"/>
                  </a:cubicBezTo>
                  <a:cubicBezTo>
                    <a:pt x="537" y="173"/>
                    <a:pt x="527" y="160"/>
                    <a:pt x="522" y="145"/>
                  </a:cubicBezTo>
                  <a:cubicBezTo>
                    <a:pt x="521" y="141"/>
                    <a:pt x="520" y="135"/>
                    <a:pt x="519" y="130"/>
                  </a:cubicBezTo>
                  <a:cubicBezTo>
                    <a:pt x="518" y="124"/>
                    <a:pt x="517" y="119"/>
                    <a:pt x="516" y="114"/>
                  </a:cubicBezTo>
                  <a:cubicBezTo>
                    <a:pt x="511" y="97"/>
                    <a:pt x="500" y="61"/>
                    <a:pt x="483" y="49"/>
                  </a:cubicBezTo>
                  <a:cubicBezTo>
                    <a:pt x="485" y="50"/>
                    <a:pt x="487" y="52"/>
                    <a:pt x="488" y="53"/>
                  </a:cubicBezTo>
                  <a:cubicBezTo>
                    <a:pt x="477" y="35"/>
                    <a:pt x="457" y="14"/>
                    <a:pt x="434" y="13"/>
                  </a:cubicBezTo>
                  <a:cubicBezTo>
                    <a:pt x="439" y="13"/>
                    <a:pt x="444" y="13"/>
                    <a:pt x="448" y="13"/>
                  </a:cubicBezTo>
                  <a:cubicBezTo>
                    <a:pt x="426" y="1"/>
                    <a:pt x="398" y="2"/>
                    <a:pt x="376" y="7"/>
                  </a:cubicBezTo>
                  <a:cubicBezTo>
                    <a:pt x="378" y="6"/>
                    <a:pt x="386" y="3"/>
                    <a:pt x="390" y="1"/>
                  </a:cubicBezTo>
                  <a:cubicBezTo>
                    <a:pt x="371" y="1"/>
                    <a:pt x="355" y="3"/>
                    <a:pt x="338" y="9"/>
                  </a:cubicBezTo>
                  <a:cubicBezTo>
                    <a:pt x="337" y="7"/>
                    <a:pt x="349" y="1"/>
                    <a:pt x="350" y="1"/>
                  </a:cubicBezTo>
                  <a:cubicBezTo>
                    <a:pt x="347" y="0"/>
                    <a:pt x="343" y="2"/>
                    <a:pt x="340" y="3"/>
                  </a:cubicBezTo>
                  <a:cubicBezTo>
                    <a:pt x="338" y="4"/>
                    <a:pt x="336" y="5"/>
                    <a:pt x="335" y="7"/>
                  </a:cubicBezTo>
                  <a:cubicBezTo>
                    <a:pt x="330" y="5"/>
                    <a:pt x="323" y="2"/>
                    <a:pt x="318" y="4"/>
                  </a:cubicBezTo>
                  <a:cubicBezTo>
                    <a:pt x="321" y="5"/>
                    <a:pt x="324" y="5"/>
                    <a:pt x="326" y="8"/>
                  </a:cubicBezTo>
                  <a:cubicBezTo>
                    <a:pt x="326" y="8"/>
                    <a:pt x="326" y="9"/>
                    <a:pt x="326" y="9"/>
                  </a:cubicBezTo>
                  <a:cubicBezTo>
                    <a:pt x="320" y="8"/>
                    <a:pt x="314" y="6"/>
                    <a:pt x="308" y="7"/>
                  </a:cubicBezTo>
                  <a:cubicBezTo>
                    <a:pt x="299" y="8"/>
                    <a:pt x="289" y="11"/>
                    <a:pt x="281" y="14"/>
                  </a:cubicBezTo>
                  <a:cubicBezTo>
                    <a:pt x="286" y="14"/>
                    <a:pt x="291" y="14"/>
                    <a:pt x="296" y="14"/>
                  </a:cubicBezTo>
                  <a:cubicBezTo>
                    <a:pt x="284" y="15"/>
                    <a:pt x="255" y="24"/>
                    <a:pt x="248" y="34"/>
                  </a:cubicBezTo>
                  <a:cubicBezTo>
                    <a:pt x="254" y="31"/>
                    <a:pt x="262" y="29"/>
                    <a:pt x="269" y="29"/>
                  </a:cubicBezTo>
                  <a:cubicBezTo>
                    <a:pt x="248" y="35"/>
                    <a:pt x="224" y="52"/>
                    <a:pt x="212" y="70"/>
                  </a:cubicBezTo>
                  <a:cubicBezTo>
                    <a:pt x="216" y="65"/>
                    <a:pt x="223" y="61"/>
                    <a:pt x="228" y="58"/>
                  </a:cubicBezTo>
                  <a:cubicBezTo>
                    <a:pt x="221" y="69"/>
                    <a:pt x="211" y="77"/>
                    <a:pt x="207" y="91"/>
                  </a:cubicBezTo>
                  <a:cubicBezTo>
                    <a:pt x="205" y="95"/>
                    <a:pt x="205" y="100"/>
                    <a:pt x="204" y="105"/>
                  </a:cubicBezTo>
                  <a:cubicBezTo>
                    <a:pt x="197" y="121"/>
                    <a:pt x="197" y="137"/>
                    <a:pt x="198" y="154"/>
                  </a:cubicBezTo>
                  <a:cubicBezTo>
                    <a:pt x="198" y="161"/>
                    <a:pt x="199" y="168"/>
                    <a:pt x="199" y="175"/>
                  </a:cubicBezTo>
                  <a:cubicBezTo>
                    <a:pt x="199" y="180"/>
                    <a:pt x="200" y="186"/>
                    <a:pt x="202" y="192"/>
                  </a:cubicBezTo>
                  <a:cubicBezTo>
                    <a:pt x="202" y="205"/>
                    <a:pt x="202" y="218"/>
                    <a:pt x="197" y="229"/>
                  </a:cubicBezTo>
                  <a:cubicBezTo>
                    <a:pt x="201" y="226"/>
                    <a:pt x="205" y="220"/>
                    <a:pt x="207" y="215"/>
                  </a:cubicBezTo>
                  <a:cubicBezTo>
                    <a:pt x="209" y="232"/>
                    <a:pt x="202" y="246"/>
                    <a:pt x="199" y="261"/>
                  </a:cubicBezTo>
                  <a:cubicBezTo>
                    <a:pt x="203" y="258"/>
                    <a:pt x="206" y="253"/>
                    <a:pt x="209" y="248"/>
                  </a:cubicBezTo>
                  <a:cubicBezTo>
                    <a:pt x="209" y="249"/>
                    <a:pt x="209" y="251"/>
                    <a:pt x="209" y="254"/>
                  </a:cubicBezTo>
                  <a:cubicBezTo>
                    <a:pt x="205" y="260"/>
                    <a:pt x="199" y="267"/>
                    <a:pt x="193" y="270"/>
                  </a:cubicBezTo>
                  <a:cubicBezTo>
                    <a:pt x="198" y="269"/>
                    <a:pt x="203" y="266"/>
                    <a:pt x="207" y="262"/>
                  </a:cubicBezTo>
                  <a:cubicBezTo>
                    <a:pt x="205" y="271"/>
                    <a:pt x="202" y="281"/>
                    <a:pt x="200" y="287"/>
                  </a:cubicBezTo>
                  <a:cubicBezTo>
                    <a:pt x="197" y="293"/>
                    <a:pt x="195" y="299"/>
                    <a:pt x="192" y="305"/>
                  </a:cubicBezTo>
                  <a:cubicBezTo>
                    <a:pt x="198" y="300"/>
                    <a:pt x="207" y="293"/>
                    <a:pt x="210" y="285"/>
                  </a:cubicBezTo>
                  <a:cubicBezTo>
                    <a:pt x="210" y="285"/>
                    <a:pt x="210" y="285"/>
                    <a:pt x="211" y="285"/>
                  </a:cubicBezTo>
                  <a:cubicBezTo>
                    <a:pt x="216" y="297"/>
                    <a:pt x="204" y="315"/>
                    <a:pt x="193" y="322"/>
                  </a:cubicBezTo>
                  <a:cubicBezTo>
                    <a:pt x="198" y="322"/>
                    <a:pt x="202" y="320"/>
                    <a:pt x="206" y="317"/>
                  </a:cubicBezTo>
                  <a:cubicBezTo>
                    <a:pt x="212" y="315"/>
                    <a:pt x="216" y="312"/>
                    <a:pt x="219" y="306"/>
                  </a:cubicBezTo>
                  <a:cubicBezTo>
                    <a:pt x="219" y="308"/>
                    <a:pt x="219" y="310"/>
                    <a:pt x="219" y="311"/>
                  </a:cubicBezTo>
                  <a:cubicBezTo>
                    <a:pt x="217" y="315"/>
                    <a:pt x="216" y="319"/>
                    <a:pt x="213" y="323"/>
                  </a:cubicBezTo>
                  <a:cubicBezTo>
                    <a:pt x="214" y="322"/>
                    <a:pt x="216" y="321"/>
                    <a:pt x="217" y="320"/>
                  </a:cubicBezTo>
                  <a:cubicBezTo>
                    <a:pt x="214" y="326"/>
                    <a:pt x="209" y="333"/>
                    <a:pt x="204" y="338"/>
                  </a:cubicBezTo>
                  <a:cubicBezTo>
                    <a:pt x="211" y="336"/>
                    <a:pt x="219" y="329"/>
                    <a:pt x="223" y="321"/>
                  </a:cubicBezTo>
                  <a:cubicBezTo>
                    <a:pt x="223" y="322"/>
                    <a:pt x="223" y="322"/>
                    <a:pt x="223" y="323"/>
                  </a:cubicBezTo>
                  <a:cubicBezTo>
                    <a:pt x="222" y="328"/>
                    <a:pt x="218" y="335"/>
                    <a:pt x="214" y="339"/>
                  </a:cubicBezTo>
                  <a:cubicBezTo>
                    <a:pt x="217" y="337"/>
                    <a:pt x="220" y="334"/>
                    <a:pt x="223" y="332"/>
                  </a:cubicBezTo>
                  <a:cubicBezTo>
                    <a:pt x="223" y="331"/>
                    <a:pt x="223" y="331"/>
                    <a:pt x="224" y="331"/>
                  </a:cubicBezTo>
                  <a:cubicBezTo>
                    <a:pt x="223" y="336"/>
                    <a:pt x="222" y="341"/>
                    <a:pt x="219" y="345"/>
                  </a:cubicBezTo>
                  <a:cubicBezTo>
                    <a:pt x="224" y="342"/>
                    <a:pt x="228" y="338"/>
                    <a:pt x="231" y="334"/>
                  </a:cubicBezTo>
                  <a:cubicBezTo>
                    <a:pt x="231" y="335"/>
                    <a:pt x="231" y="336"/>
                    <a:pt x="231" y="337"/>
                  </a:cubicBezTo>
                  <a:cubicBezTo>
                    <a:pt x="229" y="342"/>
                    <a:pt x="224" y="346"/>
                    <a:pt x="223" y="351"/>
                  </a:cubicBezTo>
                  <a:cubicBezTo>
                    <a:pt x="228" y="348"/>
                    <a:pt x="234" y="343"/>
                    <a:pt x="238" y="337"/>
                  </a:cubicBezTo>
                  <a:cubicBezTo>
                    <a:pt x="238" y="342"/>
                    <a:pt x="238" y="346"/>
                    <a:pt x="238" y="350"/>
                  </a:cubicBezTo>
                  <a:cubicBezTo>
                    <a:pt x="239" y="350"/>
                    <a:pt x="239" y="349"/>
                    <a:pt x="240" y="349"/>
                  </a:cubicBezTo>
                  <a:cubicBezTo>
                    <a:pt x="239" y="351"/>
                    <a:pt x="239" y="353"/>
                    <a:pt x="239" y="355"/>
                  </a:cubicBezTo>
                  <a:cubicBezTo>
                    <a:pt x="243" y="350"/>
                    <a:pt x="246" y="344"/>
                    <a:pt x="249" y="338"/>
                  </a:cubicBezTo>
                  <a:cubicBezTo>
                    <a:pt x="250" y="344"/>
                    <a:pt x="252" y="351"/>
                    <a:pt x="254" y="356"/>
                  </a:cubicBezTo>
                  <a:cubicBezTo>
                    <a:pt x="254" y="355"/>
                    <a:pt x="254" y="355"/>
                    <a:pt x="254" y="354"/>
                  </a:cubicBezTo>
                  <a:cubicBezTo>
                    <a:pt x="254" y="355"/>
                    <a:pt x="254" y="356"/>
                    <a:pt x="254" y="357"/>
                  </a:cubicBezTo>
                  <a:cubicBezTo>
                    <a:pt x="254" y="356"/>
                    <a:pt x="254" y="355"/>
                    <a:pt x="254" y="353"/>
                  </a:cubicBezTo>
                  <a:cubicBezTo>
                    <a:pt x="255" y="350"/>
                    <a:pt x="255" y="348"/>
                    <a:pt x="255" y="345"/>
                  </a:cubicBezTo>
                  <a:cubicBezTo>
                    <a:pt x="256" y="344"/>
                    <a:pt x="256" y="344"/>
                    <a:pt x="256" y="344"/>
                  </a:cubicBezTo>
                  <a:cubicBezTo>
                    <a:pt x="259" y="343"/>
                    <a:pt x="262" y="352"/>
                    <a:pt x="265" y="353"/>
                  </a:cubicBezTo>
                  <a:cubicBezTo>
                    <a:pt x="264" y="352"/>
                    <a:pt x="264" y="351"/>
                    <a:pt x="264" y="351"/>
                  </a:cubicBezTo>
                  <a:cubicBezTo>
                    <a:pt x="266" y="351"/>
                    <a:pt x="267" y="351"/>
                    <a:pt x="268" y="351"/>
                  </a:cubicBezTo>
                  <a:cubicBezTo>
                    <a:pt x="275" y="364"/>
                    <a:pt x="283" y="376"/>
                    <a:pt x="290" y="385"/>
                  </a:cubicBezTo>
                  <a:cubicBezTo>
                    <a:pt x="292" y="386"/>
                    <a:pt x="293" y="388"/>
                    <a:pt x="295" y="389"/>
                  </a:cubicBezTo>
                  <a:cubicBezTo>
                    <a:pt x="298" y="392"/>
                    <a:pt x="302" y="395"/>
                    <a:pt x="306" y="398"/>
                  </a:cubicBezTo>
                  <a:cubicBezTo>
                    <a:pt x="306" y="399"/>
                    <a:pt x="306" y="401"/>
                    <a:pt x="306" y="402"/>
                  </a:cubicBezTo>
                  <a:cubicBezTo>
                    <a:pt x="306" y="403"/>
                    <a:pt x="306" y="403"/>
                    <a:pt x="306" y="404"/>
                  </a:cubicBezTo>
                  <a:cubicBezTo>
                    <a:pt x="306" y="405"/>
                    <a:pt x="306" y="406"/>
                    <a:pt x="306" y="407"/>
                  </a:cubicBezTo>
                  <a:cubicBezTo>
                    <a:pt x="306" y="440"/>
                    <a:pt x="288" y="460"/>
                    <a:pt x="267" y="471"/>
                  </a:cubicBezTo>
                  <a:cubicBezTo>
                    <a:pt x="258" y="476"/>
                    <a:pt x="250" y="478"/>
                    <a:pt x="243" y="480"/>
                  </a:cubicBezTo>
                  <a:cubicBezTo>
                    <a:pt x="231" y="484"/>
                    <a:pt x="179" y="486"/>
                    <a:pt x="149" y="519"/>
                  </a:cubicBezTo>
                  <a:cubicBezTo>
                    <a:pt x="145" y="523"/>
                    <a:pt x="142" y="527"/>
                    <a:pt x="139" y="532"/>
                  </a:cubicBezTo>
                  <a:cubicBezTo>
                    <a:pt x="136" y="535"/>
                    <a:pt x="132" y="548"/>
                    <a:pt x="127" y="566"/>
                  </a:cubicBezTo>
                  <a:cubicBezTo>
                    <a:pt x="120" y="586"/>
                    <a:pt x="115" y="609"/>
                    <a:pt x="111" y="626"/>
                  </a:cubicBezTo>
                  <a:cubicBezTo>
                    <a:pt x="91" y="708"/>
                    <a:pt x="67" y="818"/>
                    <a:pt x="63" y="846"/>
                  </a:cubicBezTo>
                  <a:cubicBezTo>
                    <a:pt x="59" y="867"/>
                    <a:pt x="56" y="887"/>
                    <a:pt x="54" y="903"/>
                  </a:cubicBezTo>
                  <a:cubicBezTo>
                    <a:pt x="51" y="920"/>
                    <a:pt x="48" y="934"/>
                    <a:pt x="46" y="943"/>
                  </a:cubicBezTo>
                  <a:cubicBezTo>
                    <a:pt x="42" y="963"/>
                    <a:pt x="23" y="1017"/>
                    <a:pt x="24" y="1124"/>
                  </a:cubicBezTo>
                  <a:cubicBezTo>
                    <a:pt x="24" y="1143"/>
                    <a:pt x="23" y="1187"/>
                    <a:pt x="25" y="1216"/>
                  </a:cubicBezTo>
                  <a:cubicBezTo>
                    <a:pt x="29" y="1252"/>
                    <a:pt x="23" y="1330"/>
                    <a:pt x="18" y="1348"/>
                  </a:cubicBezTo>
                  <a:cubicBezTo>
                    <a:pt x="12" y="1370"/>
                    <a:pt x="6" y="1408"/>
                    <a:pt x="3" y="1414"/>
                  </a:cubicBezTo>
                  <a:cubicBezTo>
                    <a:pt x="0" y="1419"/>
                    <a:pt x="6" y="1426"/>
                    <a:pt x="9" y="1432"/>
                  </a:cubicBezTo>
                  <a:cubicBezTo>
                    <a:pt x="12" y="1438"/>
                    <a:pt x="12" y="1443"/>
                    <a:pt x="16" y="1451"/>
                  </a:cubicBezTo>
                  <a:cubicBezTo>
                    <a:pt x="19" y="1457"/>
                    <a:pt x="28" y="1470"/>
                    <a:pt x="33" y="1477"/>
                  </a:cubicBezTo>
                  <a:cubicBezTo>
                    <a:pt x="38" y="1485"/>
                    <a:pt x="57" y="1493"/>
                    <a:pt x="72" y="1498"/>
                  </a:cubicBezTo>
                  <a:cubicBezTo>
                    <a:pt x="82" y="1501"/>
                    <a:pt x="101" y="1511"/>
                    <a:pt x="103" y="1507"/>
                  </a:cubicBezTo>
                  <a:cubicBezTo>
                    <a:pt x="106" y="1499"/>
                    <a:pt x="105" y="1492"/>
                    <a:pt x="99" y="1488"/>
                  </a:cubicBezTo>
                  <a:cubicBezTo>
                    <a:pt x="100" y="1488"/>
                    <a:pt x="100" y="1488"/>
                    <a:pt x="101" y="1488"/>
                  </a:cubicBezTo>
                  <a:cubicBezTo>
                    <a:pt x="101" y="1488"/>
                    <a:pt x="101" y="1488"/>
                    <a:pt x="101" y="1488"/>
                  </a:cubicBezTo>
                  <a:cubicBezTo>
                    <a:pt x="101" y="1488"/>
                    <a:pt x="102" y="1487"/>
                    <a:pt x="102" y="1487"/>
                  </a:cubicBezTo>
                  <a:cubicBezTo>
                    <a:pt x="102" y="1487"/>
                    <a:pt x="102" y="1487"/>
                    <a:pt x="102" y="1487"/>
                  </a:cubicBezTo>
                  <a:cubicBezTo>
                    <a:pt x="102" y="1487"/>
                    <a:pt x="102" y="1487"/>
                    <a:pt x="102" y="1487"/>
                  </a:cubicBezTo>
                  <a:cubicBezTo>
                    <a:pt x="103" y="1487"/>
                    <a:pt x="103" y="1487"/>
                    <a:pt x="103" y="1486"/>
                  </a:cubicBezTo>
                  <a:cubicBezTo>
                    <a:pt x="103" y="1486"/>
                    <a:pt x="103" y="1486"/>
                    <a:pt x="103" y="1486"/>
                  </a:cubicBezTo>
                  <a:cubicBezTo>
                    <a:pt x="103" y="1486"/>
                    <a:pt x="104" y="1486"/>
                    <a:pt x="104" y="1485"/>
                  </a:cubicBezTo>
                  <a:cubicBezTo>
                    <a:pt x="104" y="1485"/>
                    <a:pt x="104" y="1485"/>
                    <a:pt x="104" y="1484"/>
                  </a:cubicBezTo>
                  <a:cubicBezTo>
                    <a:pt x="105" y="1482"/>
                    <a:pt x="105" y="1480"/>
                    <a:pt x="103" y="1476"/>
                  </a:cubicBezTo>
                  <a:cubicBezTo>
                    <a:pt x="103" y="1476"/>
                    <a:pt x="103" y="1475"/>
                    <a:pt x="104" y="1475"/>
                  </a:cubicBezTo>
                  <a:cubicBezTo>
                    <a:pt x="104" y="1474"/>
                    <a:pt x="104" y="1474"/>
                    <a:pt x="104" y="1474"/>
                  </a:cubicBezTo>
                  <a:cubicBezTo>
                    <a:pt x="104" y="1473"/>
                    <a:pt x="104" y="1473"/>
                    <a:pt x="104" y="1473"/>
                  </a:cubicBezTo>
                  <a:cubicBezTo>
                    <a:pt x="104" y="1473"/>
                    <a:pt x="104" y="1473"/>
                    <a:pt x="104" y="1472"/>
                  </a:cubicBezTo>
                  <a:cubicBezTo>
                    <a:pt x="104" y="1472"/>
                    <a:pt x="104" y="1472"/>
                    <a:pt x="104" y="1472"/>
                  </a:cubicBezTo>
                  <a:cubicBezTo>
                    <a:pt x="104" y="1472"/>
                    <a:pt x="104" y="1472"/>
                    <a:pt x="104" y="1471"/>
                  </a:cubicBezTo>
                  <a:cubicBezTo>
                    <a:pt x="104" y="1471"/>
                    <a:pt x="104" y="1471"/>
                    <a:pt x="104" y="1471"/>
                  </a:cubicBezTo>
                  <a:cubicBezTo>
                    <a:pt x="103" y="1471"/>
                    <a:pt x="103" y="1471"/>
                    <a:pt x="103" y="1470"/>
                  </a:cubicBezTo>
                  <a:cubicBezTo>
                    <a:pt x="103" y="1470"/>
                    <a:pt x="103" y="1470"/>
                    <a:pt x="103" y="1470"/>
                  </a:cubicBezTo>
                  <a:cubicBezTo>
                    <a:pt x="103" y="1470"/>
                    <a:pt x="103" y="1470"/>
                    <a:pt x="103" y="1470"/>
                  </a:cubicBezTo>
                  <a:cubicBezTo>
                    <a:pt x="102" y="1469"/>
                    <a:pt x="101" y="1468"/>
                    <a:pt x="100" y="1467"/>
                  </a:cubicBezTo>
                  <a:cubicBezTo>
                    <a:pt x="100" y="1467"/>
                    <a:pt x="100" y="1467"/>
                    <a:pt x="100" y="1467"/>
                  </a:cubicBezTo>
                  <a:cubicBezTo>
                    <a:pt x="101" y="1467"/>
                    <a:pt x="101" y="1467"/>
                    <a:pt x="101" y="1467"/>
                  </a:cubicBezTo>
                  <a:cubicBezTo>
                    <a:pt x="100" y="1466"/>
                    <a:pt x="100" y="1466"/>
                    <a:pt x="100" y="1466"/>
                  </a:cubicBezTo>
                  <a:cubicBezTo>
                    <a:pt x="100" y="1466"/>
                    <a:pt x="100" y="1466"/>
                    <a:pt x="100" y="1466"/>
                  </a:cubicBezTo>
                  <a:cubicBezTo>
                    <a:pt x="101" y="1466"/>
                    <a:pt x="102" y="1465"/>
                    <a:pt x="103" y="1463"/>
                  </a:cubicBezTo>
                  <a:cubicBezTo>
                    <a:pt x="106" y="1454"/>
                    <a:pt x="105" y="1434"/>
                    <a:pt x="103" y="1423"/>
                  </a:cubicBezTo>
                  <a:cubicBezTo>
                    <a:pt x="104" y="1413"/>
                    <a:pt x="104" y="1381"/>
                    <a:pt x="96" y="1359"/>
                  </a:cubicBezTo>
                  <a:cubicBezTo>
                    <a:pt x="90" y="1345"/>
                    <a:pt x="85" y="1334"/>
                    <a:pt x="85" y="1325"/>
                  </a:cubicBezTo>
                  <a:cubicBezTo>
                    <a:pt x="85" y="1325"/>
                    <a:pt x="85" y="1324"/>
                    <a:pt x="85" y="1323"/>
                  </a:cubicBezTo>
                  <a:cubicBezTo>
                    <a:pt x="85" y="1323"/>
                    <a:pt x="85" y="1322"/>
                    <a:pt x="84" y="1321"/>
                  </a:cubicBezTo>
                  <a:cubicBezTo>
                    <a:pt x="84" y="1321"/>
                    <a:pt x="84" y="1321"/>
                    <a:pt x="84" y="1321"/>
                  </a:cubicBezTo>
                  <a:cubicBezTo>
                    <a:pt x="83" y="1296"/>
                    <a:pt x="94" y="1204"/>
                    <a:pt x="105" y="1151"/>
                  </a:cubicBezTo>
                  <a:cubicBezTo>
                    <a:pt x="108" y="1137"/>
                    <a:pt x="112" y="1123"/>
                    <a:pt x="117" y="1110"/>
                  </a:cubicBezTo>
                  <a:cubicBezTo>
                    <a:pt x="121" y="1096"/>
                    <a:pt x="124" y="1082"/>
                    <a:pt x="127" y="1068"/>
                  </a:cubicBezTo>
                  <a:cubicBezTo>
                    <a:pt x="139" y="1010"/>
                    <a:pt x="139" y="966"/>
                    <a:pt x="141" y="954"/>
                  </a:cubicBezTo>
                  <a:cubicBezTo>
                    <a:pt x="144" y="939"/>
                    <a:pt x="187" y="737"/>
                    <a:pt x="193" y="703"/>
                  </a:cubicBezTo>
                  <a:cubicBezTo>
                    <a:pt x="192" y="737"/>
                    <a:pt x="192" y="737"/>
                    <a:pt x="192" y="737"/>
                  </a:cubicBezTo>
                  <a:cubicBezTo>
                    <a:pt x="188" y="794"/>
                    <a:pt x="188" y="794"/>
                    <a:pt x="188" y="794"/>
                  </a:cubicBezTo>
                  <a:cubicBezTo>
                    <a:pt x="189" y="801"/>
                    <a:pt x="189" y="809"/>
                    <a:pt x="190" y="817"/>
                  </a:cubicBezTo>
                  <a:cubicBezTo>
                    <a:pt x="189" y="826"/>
                    <a:pt x="189" y="826"/>
                    <a:pt x="189" y="826"/>
                  </a:cubicBezTo>
                  <a:cubicBezTo>
                    <a:pt x="190" y="830"/>
                    <a:pt x="190" y="834"/>
                    <a:pt x="190" y="838"/>
                  </a:cubicBezTo>
                  <a:cubicBezTo>
                    <a:pt x="191" y="879"/>
                    <a:pt x="190" y="925"/>
                    <a:pt x="191" y="941"/>
                  </a:cubicBezTo>
                  <a:cubicBezTo>
                    <a:pt x="192" y="971"/>
                    <a:pt x="183" y="1003"/>
                    <a:pt x="186" y="1054"/>
                  </a:cubicBezTo>
                  <a:cubicBezTo>
                    <a:pt x="187" y="1081"/>
                    <a:pt x="185" y="1134"/>
                    <a:pt x="173" y="1201"/>
                  </a:cubicBezTo>
                  <a:cubicBezTo>
                    <a:pt x="165" y="1234"/>
                    <a:pt x="165" y="1262"/>
                    <a:pt x="165" y="1302"/>
                  </a:cubicBezTo>
                  <a:cubicBezTo>
                    <a:pt x="163" y="1380"/>
                    <a:pt x="163" y="1487"/>
                    <a:pt x="175" y="1577"/>
                  </a:cubicBezTo>
                  <a:cubicBezTo>
                    <a:pt x="176" y="1581"/>
                    <a:pt x="177" y="1586"/>
                    <a:pt x="177" y="1591"/>
                  </a:cubicBezTo>
                  <a:cubicBezTo>
                    <a:pt x="186" y="1657"/>
                    <a:pt x="205" y="1735"/>
                    <a:pt x="214" y="1782"/>
                  </a:cubicBezTo>
                  <a:cubicBezTo>
                    <a:pt x="223" y="1831"/>
                    <a:pt x="215" y="1854"/>
                    <a:pt x="217" y="1886"/>
                  </a:cubicBezTo>
                  <a:cubicBezTo>
                    <a:pt x="219" y="1902"/>
                    <a:pt x="204" y="1988"/>
                    <a:pt x="220" y="2097"/>
                  </a:cubicBezTo>
                  <a:cubicBezTo>
                    <a:pt x="222" y="2115"/>
                    <a:pt x="225" y="2133"/>
                    <a:pt x="229" y="2150"/>
                  </a:cubicBezTo>
                  <a:cubicBezTo>
                    <a:pt x="229" y="2151"/>
                    <a:pt x="229" y="2152"/>
                    <a:pt x="230" y="2153"/>
                  </a:cubicBezTo>
                  <a:cubicBezTo>
                    <a:pt x="246" y="2234"/>
                    <a:pt x="260" y="2305"/>
                    <a:pt x="265" y="2325"/>
                  </a:cubicBezTo>
                  <a:cubicBezTo>
                    <a:pt x="276" y="2372"/>
                    <a:pt x="266" y="2377"/>
                    <a:pt x="271" y="2400"/>
                  </a:cubicBezTo>
                  <a:cubicBezTo>
                    <a:pt x="275" y="2424"/>
                    <a:pt x="276" y="2421"/>
                    <a:pt x="263" y="2444"/>
                  </a:cubicBezTo>
                  <a:cubicBezTo>
                    <a:pt x="251" y="2459"/>
                    <a:pt x="231" y="2491"/>
                    <a:pt x="225" y="2499"/>
                  </a:cubicBezTo>
                  <a:cubicBezTo>
                    <a:pt x="218" y="2506"/>
                    <a:pt x="222" y="2513"/>
                    <a:pt x="225" y="2518"/>
                  </a:cubicBezTo>
                  <a:cubicBezTo>
                    <a:pt x="224" y="2518"/>
                    <a:pt x="224" y="2519"/>
                    <a:pt x="224" y="2520"/>
                  </a:cubicBezTo>
                  <a:cubicBezTo>
                    <a:pt x="224" y="2520"/>
                    <a:pt x="224" y="2520"/>
                    <a:pt x="224" y="2520"/>
                  </a:cubicBezTo>
                  <a:cubicBezTo>
                    <a:pt x="224" y="2521"/>
                    <a:pt x="224" y="2521"/>
                    <a:pt x="224" y="2522"/>
                  </a:cubicBezTo>
                  <a:cubicBezTo>
                    <a:pt x="224" y="2522"/>
                    <a:pt x="224" y="2522"/>
                    <a:pt x="224" y="2522"/>
                  </a:cubicBezTo>
                  <a:cubicBezTo>
                    <a:pt x="224" y="2523"/>
                    <a:pt x="224" y="2523"/>
                    <a:pt x="224" y="2523"/>
                  </a:cubicBezTo>
                  <a:cubicBezTo>
                    <a:pt x="224" y="2524"/>
                    <a:pt x="224" y="2524"/>
                    <a:pt x="224" y="2524"/>
                  </a:cubicBezTo>
                  <a:cubicBezTo>
                    <a:pt x="224" y="2524"/>
                    <a:pt x="224" y="2525"/>
                    <a:pt x="224" y="2525"/>
                  </a:cubicBezTo>
                  <a:cubicBezTo>
                    <a:pt x="224" y="2525"/>
                    <a:pt x="224" y="2525"/>
                    <a:pt x="224" y="2526"/>
                  </a:cubicBezTo>
                  <a:cubicBezTo>
                    <a:pt x="225" y="2526"/>
                    <a:pt x="225" y="2526"/>
                    <a:pt x="225" y="2527"/>
                  </a:cubicBezTo>
                  <a:cubicBezTo>
                    <a:pt x="225" y="2527"/>
                    <a:pt x="225" y="2527"/>
                    <a:pt x="225" y="2527"/>
                  </a:cubicBezTo>
                  <a:cubicBezTo>
                    <a:pt x="225" y="2527"/>
                    <a:pt x="226" y="2528"/>
                    <a:pt x="226" y="2528"/>
                  </a:cubicBezTo>
                  <a:cubicBezTo>
                    <a:pt x="226" y="2528"/>
                    <a:pt x="226" y="2528"/>
                    <a:pt x="226" y="2529"/>
                  </a:cubicBezTo>
                  <a:cubicBezTo>
                    <a:pt x="226" y="2529"/>
                    <a:pt x="227" y="2529"/>
                    <a:pt x="227" y="2529"/>
                  </a:cubicBezTo>
                  <a:cubicBezTo>
                    <a:pt x="227" y="2529"/>
                    <a:pt x="227" y="2530"/>
                    <a:pt x="227" y="2530"/>
                  </a:cubicBezTo>
                  <a:cubicBezTo>
                    <a:pt x="228" y="2530"/>
                    <a:pt x="228" y="2530"/>
                    <a:pt x="228" y="2530"/>
                  </a:cubicBezTo>
                  <a:cubicBezTo>
                    <a:pt x="228" y="2531"/>
                    <a:pt x="229" y="2531"/>
                    <a:pt x="229" y="2531"/>
                  </a:cubicBezTo>
                  <a:cubicBezTo>
                    <a:pt x="229" y="2531"/>
                    <a:pt x="229" y="2531"/>
                    <a:pt x="229" y="2531"/>
                  </a:cubicBezTo>
                  <a:cubicBezTo>
                    <a:pt x="230" y="2532"/>
                    <a:pt x="230" y="2532"/>
                    <a:pt x="230" y="2532"/>
                  </a:cubicBezTo>
                  <a:cubicBezTo>
                    <a:pt x="230" y="2532"/>
                    <a:pt x="231" y="2532"/>
                    <a:pt x="231" y="2532"/>
                  </a:cubicBezTo>
                  <a:cubicBezTo>
                    <a:pt x="231" y="2533"/>
                    <a:pt x="232" y="2533"/>
                    <a:pt x="232" y="2533"/>
                  </a:cubicBezTo>
                  <a:cubicBezTo>
                    <a:pt x="232" y="2533"/>
                    <a:pt x="232" y="2533"/>
                    <a:pt x="232" y="2533"/>
                  </a:cubicBezTo>
                  <a:cubicBezTo>
                    <a:pt x="233" y="2533"/>
                    <a:pt x="233" y="2533"/>
                    <a:pt x="233" y="2534"/>
                  </a:cubicBezTo>
                  <a:cubicBezTo>
                    <a:pt x="233" y="2534"/>
                    <a:pt x="234" y="2534"/>
                    <a:pt x="234" y="2534"/>
                  </a:cubicBezTo>
                  <a:cubicBezTo>
                    <a:pt x="234" y="2534"/>
                    <a:pt x="234" y="2534"/>
                    <a:pt x="235" y="2534"/>
                  </a:cubicBezTo>
                  <a:cubicBezTo>
                    <a:pt x="235" y="2534"/>
                    <a:pt x="235" y="2534"/>
                    <a:pt x="235" y="2534"/>
                  </a:cubicBezTo>
                  <a:cubicBezTo>
                    <a:pt x="235" y="2534"/>
                    <a:pt x="236" y="2534"/>
                    <a:pt x="236" y="2534"/>
                  </a:cubicBezTo>
                  <a:cubicBezTo>
                    <a:pt x="236" y="2534"/>
                    <a:pt x="236" y="2534"/>
                    <a:pt x="236" y="2534"/>
                  </a:cubicBezTo>
                  <a:cubicBezTo>
                    <a:pt x="237" y="2535"/>
                    <a:pt x="237" y="2535"/>
                    <a:pt x="237" y="2535"/>
                  </a:cubicBezTo>
                  <a:cubicBezTo>
                    <a:pt x="238" y="2535"/>
                    <a:pt x="238" y="2535"/>
                    <a:pt x="238" y="2535"/>
                  </a:cubicBezTo>
                  <a:cubicBezTo>
                    <a:pt x="238" y="2535"/>
                    <a:pt x="238" y="2535"/>
                    <a:pt x="238" y="2535"/>
                  </a:cubicBezTo>
                  <a:cubicBezTo>
                    <a:pt x="238" y="2535"/>
                    <a:pt x="239" y="2535"/>
                    <a:pt x="239" y="2535"/>
                  </a:cubicBezTo>
                  <a:cubicBezTo>
                    <a:pt x="239" y="2535"/>
                    <a:pt x="238" y="2536"/>
                    <a:pt x="239" y="2537"/>
                  </a:cubicBezTo>
                  <a:cubicBezTo>
                    <a:pt x="239" y="2537"/>
                    <a:pt x="239" y="2537"/>
                    <a:pt x="239" y="2537"/>
                  </a:cubicBezTo>
                  <a:cubicBezTo>
                    <a:pt x="239" y="2537"/>
                    <a:pt x="239" y="2538"/>
                    <a:pt x="239" y="2538"/>
                  </a:cubicBezTo>
                  <a:cubicBezTo>
                    <a:pt x="239" y="2538"/>
                    <a:pt x="239" y="2538"/>
                    <a:pt x="239" y="2538"/>
                  </a:cubicBezTo>
                  <a:cubicBezTo>
                    <a:pt x="239" y="2539"/>
                    <a:pt x="240" y="2540"/>
                    <a:pt x="240" y="2540"/>
                  </a:cubicBezTo>
                  <a:cubicBezTo>
                    <a:pt x="240" y="2540"/>
                    <a:pt x="240" y="2540"/>
                    <a:pt x="240" y="2540"/>
                  </a:cubicBezTo>
                  <a:cubicBezTo>
                    <a:pt x="240" y="2541"/>
                    <a:pt x="241" y="2541"/>
                    <a:pt x="241" y="2541"/>
                  </a:cubicBezTo>
                  <a:cubicBezTo>
                    <a:pt x="241" y="2541"/>
                    <a:pt x="241" y="2541"/>
                    <a:pt x="241" y="2541"/>
                  </a:cubicBezTo>
                  <a:cubicBezTo>
                    <a:pt x="242" y="2542"/>
                    <a:pt x="242" y="2542"/>
                    <a:pt x="243" y="2543"/>
                  </a:cubicBezTo>
                  <a:cubicBezTo>
                    <a:pt x="243" y="2543"/>
                    <a:pt x="243" y="2543"/>
                    <a:pt x="243" y="2543"/>
                  </a:cubicBezTo>
                  <a:cubicBezTo>
                    <a:pt x="244" y="2543"/>
                    <a:pt x="244" y="2543"/>
                    <a:pt x="245" y="2543"/>
                  </a:cubicBezTo>
                  <a:cubicBezTo>
                    <a:pt x="245" y="2543"/>
                    <a:pt x="245" y="2544"/>
                    <a:pt x="245" y="2544"/>
                  </a:cubicBezTo>
                  <a:cubicBezTo>
                    <a:pt x="246" y="2544"/>
                    <a:pt x="247" y="2544"/>
                    <a:pt x="247" y="2544"/>
                  </a:cubicBezTo>
                  <a:cubicBezTo>
                    <a:pt x="247" y="2544"/>
                    <a:pt x="247" y="2544"/>
                    <a:pt x="247" y="2544"/>
                  </a:cubicBezTo>
                  <a:cubicBezTo>
                    <a:pt x="248" y="2544"/>
                    <a:pt x="249" y="2544"/>
                    <a:pt x="250" y="2545"/>
                  </a:cubicBezTo>
                  <a:cubicBezTo>
                    <a:pt x="250" y="2545"/>
                    <a:pt x="250" y="2545"/>
                    <a:pt x="250" y="2545"/>
                  </a:cubicBezTo>
                  <a:cubicBezTo>
                    <a:pt x="251" y="2545"/>
                    <a:pt x="251" y="2545"/>
                    <a:pt x="252" y="2545"/>
                  </a:cubicBezTo>
                  <a:cubicBezTo>
                    <a:pt x="252" y="2545"/>
                    <a:pt x="252" y="2545"/>
                    <a:pt x="253" y="2545"/>
                  </a:cubicBezTo>
                  <a:cubicBezTo>
                    <a:pt x="253" y="2545"/>
                    <a:pt x="254" y="2545"/>
                    <a:pt x="255" y="2545"/>
                  </a:cubicBezTo>
                  <a:cubicBezTo>
                    <a:pt x="255" y="2545"/>
                    <a:pt x="255" y="2545"/>
                    <a:pt x="255" y="2545"/>
                  </a:cubicBezTo>
                  <a:cubicBezTo>
                    <a:pt x="256" y="2545"/>
                    <a:pt x="257" y="2545"/>
                    <a:pt x="257" y="2545"/>
                  </a:cubicBezTo>
                  <a:cubicBezTo>
                    <a:pt x="258" y="2545"/>
                    <a:pt x="258" y="2545"/>
                    <a:pt x="258" y="2545"/>
                  </a:cubicBezTo>
                  <a:cubicBezTo>
                    <a:pt x="259" y="2545"/>
                    <a:pt x="259" y="2545"/>
                    <a:pt x="260" y="2544"/>
                  </a:cubicBezTo>
                  <a:cubicBezTo>
                    <a:pt x="260" y="2544"/>
                    <a:pt x="261" y="2544"/>
                    <a:pt x="261" y="2544"/>
                  </a:cubicBezTo>
                  <a:cubicBezTo>
                    <a:pt x="261" y="2544"/>
                    <a:pt x="262" y="2544"/>
                    <a:pt x="262" y="2544"/>
                  </a:cubicBezTo>
                  <a:cubicBezTo>
                    <a:pt x="263" y="2544"/>
                    <a:pt x="263" y="2544"/>
                    <a:pt x="263" y="2544"/>
                  </a:cubicBezTo>
                  <a:cubicBezTo>
                    <a:pt x="264" y="2544"/>
                    <a:pt x="264" y="2544"/>
                    <a:pt x="265" y="2543"/>
                  </a:cubicBezTo>
                  <a:cubicBezTo>
                    <a:pt x="265" y="2543"/>
                    <a:pt x="265" y="2543"/>
                    <a:pt x="266" y="2543"/>
                  </a:cubicBezTo>
                  <a:cubicBezTo>
                    <a:pt x="266" y="2543"/>
                    <a:pt x="266" y="2543"/>
                    <a:pt x="267" y="2543"/>
                  </a:cubicBezTo>
                  <a:cubicBezTo>
                    <a:pt x="267" y="2542"/>
                    <a:pt x="267" y="2542"/>
                    <a:pt x="268" y="2542"/>
                  </a:cubicBezTo>
                  <a:cubicBezTo>
                    <a:pt x="268" y="2542"/>
                    <a:pt x="268" y="2542"/>
                    <a:pt x="268" y="2542"/>
                  </a:cubicBezTo>
                  <a:cubicBezTo>
                    <a:pt x="269" y="2541"/>
                    <a:pt x="269" y="2541"/>
                    <a:pt x="270" y="2541"/>
                  </a:cubicBezTo>
                  <a:cubicBezTo>
                    <a:pt x="277" y="2548"/>
                    <a:pt x="297" y="2548"/>
                    <a:pt x="305" y="2539"/>
                  </a:cubicBezTo>
                  <a:cubicBezTo>
                    <a:pt x="318" y="2549"/>
                    <a:pt x="340" y="2549"/>
                    <a:pt x="354" y="2536"/>
                  </a:cubicBezTo>
                  <a:cubicBezTo>
                    <a:pt x="368" y="2523"/>
                    <a:pt x="370" y="2510"/>
                    <a:pt x="368" y="2498"/>
                  </a:cubicBezTo>
                  <a:cubicBezTo>
                    <a:pt x="367" y="2485"/>
                    <a:pt x="370" y="2480"/>
                    <a:pt x="373" y="2465"/>
                  </a:cubicBezTo>
                  <a:cubicBezTo>
                    <a:pt x="376" y="2449"/>
                    <a:pt x="378" y="2436"/>
                    <a:pt x="372" y="2425"/>
                  </a:cubicBezTo>
                  <a:cubicBezTo>
                    <a:pt x="365" y="2414"/>
                    <a:pt x="365" y="2408"/>
                    <a:pt x="365" y="2397"/>
                  </a:cubicBezTo>
                  <a:cubicBezTo>
                    <a:pt x="365" y="2386"/>
                    <a:pt x="370" y="2368"/>
                    <a:pt x="362" y="2354"/>
                  </a:cubicBezTo>
                  <a:cubicBezTo>
                    <a:pt x="354" y="2340"/>
                    <a:pt x="344" y="2305"/>
                    <a:pt x="346" y="2268"/>
                  </a:cubicBezTo>
                  <a:cubicBezTo>
                    <a:pt x="348" y="2231"/>
                    <a:pt x="378" y="2022"/>
                    <a:pt x="365" y="1951"/>
                  </a:cubicBezTo>
                  <a:cubicBezTo>
                    <a:pt x="352" y="1879"/>
                    <a:pt x="357" y="1865"/>
                    <a:pt x="360" y="1840"/>
                  </a:cubicBezTo>
                  <a:cubicBezTo>
                    <a:pt x="363" y="1816"/>
                    <a:pt x="371" y="1777"/>
                    <a:pt x="364" y="1725"/>
                  </a:cubicBezTo>
                  <a:cubicBezTo>
                    <a:pt x="361" y="1706"/>
                    <a:pt x="362" y="1622"/>
                    <a:pt x="363" y="1538"/>
                  </a:cubicBezTo>
                  <a:cubicBezTo>
                    <a:pt x="363" y="1484"/>
                    <a:pt x="368" y="1419"/>
                    <a:pt x="364" y="1398"/>
                  </a:cubicBezTo>
                  <a:cubicBezTo>
                    <a:pt x="368" y="1399"/>
                    <a:pt x="372" y="1400"/>
                    <a:pt x="376" y="1400"/>
                  </a:cubicBezTo>
                  <a:cubicBezTo>
                    <a:pt x="377" y="1400"/>
                    <a:pt x="377" y="1400"/>
                    <a:pt x="377" y="1400"/>
                  </a:cubicBezTo>
                  <a:cubicBezTo>
                    <a:pt x="382" y="1400"/>
                    <a:pt x="387" y="1399"/>
                    <a:pt x="392" y="1397"/>
                  </a:cubicBezTo>
                  <a:cubicBezTo>
                    <a:pt x="392" y="1398"/>
                    <a:pt x="392" y="1398"/>
                    <a:pt x="392" y="1398"/>
                  </a:cubicBezTo>
                  <a:cubicBezTo>
                    <a:pt x="391" y="1399"/>
                    <a:pt x="391" y="1401"/>
                    <a:pt x="391" y="1405"/>
                  </a:cubicBezTo>
                  <a:cubicBezTo>
                    <a:pt x="389" y="1431"/>
                    <a:pt x="392" y="1489"/>
                    <a:pt x="393" y="1538"/>
                  </a:cubicBezTo>
                  <a:cubicBezTo>
                    <a:pt x="393" y="1622"/>
                    <a:pt x="394" y="1706"/>
                    <a:pt x="391" y="1725"/>
                  </a:cubicBezTo>
                  <a:cubicBezTo>
                    <a:pt x="384" y="1777"/>
                    <a:pt x="392" y="1816"/>
                    <a:pt x="395" y="1840"/>
                  </a:cubicBezTo>
                  <a:cubicBezTo>
                    <a:pt x="398" y="1865"/>
                    <a:pt x="403" y="1879"/>
                    <a:pt x="390" y="1951"/>
                  </a:cubicBezTo>
                  <a:cubicBezTo>
                    <a:pt x="378" y="2022"/>
                    <a:pt x="408" y="2231"/>
                    <a:pt x="409" y="2268"/>
                  </a:cubicBezTo>
                  <a:cubicBezTo>
                    <a:pt x="411" y="2305"/>
                    <a:pt x="402" y="2340"/>
                    <a:pt x="394" y="2354"/>
                  </a:cubicBezTo>
                  <a:cubicBezTo>
                    <a:pt x="386" y="2368"/>
                    <a:pt x="390" y="2386"/>
                    <a:pt x="390" y="2397"/>
                  </a:cubicBezTo>
                  <a:cubicBezTo>
                    <a:pt x="390" y="2408"/>
                    <a:pt x="390" y="2414"/>
                    <a:pt x="384" y="2425"/>
                  </a:cubicBezTo>
                  <a:cubicBezTo>
                    <a:pt x="377" y="2436"/>
                    <a:pt x="379" y="2449"/>
                    <a:pt x="383" y="2465"/>
                  </a:cubicBezTo>
                  <a:cubicBezTo>
                    <a:pt x="386" y="2480"/>
                    <a:pt x="389" y="2485"/>
                    <a:pt x="387" y="2498"/>
                  </a:cubicBezTo>
                  <a:cubicBezTo>
                    <a:pt x="386" y="2510"/>
                    <a:pt x="387" y="2523"/>
                    <a:pt x="402" y="2536"/>
                  </a:cubicBezTo>
                  <a:cubicBezTo>
                    <a:pt x="416" y="2549"/>
                    <a:pt x="438" y="2549"/>
                    <a:pt x="450" y="2539"/>
                  </a:cubicBezTo>
                  <a:cubicBezTo>
                    <a:pt x="458" y="2548"/>
                    <a:pt x="478" y="2548"/>
                    <a:pt x="486" y="2541"/>
                  </a:cubicBezTo>
                  <a:cubicBezTo>
                    <a:pt x="486" y="2541"/>
                    <a:pt x="487" y="2541"/>
                    <a:pt x="487" y="2542"/>
                  </a:cubicBezTo>
                  <a:cubicBezTo>
                    <a:pt x="487" y="2542"/>
                    <a:pt x="487" y="2542"/>
                    <a:pt x="488" y="2542"/>
                  </a:cubicBezTo>
                  <a:cubicBezTo>
                    <a:pt x="488" y="2542"/>
                    <a:pt x="488" y="2542"/>
                    <a:pt x="489" y="2543"/>
                  </a:cubicBezTo>
                  <a:cubicBezTo>
                    <a:pt x="489" y="2543"/>
                    <a:pt x="489" y="2543"/>
                    <a:pt x="490" y="2543"/>
                  </a:cubicBezTo>
                  <a:cubicBezTo>
                    <a:pt x="490" y="2543"/>
                    <a:pt x="490" y="2543"/>
                    <a:pt x="491" y="2543"/>
                  </a:cubicBezTo>
                  <a:cubicBezTo>
                    <a:pt x="491" y="2544"/>
                    <a:pt x="492" y="2544"/>
                    <a:pt x="492" y="2544"/>
                  </a:cubicBezTo>
                  <a:cubicBezTo>
                    <a:pt x="492" y="2544"/>
                    <a:pt x="493" y="2544"/>
                    <a:pt x="493" y="2544"/>
                  </a:cubicBezTo>
                  <a:cubicBezTo>
                    <a:pt x="494" y="2544"/>
                    <a:pt x="494" y="2544"/>
                    <a:pt x="495" y="2544"/>
                  </a:cubicBezTo>
                  <a:cubicBezTo>
                    <a:pt x="495" y="2544"/>
                    <a:pt x="495" y="2544"/>
                    <a:pt x="496" y="2544"/>
                  </a:cubicBezTo>
                  <a:cubicBezTo>
                    <a:pt x="496" y="2545"/>
                    <a:pt x="497" y="2545"/>
                    <a:pt x="497" y="2545"/>
                  </a:cubicBezTo>
                  <a:cubicBezTo>
                    <a:pt x="498" y="2545"/>
                    <a:pt x="498" y="2545"/>
                    <a:pt x="498" y="2545"/>
                  </a:cubicBezTo>
                  <a:cubicBezTo>
                    <a:pt x="499" y="2545"/>
                    <a:pt x="499" y="2545"/>
                    <a:pt x="500" y="2545"/>
                  </a:cubicBezTo>
                  <a:cubicBezTo>
                    <a:pt x="500" y="2545"/>
                    <a:pt x="500" y="2545"/>
                    <a:pt x="501" y="2545"/>
                  </a:cubicBezTo>
                  <a:cubicBezTo>
                    <a:pt x="501" y="2545"/>
                    <a:pt x="502" y="2545"/>
                    <a:pt x="503" y="2545"/>
                  </a:cubicBezTo>
                  <a:cubicBezTo>
                    <a:pt x="503" y="2545"/>
                    <a:pt x="503" y="2545"/>
                    <a:pt x="503" y="2545"/>
                  </a:cubicBezTo>
                  <a:cubicBezTo>
                    <a:pt x="504" y="2545"/>
                    <a:pt x="505" y="2545"/>
                    <a:pt x="505" y="2545"/>
                  </a:cubicBezTo>
                  <a:cubicBezTo>
                    <a:pt x="506" y="2545"/>
                    <a:pt x="506" y="2545"/>
                    <a:pt x="506" y="2545"/>
                  </a:cubicBezTo>
                  <a:cubicBezTo>
                    <a:pt x="507" y="2544"/>
                    <a:pt x="507" y="2544"/>
                    <a:pt x="508" y="2544"/>
                  </a:cubicBezTo>
                  <a:cubicBezTo>
                    <a:pt x="508" y="2544"/>
                    <a:pt x="508" y="2544"/>
                    <a:pt x="508" y="2544"/>
                  </a:cubicBezTo>
                  <a:cubicBezTo>
                    <a:pt x="509" y="2544"/>
                    <a:pt x="510" y="2544"/>
                    <a:pt x="510" y="2544"/>
                  </a:cubicBezTo>
                  <a:cubicBezTo>
                    <a:pt x="510" y="2544"/>
                    <a:pt x="510" y="2543"/>
                    <a:pt x="510" y="2543"/>
                  </a:cubicBezTo>
                  <a:cubicBezTo>
                    <a:pt x="511" y="2543"/>
                    <a:pt x="512" y="2543"/>
                    <a:pt x="512" y="2543"/>
                  </a:cubicBezTo>
                  <a:cubicBezTo>
                    <a:pt x="512" y="2543"/>
                    <a:pt x="512" y="2543"/>
                    <a:pt x="512" y="2543"/>
                  </a:cubicBezTo>
                  <a:cubicBezTo>
                    <a:pt x="513" y="2542"/>
                    <a:pt x="514" y="2542"/>
                    <a:pt x="514" y="2541"/>
                  </a:cubicBezTo>
                  <a:cubicBezTo>
                    <a:pt x="514" y="2541"/>
                    <a:pt x="514" y="2541"/>
                    <a:pt x="514" y="2541"/>
                  </a:cubicBezTo>
                  <a:cubicBezTo>
                    <a:pt x="515" y="2541"/>
                    <a:pt x="515" y="2541"/>
                    <a:pt x="515" y="2540"/>
                  </a:cubicBezTo>
                  <a:cubicBezTo>
                    <a:pt x="515" y="2540"/>
                    <a:pt x="515" y="2540"/>
                    <a:pt x="515" y="2540"/>
                  </a:cubicBezTo>
                  <a:cubicBezTo>
                    <a:pt x="516" y="2540"/>
                    <a:pt x="516" y="2539"/>
                    <a:pt x="516" y="2538"/>
                  </a:cubicBezTo>
                  <a:cubicBezTo>
                    <a:pt x="516" y="2538"/>
                    <a:pt x="516" y="2538"/>
                    <a:pt x="516" y="2538"/>
                  </a:cubicBezTo>
                  <a:cubicBezTo>
                    <a:pt x="517" y="2538"/>
                    <a:pt x="517" y="2537"/>
                    <a:pt x="517" y="2537"/>
                  </a:cubicBezTo>
                  <a:cubicBezTo>
                    <a:pt x="517" y="2537"/>
                    <a:pt x="517" y="2537"/>
                    <a:pt x="517" y="2537"/>
                  </a:cubicBezTo>
                  <a:cubicBezTo>
                    <a:pt x="517" y="2536"/>
                    <a:pt x="517" y="2535"/>
                    <a:pt x="517" y="2535"/>
                  </a:cubicBezTo>
                  <a:cubicBezTo>
                    <a:pt x="517" y="2535"/>
                    <a:pt x="517" y="2535"/>
                    <a:pt x="517" y="2535"/>
                  </a:cubicBezTo>
                  <a:cubicBezTo>
                    <a:pt x="517" y="2535"/>
                    <a:pt x="518" y="2535"/>
                    <a:pt x="518" y="2535"/>
                  </a:cubicBezTo>
                  <a:cubicBezTo>
                    <a:pt x="518" y="2535"/>
                    <a:pt x="518" y="2535"/>
                    <a:pt x="518" y="2535"/>
                  </a:cubicBezTo>
                  <a:cubicBezTo>
                    <a:pt x="518" y="2535"/>
                    <a:pt x="519" y="2535"/>
                    <a:pt x="519" y="2534"/>
                  </a:cubicBezTo>
                  <a:cubicBezTo>
                    <a:pt x="519" y="2534"/>
                    <a:pt x="519" y="2534"/>
                    <a:pt x="519" y="2534"/>
                  </a:cubicBezTo>
                  <a:cubicBezTo>
                    <a:pt x="520" y="2534"/>
                    <a:pt x="520" y="2534"/>
                    <a:pt x="520" y="2534"/>
                  </a:cubicBezTo>
                  <a:cubicBezTo>
                    <a:pt x="521" y="2534"/>
                    <a:pt x="521" y="2534"/>
                    <a:pt x="521" y="2534"/>
                  </a:cubicBezTo>
                  <a:cubicBezTo>
                    <a:pt x="521" y="2534"/>
                    <a:pt x="521" y="2534"/>
                    <a:pt x="522" y="2534"/>
                  </a:cubicBezTo>
                  <a:cubicBezTo>
                    <a:pt x="522" y="2534"/>
                    <a:pt x="522" y="2534"/>
                    <a:pt x="522" y="2533"/>
                  </a:cubicBezTo>
                  <a:cubicBezTo>
                    <a:pt x="523" y="2533"/>
                    <a:pt x="523" y="2533"/>
                    <a:pt x="523" y="2533"/>
                  </a:cubicBezTo>
                  <a:cubicBezTo>
                    <a:pt x="523" y="2533"/>
                    <a:pt x="524" y="2533"/>
                    <a:pt x="524" y="2533"/>
                  </a:cubicBezTo>
                  <a:cubicBezTo>
                    <a:pt x="524" y="2533"/>
                    <a:pt x="524" y="2532"/>
                    <a:pt x="525" y="2532"/>
                  </a:cubicBezTo>
                  <a:cubicBezTo>
                    <a:pt x="525" y="2532"/>
                    <a:pt x="525" y="2532"/>
                    <a:pt x="525" y="2532"/>
                  </a:cubicBezTo>
                  <a:cubicBezTo>
                    <a:pt x="526" y="2532"/>
                    <a:pt x="526" y="2532"/>
                    <a:pt x="526" y="2531"/>
                  </a:cubicBezTo>
                  <a:cubicBezTo>
                    <a:pt x="526" y="2531"/>
                    <a:pt x="527" y="2531"/>
                    <a:pt x="527" y="2531"/>
                  </a:cubicBezTo>
                  <a:cubicBezTo>
                    <a:pt x="527" y="2531"/>
                    <a:pt x="527" y="2531"/>
                    <a:pt x="527" y="2530"/>
                  </a:cubicBezTo>
                  <a:cubicBezTo>
                    <a:pt x="528" y="2530"/>
                    <a:pt x="528" y="2530"/>
                    <a:pt x="528" y="2530"/>
                  </a:cubicBezTo>
                  <a:cubicBezTo>
                    <a:pt x="528" y="2530"/>
                    <a:pt x="528" y="2529"/>
                    <a:pt x="529" y="2529"/>
                  </a:cubicBezTo>
                  <a:cubicBezTo>
                    <a:pt x="529" y="2529"/>
                    <a:pt x="529" y="2529"/>
                    <a:pt x="529" y="2528"/>
                  </a:cubicBezTo>
                  <a:cubicBezTo>
                    <a:pt x="529" y="2528"/>
                    <a:pt x="530" y="2528"/>
                    <a:pt x="530" y="2528"/>
                  </a:cubicBezTo>
                  <a:cubicBezTo>
                    <a:pt x="530" y="2528"/>
                    <a:pt x="530" y="2527"/>
                    <a:pt x="530" y="2527"/>
                  </a:cubicBezTo>
                  <a:cubicBezTo>
                    <a:pt x="530" y="2527"/>
                    <a:pt x="530" y="2527"/>
                    <a:pt x="530" y="2527"/>
                  </a:cubicBezTo>
                  <a:cubicBezTo>
                    <a:pt x="531" y="2526"/>
                    <a:pt x="531" y="2526"/>
                    <a:pt x="531" y="2526"/>
                  </a:cubicBezTo>
                  <a:cubicBezTo>
                    <a:pt x="531" y="2525"/>
                    <a:pt x="531" y="2525"/>
                    <a:pt x="531" y="2525"/>
                  </a:cubicBezTo>
                  <a:cubicBezTo>
                    <a:pt x="531" y="2525"/>
                    <a:pt x="531" y="2524"/>
                    <a:pt x="531" y="2524"/>
                  </a:cubicBezTo>
                  <a:cubicBezTo>
                    <a:pt x="531" y="2524"/>
                    <a:pt x="532" y="2524"/>
                    <a:pt x="532" y="2523"/>
                  </a:cubicBezTo>
                  <a:cubicBezTo>
                    <a:pt x="532" y="2523"/>
                    <a:pt x="532" y="2523"/>
                    <a:pt x="532" y="2522"/>
                  </a:cubicBezTo>
                  <a:cubicBezTo>
                    <a:pt x="532" y="2522"/>
                    <a:pt x="532" y="2522"/>
                    <a:pt x="532" y="2522"/>
                  </a:cubicBezTo>
                  <a:cubicBezTo>
                    <a:pt x="532" y="2521"/>
                    <a:pt x="531" y="2521"/>
                    <a:pt x="531" y="2520"/>
                  </a:cubicBezTo>
                  <a:cubicBezTo>
                    <a:pt x="531" y="2520"/>
                    <a:pt x="531" y="2520"/>
                    <a:pt x="531" y="2520"/>
                  </a:cubicBezTo>
                  <a:cubicBezTo>
                    <a:pt x="531" y="2519"/>
                    <a:pt x="531" y="2518"/>
                    <a:pt x="531" y="2518"/>
                  </a:cubicBezTo>
                  <a:cubicBezTo>
                    <a:pt x="534" y="2513"/>
                    <a:pt x="537" y="2506"/>
                    <a:pt x="531" y="2499"/>
                  </a:cubicBezTo>
                  <a:cubicBezTo>
                    <a:pt x="524" y="2491"/>
                    <a:pt x="505" y="2459"/>
                    <a:pt x="493" y="2444"/>
                  </a:cubicBezTo>
                  <a:cubicBezTo>
                    <a:pt x="480" y="2421"/>
                    <a:pt x="480" y="2424"/>
                    <a:pt x="485" y="2400"/>
                  </a:cubicBezTo>
                  <a:cubicBezTo>
                    <a:pt x="490" y="2377"/>
                    <a:pt x="480" y="2372"/>
                    <a:pt x="491" y="2325"/>
                  </a:cubicBezTo>
                  <a:cubicBezTo>
                    <a:pt x="494" y="2310"/>
                    <a:pt x="505" y="2263"/>
                    <a:pt x="516" y="2205"/>
                  </a:cubicBezTo>
                  <a:cubicBezTo>
                    <a:pt x="519" y="2190"/>
                    <a:pt x="522" y="2174"/>
                    <a:pt x="525" y="2157"/>
                  </a:cubicBezTo>
                  <a:cubicBezTo>
                    <a:pt x="544" y="2067"/>
                    <a:pt x="536" y="1918"/>
                    <a:pt x="538" y="1886"/>
                  </a:cubicBezTo>
                  <a:cubicBezTo>
                    <a:pt x="540" y="1854"/>
                    <a:pt x="531" y="1834"/>
                    <a:pt x="540" y="1784"/>
                  </a:cubicBezTo>
                  <a:cubicBezTo>
                    <a:pt x="550" y="1735"/>
                    <a:pt x="568" y="1648"/>
                    <a:pt x="575" y="1579"/>
                  </a:cubicBezTo>
                  <a:cubicBezTo>
                    <a:pt x="587" y="1496"/>
                    <a:pt x="588" y="1463"/>
                    <a:pt x="591" y="1424"/>
                  </a:cubicBezTo>
                  <a:cubicBezTo>
                    <a:pt x="591" y="1415"/>
                    <a:pt x="592" y="1407"/>
                    <a:pt x="592" y="1398"/>
                  </a:cubicBezTo>
                  <a:cubicBezTo>
                    <a:pt x="600" y="1296"/>
                    <a:pt x="595" y="1261"/>
                    <a:pt x="588" y="1205"/>
                  </a:cubicBezTo>
                  <a:cubicBezTo>
                    <a:pt x="582" y="1173"/>
                    <a:pt x="578" y="1141"/>
                    <a:pt x="577" y="1114"/>
                  </a:cubicBezTo>
                  <a:cubicBezTo>
                    <a:pt x="575" y="1089"/>
                    <a:pt x="575" y="1070"/>
                    <a:pt x="575" y="1057"/>
                  </a:cubicBezTo>
                  <a:cubicBezTo>
                    <a:pt x="576" y="1009"/>
                    <a:pt x="564" y="981"/>
                    <a:pt x="561" y="955"/>
                  </a:cubicBezTo>
                  <a:cubicBezTo>
                    <a:pt x="562" y="955"/>
                    <a:pt x="561" y="954"/>
                    <a:pt x="562" y="953"/>
                  </a:cubicBezTo>
                  <a:cubicBezTo>
                    <a:pt x="562" y="950"/>
                    <a:pt x="562" y="942"/>
                    <a:pt x="562" y="932"/>
                  </a:cubicBezTo>
                  <a:cubicBezTo>
                    <a:pt x="563" y="903"/>
                    <a:pt x="567" y="833"/>
                    <a:pt x="563" y="769"/>
                  </a:cubicBezTo>
                  <a:cubicBezTo>
                    <a:pt x="561" y="750"/>
                    <a:pt x="559" y="733"/>
                    <a:pt x="557" y="718"/>
                  </a:cubicBezTo>
                  <a:cubicBezTo>
                    <a:pt x="556" y="702"/>
                    <a:pt x="555" y="689"/>
                    <a:pt x="554" y="679"/>
                  </a:cubicBezTo>
                  <a:cubicBezTo>
                    <a:pt x="587" y="826"/>
                    <a:pt x="587" y="826"/>
                    <a:pt x="587" y="826"/>
                  </a:cubicBezTo>
                  <a:cubicBezTo>
                    <a:pt x="593" y="861"/>
                    <a:pt x="611" y="939"/>
                    <a:pt x="614" y="954"/>
                  </a:cubicBezTo>
                  <a:cubicBezTo>
                    <a:pt x="617" y="969"/>
                    <a:pt x="619" y="1041"/>
                    <a:pt x="646" y="1124"/>
                  </a:cubicBezTo>
                  <a:cubicBezTo>
                    <a:pt x="660" y="1164"/>
                    <a:pt x="675" y="1305"/>
                    <a:pt x="670" y="1325"/>
                  </a:cubicBezTo>
                  <a:cubicBezTo>
                    <a:pt x="671" y="1334"/>
                    <a:pt x="668" y="1346"/>
                    <a:pt x="663" y="1360"/>
                  </a:cubicBezTo>
                  <a:cubicBezTo>
                    <a:pt x="655" y="1382"/>
                    <a:pt x="653" y="1414"/>
                    <a:pt x="654" y="1424"/>
                  </a:cubicBezTo>
                  <a:cubicBezTo>
                    <a:pt x="651" y="1437"/>
                    <a:pt x="642" y="1462"/>
                    <a:pt x="656" y="1466"/>
                  </a:cubicBezTo>
                  <a:cubicBezTo>
                    <a:pt x="656" y="1466"/>
                    <a:pt x="656" y="1466"/>
                    <a:pt x="655" y="1466"/>
                  </a:cubicBezTo>
                  <a:cubicBezTo>
                    <a:pt x="654" y="1467"/>
                    <a:pt x="654" y="1467"/>
                    <a:pt x="654" y="1467"/>
                  </a:cubicBezTo>
                  <a:cubicBezTo>
                    <a:pt x="654" y="1467"/>
                    <a:pt x="655" y="1467"/>
                    <a:pt x="655" y="1467"/>
                  </a:cubicBezTo>
                  <a:cubicBezTo>
                    <a:pt x="655" y="1467"/>
                    <a:pt x="655" y="1467"/>
                    <a:pt x="655" y="1467"/>
                  </a:cubicBezTo>
                  <a:cubicBezTo>
                    <a:pt x="654" y="1468"/>
                    <a:pt x="653" y="1469"/>
                    <a:pt x="653" y="1470"/>
                  </a:cubicBezTo>
                  <a:cubicBezTo>
                    <a:pt x="653" y="1470"/>
                    <a:pt x="653" y="1470"/>
                    <a:pt x="652" y="1470"/>
                  </a:cubicBezTo>
                  <a:cubicBezTo>
                    <a:pt x="652" y="1470"/>
                    <a:pt x="652" y="1470"/>
                    <a:pt x="652" y="1470"/>
                  </a:cubicBezTo>
                  <a:cubicBezTo>
                    <a:pt x="652" y="1471"/>
                    <a:pt x="652" y="1471"/>
                    <a:pt x="652" y="1471"/>
                  </a:cubicBezTo>
                  <a:cubicBezTo>
                    <a:pt x="652" y="1471"/>
                    <a:pt x="652" y="1471"/>
                    <a:pt x="652" y="1471"/>
                  </a:cubicBezTo>
                  <a:cubicBezTo>
                    <a:pt x="652" y="1472"/>
                    <a:pt x="652" y="1472"/>
                    <a:pt x="652" y="1472"/>
                  </a:cubicBezTo>
                  <a:cubicBezTo>
                    <a:pt x="652" y="1472"/>
                    <a:pt x="652" y="1472"/>
                    <a:pt x="652" y="1472"/>
                  </a:cubicBezTo>
                  <a:cubicBezTo>
                    <a:pt x="652" y="1473"/>
                    <a:pt x="652" y="1473"/>
                    <a:pt x="652" y="1473"/>
                  </a:cubicBezTo>
                  <a:cubicBezTo>
                    <a:pt x="652" y="1473"/>
                    <a:pt x="652" y="1473"/>
                    <a:pt x="652" y="1474"/>
                  </a:cubicBezTo>
                  <a:cubicBezTo>
                    <a:pt x="652" y="1474"/>
                    <a:pt x="652" y="1474"/>
                    <a:pt x="652" y="1475"/>
                  </a:cubicBezTo>
                  <a:cubicBezTo>
                    <a:pt x="652" y="1475"/>
                    <a:pt x="652" y="1476"/>
                    <a:pt x="652" y="1476"/>
                  </a:cubicBezTo>
                  <a:cubicBezTo>
                    <a:pt x="650" y="1480"/>
                    <a:pt x="650" y="1482"/>
                    <a:pt x="651" y="1484"/>
                  </a:cubicBezTo>
                  <a:cubicBezTo>
                    <a:pt x="652" y="1488"/>
                    <a:pt x="655" y="1488"/>
                    <a:pt x="657" y="1488"/>
                  </a:cubicBezTo>
                  <a:cubicBezTo>
                    <a:pt x="651" y="1492"/>
                    <a:pt x="649" y="1498"/>
                    <a:pt x="652" y="1507"/>
                  </a:cubicBezTo>
                  <a:cubicBezTo>
                    <a:pt x="654" y="1511"/>
                    <a:pt x="673" y="1501"/>
                    <a:pt x="683" y="1498"/>
                  </a:cubicBezTo>
                  <a:cubicBezTo>
                    <a:pt x="699" y="1493"/>
                    <a:pt x="718" y="1485"/>
                    <a:pt x="722" y="1477"/>
                  </a:cubicBezTo>
                  <a:cubicBezTo>
                    <a:pt x="727" y="1470"/>
                    <a:pt x="737" y="1457"/>
                    <a:pt x="740" y="1451"/>
                  </a:cubicBezTo>
                  <a:cubicBezTo>
                    <a:pt x="744" y="1443"/>
                    <a:pt x="743" y="1438"/>
                    <a:pt x="746" y="1432"/>
                  </a:cubicBezTo>
                  <a:cubicBezTo>
                    <a:pt x="749" y="1426"/>
                    <a:pt x="755" y="1419"/>
                    <a:pt x="752" y="1414"/>
                  </a:cubicBezTo>
                  <a:close/>
                  <a:moveTo>
                    <a:pt x="516" y="341"/>
                  </a:moveTo>
                  <a:cubicBezTo>
                    <a:pt x="517" y="341"/>
                    <a:pt x="518" y="342"/>
                    <a:pt x="519" y="342"/>
                  </a:cubicBezTo>
                  <a:cubicBezTo>
                    <a:pt x="518" y="342"/>
                    <a:pt x="517" y="341"/>
                    <a:pt x="516" y="341"/>
                  </a:cubicBezTo>
                  <a:close/>
                </a:path>
              </a:pathLst>
            </a:custGeom>
            <a:solidFill>
              <a:srgbClr val="FFCCCC"/>
            </a:solidFill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fr-FR"/>
            </a:p>
          </p:txBody>
        </p:sp>
      </p:grpSp>
      <p:grpSp>
        <p:nvGrpSpPr>
          <p:cNvPr id="65541" name="female-full-body-standing-silhouette">
            <a:extLst>
              <a:ext uri="{FF2B5EF4-FFF2-40B4-BE49-F238E27FC236}">
                <a16:creationId xmlns:a16="http://schemas.microsoft.com/office/drawing/2014/main" id="{49C04F8D-6A46-4B1A-9321-3725DFF95944}"/>
              </a:ext>
            </a:extLst>
          </p:cNvPr>
          <p:cNvGrpSpPr>
            <a:grpSpLocks/>
          </p:cNvGrpSpPr>
          <p:nvPr/>
        </p:nvGrpSpPr>
        <p:grpSpPr bwMode="auto">
          <a:xfrm>
            <a:off x="4191000" y="2362200"/>
            <a:ext cx="866775" cy="3254375"/>
            <a:chOff x="3456" y="1774"/>
            <a:chExt cx="614" cy="2307"/>
          </a:xfrm>
        </p:grpSpPr>
        <p:sp>
          <p:nvSpPr>
            <p:cNvPr id="65554" name="Freeform 13">
              <a:extLst>
                <a:ext uri="{FF2B5EF4-FFF2-40B4-BE49-F238E27FC236}">
                  <a16:creationId xmlns:a16="http://schemas.microsoft.com/office/drawing/2014/main" id="{6BA7F8EB-34AC-4A90-AA91-E20BB04AD53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456" y="1774"/>
              <a:ext cx="614" cy="2307"/>
            </a:xfrm>
            <a:custGeom>
              <a:avLst/>
              <a:gdLst>
                <a:gd name="T0" fmla="*/ 400 w 752"/>
                <a:gd name="T1" fmla="*/ 784 h 2830"/>
                <a:gd name="T2" fmla="*/ 368 w 752"/>
                <a:gd name="T3" fmla="*/ 351 h 2830"/>
                <a:gd name="T4" fmla="*/ 289 w 752"/>
                <a:gd name="T5" fmla="*/ 243 h 2830"/>
                <a:gd name="T6" fmla="*/ 274 w 752"/>
                <a:gd name="T7" fmla="*/ 187 h 2830"/>
                <a:gd name="T8" fmla="*/ 252 w 752"/>
                <a:gd name="T9" fmla="*/ 208 h 2830"/>
                <a:gd name="T10" fmla="*/ 264 w 752"/>
                <a:gd name="T11" fmla="*/ 153 h 2830"/>
                <a:gd name="T12" fmla="*/ 282 w 752"/>
                <a:gd name="T13" fmla="*/ 115 h 2830"/>
                <a:gd name="T14" fmla="*/ 249 w 752"/>
                <a:gd name="T15" fmla="*/ 13 h 2830"/>
                <a:gd name="T16" fmla="*/ 237 w 752"/>
                <a:gd name="T17" fmla="*/ 4 h 2830"/>
                <a:gd name="T18" fmla="*/ 189 w 752"/>
                <a:gd name="T19" fmla="*/ 5 h 2830"/>
                <a:gd name="T20" fmla="*/ 151 w 752"/>
                <a:gd name="T21" fmla="*/ 28 h 2830"/>
                <a:gd name="T22" fmla="*/ 131 w 752"/>
                <a:gd name="T23" fmla="*/ 131 h 2830"/>
                <a:gd name="T24" fmla="*/ 165 w 752"/>
                <a:gd name="T25" fmla="*/ 192 h 2830"/>
                <a:gd name="T26" fmla="*/ 156 w 752"/>
                <a:gd name="T27" fmla="*/ 167 h 2830"/>
                <a:gd name="T28" fmla="*/ 132 w 752"/>
                <a:gd name="T29" fmla="*/ 204 h 2830"/>
                <a:gd name="T30" fmla="*/ 31 w 752"/>
                <a:gd name="T31" fmla="*/ 473 h 2830"/>
                <a:gd name="T32" fmla="*/ 2 w 752"/>
                <a:gd name="T33" fmla="*/ 825 h 2830"/>
                <a:gd name="T34" fmla="*/ 49 w 752"/>
                <a:gd name="T35" fmla="*/ 871 h 2830"/>
                <a:gd name="T36" fmla="*/ 56 w 752"/>
                <a:gd name="T37" fmla="*/ 862 h 2830"/>
                <a:gd name="T38" fmla="*/ 56 w 752"/>
                <a:gd name="T39" fmla="*/ 861 h 2830"/>
                <a:gd name="T40" fmla="*/ 53 w 752"/>
                <a:gd name="T41" fmla="*/ 831 h 2830"/>
                <a:gd name="T42" fmla="*/ 56 w 752"/>
                <a:gd name="T43" fmla="*/ 661 h 2830"/>
                <a:gd name="T44" fmla="*/ 100 w 752"/>
                <a:gd name="T45" fmla="*/ 532 h 2830"/>
                <a:gd name="T46" fmla="*/ 109 w 752"/>
                <a:gd name="T47" fmla="*/ 1053 h 2830"/>
                <a:gd name="T48" fmla="*/ 122 w 752"/>
                <a:gd name="T49" fmla="*/ 1502 h 2830"/>
                <a:gd name="T50" fmla="*/ 122 w 752"/>
                <a:gd name="T51" fmla="*/ 1517 h 2830"/>
                <a:gd name="T52" fmla="*/ 122 w 752"/>
                <a:gd name="T53" fmla="*/ 1520 h 2830"/>
                <a:gd name="T54" fmla="*/ 124 w 752"/>
                <a:gd name="T55" fmla="*/ 1522 h 2830"/>
                <a:gd name="T56" fmla="*/ 126 w 752"/>
                <a:gd name="T57" fmla="*/ 1523 h 2830"/>
                <a:gd name="T58" fmla="*/ 129 w 752"/>
                <a:gd name="T59" fmla="*/ 1525 h 2830"/>
                <a:gd name="T60" fmla="*/ 130 w 752"/>
                <a:gd name="T61" fmla="*/ 1527 h 2830"/>
                <a:gd name="T62" fmla="*/ 132 w 752"/>
                <a:gd name="T63" fmla="*/ 1529 h 2830"/>
                <a:gd name="T64" fmla="*/ 136 w 752"/>
                <a:gd name="T65" fmla="*/ 1530 h 2830"/>
                <a:gd name="T66" fmla="*/ 140 w 752"/>
                <a:gd name="T67" fmla="*/ 1530 h 2830"/>
                <a:gd name="T68" fmla="*/ 145 w 752"/>
                <a:gd name="T69" fmla="*/ 1528 h 2830"/>
                <a:gd name="T70" fmla="*/ 202 w 752"/>
                <a:gd name="T71" fmla="*/ 1480 h 2830"/>
                <a:gd name="T72" fmla="*/ 195 w 752"/>
                <a:gd name="T73" fmla="*/ 1092 h 2830"/>
                <a:gd name="T74" fmla="*/ 212 w 752"/>
                <a:gd name="T75" fmla="*/ 814 h 2830"/>
                <a:gd name="T76" fmla="*/ 212 w 752"/>
                <a:gd name="T77" fmla="*/ 1160 h 2830"/>
                <a:gd name="T78" fmla="*/ 210 w 752"/>
                <a:gd name="T79" fmla="*/ 1501 h 2830"/>
                <a:gd name="T80" fmla="*/ 265 w 752"/>
                <a:gd name="T81" fmla="*/ 1528 h 2830"/>
                <a:gd name="T82" fmla="*/ 269 w 752"/>
                <a:gd name="T83" fmla="*/ 1530 h 2830"/>
                <a:gd name="T84" fmla="*/ 273 w 752"/>
                <a:gd name="T85" fmla="*/ 1530 h 2830"/>
                <a:gd name="T86" fmla="*/ 277 w 752"/>
                <a:gd name="T87" fmla="*/ 1529 h 2830"/>
                <a:gd name="T88" fmla="*/ 280 w 752"/>
                <a:gd name="T89" fmla="*/ 1525 h 2830"/>
                <a:gd name="T90" fmla="*/ 283 w 752"/>
                <a:gd name="T91" fmla="*/ 1523 h 2830"/>
                <a:gd name="T92" fmla="*/ 286 w 752"/>
                <a:gd name="T93" fmla="*/ 1522 h 2830"/>
                <a:gd name="T94" fmla="*/ 287 w 752"/>
                <a:gd name="T95" fmla="*/ 1520 h 2830"/>
                <a:gd name="T96" fmla="*/ 288 w 752"/>
                <a:gd name="T97" fmla="*/ 1516 h 2830"/>
                <a:gd name="T98" fmla="*/ 267 w 752"/>
                <a:gd name="T99" fmla="*/ 1467 h 2830"/>
                <a:gd name="T100" fmla="*/ 324 w 752"/>
                <a:gd name="T101" fmla="*/ 928 h 2830"/>
                <a:gd name="T102" fmla="*/ 305 w 752"/>
                <a:gd name="T103" fmla="*/ 587 h 2830"/>
                <a:gd name="T104" fmla="*/ 350 w 752"/>
                <a:gd name="T105" fmla="*/ 645 h 2830"/>
                <a:gd name="T106" fmla="*/ 354 w 752"/>
                <a:gd name="T107" fmla="*/ 858 h 2830"/>
                <a:gd name="T108" fmla="*/ 354 w 752"/>
                <a:gd name="T109" fmla="*/ 861 h 2830"/>
                <a:gd name="T110" fmla="*/ 354 w 752"/>
                <a:gd name="T111" fmla="*/ 863 h 2830"/>
                <a:gd name="T112" fmla="*/ 392 w 752"/>
                <a:gd name="T113" fmla="*/ 865 h 2830"/>
                <a:gd name="T114" fmla="*/ 126 w 752"/>
                <a:gd name="T115" fmla="*/ 240 h 2830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752" h="2830">
                  <a:moveTo>
                    <a:pt x="505" y="346"/>
                  </a:moveTo>
                  <a:cubicBezTo>
                    <a:pt x="505" y="346"/>
                    <a:pt x="505" y="346"/>
                    <a:pt x="505" y="346"/>
                  </a:cubicBezTo>
                  <a:cubicBezTo>
                    <a:pt x="505" y="346"/>
                    <a:pt x="505" y="346"/>
                    <a:pt x="505" y="346"/>
                  </a:cubicBezTo>
                  <a:cubicBezTo>
                    <a:pt x="505" y="346"/>
                    <a:pt x="505" y="346"/>
                    <a:pt x="505" y="346"/>
                  </a:cubicBezTo>
                  <a:close/>
                  <a:moveTo>
                    <a:pt x="749" y="1523"/>
                  </a:moveTo>
                  <a:cubicBezTo>
                    <a:pt x="747" y="1517"/>
                    <a:pt x="741" y="1473"/>
                    <a:pt x="735" y="1447"/>
                  </a:cubicBezTo>
                  <a:cubicBezTo>
                    <a:pt x="730" y="1427"/>
                    <a:pt x="724" y="1337"/>
                    <a:pt x="728" y="1295"/>
                  </a:cubicBezTo>
                  <a:cubicBezTo>
                    <a:pt x="730" y="1263"/>
                    <a:pt x="724" y="1210"/>
                    <a:pt x="724" y="1189"/>
                  </a:cubicBezTo>
                  <a:cubicBezTo>
                    <a:pt x="725" y="1066"/>
                    <a:pt x="711" y="1004"/>
                    <a:pt x="707" y="982"/>
                  </a:cubicBezTo>
                  <a:cubicBezTo>
                    <a:pt x="702" y="959"/>
                    <a:pt x="699" y="926"/>
                    <a:pt x="696" y="877"/>
                  </a:cubicBezTo>
                  <a:cubicBezTo>
                    <a:pt x="696" y="859"/>
                    <a:pt x="694" y="824"/>
                    <a:pt x="690" y="785"/>
                  </a:cubicBezTo>
                  <a:cubicBezTo>
                    <a:pt x="686" y="729"/>
                    <a:pt x="681" y="684"/>
                    <a:pt x="676" y="647"/>
                  </a:cubicBezTo>
                  <a:cubicBezTo>
                    <a:pt x="674" y="631"/>
                    <a:pt x="672" y="618"/>
                    <a:pt x="671" y="611"/>
                  </a:cubicBezTo>
                  <a:cubicBezTo>
                    <a:pt x="668" y="587"/>
                    <a:pt x="661" y="556"/>
                    <a:pt x="653" y="533"/>
                  </a:cubicBezTo>
                  <a:cubicBezTo>
                    <a:pt x="648" y="518"/>
                    <a:pt x="644" y="510"/>
                    <a:pt x="640" y="506"/>
                  </a:cubicBezTo>
                  <a:cubicBezTo>
                    <a:pt x="637" y="503"/>
                    <a:pt x="634" y="499"/>
                    <a:pt x="630" y="495"/>
                  </a:cubicBezTo>
                  <a:cubicBezTo>
                    <a:pt x="614" y="478"/>
                    <a:pt x="589" y="457"/>
                    <a:pt x="551" y="451"/>
                  </a:cubicBezTo>
                  <a:cubicBezTo>
                    <a:pt x="544" y="450"/>
                    <a:pt x="537" y="449"/>
                    <a:pt x="531" y="448"/>
                  </a:cubicBezTo>
                  <a:cubicBezTo>
                    <a:pt x="528" y="447"/>
                    <a:pt x="525" y="446"/>
                    <a:pt x="521" y="445"/>
                  </a:cubicBezTo>
                  <a:cubicBezTo>
                    <a:pt x="521" y="441"/>
                    <a:pt x="521" y="436"/>
                    <a:pt x="520" y="431"/>
                  </a:cubicBezTo>
                  <a:cubicBezTo>
                    <a:pt x="521" y="413"/>
                    <a:pt x="520" y="394"/>
                    <a:pt x="508" y="382"/>
                  </a:cubicBezTo>
                  <a:cubicBezTo>
                    <a:pt x="513" y="386"/>
                    <a:pt x="516" y="393"/>
                    <a:pt x="519" y="397"/>
                  </a:cubicBezTo>
                  <a:cubicBezTo>
                    <a:pt x="514" y="376"/>
                    <a:pt x="506" y="358"/>
                    <a:pt x="496" y="339"/>
                  </a:cubicBezTo>
                  <a:cubicBezTo>
                    <a:pt x="499" y="342"/>
                    <a:pt x="501" y="344"/>
                    <a:pt x="505" y="346"/>
                  </a:cubicBezTo>
                  <a:cubicBezTo>
                    <a:pt x="498" y="328"/>
                    <a:pt x="487" y="307"/>
                    <a:pt x="474" y="292"/>
                  </a:cubicBezTo>
                  <a:cubicBezTo>
                    <a:pt x="465" y="312"/>
                    <a:pt x="465" y="312"/>
                    <a:pt x="465" y="312"/>
                  </a:cubicBezTo>
                  <a:cubicBezTo>
                    <a:pt x="468" y="320"/>
                    <a:pt x="463" y="343"/>
                    <a:pt x="463" y="352"/>
                  </a:cubicBezTo>
                  <a:cubicBezTo>
                    <a:pt x="462" y="362"/>
                    <a:pt x="461" y="373"/>
                    <a:pt x="462" y="384"/>
                  </a:cubicBezTo>
                  <a:cubicBezTo>
                    <a:pt x="463" y="382"/>
                    <a:pt x="464" y="380"/>
                    <a:pt x="466" y="378"/>
                  </a:cubicBezTo>
                  <a:cubicBezTo>
                    <a:pt x="465" y="380"/>
                    <a:pt x="465" y="382"/>
                    <a:pt x="464" y="384"/>
                  </a:cubicBezTo>
                  <a:cubicBezTo>
                    <a:pt x="463" y="390"/>
                    <a:pt x="461" y="397"/>
                    <a:pt x="460" y="403"/>
                  </a:cubicBezTo>
                  <a:cubicBezTo>
                    <a:pt x="454" y="391"/>
                    <a:pt x="449" y="376"/>
                    <a:pt x="448" y="356"/>
                  </a:cubicBezTo>
                  <a:cubicBezTo>
                    <a:pt x="448" y="350"/>
                    <a:pt x="449" y="343"/>
                    <a:pt x="450" y="337"/>
                  </a:cubicBezTo>
                  <a:cubicBezTo>
                    <a:pt x="453" y="334"/>
                    <a:pt x="456" y="330"/>
                    <a:pt x="459" y="327"/>
                  </a:cubicBezTo>
                  <a:cubicBezTo>
                    <a:pt x="461" y="324"/>
                    <a:pt x="463" y="321"/>
                    <a:pt x="465" y="318"/>
                  </a:cubicBezTo>
                  <a:cubicBezTo>
                    <a:pt x="476" y="305"/>
                    <a:pt x="482" y="293"/>
                    <a:pt x="485" y="283"/>
                  </a:cubicBezTo>
                  <a:cubicBezTo>
                    <a:pt x="486" y="283"/>
                    <a:pt x="486" y="283"/>
                    <a:pt x="486" y="282"/>
                  </a:cubicBezTo>
                  <a:cubicBezTo>
                    <a:pt x="487" y="280"/>
                    <a:pt x="487" y="278"/>
                    <a:pt x="488" y="277"/>
                  </a:cubicBezTo>
                  <a:cubicBezTo>
                    <a:pt x="489" y="274"/>
                    <a:pt x="490" y="270"/>
                    <a:pt x="491" y="267"/>
                  </a:cubicBezTo>
                  <a:cubicBezTo>
                    <a:pt x="500" y="273"/>
                    <a:pt x="512" y="249"/>
                    <a:pt x="515" y="243"/>
                  </a:cubicBezTo>
                  <a:cubicBezTo>
                    <a:pt x="517" y="236"/>
                    <a:pt x="518" y="230"/>
                    <a:pt x="517" y="223"/>
                  </a:cubicBezTo>
                  <a:cubicBezTo>
                    <a:pt x="517" y="219"/>
                    <a:pt x="517" y="215"/>
                    <a:pt x="518" y="212"/>
                  </a:cubicBezTo>
                  <a:cubicBezTo>
                    <a:pt x="521" y="202"/>
                    <a:pt x="532" y="190"/>
                    <a:pt x="523" y="180"/>
                  </a:cubicBezTo>
                  <a:cubicBezTo>
                    <a:pt x="520" y="175"/>
                    <a:pt x="514" y="176"/>
                    <a:pt x="509" y="178"/>
                  </a:cubicBezTo>
                  <a:cubicBezTo>
                    <a:pt x="510" y="170"/>
                    <a:pt x="511" y="162"/>
                    <a:pt x="510" y="157"/>
                  </a:cubicBezTo>
                  <a:cubicBezTo>
                    <a:pt x="506" y="137"/>
                    <a:pt x="512" y="115"/>
                    <a:pt x="508" y="96"/>
                  </a:cubicBezTo>
                  <a:cubicBezTo>
                    <a:pt x="504" y="75"/>
                    <a:pt x="493" y="57"/>
                    <a:pt x="478" y="42"/>
                  </a:cubicBezTo>
                  <a:cubicBezTo>
                    <a:pt x="472" y="34"/>
                    <a:pt x="466" y="29"/>
                    <a:pt x="457" y="25"/>
                  </a:cubicBezTo>
                  <a:cubicBezTo>
                    <a:pt x="457" y="25"/>
                    <a:pt x="457" y="25"/>
                    <a:pt x="457" y="25"/>
                  </a:cubicBezTo>
                  <a:cubicBezTo>
                    <a:pt x="460" y="26"/>
                    <a:pt x="463" y="27"/>
                    <a:pt x="465" y="29"/>
                  </a:cubicBezTo>
                  <a:cubicBezTo>
                    <a:pt x="468" y="30"/>
                    <a:pt x="471" y="32"/>
                    <a:pt x="474" y="33"/>
                  </a:cubicBezTo>
                  <a:cubicBezTo>
                    <a:pt x="464" y="22"/>
                    <a:pt x="448" y="12"/>
                    <a:pt x="433" y="12"/>
                  </a:cubicBezTo>
                  <a:cubicBezTo>
                    <a:pt x="441" y="12"/>
                    <a:pt x="448" y="14"/>
                    <a:pt x="456" y="14"/>
                  </a:cubicBezTo>
                  <a:cubicBezTo>
                    <a:pt x="449" y="11"/>
                    <a:pt x="443" y="8"/>
                    <a:pt x="435" y="7"/>
                  </a:cubicBezTo>
                  <a:cubicBezTo>
                    <a:pt x="427" y="6"/>
                    <a:pt x="414" y="5"/>
                    <a:pt x="407" y="9"/>
                  </a:cubicBezTo>
                  <a:cubicBezTo>
                    <a:pt x="406" y="9"/>
                    <a:pt x="405" y="9"/>
                    <a:pt x="405" y="9"/>
                  </a:cubicBezTo>
                  <a:cubicBezTo>
                    <a:pt x="405" y="9"/>
                    <a:pt x="405" y="9"/>
                    <a:pt x="405" y="9"/>
                  </a:cubicBezTo>
                  <a:cubicBezTo>
                    <a:pt x="387" y="5"/>
                    <a:pt x="360" y="0"/>
                    <a:pt x="342" y="8"/>
                  </a:cubicBezTo>
                  <a:cubicBezTo>
                    <a:pt x="352" y="6"/>
                    <a:pt x="363" y="4"/>
                    <a:pt x="373" y="8"/>
                  </a:cubicBezTo>
                  <a:cubicBezTo>
                    <a:pt x="364" y="8"/>
                    <a:pt x="355" y="7"/>
                    <a:pt x="347" y="9"/>
                  </a:cubicBezTo>
                  <a:cubicBezTo>
                    <a:pt x="336" y="11"/>
                    <a:pt x="325" y="14"/>
                    <a:pt x="313" y="15"/>
                  </a:cubicBezTo>
                  <a:cubicBezTo>
                    <a:pt x="318" y="15"/>
                    <a:pt x="324" y="14"/>
                    <a:pt x="329" y="15"/>
                  </a:cubicBezTo>
                  <a:cubicBezTo>
                    <a:pt x="324" y="16"/>
                    <a:pt x="319" y="17"/>
                    <a:pt x="315" y="20"/>
                  </a:cubicBezTo>
                  <a:cubicBezTo>
                    <a:pt x="313" y="21"/>
                    <a:pt x="311" y="22"/>
                    <a:pt x="309" y="23"/>
                  </a:cubicBezTo>
                  <a:cubicBezTo>
                    <a:pt x="307" y="24"/>
                    <a:pt x="305" y="25"/>
                    <a:pt x="303" y="26"/>
                  </a:cubicBezTo>
                  <a:cubicBezTo>
                    <a:pt x="294" y="31"/>
                    <a:pt x="282" y="41"/>
                    <a:pt x="278" y="51"/>
                  </a:cubicBezTo>
                  <a:cubicBezTo>
                    <a:pt x="256" y="74"/>
                    <a:pt x="241" y="105"/>
                    <a:pt x="237" y="136"/>
                  </a:cubicBezTo>
                  <a:cubicBezTo>
                    <a:pt x="235" y="150"/>
                    <a:pt x="238" y="163"/>
                    <a:pt x="242" y="176"/>
                  </a:cubicBezTo>
                  <a:cubicBezTo>
                    <a:pt x="238" y="175"/>
                    <a:pt x="235" y="176"/>
                    <a:pt x="232" y="179"/>
                  </a:cubicBezTo>
                  <a:cubicBezTo>
                    <a:pt x="224" y="190"/>
                    <a:pt x="235" y="201"/>
                    <a:pt x="238" y="211"/>
                  </a:cubicBezTo>
                  <a:cubicBezTo>
                    <a:pt x="239" y="215"/>
                    <a:pt x="239" y="219"/>
                    <a:pt x="239" y="223"/>
                  </a:cubicBezTo>
                  <a:cubicBezTo>
                    <a:pt x="238" y="230"/>
                    <a:pt x="238" y="236"/>
                    <a:pt x="241" y="243"/>
                  </a:cubicBezTo>
                  <a:cubicBezTo>
                    <a:pt x="244" y="248"/>
                    <a:pt x="255" y="271"/>
                    <a:pt x="264" y="267"/>
                  </a:cubicBezTo>
                  <a:cubicBezTo>
                    <a:pt x="266" y="272"/>
                    <a:pt x="267" y="276"/>
                    <a:pt x="268" y="280"/>
                  </a:cubicBezTo>
                  <a:cubicBezTo>
                    <a:pt x="269" y="281"/>
                    <a:pt x="270" y="284"/>
                    <a:pt x="271" y="286"/>
                  </a:cubicBezTo>
                  <a:cubicBezTo>
                    <a:pt x="275" y="297"/>
                    <a:pt x="284" y="314"/>
                    <a:pt x="300" y="329"/>
                  </a:cubicBezTo>
                  <a:cubicBezTo>
                    <a:pt x="302" y="338"/>
                    <a:pt x="303" y="347"/>
                    <a:pt x="304" y="354"/>
                  </a:cubicBezTo>
                  <a:cubicBezTo>
                    <a:pt x="304" y="354"/>
                    <a:pt x="304" y="354"/>
                    <a:pt x="304" y="355"/>
                  </a:cubicBezTo>
                  <a:cubicBezTo>
                    <a:pt x="304" y="357"/>
                    <a:pt x="304" y="359"/>
                    <a:pt x="304" y="361"/>
                  </a:cubicBezTo>
                  <a:cubicBezTo>
                    <a:pt x="305" y="387"/>
                    <a:pt x="298" y="406"/>
                    <a:pt x="287" y="420"/>
                  </a:cubicBezTo>
                  <a:cubicBezTo>
                    <a:pt x="286" y="409"/>
                    <a:pt x="285" y="397"/>
                    <a:pt x="282" y="387"/>
                  </a:cubicBezTo>
                  <a:cubicBezTo>
                    <a:pt x="287" y="393"/>
                    <a:pt x="290" y="400"/>
                    <a:pt x="294" y="406"/>
                  </a:cubicBezTo>
                  <a:cubicBezTo>
                    <a:pt x="297" y="382"/>
                    <a:pt x="284" y="359"/>
                    <a:pt x="285" y="335"/>
                  </a:cubicBezTo>
                  <a:cubicBezTo>
                    <a:pt x="286" y="324"/>
                    <a:pt x="288" y="316"/>
                    <a:pt x="286" y="308"/>
                  </a:cubicBezTo>
                  <a:cubicBezTo>
                    <a:pt x="273" y="282"/>
                    <a:pt x="273" y="282"/>
                    <a:pt x="273" y="282"/>
                  </a:cubicBezTo>
                  <a:cubicBezTo>
                    <a:pt x="276" y="303"/>
                    <a:pt x="258" y="325"/>
                    <a:pt x="250" y="344"/>
                  </a:cubicBezTo>
                  <a:cubicBezTo>
                    <a:pt x="252" y="341"/>
                    <a:pt x="253" y="338"/>
                    <a:pt x="255" y="336"/>
                  </a:cubicBezTo>
                  <a:cubicBezTo>
                    <a:pt x="257" y="345"/>
                    <a:pt x="246" y="352"/>
                    <a:pt x="241" y="359"/>
                  </a:cubicBezTo>
                  <a:cubicBezTo>
                    <a:pt x="232" y="372"/>
                    <a:pt x="221" y="385"/>
                    <a:pt x="218" y="401"/>
                  </a:cubicBezTo>
                  <a:cubicBezTo>
                    <a:pt x="224" y="393"/>
                    <a:pt x="231" y="379"/>
                    <a:pt x="242" y="376"/>
                  </a:cubicBezTo>
                  <a:cubicBezTo>
                    <a:pt x="235" y="385"/>
                    <a:pt x="229" y="396"/>
                    <a:pt x="226" y="407"/>
                  </a:cubicBezTo>
                  <a:cubicBezTo>
                    <a:pt x="222" y="422"/>
                    <a:pt x="225" y="438"/>
                    <a:pt x="223" y="454"/>
                  </a:cubicBezTo>
                  <a:cubicBezTo>
                    <a:pt x="215" y="455"/>
                    <a:pt x="206" y="457"/>
                    <a:pt x="195" y="460"/>
                  </a:cubicBezTo>
                  <a:cubicBezTo>
                    <a:pt x="177" y="464"/>
                    <a:pt x="136" y="476"/>
                    <a:pt x="118" y="505"/>
                  </a:cubicBezTo>
                  <a:cubicBezTo>
                    <a:pt x="107" y="524"/>
                    <a:pt x="91" y="572"/>
                    <a:pt x="86" y="607"/>
                  </a:cubicBezTo>
                  <a:cubicBezTo>
                    <a:pt x="80" y="643"/>
                    <a:pt x="57" y="816"/>
                    <a:pt x="56" y="872"/>
                  </a:cubicBezTo>
                  <a:cubicBezTo>
                    <a:pt x="56" y="874"/>
                    <a:pt x="56" y="875"/>
                    <a:pt x="56" y="877"/>
                  </a:cubicBezTo>
                  <a:cubicBezTo>
                    <a:pt x="56" y="926"/>
                    <a:pt x="50" y="959"/>
                    <a:pt x="45" y="982"/>
                  </a:cubicBezTo>
                  <a:cubicBezTo>
                    <a:pt x="41" y="1004"/>
                    <a:pt x="22" y="1067"/>
                    <a:pt x="23" y="1190"/>
                  </a:cubicBezTo>
                  <a:cubicBezTo>
                    <a:pt x="24" y="1212"/>
                    <a:pt x="22" y="1263"/>
                    <a:pt x="24" y="1295"/>
                  </a:cubicBezTo>
                  <a:cubicBezTo>
                    <a:pt x="28" y="1337"/>
                    <a:pt x="22" y="1427"/>
                    <a:pt x="17" y="1447"/>
                  </a:cubicBezTo>
                  <a:cubicBezTo>
                    <a:pt x="11" y="1473"/>
                    <a:pt x="5" y="1517"/>
                    <a:pt x="3" y="1523"/>
                  </a:cubicBezTo>
                  <a:cubicBezTo>
                    <a:pt x="0" y="1529"/>
                    <a:pt x="5" y="1538"/>
                    <a:pt x="8" y="1544"/>
                  </a:cubicBezTo>
                  <a:cubicBezTo>
                    <a:pt x="12" y="1551"/>
                    <a:pt x="11" y="1557"/>
                    <a:pt x="15" y="1566"/>
                  </a:cubicBezTo>
                  <a:cubicBezTo>
                    <a:pt x="18" y="1573"/>
                    <a:pt x="27" y="1588"/>
                    <a:pt x="32" y="1596"/>
                  </a:cubicBezTo>
                  <a:cubicBezTo>
                    <a:pt x="37" y="1605"/>
                    <a:pt x="56" y="1615"/>
                    <a:pt x="71" y="1620"/>
                  </a:cubicBezTo>
                  <a:cubicBezTo>
                    <a:pt x="81" y="1624"/>
                    <a:pt x="100" y="1635"/>
                    <a:pt x="102" y="1630"/>
                  </a:cubicBezTo>
                  <a:cubicBezTo>
                    <a:pt x="106" y="1619"/>
                    <a:pt x="99" y="1612"/>
                    <a:pt x="91" y="1608"/>
                  </a:cubicBezTo>
                  <a:cubicBezTo>
                    <a:pt x="87" y="1605"/>
                    <a:pt x="100" y="1614"/>
                    <a:pt x="103" y="1604"/>
                  </a:cubicBezTo>
                  <a:cubicBezTo>
                    <a:pt x="104" y="1601"/>
                    <a:pt x="104" y="1600"/>
                    <a:pt x="102" y="1595"/>
                  </a:cubicBezTo>
                  <a:cubicBezTo>
                    <a:pt x="102" y="1594"/>
                    <a:pt x="103" y="1594"/>
                    <a:pt x="103" y="1593"/>
                  </a:cubicBezTo>
                  <a:cubicBezTo>
                    <a:pt x="103" y="1593"/>
                    <a:pt x="103" y="1592"/>
                    <a:pt x="103" y="1592"/>
                  </a:cubicBezTo>
                  <a:cubicBezTo>
                    <a:pt x="103" y="1592"/>
                    <a:pt x="103" y="1592"/>
                    <a:pt x="103" y="1592"/>
                  </a:cubicBezTo>
                  <a:cubicBezTo>
                    <a:pt x="103" y="1591"/>
                    <a:pt x="103" y="1591"/>
                    <a:pt x="103" y="1591"/>
                  </a:cubicBezTo>
                  <a:cubicBezTo>
                    <a:pt x="103" y="1591"/>
                    <a:pt x="103" y="1590"/>
                    <a:pt x="103" y="1590"/>
                  </a:cubicBezTo>
                  <a:cubicBezTo>
                    <a:pt x="103" y="1590"/>
                    <a:pt x="103" y="1590"/>
                    <a:pt x="103" y="1590"/>
                  </a:cubicBezTo>
                  <a:cubicBezTo>
                    <a:pt x="103" y="1589"/>
                    <a:pt x="103" y="1589"/>
                    <a:pt x="103" y="1589"/>
                  </a:cubicBezTo>
                  <a:cubicBezTo>
                    <a:pt x="103" y="1589"/>
                    <a:pt x="102" y="1589"/>
                    <a:pt x="102" y="1589"/>
                  </a:cubicBezTo>
                  <a:cubicBezTo>
                    <a:pt x="102" y="1588"/>
                    <a:pt x="102" y="1588"/>
                    <a:pt x="102" y="1588"/>
                  </a:cubicBezTo>
                  <a:cubicBezTo>
                    <a:pt x="102" y="1588"/>
                    <a:pt x="102" y="1588"/>
                    <a:pt x="102" y="1588"/>
                  </a:cubicBezTo>
                  <a:cubicBezTo>
                    <a:pt x="101" y="1587"/>
                    <a:pt x="100" y="1586"/>
                    <a:pt x="99" y="1584"/>
                  </a:cubicBezTo>
                  <a:cubicBezTo>
                    <a:pt x="99" y="1584"/>
                    <a:pt x="99" y="1584"/>
                    <a:pt x="99" y="1584"/>
                  </a:cubicBezTo>
                  <a:cubicBezTo>
                    <a:pt x="100" y="1584"/>
                    <a:pt x="100" y="1584"/>
                    <a:pt x="100" y="1584"/>
                  </a:cubicBezTo>
                  <a:cubicBezTo>
                    <a:pt x="99" y="1584"/>
                    <a:pt x="99" y="1584"/>
                    <a:pt x="99" y="1584"/>
                  </a:cubicBezTo>
                  <a:cubicBezTo>
                    <a:pt x="99" y="1584"/>
                    <a:pt x="99" y="1584"/>
                    <a:pt x="99" y="1583"/>
                  </a:cubicBezTo>
                  <a:cubicBezTo>
                    <a:pt x="106" y="1581"/>
                    <a:pt x="101" y="1550"/>
                    <a:pt x="98" y="1534"/>
                  </a:cubicBezTo>
                  <a:cubicBezTo>
                    <a:pt x="99" y="1523"/>
                    <a:pt x="100" y="1487"/>
                    <a:pt x="91" y="1462"/>
                  </a:cubicBezTo>
                  <a:cubicBezTo>
                    <a:pt x="86" y="1446"/>
                    <a:pt x="84" y="1431"/>
                    <a:pt x="84" y="1421"/>
                  </a:cubicBezTo>
                  <a:cubicBezTo>
                    <a:pt x="84" y="1421"/>
                    <a:pt x="84" y="1420"/>
                    <a:pt x="84" y="1419"/>
                  </a:cubicBezTo>
                  <a:cubicBezTo>
                    <a:pt x="84" y="1419"/>
                    <a:pt x="84" y="1418"/>
                    <a:pt x="84" y="1417"/>
                  </a:cubicBezTo>
                  <a:cubicBezTo>
                    <a:pt x="84" y="1417"/>
                    <a:pt x="84" y="1417"/>
                    <a:pt x="84" y="1417"/>
                  </a:cubicBezTo>
                  <a:cubicBezTo>
                    <a:pt x="82" y="1388"/>
                    <a:pt x="93" y="1282"/>
                    <a:pt x="104" y="1221"/>
                  </a:cubicBezTo>
                  <a:cubicBezTo>
                    <a:pt x="108" y="1205"/>
                    <a:pt x="111" y="1189"/>
                    <a:pt x="116" y="1173"/>
                  </a:cubicBezTo>
                  <a:cubicBezTo>
                    <a:pt x="120" y="1158"/>
                    <a:pt x="123" y="1142"/>
                    <a:pt x="126" y="1125"/>
                  </a:cubicBezTo>
                  <a:cubicBezTo>
                    <a:pt x="138" y="1059"/>
                    <a:pt x="138" y="1008"/>
                    <a:pt x="140" y="995"/>
                  </a:cubicBezTo>
                  <a:cubicBezTo>
                    <a:pt x="143" y="978"/>
                    <a:pt x="161" y="888"/>
                    <a:pt x="167" y="848"/>
                  </a:cubicBezTo>
                  <a:cubicBezTo>
                    <a:pt x="167" y="849"/>
                    <a:pt x="167" y="849"/>
                    <a:pt x="167" y="849"/>
                  </a:cubicBezTo>
                  <a:cubicBezTo>
                    <a:pt x="171" y="898"/>
                    <a:pt x="181" y="956"/>
                    <a:pt x="183" y="982"/>
                  </a:cubicBezTo>
                  <a:cubicBezTo>
                    <a:pt x="183" y="988"/>
                    <a:pt x="184" y="994"/>
                    <a:pt x="185" y="1001"/>
                  </a:cubicBezTo>
                  <a:cubicBezTo>
                    <a:pt x="190" y="1036"/>
                    <a:pt x="203" y="1085"/>
                    <a:pt x="191" y="1110"/>
                  </a:cubicBezTo>
                  <a:cubicBezTo>
                    <a:pt x="177" y="1138"/>
                    <a:pt x="159" y="1204"/>
                    <a:pt x="146" y="1281"/>
                  </a:cubicBezTo>
                  <a:cubicBezTo>
                    <a:pt x="135" y="1342"/>
                    <a:pt x="126" y="1394"/>
                    <a:pt x="136" y="1504"/>
                  </a:cubicBezTo>
                  <a:cubicBezTo>
                    <a:pt x="144" y="1582"/>
                    <a:pt x="143" y="1635"/>
                    <a:pt x="161" y="1721"/>
                  </a:cubicBezTo>
                  <a:cubicBezTo>
                    <a:pt x="178" y="1798"/>
                    <a:pt x="191" y="1888"/>
                    <a:pt x="200" y="1944"/>
                  </a:cubicBezTo>
                  <a:cubicBezTo>
                    <a:pt x="210" y="2001"/>
                    <a:pt x="214" y="2030"/>
                    <a:pt x="216" y="2067"/>
                  </a:cubicBezTo>
                  <a:cubicBezTo>
                    <a:pt x="218" y="2104"/>
                    <a:pt x="195" y="2279"/>
                    <a:pt x="221" y="2381"/>
                  </a:cubicBezTo>
                  <a:cubicBezTo>
                    <a:pt x="247" y="2482"/>
                    <a:pt x="258" y="2547"/>
                    <a:pt x="263" y="2571"/>
                  </a:cubicBezTo>
                  <a:cubicBezTo>
                    <a:pt x="274" y="2626"/>
                    <a:pt x="265" y="2631"/>
                    <a:pt x="269" y="2659"/>
                  </a:cubicBezTo>
                  <a:cubicBezTo>
                    <a:pt x="274" y="2686"/>
                    <a:pt x="274" y="2683"/>
                    <a:pt x="261" y="2709"/>
                  </a:cubicBezTo>
                  <a:cubicBezTo>
                    <a:pt x="249" y="2726"/>
                    <a:pt x="230" y="2763"/>
                    <a:pt x="223" y="2772"/>
                  </a:cubicBezTo>
                  <a:cubicBezTo>
                    <a:pt x="217" y="2780"/>
                    <a:pt x="220" y="2788"/>
                    <a:pt x="223" y="2793"/>
                  </a:cubicBezTo>
                  <a:cubicBezTo>
                    <a:pt x="223" y="2794"/>
                    <a:pt x="223" y="2795"/>
                    <a:pt x="223" y="2796"/>
                  </a:cubicBezTo>
                  <a:cubicBezTo>
                    <a:pt x="223" y="2796"/>
                    <a:pt x="223" y="2796"/>
                    <a:pt x="223" y="2796"/>
                  </a:cubicBezTo>
                  <a:cubicBezTo>
                    <a:pt x="223" y="2797"/>
                    <a:pt x="223" y="2797"/>
                    <a:pt x="223" y="2798"/>
                  </a:cubicBezTo>
                  <a:cubicBezTo>
                    <a:pt x="223" y="2798"/>
                    <a:pt x="223" y="2798"/>
                    <a:pt x="223" y="2799"/>
                  </a:cubicBezTo>
                  <a:cubicBezTo>
                    <a:pt x="223" y="2799"/>
                    <a:pt x="223" y="2800"/>
                    <a:pt x="223" y="2800"/>
                  </a:cubicBezTo>
                  <a:cubicBezTo>
                    <a:pt x="223" y="2800"/>
                    <a:pt x="223" y="2800"/>
                    <a:pt x="223" y="2801"/>
                  </a:cubicBezTo>
                  <a:cubicBezTo>
                    <a:pt x="223" y="2801"/>
                    <a:pt x="223" y="2802"/>
                    <a:pt x="223" y="2802"/>
                  </a:cubicBezTo>
                  <a:cubicBezTo>
                    <a:pt x="223" y="2802"/>
                    <a:pt x="223" y="2802"/>
                    <a:pt x="223" y="2802"/>
                  </a:cubicBezTo>
                  <a:cubicBezTo>
                    <a:pt x="223" y="2803"/>
                    <a:pt x="223" y="2803"/>
                    <a:pt x="224" y="2804"/>
                  </a:cubicBezTo>
                  <a:cubicBezTo>
                    <a:pt x="224" y="2804"/>
                    <a:pt x="224" y="2804"/>
                    <a:pt x="224" y="2804"/>
                  </a:cubicBezTo>
                  <a:cubicBezTo>
                    <a:pt x="224" y="2805"/>
                    <a:pt x="224" y="2805"/>
                    <a:pt x="225" y="2805"/>
                  </a:cubicBezTo>
                  <a:cubicBezTo>
                    <a:pt x="225" y="2806"/>
                    <a:pt x="225" y="2806"/>
                    <a:pt x="225" y="2806"/>
                  </a:cubicBezTo>
                  <a:cubicBezTo>
                    <a:pt x="225" y="2806"/>
                    <a:pt x="225" y="2807"/>
                    <a:pt x="226" y="2807"/>
                  </a:cubicBezTo>
                  <a:cubicBezTo>
                    <a:pt x="226" y="2807"/>
                    <a:pt x="226" y="2807"/>
                    <a:pt x="226" y="2807"/>
                  </a:cubicBezTo>
                  <a:cubicBezTo>
                    <a:pt x="226" y="2808"/>
                    <a:pt x="227" y="2808"/>
                    <a:pt x="227" y="2808"/>
                  </a:cubicBezTo>
                  <a:cubicBezTo>
                    <a:pt x="227" y="2808"/>
                    <a:pt x="227" y="2808"/>
                    <a:pt x="227" y="2809"/>
                  </a:cubicBezTo>
                  <a:cubicBezTo>
                    <a:pt x="228" y="2809"/>
                    <a:pt x="228" y="2809"/>
                    <a:pt x="228" y="2809"/>
                  </a:cubicBezTo>
                  <a:cubicBezTo>
                    <a:pt x="228" y="2809"/>
                    <a:pt x="229" y="2810"/>
                    <a:pt x="229" y="2810"/>
                  </a:cubicBezTo>
                  <a:cubicBezTo>
                    <a:pt x="229" y="2810"/>
                    <a:pt x="229" y="2810"/>
                    <a:pt x="230" y="2810"/>
                  </a:cubicBezTo>
                  <a:cubicBezTo>
                    <a:pt x="230" y="2810"/>
                    <a:pt x="230" y="2811"/>
                    <a:pt x="230" y="2811"/>
                  </a:cubicBezTo>
                  <a:cubicBezTo>
                    <a:pt x="231" y="2811"/>
                    <a:pt x="231" y="2811"/>
                    <a:pt x="231" y="2811"/>
                  </a:cubicBezTo>
                  <a:cubicBezTo>
                    <a:pt x="231" y="2811"/>
                    <a:pt x="232" y="2812"/>
                    <a:pt x="232" y="2812"/>
                  </a:cubicBezTo>
                  <a:cubicBezTo>
                    <a:pt x="232" y="2812"/>
                    <a:pt x="232" y="2812"/>
                    <a:pt x="232" y="2812"/>
                  </a:cubicBezTo>
                  <a:cubicBezTo>
                    <a:pt x="233" y="2812"/>
                    <a:pt x="233" y="2812"/>
                    <a:pt x="234" y="2812"/>
                  </a:cubicBezTo>
                  <a:cubicBezTo>
                    <a:pt x="234" y="2812"/>
                    <a:pt x="234" y="2812"/>
                    <a:pt x="234" y="2812"/>
                  </a:cubicBezTo>
                  <a:cubicBezTo>
                    <a:pt x="234" y="2813"/>
                    <a:pt x="235" y="2813"/>
                    <a:pt x="235" y="2813"/>
                  </a:cubicBezTo>
                  <a:cubicBezTo>
                    <a:pt x="235" y="2813"/>
                    <a:pt x="235" y="2813"/>
                    <a:pt x="235" y="2813"/>
                  </a:cubicBezTo>
                  <a:cubicBezTo>
                    <a:pt x="236" y="2813"/>
                    <a:pt x="237" y="2813"/>
                    <a:pt x="237" y="2813"/>
                  </a:cubicBezTo>
                  <a:cubicBezTo>
                    <a:pt x="237" y="2814"/>
                    <a:pt x="237" y="2815"/>
                    <a:pt x="237" y="2815"/>
                  </a:cubicBezTo>
                  <a:cubicBezTo>
                    <a:pt x="237" y="2815"/>
                    <a:pt x="237" y="2815"/>
                    <a:pt x="237" y="2815"/>
                  </a:cubicBezTo>
                  <a:cubicBezTo>
                    <a:pt x="237" y="2815"/>
                    <a:pt x="237" y="2815"/>
                    <a:pt x="237" y="2815"/>
                  </a:cubicBezTo>
                  <a:cubicBezTo>
                    <a:pt x="237" y="2816"/>
                    <a:pt x="238" y="2817"/>
                    <a:pt x="238" y="2817"/>
                  </a:cubicBezTo>
                  <a:cubicBezTo>
                    <a:pt x="238" y="2817"/>
                    <a:pt x="238" y="2817"/>
                    <a:pt x="238" y="2817"/>
                  </a:cubicBezTo>
                  <a:cubicBezTo>
                    <a:pt x="238" y="2818"/>
                    <a:pt x="238" y="2819"/>
                    <a:pt x="239" y="2819"/>
                  </a:cubicBezTo>
                  <a:cubicBezTo>
                    <a:pt x="239" y="2819"/>
                    <a:pt x="239" y="2819"/>
                    <a:pt x="239" y="2819"/>
                  </a:cubicBezTo>
                  <a:cubicBezTo>
                    <a:pt x="239" y="2820"/>
                    <a:pt x="240" y="2820"/>
                    <a:pt x="240" y="2821"/>
                  </a:cubicBezTo>
                  <a:cubicBezTo>
                    <a:pt x="240" y="2821"/>
                    <a:pt x="240" y="2821"/>
                    <a:pt x="240" y="2821"/>
                  </a:cubicBezTo>
                  <a:cubicBezTo>
                    <a:pt x="241" y="2821"/>
                    <a:pt x="241" y="2822"/>
                    <a:pt x="242" y="2822"/>
                  </a:cubicBezTo>
                  <a:cubicBezTo>
                    <a:pt x="242" y="2822"/>
                    <a:pt x="242" y="2822"/>
                    <a:pt x="242" y="2822"/>
                  </a:cubicBezTo>
                  <a:cubicBezTo>
                    <a:pt x="242" y="2823"/>
                    <a:pt x="243" y="2823"/>
                    <a:pt x="244" y="2823"/>
                  </a:cubicBezTo>
                  <a:cubicBezTo>
                    <a:pt x="244" y="2823"/>
                    <a:pt x="244" y="2823"/>
                    <a:pt x="244" y="2823"/>
                  </a:cubicBezTo>
                  <a:cubicBezTo>
                    <a:pt x="244" y="2823"/>
                    <a:pt x="245" y="2824"/>
                    <a:pt x="246" y="2824"/>
                  </a:cubicBezTo>
                  <a:cubicBezTo>
                    <a:pt x="246" y="2824"/>
                    <a:pt x="246" y="2824"/>
                    <a:pt x="246" y="2824"/>
                  </a:cubicBezTo>
                  <a:cubicBezTo>
                    <a:pt x="247" y="2824"/>
                    <a:pt x="248" y="2824"/>
                    <a:pt x="248" y="2824"/>
                  </a:cubicBezTo>
                  <a:cubicBezTo>
                    <a:pt x="248" y="2824"/>
                    <a:pt x="249" y="2824"/>
                    <a:pt x="249" y="2824"/>
                  </a:cubicBezTo>
                  <a:cubicBezTo>
                    <a:pt x="249" y="2825"/>
                    <a:pt x="250" y="2825"/>
                    <a:pt x="251" y="2825"/>
                  </a:cubicBezTo>
                  <a:cubicBezTo>
                    <a:pt x="251" y="2825"/>
                    <a:pt x="251" y="2825"/>
                    <a:pt x="251" y="2825"/>
                  </a:cubicBezTo>
                  <a:cubicBezTo>
                    <a:pt x="252" y="2825"/>
                    <a:pt x="253" y="2825"/>
                    <a:pt x="253" y="2825"/>
                  </a:cubicBezTo>
                  <a:cubicBezTo>
                    <a:pt x="254" y="2825"/>
                    <a:pt x="254" y="2825"/>
                    <a:pt x="254" y="2825"/>
                  </a:cubicBezTo>
                  <a:cubicBezTo>
                    <a:pt x="255" y="2825"/>
                    <a:pt x="255" y="2825"/>
                    <a:pt x="256" y="2825"/>
                  </a:cubicBezTo>
                  <a:cubicBezTo>
                    <a:pt x="256" y="2825"/>
                    <a:pt x="257" y="2825"/>
                    <a:pt x="257" y="2825"/>
                  </a:cubicBezTo>
                  <a:cubicBezTo>
                    <a:pt x="257" y="2824"/>
                    <a:pt x="258" y="2824"/>
                    <a:pt x="258" y="2824"/>
                  </a:cubicBezTo>
                  <a:cubicBezTo>
                    <a:pt x="259" y="2824"/>
                    <a:pt x="259" y="2824"/>
                    <a:pt x="259" y="2824"/>
                  </a:cubicBezTo>
                  <a:cubicBezTo>
                    <a:pt x="260" y="2824"/>
                    <a:pt x="260" y="2824"/>
                    <a:pt x="261" y="2824"/>
                  </a:cubicBezTo>
                  <a:cubicBezTo>
                    <a:pt x="261" y="2824"/>
                    <a:pt x="262" y="2824"/>
                    <a:pt x="262" y="2823"/>
                  </a:cubicBezTo>
                  <a:cubicBezTo>
                    <a:pt x="262" y="2823"/>
                    <a:pt x="263" y="2823"/>
                    <a:pt x="263" y="2823"/>
                  </a:cubicBezTo>
                  <a:cubicBezTo>
                    <a:pt x="264" y="2823"/>
                    <a:pt x="264" y="2823"/>
                    <a:pt x="264" y="2823"/>
                  </a:cubicBezTo>
                  <a:cubicBezTo>
                    <a:pt x="265" y="2822"/>
                    <a:pt x="265" y="2822"/>
                    <a:pt x="265" y="2822"/>
                  </a:cubicBezTo>
                  <a:cubicBezTo>
                    <a:pt x="266" y="2822"/>
                    <a:pt x="266" y="2822"/>
                    <a:pt x="266" y="2822"/>
                  </a:cubicBezTo>
                  <a:cubicBezTo>
                    <a:pt x="267" y="2821"/>
                    <a:pt x="267" y="2821"/>
                    <a:pt x="267" y="2821"/>
                  </a:cubicBezTo>
                  <a:cubicBezTo>
                    <a:pt x="268" y="2821"/>
                    <a:pt x="268" y="2820"/>
                    <a:pt x="268" y="2820"/>
                  </a:cubicBezTo>
                  <a:cubicBezTo>
                    <a:pt x="276" y="2828"/>
                    <a:pt x="296" y="2828"/>
                    <a:pt x="303" y="2818"/>
                  </a:cubicBezTo>
                  <a:cubicBezTo>
                    <a:pt x="316" y="2830"/>
                    <a:pt x="338" y="2830"/>
                    <a:pt x="352" y="2815"/>
                  </a:cubicBezTo>
                  <a:cubicBezTo>
                    <a:pt x="366" y="2800"/>
                    <a:pt x="368" y="2785"/>
                    <a:pt x="366" y="2770"/>
                  </a:cubicBezTo>
                  <a:cubicBezTo>
                    <a:pt x="365" y="2756"/>
                    <a:pt x="368" y="2751"/>
                    <a:pt x="371" y="2732"/>
                  </a:cubicBezTo>
                  <a:cubicBezTo>
                    <a:pt x="374" y="2714"/>
                    <a:pt x="376" y="2700"/>
                    <a:pt x="370" y="2687"/>
                  </a:cubicBezTo>
                  <a:cubicBezTo>
                    <a:pt x="364" y="2674"/>
                    <a:pt x="363" y="2668"/>
                    <a:pt x="363" y="2655"/>
                  </a:cubicBezTo>
                  <a:cubicBezTo>
                    <a:pt x="363" y="2641"/>
                    <a:pt x="368" y="2622"/>
                    <a:pt x="360" y="2605"/>
                  </a:cubicBezTo>
                  <a:cubicBezTo>
                    <a:pt x="352" y="2589"/>
                    <a:pt x="343" y="2549"/>
                    <a:pt x="344" y="2506"/>
                  </a:cubicBezTo>
                  <a:cubicBezTo>
                    <a:pt x="346" y="2464"/>
                    <a:pt x="376" y="2223"/>
                    <a:pt x="363" y="2141"/>
                  </a:cubicBezTo>
                  <a:cubicBezTo>
                    <a:pt x="351" y="2059"/>
                    <a:pt x="355" y="2042"/>
                    <a:pt x="359" y="2014"/>
                  </a:cubicBezTo>
                  <a:cubicBezTo>
                    <a:pt x="362" y="1986"/>
                    <a:pt x="370" y="1941"/>
                    <a:pt x="363" y="1882"/>
                  </a:cubicBezTo>
                  <a:cubicBezTo>
                    <a:pt x="360" y="1859"/>
                    <a:pt x="360" y="1763"/>
                    <a:pt x="361" y="1666"/>
                  </a:cubicBezTo>
                  <a:cubicBezTo>
                    <a:pt x="362" y="1604"/>
                    <a:pt x="366" y="1529"/>
                    <a:pt x="362" y="1505"/>
                  </a:cubicBezTo>
                  <a:cubicBezTo>
                    <a:pt x="367" y="1507"/>
                    <a:pt x="371" y="1508"/>
                    <a:pt x="375" y="1508"/>
                  </a:cubicBezTo>
                  <a:cubicBezTo>
                    <a:pt x="376" y="1508"/>
                    <a:pt x="376" y="1508"/>
                    <a:pt x="376" y="1508"/>
                  </a:cubicBezTo>
                  <a:cubicBezTo>
                    <a:pt x="380" y="1508"/>
                    <a:pt x="385" y="1506"/>
                    <a:pt x="390" y="1504"/>
                  </a:cubicBezTo>
                  <a:cubicBezTo>
                    <a:pt x="390" y="1505"/>
                    <a:pt x="390" y="1505"/>
                    <a:pt x="390" y="1505"/>
                  </a:cubicBezTo>
                  <a:cubicBezTo>
                    <a:pt x="389" y="1506"/>
                    <a:pt x="389" y="1509"/>
                    <a:pt x="389" y="1513"/>
                  </a:cubicBezTo>
                  <a:cubicBezTo>
                    <a:pt x="387" y="1544"/>
                    <a:pt x="390" y="1609"/>
                    <a:pt x="391" y="1666"/>
                  </a:cubicBezTo>
                  <a:cubicBezTo>
                    <a:pt x="392" y="1763"/>
                    <a:pt x="392" y="1859"/>
                    <a:pt x="390" y="1882"/>
                  </a:cubicBezTo>
                  <a:cubicBezTo>
                    <a:pt x="382" y="1941"/>
                    <a:pt x="390" y="1986"/>
                    <a:pt x="393" y="2014"/>
                  </a:cubicBezTo>
                  <a:cubicBezTo>
                    <a:pt x="397" y="2042"/>
                    <a:pt x="401" y="2059"/>
                    <a:pt x="389" y="2141"/>
                  </a:cubicBezTo>
                  <a:cubicBezTo>
                    <a:pt x="376" y="2223"/>
                    <a:pt x="406" y="2464"/>
                    <a:pt x="408" y="2506"/>
                  </a:cubicBezTo>
                  <a:cubicBezTo>
                    <a:pt x="409" y="2549"/>
                    <a:pt x="400" y="2589"/>
                    <a:pt x="392" y="2605"/>
                  </a:cubicBezTo>
                  <a:cubicBezTo>
                    <a:pt x="384" y="2622"/>
                    <a:pt x="389" y="2641"/>
                    <a:pt x="389" y="2655"/>
                  </a:cubicBezTo>
                  <a:cubicBezTo>
                    <a:pt x="389" y="2668"/>
                    <a:pt x="388" y="2674"/>
                    <a:pt x="382" y="2687"/>
                  </a:cubicBezTo>
                  <a:cubicBezTo>
                    <a:pt x="376" y="2700"/>
                    <a:pt x="378" y="2714"/>
                    <a:pt x="381" y="2732"/>
                  </a:cubicBezTo>
                  <a:cubicBezTo>
                    <a:pt x="384" y="2751"/>
                    <a:pt x="387" y="2756"/>
                    <a:pt x="386" y="2770"/>
                  </a:cubicBezTo>
                  <a:cubicBezTo>
                    <a:pt x="384" y="2785"/>
                    <a:pt x="386" y="2800"/>
                    <a:pt x="400" y="2815"/>
                  </a:cubicBezTo>
                  <a:cubicBezTo>
                    <a:pt x="414" y="2830"/>
                    <a:pt x="436" y="2830"/>
                    <a:pt x="449" y="2818"/>
                  </a:cubicBezTo>
                  <a:cubicBezTo>
                    <a:pt x="456" y="2828"/>
                    <a:pt x="476" y="2828"/>
                    <a:pt x="484" y="2820"/>
                  </a:cubicBezTo>
                  <a:cubicBezTo>
                    <a:pt x="484" y="2820"/>
                    <a:pt x="485" y="2821"/>
                    <a:pt x="485" y="2821"/>
                  </a:cubicBezTo>
                  <a:cubicBezTo>
                    <a:pt x="485" y="2821"/>
                    <a:pt x="485" y="2821"/>
                    <a:pt x="486" y="2822"/>
                  </a:cubicBezTo>
                  <a:cubicBezTo>
                    <a:pt x="486" y="2822"/>
                    <a:pt x="486" y="2822"/>
                    <a:pt x="487" y="2822"/>
                  </a:cubicBezTo>
                  <a:cubicBezTo>
                    <a:pt x="487" y="2822"/>
                    <a:pt x="487" y="2822"/>
                    <a:pt x="488" y="2823"/>
                  </a:cubicBezTo>
                  <a:cubicBezTo>
                    <a:pt x="488" y="2823"/>
                    <a:pt x="488" y="2823"/>
                    <a:pt x="489" y="2823"/>
                  </a:cubicBezTo>
                  <a:cubicBezTo>
                    <a:pt x="489" y="2823"/>
                    <a:pt x="490" y="2823"/>
                    <a:pt x="490" y="2823"/>
                  </a:cubicBezTo>
                  <a:cubicBezTo>
                    <a:pt x="490" y="2824"/>
                    <a:pt x="491" y="2824"/>
                    <a:pt x="491" y="2824"/>
                  </a:cubicBezTo>
                  <a:cubicBezTo>
                    <a:pt x="492" y="2824"/>
                    <a:pt x="492" y="2824"/>
                    <a:pt x="493" y="2824"/>
                  </a:cubicBezTo>
                  <a:cubicBezTo>
                    <a:pt x="493" y="2824"/>
                    <a:pt x="493" y="2824"/>
                    <a:pt x="494" y="2824"/>
                  </a:cubicBezTo>
                  <a:cubicBezTo>
                    <a:pt x="494" y="2824"/>
                    <a:pt x="495" y="2824"/>
                    <a:pt x="495" y="2825"/>
                  </a:cubicBezTo>
                  <a:cubicBezTo>
                    <a:pt x="496" y="2825"/>
                    <a:pt x="496" y="2825"/>
                    <a:pt x="496" y="2825"/>
                  </a:cubicBezTo>
                  <a:cubicBezTo>
                    <a:pt x="497" y="2825"/>
                    <a:pt x="497" y="2825"/>
                    <a:pt x="498" y="2825"/>
                  </a:cubicBezTo>
                  <a:cubicBezTo>
                    <a:pt x="498" y="2825"/>
                    <a:pt x="498" y="2825"/>
                    <a:pt x="499" y="2825"/>
                  </a:cubicBezTo>
                  <a:cubicBezTo>
                    <a:pt x="499" y="2825"/>
                    <a:pt x="500" y="2825"/>
                    <a:pt x="501" y="2825"/>
                  </a:cubicBezTo>
                  <a:cubicBezTo>
                    <a:pt x="501" y="2825"/>
                    <a:pt x="501" y="2825"/>
                    <a:pt x="501" y="2825"/>
                  </a:cubicBezTo>
                  <a:cubicBezTo>
                    <a:pt x="502" y="2825"/>
                    <a:pt x="503" y="2825"/>
                    <a:pt x="503" y="2824"/>
                  </a:cubicBezTo>
                  <a:cubicBezTo>
                    <a:pt x="504" y="2824"/>
                    <a:pt x="504" y="2824"/>
                    <a:pt x="504" y="2824"/>
                  </a:cubicBezTo>
                  <a:cubicBezTo>
                    <a:pt x="504" y="2824"/>
                    <a:pt x="505" y="2824"/>
                    <a:pt x="506" y="2824"/>
                  </a:cubicBezTo>
                  <a:cubicBezTo>
                    <a:pt x="506" y="2824"/>
                    <a:pt x="506" y="2824"/>
                    <a:pt x="506" y="2824"/>
                  </a:cubicBezTo>
                  <a:cubicBezTo>
                    <a:pt x="507" y="2824"/>
                    <a:pt x="508" y="2823"/>
                    <a:pt x="508" y="2823"/>
                  </a:cubicBezTo>
                  <a:cubicBezTo>
                    <a:pt x="508" y="2823"/>
                    <a:pt x="508" y="2823"/>
                    <a:pt x="508" y="2823"/>
                  </a:cubicBezTo>
                  <a:cubicBezTo>
                    <a:pt x="509" y="2823"/>
                    <a:pt x="510" y="2823"/>
                    <a:pt x="510" y="2822"/>
                  </a:cubicBezTo>
                  <a:cubicBezTo>
                    <a:pt x="510" y="2822"/>
                    <a:pt x="510" y="2822"/>
                    <a:pt x="510" y="2822"/>
                  </a:cubicBezTo>
                  <a:cubicBezTo>
                    <a:pt x="511" y="2822"/>
                    <a:pt x="511" y="2821"/>
                    <a:pt x="512" y="2821"/>
                  </a:cubicBezTo>
                  <a:cubicBezTo>
                    <a:pt x="512" y="2821"/>
                    <a:pt x="512" y="2821"/>
                    <a:pt x="512" y="2821"/>
                  </a:cubicBezTo>
                  <a:cubicBezTo>
                    <a:pt x="512" y="2820"/>
                    <a:pt x="513" y="2820"/>
                    <a:pt x="513" y="2819"/>
                  </a:cubicBezTo>
                  <a:cubicBezTo>
                    <a:pt x="514" y="2818"/>
                    <a:pt x="515" y="2817"/>
                    <a:pt x="515" y="2815"/>
                  </a:cubicBezTo>
                  <a:cubicBezTo>
                    <a:pt x="515" y="2815"/>
                    <a:pt x="515" y="2815"/>
                    <a:pt x="515" y="2815"/>
                  </a:cubicBezTo>
                  <a:cubicBezTo>
                    <a:pt x="515" y="2815"/>
                    <a:pt x="515" y="2814"/>
                    <a:pt x="515" y="2813"/>
                  </a:cubicBezTo>
                  <a:cubicBezTo>
                    <a:pt x="516" y="2813"/>
                    <a:pt x="517" y="2813"/>
                    <a:pt x="518" y="2812"/>
                  </a:cubicBezTo>
                  <a:cubicBezTo>
                    <a:pt x="518" y="2812"/>
                    <a:pt x="519" y="2812"/>
                    <a:pt x="519" y="2812"/>
                  </a:cubicBezTo>
                  <a:cubicBezTo>
                    <a:pt x="519" y="2812"/>
                    <a:pt x="519" y="2812"/>
                    <a:pt x="520" y="2812"/>
                  </a:cubicBezTo>
                  <a:cubicBezTo>
                    <a:pt x="520" y="2812"/>
                    <a:pt x="520" y="2812"/>
                    <a:pt x="520" y="2812"/>
                  </a:cubicBezTo>
                  <a:cubicBezTo>
                    <a:pt x="520" y="2811"/>
                    <a:pt x="521" y="2811"/>
                    <a:pt x="521" y="2811"/>
                  </a:cubicBezTo>
                  <a:cubicBezTo>
                    <a:pt x="521" y="2811"/>
                    <a:pt x="521" y="2811"/>
                    <a:pt x="522" y="2811"/>
                  </a:cubicBezTo>
                  <a:cubicBezTo>
                    <a:pt x="522" y="2811"/>
                    <a:pt x="522" y="2810"/>
                    <a:pt x="523" y="2810"/>
                  </a:cubicBezTo>
                  <a:cubicBezTo>
                    <a:pt x="523" y="2810"/>
                    <a:pt x="523" y="2810"/>
                    <a:pt x="523" y="2810"/>
                  </a:cubicBezTo>
                  <a:cubicBezTo>
                    <a:pt x="523" y="2810"/>
                    <a:pt x="524" y="2809"/>
                    <a:pt x="524" y="2809"/>
                  </a:cubicBezTo>
                  <a:cubicBezTo>
                    <a:pt x="524" y="2809"/>
                    <a:pt x="524" y="2809"/>
                    <a:pt x="525" y="2809"/>
                  </a:cubicBezTo>
                  <a:cubicBezTo>
                    <a:pt x="525" y="2808"/>
                    <a:pt x="525" y="2808"/>
                    <a:pt x="525" y="2808"/>
                  </a:cubicBezTo>
                  <a:cubicBezTo>
                    <a:pt x="525" y="2808"/>
                    <a:pt x="526" y="2808"/>
                    <a:pt x="526" y="2807"/>
                  </a:cubicBezTo>
                  <a:cubicBezTo>
                    <a:pt x="526" y="2807"/>
                    <a:pt x="526" y="2807"/>
                    <a:pt x="526" y="2807"/>
                  </a:cubicBezTo>
                  <a:cubicBezTo>
                    <a:pt x="527" y="2807"/>
                    <a:pt x="527" y="2806"/>
                    <a:pt x="527" y="2806"/>
                  </a:cubicBezTo>
                  <a:cubicBezTo>
                    <a:pt x="527" y="2806"/>
                    <a:pt x="527" y="2806"/>
                    <a:pt x="528" y="2805"/>
                  </a:cubicBezTo>
                  <a:cubicBezTo>
                    <a:pt x="528" y="2805"/>
                    <a:pt x="528" y="2805"/>
                    <a:pt x="528" y="2804"/>
                  </a:cubicBezTo>
                  <a:cubicBezTo>
                    <a:pt x="528" y="2804"/>
                    <a:pt x="528" y="2804"/>
                    <a:pt x="528" y="2804"/>
                  </a:cubicBezTo>
                  <a:cubicBezTo>
                    <a:pt x="529" y="2803"/>
                    <a:pt x="529" y="2803"/>
                    <a:pt x="529" y="2803"/>
                  </a:cubicBezTo>
                  <a:cubicBezTo>
                    <a:pt x="529" y="2802"/>
                    <a:pt x="529" y="2802"/>
                    <a:pt x="529" y="2802"/>
                  </a:cubicBezTo>
                  <a:cubicBezTo>
                    <a:pt x="529" y="2802"/>
                    <a:pt x="529" y="2801"/>
                    <a:pt x="529" y="2801"/>
                  </a:cubicBezTo>
                  <a:cubicBezTo>
                    <a:pt x="529" y="2800"/>
                    <a:pt x="529" y="2800"/>
                    <a:pt x="529" y="2800"/>
                  </a:cubicBezTo>
                  <a:cubicBezTo>
                    <a:pt x="529" y="2800"/>
                    <a:pt x="529" y="2799"/>
                    <a:pt x="529" y="2799"/>
                  </a:cubicBezTo>
                  <a:cubicBezTo>
                    <a:pt x="529" y="2798"/>
                    <a:pt x="530" y="2798"/>
                    <a:pt x="529" y="2798"/>
                  </a:cubicBezTo>
                  <a:cubicBezTo>
                    <a:pt x="529" y="2797"/>
                    <a:pt x="529" y="2797"/>
                    <a:pt x="529" y="2796"/>
                  </a:cubicBezTo>
                  <a:cubicBezTo>
                    <a:pt x="529" y="2796"/>
                    <a:pt x="529" y="2796"/>
                    <a:pt x="529" y="2796"/>
                  </a:cubicBezTo>
                  <a:cubicBezTo>
                    <a:pt x="529" y="2795"/>
                    <a:pt x="529" y="2794"/>
                    <a:pt x="529" y="2793"/>
                  </a:cubicBezTo>
                  <a:cubicBezTo>
                    <a:pt x="532" y="2788"/>
                    <a:pt x="535" y="2780"/>
                    <a:pt x="529" y="2772"/>
                  </a:cubicBezTo>
                  <a:cubicBezTo>
                    <a:pt x="522" y="2763"/>
                    <a:pt x="503" y="2726"/>
                    <a:pt x="491" y="2709"/>
                  </a:cubicBezTo>
                  <a:cubicBezTo>
                    <a:pt x="478" y="2683"/>
                    <a:pt x="478" y="2686"/>
                    <a:pt x="483" y="2659"/>
                  </a:cubicBezTo>
                  <a:cubicBezTo>
                    <a:pt x="488" y="2631"/>
                    <a:pt x="478" y="2626"/>
                    <a:pt x="489" y="2571"/>
                  </a:cubicBezTo>
                  <a:cubicBezTo>
                    <a:pt x="494" y="2547"/>
                    <a:pt x="505" y="2482"/>
                    <a:pt x="531" y="2381"/>
                  </a:cubicBezTo>
                  <a:cubicBezTo>
                    <a:pt x="557" y="2279"/>
                    <a:pt x="534" y="2104"/>
                    <a:pt x="536" y="2067"/>
                  </a:cubicBezTo>
                  <a:cubicBezTo>
                    <a:pt x="538" y="2030"/>
                    <a:pt x="542" y="2001"/>
                    <a:pt x="552" y="1944"/>
                  </a:cubicBezTo>
                  <a:cubicBezTo>
                    <a:pt x="561" y="1888"/>
                    <a:pt x="578" y="1789"/>
                    <a:pt x="595" y="1712"/>
                  </a:cubicBezTo>
                  <a:cubicBezTo>
                    <a:pt x="607" y="1655"/>
                    <a:pt x="612" y="1615"/>
                    <a:pt x="616" y="1573"/>
                  </a:cubicBezTo>
                  <a:cubicBezTo>
                    <a:pt x="618" y="1548"/>
                    <a:pt x="620" y="1526"/>
                    <a:pt x="622" y="1502"/>
                  </a:cubicBezTo>
                  <a:cubicBezTo>
                    <a:pt x="629" y="1433"/>
                    <a:pt x="627" y="1384"/>
                    <a:pt x="622" y="1343"/>
                  </a:cubicBezTo>
                  <a:cubicBezTo>
                    <a:pt x="618" y="1317"/>
                    <a:pt x="614" y="1293"/>
                    <a:pt x="610" y="1270"/>
                  </a:cubicBezTo>
                  <a:cubicBezTo>
                    <a:pt x="597" y="1193"/>
                    <a:pt x="581" y="1145"/>
                    <a:pt x="567" y="1117"/>
                  </a:cubicBezTo>
                  <a:cubicBezTo>
                    <a:pt x="563" y="1108"/>
                    <a:pt x="561" y="1097"/>
                    <a:pt x="560" y="1083"/>
                  </a:cubicBezTo>
                  <a:cubicBezTo>
                    <a:pt x="560" y="1054"/>
                    <a:pt x="566" y="1019"/>
                    <a:pt x="567" y="995"/>
                  </a:cubicBezTo>
                  <a:cubicBezTo>
                    <a:pt x="568" y="969"/>
                    <a:pt x="582" y="895"/>
                    <a:pt x="585" y="847"/>
                  </a:cubicBezTo>
                  <a:cubicBezTo>
                    <a:pt x="585" y="847"/>
                    <a:pt x="585" y="847"/>
                    <a:pt x="585" y="847"/>
                  </a:cubicBezTo>
                  <a:cubicBezTo>
                    <a:pt x="590" y="887"/>
                    <a:pt x="609" y="978"/>
                    <a:pt x="612" y="995"/>
                  </a:cubicBezTo>
                  <a:cubicBezTo>
                    <a:pt x="613" y="997"/>
                    <a:pt x="613" y="1002"/>
                    <a:pt x="614" y="1007"/>
                  </a:cubicBezTo>
                  <a:cubicBezTo>
                    <a:pt x="616" y="1038"/>
                    <a:pt x="621" y="1109"/>
                    <a:pt x="643" y="1190"/>
                  </a:cubicBezTo>
                  <a:cubicBezTo>
                    <a:pt x="657" y="1236"/>
                    <a:pt x="672" y="1398"/>
                    <a:pt x="668" y="1421"/>
                  </a:cubicBezTo>
                  <a:cubicBezTo>
                    <a:pt x="668" y="1431"/>
                    <a:pt x="666" y="1446"/>
                    <a:pt x="661" y="1462"/>
                  </a:cubicBezTo>
                  <a:cubicBezTo>
                    <a:pt x="652" y="1487"/>
                    <a:pt x="653" y="1523"/>
                    <a:pt x="654" y="1534"/>
                  </a:cubicBezTo>
                  <a:cubicBezTo>
                    <a:pt x="651" y="1550"/>
                    <a:pt x="646" y="1581"/>
                    <a:pt x="653" y="1583"/>
                  </a:cubicBezTo>
                  <a:cubicBezTo>
                    <a:pt x="653" y="1584"/>
                    <a:pt x="653" y="1584"/>
                    <a:pt x="653" y="1584"/>
                  </a:cubicBezTo>
                  <a:cubicBezTo>
                    <a:pt x="652" y="1584"/>
                    <a:pt x="652" y="1584"/>
                    <a:pt x="652" y="1584"/>
                  </a:cubicBezTo>
                  <a:cubicBezTo>
                    <a:pt x="652" y="1584"/>
                    <a:pt x="652" y="1584"/>
                    <a:pt x="653" y="1584"/>
                  </a:cubicBezTo>
                  <a:cubicBezTo>
                    <a:pt x="653" y="1584"/>
                    <a:pt x="653" y="1584"/>
                    <a:pt x="653" y="1584"/>
                  </a:cubicBezTo>
                  <a:cubicBezTo>
                    <a:pt x="652" y="1586"/>
                    <a:pt x="651" y="1587"/>
                    <a:pt x="650" y="1588"/>
                  </a:cubicBezTo>
                  <a:cubicBezTo>
                    <a:pt x="650" y="1588"/>
                    <a:pt x="650" y="1588"/>
                    <a:pt x="650" y="1588"/>
                  </a:cubicBezTo>
                  <a:cubicBezTo>
                    <a:pt x="650" y="1588"/>
                    <a:pt x="650" y="1588"/>
                    <a:pt x="650" y="1589"/>
                  </a:cubicBezTo>
                  <a:cubicBezTo>
                    <a:pt x="650" y="1589"/>
                    <a:pt x="650" y="1589"/>
                    <a:pt x="649" y="1589"/>
                  </a:cubicBezTo>
                  <a:cubicBezTo>
                    <a:pt x="649" y="1589"/>
                    <a:pt x="649" y="1589"/>
                    <a:pt x="649" y="1590"/>
                  </a:cubicBezTo>
                  <a:cubicBezTo>
                    <a:pt x="649" y="1590"/>
                    <a:pt x="649" y="1590"/>
                    <a:pt x="649" y="1590"/>
                  </a:cubicBezTo>
                  <a:cubicBezTo>
                    <a:pt x="649" y="1590"/>
                    <a:pt x="649" y="1591"/>
                    <a:pt x="649" y="1591"/>
                  </a:cubicBezTo>
                  <a:cubicBezTo>
                    <a:pt x="649" y="1591"/>
                    <a:pt x="649" y="1591"/>
                    <a:pt x="649" y="1592"/>
                  </a:cubicBezTo>
                  <a:cubicBezTo>
                    <a:pt x="649" y="1592"/>
                    <a:pt x="649" y="1592"/>
                    <a:pt x="649" y="1592"/>
                  </a:cubicBezTo>
                  <a:cubicBezTo>
                    <a:pt x="649" y="1592"/>
                    <a:pt x="649" y="1593"/>
                    <a:pt x="649" y="1593"/>
                  </a:cubicBezTo>
                  <a:cubicBezTo>
                    <a:pt x="650" y="1594"/>
                    <a:pt x="650" y="1594"/>
                    <a:pt x="650" y="1595"/>
                  </a:cubicBezTo>
                  <a:cubicBezTo>
                    <a:pt x="648" y="1600"/>
                    <a:pt x="648" y="1601"/>
                    <a:pt x="649" y="1604"/>
                  </a:cubicBezTo>
                  <a:cubicBezTo>
                    <a:pt x="652" y="1614"/>
                    <a:pt x="665" y="1605"/>
                    <a:pt x="661" y="1608"/>
                  </a:cubicBezTo>
                  <a:cubicBezTo>
                    <a:pt x="653" y="1612"/>
                    <a:pt x="646" y="1619"/>
                    <a:pt x="650" y="1630"/>
                  </a:cubicBezTo>
                  <a:cubicBezTo>
                    <a:pt x="652" y="1635"/>
                    <a:pt x="671" y="1624"/>
                    <a:pt x="681" y="1620"/>
                  </a:cubicBezTo>
                  <a:cubicBezTo>
                    <a:pt x="696" y="1615"/>
                    <a:pt x="715" y="1605"/>
                    <a:pt x="720" y="1596"/>
                  </a:cubicBezTo>
                  <a:cubicBezTo>
                    <a:pt x="725" y="1588"/>
                    <a:pt x="734" y="1573"/>
                    <a:pt x="737" y="1566"/>
                  </a:cubicBezTo>
                  <a:cubicBezTo>
                    <a:pt x="741" y="1557"/>
                    <a:pt x="740" y="1551"/>
                    <a:pt x="744" y="1544"/>
                  </a:cubicBezTo>
                  <a:cubicBezTo>
                    <a:pt x="747" y="1538"/>
                    <a:pt x="752" y="1529"/>
                    <a:pt x="749" y="1523"/>
                  </a:cubicBezTo>
                  <a:close/>
                  <a:moveTo>
                    <a:pt x="232" y="452"/>
                  </a:moveTo>
                  <a:cubicBezTo>
                    <a:pt x="230" y="452"/>
                    <a:pt x="227" y="453"/>
                    <a:pt x="224" y="453"/>
                  </a:cubicBezTo>
                  <a:cubicBezTo>
                    <a:pt x="226" y="450"/>
                    <a:pt x="228" y="446"/>
                    <a:pt x="232" y="444"/>
                  </a:cubicBezTo>
                  <a:cubicBezTo>
                    <a:pt x="232" y="446"/>
                    <a:pt x="232" y="449"/>
                    <a:pt x="232" y="452"/>
                  </a:cubicBezTo>
                  <a:close/>
                </a:path>
              </a:pathLst>
            </a:custGeom>
            <a:solidFill>
              <a:srgbClr val="FF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65555" name="Freeform 14">
              <a:extLst>
                <a:ext uri="{FF2B5EF4-FFF2-40B4-BE49-F238E27FC236}">
                  <a16:creationId xmlns:a16="http://schemas.microsoft.com/office/drawing/2014/main" id="{44512465-21B5-40F4-B962-4FA91612204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456" y="1774"/>
              <a:ext cx="614" cy="2307"/>
            </a:xfrm>
            <a:custGeom>
              <a:avLst/>
              <a:gdLst>
                <a:gd name="T0" fmla="*/ 163 w 752"/>
                <a:gd name="T1" fmla="*/ 178 h 2830"/>
                <a:gd name="T2" fmla="*/ 160 w 752"/>
                <a:gd name="T3" fmla="*/ 220 h 2830"/>
                <a:gd name="T4" fmla="*/ 265 w 752"/>
                <a:gd name="T5" fmla="*/ 152 h 2830"/>
                <a:gd name="T6" fmla="*/ 285 w 752"/>
                <a:gd name="T7" fmla="*/ 98 h 2830"/>
                <a:gd name="T8" fmla="*/ 249 w 752"/>
                <a:gd name="T9" fmla="*/ 13 h 2830"/>
                <a:gd name="T10" fmla="*/ 221 w 752"/>
                <a:gd name="T11" fmla="*/ 5 h 2830"/>
                <a:gd name="T12" fmla="*/ 171 w 752"/>
                <a:gd name="T13" fmla="*/ 8 h 2830"/>
                <a:gd name="T14" fmla="*/ 129 w 752"/>
                <a:gd name="T15" fmla="*/ 73 h 2830"/>
                <a:gd name="T16" fmla="*/ 144 w 752"/>
                <a:gd name="T17" fmla="*/ 145 h 2830"/>
                <a:gd name="T18" fmla="*/ 139 w 752"/>
                <a:gd name="T19" fmla="*/ 182 h 2830"/>
                <a:gd name="T20" fmla="*/ 106 w 752"/>
                <a:gd name="T21" fmla="*/ 249 h 2830"/>
                <a:gd name="T22" fmla="*/ 13 w 752"/>
                <a:gd name="T23" fmla="*/ 645 h 2830"/>
                <a:gd name="T24" fmla="*/ 17 w 752"/>
                <a:gd name="T25" fmla="*/ 865 h 2830"/>
                <a:gd name="T26" fmla="*/ 56 w 752"/>
                <a:gd name="T27" fmla="*/ 863 h 2830"/>
                <a:gd name="T28" fmla="*/ 56 w 752"/>
                <a:gd name="T29" fmla="*/ 861 h 2830"/>
                <a:gd name="T30" fmla="*/ 55 w 752"/>
                <a:gd name="T31" fmla="*/ 858 h 2830"/>
                <a:gd name="T32" fmla="*/ 46 w 752"/>
                <a:gd name="T33" fmla="*/ 769 h 2830"/>
                <a:gd name="T34" fmla="*/ 76 w 752"/>
                <a:gd name="T35" fmla="*/ 539 h 2830"/>
                <a:gd name="T36" fmla="*/ 79 w 752"/>
                <a:gd name="T37" fmla="*/ 694 h 2830"/>
                <a:gd name="T38" fmla="*/ 144 w 752"/>
                <a:gd name="T39" fmla="*/ 1393 h 2830"/>
                <a:gd name="T40" fmla="*/ 122 w 752"/>
                <a:gd name="T41" fmla="*/ 1515 h 2830"/>
                <a:gd name="T42" fmla="*/ 122 w 752"/>
                <a:gd name="T43" fmla="*/ 1518 h 2830"/>
                <a:gd name="T44" fmla="*/ 123 w 752"/>
                <a:gd name="T45" fmla="*/ 1520 h 2830"/>
                <a:gd name="T46" fmla="*/ 126 w 752"/>
                <a:gd name="T47" fmla="*/ 1523 h 2830"/>
                <a:gd name="T48" fmla="*/ 128 w 752"/>
                <a:gd name="T49" fmla="*/ 1524 h 2830"/>
                <a:gd name="T50" fmla="*/ 129 w 752"/>
                <a:gd name="T51" fmla="*/ 1526 h 2830"/>
                <a:gd name="T52" fmla="*/ 132 w 752"/>
                <a:gd name="T53" fmla="*/ 1528 h 2830"/>
                <a:gd name="T54" fmla="*/ 135 w 752"/>
                <a:gd name="T55" fmla="*/ 1530 h 2830"/>
                <a:gd name="T56" fmla="*/ 140 w 752"/>
                <a:gd name="T57" fmla="*/ 1530 h 2830"/>
                <a:gd name="T58" fmla="*/ 144 w 752"/>
                <a:gd name="T59" fmla="*/ 1529 h 2830"/>
                <a:gd name="T60" fmla="*/ 165 w 752"/>
                <a:gd name="T61" fmla="*/ 1527 h 2830"/>
                <a:gd name="T62" fmla="*/ 196 w 752"/>
                <a:gd name="T63" fmla="*/ 1411 h 2830"/>
                <a:gd name="T64" fmla="*/ 198 w 752"/>
                <a:gd name="T65" fmla="*/ 815 h 2830"/>
                <a:gd name="T66" fmla="*/ 212 w 752"/>
                <a:gd name="T67" fmla="*/ 902 h 2830"/>
                <a:gd name="T68" fmla="*/ 212 w 752"/>
                <a:gd name="T69" fmla="*/ 1438 h 2830"/>
                <a:gd name="T70" fmla="*/ 264 w 752"/>
                <a:gd name="T71" fmla="*/ 1528 h 2830"/>
                <a:gd name="T72" fmla="*/ 267 w 752"/>
                <a:gd name="T73" fmla="*/ 1529 h 2830"/>
                <a:gd name="T74" fmla="*/ 271 w 752"/>
                <a:gd name="T75" fmla="*/ 1530 h 2830"/>
                <a:gd name="T76" fmla="*/ 275 w 752"/>
                <a:gd name="T77" fmla="*/ 1530 h 2830"/>
                <a:gd name="T78" fmla="*/ 278 w 752"/>
                <a:gd name="T79" fmla="*/ 1528 h 2830"/>
                <a:gd name="T80" fmla="*/ 282 w 752"/>
                <a:gd name="T81" fmla="*/ 1523 h 2830"/>
                <a:gd name="T82" fmla="*/ 285 w 752"/>
                <a:gd name="T83" fmla="*/ 1523 h 2830"/>
                <a:gd name="T84" fmla="*/ 286 w 752"/>
                <a:gd name="T85" fmla="*/ 1520 h 2830"/>
                <a:gd name="T86" fmla="*/ 288 w 752"/>
                <a:gd name="T87" fmla="*/ 1518 h 2830"/>
                <a:gd name="T88" fmla="*/ 288 w 752"/>
                <a:gd name="T89" fmla="*/ 1515 h 2830"/>
                <a:gd name="T90" fmla="*/ 289 w 752"/>
                <a:gd name="T91" fmla="*/ 1290 h 2830"/>
                <a:gd name="T92" fmla="*/ 339 w 752"/>
                <a:gd name="T93" fmla="*/ 728 h 2830"/>
                <a:gd name="T94" fmla="*/ 318 w 752"/>
                <a:gd name="T95" fmla="*/ 458 h 2830"/>
                <a:gd name="T96" fmla="*/ 356 w 752"/>
                <a:gd name="T97" fmla="*/ 831 h 2830"/>
                <a:gd name="T98" fmla="*/ 354 w 752"/>
                <a:gd name="T99" fmla="*/ 861 h 2830"/>
                <a:gd name="T100" fmla="*/ 354 w 752"/>
                <a:gd name="T101" fmla="*/ 862 h 2830"/>
                <a:gd name="T102" fmla="*/ 360 w 752"/>
                <a:gd name="T103" fmla="*/ 871 h 2830"/>
                <a:gd name="T104" fmla="*/ 408 w 752"/>
                <a:gd name="T105" fmla="*/ 825 h 2830"/>
                <a:gd name="T106" fmla="*/ 376 w 752"/>
                <a:gd name="T107" fmla="*/ 426 h 2830"/>
                <a:gd name="T108" fmla="*/ 300 w 752"/>
                <a:gd name="T109" fmla="*/ 245 h 2830"/>
                <a:gd name="T110" fmla="*/ 270 w 752"/>
                <a:gd name="T111" fmla="*/ 183 h 2830"/>
                <a:gd name="T112" fmla="*/ 251 w 752"/>
                <a:gd name="T113" fmla="*/ 208 h 2830"/>
                <a:gd name="T114" fmla="*/ 250 w 752"/>
                <a:gd name="T115" fmla="*/ 178 h 2830"/>
                <a:gd name="T116" fmla="*/ 126 w 752"/>
                <a:gd name="T117" fmla="*/ 245 h 2830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752" h="2830">
                  <a:moveTo>
                    <a:pt x="505" y="346"/>
                  </a:moveTo>
                  <a:cubicBezTo>
                    <a:pt x="505" y="346"/>
                    <a:pt x="505" y="346"/>
                    <a:pt x="505" y="346"/>
                  </a:cubicBezTo>
                  <a:cubicBezTo>
                    <a:pt x="505" y="346"/>
                    <a:pt x="505" y="346"/>
                    <a:pt x="505" y="346"/>
                  </a:cubicBezTo>
                  <a:cubicBezTo>
                    <a:pt x="505" y="346"/>
                    <a:pt x="505" y="346"/>
                    <a:pt x="505" y="346"/>
                  </a:cubicBezTo>
                  <a:close/>
                  <a:moveTo>
                    <a:pt x="287" y="315"/>
                  </a:moveTo>
                  <a:cubicBezTo>
                    <a:pt x="291" y="320"/>
                    <a:pt x="295" y="325"/>
                    <a:pt x="300" y="329"/>
                  </a:cubicBezTo>
                  <a:cubicBezTo>
                    <a:pt x="302" y="338"/>
                    <a:pt x="303" y="347"/>
                    <a:pt x="304" y="354"/>
                  </a:cubicBezTo>
                  <a:cubicBezTo>
                    <a:pt x="304" y="354"/>
                    <a:pt x="304" y="354"/>
                    <a:pt x="304" y="355"/>
                  </a:cubicBezTo>
                  <a:cubicBezTo>
                    <a:pt x="304" y="357"/>
                    <a:pt x="304" y="359"/>
                    <a:pt x="304" y="361"/>
                  </a:cubicBezTo>
                  <a:cubicBezTo>
                    <a:pt x="305" y="387"/>
                    <a:pt x="298" y="406"/>
                    <a:pt x="287" y="420"/>
                  </a:cubicBezTo>
                  <a:cubicBezTo>
                    <a:pt x="286" y="409"/>
                    <a:pt x="285" y="397"/>
                    <a:pt x="282" y="387"/>
                  </a:cubicBezTo>
                  <a:cubicBezTo>
                    <a:pt x="287" y="393"/>
                    <a:pt x="290" y="400"/>
                    <a:pt x="294" y="406"/>
                  </a:cubicBezTo>
                  <a:cubicBezTo>
                    <a:pt x="297" y="382"/>
                    <a:pt x="284" y="359"/>
                    <a:pt x="285" y="335"/>
                  </a:cubicBezTo>
                  <a:cubicBezTo>
                    <a:pt x="286" y="329"/>
                    <a:pt x="287" y="324"/>
                    <a:pt x="287" y="319"/>
                  </a:cubicBezTo>
                  <a:lnTo>
                    <a:pt x="287" y="315"/>
                  </a:lnTo>
                  <a:close/>
                  <a:moveTo>
                    <a:pt x="479" y="297"/>
                  </a:moveTo>
                  <a:cubicBezTo>
                    <a:pt x="482" y="292"/>
                    <a:pt x="484" y="287"/>
                    <a:pt x="485" y="283"/>
                  </a:cubicBezTo>
                  <a:cubicBezTo>
                    <a:pt x="486" y="283"/>
                    <a:pt x="486" y="283"/>
                    <a:pt x="486" y="282"/>
                  </a:cubicBezTo>
                  <a:cubicBezTo>
                    <a:pt x="487" y="280"/>
                    <a:pt x="487" y="278"/>
                    <a:pt x="488" y="277"/>
                  </a:cubicBezTo>
                  <a:cubicBezTo>
                    <a:pt x="489" y="274"/>
                    <a:pt x="490" y="270"/>
                    <a:pt x="491" y="267"/>
                  </a:cubicBezTo>
                  <a:cubicBezTo>
                    <a:pt x="500" y="273"/>
                    <a:pt x="512" y="249"/>
                    <a:pt x="515" y="243"/>
                  </a:cubicBezTo>
                  <a:cubicBezTo>
                    <a:pt x="517" y="236"/>
                    <a:pt x="518" y="230"/>
                    <a:pt x="517" y="223"/>
                  </a:cubicBezTo>
                  <a:cubicBezTo>
                    <a:pt x="517" y="219"/>
                    <a:pt x="517" y="215"/>
                    <a:pt x="518" y="212"/>
                  </a:cubicBezTo>
                  <a:cubicBezTo>
                    <a:pt x="521" y="202"/>
                    <a:pt x="532" y="190"/>
                    <a:pt x="523" y="180"/>
                  </a:cubicBezTo>
                  <a:cubicBezTo>
                    <a:pt x="520" y="175"/>
                    <a:pt x="514" y="176"/>
                    <a:pt x="509" y="178"/>
                  </a:cubicBezTo>
                  <a:cubicBezTo>
                    <a:pt x="510" y="170"/>
                    <a:pt x="511" y="162"/>
                    <a:pt x="510" y="157"/>
                  </a:cubicBezTo>
                  <a:cubicBezTo>
                    <a:pt x="506" y="137"/>
                    <a:pt x="512" y="115"/>
                    <a:pt x="508" y="96"/>
                  </a:cubicBezTo>
                  <a:cubicBezTo>
                    <a:pt x="504" y="75"/>
                    <a:pt x="493" y="57"/>
                    <a:pt x="478" y="42"/>
                  </a:cubicBezTo>
                  <a:cubicBezTo>
                    <a:pt x="472" y="34"/>
                    <a:pt x="466" y="29"/>
                    <a:pt x="457" y="25"/>
                  </a:cubicBezTo>
                  <a:cubicBezTo>
                    <a:pt x="457" y="25"/>
                    <a:pt x="457" y="25"/>
                    <a:pt x="457" y="25"/>
                  </a:cubicBezTo>
                  <a:cubicBezTo>
                    <a:pt x="460" y="26"/>
                    <a:pt x="463" y="27"/>
                    <a:pt x="465" y="29"/>
                  </a:cubicBezTo>
                  <a:cubicBezTo>
                    <a:pt x="468" y="30"/>
                    <a:pt x="471" y="32"/>
                    <a:pt x="474" y="33"/>
                  </a:cubicBezTo>
                  <a:cubicBezTo>
                    <a:pt x="464" y="22"/>
                    <a:pt x="448" y="12"/>
                    <a:pt x="433" y="12"/>
                  </a:cubicBezTo>
                  <a:cubicBezTo>
                    <a:pt x="441" y="12"/>
                    <a:pt x="448" y="14"/>
                    <a:pt x="456" y="14"/>
                  </a:cubicBezTo>
                  <a:cubicBezTo>
                    <a:pt x="449" y="11"/>
                    <a:pt x="443" y="8"/>
                    <a:pt x="435" y="7"/>
                  </a:cubicBezTo>
                  <a:cubicBezTo>
                    <a:pt x="427" y="6"/>
                    <a:pt x="414" y="5"/>
                    <a:pt x="407" y="9"/>
                  </a:cubicBezTo>
                  <a:cubicBezTo>
                    <a:pt x="406" y="9"/>
                    <a:pt x="405" y="9"/>
                    <a:pt x="405" y="9"/>
                  </a:cubicBezTo>
                  <a:cubicBezTo>
                    <a:pt x="405" y="9"/>
                    <a:pt x="405" y="9"/>
                    <a:pt x="405" y="9"/>
                  </a:cubicBezTo>
                  <a:cubicBezTo>
                    <a:pt x="387" y="5"/>
                    <a:pt x="360" y="0"/>
                    <a:pt x="342" y="8"/>
                  </a:cubicBezTo>
                  <a:cubicBezTo>
                    <a:pt x="352" y="6"/>
                    <a:pt x="363" y="4"/>
                    <a:pt x="373" y="8"/>
                  </a:cubicBezTo>
                  <a:cubicBezTo>
                    <a:pt x="364" y="8"/>
                    <a:pt x="355" y="7"/>
                    <a:pt x="347" y="9"/>
                  </a:cubicBezTo>
                  <a:cubicBezTo>
                    <a:pt x="336" y="11"/>
                    <a:pt x="325" y="14"/>
                    <a:pt x="313" y="15"/>
                  </a:cubicBezTo>
                  <a:cubicBezTo>
                    <a:pt x="318" y="15"/>
                    <a:pt x="324" y="14"/>
                    <a:pt x="329" y="15"/>
                  </a:cubicBezTo>
                  <a:cubicBezTo>
                    <a:pt x="324" y="16"/>
                    <a:pt x="319" y="17"/>
                    <a:pt x="315" y="20"/>
                  </a:cubicBezTo>
                  <a:cubicBezTo>
                    <a:pt x="313" y="21"/>
                    <a:pt x="311" y="22"/>
                    <a:pt x="309" y="23"/>
                  </a:cubicBezTo>
                  <a:cubicBezTo>
                    <a:pt x="307" y="24"/>
                    <a:pt x="305" y="25"/>
                    <a:pt x="303" y="26"/>
                  </a:cubicBezTo>
                  <a:cubicBezTo>
                    <a:pt x="294" y="31"/>
                    <a:pt x="282" y="41"/>
                    <a:pt x="278" y="51"/>
                  </a:cubicBezTo>
                  <a:cubicBezTo>
                    <a:pt x="256" y="74"/>
                    <a:pt x="241" y="105"/>
                    <a:pt x="237" y="136"/>
                  </a:cubicBezTo>
                  <a:cubicBezTo>
                    <a:pt x="235" y="150"/>
                    <a:pt x="238" y="163"/>
                    <a:pt x="242" y="176"/>
                  </a:cubicBezTo>
                  <a:cubicBezTo>
                    <a:pt x="238" y="175"/>
                    <a:pt x="235" y="176"/>
                    <a:pt x="232" y="179"/>
                  </a:cubicBezTo>
                  <a:cubicBezTo>
                    <a:pt x="224" y="190"/>
                    <a:pt x="235" y="201"/>
                    <a:pt x="238" y="211"/>
                  </a:cubicBezTo>
                  <a:cubicBezTo>
                    <a:pt x="239" y="215"/>
                    <a:pt x="239" y="219"/>
                    <a:pt x="239" y="223"/>
                  </a:cubicBezTo>
                  <a:cubicBezTo>
                    <a:pt x="238" y="230"/>
                    <a:pt x="238" y="236"/>
                    <a:pt x="241" y="243"/>
                  </a:cubicBezTo>
                  <a:cubicBezTo>
                    <a:pt x="244" y="248"/>
                    <a:pt x="255" y="271"/>
                    <a:pt x="264" y="267"/>
                  </a:cubicBezTo>
                  <a:cubicBezTo>
                    <a:pt x="266" y="272"/>
                    <a:pt x="267" y="276"/>
                    <a:pt x="268" y="280"/>
                  </a:cubicBezTo>
                  <a:cubicBezTo>
                    <a:pt x="269" y="281"/>
                    <a:pt x="270" y="284"/>
                    <a:pt x="271" y="286"/>
                  </a:cubicBezTo>
                  <a:cubicBezTo>
                    <a:pt x="271" y="288"/>
                    <a:pt x="272" y="290"/>
                    <a:pt x="273" y="292"/>
                  </a:cubicBezTo>
                  <a:cubicBezTo>
                    <a:pt x="272" y="296"/>
                    <a:pt x="272" y="296"/>
                    <a:pt x="272" y="296"/>
                  </a:cubicBezTo>
                  <a:cubicBezTo>
                    <a:pt x="268" y="313"/>
                    <a:pt x="257" y="329"/>
                    <a:pt x="250" y="344"/>
                  </a:cubicBezTo>
                  <a:cubicBezTo>
                    <a:pt x="252" y="341"/>
                    <a:pt x="253" y="338"/>
                    <a:pt x="255" y="336"/>
                  </a:cubicBezTo>
                  <a:cubicBezTo>
                    <a:pt x="257" y="345"/>
                    <a:pt x="246" y="352"/>
                    <a:pt x="241" y="359"/>
                  </a:cubicBezTo>
                  <a:cubicBezTo>
                    <a:pt x="232" y="372"/>
                    <a:pt x="221" y="385"/>
                    <a:pt x="218" y="401"/>
                  </a:cubicBezTo>
                  <a:cubicBezTo>
                    <a:pt x="224" y="393"/>
                    <a:pt x="231" y="379"/>
                    <a:pt x="242" y="376"/>
                  </a:cubicBezTo>
                  <a:cubicBezTo>
                    <a:pt x="235" y="385"/>
                    <a:pt x="229" y="396"/>
                    <a:pt x="226" y="407"/>
                  </a:cubicBezTo>
                  <a:cubicBezTo>
                    <a:pt x="222" y="422"/>
                    <a:pt x="225" y="438"/>
                    <a:pt x="223" y="454"/>
                  </a:cubicBezTo>
                  <a:cubicBezTo>
                    <a:pt x="215" y="455"/>
                    <a:pt x="206" y="457"/>
                    <a:pt x="195" y="460"/>
                  </a:cubicBezTo>
                  <a:cubicBezTo>
                    <a:pt x="177" y="464"/>
                    <a:pt x="136" y="476"/>
                    <a:pt x="118" y="505"/>
                  </a:cubicBezTo>
                  <a:cubicBezTo>
                    <a:pt x="107" y="524"/>
                    <a:pt x="91" y="572"/>
                    <a:pt x="86" y="607"/>
                  </a:cubicBezTo>
                  <a:cubicBezTo>
                    <a:pt x="80" y="643"/>
                    <a:pt x="57" y="816"/>
                    <a:pt x="56" y="872"/>
                  </a:cubicBezTo>
                  <a:cubicBezTo>
                    <a:pt x="56" y="874"/>
                    <a:pt x="56" y="875"/>
                    <a:pt x="56" y="877"/>
                  </a:cubicBezTo>
                  <a:cubicBezTo>
                    <a:pt x="56" y="926"/>
                    <a:pt x="50" y="959"/>
                    <a:pt x="45" y="982"/>
                  </a:cubicBezTo>
                  <a:cubicBezTo>
                    <a:pt x="41" y="1004"/>
                    <a:pt x="22" y="1067"/>
                    <a:pt x="23" y="1190"/>
                  </a:cubicBezTo>
                  <a:cubicBezTo>
                    <a:pt x="24" y="1212"/>
                    <a:pt x="22" y="1263"/>
                    <a:pt x="24" y="1295"/>
                  </a:cubicBezTo>
                  <a:cubicBezTo>
                    <a:pt x="28" y="1337"/>
                    <a:pt x="22" y="1427"/>
                    <a:pt x="17" y="1447"/>
                  </a:cubicBezTo>
                  <a:cubicBezTo>
                    <a:pt x="11" y="1473"/>
                    <a:pt x="5" y="1517"/>
                    <a:pt x="3" y="1523"/>
                  </a:cubicBezTo>
                  <a:cubicBezTo>
                    <a:pt x="0" y="1529"/>
                    <a:pt x="5" y="1538"/>
                    <a:pt x="8" y="1544"/>
                  </a:cubicBezTo>
                  <a:cubicBezTo>
                    <a:pt x="12" y="1551"/>
                    <a:pt x="11" y="1557"/>
                    <a:pt x="15" y="1566"/>
                  </a:cubicBezTo>
                  <a:cubicBezTo>
                    <a:pt x="18" y="1573"/>
                    <a:pt x="27" y="1588"/>
                    <a:pt x="32" y="1596"/>
                  </a:cubicBezTo>
                  <a:cubicBezTo>
                    <a:pt x="37" y="1605"/>
                    <a:pt x="56" y="1615"/>
                    <a:pt x="71" y="1620"/>
                  </a:cubicBezTo>
                  <a:cubicBezTo>
                    <a:pt x="81" y="1624"/>
                    <a:pt x="100" y="1635"/>
                    <a:pt x="102" y="1630"/>
                  </a:cubicBezTo>
                  <a:cubicBezTo>
                    <a:pt x="106" y="1619"/>
                    <a:pt x="99" y="1612"/>
                    <a:pt x="91" y="1608"/>
                  </a:cubicBezTo>
                  <a:cubicBezTo>
                    <a:pt x="87" y="1605"/>
                    <a:pt x="100" y="1614"/>
                    <a:pt x="103" y="1604"/>
                  </a:cubicBezTo>
                  <a:cubicBezTo>
                    <a:pt x="104" y="1601"/>
                    <a:pt x="104" y="1600"/>
                    <a:pt x="102" y="1595"/>
                  </a:cubicBezTo>
                  <a:cubicBezTo>
                    <a:pt x="102" y="1594"/>
                    <a:pt x="103" y="1594"/>
                    <a:pt x="103" y="1593"/>
                  </a:cubicBezTo>
                  <a:cubicBezTo>
                    <a:pt x="103" y="1593"/>
                    <a:pt x="103" y="1592"/>
                    <a:pt x="103" y="1592"/>
                  </a:cubicBezTo>
                  <a:cubicBezTo>
                    <a:pt x="103" y="1592"/>
                    <a:pt x="103" y="1592"/>
                    <a:pt x="103" y="1592"/>
                  </a:cubicBezTo>
                  <a:cubicBezTo>
                    <a:pt x="103" y="1591"/>
                    <a:pt x="103" y="1591"/>
                    <a:pt x="103" y="1591"/>
                  </a:cubicBezTo>
                  <a:cubicBezTo>
                    <a:pt x="103" y="1591"/>
                    <a:pt x="103" y="1590"/>
                    <a:pt x="103" y="1590"/>
                  </a:cubicBezTo>
                  <a:cubicBezTo>
                    <a:pt x="103" y="1590"/>
                    <a:pt x="103" y="1590"/>
                    <a:pt x="103" y="1590"/>
                  </a:cubicBezTo>
                  <a:cubicBezTo>
                    <a:pt x="103" y="1589"/>
                    <a:pt x="103" y="1589"/>
                    <a:pt x="103" y="1589"/>
                  </a:cubicBezTo>
                  <a:cubicBezTo>
                    <a:pt x="103" y="1589"/>
                    <a:pt x="102" y="1589"/>
                    <a:pt x="102" y="1589"/>
                  </a:cubicBezTo>
                  <a:cubicBezTo>
                    <a:pt x="102" y="1588"/>
                    <a:pt x="102" y="1588"/>
                    <a:pt x="102" y="1588"/>
                  </a:cubicBezTo>
                  <a:cubicBezTo>
                    <a:pt x="102" y="1588"/>
                    <a:pt x="102" y="1588"/>
                    <a:pt x="102" y="1588"/>
                  </a:cubicBezTo>
                  <a:cubicBezTo>
                    <a:pt x="101" y="1587"/>
                    <a:pt x="100" y="1586"/>
                    <a:pt x="99" y="1584"/>
                  </a:cubicBezTo>
                  <a:cubicBezTo>
                    <a:pt x="99" y="1584"/>
                    <a:pt x="99" y="1584"/>
                    <a:pt x="99" y="1584"/>
                  </a:cubicBezTo>
                  <a:cubicBezTo>
                    <a:pt x="100" y="1584"/>
                    <a:pt x="100" y="1584"/>
                    <a:pt x="100" y="1584"/>
                  </a:cubicBezTo>
                  <a:cubicBezTo>
                    <a:pt x="99" y="1584"/>
                    <a:pt x="99" y="1584"/>
                    <a:pt x="99" y="1584"/>
                  </a:cubicBezTo>
                  <a:cubicBezTo>
                    <a:pt x="99" y="1584"/>
                    <a:pt x="99" y="1584"/>
                    <a:pt x="99" y="1583"/>
                  </a:cubicBezTo>
                  <a:cubicBezTo>
                    <a:pt x="106" y="1581"/>
                    <a:pt x="101" y="1550"/>
                    <a:pt x="98" y="1534"/>
                  </a:cubicBezTo>
                  <a:cubicBezTo>
                    <a:pt x="99" y="1523"/>
                    <a:pt x="100" y="1487"/>
                    <a:pt x="91" y="1462"/>
                  </a:cubicBezTo>
                  <a:cubicBezTo>
                    <a:pt x="86" y="1446"/>
                    <a:pt x="84" y="1431"/>
                    <a:pt x="84" y="1421"/>
                  </a:cubicBezTo>
                  <a:cubicBezTo>
                    <a:pt x="84" y="1421"/>
                    <a:pt x="84" y="1420"/>
                    <a:pt x="84" y="1419"/>
                  </a:cubicBezTo>
                  <a:cubicBezTo>
                    <a:pt x="84" y="1419"/>
                    <a:pt x="84" y="1418"/>
                    <a:pt x="84" y="1417"/>
                  </a:cubicBezTo>
                  <a:cubicBezTo>
                    <a:pt x="84" y="1417"/>
                    <a:pt x="84" y="1417"/>
                    <a:pt x="84" y="1417"/>
                  </a:cubicBezTo>
                  <a:cubicBezTo>
                    <a:pt x="82" y="1388"/>
                    <a:pt x="93" y="1282"/>
                    <a:pt x="104" y="1221"/>
                  </a:cubicBezTo>
                  <a:cubicBezTo>
                    <a:pt x="108" y="1205"/>
                    <a:pt x="111" y="1189"/>
                    <a:pt x="116" y="1173"/>
                  </a:cubicBezTo>
                  <a:cubicBezTo>
                    <a:pt x="120" y="1158"/>
                    <a:pt x="123" y="1142"/>
                    <a:pt x="126" y="1125"/>
                  </a:cubicBezTo>
                  <a:cubicBezTo>
                    <a:pt x="138" y="1059"/>
                    <a:pt x="138" y="1008"/>
                    <a:pt x="140" y="995"/>
                  </a:cubicBezTo>
                  <a:cubicBezTo>
                    <a:pt x="143" y="978"/>
                    <a:pt x="161" y="888"/>
                    <a:pt x="167" y="848"/>
                  </a:cubicBezTo>
                  <a:cubicBezTo>
                    <a:pt x="167" y="849"/>
                    <a:pt x="167" y="849"/>
                    <a:pt x="167" y="849"/>
                  </a:cubicBezTo>
                  <a:cubicBezTo>
                    <a:pt x="171" y="898"/>
                    <a:pt x="181" y="956"/>
                    <a:pt x="183" y="982"/>
                  </a:cubicBezTo>
                  <a:cubicBezTo>
                    <a:pt x="183" y="988"/>
                    <a:pt x="184" y="994"/>
                    <a:pt x="185" y="1001"/>
                  </a:cubicBezTo>
                  <a:cubicBezTo>
                    <a:pt x="190" y="1036"/>
                    <a:pt x="203" y="1085"/>
                    <a:pt x="191" y="1110"/>
                  </a:cubicBezTo>
                  <a:cubicBezTo>
                    <a:pt x="177" y="1138"/>
                    <a:pt x="159" y="1204"/>
                    <a:pt x="146" y="1281"/>
                  </a:cubicBezTo>
                  <a:cubicBezTo>
                    <a:pt x="135" y="1342"/>
                    <a:pt x="126" y="1394"/>
                    <a:pt x="136" y="1504"/>
                  </a:cubicBezTo>
                  <a:cubicBezTo>
                    <a:pt x="144" y="1582"/>
                    <a:pt x="143" y="1635"/>
                    <a:pt x="161" y="1721"/>
                  </a:cubicBezTo>
                  <a:cubicBezTo>
                    <a:pt x="178" y="1798"/>
                    <a:pt x="191" y="1888"/>
                    <a:pt x="200" y="1944"/>
                  </a:cubicBezTo>
                  <a:cubicBezTo>
                    <a:pt x="210" y="2001"/>
                    <a:pt x="214" y="2030"/>
                    <a:pt x="216" y="2067"/>
                  </a:cubicBezTo>
                  <a:cubicBezTo>
                    <a:pt x="218" y="2104"/>
                    <a:pt x="195" y="2279"/>
                    <a:pt x="221" y="2381"/>
                  </a:cubicBezTo>
                  <a:cubicBezTo>
                    <a:pt x="247" y="2482"/>
                    <a:pt x="258" y="2547"/>
                    <a:pt x="263" y="2571"/>
                  </a:cubicBezTo>
                  <a:cubicBezTo>
                    <a:pt x="274" y="2626"/>
                    <a:pt x="265" y="2631"/>
                    <a:pt x="269" y="2659"/>
                  </a:cubicBezTo>
                  <a:cubicBezTo>
                    <a:pt x="274" y="2686"/>
                    <a:pt x="274" y="2683"/>
                    <a:pt x="261" y="2709"/>
                  </a:cubicBezTo>
                  <a:cubicBezTo>
                    <a:pt x="249" y="2726"/>
                    <a:pt x="230" y="2763"/>
                    <a:pt x="223" y="2772"/>
                  </a:cubicBezTo>
                  <a:cubicBezTo>
                    <a:pt x="217" y="2780"/>
                    <a:pt x="220" y="2788"/>
                    <a:pt x="223" y="2793"/>
                  </a:cubicBezTo>
                  <a:cubicBezTo>
                    <a:pt x="223" y="2794"/>
                    <a:pt x="223" y="2795"/>
                    <a:pt x="223" y="2796"/>
                  </a:cubicBezTo>
                  <a:cubicBezTo>
                    <a:pt x="223" y="2796"/>
                    <a:pt x="223" y="2796"/>
                    <a:pt x="223" y="2796"/>
                  </a:cubicBezTo>
                  <a:cubicBezTo>
                    <a:pt x="223" y="2797"/>
                    <a:pt x="223" y="2797"/>
                    <a:pt x="223" y="2798"/>
                  </a:cubicBezTo>
                  <a:cubicBezTo>
                    <a:pt x="223" y="2798"/>
                    <a:pt x="223" y="2798"/>
                    <a:pt x="223" y="2799"/>
                  </a:cubicBezTo>
                  <a:cubicBezTo>
                    <a:pt x="223" y="2799"/>
                    <a:pt x="223" y="2800"/>
                    <a:pt x="223" y="2800"/>
                  </a:cubicBezTo>
                  <a:cubicBezTo>
                    <a:pt x="223" y="2800"/>
                    <a:pt x="223" y="2800"/>
                    <a:pt x="223" y="2801"/>
                  </a:cubicBezTo>
                  <a:cubicBezTo>
                    <a:pt x="223" y="2801"/>
                    <a:pt x="223" y="2802"/>
                    <a:pt x="223" y="2802"/>
                  </a:cubicBezTo>
                  <a:cubicBezTo>
                    <a:pt x="223" y="2802"/>
                    <a:pt x="223" y="2802"/>
                    <a:pt x="223" y="2802"/>
                  </a:cubicBezTo>
                  <a:cubicBezTo>
                    <a:pt x="223" y="2803"/>
                    <a:pt x="223" y="2803"/>
                    <a:pt x="224" y="2804"/>
                  </a:cubicBezTo>
                  <a:cubicBezTo>
                    <a:pt x="224" y="2804"/>
                    <a:pt x="224" y="2804"/>
                    <a:pt x="224" y="2804"/>
                  </a:cubicBezTo>
                  <a:cubicBezTo>
                    <a:pt x="224" y="2805"/>
                    <a:pt x="224" y="2805"/>
                    <a:pt x="225" y="2805"/>
                  </a:cubicBezTo>
                  <a:cubicBezTo>
                    <a:pt x="225" y="2806"/>
                    <a:pt x="225" y="2806"/>
                    <a:pt x="225" y="2806"/>
                  </a:cubicBezTo>
                  <a:cubicBezTo>
                    <a:pt x="225" y="2806"/>
                    <a:pt x="225" y="2807"/>
                    <a:pt x="226" y="2807"/>
                  </a:cubicBezTo>
                  <a:cubicBezTo>
                    <a:pt x="226" y="2807"/>
                    <a:pt x="226" y="2807"/>
                    <a:pt x="226" y="2807"/>
                  </a:cubicBezTo>
                  <a:cubicBezTo>
                    <a:pt x="226" y="2808"/>
                    <a:pt x="227" y="2808"/>
                    <a:pt x="227" y="2808"/>
                  </a:cubicBezTo>
                  <a:cubicBezTo>
                    <a:pt x="227" y="2808"/>
                    <a:pt x="227" y="2808"/>
                    <a:pt x="227" y="2809"/>
                  </a:cubicBezTo>
                  <a:cubicBezTo>
                    <a:pt x="228" y="2809"/>
                    <a:pt x="228" y="2809"/>
                    <a:pt x="228" y="2809"/>
                  </a:cubicBezTo>
                  <a:cubicBezTo>
                    <a:pt x="228" y="2809"/>
                    <a:pt x="229" y="2810"/>
                    <a:pt x="229" y="2810"/>
                  </a:cubicBezTo>
                  <a:cubicBezTo>
                    <a:pt x="229" y="2810"/>
                    <a:pt x="229" y="2810"/>
                    <a:pt x="230" y="2810"/>
                  </a:cubicBezTo>
                  <a:cubicBezTo>
                    <a:pt x="230" y="2810"/>
                    <a:pt x="230" y="2811"/>
                    <a:pt x="230" y="2811"/>
                  </a:cubicBezTo>
                  <a:cubicBezTo>
                    <a:pt x="231" y="2811"/>
                    <a:pt x="231" y="2811"/>
                    <a:pt x="231" y="2811"/>
                  </a:cubicBezTo>
                  <a:cubicBezTo>
                    <a:pt x="231" y="2811"/>
                    <a:pt x="232" y="2812"/>
                    <a:pt x="232" y="2812"/>
                  </a:cubicBezTo>
                  <a:cubicBezTo>
                    <a:pt x="232" y="2812"/>
                    <a:pt x="232" y="2812"/>
                    <a:pt x="232" y="2812"/>
                  </a:cubicBezTo>
                  <a:cubicBezTo>
                    <a:pt x="233" y="2812"/>
                    <a:pt x="233" y="2812"/>
                    <a:pt x="234" y="2812"/>
                  </a:cubicBezTo>
                  <a:cubicBezTo>
                    <a:pt x="234" y="2812"/>
                    <a:pt x="234" y="2812"/>
                    <a:pt x="234" y="2812"/>
                  </a:cubicBezTo>
                  <a:cubicBezTo>
                    <a:pt x="234" y="2813"/>
                    <a:pt x="235" y="2813"/>
                    <a:pt x="235" y="2813"/>
                  </a:cubicBezTo>
                  <a:cubicBezTo>
                    <a:pt x="235" y="2813"/>
                    <a:pt x="235" y="2813"/>
                    <a:pt x="235" y="2813"/>
                  </a:cubicBezTo>
                  <a:cubicBezTo>
                    <a:pt x="236" y="2813"/>
                    <a:pt x="237" y="2813"/>
                    <a:pt x="237" y="2813"/>
                  </a:cubicBezTo>
                  <a:cubicBezTo>
                    <a:pt x="237" y="2814"/>
                    <a:pt x="237" y="2815"/>
                    <a:pt x="237" y="2815"/>
                  </a:cubicBezTo>
                  <a:cubicBezTo>
                    <a:pt x="237" y="2815"/>
                    <a:pt x="237" y="2815"/>
                    <a:pt x="237" y="2815"/>
                  </a:cubicBezTo>
                  <a:cubicBezTo>
                    <a:pt x="237" y="2815"/>
                    <a:pt x="237" y="2815"/>
                    <a:pt x="237" y="2815"/>
                  </a:cubicBezTo>
                  <a:cubicBezTo>
                    <a:pt x="237" y="2816"/>
                    <a:pt x="238" y="2817"/>
                    <a:pt x="238" y="2817"/>
                  </a:cubicBezTo>
                  <a:cubicBezTo>
                    <a:pt x="238" y="2817"/>
                    <a:pt x="238" y="2817"/>
                    <a:pt x="238" y="2817"/>
                  </a:cubicBezTo>
                  <a:cubicBezTo>
                    <a:pt x="238" y="2818"/>
                    <a:pt x="238" y="2819"/>
                    <a:pt x="239" y="2819"/>
                  </a:cubicBezTo>
                  <a:cubicBezTo>
                    <a:pt x="239" y="2819"/>
                    <a:pt x="239" y="2819"/>
                    <a:pt x="239" y="2819"/>
                  </a:cubicBezTo>
                  <a:cubicBezTo>
                    <a:pt x="239" y="2820"/>
                    <a:pt x="240" y="2820"/>
                    <a:pt x="240" y="2821"/>
                  </a:cubicBezTo>
                  <a:cubicBezTo>
                    <a:pt x="240" y="2821"/>
                    <a:pt x="240" y="2821"/>
                    <a:pt x="240" y="2821"/>
                  </a:cubicBezTo>
                  <a:cubicBezTo>
                    <a:pt x="241" y="2821"/>
                    <a:pt x="241" y="2822"/>
                    <a:pt x="242" y="2822"/>
                  </a:cubicBezTo>
                  <a:cubicBezTo>
                    <a:pt x="242" y="2822"/>
                    <a:pt x="242" y="2822"/>
                    <a:pt x="242" y="2822"/>
                  </a:cubicBezTo>
                  <a:cubicBezTo>
                    <a:pt x="242" y="2823"/>
                    <a:pt x="243" y="2823"/>
                    <a:pt x="244" y="2823"/>
                  </a:cubicBezTo>
                  <a:cubicBezTo>
                    <a:pt x="244" y="2823"/>
                    <a:pt x="244" y="2823"/>
                    <a:pt x="244" y="2823"/>
                  </a:cubicBezTo>
                  <a:cubicBezTo>
                    <a:pt x="244" y="2823"/>
                    <a:pt x="245" y="2824"/>
                    <a:pt x="246" y="2824"/>
                  </a:cubicBezTo>
                  <a:cubicBezTo>
                    <a:pt x="246" y="2824"/>
                    <a:pt x="246" y="2824"/>
                    <a:pt x="246" y="2824"/>
                  </a:cubicBezTo>
                  <a:cubicBezTo>
                    <a:pt x="247" y="2824"/>
                    <a:pt x="248" y="2824"/>
                    <a:pt x="248" y="2824"/>
                  </a:cubicBezTo>
                  <a:cubicBezTo>
                    <a:pt x="248" y="2824"/>
                    <a:pt x="249" y="2824"/>
                    <a:pt x="249" y="2824"/>
                  </a:cubicBezTo>
                  <a:cubicBezTo>
                    <a:pt x="249" y="2825"/>
                    <a:pt x="250" y="2825"/>
                    <a:pt x="251" y="2825"/>
                  </a:cubicBezTo>
                  <a:cubicBezTo>
                    <a:pt x="251" y="2825"/>
                    <a:pt x="251" y="2825"/>
                    <a:pt x="251" y="2825"/>
                  </a:cubicBezTo>
                  <a:cubicBezTo>
                    <a:pt x="252" y="2825"/>
                    <a:pt x="253" y="2825"/>
                    <a:pt x="253" y="2825"/>
                  </a:cubicBezTo>
                  <a:cubicBezTo>
                    <a:pt x="254" y="2825"/>
                    <a:pt x="254" y="2825"/>
                    <a:pt x="254" y="2825"/>
                  </a:cubicBezTo>
                  <a:cubicBezTo>
                    <a:pt x="255" y="2825"/>
                    <a:pt x="255" y="2825"/>
                    <a:pt x="256" y="2825"/>
                  </a:cubicBezTo>
                  <a:cubicBezTo>
                    <a:pt x="256" y="2825"/>
                    <a:pt x="257" y="2825"/>
                    <a:pt x="257" y="2825"/>
                  </a:cubicBezTo>
                  <a:cubicBezTo>
                    <a:pt x="257" y="2824"/>
                    <a:pt x="258" y="2824"/>
                    <a:pt x="258" y="2824"/>
                  </a:cubicBezTo>
                  <a:cubicBezTo>
                    <a:pt x="259" y="2824"/>
                    <a:pt x="259" y="2824"/>
                    <a:pt x="259" y="2824"/>
                  </a:cubicBezTo>
                  <a:cubicBezTo>
                    <a:pt x="260" y="2824"/>
                    <a:pt x="260" y="2824"/>
                    <a:pt x="261" y="2824"/>
                  </a:cubicBezTo>
                  <a:cubicBezTo>
                    <a:pt x="261" y="2824"/>
                    <a:pt x="262" y="2824"/>
                    <a:pt x="262" y="2823"/>
                  </a:cubicBezTo>
                  <a:cubicBezTo>
                    <a:pt x="262" y="2823"/>
                    <a:pt x="263" y="2823"/>
                    <a:pt x="263" y="2823"/>
                  </a:cubicBezTo>
                  <a:cubicBezTo>
                    <a:pt x="264" y="2823"/>
                    <a:pt x="264" y="2823"/>
                    <a:pt x="264" y="2823"/>
                  </a:cubicBezTo>
                  <a:cubicBezTo>
                    <a:pt x="265" y="2822"/>
                    <a:pt x="265" y="2822"/>
                    <a:pt x="265" y="2822"/>
                  </a:cubicBezTo>
                  <a:cubicBezTo>
                    <a:pt x="266" y="2822"/>
                    <a:pt x="266" y="2822"/>
                    <a:pt x="266" y="2822"/>
                  </a:cubicBezTo>
                  <a:cubicBezTo>
                    <a:pt x="267" y="2821"/>
                    <a:pt x="267" y="2821"/>
                    <a:pt x="267" y="2821"/>
                  </a:cubicBezTo>
                  <a:cubicBezTo>
                    <a:pt x="268" y="2821"/>
                    <a:pt x="268" y="2820"/>
                    <a:pt x="268" y="2820"/>
                  </a:cubicBezTo>
                  <a:cubicBezTo>
                    <a:pt x="276" y="2828"/>
                    <a:pt x="296" y="2828"/>
                    <a:pt x="303" y="2818"/>
                  </a:cubicBezTo>
                  <a:cubicBezTo>
                    <a:pt x="316" y="2830"/>
                    <a:pt x="338" y="2830"/>
                    <a:pt x="352" y="2815"/>
                  </a:cubicBezTo>
                  <a:cubicBezTo>
                    <a:pt x="366" y="2800"/>
                    <a:pt x="368" y="2785"/>
                    <a:pt x="366" y="2770"/>
                  </a:cubicBezTo>
                  <a:cubicBezTo>
                    <a:pt x="365" y="2756"/>
                    <a:pt x="368" y="2751"/>
                    <a:pt x="371" y="2732"/>
                  </a:cubicBezTo>
                  <a:cubicBezTo>
                    <a:pt x="374" y="2714"/>
                    <a:pt x="376" y="2700"/>
                    <a:pt x="370" y="2687"/>
                  </a:cubicBezTo>
                  <a:cubicBezTo>
                    <a:pt x="364" y="2674"/>
                    <a:pt x="363" y="2668"/>
                    <a:pt x="363" y="2655"/>
                  </a:cubicBezTo>
                  <a:cubicBezTo>
                    <a:pt x="363" y="2641"/>
                    <a:pt x="368" y="2622"/>
                    <a:pt x="360" y="2605"/>
                  </a:cubicBezTo>
                  <a:cubicBezTo>
                    <a:pt x="352" y="2589"/>
                    <a:pt x="343" y="2549"/>
                    <a:pt x="344" y="2506"/>
                  </a:cubicBezTo>
                  <a:cubicBezTo>
                    <a:pt x="346" y="2464"/>
                    <a:pt x="376" y="2223"/>
                    <a:pt x="363" y="2141"/>
                  </a:cubicBezTo>
                  <a:cubicBezTo>
                    <a:pt x="351" y="2059"/>
                    <a:pt x="355" y="2042"/>
                    <a:pt x="359" y="2014"/>
                  </a:cubicBezTo>
                  <a:cubicBezTo>
                    <a:pt x="362" y="1986"/>
                    <a:pt x="370" y="1941"/>
                    <a:pt x="363" y="1882"/>
                  </a:cubicBezTo>
                  <a:cubicBezTo>
                    <a:pt x="360" y="1859"/>
                    <a:pt x="360" y="1763"/>
                    <a:pt x="361" y="1666"/>
                  </a:cubicBezTo>
                  <a:cubicBezTo>
                    <a:pt x="362" y="1604"/>
                    <a:pt x="366" y="1529"/>
                    <a:pt x="362" y="1505"/>
                  </a:cubicBezTo>
                  <a:cubicBezTo>
                    <a:pt x="367" y="1507"/>
                    <a:pt x="371" y="1508"/>
                    <a:pt x="375" y="1508"/>
                  </a:cubicBezTo>
                  <a:cubicBezTo>
                    <a:pt x="376" y="1508"/>
                    <a:pt x="376" y="1508"/>
                    <a:pt x="376" y="1508"/>
                  </a:cubicBezTo>
                  <a:cubicBezTo>
                    <a:pt x="380" y="1508"/>
                    <a:pt x="385" y="1506"/>
                    <a:pt x="390" y="1504"/>
                  </a:cubicBezTo>
                  <a:cubicBezTo>
                    <a:pt x="390" y="1505"/>
                    <a:pt x="390" y="1505"/>
                    <a:pt x="390" y="1505"/>
                  </a:cubicBezTo>
                  <a:cubicBezTo>
                    <a:pt x="389" y="1506"/>
                    <a:pt x="389" y="1509"/>
                    <a:pt x="389" y="1513"/>
                  </a:cubicBezTo>
                  <a:cubicBezTo>
                    <a:pt x="387" y="1544"/>
                    <a:pt x="390" y="1609"/>
                    <a:pt x="391" y="1666"/>
                  </a:cubicBezTo>
                  <a:cubicBezTo>
                    <a:pt x="392" y="1763"/>
                    <a:pt x="392" y="1859"/>
                    <a:pt x="390" y="1882"/>
                  </a:cubicBezTo>
                  <a:cubicBezTo>
                    <a:pt x="382" y="1941"/>
                    <a:pt x="390" y="1986"/>
                    <a:pt x="393" y="2014"/>
                  </a:cubicBezTo>
                  <a:cubicBezTo>
                    <a:pt x="397" y="2042"/>
                    <a:pt x="401" y="2059"/>
                    <a:pt x="389" y="2141"/>
                  </a:cubicBezTo>
                  <a:cubicBezTo>
                    <a:pt x="376" y="2223"/>
                    <a:pt x="406" y="2464"/>
                    <a:pt x="408" y="2506"/>
                  </a:cubicBezTo>
                  <a:cubicBezTo>
                    <a:pt x="409" y="2549"/>
                    <a:pt x="400" y="2589"/>
                    <a:pt x="392" y="2605"/>
                  </a:cubicBezTo>
                  <a:cubicBezTo>
                    <a:pt x="384" y="2622"/>
                    <a:pt x="389" y="2641"/>
                    <a:pt x="389" y="2655"/>
                  </a:cubicBezTo>
                  <a:cubicBezTo>
                    <a:pt x="389" y="2668"/>
                    <a:pt x="388" y="2674"/>
                    <a:pt x="382" y="2687"/>
                  </a:cubicBezTo>
                  <a:cubicBezTo>
                    <a:pt x="376" y="2700"/>
                    <a:pt x="378" y="2714"/>
                    <a:pt x="381" y="2732"/>
                  </a:cubicBezTo>
                  <a:cubicBezTo>
                    <a:pt x="384" y="2751"/>
                    <a:pt x="387" y="2756"/>
                    <a:pt x="386" y="2770"/>
                  </a:cubicBezTo>
                  <a:cubicBezTo>
                    <a:pt x="384" y="2785"/>
                    <a:pt x="386" y="2800"/>
                    <a:pt x="400" y="2815"/>
                  </a:cubicBezTo>
                  <a:cubicBezTo>
                    <a:pt x="414" y="2830"/>
                    <a:pt x="436" y="2830"/>
                    <a:pt x="449" y="2818"/>
                  </a:cubicBezTo>
                  <a:cubicBezTo>
                    <a:pt x="456" y="2828"/>
                    <a:pt x="476" y="2828"/>
                    <a:pt x="484" y="2820"/>
                  </a:cubicBezTo>
                  <a:cubicBezTo>
                    <a:pt x="484" y="2820"/>
                    <a:pt x="485" y="2821"/>
                    <a:pt x="485" y="2821"/>
                  </a:cubicBezTo>
                  <a:cubicBezTo>
                    <a:pt x="485" y="2821"/>
                    <a:pt x="485" y="2821"/>
                    <a:pt x="486" y="2822"/>
                  </a:cubicBezTo>
                  <a:cubicBezTo>
                    <a:pt x="486" y="2822"/>
                    <a:pt x="486" y="2822"/>
                    <a:pt x="487" y="2822"/>
                  </a:cubicBezTo>
                  <a:cubicBezTo>
                    <a:pt x="487" y="2822"/>
                    <a:pt x="487" y="2822"/>
                    <a:pt x="488" y="2823"/>
                  </a:cubicBezTo>
                  <a:cubicBezTo>
                    <a:pt x="488" y="2823"/>
                    <a:pt x="488" y="2823"/>
                    <a:pt x="489" y="2823"/>
                  </a:cubicBezTo>
                  <a:cubicBezTo>
                    <a:pt x="489" y="2823"/>
                    <a:pt x="490" y="2823"/>
                    <a:pt x="490" y="2823"/>
                  </a:cubicBezTo>
                  <a:cubicBezTo>
                    <a:pt x="490" y="2824"/>
                    <a:pt x="491" y="2824"/>
                    <a:pt x="491" y="2824"/>
                  </a:cubicBezTo>
                  <a:cubicBezTo>
                    <a:pt x="492" y="2824"/>
                    <a:pt x="492" y="2824"/>
                    <a:pt x="493" y="2824"/>
                  </a:cubicBezTo>
                  <a:cubicBezTo>
                    <a:pt x="493" y="2824"/>
                    <a:pt x="493" y="2824"/>
                    <a:pt x="494" y="2824"/>
                  </a:cubicBezTo>
                  <a:cubicBezTo>
                    <a:pt x="494" y="2824"/>
                    <a:pt x="495" y="2824"/>
                    <a:pt x="495" y="2825"/>
                  </a:cubicBezTo>
                  <a:cubicBezTo>
                    <a:pt x="496" y="2825"/>
                    <a:pt x="496" y="2825"/>
                    <a:pt x="496" y="2825"/>
                  </a:cubicBezTo>
                  <a:cubicBezTo>
                    <a:pt x="497" y="2825"/>
                    <a:pt x="497" y="2825"/>
                    <a:pt x="498" y="2825"/>
                  </a:cubicBezTo>
                  <a:cubicBezTo>
                    <a:pt x="498" y="2825"/>
                    <a:pt x="498" y="2825"/>
                    <a:pt x="499" y="2825"/>
                  </a:cubicBezTo>
                  <a:cubicBezTo>
                    <a:pt x="499" y="2825"/>
                    <a:pt x="500" y="2825"/>
                    <a:pt x="501" y="2825"/>
                  </a:cubicBezTo>
                  <a:cubicBezTo>
                    <a:pt x="501" y="2825"/>
                    <a:pt x="501" y="2825"/>
                    <a:pt x="501" y="2825"/>
                  </a:cubicBezTo>
                  <a:cubicBezTo>
                    <a:pt x="502" y="2825"/>
                    <a:pt x="503" y="2825"/>
                    <a:pt x="503" y="2824"/>
                  </a:cubicBezTo>
                  <a:cubicBezTo>
                    <a:pt x="504" y="2824"/>
                    <a:pt x="504" y="2824"/>
                    <a:pt x="504" y="2824"/>
                  </a:cubicBezTo>
                  <a:cubicBezTo>
                    <a:pt x="504" y="2824"/>
                    <a:pt x="505" y="2824"/>
                    <a:pt x="506" y="2824"/>
                  </a:cubicBezTo>
                  <a:cubicBezTo>
                    <a:pt x="506" y="2824"/>
                    <a:pt x="506" y="2824"/>
                    <a:pt x="506" y="2824"/>
                  </a:cubicBezTo>
                  <a:cubicBezTo>
                    <a:pt x="507" y="2824"/>
                    <a:pt x="508" y="2823"/>
                    <a:pt x="508" y="2823"/>
                  </a:cubicBezTo>
                  <a:cubicBezTo>
                    <a:pt x="508" y="2823"/>
                    <a:pt x="508" y="2823"/>
                    <a:pt x="508" y="2823"/>
                  </a:cubicBezTo>
                  <a:cubicBezTo>
                    <a:pt x="509" y="2823"/>
                    <a:pt x="510" y="2823"/>
                    <a:pt x="510" y="2822"/>
                  </a:cubicBezTo>
                  <a:cubicBezTo>
                    <a:pt x="510" y="2822"/>
                    <a:pt x="510" y="2822"/>
                    <a:pt x="510" y="2822"/>
                  </a:cubicBezTo>
                  <a:cubicBezTo>
                    <a:pt x="511" y="2822"/>
                    <a:pt x="511" y="2821"/>
                    <a:pt x="512" y="2821"/>
                  </a:cubicBezTo>
                  <a:cubicBezTo>
                    <a:pt x="512" y="2821"/>
                    <a:pt x="512" y="2821"/>
                    <a:pt x="512" y="2821"/>
                  </a:cubicBezTo>
                  <a:cubicBezTo>
                    <a:pt x="512" y="2820"/>
                    <a:pt x="513" y="2820"/>
                    <a:pt x="513" y="2819"/>
                  </a:cubicBezTo>
                  <a:cubicBezTo>
                    <a:pt x="514" y="2818"/>
                    <a:pt x="515" y="2817"/>
                    <a:pt x="515" y="2815"/>
                  </a:cubicBezTo>
                  <a:cubicBezTo>
                    <a:pt x="515" y="2815"/>
                    <a:pt x="515" y="2815"/>
                    <a:pt x="515" y="2815"/>
                  </a:cubicBezTo>
                  <a:cubicBezTo>
                    <a:pt x="515" y="2815"/>
                    <a:pt x="515" y="2814"/>
                    <a:pt x="515" y="2813"/>
                  </a:cubicBezTo>
                  <a:cubicBezTo>
                    <a:pt x="516" y="2813"/>
                    <a:pt x="517" y="2813"/>
                    <a:pt x="518" y="2812"/>
                  </a:cubicBezTo>
                  <a:cubicBezTo>
                    <a:pt x="518" y="2812"/>
                    <a:pt x="519" y="2812"/>
                    <a:pt x="519" y="2812"/>
                  </a:cubicBezTo>
                  <a:cubicBezTo>
                    <a:pt x="519" y="2812"/>
                    <a:pt x="519" y="2812"/>
                    <a:pt x="520" y="2812"/>
                  </a:cubicBezTo>
                  <a:cubicBezTo>
                    <a:pt x="520" y="2812"/>
                    <a:pt x="520" y="2812"/>
                    <a:pt x="520" y="2812"/>
                  </a:cubicBezTo>
                  <a:cubicBezTo>
                    <a:pt x="520" y="2811"/>
                    <a:pt x="521" y="2811"/>
                    <a:pt x="521" y="2811"/>
                  </a:cubicBezTo>
                  <a:cubicBezTo>
                    <a:pt x="521" y="2811"/>
                    <a:pt x="521" y="2811"/>
                    <a:pt x="522" y="2811"/>
                  </a:cubicBezTo>
                  <a:cubicBezTo>
                    <a:pt x="522" y="2811"/>
                    <a:pt x="522" y="2810"/>
                    <a:pt x="523" y="2810"/>
                  </a:cubicBezTo>
                  <a:cubicBezTo>
                    <a:pt x="523" y="2810"/>
                    <a:pt x="523" y="2810"/>
                    <a:pt x="523" y="2810"/>
                  </a:cubicBezTo>
                  <a:cubicBezTo>
                    <a:pt x="523" y="2810"/>
                    <a:pt x="524" y="2809"/>
                    <a:pt x="524" y="2809"/>
                  </a:cubicBezTo>
                  <a:cubicBezTo>
                    <a:pt x="524" y="2809"/>
                    <a:pt x="524" y="2809"/>
                    <a:pt x="525" y="2809"/>
                  </a:cubicBezTo>
                  <a:cubicBezTo>
                    <a:pt x="525" y="2808"/>
                    <a:pt x="525" y="2808"/>
                    <a:pt x="525" y="2808"/>
                  </a:cubicBezTo>
                  <a:cubicBezTo>
                    <a:pt x="525" y="2808"/>
                    <a:pt x="526" y="2808"/>
                    <a:pt x="526" y="2807"/>
                  </a:cubicBezTo>
                  <a:cubicBezTo>
                    <a:pt x="526" y="2807"/>
                    <a:pt x="526" y="2807"/>
                    <a:pt x="526" y="2807"/>
                  </a:cubicBezTo>
                  <a:cubicBezTo>
                    <a:pt x="527" y="2807"/>
                    <a:pt x="527" y="2806"/>
                    <a:pt x="527" y="2806"/>
                  </a:cubicBezTo>
                  <a:cubicBezTo>
                    <a:pt x="527" y="2806"/>
                    <a:pt x="527" y="2806"/>
                    <a:pt x="528" y="2805"/>
                  </a:cubicBezTo>
                  <a:cubicBezTo>
                    <a:pt x="528" y="2805"/>
                    <a:pt x="528" y="2805"/>
                    <a:pt x="528" y="2804"/>
                  </a:cubicBezTo>
                  <a:cubicBezTo>
                    <a:pt x="528" y="2804"/>
                    <a:pt x="528" y="2804"/>
                    <a:pt x="528" y="2804"/>
                  </a:cubicBezTo>
                  <a:cubicBezTo>
                    <a:pt x="529" y="2803"/>
                    <a:pt x="529" y="2803"/>
                    <a:pt x="529" y="2803"/>
                  </a:cubicBezTo>
                  <a:cubicBezTo>
                    <a:pt x="529" y="2802"/>
                    <a:pt x="529" y="2802"/>
                    <a:pt x="529" y="2802"/>
                  </a:cubicBezTo>
                  <a:cubicBezTo>
                    <a:pt x="529" y="2802"/>
                    <a:pt x="529" y="2801"/>
                    <a:pt x="529" y="2801"/>
                  </a:cubicBezTo>
                  <a:cubicBezTo>
                    <a:pt x="529" y="2800"/>
                    <a:pt x="529" y="2800"/>
                    <a:pt x="529" y="2800"/>
                  </a:cubicBezTo>
                  <a:cubicBezTo>
                    <a:pt x="529" y="2800"/>
                    <a:pt x="529" y="2799"/>
                    <a:pt x="529" y="2799"/>
                  </a:cubicBezTo>
                  <a:cubicBezTo>
                    <a:pt x="529" y="2798"/>
                    <a:pt x="530" y="2798"/>
                    <a:pt x="529" y="2798"/>
                  </a:cubicBezTo>
                  <a:cubicBezTo>
                    <a:pt x="529" y="2797"/>
                    <a:pt x="529" y="2797"/>
                    <a:pt x="529" y="2796"/>
                  </a:cubicBezTo>
                  <a:cubicBezTo>
                    <a:pt x="529" y="2796"/>
                    <a:pt x="529" y="2796"/>
                    <a:pt x="529" y="2796"/>
                  </a:cubicBezTo>
                  <a:cubicBezTo>
                    <a:pt x="529" y="2795"/>
                    <a:pt x="529" y="2794"/>
                    <a:pt x="529" y="2793"/>
                  </a:cubicBezTo>
                  <a:cubicBezTo>
                    <a:pt x="532" y="2788"/>
                    <a:pt x="535" y="2780"/>
                    <a:pt x="529" y="2772"/>
                  </a:cubicBezTo>
                  <a:cubicBezTo>
                    <a:pt x="522" y="2763"/>
                    <a:pt x="503" y="2726"/>
                    <a:pt x="491" y="2709"/>
                  </a:cubicBezTo>
                  <a:cubicBezTo>
                    <a:pt x="478" y="2683"/>
                    <a:pt x="478" y="2686"/>
                    <a:pt x="483" y="2659"/>
                  </a:cubicBezTo>
                  <a:cubicBezTo>
                    <a:pt x="488" y="2631"/>
                    <a:pt x="478" y="2626"/>
                    <a:pt x="489" y="2571"/>
                  </a:cubicBezTo>
                  <a:cubicBezTo>
                    <a:pt x="494" y="2547"/>
                    <a:pt x="505" y="2482"/>
                    <a:pt x="531" y="2381"/>
                  </a:cubicBezTo>
                  <a:cubicBezTo>
                    <a:pt x="557" y="2279"/>
                    <a:pt x="534" y="2104"/>
                    <a:pt x="536" y="2067"/>
                  </a:cubicBezTo>
                  <a:cubicBezTo>
                    <a:pt x="538" y="2030"/>
                    <a:pt x="542" y="2001"/>
                    <a:pt x="552" y="1944"/>
                  </a:cubicBezTo>
                  <a:cubicBezTo>
                    <a:pt x="561" y="1888"/>
                    <a:pt x="578" y="1789"/>
                    <a:pt x="595" y="1712"/>
                  </a:cubicBezTo>
                  <a:cubicBezTo>
                    <a:pt x="607" y="1655"/>
                    <a:pt x="612" y="1615"/>
                    <a:pt x="616" y="1573"/>
                  </a:cubicBezTo>
                  <a:cubicBezTo>
                    <a:pt x="618" y="1548"/>
                    <a:pt x="620" y="1526"/>
                    <a:pt x="622" y="1502"/>
                  </a:cubicBezTo>
                  <a:cubicBezTo>
                    <a:pt x="629" y="1433"/>
                    <a:pt x="627" y="1384"/>
                    <a:pt x="622" y="1343"/>
                  </a:cubicBezTo>
                  <a:cubicBezTo>
                    <a:pt x="618" y="1317"/>
                    <a:pt x="614" y="1293"/>
                    <a:pt x="610" y="1270"/>
                  </a:cubicBezTo>
                  <a:cubicBezTo>
                    <a:pt x="597" y="1193"/>
                    <a:pt x="581" y="1145"/>
                    <a:pt x="567" y="1117"/>
                  </a:cubicBezTo>
                  <a:cubicBezTo>
                    <a:pt x="563" y="1108"/>
                    <a:pt x="561" y="1097"/>
                    <a:pt x="560" y="1083"/>
                  </a:cubicBezTo>
                  <a:cubicBezTo>
                    <a:pt x="560" y="1054"/>
                    <a:pt x="566" y="1019"/>
                    <a:pt x="567" y="995"/>
                  </a:cubicBezTo>
                  <a:cubicBezTo>
                    <a:pt x="568" y="969"/>
                    <a:pt x="582" y="895"/>
                    <a:pt x="585" y="847"/>
                  </a:cubicBezTo>
                  <a:cubicBezTo>
                    <a:pt x="585" y="847"/>
                    <a:pt x="585" y="847"/>
                    <a:pt x="585" y="847"/>
                  </a:cubicBezTo>
                  <a:cubicBezTo>
                    <a:pt x="590" y="887"/>
                    <a:pt x="609" y="978"/>
                    <a:pt x="612" y="995"/>
                  </a:cubicBezTo>
                  <a:cubicBezTo>
                    <a:pt x="613" y="997"/>
                    <a:pt x="613" y="1002"/>
                    <a:pt x="614" y="1007"/>
                  </a:cubicBezTo>
                  <a:cubicBezTo>
                    <a:pt x="616" y="1038"/>
                    <a:pt x="621" y="1109"/>
                    <a:pt x="643" y="1190"/>
                  </a:cubicBezTo>
                  <a:cubicBezTo>
                    <a:pt x="657" y="1236"/>
                    <a:pt x="672" y="1398"/>
                    <a:pt x="668" y="1421"/>
                  </a:cubicBezTo>
                  <a:cubicBezTo>
                    <a:pt x="668" y="1431"/>
                    <a:pt x="666" y="1446"/>
                    <a:pt x="661" y="1462"/>
                  </a:cubicBezTo>
                  <a:cubicBezTo>
                    <a:pt x="652" y="1487"/>
                    <a:pt x="653" y="1523"/>
                    <a:pt x="654" y="1534"/>
                  </a:cubicBezTo>
                  <a:cubicBezTo>
                    <a:pt x="651" y="1550"/>
                    <a:pt x="646" y="1581"/>
                    <a:pt x="653" y="1583"/>
                  </a:cubicBezTo>
                  <a:cubicBezTo>
                    <a:pt x="653" y="1584"/>
                    <a:pt x="653" y="1584"/>
                    <a:pt x="653" y="1584"/>
                  </a:cubicBezTo>
                  <a:cubicBezTo>
                    <a:pt x="652" y="1584"/>
                    <a:pt x="652" y="1584"/>
                    <a:pt x="652" y="1584"/>
                  </a:cubicBezTo>
                  <a:cubicBezTo>
                    <a:pt x="652" y="1584"/>
                    <a:pt x="652" y="1584"/>
                    <a:pt x="653" y="1584"/>
                  </a:cubicBezTo>
                  <a:cubicBezTo>
                    <a:pt x="653" y="1584"/>
                    <a:pt x="653" y="1584"/>
                    <a:pt x="653" y="1584"/>
                  </a:cubicBezTo>
                  <a:cubicBezTo>
                    <a:pt x="652" y="1586"/>
                    <a:pt x="651" y="1587"/>
                    <a:pt x="650" y="1588"/>
                  </a:cubicBezTo>
                  <a:cubicBezTo>
                    <a:pt x="650" y="1588"/>
                    <a:pt x="650" y="1588"/>
                    <a:pt x="650" y="1588"/>
                  </a:cubicBezTo>
                  <a:cubicBezTo>
                    <a:pt x="650" y="1588"/>
                    <a:pt x="650" y="1588"/>
                    <a:pt x="650" y="1589"/>
                  </a:cubicBezTo>
                  <a:cubicBezTo>
                    <a:pt x="650" y="1589"/>
                    <a:pt x="650" y="1589"/>
                    <a:pt x="649" y="1589"/>
                  </a:cubicBezTo>
                  <a:cubicBezTo>
                    <a:pt x="649" y="1589"/>
                    <a:pt x="649" y="1589"/>
                    <a:pt x="649" y="1590"/>
                  </a:cubicBezTo>
                  <a:cubicBezTo>
                    <a:pt x="649" y="1590"/>
                    <a:pt x="649" y="1590"/>
                    <a:pt x="649" y="1590"/>
                  </a:cubicBezTo>
                  <a:cubicBezTo>
                    <a:pt x="649" y="1590"/>
                    <a:pt x="649" y="1591"/>
                    <a:pt x="649" y="1591"/>
                  </a:cubicBezTo>
                  <a:cubicBezTo>
                    <a:pt x="649" y="1591"/>
                    <a:pt x="649" y="1591"/>
                    <a:pt x="649" y="1592"/>
                  </a:cubicBezTo>
                  <a:cubicBezTo>
                    <a:pt x="649" y="1592"/>
                    <a:pt x="649" y="1592"/>
                    <a:pt x="649" y="1592"/>
                  </a:cubicBezTo>
                  <a:cubicBezTo>
                    <a:pt x="649" y="1592"/>
                    <a:pt x="649" y="1593"/>
                    <a:pt x="649" y="1593"/>
                  </a:cubicBezTo>
                  <a:cubicBezTo>
                    <a:pt x="650" y="1594"/>
                    <a:pt x="650" y="1594"/>
                    <a:pt x="650" y="1595"/>
                  </a:cubicBezTo>
                  <a:cubicBezTo>
                    <a:pt x="648" y="1600"/>
                    <a:pt x="648" y="1601"/>
                    <a:pt x="649" y="1604"/>
                  </a:cubicBezTo>
                  <a:cubicBezTo>
                    <a:pt x="652" y="1614"/>
                    <a:pt x="665" y="1605"/>
                    <a:pt x="661" y="1608"/>
                  </a:cubicBezTo>
                  <a:cubicBezTo>
                    <a:pt x="653" y="1612"/>
                    <a:pt x="646" y="1619"/>
                    <a:pt x="650" y="1630"/>
                  </a:cubicBezTo>
                  <a:cubicBezTo>
                    <a:pt x="652" y="1635"/>
                    <a:pt x="671" y="1624"/>
                    <a:pt x="681" y="1620"/>
                  </a:cubicBezTo>
                  <a:cubicBezTo>
                    <a:pt x="696" y="1615"/>
                    <a:pt x="715" y="1605"/>
                    <a:pt x="720" y="1596"/>
                  </a:cubicBezTo>
                  <a:cubicBezTo>
                    <a:pt x="725" y="1588"/>
                    <a:pt x="734" y="1573"/>
                    <a:pt x="737" y="1566"/>
                  </a:cubicBezTo>
                  <a:cubicBezTo>
                    <a:pt x="741" y="1557"/>
                    <a:pt x="740" y="1551"/>
                    <a:pt x="744" y="1544"/>
                  </a:cubicBezTo>
                  <a:cubicBezTo>
                    <a:pt x="747" y="1538"/>
                    <a:pt x="752" y="1529"/>
                    <a:pt x="749" y="1523"/>
                  </a:cubicBezTo>
                  <a:cubicBezTo>
                    <a:pt x="747" y="1517"/>
                    <a:pt x="741" y="1473"/>
                    <a:pt x="735" y="1447"/>
                  </a:cubicBezTo>
                  <a:cubicBezTo>
                    <a:pt x="730" y="1427"/>
                    <a:pt x="724" y="1337"/>
                    <a:pt x="728" y="1295"/>
                  </a:cubicBezTo>
                  <a:cubicBezTo>
                    <a:pt x="730" y="1263"/>
                    <a:pt x="724" y="1210"/>
                    <a:pt x="724" y="1189"/>
                  </a:cubicBezTo>
                  <a:cubicBezTo>
                    <a:pt x="725" y="1066"/>
                    <a:pt x="711" y="1004"/>
                    <a:pt x="707" y="982"/>
                  </a:cubicBezTo>
                  <a:cubicBezTo>
                    <a:pt x="702" y="959"/>
                    <a:pt x="699" y="926"/>
                    <a:pt x="696" y="877"/>
                  </a:cubicBezTo>
                  <a:cubicBezTo>
                    <a:pt x="696" y="859"/>
                    <a:pt x="694" y="824"/>
                    <a:pt x="690" y="785"/>
                  </a:cubicBezTo>
                  <a:cubicBezTo>
                    <a:pt x="686" y="729"/>
                    <a:pt x="681" y="684"/>
                    <a:pt x="676" y="647"/>
                  </a:cubicBezTo>
                  <a:cubicBezTo>
                    <a:pt x="674" y="631"/>
                    <a:pt x="672" y="618"/>
                    <a:pt x="671" y="611"/>
                  </a:cubicBezTo>
                  <a:cubicBezTo>
                    <a:pt x="668" y="587"/>
                    <a:pt x="661" y="556"/>
                    <a:pt x="653" y="533"/>
                  </a:cubicBezTo>
                  <a:cubicBezTo>
                    <a:pt x="648" y="518"/>
                    <a:pt x="644" y="510"/>
                    <a:pt x="640" y="506"/>
                  </a:cubicBezTo>
                  <a:cubicBezTo>
                    <a:pt x="637" y="503"/>
                    <a:pt x="634" y="499"/>
                    <a:pt x="630" y="495"/>
                  </a:cubicBezTo>
                  <a:cubicBezTo>
                    <a:pt x="614" y="478"/>
                    <a:pt x="589" y="457"/>
                    <a:pt x="551" y="451"/>
                  </a:cubicBezTo>
                  <a:cubicBezTo>
                    <a:pt x="544" y="450"/>
                    <a:pt x="537" y="449"/>
                    <a:pt x="531" y="448"/>
                  </a:cubicBezTo>
                  <a:cubicBezTo>
                    <a:pt x="528" y="447"/>
                    <a:pt x="525" y="446"/>
                    <a:pt x="521" y="445"/>
                  </a:cubicBezTo>
                  <a:cubicBezTo>
                    <a:pt x="521" y="441"/>
                    <a:pt x="521" y="436"/>
                    <a:pt x="520" y="431"/>
                  </a:cubicBezTo>
                  <a:cubicBezTo>
                    <a:pt x="521" y="413"/>
                    <a:pt x="520" y="394"/>
                    <a:pt x="508" y="382"/>
                  </a:cubicBezTo>
                  <a:cubicBezTo>
                    <a:pt x="513" y="386"/>
                    <a:pt x="516" y="393"/>
                    <a:pt x="519" y="397"/>
                  </a:cubicBezTo>
                  <a:cubicBezTo>
                    <a:pt x="514" y="376"/>
                    <a:pt x="506" y="358"/>
                    <a:pt x="496" y="339"/>
                  </a:cubicBezTo>
                  <a:cubicBezTo>
                    <a:pt x="499" y="342"/>
                    <a:pt x="501" y="344"/>
                    <a:pt x="505" y="346"/>
                  </a:cubicBezTo>
                  <a:cubicBezTo>
                    <a:pt x="499" y="332"/>
                    <a:pt x="491" y="315"/>
                    <a:pt x="482" y="302"/>
                  </a:cubicBezTo>
                  <a:lnTo>
                    <a:pt x="479" y="297"/>
                  </a:lnTo>
                  <a:close/>
                  <a:moveTo>
                    <a:pt x="466" y="324"/>
                  </a:moveTo>
                  <a:cubicBezTo>
                    <a:pt x="465" y="334"/>
                    <a:pt x="463" y="346"/>
                    <a:pt x="463" y="352"/>
                  </a:cubicBezTo>
                  <a:cubicBezTo>
                    <a:pt x="462" y="362"/>
                    <a:pt x="461" y="373"/>
                    <a:pt x="462" y="384"/>
                  </a:cubicBezTo>
                  <a:cubicBezTo>
                    <a:pt x="463" y="382"/>
                    <a:pt x="464" y="380"/>
                    <a:pt x="466" y="378"/>
                  </a:cubicBezTo>
                  <a:cubicBezTo>
                    <a:pt x="465" y="380"/>
                    <a:pt x="465" y="382"/>
                    <a:pt x="464" y="384"/>
                  </a:cubicBezTo>
                  <a:cubicBezTo>
                    <a:pt x="463" y="390"/>
                    <a:pt x="461" y="397"/>
                    <a:pt x="460" y="403"/>
                  </a:cubicBezTo>
                  <a:cubicBezTo>
                    <a:pt x="454" y="391"/>
                    <a:pt x="449" y="376"/>
                    <a:pt x="448" y="356"/>
                  </a:cubicBezTo>
                  <a:cubicBezTo>
                    <a:pt x="448" y="350"/>
                    <a:pt x="449" y="343"/>
                    <a:pt x="450" y="337"/>
                  </a:cubicBezTo>
                  <a:cubicBezTo>
                    <a:pt x="453" y="334"/>
                    <a:pt x="456" y="330"/>
                    <a:pt x="459" y="327"/>
                  </a:cubicBezTo>
                  <a:cubicBezTo>
                    <a:pt x="461" y="324"/>
                    <a:pt x="465" y="319"/>
                    <a:pt x="465" y="319"/>
                  </a:cubicBezTo>
                  <a:lnTo>
                    <a:pt x="466" y="324"/>
                  </a:lnTo>
                  <a:close/>
                  <a:moveTo>
                    <a:pt x="232" y="452"/>
                  </a:moveTo>
                  <a:cubicBezTo>
                    <a:pt x="230" y="452"/>
                    <a:pt x="227" y="453"/>
                    <a:pt x="224" y="453"/>
                  </a:cubicBezTo>
                  <a:cubicBezTo>
                    <a:pt x="226" y="450"/>
                    <a:pt x="228" y="446"/>
                    <a:pt x="232" y="444"/>
                  </a:cubicBezTo>
                  <a:cubicBezTo>
                    <a:pt x="232" y="446"/>
                    <a:pt x="232" y="449"/>
                    <a:pt x="232" y="452"/>
                  </a:cubicBezTo>
                  <a:close/>
                </a:path>
              </a:pathLst>
            </a:custGeom>
            <a:solidFill>
              <a:srgbClr val="FFCCCC"/>
            </a:solidFill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fr-FR"/>
            </a:p>
          </p:txBody>
        </p:sp>
      </p:grpSp>
      <p:grpSp>
        <p:nvGrpSpPr>
          <p:cNvPr id="65542" name="female-body-silhouette-outline">
            <a:extLst>
              <a:ext uri="{FF2B5EF4-FFF2-40B4-BE49-F238E27FC236}">
                <a16:creationId xmlns:a16="http://schemas.microsoft.com/office/drawing/2014/main" id="{7924B9DA-F101-4BCB-83CF-716529EB3BE3}"/>
              </a:ext>
            </a:extLst>
          </p:cNvPr>
          <p:cNvGrpSpPr>
            <a:grpSpLocks/>
          </p:cNvGrpSpPr>
          <p:nvPr/>
        </p:nvGrpSpPr>
        <p:grpSpPr bwMode="auto">
          <a:xfrm>
            <a:off x="5181600" y="2133600"/>
            <a:ext cx="966788" cy="3494088"/>
            <a:chOff x="863" y="1728"/>
            <a:chExt cx="638" cy="2305"/>
          </a:xfrm>
        </p:grpSpPr>
        <p:sp>
          <p:nvSpPr>
            <p:cNvPr id="65552" name="Freeform 16">
              <a:extLst>
                <a:ext uri="{FF2B5EF4-FFF2-40B4-BE49-F238E27FC236}">
                  <a16:creationId xmlns:a16="http://schemas.microsoft.com/office/drawing/2014/main" id="{D9DFFB83-4EBB-49F3-BFCC-FFF968D8B87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63" y="1728"/>
              <a:ext cx="638" cy="2305"/>
            </a:xfrm>
            <a:custGeom>
              <a:avLst/>
              <a:gdLst>
                <a:gd name="T0" fmla="*/ 406 w 787"/>
                <a:gd name="T1" fmla="*/ 698 h 2851"/>
                <a:gd name="T2" fmla="*/ 388 w 787"/>
                <a:gd name="T3" fmla="*/ 478 h 2851"/>
                <a:gd name="T4" fmla="*/ 361 w 787"/>
                <a:gd name="T5" fmla="*/ 278 h 2851"/>
                <a:gd name="T6" fmla="*/ 307 w 787"/>
                <a:gd name="T7" fmla="*/ 253 h 2851"/>
                <a:gd name="T8" fmla="*/ 253 w 787"/>
                <a:gd name="T9" fmla="*/ 186 h 2851"/>
                <a:gd name="T10" fmla="*/ 265 w 787"/>
                <a:gd name="T11" fmla="*/ 157 h 2851"/>
                <a:gd name="T12" fmla="*/ 283 w 787"/>
                <a:gd name="T13" fmla="*/ 153 h 2851"/>
                <a:gd name="T14" fmla="*/ 297 w 787"/>
                <a:gd name="T15" fmla="*/ 137 h 2851"/>
                <a:gd name="T16" fmla="*/ 297 w 787"/>
                <a:gd name="T17" fmla="*/ 114 h 2851"/>
                <a:gd name="T18" fmla="*/ 294 w 787"/>
                <a:gd name="T19" fmla="*/ 99 h 2851"/>
                <a:gd name="T20" fmla="*/ 293 w 787"/>
                <a:gd name="T21" fmla="*/ 84 h 2851"/>
                <a:gd name="T22" fmla="*/ 251 w 787"/>
                <a:gd name="T23" fmla="*/ 12 h 2851"/>
                <a:gd name="T24" fmla="*/ 181 w 787"/>
                <a:gd name="T25" fmla="*/ 12 h 2851"/>
                <a:gd name="T26" fmla="*/ 125 w 787"/>
                <a:gd name="T27" fmla="*/ 63 h 2851"/>
                <a:gd name="T28" fmla="*/ 126 w 787"/>
                <a:gd name="T29" fmla="*/ 94 h 2851"/>
                <a:gd name="T30" fmla="*/ 120 w 787"/>
                <a:gd name="T31" fmla="*/ 125 h 2851"/>
                <a:gd name="T32" fmla="*/ 146 w 787"/>
                <a:gd name="T33" fmla="*/ 153 h 2851"/>
                <a:gd name="T34" fmla="*/ 159 w 787"/>
                <a:gd name="T35" fmla="*/ 171 h 2851"/>
                <a:gd name="T36" fmla="*/ 113 w 787"/>
                <a:gd name="T37" fmla="*/ 253 h 2851"/>
                <a:gd name="T38" fmla="*/ 58 w 787"/>
                <a:gd name="T39" fmla="*/ 278 h 2851"/>
                <a:gd name="T40" fmla="*/ 32 w 787"/>
                <a:gd name="T41" fmla="*/ 478 h 2851"/>
                <a:gd name="T42" fmla="*/ 14 w 787"/>
                <a:gd name="T43" fmla="*/ 698 h 2851"/>
                <a:gd name="T44" fmla="*/ 5 w 787"/>
                <a:gd name="T45" fmla="*/ 830 h 2851"/>
                <a:gd name="T46" fmla="*/ 40 w 787"/>
                <a:gd name="T47" fmla="*/ 869 h 2851"/>
                <a:gd name="T48" fmla="*/ 58 w 787"/>
                <a:gd name="T49" fmla="*/ 861 h 2851"/>
                <a:gd name="T50" fmla="*/ 54 w 787"/>
                <a:gd name="T51" fmla="*/ 825 h 2851"/>
                <a:gd name="T52" fmla="*/ 66 w 787"/>
                <a:gd name="T53" fmla="*/ 644 h 2851"/>
                <a:gd name="T54" fmla="*/ 94 w 787"/>
                <a:gd name="T55" fmla="*/ 462 h 2851"/>
                <a:gd name="T56" fmla="*/ 75 w 787"/>
                <a:gd name="T57" fmla="*/ 684 h 2851"/>
                <a:gd name="T58" fmla="*/ 112 w 787"/>
                <a:gd name="T59" fmla="*/ 1041 h 2851"/>
                <a:gd name="T60" fmla="*/ 148 w 787"/>
                <a:gd name="T61" fmla="*/ 1370 h 2851"/>
                <a:gd name="T62" fmla="*/ 125 w 787"/>
                <a:gd name="T63" fmla="*/ 1476 h 2851"/>
                <a:gd name="T64" fmla="*/ 150 w 787"/>
                <a:gd name="T65" fmla="*/ 1502 h 2851"/>
                <a:gd name="T66" fmla="*/ 204 w 787"/>
                <a:gd name="T67" fmla="*/ 1475 h 2851"/>
                <a:gd name="T68" fmla="*/ 203 w 787"/>
                <a:gd name="T69" fmla="*/ 1415 h 2851"/>
                <a:gd name="T70" fmla="*/ 203 w 787"/>
                <a:gd name="T71" fmla="*/ 1144 h 2851"/>
                <a:gd name="T72" fmla="*/ 201 w 787"/>
                <a:gd name="T73" fmla="*/ 893 h 2851"/>
                <a:gd name="T74" fmla="*/ 209 w 787"/>
                <a:gd name="T75" fmla="*/ 809 h 2851"/>
                <a:gd name="T76" fmla="*/ 217 w 787"/>
                <a:gd name="T77" fmla="*/ 808 h 2851"/>
                <a:gd name="T78" fmla="*/ 220 w 787"/>
                <a:gd name="T79" fmla="*/ 1077 h 2851"/>
                <a:gd name="T80" fmla="*/ 218 w 787"/>
                <a:gd name="T81" fmla="*/ 1389 h 2851"/>
                <a:gd name="T82" fmla="*/ 212 w 787"/>
                <a:gd name="T83" fmla="*/ 1456 h 2851"/>
                <a:gd name="T84" fmla="*/ 250 w 787"/>
                <a:gd name="T85" fmla="*/ 1501 h 2851"/>
                <a:gd name="T86" fmla="*/ 294 w 787"/>
                <a:gd name="T87" fmla="*/ 1488 h 2851"/>
                <a:gd name="T88" fmla="*/ 269 w 787"/>
                <a:gd name="T89" fmla="*/ 1417 h 2851"/>
                <a:gd name="T90" fmla="*/ 299 w 787"/>
                <a:gd name="T91" fmla="*/ 1105 h 2851"/>
                <a:gd name="T92" fmla="*/ 355 w 787"/>
                <a:gd name="T93" fmla="*/ 807 h 2851"/>
                <a:gd name="T94" fmla="*/ 321 w 787"/>
                <a:gd name="T95" fmla="*/ 541 h 2851"/>
                <a:gd name="T96" fmla="*/ 342 w 787"/>
                <a:gd name="T97" fmla="*/ 539 h 2851"/>
                <a:gd name="T98" fmla="*/ 368 w 787"/>
                <a:gd name="T99" fmla="*/ 786 h 2851"/>
                <a:gd name="T100" fmla="*/ 362 w 787"/>
                <a:gd name="T101" fmla="*/ 856 h 2851"/>
                <a:gd name="T102" fmla="*/ 362 w 787"/>
                <a:gd name="T103" fmla="*/ 875 h 2851"/>
                <a:gd name="T104" fmla="*/ 411 w 787"/>
                <a:gd name="T105" fmla="*/ 841 h 2851"/>
                <a:gd name="T106" fmla="*/ 252 w 787"/>
                <a:gd name="T107" fmla="*/ 186 h 2851"/>
                <a:gd name="T108" fmla="*/ 169 w 787"/>
                <a:gd name="T109" fmla="*/ 189 h 2851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787" h="2851">
                  <a:moveTo>
                    <a:pt x="784" y="1548"/>
                  </a:moveTo>
                  <a:cubicBezTo>
                    <a:pt x="781" y="1542"/>
                    <a:pt x="776" y="1498"/>
                    <a:pt x="769" y="1473"/>
                  </a:cubicBezTo>
                  <a:cubicBezTo>
                    <a:pt x="764" y="1452"/>
                    <a:pt x="758" y="1362"/>
                    <a:pt x="762" y="1321"/>
                  </a:cubicBezTo>
                  <a:cubicBezTo>
                    <a:pt x="764" y="1289"/>
                    <a:pt x="762" y="1238"/>
                    <a:pt x="763" y="1216"/>
                  </a:cubicBezTo>
                  <a:cubicBezTo>
                    <a:pt x="764" y="1093"/>
                    <a:pt x="744" y="1031"/>
                    <a:pt x="740" y="1008"/>
                  </a:cubicBezTo>
                  <a:cubicBezTo>
                    <a:pt x="735" y="985"/>
                    <a:pt x="728" y="953"/>
                    <a:pt x="728" y="904"/>
                  </a:cubicBezTo>
                  <a:cubicBezTo>
                    <a:pt x="728" y="855"/>
                    <a:pt x="731" y="787"/>
                    <a:pt x="727" y="739"/>
                  </a:cubicBezTo>
                  <a:cubicBezTo>
                    <a:pt x="725" y="712"/>
                    <a:pt x="720" y="670"/>
                    <a:pt x="714" y="634"/>
                  </a:cubicBezTo>
                  <a:cubicBezTo>
                    <a:pt x="709" y="598"/>
                    <a:pt x="693" y="543"/>
                    <a:pt x="677" y="527"/>
                  </a:cubicBezTo>
                  <a:cubicBezTo>
                    <a:pt x="662" y="510"/>
                    <a:pt x="640" y="495"/>
                    <a:pt x="618" y="487"/>
                  </a:cubicBezTo>
                  <a:cubicBezTo>
                    <a:pt x="612" y="486"/>
                    <a:pt x="605" y="482"/>
                    <a:pt x="600" y="481"/>
                  </a:cubicBezTo>
                  <a:cubicBezTo>
                    <a:pt x="591" y="479"/>
                    <a:pt x="585" y="480"/>
                    <a:pt x="577" y="479"/>
                  </a:cubicBezTo>
                  <a:cubicBezTo>
                    <a:pt x="560" y="476"/>
                    <a:pt x="546" y="474"/>
                    <a:pt x="533" y="470"/>
                  </a:cubicBezTo>
                  <a:cubicBezTo>
                    <a:pt x="504" y="460"/>
                    <a:pt x="475" y="457"/>
                    <a:pt x="475" y="351"/>
                  </a:cubicBezTo>
                  <a:cubicBezTo>
                    <a:pt x="475" y="351"/>
                    <a:pt x="475" y="351"/>
                    <a:pt x="475" y="351"/>
                  </a:cubicBezTo>
                  <a:cubicBezTo>
                    <a:pt x="483" y="341"/>
                    <a:pt x="486" y="331"/>
                    <a:pt x="489" y="323"/>
                  </a:cubicBezTo>
                  <a:cubicBezTo>
                    <a:pt x="491" y="318"/>
                    <a:pt x="493" y="307"/>
                    <a:pt x="496" y="297"/>
                  </a:cubicBezTo>
                  <a:cubicBezTo>
                    <a:pt x="497" y="297"/>
                    <a:pt x="497" y="297"/>
                    <a:pt x="497" y="297"/>
                  </a:cubicBezTo>
                  <a:cubicBezTo>
                    <a:pt x="501" y="296"/>
                    <a:pt x="504" y="293"/>
                    <a:pt x="508" y="293"/>
                  </a:cubicBezTo>
                  <a:cubicBezTo>
                    <a:pt x="513" y="292"/>
                    <a:pt x="517" y="294"/>
                    <a:pt x="523" y="293"/>
                  </a:cubicBezTo>
                  <a:cubicBezTo>
                    <a:pt x="526" y="292"/>
                    <a:pt x="528" y="290"/>
                    <a:pt x="531" y="289"/>
                  </a:cubicBezTo>
                  <a:cubicBezTo>
                    <a:pt x="536" y="287"/>
                    <a:pt x="552" y="287"/>
                    <a:pt x="556" y="282"/>
                  </a:cubicBezTo>
                  <a:cubicBezTo>
                    <a:pt x="557" y="282"/>
                    <a:pt x="557" y="282"/>
                    <a:pt x="557" y="282"/>
                  </a:cubicBezTo>
                  <a:cubicBezTo>
                    <a:pt x="561" y="275"/>
                    <a:pt x="558" y="264"/>
                    <a:pt x="557" y="259"/>
                  </a:cubicBezTo>
                  <a:cubicBezTo>
                    <a:pt x="554" y="250"/>
                    <a:pt x="556" y="240"/>
                    <a:pt x="555" y="230"/>
                  </a:cubicBezTo>
                  <a:cubicBezTo>
                    <a:pt x="555" y="229"/>
                    <a:pt x="555" y="229"/>
                    <a:pt x="555" y="229"/>
                  </a:cubicBezTo>
                  <a:cubicBezTo>
                    <a:pt x="558" y="226"/>
                    <a:pt x="559" y="224"/>
                    <a:pt x="557" y="216"/>
                  </a:cubicBezTo>
                  <a:cubicBezTo>
                    <a:pt x="557" y="214"/>
                    <a:pt x="556" y="213"/>
                    <a:pt x="556" y="211"/>
                  </a:cubicBezTo>
                  <a:cubicBezTo>
                    <a:pt x="556" y="207"/>
                    <a:pt x="556" y="203"/>
                    <a:pt x="555" y="199"/>
                  </a:cubicBezTo>
                  <a:cubicBezTo>
                    <a:pt x="555" y="194"/>
                    <a:pt x="554" y="191"/>
                    <a:pt x="553" y="187"/>
                  </a:cubicBezTo>
                  <a:cubicBezTo>
                    <a:pt x="557" y="187"/>
                    <a:pt x="560" y="186"/>
                    <a:pt x="562" y="185"/>
                  </a:cubicBezTo>
                  <a:cubicBezTo>
                    <a:pt x="561" y="178"/>
                    <a:pt x="554" y="173"/>
                    <a:pt x="552" y="167"/>
                  </a:cubicBezTo>
                  <a:cubicBezTo>
                    <a:pt x="550" y="161"/>
                    <a:pt x="549" y="159"/>
                    <a:pt x="549" y="159"/>
                  </a:cubicBezTo>
                  <a:cubicBezTo>
                    <a:pt x="549" y="158"/>
                    <a:pt x="549" y="157"/>
                    <a:pt x="549" y="157"/>
                  </a:cubicBezTo>
                  <a:cubicBezTo>
                    <a:pt x="548" y="132"/>
                    <a:pt x="531" y="97"/>
                    <a:pt x="520" y="74"/>
                  </a:cubicBezTo>
                  <a:cubicBezTo>
                    <a:pt x="509" y="52"/>
                    <a:pt x="493" y="34"/>
                    <a:pt x="472" y="22"/>
                  </a:cubicBezTo>
                  <a:cubicBezTo>
                    <a:pt x="459" y="14"/>
                    <a:pt x="445" y="9"/>
                    <a:pt x="431" y="6"/>
                  </a:cubicBezTo>
                  <a:cubicBezTo>
                    <a:pt x="423" y="4"/>
                    <a:pt x="389" y="0"/>
                    <a:pt x="370" y="4"/>
                  </a:cubicBezTo>
                  <a:cubicBezTo>
                    <a:pt x="351" y="9"/>
                    <a:pt x="343" y="17"/>
                    <a:pt x="339" y="22"/>
                  </a:cubicBezTo>
                  <a:cubicBezTo>
                    <a:pt x="339" y="22"/>
                    <a:pt x="331" y="25"/>
                    <a:pt x="315" y="29"/>
                  </a:cubicBezTo>
                  <a:cubicBezTo>
                    <a:pt x="298" y="37"/>
                    <a:pt x="282" y="49"/>
                    <a:pt x="272" y="66"/>
                  </a:cubicBezTo>
                  <a:cubicBezTo>
                    <a:pt x="262" y="83"/>
                    <a:pt x="258" y="117"/>
                    <a:pt x="234" y="120"/>
                  </a:cubicBezTo>
                  <a:cubicBezTo>
                    <a:pt x="237" y="124"/>
                    <a:pt x="245" y="125"/>
                    <a:pt x="251" y="123"/>
                  </a:cubicBezTo>
                  <a:cubicBezTo>
                    <a:pt x="248" y="138"/>
                    <a:pt x="243" y="154"/>
                    <a:pt x="232" y="164"/>
                  </a:cubicBezTo>
                  <a:cubicBezTo>
                    <a:pt x="237" y="168"/>
                    <a:pt x="236" y="173"/>
                    <a:pt x="236" y="178"/>
                  </a:cubicBezTo>
                  <a:cubicBezTo>
                    <a:pt x="235" y="181"/>
                    <a:pt x="232" y="183"/>
                    <a:pt x="232" y="185"/>
                  </a:cubicBezTo>
                  <a:cubicBezTo>
                    <a:pt x="232" y="187"/>
                    <a:pt x="235" y="187"/>
                    <a:pt x="235" y="189"/>
                  </a:cubicBezTo>
                  <a:cubicBezTo>
                    <a:pt x="237" y="204"/>
                    <a:pt x="235" y="226"/>
                    <a:pt x="225" y="238"/>
                  </a:cubicBezTo>
                  <a:cubicBezTo>
                    <a:pt x="237" y="251"/>
                    <a:pt x="223" y="271"/>
                    <a:pt x="244" y="276"/>
                  </a:cubicBezTo>
                  <a:cubicBezTo>
                    <a:pt x="251" y="278"/>
                    <a:pt x="258" y="278"/>
                    <a:pt x="264" y="281"/>
                  </a:cubicBezTo>
                  <a:cubicBezTo>
                    <a:pt x="268" y="283"/>
                    <a:pt x="270" y="287"/>
                    <a:pt x="274" y="289"/>
                  </a:cubicBezTo>
                  <a:cubicBezTo>
                    <a:pt x="279" y="292"/>
                    <a:pt x="284" y="293"/>
                    <a:pt x="289" y="292"/>
                  </a:cubicBezTo>
                  <a:cubicBezTo>
                    <a:pt x="290" y="292"/>
                    <a:pt x="290" y="292"/>
                    <a:pt x="290" y="292"/>
                  </a:cubicBezTo>
                  <a:cubicBezTo>
                    <a:pt x="293" y="304"/>
                    <a:pt x="296" y="317"/>
                    <a:pt x="299" y="323"/>
                  </a:cubicBezTo>
                  <a:cubicBezTo>
                    <a:pt x="301" y="331"/>
                    <a:pt x="305" y="341"/>
                    <a:pt x="312" y="351"/>
                  </a:cubicBezTo>
                  <a:cubicBezTo>
                    <a:pt x="312" y="457"/>
                    <a:pt x="284" y="460"/>
                    <a:pt x="255" y="470"/>
                  </a:cubicBezTo>
                  <a:cubicBezTo>
                    <a:pt x="241" y="474"/>
                    <a:pt x="227" y="476"/>
                    <a:pt x="211" y="479"/>
                  </a:cubicBezTo>
                  <a:cubicBezTo>
                    <a:pt x="203" y="480"/>
                    <a:pt x="197" y="479"/>
                    <a:pt x="188" y="481"/>
                  </a:cubicBezTo>
                  <a:cubicBezTo>
                    <a:pt x="182" y="482"/>
                    <a:pt x="175" y="486"/>
                    <a:pt x="170" y="487"/>
                  </a:cubicBezTo>
                  <a:cubicBezTo>
                    <a:pt x="147" y="495"/>
                    <a:pt x="126" y="510"/>
                    <a:pt x="110" y="527"/>
                  </a:cubicBezTo>
                  <a:cubicBezTo>
                    <a:pt x="95" y="543"/>
                    <a:pt x="79" y="598"/>
                    <a:pt x="73" y="634"/>
                  </a:cubicBezTo>
                  <a:cubicBezTo>
                    <a:pt x="68" y="670"/>
                    <a:pt x="63" y="712"/>
                    <a:pt x="60" y="739"/>
                  </a:cubicBezTo>
                  <a:cubicBezTo>
                    <a:pt x="57" y="787"/>
                    <a:pt x="59" y="855"/>
                    <a:pt x="59" y="904"/>
                  </a:cubicBezTo>
                  <a:cubicBezTo>
                    <a:pt x="59" y="953"/>
                    <a:pt x="53" y="985"/>
                    <a:pt x="48" y="1008"/>
                  </a:cubicBezTo>
                  <a:cubicBezTo>
                    <a:pt x="43" y="1031"/>
                    <a:pt x="24" y="1093"/>
                    <a:pt x="25" y="1216"/>
                  </a:cubicBezTo>
                  <a:cubicBezTo>
                    <a:pt x="25" y="1238"/>
                    <a:pt x="24" y="1289"/>
                    <a:pt x="26" y="1321"/>
                  </a:cubicBezTo>
                  <a:cubicBezTo>
                    <a:pt x="30" y="1362"/>
                    <a:pt x="24" y="1452"/>
                    <a:pt x="19" y="1473"/>
                  </a:cubicBezTo>
                  <a:cubicBezTo>
                    <a:pt x="12" y="1498"/>
                    <a:pt x="6" y="1542"/>
                    <a:pt x="3" y="1548"/>
                  </a:cubicBezTo>
                  <a:cubicBezTo>
                    <a:pt x="0" y="1555"/>
                    <a:pt x="6" y="1563"/>
                    <a:pt x="10" y="1569"/>
                  </a:cubicBezTo>
                  <a:cubicBezTo>
                    <a:pt x="13" y="1576"/>
                    <a:pt x="12" y="1582"/>
                    <a:pt x="16" y="1591"/>
                  </a:cubicBezTo>
                  <a:cubicBezTo>
                    <a:pt x="19" y="1598"/>
                    <a:pt x="29" y="1613"/>
                    <a:pt x="34" y="1621"/>
                  </a:cubicBezTo>
                  <a:cubicBezTo>
                    <a:pt x="39" y="1630"/>
                    <a:pt x="59" y="1640"/>
                    <a:pt x="75" y="1645"/>
                  </a:cubicBezTo>
                  <a:cubicBezTo>
                    <a:pt x="86" y="1649"/>
                    <a:pt x="106" y="1660"/>
                    <a:pt x="108" y="1655"/>
                  </a:cubicBezTo>
                  <a:cubicBezTo>
                    <a:pt x="111" y="1644"/>
                    <a:pt x="104" y="1637"/>
                    <a:pt x="96" y="1633"/>
                  </a:cubicBezTo>
                  <a:cubicBezTo>
                    <a:pt x="91" y="1630"/>
                    <a:pt x="106" y="1639"/>
                    <a:pt x="109" y="1629"/>
                  </a:cubicBezTo>
                  <a:cubicBezTo>
                    <a:pt x="110" y="1626"/>
                    <a:pt x="110" y="1625"/>
                    <a:pt x="107" y="1620"/>
                  </a:cubicBezTo>
                  <a:cubicBezTo>
                    <a:pt x="109" y="1614"/>
                    <a:pt x="108" y="1614"/>
                    <a:pt x="104" y="1608"/>
                  </a:cubicBezTo>
                  <a:cubicBezTo>
                    <a:pt x="111" y="1606"/>
                    <a:pt x="106" y="1575"/>
                    <a:pt x="103" y="1560"/>
                  </a:cubicBezTo>
                  <a:cubicBezTo>
                    <a:pt x="104" y="1548"/>
                    <a:pt x="105" y="1512"/>
                    <a:pt x="96" y="1487"/>
                  </a:cubicBezTo>
                  <a:cubicBezTo>
                    <a:pt x="91" y="1471"/>
                    <a:pt x="88" y="1456"/>
                    <a:pt x="88" y="1447"/>
                  </a:cubicBezTo>
                  <a:cubicBezTo>
                    <a:pt x="84" y="1424"/>
                    <a:pt x="110" y="1263"/>
                    <a:pt x="124" y="1217"/>
                  </a:cubicBezTo>
                  <a:cubicBezTo>
                    <a:pt x="153" y="1121"/>
                    <a:pt x="144" y="1038"/>
                    <a:pt x="147" y="1021"/>
                  </a:cubicBezTo>
                  <a:cubicBezTo>
                    <a:pt x="150" y="1004"/>
                    <a:pt x="169" y="915"/>
                    <a:pt x="175" y="875"/>
                  </a:cubicBezTo>
                  <a:cubicBezTo>
                    <a:pt x="176" y="876"/>
                    <a:pt x="176" y="876"/>
                    <a:pt x="176" y="876"/>
                  </a:cubicBezTo>
                  <a:cubicBezTo>
                    <a:pt x="179" y="925"/>
                    <a:pt x="184" y="998"/>
                    <a:pt x="185" y="1023"/>
                  </a:cubicBezTo>
                  <a:cubicBezTo>
                    <a:pt x="187" y="1057"/>
                    <a:pt x="209" y="1115"/>
                    <a:pt x="194" y="1143"/>
                  </a:cubicBezTo>
                  <a:cubicBezTo>
                    <a:pt x="179" y="1171"/>
                    <a:pt x="154" y="1217"/>
                    <a:pt x="141" y="1294"/>
                  </a:cubicBezTo>
                  <a:cubicBezTo>
                    <a:pt x="129" y="1354"/>
                    <a:pt x="110" y="1417"/>
                    <a:pt x="122" y="1527"/>
                  </a:cubicBezTo>
                  <a:cubicBezTo>
                    <a:pt x="130" y="1604"/>
                    <a:pt x="128" y="1655"/>
                    <a:pt x="148" y="1741"/>
                  </a:cubicBezTo>
                  <a:cubicBezTo>
                    <a:pt x="165" y="1818"/>
                    <a:pt x="200" y="1912"/>
                    <a:pt x="210" y="1969"/>
                  </a:cubicBezTo>
                  <a:cubicBezTo>
                    <a:pt x="220" y="2025"/>
                    <a:pt x="224" y="2054"/>
                    <a:pt x="227" y="2091"/>
                  </a:cubicBezTo>
                  <a:cubicBezTo>
                    <a:pt x="229" y="2128"/>
                    <a:pt x="204" y="2303"/>
                    <a:pt x="232" y="2404"/>
                  </a:cubicBezTo>
                  <a:cubicBezTo>
                    <a:pt x="259" y="2505"/>
                    <a:pt x="271" y="2569"/>
                    <a:pt x="276" y="2594"/>
                  </a:cubicBezTo>
                  <a:cubicBezTo>
                    <a:pt x="288" y="2648"/>
                    <a:pt x="277" y="2654"/>
                    <a:pt x="282" y="2681"/>
                  </a:cubicBezTo>
                  <a:cubicBezTo>
                    <a:pt x="287" y="2708"/>
                    <a:pt x="288" y="2705"/>
                    <a:pt x="274" y="2731"/>
                  </a:cubicBezTo>
                  <a:cubicBezTo>
                    <a:pt x="261" y="2748"/>
                    <a:pt x="241" y="2785"/>
                    <a:pt x="234" y="2793"/>
                  </a:cubicBezTo>
                  <a:cubicBezTo>
                    <a:pt x="228" y="2802"/>
                    <a:pt x="231" y="2810"/>
                    <a:pt x="234" y="2815"/>
                  </a:cubicBezTo>
                  <a:cubicBezTo>
                    <a:pt x="229" y="2828"/>
                    <a:pt x="244" y="2835"/>
                    <a:pt x="249" y="2835"/>
                  </a:cubicBezTo>
                  <a:cubicBezTo>
                    <a:pt x="247" y="2850"/>
                    <a:pt x="275" y="2848"/>
                    <a:pt x="281" y="2842"/>
                  </a:cubicBezTo>
                  <a:cubicBezTo>
                    <a:pt x="289" y="2850"/>
                    <a:pt x="310" y="2850"/>
                    <a:pt x="318" y="2840"/>
                  </a:cubicBezTo>
                  <a:cubicBezTo>
                    <a:pt x="331" y="2851"/>
                    <a:pt x="354" y="2851"/>
                    <a:pt x="369" y="2837"/>
                  </a:cubicBezTo>
                  <a:cubicBezTo>
                    <a:pt x="384" y="2822"/>
                    <a:pt x="385" y="2807"/>
                    <a:pt x="384" y="2792"/>
                  </a:cubicBezTo>
                  <a:cubicBezTo>
                    <a:pt x="382" y="2778"/>
                    <a:pt x="385" y="2773"/>
                    <a:pt x="389" y="2755"/>
                  </a:cubicBezTo>
                  <a:cubicBezTo>
                    <a:pt x="392" y="2736"/>
                    <a:pt x="394" y="2722"/>
                    <a:pt x="388" y="2709"/>
                  </a:cubicBezTo>
                  <a:cubicBezTo>
                    <a:pt x="381" y="2696"/>
                    <a:pt x="381" y="2690"/>
                    <a:pt x="381" y="2677"/>
                  </a:cubicBezTo>
                  <a:cubicBezTo>
                    <a:pt x="381" y="2664"/>
                    <a:pt x="385" y="2644"/>
                    <a:pt x="377" y="2628"/>
                  </a:cubicBezTo>
                  <a:cubicBezTo>
                    <a:pt x="369" y="2611"/>
                    <a:pt x="359" y="2572"/>
                    <a:pt x="361" y="2529"/>
                  </a:cubicBezTo>
                  <a:cubicBezTo>
                    <a:pt x="362" y="2486"/>
                    <a:pt x="394" y="2247"/>
                    <a:pt x="381" y="2165"/>
                  </a:cubicBezTo>
                  <a:cubicBezTo>
                    <a:pt x="367" y="2083"/>
                    <a:pt x="372" y="2066"/>
                    <a:pt x="376" y="2038"/>
                  </a:cubicBezTo>
                  <a:cubicBezTo>
                    <a:pt x="379" y="2010"/>
                    <a:pt x="387" y="1965"/>
                    <a:pt x="380" y="1906"/>
                  </a:cubicBezTo>
                  <a:cubicBezTo>
                    <a:pt x="377" y="1883"/>
                    <a:pt x="378" y="1788"/>
                    <a:pt x="378" y="1691"/>
                  </a:cubicBezTo>
                  <a:cubicBezTo>
                    <a:pt x="379" y="1629"/>
                    <a:pt x="396" y="1546"/>
                    <a:pt x="379" y="1530"/>
                  </a:cubicBezTo>
                  <a:cubicBezTo>
                    <a:pt x="380" y="1529"/>
                    <a:pt x="380" y="1529"/>
                    <a:pt x="380" y="1529"/>
                  </a:cubicBezTo>
                  <a:cubicBezTo>
                    <a:pt x="384" y="1530"/>
                    <a:pt x="388" y="1531"/>
                    <a:pt x="392" y="1531"/>
                  </a:cubicBezTo>
                  <a:cubicBezTo>
                    <a:pt x="393" y="1531"/>
                    <a:pt x="393" y="1531"/>
                    <a:pt x="393" y="1531"/>
                  </a:cubicBezTo>
                  <a:cubicBezTo>
                    <a:pt x="398" y="1531"/>
                    <a:pt x="404" y="1530"/>
                    <a:pt x="409" y="1528"/>
                  </a:cubicBezTo>
                  <a:cubicBezTo>
                    <a:pt x="408" y="1530"/>
                    <a:pt x="408" y="1530"/>
                    <a:pt x="408" y="1530"/>
                  </a:cubicBezTo>
                  <a:cubicBezTo>
                    <a:pt x="392" y="1546"/>
                    <a:pt x="409" y="1629"/>
                    <a:pt x="409" y="1691"/>
                  </a:cubicBezTo>
                  <a:cubicBezTo>
                    <a:pt x="410" y="1788"/>
                    <a:pt x="411" y="1883"/>
                    <a:pt x="408" y="1906"/>
                  </a:cubicBezTo>
                  <a:cubicBezTo>
                    <a:pt x="401" y="1965"/>
                    <a:pt x="409" y="2010"/>
                    <a:pt x="412" y="2038"/>
                  </a:cubicBezTo>
                  <a:cubicBezTo>
                    <a:pt x="415" y="2066"/>
                    <a:pt x="420" y="2083"/>
                    <a:pt x="407" y="2165"/>
                  </a:cubicBezTo>
                  <a:cubicBezTo>
                    <a:pt x="394" y="2247"/>
                    <a:pt x="425" y="2486"/>
                    <a:pt x="427" y="2529"/>
                  </a:cubicBezTo>
                  <a:cubicBezTo>
                    <a:pt x="429" y="2572"/>
                    <a:pt x="419" y="2611"/>
                    <a:pt x="410" y="2628"/>
                  </a:cubicBezTo>
                  <a:cubicBezTo>
                    <a:pt x="402" y="2644"/>
                    <a:pt x="407" y="2664"/>
                    <a:pt x="407" y="2677"/>
                  </a:cubicBezTo>
                  <a:cubicBezTo>
                    <a:pt x="407" y="2690"/>
                    <a:pt x="407" y="2696"/>
                    <a:pt x="400" y="2709"/>
                  </a:cubicBezTo>
                  <a:cubicBezTo>
                    <a:pt x="393" y="2722"/>
                    <a:pt x="396" y="2736"/>
                    <a:pt x="399" y="2755"/>
                  </a:cubicBezTo>
                  <a:cubicBezTo>
                    <a:pt x="402" y="2773"/>
                    <a:pt x="405" y="2778"/>
                    <a:pt x="404" y="2792"/>
                  </a:cubicBezTo>
                  <a:cubicBezTo>
                    <a:pt x="402" y="2807"/>
                    <a:pt x="404" y="2822"/>
                    <a:pt x="419" y="2837"/>
                  </a:cubicBezTo>
                  <a:cubicBezTo>
                    <a:pt x="433" y="2851"/>
                    <a:pt x="457" y="2851"/>
                    <a:pt x="470" y="2840"/>
                  </a:cubicBezTo>
                  <a:cubicBezTo>
                    <a:pt x="478" y="2850"/>
                    <a:pt x="499" y="2850"/>
                    <a:pt x="506" y="2842"/>
                  </a:cubicBezTo>
                  <a:cubicBezTo>
                    <a:pt x="513" y="2848"/>
                    <a:pt x="540" y="2850"/>
                    <a:pt x="539" y="2835"/>
                  </a:cubicBezTo>
                  <a:cubicBezTo>
                    <a:pt x="544" y="2835"/>
                    <a:pt x="558" y="2828"/>
                    <a:pt x="553" y="2815"/>
                  </a:cubicBezTo>
                  <a:cubicBezTo>
                    <a:pt x="557" y="2810"/>
                    <a:pt x="560" y="2802"/>
                    <a:pt x="553" y="2793"/>
                  </a:cubicBezTo>
                  <a:cubicBezTo>
                    <a:pt x="547" y="2785"/>
                    <a:pt x="526" y="2748"/>
                    <a:pt x="514" y="2731"/>
                  </a:cubicBezTo>
                  <a:cubicBezTo>
                    <a:pt x="500" y="2705"/>
                    <a:pt x="501" y="2708"/>
                    <a:pt x="505" y="2681"/>
                  </a:cubicBezTo>
                  <a:cubicBezTo>
                    <a:pt x="510" y="2654"/>
                    <a:pt x="500" y="2648"/>
                    <a:pt x="512" y="2594"/>
                  </a:cubicBezTo>
                  <a:cubicBezTo>
                    <a:pt x="517" y="2569"/>
                    <a:pt x="529" y="2505"/>
                    <a:pt x="556" y="2404"/>
                  </a:cubicBezTo>
                  <a:cubicBezTo>
                    <a:pt x="583" y="2303"/>
                    <a:pt x="559" y="2128"/>
                    <a:pt x="561" y="2091"/>
                  </a:cubicBezTo>
                  <a:cubicBezTo>
                    <a:pt x="563" y="2054"/>
                    <a:pt x="568" y="2025"/>
                    <a:pt x="578" y="1969"/>
                  </a:cubicBezTo>
                  <a:cubicBezTo>
                    <a:pt x="587" y="1912"/>
                    <a:pt x="623" y="1818"/>
                    <a:pt x="640" y="1741"/>
                  </a:cubicBezTo>
                  <a:cubicBezTo>
                    <a:pt x="660" y="1655"/>
                    <a:pt x="658" y="1604"/>
                    <a:pt x="666" y="1527"/>
                  </a:cubicBezTo>
                  <a:cubicBezTo>
                    <a:pt x="677" y="1417"/>
                    <a:pt x="658" y="1354"/>
                    <a:pt x="646" y="1294"/>
                  </a:cubicBezTo>
                  <a:cubicBezTo>
                    <a:pt x="633" y="1217"/>
                    <a:pt x="608" y="1171"/>
                    <a:pt x="594" y="1143"/>
                  </a:cubicBezTo>
                  <a:cubicBezTo>
                    <a:pt x="579" y="1115"/>
                    <a:pt x="601" y="1057"/>
                    <a:pt x="602" y="1023"/>
                  </a:cubicBezTo>
                  <a:cubicBezTo>
                    <a:pt x="604" y="997"/>
                    <a:pt x="609" y="922"/>
                    <a:pt x="612" y="874"/>
                  </a:cubicBezTo>
                  <a:cubicBezTo>
                    <a:pt x="612" y="874"/>
                    <a:pt x="612" y="874"/>
                    <a:pt x="612" y="874"/>
                  </a:cubicBezTo>
                  <a:cubicBezTo>
                    <a:pt x="618" y="914"/>
                    <a:pt x="638" y="1004"/>
                    <a:pt x="641" y="1021"/>
                  </a:cubicBezTo>
                  <a:cubicBezTo>
                    <a:pt x="644" y="1038"/>
                    <a:pt x="635" y="1121"/>
                    <a:pt x="663" y="1217"/>
                  </a:cubicBezTo>
                  <a:cubicBezTo>
                    <a:pt x="678" y="1263"/>
                    <a:pt x="704" y="1424"/>
                    <a:pt x="699" y="1447"/>
                  </a:cubicBezTo>
                  <a:cubicBezTo>
                    <a:pt x="700" y="1456"/>
                    <a:pt x="697" y="1471"/>
                    <a:pt x="691" y="1487"/>
                  </a:cubicBezTo>
                  <a:cubicBezTo>
                    <a:pt x="683" y="1512"/>
                    <a:pt x="684" y="1548"/>
                    <a:pt x="685" y="1560"/>
                  </a:cubicBezTo>
                  <a:cubicBezTo>
                    <a:pt x="682" y="1575"/>
                    <a:pt x="676" y="1606"/>
                    <a:pt x="684" y="1608"/>
                  </a:cubicBezTo>
                  <a:cubicBezTo>
                    <a:pt x="680" y="1614"/>
                    <a:pt x="678" y="1614"/>
                    <a:pt x="680" y="1620"/>
                  </a:cubicBezTo>
                  <a:cubicBezTo>
                    <a:pt x="678" y="1625"/>
                    <a:pt x="678" y="1626"/>
                    <a:pt x="679" y="1629"/>
                  </a:cubicBezTo>
                  <a:cubicBezTo>
                    <a:pt x="682" y="1639"/>
                    <a:pt x="696" y="1630"/>
                    <a:pt x="691" y="1633"/>
                  </a:cubicBezTo>
                  <a:cubicBezTo>
                    <a:pt x="683" y="1637"/>
                    <a:pt x="676" y="1644"/>
                    <a:pt x="680" y="1655"/>
                  </a:cubicBezTo>
                  <a:cubicBezTo>
                    <a:pt x="682" y="1660"/>
                    <a:pt x="702" y="1649"/>
                    <a:pt x="713" y="1645"/>
                  </a:cubicBezTo>
                  <a:cubicBezTo>
                    <a:pt x="729" y="1640"/>
                    <a:pt x="748" y="1630"/>
                    <a:pt x="753" y="1621"/>
                  </a:cubicBezTo>
                  <a:cubicBezTo>
                    <a:pt x="758" y="1613"/>
                    <a:pt x="768" y="1598"/>
                    <a:pt x="771" y="1591"/>
                  </a:cubicBezTo>
                  <a:cubicBezTo>
                    <a:pt x="776" y="1582"/>
                    <a:pt x="775" y="1576"/>
                    <a:pt x="778" y="1569"/>
                  </a:cubicBezTo>
                  <a:cubicBezTo>
                    <a:pt x="781" y="1563"/>
                    <a:pt x="787" y="1555"/>
                    <a:pt x="784" y="1548"/>
                  </a:cubicBezTo>
                  <a:close/>
                  <a:moveTo>
                    <a:pt x="474" y="353"/>
                  </a:moveTo>
                  <a:cubicBezTo>
                    <a:pt x="473" y="354"/>
                    <a:pt x="472" y="355"/>
                    <a:pt x="470" y="357"/>
                  </a:cubicBezTo>
                  <a:cubicBezTo>
                    <a:pt x="472" y="355"/>
                    <a:pt x="473" y="354"/>
                    <a:pt x="474" y="353"/>
                  </a:cubicBezTo>
                  <a:close/>
                  <a:moveTo>
                    <a:pt x="317" y="357"/>
                  </a:moveTo>
                  <a:cubicBezTo>
                    <a:pt x="316" y="355"/>
                    <a:pt x="315" y="354"/>
                    <a:pt x="314" y="353"/>
                  </a:cubicBezTo>
                  <a:cubicBezTo>
                    <a:pt x="315" y="354"/>
                    <a:pt x="316" y="355"/>
                    <a:pt x="317" y="357"/>
                  </a:cubicBezTo>
                  <a:close/>
                </a:path>
              </a:pathLst>
            </a:custGeom>
            <a:solidFill>
              <a:srgbClr val="FF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65553" name="Freeform 17">
              <a:extLst>
                <a:ext uri="{FF2B5EF4-FFF2-40B4-BE49-F238E27FC236}">
                  <a16:creationId xmlns:a16="http://schemas.microsoft.com/office/drawing/2014/main" id="{CC4AA4CF-AAC2-4E69-B224-DE8113BCA04D}"/>
                </a:ext>
              </a:extLst>
            </p:cNvPr>
            <p:cNvSpPr>
              <a:spLocks/>
            </p:cNvSpPr>
            <p:nvPr/>
          </p:nvSpPr>
          <p:spPr bwMode="auto">
            <a:xfrm>
              <a:off x="863" y="1728"/>
              <a:ext cx="638" cy="2305"/>
            </a:xfrm>
            <a:custGeom>
              <a:avLst/>
              <a:gdLst>
                <a:gd name="T0" fmla="*/ 406 w 787"/>
                <a:gd name="T1" fmla="*/ 698 h 2851"/>
                <a:gd name="T2" fmla="*/ 388 w 787"/>
                <a:gd name="T3" fmla="*/ 478 h 2851"/>
                <a:gd name="T4" fmla="*/ 361 w 787"/>
                <a:gd name="T5" fmla="*/ 278 h 2851"/>
                <a:gd name="T6" fmla="*/ 307 w 787"/>
                <a:gd name="T7" fmla="*/ 253 h 2851"/>
                <a:gd name="T8" fmla="*/ 253 w 787"/>
                <a:gd name="T9" fmla="*/ 186 h 2851"/>
                <a:gd name="T10" fmla="*/ 265 w 787"/>
                <a:gd name="T11" fmla="*/ 157 h 2851"/>
                <a:gd name="T12" fmla="*/ 283 w 787"/>
                <a:gd name="T13" fmla="*/ 153 h 2851"/>
                <a:gd name="T14" fmla="*/ 297 w 787"/>
                <a:gd name="T15" fmla="*/ 137 h 2851"/>
                <a:gd name="T16" fmla="*/ 297 w 787"/>
                <a:gd name="T17" fmla="*/ 114 h 2851"/>
                <a:gd name="T18" fmla="*/ 294 w 787"/>
                <a:gd name="T19" fmla="*/ 99 h 2851"/>
                <a:gd name="T20" fmla="*/ 293 w 787"/>
                <a:gd name="T21" fmla="*/ 84 h 2851"/>
                <a:gd name="T22" fmla="*/ 251 w 787"/>
                <a:gd name="T23" fmla="*/ 12 h 2851"/>
                <a:gd name="T24" fmla="*/ 181 w 787"/>
                <a:gd name="T25" fmla="*/ 12 h 2851"/>
                <a:gd name="T26" fmla="*/ 125 w 787"/>
                <a:gd name="T27" fmla="*/ 63 h 2851"/>
                <a:gd name="T28" fmla="*/ 126 w 787"/>
                <a:gd name="T29" fmla="*/ 94 h 2851"/>
                <a:gd name="T30" fmla="*/ 120 w 787"/>
                <a:gd name="T31" fmla="*/ 125 h 2851"/>
                <a:gd name="T32" fmla="*/ 146 w 787"/>
                <a:gd name="T33" fmla="*/ 153 h 2851"/>
                <a:gd name="T34" fmla="*/ 159 w 787"/>
                <a:gd name="T35" fmla="*/ 171 h 2851"/>
                <a:gd name="T36" fmla="*/ 113 w 787"/>
                <a:gd name="T37" fmla="*/ 253 h 2851"/>
                <a:gd name="T38" fmla="*/ 58 w 787"/>
                <a:gd name="T39" fmla="*/ 278 h 2851"/>
                <a:gd name="T40" fmla="*/ 32 w 787"/>
                <a:gd name="T41" fmla="*/ 478 h 2851"/>
                <a:gd name="T42" fmla="*/ 14 w 787"/>
                <a:gd name="T43" fmla="*/ 698 h 2851"/>
                <a:gd name="T44" fmla="*/ 5 w 787"/>
                <a:gd name="T45" fmla="*/ 830 h 2851"/>
                <a:gd name="T46" fmla="*/ 40 w 787"/>
                <a:gd name="T47" fmla="*/ 869 h 2851"/>
                <a:gd name="T48" fmla="*/ 58 w 787"/>
                <a:gd name="T49" fmla="*/ 861 h 2851"/>
                <a:gd name="T50" fmla="*/ 54 w 787"/>
                <a:gd name="T51" fmla="*/ 825 h 2851"/>
                <a:gd name="T52" fmla="*/ 66 w 787"/>
                <a:gd name="T53" fmla="*/ 644 h 2851"/>
                <a:gd name="T54" fmla="*/ 94 w 787"/>
                <a:gd name="T55" fmla="*/ 462 h 2851"/>
                <a:gd name="T56" fmla="*/ 75 w 787"/>
                <a:gd name="T57" fmla="*/ 684 h 2851"/>
                <a:gd name="T58" fmla="*/ 112 w 787"/>
                <a:gd name="T59" fmla="*/ 1041 h 2851"/>
                <a:gd name="T60" fmla="*/ 148 w 787"/>
                <a:gd name="T61" fmla="*/ 1370 h 2851"/>
                <a:gd name="T62" fmla="*/ 125 w 787"/>
                <a:gd name="T63" fmla="*/ 1476 h 2851"/>
                <a:gd name="T64" fmla="*/ 150 w 787"/>
                <a:gd name="T65" fmla="*/ 1502 h 2851"/>
                <a:gd name="T66" fmla="*/ 204 w 787"/>
                <a:gd name="T67" fmla="*/ 1475 h 2851"/>
                <a:gd name="T68" fmla="*/ 203 w 787"/>
                <a:gd name="T69" fmla="*/ 1415 h 2851"/>
                <a:gd name="T70" fmla="*/ 203 w 787"/>
                <a:gd name="T71" fmla="*/ 1144 h 2851"/>
                <a:gd name="T72" fmla="*/ 201 w 787"/>
                <a:gd name="T73" fmla="*/ 893 h 2851"/>
                <a:gd name="T74" fmla="*/ 209 w 787"/>
                <a:gd name="T75" fmla="*/ 809 h 2851"/>
                <a:gd name="T76" fmla="*/ 217 w 787"/>
                <a:gd name="T77" fmla="*/ 808 h 2851"/>
                <a:gd name="T78" fmla="*/ 220 w 787"/>
                <a:gd name="T79" fmla="*/ 1077 h 2851"/>
                <a:gd name="T80" fmla="*/ 218 w 787"/>
                <a:gd name="T81" fmla="*/ 1389 h 2851"/>
                <a:gd name="T82" fmla="*/ 212 w 787"/>
                <a:gd name="T83" fmla="*/ 1456 h 2851"/>
                <a:gd name="T84" fmla="*/ 250 w 787"/>
                <a:gd name="T85" fmla="*/ 1501 h 2851"/>
                <a:gd name="T86" fmla="*/ 294 w 787"/>
                <a:gd name="T87" fmla="*/ 1488 h 2851"/>
                <a:gd name="T88" fmla="*/ 269 w 787"/>
                <a:gd name="T89" fmla="*/ 1417 h 2851"/>
                <a:gd name="T90" fmla="*/ 299 w 787"/>
                <a:gd name="T91" fmla="*/ 1105 h 2851"/>
                <a:gd name="T92" fmla="*/ 355 w 787"/>
                <a:gd name="T93" fmla="*/ 807 h 2851"/>
                <a:gd name="T94" fmla="*/ 321 w 787"/>
                <a:gd name="T95" fmla="*/ 541 h 2851"/>
                <a:gd name="T96" fmla="*/ 342 w 787"/>
                <a:gd name="T97" fmla="*/ 539 h 2851"/>
                <a:gd name="T98" fmla="*/ 368 w 787"/>
                <a:gd name="T99" fmla="*/ 786 h 2851"/>
                <a:gd name="T100" fmla="*/ 362 w 787"/>
                <a:gd name="T101" fmla="*/ 856 h 2851"/>
                <a:gd name="T102" fmla="*/ 362 w 787"/>
                <a:gd name="T103" fmla="*/ 875 h 2851"/>
                <a:gd name="T104" fmla="*/ 411 w 787"/>
                <a:gd name="T105" fmla="*/ 841 h 2851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787" h="2851">
                  <a:moveTo>
                    <a:pt x="784" y="1548"/>
                  </a:moveTo>
                  <a:cubicBezTo>
                    <a:pt x="781" y="1542"/>
                    <a:pt x="776" y="1498"/>
                    <a:pt x="769" y="1473"/>
                  </a:cubicBezTo>
                  <a:cubicBezTo>
                    <a:pt x="764" y="1452"/>
                    <a:pt x="758" y="1362"/>
                    <a:pt x="762" y="1321"/>
                  </a:cubicBezTo>
                  <a:cubicBezTo>
                    <a:pt x="764" y="1289"/>
                    <a:pt x="762" y="1238"/>
                    <a:pt x="763" y="1216"/>
                  </a:cubicBezTo>
                  <a:cubicBezTo>
                    <a:pt x="764" y="1093"/>
                    <a:pt x="744" y="1031"/>
                    <a:pt x="740" y="1008"/>
                  </a:cubicBezTo>
                  <a:cubicBezTo>
                    <a:pt x="735" y="985"/>
                    <a:pt x="728" y="953"/>
                    <a:pt x="728" y="904"/>
                  </a:cubicBezTo>
                  <a:cubicBezTo>
                    <a:pt x="728" y="855"/>
                    <a:pt x="731" y="787"/>
                    <a:pt x="727" y="739"/>
                  </a:cubicBezTo>
                  <a:cubicBezTo>
                    <a:pt x="725" y="712"/>
                    <a:pt x="720" y="670"/>
                    <a:pt x="714" y="634"/>
                  </a:cubicBezTo>
                  <a:cubicBezTo>
                    <a:pt x="709" y="598"/>
                    <a:pt x="693" y="543"/>
                    <a:pt x="677" y="527"/>
                  </a:cubicBezTo>
                  <a:cubicBezTo>
                    <a:pt x="662" y="510"/>
                    <a:pt x="640" y="495"/>
                    <a:pt x="618" y="487"/>
                  </a:cubicBezTo>
                  <a:cubicBezTo>
                    <a:pt x="612" y="486"/>
                    <a:pt x="605" y="482"/>
                    <a:pt x="600" y="481"/>
                  </a:cubicBezTo>
                  <a:cubicBezTo>
                    <a:pt x="591" y="479"/>
                    <a:pt x="585" y="480"/>
                    <a:pt x="577" y="479"/>
                  </a:cubicBezTo>
                  <a:cubicBezTo>
                    <a:pt x="560" y="476"/>
                    <a:pt x="546" y="474"/>
                    <a:pt x="533" y="470"/>
                  </a:cubicBezTo>
                  <a:cubicBezTo>
                    <a:pt x="504" y="460"/>
                    <a:pt x="475" y="457"/>
                    <a:pt x="475" y="351"/>
                  </a:cubicBezTo>
                  <a:cubicBezTo>
                    <a:pt x="475" y="351"/>
                    <a:pt x="475" y="351"/>
                    <a:pt x="475" y="351"/>
                  </a:cubicBezTo>
                  <a:cubicBezTo>
                    <a:pt x="483" y="341"/>
                    <a:pt x="486" y="331"/>
                    <a:pt x="489" y="323"/>
                  </a:cubicBezTo>
                  <a:cubicBezTo>
                    <a:pt x="491" y="318"/>
                    <a:pt x="493" y="307"/>
                    <a:pt x="496" y="297"/>
                  </a:cubicBezTo>
                  <a:cubicBezTo>
                    <a:pt x="497" y="297"/>
                    <a:pt x="497" y="297"/>
                    <a:pt x="497" y="297"/>
                  </a:cubicBezTo>
                  <a:cubicBezTo>
                    <a:pt x="501" y="296"/>
                    <a:pt x="504" y="293"/>
                    <a:pt x="508" y="293"/>
                  </a:cubicBezTo>
                  <a:cubicBezTo>
                    <a:pt x="513" y="292"/>
                    <a:pt x="517" y="294"/>
                    <a:pt x="523" y="293"/>
                  </a:cubicBezTo>
                  <a:cubicBezTo>
                    <a:pt x="526" y="292"/>
                    <a:pt x="528" y="290"/>
                    <a:pt x="531" y="289"/>
                  </a:cubicBezTo>
                  <a:cubicBezTo>
                    <a:pt x="536" y="287"/>
                    <a:pt x="552" y="287"/>
                    <a:pt x="556" y="282"/>
                  </a:cubicBezTo>
                  <a:cubicBezTo>
                    <a:pt x="557" y="282"/>
                    <a:pt x="557" y="282"/>
                    <a:pt x="557" y="282"/>
                  </a:cubicBezTo>
                  <a:cubicBezTo>
                    <a:pt x="561" y="275"/>
                    <a:pt x="558" y="264"/>
                    <a:pt x="557" y="259"/>
                  </a:cubicBezTo>
                  <a:cubicBezTo>
                    <a:pt x="554" y="250"/>
                    <a:pt x="556" y="240"/>
                    <a:pt x="555" y="230"/>
                  </a:cubicBezTo>
                  <a:cubicBezTo>
                    <a:pt x="555" y="229"/>
                    <a:pt x="555" y="229"/>
                    <a:pt x="555" y="229"/>
                  </a:cubicBezTo>
                  <a:cubicBezTo>
                    <a:pt x="558" y="226"/>
                    <a:pt x="559" y="224"/>
                    <a:pt x="557" y="216"/>
                  </a:cubicBezTo>
                  <a:cubicBezTo>
                    <a:pt x="557" y="214"/>
                    <a:pt x="556" y="213"/>
                    <a:pt x="556" y="211"/>
                  </a:cubicBezTo>
                  <a:cubicBezTo>
                    <a:pt x="556" y="207"/>
                    <a:pt x="556" y="203"/>
                    <a:pt x="555" y="199"/>
                  </a:cubicBezTo>
                  <a:cubicBezTo>
                    <a:pt x="555" y="194"/>
                    <a:pt x="554" y="191"/>
                    <a:pt x="553" y="187"/>
                  </a:cubicBezTo>
                  <a:cubicBezTo>
                    <a:pt x="557" y="187"/>
                    <a:pt x="560" y="186"/>
                    <a:pt x="562" y="185"/>
                  </a:cubicBezTo>
                  <a:cubicBezTo>
                    <a:pt x="561" y="178"/>
                    <a:pt x="554" y="173"/>
                    <a:pt x="552" y="167"/>
                  </a:cubicBezTo>
                  <a:cubicBezTo>
                    <a:pt x="550" y="161"/>
                    <a:pt x="549" y="159"/>
                    <a:pt x="549" y="159"/>
                  </a:cubicBezTo>
                  <a:cubicBezTo>
                    <a:pt x="549" y="158"/>
                    <a:pt x="549" y="157"/>
                    <a:pt x="549" y="157"/>
                  </a:cubicBezTo>
                  <a:cubicBezTo>
                    <a:pt x="548" y="132"/>
                    <a:pt x="531" y="97"/>
                    <a:pt x="520" y="74"/>
                  </a:cubicBezTo>
                  <a:cubicBezTo>
                    <a:pt x="509" y="52"/>
                    <a:pt x="493" y="34"/>
                    <a:pt x="472" y="22"/>
                  </a:cubicBezTo>
                  <a:cubicBezTo>
                    <a:pt x="459" y="14"/>
                    <a:pt x="445" y="9"/>
                    <a:pt x="431" y="6"/>
                  </a:cubicBezTo>
                  <a:cubicBezTo>
                    <a:pt x="423" y="4"/>
                    <a:pt x="389" y="0"/>
                    <a:pt x="370" y="4"/>
                  </a:cubicBezTo>
                  <a:cubicBezTo>
                    <a:pt x="351" y="9"/>
                    <a:pt x="343" y="17"/>
                    <a:pt x="339" y="22"/>
                  </a:cubicBezTo>
                  <a:cubicBezTo>
                    <a:pt x="339" y="22"/>
                    <a:pt x="331" y="25"/>
                    <a:pt x="315" y="29"/>
                  </a:cubicBezTo>
                  <a:cubicBezTo>
                    <a:pt x="298" y="37"/>
                    <a:pt x="282" y="49"/>
                    <a:pt x="272" y="66"/>
                  </a:cubicBezTo>
                  <a:cubicBezTo>
                    <a:pt x="262" y="83"/>
                    <a:pt x="258" y="117"/>
                    <a:pt x="234" y="120"/>
                  </a:cubicBezTo>
                  <a:cubicBezTo>
                    <a:pt x="237" y="124"/>
                    <a:pt x="245" y="125"/>
                    <a:pt x="251" y="123"/>
                  </a:cubicBezTo>
                  <a:cubicBezTo>
                    <a:pt x="248" y="138"/>
                    <a:pt x="243" y="154"/>
                    <a:pt x="232" y="164"/>
                  </a:cubicBezTo>
                  <a:cubicBezTo>
                    <a:pt x="237" y="168"/>
                    <a:pt x="236" y="173"/>
                    <a:pt x="236" y="178"/>
                  </a:cubicBezTo>
                  <a:cubicBezTo>
                    <a:pt x="235" y="181"/>
                    <a:pt x="232" y="183"/>
                    <a:pt x="232" y="185"/>
                  </a:cubicBezTo>
                  <a:cubicBezTo>
                    <a:pt x="232" y="187"/>
                    <a:pt x="235" y="187"/>
                    <a:pt x="235" y="189"/>
                  </a:cubicBezTo>
                  <a:cubicBezTo>
                    <a:pt x="237" y="204"/>
                    <a:pt x="235" y="226"/>
                    <a:pt x="225" y="238"/>
                  </a:cubicBezTo>
                  <a:cubicBezTo>
                    <a:pt x="237" y="251"/>
                    <a:pt x="223" y="271"/>
                    <a:pt x="244" y="276"/>
                  </a:cubicBezTo>
                  <a:cubicBezTo>
                    <a:pt x="251" y="278"/>
                    <a:pt x="258" y="278"/>
                    <a:pt x="264" y="281"/>
                  </a:cubicBezTo>
                  <a:cubicBezTo>
                    <a:pt x="268" y="283"/>
                    <a:pt x="270" y="287"/>
                    <a:pt x="274" y="289"/>
                  </a:cubicBezTo>
                  <a:cubicBezTo>
                    <a:pt x="279" y="292"/>
                    <a:pt x="284" y="293"/>
                    <a:pt x="289" y="292"/>
                  </a:cubicBezTo>
                  <a:cubicBezTo>
                    <a:pt x="290" y="292"/>
                    <a:pt x="290" y="292"/>
                    <a:pt x="290" y="292"/>
                  </a:cubicBezTo>
                  <a:cubicBezTo>
                    <a:pt x="293" y="304"/>
                    <a:pt x="296" y="317"/>
                    <a:pt x="299" y="323"/>
                  </a:cubicBezTo>
                  <a:cubicBezTo>
                    <a:pt x="301" y="331"/>
                    <a:pt x="305" y="341"/>
                    <a:pt x="312" y="351"/>
                  </a:cubicBezTo>
                  <a:cubicBezTo>
                    <a:pt x="312" y="457"/>
                    <a:pt x="284" y="460"/>
                    <a:pt x="255" y="470"/>
                  </a:cubicBezTo>
                  <a:cubicBezTo>
                    <a:pt x="241" y="474"/>
                    <a:pt x="227" y="476"/>
                    <a:pt x="211" y="479"/>
                  </a:cubicBezTo>
                  <a:cubicBezTo>
                    <a:pt x="203" y="480"/>
                    <a:pt x="197" y="479"/>
                    <a:pt x="188" y="481"/>
                  </a:cubicBezTo>
                  <a:cubicBezTo>
                    <a:pt x="182" y="482"/>
                    <a:pt x="175" y="486"/>
                    <a:pt x="170" y="487"/>
                  </a:cubicBezTo>
                  <a:cubicBezTo>
                    <a:pt x="147" y="495"/>
                    <a:pt x="126" y="510"/>
                    <a:pt x="110" y="527"/>
                  </a:cubicBezTo>
                  <a:cubicBezTo>
                    <a:pt x="95" y="543"/>
                    <a:pt x="79" y="598"/>
                    <a:pt x="73" y="634"/>
                  </a:cubicBezTo>
                  <a:cubicBezTo>
                    <a:pt x="68" y="670"/>
                    <a:pt x="63" y="712"/>
                    <a:pt x="60" y="739"/>
                  </a:cubicBezTo>
                  <a:cubicBezTo>
                    <a:pt x="57" y="787"/>
                    <a:pt x="59" y="855"/>
                    <a:pt x="59" y="904"/>
                  </a:cubicBezTo>
                  <a:cubicBezTo>
                    <a:pt x="59" y="953"/>
                    <a:pt x="53" y="985"/>
                    <a:pt x="48" y="1008"/>
                  </a:cubicBezTo>
                  <a:cubicBezTo>
                    <a:pt x="43" y="1031"/>
                    <a:pt x="24" y="1093"/>
                    <a:pt x="25" y="1216"/>
                  </a:cubicBezTo>
                  <a:cubicBezTo>
                    <a:pt x="25" y="1238"/>
                    <a:pt x="24" y="1289"/>
                    <a:pt x="26" y="1321"/>
                  </a:cubicBezTo>
                  <a:cubicBezTo>
                    <a:pt x="30" y="1362"/>
                    <a:pt x="24" y="1452"/>
                    <a:pt x="19" y="1473"/>
                  </a:cubicBezTo>
                  <a:cubicBezTo>
                    <a:pt x="12" y="1498"/>
                    <a:pt x="6" y="1542"/>
                    <a:pt x="3" y="1548"/>
                  </a:cubicBezTo>
                  <a:cubicBezTo>
                    <a:pt x="0" y="1555"/>
                    <a:pt x="6" y="1563"/>
                    <a:pt x="10" y="1569"/>
                  </a:cubicBezTo>
                  <a:cubicBezTo>
                    <a:pt x="13" y="1576"/>
                    <a:pt x="12" y="1582"/>
                    <a:pt x="16" y="1591"/>
                  </a:cubicBezTo>
                  <a:cubicBezTo>
                    <a:pt x="19" y="1598"/>
                    <a:pt x="29" y="1613"/>
                    <a:pt x="34" y="1621"/>
                  </a:cubicBezTo>
                  <a:cubicBezTo>
                    <a:pt x="39" y="1630"/>
                    <a:pt x="59" y="1640"/>
                    <a:pt x="75" y="1645"/>
                  </a:cubicBezTo>
                  <a:cubicBezTo>
                    <a:pt x="86" y="1649"/>
                    <a:pt x="106" y="1660"/>
                    <a:pt x="108" y="1655"/>
                  </a:cubicBezTo>
                  <a:cubicBezTo>
                    <a:pt x="111" y="1644"/>
                    <a:pt x="104" y="1637"/>
                    <a:pt x="96" y="1633"/>
                  </a:cubicBezTo>
                  <a:cubicBezTo>
                    <a:pt x="91" y="1630"/>
                    <a:pt x="106" y="1639"/>
                    <a:pt x="109" y="1629"/>
                  </a:cubicBezTo>
                  <a:cubicBezTo>
                    <a:pt x="110" y="1626"/>
                    <a:pt x="110" y="1625"/>
                    <a:pt x="107" y="1620"/>
                  </a:cubicBezTo>
                  <a:cubicBezTo>
                    <a:pt x="109" y="1614"/>
                    <a:pt x="108" y="1614"/>
                    <a:pt x="104" y="1608"/>
                  </a:cubicBezTo>
                  <a:cubicBezTo>
                    <a:pt x="111" y="1606"/>
                    <a:pt x="106" y="1575"/>
                    <a:pt x="103" y="1560"/>
                  </a:cubicBezTo>
                  <a:cubicBezTo>
                    <a:pt x="104" y="1548"/>
                    <a:pt x="105" y="1512"/>
                    <a:pt x="96" y="1487"/>
                  </a:cubicBezTo>
                  <a:cubicBezTo>
                    <a:pt x="91" y="1471"/>
                    <a:pt x="88" y="1456"/>
                    <a:pt x="88" y="1447"/>
                  </a:cubicBezTo>
                  <a:cubicBezTo>
                    <a:pt x="84" y="1424"/>
                    <a:pt x="110" y="1263"/>
                    <a:pt x="124" y="1217"/>
                  </a:cubicBezTo>
                  <a:cubicBezTo>
                    <a:pt x="153" y="1121"/>
                    <a:pt x="144" y="1038"/>
                    <a:pt x="147" y="1021"/>
                  </a:cubicBezTo>
                  <a:cubicBezTo>
                    <a:pt x="150" y="1004"/>
                    <a:pt x="169" y="915"/>
                    <a:pt x="175" y="875"/>
                  </a:cubicBezTo>
                  <a:cubicBezTo>
                    <a:pt x="176" y="876"/>
                    <a:pt x="176" y="876"/>
                    <a:pt x="176" y="876"/>
                  </a:cubicBezTo>
                  <a:cubicBezTo>
                    <a:pt x="179" y="925"/>
                    <a:pt x="184" y="998"/>
                    <a:pt x="185" y="1023"/>
                  </a:cubicBezTo>
                  <a:cubicBezTo>
                    <a:pt x="187" y="1057"/>
                    <a:pt x="209" y="1115"/>
                    <a:pt x="194" y="1143"/>
                  </a:cubicBezTo>
                  <a:cubicBezTo>
                    <a:pt x="179" y="1171"/>
                    <a:pt x="154" y="1217"/>
                    <a:pt x="141" y="1294"/>
                  </a:cubicBezTo>
                  <a:cubicBezTo>
                    <a:pt x="129" y="1354"/>
                    <a:pt x="110" y="1417"/>
                    <a:pt x="122" y="1527"/>
                  </a:cubicBezTo>
                  <a:cubicBezTo>
                    <a:pt x="130" y="1604"/>
                    <a:pt x="128" y="1655"/>
                    <a:pt x="148" y="1741"/>
                  </a:cubicBezTo>
                  <a:cubicBezTo>
                    <a:pt x="165" y="1818"/>
                    <a:pt x="200" y="1912"/>
                    <a:pt x="210" y="1969"/>
                  </a:cubicBezTo>
                  <a:cubicBezTo>
                    <a:pt x="220" y="2025"/>
                    <a:pt x="224" y="2054"/>
                    <a:pt x="227" y="2091"/>
                  </a:cubicBezTo>
                  <a:cubicBezTo>
                    <a:pt x="229" y="2128"/>
                    <a:pt x="204" y="2303"/>
                    <a:pt x="232" y="2404"/>
                  </a:cubicBezTo>
                  <a:cubicBezTo>
                    <a:pt x="259" y="2505"/>
                    <a:pt x="271" y="2569"/>
                    <a:pt x="276" y="2594"/>
                  </a:cubicBezTo>
                  <a:cubicBezTo>
                    <a:pt x="288" y="2648"/>
                    <a:pt x="277" y="2654"/>
                    <a:pt x="282" y="2681"/>
                  </a:cubicBezTo>
                  <a:cubicBezTo>
                    <a:pt x="287" y="2708"/>
                    <a:pt x="288" y="2705"/>
                    <a:pt x="274" y="2731"/>
                  </a:cubicBezTo>
                  <a:cubicBezTo>
                    <a:pt x="261" y="2748"/>
                    <a:pt x="241" y="2785"/>
                    <a:pt x="234" y="2793"/>
                  </a:cubicBezTo>
                  <a:cubicBezTo>
                    <a:pt x="228" y="2802"/>
                    <a:pt x="231" y="2810"/>
                    <a:pt x="234" y="2815"/>
                  </a:cubicBezTo>
                  <a:cubicBezTo>
                    <a:pt x="229" y="2828"/>
                    <a:pt x="244" y="2835"/>
                    <a:pt x="249" y="2835"/>
                  </a:cubicBezTo>
                  <a:cubicBezTo>
                    <a:pt x="247" y="2850"/>
                    <a:pt x="275" y="2848"/>
                    <a:pt x="281" y="2842"/>
                  </a:cubicBezTo>
                  <a:cubicBezTo>
                    <a:pt x="289" y="2850"/>
                    <a:pt x="310" y="2850"/>
                    <a:pt x="318" y="2840"/>
                  </a:cubicBezTo>
                  <a:cubicBezTo>
                    <a:pt x="331" y="2851"/>
                    <a:pt x="354" y="2851"/>
                    <a:pt x="369" y="2837"/>
                  </a:cubicBezTo>
                  <a:cubicBezTo>
                    <a:pt x="384" y="2822"/>
                    <a:pt x="385" y="2807"/>
                    <a:pt x="384" y="2792"/>
                  </a:cubicBezTo>
                  <a:cubicBezTo>
                    <a:pt x="382" y="2778"/>
                    <a:pt x="385" y="2773"/>
                    <a:pt x="389" y="2755"/>
                  </a:cubicBezTo>
                  <a:cubicBezTo>
                    <a:pt x="392" y="2736"/>
                    <a:pt x="394" y="2722"/>
                    <a:pt x="388" y="2709"/>
                  </a:cubicBezTo>
                  <a:cubicBezTo>
                    <a:pt x="381" y="2696"/>
                    <a:pt x="381" y="2690"/>
                    <a:pt x="381" y="2677"/>
                  </a:cubicBezTo>
                  <a:cubicBezTo>
                    <a:pt x="381" y="2664"/>
                    <a:pt x="385" y="2644"/>
                    <a:pt x="377" y="2628"/>
                  </a:cubicBezTo>
                  <a:cubicBezTo>
                    <a:pt x="369" y="2611"/>
                    <a:pt x="359" y="2572"/>
                    <a:pt x="361" y="2529"/>
                  </a:cubicBezTo>
                  <a:cubicBezTo>
                    <a:pt x="362" y="2486"/>
                    <a:pt x="394" y="2247"/>
                    <a:pt x="381" y="2165"/>
                  </a:cubicBezTo>
                  <a:cubicBezTo>
                    <a:pt x="367" y="2083"/>
                    <a:pt x="372" y="2066"/>
                    <a:pt x="376" y="2038"/>
                  </a:cubicBezTo>
                  <a:cubicBezTo>
                    <a:pt x="379" y="2010"/>
                    <a:pt x="387" y="1965"/>
                    <a:pt x="380" y="1906"/>
                  </a:cubicBezTo>
                  <a:cubicBezTo>
                    <a:pt x="377" y="1883"/>
                    <a:pt x="378" y="1788"/>
                    <a:pt x="378" y="1691"/>
                  </a:cubicBezTo>
                  <a:cubicBezTo>
                    <a:pt x="379" y="1629"/>
                    <a:pt x="396" y="1546"/>
                    <a:pt x="379" y="1530"/>
                  </a:cubicBezTo>
                  <a:cubicBezTo>
                    <a:pt x="380" y="1529"/>
                    <a:pt x="380" y="1529"/>
                    <a:pt x="380" y="1529"/>
                  </a:cubicBezTo>
                  <a:cubicBezTo>
                    <a:pt x="384" y="1530"/>
                    <a:pt x="388" y="1531"/>
                    <a:pt x="392" y="1531"/>
                  </a:cubicBezTo>
                  <a:cubicBezTo>
                    <a:pt x="393" y="1531"/>
                    <a:pt x="393" y="1531"/>
                    <a:pt x="393" y="1531"/>
                  </a:cubicBezTo>
                  <a:cubicBezTo>
                    <a:pt x="398" y="1531"/>
                    <a:pt x="404" y="1530"/>
                    <a:pt x="409" y="1528"/>
                  </a:cubicBezTo>
                  <a:cubicBezTo>
                    <a:pt x="408" y="1530"/>
                    <a:pt x="408" y="1530"/>
                    <a:pt x="408" y="1530"/>
                  </a:cubicBezTo>
                  <a:cubicBezTo>
                    <a:pt x="392" y="1546"/>
                    <a:pt x="409" y="1629"/>
                    <a:pt x="409" y="1691"/>
                  </a:cubicBezTo>
                  <a:cubicBezTo>
                    <a:pt x="410" y="1788"/>
                    <a:pt x="411" y="1883"/>
                    <a:pt x="408" y="1906"/>
                  </a:cubicBezTo>
                  <a:cubicBezTo>
                    <a:pt x="401" y="1965"/>
                    <a:pt x="409" y="2010"/>
                    <a:pt x="412" y="2038"/>
                  </a:cubicBezTo>
                  <a:cubicBezTo>
                    <a:pt x="415" y="2066"/>
                    <a:pt x="420" y="2083"/>
                    <a:pt x="407" y="2165"/>
                  </a:cubicBezTo>
                  <a:cubicBezTo>
                    <a:pt x="394" y="2247"/>
                    <a:pt x="425" y="2486"/>
                    <a:pt x="427" y="2529"/>
                  </a:cubicBezTo>
                  <a:cubicBezTo>
                    <a:pt x="429" y="2572"/>
                    <a:pt x="419" y="2611"/>
                    <a:pt x="410" y="2628"/>
                  </a:cubicBezTo>
                  <a:cubicBezTo>
                    <a:pt x="402" y="2644"/>
                    <a:pt x="407" y="2664"/>
                    <a:pt x="407" y="2677"/>
                  </a:cubicBezTo>
                  <a:cubicBezTo>
                    <a:pt x="407" y="2690"/>
                    <a:pt x="407" y="2696"/>
                    <a:pt x="400" y="2709"/>
                  </a:cubicBezTo>
                  <a:cubicBezTo>
                    <a:pt x="393" y="2722"/>
                    <a:pt x="396" y="2736"/>
                    <a:pt x="399" y="2755"/>
                  </a:cubicBezTo>
                  <a:cubicBezTo>
                    <a:pt x="402" y="2773"/>
                    <a:pt x="405" y="2778"/>
                    <a:pt x="404" y="2792"/>
                  </a:cubicBezTo>
                  <a:cubicBezTo>
                    <a:pt x="402" y="2807"/>
                    <a:pt x="404" y="2822"/>
                    <a:pt x="419" y="2837"/>
                  </a:cubicBezTo>
                  <a:cubicBezTo>
                    <a:pt x="433" y="2851"/>
                    <a:pt x="457" y="2851"/>
                    <a:pt x="470" y="2840"/>
                  </a:cubicBezTo>
                  <a:cubicBezTo>
                    <a:pt x="478" y="2850"/>
                    <a:pt x="499" y="2850"/>
                    <a:pt x="506" y="2842"/>
                  </a:cubicBezTo>
                  <a:cubicBezTo>
                    <a:pt x="513" y="2848"/>
                    <a:pt x="540" y="2850"/>
                    <a:pt x="539" y="2835"/>
                  </a:cubicBezTo>
                  <a:cubicBezTo>
                    <a:pt x="544" y="2835"/>
                    <a:pt x="558" y="2828"/>
                    <a:pt x="553" y="2815"/>
                  </a:cubicBezTo>
                  <a:cubicBezTo>
                    <a:pt x="557" y="2810"/>
                    <a:pt x="560" y="2802"/>
                    <a:pt x="553" y="2793"/>
                  </a:cubicBezTo>
                  <a:cubicBezTo>
                    <a:pt x="547" y="2785"/>
                    <a:pt x="526" y="2748"/>
                    <a:pt x="514" y="2731"/>
                  </a:cubicBezTo>
                  <a:cubicBezTo>
                    <a:pt x="500" y="2705"/>
                    <a:pt x="501" y="2708"/>
                    <a:pt x="505" y="2681"/>
                  </a:cubicBezTo>
                  <a:cubicBezTo>
                    <a:pt x="510" y="2654"/>
                    <a:pt x="500" y="2648"/>
                    <a:pt x="512" y="2594"/>
                  </a:cubicBezTo>
                  <a:cubicBezTo>
                    <a:pt x="517" y="2569"/>
                    <a:pt x="529" y="2505"/>
                    <a:pt x="556" y="2404"/>
                  </a:cubicBezTo>
                  <a:cubicBezTo>
                    <a:pt x="583" y="2303"/>
                    <a:pt x="559" y="2128"/>
                    <a:pt x="561" y="2091"/>
                  </a:cubicBezTo>
                  <a:cubicBezTo>
                    <a:pt x="563" y="2054"/>
                    <a:pt x="568" y="2025"/>
                    <a:pt x="578" y="1969"/>
                  </a:cubicBezTo>
                  <a:cubicBezTo>
                    <a:pt x="587" y="1912"/>
                    <a:pt x="623" y="1818"/>
                    <a:pt x="640" y="1741"/>
                  </a:cubicBezTo>
                  <a:cubicBezTo>
                    <a:pt x="660" y="1655"/>
                    <a:pt x="658" y="1604"/>
                    <a:pt x="666" y="1527"/>
                  </a:cubicBezTo>
                  <a:cubicBezTo>
                    <a:pt x="677" y="1417"/>
                    <a:pt x="658" y="1354"/>
                    <a:pt x="646" y="1294"/>
                  </a:cubicBezTo>
                  <a:cubicBezTo>
                    <a:pt x="633" y="1217"/>
                    <a:pt x="608" y="1171"/>
                    <a:pt x="594" y="1143"/>
                  </a:cubicBezTo>
                  <a:cubicBezTo>
                    <a:pt x="579" y="1115"/>
                    <a:pt x="601" y="1057"/>
                    <a:pt x="602" y="1023"/>
                  </a:cubicBezTo>
                  <a:cubicBezTo>
                    <a:pt x="604" y="997"/>
                    <a:pt x="609" y="922"/>
                    <a:pt x="612" y="874"/>
                  </a:cubicBezTo>
                  <a:cubicBezTo>
                    <a:pt x="612" y="874"/>
                    <a:pt x="612" y="874"/>
                    <a:pt x="612" y="874"/>
                  </a:cubicBezTo>
                  <a:cubicBezTo>
                    <a:pt x="618" y="914"/>
                    <a:pt x="638" y="1004"/>
                    <a:pt x="641" y="1021"/>
                  </a:cubicBezTo>
                  <a:cubicBezTo>
                    <a:pt x="644" y="1038"/>
                    <a:pt x="635" y="1121"/>
                    <a:pt x="663" y="1217"/>
                  </a:cubicBezTo>
                  <a:cubicBezTo>
                    <a:pt x="678" y="1263"/>
                    <a:pt x="704" y="1424"/>
                    <a:pt x="699" y="1447"/>
                  </a:cubicBezTo>
                  <a:cubicBezTo>
                    <a:pt x="700" y="1456"/>
                    <a:pt x="697" y="1471"/>
                    <a:pt x="691" y="1487"/>
                  </a:cubicBezTo>
                  <a:cubicBezTo>
                    <a:pt x="683" y="1512"/>
                    <a:pt x="684" y="1548"/>
                    <a:pt x="685" y="1560"/>
                  </a:cubicBezTo>
                  <a:cubicBezTo>
                    <a:pt x="682" y="1575"/>
                    <a:pt x="676" y="1606"/>
                    <a:pt x="684" y="1608"/>
                  </a:cubicBezTo>
                  <a:cubicBezTo>
                    <a:pt x="680" y="1614"/>
                    <a:pt x="678" y="1614"/>
                    <a:pt x="680" y="1620"/>
                  </a:cubicBezTo>
                  <a:cubicBezTo>
                    <a:pt x="678" y="1625"/>
                    <a:pt x="678" y="1626"/>
                    <a:pt x="679" y="1629"/>
                  </a:cubicBezTo>
                  <a:cubicBezTo>
                    <a:pt x="682" y="1639"/>
                    <a:pt x="696" y="1630"/>
                    <a:pt x="691" y="1633"/>
                  </a:cubicBezTo>
                  <a:cubicBezTo>
                    <a:pt x="683" y="1637"/>
                    <a:pt x="676" y="1644"/>
                    <a:pt x="680" y="1655"/>
                  </a:cubicBezTo>
                  <a:cubicBezTo>
                    <a:pt x="682" y="1660"/>
                    <a:pt x="702" y="1649"/>
                    <a:pt x="713" y="1645"/>
                  </a:cubicBezTo>
                  <a:cubicBezTo>
                    <a:pt x="729" y="1640"/>
                    <a:pt x="748" y="1630"/>
                    <a:pt x="753" y="1621"/>
                  </a:cubicBezTo>
                  <a:cubicBezTo>
                    <a:pt x="758" y="1613"/>
                    <a:pt x="768" y="1598"/>
                    <a:pt x="771" y="1591"/>
                  </a:cubicBezTo>
                  <a:cubicBezTo>
                    <a:pt x="776" y="1582"/>
                    <a:pt x="775" y="1576"/>
                    <a:pt x="778" y="1569"/>
                  </a:cubicBezTo>
                  <a:cubicBezTo>
                    <a:pt x="781" y="1563"/>
                    <a:pt x="787" y="1555"/>
                    <a:pt x="784" y="1548"/>
                  </a:cubicBezTo>
                  <a:close/>
                </a:path>
              </a:pathLst>
            </a:custGeom>
            <a:solidFill>
              <a:srgbClr val="FFCCCC"/>
            </a:solidFill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fr-FR"/>
            </a:p>
          </p:txBody>
        </p:sp>
      </p:grpSp>
      <p:grpSp>
        <p:nvGrpSpPr>
          <p:cNvPr id="65543" name="adult-female-standing-full-body">
            <a:extLst>
              <a:ext uri="{FF2B5EF4-FFF2-40B4-BE49-F238E27FC236}">
                <a16:creationId xmlns:a16="http://schemas.microsoft.com/office/drawing/2014/main" id="{8E8D0D6E-7EC7-419E-B0A8-29B67CF478A4}"/>
              </a:ext>
            </a:extLst>
          </p:cNvPr>
          <p:cNvGrpSpPr>
            <a:grpSpLocks/>
          </p:cNvGrpSpPr>
          <p:nvPr/>
        </p:nvGrpSpPr>
        <p:grpSpPr bwMode="auto">
          <a:xfrm>
            <a:off x="6324600" y="2057400"/>
            <a:ext cx="993775" cy="3568700"/>
            <a:chOff x="3456" y="1705"/>
            <a:chExt cx="649" cy="2329"/>
          </a:xfrm>
        </p:grpSpPr>
        <p:sp>
          <p:nvSpPr>
            <p:cNvPr id="65550" name="Freeform 19">
              <a:extLst>
                <a:ext uri="{FF2B5EF4-FFF2-40B4-BE49-F238E27FC236}">
                  <a16:creationId xmlns:a16="http://schemas.microsoft.com/office/drawing/2014/main" id="{60723614-1C4D-448B-952C-C2B6EDF76FC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456" y="1705"/>
              <a:ext cx="649" cy="2329"/>
            </a:xfrm>
            <a:custGeom>
              <a:avLst/>
              <a:gdLst>
                <a:gd name="T0" fmla="*/ 384 w 829"/>
                <a:gd name="T1" fmla="*/ 653 h 2980"/>
                <a:gd name="T2" fmla="*/ 368 w 829"/>
                <a:gd name="T3" fmla="*/ 443 h 2980"/>
                <a:gd name="T4" fmla="*/ 341 w 829"/>
                <a:gd name="T5" fmla="*/ 257 h 2980"/>
                <a:gd name="T6" fmla="*/ 291 w 829"/>
                <a:gd name="T7" fmla="*/ 231 h 2980"/>
                <a:gd name="T8" fmla="*/ 240 w 829"/>
                <a:gd name="T9" fmla="*/ 183 h 2980"/>
                <a:gd name="T10" fmla="*/ 277 w 829"/>
                <a:gd name="T11" fmla="*/ 168 h 2980"/>
                <a:gd name="T12" fmla="*/ 263 w 829"/>
                <a:gd name="T13" fmla="*/ 157 h 2980"/>
                <a:gd name="T14" fmla="*/ 136 w 829"/>
                <a:gd name="T15" fmla="*/ 43 h 2980"/>
                <a:gd name="T16" fmla="*/ 129 w 829"/>
                <a:gd name="T17" fmla="*/ 163 h 2980"/>
                <a:gd name="T18" fmla="*/ 138 w 829"/>
                <a:gd name="T19" fmla="*/ 184 h 2980"/>
                <a:gd name="T20" fmla="*/ 128 w 829"/>
                <a:gd name="T21" fmla="*/ 225 h 2980"/>
                <a:gd name="T22" fmla="*/ 86 w 829"/>
                <a:gd name="T23" fmla="*/ 238 h 2980"/>
                <a:gd name="T24" fmla="*/ 30 w 829"/>
                <a:gd name="T25" fmla="*/ 361 h 2980"/>
                <a:gd name="T26" fmla="*/ 13 w 829"/>
                <a:gd name="T27" fmla="*/ 600 h 2980"/>
                <a:gd name="T28" fmla="*/ 2 w 829"/>
                <a:gd name="T29" fmla="*/ 767 h 2980"/>
                <a:gd name="T30" fmla="*/ 17 w 829"/>
                <a:gd name="T31" fmla="*/ 804 h 2980"/>
                <a:gd name="T32" fmla="*/ 49 w 829"/>
                <a:gd name="T33" fmla="*/ 810 h 2980"/>
                <a:gd name="T34" fmla="*/ 52 w 829"/>
                <a:gd name="T35" fmla="*/ 798 h 2980"/>
                <a:gd name="T36" fmla="*/ 45 w 829"/>
                <a:gd name="T37" fmla="*/ 717 h 2980"/>
                <a:gd name="T38" fmla="*/ 88 w 829"/>
                <a:gd name="T39" fmla="*/ 429 h 2980"/>
                <a:gd name="T40" fmla="*/ 78 w 829"/>
                <a:gd name="T41" fmla="*/ 566 h 2980"/>
                <a:gd name="T42" fmla="*/ 74 w 829"/>
                <a:gd name="T43" fmla="*/ 864 h 2980"/>
                <a:gd name="T44" fmla="*/ 117 w 829"/>
                <a:gd name="T45" fmla="*/ 1197 h 2980"/>
                <a:gd name="T46" fmla="*/ 138 w 829"/>
                <a:gd name="T47" fmla="*/ 1362 h 2980"/>
                <a:gd name="T48" fmla="*/ 125 w 829"/>
                <a:gd name="T49" fmla="*/ 1414 h 2980"/>
                <a:gd name="T50" fmla="*/ 186 w 829"/>
                <a:gd name="T51" fmla="*/ 1415 h 2980"/>
                <a:gd name="T52" fmla="*/ 196 w 829"/>
                <a:gd name="T53" fmla="*/ 1351 h 2980"/>
                <a:gd name="T54" fmla="*/ 182 w 829"/>
                <a:gd name="T55" fmla="*/ 1260 h 2980"/>
                <a:gd name="T56" fmla="*/ 191 w 829"/>
                <a:gd name="T57" fmla="*/ 947 h 2980"/>
                <a:gd name="T58" fmla="*/ 191 w 829"/>
                <a:gd name="T59" fmla="*/ 757 h 2980"/>
                <a:gd name="T60" fmla="*/ 207 w 829"/>
                <a:gd name="T61" fmla="*/ 757 h 2980"/>
                <a:gd name="T62" fmla="*/ 206 w 829"/>
                <a:gd name="T63" fmla="*/ 947 h 2980"/>
                <a:gd name="T64" fmla="*/ 216 w 829"/>
                <a:gd name="T65" fmla="*/ 1260 h 2980"/>
                <a:gd name="T66" fmla="*/ 202 w 829"/>
                <a:gd name="T67" fmla="*/ 1351 h 2980"/>
                <a:gd name="T68" fmla="*/ 211 w 829"/>
                <a:gd name="T69" fmla="*/ 1415 h 2980"/>
                <a:gd name="T70" fmla="*/ 272 w 829"/>
                <a:gd name="T71" fmla="*/ 1414 h 2980"/>
                <a:gd name="T72" fmla="*/ 260 w 829"/>
                <a:gd name="T73" fmla="*/ 1362 h 2980"/>
                <a:gd name="T74" fmla="*/ 281 w 829"/>
                <a:gd name="T75" fmla="*/ 1197 h 2980"/>
                <a:gd name="T76" fmla="*/ 323 w 829"/>
                <a:gd name="T77" fmla="*/ 864 h 2980"/>
                <a:gd name="T78" fmla="*/ 320 w 829"/>
                <a:gd name="T79" fmla="*/ 560 h 2980"/>
                <a:gd name="T80" fmla="*/ 309 w 829"/>
                <a:gd name="T81" fmla="*/ 429 h 2980"/>
                <a:gd name="T82" fmla="*/ 353 w 829"/>
                <a:gd name="T83" fmla="*/ 717 h 2980"/>
                <a:gd name="T84" fmla="*/ 345 w 829"/>
                <a:gd name="T85" fmla="*/ 798 h 2980"/>
                <a:gd name="T86" fmla="*/ 349 w 829"/>
                <a:gd name="T87" fmla="*/ 810 h 2980"/>
                <a:gd name="T88" fmla="*/ 380 w 829"/>
                <a:gd name="T89" fmla="*/ 804 h 2980"/>
                <a:gd name="T90" fmla="*/ 396 w 829"/>
                <a:gd name="T91" fmla="*/ 767 h 2980"/>
                <a:gd name="T92" fmla="*/ 157 w 829"/>
                <a:gd name="T93" fmla="*/ 181 h 2980"/>
                <a:gd name="T94" fmla="*/ 241 w 829"/>
                <a:gd name="T95" fmla="*/ 163 h 2980"/>
                <a:gd name="T96" fmla="*/ 129 w 829"/>
                <a:gd name="T97" fmla="*/ 163 h 2980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829" h="2980">
                  <a:moveTo>
                    <a:pt x="825" y="1608"/>
                  </a:moveTo>
                  <a:cubicBezTo>
                    <a:pt x="822" y="1601"/>
                    <a:pt x="816" y="1555"/>
                    <a:pt x="809" y="1528"/>
                  </a:cubicBezTo>
                  <a:cubicBezTo>
                    <a:pt x="804" y="1506"/>
                    <a:pt x="798" y="1412"/>
                    <a:pt x="801" y="1369"/>
                  </a:cubicBezTo>
                  <a:cubicBezTo>
                    <a:pt x="804" y="1334"/>
                    <a:pt x="802" y="1281"/>
                    <a:pt x="803" y="1258"/>
                  </a:cubicBezTo>
                  <a:cubicBezTo>
                    <a:pt x="804" y="1129"/>
                    <a:pt x="783" y="1063"/>
                    <a:pt x="778" y="1039"/>
                  </a:cubicBezTo>
                  <a:cubicBezTo>
                    <a:pt x="773" y="1015"/>
                    <a:pt x="767" y="981"/>
                    <a:pt x="767" y="929"/>
                  </a:cubicBezTo>
                  <a:cubicBezTo>
                    <a:pt x="767" y="877"/>
                    <a:pt x="769" y="806"/>
                    <a:pt x="765" y="756"/>
                  </a:cubicBezTo>
                  <a:cubicBezTo>
                    <a:pt x="763" y="727"/>
                    <a:pt x="758" y="683"/>
                    <a:pt x="752" y="645"/>
                  </a:cubicBezTo>
                  <a:cubicBezTo>
                    <a:pt x="746" y="607"/>
                    <a:pt x="727" y="556"/>
                    <a:pt x="711" y="539"/>
                  </a:cubicBezTo>
                  <a:cubicBezTo>
                    <a:pt x="695" y="521"/>
                    <a:pt x="673" y="507"/>
                    <a:pt x="650" y="499"/>
                  </a:cubicBezTo>
                  <a:cubicBezTo>
                    <a:pt x="644" y="497"/>
                    <a:pt x="635" y="490"/>
                    <a:pt x="629" y="489"/>
                  </a:cubicBezTo>
                  <a:cubicBezTo>
                    <a:pt x="620" y="487"/>
                    <a:pt x="615" y="483"/>
                    <a:pt x="607" y="482"/>
                  </a:cubicBezTo>
                  <a:cubicBezTo>
                    <a:pt x="590" y="479"/>
                    <a:pt x="575" y="477"/>
                    <a:pt x="561" y="472"/>
                  </a:cubicBezTo>
                  <a:cubicBezTo>
                    <a:pt x="531" y="463"/>
                    <a:pt x="503" y="459"/>
                    <a:pt x="500" y="363"/>
                  </a:cubicBezTo>
                  <a:cubicBezTo>
                    <a:pt x="501" y="382"/>
                    <a:pt x="501" y="382"/>
                    <a:pt x="501" y="382"/>
                  </a:cubicBezTo>
                  <a:cubicBezTo>
                    <a:pt x="537" y="421"/>
                    <a:pt x="571" y="371"/>
                    <a:pt x="571" y="371"/>
                  </a:cubicBezTo>
                  <a:cubicBezTo>
                    <a:pt x="564" y="376"/>
                    <a:pt x="550" y="370"/>
                    <a:pt x="550" y="370"/>
                  </a:cubicBezTo>
                  <a:cubicBezTo>
                    <a:pt x="570" y="376"/>
                    <a:pt x="578" y="352"/>
                    <a:pt x="578" y="352"/>
                  </a:cubicBezTo>
                  <a:cubicBezTo>
                    <a:pt x="569" y="358"/>
                    <a:pt x="566" y="353"/>
                    <a:pt x="566" y="353"/>
                  </a:cubicBezTo>
                  <a:cubicBezTo>
                    <a:pt x="581" y="347"/>
                    <a:pt x="580" y="328"/>
                    <a:pt x="580" y="328"/>
                  </a:cubicBezTo>
                  <a:cubicBezTo>
                    <a:pt x="573" y="353"/>
                    <a:pt x="539" y="357"/>
                    <a:pt x="548" y="329"/>
                  </a:cubicBezTo>
                  <a:cubicBezTo>
                    <a:pt x="563" y="281"/>
                    <a:pt x="578" y="182"/>
                    <a:pt x="534" y="91"/>
                  </a:cubicBezTo>
                  <a:cubicBezTo>
                    <a:pt x="489" y="0"/>
                    <a:pt x="374" y="39"/>
                    <a:pt x="374" y="39"/>
                  </a:cubicBezTo>
                  <a:cubicBezTo>
                    <a:pt x="352" y="25"/>
                    <a:pt x="305" y="61"/>
                    <a:pt x="284" y="90"/>
                  </a:cubicBezTo>
                  <a:cubicBezTo>
                    <a:pt x="263" y="120"/>
                    <a:pt x="238" y="224"/>
                    <a:pt x="287" y="300"/>
                  </a:cubicBezTo>
                  <a:cubicBezTo>
                    <a:pt x="311" y="338"/>
                    <a:pt x="285" y="358"/>
                    <a:pt x="276" y="354"/>
                  </a:cubicBezTo>
                  <a:cubicBezTo>
                    <a:pt x="268" y="351"/>
                    <a:pt x="269" y="343"/>
                    <a:pt x="269" y="341"/>
                  </a:cubicBezTo>
                  <a:cubicBezTo>
                    <a:pt x="264" y="362"/>
                    <a:pt x="280" y="371"/>
                    <a:pt x="280" y="371"/>
                  </a:cubicBezTo>
                  <a:cubicBezTo>
                    <a:pt x="270" y="367"/>
                    <a:pt x="265" y="358"/>
                    <a:pt x="265" y="358"/>
                  </a:cubicBezTo>
                  <a:cubicBezTo>
                    <a:pt x="266" y="379"/>
                    <a:pt x="288" y="385"/>
                    <a:pt x="288" y="385"/>
                  </a:cubicBezTo>
                  <a:cubicBezTo>
                    <a:pt x="274" y="384"/>
                    <a:pt x="268" y="376"/>
                    <a:pt x="268" y="376"/>
                  </a:cubicBezTo>
                  <a:cubicBezTo>
                    <a:pt x="273" y="392"/>
                    <a:pt x="309" y="408"/>
                    <a:pt x="328" y="381"/>
                  </a:cubicBezTo>
                  <a:cubicBezTo>
                    <a:pt x="322" y="460"/>
                    <a:pt x="295" y="464"/>
                    <a:pt x="268" y="472"/>
                  </a:cubicBezTo>
                  <a:cubicBezTo>
                    <a:pt x="254" y="477"/>
                    <a:pt x="239" y="479"/>
                    <a:pt x="222" y="482"/>
                  </a:cubicBezTo>
                  <a:cubicBezTo>
                    <a:pt x="214" y="483"/>
                    <a:pt x="208" y="487"/>
                    <a:pt x="199" y="488"/>
                  </a:cubicBezTo>
                  <a:cubicBezTo>
                    <a:pt x="193" y="489"/>
                    <a:pt x="186" y="496"/>
                    <a:pt x="180" y="498"/>
                  </a:cubicBezTo>
                  <a:cubicBezTo>
                    <a:pt x="156" y="506"/>
                    <a:pt x="134" y="521"/>
                    <a:pt x="118" y="538"/>
                  </a:cubicBezTo>
                  <a:cubicBezTo>
                    <a:pt x="101" y="556"/>
                    <a:pt x="83" y="607"/>
                    <a:pt x="77" y="645"/>
                  </a:cubicBezTo>
                  <a:cubicBezTo>
                    <a:pt x="71" y="683"/>
                    <a:pt x="66" y="727"/>
                    <a:pt x="63" y="756"/>
                  </a:cubicBezTo>
                  <a:cubicBezTo>
                    <a:pt x="59" y="806"/>
                    <a:pt x="62" y="877"/>
                    <a:pt x="62" y="929"/>
                  </a:cubicBezTo>
                  <a:cubicBezTo>
                    <a:pt x="62" y="981"/>
                    <a:pt x="55" y="1015"/>
                    <a:pt x="50" y="1039"/>
                  </a:cubicBezTo>
                  <a:cubicBezTo>
                    <a:pt x="45" y="1063"/>
                    <a:pt x="25" y="1129"/>
                    <a:pt x="26" y="1258"/>
                  </a:cubicBezTo>
                  <a:cubicBezTo>
                    <a:pt x="26" y="1281"/>
                    <a:pt x="25" y="1334"/>
                    <a:pt x="27" y="1369"/>
                  </a:cubicBezTo>
                  <a:cubicBezTo>
                    <a:pt x="31" y="1412"/>
                    <a:pt x="25" y="1506"/>
                    <a:pt x="19" y="1528"/>
                  </a:cubicBezTo>
                  <a:cubicBezTo>
                    <a:pt x="13" y="1555"/>
                    <a:pt x="6" y="1601"/>
                    <a:pt x="3" y="1608"/>
                  </a:cubicBezTo>
                  <a:cubicBezTo>
                    <a:pt x="0" y="1614"/>
                    <a:pt x="6" y="1623"/>
                    <a:pt x="10" y="1630"/>
                  </a:cubicBezTo>
                  <a:cubicBezTo>
                    <a:pt x="13" y="1637"/>
                    <a:pt x="12" y="1643"/>
                    <a:pt x="17" y="1653"/>
                  </a:cubicBezTo>
                  <a:cubicBezTo>
                    <a:pt x="20" y="1660"/>
                    <a:pt x="31" y="1676"/>
                    <a:pt x="36" y="1685"/>
                  </a:cubicBezTo>
                  <a:cubicBezTo>
                    <a:pt x="41" y="1693"/>
                    <a:pt x="62" y="1704"/>
                    <a:pt x="79" y="1709"/>
                  </a:cubicBezTo>
                  <a:cubicBezTo>
                    <a:pt x="90" y="1714"/>
                    <a:pt x="111" y="1725"/>
                    <a:pt x="113" y="1720"/>
                  </a:cubicBezTo>
                  <a:cubicBezTo>
                    <a:pt x="117" y="1709"/>
                    <a:pt x="110" y="1701"/>
                    <a:pt x="101" y="1697"/>
                  </a:cubicBezTo>
                  <a:cubicBezTo>
                    <a:pt x="96" y="1694"/>
                    <a:pt x="111" y="1703"/>
                    <a:pt x="114" y="1693"/>
                  </a:cubicBezTo>
                  <a:cubicBezTo>
                    <a:pt x="115" y="1690"/>
                    <a:pt x="115" y="1688"/>
                    <a:pt x="113" y="1683"/>
                  </a:cubicBezTo>
                  <a:cubicBezTo>
                    <a:pt x="115" y="1677"/>
                    <a:pt x="113" y="1677"/>
                    <a:pt x="109" y="1671"/>
                  </a:cubicBezTo>
                  <a:cubicBezTo>
                    <a:pt x="117" y="1669"/>
                    <a:pt x="111" y="1636"/>
                    <a:pt x="108" y="1620"/>
                  </a:cubicBezTo>
                  <a:cubicBezTo>
                    <a:pt x="109" y="1608"/>
                    <a:pt x="110" y="1569"/>
                    <a:pt x="101" y="1543"/>
                  </a:cubicBezTo>
                  <a:cubicBezTo>
                    <a:pt x="95" y="1527"/>
                    <a:pt x="93" y="1511"/>
                    <a:pt x="93" y="1501"/>
                  </a:cubicBezTo>
                  <a:cubicBezTo>
                    <a:pt x="88" y="1477"/>
                    <a:pt x="115" y="1307"/>
                    <a:pt x="131" y="1259"/>
                  </a:cubicBezTo>
                  <a:cubicBezTo>
                    <a:pt x="161" y="1158"/>
                    <a:pt x="151" y="1071"/>
                    <a:pt x="154" y="1053"/>
                  </a:cubicBezTo>
                  <a:cubicBezTo>
                    <a:pt x="158" y="1035"/>
                    <a:pt x="178" y="941"/>
                    <a:pt x="184" y="899"/>
                  </a:cubicBezTo>
                  <a:cubicBezTo>
                    <a:pt x="185" y="900"/>
                    <a:pt x="185" y="900"/>
                    <a:pt x="185" y="900"/>
                  </a:cubicBezTo>
                  <a:cubicBezTo>
                    <a:pt x="188" y="951"/>
                    <a:pt x="183" y="1029"/>
                    <a:pt x="184" y="1055"/>
                  </a:cubicBezTo>
                  <a:cubicBezTo>
                    <a:pt x="186" y="1091"/>
                    <a:pt x="176" y="1157"/>
                    <a:pt x="161" y="1186"/>
                  </a:cubicBezTo>
                  <a:cubicBezTo>
                    <a:pt x="145" y="1215"/>
                    <a:pt x="138" y="1260"/>
                    <a:pt x="124" y="1341"/>
                  </a:cubicBezTo>
                  <a:cubicBezTo>
                    <a:pt x="111" y="1405"/>
                    <a:pt x="101" y="1472"/>
                    <a:pt x="112" y="1588"/>
                  </a:cubicBezTo>
                  <a:cubicBezTo>
                    <a:pt x="121" y="1669"/>
                    <a:pt x="135" y="1720"/>
                    <a:pt x="155" y="1810"/>
                  </a:cubicBezTo>
                  <a:cubicBezTo>
                    <a:pt x="174" y="1891"/>
                    <a:pt x="200" y="1998"/>
                    <a:pt x="211" y="2058"/>
                  </a:cubicBezTo>
                  <a:cubicBezTo>
                    <a:pt x="221" y="2118"/>
                    <a:pt x="236" y="2140"/>
                    <a:pt x="238" y="2179"/>
                  </a:cubicBezTo>
                  <a:cubicBezTo>
                    <a:pt x="241" y="2218"/>
                    <a:pt x="215" y="2402"/>
                    <a:pt x="244" y="2508"/>
                  </a:cubicBezTo>
                  <a:cubicBezTo>
                    <a:pt x="272" y="2615"/>
                    <a:pt x="285" y="2682"/>
                    <a:pt x="290" y="2708"/>
                  </a:cubicBezTo>
                  <a:cubicBezTo>
                    <a:pt x="303" y="2765"/>
                    <a:pt x="292" y="2771"/>
                    <a:pt x="297" y="2800"/>
                  </a:cubicBezTo>
                  <a:cubicBezTo>
                    <a:pt x="302" y="2828"/>
                    <a:pt x="303" y="2825"/>
                    <a:pt x="288" y="2853"/>
                  </a:cubicBezTo>
                  <a:cubicBezTo>
                    <a:pt x="275" y="2871"/>
                    <a:pt x="253" y="2910"/>
                    <a:pt x="246" y="2918"/>
                  </a:cubicBezTo>
                  <a:cubicBezTo>
                    <a:pt x="240" y="2927"/>
                    <a:pt x="243" y="2936"/>
                    <a:pt x="246" y="2941"/>
                  </a:cubicBezTo>
                  <a:cubicBezTo>
                    <a:pt x="241" y="2955"/>
                    <a:pt x="257" y="2962"/>
                    <a:pt x="262" y="2962"/>
                  </a:cubicBezTo>
                  <a:cubicBezTo>
                    <a:pt x="260" y="2978"/>
                    <a:pt x="289" y="2976"/>
                    <a:pt x="296" y="2969"/>
                  </a:cubicBezTo>
                  <a:cubicBezTo>
                    <a:pt x="304" y="2978"/>
                    <a:pt x="326" y="2978"/>
                    <a:pt x="334" y="2967"/>
                  </a:cubicBezTo>
                  <a:cubicBezTo>
                    <a:pt x="348" y="2980"/>
                    <a:pt x="373" y="2980"/>
                    <a:pt x="388" y="2964"/>
                  </a:cubicBezTo>
                  <a:cubicBezTo>
                    <a:pt x="404" y="2948"/>
                    <a:pt x="406" y="2933"/>
                    <a:pt x="404" y="2917"/>
                  </a:cubicBezTo>
                  <a:cubicBezTo>
                    <a:pt x="402" y="2902"/>
                    <a:pt x="406" y="2896"/>
                    <a:pt x="409" y="2877"/>
                  </a:cubicBezTo>
                  <a:cubicBezTo>
                    <a:pt x="412" y="2858"/>
                    <a:pt x="415" y="2843"/>
                    <a:pt x="408" y="2830"/>
                  </a:cubicBezTo>
                  <a:cubicBezTo>
                    <a:pt x="401" y="2816"/>
                    <a:pt x="400" y="2809"/>
                    <a:pt x="400" y="2796"/>
                  </a:cubicBezTo>
                  <a:cubicBezTo>
                    <a:pt x="400" y="2782"/>
                    <a:pt x="406" y="2761"/>
                    <a:pt x="397" y="2744"/>
                  </a:cubicBezTo>
                  <a:cubicBezTo>
                    <a:pt x="388" y="2726"/>
                    <a:pt x="378" y="2685"/>
                    <a:pt x="380" y="2640"/>
                  </a:cubicBezTo>
                  <a:cubicBezTo>
                    <a:pt x="381" y="2595"/>
                    <a:pt x="414" y="2343"/>
                    <a:pt x="400" y="2257"/>
                  </a:cubicBezTo>
                  <a:cubicBezTo>
                    <a:pt x="386" y="2170"/>
                    <a:pt x="392" y="2153"/>
                    <a:pt x="395" y="2123"/>
                  </a:cubicBezTo>
                  <a:cubicBezTo>
                    <a:pt x="399" y="2094"/>
                    <a:pt x="407" y="2046"/>
                    <a:pt x="399" y="1984"/>
                  </a:cubicBezTo>
                  <a:cubicBezTo>
                    <a:pt x="396" y="1960"/>
                    <a:pt x="407" y="1862"/>
                    <a:pt x="408" y="1760"/>
                  </a:cubicBezTo>
                  <a:cubicBezTo>
                    <a:pt x="409" y="1694"/>
                    <a:pt x="417" y="1606"/>
                    <a:pt x="399" y="1588"/>
                  </a:cubicBezTo>
                  <a:cubicBezTo>
                    <a:pt x="399" y="1587"/>
                    <a:pt x="399" y="1587"/>
                    <a:pt x="399" y="1587"/>
                  </a:cubicBezTo>
                  <a:cubicBezTo>
                    <a:pt x="404" y="1589"/>
                    <a:pt x="409" y="1590"/>
                    <a:pt x="413" y="1590"/>
                  </a:cubicBezTo>
                  <a:cubicBezTo>
                    <a:pt x="414" y="1590"/>
                    <a:pt x="414" y="1590"/>
                    <a:pt x="414" y="1590"/>
                  </a:cubicBezTo>
                  <a:cubicBezTo>
                    <a:pt x="419" y="1590"/>
                    <a:pt x="425" y="1588"/>
                    <a:pt x="431" y="1586"/>
                  </a:cubicBezTo>
                  <a:cubicBezTo>
                    <a:pt x="430" y="1588"/>
                    <a:pt x="430" y="1588"/>
                    <a:pt x="430" y="1588"/>
                  </a:cubicBezTo>
                  <a:cubicBezTo>
                    <a:pt x="412" y="1606"/>
                    <a:pt x="418" y="1694"/>
                    <a:pt x="418" y="1759"/>
                  </a:cubicBezTo>
                  <a:cubicBezTo>
                    <a:pt x="419" y="1861"/>
                    <a:pt x="432" y="1960"/>
                    <a:pt x="429" y="1984"/>
                  </a:cubicBezTo>
                  <a:cubicBezTo>
                    <a:pt x="421" y="2046"/>
                    <a:pt x="430" y="2094"/>
                    <a:pt x="434" y="2123"/>
                  </a:cubicBezTo>
                  <a:cubicBezTo>
                    <a:pt x="437" y="2153"/>
                    <a:pt x="442" y="2170"/>
                    <a:pt x="428" y="2257"/>
                  </a:cubicBezTo>
                  <a:cubicBezTo>
                    <a:pt x="414" y="2343"/>
                    <a:pt x="447" y="2595"/>
                    <a:pt x="449" y="2640"/>
                  </a:cubicBezTo>
                  <a:cubicBezTo>
                    <a:pt x="451" y="2685"/>
                    <a:pt x="440" y="2726"/>
                    <a:pt x="432" y="2744"/>
                  </a:cubicBezTo>
                  <a:cubicBezTo>
                    <a:pt x="423" y="2761"/>
                    <a:pt x="428" y="2782"/>
                    <a:pt x="428" y="2796"/>
                  </a:cubicBezTo>
                  <a:cubicBezTo>
                    <a:pt x="428" y="2809"/>
                    <a:pt x="428" y="2816"/>
                    <a:pt x="421" y="2830"/>
                  </a:cubicBezTo>
                  <a:cubicBezTo>
                    <a:pt x="414" y="2843"/>
                    <a:pt x="416" y="2858"/>
                    <a:pt x="420" y="2877"/>
                  </a:cubicBezTo>
                  <a:cubicBezTo>
                    <a:pt x="423" y="2896"/>
                    <a:pt x="427" y="2902"/>
                    <a:pt x="425" y="2917"/>
                  </a:cubicBezTo>
                  <a:cubicBezTo>
                    <a:pt x="423" y="2933"/>
                    <a:pt x="425" y="2948"/>
                    <a:pt x="440" y="2964"/>
                  </a:cubicBezTo>
                  <a:cubicBezTo>
                    <a:pt x="456" y="2980"/>
                    <a:pt x="480" y="2980"/>
                    <a:pt x="494" y="2967"/>
                  </a:cubicBezTo>
                  <a:cubicBezTo>
                    <a:pt x="503" y="2978"/>
                    <a:pt x="525" y="2978"/>
                    <a:pt x="533" y="2969"/>
                  </a:cubicBezTo>
                  <a:cubicBezTo>
                    <a:pt x="540" y="2976"/>
                    <a:pt x="569" y="2978"/>
                    <a:pt x="567" y="2962"/>
                  </a:cubicBezTo>
                  <a:cubicBezTo>
                    <a:pt x="572" y="2962"/>
                    <a:pt x="587" y="2955"/>
                    <a:pt x="582" y="2941"/>
                  </a:cubicBezTo>
                  <a:cubicBezTo>
                    <a:pt x="586" y="2936"/>
                    <a:pt x="589" y="2927"/>
                    <a:pt x="582" y="2918"/>
                  </a:cubicBezTo>
                  <a:cubicBezTo>
                    <a:pt x="575" y="2910"/>
                    <a:pt x="554" y="2871"/>
                    <a:pt x="541" y="2853"/>
                  </a:cubicBezTo>
                  <a:cubicBezTo>
                    <a:pt x="526" y="2825"/>
                    <a:pt x="527" y="2828"/>
                    <a:pt x="532" y="2800"/>
                  </a:cubicBezTo>
                  <a:cubicBezTo>
                    <a:pt x="537" y="2771"/>
                    <a:pt x="526" y="2765"/>
                    <a:pt x="538" y="2708"/>
                  </a:cubicBezTo>
                  <a:cubicBezTo>
                    <a:pt x="544" y="2682"/>
                    <a:pt x="557" y="2615"/>
                    <a:pt x="585" y="2508"/>
                  </a:cubicBezTo>
                  <a:cubicBezTo>
                    <a:pt x="614" y="2402"/>
                    <a:pt x="588" y="2218"/>
                    <a:pt x="590" y="2179"/>
                  </a:cubicBezTo>
                  <a:cubicBezTo>
                    <a:pt x="593" y="2140"/>
                    <a:pt x="610" y="2113"/>
                    <a:pt x="620" y="2054"/>
                  </a:cubicBezTo>
                  <a:cubicBezTo>
                    <a:pt x="630" y="1994"/>
                    <a:pt x="655" y="1891"/>
                    <a:pt x="674" y="1810"/>
                  </a:cubicBezTo>
                  <a:cubicBezTo>
                    <a:pt x="694" y="1720"/>
                    <a:pt x="710" y="1670"/>
                    <a:pt x="719" y="1589"/>
                  </a:cubicBezTo>
                  <a:cubicBezTo>
                    <a:pt x="730" y="1474"/>
                    <a:pt x="720" y="1404"/>
                    <a:pt x="708" y="1340"/>
                  </a:cubicBezTo>
                  <a:cubicBezTo>
                    <a:pt x="694" y="1259"/>
                    <a:pt x="682" y="1204"/>
                    <a:pt x="667" y="1175"/>
                  </a:cubicBezTo>
                  <a:cubicBezTo>
                    <a:pt x="651" y="1146"/>
                    <a:pt x="646" y="1089"/>
                    <a:pt x="648" y="1053"/>
                  </a:cubicBezTo>
                  <a:cubicBezTo>
                    <a:pt x="649" y="1026"/>
                    <a:pt x="641" y="949"/>
                    <a:pt x="644" y="898"/>
                  </a:cubicBezTo>
                  <a:cubicBezTo>
                    <a:pt x="644" y="898"/>
                    <a:pt x="644" y="898"/>
                    <a:pt x="644" y="898"/>
                  </a:cubicBezTo>
                  <a:cubicBezTo>
                    <a:pt x="650" y="940"/>
                    <a:pt x="671" y="1035"/>
                    <a:pt x="674" y="1053"/>
                  </a:cubicBezTo>
                  <a:cubicBezTo>
                    <a:pt x="678" y="1071"/>
                    <a:pt x="668" y="1158"/>
                    <a:pt x="698" y="1259"/>
                  </a:cubicBezTo>
                  <a:cubicBezTo>
                    <a:pt x="713" y="1307"/>
                    <a:pt x="740" y="1477"/>
                    <a:pt x="736" y="1501"/>
                  </a:cubicBezTo>
                  <a:cubicBezTo>
                    <a:pt x="736" y="1511"/>
                    <a:pt x="733" y="1527"/>
                    <a:pt x="728" y="1543"/>
                  </a:cubicBezTo>
                  <a:cubicBezTo>
                    <a:pt x="719" y="1569"/>
                    <a:pt x="720" y="1608"/>
                    <a:pt x="721" y="1620"/>
                  </a:cubicBezTo>
                  <a:cubicBezTo>
                    <a:pt x="717" y="1636"/>
                    <a:pt x="712" y="1669"/>
                    <a:pt x="719" y="1671"/>
                  </a:cubicBezTo>
                  <a:cubicBezTo>
                    <a:pt x="715" y="1677"/>
                    <a:pt x="714" y="1677"/>
                    <a:pt x="716" y="1683"/>
                  </a:cubicBezTo>
                  <a:cubicBezTo>
                    <a:pt x="713" y="1688"/>
                    <a:pt x="713" y="1690"/>
                    <a:pt x="714" y="1693"/>
                  </a:cubicBezTo>
                  <a:cubicBezTo>
                    <a:pt x="718" y="1703"/>
                    <a:pt x="733" y="1694"/>
                    <a:pt x="728" y="1697"/>
                  </a:cubicBezTo>
                  <a:cubicBezTo>
                    <a:pt x="719" y="1701"/>
                    <a:pt x="712" y="1709"/>
                    <a:pt x="716" y="1720"/>
                  </a:cubicBezTo>
                  <a:cubicBezTo>
                    <a:pt x="718" y="1725"/>
                    <a:pt x="739" y="1714"/>
                    <a:pt x="750" y="1709"/>
                  </a:cubicBezTo>
                  <a:cubicBezTo>
                    <a:pt x="767" y="1704"/>
                    <a:pt x="787" y="1693"/>
                    <a:pt x="793" y="1685"/>
                  </a:cubicBezTo>
                  <a:cubicBezTo>
                    <a:pt x="798" y="1676"/>
                    <a:pt x="809" y="1660"/>
                    <a:pt x="812" y="1653"/>
                  </a:cubicBezTo>
                  <a:cubicBezTo>
                    <a:pt x="816" y="1643"/>
                    <a:pt x="815" y="1637"/>
                    <a:pt x="819" y="1630"/>
                  </a:cubicBezTo>
                  <a:cubicBezTo>
                    <a:pt x="822" y="1623"/>
                    <a:pt x="829" y="1614"/>
                    <a:pt x="825" y="1608"/>
                  </a:cubicBezTo>
                  <a:close/>
                  <a:moveTo>
                    <a:pt x="328" y="377"/>
                  </a:moveTo>
                  <a:cubicBezTo>
                    <a:pt x="329" y="360"/>
                    <a:pt x="329" y="360"/>
                    <a:pt x="329" y="360"/>
                  </a:cubicBezTo>
                  <a:cubicBezTo>
                    <a:pt x="328" y="366"/>
                    <a:pt x="328" y="372"/>
                    <a:pt x="328" y="377"/>
                  </a:cubicBezTo>
                  <a:close/>
                  <a:moveTo>
                    <a:pt x="500" y="347"/>
                  </a:moveTo>
                  <a:cubicBezTo>
                    <a:pt x="500" y="347"/>
                    <a:pt x="500" y="347"/>
                    <a:pt x="500" y="347"/>
                  </a:cubicBezTo>
                  <a:cubicBezTo>
                    <a:pt x="501" y="346"/>
                    <a:pt x="502" y="344"/>
                    <a:pt x="503" y="343"/>
                  </a:cubicBezTo>
                  <a:cubicBezTo>
                    <a:pt x="502" y="345"/>
                    <a:pt x="501" y="347"/>
                    <a:pt x="500" y="348"/>
                  </a:cubicBezTo>
                  <a:cubicBezTo>
                    <a:pt x="500" y="348"/>
                    <a:pt x="500" y="348"/>
                    <a:pt x="500" y="347"/>
                  </a:cubicBezTo>
                  <a:close/>
                  <a:moveTo>
                    <a:pt x="269" y="341"/>
                  </a:moveTo>
                  <a:cubicBezTo>
                    <a:pt x="269" y="341"/>
                    <a:pt x="269" y="340"/>
                    <a:pt x="269" y="340"/>
                  </a:cubicBezTo>
                  <a:cubicBezTo>
                    <a:pt x="269" y="340"/>
                    <a:pt x="269" y="341"/>
                    <a:pt x="269" y="341"/>
                  </a:cubicBezTo>
                  <a:close/>
                </a:path>
              </a:pathLst>
            </a:custGeom>
            <a:solidFill>
              <a:srgbClr val="FF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65551" name="Freeform 20">
              <a:extLst>
                <a:ext uri="{FF2B5EF4-FFF2-40B4-BE49-F238E27FC236}">
                  <a16:creationId xmlns:a16="http://schemas.microsoft.com/office/drawing/2014/main" id="{A27E0A91-08CA-432B-8464-9E2CBB86AB5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456" y="1705"/>
              <a:ext cx="649" cy="2329"/>
            </a:xfrm>
            <a:custGeom>
              <a:avLst/>
              <a:gdLst>
                <a:gd name="T0" fmla="*/ 384 w 829"/>
                <a:gd name="T1" fmla="*/ 653 h 2980"/>
                <a:gd name="T2" fmla="*/ 368 w 829"/>
                <a:gd name="T3" fmla="*/ 443 h 2980"/>
                <a:gd name="T4" fmla="*/ 341 w 829"/>
                <a:gd name="T5" fmla="*/ 257 h 2980"/>
                <a:gd name="T6" fmla="*/ 291 w 829"/>
                <a:gd name="T7" fmla="*/ 231 h 2980"/>
                <a:gd name="T8" fmla="*/ 274 w 829"/>
                <a:gd name="T9" fmla="*/ 177 h 2980"/>
                <a:gd name="T10" fmla="*/ 272 w 829"/>
                <a:gd name="T11" fmla="*/ 169 h 2980"/>
                <a:gd name="T12" fmla="*/ 256 w 829"/>
                <a:gd name="T13" fmla="*/ 43 h 2980"/>
                <a:gd name="T14" fmla="*/ 138 w 829"/>
                <a:gd name="T15" fmla="*/ 143 h 2980"/>
                <a:gd name="T16" fmla="*/ 134 w 829"/>
                <a:gd name="T17" fmla="*/ 177 h 2980"/>
                <a:gd name="T18" fmla="*/ 128 w 829"/>
                <a:gd name="T19" fmla="*/ 180 h 2980"/>
                <a:gd name="T20" fmla="*/ 106 w 829"/>
                <a:gd name="T21" fmla="*/ 231 h 2980"/>
                <a:gd name="T22" fmla="*/ 56 w 829"/>
                <a:gd name="T23" fmla="*/ 256 h 2980"/>
                <a:gd name="T24" fmla="*/ 30 w 829"/>
                <a:gd name="T25" fmla="*/ 443 h 2980"/>
                <a:gd name="T26" fmla="*/ 13 w 829"/>
                <a:gd name="T27" fmla="*/ 653 h 2980"/>
                <a:gd name="T28" fmla="*/ 5 w 829"/>
                <a:gd name="T29" fmla="*/ 778 h 2980"/>
                <a:gd name="T30" fmla="*/ 38 w 829"/>
                <a:gd name="T31" fmla="*/ 816 h 2980"/>
                <a:gd name="T32" fmla="*/ 55 w 829"/>
                <a:gd name="T33" fmla="*/ 808 h 2980"/>
                <a:gd name="T34" fmla="*/ 52 w 829"/>
                <a:gd name="T35" fmla="*/ 773 h 2980"/>
                <a:gd name="T36" fmla="*/ 63 w 829"/>
                <a:gd name="T37" fmla="*/ 601 h 2980"/>
                <a:gd name="T38" fmla="*/ 89 w 829"/>
                <a:gd name="T39" fmla="*/ 429 h 2980"/>
                <a:gd name="T40" fmla="*/ 59 w 829"/>
                <a:gd name="T41" fmla="*/ 640 h 2980"/>
                <a:gd name="T42" fmla="*/ 101 w 829"/>
                <a:gd name="T43" fmla="*/ 982 h 2980"/>
                <a:gd name="T44" fmla="*/ 139 w 829"/>
                <a:gd name="T45" fmla="*/ 1293 h 2980"/>
                <a:gd name="T46" fmla="*/ 118 w 829"/>
                <a:gd name="T47" fmla="*/ 1393 h 2980"/>
                <a:gd name="T48" fmla="*/ 142 w 829"/>
                <a:gd name="T49" fmla="*/ 1417 h 2980"/>
                <a:gd name="T50" fmla="*/ 193 w 829"/>
                <a:gd name="T51" fmla="*/ 1393 h 2980"/>
                <a:gd name="T52" fmla="*/ 192 w 829"/>
                <a:gd name="T53" fmla="*/ 1335 h 2980"/>
                <a:gd name="T54" fmla="*/ 192 w 829"/>
                <a:gd name="T55" fmla="*/ 1078 h 2980"/>
                <a:gd name="T56" fmla="*/ 196 w 829"/>
                <a:gd name="T57" fmla="*/ 840 h 2980"/>
                <a:gd name="T58" fmla="*/ 198 w 829"/>
                <a:gd name="T59" fmla="*/ 759 h 2980"/>
                <a:gd name="T60" fmla="*/ 207 w 829"/>
                <a:gd name="T61" fmla="*/ 758 h 2980"/>
                <a:gd name="T62" fmla="*/ 208 w 829"/>
                <a:gd name="T63" fmla="*/ 1014 h 2980"/>
                <a:gd name="T64" fmla="*/ 207 w 829"/>
                <a:gd name="T65" fmla="*/ 1310 h 2980"/>
                <a:gd name="T66" fmla="*/ 202 w 829"/>
                <a:gd name="T67" fmla="*/ 1374 h 2980"/>
                <a:gd name="T68" fmla="*/ 237 w 829"/>
                <a:gd name="T69" fmla="*/ 1416 h 2980"/>
                <a:gd name="T70" fmla="*/ 279 w 829"/>
                <a:gd name="T71" fmla="*/ 1404 h 2980"/>
                <a:gd name="T72" fmla="*/ 255 w 829"/>
                <a:gd name="T73" fmla="*/ 1336 h 2980"/>
                <a:gd name="T74" fmla="*/ 283 w 829"/>
                <a:gd name="T75" fmla="*/ 1040 h 2980"/>
                <a:gd name="T76" fmla="*/ 345 w 829"/>
                <a:gd name="T77" fmla="*/ 759 h 2980"/>
                <a:gd name="T78" fmla="*/ 311 w 829"/>
                <a:gd name="T79" fmla="*/ 503 h 2980"/>
                <a:gd name="T80" fmla="*/ 323 w 829"/>
                <a:gd name="T81" fmla="*/ 503 h 2980"/>
                <a:gd name="T82" fmla="*/ 349 w 829"/>
                <a:gd name="T83" fmla="*/ 737 h 2980"/>
                <a:gd name="T84" fmla="*/ 344 w 829"/>
                <a:gd name="T85" fmla="*/ 803 h 2980"/>
                <a:gd name="T86" fmla="*/ 344 w 829"/>
                <a:gd name="T87" fmla="*/ 821 h 2980"/>
                <a:gd name="T88" fmla="*/ 390 w 829"/>
                <a:gd name="T89" fmla="*/ 789 h 2980"/>
                <a:gd name="T90" fmla="*/ 129 w 829"/>
                <a:gd name="T91" fmla="*/ 163 h 2980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829" h="2980">
                  <a:moveTo>
                    <a:pt x="825" y="1608"/>
                  </a:moveTo>
                  <a:cubicBezTo>
                    <a:pt x="822" y="1601"/>
                    <a:pt x="816" y="1555"/>
                    <a:pt x="809" y="1528"/>
                  </a:cubicBezTo>
                  <a:cubicBezTo>
                    <a:pt x="804" y="1506"/>
                    <a:pt x="798" y="1412"/>
                    <a:pt x="801" y="1369"/>
                  </a:cubicBezTo>
                  <a:cubicBezTo>
                    <a:pt x="804" y="1334"/>
                    <a:pt x="802" y="1281"/>
                    <a:pt x="803" y="1258"/>
                  </a:cubicBezTo>
                  <a:cubicBezTo>
                    <a:pt x="804" y="1129"/>
                    <a:pt x="783" y="1063"/>
                    <a:pt x="778" y="1039"/>
                  </a:cubicBezTo>
                  <a:cubicBezTo>
                    <a:pt x="773" y="1015"/>
                    <a:pt x="767" y="981"/>
                    <a:pt x="767" y="929"/>
                  </a:cubicBezTo>
                  <a:cubicBezTo>
                    <a:pt x="767" y="877"/>
                    <a:pt x="769" y="806"/>
                    <a:pt x="765" y="756"/>
                  </a:cubicBezTo>
                  <a:cubicBezTo>
                    <a:pt x="763" y="727"/>
                    <a:pt x="758" y="683"/>
                    <a:pt x="752" y="645"/>
                  </a:cubicBezTo>
                  <a:cubicBezTo>
                    <a:pt x="746" y="607"/>
                    <a:pt x="727" y="556"/>
                    <a:pt x="711" y="539"/>
                  </a:cubicBezTo>
                  <a:cubicBezTo>
                    <a:pt x="695" y="521"/>
                    <a:pt x="673" y="507"/>
                    <a:pt x="650" y="499"/>
                  </a:cubicBezTo>
                  <a:cubicBezTo>
                    <a:pt x="644" y="497"/>
                    <a:pt x="635" y="490"/>
                    <a:pt x="629" y="489"/>
                  </a:cubicBezTo>
                  <a:cubicBezTo>
                    <a:pt x="620" y="487"/>
                    <a:pt x="615" y="483"/>
                    <a:pt x="607" y="482"/>
                  </a:cubicBezTo>
                  <a:cubicBezTo>
                    <a:pt x="590" y="479"/>
                    <a:pt x="575" y="474"/>
                    <a:pt x="561" y="472"/>
                  </a:cubicBezTo>
                  <a:cubicBezTo>
                    <a:pt x="499" y="464"/>
                    <a:pt x="501" y="382"/>
                    <a:pt x="501" y="382"/>
                  </a:cubicBezTo>
                  <a:cubicBezTo>
                    <a:pt x="537" y="421"/>
                    <a:pt x="571" y="371"/>
                    <a:pt x="571" y="371"/>
                  </a:cubicBezTo>
                  <a:cubicBezTo>
                    <a:pt x="564" y="376"/>
                    <a:pt x="550" y="370"/>
                    <a:pt x="550" y="370"/>
                  </a:cubicBezTo>
                  <a:cubicBezTo>
                    <a:pt x="570" y="376"/>
                    <a:pt x="578" y="352"/>
                    <a:pt x="578" y="352"/>
                  </a:cubicBezTo>
                  <a:cubicBezTo>
                    <a:pt x="569" y="358"/>
                    <a:pt x="566" y="353"/>
                    <a:pt x="566" y="353"/>
                  </a:cubicBezTo>
                  <a:cubicBezTo>
                    <a:pt x="581" y="347"/>
                    <a:pt x="580" y="328"/>
                    <a:pt x="580" y="328"/>
                  </a:cubicBezTo>
                  <a:cubicBezTo>
                    <a:pt x="573" y="353"/>
                    <a:pt x="539" y="357"/>
                    <a:pt x="548" y="329"/>
                  </a:cubicBezTo>
                  <a:cubicBezTo>
                    <a:pt x="563" y="281"/>
                    <a:pt x="578" y="182"/>
                    <a:pt x="534" y="91"/>
                  </a:cubicBezTo>
                  <a:cubicBezTo>
                    <a:pt x="489" y="0"/>
                    <a:pt x="374" y="39"/>
                    <a:pt x="374" y="39"/>
                  </a:cubicBezTo>
                  <a:cubicBezTo>
                    <a:pt x="352" y="25"/>
                    <a:pt x="305" y="61"/>
                    <a:pt x="284" y="90"/>
                  </a:cubicBezTo>
                  <a:cubicBezTo>
                    <a:pt x="263" y="120"/>
                    <a:pt x="238" y="224"/>
                    <a:pt x="287" y="300"/>
                  </a:cubicBezTo>
                  <a:cubicBezTo>
                    <a:pt x="311" y="338"/>
                    <a:pt x="285" y="358"/>
                    <a:pt x="276" y="354"/>
                  </a:cubicBezTo>
                  <a:cubicBezTo>
                    <a:pt x="268" y="351"/>
                    <a:pt x="269" y="343"/>
                    <a:pt x="269" y="341"/>
                  </a:cubicBezTo>
                  <a:cubicBezTo>
                    <a:pt x="264" y="362"/>
                    <a:pt x="280" y="371"/>
                    <a:pt x="280" y="371"/>
                  </a:cubicBezTo>
                  <a:cubicBezTo>
                    <a:pt x="270" y="367"/>
                    <a:pt x="265" y="358"/>
                    <a:pt x="265" y="358"/>
                  </a:cubicBezTo>
                  <a:cubicBezTo>
                    <a:pt x="266" y="379"/>
                    <a:pt x="288" y="385"/>
                    <a:pt x="288" y="385"/>
                  </a:cubicBezTo>
                  <a:cubicBezTo>
                    <a:pt x="274" y="384"/>
                    <a:pt x="268" y="376"/>
                    <a:pt x="268" y="376"/>
                  </a:cubicBezTo>
                  <a:cubicBezTo>
                    <a:pt x="273" y="392"/>
                    <a:pt x="309" y="408"/>
                    <a:pt x="328" y="381"/>
                  </a:cubicBezTo>
                  <a:cubicBezTo>
                    <a:pt x="322" y="460"/>
                    <a:pt x="295" y="464"/>
                    <a:pt x="268" y="472"/>
                  </a:cubicBezTo>
                  <a:cubicBezTo>
                    <a:pt x="254" y="477"/>
                    <a:pt x="239" y="479"/>
                    <a:pt x="222" y="482"/>
                  </a:cubicBezTo>
                  <a:cubicBezTo>
                    <a:pt x="214" y="483"/>
                    <a:pt x="208" y="487"/>
                    <a:pt x="199" y="488"/>
                  </a:cubicBezTo>
                  <a:cubicBezTo>
                    <a:pt x="193" y="489"/>
                    <a:pt x="186" y="496"/>
                    <a:pt x="180" y="498"/>
                  </a:cubicBezTo>
                  <a:cubicBezTo>
                    <a:pt x="156" y="506"/>
                    <a:pt x="134" y="521"/>
                    <a:pt x="118" y="538"/>
                  </a:cubicBezTo>
                  <a:cubicBezTo>
                    <a:pt x="101" y="556"/>
                    <a:pt x="83" y="607"/>
                    <a:pt x="77" y="645"/>
                  </a:cubicBezTo>
                  <a:cubicBezTo>
                    <a:pt x="71" y="683"/>
                    <a:pt x="66" y="727"/>
                    <a:pt x="63" y="756"/>
                  </a:cubicBezTo>
                  <a:cubicBezTo>
                    <a:pt x="59" y="806"/>
                    <a:pt x="62" y="877"/>
                    <a:pt x="62" y="929"/>
                  </a:cubicBezTo>
                  <a:cubicBezTo>
                    <a:pt x="62" y="981"/>
                    <a:pt x="55" y="1015"/>
                    <a:pt x="50" y="1039"/>
                  </a:cubicBezTo>
                  <a:cubicBezTo>
                    <a:pt x="45" y="1063"/>
                    <a:pt x="25" y="1129"/>
                    <a:pt x="26" y="1258"/>
                  </a:cubicBezTo>
                  <a:cubicBezTo>
                    <a:pt x="26" y="1281"/>
                    <a:pt x="25" y="1334"/>
                    <a:pt x="27" y="1369"/>
                  </a:cubicBezTo>
                  <a:cubicBezTo>
                    <a:pt x="31" y="1412"/>
                    <a:pt x="25" y="1506"/>
                    <a:pt x="19" y="1528"/>
                  </a:cubicBezTo>
                  <a:cubicBezTo>
                    <a:pt x="13" y="1555"/>
                    <a:pt x="6" y="1601"/>
                    <a:pt x="3" y="1608"/>
                  </a:cubicBezTo>
                  <a:cubicBezTo>
                    <a:pt x="0" y="1614"/>
                    <a:pt x="6" y="1623"/>
                    <a:pt x="10" y="1630"/>
                  </a:cubicBezTo>
                  <a:cubicBezTo>
                    <a:pt x="13" y="1637"/>
                    <a:pt x="12" y="1643"/>
                    <a:pt x="17" y="1653"/>
                  </a:cubicBezTo>
                  <a:cubicBezTo>
                    <a:pt x="20" y="1660"/>
                    <a:pt x="31" y="1676"/>
                    <a:pt x="36" y="1685"/>
                  </a:cubicBezTo>
                  <a:cubicBezTo>
                    <a:pt x="41" y="1693"/>
                    <a:pt x="62" y="1704"/>
                    <a:pt x="79" y="1709"/>
                  </a:cubicBezTo>
                  <a:cubicBezTo>
                    <a:pt x="90" y="1714"/>
                    <a:pt x="111" y="1725"/>
                    <a:pt x="113" y="1720"/>
                  </a:cubicBezTo>
                  <a:cubicBezTo>
                    <a:pt x="117" y="1709"/>
                    <a:pt x="110" y="1701"/>
                    <a:pt x="101" y="1697"/>
                  </a:cubicBezTo>
                  <a:cubicBezTo>
                    <a:pt x="96" y="1694"/>
                    <a:pt x="111" y="1703"/>
                    <a:pt x="114" y="1693"/>
                  </a:cubicBezTo>
                  <a:cubicBezTo>
                    <a:pt x="115" y="1690"/>
                    <a:pt x="115" y="1688"/>
                    <a:pt x="113" y="1683"/>
                  </a:cubicBezTo>
                  <a:cubicBezTo>
                    <a:pt x="115" y="1677"/>
                    <a:pt x="113" y="1677"/>
                    <a:pt x="109" y="1671"/>
                  </a:cubicBezTo>
                  <a:cubicBezTo>
                    <a:pt x="117" y="1669"/>
                    <a:pt x="111" y="1636"/>
                    <a:pt x="108" y="1620"/>
                  </a:cubicBezTo>
                  <a:cubicBezTo>
                    <a:pt x="109" y="1608"/>
                    <a:pt x="110" y="1569"/>
                    <a:pt x="101" y="1543"/>
                  </a:cubicBezTo>
                  <a:cubicBezTo>
                    <a:pt x="95" y="1527"/>
                    <a:pt x="93" y="1511"/>
                    <a:pt x="93" y="1501"/>
                  </a:cubicBezTo>
                  <a:cubicBezTo>
                    <a:pt x="88" y="1477"/>
                    <a:pt x="115" y="1307"/>
                    <a:pt x="131" y="1259"/>
                  </a:cubicBezTo>
                  <a:cubicBezTo>
                    <a:pt x="161" y="1158"/>
                    <a:pt x="151" y="1071"/>
                    <a:pt x="154" y="1053"/>
                  </a:cubicBezTo>
                  <a:cubicBezTo>
                    <a:pt x="158" y="1035"/>
                    <a:pt x="178" y="941"/>
                    <a:pt x="184" y="899"/>
                  </a:cubicBezTo>
                  <a:cubicBezTo>
                    <a:pt x="185" y="900"/>
                    <a:pt x="185" y="900"/>
                    <a:pt x="185" y="900"/>
                  </a:cubicBezTo>
                  <a:cubicBezTo>
                    <a:pt x="188" y="951"/>
                    <a:pt x="183" y="1029"/>
                    <a:pt x="184" y="1055"/>
                  </a:cubicBezTo>
                  <a:cubicBezTo>
                    <a:pt x="186" y="1091"/>
                    <a:pt x="176" y="1157"/>
                    <a:pt x="161" y="1186"/>
                  </a:cubicBezTo>
                  <a:cubicBezTo>
                    <a:pt x="145" y="1215"/>
                    <a:pt x="138" y="1260"/>
                    <a:pt x="124" y="1341"/>
                  </a:cubicBezTo>
                  <a:cubicBezTo>
                    <a:pt x="111" y="1405"/>
                    <a:pt x="101" y="1472"/>
                    <a:pt x="112" y="1588"/>
                  </a:cubicBezTo>
                  <a:cubicBezTo>
                    <a:pt x="121" y="1669"/>
                    <a:pt x="135" y="1720"/>
                    <a:pt x="155" y="1810"/>
                  </a:cubicBezTo>
                  <a:cubicBezTo>
                    <a:pt x="174" y="1891"/>
                    <a:pt x="200" y="1998"/>
                    <a:pt x="211" y="2058"/>
                  </a:cubicBezTo>
                  <a:cubicBezTo>
                    <a:pt x="221" y="2118"/>
                    <a:pt x="236" y="2140"/>
                    <a:pt x="238" y="2179"/>
                  </a:cubicBezTo>
                  <a:cubicBezTo>
                    <a:pt x="241" y="2218"/>
                    <a:pt x="215" y="2402"/>
                    <a:pt x="244" y="2508"/>
                  </a:cubicBezTo>
                  <a:cubicBezTo>
                    <a:pt x="272" y="2615"/>
                    <a:pt x="285" y="2682"/>
                    <a:pt x="290" y="2708"/>
                  </a:cubicBezTo>
                  <a:cubicBezTo>
                    <a:pt x="303" y="2765"/>
                    <a:pt x="292" y="2771"/>
                    <a:pt x="297" y="2800"/>
                  </a:cubicBezTo>
                  <a:cubicBezTo>
                    <a:pt x="302" y="2828"/>
                    <a:pt x="303" y="2825"/>
                    <a:pt x="288" y="2853"/>
                  </a:cubicBezTo>
                  <a:cubicBezTo>
                    <a:pt x="275" y="2871"/>
                    <a:pt x="253" y="2910"/>
                    <a:pt x="246" y="2918"/>
                  </a:cubicBezTo>
                  <a:cubicBezTo>
                    <a:pt x="240" y="2927"/>
                    <a:pt x="243" y="2936"/>
                    <a:pt x="246" y="2941"/>
                  </a:cubicBezTo>
                  <a:cubicBezTo>
                    <a:pt x="241" y="2955"/>
                    <a:pt x="257" y="2962"/>
                    <a:pt x="262" y="2962"/>
                  </a:cubicBezTo>
                  <a:cubicBezTo>
                    <a:pt x="260" y="2978"/>
                    <a:pt x="289" y="2976"/>
                    <a:pt x="296" y="2969"/>
                  </a:cubicBezTo>
                  <a:cubicBezTo>
                    <a:pt x="304" y="2978"/>
                    <a:pt x="326" y="2978"/>
                    <a:pt x="334" y="2967"/>
                  </a:cubicBezTo>
                  <a:cubicBezTo>
                    <a:pt x="348" y="2980"/>
                    <a:pt x="373" y="2980"/>
                    <a:pt x="388" y="2964"/>
                  </a:cubicBezTo>
                  <a:cubicBezTo>
                    <a:pt x="404" y="2948"/>
                    <a:pt x="406" y="2933"/>
                    <a:pt x="404" y="2917"/>
                  </a:cubicBezTo>
                  <a:cubicBezTo>
                    <a:pt x="402" y="2902"/>
                    <a:pt x="406" y="2896"/>
                    <a:pt x="409" y="2877"/>
                  </a:cubicBezTo>
                  <a:cubicBezTo>
                    <a:pt x="412" y="2858"/>
                    <a:pt x="415" y="2843"/>
                    <a:pt x="408" y="2830"/>
                  </a:cubicBezTo>
                  <a:cubicBezTo>
                    <a:pt x="401" y="2816"/>
                    <a:pt x="400" y="2809"/>
                    <a:pt x="400" y="2796"/>
                  </a:cubicBezTo>
                  <a:cubicBezTo>
                    <a:pt x="400" y="2782"/>
                    <a:pt x="406" y="2761"/>
                    <a:pt x="397" y="2744"/>
                  </a:cubicBezTo>
                  <a:cubicBezTo>
                    <a:pt x="388" y="2726"/>
                    <a:pt x="378" y="2685"/>
                    <a:pt x="380" y="2640"/>
                  </a:cubicBezTo>
                  <a:cubicBezTo>
                    <a:pt x="381" y="2595"/>
                    <a:pt x="414" y="2343"/>
                    <a:pt x="400" y="2257"/>
                  </a:cubicBezTo>
                  <a:cubicBezTo>
                    <a:pt x="386" y="2170"/>
                    <a:pt x="392" y="2153"/>
                    <a:pt x="395" y="2123"/>
                  </a:cubicBezTo>
                  <a:cubicBezTo>
                    <a:pt x="399" y="2094"/>
                    <a:pt x="407" y="2046"/>
                    <a:pt x="399" y="1984"/>
                  </a:cubicBezTo>
                  <a:cubicBezTo>
                    <a:pt x="396" y="1960"/>
                    <a:pt x="407" y="1862"/>
                    <a:pt x="408" y="1760"/>
                  </a:cubicBezTo>
                  <a:cubicBezTo>
                    <a:pt x="409" y="1694"/>
                    <a:pt x="417" y="1606"/>
                    <a:pt x="399" y="1588"/>
                  </a:cubicBezTo>
                  <a:cubicBezTo>
                    <a:pt x="399" y="1587"/>
                    <a:pt x="399" y="1587"/>
                    <a:pt x="399" y="1587"/>
                  </a:cubicBezTo>
                  <a:cubicBezTo>
                    <a:pt x="404" y="1589"/>
                    <a:pt x="409" y="1590"/>
                    <a:pt x="413" y="1590"/>
                  </a:cubicBezTo>
                  <a:cubicBezTo>
                    <a:pt x="414" y="1590"/>
                    <a:pt x="414" y="1590"/>
                    <a:pt x="414" y="1590"/>
                  </a:cubicBezTo>
                  <a:cubicBezTo>
                    <a:pt x="419" y="1590"/>
                    <a:pt x="425" y="1588"/>
                    <a:pt x="431" y="1586"/>
                  </a:cubicBezTo>
                  <a:cubicBezTo>
                    <a:pt x="430" y="1588"/>
                    <a:pt x="430" y="1588"/>
                    <a:pt x="430" y="1588"/>
                  </a:cubicBezTo>
                  <a:cubicBezTo>
                    <a:pt x="412" y="1606"/>
                    <a:pt x="418" y="1694"/>
                    <a:pt x="418" y="1759"/>
                  </a:cubicBezTo>
                  <a:cubicBezTo>
                    <a:pt x="419" y="1861"/>
                    <a:pt x="432" y="1960"/>
                    <a:pt x="429" y="1984"/>
                  </a:cubicBezTo>
                  <a:cubicBezTo>
                    <a:pt x="421" y="2046"/>
                    <a:pt x="430" y="2094"/>
                    <a:pt x="434" y="2123"/>
                  </a:cubicBezTo>
                  <a:cubicBezTo>
                    <a:pt x="437" y="2153"/>
                    <a:pt x="442" y="2170"/>
                    <a:pt x="428" y="2257"/>
                  </a:cubicBezTo>
                  <a:cubicBezTo>
                    <a:pt x="414" y="2343"/>
                    <a:pt x="447" y="2595"/>
                    <a:pt x="449" y="2640"/>
                  </a:cubicBezTo>
                  <a:cubicBezTo>
                    <a:pt x="451" y="2685"/>
                    <a:pt x="440" y="2726"/>
                    <a:pt x="432" y="2744"/>
                  </a:cubicBezTo>
                  <a:cubicBezTo>
                    <a:pt x="423" y="2761"/>
                    <a:pt x="428" y="2782"/>
                    <a:pt x="428" y="2796"/>
                  </a:cubicBezTo>
                  <a:cubicBezTo>
                    <a:pt x="428" y="2809"/>
                    <a:pt x="428" y="2816"/>
                    <a:pt x="421" y="2830"/>
                  </a:cubicBezTo>
                  <a:cubicBezTo>
                    <a:pt x="414" y="2843"/>
                    <a:pt x="416" y="2858"/>
                    <a:pt x="420" y="2877"/>
                  </a:cubicBezTo>
                  <a:cubicBezTo>
                    <a:pt x="423" y="2896"/>
                    <a:pt x="427" y="2902"/>
                    <a:pt x="425" y="2917"/>
                  </a:cubicBezTo>
                  <a:cubicBezTo>
                    <a:pt x="423" y="2933"/>
                    <a:pt x="425" y="2948"/>
                    <a:pt x="440" y="2964"/>
                  </a:cubicBezTo>
                  <a:cubicBezTo>
                    <a:pt x="456" y="2980"/>
                    <a:pt x="480" y="2980"/>
                    <a:pt x="494" y="2967"/>
                  </a:cubicBezTo>
                  <a:cubicBezTo>
                    <a:pt x="503" y="2978"/>
                    <a:pt x="525" y="2978"/>
                    <a:pt x="533" y="2969"/>
                  </a:cubicBezTo>
                  <a:cubicBezTo>
                    <a:pt x="540" y="2976"/>
                    <a:pt x="569" y="2978"/>
                    <a:pt x="567" y="2962"/>
                  </a:cubicBezTo>
                  <a:cubicBezTo>
                    <a:pt x="572" y="2962"/>
                    <a:pt x="587" y="2955"/>
                    <a:pt x="582" y="2941"/>
                  </a:cubicBezTo>
                  <a:cubicBezTo>
                    <a:pt x="586" y="2936"/>
                    <a:pt x="589" y="2927"/>
                    <a:pt x="582" y="2918"/>
                  </a:cubicBezTo>
                  <a:cubicBezTo>
                    <a:pt x="575" y="2910"/>
                    <a:pt x="554" y="2871"/>
                    <a:pt x="541" y="2853"/>
                  </a:cubicBezTo>
                  <a:cubicBezTo>
                    <a:pt x="526" y="2825"/>
                    <a:pt x="527" y="2828"/>
                    <a:pt x="532" y="2800"/>
                  </a:cubicBezTo>
                  <a:cubicBezTo>
                    <a:pt x="537" y="2771"/>
                    <a:pt x="526" y="2765"/>
                    <a:pt x="538" y="2708"/>
                  </a:cubicBezTo>
                  <a:cubicBezTo>
                    <a:pt x="544" y="2682"/>
                    <a:pt x="557" y="2615"/>
                    <a:pt x="585" y="2508"/>
                  </a:cubicBezTo>
                  <a:cubicBezTo>
                    <a:pt x="614" y="2402"/>
                    <a:pt x="588" y="2218"/>
                    <a:pt x="590" y="2179"/>
                  </a:cubicBezTo>
                  <a:cubicBezTo>
                    <a:pt x="593" y="2140"/>
                    <a:pt x="610" y="2113"/>
                    <a:pt x="620" y="2054"/>
                  </a:cubicBezTo>
                  <a:cubicBezTo>
                    <a:pt x="630" y="1994"/>
                    <a:pt x="655" y="1891"/>
                    <a:pt x="674" y="1810"/>
                  </a:cubicBezTo>
                  <a:cubicBezTo>
                    <a:pt x="694" y="1720"/>
                    <a:pt x="710" y="1670"/>
                    <a:pt x="719" y="1589"/>
                  </a:cubicBezTo>
                  <a:cubicBezTo>
                    <a:pt x="730" y="1474"/>
                    <a:pt x="720" y="1404"/>
                    <a:pt x="708" y="1340"/>
                  </a:cubicBezTo>
                  <a:cubicBezTo>
                    <a:pt x="694" y="1259"/>
                    <a:pt x="682" y="1204"/>
                    <a:pt x="667" y="1175"/>
                  </a:cubicBezTo>
                  <a:cubicBezTo>
                    <a:pt x="651" y="1146"/>
                    <a:pt x="646" y="1089"/>
                    <a:pt x="648" y="1053"/>
                  </a:cubicBezTo>
                  <a:cubicBezTo>
                    <a:pt x="649" y="1026"/>
                    <a:pt x="641" y="949"/>
                    <a:pt x="644" y="898"/>
                  </a:cubicBezTo>
                  <a:cubicBezTo>
                    <a:pt x="644" y="898"/>
                    <a:pt x="644" y="898"/>
                    <a:pt x="644" y="898"/>
                  </a:cubicBezTo>
                  <a:cubicBezTo>
                    <a:pt x="650" y="940"/>
                    <a:pt x="671" y="1035"/>
                    <a:pt x="674" y="1053"/>
                  </a:cubicBezTo>
                  <a:cubicBezTo>
                    <a:pt x="678" y="1071"/>
                    <a:pt x="668" y="1158"/>
                    <a:pt x="698" y="1259"/>
                  </a:cubicBezTo>
                  <a:cubicBezTo>
                    <a:pt x="713" y="1307"/>
                    <a:pt x="740" y="1477"/>
                    <a:pt x="736" y="1501"/>
                  </a:cubicBezTo>
                  <a:cubicBezTo>
                    <a:pt x="736" y="1511"/>
                    <a:pt x="733" y="1527"/>
                    <a:pt x="728" y="1543"/>
                  </a:cubicBezTo>
                  <a:cubicBezTo>
                    <a:pt x="719" y="1569"/>
                    <a:pt x="720" y="1608"/>
                    <a:pt x="721" y="1620"/>
                  </a:cubicBezTo>
                  <a:cubicBezTo>
                    <a:pt x="717" y="1636"/>
                    <a:pt x="712" y="1669"/>
                    <a:pt x="719" y="1671"/>
                  </a:cubicBezTo>
                  <a:cubicBezTo>
                    <a:pt x="715" y="1677"/>
                    <a:pt x="714" y="1677"/>
                    <a:pt x="716" y="1683"/>
                  </a:cubicBezTo>
                  <a:cubicBezTo>
                    <a:pt x="713" y="1688"/>
                    <a:pt x="713" y="1690"/>
                    <a:pt x="714" y="1693"/>
                  </a:cubicBezTo>
                  <a:cubicBezTo>
                    <a:pt x="718" y="1703"/>
                    <a:pt x="733" y="1694"/>
                    <a:pt x="728" y="1697"/>
                  </a:cubicBezTo>
                  <a:cubicBezTo>
                    <a:pt x="719" y="1701"/>
                    <a:pt x="712" y="1709"/>
                    <a:pt x="716" y="1720"/>
                  </a:cubicBezTo>
                  <a:cubicBezTo>
                    <a:pt x="718" y="1725"/>
                    <a:pt x="739" y="1714"/>
                    <a:pt x="750" y="1709"/>
                  </a:cubicBezTo>
                  <a:cubicBezTo>
                    <a:pt x="767" y="1704"/>
                    <a:pt x="787" y="1693"/>
                    <a:pt x="793" y="1685"/>
                  </a:cubicBezTo>
                  <a:cubicBezTo>
                    <a:pt x="798" y="1676"/>
                    <a:pt x="809" y="1660"/>
                    <a:pt x="812" y="1653"/>
                  </a:cubicBezTo>
                  <a:cubicBezTo>
                    <a:pt x="816" y="1643"/>
                    <a:pt x="815" y="1637"/>
                    <a:pt x="819" y="1630"/>
                  </a:cubicBezTo>
                  <a:cubicBezTo>
                    <a:pt x="822" y="1623"/>
                    <a:pt x="829" y="1614"/>
                    <a:pt x="825" y="1608"/>
                  </a:cubicBezTo>
                  <a:close/>
                  <a:moveTo>
                    <a:pt x="269" y="341"/>
                  </a:moveTo>
                  <a:cubicBezTo>
                    <a:pt x="269" y="341"/>
                    <a:pt x="269" y="340"/>
                    <a:pt x="269" y="340"/>
                  </a:cubicBezTo>
                  <a:cubicBezTo>
                    <a:pt x="269" y="340"/>
                    <a:pt x="269" y="341"/>
                    <a:pt x="269" y="341"/>
                  </a:cubicBezTo>
                  <a:close/>
                </a:path>
              </a:pathLst>
            </a:custGeom>
            <a:solidFill>
              <a:srgbClr val="FFCCCC"/>
            </a:solidFill>
            <a:ln w="4763" cap="rnd">
              <a:solidFill>
                <a:srgbClr val="494E4E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fr-FR"/>
            </a:p>
          </p:txBody>
        </p:sp>
      </p:grpSp>
      <p:grpSp>
        <p:nvGrpSpPr>
          <p:cNvPr id="65544" name="adult-female-full-body-silhouette">
            <a:extLst>
              <a:ext uri="{FF2B5EF4-FFF2-40B4-BE49-F238E27FC236}">
                <a16:creationId xmlns:a16="http://schemas.microsoft.com/office/drawing/2014/main" id="{5A0D4563-529D-4C9F-AD78-B2B92B68A75F}"/>
              </a:ext>
            </a:extLst>
          </p:cNvPr>
          <p:cNvGrpSpPr>
            <a:grpSpLocks/>
          </p:cNvGrpSpPr>
          <p:nvPr/>
        </p:nvGrpSpPr>
        <p:grpSpPr bwMode="auto">
          <a:xfrm>
            <a:off x="7543800" y="2133600"/>
            <a:ext cx="977900" cy="3497263"/>
            <a:chOff x="912" y="1678"/>
            <a:chExt cx="659" cy="2356"/>
          </a:xfrm>
        </p:grpSpPr>
        <p:sp>
          <p:nvSpPr>
            <p:cNvPr id="65548" name="Freeform 22">
              <a:extLst>
                <a:ext uri="{FF2B5EF4-FFF2-40B4-BE49-F238E27FC236}">
                  <a16:creationId xmlns:a16="http://schemas.microsoft.com/office/drawing/2014/main" id="{320A1861-3E80-455A-A589-22F7C07C11E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12" y="1678"/>
              <a:ext cx="659" cy="2356"/>
            </a:xfrm>
            <a:custGeom>
              <a:avLst/>
              <a:gdLst>
                <a:gd name="T0" fmla="*/ 395 w 832"/>
                <a:gd name="T1" fmla="*/ 671 h 2981"/>
                <a:gd name="T2" fmla="*/ 383 w 832"/>
                <a:gd name="T3" fmla="*/ 454 h 2981"/>
                <a:gd name="T4" fmla="*/ 324 w 832"/>
                <a:gd name="T5" fmla="*/ 239 h 2981"/>
                <a:gd name="T6" fmla="*/ 280 w 832"/>
                <a:gd name="T7" fmla="*/ 228 h 2981"/>
                <a:gd name="T8" fmla="*/ 264 w 832"/>
                <a:gd name="T9" fmla="*/ 123 h 2981"/>
                <a:gd name="T10" fmla="*/ 267 w 832"/>
                <a:gd name="T11" fmla="*/ 97 h 2981"/>
                <a:gd name="T12" fmla="*/ 280 w 832"/>
                <a:gd name="T13" fmla="*/ 85 h 2981"/>
                <a:gd name="T14" fmla="*/ 272 w 832"/>
                <a:gd name="T15" fmla="*/ 48 h 2981"/>
                <a:gd name="T16" fmla="*/ 258 w 832"/>
                <a:gd name="T17" fmla="*/ 19 h 2981"/>
                <a:gd name="T18" fmla="*/ 229 w 832"/>
                <a:gd name="T19" fmla="*/ 7 h 2981"/>
                <a:gd name="T20" fmla="*/ 197 w 832"/>
                <a:gd name="T21" fmla="*/ 6 h 2981"/>
                <a:gd name="T22" fmla="*/ 143 w 832"/>
                <a:gd name="T23" fmla="*/ 32 h 2981"/>
                <a:gd name="T24" fmla="*/ 132 w 832"/>
                <a:gd name="T25" fmla="*/ 47 h 2981"/>
                <a:gd name="T26" fmla="*/ 131 w 832"/>
                <a:gd name="T27" fmla="*/ 70 h 2981"/>
                <a:gd name="T28" fmla="*/ 139 w 832"/>
                <a:gd name="T29" fmla="*/ 92 h 2981"/>
                <a:gd name="T30" fmla="*/ 146 w 832"/>
                <a:gd name="T31" fmla="*/ 100 h 2981"/>
                <a:gd name="T32" fmla="*/ 169 w 832"/>
                <a:gd name="T33" fmla="*/ 172 h 2981"/>
                <a:gd name="T34" fmla="*/ 99 w 832"/>
                <a:gd name="T35" fmla="*/ 235 h 2981"/>
                <a:gd name="T36" fmla="*/ 40 w 832"/>
                <a:gd name="T37" fmla="*/ 370 h 2981"/>
                <a:gd name="T38" fmla="*/ 18 w 832"/>
                <a:gd name="T39" fmla="*/ 616 h 2981"/>
                <a:gd name="T40" fmla="*/ 2 w 832"/>
                <a:gd name="T41" fmla="*/ 790 h 2981"/>
                <a:gd name="T42" fmla="*/ 18 w 832"/>
                <a:gd name="T43" fmla="*/ 827 h 2981"/>
                <a:gd name="T44" fmla="*/ 51 w 832"/>
                <a:gd name="T45" fmla="*/ 834 h 2981"/>
                <a:gd name="T46" fmla="*/ 55 w 832"/>
                <a:gd name="T47" fmla="*/ 821 h 2981"/>
                <a:gd name="T48" fmla="*/ 47 w 832"/>
                <a:gd name="T49" fmla="*/ 737 h 2981"/>
                <a:gd name="T50" fmla="*/ 95 w 832"/>
                <a:gd name="T51" fmla="*/ 889 h 2981"/>
                <a:gd name="T52" fmla="*/ 131 w 832"/>
                <a:gd name="T53" fmla="*/ 1232 h 2981"/>
                <a:gd name="T54" fmla="*/ 143 w 832"/>
                <a:gd name="T55" fmla="*/ 1407 h 2981"/>
                <a:gd name="T56" fmla="*/ 131 w 832"/>
                <a:gd name="T57" fmla="*/ 1461 h 2981"/>
                <a:gd name="T58" fmla="*/ 189 w 832"/>
                <a:gd name="T59" fmla="*/ 1464 h 2981"/>
                <a:gd name="T60" fmla="*/ 204 w 832"/>
                <a:gd name="T61" fmla="*/ 1396 h 2981"/>
                <a:gd name="T62" fmla="*/ 189 w 832"/>
                <a:gd name="T63" fmla="*/ 1302 h 2981"/>
                <a:gd name="T64" fmla="*/ 200 w 832"/>
                <a:gd name="T65" fmla="*/ 976 h 2981"/>
                <a:gd name="T66" fmla="*/ 200 w 832"/>
                <a:gd name="T67" fmla="*/ 779 h 2981"/>
                <a:gd name="T68" fmla="*/ 215 w 832"/>
                <a:gd name="T69" fmla="*/ 779 h 2981"/>
                <a:gd name="T70" fmla="*/ 214 w 832"/>
                <a:gd name="T71" fmla="*/ 976 h 2981"/>
                <a:gd name="T72" fmla="*/ 224 w 832"/>
                <a:gd name="T73" fmla="*/ 1302 h 2981"/>
                <a:gd name="T74" fmla="*/ 210 w 832"/>
                <a:gd name="T75" fmla="*/ 1396 h 2981"/>
                <a:gd name="T76" fmla="*/ 223 w 832"/>
                <a:gd name="T77" fmla="*/ 1459 h 2981"/>
                <a:gd name="T78" fmla="*/ 283 w 832"/>
                <a:gd name="T79" fmla="*/ 1461 h 2981"/>
                <a:gd name="T80" fmla="*/ 270 w 832"/>
                <a:gd name="T81" fmla="*/ 1407 h 2981"/>
                <a:gd name="T82" fmla="*/ 283 w 832"/>
                <a:gd name="T83" fmla="*/ 1235 h 2981"/>
                <a:gd name="T84" fmla="*/ 322 w 832"/>
                <a:gd name="T85" fmla="*/ 876 h 2981"/>
                <a:gd name="T86" fmla="*/ 367 w 832"/>
                <a:gd name="T87" fmla="*/ 737 h 2981"/>
                <a:gd name="T88" fmla="*/ 360 w 832"/>
                <a:gd name="T89" fmla="*/ 821 h 2981"/>
                <a:gd name="T90" fmla="*/ 364 w 832"/>
                <a:gd name="T91" fmla="*/ 834 h 2981"/>
                <a:gd name="T92" fmla="*/ 395 w 832"/>
                <a:gd name="T93" fmla="*/ 827 h 2981"/>
                <a:gd name="T94" fmla="*/ 412 w 832"/>
                <a:gd name="T95" fmla="*/ 790 h 2981"/>
                <a:gd name="T96" fmla="*/ 77 w 832"/>
                <a:gd name="T97" fmla="*/ 515 h 2981"/>
                <a:gd name="T98" fmla="*/ 92 w 832"/>
                <a:gd name="T99" fmla="*/ 516 h 2981"/>
                <a:gd name="T100" fmla="*/ 322 w 832"/>
                <a:gd name="T101" fmla="*/ 438 h 2981"/>
                <a:gd name="T102" fmla="*/ 324 w 832"/>
                <a:gd name="T103" fmla="*/ 515 h 2981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0" t="0" r="r" b="b"/>
              <a:pathLst>
                <a:path w="832" h="2981">
                  <a:moveTo>
                    <a:pt x="829" y="1600"/>
                  </a:moveTo>
                  <a:cubicBezTo>
                    <a:pt x="826" y="1594"/>
                    <a:pt x="820" y="1547"/>
                    <a:pt x="813" y="1520"/>
                  </a:cubicBezTo>
                  <a:cubicBezTo>
                    <a:pt x="807" y="1498"/>
                    <a:pt x="792" y="1402"/>
                    <a:pt x="796" y="1359"/>
                  </a:cubicBezTo>
                  <a:cubicBezTo>
                    <a:pt x="798" y="1324"/>
                    <a:pt x="793" y="1272"/>
                    <a:pt x="794" y="1249"/>
                  </a:cubicBezTo>
                  <a:cubicBezTo>
                    <a:pt x="795" y="1120"/>
                    <a:pt x="787" y="1053"/>
                    <a:pt x="782" y="1029"/>
                  </a:cubicBezTo>
                  <a:cubicBezTo>
                    <a:pt x="777" y="1005"/>
                    <a:pt x="770" y="971"/>
                    <a:pt x="770" y="919"/>
                  </a:cubicBezTo>
                  <a:cubicBezTo>
                    <a:pt x="770" y="867"/>
                    <a:pt x="756" y="798"/>
                    <a:pt x="752" y="748"/>
                  </a:cubicBezTo>
                  <a:cubicBezTo>
                    <a:pt x="750" y="720"/>
                    <a:pt x="738" y="682"/>
                    <a:pt x="732" y="643"/>
                  </a:cubicBezTo>
                  <a:cubicBezTo>
                    <a:pt x="727" y="605"/>
                    <a:pt x="676" y="494"/>
                    <a:pt x="653" y="486"/>
                  </a:cubicBezTo>
                  <a:cubicBezTo>
                    <a:pt x="647" y="484"/>
                    <a:pt x="638" y="478"/>
                    <a:pt x="632" y="477"/>
                  </a:cubicBezTo>
                  <a:cubicBezTo>
                    <a:pt x="623" y="475"/>
                    <a:pt x="618" y="471"/>
                    <a:pt x="610" y="470"/>
                  </a:cubicBezTo>
                  <a:cubicBezTo>
                    <a:pt x="592" y="467"/>
                    <a:pt x="577" y="464"/>
                    <a:pt x="563" y="460"/>
                  </a:cubicBezTo>
                  <a:cubicBezTo>
                    <a:pt x="535" y="451"/>
                    <a:pt x="486" y="404"/>
                    <a:pt x="497" y="351"/>
                  </a:cubicBezTo>
                  <a:cubicBezTo>
                    <a:pt x="514" y="339"/>
                    <a:pt x="513" y="316"/>
                    <a:pt x="517" y="305"/>
                  </a:cubicBezTo>
                  <a:cubicBezTo>
                    <a:pt x="521" y="294"/>
                    <a:pt x="527" y="265"/>
                    <a:pt x="530" y="251"/>
                  </a:cubicBezTo>
                  <a:cubicBezTo>
                    <a:pt x="533" y="240"/>
                    <a:pt x="536" y="225"/>
                    <a:pt x="539" y="211"/>
                  </a:cubicBezTo>
                  <a:cubicBezTo>
                    <a:pt x="540" y="209"/>
                    <a:pt x="540" y="209"/>
                    <a:pt x="540" y="209"/>
                  </a:cubicBezTo>
                  <a:cubicBezTo>
                    <a:pt x="539" y="206"/>
                    <a:pt x="539" y="202"/>
                    <a:pt x="538" y="198"/>
                  </a:cubicBezTo>
                  <a:cubicBezTo>
                    <a:pt x="541" y="196"/>
                    <a:pt x="544" y="195"/>
                    <a:pt x="544" y="195"/>
                  </a:cubicBezTo>
                  <a:cubicBezTo>
                    <a:pt x="548" y="195"/>
                    <a:pt x="548" y="189"/>
                    <a:pt x="552" y="187"/>
                  </a:cubicBezTo>
                  <a:cubicBezTo>
                    <a:pt x="557" y="186"/>
                    <a:pt x="563" y="178"/>
                    <a:pt x="564" y="173"/>
                  </a:cubicBezTo>
                  <a:cubicBezTo>
                    <a:pt x="566" y="162"/>
                    <a:pt x="558" y="160"/>
                    <a:pt x="559" y="150"/>
                  </a:cubicBezTo>
                  <a:cubicBezTo>
                    <a:pt x="560" y="146"/>
                    <a:pt x="562" y="142"/>
                    <a:pt x="562" y="137"/>
                  </a:cubicBezTo>
                  <a:cubicBezTo>
                    <a:pt x="561" y="125"/>
                    <a:pt x="555" y="108"/>
                    <a:pt x="548" y="97"/>
                  </a:cubicBezTo>
                  <a:cubicBezTo>
                    <a:pt x="541" y="85"/>
                    <a:pt x="547" y="89"/>
                    <a:pt x="548" y="75"/>
                  </a:cubicBezTo>
                  <a:cubicBezTo>
                    <a:pt x="549" y="64"/>
                    <a:pt x="543" y="57"/>
                    <a:pt x="536" y="49"/>
                  </a:cubicBezTo>
                  <a:cubicBezTo>
                    <a:pt x="530" y="43"/>
                    <a:pt x="525" y="42"/>
                    <a:pt x="519" y="38"/>
                  </a:cubicBezTo>
                  <a:cubicBezTo>
                    <a:pt x="517" y="37"/>
                    <a:pt x="517" y="37"/>
                    <a:pt x="514" y="36"/>
                  </a:cubicBezTo>
                  <a:cubicBezTo>
                    <a:pt x="506" y="30"/>
                    <a:pt x="503" y="21"/>
                    <a:pt x="492" y="17"/>
                  </a:cubicBezTo>
                  <a:cubicBezTo>
                    <a:pt x="481" y="12"/>
                    <a:pt x="472" y="17"/>
                    <a:pt x="461" y="14"/>
                  </a:cubicBezTo>
                  <a:cubicBezTo>
                    <a:pt x="447" y="10"/>
                    <a:pt x="435" y="0"/>
                    <a:pt x="420" y="8"/>
                  </a:cubicBezTo>
                  <a:cubicBezTo>
                    <a:pt x="418" y="9"/>
                    <a:pt x="416" y="13"/>
                    <a:pt x="414" y="13"/>
                  </a:cubicBezTo>
                  <a:cubicBezTo>
                    <a:pt x="409" y="15"/>
                    <a:pt x="401" y="12"/>
                    <a:pt x="396" y="11"/>
                  </a:cubicBezTo>
                  <a:cubicBezTo>
                    <a:pt x="383" y="11"/>
                    <a:pt x="373" y="16"/>
                    <a:pt x="361" y="19"/>
                  </a:cubicBezTo>
                  <a:cubicBezTo>
                    <a:pt x="348" y="23"/>
                    <a:pt x="323" y="31"/>
                    <a:pt x="321" y="47"/>
                  </a:cubicBezTo>
                  <a:cubicBezTo>
                    <a:pt x="307" y="44"/>
                    <a:pt x="288" y="50"/>
                    <a:pt x="286" y="66"/>
                  </a:cubicBezTo>
                  <a:cubicBezTo>
                    <a:pt x="286" y="70"/>
                    <a:pt x="288" y="75"/>
                    <a:pt x="286" y="79"/>
                  </a:cubicBezTo>
                  <a:cubicBezTo>
                    <a:pt x="285" y="81"/>
                    <a:pt x="281" y="81"/>
                    <a:pt x="279" y="82"/>
                  </a:cubicBezTo>
                  <a:cubicBezTo>
                    <a:pt x="274" y="86"/>
                    <a:pt x="270" y="90"/>
                    <a:pt x="267" y="95"/>
                  </a:cubicBezTo>
                  <a:cubicBezTo>
                    <a:pt x="261" y="106"/>
                    <a:pt x="262" y="118"/>
                    <a:pt x="266" y="129"/>
                  </a:cubicBezTo>
                  <a:cubicBezTo>
                    <a:pt x="268" y="135"/>
                    <a:pt x="269" y="134"/>
                    <a:pt x="267" y="138"/>
                  </a:cubicBezTo>
                  <a:cubicBezTo>
                    <a:pt x="267" y="139"/>
                    <a:pt x="263" y="142"/>
                    <a:pt x="262" y="143"/>
                  </a:cubicBezTo>
                  <a:cubicBezTo>
                    <a:pt x="260" y="147"/>
                    <a:pt x="261" y="153"/>
                    <a:pt x="261" y="156"/>
                  </a:cubicBezTo>
                  <a:cubicBezTo>
                    <a:pt x="262" y="164"/>
                    <a:pt x="264" y="171"/>
                    <a:pt x="271" y="175"/>
                  </a:cubicBezTo>
                  <a:cubicBezTo>
                    <a:pt x="265" y="183"/>
                    <a:pt x="276" y="184"/>
                    <a:pt x="280" y="187"/>
                  </a:cubicBezTo>
                  <a:cubicBezTo>
                    <a:pt x="280" y="187"/>
                    <a:pt x="286" y="191"/>
                    <a:pt x="285" y="191"/>
                  </a:cubicBezTo>
                  <a:cubicBezTo>
                    <a:pt x="286" y="191"/>
                    <a:pt x="289" y="194"/>
                    <a:pt x="292" y="196"/>
                  </a:cubicBezTo>
                  <a:cubicBezTo>
                    <a:pt x="292" y="198"/>
                    <a:pt x="293" y="201"/>
                    <a:pt x="293" y="203"/>
                  </a:cubicBezTo>
                  <a:cubicBezTo>
                    <a:pt x="297" y="219"/>
                    <a:pt x="299" y="236"/>
                    <a:pt x="302" y="251"/>
                  </a:cubicBezTo>
                  <a:cubicBezTo>
                    <a:pt x="305" y="265"/>
                    <a:pt x="312" y="294"/>
                    <a:pt x="316" y="305"/>
                  </a:cubicBezTo>
                  <a:cubicBezTo>
                    <a:pt x="319" y="316"/>
                    <a:pt x="324" y="340"/>
                    <a:pt x="339" y="349"/>
                  </a:cubicBezTo>
                  <a:cubicBezTo>
                    <a:pt x="358" y="395"/>
                    <a:pt x="297" y="451"/>
                    <a:pt x="269" y="460"/>
                  </a:cubicBezTo>
                  <a:cubicBezTo>
                    <a:pt x="255" y="464"/>
                    <a:pt x="240" y="467"/>
                    <a:pt x="223" y="470"/>
                  </a:cubicBezTo>
                  <a:cubicBezTo>
                    <a:pt x="215" y="471"/>
                    <a:pt x="209" y="474"/>
                    <a:pt x="200" y="476"/>
                  </a:cubicBezTo>
                  <a:cubicBezTo>
                    <a:pt x="194" y="477"/>
                    <a:pt x="186" y="483"/>
                    <a:pt x="181" y="485"/>
                  </a:cubicBezTo>
                  <a:cubicBezTo>
                    <a:pt x="153" y="496"/>
                    <a:pt x="105" y="599"/>
                    <a:pt x="99" y="637"/>
                  </a:cubicBezTo>
                  <a:cubicBezTo>
                    <a:pt x="93" y="675"/>
                    <a:pt x="83" y="721"/>
                    <a:pt x="80" y="749"/>
                  </a:cubicBezTo>
                  <a:cubicBezTo>
                    <a:pt x="76" y="799"/>
                    <a:pt x="62" y="867"/>
                    <a:pt x="63" y="919"/>
                  </a:cubicBezTo>
                  <a:cubicBezTo>
                    <a:pt x="63" y="971"/>
                    <a:pt x="56" y="1005"/>
                    <a:pt x="51" y="1029"/>
                  </a:cubicBezTo>
                  <a:cubicBezTo>
                    <a:pt x="46" y="1053"/>
                    <a:pt x="35" y="1117"/>
                    <a:pt x="36" y="1247"/>
                  </a:cubicBezTo>
                  <a:cubicBezTo>
                    <a:pt x="37" y="1270"/>
                    <a:pt x="36" y="1332"/>
                    <a:pt x="38" y="1367"/>
                  </a:cubicBezTo>
                  <a:cubicBezTo>
                    <a:pt x="42" y="1410"/>
                    <a:pt x="25" y="1498"/>
                    <a:pt x="20" y="1520"/>
                  </a:cubicBezTo>
                  <a:cubicBezTo>
                    <a:pt x="13" y="1547"/>
                    <a:pt x="7" y="1594"/>
                    <a:pt x="3" y="1600"/>
                  </a:cubicBezTo>
                  <a:cubicBezTo>
                    <a:pt x="0" y="1607"/>
                    <a:pt x="7" y="1615"/>
                    <a:pt x="10" y="1622"/>
                  </a:cubicBezTo>
                  <a:cubicBezTo>
                    <a:pt x="13" y="1629"/>
                    <a:pt x="13" y="1636"/>
                    <a:pt x="17" y="1646"/>
                  </a:cubicBezTo>
                  <a:cubicBezTo>
                    <a:pt x="20" y="1653"/>
                    <a:pt x="31" y="1668"/>
                    <a:pt x="36" y="1677"/>
                  </a:cubicBezTo>
                  <a:cubicBezTo>
                    <a:pt x="42" y="1686"/>
                    <a:pt x="62" y="1696"/>
                    <a:pt x="79" y="1702"/>
                  </a:cubicBezTo>
                  <a:cubicBezTo>
                    <a:pt x="90" y="1706"/>
                    <a:pt x="112" y="1718"/>
                    <a:pt x="114" y="1713"/>
                  </a:cubicBezTo>
                  <a:cubicBezTo>
                    <a:pt x="118" y="1701"/>
                    <a:pt x="110" y="1694"/>
                    <a:pt x="102" y="1689"/>
                  </a:cubicBezTo>
                  <a:cubicBezTo>
                    <a:pt x="96" y="1686"/>
                    <a:pt x="112" y="1696"/>
                    <a:pt x="115" y="1686"/>
                  </a:cubicBezTo>
                  <a:cubicBezTo>
                    <a:pt x="116" y="1682"/>
                    <a:pt x="116" y="1681"/>
                    <a:pt x="114" y="1676"/>
                  </a:cubicBezTo>
                  <a:cubicBezTo>
                    <a:pt x="115" y="1669"/>
                    <a:pt x="114" y="1669"/>
                    <a:pt x="110" y="1664"/>
                  </a:cubicBezTo>
                  <a:cubicBezTo>
                    <a:pt x="118" y="1661"/>
                    <a:pt x="116" y="1631"/>
                    <a:pt x="109" y="1612"/>
                  </a:cubicBezTo>
                  <a:cubicBezTo>
                    <a:pt x="110" y="1600"/>
                    <a:pt x="118" y="1566"/>
                    <a:pt x="102" y="1535"/>
                  </a:cubicBezTo>
                  <a:cubicBezTo>
                    <a:pt x="93" y="1520"/>
                    <a:pt x="93" y="1503"/>
                    <a:pt x="94" y="1493"/>
                  </a:cubicBezTo>
                  <a:cubicBezTo>
                    <a:pt x="91" y="1481"/>
                    <a:pt x="96" y="1435"/>
                    <a:pt x="104" y="1386"/>
                  </a:cubicBezTo>
                  <a:cubicBezTo>
                    <a:pt x="107" y="1433"/>
                    <a:pt x="125" y="1485"/>
                    <a:pt x="134" y="1572"/>
                  </a:cubicBezTo>
                  <a:cubicBezTo>
                    <a:pt x="142" y="1654"/>
                    <a:pt x="170" y="1711"/>
                    <a:pt x="191" y="1802"/>
                  </a:cubicBezTo>
                  <a:cubicBezTo>
                    <a:pt x="209" y="1883"/>
                    <a:pt x="233" y="1978"/>
                    <a:pt x="230" y="2043"/>
                  </a:cubicBezTo>
                  <a:cubicBezTo>
                    <a:pt x="227" y="2104"/>
                    <a:pt x="229" y="2131"/>
                    <a:pt x="240" y="2173"/>
                  </a:cubicBezTo>
                  <a:cubicBezTo>
                    <a:pt x="249" y="2211"/>
                    <a:pt x="244" y="2386"/>
                    <a:pt x="263" y="2496"/>
                  </a:cubicBezTo>
                  <a:cubicBezTo>
                    <a:pt x="282" y="2605"/>
                    <a:pt x="286" y="2679"/>
                    <a:pt x="292" y="2705"/>
                  </a:cubicBezTo>
                  <a:cubicBezTo>
                    <a:pt x="304" y="2762"/>
                    <a:pt x="293" y="2769"/>
                    <a:pt x="298" y="2797"/>
                  </a:cubicBezTo>
                  <a:cubicBezTo>
                    <a:pt x="303" y="2826"/>
                    <a:pt x="304" y="2822"/>
                    <a:pt x="289" y="2850"/>
                  </a:cubicBezTo>
                  <a:cubicBezTo>
                    <a:pt x="276" y="2869"/>
                    <a:pt x="255" y="2908"/>
                    <a:pt x="248" y="2916"/>
                  </a:cubicBezTo>
                  <a:cubicBezTo>
                    <a:pt x="241" y="2925"/>
                    <a:pt x="244" y="2934"/>
                    <a:pt x="248" y="2939"/>
                  </a:cubicBezTo>
                  <a:cubicBezTo>
                    <a:pt x="242" y="2953"/>
                    <a:pt x="258" y="2960"/>
                    <a:pt x="263" y="2960"/>
                  </a:cubicBezTo>
                  <a:cubicBezTo>
                    <a:pt x="261" y="2976"/>
                    <a:pt x="290" y="2974"/>
                    <a:pt x="297" y="2967"/>
                  </a:cubicBezTo>
                  <a:cubicBezTo>
                    <a:pt x="305" y="2976"/>
                    <a:pt x="327" y="2976"/>
                    <a:pt x="336" y="2965"/>
                  </a:cubicBezTo>
                  <a:cubicBezTo>
                    <a:pt x="350" y="2977"/>
                    <a:pt x="372" y="2981"/>
                    <a:pt x="380" y="2967"/>
                  </a:cubicBezTo>
                  <a:cubicBezTo>
                    <a:pt x="394" y="2945"/>
                    <a:pt x="407" y="2931"/>
                    <a:pt x="406" y="2915"/>
                  </a:cubicBezTo>
                  <a:cubicBezTo>
                    <a:pt x="404" y="2899"/>
                    <a:pt x="407" y="2894"/>
                    <a:pt x="411" y="2875"/>
                  </a:cubicBezTo>
                  <a:cubicBezTo>
                    <a:pt x="414" y="2856"/>
                    <a:pt x="417" y="2841"/>
                    <a:pt x="410" y="2827"/>
                  </a:cubicBezTo>
                  <a:cubicBezTo>
                    <a:pt x="403" y="2813"/>
                    <a:pt x="402" y="2807"/>
                    <a:pt x="402" y="2793"/>
                  </a:cubicBezTo>
                  <a:cubicBezTo>
                    <a:pt x="402" y="2779"/>
                    <a:pt x="407" y="2758"/>
                    <a:pt x="399" y="2741"/>
                  </a:cubicBezTo>
                  <a:cubicBezTo>
                    <a:pt x="390" y="2723"/>
                    <a:pt x="380" y="2682"/>
                    <a:pt x="381" y="2637"/>
                  </a:cubicBezTo>
                  <a:cubicBezTo>
                    <a:pt x="383" y="2592"/>
                    <a:pt x="416" y="2338"/>
                    <a:pt x="402" y="2252"/>
                  </a:cubicBezTo>
                  <a:cubicBezTo>
                    <a:pt x="388" y="2165"/>
                    <a:pt x="393" y="2147"/>
                    <a:pt x="397" y="2118"/>
                  </a:cubicBezTo>
                  <a:cubicBezTo>
                    <a:pt x="400" y="2088"/>
                    <a:pt x="409" y="2040"/>
                    <a:pt x="401" y="1978"/>
                  </a:cubicBezTo>
                  <a:cubicBezTo>
                    <a:pt x="398" y="1954"/>
                    <a:pt x="399" y="1853"/>
                    <a:pt x="400" y="1751"/>
                  </a:cubicBezTo>
                  <a:cubicBezTo>
                    <a:pt x="400" y="1685"/>
                    <a:pt x="419" y="1598"/>
                    <a:pt x="401" y="1580"/>
                  </a:cubicBezTo>
                  <a:cubicBezTo>
                    <a:pt x="401" y="1579"/>
                    <a:pt x="401" y="1579"/>
                    <a:pt x="401" y="1579"/>
                  </a:cubicBezTo>
                  <a:cubicBezTo>
                    <a:pt x="406" y="1581"/>
                    <a:pt x="410" y="1582"/>
                    <a:pt x="415" y="1582"/>
                  </a:cubicBezTo>
                  <a:cubicBezTo>
                    <a:pt x="416" y="1582"/>
                    <a:pt x="416" y="1582"/>
                    <a:pt x="416" y="1582"/>
                  </a:cubicBezTo>
                  <a:cubicBezTo>
                    <a:pt x="421" y="1582"/>
                    <a:pt x="427" y="1581"/>
                    <a:pt x="433" y="1578"/>
                  </a:cubicBezTo>
                  <a:cubicBezTo>
                    <a:pt x="431" y="1580"/>
                    <a:pt x="431" y="1580"/>
                    <a:pt x="431" y="1580"/>
                  </a:cubicBezTo>
                  <a:cubicBezTo>
                    <a:pt x="414" y="1598"/>
                    <a:pt x="432" y="1685"/>
                    <a:pt x="433" y="1751"/>
                  </a:cubicBezTo>
                  <a:cubicBezTo>
                    <a:pt x="433" y="1853"/>
                    <a:pt x="434" y="1954"/>
                    <a:pt x="431" y="1978"/>
                  </a:cubicBezTo>
                  <a:cubicBezTo>
                    <a:pt x="423" y="2040"/>
                    <a:pt x="432" y="2088"/>
                    <a:pt x="436" y="2118"/>
                  </a:cubicBezTo>
                  <a:cubicBezTo>
                    <a:pt x="439" y="2147"/>
                    <a:pt x="444" y="2165"/>
                    <a:pt x="430" y="2252"/>
                  </a:cubicBezTo>
                  <a:cubicBezTo>
                    <a:pt x="416" y="2338"/>
                    <a:pt x="449" y="2592"/>
                    <a:pt x="451" y="2637"/>
                  </a:cubicBezTo>
                  <a:cubicBezTo>
                    <a:pt x="453" y="2682"/>
                    <a:pt x="442" y="2723"/>
                    <a:pt x="434" y="2741"/>
                  </a:cubicBezTo>
                  <a:cubicBezTo>
                    <a:pt x="425" y="2758"/>
                    <a:pt x="430" y="2779"/>
                    <a:pt x="430" y="2793"/>
                  </a:cubicBezTo>
                  <a:cubicBezTo>
                    <a:pt x="430" y="2807"/>
                    <a:pt x="430" y="2813"/>
                    <a:pt x="423" y="2827"/>
                  </a:cubicBezTo>
                  <a:cubicBezTo>
                    <a:pt x="416" y="2841"/>
                    <a:pt x="418" y="2856"/>
                    <a:pt x="422" y="2875"/>
                  </a:cubicBezTo>
                  <a:cubicBezTo>
                    <a:pt x="425" y="2894"/>
                    <a:pt x="429" y="2899"/>
                    <a:pt x="427" y="2915"/>
                  </a:cubicBezTo>
                  <a:cubicBezTo>
                    <a:pt x="425" y="2931"/>
                    <a:pt x="437" y="2939"/>
                    <a:pt x="450" y="2956"/>
                  </a:cubicBezTo>
                  <a:cubicBezTo>
                    <a:pt x="467" y="2979"/>
                    <a:pt x="483" y="2977"/>
                    <a:pt x="496" y="2965"/>
                  </a:cubicBezTo>
                  <a:cubicBezTo>
                    <a:pt x="505" y="2976"/>
                    <a:pt x="527" y="2976"/>
                    <a:pt x="535" y="2967"/>
                  </a:cubicBezTo>
                  <a:cubicBezTo>
                    <a:pt x="542" y="2974"/>
                    <a:pt x="571" y="2976"/>
                    <a:pt x="570" y="2960"/>
                  </a:cubicBezTo>
                  <a:cubicBezTo>
                    <a:pt x="575" y="2960"/>
                    <a:pt x="590" y="2953"/>
                    <a:pt x="585" y="2939"/>
                  </a:cubicBezTo>
                  <a:cubicBezTo>
                    <a:pt x="588" y="2934"/>
                    <a:pt x="592" y="2925"/>
                    <a:pt x="585" y="2916"/>
                  </a:cubicBezTo>
                  <a:cubicBezTo>
                    <a:pt x="578" y="2908"/>
                    <a:pt x="556" y="2869"/>
                    <a:pt x="543" y="2850"/>
                  </a:cubicBezTo>
                  <a:cubicBezTo>
                    <a:pt x="528" y="2822"/>
                    <a:pt x="529" y="2826"/>
                    <a:pt x="534" y="2797"/>
                  </a:cubicBezTo>
                  <a:cubicBezTo>
                    <a:pt x="540" y="2769"/>
                    <a:pt x="528" y="2762"/>
                    <a:pt x="541" y="2705"/>
                  </a:cubicBezTo>
                  <a:cubicBezTo>
                    <a:pt x="546" y="2679"/>
                    <a:pt x="552" y="2613"/>
                    <a:pt x="570" y="2502"/>
                  </a:cubicBezTo>
                  <a:cubicBezTo>
                    <a:pt x="588" y="2389"/>
                    <a:pt x="590" y="2212"/>
                    <a:pt x="593" y="2173"/>
                  </a:cubicBezTo>
                  <a:cubicBezTo>
                    <a:pt x="596" y="2134"/>
                    <a:pt x="608" y="2096"/>
                    <a:pt x="606" y="2028"/>
                  </a:cubicBezTo>
                  <a:cubicBezTo>
                    <a:pt x="603" y="1967"/>
                    <a:pt x="628" y="1856"/>
                    <a:pt x="646" y="1775"/>
                  </a:cubicBezTo>
                  <a:cubicBezTo>
                    <a:pt x="667" y="1684"/>
                    <a:pt x="698" y="1655"/>
                    <a:pt x="707" y="1573"/>
                  </a:cubicBezTo>
                  <a:cubicBezTo>
                    <a:pt x="714" y="1505"/>
                    <a:pt x="726" y="1456"/>
                    <a:pt x="732" y="1413"/>
                  </a:cubicBezTo>
                  <a:cubicBezTo>
                    <a:pt x="738" y="1452"/>
                    <a:pt x="741" y="1483"/>
                    <a:pt x="739" y="1493"/>
                  </a:cubicBezTo>
                  <a:cubicBezTo>
                    <a:pt x="739" y="1503"/>
                    <a:pt x="737" y="1518"/>
                    <a:pt x="731" y="1535"/>
                  </a:cubicBezTo>
                  <a:cubicBezTo>
                    <a:pt x="722" y="1562"/>
                    <a:pt x="723" y="1600"/>
                    <a:pt x="724" y="1612"/>
                  </a:cubicBezTo>
                  <a:cubicBezTo>
                    <a:pt x="721" y="1628"/>
                    <a:pt x="715" y="1661"/>
                    <a:pt x="723" y="1664"/>
                  </a:cubicBezTo>
                  <a:cubicBezTo>
                    <a:pt x="719" y="1669"/>
                    <a:pt x="717" y="1669"/>
                    <a:pt x="719" y="1676"/>
                  </a:cubicBezTo>
                  <a:cubicBezTo>
                    <a:pt x="717" y="1681"/>
                    <a:pt x="716" y="1682"/>
                    <a:pt x="718" y="1686"/>
                  </a:cubicBezTo>
                  <a:cubicBezTo>
                    <a:pt x="721" y="1696"/>
                    <a:pt x="736" y="1686"/>
                    <a:pt x="731" y="1689"/>
                  </a:cubicBezTo>
                  <a:cubicBezTo>
                    <a:pt x="722" y="1694"/>
                    <a:pt x="715" y="1701"/>
                    <a:pt x="719" y="1713"/>
                  </a:cubicBezTo>
                  <a:cubicBezTo>
                    <a:pt x="721" y="1718"/>
                    <a:pt x="742" y="1706"/>
                    <a:pt x="753" y="1702"/>
                  </a:cubicBezTo>
                  <a:cubicBezTo>
                    <a:pt x="770" y="1696"/>
                    <a:pt x="791" y="1686"/>
                    <a:pt x="796" y="1677"/>
                  </a:cubicBezTo>
                  <a:cubicBezTo>
                    <a:pt x="801" y="1668"/>
                    <a:pt x="812" y="1653"/>
                    <a:pt x="815" y="1646"/>
                  </a:cubicBezTo>
                  <a:cubicBezTo>
                    <a:pt x="820" y="1636"/>
                    <a:pt x="819" y="1629"/>
                    <a:pt x="822" y="1622"/>
                  </a:cubicBezTo>
                  <a:cubicBezTo>
                    <a:pt x="826" y="1615"/>
                    <a:pt x="832" y="1607"/>
                    <a:pt x="829" y="1600"/>
                  </a:cubicBezTo>
                  <a:close/>
                  <a:moveTo>
                    <a:pt x="185" y="1045"/>
                  </a:moveTo>
                  <a:cubicBezTo>
                    <a:pt x="186" y="1073"/>
                    <a:pt x="168" y="1110"/>
                    <a:pt x="152" y="1139"/>
                  </a:cubicBezTo>
                  <a:cubicBezTo>
                    <a:pt x="156" y="1090"/>
                    <a:pt x="153" y="1054"/>
                    <a:pt x="155" y="1043"/>
                  </a:cubicBezTo>
                  <a:cubicBezTo>
                    <a:pt x="159" y="1025"/>
                    <a:pt x="179" y="931"/>
                    <a:pt x="185" y="888"/>
                  </a:cubicBezTo>
                  <a:cubicBezTo>
                    <a:pt x="186" y="889"/>
                    <a:pt x="186" y="889"/>
                    <a:pt x="186" y="889"/>
                  </a:cubicBezTo>
                  <a:cubicBezTo>
                    <a:pt x="180" y="948"/>
                    <a:pt x="184" y="1018"/>
                    <a:pt x="185" y="1045"/>
                  </a:cubicBezTo>
                  <a:close/>
                  <a:moveTo>
                    <a:pt x="651" y="1043"/>
                  </a:moveTo>
                  <a:cubicBezTo>
                    <a:pt x="652" y="1018"/>
                    <a:pt x="650" y="985"/>
                    <a:pt x="654" y="932"/>
                  </a:cubicBezTo>
                  <a:cubicBezTo>
                    <a:pt x="647" y="887"/>
                    <a:pt x="647" y="887"/>
                    <a:pt x="647" y="887"/>
                  </a:cubicBezTo>
                  <a:cubicBezTo>
                    <a:pt x="653" y="929"/>
                    <a:pt x="674" y="1025"/>
                    <a:pt x="677" y="1043"/>
                  </a:cubicBezTo>
                  <a:cubicBezTo>
                    <a:pt x="679" y="1054"/>
                    <a:pt x="677" y="1090"/>
                    <a:pt x="681" y="1139"/>
                  </a:cubicBezTo>
                  <a:cubicBezTo>
                    <a:pt x="666" y="1111"/>
                    <a:pt x="649" y="1075"/>
                    <a:pt x="651" y="1043"/>
                  </a:cubicBezTo>
                  <a:close/>
                </a:path>
              </a:pathLst>
            </a:custGeom>
            <a:solidFill>
              <a:srgbClr val="FF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65549" name="Freeform 23">
              <a:extLst>
                <a:ext uri="{FF2B5EF4-FFF2-40B4-BE49-F238E27FC236}">
                  <a16:creationId xmlns:a16="http://schemas.microsoft.com/office/drawing/2014/main" id="{C2360FCF-6586-427D-AC22-B026B5B7EBB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12" y="1678"/>
              <a:ext cx="659" cy="2356"/>
            </a:xfrm>
            <a:custGeom>
              <a:avLst/>
              <a:gdLst>
                <a:gd name="T0" fmla="*/ 395 w 832"/>
                <a:gd name="T1" fmla="*/ 671 h 2981"/>
                <a:gd name="T2" fmla="*/ 383 w 832"/>
                <a:gd name="T3" fmla="*/ 454 h 2981"/>
                <a:gd name="T4" fmla="*/ 324 w 832"/>
                <a:gd name="T5" fmla="*/ 239 h 2981"/>
                <a:gd name="T6" fmla="*/ 280 w 832"/>
                <a:gd name="T7" fmla="*/ 228 h 2981"/>
                <a:gd name="T8" fmla="*/ 264 w 832"/>
                <a:gd name="T9" fmla="*/ 123 h 2981"/>
                <a:gd name="T10" fmla="*/ 267 w 832"/>
                <a:gd name="T11" fmla="*/ 97 h 2981"/>
                <a:gd name="T12" fmla="*/ 280 w 832"/>
                <a:gd name="T13" fmla="*/ 85 h 2981"/>
                <a:gd name="T14" fmla="*/ 272 w 832"/>
                <a:gd name="T15" fmla="*/ 48 h 2981"/>
                <a:gd name="T16" fmla="*/ 258 w 832"/>
                <a:gd name="T17" fmla="*/ 19 h 2981"/>
                <a:gd name="T18" fmla="*/ 229 w 832"/>
                <a:gd name="T19" fmla="*/ 7 h 2981"/>
                <a:gd name="T20" fmla="*/ 197 w 832"/>
                <a:gd name="T21" fmla="*/ 6 h 2981"/>
                <a:gd name="T22" fmla="*/ 143 w 832"/>
                <a:gd name="T23" fmla="*/ 32 h 2981"/>
                <a:gd name="T24" fmla="*/ 132 w 832"/>
                <a:gd name="T25" fmla="*/ 47 h 2981"/>
                <a:gd name="T26" fmla="*/ 131 w 832"/>
                <a:gd name="T27" fmla="*/ 70 h 2981"/>
                <a:gd name="T28" fmla="*/ 139 w 832"/>
                <a:gd name="T29" fmla="*/ 92 h 2981"/>
                <a:gd name="T30" fmla="*/ 146 w 832"/>
                <a:gd name="T31" fmla="*/ 100 h 2981"/>
                <a:gd name="T32" fmla="*/ 169 w 832"/>
                <a:gd name="T33" fmla="*/ 172 h 2981"/>
                <a:gd name="T34" fmla="*/ 99 w 832"/>
                <a:gd name="T35" fmla="*/ 235 h 2981"/>
                <a:gd name="T36" fmla="*/ 40 w 832"/>
                <a:gd name="T37" fmla="*/ 370 h 2981"/>
                <a:gd name="T38" fmla="*/ 18 w 832"/>
                <a:gd name="T39" fmla="*/ 616 h 2981"/>
                <a:gd name="T40" fmla="*/ 2 w 832"/>
                <a:gd name="T41" fmla="*/ 790 h 2981"/>
                <a:gd name="T42" fmla="*/ 18 w 832"/>
                <a:gd name="T43" fmla="*/ 827 h 2981"/>
                <a:gd name="T44" fmla="*/ 51 w 832"/>
                <a:gd name="T45" fmla="*/ 834 h 2981"/>
                <a:gd name="T46" fmla="*/ 55 w 832"/>
                <a:gd name="T47" fmla="*/ 821 h 2981"/>
                <a:gd name="T48" fmla="*/ 47 w 832"/>
                <a:gd name="T49" fmla="*/ 737 h 2981"/>
                <a:gd name="T50" fmla="*/ 95 w 832"/>
                <a:gd name="T51" fmla="*/ 889 h 2981"/>
                <a:gd name="T52" fmla="*/ 131 w 832"/>
                <a:gd name="T53" fmla="*/ 1232 h 2981"/>
                <a:gd name="T54" fmla="*/ 143 w 832"/>
                <a:gd name="T55" fmla="*/ 1407 h 2981"/>
                <a:gd name="T56" fmla="*/ 131 w 832"/>
                <a:gd name="T57" fmla="*/ 1461 h 2981"/>
                <a:gd name="T58" fmla="*/ 189 w 832"/>
                <a:gd name="T59" fmla="*/ 1464 h 2981"/>
                <a:gd name="T60" fmla="*/ 204 w 832"/>
                <a:gd name="T61" fmla="*/ 1396 h 2981"/>
                <a:gd name="T62" fmla="*/ 189 w 832"/>
                <a:gd name="T63" fmla="*/ 1302 h 2981"/>
                <a:gd name="T64" fmla="*/ 200 w 832"/>
                <a:gd name="T65" fmla="*/ 976 h 2981"/>
                <a:gd name="T66" fmla="*/ 200 w 832"/>
                <a:gd name="T67" fmla="*/ 779 h 2981"/>
                <a:gd name="T68" fmla="*/ 215 w 832"/>
                <a:gd name="T69" fmla="*/ 779 h 2981"/>
                <a:gd name="T70" fmla="*/ 214 w 832"/>
                <a:gd name="T71" fmla="*/ 976 h 2981"/>
                <a:gd name="T72" fmla="*/ 224 w 832"/>
                <a:gd name="T73" fmla="*/ 1302 h 2981"/>
                <a:gd name="T74" fmla="*/ 210 w 832"/>
                <a:gd name="T75" fmla="*/ 1396 h 2981"/>
                <a:gd name="T76" fmla="*/ 223 w 832"/>
                <a:gd name="T77" fmla="*/ 1459 h 2981"/>
                <a:gd name="T78" fmla="*/ 283 w 832"/>
                <a:gd name="T79" fmla="*/ 1461 h 2981"/>
                <a:gd name="T80" fmla="*/ 270 w 832"/>
                <a:gd name="T81" fmla="*/ 1407 h 2981"/>
                <a:gd name="T82" fmla="*/ 283 w 832"/>
                <a:gd name="T83" fmla="*/ 1235 h 2981"/>
                <a:gd name="T84" fmla="*/ 322 w 832"/>
                <a:gd name="T85" fmla="*/ 876 h 2981"/>
                <a:gd name="T86" fmla="*/ 367 w 832"/>
                <a:gd name="T87" fmla="*/ 737 h 2981"/>
                <a:gd name="T88" fmla="*/ 360 w 832"/>
                <a:gd name="T89" fmla="*/ 821 h 2981"/>
                <a:gd name="T90" fmla="*/ 364 w 832"/>
                <a:gd name="T91" fmla="*/ 834 h 2981"/>
                <a:gd name="T92" fmla="*/ 395 w 832"/>
                <a:gd name="T93" fmla="*/ 827 h 2981"/>
                <a:gd name="T94" fmla="*/ 412 w 832"/>
                <a:gd name="T95" fmla="*/ 790 h 2981"/>
                <a:gd name="T96" fmla="*/ 77 w 832"/>
                <a:gd name="T97" fmla="*/ 515 h 2981"/>
                <a:gd name="T98" fmla="*/ 92 w 832"/>
                <a:gd name="T99" fmla="*/ 516 h 2981"/>
                <a:gd name="T100" fmla="*/ 322 w 832"/>
                <a:gd name="T101" fmla="*/ 438 h 2981"/>
                <a:gd name="T102" fmla="*/ 324 w 832"/>
                <a:gd name="T103" fmla="*/ 515 h 2981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0" t="0" r="r" b="b"/>
              <a:pathLst>
                <a:path w="832" h="2981">
                  <a:moveTo>
                    <a:pt x="829" y="1600"/>
                  </a:moveTo>
                  <a:cubicBezTo>
                    <a:pt x="826" y="1594"/>
                    <a:pt x="820" y="1547"/>
                    <a:pt x="813" y="1520"/>
                  </a:cubicBezTo>
                  <a:cubicBezTo>
                    <a:pt x="807" y="1498"/>
                    <a:pt x="792" y="1402"/>
                    <a:pt x="796" y="1359"/>
                  </a:cubicBezTo>
                  <a:cubicBezTo>
                    <a:pt x="798" y="1324"/>
                    <a:pt x="793" y="1272"/>
                    <a:pt x="794" y="1249"/>
                  </a:cubicBezTo>
                  <a:cubicBezTo>
                    <a:pt x="795" y="1120"/>
                    <a:pt x="787" y="1053"/>
                    <a:pt x="782" y="1029"/>
                  </a:cubicBezTo>
                  <a:cubicBezTo>
                    <a:pt x="777" y="1005"/>
                    <a:pt x="770" y="971"/>
                    <a:pt x="770" y="919"/>
                  </a:cubicBezTo>
                  <a:cubicBezTo>
                    <a:pt x="770" y="867"/>
                    <a:pt x="756" y="798"/>
                    <a:pt x="752" y="748"/>
                  </a:cubicBezTo>
                  <a:cubicBezTo>
                    <a:pt x="750" y="720"/>
                    <a:pt x="738" y="682"/>
                    <a:pt x="732" y="643"/>
                  </a:cubicBezTo>
                  <a:cubicBezTo>
                    <a:pt x="727" y="605"/>
                    <a:pt x="676" y="494"/>
                    <a:pt x="653" y="486"/>
                  </a:cubicBezTo>
                  <a:cubicBezTo>
                    <a:pt x="647" y="484"/>
                    <a:pt x="638" y="478"/>
                    <a:pt x="632" y="477"/>
                  </a:cubicBezTo>
                  <a:cubicBezTo>
                    <a:pt x="623" y="475"/>
                    <a:pt x="618" y="471"/>
                    <a:pt x="610" y="470"/>
                  </a:cubicBezTo>
                  <a:cubicBezTo>
                    <a:pt x="592" y="467"/>
                    <a:pt x="577" y="464"/>
                    <a:pt x="563" y="460"/>
                  </a:cubicBezTo>
                  <a:cubicBezTo>
                    <a:pt x="535" y="451"/>
                    <a:pt x="486" y="404"/>
                    <a:pt x="497" y="351"/>
                  </a:cubicBezTo>
                  <a:cubicBezTo>
                    <a:pt x="514" y="339"/>
                    <a:pt x="513" y="316"/>
                    <a:pt x="517" y="305"/>
                  </a:cubicBezTo>
                  <a:cubicBezTo>
                    <a:pt x="521" y="294"/>
                    <a:pt x="527" y="265"/>
                    <a:pt x="530" y="251"/>
                  </a:cubicBezTo>
                  <a:cubicBezTo>
                    <a:pt x="533" y="240"/>
                    <a:pt x="536" y="225"/>
                    <a:pt x="539" y="211"/>
                  </a:cubicBezTo>
                  <a:cubicBezTo>
                    <a:pt x="540" y="209"/>
                    <a:pt x="540" y="209"/>
                    <a:pt x="540" y="209"/>
                  </a:cubicBezTo>
                  <a:cubicBezTo>
                    <a:pt x="539" y="206"/>
                    <a:pt x="539" y="202"/>
                    <a:pt x="538" y="198"/>
                  </a:cubicBezTo>
                  <a:cubicBezTo>
                    <a:pt x="541" y="196"/>
                    <a:pt x="544" y="195"/>
                    <a:pt x="544" y="195"/>
                  </a:cubicBezTo>
                  <a:cubicBezTo>
                    <a:pt x="548" y="195"/>
                    <a:pt x="548" y="189"/>
                    <a:pt x="552" y="187"/>
                  </a:cubicBezTo>
                  <a:cubicBezTo>
                    <a:pt x="557" y="186"/>
                    <a:pt x="563" y="178"/>
                    <a:pt x="564" y="173"/>
                  </a:cubicBezTo>
                  <a:cubicBezTo>
                    <a:pt x="566" y="162"/>
                    <a:pt x="558" y="160"/>
                    <a:pt x="559" y="150"/>
                  </a:cubicBezTo>
                  <a:cubicBezTo>
                    <a:pt x="560" y="146"/>
                    <a:pt x="562" y="142"/>
                    <a:pt x="562" y="137"/>
                  </a:cubicBezTo>
                  <a:cubicBezTo>
                    <a:pt x="561" y="125"/>
                    <a:pt x="555" y="108"/>
                    <a:pt x="548" y="97"/>
                  </a:cubicBezTo>
                  <a:cubicBezTo>
                    <a:pt x="541" y="85"/>
                    <a:pt x="547" y="89"/>
                    <a:pt x="548" y="75"/>
                  </a:cubicBezTo>
                  <a:cubicBezTo>
                    <a:pt x="549" y="64"/>
                    <a:pt x="543" y="57"/>
                    <a:pt x="536" y="49"/>
                  </a:cubicBezTo>
                  <a:cubicBezTo>
                    <a:pt x="530" y="43"/>
                    <a:pt x="525" y="42"/>
                    <a:pt x="519" y="38"/>
                  </a:cubicBezTo>
                  <a:cubicBezTo>
                    <a:pt x="517" y="37"/>
                    <a:pt x="517" y="37"/>
                    <a:pt x="514" y="36"/>
                  </a:cubicBezTo>
                  <a:cubicBezTo>
                    <a:pt x="506" y="30"/>
                    <a:pt x="503" y="21"/>
                    <a:pt x="492" y="17"/>
                  </a:cubicBezTo>
                  <a:cubicBezTo>
                    <a:pt x="481" y="12"/>
                    <a:pt x="472" y="17"/>
                    <a:pt x="461" y="14"/>
                  </a:cubicBezTo>
                  <a:cubicBezTo>
                    <a:pt x="447" y="10"/>
                    <a:pt x="435" y="0"/>
                    <a:pt x="420" y="8"/>
                  </a:cubicBezTo>
                  <a:cubicBezTo>
                    <a:pt x="418" y="9"/>
                    <a:pt x="416" y="13"/>
                    <a:pt x="414" y="13"/>
                  </a:cubicBezTo>
                  <a:cubicBezTo>
                    <a:pt x="409" y="15"/>
                    <a:pt x="401" y="12"/>
                    <a:pt x="396" y="11"/>
                  </a:cubicBezTo>
                  <a:cubicBezTo>
                    <a:pt x="383" y="11"/>
                    <a:pt x="373" y="16"/>
                    <a:pt x="361" y="19"/>
                  </a:cubicBezTo>
                  <a:cubicBezTo>
                    <a:pt x="348" y="23"/>
                    <a:pt x="323" y="31"/>
                    <a:pt x="321" y="47"/>
                  </a:cubicBezTo>
                  <a:cubicBezTo>
                    <a:pt x="307" y="44"/>
                    <a:pt x="288" y="50"/>
                    <a:pt x="286" y="66"/>
                  </a:cubicBezTo>
                  <a:cubicBezTo>
                    <a:pt x="286" y="70"/>
                    <a:pt x="288" y="75"/>
                    <a:pt x="286" y="79"/>
                  </a:cubicBezTo>
                  <a:cubicBezTo>
                    <a:pt x="285" y="81"/>
                    <a:pt x="281" y="81"/>
                    <a:pt x="279" y="82"/>
                  </a:cubicBezTo>
                  <a:cubicBezTo>
                    <a:pt x="274" y="86"/>
                    <a:pt x="270" y="90"/>
                    <a:pt x="267" y="95"/>
                  </a:cubicBezTo>
                  <a:cubicBezTo>
                    <a:pt x="261" y="106"/>
                    <a:pt x="262" y="118"/>
                    <a:pt x="266" y="129"/>
                  </a:cubicBezTo>
                  <a:cubicBezTo>
                    <a:pt x="268" y="135"/>
                    <a:pt x="269" y="134"/>
                    <a:pt x="267" y="138"/>
                  </a:cubicBezTo>
                  <a:cubicBezTo>
                    <a:pt x="267" y="139"/>
                    <a:pt x="263" y="142"/>
                    <a:pt x="262" y="143"/>
                  </a:cubicBezTo>
                  <a:cubicBezTo>
                    <a:pt x="260" y="147"/>
                    <a:pt x="261" y="153"/>
                    <a:pt x="261" y="156"/>
                  </a:cubicBezTo>
                  <a:cubicBezTo>
                    <a:pt x="262" y="164"/>
                    <a:pt x="264" y="171"/>
                    <a:pt x="271" y="175"/>
                  </a:cubicBezTo>
                  <a:cubicBezTo>
                    <a:pt x="265" y="183"/>
                    <a:pt x="276" y="184"/>
                    <a:pt x="280" y="187"/>
                  </a:cubicBezTo>
                  <a:cubicBezTo>
                    <a:pt x="280" y="187"/>
                    <a:pt x="286" y="191"/>
                    <a:pt x="285" y="191"/>
                  </a:cubicBezTo>
                  <a:cubicBezTo>
                    <a:pt x="286" y="191"/>
                    <a:pt x="289" y="194"/>
                    <a:pt x="292" y="196"/>
                  </a:cubicBezTo>
                  <a:cubicBezTo>
                    <a:pt x="292" y="198"/>
                    <a:pt x="293" y="201"/>
                    <a:pt x="293" y="203"/>
                  </a:cubicBezTo>
                  <a:cubicBezTo>
                    <a:pt x="297" y="219"/>
                    <a:pt x="299" y="236"/>
                    <a:pt x="302" y="251"/>
                  </a:cubicBezTo>
                  <a:cubicBezTo>
                    <a:pt x="305" y="265"/>
                    <a:pt x="312" y="294"/>
                    <a:pt x="316" y="305"/>
                  </a:cubicBezTo>
                  <a:cubicBezTo>
                    <a:pt x="319" y="316"/>
                    <a:pt x="324" y="340"/>
                    <a:pt x="339" y="349"/>
                  </a:cubicBezTo>
                  <a:cubicBezTo>
                    <a:pt x="358" y="395"/>
                    <a:pt x="297" y="451"/>
                    <a:pt x="269" y="460"/>
                  </a:cubicBezTo>
                  <a:cubicBezTo>
                    <a:pt x="255" y="464"/>
                    <a:pt x="240" y="467"/>
                    <a:pt x="223" y="470"/>
                  </a:cubicBezTo>
                  <a:cubicBezTo>
                    <a:pt x="215" y="471"/>
                    <a:pt x="209" y="474"/>
                    <a:pt x="200" y="476"/>
                  </a:cubicBezTo>
                  <a:cubicBezTo>
                    <a:pt x="194" y="477"/>
                    <a:pt x="186" y="483"/>
                    <a:pt x="181" y="485"/>
                  </a:cubicBezTo>
                  <a:cubicBezTo>
                    <a:pt x="153" y="496"/>
                    <a:pt x="105" y="599"/>
                    <a:pt x="99" y="637"/>
                  </a:cubicBezTo>
                  <a:cubicBezTo>
                    <a:pt x="93" y="675"/>
                    <a:pt x="83" y="721"/>
                    <a:pt x="80" y="749"/>
                  </a:cubicBezTo>
                  <a:cubicBezTo>
                    <a:pt x="76" y="799"/>
                    <a:pt x="62" y="867"/>
                    <a:pt x="63" y="919"/>
                  </a:cubicBezTo>
                  <a:cubicBezTo>
                    <a:pt x="63" y="971"/>
                    <a:pt x="56" y="1005"/>
                    <a:pt x="51" y="1029"/>
                  </a:cubicBezTo>
                  <a:cubicBezTo>
                    <a:pt x="46" y="1053"/>
                    <a:pt x="35" y="1117"/>
                    <a:pt x="36" y="1247"/>
                  </a:cubicBezTo>
                  <a:cubicBezTo>
                    <a:pt x="37" y="1270"/>
                    <a:pt x="36" y="1332"/>
                    <a:pt x="38" y="1367"/>
                  </a:cubicBezTo>
                  <a:cubicBezTo>
                    <a:pt x="42" y="1410"/>
                    <a:pt x="25" y="1498"/>
                    <a:pt x="20" y="1520"/>
                  </a:cubicBezTo>
                  <a:cubicBezTo>
                    <a:pt x="13" y="1547"/>
                    <a:pt x="7" y="1594"/>
                    <a:pt x="3" y="1600"/>
                  </a:cubicBezTo>
                  <a:cubicBezTo>
                    <a:pt x="0" y="1607"/>
                    <a:pt x="7" y="1615"/>
                    <a:pt x="10" y="1622"/>
                  </a:cubicBezTo>
                  <a:cubicBezTo>
                    <a:pt x="13" y="1629"/>
                    <a:pt x="13" y="1636"/>
                    <a:pt x="17" y="1646"/>
                  </a:cubicBezTo>
                  <a:cubicBezTo>
                    <a:pt x="20" y="1653"/>
                    <a:pt x="31" y="1668"/>
                    <a:pt x="36" y="1677"/>
                  </a:cubicBezTo>
                  <a:cubicBezTo>
                    <a:pt x="42" y="1686"/>
                    <a:pt x="62" y="1696"/>
                    <a:pt x="79" y="1702"/>
                  </a:cubicBezTo>
                  <a:cubicBezTo>
                    <a:pt x="90" y="1706"/>
                    <a:pt x="112" y="1718"/>
                    <a:pt x="114" y="1713"/>
                  </a:cubicBezTo>
                  <a:cubicBezTo>
                    <a:pt x="118" y="1701"/>
                    <a:pt x="110" y="1694"/>
                    <a:pt x="102" y="1689"/>
                  </a:cubicBezTo>
                  <a:cubicBezTo>
                    <a:pt x="96" y="1686"/>
                    <a:pt x="112" y="1696"/>
                    <a:pt x="115" y="1686"/>
                  </a:cubicBezTo>
                  <a:cubicBezTo>
                    <a:pt x="116" y="1682"/>
                    <a:pt x="116" y="1681"/>
                    <a:pt x="114" y="1676"/>
                  </a:cubicBezTo>
                  <a:cubicBezTo>
                    <a:pt x="115" y="1669"/>
                    <a:pt x="114" y="1669"/>
                    <a:pt x="110" y="1664"/>
                  </a:cubicBezTo>
                  <a:cubicBezTo>
                    <a:pt x="118" y="1661"/>
                    <a:pt x="116" y="1631"/>
                    <a:pt x="109" y="1612"/>
                  </a:cubicBezTo>
                  <a:cubicBezTo>
                    <a:pt x="110" y="1600"/>
                    <a:pt x="118" y="1566"/>
                    <a:pt x="102" y="1535"/>
                  </a:cubicBezTo>
                  <a:cubicBezTo>
                    <a:pt x="93" y="1520"/>
                    <a:pt x="93" y="1503"/>
                    <a:pt x="94" y="1493"/>
                  </a:cubicBezTo>
                  <a:cubicBezTo>
                    <a:pt x="91" y="1481"/>
                    <a:pt x="96" y="1435"/>
                    <a:pt x="104" y="1386"/>
                  </a:cubicBezTo>
                  <a:cubicBezTo>
                    <a:pt x="107" y="1433"/>
                    <a:pt x="125" y="1485"/>
                    <a:pt x="134" y="1572"/>
                  </a:cubicBezTo>
                  <a:cubicBezTo>
                    <a:pt x="142" y="1654"/>
                    <a:pt x="170" y="1711"/>
                    <a:pt x="191" y="1802"/>
                  </a:cubicBezTo>
                  <a:cubicBezTo>
                    <a:pt x="209" y="1883"/>
                    <a:pt x="233" y="1978"/>
                    <a:pt x="230" y="2043"/>
                  </a:cubicBezTo>
                  <a:cubicBezTo>
                    <a:pt x="227" y="2104"/>
                    <a:pt x="229" y="2131"/>
                    <a:pt x="240" y="2173"/>
                  </a:cubicBezTo>
                  <a:cubicBezTo>
                    <a:pt x="249" y="2211"/>
                    <a:pt x="244" y="2386"/>
                    <a:pt x="263" y="2496"/>
                  </a:cubicBezTo>
                  <a:cubicBezTo>
                    <a:pt x="282" y="2605"/>
                    <a:pt x="286" y="2679"/>
                    <a:pt x="292" y="2705"/>
                  </a:cubicBezTo>
                  <a:cubicBezTo>
                    <a:pt x="304" y="2762"/>
                    <a:pt x="293" y="2769"/>
                    <a:pt x="298" y="2797"/>
                  </a:cubicBezTo>
                  <a:cubicBezTo>
                    <a:pt x="303" y="2826"/>
                    <a:pt x="304" y="2822"/>
                    <a:pt x="289" y="2850"/>
                  </a:cubicBezTo>
                  <a:cubicBezTo>
                    <a:pt x="276" y="2869"/>
                    <a:pt x="255" y="2908"/>
                    <a:pt x="248" y="2916"/>
                  </a:cubicBezTo>
                  <a:cubicBezTo>
                    <a:pt x="241" y="2925"/>
                    <a:pt x="244" y="2934"/>
                    <a:pt x="248" y="2939"/>
                  </a:cubicBezTo>
                  <a:cubicBezTo>
                    <a:pt x="242" y="2953"/>
                    <a:pt x="258" y="2960"/>
                    <a:pt x="263" y="2960"/>
                  </a:cubicBezTo>
                  <a:cubicBezTo>
                    <a:pt x="261" y="2976"/>
                    <a:pt x="290" y="2974"/>
                    <a:pt x="297" y="2967"/>
                  </a:cubicBezTo>
                  <a:cubicBezTo>
                    <a:pt x="305" y="2976"/>
                    <a:pt x="327" y="2976"/>
                    <a:pt x="336" y="2965"/>
                  </a:cubicBezTo>
                  <a:cubicBezTo>
                    <a:pt x="350" y="2977"/>
                    <a:pt x="372" y="2981"/>
                    <a:pt x="380" y="2967"/>
                  </a:cubicBezTo>
                  <a:cubicBezTo>
                    <a:pt x="394" y="2945"/>
                    <a:pt x="407" y="2931"/>
                    <a:pt x="406" y="2915"/>
                  </a:cubicBezTo>
                  <a:cubicBezTo>
                    <a:pt x="404" y="2899"/>
                    <a:pt x="407" y="2894"/>
                    <a:pt x="411" y="2875"/>
                  </a:cubicBezTo>
                  <a:cubicBezTo>
                    <a:pt x="414" y="2856"/>
                    <a:pt x="417" y="2841"/>
                    <a:pt x="410" y="2827"/>
                  </a:cubicBezTo>
                  <a:cubicBezTo>
                    <a:pt x="403" y="2813"/>
                    <a:pt x="402" y="2807"/>
                    <a:pt x="402" y="2793"/>
                  </a:cubicBezTo>
                  <a:cubicBezTo>
                    <a:pt x="402" y="2779"/>
                    <a:pt x="407" y="2758"/>
                    <a:pt x="399" y="2741"/>
                  </a:cubicBezTo>
                  <a:cubicBezTo>
                    <a:pt x="390" y="2723"/>
                    <a:pt x="380" y="2682"/>
                    <a:pt x="381" y="2637"/>
                  </a:cubicBezTo>
                  <a:cubicBezTo>
                    <a:pt x="383" y="2592"/>
                    <a:pt x="416" y="2338"/>
                    <a:pt x="402" y="2252"/>
                  </a:cubicBezTo>
                  <a:cubicBezTo>
                    <a:pt x="388" y="2165"/>
                    <a:pt x="393" y="2147"/>
                    <a:pt x="397" y="2118"/>
                  </a:cubicBezTo>
                  <a:cubicBezTo>
                    <a:pt x="400" y="2088"/>
                    <a:pt x="409" y="2040"/>
                    <a:pt x="401" y="1978"/>
                  </a:cubicBezTo>
                  <a:cubicBezTo>
                    <a:pt x="398" y="1954"/>
                    <a:pt x="399" y="1853"/>
                    <a:pt x="400" y="1751"/>
                  </a:cubicBezTo>
                  <a:cubicBezTo>
                    <a:pt x="400" y="1685"/>
                    <a:pt x="419" y="1598"/>
                    <a:pt x="401" y="1580"/>
                  </a:cubicBezTo>
                  <a:cubicBezTo>
                    <a:pt x="401" y="1579"/>
                    <a:pt x="401" y="1579"/>
                    <a:pt x="401" y="1579"/>
                  </a:cubicBezTo>
                  <a:cubicBezTo>
                    <a:pt x="406" y="1581"/>
                    <a:pt x="410" y="1582"/>
                    <a:pt x="415" y="1582"/>
                  </a:cubicBezTo>
                  <a:cubicBezTo>
                    <a:pt x="416" y="1582"/>
                    <a:pt x="416" y="1582"/>
                    <a:pt x="416" y="1582"/>
                  </a:cubicBezTo>
                  <a:cubicBezTo>
                    <a:pt x="421" y="1582"/>
                    <a:pt x="427" y="1581"/>
                    <a:pt x="433" y="1578"/>
                  </a:cubicBezTo>
                  <a:cubicBezTo>
                    <a:pt x="431" y="1580"/>
                    <a:pt x="431" y="1580"/>
                    <a:pt x="431" y="1580"/>
                  </a:cubicBezTo>
                  <a:cubicBezTo>
                    <a:pt x="414" y="1598"/>
                    <a:pt x="432" y="1685"/>
                    <a:pt x="433" y="1751"/>
                  </a:cubicBezTo>
                  <a:cubicBezTo>
                    <a:pt x="433" y="1853"/>
                    <a:pt x="434" y="1954"/>
                    <a:pt x="431" y="1978"/>
                  </a:cubicBezTo>
                  <a:cubicBezTo>
                    <a:pt x="423" y="2040"/>
                    <a:pt x="432" y="2088"/>
                    <a:pt x="436" y="2118"/>
                  </a:cubicBezTo>
                  <a:cubicBezTo>
                    <a:pt x="439" y="2147"/>
                    <a:pt x="444" y="2165"/>
                    <a:pt x="430" y="2252"/>
                  </a:cubicBezTo>
                  <a:cubicBezTo>
                    <a:pt x="416" y="2338"/>
                    <a:pt x="449" y="2592"/>
                    <a:pt x="451" y="2637"/>
                  </a:cubicBezTo>
                  <a:cubicBezTo>
                    <a:pt x="453" y="2682"/>
                    <a:pt x="442" y="2723"/>
                    <a:pt x="434" y="2741"/>
                  </a:cubicBezTo>
                  <a:cubicBezTo>
                    <a:pt x="425" y="2758"/>
                    <a:pt x="430" y="2779"/>
                    <a:pt x="430" y="2793"/>
                  </a:cubicBezTo>
                  <a:cubicBezTo>
                    <a:pt x="430" y="2807"/>
                    <a:pt x="430" y="2813"/>
                    <a:pt x="423" y="2827"/>
                  </a:cubicBezTo>
                  <a:cubicBezTo>
                    <a:pt x="416" y="2841"/>
                    <a:pt x="418" y="2856"/>
                    <a:pt x="422" y="2875"/>
                  </a:cubicBezTo>
                  <a:cubicBezTo>
                    <a:pt x="425" y="2894"/>
                    <a:pt x="429" y="2899"/>
                    <a:pt x="427" y="2915"/>
                  </a:cubicBezTo>
                  <a:cubicBezTo>
                    <a:pt x="425" y="2931"/>
                    <a:pt x="437" y="2939"/>
                    <a:pt x="450" y="2956"/>
                  </a:cubicBezTo>
                  <a:cubicBezTo>
                    <a:pt x="467" y="2979"/>
                    <a:pt x="483" y="2977"/>
                    <a:pt x="496" y="2965"/>
                  </a:cubicBezTo>
                  <a:cubicBezTo>
                    <a:pt x="505" y="2976"/>
                    <a:pt x="527" y="2976"/>
                    <a:pt x="535" y="2967"/>
                  </a:cubicBezTo>
                  <a:cubicBezTo>
                    <a:pt x="542" y="2974"/>
                    <a:pt x="571" y="2976"/>
                    <a:pt x="570" y="2960"/>
                  </a:cubicBezTo>
                  <a:cubicBezTo>
                    <a:pt x="575" y="2960"/>
                    <a:pt x="590" y="2953"/>
                    <a:pt x="585" y="2939"/>
                  </a:cubicBezTo>
                  <a:cubicBezTo>
                    <a:pt x="588" y="2934"/>
                    <a:pt x="592" y="2925"/>
                    <a:pt x="585" y="2916"/>
                  </a:cubicBezTo>
                  <a:cubicBezTo>
                    <a:pt x="578" y="2908"/>
                    <a:pt x="556" y="2869"/>
                    <a:pt x="543" y="2850"/>
                  </a:cubicBezTo>
                  <a:cubicBezTo>
                    <a:pt x="528" y="2822"/>
                    <a:pt x="529" y="2826"/>
                    <a:pt x="534" y="2797"/>
                  </a:cubicBezTo>
                  <a:cubicBezTo>
                    <a:pt x="540" y="2769"/>
                    <a:pt x="528" y="2762"/>
                    <a:pt x="541" y="2705"/>
                  </a:cubicBezTo>
                  <a:cubicBezTo>
                    <a:pt x="546" y="2679"/>
                    <a:pt x="552" y="2613"/>
                    <a:pt x="570" y="2502"/>
                  </a:cubicBezTo>
                  <a:cubicBezTo>
                    <a:pt x="588" y="2389"/>
                    <a:pt x="590" y="2212"/>
                    <a:pt x="593" y="2173"/>
                  </a:cubicBezTo>
                  <a:cubicBezTo>
                    <a:pt x="596" y="2134"/>
                    <a:pt x="608" y="2096"/>
                    <a:pt x="606" y="2028"/>
                  </a:cubicBezTo>
                  <a:cubicBezTo>
                    <a:pt x="603" y="1967"/>
                    <a:pt x="628" y="1856"/>
                    <a:pt x="646" y="1775"/>
                  </a:cubicBezTo>
                  <a:cubicBezTo>
                    <a:pt x="667" y="1684"/>
                    <a:pt x="698" y="1655"/>
                    <a:pt x="707" y="1573"/>
                  </a:cubicBezTo>
                  <a:cubicBezTo>
                    <a:pt x="714" y="1505"/>
                    <a:pt x="726" y="1456"/>
                    <a:pt x="732" y="1413"/>
                  </a:cubicBezTo>
                  <a:cubicBezTo>
                    <a:pt x="738" y="1452"/>
                    <a:pt x="741" y="1483"/>
                    <a:pt x="739" y="1493"/>
                  </a:cubicBezTo>
                  <a:cubicBezTo>
                    <a:pt x="739" y="1503"/>
                    <a:pt x="737" y="1518"/>
                    <a:pt x="731" y="1535"/>
                  </a:cubicBezTo>
                  <a:cubicBezTo>
                    <a:pt x="722" y="1562"/>
                    <a:pt x="723" y="1600"/>
                    <a:pt x="724" y="1612"/>
                  </a:cubicBezTo>
                  <a:cubicBezTo>
                    <a:pt x="721" y="1628"/>
                    <a:pt x="715" y="1661"/>
                    <a:pt x="723" y="1664"/>
                  </a:cubicBezTo>
                  <a:cubicBezTo>
                    <a:pt x="719" y="1669"/>
                    <a:pt x="717" y="1669"/>
                    <a:pt x="719" y="1676"/>
                  </a:cubicBezTo>
                  <a:cubicBezTo>
                    <a:pt x="717" y="1681"/>
                    <a:pt x="716" y="1682"/>
                    <a:pt x="718" y="1686"/>
                  </a:cubicBezTo>
                  <a:cubicBezTo>
                    <a:pt x="721" y="1696"/>
                    <a:pt x="736" y="1686"/>
                    <a:pt x="731" y="1689"/>
                  </a:cubicBezTo>
                  <a:cubicBezTo>
                    <a:pt x="722" y="1694"/>
                    <a:pt x="715" y="1701"/>
                    <a:pt x="719" y="1713"/>
                  </a:cubicBezTo>
                  <a:cubicBezTo>
                    <a:pt x="721" y="1718"/>
                    <a:pt x="742" y="1706"/>
                    <a:pt x="753" y="1702"/>
                  </a:cubicBezTo>
                  <a:cubicBezTo>
                    <a:pt x="770" y="1696"/>
                    <a:pt x="791" y="1686"/>
                    <a:pt x="796" y="1677"/>
                  </a:cubicBezTo>
                  <a:cubicBezTo>
                    <a:pt x="801" y="1668"/>
                    <a:pt x="812" y="1653"/>
                    <a:pt x="815" y="1646"/>
                  </a:cubicBezTo>
                  <a:cubicBezTo>
                    <a:pt x="820" y="1636"/>
                    <a:pt x="819" y="1629"/>
                    <a:pt x="822" y="1622"/>
                  </a:cubicBezTo>
                  <a:cubicBezTo>
                    <a:pt x="826" y="1615"/>
                    <a:pt x="832" y="1607"/>
                    <a:pt x="829" y="1600"/>
                  </a:cubicBezTo>
                  <a:close/>
                  <a:moveTo>
                    <a:pt x="185" y="1045"/>
                  </a:moveTo>
                  <a:cubicBezTo>
                    <a:pt x="186" y="1073"/>
                    <a:pt x="168" y="1110"/>
                    <a:pt x="152" y="1139"/>
                  </a:cubicBezTo>
                  <a:cubicBezTo>
                    <a:pt x="156" y="1090"/>
                    <a:pt x="153" y="1054"/>
                    <a:pt x="155" y="1043"/>
                  </a:cubicBezTo>
                  <a:cubicBezTo>
                    <a:pt x="159" y="1025"/>
                    <a:pt x="179" y="931"/>
                    <a:pt x="185" y="888"/>
                  </a:cubicBezTo>
                  <a:cubicBezTo>
                    <a:pt x="186" y="889"/>
                    <a:pt x="186" y="889"/>
                    <a:pt x="186" y="889"/>
                  </a:cubicBezTo>
                  <a:cubicBezTo>
                    <a:pt x="180" y="948"/>
                    <a:pt x="184" y="1018"/>
                    <a:pt x="185" y="1045"/>
                  </a:cubicBezTo>
                  <a:close/>
                  <a:moveTo>
                    <a:pt x="651" y="1043"/>
                  </a:moveTo>
                  <a:cubicBezTo>
                    <a:pt x="652" y="1018"/>
                    <a:pt x="650" y="985"/>
                    <a:pt x="654" y="932"/>
                  </a:cubicBezTo>
                  <a:cubicBezTo>
                    <a:pt x="647" y="887"/>
                    <a:pt x="647" y="887"/>
                    <a:pt x="647" y="887"/>
                  </a:cubicBezTo>
                  <a:cubicBezTo>
                    <a:pt x="653" y="929"/>
                    <a:pt x="674" y="1025"/>
                    <a:pt x="677" y="1043"/>
                  </a:cubicBezTo>
                  <a:cubicBezTo>
                    <a:pt x="679" y="1054"/>
                    <a:pt x="677" y="1090"/>
                    <a:pt x="681" y="1139"/>
                  </a:cubicBezTo>
                  <a:cubicBezTo>
                    <a:pt x="666" y="1111"/>
                    <a:pt x="649" y="1075"/>
                    <a:pt x="651" y="1043"/>
                  </a:cubicBezTo>
                  <a:close/>
                </a:path>
              </a:pathLst>
            </a:custGeom>
            <a:solidFill>
              <a:srgbClr val="FFCCCC"/>
            </a:solidFill>
            <a:ln w="4763" cap="rnd">
              <a:solidFill>
                <a:srgbClr val="494E4E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fr-FR"/>
            </a:p>
          </p:txBody>
        </p:sp>
      </p:grpSp>
      <p:grpSp>
        <p:nvGrpSpPr>
          <p:cNvPr id="65545" name="Elderly-woman-with-walking-cane">
            <a:extLst>
              <a:ext uri="{FF2B5EF4-FFF2-40B4-BE49-F238E27FC236}">
                <a16:creationId xmlns:a16="http://schemas.microsoft.com/office/drawing/2014/main" id="{ADE9AF98-2ADA-41C1-B98E-9B21FB607405}"/>
              </a:ext>
            </a:extLst>
          </p:cNvPr>
          <p:cNvGrpSpPr>
            <a:grpSpLocks/>
          </p:cNvGrpSpPr>
          <p:nvPr/>
        </p:nvGrpSpPr>
        <p:grpSpPr bwMode="auto">
          <a:xfrm>
            <a:off x="8763000" y="2514600"/>
            <a:ext cx="1058863" cy="3144838"/>
            <a:chOff x="3297" y="1948"/>
            <a:chExt cx="699" cy="2077"/>
          </a:xfrm>
        </p:grpSpPr>
        <p:sp>
          <p:nvSpPr>
            <p:cNvPr id="65546" name="Freeform 25">
              <a:extLst>
                <a:ext uri="{FF2B5EF4-FFF2-40B4-BE49-F238E27FC236}">
                  <a16:creationId xmlns:a16="http://schemas.microsoft.com/office/drawing/2014/main" id="{2F66EF70-1602-44CA-BAFA-25947BBCC94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297" y="1948"/>
              <a:ext cx="699" cy="2077"/>
            </a:xfrm>
            <a:custGeom>
              <a:avLst/>
              <a:gdLst>
                <a:gd name="T0" fmla="*/ 766 w 624"/>
                <a:gd name="T1" fmla="*/ 1054 h 1856"/>
                <a:gd name="T2" fmla="*/ 524 w 624"/>
                <a:gd name="T3" fmla="*/ 835 h 1856"/>
                <a:gd name="T4" fmla="*/ 490 w 624"/>
                <a:gd name="T5" fmla="*/ 718 h 1856"/>
                <a:gd name="T6" fmla="*/ 410 w 624"/>
                <a:gd name="T7" fmla="*/ 527 h 1856"/>
                <a:gd name="T8" fmla="*/ 481 w 624"/>
                <a:gd name="T9" fmla="*/ 462 h 1856"/>
                <a:gd name="T10" fmla="*/ 595 w 624"/>
                <a:gd name="T11" fmla="*/ 469 h 1856"/>
                <a:gd name="T12" fmla="*/ 634 w 624"/>
                <a:gd name="T13" fmla="*/ 443 h 1856"/>
                <a:gd name="T14" fmla="*/ 660 w 624"/>
                <a:gd name="T15" fmla="*/ 360 h 1856"/>
                <a:gd name="T16" fmla="*/ 670 w 624"/>
                <a:gd name="T17" fmla="*/ 298 h 1856"/>
                <a:gd name="T18" fmla="*/ 662 w 624"/>
                <a:gd name="T19" fmla="*/ 154 h 1856"/>
                <a:gd name="T20" fmla="*/ 393 w 624"/>
                <a:gd name="T21" fmla="*/ 57 h 1856"/>
                <a:gd name="T22" fmla="*/ 326 w 624"/>
                <a:gd name="T23" fmla="*/ 178 h 1856"/>
                <a:gd name="T24" fmla="*/ 335 w 624"/>
                <a:gd name="T25" fmla="*/ 280 h 1856"/>
                <a:gd name="T26" fmla="*/ 253 w 624"/>
                <a:gd name="T27" fmla="*/ 350 h 1856"/>
                <a:gd name="T28" fmla="*/ 40 w 624"/>
                <a:gd name="T29" fmla="*/ 891 h 1856"/>
                <a:gd name="T30" fmla="*/ 77 w 624"/>
                <a:gd name="T31" fmla="*/ 1256 h 1856"/>
                <a:gd name="T32" fmla="*/ 97 w 624"/>
                <a:gd name="T33" fmla="*/ 1521 h 1856"/>
                <a:gd name="T34" fmla="*/ 127 w 624"/>
                <a:gd name="T35" fmla="*/ 1879 h 1856"/>
                <a:gd name="T36" fmla="*/ 131 w 624"/>
                <a:gd name="T37" fmla="*/ 2240 h 1856"/>
                <a:gd name="T38" fmla="*/ 114 w 624"/>
                <a:gd name="T39" fmla="*/ 2500 h 1856"/>
                <a:gd name="T40" fmla="*/ 131 w 624"/>
                <a:gd name="T41" fmla="*/ 2581 h 1856"/>
                <a:gd name="T42" fmla="*/ 399 w 624"/>
                <a:gd name="T43" fmla="*/ 2586 h 1856"/>
                <a:gd name="T44" fmla="*/ 445 w 624"/>
                <a:gd name="T45" fmla="*/ 2597 h 1856"/>
                <a:gd name="T46" fmla="*/ 459 w 624"/>
                <a:gd name="T47" fmla="*/ 2601 h 1856"/>
                <a:gd name="T48" fmla="*/ 498 w 624"/>
                <a:gd name="T49" fmla="*/ 2585 h 1856"/>
                <a:gd name="T50" fmla="*/ 507 w 624"/>
                <a:gd name="T51" fmla="*/ 2581 h 1856"/>
                <a:gd name="T52" fmla="*/ 490 w 624"/>
                <a:gd name="T53" fmla="*/ 2535 h 1856"/>
                <a:gd name="T54" fmla="*/ 386 w 624"/>
                <a:gd name="T55" fmla="*/ 2503 h 1856"/>
                <a:gd name="T56" fmla="*/ 466 w 624"/>
                <a:gd name="T57" fmla="*/ 2500 h 1856"/>
                <a:gd name="T58" fmla="*/ 448 w 624"/>
                <a:gd name="T59" fmla="*/ 2457 h 1856"/>
                <a:gd name="T60" fmla="*/ 271 w 624"/>
                <a:gd name="T61" fmla="*/ 2367 h 1856"/>
                <a:gd name="T62" fmla="*/ 252 w 624"/>
                <a:gd name="T63" fmla="*/ 2341 h 1856"/>
                <a:gd name="T64" fmla="*/ 297 w 624"/>
                <a:gd name="T65" fmla="*/ 1899 h 1856"/>
                <a:gd name="T66" fmla="*/ 346 w 624"/>
                <a:gd name="T67" fmla="*/ 1534 h 1856"/>
                <a:gd name="T68" fmla="*/ 407 w 624"/>
                <a:gd name="T69" fmla="*/ 1248 h 1856"/>
                <a:gd name="T70" fmla="*/ 504 w 624"/>
                <a:gd name="T71" fmla="*/ 958 h 1856"/>
                <a:gd name="T72" fmla="*/ 686 w 624"/>
                <a:gd name="T73" fmla="*/ 1100 h 1856"/>
                <a:gd name="T74" fmla="*/ 764 w 624"/>
                <a:gd name="T75" fmla="*/ 1144 h 1856"/>
                <a:gd name="T76" fmla="*/ 763 w 624"/>
                <a:gd name="T77" fmla="*/ 1200 h 1856"/>
                <a:gd name="T78" fmla="*/ 761 w 624"/>
                <a:gd name="T79" fmla="*/ 1224 h 1856"/>
                <a:gd name="T80" fmla="*/ 763 w 624"/>
                <a:gd name="T81" fmla="*/ 2567 h 1856"/>
                <a:gd name="T82" fmla="*/ 808 w 624"/>
                <a:gd name="T83" fmla="*/ 1227 h 1856"/>
                <a:gd name="T84" fmla="*/ 868 w 624"/>
                <a:gd name="T85" fmla="*/ 1134 h 1856"/>
                <a:gd name="T86" fmla="*/ 822 w 624"/>
                <a:gd name="T87" fmla="*/ 1193 h 1856"/>
                <a:gd name="T88" fmla="*/ 808 w 624"/>
                <a:gd name="T89" fmla="*/ 1200 h 1856"/>
                <a:gd name="T90" fmla="*/ 822 w 624"/>
                <a:gd name="T91" fmla="*/ 1193 h 1856"/>
                <a:gd name="T92" fmla="*/ 794 w 624"/>
                <a:gd name="T93" fmla="*/ 1139 h 1856"/>
                <a:gd name="T94" fmla="*/ 826 w 624"/>
                <a:gd name="T95" fmla="*/ 1172 h 185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0" t="0" r="r" b="b"/>
              <a:pathLst>
                <a:path w="624" h="1856">
                  <a:moveTo>
                    <a:pt x="605" y="784"/>
                  </a:moveTo>
                  <a:cubicBezTo>
                    <a:pt x="584" y="780"/>
                    <a:pt x="573" y="766"/>
                    <a:pt x="545" y="752"/>
                  </a:cubicBezTo>
                  <a:cubicBezTo>
                    <a:pt x="515" y="737"/>
                    <a:pt x="499" y="714"/>
                    <a:pt x="462" y="678"/>
                  </a:cubicBezTo>
                  <a:cubicBezTo>
                    <a:pt x="424" y="641"/>
                    <a:pt x="419" y="644"/>
                    <a:pt x="373" y="596"/>
                  </a:cubicBezTo>
                  <a:cubicBezTo>
                    <a:pt x="370" y="592"/>
                    <a:pt x="366" y="589"/>
                    <a:pt x="363" y="584"/>
                  </a:cubicBezTo>
                  <a:cubicBezTo>
                    <a:pt x="372" y="574"/>
                    <a:pt x="373" y="555"/>
                    <a:pt x="348" y="513"/>
                  </a:cubicBezTo>
                  <a:cubicBezTo>
                    <a:pt x="327" y="478"/>
                    <a:pt x="313" y="446"/>
                    <a:pt x="301" y="417"/>
                  </a:cubicBezTo>
                  <a:cubicBezTo>
                    <a:pt x="292" y="397"/>
                    <a:pt x="288" y="393"/>
                    <a:pt x="292" y="376"/>
                  </a:cubicBezTo>
                  <a:cubicBezTo>
                    <a:pt x="296" y="359"/>
                    <a:pt x="295" y="352"/>
                    <a:pt x="298" y="339"/>
                  </a:cubicBezTo>
                  <a:cubicBezTo>
                    <a:pt x="301" y="326"/>
                    <a:pt x="318" y="316"/>
                    <a:pt x="342" y="330"/>
                  </a:cubicBezTo>
                  <a:cubicBezTo>
                    <a:pt x="367" y="345"/>
                    <a:pt x="398" y="376"/>
                    <a:pt x="414" y="363"/>
                  </a:cubicBezTo>
                  <a:cubicBezTo>
                    <a:pt x="430" y="350"/>
                    <a:pt x="416" y="346"/>
                    <a:pt x="423" y="334"/>
                  </a:cubicBezTo>
                  <a:cubicBezTo>
                    <a:pt x="429" y="323"/>
                    <a:pt x="433" y="323"/>
                    <a:pt x="438" y="315"/>
                  </a:cubicBezTo>
                  <a:cubicBezTo>
                    <a:pt x="443" y="307"/>
                    <a:pt x="445" y="312"/>
                    <a:pt x="451" y="316"/>
                  </a:cubicBezTo>
                  <a:cubicBezTo>
                    <a:pt x="457" y="320"/>
                    <a:pt x="481" y="323"/>
                    <a:pt x="478" y="300"/>
                  </a:cubicBezTo>
                  <a:cubicBezTo>
                    <a:pt x="476" y="276"/>
                    <a:pt x="470" y="270"/>
                    <a:pt x="470" y="257"/>
                  </a:cubicBezTo>
                  <a:cubicBezTo>
                    <a:pt x="471" y="243"/>
                    <a:pt x="477" y="235"/>
                    <a:pt x="477" y="229"/>
                  </a:cubicBezTo>
                  <a:cubicBezTo>
                    <a:pt x="476" y="223"/>
                    <a:pt x="477" y="213"/>
                    <a:pt x="477" y="213"/>
                  </a:cubicBezTo>
                  <a:cubicBezTo>
                    <a:pt x="477" y="213"/>
                    <a:pt x="482" y="200"/>
                    <a:pt x="480" y="190"/>
                  </a:cubicBezTo>
                  <a:cubicBezTo>
                    <a:pt x="477" y="180"/>
                    <a:pt x="484" y="128"/>
                    <a:pt x="471" y="110"/>
                  </a:cubicBezTo>
                  <a:cubicBezTo>
                    <a:pt x="471" y="110"/>
                    <a:pt x="482" y="64"/>
                    <a:pt x="422" y="33"/>
                  </a:cubicBezTo>
                  <a:cubicBezTo>
                    <a:pt x="362" y="1"/>
                    <a:pt x="296" y="33"/>
                    <a:pt x="279" y="41"/>
                  </a:cubicBezTo>
                  <a:cubicBezTo>
                    <a:pt x="279" y="41"/>
                    <a:pt x="223" y="0"/>
                    <a:pt x="198" y="55"/>
                  </a:cubicBezTo>
                  <a:cubicBezTo>
                    <a:pt x="172" y="111"/>
                    <a:pt x="232" y="127"/>
                    <a:pt x="232" y="127"/>
                  </a:cubicBezTo>
                  <a:cubicBezTo>
                    <a:pt x="232" y="127"/>
                    <a:pt x="229" y="160"/>
                    <a:pt x="239" y="171"/>
                  </a:cubicBezTo>
                  <a:cubicBezTo>
                    <a:pt x="239" y="171"/>
                    <a:pt x="245" y="190"/>
                    <a:pt x="238" y="199"/>
                  </a:cubicBezTo>
                  <a:cubicBezTo>
                    <a:pt x="231" y="207"/>
                    <a:pt x="225" y="211"/>
                    <a:pt x="219" y="220"/>
                  </a:cubicBezTo>
                  <a:cubicBezTo>
                    <a:pt x="213" y="229"/>
                    <a:pt x="193" y="229"/>
                    <a:pt x="180" y="250"/>
                  </a:cubicBezTo>
                  <a:cubicBezTo>
                    <a:pt x="168" y="272"/>
                    <a:pt x="80" y="272"/>
                    <a:pt x="40" y="377"/>
                  </a:cubicBezTo>
                  <a:cubicBezTo>
                    <a:pt x="0" y="483"/>
                    <a:pt x="13" y="568"/>
                    <a:pt x="29" y="635"/>
                  </a:cubicBezTo>
                  <a:cubicBezTo>
                    <a:pt x="45" y="702"/>
                    <a:pt x="37" y="738"/>
                    <a:pt x="23" y="767"/>
                  </a:cubicBezTo>
                  <a:cubicBezTo>
                    <a:pt x="9" y="795"/>
                    <a:pt x="26" y="853"/>
                    <a:pt x="55" y="896"/>
                  </a:cubicBezTo>
                  <a:cubicBezTo>
                    <a:pt x="63" y="908"/>
                    <a:pt x="69" y="928"/>
                    <a:pt x="73" y="950"/>
                  </a:cubicBezTo>
                  <a:cubicBezTo>
                    <a:pt x="77" y="997"/>
                    <a:pt x="69" y="1058"/>
                    <a:pt x="70" y="1085"/>
                  </a:cubicBezTo>
                  <a:cubicBezTo>
                    <a:pt x="72" y="1110"/>
                    <a:pt x="80" y="1226"/>
                    <a:pt x="88" y="1276"/>
                  </a:cubicBezTo>
                  <a:cubicBezTo>
                    <a:pt x="93" y="1312"/>
                    <a:pt x="84" y="1316"/>
                    <a:pt x="90" y="1340"/>
                  </a:cubicBezTo>
                  <a:cubicBezTo>
                    <a:pt x="97" y="1364"/>
                    <a:pt x="84" y="1385"/>
                    <a:pt x="80" y="1422"/>
                  </a:cubicBezTo>
                  <a:cubicBezTo>
                    <a:pt x="72" y="1495"/>
                    <a:pt x="90" y="1553"/>
                    <a:pt x="93" y="1599"/>
                  </a:cubicBezTo>
                  <a:cubicBezTo>
                    <a:pt x="96" y="1646"/>
                    <a:pt x="100" y="1696"/>
                    <a:pt x="86" y="1716"/>
                  </a:cubicBezTo>
                  <a:cubicBezTo>
                    <a:pt x="73" y="1736"/>
                    <a:pt x="56" y="1780"/>
                    <a:pt x="81" y="1784"/>
                  </a:cubicBezTo>
                  <a:cubicBezTo>
                    <a:pt x="84" y="1784"/>
                    <a:pt x="87" y="1784"/>
                    <a:pt x="90" y="1784"/>
                  </a:cubicBezTo>
                  <a:cubicBezTo>
                    <a:pt x="79" y="1807"/>
                    <a:pt x="71" y="1838"/>
                    <a:pt x="93" y="1842"/>
                  </a:cubicBezTo>
                  <a:cubicBezTo>
                    <a:pt x="120" y="1846"/>
                    <a:pt x="155" y="1829"/>
                    <a:pt x="179" y="1832"/>
                  </a:cubicBezTo>
                  <a:cubicBezTo>
                    <a:pt x="203" y="1834"/>
                    <a:pt x="268" y="1853"/>
                    <a:pt x="284" y="1845"/>
                  </a:cubicBezTo>
                  <a:cubicBezTo>
                    <a:pt x="290" y="1850"/>
                    <a:pt x="301" y="1853"/>
                    <a:pt x="306" y="1855"/>
                  </a:cubicBezTo>
                  <a:cubicBezTo>
                    <a:pt x="310" y="1855"/>
                    <a:pt x="313" y="1853"/>
                    <a:pt x="316" y="1853"/>
                  </a:cubicBezTo>
                  <a:cubicBezTo>
                    <a:pt x="317" y="1853"/>
                    <a:pt x="319" y="1855"/>
                    <a:pt x="320" y="1855"/>
                  </a:cubicBezTo>
                  <a:cubicBezTo>
                    <a:pt x="322" y="1856"/>
                    <a:pt x="324" y="1856"/>
                    <a:pt x="327" y="1856"/>
                  </a:cubicBezTo>
                  <a:cubicBezTo>
                    <a:pt x="330" y="1856"/>
                    <a:pt x="344" y="1853"/>
                    <a:pt x="339" y="1847"/>
                  </a:cubicBezTo>
                  <a:cubicBezTo>
                    <a:pt x="344" y="1846"/>
                    <a:pt x="350" y="1848"/>
                    <a:pt x="354" y="1844"/>
                  </a:cubicBezTo>
                  <a:cubicBezTo>
                    <a:pt x="355" y="1843"/>
                    <a:pt x="355" y="1843"/>
                    <a:pt x="356" y="1842"/>
                  </a:cubicBezTo>
                  <a:cubicBezTo>
                    <a:pt x="357" y="1842"/>
                    <a:pt x="359" y="1842"/>
                    <a:pt x="361" y="1842"/>
                  </a:cubicBezTo>
                  <a:cubicBezTo>
                    <a:pt x="378" y="1839"/>
                    <a:pt x="369" y="1822"/>
                    <a:pt x="367" y="1813"/>
                  </a:cubicBezTo>
                  <a:cubicBezTo>
                    <a:pt x="364" y="1804"/>
                    <a:pt x="348" y="1809"/>
                    <a:pt x="348" y="1809"/>
                  </a:cubicBezTo>
                  <a:cubicBezTo>
                    <a:pt x="348" y="1809"/>
                    <a:pt x="321" y="1817"/>
                    <a:pt x="308" y="1809"/>
                  </a:cubicBezTo>
                  <a:cubicBezTo>
                    <a:pt x="303" y="1805"/>
                    <a:pt x="290" y="1797"/>
                    <a:pt x="275" y="1786"/>
                  </a:cubicBezTo>
                  <a:cubicBezTo>
                    <a:pt x="282" y="1789"/>
                    <a:pt x="289" y="1795"/>
                    <a:pt x="297" y="1789"/>
                  </a:cubicBezTo>
                  <a:cubicBezTo>
                    <a:pt x="311" y="1780"/>
                    <a:pt x="315" y="1786"/>
                    <a:pt x="331" y="1784"/>
                  </a:cubicBezTo>
                  <a:cubicBezTo>
                    <a:pt x="347" y="1781"/>
                    <a:pt x="339" y="1765"/>
                    <a:pt x="336" y="1757"/>
                  </a:cubicBezTo>
                  <a:cubicBezTo>
                    <a:pt x="333" y="1749"/>
                    <a:pt x="319" y="1753"/>
                    <a:pt x="319" y="1753"/>
                  </a:cubicBezTo>
                  <a:cubicBezTo>
                    <a:pt x="319" y="1753"/>
                    <a:pt x="293" y="1761"/>
                    <a:pt x="281" y="1753"/>
                  </a:cubicBezTo>
                  <a:cubicBezTo>
                    <a:pt x="269" y="1745"/>
                    <a:pt x="211" y="1705"/>
                    <a:pt x="193" y="1689"/>
                  </a:cubicBezTo>
                  <a:cubicBezTo>
                    <a:pt x="188" y="1684"/>
                    <a:pt x="183" y="1679"/>
                    <a:pt x="179" y="1673"/>
                  </a:cubicBezTo>
                  <a:cubicBezTo>
                    <a:pt x="179" y="1672"/>
                    <a:pt x="179" y="1671"/>
                    <a:pt x="179" y="1670"/>
                  </a:cubicBezTo>
                  <a:cubicBezTo>
                    <a:pt x="178" y="1643"/>
                    <a:pt x="209" y="1472"/>
                    <a:pt x="206" y="1440"/>
                  </a:cubicBezTo>
                  <a:cubicBezTo>
                    <a:pt x="203" y="1407"/>
                    <a:pt x="233" y="1409"/>
                    <a:pt x="212" y="1355"/>
                  </a:cubicBezTo>
                  <a:cubicBezTo>
                    <a:pt x="201" y="1326"/>
                    <a:pt x="216" y="1302"/>
                    <a:pt x="219" y="1284"/>
                  </a:cubicBezTo>
                  <a:cubicBezTo>
                    <a:pt x="222" y="1265"/>
                    <a:pt x="254" y="1169"/>
                    <a:pt x="246" y="1095"/>
                  </a:cubicBezTo>
                  <a:cubicBezTo>
                    <a:pt x="242" y="1053"/>
                    <a:pt x="259" y="969"/>
                    <a:pt x="266" y="954"/>
                  </a:cubicBezTo>
                  <a:cubicBezTo>
                    <a:pt x="274" y="940"/>
                    <a:pt x="289" y="927"/>
                    <a:pt x="289" y="890"/>
                  </a:cubicBezTo>
                  <a:cubicBezTo>
                    <a:pt x="289" y="890"/>
                    <a:pt x="353" y="867"/>
                    <a:pt x="364" y="738"/>
                  </a:cubicBezTo>
                  <a:cubicBezTo>
                    <a:pt x="365" y="716"/>
                    <a:pt x="363" y="698"/>
                    <a:pt x="359" y="684"/>
                  </a:cubicBezTo>
                  <a:cubicBezTo>
                    <a:pt x="388" y="703"/>
                    <a:pt x="438" y="730"/>
                    <a:pt x="455" y="744"/>
                  </a:cubicBezTo>
                  <a:cubicBezTo>
                    <a:pt x="475" y="761"/>
                    <a:pt x="481" y="760"/>
                    <a:pt x="487" y="785"/>
                  </a:cubicBezTo>
                  <a:cubicBezTo>
                    <a:pt x="494" y="810"/>
                    <a:pt x="505" y="823"/>
                    <a:pt x="529" y="819"/>
                  </a:cubicBezTo>
                  <a:cubicBezTo>
                    <a:pt x="534" y="818"/>
                    <a:pt x="539" y="817"/>
                    <a:pt x="544" y="816"/>
                  </a:cubicBezTo>
                  <a:cubicBezTo>
                    <a:pt x="536" y="820"/>
                    <a:pt x="531" y="828"/>
                    <a:pt x="531" y="836"/>
                  </a:cubicBezTo>
                  <a:cubicBezTo>
                    <a:pt x="531" y="845"/>
                    <a:pt x="536" y="852"/>
                    <a:pt x="543" y="856"/>
                  </a:cubicBezTo>
                  <a:cubicBezTo>
                    <a:pt x="543" y="865"/>
                    <a:pt x="543" y="865"/>
                    <a:pt x="543" y="865"/>
                  </a:cubicBezTo>
                  <a:cubicBezTo>
                    <a:pt x="536" y="866"/>
                    <a:pt x="532" y="871"/>
                    <a:pt x="541" y="874"/>
                  </a:cubicBezTo>
                  <a:cubicBezTo>
                    <a:pt x="541" y="874"/>
                    <a:pt x="542" y="875"/>
                    <a:pt x="543" y="875"/>
                  </a:cubicBezTo>
                  <a:cubicBezTo>
                    <a:pt x="543" y="1832"/>
                    <a:pt x="543" y="1832"/>
                    <a:pt x="543" y="1832"/>
                  </a:cubicBezTo>
                  <a:cubicBezTo>
                    <a:pt x="575" y="1832"/>
                    <a:pt x="575" y="1832"/>
                    <a:pt x="575" y="1832"/>
                  </a:cubicBezTo>
                  <a:cubicBezTo>
                    <a:pt x="575" y="875"/>
                    <a:pt x="575" y="875"/>
                    <a:pt x="575" y="875"/>
                  </a:cubicBezTo>
                  <a:cubicBezTo>
                    <a:pt x="588" y="871"/>
                    <a:pt x="595" y="862"/>
                    <a:pt x="596" y="853"/>
                  </a:cubicBezTo>
                  <a:cubicBezTo>
                    <a:pt x="597" y="837"/>
                    <a:pt x="606" y="828"/>
                    <a:pt x="618" y="809"/>
                  </a:cubicBezTo>
                  <a:cubicBezTo>
                    <a:pt x="623" y="799"/>
                    <a:pt x="624" y="787"/>
                    <a:pt x="605" y="784"/>
                  </a:cubicBezTo>
                  <a:close/>
                  <a:moveTo>
                    <a:pt x="585" y="852"/>
                  </a:moveTo>
                  <a:cubicBezTo>
                    <a:pt x="584" y="855"/>
                    <a:pt x="580" y="857"/>
                    <a:pt x="575" y="859"/>
                  </a:cubicBezTo>
                  <a:cubicBezTo>
                    <a:pt x="575" y="856"/>
                    <a:pt x="575" y="856"/>
                    <a:pt x="575" y="856"/>
                  </a:cubicBezTo>
                  <a:cubicBezTo>
                    <a:pt x="580" y="853"/>
                    <a:pt x="584" y="848"/>
                    <a:pt x="586" y="843"/>
                  </a:cubicBezTo>
                  <a:cubicBezTo>
                    <a:pt x="585" y="846"/>
                    <a:pt x="585" y="849"/>
                    <a:pt x="585" y="852"/>
                  </a:cubicBezTo>
                  <a:close/>
                  <a:moveTo>
                    <a:pt x="587" y="836"/>
                  </a:moveTo>
                  <a:cubicBezTo>
                    <a:pt x="587" y="825"/>
                    <a:pt x="577" y="816"/>
                    <a:pt x="565" y="813"/>
                  </a:cubicBezTo>
                  <a:cubicBezTo>
                    <a:pt x="579" y="812"/>
                    <a:pt x="589" y="811"/>
                    <a:pt x="589" y="814"/>
                  </a:cubicBezTo>
                  <a:cubicBezTo>
                    <a:pt x="589" y="818"/>
                    <a:pt x="588" y="827"/>
                    <a:pt x="587" y="836"/>
                  </a:cubicBezTo>
                  <a:close/>
                </a:path>
              </a:pathLst>
            </a:custGeom>
            <a:solidFill>
              <a:srgbClr val="FF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65547" name="Freeform 26">
              <a:extLst>
                <a:ext uri="{FF2B5EF4-FFF2-40B4-BE49-F238E27FC236}">
                  <a16:creationId xmlns:a16="http://schemas.microsoft.com/office/drawing/2014/main" id="{50F9A16E-A035-4891-8A8B-C10B702EA9D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297" y="1948"/>
              <a:ext cx="699" cy="2077"/>
            </a:xfrm>
            <a:custGeom>
              <a:avLst/>
              <a:gdLst>
                <a:gd name="T0" fmla="*/ 766 w 624"/>
                <a:gd name="T1" fmla="*/ 1054 h 1856"/>
                <a:gd name="T2" fmla="*/ 524 w 624"/>
                <a:gd name="T3" fmla="*/ 835 h 1856"/>
                <a:gd name="T4" fmla="*/ 490 w 624"/>
                <a:gd name="T5" fmla="*/ 718 h 1856"/>
                <a:gd name="T6" fmla="*/ 410 w 624"/>
                <a:gd name="T7" fmla="*/ 527 h 1856"/>
                <a:gd name="T8" fmla="*/ 481 w 624"/>
                <a:gd name="T9" fmla="*/ 462 h 1856"/>
                <a:gd name="T10" fmla="*/ 595 w 624"/>
                <a:gd name="T11" fmla="*/ 469 h 1856"/>
                <a:gd name="T12" fmla="*/ 634 w 624"/>
                <a:gd name="T13" fmla="*/ 443 h 1856"/>
                <a:gd name="T14" fmla="*/ 660 w 624"/>
                <a:gd name="T15" fmla="*/ 360 h 1856"/>
                <a:gd name="T16" fmla="*/ 670 w 624"/>
                <a:gd name="T17" fmla="*/ 298 h 1856"/>
                <a:gd name="T18" fmla="*/ 662 w 624"/>
                <a:gd name="T19" fmla="*/ 154 h 1856"/>
                <a:gd name="T20" fmla="*/ 393 w 624"/>
                <a:gd name="T21" fmla="*/ 57 h 1856"/>
                <a:gd name="T22" fmla="*/ 326 w 624"/>
                <a:gd name="T23" fmla="*/ 178 h 1856"/>
                <a:gd name="T24" fmla="*/ 335 w 624"/>
                <a:gd name="T25" fmla="*/ 280 h 1856"/>
                <a:gd name="T26" fmla="*/ 253 w 624"/>
                <a:gd name="T27" fmla="*/ 350 h 1856"/>
                <a:gd name="T28" fmla="*/ 40 w 624"/>
                <a:gd name="T29" fmla="*/ 891 h 1856"/>
                <a:gd name="T30" fmla="*/ 77 w 624"/>
                <a:gd name="T31" fmla="*/ 1256 h 1856"/>
                <a:gd name="T32" fmla="*/ 97 w 624"/>
                <a:gd name="T33" fmla="*/ 1521 h 1856"/>
                <a:gd name="T34" fmla="*/ 127 w 624"/>
                <a:gd name="T35" fmla="*/ 1879 h 1856"/>
                <a:gd name="T36" fmla="*/ 131 w 624"/>
                <a:gd name="T37" fmla="*/ 2240 h 1856"/>
                <a:gd name="T38" fmla="*/ 114 w 624"/>
                <a:gd name="T39" fmla="*/ 2500 h 1856"/>
                <a:gd name="T40" fmla="*/ 131 w 624"/>
                <a:gd name="T41" fmla="*/ 2581 h 1856"/>
                <a:gd name="T42" fmla="*/ 399 w 624"/>
                <a:gd name="T43" fmla="*/ 2586 h 1856"/>
                <a:gd name="T44" fmla="*/ 445 w 624"/>
                <a:gd name="T45" fmla="*/ 2597 h 1856"/>
                <a:gd name="T46" fmla="*/ 459 w 624"/>
                <a:gd name="T47" fmla="*/ 2601 h 1856"/>
                <a:gd name="T48" fmla="*/ 498 w 624"/>
                <a:gd name="T49" fmla="*/ 2585 h 1856"/>
                <a:gd name="T50" fmla="*/ 507 w 624"/>
                <a:gd name="T51" fmla="*/ 2581 h 1856"/>
                <a:gd name="T52" fmla="*/ 490 w 624"/>
                <a:gd name="T53" fmla="*/ 2535 h 1856"/>
                <a:gd name="T54" fmla="*/ 386 w 624"/>
                <a:gd name="T55" fmla="*/ 2503 h 1856"/>
                <a:gd name="T56" fmla="*/ 466 w 624"/>
                <a:gd name="T57" fmla="*/ 2500 h 1856"/>
                <a:gd name="T58" fmla="*/ 448 w 624"/>
                <a:gd name="T59" fmla="*/ 2457 h 1856"/>
                <a:gd name="T60" fmla="*/ 271 w 624"/>
                <a:gd name="T61" fmla="*/ 2367 h 1856"/>
                <a:gd name="T62" fmla="*/ 252 w 624"/>
                <a:gd name="T63" fmla="*/ 2341 h 1856"/>
                <a:gd name="T64" fmla="*/ 297 w 624"/>
                <a:gd name="T65" fmla="*/ 1899 h 1856"/>
                <a:gd name="T66" fmla="*/ 346 w 624"/>
                <a:gd name="T67" fmla="*/ 1534 h 1856"/>
                <a:gd name="T68" fmla="*/ 407 w 624"/>
                <a:gd name="T69" fmla="*/ 1248 h 1856"/>
                <a:gd name="T70" fmla="*/ 504 w 624"/>
                <a:gd name="T71" fmla="*/ 958 h 1856"/>
                <a:gd name="T72" fmla="*/ 686 w 624"/>
                <a:gd name="T73" fmla="*/ 1100 h 1856"/>
                <a:gd name="T74" fmla="*/ 764 w 624"/>
                <a:gd name="T75" fmla="*/ 1144 h 1856"/>
                <a:gd name="T76" fmla="*/ 763 w 624"/>
                <a:gd name="T77" fmla="*/ 1200 h 1856"/>
                <a:gd name="T78" fmla="*/ 761 w 624"/>
                <a:gd name="T79" fmla="*/ 1224 h 1856"/>
                <a:gd name="T80" fmla="*/ 763 w 624"/>
                <a:gd name="T81" fmla="*/ 2567 h 1856"/>
                <a:gd name="T82" fmla="*/ 808 w 624"/>
                <a:gd name="T83" fmla="*/ 1227 h 1856"/>
                <a:gd name="T84" fmla="*/ 868 w 624"/>
                <a:gd name="T85" fmla="*/ 1134 h 1856"/>
                <a:gd name="T86" fmla="*/ 822 w 624"/>
                <a:gd name="T87" fmla="*/ 1193 h 1856"/>
                <a:gd name="T88" fmla="*/ 808 w 624"/>
                <a:gd name="T89" fmla="*/ 1200 h 1856"/>
                <a:gd name="T90" fmla="*/ 822 w 624"/>
                <a:gd name="T91" fmla="*/ 1193 h 1856"/>
                <a:gd name="T92" fmla="*/ 794 w 624"/>
                <a:gd name="T93" fmla="*/ 1139 h 1856"/>
                <a:gd name="T94" fmla="*/ 826 w 624"/>
                <a:gd name="T95" fmla="*/ 1172 h 185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0" t="0" r="r" b="b"/>
              <a:pathLst>
                <a:path w="624" h="1856">
                  <a:moveTo>
                    <a:pt x="605" y="784"/>
                  </a:moveTo>
                  <a:cubicBezTo>
                    <a:pt x="584" y="780"/>
                    <a:pt x="573" y="766"/>
                    <a:pt x="545" y="752"/>
                  </a:cubicBezTo>
                  <a:cubicBezTo>
                    <a:pt x="515" y="737"/>
                    <a:pt x="499" y="714"/>
                    <a:pt x="462" y="678"/>
                  </a:cubicBezTo>
                  <a:cubicBezTo>
                    <a:pt x="424" y="641"/>
                    <a:pt x="419" y="644"/>
                    <a:pt x="373" y="596"/>
                  </a:cubicBezTo>
                  <a:cubicBezTo>
                    <a:pt x="370" y="592"/>
                    <a:pt x="366" y="589"/>
                    <a:pt x="363" y="584"/>
                  </a:cubicBezTo>
                  <a:cubicBezTo>
                    <a:pt x="372" y="574"/>
                    <a:pt x="373" y="555"/>
                    <a:pt x="348" y="513"/>
                  </a:cubicBezTo>
                  <a:cubicBezTo>
                    <a:pt x="327" y="478"/>
                    <a:pt x="313" y="446"/>
                    <a:pt x="301" y="417"/>
                  </a:cubicBezTo>
                  <a:cubicBezTo>
                    <a:pt x="292" y="397"/>
                    <a:pt x="288" y="393"/>
                    <a:pt x="292" y="376"/>
                  </a:cubicBezTo>
                  <a:cubicBezTo>
                    <a:pt x="296" y="359"/>
                    <a:pt x="295" y="352"/>
                    <a:pt x="298" y="339"/>
                  </a:cubicBezTo>
                  <a:cubicBezTo>
                    <a:pt x="301" y="326"/>
                    <a:pt x="318" y="316"/>
                    <a:pt x="342" y="330"/>
                  </a:cubicBezTo>
                  <a:cubicBezTo>
                    <a:pt x="367" y="345"/>
                    <a:pt x="398" y="376"/>
                    <a:pt x="414" y="363"/>
                  </a:cubicBezTo>
                  <a:cubicBezTo>
                    <a:pt x="430" y="350"/>
                    <a:pt x="416" y="346"/>
                    <a:pt x="423" y="334"/>
                  </a:cubicBezTo>
                  <a:cubicBezTo>
                    <a:pt x="429" y="323"/>
                    <a:pt x="433" y="323"/>
                    <a:pt x="438" y="315"/>
                  </a:cubicBezTo>
                  <a:cubicBezTo>
                    <a:pt x="443" y="307"/>
                    <a:pt x="445" y="312"/>
                    <a:pt x="451" y="316"/>
                  </a:cubicBezTo>
                  <a:cubicBezTo>
                    <a:pt x="457" y="320"/>
                    <a:pt x="481" y="323"/>
                    <a:pt x="478" y="300"/>
                  </a:cubicBezTo>
                  <a:cubicBezTo>
                    <a:pt x="476" y="276"/>
                    <a:pt x="470" y="270"/>
                    <a:pt x="470" y="257"/>
                  </a:cubicBezTo>
                  <a:cubicBezTo>
                    <a:pt x="471" y="243"/>
                    <a:pt x="477" y="235"/>
                    <a:pt x="477" y="229"/>
                  </a:cubicBezTo>
                  <a:cubicBezTo>
                    <a:pt x="476" y="223"/>
                    <a:pt x="477" y="213"/>
                    <a:pt x="477" y="213"/>
                  </a:cubicBezTo>
                  <a:cubicBezTo>
                    <a:pt x="477" y="213"/>
                    <a:pt x="482" y="200"/>
                    <a:pt x="480" y="190"/>
                  </a:cubicBezTo>
                  <a:cubicBezTo>
                    <a:pt x="477" y="180"/>
                    <a:pt x="484" y="128"/>
                    <a:pt x="471" y="110"/>
                  </a:cubicBezTo>
                  <a:cubicBezTo>
                    <a:pt x="471" y="110"/>
                    <a:pt x="482" y="64"/>
                    <a:pt x="422" y="33"/>
                  </a:cubicBezTo>
                  <a:cubicBezTo>
                    <a:pt x="362" y="1"/>
                    <a:pt x="296" y="33"/>
                    <a:pt x="279" y="41"/>
                  </a:cubicBezTo>
                  <a:cubicBezTo>
                    <a:pt x="279" y="41"/>
                    <a:pt x="223" y="0"/>
                    <a:pt x="198" y="55"/>
                  </a:cubicBezTo>
                  <a:cubicBezTo>
                    <a:pt x="172" y="111"/>
                    <a:pt x="232" y="127"/>
                    <a:pt x="232" y="127"/>
                  </a:cubicBezTo>
                  <a:cubicBezTo>
                    <a:pt x="232" y="127"/>
                    <a:pt x="229" y="160"/>
                    <a:pt x="239" y="171"/>
                  </a:cubicBezTo>
                  <a:cubicBezTo>
                    <a:pt x="239" y="171"/>
                    <a:pt x="245" y="190"/>
                    <a:pt x="238" y="199"/>
                  </a:cubicBezTo>
                  <a:cubicBezTo>
                    <a:pt x="231" y="207"/>
                    <a:pt x="225" y="211"/>
                    <a:pt x="219" y="220"/>
                  </a:cubicBezTo>
                  <a:cubicBezTo>
                    <a:pt x="213" y="229"/>
                    <a:pt x="193" y="229"/>
                    <a:pt x="180" y="250"/>
                  </a:cubicBezTo>
                  <a:cubicBezTo>
                    <a:pt x="168" y="272"/>
                    <a:pt x="80" y="272"/>
                    <a:pt x="40" y="377"/>
                  </a:cubicBezTo>
                  <a:cubicBezTo>
                    <a:pt x="0" y="483"/>
                    <a:pt x="13" y="568"/>
                    <a:pt x="29" y="635"/>
                  </a:cubicBezTo>
                  <a:cubicBezTo>
                    <a:pt x="45" y="702"/>
                    <a:pt x="37" y="738"/>
                    <a:pt x="23" y="767"/>
                  </a:cubicBezTo>
                  <a:cubicBezTo>
                    <a:pt x="9" y="795"/>
                    <a:pt x="26" y="853"/>
                    <a:pt x="55" y="896"/>
                  </a:cubicBezTo>
                  <a:cubicBezTo>
                    <a:pt x="63" y="908"/>
                    <a:pt x="69" y="928"/>
                    <a:pt x="73" y="950"/>
                  </a:cubicBezTo>
                  <a:cubicBezTo>
                    <a:pt x="77" y="997"/>
                    <a:pt x="69" y="1058"/>
                    <a:pt x="70" y="1085"/>
                  </a:cubicBezTo>
                  <a:cubicBezTo>
                    <a:pt x="72" y="1110"/>
                    <a:pt x="80" y="1226"/>
                    <a:pt x="88" y="1276"/>
                  </a:cubicBezTo>
                  <a:cubicBezTo>
                    <a:pt x="93" y="1312"/>
                    <a:pt x="84" y="1316"/>
                    <a:pt x="90" y="1340"/>
                  </a:cubicBezTo>
                  <a:cubicBezTo>
                    <a:pt x="97" y="1364"/>
                    <a:pt x="84" y="1385"/>
                    <a:pt x="80" y="1422"/>
                  </a:cubicBezTo>
                  <a:cubicBezTo>
                    <a:pt x="72" y="1495"/>
                    <a:pt x="90" y="1553"/>
                    <a:pt x="93" y="1599"/>
                  </a:cubicBezTo>
                  <a:cubicBezTo>
                    <a:pt x="96" y="1646"/>
                    <a:pt x="100" y="1696"/>
                    <a:pt x="86" y="1716"/>
                  </a:cubicBezTo>
                  <a:cubicBezTo>
                    <a:pt x="73" y="1736"/>
                    <a:pt x="56" y="1780"/>
                    <a:pt x="81" y="1784"/>
                  </a:cubicBezTo>
                  <a:cubicBezTo>
                    <a:pt x="84" y="1784"/>
                    <a:pt x="87" y="1784"/>
                    <a:pt x="90" y="1784"/>
                  </a:cubicBezTo>
                  <a:cubicBezTo>
                    <a:pt x="79" y="1807"/>
                    <a:pt x="71" y="1838"/>
                    <a:pt x="93" y="1842"/>
                  </a:cubicBezTo>
                  <a:cubicBezTo>
                    <a:pt x="120" y="1846"/>
                    <a:pt x="155" y="1829"/>
                    <a:pt x="179" y="1832"/>
                  </a:cubicBezTo>
                  <a:cubicBezTo>
                    <a:pt x="203" y="1834"/>
                    <a:pt x="268" y="1853"/>
                    <a:pt x="284" y="1845"/>
                  </a:cubicBezTo>
                  <a:cubicBezTo>
                    <a:pt x="290" y="1850"/>
                    <a:pt x="301" y="1853"/>
                    <a:pt x="306" y="1855"/>
                  </a:cubicBezTo>
                  <a:cubicBezTo>
                    <a:pt x="310" y="1855"/>
                    <a:pt x="313" y="1853"/>
                    <a:pt x="316" y="1853"/>
                  </a:cubicBezTo>
                  <a:cubicBezTo>
                    <a:pt x="317" y="1853"/>
                    <a:pt x="319" y="1855"/>
                    <a:pt x="320" y="1855"/>
                  </a:cubicBezTo>
                  <a:cubicBezTo>
                    <a:pt x="322" y="1856"/>
                    <a:pt x="324" y="1856"/>
                    <a:pt x="327" y="1856"/>
                  </a:cubicBezTo>
                  <a:cubicBezTo>
                    <a:pt x="330" y="1856"/>
                    <a:pt x="344" y="1853"/>
                    <a:pt x="339" y="1847"/>
                  </a:cubicBezTo>
                  <a:cubicBezTo>
                    <a:pt x="344" y="1846"/>
                    <a:pt x="350" y="1848"/>
                    <a:pt x="354" y="1844"/>
                  </a:cubicBezTo>
                  <a:cubicBezTo>
                    <a:pt x="355" y="1843"/>
                    <a:pt x="355" y="1843"/>
                    <a:pt x="356" y="1842"/>
                  </a:cubicBezTo>
                  <a:cubicBezTo>
                    <a:pt x="357" y="1842"/>
                    <a:pt x="359" y="1842"/>
                    <a:pt x="361" y="1842"/>
                  </a:cubicBezTo>
                  <a:cubicBezTo>
                    <a:pt x="378" y="1839"/>
                    <a:pt x="369" y="1822"/>
                    <a:pt x="367" y="1813"/>
                  </a:cubicBezTo>
                  <a:cubicBezTo>
                    <a:pt x="364" y="1804"/>
                    <a:pt x="348" y="1809"/>
                    <a:pt x="348" y="1809"/>
                  </a:cubicBezTo>
                  <a:cubicBezTo>
                    <a:pt x="348" y="1809"/>
                    <a:pt x="321" y="1817"/>
                    <a:pt x="308" y="1809"/>
                  </a:cubicBezTo>
                  <a:cubicBezTo>
                    <a:pt x="303" y="1805"/>
                    <a:pt x="290" y="1797"/>
                    <a:pt x="275" y="1786"/>
                  </a:cubicBezTo>
                  <a:cubicBezTo>
                    <a:pt x="282" y="1789"/>
                    <a:pt x="289" y="1795"/>
                    <a:pt x="297" y="1789"/>
                  </a:cubicBezTo>
                  <a:cubicBezTo>
                    <a:pt x="311" y="1780"/>
                    <a:pt x="315" y="1786"/>
                    <a:pt x="331" y="1784"/>
                  </a:cubicBezTo>
                  <a:cubicBezTo>
                    <a:pt x="347" y="1781"/>
                    <a:pt x="339" y="1765"/>
                    <a:pt x="336" y="1757"/>
                  </a:cubicBezTo>
                  <a:cubicBezTo>
                    <a:pt x="333" y="1749"/>
                    <a:pt x="319" y="1753"/>
                    <a:pt x="319" y="1753"/>
                  </a:cubicBezTo>
                  <a:cubicBezTo>
                    <a:pt x="319" y="1753"/>
                    <a:pt x="293" y="1761"/>
                    <a:pt x="281" y="1753"/>
                  </a:cubicBezTo>
                  <a:cubicBezTo>
                    <a:pt x="269" y="1745"/>
                    <a:pt x="211" y="1705"/>
                    <a:pt x="193" y="1689"/>
                  </a:cubicBezTo>
                  <a:cubicBezTo>
                    <a:pt x="188" y="1684"/>
                    <a:pt x="183" y="1679"/>
                    <a:pt x="179" y="1673"/>
                  </a:cubicBezTo>
                  <a:cubicBezTo>
                    <a:pt x="179" y="1672"/>
                    <a:pt x="179" y="1671"/>
                    <a:pt x="179" y="1670"/>
                  </a:cubicBezTo>
                  <a:cubicBezTo>
                    <a:pt x="178" y="1643"/>
                    <a:pt x="209" y="1472"/>
                    <a:pt x="206" y="1440"/>
                  </a:cubicBezTo>
                  <a:cubicBezTo>
                    <a:pt x="203" y="1407"/>
                    <a:pt x="233" y="1409"/>
                    <a:pt x="212" y="1355"/>
                  </a:cubicBezTo>
                  <a:cubicBezTo>
                    <a:pt x="201" y="1326"/>
                    <a:pt x="216" y="1302"/>
                    <a:pt x="219" y="1284"/>
                  </a:cubicBezTo>
                  <a:cubicBezTo>
                    <a:pt x="222" y="1265"/>
                    <a:pt x="254" y="1169"/>
                    <a:pt x="246" y="1095"/>
                  </a:cubicBezTo>
                  <a:cubicBezTo>
                    <a:pt x="242" y="1053"/>
                    <a:pt x="259" y="969"/>
                    <a:pt x="266" y="954"/>
                  </a:cubicBezTo>
                  <a:cubicBezTo>
                    <a:pt x="274" y="940"/>
                    <a:pt x="289" y="927"/>
                    <a:pt x="289" y="890"/>
                  </a:cubicBezTo>
                  <a:cubicBezTo>
                    <a:pt x="289" y="890"/>
                    <a:pt x="353" y="867"/>
                    <a:pt x="364" y="738"/>
                  </a:cubicBezTo>
                  <a:cubicBezTo>
                    <a:pt x="365" y="716"/>
                    <a:pt x="363" y="698"/>
                    <a:pt x="359" y="684"/>
                  </a:cubicBezTo>
                  <a:cubicBezTo>
                    <a:pt x="388" y="703"/>
                    <a:pt x="438" y="730"/>
                    <a:pt x="455" y="744"/>
                  </a:cubicBezTo>
                  <a:cubicBezTo>
                    <a:pt x="475" y="761"/>
                    <a:pt x="481" y="760"/>
                    <a:pt x="487" y="785"/>
                  </a:cubicBezTo>
                  <a:cubicBezTo>
                    <a:pt x="494" y="810"/>
                    <a:pt x="505" y="823"/>
                    <a:pt x="529" y="819"/>
                  </a:cubicBezTo>
                  <a:cubicBezTo>
                    <a:pt x="534" y="818"/>
                    <a:pt x="539" y="817"/>
                    <a:pt x="544" y="816"/>
                  </a:cubicBezTo>
                  <a:cubicBezTo>
                    <a:pt x="536" y="820"/>
                    <a:pt x="531" y="828"/>
                    <a:pt x="531" y="836"/>
                  </a:cubicBezTo>
                  <a:cubicBezTo>
                    <a:pt x="531" y="845"/>
                    <a:pt x="536" y="852"/>
                    <a:pt x="543" y="856"/>
                  </a:cubicBezTo>
                  <a:cubicBezTo>
                    <a:pt x="543" y="865"/>
                    <a:pt x="543" y="865"/>
                    <a:pt x="543" y="865"/>
                  </a:cubicBezTo>
                  <a:cubicBezTo>
                    <a:pt x="536" y="866"/>
                    <a:pt x="532" y="871"/>
                    <a:pt x="541" y="874"/>
                  </a:cubicBezTo>
                  <a:cubicBezTo>
                    <a:pt x="541" y="874"/>
                    <a:pt x="542" y="875"/>
                    <a:pt x="543" y="875"/>
                  </a:cubicBezTo>
                  <a:cubicBezTo>
                    <a:pt x="543" y="1832"/>
                    <a:pt x="543" y="1832"/>
                    <a:pt x="543" y="1832"/>
                  </a:cubicBezTo>
                  <a:cubicBezTo>
                    <a:pt x="575" y="1832"/>
                    <a:pt x="575" y="1832"/>
                    <a:pt x="575" y="1832"/>
                  </a:cubicBezTo>
                  <a:cubicBezTo>
                    <a:pt x="575" y="875"/>
                    <a:pt x="575" y="875"/>
                    <a:pt x="575" y="875"/>
                  </a:cubicBezTo>
                  <a:cubicBezTo>
                    <a:pt x="588" y="871"/>
                    <a:pt x="595" y="862"/>
                    <a:pt x="596" y="853"/>
                  </a:cubicBezTo>
                  <a:cubicBezTo>
                    <a:pt x="597" y="837"/>
                    <a:pt x="606" y="828"/>
                    <a:pt x="618" y="809"/>
                  </a:cubicBezTo>
                  <a:cubicBezTo>
                    <a:pt x="623" y="799"/>
                    <a:pt x="624" y="787"/>
                    <a:pt x="605" y="784"/>
                  </a:cubicBezTo>
                  <a:close/>
                  <a:moveTo>
                    <a:pt x="585" y="852"/>
                  </a:moveTo>
                  <a:cubicBezTo>
                    <a:pt x="584" y="855"/>
                    <a:pt x="580" y="857"/>
                    <a:pt x="575" y="859"/>
                  </a:cubicBezTo>
                  <a:cubicBezTo>
                    <a:pt x="575" y="856"/>
                    <a:pt x="575" y="856"/>
                    <a:pt x="575" y="856"/>
                  </a:cubicBezTo>
                  <a:cubicBezTo>
                    <a:pt x="580" y="853"/>
                    <a:pt x="584" y="848"/>
                    <a:pt x="586" y="843"/>
                  </a:cubicBezTo>
                  <a:cubicBezTo>
                    <a:pt x="585" y="846"/>
                    <a:pt x="585" y="849"/>
                    <a:pt x="585" y="852"/>
                  </a:cubicBezTo>
                  <a:close/>
                  <a:moveTo>
                    <a:pt x="587" y="836"/>
                  </a:moveTo>
                  <a:cubicBezTo>
                    <a:pt x="587" y="825"/>
                    <a:pt x="577" y="816"/>
                    <a:pt x="565" y="813"/>
                  </a:cubicBezTo>
                  <a:cubicBezTo>
                    <a:pt x="579" y="812"/>
                    <a:pt x="589" y="811"/>
                    <a:pt x="589" y="814"/>
                  </a:cubicBezTo>
                  <a:cubicBezTo>
                    <a:pt x="589" y="818"/>
                    <a:pt x="588" y="827"/>
                    <a:pt x="587" y="836"/>
                  </a:cubicBezTo>
                  <a:close/>
                </a:path>
              </a:pathLst>
            </a:custGeom>
            <a:solidFill>
              <a:srgbClr val="FFCCCC"/>
            </a:solidFill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fr-FR"/>
            </a:p>
          </p:txBody>
        </p:sp>
      </p:grpSp>
    </p:spTree>
  </p:cSld>
  <p:clrMapOvr>
    <a:masterClrMapping/>
  </p:clrMapOvr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250" name="Rectangle 2">
            <a:extLst>
              <a:ext uri="{FF2B5EF4-FFF2-40B4-BE49-F238E27FC236}">
                <a16:creationId xmlns:a16="http://schemas.microsoft.com/office/drawing/2014/main" id="{66D70235-2E0A-42AA-B58A-D1C49F02F4C8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Stages of life (2)</a:t>
            </a:r>
          </a:p>
        </p:txBody>
      </p:sp>
      <p:grpSp>
        <p:nvGrpSpPr>
          <p:cNvPr id="66562" name="light-blue-newborn-infant-silhouette">
            <a:extLst>
              <a:ext uri="{FF2B5EF4-FFF2-40B4-BE49-F238E27FC236}">
                <a16:creationId xmlns:a16="http://schemas.microsoft.com/office/drawing/2014/main" id="{336EDC66-6429-46FE-95B6-8E59831965E9}"/>
              </a:ext>
            </a:extLst>
          </p:cNvPr>
          <p:cNvGrpSpPr>
            <a:grpSpLocks/>
          </p:cNvGrpSpPr>
          <p:nvPr/>
        </p:nvGrpSpPr>
        <p:grpSpPr bwMode="auto">
          <a:xfrm>
            <a:off x="1981200" y="4495800"/>
            <a:ext cx="638175" cy="1179513"/>
            <a:chOff x="1574" y="716"/>
            <a:chExt cx="1145" cy="2115"/>
          </a:xfrm>
        </p:grpSpPr>
        <p:sp>
          <p:nvSpPr>
            <p:cNvPr id="66584" name="Freeform 4">
              <a:extLst>
                <a:ext uri="{FF2B5EF4-FFF2-40B4-BE49-F238E27FC236}">
                  <a16:creationId xmlns:a16="http://schemas.microsoft.com/office/drawing/2014/main" id="{06D01BAB-4F74-4F64-A272-22CD14F21D3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574" y="716"/>
              <a:ext cx="1145" cy="2115"/>
            </a:xfrm>
            <a:custGeom>
              <a:avLst/>
              <a:gdLst>
                <a:gd name="T0" fmla="*/ 200 w 1371"/>
                <a:gd name="T1" fmla="*/ 433 h 2533"/>
                <a:gd name="T2" fmla="*/ 184 w 1371"/>
                <a:gd name="T3" fmla="*/ 682 h 2533"/>
                <a:gd name="T4" fmla="*/ 144 w 1371"/>
                <a:gd name="T5" fmla="*/ 675 h 2533"/>
                <a:gd name="T6" fmla="*/ 19 w 1371"/>
                <a:gd name="T7" fmla="*/ 792 h 2533"/>
                <a:gd name="T8" fmla="*/ 138 w 1371"/>
                <a:gd name="T9" fmla="*/ 920 h 2533"/>
                <a:gd name="T10" fmla="*/ 90 w 1371"/>
                <a:gd name="T11" fmla="*/ 1018 h 2533"/>
                <a:gd name="T12" fmla="*/ 84 w 1371"/>
                <a:gd name="T13" fmla="*/ 1032 h 2533"/>
                <a:gd name="T14" fmla="*/ 88 w 1371"/>
                <a:gd name="T15" fmla="*/ 1065 h 2533"/>
                <a:gd name="T16" fmla="*/ 134 w 1371"/>
                <a:gd name="T17" fmla="*/ 1057 h 2533"/>
                <a:gd name="T18" fmla="*/ 153 w 1371"/>
                <a:gd name="T19" fmla="*/ 1056 h 2533"/>
                <a:gd name="T20" fmla="*/ 170 w 1371"/>
                <a:gd name="T21" fmla="*/ 1047 h 2533"/>
                <a:gd name="T22" fmla="*/ 219 w 1371"/>
                <a:gd name="T23" fmla="*/ 895 h 2533"/>
                <a:gd name="T24" fmla="*/ 210 w 1371"/>
                <a:gd name="T25" fmla="*/ 883 h 2533"/>
                <a:gd name="T26" fmla="*/ 320 w 1371"/>
                <a:gd name="T27" fmla="*/ 906 h 2533"/>
                <a:gd name="T28" fmla="*/ 341 w 1371"/>
                <a:gd name="T29" fmla="*/ 908 h 2533"/>
                <a:gd name="T30" fmla="*/ 351 w 1371"/>
                <a:gd name="T31" fmla="*/ 908 h 2533"/>
                <a:gd name="T32" fmla="*/ 358 w 1371"/>
                <a:gd name="T33" fmla="*/ 904 h 2533"/>
                <a:gd name="T34" fmla="*/ 394 w 1371"/>
                <a:gd name="T35" fmla="*/ 914 h 2533"/>
                <a:gd name="T36" fmla="*/ 406 w 1371"/>
                <a:gd name="T37" fmla="*/ 959 h 2533"/>
                <a:gd name="T38" fmla="*/ 401 w 1371"/>
                <a:gd name="T39" fmla="*/ 979 h 2533"/>
                <a:gd name="T40" fmla="*/ 398 w 1371"/>
                <a:gd name="T41" fmla="*/ 999 h 2533"/>
                <a:gd name="T42" fmla="*/ 397 w 1371"/>
                <a:gd name="T43" fmla="*/ 1027 h 2533"/>
                <a:gd name="T44" fmla="*/ 400 w 1371"/>
                <a:gd name="T45" fmla="*/ 1047 h 2533"/>
                <a:gd name="T46" fmla="*/ 312 w 1371"/>
                <a:gd name="T47" fmla="*/ 1295 h 2533"/>
                <a:gd name="T48" fmla="*/ 310 w 1371"/>
                <a:gd name="T49" fmla="*/ 1324 h 2533"/>
                <a:gd name="T50" fmla="*/ 306 w 1371"/>
                <a:gd name="T51" fmla="*/ 1332 h 2533"/>
                <a:gd name="T52" fmla="*/ 291 w 1371"/>
                <a:gd name="T53" fmla="*/ 1349 h 2533"/>
                <a:gd name="T54" fmla="*/ 281 w 1371"/>
                <a:gd name="T55" fmla="*/ 1365 h 2533"/>
                <a:gd name="T56" fmla="*/ 276 w 1371"/>
                <a:gd name="T57" fmla="*/ 1381 h 2533"/>
                <a:gd name="T58" fmla="*/ 310 w 1371"/>
                <a:gd name="T59" fmla="*/ 1407 h 2533"/>
                <a:gd name="T60" fmla="*/ 317 w 1371"/>
                <a:gd name="T61" fmla="*/ 1414 h 2533"/>
                <a:gd name="T62" fmla="*/ 331 w 1371"/>
                <a:gd name="T63" fmla="*/ 1465 h 2533"/>
                <a:gd name="T64" fmla="*/ 335 w 1371"/>
                <a:gd name="T65" fmla="*/ 1468 h 2533"/>
                <a:gd name="T66" fmla="*/ 361 w 1371"/>
                <a:gd name="T67" fmla="*/ 1447 h 2533"/>
                <a:gd name="T68" fmla="*/ 530 w 1371"/>
                <a:gd name="T69" fmla="*/ 975 h 2533"/>
                <a:gd name="T70" fmla="*/ 540 w 1371"/>
                <a:gd name="T71" fmla="*/ 753 h 2533"/>
                <a:gd name="T72" fmla="*/ 540 w 1371"/>
                <a:gd name="T73" fmla="*/ 736 h 2533"/>
                <a:gd name="T74" fmla="*/ 543 w 1371"/>
                <a:gd name="T75" fmla="*/ 721 h 2533"/>
                <a:gd name="T76" fmla="*/ 546 w 1371"/>
                <a:gd name="T77" fmla="*/ 711 h 2533"/>
                <a:gd name="T78" fmla="*/ 586 w 1371"/>
                <a:gd name="T79" fmla="*/ 467 h 2533"/>
                <a:gd name="T80" fmla="*/ 743 w 1371"/>
                <a:gd name="T81" fmla="*/ 229 h 2533"/>
                <a:gd name="T82" fmla="*/ 737 w 1371"/>
                <a:gd name="T83" fmla="*/ 233 h 2533"/>
                <a:gd name="T84" fmla="*/ 727 w 1371"/>
                <a:gd name="T85" fmla="*/ 233 h 2533"/>
                <a:gd name="T86" fmla="*/ 722 w 1371"/>
                <a:gd name="T87" fmla="*/ 236 h 2533"/>
                <a:gd name="T88" fmla="*/ 717 w 1371"/>
                <a:gd name="T89" fmla="*/ 242 h 2533"/>
                <a:gd name="T90" fmla="*/ 713 w 1371"/>
                <a:gd name="T91" fmla="*/ 248 h 2533"/>
                <a:gd name="T92" fmla="*/ 698 w 1371"/>
                <a:gd name="T93" fmla="*/ 258 h 2533"/>
                <a:gd name="T94" fmla="*/ 695 w 1371"/>
                <a:gd name="T95" fmla="*/ 259 h 2533"/>
                <a:gd name="T96" fmla="*/ 679 w 1371"/>
                <a:gd name="T97" fmla="*/ 290 h 2533"/>
                <a:gd name="T98" fmla="*/ 692 w 1371"/>
                <a:gd name="T99" fmla="*/ 381 h 2533"/>
                <a:gd name="T100" fmla="*/ 684 w 1371"/>
                <a:gd name="T101" fmla="*/ 397 h 2533"/>
                <a:gd name="T102" fmla="*/ 628 w 1371"/>
                <a:gd name="T103" fmla="*/ 357 h 2533"/>
                <a:gd name="T104" fmla="*/ 612 w 1371"/>
                <a:gd name="T105" fmla="*/ 343 h 2533"/>
                <a:gd name="T106" fmla="*/ 636 w 1371"/>
                <a:gd name="T107" fmla="*/ 213 h 2533"/>
                <a:gd name="T108" fmla="*/ 437 w 1371"/>
                <a:gd name="T109" fmla="*/ 8 h 2533"/>
                <a:gd name="T110" fmla="*/ 635 w 1371"/>
                <a:gd name="T111" fmla="*/ 211 h 2533"/>
                <a:gd name="T112" fmla="*/ 263 w 1371"/>
                <a:gd name="T113" fmla="*/ 612 h 2533"/>
                <a:gd name="T114" fmla="*/ 274 w 1371"/>
                <a:gd name="T115" fmla="*/ 656 h 2533"/>
                <a:gd name="T116" fmla="*/ 281 w 1371"/>
                <a:gd name="T117" fmla="*/ 713 h 2533"/>
                <a:gd name="T118" fmla="*/ 276 w 1371"/>
                <a:gd name="T119" fmla="*/ 703 h 2533"/>
                <a:gd name="T120" fmla="*/ 283 w 1371"/>
                <a:gd name="T121" fmla="*/ 703 h 2533"/>
                <a:gd name="T122" fmla="*/ 367 w 1371"/>
                <a:gd name="T123" fmla="*/ 258 h 2533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0" t="0" r="r" b="b"/>
              <a:pathLst>
                <a:path w="1371" h="2533">
                  <a:moveTo>
                    <a:pt x="596" y="515"/>
                  </a:moveTo>
                  <a:cubicBezTo>
                    <a:pt x="596" y="515"/>
                    <a:pt x="596" y="515"/>
                    <a:pt x="596" y="515"/>
                  </a:cubicBezTo>
                  <a:cubicBezTo>
                    <a:pt x="592" y="517"/>
                    <a:pt x="587" y="518"/>
                    <a:pt x="582" y="519"/>
                  </a:cubicBezTo>
                  <a:cubicBezTo>
                    <a:pt x="578" y="519"/>
                    <a:pt x="574" y="519"/>
                    <a:pt x="570" y="519"/>
                  </a:cubicBezTo>
                  <a:cubicBezTo>
                    <a:pt x="566" y="519"/>
                    <a:pt x="562" y="519"/>
                    <a:pt x="558" y="518"/>
                  </a:cubicBezTo>
                  <a:cubicBezTo>
                    <a:pt x="552" y="516"/>
                    <a:pt x="544" y="515"/>
                    <a:pt x="537" y="514"/>
                  </a:cubicBezTo>
                  <a:cubicBezTo>
                    <a:pt x="534" y="514"/>
                    <a:pt x="530" y="514"/>
                    <a:pt x="527" y="514"/>
                  </a:cubicBezTo>
                  <a:cubicBezTo>
                    <a:pt x="503" y="514"/>
                    <a:pt x="478" y="522"/>
                    <a:pt x="462" y="542"/>
                  </a:cubicBezTo>
                  <a:cubicBezTo>
                    <a:pt x="449" y="558"/>
                    <a:pt x="422" y="601"/>
                    <a:pt x="396" y="645"/>
                  </a:cubicBezTo>
                  <a:cubicBezTo>
                    <a:pt x="395" y="647"/>
                    <a:pt x="393" y="650"/>
                    <a:pt x="392" y="652"/>
                  </a:cubicBezTo>
                  <a:cubicBezTo>
                    <a:pt x="371" y="688"/>
                    <a:pt x="352" y="723"/>
                    <a:pt x="343" y="743"/>
                  </a:cubicBezTo>
                  <a:cubicBezTo>
                    <a:pt x="316" y="804"/>
                    <a:pt x="282" y="814"/>
                    <a:pt x="273" y="874"/>
                  </a:cubicBezTo>
                  <a:cubicBezTo>
                    <a:pt x="272" y="881"/>
                    <a:pt x="271" y="889"/>
                    <a:pt x="271" y="897"/>
                  </a:cubicBezTo>
                  <a:cubicBezTo>
                    <a:pt x="268" y="954"/>
                    <a:pt x="284" y="1023"/>
                    <a:pt x="320" y="1095"/>
                  </a:cubicBezTo>
                  <a:cubicBezTo>
                    <a:pt x="321" y="1097"/>
                    <a:pt x="322" y="1099"/>
                    <a:pt x="323" y="1101"/>
                  </a:cubicBezTo>
                  <a:cubicBezTo>
                    <a:pt x="329" y="1113"/>
                    <a:pt x="331" y="1119"/>
                    <a:pt x="325" y="1131"/>
                  </a:cubicBezTo>
                  <a:cubicBezTo>
                    <a:pt x="320" y="1142"/>
                    <a:pt x="316" y="1149"/>
                    <a:pt x="315" y="1157"/>
                  </a:cubicBezTo>
                  <a:cubicBezTo>
                    <a:pt x="315" y="1160"/>
                    <a:pt x="315" y="1162"/>
                    <a:pt x="316" y="1166"/>
                  </a:cubicBezTo>
                  <a:cubicBezTo>
                    <a:pt x="316" y="1166"/>
                    <a:pt x="316" y="1167"/>
                    <a:pt x="316" y="1168"/>
                  </a:cubicBezTo>
                  <a:cubicBezTo>
                    <a:pt x="316" y="1168"/>
                    <a:pt x="316" y="1169"/>
                    <a:pt x="316" y="1169"/>
                  </a:cubicBezTo>
                  <a:cubicBezTo>
                    <a:pt x="316" y="1170"/>
                    <a:pt x="316" y="1170"/>
                    <a:pt x="316" y="1170"/>
                  </a:cubicBezTo>
                  <a:cubicBezTo>
                    <a:pt x="316" y="1171"/>
                    <a:pt x="316" y="1172"/>
                    <a:pt x="316" y="1172"/>
                  </a:cubicBezTo>
                  <a:cubicBezTo>
                    <a:pt x="316" y="1172"/>
                    <a:pt x="316" y="1173"/>
                    <a:pt x="316" y="1173"/>
                  </a:cubicBezTo>
                  <a:cubicBezTo>
                    <a:pt x="315" y="1173"/>
                    <a:pt x="315" y="1174"/>
                    <a:pt x="315" y="1175"/>
                  </a:cubicBezTo>
                  <a:cubicBezTo>
                    <a:pt x="315" y="1175"/>
                    <a:pt x="315" y="1175"/>
                    <a:pt x="315" y="1175"/>
                  </a:cubicBezTo>
                  <a:cubicBezTo>
                    <a:pt x="315" y="1175"/>
                    <a:pt x="315" y="1175"/>
                    <a:pt x="315" y="1175"/>
                  </a:cubicBezTo>
                  <a:cubicBezTo>
                    <a:pt x="315" y="1175"/>
                    <a:pt x="315" y="1175"/>
                    <a:pt x="315" y="1175"/>
                  </a:cubicBezTo>
                  <a:cubicBezTo>
                    <a:pt x="307" y="1173"/>
                    <a:pt x="300" y="1171"/>
                    <a:pt x="293" y="1169"/>
                  </a:cubicBezTo>
                  <a:cubicBezTo>
                    <a:pt x="293" y="1169"/>
                    <a:pt x="293" y="1169"/>
                    <a:pt x="293" y="1169"/>
                  </a:cubicBezTo>
                  <a:cubicBezTo>
                    <a:pt x="285" y="1168"/>
                    <a:pt x="278" y="1166"/>
                    <a:pt x="271" y="1164"/>
                  </a:cubicBezTo>
                  <a:cubicBezTo>
                    <a:pt x="271" y="1164"/>
                    <a:pt x="270" y="1164"/>
                    <a:pt x="270" y="1164"/>
                  </a:cubicBezTo>
                  <a:cubicBezTo>
                    <a:pt x="263" y="1162"/>
                    <a:pt x="256" y="1161"/>
                    <a:pt x="250" y="1160"/>
                  </a:cubicBezTo>
                  <a:cubicBezTo>
                    <a:pt x="249" y="1159"/>
                    <a:pt x="248" y="1159"/>
                    <a:pt x="247" y="1159"/>
                  </a:cubicBezTo>
                  <a:cubicBezTo>
                    <a:pt x="241" y="1158"/>
                    <a:pt x="234" y="1156"/>
                    <a:pt x="228" y="1155"/>
                  </a:cubicBezTo>
                  <a:cubicBezTo>
                    <a:pt x="227" y="1155"/>
                    <a:pt x="225" y="1155"/>
                    <a:pt x="224" y="1154"/>
                  </a:cubicBezTo>
                  <a:cubicBezTo>
                    <a:pt x="218" y="1153"/>
                    <a:pt x="212" y="1152"/>
                    <a:pt x="207" y="1151"/>
                  </a:cubicBezTo>
                  <a:cubicBezTo>
                    <a:pt x="205" y="1151"/>
                    <a:pt x="203" y="1151"/>
                    <a:pt x="201" y="1150"/>
                  </a:cubicBezTo>
                  <a:cubicBezTo>
                    <a:pt x="196" y="1150"/>
                    <a:pt x="190" y="1149"/>
                    <a:pt x="185" y="1148"/>
                  </a:cubicBezTo>
                  <a:cubicBezTo>
                    <a:pt x="183" y="1148"/>
                    <a:pt x="181" y="1147"/>
                    <a:pt x="179" y="1147"/>
                  </a:cubicBezTo>
                  <a:cubicBezTo>
                    <a:pt x="174" y="1146"/>
                    <a:pt x="169" y="1146"/>
                    <a:pt x="164" y="1145"/>
                  </a:cubicBezTo>
                  <a:cubicBezTo>
                    <a:pt x="162" y="1145"/>
                    <a:pt x="160" y="1145"/>
                    <a:pt x="157" y="1144"/>
                  </a:cubicBezTo>
                  <a:cubicBezTo>
                    <a:pt x="150" y="1144"/>
                    <a:pt x="143" y="1143"/>
                    <a:pt x="137" y="1143"/>
                  </a:cubicBezTo>
                  <a:cubicBezTo>
                    <a:pt x="93" y="1139"/>
                    <a:pt x="45" y="1168"/>
                    <a:pt x="30" y="1209"/>
                  </a:cubicBezTo>
                  <a:cubicBezTo>
                    <a:pt x="14" y="1250"/>
                    <a:pt x="0" y="1317"/>
                    <a:pt x="33" y="1362"/>
                  </a:cubicBezTo>
                  <a:cubicBezTo>
                    <a:pt x="66" y="1406"/>
                    <a:pt x="167" y="1526"/>
                    <a:pt x="217" y="1562"/>
                  </a:cubicBezTo>
                  <a:cubicBezTo>
                    <a:pt x="219" y="1563"/>
                    <a:pt x="220" y="1564"/>
                    <a:pt x="221" y="1565"/>
                  </a:cubicBezTo>
                  <a:cubicBezTo>
                    <a:pt x="222" y="1566"/>
                    <a:pt x="222" y="1566"/>
                    <a:pt x="223" y="1566"/>
                  </a:cubicBezTo>
                  <a:cubicBezTo>
                    <a:pt x="224" y="1567"/>
                    <a:pt x="225" y="1568"/>
                    <a:pt x="226" y="1569"/>
                  </a:cubicBezTo>
                  <a:cubicBezTo>
                    <a:pt x="226" y="1569"/>
                    <a:pt x="226" y="1570"/>
                    <a:pt x="227" y="1570"/>
                  </a:cubicBezTo>
                  <a:cubicBezTo>
                    <a:pt x="228" y="1571"/>
                    <a:pt x="228" y="1572"/>
                    <a:pt x="229" y="1573"/>
                  </a:cubicBezTo>
                  <a:cubicBezTo>
                    <a:pt x="230" y="1573"/>
                    <a:pt x="230" y="1573"/>
                    <a:pt x="230" y="1574"/>
                  </a:cubicBezTo>
                  <a:cubicBezTo>
                    <a:pt x="231" y="1575"/>
                    <a:pt x="232" y="1576"/>
                    <a:pt x="233" y="1577"/>
                  </a:cubicBezTo>
                  <a:cubicBezTo>
                    <a:pt x="233" y="1577"/>
                    <a:pt x="233" y="1577"/>
                    <a:pt x="233" y="1578"/>
                  </a:cubicBezTo>
                  <a:cubicBezTo>
                    <a:pt x="234" y="1579"/>
                    <a:pt x="235" y="1580"/>
                    <a:pt x="236" y="1581"/>
                  </a:cubicBezTo>
                  <a:cubicBezTo>
                    <a:pt x="236" y="1581"/>
                    <a:pt x="236" y="1581"/>
                    <a:pt x="236" y="1581"/>
                  </a:cubicBezTo>
                  <a:cubicBezTo>
                    <a:pt x="245" y="1594"/>
                    <a:pt x="250" y="1605"/>
                    <a:pt x="255" y="1606"/>
                  </a:cubicBezTo>
                  <a:cubicBezTo>
                    <a:pt x="255" y="1606"/>
                    <a:pt x="255" y="1606"/>
                    <a:pt x="255" y="1606"/>
                  </a:cubicBezTo>
                  <a:cubicBezTo>
                    <a:pt x="255" y="1606"/>
                    <a:pt x="255" y="1607"/>
                    <a:pt x="255" y="1607"/>
                  </a:cubicBezTo>
                  <a:cubicBezTo>
                    <a:pt x="256" y="1606"/>
                    <a:pt x="256" y="1606"/>
                    <a:pt x="256" y="1606"/>
                  </a:cubicBezTo>
                  <a:cubicBezTo>
                    <a:pt x="256" y="1606"/>
                    <a:pt x="256" y="1606"/>
                    <a:pt x="256" y="1606"/>
                  </a:cubicBezTo>
                  <a:cubicBezTo>
                    <a:pt x="256" y="1606"/>
                    <a:pt x="256" y="1606"/>
                    <a:pt x="257" y="1606"/>
                  </a:cubicBezTo>
                  <a:cubicBezTo>
                    <a:pt x="257" y="1606"/>
                    <a:pt x="258" y="1606"/>
                    <a:pt x="258" y="1606"/>
                  </a:cubicBezTo>
                  <a:cubicBezTo>
                    <a:pt x="258" y="1606"/>
                    <a:pt x="253" y="1615"/>
                    <a:pt x="260" y="1620"/>
                  </a:cubicBezTo>
                  <a:cubicBezTo>
                    <a:pt x="260" y="1620"/>
                    <a:pt x="257" y="1629"/>
                    <a:pt x="259" y="1635"/>
                  </a:cubicBezTo>
                  <a:cubicBezTo>
                    <a:pt x="261" y="1641"/>
                    <a:pt x="223" y="1673"/>
                    <a:pt x="207" y="1689"/>
                  </a:cubicBezTo>
                  <a:cubicBezTo>
                    <a:pt x="191" y="1705"/>
                    <a:pt x="162" y="1719"/>
                    <a:pt x="155" y="1748"/>
                  </a:cubicBezTo>
                  <a:cubicBezTo>
                    <a:pt x="155" y="1749"/>
                    <a:pt x="155" y="1751"/>
                    <a:pt x="154" y="1752"/>
                  </a:cubicBezTo>
                  <a:cubicBezTo>
                    <a:pt x="154" y="1753"/>
                    <a:pt x="154" y="1753"/>
                    <a:pt x="154" y="1753"/>
                  </a:cubicBezTo>
                  <a:cubicBezTo>
                    <a:pt x="154" y="1754"/>
                    <a:pt x="153" y="1756"/>
                    <a:pt x="153" y="1757"/>
                  </a:cubicBezTo>
                  <a:cubicBezTo>
                    <a:pt x="153" y="1757"/>
                    <a:pt x="152" y="1758"/>
                    <a:pt x="152" y="1758"/>
                  </a:cubicBezTo>
                  <a:cubicBezTo>
                    <a:pt x="152" y="1759"/>
                    <a:pt x="151" y="1760"/>
                    <a:pt x="151" y="1762"/>
                  </a:cubicBezTo>
                  <a:cubicBezTo>
                    <a:pt x="151" y="1762"/>
                    <a:pt x="151" y="1762"/>
                    <a:pt x="151" y="1762"/>
                  </a:cubicBezTo>
                  <a:cubicBezTo>
                    <a:pt x="150" y="1763"/>
                    <a:pt x="149" y="1765"/>
                    <a:pt x="149" y="1766"/>
                  </a:cubicBezTo>
                  <a:cubicBezTo>
                    <a:pt x="149" y="1766"/>
                    <a:pt x="149" y="1766"/>
                    <a:pt x="149" y="1766"/>
                  </a:cubicBezTo>
                  <a:cubicBezTo>
                    <a:pt x="148" y="1768"/>
                    <a:pt x="147" y="1769"/>
                    <a:pt x="147" y="1770"/>
                  </a:cubicBezTo>
                  <a:cubicBezTo>
                    <a:pt x="147" y="1770"/>
                    <a:pt x="147" y="1770"/>
                    <a:pt x="147" y="1770"/>
                  </a:cubicBezTo>
                  <a:cubicBezTo>
                    <a:pt x="146" y="1771"/>
                    <a:pt x="146" y="1772"/>
                    <a:pt x="145" y="1773"/>
                  </a:cubicBezTo>
                  <a:cubicBezTo>
                    <a:pt x="145" y="1774"/>
                    <a:pt x="144" y="1774"/>
                    <a:pt x="144" y="1775"/>
                  </a:cubicBezTo>
                  <a:cubicBezTo>
                    <a:pt x="144" y="1775"/>
                    <a:pt x="144" y="1776"/>
                    <a:pt x="143" y="1776"/>
                  </a:cubicBezTo>
                  <a:cubicBezTo>
                    <a:pt x="139" y="1783"/>
                    <a:pt x="136" y="1789"/>
                    <a:pt x="136" y="1793"/>
                  </a:cubicBezTo>
                  <a:cubicBezTo>
                    <a:pt x="136" y="1793"/>
                    <a:pt x="136" y="1793"/>
                    <a:pt x="136" y="1793"/>
                  </a:cubicBezTo>
                  <a:cubicBezTo>
                    <a:pt x="136" y="1793"/>
                    <a:pt x="136" y="1794"/>
                    <a:pt x="137" y="1795"/>
                  </a:cubicBezTo>
                  <a:cubicBezTo>
                    <a:pt x="137" y="1795"/>
                    <a:pt x="137" y="1795"/>
                    <a:pt x="137" y="1795"/>
                  </a:cubicBezTo>
                  <a:cubicBezTo>
                    <a:pt x="137" y="1795"/>
                    <a:pt x="137" y="1796"/>
                    <a:pt x="138" y="1796"/>
                  </a:cubicBezTo>
                  <a:cubicBezTo>
                    <a:pt x="138" y="1796"/>
                    <a:pt x="138" y="1796"/>
                    <a:pt x="138" y="1796"/>
                  </a:cubicBezTo>
                  <a:cubicBezTo>
                    <a:pt x="138" y="1797"/>
                    <a:pt x="138" y="1797"/>
                    <a:pt x="139" y="1797"/>
                  </a:cubicBezTo>
                  <a:cubicBezTo>
                    <a:pt x="133" y="1806"/>
                    <a:pt x="126" y="1823"/>
                    <a:pt x="140" y="1828"/>
                  </a:cubicBezTo>
                  <a:cubicBezTo>
                    <a:pt x="144" y="1829"/>
                    <a:pt x="148" y="1830"/>
                    <a:pt x="151" y="1829"/>
                  </a:cubicBezTo>
                  <a:cubicBezTo>
                    <a:pt x="154" y="1829"/>
                    <a:pt x="156" y="1828"/>
                    <a:pt x="158" y="1827"/>
                  </a:cubicBezTo>
                  <a:cubicBezTo>
                    <a:pt x="157" y="1830"/>
                    <a:pt x="156" y="1840"/>
                    <a:pt x="168" y="1842"/>
                  </a:cubicBezTo>
                  <a:cubicBezTo>
                    <a:pt x="170" y="1842"/>
                    <a:pt x="172" y="1842"/>
                    <a:pt x="174" y="1842"/>
                  </a:cubicBezTo>
                  <a:cubicBezTo>
                    <a:pt x="182" y="1841"/>
                    <a:pt x="186" y="1835"/>
                    <a:pt x="187" y="1833"/>
                  </a:cubicBezTo>
                  <a:cubicBezTo>
                    <a:pt x="188" y="1835"/>
                    <a:pt x="191" y="1840"/>
                    <a:pt x="197" y="1840"/>
                  </a:cubicBezTo>
                  <a:cubicBezTo>
                    <a:pt x="198" y="1840"/>
                    <a:pt x="199" y="1840"/>
                    <a:pt x="200" y="1840"/>
                  </a:cubicBezTo>
                  <a:cubicBezTo>
                    <a:pt x="205" y="1839"/>
                    <a:pt x="207" y="1836"/>
                    <a:pt x="208" y="1835"/>
                  </a:cubicBezTo>
                  <a:cubicBezTo>
                    <a:pt x="210" y="1836"/>
                    <a:pt x="215" y="1841"/>
                    <a:pt x="223" y="1840"/>
                  </a:cubicBezTo>
                  <a:cubicBezTo>
                    <a:pt x="224" y="1840"/>
                    <a:pt x="224" y="1840"/>
                    <a:pt x="225" y="1840"/>
                  </a:cubicBezTo>
                  <a:cubicBezTo>
                    <a:pt x="235" y="1839"/>
                    <a:pt x="236" y="1831"/>
                    <a:pt x="230" y="1816"/>
                  </a:cubicBezTo>
                  <a:cubicBezTo>
                    <a:pt x="230" y="1816"/>
                    <a:pt x="230" y="1816"/>
                    <a:pt x="230" y="1816"/>
                  </a:cubicBezTo>
                  <a:cubicBezTo>
                    <a:pt x="231" y="1816"/>
                    <a:pt x="233" y="1817"/>
                    <a:pt x="234" y="1817"/>
                  </a:cubicBezTo>
                  <a:cubicBezTo>
                    <a:pt x="234" y="1817"/>
                    <a:pt x="234" y="1817"/>
                    <a:pt x="234" y="1817"/>
                  </a:cubicBezTo>
                  <a:cubicBezTo>
                    <a:pt x="237" y="1817"/>
                    <a:pt x="240" y="1817"/>
                    <a:pt x="244" y="1817"/>
                  </a:cubicBezTo>
                  <a:cubicBezTo>
                    <a:pt x="244" y="1817"/>
                    <a:pt x="245" y="1817"/>
                    <a:pt x="245" y="1817"/>
                  </a:cubicBezTo>
                  <a:cubicBezTo>
                    <a:pt x="246" y="1817"/>
                    <a:pt x="247" y="1817"/>
                    <a:pt x="248" y="1817"/>
                  </a:cubicBezTo>
                  <a:cubicBezTo>
                    <a:pt x="248" y="1817"/>
                    <a:pt x="249" y="1817"/>
                    <a:pt x="250" y="1817"/>
                  </a:cubicBezTo>
                  <a:cubicBezTo>
                    <a:pt x="250" y="1817"/>
                    <a:pt x="251" y="1817"/>
                    <a:pt x="252" y="1817"/>
                  </a:cubicBezTo>
                  <a:cubicBezTo>
                    <a:pt x="253" y="1817"/>
                    <a:pt x="254" y="1817"/>
                    <a:pt x="255" y="1817"/>
                  </a:cubicBezTo>
                  <a:cubicBezTo>
                    <a:pt x="255" y="1817"/>
                    <a:pt x="256" y="1816"/>
                    <a:pt x="257" y="1816"/>
                  </a:cubicBezTo>
                  <a:cubicBezTo>
                    <a:pt x="258" y="1816"/>
                    <a:pt x="259" y="1816"/>
                    <a:pt x="260" y="1816"/>
                  </a:cubicBezTo>
                  <a:cubicBezTo>
                    <a:pt x="261" y="1816"/>
                    <a:pt x="262" y="1815"/>
                    <a:pt x="262" y="1815"/>
                  </a:cubicBezTo>
                  <a:cubicBezTo>
                    <a:pt x="263" y="1815"/>
                    <a:pt x="264" y="1815"/>
                    <a:pt x="265" y="1814"/>
                  </a:cubicBezTo>
                  <a:cubicBezTo>
                    <a:pt x="266" y="1814"/>
                    <a:pt x="266" y="1814"/>
                    <a:pt x="267" y="1814"/>
                  </a:cubicBezTo>
                  <a:cubicBezTo>
                    <a:pt x="268" y="1814"/>
                    <a:pt x="269" y="1813"/>
                    <a:pt x="270" y="1813"/>
                  </a:cubicBezTo>
                  <a:cubicBezTo>
                    <a:pt x="271" y="1813"/>
                    <a:pt x="271" y="1812"/>
                    <a:pt x="271" y="1812"/>
                  </a:cubicBezTo>
                  <a:cubicBezTo>
                    <a:pt x="273" y="1812"/>
                    <a:pt x="275" y="1811"/>
                    <a:pt x="276" y="1810"/>
                  </a:cubicBezTo>
                  <a:cubicBezTo>
                    <a:pt x="276" y="1810"/>
                    <a:pt x="277" y="1810"/>
                    <a:pt x="277" y="1809"/>
                  </a:cubicBezTo>
                  <a:cubicBezTo>
                    <a:pt x="278" y="1809"/>
                    <a:pt x="280" y="1808"/>
                    <a:pt x="281" y="1807"/>
                  </a:cubicBezTo>
                  <a:cubicBezTo>
                    <a:pt x="281" y="1807"/>
                    <a:pt x="282" y="1807"/>
                    <a:pt x="283" y="1806"/>
                  </a:cubicBezTo>
                  <a:cubicBezTo>
                    <a:pt x="284" y="1806"/>
                    <a:pt x="285" y="1805"/>
                    <a:pt x="286" y="1804"/>
                  </a:cubicBezTo>
                  <a:cubicBezTo>
                    <a:pt x="286" y="1804"/>
                    <a:pt x="287" y="1804"/>
                    <a:pt x="287" y="1803"/>
                  </a:cubicBezTo>
                  <a:cubicBezTo>
                    <a:pt x="289" y="1802"/>
                    <a:pt x="291" y="1801"/>
                    <a:pt x="292" y="1799"/>
                  </a:cubicBezTo>
                  <a:cubicBezTo>
                    <a:pt x="322" y="1776"/>
                    <a:pt x="389" y="1729"/>
                    <a:pt x="416" y="1719"/>
                  </a:cubicBezTo>
                  <a:cubicBezTo>
                    <a:pt x="420" y="1717"/>
                    <a:pt x="425" y="1714"/>
                    <a:pt x="430" y="1711"/>
                  </a:cubicBezTo>
                  <a:cubicBezTo>
                    <a:pt x="450" y="1699"/>
                    <a:pt x="473" y="1676"/>
                    <a:pt x="478" y="1652"/>
                  </a:cubicBezTo>
                  <a:cubicBezTo>
                    <a:pt x="479" y="1650"/>
                    <a:pt x="479" y="1647"/>
                    <a:pt x="480" y="1645"/>
                  </a:cubicBezTo>
                  <a:cubicBezTo>
                    <a:pt x="480" y="1635"/>
                    <a:pt x="478" y="1626"/>
                    <a:pt x="471" y="1618"/>
                  </a:cubicBezTo>
                  <a:cubicBezTo>
                    <a:pt x="463" y="1608"/>
                    <a:pt x="455" y="1601"/>
                    <a:pt x="448" y="1594"/>
                  </a:cubicBezTo>
                  <a:cubicBezTo>
                    <a:pt x="429" y="1579"/>
                    <a:pt x="412" y="1571"/>
                    <a:pt x="393" y="1555"/>
                  </a:cubicBezTo>
                  <a:cubicBezTo>
                    <a:pt x="389" y="1552"/>
                    <a:pt x="385" y="1549"/>
                    <a:pt x="382" y="1545"/>
                  </a:cubicBezTo>
                  <a:cubicBezTo>
                    <a:pt x="381" y="1544"/>
                    <a:pt x="380" y="1543"/>
                    <a:pt x="379" y="1542"/>
                  </a:cubicBezTo>
                  <a:cubicBezTo>
                    <a:pt x="378" y="1541"/>
                    <a:pt x="378" y="1541"/>
                    <a:pt x="378" y="1540"/>
                  </a:cubicBezTo>
                  <a:cubicBezTo>
                    <a:pt x="377" y="1540"/>
                    <a:pt x="377" y="1539"/>
                    <a:pt x="376" y="1538"/>
                  </a:cubicBezTo>
                  <a:cubicBezTo>
                    <a:pt x="376" y="1538"/>
                    <a:pt x="375" y="1537"/>
                    <a:pt x="375" y="1537"/>
                  </a:cubicBezTo>
                  <a:cubicBezTo>
                    <a:pt x="374" y="1536"/>
                    <a:pt x="374" y="1535"/>
                    <a:pt x="373" y="1535"/>
                  </a:cubicBezTo>
                  <a:cubicBezTo>
                    <a:pt x="373" y="1534"/>
                    <a:pt x="373" y="1534"/>
                    <a:pt x="372" y="1533"/>
                  </a:cubicBezTo>
                  <a:cubicBezTo>
                    <a:pt x="372" y="1533"/>
                    <a:pt x="371" y="1532"/>
                    <a:pt x="371" y="1531"/>
                  </a:cubicBezTo>
                  <a:cubicBezTo>
                    <a:pt x="370" y="1531"/>
                    <a:pt x="370" y="1530"/>
                    <a:pt x="370" y="1530"/>
                  </a:cubicBezTo>
                  <a:cubicBezTo>
                    <a:pt x="369" y="1529"/>
                    <a:pt x="368" y="1528"/>
                    <a:pt x="368" y="1527"/>
                  </a:cubicBezTo>
                  <a:cubicBezTo>
                    <a:pt x="368" y="1527"/>
                    <a:pt x="367" y="1526"/>
                    <a:pt x="367" y="1526"/>
                  </a:cubicBezTo>
                  <a:cubicBezTo>
                    <a:pt x="366" y="1525"/>
                    <a:pt x="366" y="1524"/>
                    <a:pt x="365" y="1523"/>
                  </a:cubicBezTo>
                  <a:cubicBezTo>
                    <a:pt x="365" y="1523"/>
                    <a:pt x="365" y="1522"/>
                    <a:pt x="365" y="1522"/>
                  </a:cubicBezTo>
                  <a:cubicBezTo>
                    <a:pt x="364" y="1521"/>
                    <a:pt x="363" y="1520"/>
                    <a:pt x="363" y="1519"/>
                  </a:cubicBezTo>
                  <a:cubicBezTo>
                    <a:pt x="362" y="1518"/>
                    <a:pt x="362" y="1518"/>
                    <a:pt x="362" y="1518"/>
                  </a:cubicBezTo>
                  <a:cubicBezTo>
                    <a:pt x="361" y="1517"/>
                    <a:pt x="361" y="1515"/>
                    <a:pt x="360" y="1514"/>
                  </a:cubicBezTo>
                  <a:cubicBezTo>
                    <a:pt x="360" y="1514"/>
                    <a:pt x="360" y="1514"/>
                    <a:pt x="360" y="1514"/>
                  </a:cubicBezTo>
                  <a:cubicBezTo>
                    <a:pt x="339" y="1479"/>
                    <a:pt x="321" y="1431"/>
                    <a:pt x="293" y="1400"/>
                  </a:cubicBezTo>
                  <a:cubicBezTo>
                    <a:pt x="293" y="1400"/>
                    <a:pt x="293" y="1400"/>
                    <a:pt x="293" y="1400"/>
                  </a:cubicBezTo>
                  <a:cubicBezTo>
                    <a:pt x="294" y="1400"/>
                    <a:pt x="294" y="1400"/>
                    <a:pt x="294" y="1400"/>
                  </a:cubicBezTo>
                  <a:cubicBezTo>
                    <a:pt x="293" y="1399"/>
                    <a:pt x="293" y="1399"/>
                    <a:pt x="292" y="1398"/>
                  </a:cubicBezTo>
                  <a:cubicBezTo>
                    <a:pt x="292" y="1398"/>
                    <a:pt x="292" y="1398"/>
                    <a:pt x="292" y="1398"/>
                  </a:cubicBezTo>
                  <a:cubicBezTo>
                    <a:pt x="292" y="1398"/>
                    <a:pt x="374" y="1469"/>
                    <a:pt x="413" y="1473"/>
                  </a:cubicBezTo>
                  <a:cubicBezTo>
                    <a:pt x="452" y="1476"/>
                    <a:pt x="496" y="1552"/>
                    <a:pt x="544" y="1556"/>
                  </a:cubicBezTo>
                  <a:cubicBezTo>
                    <a:pt x="545" y="1556"/>
                    <a:pt x="547" y="1556"/>
                    <a:pt x="548" y="1556"/>
                  </a:cubicBezTo>
                  <a:cubicBezTo>
                    <a:pt x="549" y="1556"/>
                    <a:pt x="549" y="1556"/>
                    <a:pt x="549" y="1557"/>
                  </a:cubicBezTo>
                  <a:cubicBezTo>
                    <a:pt x="550" y="1557"/>
                    <a:pt x="551" y="1557"/>
                    <a:pt x="552" y="1557"/>
                  </a:cubicBezTo>
                  <a:cubicBezTo>
                    <a:pt x="553" y="1557"/>
                    <a:pt x="553" y="1557"/>
                    <a:pt x="553" y="1557"/>
                  </a:cubicBezTo>
                  <a:cubicBezTo>
                    <a:pt x="554" y="1557"/>
                    <a:pt x="555" y="1557"/>
                    <a:pt x="556" y="1557"/>
                  </a:cubicBezTo>
                  <a:cubicBezTo>
                    <a:pt x="557" y="1557"/>
                    <a:pt x="557" y="1557"/>
                    <a:pt x="557" y="1558"/>
                  </a:cubicBezTo>
                  <a:cubicBezTo>
                    <a:pt x="564" y="1558"/>
                    <a:pt x="570" y="1559"/>
                    <a:pt x="575" y="1560"/>
                  </a:cubicBezTo>
                  <a:cubicBezTo>
                    <a:pt x="575" y="1560"/>
                    <a:pt x="576" y="1560"/>
                    <a:pt x="576" y="1560"/>
                  </a:cubicBezTo>
                  <a:cubicBezTo>
                    <a:pt x="577" y="1560"/>
                    <a:pt x="577" y="1560"/>
                    <a:pt x="578" y="1561"/>
                  </a:cubicBezTo>
                  <a:cubicBezTo>
                    <a:pt x="578" y="1561"/>
                    <a:pt x="579" y="1561"/>
                    <a:pt x="579" y="1561"/>
                  </a:cubicBezTo>
                  <a:cubicBezTo>
                    <a:pt x="580" y="1561"/>
                    <a:pt x="580" y="1561"/>
                    <a:pt x="581" y="1561"/>
                  </a:cubicBezTo>
                  <a:cubicBezTo>
                    <a:pt x="582" y="1561"/>
                    <a:pt x="582" y="1561"/>
                    <a:pt x="582" y="1561"/>
                  </a:cubicBezTo>
                  <a:cubicBezTo>
                    <a:pt x="583" y="1561"/>
                    <a:pt x="584" y="1561"/>
                    <a:pt x="584" y="1561"/>
                  </a:cubicBezTo>
                  <a:cubicBezTo>
                    <a:pt x="585" y="1561"/>
                    <a:pt x="585" y="1561"/>
                    <a:pt x="586" y="1561"/>
                  </a:cubicBezTo>
                  <a:cubicBezTo>
                    <a:pt x="587" y="1561"/>
                    <a:pt x="587" y="1562"/>
                    <a:pt x="588" y="1562"/>
                  </a:cubicBezTo>
                  <a:cubicBezTo>
                    <a:pt x="589" y="1562"/>
                    <a:pt x="589" y="1562"/>
                    <a:pt x="590" y="1562"/>
                  </a:cubicBezTo>
                  <a:cubicBezTo>
                    <a:pt x="590" y="1562"/>
                    <a:pt x="591" y="1562"/>
                    <a:pt x="591" y="1562"/>
                  </a:cubicBezTo>
                  <a:cubicBezTo>
                    <a:pt x="592" y="1562"/>
                    <a:pt x="592" y="1562"/>
                    <a:pt x="593" y="1562"/>
                  </a:cubicBezTo>
                  <a:cubicBezTo>
                    <a:pt x="593" y="1562"/>
                    <a:pt x="594" y="1562"/>
                    <a:pt x="594" y="1562"/>
                  </a:cubicBezTo>
                  <a:cubicBezTo>
                    <a:pt x="595" y="1562"/>
                    <a:pt x="595" y="1561"/>
                    <a:pt x="596" y="1561"/>
                  </a:cubicBezTo>
                  <a:cubicBezTo>
                    <a:pt x="596" y="1561"/>
                    <a:pt x="597" y="1561"/>
                    <a:pt x="597" y="1561"/>
                  </a:cubicBezTo>
                  <a:cubicBezTo>
                    <a:pt x="598" y="1561"/>
                    <a:pt x="599" y="1561"/>
                    <a:pt x="599" y="1561"/>
                  </a:cubicBezTo>
                  <a:cubicBezTo>
                    <a:pt x="600" y="1561"/>
                    <a:pt x="600" y="1561"/>
                    <a:pt x="601" y="1561"/>
                  </a:cubicBezTo>
                  <a:cubicBezTo>
                    <a:pt x="601" y="1561"/>
                    <a:pt x="602" y="1561"/>
                    <a:pt x="602" y="1560"/>
                  </a:cubicBezTo>
                  <a:cubicBezTo>
                    <a:pt x="603" y="1560"/>
                    <a:pt x="603" y="1560"/>
                    <a:pt x="603" y="1560"/>
                  </a:cubicBezTo>
                  <a:cubicBezTo>
                    <a:pt x="604" y="1560"/>
                    <a:pt x="604" y="1560"/>
                    <a:pt x="605" y="1560"/>
                  </a:cubicBezTo>
                  <a:cubicBezTo>
                    <a:pt x="605" y="1560"/>
                    <a:pt x="606" y="1559"/>
                    <a:pt x="606" y="1559"/>
                  </a:cubicBezTo>
                  <a:cubicBezTo>
                    <a:pt x="606" y="1559"/>
                    <a:pt x="607" y="1559"/>
                    <a:pt x="607" y="1559"/>
                  </a:cubicBezTo>
                  <a:cubicBezTo>
                    <a:pt x="608" y="1558"/>
                    <a:pt x="609" y="1558"/>
                    <a:pt x="609" y="1558"/>
                  </a:cubicBezTo>
                  <a:cubicBezTo>
                    <a:pt x="610" y="1558"/>
                    <a:pt x="610" y="1557"/>
                    <a:pt x="611" y="1557"/>
                  </a:cubicBezTo>
                  <a:cubicBezTo>
                    <a:pt x="611" y="1557"/>
                    <a:pt x="611" y="1557"/>
                    <a:pt x="612" y="1556"/>
                  </a:cubicBezTo>
                  <a:cubicBezTo>
                    <a:pt x="612" y="1556"/>
                    <a:pt x="612" y="1556"/>
                    <a:pt x="613" y="1556"/>
                  </a:cubicBezTo>
                  <a:cubicBezTo>
                    <a:pt x="613" y="1555"/>
                    <a:pt x="614" y="1555"/>
                    <a:pt x="614" y="1555"/>
                  </a:cubicBezTo>
                  <a:cubicBezTo>
                    <a:pt x="614" y="1554"/>
                    <a:pt x="615" y="1554"/>
                    <a:pt x="615" y="1554"/>
                  </a:cubicBezTo>
                  <a:cubicBezTo>
                    <a:pt x="615" y="1553"/>
                    <a:pt x="616" y="1553"/>
                    <a:pt x="616" y="1553"/>
                  </a:cubicBezTo>
                  <a:cubicBezTo>
                    <a:pt x="617" y="1552"/>
                    <a:pt x="617" y="1552"/>
                    <a:pt x="618" y="1551"/>
                  </a:cubicBezTo>
                  <a:cubicBezTo>
                    <a:pt x="618" y="1551"/>
                    <a:pt x="619" y="1550"/>
                    <a:pt x="619" y="1550"/>
                  </a:cubicBezTo>
                  <a:cubicBezTo>
                    <a:pt x="619" y="1549"/>
                    <a:pt x="620" y="1549"/>
                    <a:pt x="620" y="1548"/>
                  </a:cubicBezTo>
                  <a:cubicBezTo>
                    <a:pt x="621" y="1548"/>
                    <a:pt x="621" y="1548"/>
                    <a:pt x="621" y="1547"/>
                  </a:cubicBezTo>
                  <a:cubicBezTo>
                    <a:pt x="622" y="1547"/>
                    <a:pt x="622" y="1546"/>
                    <a:pt x="622" y="1546"/>
                  </a:cubicBezTo>
                  <a:cubicBezTo>
                    <a:pt x="622" y="1545"/>
                    <a:pt x="623" y="1545"/>
                    <a:pt x="623" y="1544"/>
                  </a:cubicBezTo>
                  <a:cubicBezTo>
                    <a:pt x="623" y="1544"/>
                    <a:pt x="624" y="1543"/>
                    <a:pt x="624" y="1542"/>
                  </a:cubicBezTo>
                  <a:cubicBezTo>
                    <a:pt x="624" y="1542"/>
                    <a:pt x="625" y="1542"/>
                    <a:pt x="625" y="1541"/>
                  </a:cubicBezTo>
                  <a:cubicBezTo>
                    <a:pt x="626" y="1542"/>
                    <a:pt x="626" y="1543"/>
                    <a:pt x="627" y="1544"/>
                  </a:cubicBezTo>
                  <a:cubicBezTo>
                    <a:pt x="634" y="1555"/>
                    <a:pt x="641" y="1561"/>
                    <a:pt x="653" y="1566"/>
                  </a:cubicBezTo>
                  <a:cubicBezTo>
                    <a:pt x="660" y="1570"/>
                    <a:pt x="669" y="1574"/>
                    <a:pt x="677" y="1570"/>
                  </a:cubicBezTo>
                  <a:cubicBezTo>
                    <a:pt x="678" y="1574"/>
                    <a:pt x="678" y="1578"/>
                    <a:pt x="678" y="1583"/>
                  </a:cubicBezTo>
                  <a:cubicBezTo>
                    <a:pt x="678" y="1584"/>
                    <a:pt x="679" y="1585"/>
                    <a:pt x="679" y="1586"/>
                  </a:cubicBezTo>
                  <a:cubicBezTo>
                    <a:pt x="679" y="1586"/>
                    <a:pt x="679" y="1586"/>
                    <a:pt x="679" y="1587"/>
                  </a:cubicBezTo>
                  <a:cubicBezTo>
                    <a:pt x="679" y="1588"/>
                    <a:pt x="679" y="1590"/>
                    <a:pt x="679" y="1591"/>
                  </a:cubicBezTo>
                  <a:cubicBezTo>
                    <a:pt x="679" y="1591"/>
                    <a:pt x="679" y="1591"/>
                    <a:pt x="679" y="1591"/>
                  </a:cubicBezTo>
                  <a:cubicBezTo>
                    <a:pt x="679" y="1593"/>
                    <a:pt x="680" y="1595"/>
                    <a:pt x="680" y="1596"/>
                  </a:cubicBezTo>
                  <a:cubicBezTo>
                    <a:pt x="680" y="1596"/>
                    <a:pt x="680" y="1596"/>
                    <a:pt x="680" y="1596"/>
                  </a:cubicBezTo>
                  <a:cubicBezTo>
                    <a:pt x="682" y="1613"/>
                    <a:pt x="686" y="1630"/>
                    <a:pt x="697" y="1645"/>
                  </a:cubicBezTo>
                  <a:cubicBezTo>
                    <a:pt x="697" y="1646"/>
                    <a:pt x="698" y="1647"/>
                    <a:pt x="698" y="1647"/>
                  </a:cubicBezTo>
                  <a:cubicBezTo>
                    <a:pt x="698" y="1647"/>
                    <a:pt x="698" y="1647"/>
                    <a:pt x="698" y="1647"/>
                  </a:cubicBezTo>
                  <a:cubicBezTo>
                    <a:pt x="698" y="1648"/>
                    <a:pt x="697" y="1648"/>
                    <a:pt x="697" y="1648"/>
                  </a:cubicBezTo>
                  <a:cubicBezTo>
                    <a:pt x="696" y="1651"/>
                    <a:pt x="696" y="1653"/>
                    <a:pt x="695" y="1656"/>
                  </a:cubicBezTo>
                  <a:cubicBezTo>
                    <a:pt x="695" y="1656"/>
                    <a:pt x="695" y="1657"/>
                    <a:pt x="695" y="1657"/>
                  </a:cubicBezTo>
                  <a:cubicBezTo>
                    <a:pt x="695" y="1658"/>
                    <a:pt x="695" y="1658"/>
                    <a:pt x="694" y="1659"/>
                  </a:cubicBezTo>
                  <a:cubicBezTo>
                    <a:pt x="694" y="1659"/>
                    <a:pt x="694" y="1660"/>
                    <a:pt x="694" y="1660"/>
                  </a:cubicBezTo>
                  <a:cubicBezTo>
                    <a:pt x="694" y="1661"/>
                    <a:pt x="694" y="1661"/>
                    <a:pt x="694" y="1662"/>
                  </a:cubicBezTo>
                  <a:cubicBezTo>
                    <a:pt x="693" y="1663"/>
                    <a:pt x="693" y="1663"/>
                    <a:pt x="693" y="1664"/>
                  </a:cubicBezTo>
                  <a:cubicBezTo>
                    <a:pt x="693" y="1664"/>
                    <a:pt x="693" y="1665"/>
                    <a:pt x="693" y="1666"/>
                  </a:cubicBezTo>
                  <a:cubicBezTo>
                    <a:pt x="693" y="1667"/>
                    <a:pt x="692" y="1667"/>
                    <a:pt x="692" y="1667"/>
                  </a:cubicBezTo>
                  <a:cubicBezTo>
                    <a:pt x="692" y="1670"/>
                    <a:pt x="691" y="1673"/>
                    <a:pt x="690" y="1676"/>
                  </a:cubicBezTo>
                  <a:cubicBezTo>
                    <a:pt x="690" y="1676"/>
                    <a:pt x="690" y="1677"/>
                    <a:pt x="690" y="1677"/>
                  </a:cubicBezTo>
                  <a:cubicBezTo>
                    <a:pt x="690" y="1678"/>
                    <a:pt x="690" y="1680"/>
                    <a:pt x="689" y="1681"/>
                  </a:cubicBezTo>
                  <a:cubicBezTo>
                    <a:pt x="689" y="1681"/>
                    <a:pt x="689" y="1682"/>
                    <a:pt x="689" y="1682"/>
                  </a:cubicBezTo>
                  <a:cubicBezTo>
                    <a:pt x="689" y="1684"/>
                    <a:pt x="688" y="1685"/>
                    <a:pt x="688" y="1686"/>
                  </a:cubicBezTo>
                  <a:cubicBezTo>
                    <a:pt x="688" y="1687"/>
                    <a:pt x="688" y="1687"/>
                    <a:pt x="688" y="1687"/>
                  </a:cubicBezTo>
                  <a:cubicBezTo>
                    <a:pt x="688" y="1689"/>
                    <a:pt x="687" y="1691"/>
                    <a:pt x="687" y="1692"/>
                  </a:cubicBezTo>
                  <a:cubicBezTo>
                    <a:pt x="687" y="1693"/>
                    <a:pt x="687" y="1693"/>
                    <a:pt x="687" y="1693"/>
                  </a:cubicBezTo>
                  <a:cubicBezTo>
                    <a:pt x="686" y="1696"/>
                    <a:pt x="686" y="1700"/>
                    <a:pt x="685" y="1704"/>
                  </a:cubicBezTo>
                  <a:cubicBezTo>
                    <a:pt x="685" y="1705"/>
                    <a:pt x="685" y="1705"/>
                    <a:pt x="685" y="1705"/>
                  </a:cubicBezTo>
                  <a:cubicBezTo>
                    <a:pt x="685" y="1707"/>
                    <a:pt x="684" y="1709"/>
                    <a:pt x="684" y="1710"/>
                  </a:cubicBezTo>
                  <a:cubicBezTo>
                    <a:pt x="684" y="1711"/>
                    <a:pt x="684" y="1711"/>
                    <a:pt x="684" y="1712"/>
                  </a:cubicBezTo>
                  <a:cubicBezTo>
                    <a:pt x="684" y="1713"/>
                    <a:pt x="684" y="1715"/>
                    <a:pt x="683" y="1717"/>
                  </a:cubicBezTo>
                  <a:cubicBezTo>
                    <a:pt x="683" y="1717"/>
                    <a:pt x="683" y="1717"/>
                    <a:pt x="683" y="1718"/>
                  </a:cubicBezTo>
                  <a:cubicBezTo>
                    <a:pt x="683" y="1722"/>
                    <a:pt x="682" y="1726"/>
                    <a:pt x="682" y="1730"/>
                  </a:cubicBezTo>
                  <a:cubicBezTo>
                    <a:pt x="682" y="1731"/>
                    <a:pt x="682" y="1731"/>
                    <a:pt x="682" y="1732"/>
                  </a:cubicBezTo>
                  <a:cubicBezTo>
                    <a:pt x="682" y="1733"/>
                    <a:pt x="682" y="1735"/>
                    <a:pt x="682" y="1737"/>
                  </a:cubicBezTo>
                  <a:cubicBezTo>
                    <a:pt x="682" y="1737"/>
                    <a:pt x="682" y="1738"/>
                    <a:pt x="682" y="1738"/>
                  </a:cubicBezTo>
                  <a:cubicBezTo>
                    <a:pt x="681" y="1740"/>
                    <a:pt x="681" y="1742"/>
                    <a:pt x="681" y="1743"/>
                  </a:cubicBezTo>
                  <a:cubicBezTo>
                    <a:pt x="681" y="1744"/>
                    <a:pt x="681" y="1744"/>
                    <a:pt x="681" y="1745"/>
                  </a:cubicBezTo>
                  <a:cubicBezTo>
                    <a:pt x="681" y="1747"/>
                    <a:pt x="681" y="1749"/>
                    <a:pt x="681" y="1751"/>
                  </a:cubicBezTo>
                  <a:cubicBezTo>
                    <a:pt x="681" y="1751"/>
                    <a:pt x="681" y="1751"/>
                    <a:pt x="681" y="1751"/>
                  </a:cubicBezTo>
                  <a:cubicBezTo>
                    <a:pt x="681" y="1754"/>
                    <a:pt x="681" y="1756"/>
                    <a:pt x="681" y="1758"/>
                  </a:cubicBezTo>
                  <a:cubicBezTo>
                    <a:pt x="681" y="1758"/>
                    <a:pt x="681" y="1759"/>
                    <a:pt x="681" y="1759"/>
                  </a:cubicBezTo>
                  <a:cubicBezTo>
                    <a:pt x="681" y="1761"/>
                    <a:pt x="681" y="1763"/>
                    <a:pt x="681" y="1764"/>
                  </a:cubicBezTo>
                  <a:cubicBezTo>
                    <a:pt x="681" y="1765"/>
                    <a:pt x="681" y="1766"/>
                    <a:pt x="681" y="1766"/>
                  </a:cubicBezTo>
                  <a:cubicBezTo>
                    <a:pt x="682" y="1768"/>
                    <a:pt x="682" y="1769"/>
                    <a:pt x="682" y="1771"/>
                  </a:cubicBezTo>
                  <a:cubicBezTo>
                    <a:pt x="682" y="1771"/>
                    <a:pt x="682" y="1772"/>
                    <a:pt x="682" y="1773"/>
                  </a:cubicBezTo>
                  <a:cubicBezTo>
                    <a:pt x="682" y="1774"/>
                    <a:pt x="682" y="1776"/>
                    <a:pt x="682" y="1777"/>
                  </a:cubicBezTo>
                  <a:cubicBezTo>
                    <a:pt x="682" y="1778"/>
                    <a:pt x="683" y="1778"/>
                    <a:pt x="683" y="1779"/>
                  </a:cubicBezTo>
                  <a:cubicBezTo>
                    <a:pt x="683" y="1781"/>
                    <a:pt x="683" y="1783"/>
                    <a:pt x="683" y="1785"/>
                  </a:cubicBezTo>
                  <a:cubicBezTo>
                    <a:pt x="684" y="1785"/>
                    <a:pt x="684" y="1786"/>
                    <a:pt x="684" y="1786"/>
                  </a:cubicBezTo>
                  <a:cubicBezTo>
                    <a:pt x="684" y="1788"/>
                    <a:pt x="684" y="1789"/>
                    <a:pt x="685" y="1791"/>
                  </a:cubicBezTo>
                  <a:cubicBezTo>
                    <a:pt x="685" y="1792"/>
                    <a:pt x="685" y="1792"/>
                    <a:pt x="685" y="1793"/>
                  </a:cubicBezTo>
                  <a:cubicBezTo>
                    <a:pt x="685" y="1794"/>
                    <a:pt x="686" y="1796"/>
                    <a:pt x="686" y="1797"/>
                  </a:cubicBezTo>
                  <a:cubicBezTo>
                    <a:pt x="686" y="1797"/>
                    <a:pt x="686" y="1798"/>
                    <a:pt x="686" y="1799"/>
                  </a:cubicBezTo>
                  <a:cubicBezTo>
                    <a:pt x="687" y="1800"/>
                    <a:pt x="687" y="1801"/>
                    <a:pt x="688" y="1803"/>
                  </a:cubicBezTo>
                  <a:cubicBezTo>
                    <a:pt x="688" y="1803"/>
                    <a:pt x="688" y="1804"/>
                    <a:pt x="688" y="1805"/>
                  </a:cubicBezTo>
                  <a:cubicBezTo>
                    <a:pt x="689" y="1806"/>
                    <a:pt x="689" y="1808"/>
                    <a:pt x="690" y="1810"/>
                  </a:cubicBezTo>
                  <a:cubicBezTo>
                    <a:pt x="714" y="1872"/>
                    <a:pt x="692" y="1868"/>
                    <a:pt x="674" y="1928"/>
                  </a:cubicBezTo>
                  <a:cubicBezTo>
                    <a:pt x="656" y="1988"/>
                    <a:pt x="660" y="2024"/>
                    <a:pt x="650" y="2056"/>
                  </a:cubicBezTo>
                  <a:cubicBezTo>
                    <a:pt x="640" y="2088"/>
                    <a:pt x="614" y="2131"/>
                    <a:pt x="606" y="2137"/>
                  </a:cubicBezTo>
                  <a:cubicBezTo>
                    <a:pt x="605" y="2138"/>
                    <a:pt x="604" y="2139"/>
                    <a:pt x="603" y="2140"/>
                  </a:cubicBezTo>
                  <a:cubicBezTo>
                    <a:pt x="598" y="2145"/>
                    <a:pt x="600" y="2150"/>
                    <a:pt x="593" y="2164"/>
                  </a:cubicBezTo>
                  <a:cubicBezTo>
                    <a:pt x="576" y="2196"/>
                    <a:pt x="544" y="2186"/>
                    <a:pt x="538" y="2216"/>
                  </a:cubicBezTo>
                  <a:cubicBezTo>
                    <a:pt x="537" y="2218"/>
                    <a:pt x="537" y="2221"/>
                    <a:pt x="536" y="2223"/>
                  </a:cubicBezTo>
                  <a:cubicBezTo>
                    <a:pt x="536" y="2224"/>
                    <a:pt x="536" y="2224"/>
                    <a:pt x="536" y="2225"/>
                  </a:cubicBezTo>
                  <a:cubicBezTo>
                    <a:pt x="536" y="2227"/>
                    <a:pt x="536" y="2229"/>
                    <a:pt x="535" y="2231"/>
                  </a:cubicBezTo>
                  <a:cubicBezTo>
                    <a:pt x="535" y="2231"/>
                    <a:pt x="535" y="2231"/>
                    <a:pt x="535" y="2232"/>
                  </a:cubicBezTo>
                  <a:cubicBezTo>
                    <a:pt x="535" y="2234"/>
                    <a:pt x="535" y="2236"/>
                    <a:pt x="535" y="2238"/>
                  </a:cubicBezTo>
                  <a:cubicBezTo>
                    <a:pt x="535" y="2239"/>
                    <a:pt x="535" y="2240"/>
                    <a:pt x="535" y="2241"/>
                  </a:cubicBezTo>
                  <a:cubicBezTo>
                    <a:pt x="535" y="2242"/>
                    <a:pt x="535" y="2243"/>
                    <a:pt x="535" y="2244"/>
                  </a:cubicBezTo>
                  <a:cubicBezTo>
                    <a:pt x="534" y="2252"/>
                    <a:pt x="535" y="2259"/>
                    <a:pt x="534" y="2265"/>
                  </a:cubicBezTo>
                  <a:cubicBezTo>
                    <a:pt x="534" y="2265"/>
                    <a:pt x="534" y="2265"/>
                    <a:pt x="534" y="2265"/>
                  </a:cubicBezTo>
                  <a:cubicBezTo>
                    <a:pt x="534" y="2267"/>
                    <a:pt x="533" y="2269"/>
                    <a:pt x="533" y="2271"/>
                  </a:cubicBezTo>
                  <a:cubicBezTo>
                    <a:pt x="523" y="2288"/>
                    <a:pt x="523" y="2288"/>
                    <a:pt x="523" y="2288"/>
                  </a:cubicBezTo>
                  <a:cubicBezTo>
                    <a:pt x="525" y="2286"/>
                    <a:pt x="526" y="2284"/>
                    <a:pt x="528" y="2282"/>
                  </a:cubicBezTo>
                  <a:cubicBezTo>
                    <a:pt x="529" y="2280"/>
                    <a:pt x="531" y="2277"/>
                    <a:pt x="532" y="2275"/>
                  </a:cubicBezTo>
                  <a:cubicBezTo>
                    <a:pt x="532" y="2275"/>
                    <a:pt x="532" y="2275"/>
                    <a:pt x="532" y="2275"/>
                  </a:cubicBezTo>
                  <a:cubicBezTo>
                    <a:pt x="532" y="2276"/>
                    <a:pt x="532" y="2276"/>
                    <a:pt x="531" y="2277"/>
                  </a:cubicBezTo>
                  <a:cubicBezTo>
                    <a:pt x="531" y="2277"/>
                    <a:pt x="531" y="2278"/>
                    <a:pt x="531" y="2278"/>
                  </a:cubicBezTo>
                  <a:cubicBezTo>
                    <a:pt x="531" y="2279"/>
                    <a:pt x="530" y="2279"/>
                    <a:pt x="530" y="2280"/>
                  </a:cubicBezTo>
                  <a:cubicBezTo>
                    <a:pt x="530" y="2280"/>
                    <a:pt x="530" y="2281"/>
                    <a:pt x="529" y="2281"/>
                  </a:cubicBezTo>
                  <a:cubicBezTo>
                    <a:pt x="529" y="2282"/>
                    <a:pt x="529" y="2282"/>
                    <a:pt x="529" y="2283"/>
                  </a:cubicBezTo>
                  <a:cubicBezTo>
                    <a:pt x="528" y="2284"/>
                    <a:pt x="528" y="2285"/>
                    <a:pt x="527" y="2285"/>
                  </a:cubicBezTo>
                  <a:cubicBezTo>
                    <a:pt x="527" y="2286"/>
                    <a:pt x="526" y="2286"/>
                    <a:pt x="526" y="2287"/>
                  </a:cubicBezTo>
                  <a:cubicBezTo>
                    <a:pt x="525" y="2288"/>
                    <a:pt x="525" y="2288"/>
                    <a:pt x="525" y="2288"/>
                  </a:cubicBezTo>
                  <a:cubicBezTo>
                    <a:pt x="525" y="2288"/>
                    <a:pt x="525" y="2288"/>
                    <a:pt x="525" y="2288"/>
                  </a:cubicBezTo>
                  <a:cubicBezTo>
                    <a:pt x="525" y="2288"/>
                    <a:pt x="525" y="2288"/>
                    <a:pt x="524" y="2288"/>
                  </a:cubicBezTo>
                  <a:cubicBezTo>
                    <a:pt x="523" y="2290"/>
                    <a:pt x="521" y="2293"/>
                    <a:pt x="519" y="2295"/>
                  </a:cubicBezTo>
                  <a:cubicBezTo>
                    <a:pt x="523" y="2288"/>
                    <a:pt x="523" y="2288"/>
                    <a:pt x="523" y="2288"/>
                  </a:cubicBezTo>
                  <a:cubicBezTo>
                    <a:pt x="521" y="2291"/>
                    <a:pt x="519" y="2294"/>
                    <a:pt x="518" y="2296"/>
                  </a:cubicBezTo>
                  <a:cubicBezTo>
                    <a:pt x="517" y="2298"/>
                    <a:pt x="515" y="2300"/>
                    <a:pt x="514" y="2302"/>
                  </a:cubicBezTo>
                  <a:cubicBezTo>
                    <a:pt x="513" y="2302"/>
                    <a:pt x="513" y="2303"/>
                    <a:pt x="512" y="2303"/>
                  </a:cubicBezTo>
                  <a:cubicBezTo>
                    <a:pt x="512" y="2304"/>
                    <a:pt x="511" y="2305"/>
                    <a:pt x="511" y="2305"/>
                  </a:cubicBezTo>
                  <a:cubicBezTo>
                    <a:pt x="510" y="2306"/>
                    <a:pt x="509" y="2307"/>
                    <a:pt x="508" y="2309"/>
                  </a:cubicBezTo>
                  <a:cubicBezTo>
                    <a:pt x="508" y="2309"/>
                    <a:pt x="507" y="2310"/>
                    <a:pt x="507" y="2310"/>
                  </a:cubicBezTo>
                  <a:cubicBezTo>
                    <a:pt x="506" y="2311"/>
                    <a:pt x="505" y="2312"/>
                    <a:pt x="504" y="2313"/>
                  </a:cubicBezTo>
                  <a:cubicBezTo>
                    <a:pt x="504" y="2314"/>
                    <a:pt x="504" y="2314"/>
                    <a:pt x="503" y="2315"/>
                  </a:cubicBezTo>
                  <a:cubicBezTo>
                    <a:pt x="502" y="2316"/>
                    <a:pt x="501" y="2317"/>
                    <a:pt x="501" y="2318"/>
                  </a:cubicBezTo>
                  <a:cubicBezTo>
                    <a:pt x="500" y="2319"/>
                    <a:pt x="500" y="2319"/>
                    <a:pt x="500" y="2320"/>
                  </a:cubicBezTo>
                  <a:cubicBezTo>
                    <a:pt x="499" y="2321"/>
                    <a:pt x="497" y="2322"/>
                    <a:pt x="496" y="2324"/>
                  </a:cubicBezTo>
                  <a:cubicBezTo>
                    <a:pt x="496" y="2324"/>
                    <a:pt x="496" y="2325"/>
                    <a:pt x="496" y="2325"/>
                  </a:cubicBezTo>
                  <a:cubicBezTo>
                    <a:pt x="495" y="2326"/>
                    <a:pt x="494" y="2328"/>
                    <a:pt x="493" y="2329"/>
                  </a:cubicBezTo>
                  <a:cubicBezTo>
                    <a:pt x="492" y="2329"/>
                    <a:pt x="492" y="2330"/>
                    <a:pt x="492" y="2330"/>
                  </a:cubicBezTo>
                  <a:cubicBezTo>
                    <a:pt x="491" y="2331"/>
                    <a:pt x="490" y="2333"/>
                    <a:pt x="489" y="2334"/>
                  </a:cubicBezTo>
                  <a:cubicBezTo>
                    <a:pt x="489" y="2334"/>
                    <a:pt x="489" y="2335"/>
                    <a:pt x="488" y="2335"/>
                  </a:cubicBezTo>
                  <a:cubicBezTo>
                    <a:pt x="488" y="2336"/>
                    <a:pt x="487" y="2338"/>
                    <a:pt x="486" y="2339"/>
                  </a:cubicBezTo>
                  <a:cubicBezTo>
                    <a:pt x="485" y="2340"/>
                    <a:pt x="485" y="2340"/>
                    <a:pt x="485" y="2340"/>
                  </a:cubicBezTo>
                  <a:cubicBezTo>
                    <a:pt x="484" y="2342"/>
                    <a:pt x="483" y="2343"/>
                    <a:pt x="482" y="2345"/>
                  </a:cubicBezTo>
                  <a:cubicBezTo>
                    <a:pt x="482" y="2345"/>
                    <a:pt x="482" y="2345"/>
                    <a:pt x="482" y="2345"/>
                  </a:cubicBezTo>
                  <a:cubicBezTo>
                    <a:pt x="481" y="2347"/>
                    <a:pt x="481" y="2348"/>
                    <a:pt x="480" y="2349"/>
                  </a:cubicBezTo>
                  <a:cubicBezTo>
                    <a:pt x="480" y="2350"/>
                    <a:pt x="480" y="2350"/>
                    <a:pt x="479" y="2350"/>
                  </a:cubicBezTo>
                  <a:cubicBezTo>
                    <a:pt x="479" y="2352"/>
                    <a:pt x="478" y="2353"/>
                    <a:pt x="478" y="2354"/>
                  </a:cubicBezTo>
                  <a:cubicBezTo>
                    <a:pt x="477" y="2355"/>
                    <a:pt x="477" y="2355"/>
                    <a:pt x="477" y="2355"/>
                  </a:cubicBezTo>
                  <a:cubicBezTo>
                    <a:pt x="477" y="2357"/>
                    <a:pt x="476" y="2358"/>
                    <a:pt x="476" y="2359"/>
                  </a:cubicBezTo>
                  <a:cubicBezTo>
                    <a:pt x="476" y="2360"/>
                    <a:pt x="476" y="2360"/>
                    <a:pt x="475" y="2360"/>
                  </a:cubicBezTo>
                  <a:cubicBezTo>
                    <a:pt x="475" y="2361"/>
                    <a:pt x="475" y="2362"/>
                    <a:pt x="474" y="2363"/>
                  </a:cubicBezTo>
                  <a:cubicBezTo>
                    <a:pt x="474" y="2364"/>
                    <a:pt x="474" y="2364"/>
                    <a:pt x="474" y="2364"/>
                  </a:cubicBezTo>
                  <a:cubicBezTo>
                    <a:pt x="474" y="2365"/>
                    <a:pt x="474" y="2367"/>
                    <a:pt x="474" y="2368"/>
                  </a:cubicBezTo>
                  <a:cubicBezTo>
                    <a:pt x="474" y="2368"/>
                    <a:pt x="474" y="2368"/>
                    <a:pt x="474" y="2368"/>
                  </a:cubicBezTo>
                  <a:cubicBezTo>
                    <a:pt x="474" y="2370"/>
                    <a:pt x="474" y="2371"/>
                    <a:pt x="474" y="2372"/>
                  </a:cubicBezTo>
                  <a:cubicBezTo>
                    <a:pt x="476" y="2395"/>
                    <a:pt x="460" y="2403"/>
                    <a:pt x="477" y="2428"/>
                  </a:cubicBezTo>
                  <a:cubicBezTo>
                    <a:pt x="494" y="2453"/>
                    <a:pt x="511" y="2453"/>
                    <a:pt x="522" y="2433"/>
                  </a:cubicBezTo>
                  <a:cubicBezTo>
                    <a:pt x="523" y="2432"/>
                    <a:pt x="523" y="2431"/>
                    <a:pt x="524" y="2430"/>
                  </a:cubicBezTo>
                  <a:cubicBezTo>
                    <a:pt x="524" y="2429"/>
                    <a:pt x="524" y="2429"/>
                    <a:pt x="524" y="2429"/>
                  </a:cubicBezTo>
                  <a:cubicBezTo>
                    <a:pt x="525" y="2428"/>
                    <a:pt x="525" y="2427"/>
                    <a:pt x="526" y="2427"/>
                  </a:cubicBezTo>
                  <a:cubicBezTo>
                    <a:pt x="526" y="2426"/>
                    <a:pt x="526" y="2426"/>
                    <a:pt x="526" y="2426"/>
                  </a:cubicBezTo>
                  <a:cubicBezTo>
                    <a:pt x="526" y="2425"/>
                    <a:pt x="527" y="2424"/>
                    <a:pt x="527" y="2424"/>
                  </a:cubicBezTo>
                  <a:cubicBezTo>
                    <a:pt x="527" y="2424"/>
                    <a:pt x="527" y="2424"/>
                    <a:pt x="527" y="2424"/>
                  </a:cubicBezTo>
                  <a:cubicBezTo>
                    <a:pt x="528" y="2423"/>
                    <a:pt x="528" y="2422"/>
                    <a:pt x="528" y="2422"/>
                  </a:cubicBezTo>
                  <a:cubicBezTo>
                    <a:pt x="528" y="2422"/>
                    <a:pt x="528" y="2422"/>
                    <a:pt x="528" y="2422"/>
                  </a:cubicBezTo>
                  <a:cubicBezTo>
                    <a:pt x="530" y="2420"/>
                    <a:pt x="531" y="2418"/>
                    <a:pt x="532" y="2417"/>
                  </a:cubicBezTo>
                  <a:cubicBezTo>
                    <a:pt x="532" y="2417"/>
                    <a:pt x="533" y="2417"/>
                    <a:pt x="533" y="2418"/>
                  </a:cubicBezTo>
                  <a:cubicBezTo>
                    <a:pt x="534" y="2418"/>
                    <a:pt x="534" y="2418"/>
                    <a:pt x="534" y="2418"/>
                  </a:cubicBezTo>
                  <a:cubicBezTo>
                    <a:pt x="534" y="2418"/>
                    <a:pt x="535" y="2419"/>
                    <a:pt x="535" y="2419"/>
                  </a:cubicBezTo>
                  <a:cubicBezTo>
                    <a:pt x="535" y="2419"/>
                    <a:pt x="536" y="2419"/>
                    <a:pt x="536" y="2420"/>
                  </a:cubicBezTo>
                  <a:cubicBezTo>
                    <a:pt x="536" y="2420"/>
                    <a:pt x="537" y="2420"/>
                    <a:pt x="537" y="2421"/>
                  </a:cubicBezTo>
                  <a:cubicBezTo>
                    <a:pt x="538" y="2421"/>
                    <a:pt x="538" y="2421"/>
                    <a:pt x="538" y="2422"/>
                  </a:cubicBezTo>
                  <a:cubicBezTo>
                    <a:pt x="539" y="2422"/>
                    <a:pt x="539" y="2423"/>
                    <a:pt x="540" y="2424"/>
                  </a:cubicBezTo>
                  <a:cubicBezTo>
                    <a:pt x="540" y="2424"/>
                    <a:pt x="540" y="2424"/>
                    <a:pt x="540" y="2424"/>
                  </a:cubicBezTo>
                  <a:cubicBezTo>
                    <a:pt x="541" y="2425"/>
                    <a:pt x="542" y="2426"/>
                    <a:pt x="542" y="2427"/>
                  </a:cubicBezTo>
                  <a:cubicBezTo>
                    <a:pt x="542" y="2427"/>
                    <a:pt x="542" y="2427"/>
                    <a:pt x="542" y="2427"/>
                  </a:cubicBezTo>
                  <a:cubicBezTo>
                    <a:pt x="543" y="2428"/>
                    <a:pt x="544" y="2429"/>
                    <a:pt x="544" y="2430"/>
                  </a:cubicBezTo>
                  <a:cubicBezTo>
                    <a:pt x="544" y="2430"/>
                    <a:pt x="544" y="2430"/>
                    <a:pt x="544" y="2431"/>
                  </a:cubicBezTo>
                  <a:cubicBezTo>
                    <a:pt x="545" y="2432"/>
                    <a:pt x="545" y="2433"/>
                    <a:pt x="546" y="2434"/>
                  </a:cubicBezTo>
                  <a:cubicBezTo>
                    <a:pt x="546" y="2434"/>
                    <a:pt x="546" y="2434"/>
                    <a:pt x="546" y="2435"/>
                  </a:cubicBezTo>
                  <a:cubicBezTo>
                    <a:pt x="546" y="2436"/>
                    <a:pt x="547" y="2437"/>
                    <a:pt x="547" y="2438"/>
                  </a:cubicBezTo>
                  <a:cubicBezTo>
                    <a:pt x="548" y="2445"/>
                    <a:pt x="548" y="2449"/>
                    <a:pt x="548" y="2453"/>
                  </a:cubicBezTo>
                  <a:cubicBezTo>
                    <a:pt x="548" y="2456"/>
                    <a:pt x="548" y="2460"/>
                    <a:pt x="545" y="2465"/>
                  </a:cubicBezTo>
                  <a:cubicBezTo>
                    <a:pt x="540" y="2476"/>
                    <a:pt x="535" y="2498"/>
                    <a:pt x="560" y="2497"/>
                  </a:cubicBezTo>
                  <a:cubicBezTo>
                    <a:pt x="560" y="2497"/>
                    <a:pt x="552" y="2509"/>
                    <a:pt x="563" y="2516"/>
                  </a:cubicBezTo>
                  <a:cubicBezTo>
                    <a:pt x="563" y="2516"/>
                    <a:pt x="564" y="2517"/>
                    <a:pt x="565" y="2517"/>
                  </a:cubicBezTo>
                  <a:cubicBezTo>
                    <a:pt x="565" y="2517"/>
                    <a:pt x="565" y="2517"/>
                    <a:pt x="566" y="2517"/>
                  </a:cubicBezTo>
                  <a:cubicBezTo>
                    <a:pt x="566" y="2518"/>
                    <a:pt x="567" y="2518"/>
                    <a:pt x="567" y="2518"/>
                  </a:cubicBezTo>
                  <a:cubicBezTo>
                    <a:pt x="568" y="2518"/>
                    <a:pt x="568" y="2518"/>
                    <a:pt x="568" y="2518"/>
                  </a:cubicBezTo>
                  <a:cubicBezTo>
                    <a:pt x="568" y="2519"/>
                    <a:pt x="569" y="2519"/>
                    <a:pt x="569" y="2519"/>
                  </a:cubicBezTo>
                  <a:cubicBezTo>
                    <a:pt x="570" y="2519"/>
                    <a:pt x="570" y="2519"/>
                    <a:pt x="570" y="2519"/>
                  </a:cubicBezTo>
                  <a:cubicBezTo>
                    <a:pt x="570" y="2519"/>
                    <a:pt x="571" y="2519"/>
                    <a:pt x="571" y="2520"/>
                  </a:cubicBezTo>
                  <a:cubicBezTo>
                    <a:pt x="571" y="2520"/>
                    <a:pt x="571" y="2520"/>
                    <a:pt x="571" y="2520"/>
                  </a:cubicBezTo>
                  <a:cubicBezTo>
                    <a:pt x="572" y="2520"/>
                    <a:pt x="572" y="2520"/>
                    <a:pt x="573" y="2520"/>
                  </a:cubicBezTo>
                  <a:cubicBezTo>
                    <a:pt x="573" y="2520"/>
                    <a:pt x="573" y="2520"/>
                    <a:pt x="573" y="2520"/>
                  </a:cubicBezTo>
                  <a:cubicBezTo>
                    <a:pt x="573" y="2520"/>
                    <a:pt x="573" y="2520"/>
                    <a:pt x="574" y="2520"/>
                  </a:cubicBezTo>
                  <a:cubicBezTo>
                    <a:pt x="574" y="2520"/>
                    <a:pt x="574" y="2520"/>
                    <a:pt x="574" y="2520"/>
                  </a:cubicBezTo>
                  <a:cubicBezTo>
                    <a:pt x="574" y="2520"/>
                    <a:pt x="575" y="2520"/>
                    <a:pt x="575" y="2520"/>
                  </a:cubicBezTo>
                  <a:cubicBezTo>
                    <a:pt x="575" y="2520"/>
                    <a:pt x="575" y="2521"/>
                    <a:pt x="575" y="2522"/>
                  </a:cubicBezTo>
                  <a:cubicBezTo>
                    <a:pt x="575" y="2519"/>
                    <a:pt x="575" y="2519"/>
                    <a:pt x="575" y="2519"/>
                  </a:cubicBezTo>
                  <a:cubicBezTo>
                    <a:pt x="576" y="2519"/>
                    <a:pt x="576" y="2519"/>
                    <a:pt x="576" y="2519"/>
                  </a:cubicBezTo>
                  <a:cubicBezTo>
                    <a:pt x="576" y="2519"/>
                    <a:pt x="575" y="2524"/>
                    <a:pt x="577" y="2528"/>
                  </a:cubicBezTo>
                  <a:cubicBezTo>
                    <a:pt x="579" y="2530"/>
                    <a:pt x="581" y="2532"/>
                    <a:pt x="585" y="2532"/>
                  </a:cubicBezTo>
                  <a:cubicBezTo>
                    <a:pt x="585" y="2532"/>
                    <a:pt x="585" y="2532"/>
                    <a:pt x="585" y="2532"/>
                  </a:cubicBezTo>
                  <a:cubicBezTo>
                    <a:pt x="589" y="2533"/>
                    <a:pt x="593" y="2530"/>
                    <a:pt x="596" y="2525"/>
                  </a:cubicBezTo>
                  <a:cubicBezTo>
                    <a:pt x="601" y="2517"/>
                    <a:pt x="604" y="2506"/>
                    <a:pt x="605" y="2498"/>
                  </a:cubicBezTo>
                  <a:cubicBezTo>
                    <a:pt x="605" y="2498"/>
                    <a:pt x="605" y="2498"/>
                    <a:pt x="606" y="2498"/>
                  </a:cubicBezTo>
                  <a:cubicBezTo>
                    <a:pt x="607" y="2498"/>
                    <a:pt x="607" y="2498"/>
                    <a:pt x="608" y="2498"/>
                  </a:cubicBezTo>
                  <a:cubicBezTo>
                    <a:pt x="608" y="2498"/>
                    <a:pt x="609" y="2498"/>
                    <a:pt x="609" y="2498"/>
                  </a:cubicBezTo>
                  <a:cubicBezTo>
                    <a:pt x="613" y="2496"/>
                    <a:pt x="618" y="2493"/>
                    <a:pt x="619" y="2485"/>
                  </a:cubicBezTo>
                  <a:cubicBezTo>
                    <a:pt x="620" y="2477"/>
                    <a:pt x="621" y="2473"/>
                    <a:pt x="621" y="2471"/>
                  </a:cubicBezTo>
                  <a:cubicBezTo>
                    <a:pt x="621" y="2469"/>
                    <a:pt x="622" y="2468"/>
                    <a:pt x="622" y="2468"/>
                  </a:cubicBezTo>
                  <a:cubicBezTo>
                    <a:pt x="622" y="2468"/>
                    <a:pt x="622" y="2468"/>
                    <a:pt x="622" y="2467"/>
                  </a:cubicBezTo>
                  <a:cubicBezTo>
                    <a:pt x="624" y="2464"/>
                    <a:pt x="628" y="2456"/>
                    <a:pt x="629" y="2445"/>
                  </a:cubicBezTo>
                  <a:cubicBezTo>
                    <a:pt x="630" y="2441"/>
                    <a:pt x="632" y="2437"/>
                    <a:pt x="636" y="2433"/>
                  </a:cubicBezTo>
                  <a:cubicBezTo>
                    <a:pt x="637" y="2432"/>
                    <a:pt x="638" y="2431"/>
                    <a:pt x="638" y="2430"/>
                  </a:cubicBezTo>
                  <a:cubicBezTo>
                    <a:pt x="646" y="2421"/>
                    <a:pt x="656" y="2408"/>
                    <a:pt x="655" y="2384"/>
                  </a:cubicBezTo>
                  <a:cubicBezTo>
                    <a:pt x="653" y="2347"/>
                    <a:pt x="679" y="2323"/>
                    <a:pt x="690" y="2280"/>
                  </a:cubicBezTo>
                  <a:cubicBezTo>
                    <a:pt x="691" y="2277"/>
                    <a:pt x="692" y="2274"/>
                    <a:pt x="692" y="2271"/>
                  </a:cubicBezTo>
                  <a:cubicBezTo>
                    <a:pt x="702" y="2223"/>
                    <a:pt x="847" y="2148"/>
                    <a:pt x="870" y="1858"/>
                  </a:cubicBezTo>
                  <a:cubicBezTo>
                    <a:pt x="874" y="1808"/>
                    <a:pt x="918" y="1756"/>
                    <a:pt x="910" y="1676"/>
                  </a:cubicBezTo>
                  <a:cubicBezTo>
                    <a:pt x="906" y="1634"/>
                    <a:pt x="939" y="1484"/>
                    <a:pt x="928" y="1328"/>
                  </a:cubicBezTo>
                  <a:cubicBezTo>
                    <a:pt x="928" y="1326"/>
                    <a:pt x="928" y="1323"/>
                    <a:pt x="928" y="1321"/>
                  </a:cubicBezTo>
                  <a:cubicBezTo>
                    <a:pt x="928" y="1320"/>
                    <a:pt x="927" y="1319"/>
                    <a:pt x="927" y="1319"/>
                  </a:cubicBezTo>
                  <a:cubicBezTo>
                    <a:pt x="927" y="1317"/>
                    <a:pt x="927" y="1316"/>
                    <a:pt x="927" y="1314"/>
                  </a:cubicBezTo>
                  <a:cubicBezTo>
                    <a:pt x="927" y="1313"/>
                    <a:pt x="927" y="1313"/>
                    <a:pt x="927" y="1312"/>
                  </a:cubicBezTo>
                  <a:cubicBezTo>
                    <a:pt x="927" y="1310"/>
                    <a:pt x="927" y="1309"/>
                    <a:pt x="927" y="1308"/>
                  </a:cubicBezTo>
                  <a:cubicBezTo>
                    <a:pt x="927" y="1307"/>
                    <a:pt x="927" y="1306"/>
                    <a:pt x="927" y="1305"/>
                  </a:cubicBezTo>
                  <a:cubicBezTo>
                    <a:pt x="927" y="1304"/>
                    <a:pt x="927" y="1303"/>
                    <a:pt x="927" y="1301"/>
                  </a:cubicBezTo>
                  <a:cubicBezTo>
                    <a:pt x="927" y="1301"/>
                    <a:pt x="927" y="1300"/>
                    <a:pt x="927" y="1299"/>
                  </a:cubicBezTo>
                  <a:cubicBezTo>
                    <a:pt x="927" y="1298"/>
                    <a:pt x="927" y="1296"/>
                    <a:pt x="927" y="1295"/>
                  </a:cubicBezTo>
                  <a:cubicBezTo>
                    <a:pt x="927" y="1294"/>
                    <a:pt x="926" y="1294"/>
                    <a:pt x="926" y="1293"/>
                  </a:cubicBezTo>
                  <a:cubicBezTo>
                    <a:pt x="926" y="1291"/>
                    <a:pt x="926" y="1289"/>
                    <a:pt x="926" y="1288"/>
                  </a:cubicBezTo>
                  <a:cubicBezTo>
                    <a:pt x="926" y="1287"/>
                    <a:pt x="926" y="1287"/>
                    <a:pt x="926" y="1287"/>
                  </a:cubicBezTo>
                  <a:cubicBezTo>
                    <a:pt x="926" y="1285"/>
                    <a:pt x="927" y="1284"/>
                    <a:pt x="927" y="1282"/>
                  </a:cubicBezTo>
                  <a:cubicBezTo>
                    <a:pt x="927" y="1282"/>
                    <a:pt x="927" y="1281"/>
                    <a:pt x="927" y="1280"/>
                  </a:cubicBezTo>
                  <a:cubicBezTo>
                    <a:pt x="927" y="1279"/>
                    <a:pt x="927" y="1278"/>
                    <a:pt x="927" y="1277"/>
                  </a:cubicBezTo>
                  <a:cubicBezTo>
                    <a:pt x="927" y="1276"/>
                    <a:pt x="927" y="1276"/>
                    <a:pt x="927" y="1275"/>
                  </a:cubicBezTo>
                  <a:cubicBezTo>
                    <a:pt x="927" y="1274"/>
                    <a:pt x="927" y="1273"/>
                    <a:pt x="927" y="1272"/>
                  </a:cubicBezTo>
                  <a:cubicBezTo>
                    <a:pt x="927" y="1271"/>
                    <a:pt x="927" y="1271"/>
                    <a:pt x="927" y="1270"/>
                  </a:cubicBezTo>
                  <a:cubicBezTo>
                    <a:pt x="927" y="1269"/>
                    <a:pt x="927" y="1268"/>
                    <a:pt x="927" y="1267"/>
                  </a:cubicBezTo>
                  <a:cubicBezTo>
                    <a:pt x="927" y="1267"/>
                    <a:pt x="927" y="1266"/>
                    <a:pt x="927" y="1265"/>
                  </a:cubicBezTo>
                  <a:cubicBezTo>
                    <a:pt x="927" y="1264"/>
                    <a:pt x="928" y="1264"/>
                    <a:pt x="928" y="1263"/>
                  </a:cubicBezTo>
                  <a:cubicBezTo>
                    <a:pt x="928" y="1262"/>
                    <a:pt x="928" y="1262"/>
                    <a:pt x="928" y="1261"/>
                  </a:cubicBezTo>
                  <a:cubicBezTo>
                    <a:pt x="928" y="1260"/>
                    <a:pt x="928" y="1258"/>
                    <a:pt x="928" y="1257"/>
                  </a:cubicBezTo>
                  <a:cubicBezTo>
                    <a:pt x="928" y="1256"/>
                    <a:pt x="928" y="1256"/>
                    <a:pt x="928" y="1255"/>
                  </a:cubicBezTo>
                  <a:cubicBezTo>
                    <a:pt x="929" y="1255"/>
                    <a:pt x="929" y="1254"/>
                    <a:pt x="929" y="1253"/>
                  </a:cubicBezTo>
                  <a:cubicBezTo>
                    <a:pt x="929" y="1252"/>
                    <a:pt x="929" y="1252"/>
                    <a:pt x="929" y="1251"/>
                  </a:cubicBezTo>
                  <a:cubicBezTo>
                    <a:pt x="929" y="1250"/>
                    <a:pt x="929" y="1250"/>
                    <a:pt x="929" y="1249"/>
                  </a:cubicBezTo>
                  <a:cubicBezTo>
                    <a:pt x="929" y="1248"/>
                    <a:pt x="930" y="1248"/>
                    <a:pt x="930" y="1247"/>
                  </a:cubicBezTo>
                  <a:cubicBezTo>
                    <a:pt x="930" y="1247"/>
                    <a:pt x="930" y="1246"/>
                    <a:pt x="930" y="1245"/>
                  </a:cubicBezTo>
                  <a:cubicBezTo>
                    <a:pt x="930" y="1245"/>
                    <a:pt x="930" y="1244"/>
                    <a:pt x="930" y="1244"/>
                  </a:cubicBezTo>
                  <a:cubicBezTo>
                    <a:pt x="931" y="1243"/>
                    <a:pt x="931" y="1243"/>
                    <a:pt x="931" y="1242"/>
                  </a:cubicBezTo>
                  <a:cubicBezTo>
                    <a:pt x="931" y="1241"/>
                    <a:pt x="931" y="1241"/>
                    <a:pt x="931" y="1240"/>
                  </a:cubicBezTo>
                  <a:cubicBezTo>
                    <a:pt x="931" y="1240"/>
                    <a:pt x="931" y="1239"/>
                    <a:pt x="932" y="1239"/>
                  </a:cubicBezTo>
                  <a:cubicBezTo>
                    <a:pt x="932" y="1236"/>
                    <a:pt x="933" y="1234"/>
                    <a:pt x="933" y="1232"/>
                  </a:cubicBezTo>
                  <a:cubicBezTo>
                    <a:pt x="933" y="1232"/>
                    <a:pt x="934" y="1232"/>
                    <a:pt x="934" y="1231"/>
                  </a:cubicBezTo>
                  <a:cubicBezTo>
                    <a:pt x="934" y="1231"/>
                    <a:pt x="934" y="1230"/>
                    <a:pt x="934" y="1229"/>
                  </a:cubicBezTo>
                  <a:cubicBezTo>
                    <a:pt x="934" y="1229"/>
                    <a:pt x="935" y="1229"/>
                    <a:pt x="935" y="1228"/>
                  </a:cubicBezTo>
                  <a:cubicBezTo>
                    <a:pt x="935" y="1228"/>
                    <a:pt x="935" y="1227"/>
                    <a:pt x="935" y="1227"/>
                  </a:cubicBezTo>
                  <a:cubicBezTo>
                    <a:pt x="935" y="1226"/>
                    <a:pt x="936" y="1226"/>
                    <a:pt x="936" y="1226"/>
                  </a:cubicBezTo>
                  <a:cubicBezTo>
                    <a:pt x="936" y="1225"/>
                    <a:pt x="936" y="1225"/>
                    <a:pt x="936" y="1224"/>
                  </a:cubicBezTo>
                  <a:cubicBezTo>
                    <a:pt x="937" y="1224"/>
                    <a:pt x="937" y="1224"/>
                    <a:pt x="937" y="1223"/>
                  </a:cubicBezTo>
                  <a:cubicBezTo>
                    <a:pt x="937" y="1223"/>
                    <a:pt x="937" y="1222"/>
                    <a:pt x="938" y="1222"/>
                  </a:cubicBezTo>
                  <a:cubicBezTo>
                    <a:pt x="938" y="1221"/>
                    <a:pt x="938" y="1221"/>
                    <a:pt x="938" y="1221"/>
                  </a:cubicBezTo>
                  <a:cubicBezTo>
                    <a:pt x="939" y="1218"/>
                    <a:pt x="940" y="1216"/>
                    <a:pt x="942" y="1213"/>
                  </a:cubicBezTo>
                  <a:cubicBezTo>
                    <a:pt x="942" y="1213"/>
                    <a:pt x="942" y="1213"/>
                    <a:pt x="942" y="1213"/>
                  </a:cubicBezTo>
                  <a:cubicBezTo>
                    <a:pt x="943" y="1212"/>
                    <a:pt x="943" y="1212"/>
                    <a:pt x="943" y="1211"/>
                  </a:cubicBezTo>
                  <a:cubicBezTo>
                    <a:pt x="943" y="1211"/>
                    <a:pt x="943" y="1211"/>
                    <a:pt x="943" y="1211"/>
                  </a:cubicBezTo>
                  <a:cubicBezTo>
                    <a:pt x="944" y="1210"/>
                    <a:pt x="944" y="1210"/>
                    <a:pt x="945" y="1209"/>
                  </a:cubicBezTo>
                  <a:cubicBezTo>
                    <a:pt x="947" y="1206"/>
                    <a:pt x="949" y="1203"/>
                    <a:pt x="952" y="1200"/>
                  </a:cubicBezTo>
                  <a:cubicBezTo>
                    <a:pt x="952" y="1200"/>
                    <a:pt x="952" y="1200"/>
                    <a:pt x="952" y="1200"/>
                  </a:cubicBezTo>
                  <a:cubicBezTo>
                    <a:pt x="952" y="1200"/>
                    <a:pt x="952" y="1200"/>
                    <a:pt x="952" y="1200"/>
                  </a:cubicBezTo>
                  <a:cubicBezTo>
                    <a:pt x="1035" y="1093"/>
                    <a:pt x="1040" y="912"/>
                    <a:pt x="1015" y="842"/>
                  </a:cubicBezTo>
                  <a:cubicBezTo>
                    <a:pt x="1011" y="831"/>
                    <a:pt x="1009" y="817"/>
                    <a:pt x="1007" y="800"/>
                  </a:cubicBezTo>
                  <a:cubicBezTo>
                    <a:pt x="1007" y="801"/>
                    <a:pt x="1007" y="801"/>
                    <a:pt x="1007" y="801"/>
                  </a:cubicBezTo>
                  <a:cubicBezTo>
                    <a:pt x="1006" y="799"/>
                    <a:pt x="1006" y="796"/>
                    <a:pt x="1006" y="793"/>
                  </a:cubicBezTo>
                  <a:cubicBezTo>
                    <a:pt x="1007" y="800"/>
                    <a:pt x="1007" y="800"/>
                    <a:pt x="1007" y="800"/>
                  </a:cubicBezTo>
                  <a:cubicBezTo>
                    <a:pt x="1006" y="798"/>
                    <a:pt x="1006" y="795"/>
                    <a:pt x="1006" y="792"/>
                  </a:cubicBezTo>
                  <a:cubicBezTo>
                    <a:pt x="1005" y="790"/>
                    <a:pt x="1005" y="788"/>
                    <a:pt x="1005" y="786"/>
                  </a:cubicBezTo>
                  <a:cubicBezTo>
                    <a:pt x="1061" y="824"/>
                    <a:pt x="1147" y="859"/>
                    <a:pt x="1176" y="871"/>
                  </a:cubicBezTo>
                  <a:cubicBezTo>
                    <a:pt x="1210" y="886"/>
                    <a:pt x="1245" y="877"/>
                    <a:pt x="1269" y="848"/>
                  </a:cubicBezTo>
                  <a:cubicBezTo>
                    <a:pt x="1341" y="759"/>
                    <a:pt x="1320" y="607"/>
                    <a:pt x="1327" y="587"/>
                  </a:cubicBezTo>
                  <a:cubicBezTo>
                    <a:pt x="1334" y="566"/>
                    <a:pt x="1338" y="545"/>
                    <a:pt x="1337" y="526"/>
                  </a:cubicBezTo>
                  <a:cubicBezTo>
                    <a:pt x="1335" y="506"/>
                    <a:pt x="1344" y="498"/>
                    <a:pt x="1357" y="467"/>
                  </a:cubicBezTo>
                  <a:cubicBezTo>
                    <a:pt x="1371" y="435"/>
                    <a:pt x="1355" y="403"/>
                    <a:pt x="1339" y="385"/>
                  </a:cubicBezTo>
                  <a:cubicBezTo>
                    <a:pt x="1323" y="367"/>
                    <a:pt x="1277" y="393"/>
                    <a:pt x="1277" y="393"/>
                  </a:cubicBezTo>
                  <a:cubicBezTo>
                    <a:pt x="1276" y="393"/>
                    <a:pt x="1275" y="394"/>
                    <a:pt x="1274" y="394"/>
                  </a:cubicBezTo>
                  <a:cubicBezTo>
                    <a:pt x="1274" y="394"/>
                    <a:pt x="1274" y="394"/>
                    <a:pt x="1274" y="394"/>
                  </a:cubicBezTo>
                  <a:cubicBezTo>
                    <a:pt x="1273" y="394"/>
                    <a:pt x="1273" y="394"/>
                    <a:pt x="1272" y="395"/>
                  </a:cubicBezTo>
                  <a:cubicBezTo>
                    <a:pt x="1272" y="395"/>
                    <a:pt x="1272" y="395"/>
                    <a:pt x="1272" y="395"/>
                  </a:cubicBezTo>
                  <a:cubicBezTo>
                    <a:pt x="1271" y="395"/>
                    <a:pt x="1270" y="396"/>
                    <a:pt x="1270" y="396"/>
                  </a:cubicBezTo>
                  <a:cubicBezTo>
                    <a:pt x="1270" y="396"/>
                    <a:pt x="1269" y="396"/>
                    <a:pt x="1269" y="396"/>
                  </a:cubicBezTo>
                  <a:cubicBezTo>
                    <a:pt x="1269" y="397"/>
                    <a:pt x="1268" y="397"/>
                    <a:pt x="1268" y="398"/>
                  </a:cubicBezTo>
                  <a:cubicBezTo>
                    <a:pt x="1268" y="398"/>
                    <a:pt x="1267" y="398"/>
                    <a:pt x="1267" y="398"/>
                  </a:cubicBezTo>
                  <a:cubicBezTo>
                    <a:pt x="1267" y="398"/>
                    <a:pt x="1266" y="399"/>
                    <a:pt x="1266" y="399"/>
                  </a:cubicBezTo>
                  <a:cubicBezTo>
                    <a:pt x="1266" y="399"/>
                    <a:pt x="1266" y="399"/>
                    <a:pt x="1266" y="399"/>
                  </a:cubicBezTo>
                  <a:cubicBezTo>
                    <a:pt x="1265" y="399"/>
                    <a:pt x="1265" y="400"/>
                    <a:pt x="1265" y="400"/>
                  </a:cubicBezTo>
                  <a:cubicBezTo>
                    <a:pt x="1264" y="400"/>
                    <a:pt x="1264" y="400"/>
                    <a:pt x="1264" y="400"/>
                  </a:cubicBezTo>
                  <a:cubicBezTo>
                    <a:pt x="1264" y="401"/>
                    <a:pt x="1264" y="401"/>
                    <a:pt x="1264" y="401"/>
                  </a:cubicBezTo>
                  <a:cubicBezTo>
                    <a:pt x="1264" y="401"/>
                    <a:pt x="1264" y="401"/>
                    <a:pt x="1263" y="401"/>
                  </a:cubicBezTo>
                  <a:cubicBezTo>
                    <a:pt x="1263" y="401"/>
                    <a:pt x="1263" y="401"/>
                    <a:pt x="1263" y="401"/>
                  </a:cubicBezTo>
                  <a:cubicBezTo>
                    <a:pt x="1265" y="397"/>
                    <a:pt x="1265" y="397"/>
                    <a:pt x="1265" y="397"/>
                  </a:cubicBezTo>
                  <a:cubicBezTo>
                    <a:pt x="1264" y="399"/>
                    <a:pt x="1264" y="400"/>
                    <a:pt x="1263" y="401"/>
                  </a:cubicBezTo>
                  <a:cubicBezTo>
                    <a:pt x="1263" y="401"/>
                    <a:pt x="1263" y="401"/>
                    <a:pt x="1263" y="401"/>
                  </a:cubicBezTo>
                  <a:cubicBezTo>
                    <a:pt x="1258" y="399"/>
                    <a:pt x="1254" y="398"/>
                    <a:pt x="1250" y="399"/>
                  </a:cubicBezTo>
                  <a:cubicBezTo>
                    <a:pt x="1250" y="399"/>
                    <a:pt x="1250" y="399"/>
                    <a:pt x="1250" y="399"/>
                  </a:cubicBezTo>
                  <a:cubicBezTo>
                    <a:pt x="1249" y="399"/>
                    <a:pt x="1249" y="399"/>
                    <a:pt x="1248" y="400"/>
                  </a:cubicBezTo>
                  <a:cubicBezTo>
                    <a:pt x="1248" y="400"/>
                    <a:pt x="1248" y="400"/>
                    <a:pt x="1248" y="400"/>
                  </a:cubicBezTo>
                  <a:cubicBezTo>
                    <a:pt x="1248" y="400"/>
                    <a:pt x="1247" y="400"/>
                    <a:pt x="1247" y="400"/>
                  </a:cubicBezTo>
                  <a:cubicBezTo>
                    <a:pt x="1246" y="400"/>
                    <a:pt x="1246" y="400"/>
                    <a:pt x="1246" y="400"/>
                  </a:cubicBezTo>
                  <a:cubicBezTo>
                    <a:pt x="1246" y="401"/>
                    <a:pt x="1245" y="401"/>
                    <a:pt x="1245" y="401"/>
                  </a:cubicBezTo>
                  <a:cubicBezTo>
                    <a:pt x="1245" y="401"/>
                    <a:pt x="1244" y="401"/>
                    <a:pt x="1244" y="401"/>
                  </a:cubicBezTo>
                  <a:cubicBezTo>
                    <a:pt x="1244" y="402"/>
                    <a:pt x="1243" y="402"/>
                    <a:pt x="1243" y="402"/>
                  </a:cubicBezTo>
                  <a:cubicBezTo>
                    <a:pt x="1243" y="402"/>
                    <a:pt x="1243" y="402"/>
                    <a:pt x="1243" y="403"/>
                  </a:cubicBezTo>
                  <a:cubicBezTo>
                    <a:pt x="1242" y="403"/>
                    <a:pt x="1242" y="403"/>
                    <a:pt x="1241" y="403"/>
                  </a:cubicBezTo>
                  <a:cubicBezTo>
                    <a:pt x="1241" y="404"/>
                    <a:pt x="1241" y="404"/>
                    <a:pt x="1241" y="404"/>
                  </a:cubicBezTo>
                  <a:cubicBezTo>
                    <a:pt x="1240" y="404"/>
                    <a:pt x="1240" y="405"/>
                    <a:pt x="1240" y="405"/>
                  </a:cubicBezTo>
                  <a:cubicBezTo>
                    <a:pt x="1240" y="405"/>
                    <a:pt x="1239" y="405"/>
                    <a:pt x="1239" y="405"/>
                  </a:cubicBezTo>
                  <a:cubicBezTo>
                    <a:pt x="1239" y="406"/>
                    <a:pt x="1238" y="406"/>
                    <a:pt x="1238" y="406"/>
                  </a:cubicBezTo>
                  <a:cubicBezTo>
                    <a:pt x="1238" y="407"/>
                    <a:pt x="1238" y="407"/>
                    <a:pt x="1238" y="407"/>
                  </a:cubicBezTo>
                  <a:cubicBezTo>
                    <a:pt x="1237" y="407"/>
                    <a:pt x="1237" y="408"/>
                    <a:pt x="1237" y="408"/>
                  </a:cubicBezTo>
                  <a:cubicBezTo>
                    <a:pt x="1236" y="408"/>
                    <a:pt x="1236" y="408"/>
                    <a:pt x="1236" y="409"/>
                  </a:cubicBezTo>
                  <a:cubicBezTo>
                    <a:pt x="1236" y="409"/>
                    <a:pt x="1236" y="409"/>
                    <a:pt x="1235" y="410"/>
                  </a:cubicBezTo>
                  <a:cubicBezTo>
                    <a:pt x="1235" y="410"/>
                    <a:pt x="1235" y="410"/>
                    <a:pt x="1235" y="410"/>
                  </a:cubicBezTo>
                  <a:cubicBezTo>
                    <a:pt x="1234" y="411"/>
                    <a:pt x="1234" y="411"/>
                    <a:pt x="1234" y="412"/>
                  </a:cubicBezTo>
                  <a:cubicBezTo>
                    <a:pt x="1234" y="412"/>
                    <a:pt x="1234" y="412"/>
                    <a:pt x="1233" y="412"/>
                  </a:cubicBezTo>
                  <a:cubicBezTo>
                    <a:pt x="1233" y="413"/>
                    <a:pt x="1233" y="413"/>
                    <a:pt x="1233" y="413"/>
                  </a:cubicBezTo>
                  <a:cubicBezTo>
                    <a:pt x="1232" y="414"/>
                    <a:pt x="1232" y="414"/>
                    <a:pt x="1232" y="414"/>
                  </a:cubicBezTo>
                  <a:cubicBezTo>
                    <a:pt x="1232" y="415"/>
                    <a:pt x="1232" y="415"/>
                    <a:pt x="1231" y="415"/>
                  </a:cubicBezTo>
                  <a:cubicBezTo>
                    <a:pt x="1231" y="416"/>
                    <a:pt x="1231" y="416"/>
                    <a:pt x="1231" y="416"/>
                  </a:cubicBezTo>
                  <a:cubicBezTo>
                    <a:pt x="1231" y="416"/>
                    <a:pt x="1230" y="417"/>
                    <a:pt x="1230" y="417"/>
                  </a:cubicBezTo>
                  <a:cubicBezTo>
                    <a:pt x="1230" y="418"/>
                    <a:pt x="1230" y="418"/>
                    <a:pt x="1230" y="418"/>
                  </a:cubicBezTo>
                  <a:cubicBezTo>
                    <a:pt x="1229" y="418"/>
                    <a:pt x="1229" y="419"/>
                    <a:pt x="1229" y="419"/>
                  </a:cubicBezTo>
                  <a:cubicBezTo>
                    <a:pt x="1229" y="419"/>
                    <a:pt x="1229" y="420"/>
                    <a:pt x="1229" y="420"/>
                  </a:cubicBezTo>
                  <a:cubicBezTo>
                    <a:pt x="1228" y="420"/>
                    <a:pt x="1228" y="421"/>
                    <a:pt x="1228" y="421"/>
                  </a:cubicBezTo>
                  <a:cubicBezTo>
                    <a:pt x="1228" y="421"/>
                    <a:pt x="1228" y="422"/>
                    <a:pt x="1228" y="422"/>
                  </a:cubicBezTo>
                  <a:cubicBezTo>
                    <a:pt x="1227" y="422"/>
                    <a:pt x="1227" y="423"/>
                    <a:pt x="1227" y="423"/>
                  </a:cubicBezTo>
                  <a:cubicBezTo>
                    <a:pt x="1227" y="423"/>
                    <a:pt x="1227" y="423"/>
                    <a:pt x="1227" y="424"/>
                  </a:cubicBezTo>
                  <a:cubicBezTo>
                    <a:pt x="1227" y="424"/>
                    <a:pt x="1226" y="424"/>
                    <a:pt x="1226" y="425"/>
                  </a:cubicBezTo>
                  <a:cubicBezTo>
                    <a:pt x="1226" y="425"/>
                    <a:pt x="1226" y="425"/>
                    <a:pt x="1226" y="425"/>
                  </a:cubicBezTo>
                  <a:cubicBezTo>
                    <a:pt x="1226" y="426"/>
                    <a:pt x="1226" y="426"/>
                    <a:pt x="1225" y="426"/>
                  </a:cubicBezTo>
                  <a:cubicBezTo>
                    <a:pt x="1225" y="427"/>
                    <a:pt x="1225" y="427"/>
                    <a:pt x="1225" y="427"/>
                  </a:cubicBezTo>
                  <a:cubicBezTo>
                    <a:pt x="1225" y="427"/>
                    <a:pt x="1225" y="428"/>
                    <a:pt x="1225" y="428"/>
                  </a:cubicBezTo>
                  <a:cubicBezTo>
                    <a:pt x="1225" y="428"/>
                    <a:pt x="1225" y="429"/>
                    <a:pt x="1225" y="429"/>
                  </a:cubicBezTo>
                  <a:cubicBezTo>
                    <a:pt x="1224" y="429"/>
                    <a:pt x="1224" y="429"/>
                    <a:pt x="1224" y="430"/>
                  </a:cubicBezTo>
                  <a:cubicBezTo>
                    <a:pt x="1224" y="430"/>
                    <a:pt x="1224" y="430"/>
                    <a:pt x="1224" y="430"/>
                  </a:cubicBezTo>
                  <a:cubicBezTo>
                    <a:pt x="1224" y="430"/>
                    <a:pt x="1224" y="431"/>
                    <a:pt x="1224" y="431"/>
                  </a:cubicBezTo>
                  <a:cubicBezTo>
                    <a:pt x="1224" y="431"/>
                    <a:pt x="1224" y="431"/>
                    <a:pt x="1224" y="431"/>
                  </a:cubicBezTo>
                  <a:cubicBezTo>
                    <a:pt x="1223" y="433"/>
                    <a:pt x="1222" y="435"/>
                    <a:pt x="1222" y="435"/>
                  </a:cubicBezTo>
                  <a:cubicBezTo>
                    <a:pt x="1222" y="433"/>
                    <a:pt x="1223" y="431"/>
                    <a:pt x="1224" y="429"/>
                  </a:cubicBezTo>
                  <a:cubicBezTo>
                    <a:pt x="1215" y="434"/>
                    <a:pt x="1215" y="434"/>
                    <a:pt x="1215" y="434"/>
                  </a:cubicBezTo>
                  <a:cubicBezTo>
                    <a:pt x="1209" y="435"/>
                    <a:pt x="1203" y="439"/>
                    <a:pt x="1199" y="443"/>
                  </a:cubicBezTo>
                  <a:cubicBezTo>
                    <a:pt x="1199" y="443"/>
                    <a:pt x="1199" y="443"/>
                    <a:pt x="1199" y="443"/>
                  </a:cubicBezTo>
                  <a:cubicBezTo>
                    <a:pt x="1198" y="444"/>
                    <a:pt x="1198" y="445"/>
                    <a:pt x="1197" y="445"/>
                  </a:cubicBezTo>
                  <a:cubicBezTo>
                    <a:pt x="1197" y="445"/>
                    <a:pt x="1197" y="445"/>
                    <a:pt x="1197" y="445"/>
                  </a:cubicBezTo>
                  <a:cubicBezTo>
                    <a:pt x="1196" y="446"/>
                    <a:pt x="1196" y="446"/>
                    <a:pt x="1196" y="447"/>
                  </a:cubicBezTo>
                  <a:cubicBezTo>
                    <a:pt x="1194" y="448"/>
                    <a:pt x="1194" y="448"/>
                    <a:pt x="1194" y="448"/>
                  </a:cubicBezTo>
                  <a:cubicBezTo>
                    <a:pt x="1194" y="448"/>
                    <a:pt x="1194" y="448"/>
                    <a:pt x="1194" y="448"/>
                  </a:cubicBezTo>
                  <a:cubicBezTo>
                    <a:pt x="1194" y="448"/>
                    <a:pt x="1194" y="447"/>
                    <a:pt x="1194" y="447"/>
                  </a:cubicBezTo>
                  <a:cubicBezTo>
                    <a:pt x="1194" y="447"/>
                    <a:pt x="1194" y="447"/>
                    <a:pt x="1194" y="447"/>
                  </a:cubicBezTo>
                  <a:cubicBezTo>
                    <a:pt x="1194" y="446"/>
                    <a:pt x="1193" y="446"/>
                    <a:pt x="1193" y="446"/>
                  </a:cubicBezTo>
                  <a:cubicBezTo>
                    <a:pt x="1193" y="445"/>
                    <a:pt x="1193" y="445"/>
                    <a:pt x="1193" y="445"/>
                  </a:cubicBezTo>
                  <a:cubicBezTo>
                    <a:pt x="1193" y="445"/>
                    <a:pt x="1193" y="445"/>
                    <a:pt x="1192" y="444"/>
                  </a:cubicBezTo>
                  <a:cubicBezTo>
                    <a:pt x="1192" y="444"/>
                    <a:pt x="1192" y="444"/>
                    <a:pt x="1192" y="444"/>
                  </a:cubicBezTo>
                  <a:cubicBezTo>
                    <a:pt x="1192" y="443"/>
                    <a:pt x="1192" y="443"/>
                    <a:pt x="1191" y="443"/>
                  </a:cubicBezTo>
                  <a:cubicBezTo>
                    <a:pt x="1191" y="443"/>
                    <a:pt x="1191" y="442"/>
                    <a:pt x="1191" y="442"/>
                  </a:cubicBezTo>
                  <a:cubicBezTo>
                    <a:pt x="1190" y="442"/>
                    <a:pt x="1190" y="441"/>
                    <a:pt x="1189" y="441"/>
                  </a:cubicBezTo>
                  <a:cubicBezTo>
                    <a:pt x="1189" y="441"/>
                    <a:pt x="1189" y="441"/>
                    <a:pt x="1189" y="441"/>
                  </a:cubicBezTo>
                  <a:cubicBezTo>
                    <a:pt x="1188" y="441"/>
                    <a:pt x="1188" y="440"/>
                    <a:pt x="1187" y="440"/>
                  </a:cubicBezTo>
                  <a:cubicBezTo>
                    <a:pt x="1187" y="440"/>
                    <a:pt x="1187" y="440"/>
                    <a:pt x="1187" y="440"/>
                  </a:cubicBezTo>
                  <a:cubicBezTo>
                    <a:pt x="1186" y="440"/>
                    <a:pt x="1185" y="439"/>
                    <a:pt x="1184" y="439"/>
                  </a:cubicBezTo>
                  <a:cubicBezTo>
                    <a:pt x="1184" y="439"/>
                    <a:pt x="1184" y="439"/>
                    <a:pt x="1183" y="439"/>
                  </a:cubicBezTo>
                  <a:cubicBezTo>
                    <a:pt x="1182" y="439"/>
                    <a:pt x="1181" y="439"/>
                    <a:pt x="1180" y="439"/>
                  </a:cubicBezTo>
                  <a:cubicBezTo>
                    <a:pt x="1167" y="439"/>
                    <a:pt x="1161" y="462"/>
                    <a:pt x="1165" y="498"/>
                  </a:cubicBezTo>
                  <a:cubicBezTo>
                    <a:pt x="1168" y="534"/>
                    <a:pt x="1212" y="542"/>
                    <a:pt x="1212" y="542"/>
                  </a:cubicBezTo>
                  <a:cubicBezTo>
                    <a:pt x="1227" y="571"/>
                    <a:pt x="1204" y="621"/>
                    <a:pt x="1196" y="637"/>
                  </a:cubicBezTo>
                  <a:cubicBezTo>
                    <a:pt x="1196" y="638"/>
                    <a:pt x="1195" y="638"/>
                    <a:pt x="1195" y="639"/>
                  </a:cubicBezTo>
                  <a:cubicBezTo>
                    <a:pt x="1195" y="639"/>
                    <a:pt x="1195" y="640"/>
                    <a:pt x="1195" y="640"/>
                  </a:cubicBezTo>
                  <a:cubicBezTo>
                    <a:pt x="1194" y="641"/>
                    <a:pt x="1194" y="642"/>
                    <a:pt x="1193" y="643"/>
                  </a:cubicBezTo>
                  <a:cubicBezTo>
                    <a:pt x="1193" y="643"/>
                    <a:pt x="1193" y="643"/>
                    <a:pt x="1193" y="643"/>
                  </a:cubicBezTo>
                  <a:cubicBezTo>
                    <a:pt x="1192" y="644"/>
                    <a:pt x="1192" y="645"/>
                    <a:pt x="1191" y="646"/>
                  </a:cubicBezTo>
                  <a:cubicBezTo>
                    <a:pt x="1191" y="647"/>
                    <a:pt x="1191" y="647"/>
                    <a:pt x="1191" y="647"/>
                  </a:cubicBezTo>
                  <a:cubicBezTo>
                    <a:pt x="1191" y="648"/>
                    <a:pt x="1190" y="649"/>
                    <a:pt x="1190" y="650"/>
                  </a:cubicBezTo>
                  <a:cubicBezTo>
                    <a:pt x="1190" y="650"/>
                    <a:pt x="1190" y="650"/>
                    <a:pt x="1189" y="651"/>
                  </a:cubicBezTo>
                  <a:cubicBezTo>
                    <a:pt x="1189" y="652"/>
                    <a:pt x="1188" y="653"/>
                    <a:pt x="1188" y="654"/>
                  </a:cubicBezTo>
                  <a:cubicBezTo>
                    <a:pt x="1188" y="654"/>
                    <a:pt x="1187" y="655"/>
                    <a:pt x="1187" y="655"/>
                  </a:cubicBezTo>
                  <a:cubicBezTo>
                    <a:pt x="1187" y="656"/>
                    <a:pt x="1186" y="657"/>
                    <a:pt x="1186" y="658"/>
                  </a:cubicBezTo>
                  <a:cubicBezTo>
                    <a:pt x="1186" y="659"/>
                    <a:pt x="1185" y="660"/>
                    <a:pt x="1185" y="660"/>
                  </a:cubicBezTo>
                  <a:cubicBezTo>
                    <a:pt x="1185" y="661"/>
                    <a:pt x="1184" y="661"/>
                    <a:pt x="1184" y="662"/>
                  </a:cubicBezTo>
                  <a:cubicBezTo>
                    <a:pt x="1184" y="663"/>
                    <a:pt x="1183" y="664"/>
                    <a:pt x="1183" y="665"/>
                  </a:cubicBezTo>
                  <a:cubicBezTo>
                    <a:pt x="1183" y="665"/>
                    <a:pt x="1182" y="666"/>
                    <a:pt x="1182" y="667"/>
                  </a:cubicBezTo>
                  <a:cubicBezTo>
                    <a:pt x="1181" y="669"/>
                    <a:pt x="1180" y="671"/>
                    <a:pt x="1179" y="674"/>
                  </a:cubicBezTo>
                  <a:cubicBezTo>
                    <a:pt x="1179" y="674"/>
                    <a:pt x="1179" y="674"/>
                    <a:pt x="1178" y="675"/>
                  </a:cubicBezTo>
                  <a:cubicBezTo>
                    <a:pt x="1178" y="676"/>
                    <a:pt x="1177" y="677"/>
                    <a:pt x="1177" y="678"/>
                  </a:cubicBezTo>
                  <a:cubicBezTo>
                    <a:pt x="1177" y="678"/>
                    <a:pt x="1176" y="679"/>
                    <a:pt x="1176" y="679"/>
                  </a:cubicBezTo>
                  <a:cubicBezTo>
                    <a:pt x="1176" y="680"/>
                    <a:pt x="1175" y="681"/>
                    <a:pt x="1175" y="682"/>
                  </a:cubicBezTo>
                  <a:cubicBezTo>
                    <a:pt x="1175" y="683"/>
                    <a:pt x="1174" y="683"/>
                    <a:pt x="1174" y="684"/>
                  </a:cubicBezTo>
                  <a:cubicBezTo>
                    <a:pt x="1174" y="684"/>
                    <a:pt x="1174" y="685"/>
                    <a:pt x="1173" y="685"/>
                  </a:cubicBezTo>
                  <a:cubicBezTo>
                    <a:pt x="1171" y="690"/>
                    <a:pt x="1170" y="694"/>
                    <a:pt x="1169" y="696"/>
                  </a:cubicBezTo>
                  <a:cubicBezTo>
                    <a:pt x="1168" y="695"/>
                    <a:pt x="1168" y="695"/>
                    <a:pt x="1168" y="695"/>
                  </a:cubicBezTo>
                  <a:cubicBezTo>
                    <a:pt x="1168" y="695"/>
                    <a:pt x="1168" y="696"/>
                    <a:pt x="1168" y="696"/>
                  </a:cubicBezTo>
                  <a:cubicBezTo>
                    <a:pt x="1168" y="698"/>
                    <a:pt x="1167" y="699"/>
                    <a:pt x="1167" y="699"/>
                  </a:cubicBezTo>
                  <a:cubicBezTo>
                    <a:pt x="1165" y="683"/>
                    <a:pt x="1145" y="691"/>
                    <a:pt x="1145" y="691"/>
                  </a:cubicBezTo>
                  <a:cubicBezTo>
                    <a:pt x="1148" y="673"/>
                    <a:pt x="1120" y="648"/>
                    <a:pt x="1087" y="621"/>
                  </a:cubicBezTo>
                  <a:cubicBezTo>
                    <a:pt x="1086" y="620"/>
                    <a:pt x="1084" y="619"/>
                    <a:pt x="1083" y="617"/>
                  </a:cubicBezTo>
                  <a:cubicBezTo>
                    <a:pt x="1083" y="617"/>
                    <a:pt x="1083" y="617"/>
                    <a:pt x="1083" y="617"/>
                  </a:cubicBezTo>
                  <a:cubicBezTo>
                    <a:pt x="1081" y="616"/>
                    <a:pt x="1080" y="615"/>
                    <a:pt x="1079" y="614"/>
                  </a:cubicBezTo>
                  <a:cubicBezTo>
                    <a:pt x="1078" y="614"/>
                    <a:pt x="1078" y="613"/>
                    <a:pt x="1078" y="613"/>
                  </a:cubicBezTo>
                  <a:cubicBezTo>
                    <a:pt x="1076" y="612"/>
                    <a:pt x="1075" y="611"/>
                    <a:pt x="1074" y="610"/>
                  </a:cubicBezTo>
                  <a:cubicBezTo>
                    <a:pt x="1074" y="610"/>
                    <a:pt x="1074" y="610"/>
                    <a:pt x="1074" y="610"/>
                  </a:cubicBezTo>
                  <a:cubicBezTo>
                    <a:pt x="1072" y="608"/>
                    <a:pt x="1071" y="607"/>
                    <a:pt x="1069" y="606"/>
                  </a:cubicBezTo>
                  <a:cubicBezTo>
                    <a:pt x="1069" y="605"/>
                    <a:pt x="1068" y="605"/>
                    <a:pt x="1068" y="605"/>
                  </a:cubicBezTo>
                  <a:cubicBezTo>
                    <a:pt x="1067" y="604"/>
                    <a:pt x="1066" y="603"/>
                    <a:pt x="1065" y="602"/>
                  </a:cubicBezTo>
                  <a:cubicBezTo>
                    <a:pt x="1064" y="601"/>
                    <a:pt x="1063" y="600"/>
                    <a:pt x="1062" y="600"/>
                  </a:cubicBezTo>
                  <a:cubicBezTo>
                    <a:pt x="1062" y="599"/>
                    <a:pt x="1061" y="598"/>
                    <a:pt x="1060" y="597"/>
                  </a:cubicBezTo>
                  <a:cubicBezTo>
                    <a:pt x="1059" y="596"/>
                    <a:pt x="1058" y="596"/>
                    <a:pt x="1057" y="595"/>
                  </a:cubicBezTo>
                  <a:cubicBezTo>
                    <a:pt x="1056" y="594"/>
                    <a:pt x="1055" y="593"/>
                    <a:pt x="1055" y="593"/>
                  </a:cubicBezTo>
                  <a:cubicBezTo>
                    <a:pt x="1053" y="592"/>
                    <a:pt x="1052" y="590"/>
                    <a:pt x="1051" y="589"/>
                  </a:cubicBezTo>
                  <a:cubicBezTo>
                    <a:pt x="1050" y="589"/>
                    <a:pt x="1050" y="589"/>
                    <a:pt x="1049" y="588"/>
                  </a:cubicBezTo>
                  <a:cubicBezTo>
                    <a:pt x="1048" y="587"/>
                    <a:pt x="1046" y="585"/>
                    <a:pt x="1045" y="584"/>
                  </a:cubicBezTo>
                  <a:cubicBezTo>
                    <a:pt x="1044" y="584"/>
                    <a:pt x="1044" y="584"/>
                    <a:pt x="1044" y="584"/>
                  </a:cubicBezTo>
                  <a:cubicBezTo>
                    <a:pt x="1032" y="573"/>
                    <a:pt x="1020" y="562"/>
                    <a:pt x="1010" y="552"/>
                  </a:cubicBezTo>
                  <a:cubicBezTo>
                    <a:pt x="1030" y="552"/>
                    <a:pt x="1038" y="555"/>
                    <a:pt x="1063" y="535"/>
                  </a:cubicBezTo>
                  <a:cubicBezTo>
                    <a:pt x="1091" y="512"/>
                    <a:pt x="1079" y="439"/>
                    <a:pt x="1078" y="435"/>
                  </a:cubicBezTo>
                  <a:cubicBezTo>
                    <a:pt x="1078" y="433"/>
                    <a:pt x="1077" y="431"/>
                    <a:pt x="1079" y="428"/>
                  </a:cubicBezTo>
                  <a:cubicBezTo>
                    <a:pt x="1079" y="427"/>
                    <a:pt x="1080" y="427"/>
                    <a:pt x="1080" y="427"/>
                  </a:cubicBezTo>
                  <a:cubicBezTo>
                    <a:pt x="1081" y="425"/>
                    <a:pt x="1083" y="424"/>
                    <a:pt x="1085" y="422"/>
                  </a:cubicBezTo>
                  <a:cubicBezTo>
                    <a:pt x="1102" y="410"/>
                    <a:pt x="1104" y="389"/>
                    <a:pt x="1101" y="381"/>
                  </a:cubicBezTo>
                  <a:cubicBezTo>
                    <a:pt x="1099" y="375"/>
                    <a:pt x="1094" y="368"/>
                    <a:pt x="1092" y="365"/>
                  </a:cubicBezTo>
                  <a:cubicBezTo>
                    <a:pt x="1090" y="363"/>
                    <a:pt x="1090" y="363"/>
                    <a:pt x="1090" y="363"/>
                  </a:cubicBezTo>
                  <a:cubicBezTo>
                    <a:pt x="1100" y="341"/>
                    <a:pt x="1087" y="339"/>
                    <a:pt x="1096" y="301"/>
                  </a:cubicBezTo>
                  <a:cubicBezTo>
                    <a:pt x="1102" y="279"/>
                    <a:pt x="1107" y="242"/>
                    <a:pt x="1093" y="209"/>
                  </a:cubicBezTo>
                  <a:cubicBezTo>
                    <a:pt x="1078" y="174"/>
                    <a:pt x="1059" y="144"/>
                    <a:pt x="1036" y="118"/>
                  </a:cubicBezTo>
                  <a:cubicBezTo>
                    <a:pt x="1036" y="117"/>
                    <a:pt x="1037" y="117"/>
                    <a:pt x="1037" y="117"/>
                  </a:cubicBezTo>
                  <a:cubicBezTo>
                    <a:pt x="969" y="39"/>
                    <a:pt x="874" y="0"/>
                    <a:pt x="784" y="8"/>
                  </a:cubicBezTo>
                  <a:cubicBezTo>
                    <a:pt x="784" y="8"/>
                    <a:pt x="784" y="8"/>
                    <a:pt x="784" y="8"/>
                  </a:cubicBezTo>
                  <a:cubicBezTo>
                    <a:pt x="780" y="9"/>
                    <a:pt x="776" y="9"/>
                    <a:pt x="772" y="10"/>
                  </a:cubicBezTo>
                  <a:cubicBezTo>
                    <a:pt x="769" y="10"/>
                    <a:pt x="767" y="10"/>
                    <a:pt x="765" y="11"/>
                  </a:cubicBezTo>
                  <a:cubicBezTo>
                    <a:pt x="764" y="11"/>
                    <a:pt x="762" y="11"/>
                    <a:pt x="761" y="11"/>
                  </a:cubicBezTo>
                  <a:cubicBezTo>
                    <a:pt x="757" y="12"/>
                    <a:pt x="753" y="13"/>
                    <a:pt x="749" y="14"/>
                  </a:cubicBezTo>
                  <a:cubicBezTo>
                    <a:pt x="749" y="14"/>
                    <a:pt x="749" y="14"/>
                    <a:pt x="749" y="14"/>
                  </a:cubicBezTo>
                  <a:cubicBezTo>
                    <a:pt x="704" y="24"/>
                    <a:pt x="661" y="48"/>
                    <a:pt x="626" y="84"/>
                  </a:cubicBezTo>
                  <a:cubicBezTo>
                    <a:pt x="492" y="225"/>
                    <a:pt x="618" y="403"/>
                    <a:pt x="618" y="403"/>
                  </a:cubicBezTo>
                  <a:cubicBezTo>
                    <a:pt x="627" y="412"/>
                    <a:pt x="624" y="413"/>
                    <a:pt x="625" y="423"/>
                  </a:cubicBezTo>
                  <a:cubicBezTo>
                    <a:pt x="626" y="428"/>
                    <a:pt x="628" y="434"/>
                    <a:pt x="629" y="438"/>
                  </a:cubicBezTo>
                  <a:cubicBezTo>
                    <a:pt x="629" y="438"/>
                    <a:pt x="640" y="459"/>
                    <a:pt x="634" y="481"/>
                  </a:cubicBezTo>
                  <a:cubicBezTo>
                    <a:pt x="627" y="509"/>
                    <a:pt x="596" y="515"/>
                    <a:pt x="596" y="515"/>
                  </a:cubicBezTo>
                  <a:moveTo>
                    <a:pt x="1090" y="363"/>
                  </a:moveTo>
                  <a:cubicBezTo>
                    <a:pt x="1091" y="364"/>
                    <a:pt x="1091" y="364"/>
                    <a:pt x="1092" y="365"/>
                  </a:cubicBezTo>
                  <a:cubicBezTo>
                    <a:pt x="1091" y="364"/>
                    <a:pt x="1090" y="363"/>
                    <a:pt x="1090" y="363"/>
                  </a:cubicBezTo>
                  <a:cubicBezTo>
                    <a:pt x="1090" y="363"/>
                    <a:pt x="1090" y="363"/>
                    <a:pt x="1090" y="363"/>
                  </a:cubicBezTo>
                  <a:close/>
                  <a:moveTo>
                    <a:pt x="415" y="926"/>
                  </a:moveTo>
                  <a:cubicBezTo>
                    <a:pt x="415" y="924"/>
                    <a:pt x="416" y="922"/>
                    <a:pt x="416" y="921"/>
                  </a:cubicBezTo>
                  <a:cubicBezTo>
                    <a:pt x="417" y="901"/>
                    <a:pt x="416" y="884"/>
                    <a:pt x="411" y="879"/>
                  </a:cubicBezTo>
                  <a:cubicBezTo>
                    <a:pt x="411" y="879"/>
                    <a:pt x="427" y="859"/>
                    <a:pt x="429" y="856"/>
                  </a:cubicBezTo>
                  <a:cubicBezTo>
                    <a:pt x="429" y="856"/>
                    <a:pt x="442" y="839"/>
                    <a:pt x="443" y="839"/>
                  </a:cubicBezTo>
                  <a:cubicBezTo>
                    <a:pt x="445" y="835"/>
                    <a:pt x="452" y="827"/>
                    <a:pt x="452" y="827"/>
                  </a:cubicBezTo>
                  <a:cubicBezTo>
                    <a:pt x="455" y="823"/>
                    <a:pt x="461" y="814"/>
                    <a:pt x="461" y="814"/>
                  </a:cubicBezTo>
                  <a:cubicBezTo>
                    <a:pt x="462" y="812"/>
                    <a:pt x="464" y="810"/>
                    <a:pt x="465" y="809"/>
                  </a:cubicBezTo>
                  <a:cubicBezTo>
                    <a:pt x="464" y="810"/>
                    <a:pt x="444" y="888"/>
                    <a:pt x="444" y="989"/>
                  </a:cubicBezTo>
                  <a:cubicBezTo>
                    <a:pt x="444" y="992"/>
                    <a:pt x="443" y="995"/>
                    <a:pt x="443" y="998"/>
                  </a:cubicBezTo>
                  <a:cubicBezTo>
                    <a:pt x="443" y="1015"/>
                    <a:pt x="446" y="1034"/>
                    <a:pt x="451" y="1051"/>
                  </a:cubicBezTo>
                  <a:cubicBezTo>
                    <a:pt x="451" y="1051"/>
                    <a:pt x="451" y="1051"/>
                    <a:pt x="451" y="1051"/>
                  </a:cubicBezTo>
                  <a:cubicBezTo>
                    <a:pt x="448" y="1050"/>
                    <a:pt x="445" y="1050"/>
                    <a:pt x="445" y="1050"/>
                  </a:cubicBezTo>
                  <a:cubicBezTo>
                    <a:pt x="444" y="1049"/>
                    <a:pt x="441" y="1049"/>
                    <a:pt x="440" y="1049"/>
                  </a:cubicBezTo>
                  <a:cubicBezTo>
                    <a:pt x="440" y="1049"/>
                    <a:pt x="439" y="1049"/>
                    <a:pt x="438" y="1049"/>
                  </a:cubicBezTo>
                  <a:cubicBezTo>
                    <a:pt x="412" y="1009"/>
                    <a:pt x="415" y="926"/>
                    <a:pt x="415" y="926"/>
                  </a:cubicBezTo>
                  <a:close/>
                  <a:moveTo>
                    <a:pt x="462" y="1124"/>
                  </a:moveTo>
                  <a:cubicBezTo>
                    <a:pt x="460" y="1122"/>
                    <a:pt x="459" y="1119"/>
                    <a:pt x="458" y="1117"/>
                  </a:cubicBezTo>
                  <a:cubicBezTo>
                    <a:pt x="461" y="1121"/>
                    <a:pt x="464" y="1125"/>
                    <a:pt x="468" y="1126"/>
                  </a:cubicBezTo>
                  <a:cubicBezTo>
                    <a:pt x="469" y="1126"/>
                    <a:pt x="469" y="1127"/>
                    <a:pt x="470" y="1127"/>
                  </a:cubicBezTo>
                  <a:cubicBezTo>
                    <a:pt x="470" y="1127"/>
                    <a:pt x="470" y="1127"/>
                    <a:pt x="470" y="1127"/>
                  </a:cubicBezTo>
                  <a:cubicBezTo>
                    <a:pt x="470" y="1127"/>
                    <a:pt x="471" y="1127"/>
                    <a:pt x="471" y="1127"/>
                  </a:cubicBezTo>
                  <a:cubicBezTo>
                    <a:pt x="471" y="1127"/>
                    <a:pt x="471" y="1127"/>
                    <a:pt x="472" y="1127"/>
                  </a:cubicBezTo>
                  <a:cubicBezTo>
                    <a:pt x="472" y="1127"/>
                    <a:pt x="472" y="1127"/>
                    <a:pt x="473" y="1127"/>
                  </a:cubicBezTo>
                  <a:cubicBezTo>
                    <a:pt x="473" y="1127"/>
                    <a:pt x="473" y="1127"/>
                    <a:pt x="473" y="1127"/>
                  </a:cubicBezTo>
                  <a:cubicBezTo>
                    <a:pt x="475" y="1127"/>
                    <a:pt x="476" y="1126"/>
                    <a:pt x="477" y="1125"/>
                  </a:cubicBezTo>
                  <a:cubicBezTo>
                    <a:pt x="477" y="1125"/>
                    <a:pt x="477" y="1125"/>
                    <a:pt x="477" y="1125"/>
                  </a:cubicBezTo>
                  <a:cubicBezTo>
                    <a:pt x="478" y="1124"/>
                    <a:pt x="478" y="1124"/>
                    <a:pt x="478" y="1123"/>
                  </a:cubicBezTo>
                  <a:cubicBezTo>
                    <a:pt x="478" y="1123"/>
                    <a:pt x="478" y="1123"/>
                    <a:pt x="478" y="1123"/>
                  </a:cubicBezTo>
                  <a:cubicBezTo>
                    <a:pt x="483" y="1133"/>
                    <a:pt x="488" y="1143"/>
                    <a:pt x="492" y="1152"/>
                  </a:cubicBezTo>
                  <a:cubicBezTo>
                    <a:pt x="479" y="1139"/>
                    <a:pt x="472" y="1129"/>
                    <a:pt x="466" y="1128"/>
                  </a:cubicBezTo>
                  <a:cubicBezTo>
                    <a:pt x="465" y="1127"/>
                    <a:pt x="463" y="1126"/>
                    <a:pt x="462" y="1124"/>
                  </a:cubicBezTo>
                  <a:close/>
                  <a:moveTo>
                    <a:pt x="482" y="1225"/>
                  </a:moveTo>
                  <a:cubicBezTo>
                    <a:pt x="482" y="1225"/>
                    <a:pt x="482" y="1225"/>
                    <a:pt x="482" y="1224"/>
                  </a:cubicBezTo>
                  <a:cubicBezTo>
                    <a:pt x="482" y="1224"/>
                    <a:pt x="482" y="1224"/>
                    <a:pt x="482" y="1224"/>
                  </a:cubicBezTo>
                  <a:cubicBezTo>
                    <a:pt x="485" y="1213"/>
                    <a:pt x="475" y="1210"/>
                    <a:pt x="472" y="1209"/>
                  </a:cubicBezTo>
                  <a:cubicBezTo>
                    <a:pt x="472" y="1209"/>
                    <a:pt x="472" y="1209"/>
                    <a:pt x="472" y="1209"/>
                  </a:cubicBezTo>
                  <a:cubicBezTo>
                    <a:pt x="472" y="1209"/>
                    <a:pt x="472" y="1209"/>
                    <a:pt x="472" y="1209"/>
                  </a:cubicBezTo>
                  <a:cubicBezTo>
                    <a:pt x="472" y="1209"/>
                    <a:pt x="472" y="1209"/>
                    <a:pt x="472" y="1209"/>
                  </a:cubicBezTo>
                  <a:cubicBezTo>
                    <a:pt x="472" y="1209"/>
                    <a:pt x="472" y="1209"/>
                    <a:pt x="472" y="1209"/>
                  </a:cubicBezTo>
                  <a:cubicBezTo>
                    <a:pt x="472" y="1209"/>
                    <a:pt x="472" y="1209"/>
                    <a:pt x="472" y="1209"/>
                  </a:cubicBezTo>
                  <a:cubicBezTo>
                    <a:pt x="472" y="1209"/>
                    <a:pt x="473" y="1209"/>
                    <a:pt x="473" y="1209"/>
                  </a:cubicBezTo>
                  <a:cubicBezTo>
                    <a:pt x="473" y="1209"/>
                    <a:pt x="473" y="1209"/>
                    <a:pt x="473" y="1209"/>
                  </a:cubicBezTo>
                  <a:cubicBezTo>
                    <a:pt x="473" y="1209"/>
                    <a:pt x="474" y="1209"/>
                    <a:pt x="474" y="1209"/>
                  </a:cubicBezTo>
                  <a:cubicBezTo>
                    <a:pt x="474" y="1209"/>
                    <a:pt x="474" y="1209"/>
                    <a:pt x="474" y="1209"/>
                  </a:cubicBezTo>
                  <a:cubicBezTo>
                    <a:pt x="475" y="1209"/>
                    <a:pt x="477" y="1209"/>
                    <a:pt x="478" y="1209"/>
                  </a:cubicBezTo>
                  <a:cubicBezTo>
                    <a:pt x="478" y="1209"/>
                    <a:pt x="478" y="1209"/>
                    <a:pt x="478" y="1209"/>
                  </a:cubicBezTo>
                  <a:cubicBezTo>
                    <a:pt x="479" y="1209"/>
                    <a:pt x="480" y="1209"/>
                    <a:pt x="480" y="1209"/>
                  </a:cubicBezTo>
                  <a:cubicBezTo>
                    <a:pt x="480" y="1209"/>
                    <a:pt x="480" y="1209"/>
                    <a:pt x="480" y="1209"/>
                  </a:cubicBezTo>
                  <a:cubicBezTo>
                    <a:pt x="481" y="1209"/>
                    <a:pt x="481" y="1209"/>
                    <a:pt x="482" y="1209"/>
                  </a:cubicBezTo>
                  <a:cubicBezTo>
                    <a:pt x="482" y="1209"/>
                    <a:pt x="482" y="1209"/>
                    <a:pt x="482" y="1209"/>
                  </a:cubicBezTo>
                  <a:cubicBezTo>
                    <a:pt x="483" y="1209"/>
                    <a:pt x="483" y="1209"/>
                    <a:pt x="484" y="1209"/>
                  </a:cubicBezTo>
                  <a:cubicBezTo>
                    <a:pt x="484" y="1209"/>
                    <a:pt x="484" y="1209"/>
                    <a:pt x="484" y="1209"/>
                  </a:cubicBezTo>
                  <a:cubicBezTo>
                    <a:pt x="485" y="1209"/>
                    <a:pt x="485" y="1209"/>
                    <a:pt x="486" y="1209"/>
                  </a:cubicBezTo>
                  <a:cubicBezTo>
                    <a:pt x="486" y="1209"/>
                    <a:pt x="486" y="1209"/>
                    <a:pt x="486" y="1209"/>
                  </a:cubicBezTo>
                  <a:cubicBezTo>
                    <a:pt x="487" y="1209"/>
                    <a:pt x="488" y="1209"/>
                    <a:pt x="488" y="1209"/>
                  </a:cubicBezTo>
                  <a:cubicBezTo>
                    <a:pt x="488" y="1209"/>
                    <a:pt x="488" y="1209"/>
                    <a:pt x="488" y="1209"/>
                  </a:cubicBezTo>
                  <a:cubicBezTo>
                    <a:pt x="492" y="1209"/>
                    <a:pt x="496" y="1209"/>
                    <a:pt x="499" y="1208"/>
                  </a:cubicBezTo>
                  <a:cubicBezTo>
                    <a:pt x="502" y="1220"/>
                    <a:pt x="507" y="1232"/>
                    <a:pt x="507" y="1232"/>
                  </a:cubicBezTo>
                  <a:cubicBezTo>
                    <a:pt x="507" y="1232"/>
                    <a:pt x="507" y="1232"/>
                    <a:pt x="507" y="1233"/>
                  </a:cubicBezTo>
                  <a:cubicBezTo>
                    <a:pt x="501" y="1231"/>
                    <a:pt x="493" y="1228"/>
                    <a:pt x="482" y="1225"/>
                  </a:cubicBezTo>
                  <a:close/>
                  <a:moveTo>
                    <a:pt x="625" y="1541"/>
                  </a:moveTo>
                  <a:cubicBezTo>
                    <a:pt x="625" y="1541"/>
                    <a:pt x="625" y="1541"/>
                    <a:pt x="625" y="1541"/>
                  </a:cubicBezTo>
                  <a:cubicBezTo>
                    <a:pt x="625" y="1541"/>
                    <a:pt x="625" y="1541"/>
                    <a:pt x="625" y="1541"/>
                  </a:cubicBezTo>
                  <a:close/>
                  <a:moveTo>
                    <a:pt x="631" y="443"/>
                  </a:moveTo>
                  <a:cubicBezTo>
                    <a:pt x="631" y="443"/>
                    <a:pt x="631" y="443"/>
                    <a:pt x="631" y="443"/>
                  </a:cubicBezTo>
                  <a:cubicBezTo>
                    <a:pt x="631" y="443"/>
                    <a:pt x="631" y="443"/>
                    <a:pt x="631" y="443"/>
                  </a:cubicBezTo>
                  <a:cubicBezTo>
                    <a:pt x="631" y="443"/>
                    <a:pt x="631" y="443"/>
                    <a:pt x="631" y="443"/>
                  </a:cubicBezTo>
                  <a:close/>
                  <a:moveTo>
                    <a:pt x="676" y="1569"/>
                  </a:moveTo>
                  <a:cubicBezTo>
                    <a:pt x="676" y="1569"/>
                    <a:pt x="677" y="1569"/>
                    <a:pt x="677" y="1568"/>
                  </a:cubicBezTo>
                  <a:cubicBezTo>
                    <a:pt x="677" y="1568"/>
                    <a:pt x="677" y="1568"/>
                    <a:pt x="677" y="1568"/>
                  </a:cubicBezTo>
                  <a:cubicBezTo>
                    <a:pt x="677" y="1569"/>
                    <a:pt x="677" y="1569"/>
                    <a:pt x="677" y="1570"/>
                  </a:cubicBezTo>
                  <a:lnTo>
                    <a:pt x="676" y="1569"/>
                  </a:lnTo>
                  <a:close/>
                </a:path>
              </a:pathLst>
            </a:custGeom>
            <a:solidFill>
              <a:srgbClr val="B1DF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66585" name="Freeform 5">
              <a:extLst>
                <a:ext uri="{FF2B5EF4-FFF2-40B4-BE49-F238E27FC236}">
                  <a16:creationId xmlns:a16="http://schemas.microsoft.com/office/drawing/2014/main" id="{A2802F29-FC48-48ED-A06C-E1DE38F18A8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574" y="716"/>
              <a:ext cx="1145" cy="2115"/>
            </a:xfrm>
            <a:custGeom>
              <a:avLst/>
              <a:gdLst>
                <a:gd name="T0" fmla="*/ 228 w 1371"/>
                <a:gd name="T1" fmla="*/ 379 h 2533"/>
                <a:gd name="T2" fmla="*/ 184 w 1371"/>
                <a:gd name="T3" fmla="*/ 681 h 2533"/>
                <a:gd name="T4" fmla="*/ 146 w 1371"/>
                <a:gd name="T5" fmla="*/ 675 h 2533"/>
                <a:gd name="T6" fmla="*/ 17 w 1371"/>
                <a:gd name="T7" fmla="*/ 703 h 2533"/>
                <a:gd name="T8" fmla="*/ 138 w 1371"/>
                <a:gd name="T9" fmla="*/ 920 h 2533"/>
                <a:gd name="T10" fmla="*/ 120 w 1371"/>
                <a:gd name="T11" fmla="*/ 983 h 2533"/>
                <a:gd name="T12" fmla="*/ 86 w 1371"/>
                <a:gd name="T13" fmla="*/ 1030 h 2533"/>
                <a:gd name="T14" fmla="*/ 82 w 1371"/>
                <a:gd name="T15" fmla="*/ 1064 h 2533"/>
                <a:gd name="T16" fmla="*/ 134 w 1371"/>
                <a:gd name="T17" fmla="*/ 1057 h 2533"/>
                <a:gd name="T18" fmla="*/ 151 w 1371"/>
                <a:gd name="T19" fmla="*/ 1057 h 2533"/>
                <a:gd name="T20" fmla="*/ 167 w 1371"/>
                <a:gd name="T21" fmla="*/ 1050 h 2533"/>
                <a:gd name="T22" fmla="*/ 220 w 1371"/>
                <a:gd name="T23" fmla="*/ 897 h 2533"/>
                <a:gd name="T24" fmla="*/ 211 w 1371"/>
                <a:gd name="T25" fmla="*/ 884 h 2533"/>
                <a:gd name="T26" fmla="*/ 320 w 1371"/>
                <a:gd name="T27" fmla="*/ 906 h 2533"/>
                <a:gd name="T28" fmla="*/ 339 w 1371"/>
                <a:gd name="T29" fmla="*/ 908 h 2533"/>
                <a:gd name="T30" fmla="*/ 350 w 1371"/>
                <a:gd name="T31" fmla="*/ 908 h 2533"/>
                <a:gd name="T32" fmla="*/ 358 w 1371"/>
                <a:gd name="T33" fmla="*/ 905 h 2533"/>
                <a:gd name="T34" fmla="*/ 380 w 1371"/>
                <a:gd name="T35" fmla="*/ 912 h 2533"/>
                <a:gd name="T36" fmla="*/ 407 w 1371"/>
                <a:gd name="T37" fmla="*/ 959 h 2533"/>
                <a:gd name="T38" fmla="*/ 402 w 1371"/>
                <a:gd name="T39" fmla="*/ 976 h 2533"/>
                <a:gd name="T40" fmla="*/ 398 w 1371"/>
                <a:gd name="T41" fmla="*/ 999 h 2533"/>
                <a:gd name="T42" fmla="*/ 397 w 1371"/>
                <a:gd name="T43" fmla="*/ 1025 h 2533"/>
                <a:gd name="T44" fmla="*/ 400 w 1371"/>
                <a:gd name="T45" fmla="*/ 1045 h 2533"/>
                <a:gd name="T46" fmla="*/ 312 w 1371"/>
                <a:gd name="T47" fmla="*/ 1294 h 2533"/>
                <a:gd name="T48" fmla="*/ 307 w 1371"/>
                <a:gd name="T49" fmla="*/ 1328 h 2533"/>
                <a:gd name="T50" fmla="*/ 306 w 1371"/>
                <a:gd name="T51" fmla="*/ 1332 h 2533"/>
                <a:gd name="T52" fmla="*/ 293 w 1371"/>
                <a:gd name="T53" fmla="*/ 1348 h 2533"/>
                <a:gd name="T54" fmla="*/ 281 w 1371"/>
                <a:gd name="T55" fmla="*/ 1365 h 2533"/>
                <a:gd name="T56" fmla="*/ 276 w 1371"/>
                <a:gd name="T57" fmla="*/ 1379 h 2533"/>
                <a:gd name="T58" fmla="*/ 307 w 1371"/>
                <a:gd name="T59" fmla="*/ 1409 h 2533"/>
                <a:gd name="T60" fmla="*/ 316 w 1371"/>
                <a:gd name="T61" fmla="*/ 1413 h 2533"/>
                <a:gd name="T62" fmla="*/ 330 w 1371"/>
                <a:gd name="T63" fmla="*/ 1465 h 2533"/>
                <a:gd name="T64" fmla="*/ 335 w 1371"/>
                <a:gd name="T65" fmla="*/ 1467 h 2533"/>
                <a:gd name="T66" fmla="*/ 355 w 1371"/>
                <a:gd name="T67" fmla="*/ 1455 h 2533"/>
                <a:gd name="T68" fmla="*/ 507 w 1371"/>
                <a:gd name="T69" fmla="*/ 1081 h 2533"/>
                <a:gd name="T70" fmla="*/ 540 w 1371"/>
                <a:gd name="T71" fmla="*/ 754 h 2533"/>
                <a:gd name="T72" fmla="*/ 540 w 1371"/>
                <a:gd name="T73" fmla="*/ 736 h 2533"/>
                <a:gd name="T74" fmla="*/ 543 w 1371"/>
                <a:gd name="T75" fmla="*/ 723 h 2533"/>
                <a:gd name="T76" fmla="*/ 546 w 1371"/>
                <a:gd name="T77" fmla="*/ 711 h 2533"/>
                <a:gd name="T78" fmla="*/ 586 w 1371"/>
                <a:gd name="T79" fmla="*/ 466 h 2533"/>
                <a:gd name="T80" fmla="*/ 780 w 1371"/>
                <a:gd name="T81" fmla="*/ 224 h 2533"/>
                <a:gd name="T82" fmla="*/ 737 w 1371"/>
                <a:gd name="T83" fmla="*/ 232 h 2533"/>
                <a:gd name="T84" fmla="*/ 727 w 1371"/>
                <a:gd name="T85" fmla="*/ 233 h 2533"/>
                <a:gd name="T86" fmla="*/ 722 w 1371"/>
                <a:gd name="T87" fmla="*/ 235 h 2533"/>
                <a:gd name="T88" fmla="*/ 717 w 1371"/>
                <a:gd name="T89" fmla="*/ 242 h 2533"/>
                <a:gd name="T90" fmla="*/ 714 w 1371"/>
                <a:gd name="T91" fmla="*/ 247 h 2533"/>
                <a:gd name="T92" fmla="*/ 708 w 1371"/>
                <a:gd name="T93" fmla="*/ 252 h 2533"/>
                <a:gd name="T94" fmla="*/ 695 w 1371"/>
                <a:gd name="T95" fmla="*/ 260 h 2533"/>
                <a:gd name="T96" fmla="*/ 687 w 1371"/>
                <a:gd name="T97" fmla="*/ 256 h 2533"/>
                <a:gd name="T98" fmla="*/ 692 w 1371"/>
                <a:gd name="T99" fmla="*/ 379 h 2533"/>
                <a:gd name="T100" fmla="*/ 685 w 1371"/>
                <a:gd name="T101" fmla="*/ 395 h 2533"/>
                <a:gd name="T102" fmla="*/ 631 w 1371"/>
                <a:gd name="T103" fmla="*/ 359 h 2533"/>
                <a:gd name="T104" fmla="*/ 615 w 1371"/>
                <a:gd name="T105" fmla="*/ 345 h 2533"/>
                <a:gd name="T106" fmla="*/ 641 w 1371"/>
                <a:gd name="T107" fmla="*/ 222 h 2533"/>
                <a:gd name="T108" fmla="*/ 443 w 1371"/>
                <a:gd name="T109" fmla="*/ 7 h 2533"/>
                <a:gd name="T110" fmla="*/ 636 w 1371"/>
                <a:gd name="T111" fmla="*/ 213 h 2533"/>
                <a:gd name="T112" fmla="*/ 259 w 1371"/>
                <a:gd name="T113" fmla="*/ 576 h 2533"/>
                <a:gd name="T114" fmla="*/ 274 w 1371"/>
                <a:gd name="T115" fmla="*/ 656 h 2533"/>
                <a:gd name="T116" fmla="*/ 271 w 1371"/>
                <a:gd name="T117" fmla="*/ 657 h 2533"/>
                <a:gd name="T118" fmla="*/ 276 w 1371"/>
                <a:gd name="T119" fmla="*/ 703 h 2533"/>
                <a:gd name="T120" fmla="*/ 281 w 1371"/>
                <a:gd name="T121" fmla="*/ 703 h 2533"/>
                <a:gd name="T122" fmla="*/ 364 w 1371"/>
                <a:gd name="T123" fmla="*/ 898 h 2533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0" t="0" r="r" b="b"/>
              <a:pathLst>
                <a:path w="1371" h="2533">
                  <a:moveTo>
                    <a:pt x="633" y="482"/>
                  </a:moveTo>
                  <a:cubicBezTo>
                    <a:pt x="629" y="497"/>
                    <a:pt x="613" y="509"/>
                    <a:pt x="596" y="515"/>
                  </a:cubicBezTo>
                  <a:cubicBezTo>
                    <a:pt x="596" y="515"/>
                    <a:pt x="596" y="515"/>
                    <a:pt x="596" y="515"/>
                  </a:cubicBezTo>
                  <a:cubicBezTo>
                    <a:pt x="592" y="517"/>
                    <a:pt x="587" y="518"/>
                    <a:pt x="582" y="519"/>
                  </a:cubicBezTo>
                  <a:cubicBezTo>
                    <a:pt x="578" y="519"/>
                    <a:pt x="574" y="519"/>
                    <a:pt x="570" y="519"/>
                  </a:cubicBezTo>
                  <a:cubicBezTo>
                    <a:pt x="566" y="519"/>
                    <a:pt x="562" y="519"/>
                    <a:pt x="558" y="518"/>
                  </a:cubicBezTo>
                  <a:cubicBezTo>
                    <a:pt x="552" y="516"/>
                    <a:pt x="544" y="515"/>
                    <a:pt x="537" y="514"/>
                  </a:cubicBezTo>
                  <a:cubicBezTo>
                    <a:pt x="534" y="514"/>
                    <a:pt x="530" y="514"/>
                    <a:pt x="527" y="514"/>
                  </a:cubicBezTo>
                  <a:cubicBezTo>
                    <a:pt x="503" y="514"/>
                    <a:pt x="478" y="522"/>
                    <a:pt x="462" y="542"/>
                  </a:cubicBezTo>
                  <a:cubicBezTo>
                    <a:pt x="449" y="558"/>
                    <a:pt x="422" y="601"/>
                    <a:pt x="396" y="645"/>
                  </a:cubicBezTo>
                  <a:cubicBezTo>
                    <a:pt x="395" y="647"/>
                    <a:pt x="393" y="650"/>
                    <a:pt x="392" y="652"/>
                  </a:cubicBezTo>
                  <a:cubicBezTo>
                    <a:pt x="371" y="688"/>
                    <a:pt x="352" y="723"/>
                    <a:pt x="343" y="743"/>
                  </a:cubicBezTo>
                  <a:cubicBezTo>
                    <a:pt x="316" y="804"/>
                    <a:pt x="282" y="814"/>
                    <a:pt x="273" y="874"/>
                  </a:cubicBezTo>
                  <a:cubicBezTo>
                    <a:pt x="272" y="881"/>
                    <a:pt x="271" y="889"/>
                    <a:pt x="271" y="897"/>
                  </a:cubicBezTo>
                  <a:cubicBezTo>
                    <a:pt x="268" y="954"/>
                    <a:pt x="284" y="1023"/>
                    <a:pt x="320" y="1095"/>
                  </a:cubicBezTo>
                  <a:cubicBezTo>
                    <a:pt x="321" y="1097"/>
                    <a:pt x="322" y="1099"/>
                    <a:pt x="323" y="1101"/>
                  </a:cubicBezTo>
                  <a:cubicBezTo>
                    <a:pt x="329" y="1113"/>
                    <a:pt x="331" y="1119"/>
                    <a:pt x="325" y="1131"/>
                  </a:cubicBezTo>
                  <a:cubicBezTo>
                    <a:pt x="320" y="1142"/>
                    <a:pt x="316" y="1149"/>
                    <a:pt x="315" y="1157"/>
                  </a:cubicBezTo>
                  <a:cubicBezTo>
                    <a:pt x="315" y="1160"/>
                    <a:pt x="315" y="1162"/>
                    <a:pt x="316" y="1166"/>
                  </a:cubicBezTo>
                  <a:cubicBezTo>
                    <a:pt x="316" y="1166"/>
                    <a:pt x="316" y="1167"/>
                    <a:pt x="316" y="1168"/>
                  </a:cubicBezTo>
                  <a:cubicBezTo>
                    <a:pt x="316" y="1168"/>
                    <a:pt x="316" y="1169"/>
                    <a:pt x="316" y="1169"/>
                  </a:cubicBezTo>
                  <a:cubicBezTo>
                    <a:pt x="316" y="1170"/>
                    <a:pt x="316" y="1170"/>
                    <a:pt x="316" y="1170"/>
                  </a:cubicBezTo>
                  <a:cubicBezTo>
                    <a:pt x="316" y="1171"/>
                    <a:pt x="316" y="1172"/>
                    <a:pt x="316" y="1172"/>
                  </a:cubicBezTo>
                  <a:cubicBezTo>
                    <a:pt x="316" y="1172"/>
                    <a:pt x="316" y="1173"/>
                    <a:pt x="316" y="1173"/>
                  </a:cubicBezTo>
                  <a:cubicBezTo>
                    <a:pt x="315" y="1173"/>
                    <a:pt x="315" y="1174"/>
                    <a:pt x="315" y="1175"/>
                  </a:cubicBezTo>
                  <a:cubicBezTo>
                    <a:pt x="315" y="1175"/>
                    <a:pt x="315" y="1175"/>
                    <a:pt x="315" y="1175"/>
                  </a:cubicBezTo>
                  <a:cubicBezTo>
                    <a:pt x="315" y="1175"/>
                    <a:pt x="315" y="1175"/>
                    <a:pt x="315" y="1175"/>
                  </a:cubicBezTo>
                  <a:cubicBezTo>
                    <a:pt x="315" y="1175"/>
                    <a:pt x="315" y="1175"/>
                    <a:pt x="315" y="1175"/>
                  </a:cubicBezTo>
                  <a:cubicBezTo>
                    <a:pt x="307" y="1173"/>
                    <a:pt x="300" y="1171"/>
                    <a:pt x="293" y="1169"/>
                  </a:cubicBezTo>
                  <a:cubicBezTo>
                    <a:pt x="293" y="1169"/>
                    <a:pt x="293" y="1169"/>
                    <a:pt x="293" y="1169"/>
                  </a:cubicBezTo>
                  <a:cubicBezTo>
                    <a:pt x="285" y="1168"/>
                    <a:pt x="278" y="1166"/>
                    <a:pt x="271" y="1164"/>
                  </a:cubicBezTo>
                  <a:cubicBezTo>
                    <a:pt x="271" y="1164"/>
                    <a:pt x="270" y="1164"/>
                    <a:pt x="270" y="1164"/>
                  </a:cubicBezTo>
                  <a:cubicBezTo>
                    <a:pt x="263" y="1162"/>
                    <a:pt x="256" y="1161"/>
                    <a:pt x="250" y="1160"/>
                  </a:cubicBezTo>
                  <a:cubicBezTo>
                    <a:pt x="249" y="1159"/>
                    <a:pt x="248" y="1159"/>
                    <a:pt x="247" y="1159"/>
                  </a:cubicBezTo>
                  <a:cubicBezTo>
                    <a:pt x="241" y="1158"/>
                    <a:pt x="234" y="1156"/>
                    <a:pt x="228" y="1155"/>
                  </a:cubicBezTo>
                  <a:cubicBezTo>
                    <a:pt x="227" y="1155"/>
                    <a:pt x="225" y="1155"/>
                    <a:pt x="224" y="1154"/>
                  </a:cubicBezTo>
                  <a:cubicBezTo>
                    <a:pt x="218" y="1153"/>
                    <a:pt x="212" y="1152"/>
                    <a:pt x="207" y="1151"/>
                  </a:cubicBezTo>
                  <a:cubicBezTo>
                    <a:pt x="205" y="1151"/>
                    <a:pt x="203" y="1151"/>
                    <a:pt x="201" y="1150"/>
                  </a:cubicBezTo>
                  <a:cubicBezTo>
                    <a:pt x="196" y="1150"/>
                    <a:pt x="190" y="1149"/>
                    <a:pt x="185" y="1148"/>
                  </a:cubicBezTo>
                  <a:cubicBezTo>
                    <a:pt x="183" y="1148"/>
                    <a:pt x="181" y="1147"/>
                    <a:pt x="179" y="1147"/>
                  </a:cubicBezTo>
                  <a:cubicBezTo>
                    <a:pt x="174" y="1146"/>
                    <a:pt x="169" y="1146"/>
                    <a:pt x="164" y="1145"/>
                  </a:cubicBezTo>
                  <a:cubicBezTo>
                    <a:pt x="162" y="1145"/>
                    <a:pt x="160" y="1145"/>
                    <a:pt x="157" y="1144"/>
                  </a:cubicBezTo>
                  <a:cubicBezTo>
                    <a:pt x="150" y="1144"/>
                    <a:pt x="143" y="1143"/>
                    <a:pt x="137" y="1143"/>
                  </a:cubicBezTo>
                  <a:cubicBezTo>
                    <a:pt x="93" y="1139"/>
                    <a:pt x="45" y="1168"/>
                    <a:pt x="29" y="1209"/>
                  </a:cubicBezTo>
                  <a:cubicBezTo>
                    <a:pt x="14" y="1250"/>
                    <a:pt x="0" y="1317"/>
                    <a:pt x="33" y="1362"/>
                  </a:cubicBezTo>
                  <a:cubicBezTo>
                    <a:pt x="66" y="1406"/>
                    <a:pt x="167" y="1526"/>
                    <a:pt x="217" y="1562"/>
                  </a:cubicBezTo>
                  <a:cubicBezTo>
                    <a:pt x="219" y="1563"/>
                    <a:pt x="220" y="1564"/>
                    <a:pt x="221" y="1565"/>
                  </a:cubicBezTo>
                  <a:cubicBezTo>
                    <a:pt x="222" y="1566"/>
                    <a:pt x="222" y="1566"/>
                    <a:pt x="223" y="1566"/>
                  </a:cubicBezTo>
                  <a:cubicBezTo>
                    <a:pt x="224" y="1567"/>
                    <a:pt x="225" y="1568"/>
                    <a:pt x="226" y="1569"/>
                  </a:cubicBezTo>
                  <a:cubicBezTo>
                    <a:pt x="226" y="1569"/>
                    <a:pt x="226" y="1570"/>
                    <a:pt x="227" y="1570"/>
                  </a:cubicBezTo>
                  <a:cubicBezTo>
                    <a:pt x="228" y="1571"/>
                    <a:pt x="228" y="1572"/>
                    <a:pt x="229" y="1573"/>
                  </a:cubicBezTo>
                  <a:cubicBezTo>
                    <a:pt x="230" y="1573"/>
                    <a:pt x="230" y="1573"/>
                    <a:pt x="230" y="1574"/>
                  </a:cubicBezTo>
                  <a:cubicBezTo>
                    <a:pt x="231" y="1575"/>
                    <a:pt x="232" y="1576"/>
                    <a:pt x="233" y="1577"/>
                  </a:cubicBezTo>
                  <a:cubicBezTo>
                    <a:pt x="233" y="1577"/>
                    <a:pt x="233" y="1577"/>
                    <a:pt x="233" y="1578"/>
                  </a:cubicBezTo>
                  <a:cubicBezTo>
                    <a:pt x="234" y="1579"/>
                    <a:pt x="235" y="1580"/>
                    <a:pt x="236" y="1581"/>
                  </a:cubicBezTo>
                  <a:cubicBezTo>
                    <a:pt x="236" y="1581"/>
                    <a:pt x="236" y="1581"/>
                    <a:pt x="236" y="1581"/>
                  </a:cubicBezTo>
                  <a:cubicBezTo>
                    <a:pt x="245" y="1594"/>
                    <a:pt x="250" y="1605"/>
                    <a:pt x="255" y="1606"/>
                  </a:cubicBezTo>
                  <a:cubicBezTo>
                    <a:pt x="255" y="1606"/>
                    <a:pt x="255" y="1606"/>
                    <a:pt x="255" y="1606"/>
                  </a:cubicBezTo>
                  <a:cubicBezTo>
                    <a:pt x="255" y="1606"/>
                    <a:pt x="255" y="1607"/>
                    <a:pt x="255" y="1607"/>
                  </a:cubicBezTo>
                  <a:cubicBezTo>
                    <a:pt x="256" y="1606"/>
                    <a:pt x="256" y="1606"/>
                    <a:pt x="256" y="1606"/>
                  </a:cubicBezTo>
                  <a:cubicBezTo>
                    <a:pt x="256" y="1606"/>
                    <a:pt x="256" y="1606"/>
                    <a:pt x="256" y="1606"/>
                  </a:cubicBezTo>
                  <a:cubicBezTo>
                    <a:pt x="256" y="1606"/>
                    <a:pt x="256" y="1606"/>
                    <a:pt x="257" y="1606"/>
                  </a:cubicBezTo>
                  <a:cubicBezTo>
                    <a:pt x="257" y="1606"/>
                    <a:pt x="258" y="1606"/>
                    <a:pt x="258" y="1606"/>
                  </a:cubicBezTo>
                  <a:cubicBezTo>
                    <a:pt x="258" y="1606"/>
                    <a:pt x="253" y="1615"/>
                    <a:pt x="260" y="1620"/>
                  </a:cubicBezTo>
                  <a:cubicBezTo>
                    <a:pt x="260" y="1620"/>
                    <a:pt x="257" y="1629"/>
                    <a:pt x="259" y="1635"/>
                  </a:cubicBezTo>
                  <a:cubicBezTo>
                    <a:pt x="261" y="1641"/>
                    <a:pt x="223" y="1673"/>
                    <a:pt x="207" y="1689"/>
                  </a:cubicBezTo>
                  <a:cubicBezTo>
                    <a:pt x="191" y="1705"/>
                    <a:pt x="162" y="1719"/>
                    <a:pt x="155" y="1748"/>
                  </a:cubicBezTo>
                  <a:cubicBezTo>
                    <a:pt x="155" y="1749"/>
                    <a:pt x="155" y="1751"/>
                    <a:pt x="154" y="1752"/>
                  </a:cubicBezTo>
                  <a:cubicBezTo>
                    <a:pt x="154" y="1753"/>
                    <a:pt x="154" y="1753"/>
                    <a:pt x="154" y="1753"/>
                  </a:cubicBezTo>
                  <a:cubicBezTo>
                    <a:pt x="154" y="1754"/>
                    <a:pt x="153" y="1756"/>
                    <a:pt x="153" y="1757"/>
                  </a:cubicBezTo>
                  <a:cubicBezTo>
                    <a:pt x="153" y="1757"/>
                    <a:pt x="152" y="1758"/>
                    <a:pt x="152" y="1758"/>
                  </a:cubicBezTo>
                  <a:cubicBezTo>
                    <a:pt x="152" y="1759"/>
                    <a:pt x="151" y="1760"/>
                    <a:pt x="151" y="1762"/>
                  </a:cubicBezTo>
                  <a:cubicBezTo>
                    <a:pt x="151" y="1762"/>
                    <a:pt x="151" y="1762"/>
                    <a:pt x="151" y="1762"/>
                  </a:cubicBezTo>
                  <a:cubicBezTo>
                    <a:pt x="150" y="1763"/>
                    <a:pt x="149" y="1765"/>
                    <a:pt x="149" y="1766"/>
                  </a:cubicBezTo>
                  <a:cubicBezTo>
                    <a:pt x="149" y="1766"/>
                    <a:pt x="149" y="1766"/>
                    <a:pt x="149" y="1766"/>
                  </a:cubicBezTo>
                  <a:cubicBezTo>
                    <a:pt x="148" y="1768"/>
                    <a:pt x="147" y="1769"/>
                    <a:pt x="147" y="1770"/>
                  </a:cubicBezTo>
                  <a:cubicBezTo>
                    <a:pt x="147" y="1770"/>
                    <a:pt x="147" y="1770"/>
                    <a:pt x="147" y="1770"/>
                  </a:cubicBezTo>
                  <a:cubicBezTo>
                    <a:pt x="146" y="1771"/>
                    <a:pt x="146" y="1772"/>
                    <a:pt x="145" y="1773"/>
                  </a:cubicBezTo>
                  <a:cubicBezTo>
                    <a:pt x="145" y="1774"/>
                    <a:pt x="144" y="1774"/>
                    <a:pt x="144" y="1775"/>
                  </a:cubicBezTo>
                  <a:cubicBezTo>
                    <a:pt x="144" y="1775"/>
                    <a:pt x="144" y="1776"/>
                    <a:pt x="143" y="1776"/>
                  </a:cubicBezTo>
                  <a:cubicBezTo>
                    <a:pt x="139" y="1783"/>
                    <a:pt x="136" y="1789"/>
                    <a:pt x="136" y="1793"/>
                  </a:cubicBezTo>
                  <a:cubicBezTo>
                    <a:pt x="136" y="1793"/>
                    <a:pt x="136" y="1793"/>
                    <a:pt x="136" y="1793"/>
                  </a:cubicBezTo>
                  <a:cubicBezTo>
                    <a:pt x="136" y="1793"/>
                    <a:pt x="136" y="1794"/>
                    <a:pt x="137" y="1795"/>
                  </a:cubicBezTo>
                  <a:cubicBezTo>
                    <a:pt x="137" y="1795"/>
                    <a:pt x="137" y="1795"/>
                    <a:pt x="137" y="1795"/>
                  </a:cubicBezTo>
                  <a:cubicBezTo>
                    <a:pt x="137" y="1795"/>
                    <a:pt x="137" y="1796"/>
                    <a:pt x="138" y="1796"/>
                  </a:cubicBezTo>
                  <a:cubicBezTo>
                    <a:pt x="138" y="1796"/>
                    <a:pt x="138" y="1796"/>
                    <a:pt x="138" y="1796"/>
                  </a:cubicBezTo>
                  <a:cubicBezTo>
                    <a:pt x="138" y="1797"/>
                    <a:pt x="138" y="1797"/>
                    <a:pt x="139" y="1797"/>
                  </a:cubicBezTo>
                  <a:cubicBezTo>
                    <a:pt x="133" y="1806"/>
                    <a:pt x="126" y="1823"/>
                    <a:pt x="140" y="1828"/>
                  </a:cubicBezTo>
                  <a:cubicBezTo>
                    <a:pt x="144" y="1829"/>
                    <a:pt x="148" y="1830"/>
                    <a:pt x="151" y="1829"/>
                  </a:cubicBezTo>
                  <a:cubicBezTo>
                    <a:pt x="154" y="1829"/>
                    <a:pt x="156" y="1828"/>
                    <a:pt x="158" y="1827"/>
                  </a:cubicBezTo>
                  <a:cubicBezTo>
                    <a:pt x="157" y="1830"/>
                    <a:pt x="156" y="1840"/>
                    <a:pt x="168" y="1842"/>
                  </a:cubicBezTo>
                  <a:cubicBezTo>
                    <a:pt x="170" y="1842"/>
                    <a:pt x="172" y="1842"/>
                    <a:pt x="174" y="1842"/>
                  </a:cubicBezTo>
                  <a:cubicBezTo>
                    <a:pt x="182" y="1841"/>
                    <a:pt x="186" y="1835"/>
                    <a:pt x="187" y="1833"/>
                  </a:cubicBezTo>
                  <a:cubicBezTo>
                    <a:pt x="188" y="1835"/>
                    <a:pt x="191" y="1840"/>
                    <a:pt x="197" y="1840"/>
                  </a:cubicBezTo>
                  <a:cubicBezTo>
                    <a:pt x="198" y="1840"/>
                    <a:pt x="199" y="1840"/>
                    <a:pt x="200" y="1840"/>
                  </a:cubicBezTo>
                  <a:cubicBezTo>
                    <a:pt x="205" y="1839"/>
                    <a:pt x="207" y="1836"/>
                    <a:pt x="208" y="1835"/>
                  </a:cubicBezTo>
                  <a:cubicBezTo>
                    <a:pt x="210" y="1836"/>
                    <a:pt x="215" y="1841"/>
                    <a:pt x="223" y="1840"/>
                  </a:cubicBezTo>
                  <a:cubicBezTo>
                    <a:pt x="224" y="1840"/>
                    <a:pt x="224" y="1840"/>
                    <a:pt x="225" y="1840"/>
                  </a:cubicBezTo>
                  <a:cubicBezTo>
                    <a:pt x="235" y="1839"/>
                    <a:pt x="236" y="1831"/>
                    <a:pt x="230" y="1816"/>
                  </a:cubicBezTo>
                  <a:cubicBezTo>
                    <a:pt x="230" y="1816"/>
                    <a:pt x="230" y="1816"/>
                    <a:pt x="230" y="1816"/>
                  </a:cubicBezTo>
                  <a:cubicBezTo>
                    <a:pt x="231" y="1816"/>
                    <a:pt x="233" y="1817"/>
                    <a:pt x="234" y="1817"/>
                  </a:cubicBezTo>
                  <a:cubicBezTo>
                    <a:pt x="234" y="1817"/>
                    <a:pt x="234" y="1817"/>
                    <a:pt x="234" y="1817"/>
                  </a:cubicBezTo>
                  <a:cubicBezTo>
                    <a:pt x="237" y="1817"/>
                    <a:pt x="240" y="1817"/>
                    <a:pt x="244" y="1817"/>
                  </a:cubicBezTo>
                  <a:cubicBezTo>
                    <a:pt x="244" y="1817"/>
                    <a:pt x="245" y="1817"/>
                    <a:pt x="245" y="1817"/>
                  </a:cubicBezTo>
                  <a:cubicBezTo>
                    <a:pt x="246" y="1817"/>
                    <a:pt x="247" y="1817"/>
                    <a:pt x="248" y="1817"/>
                  </a:cubicBezTo>
                  <a:cubicBezTo>
                    <a:pt x="248" y="1817"/>
                    <a:pt x="249" y="1817"/>
                    <a:pt x="250" y="1817"/>
                  </a:cubicBezTo>
                  <a:cubicBezTo>
                    <a:pt x="250" y="1817"/>
                    <a:pt x="251" y="1817"/>
                    <a:pt x="252" y="1817"/>
                  </a:cubicBezTo>
                  <a:cubicBezTo>
                    <a:pt x="253" y="1817"/>
                    <a:pt x="254" y="1817"/>
                    <a:pt x="255" y="1817"/>
                  </a:cubicBezTo>
                  <a:cubicBezTo>
                    <a:pt x="255" y="1817"/>
                    <a:pt x="256" y="1816"/>
                    <a:pt x="257" y="1816"/>
                  </a:cubicBezTo>
                  <a:cubicBezTo>
                    <a:pt x="258" y="1816"/>
                    <a:pt x="259" y="1816"/>
                    <a:pt x="260" y="1816"/>
                  </a:cubicBezTo>
                  <a:cubicBezTo>
                    <a:pt x="261" y="1816"/>
                    <a:pt x="262" y="1815"/>
                    <a:pt x="262" y="1815"/>
                  </a:cubicBezTo>
                  <a:cubicBezTo>
                    <a:pt x="263" y="1815"/>
                    <a:pt x="264" y="1815"/>
                    <a:pt x="265" y="1814"/>
                  </a:cubicBezTo>
                  <a:cubicBezTo>
                    <a:pt x="266" y="1814"/>
                    <a:pt x="266" y="1814"/>
                    <a:pt x="267" y="1814"/>
                  </a:cubicBezTo>
                  <a:cubicBezTo>
                    <a:pt x="268" y="1814"/>
                    <a:pt x="269" y="1813"/>
                    <a:pt x="270" y="1813"/>
                  </a:cubicBezTo>
                  <a:cubicBezTo>
                    <a:pt x="271" y="1813"/>
                    <a:pt x="271" y="1812"/>
                    <a:pt x="271" y="1812"/>
                  </a:cubicBezTo>
                  <a:cubicBezTo>
                    <a:pt x="273" y="1812"/>
                    <a:pt x="275" y="1811"/>
                    <a:pt x="276" y="1810"/>
                  </a:cubicBezTo>
                  <a:cubicBezTo>
                    <a:pt x="276" y="1810"/>
                    <a:pt x="277" y="1810"/>
                    <a:pt x="277" y="1809"/>
                  </a:cubicBezTo>
                  <a:cubicBezTo>
                    <a:pt x="278" y="1809"/>
                    <a:pt x="280" y="1808"/>
                    <a:pt x="281" y="1807"/>
                  </a:cubicBezTo>
                  <a:cubicBezTo>
                    <a:pt x="281" y="1807"/>
                    <a:pt x="282" y="1807"/>
                    <a:pt x="283" y="1806"/>
                  </a:cubicBezTo>
                  <a:cubicBezTo>
                    <a:pt x="284" y="1806"/>
                    <a:pt x="285" y="1805"/>
                    <a:pt x="286" y="1804"/>
                  </a:cubicBezTo>
                  <a:cubicBezTo>
                    <a:pt x="286" y="1804"/>
                    <a:pt x="287" y="1804"/>
                    <a:pt x="287" y="1803"/>
                  </a:cubicBezTo>
                  <a:cubicBezTo>
                    <a:pt x="289" y="1802"/>
                    <a:pt x="291" y="1801"/>
                    <a:pt x="292" y="1799"/>
                  </a:cubicBezTo>
                  <a:cubicBezTo>
                    <a:pt x="322" y="1776"/>
                    <a:pt x="389" y="1729"/>
                    <a:pt x="416" y="1719"/>
                  </a:cubicBezTo>
                  <a:cubicBezTo>
                    <a:pt x="420" y="1717"/>
                    <a:pt x="425" y="1714"/>
                    <a:pt x="430" y="1711"/>
                  </a:cubicBezTo>
                  <a:cubicBezTo>
                    <a:pt x="450" y="1699"/>
                    <a:pt x="473" y="1676"/>
                    <a:pt x="478" y="1652"/>
                  </a:cubicBezTo>
                  <a:cubicBezTo>
                    <a:pt x="479" y="1650"/>
                    <a:pt x="479" y="1647"/>
                    <a:pt x="480" y="1645"/>
                  </a:cubicBezTo>
                  <a:cubicBezTo>
                    <a:pt x="480" y="1635"/>
                    <a:pt x="478" y="1626"/>
                    <a:pt x="471" y="1618"/>
                  </a:cubicBezTo>
                  <a:cubicBezTo>
                    <a:pt x="463" y="1608"/>
                    <a:pt x="455" y="1601"/>
                    <a:pt x="448" y="1594"/>
                  </a:cubicBezTo>
                  <a:cubicBezTo>
                    <a:pt x="429" y="1579"/>
                    <a:pt x="412" y="1571"/>
                    <a:pt x="393" y="1555"/>
                  </a:cubicBezTo>
                  <a:cubicBezTo>
                    <a:pt x="389" y="1552"/>
                    <a:pt x="385" y="1549"/>
                    <a:pt x="382" y="1545"/>
                  </a:cubicBezTo>
                  <a:cubicBezTo>
                    <a:pt x="381" y="1544"/>
                    <a:pt x="380" y="1543"/>
                    <a:pt x="379" y="1542"/>
                  </a:cubicBezTo>
                  <a:cubicBezTo>
                    <a:pt x="378" y="1541"/>
                    <a:pt x="378" y="1541"/>
                    <a:pt x="378" y="1540"/>
                  </a:cubicBezTo>
                  <a:cubicBezTo>
                    <a:pt x="377" y="1540"/>
                    <a:pt x="377" y="1539"/>
                    <a:pt x="376" y="1538"/>
                  </a:cubicBezTo>
                  <a:cubicBezTo>
                    <a:pt x="376" y="1538"/>
                    <a:pt x="375" y="1537"/>
                    <a:pt x="375" y="1537"/>
                  </a:cubicBezTo>
                  <a:cubicBezTo>
                    <a:pt x="374" y="1536"/>
                    <a:pt x="374" y="1535"/>
                    <a:pt x="373" y="1535"/>
                  </a:cubicBezTo>
                  <a:cubicBezTo>
                    <a:pt x="373" y="1534"/>
                    <a:pt x="373" y="1534"/>
                    <a:pt x="372" y="1533"/>
                  </a:cubicBezTo>
                  <a:cubicBezTo>
                    <a:pt x="372" y="1533"/>
                    <a:pt x="371" y="1532"/>
                    <a:pt x="371" y="1531"/>
                  </a:cubicBezTo>
                  <a:cubicBezTo>
                    <a:pt x="370" y="1531"/>
                    <a:pt x="370" y="1530"/>
                    <a:pt x="370" y="1530"/>
                  </a:cubicBezTo>
                  <a:cubicBezTo>
                    <a:pt x="369" y="1529"/>
                    <a:pt x="368" y="1528"/>
                    <a:pt x="368" y="1527"/>
                  </a:cubicBezTo>
                  <a:cubicBezTo>
                    <a:pt x="368" y="1527"/>
                    <a:pt x="367" y="1526"/>
                    <a:pt x="367" y="1526"/>
                  </a:cubicBezTo>
                  <a:cubicBezTo>
                    <a:pt x="366" y="1525"/>
                    <a:pt x="366" y="1524"/>
                    <a:pt x="365" y="1523"/>
                  </a:cubicBezTo>
                  <a:cubicBezTo>
                    <a:pt x="365" y="1523"/>
                    <a:pt x="365" y="1522"/>
                    <a:pt x="365" y="1522"/>
                  </a:cubicBezTo>
                  <a:cubicBezTo>
                    <a:pt x="364" y="1521"/>
                    <a:pt x="363" y="1520"/>
                    <a:pt x="363" y="1519"/>
                  </a:cubicBezTo>
                  <a:cubicBezTo>
                    <a:pt x="362" y="1518"/>
                    <a:pt x="362" y="1518"/>
                    <a:pt x="362" y="1518"/>
                  </a:cubicBezTo>
                  <a:cubicBezTo>
                    <a:pt x="361" y="1517"/>
                    <a:pt x="361" y="1515"/>
                    <a:pt x="360" y="1514"/>
                  </a:cubicBezTo>
                  <a:cubicBezTo>
                    <a:pt x="360" y="1514"/>
                    <a:pt x="360" y="1514"/>
                    <a:pt x="360" y="1514"/>
                  </a:cubicBezTo>
                  <a:cubicBezTo>
                    <a:pt x="339" y="1479"/>
                    <a:pt x="321" y="1431"/>
                    <a:pt x="293" y="1400"/>
                  </a:cubicBezTo>
                  <a:cubicBezTo>
                    <a:pt x="293" y="1400"/>
                    <a:pt x="293" y="1400"/>
                    <a:pt x="293" y="1400"/>
                  </a:cubicBezTo>
                  <a:cubicBezTo>
                    <a:pt x="294" y="1400"/>
                    <a:pt x="294" y="1400"/>
                    <a:pt x="294" y="1400"/>
                  </a:cubicBezTo>
                  <a:cubicBezTo>
                    <a:pt x="293" y="1399"/>
                    <a:pt x="293" y="1399"/>
                    <a:pt x="292" y="1398"/>
                  </a:cubicBezTo>
                  <a:cubicBezTo>
                    <a:pt x="292" y="1398"/>
                    <a:pt x="292" y="1398"/>
                    <a:pt x="292" y="1398"/>
                  </a:cubicBezTo>
                  <a:cubicBezTo>
                    <a:pt x="292" y="1398"/>
                    <a:pt x="374" y="1469"/>
                    <a:pt x="413" y="1473"/>
                  </a:cubicBezTo>
                  <a:cubicBezTo>
                    <a:pt x="452" y="1476"/>
                    <a:pt x="496" y="1552"/>
                    <a:pt x="544" y="1556"/>
                  </a:cubicBezTo>
                  <a:cubicBezTo>
                    <a:pt x="545" y="1556"/>
                    <a:pt x="547" y="1556"/>
                    <a:pt x="548" y="1556"/>
                  </a:cubicBezTo>
                  <a:cubicBezTo>
                    <a:pt x="549" y="1556"/>
                    <a:pt x="549" y="1556"/>
                    <a:pt x="549" y="1557"/>
                  </a:cubicBezTo>
                  <a:cubicBezTo>
                    <a:pt x="550" y="1557"/>
                    <a:pt x="551" y="1557"/>
                    <a:pt x="552" y="1557"/>
                  </a:cubicBezTo>
                  <a:cubicBezTo>
                    <a:pt x="553" y="1557"/>
                    <a:pt x="553" y="1557"/>
                    <a:pt x="553" y="1557"/>
                  </a:cubicBezTo>
                  <a:cubicBezTo>
                    <a:pt x="554" y="1557"/>
                    <a:pt x="555" y="1557"/>
                    <a:pt x="556" y="1557"/>
                  </a:cubicBezTo>
                  <a:cubicBezTo>
                    <a:pt x="557" y="1557"/>
                    <a:pt x="557" y="1557"/>
                    <a:pt x="557" y="1558"/>
                  </a:cubicBezTo>
                  <a:cubicBezTo>
                    <a:pt x="564" y="1558"/>
                    <a:pt x="570" y="1559"/>
                    <a:pt x="575" y="1560"/>
                  </a:cubicBezTo>
                  <a:cubicBezTo>
                    <a:pt x="575" y="1560"/>
                    <a:pt x="576" y="1560"/>
                    <a:pt x="576" y="1560"/>
                  </a:cubicBezTo>
                  <a:cubicBezTo>
                    <a:pt x="577" y="1560"/>
                    <a:pt x="577" y="1560"/>
                    <a:pt x="578" y="1561"/>
                  </a:cubicBezTo>
                  <a:cubicBezTo>
                    <a:pt x="578" y="1561"/>
                    <a:pt x="579" y="1561"/>
                    <a:pt x="579" y="1561"/>
                  </a:cubicBezTo>
                  <a:cubicBezTo>
                    <a:pt x="580" y="1561"/>
                    <a:pt x="580" y="1561"/>
                    <a:pt x="581" y="1561"/>
                  </a:cubicBezTo>
                  <a:cubicBezTo>
                    <a:pt x="582" y="1561"/>
                    <a:pt x="582" y="1561"/>
                    <a:pt x="582" y="1561"/>
                  </a:cubicBezTo>
                  <a:cubicBezTo>
                    <a:pt x="583" y="1561"/>
                    <a:pt x="584" y="1561"/>
                    <a:pt x="584" y="1561"/>
                  </a:cubicBezTo>
                  <a:cubicBezTo>
                    <a:pt x="585" y="1561"/>
                    <a:pt x="585" y="1561"/>
                    <a:pt x="586" y="1561"/>
                  </a:cubicBezTo>
                  <a:cubicBezTo>
                    <a:pt x="587" y="1561"/>
                    <a:pt x="587" y="1562"/>
                    <a:pt x="588" y="1562"/>
                  </a:cubicBezTo>
                  <a:cubicBezTo>
                    <a:pt x="589" y="1562"/>
                    <a:pt x="589" y="1562"/>
                    <a:pt x="590" y="1562"/>
                  </a:cubicBezTo>
                  <a:cubicBezTo>
                    <a:pt x="590" y="1562"/>
                    <a:pt x="591" y="1562"/>
                    <a:pt x="591" y="1562"/>
                  </a:cubicBezTo>
                  <a:cubicBezTo>
                    <a:pt x="592" y="1562"/>
                    <a:pt x="592" y="1562"/>
                    <a:pt x="593" y="1562"/>
                  </a:cubicBezTo>
                  <a:cubicBezTo>
                    <a:pt x="593" y="1562"/>
                    <a:pt x="594" y="1562"/>
                    <a:pt x="594" y="1562"/>
                  </a:cubicBezTo>
                  <a:cubicBezTo>
                    <a:pt x="595" y="1562"/>
                    <a:pt x="595" y="1561"/>
                    <a:pt x="596" y="1561"/>
                  </a:cubicBezTo>
                  <a:cubicBezTo>
                    <a:pt x="596" y="1561"/>
                    <a:pt x="597" y="1561"/>
                    <a:pt x="597" y="1561"/>
                  </a:cubicBezTo>
                  <a:cubicBezTo>
                    <a:pt x="598" y="1561"/>
                    <a:pt x="599" y="1561"/>
                    <a:pt x="599" y="1561"/>
                  </a:cubicBezTo>
                  <a:cubicBezTo>
                    <a:pt x="600" y="1561"/>
                    <a:pt x="600" y="1561"/>
                    <a:pt x="601" y="1561"/>
                  </a:cubicBezTo>
                  <a:cubicBezTo>
                    <a:pt x="601" y="1561"/>
                    <a:pt x="602" y="1561"/>
                    <a:pt x="602" y="1560"/>
                  </a:cubicBezTo>
                  <a:cubicBezTo>
                    <a:pt x="603" y="1560"/>
                    <a:pt x="603" y="1560"/>
                    <a:pt x="603" y="1560"/>
                  </a:cubicBezTo>
                  <a:cubicBezTo>
                    <a:pt x="604" y="1560"/>
                    <a:pt x="604" y="1560"/>
                    <a:pt x="605" y="1560"/>
                  </a:cubicBezTo>
                  <a:cubicBezTo>
                    <a:pt x="605" y="1560"/>
                    <a:pt x="606" y="1559"/>
                    <a:pt x="606" y="1559"/>
                  </a:cubicBezTo>
                  <a:cubicBezTo>
                    <a:pt x="606" y="1559"/>
                    <a:pt x="607" y="1559"/>
                    <a:pt x="607" y="1559"/>
                  </a:cubicBezTo>
                  <a:cubicBezTo>
                    <a:pt x="608" y="1558"/>
                    <a:pt x="609" y="1558"/>
                    <a:pt x="609" y="1558"/>
                  </a:cubicBezTo>
                  <a:cubicBezTo>
                    <a:pt x="610" y="1558"/>
                    <a:pt x="610" y="1557"/>
                    <a:pt x="611" y="1557"/>
                  </a:cubicBezTo>
                  <a:cubicBezTo>
                    <a:pt x="611" y="1557"/>
                    <a:pt x="611" y="1557"/>
                    <a:pt x="612" y="1556"/>
                  </a:cubicBezTo>
                  <a:cubicBezTo>
                    <a:pt x="612" y="1556"/>
                    <a:pt x="612" y="1556"/>
                    <a:pt x="613" y="1556"/>
                  </a:cubicBezTo>
                  <a:cubicBezTo>
                    <a:pt x="613" y="1555"/>
                    <a:pt x="614" y="1555"/>
                    <a:pt x="614" y="1555"/>
                  </a:cubicBezTo>
                  <a:cubicBezTo>
                    <a:pt x="614" y="1554"/>
                    <a:pt x="615" y="1554"/>
                    <a:pt x="615" y="1554"/>
                  </a:cubicBezTo>
                  <a:cubicBezTo>
                    <a:pt x="615" y="1553"/>
                    <a:pt x="616" y="1553"/>
                    <a:pt x="616" y="1553"/>
                  </a:cubicBezTo>
                  <a:cubicBezTo>
                    <a:pt x="617" y="1552"/>
                    <a:pt x="617" y="1552"/>
                    <a:pt x="618" y="1551"/>
                  </a:cubicBezTo>
                  <a:cubicBezTo>
                    <a:pt x="618" y="1551"/>
                    <a:pt x="619" y="1550"/>
                    <a:pt x="619" y="1550"/>
                  </a:cubicBezTo>
                  <a:cubicBezTo>
                    <a:pt x="619" y="1549"/>
                    <a:pt x="620" y="1549"/>
                    <a:pt x="620" y="1548"/>
                  </a:cubicBezTo>
                  <a:cubicBezTo>
                    <a:pt x="621" y="1548"/>
                    <a:pt x="621" y="1548"/>
                    <a:pt x="621" y="1547"/>
                  </a:cubicBezTo>
                  <a:cubicBezTo>
                    <a:pt x="622" y="1547"/>
                    <a:pt x="622" y="1546"/>
                    <a:pt x="622" y="1546"/>
                  </a:cubicBezTo>
                  <a:cubicBezTo>
                    <a:pt x="622" y="1545"/>
                    <a:pt x="623" y="1545"/>
                    <a:pt x="623" y="1544"/>
                  </a:cubicBezTo>
                  <a:cubicBezTo>
                    <a:pt x="623" y="1544"/>
                    <a:pt x="624" y="1543"/>
                    <a:pt x="624" y="1542"/>
                  </a:cubicBezTo>
                  <a:cubicBezTo>
                    <a:pt x="624" y="1542"/>
                    <a:pt x="625" y="1542"/>
                    <a:pt x="625" y="1541"/>
                  </a:cubicBezTo>
                  <a:cubicBezTo>
                    <a:pt x="626" y="1542"/>
                    <a:pt x="626" y="1543"/>
                    <a:pt x="627" y="1544"/>
                  </a:cubicBezTo>
                  <a:cubicBezTo>
                    <a:pt x="634" y="1555"/>
                    <a:pt x="641" y="1561"/>
                    <a:pt x="653" y="1566"/>
                  </a:cubicBezTo>
                  <a:cubicBezTo>
                    <a:pt x="660" y="1570"/>
                    <a:pt x="669" y="1574"/>
                    <a:pt x="677" y="1570"/>
                  </a:cubicBezTo>
                  <a:cubicBezTo>
                    <a:pt x="678" y="1574"/>
                    <a:pt x="678" y="1578"/>
                    <a:pt x="678" y="1583"/>
                  </a:cubicBezTo>
                  <a:cubicBezTo>
                    <a:pt x="678" y="1584"/>
                    <a:pt x="679" y="1585"/>
                    <a:pt x="679" y="1586"/>
                  </a:cubicBezTo>
                  <a:cubicBezTo>
                    <a:pt x="679" y="1586"/>
                    <a:pt x="679" y="1586"/>
                    <a:pt x="679" y="1587"/>
                  </a:cubicBezTo>
                  <a:cubicBezTo>
                    <a:pt x="679" y="1588"/>
                    <a:pt x="679" y="1590"/>
                    <a:pt x="679" y="1591"/>
                  </a:cubicBezTo>
                  <a:cubicBezTo>
                    <a:pt x="679" y="1591"/>
                    <a:pt x="679" y="1591"/>
                    <a:pt x="679" y="1591"/>
                  </a:cubicBezTo>
                  <a:cubicBezTo>
                    <a:pt x="679" y="1593"/>
                    <a:pt x="680" y="1595"/>
                    <a:pt x="680" y="1596"/>
                  </a:cubicBezTo>
                  <a:cubicBezTo>
                    <a:pt x="680" y="1596"/>
                    <a:pt x="680" y="1596"/>
                    <a:pt x="680" y="1596"/>
                  </a:cubicBezTo>
                  <a:cubicBezTo>
                    <a:pt x="682" y="1613"/>
                    <a:pt x="686" y="1630"/>
                    <a:pt x="697" y="1645"/>
                  </a:cubicBezTo>
                  <a:cubicBezTo>
                    <a:pt x="697" y="1646"/>
                    <a:pt x="698" y="1647"/>
                    <a:pt x="698" y="1647"/>
                  </a:cubicBezTo>
                  <a:cubicBezTo>
                    <a:pt x="698" y="1647"/>
                    <a:pt x="698" y="1647"/>
                    <a:pt x="698" y="1647"/>
                  </a:cubicBezTo>
                  <a:cubicBezTo>
                    <a:pt x="698" y="1648"/>
                    <a:pt x="697" y="1648"/>
                    <a:pt x="697" y="1648"/>
                  </a:cubicBezTo>
                  <a:cubicBezTo>
                    <a:pt x="696" y="1651"/>
                    <a:pt x="696" y="1653"/>
                    <a:pt x="695" y="1656"/>
                  </a:cubicBezTo>
                  <a:cubicBezTo>
                    <a:pt x="695" y="1656"/>
                    <a:pt x="695" y="1657"/>
                    <a:pt x="695" y="1657"/>
                  </a:cubicBezTo>
                  <a:cubicBezTo>
                    <a:pt x="695" y="1658"/>
                    <a:pt x="695" y="1658"/>
                    <a:pt x="694" y="1659"/>
                  </a:cubicBezTo>
                  <a:cubicBezTo>
                    <a:pt x="694" y="1659"/>
                    <a:pt x="694" y="1660"/>
                    <a:pt x="694" y="1660"/>
                  </a:cubicBezTo>
                  <a:cubicBezTo>
                    <a:pt x="694" y="1661"/>
                    <a:pt x="694" y="1661"/>
                    <a:pt x="694" y="1662"/>
                  </a:cubicBezTo>
                  <a:cubicBezTo>
                    <a:pt x="693" y="1663"/>
                    <a:pt x="693" y="1663"/>
                    <a:pt x="693" y="1664"/>
                  </a:cubicBezTo>
                  <a:cubicBezTo>
                    <a:pt x="693" y="1664"/>
                    <a:pt x="693" y="1665"/>
                    <a:pt x="693" y="1666"/>
                  </a:cubicBezTo>
                  <a:cubicBezTo>
                    <a:pt x="693" y="1667"/>
                    <a:pt x="692" y="1667"/>
                    <a:pt x="692" y="1667"/>
                  </a:cubicBezTo>
                  <a:cubicBezTo>
                    <a:pt x="692" y="1670"/>
                    <a:pt x="691" y="1673"/>
                    <a:pt x="690" y="1676"/>
                  </a:cubicBezTo>
                  <a:cubicBezTo>
                    <a:pt x="690" y="1676"/>
                    <a:pt x="690" y="1677"/>
                    <a:pt x="690" y="1677"/>
                  </a:cubicBezTo>
                  <a:cubicBezTo>
                    <a:pt x="690" y="1678"/>
                    <a:pt x="690" y="1680"/>
                    <a:pt x="689" y="1681"/>
                  </a:cubicBezTo>
                  <a:cubicBezTo>
                    <a:pt x="689" y="1681"/>
                    <a:pt x="689" y="1682"/>
                    <a:pt x="689" y="1682"/>
                  </a:cubicBezTo>
                  <a:cubicBezTo>
                    <a:pt x="689" y="1684"/>
                    <a:pt x="688" y="1685"/>
                    <a:pt x="688" y="1686"/>
                  </a:cubicBezTo>
                  <a:cubicBezTo>
                    <a:pt x="688" y="1687"/>
                    <a:pt x="688" y="1687"/>
                    <a:pt x="688" y="1687"/>
                  </a:cubicBezTo>
                  <a:cubicBezTo>
                    <a:pt x="688" y="1689"/>
                    <a:pt x="687" y="1691"/>
                    <a:pt x="687" y="1692"/>
                  </a:cubicBezTo>
                  <a:cubicBezTo>
                    <a:pt x="687" y="1693"/>
                    <a:pt x="687" y="1693"/>
                    <a:pt x="687" y="1693"/>
                  </a:cubicBezTo>
                  <a:cubicBezTo>
                    <a:pt x="686" y="1696"/>
                    <a:pt x="686" y="1700"/>
                    <a:pt x="685" y="1704"/>
                  </a:cubicBezTo>
                  <a:cubicBezTo>
                    <a:pt x="685" y="1705"/>
                    <a:pt x="685" y="1705"/>
                    <a:pt x="685" y="1705"/>
                  </a:cubicBezTo>
                  <a:cubicBezTo>
                    <a:pt x="685" y="1707"/>
                    <a:pt x="684" y="1709"/>
                    <a:pt x="684" y="1710"/>
                  </a:cubicBezTo>
                  <a:cubicBezTo>
                    <a:pt x="684" y="1711"/>
                    <a:pt x="684" y="1711"/>
                    <a:pt x="684" y="1712"/>
                  </a:cubicBezTo>
                  <a:cubicBezTo>
                    <a:pt x="684" y="1713"/>
                    <a:pt x="684" y="1715"/>
                    <a:pt x="683" y="1717"/>
                  </a:cubicBezTo>
                  <a:cubicBezTo>
                    <a:pt x="683" y="1717"/>
                    <a:pt x="683" y="1717"/>
                    <a:pt x="683" y="1718"/>
                  </a:cubicBezTo>
                  <a:cubicBezTo>
                    <a:pt x="683" y="1722"/>
                    <a:pt x="682" y="1726"/>
                    <a:pt x="682" y="1730"/>
                  </a:cubicBezTo>
                  <a:cubicBezTo>
                    <a:pt x="682" y="1731"/>
                    <a:pt x="682" y="1731"/>
                    <a:pt x="682" y="1732"/>
                  </a:cubicBezTo>
                  <a:cubicBezTo>
                    <a:pt x="682" y="1733"/>
                    <a:pt x="682" y="1735"/>
                    <a:pt x="682" y="1737"/>
                  </a:cubicBezTo>
                  <a:cubicBezTo>
                    <a:pt x="682" y="1737"/>
                    <a:pt x="682" y="1738"/>
                    <a:pt x="682" y="1738"/>
                  </a:cubicBezTo>
                  <a:cubicBezTo>
                    <a:pt x="681" y="1740"/>
                    <a:pt x="681" y="1742"/>
                    <a:pt x="681" y="1743"/>
                  </a:cubicBezTo>
                  <a:cubicBezTo>
                    <a:pt x="681" y="1744"/>
                    <a:pt x="681" y="1744"/>
                    <a:pt x="681" y="1745"/>
                  </a:cubicBezTo>
                  <a:cubicBezTo>
                    <a:pt x="681" y="1747"/>
                    <a:pt x="681" y="1749"/>
                    <a:pt x="681" y="1751"/>
                  </a:cubicBezTo>
                  <a:cubicBezTo>
                    <a:pt x="681" y="1751"/>
                    <a:pt x="681" y="1751"/>
                    <a:pt x="681" y="1751"/>
                  </a:cubicBezTo>
                  <a:cubicBezTo>
                    <a:pt x="681" y="1754"/>
                    <a:pt x="681" y="1756"/>
                    <a:pt x="681" y="1758"/>
                  </a:cubicBezTo>
                  <a:cubicBezTo>
                    <a:pt x="681" y="1758"/>
                    <a:pt x="681" y="1759"/>
                    <a:pt x="681" y="1759"/>
                  </a:cubicBezTo>
                  <a:cubicBezTo>
                    <a:pt x="681" y="1761"/>
                    <a:pt x="681" y="1763"/>
                    <a:pt x="681" y="1764"/>
                  </a:cubicBezTo>
                  <a:cubicBezTo>
                    <a:pt x="681" y="1765"/>
                    <a:pt x="681" y="1766"/>
                    <a:pt x="681" y="1766"/>
                  </a:cubicBezTo>
                  <a:cubicBezTo>
                    <a:pt x="682" y="1768"/>
                    <a:pt x="682" y="1769"/>
                    <a:pt x="682" y="1771"/>
                  </a:cubicBezTo>
                  <a:cubicBezTo>
                    <a:pt x="682" y="1771"/>
                    <a:pt x="682" y="1772"/>
                    <a:pt x="682" y="1773"/>
                  </a:cubicBezTo>
                  <a:cubicBezTo>
                    <a:pt x="682" y="1774"/>
                    <a:pt x="682" y="1776"/>
                    <a:pt x="682" y="1777"/>
                  </a:cubicBezTo>
                  <a:cubicBezTo>
                    <a:pt x="682" y="1778"/>
                    <a:pt x="683" y="1778"/>
                    <a:pt x="683" y="1779"/>
                  </a:cubicBezTo>
                  <a:cubicBezTo>
                    <a:pt x="683" y="1781"/>
                    <a:pt x="683" y="1783"/>
                    <a:pt x="683" y="1785"/>
                  </a:cubicBezTo>
                  <a:cubicBezTo>
                    <a:pt x="684" y="1785"/>
                    <a:pt x="684" y="1786"/>
                    <a:pt x="684" y="1786"/>
                  </a:cubicBezTo>
                  <a:cubicBezTo>
                    <a:pt x="684" y="1788"/>
                    <a:pt x="684" y="1789"/>
                    <a:pt x="685" y="1791"/>
                  </a:cubicBezTo>
                  <a:cubicBezTo>
                    <a:pt x="685" y="1792"/>
                    <a:pt x="685" y="1792"/>
                    <a:pt x="685" y="1793"/>
                  </a:cubicBezTo>
                  <a:cubicBezTo>
                    <a:pt x="685" y="1794"/>
                    <a:pt x="686" y="1796"/>
                    <a:pt x="686" y="1797"/>
                  </a:cubicBezTo>
                  <a:cubicBezTo>
                    <a:pt x="686" y="1797"/>
                    <a:pt x="686" y="1798"/>
                    <a:pt x="686" y="1799"/>
                  </a:cubicBezTo>
                  <a:cubicBezTo>
                    <a:pt x="687" y="1800"/>
                    <a:pt x="687" y="1801"/>
                    <a:pt x="688" y="1803"/>
                  </a:cubicBezTo>
                  <a:cubicBezTo>
                    <a:pt x="688" y="1803"/>
                    <a:pt x="688" y="1804"/>
                    <a:pt x="688" y="1805"/>
                  </a:cubicBezTo>
                  <a:cubicBezTo>
                    <a:pt x="689" y="1806"/>
                    <a:pt x="689" y="1808"/>
                    <a:pt x="690" y="1810"/>
                  </a:cubicBezTo>
                  <a:cubicBezTo>
                    <a:pt x="714" y="1872"/>
                    <a:pt x="692" y="1868"/>
                    <a:pt x="674" y="1928"/>
                  </a:cubicBezTo>
                  <a:cubicBezTo>
                    <a:pt x="656" y="1988"/>
                    <a:pt x="660" y="2024"/>
                    <a:pt x="650" y="2056"/>
                  </a:cubicBezTo>
                  <a:cubicBezTo>
                    <a:pt x="640" y="2088"/>
                    <a:pt x="614" y="2131"/>
                    <a:pt x="606" y="2137"/>
                  </a:cubicBezTo>
                  <a:cubicBezTo>
                    <a:pt x="605" y="2138"/>
                    <a:pt x="604" y="2139"/>
                    <a:pt x="603" y="2140"/>
                  </a:cubicBezTo>
                  <a:cubicBezTo>
                    <a:pt x="598" y="2145"/>
                    <a:pt x="600" y="2150"/>
                    <a:pt x="593" y="2164"/>
                  </a:cubicBezTo>
                  <a:cubicBezTo>
                    <a:pt x="576" y="2196"/>
                    <a:pt x="544" y="2186"/>
                    <a:pt x="538" y="2216"/>
                  </a:cubicBezTo>
                  <a:cubicBezTo>
                    <a:pt x="537" y="2218"/>
                    <a:pt x="537" y="2221"/>
                    <a:pt x="536" y="2223"/>
                  </a:cubicBezTo>
                  <a:cubicBezTo>
                    <a:pt x="536" y="2224"/>
                    <a:pt x="536" y="2224"/>
                    <a:pt x="536" y="2225"/>
                  </a:cubicBezTo>
                  <a:cubicBezTo>
                    <a:pt x="536" y="2227"/>
                    <a:pt x="536" y="2229"/>
                    <a:pt x="535" y="2231"/>
                  </a:cubicBezTo>
                  <a:cubicBezTo>
                    <a:pt x="535" y="2231"/>
                    <a:pt x="535" y="2231"/>
                    <a:pt x="535" y="2232"/>
                  </a:cubicBezTo>
                  <a:cubicBezTo>
                    <a:pt x="535" y="2234"/>
                    <a:pt x="535" y="2236"/>
                    <a:pt x="535" y="2238"/>
                  </a:cubicBezTo>
                  <a:cubicBezTo>
                    <a:pt x="535" y="2239"/>
                    <a:pt x="535" y="2240"/>
                    <a:pt x="535" y="2241"/>
                  </a:cubicBezTo>
                  <a:cubicBezTo>
                    <a:pt x="535" y="2242"/>
                    <a:pt x="535" y="2243"/>
                    <a:pt x="535" y="2244"/>
                  </a:cubicBezTo>
                  <a:cubicBezTo>
                    <a:pt x="534" y="2252"/>
                    <a:pt x="535" y="2259"/>
                    <a:pt x="534" y="2265"/>
                  </a:cubicBezTo>
                  <a:cubicBezTo>
                    <a:pt x="534" y="2265"/>
                    <a:pt x="534" y="2265"/>
                    <a:pt x="534" y="2265"/>
                  </a:cubicBezTo>
                  <a:cubicBezTo>
                    <a:pt x="534" y="2267"/>
                    <a:pt x="533" y="2269"/>
                    <a:pt x="533" y="2271"/>
                  </a:cubicBezTo>
                  <a:cubicBezTo>
                    <a:pt x="523" y="2288"/>
                    <a:pt x="523" y="2288"/>
                    <a:pt x="523" y="2288"/>
                  </a:cubicBezTo>
                  <a:cubicBezTo>
                    <a:pt x="525" y="2286"/>
                    <a:pt x="526" y="2284"/>
                    <a:pt x="528" y="2282"/>
                  </a:cubicBezTo>
                  <a:cubicBezTo>
                    <a:pt x="529" y="2280"/>
                    <a:pt x="531" y="2277"/>
                    <a:pt x="532" y="2275"/>
                  </a:cubicBezTo>
                  <a:cubicBezTo>
                    <a:pt x="532" y="2275"/>
                    <a:pt x="532" y="2275"/>
                    <a:pt x="532" y="2275"/>
                  </a:cubicBezTo>
                  <a:cubicBezTo>
                    <a:pt x="532" y="2276"/>
                    <a:pt x="532" y="2276"/>
                    <a:pt x="531" y="2277"/>
                  </a:cubicBezTo>
                  <a:cubicBezTo>
                    <a:pt x="531" y="2277"/>
                    <a:pt x="531" y="2278"/>
                    <a:pt x="531" y="2278"/>
                  </a:cubicBezTo>
                  <a:cubicBezTo>
                    <a:pt x="531" y="2279"/>
                    <a:pt x="530" y="2279"/>
                    <a:pt x="530" y="2280"/>
                  </a:cubicBezTo>
                  <a:cubicBezTo>
                    <a:pt x="530" y="2280"/>
                    <a:pt x="530" y="2281"/>
                    <a:pt x="529" y="2281"/>
                  </a:cubicBezTo>
                  <a:cubicBezTo>
                    <a:pt x="529" y="2282"/>
                    <a:pt x="529" y="2282"/>
                    <a:pt x="529" y="2283"/>
                  </a:cubicBezTo>
                  <a:cubicBezTo>
                    <a:pt x="528" y="2284"/>
                    <a:pt x="528" y="2285"/>
                    <a:pt x="527" y="2285"/>
                  </a:cubicBezTo>
                  <a:cubicBezTo>
                    <a:pt x="526" y="2286"/>
                    <a:pt x="526" y="2286"/>
                    <a:pt x="526" y="2287"/>
                  </a:cubicBezTo>
                  <a:cubicBezTo>
                    <a:pt x="525" y="2288"/>
                    <a:pt x="525" y="2288"/>
                    <a:pt x="525" y="2288"/>
                  </a:cubicBezTo>
                  <a:cubicBezTo>
                    <a:pt x="525" y="2288"/>
                    <a:pt x="525" y="2288"/>
                    <a:pt x="525" y="2288"/>
                  </a:cubicBezTo>
                  <a:cubicBezTo>
                    <a:pt x="525" y="2288"/>
                    <a:pt x="525" y="2288"/>
                    <a:pt x="524" y="2288"/>
                  </a:cubicBezTo>
                  <a:cubicBezTo>
                    <a:pt x="523" y="2290"/>
                    <a:pt x="521" y="2293"/>
                    <a:pt x="519" y="2295"/>
                  </a:cubicBezTo>
                  <a:cubicBezTo>
                    <a:pt x="523" y="2288"/>
                    <a:pt x="523" y="2288"/>
                    <a:pt x="523" y="2288"/>
                  </a:cubicBezTo>
                  <a:cubicBezTo>
                    <a:pt x="521" y="2291"/>
                    <a:pt x="519" y="2294"/>
                    <a:pt x="518" y="2296"/>
                  </a:cubicBezTo>
                  <a:cubicBezTo>
                    <a:pt x="517" y="2298"/>
                    <a:pt x="515" y="2300"/>
                    <a:pt x="514" y="2302"/>
                  </a:cubicBezTo>
                  <a:cubicBezTo>
                    <a:pt x="513" y="2302"/>
                    <a:pt x="513" y="2303"/>
                    <a:pt x="512" y="2303"/>
                  </a:cubicBezTo>
                  <a:cubicBezTo>
                    <a:pt x="512" y="2304"/>
                    <a:pt x="511" y="2305"/>
                    <a:pt x="511" y="2305"/>
                  </a:cubicBezTo>
                  <a:cubicBezTo>
                    <a:pt x="510" y="2306"/>
                    <a:pt x="509" y="2307"/>
                    <a:pt x="508" y="2309"/>
                  </a:cubicBezTo>
                  <a:cubicBezTo>
                    <a:pt x="508" y="2309"/>
                    <a:pt x="507" y="2310"/>
                    <a:pt x="507" y="2310"/>
                  </a:cubicBezTo>
                  <a:cubicBezTo>
                    <a:pt x="506" y="2311"/>
                    <a:pt x="505" y="2312"/>
                    <a:pt x="504" y="2313"/>
                  </a:cubicBezTo>
                  <a:cubicBezTo>
                    <a:pt x="504" y="2314"/>
                    <a:pt x="504" y="2314"/>
                    <a:pt x="503" y="2315"/>
                  </a:cubicBezTo>
                  <a:cubicBezTo>
                    <a:pt x="502" y="2316"/>
                    <a:pt x="501" y="2317"/>
                    <a:pt x="501" y="2318"/>
                  </a:cubicBezTo>
                  <a:cubicBezTo>
                    <a:pt x="500" y="2319"/>
                    <a:pt x="500" y="2319"/>
                    <a:pt x="500" y="2320"/>
                  </a:cubicBezTo>
                  <a:cubicBezTo>
                    <a:pt x="499" y="2321"/>
                    <a:pt x="497" y="2322"/>
                    <a:pt x="496" y="2324"/>
                  </a:cubicBezTo>
                  <a:cubicBezTo>
                    <a:pt x="496" y="2324"/>
                    <a:pt x="496" y="2325"/>
                    <a:pt x="496" y="2325"/>
                  </a:cubicBezTo>
                  <a:cubicBezTo>
                    <a:pt x="495" y="2326"/>
                    <a:pt x="494" y="2328"/>
                    <a:pt x="493" y="2329"/>
                  </a:cubicBezTo>
                  <a:cubicBezTo>
                    <a:pt x="492" y="2329"/>
                    <a:pt x="492" y="2330"/>
                    <a:pt x="492" y="2330"/>
                  </a:cubicBezTo>
                  <a:cubicBezTo>
                    <a:pt x="491" y="2331"/>
                    <a:pt x="490" y="2333"/>
                    <a:pt x="489" y="2334"/>
                  </a:cubicBezTo>
                  <a:cubicBezTo>
                    <a:pt x="489" y="2334"/>
                    <a:pt x="489" y="2335"/>
                    <a:pt x="488" y="2335"/>
                  </a:cubicBezTo>
                  <a:cubicBezTo>
                    <a:pt x="488" y="2336"/>
                    <a:pt x="487" y="2338"/>
                    <a:pt x="486" y="2339"/>
                  </a:cubicBezTo>
                  <a:cubicBezTo>
                    <a:pt x="485" y="2340"/>
                    <a:pt x="485" y="2340"/>
                    <a:pt x="485" y="2340"/>
                  </a:cubicBezTo>
                  <a:cubicBezTo>
                    <a:pt x="484" y="2342"/>
                    <a:pt x="483" y="2343"/>
                    <a:pt x="482" y="2345"/>
                  </a:cubicBezTo>
                  <a:cubicBezTo>
                    <a:pt x="482" y="2345"/>
                    <a:pt x="482" y="2345"/>
                    <a:pt x="482" y="2345"/>
                  </a:cubicBezTo>
                  <a:cubicBezTo>
                    <a:pt x="481" y="2347"/>
                    <a:pt x="481" y="2348"/>
                    <a:pt x="480" y="2349"/>
                  </a:cubicBezTo>
                  <a:cubicBezTo>
                    <a:pt x="480" y="2350"/>
                    <a:pt x="480" y="2350"/>
                    <a:pt x="479" y="2350"/>
                  </a:cubicBezTo>
                  <a:cubicBezTo>
                    <a:pt x="479" y="2352"/>
                    <a:pt x="478" y="2353"/>
                    <a:pt x="478" y="2354"/>
                  </a:cubicBezTo>
                  <a:cubicBezTo>
                    <a:pt x="477" y="2355"/>
                    <a:pt x="477" y="2355"/>
                    <a:pt x="477" y="2355"/>
                  </a:cubicBezTo>
                  <a:cubicBezTo>
                    <a:pt x="477" y="2357"/>
                    <a:pt x="476" y="2358"/>
                    <a:pt x="476" y="2359"/>
                  </a:cubicBezTo>
                  <a:cubicBezTo>
                    <a:pt x="476" y="2360"/>
                    <a:pt x="476" y="2360"/>
                    <a:pt x="475" y="2360"/>
                  </a:cubicBezTo>
                  <a:cubicBezTo>
                    <a:pt x="475" y="2361"/>
                    <a:pt x="475" y="2362"/>
                    <a:pt x="474" y="2363"/>
                  </a:cubicBezTo>
                  <a:cubicBezTo>
                    <a:pt x="474" y="2364"/>
                    <a:pt x="474" y="2364"/>
                    <a:pt x="474" y="2364"/>
                  </a:cubicBezTo>
                  <a:cubicBezTo>
                    <a:pt x="474" y="2365"/>
                    <a:pt x="474" y="2367"/>
                    <a:pt x="474" y="2368"/>
                  </a:cubicBezTo>
                  <a:cubicBezTo>
                    <a:pt x="474" y="2368"/>
                    <a:pt x="474" y="2368"/>
                    <a:pt x="474" y="2368"/>
                  </a:cubicBezTo>
                  <a:cubicBezTo>
                    <a:pt x="474" y="2370"/>
                    <a:pt x="474" y="2371"/>
                    <a:pt x="474" y="2372"/>
                  </a:cubicBezTo>
                  <a:cubicBezTo>
                    <a:pt x="476" y="2395"/>
                    <a:pt x="460" y="2403"/>
                    <a:pt x="477" y="2428"/>
                  </a:cubicBezTo>
                  <a:cubicBezTo>
                    <a:pt x="494" y="2453"/>
                    <a:pt x="511" y="2453"/>
                    <a:pt x="522" y="2433"/>
                  </a:cubicBezTo>
                  <a:cubicBezTo>
                    <a:pt x="523" y="2432"/>
                    <a:pt x="523" y="2431"/>
                    <a:pt x="524" y="2430"/>
                  </a:cubicBezTo>
                  <a:cubicBezTo>
                    <a:pt x="524" y="2429"/>
                    <a:pt x="524" y="2429"/>
                    <a:pt x="524" y="2429"/>
                  </a:cubicBezTo>
                  <a:cubicBezTo>
                    <a:pt x="525" y="2428"/>
                    <a:pt x="525" y="2427"/>
                    <a:pt x="526" y="2427"/>
                  </a:cubicBezTo>
                  <a:cubicBezTo>
                    <a:pt x="526" y="2426"/>
                    <a:pt x="526" y="2426"/>
                    <a:pt x="526" y="2426"/>
                  </a:cubicBezTo>
                  <a:cubicBezTo>
                    <a:pt x="526" y="2425"/>
                    <a:pt x="527" y="2424"/>
                    <a:pt x="527" y="2424"/>
                  </a:cubicBezTo>
                  <a:cubicBezTo>
                    <a:pt x="527" y="2424"/>
                    <a:pt x="527" y="2424"/>
                    <a:pt x="527" y="2424"/>
                  </a:cubicBezTo>
                  <a:cubicBezTo>
                    <a:pt x="528" y="2423"/>
                    <a:pt x="528" y="2422"/>
                    <a:pt x="528" y="2422"/>
                  </a:cubicBezTo>
                  <a:cubicBezTo>
                    <a:pt x="528" y="2422"/>
                    <a:pt x="528" y="2422"/>
                    <a:pt x="528" y="2422"/>
                  </a:cubicBezTo>
                  <a:cubicBezTo>
                    <a:pt x="530" y="2420"/>
                    <a:pt x="531" y="2418"/>
                    <a:pt x="532" y="2417"/>
                  </a:cubicBezTo>
                  <a:cubicBezTo>
                    <a:pt x="532" y="2417"/>
                    <a:pt x="533" y="2417"/>
                    <a:pt x="533" y="2418"/>
                  </a:cubicBezTo>
                  <a:cubicBezTo>
                    <a:pt x="534" y="2418"/>
                    <a:pt x="534" y="2418"/>
                    <a:pt x="534" y="2418"/>
                  </a:cubicBezTo>
                  <a:cubicBezTo>
                    <a:pt x="534" y="2418"/>
                    <a:pt x="535" y="2419"/>
                    <a:pt x="535" y="2419"/>
                  </a:cubicBezTo>
                  <a:cubicBezTo>
                    <a:pt x="535" y="2419"/>
                    <a:pt x="536" y="2419"/>
                    <a:pt x="536" y="2420"/>
                  </a:cubicBezTo>
                  <a:cubicBezTo>
                    <a:pt x="536" y="2420"/>
                    <a:pt x="537" y="2420"/>
                    <a:pt x="537" y="2421"/>
                  </a:cubicBezTo>
                  <a:cubicBezTo>
                    <a:pt x="538" y="2421"/>
                    <a:pt x="538" y="2421"/>
                    <a:pt x="538" y="2422"/>
                  </a:cubicBezTo>
                  <a:cubicBezTo>
                    <a:pt x="539" y="2422"/>
                    <a:pt x="539" y="2423"/>
                    <a:pt x="540" y="2424"/>
                  </a:cubicBezTo>
                  <a:cubicBezTo>
                    <a:pt x="540" y="2424"/>
                    <a:pt x="540" y="2424"/>
                    <a:pt x="540" y="2424"/>
                  </a:cubicBezTo>
                  <a:cubicBezTo>
                    <a:pt x="541" y="2425"/>
                    <a:pt x="542" y="2426"/>
                    <a:pt x="542" y="2427"/>
                  </a:cubicBezTo>
                  <a:cubicBezTo>
                    <a:pt x="542" y="2427"/>
                    <a:pt x="542" y="2427"/>
                    <a:pt x="542" y="2427"/>
                  </a:cubicBezTo>
                  <a:cubicBezTo>
                    <a:pt x="543" y="2428"/>
                    <a:pt x="544" y="2429"/>
                    <a:pt x="544" y="2430"/>
                  </a:cubicBezTo>
                  <a:cubicBezTo>
                    <a:pt x="544" y="2430"/>
                    <a:pt x="544" y="2430"/>
                    <a:pt x="544" y="2431"/>
                  </a:cubicBezTo>
                  <a:cubicBezTo>
                    <a:pt x="545" y="2432"/>
                    <a:pt x="545" y="2433"/>
                    <a:pt x="546" y="2434"/>
                  </a:cubicBezTo>
                  <a:cubicBezTo>
                    <a:pt x="546" y="2434"/>
                    <a:pt x="546" y="2434"/>
                    <a:pt x="546" y="2435"/>
                  </a:cubicBezTo>
                  <a:cubicBezTo>
                    <a:pt x="546" y="2436"/>
                    <a:pt x="547" y="2437"/>
                    <a:pt x="547" y="2438"/>
                  </a:cubicBezTo>
                  <a:cubicBezTo>
                    <a:pt x="548" y="2445"/>
                    <a:pt x="548" y="2449"/>
                    <a:pt x="548" y="2453"/>
                  </a:cubicBezTo>
                  <a:cubicBezTo>
                    <a:pt x="548" y="2456"/>
                    <a:pt x="548" y="2460"/>
                    <a:pt x="545" y="2465"/>
                  </a:cubicBezTo>
                  <a:cubicBezTo>
                    <a:pt x="540" y="2476"/>
                    <a:pt x="535" y="2498"/>
                    <a:pt x="560" y="2497"/>
                  </a:cubicBezTo>
                  <a:cubicBezTo>
                    <a:pt x="560" y="2497"/>
                    <a:pt x="552" y="2509"/>
                    <a:pt x="563" y="2516"/>
                  </a:cubicBezTo>
                  <a:cubicBezTo>
                    <a:pt x="563" y="2516"/>
                    <a:pt x="564" y="2517"/>
                    <a:pt x="565" y="2517"/>
                  </a:cubicBezTo>
                  <a:cubicBezTo>
                    <a:pt x="565" y="2517"/>
                    <a:pt x="565" y="2517"/>
                    <a:pt x="566" y="2517"/>
                  </a:cubicBezTo>
                  <a:cubicBezTo>
                    <a:pt x="566" y="2518"/>
                    <a:pt x="567" y="2518"/>
                    <a:pt x="567" y="2518"/>
                  </a:cubicBezTo>
                  <a:cubicBezTo>
                    <a:pt x="567" y="2518"/>
                    <a:pt x="568" y="2518"/>
                    <a:pt x="568" y="2518"/>
                  </a:cubicBezTo>
                  <a:cubicBezTo>
                    <a:pt x="568" y="2519"/>
                    <a:pt x="569" y="2519"/>
                    <a:pt x="569" y="2519"/>
                  </a:cubicBezTo>
                  <a:cubicBezTo>
                    <a:pt x="570" y="2519"/>
                    <a:pt x="570" y="2519"/>
                    <a:pt x="570" y="2519"/>
                  </a:cubicBezTo>
                  <a:cubicBezTo>
                    <a:pt x="570" y="2519"/>
                    <a:pt x="571" y="2519"/>
                    <a:pt x="571" y="2520"/>
                  </a:cubicBezTo>
                  <a:cubicBezTo>
                    <a:pt x="571" y="2520"/>
                    <a:pt x="571" y="2520"/>
                    <a:pt x="571" y="2520"/>
                  </a:cubicBezTo>
                  <a:cubicBezTo>
                    <a:pt x="572" y="2520"/>
                    <a:pt x="572" y="2520"/>
                    <a:pt x="573" y="2520"/>
                  </a:cubicBezTo>
                  <a:cubicBezTo>
                    <a:pt x="573" y="2520"/>
                    <a:pt x="573" y="2520"/>
                    <a:pt x="573" y="2520"/>
                  </a:cubicBezTo>
                  <a:cubicBezTo>
                    <a:pt x="573" y="2520"/>
                    <a:pt x="573" y="2520"/>
                    <a:pt x="574" y="2520"/>
                  </a:cubicBezTo>
                  <a:cubicBezTo>
                    <a:pt x="574" y="2520"/>
                    <a:pt x="574" y="2520"/>
                    <a:pt x="574" y="2520"/>
                  </a:cubicBezTo>
                  <a:cubicBezTo>
                    <a:pt x="574" y="2520"/>
                    <a:pt x="575" y="2520"/>
                    <a:pt x="575" y="2520"/>
                  </a:cubicBezTo>
                  <a:cubicBezTo>
                    <a:pt x="575" y="2520"/>
                    <a:pt x="575" y="2521"/>
                    <a:pt x="575" y="2522"/>
                  </a:cubicBezTo>
                  <a:cubicBezTo>
                    <a:pt x="575" y="2519"/>
                    <a:pt x="575" y="2519"/>
                    <a:pt x="575" y="2519"/>
                  </a:cubicBezTo>
                  <a:cubicBezTo>
                    <a:pt x="576" y="2519"/>
                    <a:pt x="576" y="2519"/>
                    <a:pt x="576" y="2519"/>
                  </a:cubicBezTo>
                  <a:cubicBezTo>
                    <a:pt x="576" y="2519"/>
                    <a:pt x="575" y="2524"/>
                    <a:pt x="577" y="2528"/>
                  </a:cubicBezTo>
                  <a:cubicBezTo>
                    <a:pt x="579" y="2530"/>
                    <a:pt x="581" y="2532"/>
                    <a:pt x="585" y="2532"/>
                  </a:cubicBezTo>
                  <a:cubicBezTo>
                    <a:pt x="585" y="2532"/>
                    <a:pt x="585" y="2532"/>
                    <a:pt x="585" y="2532"/>
                  </a:cubicBezTo>
                  <a:cubicBezTo>
                    <a:pt x="589" y="2533"/>
                    <a:pt x="593" y="2530"/>
                    <a:pt x="596" y="2525"/>
                  </a:cubicBezTo>
                  <a:cubicBezTo>
                    <a:pt x="601" y="2517"/>
                    <a:pt x="604" y="2506"/>
                    <a:pt x="605" y="2498"/>
                  </a:cubicBezTo>
                  <a:cubicBezTo>
                    <a:pt x="605" y="2498"/>
                    <a:pt x="605" y="2498"/>
                    <a:pt x="606" y="2498"/>
                  </a:cubicBezTo>
                  <a:cubicBezTo>
                    <a:pt x="607" y="2498"/>
                    <a:pt x="607" y="2498"/>
                    <a:pt x="608" y="2498"/>
                  </a:cubicBezTo>
                  <a:cubicBezTo>
                    <a:pt x="608" y="2498"/>
                    <a:pt x="609" y="2498"/>
                    <a:pt x="609" y="2498"/>
                  </a:cubicBezTo>
                  <a:cubicBezTo>
                    <a:pt x="613" y="2496"/>
                    <a:pt x="618" y="2493"/>
                    <a:pt x="619" y="2485"/>
                  </a:cubicBezTo>
                  <a:cubicBezTo>
                    <a:pt x="620" y="2477"/>
                    <a:pt x="621" y="2473"/>
                    <a:pt x="621" y="2471"/>
                  </a:cubicBezTo>
                  <a:cubicBezTo>
                    <a:pt x="621" y="2469"/>
                    <a:pt x="622" y="2468"/>
                    <a:pt x="622" y="2468"/>
                  </a:cubicBezTo>
                  <a:cubicBezTo>
                    <a:pt x="622" y="2468"/>
                    <a:pt x="622" y="2468"/>
                    <a:pt x="622" y="2467"/>
                  </a:cubicBezTo>
                  <a:cubicBezTo>
                    <a:pt x="624" y="2464"/>
                    <a:pt x="628" y="2456"/>
                    <a:pt x="629" y="2445"/>
                  </a:cubicBezTo>
                  <a:cubicBezTo>
                    <a:pt x="630" y="2441"/>
                    <a:pt x="632" y="2437"/>
                    <a:pt x="636" y="2433"/>
                  </a:cubicBezTo>
                  <a:cubicBezTo>
                    <a:pt x="637" y="2432"/>
                    <a:pt x="638" y="2431"/>
                    <a:pt x="638" y="2430"/>
                  </a:cubicBezTo>
                  <a:cubicBezTo>
                    <a:pt x="646" y="2421"/>
                    <a:pt x="656" y="2408"/>
                    <a:pt x="655" y="2384"/>
                  </a:cubicBezTo>
                  <a:cubicBezTo>
                    <a:pt x="653" y="2347"/>
                    <a:pt x="679" y="2323"/>
                    <a:pt x="690" y="2280"/>
                  </a:cubicBezTo>
                  <a:cubicBezTo>
                    <a:pt x="691" y="2277"/>
                    <a:pt x="692" y="2274"/>
                    <a:pt x="692" y="2271"/>
                  </a:cubicBezTo>
                  <a:cubicBezTo>
                    <a:pt x="702" y="2223"/>
                    <a:pt x="847" y="2148"/>
                    <a:pt x="870" y="1858"/>
                  </a:cubicBezTo>
                  <a:cubicBezTo>
                    <a:pt x="874" y="1808"/>
                    <a:pt x="918" y="1756"/>
                    <a:pt x="910" y="1676"/>
                  </a:cubicBezTo>
                  <a:cubicBezTo>
                    <a:pt x="906" y="1634"/>
                    <a:pt x="939" y="1484"/>
                    <a:pt x="928" y="1328"/>
                  </a:cubicBezTo>
                  <a:cubicBezTo>
                    <a:pt x="928" y="1326"/>
                    <a:pt x="928" y="1323"/>
                    <a:pt x="928" y="1321"/>
                  </a:cubicBezTo>
                  <a:cubicBezTo>
                    <a:pt x="928" y="1320"/>
                    <a:pt x="927" y="1319"/>
                    <a:pt x="927" y="1319"/>
                  </a:cubicBezTo>
                  <a:cubicBezTo>
                    <a:pt x="927" y="1317"/>
                    <a:pt x="927" y="1316"/>
                    <a:pt x="927" y="1314"/>
                  </a:cubicBezTo>
                  <a:cubicBezTo>
                    <a:pt x="927" y="1313"/>
                    <a:pt x="927" y="1313"/>
                    <a:pt x="927" y="1312"/>
                  </a:cubicBezTo>
                  <a:cubicBezTo>
                    <a:pt x="927" y="1310"/>
                    <a:pt x="927" y="1309"/>
                    <a:pt x="927" y="1308"/>
                  </a:cubicBezTo>
                  <a:cubicBezTo>
                    <a:pt x="927" y="1307"/>
                    <a:pt x="927" y="1306"/>
                    <a:pt x="927" y="1305"/>
                  </a:cubicBezTo>
                  <a:cubicBezTo>
                    <a:pt x="927" y="1304"/>
                    <a:pt x="927" y="1303"/>
                    <a:pt x="927" y="1301"/>
                  </a:cubicBezTo>
                  <a:cubicBezTo>
                    <a:pt x="927" y="1301"/>
                    <a:pt x="927" y="1300"/>
                    <a:pt x="927" y="1299"/>
                  </a:cubicBezTo>
                  <a:cubicBezTo>
                    <a:pt x="927" y="1298"/>
                    <a:pt x="927" y="1296"/>
                    <a:pt x="927" y="1295"/>
                  </a:cubicBezTo>
                  <a:cubicBezTo>
                    <a:pt x="927" y="1294"/>
                    <a:pt x="926" y="1294"/>
                    <a:pt x="926" y="1293"/>
                  </a:cubicBezTo>
                  <a:cubicBezTo>
                    <a:pt x="926" y="1291"/>
                    <a:pt x="926" y="1289"/>
                    <a:pt x="926" y="1288"/>
                  </a:cubicBezTo>
                  <a:cubicBezTo>
                    <a:pt x="926" y="1287"/>
                    <a:pt x="926" y="1287"/>
                    <a:pt x="926" y="1287"/>
                  </a:cubicBezTo>
                  <a:cubicBezTo>
                    <a:pt x="926" y="1285"/>
                    <a:pt x="927" y="1284"/>
                    <a:pt x="927" y="1282"/>
                  </a:cubicBezTo>
                  <a:cubicBezTo>
                    <a:pt x="927" y="1282"/>
                    <a:pt x="927" y="1281"/>
                    <a:pt x="927" y="1280"/>
                  </a:cubicBezTo>
                  <a:cubicBezTo>
                    <a:pt x="927" y="1279"/>
                    <a:pt x="927" y="1278"/>
                    <a:pt x="927" y="1277"/>
                  </a:cubicBezTo>
                  <a:cubicBezTo>
                    <a:pt x="927" y="1276"/>
                    <a:pt x="927" y="1276"/>
                    <a:pt x="927" y="1275"/>
                  </a:cubicBezTo>
                  <a:cubicBezTo>
                    <a:pt x="927" y="1274"/>
                    <a:pt x="927" y="1273"/>
                    <a:pt x="927" y="1272"/>
                  </a:cubicBezTo>
                  <a:cubicBezTo>
                    <a:pt x="927" y="1271"/>
                    <a:pt x="927" y="1271"/>
                    <a:pt x="927" y="1270"/>
                  </a:cubicBezTo>
                  <a:cubicBezTo>
                    <a:pt x="927" y="1269"/>
                    <a:pt x="927" y="1268"/>
                    <a:pt x="927" y="1267"/>
                  </a:cubicBezTo>
                  <a:cubicBezTo>
                    <a:pt x="927" y="1267"/>
                    <a:pt x="927" y="1266"/>
                    <a:pt x="927" y="1265"/>
                  </a:cubicBezTo>
                  <a:cubicBezTo>
                    <a:pt x="927" y="1264"/>
                    <a:pt x="928" y="1264"/>
                    <a:pt x="928" y="1263"/>
                  </a:cubicBezTo>
                  <a:cubicBezTo>
                    <a:pt x="928" y="1262"/>
                    <a:pt x="928" y="1262"/>
                    <a:pt x="928" y="1261"/>
                  </a:cubicBezTo>
                  <a:cubicBezTo>
                    <a:pt x="928" y="1260"/>
                    <a:pt x="928" y="1258"/>
                    <a:pt x="928" y="1257"/>
                  </a:cubicBezTo>
                  <a:cubicBezTo>
                    <a:pt x="928" y="1256"/>
                    <a:pt x="928" y="1256"/>
                    <a:pt x="928" y="1255"/>
                  </a:cubicBezTo>
                  <a:cubicBezTo>
                    <a:pt x="929" y="1255"/>
                    <a:pt x="929" y="1254"/>
                    <a:pt x="929" y="1253"/>
                  </a:cubicBezTo>
                  <a:cubicBezTo>
                    <a:pt x="929" y="1252"/>
                    <a:pt x="929" y="1252"/>
                    <a:pt x="929" y="1251"/>
                  </a:cubicBezTo>
                  <a:cubicBezTo>
                    <a:pt x="929" y="1250"/>
                    <a:pt x="929" y="1250"/>
                    <a:pt x="929" y="1249"/>
                  </a:cubicBezTo>
                  <a:cubicBezTo>
                    <a:pt x="929" y="1248"/>
                    <a:pt x="930" y="1248"/>
                    <a:pt x="930" y="1247"/>
                  </a:cubicBezTo>
                  <a:cubicBezTo>
                    <a:pt x="930" y="1247"/>
                    <a:pt x="930" y="1246"/>
                    <a:pt x="930" y="1245"/>
                  </a:cubicBezTo>
                  <a:cubicBezTo>
                    <a:pt x="930" y="1245"/>
                    <a:pt x="930" y="1244"/>
                    <a:pt x="930" y="1244"/>
                  </a:cubicBezTo>
                  <a:cubicBezTo>
                    <a:pt x="931" y="1243"/>
                    <a:pt x="931" y="1243"/>
                    <a:pt x="931" y="1242"/>
                  </a:cubicBezTo>
                  <a:cubicBezTo>
                    <a:pt x="931" y="1241"/>
                    <a:pt x="931" y="1241"/>
                    <a:pt x="931" y="1240"/>
                  </a:cubicBezTo>
                  <a:cubicBezTo>
                    <a:pt x="931" y="1240"/>
                    <a:pt x="931" y="1239"/>
                    <a:pt x="932" y="1239"/>
                  </a:cubicBezTo>
                  <a:cubicBezTo>
                    <a:pt x="932" y="1236"/>
                    <a:pt x="933" y="1234"/>
                    <a:pt x="933" y="1232"/>
                  </a:cubicBezTo>
                  <a:cubicBezTo>
                    <a:pt x="933" y="1232"/>
                    <a:pt x="934" y="1232"/>
                    <a:pt x="934" y="1231"/>
                  </a:cubicBezTo>
                  <a:cubicBezTo>
                    <a:pt x="934" y="1231"/>
                    <a:pt x="934" y="1230"/>
                    <a:pt x="934" y="1229"/>
                  </a:cubicBezTo>
                  <a:cubicBezTo>
                    <a:pt x="934" y="1229"/>
                    <a:pt x="935" y="1229"/>
                    <a:pt x="935" y="1228"/>
                  </a:cubicBezTo>
                  <a:cubicBezTo>
                    <a:pt x="935" y="1228"/>
                    <a:pt x="935" y="1227"/>
                    <a:pt x="935" y="1227"/>
                  </a:cubicBezTo>
                  <a:cubicBezTo>
                    <a:pt x="935" y="1226"/>
                    <a:pt x="936" y="1226"/>
                    <a:pt x="936" y="1226"/>
                  </a:cubicBezTo>
                  <a:cubicBezTo>
                    <a:pt x="936" y="1225"/>
                    <a:pt x="936" y="1225"/>
                    <a:pt x="936" y="1224"/>
                  </a:cubicBezTo>
                  <a:cubicBezTo>
                    <a:pt x="937" y="1224"/>
                    <a:pt x="937" y="1224"/>
                    <a:pt x="937" y="1223"/>
                  </a:cubicBezTo>
                  <a:cubicBezTo>
                    <a:pt x="937" y="1223"/>
                    <a:pt x="937" y="1222"/>
                    <a:pt x="938" y="1222"/>
                  </a:cubicBezTo>
                  <a:cubicBezTo>
                    <a:pt x="938" y="1221"/>
                    <a:pt x="938" y="1221"/>
                    <a:pt x="938" y="1221"/>
                  </a:cubicBezTo>
                  <a:cubicBezTo>
                    <a:pt x="939" y="1218"/>
                    <a:pt x="940" y="1216"/>
                    <a:pt x="942" y="1213"/>
                  </a:cubicBezTo>
                  <a:cubicBezTo>
                    <a:pt x="942" y="1213"/>
                    <a:pt x="942" y="1213"/>
                    <a:pt x="942" y="1213"/>
                  </a:cubicBezTo>
                  <a:cubicBezTo>
                    <a:pt x="943" y="1212"/>
                    <a:pt x="943" y="1212"/>
                    <a:pt x="943" y="1211"/>
                  </a:cubicBezTo>
                  <a:cubicBezTo>
                    <a:pt x="943" y="1211"/>
                    <a:pt x="943" y="1211"/>
                    <a:pt x="943" y="1211"/>
                  </a:cubicBezTo>
                  <a:cubicBezTo>
                    <a:pt x="944" y="1210"/>
                    <a:pt x="944" y="1210"/>
                    <a:pt x="945" y="1209"/>
                  </a:cubicBezTo>
                  <a:cubicBezTo>
                    <a:pt x="947" y="1206"/>
                    <a:pt x="949" y="1203"/>
                    <a:pt x="952" y="1200"/>
                  </a:cubicBezTo>
                  <a:cubicBezTo>
                    <a:pt x="952" y="1200"/>
                    <a:pt x="952" y="1200"/>
                    <a:pt x="952" y="1200"/>
                  </a:cubicBezTo>
                  <a:cubicBezTo>
                    <a:pt x="952" y="1200"/>
                    <a:pt x="952" y="1200"/>
                    <a:pt x="952" y="1200"/>
                  </a:cubicBezTo>
                  <a:cubicBezTo>
                    <a:pt x="1035" y="1093"/>
                    <a:pt x="1040" y="912"/>
                    <a:pt x="1015" y="842"/>
                  </a:cubicBezTo>
                  <a:cubicBezTo>
                    <a:pt x="1011" y="831"/>
                    <a:pt x="1009" y="817"/>
                    <a:pt x="1007" y="800"/>
                  </a:cubicBezTo>
                  <a:cubicBezTo>
                    <a:pt x="1007" y="801"/>
                    <a:pt x="1007" y="801"/>
                    <a:pt x="1007" y="801"/>
                  </a:cubicBezTo>
                  <a:cubicBezTo>
                    <a:pt x="1006" y="799"/>
                    <a:pt x="1006" y="796"/>
                    <a:pt x="1006" y="793"/>
                  </a:cubicBezTo>
                  <a:cubicBezTo>
                    <a:pt x="1007" y="800"/>
                    <a:pt x="1007" y="800"/>
                    <a:pt x="1007" y="800"/>
                  </a:cubicBezTo>
                  <a:cubicBezTo>
                    <a:pt x="1006" y="798"/>
                    <a:pt x="1006" y="795"/>
                    <a:pt x="1006" y="792"/>
                  </a:cubicBezTo>
                  <a:cubicBezTo>
                    <a:pt x="1005" y="790"/>
                    <a:pt x="1005" y="788"/>
                    <a:pt x="1005" y="786"/>
                  </a:cubicBezTo>
                  <a:cubicBezTo>
                    <a:pt x="1061" y="824"/>
                    <a:pt x="1147" y="859"/>
                    <a:pt x="1176" y="871"/>
                  </a:cubicBezTo>
                  <a:cubicBezTo>
                    <a:pt x="1210" y="886"/>
                    <a:pt x="1245" y="877"/>
                    <a:pt x="1269" y="848"/>
                  </a:cubicBezTo>
                  <a:cubicBezTo>
                    <a:pt x="1341" y="759"/>
                    <a:pt x="1320" y="607"/>
                    <a:pt x="1327" y="587"/>
                  </a:cubicBezTo>
                  <a:cubicBezTo>
                    <a:pt x="1334" y="566"/>
                    <a:pt x="1338" y="545"/>
                    <a:pt x="1337" y="526"/>
                  </a:cubicBezTo>
                  <a:cubicBezTo>
                    <a:pt x="1335" y="506"/>
                    <a:pt x="1344" y="498"/>
                    <a:pt x="1357" y="467"/>
                  </a:cubicBezTo>
                  <a:cubicBezTo>
                    <a:pt x="1371" y="435"/>
                    <a:pt x="1355" y="403"/>
                    <a:pt x="1339" y="385"/>
                  </a:cubicBezTo>
                  <a:cubicBezTo>
                    <a:pt x="1323" y="367"/>
                    <a:pt x="1277" y="393"/>
                    <a:pt x="1277" y="393"/>
                  </a:cubicBezTo>
                  <a:cubicBezTo>
                    <a:pt x="1276" y="393"/>
                    <a:pt x="1275" y="394"/>
                    <a:pt x="1274" y="394"/>
                  </a:cubicBezTo>
                  <a:cubicBezTo>
                    <a:pt x="1274" y="394"/>
                    <a:pt x="1274" y="394"/>
                    <a:pt x="1274" y="394"/>
                  </a:cubicBezTo>
                  <a:cubicBezTo>
                    <a:pt x="1273" y="394"/>
                    <a:pt x="1273" y="394"/>
                    <a:pt x="1272" y="395"/>
                  </a:cubicBezTo>
                  <a:cubicBezTo>
                    <a:pt x="1272" y="395"/>
                    <a:pt x="1272" y="395"/>
                    <a:pt x="1272" y="395"/>
                  </a:cubicBezTo>
                  <a:cubicBezTo>
                    <a:pt x="1271" y="395"/>
                    <a:pt x="1270" y="396"/>
                    <a:pt x="1270" y="396"/>
                  </a:cubicBezTo>
                  <a:cubicBezTo>
                    <a:pt x="1270" y="396"/>
                    <a:pt x="1269" y="396"/>
                    <a:pt x="1269" y="396"/>
                  </a:cubicBezTo>
                  <a:cubicBezTo>
                    <a:pt x="1269" y="397"/>
                    <a:pt x="1268" y="397"/>
                    <a:pt x="1268" y="398"/>
                  </a:cubicBezTo>
                  <a:cubicBezTo>
                    <a:pt x="1268" y="398"/>
                    <a:pt x="1267" y="398"/>
                    <a:pt x="1267" y="398"/>
                  </a:cubicBezTo>
                  <a:cubicBezTo>
                    <a:pt x="1267" y="398"/>
                    <a:pt x="1266" y="399"/>
                    <a:pt x="1266" y="399"/>
                  </a:cubicBezTo>
                  <a:cubicBezTo>
                    <a:pt x="1266" y="399"/>
                    <a:pt x="1266" y="399"/>
                    <a:pt x="1266" y="399"/>
                  </a:cubicBezTo>
                  <a:cubicBezTo>
                    <a:pt x="1265" y="399"/>
                    <a:pt x="1265" y="400"/>
                    <a:pt x="1265" y="400"/>
                  </a:cubicBezTo>
                  <a:cubicBezTo>
                    <a:pt x="1264" y="400"/>
                    <a:pt x="1264" y="400"/>
                    <a:pt x="1264" y="400"/>
                  </a:cubicBezTo>
                  <a:cubicBezTo>
                    <a:pt x="1264" y="401"/>
                    <a:pt x="1264" y="401"/>
                    <a:pt x="1264" y="401"/>
                  </a:cubicBezTo>
                  <a:cubicBezTo>
                    <a:pt x="1264" y="401"/>
                    <a:pt x="1264" y="401"/>
                    <a:pt x="1263" y="401"/>
                  </a:cubicBezTo>
                  <a:cubicBezTo>
                    <a:pt x="1263" y="401"/>
                    <a:pt x="1263" y="401"/>
                    <a:pt x="1263" y="401"/>
                  </a:cubicBezTo>
                  <a:cubicBezTo>
                    <a:pt x="1265" y="397"/>
                    <a:pt x="1265" y="397"/>
                    <a:pt x="1265" y="397"/>
                  </a:cubicBezTo>
                  <a:cubicBezTo>
                    <a:pt x="1264" y="399"/>
                    <a:pt x="1264" y="400"/>
                    <a:pt x="1263" y="401"/>
                  </a:cubicBezTo>
                  <a:cubicBezTo>
                    <a:pt x="1263" y="401"/>
                    <a:pt x="1263" y="401"/>
                    <a:pt x="1263" y="401"/>
                  </a:cubicBezTo>
                  <a:cubicBezTo>
                    <a:pt x="1258" y="399"/>
                    <a:pt x="1254" y="398"/>
                    <a:pt x="1250" y="399"/>
                  </a:cubicBezTo>
                  <a:cubicBezTo>
                    <a:pt x="1250" y="399"/>
                    <a:pt x="1250" y="399"/>
                    <a:pt x="1250" y="399"/>
                  </a:cubicBezTo>
                  <a:cubicBezTo>
                    <a:pt x="1249" y="399"/>
                    <a:pt x="1249" y="399"/>
                    <a:pt x="1248" y="400"/>
                  </a:cubicBezTo>
                  <a:cubicBezTo>
                    <a:pt x="1248" y="400"/>
                    <a:pt x="1248" y="400"/>
                    <a:pt x="1248" y="400"/>
                  </a:cubicBezTo>
                  <a:cubicBezTo>
                    <a:pt x="1248" y="400"/>
                    <a:pt x="1247" y="400"/>
                    <a:pt x="1247" y="400"/>
                  </a:cubicBezTo>
                  <a:cubicBezTo>
                    <a:pt x="1246" y="400"/>
                    <a:pt x="1246" y="400"/>
                    <a:pt x="1246" y="400"/>
                  </a:cubicBezTo>
                  <a:cubicBezTo>
                    <a:pt x="1246" y="401"/>
                    <a:pt x="1245" y="401"/>
                    <a:pt x="1245" y="401"/>
                  </a:cubicBezTo>
                  <a:cubicBezTo>
                    <a:pt x="1245" y="401"/>
                    <a:pt x="1244" y="401"/>
                    <a:pt x="1244" y="401"/>
                  </a:cubicBezTo>
                  <a:cubicBezTo>
                    <a:pt x="1244" y="402"/>
                    <a:pt x="1243" y="402"/>
                    <a:pt x="1243" y="402"/>
                  </a:cubicBezTo>
                  <a:cubicBezTo>
                    <a:pt x="1243" y="402"/>
                    <a:pt x="1243" y="402"/>
                    <a:pt x="1243" y="403"/>
                  </a:cubicBezTo>
                  <a:cubicBezTo>
                    <a:pt x="1242" y="403"/>
                    <a:pt x="1242" y="403"/>
                    <a:pt x="1241" y="403"/>
                  </a:cubicBezTo>
                  <a:cubicBezTo>
                    <a:pt x="1241" y="404"/>
                    <a:pt x="1241" y="404"/>
                    <a:pt x="1241" y="404"/>
                  </a:cubicBezTo>
                  <a:cubicBezTo>
                    <a:pt x="1240" y="404"/>
                    <a:pt x="1240" y="405"/>
                    <a:pt x="1240" y="405"/>
                  </a:cubicBezTo>
                  <a:cubicBezTo>
                    <a:pt x="1240" y="405"/>
                    <a:pt x="1239" y="405"/>
                    <a:pt x="1239" y="405"/>
                  </a:cubicBezTo>
                  <a:cubicBezTo>
                    <a:pt x="1239" y="406"/>
                    <a:pt x="1238" y="406"/>
                    <a:pt x="1238" y="406"/>
                  </a:cubicBezTo>
                  <a:cubicBezTo>
                    <a:pt x="1238" y="407"/>
                    <a:pt x="1238" y="407"/>
                    <a:pt x="1238" y="407"/>
                  </a:cubicBezTo>
                  <a:cubicBezTo>
                    <a:pt x="1237" y="407"/>
                    <a:pt x="1237" y="408"/>
                    <a:pt x="1237" y="408"/>
                  </a:cubicBezTo>
                  <a:cubicBezTo>
                    <a:pt x="1236" y="408"/>
                    <a:pt x="1236" y="408"/>
                    <a:pt x="1236" y="409"/>
                  </a:cubicBezTo>
                  <a:cubicBezTo>
                    <a:pt x="1236" y="409"/>
                    <a:pt x="1236" y="409"/>
                    <a:pt x="1235" y="410"/>
                  </a:cubicBezTo>
                  <a:cubicBezTo>
                    <a:pt x="1235" y="410"/>
                    <a:pt x="1235" y="410"/>
                    <a:pt x="1235" y="410"/>
                  </a:cubicBezTo>
                  <a:cubicBezTo>
                    <a:pt x="1234" y="411"/>
                    <a:pt x="1234" y="411"/>
                    <a:pt x="1234" y="412"/>
                  </a:cubicBezTo>
                  <a:cubicBezTo>
                    <a:pt x="1234" y="412"/>
                    <a:pt x="1234" y="412"/>
                    <a:pt x="1233" y="412"/>
                  </a:cubicBezTo>
                  <a:cubicBezTo>
                    <a:pt x="1233" y="413"/>
                    <a:pt x="1233" y="413"/>
                    <a:pt x="1233" y="413"/>
                  </a:cubicBezTo>
                  <a:cubicBezTo>
                    <a:pt x="1232" y="414"/>
                    <a:pt x="1232" y="414"/>
                    <a:pt x="1232" y="414"/>
                  </a:cubicBezTo>
                  <a:cubicBezTo>
                    <a:pt x="1232" y="415"/>
                    <a:pt x="1232" y="415"/>
                    <a:pt x="1231" y="415"/>
                  </a:cubicBezTo>
                  <a:cubicBezTo>
                    <a:pt x="1231" y="416"/>
                    <a:pt x="1231" y="416"/>
                    <a:pt x="1231" y="416"/>
                  </a:cubicBezTo>
                  <a:cubicBezTo>
                    <a:pt x="1231" y="416"/>
                    <a:pt x="1230" y="417"/>
                    <a:pt x="1230" y="417"/>
                  </a:cubicBezTo>
                  <a:cubicBezTo>
                    <a:pt x="1230" y="418"/>
                    <a:pt x="1230" y="418"/>
                    <a:pt x="1230" y="418"/>
                  </a:cubicBezTo>
                  <a:cubicBezTo>
                    <a:pt x="1229" y="418"/>
                    <a:pt x="1229" y="419"/>
                    <a:pt x="1229" y="419"/>
                  </a:cubicBezTo>
                  <a:cubicBezTo>
                    <a:pt x="1229" y="419"/>
                    <a:pt x="1229" y="420"/>
                    <a:pt x="1229" y="420"/>
                  </a:cubicBezTo>
                  <a:cubicBezTo>
                    <a:pt x="1228" y="420"/>
                    <a:pt x="1228" y="421"/>
                    <a:pt x="1228" y="421"/>
                  </a:cubicBezTo>
                  <a:cubicBezTo>
                    <a:pt x="1228" y="421"/>
                    <a:pt x="1228" y="422"/>
                    <a:pt x="1228" y="422"/>
                  </a:cubicBezTo>
                  <a:cubicBezTo>
                    <a:pt x="1227" y="422"/>
                    <a:pt x="1227" y="423"/>
                    <a:pt x="1227" y="423"/>
                  </a:cubicBezTo>
                  <a:cubicBezTo>
                    <a:pt x="1227" y="423"/>
                    <a:pt x="1227" y="423"/>
                    <a:pt x="1227" y="424"/>
                  </a:cubicBezTo>
                  <a:cubicBezTo>
                    <a:pt x="1227" y="424"/>
                    <a:pt x="1226" y="424"/>
                    <a:pt x="1226" y="425"/>
                  </a:cubicBezTo>
                  <a:cubicBezTo>
                    <a:pt x="1226" y="425"/>
                    <a:pt x="1226" y="425"/>
                    <a:pt x="1226" y="425"/>
                  </a:cubicBezTo>
                  <a:cubicBezTo>
                    <a:pt x="1226" y="426"/>
                    <a:pt x="1226" y="426"/>
                    <a:pt x="1225" y="426"/>
                  </a:cubicBezTo>
                  <a:cubicBezTo>
                    <a:pt x="1225" y="427"/>
                    <a:pt x="1225" y="427"/>
                    <a:pt x="1225" y="427"/>
                  </a:cubicBezTo>
                  <a:cubicBezTo>
                    <a:pt x="1225" y="427"/>
                    <a:pt x="1225" y="428"/>
                    <a:pt x="1225" y="428"/>
                  </a:cubicBezTo>
                  <a:cubicBezTo>
                    <a:pt x="1225" y="428"/>
                    <a:pt x="1225" y="429"/>
                    <a:pt x="1225" y="429"/>
                  </a:cubicBezTo>
                  <a:cubicBezTo>
                    <a:pt x="1224" y="429"/>
                    <a:pt x="1224" y="429"/>
                    <a:pt x="1224" y="430"/>
                  </a:cubicBezTo>
                  <a:cubicBezTo>
                    <a:pt x="1224" y="430"/>
                    <a:pt x="1224" y="430"/>
                    <a:pt x="1224" y="430"/>
                  </a:cubicBezTo>
                  <a:cubicBezTo>
                    <a:pt x="1224" y="430"/>
                    <a:pt x="1224" y="431"/>
                    <a:pt x="1224" y="431"/>
                  </a:cubicBezTo>
                  <a:cubicBezTo>
                    <a:pt x="1224" y="431"/>
                    <a:pt x="1224" y="431"/>
                    <a:pt x="1224" y="431"/>
                  </a:cubicBezTo>
                  <a:cubicBezTo>
                    <a:pt x="1223" y="433"/>
                    <a:pt x="1222" y="435"/>
                    <a:pt x="1222" y="435"/>
                  </a:cubicBezTo>
                  <a:cubicBezTo>
                    <a:pt x="1222" y="433"/>
                    <a:pt x="1223" y="431"/>
                    <a:pt x="1224" y="429"/>
                  </a:cubicBezTo>
                  <a:cubicBezTo>
                    <a:pt x="1215" y="434"/>
                    <a:pt x="1215" y="434"/>
                    <a:pt x="1215" y="434"/>
                  </a:cubicBezTo>
                  <a:cubicBezTo>
                    <a:pt x="1209" y="435"/>
                    <a:pt x="1203" y="439"/>
                    <a:pt x="1199" y="443"/>
                  </a:cubicBezTo>
                  <a:cubicBezTo>
                    <a:pt x="1199" y="443"/>
                    <a:pt x="1199" y="443"/>
                    <a:pt x="1199" y="443"/>
                  </a:cubicBezTo>
                  <a:cubicBezTo>
                    <a:pt x="1198" y="444"/>
                    <a:pt x="1198" y="445"/>
                    <a:pt x="1197" y="445"/>
                  </a:cubicBezTo>
                  <a:cubicBezTo>
                    <a:pt x="1197" y="445"/>
                    <a:pt x="1197" y="445"/>
                    <a:pt x="1197" y="445"/>
                  </a:cubicBezTo>
                  <a:cubicBezTo>
                    <a:pt x="1196" y="446"/>
                    <a:pt x="1196" y="446"/>
                    <a:pt x="1196" y="447"/>
                  </a:cubicBezTo>
                  <a:cubicBezTo>
                    <a:pt x="1194" y="448"/>
                    <a:pt x="1194" y="448"/>
                    <a:pt x="1194" y="448"/>
                  </a:cubicBezTo>
                  <a:cubicBezTo>
                    <a:pt x="1194" y="448"/>
                    <a:pt x="1194" y="448"/>
                    <a:pt x="1194" y="448"/>
                  </a:cubicBezTo>
                  <a:cubicBezTo>
                    <a:pt x="1194" y="448"/>
                    <a:pt x="1194" y="447"/>
                    <a:pt x="1194" y="447"/>
                  </a:cubicBezTo>
                  <a:cubicBezTo>
                    <a:pt x="1194" y="447"/>
                    <a:pt x="1194" y="447"/>
                    <a:pt x="1194" y="447"/>
                  </a:cubicBezTo>
                  <a:cubicBezTo>
                    <a:pt x="1194" y="446"/>
                    <a:pt x="1193" y="446"/>
                    <a:pt x="1193" y="446"/>
                  </a:cubicBezTo>
                  <a:cubicBezTo>
                    <a:pt x="1193" y="445"/>
                    <a:pt x="1193" y="445"/>
                    <a:pt x="1193" y="445"/>
                  </a:cubicBezTo>
                  <a:cubicBezTo>
                    <a:pt x="1193" y="445"/>
                    <a:pt x="1193" y="445"/>
                    <a:pt x="1192" y="444"/>
                  </a:cubicBezTo>
                  <a:cubicBezTo>
                    <a:pt x="1192" y="444"/>
                    <a:pt x="1192" y="444"/>
                    <a:pt x="1192" y="444"/>
                  </a:cubicBezTo>
                  <a:cubicBezTo>
                    <a:pt x="1192" y="443"/>
                    <a:pt x="1192" y="443"/>
                    <a:pt x="1191" y="443"/>
                  </a:cubicBezTo>
                  <a:cubicBezTo>
                    <a:pt x="1191" y="443"/>
                    <a:pt x="1191" y="442"/>
                    <a:pt x="1191" y="442"/>
                  </a:cubicBezTo>
                  <a:cubicBezTo>
                    <a:pt x="1190" y="442"/>
                    <a:pt x="1190" y="441"/>
                    <a:pt x="1189" y="441"/>
                  </a:cubicBezTo>
                  <a:cubicBezTo>
                    <a:pt x="1189" y="441"/>
                    <a:pt x="1189" y="441"/>
                    <a:pt x="1189" y="441"/>
                  </a:cubicBezTo>
                  <a:cubicBezTo>
                    <a:pt x="1188" y="441"/>
                    <a:pt x="1188" y="440"/>
                    <a:pt x="1187" y="440"/>
                  </a:cubicBezTo>
                  <a:cubicBezTo>
                    <a:pt x="1187" y="440"/>
                    <a:pt x="1187" y="440"/>
                    <a:pt x="1187" y="440"/>
                  </a:cubicBezTo>
                  <a:cubicBezTo>
                    <a:pt x="1186" y="440"/>
                    <a:pt x="1185" y="439"/>
                    <a:pt x="1184" y="439"/>
                  </a:cubicBezTo>
                  <a:cubicBezTo>
                    <a:pt x="1184" y="439"/>
                    <a:pt x="1184" y="439"/>
                    <a:pt x="1183" y="439"/>
                  </a:cubicBezTo>
                  <a:cubicBezTo>
                    <a:pt x="1182" y="439"/>
                    <a:pt x="1181" y="439"/>
                    <a:pt x="1180" y="439"/>
                  </a:cubicBezTo>
                  <a:cubicBezTo>
                    <a:pt x="1167" y="439"/>
                    <a:pt x="1161" y="462"/>
                    <a:pt x="1165" y="498"/>
                  </a:cubicBezTo>
                  <a:cubicBezTo>
                    <a:pt x="1168" y="534"/>
                    <a:pt x="1212" y="542"/>
                    <a:pt x="1212" y="542"/>
                  </a:cubicBezTo>
                  <a:cubicBezTo>
                    <a:pt x="1227" y="571"/>
                    <a:pt x="1204" y="621"/>
                    <a:pt x="1196" y="637"/>
                  </a:cubicBezTo>
                  <a:cubicBezTo>
                    <a:pt x="1196" y="638"/>
                    <a:pt x="1195" y="638"/>
                    <a:pt x="1195" y="639"/>
                  </a:cubicBezTo>
                  <a:cubicBezTo>
                    <a:pt x="1195" y="639"/>
                    <a:pt x="1195" y="640"/>
                    <a:pt x="1195" y="640"/>
                  </a:cubicBezTo>
                  <a:cubicBezTo>
                    <a:pt x="1194" y="641"/>
                    <a:pt x="1194" y="642"/>
                    <a:pt x="1193" y="643"/>
                  </a:cubicBezTo>
                  <a:cubicBezTo>
                    <a:pt x="1193" y="643"/>
                    <a:pt x="1193" y="643"/>
                    <a:pt x="1193" y="643"/>
                  </a:cubicBezTo>
                  <a:cubicBezTo>
                    <a:pt x="1192" y="644"/>
                    <a:pt x="1192" y="645"/>
                    <a:pt x="1191" y="646"/>
                  </a:cubicBezTo>
                  <a:cubicBezTo>
                    <a:pt x="1191" y="647"/>
                    <a:pt x="1191" y="647"/>
                    <a:pt x="1191" y="647"/>
                  </a:cubicBezTo>
                  <a:cubicBezTo>
                    <a:pt x="1191" y="648"/>
                    <a:pt x="1190" y="649"/>
                    <a:pt x="1190" y="650"/>
                  </a:cubicBezTo>
                  <a:cubicBezTo>
                    <a:pt x="1190" y="650"/>
                    <a:pt x="1190" y="650"/>
                    <a:pt x="1189" y="651"/>
                  </a:cubicBezTo>
                  <a:cubicBezTo>
                    <a:pt x="1189" y="652"/>
                    <a:pt x="1188" y="653"/>
                    <a:pt x="1188" y="654"/>
                  </a:cubicBezTo>
                  <a:cubicBezTo>
                    <a:pt x="1188" y="654"/>
                    <a:pt x="1187" y="655"/>
                    <a:pt x="1187" y="655"/>
                  </a:cubicBezTo>
                  <a:cubicBezTo>
                    <a:pt x="1187" y="656"/>
                    <a:pt x="1186" y="657"/>
                    <a:pt x="1186" y="658"/>
                  </a:cubicBezTo>
                  <a:cubicBezTo>
                    <a:pt x="1186" y="659"/>
                    <a:pt x="1185" y="660"/>
                    <a:pt x="1185" y="660"/>
                  </a:cubicBezTo>
                  <a:cubicBezTo>
                    <a:pt x="1185" y="661"/>
                    <a:pt x="1184" y="661"/>
                    <a:pt x="1184" y="662"/>
                  </a:cubicBezTo>
                  <a:cubicBezTo>
                    <a:pt x="1184" y="663"/>
                    <a:pt x="1183" y="664"/>
                    <a:pt x="1183" y="665"/>
                  </a:cubicBezTo>
                  <a:cubicBezTo>
                    <a:pt x="1183" y="665"/>
                    <a:pt x="1182" y="666"/>
                    <a:pt x="1182" y="667"/>
                  </a:cubicBezTo>
                  <a:cubicBezTo>
                    <a:pt x="1181" y="669"/>
                    <a:pt x="1180" y="671"/>
                    <a:pt x="1179" y="674"/>
                  </a:cubicBezTo>
                  <a:cubicBezTo>
                    <a:pt x="1179" y="674"/>
                    <a:pt x="1179" y="674"/>
                    <a:pt x="1178" y="675"/>
                  </a:cubicBezTo>
                  <a:cubicBezTo>
                    <a:pt x="1178" y="676"/>
                    <a:pt x="1177" y="677"/>
                    <a:pt x="1177" y="678"/>
                  </a:cubicBezTo>
                  <a:cubicBezTo>
                    <a:pt x="1177" y="678"/>
                    <a:pt x="1176" y="679"/>
                    <a:pt x="1176" y="679"/>
                  </a:cubicBezTo>
                  <a:cubicBezTo>
                    <a:pt x="1176" y="680"/>
                    <a:pt x="1175" y="681"/>
                    <a:pt x="1175" y="682"/>
                  </a:cubicBezTo>
                  <a:cubicBezTo>
                    <a:pt x="1175" y="683"/>
                    <a:pt x="1174" y="683"/>
                    <a:pt x="1174" y="684"/>
                  </a:cubicBezTo>
                  <a:cubicBezTo>
                    <a:pt x="1174" y="684"/>
                    <a:pt x="1174" y="685"/>
                    <a:pt x="1173" y="685"/>
                  </a:cubicBezTo>
                  <a:cubicBezTo>
                    <a:pt x="1171" y="690"/>
                    <a:pt x="1170" y="694"/>
                    <a:pt x="1169" y="696"/>
                  </a:cubicBezTo>
                  <a:cubicBezTo>
                    <a:pt x="1168" y="695"/>
                    <a:pt x="1168" y="695"/>
                    <a:pt x="1168" y="695"/>
                  </a:cubicBezTo>
                  <a:cubicBezTo>
                    <a:pt x="1168" y="695"/>
                    <a:pt x="1168" y="696"/>
                    <a:pt x="1168" y="696"/>
                  </a:cubicBezTo>
                  <a:cubicBezTo>
                    <a:pt x="1168" y="698"/>
                    <a:pt x="1167" y="699"/>
                    <a:pt x="1167" y="699"/>
                  </a:cubicBezTo>
                  <a:cubicBezTo>
                    <a:pt x="1165" y="683"/>
                    <a:pt x="1145" y="691"/>
                    <a:pt x="1145" y="691"/>
                  </a:cubicBezTo>
                  <a:cubicBezTo>
                    <a:pt x="1148" y="673"/>
                    <a:pt x="1120" y="648"/>
                    <a:pt x="1087" y="621"/>
                  </a:cubicBezTo>
                  <a:cubicBezTo>
                    <a:pt x="1086" y="620"/>
                    <a:pt x="1084" y="619"/>
                    <a:pt x="1083" y="617"/>
                  </a:cubicBezTo>
                  <a:cubicBezTo>
                    <a:pt x="1083" y="617"/>
                    <a:pt x="1083" y="617"/>
                    <a:pt x="1083" y="617"/>
                  </a:cubicBezTo>
                  <a:cubicBezTo>
                    <a:pt x="1081" y="616"/>
                    <a:pt x="1080" y="615"/>
                    <a:pt x="1079" y="614"/>
                  </a:cubicBezTo>
                  <a:cubicBezTo>
                    <a:pt x="1078" y="614"/>
                    <a:pt x="1078" y="613"/>
                    <a:pt x="1078" y="613"/>
                  </a:cubicBezTo>
                  <a:cubicBezTo>
                    <a:pt x="1076" y="612"/>
                    <a:pt x="1075" y="611"/>
                    <a:pt x="1074" y="610"/>
                  </a:cubicBezTo>
                  <a:cubicBezTo>
                    <a:pt x="1074" y="610"/>
                    <a:pt x="1074" y="610"/>
                    <a:pt x="1074" y="610"/>
                  </a:cubicBezTo>
                  <a:cubicBezTo>
                    <a:pt x="1072" y="608"/>
                    <a:pt x="1071" y="607"/>
                    <a:pt x="1069" y="606"/>
                  </a:cubicBezTo>
                  <a:cubicBezTo>
                    <a:pt x="1069" y="605"/>
                    <a:pt x="1068" y="605"/>
                    <a:pt x="1068" y="605"/>
                  </a:cubicBezTo>
                  <a:cubicBezTo>
                    <a:pt x="1067" y="604"/>
                    <a:pt x="1066" y="603"/>
                    <a:pt x="1065" y="602"/>
                  </a:cubicBezTo>
                  <a:cubicBezTo>
                    <a:pt x="1064" y="601"/>
                    <a:pt x="1063" y="600"/>
                    <a:pt x="1062" y="600"/>
                  </a:cubicBezTo>
                  <a:cubicBezTo>
                    <a:pt x="1062" y="599"/>
                    <a:pt x="1061" y="598"/>
                    <a:pt x="1060" y="597"/>
                  </a:cubicBezTo>
                  <a:cubicBezTo>
                    <a:pt x="1059" y="596"/>
                    <a:pt x="1058" y="596"/>
                    <a:pt x="1057" y="595"/>
                  </a:cubicBezTo>
                  <a:cubicBezTo>
                    <a:pt x="1056" y="594"/>
                    <a:pt x="1055" y="593"/>
                    <a:pt x="1055" y="593"/>
                  </a:cubicBezTo>
                  <a:cubicBezTo>
                    <a:pt x="1053" y="592"/>
                    <a:pt x="1052" y="590"/>
                    <a:pt x="1051" y="589"/>
                  </a:cubicBezTo>
                  <a:cubicBezTo>
                    <a:pt x="1050" y="589"/>
                    <a:pt x="1050" y="589"/>
                    <a:pt x="1049" y="588"/>
                  </a:cubicBezTo>
                  <a:cubicBezTo>
                    <a:pt x="1048" y="587"/>
                    <a:pt x="1046" y="585"/>
                    <a:pt x="1045" y="584"/>
                  </a:cubicBezTo>
                  <a:cubicBezTo>
                    <a:pt x="1044" y="584"/>
                    <a:pt x="1044" y="584"/>
                    <a:pt x="1044" y="584"/>
                  </a:cubicBezTo>
                  <a:cubicBezTo>
                    <a:pt x="1032" y="573"/>
                    <a:pt x="1020" y="562"/>
                    <a:pt x="1010" y="552"/>
                  </a:cubicBezTo>
                  <a:cubicBezTo>
                    <a:pt x="1030" y="552"/>
                    <a:pt x="1038" y="555"/>
                    <a:pt x="1063" y="535"/>
                  </a:cubicBezTo>
                  <a:cubicBezTo>
                    <a:pt x="1091" y="512"/>
                    <a:pt x="1079" y="439"/>
                    <a:pt x="1078" y="435"/>
                  </a:cubicBezTo>
                  <a:cubicBezTo>
                    <a:pt x="1078" y="433"/>
                    <a:pt x="1077" y="431"/>
                    <a:pt x="1079" y="428"/>
                  </a:cubicBezTo>
                  <a:cubicBezTo>
                    <a:pt x="1079" y="427"/>
                    <a:pt x="1080" y="427"/>
                    <a:pt x="1080" y="427"/>
                  </a:cubicBezTo>
                  <a:cubicBezTo>
                    <a:pt x="1081" y="425"/>
                    <a:pt x="1083" y="424"/>
                    <a:pt x="1085" y="422"/>
                  </a:cubicBezTo>
                  <a:cubicBezTo>
                    <a:pt x="1102" y="410"/>
                    <a:pt x="1104" y="389"/>
                    <a:pt x="1101" y="381"/>
                  </a:cubicBezTo>
                  <a:cubicBezTo>
                    <a:pt x="1099" y="375"/>
                    <a:pt x="1094" y="368"/>
                    <a:pt x="1092" y="365"/>
                  </a:cubicBezTo>
                  <a:cubicBezTo>
                    <a:pt x="1090" y="363"/>
                    <a:pt x="1090" y="363"/>
                    <a:pt x="1090" y="363"/>
                  </a:cubicBezTo>
                  <a:cubicBezTo>
                    <a:pt x="1100" y="341"/>
                    <a:pt x="1087" y="339"/>
                    <a:pt x="1096" y="301"/>
                  </a:cubicBezTo>
                  <a:cubicBezTo>
                    <a:pt x="1102" y="279"/>
                    <a:pt x="1107" y="242"/>
                    <a:pt x="1093" y="209"/>
                  </a:cubicBezTo>
                  <a:cubicBezTo>
                    <a:pt x="1078" y="174"/>
                    <a:pt x="1059" y="144"/>
                    <a:pt x="1036" y="118"/>
                  </a:cubicBezTo>
                  <a:cubicBezTo>
                    <a:pt x="1036" y="117"/>
                    <a:pt x="1037" y="117"/>
                    <a:pt x="1037" y="117"/>
                  </a:cubicBezTo>
                  <a:cubicBezTo>
                    <a:pt x="969" y="39"/>
                    <a:pt x="874" y="0"/>
                    <a:pt x="784" y="8"/>
                  </a:cubicBezTo>
                  <a:cubicBezTo>
                    <a:pt x="784" y="8"/>
                    <a:pt x="784" y="8"/>
                    <a:pt x="784" y="8"/>
                  </a:cubicBezTo>
                  <a:cubicBezTo>
                    <a:pt x="780" y="9"/>
                    <a:pt x="776" y="9"/>
                    <a:pt x="772" y="10"/>
                  </a:cubicBezTo>
                  <a:cubicBezTo>
                    <a:pt x="769" y="10"/>
                    <a:pt x="767" y="10"/>
                    <a:pt x="765" y="11"/>
                  </a:cubicBezTo>
                  <a:cubicBezTo>
                    <a:pt x="764" y="11"/>
                    <a:pt x="762" y="11"/>
                    <a:pt x="761" y="11"/>
                  </a:cubicBezTo>
                  <a:cubicBezTo>
                    <a:pt x="757" y="12"/>
                    <a:pt x="753" y="13"/>
                    <a:pt x="749" y="14"/>
                  </a:cubicBezTo>
                  <a:cubicBezTo>
                    <a:pt x="749" y="14"/>
                    <a:pt x="749" y="14"/>
                    <a:pt x="749" y="14"/>
                  </a:cubicBezTo>
                  <a:cubicBezTo>
                    <a:pt x="704" y="24"/>
                    <a:pt x="661" y="48"/>
                    <a:pt x="626" y="84"/>
                  </a:cubicBezTo>
                  <a:cubicBezTo>
                    <a:pt x="492" y="225"/>
                    <a:pt x="618" y="403"/>
                    <a:pt x="618" y="403"/>
                  </a:cubicBezTo>
                  <a:cubicBezTo>
                    <a:pt x="627" y="412"/>
                    <a:pt x="624" y="413"/>
                    <a:pt x="625" y="423"/>
                  </a:cubicBezTo>
                  <a:cubicBezTo>
                    <a:pt x="626" y="428"/>
                    <a:pt x="628" y="434"/>
                    <a:pt x="629" y="438"/>
                  </a:cubicBezTo>
                  <a:cubicBezTo>
                    <a:pt x="636" y="460"/>
                    <a:pt x="633" y="482"/>
                    <a:pt x="633" y="482"/>
                  </a:cubicBezTo>
                  <a:close/>
                  <a:moveTo>
                    <a:pt x="596" y="515"/>
                  </a:moveTo>
                  <a:cubicBezTo>
                    <a:pt x="596" y="515"/>
                    <a:pt x="596" y="515"/>
                    <a:pt x="596" y="515"/>
                  </a:cubicBezTo>
                  <a:moveTo>
                    <a:pt x="1090" y="363"/>
                  </a:moveTo>
                  <a:cubicBezTo>
                    <a:pt x="1091" y="364"/>
                    <a:pt x="1091" y="364"/>
                    <a:pt x="1092" y="365"/>
                  </a:cubicBezTo>
                  <a:cubicBezTo>
                    <a:pt x="1091" y="364"/>
                    <a:pt x="1090" y="363"/>
                    <a:pt x="1090" y="363"/>
                  </a:cubicBezTo>
                  <a:cubicBezTo>
                    <a:pt x="1090" y="363"/>
                    <a:pt x="1090" y="363"/>
                    <a:pt x="1090" y="363"/>
                  </a:cubicBezTo>
                  <a:close/>
                  <a:moveTo>
                    <a:pt x="415" y="926"/>
                  </a:moveTo>
                  <a:cubicBezTo>
                    <a:pt x="415" y="924"/>
                    <a:pt x="416" y="922"/>
                    <a:pt x="416" y="921"/>
                  </a:cubicBezTo>
                  <a:cubicBezTo>
                    <a:pt x="417" y="901"/>
                    <a:pt x="416" y="884"/>
                    <a:pt x="411" y="879"/>
                  </a:cubicBezTo>
                  <a:cubicBezTo>
                    <a:pt x="411" y="879"/>
                    <a:pt x="427" y="859"/>
                    <a:pt x="429" y="856"/>
                  </a:cubicBezTo>
                  <a:cubicBezTo>
                    <a:pt x="429" y="856"/>
                    <a:pt x="442" y="839"/>
                    <a:pt x="443" y="839"/>
                  </a:cubicBezTo>
                  <a:cubicBezTo>
                    <a:pt x="445" y="835"/>
                    <a:pt x="452" y="827"/>
                    <a:pt x="452" y="827"/>
                  </a:cubicBezTo>
                  <a:cubicBezTo>
                    <a:pt x="455" y="823"/>
                    <a:pt x="461" y="814"/>
                    <a:pt x="461" y="814"/>
                  </a:cubicBezTo>
                  <a:cubicBezTo>
                    <a:pt x="462" y="812"/>
                    <a:pt x="464" y="810"/>
                    <a:pt x="465" y="809"/>
                  </a:cubicBezTo>
                  <a:cubicBezTo>
                    <a:pt x="464" y="810"/>
                    <a:pt x="444" y="888"/>
                    <a:pt x="444" y="989"/>
                  </a:cubicBezTo>
                  <a:cubicBezTo>
                    <a:pt x="444" y="992"/>
                    <a:pt x="443" y="995"/>
                    <a:pt x="443" y="998"/>
                  </a:cubicBezTo>
                  <a:cubicBezTo>
                    <a:pt x="443" y="1015"/>
                    <a:pt x="446" y="1034"/>
                    <a:pt x="451" y="1051"/>
                  </a:cubicBezTo>
                  <a:cubicBezTo>
                    <a:pt x="451" y="1051"/>
                    <a:pt x="451" y="1051"/>
                    <a:pt x="451" y="1051"/>
                  </a:cubicBezTo>
                  <a:cubicBezTo>
                    <a:pt x="448" y="1050"/>
                    <a:pt x="445" y="1050"/>
                    <a:pt x="445" y="1050"/>
                  </a:cubicBezTo>
                  <a:cubicBezTo>
                    <a:pt x="444" y="1049"/>
                    <a:pt x="441" y="1049"/>
                    <a:pt x="440" y="1049"/>
                  </a:cubicBezTo>
                  <a:cubicBezTo>
                    <a:pt x="440" y="1049"/>
                    <a:pt x="439" y="1049"/>
                    <a:pt x="438" y="1049"/>
                  </a:cubicBezTo>
                  <a:cubicBezTo>
                    <a:pt x="412" y="1009"/>
                    <a:pt x="415" y="926"/>
                    <a:pt x="415" y="926"/>
                  </a:cubicBezTo>
                  <a:close/>
                  <a:moveTo>
                    <a:pt x="462" y="1124"/>
                  </a:moveTo>
                  <a:cubicBezTo>
                    <a:pt x="460" y="1122"/>
                    <a:pt x="459" y="1119"/>
                    <a:pt x="458" y="1117"/>
                  </a:cubicBezTo>
                  <a:cubicBezTo>
                    <a:pt x="461" y="1121"/>
                    <a:pt x="464" y="1125"/>
                    <a:pt x="468" y="1126"/>
                  </a:cubicBezTo>
                  <a:cubicBezTo>
                    <a:pt x="469" y="1126"/>
                    <a:pt x="469" y="1127"/>
                    <a:pt x="470" y="1127"/>
                  </a:cubicBezTo>
                  <a:cubicBezTo>
                    <a:pt x="470" y="1127"/>
                    <a:pt x="470" y="1127"/>
                    <a:pt x="470" y="1127"/>
                  </a:cubicBezTo>
                  <a:cubicBezTo>
                    <a:pt x="470" y="1127"/>
                    <a:pt x="471" y="1127"/>
                    <a:pt x="471" y="1127"/>
                  </a:cubicBezTo>
                  <a:cubicBezTo>
                    <a:pt x="471" y="1127"/>
                    <a:pt x="471" y="1127"/>
                    <a:pt x="472" y="1127"/>
                  </a:cubicBezTo>
                  <a:cubicBezTo>
                    <a:pt x="472" y="1127"/>
                    <a:pt x="472" y="1127"/>
                    <a:pt x="473" y="1127"/>
                  </a:cubicBezTo>
                  <a:cubicBezTo>
                    <a:pt x="473" y="1127"/>
                    <a:pt x="473" y="1127"/>
                    <a:pt x="473" y="1127"/>
                  </a:cubicBezTo>
                  <a:cubicBezTo>
                    <a:pt x="475" y="1127"/>
                    <a:pt x="476" y="1126"/>
                    <a:pt x="477" y="1125"/>
                  </a:cubicBezTo>
                  <a:cubicBezTo>
                    <a:pt x="477" y="1125"/>
                    <a:pt x="477" y="1125"/>
                    <a:pt x="477" y="1125"/>
                  </a:cubicBezTo>
                  <a:cubicBezTo>
                    <a:pt x="478" y="1124"/>
                    <a:pt x="478" y="1124"/>
                    <a:pt x="478" y="1123"/>
                  </a:cubicBezTo>
                  <a:cubicBezTo>
                    <a:pt x="478" y="1123"/>
                    <a:pt x="478" y="1123"/>
                    <a:pt x="478" y="1123"/>
                  </a:cubicBezTo>
                  <a:cubicBezTo>
                    <a:pt x="483" y="1133"/>
                    <a:pt x="488" y="1143"/>
                    <a:pt x="492" y="1152"/>
                  </a:cubicBezTo>
                  <a:cubicBezTo>
                    <a:pt x="479" y="1139"/>
                    <a:pt x="472" y="1129"/>
                    <a:pt x="466" y="1128"/>
                  </a:cubicBezTo>
                  <a:cubicBezTo>
                    <a:pt x="465" y="1127"/>
                    <a:pt x="463" y="1126"/>
                    <a:pt x="462" y="1124"/>
                  </a:cubicBezTo>
                  <a:close/>
                  <a:moveTo>
                    <a:pt x="482" y="1225"/>
                  </a:moveTo>
                  <a:cubicBezTo>
                    <a:pt x="482" y="1225"/>
                    <a:pt x="482" y="1225"/>
                    <a:pt x="482" y="1224"/>
                  </a:cubicBezTo>
                  <a:cubicBezTo>
                    <a:pt x="482" y="1224"/>
                    <a:pt x="482" y="1224"/>
                    <a:pt x="482" y="1224"/>
                  </a:cubicBezTo>
                  <a:cubicBezTo>
                    <a:pt x="485" y="1213"/>
                    <a:pt x="475" y="1210"/>
                    <a:pt x="472" y="1209"/>
                  </a:cubicBezTo>
                  <a:cubicBezTo>
                    <a:pt x="472" y="1209"/>
                    <a:pt x="472" y="1209"/>
                    <a:pt x="472" y="1209"/>
                  </a:cubicBezTo>
                  <a:cubicBezTo>
                    <a:pt x="472" y="1209"/>
                    <a:pt x="472" y="1209"/>
                    <a:pt x="472" y="1209"/>
                  </a:cubicBezTo>
                  <a:cubicBezTo>
                    <a:pt x="472" y="1209"/>
                    <a:pt x="472" y="1209"/>
                    <a:pt x="472" y="1209"/>
                  </a:cubicBezTo>
                  <a:cubicBezTo>
                    <a:pt x="472" y="1209"/>
                    <a:pt x="472" y="1209"/>
                    <a:pt x="472" y="1209"/>
                  </a:cubicBezTo>
                  <a:cubicBezTo>
                    <a:pt x="472" y="1209"/>
                    <a:pt x="472" y="1209"/>
                    <a:pt x="472" y="1209"/>
                  </a:cubicBezTo>
                  <a:cubicBezTo>
                    <a:pt x="472" y="1209"/>
                    <a:pt x="473" y="1209"/>
                    <a:pt x="473" y="1209"/>
                  </a:cubicBezTo>
                  <a:cubicBezTo>
                    <a:pt x="473" y="1209"/>
                    <a:pt x="473" y="1209"/>
                    <a:pt x="473" y="1209"/>
                  </a:cubicBezTo>
                  <a:cubicBezTo>
                    <a:pt x="473" y="1209"/>
                    <a:pt x="474" y="1209"/>
                    <a:pt x="474" y="1209"/>
                  </a:cubicBezTo>
                  <a:cubicBezTo>
                    <a:pt x="474" y="1209"/>
                    <a:pt x="474" y="1209"/>
                    <a:pt x="474" y="1209"/>
                  </a:cubicBezTo>
                  <a:cubicBezTo>
                    <a:pt x="475" y="1209"/>
                    <a:pt x="477" y="1209"/>
                    <a:pt x="478" y="1209"/>
                  </a:cubicBezTo>
                  <a:cubicBezTo>
                    <a:pt x="478" y="1209"/>
                    <a:pt x="478" y="1209"/>
                    <a:pt x="478" y="1209"/>
                  </a:cubicBezTo>
                  <a:cubicBezTo>
                    <a:pt x="479" y="1209"/>
                    <a:pt x="480" y="1209"/>
                    <a:pt x="480" y="1209"/>
                  </a:cubicBezTo>
                  <a:cubicBezTo>
                    <a:pt x="480" y="1209"/>
                    <a:pt x="480" y="1209"/>
                    <a:pt x="480" y="1209"/>
                  </a:cubicBezTo>
                  <a:cubicBezTo>
                    <a:pt x="481" y="1209"/>
                    <a:pt x="481" y="1209"/>
                    <a:pt x="482" y="1209"/>
                  </a:cubicBezTo>
                  <a:cubicBezTo>
                    <a:pt x="482" y="1209"/>
                    <a:pt x="482" y="1209"/>
                    <a:pt x="482" y="1209"/>
                  </a:cubicBezTo>
                  <a:cubicBezTo>
                    <a:pt x="483" y="1209"/>
                    <a:pt x="483" y="1209"/>
                    <a:pt x="484" y="1209"/>
                  </a:cubicBezTo>
                  <a:cubicBezTo>
                    <a:pt x="484" y="1209"/>
                    <a:pt x="484" y="1209"/>
                    <a:pt x="484" y="1209"/>
                  </a:cubicBezTo>
                  <a:cubicBezTo>
                    <a:pt x="485" y="1209"/>
                    <a:pt x="485" y="1209"/>
                    <a:pt x="486" y="1209"/>
                  </a:cubicBezTo>
                  <a:cubicBezTo>
                    <a:pt x="486" y="1209"/>
                    <a:pt x="486" y="1209"/>
                    <a:pt x="486" y="1209"/>
                  </a:cubicBezTo>
                  <a:cubicBezTo>
                    <a:pt x="487" y="1209"/>
                    <a:pt x="488" y="1209"/>
                    <a:pt x="488" y="1209"/>
                  </a:cubicBezTo>
                  <a:cubicBezTo>
                    <a:pt x="488" y="1209"/>
                    <a:pt x="488" y="1209"/>
                    <a:pt x="488" y="1209"/>
                  </a:cubicBezTo>
                  <a:cubicBezTo>
                    <a:pt x="492" y="1209"/>
                    <a:pt x="496" y="1209"/>
                    <a:pt x="499" y="1208"/>
                  </a:cubicBezTo>
                  <a:cubicBezTo>
                    <a:pt x="502" y="1220"/>
                    <a:pt x="507" y="1232"/>
                    <a:pt x="507" y="1232"/>
                  </a:cubicBezTo>
                  <a:cubicBezTo>
                    <a:pt x="507" y="1232"/>
                    <a:pt x="507" y="1232"/>
                    <a:pt x="507" y="1233"/>
                  </a:cubicBezTo>
                  <a:cubicBezTo>
                    <a:pt x="501" y="1231"/>
                    <a:pt x="493" y="1228"/>
                    <a:pt x="482" y="1225"/>
                  </a:cubicBezTo>
                  <a:close/>
                  <a:moveTo>
                    <a:pt x="625" y="1541"/>
                  </a:moveTo>
                  <a:cubicBezTo>
                    <a:pt x="625" y="1541"/>
                    <a:pt x="625" y="1541"/>
                    <a:pt x="625" y="1541"/>
                  </a:cubicBezTo>
                  <a:cubicBezTo>
                    <a:pt x="625" y="1541"/>
                    <a:pt x="625" y="1541"/>
                    <a:pt x="625" y="1541"/>
                  </a:cubicBezTo>
                  <a:close/>
                  <a:moveTo>
                    <a:pt x="676" y="1569"/>
                  </a:moveTo>
                  <a:cubicBezTo>
                    <a:pt x="676" y="1569"/>
                    <a:pt x="677" y="1569"/>
                    <a:pt x="677" y="1568"/>
                  </a:cubicBezTo>
                  <a:cubicBezTo>
                    <a:pt x="677" y="1568"/>
                    <a:pt x="677" y="1568"/>
                    <a:pt x="677" y="1568"/>
                  </a:cubicBezTo>
                  <a:cubicBezTo>
                    <a:pt x="677" y="1569"/>
                    <a:pt x="677" y="1569"/>
                    <a:pt x="677" y="1570"/>
                  </a:cubicBezTo>
                  <a:lnTo>
                    <a:pt x="676" y="1569"/>
                  </a:lnTo>
                  <a:close/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</p:grpSp>
      <p:grpSp>
        <p:nvGrpSpPr>
          <p:cNvPr id="66563" name="sitting-infant-stage-of-life">
            <a:extLst>
              <a:ext uri="{FF2B5EF4-FFF2-40B4-BE49-F238E27FC236}">
                <a16:creationId xmlns:a16="http://schemas.microsoft.com/office/drawing/2014/main" id="{FEDBA5FB-5799-4CB8-9C8C-F6864532B656}"/>
              </a:ext>
            </a:extLst>
          </p:cNvPr>
          <p:cNvGrpSpPr>
            <a:grpSpLocks/>
          </p:cNvGrpSpPr>
          <p:nvPr/>
        </p:nvGrpSpPr>
        <p:grpSpPr bwMode="auto">
          <a:xfrm>
            <a:off x="2667000" y="4343400"/>
            <a:ext cx="650875" cy="1339850"/>
            <a:chOff x="4242" y="738"/>
            <a:chExt cx="994" cy="2049"/>
          </a:xfrm>
        </p:grpSpPr>
        <p:sp>
          <p:nvSpPr>
            <p:cNvPr id="66582" name="Freeform 7">
              <a:extLst>
                <a:ext uri="{FF2B5EF4-FFF2-40B4-BE49-F238E27FC236}">
                  <a16:creationId xmlns:a16="http://schemas.microsoft.com/office/drawing/2014/main" id="{736B0F57-E6CC-4AC5-813C-86ED27C6B47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242" y="738"/>
              <a:ext cx="994" cy="2049"/>
            </a:xfrm>
            <a:custGeom>
              <a:avLst/>
              <a:gdLst>
                <a:gd name="T0" fmla="*/ 427 w 1477"/>
                <a:gd name="T1" fmla="*/ 520 h 3047"/>
                <a:gd name="T2" fmla="*/ 425 w 1477"/>
                <a:gd name="T3" fmla="*/ 391 h 3047"/>
                <a:gd name="T4" fmla="*/ 347 w 1477"/>
                <a:gd name="T5" fmla="*/ 249 h 3047"/>
                <a:gd name="T6" fmla="*/ 252 w 1477"/>
                <a:gd name="T7" fmla="*/ 219 h 3047"/>
                <a:gd name="T8" fmla="*/ 257 w 1477"/>
                <a:gd name="T9" fmla="*/ 203 h 3047"/>
                <a:gd name="T10" fmla="*/ 272 w 1477"/>
                <a:gd name="T11" fmla="*/ 153 h 3047"/>
                <a:gd name="T12" fmla="*/ 258 w 1477"/>
                <a:gd name="T13" fmla="*/ 88 h 3047"/>
                <a:gd name="T14" fmla="*/ 87 w 1477"/>
                <a:gd name="T15" fmla="*/ 154 h 3047"/>
                <a:gd name="T16" fmla="*/ 88 w 1477"/>
                <a:gd name="T17" fmla="*/ 176 h 3047"/>
                <a:gd name="T18" fmla="*/ 104 w 1477"/>
                <a:gd name="T19" fmla="*/ 206 h 3047"/>
                <a:gd name="T20" fmla="*/ 55 w 1477"/>
                <a:gd name="T21" fmla="*/ 288 h 3047"/>
                <a:gd name="T22" fmla="*/ 38 w 1477"/>
                <a:gd name="T23" fmla="*/ 477 h 3047"/>
                <a:gd name="T24" fmla="*/ 57 w 1477"/>
                <a:gd name="T25" fmla="*/ 555 h 3047"/>
                <a:gd name="T26" fmla="*/ 20 w 1477"/>
                <a:gd name="T27" fmla="*/ 726 h 3047"/>
                <a:gd name="T28" fmla="*/ 200 w 1477"/>
                <a:gd name="T29" fmla="*/ 867 h 3047"/>
                <a:gd name="T30" fmla="*/ 234 w 1477"/>
                <a:gd name="T31" fmla="*/ 915 h 3047"/>
                <a:gd name="T32" fmla="*/ 246 w 1477"/>
                <a:gd name="T33" fmla="*/ 915 h 3047"/>
                <a:gd name="T34" fmla="*/ 257 w 1477"/>
                <a:gd name="T35" fmla="*/ 898 h 3047"/>
                <a:gd name="T36" fmla="*/ 287 w 1477"/>
                <a:gd name="T37" fmla="*/ 894 h 3047"/>
                <a:gd name="T38" fmla="*/ 252 w 1477"/>
                <a:gd name="T39" fmla="*/ 826 h 3047"/>
                <a:gd name="T40" fmla="*/ 261 w 1477"/>
                <a:gd name="T41" fmla="*/ 833 h 3047"/>
                <a:gd name="T42" fmla="*/ 286 w 1477"/>
                <a:gd name="T43" fmla="*/ 849 h 3047"/>
                <a:gd name="T44" fmla="*/ 312 w 1477"/>
                <a:gd name="T45" fmla="*/ 835 h 3047"/>
                <a:gd name="T46" fmla="*/ 314 w 1477"/>
                <a:gd name="T47" fmla="*/ 753 h 3047"/>
                <a:gd name="T48" fmla="*/ 90 w 1477"/>
                <a:gd name="T49" fmla="*/ 483 h 3047"/>
                <a:gd name="T50" fmla="*/ 90 w 1477"/>
                <a:gd name="T51" fmla="*/ 483 h 3047"/>
                <a:gd name="T52" fmla="*/ 86 w 1477"/>
                <a:gd name="T53" fmla="*/ 402 h 3047"/>
                <a:gd name="T54" fmla="*/ 86 w 1477"/>
                <a:gd name="T55" fmla="*/ 467 h 3047"/>
                <a:gd name="T56" fmla="*/ 84 w 1477"/>
                <a:gd name="T57" fmla="*/ 521 h 3047"/>
                <a:gd name="T58" fmla="*/ 93 w 1477"/>
                <a:gd name="T59" fmla="*/ 535 h 3047"/>
                <a:gd name="T60" fmla="*/ 79 w 1477"/>
                <a:gd name="T61" fmla="*/ 520 h 3047"/>
                <a:gd name="T62" fmla="*/ 65 w 1477"/>
                <a:gd name="T63" fmla="*/ 572 h 3047"/>
                <a:gd name="T64" fmla="*/ 67 w 1477"/>
                <a:gd name="T65" fmla="*/ 581 h 3047"/>
                <a:gd name="T66" fmla="*/ 75 w 1477"/>
                <a:gd name="T67" fmla="*/ 554 h 3047"/>
                <a:gd name="T68" fmla="*/ 96 w 1477"/>
                <a:gd name="T69" fmla="*/ 546 h 3047"/>
                <a:gd name="T70" fmla="*/ 234 w 1477"/>
                <a:gd name="T71" fmla="*/ 726 h 3047"/>
                <a:gd name="T72" fmla="*/ 211 w 1477"/>
                <a:gd name="T73" fmla="*/ 761 h 3047"/>
                <a:gd name="T74" fmla="*/ 154 w 1477"/>
                <a:gd name="T75" fmla="*/ 696 h 3047"/>
                <a:gd name="T76" fmla="*/ 214 w 1477"/>
                <a:gd name="T77" fmla="*/ 656 h 3047"/>
                <a:gd name="T78" fmla="*/ 247 w 1477"/>
                <a:gd name="T79" fmla="*/ 700 h 3047"/>
                <a:gd name="T80" fmla="*/ 341 w 1477"/>
                <a:gd name="T81" fmla="*/ 492 h 3047"/>
                <a:gd name="T82" fmla="*/ 330 w 1477"/>
                <a:gd name="T83" fmla="*/ 500 h 3047"/>
                <a:gd name="T84" fmla="*/ 314 w 1477"/>
                <a:gd name="T85" fmla="*/ 336 h 3047"/>
                <a:gd name="T86" fmla="*/ 347 w 1477"/>
                <a:gd name="T87" fmla="*/ 390 h 3047"/>
                <a:gd name="T88" fmla="*/ 390 w 1477"/>
                <a:gd name="T89" fmla="*/ 514 h 3047"/>
                <a:gd name="T90" fmla="*/ 411 w 1477"/>
                <a:gd name="T91" fmla="*/ 527 h 3047"/>
                <a:gd name="T92" fmla="*/ 411 w 1477"/>
                <a:gd name="T93" fmla="*/ 527 h 3047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0" t="0" r="r" b="b"/>
              <a:pathLst>
                <a:path w="1477" h="3047">
                  <a:moveTo>
                    <a:pt x="1437" y="1839"/>
                  </a:moveTo>
                  <a:cubicBezTo>
                    <a:pt x="1430" y="1817"/>
                    <a:pt x="1417" y="1797"/>
                    <a:pt x="1400" y="1778"/>
                  </a:cubicBezTo>
                  <a:cubicBezTo>
                    <a:pt x="1406" y="1759"/>
                    <a:pt x="1416" y="1733"/>
                    <a:pt x="1403" y="1711"/>
                  </a:cubicBezTo>
                  <a:cubicBezTo>
                    <a:pt x="1386" y="1682"/>
                    <a:pt x="1374" y="1662"/>
                    <a:pt x="1378" y="1650"/>
                  </a:cubicBezTo>
                  <a:cubicBezTo>
                    <a:pt x="1382" y="1638"/>
                    <a:pt x="1378" y="1610"/>
                    <a:pt x="1378" y="1610"/>
                  </a:cubicBezTo>
                  <a:cubicBezTo>
                    <a:pt x="1421" y="1580"/>
                    <a:pt x="1395" y="1319"/>
                    <a:pt x="1393" y="1288"/>
                  </a:cubicBezTo>
                  <a:cubicBezTo>
                    <a:pt x="1390" y="1258"/>
                    <a:pt x="1395" y="1230"/>
                    <a:pt x="1378" y="1204"/>
                  </a:cubicBezTo>
                  <a:cubicBezTo>
                    <a:pt x="1361" y="1179"/>
                    <a:pt x="1375" y="1191"/>
                    <a:pt x="1342" y="1120"/>
                  </a:cubicBezTo>
                  <a:cubicBezTo>
                    <a:pt x="1309" y="1050"/>
                    <a:pt x="1203" y="959"/>
                    <a:pt x="1138" y="820"/>
                  </a:cubicBezTo>
                  <a:cubicBezTo>
                    <a:pt x="1089" y="716"/>
                    <a:pt x="981" y="728"/>
                    <a:pt x="957" y="726"/>
                  </a:cubicBezTo>
                  <a:cubicBezTo>
                    <a:pt x="933" y="723"/>
                    <a:pt x="877" y="726"/>
                    <a:pt x="847" y="730"/>
                  </a:cubicBezTo>
                  <a:cubicBezTo>
                    <a:pt x="837" y="731"/>
                    <a:pt x="830" y="726"/>
                    <a:pt x="825" y="720"/>
                  </a:cubicBezTo>
                  <a:cubicBezTo>
                    <a:pt x="823" y="716"/>
                    <a:pt x="823" y="714"/>
                    <a:pt x="823" y="714"/>
                  </a:cubicBezTo>
                  <a:cubicBezTo>
                    <a:pt x="821" y="712"/>
                    <a:pt x="821" y="712"/>
                    <a:pt x="821" y="712"/>
                  </a:cubicBezTo>
                  <a:cubicBezTo>
                    <a:pt x="831" y="698"/>
                    <a:pt x="839" y="684"/>
                    <a:pt x="844" y="667"/>
                  </a:cubicBezTo>
                  <a:cubicBezTo>
                    <a:pt x="853" y="638"/>
                    <a:pt x="859" y="612"/>
                    <a:pt x="862" y="588"/>
                  </a:cubicBezTo>
                  <a:cubicBezTo>
                    <a:pt x="876" y="604"/>
                    <a:pt x="893" y="602"/>
                    <a:pt x="901" y="578"/>
                  </a:cubicBezTo>
                  <a:cubicBezTo>
                    <a:pt x="908" y="552"/>
                    <a:pt x="892" y="526"/>
                    <a:pt x="893" y="501"/>
                  </a:cubicBezTo>
                  <a:cubicBezTo>
                    <a:pt x="893" y="480"/>
                    <a:pt x="922" y="448"/>
                    <a:pt x="915" y="429"/>
                  </a:cubicBezTo>
                  <a:cubicBezTo>
                    <a:pt x="908" y="409"/>
                    <a:pt x="881" y="423"/>
                    <a:pt x="868" y="433"/>
                  </a:cubicBezTo>
                  <a:cubicBezTo>
                    <a:pt x="873" y="394"/>
                    <a:pt x="859" y="315"/>
                    <a:pt x="848" y="290"/>
                  </a:cubicBezTo>
                  <a:cubicBezTo>
                    <a:pt x="836" y="264"/>
                    <a:pt x="770" y="0"/>
                    <a:pt x="485" y="54"/>
                  </a:cubicBezTo>
                  <a:cubicBezTo>
                    <a:pt x="408" y="68"/>
                    <a:pt x="234" y="168"/>
                    <a:pt x="264" y="414"/>
                  </a:cubicBezTo>
                  <a:cubicBezTo>
                    <a:pt x="268" y="448"/>
                    <a:pt x="277" y="478"/>
                    <a:pt x="286" y="505"/>
                  </a:cubicBezTo>
                  <a:cubicBezTo>
                    <a:pt x="271" y="503"/>
                    <a:pt x="250" y="502"/>
                    <a:pt x="256" y="526"/>
                  </a:cubicBezTo>
                  <a:cubicBezTo>
                    <a:pt x="258" y="536"/>
                    <a:pt x="269" y="542"/>
                    <a:pt x="276" y="550"/>
                  </a:cubicBezTo>
                  <a:cubicBezTo>
                    <a:pt x="284" y="558"/>
                    <a:pt x="287" y="566"/>
                    <a:pt x="290" y="577"/>
                  </a:cubicBezTo>
                  <a:cubicBezTo>
                    <a:pt x="298" y="603"/>
                    <a:pt x="298" y="630"/>
                    <a:pt x="306" y="655"/>
                  </a:cubicBezTo>
                  <a:cubicBezTo>
                    <a:pt x="310" y="665"/>
                    <a:pt x="313" y="680"/>
                    <a:pt x="325" y="684"/>
                  </a:cubicBezTo>
                  <a:cubicBezTo>
                    <a:pt x="332" y="686"/>
                    <a:pt x="337" y="682"/>
                    <a:pt x="341" y="677"/>
                  </a:cubicBezTo>
                  <a:cubicBezTo>
                    <a:pt x="361" y="717"/>
                    <a:pt x="391" y="758"/>
                    <a:pt x="435" y="782"/>
                  </a:cubicBezTo>
                  <a:cubicBezTo>
                    <a:pt x="416" y="789"/>
                    <a:pt x="392" y="798"/>
                    <a:pt x="371" y="802"/>
                  </a:cubicBezTo>
                  <a:cubicBezTo>
                    <a:pt x="331" y="810"/>
                    <a:pt x="225" y="805"/>
                    <a:pt x="181" y="948"/>
                  </a:cubicBezTo>
                  <a:cubicBezTo>
                    <a:pt x="138" y="1090"/>
                    <a:pt x="123" y="1144"/>
                    <a:pt x="89" y="1199"/>
                  </a:cubicBezTo>
                  <a:cubicBezTo>
                    <a:pt x="55" y="1254"/>
                    <a:pt x="62" y="1272"/>
                    <a:pt x="65" y="1312"/>
                  </a:cubicBezTo>
                  <a:cubicBezTo>
                    <a:pt x="68" y="1353"/>
                    <a:pt x="67" y="1472"/>
                    <a:pt x="125" y="1570"/>
                  </a:cubicBezTo>
                  <a:cubicBezTo>
                    <a:pt x="151" y="1614"/>
                    <a:pt x="156" y="1666"/>
                    <a:pt x="178" y="1666"/>
                  </a:cubicBezTo>
                  <a:cubicBezTo>
                    <a:pt x="178" y="1666"/>
                    <a:pt x="165" y="1732"/>
                    <a:pt x="177" y="1748"/>
                  </a:cubicBezTo>
                  <a:cubicBezTo>
                    <a:pt x="189" y="1763"/>
                    <a:pt x="180" y="1810"/>
                    <a:pt x="187" y="1827"/>
                  </a:cubicBezTo>
                  <a:cubicBezTo>
                    <a:pt x="187" y="1827"/>
                    <a:pt x="172" y="1859"/>
                    <a:pt x="183" y="1887"/>
                  </a:cubicBezTo>
                  <a:cubicBezTo>
                    <a:pt x="193" y="1911"/>
                    <a:pt x="192" y="1937"/>
                    <a:pt x="203" y="1934"/>
                  </a:cubicBezTo>
                  <a:cubicBezTo>
                    <a:pt x="112" y="2050"/>
                    <a:pt x="0" y="2243"/>
                    <a:pt x="67" y="2386"/>
                  </a:cubicBezTo>
                  <a:cubicBezTo>
                    <a:pt x="168" y="2602"/>
                    <a:pt x="361" y="2720"/>
                    <a:pt x="563" y="2732"/>
                  </a:cubicBezTo>
                  <a:cubicBezTo>
                    <a:pt x="582" y="2734"/>
                    <a:pt x="605" y="2748"/>
                    <a:pt x="635" y="2758"/>
                  </a:cubicBezTo>
                  <a:cubicBezTo>
                    <a:pt x="635" y="2758"/>
                    <a:pt x="626" y="2808"/>
                    <a:pt x="655" y="2853"/>
                  </a:cubicBezTo>
                  <a:cubicBezTo>
                    <a:pt x="685" y="2898"/>
                    <a:pt x="691" y="2964"/>
                    <a:pt x="704" y="2976"/>
                  </a:cubicBezTo>
                  <a:cubicBezTo>
                    <a:pt x="717" y="2987"/>
                    <a:pt x="727" y="2994"/>
                    <a:pt x="730" y="2986"/>
                  </a:cubicBezTo>
                  <a:cubicBezTo>
                    <a:pt x="730" y="2986"/>
                    <a:pt x="747" y="3013"/>
                    <a:pt x="766" y="3009"/>
                  </a:cubicBezTo>
                  <a:cubicBezTo>
                    <a:pt x="774" y="3008"/>
                    <a:pt x="773" y="3003"/>
                    <a:pt x="773" y="3003"/>
                  </a:cubicBezTo>
                  <a:cubicBezTo>
                    <a:pt x="773" y="3003"/>
                    <a:pt x="783" y="3016"/>
                    <a:pt x="796" y="3014"/>
                  </a:cubicBezTo>
                  <a:cubicBezTo>
                    <a:pt x="804" y="3012"/>
                    <a:pt x="806" y="3010"/>
                    <a:pt x="806" y="3008"/>
                  </a:cubicBezTo>
                  <a:cubicBezTo>
                    <a:pt x="807" y="3015"/>
                    <a:pt x="814" y="3047"/>
                    <a:pt x="842" y="3038"/>
                  </a:cubicBezTo>
                  <a:cubicBezTo>
                    <a:pt x="857" y="3032"/>
                    <a:pt x="847" y="2995"/>
                    <a:pt x="840" y="2980"/>
                  </a:cubicBezTo>
                  <a:cubicBezTo>
                    <a:pt x="837" y="2973"/>
                    <a:pt x="843" y="2964"/>
                    <a:pt x="842" y="2954"/>
                  </a:cubicBezTo>
                  <a:cubicBezTo>
                    <a:pt x="842" y="2954"/>
                    <a:pt x="860" y="2959"/>
                    <a:pt x="870" y="2963"/>
                  </a:cubicBezTo>
                  <a:cubicBezTo>
                    <a:pt x="881" y="2968"/>
                    <a:pt x="893" y="3000"/>
                    <a:pt x="918" y="2994"/>
                  </a:cubicBezTo>
                  <a:cubicBezTo>
                    <a:pt x="943" y="2988"/>
                    <a:pt x="951" y="2966"/>
                    <a:pt x="942" y="2939"/>
                  </a:cubicBezTo>
                  <a:cubicBezTo>
                    <a:pt x="933" y="2912"/>
                    <a:pt x="895" y="2898"/>
                    <a:pt x="895" y="2878"/>
                  </a:cubicBezTo>
                  <a:cubicBezTo>
                    <a:pt x="894" y="2858"/>
                    <a:pt x="907" y="2822"/>
                    <a:pt x="873" y="2798"/>
                  </a:cubicBezTo>
                  <a:cubicBezTo>
                    <a:pt x="840" y="2774"/>
                    <a:pt x="829" y="2747"/>
                    <a:pt x="826" y="2716"/>
                  </a:cubicBezTo>
                  <a:cubicBezTo>
                    <a:pt x="824" y="2695"/>
                    <a:pt x="824" y="2674"/>
                    <a:pt x="821" y="2658"/>
                  </a:cubicBezTo>
                  <a:cubicBezTo>
                    <a:pt x="825" y="2664"/>
                    <a:pt x="829" y="2669"/>
                    <a:pt x="833" y="2671"/>
                  </a:cubicBezTo>
                  <a:cubicBezTo>
                    <a:pt x="833" y="2671"/>
                    <a:pt x="814" y="2718"/>
                    <a:pt x="858" y="2740"/>
                  </a:cubicBezTo>
                  <a:cubicBezTo>
                    <a:pt x="902" y="2763"/>
                    <a:pt x="910" y="2736"/>
                    <a:pt x="910" y="2736"/>
                  </a:cubicBezTo>
                  <a:cubicBezTo>
                    <a:pt x="910" y="2736"/>
                    <a:pt x="913" y="2767"/>
                    <a:pt x="933" y="2764"/>
                  </a:cubicBezTo>
                  <a:cubicBezTo>
                    <a:pt x="933" y="2764"/>
                    <a:pt x="919" y="2786"/>
                    <a:pt x="938" y="2791"/>
                  </a:cubicBezTo>
                  <a:cubicBezTo>
                    <a:pt x="957" y="2796"/>
                    <a:pt x="954" y="2779"/>
                    <a:pt x="963" y="2778"/>
                  </a:cubicBezTo>
                  <a:cubicBezTo>
                    <a:pt x="963" y="2778"/>
                    <a:pt x="963" y="2803"/>
                    <a:pt x="989" y="2794"/>
                  </a:cubicBezTo>
                  <a:cubicBezTo>
                    <a:pt x="1014" y="2784"/>
                    <a:pt x="1021" y="2774"/>
                    <a:pt x="1023" y="2747"/>
                  </a:cubicBezTo>
                  <a:cubicBezTo>
                    <a:pt x="1026" y="2720"/>
                    <a:pt x="1023" y="2699"/>
                    <a:pt x="1026" y="2680"/>
                  </a:cubicBezTo>
                  <a:cubicBezTo>
                    <a:pt x="1029" y="2662"/>
                    <a:pt x="1039" y="2580"/>
                    <a:pt x="993" y="2515"/>
                  </a:cubicBezTo>
                  <a:cubicBezTo>
                    <a:pt x="993" y="2515"/>
                    <a:pt x="1027" y="2499"/>
                    <a:pt x="1031" y="2476"/>
                  </a:cubicBezTo>
                  <a:cubicBezTo>
                    <a:pt x="1035" y="2454"/>
                    <a:pt x="1171" y="2432"/>
                    <a:pt x="1293" y="2256"/>
                  </a:cubicBezTo>
                  <a:cubicBezTo>
                    <a:pt x="1414" y="2080"/>
                    <a:pt x="1477" y="1959"/>
                    <a:pt x="1437" y="1839"/>
                  </a:cubicBezTo>
                  <a:close/>
                  <a:moveTo>
                    <a:pt x="296" y="1587"/>
                  </a:moveTo>
                  <a:cubicBezTo>
                    <a:pt x="295" y="1586"/>
                    <a:pt x="295" y="1586"/>
                    <a:pt x="294" y="1586"/>
                  </a:cubicBezTo>
                  <a:cubicBezTo>
                    <a:pt x="294" y="1586"/>
                    <a:pt x="294" y="1578"/>
                    <a:pt x="292" y="1568"/>
                  </a:cubicBezTo>
                  <a:cubicBezTo>
                    <a:pt x="293" y="1574"/>
                    <a:pt x="294" y="1580"/>
                    <a:pt x="296" y="1587"/>
                  </a:cubicBezTo>
                  <a:close/>
                  <a:moveTo>
                    <a:pt x="287" y="1316"/>
                  </a:moveTo>
                  <a:cubicBezTo>
                    <a:pt x="286" y="1320"/>
                    <a:pt x="286" y="1323"/>
                    <a:pt x="286" y="1327"/>
                  </a:cubicBezTo>
                  <a:cubicBezTo>
                    <a:pt x="285" y="1325"/>
                    <a:pt x="283" y="1325"/>
                    <a:pt x="282" y="1324"/>
                  </a:cubicBezTo>
                  <a:cubicBezTo>
                    <a:pt x="282" y="1324"/>
                    <a:pt x="284" y="1322"/>
                    <a:pt x="287" y="1316"/>
                  </a:cubicBezTo>
                  <a:close/>
                  <a:moveTo>
                    <a:pt x="289" y="1555"/>
                  </a:moveTo>
                  <a:cubicBezTo>
                    <a:pt x="288" y="1548"/>
                    <a:pt x="286" y="1541"/>
                    <a:pt x="283" y="1535"/>
                  </a:cubicBezTo>
                  <a:cubicBezTo>
                    <a:pt x="275" y="1513"/>
                    <a:pt x="273" y="1374"/>
                    <a:pt x="284" y="1338"/>
                  </a:cubicBezTo>
                  <a:moveTo>
                    <a:pt x="259" y="1686"/>
                  </a:moveTo>
                  <a:cubicBezTo>
                    <a:pt x="259" y="1686"/>
                    <a:pt x="271" y="1701"/>
                    <a:pt x="277" y="1714"/>
                  </a:cubicBezTo>
                  <a:cubicBezTo>
                    <a:pt x="281" y="1726"/>
                    <a:pt x="299" y="1742"/>
                    <a:pt x="315" y="1737"/>
                  </a:cubicBezTo>
                  <a:cubicBezTo>
                    <a:pt x="315" y="1744"/>
                    <a:pt x="315" y="1751"/>
                    <a:pt x="314" y="1757"/>
                  </a:cubicBezTo>
                  <a:cubicBezTo>
                    <a:pt x="310" y="1757"/>
                    <a:pt x="311" y="1758"/>
                    <a:pt x="305" y="1758"/>
                  </a:cubicBezTo>
                  <a:cubicBezTo>
                    <a:pt x="297" y="1759"/>
                    <a:pt x="279" y="1748"/>
                    <a:pt x="271" y="1751"/>
                  </a:cubicBezTo>
                  <a:cubicBezTo>
                    <a:pt x="263" y="1754"/>
                    <a:pt x="269" y="1742"/>
                    <a:pt x="266" y="1740"/>
                  </a:cubicBezTo>
                  <a:cubicBezTo>
                    <a:pt x="263" y="1738"/>
                    <a:pt x="267" y="1712"/>
                    <a:pt x="261" y="1709"/>
                  </a:cubicBezTo>
                  <a:cubicBezTo>
                    <a:pt x="255" y="1706"/>
                    <a:pt x="259" y="1686"/>
                    <a:pt x="259" y="1686"/>
                  </a:cubicBezTo>
                  <a:close/>
                  <a:moveTo>
                    <a:pt x="220" y="1911"/>
                  </a:moveTo>
                  <a:cubicBezTo>
                    <a:pt x="223" y="1899"/>
                    <a:pt x="219" y="1886"/>
                    <a:pt x="213" y="1880"/>
                  </a:cubicBezTo>
                  <a:cubicBezTo>
                    <a:pt x="205" y="1872"/>
                    <a:pt x="213" y="1864"/>
                    <a:pt x="213" y="1864"/>
                  </a:cubicBezTo>
                  <a:cubicBezTo>
                    <a:pt x="213" y="1864"/>
                    <a:pt x="227" y="1875"/>
                    <a:pt x="245" y="1883"/>
                  </a:cubicBezTo>
                  <a:cubicBezTo>
                    <a:pt x="237" y="1892"/>
                    <a:pt x="229" y="1901"/>
                    <a:pt x="220" y="1911"/>
                  </a:cubicBezTo>
                  <a:close/>
                  <a:moveTo>
                    <a:pt x="297" y="1830"/>
                  </a:moveTo>
                  <a:cubicBezTo>
                    <a:pt x="293" y="1832"/>
                    <a:pt x="286" y="1839"/>
                    <a:pt x="276" y="1849"/>
                  </a:cubicBezTo>
                  <a:cubicBezTo>
                    <a:pt x="272" y="1845"/>
                    <a:pt x="253" y="1823"/>
                    <a:pt x="246" y="1821"/>
                  </a:cubicBezTo>
                  <a:cubicBezTo>
                    <a:pt x="238" y="1818"/>
                    <a:pt x="233" y="1801"/>
                    <a:pt x="233" y="1801"/>
                  </a:cubicBezTo>
                  <a:cubicBezTo>
                    <a:pt x="233" y="1801"/>
                    <a:pt x="277" y="1812"/>
                    <a:pt x="303" y="1801"/>
                  </a:cubicBezTo>
                  <a:cubicBezTo>
                    <a:pt x="308" y="1799"/>
                    <a:pt x="312" y="1797"/>
                    <a:pt x="316" y="1796"/>
                  </a:cubicBezTo>
                  <a:cubicBezTo>
                    <a:pt x="315" y="1809"/>
                    <a:pt x="311" y="1821"/>
                    <a:pt x="297" y="1830"/>
                  </a:cubicBezTo>
                  <a:close/>
                  <a:moveTo>
                    <a:pt x="810" y="2302"/>
                  </a:moveTo>
                  <a:cubicBezTo>
                    <a:pt x="795" y="2326"/>
                    <a:pt x="770" y="2358"/>
                    <a:pt x="767" y="2388"/>
                  </a:cubicBezTo>
                  <a:cubicBezTo>
                    <a:pt x="762" y="2442"/>
                    <a:pt x="721" y="2442"/>
                    <a:pt x="711" y="2483"/>
                  </a:cubicBezTo>
                  <a:cubicBezTo>
                    <a:pt x="709" y="2492"/>
                    <a:pt x="708" y="2503"/>
                    <a:pt x="708" y="2515"/>
                  </a:cubicBezTo>
                  <a:cubicBezTo>
                    <a:pt x="703" y="2511"/>
                    <a:pt x="698" y="2507"/>
                    <a:pt x="693" y="2504"/>
                  </a:cubicBezTo>
                  <a:cubicBezTo>
                    <a:pt x="640" y="2469"/>
                    <a:pt x="601" y="2412"/>
                    <a:pt x="590" y="2390"/>
                  </a:cubicBezTo>
                  <a:cubicBezTo>
                    <a:pt x="579" y="2367"/>
                    <a:pt x="557" y="2328"/>
                    <a:pt x="490" y="2336"/>
                  </a:cubicBezTo>
                  <a:cubicBezTo>
                    <a:pt x="490" y="2336"/>
                    <a:pt x="507" y="2311"/>
                    <a:pt x="507" y="2288"/>
                  </a:cubicBezTo>
                  <a:cubicBezTo>
                    <a:pt x="507" y="2288"/>
                    <a:pt x="517" y="2278"/>
                    <a:pt x="551" y="2276"/>
                  </a:cubicBezTo>
                  <a:cubicBezTo>
                    <a:pt x="586" y="2275"/>
                    <a:pt x="675" y="2208"/>
                    <a:pt x="682" y="2192"/>
                  </a:cubicBezTo>
                  <a:cubicBezTo>
                    <a:pt x="689" y="2176"/>
                    <a:pt x="705" y="2164"/>
                    <a:pt x="703" y="2159"/>
                  </a:cubicBezTo>
                  <a:cubicBezTo>
                    <a:pt x="717" y="2171"/>
                    <a:pt x="750" y="2202"/>
                    <a:pt x="789" y="2200"/>
                  </a:cubicBezTo>
                  <a:cubicBezTo>
                    <a:pt x="827" y="2199"/>
                    <a:pt x="863" y="2215"/>
                    <a:pt x="863" y="2215"/>
                  </a:cubicBezTo>
                  <a:cubicBezTo>
                    <a:pt x="863" y="2215"/>
                    <a:pt x="825" y="2278"/>
                    <a:pt x="810" y="2302"/>
                  </a:cubicBezTo>
                  <a:close/>
                  <a:moveTo>
                    <a:pt x="1183" y="1484"/>
                  </a:moveTo>
                  <a:cubicBezTo>
                    <a:pt x="1174" y="1512"/>
                    <a:pt x="1173" y="1542"/>
                    <a:pt x="1173" y="1542"/>
                  </a:cubicBezTo>
                  <a:cubicBezTo>
                    <a:pt x="1147" y="1548"/>
                    <a:pt x="1126" y="1590"/>
                    <a:pt x="1118" y="1619"/>
                  </a:cubicBezTo>
                  <a:cubicBezTo>
                    <a:pt x="1115" y="1629"/>
                    <a:pt x="1116" y="1637"/>
                    <a:pt x="1118" y="1643"/>
                  </a:cubicBezTo>
                  <a:cubicBezTo>
                    <a:pt x="1114" y="1643"/>
                    <a:pt x="1110" y="1643"/>
                    <a:pt x="1106" y="1643"/>
                  </a:cubicBezTo>
                  <a:cubicBezTo>
                    <a:pt x="1100" y="1643"/>
                    <a:pt x="1093" y="1644"/>
                    <a:pt x="1085" y="1646"/>
                  </a:cubicBezTo>
                  <a:cubicBezTo>
                    <a:pt x="1101" y="1608"/>
                    <a:pt x="1109" y="1556"/>
                    <a:pt x="1103" y="1475"/>
                  </a:cubicBezTo>
                  <a:cubicBezTo>
                    <a:pt x="1085" y="1235"/>
                    <a:pt x="1029" y="1191"/>
                    <a:pt x="1031" y="1124"/>
                  </a:cubicBezTo>
                  <a:cubicBezTo>
                    <a:pt x="1031" y="1117"/>
                    <a:pt x="1031" y="1110"/>
                    <a:pt x="1030" y="1104"/>
                  </a:cubicBezTo>
                  <a:cubicBezTo>
                    <a:pt x="1032" y="1105"/>
                    <a:pt x="1033" y="1106"/>
                    <a:pt x="1033" y="1106"/>
                  </a:cubicBezTo>
                  <a:cubicBezTo>
                    <a:pt x="1047" y="1116"/>
                    <a:pt x="1082" y="1180"/>
                    <a:pt x="1082" y="1180"/>
                  </a:cubicBezTo>
                  <a:cubicBezTo>
                    <a:pt x="1102" y="1247"/>
                    <a:pt x="1135" y="1236"/>
                    <a:pt x="1139" y="1283"/>
                  </a:cubicBezTo>
                  <a:cubicBezTo>
                    <a:pt x="1143" y="1330"/>
                    <a:pt x="1193" y="1456"/>
                    <a:pt x="1183" y="1484"/>
                  </a:cubicBezTo>
                  <a:close/>
                  <a:moveTo>
                    <a:pt x="1284" y="1693"/>
                  </a:moveTo>
                  <a:cubicBezTo>
                    <a:pt x="1283" y="1693"/>
                    <a:pt x="1281" y="1692"/>
                    <a:pt x="1280" y="1691"/>
                  </a:cubicBezTo>
                  <a:cubicBezTo>
                    <a:pt x="1284" y="1687"/>
                    <a:pt x="1286" y="1684"/>
                    <a:pt x="1286" y="1684"/>
                  </a:cubicBezTo>
                  <a:cubicBezTo>
                    <a:pt x="1286" y="1684"/>
                    <a:pt x="1285" y="1688"/>
                    <a:pt x="1284" y="1693"/>
                  </a:cubicBezTo>
                  <a:close/>
                  <a:moveTo>
                    <a:pt x="1347" y="1731"/>
                  </a:moveTo>
                  <a:cubicBezTo>
                    <a:pt x="1350" y="1730"/>
                    <a:pt x="1351" y="1730"/>
                    <a:pt x="1351" y="1730"/>
                  </a:cubicBezTo>
                  <a:cubicBezTo>
                    <a:pt x="1358" y="1734"/>
                    <a:pt x="1361" y="1738"/>
                    <a:pt x="1363" y="1743"/>
                  </a:cubicBezTo>
                  <a:cubicBezTo>
                    <a:pt x="1358" y="1739"/>
                    <a:pt x="1353" y="1735"/>
                    <a:pt x="1347" y="1731"/>
                  </a:cubicBezTo>
                  <a:close/>
                </a:path>
              </a:pathLst>
            </a:custGeom>
            <a:solidFill>
              <a:srgbClr val="B1DF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66583" name="Freeform 8">
              <a:extLst>
                <a:ext uri="{FF2B5EF4-FFF2-40B4-BE49-F238E27FC236}">
                  <a16:creationId xmlns:a16="http://schemas.microsoft.com/office/drawing/2014/main" id="{C87A6F88-9BBB-4C75-BA19-D2533A41319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242" y="738"/>
              <a:ext cx="993" cy="2049"/>
            </a:xfrm>
            <a:custGeom>
              <a:avLst/>
              <a:gdLst>
                <a:gd name="T0" fmla="*/ 427 w 1477"/>
                <a:gd name="T1" fmla="*/ 520 h 3047"/>
                <a:gd name="T2" fmla="*/ 424 w 1477"/>
                <a:gd name="T3" fmla="*/ 391 h 3047"/>
                <a:gd name="T4" fmla="*/ 346 w 1477"/>
                <a:gd name="T5" fmla="*/ 249 h 3047"/>
                <a:gd name="T6" fmla="*/ 251 w 1477"/>
                <a:gd name="T7" fmla="*/ 219 h 3047"/>
                <a:gd name="T8" fmla="*/ 257 w 1477"/>
                <a:gd name="T9" fmla="*/ 203 h 3047"/>
                <a:gd name="T10" fmla="*/ 271 w 1477"/>
                <a:gd name="T11" fmla="*/ 152 h 3047"/>
                <a:gd name="T12" fmla="*/ 257 w 1477"/>
                <a:gd name="T13" fmla="*/ 87 h 3047"/>
                <a:gd name="T14" fmla="*/ 87 w 1477"/>
                <a:gd name="T15" fmla="*/ 154 h 3047"/>
                <a:gd name="T16" fmla="*/ 89 w 1477"/>
                <a:gd name="T17" fmla="*/ 176 h 3047"/>
                <a:gd name="T18" fmla="*/ 104 w 1477"/>
                <a:gd name="T19" fmla="*/ 206 h 3047"/>
                <a:gd name="T20" fmla="*/ 55 w 1477"/>
                <a:gd name="T21" fmla="*/ 288 h 3047"/>
                <a:gd name="T22" fmla="*/ 38 w 1477"/>
                <a:gd name="T23" fmla="*/ 477 h 3047"/>
                <a:gd name="T24" fmla="*/ 57 w 1477"/>
                <a:gd name="T25" fmla="*/ 555 h 3047"/>
                <a:gd name="T26" fmla="*/ 21 w 1477"/>
                <a:gd name="T27" fmla="*/ 726 h 3047"/>
                <a:gd name="T28" fmla="*/ 199 w 1477"/>
                <a:gd name="T29" fmla="*/ 867 h 3047"/>
                <a:gd name="T30" fmla="*/ 233 w 1477"/>
                <a:gd name="T31" fmla="*/ 915 h 3047"/>
                <a:gd name="T32" fmla="*/ 245 w 1477"/>
                <a:gd name="T33" fmla="*/ 915 h 3047"/>
                <a:gd name="T34" fmla="*/ 256 w 1477"/>
                <a:gd name="T35" fmla="*/ 898 h 3047"/>
                <a:gd name="T36" fmla="*/ 286 w 1477"/>
                <a:gd name="T37" fmla="*/ 894 h 3047"/>
                <a:gd name="T38" fmla="*/ 251 w 1477"/>
                <a:gd name="T39" fmla="*/ 826 h 3047"/>
                <a:gd name="T40" fmla="*/ 261 w 1477"/>
                <a:gd name="T41" fmla="*/ 833 h 3047"/>
                <a:gd name="T42" fmla="*/ 285 w 1477"/>
                <a:gd name="T43" fmla="*/ 849 h 3047"/>
                <a:gd name="T44" fmla="*/ 311 w 1477"/>
                <a:gd name="T45" fmla="*/ 835 h 3047"/>
                <a:gd name="T46" fmla="*/ 314 w 1477"/>
                <a:gd name="T47" fmla="*/ 753 h 3047"/>
                <a:gd name="T48" fmla="*/ 88 w 1477"/>
                <a:gd name="T49" fmla="*/ 473 h 3047"/>
                <a:gd name="T50" fmla="*/ 87 w 1477"/>
                <a:gd name="T51" fmla="*/ 419 h 3047"/>
                <a:gd name="T52" fmla="*/ 84 w 1477"/>
                <a:gd name="T53" fmla="*/ 521 h 3047"/>
                <a:gd name="T54" fmla="*/ 93 w 1477"/>
                <a:gd name="T55" fmla="*/ 535 h 3047"/>
                <a:gd name="T56" fmla="*/ 79 w 1477"/>
                <a:gd name="T57" fmla="*/ 520 h 3047"/>
                <a:gd name="T58" fmla="*/ 65 w 1477"/>
                <a:gd name="T59" fmla="*/ 572 h 3047"/>
                <a:gd name="T60" fmla="*/ 67 w 1477"/>
                <a:gd name="T61" fmla="*/ 581 h 3047"/>
                <a:gd name="T62" fmla="*/ 75 w 1477"/>
                <a:gd name="T63" fmla="*/ 553 h 3047"/>
                <a:gd name="T64" fmla="*/ 96 w 1477"/>
                <a:gd name="T65" fmla="*/ 546 h 3047"/>
                <a:gd name="T66" fmla="*/ 233 w 1477"/>
                <a:gd name="T67" fmla="*/ 726 h 3047"/>
                <a:gd name="T68" fmla="*/ 211 w 1477"/>
                <a:gd name="T69" fmla="*/ 761 h 3047"/>
                <a:gd name="T70" fmla="*/ 155 w 1477"/>
                <a:gd name="T71" fmla="*/ 696 h 3047"/>
                <a:gd name="T72" fmla="*/ 214 w 1477"/>
                <a:gd name="T73" fmla="*/ 656 h 3047"/>
                <a:gd name="T74" fmla="*/ 246 w 1477"/>
                <a:gd name="T75" fmla="*/ 699 h 3047"/>
                <a:gd name="T76" fmla="*/ 340 w 1477"/>
                <a:gd name="T77" fmla="*/ 492 h 3047"/>
                <a:gd name="T78" fmla="*/ 330 w 1477"/>
                <a:gd name="T79" fmla="*/ 500 h 3047"/>
                <a:gd name="T80" fmla="*/ 313 w 1477"/>
                <a:gd name="T81" fmla="*/ 336 h 3047"/>
                <a:gd name="T82" fmla="*/ 346 w 1477"/>
                <a:gd name="T83" fmla="*/ 390 h 3047"/>
                <a:gd name="T84" fmla="*/ 389 w 1477"/>
                <a:gd name="T85" fmla="*/ 514 h 3047"/>
                <a:gd name="T86" fmla="*/ 409 w 1477"/>
                <a:gd name="T87" fmla="*/ 526 h 3047"/>
                <a:gd name="T88" fmla="*/ 409 w 1477"/>
                <a:gd name="T89" fmla="*/ 526 h 3047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1477" h="3047">
                  <a:moveTo>
                    <a:pt x="1437" y="1838"/>
                  </a:moveTo>
                  <a:cubicBezTo>
                    <a:pt x="1430" y="1817"/>
                    <a:pt x="1417" y="1796"/>
                    <a:pt x="1401" y="1778"/>
                  </a:cubicBezTo>
                  <a:cubicBezTo>
                    <a:pt x="1407" y="1758"/>
                    <a:pt x="1417" y="1732"/>
                    <a:pt x="1404" y="1710"/>
                  </a:cubicBezTo>
                  <a:cubicBezTo>
                    <a:pt x="1386" y="1681"/>
                    <a:pt x="1374" y="1661"/>
                    <a:pt x="1378" y="1649"/>
                  </a:cubicBezTo>
                  <a:cubicBezTo>
                    <a:pt x="1382" y="1637"/>
                    <a:pt x="1378" y="1609"/>
                    <a:pt x="1378" y="1609"/>
                  </a:cubicBezTo>
                  <a:cubicBezTo>
                    <a:pt x="1421" y="1580"/>
                    <a:pt x="1396" y="1318"/>
                    <a:pt x="1393" y="1288"/>
                  </a:cubicBezTo>
                  <a:cubicBezTo>
                    <a:pt x="1390" y="1257"/>
                    <a:pt x="1396" y="1229"/>
                    <a:pt x="1378" y="1204"/>
                  </a:cubicBezTo>
                  <a:cubicBezTo>
                    <a:pt x="1361" y="1178"/>
                    <a:pt x="1376" y="1190"/>
                    <a:pt x="1342" y="1120"/>
                  </a:cubicBezTo>
                  <a:cubicBezTo>
                    <a:pt x="1309" y="1049"/>
                    <a:pt x="1204" y="958"/>
                    <a:pt x="1138" y="820"/>
                  </a:cubicBezTo>
                  <a:cubicBezTo>
                    <a:pt x="1089" y="715"/>
                    <a:pt x="981" y="728"/>
                    <a:pt x="957" y="725"/>
                  </a:cubicBezTo>
                  <a:cubicBezTo>
                    <a:pt x="933" y="722"/>
                    <a:pt x="877" y="725"/>
                    <a:pt x="848" y="729"/>
                  </a:cubicBezTo>
                  <a:cubicBezTo>
                    <a:pt x="837" y="731"/>
                    <a:pt x="830" y="726"/>
                    <a:pt x="825" y="719"/>
                  </a:cubicBezTo>
                  <a:cubicBezTo>
                    <a:pt x="823" y="716"/>
                    <a:pt x="823" y="714"/>
                    <a:pt x="823" y="714"/>
                  </a:cubicBezTo>
                  <a:cubicBezTo>
                    <a:pt x="821" y="711"/>
                    <a:pt x="821" y="711"/>
                    <a:pt x="821" y="711"/>
                  </a:cubicBezTo>
                  <a:cubicBezTo>
                    <a:pt x="832" y="698"/>
                    <a:pt x="840" y="683"/>
                    <a:pt x="845" y="667"/>
                  </a:cubicBezTo>
                  <a:cubicBezTo>
                    <a:pt x="854" y="638"/>
                    <a:pt x="859" y="612"/>
                    <a:pt x="863" y="588"/>
                  </a:cubicBezTo>
                  <a:cubicBezTo>
                    <a:pt x="876" y="603"/>
                    <a:pt x="894" y="601"/>
                    <a:pt x="901" y="577"/>
                  </a:cubicBezTo>
                  <a:cubicBezTo>
                    <a:pt x="909" y="552"/>
                    <a:pt x="892" y="525"/>
                    <a:pt x="893" y="500"/>
                  </a:cubicBezTo>
                  <a:cubicBezTo>
                    <a:pt x="894" y="479"/>
                    <a:pt x="922" y="448"/>
                    <a:pt x="915" y="429"/>
                  </a:cubicBezTo>
                  <a:cubicBezTo>
                    <a:pt x="908" y="409"/>
                    <a:pt x="882" y="422"/>
                    <a:pt x="868" y="432"/>
                  </a:cubicBezTo>
                  <a:cubicBezTo>
                    <a:pt x="873" y="393"/>
                    <a:pt x="859" y="314"/>
                    <a:pt x="848" y="289"/>
                  </a:cubicBezTo>
                  <a:cubicBezTo>
                    <a:pt x="837" y="263"/>
                    <a:pt x="770" y="0"/>
                    <a:pt x="485" y="53"/>
                  </a:cubicBezTo>
                  <a:cubicBezTo>
                    <a:pt x="408" y="67"/>
                    <a:pt x="234" y="168"/>
                    <a:pt x="264" y="414"/>
                  </a:cubicBezTo>
                  <a:cubicBezTo>
                    <a:pt x="269" y="447"/>
                    <a:pt x="278" y="478"/>
                    <a:pt x="286" y="505"/>
                  </a:cubicBezTo>
                  <a:cubicBezTo>
                    <a:pt x="271" y="503"/>
                    <a:pt x="251" y="502"/>
                    <a:pt x="256" y="525"/>
                  </a:cubicBezTo>
                  <a:cubicBezTo>
                    <a:pt x="258" y="535"/>
                    <a:pt x="270" y="542"/>
                    <a:pt x="276" y="549"/>
                  </a:cubicBezTo>
                  <a:cubicBezTo>
                    <a:pt x="284" y="558"/>
                    <a:pt x="287" y="566"/>
                    <a:pt x="291" y="577"/>
                  </a:cubicBezTo>
                  <a:cubicBezTo>
                    <a:pt x="298" y="602"/>
                    <a:pt x="298" y="629"/>
                    <a:pt x="307" y="654"/>
                  </a:cubicBezTo>
                  <a:cubicBezTo>
                    <a:pt x="310" y="664"/>
                    <a:pt x="313" y="680"/>
                    <a:pt x="325" y="683"/>
                  </a:cubicBezTo>
                  <a:cubicBezTo>
                    <a:pt x="333" y="686"/>
                    <a:pt x="337" y="682"/>
                    <a:pt x="341" y="676"/>
                  </a:cubicBezTo>
                  <a:cubicBezTo>
                    <a:pt x="362" y="716"/>
                    <a:pt x="392" y="757"/>
                    <a:pt x="435" y="781"/>
                  </a:cubicBezTo>
                  <a:cubicBezTo>
                    <a:pt x="416" y="789"/>
                    <a:pt x="392" y="797"/>
                    <a:pt x="371" y="801"/>
                  </a:cubicBezTo>
                  <a:cubicBezTo>
                    <a:pt x="331" y="809"/>
                    <a:pt x="226" y="805"/>
                    <a:pt x="182" y="947"/>
                  </a:cubicBezTo>
                  <a:cubicBezTo>
                    <a:pt x="138" y="1090"/>
                    <a:pt x="123" y="1143"/>
                    <a:pt x="89" y="1198"/>
                  </a:cubicBezTo>
                  <a:cubicBezTo>
                    <a:pt x="55" y="1253"/>
                    <a:pt x="62" y="1271"/>
                    <a:pt x="65" y="1312"/>
                  </a:cubicBezTo>
                  <a:cubicBezTo>
                    <a:pt x="68" y="1352"/>
                    <a:pt x="67" y="1471"/>
                    <a:pt x="125" y="1570"/>
                  </a:cubicBezTo>
                  <a:cubicBezTo>
                    <a:pt x="151" y="1613"/>
                    <a:pt x="156" y="1665"/>
                    <a:pt x="179" y="1665"/>
                  </a:cubicBezTo>
                  <a:cubicBezTo>
                    <a:pt x="179" y="1665"/>
                    <a:pt x="165" y="1732"/>
                    <a:pt x="177" y="1747"/>
                  </a:cubicBezTo>
                  <a:cubicBezTo>
                    <a:pt x="189" y="1762"/>
                    <a:pt x="180" y="1810"/>
                    <a:pt x="187" y="1826"/>
                  </a:cubicBezTo>
                  <a:cubicBezTo>
                    <a:pt x="187" y="1826"/>
                    <a:pt x="172" y="1858"/>
                    <a:pt x="184" y="1886"/>
                  </a:cubicBezTo>
                  <a:cubicBezTo>
                    <a:pt x="194" y="1911"/>
                    <a:pt x="192" y="1937"/>
                    <a:pt x="203" y="1933"/>
                  </a:cubicBezTo>
                  <a:cubicBezTo>
                    <a:pt x="113" y="2050"/>
                    <a:pt x="0" y="2242"/>
                    <a:pt x="68" y="2386"/>
                  </a:cubicBezTo>
                  <a:cubicBezTo>
                    <a:pt x="169" y="2601"/>
                    <a:pt x="361" y="2719"/>
                    <a:pt x="563" y="2732"/>
                  </a:cubicBezTo>
                  <a:cubicBezTo>
                    <a:pt x="583" y="2733"/>
                    <a:pt x="606" y="2747"/>
                    <a:pt x="635" y="2758"/>
                  </a:cubicBezTo>
                  <a:cubicBezTo>
                    <a:pt x="635" y="2758"/>
                    <a:pt x="626" y="2808"/>
                    <a:pt x="656" y="2852"/>
                  </a:cubicBezTo>
                  <a:cubicBezTo>
                    <a:pt x="685" y="2897"/>
                    <a:pt x="692" y="2964"/>
                    <a:pt x="704" y="2975"/>
                  </a:cubicBezTo>
                  <a:cubicBezTo>
                    <a:pt x="717" y="2987"/>
                    <a:pt x="727" y="2993"/>
                    <a:pt x="730" y="2986"/>
                  </a:cubicBezTo>
                  <a:cubicBezTo>
                    <a:pt x="730" y="2986"/>
                    <a:pt x="748" y="3012"/>
                    <a:pt x="766" y="3009"/>
                  </a:cubicBezTo>
                  <a:cubicBezTo>
                    <a:pt x="774" y="3007"/>
                    <a:pt x="774" y="3002"/>
                    <a:pt x="774" y="3002"/>
                  </a:cubicBezTo>
                  <a:cubicBezTo>
                    <a:pt x="774" y="3002"/>
                    <a:pt x="783" y="3016"/>
                    <a:pt x="796" y="3013"/>
                  </a:cubicBezTo>
                  <a:cubicBezTo>
                    <a:pt x="805" y="3012"/>
                    <a:pt x="806" y="3009"/>
                    <a:pt x="807" y="3008"/>
                  </a:cubicBezTo>
                  <a:cubicBezTo>
                    <a:pt x="808" y="3015"/>
                    <a:pt x="815" y="3047"/>
                    <a:pt x="842" y="3037"/>
                  </a:cubicBezTo>
                  <a:cubicBezTo>
                    <a:pt x="857" y="3032"/>
                    <a:pt x="848" y="2994"/>
                    <a:pt x="841" y="2980"/>
                  </a:cubicBezTo>
                  <a:cubicBezTo>
                    <a:pt x="837" y="2973"/>
                    <a:pt x="844" y="2964"/>
                    <a:pt x="842" y="2953"/>
                  </a:cubicBezTo>
                  <a:cubicBezTo>
                    <a:pt x="842" y="2953"/>
                    <a:pt x="860" y="2958"/>
                    <a:pt x="871" y="2963"/>
                  </a:cubicBezTo>
                  <a:cubicBezTo>
                    <a:pt x="881" y="2967"/>
                    <a:pt x="893" y="3000"/>
                    <a:pt x="918" y="2994"/>
                  </a:cubicBezTo>
                  <a:cubicBezTo>
                    <a:pt x="943" y="2988"/>
                    <a:pt x="951" y="2965"/>
                    <a:pt x="942" y="2938"/>
                  </a:cubicBezTo>
                  <a:cubicBezTo>
                    <a:pt x="933" y="2912"/>
                    <a:pt x="895" y="2897"/>
                    <a:pt x="895" y="2878"/>
                  </a:cubicBezTo>
                  <a:cubicBezTo>
                    <a:pt x="895" y="2858"/>
                    <a:pt x="907" y="2821"/>
                    <a:pt x="874" y="2797"/>
                  </a:cubicBezTo>
                  <a:cubicBezTo>
                    <a:pt x="840" y="2773"/>
                    <a:pt x="830" y="2746"/>
                    <a:pt x="827" y="2715"/>
                  </a:cubicBezTo>
                  <a:cubicBezTo>
                    <a:pt x="825" y="2695"/>
                    <a:pt x="824" y="2673"/>
                    <a:pt x="821" y="2658"/>
                  </a:cubicBezTo>
                  <a:cubicBezTo>
                    <a:pt x="825" y="2663"/>
                    <a:pt x="829" y="2668"/>
                    <a:pt x="833" y="2670"/>
                  </a:cubicBezTo>
                  <a:cubicBezTo>
                    <a:pt x="833" y="2670"/>
                    <a:pt x="814" y="2717"/>
                    <a:pt x="858" y="2740"/>
                  </a:cubicBezTo>
                  <a:cubicBezTo>
                    <a:pt x="902" y="2762"/>
                    <a:pt x="910" y="2736"/>
                    <a:pt x="910" y="2736"/>
                  </a:cubicBezTo>
                  <a:cubicBezTo>
                    <a:pt x="910" y="2736"/>
                    <a:pt x="913" y="2766"/>
                    <a:pt x="933" y="2764"/>
                  </a:cubicBezTo>
                  <a:cubicBezTo>
                    <a:pt x="933" y="2764"/>
                    <a:pt x="920" y="2785"/>
                    <a:pt x="938" y="2790"/>
                  </a:cubicBezTo>
                  <a:cubicBezTo>
                    <a:pt x="957" y="2796"/>
                    <a:pt x="954" y="2778"/>
                    <a:pt x="964" y="2777"/>
                  </a:cubicBezTo>
                  <a:cubicBezTo>
                    <a:pt x="964" y="2777"/>
                    <a:pt x="964" y="2802"/>
                    <a:pt x="989" y="2793"/>
                  </a:cubicBezTo>
                  <a:cubicBezTo>
                    <a:pt x="1014" y="2784"/>
                    <a:pt x="1021" y="2773"/>
                    <a:pt x="1024" y="2746"/>
                  </a:cubicBezTo>
                  <a:cubicBezTo>
                    <a:pt x="1026" y="2720"/>
                    <a:pt x="1024" y="2698"/>
                    <a:pt x="1026" y="2680"/>
                  </a:cubicBezTo>
                  <a:cubicBezTo>
                    <a:pt x="1029" y="2661"/>
                    <a:pt x="1040" y="2580"/>
                    <a:pt x="993" y="2514"/>
                  </a:cubicBezTo>
                  <a:cubicBezTo>
                    <a:pt x="993" y="2514"/>
                    <a:pt x="1028" y="2498"/>
                    <a:pt x="1032" y="2476"/>
                  </a:cubicBezTo>
                  <a:cubicBezTo>
                    <a:pt x="1036" y="2453"/>
                    <a:pt x="1172" y="2432"/>
                    <a:pt x="1293" y="2256"/>
                  </a:cubicBezTo>
                  <a:cubicBezTo>
                    <a:pt x="1414" y="2080"/>
                    <a:pt x="1477" y="1958"/>
                    <a:pt x="1437" y="1838"/>
                  </a:cubicBezTo>
                  <a:close/>
                  <a:moveTo>
                    <a:pt x="290" y="1554"/>
                  </a:moveTo>
                  <a:cubicBezTo>
                    <a:pt x="288" y="1548"/>
                    <a:pt x="286" y="1541"/>
                    <a:pt x="284" y="1534"/>
                  </a:cubicBezTo>
                  <a:cubicBezTo>
                    <a:pt x="275" y="1513"/>
                    <a:pt x="275" y="1357"/>
                    <a:pt x="286" y="1321"/>
                  </a:cubicBezTo>
                  <a:cubicBezTo>
                    <a:pt x="286" y="1321"/>
                    <a:pt x="285" y="1349"/>
                    <a:pt x="286" y="1378"/>
                  </a:cubicBezTo>
                  <a:cubicBezTo>
                    <a:pt x="288" y="1406"/>
                    <a:pt x="285" y="1548"/>
                    <a:pt x="290" y="1554"/>
                  </a:cubicBezTo>
                  <a:close/>
                  <a:moveTo>
                    <a:pt x="259" y="1686"/>
                  </a:moveTo>
                  <a:cubicBezTo>
                    <a:pt x="259" y="1686"/>
                    <a:pt x="272" y="1700"/>
                    <a:pt x="277" y="1714"/>
                  </a:cubicBezTo>
                  <a:cubicBezTo>
                    <a:pt x="282" y="1726"/>
                    <a:pt x="300" y="1742"/>
                    <a:pt x="316" y="1736"/>
                  </a:cubicBezTo>
                  <a:cubicBezTo>
                    <a:pt x="315" y="1744"/>
                    <a:pt x="315" y="1751"/>
                    <a:pt x="315" y="1756"/>
                  </a:cubicBezTo>
                  <a:cubicBezTo>
                    <a:pt x="310" y="1756"/>
                    <a:pt x="311" y="1757"/>
                    <a:pt x="306" y="1758"/>
                  </a:cubicBezTo>
                  <a:cubicBezTo>
                    <a:pt x="297" y="1758"/>
                    <a:pt x="280" y="1748"/>
                    <a:pt x="272" y="1750"/>
                  </a:cubicBezTo>
                  <a:cubicBezTo>
                    <a:pt x="264" y="1753"/>
                    <a:pt x="269" y="1742"/>
                    <a:pt x="266" y="1740"/>
                  </a:cubicBezTo>
                  <a:cubicBezTo>
                    <a:pt x="264" y="1738"/>
                    <a:pt x="268" y="1712"/>
                    <a:pt x="262" y="1708"/>
                  </a:cubicBezTo>
                  <a:cubicBezTo>
                    <a:pt x="256" y="1705"/>
                    <a:pt x="259" y="1686"/>
                    <a:pt x="259" y="1686"/>
                  </a:cubicBezTo>
                  <a:close/>
                  <a:moveTo>
                    <a:pt x="221" y="1911"/>
                  </a:moveTo>
                  <a:cubicBezTo>
                    <a:pt x="224" y="1898"/>
                    <a:pt x="219" y="1886"/>
                    <a:pt x="214" y="1880"/>
                  </a:cubicBezTo>
                  <a:cubicBezTo>
                    <a:pt x="206" y="1871"/>
                    <a:pt x="213" y="1864"/>
                    <a:pt x="213" y="1864"/>
                  </a:cubicBezTo>
                  <a:cubicBezTo>
                    <a:pt x="213" y="1864"/>
                    <a:pt x="227" y="1874"/>
                    <a:pt x="245" y="1883"/>
                  </a:cubicBezTo>
                  <a:cubicBezTo>
                    <a:pt x="237" y="1891"/>
                    <a:pt x="229" y="1901"/>
                    <a:pt x="221" y="1911"/>
                  </a:cubicBezTo>
                  <a:close/>
                  <a:moveTo>
                    <a:pt x="297" y="1830"/>
                  </a:moveTo>
                  <a:cubicBezTo>
                    <a:pt x="294" y="1832"/>
                    <a:pt x="286" y="1838"/>
                    <a:pt x="276" y="1848"/>
                  </a:cubicBezTo>
                  <a:cubicBezTo>
                    <a:pt x="273" y="1844"/>
                    <a:pt x="254" y="1823"/>
                    <a:pt x="246" y="1820"/>
                  </a:cubicBezTo>
                  <a:cubicBezTo>
                    <a:pt x="238" y="1818"/>
                    <a:pt x="234" y="1800"/>
                    <a:pt x="234" y="1800"/>
                  </a:cubicBezTo>
                  <a:cubicBezTo>
                    <a:pt x="234" y="1800"/>
                    <a:pt x="277" y="1812"/>
                    <a:pt x="304" y="1800"/>
                  </a:cubicBezTo>
                  <a:cubicBezTo>
                    <a:pt x="308" y="1799"/>
                    <a:pt x="312" y="1797"/>
                    <a:pt x="316" y="1795"/>
                  </a:cubicBezTo>
                  <a:cubicBezTo>
                    <a:pt x="315" y="1809"/>
                    <a:pt x="311" y="1821"/>
                    <a:pt x="297" y="1830"/>
                  </a:cubicBezTo>
                  <a:close/>
                  <a:moveTo>
                    <a:pt x="810" y="2301"/>
                  </a:moveTo>
                  <a:cubicBezTo>
                    <a:pt x="796" y="2325"/>
                    <a:pt x="771" y="2357"/>
                    <a:pt x="768" y="2388"/>
                  </a:cubicBezTo>
                  <a:cubicBezTo>
                    <a:pt x="762" y="2441"/>
                    <a:pt x="721" y="2441"/>
                    <a:pt x="712" y="2482"/>
                  </a:cubicBezTo>
                  <a:cubicBezTo>
                    <a:pt x="710" y="2492"/>
                    <a:pt x="708" y="2503"/>
                    <a:pt x="708" y="2514"/>
                  </a:cubicBezTo>
                  <a:cubicBezTo>
                    <a:pt x="703" y="2510"/>
                    <a:pt x="699" y="2507"/>
                    <a:pt x="694" y="2504"/>
                  </a:cubicBezTo>
                  <a:cubicBezTo>
                    <a:pt x="641" y="2469"/>
                    <a:pt x="601" y="2412"/>
                    <a:pt x="590" y="2389"/>
                  </a:cubicBezTo>
                  <a:cubicBezTo>
                    <a:pt x="580" y="2366"/>
                    <a:pt x="557" y="2328"/>
                    <a:pt x="490" y="2336"/>
                  </a:cubicBezTo>
                  <a:cubicBezTo>
                    <a:pt x="490" y="2336"/>
                    <a:pt x="508" y="2310"/>
                    <a:pt x="508" y="2288"/>
                  </a:cubicBezTo>
                  <a:cubicBezTo>
                    <a:pt x="508" y="2288"/>
                    <a:pt x="517" y="2277"/>
                    <a:pt x="552" y="2276"/>
                  </a:cubicBezTo>
                  <a:cubicBezTo>
                    <a:pt x="586" y="2274"/>
                    <a:pt x="676" y="2208"/>
                    <a:pt x="682" y="2192"/>
                  </a:cubicBezTo>
                  <a:cubicBezTo>
                    <a:pt x="689" y="2176"/>
                    <a:pt x="705" y="2164"/>
                    <a:pt x="704" y="2158"/>
                  </a:cubicBezTo>
                  <a:cubicBezTo>
                    <a:pt x="717" y="2170"/>
                    <a:pt x="750" y="2201"/>
                    <a:pt x="789" y="2200"/>
                  </a:cubicBezTo>
                  <a:cubicBezTo>
                    <a:pt x="828" y="2198"/>
                    <a:pt x="864" y="2214"/>
                    <a:pt x="864" y="2214"/>
                  </a:cubicBezTo>
                  <a:cubicBezTo>
                    <a:pt x="864" y="2214"/>
                    <a:pt x="825" y="2277"/>
                    <a:pt x="810" y="2301"/>
                  </a:cubicBezTo>
                  <a:close/>
                  <a:moveTo>
                    <a:pt x="1184" y="1484"/>
                  </a:moveTo>
                  <a:cubicBezTo>
                    <a:pt x="1174" y="1512"/>
                    <a:pt x="1173" y="1541"/>
                    <a:pt x="1173" y="1541"/>
                  </a:cubicBezTo>
                  <a:cubicBezTo>
                    <a:pt x="1148" y="1548"/>
                    <a:pt x="1126" y="1589"/>
                    <a:pt x="1118" y="1618"/>
                  </a:cubicBezTo>
                  <a:cubicBezTo>
                    <a:pt x="1116" y="1629"/>
                    <a:pt x="1116" y="1637"/>
                    <a:pt x="1119" y="1643"/>
                  </a:cubicBezTo>
                  <a:cubicBezTo>
                    <a:pt x="1114" y="1642"/>
                    <a:pt x="1110" y="1642"/>
                    <a:pt x="1106" y="1642"/>
                  </a:cubicBezTo>
                  <a:cubicBezTo>
                    <a:pt x="1100" y="1643"/>
                    <a:pt x="1093" y="1644"/>
                    <a:pt x="1086" y="1646"/>
                  </a:cubicBezTo>
                  <a:cubicBezTo>
                    <a:pt x="1102" y="1608"/>
                    <a:pt x="1109" y="1555"/>
                    <a:pt x="1103" y="1474"/>
                  </a:cubicBezTo>
                  <a:cubicBezTo>
                    <a:pt x="1086" y="1234"/>
                    <a:pt x="1029" y="1191"/>
                    <a:pt x="1031" y="1123"/>
                  </a:cubicBezTo>
                  <a:cubicBezTo>
                    <a:pt x="1031" y="1116"/>
                    <a:pt x="1031" y="1110"/>
                    <a:pt x="1031" y="1103"/>
                  </a:cubicBezTo>
                  <a:cubicBezTo>
                    <a:pt x="1032" y="1104"/>
                    <a:pt x="1033" y="1105"/>
                    <a:pt x="1033" y="1105"/>
                  </a:cubicBezTo>
                  <a:cubicBezTo>
                    <a:pt x="1048" y="1116"/>
                    <a:pt x="1082" y="1180"/>
                    <a:pt x="1082" y="1180"/>
                  </a:cubicBezTo>
                  <a:cubicBezTo>
                    <a:pt x="1102" y="1246"/>
                    <a:pt x="1136" y="1236"/>
                    <a:pt x="1140" y="1282"/>
                  </a:cubicBezTo>
                  <a:cubicBezTo>
                    <a:pt x="1144" y="1329"/>
                    <a:pt x="1193" y="1456"/>
                    <a:pt x="1184" y="1484"/>
                  </a:cubicBezTo>
                  <a:close/>
                  <a:moveTo>
                    <a:pt x="1284" y="1693"/>
                  </a:moveTo>
                  <a:cubicBezTo>
                    <a:pt x="1283" y="1692"/>
                    <a:pt x="1282" y="1692"/>
                    <a:pt x="1280" y="1691"/>
                  </a:cubicBezTo>
                  <a:cubicBezTo>
                    <a:pt x="1284" y="1687"/>
                    <a:pt x="1286" y="1684"/>
                    <a:pt x="1286" y="1684"/>
                  </a:cubicBezTo>
                  <a:cubicBezTo>
                    <a:pt x="1286" y="1684"/>
                    <a:pt x="1285" y="1687"/>
                    <a:pt x="1284" y="1693"/>
                  </a:cubicBezTo>
                  <a:close/>
                  <a:moveTo>
                    <a:pt x="1347" y="1730"/>
                  </a:moveTo>
                  <a:cubicBezTo>
                    <a:pt x="1350" y="1729"/>
                    <a:pt x="1352" y="1729"/>
                    <a:pt x="1352" y="1729"/>
                  </a:cubicBezTo>
                  <a:cubicBezTo>
                    <a:pt x="1358" y="1734"/>
                    <a:pt x="1362" y="1738"/>
                    <a:pt x="1364" y="1743"/>
                  </a:cubicBezTo>
                  <a:cubicBezTo>
                    <a:pt x="1358" y="1739"/>
                    <a:pt x="1353" y="1734"/>
                    <a:pt x="1347" y="1730"/>
                  </a:cubicBezTo>
                  <a:close/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</p:grpSp>
      <p:grpSp>
        <p:nvGrpSpPr>
          <p:cNvPr id="66564" name="child-full-body-silhouette-outline">
            <a:extLst>
              <a:ext uri="{FF2B5EF4-FFF2-40B4-BE49-F238E27FC236}">
                <a16:creationId xmlns:a16="http://schemas.microsoft.com/office/drawing/2014/main" id="{2DBCEFD8-DD38-4D38-B7DE-A9291DC16EA5}"/>
              </a:ext>
            </a:extLst>
          </p:cNvPr>
          <p:cNvGrpSpPr>
            <a:grpSpLocks/>
          </p:cNvGrpSpPr>
          <p:nvPr/>
        </p:nvGrpSpPr>
        <p:grpSpPr bwMode="auto">
          <a:xfrm>
            <a:off x="3352800" y="3124200"/>
            <a:ext cx="712788" cy="2473325"/>
            <a:chOff x="2110" y="2017"/>
            <a:chExt cx="594" cy="2065"/>
          </a:xfrm>
        </p:grpSpPr>
        <p:sp>
          <p:nvSpPr>
            <p:cNvPr id="66580" name="Freeform 10">
              <a:extLst>
                <a:ext uri="{FF2B5EF4-FFF2-40B4-BE49-F238E27FC236}">
                  <a16:creationId xmlns:a16="http://schemas.microsoft.com/office/drawing/2014/main" id="{277A9417-131E-4D34-853F-FA8C50EB808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0" y="2017"/>
              <a:ext cx="594" cy="2065"/>
            </a:xfrm>
            <a:custGeom>
              <a:avLst/>
              <a:gdLst>
                <a:gd name="T0" fmla="*/ 327 w 778"/>
                <a:gd name="T1" fmla="*/ 285 h 2707"/>
                <a:gd name="T2" fmla="*/ 221 w 778"/>
                <a:gd name="T3" fmla="*/ 180 h 2707"/>
                <a:gd name="T4" fmla="*/ 221 w 778"/>
                <a:gd name="T5" fmla="*/ 179 h 2707"/>
                <a:gd name="T6" fmla="*/ 230 w 778"/>
                <a:gd name="T7" fmla="*/ 162 h 2707"/>
                <a:gd name="T8" fmla="*/ 245 w 778"/>
                <a:gd name="T9" fmla="*/ 127 h 2707"/>
                <a:gd name="T10" fmla="*/ 251 w 778"/>
                <a:gd name="T11" fmla="*/ 97 h 2707"/>
                <a:gd name="T12" fmla="*/ 240 w 778"/>
                <a:gd name="T13" fmla="*/ 95 h 2707"/>
                <a:gd name="T14" fmla="*/ 239 w 778"/>
                <a:gd name="T15" fmla="*/ 73 h 2707"/>
                <a:gd name="T16" fmla="*/ 197 w 778"/>
                <a:gd name="T17" fmla="*/ 8 h 2707"/>
                <a:gd name="T18" fmla="*/ 173 w 778"/>
                <a:gd name="T19" fmla="*/ 3 h 2707"/>
                <a:gd name="T20" fmla="*/ 124 w 778"/>
                <a:gd name="T21" fmla="*/ 11 h 2707"/>
                <a:gd name="T22" fmla="*/ 105 w 778"/>
                <a:gd name="T23" fmla="*/ 34 h 2707"/>
                <a:gd name="T24" fmla="*/ 100 w 778"/>
                <a:gd name="T25" fmla="*/ 68 h 2707"/>
                <a:gd name="T26" fmla="*/ 104 w 778"/>
                <a:gd name="T27" fmla="*/ 103 h 2707"/>
                <a:gd name="T28" fmla="*/ 105 w 778"/>
                <a:gd name="T29" fmla="*/ 108 h 2707"/>
                <a:gd name="T30" fmla="*/ 107 w 778"/>
                <a:gd name="T31" fmla="*/ 112 h 2707"/>
                <a:gd name="T32" fmla="*/ 109 w 778"/>
                <a:gd name="T33" fmla="*/ 117 h 2707"/>
                <a:gd name="T34" fmla="*/ 97 w 778"/>
                <a:gd name="T35" fmla="*/ 127 h 2707"/>
                <a:gd name="T36" fmla="*/ 124 w 778"/>
                <a:gd name="T37" fmla="*/ 161 h 2707"/>
                <a:gd name="T38" fmla="*/ 134 w 778"/>
                <a:gd name="T39" fmla="*/ 213 h 2707"/>
                <a:gd name="T40" fmla="*/ 8 w 778"/>
                <a:gd name="T41" fmla="*/ 553 h 2707"/>
                <a:gd name="T42" fmla="*/ 4 w 778"/>
                <a:gd name="T43" fmla="*/ 646 h 2707"/>
                <a:gd name="T44" fmla="*/ 21 w 778"/>
                <a:gd name="T45" fmla="*/ 658 h 2707"/>
                <a:gd name="T46" fmla="*/ 49 w 778"/>
                <a:gd name="T47" fmla="*/ 661 h 2707"/>
                <a:gd name="T48" fmla="*/ 46 w 778"/>
                <a:gd name="T49" fmla="*/ 632 h 2707"/>
                <a:gd name="T50" fmla="*/ 61 w 778"/>
                <a:gd name="T51" fmla="*/ 597 h 2707"/>
                <a:gd name="T52" fmla="*/ 54 w 778"/>
                <a:gd name="T53" fmla="*/ 458 h 2707"/>
                <a:gd name="T54" fmla="*/ 76 w 778"/>
                <a:gd name="T55" fmla="*/ 379 h 2707"/>
                <a:gd name="T56" fmla="*/ 66 w 778"/>
                <a:gd name="T57" fmla="*/ 636 h 2707"/>
                <a:gd name="T58" fmla="*/ 80 w 778"/>
                <a:gd name="T59" fmla="*/ 813 h 2707"/>
                <a:gd name="T60" fmla="*/ 106 w 778"/>
                <a:gd name="T61" fmla="*/ 1049 h 2707"/>
                <a:gd name="T62" fmla="*/ 68 w 778"/>
                <a:gd name="T63" fmla="*/ 1176 h 2707"/>
                <a:gd name="T64" fmla="*/ 86 w 778"/>
                <a:gd name="T65" fmla="*/ 1192 h 2707"/>
                <a:gd name="T66" fmla="*/ 111 w 778"/>
                <a:gd name="T67" fmla="*/ 1201 h 2707"/>
                <a:gd name="T68" fmla="*/ 146 w 778"/>
                <a:gd name="T69" fmla="*/ 1145 h 2707"/>
                <a:gd name="T70" fmla="*/ 150 w 778"/>
                <a:gd name="T71" fmla="*/ 1098 h 2707"/>
                <a:gd name="T72" fmla="*/ 152 w 778"/>
                <a:gd name="T73" fmla="*/ 924 h 2707"/>
                <a:gd name="T74" fmla="*/ 154 w 778"/>
                <a:gd name="T75" fmla="*/ 793 h 2707"/>
                <a:gd name="T76" fmla="*/ 175 w 778"/>
                <a:gd name="T77" fmla="*/ 678 h 2707"/>
                <a:gd name="T78" fmla="*/ 186 w 778"/>
                <a:gd name="T79" fmla="*/ 853 h 2707"/>
                <a:gd name="T80" fmla="*/ 190 w 778"/>
                <a:gd name="T81" fmla="*/ 1098 h 2707"/>
                <a:gd name="T82" fmla="*/ 193 w 778"/>
                <a:gd name="T83" fmla="*/ 1145 h 2707"/>
                <a:gd name="T84" fmla="*/ 209 w 778"/>
                <a:gd name="T85" fmla="*/ 1176 h 2707"/>
                <a:gd name="T86" fmla="*/ 228 w 778"/>
                <a:gd name="T87" fmla="*/ 1201 h 2707"/>
                <a:gd name="T88" fmla="*/ 253 w 778"/>
                <a:gd name="T89" fmla="*/ 1192 h 2707"/>
                <a:gd name="T90" fmla="*/ 265 w 778"/>
                <a:gd name="T91" fmla="*/ 1157 h 2707"/>
                <a:gd name="T92" fmla="*/ 237 w 778"/>
                <a:gd name="T93" fmla="*/ 1036 h 2707"/>
                <a:gd name="T94" fmla="*/ 277 w 778"/>
                <a:gd name="T95" fmla="*/ 636 h 2707"/>
                <a:gd name="T96" fmla="*/ 276 w 778"/>
                <a:gd name="T97" fmla="*/ 582 h 2707"/>
                <a:gd name="T98" fmla="*/ 263 w 778"/>
                <a:gd name="T99" fmla="*/ 461 h 2707"/>
                <a:gd name="T100" fmla="*/ 279 w 778"/>
                <a:gd name="T101" fmla="*/ 352 h 2707"/>
                <a:gd name="T102" fmla="*/ 297 w 778"/>
                <a:gd name="T103" fmla="*/ 452 h 2707"/>
                <a:gd name="T104" fmla="*/ 282 w 778"/>
                <a:gd name="T105" fmla="*/ 648 h 2707"/>
                <a:gd name="T106" fmla="*/ 294 w 778"/>
                <a:gd name="T107" fmla="*/ 627 h 2707"/>
                <a:gd name="T108" fmla="*/ 295 w 778"/>
                <a:gd name="T109" fmla="*/ 678 h 2707"/>
                <a:gd name="T110" fmla="*/ 314 w 778"/>
                <a:gd name="T111" fmla="*/ 677 h 2707"/>
                <a:gd name="T112" fmla="*/ 337 w 778"/>
                <a:gd name="T113" fmla="*/ 607 h 2707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778" h="2707">
                  <a:moveTo>
                    <a:pt x="758" y="1227"/>
                  </a:moveTo>
                  <a:cubicBezTo>
                    <a:pt x="775" y="1130"/>
                    <a:pt x="778" y="1007"/>
                    <a:pt x="776" y="974"/>
                  </a:cubicBezTo>
                  <a:cubicBezTo>
                    <a:pt x="773" y="941"/>
                    <a:pt x="743" y="794"/>
                    <a:pt x="736" y="674"/>
                  </a:cubicBezTo>
                  <a:cubicBezTo>
                    <a:pt x="736" y="663"/>
                    <a:pt x="734" y="652"/>
                    <a:pt x="733" y="642"/>
                  </a:cubicBezTo>
                  <a:cubicBezTo>
                    <a:pt x="717" y="550"/>
                    <a:pt x="657" y="530"/>
                    <a:pt x="644" y="529"/>
                  </a:cubicBezTo>
                  <a:cubicBezTo>
                    <a:pt x="629" y="528"/>
                    <a:pt x="575" y="509"/>
                    <a:pt x="528" y="494"/>
                  </a:cubicBezTo>
                  <a:cubicBezTo>
                    <a:pt x="522" y="493"/>
                    <a:pt x="518" y="490"/>
                    <a:pt x="514" y="487"/>
                  </a:cubicBezTo>
                  <a:cubicBezTo>
                    <a:pt x="498" y="469"/>
                    <a:pt x="496" y="433"/>
                    <a:pt x="498" y="407"/>
                  </a:cubicBezTo>
                  <a:cubicBezTo>
                    <a:pt x="498" y="407"/>
                    <a:pt x="498" y="406"/>
                    <a:pt x="498" y="406"/>
                  </a:cubicBezTo>
                  <a:cubicBezTo>
                    <a:pt x="498" y="406"/>
                    <a:pt x="498" y="406"/>
                    <a:pt x="498" y="406"/>
                  </a:cubicBezTo>
                  <a:cubicBezTo>
                    <a:pt x="498" y="405"/>
                    <a:pt x="498" y="403"/>
                    <a:pt x="498" y="402"/>
                  </a:cubicBezTo>
                  <a:cubicBezTo>
                    <a:pt x="498" y="402"/>
                    <a:pt x="498" y="402"/>
                    <a:pt x="498" y="402"/>
                  </a:cubicBezTo>
                  <a:cubicBezTo>
                    <a:pt x="498" y="403"/>
                    <a:pt x="498" y="404"/>
                    <a:pt x="498" y="406"/>
                  </a:cubicBezTo>
                  <a:cubicBezTo>
                    <a:pt x="499" y="401"/>
                    <a:pt x="499" y="401"/>
                    <a:pt x="499" y="401"/>
                  </a:cubicBezTo>
                  <a:cubicBezTo>
                    <a:pt x="502" y="395"/>
                    <a:pt x="504" y="390"/>
                    <a:pt x="507" y="385"/>
                  </a:cubicBezTo>
                  <a:cubicBezTo>
                    <a:pt x="512" y="376"/>
                    <a:pt x="515" y="369"/>
                    <a:pt x="516" y="365"/>
                  </a:cubicBezTo>
                  <a:cubicBezTo>
                    <a:pt x="518" y="357"/>
                    <a:pt x="522" y="341"/>
                    <a:pt x="526" y="321"/>
                  </a:cubicBezTo>
                  <a:cubicBezTo>
                    <a:pt x="530" y="323"/>
                    <a:pt x="534" y="323"/>
                    <a:pt x="538" y="322"/>
                  </a:cubicBezTo>
                  <a:cubicBezTo>
                    <a:pt x="549" y="317"/>
                    <a:pt x="550" y="302"/>
                    <a:pt x="550" y="291"/>
                  </a:cubicBezTo>
                  <a:cubicBezTo>
                    <a:pt x="550" y="289"/>
                    <a:pt x="550" y="287"/>
                    <a:pt x="550" y="285"/>
                  </a:cubicBezTo>
                  <a:cubicBezTo>
                    <a:pt x="550" y="284"/>
                    <a:pt x="550" y="284"/>
                    <a:pt x="550" y="283"/>
                  </a:cubicBezTo>
                  <a:cubicBezTo>
                    <a:pt x="550" y="273"/>
                    <a:pt x="553" y="261"/>
                    <a:pt x="557" y="252"/>
                  </a:cubicBezTo>
                  <a:cubicBezTo>
                    <a:pt x="560" y="242"/>
                    <a:pt x="563" y="234"/>
                    <a:pt x="565" y="224"/>
                  </a:cubicBezTo>
                  <a:cubicBezTo>
                    <a:pt x="565" y="222"/>
                    <a:pt x="565" y="220"/>
                    <a:pt x="565" y="219"/>
                  </a:cubicBezTo>
                  <a:cubicBezTo>
                    <a:pt x="565" y="211"/>
                    <a:pt x="562" y="203"/>
                    <a:pt x="553" y="202"/>
                  </a:cubicBezTo>
                  <a:cubicBezTo>
                    <a:pt x="547" y="202"/>
                    <a:pt x="542" y="206"/>
                    <a:pt x="538" y="211"/>
                  </a:cubicBezTo>
                  <a:cubicBezTo>
                    <a:pt x="538" y="211"/>
                    <a:pt x="538" y="211"/>
                    <a:pt x="538" y="211"/>
                  </a:cubicBezTo>
                  <a:cubicBezTo>
                    <a:pt x="538" y="211"/>
                    <a:pt x="538" y="212"/>
                    <a:pt x="538" y="212"/>
                  </a:cubicBezTo>
                  <a:cubicBezTo>
                    <a:pt x="538" y="210"/>
                    <a:pt x="538" y="208"/>
                    <a:pt x="538" y="206"/>
                  </a:cubicBezTo>
                  <a:cubicBezTo>
                    <a:pt x="539" y="196"/>
                    <a:pt x="541" y="185"/>
                    <a:pt x="539" y="176"/>
                  </a:cubicBezTo>
                  <a:cubicBezTo>
                    <a:pt x="539" y="174"/>
                    <a:pt x="539" y="173"/>
                    <a:pt x="538" y="171"/>
                  </a:cubicBezTo>
                  <a:cubicBezTo>
                    <a:pt x="538" y="169"/>
                    <a:pt x="537" y="167"/>
                    <a:pt x="537" y="165"/>
                  </a:cubicBezTo>
                  <a:cubicBezTo>
                    <a:pt x="536" y="159"/>
                    <a:pt x="535" y="153"/>
                    <a:pt x="534" y="147"/>
                  </a:cubicBezTo>
                  <a:cubicBezTo>
                    <a:pt x="529" y="117"/>
                    <a:pt x="517" y="94"/>
                    <a:pt x="501" y="68"/>
                  </a:cubicBezTo>
                  <a:cubicBezTo>
                    <a:pt x="495" y="60"/>
                    <a:pt x="489" y="53"/>
                    <a:pt x="482" y="46"/>
                  </a:cubicBezTo>
                  <a:cubicBezTo>
                    <a:pt x="471" y="35"/>
                    <a:pt x="457" y="26"/>
                    <a:pt x="443" y="20"/>
                  </a:cubicBezTo>
                  <a:cubicBezTo>
                    <a:pt x="443" y="20"/>
                    <a:pt x="442" y="19"/>
                    <a:pt x="442" y="19"/>
                  </a:cubicBezTo>
                  <a:cubicBezTo>
                    <a:pt x="446" y="20"/>
                    <a:pt x="450" y="21"/>
                    <a:pt x="454" y="21"/>
                  </a:cubicBezTo>
                  <a:cubicBezTo>
                    <a:pt x="448" y="15"/>
                    <a:pt x="431" y="11"/>
                    <a:pt x="422" y="9"/>
                  </a:cubicBezTo>
                  <a:cubicBezTo>
                    <a:pt x="411" y="6"/>
                    <a:pt x="400" y="6"/>
                    <a:pt x="389" y="6"/>
                  </a:cubicBezTo>
                  <a:cubicBezTo>
                    <a:pt x="393" y="5"/>
                    <a:pt x="397" y="3"/>
                    <a:pt x="401" y="3"/>
                  </a:cubicBezTo>
                  <a:cubicBezTo>
                    <a:pt x="385" y="0"/>
                    <a:pt x="353" y="2"/>
                    <a:pt x="336" y="13"/>
                  </a:cubicBezTo>
                  <a:cubicBezTo>
                    <a:pt x="334" y="13"/>
                    <a:pt x="331" y="14"/>
                    <a:pt x="328" y="15"/>
                  </a:cubicBezTo>
                  <a:cubicBezTo>
                    <a:pt x="311" y="15"/>
                    <a:pt x="294" y="17"/>
                    <a:pt x="278" y="26"/>
                  </a:cubicBezTo>
                  <a:cubicBezTo>
                    <a:pt x="284" y="27"/>
                    <a:pt x="293" y="22"/>
                    <a:pt x="299" y="25"/>
                  </a:cubicBezTo>
                  <a:cubicBezTo>
                    <a:pt x="281" y="29"/>
                    <a:pt x="264" y="35"/>
                    <a:pt x="252" y="51"/>
                  </a:cubicBezTo>
                  <a:cubicBezTo>
                    <a:pt x="259" y="47"/>
                    <a:pt x="267" y="45"/>
                    <a:pt x="275" y="44"/>
                  </a:cubicBezTo>
                  <a:cubicBezTo>
                    <a:pt x="261" y="53"/>
                    <a:pt x="243" y="62"/>
                    <a:pt x="234" y="76"/>
                  </a:cubicBezTo>
                  <a:cubicBezTo>
                    <a:pt x="241" y="73"/>
                    <a:pt x="248" y="68"/>
                    <a:pt x="255" y="65"/>
                  </a:cubicBezTo>
                  <a:cubicBezTo>
                    <a:pt x="248" y="72"/>
                    <a:pt x="244" y="80"/>
                    <a:pt x="241" y="89"/>
                  </a:cubicBezTo>
                  <a:cubicBezTo>
                    <a:pt x="234" y="101"/>
                    <a:pt x="228" y="115"/>
                    <a:pt x="226" y="131"/>
                  </a:cubicBezTo>
                  <a:cubicBezTo>
                    <a:pt x="224" y="138"/>
                    <a:pt x="224" y="146"/>
                    <a:pt x="224" y="154"/>
                  </a:cubicBezTo>
                  <a:cubicBezTo>
                    <a:pt x="224" y="178"/>
                    <a:pt x="224" y="201"/>
                    <a:pt x="231" y="224"/>
                  </a:cubicBezTo>
                  <a:cubicBezTo>
                    <a:pt x="231" y="224"/>
                    <a:pt x="231" y="224"/>
                    <a:pt x="231" y="224"/>
                  </a:cubicBezTo>
                  <a:cubicBezTo>
                    <a:pt x="231" y="225"/>
                    <a:pt x="231" y="226"/>
                    <a:pt x="232" y="227"/>
                  </a:cubicBezTo>
                  <a:cubicBezTo>
                    <a:pt x="232" y="228"/>
                    <a:pt x="233" y="230"/>
                    <a:pt x="233" y="232"/>
                  </a:cubicBezTo>
                  <a:cubicBezTo>
                    <a:pt x="233" y="232"/>
                    <a:pt x="233" y="232"/>
                    <a:pt x="233" y="232"/>
                  </a:cubicBezTo>
                  <a:cubicBezTo>
                    <a:pt x="234" y="234"/>
                    <a:pt x="234" y="235"/>
                    <a:pt x="235" y="237"/>
                  </a:cubicBezTo>
                  <a:cubicBezTo>
                    <a:pt x="235" y="237"/>
                    <a:pt x="235" y="237"/>
                    <a:pt x="235" y="238"/>
                  </a:cubicBezTo>
                  <a:cubicBezTo>
                    <a:pt x="235" y="239"/>
                    <a:pt x="236" y="241"/>
                    <a:pt x="236" y="243"/>
                  </a:cubicBezTo>
                  <a:cubicBezTo>
                    <a:pt x="236" y="243"/>
                    <a:pt x="236" y="243"/>
                    <a:pt x="236" y="243"/>
                  </a:cubicBezTo>
                  <a:cubicBezTo>
                    <a:pt x="237" y="245"/>
                    <a:pt x="237" y="246"/>
                    <a:pt x="238" y="248"/>
                  </a:cubicBezTo>
                  <a:cubicBezTo>
                    <a:pt x="238" y="248"/>
                    <a:pt x="238" y="248"/>
                    <a:pt x="238" y="249"/>
                  </a:cubicBezTo>
                  <a:cubicBezTo>
                    <a:pt x="239" y="250"/>
                    <a:pt x="239" y="252"/>
                    <a:pt x="240" y="253"/>
                  </a:cubicBezTo>
                  <a:cubicBezTo>
                    <a:pt x="240" y="254"/>
                    <a:pt x="240" y="254"/>
                    <a:pt x="241" y="255"/>
                  </a:cubicBezTo>
                  <a:cubicBezTo>
                    <a:pt x="241" y="256"/>
                    <a:pt x="242" y="257"/>
                    <a:pt x="242" y="259"/>
                  </a:cubicBezTo>
                  <a:cubicBezTo>
                    <a:pt x="243" y="259"/>
                    <a:pt x="243" y="260"/>
                    <a:pt x="243" y="260"/>
                  </a:cubicBezTo>
                  <a:cubicBezTo>
                    <a:pt x="244" y="262"/>
                    <a:pt x="244" y="263"/>
                    <a:pt x="245" y="264"/>
                  </a:cubicBezTo>
                  <a:cubicBezTo>
                    <a:pt x="245" y="265"/>
                    <a:pt x="245" y="265"/>
                    <a:pt x="245" y="265"/>
                  </a:cubicBezTo>
                  <a:cubicBezTo>
                    <a:pt x="242" y="264"/>
                    <a:pt x="239" y="264"/>
                    <a:pt x="236" y="264"/>
                  </a:cubicBezTo>
                  <a:cubicBezTo>
                    <a:pt x="232" y="265"/>
                    <a:pt x="229" y="265"/>
                    <a:pt x="227" y="267"/>
                  </a:cubicBezTo>
                  <a:cubicBezTo>
                    <a:pt x="219" y="271"/>
                    <a:pt x="218" y="279"/>
                    <a:pt x="218" y="287"/>
                  </a:cubicBezTo>
                  <a:cubicBezTo>
                    <a:pt x="219" y="297"/>
                    <a:pt x="227" y="304"/>
                    <a:pt x="235" y="311"/>
                  </a:cubicBezTo>
                  <a:cubicBezTo>
                    <a:pt x="246" y="323"/>
                    <a:pt x="252" y="339"/>
                    <a:pt x="261" y="352"/>
                  </a:cubicBezTo>
                  <a:cubicBezTo>
                    <a:pt x="265" y="357"/>
                    <a:pt x="271" y="364"/>
                    <a:pt x="279" y="363"/>
                  </a:cubicBezTo>
                  <a:cubicBezTo>
                    <a:pt x="279" y="363"/>
                    <a:pt x="279" y="363"/>
                    <a:pt x="279" y="363"/>
                  </a:cubicBezTo>
                  <a:cubicBezTo>
                    <a:pt x="279" y="363"/>
                    <a:pt x="279" y="363"/>
                    <a:pt x="279" y="363"/>
                  </a:cubicBezTo>
                  <a:cubicBezTo>
                    <a:pt x="281" y="362"/>
                    <a:pt x="283" y="361"/>
                    <a:pt x="284" y="360"/>
                  </a:cubicBezTo>
                  <a:cubicBezTo>
                    <a:pt x="292" y="376"/>
                    <a:pt x="301" y="392"/>
                    <a:pt x="310" y="403"/>
                  </a:cubicBezTo>
                  <a:cubicBezTo>
                    <a:pt x="313" y="427"/>
                    <a:pt x="315" y="465"/>
                    <a:pt x="301" y="480"/>
                  </a:cubicBezTo>
                  <a:cubicBezTo>
                    <a:pt x="281" y="503"/>
                    <a:pt x="221" y="510"/>
                    <a:pt x="194" y="516"/>
                  </a:cubicBezTo>
                  <a:cubicBezTo>
                    <a:pt x="167" y="523"/>
                    <a:pt x="91" y="519"/>
                    <a:pt x="79" y="655"/>
                  </a:cubicBezTo>
                  <a:cubicBezTo>
                    <a:pt x="68" y="790"/>
                    <a:pt x="15" y="884"/>
                    <a:pt x="7" y="982"/>
                  </a:cubicBezTo>
                  <a:cubicBezTo>
                    <a:pt x="0" y="1081"/>
                    <a:pt x="15" y="1213"/>
                    <a:pt x="17" y="1245"/>
                  </a:cubicBezTo>
                  <a:cubicBezTo>
                    <a:pt x="20" y="1278"/>
                    <a:pt x="22" y="1347"/>
                    <a:pt x="11" y="1379"/>
                  </a:cubicBezTo>
                  <a:cubicBezTo>
                    <a:pt x="0" y="1410"/>
                    <a:pt x="8" y="1454"/>
                    <a:pt x="8" y="1454"/>
                  </a:cubicBezTo>
                  <a:cubicBezTo>
                    <a:pt x="8" y="1454"/>
                    <a:pt x="8" y="1454"/>
                    <a:pt x="8" y="1454"/>
                  </a:cubicBezTo>
                  <a:cubicBezTo>
                    <a:pt x="8" y="1455"/>
                    <a:pt x="8" y="1455"/>
                    <a:pt x="8" y="1455"/>
                  </a:cubicBezTo>
                  <a:cubicBezTo>
                    <a:pt x="8" y="1455"/>
                    <a:pt x="13" y="1461"/>
                    <a:pt x="21" y="1468"/>
                  </a:cubicBezTo>
                  <a:cubicBezTo>
                    <a:pt x="21" y="1470"/>
                    <a:pt x="22" y="1472"/>
                    <a:pt x="24" y="1474"/>
                  </a:cubicBezTo>
                  <a:cubicBezTo>
                    <a:pt x="22" y="1469"/>
                    <a:pt x="22" y="1469"/>
                    <a:pt x="22" y="1469"/>
                  </a:cubicBezTo>
                  <a:cubicBezTo>
                    <a:pt x="29" y="1476"/>
                    <a:pt x="39" y="1483"/>
                    <a:pt x="46" y="1483"/>
                  </a:cubicBezTo>
                  <a:cubicBezTo>
                    <a:pt x="46" y="1483"/>
                    <a:pt x="78" y="1509"/>
                    <a:pt x="96" y="1508"/>
                  </a:cubicBezTo>
                  <a:cubicBezTo>
                    <a:pt x="100" y="1507"/>
                    <a:pt x="99" y="1498"/>
                    <a:pt x="99" y="1498"/>
                  </a:cubicBezTo>
                  <a:cubicBezTo>
                    <a:pt x="99" y="1498"/>
                    <a:pt x="110" y="1500"/>
                    <a:pt x="110" y="1491"/>
                  </a:cubicBezTo>
                  <a:cubicBezTo>
                    <a:pt x="110" y="1490"/>
                    <a:pt x="110" y="1489"/>
                    <a:pt x="110" y="1489"/>
                  </a:cubicBezTo>
                  <a:cubicBezTo>
                    <a:pt x="108" y="1480"/>
                    <a:pt x="89" y="1472"/>
                    <a:pt x="88" y="1471"/>
                  </a:cubicBezTo>
                  <a:cubicBezTo>
                    <a:pt x="88" y="1465"/>
                    <a:pt x="86" y="1423"/>
                    <a:pt x="86" y="1421"/>
                  </a:cubicBezTo>
                  <a:cubicBezTo>
                    <a:pt x="85" y="1419"/>
                    <a:pt x="99" y="1400"/>
                    <a:pt x="101" y="1398"/>
                  </a:cubicBezTo>
                  <a:cubicBezTo>
                    <a:pt x="101" y="1401"/>
                    <a:pt x="100" y="1413"/>
                    <a:pt x="102" y="1425"/>
                  </a:cubicBezTo>
                  <a:cubicBezTo>
                    <a:pt x="105" y="1442"/>
                    <a:pt x="113" y="1460"/>
                    <a:pt x="133" y="1463"/>
                  </a:cubicBezTo>
                  <a:cubicBezTo>
                    <a:pt x="133" y="1463"/>
                    <a:pt x="136" y="1426"/>
                    <a:pt x="138" y="1420"/>
                  </a:cubicBezTo>
                  <a:cubicBezTo>
                    <a:pt x="139" y="1414"/>
                    <a:pt x="139" y="1350"/>
                    <a:pt x="139" y="1350"/>
                  </a:cubicBezTo>
                  <a:cubicBezTo>
                    <a:pt x="139" y="1350"/>
                    <a:pt x="139" y="1348"/>
                    <a:pt x="138" y="1345"/>
                  </a:cubicBezTo>
                  <a:cubicBezTo>
                    <a:pt x="137" y="1339"/>
                    <a:pt x="133" y="1325"/>
                    <a:pt x="118" y="1306"/>
                  </a:cubicBezTo>
                  <a:cubicBezTo>
                    <a:pt x="109" y="1294"/>
                    <a:pt x="105" y="1282"/>
                    <a:pt x="103" y="1269"/>
                  </a:cubicBezTo>
                  <a:cubicBezTo>
                    <a:pt x="100" y="1252"/>
                    <a:pt x="101" y="1236"/>
                    <a:pt x="100" y="1223"/>
                  </a:cubicBezTo>
                  <a:cubicBezTo>
                    <a:pt x="98" y="1200"/>
                    <a:pt x="117" y="1048"/>
                    <a:pt x="122" y="1031"/>
                  </a:cubicBezTo>
                  <a:cubicBezTo>
                    <a:pt x="128" y="1014"/>
                    <a:pt x="132" y="953"/>
                    <a:pt x="131" y="934"/>
                  </a:cubicBezTo>
                  <a:cubicBezTo>
                    <a:pt x="129" y="914"/>
                    <a:pt x="166" y="815"/>
                    <a:pt x="168" y="810"/>
                  </a:cubicBezTo>
                  <a:cubicBezTo>
                    <a:pt x="170" y="809"/>
                    <a:pt x="170" y="809"/>
                    <a:pt x="170" y="809"/>
                  </a:cubicBezTo>
                  <a:cubicBezTo>
                    <a:pt x="170" y="825"/>
                    <a:pt x="171" y="841"/>
                    <a:pt x="172" y="855"/>
                  </a:cubicBezTo>
                  <a:cubicBezTo>
                    <a:pt x="178" y="907"/>
                    <a:pt x="181" y="1087"/>
                    <a:pt x="176" y="1126"/>
                  </a:cubicBezTo>
                  <a:cubicBezTo>
                    <a:pt x="171" y="1165"/>
                    <a:pt x="182" y="1180"/>
                    <a:pt x="162" y="1319"/>
                  </a:cubicBezTo>
                  <a:cubicBezTo>
                    <a:pt x="161" y="1319"/>
                    <a:pt x="161" y="1319"/>
                    <a:pt x="161" y="1319"/>
                  </a:cubicBezTo>
                  <a:cubicBezTo>
                    <a:pt x="161" y="1319"/>
                    <a:pt x="151" y="1402"/>
                    <a:pt x="147" y="1433"/>
                  </a:cubicBezTo>
                  <a:cubicBezTo>
                    <a:pt x="143" y="1460"/>
                    <a:pt x="136" y="1546"/>
                    <a:pt x="149" y="1620"/>
                  </a:cubicBezTo>
                  <a:cubicBezTo>
                    <a:pt x="151" y="1630"/>
                    <a:pt x="153" y="1640"/>
                    <a:pt x="156" y="1650"/>
                  </a:cubicBezTo>
                  <a:cubicBezTo>
                    <a:pt x="164" y="1679"/>
                    <a:pt x="169" y="1704"/>
                    <a:pt x="173" y="1727"/>
                  </a:cubicBezTo>
                  <a:cubicBezTo>
                    <a:pt x="180" y="1765"/>
                    <a:pt x="182" y="1798"/>
                    <a:pt x="180" y="1833"/>
                  </a:cubicBezTo>
                  <a:cubicBezTo>
                    <a:pt x="177" y="1890"/>
                    <a:pt x="190" y="1943"/>
                    <a:pt x="191" y="1997"/>
                  </a:cubicBezTo>
                  <a:cubicBezTo>
                    <a:pt x="192" y="2041"/>
                    <a:pt x="197" y="2161"/>
                    <a:pt x="216" y="2265"/>
                  </a:cubicBezTo>
                  <a:cubicBezTo>
                    <a:pt x="220" y="2289"/>
                    <a:pt x="225" y="2313"/>
                    <a:pt x="231" y="2334"/>
                  </a:cubicBezTo>
                  <a:cubicBezTo>
                    <a:pt x="234" y="2345"/>
                    <a:pt x="236" y="2355"/>
                    <a:pt x="238" y="2364"/>
                  </a:cubicBezTo>
                  <a:cubicBezTo>
                    <a:pt x="255" y="2457"/>
                    <a:pt x="224" y="2499"/>
                    <a:pt x="224" y="2499"/>
                  </a:cubicBezTo>
                  <a:cubicBezTo>
                    <a:pt x="224" y="2499"/>
                    <a:pt x="200" y="2541"/>
                    <a:pt x="192" y="2571"/>
                  </a:cubicBezTo>
                  <a:cubicBezTo>
                    <a:pt x="187" y="2589"/>
                    <a:pt x="173" y="2594"/>
                    <a:pt x="168" y="2608"/>
                  </a:cubicBezTo>
                  <a:cubicBezTo>
                    <a:pt x="164" y="2620"/>
                    <a:pt x="150" y="2629"/>
                    <a:pt x="153" y="2648"/>
                  </a:cubicBezTo>
                  <a:cubicBezTo>
                    <a:pt x="153" y="2651"/>
                    <a:pt x="154" y="2654"/>
                    <a:pt x="155" y="2657"/>
                  </a:cubicBezTo>
                  <a:cubicBezTo>
                    <a:pt x="155" y="2657"/>
                    <a:pt x="160" y="2682"/>
                    <a:pt x="172" y="2673"/>
                  </a:cubicBezTo>
                  <a:cubicBezTo>
                    <a:pt x="172" y="2673"/>
                    <a:pt x="182" y="2690"/>
                    <a:pt x="194" y="2683"/>
                  </a:cubicBezTo>
                  <a:cubicBezTo>
                    <a:pt x="194" y="2684"/>
                    <a:pt x="194" y="2684"/>
                    <a:pt x="194" y="2685"/>
                  </a:cubicBezTo>
                  <a:cubicBezTo>
                    <a:pt x="195" y="2683"/>
                    <a:pt x="195" y="2683"/>
                    <a:pt x="195" y="2683"/>
                  </a:cubicBezTo>
                  <a:cubicBezTo>
                    <a:pt x="196" y="2685"/>
                    <a:pt x="211" y="2700"/>
                    <a:pt x="221" y="2685"/>
                  </a:cubicBezTo>
                  <a:cubicBezTo>
                    <a:pt x="221" y="2686"/>
                    <a:pt x="221" y="2687"/>
                    <a:pt x="222" y="2689"/>
                  </a:cubicBezTo>
                  <a:cubicBezTo>
                    <a:pt x="223" y="2696"/>
                    <a:pt x="228" y="2706"/>
                    <a:pt x="249" y="2705"/>
                  </a:cubicBezTo>
                  <a:cubicBezTo>
                    <a:pt x="279" y="2703"/>
                    <a:pt x="281" y="2690"/>
                    <a:pt x="280" y="2672"/>
                  </a:cubicBezTo>
                  <a:cubicBezTo>
                    <a:pt x="279" y="2654"/>
                    <a:pt x="293" y="2651"/>
                    <a:pt x="293" y="2651"/>
                  </a:cubicBezTo>
                  <a:cubicBezTo>
                    <a:pt x="293" y="2651"/>
                    <a:pt x="314" y="2635"/>
                    <a:pt x="314" y="2616"/>
                  </a:cubicBezTo>
                  <a:cubicBezTo>
                    <a:pt x="314" y="2596"/>
                    <a:pt x="328" y="2580"/>
                    <a:pt x="328" y="2580"/>
                  </a:cubicBezTo>
                  <a:cubicBezTo>
                    <a:pt x="328" y="2580"/>
                    <a:pt x="344" y="2573"/>
                    <a:pt x="337" y="2535"/>
                  </a:cubicBezTo>
                  <a:cubicBezTo>
                    <a:pt x="337" y="2532"/>
                    <a:pt x="336" y="2528"/>
                    <a:pt x="335" y="2524"/>
                  </a:cubicBezTo>
                  <a:cubicBezTo>
                    <a:pt x="335" y="2523"/>
                    <a:pt x="341" y="2500"/>
                    <a:pt x="337" y="2478"/>
                  </a:cubicBezTo>
                  <a:cubicBezTo>
                    <a:pt x="337" y="2477"/>
                    <a:pt x="336" y="2475"/>
                    <a:pt x="336" y="2473"/>
                  </a:cubicBezTo>
                  <a:cubicBezTo>
                    <a:pt x="336" y="2472"/>
                    <a:pt x="335" y="2471"/>
                    <a:pt x="335" y="2469"/>
                  </a:cubicBezTo>
                  <a:cubicBezTo>
                    <a:pt x="330" y="2440"/>
                    <a:pt x="332" y="2368"/>
                    <a:pt x="333" y="2341"/>
                  </a:cubicBezTo>
                  <a:cubicBezTo>
                    <a:pt x="334" y="2311"/>
                    <a:pt x="352" y="2147"/>
                    <a:pt x="340" y="2083"/>
                  </a:cubicBezTo>
                  <a:cubicBezTo>
                    <a:pt x="340" y="2083"/>
                    <a:pt x="340" y="2083"/>
                    <a:pt x="340" y="2082"/>
                  </a:cubicBezTo>
                  <a:cubicBezTo>
                    <a:pt x="340" y="2082"/>
                    <a:pt x="340" y="2082"/>
                    <a:pt x="340" y="2082"/>
                  </a:cubicBezTo>
                  <a:cubicBezTo>
                    <a:pt x="339" y="2079"/>
                    <a:pt x="339" y="2076"/>
                    <a:pt x="338" y="2073"/>
                  </a:cubicBezTo>
                  <a:cubicBezTo>
                    <a:pt x="321" y="1974"/>
                    <a:pt x="348" y="1939"/>
                    <a:pt x="348" y="1890"/>
                  </a:cubicBezTo>
                  <a:cubicBezTo>
                    <a:pt x="348" y="1890"/>
                    <a:pt x="352" y="1833"/>
                    <a:pt x="346" y="1787"/>
                  </a:cubicBezTo>
                  <a:cubicBezTo>
                    <a:pt x="341" y="1740"/>
                    <a:pt x="351" y="1688"/>
                    <a:pt x="357" y="1629"/>
                  </a:cubicBezTo>
                  <a:cubicBezTo>
                    <a:pt x="360" y="1591"/>
                    <a:pt x="366" y="1555"/>
                    <a:pt x="370" y="1527"/>
                  </a:cubicBezTo>
                  <a:cubicBezTo>
                    <a:pt x="375" y="1529"/>
                    <a:pt x="381" y="1530"/>
                    <a:pt x="387" y="1530"/>
                  </a:cubicBezTo>
                  <a:cubicBezTo>
                    <a:pt x="389" y="1530"/>
                    <a:pt x="391" y="1530"/>
                    <a:pt x="393" y="1529"/>
                  </a:cubicBezTo>
                  <a:cubicBezTo>
                    <a:pt x="397" y="1557"/>
                    <a:pt x="403" y="1592"/>
                    <a:pt x="406" y="1628"/>
                  </a:cubicBezTo>
                  <a:cubicBezTo>
                    <a:pt x="412" y="1687"/>
                    <a:pt x="422" y="1739"/>
                    <a:pt x="416" y="1786"/>
                  </a:cubicBezTo>
                  <a:cubicBezTo>
                    <a:pt x="411" y="1833"/>
                    <a:pt x="415" y="1889"/>
                    <a:pt x="415" y="1889"/>
                  </a:cubicBezTo>
                  <a:cubicBezTo>
                    <a:pt x="415" y="1900"/>
                    <a:pt x="416" y="1911"/>
                    <a:pt x="418" y="1921"/>
                  </a:cubicBezTo>
                  <a:cubicBezTo>
                    <a:pt x="420" y="1934"/>
                    <a:pt x="423" y="1946"/>
                    <a:pt x="426" y="1960"/>
                  </a:cubicBezTo>
                  <a:cubicBezTo>
                    <a:pt x="431" y="1989"/>
                    <a:pt x="434" y="2026"/>
                    <a:pt x="423" y="2082"/>
                  </a:cubicBezTo>
                  <a:cubicBezTo>
                    <a:pt x="411" y="2147"/>
                    <a:pt x="429" y="2311"/>
                    <a:pt x="430" y="2340"/>
                  </a:cubicBezTo>
                  <a:cubicBezTo>
                    <a:pt x="431" y="2369"/>
                    <a:pt x="433" y="2450"/>
                    <a:pt x="427" y="2473"/>
                  </a:cubicBezTo>
                  <a:cubicBezTo>
                    <a:pt x="423" y="2490"/>
                    <a:pt x="425" y="2507"/>
                    <a:pt x="426" y="2516"/>
                  </a:cubicBezTo>
                  <a:cubicBezTo>
                    <a:pt x="427" y="2520"/>
                    <a:pt x="428" y="2522"/>
                    <a:pt x="428" y="2523"/>
                  </a:cubicBezTo>
                  <a:cubicBezTo>
                    <a:pt x="423" y="2541"/>
                    <a:pt x="423" y="2553"/>
                    <a:pt x="425" y="2562"/>
                  </a:cubicBezTo>
                  <a:cubicBezTo>
                    <a:pt x="428" y="2576"/>
                    <a:pt x="435" y="2580"/>
                    <a:pt x="435" y="2580"/>
                  </a:cubicBezTo>
                  <a:cubicBezTo>
                    <a:pt x="435" y="2580"/>
                    <a:pt x="446" y="2592"/>
                    <a:pt x="449" y="2608"/>
                  </a:cubicBezTo>
                  <a:cubicBezTo>
                    <a:pt x="449" y="2610"/>
                    <a:pt x="449" y="2613"/>
                    <a:pt x="449" y="2615"/>
                  </a:cubicBezTo>
                  <a:cubicBezTo>
                    <a:pt x="449" y="2616"/>
                    <a:pt x="449" y="2618"/>
                    <a:pt x="450" y="2619"/>
                  </a:cubicBezTo>
                  <a:cubicBezTo>
                    <a:pt x="452" y="2637"/>
                    <a:pt x="470" y="2651"/>
                    <a:pt x="470" y="2651"/>
                  </a:cubicBezTo>
                  <a:cubicBezTo>
                    <a:pt x="470" y="2651"/>
                    <a:pt x="480" y="2653"/>
                    <a:pt x="483" y="2665"/>
                  </a:cubicBezTo>
                  <a:cubicBezTo>
                    <a:pt x="483" y="2667"/>
                    <a:pt x="483" y="2669"/>
                    <a:pt x="483" y="2671"/>
                  </a:cubicBezTo>
                  <a:cubicBezTo>
                    <a:pt x="483" y="2676"/>
                    <a:pt x="483" y="2680"/>
                    <a:pt x="483" y="2684"/>
                  </a:cubicBezTo>
                  <a:cubicBezTo>
                    <a:pt x="485" y="2696"/>
                    <a:pt x="492" y="2703"/>
                    <a:pt x="514" y="2705"/>
                  </a:cubicBezTo>
                  <a:cubicBezTo>
                    <a:pt x="544" y="2707"/>
                    <a:pt x="542" y="2685"/>
                    <a:pt x="542" y="2685"/>
                  </a:cubicBezTo>
                  <a:cubicBezTo>
                    <a:pt x="551" y="2699"/>
                    <a:pt x="566" y="2686"/>
                    <a:pt x="568" y="2683"/>
                  </a:cubicBezTo>
                  <a:cubicBezTo>
                    <a:pt x="569" y="2685"/>
                    <a:pt x="569" y="2685"/>
                    <a:pt x="569" y="2685"/>
                  </a:cubicBezTo>
                  <a:cubicBezTo>
                    <a:pt x="569" y="2684"/>
                    <a:pt x="569" y="2684"/>
                    <a:pt x="569" y="2683"/>
                  </a:cubicBezTo>
                  <a:cubicBezTo>
                    <a:pt x="581" y="2690"/>
                    <a:pt x="591" y="2673"/>
                    <a:pt x="591" y="2673"/>
                  </a:cubicBezTo>
                  <a:cubicBezTo>
                    <a:pt x="603" y="2682"/>
                    <a:pt x="608" y="2657"/>
                    <a:pt x="608" y="2657"/>
                  </a:cubicBezTo>
                  <a:cubicBezTo>
                    <a:pt x="611" y="2649"/>
                    <a:pt x="611" y="2642"/>
                    <a:pt x="610" y="2637"/>
                  </a:cubicBezTo>
                  <a:cubicBezTo>
                    <a:pt x="607" y="2625"/>
                    <a:pt x="598" y="2617"/>
                    <a:pt x="595" y="2608"/>
                  </a:cubicBezTo>
                  <a:cubicBezTo>
                    <a:pt x="590" y="2594"/>
                    <a:pt x="576" y="2589"/>
                    <a:pt x="571" y="2571"/>
                  </a:cubicBezTo>
                  <a:cubicBezTo>
                    <a:pt x="563" y="2541"/>
                    <a:pt x="539" y="2499"/>
                    <a:pt x="539" y="2499"/>
                  </a:cubicBezTo>
                  <a:cubicBezTo>
                    <a:pt x="539" y="2499"/>
                    <a:pt x="528" y="2484"/>
                    <a:pt x="523" y="2454"/>
                  </a:cubicBezTo>
                  <a:cubicBezTo>
                    <a:pt x="518" y="2427"/>
                    <a:pt x="517" y="2387"/>
                    <a:pt x="532" y="2334"/>
                  </a:cubicBezTo>
                  <a:cubicBezTo>
                    <a:pt x="563" y="2220"/>
                    <a:pt x="570" y="2052"/>
                    <a:pt x="572" y="1998"/>
                  </a:cubicBezTo>
                  <a:cubicBezTo>
                    <a:pt x="573" y="1944"/>
                    <a:pt x="586" y="1891"/>
                    <a:pt x="583" y="1834"/>
                  </a:cubicBezTo>
                  <a:cubicBezTo>
                    <a:pt x="580" y="1777"/>
                    <a:pt x="586" y="1729"/>
                    <a:pt x="607" y="1650"/>
                  </a:cubicBezTo>
                  <a:cubicBezTo>
                    <a:pt x="629" y="1572"/>
                    <a:pt x="621" y="1465"/>
                    <a:pt x="623" y="1433"/>
                  </a:cubicBezTo>
                  <a:cubicBezTo>
                    <a:pt x="627" y="1376"/>
                    <a:pt x="620" y="1312"/>
                    <a:pt x="620" y="1312"/>
                  </a:cubicBezTo>
                  <a:cubicBezTo>
                    <a:pt x="620" y="1312"/>
                    <a:pt x="620" y="1312"/>
                    <a:pt x="620" y="1312"/>
                  </a:cubicBezTo>
                  <a:cubicBezTo>
                    <a:pt x="620" y="1311"/>
                    <a:pt x="620" y="1311"/>
                    <a:pt x="620" y="1311"/>
                  </a:cubicBezTo>
                  <a:cubicBezTo>
                    <a:pt x="619" y="1311"/>
                    <a:pt x="619" y="1311"/>
                    <a:pt x="619" y="1311"/>
                  </a:cubicBezTo>
                  <a:cubicBezTo>
                    <a:pt x="618" y="1299"/>
                    <a:pt x="614" y="1276"/>
                    <a:pt x="611" y="1255"/>
                  </a:cubicBezTo>
                  <a:cubicBezTo>
                    <a:pt x="608" y="1242"/>
                    <a:pt x="606" y="1229"/>
                    <a:pt x="603" y="1219"/>
                  </a:cubicBezTo>
                  <a:cubicBezTo>
                    <a:pt x="602" y="1215"/>
                    <a:pt x="601" y="1210"/>
                    <a:pt x="600" y="1204"/>
                  </a:cubicBezTo>
                  <a:cubicBezTo>
                    <a:pt x="593" y="1162"/>
                    <a:pt x="587" y="1083"/>
                    <a:pt x="590" y="1038"/>
                  </a:cubicBezTo>
                  <a:cubicBezTo>
                    <a:pt x="593" y="989"/>
                    <a:pt x="626" y="874"/>
                    <a:pt x="627" y="792"/>
                  </a:cubicBezTo>
                  <a:cubicBezTo>
                    <a:pt x="628" y="793"/>
                    <a:pt x="628" y="793"/>
                    <a:pt x="628" y="793"/>
                  </a:cubicBezTo>
                  <a:cubicBezTo>
                    <a:pt x="628" y="794"/>
                    <a:pt x="628" y="794"/>
                    <a:pt x="628" y="794"/>
                  </a:cubicBezTo>
                  <a:cubicBezTo>
                    <a:pt x="628" y="793"/>
                    <a:pt x="628" y="793"/>
                    <a:pt x="628" y="793"/>
                  </a:cubicBezTo>
                  <a:cubicBezTo>
                    <a:pt x="631" y="799"/>
                    <a:pt x="631" y="799"/>
                    <a:pt x="631" y="799"/>
                  </a:cubicBezTo>
                  <a:cubicBezTo>
                    <a:pt x="632" y="805"/>
                    <a:pt x="634" y="814"/>
                    <a:pt x="636" y="827"/>
                  </a:cubicBezTo>
                  <a:cubicBezTo>
                    <a:pt x="641" y="854"/>
                    <a:pt x="649" y="894"/>
                    <a:pt x="656" y="932"/>
                  </a:cubicBezTo>
                  <a:cubicBezTo>
                    <a:pt x="662" y="970"/>
                    <a:pt x="668" y="1004"/>
                    <a:pt x="668" y="1020"/>
                  </a:cubicBezTo>
                  <a:cubicBezTo>
                    <a:pt x="668" y="1058"/>
                    <a:pt x="669" y="1223"/>
                    <a:pt x="672" y="1250"/>
                  </a:cubicBezTo>
                  <a:cubicBezTo>
                    <a:pt x="676" y="1277"/>
                    <a:pt x="677" y="1307"/>
                    <a:pt x="659" y="1331"/>
                  </a:cubicBezTo>
                  <a:cubicBezTo>
                    <a:pt x="641" y="1356"/>
                    <a:pt x="636" y="1373"/>
                    <a:pt x="634" y="1380"/>
                  </a:cubicBezTo>
                  <a:cubicBezTo>
                    <a:pt x="632" y="1386"/>
                    <a:pt x="633" y="1460"/>
                    <a:pt x="633" y="1460"/>
                  </a:cubicBezTo>
                  <a:cubicBezTo>
                    <a:pt x="634" y="1461"/>
                    <a:pt x="634" y="1461"/>
                    <a:pt x="634" y="1461"/>
                  </a:cubicBezTo>
                  <a:cubicBezTo>
                    <a:pt x="634" y="1461"/>
                    <a:pt x="634" y="1461"/>
                    <a:pt x="634" y="1461"/>
                  </a:cubicBezTo>
                  <a:cubicBezTo>
                    <a:pt x="639" y="1486"/>
                    <a:pt x="639" y="1486"/>
                    <a:pt x="639" y="1486"/>
                  </a:cubicBezTo>
                  <a:cubicBezTo>
                    <a:pt x="665" y="1478"/>
                    <a:pt x="660" y="1412"/>
                    <a:pt x="660" y="1412"/>
                  </a:cubicBezTo>
                  <a:cubicBezTo>
                    <a:pt x="668" y="1421"/>
                    <a:pt x="671" y="1431"/>
                    <a:pt x="672" y="1439"/>
                  </a:cubicBezTo>
                  <a:cubicBezTo>
                    <a:pt x="674" y="1448"/>
                    <a:pt x="674" y="1456"/>
                    <a:pt x="674" y="1461"/>
                  </a:cubicBezTo>
                  <a:cubicBezTo>
                    <a:pt x="675" y="1471"/>
                    <a:pt x="672" y="1497"/>
                    <a:pt x="668" y="1500"/>
                  </a:cubicBezTo>
                  <a:cubicBezTo>
                    <a:pt x="665" y="1502"/>
                    <a:pt x="659" y="1519"/>
                    <a:pt x="661" y="1528"/>
                  </a:cubicBezTo>
                  <a:cubicBezTo>
                    <a:pt x="661" y="1531"/>
                    <a:pt x="662" y="1533"/>
                    <a:pt x="663" y="1534"/>
                  </a:cubicBezTo>
                  <a:cubicBezTo>
                    <a:pt x="670" y="1541"/>
                    <a:pt x="682" y="1532"/>
                    <a:pt x="682" y="1532"/>
                  </a:cubicBezTo>
                  <a:cubicBezTo>
                    <a:pt x="691" y="1537"/>
                    <a:pt x="699" y="1530"/>
                    <a:pt x="704" y="1524"/>
                  </a:cubicBezTo>
                  <a:cubicBezTo>
                    <a:pt x="704" y="1525"/>
                    <a:pt x="704" y="1525"/>
                    <a:pt x="704" y="1526"/>
                  </a:cubicBezTo>
                  <a:cubicBezTo>
                    <a:pt x="705" y="1523"/>
                    <a:pt x="705" y="1523"/>
                    <a:pt x="705" y="1523"/>
                  </a:cubicBezTo>
                  <a:cubicBezTo>
                    <a:pt x="707" y="1521"/>
                    <a:pt x="708" y="1519"/>
                    <a:pt x="708" y="1519"/>
                  </a:cubicBezTo>
                  <a:cubicBezTo>
                    <a:pt x="717" y="1520"/>
                    <a:pt x="741" y="1500"/>
                    <a:pt x="750" y="1481"/>
                  </a:cubicBezTo>
                  <a:cubicBezTo>
                    <a:pt x="760" y="1461"/>
                    <a:pt x="765" y="1408"/>
                    <a:pt x="758" y="1367"/>
                  </a:cubicBezTo>
                  <a:cubicBezTo>
                    <a:pt x="750" y="1327"/>
                    <a:pt x="750" y="1273"/>
                    <a:pt x="758" y="1227"/>
                  </a:cubicBezTo>
                  <a:close/>
                </a:path>
              </a:pathLst>
            </a:custGeom>
            <a:solidFill>
              <a:srgbClr val="B1DF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66581" name="Freeform 11">
              <a:extLst>
                <a:ext uri="{FF2B5EF4-FFF2-40B4-BE49-F238E27FC236}">
                  <a16:creationId xmlns:a16="http://schemas.microsoft.com/office/drawing/2014/main" id="{23452A29-2BB2-412F-993A-18F6E598DD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0" y="2017"/>
              <a:ext cx="594" cy="2065"/>
            </a:xfrm>
            <a:custGeom>
              <a:avLst/>
              <a:gdLst>
                <a:gd name="T0" fmla="*/ 327 w 778"/>
                <a:gd name="T1" fmla="*/ 285 h 2707"/>
                <a:gd name="T2" fmla="*/ 221 w 778"/>
                <a:gd name="T3" fmla="*/ 180 h 2707"/>
                <a:gd name="T4" fmla="*/ 221 w 778"/>
                <a:gd name="T5" fmla="*/ 179 h 2707"/>
                <a:gd name="T6" fmla="*/ 230 w 778"/>
                <a:gd name="T7" fmla="*/ 162 h 2707"/>
                <a:gd name="T8" fmla="*/ 245 w 778"/>
                <a:gd name="T9" fmla="*/ 127 h 2707"/>
                <a:gd name="T10" fmla="*/ 251 w 778"/>
                <a:gd name="T11" fmla="*/ 97 h 2707"/>
                <a:gd name="T12" fmla="*/ 240 w 778"/>
                <a:gd name="T13" fmla="*/ 95 h 2707"/>
                <a:gd name="T14" fmla="*/ 239 w 778"/>
                <a:gd name="T15" fmla="*/ 73 h 2707"/>
                <a:gd name="T16" fmla="*/ 197 w 778"/>
                <a:gd name="T17" fmla="*/ 8 h 2707"/>
                <a:gd name="T18" fmla="*/ 173 w 778"/>
                <a:gd name="T19" fmla="*/ 3 h 2707"/>
                <a:gd name="T20" fmla="*/ 124 w 778"/>
                <a:gd name="T21" fmla="*/ 11 h 2707"/>
                <a:gd name="T22" fmla="*/ 105 w 778"/>
                <a:gd name="T23" fmla="*/ 34 h 2707"/>
                <a:gd name="T24" fmla="*/ 100 w 778"/>
                <a:gd name="T25" fmla="*/ 68 h 2707"/>
                <a:gd name="T26" fmla="*/ 104 w 778"/>
                <a:gd name="T27" fmla="*/ 103 h 2707"/>
                <a:gd name="T28" fmla="*/ 105 w 778"/>
                <a:gd name="T29" fmla="*/ 108 h 2707"/>
                <a:gd name="T30" fmla="*/ 107 w 778"/>
                <a:gd name="T31" fmla="*/ 112 h 2707"/>
                <a:gd name="T32" fmla="*/ 109 w 778"/>
                <a:gd name="T33" fmla="*/ 117 h 2707"/>
                <a:gd name="T34" fmla="*/ 97 w 778"/>
                <a:gd name="T35" fmla="*/ 127 h 2707"/>
                <a:gd name="T36" fmla="*/ 124 w 778"/>
                <a:gd name="T37" fmla="*/ 161 h 2707"/>
                <a:gd name="T38" fmla="*/ 134 w 778"/>
                <a:gd name="T39" fmla="*/ 213 h 2707"/>
                <a:gd name="T40" fmla="*/ 8 w 778"/>
                <a:gd name="T41" fmla="*/ 553 h 2707"/>
                <a:gd name="T42" fmla="*/ 4 w 778"/>
                <a:gd name="T43" fmla="*/ 646 h 2707"/>
                <a:gd name="T44" fmla="*/ 21 w 778"/>
                <a:gd name="T45" fmla="*/ 658 h 2707"/>
                <a:gd name="T46" fmla="*/ 49 w 778"/>
                <a:gd name="T47" fmla="*/ 661 h 2707"/>
                <a:gd name="T48" fmla="*/ 46 w 778"/>
                <a:gd name="T49" fmla="*/ 632 h 2707"/>
                <a:gd name="T50" fmla="*/ 61 w 778"/>
                <a:gd name="T51" fmla="*/ 597 h 2707"/>
                <a:gd name="T52" fmla="*/ 54 w 778"/>
                <a:gd name="T53" fmla="*/ 458 h 2707"/>
                <a:gd name="T54" fmla="*/ 76 w 778"/>
                <a:gd name="T55" fmla="*/ 379 h 2707"/>
                <a:gd name="T56" fmla="*/ 66 w 778"/>
                <a:gd name="T57" fmla="*/ 636 h 2707"/>
                <a:gd name="T58" fmla="*/ 80 w 778"/>
                <a:gd name="T59" fmla="*/ 813 h 2707"/>
                <a:gd name="T60" fmla="*/ 106 w 778"/>
                <a:gd name="T61" fmla="*/ 1049 h 2707"/>
                <a:gd name="T62" fmla="*/ 68 w 778"/>
                <a:gd name="T63" fmla="*/ 1176 h 2707"/>
                <a:gd name="T64" fmla="*/ 86 w 778"/>
                <a:gd name="T65" fmla="*/ 1192 h 2707"/>
                <a:gd name="T66" fmla="*/ 111 w 778"/>
                <a:gd name="T67" fmla="*/ 1201 h 2707"/>
                <a:gd name="T68" fmla="*/ 146 w 778"/>
                <a:gd name="T69" fmla="*/ 1145 h 2707"/>
                <a:gd name="T70" fmla="*/ 150 w 778"/>
                <a:gd name="T71" fmla="*/ 1098 h 2707"/>
                <a:gd name="T72" fmla="*/ 152 w 778"/>
                <a:gd name="T73" fmla="*/ 924 h 2707"/>
                <a:gd name="T74" fmla="*/ 154 w 778"/>
                <a:gd name="T75" fmla="*/ 793 h 2707"/>
                <a:gd name="T76" fmla="*/ 175 w 778"/>
                <a:gd name="T77" fmla="*/ 678 h 2707"/>
                <a:gd name="T78" fmla="*/ 186 w 778"/>
                <a:gd name="T79" fmla="*/ 853 h 2707"/>
                <a:gd name="T80" fmla="*/ 190 w 778"/>
                <a:gd name="T81" fmla="*/ 1098 h 2707"/>
                <a:gd name="T82" fmla="*/ 193 w 778"/>
                <a:gd name="T83" fmla="*/ 1145 h 2707"/>
                <a:gd name="T84" fmla="*/ 209 w 778"/>
                <a:gd name="T85" fmla="*/ 1176 h 2707"/>
                <a:gd name="T86" fmla="*/ 228 w 778"/>
                <a:gd name="T87" fmla="*/ 1201 h 2707"/>
                <a:gd name="T88" fmla="*/ 253 w 778"/>
                <a:gd name="T89" fmla="*/ 1192 h 2707"/>
                <a:gd name="T90" fmla="*/ 265 w 778"/>
                <a:gd name="T91" fmla="*/ 1157 h 2707"/>
                <a:gd name="T92" fmla="*/ 237 w 778"/>
                <a:gd name="T93" fmla="*/ 1036 h 2707"/>
                <a:gd name="T94" fmla="*/ 277 w 778"/>
                <a:gd name="T95" fmla="*/ 636 h 2707"/>
                <a:gd name="T96" fmla="*/ 276 w 778"/>
                <a:gd name="T97" fmla="*/ 582 h 2707"/>
                <a:gd name="T98" fmla="*/ 263 w 778"/>
                <a:gd name="T99" fmla="*/ 461 h 2707"/>
                <a:gd name="T100" fmla="*/ 279 w 778"/>
                <a:gd name="T101" fmla="*/ 352 h 2707"/>
                <a:gd name="T102" fmla="*/ 297 w 778"/>
                <a:gd name="T103" fmla="*/ 452 h 2707"/>
                <a:gd name="T104" fmla="*/ 282 w 778"/>
                <a:gd name="T105" fmla="*/ 648 h 2707"/>
                <a:gd name="T106" fmla="*/ 294 w 778"/>
                <a:gd name="T107" fmla="*/ 627 h 2707"/>
                <a:gd name="T108" fmla="*/ 295 w 778"/>
                <a:gd name="T109" fmla="*/ 678 h 2707"/>
                <a:gd name="T110" fmla="*/ 314 w 778"/>
                <a:gd name="T111" fmla="*/ 677 h 2707"/>
                <a:gd name="T112" fmla="*/ 337 w 778"/>
                <a:gd name="T113" fmla="*/ 607 h 2707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778" h="2707">
                  <a:moveTo>
                    <a:pt x="758" y="1227"/>
                  </a:moveTo>
                  <a:cubicBezTo>
                    <a:pt x="775" y="1130"/>
                    <a:pt x="778" y="1007"/>
                    <a:pt x="776" y="974"/>
                  </a:cubicBezTo>
                  <a:cubicBezTo>
                    <a:pt x="773" y="941"/>
                    <a:pt x="743" y="794"/>
                    <a:pt x="736" y="674"/>
                  </a:cubicBezTo>
                  <a:cubicBezTo>
                    <a:pt x="736" y="663"/>
                    <a:pt x="734" y="652"/>
                    <a:pt x="733" y="642"/>
                  </a:cubicBezTo>
                  <a:cubicBezTo>
                    <a:pt x="717" y="550"/>
                    <a:pt x="657" y="530"/>
                    <a:pt x="644" y="529"/>
                  </a:cubicBezTo>
                  <a:cubicBezTo>
                    <a:pt x="629" y="528"/>
                    <a:pt x="575" y="509"/>
                    <a:pt x="528" y="494"/>
                  </a:cubicBezTo>
                  <a:cubicBezTo>
                    <a:pt x="522" y="493"/>
                    <a:pt x="518" y="490"/>
                    <a:pt x="514" y="487"/>
                  </a:cubicBezTo>
                  <a:cubicBezTo>
                    <a:pt x="498" y="469"/>
                    <a:pt x="496" y="433"/>
                    <a:pt x="498" y="407"/>
                  </a:cubicBezTo>
                  <a:cubicBezTo>
                    <a:pt x="498" y="407"/>
                    <a:pt x="498" y="406"/>
                    <a:pt x="498" y="406"/>
                  </a:cubicBezTo>
                  <a:cubicBezTo>
                    <a:pt x="498" y="406"/>
                    <a:pt x="498" y="406"/>
                    <a:pt x="498" y="406"/>
                  </a:cubicBezTo>
                  <a:cubicBezTo>
                    <a:pt x="498" y="405"/>
                    <a:pt x="498" y="403"/>
                    <a:pt x="498" y="402"/>
                  </a:cubicBezTo>
                  <a:cubicBezTo>
                    <a:pt x="498" y="402"/>
                    <a:pt x="498" y="402"/>
                    <a:pt x="498" y="402"/>
                  </a:cubicBezTo>
                  <a:cubicBezTo>
                    <a:pt x="498" y="403"/>
                    <a:pt x="498" y="404"/>
                    <a:pt x="498" y="406"/>
                  </a:cubicBezTo>
                  <a:cubicBezTo>
                    <a:pt x="499" y="401"/>
                    <a:pt x="499" y="401"/>
                    <a:pt x="499" y="401"/>
                  </a:cubicBezTo>
                  <a:cubicBezTo>
                    <a:pt x="502" y="395"/>
                    <a:pt x="504" y="390"/>
                    <a:pt x="507" y="385"/>
                  </a:cubicBezTo>
                  <a:cubicBezTo>
                    <a:pt x="512" y="376"/>
                    <a:pt x="515" y="369"/>
                    <a:pt x="516" y="365"/>
                  </a:cubicBezTo>
                  <a:cubicBezTo>
                    <a:pt x="518" y="357"/>
                    <a:pt x="522" y="341"/>
                    <a:pt x="526" y="321"/>
                  </a:cubicBezTo>
                  <a:cubicBezTo>
                    <a:pt x="530" y="323"/>
                    <a:pt x="534" y="323"/>
                    <a:pt x="538" y="322"/>
                  </a:cubicBezTo>
                  <a:cubicBezTo>
                    <a:pt x="549" y="317"/>
                    <a:pt x="550" y="302"/>
                    <a:pt x="550" y="291"/>
                  </a:cubicBezTo>
                  <a:cubicBezTo>
                    <a:pt x="550" y="289"/>
                    <a:pt x="550" y="287"/>
                    <a:pt x="550" y="285"/>
                  </a:cubicBezTo>
                  <a:cubicBezTo>
                    <a:pt x="550" y="284"/>
                    <a:pt x="550" y="284"/>
                    <a:pt x="550" y="283"/>
                  </a:cubicBezTo>
                  <a:cubicBezTo>
                    <a:pt x="550" y="273"/>
                    <a:pt x="553" y="261"/>
                    <a:pt x="557" y="252"/>
                  </a:cubicBezTo>
                  <a:cubicBezTo>
                    <a:pt x="560" y="242"/>
                    <a:pt x="563" y="234"/>
                    <a:pt x="565" y="224"/>
                  </a:cubicBezTo>
                  <a:cubicBezTo>
                    <a:pt x="565" y="222"/>
                    <a:pt x="565" y="220"/>
                    <a:pt x="565" y="219"/>
                  </a:cubicBezTo>
                  <a:cubicBezTo>
                    <a:pt x="565" y="211"/>
                    <a:pt x="562" y="203"/>
                    <a:pt x="553" y="202"/>
                  </a:cubicBezTo>
                  <a:cubicBezTo>
                    <a:pt x="547" y="202"/>
                    <a:pt x="542" y="206"/>
                    <a:pt x="538" y="211"/>
                  </a:cubicBezTo>
                  <a:cubicBezTo>
                    <a:pt x="538" y="211"/>
                    <a:pt x="538" y="211"/>
                    <a:pt x="538" y="211"/>
                  </a:cubicBezTo>
                  <a:cubicBezTo>
                    <a:pt x="538" y="211"/>
                    <a:pt x="538" y="212"/>
                    <a:pt x="538" y="212"/>
                  </a:cubicBezTo>
                  <a:cubicBezTo>
                    <a:pt x="538" y="210"/>
                    <a:pt x="538" y="208"/>
                    <a:pt x="538" y="206"/>
                  </a:cubicBezTo>
                  <a:cubicBezTo>
                    <a:pt x="539" y="196"/>
                    <a:pt x="541" y="185"/>
                    <a:pt x="539" y="176"/>
                  </a:cubicBezTo>
                  <a:cubicBezTo>
                    <a:pt x="539" y="174"/>
                    <a:pt x="539" y="173"/>
                    <a:pt x="538" y="171"/>
                  </a:cubicBezTo>
                  <a:cubicBezTo>
                    <a:pt x="538" y="169"/>
                    <a:pt x="537" y="167"/>
                    <a:pt x="537" y="165"/>
                  </a:cubicBezTo>
                  <a:cubicBezTo>
                    <a:pt x="536" y="159"/>
                    <a:pt x="535" y="153"/>
                    <a:pt x="534" y="147"/>
                  </a:cubicBezTo>
                  <a:cubicBezTo>
                    <a:pt x="529" y="117"/>
                    <a:pt x="517" y="94"/>
                    <a:pt x="501" y="68"/>
                  </a:cubicBezTo>
                  <a:cubicBezTo>
                    <a:pt x="495" y="60"/>
                    <a:pt x="489" y="53"/>
                    <a:pt x="482" y="46"/>
                  </a:cubicBezTo>
                  <a:cubicBezTo>
                    <a:pt x="471" y="35"/>
                    <a:pt x="457" y="26"/>
                    <a:pt x="443" y="20"/>
                  </a:cubicBezTo>
                  <a:cubicBezTo>
                    <a:pt x="443" y="20"/>
                    <a:pt x="442" y="19"/>
                    <a:pt x="442" y="19"/>
                  </a:cubicBezTo>
                  <a:cubicBezTo>
                    <a:pt x="446" y="20"/>
                    <a:pt x="450" y="21"/>
                    <a:pt x="454" y="21"/>
                  </a:cubicBezTo>
                  <a:cubicBezTo>
                    <a:pt x="448" y="15"/>
                    <a:pt x="431" y="11"/>
                    <a:pt x="422" y="9"/>
                  </a:cubicBezTo>
                  <a:cubicBezTo>
                    <a:pt x="411" y="6"/>
                    <a:pt x="400" y="6"/>
                    <a:pt x="389" y="6"/>
                  </a:cubicBezTo>
                  <a:cubicBezTo>
                    <a:pt x="393" y="5"/>
                    <a:pt x="397" y="3"/>
                    <a:pt x="401" y="3"/>
                  </a:cubicBezTo>
                  <a:cubicBezTo>
                    <a:pt x="385" y="0"/>
                    <a:pt x="353" y="2"/>
                    <a:pt x="336" y="13"/>
                  </a:cubicBezTo>
                  <a:cubicBezTo>
                    <a:pt x="334" y="13"/>
                    <a:pt x="331" y="14"/>
                    <a:pt x="328" y="15"/>
                  </a:cubicBezTo>
                  <a:cubicBezTo>
                    <a:pt x="311" y="15"/>
                    <a:pt x="294" y="17"/>
                    <a:pt x="278" y="26"/>
                  </a:cubicBezTo>
                  <a:cubicBezTo>
                    <a:pt x="284" y="27"/>
                    <a:pt x="293" y="22"/>
                    <a:pt x="299" y="25"/>
                  </a:cubicBezTo>
                  <a:cubicBezTo>
                    <a:pt x="281" y="29"/>
                    <a:pt x="264" y="35"/>
                    <a:pt x="252" y="51"/>
                  </a:cubicBezTo>
                  <a:cubicBezTo>
                    <a:pt x="259" y="47"/>
                    <a:pt x="267" y="45"/>
                    <a:pt x="275" y="44"/>
                  </a:cubicBezTo>
                  <a:cubicBezTo>
                    <a:pt x="261" y="53"/>
                    <a:pt x="243" y="62"/>
                    <a:pt x="234" y="76"/>
                  </a:cubicBezTo>
                  <a:cubicBezTo>
                    <a:pt x="241" y="73"/>
                    <a:pt x="248" y="68"/>
                    <a:pt x="255" y="65"/>
                  </a:cubicBezTo>
                  <a:cubicBezTo>
                    <a:pt x="248" y="72"/>
                    <a:pt x="244" y="80"/>
                    <a:pt x="241" y="89"/>
                  </a:cubicBezTo>
                  <a:cubicBezTo>
                    <a:pt x="234" y="101"/>
                    <a:pt x="228" y="115"/>
                    <a:pt x="226" y="131"/>
                  </a:cubicBezTo>
                  <a:cubicBezTo>
                    <a:pt x="224" y="138"/>
                    <a:pt x="224" y="146"/>
                    <a:pt x="224" y="154"/>
                  </a:cubicBezTo>
                  <a:cubicBezTo>
                    <a:pt x="224" y="178"/>
                    <a:pt x="224" y="201"/>
                    <a:pt x="231" y="224"/>
                  </a:cubicBezTo>
                  <a:cubicBezTo>
                    <a:pt x="231" y="224"/>
                    <a:pt x="231" y="224"/>
                    <a:pt x="231" y="224"/>
                  </a:cubicBezTo>
                  <a:cubicBezTo>
                    <a:pt x="231" y="225"/>
                    <a:pt x="231" y="226"/>
                    <a:pt x="232" y="227"/>
                  </a:cubicBezTo>
                  <a:cubicBezTo>
                    <a:pt x="232" y="228"/>
                    <a:pt x="233" y="230"/>
                    <a:pt x="233" y="232"/>
                  </a:cubicBezTo>
                  <a:cubicBezTo>
                    <a:pt x="233" y="232"/>
                    <a:pt x="233" y="232"/>
                    <a:pt x="233" y="232"/>
                  </a:cubicBezTo>
                  <a:cubicBezTo>
                    <a:pt x="234" y="234"/>
                    <a:pt x="234" y="235"/>
                    <a:pt x="235" y="237"/>
                  </a:cubicBezTo>
                  <a:cubicBezTo>
                    <a:pt x="235" y="237"/>
                    <a:pt x="235" y="237"/>
                    <a:pt x="235" y="238"/>
                  </a:cubicBezTo>
                  <a:cubicBezTo>
                    <a:pt x="235" y="239"/>
                    <a:pt x="236" y="241"/>
                    <a:pt x="236" y="243"/>
                  </a:cubicBezTo>
                  <a:cubicBezTo>
                    <a:pt x="236" y="243"/>
                    <a:pt x="236" y="243"/>
                    <a:pt x="236" y="243"/>
                  </a:cubicBezTo>
                  <a:cubicBezTo>
                    <a:pt x="237" y="245"/>
                    <a:pt x="237" y="246"/>
                    <a:pt x="238" y="248"/>
                  </a:cubicBezTo>
                  <a:cubicBezTo>
                    <a:pt x="238" y="248"/>
                    <a:pt x="238" y="248"/>
                    <a:pt x="238" y="249"/>
                  </a:cubicBezTo>
                  <a:cubicBezTo>
                    <a:pt x="239" y="250"/>
                    <a:pt x="239" y="252"/>
                    <a:pt x="240" y="253"/>
                  </a:cubicBezTo>
                  <a:cubicBezTo>
                    <a:pt x="240" y="254"/>
                    <a:pt x="240" y="254"/>
                    <a:pt x="241" y="255"/>
                  </a:cubicBezTo>
                  <a:cubicBezTo>
                    <a:pt x="241" y="256"/>
                    <a:pt x="242" y="257"/>
                    <a:pt x="242" y="259"/>
                  </a:cubicBezTo>
                  <a:cubicBezTo>
                    <a:pt x="243" y="259"/>
                    <a:pt x="243" y="260"/>
                    <a:pt x="243" y="260"/>
                  </a:cubicBezTo>
                  <a:cubicBezTo>
                    <a:pt x="244" y="262"/>
                    <a:pt x="244" y="263"/>
                    <a:pt x="245" y="264"/>
                  </a:cubicBezTo>
                  <a:cubicBezTo>
                    <a:pt x="245" y="265"/>
                    <a:pt x="245" y="265"/>
                    <a:pt x="245" y="265"/>
                  </a:cubicBezTo>
                  <a:cubicBezTo>
                    <a:pt x="242" y="264"/>
                    <a:pt x="239" y="264"/>
                    <a:pt x="236" y="264"/>
                  </a:cubicBezTo>
                  <a:cubicBezTo>
                    <a:pt x="232" y="265"/>
                    <a:pt x="229" y="265"/>
                    <a:pt x="227" y="267"/>
                  </a:cubicBezTo>
                  <a:cubicBezTo>
                    <a:pt x="219" y="271"/>
                    <a:pt x="218" y="279"/>
                    <a:pt x="218" y="287"/>
                  </a:cubicBezTo>
                  <a:cubicBezTo>
                    <a:pt x="219" y="297"/>
                    <a:pt x="227" y="304"/>
                    <a:pt x="235" y="311"/>
                  </a:cubicBezTo>
                  <a:cubicBezTo>
                    <a:pt x="246" y="323"/>
                    <a:pt x="252" y="339"/>
                    <a:pt x="261" y="352"/>
                  </a:cubicBezTo>
                  <a:cubicBezTo>
                    <a:pt x="265" y="357"/>
                    <a:pt x="271" y="364"/>
                    <a:pt x="279" y="363"/>
                  </a:cubicBezTo>
                  <a:cubicBezTo>
                    <a:pt x="279" y="363"/>
                    <a:pt x="279" y="363"/>
                    <a:pt x="279" y="363"/>
                  </a:cubicBezTo>
                  <a:cubicBezTo>
                    <a:pt x="279" y="363"/>
                    <a:pt x="279" y="363"/>
                    <a:pt x="279" y="363"/>
                  </a:cubicBezTo>
                  <a:cubicBezTo>
                    <a:pt x="281" y="362"/>
                    <a:pt x="283" y="361"/>
                    <a:pt x="284" y="360"/>
                  </a:cubicBezTo>
                  <a:cubicBezTo>
                    <a:pt x="292" y="376"/>
                    <a:pt x="301" y="392"/>
                    <a:pt x="310" y="403"/>
                  </a:cubicBezTo>
                  <a:cubicBezTo>
                    <a:pt x="313" y="427"/>
                    <a:pt x="315" y="465"/>
                    <a:pt x="301" y="480"/>
                  </a:cubicBezTo>
                  <a:cubicBezTo>
                    <a:pt x="281" y="503"/>
                    <a:pt x="221" y="510"/>
                    <a:pt x="194" y="516"/>
                  </a:cubicBezTo>
                  <a:cubicBezTo>
                    <a:pt x="167" y="523"/>
                    <a:pt x="91" y="519"/>
                    <a:pt x="79" y="655"/>
                  </a:cubicBezTo>
                  <a:cubicBezTo>
                    <a:pt x="68" y="790"/>
                    <a:pt x="15" y="884"/>
                    <a:pt x="7" y="982"/>
                  </a:cubicBezTo>
                  <a:cubicBezTo>
                    <a:pt x="0" y="1081"/>
                    <a:pt x="15" y="1213"/>
                    <a:pt x="17" y="1245"/>
                  </a:cubicBezTo>
                  <a:cubicBezTo>
                    <a:pt x="20" y="1278"/>
                    <a:pt x="22" y="1347"/>
                    <a:pt x="11" y="1379"/>
                  </a:cubicBezTo>
                  <a:cubicBezTo>
                    <a:pt x="0" y="1410"/>
                    <a:pt x="8" y="1454"/>
                    <a:pt x="8" y="1454"/>
                  </a:cubicBezTo>
                  <a:cubicBezTo>
                    <a:pt x="8" y="1454"/>
                    <a:pt x="8" y="1454"/>
                    <a:pt x="8" y="1454"/>
                  </a:cubicBezTo>
                  <a:cubicBezTo>
                    <a:pt x="8" y="1455"/>
                    <a:pt x="8" y="1455"/>
                    <a:pt x="8" y="1455"/>
                  </a:cubicBezTo>
                  <a:cubicBezTo>
                    <a:pt x="8" y="1455"/>
                    <a:pt x="13" y="1461"/>
                    <a:pt x="21" y="1468"/>
                  </a:cubicBezTo>
                  <a:cubicBezTo>
                    <a:pt x="21" y="1470"/>
                    <a:pt x="22" y="1472"/>
                    <a:pt x="24" y="1474"/>
                  </a:cubicBezTo>
                  <a:cubicBezTo>
                    <a:pt x="22" y="1469"/>
                    <a:pt x="22" y="1469"/>
                    <a:pt x="22" y="1469"/>
                  </a:cubicBezTo>
                  <a:cubicBezTo>
                    <a:pt x="29" y="1476"/>
                    <a:pt x="39" y="1483"/>
                    <a:pt x="46" y="1483"/>
                  </a:cubicBezTo>
                  <a:cubicBezTo>
                    <a:pt x="46" y="1483"/>
                    <a:pt x="78" y="1509"/>
                    <a:pt x="96" y="1508"/>
                  </a:cubicBezTo>
                  <a:cubicBezTo>
                    <a:pt x="100" y="1507"/>
                    <a:pt x="99" y="1498"/>
                    <a:pt x="99" y="1498"/>
                  </a:cubicBezTo>
                  <a:cubicBezTo>
                    <a:pt x="99" y="1498"/>
                    <a:pt x="110" y="1500"/>
                    <a:pt x="110" y="1491"/>
                  </a:cubicBezTo>
                  <a:cubicBezTo>
                    <a:pt x="110" y="1490"/>
                    <a:pt x="110" y="1489"/>
                    <a:pt x="110" y="1489"/>
                  </a:cubicBezTo>
                  <a:cubicBezTo>
                    <a:pt x="108" y="1480"/>
                    <a:pt x="89" y="1472"/>
                    <a:pt x="88" y="1471"/>
                  </a:cubicBezTo>
                  <a:cubicBezTo>
                    <a:pt x="88" y="1465"/>
                    <a:pt x="86" y="1423"/>
                    <a:pt x="86" y="1421"/>
                  </a:cubicBezTo>
                  <a:cubicBezTo>
                    <a:pt x="85" y="1419"/>
                    <a:pt x="99" y="1400"/>
                    <a:pt x="101" y="1398"/>
                  </a:cubicBezTo>
                  <a:cubicBezTo>
                    <a:pt x="101" y="1401"/>
                    <a:pt x="100" y="1413"/>
                    <a:pt x="102" y="1425"/>
                  </a:cubicBezTo>
                  <a:cubicBezTo>
                    <a:pt x="105" y="1442"/>
                    <a:pt x="113" y="1460"/>
                    <a:pt x="133" y="1463"/>
                  </a:cubicBezTo>
                  <a:cubicBezTo>
                    <a:pt x="133" y="1463"/>
                    <a:pt x="136" y="1426"/>
                    <a:pt x="138" y="1420"/>
                  </a:cubicBezTo>
                  <a:cubicBezTo>
                    <a:pt x="139" y="1414"/>
                    <a:pt x="139" y="1350"/>
                    <a:pt x="139" y="1350"/>
                  </a:cubicBezTo>
                  <a:cubicBezTo>
                    <a:pt x="139" y="1350"/>
                    <a:pt x="139" y="1348"/>
                    <a:pt x="138" y="1345"/>
                  </a:cubicBezTo>
                  <a:cubicBezTo>
                    <a:pt x="137" y="1339"/>
                    <a:pt x="133" y="1325"/>
                    <a:pt x="118" y="1306"/>
                  </a:cubicBezTo>
                  <a:cubicBezTo>
                    <a:pt x="109" y="1294"/>
                    <a:pt x="105" y="1282"/>
                    <a:pt x="103" y="1269"/>
                  </a:cubicBezTo>
                  <a:cubicBezTo>
                    <a:pt x="100" y="1252"/>
                    <a:pt x="101" y="1236"/>
                    <a:pt x="100" y="1223"/>
                  </a:cubicBezTo>
                  <a:cubicBezTo>
                    <a:pt x="98" y="1200"/>
                    <a:pt x="117" y="1048"/>
                    <a:pt x="122" y="1031"/>
                  </a:cubicBezTo>
                  <a:cubicBezTo>
                    <a:pt x="128" y="1014"/>
                    <a:pt x="132" y="953"/>
                    <a:pt x="131" y="934"/>
                  </a:cubicBezTo>
                  <a:cubicBezTo>
                    <a:pt x="129" y="914"/>
                    <a:pt x="166" y="815"/>
                    <a:pt x="168" y="810"/>
                  </a:cubicBezTo>
                  <a:cubicBezTo>
                    <a:pt x="170" y="809"/>
                    <a:pt x="170" y="809"/>
                    <a:pt x="170" y="809"/>
                  </a:cubicBezTo>
                  <a:cubicBezTo>
                    <a:pt x="170" y="825"/>
                    <a:pt x="171" y="841"/>
                    <a:pt x="172" y="855"/>
                  </a:cubicBezTo>
                  <a:cubicBezTo>
                    <a:pt x="178" y="907"/>
                    <a:pt x="181" y="1087"/>
                    <a:pt x="176" y="1126"/>
                  </a:cubicBezTo>
                  <a:cubicBezTo>
                    <a:pt x="171" y="1165"/>
                    <a:pt x="182" y="1180"/>
                    <a:pt x="162" y="1319"/>
                  </a:cubicBezTo>
                  <a:cubicBezTo>
                    <a:pt x="161" y="1319"/>
                    <a:pt x="161" y="1319"/>
                    <a:pt x="161" y="1319"/>
                  </a:cubicBezTo>
                  <a:cubicBezTo>
                    <a:pt x="161" y="1319"/>
                    <a:pt x="151" y="1402"/>
                    <a:pt x="147" y="1433"/>
                  </a:cubicBezTo>
                  <a:cubicBezTo>
                    <a:pt x="143" y="1460"/>
                    <a:pt x="136" y="1546"/>
                    <a:pt x="149" y="1620"/>
                  </a:cubicBezTo>
                  <a:cubicBezTo>
                    <a:pt x="151" y="1630"/>
                    <a:pt x="153" y="1640"/>
                    <a:pt x="156" y="1650"/>
                  </a:cubicBezTo>
                  <a:cubicBezTo>
                    <a:pt x="164" y="1679"/>
                    <a:pt x="169" y="1704"/>
                    <a:pt x="173" y="1727"/>
                  </a:cubicBezTo>
                  <a:cubicBezTo>
                    <a:pt x="180" y="1765"/>
                    <a:pt x="182" y="1798"/>
                    <a:pt x="180" y="1833"/>
                  </a:cubicBezTo>
                  <a:cubicBezTo>
                    <a:pt x="177" y="1890"/>
                    <a:pt x="190" y="1943"/>
                    <a:pt x="191" y="1997"/>
                  </a:cubicBezTo>
                  <a:cubicBezTo>
                    <a:pt x="192" y="2041"/>
                    <a:pt x="197" y="2161"/>
                    <a:pt x="216" y="2265"/>
                  </a:cubicBezTo>
                  <a:cubicBezTo>
                    <a:pt x="220" y="2289"/>
                    <a:pt x="225" y="2313"/>
                    <a:pt x="231" y="2334"/>
                  </a:cubicBezTo>
                  <a:cubicBezTo>
                    <a:pt x="234" y="2345"/>
                    <a:pt x="236" y="2355"/>
                    <a:pt x="238" y="2364"/>
                  </a:cubicBezTo>
                  <a:cubicBezTo>
                    <a:pt x="255" y="2457"/>
                    <a:pt x="224" y="2499"/>
                    <a:pt x="224" y="2499"/>
                  </a:cubicBezTo>
                  <a:cubicBezTo>
                    <a:pt x="224" y="2499"/>
                    <a:pt x="200" y="2541"/>
                    <a:pt x="192" y="2571"/>
                  </a:cubicBezTo>
                  <a:cubicBezTo>
                    <a:pt x="187" y="2589"/>
                    <a:pt x="173" y="2594"/>
                    <a:pt x="168" y="2608"/>
                  </a:cubicBezTo>
                  <a:cubicBezTo>
                    <a:pt x="164" y="2620"/>
                    <a:pt x="150" y="2629"/>
                    <a:pt x="153" y="2648"/>
                  </a:cubicBezTo>
                  <a:cubicBezTo>
                    <a:pt x="153" y="2651"/>
                    <a:pt x="154" y="2654"/>
                    <a:pt x="155" y="2657"/>
                  </a:cubicBezTo>
                  <a:cubicBezTo>
                    <a:pt x="155" y="2657"/>
                    <a:pt x="160" y="2682"/>
                    <a:pt x="172" y="2673"/>
                  </a:cubicBezTo>
                  <a:cubicBezTo>
                    <a:pt x="172" y="2673"/>
                    <a:pt x="182" y="2690"/>
                    <a:pt x="194" y="2683"/>
                  </a:cubicBezTo>
                  <a:cubicBezTo>
                    <a:pt x="194" y="2684"/>
                    <a:pt x="194" y="2684"/>
                    <a:pt x="194" y="2685"/>
                  </a:cubicBezTo>
                  <a:cubicBezTo>
                    <a:pt x="195" y="2683"/>
                    <a:pt x="195" y="2683"/>
                    <a:pt x="195" y="2683"/>
                  </a:cubicBezTo>
                  <a:cubicBezTo>
                    <a:pt x="196" y="2685"/>
                    <a:pt x="211" y="2700"/>
                    <a:pt x="221" y="2685"/>
                  </a:cubicBezTo>
                  <a:cubicBezTo>
                    <a:pt x="221" y="2686"/>
                    <a:pt x="221" y="2687"/>
                    <a:pt x="222" y="2689"/>
                  </a:cubicBezTo>
                  <a:cubicBezTo>
                    <a:pt x="223" y="2696"/>
                    <a:pt x="228" y="2706"/>
                    <a:pt x="249" y="2705"/>
                  </a:cubicBezTo>
                  <a:cubicBezTo>
                    <a:pt x="279" y="2703"/>
                    <a:pt x="281" y="2690"/>
                    <a:pt x="280" y="2672"/>
                  </a:cubicBezTo>
                  <a:cubicBezTo>
                    <a:pt x="279" y="2654"/>
                    <a:pt x="293" y="2651"/>
                    <a:pt x="293" y="2651"/>
                  </a:cubicBezTo>
                  <a:cubicBezTo>
                    <a:pt x="293" y="2651"/>
                    <a:pt x="314" y="2635"/>
                    <a:pt x="314" y="2616"/>
                  </a:cubicBezTo>
                  <a:cubicBezTo>
                    <a:pt x="314" y="2596"/>
                    <a:pt x="328" y="2580"/>
                    <a:pt x="328" y="2580"/>
                  </a:cubicBezTo>
                  <a:cubicBezTo>
                    <a:pt x="328" y="2580"/>
                    <a:pt x="344" y="2573"/>
                    <a:pt x="337" y="2535"/>
                  </a:cubicBezTo>
                  <a:cubicBezTo>
                    <a:pt x="337" y="2532"/>
                    <a:pt x="336" y="2528"/>
                    <a:pt x="335" y="2524"/>
                  </a:cubicBezTo>
                  <a:cubicBezTo>
                    <a:pt x="335" y="2523"/>
                    <a:pt x="341" y="2500"/>
                    <a:pt x="337" y="2478"/>
                  </a:cubicBezTo>
                  <a:cubicBezTo>
                    <a:pt x="337" y="2477"/>
                    <a:pt x="336" y="2475"/>
                    <a:pt x="336" y="2473"/>
                  </a:cubicBezTo>
                  <a:cubicBezTo>
                    <a:pt x="336" y="2472"/>
                    <a:pt x="335" y="2471"/>
                    <a:pt x="335" y="2469"/>
                  </a:cubicBezTo>
                  <a:cubicBezTo>
                    <a:pt x="330" y="2440"/>
                    <a:pt x="332" y="2368"/>
                    <a:pt x="333" y="2341"/>
                  </a:cubicBezTo>
                  <a:cubicBezTo>
                    <a:pt x="334" y="2311"/>
                    <a:pt x="352" y="2147"/>
                    <a:pt x="340" y="2083"/>
                  </a:cubicBezTo>
                  <a:cubicBezTo>
                    <a:pt x="340" y="2083"/>
                    <a:pt x="340" y="2083"/>
                    <a:pt x="340" y="2082"/>
                  </a:cubicBezTo>
                  <a:cubicBezTo>
                    <a:pt x="340" y="2082"/>
                    <a:pt x="340" y="2082"/>
                    <a:pt x="340" y="2082"/>
                  </a:cubicBezTo>
                  <a:cubicBezTo>
                    <a:pt x="339" y="2079"/>
                    <a:pt x="339" y="2076"/>
                    <a:pt x="338" y="2073"/>
                  </a:cubicBezTo>
                  <a:cubicBezTo>
                    <a:pt x="321" y="1974"/>
                    <a:pt x="348" y="1939"/>
                    <a:pt x="348" y="1890"/>
                  </a:cubicBezTo>
                  <a:cubicBezTo>
                    <a:pt x="348" y="1890"/>
                    <a:pt x="352" y="1833"/>
                    <a:pt x="346" y="1787"/>
                  </a:cubicBezTo>
                  <a:cubicBezTo>
                    <a:pt x="341" y="1740"/>
                    <a:pt x="351" y="1688"/>
                    <a:pt x="357" y="1629"/>
                  </a:cubicBezTo>
                  <a:cubicBezTo>
                    <a:pt x="360" y="1591"/>
                    <a:pt x="366" y="1555"/>
                    <a:pt x="370" y="1527"/>
                  </a:cubicBezTo>
                  <a:cubicBezTo>
                    <a:pt x="375" y="1529"/>
                    <a:pt x="381" y="1530"/>
                    <a:pt x="387" y="1530"/>
                  </a:cubicBezTo>
                  <a:cubicBezTo>
                    <a:pt x="389" y="1530"/>
                    <a:pt x="391" y="1530"/>
                    <a:pt x="393" y="1529"/>
                  </a:cubicBezTo>
                  <a:cubicBezTo>
                    <a:pt x="397" y="1557"/>
                    <a:pt x="403" y="1592"/>
                    <a:pt x="406" y="1628"/>
                  </a:cubicBezTo>
                  <a:cubicBezTo>
                    <a:pt x="412" y="1687"/>
                    <a:pt x="422" y="1739"/>
                    <a:pt x="416" y="1786"/>
                  </a:cubicBezTo>
                  <a:cubicBezTo>
                    <a:pt x="411" y="1833"/>
                    <a:pt x="415" y="1889"/>
                    <a:pt x="415" y="1889"/>
                  </a:cubicBezTo>
                  <a:cubicBezTo>
                    <a:pt x="415" y="1900"/>
                    <a:pt x="416" y="1911"/>
                    <a:pt x="418" y="1921"/>
                  </a:cubicBezTo>
                  <a:cubicBezTo>
                    <a:pt x="420" y="1934"/>
                    <a:pt x="423" y="1946"/>
                    <a:pt x="426" y="1960"/>
                  </a:cubicBezTo>
                  <a:cubicBezTo>
                    <a:pt x="431" y="1989"/>
                    <a:pt x="434" y="2026"/>
                    <a:pt x="423" y="2082"/>
                  </a:cubicBezTo>
                  <a:cubicBezTo>
                    <a:pt x="411" y="2147"/>
                    <a:pt x="429" y="2311"/>
                    <a:pt x="430" y="2340"/>
                  </a:cubicBezTo>
                  <a:cubicBezTo>
                    <a:pt x="431" y="2369"/>
                    <a:pt x="433" y="2450"/>
                    <a:pt x="427" y="2473"/>
                  </a:cubicBezTo>
                  <a:cubicBezTo>
                    <a:pt x="423" y="2490"/>
                    <a:pt x="425" y="2507"/>
                    <a:pt x="426" y="2516"/>
                  </a:cubicBezTo>
                  <a:cubicBezTo>
                    <a:pt x="427" y="2520"/>
                    <a:pt x="428" y="2522"/>
                    <a:pt x="428" y="2523"/>
                  </a:cubicBezTo>
                  <a:cubicBezTo>
                    <a:pt x="423" y="2541"/>
                    <a:pt x="423" y="2553"/>
                    <a:pt x="425" y="2562"/>
                  </a:cubicBezTo>
                  <a:cubicBezTo>
                    <a:pt x="428" y="2576"/>
                    <a:pt x="435" y="2580"/>
                    <a:pt x="435" y="2580"/>
                  </a:cubicBezTo>
                  <a:cubicBezTo>
                    <a:pt x="435" y="2580"/>
                    <a:pt x="446" y="2592"/>
                    <a:pt x="449" y="2608"/>
                  </a:cubicBezTo>
                  <a:cubicBezTo>
                    <a:pt x="449" y="2610"/>
                    <a:pt x="449" y="2613"/>
                    <a:pt x="449" y="2615"/>
                  </a:cubicBezTo>
                  <a:cubicBezTo>
                    <a:pt x="449" y="2616"/>
                    <a:pt x="449" y="2618"/>
                    <a:pt x="450" y="2619"/>
                  </a:cubicBezTo>
                  <a:cubicBezTo>
                    <a:pt x="452" y="2637"/>
                    <a:pt x="470" y="2651"/>
                    <a:pt x="470" y="2651"/>
                  </a:cubicBezTo>
                  <a:cubicBezTo>
                    <a:pt x="470" y="2651"/>
                    <a:pt x="480" y="2653"/>
                    <a:pt x="483" y="2665"/>
                  </a:cubicBezTo>
                  <a:cubicBezTo>
                    <a:pt x="483" y="2667"/>
                    <a:pt x="483" y="2669"/>
                    <a:pt x="483" y="2671"/>
                  </a:cubicBezTo>
                  <a:cubicBezTo>
                    <a:pt x="483" y="2676"/>
                    <a:pt x="483" y="2680"/>
                    <a:pt x="483" y="2684"/>
                  </a:cubicBezTo>
                  <a:cubicBezTo>
                    <a:pt x="485" y="2696"/>
                    <a:pt x="492" y="2703"/>
                    <a:pt x="514" y="2705"/>
                  </a:cubicBezTo>
                  <a:cubicBezTo>
                    <a:pt x="544" y="2707"/>
                    <a:pt x="542" y="2685"/>
                    <a:pt x="542" y="2685"/>
                  </a:cubicBezTo>
                  <a:cubicBezTo>
                    <a:pt x="551" y="2699"/>
                    <a:pt x="566" y="2686"/>
                    <a:pt x="568" y="2683"/>
                  </a:cubicBezTo>
                  <a:cubicBezTo>
                    <a:pt x="569" y="2685"/>
                    <a:pt x="569" y="2685"/>
                    <a:pt x="569" y="2685"/>
                  </a:cubicBezTo>
                  <a:cubicBezTo>
                    <a:pt x="569" y="2684"/>
                    <a:pt x="569" y="2684"/>
                    <a:pt x="569" y="2683"/>
                  </a:cubicBezTo>
                  <a:cubicBezTo>
                    <a:pt x="581" y="2690"/>
                    <a:pt x="591" y="2673"/>
                    <a:pt x="591" y="2673"/>
                  </a:cubicBezTo>
                  <a:cubicBezTo>
                    <a:pt x="603" y="2682"/>
                    <a:pt x="608" y="2657"/>
                    <a:pt x="608" y="2657"/>
                  </a:cubicBezTo>
                  <a:cubicBezTo>
                    <a:pt x="611" y="2649"/>
                    <a:pt x="611" y="2642"/>
                    <a:pt x="610" y="2637"/>
                  </a:cubicBezTo>
                  <a:cubicBezTo>
                    <a:pt x="607" y="2625"/>
                    <a:pt x="598" y="2617"/>
                    <a:pt x="595" y="2608"/>
                  </a:cubicBezTo>
                  <a:cubicBezTo>
                    <a:pt x="590" y="2594"/>
                    <a:pt x="576" y="2589"/>
                    <a:pt x="571" y="2571"/>
                  </a:cubicBezTo>
                  <a:cubicBezTo>
                    <a:pt x="563" y="2541"/>
                    <a:pt x="539" y="2499"/>
                    <a:pt x="539" y="2499"/>
                  </a:cubicBezTo>
                  <a:cubicBezTo>
                    <a:pt x="539" y="2499"/>
                    <a:pt x="528" y="2484"/>
                    <a:pt x="523" y="2454"/>
                  </a:cubicBezTo>
                  <a:cubicBezTo>
                    <a:pt x="518" y="2427"/>
                    <a:pt x="517" y="2387"/>
                    <a:pt x="532" y="2334"/>
                  </a:cubicBezTo>
                  <a:cubicBezTo>
                    <a:pt x="563" y="2220"/>
                    <a:pt x="570" y="2052"/>
                    <a:pt x="572" y="1998"/>
                  </a:cubicBezTo>
                  <a:cubicBezTo>
                    <a:pt x="573" y="1944"/>
                    <a:pt x="586" y="1891"/>
                    <a:pt x="583" y="1834"/>
                  </a:cubicBezTo>
                  <a:cubicBezTo>
                    <a:pt x="580" y="1777"/>
                    <a:pt x="586" y="1729"/>
                    <a:pt x="607" y="1650"/>
                  </a:cubicBezTo>
                  <a:cubicBezTo>
                    <a:pt x="629" y="1572"/>
                    <a:pt x="621" y="1465"/>
                    <a:pt x="623" y="1433"/>
                  </a:cubicBezTo>
                  <a:cubicBezTo>
                    <a:pt x="627" y="1376"/>
                    <a:pt x="620" y="1312"/>
                    <a:pt x="620" y="1312"/>
                  </a:cubicBezTo>
                  <a:cubicBezTo>
                    <a:pt x="620" y="1312"/>
                    <a:pt x="620" y="1312"/>
                    <a:pt x="620" y="1312"/>
                  </a:cubicBezTo>
                  <a:cubicBezTo>
                    <a:pt x="620" y="1311"/>
                    <a:pt x="620" y="1311"/>
                    <a:pt x="620" y="1311"/>
                  </a:cubicBezTo>
                  <a:cubicBezTo>
                    <a:pt x="619" y="1311"/>
                    <a:pt x="619" y="1311"/>
                    <a:pt x="619" y="1311"/>
                  </a:cubicBezTo>
                  <a:cubicBezTo>
                    <a:pt x="618" y="1299"/>
                    <a:pt x="614" y="1276"/>
                    <a:pt x="611" y="1255"/>
                  </a:cubicBezTo>
                  <a:cubicBezTo>
                    <a:pt x="608" y="1242"/>
                    <a:pt x="606" y="1229"/>
                    <a:pt x="603" y="1219"/>
                  </a:cubicBezTo>
                  <a:cubicBezTo>
                    <a:pt x="602" y="1215"/>
                    <a:pt x="601" y="1210"/>
                    <a:pt x="600" y="1204"/>
                  </a:cubicBezTo>
                  <a:cubicBezTo>
                    <a:pt x="593" y="1162"/>
                    <a:pt x="587" y="1083"/>
                    <a:pt x="590" y="1038"/>
                  </a:cubicBezTo>
                  <a:cubicBezTo>
                    <a:pt x="593" y="989"/>
                    <a:pt x="626" y="874"/>
                    <a:pt x="627" y="792"/>
                  </a:cubicBezTo>
                  <a:cubicBezTo>
                    <a:pt x="628" y="793"/>
                    <a:pt x="628" y="793"/>
                    <a:pt x="628" y="793"/>
                  </a:cubicBezTo>
                  <a:cubicBezTo>
                    <a:pt x="628" y="794"/>
                    <a:pt x="628" y="794"/>
                    <a:pt x="628" y="794"/>
                  </a:cubicBezTo>
                  <a:cubicBezTo>
                    <a:pt x="628" y="793"/>
                    <a:pt x="628" y="793"/>
                    <a:pt x="628" y="793"/>
                  </a:cubicBezTo>
                  <a:cubicBezTo>
                    <a:pt x="631" y="799"/>
                    <a:pt x="631" y="799"/>
                    <a:pt x="631" y="799"/>
                  </a:cubicBezTo>
                  <a:cubicBezTo>
                    <a:pt x="632" y="805"/>
                    <a:pt x="634" y="814"/>
                    <a:pt x="636" y="827"/>
                  </a:cubicBezTo>
                  <a:cubicBezTo>
                    <a:pt x="641" y="854"/>
                    <a:pt x="649" y="894"/>
                    <a:pt x="656" y="932"/>
                  </a:cubicBezTo>
                  <a:cubicBezTo>
                    <a:pt x="662" y="970"/>
                    <a:pt x="668" y="1004"/>
                    <a:pt x="668" y="1020"/>
                  </a:cubicBezTo>
                  <a:cubicBezTo>
                    <a:pt x="668" y="1058"/>
                    <a:pt x="669" y="1223"/>
                    <a:pt x="672" y="1250"/>
                  </a:cubicBezTo>
                  <a:cubicBezTo>
                    <a:pt x="676" y="1277"/>
                    <a:pt x="677" y="1307"/>
                    <a:pt x="659" y="1331"/>
                  </a:cubicBezTo>
                  <a:cubicBezTo>
                    <a:pt x="641" y="1356"/>
                    <a:pt x="636" y="1373"/>
                    <a:pt x="634" y="1380"/>
                  </a:cubicBezTo>
                  <a:cubicBezTo>
                    <a:pt x="632" y="1386"/>
                    <a:pt x="633" y="1460"/>
                    <a:pt x="633" y="1460"/>
                  </a:cubicBezTo>
                  <a:cubicBezTo>
                    <a:pt x="634" y="1461"/>
                    <a:pt x="634" y="1461"/>
                    <a:pt x="634" y="1461"/>
                  </a:cubicBezTo>
                  <a:cubicBezTo>
                    <a:pt x="634" y="1461"/>
                    <a:pt x="634" y="1461"/>
                    <a:pt x="634" y="1461"/>
                  </a:cubicBezTo>
                  <a:cubicBezTo>
                    <a:pt x="639" y="1486"/>
                    <a:pt x="639" y="1486"/>
                    <a:pt x="639" y="1486"/>
                  </a:cubicBezTo>
                  <a:cubicBezTo>
                    <a:pt x="665" y="1478"/>
                    <a:pt x="660" y="1412"/>
                    <a:pt x="660" y="1412"/>
                  </a:cubicBezTo>
                  <a:cubicBezTo>
                    <a:pt x="668" y="1421"/>
                    <a:pt x="671" y="1431"/>
                    <a:pt x="672" y="1439"/>
                  </a:cubicBezTo>
                  <a:cubicBezTo>
                    <a:pt x="674" y="1448"/>
                    <a:pt x="674" y="1456"/>
                    <a:pt x="674" y="1461"/>
                  </a:cubicBezTo>
                  <a:cubicBezTo>
                    <a:pt x="675" y="1471"/>
                    <a:pt x="672" y="1497"/>
                    <a:pt x="668" y="1500"/>
                  </a:cubicBezTo>
                  <a:cubicBezTo>
                    <a:pt x="665" y="1502"/>
                    <a:pt x="659" y="1519"/>
                    <a:pt x="661" y="1528"/>
                  </a:cubicBezTo>
                  <a:cubicBezTo>
                    <a:pt x="661" y="1531"/>
                    <a:pt x="662" y="1533"/>
                    <a:pt x="663" y="1534"/>
                  </a:cubicBezTo>
                  <a:cubicBezTo>
                    <a:pt x="670" y="1541"/>
                    <a:pt x="682" y="1532"/>
                    <a:pt x="682" y="1532"/>
                  </a:cubicBezTo>
                  <a:cubicBezTo>
                    <a:pt x="691" y="1537"/>
                    <a:pt x="699" y="1530"/>
                    <a:pt x="704" y="1524"/>
                  </a:cubicBezTo>
                  <a:cubicBezTo>
                    <a:pt x="704" y="1525"/>
                    <a:pt x="704" y="1525"/>
                    <a:pt x="704" y="1526"/>
                  </a:cubicBezTo>
                  <a:cubicBezTo>
                    <a:pt x="705" y="1523"/>
                    <a:pt x="705" y="1523"/>
                    <a:pt x="705" y="1523"/>
                  </a:cubicBezTo>
                  <a:cubicBezTo>
                    <a:pt x="707" y="1521"/>
                    <a:pt x="708" y="1519"/>
                    <a:pt x="708" y="1519"/>
                  </a:cubicBezTo>
                  <a:cubicBezTo>
                    <a:pt x="717" y="1520"/>
                    <a:pt x="741" y="1500"/>
                    <a:pt x="750" y="1481"/>
                  </a:cubicBezTo>
                  <a:cubicBezTo>
                    <a:pt x="760" y="1461"/>
                    <a:pt x="765" y="1408"/>
                    <a:pt x="758" y="1367"/>
                  </a:cubicBezTo>
                  <a:cubicBezTo>
                    <a:pt x="750" y="1327"/>
                    <a:pt x="750" y="1273"/>
                    <a:pt x="758" y="1227"/>
                  </a:cubicBezTo>
                  <a:close/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</p:grpSp>
      <p:grpSp>
        <p:nvGrpSpPr>
          <p:cNvPr id="66565" name="full-body-human-silhouette-illustration">
            <a:extLst>
              <a:ext uri="{FF2B5EF4-FFF2-40B4-BE49-F238E27FC236}">
                <a16:creationId xmlns:a16="http://schemas.microsoft.com/office/drawing/2014/main" id="{847361DC-12A4-4189-88FF-9D7BBC0CB832}"/>
              </a:ext>
            </a:extLst>
          </p:cNvPr>
          <p:cNvGrpSpPr>
            <a:grpSpLocks/>
          </p:cNvGrpSpPr>
          <p:nvPr/>
        </p:nvGrpSpPr>
        <p:grpSpPr bwMode="auto">
          <a:xfrm>
            <a:off x="5105400" y="2057400"/>
            <a:ext cx="1371600" cy="3581400"/>
            <a:chOff x="2062" y="1730"/>
            <a:chExt cx="882" cy="2302"/>
          </a:xfrm>
        </p:grpSpPr>
        <p:sp>
          <p:nvSpPr>
            <p:cNvPr id="66578" name="Freeform 44">
              <a:extLst>
                <a:ext uri="{FF2B5EF4-FFF2-40B4-BE49-F238E27FC236}">
                  <a16:creationId xmlns:a16="http://schemas.microsoft.com/office/drawing/2014/main" id="{F0FE31E7-C4CB-406F-946C-16AED54E5FE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062" y="1730"/>
              <a:ext cx="882" cy="2302"/>
            </a:xfrm>
            <a:custGeom>
              <a:avLst/>
              <a:gdLst>
                <a:gd name="T0" fmla="*/ 493 w 1120"/>
                <a:gd name="T1" fmla="*/ 640 h 2926"/>
                <a:gd name="T2" fmla="*/ 343 w 1120"/>
                <a:gd name="T3" fmla="*/ 234 h 2926"/>
                <a:gd name="T4" fmla="*/ 324 w 1120"/>
                <a:gd name="T5" fmla="*/ 170 h 2926"/>
                <a:gd name="T6" fmla="*/ 328 w 1120"/>
                <a:gd name="T7" fmla="*/ 157 h 2926"/>
                <a:gd name="T8" fmla="*/ 328 w 1120"/>
                <a:gd name="T9" fmla="*/ 151 h 2926"/>
                <a:gd name="T10" fmla="*/ 334 w 1120"/>
                <a:gd name="T11" fmla="*/ 146 h 2926"/>
                <a:gd name="T12" fmla="*/ 344 w 1120"/>
                <a:gd name="T13" fmla="*/ 98 h 2926"/>
                <a:gd name="T14" fmla="*/ 340 w 1120"/>
                <a:gd name="T15" fmla="*/ 53 h 2926"/>
                <a:gd name="T16" fmla="*/ 273 w 1120"/>
                <a:gd name="T17" fmla="*/ 2 h 2926"/>
                <a:gd name="T18" fmla="*/ 203 w 1120"/>
                <a:gd name="T19" fmla="*/ 62 h 2926"/>
                <a:gd name="T20" fmla="*/ 202 w 1120"/>
                <a:gd name="T21" fmla="*/ 100 h 2926"/>
                <a:gd name="T22" fmla="*/ 213 w 1120"/>
                <a:gd name="T23" fmla="*/ 146 h 2926"/>
                <a:gd name="T24" fmla="*/ 220 w 1120"/>
                <a:gd name="T25" fmla="*/ 151 h 2926"/>
                <a:gd name="T26" fmla="*/ 220 w 1120"/>
                <a:gd name="T27" fmla="*/ 157 h 2926"/>
                <a:gd name="T28" fmla="*/ 221 w 1120"/>
                <a:gd name="T29" fmla="*/ 164 h 2926"/>
                <a:gd name="T30" fmla="*/ 222 w 1120"/>
                <a:gd name="T31" fmla="*/ 170 h 2926"/>
                <a:gd name="T32" fmla="*/ 224 w 1120"/>
                <a:gd name="T33" fmla="*/ 175 h 2926"/>
                <a:gd name="T34" fmla="*/ 206 w 1120"/>
                <a:gd name="T35" fmla="*/ 234 h 2926"/>
                <a:gd name="T36" fmla="*/ 54 w 1120"/>
                <a:gd name="T37" fmla="*/ 640 h 2926"/>
                <a:gd name="T38" fmla="*/ 8 w 1120"/>
                <a:gd name="T39" fmla="*/ 805 h 2926"/>
                <a:gd name="T40" fmla="*/ 65 w 1120"/>
                <a:gd name="T41" fmla="*/ 854 h 2926"/>
                <a:gd name="T42" fmla="*/ 85 w 1120"/>
                <a:gd name="T43" fmla="*/ 836 h 2926"/>
                <a:gd name="T44" fmla="*/ 86 w 1120"/>
                <a:gd name="T45" fmla="*/ 837 h 2926"/>
                <a:gd name="T46" fmla="*/ 98 w 1120"/>
                <a:gd name="T47" fmla="*/ 724 h 2926"/>
                <a:gd name="T48" fmla="*/ 144 w 1120"/>
                <a:gd name="T49" fmla="*/ 440 h 2926"/>
                <a:gd name="T50" fmla="*/ 160 w 1120"/>
                <a:gd name="T51" fmla="*/ 617 h 2926"/>
                <a:gd name="T52" fmla="*/ 153 w 1120"/>
                <a:gd name="T53" fmla="*/ 646 h 2926"/>
                <a:gd name="T54" fmla="*/ 150 w 1120"/>
                <a:gd name="T55" fmla="*/ 657 h 2926"/>
                <a:gd name="T56" fmla="*/ 148 w 1120"/>
                <a:gd name="T57" fmla="*/ 668 h 2926"/>
                <a:gd name="T58" fmla="*/ 146 w 1120"/>
                <a:gd name="T59" fmla="*/ 678 h 2926"/>
                <a:gd name="T60" fmla="*/ 145 w 1120"/>
                <a:gd name="T61" fmla="*/ 688 h 2926"/>
                <a:gd name="T62" fmla="*/ 144 w 1120"/>
                <a:gd name="T63" fmla="*/ 695 h 2926"/>
                <a:gd name="T64" fmla="*/ 206 w 1120"/>
                <a:gd name="T65" fmla="*/ 1321 h 2926"/>
                <a:gd name="T66" fmla="*/ 168 w 1120"/>
                <a:gd name="T67" fmla="*/ 1407 h 2926"/>
                <a:gd name="T68" fmla="*/ 200 w 1120"/>
                <a:gd name="T69" fmla="*/ 1421 h 2926"/>
                <a:gd name="T70" fmla="*/ 215 w 1120"/>
                <a:gd name="T71" fmla="*/ 1418 h 2926"/>
                <a:gd name="T72" fmla="*/ 238 w 1120"/>
                <a:gd name="T73" fmla="*/ 1422 h 2926"/>
                <a:gd name="T74" fmla="*/ 244 w 1120"/>
                <a:gd name="T75" fmla="*/ 1419 h 2926"/>
                <a:gd name="T76" fmla="*/ 255 w 1120"/>
                <a:gd name="T77" fmla="*/ 1402 h 2926"/>
                <a:gd name="T78" fmla="*/ 250 w 1120"/>
                <a:gd name="T79" fmla="*/ 1046 h 2926"/>
                <a:gd name="T80" fmla="*/ 298 w 1120"/>
                <a:gd name="T81" fmla="*/ 1046 h 2926"/>
                <a:gd name="T82" fmla="*/ 291 w 1120"/>
                <a:gd name="T83" fmla="*/ 1402 h 2926"/>
                <a:gd name="T84" fmla="*/ 302 w 1120"/>
                <a:gd name="T85" fmla="*/ 1419 h 2926"/>
                <a:gd name="T86" fmla="*/ 309 w 1120"/>
                <a:gd name="T87" fmla="*/ 1422 h 2926"/>
                <a:gd name="T88" fmla="*/ 317 w 1120"/>
                <a:gd name="T89" fmla="*/ 1424 h 2926"/>
                <a:gd name="T90" fmla="*/ 343 w 1120"/>
                <a:gd name="T91" fmla="*/ 1421 h 2926"/>
                <a:gd name="T92" fmla="*/ 369 w 1120"/>
                <a:gd name="T93" fmla="*/ 1414 h 2926"/>
                <a:gd name="T94" fmla="*/ 369 w 1120"/>
                <a:gd name="T95" fmla="*/ 1383 h 2926"/>
                <a:gd name="T96" fmla="*/ 379 w 1120"/>
                <a:gd name="T97" fmla="*/ 1026 h 2926"/>
                <a:gd name="T98" fmla="*/ 402 w 1120"/>
                <a:gd name="T99" fmla="*/ 692 h 2926"/>
                <a:gd name="T100" fmla="*/ 402 w 1120"/>
                <a:gd name="T101" fmla="*/ 684 h 2926"/>
                <a:gd name="T102" fmla="*/ 400 w 1120"/>
                <a:gd name="T103" fmla="*/ 674 h 2926"/>
                <a:gd name="T104" fmla="*/ 398 w 1120"/>
                <a:gd name="T105" fmla="*/ 663 h 2926"/>
                <a:gd name="T106" fmla="*/ 395 w 1120"/>
                <a:gd name="T107" fmla="*/ 651 h 2926"/>
                <a:gd name="T108" fmla="*/ 393 w 1120"/>
                <a:gd name="T109" fmla="*/ 640 h 2926"/>
                <a:gd name="T110" fmla="*/ 391 w 1120"/>
                <a:gd name="T111" fmla="*/ 632 h 2926"/>
                <a:gd name="T112" fmla="*/ 392 w 1120"/>
                <a:gd name="T113" fmla="*/ 535 h 2926"/>
                <a:gd name="T114" fmla="*/ 416 w 1120"/>
                <a:gd name="T115" fmla="*/ 593 h 2926"/>
                <a:gd name="T116" fmla="*/ 458 w 1120"/>
                <a:gd name="T117" fmla="*/ 837 h 2926"/>
                <a:gd name="T118" fmla="*/ 461 w 1120"/>
                <a:gd name="T119" fmla="*/ 837 h 2926"/>
                <a:gd name="T120" fmla="*/ 462 w 1120"/>
                <a:gd name="T121" fmla="*/ 836 h 2926"/>
                <a:gd name="T122" fmla="*/ 504 w 1120"/>
                <a:gd name="T123" fmla="*/ 816 h 2926"/>
                <a:gd name="T124" fmla="*/ 328 w 1120"/>
                <a:gd name="T125" fmla="*/ 151 h 292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1120" h="2926">
                  <a:moveTo>
                    <a:pt x="1111" y="1628"/>
                  </a:moveTo>
                  <a:cubicBezTo>
                    <a:pt x="1106" y="1614"/>
                    <a:pt x="1105" y="1598"/>
                    <a:pt x="1100" y="1592"/>
                  </a:cubicBezTo>
                  <a:cubicBezTo>
                    <a:pt x="1095" y="1586"/>
                    <a:pt x="1087" y="1551"/>
                    <a:pt x="1078" y="1539"/>
                  </a:cubicBezTo>
                  <a:cubicBezTo>
                    <a:pt x="1069" y="1528"/>
                    <a:pt x="1035" y="1477"/>
                    <a:pt x="1026" y="1469"/>
                  </a:cubicBezTo>
                  <a:cubicBezTo>
                    <a:pt x="1023" y="1464"/>
                    <a:pt x="1025" y="1444"/>
                    <a:pt x="1021" y="1430"/>
                  </a:cubicBezTo>
                  <a:cubicBezTo>
                    <a:pt x="1017" y="1416"/>
                    <a:pt x="1018" y="1402"/>
                    <a:pt x="1014" y="1386"/>
                  </a:cubicBezTo>
                  <a:cubicBezTo>
                    <a:pt x="1010" y="1369"/>
                    <a:pt x="1010" y="1337"/>
                    <a:pt x="1009" y="1315"/>
                  </a:cubicBezTo>
                  <a:cubicBezTo>
                    <a:pt x="1007" y="1277"/>
                    <a:pt x="1007" y="1129"/>
                    <a:pt x="985" y="1075"/>
                  </a:cubicBezTo>
                  <a:cubicBezTo>
                    <a:pt x="981" y="1058"/>
                    <a:pt x="976" y="1030"/>
                    <a:pt x="977" y="992"/>
                  </a:cubicBezTo>
                  <a:cubicBezTo>
                    <a:pt x="975" y="886"/>
                    <a:pt x="951" y="825"/>
                    <a:pt x="953" y="792"/>
                  </a:cubicBezTo>
                  <a:cubicBezTo>
                    <a:pt x="960" y="744"/>
                    <a:pt x="949" y="693"/>
                    <a:pt x="940" y="653"/>
                  </a:cubicBezTo>
                  <a:cubicBezTo>
                    <a:pt x="921" y="567"/>
                    <a:pt x="879" y="544"/>
                    <a:pt x="860" y="540"/>
                  </a:cubicBezTo>
                  <a:cubicBezTo>
                    <a:pt x="840" y="536"/>
                    <a:pt x="810" y="533"/>
                    <a:pt x="797" y="520"/>
                  </a:cubicBezTo>
                  <a:cubicBezTo>
                    <a:pt x="787" y="512"/>
                    <a:pt x="720" y="481"/>
                    <a:pt x="701" y="479"/>
                  </a:cubicBezTo>
                  <a:cubicBezTo>
                    <a:pt x="651" y="470"/>
                    <a:pt x="660" y="380"/>
                    <a:pt x="660" y="362"/>
                  </a:cubicBezTo>
                  <a:cubicBezTo>
                    <a:pt x="660" y="362"/>
                    <a:pt x="660" y="362"/>
                    <a:pt x="660" y="362"/>
                  </a:cubicBezTo>
                  <a:cubicBezTo>
                    <a:pt x="660" y="362"/>
                    <a:pt x="660" y="362"/>
                    <a:pt x="660" y="362"/>
                  </a:cubicBezTo>
                  <a:cubicBezTo>
                    <a:pt x="661" y="360"/>
                    <a:pt x="661" y="358"/>
                    <a:pt x="662" y="357"/>
                  </a:cubicBezTo>
                  <a:cubicBezTo>
                    <a:pt x="662" y="357"/>
                    <a:pt x="662" y="356"/>
                    <a:pt x="662" y="356"/>
                  </a:cubicBezTo>
                  <a:cubicBezTo>
                    <a:pt x="663" y="355"/>
                    <a:pt x="663" y="353"/>
                    <a:pt x="664" y="351"/>
                  </a:cubicBezTo>
                  <a:cubicBezTo>
                    <a:pt x="664" y="350"/>
                    <a:pt x="664" y="350"/>
                    <a:pt x="664" y="350"/>
                  </a:cubicBezTo>
                  <a:cubicBezTo>
                    <a:pt x="665" y="348"/>
                    <a:pt x="665" y="346"/>
                    <a:pt x="666" y="344"/>
                  </a:cubicBezTo>
                  <a:cubicBezTo>
                    <a:pt x="666" y="344"/>
                    <a:pt x="666" y="344"/>
                    <a:pt x="666" y="343"/>
                  </a:cubicBezTo>
                  <a:cubicBezTo>
                    <a:pt x="666" y="341"/>
                    <a:pt x="667" y="339"/>
                    <a:pt x="667" y="337"/>
                  </a:cubicBezTo>
                  <a:cubicBezTo>
                    <a:pt x="667" y="337"/>
                    <a:pt x="667" y="337"/>
                    <a:pt x="668" y="337"/>
                  </a:cubicBezTo>
                  <a:cubicBezTo>
                    <a:pt x="668" y="334"/>
                    <a:pt x="669" y="332"/>
                    <a:pt x="669" y="330"/>
                  </a:cubicBezTo>
                  <a:cubicBezTo>
                    <a:pt x="669" y="330"/>
                    <a:pt x="669" y="330"/>
                    <a:pt x="669" y="330"/>
                  </a:cubicBezTo>
                  <a:cubicBezTo>
                    <a:pt x="669" y="328"/>
                    <a:pt x="670" y="325"/>
                    <a:pt x="670" y="323"/>
                  </a:cubicBezTo>
                  <a:cubicBezTo>
                    <a:pt x="670" y="323"/>
                    <a:pt x="670" y="323"/>
                    <a:pt x="670" y="323"/>
                  </a:cubicBezTo>
                  <a:cubicBezTo>
                    <a:pt x="671" y="321"/>
                    <a:pt x="671" y="319"/>
                    <a:pt x="671" y="317"/>
                  </a:cubicBezTo>
                  <a:cubicBezTo>
                    <a:pt x="671" y="317"/>
                    <a:pt x="671" y="317"/>
                    <a:pt x="671" y="317"/>
                  </a:cubicBezTo>
                  <a:cubicBezTo>
                    <a:pt x="672" y="315"/>
                    <a:pt x="672" y="313"/>
                    <a:pt x="672" y="312"/>
                  </a:cubicBezTo>
                  <a:cubicBezTo>
                    <a:pt x="672" y="312"/>
                    <a:pt x="672" y="312"/>
                    <a:pt x="672" y="312"/>
                  </a:cubicBezTo>
                  <a:cubicBezTo>
                    <a:pt x="672" y="311"/>
                    <a:pt x="672" y="310"/>
                    <a:pt x="672" y="310"/>
                  </a:cubicBezTo>
                  <a:cubicBezTo>
                    <a:pt x="672" y="310"/>
                    <a:pt x="672" y="310"/>
                    <a:pt x="672" y="310"/>
                  </a:cubicBezTo>
                  <a:cubicBezTo>
                    <a:pt x="674" y="309"/>
                    <a:pt x="676" y="308"/>
                    <a:pt x="679" y="306"/>
                  </a:cubicBezTo>
                  <a:cubicBezTo>
                    <a:pt x="679" y="306"/>
                    <a:pt x="679" y="306"/>
                    <a:pt x="679" y="306"/>
                  </a:cubicBezTo>
                  <a:cubicBezTo>
                    <a:pt x="680" y="305"/>
                    <a:pt x="680" y="305"/>
                    <a:pt x="681" y="305"/>
                  </a:cubicBezTo>
                  <a:cubicBezTo>
                    <a:pt x="681" y="304"/>
                    <a:pt x="681" y="304"/>
                    <a:pt x="681" y="304"/>
                  </a:cubicBezTo>
                  <a:cubicBezTo>
                    <a:pt x="682" y="304"/>
                    <a:pt x="682" y="303"/>
                    <a:pt x="682" y="303"/>
                  </a:cubicBezTo>
                  <a:cubicBezTo>
                    <a:pt x="683" y="303"/>
                    <a:pt x="683" y="302"/>
                    <a:pt x="683" y="302"/>
                  </a:cubicBezTo>
                  <a:cubicBezTo>
                    <a:pt x="683" y="302"/>
                    <a:pt x="684" y="302"/>
                    <a:pt x="684" y="301"/>
                  </a:cubicBezTo>
                  <a:cubicBezTo>
                    <a:pt x="684" y="301"/>
                    <a:pt x="685" y="300"/>
                    <a:pt x="685" y="300"/>
                  </a:cubicBezTo>
                  <a:cubicBezTo>
                    <a:pt x="688" y="296"/>
                    <a:pt x="689" y="291"/>
                    <a:pt x="693" y="286"/>
                  </a:cubicBezTo>
                  <a:cubicBezTo>
                    <a:pt x="696" y="280"/>
                    <a:pt x="695" y="276"/>
                    <a:pt x="698" y="267"/>
                  </a:cubicBezTo>
                  <a:cubicBezTo>
                    <a:pt x="701" y="258"/>
                    <a:pt x="703" y="244"/>
                    <a:pt x="703" y="239"/>
                  </a:cubicBezTo>
                  <a:cubicBezTo>
                    <a:pt x="703" y="233"/>
                    <a:pt x="709" y="218"/>
                    <a:pt x="709" y="211"/>
                  </a:cubicBezTo>
                  <a:cubicBezTo>
                    <a:pt x="709" y="206"/>
                    <a:pt x="707" y="202"/>
                    <a:pt x="705" y="201"/>
                  </a:cubicBezTo>
                  <a:cubicBezTo>
                    <a:pt x="705" y="201"/>
                    <a:pt x="705" y="201"/>
                    <a:pt x="705" y="201"/>
                  </a:cubicBezTo>
                  <a:cubicBezTo>
                    <a:pt x="705" y="201"/>
                    <a:pt x="706" y="201"/>
                    <a:pt x="706" y="200"/>
                  </a:cubicBezTo>
                  <a:cubicBezTo>
                    <a:pt x="706" y="200"/>
                    <a:pt x="706" y="200"/>
                    <a:pt x="706" y="200"/>
                  </a:cubicBezTo>
                  <a:cubicBezTo>
                    <a:pt x="706" y="200"/>
                    <a:pt x="706" y="200"/>
                    <a:pt x="706" y="200"/>
                  </a:cubicBezTo>
                  <a:cubicBezTo>
                    <a:pt x="707" y="200"/>
                    <a:pt x="707" y="199"/>
                    <a:pt x="707" y="199"/>
                  </a:cubicBezTo>
                  <a:cubicBezTo>
                    <a:pt x="707" y="192"/>
                    <a:pt x="704" y="175"/>
                    <a:pt x="705" y="168"/>
                  </a:cubicBezTo>
                  <a:cubicBezTo>
                    <a:pt x="705" y="163"/>
                    <a:pt x="706" y="148"/>
                    <a:pt x="706" y="142"/>
                  </a:cubicBezTo>
                  <a:cubicBezTo>
                    <a:pt x="706" y="131"/>
                    <a:pt x="700" y="120"/>
                    <a:pt x="697" y="110"/>
                  </a:cubicBezTo>
                  <a:cubicBezTo>
                    <a:pt x="694" y="99"/>
                    <a:pt x="694" y="87"/>
                    <a:pt x="691" y="77"/>
                  </a:cubicBezTo>
                  <a:cubicBezTo>
                    <a:pt x="687" y="64"/>
                    <a:pt x="678" y="56"/>
                    <a:pt x="666" y="49"/>
                  </a:cubicBezTo>
                  <a:cubicBezTo>
                    <a:pt x="657" y="44"/>
                    <a:pt x="646" y="43"/>
                    <a:pt x="641" y="35"/>
                  </a:cubicBezTo>
                  <a:cubicBezTo>
                    <a:pt x="638" y="31"/>
                    <a:pt x="641" y="30"/>
                    <a:pt x="635" y="27"/>
                  </a:cubicBezTo>
                  <a:cubicBezTo>
                    <a:pt x="632" y="25"/>
                    <a:pt x="626" y="24"/>
                    <a:pt x="623" y="23"/>
                  </a:cubicBezTo>
                  <a:cubicBezTo>
                    <a:pt x="614" y="21"/>
                    <a:pt x="602" y="16"/>
                    <a:pt x="604" y="5"/>
                  </a:cubicBezTo>
                  <a:cubicBezTo>
                    <a:pt x="591" y="2"/>
                    <a:pt x="570" y="13"/>
                    <a:pt x="559" y="2"/>
                  </a:cubicBezTo>
                  <a:cubicBezTo>
                    <a:pt x="551" y="2"/>
                    <a:pt x="551" y="2"/>
                    <a:pt x="551" y="2"/>
                  </a:cubicBezTo>
                  <a:cubicBezTo>
                    <a:pt x="544" y="4"/>
                    <a:pt x="535" y="3"/>
                    <a:pt x="528" y="0"/>
                  </a:cubicBezTo>
                  <a:cubicBezTo>
                    <a:pt x="525" y="6"/>
                    <a:pt x="511" y="12"/>
                    <a:pt x="503" y="12"/>
                  </a:cubicBezTo>
                  <a:cubicBezTo>
                    <a:pt x="493" y="12"/>
                    <a:pt x="482" y="14"/>
                    <a:pt x="476" y="23"/>
                  </a:cubicBezTo>
                  <a:cubicBezTo>
                    <a:pt x="480" y="22"/>
                    <a:pt x="485" y="20"/>
                    <a:pt x="487" y="23"/>
                  </a:cubicBezTo>
                  <a:cubicBezTo>
                    <a:pt x="461" y="37"/>
                    <a:pt x="429" y="57"/>
                    <a:pt x="426" y="89"/>
                  </a:cubicBezTo>
                  <a:cubicBezTo>
                    <a:pt x="425" y="103"/>
                    <a:pt x="418" y="114"/>
                    <a:pt x="417" y="128"/>
                  </a:cubicBezTo>
                  <a:cubicBezTo>
                    <a:pt x="416" y="142"/>
                    <a:pt x="405" y="149"/>
                    <a:pt x="410" y="163"/>
                  </a:cubicBezTo>
                  <a:cubicBezTo>
                    <a:pt x="409" y="172"/>
                    <a:pt x="412" y="172"/>
                    <a:pt x="412" y="180"/>
                  </a:cubicBezTo>
                  <a:cubicBezTo>
                    <a:pt x="409" y="189"/>
                    <a:pt x="417" y="200"/>
                    <a:pt x="417" y="200"/>
                  </a:cubicBezTo>
                  <a:cubicBezTo>
                    <a:pt x="417" y="200"/>
                    <a:pt x="417" y="200"/>
                    <a:pt x="417" y="200"/>
                  </a:cubicBezTo>
                  <a:cubicBezTo>
                    <a:pt x="416" y="200"/>
                    <a:pt x="415" y="202"/>
                    <a:pt x="414" y="204"/>
                  </a:cubicBezTo>
                  <a:cubicBezTo>
                    <a:pt x="414" y="204"/>
                    <a:pt x="414" y="204"/>
                    <a:pt x="414" y="204"/>
                  </a:cubicBezTo>
                  <a:cubicBezTo>
                    <a:pt x="413" y="205"/>
                    <a:pt x="413" y="205"/>
                    <a:pt x="413" y="206"/>
                  </a:cubicBezTo>
                  <a:cubicBezTo>
                    <a:pt x="413" y="207"/>
                    <a:pt x="413" y="207"/>
                    <a:pt x="413" y="207"/>
                  </a:cubicBezTo>
                  <a:cubicBezTo>
                    <a:pt x="412" y="208"/>
                    <a:pt x="412" y="209"/>
                    <a:pt x="412" y="211"/>
                  </a:cubicBezTo>
                  <a:cubicBezTo>
                    <a:pt x="412" y="218"/>
                    <a:pt x="419" y="233"/>
                    <a:pt x="419" y="239"/>
                  </a:cubicBezTo>
                  <a:cubicBezTo>
                    <a:pt x="419" y="244"/>
                    <a:pt x="420" y="258"/>
                    <a:pt x="424" y="267"/>
                  </a:cubicBezTo>
                  <a:cubicBezTo>
                    <a:pt x="427" y="276"/>
                    <a:pt x="425" y="280"/>
                    <a:pt x="429" y="286"/>
                  </a:cubicBezTo>
                  <a:cubicBezTo>
                    <a:pt x="432" y="291"/>
                    <a:pt x="433" y="296"/>
                    <a:pt x="436" y="300"/>
                  </a:cubicBezTo>
                  <a:cubicBezTo>
                    <a:pt x="437" y="300"/>
                    <a:pt x="437" y="301"/>
                    <a:pt x="437" y="301"/>
                  </a:cubicBezTo>
                  <a:cubicBezTo>
                    <a:pt x="438" y="302"/>
                    <a:pt x="438" y="302"/>
                    <a:pt x="438" y="302"/>
                  </a:cubicBezTo>
                  <a:cubicBezTo>
                    <a:pt x="438" y="302"/>
                    <a:pt x="439" y="303"/>
                    <a:pt x="439" y="303"/>
                  </a:cubicBezTo>
                  <a:cubicBezTo>
                    <a:pt x="439" y="303"/>
                    <a:pt x="440" y="304"/>
                    <a:pt x="440" y="304"/>
                  </a:cubicBezTo>
                  <a:cubicBezTo>
                    <a:pt x="440" y="304"/>
                    <a:pt x="441" y="305"/>
                    <a:pt x="441" y="305"/>
                  </a:cubicBezTo>
                  <a:cubicBezTo>
                    <a:pt x="441" y="305"/>
                    <a:pt x="442" y="306"/>
                    <a:pt x="442" y="306"/>
                  </a:cubicBezTo>
                  <a:cubicBezTo>
                    <a:pt x="442" y="306"/>
                    <a:pt x="443" y="306"/>
                    <a:pt x="443" y="306"/>
                  </a:cubicBezTo>
                  <a:cubicBezTo>
                    <a:pt x="445" y="308"/>
                    <a:pt x="448" y="310"/>
                    <a:pt x="449" y="310"/>
                  </a:cubicBezTo>
                  <a:cubicBezTo>
                    <a:pt x="449" y="310"/>
                    <a:pt x="449" y="310"/>
                    <a:pt x="449" y="310"/>
                  </a:cubicBezTo>
                  <a:cubicBezTo>
                    <a:pt x="449" y="312"/>
                    <a:pt x="450" y="314"/>
                    <a:pt x="450" y="316"/>
                  </a:cubicBezTo>
                  <a:cubicBezTo>
                    <a:pt x="450" y="316"/>
                    <a:pt x="450" y="316"/>
                    <a:pt x="450" y="316"/>
                  </a:cubicBezTo>
                  <a:cubicBezTo>
                    <a:pt x="450" y="317"/>
                    <a:pt x="450" y="318"/>
                    <a:pt x="450" y="319"/>
                  </a:cubicBezTo>
                  <a:cubicBezTo>
                    <a:pt x="450" y="319"/>
                    <a:pt x="450" y="319"/>
                    <a:pt x="450" y="319"/>
                  </a:cubicBezTo>
                  <a:cubicBezTo>
                    <a:pt x="450" y="320"/>
                    <a:pt x="450" y="321"/>
                    <a:pt x="450" y="322"/>
                  </a:cubicBezTo>
                  <a:cubicBezTo>
                    <a:pt x="450" y="322"/>
                    <a:pt x="450" y="322"/>
                    <a:pt x="450" y="322"/>
                  </a:cubicBezTo>
                  <a:cubicBezTo>
                    <a:pt x="450" y="323"/>
                    <a:pt x="451" y="324"/>
                    <a:pt x="451" y="326"/>
                  </a:cubicBezTo>
                  <a:cubicBezTo>
                    <a:pt x="451" y="326"/>
                    <a:pt x="451" y="326"/>
                    <a:pt x="451" y="326"/>
                  </a:cubicBezTo>
                  <a:cubicBezTo>
                    <a:pt x="451" y="327"/>
                    <a:pt x="451" y="328"/>
                    <a:pt x="451" y="329"/>
                  </a:cubicBezTo>
                  <a:cubicBezTo>
                    <a:pt x="451" y="329"/>
                    <a:pt x="451" y="330"/>
                    <a:pt x="451" y="330"/>
                  </a:cubicBezTo>
                  <a:cubicBezTo>
                    <a:pt x="451" y="331"/>
                    <a:pt x="452" y="332"/>
                    <a:pt x="452" y="333"/>
                  </a:cubicBezTo>
                  <a:cubicBezTo>
                    <a:pt x="452" y="333"/>
                    <a:pt x="452" y="333"/>
                    <a:pt x="452" y="334"/>
                  </a:cubicBezTo>
                  <a:cubicBezTo>
                    <a:pt x="452" y="335"/>
                    <a:pt x="452" y="336"/>
                    <a:pt x="452" y="336"/>
                  </a:cubicBezTo>
                  <a:cubicBezTo>
                    <a:pt x="452" y="337"/>
                    <a:pt x="452" y="337"/>
                    <a:pt x="453" y="338"/>
                  </a:cubicBezTo>
                  <a:cubicBezTo>
                    <a:pt x="453" y="339"/>
                    <a:pt x="453" y="339"/>
                    <a:pt x="453" y="340"/>
                  </a:cubicBezTo>
                  <a:cubicBezTo>
                    <a:pt x="453" y="341"/>
                    <a:pt x="453" y="341"/>
                    <a:pt x="453" y="342"/>
                  </a:cubicBezTo>
                  <a:cubicBezTo>
                    <a:pt x="453" y="342"/>
                    <a:pt x="454" y="343"/>
                    <a:pt x="454" y="344"/>
                  </a:cubicBezTo>
                  <a:cubicBezTo>
                    <a:pt x="454" y="344"/>
                    <a:pt x="454" y="345"/>
                    <a:pt x="454" y="345"/>
                  </a:cubicBezTo>
                  <a:cubicBezTo>
                    <a:pt x="454" y="346"/>
                    <a:pt x="454" y="347"/>
                    <a:pt x="454" y="347"/>
                  </a:cubicBezTo>
                  <a:cubicBezTo>
                    <a:pt x="455" y="348"/>
                    <a:pt x="455" y="348"/>
                    <a:pt x="455" y="349"/>
                  </a:cubicBezTo>
                  <a:cubicBezTo>
                    <a:pt x="455" y="349"/>
                    <a:pt x="455" y="350"/>
                    <a:pt x="455" y="351"/>
                  </a:cubicBezTo>
                  <a:cubicBezTo>
                    <a:pt x="455" y="351"/>
                    <a:pt x="456" y="352"/>
                    <a:pt x="456" y="352"/>
                  </a:cubicBezTo>
                  <a:cubicBezTo>
                    <a:pt x="456" y="353"/>
                    <a:pt x="456" y="353"/>
                    <a:pt x="456" y="354"/>
                  </a:cubicBezTo>
                  <a:cubicBezTo>
                    <a:pt x="456" y="354"/>
                    <a:pt x="457" y="355"/>
                    <a:pt x="457" y="355"/>
                  </a:cubicBezTo>
                  <a:cubicBezTo>
                    <a:pt x="457" y="356"/>
                    <a:pt x="457" y="356"/>
                    <a:pt x="457" y="357"/>
                  </a:cubicBezTo>
                  <a:cubicBezTo>
                    <a:pt x="457" y="357"/>
                    <a:pt x="458" y="358"/>
                    <a:pt x="458" y="358"/>
                  </a:cubicBezTo>
                  <a:cubicBezTo>
                    <a:pt x="458" y="359"/>
                    <a:pt x="458" y="359"/>
                    <a:pt x="458" y="359"/>
                  </a:cubicBezTo>
                  <a:cubicBezTo>
                    <a:pt x="459" y="360"/>
                    <a:pt x="459" y="361"/>
                    <a:pt x="459" y="362"/>
                  </a:cubicBezTo>
                  <a:cubicBezTo>
                    <a:pt x="460" y="362"/>
                    <a:pt x="460" y="363"/>
                    <a:pt x="461" y="364"/>
                  </a:cubicBezTo>
                  <a:cubicBezTo>
                    <a:pt x="461" y="365"/>
                    <a:pt x="461" y="365"/>
                    <a:pt x="461" y="366"/>
                  </a:cubicBezTo>
                  <a:cubicBezTo>
                    <a:pt x="461" y="377"/>
                    <a:pt x="463" y="401"/>
                    <a:pt x="459" y="425"/>
                  </a:cubicBezTo>
                  <a:cubicBezTo>
                    <a:pt x="459" y="425"/>
                    <a:pt x="459" y="426"/>
                    <a:pt x="459" y="426"/>
                  </a:cubicBezTo>
                  <a:cubicBezTo>
                    <a:pt x="458" y="427"/>
                    <a:pt x="458" y="427"/>
                    <a:pt x="458" y="427"/>
                  </a:cubicBezTo>
                  <a:cubicBezTo>
                    <a:pt x="454" y="452"/>
                    <a:pt x="443" y="475"/>
                    <a:pt x="420" y="479"/>
                  </a:cubicBezTo>
                  <a:cubicBezTo>
                    <a:pt x="400" y="481"/>
                    <a:pt x="333" y="512"/>
                    <a:pt x="324" y="520"/>
                  </a:cubicBezTo>
                  <a:cubicBezTo>
                    <a:pt x="311" y="533"/>
                    <a:pt x="280" y="536"/>
                    <a:pt x="261" y="540"/>
                  </a:cubicBezTo>
                  <a:cubicBezTo>
                    <a:pt x="241" y="544"/>
                    <a:pt x="200" y="567"/>
                    <a:pt x="180" y="653"/>
                  </a:cubicBezTo>
                  <a:cubicBezTo>
                    <a:pt x="171" y="693"/>
                    <a:pt x="161" y="744"/>
                    <a:pt x="167" y="792"/>
                  </a:cubicBezTo>
                  <a:cubicBezTo>
                    <a:pt x="170" y="825"/>
                    <a:pt x="146" y="886"/>
                    <a:pt x="143" y="992"/>
                  </a:cubicBezTo>
                  <a:cubicBezTo>
                    <a:pt x="144" y="1030"/>
                    <a:pt x="140" y="1058"/>
                    <a:pt x="135" y="1075"/>
                  </a:cubicBezTo>
                  <a:cubicBezTo>
                    <a:pt x="113" y="1129"/>
                    <a:pt x="113" y="1277"/>
                    <a:pt x="112" y="1315"/>
                  </a:cubicBezTo>
                  <a:cubicBezTo>
                    <a:pt x="111" y="1337"/>
                    <a:pt x="111" y="1369"/>
                    <a:pt x="107" y="1386"/>
                  </a:cubicBezTo>
                  <a:cubicBezTo>
                    <a:pt x="103" y="1402"/>
                    <a:pt x="106" y="1416"/>
                    <a:pt x="101" y="1430"/>
                  </a:cubicBezTo>
                  <a:cubicBezTo>
                    <a:pt x="97" y="1444"/>
                    <a:pt x="99" y="1464"/>
                    <a:pt x="96" y="1469"/>
                  </a:cubicBezTo>
                  <a:cubicBezTo>
                    <a:pt x="88" y="1477"/>
                    <a:pt x="53" y="1528"/>
                    <a:pt x="44" y="1539"/>
                  </a:cubicBezTo>
                  <a:cubicBezTo>
                    <a:pt x="36" y="1551"/>
                    <a:pt x="26" y="1586"/>
                    <a:pt x="21" y="1592"/>
                  </a:cubicBezTo>
                  <a:cubicBezTo>
                    <a:pt x="16" y="1598"/>
                    <a:pt x="15" y="1614"/>
                    <a:pt x="9" y="1628"/>
                  </a:cubicBezTo>
                  <a:cubicBezTo>
                    <a:pt x="4" y="1641"/>
                    <a:pt x="0" y="1653"/>
                    <a:pt x="17" y="1652"/>
                  </a:cubicBezTo>
                  <a:cubicBezTo>
                    <a:pt x="31" y="1651"/>
                    <a:pt x="46" y="1627"/>
                    <a:pt x="49" y="1611"/>
                  </a:cubicBezTo>
                  <a:cubicBezTo>
                    <a:pt x="53" y="1609"/>
                    <a:pt x="61" y="1599"/>
                    <a:pt x="70" y="1589"/>
                  </a:cubicBezTo>
                  <a:cubicBezTo>
                    <a:pt x="68" y="1597"/>
                    <a:pt x="74" y="1606"/>
                    <a:pt x="81" y="1633"/>
                  </a:cubicBezTo>
                  <a:cubicBezTo>
                    <a:pt x="81" y="1642"/>
                    <a:pt x="89" y="1665"/>
                    <a:pt x="88" y="1675"/>
                  </a:cubicBezTo>
                  <a:cubicBezTo>
                    <a:pt x="87" y="1686"/>
                    <a:pt x="94" y="1714"/>
                    <a:pt x="97" y="1728"/>
                  </a:cubicBezTo>
                  <a:cubicBezTo>
                    <a:pt x="100" y="1742"/>
                    <a:pt x="113" y="1743"/>
                    <a:pt x="122" y="1739"/>
                  </a:cubicBezTo>
                  <a:cubicBezTo>
                    <a:pt x="122" y="1739"/>
                    <a:pt x="121" y="1751"/>
                    <a:pt x="134" y="1753"/>
                  </a:cubicBezTo>
                  <a:cubicBezTo>
                    <a:pt x="146" y="1755"/>
                    <a:pt x="148" y="1733"/>
                    <a:pt x="148" y="1733"/>
                  </a:cubicBezTo>
                  <a:cubicBezTo>
                    <a:pt x="148" y="1733"/>
                    <a:pt x="148" y="1741"/>
                    <a:pt x="157" y="1742"/>
                  </a:cubicBezTo>
                  <a:cubicBezTo>
                    <a:pt x="171" y="1742"/>
                    <a:pt x="173" y="1715"/>
                    <a:pt x="173" y="1715"/>
                  </a:cubicBezTo>
                  <a:cubicBezTo>
                    <a:pt x="173" y="1715"/>
                    <a:pt x="174" y="1716"/>
                    <a:pt x="174" y="1716"/>
                  </a:cubicBezTo>
                  <a:cubicBezTo>
                    <a:pt x="174" y="1716"/>
                    <a:pt x="174" y="1716"/>
                    <a:pt x="174" y="1716"/>
                  </a:cubicBezTo>
                  <a:cubicBezTo>
                    <a:pt x="174" y="1716"/>
                    <a:pt x="174" y="1717"/>
                    <a:pt x="174" y="1717"/>
                  </a:cubicBezTo>
                  <a:cubicBezTo>
                    <a:pt x="174" y="1716"/>
                    <a:pt x="174" y="1716"/>
                    <a:pt x="174" y="1716"/>
                  </a:cubicBezTo>
                  <a:cubicBezTo>
                    <a:pt x="174" y="1717"/>
                    <a:pt x="174" y="1717"/>
                    <a:pt x="174" y="1717"/>
                  </a:cubicBezTo>
                  <a:cubicBezTo>
                    <a:pt x="174" y="1717"/>
                    <a:pt x="174" y="1717"/>
                    <a:pt x="174" y="1717"/>
                  </a:cubicBezTo>
                  <a:cubicBezTo>
                    <a:pt x="174" y="1718"/>
                    <a:pt x="175" y="1718"/>
                    <a:pt x="175" y="1719"/>
                  </a:cubicBezTo>
                  <a:cubicBezTo>
                    <a:pt x="175" y="1719"/>
                    <a:pt x="176" y="1719"/>
                    <a:pt x="176" y="1719"/>
                  </a:cubicBezTo>
                  <a:cubicBezTo>
                    <a:pt x="176" y="1719"/>
                    <a:pt x="176" y="1719"/>
                    <a:pt x="176" y="1719"/>
                  </a:cubicBezTo>
                  <a:cubicBezTo>
                    <a:pt x="176" y="1720"/>
                    <a:pt x="177" y="1720"/>
                    <a:pt x="177" y="1720"/>
                  </a:cubicBezTo>
                  <a:cubicBezTo>
                    <a:pt x="177" y="1720"/>
                    <a:pt x="177" y="1720"/>
                    <a:pt x="177" y="1720"/>
                  </a:cubicBezTo>
                  <a:cubicBezTo>
                    <a:pt x="178" y="1720"/>
                    <a:pt x="178" y="1720"/>
                    <a:pt x="179" y="1720"/>
                  </a:cubicBezTo>
                  <a:cubicBezTo>
                    <a:pt x="179" y="1720"/>
                    <a:pt x="179" y="1720"/>
                    <a:pt x="179" y="1720"/>
                  </a:cubicBezTo>
                  <a:cubicBezTo>
                    <a:pt x="180" y="1720"/>
                    <a:pt x="180" y="1720"/>
                    <a:pt x="181" y="1720"/>
                  </a:cubicBezTo>
                  <a:cubicBezTo>
                    <a:pt x="188" y="1720"/>
                    <a:pt x="194" y="1691"/>
                    <a:pt x="197" y="1679"/>
                  </a:cubicBezTo>
                  <a:cubicBezTo>
                    <a:pt x="200" y="1667"/>
                    <a:pt x="205" y="1657"/>
                    <a:pt x="206" y="1647"/>
                  </a:cubicBezTo>
                  <a:cubicBezTo>
                    <a:pt x="207" y="1638"/>
                    <a:pt x="208" y="1632"/>
                    <a:pt x="216" y="1589"/>
                  </a:cubicBezTo>
                  <a:cubicBezTo>
                    <a:pt x="224" y="1546"/>
                    <a:pt x="199" y="1500"/>
                    <a:pt x="202" y="1486"/>
                  </a:cubicBezTo>
                  <a:cubicBezTo>
                    <a:pt x="206" y="1471"/>
                    <a:pt x="193" y="1449"/>
                    <a:pt x="195" y="1445"/>
                  </a:cubicBezTo>
                  <a:cubicBezTo>
                    <a:pt x="197" y="1441"/>
                    <a:pt x="201" y="1425"/>
                    <a:pt x="204" y="1409"/>
                  </a:cubicBezTo>
                  <a:cubicBezTo>
                    <a:pt x="206" y="1393"/>
                    <a:pt x="264" y="1251"/>
                    <a:pt x="270" y="1219"/>
                  </a:cubicBezTo>
                  <a:cubicBezTo>
                    <a:pt x="281" y="1159"/>
                    <a:pt x="281" y="1132"/>
                    <a:pt x="274" y="1090"/>
                  </a:cubicBezTo>
                  <a:cubicBezTo>
                    <a:pt x="275" y="1059"/>
                    <a:pt x="288" y="975"/>
                    <a:pt x="290" y="960"/>
                  </a:cubicBezTo>
                  <a:cubicBezTo>
                    <a:pt x="291" y="957"/>
                    <a:pt x="291" y="942"/>
                    <a:pt x="293" y="932"/>
                  </a:cubicBezTo>
                  <a:cubicBezTo>
                    <a:pt x="294" y="926"/>
                    <a:pt x="295" y="915"/>
                    <a:pt x="295" y="902"/>
                  </a:cubicBezTo>
                  <a:cubicBezTo>
                    <a:pt x="296" y="904"/>
                    <a:pt x="296" y="904"/>
                    <a:pt x="296" y="904"/>
                  </a:cubicBezTo>
                  <a:cubicBezTo>
                    <a:pt x="296" y="918"/>
                    <a:pt x="300" y="942"/>
                    <a:pt x="302" y="980"/>
                  </a:cubicBezTo>
                  <a:cubicBezTo>
                    <a:pt x="301" y="1011"/>
                    <a:pt x="316" y="1068"/>
                    <a:pt x="318" y="1098"/>
                  </a:cubicBezTo>
                  <a:cubicBezTo>
                    <a:pt x="314" y="1107"/>
                    <a:pt x="329" y="1264"/>
                    <a:pt x="329" y="1264"/>
                  </a:cubicBezTo>
                  <a:cubicBezTo>
                    <a:pt x="328" y="1265"/>
                    <a:pt x="328" y="1265"/>
                    <a:pt x="328" y="1265"/>
                  </a:cubicBezTo>
                  <a:cubicBezTo>
                    <a:pt x="328" y="1265"/>
                    <a:pt x="328" y="1265"/>
                    <a:pt x="328" y="1266"/>
                  </a:cubicBezTo>
                  <a:cubicBezTo>
                    <a:pt x="328" y="1266"/>
                    <a:pt x="328" y="1266"/>
                    <a:pt x="328" y="1266"/>
                  </a:cubicBezTo>
                  <a:cubicBezTo>
                    <a:pt x="326" y="1272"/>
                    <a:pt x="321" y="1288"/>
                    <a:pt x="317" y="1309"/>
                  </a:cubicBezTo>
                  <a:cubicBezTo>
                    <a:pt x="317" y="1309"/>
                    <a:pt x="317" y="1309"/>
                    <a:pt x="316" y="1310"/>
                  </a:cubicBezTo>
                  <a:cubicBezTo>
                    <a:pt x="316" y="1311"/>
                    <a:pt x="316" y="1313"/>
                    <a:pt x="315" y="1314"/>
                  </a:cubicBezTo>
                  <a:cubicBezTo>
                    <a:pt x="315" y="1315"/>
                    <a:pt x="315" y="1315"/>
                    <a:pt x="315" y="1316"/>
                  </a:cubicBezTo>
                  <a:cubicBezTo>
                    <a:pt x="315" y="1317"/>
                    <a:pt x="314" y="1319"/>
                    <a:pt x="314" y="1320"/>
                  </a:cubicBezTo>
                  <a:cubicBezTo>
                    <a:pt x="314" y="1321"/>
                    <a:pt x="314" y="1321"/>
                    <a:pt x="314" y="1322"/>
                  </a:cubicBezTo>
                  <a:cubicBezTo>
                    <a:pt x="313" y="1323"/>
                    <a:pt x="313" y="1325"/>
                    <a:pt x="313" y="1326"/>
                  </a:cubicBezTo>
                  <a:cubicBezTo>
                    <a:pt x="313" y="1327"/>
                    <a:pt x="312" y="1328"/>
                    <a:pt x="312" y="1328"/>
                  </a:cubicBezTo>
                  <a:cubicBezTo>
                    <a:pt x="312" y="1330"/>
                    <a:pt x="312" y="1331"/>
                    <a:pt x="311" y="1332"/>
                  </a:cubicBezTo>
                  <a:cubicBezTo>
                    <a:pt x="311" y="1333"/>
                    <a:pt x="311" y="1334"/>
                    <a:pt x="311" y="1335"/>
                  </a:cubicBezTo>
                  <a:cubicBezTo>
                    <a:pt x="311" y="1336"/>
                    <a:pt x="310" y="1337"/>
                    <a:pt x="310" y="1339"/>
                  </a:cubicBezTo>
                  <a:cubicBezTo>
                    <a:pt x="310" y="1340"/>
                    <a:pt x="310" y="1341"/>
                    <a:pt x="310" y="1341"/>
                  </a:cubicBezTo>
                  <a:cubicBezTo>
                    <a:pt x="309" y="1343"/>
                    <a:pt x="309" y="1344"/>
                    <a:pt x="309" y="1345"/>
                  </a:cubicBezTo>
                  <a:cubicBezTo>
                    <a:pt x="309" y="1346"/>
                    <a:pt x="308" y="1347"/>
                    <a:pt x="308" y="1348"/>
                  </a:cubicBezTo>
                  <a:cubicBezTo>
                    <a:pt x="308" y="1349"/>
                    <a:pt x="308" y="1350"/>
                    <a:pt x="307" y="1352"/>
                  </a:cubicBezTo>
                  <a:cubicBezTo>
                    <a:pt x="307" y="1353"/>
                    <a:pt x="307" y="1354"/>
                    <a:pt x="307" y="1355"/>
                  </a:cubicBezTo>
                  <a:cubicBezTo>
                    <a:pt x="307" y="1356"/>
                    <a:pt x="306" y="1357"/>
                    <a:pt x="306" y="1358"/>
                  </a:cubicBezTo>
                  <a:cubicBezTo>
                    <a:pt x="306" y="1359"/>
                    <a:pt x="306" y="1360"/>
                    <a:pt x="306" y="1361"/>
                  </a:cubicBezTo>
                  <a:cubicBezTo>
                    <a:pt x="305" y="1363"/>
                    <a:pt x="305" y="1364"/>
                    <a:pt x="305" y="1365"/>
                  </a:cubicBezTo>
                  <a:cubicBezTo>
                    <a:pt x="305" y="1366"/>
                    <a:pt x="304" y="1367"/>
                    <a:pt x="304" y="1368"/>
                  </a:cubicBezTo>
                  <a:cubicBezTo>
                    <a:pt x="304" y="1369"/>
                    <a:pt x="304" y="1370"/>
                    <a:pt x="304" y="1371"/>
                  </a:cubicBezTo>
                  <a:cubicBezTo>
                    <a:pt x="303" y="1372"/>
                    <a:pt x="303" y="1373"/>
                    <a:pt x="303" y="1375"/>
                  </a:cubicBezTo>
                  <a:cubicBezTo>
                    <a:pt x="303" y="1376"/>
                    <a:pt x="303" y="1377"/>
                    <a:pt x="303" y="1378"/>
                  </a:cubicBezTo>
                  <a:cubicBezTo>
                    <a:pt x="302" y="1379"/>
                    <a:pt x="302" y="1380"/>
                    <a:pt x="302" y="1381"/>
                  </a:cubicBezTo>
                  <a:cubicBezTo>
                    <a:pt x="302" y="1382"/>
                    <a:pt x="302" y="1383"/>
                    <a:pt x="301" y="1384"/>
                  </a:cubicBezTo>
                  <a:cubicBezTo>
                    <a:pt x="301" y="1385"/>
                    <a:pt x="301" y="1386"/>
                    <a:pt x="301" y="1387"/>
                  </a:cubicBezTo>
                  <a:cubicBezTo>
                    <a:pt x="301" y="1388"/>
                    <a:pt x="301" y="1389"/>
                    <a:pt x="300" y="1390"/>
                  </a:cubicBezTo>
                  <a:cubicBezTo>
                    <a:pt x="300" y="1391"/>
                    <a:pt x="300" y="1392"/>
                    <a:pt x="300" y="1393"/>
                  </a:cubicBezTo>
                  <a:cubicBezTo>
                    <a:pt x="300" y="1394"/>
                    <a:pt x="300" y="1395"/>
                    <a:pt x="299" y="1396"/>
                  </a:cubicBezTo>
                  <a:cubicBezTo>
                    <a:pt x="299" y="1397"/>
                    <a:pt x="299" y="1398"/>
                    <a:pt x="299" y="1399"/>
                  </a:cubicBezTo>
                  <a:cubicBezTo>
                    <a:pt x="299" y="1400"/>
                    <a:pt x="299" y="1401"/>
                    <a:pt x="299" y="1401"/>
                  </a:cubicBezTo>
                  <a:cubicBezTo>
                    <a:pt x="298" y="1403"/>
                    <a:pt x="298" y="1404"/>
                    <a:pt x="298" y="1405"/>
                  </a:cubicBezTo>
                  <a:cubicBezTo>
                    <a:pt x="298" y="1405"/>
                    <a:pt x="298" y="1406"/>
                    <a:pt x="298" y="1407"/>
                  </a:cubicBezTo>
                  <a:cubicBezTo>
                    <a:pt x="298" y="1408"/>
                    <a:pt x="298" y="1409"/>
                    <a:pt x="297" y="1410"/>
                  </a:cubicBezTo>
                  <a:cubicBezTo>
                    <a:pt x="297" y="1411"/>
                    <a:pt x="297" y="1411"/>
                    <a:pt x="297" y="1412"/>
                  </a:cubicBezTo>
                  <a:cubicBezTo>
                    <a:pt x="297" y="1413"/>
                    <a:pt x="297" y="1414"/>
                    <a:pt x="297" y="1415"/>
                  </a:cubicBezTo>
                  <a:cubicBezTo>
                    <a:pt x="297" y="1415"/>
                    <a:pt x="297" y="1416"/>
                    <a:pt x="297" y="1417"/>
                  </a:cubicBezTo>
                  <a:cubicBezTo>
                    <a:pt x="296" y="1418"/>
                    <a:pt x="296" y="1419"/>
                    <a:pt x="296" y="1419"/>
                  </a:cubicBezTo>
                  <a:cubicBezTo>
                    <a:pt x="296" y="1420"/>
                    <a:pt x="296" y="1421"/>
                    <a:pt x="296" y="1421"/>
                  </a:cubicBezTo>
                  <a:cubicBezTo>
                    <a:pt x="296" y="1422"/>
                    <a:pt x="296" y="1423"/>
                    <a:pt x="296" y="1424"/>
                  </a:cubicBezTo>
                  <a:cubicBezTo>
                    <a:pt x="296" y="1424"/>
                    <a:pt x="296" y="1425"/>
                    <a:pt x="296" y="1425"/>
                  </a:cubicBezTo>
                  <a:cubicBezTo>
                    <a:pt x="296" y="1426"/>
                    <a:pt x="296" y="1428"/>
                    <a:pt x="296" y="1429"/>
                  </a:cubicBezTo>
                  <a:cubicBezTo>
                    <a:pt x="293" y="1447"/>
                    <a:pt x="300" y="1472"/>
                    <a:pt x="298" y="1512"/>
                  </a:cubicBezTo>
                  <a:cubicBezTo>
                    <a:pt x="295" y="1562"/>
                    <a:pt x="251" y="1762"/>
                    <a:pt x="333" y="2014"/>
                  </a:cubicBezTo>
                  <a:cubicBezTo>
                    <a:pt x="338" y="2029"/>
                    <a:pt x="338" y="2079"/>
                    <a:pt x="344" y="2107"/>
                  </a:cubicBezTo>
                  <a:cubicBezTo>
                    <a:pt x="345" y="2114"/>
                    <a:pt x="359" y="2145"/>
                    <a:pt x="360" y="2189"/>
                  </a:cubicBezTo>
                  <a:cubicBezTo>
                    <a:pt x="361" y="2259"/>
                    <a:pt x="354" y="2349"/>
                    <a:pt x="356" y="2399"/>
                  </a:cubicBezTo>
                  <a:cubicBezTo>
                    <a:pt x="359" y="2481"/>
                    <a:pt x="393" y="2556"/>
                    <a:pt x="406" y="2609"/>
                  </a:cubicBezTo>
                  <a:cubicBezTo>
                    <a:pt x="420" y="2661"/>
                    <a:pt x="425" y="2703"/>
                    <a:pt x="422" y="2713"/>
                  </a:cubicBezTo>
                  <a:cubicBezTo>
                    <a:pt x="420" y="2722"/>
                    <a:pt x="418" y="2740"/>
                    <a:pt x="425" y="2755"/>
                  </a:cubicBezTo>
                  <a:cubicBezTo>
                    <a:pt x="426" y="2756"/>
                    <a:pt x="402" y="2808"/>
                    <a:pt x="389" y="2817"/>
                  </a:cubicBezTo>
                  <a:cubicBezTo>
                    <a:pt x="377" y="2827"/>
                    <a:pt x="373" y="2835"/>
                    <a:pt x="364" y="2840"/>
                  </a:cubicBezTo>
                  <a:cubicBezTo>
                    <a:pt x="354" y="2845"/>
                    <a:pt x="349" y="2850"/>
                    <a:pt x="345" y="2861"/>
                  </a:cubicBezTo>
                  <a:cubicBezTo>
                    <a:pt x="342" y="2869"/>
                    <a:pt x="333" y="2881"/>
                    <a:pt x="340" y="2887"/>
                  </a:cubicBezTo>
                  <a:cubicBezTo>
                    <a:pt x="341" y="2888"/>
                    <a:pt x="342" y="2888"/>
                    <a:pt x="343" y="2889"/>
                  </a:cubicBezTo>
                  <a:cubicBezTo>
                    <a:pt x="344" y="2889"/>
                    <a:pt x="344" y="2889"/>
                    <a:pt x="344" y="2889"/>
                  </a:cubicBezTo>
                  <a:cubicBezTo>
                    <a:pt x="343" y="2892"/>
                    <a:pt x="343" y="2894"/>
                    <a:pt x="344" y="2896"/>
                  </a:cubicBezTo>
                  <a:cubicBezTo>
                    <a:pt x="348" y="2903"/>
                    <a:pt x="355" y="2905"/>
                    <a:pt x="364" y="2904"/>
                  </a:cubicBezTo>
                  <a:cubicBezTo>
                    <a:pt x="365" y="2902"/>
                    <a:pt x="365" y="2902"/>
                    <a:pt x="365" y="2902"/>
                  </a:cubicBezTo>
                  <a:cubicBezTo>
                    <a:pt x="366" y="2905"/>
                    <a:pt x="366" y="2908"/>
                    <a:pt x="368" y="2910"/>
                  </a:cubicBezTo>
                  <a:cubicBezTo>
                    <a:pt x="374" y="2919"/>
                    <a:pt x="394" y="2923"/>
                    <a:pt x="402" y="2915"/>
                  </a:cubicBezTo>
                  <a:cubicBezTo>
                    <a:pt x="403" y="2916"/>
                    <a:pt x="404" y="2916"/>
                    <a:pt x="406" y="2917"/>
                  </a:cubicBezTo>
                  <a:cubicBezTo>
                    <a:pt x="407" y="2917"/>
                    <a:pt x="408" y="2917"/>
                    <a:pt x="409" y="2918"/>
                  </a:cubicBezTo>
                  <a:cubicBezTo>
                    <a:pt x="410" y="2918"/>
                    <a:pt x="410" y="2918"/>
                    <a:pt x="411" y="2918"/>
                  </a:cubicBezTo>
                  <a:cubicBezTo>
                    <a:pt x="413" y="2919"/>
                    <a:pt x="414" y="2919"/>
                    <a:pt x="416" y="2919"/>
                  </a:cubicBezTo>
                  <a:cubicBezTo>
                    <a:pt x="416" y="2919"/>
                    <a:pt x="416" y="2919"/>
                    <a:pt x="416" y="2919"/>
                  </a:cubicBezTo>
                  <a:cubicBezTo>
                    <a:pt x="425" y="2920"/>
                    <a:pt x="435" y="2918"/>
                    <a:pt x="440" y="2912"/>
                  </a:cubicBezTo>
                  <a:cubicBezTo>
                    <a:pt x="440" y="2912"/>
                    <a:pt x="440" y="2912"/>
                    <a:pt x="440" y="2912"/>
                  </a:cubicBezTo>
                  <a:cubicBezTo>
                    <a:pt x="440" y="2913"/>
                    <a:pt x="441" y="2913"/>
                    <a:pt x="441" y="2914"/>
                  </a:cubicBezTo>
                  <a:cubicBezTo>
                    <a:pt x="441" y="2913"/>
                    <a:pt x="441" y="2913"/>
                    <a:pt x="441" y="2913"/>
                  </a:cubicBezTo>
                  <a:cubicBezTo>
                    <a:pt x="446" y="2925"/>
                    <a:pt x="462" y="2926"/>
                    <a:pt x="475" y="2924"/>
                  </a:cubicBezTo>
                  <a:cubicBezTo>
                    <a:pt x="475" y="2924"/>
                    <a:pt x="475" y="2924"/>
                    <a:pt x="475" y="2924"/>
                  </a:cubicBezTo>
                  <a:cubicBezTo>
                    <a:pt x="476" y="2924"/>
                    <a:pt x="477" y="2924"/>
                    <a:pt x="478" y="2924"/>
                  </a:cubicBezTo>
                  <a:cubicBezTo>
                    <a:pt x="478" y="2924"/>
                    <a:pt x="479" y="2923"/>
                    <a:pt x="479" y="2923"/>
                  </a:cubicBezTo>
                  <a:cubicBezTo>
                    <a:pt x="480" y="2923"/>
                    <a:pt x="480" y="2923"/>
                    <a:pt x="481" y="2923"/>
                  </a:cubicBezTo>
                  <a:cubicBezTo>
                    <a:pt x="482" y="2923"/>
                    <a:pt x="482" y="2923"/>
                    <a:pt x="483" y="2923"/>
                  </a:cubicBezTo>
                  <a:cubicBezTo>
                    <a:pt x="485" y="2922"/>
                    <a:pt x="486" y="2922"/>
                    <a:pt x="488" y="2921"/>
                  </a:cubicBezTo>
                  <a:cubicBezTo>
                    <a:pt x="488" y="2921"/>
                    <a:pt x="489" y="2921"/>
                    <a:pt x="489" y="2921"/>
                  </a:cubicBezTo>
                  <a:cubicBezTo>
                    <a:pt x="490" y="2921"/>
                    <a:pt x="491" y="2920"/>
                    <a:pt x="492" y="2920"/>
                  </a:cubicBezTo>
                  <a:cubicBezTo>
                    <a:pt x="492" y="2920"/>
                    <a:pt x="493" y="2919"/>
                    <a:pt x="493" y="2919"/>
                  </a:cubicBezTo>
                  <a:cubicBezTo>
                    <a:pt x="494" y="2919"/>
                    <a:pt x="495" y="2918"/>
                    <a:pt x="496" y="2918"/>
                  </a:cubicBezTo>
                  <a:cubicBezTo>
                    <a:pt x="496" y="2918"/>
                    <a:pt x="496" y="2917"/>
                    <a:pt x="497" y="2917"/>
                  </a:cubicBezTo>
                  <a:cubicBezTo>
                    <a:pt x="498" y="2917"/>
                    <a:pt x="498" y="2916"/>
                    <a:pt x="499" y="2916"/>
                  </a:cubicBezTo>
                  <a:cubicBezTo>
                    <a:pt x="499" y="2915"/>
                    <a:pt x="500" y="2915"/>
                    <a:pt x="500" y="2915"/>
                  </a:cubicBezTo>
                  <a:cubicBezTo>
                    <a:pt x="501" y="2914"/>
                    <a:pt x="501" y="2914"/>
                    <a:pt x="502" y="2913"/>
                  </a:cubicBezTo>
                  <a:cubicBezTo>
                    <a:pt x="502" y="2913"/>
                    <a:pt x="503" y="2913"/>
                    <a:pt x="503" y="2913"/>
                  </a:cubicBezTo>
                  <a:cubicBezTo>
                    <a:pt x="505" y="2911"/>
                    <a:pt x="506" y="2909"/>
                    <a:pt x="508" y="2908"/>
                  </a:cubicBezTo>
                  <a:cubicBezTo>
                    <a:pt x="508" y="2908"/>
                    <a:pt x="508" y="2908"/>
                    <a:pt x="508" y="2908"/>
                  </a:cubicBezTo>
                  <a:cubicBezTo>
                    <a:pt x="508" y="2908"/>
                    <a:pt x="508" y="2908"/>
                    <a:pt x="508" y="2908"/>
                  </a:cubicBezTo>
                  <a:cubicBezTo>
                    <a:pt x="509" y="2907"/>
                    <a:pt x="510" y="2906"/>
                    <a:pt x="511" y="2905"/>
                  </a:cubicBezTo>
                  <a:cubicBezTo>
                    <a:pt x="519" y="2899"/>
                    <a:pt x="525" y="2894"/>
                    <a:pt x="523" y="2879"/>
                  </a:cubicBezTo>
                  <a:cubicBezTo>
                    <a:pt x="520" y="2864"/>
                    <a:pt x="522" y="2864"/>
                    <a:pt x="524" y="2846"/>
                  </a:cubicBezTo>
                  <a:cubicBezTo>
                    <a:pt x="525" y="2835"/>
                    <a:pt x="534" y="2832"/>
                    <a:pt x="536" y="2815"/>
                  </a:cubicBezTo>
                  <a:cubicBezTo>
                    <a:pt x="537" y="2801"/>
                    <a:pt x="526" y="2741"/>
                    <a:pt x="527" y="2733"/>
                  </a:cubicBezTo>
                  <a:cubicBezTo>
                    <a:pt x="530" y="2715"/>
                    <a:pt x="517" y="2700"/>
                    <a:pt x="513" y="2669"/>
                  </a:cubicBezTo>
                  <a:cubicBezTo>
                    <a:pt x="508" y="2639"/>
                    <a:pt x="520" y="2535"/>
                    <a:pt x="520" y="2516"/>
                  </a:cubicBezTo>
                  <a:cubicBezTo>
                    <a:pt x="520" y="2480"/>
                    <a:pt x="539" y="2421"/>
                    <a:pt x="534" y="2348"/>
                  </a:cubicBezTo>
                  <a:cubicBezTo>
                    <a:pt x="531" y="2306"/>
                    <a:pt x="510" y="2177"/>
                    <a:pt x="510" y="2148"/>
                  </a:cubicBezTo>
                  <a:cubicBezTo>
                    <a:pt x="510" y="2143"/>
                    <a:pt x="509" y="2110"/>
                    <a:pt x="511" y="2105"/>
                  </a:cubicBezTo>
                  <a:cubicBezTo>
                    <a:pt x="517" y="2085"/>
                    <a:pt x="544" y="1849"/>
                    <a:pt x="544" y="1847"/>
                  </a:cubicBezTo>
                  <a:cubicBezTo>
                    <a:pt x="547" y="1823"/>
                    <a:pt x="555" y="1690"/>
                    <a:pt x="558" y="1646"/>
                  </a:cubicBezTo>
                  <a:cubicBezTo>
                    <a:pt x="559" y="1646"/>
                    <a:pt x="561" y="1646"/>
                    <a:pt x="562" y="1646"/>
                  </a:cubicBezTo>
                  <a:cubicBezTo>
                    <a:pt x="565" y="1689"/>
                    <a:pt x="573" y="1823"/>
                    <a:pt x="576" y="1847"/>
                  </a:cubicBezTo>
                  <a:cubicBezTo>
                    <a:pt x="576" y="1849"/>
                    <a:pt x="603" y="2085"/>
                    <a:pt x="609" y="2105"/>
                  </a:cubicBezTo>
                  <a:cubicBezTo>
                    <a:pt x="611" y="2110"/>
                    <a:pt x="610" y="2143"/>
                    <a:pt x="610" y="2148"/>
                  </a:cubicBezTo>
                  <a:cubicBezTo>
                    <a:pt x="610" y="2177"/>
                    <a:pt x="589" y="2306"/>
                    <a:pt x="586" y="2348"/>
                  </a:cubicBezTo>
                  <a:cubicBezTo>
                    <a:pt x="581" y="2421"/>
                    <a:pt x="600" y="2480"/>
                    <a:pt x="600" y="2516"/>
                  </a:cubicBezTo>
                  <a:cubicBezTo>
                    <a:pt x="600" y="2535"/>
                    <a:pt x="612" y="2639"/>
                    <a:pt x="607" y="2669"/>
                  </a:cubicBezTo>
                  <a:cubicBezTo>
                    <a:pt x="603" y="2700"/>
                    <a:pt x="590" y="2715"/>
                    <a:pt x="593" y="2733"/>
                  </a:cubicBezTo>
                  <a:cubicBezTo>
                    <a:pt x="594" y="2741"/>
                    <a:pt x="583" y="2801"/>
                    <a:pt x="584" y="2815"/>
                  </a:cubicBezTo>
                  <a:cubicBezTo>
                    <a:pt x="586" y="2832"/>
                    <a:pt x="595" y="2835"/>
                    <a:pt x="596" y="2846"/>
                  </a:cubicBezTo>
                  <a:cubicBezTo>
                    <a:pt x="598" y="2864"/>
                    <a:pt x="600" y="2864"/>
                    <a:pt x="597" y="2879"/>
                  </a:cubicBezTo>
                  <a:cubicBezTo>
                    <a:pt x="595" y="2894"/>
                    <a:pt x="601" y="2899"/>
                    <a:pt x="609" y="2905"/>
                  </a:cubicBezTo>
                  <a:cubicBezTo>
                    <a:pt x="610" y="2906"/>
                    <a:pt x="611" y="2907"/>
                    <a:pt x="612" y="2908"/>
                  </a:cubicBezTo>
                  <a:cubicBezTo>
                    <a:pt x="612" y="2908"/>
                    <a:pt x="612" y="2908"/>
                    <a:pt x="612" y="2908"/>
                  </a:cubicBezTo>
                  <a:cubicBezTo>
                    <a:pt x="612" y="2908"/>
                    <a:pt x="612" y="2908"/>
                    <a:pt x="612" y="2908"/>
                  </a:cubicBezTo>
                  <a:cubicBezTo>
                    <a:pt x="614" y="2909"/>
                    <a:pt x="615" y="2911"/>
                    <a:pt x="617" y="2913"/>
                  </a:cubicBezTo>
                  <a:cubicBezTo>
                    <a:pt x="617" y="2913"/>
                    <a:pt x="618" y="2913"/>
                    <a:pt x="618" y="2913"/>
                  </a:cubicBezTo>
                  <a:cubicBezTo>
                    <a:pt x="619" y="2914"/>
                    <a:pt x="619" y="2914"/>
                    <a:pt x="620" y="2915"/>
                  </a:cubicBezTo>
                  <a:cubicBezTo>
                    <a:pt x="620" y="2915"/>
                    <a:pt x="621" y="2915"/>
                    <a:pt x="621" y="2916"/>
                  </a:cubicBezTo>
                  <a:cubicBezTo>
                    <a:pt x="622" y="2916"/>
                    <a:pt x="622" y="2917"/>
                    <a:pt x="623" y="2917"/>
                  </a:cubicBezTo>
                  <a:cubicBezTo>
                    <a:pt x="624" y="2917"/>
                    <a:pt x="624" y="2918"/>
                    <a:pt x="624" y="2918"/>
                  </a:cubicBezTo>
                  <a:cubicBezTo>
                    <a:pt x="625" y="2918"/>
                    <a:pt x="626" y="2919"/>
                    <a:pt x="627" y="2919"/>
                  </a:cubicBezTo>
                  <a:cubicBezTo>
                    <a:pt x="627" y="2919"/>
                    <a:pt x="628" y="2920"/>
                    <a:pt x="628" y="2920"/>
                  </a:cubicBezTo>
                  <a:cubicBezTo>
                    <a:pt x="629" y="2920"/>
                    <a:pt x="630" y="2921"/>
                    <a:pt x="631" y="2921"/>
                  </a:cubicBezTo>
                  <a:cubicBezTo>
                    <a:pt x="631" y="2921"/>
                    <a:pt x="632" y="2921"/>
                    <a:pt x="632" y="2921"/>
                  </a:cubicBezTo>
                  <a:cubicBezTo>
                    <a:pt x="634" y="2922"/>
                    <a:pt x="635" y="2922"/>
                    <a:pt x="637" y="2923"/>
                  </a:cubicBezTo>
                  <a:cubicBezTo>
                    <a:pt x="638" y="2923"/>
                    <a:pt x="638" y="2923"/>
                    <a:pt x="639" y="2923"/>
                  </a:cubicBezTo>
                  <a:cubicBezTo>
                    <a:pt x="640" y="2923"/>
                    <a:pt x="640" y="2923"/>
                    <a:pt x="641" y="2923"/>
                  </a:cubicBezTo>
                  <a:cubicBezTo>
                    <a:pt x="641" y="2923"/>
                    <a:pt x="642" y="2924"/>
                    <a:pt x="642" y="2924"/>
                  </a:cubicBezTo>
                  <a:cubicBezTo>
                    <a:pt x="643" y="2924"/>
                    <a:pt x="644" y="2924"/>
                    <a:pt x="644" y="2924"/>
                  </a:cubicBezTo>
                  <a:cubicBezTo>
                    <a:pt x="645" y="2924"/>
                    <a:pt x="645" y="2924"/>
                    <a:pt x="645" y="2924"/>
                  </a:cubicBezTo>
                  <a:cubicBezTo>
                    <a:pt x="646" y="2924"/>
                    <a:pt x="647" y="2924"/>
                    <a:pt x="648" y="2924"/>
                  </a:cubicBezTo>
                  <a:cubicBezTo>
                    <a:pt x="648" y="2924"/>
                    <a:pt x="648" y="2924"/>
                    <a:pt x="648" y="2924"/>
                  </a:cubicBezTo>
                  <a:cubicBezTo>
                    <a:pt x="660" y="2925"/>
                    <a:pt x="674" y="2924"/>
                    <a:pt x="679" y="2914"/>
                  </a:cubicBezTo>
                  <a:cubicBezTo>
                    <a:pt x="679" y="2914"/>
                    <a:pt x="679" y="2914"/>
                    <a:pt x="679" y="2914"/>
                  </a:cubicBezTo>
                  <a:cubicBezTo>
                    <a:pt x="679" y="2914"/>
                    <a:pt x="679" y="2914"/>
                    <a:pt x="679" y="2914"/>
                  </a:cubicBezTo>
                  <a:cubicBezTo>
                    <a:pt x="679" y="2913"/>
                    <a:pt x="679" y="2913"/>
                    <a:pt x="680" y="2912"/>
                  </a:cubicBezTo>
                  <a:cubicBezTo>
                    <a:pt x="680" y="2912"/>
                    <a:pt x="680" y="2912"/>
                    <a:pt x="680" y="2912"/>
                  </a:cubicBezTo>
                  <a:cubicBezTo>
                    <a:pt x="685" y="2918"/>
                    <a:pt x="695" y="2920"/>
                    <a:pt x="704" y="2919"/>
                  </a:cubicBezTo>
                  <a:cubicBezTo>
                    <a:pt x="704" y="2919"/>
                    <a:pt x="704" y="2919"/>
                    <a:pt x="704" y="2919"/>
                  </a:cubicBezTo>
                  <a:cubicBezTo>
                    <a:pt x="706" y="2919"/>
                    <a:pt x="707" y="2919"/>
                    <a:pt x="709" y="2918"/>
                  </a:cubicBezTo>
                  <a:cubicBezTo>
                    <a:pt x="710" y="2918"/>
                    <a:pt x="710" y="2918"/>
                    <a:pt x="711" y="2918"/>
                  </a:cubicBezTo>
                  <a:cubicBezTo>
                    <a:pt x="712" y="2917"/>
                    <a:pt x="713" y="2917"/>
                    <a:pt x="714" y="2917"/>
                  </a:cubicBezTo>
                  <a:cubicBezTo>
                    <a:pt x="716" y="2916"/>
                    <a:pt x="717" y="2916"/>
                    <a:pt x="718" y="2915"/>
                  </a:cubicBezTo>
                  <a:cubicBezTo>
                    <a:pt x="726" y="2923"/>
                    <a:pt x="746" y="2919"/>
                    <a:pt x="752" y="2910"/>
                  </a:cubicBezTo>
                  <a:cubicBezTo>
                    <a:pt x="754" y="2908"/>
                    <a:pt x="754" y="2905"/>
                    <a:pt x="755" y="2903"/>
                  </a:cubicBezTo>
                  <a:cubicBezTo>
                    <a:pt x="756" y="2904"/>
                    <a:pt x="756" y="2904"/>
                    <a:pt x="756" y="2904"/>
                  </a:cubicBezTo>
                  <a:cubicBezTo>
                    <a:pt x="765" y="2905"/>
                    <a:pt x="775" y="2902"/>
                    <a:pt x="776" y="2896"/>
                  </a:cubicBezTo>
                  <a:cubicBezTo>
                    <a:pt x="777" y="2894"/>
                    <a:pt x="777" y="2892"/>
                    <a:pt x="777" y="2889"/>
                  </a:cubicBezTo>
                  <a:cubicBezTo>
                    <a:pt x="777" y="2889"/>
                    <a:pt x="777" y="2889"/>
                    <a:pt x="777" y="2889"/>
                  </a:cubicBezTo>
                  <a:cubicBezTo>
                    <a:pt x="778" y="2888"/>
                    <a:pt x="779" y="2888"/>
                    <a:pt x="780" y="2887"/>
                  </a:cubicBezTo>
                  <a:cubicBezTo>
                    <a:pt x="787" y="2881"/>
                    <a:pt x="778" y="2869"/>
                    <a:pt x="775" y="2861"/>
                  </a:cubicBezTo>
                  <a:cubicBezTo>
                    <a:pt x="771" y="2850"/>
                    <a:pt x="766" y="2845"/>
                    <a:pt x="756" y="2840"/>
                  </a:cubicBezTo>
                  <a:cubicBezTo>
                    <a:pt x="747" y="2835"/>
                    <a:pt x="743" y="2827"/>
                    <a:pt x="731" y="2817"/>
                  </a:cubicBezTo>
                  <a:cubicBezTo>
                    <a:pt x="718" y="2808"/>
                    <a:pt x="694" y="2756"/>
                    <a:pt x="695" y="2755"/>
                  </a:cubicBezTo>
                  <a:cubicBezTo>
                    <a:pt x="702" y="2740"/>
                    <a:pt x="700" y="2722"/>
                    <a:pt x="698" y="2713"/>
                  </a:cubicBezTo>
                  <a:cubicBezTo>
                    <a:pt x="695" y="2703"/>
                    <a:pt x="700" y="2661"/>
                    <a:pt x="714" y="2609"/>
                  </a:cubicBezTo>
                  <a:cubicBezTo>
                    <a:pt x="727" y="2556"/>
                    <a:pt x="761" y="2481"/>
                    <a:pt x="764" y="2399"/>
                  </a:cubicBezTo>
                  <a:cubicBezTo>
                    <a:pt x="766" y="2349"/>
                    <a:pt x="759" y="2259"/>
                    <a:pt x="760" y="2189"/>
                  </a:cubicBezTo>
                  <a:cubicBezTo>
                    <a:pt x="761" y="2145"/>
                    <a:pt x="775" y="2114"/>
                    <a:pt x="776" y="2107"/>
                  </a:cubicBezTo>
                  <a:cubicBezTo>
                    <a:pt x="782" y="2079"/>
                    <a:pt x="782" y="2029"/>
                    <a:pt x="787" y="2014"/>
                  </a:cubicBezTo>
                  <a:cubicBezTo>
                    <a:pt x="869" y="1762"/>
                    <a:pt x="825" y="1562"/>
                    <a:pt x="822" y="1512"/>
                  </a:cubicBezTo>
                  <a:cubicBezTo>
                    <a:pt x="823" y="1512"/>
                    <a:pt x="823" y="1512"/>
                    <a:pt x="823" y="1512"/>
                  </a:cubicBezTo>
                  <a:cubicBezTo>
                    <a:pt x="821" y="1472"/>
                    <a:pt x="828" y="1447"/>
                    <a:pt x="825" y="1429"/>
                  </a:cubicBezTo>
                  <a:cubicBezTo>
                    <a:pt x="825" y="1428"/>
                    <a:pt x="825" y="1426"/>
                    <a:pt x="825" y="1425"/>
                  </a:cubicBezTo>
                  <a:cubicBezTo>
                    <a:pt x="825" y="1425"/>
                    <a:pt x="825" y="1424"/>
                    <a:pt x="825" y="1424"/>
                  </a:cubicBezTo>
                  <a:cubicBezTo>
                    <a:pt x="825" y="1423"/>
                    <a:pt x="824" y="1422"/>
                    <a:pt x="824" y="1421"/>
                  </a:cubicBezTo>
                  <a:cubicBezTo>
                    <a:pt x="824" y="1421"/>
                    <a:pt x="824" y="1420"/>
                    <a:pt x="824" y="1420"/>
                  </a:cubicBezTo>
                  <a:cubicBezTo>
                    <a:pt x="824" y="1419"/>
                    <a:pt x="824" y="1418"/>
                    <a:pt x="824" y="1417"/>
                  </a:cubicBezTo>
                  <a:cubicBezTo>
                    <a:pt x="824" y="1416"/>
                    <a:pt x="824" y="1416"/>
                    <a:pt x="824" y="1415"/>
                  </a:cubicBezTo>
                  <a:cubicBezTo>
                    <a:pt x="824" y="1414"/>
                    <a:pt x="824" y="1413"/>
                    <a:pt x="823" y="1412"/>
                  </a:cubicBezTo>
                  <a:cubicBezTo>
                    <a:pt x="823" y="1411"/>
                    <a:pt x="823" y="1411"/>
                    <a:pt x="823" y="1410"/>
                  </a:cubicBezTo>
                  <a:cubicBezTo>
                    <a:pt x="823" y="1409"/>
                    <a:pt x="823" y="1408"/>
                    <a:pt x="823" y="1407"/>
                  </a:cubicBezTo>
                  <a:cubicBezTo>
                    <a:pt x="823" y="1406"/>
                    <a:pt x="823" y="1406"/>
                    <a:pt x="822" y="1405"/>
                  </a:cubicBezTo>
                  <a:cubicBezTo>
                    <a:pt x="822" y="1404"/>
                    <a:pt x="822" y="1403"/>
                    <a:pt x="822" y="1401"/>
                  </a:cubicBezTo>
                  <a:cubicBezTo>
                    <a:pt x="822" y="1401"/>
                    <a:pt x="822" y="1400"/>
                    <a:pt x="822" y="1399"/>
                  </a:cubicBezTo>
                  <a:cubicBezTo>
                    <a:pt x="821" y="1398"/>
                    <a:pt x="821" y="1397"/>
                    <a:pt x="821" y="1396"/>
                  </a:cubicBezTo>
                  <a:cubicBezTo>
                    <a:pt x="821" y="1395"/>
                    <a:pt x="821" y="1394"/>
                    <a:pt x="821" y="1394"/>
                  </a:cubicBezTo>
                  <a:cubicBezTo>
                    <a:pt x="821" y="1392"/>
                    <a:pt x="820" y="1391"/>
                    <a:pt x="820" y="1390"/>
                  </a:cubicBezTo>
                  <a:cubicBezTo>
                    <a:pt x="820" y="1389"/>
                    <a:pt x="820" y="1388"/>
                    <a:pt x="820" y="1387"/>
                  </a:cubicBezTo>
                  <a:cubicBezTo>
                    <a:pt x="820" y="1386"/>
                    <a:pt x="819" y="1385"/>
                    <a:pt x="819" y="1384"/>
                  </a:cubicBezTo>
                  <a:cubicBezTo>
                    <a:pt x="819" y="1383"/>
                    <a:pt x="819" y="1382"/>
                    <a:pt x="819" y="1381"/>
                  </a:cubicBezTo>
                  <a:cubicBezTo>
                    <a:pt x="818" y="1380"/>
                    <a:pt x="818" y="1379"/>
                    <a:pt x="818" y="1377"/>
                  </a:cubicBezTo>
                  <a:cubicBezTo>
                    <a:pt x="818" y="1376"/>
                    <a:pt x="818" y="1376"/>
                    <a:pt x="818" y="1375"/>
                  </a:cubicBezTo>
                  <a:cubicBezTo>
                    <a:pt x="817" y="1374"/>
                    <a:pt x="817" y="1372"/>
                    <a:pt x="817" y="1371"/>
                  </a:cubicBezTo>
                  <a:cubicBezTo>
                    <a:pt x="817" y="1370"/>
                    <a:pt x="816" y="1369"/>
                    <a:pt x="816" y="1369"/>
                  </a:cubicBezTo>
                  <a:cubicBezTo>
                    <a:pt x="816" y="1367"/>
                    <a:pt x="816" y="1366"/>
                    <a:pt x="816" y="1364"/>
                  </a:cubicBezTo>
                  <a:cubicBezTo>
                    <a:pt x="815" y="1363"/>
                    <a:pt x="815" y="1363"/>
                    <a:pt x="815" y="1362"/>
                  </a:cubicBezTo>
                  <a:cubicBezTo>
                    <a:pt x="815" y="1360"/>
                    <a:pt x="815" y="1359"/>
                    <a:pt x="814" y="1358"/>
                  </a:cubicBezTo>
                  <a:cubicBezTo>
                    <a:pt x="814" y="1357"/>
                    <a:pt x="814" y="1356"/>
                    <a:pt x="814" y="1355"/>
                  </a:cubicBezTo>
                  <a:cubicBezTo>
                    <a:pt x="814" y="1354"/>
                    <a:pt x="813" y="1352"/>
                    <a:pt x="813" y="1351"/>
                  </a:cubicBezTo>
                  <a:cubicBezTo>
                    <a:pt x="813" y="1350"/>
                    <a:pt x="813" y="1349"/>
                    <a:pt x="812" y="1348"/>
                  </a:cubicBezTo>
                  <a:cubicBezTo>
                    <a:pt x="812" y="1347"/>
                    <a:pt x="812" y="1346"/>
                    <a:pt x="812" y="1345"/>
                  </a:cubicBezTo>
                  <a:cubicBezTo>
                    <a:pt x="811" y="1344"/>
                    <a:pt x="811" y="1343"/>
                    <a:pt x="811" y="1342"/>
                  </a:cubicBezTo>
                  <a:cubicBezTo>
                    <a:pt x="811" y="1341"/>
                    <a:pt x="811" y="1339"/>
                    <a:pt x="810" y="1338"/>
                  </a:cubicBezTo>
                  <a:cubicBezTo>
                    <a:pt x="810" y="1337"/>
                    <a:pt x="810" y="1336"/>
                    <a:pt x="810" y="1335"/>
                  </a:cubicBezTo>
                  <a:cubicBezTo>
                    <a:pt x="809" y="1334"/>
                    <a:pt x="809" y="1333"/>
                    <a:pt x="809" y="1332"/>
                  </a:cubicBezTo>
                  <a:cubicBezTo>
                    <a:pt x="809" y="1331"/>
                    <a:pt x="808" y="1330"/>
                    <a:pt x="808" y="1329"/>
                  </a:cubicBezTo>
                  <a:cubicBezTo>
                    <a:pt x="808" y="1328"/>
                    <a:pt x="808" y="1326"/>
                    <a:pt x="808" y="1325"/>
                  </a:cubicBezTo>
                  <a:cubicBezTo>
                    <a:pt x="807" y="1324"/>
                    <a:pt x="807" y="1323"/>
                    <a:pt x="807" y="1322"/>
                  </a:cubicBezTo>
                  <a:cubicBezTo>
                    <a:pt x="807" y="1321"/>
                    <a:pt x="806" y="1320"/>
                    <a:pt x="806" y="1319"/>
                  </a:cubicBezTo>
                  <a:cubicBezTo>
                    <a:pt x="806" y="1318"/>
                    <a:pt x="806" y="1317"/>
                    <a:pt x="805" y="1316"/>
                  </a:cubicBezTo>
                  <a:cubicBezTo>
                    <a:pt x="805" y="1315"/>
                    <a:pt x="805" y="1314"/>
                    <a:pt x="805" y="1314"/>
                  </a:cubicBezTo>
                  <a:cubicBezTo>
                    <a:pt x="805" y="1312"/>
                    <a:pt x="804" y="1311"/>
                    <a:pt x="804" y="1310"/>
                  </a:cubicBezTo>
                  <a:cubicBezTo>
                    <a:pt x="804" y="1309"/>
                    <a:pt x="804" y="1309"/>
                    <a:pt x="804" y="1308"/>
                  </a:cubicBezTo>
                  <a:cubicBezTo>
                    <a:pt x="803" y="1307"/>
                    <a:pt x="803" y="1305"/>
                    <a:pt x="803" y="1304"/>
                  </a:cubicBezTo>
                  <a:cubicBezTo>
                    <a:pt x="803" y="1304"/>
                    <a:pt x="802" y="1303"/>
                    <a:pt x="802" y="1303"/>
                  </a:cubicBezTo>
                  <a:cubicBezTo>
                    <a:pt x="802" y="1301"/>
                    <a:pt x="802" y="1300"/>
                    <a:pt x="801" y="1299"/>
                  </a:cubicBezTo>
                  <a:cubicBezTo>
                    <a:pt x="801" y="1298"/>
                    <a:pt x="801" y="1298"/>
                    <a:pt x="801" y="1298"/>
                  </a:cubicBezTo>
                  <a:cubicBezTo>
                    <a:pt x="798" y="1284"/>
                    <a:pt x="795" y="1273"/>
                    <a:pt x="793" y="1268"/>
                  </a:cubicBezTo>
                  <a:cubicBezTo>
                    <a:pt x="793" y="1268"/>
                    <a:pt x="793" y="1268"/>
                    <a:pt x="793" y="1268"/>
                  </a:cubicBezTo>
                  <a:cubicBezTo>
                    <a:pt x="793" y="1267"/>
                    <a:pt x="793" y="1266"/>
                    <a:pt x="792" y="1266"/>
                  </a:cubicBezTo>
                  <a:cubicBezTo>
                    <a:pt x="792" y="1266"/>
                    <a:pt x="792" y="1266"/>
                    <a:pt x="792" y="1266"/>
                  </a:cubicBezTo>
                  <a:cubicBezTo>
                    <a:pt x="792" y="1265"/>
                    <a:pt x="793" y="1265"/>
                    <a:pt x="793" y="1265"/>
                  </a:cubicBezTo>
                  <a:cubicBezTo>
                    <a:pt x="792" y="1264"/>
                    <a:pt x="792" y="1264"/>
                    <a:pt x="792" y="1264"/>
                  </a:cubicBezTo>
                  <a:cubicBezTo>
                    <a:pt x="792" y="1264"/>
                    <a:pt x="806" y="1107"/>
                    <a:pt x="803" y="1098"/>
                  </a:cubicBezTo>
                  <a:cubicBezTo>
                    <a:pt x="804" y="1068"/>
                    <a:pt x="820" y="1011"/>
                    <a:pt x="818" y="980"/>
                  </a:cubicBezTo>
                  <a:cubicBezTo>
                    <a:pt x="820" y="942"/>
                    <a:pt x="825" y="918"/>
                    <a:pt x="825" y="904"/>
                  </a:cubicBezTo>
                  <a:cubicBezTo>
                    <a:pt x="825" y="902"/>
                    <a:pt x="825" y="902"/>
                    <a:pt x="825" y="902"/>
                  </a:cubicBezTo>
                  <a:cubicBezTo>
                    <a:pt x="826" y="915"/>
                    <a:pt x="827" y="926"/>
                    <a:pt x="827" y="932"/>
                  </a:cubicBezTo>
                  <a:cubicBezTo>
                    <a:pt x="829" y="942"/>
                    <a:pt x="829" y="957"/>
                    <a:pt x="831" y="960"/>
                  </a:cubicBezTo>
                  <a:cubicBezTo>
                    <a:pt x="833" y="975"/>
                    <a:pt x="845" y="1059"/>
                    <a:pt x="846" y="1090"/>
                  </a:cubicBezTo>
                  <a:cubicBezTo>
                    <a:pt x="840" y="1132"/>
                    <a:pt x="839" y="1159"/>
                    <a:pt x="851" y="1219"/>
                  </a:cubicBezTo>
                  <a:cubicBezTo>
                    <a:pt x="856" y="1251"/>
                    <a:pt x="914" y="1393"/>
                    <a:pt x="917" y="1409"/>
                  </a:cubicBezTo>
                  <a:cubicBezTo>
                    <a:pt x="920" y="1425"/>
                    <a:pt x="924" y="1441"/>
                    <a:pt x="926" y="1445"/>
                  </a:cubicBezTo>
                  <a:cubicBezTo>
                    <a:pt x="928" y="1449"/>
                    <a:pt x="914" y="1471"/>
                    <a:pt x="918" y="1486"/>
                  </a:cubicBezTo>
                  <a:cubicBezTo>
                    <a:pt x="922" y="1500"/>
                    <a:pt x="896" y="1546"/>
                    <a:pt x="904" y="1589"/>
                  </a:cubicBezTo>
                  <a:cubicBezTo>
                    <a:pt x="912" y="1632"/>
                    <a:pt x="913" y="1638"/>
                    <a:pt x="914" y="1647"/>
                  </a:cubicBezTo>
                  <a:cubicBezTo>
                    <a:pt x="915" y="1657"/>
                    <a:pt x="921" y="1667"/>
                    <a:pt x="924" y="1679"/>
                  </a:cubicBezTo>
                  <a:cubicBezTo>
                    <a:pt x="927" y="1691"/>
                    <a:pt x="932" y="1720"/>
                    <a:pt x="939" y="1720"/>
                  </a:cubicBezTo>
                  <a:cubicBezTo>
                    <a:pt x="940" y="1720"/>
                    <a:pt x="941" y="1720"/>
                    <a:pt x="941" y="1720"/>
                  </a:cubicBezTo>
                  <a:cubicBezTo>
                    <a:pt x="942" y="1720"/>
                    <a:pt x="942" y="1720"/>
                    <a:pt x="942" y="1720"/>
                  </a:cubicBezTo>
                  <a:cubicBezTo>
                    <a:pt x="942" y="1720"/>
                    <a:pt x="943" y="1720"/>
                    <a:pt x="943" y="1720"/>
                  </a:cubicBezTo>
                  <a:cubicBezTo>
                    <a:pt x="943" y="1720"/>
                    <a:pt x="943" y="1720"/>
                    <a:pt x="944" y="1720"/>
                  </a:cubicBezTo>
                  <a:cubicBezTo>
                    <a:pt x="944" y="1720"/>
                    <a:pt x="944" y="1720"/>
                    <a:pt x="944" y="1719"/>
                  </a:cubicBezTo>
                  <a:cubicBezTo>
                    <a:pt x="944" y="1719"/>
                    <a:pt x="945" y="1719"/>
                    <a:pt x="945" y="1719"/>
                  </a:cubicBezTo>
                  <a:cubicBezTo>
                    <a:pt x="945" y="1719"/>
                    <a:pt x="945" y="1719"/>
                    <a:pt x="945" y="1719"/>
                  </a:cubicBezTo>
                  <a:cubicBezTo>
                    <a:pt x="946" y="1718"/>
                    <a:pt x="946" y="1718"/>
                    <a:pt x="947" y="1717"/>
                  </a:cubicBezTo>
                  <a:cubicBezTo>
                    <a:pt x="947" y="1717"/>
                    <a:pt x="947" y="1717"/>
                    <a:pt x="947" y="1717"/>
                  </a:cubicBezTo>
                  <a:cubicBezTo>
                    <a:pt x="947" y="1717"/>
                    <a:pt x="947" y="1717"/>
                    <a:pt x="947" y="1716"/>
                  </a:cubicBezTo>
                  <a:cubicBezTo>
                    <a:pt x="947" y="1716"/>
                    <a:pt x="947" y="1716"/>
                    <a:pt x="947" y="1716"/>
                  </a:cubicBezTo>
                  <a:cubicBezTo>
                    <a:pt x="947" y="1717"/>
                    <a:pt x="947" y="1717"/>
                    <a:pt x="947" y="1717"/>
                  </a:cubicBezTo>
                  <a:cubicBezTo>
                    <a:pt x="947" y="1717"/>
                    <a:pt x="947" y="1716"/>
                    <a:pt x="947" y="1716"/>
                  </a:cubicBezTo>
                  <a:cubicBezTo>
                    <a:pt x="947" y="1716"/>
                    <a:pt x="947" y="1716"/>
                    <a:pt x="947" y="1716"/>
                  </a:cubicBezTo>
                  <a:cubicBezTo>
                    <a:pt x="947" y="1716"/>
                    <a:pt x="947" y="1715"/>
                    <a:pt x="947" y="1715"/>
                  </a:cubicBezTo>
                  <a:cubicBezTo>
                    <a:pt x="947" y="1715"/>
                    <a:pt x="949" y="1742"/>
                    <a:pt x="963" y="1742"/>
                  </a:cubicBezTo>
                  <a:cubicBezTo>
                    <a:pt x="972" y="1741"/>
                    <a:pt x="972" y="1733"/>
                    <a:pt x="972" y="1733"/>
                  </a:cubicBezTo>
                  <a:cubicBezTo>
                    <a:pt x="972" y="1733"/>
                    <a:pt x="974" y="1755"/>
                    <a:pt x="987" y="1753"/>
                  </a:cubicBezTo>
                  <a:cubicBezTo>
                    <a:pt x="999" y="1751"/>
                    <a:pt x="999" y="1739"/>
                    <a:pt x="999" y="1739"/>
                  </a:cubicBezTo>
                  <a:cubicBezTo>
                    <a:pt x="1007" y="1743"/>
                    <a:pt x="1020" y="1742"/>
                    <a:pt x="1023" y="1728"/>
                  </a:cubicBezTo>
                  <a:cubicBezTo>
                    <a:pt x="1026" y="1714"/>
                    <a:pt x="1033" y="1686"/>
                    <a:pt x="1032" y="1675"/>
                  </a:cubicBezTo>
                  <a:cubicBezTo>
                    <a:pt x="1032" y="1665"/>
                    <a:pt x="1039" y="1642"/>
                    <a:pt x="1039" y="1633"/>
                  </a:cubicBezTo>
                  <a:cubicBezTo>
                    <a:pt x="1046" y="1606"/>
                    <a:pt x="1053" y="1597"/>
                    <a:pt x="1051" y="1589"/>
                  </a:cubicBezTo>
                  <a:cubicBezTo>
                    <a:pt x="1060" y="1599"/>
                    <a:pt x="1068" y="1609"/>
                    <a:pt x="1072" y="1611"/>
                  </a:cubicBezTo>
                  <a:cubicBezTo>
                    <a:pt x="1074" y="1627"/>
                    <a:pt x="1090" y="1651"/>
                    <a:pt x="1103" y="1652"/>
                  </a:cubicBezTo>
                  <a:cubicBezTo>
                    <a:pt x="1120" y="1653"/>
                    <a:pt x="1116" y="1641"/>
                    <a:pt x="1111" y="1628"/>
                  </a:cubicBezTo>
                  <a:close/>
                  <a:moveTo>
                    <a:pt x="672" y="310"/>
                  </a:moveTo>
                  <a:cubicBezTo>
                    <a:pt x="672" y="310"/>
                    <a:pt x="672" y="310"/>
                    <a:pt x="672" y="310"/>
                  </a:cubicBezTo>
                  <a:cubicBezTo>
                    <a:pt x="672" y="310"/>
                    <a:pt x="672" y="310"/>
                    <a:pt x="672" y="310"/>
                  </a:cubicBezTo>
                  <a:cubicBezTo>
                    <a:pt x="672" y="310"/>
                    <a:pt x="672" y="310"/>
                    <a:pt x="672" y="310"/>
                  </a:cubicBezTo>
                  <a:close/>
                </a:path>
              </a:pathLst>
            </a:custGeom>
            <a:solidFill>
              <a:srgbClr val="B1DF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66579" name="Freeform 45">
              <a:extLst>
                <a:ext uri="{FF2B5EF4-FFF2-40B4-BE49-F238E27FC236}">
                  <a16:creationId xmlns:a16="http://schemas.microsoft.com/office/drawing/2014/main" id="{7096135D-E45E-41D3-85B5-213701AE55F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062" y="1730"/>
              <a:ext cx="882" cy="2302"/>
            </a:xfrm>
            <a:custGeom>
              <a:avLst/>
              <a:gdLst>
                <a:gd name="T0" fmla="*/ 493 w 1120"/>
                <a:gd name="T1" fmla="*/ 640 h 2926"/>
                <a:gd name="T2" fmla="*/ 343 w 1120"/>
                <a:gd name="T3" fmla="*/ 234 h 2926"/>
                <a:gd name="T4" fmla="*/ 324 w 1120"/>
                <a:gd name="T5" fmla="*/ 170 h 2926"/>
                <a:gd name="T6" fmla="*/ 328 w 1120"/>
                <a:gd name="T7" fmla="*/ 157 h 2926"/>
                <a:gd name="T8" fmla="*/ 328 w 1120"/>
                <a:gd name="T9" fmla="*/ 151 h 2926"/>
                <a:gd name="T10" fmla="*/ 334 w 1120"/>
                <a:gd name="T11" fmla="*/ 146 h 2926"/>
                <a:gd name="T12" fmla="*/ 344 w 1120"/>
                <a:gd name="T13" fmla="*/ 98 h 2926"/>
                <a:gd name="T14" fmla="*/ 340 w 1120"/>
                <a:gd name="T15" fmla="*/ 53 h 2926"/>
                <a:gd name="T16" fmla="*/ 273 w 1120"/>
                <a:gd name="T17" fmla="*/ 2 h 2926"/>
                <a:gd name="T18" fmla="*/ 203 w 1120"/>
                <a:gd name="T19" fmla="*/ 62 h 2926"/>
                <a:gd name="T20" fmla="*/ 202 w 1120"/>
                <a:gd name="T21" fmla="*/ 100 h 2926"/>
                <a:gd name="T22" fmla="*/ 213 w 1120"/>
                <a:gd name="T23" fmla="*/ 146 h 2926"/>
                <a:gd name="T24" fmla="*/ 220 w 1120"/>
                <a:gd name="T25" fmla="*/ 151 h 2926"/>
                <a:gd name="T26" fmla="*/ 220 w 1120"/>
                <a:gd name="T27" fmla="*/ 157 h 2926"/>
                <a:gd name="T28" fmla="*/ 221 w 1120"/>
                <a:gd name="T29" fmla="*/ 164 h 2926"/>
                <a:gd name="T30" fmla="*/ 222 w 1120"/>
                <a:gd name="T31" fmla="*/ 170 h 2926"/>
                <a:gd name="T32" fmla="*/ 224 w 1120"/>
                <a:gd name="T33" fmla="*/ 175 h 2926"/>
                <a:gd name="T34" fmla="*/ 206 w 1120"/>
                <a:gd name="T35" fmla="*/ 234 h 2926"/>
                <a:gd name="T36" fmla="*/ 54 w 1120"/>
                <a:gd name="T37" fmla="*/ 640 h 2926"/>
                <a:gd name="T38" fmla="*/ 8 w 1120"/>
                <a:gd name="T39" fmla="*/ 805 h 2926"/>
                <a:gd name="T40" fmla="*/ 65 w 1120"/>
                <a:gd name="T41" fmla="*/ 854 h 2926"/>
                <a:gd name="T42" fmla="*/ 85 w 1120"/>
                <a:gd name="T43" fmla="*/ 836 h 2926"/>
                <a:gd name="T44" fmla="*/ 86 w 1120"/>
                <a:gd name="T45" fmla="*/ 837 h 2926"/>
                <a:gd name="T46" fmla="*/ 98 w 1120"/>
                <a:gd name="T47" fmla="*/ 724 h 2926"/>
                <a:gd name="T48" fmla="*/ 144 w 1120"/>
                <a:gd name="T49" fmla="*/ 440 h 2926"/>
                <a:gd name="T50" fmla="*/ 160 w 1120"/>
                <a:gd name="T51" fmla="*/ 617 h 2926"/>
                <a:gd name="T52" fmla="*/ 153 w 1120"/>
                <a:gd name="T53" fmla="*/ 646 h 2926"/>
                <a:gd name="T54" fmla="*/ 150 w 1120"/>
                <a:gd name="T55" fmla="*/ 657 h 2926"/>
                <a:gd name="T56" fmla="*/ 148 w 1120"/>
                <a:gd name="T57" fmla="*/ 668 h 2926"/>
                <a:gd name="T58" fmla="*/ 146 w 1120"/>
                <a:gd name="T59" fmla="*/ 678 h 2926"/>
                <a:gd name="T60" fmla="*/ 145 w 1120"/>
                <a:gd name="T61" fmla="*/ 688 h 2926"/>
                <a:gd name="T62" fmla="*/ 144 w 1120"/>
                <a:gd name="T63" fmla="*/ 695 h 2926"/>
                <a:gd name="T64" fmla="*/ 206 w 1120"/>
                <a:gd name="T65" fmla="*/ 1321 h 2926"/>
                <a:gd name="T66" fmla="*/ 168 w 1120"/>
                <a:gd name="T67" fmla="*/ 1407 h 2926"/>
                <a:gd name="T68" fmla="*/ 200 w 1120"/>
                <a:gd name="T69" fmla="*/ 1421 h 2926"/>
                <a:gd name="T70" fmla="*/ 215 w 1120"/>
                <a:gd name="T71" fmla="*/ 1418 h 2926"/>
                <a:gd name="T72" fmla="*/ 238 w 1120"/>
                <a:gd name="T73" fmla="*/ 1422 h 2926"/>
                <a:gd name="T74" fmla="*/ 244 w 1120"/>
                <a:gd name="T75" fmla="*/ 1419 h 2926"/>
                <a:gd name="T76" fmla="*/ 255 w 1120"/>
                <a:gd name="T77" fmla="*/ 1402 h 2926"/>
                <a:gd name="T78" fmla="*/ 250 w 1120"/>
                <a:gd name="T79" fmla="*/ 1046 h 2926"/>
                <a:gd name="T80" fmla="*/ 298 w 1120"/>
                <a:gd name="T81" fmla="*/ 1046 h 2926"/>
                <a:gd name="T82" fmla="*/ 291 w 1120"/>
                <a:gd name="T83" fmla="*/ 1402 h 2926"/>
                <a:gd name="T84" fmla="*/ 302 w 1120"/>
                <a:gd name="T85" fmla="*/ 1419 h 2926"/>
                <a:gd name="T86" fmla="*/ 309 w 1120"/>
                <a:gd name="T87" fmla="*/ 1422 h 2926"/>
                <a:gd name="T88" fmla="*/ 317 w 1120"/>
                <a:gd name="T89" fmla="*/ 1424 h 2926"/>
                <a:gd name="T90" fmla="*/ 343 w 1120"/>
                <a:gd name="T91" fmla="*/ 1421 h 2926"/>
                <a:gd name="T92" fmla="*/ 369 w 1120"/>
                <a:gd name="T93" fmla="*/ 1414 h 2926"/>
                <a:gd name="T94" fmla="*/ 369 w 1120"/>
                <a:gd name="T95" fmla="*/ 1383 h 2926"/>
                <a:gd name="T96" fmla="*/ 379 w 1120"/>
                <a:gd name="T97" fmla="*/ 1026 h 2926"/>
                <a:gd name="T98" fmla="*/ 402 w 1120"/>
                <a:gd name="T99" fmla="*/ 692 h 2926"/>
                <a:gd name="T100" fmla="*/ 402 w 1120"/>
                <a:gd name="T101" fmla="*/ 684 h 2926"/>
                <a:gd name="T102" fmla="*/ 400 w 1120"/>
                <a:gd name="T103" fmla="*/ 674 h 2926"/>
                <a:gd name="T104" fmla="*/ 398 w 1120"/>
                <a:gd name="T105" fmla="*/ 663 h 2926"/>
                <a:gd name="T106" fmla="*/ 395 w 1120"/>
                <a:gd name="T107" fmla="*/ 651 h 2926"/>
                <a:gd name="T108" fmla="*/ 393 w 1120"/>
                <a:gd name="T109" fmla="*/ 640 h 2926"/>
                <a:gd name="T110" fmla="*/ 391 w 1120"/>
                <a:gd name="T111" fmla="*/ 632 h 2926"/>
                <a:gd name="T112" fmla="*/ 392 w 1120"/>
                <a:gd name="T113" fmla="*/ 535 h 2926"/>
                <a:gd name="T114" fmla="*/ 416 w 1120"/>
                <a:gd name="T115" fmla="*/ 593 h 2926"/>
                <a:gd name="T116" fmla="*/ 458 w 1120"/>
                <a:gd name="T117" fmla="*/ 837 h 2926"/>
                <a:gd name="T118" fmla="*/ 461 w 1120"/>
                <a:gd name="T119" fmla="*/ 837 h 2926"/>
                <a:gd name="T120" fmla="*/ 462 w 1120"/>
                <a:gd name="T121" fmla="*/ 836 h 2926"/>
                <a:gd name="T122" fmla="*/ 504 w 1120"/>
                <a:gd name="T123" fmla="*/ 816 h 2926"/>
                <a:gd name="T124" fmla="*/ 328 w 1120"/>
                <a:gd name="T125" fmla="*/ 151 h 292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1120" h="2926">
                  <a:moveTo>
                    <a:pt x="1111" y="1628"/>
                  </a:moveTo>
                  <a:cubicBezTo>
                    <a:pt x="1106" y="1614"/>
                    <a:pt x="1105" y="1598"/>
                    <a:pt x="1100" y="1592"/>
                  </a:cubicBezTo>
                  <a:cubicBezTo>
                    <a:pt x="1095" y="1586"/>
                    <a:pt x="1087" y="1551"/>
                    <a:pt x="1078" y="1539"/>
                  </a:cubicBezTo>
                  <a:cubicBezTo>
                    <a:pt x="1069" y="1528"/>
                    <a:pt x="1035" y="1477"/>
                    <a:pt x="1026" y="1469"/>
                  </a:cubicBezTo>
                  <a:cubicBezTo>
                    <a:pt x="1023" y="1464"/>
                    <a:pt x="1025" y="1444"/>
                    <a:pt x="1021" y="1430"/>
                  </a:cubicBezTo>
                  <a:cubicBezTo>
                    <a:pt x="1017" y="1416"/>
                    <a:pt x="1018" y="1402"/>
                    <a:pt x="1014" y="1386"/>
                  </a:cubicBezTo>
                  <a:cubicBezTo>
                    <a:pt x="1010" y="1369"/>
                    <a:pt x="1010" y="1337"/>
                    <a:pt x="1009" y="1315"/>
                  </a:cubicBezTo>
                  <a:cubicBezTo>
                    <a:pt x="1007" y="1277"/>
                    <a:pt x="1007" y="1129"/>
                    <a:pt x="985" y="1075"/>
                  </a:cubicBezTo>
                  <a:cubicBezTo>
                    <a:pt x="981" y="1058"/>
                    <a:pt x="976" y="1030"/>
                    <a:pt x="977" y="992"/>
                  </a:cubicBezTo>
                  <a:cubicBezTo>
                    <a:pt x="975" y="886"/>
                    <a:pt x="951" y="825"/>
                    <a:pt x="953" y="792"/>
                  </a:cubicBezTo>
                  <a:cubicBezTo>
                    <a:pt x="960" y="744"/>
                    <a:pt x="949" y="693"/>
                    <a:pt x="940" y="653"/>
                  </a:cubicBezTo>
                  <a:cubicBezTo>
                    <a:pt x="921" y="567"/>
                    <a:pt x="879" y="544"/>
                    <a:pt x="860" y="540"/>
                  </a:cubicBezTo>
                  <a:cubicBezTo>
                    <a:pt x="840" y="536"/>
                    <a:pt x="810" y="533"/>
                    <a:pt x="797" y="520"/>
                  </a:cubicBezTo>
                  <a:cubicBezTo>
                    <a:pt x="787" y="512"/>
                    <a:pt x="720" y="481"/>
                    <a:pt x="701" y="479"/>
                  </a:cubicBezTo>
                  <a:cubicBezTo>
                    <a:pt x="651" y="470"/>
                    <a:pt x="660" y="380"/>
                    <a:pt x="660" y="362"/>
                  </a:cubicBezTo>
                  <a:cubicBezTo>
                    <a:pt x="660" y="362"/>
                    <a:pt x="660" y="362"/>
                    <a:pt x="660" y="362"/>
                  </a:cubicBezTo>
                  <a:cubicBezTo>
                    <a:pt x="660" y="362"/>
                    <a:pt x="660" y="362"/>
                    <a:pt x="660" y="362"/>
                  </a:cubicBezTo>
                  <a:cubicBezTo>
                    <a:pt x="661" y="360"/>
                    <a:pt x="661" y="358"/>
                    <a:pt x="662" y="357"/>
                  </a:cubicBezTo>
                  <a:cubicBezTo>
                    <a:pt x="662" y="357"/>
                    <a:pt x="662" y="356"/>
                    <a:pt x="662" y="356"/>
                  </a:cubicBezTo>
                  <a:cubicBezTo>
                    <a:pt x="663" y="355"/>
                    <a:pt x="663" y="353"/>
                    <a:pt x="664" y="351"/>
                  </a:cubicBezTo>
                  <a:cubicBezTo>
                    <a:pt x="664" y="350"/>
                    <a:pt x="664" y="350"/>
                    <a:pt x="664" y="350"/>
                  </a:cubicBezTo>
                  <a:cubicBezTo>
                    <a:pt x="665" y="348"/>
                    <a:pt x="665" y="346"/>
                    <a:pt x="666" y="344"/>
                  </a:cubicBezTo>
                  <a:cubicBezTo>
                    <a:pt x="666" y="344"/>
                    <a:pt x="666" y="344"/>
                    <a:pt x="666" y="343"/>
                  </a:cubicBezTo>
                  <a:cubicBezTo>
                    <a:pt x="666" y="341"/>
                    <a:pt x="667" y="339"/>
                    <a:pt x="667" y="337"/>
                  </a:cubicBezTo>
                  <a:cubicBezTo>
                    <a:pt x="667" y="337"/>
                    <a:pt x="667" y="337"/>
                    <a:pt x="668" y="337"/>
                  </a:cubicBezTo>
                  <a:cubicBezTo>
                    <a:pt x="668" y="334"/>
                    <a:pt x="669" y="332"/>
                    <a:pt x="669" y="330"/>
                  </a:cubicBezTo>
                  <a:cubicBezTo>
                    <a:pt x="669" y="330"/>
                    <a:pt x="669" y="330"/>
                    <a:pt x="669" y="330"/>
                  </a:cubicBezTo>
                  <a:cubicBezTo>
                    <a:pt x="669" y="328"/>
                    <a:pt x="670" y="325"/>
                    <a:pt x="670" y="323"/>
                  </a:cubicBezTo>
                  <a:cubicBezTo>
                    <a:pt x="670" y="323"/>
                    <a:pt x="670" y="323"/>
                    <a:pt x="670" y="323"/>
                  </a:cubicBezTo>
                  <a:cubicBezTo>
                    <a:pt x="671" y="321"/>
                    <a:pt x="671" y="319"/>
                    <a:pt x="671" y="317"/>
                  </a:cubicBezTo>
                  <a:cubicBezTo>
                    <a:pt x="671" y="317"/>
                    <a:pt x="671" y="317"/>
                    <a:pt x="671" y="317"/>
                  </a:cubicBezTo>
                  <a:cubicBezTo>
                    <a:pt x="672" y="315"/>
                    <a:pt x="672" y="313"/>
                    <a:pt x="672" y="312"/>
                  </a:cubicBezTo>
                  <a:cubicBezTo>
                    <a:pt x="672" y="312"/>
                    <a:pt x="672" y="312"/>
                    <a:pt x="672" y="312"/>
                  </a:cubicBezTo>
                  <a:cubicBezTo>
                    <a:pt x="672" y="311"/>
                    <a:pt x="672" y="310"/>
                    <a:pt x="672" y="310"/>
                  </a:cubicBezTo>
                  <a:cubicBezTo>
                    <a:pt x="672" y="310"/>
                    <a:pt x="672" y="310"/>
                    <a:pt x="672" y="310"/>
                  </a:cubicBezTo>
                  <a:cubicBezTo>
                    <a:pt x="674" y="309"/>
                    <a:pt x="676" y="308"/>
                    <a:pt x="679" y="306"/>
                  </a:cubicBezTo>
                  <a:cubicBezTo>
                    <a:pt x="679" y="306"/>
                    <a:pt x="679" y="306"/>
                    <a:pt x="679" y="306"/>
                  </a:cubicBezTo>
                  <a:cubicBezTo>
                    <a:pt x="680" y="305"/>
                    <a:pt x="680" y="305"/>
                    <a:pt x="681" y="305"/>
                  </a:cubicBezTo>
                  <a:cubicBezTo>
                    <a:pt x="681" y="304"/>
                    <a:pt x="681" y="304"/>
                    <a:pt x="681" y="304"/>
                  </a:cubicBezTo>
                  <a:cubicBezTo>
                    <a:pt x="682" y="304"/>
                    <a:pt x="682" y="303"/>
                    <a:pt x="682" y="303"/>
                  </a:cubicBezTo>
                  <a:cubicBezTo>
                    <a:pt x="683" y="303"/>
                    <a:pt x="683" y="302"/>
                    <a:pt x="683" y="302"/>
                  </a:cubicBezTo>
                  <a:cubicBezTo>
                    <a:pt x="683" y="302"/>
                    <a:pt x="684" y="302"/>
                    <a:pt x="684" y="301"/>
                  </a:cubicBezTo>
                  <a:cubicBezTo>
                    <a:pt x="684" y="301"/>
                    <a:pt x="685" y="300"/>
                    <a:pt x="685" y="300"/>
                  </a:cubicBezTo>
                  <a:cubicBezTo>
                    <a:pt x="688" y="296"/>
                    <a:pt x="689" y="291"/>
                    <a:pt x="693" y="286"/>
                  </a:cubicBezTo>
                  <a:cubicBezTo>
                    <a:pt x="696" y="280"/>
                    <a:pt x="695" y="276"/>
                    <a:pt x="698" y="267"/>
                  </a:cubicBezTo>
                  <a:cubicBezTo>
                    <a:pt x="701" y="258"/>
                    <a:pt x="703" y="244"/>
                    <a:pt x="703" y="239"/>
                  </a:cubicBezTo>
                  <a:cubicBezTo>
                    <a:pt x="703" y="233"/>
                    <a:pt x="709" y="218"/>
                    <a:pt x="709" y="211"/>
                  </a:cubicBezTo>
                  <a:cubicBezTo>
                    <a:pt x="709" y="206"/>
                    <a:pt x="707" y="202"/>
                    <a:pt x="705" y="201"/>
                  </a:cubicBezTo>
                  <a:cubicBezTo>
                    <a:pt x="705" y="201"/>
                    <a:pt x="705" y="201"/>
                    <a:pt x="705" y="201"/>
                  </a:cubicBezTo>
                  <a:cubicBezTo>
                    <a:pt x="705" y="201"/>
                    <a:pt x="706" y="201"/>
                    <a:pt x="706" y="200"/>
                  </a:cubicBezTo>
                  <a:cubicBezTo>
                    <a:pt x="706" y="200"/>
                    <a:pt x="706" y="200"/>
                    <a:pt x="706" y="200"/>
                  </a:cubicBezTo>
                  <a:cubicBezTo>
                    <a:pt x="706" y="200"/>
                    <a:pt x="706" y="200"/>
                    <a:pt x="706" y="200"/>
                  </a:cubicBezTo>
                  <a:cubicBezTo>
                    <a:pt x="707" y="200"/>
                    <a:pt x="707" y="199"/>
                    <a:pt x="707" y="199"/>
                  </a:cubicBezTo>
                  <a:cubicBezTo>
                    <a:pt x="707" y="192"/>
                    <a:pt x="704" y="175"/>
                    <a:pt x="705" y="168"/>
                  </a:cubicBezTo>
                  <a:cubicBezTo>
                    <a:pt x="705" y="163"/>
                    <a:pt x="706" y="148"/>
                    <a:pt x="706" y="142"/>
                  </a:cubicBezTo>
                  <a:cubicBezTo>
                    <a:pt x="706" y="131"/>
                    <a:pt x="700" y="120"/>
                    <a:pt x="697" y="110"/>
                  </a:cubicBezTo>
                  <a:cubicBezTo>
                    <a:pt x="694" y="99"/>
                    <a:pt x="694" y="87"/>
                    <a:pt x="691" y="77"/>
                  </a:cubicBezTo>
                  <a:cubicBezTo>
                    <a:pt x="687" y="64"/>
                    <a:pt x="678" y="56"/>
                    <a:pt x="666" y="49"/>
                  </a:cubicBezTo>
                  <a:cubicBezTo>
                    <a:pt x="657" y="44"/>
                    <a:pt x="646" y="43"/>
                    <a:pt x="641" y="35"/>
                  </a:cubicBezTo>
                  <a:cubicBezTo>
                    <a:pt x="638" y="31"/>
                    <a:pt x="641" y="30"/>
                    <a:pt x="635" y="27"/>
                  </a:cubicBezTo>
                  <a:cubicBezTo>
                    <a:pt x="632" y="25"/>
                    <a:pt x="626" y="24"/>
                    <a:pt x="623" y="23"/>
                  </a:cubicBezTo>
                  <a:cubicBezTo>
                    <a:pt x="614" y="21"/>
                    <a:pt x="602" y="16"/>
                    <a:pt x="604" y="5"/>
                  </a:cubicBezTo>
                  <a:cubicBezTo>
                    <a:pt x="591" y="2"/>
                    <a:pt x="570" y="13"/>
                    <a:pt x="559" y="2"/>
                  </a:cubicBezTo>
                  <a:cubicBezTo>
                    <a:pt x="551" y="2"/>
                    <a:pt x="551" y="2"/>
                    <a:pt x="551" y="2"/>
                  </a:cubicBezTo>
                  <a:cubicBezTo>
                    <a:pt x="544" y="4"/>
                    <a:pt x="535" y="3"/>
                    <a:pt x="528" y="0"/>
                  </a:cubicBezTo>
                  <a:cubicBezTo>
                    <a:pt x="525" y="6"/>
                    <a:pt x="511" y="12"/>
                    <a:pt x="503" y="12"/>
                  </a:cubicBezTo>
                  <a:cubicBezTo>
                    <a:pt x="493" y="12"/>
                    <a:pt x="482" y="14"/>
                    <a:pt x="476" y="23"/>
                  </a:cubicBezTo>
                  <a:cubicBezTo>
                    <a:pt x="480" y="22"/>
                    <a:pt x="485" y="20"/>
                    <a:pt x="487" y="23"/>
                  </a:cubicBezTo>
                  <a:cubicBezTo>
                    <a:pt x="461" y="37"/>
                    <a:pt x="429" y="57"/>
                    <a:pt x="426" y="89"/>
                  </a:cubicBezTo>
                  <a:cubicBezTo>
                    <a:pt x="425" y="103"/>
                    <a:pt x="418" y="114"/>
                    <a:pt x="417" y="128"/>
                  </a:cubicBezTo>
                  <a:cubicBezTo>
                    <a:pt x="416" y="142"/>
                    <a:pt x="405" y="149"/>
                    <a:pt x="410" y="163"/>
                  </a:cubicBezTo>
                  <a:cubicBezTo>
                    <a:pt x="409" y="172"/>
                    <a:pt x="412" y="172"/>
                    <a:pt x="412" y="180"/>
                  </a:cubicBezTo>
                  <a:cubicBezTo>
                    <a:pt x="409" y="189"/>
                    <a:pt x="417" y="200"/>
                    <a:pt x="417" y="200"/>
                  </a:cubicBezTo>
                  <a:cubicBezTo>
                    <a:pt x="417" y="200"/>
                    <a:pt x="417" y="200"/>
                    <a:pt x="417" y="200"/>
                  </a:cubicBezTo>
                  <a:cubicBezTo>
                    <a:pt x="416" y="200"/>
                    <a:pt x="415" y="202"/>
                    <a:pt x="414" y="204"/>
                  </a:cubicBezTo>
                  <a:cubicBezTo>
                    <a:pt x="414" y="204"/>
                    <a:pt x="414" y="204"/>
                    <a:pt x="414" y="204"/>
                  </a:cubicBezTo>
                  <a:cubicBezTo>
                    <a:pt x="413" y="205"/>
                    <a:pt x="413" y="205"/>
                    <a:pt x="413" y="206"/>
                  </a:cubicBezTo>
                  <a:cubicBezTo>
                    <a:pt x="413" y="207"/>
                    <a:pt x="413" y="207"/>
                    <a:pt x="413" y="207"/>
                  </a:cubicBezTo>
                  <a:cubicBezTo>
                    <a:pt x="412" y="208"/>
                    <a:pt x="412" y="209"/>
                    <a:pt x="412" y="211"/>
                  </a:cubicBezTo>
                  <a:cubicBezTo>
                    <a:pt x="412" y="218"/>
                    <a:pt x="419" y="233"/>
                    <a:pt x="419" y="239"/>
                  </a:cubicBezTo>
                  <a:cubicBezTo>
                    <a:pt x="419" y="244"/>
                    <a:pt x="420" y="258"/>
                    <a:pt x="424" y="267"/>
                  </a:cubicBezTo>
                  <a:cubicBezTo>
                    <a:pt x="427" y="276"/>
                    <a:pt x="425" y="280"/>
                    <a:pt x="429" y="286"/>
                  </a:cubicBezTo>
                  <a:cubicBezTo>
                    <a:pt x="432" y="291"/>
                    <a:pt x="433" y="296"/>
                    <a:pt x="436" y="300"/>
                  </a:cubicBezTo>
                  <a:cubicBezTo>
                    <a:pt x="437" y="300"/>
                    <a:pt x="437" y="301"/>
                    <a:pt x="437" y="301"/>
                  </a:cubicBezTo>
                  <a:cubicBezTo>
                    <a:pt x="438" y="302"/>
                    <a:pt x="438" y="302"/>
                    <a:pt x="438" y="302"/>
                  </a:cubicBezTo>
                  <a:cubicBezTo>
                    <a:pt x="438" y="302"/>
                    <a:pt x="439" y="303"/>
                    <a:pt x="439" y="303"/>
                  </a:cubicBezTo>
                  <a:cubicBezTo>
                    <a:pt x="439" y="303"/>
                    <a:pt x="440" y="304"/>
                    <a:pt x="440" y="304"/>
                  </a:cubicBezTo>
                  <a:cubicBezTo>
                    <a:pt x="440" y="304"/>
                    <a:pt x="441" y="305"/>
                    <a:pt x="441" y="305"/>
                  </a:cubicBezTo>
                  <a:cubicBezTo>
                    <a:pt x="441" y="305"/>
                    <a:pt x="442" y="306"/>
                    <a:pt x="442" y="306"/>
                  </a:cubicBezTo>
                  <a:cubicBezTo>
                    <a:pt x="442" y="306"/>
                    <a:pt x="443" y="306"/>
                    <a:pt x="443" y="306"/>
                  </a:cubicBezTo>
                  <a:cubicBezTo>
                    <a:pt x="445" y="308"/>
                    <a:pt x="448" y="310"/>
                    <a:pt x="449" y="310"/>
                  </a:cubicBezTo>
                  <a:cubicBezTo>
                    <a:pt x="449" y="310"/>
                    <a:pt x="449" y="310"/>
                    <a:pt x="449" y="310"/>
                  </a:cubicBezTo>
                  <a:cubicBezTo>
                    <a:pt x="449" y="312"/>
                    <a:pt x="450" y="314"/>
                    <a:pt x="450" y="316"/>
                  </a:cubicBezTo>
                  <a:cubicBezTo>
                    <a:pt x="450" y="316"/>
                    <a:pt x="450" y="316"/>
                    <a:pt x="450" y="316"/>
                  </a:cubicBezTo>
                  <a:cubicBezTo>
                    <a:pt x="450" y="317"/>
                    <a:pt x="450" y="318"/>
                    <a:pt x="450" y="319"/>
                  </a:cubicBezTo>
                  <a:cubicBezTo>
                    <a:pt x="450" y="319"/>
                    <a:pt x="450" y="319"/>
                    <a:pt x="450" y="319"/>
                  </a:cubicBezTo>
                  <a:cubicBezTo>
                    <a:pt x="450" y="320"/>
                    <a:pt x="450" y="321"/>
                    <a:pt x="450" y="322"/>
                  </a:cubicBezTo>
                  <a:cubicBezTo>
                    <a:pt x="450" y="322"/>
                    <a:pt x="450" y="322"/>
                    <a:pt x="450" y="322"/>
                  </a:cubicBezTo>
                  <a:cubicBezTo>
                    <a:pt x="450" y="323"/>
                    <a:pt x="451" y="324"/>
                    <a:pt x="451" y="326"/>
                  </a:cubicBezTo>
                  <a:cubicBezTo>
                    <a:pt x="451" y="326"/>
                    <a:pt x="451" y="326"/>
                    <a:pt x="451" y="326"/>
                  </a:cubicBezTo>
                  <a:cubicBezTo>
                    <a:pt x="451" y="327"/>
                    <a:pt x="451" y="328"/>
                    <a:pt x="451" y="329"/>
                  </a:cubicBezTo>
                  <a:cubicBezTo>
                    <a:pt x="451" y="329"/>
                    <a:pt x="451" y="330"/>
                    <a:pt x="451" y="330"/>
                  </a:cubicBezTo>
                  <a:cubicBezTo>
                    <a:pt x="451" y="331"/>
                    <a:pt x="452" y="332"/>
                    <a:pt x="452" y="333"/>
                  </a:cubicBezTo>
                  <a:cubicBezTo>
                    <a:pt x="452" y="333"/>
                    <a:pt x="452" y="333"/>
                    <a:pt x="452" y="334"/>
                  </a:cubicBezTo>
                  <a:cubicBezTo>
                    <a:pt x="452" y="335"/>
                    <a:pt x="452" y="336"/>
                    <a:pt x="452" y="336"/>
                  </a:cubicBezTo>
                  <a:cubicBezTo>
                    <a:pt x="452" y="337"/>
                    <a:pt x="452" y="337"/>
                    <a:pt x="453" y="338"/>
                  </a:cubicBezTo>
                  <a:cubicBezTo>
                    <a:pt x="453" y="339"/>
                    <a:pt x="453" y="339"/>
                    <a:pt x="453" y="340"/>
                  </a:cubicBezTo>
                  <a:cubicBezTo>
                    <a:pt x="453" y="341"/>
                    <a:pt x="453" y="341"/>
                    <a:pt x="453" y="342"/>
                  </a:cubicBezTo>
                  <a:cubicBezTo>
                    <a:pt x="453" y="342"/>
                    <a:pt x="454" y="343"/>
                    <a:pt x="454" y="344"/>
                  </a:cubicBezTo>
                  <a:cubicBezTo>
                    <a:pt x="454" y="344"/>
                    <a:pt x="454" y="345"/>
                    <a:pt x="454" y="345"/>
                  </a:cubicBezTo>
                  <a:cubicBezTo>
                    <a:pt x="454" y="346"/>
                    <a:pt x="454" y="347"/>
                    <a:pt x="454" y="347"/>
                  </a:cubicBezTo>
                  <a:cubicBezTo>
                    <a:pt x="455" y="348"/>
                    <a:pt x="455" y="348"/>
                    <a:pt x="455" y="349"/>
                  </a:cubicBezTo>
                  <a:cubicBezTo>
                    <a:pt x="455" y="349"/>
                    <a:pt x="455" y="350"/>
                    <a:pt x="455" y="351"/>
                  </a:cubicBezTo>
                  <a:cubicBezTo>
                    <a:pt x="455" y="351"/>
                    <a:pt x="456" y="352"/>
                    <a:pt x="456" y="352"/>
                  </a:cubicBezTo>
                  <a:cubicBezTo>
                    <a:pt x="456" y="353"/>
                    <a:pt x="456" y="353"/>
                    <a:pt x="456" y="354"/>
                  </a:cubicBezTo>
                  <a:cubicBezTo>
                    <a:pt x="456" y="354"/>
                    <a:pt x="457" y="355"/>
                    <a:pt x="457" y="355"/>
                  </a:cubicBezTo>
                  <a:cubicBezTo>
                    <a:pt x="457" y="356"/>
                    <a:pt x="457" y="356"/>
                    <a:pt x="457" y="357"/>
                  </a:cubicBezTo>
                  <a:cubicBezTo>
                    <a:pt x="457" y="357"/>
                    <a:pt x="458" y="358"/>
                    <a:pt x="458" y="358"/>
                  </a:cubicBezTo>
                  <a:cubicBezTo>
                    <a:pt x="458" y="359"/>
                    <a:pt x="458" y="359"/>
                    <a:pt x="458" y="359"/>
                  </a:cubicBezTo>
                  <a:cubicBezTo>
                    <a:pt x="459" y="360"/>
                    <a:pt x="459" y="361"/>
                    <a:pt x="459" y="362"/>
                  </a:cubicBezTo>
                  <a:cubicBezTo>
                    <a:pt x="460" y="362"/>
                    <a:pt x="460" y="363"/>
                    <a:pt x="461" y="364"/>
                  </a:cubicBezTo>
                  <a:cubicBezTo>
                    <a:pt x="461" y="365"/>
                    <a:pt x="461" y="365"/>
                    <a:pt x="461" y="366"/>
                  </a:cubicBezTo>
                  <a:cubicBezTo>
                    <a:pt x="461" y="377"/>
                    <a:pt x="463" y="401"/>
                    <a:pt x="459" y="425"/>
                  </a:cubicBezTo>
                  <a:cubicBezTo>
                    <a:pt x="459" y="425"/>
                    <a:pt x="459" y="426"/>
                    <a:pt x="459" y="426"/>
                  </a:cubicBezTo>
                  <a:cubicBezTo>
                    <a:pt x="459" y="427"/>
                    <a:pt x="458" y="427"/>
                    <a:pt x="458" y="427"/>
                  </a:cubicBezTo>
                  <a:cubicBezTo>
                    <a:pt x="454" y="452"/>
                    <a:pt x="443" y="475"/>
                    <a:pt x="420" y="479"/>
                  </a:cubicBezTo>
                  <a:cubicBezTo>
                    <a:pt x="400" y="481"/>
                    <a:pt x="333" y="512"/>
                    <a:pt x="324" y="520"/>
                  </a:cubicBezTo>
                  <a:cubicBezTo>
                    <a:pt x="311" y="533"/>
                    <a:pt x="280" y="536"/>
                    <a:pt x="261" y="540"/>
                  </a:cubicBezTo>
                  <a:cubicBezTo>
                    <a:pt x="241" y="544"/>
                    <a:pt x="200" y="567"/>
                    <a:pt x="180" y="653"/>
                  </a:cubicBezTo>
                  <a:cubicBezTo>
                    <a:pt x="171" y="693"/>
                    <a:pt x="161" y="744"/>
                    <a:pt x="167" y="792"/>
                  </a:cubicBezTo>
                  <a:cubicBezTo>
                    <a:pt x="170" y="825"/>
                    <a:pt x="146" y="886"/>
                    <a:pt x="143" y="992"/>
                  </a:cubicBezTo>
                  <a:cubicBezTo>
                    <a:pt x="144" y="1030"/>
                    <a:pt x="140" y="1058"/>
                    <a:pt x="135" y="1075"/>
                  </a:cubicBezTo>
                  <a:cubicBezTo>
                    <a:pt x="113" y="1129"/>
                    <a:pt x="113" y="1277"/>
                    <a:pt x="112" y="1315"/>
                  </a:cubicBezTo>
                  <a:cubicBezTo>
                    <a:pt x="111" y="1337"/>
                    <a:pt x="111" y="1369"/>
                    <a:pt x="107" y="1386"/>
                  </a:cubicBezTo>
                  <a:cubicBezTo>
                    <a:pt x="103" y="1402"/>
                    <a:pt x="106" y="1416"/>
                    <a:pt x="101" y="1430"/>
                  </a:cubicBezTo>
                  <a:cubicBezTo>
                    <a:pt x="97" y="1444"/>
                    <a:pt x="99" y="1464"/>
                    <a:pt x="96" y="1469"/>
                  </a:cubicBezTo>
                  <a:cubicBezTo>
                    <a:pt x="88" y="1477"/>
                    <a:pt x="53" y="1528"/>
                    <a:pt x="44" y="1539"/>
                  </a:cubicBezTo>
                  <a:cubicBezTo>
                    <a:pt x="36" y="1551"/>
                    <a:pt x="26" y="1586"/>
                    <a:pt x="21" y="1592"/>
                  </a:cubicBezTo>
                  <a:cubicBezTo>
                    <a:pt x="16" y="1598"/>
                    <a:pt x="15" y="1614"/>
                    <a:pt x="9" y="1628"/>
                  </a:cubicBezTo>
                  <a:cubicBezTo>
                    <a:pt x="4" y="1641"/>
                    <a:pt x="0" y="1653"/>
                    <a:pt x="17" y="1652"/>
                  </a:cubicBezTo>
                  <a:cubicBezTo>
                    <a:pt x="31" y="1651"/>
                    <a:pt x="46" y="1627"/>
                    <a:pt x="49" y="1611"/>
                  </a:cubicBezTo>
                  <a:cubicBezTo>
                    <a:pt x="53" y="1609"/>
                    <a:pt x="61" y="1599"/>
                    <a:pt x="70" y="1589"/>
                  </a:cubicBezTo>
                  <a:cubicBezTo>
                    <a:pt x="68" y="1597"/>
                    <a:pt x="74" y="1606"/>
                    <a:pt x="81" y="1633"/>
                  </a:cubicBezTo>
                  <a:cubicBezTo>
                    <a:pt x="81" y="1642"/>
                    <a:pt x="89" y="1665"/>
                    <a:pt x="88" y="1675"/>
                  </a:cubicBezTo>
                  <a:cubicBezTo>
                    <a:pt x="87" y="1686"/>
                    <a:pt x="94" y="1714"/>
                    <a:pt x="97" y="1728"/>
                  </a:cubicBezTo>
                  <a:cubicBezTo>
                    <a:pt x="100" y="1742"/>
                    <a:pt x="113" y="1743"/>
                    <a:pt x="122" y="1739"/>
                  </a:cubicBezTo>
                  <a:cubicBezTo>
                    <a:pt x="122" y="1739"/>
                    <a:pt x="121" y="1751"/>
                    <a:pt x="134" y="1753"/>
                  </a:cubicBezTo>
                  <a:cubicBezTo>
                    <a:pt x="146" y="1755"/>
                    <a:pt x="148" y="1733"/>
                    <a:pt x="148" y="1733"/>
                  </a:cubicBezTo>
                  <a:cubicBezTo>
                    <a:pt x="148" y="1733"/>
                    <a:pt x="148" y="1741"/>
                    <a:pt x="157" y="1742"/>
                  </a:cubicBezTo>
                  <a:cubicBezTo>
                    <a:pt x="171" y="1742"/>
                    <a:pt x="173" y="1715"/>
                    <a:pt x="173" y="1715"/>
                  </a:cubicBezTo>
                  <a:cubicBezTo>
                    <a:pt x="173" y="1715"/>
                    <a:pt x="174" y="1716"/>
                    <a:pt x="174" y="1716"/>
                  </a:cubicBezTo>
                  <a:cubicBezTo>
                    <a:pt x="174" y="1716"/>
                    <a:pt x="174" y="1716"/>
                    <a:pt x="174" y="1716"/>
                  </a:cubicBezTo>
                  <a:cubicBezTo>
                    <a:pt x="174" y="1716"/>
                    <a:pt x="174" y="1717"/>
                    <a:pt x="174" y="1717"/>
                  </a:cubicBezTo>
                  <a:cubicBezTo>
                    <a:pt x="174" y="1716"/>
                    <a:pt x="174" y="1716"/>
                    <a:pt x="174" y="1716"/>
                  </a:cubicBezTo>
                  <a:cubicBezTo>
                    <a:pt x="174" y="1717"/>
                    <a:pt x="174" y="1717"/>
                    <a:pt x="174" y="1717"/>
                  </a:cubicBezTo>
                  <a:cubicBezTo>
                    <a:pt x="174" y="1717"/>
                    <a:pt x="174" y="1717"/>
                    <a:pt x="174" y="1717"/>
                  </a:cubicBezTo>
                  <a:cubicBezTo>
                    <a:pt x="174" y="1718"/>
                    <a:pt x="175" y="1718"/>
                    <a:pt x="175" y="1719"/>
                  </a:cubicBezTo>
                  <a:cubicBezTo>
                    <a:pt x="175" y="1719"/>
                    <a:pt x="176" y="1719"/>
                    <a:pt x="176" y="1719"/>
                  </a:cubicBezTo>
                  <a:cubicBezTo>
                    <a:pt x="176" y="1719"/>
                    <a:pt x="176" y="1719"/>
                    <a:pt x="176" y="1719"/>
                  </a:cubicBezTo>
                  <a:cubicBezTo>
                    <a:pt x="176" y="1720"/>
                    <a:pt x="177" y="1720"/>
                    <a:pt x="177" y="1720"/>
                  </a:cubicBezTo>
                  <a:cubicBezTo>
                    <a:pt x="177" y="1720"/>
                    <a:pt x="177" y="1720"/>
                    <a:pt x="177" y="1720"/>
                  </a:cubicBezTo>
                  <a:cubicBezTo>
                    <a:pt x="178" y="1720"/>
                    <a:pt x="178" y="1720"/>
                    <a:pt x="179" y="1720"/>
                  </a:cubicBezTo>
                  <a:cubicBezTo>
                    <a:pt x="179" y="1720"/>
                    <a:pt x="179" y="1720"/>
                    <a:pt x="179" y="1720"/>
                  </a:cubicBezTo>
                  <a:cubicBezTo>
                    <a:pt x="180" y="1720"/>
                    <a:pt x="180" y="1720"/>
                    <a:pt x="181" y="1720"/>
                  </a:cubicBezTo>
                  <a:cubicBezTo>
                    <a:pt x="188" y="1720"/>
                    <a:pt x="194" y="1691"/>
                    <a:pt x="197" y="1679"/>
                  </a:cubicBezTo>
                  <a:cubicBezTo>
                    <a:pt x="200" y="1667"/>
                    <a:pt x="205" y="1657"/>
                    <a:pt x="206" y="1647"/>
                  </a:cubicBezTo>
                  <a:cubicBezTo>
                    <a:pt x="207" y="1638"/>
                    <a:pt x="208" y="1632"/>
                    <a:pt x="216" y="1589"/>
                  </a:cubicBezTo>
                  <a:cubicBezTo>
                    <a:pt x="224" y="1546"/>
                    <a:pt x="199" y="1500"/>
                    <a:pt x="202" y="1486"/>
                  </a:cubicBezTo>
                  <a:cubicBezTo>
                    <a:pt x="206" y="1471"/>
                    <a:pt x="193" y="1449"/>
                    <a:pt x="195" y="1445"/>
                  </a:cubicBezTo>
                  <a:cubicBezTo>
                    <a:pt x="197" y="1441"/>
                    <a:pt x="201" y="1425"/>
                    <a:pt x="204" y="1409"/>
                  </a:cubicBezTo>
                  <a:cubicBezTo>
                    <a:pt x="206" y="1393"/>
                    <a:pt x="264" y="1251"/>
                    <a:pt x="270" y="1219"/>
                  </a:cubicBezTo>
                  <a:cubicBezTo>
                    <a:pt x="281" y="1159"/>
                    <a:pt x="281" y="1132"/>
                    <a:pt x="274" y="1090"/>
                  </a:cubicBezTo>
                  <a:cubicBezTo>
                    <a:pt x="275" y="1059"/>
                    <a:pt x="288" y="975"/>
                    <a:pt x="290" y="960"/>
                  </a:cubicBezTo>
                  <a:cubicBezTo>
                    <a:pt x="291" y="957"/>
                    <a:pt x="291" y="942"/>
                    <a:pt x="293" y="932"/>
                  </a:cubicBezTo>
                  <a:cubicBezTo>
                    <a:pt x="294" y="926"/>
                    <a:pt x="295" y="915"/>
                    <a:pt x="295" y="902"/>
                  </a:cubicBezTo>
                  <a:cubicBezTo>
                    <a:pt x="296" y="904"/>
                    <a:pt x="296" y="904"/>
                    <a:pt x="296" y="904"/>
                  </a:cubicBezTo>
                  <a:cubicBezTo>
                    <a:pt x="296" y="918"/>
                    <a:pt x="300" y="942"/>
                    <a:pt x="302" y="980"/>
                  </a:cubicBezTo>
                  <a:cubicBezTo>
                    <a:pt x="301" y="1011"/>
                    <a:pt x="316" y="1068"/>
                    <a:pt x="318" y="1098"/>
                  </a:cubicBezTo>
                  <a:cubicBezTo>
                    <a:pt x="314" y="1107"/>
                    <a:pt x="329" y="1264"/>
                    <a:pt x="329" y="1264"/>
                  </a:cubicBezTo>
                  <a:cubicBezTo>
                    <a:pt x="328" y="1265"/>
                    <a:pt x="328" y="1265"/>
                    <a:pt x="328" y="1265"/>
                  </a:cubicBezTo>
                  <a:cubicBezTo>
                    <a:pt x="328" y="1265"/>
                    <a:pt x="328" y="1265"/>
                    <a:pt x="328" y="1266"/>
                  </a:cubicBezTo>
                  <a:cubicBezTo>
                    <a:pt x="328" y="1266"/>
                    <a:pt x="328" y="1266"/>
                    <a:pt x="328" y="1266"/>
                  </a:cubicBezTo>
                  <a:cubicBezTo>
                    <a:pt x="326" y="1272"/>
                    <a:pt x="321" y="1288"/>
                    <a:pt x="317" y="1309"/>
                  </a:cubicBezTo>
                  <a:cubicBezTo>
                    <a:pt x="317" y="1309"/>
                    <a:pt x="317" y="1309"/>
                    <a:pt x="316" y="1310"/>
                  </a:cubicBezTo>
                  <a:cubicBezTo>
                    <a:pt x="316" y="1311"/>
                    <a:pt x="316" y="1313"/>
                    <a:pt x="315" y="1314"/>
                  </a:cubicBezTo>
                  <a:cubicBezTo>
                    <a:pt x="315" y="1315"/>
                    <a:pt x="315" y="1315"/>
                    <a:pt x="315" y="1316"/>
                  </a:cubicBezTo>
                  <a:cubicBezTo>
                    <a:pt x="315" y="1317"/>
                    <a:pt x="314" y="1319"/>
                    <a:pt x="314" y="1320"/>
                  </a:cubicBezTo>
                  <a:cubicBezTo>
                    <a:pt x="314" y="1321"/>
                    <a:pt x="314" y="1321"/>
                    <a:pt x="314" y="1322"/>
                  </a:cubicBezTo>
                  <a:cubicBezTo>
                    <a:pt x="313" y="1323"/>
                    <a:pt x="313" y="1325"/>
                    <a:pt x="313" y="1326"/>
                  </a:cubicBezTo>
                  <a:cubicBezTo>
                    <a:pt x="313" y="1327"/>
                    <a:pt x="312" y="1328"/>
                    <a:pt x="312" y="1328"/>
                  </a:cubicBezTo>
                  <a:cubicBezTo>
                    <a:pt x="312" y="1330"/>
                    <a:pt x="312" y="1331"/>
                    <a:pt x="311" y="1332"/>
                  </a:cubicBezTo>
                  <a:cubicBezTo>
                    <a:pt x="311" y="1333"/>
                    <a:pt x="311" y="1334"/>
                    <a:pt x="311" y="1335"/>
                  </a:cubicBezTo>
                  <a:cubicBezTo>
                    <a:pt x="311" y="1336"/>
                    <a:pt x="310" y="1337"/>
                    <a:pt x="310" y="1339"/>
                  </a:cubicBezTo>
                  <a:cubicBezTo>
                    <a:pt x="310" y="1340"/>
                    <a:pt x="310" y="1341"/>
                    <a:pt x="310" y="1341"/>
                  </a:cubicBezTo>
                  <a:cubicBezTo>
                    <a:pt x="309" y="1343"/>
                    <a:pt x="309" y="1344"/>
                    <a:pt x="309" y="1345"/>
                  </a:cubicBezTo>
                  <a:cubicBezTo>
                    <a:pt x="309" y="1346"/>
                    <a:pt x="308" y="1347"/>
                    <a:pt x="308" y="1348"/>
                  </a:cubicBezTo>
                  <a:cubicBezTo>
                    <a:pt x="308" y="1349"/>
                    <a:pt x="308" y="1350"/>
                    <a:pt x="307" y="1352"/>
                  </a:cubicBezTo>
                  <a:cubicBezTo>
                    <a:pt x="307" y="1353"/>
                    <a:pt x="307" y="1354"/>
                    <a:pt x="307" y="1355"/>
                  </a:cubicBezTo>
                  <a:cubicBezTo>
                    <a:pt x="307" y="1356"/>
                    <a:pt x="306" y="1357"/>
                    <a:pt x="306" y="1358"/>
                  </a:cubicBezTo>
                  <a:cubicBezTo>
                    <a:pt x="306" y="1359"/>
                    <a:pt x="306" y="1360"/>
                    <a:pt x="306" y="1361"/>
                  </a:cubicBezTo>
                  <a:cubicBezTo>
                    <a:pt x="305" y="1363"/>
                    <a:pt x="305" y="1364"/>
                    <a:pt x="305" y="1365"/>
                  </a:cubicBezTo>
                  <a:cubicBezTo>
                    <a:pt x="305" y="1366"/>
                    <a:pt x="304" y="1367"/>
                    <a:pt x="304" y="1368"/>
                  </a:cubicBezTo>
                  <a:cubicBezTo>
                    <a:pt x="304" y="1369"/>
                    <a:pt x="304" y="1370"/>
                    <a:pt x="304" y="1371"/>
                  </a:cubicBezTo>
                  <a:cubicBezTo>
                    <a:pt x="303" y="1372"/>
                    <a:pt x="303" y="1373"/>
                    <a:pt x="303" y="1375"/>
                  </a:cubicBezTo>
                  <a:cubicBezTo>
                    <a:pt x="303" y="1376"/>
                    <a:pt x="303" y="1377"/>
                    <a:pt x="303" y="1378"/>
                  </a:cubicBezTo>
                  <a:cubicBezTo>
                    <a:pt x="302" y="1379"/>
                    <a:pt x="302" y="1380"/>
                    <a:pt x="302" y="1381"/>
                  </a:cubicBezTo>
                  <a:cubicBezTo>
                    <a:pt x="302" y="1382"/>
                    <a:pt x="302" y="1383"/>
                    <a:pt x="301" y="1384"/>
                  </a:cubicBezTo>
                  <a:cubicBezTo>
                    <a:pt x="301" y="1385"/>
                    <a:pt x="301" y="1386"/>
                    <a:pt x="301" y="1387"/>
                  </a:cubicBezTo>
                  <a:cubicBezTo>
                    <a:pt x="301" y="1388"/>
                    <a:pt x="301" y="1389"/>
                    <a:pt x="300" y="1390"/>
                  </a:cubicBezTo>
                  <a:cubicBezTo>
                    <a:pt x="300" y="1391"/>
                    <a:pt x="300" y="1392"/>
                    <a:pt x="300" y="1393"/>
                  </a:cubicBezTo>
                  <a:cubicBezTo>
                    <a:pt x="300" y="1394"/>
                    <a:pt x="300" y="1395"/>
                    <a:pt x="299" y="1396"/>
                  </a:cubicBezTo>
                  <a:cubicBezTo>
                    <a:pt x="299" y="1397"/>
                    <a:pt x="299" y="1398"/>
                    <a:pt x="299" y="1399"/>
                  </a:cubicBezTo>
                  <a:cubicBezTo>
                    <a:pt x="299" y="1400"/>
                    <a:pt x="299" y="1401"/>
                    <a:pt x="299" y="1401"/>
                  </a:cubicBezTo>
                  <a:cubicBezTo>
                    <a:pt x="298" y="1403"/>
                    <a:pt x="298" y="1404"/>
                    <a:pt x="298" y="1405"/>
                  </a:cubicBezTo>
                  <a:cubicBezTo>
                    <a:pt x="298" y="1405"/>
                    <a:pt x="298" y="1406"/>
                    <a:pt x="298" y="1407"/>
                  </a:cubicBezTo>
                  <a:cubicBezTo>
                    <a:pt x="298" y="1408"/>
                    <a:pt x="298" y="1409"/>
                    <a:pt x="297" y="1410"/>
                  </a:cubicBezTo>
                  <a:cubicBezTo>
                    <a:pt x="297" y="1411"/>
                    <a:pt x="297" y="1411"/>
                    <a:pt x="297" y="1412"/>
                  </a:cubicBezTo>
                  <a:cubicBezTo>
                    <a:pt x="297" y="1413"/>
                    <a:pt x="297" y="1414"/>
                    <a:pt x="297" y="1415"/>
                  </a:cubicBezTo>
                  <a:cubicBezTo>
                    <a:pt x="297" y="1415"/>
                    <a:pt x="297" y="1416"/>
                    <a:pt x="297" y="1417"/>
                  </a:cubicBezTo>
                  <a:cubicBezTo>
                    <a:pt x="296" y="1418"/>
                    <a:pt x="296" y="1419"/>
                    <a:pt x="296" y="1419"/>
                  </a:cubicBezTo>
                  <a:cubicBezTo>
                    <a:pt x="296" y="1420"/>
                    <a:pt x="296" y="1421"/>
                    <a:pt x="296" y="1421"/>
                  </a:cubicBezTo>
                  <a:cubicBezTo>
                    <a:pt x="296" y="1422"/>
                    <a:pt x="296" y="1423"/>
                    <a:pt x="296" y="1424"/>
                  </a:cubicBezTo>
                  <a:cubicBezTo>
                    <a:pt x="296" y="1424"/>
                    <a:pt x="296" y="1425"/>
                    <a:pt x="296" y="1425"/>
                  </a:cubicBezTo>
                  <a:cubicBezTo>
                    <a:pt x="296" y="1426"/>
                    <a:pt x="296" y="1428"/>
                    <a:pt x="296" y="1429"/>
                  </a:cubicBezTo>
                  <a:cubicBezTo>
                    <a:pt x="293" y="1447"/>
                    <a:pt x="300" y="1472"/>
                    <a:pt x="298" y="1512"/>
                  </a:cubicBezTo>
                  <a:cubicBezTo>
                    <a:pt x="295" y="1562"/>
                    <a:pt x="251" y="1762"/>
                    <a:pt x="333" y="2014"/>
                  </a:cubicBezTo>
                  <a:cubicBezTo>
                    <a:pt x="338" y="2029"/>
                    <a:pt x="338" y="2079"/>
                    <a:pt x="344" y="2107"/>
                  </a:cubicBezTo>
                  <a:cubicBezTo>
                    <a:pt x="345" y="2114"/>
                    <a:pt x="359" y="2145"/>
                    <a:pt x="360" y="2189"/>
                  </a:cubicBezTo>
                  <a:cubicBezTo>
                    <a:pt x="361" y="2259"/>
                    <a:pt x="354" y="2349"/>
                    <a:pt x="356" y="2399"/>
                  </a:cubicBezTo>
                  <a:cubicBezTo>
                    <a:pt x="359" y="2481"/>
                    <a:pt x="393" y="2556"/>
                    <a:pt x="407" y="2609"/>
                  </a:cubicBezTo>
                  <a:cubicBezTo>
                    <a:pt x="420" y="2661"/>
                    <a:pt x="425" y="2703"/>
                    <a:pt x="422" y="2713"/>
                  </a:cubicBezTo>
                  <a:cubicBezTo>
                    <a:pt x="420" y="2722"/>
                    <a:pt x="418" y="2740"/>
                    <a:pt x="425" y="2755"/>
                  </a:cubicBezTo>
                  <a:cubicBezTo>
                    <a:pt x="426" y="2756"/>
                    <a:pt x="402" y="2808"/>
                    <a:pt x="389" y="2817"/>
                  </a:cubicBezTo>
                  <a:cubicBezTo>
                    <a:pt x="377" y="2827"/>
                    <a:pt x="373" y="2835"/>
                    <a:pt x="364" y="2840"/>
                  </a:cubicBezTo>
                  <a:cubicBezTo>
                    <a:pt x="354" y="2845"/>
                    <a:pt x="349" y="2850"/>
                    <a:pt x="345" y="2861"/>
                  </a:cubicBezTo>
                  <a:cubicBezTo>
                    <a:pt x="342" y="2869"/>
                    <a:pt x="333" y="2881"/>
                    <a:pt x="340" y="2887"/>
                  </a:cubicBezTo>
                  <a:cubicBezTo>
                    <a:pt x="341" y="2888"/>
                    <a:pt x="342" y="2888"/>
                    <a:pt x="343" y="2889"/>
                  </a:cubicBezTo>
                  <a:cubicBezTo>
                    <a:pt x="344" y="2889"/>
                    <a:pt x="344" y="2889"/>
                    <a:pt x="344" y="2889"/>
                  </a:cubicBezTo>
                  <a:cubicBezTo>
                    <a:pt x="343" y="2892"/>
                    <a:pt x="343" y="2894"/>
                    <a:pt x="344" y="2896"/>
                  </a:cubicBezTo>
                  <a:cubicBezTo>
                    <a:pt x="348" y="2903"/>
                    <a:pt x="355" y="2905"/>
                    <a:pt x="364" y="2904"/>
                  </a:cubicBezTo>
                  <a:cubicBezTo>
                    <a:pt x="365" y="2902"/>
                    <a:pt x="365" y="2902"/>
                    <a:pt x="365" y="2902"/>
                  </a:cubicBezTo>
                  <a:cubicBezTo>
                    <a:pt x="366" y="2905"/>
                    <a:pt x="366" y="2908"/>
                    <a:pt x="368" y="2910"/>
                  </a:cubicBezTo>
                  <a:cubicBezTo>
                    <a:pt x="374" y="2919"/>
                    <a:pt x="394" y="2923"/>
                    <a:pt x="402" y="2915"/>
                  </a:cubicBezTo>
                  <a:cubicBezTo>
                    <a:pt x="403" y="2916"/>
                    <a:pt x="404" y="2916"/>
                    <a:pt x="406" y="2917"/>
                  </a:cubicBezTo>
                  <a:cubicBezTo>
                    <a:pt x="407" y="2917"/>
                    <a:pt x="408" y="2917"/>
                    <a:pt x="409" y="2918"/>
                  </a:cubicBezTo>
                  <a:cubicBezTo>
                    <a:pt x="410" y="2918"/>
                    <a:pt x="410" y="2918"/>
                    <a:pt x="411" y="2918"/>
                  </a:cubicBezTo>
                  <a:cubicBezTo>
                    <a:pt x="413" y="2919"/>
                    <a:pt x="414" y="2919"/>
                    <a:pt x="416" y="2919"/>
                  </a:cubicBezTo>
                  <a:cubicBezTo>
                    <a:pt x="416" y="2919"/>
                    <a:pt x="416" y="2919"/>
                    <a:pt x="416" y="2919"/>
                  </a:cubicBezTo>
                  <a:cubicBezTo>
                    <a:pt x="425" y="2920"/>
                    <a:pt x="435" y="2918"/>
                    <a:pt x="440" y="2912"/>
                  </a:cubicBezTo>
                  <a:cubicBezTo>
                    <a:pt x="440" y="2912"/>
                    <a:pt x="440" y="2912"/>
                    <a:pt x="440" y="2912"/>
                  </a:cubicBezTo>
                  <a:cubicBezTo>
                    <a:pt x="440" y="2913"/>
                    <a:pt x="441" y="2913"/>
                    <a:pt x="441" y="2914"/>
                  </a:cubicBezTo>
                  <a:cubicBezTo>
                    <a:pt x="441" y="2913"/>
                    <a:pt x="441" y="2913"/>
                    <a:pt x="441" y="2913"/>
                  </a:cubicBezTo>
                  <a:cubicBezTo>
                    <a:pt x="446" y="2925"/>
                    <a:pt x="462" y="2926"/>
                    <a:pt x="475" y="2924"/>
                  </a:cubicBezTo>
                  <a:cubicBezTo>
                    <a:pt x="475" y="2924"/>
                    <a:pt x="475" y="2924"/>
                    <a:pt x="475" y="2924"/>
                  </a:cubicBezTo>
                  <a:cubicBezTo>
                    <a:pt x="476" y="2924"/>
                    <a:pt x="477" y="2924"/>
                    <a:pt x="478" y="2924"/>
                  </a:cubicBezTo>
                  <a:cubicBezTo>
                    <a:pt x="478" y="2924"/>
                    <a:pt x="479" y="2923"/>
                    <a:pt x="479" y="2923"/>
                  </a:cubicBezTo>
                  <a:cubicBezTo>
                    <a:pt x="480" y="2923"/>
                    <a:pt x="480" y="2923"/>
                    <a:pt x="481" y="2923"/>
                  </a:cubicBezTo>
                  <a:cubicBezTo>
                    <a:pt x="482" y="2923"/>
                    <a:pt x="482" y="2923"/>
                    <a:pt x="483" y="2923"/>
                  </a:cubicBezTo>
                  <a:cubicBezTo>
                    <a:pt x="485" y="2922"/>
                    <a:pt x="486" y="2922"/>
                    <a:pt x="488" y="2921"/>
                  </a:cubicBezTo>
                  <a:cubicBezTo>
                    <a:pt x="488" y="2921"/>
                    <a:pt x="489" y="2921"/>
                    <a:pt x="489" y="2921"/>
                  </a:cubicBezTo>
                  <a:cubicBezTo>
                    <a:pt x="490" y="2921"/>
                    <a:pt x="491" y="2920"/>
                    <a:pt x="492" y="2920"/>
                  </a:cubicBezTo>
                  <a:cubicBezTo>
                    <a:pt x="492" y="2920"/>
                    <a:pt x="493" y="2919"/>
                    <a:pt x="493" y="2919"/>
                  </a:cubicBezTo>
                  <a:cubicBezTo>
                    <a:pt x="494" y="2919"/>
                    <a:pt x="495" y="2918"/>
                    <a:pt x="496" y="2918"/>
                  </a:cubicBezTo>
                  <a:cubicBezTo>
                    <a:pt x="496" y="2918"/>
                    <a:pt x="496" y="2917"/>
                    <a:pt x="497" y="2917"/>
                  </a:cubicBezTo>
                  <a:cubicBezTo>
                    <a:pt x="498" y="2917"/>
                    <a:pt x="498" y="2916"/>
                    <a:pt x="499" y="2916"/>
                  </a:cubicBezTo>
                  <a:cubicBezTo>
                    <a:pt x="499" y="2915"/>
                    <a:pt x="500" y="2915"/>
                    <a:pt x="500" y="2915"/>
                  </a:cubicBezTo>
                  <a:cubicBezTo>
                    <a:pt x="501" y="2914"/>
                    <a:pt x="501" y="2914"/>
                    <a:pt x="502" y="2913"/>
                  </a:cubicBezTo>
                  <a:cubicBezTo>
                    <a:pt x="502" y="2913"/>
                    <a:pt x="503" y="2913"/>
                    <a:pt x="503" y="2913"/>
                  </a:cubicBezTo>
                  <a:cubicBezTo>
                    <a:pt x="505" y="2911"/>
                    <a:pt x="506" y="2909"/>
                    <a:pt x="508" y="2908"/>
                  </a:cubicBezTo>
                  <a:cubicBezTo>
                    <a:pt x="508" y="2908"/>
                    <a:pt x="508" y="2908"/>
                    <a:pt x="508" y="2908"/>
                  </a:cubicBezTo>
                  <a:cubicBezTo>
                    <a:pt x="508" y="2908"/>
                    <a:pt x="508" y="2908"/>
                    <a:pt x="508" y="2908"/>
                  </a:cubicBezTo>
                  <a:cubicBezTo>
                    <a:pt x="509" y="2907"/>
                    <a:pt x="510" y="2906"/>
                    <a:pt x="511" y="2905"/>
                  </a:cubicBezTo>
                  <a:cubicBezTo>
                    <a:pt x="519" y="2899"/>
                    <a:pt x="525" y="2894"/>
                    <a:pt x="523" y="2879"/>
                  </a:cubicBezTo>
                  <a:cubicBezTo>
                    <a:pt x="520" y="2864"/>
                    <a:pt x="522" y="2864"/>
                    <a:pt x="524" y="2846"/>
                  </a:cubicBezTo>
                  <a:cubicBezTo>
                    <a:pt x="525" y="2835"/>
                    <a:pt x="534" y="2832"/>
                    <a:pt x="536" y="2815"/>
                  </a:cubicBezTo>
                  <a:cubicBezTo>
                    <a:pt x="537" y="2801"/>
                    <a:pt x="526" y="2741"/>
                    <a:pt x="527" y="2733"/>
                  </a:cubicBezTo>
                  <a:cubicBezTo>
                    <a:pt x="530" y="2715"/>
                    <a:pt x="517" y="2700"/>
                    <a:pt x="513" y="2669"/>
                  </a:cubicBezTo>
                  <a:cubicBezTo>
                    <a:pt x="508" y="2639"/>
                    <a:pt x="520" y="2535"/>
                    <a:pt x="520" y="2516"/>
                  </a:cubicBezTo>
                  <a:cubicBezTo>
                    <a:pt x="520" y="2480"/>
                    <a:pt x="539" y="2421"/>
                    <a:pt x="534" y="2348"/>
                  </a:cubicBezTo>
                  <a:cubicBezTo>
                    <a:pt x="531" y="2306"/>
                    <a:pt x="510" y="2177"/>
                    <a:pt x="510" y="2148"/>
                  </a:cubicBezTo>
                  <a:cubicBezTo>
                    <a:pt x="510" y="2143"/>
                    <a:pt x="509" y="2110"/>
                    <a:pt x="511" y="2105"/>
                  </a:cubicBezTo>
                  <a:cubicBezTo>
                    <a:pt x="517" y="2085"/>
                    <a:pt x="544" y="1849"/>
                    <a:pt x="544" y="1847"/>
                  </a:cubicBezTo>
                  <a:cubicBezTo>
                    <a:pt x="547" y="1823"/>
                    <a:pt x="555" y="1690"/>
                    <a:pt x="558" y="1646"/>
                  </a:cubicBezTo>
                  <a:cubicBezTo>
                    <a:pt x="559" y="1646"/>
                    <a:pt x="561" y="1646"/>
                    <a:pt x="562" y="1646"/>
                  </a:cubicBezTo>
                  <a:cubicBezTo>
                    <a:pt x="565" y="1689"/>
                    <a:pt x="573" y="1823"/>
                    <a:pt x="576" y="1847"/>
                  </a:cubicBezTo>
                  <a:cubicBezTo>
                    <a:pt x="576" y="1849"/>
                    <a:pt x="603" y="2085"/>
                    <a:pt x="609" y="2105"/>
                  </a:cubicBezTo>
                  <a:cubicBezTo>
                    <a:pt x="611" y="2110"/>
                    <a:pt x="610" y="2143"/>
                    <a:pt x="610" y="2148"/>
                  </a:cubicBezTo>
                  <a:cubicBezTo>
                    <a:pt x="610" y="2177"/>
                    <a:pt x="589" y="2306"/>
                    <a:pt x="586" y="2348"/>
                  </a:cubicBezTo>
                  <a:cubicBezTo>
                    <a:pt x="581" y="2421"/>
                    <a:pt x="600" y="2480"/>
                    <a:pt x="600" y="2516"/>
                  </a:cubicBezTo>
                  <a:cubicBezTo>
                    <a:pt x="600" y="2535"/>
                    <a:pt x="612" y="2639"/>
                    <a:pt x="607" y="2669"/>
                  </a:cubicBezTo>
                  <a:cubicBezTo>
                    <a:pt x="603" y="2700"/>
                    <a:pt x="590" y="2715"/>
                    <a:pt x="593" y="2733"/>
                  </a:cubicBezTo>
                  <a:cubicBezTo>
                    <a:pt x="594" y="2741"/>
                    <a:pt x="583" y="2801"/>
                    <a:pt x="584" y="2815"/>
                  </a:cubicBezTo>
                  <a:cubicBezTo>
                    <a:pt x="586" y="2832"/>
                    <a:pt x="595" y="2835"/>
                    <a:pt x="596" y="2846"/>
                  </a:cubicBezTo>
                  <a:cubicBezTo>
                    <a:pt x="598" y="2864"/>
                    <a:pt x="600" y="2864"/>
                    <a:pt x="597" y="2879"/>
                  </a:cubicBezTo>
                  <a:cubicBezTo>
                    <a:pt x="595" y="2894"/>
                    <a:pt x="601" y="2899"/>
                    <a:pt x="609" y="2905"/>
                  </a:cubicBezTo>
                  <a:cubicBezTo>
                    <a:pt x="610" y="2906"/>
                    <a:pt x="611" y="2907"/>
                    <a:pt x="612" y="2908"/>
                  </a:cubicBezTo>
                  <a:cubicBezTo>
                    <a:pt x="612" y="2908"/>
                    <a:pt x="612" y="2908"/>
                    <a:pt x="612" y="2908"/>
                  </a:cubicBezTo>
                  <a:cubicBezTo>
                    <a:pt x="612" y="2908"/>
                    <a:pt x="612" y="2908"/>
                    <a:pt x="612" y="2908"/>
                  </a:cubicBezTo>
                  <a:cubicBezTo>
                    <a:pt x="614" y="2909"/>
                    <a:pt x="615" y="2911"/>
                    <a:pt x="617" y="2913"/>
                  </a:cubicBezTo>
                  <a:cubicBezTo>
                    <a:pt x="617" y="2913"/>
                    <a:pt x="618" y="2913"/>
                    <a:pt x="618" y="2913"/>
                  </a:cubicBezTo>
                  <a:cubicBezTo>
                    <a:pt x="619" y="2914"/>
                    <a:pt x="619" y="2914"/>
                    <a:pt x="620" y="2915"/>
                  </a:cubicBezTo>
                  <a:cubicBezTo>
                    <a:pt x="620" y="2915"/>
                    <a:pt x="621" y="2915"/>
                    <a:pt x="621" y="2916"/>
                  </a:cubicBezTo>
                  <a:cubicBezTo>
                    <a:pt x="622" y="2916"/>
                    <a:pt x="622" y="2917"/>
                    <a:pt x="623" y="2917"/>
                  </a:cubicBezTo>
                  <a:cubicBezTo>
                    <a:pt x="624" y="2917"/>
                    <a:pt x="624" y="2918"/>
                    <a:pt x="624" y="2918"/>
                  </a:cubicBezTo>
                  <a:cubicBezTo>
                    <a:pt x="625" y="2918"/>
                    <a:pt x="626" y="2919"/>
                    <a:pt x="627" y="2919"/>
                  </a:cubicBezTo>
                  <a:cubicBezTo>
                    <a:pt x="627" y="2919"/>
                    <a:pt x="628" y="2920"/>
                    <a:pt x="628" y="2920"/>
                  </a:cubicBezTo>
                  <a:cubicBezTo>
                    <a:pt x="629" y="2920"/>
                    <a:pt x="630" y="2921"/>
                    <a:pt x="631" y="2921"/>
                  </a:cubicBezTo>
                  <a:cubicBezTo>
                    <a:pt x="631" y="2921"/>
                    <a:pt x="632" y="2921"/>
                    <a:pt x="632" y="2921"/>
                  </a:cubicBezTo>
                  <a:cubicBezTo>
                    <a:pt x="634" y="2922"/>
                    <a:pt x="635" y="2922"/>
                    <a:pt x="637" y="2923"/>
                  </a:cubicBezTo>
                  <a:cubicBezTo>
                    <a:pt x="638" y="2923"/>
                    <a:pt x="639" y="2923"/>
                    <a:pt x="639" y="2923"/>
                  </a:cubicBezTo>
                  <a:cubicBezTo>
                    <a:pt x="640" y="2923"/>
                    <a:pt x="640" y="2923"/>
                    <a:pt x="641" y="2923"/>
                  </a:cubicBezTo>
                  <a:cubicBezTo>
                    <a:pt x="641" y="2923"/>
                    <a:pt x="642" y="2924"/>
                    <a:pt x="642" y="2924"/>
                  </a:cubicBezTo>
                  <a:cubicBezTo>
                    <a:pt x="643" y="2924"/>
                    <a:pt x="644" y="2924"/>
                    <a:pt x="644" y="2924"/>
                  </a:cubicBezTo>
                  <a:cubicBezTo>
                    <a:pt x="645" y="2924"/>
                    <a:pt x="645" y="2924"/>
                    <a:pt x="645" y="2924"/>
                  </a:cubicBezTo>
                  <a:cubicBezTo>
                    <a:pt x="646" y="2924"/>
                    <a:pt x="647" y="2924"/>
                    <a:pt x="648" y="2924"/>
                  </a:cubicBezTo>
                  <a:cubicBezTo>
                    <a:pt x="648" y="2924"/>
                    <a:pt x="648" y="2924"/>
                    <a:pt x="648" y="2924"/>
                  </a:cubicBezTo>
                  <a:cubicBezTo>
                    <a:pt x="660" y="2925"/>
                    <a:pt x="674" y="2924"/>
                    <a:pt x="679" y="2914"/>
                  </a:cubicBezTo>
                  <a:cubicBezTo>
                    <a:pt x="679" y="2914"/>
                    <a:pt x="679" y="2914"/>
                    <a:pt x="679" y="2914"/>
                  </a:cubicBezTo>
                  <a:cubicBezTo>
                    <a:pt x="679" y="2914"/>
                    <a:pt x="679" y="2914"/>
                    <a:pt x="679" y="2914"/>
                  </a:cubicBezTo>
                  <a:cubicBezTo>
                    <a:pt x="679" y="2913"/>
                    <a:pt x="679" y="2913"/>
                    <a:pt x="680" y="2912"/>
                  </a:cubicBezTo>
                  <a:cubicBezTo>
                    <a:pt x="680" y="2912"/>
                    <a:pt x="680" y="2912"/>
                    <a:pt x="680" y="2912"/>
                  </a:cubicBezTo>
                  <a:cubicBezTo>
                    <a:pt x="685" y="2918"/>
                    <a:pt x="695" y="2920"/>
                    <a:pt x="704" y="2919"/>
                  </a:cubicBezTo>
                  <a:cubicBezTo>
                    <a:pt x="704" y="2919"/>
                    <a:pt x="704" y="2919"/>
                    <a:pt x="704" y="2919"/>
                  </a:cubicBezTo>
                  <a:cubicBezTo>
                    <a:pt x="706" y="2919"/>
                    <a:pt x="707" y="2919"/>
                    <a:pt x="709" y="2918"/>
                  </a:cubicBezTo>
                  <a:cubicBezTo>
                    <a:pt x="710" y="2918"/>
                    <a:pt x="710" y="2918"/>
                    <a:pt x="711" y="2918"/>
                  </a:cubicBezTo>
                  <a:cubicBezTo>
                    <a:pt x="712" y="2917"/>
                    <a:pt x="713" y="2917"/>
                    <a:pt x="714" y="2917"/>
                  </a:cubicBezTo>
                  <a:cubicBezTo>
                    <a:pt x="716" y="2916"/>
                    <a:pt x="717" y="2916"/>
                    <a:pt x="718" y="2915"/>
                  </a:cubicBezTo>
                  <a:cubicBezTo>
                    <a:pt x="726" y="2923"/>
                    <a:pt x="746" y="2919"/>
                    <a:pt x="752" y="2910"/>
                  </a:cubicBezTo>
                  <a:cubicBezTo>
                    <a:pt x="754" y="2908"/>
                    <a:pt x="754" y="2905"/>
                    <a:pt x="755" y="2903"/>
                  </a:cubicBezTo>
                  <a:cubicBezTo>
                    <a:pt x="756" y="2904"/>
                    <a:pt x="756" y="2904"/>
                    <a:pt x="756" y="2904"/>
                  </a:cubicBezTo>
                  <a:cubicBezTo>
                    <a:pt x="765" y="2905"/>
                    <a:pt x="775" y="2902"/>
                    <a:pt x="776" y="2896"/>
                  </a:cubicBezTo>
                  <a:cubicBezTo>
                    <a:pt x="777" y="2894"/>
                    <a:pt x="777" y="2892"/>
                    <a:pt x="777" y="2889"/>
                  </a:cubicBezTo>
                  <a:cubicBezTo>
                    <a:pt x="777" y="2889"/>
                    <a:pt x="777" y="2889"/>
                    <a:pt x="777" y="2889"/>
                  </a:cubicBezTo>
                  <a:cubicBezTo>
                    <a:pt x="778" y="2888"/>
                    <a:pt x="779" y="2888"/>
                    <a:pt x="780" y="2887"/>
                  </a:cubicBezTo>
                  <a:cubicBezTo>
                    <a:pt x="787" y="2881"/>
                    <a:pt x="778" y="2869"/>
                    <a:pt x="775" y="2861"/>
                  </a:cubicBezTo>
                  <a:cubicBezTo>
                    <a:pt x="771" y="2850"/>
                    <a:pt x="766" y="2845"/>
                    <a:pt x="756" y="2840"/>
                  </a:cubicBezTo>
                  <a:cubicBezTo>
                    <a:pt x="747" y="2835"/>
                    <a:pt x="743" y="2827"/>
                    <a:pt x="731" y="2817"/>
                  </a:cubicBezTo>
                  <a:cubicBezTo>
                    <a:pt x="718" y="2808"/>
                    <a:pt x="694" y="2756"/>
                    <a:pt x="695" y="2755"/>
                  </a:cubicBezTo>
                  <a:cubicBezTo>
                    <a:pt x="702" y="2740"/>
                    <a:pt x="700" y="2722"/>
                    <a:pt x="698" y="2713"/>
                  </a:cubicBezTo>
                  <a:cubicBezTo>
                    <a:pt x="695" y="2703"/>
                    <a:pt x="700" y="2661"/>
                    <a:pt x="714" y="2609"/>
                  </a:cubicBezTo>
                  <a:cubicBezTo>
                    <a:pt x="727" y="2556"/>
                    <a:pt x="761" y="2481"/>
                    <a:pt x="764" y="2399"/>
                  </a:cubicBezTo>
                  <a:cubicBezTo>
                    <a:pt x="766" y="2349"/>
                    <a:pt x="759" y="2259"/>
                    <a:pt x="760" y="2189"/>
                  </a:cubicBezTo>
                  <a:cubicBezTo>
                    <a:pt x="761" y="2145"/>
                    <a:pt x="775" y="2114"/>
                    <a:pt x="776" y="2107"/>
                  </a:cubicBezTo>
                  <a:cubicBezTo>
                    <a:pt x="782" y="2079"/>
                    <a:pt x="782" y="2029"/>
                    <a:pt x="787" y="2014"/>
                  </a:cubicBezTo>
                  <a:cubicBezTo>
                    <a:pt x="869" y="1762"/>
                    <a:pt x="825" y="1562"/>
                    <a:pt x="822" y="1512"/>
                  </a:cubicBezTo>
                  <a:cubicBezTo>
                    <a:pt x="823" y="1512"/>
                    <a:pt x="823" y="1512"/>
                    <a:pt x="823" y="1512"/>
                  </a:cubicBezTo>
                  <a:cubicBezTo>
                    <a:pt x="821" y="1472"/>
                    <a:pt x="828" y="1447"/>
                    <a:pt x="825" y="1429"/>
                  </a:cubicBezTo>
                  <a:cubicBezTo>
                    <a:pt x="825" y="1428"/>
                    <a:pt x="825" y="1426"/>
                    <a:pt x="825" y="1425"/>
                  </a:cubicBezTo>
                  <a:cubicBezTo>
                    <a:pt x="825" y="1425"/>
                    <a:pt x="825" y="1424"/>
                    <a:pt x="825" y="1424"/>
                  </a:cubicBezTo>
                  <a:cubicBezTo>
                    <a:pt x="825" y="1423"/>
                    <a:pt x="824" y="1422"/>
                    <a:pt x="824" y="1421"/>
                  </a:cubicBezTo>
                  <a:cubicBezTo>
                    <a:pt x="824" y="1421"/>
                    <a:pt x="824" y="1420"/>
                    <a:pt x="824" y="1420"/>
                  </a:cubicBezTo>
                  <a:cubicBezTo>
                    <a:pt x="824" y="1419"/>
                    <a:pt x="824" y="1418"/>
                    <a:pt x="824" y="1417"/>
                  </a:cubicBezTo>
                  <a:cubicBezTo>
                    <a:pt x="824" y="1416"/>
                    <a:pt x="824" y="1416"/>
                    <a:pt x="824" y="1415"/>
                  </a:cubicBezTo>
                  <a:cubicBezTo>
                    <a:pt x="824" y="1414"/>
                    <a:pt x="824" y="1413"/>
                    <a:pt x="823" y="1412"/>
                  </a:cubicBezTo>
                  <a:cubicBezTo>
                    <a:pt x="823" y="1411"/>
                    <a:pt x="823" y="1411"/>
                    <a:pt x="823" y="1410"/>
                  </a:cubicBezTo>
                  <a:cubicBezTo>
                    <a:pt x="823" y="1409"/>
                    <a:pt x="823" y="1408"/>
                    <a:pt x="823" y="1407"/>
                  </a:cubicBezTo>
                  <a:cubicBezTo>
                    <a:pt x="823" y="1406"/>
                    <a:pt x="823" y="1406"/>
                    <a:pt x="822" y="1405"/>
                  </a:cubicBezTo>
                  <a:cubicBezTo>
                    <a:pt x="822" y="1404"/>
                    <a:pt x="822" y="1403"/>
                    <a:pt x="822" y="1401"/>
                  </a:cubicBezTo>
                  <a:cubicBezTo>
                    <a:pt x="822" y="1401"/>
                    <a:pt x="822" y="1400"/>
                    <a:pt x="822" y="1399"/>
                  </a:cubicBezTo>
                  <a:cubicBezTo>
                    <a:pt x="821" y="1398"/>
                    <a:pt x="821" y="1397"/>
                    <a:pt x="821" y="1396"/>
                  </a:cubicBezTo>
                  <a:cubicBezTo>
                    <a:pt x="821" y="1395"/>
                    <a:pt x="821" y="1394"/>
                    <a:pt x="821" y="1394"/>
                  </a:cubicBezTo>
                  <a:cubicBezTo>
                    <a:pt x="821" y="1392"/>
                    <a:pt x="820" y="1391"/>
                    <a:pt x="820" y="1390"/>
                  </a:cubicBezTo>
                  <a:cubicBezTo>
                    <a:pt x="820" y="1389"/>
                    <a:pt x="820" y="1388"/>
                    <a:pt x="820" y="1387"/>
                  </a:cubicBezTo>
                  <a:cubicBezTo>
                    <a:pt x="820" y="1386"/>
                    <a:pt x="819" y="1385"/>
                    <a:pt x="819" y="1384"/>
                  </a:cubicBezTo>
                  <a:cubicBezTo>
                    <a:pt x="819" y="1383"/>
                    <a:pt x="819" y="1382"/>
                    <a:pt x="819" y="1381"/>
                  </a:cubicBezTo>
                  <a:cubicBezTo>
                    <a:pt x="818" y="1380"/>
                    <a:pt x="818" y="1379"/>
                    <a:pt x="818" y="1377"/>
                  </a:cubicBezTo>
                  <a:cubicBezTo>
                    <a:pt x="818" y="1376"/>
                    <a:pt x="818" y="1376"/>
                    <a:pt x="818" y="1375"/>
                  </a:cubicBezTo>
                  <a:cubicBezTo>
                    <a:pt x="817" y="1374"/>
                    <a:pt x="817" y="1372"/>
                    <a:pt x="817" y="1371"/>
                  </a:cubicBezTo>
                  <a:cubicBezTo>
                    <a:pt x="817" y="1370"/>
                    <a:pt x="816" y="1369"/>
                    <a:pt x="816" y="1369"/>
                  </a:cubicBezTo>
                  <a:cubicBezTo>
                    <a:pt x="816" y="1367"/>
                    <a:pt x="816" y="1366"/>
                    <a:pt x="816" y="1364"/>
                  </a:cubicBezTo>
                  <a:cubicBezTo>
                    <a:pt x="815" y="1363"/>
                    <a:pt x="815" y="1363"/>
                    <a:pt x="815" y="1362"/>
                  </a:cubicBezTo>
                  <a:cubicBezTo>
                    <a:pt x="815" y="1360"/>
                    <a:pt x="815" y="1359"/>
                    <a:pt x="814" y="1358"/>
                  </a:cubicBezTo>
                  <a:cubicBezTo>
                    <a:pt x="814" y="1357"/>
                    <a:pt x="814" y="1356"/>
                    <a:pt x="814" y="1355"/>
                  </a:cubicBezTo>
                  <a:cubicBezTo>
                    <a:pt x="814" y="1354"/>
                    <a:pt x="813" y="1352"/>
                    <a:pt x="813" y="1351"/>
                  </a:cubicBezTo>
                  <a:cubicBezTo>
                    <a:pt x="813" y="1350"/>
                    <a:pt x="813" y="1349"/>
                    <a:pt x="812" y="1348"/>
                  </a:cubicBezTo>
                  <a:cubicBezTo>
                    <a:pt x="812" y="1347"/>
                    <a:pt x="812" y="1346"/>
                    <a:pt x="812" y="1345"/>
                  </a:cubicBezTo>
                  <a:cubicBezTo>
                    <a:pt x="811" y="1344"/>
                    <a:pt x="811" y="1343"/>
                    <a:pt x="811" y="1342"/>
                  </a:cubicBezTo>
                  <a:cubicBezTo>
                    <a:pt x="811" y="1341"/>
                    <a:pt x="811" y="1339"/>
                    <a:pt x="810" y="1338"/>
                  </a:cubicBezTo>
                  <a:cubicBezTo>
                    <a:pt x="810" y="1337"/>
                    <a:pt x="810" y="1336"/>
                    <a:pt x="810" y="1335"/>
                  </a:cubicBezTo>
                  <a:cubicBezTo>
                    <a:pt x="809" y="1334"/>
                    <a:pt x="809" y="1333"/>
                    <a:pt x="809" y="1332"/>
                  </a:cubicBezTo>
                  <a:cubicBezTo>
                    <a:pt x="809" y="1331"/>
                    <a:pt x="808" y="1330"/>
                    <a:pt x="808" y="1329"/>
                  </a:cubicBezTo>
                  <a:cubicBezTo>
                    <a:pt x="808" y="1328"/>
                    <a:pt x="808" y="1326"/>
                    <a:pt x="808" y="1325"/>
                  </a:cubicBezTo>
                  <a:cubicBezTo>
                    <a:pt x="807" y="1324"/>
                    <a:pt x="807" y="1323"/>
                    <a:pt x="807" y="1322"/>
                  </a:cubicBezTo>
                  <a:cubicBezTo>
                    <a:pt x="807" y="1321"/>
                    <a:pt x="806" y="1320"/>
                    <a:pt x="806" y="1319"/>
                  </a:cubicBezTo>
                  <a:cubicBezTo>
                    <a:pt x="806" y="1318"/>
                    <a:pt x="806" y="1317"/>
                    <a:pt x="805" y="1316"/>
                  </a:cubicBezTo>
                  <a:cubicBezTo>
                    <a:pt x="805" y="1315"/>
                    <a:pt x="805" y="1314"/>
                    <a:pt x="805" y="1314"/>
                  </a:cubicBezTo>
                  <a:cubicBezTo>
                    <a:pt x="805" y="1312"/>
                    <a:pt x="804" y="1311"/>
                    <a:pt x="804" y="1310"/>
                  </a:cubicBezTo>
                  <a:cubicBezTo>
                    <a:pt x="804" y="1309"/>
                    <a:pt x="804" y="1309"/>
                    <a:pt x="804" y="1308"/>
                  </a:cubicBezTo>
                  <a:cubicBezTo>
                    <a:pt x="803" y="1307"/>
                    <a:pt x="803" y="1305"/>
                    <a:pt x="803" y="1304"/>
                  </a:cubicBezTo>
                  <a:cubicBezTo>
                    <a:pt x="803" y="1304"/>
                    <a:pt x="802" y="1303"/>
                    <a:pt x="802" y="1303"/>
                  </a:cubicBezTo>
                  <a:cubicBezTo>
                    <a:pt x="802" y="1301"/>
                    <a:pt x="802" y="1300"/>
                    <a:pt x="801" y="1299"/>
                  </a:cubicBezTo>
                  <a:cubicBezTo>
                    <a:pt x="801" y="1298"/>
                    <a:pt x="801" y="1298"/>
                    <a:pt x="801" y="1298"/>
                  </a:cubicBezTo>
                  <a:cubicBezTo>
                    <a:pt x="798" y="1284"/>
                    <a:pt x="795" y="1273"/>
                    <a:pt x="793" y="1268"/>
                  </a:cubicBezTo>
                  <a:cubicBezTo>
                    <a:pt x="793" y="1268"/>
                    <a:pt x="793" y="1268"/>
                    <a:pt x="793" y="1268"/>
                  </a:cubicBezTo>
                  <a:cubicBezTo>
                    <a:pt x="793" y="1267"/>
                    <a:pt x="793" y="1266"/>
                    <a:pt x="792" y="1266"/>
                  </a:cubicBezTo>
                  <a:cubicBezTo>
                    <a:pt x="792" y="1266"/>
                    <a:pt x="792" y="1266"/>
                    <a:pt x="792" y="1266"/>
                  </a:cubicBezTo>
                  <a:cubicBezTo>
                    <a:pt x="792" y="1265"/>
                    <a:pt x="793" y="1265"/>
                    <a:pt x="793" y="1265"/>
                  </a:cubicBezTo>
                  <a:cubicBezTo>
                    <a:pt x="792" y="1264"/>
                    <a:pt x="792" y="1264"/>
                    <a:pt x="792" y="1264"/>
                  </a:cubicBezTo>
                  <a:cubicBezTo>
                    <a:pt x="792" y="1264"/>
                    <a:pt x="806" y="1107"/>
                    <a:pt x="803" y="1098"/>
                  </a:cubicBezTo>
                  <a:cubicBezTo>
                    <a:pt x="804" y="1068"/>
                    <a:pt x="820" y="1011"/>
                    <a:pt x="818" y="980"/>
                  </a:cubicBezTo>
                  <a:cubicBezTo>
                    <a:pt x="820" y="942"/>
                    <a:pt x="825" y="918"/>
                    <a:pt x="825" y="904"/>
                  </a:cubicBezTo>
                  <a:cubicBezTo>
                    <a:pt x="825" y="902"/>
                    <a:pt x="825" y="902"/>
                    <a:pt x="825" y="902"/>
                  </a:cubicBezTo>
                  <a:cubicBezTo>
                    <a:pt x="826" y="915"/>
                    <a:pt x="827" y="926"/>
                    <a:pt x="827" y="932"/>
                  </a:cubicBezTo>
                  <a:cubicBezTo>
                    <a:pt x="829" y="942"/>
                    <a:pt x="829" y="957"/>
                    <a:pt x="831" y="960"/>
                  </a:cubicBezTo>
                  <a:cubicBezTo>
                    <a:pt x="833" y="975"/>
                    <a:pt x="845" y="1059"/>
                    <a:pt x="846" y="1090"/>
                  </a:cubicBezTo>
                  <a:cubicBezTo>
                    <a:pt x="840" y="1132"/>
                    <a:pt x="839" y="1159"/>
                    <a:pt x="851" y="1219"/>
                  </a:cubicBezTo>
                  <a:cubicBezTo>
                    <a:pt x="856" y="1251"/>
                    <a:pt x="914" y="1393"/>
                    <a:pt x="917" y="1409"/>
                  </a:cubicBezTo>
                  <a:cubicBezTo>
                    <a:pt x="920" y="1425"/>
                    <a:pt x="924" y="1441"/>
                    <a:pt x="926" y="1445"/>
                  </a:cubicBezTo>
                  <a:cubicBezTo>
                    <a:pt x="928" y="1449"/>
                    <a:pt x="914" y="1471"/>
                    <a:pt x="918" y="1486"/>
                  </a:cubicBezTo>
                  <a:cubicBezTo>
                    <a:pt x="922" y="1500"/>
                    <a:pt x="896" y="1546"/>
                    <a:pt x="904" y="1589"/>
                  </a:cubicBezTo>
                  <a:cubicBezTo>
                    <a:pt x="912" y="1632"/>
                    <a:pt x="913" y="1638"/>
                    <a:pt x="914" y="1647"/>
                  </a:cubicBezTo>
                  <a:cubicBezTo>
                    <a:pt x="915" y="1657"/>
                    <a:pt x="921" y="1667"/>
                    <a:pt x="924" y="1679"/>
                  </a:cubicBezTo>
                  <a:cubicBezTo>
                    <a:pt x="927" y="1691"/>
                    <a:pt x="932" y="1720"/>
                    <a:pt x="939" y="1720"/>
                  </a:cubicBezTo>
                  <a:cubicBezTo>
                    <a:pt x="940" y="1720"/>
                    <a:pt x="941" y="1720"/>
                    <a:pt x="941" y="1720"/>
                  </a:cubicBezTo>
                  <a:cubicBezTo>
                    <a:pt x="942" y="1720"/>
                    <a:pt x="942" y="1720"/>
                    <a:pt x="942" y="1720"/>
                  </a:cubicBezTo>
                  <a:cubicBezTo>
                    <a:pt x="942" y="1720"/>
                    <a:pt x="943" y="1720"/>
                    <a:pt x="943" y="1720"/>
                  </a:cubicBezTo>
                  <a:cubicBezTo>
                    <a:pt x="943" y="1720"/>
                    <a:pt x="943" y="1720"/>
                    <a:pt x="944" y="1720"/>
                  </a:cubicBezTo>
                  <a:cubicBezTo>
                    <a:pt x="944" y="1720"/>
                    <a:pt x="944" y="1720"/>
                    <a:pt x="944" y="1719"/>
                  </a:cubicBezTo>
                  <a:cubicBezTo>
                    <a:pt x="945" y="1719"/>
                    <a:pt x="945" y="1719"/>
                    <a:pt x="945" y="1719"/>
                  </a:cubicBezTo>
                  <a:cubicBezTo>
                    <a:pt x="945" y="1719"/>
                    <a:pt x="945" y="1719"/>
                    <a:pt x="945" y="1719"/>
                  </a:cubicBezTo>
                  <a:cubicBezTo>
                    <a:pt x="946" y="1718"/>
                    <a:pt x="946" y="1718"/>
                    <a:pt x="947" y="1717"/>
                  </a:cubicBezTo>
                  <a:cubicBezTo>
                    <a:pt x="947" y="1717"/>
                    <a:pt x="947" y="1717"/>
                    <a:pt x="947" y="1717"/>
                  </a:cubicBezTo>
                  <a:cubicBezTo>
                    <a:pt x="947" y="1717"/>
                    <a:pt x="947" y="1717"/>
                    <a:pt x="947" y="1716"/>
                  </a:cubicBezTo>
                  <a:cubicBezTo>
                    <a:pt x="947" y="1716"/>
                    <a:pt x="947" y="1716"/>
                    <a:pt x="947" y="1716"/>
                  </a:cubicBezTo>
                  <a:cubicBezTo>
                    <a:pt x="947" y="1717"/>
                    <a:pt x="947" y="1717"/>
                    <a:pt x="947" y="1717"/>
                  </a:cubicBezTo>
                  <a:cubicBezTo>
                    <a:pt x="947" y="1717"/>
                    <a:pt x="947" y="1716"/>
                    <a:pt x="947" y="1716"/>
                  </a:cubicBezTo>
                  <a:cubicBezTo>
                    <a:pt x="947" y="1716"/>
                    <a:pt x="947" y="1716"/>
                    <a:pt x="947" y="1716"/>
                  </a:cubicBezTo>
                  <a:cubicBezTo>
                    <a:pt x="947" y="1716"/>
                    <a:pt x="947" y="1715"/>
                    <a:pt x="947" y="1715"/>
                  </a:cubicBezTo>
                  <a:cubicBezTo>
                    <a:pt x="947" y="1715"/>
                    <a:pt x="949" y="1742"/>
                    <a:pt x="963" y="1742"/>
                  </a:cubicBezTo>
                  <a:cubicBezTo>
                    <a:pt x="972" y="1741"/>
                    <a:pt x="972" y="1733"/>
                    <a:pt x="972" y="1733"/>
                  </a:cubicBezTo>
                  <a:cubicBezTo>
                    <a:pt x="972" y="1733"/>
                    <a:pt x="974" y="1755"/>
                    <a:pt x="987" y="1753"/>
                  </a:cubicBezTo>
                  <a:cubicBezTo>
                    <a:pt x="999" y="1751"/>
                    <a:pt x="999" y="1739"/>
                    <a:pt x="999" y="1739"/>
                  </a:cubicBezTo>
                  <a:cubicBezTo>
                    <a:pt x="1007" y="1743"/>
                    <a:pt x="1020" y="1742"/>
                    <a:pt x="1023" y="1728"/>
                  </a:cubicBezTo>
                  <a:cubicBezTo>
                    <a:pt x="1026" y="1714"/>
                    <a:pt x="1033" y="1686"/>
                    <a:pt x="1032" y="1675"/>
                  </a:cubicBezTo>
                  <a:cubicBezTo>
                    <a:pt x="1032" y="1665"/>
                    <a:pt x="1039" y="1642"/>
                    <a:pt x="1039" y="1633"/>
                  </a:cubicBezTo>
                  <a:cubicBezTo>
                    <a:pt x="1046" y="1606"/>
                    <a:pt x="1053" y="1597"/>
                    <a:pt x="1051" y="1589"/>
                  </a:cubicBezTo>
                  <a:cubicBezTo>
                    <a:pt x="1060" y="1599"/>
                    <a:pt x="1068" y="1609"/>
                    <a:pt x="1072" y="1611"/>
                  </a:cubicBezTo>
                  <a:cubicBezTo>
                    <a:pt x="1074" y="1627"/>
                    <a:pt x="1090" y="1651"/>
                    <a:pt x="1103" y="1652"/>
                  </a:cubicBezTo>
                  <a:cubicBezTo>
                    <a:pt x="1120" y="1653"/>
                    <a:pt x="1116" y="1641"/>
                    <a:pt x="1111" y="1628"/>
                  </a:cubicBezTo>
                  <a:close/>
                  <a:moveTo>
                    <a:pt x="672" y="310"/>
                  </a:moveTo>
                  <a:cubicBezTo>
                    <a:pt x="672" y="310"/>
                    <a:pt x="672" y="310"/>
                    <a:pt x="672" y="310"/>
                  </a:cubicBezTo>
                  <a:cubicBezTo>
                    <a:pt x="672" y="310"/>
                    <a:pt x="672" y="310"/>
                    <a:pt x="672" y="310"/>
                  </a:cubicBezTo>
                  <a:cubicBezTo>
                    <a:pt x="672" y="310"/>
                    <a:pt x="672" y="310"/>
                    <a:pt x="672" y="310"/>
                  </a:cubicBezTo>
                  <a:close/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</p:grpSp>
      <p:grpSp>
        <p:nvGrpSpPr>
          <p:cNvPr id="66566" name="full-body-male-human-silhouette">
            <a:extLst>
              <a:ext uri="{FF2B5EF4-FFF2-40B4-BE49-F238E27FC236}">
                <a16:creationId xmlns:a16="http://schemas.microsoft.com/office/drawing/2014/main" id="{0C013882-9712-484D-BA5C-77A4EC222EB4}"/>
              </a:ext>
            </a:extLst>
          </p:cNvPr>
          <p:cNvGrpSpPr>
            <a:grpSpLocks/>
          </p:cNvGrpSpPr>
          <p:nvPr/>
        </p:nvGrpSpPr>
        <p:grpSpPr bwMode="auto">
          <a:xfrm>
            <a:off x="6553200" y="2057400"/>
            <a:ext cx="1166813" cy="3582988"/>
            <a:chOff x="4703" y="1718"/>
            <a:chExt cx="751" cy="2304"/>
          </a:xfrm>
        </p:grpSpPr>
        <p:sp>
          <p:nvSpPr>
            <p:cNvPr id="66576" name="Freeform 47">
              <a:extLst>
                <a:ext uri="{FF2B5EF4-FFF2-40B4-BE49-F238E27FC236}">
                  <a16:creationId xmlns:a16="http://schemas.microsoft.com/office/drawing/2014/main" id="{D212D852-3A9D-4D01-B357-22ECE3ABDF7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703" y="1718"/>
              <a:ext cx="751" cy="2304"/>
            </a:xfrm>
            <a:custGeom>
              <a:avLst/>
              <a:gdLst>
                <a:gd name="T0" fmla="*/ 430 w 989"/>
                <a:gd name="T1" fmla="*/ 628 h 3051"/>
                <a:gd name="T2" fmla="*/ 388 w 989"/>
                <a:gd name="T3" fmla="*/ 260 h 3051"/>
                <a:gd name="T4" fmla="*/ 257 w 989"/>
                <a:gd name="T5" fmla="*/ 150 h 3051"/>
                <a:gd name="T6" fmla="*/ 265 w 989"/>
                <a:gd name="T7" fmla="*/ 133 h 3051"/>
                <a:gd name="T8" fmla="*/ 267 w 989"/>
                <a:gd name="T9" fmla="*/ 123 h 3051"/>
                <a:gd name="T10" fmla="*/ 270 w 989"/>
                <a:gd name="T11" fmla="*/ 116 h 3051"/>
                <a:gd name="T12" fmla="*/ 273 w 989"/>
                <a:gd name="T13" fmla="*/ 113 h 3051"/>
                <a:gd name="T14" fmla="*/ 284 w 989"/>
                <a:gd name="T15" fmla="*/ 67 h 3051"/>
                <a:gd name="T16" fmla="*/ 274 w 989"/>
                <a:gd name="T17" fmla="*/ 88 h 3051"/>
                <a:gd name="T18" fmla="*/ 279 w 989"/>
                <a:gd name="T19" fmla="*/ 73 h 3051"/>
                <a:gd name="T20" fmla="*/ 276 w 989"/>
                <a:gd name="T21" fmla="*/ 32 h 3051"/>
                <a:gd name="T22" fmla="*/ 238 w 989"/>
                <a:gd name="T23" fmla="*/ 5 h 3051"/>
                <a:gd name="T24" fmla="*/ 204 w 989"/>
                <a:gd name="T25" fmla="*/ 2 h 3051"/>
                <a:gd name="T26" fmla="*/ 188 w 989"/>
                <a:gd name="T27" fmla="*/ 5 h 3051"/>
                <a:gd name="T28" fmla="*/ 153 w 989"/>
                <a:gd name="T29" fmla="*/ 63 h 3051"/>
                <a:gd name="T30" fmla="*/ 157 w 989"/>
                <a:gd name="T31" fmla="*/ 85 h 3051"/>
                <a:gd name="T32" fmla="*/ 153 w 989"/>
                <a:gd name="T33" fmla="*/ 69 h 3051"/>
                <a:gd name="T34" fmla="*/ 159 w 989"/>
                <a:gd name="T35" fmla="*/ 113 h 3051"/>
                <a:gd name="T36" fmla="*/ 165 w 989"/>
                <a:gd name="T37" fmla="*/ 117 h 3051"/>
                <a:gd name="T38" fmla="*/ 165 w 989"/>
                <a:gd name="T39" fmla="*/ 122 h 3051"/>
                <a:gd name="T40" fmla="*/ 166 w 989"/>
                <a:gd name="T41" fmla="*/ 129 h 3051"/>
                <a:gd name="T42" fmla="*/ 167 w 989"/>
                <a:gd name="T43" fmla="*/ 134 h 3051"/>
                <a:gd name="T44" fmla="*/ 169 w 989"/>
                <a:gd name="T45" fmla="*/ 140 h 3051"/>
                <a:gd name="T46" fmla="*/ 106 w 989"/>
                <a:gd name="T47" fmla="*/ 216 h 3051"/>
                <a:gd name="T48" fmla="*/ 8 w 989"/>
                <a:gd name="T49" fmla="*/ 576 h 3051"/>
                <a:gd name="T50" fmla="*/ 2 w 989"/>
                <a:gd name="T51" fmla="*/ 636 h 3051"/>
                <a:gd name="T52" fmla="*/ 11 w 989"/>
                <a:gd name="T53" fmla="*/ 733 h 3051"/>
                <a:gd name="T54" fmla="*/ 50 w 989"/>
                <a:gd name="T55" fmla="*/ 774 h 3051"/>
                <a:gd name="T56" fmla="*/ 61 w 989"/>
                <a:gd name="T57" fmla="*/ 768 h 3051"/>
                <a:gd name="T58" fmla="*/ 75 w 989"/>
                <a:gd name="T59" fmla="*/ 746 h 3051"/>
                <a:gd name="T60" fmla="*/ 61 w 989"/>
                <a:gd name="T61" fmla="*/ 733 h 3051"/>
                <a:gd name="T62" fmla="*/ 48 w 989"/>
                <a:gd name="T63" fmla="*/ 694 h 3051"/>
                <a:gd name="T64" fmla="*/ 50 w 989"/>
                <a:gd name="T65" fmla="*/ 650 h 3051"/>
                <a:gd name="T66" fmla="*/ 84 w 989"/>
                <a:gd name="T67" fmla="*/ 473 h 3051"/>
                <a:gd name="T68" fmla="*/ 89 w 989"/>
                <a:gd name="T69" fmla="*/ 666 h 3051"/>
                <a:gd name="T70" fmla="*/ 145 w 989"/>
                <a:gd name="T71" fmla="*/ 1168 h 3051"/>
                <a:gd name="T72" fmla="*/ 113 w 989"/>
                <a:gd name="T73" fmla="*/ 1290 h 3051"/>
                <a:gd name="T74" fmla="*/ 127 w 989"/>
                <a:gd name="T75" fmla="*/ 1306 h 3051"/>
                <a:gd name="T76" fmla="*/ 192 w 989"/>
                <a:gd name="T77" fmla="*/ 1305 h 3051"/>
                <a:gd name="T78" fmla="*/ 204 w 989"/>
                <a:gd name="T79" fmla="*/ 1266 h 3051"/>
                <a:gd name="T80" fmla="*/ 194 w 989"/>
                <a:gd name="T81" fmla="*/ 936 h 3051"/>
                <a:gd name="T82" fmla="*/ 239 w 989"/>
                <a:gd name="T83" fmla="*/ 937 h 3051"/>
                <a:gd name="T84" fmla="*/ 232 w 989"/>
                <a:gd name="T85" fmla="*/ 1225 h 3051"/>
                <a:gd name="T86" fmla="*/ 241 w 989"/>
                <a:gd name="T87" fmla="*/ 1305 h 3051"/>
                <a:gd name="T88" fmla="*/ 307 w 989"/>
                <a:gd name="T89" fmla="*/ 1303 h 3051"/>
                <a:gd name="T90" fmla="*/ 320 w 989"/>
                <a:gd name="T91" fmla="*/ 1294 h 3051"/>
                <a:gd name="T92" fmla="*/ 288 w 989"/>
                <a:gd name="T93" fmla="*/ 1167 h 3051"/>
                <a:gd name="T94" fmla="*/ 317 w 989"/>
                <a:gd name="T95" fmla="*/ 937 h 3051"/>
                <a:gd name="T96" fmla="*/ 343 w 989"/>
                <a:gd name="T97" fmla="*/ 494 h 3051"/>
                <a:gd name="T98" fmla="*/ 352 w 989"/>
                <a:gd name="T99" fmla="*/ 502 h 3051"/>
                <a:gd name="T100" fmla="*/ 383 w 989"/>
                <a:gd name="T101" fmla="*/ 646 h 3051"/>
                <a:gd name="T102" fmla="*/ 381 w 989"/>
                <a:gd name="T103" fmla="*/ 698 h 3051"/>
                <a:gd name="T104" fmla="*/ 387 w 989"/>
                <a:gd name="T105" fmla="*/ 702 h 3051"/>
                <a:gd name="T106" fmla="*/ 361 w 989"/>
                <a:gd name="T107" fmla="*/ 730 h 3051"/>
                <a:gd name="T108" fmla="*/ 353 w 989"/>
                <a:gd name="T109" fmla="*/ 757 h 3051"/>
                <a:gd name="T110" fmla="*/ 373 w 989"/>
                <a:gd name="T111" fmla="*/ 769 h 3051"/>
                <a:gd name="T112" fmla="*/ 390 w 989"/>
                <a:gd name="T113" fmla="*/ 770 h 3051"/>
                <a:gd name="T114" fmla="*/ 430 w 989"/>
                <a:gd name="T115" fmla="*/ 646 h 3051"/>
                <a:gd name="T116" fmla="*/ 158 w 989"/>
                <a:gd name="T117" fmla="*/ 89 h 3051"/>
                <a:gd name="T118" fmla="*/ 68 w 989"/>
                <a:gd name="T119" fmla="*/ 745 h 3051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989" h="3051">
                  <a:moveTo>
                    <a:pt x="888" y="1603"/>
                  </a:moveTo>
                  <a:cubicBezTo>
                    <a:pt x="888" y="1602"/>
                    <a:pt x="888" y="1602"/>
                    <a:pt x="888" y="1602"/>
                  </a:cubicBezTo>
                  <a:cubicBezTo>
                    <a:pt x="888" y="1602"/>
                    <a:pt x="886" y="1602"/>
                    <a:pt x="888" y="1603"/>
                  </a:cubicBezTo>
                  <a:close/>
                  <a:moveTo>
                    <a:pt x="989" y="1500"/>
                  </a:moveTo>
                  <a:cubicBezTo>
                    <a:pt x="987" y="1497"/>
                    <a:pt x="987" y="1487"/>
                    <a:pt x="986" y="1476"/>
                  </a:cubicBezTo>
                  <a:cubicBezTo>
                    <a:pt x="986" y="1476"/>
                    <a:pt x="986" y="1476"/>
                    <a:pt x="986" y="1475"/>
                  </a:cubicBezTo>
                  <a:cubicBezTo>
                    <a:pt x="986" y="1470"/>
                    <a:pt x="985" y="1464"/>
                    <a:pt x="983" y="1459"/>
                  </a:cubicBezTo>
                  <a:cubicBezTo>
                    <a:pt x="979" y="1444"/>
                    <a:pt x="980" y="1429"/>
                    <a:pt x="976" y="1412"/>
                  </a:cubicBezTo>
                  <a:cubicBezTo>
                    <a:pt x="972" y="1395"/>
                    <a:pt x="971" y="1360"/>
                    <a:pt x="970" y="1337"/>
                  </a:cubicBezTo>
                  <a:cubicBezTo>
                    <a:pt x="969" y="1297"/>
                    <a:pt x="969" y="1139"/>
                    <a:pt x="946" y="1082"/>
                  </a:cubicBezTo>
                  <a:cubicBezTo>
                    <a:pt x="941" y="1064"/>
                    <a:pt x="936" y="1035"/>
                    <a:pt x="937" y="994"/>
                  </a:cubicBezTo>
                  <a:cubicBezTo>
                    <a:pt x="934" y="881"/>
                    <a:pt x="909" y="816"/>
                    <a:pt x="911" y="782"/>
                  </a:cubicBezTo>
                  <a:cubicBezTo>
                    <a:pt x="918" y="731"/>
                    <a:pt x="909" y="681"/>
                    <a:pt x="899" y="638"/>
                  </a:cubicBezTo>
                  <a:cubicBezTo>
                    <a:pt x="896" y="626"/>
                    <a:pt x="892" y="615"/>
                    <a:pt x="886" y="604"/>
                  </a:cubicBezTo>
                  <a:cubicBezTo>
                    <a:pt x="852" y="537"/>
                    <a:pt x="771" y="512"/>
                    <a:pt x="741" y="505"/>
                  </a:cubicBezTo>
                  <a:cubicBezTo>
                    <a:pt x="718" y="499"/>
                    <a:pt x="656" y="468"/>
                    <a:pt x="636" y="459"/>
                  </a:cubicBezTo>
                  <a:cubicBezTo>
                    <a:pt x="634" y="458"/>
                    <a:pt x="632" y="457"/>
                    <a:pt x="630" y="456"/>
                  </a:cubicBezTo>
                  <a:cubicBezTo>
                    <a:pt x="627" y="454"/>
                    <a:pt x="624" y="453"/>
                    <a:pt x="621" y="451"/>
                  </a:cubicBezTo>
                  <a:cubicBezTo>
                    <a:pt x="620" y="450"/>
                    <a:pt x="618" y="449"/>
                    <a:pt x="616" y="448"/>
                  </a:cubicBezTo>
                  <a:cubicBezTo>
                    <a:pt x="589" y="427"/>
                    <a:pt x="583" y="399"/>
                    <a:pt x="584" y="375"/>
                  </a:cubicBezTo>
                  <a:cubicBezTo>
                    <a:pt x="585" y="364"/>
                    <a:pt x="587" y="354"/>
                    <a:pt x="588" y="349"/>
                  </a:cubicBezTo>
                  <a:cubicBezTo>
                    <a:pt x="588" y="349"/>
                    <a:pt x="588" y="348"/>
                    <a:pt x="588" y="348"/>
                  </a:cubicBezTo>
                  <a:cubicBezTo>
                    <a:pt x="594" y="340"/>
                    <a:pt x="598" y="332"/>
                    <a:pt x="600" y="327"/>
                  </a:cubicBezTo>
                  <a:cubicBezTo>
                    <a:pt x="600" y="325"/>
                    <a:pt x="601" y="323"/>
                    <a:pt x="602" y="321"/>
                  </a:cubicBezTo>
                  <a:cubicBezTo>
                    <a:pt x="602" y="321"/>
                    <a:pt x="602" y="321"/>
                    <a:pt x="602" y="321"/>
                  </a:cubicBezTo>
                  <a:cubicBezTo>
                    <a:pt x="603" y="319"/>
                    <a:pt x="603" y="317"/>
                    <a:pt x="604" y="315"/>
                  </a:cubicBezTo>
                  <a:cubicBezTo>
                    <a:pt x="604" y="315"/>
                    <a:pt x="604" y="314"/>
                    <a:pt x="604" y="314"/>
                  </a:cubicBezTo>
                  <a:cubicBezTo>
                    <a:pt x="605" y="312"/>
                    <a:pt x="605" y="310"/>
                    <a:pt x="606" y="308"/>
                  </a:cubicBezTo>
                  <a:cubicBezTo>
                    <a:pt x="606" y="308"/>
                    <a:pt x="606" y="307"/>
                    <a:pt x="606" y="307"/>
                  </a:cubicBezTo>
                  <a:cubicBezTo>
                    <a:pt x="606" y="305"/>
                    <a:pt x="607" y="303"/>
                    <a:pt x="608" y="300"/>
                  </a:cubicBezTo>
                  <a:cubicBezTo>
                    <a:pt x="608" y="300"/>
                    <a:pt x="608" y="300"/>
                    <a:pt x="608" y="300"/>
                  </a:cubicBezTo>
                  <a:cubicBezTo>
                    <a:pt x="608" y="298"/>
                    <a:pt x="609" y="295"/>
                    <a:pt x="609" y="293"/>
                  </a:cubicBezTo>
                  <a:cubicBezTo>
                    <a:pt x="609" y="293"/>
                    <a:pt x="609" y="293"/>
                    <a:pt x="609" y="293"/>
                  </a:cubicBezTo>
                  <a:cubicBezTo>
                    <a:pt x="610" y="290"/>
                    <a:pt x="610" y="288"/>
                    <a:pt x="611" y="286"/>
                  </a:cubicBezTo>
                  <a:cubicBezTo>
                    <a:pt x="611" y="286"/>
                    <a:pt x="611" y="286"/>
                    <a:pt x="611" y="286"/>
                  </a:cubicBezTo>
                  <a:cubicBezTo>
                    <a:pt x="611" y="283"/>
                    <a:pt x="611" y="281"/>
                    <a:pt x="612" y="279"/>
                  </a:cubicBezTo>
                  <a:cubicBezTo>
                    <a:pt x="612" y="279"/>
                    <a:pt x="612" y="279"/>
                    <a:pt x="612" y="279"/>
                  </a:cubicBezTo>
                  <a:cubicBezTo>
                    <a:pt x="612" y="277"/>
                    <a:pt x="612" y="275"/>
                    <a:pt x="612" y="273"/>
                  </a:cubicBezTo>
                  <a:cubicBezTo>
                    <a:pt x="612" y="273"/>
                    <a:pt x="612" y="273"/>
                    <a:pt x="612" y="273"/>
                  </a:cubicBezTo>
                  <a:cubicBezTo>
                    <a:pt x="612" y="273"/>
                    <a:pt x="613" y="272"/>
                    <a:pt x="613" y="272"/>
                  </a:cubicBezTo>
                  <a:cubicBezTo>
                    <a:pt x="613" y="272"/>
                    <a:pt x="613" y="272"/>
                    <a:pt x="613" y="272"/>
                  </a:cubicBezTo>
                  <a:cubicBezTo>
                    <a:pt x="614" y="271"/>
                    <a:pt x="616" y="270"/>
                    <a:pt x="618" y="269"/>
                  </a:cubicBezTo>
                  <a:cubicBezTo>
                    <a:pt x="618" y="269"/>
                    <a:pt x="618" y="269"/>
                    <a:pt x="618" y="269"/>
                  </a:cubicBezTo>
                  <a:cubicBezTo>
                    <a:pt x="618" y="268"/>
                    <a:pt x="619" y="268"/>
                    <a:pt x="620" y="268"/>
                  </a:cubicBezTo>
                  <a:cubicBezTo>
                    <a:pt x="620" y="267"/>
                    <a:pt x="620" y="267"/>
                    <a:pt x="620" y="267"/>
                  </a:cubicBezTo>
                  <a:cubicBezTo>
                    <a:pt x="621" y="267"/>
                    <a:pt x="621" y="266"/>
                    <a:pt x="622" y="266"/>
                  </a:cubicBezTo>
                  <a:cubicBezTo>
                    <a:pt x="622" y="266"/>
                    <a:pt x="622" y="265"/>
                    <a:pt x="622" y="265"/>
                  </a:cubicBezTo>
                  <a:cubicBezTo>
                    <a:pt x="623" y="265"/>
                    <a:pt x="623" y="265"/>
                    <a:pt x="623" y="264"/>
                  </a:cubicBezTo>
                  <a:cubicBezTo>
                    <a:pt x="624" y="264"/>
                    <a:pt x="624" y="264"/>
                    <a:pt x="624" y="263"/>
                  </a:cubicBezTo>
                  <a:cubicBezTo>
                    <a:pt x="625" y="263"/>
                    <a:pt x="625" y="263"/>
                    <a:pt x="625" y="263"/>
                  </a:cubicBezTo>
                  <a:cubicBezTo>
                    <a:pt x="625" y="262"/>
                    <a:pt x="626" y="261"/>
                    <a:pt x="626" y="261"/>
                  </a:cubicBezTo>
                  <a:cubicBezTo>
                    <a:pt x="630" y="256"/>
                    <a:pt x="631" y="251"/>
                    <a:pt x="634" y="246"/>
                  </a:cubicBezTo>
                  <a:cubicBezTo>
                    <a:pt x="638" y="240"/>
                    <a:pt x="636" y="236"/>
                    <a:pt x="640" y="226"/>
                  </a:cubicBezTo>
                  <a:cubicBezTo>
                    <a:pt x="643" y="217"/>
                    <a:pt x="645" y="202"/>
                    <a:pt x="645" y="196"/>
                  </a:cubicBezTo>
                  <a:cubicBezTo>
                    <a:pt x="645" y="190"/>
                    <a:pt x="652" y="174"/>
                    <a:pt x="652" y="166"/>
                  </a:cubicBezTo>
                  <a:cubicBezTo>
                    <a:pt x="652" y="161"/>
                    <a:pt x="650" y="157"/>
                    <a:pt x="648" y="156"/>
                  </a:cubicBezTo>
                  <a:cubicBezTo>
                    <a:pt x="647" y="155"/>
                    <a:pt x="646" y="155"/>
                    <a:pt x="645" y="155"/>
                  </a:cubicBezTo>
                  <a:cubicBezTo>
                    <a:pt x="644" y="154"/>
                    <a:pt x="643" y="155"/>
                    <a:pt x="642" y="155"/>
                  </a:cubicBezTo>
                  <a:cubicBezTo>
                    <a:pt x="632" y="187"/>
                    <a:pt x="632" y="187"/>
                    <a:pt x="632" y="187"/>
                  </a:cubicBezTo>
                  <a:cubicBezTo>
                    <a:pt x="630" y="196"/>
                    <a:pt x="630" y="196"/>
                    <a:pt x="630" y="196"/>
                  </a:cubicBezTo>
                  <a:cubicBezTo>
                    <a:pt x="628" y="204"/>
                    <a:pt x="622" y="215"/>
                    <a:pt x="622" y="215"/>
                  </a:cubicBezTo>
                  <a:cubicBezTo>
                    <a:pt x="622" y="214"/>
                    <a:pt x="622" y="214"/>
                    <a:pt x="622" y="214"/>
                  </a:cubicBezTo>
                  <a:cubicBezTo>
                    <a:pt x="623" y="211"/>
                    <a:pt x="625" y="207"/>
                    <a:pt x="627" y="202"/>
                  </a:cubicBezTo>
                  <a:cubicBezTo>
                    <a:pt x="627" y="201"/>
                    <a:pt x="628" y="199"/>
                    <a:pt x="629" y="197"/>
                  </a:cubicBezTo>
                  <a:cubicBezTo>
                    <a:pt x="629" y="196"/>
                    <a:pt x="629" y="196"/>
                    <a:pt x="630" y="195"/>
                  </a:cubicBezTo>
                  <a:cubicBezTo>
                    <a:pt x="630" y="193"/>
                    <a:pt x="631" y="191"/>
                    <a:pt x="632" y="188"/>
                  </a:cubicBezTo>
                  <a:cubicBezTo>
                    <a:pt x="632" y="188"/>
                    <a:pt x="632" y="187"/>
                    <a:pt x="632" y="187"/>
                  </a:cubicBezTo>
                  <a:cubicBezTo>
                    <a:pt x="633" y="185"/>
                    <a:pt x="634" y="182"/>
                    <a:pt x="635" y="180"/>
                  </a:cubicBezTo>
                  <a:cubicBezTo>
                    <a:pt x="635" y="180"/>
                    <a:pt x="635" y="179"/>
                    <a:pt x="635" y="179"/>
                  </a:cubicBezTo>
                  <a:cubicBezTo>
                    <a:pt x="636" y="176"/>
                    <a:pt x="636" y="173"/>
                    <a:pt x="637" y="171"/>
                  </a:cubicBezTo>
                  <a:cubicBezTo>
                    <a:pt x="637" y="170"/>
                    <a:pt x="637" y="170"/>
                    <a:pt x="638" y="169"/>
                  </a:cubicBezTo>
                  <a:cubicBezTo>
                    <a:pt x="638" y="166"/>
                    <a:pt x="639" y="163"/>
                    <a:pt x="639" y="160"/>
                  </a:cubicBezTo>
                  <a:cubicBezTo>
                    <a:pt x="639" y="160"/>
                    <a:pt x="639" y="159"/>
                    <a:pt x="639" y="159"/>
                  </a:cubicBezTo>
                  <a:cubicBezTo>
                    <a:pt x="640" y="156"/>
                    <a:pt x="640" y="153"/>
                    <a:pt x="640" y="149"/>
                  </a:cubicBezTo>
                  <a:cubicBezTo>
                    <a:pt x="641" y="148"/>
                    <a:pt x="641" y="146"/>
                    <a:pt x="641" y="144"/>
                  </a:cubicBezTo>
                  <a:cubicBezTo>
                    <a:pt x="641" y="143"/>
                    <a:pt x="641" y="143"/>
                    <a:pt x="641" y="143"/>
                  </a:cubicBezTo>
                  <a:cubicBezTo>
                    <a:pt x="642" y="127"/>
                    <a:pt x="641" y="101"/>
                    <a:pt x="630" y="76"/>
                  </a:cubicBezTo>
                  <a:cubicBezTo>
                    <a:pt x="630" y="74"/>
                    <a:pt x="630" y="73"/>
                    <a:pt x="629" y="71"/>
                  </a:cubicBezTo>
                  <a:cubicBezTo>
                    <a:pt x="625" y="55"/>
                    <a:pt x="616" y="40"/>
                    <a:pt x="599" y="33"/>
                  </a:cubicBezTo>
                  <a:cubicBezTo>
                    <a:pt x="602" y="35"/>
                    <a:pt x="605" y="36"/>
                    <a:pt x="608" y="37"/>
                  </a:cubicBezTo>
                  <a:cubicBezTo>
                    <a:pt x="599" y="28"/>
                    <a:pt x="583" y="17"/>
                    <a:pt x="570" y="15"/>
                  </a:cubicBezTo>
                  <a:cubicBezTo>
                    <a:pt x="577" y="15"/>
                    <a:pt x="584" y="21"/>
                    <a:pt x="592" y="21"/>
                  </a:cubicBezTo>
                  <a:cubicBezTo>
                    <a:pt x="586" y="15"/>
                    <a:pt x="575" y="9"/>
                    <a:pt x="566" y="8"/>
                  </a:cubicBezTo>
                  <a:cubicBezTo>
                    <a:pt x="560" y="7"/>
                    <a:pt x="551" y="12"/>
                    <a:pt x="544" y="12"/>
                  </a:cubicBezTo>
                  <a:cubicBezTo>
                    <a:pt x="543" y="11"/>
                    <a:pt x="542" y="11"/>
                    <a:pt x="541" y="11"/>
                  </a:cubicBezTo>
                  <a:cubicBezTo>
                    <a:pt x="539" y="10"/>
                    <a:pt x="537" y="9"/>
                    <a:pt x="535" y="8"/>
                  </a:cubicBezTo>
                  <a:cubicBezTo>
                    <a:pt x="528" y="4"/>
                    <a:pt x="521" y="4"/>
                    <a:pt x="513" y="2"/>
                  </a:cubicBezTo>
                  <a:cubicBezTo>
                    <a:pt x="499" y="0"/>
                    <a:pt x="486" y="0"/>
                    <a:pt x="472" y="1"/>
                  </a:cubicBezTo>
                  <a:cubicBezTo>
                    <a:pt x="475" y="1"/>
                    <a:pt x="478" y="3"/>
                    <a:pt x="482" y="4"/>
                  </a:cubicBezTo>
                  <a:cubicBezTo>
                    <a:pt x="480" y="3"/>
                    <a:pt x="478" y="3"/>
                    <a:pt x="476" y="3"/>
                  </a:cubicBezTo>
                  <a:cubicBezTo>
                    <a:pt x="472" y="4"/>
                    <a:pt x="469" y="4"/>
                    <a:pt x="465" y="5"/>
                  </a:cubicBezTo>
                  <a:cubicBezTo>
                    <a:pt x="463" y="5"/>
                    <a:pt x="462" y="6"/>
                    <a:pt x="460" y="6"/>
                  </a:cubicBezTo>
                  <a:cubicBezTo>
                    <a:pt x="457" y="7"/>
                    <a:pt x="453" y="7"/>
                    <a:pt x="450" y="7"/>
                  </a:cubicBezTo>
                  <a:cubicBezTo>
                    <a:pt x="442" y="8"/>
                    <a:pt x="433" y="8"/>
                    <a:pt x="425" y="10"/>
                  </a:cubicBezTo>
                  <a:cubicBezTo>
                    <a:pt x="424" y="10"/>
                    <a:pt x="422" y="10"/>
                    <a:pt x="421" y="11"/>
                  </a:cubicBezTo>
                  <a:cubicBezTo>
                    <a:pt x="422" y="12"/>
                    <a:pt x="423" y="12"/>
                    <a:pt x="424" y="12"/>
                  </a:cubicBezTo>
                  <a:cubicBezTo>
                    <a:pt x="425" y="12"/>
                    <a:pt x="426" y="12"/>
                    <a:pt x="427" y="12"/>
                  </a:cubicBezTo>
                  <a:cubicBezTo>
                    <a:pt x="427" y="12"/>
                    <a:pt x="428" y="12"/>
                    <a:pt x="429" y="12"/>
                  </a:cubicBezTo>
                  <a:cubicBezTo>
                    <a:pt x="423" y="14"/>
                    <a:pt x="418" y="16"/>
                    <a:pt x="413" y="18"/>
                  </a:cubicBezTo>
                  <a:cubicBezTo>
                    <a:pt x="410" y="19"/>
                    <a:pt x="407" y="20"/>
                    <a:pt x="404" y="21"/>
                  </a:cubicBezTo>
                  <a:cubicBezTo>
                    <a:pt x="394" y="25"/>
                    <a:pt x="387" y="33"/>
                    <a:pt x="378" y="39"/>
                  </a:cubicBezTo>
                  <a:cubicBezTo>
                    <a:pt x="380" y="37"/>
                    <a:pt x="383" y="36"/>
                    <a:pt x="385" y="35"/>
                  </a:cubicBezTo>
                  <a:cubicBezTo>
                    <a:pt x="381" y="40"/>
                    <a:pt x="374" y="43"/>
                    <a:pt x="370" y="48"/>
                  </a:cubicBezTo>
                  <a:cubicBezTo>
                    <a:pt x="368" y="52"/>
                    <a:pt x="367" y="56"/>
                    <a:pt x="366" y="60"/>
                  </a:cubicBezTo>
                  <a:cubicBezTo>
                    <a:pt x="343" y="95"/>
                    <a:pt x="348" y="137"/>
                    <a:pt x="349" y="147"/>
                  </a:cubicBezTo>
                  <a:cubicBezTo>
                    <a:pt x="349" y="147"/>
                    <a:pt x="349" y="148"/>
                    <a:pt x="349" y="148"/>
                  </a:cubicBezTo>
                  <a:cubicBezTo>
                    <a:pt x="350" y="149"/>
                    <a:pt x="350" y="149"/>
                    <a:pt x="350" y="150"/>
                  </a:cubicBezTo>
                  <a:cubicBezTo>
                    <a:pt x="350" y="150"/>
                    <a:pt x="350" y="150"/>
                    <a:pt x="350" y="150"/>
                  </a:cubicBezTo>
                  <a:cubicBezTo>
                    <a:pt x="350" y="151"/>
                    <a:pt x="350" y="152"/>
                    <a:pt x="350" y="153"/>
                  </a:cubicBezTo>
                  <a:cubicBezTo>
                    <a:pt x="350" y="153"/>
                    <a:pt x="350" y="153"/>
                    <a:pt x="350" y="153"/>
                  </a:cubicBezTo>
                  <a:cubicBezTo>
                    <a:pt x="352" y="159"/>
                    <a:pt x="353" y="169"/>
                    <a:pt x="356" y="179"/>
                  </a:cubicBezTo>
                  <a:cubicBezTo>
                    <a:pt x="357" y="187"/>
                    <a:pt x="358" y="194"/>
                    <a:pt x="359" y="199"/>
                  </a:cubicBezTo>
                  <a:cubicBezTo>
                    <a:pt x="359" y="199"/>
                    <a:pt x="359" y="199"/>
                    <a:pt x="359" y="199"/>
                  </a:cubicBezTo>
                  <a:cubicBezTo>
                    <a:pt x="357" y="190"/>
                    <a:pt x="355" y="181"/>
                    <a:pt x="355" y="179"/>
                  </a:cubicBezTo>
                  <a:cubicBezTo>
                    <a:pt x="355" y="179"/>
                    <a:pt x="355" y="179"/>
                    <a:pt x="355" y="178"/>
                  </a:cubicBezTo>
                  <a:cubicBezTo>
                    <a:pt x="355" y="178"/>
                    <a:pt x="355" y="178"/>
                    <a:pt x="355" y="178"/>
                  </a:cubicBezTo>
                  <a:cubicBezTo>
                    <a:pt x="355" y="178"/>
                    <a:pt x="353" y="172"/>
                    <a:pt x="352" y="166"/>
                  </a:cubicBezTo>
                  <a:cubicBezTo>
                    <a:pt x="351" y="164"/>
                    <a:pt x="350" y="162"/>
                    <a:pt x="350" y="160"/>
                  </a:cubicBezTo>
                  <a:cubicBezTo>
                    <a:pt x="350" y="160"/>
                    <a:pt x="350" y="160"/>
                    <a:pt x="350" y="160"/>
                  </a:cubicBezTo>
                  <a:cubicBezTo>
                    <a:pt x="350" y="158"/>
                    <a:pt x="346" y="155"/>
                    <a:pt x="346" y="155"/>
                  </a:cubicBezTo>
                  <a:cubicBezTo>
                    <a:pt x="341" y="152"/>
                    <a:pt x="337" y="158"/>
                    <a:pt x="337" y="166"/>
                  </a:cubicBezTo>
                  <a:cubicBezTo>
                    <a:pt x="337" y="174"/>
                    <a:pt x="343" y="190"/>
                    <a:pt x="343" y="196"/>
                  </a:cubicBezTo>
                  <a:cubicBezTo>
                    <a:pt x="343" y="202"/>
                    <a:pt x="345" y="217"/>
                    <a:pt x="349" y="226"/>
                  </a:cubicBezTo>
                  <a:cubicBezTo>
                    <a:pt x="352" y="236"/>
                    <a:pt x="351" y="240"/>
                    <a:pt x="354" y="246"/>
                  </a:cubicBezTo>
                  <a:cubicBezTo>
                    <a:pt x="357" y="251"/>
                    <a:pt x="359" y="256"/>
                    <a:pt x="362" y="261"/>
                  </a:cubicBezTo>
                  <a:cubicBezTo>
                    <a:pt x="362" y="261"/>
                    <a:pt x="363" y="262"/>
                    <a:pt x="363" y="263"/>
                  </a:cubicBezTo>
                  <a:cubicBezTo>
                    <a:pt x="364" y="263"/>
                    <a:pt x="364" y="263"/>
                    <a:pt x="364" y="263"/>
                  </a:cubicBezTo>
                  <a:cubicBezTo>
                    <a:pt x="364" y="264"/>
                    <a:pt x="365" y="264"/>
                    <a:pt x="365" y="264"/>
                  </a:cubicBezTo>
                  <a:cubicBezTo>
                    <a:pt x="365" y="265"/>
                    <a:pt x="366" y="265"/>
                    <a:pt x="366" y="265"/>
                  </a:cubicBezTo>
                  <a:cubicBezTo>
                    <a:pt x="366" y="266"/>
                    <a:pt x="367" y="266"/>
                    <a:pt x="367" y="266"/>
                  </a:cubicBezTo>
                  <a:cubicBezTo>
                    <a:pt x="368" y="267"/>
                    <a:pt x="368" y="267"/>
                    <a:pt x="369" y="267"/>
                  </a:cubicBezTo>
                  <a:cubicBezTo>
                    <a:pt x="369" y="267"/>
                    <a:pt x="369" y="268"/>
                    <a:pt x="369" y="268"/>
                  </a:cubicBezTo>
                  <a:cubicBezTo>
                    <a:pt x="372" y="270"/>
                    <a:pt x="374" y="271"/>
                    <a:pt x="376" y="272"/>
                  </a:cubicBezTo>
                  <a:cubicBezTo>
                    <a:pt x="376" y="272"/>
                    <a:pt x="376" y="272"/>
                    <a:pt x="376" y="272"/>
                  </a:cubicBezTo>
                  <a:cubicBezTo>
                    <a:pt x="376" y="274"/>
                    <a:pt x="376" y="276"/>
                    <a:pt x="376" y="278"/>
                  </a:cubicBezTo>
                  <a:cubicBezTo>
                    <a:pt x="376" y="278"/>
                    <a:pt x="376" y="278"/>
                    <a:pt x="376" y="278"/>
                  </a:cubicBezTo>
                  <a:cubicBezTo>
                    <a:pt x="377" y="279"/>
                    <a:pt x="377" y="280"/>
                    <a:pt x="377" y="281"/>
                  </a:cubicBezTo>
                  <a:cubicBezTo>
                    <a:pt x="377" y="281"/>
                    <a:pt x="377" y="281"/>
                    <a:pt x="377" y="281"/>
                  </a:cubicBezTo>
                  <a:cubicBezTo>
                    <a:pt x="377" y="282"/>
                    <a:pt x="377" y="283"/>
                    <a:pt x="377" y="285"/>
                  </a:cubicBezTo>
                  <a:cubicBezTo>
                    <a:pt x="377" y="285"/>
                    <a:pt x="377" y="285"/>
                    <a:pt x="377" y="285"/>
                  </a:cubicBezTo>
                  <a:cubicBezTo>
                    <a:pt x="377" y="286"/>
                    <a:pt x="377" y="287"/>
                    <a:pt x="378" y="288"/>
                  </a:cubicBezTo>
                  <a:cubicBezTo>
                    <a:pt x="378" y="288"/>
                    <a:pt x="378" y="289"/>
                    <a:pt x="378" y="289"/>
                  </a:cubicBezTo>
                  <a:cubicBezTo>
                    <a:pt x="378" y="290"/>
                    <a:pt x="378" y="291"/>
                    <a:pt x="378" y="292"/>
                  </a:cubicBezTo>
                  <a:cubicBezTo>
                    <a:pt x="378" y="292"/>
                    <a:pt x="378" y="293"/>
                    <a:pt x="378" y="293"/>
                  </a:cubicBezTo>
                  <a:cubicBezTo>
                    <a:pt x="378" y="294"/>
                    <a:pt x="378" y="295"/>
                    <a:pt x="379" y="296"/>
                  </a:cubicBezTo>
                  <a:cubicBezTo>
                    <a:pt x="379" y="296"/>
                    <a:pt x="379" y="297"/>
                    <a:pt x="379" y="297"/>
                  </a:cubicBezTo>
                  <a:cubicBezTo>
                    <a:pt x="379" y="298"/>
                    <a:pt x="379" y="299"/>
                    <a:pt x="379" y="300"/>
                  </a:cubicBezTo>
                  <a:cubicBezTo>
                    <a:pt x="379" y="300"/>
                    <a:pt x="379" y="301"/>
                    <a:pt x="379" y="301"/>
                  </a:cubicBezTo>
                  <a:cubicBezTo>
                    <a:pt x="380" y="302"/>
                    <a:pt x="380" y="303"/>
                    <a:pt x="380" y="304"/>
                  </a:cubicBezTo>
                  <a:cubicBezTo>
                    <a:pt x="380" y="304"/>
                    <a:pt x="380" y="305"/>
                    <a:pt x="380" y="305"/>
                  </a:cubicBezTo>
                  <a:cubicBezTo>
                    <a:pt x="380" y="306"/>
                    <a:pt x="381" y="307"/>
                    <a:pt x="381" y="307"/>
                  </a:cubicBezTo>
                  <a:cubicBezTo>
                    <a:pt x="381" y="308"/>
                    <a:pt x="381" y="309"/>
                    <a:pt x="381" y="309"/>
                  </a:cubicBezTo>
                  <a:cubicBezTo>
                    <a:pt x="381" y="310"/>
                    <a:pt x="381" y="311"/>
                    <a:pt x="382" y="311"/>
                  </a:cubicBezTo>
                  <a:cubicBezTo>
                    <a:pt x="382" y="312"/>
                    <a:pt x="382" y="312"/>
                    <a:pt x="382" y="313"/>
                  </a:cubicBezTo>
                  <a:cubicBezTo>
                    <a:pt x="382" y="313"/>
                    <a:pt x="382" y="314"/>
                    <a:pt x="382" y="315"/>
                  </a:cubicBezTo>
                  <a:cubicBezTo>
                    <a:pt x="383" y="315"/>
                    <a:pt x="383" y="316"/>
                    <a:pt x="383" y="316"/>
                  </a:cubicBezTo>
                  <a:cubicBezTo>
                    <a:pt x="383" y="317"/>
                    <a:pt x="383" y="318"/>
                    <a:pt x="383" y="318"/>
                  </a:cubicBezTo>
                  <a:cubicBezTo>
                    <a:pt x="384" y="319"/>
                    <a:pt x="384" y="319"/>
                    <a:pt x="384" y="320"/>
                  </a:cubicBezTo>
                  <a:cubicBezTo>
                    <a:pt x="384" y="320"/>
                    <a:pt x="384" y="321"/>
                    <a:pt x="384" y="321"/>
                  </a:cubicBezTo>
                  <a:cubicBezTo>
                    <a:pt x="385" y="322"/>
                    <a:pt x="385" y="322"/>
                    <a:pt x="385" y="323"/>
                  </a:cubicBezTo>
                  <a:cubicBezTo>
                    <a:pt x="385" y="323"/>
                    <a:pt x="385" y="324"/>
                    <a:pt x="385" y="324"/>
                  </a:cubicBezTo>
                  <a:cubicBezTo>
                    <a:pt x="386" y="325"/>
                    <a:pt x="386" y="326"/>
                    <a:pt x="387" y="327"/>
                  </a:cubicBezTo>
                  <a:cubicBezTo>
                    <a:pt x="389" y="330"/>
                    <a:pt x="392" y="336"/>
                    <a:pt x="397" y="343"/>
                  </a:cubicBezTo>
                  <a:cubicBezTo>
                    <a:pt x="397" y="350"/>
                    <a:pt x="399" y="360"/>
                    <a:pt x="399" y="371"/>
                  </a:cubicBezTo>
                  <a:cubicBezTo>
                    <a:pt x="400" y="385"/>
                    <a:pt x="398" y="401"/>
                    <a:pt x="393" y="415"/>
                  </a:cubicBezTo>
                  <a:cubicBezTo>
                    <a:pt x="386" y="432"/>
                    <a:pt x="373" y="448"/>
                    <a:pt x="349" y="461"/>
                  </a:cubicBezTo>
                  <a:cubicBezTo>
                    <a:pt x="346" y="462"/>
                    <a:pt x="342" y="464"/>
                    <a:pt x="338" y="465"/>
                  </a:cubicBezTo>
                  <a:cubicBezTo>
                    <a:pt x="309" y="477"/>
                    <a:pt x="270" y="497"/>
                    <a:pt x="244" y="502"/>
                  </a:cubicBezTo>
                  <a:cubicBezTo>
                    <a:pt x="224" y="505"/>
                    <a:pt x="117" y="546"/>
                    <a:pt x="96" y="637"/>
                  </a:cubicBezTo>
                  <a:cubicBezTo>
                    <a:pt x="87" y="666"/>
                    <a:pt x="78" y="702"/>
                    <a:pt x="76" y="737"/>
                  </a:cubicBezTo>
                  <a:cubicBezTo>
                    <a:pt x="75" y="753"/>
                    <a:pt x="75" y="768"/>
                    <a:pt x="77" y="784"/>
                  </a:cubicBezTo>
                  <a:cubicBezTo>
                    <a:pt x="79" y="818"/>
                    <a:pt x="54" y="883"/>
                    <a:pt x="51" y="996"/>
                  </a:cubicBezTo>
                  <a:cubicBezTo>
                    <a:pt x="52" y="1036"/>
                    <a:pt x="48" y="1064"/>
                    <a:pt x="43" y="1082"/>
                  </a:cubicBezTo>
                  <a:cubicBezTo>
                    <a:pt x="41" y="1086"/>
                    <a:pt x="40" y="1090"/>
                    <a:pt x="39" y="1094"/>
                  </a:cubicBezTo>
                  <a:cubicBezTo>
                    <a:pt x="19" y="1158"/>
                    <a:pt x="19" y="1301"/>
                    <a:pt x="18" y="1338"/>
                  </a:cubicBezTo>
                  <a:cubicBezTo>
                    <a:pt x="17" y="1362"/>
                    <a:pt x="16" y="1396"/>
                    <a:pt x="12" y="1413"/>
                  </a:cubicBezTo>
                  <a:cubicBezTo>
                    <a:pt x="9" y="1426"/>
                    <a:pt x="10" y="1438"/>
                    <a:pt x="9" y="1450"/>
                  </a:cubicBezTo>
                  <a:cubicBezTo>
                    <a:pt x="9" y="1450"/>
                    <a:pt x="9" y="1450"/>
                    <a:pt x="9" y="1450"/>
                  </a:cubicBezTo>
                  <a:cubicBezTo>
                    <a:pt x="9" y="1451"/>
                    <a:pt x="9" y="1453"/>
                    <a:pt x="8" y="1454"/>
                  </a:cubicBezTo>
                  <a:cubicBezTo>
                    <a:pt x="8" y="1455"/>
                    <a:pt x="8" y="1457"/>
                    <a:pt x="7" y="1458"/>
                  </a:cubicBezTo>
                  <a:cubicBezTo>
                    <a:pt x="7" y="1459"/>
                    <a:pt x="7" y="1460"/>
                    <a:pt x="7" y="1461"/>
                  </a:cubicBezTo>
                  <a:cubicBezTo>
                    <a:pt x="5" y="1467"/>
                    <a:pt x="3" y="1469"/>
                    <a:pt x="4" y="1477"/>
                  </a:cubicBezTo>
                  <a:cubicBezTo>
                    <a:pt x="5" y="1498"/>
                    <a:pt x="5" y="1498"/>
                    <a:pt x="5" y="1498"/>
                  </a:cubicBezTo>
                  <a:cubicBezTo>
                    <a:pt x="5" y="1499"/>
                    <a:pt x="5" y="1500"/>
                    <a:pt x="4" y="1501"/>
                  </a:cubicBezTo>
                  <a:cubicBezTo>
                    <a:pt x="5" y="1502"/>
                    <a:pt x="5" y="1519"/>
                    <a:pt x="5" y="1523"/>
                  </a:cubicBezTo>
                  <a:cubicBezTo>
                    <a:pt x="6" y="1523"/>
                    <a:pt x="6" y="1523"/>
                    <a:pt x="6" y="1523"/>
                  </a:cubicBezTo>
                  <a:cubicBezTo>
                    <a:pt x="6" y="1541"/>
                    <a:pt x="7" y="1569"/>
                    <a:pt x="4" y="1585"/>
                  </a:cubicBezTo>
                  <a:cubicBezTo>
                    <a:pt x="0" y="1611"/>
                    <a:pt x="3" y="1626"/>
                    <a:pt x="4" y="1642"/>
                  </a:cubicBezTo>
                  <a:cubicBezTo>
                    <a:pt x="6" y="1658"/>
                    <a:pt x="22" y="1682"/>
                    <a:pt x="26" y="1701"/>
                  </a:cubicBezTo>
                  <a:cubicBezTo>
                    <a:pt x="36" y="1743"/>
                    <a:pt x="48" y="1744"/>
                    <a:pt x="57" y="1757"/>
                  </a:cubicBezTo>
                  <a:cubicBezTo>
                    <a:pt x="65" y="1770"/>
                    <a:pt x="85" y="1779"/>
                    <a:pt x="91" y="1784"/>
                  </a:cubicBezTo>
                  <a:cubicBezTo>
                    <a:pt x="91" y="1784"/>
                    <a:pt x="91" y="1784"/>
                    <a:pt x="91" y="1784"/>
                  </a:cubicBezTo>
                  <a:cubicBezTo>
                    <a:pt x="92" y="1785"/>
                    <a:pt x="92" y="1785"/>
                    <a:pt x="92" y="1785"/>
                  </a:cubicBezTo>
                  <a:cubicBezTo>
                    <a:pt x="92" y="1785"/>
                    <a:pt x="93" y="1785"/>
                    <a:pt x="93" y="1785"/>
                  </a:cubicBezTo>
                  <a:cubicBezTo>
                    <a:pt x="96" y="1789"/>
                    <a:pt x="104" y="1796"/>
                    <a:pt x="114" y="1797"/>
                  </a:cubicBezTo>
                  <a:cubicBezTo>
                    <a:pt x="114" y="1797"/>
                    <a:pt x="114" y="1797"/>
                    <a:pt x="114" y="1797"/>
                  </a:cubicBezTo>
                  <a:cubicBezTo>
                    <a:pt x="114" y="1798"/>
                    <a:pt x="114" y="1798"/>
                    <a:pt x="115" y="1798"/>
                  </a:cubicBezTo>
                  <a:cubicBezTo>
                    <a:pt x="115" y="1798"/>
                    <a:pt x="115" y="1798"/>
                    <a:pt x="115" y="1798"/>
                  </a:cubicBezTo>
                  <a:cubicBezTo>
                    <a:pt x="116" y="1798"/>
                    <a:pt x="117" y="1798"/>
                    <a:pt x="117" y="1798"/>
                  </a:cubicBezTo>
                  <a:cubicBezTo>
                    <a:pt x="118" y="1797"/>
                    <a:pt x="119" y="1798"/>
                    <a:pt x="119" y="1797"/>
                  </a:cubicBezTo>
                  <a:cubicBezTo>
                    <a:pt x="121" y="1797"/>
                    <a:pt x="122" y="1797"/>
                    <a:pt x="123" y="1796"/>
                  </a:cubicBezTo>
                  <a:cubicBezTo>
                    <a:pt x="130" y="1793"/>
                    <a:pt x="130" y="1785"/>
                    <a:pt x="130" y="1783"/>
                  </a:cubicBezTo>
                  <a:cubicBezTo>
                    <a:pt x="131" y="1783"/>
                    <a:pt x="134" y="1784"/>
                    <a:pt x="138" y="1784"/>
                  </a:cubicBezTo>
                  <a:cubicBezTo>
                    <a:pt x="142" y="1784"/>
                    <a:pt x="156" y="1785"/>
                    <a:pt x="163" y="1783"/>
                  </a:cubicBezTo>
                  <a:cubicBezTo>
                    <a:pt x="165" y="1783"/>
                    <a:pt x="167" y="1782"/>
                    <a:pt x="167" y="1781"/>
                  </a:cubicBezTo>
                  <a:cubicBezTo>
                    <a:pt x="179" y="1770"/>
                    <a:pt x="164" y="1759"/>
                    <a:pt x="163" y="1758"/>
                  </a:cubicBezTo>
                  <a:cubicBezTo>
                    <a:pt x="174" y="1757"/>
                    <a:pt x="174" y="1757"/>
                    <a:pt x="174" y="1757"/>
                  </a:cubicBezTo>
                  <a:cubicBezTo>
                    <a:pt x="174" y="1757"/>
                    <a:pt x="174" y="1757"/>
                    <a:pt x="175" y="1757"/>
                  </a:cubicBezTo>
                  <a:cubicBezTo>
                    <a:pt x="175" y="1756"/>
                    <a:pt x="175" y="1756"/>
                    <a:pt x="175" y="1756"/>
                  </a:cubicBezTo>
                  <a:cubicBezTo>
                    <a:pt x="189" y="1748"/>
                    <a:pt x="171" y="1732"/>
                    <a:pt x="171" y="1732"/>
                  </a:cubicBezTo>
                  <a:cubicBezTo>
                    <a:pt x="171" y="1731"/>
                    <a:pt x="170" y="1731"/>
                    <a:pt x="167" y="1730"/>
                  </a:cubicBezTo>
                  <a:cubicBezTo>
                    <a:pt x="151" y="1721"/>
                    <a:pt x="151" y="1721"/>
                    <a:pt x="151" y="1721"/>
                  </a:cubicBezTo>
                  <a:cubicBezTo>
                    <a:pt x="160" y="1718"/>
                    <a:pt x="172" y="1715"/>
                    <a:pt x="172" y="1713"/>
                  </a:cubicBezTo>
                  <a:cubicBezTo>
                    <a:pt x="171" y="1713"/>
                    <a:pt x="171" y="1713"/>
                    <a:pt x="171" y="1712"/>
                  </a:cubicBezTo>
                  <a:cubicBezTo>
                    <a:pt x="172" y="1712"/>
                    <a:pt x="172" y="1712"/>
                    <a:pt x="172" y="1712"/>
                  </a:cubicBezTo>
                  <a:cubicBezTo>
                    <a:pt x="171" y="1697"/>
                    <a:pt x="165" y="1694"/>
                    <a:pt x="158" y="1694"/>
                  </a:cubicBezTo>
                  <a:cubicBezTo>
                    <a:pt x="151" y="1695"/>
                    <a:pt x="144" y="1698"/>
                    <a:pt x="139" y="1701"/>
                  </a:cubicBezTo>
                  <a:cubicBezTo>
                    <a:pt x="137" y="1702"/>
                    <a:pt x="136" y="1702"/>
                    <a:pt x="135" y="1703"/>
                  </a:cubicBezTo>
                  <a:cubicBezTo>
                    <a:pt x="133" y="1703"/>
                    <a:pt x="132" y="1704"/>
                    <a:pt x="131" y="1703"/>
                  </a:cubicBezTo>
                  <a:cubicBezTo>
                    <a:pt x="123" y="1692"/>
                    <a:pt x="116" y="1696"/>
                    <a:pt x="111" y="1694"/>
                  </a:cubicBezTo>
                  <a:cubicBezTo>
                    <a:pt x="99" y="1629"/>
                    <a:pt x="99" y="1629"/>
                    <a:pt x="99" y="1629"/>
                  </a:cubicBezTo>
                  <a:cubicBezTo>
                    <a:pt x="99" y="1629"/>
                    <a:pt x="99" y="1628"/>
                    <a:pt x="99" y="1627"/>
                  </a:cubicBezTo>
                  <a:cubicBezTo>
                    <a:pt x="105" y="1618"/>
                    <a:pt x="92" y="1598"/>
                    <a:pt x="92" y="1598"/>
                  </a:cubicBezTo>
                  <a:cubicBezTo>
                    <a:pt x="92" y="1598"/>
                    <a:pt x="101" y="1603"/>
                    <a:pt x="109" y="1612"/>
                  </a:cubicBezTo>
                  <a:cubicBezTo>
                    <a:pt x="110" y="1614"/>
                    <a:pt x="111" y="1616"/>
                    <a:pt x="112" y="1618"/>
                  </a:cubicBezTo>
                  <a:cubicBezTo>
                    <a:pt x="117" y="1631"/>
                    <a:pt x="129" y="1652"/>
                    <a:pt x="143" y="1658"/>
                  </a:cubicBezTo>
                  <a:cubicBezTo>
                    <a:pt x="150" y="1661"/>
                    <a:pt x="157" y="1661"/>
                    <a:pt x="165" y="1656"/>
                  </a:cubicBezTo>
                  <a:cubicBezTo>
                    <a:pt x="184" y="1644"/>
                    <a:pt x="165" y="1611"/>
                    <a:pt x="148" y="1590"/>
                  </a:cubicBezTo>
                  <a:cubicBezTo>
                    <a:pt x="144" y="1585"/>
                    <a:pt x="139" y="1580"/>
                    <a:pt x="136" y="1577"/>
                  </a:cubicBezTo>
                  <a:cubicBezTo>
                    <a:pt x="134" y="1575"/>
                    <a:pt x="133" y="1574"/>
                    <a:pt x="132" y="1573"/>
                  </a:cubicBezTo>
                  <a:cubicBezTo>
                    <a:pt x="121" y="1556"/>
                    <a:pt x="119" y="1528"/>
                    <a:pt x="115" y="1510"/>
                  </a:cubicBezTo>
                  <a:cubicBezTo>
                    <a:pt x="114" y="1496"/>
                    <a:pt x="106" y="1481"/>
                    <a:pt x="106" y="1476"/>
                  </a:cubicBezTo>
                  <a:cubicBezTo>
                    <a:pt x="107" y="1475"/>
                    <a:pt x="107" y="1473"/>
                    <a:pt x="108" y="1471"/>
                  </a:cubicBezTo>
                  <a:cubicBezTo>
                    <a:pt x="110" y="1464"/>
                    <a:pt x="113" y="1450"/>
                    <a:pt x="116" y="1436"/>
                  </a:cubicBezTo>
                  <a:cubicBezTo>
                    <a:pt x="117" y="1426"/>
                    <a:pt x="134" y="1366"/>
                    <a:pt x="148" y="1311"/>
                  </a:cubicBezTo>
                  <a:cubicBezTo>
                    <a:pt x="159" y="1275"/>
                    <a:pt x="168" y="1242"/>
                    <a:pt x="169" y="1232"/>
                  </a:cubicBezTo>
                  <a:cubicBezTo>
                    <a:pt x="178" y="1188"/>
                    <a:pt x="188" y="1163"/>
                    <a:pt x="191" y="1137"/>
                  </a:cubicBezTo>
                  <a:cubicBezTo>
                    <a:pt x="193" y="1125"/>
                    <a:pt x="193" y="1113"/>
                    <a:pt x="191" y="1098"/>
                  </a:cubicBezTo>
                  <a:cubicBezTo>
                    <a:pt x="192" y="1066"/>
                    <a:pt x="204" y="980"/>
                    <a:pt x="207" y="961"/>
                  </a:cubicBezTo>
                  <a:cubicBezTo>
                    <a:pt x="207" y="969"/>
                    <a:pt x="207" y="976"/>
                    <a:pt x="207" y="984"/>
                  </a:cubicBezTo>
                  <a:cubicBezTo>
                    <a:pt x="207" y="984"/>
                    <a:pt x="207" y="984"/>
                    <a:pt x="207" y="984"/>
                  </a:cubicBezTo>
                  <a:cubicBezTo>
                    <a:pt x="197" y="1045"/>
                    <a:pt x="200" y="1084"/>
                    <a:pt x="202" y="1117"/>
                  </a:cubicBezTo>
                  <a:cubicBezTo>
                    <a:pt x="202" y="1120"/>
                    <a:pt x="202" y="1125"/>
                    <a:pt x="202" y="1131"/>
                  </a:cubicBezTo>
                  <a:cubicBezTo>
                    <a:pt x="193" y="1258"/>
                    <a:pt x="214" y="1421"/>
                    <a:pt x="213" y="1459"/>
                  </a:cubicBezTo>
                  <a:cubicBezTo>
                    <a:pt x="210" y="1478"/>
                    <a:pt x="205" y="1504"/>
                    <a:pt x="203" y="1547"/>
                  </a:cubicBezTo>
                  <a:cubicBezTo>
                    <a:pt x="202" y="1562"/>
                    <a:pt x="202" y="1588"/>
                    <a:pt x="203" y="1625"/>
                  </a:cubicBezTo>
                  <a:cubicBezTo>
                    <a:pt x="203" y="1725"/>
                    <a:pt x="212" y="1867"/>
                    <a:pt x="247" y="2046"/>
                  </a:cubicBezTo>
                  <a:cubicBezTo>
                    <a:pt x="249" y="2058"/>
                    <a:pt x="251" y="2069"/>
                    <a:pt x="253" y="2081"/>
                  </a:cubicBezTo>
                  <a:cubicBezTo>
                    <a:pt x="256" y="2097"/>
                    <a:pt x="258" y="2150"/>
                    <a:pt x="264" y="2179"/>
                  </a:cubicBezTo>
                  <a:cubicBezTo>
                    <a:pt x="265" y="2186"/>
                    <a:pt x="280" y="2220"/>
                    <a:pt x="281" y="2266"/>
                  </a:cubicBezTo>
                  <a:cubicBezTo>
                    <a:pt x="283" y="2340"/>
                    <a:pt x="274" y="2437"/>
                    <a:pt x="277" y="2490"/>
                  </a:cubicBezTo>
                  <a:cubicBezTo>
                    <a:pt x="280" y="2576"/>
                    <a:pt x="317" y="2656"/>
                    <a:pt x="331" y="2712"/>
                  </a:cubicBezTo>
                  <a:cubicBezTo>
                    <a:pt x="344" y="2768"/>
                    <a:pt x="350" y="2812"/>
                    <a:pt x="347" y="2823"/>
                  </a:cubicBezTo>
                  <a:cubicBezTo>
                    <a:pt x="345" y="2833"/>
                    <a:pt x="342" y="2851"/>
                    <a:pt x="351" y="2867"/>
                  </a:cubicBezTo>
                  <a:cubicBezTo>
                    <a:pt x="351" y="2867"/>
                    <a:pt x="351" y="2867"/>
                    <a:pt x="351" y="2867"/>
                  </a:cubicBezTo>
                  <a:cubicBezTo>
                    <a:pt x="347" y="2877"/>
                    <a:pt x="325" y="2923"/>
                    <a:pt x="312" y="2932"/>
                  </a:cubicBezTo>
                  <a:cubicBezTo>
                    <a:pt x="300" y="2942"/>
                    <a:pt x="296" y="2950"/>
                    <a:pt x="286" y="2956"/>
                  </a:cubicBezTo>
                  <a:cubicBezTo>
                    <a:pt x="276" y="2962"/>
                    <a:pt x="270" y="2967"/>
                    <a:pt x="266" y="2978"/>
                  </a:cubicBezTo>
                  <a:cubicBezTo>
                    <a:pt x="264" y="2984"/>
                    <a:pt x="260" y="2990"/>
                    <a:pt x="258" y="2996"/>
                  </a:cubicBezTo>
                  <a:cubicBezTo>
                    <a:pt x="257" y="3000"/>
                    <a:pt x="256" y="3004"/>
                    <a:pt x="260" y="3007"/>
                  </a:cubicBezTo>
                  <a:cubicBezTo>
                    <a:pt x="261" y="3008"/>
                    <a:pt x="263" y="3009"/>
                    <a:pt x="263" y="3010"/>
                  </a:cubicBezTo>
                  <a:cubicBezTo>
                    <a:pt x="264" y="3009"/>
                    <a:pt x="264" y="3009"/>
                    <a:pt x="264" y="3009"/>
                  </a:cubicBezTo>
                  <a:cubicBezTo>
                    <a:pt x="263" y="3013"/>
                    <a:pt x="263" y="3015"/>
                    <a:pt x="265" y="3017"/>
                  </a:cubicBezTo>
                  <a:cubicBezTo>
                    <a:pt x="269" y="3025"/>
                    <a:pt x="276" y="3026"/>
                    <a:pt x="286" y="3025"/>
                  </a:cubicBezTo>
                  <a:cubicBezTo>
                    <a:pt x="287" y="3024"/>
                    <a:pt x="287" y="3024"/>
                    <a:pt x="287" y="3024"/>
                  </a:cubicBezTo>
                  <a:cubicBezTo>
                    <a:pt x="287" y="3027"/>
                    <a:pt x="288" y="3029"/>
                    <a:pt x="290" y="3032"/>
                  </a:cubicBezTo>
                  <a:cubicBezTo>
                    <a:pt x="296" y="3041"/>
                    <a:pt x="317" y="3045"/>
                    <a:pt x="325" y="3037"/>
                  </a:cubicBezTo>
                  <a:cubicBezTo>
                    <a:pt x="336" y="3043"/>
                    <a:pt x="358" y="3044"/>
                    <a:pt x="366" y="3034"/>
                  </a:cubicBezTo>
                  <a:cubicBezTo>
                    <a:pt x="367" y="3035"/>
                    <a:pt x="367" y="3036"/>
                    <a:pt x="367" y="3036"/>
                  </a:cubicBezTo>
                  <a:cubicBezTo>
                    <a:pt x="367" y="3036"/>
                    <a:pt x="367" y="3036"/>
                    <a:pt x="367" y="3036"/>
                  </a:cubicBezTo>
                  <a:cubicBezTo>
                    <a:pt x="374" y="3051"/>
                    <a:pt x="398" y="3048"/>
                    <a:pt x="412" y="3045"/>
                  </a:cubicBezTo>
                  <a:cubicBezTo>
                    <a:pt x="425" y="3043"/>
                    <a:pt x="431" y="3036"/>
                    <a:pt x="438" y="3030"/>
                  </a:cubicBezTo>
                  <a:cubicBezTo>
                    <a:pt x="438" y="3030"/>
                    <a:pt x="438" y="3030"/>
                    <a:pt x="438" y="3030"/>
                  </a:cubicBezTo>
                  <a:cubicBezTo>
                    <a:pt x="439" y="3030"/>
                    <a:pt x="439" y="3029"/>
                    <a:pt x="439" y="3029"/>
                  </a:cubicBezTo>
                  <a:cubicBezTo>
                    <a:pt x="440" y="3028"/>
                    <a:pt x="441" y="3028"/>
                    <a:pt x="442" y="3027"/>
                  </a:cubicBezTo>
                  <a:cubicBezTo>
                    <a:pt x="447" y="3023"/>
                    <a:pt x="452" y="3018"/>
                    <a:pt x="453" y="3012"/>
                  </a:cubicBezTo>
                  <a:cubicBezTo>
                    <a:pt x="455" y="3008"/>
                    <a:pt x="455" y="3003"/>
                    <a:pt x="454" y="2997"/>
                  </a:cubicBezTo>
                  <a:cubicBezTo>
                    <a:pt x="452" y="2981"/>
                    <a:pt x="454" y="2981"/>
                    <a:pt x="456" y="2962"/>
                  </a:cubicBezTo>
                  <a:cubicBezTo>
                    <a:pt x="456" y="2961"/>
                    <a:pt x="456" y="2960"/>
                    <a:pt x="456" y="2959"/>
                  </a:cubicBezTo>
                  <a:cubicBezTo>
                    <a:pt x="459" y="2953"/>
                    <a:pt x="464" y="2948"/>
                    <a:pt x="466" y="2939"/>
                  </a:cubicBezTo>
                  <a:cubicBezTo>
                    <a:pt x="467" y="2936"/>
                    <a:pt x="468" y="2933"/>
                    <a:pt x="468" y="2929"/>
                  </a:cubicBezTo>
                  <a:cubicBezTo>
                    <a:pt x="469" y="2914"/>
                    <a:pt x="458" y="2851"/>
                    <a:pt x="459" y="2843"/>
                  </a:cubicBezTo>
                  <a:cubicBezTo>
                    <a:pt x="462" y="2823"/>
                    <a:pt x="448" y="2807"/>
                    <a:pt x="444" y="2775"/>
                  </a:cubicBezTo>
                  <a:cubicBezTo>
                    <a:pt x="439" y="2742"/>
                    <a:pt x="452" y="2632"/>
                    <a:pt x="452" y="2612"/>
                  </a:cubicBezTo>
                  <a:cubicBezTo>
                    <a:pt x="452" y="2574"/>
                    <a:pt x="472" y="2511"/>
                    <a:pt x="467" y="2434"/>
                  </a:cubicBezTo>
                  <a:cubicBezTo>
                    <a:pt x="463" y="2389"/>
                    <a:pt x="441" y="2252"/>
                    <a:pt x="441" y="2221"/>
                  </a:cubicBezTo>
                  <a:cubicBezTo>
                    <a:pt x="441" y="2215"/>
                    <a:pt x="440" y="2181"/>
                    <a:pt x="442" y="2175"/>
                  </a:cubicBezTo>
                  <a:cubicBezTo>
                    <a:pt x="448" y="2155"/>
                    <a:pt x="465" y="1903"/>
                    <a:pt x="465" y="1900"/>
                  </a:cubicBezTo>
                  <a:cubicBezTo>
                    <a:pt x="468" y="1870"/>
                    <a:pt x="489" y="1711"/>
                    <a:pt x="489" y="1711"/>
                  </a:cubicBezTo>
                  <a:cubicBezTo>
                    <a:pt x="490" y="1711"/>
                    <a:pt x="490" y="1711"/>
                    <a:pt x="490" y="1711"/>
                  </a:cubicBezTo>
                  <a:cubicBezTo>
                    <a:pt x="492" y="1711"/>
                    <a:pt x="494" y="1712"/>
                    <a:pt x="496" y="1712"/>
                  </a:cubicBezTo>
                  <a:cubicBezTo>
                    <a:pt x="497" y="1712"/>
                    <a:pt x="498" y="1712"/>
                    <a:pt x="499" y="1712"/>
                  </a:cubicBezTo>
                  <a:cubicBezTo>
                    <a:pt x="500" y="1719"/>
                    <a:pt x="523" y="1868"/>
                    <a:pt x="525" y="1897"/>
                  </a:cubicBezTo>
                  <a:cubicBezTo>
                    <a:pt x="525" y="1900"/>
                    <a:pt x="539" y="2156"/>
                    <a:pt x="546" y="2177"/>
                  </a:cubicBezTo>
                  <a:cubicBezTo>
                    <a:pt x="548" y="2183"/>
                    <a:pt x="546" y="2217"/>
                    <a:pt x="546" y="2223"/>
                  </a:cubicBezTo>
                  <a:cubicBezTo>
                    <a:pt x="546" y="2254"/>
                    <a:pt x="524" y="2390"/>
                    <a:pt x="521" y="2435"/>
                  </a:cubicBezTo>
                  <a:cubicBezTo>
                    <a:pt x="516" y="2513"/>
                    <a:pt x="536" y="2576"/>
                    <a:pt x="536" y="2613"/>
                  </a:cubicBezTo>
                  <a:cubicBezTo>
                    <a:pt x="536" y="2634"/>
                    <a:pt x="549" y="2744"/>
                    <a:pt x="544" y="2776"/>
                  </a:cubicBezTo>
                  <a:cubicBezTo>
                    <a:pt x="543" y="2784"/>
                    <a:pt x="541" y="2791"/>
                    <a:pt x="539" y="2798"/>
                  </a:cubicBezTo>
                  <a:cubicBezTo>
                    <a:pt x="537" y="2807"/>
                    <a:pt x="533" y="2815"/>
                    <a:pt x="531" y="2822"/>
                  </a:cubicBezTo>
                  <a:cubicBezTo>
                    <a:pt x="529" y="2829"/>
                    <a:pt x="528" y="2837"/>
                    <a:pt x="529" y="2844"/>
                  </a:cubicBezTo>
                  <a:cubicBezTo>
                    <a:pt x="530" y="2853"/>
                    <a:pt x="518" y="2916"/>
                    <a:pt x="519" y="2931"/>
                  </a:cubicBezTo>
                  <a:cubicBezTo>
                    <a:pt x="521" y="2949"/>
                    <a:pt x="531" y="2953"/>
                    <a:pt x="532" y="2963"/>
                  </a:cubicBezTo>
                  <a:cubicBezTo>
                    <a:pt x="534" y="2983"/>
                    <a:pt x="536" y="2983"/>
                    <a:pt x="533" y="2999"/>
                  </a:cubicBezTo>
                  <a:cubicBezTo>
                    <a:pt x="531" y="3014"/>
                    <a:pt x="537" y="3020"/>
                    <a:pt x="545" y="3027"/>
                  </a:cubicBezTo>
                  <a:cubicBezTo>
                    <a:pt x="546" y="3028"/>
                    <a:pt x="547" y="3028"/>
                    <a:pt x="548" y="3029"/>
                  </a:cubicBezTo>
                  <a:cubicBezTo>
                    <a:pt x="548" y="3029"/>
                    <a:pt x="549" y="3030"/>
                    <a:pt x="549" y="3030"/>
                  </a:cubicBezTo>
                  <a:cubicBezTo>
                    <a:pt x="549" y="3030"/>
                    <a:pt x="549" y="3030"/>
                    <a:pt x="549" y="3030"/>
                  </a:cubicBezTo>
                  <a:cubicBezTo>
                    <a:pt x="556" y="3036"/>
                    <a:pt x="562" y="3043"/>
                    <a:pt x="575" y="3045"/>
                  </a:cubicBezTo>
                  <a:cubicBezTo>
                    <a:pt x="589" y="3048"/>
                    <a:pt x="613" y="3050"/>
                    <a:pt x="620" y="3036"/>
                  </a:cubicBezTo>
                  <a:cubicBezTo>
                    <a:pt x="620" y="3036"/>
                    <a:pt x="620" y="3036"/>
                    <a:pt x="620" y="3036"/>
                  </a:cubicBezTo>
                  <a:cubicBezTo>
                    <a:pt x="620" y="3035"/>
                    <a:pt x="620" y="3035"/>
                    <a:pt x="621" y="3034"/>
                  </a:cubicBezTo>
                  <a:cubicBezTo>
                    <a:pt x="629" y="3044"/>
                    <a:pt x="651" y="3043"/>
                    <a:pt x="662" y="3037"/>
                  </a:cubicBezTo>
                  <a:cubicBezTo>
                    <a:pt x="670" y="3045"/>
                    <a:pt x="691" y="3041"/>
                    <a:pt x="697" y="3032"/>
                  </a:cubicBezTo>
                  <a:cubicBezTo>
                    <a:pt x="699" y="3030"/>
                    <a:pt x="699" y="3028"/>
                    <a:pt x="700" y="3027"/>
                  </a:cubicBezTo>
                  <a:cubicBezTo>
                    <a:pt x="700" y="3026"/>
                    <a:pt x="700" y="3025"/>
                    <a:pt x="701" y="3024"/>
                  </a:cubicBezTo>
                  <a:cubicBezTo>
                    <a:pt x="701" y="3025"/>
                    <a:pt x="701" y="3025"/>
                    <a:pt x="701" y="3025"/>
                  </a:cubicBezTo>
                  <a:cubicBezTo>
                    <a:pt x="711" y="3026"/>
                    <a:pt x="721" y="3023"/>
                    <a:pt x="723" y="3017"/>
                  </a:cubicBezTo>
                  <a:cubicBezTo>
                    <a:pt x="723" y="3017"/>
                    <a:pt x="723" y="3016"/>
                    <a:pt x="724" y="3015"/>
                  </a:cubicBezTo>
                  <a:cubicBezTo>
                    <a:pt x="724" y="3013"/>
                    <a:pt x="724" y="3011"/>
                    <a:pt x="724" y="3009"/>
                  </a:cubicBezTo>
                  <a:cubicBezTo>
                    <a:pt x="725" y="3009"/>
                    <a:pt x="726" y="3008"/>
                    <a:pt x="727" y="3007"/>
                  </a:cubicBezTo>
                  <a:cubicBezTo>
                    <a:pt x="729" y="3006"/>
                    <a:pt x="730" y="3005"/>
                    <a:pt x="730" y="3003"/>
                  </a:cubicBezTo>
                  <a:cubicBezTo>
                    <a:pt x="733" y="2996"/>
                    <a:pt x="725" y="2986"/>
                    <a:pt x="722" y="2978"/>
                  </a:cubicBezTo>
                  <a:cubicBezTo>
                    <a:pt x="718" y="2967"/>
                    <a:pt x="713" y="2962"/>
                    <a:pt x="702" y="2956"/>
                  </a:cubicBezTo>
                  <a:cubicBezTo>
                    <a:pt x="692" y="2950"/>
                    <a:pt x="689" y="2942"/>
                    <a:pt x="676" y="2932"/>
                  </a:cubicBezTo>
                  <a:cubicBezTo>
                    <a:pt x="662" y="2922"/>
                    <a:pt x="638" y="2869"/>
                    <a:pt x="637" y="2865"/>
                  </a:cubicBezTo>
                  <a:cubicBezTo>
                    <a:pt x="638" y="2863"/>
                    <a:pt x="639" y="2861"/>
                    <a:pt x="640" y="2859"/>
                  </a:cubicBezTo>
                  <a:cubicBezTo>
                    <a:pt x="645" y="2845"/>
                    <a:pt x="642" y="2830"/>
                    <a:pt x="640" y="2822"/>
                  </a:cubicBezTo>
                  <a:cubicBezTo>
                    <a:pt x="638" y="2810"/>
                    <a:pt x="643" y="2766"/>
                    <a:pt x="657" y="2710"/>
                  </a:cubicBezTo>
                  <a:cubicBezTo>
                    <a:pt x="659" y="2703"/>
                    <a:pt x="661" y="2696"/>
                    <a:pt x="663" y="2689"/>
                  </a:cubicBezTo>
                  <a:cubicBezTo>
                    <a:pt x="670" y="2666"/>
                    <a:pt x="679" y="2640"/>
                    <a:pt x="687" y="2612"/>
                  </a:cubicBezTo>
                  <a:cubicBezTo>
                    <a:pt x="699" y="2574"/>
                    <a:pt x="709" y="2532"/>
                    <a:pt x="711" y="2488"/>
                  </a:cubicBezTo>
                  <a:cubicBezTo>
                    <a:pt x="713" y="2435"/>
                    <a:pt x="705" y="2339"/>
                    <a:pt x="706" y="2265"/>
                  </a:cubicBezTo>
                  <a:cubicBezTo>
                    <a:pt x="707" y="2236"/>
                    <a:pt x="713" y="2213"/>
                    <a:pt x="718" y="2197"/>
                  </a:cubicBezTo>
                  <a:cubicBezTo>
                    <a:pt x="720" y="2189"/>
                    <a:pt x="722" y="2184"/>
                    <a:pt x="723" y="2181"/>
                  </a:cubicBezTo>
                  <a:cubicBezTo>
                    <a:pt x="723" y="2179"/>
                    <a:pt x="724" y="2178"/>
                    <a:pt x="724" y="2177"/>
                  </a:cubicBezTo>
                  <a:cubicBezTo>
                    <a:pt x="730" y="2148"/>
                    <a:pt x="732" y="2095"/>
                    <a:pt x="735" y="2079"/>
                  </a:cubicBezTo>
                  <a:cubicBezTo>
                    <a:pt x="778" y="1831"/>
                    <a:pt x="786" y="1666"/>
                    <a:pt x="786" y="1588"/>
                  </a:cubicBezTo>
                  <a:cubicBezTo>
                    <a:pt x="786" y="1570"/>
                    <a:pt x="786" y="1555"/>
                    <a:pt x="786" y="1546"/>
                  </a:cubicBezTo>
                  <a:cubicBezTo>
                    <a:pt x="786" y="1546"/>
                    <a:pt x="783" y="1527"/>
                    <a:pt x="781" y="1506"/>
                  </a:cubicBezTo>
                  <a:cubicBezTo>
                    <a:pt x="779" y="1486"/>
                    <a:pt x="777" y="1466"/>
                    <a:pt x="775" y="1458"/>
                  </a:cubicBezTo>
                  <a:cubicBezTo>
                    <a:pt x="775" y="1453"/>
                    <a:pt x="775" y="1443"/>
                    <a:pt x="775" y="1430"/>
                  </a:cubicBezTo>
                  <a:cubicBezTo>
                    <a:pt x="778" y="1367"/>
                    <a:pt x="788" y="1235"/>
                    <a:pt x="784" y="1147"/>
                  </a:cubicBezTo>
                  <a:cubicBezTo>
                    <a:pt x="785" y="1125"/>
                    <a:pt x="784" y="1112"/>
                    <a:pt x="784" y="1110"/>
                  </a:cubicBezTo>
                  <a:cubicBezTo>
                    <a:pt x="785" y="1084"/>
                    <a:pt x="783" y="1044"/>
                    <a:pt x="781" y="1012"/>
                  </a:cubicBezTo>
                  <a:cubicBezTo>
                    <a:pt x="781" y="1004"/>
                    <a:pt x="781" y="997"/>
                    <a:pt x="780" y="988"/>
                  </a:cubicBezTo>
                  <a:cubicBezTo>
                    <a:pt x="781" y="978"/>
                    <a:pt x="781" y="968"/>
                    <a:pt x="780" y="959"/>
                  </a:cubicBezTo>
                  <a:cubicBezTo>
                    <a:pt x="780" y="960"/>
                    <a:pt x="781" y="961"/>
                    <a:pt x="781" y="962"/>
                  </a:cubicBezTo>
                  <a:cubicBezTo>
                    <a:pt x="783" y="978"/>
                    <a:pt x="796" y="1067"/>
                    <a:pt x="797" y="1100"/>
                  </a:cubicBezTo>
                  <a:cubicBezTo>
                    <a:pt x="794" y="1125"/>
                    <a:pt x="798" y="1143"/>
                    <a:pt x="804" y="1166"/>
                  </a:cubicBezTo>
                  <a:cubicBezTo>
                    <a:pt x="808" y="1183"/>
                    <a:pt x="814" y="1202"/>
                    <a:pt x="819" y="1228"/>
                  </a:cubicBezTo>
                  <a:cubicBezTo>
                    <a:pt x="820" y="1233"/>
                    <a:pt x="823" y="1245"/>
                    <a:pt x="827" y="1260"/>
                  </a:cubicBezTo>
                  <a:cubicBezTo>
                    <a:pt x="840" y="1317"/>
                    <a:pt x="870" y="1424"/>
                    <a:pt x="872" y="1438"/>
                  </a:cubicBezTo>
                  <a:cubicBezTo>
                    <a:pt x="875" y="1455"/>
                    <a:pt x="880" y="1473"/>
                    <a:pt x="882" y="1477"/>
                  </a:cubicBezTo>
                  <a:cubicBezTo>
                    <a:pt x="882" y="1477"/>
                    <a:pt x="882" y="1478"/>
                    <a:pt x="882" y="1480"/>
                  </a:cubicBezTo>
                  <a:cubicBezTo>
                    <a:pt x="880" y="1485"/>
                    <a:pt x="877" y="1493"/>
                    <a:pt x="875" y="1501"/>
                  </a:cubicBezTo>
                  <a:cubicBezTo>
                    <a:pt x="874" y="1501"/>
                    <a:pt x="874" y="1501"/>
                    <a:pt x="874" y="1501"/>
                  </a:cubicBezTo>
                  <a:cubicBezTo>
                    <a:pt x="873" y="1503"/>
                    <a:pt x="872" y="1505"/>
                    <a:pt x="871" y="1507"/>
                  </a:cubicBezTo>
                  <a:cubicBezTo>
                    <a:pt x="861" y="1522"/>
                    <a:pt x="861" y="1558"/>
                    <a:pt x="848" y="1576"/>
                  </a:cubicBezTo>
                  <a:cubicBezTo>
                    <a:pt x="848" y="1577"/>
                    <a:pt x="847" y="1578"/>
                    <a:pt x="846" y="1579"/>
                  </a:cubicBezTo>
                  <a:cubicBezTo>
                    <a:pt x="843" y="1582"/>
                    <a:pt x="838" y="1587"/>
                    <a:pt x="834" y="1592"/>
                  </a:cubicBezTo>
                  <a:cubicBezTo>
                    <a:pt x="817" y="1613"/>
                    <a:pt x="798" y="1646"/>
                    <a:pt x="817" y="1658"/>
                  </a:cubicBezTo>
                  <a:cubicBezTo>
                    <a:pt x="825" y="1663"/>
                    <a:pt x="832" y="1663"/>
                    <a:pt x="839" y="1660"/>
                  </a:cubicBezTo>
                  <a:cubicBezTo>
                    <a:pt x="854" y="1654"/>
                    <a:pt x="865" y="1633"/>
                    <a:pt x="870" y="1620"/>
                  </a:cubicBezTo>
                  <a:cubicBezTo>
                    <a:pt x="871" y="1618"/>
                    <a:pt x="872" y="1616"/>
                    <a:pt x="873" y="1615"/>
                  </a:cubicBezTo>
                  <a:cubicBezTo>
                    <a:pt x="881" y="1605"/>
                    <a:pt x="890" y="1600"/>
                    <a:pt x="890" y="1600"/>
                  </a:cubicBezTo>
                  <a:cubicBezTo>
                    <a:pt x="890" y="1600"/>
                    <a:pt x="889" y="1601"/>
                    <a:pt x="888" y="1603"/>
                  </a:cubicBezTo>
                  <a:cubicBezTo>
                    <a:pt x="888" y="1603"/>
                    <a:pt x="888" y="1603"/>
                    <a:pt x="888" y="1603"/>
                  </a:cubicBezTo>
                  <a:cubicBezTo>
                    <a:pt x="888" y="1604"/>
                    <a:pt x="888" y="1604"/>
                    <a:pt x="888" y="1604"/>
                  </a:cubicBezTo>
                  <a:cubicBezTo>
                    <a:pt x="885" y="1610"/>
                    <a:pt x="879" y="1622"/>
                    <a:pt x="883" y="1629"/>
                  </a:cubicBezTo>
                  <a:cubicBezTo>
                    <a:pt x="883" y="1630"/>
                    <a:pt x="883" y="1630"/>
                    <a:pt x="884" y="1631"/>
                  </a:cubicBezTo>
                  <a:cubicBezTo>
                    <a:pt x="871" y="1696"/>
                    <a:pt x="871" y="1696"/>
                    <a:pt x="871" y="1696"/>
                  </a:cubicBezTo>
                  <a:cubicBezTo>
                    <a:pt x="866" y="1698"/>
                    <a:pt x="859" y="1693"/>
                    <a:pt x="851" y="1705"/>
                  </a:cubicBezTo>
                  <a:cubicBezTo>
                    <a:pt x="850" y="1705"/>
                    <a:pt x="849" y="1705"/>
                    <a:pt x="848" y="1705"/>
                  </a:cubicBezTo>
                  <a:cubicBezTo>
                    <a:pt x="848" y="1705"/>
                    <a:pt x="848" y="1705"/>
                    <a:pt x="848" y="1705"/>
                  </a:cubicBezTo>
                  <a:cubicBezTo>
                    <a:pt x="848" y="1705"/>
                    <a:pt x="848" y="1705"/>
                    <a:pt x="848" y="1705"/>
                  </a:cubicBezTo>
                  <a:cubicBezTo>
                    <a:pt x="846" y="1704"/>
                    <a:pt x="844" y="1704"/>
                    <a:pt x="843" y="1703"/>
                  </a:cubicBezTo>
                  <a:cubicBezTo>
                    <a:pt x="837" y="1700"/>
                    <a:pt x="830" y="1696"/>
                    <a:pt x="824" y="1696"/>
                  </a:cubicBezTo>
                  <a:cubicBezTo>
                    <a:pt x="817" y="1696"/>
                    <a:pt x="811" y="1699"/>
                    <a:pt x="810" y="1714"/>
                  </a:cubicBezTo>
                  <a:cubicBezTo>
                    <a:pt x="810" y="1714"/>
                    <a:pt x="811" y="1714"/>
                    <a:pt x="811" y="1714"/>
                  </a:cubicBezTo>
                  <a:cubicBezTo>
                    <a:pt x="811" y="1715"/>
                    <a:pt x="811" y="1715"/>
                    <a:pt x="811" y="1715"/>
                  </a:cubicBezTo>
                  <a:cubicBezTo>
                    <a:pt x="810" y="1717"/>
                    <a:pt x="822" y="1720"/>
                    <a:pt x="831" y="1723"/>
                  </a:cubicBezTo>
                  <a:cubicBezTo>
                    <a:pt x="815" y="1732"/>
                    <a:pt x="815" y="1732"/>
                    <a:pt x="815" y="1732"/>
                  </a:cubicBezTo>
                  <a:cubicBezTo>
                    <a:pt x="812" y="1733"/>
                    <a:pt x="811" y="1733"/>
                    <a:pt x="811" y="1734"/>
                  </a:cubicBezTo>
                  <a:cubicBezTo>
                    <a:pt x="811" y="1734"/>
                    <a:pt x="793" y="1750"/>
                    <a:pt x="807" y="1758"/>
                  </a:cubicBezTo>
                  <a:cubicBezTo>
                    <a:pt x="808" y="1758"/>
                    <a:pt x="808" y="1758"/>
                    <a:pt x="808" y="1758"/>
                  </a:cubicBezTo>
                  <a:cubicBezTo>
                    <a:pt x="808" y="1758"/>
                    <a:pt x="808" y="1759"/>
                    <a:pt x="808" y="1759"/>
                  </a:cubicBezTo>
                  <a:cubicBezTo>
                    <a:pt x="819" y="1760"/>
                    <a:pt x="819" y="1760"/>
                    <a:pt x="819" y="1760"/>
                  </a:cubicBezTo>
                  <a:cubicBezTo>
                    <a:pt x="818" y="1761"/>
                    <a:pt x="803" y="1772"/>
                    <a:pt x="815" y="1783"/>
                  </a:cubicBezTo>
                  <a:cubicBezTo>
                    <a:pt x="815" y="1784"/>
                    <a:pt x="817" y="1785"/>
                    <a:pt x="819" y="1785"/>
                  </a:cubicBezTo>
                  <a:cubicBezTo>
                    <a:pt x="826" y="1787"/>
                    <a:pt x="840" y="1786"/>
                    <a:pt x="844" y="1786"/>
                  </a:cubicBezTo>
                  <a:cubicBezTo>
                    <a:pt x="848" y="1786"/>
                    <a:pt x="851" y="1785"/>
                    <a:pt x="852" y="1785"/>
                  </a:cubicBezTo>
                  <a:cubicBezTo>
                    <a:pt x="852" y="1787"/>
                    <a:pt x="852" y="1795"/>
                    <a:pt x="859" y="1798"/>
                  </a:cubicBezTo>
                  <a:cubicBezTo>
                    <a:pt x="860" y="1799"/>
                    <a:pt x="861" y="1799"/>
                    <a:pt x="863" y="1799"/>
                  </a:cubicBezTo>
                  <a:cubicBezTo>
                    <a:pt x="863" y="1799"/>
                    <a:pt x="864" y="1799"/>
                    <a:pt x="864" y="1799"/>
                  </a:cubicBezTo>
                  <a:cubicBezTo>
                    <a:pt x="865" y="1800"/>
                    <a:pt x="866" y="1800"/>
                    <a:pt x="868" y="1799"/>
                  </a:cubicBezTo>
                  <a:cubicBezTo>
                    <a:pt x="868" y="1799"/>
                    <a:pt x="868" y="1799"/>
                    <a:pt x="868" y="1799"/>
                  </a:cubicBezTo>
                  <a:cubicBezTo>
                    <a:pt x="878" y="1798"/>
                    <a:pt x="886" y="1791"/>
                    <a:pt x="889" y="1787"/>
                  </a:cubicBezTo>
                  <a:cubicBezTo>
                    <a:pt x="889" y="1787"/>
                    <a:pt x="890" y="1787"/>
                    <a:pt x="890" y="1787"/>
                  </a:cubicBezTo>
                  <a:cubicBezTo>
                    <a:pt x="891" y="1786"/>
                    <a:pt x="891" y="1786"/>
                    <a:pt x="891" y="1786"/>
                  </a:cubicBezTo>
                  <a:cubicBezTo>
                    <a:pt x="891" y="1786"/>
                    <a:pt x="891" y="1786"/>
                    <a:pt x="891" y="1786"/>
                  </a:cubicBezTo>
                  <a:cubicBezTo>
                    <a:pt x="897" y="1781"/>
                    <a:pt x="917" y="1772"/>
                    <a:pt x="925" y="1759"/>
                  </a:cubicBezTo>
                  <a:cubicBezTo>
                    <a:pt x="934" y="1746"/>
                    <a:pt x="946" y="1745"/>
                    <a:pt x="956" y="1703"/>
                  </a:cubicBezTo>
                  <a:cubicBezTo>
                    <a:pt x="960" y="1684"/>
                    <a:pt x="976" y="1659"/>
                    <a:pt x="978" y="1644"/>
                  </a:cubicBezTo>
                  <a:cubicBezTo>
                    <a:pt x="979" y="1628"/>
                    <a:pt x="982" y="1613"/>
                    <a:pt x="978" y="1587"/>
                  </a:cubicBezTo>
                  <a:cubicBezTo>
                    <a:pt x="975" y="1569"/>
                    <a:pt x="980" y="1528"/>
                    <a:pt x="983" y="1501"/>
                  </a:cubicBezTo>
                  <a:lnTo>
                    <a:pt x="989" y="1500"/>
                  </a:lnTo>
                  <a:close/>
                  <a:moveTo>
                    <a:pt x="612" y="272"/>
                  </a:moveTo>
                  <a:cubicBezTo>
                    <a:pt x="612" y="272"/>
                    <a:pt x="612" y="272"/>
                    <a:pt x="612" y="272"/>
                  </a:cubicBezTo>
                  <a:cubicBezTo>
                    <a:pt x="612" y="272"/>
                    <a:pt x="612" y="272"/>
                    <a:pt x="612" y="272"/>
                  </a:cubicBezTo>
                  <a:cubicBezTo>
                    <a:pt x="612" y="272"/>
                    <a:pt x="612" y="272"/>
                    <a:pt x="612" y="272"/>
                  </a:cubicBezTo>
                  <a:close/>
                  <a:moveTo>
                    <a:pt x="361" y="207"/>
                  </a:moveTo>
                  <a:cubicBezTo>
                    <a:pt x="361" y="207"/>
                    <a:pt x="361" y="207"/>
                    <a:pt x="361" y="207"/>
                  </a:cubicBezTo>
                  <a:cubicBezTo>
                    <a:pt x="361" y="206"/>
                    <a:pt x="361" y="205"/>
                    <a:pt x="361" y="204"/>
                  </a:cubicBezTo>
                  <a:cubicBezTo>
                    <a:pt x="361" y="204"/>
                    <a:pt x="361" y="204"/>
                    <a:pt x="360" y="204"/>
                  </a:cubicBezTo>
                  <a:cubicBezTo>
                    <a:pt x="361" y="204"/>
                    <a:pt x="361" y="204"/>
                    <a:pt x="361" y="204"/>
                  </a:cubicBezTo>
                  <a:cubicBezTo>
                    <a:pt x="361" y="207"/>
                    <a:pt x="362" y="209"/>
                    <a:pt x="362" y="210"/>
                  </a:cubicBezTo>
                  <a:cubicBezTo>
                    <a:pt x="362" y="209"/>
                    <a:pt x="362" y="208"/>
                    <a:pt x="361" y="207"/>
                  </a:cubicBezTo>
                  <a:close/>
                  <a:moveTo>
                    <a:pt x="160" y="1730"/>
                  </a:moveTo>
                  <a:cubicBezTo>
                    <a:pt x="159" y="1730"/>
                    <a:pt x="158" y="1730"/>
                    <a:pt x="157" y="1730"/>
                  </a:cubicBezTo>
                  <a:cubicBezTo>
                    <a:pt x="156" y="1729"/>
                    <a:pt x="154" y="1729"/>
                    <a:pt x="152" y="1729"/>
                  </a:cubicBezTo>
                  <a:cubicBezTo>
                    <a:pt x="155" y="1729"/>
                    <a:pt x="158" y="1729"/>
                    <a:pt x="160" y="1730"/>
                  </a:cubicBezTo>
                  <a:close/>
                  <a:moveTo>
                    <a:pt x="824" y="1731"/>
                  </a:moveTo>
                  <a:cubicBezTo>
                    <a:pt x="823" y="1732"/>
                    <a:pt x="822" y="1732"/>
                    <a:pt x="821" y="1732"/>
                  </a:cubicBezTo>
                  <a:cubicBezTo>
                    <a:pt x="824" y="1731"/>
                    <a:pt x="827" y="1731"/>
                    <a:pt x="830" y="1731"/>
                  </a:cubicBezTo>
                  <a:cubicBezTo>
                    <a:pt x="828" y="1731"/>
                    <a:pt x="826" y="1731"/>
                    <a:pt x="824" y="1731"/>
                  </a:cubicBezTo>
                  <a:close/>
                </a:path>
              </a:pathLst>
            </a:custGeom>
            <a:solidFill>
              <a:srgbClr val="B1DF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66577" name="Freeform 48">
              <a:extLst>
                <a:ext uri="{FF2B5EF4-FFF2-40B4-BE49-F238E27FC236}">
                  <a16:creationId xmlns:a16="http://schemas.microsoft.com/office/drawing/2014/main" id="{E4E9C270-3DC4-43FE-B2A5-9A745B80993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703" y="1718"/>
              <a:ext cx="751" cy="2304"/>
            </a:xfrm>
            <a:custGeom>
              <a:avLst/>
              <a:gdLst>
                <a:gd name="T0" fmla="*/ 280 w 989"/>
                <a:gd name="T1" fmla="*/ 64 h 3051"/>
                <a:gd name="T2" fmla="*/ 250 w 989"/>
                <a:gd name="T3" fmla="*/ 6 h 3051"/>
                <a:gd name="T4" fmla="*/ 207 w 989"/>
                <a:gd name="T5" fmla="*/ 1 h 3051"/>
                <a:gd name="T6" fmla="*/ 185 w 989"/>
                <a:gd name="T7" fmla="*/ 5 h 3051"/>
                <a:gd name="T8" fmla="*/ 169 w 989"/>
                <a:gd name="T9" fmla="*/ 15 h 3051"/>
                <a:gd name="T10" fmla="*/ 153 w 989"/>
                <a:gd name="T11" fmla="*/ 66 h 3051"/>
                <a:gd name="T12" fmla="*/ 153 w 989"/>
                <a:gd name="T13" fmla="*/ 97 h 3051"/>
                <a:gd name="T14" fmla="*/ 161 w 989"/>
                <a:gd name="T15" fmla="*/ 115 h 3051"/>
                <a:gd name="T16" fmla="*/ 165 w 989"/>
                <a:gd name="T17" fmla="*/ 121 h 3051"/>
                <a:gd name="T18" fmla="*/ 166 w 989"/>
                <a:gd name="T19" fmla="*/ 126 h 3051"/>
                <a:gd name="T20" fmla="*/ 166 w 989"/>
                <a:gd name="T21" fmla="*/ 132 h 3051"/>
                <a:gd name="T22" fmla="*/ 169 w 989"/>
                <a:gd name="T23" fmla="*/ 138 h 3051"/>
                <a:gd name="T24" fmla="*/ 172 w 989"/>
                <a:gd name="T25" fmla="*/ 178 h 3051"/>
                <a:gd name="T26" fmla="*/ 23 w 989"/>
                <a:gd name="T27" fmla="*/ 429 h 3051"/>
                <a:gd name="T28" fmla="*/ 4 w 989"/>
                <a:gd name="T29" fmla="*/ 626 h 3051"/>
                <a:gd name="T30" fmla="*/ 3 w 989"/>
                <a:gd name="T31" fmla="*/ 655 h 3051"/>
                <a:gd name="T32" fmla="*/ 40 w 989"/>
                <a:gd name="T33" fmla="*/ 769 h 3051"/>
                <a:gd name="T34" fmla="*/ 52 w 989"/>
                <a:gd name="T35" fmla="*/ 774 h 3051"/>
                <a:gd name="T36" fmla="*/ 76 w 989"/>
                <a:gd name="T37" fmla="*/ 757 h 3051"/>
                <a:gd name="T38" fmla="*/ 75 w 989"/>
                <a:gd name="T39" fmla="*/ 737 h 3051"/>
                <a:gd name="T40" fmla="*/ 43 w 989"/>
                <a:gd name="T41" fmla="*/ 702 h 3051"/>
                <a:gd name="T42" fmla="*/ 65 w 989"/>
                <a:gd name="T43" fmla="*/ 685 h 3051"/>
                <a:gd name="T44" fmla="*/ 65 w 989"/>
                <a:gd name="T45" fmla="*/ 565 h 3051"/>
                <a:gd name="T46" fmla="*/ 88 w 989"/>
                <a:gd name="T47" fmla="*/ 481 h 3051"/>
                <a:gd name="T48" fmla="*/ 115 w 989"/>
                <a:gd name="T49" fmla="*/ 938 h 3051"/>
                <a:gd name="T50" fmla="*/ 137 w 989"/>
                <a:gd name="T51" fmla="*/ 1263 h 3051"/>
                <a:gd name="T52" fmla="*/ 116 w 989"/>
                <a:gd name="T53" fmla="*/ 1299 h 3051"/>
                <a:gd name="T54" fmla="*/ 161 w 989"/>
                <a:gd name="T55" fmla="*/ 1308 h 3051"/>
                <a:gd name="T56" fmla="*/ 199 w 989"/>
                <a:gd name="T57" fmla="*/ 1291 h 3051"/>
                <a:gd name="T58" fmla="*/ 197 w 989"/>
                <a:gd name="T59" fmla="*/ 1124 h 3051"/>
                <a:gd name="T60" fmla="*/ 217 w 989"/>
                <a:gd name="T61" fmla="*/ 737 h 3051"/>
                <a:gd name="T62" fmla="*/ 238 w 989"/>
                <a:gd name="T63" fmla="*/ 1195 h 3051"/>
                <a:gd name="T64" fmla="*/ 238 w 989"/>
                <a:gd name="T65" fmla="*/ 1303 h 3051"/>
                <a:gd name="T66" fmla="*/ 272 w 989"/>
                <a:gd name="T67" fmla="*/ 1306 h 3051"/>
                <a:gd name="T68" fmla="*/ 317 w 989"/>
                <a:gd name="T69" fmla="*/ 1299 h 3051"/>
                <a:gd name="T70" fmla="*/ 279 w 989"/>
                <a:gd name="T71" fmla="*/ 1234 h 3051"/>
                <a:gd name="T72" fmla="*/ 309 w 989"/>
                <a:gd name="T73" fmla="*/ 975 h 3051"/>
                <a:gd name="T74" fmla="*/ 342 w 989"/>
                <a:gd name="T75" fmla="*/ 649 h 3051"/>
                <a:gd name="T76" fmla="*/ 342 w 989"/>
                <a:gd name="T77" fmla="*/ 413 h 3051"/>
                <a:gd name="T78" fmla="*/ 387 w 989"/>
                <a:gd name="T79" fmla="*/ 636 h 3051"/>
                <a:gd name="T80" fmla="*/ 365 w 989"/>
                <a:gd name="T81" fmla="*/ 686 h 3051"/>
                <a:gd name="T82" fmla="*/ 389 w 989"/>
                <a:gd name="T83" fmla="*/ 691 h 3051"/>
                <a:gd name="T84" fmla="*/ 371 w 989"/>
                <a:gd name="T85" fmla="*/ 735 h 3051"/>
                <a:gd name="T86" fmla="*/ 364 w 989"/>
                <a:gd name="T87" fmla="*/ 742 h 3051"/>
                <a:gd name="T88" fmla="*/ 357 w 989"/>
                <a:gd name="T89" fmla="*/ 767 h 3051"/>
                <a:gd name="T90" fmla="*/ 380 w 989"/>
                <a:gd name="T91" fmla="*/ 775 h 3051"/>
                <a:gd name="T92" fmla="*/ 418 w 989"/>
                <a:gd name="T93" fmla="*/ 733 h 3051"/>
                <a:gd name="T94" fmla="*/ 430 w 989"/>
                <a:gd name="T95" fmla="*/ 628 h 3051"/>
                <a:gd name="T96" fmla="*/ 388 w 989"/>
                <a:gd name="T97" fmla="*/ 260 h 3051"/>
                <a:gd name="T98" fmla="*/ 257 w 989"/>
                <a:gd name="T99" fmla="*/ 150 h 3051"/>
                <a:gd name="T100" fmla="*/ 265 w 989"/>
                <a:gd name="T101" fmla="*/ 133 h 3051"/>
                <a:gd name="T102" fmla="*/ 267 w 989"/>
                <a:gd name="T103" fmla="*/ 123 h 3051"/>
                <a:gd name="T104" fmla="*/ 270 w 989"/>
                <a:gd name="T105" fmla="*/ 116 h 3051"/>
                <a:gd name="T106" fmla="*/ 273 w 989"/>
                <a:gd name="T107" fmla="*/ 113 h 3051"/>
                <a:gd name="T108" fmla="*/ 284 w 989"/>
                <a:gd name="T109" fmla="*/ 67 h 3051"/>
                <a:gd name="T110" fmla="*/ 70 w 989"/>
                <a:gd name="T111" fmla="*/ 745 h 3051"/>
                <a:gd name="T112" fmla="*/ 361 w 989"/>
                <a:gd name="T113" fmla="*/ 745 h 3051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989" h="3051">
                  <a:moveTo>
                    <a:pt x="888" y="1603"/>
                  </a:moveTo>
                  <a:cubicBezTo>
                    <a:pt x="888" y="1602"/>
                    <a:pt x="888" y="1602"/>
                    <a:pt x="888" y="1602"/>
                  </a:cubicBezTo>
                  <a:cubicBezTo>
                    <a:pt x="888" y="1602"/>
                    <a:pt x="886" y="1602"/>
                    <a:pt x="888" y="1603"/>
                  </a:cubicBezTo>
                  <a:close/>
                  <a:moveTo>
                    <a:pt x="638" y="169"/>
                  </a:moveTo>
                  <a:cubicBezTo>
                    <a:pt x="638" y="166"/>
                    <a:pt x="639" y="163"/>
                    <a:pt x="639" y="160"/>
                  </a:cubicBezTo>
                  <a:cubicBezTo>
                    <a:pt x="639" y="160"/>
                    <a:pt x="639" y="159"/>
                    <a:pt x="639" y="159"/>
                  </a:cubicBezTo>
                  <a:cubicBezTo>
                    <a:pt x="640" y="156"/>
                    <a:pt x="640" y="153"/>
                    <a:pt x="640" y="149"/>
                  </a:cubicBezTo>
                  <a:cubicBezTo>
                    <a:pt x="641" y="148"/>
                    <a:pt x="641" y="146"/>
                    <a:pt x="641" y="144"/>
                  </a:cubicBezTo>
                  <a:cubicBezTo>
                    <a:pt x="641" y="143"/>
                    <a:pt x="641" y="143"/>
                    <a:pt x="641" y="143"/>
                  </a:cubicBezTo>
                  <a:cubicBezTo>
                    <a:pt x="642" y="127"/>
                    <a:pt x="641" y="101"/>
                    <a:pt x="630" y="76"/>
                  </a:cubicBezTo>
                  <a:cubicBezTo>
                    <a:pt x="630" y="74"/>
                    <a:pt x="630" y="73"/>
                    <a:pt x="629" y="71"/>
                  </a:cubicBezTo>
                  <a:cubicBezTo>
                    <a:pt x="625" y="55"/>
                    <a:pt x="616" y="40"/>
                    <a:pt x="599" y="33"/>
                  </a:cubicBezTo>
                  <a:cubicBezTo>
                    <a:pt x="602" y="35"/>
                    <a:pt x="605" y="36"/>
                    <a:pt x="608" y="37"/>
                  </a:cubicBezTo>
                  <a:cubicBezTo>
                    <a:pt x="599" y="28"/>
                    <a:pt x="583" y="17"/>
                    <a:pt x="570" y="15"/>
                  </a:cubicBezTo>
                  <a:cubicBezTo>
                    <a:pt x="577" y="15"/>
                    <a:pt x="584" y="21"/>
                    <a:pt x="592" y="21"/>
                  </a:cubicBezTo>
                  <a:cubicBezTo>
                    <a:pt x="586" y="15"/>
                    <a:pt x="575" y="9"/>
                    <a:pt x="566" y="8"/>
                  </a:cubicBezTo>
                  <a:cubicBezTo>
                    <a:pt x="560" y="7"/>
                    <a:pt x="551" y="12"/>
                    <a:pt x="544" y="12"/>
                  </a:cubicBezTo>
                  <a:cubicBezTo>
                    <a:pt x="543" y="11"/>
                    <a:pt x="542" y="11"/>
                    <a:pt x="541" y="11"/>
                  </a:cubicBezTo>
                  <a:cubicBezTo>
                    <a:pt x="539" y="10"/>
                    <a:pt x="537" y="9"/>
                    <a:pt x="535" y="8"/>
                  </a:cubicBezTo>
                  <a:cubicBezTo>
                    <a:pt x="528" y="4"/>
                    <a:pt x="521" y="4"/>
                    <a:pt x="513" y="2"/>
                  </a:cubicBezTo>
                  <a:cubicBezTo>
                    <a:pt x="499" y="0"/>
                    <a:pt x="486" y="0"/>
                    <a:pt x="472" y="1"/>
                  </a:cubicBezTo>
                  <a:cubicBezTo>
                    <a:pt x="475" y="1"/>
                    <a:pt x="478" y="3"/>
                    <a:pt x="482" y="4"/>
                  </a:cubicBezTo>
                  <a:cubicBezTo>
                    <a:pt x="480" y="3"/>
                    <a:pt x="478" y="3"/>
                    <a:pt x="476" y="3"/>
                  </a:cubicBezTo>
                  <a:cubicBezTo>
                    <a:pt x="472" y="4"/>
                    <a:pt x="469" y="4"/>
                    <a:pt x="465" y="5"/>
                  </a:cubicBezTo>
                  <a:cubicBezTo>
                    <a:pt x="463" y="5"/>
                    <a:pt x="462" y="6"/>
                    <a:pt x="460" y="6"/>
                  </a:cubicBezTo>
                  <a:cubicBezTo>
                    <a:pt x="457" y="7"/>
                    <a:pt x="453" y="7"/>
                    <a:pt x="450" y="7"/>
                  </a:cubicBezTo>
                  <a:cubicBezTo>
                    <a:pt x="442" y="8"/>
                    <a:pt x="433" y="8"/>
                    <a:pt x="425" y="10"/>
                  </a:cubicBezTo>
                  <a:cubicBezTo>
                    <a:pt x="424" y="10"/>
                    <a:pt x="422" y="10"/>
                    <a:pt x="421" y="11"/>
                  </a:cubicBezTo>
                  <a:cubicBezTo>
                    <a:pt x="422" y="12"/>
                    <a:pt x="423" y="12"/>
                    <a:pt x="424" y="12"/>
                  </a:cubicBezTo>
                  <a:cubicBezTo>
                    <a:pt x="425" y="12"/>
                    <a:pt x="426" y="12"/>
                    <a:pt x="427" y="12"/>
                  </a:cubicBezTo>
                  <a:cubicBezTo>
                    <a:pt x="427" y="12"/>
                    <a:pt x="428" y="12"/>
                    <a:pt x="429" y="12"/>
                  </a:cubicBezTo>
                  <a:cubicBezTo>
                    <a:pt x="423" y="14"/>
                    <a:pt x="418" y="16"/>
                    <a:pt x="413" y="18"/>
                  </a:cubicBezTo>
                  <a:cubicBezTo>
                    <a:pt x="410" y="19"/>
                    <a:pt x="407" y="20"/>
                    <a:pt x="404" y="21"/>
                  </a:cubicBezTo>
                  <a:cubicBezTo>
                    <a:pt x="394" y="25"/>
                    <a:pt x="387" y="33"/>
                    <a:pt x="378" y="39"/>
                  </a:cubicBezTo>
                  <a:cubicBezTo>
                    <a:pt x="380" y="37"/>
                    <a:pt x="383" y="36"/>
                    <a:pt x="385" y="35"/>
                  </a:cubicBezTo>
                  <a:cubicBezTo>
                    <a:pt x="381" y="40"/>
                    <a:pt x="374" y="43"/>
                    <a:pt x="370" y="48"/>
                  </a:cubicBezTo>
                  <a:cubicBezTo>
                    <a:pt x="368" y="52"/>
                    <a:pt x="367" y="56"/>
                    <a:pt x="366" y="60"/>
                  </a:cubicBezTo>
                  <a:cubicBezTo>
                    <a:pt x="343" y="95"/>
                    <a:pt x="348" y="137"/>
                    <a:pt x="349" y="147"/>
                  </a:cubicBezTo>
                  <a:cubicBezTo>
                    <a:pt x="349" y="147"/>
                    <a:pt x="349" y="148"/>
                    <a:pt x="349" y="148"/>
                  </a:cubicBezTo>
                  <a:cubicBezTo>
                    <a:pt x="350" y="149"/>
                    <a:pt x="350" y="149"/>
                    <a:pt x="350" y="150"/>
                  </a:cubicBezTo>
                  <a:cubicBezTo>
                    <a:pt x="350" y="150"/>
                    <a:pt x="350" y="150"/>
                    <a:pt x="350" y="150"/>
                  </a:cubicBezTo>
                  <a:cubicBezTo>
                    <a:pt x="350" y="151"/>
                    <a:pt x="350" y="153"/>
                    <a:pt x="350" y="153"/>
                  </a:cubicBezTo>
                  <a:cubicBezTo>
                    <a:pt x="352" y="166"/>
                    <a:pt x="352" y="166"/>
                    <a:pt x="352" y="166"/>
                  </a:cubicBezTo>
                  <a:cubicBezTo>
                    <a:pt x="351" y="164"/>
                    <a:pt x="350" y="162"/>
                    <a:pt x="350" y="160"/>
                  </a:cubicBezTo>
                  <a:cubicBezTo>
                    <a:pt x="350" y="160"/>
                    <a:pt x="350" y="160"/>
                    <a:pt x="350" y="160"/>
                  </a:cubicBezTo>
                  <a:cubicBezTo>
                    <a:pt x="350" y="158"/>
                    <a:pt x="346" y="155"/>
                    <a:pt x="346" y="155"/>
                  </a:cubicBezTo>
                  <a:cubicBezTo>
                    <a:pt x="341" y="152"/>
                    <a:pt x="337" y="158"/>
                    <a:pt x="337" y="166"/>
                  </a:cubicBezTo>
                  <a:cubicBezTo>
                    <a:pt x="337" y="174"/>
                    <a:pt x="343" y="190"/>
                    <a:pt x="343" y="196"/>
                  </a:cubicBezTo>
                  <a:cubicBezTo>
                    <a:pt x="343" y="202"/>
                    <a:pt x="345" y="217"/>
                    <a:pt x="349" y="226"/>
                  </a:cubicBezTo>
                  <a:cubicBezTo>
                    <a:pt x="352" y="236"/>
                    <a:pt x="351" y="240"/>
                    <a:pt x="354" y="246"/>
                  </a:cubicBezTo>
                  <a:cubicBezTo>
                    <a:pt x="357" y="251"/>
                    <a:pt x="359" y="256"/>
                    <a:pt x="362" y="261"/>
                  </a:cubicBezTo>
                  <a:cubicBezTo>
                    <a:pt x="362" y="261"/>
                    <a:pt x="363" y="262"/>
                    <a:pt x="363" y="263"/>
                  </a:cubicBezTo>
                  <a:cubicBezTo>
                    <a:pt x="364" y="263"/>
                    <a:pt x="364" y="263"/>
                    <a:pt x="364" y="263"/>
                  </a:cubicBezTo>
                  <a:cubicBezTo>
                    <a:pt x="364" y="264"/>
                    <a:pt x="365" y="264"/>
                    <a:pt x="365" y="264"/>
                  </a:cubicBezTo>
                  <a:cubicBezTo>
                    <a:pt x="365" y="265"/>
                    <a:pt x="366" y="265"/>
                    <a:pt x="366" y="265"/>
                  </a:cubicBezTo>
                  <a:cubicBezTo>
                    <a:pt x="366" y="266"/>
                    <a:pt x="367" y="266"/>
                    <a:pt x="367" y="266"/>
                  </a:cubicBezTo>
                  <a:cubicBezTo>
                    <a:pt x="368" y="267"/>
                    <a:pt x="368" y="267"/>
                    <a:pt x="369" y="267"/>
                  </a:cubicBezTo>
                  <a:cubicBezTo>
                    <a:pt x="369" y="267"/>
                    <a:pt x="369" y="268"/>
                    <a:pt x="369" y="268"/>
                  </a:cubicBezTo>
                  <a:cubicBezTo>
                    <a:pt x="372" y="270"/>
                    <a:pt x="374" y="271"/>
                    <a:pt x="376" y="272"/>
                  </a:cubicBezTo>
                  <a:cubicBezTo>
                    <a:pt x="376" y="272"/>
                    <a:pt x="376" y="272"/>
                    <a:pt x="376" y="272"/>
                  </a:cubicBezTo>
                  <a:cubicBezTo>
                    <a:pt x="376" y="274"/>
                    <a:pt x="376" y="276"/>
                    <a:pt x="376" y="278"/>
                  </a:cubicBezTo>
                  <a:cubicBezTo>
                    <a:pt x="376" y="278"/>
                    <a:pt x="376" y="278"/>
                    <a:pt x="376" y="278"/>
                  </a:cubicBezTo>
                  <a:cubicBezTo>
                    <a:pt x="377" y="279"/>
                    <a:pt x="377" y="280"/>
                    <a:pt x="377" y="281"/>
                  </a:cubicBezTo>
                  <a:cubicBezTo>
                    <a:pt x="377" y="281"/>
                    <a:pt x="377" y="281"/>
                    <a:pt x="377" y="281"/>
                  </a:cubicBezTo>
                  <a:cubicBezTo>
                    <a:pt x="377" y="282"/>
                    <a:pt x="377" y="283"/>
                    <a:pt x="377" y="285"/>
                  </a:cubicBezTo>
                  <a:cubicBezTo>
                    <a:pt x="377" y="285"/>
                    <a:pt x="377" y="285"/>
                    <a:pt x="377" y="285"/>
                  </a:cubicBezTo>
                  <a:cubicBezTo>
                    <a:pt x="377" y="286"/>
                    <a:pt x="377" y="287"/>
                    <a:pt x="378" y="288"/>
                  </a:cubicBezTo>
                  <a:cubicBezTo>
                    <a:pt x="378" y="288"/>
                    <a:pt x="378" y="289"/>
                    <a:pt x="378" y="289"/>
                  </a:cubicBezTo>
                  <a:cubicBezTo>
                    <a:pt x="378" y="290"/>
                    <a:pt x="378" y="291"/>
                    <a:pt x="378" y="292"/>
                  </a:cubicBezTo>
                  <a:cubicBezTo>
                    <a:pt x="378" y="292"/>
                    <a:pt x="378" y="293"/>
                    <a:pt x="378" y="293"/>
                  </a:cubicBezTo>
                  <a:cubicBezTo>
                    <a:pt x="378" y="294"/>
                    <a:pt x="378" y="295"/>
                    <a:pt x="379" y="296"/>
                  </a:cubicBezTo>
                  <a:cubicBezTo>
                    <a:pt x="379" y="296"/>
                    <a:pt x="379" y="297"/>
                    <a:pt x="379" y="297"/>
                  </a:cubicBezTo>
                  <a:cubicBezTo>
                    <a:pt x="379" y="298"/>
                    <a:pt x="379" y="299"/>
                    <a:pt x="379" y="300"/>
                  </a:cubicBezTo>
                  <a:cubicBezTo>
                    <a:pt x="379" y="300"/>
                    <a:pt x="379" y="301"/>
                    <a:pt x="379" y="301"/>
                  </a:cubicBezTo>
                  <a:cubicBezTo>
                    <a:pt x="380" y="302"/>
                    <a:pt x="380" y="303"/>
                    <a:pt x="380" y="304"/>
                  </a:cubicBezTo>
                  <a:cubicBezTo>
                    <a:pt x="380" y="304"/>
                    <a:pt x="380" y="305"/>
                    <a:pt x="380" y="305"/>
                  </a:cubicBezTo>
                  <a:cubicBezTo>
                    <a:pt x="380" y="306"/>
                    <a:pt x="381" y="307"/>
                    <a:pt x="381" y="307"/>
                  </a:cubicBezTo>
                  <a:cubicBezTo>
                    <a:pt x="381" y="308"/>
                    <a:pt x="381" y="309"/>
                    <a:pt x="381" y="309"/>
                  </a:cubicBezTo>
                  <a:cubicBezTo>
                    <a:pt x="381" y="310"/>
                    <a:pt x="381" y="311"/>
                    <a:pt x="382" y="311"/>
                  </a:cubicBezTo>
                  <a:cubicBezTo>
                    <a:pt x="382" y="312"/>
                    <a:pt x="382" y="312"/>
                    <a:pt x="382" y="313"/>
                  </a:cubicBezTo>
                  <a:cubicBezTo>
                    <a:pt x="382" y="313"/>
                    <a:pt x="382" y="314"/>
                    <a:pt x="382" y="315"/>
                  </a:cubicBezTo>
                  <a:cubicBezTo>
                    <a:pt x="383" y="315"/>
                    <a:pt x="383" y="316"/>
                    <a:pt x="383" y="316"/>
                  </a:cubicBezTo>
                  <a:cubicBezTo>
                    <a:pt x="383" y="317"/>
                    <a:pt x="383" y="318"/>
                    <a:pt x="383" y="318"/>
                  </a:cubicBezTo>
                  <a:cubicBezTo>
                    <a:pt x="384" y="319"/>
                    <a:pt x="384" y="319"/>
                    <a:pt x="384" y="320"/>
                  </a:cubicBezTo>
                  <a:cubicBezTo>
                    <a:pt x="384" y="320"/>
                    <a:pt x="384" y="321"/>
                    <a:pt x="384" y="321"/>
                  </a:cubicBezTo>
                  <a:cubicBezTo>
                    <a:pt x="385" y="322"/>
                    <a:pt x="385" y="322"/>
                    <a:pt x="385" y="323"/>
                  </a:cubicBezTo>
                  <a:cubicBezTo>
                    <a:pt x="385" y="323"/>
                    <a:pt x="385" y="324"/>
                    <a:pt x="385" y="324"/>
                  </a:cubicBezTo>
                  <a:cubicBezTo>
                    <a:pt x="386" y="325"/>
                    <a:pt x="386" y="326"/>
                    <a:pt x="387" y="327"/>
                  </a:cubicBezTo>
                  <a:cubicBezTo>
                    <a:pt x="389" y="330"/>
                    <a:pt x="392" y="336"/>
                    <a:pt x="397" y="343"/>
                  </a:cubicBezTo>
                  <a:cubicBezTo>
                    <a:pt x="397" y="350"/>
                    <a:pt x="399" y="360"/>
                    <a:pt x="399" y="371"/>
                  </a:cubicBezTo>
                  <a:cubicBezTo>
                    <a:pt x="400" y="385"/>
                    <a:pt x="398" y="401"/>
                    <a:pt x="393" y="415"/>
                  </a:cubicBezTo>
                  <a:cubicBezTo>
                    <a:pt x="386" y="432"/>
                    <a:pt x="373" y="448"/>
                    <a:pt x="349" y="461"/>
                  </a:cubicBezTo>
                  <a:cubicBezTo>
                    <a:pt x="346" y="462"/>
                    <a:pt x="342" y="464"/>
                    <a:pt x="338" y="465"/>
                  </a:cubicBezTo>
                  <a:cubicBezTo>
                    <a:pt x="309" y="477"/>
                    <a:pt x="270" y="497"/>
                    <a:pt x="244" y="502"/>
                  </a:cubicBezTo>
                  <a:cubicBezTo>
                    <a:pt x="224" y="505"/>
                    <a:pt x="117" y="546"/>
                    <a:pt x="96" y="637"/>
                  </a:cubicBezTo>
                  <a:cubicBezTo>
                    <a:pt x="87" y="666"/>
                    <a:pt x="78" y="702"/>
                    <a:pt x="76" y="737"/>
                  </a:cubicBezTo>
                  <a:cubicBezTo>
                    <a:pt x="75" y="753"/>
                    <a:pt x="75" y="768"/>
                    <a:pt x="77" y="784"/>
                  </a:cubicBezTo>
                  <a:cubicBezTo>
                    <a:pt x="79" y="818"/>
                    <a:pt x="54" y="883"/>
                    <a:pt x="51" y="996"/>
                  </a:cubicBezTo>
                  <a:cubicBezTo>
                    <a:pt x="52" y="1036"/>
                    <a:pt x="48" y="1064"/>
                    <a:pt x="43" y="1082"/>
                  </a:cubicBezTo>
                  <a:cubicBezTo>
                    <a:pt x="41" y="1086"/>
                    <a:pt x="40" y="1090"/>
                    <a:pt x="39" y="1094"/>
                  </a:cubicBezTo>
                  <a:cubicBezTo>
                    <a:pt x="19" y="1158"/>
                    <a:pt x="19" y="1301"/>
                    <a:pt x="18" y="1338"/>
                  </a:cubicBezTo>
                  <a:cubicBezTo>
                    <a:pt x="17" y="1362"/>
                    <a:pt x="16" y="1396"/>
                    <a:pt x="12" y="1413"/>
                  </a:cubicBezTo>
                  <a:cubicBezTo>
                    <a:pt x="9" y="1426"/>
                    <a:pt x="10" y="1438"/>
                    <a:pt x="9" y="1450"/>
                  </a:cubicBezTo>
                  <a:cubicBezTo>
                    <a:pt x="9" y="1450"/>
                    <a:pt x="9" y="1450"/>
                    <a:pt x="9" y="1450"/>
                  </a:cubicBezTo>
                  <a:cubicBezTo>
                    <a:pt x="9" y="1451"/>
                    <a:pt x="9" y="1453"/>
                    <a:pt x="8" y="1454"/>
                  </a:cubicBezTo>
                  <a:cubicBezTo>
                    <a:pt x="8" y="1455"/>
                    <a:pt x="8" y="1457"/>
                    <a:pt x="7" y="1458"/>
                  </a:cubicBezTo>
                  <a:cubicBezTo>
                    <a:pt x="7" y="1459"/>
                    <a:pt x="7" y="1460"/>
                    <a:pt x="7" y="1461"/>
                  </a:cubicBezTo>
                  <a:cubicBezTo>
                    <a:pt x="5" y="1467"/>
                    <a:pt x="3" y="1469"/>
                    <a:pt x="4" y="1477"/>
                  </a:cubicBezTo>
                  <a:cubicBezTo>
                    <a:pt x="5" y="1498"/>
                    <a:pt x="5" y="1498"/>
                    <a:pt x="5" y="1498"/>
                  </a:cubicBezTo>
                  <a:cubicBezTo>
                    <a:pt x="5" y="1499"/>
                    <a:pt x="5" y="1500"/>
                    <a:pt x="4" y="1501"/>
                  </a:cubicBezTo>
                  <a:cubicBezTo>
                    <a:pt x="5" y="1502"/>
                    <a:pt x="5" y="1519"/>
                    <a:pt x="5" y="1523"/>
                  </a:cubicBezTo>
                  <a:cubicBezTo>
                    <a:pt x="6" y="1523"/>
                    <a:pt x="6" y="1523"/>
                    <a:pt x="6" y="1523"/>
                  </a:cubicBezTo>
                  <a:cubicBezTo>
                    <a:pt x="6" y="1541"/>
                    <a:pt x="7" y="1569"/>
                    <a:pt x="4" y="1585"/>
                  </a:cubicBezTo>
                  <a:cubicBezTo>
                    <a:pt x="0" y="1611"/>
                    <a:pt x="3" y="1626"/>
                    <a:pt x="4" y="1642"/>
                  </a:cubicBezTo>
                  <a:cubicBezTo>
                    <a:pt x="6" y="1658"/>
                    <a:pt x="22" y="1682"/>
                    <a:pt x="26" y="1701"/>
                  </a:cubicBezTo>
                  <a:cubicBezTo>
                    <a:pt x="36" y="1743"/>
                    <a:pt x="48" y="1744"/>
                    <a:pt x="57" y="1757"/>
                  </a:cubicBezTo>
                  <a:cubicBezTo>
                    <a:pt x="65" y="1770"/>
                    <a:pt x="85" y="1779"/>
                    <a:pt x="91" y="1784"/>
                  </a:cubicBezTo>
                  <a:cubicBezTo>
                    <a:pt x="91" y="1784"/>
                    <a:pt x="91" y="1784"/>
                    <a:pt x="91" y="1784"/>
                  </a:cubicBezTo>
                  <a:cubicBezTo>
                    <a:pt x="92" y="1785"/>
                    <a:pt x="92" y="1785"/>
                    <a:pt x="92" y="1785"/>
                  </a:cubicBezTo>
                  <a:cubicBezTo>
                    <a:pt x="92" y="1785"/>
                    <a:pt x="93" y="1785"/>
                    <a:pt x="93" y="1785"/>
                  </a:cubicBezTo>
                  <a:cubicBezTo>
                    <a:pt x="96" y="1789"/>
                    <a:pt x="104" y="1796"/>
                    <a:pt x="114" y="1797"/>
                  </a:cubicBezTo>
                  <a:cubicBezTo>
                    <a:pt x="114" y="1797"/>
                    <a:pt x="114" y="1797"/>
                    <a:pt x="114" y="1797"/>
                  </a:cubicBezTo>
                  <a:cubicBezTo>
                    <a:pt x="114" y="1798"/>
                    <a:pt x="114" y="1798"/>
                    <a:pt x="115" y="1798"/>
                  </a:cubicBezTo>
                  <a:cubicBezTo>
                    <a:pt x="115" y="1798"/>
                    <a:pt x="115" y="1798"/>
                    <a:pt x="115" y="1798"/>
                  </a:cubicBezTo>
                  <a:cubicBezTo>
                    <a:pt x="116" y="1798"/>
                    <a:pt x="117" y="1798"/>
                    <a:pt x="117" y="1798"/>
                  </a:cubicBezTo>
                  <a:cubicBezTo>
                    <a:pt x="118" y="1797"/>
                    <a:pt x="119" y="1798"/>
                    <a:pt x="119" y="1797"/>
                  </a:cubicBezTo>
                  <a:cubicBezTo>
                    <a:pt x="121" y="1797"/>
                    <a:pt x="122" y="1797"/>
                    <a:pt x="123" y="1796"/>
                  </a:cubicBezTo>
                  <a:cubicBezTo>
                    <a:pt x="130" y="1793"/>
                    <a:pt x="130" y="1785"/>
                    <a:pt x="130" y="1783"/>
                  </a:cubicBezTo>
                  <a:cubicBezTo>
                    <a:pt x="131" y="1783"/>
                    <a:pt x="134" y="1784"/>
                    <a:pt x="138" y="1784"/>
                  </a:cubicBezTo>
                  <a:cubicBezTo>
                    <a:pt x="142" y="1784"/>
                    <a:pt x="156" y="1785"/>
                    <a:pt x="163" y="1783"/>
                  </a:cubicBezTo>
                  <a:cubicBezTo>
                    <a:pt x="165" y="1783"/>
                    <a:pt x="167" y="1782"/>
                    <a:pt x="167" y="1781"/>
                  </a:cubicBezTo>
                  <a:cubicBezTo>
                    <a:pt x="179" y="1770"/>
                    <a:pt x="164" y="1759"/>
                    <a:pt x="163" y="1758"/>
                  </a:cubicBezTo>
                  <a:cubicBezTo>
                    <a:pt x="174" y="1757"/>
                    <a:pt x="174" y="1757"/>
                    <a:pt x="174" y="1757"/>
                  </a:cubicBezTo>
                  <a:cubicBezTo>
                    <a:pt x="174" y="1757"/>
                    <a:pt x="174" y="1757"/>
                    <a:pt x="175" y="1757"/>
                  </a:cubicBezTo>
                  <a:cubicBezTo>
                    <a:pt x="175" y="1756"/>
                    <a:pt x="175" y="1756"/>
                    <a:pt x="175" y="1756"/>
                  </a:cubicBezTo>
                  <a:cubicBezTo>
                    <a:pt x="189" y="1748"/>
                    <a:pt x="171" y="1732"/>
                    <a:pt x="171" y="1732"/>
                  </a:cubicBezTo>
                  <a:cubicBezTo>
                    <a:pt x="171" y="1731"/>
                    <a:pt x="170" y="1731"/>
                    <a:pt x="167" y="1730"/>
                  </a:cubicBezTo>
                  <a:cubicBezTo>
                    <a:pt x="151" y="1721"/>
                    <a:pt x="151" y="1721"/>
                    <a:pt x="151" y="1721"/>
                  </a:cubicBezTo>
                  <a:cubicBezTo>
                    <a:pt x="160" y="1718"/>
                    <a:pt x="172" y="1715"/>
                    <a:pt x="172" y="1713"/>
                  </a:cubicBezTo>
                  <a:cubicBezTo>
                    <a:pt x="171" y="1713"/>
                    <a:pt x="171" y="1713"/>
                    <a:pt x="171" y="1712"/>
                  </a:cubicBezTo>
                  <a:cubicBezTo>
                    <a:pt x="172" y="1712"/>
                    <a:pt x="172" y="1712"/>
                    <a:pt x="172" y="1712"/>
                  </a:cubicBezTo>
                  <a:cubicBezTo>
                    <a:pt x="171" y="1697"/>
                    <a:pt x="165" y="1694"/>
                    <a:pt x="158" y="1694"/>
                  </a:cubicBezTo>
                  <a:cubicBezTo>
                    <a:pt x="151" y="1695"/>
                    <a:pt x="144" y="1698"/>
                    <a:pt x="139" y="1701"/>
                  </a:cubicBezTo>
                  <a:cubicBezTo>
                    <a:pt x="137" y="1702"/>
                    <a:pt x="136" y="1702"/>
                    <a:pt x="135" y="1703"/>
                  </a:cubicBezTo>
                  <a:cubicBezTo>
                    <a:pt x="133" y="1703"/>
                    <a:pt x="132" y="1704"/>
                    <a:pt x="131" y="1703"/>
                  </a:cubicBezTo>
                  <a:cubicBezTo>
                    <a:pt x="123" y="1692"/>
                    <a:pt x="116" y="1696"/>
                    <a:pt x="111" y="1694"/>
                  </a:cubicBezTo>
                  <a:cubicBezTo>
                    <a:pt x="99" y="1629"/>
                    <a:pt x="99" y="1629"/>
                    <a:pt x="99" y="1629"/>
                  </a:cubicBezTo>
                  <a:cubicBezTo>
                    <a:pt x="99" y="1629"/>
                    <a:pt x="99" y="1628"/>
                    <a:pt x="99" y="1627"/>
                  </a:cubicBezTo>
                  <a:cubicBezTo>
                    <a:pt x="105" y="1618"/>
                    <a:pt x="92" y="1598"/>
                    <a:pt x="92" y="1598"/>
                  </a:cubicBezTo>
                  <a:cubicBezTo>
                    <a:pt x="92" y="1598"/>
                    <a:pt x="101" y="1603"/>
                    <a:pt x="109" y="1612"/>
                  </a:cubicBezTo>
                  <a:cubicBezTo>
                    <a:pt x="110" y="1614"/>
                    <a:pt x="111" y="1616"/>
                    <a:pt x="112" y="1618"/>
                  </a:cubicBezTo>
                  <a:cubicBezTo>
                    <a:pt x="117" y="1631"/>
                    <a:pt x="129" y="1652"/>
                    <a:pt x="143" y="1658"/>
                  </a:cubicBezTo>
                  <a:cubicBezTo>
                    <a:pt x="150" y="1661"/>
                    <a:pt x="157" y="1661"/>
                    <a:pt x="165" y="1656"/>
                  </a:cubicBezTo>
                  <a:cubicBezTo>
                    <a:pt x="184" y="1644"/>
                    <a:pt x="165" y="1611"/>
                    <a:pt x="148" y="1590"/>
                  </a:cubicBezTo>
                  <a:cubicBezTo>
                    <a:pt x="144" y="1585"/>
                    <a:pt x="139" y="1580"/>
                    <a:pt x="136" y="1577"/>
                  </a:cubicBezTo>
                  <a:cubicBezTo>
                    <a:pt x="134" y="1575"/>
                    <a:pt x="133" y="1574"/>
                    <a:pt x="132" y="1573"/>
                  </a:cubicBezTo>
                  <a:cubicBezTo>
                    <a:pt x="121" y="1556"/>
                    <a:pt x="119" y="1528"/>
                    <a:pt x="115" y="1510"/>
                  </a:cubicBezTo>
                  <a:cubicBezTo>
                    <a:pt x="114" y="1496"/>
                    <a:pt x="106" y="1481"/>
                    <a:pt x="106" y="1476"/>
                  </a:cubicBezTo>
                  <a:cubicBezTo>
                    <a:pt x="107" y="1475"/>
                    <a:pt x="107" y="1473"/>
                    <a:pt x="108" y="1471"/>
                  </a:cubicBezTo>
                  <a:cubicBezTo>
                    <a:pt x="110" y="1464"/>
                    <a:pt x="113" y="1450"/>
                    <a:pt x="116" y="1436"/>
                  </a:cubicBezTo>
                  <a:cubicBezTo>
                    <a:pt x="117" y="1426"/>
                    <a:pt x="134" y="1366"/>
                    <a:pt x="148" y="1311"/>
                  </a:cubicBezTo>
                  <a:cubicBezTo>
                    <a:pt x="159" y="1275"/>
                    <a:pt x="168" y="1242"/>
                    <a:pt x="169" y="1232"/>
                  </a:cubicBezTo>
                  <a:cubicBezTo>
                    <a:pt x="178" y="1188"/>
                    <a:pt x="188" y="1163"/>
                    <a:pt x="191" y="1137"/>
                  </a:cubicBezTo>
                  <a:cubicBezTo>
                    <a:pt x="193" y="1125"/>
                    <a:pt x="193" y="1113"/>
                    <a:pt x="191" y="1098"/>
                  </a:cubicBezTo>
                  <a:cubicBezTo>
                    <a:pt x="192" y="1066"/>
                    <a:pt x="204" y="980"/>
                    <a:pt x="207" y="961"/>
                  </a:cubicBezTo>
                  <a:cubicBezTo>
                    <a:pt x="207" y="969"/>
                    <a:pt x="207" y="976"/>
                    <a:pt x="207" y="984"/>
                  </a:cubicBezTo>
                  <a:cubicBezTo>
                    <a:pt x="207" y="984"/>
                    <a:pt x="207" y="984"/>
                    <a:pt x="207" y="984"/>
                  </a:cubicBezTo>
                  <a:cubicBezTo>
                    <a:pt x="197" y="1045"/>
                    <a:pt x="200" y="1084"/>
                    <a:pt x="202" y="1117"/>
                  </a:cubicBezTo>
                  <a:cubicBezTo>
                    <a:pt x="202" y="1120"/>
                    <a:pt x="202" y="1125"/>
                    <a:pt x="202" y="1131"/>
                  </a:cubicBezTo>
                  <a:cubicBezTo>
                    <a:pt x="193" y="1258"/>
                    <a:pt x="214" y="1421"/>
                    <a:pt x="213" y="1459"/>
                  </a:cubicBezTo>
                  <a:cubicBezTo>
                    <a:pt x="210" y="1478"/>
                    <a:pt x="205" y="1504"/>
                    <a:pt x="203" y="1547"/>
                  </a:cubicBezTo>
                  <a:cubicBezTo>
                    <a:pt x="202" y="1562"/>
                    <a:pt x="202" y="1588"/>
                    <a:pt x="203" y="1625"/>
                  </a:cubicBezTo>
                  <a:cubicBezTo>
                    <a:pt x="203" y="1725"/>
                    <a:pt x="212" y="1867"/>
                    <a:pt x="247" y="2046"/>
                  </a:cubicBezTo>
                  <a:cubicBezTo>
                    <a:pt x="249" y="2058"/>
                    <a:pt x="251" y="2069"/>
                    <a:pt x="253" y="2081"/>
                  </a:cubicBezTo>
                  <a:cubicBezTo>
                    <a:pt x="256" y="2097"/>
                    <a:pt x="258" y="2150"/>
                    <a:pt x="264" y="2179"/>
                  </a:cubicBezTo>
                  <a:cubicBezTo>
                    <a:pt x="265" y="2186"/>
                    <a:pt x="280" y="2220"/>
                    <a:pt x="281" y="2266"/>
                  </a:cubicBezTo>
                  <a:cubicBezTo>
                    <a:pt x="283" y="2340"/>
                    <a:pt x="274" y="2437"/>
                    <a:pt x="277" y="2490"/>
                  </a:cubicBezTo>
                  <a:cubicBezTo>
                    <a:pt x="280" y="2576"/>
                    <a:pt x="317" y="2656"/>
                    <a:pt x="331" y="2712"/>
                  </a:cubicBezTo>
                  <a:cubicBezTo>
                    <a:pt x="344" y="2768"/>
                    <a:pt x="350" y="2812"/>
                    <a:pt x="347" y="2823"/>
                  </a:cubicBezTo>
                  <a:cubicBezTo>
                    <a:pt x="345" y="2833"/>
                    <a:pt x="342" y="2851"/>
                    <a:pt x="351" y="2867"/>
                  </a:cubicBezTo>
                  <a:cubicBezTo>
                    <a:pt x="351" y="2867"/>
                    <a:pt x="351" y="2867"/>
                    <a:pt x="351" y="2867"/>
                  </a:cubicBezTo>
                  <a:cubicBezTo>
                    <a:pt x="347" y="2877"/>
                    <a:pt x="325" y="2923"/>
                    <a:pt x="312" y="2932"/>
                  </a:cubicBezTo>
                  <a:cubicBezTo>
                    <a:pt x="300" y="2942"/>
                    <a:pt x="296" y="2950"/>
                    <a:pt x="286" y="2956"/>
                  </a:cubicBezTo>
                  <a:cubicBezTo>
                    <a:pt x="276" y="2962"/>
                    <a:pt x="270" y="2967"/>
                    <a:pt x="266" y="2978"/>
                  </a:cubicBezTo>
                  <a:cubicBezTo>
                    <a:pt x="264" y="2984"/>
                    <a:pt x="260" y="2990"/>
                    <a:pt x="258" y="2996"/>
                  </a:cubicBezTo>
                  <a:cubicBezTo>
                    <a:pt x="257" y="3000"/>
                    <a:pt x="256" y="3004"/>
                    <a:pt x="260" y="3007"/>
                  </a:cubicBezTo>
                  <a:cubicBezTo>
                    <a:pt x="261" y="3008"/>
                    <a:pt x="263" y="3009"/>
                    <a:pt x="263" y="3010"/>
                  </a:cubicBezTo>
                  <a:cubicBezTo>
                    <a:pt x="264" y="3009"/>
                    <a:pt x="264" y="3009"/>
                    <a:pt x="264" y="3009"/>
                  </a:cubicBezTo>
                  <a:cubicBezTo>
                    <a:pt x="263" y="3013"/>
                    <a:pt x="263" y="3015"/>
                    <a:pt x="265" y="3017"/>
                  </a:cubicBezTo>
                  <a:cubicBezTo>
                    <a:pt x="269" y="3025"/>
                    <a:pt x="276" y="3026"/>
                    <a:pt x="286" y="3025"/>
                  </a:cubicBezTo>
                  <a:cubicBezTo>
                    <a:pt x="287" y="3024"/>
                    <a:pt x="287" y="3024"/>
                    <a:pt x="287" y="3024"/>
                  </a:cubicBezTo>
                  <a:cubicBezTo>
                    <a:pt x="287" y="3027"/>
                    <a:pt x="288" y="3029"/>
                    <a:pt x="290" y="3032"/>
                  </a:cubicBezTo>
                  <a:cubicBezTo>
                    <a:pt x="296" y="3041"/>
                    <a:pt x="317" y="3045"/>
                    <a:pt x="325" y="3037"/>
                  </a:cubicBezTo>
                  <a:cubicBezTo>
                    <a:pt x="336" y="3043"/>
                    <a:pt x="358" y="3044"/>
                    <a:pt x="366" y="3034"/>
                  </a:cubicBezTo>
                  <a:cubicBezTo>
                    <a:pt x="367" y="3035"/>
                    <a:pt x="367" y="3036"/>
                    <a:pt x="367" y="3036"/>
                  </a:cubicBezTo>
                  <a:cubicBezTo>
                    <a:pt x="367" y="3036"/>
                    <a:pt x="367" y="3036"/>
                    <a:pt x="367" y="3036"/>
                  </a:cubicBezTo>
                  <a:cubicBezTo>
                    <a:pt x="374" y="3051"/>
                    <a:pt x="398" y="3048"/>
                    <a:pt x="412" y="3045"/>
                  </a:cubicBezTo>
                  <a:cubicBezTo>
                    <a:pt x="425" y="3043"/>
                    <a:pt x="431" y="3036"/>
                    <a:pt x="438" y="3030"/>
                  </a:cubicBezTo>
                  <a:cubicBezTo>
                    <a:pt x="438" y="3030"/>
                    <a:pt x="438" y="3030"/>
                    <a:pt x="438" y="3030"/>
                  </a:cubicBezTo>
                  <a:cubicBezTo>
                    <a:pt x="439" y="3030"/>
                    <a:pt x="439" y="3029"/>
                    <a:pt x="439" y="3029"/>
                  </a:cubicBezTo>
                  <a:cubicBezTo>
                    <a:pt x="440" y="3028"/>
                    <a:pt x="441" y="3028"/>
                    <a:pt x="442" y="3027"/>
                  </a:cubicBezTo>
                  <a:cubicBezTo>
                    <a:pt x="447" y="3023"/>
                    <a:pt x="452" y="3018"/>
                    <a:pt x="453" y="3012"/>
                  </a:cubicBezTo>
                  <a:cubicBezTo>
                    <a:pt x="455" y="3008"/>
                    <a:pt x="455" y="3003"/>
                    <a:pt x="454" y="2997"/>
                  </a:cubicBezTo>
                  <a:cubicBezTo>
                    <a:pt x="452" y="2981"/>
                    <a:pt x="454" y="2981"/>
                    <a:pt x="456" y="2962"/>
                  </a:cubicBezTo>
                  <a:cubicBezTo>
                    <a:pt x="456" y="2961"/>
                    <a:pt x="456" y="2960"/>
                    <a:pt x="456" y="2959"/>
                  </a:cubicBezTo>
                  <a:cubicBezTo>
                    <a:pt x="459" y="2953"/>
                    <a:pt x="464" y="2948"/>
                    <a:pt x="466" y="2939"/>
                  </a:cubicBezTo>
                  <a:cubicBezTo>
                    <a:pt x="467" y="2936"/>
                    <a:pt x="468" y="2933"/>
                    <a:pt x="468" y="2929"/>
                  </a:cubicBezTo>
                  <a:cubicBezTo>
                    <a:pt x="469" y="2914"/>
                    <a:pt x="458" y="2851"/>
                    <a:pt x="459" y="2843"/>
                  </a:cubicBezTo>
                  <a:cubicBezTo>
                    <a:pt x="462" y="2823"/>
                    <a:pt x="448" y="2807"/>
                    <a:pt x="444" y="2775"/>
                  </a:cubicBezTo>
                  <a:cubicBezTo>
                    <a:pt x="439" y="2742"/>
                    <a:pt x="452" y="2632"/>
                    <a:pt x="452" y="2612"/>
                  </a:cubicBezTo>
                  <a:cubicBezTo>
                    <a:pt x="452" y="2574"/>
                    <a:pt x="472" y="2511"/>
                    <a:pt x="467" y="2434"/>
                  </a:cubicBezTo>
                  <a:cubicBezTo>
                    <a:pt x="463" y="2389"/>
                    <a:pt x="441" y="2252"/>
                    <a:pt x="441" y="2221"/>
                  </a:cubicBezTo>
                  <a:cubicBezTo>
                    <a:pt x="441" y="2215"/>
                    <a:pt x="440" y="2181"/>
                    <a:pt x="442" y="2175"/>
                  </a:cubicBezTo>
                  <a:cubicBezTo>
                    <a:pt x="448" y="2155"/>
                    <a:pt x="465" y="1903"/>
                    <a:pt x="465" y="1900"/>
                  </a:cubicBezTo>
                  <a:cubicBezTo>
                    <a:pt x="468" y="1870"/>
                    <a:pt x="489" y="1711"/>
                    <a:pt x="489" y="1711"/>
                  </a:cubicBezTo>
                  <a:cubicBezTo>
                    <a:pt x="490" y="1711"/>
                    <a:pt x="490" y="1711"/>
                    <a:pt x="490" y="1711"/>
                  </a:cubicBezTo>
                  <a:cubicBezTo>
                    <a:pt x="492" y="1711"/>
                    <a:pt x="494" y="1712"/>
                    <a:pt x="496" y="1712"/>
                  </a:cubicBezTo>
                  <a:cubicBezTo>
                    <a:pt x="497" y="1712"/>
                    <a:pt x="498" y="1712"/>
                    <a:pt x="499" y="1712"/>
                  </a:cubicBezTo>
                  <a:cubicBezTo>
                    <a:pt x="500" y="1719"/>
                    <a:pt x="523" y="1868"/>
                    <a:pt x="525" y="1897"/>
                  </a:cubicBezTo>
                  <a:cubicBezTo>
                    <a:pt x="525" y="1900"/>
                    <a:pt x="539" y="2156"/>
                    <a:pt x="546" y="2177"/>
                  </a:cubicBezTo>
                  <a:cubicBezTo>
                    <a:pt x="548" y="2183"/>
                    <a:pt x="546" y="2217"/>
                    <a:pt x="546" y="2223"/>
                  </a:cubicBezTo>
                  <a:cubicBezTo>
                    <a:pt x="546" y="2254"/>
                    <a:pt x="524" y="2390"/>
                    <a:pt x="521" y="2435"/>
                  </a:cubicBezTo>
                  <a:cubicBezTo>
                    <a:pt x="516" y="2513"/>
                    <a:pt x="536" y="2576"/>
                    <a:pt x="536" y="2613"/>
                  </a:cubicBezTo>
                  <a:cubicBezTo>
                    <a:pt x="536" y="2634"/>
                    <a:pt x="549" y="2744"/>
                    <a:pt x="544" y="2776"/>
                  </a:cubicBezTo>
                  <a:cubicBezTo>
                    <a:pt x="543" y="2784"/>
                    <a:pt x="541" y="2791"/>
                    <a:pt x="539" y="2798"/>
                  </a:cubicBezTo>
                  <a:cubicBezTo>
                    <a:pt x="537" y="2807"/>
                    <a:pt x="533" y="2815"/>
                    <a:pt x="531" y="2822"/>
                  </a:cubicBezTo>
                  <a:cubicBezTo>
                    <a:pt x="529" y="2829"/>
                    <a:pt x="528" y="2837"/>
                    <a:pt x="529" y="2844"/>
                  </a:cubicBezTo>
                  <a:cubicBezTo>
                    <a:pt x="530" y="2853"/>
                    <a:pt x="518" y="2916"/>
                    <a:pt x="519" y="2931"/>
                  </a:cubicBezTo>
                  <a:cubicBezTo>
                    <a:pt x="521" y="2949"/>
                    <a:pt x="531" y="2953"/>
                    <a:pt x="532" y="2963"/>
                  </a:cubicBezTo>
                  <a:cubicBezTo>
                    <a:pt x="534" y="2983"/>
                    <a:pt x="536" y="2983"/>
                    <a:pt x="533" y="2999"/>
                  </a:cubicBezTo>
                  <a:cubicBezTo>
                    <a:pt x="531" y="3014"/>
                    <a:pt x="537" y="3020"/>
                    <a:pt x="545" y="3027"/>
                  </a:cubicBezTo>
                  <a:cubicBezTo>
                    <a:pt x="546" y="3028"/>
                    <a:pt x="547" y="3028"/>
                    <a:pt x="548" y="3029"/>
                  </a:cubicBezTo>
                  <a:cubicBezTo>
                    <a:pt x="548" y="3029"/>
                    <a:pt x="549" y="3030"/>
                    <a:pt x="549" y="3030"/>
                  </a:cubicBezTo>
                  <a:cubicBezTo>
                    <a:pt x="549" y="3030"/>
                    <a:pt x="549" y="3030"/>
                    <a:pt x="549" y="3030"/>
                  </a:cubicBezTo>
                  <a:cubicBezTo>
                    <a:pt x="556" y="3036"/>
                    <a:pt x="562" y="3043"/>
                    <a:pt x="575" y="3045"/>
                  </a:cubicBezTo>
                  <a:cubicBezTo>
                    <a:pt x="589" y="3048"/>
                    <a:pt x="613" y="3050"/>
                    <a:pt x="620" y="3036"/>
                  </a:cubicBezTo>
                  <a:cubicBezTo>
                    <a:pt x="620" y="3036"/>
                    <a:pt x="620" y="3036"/>
                    <a:pt x="620" y="3036"/>
                  </a:cubicBezTo>
                  <a:cubicBezTo>
                    <a:pt x="620" y="3035"/>
                    <a:pt x="620" y="3035"/>
                    <a:pt x="621" y="3034"/>
                  </a:cubicBezTo>
                  <a:cubicBezTo>
                    <a:pt x="629" y="3044"/>
                    <a:pt x="651" y="3043"/>
                    <a:pt x="662" y="3037"/>
                  </a:cubicBezTo>
                  <a:cubicBezTo>
                    <a:pt x="670" y="3045"/>
                    <a:pt x="691" y="3041"/>
                    <a:pt x="697" y="3032"/>
                  </a:cubicBezTo>
                  <a:cubicBezTo>
                    <a:pt x="699" y="3030"/>
                    <a:pt x="699" y="3028"/>
                    <a:pt x="700" y="3027"/>
                  </a:cubicBezTo>
                  <a:cubicBezTo>
                    <a:pt x="700" y="3026"/>
                    <a:pt x="700" y="3025"/>
                    <a:pt x="701" y="3024"/>
                  </a:cubicBezTo>
                  <a:cubicBezTo>
                    <a:pt x="701" y="3025"/>
                    <a:pt x="701" y="3025"/>
                    <a:pt x="701" y="3025"/>
                  </a:cubicBezTo>
                  <a:cubicBezTo>
                    <a:pt x="711" y="3026"/>
                    <a:pt x="721" y="3023"/>
                    <a:pt x="723" y="3017"/>
                  </a:cubicBezTo>
                  <a:cubicBezTo>
                    <a:pt x="723" y="3017"/>
                    <a:pt x="723" y="3016"/>
                    <a:pt x="724" y="3015"/>
                  </a:cubicBezTo>
                  <a:cubicBezTo>
                    <a:pt x="724" y="3013"/>
                    <a:pt x="724" y="3011"/>
                    <a:pt x="724" y="3009"/>
                  </a:cubicBezTo>
                  <a:cubicBezTo>
                    <a:pt x="725" y="3009"/>
                    <a:pt x="726" y="3008"/>
                    <a:pt x="727" y="3007"/>
                  </a:cubicBezTo>
                  <a:cubicBezTo>
                    <a:pt x="729" y="3006"/>
                    <a:pt x="730" y="3005"/>
                    <a:pt x="730" y="3003"/>
                  </a:cubicBezTo>
                  <a:cubicBezTo>
                    <a:pt x="733" y="2996"/>
                    <a:pt x="725" y="2986"/>
                    <a:pt x="722" y="2978"/>
                  </a:cubicBezTo>
                  <a:cubicBezTo>
                    <a:pt x="718" y="2967"/>
                    <a:pt x="713" y="2962"/>
                    <a:pt x="702" y="2956"/>
                  </a:cubicBezTo>
                  <a:cubicBezTo>
                    <a:pt x="692" y="2950"/>
                    <a:pt x="689" y="2942"/>
                    <a:pt x="676" y="2932"/>
                  </a:cubicBezTo>
                  <a:cubicBezTo>
                    <a:pt x="662" y="2922"/>
                    <a:pt x="638" y="2869"/>
                    <a:pt x="637" y="2865"/>
                  </a:cubicBezTo>
                  <a:cubicBezTo>
                    <a:pt x="638" y="2863"/>
                    <a:pt x="639" y="2861"/>
                    <a:pt x="640" y="2859"/>
                  </a:cubicBezTo>
                  <a:cubicBezTo>
                    <a:pt x="645" y="2845"/>
                    <a:pt x="642" y="2830"/>
                    <a:pt x="640" y="2822"/>
                  </a:cubicBezTo>
                  <a:cubicBezTo>
                    <a:pt x="638" y="2810"/>
                    <a:pt x="643" y="2766"/>
                    <a:pt x="657" y="2710"/>
                  </a:cubicBezTo>
                  <a:cubicBezTo>
                    <a:pt x="659" y="2703"/>
                    <a:pt x="661" y="2696"/>
                    <a:pt x="663" y="2689"/>
                  </a:cubicBezTo>
                  <a:cubicBezTo>
                    <a:pt x="670" y="2666"/>
                    <a:pt x="679" y="2640"/>
                    <a:pt x="687" y="2612"/>
                  </a:cubicBezTo>
                  <a:cubicBezTo>
                    <a:pt x="699" y="2574"/>
                    <a:pt x="709" y="2532"/>
                    <a:pt x="711" y="2488"/>
                  </a:cubicBezTo>
                  <a:cubicBezTo>
                    <a:pt x="713" y="2435"/>
                    <a:pt x="705" y="2339"/>
                    <a:pt x="706" y="2265"/>
                  </a:cubicBezTo>
                  <a:cubicBezTo>
                    <a:pt x="707" y="2236"/>
                    <a:pt x="713" y="2213"/>
                    <a:pt x="718" y="2197"/>
                  </a:cubicBezTo>
                  <a:cubicBezTo>
                    <a:pt x="720" y="2189"/>
                    <a:pt x="722" y="2184"/>
                    <a:pt x="723" y="2181"/>
                  </a:cubicBezTo>
                  <a:cubicBezTo>
                    <a:pt x="723" y="2179"/>
                    <a:pt x="724" y="2178"/>
                    <a:pt x="724" y="2177"/>
                  </a:cubicBezTo>
                  <a:cubicBezTo>
                    <a:pt x="730" y="2148"/>
                    <a:pt x="732" y="2095"/>
                    <a:pt x="735" y="2079"/>
                  </a:cubicBezTo>
                  <a:cubicBezTo>
                    <a:pt x="778" y="1831"/>
                    <a:pt x="786" y="1666"/>
                    <a:pt x="786" y="1588"/>
                  </a:cubicBezTo>
                  <a:cubicBezTo>
                    <a:pt x="786" y="1570"/>
                    <a:pt x="786" y="1555"/>
                    <a:pt x="786" y="1546"/>
                  </a:cubicBezTo>
                  <a:cubicBezTo>
                    <a:pt x="786" y="1546"/>
                    <a:pt x="783" y="1527"/>
                    <a:pt x="781" y="1506"/>
                  </a:cubicBezTo>
                  <a:cubicBezTo>
                    <a:pt x="779" y="1486"/>
                    <a:pt x="777" y="1466"/>
                    <a:pt x="775" y="1458"/>
                  </a:cubicBezTo>
                  <a:cubicBezTo>
                    <a:pt x="775" y="1453"/>
                    <a:pt x="775" y="1443"/>
                    <a:pt x="775" y="1430"/>
                  </a:cubicBezTo>
                  <a:cubicBezTo>
                    <a:pt x="778" y="1367"/>
                    <a:pt x="788" y="1235"/>
                    <a:pt x="784" y="1147"/>
                  </a:cubicBezTo>
                  <a:cubicBezTo>
                    <a:pt x="785" y="1125"/>
                    <a:pt x="784" y="1112"/>
                    <a:pt x="784" y="1110"/>
                  </a:cubicBezTo>
                  <a:cubicBezTo>
                    <a:pt x="785" y="1084"/>
                    <a:pt x="783" y="1044"/>
                    <a:pt x="781" y="1012"/>
                  </a:cubicBezTo>
                  <a:cubicBezTo>
                    <a:pt x="781" y="1004"/>
                    <a:pt x="781" y="997"/>
                    <a:pt x="780" y="988"/>
                  </a:cubicBezTo>
                  <a:cubicBezTo>
                    <a:pt x="781" y="978"/>
                    <a:pt x="781" y="968"/>
                    <a:pt x="780" y="959"/>
                  </a:cubicBezTo>
                  <a:cubicBezTo>
                    <a:pt x="780" y="960"/>
                    <a:pt x="781" y="961"/>
                    <a:pt x="781" y="962"/>
                  </a:cubicBezTo>
                  <a:cubicBezTo>
                    <a:pt x="783" y="978"/>
                    <a:pt x="796" y="1067"/>
                    <a:pt x="797" y="1100"/>
                  </a:cubicBezTo>
                  <a:cubicBezTo>
                    <a:pt x="794" y="1125"/>
                    <a:pt x="798" y="1143"/>
                    <a:pt x="804" y="1166"/>
                  </a:cubicBezTo>
                  <a:cubicBezTo>
                    <a:pt x="808" y="1183"/>
                    <a:pt x="814" y="1202"/>
                    <a:pt x="819" y="1228"/>
                  </a:cubicBezTo>
                  <a:cubicBezTo>
                    <a:pt x="820" y="1233"/>
                    <a:pt x="823" y="1245"/>
                    <a:pt x="827" y="1260"/>
                  </a:cubicBezTo>
                  <a:cubicBezTo>
                    <a:pt x="840" y="1317"/>
                    <a:pt x="870" y="1424"/>
                    <a:pt x="872" y="1438"/>
                  </a:cubicBezTo>
                  <a:cubicBezTo>
                    <a:pt x="875" y="1455"/>
                    <a:pt x="880" y="1473"/>
                    <a:pt x="882" y="1477"/>
                  </a:cubicBezTo>
                  <a:cubicBezTo>
                    <a:pt x="882" y="1477"/>
                    <a:pt x="882" y="1478"/>
                    <a:pt x="882" y="1480"/>
                  </a:cubicBezTo>
                  <a:cubicBezTo>
                    <a:pt x="880" y="1485"/>
                    <a:pt x="877" y="1493"/>
                    <a:pt x="875" y="1501"/>
                  </a:cubicBezTo>
                  <a:cubicBezTo>
                    <a:pt x="874" y="1501"/>
                    <a:pt x="874" y="1501"/>
                    <a:pt x="874" y="1501"/>
                  </a:cubicBezTo>
                  <a:cubicBezTo>
                    <a:pt x="873" y="1503"/>
                    <a:pt x="872" y="1505"/>
                    <a:pt x="871" y="1507"/>
                  </a:cubicBezTo>
                  <a:cubicBezTo>
                    <a:pt x="861" y="1522"/>
                    <a:pt x="861" y="1558"/>
                    <a:pt x="848" y="1576"/>
                  </a:cubicBezTo>
                  <a:cubicBezTo>
                    <a:pt x="848" y="1577"/>
                    <a:pt x="847" y="1578"/>
                    <a:pt x="846" y="1579"/>
                  </a:cubicBezTo>
                  <a:cubicBezTo>
                    <a:pt x="843" y="1582"/>
                    <a:pt x="838" y="1587"/>
                    <a:pt x="834" y="1592"/>
                  </a:cubicBezTo>
                  <a:cubicBezTo>
                    <a:pt x="817" y="1613"/>
                    <a:pt x="798" y="1646"/>
                    <a:pt x="817" y="1658"/>
                  </a:cubicBezTo>
                  <a:cubicBezTo>
                    <a:pt x="825" y="1663"/>
                    <a:pt x="832" y="1663"/>
                    <a:pt x="839" y="1660"/>
                  </a:cubicBezTo>
                  <a:cubicBezTo>
                    <a:pt x="854" y="1654"/>
                    <a:pt x="865" y="1633"/>
                    <a:pt x="870" y="1620"/>
                  </a:cubicBezTo>
                  <a:cubicBezTo>
                    <a:pt x="871" y="1618"/>
                    <a:pt x="872" y="1616"/>
                    <a:pt x="873" y="1615"/>
                  </a:cubicBezTo>
                  <a:cubicBezTo>
                    <a:pt x="881" y="1605"/>
                    <a:pt x="890" y="1600"/>
                    <a:pt x="890" y="1600"/>
                  </a:cubicBezTo>
                  <a:cubicBezTo>
                    <a:pt x="890" y="1600"/>
                    <a:pt x="889" y="1601"/>
                    <a:pt x="888" y="1603"/>
                  </a:cubicBezTo>
                  <a:cubicBezTo>
                    <a:pt x="888" y="1603"/>
                    <a:pt x="888" y="1603"/>
                    <a:pt x="888" y="1603"/>
                  </a:cubicBezTo>
                  <a:cubicBezTo>
                    <a:pt x="888" y="1604"/>
                    <a:pt x="888" y="1604"/>
                    <a:pt x="888" y="1604"/>
                  </a:cubicBezTo>
                  <a:cubicBezTo>
                    <a:pt x="885" y="1610"/>
                    <a:pt x="879" y="1622"/>
                    <a:pt x="883" y="1629"/>
                  </a:cubicBezTo>
                  <a:cubicBezTo>
                    <a:pt x="883" y="1630"/>
                    <a:pt x="883" y="1630"/>
                    <a:pt x="884" y="1631"/>
                  </a:cubicBezTo>
                  <a:cubicBezTo>
                    <a:pt x="871" y="1696"/>
                    <a:pt x="871" y="1696"/>
                    <a:pt x="871" y="1696"/>
                  </a:cubicBezTo>
                  <a:cubicBezTo>
                    <a:pt x="866" y="1698"/>
                    <a:pt x="859" y="1693"/>
                    <a:pt x="851" y="1705"/>
                  </a:cubicBezTo>
                  <a:cubicBezTo>
                    <a:pt x="850" y="1705"/>
                    <a:pt x="849" y="1705"/>
                    <a:pt x="848" y="1705"/>
                  </a:cubicBezTo>
                  <a:cubicBezTo>
                    <a:pt x="848" y="1705"/>
                    <a:pt x="848" y="1705"/>
                    <a:pt x="848" y="1705"/>
                  </a:cubicBezTo>
                  <a:cubicBezTo>
                    <a:pt x="848" y="1705"/>
                    <a:pt x="848" y="1705"/>
                    <a:pt x="848" y="1705"/>
                  </a:cubicBezTo>
                  <a:cubicBezTo>
                    <a:pt x="846" y="1704"/>
                    <a:pt x="844" y="1704"/>
                    <a:pt x="843" y="1703"/>
                  </a:cubicBezTo>
                  <a:cubicBezTo>
                    <a:pt x="837" y="1700"/>
                    <a:pt x="830" y="1696"/>
                    <a:pt x="824" y="1696"/>
                  </a:cubicBezTo>
                  <a:cubicBezTo>
                    <a:pt x="817" y="1696"/>
                    <a:pt x="811" y="1699"/>
                    <a:pt x="810" y="1714"/>
                  </a:cubicBezTo>
                  <a:cubicBezTo>
                    <a:pt x="810" y="1714"/>
                    <a:pt x="811" y="1714"/>
                    <a:pt x="811" y="1714"/>
                  </a:cubicBezTo>
                  <a:cubicBezTo>
                    <a:pt x="811" y="1715"/>
                    <a:pt x="811" y="1715"/>
                    <a:pt x="811" y="1715"/>
                  </a:cubicBezTo>
                  <a:cubicBezTo>
                    <a:pt x="810" y="1717"/>
                    <a:pt x="822" y="1720"/>
                    <a:pt x="831" y="1723"/>
                  </a:cubicBezTo>
                  <a:cubicBezTo>
                    <a:pt x="815" y="1732"/>
                    <a:pt x="815" y="1732"/>
                    <a:pt x="815" y="1732"/>
                  </a:cubicBezTo>
                  <a:cubicBezTo>
                    <a:pt x="812" y="1733"/>
                    <a:pt x="811" y="1733"/>
                    <a:pt x="811" y="1734"/>
                  </a:cubicBezTo>
                  <a:cubicBezTo>
                    <a:pt x="811" y="1734"/>
                    <a:pt x="793" y="1750"/>
                    <a:pt x="807" y="1758"/>
                  </a:cubicBezTo>
                  <a:cubicBezTo>
                    <a:pt x="808" y="1758"/>
                    <a:pt x="808" y="1758"/>
                    <a:pt x="808" y="1758"/>
                  </a:cubicBezTo>
                  <a:cubicBezTo>
                    <a:pt x="808" y="1758"/>
                    <a:pt x="808" y="1759"/>
                    <a:pt x="808" y="1759"/>
                  </a:cubicBezTo>
                  <a:cubicBezTo>
                    <a:pt x="819" y="1760"/>
                    <a:pt x="819" y="1760"/>
                    <a:pt x="819" y="1760"/>
                  </a:cubicBezTo>
                  <a:cubicBezTo>
                    <a:pt x="818" y="1761"/>
                    <a:pt x="803" y="1772"/>
                    <a:pt x="815" y="1783"/>
                  </a:cubicBezTo>
                  <a:cubicBezTo>
                    <a:pt x="815" y="1784"/>
                    <a:pt x="817" y="1785"/>
                    <a:pt x="819" y="1785"/>
                  </a:cubicBezTo>
                  <a:cubicBezTo>
                    <a:pt x="826" y="1787"/>
                    <a:pt x="840" y="1786"/>
                    <a:pt x="844" y="1786"/>
                  </a:cubicBezTo>
                  <a:cubicBezTo>
                    <a:pt x="848" y="1786"/>
                    <a:pt x="851" y="1785"/>
                    <a:pt x="852" y="1785"/>
                  </a:cubicBezTo>
                  <a:cubicBezTo>
                    <a:pt x="852" y="1787"/>
                    <a:pt x="852" y="1795"/>
                    <a:pt x="859" y="1798"/>
                  </a:cubicBezTo>
                  <a:cubicBezTo>
                    <a:pt x="860" y="1799"/>
                    <a:pt x="861" y="1799"/>
                    <a:pt x="863" y="1799"/>
                  </a:cubicBezTo>
                  <a:cubicBezTo>
                    <a:pt x="863" y="1799"/>
                    <a:pt x="864" y="1799"/>
                    <a:pt x="864" y="1799"/>
                  </a:cubicBezTo>
                  <a:cubicBezTo>
                    <a:pt x="865" y="1800"/>
                    <a:pt x="866" y="1800"/>
                    <a:pt x="868" y="1799"/>
                  </a:cubicBezTo>
                  <a:cubicBezTo>
                    <a:pt x="868" y="1799"/>
                    <a:pt x="868" y="1799"/>
                    <a:pt x="868" y="1799"/>
                  </a:cubicBezTo>
                  <a:cubicBezTo>
                    <a:pt x="878" y="1798"/>
                    <a:pt x="886" y="1791"/>
                    <a:pt x="889" y="1787"/>
                  </a:cubicBezTo>
                  <a:cubicBezTo>
                    <a:pt x="889" y="1787"/>
                    <a:pt x="890" y="1787"/>
                    <a:pt x="890" y="1787"/>
                  </a:cubicBezTo>
                  <a:cubicBezTo>
                    <a:pt x="891" y="1786"/>
                    <a:pt x="891" y="1786"/>
                    <a:pt x="891" y="1786"/>
                  </a:cubicBezTo>
                  <a:cubicBezTo>
                    <a:pt x="891" y="1786"/>
                    <a:pt x="891" y="1786"/>
                    <a:pt x="891" y="1786"/>
                  </a:cubicBezTo>
                  <a:cubicBezTo>
                    <a:pt x="897" y="1781"/>
                    <a:pt x="917" y="1772"/>
                    <a:pt x="925" y="1759"/>
                  </a:cubicBezTo>
                  <a:cubicBezTo>
                    <a:pt x="934" y="1746"/>
                    <a:pt x="946" y="1745"/>
                    <a:pt x="956" y="1703"/>
                  </a:cubicBezTo>
                  <a:cubicBezTo>
                    <a:pt x="960" y="1684"/>
                    <a:pt x="976" y="1659"/>
                    <a:pt x="978" y="1644"/>
                  </a:cubicBezTo>
                  <a:cubicBezTo>
                    <a:pt x="979" y="1628"/>
                    <a:pt x="982" y="1613"/>
                    <a:pt x="978" y="1587"/>
                  </a:cubicBezTo>
                  <a:cubicBezTo>
                    <a:pt x="975" y="1569"/>
                    <a:pt x="980" y="1528"/>
                    <a:pt x="983" y="1501"/>
                  </a:cubicBezTo>
                  <a:cubicBezTo>
                    <a:pt x="989" y="1500"/>
                    <a:pt x="989" y="1500"/>
                    <a:pt x="989" y="1500"/>
                  </a:cubicBezTo>
                  <a:cubicBezTo>
                    <a:pt x="987" y="1497"/>
                    <a:pt x="987" y="1487"/>
                    <a:pt x="986" y="1476"/>
                  </a:cubicBezTo>
                  <a:cubicBezTo>
                    <a:pt x="986" y="1476"/>
                    <a:pt x="986" y="1476"/>
                    <a:pt x="986" y="1475"/>
                  </a:cubicBezTo>
                  <a:cubicBezTo>
                    <a:pt x="986" y="1470"/>
                    <a:pt x="985" y="1464"/>
                    <a:pt x="983" y="1459"/>
                  </a:cubicBezTo>
                  <a:cubicBezTo>
                    <a:pt x="979" y="1444"/>
                    <a:pt x="980" y="1429"/>
                    <a:pt x="976" y="1412"/>
                  </a:cubicBezTo>
                  <a:cubicBezTo>
                    <a:pt x="972" y="1395"/>
                    <a:pt x="971" y="1360"/>
                    <a:pt x="970" y="1337"/>
                  </a:cubicBezTo>
                  <a:cubicBezTo>
                    <a:pt x="969" y="1297"/>
                    <a:pt x="969" y="1139"/>
                    <a:pt x="946" y="1082"/>
                  </a:cubicBezTo>
                  <a:cubicBezTo>
                    <a:pt x="941" y="1064"/>
                    <a:pt x="936" y="1035"/>
                    <a:pt x="937" y="994"/>
                  </a:cubicBezTo>
                  <a:cubicBezTo>
                    <a:pt x="934" y="881"/>
                    <a:pt x="909" y="816"/>
                    <a:pt x="911" y="782"/>
                  </a:cubicBezTo>
                  <a:cubicBezTo>
                    <a:pt x="918" y="731"/>
                    <a:pt x="909" y="681"/>
                    <a:pt x="899" y="638"/>
                  </a:cubicBezTo>
                  <a:cubicBezTo>
                    <a:pt x="896" y="626"/>
                    <a:pt x="892" y="615"/>
                    <a:pt x="886" y="604"/>
                  </a:cubicBezTo>
                  <a:cubicBezTo>
                    <a:pt x="852" y="537"/>
                    <a:pt x="771" y="512"/>
                    <a:pt x="741" y="505"/>
                  </a:cubicBezTo>
                  <a:cubicBezTo>
                    <a:pt x="718" y="499"/>
                    <a:pt x="656" y="468"/>
                    <a:pt x="636" y="459"/>
                  </a:cubicBezTo>
                  <a:cubicBezTo>
                    <a:pt x="634" y="458"/>
                    <a:pt x="632" y="457"/>
                    <a:pt x="630" y="456"/>
                  </a:cubicBezTo>
                  <a:cubicBezTo>
                    <a:pt x="627" y="454"/>
                    <a:pt x="624" y="453"/>
                    <a:pt x="621" y="451"/>
                  </a:cubicBezTo>
                  <a:cubicBezTo>
                    <a:pt x="620" y="450"/>
                    <a:pt x="618" y="449"/>
                    <a:pt x="616" y="448"/>
                  </a:cubicBezTo>
                  <a:cubicBezTo>
                    <a:pt x="589" y="427"/>
                    <a:pt x="583" y="399"/>
                    <a:pt x="584" y="375"/>
                  </a:cubicBezTo>
                  <a:cubicBezTo>
                    <a:pt x="585" y="364"/>
                    <a:pt x="587" y="354"/>
                    <a:pt x="588" y="349"/>
                  </a:cubicBezTo>
                  <a:cubicBezTo>
                    <a:pt x="588" y="349"/>
                    <a:pt x="588" y="348"/>
                    <a:pt x="588" y="348"/>
                  </a:cubicBezTo>
                  <a:cubicBezTo>
                    <a:pt x="594" y="340"/>
                    <a:pt x="598" y="332"/>
                    <a:pt x="600" y="327"/>
                  </a:cubicBezTo>
                  <a:cubicBezTo>
                    <a:pt x="600" y="325"/>
                    <a:pt x="601" y="323"/>
                    <a:pt x="602" y="321"/>
                  </a:cubicBezTo>
                  <a:cubicBezTo>
                    <a:pt x="602" y="321"/>
                    <a:pt x="602" y="321"/>
                    <a:pt x="602" y="321"/>
                  </a:cubicBezTo>
                  <a:cubicBezTo>
                    <a:pt x="603" y="319"/>
                    <a:pt x="603" y="317"/>
                    <a:pt x="604" y="315"/>
                  </a:cubicBezTo>
                  <a:cubicBezTo>
                    <a:pt x="604" y="315"/>
                    <a:pt x="604" y="314"/>
                    <a:pt x="604" y="314"/>
                  </a:cubicBezTo>
                  <a:cubicBezTo>
                    <a:pt x="605" y="312"/>
                    <a:pt x="605" y="310"/>
                    <a:pt x="606" y="308"/>
                  </a:cubicBezTo>
                  <a:cubicBezTo>
                    <a:pt x="606" y="308"/>
                    <a:pt x="606" y="307"/>
                    <a:pt x="606" y="307"/>
                  </a:cubicBezTo>
                  <a:cubicBezTo>
                    <a:pt x="606" y="305"/>
                    <a:pt x="607" y="303"/>
                    <a:pt x="608" y="300"/>
                  </a:cubicBezTo>
                  <a:cubicBezTo>
                    <a:pt x="608" y="300"/>
                    <a:pt x="608" y="300"/>
                    <a:pt x="608" y="300"/>
                  </a:cubicBezTo>
                  <a:cubicBezTo>
                    <a:pt x="608" y="298"/>
                    <a:pt x="609" y="295"/>
                    <a:pt x="609" y="293"/>
                  </a:cubicBezTo>
                  <a:cubicBezTo>
                    <a:pt x="609" y="293"/>
                    <a:pt x="609" y="293"/>
                    <a:pt x="609" y="293"/>
                  </a:cubicBezTo>
                  <a:cubicBezTo>
                    <a:pt x="610" y="290"/>
                    <a:pt x="610" y="288"/>
                    <a:pt x="611" y="286"/>
                  </a:cubicBezTo>
                  <a:cubicBezTo>
                    <a:pt x="611" y="286"/>
                    <a:pt x="611" y="286"/>
                    <a:pt x="611" y="286"/>
                  </a:cubicBezTo>
                  <a:cubicBezTo>
                    <a:pt x="611" y="283"/>
                    <a:pt x="611" y="281"/>
                    <a:pt x="612" y="279"/>
                  </a:cubicBezTo>
                  <a:cubicBezTo>
                    <a:pt x="612" y="279"/>
                    <a:pt x="612" y="279"/>
                    <a:pt x="612" y="279"/>
                  </a:cubicBezTo>
                  <a:cubicBezTo>
                    <a:pt x="612" y="277"/>
                    <a:pt x="612" y="275"/>
                    <a:pt x="612" y="273"/>
                  </a:cubicBezTo>
                  <a:cubicBezTo>
                    <a:pt x="612" y="273"/>
                    <a:pt x="612" y="273"/>
                    <a:pt x="612" y="273"/>
                  </a:cubicBezTo>
                  <a:cubicBezTo>
                    <a:pt x="612" y="273"/>
                    <a:pt x="613" y="272"/>
                    <a:pt x="613" y="272"/>
                  </a:cubicBezTo>
                  <a:cubicBezTo>
                    <a:pt x="613" y="272"/>
                    <a:pt x="613" y="272"/>
                    <a:pt x="613" y="272"/>
                  </a:cubicBezTo>
                  <a:cubicBezTo>
                    <a:pt x="614" y="271"/>
                    <a:pt x="616" y="270"/>
                    <a:pt x="618" y="269"/>
                  </a:cubicBezTo>
                  <a:cubicBezTo>
                    <a:pt x="618" y="269"/>
                    <a:pt x="618" y="269"/>
                    <a:pt x="618" y="269"/>
                  </a:cubicBezTo>
                  <a:cubicBezTo>
                    <a:pt x="618" y="268"/>
                    <a:pt x="619" y="268"/>
                    <a:pt x="620" y="268"/>
                  </a:cubicBezTo>
                  <a:cubicBezTo>
                    <a:pt x="620" y="267"/>
                    <a:pt x="620" y="267"/>
                    <a:pt x="620" y="267"/>
                  </a:cubicBezTo>
                  <a:cubicBezTo>
                    <a:pt x="621" y="267"/>
                    <a:pt x="621" y="266"/>
                    <a:pt x="622" y="266"/>
                  </a:cubicBezTo>
                  <a:cubicBezTo>
                    <a:pt x="622" y="266"/>
                    <a:pt x="622" y="265"/>
                    <a:pt x="622" y="265"/>
                  </a:cubicBezTo>
                  <a:cubicBezTo>
                    <a:pt x="623" y="265"/>
                    <a:pt x="623" y="265"/>
                    <a:pt x="623" y="264"/>
                  </a:cubicBezTo>
                  <a:cubicBezTo>
                    <a:pt x="624" y="264"/>
                    <a:pt x="624" y="264"/>
                    <a:pt x="624" y="263"/>
                  </a:cubicBezTo>
                  <a:cubicBezTo>
                    <a:pt x="625" y="263"/>
                    <a:pt x="625" y="263"/>
                    <a:pt x="625" y="263"/>
                  </a:cubicBezTo>
                  <a:cubicBezTo>
                    <a:pt x="625" y="262"/>
                    <a:pt x="626" y="261"/>
                    <a:pt x="626" y="261"/>
                  </a:cubicBezTo>
                  <a:cubicBezTo>
                    <a:pt x="630" y="256"/>
                    <a:pt x="631" y="251"/>
                    <a:pt x="634" y="246"/>
                  </a:cubicBezTo>
                  <a:cubicBezTo>
                    <a:pt x="638" y="240"/>
                    <a:pt x="636" y="236"/>
                    <a:pt x="640" y="226"/>
                  </a:cubicBezTo>
                  <a:cubicBezTo>
                    <a:pt x="643" y="217"/>
                    <a:pt x="645" y="202"/>
                    <a:pt x="645" y="196"/>
                  </a:cubicBezTo>
                  <a:cubicBezTo>
                    <a:pt x="645" y="190"/>
                    <a:pt x="652" y="174"/>
                    <a:pt x="652" y="166"/>
                  </a:cubicBezTo>
                  <a:cubicBezTo>
                    <a:pt x="652" y="161"/>
                    <a:pt x="650" y="157"/>
                    <a:pt x="648" y="156"/>
                  </a:cubicBezTo>
                  <a:cubicBezTo>
                    <a:pt x="647" y="155"/>
                    <a:pt x="646" y="155"/>
                    <a:pt x="645" y="155"/>
                  </a:cubicBezTo>
                  <a:cubicBezTo>
                    <a:pt x="644" y="154"/>
                    <a:pt x="643" y="155"/>
                    <a:pt x="642" y="155"/>
                  </a:cubicBezTo>
                  <a:moveTo>
                    <a:pt x="612" y="272"/>
                  </a:moveTo>
                  <a:cubicBezTo>
                    <a:pt x="612" y="272"/>
                    <a:pt x="612" y="272"/>
                    <a:pt x="612" y="272"/>
                  </a:cubicBezTo>
                  <a:cubicBezTo>
                    <a:pt x="612" y="272"/>
                    <a:pt x="612" y="272"/>
                    <a:pt x="612" y="272"/>
                  </a:cubicBezTo>
                  <a:cubicBezTo>
                    <a:pt x="612" y="272"/>
                    <a:pt x="612" y="272"/>
                    <a:pt x="612" y="272"/>
                  </a:cubicBezTo>
                  <a:close/>
                  <a:moveTo>
                    <a:pt x="160" y="1730"/>
                  </a:moveTo>
                  <a:cubicBezTo>
                    <a:pt x="159" y="1730"/>
                    <a:pt x="158" y="1730"/>
                    <a:pt x="157" y="1730"/>
                  </a:cubicBezTo>
                  <a:cubicBezTo>
                    <a:pt x="156" y="1729"/>
                    <a:pt x="154" y="1729"/>
                    <a:pt x="152" y="1729"/>
                  </a:cubicBezTo>
                  <a:cubicBezTo>
                    <a:pt x="155" y="1729"/>
                    <a:pt x="158" y="1729"/>
                    <a:pt x="160" y="1730"/>
                  </a:cubicBezTo>
                  <a:close/>
                  <a:moveTo>
                    <a:pt x="824" y="1731"/>
                  </a:moveTo>
                  <a:cubicBezTo>
                    <a:pt x="823" y="1732"/>
                    <a:pt x="822" y="1732"/>
                    <a:pt x="821" y="1732"/>
                  </a:cubicBezTo>
                  <a:cubicBezTo>
                    <a:pt x="824" y="1731"/>
                    <a:pt x="827" y="1731"/>
                    <a:pt x="830" y="1731"/>
                  </a:cubicBezTo>
                  <a:cubicBezTo>
                    <a:pt x="828" y="1731"/>
                    <a:pt x="826" y="1731"/>
                    <a:pt x="824" y="1731"/>
                  </a:cubicBezTo>
                  <a:close/>
                </a:path>
              </a:pathLst>
            </a:custGeom>
            <a:noFill/>
            <a:ln w="4763" cap="rnd">
              <a:solidFill>
                <a:srgbClr val="58595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</p:grpSp>
      <p:grpSp>
        <p:nvGrpSpPr>
          <p:cNvPr id="66567" name="Overweight-adult-body-shape-silhouette">
            <a:extLst>
              <a:ext uri="{FF2B5EF4-FFF2-40B4-BE49-F238E27FC236}">
                <a16:creationId xmlns:a16="http://schemas.microsoft.com/office/drawing/2014/main" id="{5201F619-5F97-4B78-96A3-C72503289124}"/>
              </a:ext>
            </a:extLst>
          </p:cNvPr>
          <p:cNvGrpSpPr>
            <a:grpSpLocks/>
          </p:cNvGrpSpPr>
          <p:nvPr/>
        </p:nvGrpSpPr>
        <p:grpSpPr bwMode="auto">
          <a:xfrm>
            <a:off x="7820025" y="2028825"/>
            <a:ext cx="1092200" cy="3594100"/>
            <a:chOff x="2162" y="1674"/>
            <a:chExt cx="717" cy="2360"/>
          </a:xfrm>
        </p:grpSpPr>
        <p:sp>
          <p:nvSpPr>
            <p:cNvPr id="66574" name="Freeform 50">
              <a:extLst>
                <a:ext uri="{FF2B5EF4-FFF2-40B4-BE49-F238E27FC236}">
                  <a16:creationId xmlns:a16="http://schemas.microsoft.com/office/drawing/2014/main" id="{556900CD-C5E9-4FD3-9A4A-A74AB07C99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2" y="1674"/>
              <a:ext cx="717" cy="2360"/>
            </a:xfrm>
            <a:custGeom>
              <a:avLst/>
              <a:gdLst>
                <a:gd name="T0" fmla="*/ 470 w 878"/>
                <a:gd name="T1" fmla="*/ 695 h 2896"/>
                <a:gd name="T2" fmla="*/ 297 w 878"/>
                <a:gd name="T3" fmla="*/ 246 h 2896"/>
                <a:gd name="T4" fmla="*/ 289 w 878"/>
                <a:gd name="T5" fmla="*/ 235 h 2896"/>
                <a:gd name="T6" fmla="*/ 285 w 878"/>
                <a:gd name="T7" fmla="*/ 223 h 2896"/>
                <a:gd name="T8" fmla="*/ 289 w 878"/>
                <a:gd name="T9" fmla="*/ 194 h 2896"/>
                <a:gd name="T10" fmla="*/ 307 w 878"/>
                <a:gd name="T11" fmla="*/ 101 h 2896"/>
                <a:gd name="T12" fmla="*/ 313 w 878"/>
                <a:gd name="T13" fmla="*/ 51 h 2896"/>
                <a:gd name="T14" fmla="*/ 147 w 878"/>
                <a:gd name="T15" fmla="*/ 54 h 2896"/>
                <a:gd name="T16" fmla="*/ 152 w 878"/>
                <a:gd name="T17" fmla="*/ 81 h 2896"/>
                <a:gd name="T18" fmla="*/ 180 w 878"/>
                <a:gd name="T19" fmla="*/ 153 h 2896"/>
                <a:gd name="T20" fmla="*/ 25 w 878"/>
                <a:gd name="T21" fmla="*/ 522 h 2896"/>
                <a:gd name="T22" fmla="*/ 0 w 878"/>
                <a:gd name="T23" fmla="*/ 779 h 2896"/>
                <a:gd name="T24" fmla="*/ 4 w 878"/>
                <a:gd name="T25" fmla="*/ 813 h 2896"/>
                <a:gd name="T26" fmla="*/ 3 w 878"/>
                <a:gd name="T27" fmla="*/ 850 h 2896"/>
                <a:gd name="T28" fmla="*/ 53 w 878"/>
                <a:gd name="T29" fmla="*/ 917 h 2896"/>
                <a:gd name="T30" fmla="*/ 61 w 878"/>
                <a:gd name="T31" fmla="*/ 911 h 2896"/>
                <a:gd name="T32" fmla="*/ 70 w 878"/>
                <a:gd name="T33" fmla="*/ 912 h 2896"/>
                <a:gd name="T34" fmla="*/ 78 w 878"/>
                <a:gd name="T35" fmla="*/ 899 h 2896"/>
                <a:gd name="T36" fmla="*/ 52 w 878"/>
                <a:gd name="T37" fmla="*/ 871 h 2896"/>
                <a:gd name="T38" fmla="*/ 51 w 878"/>
                <a:gd name="T39" fmla="*/ 829 h 2896"/>
                <a:gd name="T40" fmla="*/ 56 w 878"/>
                <a:gd name="T41" fmla="*/ 838 h 2896"/>
                <a:gd name="T42" fmla="*/ 62 w 878"/>
                <a:gd name="T43" fmla="*/ 845 h 2896"/>
                <a:gd name="T44" fmla="*/ 70 w 878"/>
                <a:gd name="T45" fmla="*/ 850 h 2896"/>
                <a:gd name="T46" fmla="*/ 78 w 878"/>
                <a:gd name="T47" fmla="*/ 851 h 2896"/>
                <a:gd name="T48" fmla="*/ 40 w 878"/>
                <a:gd name="T49" fmla="*/ 765 h 2896"/>
                <a:gd name="T50" fmla="*/ 104 w 878"/>
                <a:gd name="T51" fmla="*/ 518 h 2896"/>
                <a:gd name="T52" fmla="*/ 123 w 878"/>
                <a:gd name="T53" fmla="*/ 1123 h 2896"/>
                <a:gd name="T54" fmla="*/ 136 w 878"/>
                <a:gd name="T55" fmla="*/ 1416 h 2896"/>
                <a:gd name="T56" fmla="*/ 137 w 878"/>
                <a:gd name="T57" fmla="*/ 1436 h 2896"/>
                <a:gd name="T58" fmla="*/ 138 w 878"/>
                <a:gd name="T59" fmla="*/ 1447 h 2896"/>
                <a:gd name="T60" fmla="*/ 107 w 878"/>
                <a:gd name="T61" fmla="*/ 1531 h 2896"/>
                <a:gd name="T62" fmla="*/ 144 w 878"/>
                <a:gd name="T63" fmla="*/ 1559 h 2896"/>
                <a:gd name="T64" fmla="*/ 176 w 878"/>
                <a:gd name="T65" fmla="*/ 1530 h 2896"/>
                <a:gd name="T66" fmla="*/ 196 w 878"/>
                <a:gd name="T67" fmla="*/ 1318 h 2896"/>
                <a:gd name="T68" fmla="*/ 202 w 878"/>
                <a:gd name="T69" fmla="*/ 1287 h 2896"/>
                <a:gd name="T70" fmla="*/ 206 w 878"/>
                <a:gd name="T71" fmla="*/ 1256 h 2896"/>
                <a:gd name="T72" fmla="*/ 219 w 878"/>
                <a:gd name="T73" fmla="*/ 981 h 2896"/>
                <a:gd name="T74" fmla="*/ 220 w 878"/>
                <a:gd name="T75" fmla="*/ 969 h 2896"/>
                <a:gd name="T76" fmla="*/ 220 w 878"/>
                <a:gd name="T77" fmla="*/ 937 h 2896"/>
                <a:gd name="T78" fmla="*/ 258 w 878"/>
                <a:gd name="T79" fmla="*/ 920 h 2896"/>
                <a:gd name="T80" fmla="*/ 260 w 878"/>
                <a:gd name="T81" fmla="*/ 948 h 2896"/>
                <a:gd name="T82" fmla="*/ 260 w 878"/>
                <a:gd name="T83" fmla="*/ 966 h 2896"/>
                <a:gd name="T84" fmla="*/ 261 w 878"/>
                <a:gd name="T85" fmla="*/ 980 h 2896"/>
                <a:gd name="T86" fmla="*/ 268 w 878"/>
                <a:gd name="T87" fmla="*/ 1250 h 2896"/>
                <a:gd name="T88" fmla="*/ 269 w 878"/>
                <a:gd name="T89" fmla="*/ 1283 h 2896"/>
                <a:gd name="T90" fmla="*/ 274 w 878"/>
                <a:gd name="T91" fmla="*/ 1316 h 2896"/>
                <a:gd name="T92" fmla="*/ 293 w 878"/>
                <a:gd name="T93" fmla="*/ 1462 h 2896"/>
                <a:gd name="T94" fmla="*/ 327 w 878"/>
                <a:gd name="T95" fmla="*/ 1560 h 2896"/>
                <a:gd name="T96" fmla="*/ 365 w 878"/>
                <a:gd name="T97" fmla="*/ 1546 h 2896"/>
                <a:gd name="T98" fmla="*/ 334 w 878"/>
                <a:gd name="T99" fmla="*/ 1449 h 2896"/>
                <a:gd name="T100" fmla="*/ 334 w 878"/>
                <a:gd name="T101" fmla="*/ 1438 h 2896"/>
                <a:gd name="T102" fmla="*/ 336 w 878"/>
                <a:gd name="T103" fmla="*/ 1420 h 2896"/>
                <a:gd name="T104" fmla="*/ 346 w 878"/>
                <a:gd name="T105" fmla="*/ 1167 h 2896"/>
                <a:gd name="T106" fmla="*/ 397 w 878"/>
                <a:gd name="T107" fmla="*/ 675 h 2896"/>
                <a:gd name="T108" fmla="*/ 381 w 878"/>
                <a:gd name="T109" fmla="*/ 473 h 2896"/>
                <a:gd name="T110" fmla="*/ 432 w 878"/>
                <a:gd name="T111" fmla="*/ 750 h 2896"/>
                <a:gd name="T112" fmla="*/ 435 w 878"/>
                <a:gd name="T113" fmla="*/ 766 h 2896"/>
                <a:gd name="T114" fmla="*/ 419 w 878"/>
                <a:gd name="T115" fmla="*/ 872 h 2896"/>
                <a:gd name="T116" fmla="*/ 420 w 878"/>
                <a:gd name="T117" fmla="*/ 906 h 2896"/>
                <a:gd name="T118" fmla="*/ 435 w 878"/>
                <a:gd name="T119" fmla="*/ 907 h 2896"/>
                <a:gd name="T120" fmla="*/ 476 w 878"/>
                <a:gd name="T121" fmla="*/ 755 h 289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878" h="2896">
                  <a:moveTo>
                    <a:pt x="874" y="1396"/>
                  </a:moveTo>
                  <a:cubicBezTo>
                    <a:pt x="872" y="1384"/>
                    <a:pt x="872" y="1384"/>
                    <a:pt x="872" y="1384"/>
                  </a:cubicBezTo>
                  <a:cubicBezTo>
                    <a:pt x="872" y="1379"/>
                    <a:pt x="871" y="1375"/>
                    <a:pt x="871" y="1370"/>
                  </a:cubicBezTo>
                  <a:cubicBezTo>
                    <a:pt x="871" y="1370"/>
                    <a:pt x="871" y="1370"/>
                    <a:pt x="870" y="1370"/>
                  </a:cubicBezTo>
                  <a:cubicBezTo>
                    <a:pt x="870" y="1368"/>
                    <a:pt x="870" y="1366"/>
                    <a:pt x="870" y="1364"/>
                  </a:cubicBezTo>
                  <a:cubicBezTo>
                    <a:pt x="870" y="1363"/>
                    <a:pt x="869" y="1363"/>
                    <a:pt x="869" y="1362"/>
                  </a:cubicBezTo>
                  <a:cubicBezTo>
                    <a:pt x="869" y="1360"/>
                    <a:pt x="869" y="1358"/>
                    <a:pt x="868" y="1356"/>
                  </a:cubicBezTo>
                  <a:cubicBezTo>
                    <a:pt x="868" y="1355"/>
                    <a:pt x="868" y="1354"/>
                    <a:pt x="867" y="1352"/>
                  </a:cubicBezTo>
                  <a:cubicBezTo>
                    <a:pt x="864" y="1336"/>
                    <a:pt x="864" y="1306"/>
                    <a:pt x="863" y="1285"/>
                  </a:cubicBezTo>
                  <a:cubicBezTo>
                    <a:pt x="862" y="1250"/>
                    <a:pt x="862" y="1118"/>
                    <a:pt x="844" y="1057"/>
                  </a:cubicBezTo>
                  <a:cubicBezTo>
                    <a:pt x="842" y="1053"/>
                    <a:pt x="841" y="1049"/>
                    <a:pt x="840" y="1046"/>
                  </a:cubicBezTo>
                  <a:cubicBezTo>
                    <a:pt x="835" y="1029"/>
                    <a:pt x="831" y="964"/>
                    <a:pt x="831" y="964"/>
                  </a:cubicBezTo>
                  <a:cubicBezTo>
                    <a:pt x="819" y="857"/>
                    <a:pt x="795" y="797"/>
                    <a:pt x="797" y="765"/>
                  </a:cubicBezTo>
                  <a:cubicBezTo>
                    <a:pt x="796" y="713"/>
                    <a:pt x="767" y="650"/>
                    <a:pt x="753" y="622"/>
                  </a:cubicBezTo>
                  <a:cubicBezTo>
                    <a:pt x="735" y="585"/>
                    <a:pt x="666" y="532"/>
                    <a:pt x="648" y="525"/>
                  </a:cubicBezTo>
                  <a:cubicBezTo>
                    <a:pt x="639" y="521"/>
                    <a:pt x="592" y="485"/>
                    <a:pt x="552" y="460"/>
                  </a:cubicBezTo>
                  <a:cubicBezTo>
                    <a:pt x="550" y="459"/>
                    <a:pt x="549" y="457"/>
                    <a:pt x="547" y="456"/>
                  </a:cubicBezTo>
                  <a:cubicBezTo>
                    <a:pt x="547" y="456"/>
                    <a:pt x="546" y="455"/>
                    <a:pt x="546" y="455"/>
                  </a:cubicBezTo>
                  <a:cubicBezTo>
                    <a:pt x="545" y="454"/>
                    <a:pt x="544" y="453"/>
                    <a:pt x="543" y="452"/>
                  </a:cubicBezTo>
                  <a:cubicBezTo>
                    <a:pt x="543" y="451"/>
                    <a:pt x="542" y="451"/>
                    <a:pt x="542" y="451"/>
                  </a:cubicBezTo>
                  <a:cubicBezTo>
                    <a:pt x="541" y="449"/>
                    <a:pt x="539" y="448"/>
                    <a:pt x="538" y="446"/>
                  </a:cubicBezTo>
                  <a:cubicBezTo>
                    <a:pt x="538" y="446"/>
                    <a:pt x="538" y="446"/>
                    <a:pt x="538" y="446"/>
                  </a:cubicBezTo>
                  <a:cubicBezTo>
                    <a:pt x="537" y="445"/>
                    <a:pt x="536" y="443"/>
                    <a:pt x="535" y="442"/>
                  </a:cubicBezTo>
                  <a:cubicBezTo>
                    <a:pt x="535" y="442"/>
                    <a:pt x="535" y="441"/>
                    <a:pt x="534" y="441"/>
                  </a:cubicBezTo>
                  <a:cubicBezTo>
                    <a:pt x="534" y="440"/>
                    <a:pt x="533" y="439"/>
                    <a:pt x="532" y="438"/>
                  </a:cubicBezTo>
                  <a:cubicBezTo>
                    <a:pt x="532" y="437"/>
                    <a:pt x="532" y="437"/>
                    <a:pt x="532" y="437"/>
                  </a:cubicBezTo>
                  <a:cubicBezTo>
                    <a:pt x="531" y="436"/>
                    <a:pt x="530" y="434"/>
                    <a:pt x="530" y="433"/>
                  </a:cubicBezTo>
                  <a:cubicBezTo>
                    <a:pt x="529" y="432"/>
                    <a:pt x="529" y="432"/>
                    <a:pt x="529" y="432"/>
                  </a:cubicBezTo>
                  <a:cubicBezTo>
                    <a:pt x="529" y="431"/>
                    <a:pt x="528" y="430"/>
                    <a:pt x="528" y="428"/>
                  </a:cubicBezTo>
                  <a:cubicBezTo>
                    <a:pt x="528" y="428"/>
                    <a:pt x="527" y="428"/>
                    <a:pt x="527" y="427"/>
                  </a:cubicBezTo>
                  <a:cubicBezTo>
                    <a:pt x="527" y="426"/>
                    <a:pt x="526" y="425"/>
                    <a:pt x="526" y="423"/>
                  </a:cubicBezTo>
                  <a:cubicBezTo>
                    <a:pt x="525" y="421"/>
                    <a:pt x="524" y="418"/>
                    <a:pt x="524" y="415"/>
                  </a:cubicBezTo>
                  <a:cubicBezTo>
                    <a:pt x="524" y="414"/>
                    <a:pt x="524" y="414"/>
                    <a:pt x="524" y="414"/>
                  </a:cubicBezTo>
                  <a:cubicBezTo>
                    <a:pt x="524" y="414"/>
                    <a:pt x="523" y="414"/>
                    <a:pt x="523" y="414"/>
                  </a:cubicBezTo>
                  <a:cubicBezTo>
                    <a:pt x="523" y="413"/>
                    <a:pt x="523" y="413"/>
                    <a:pt x="523" y="412"/>
                  </a:cubicBezTo>
                  <a:cubicBezTo>
                    <a:pt x="523" y="412"/>
                    <a:pt x="523" y="412"/>
                    <a:pt x="523" y="412"/>
                  </a:cubicBezTo>
                  <a:cubicBezTo>
                    <a:pt x="522" y="404"/>
                    <a:pt x="522" y="396"/>
                    <a:pt x="523" y="388"/>
                  </a:cubicBezTo>
                  <a:cubicBezTo>
                    <a:pt x="523" y="388"/>
                    <a:pt x="523" y="388"/>
                    <a:pt x="523" y="388"/>
                  </a:cubicBezTo>
                  <a:cubicBezTo>
                    <a:pt x="523" y="387"/>
                    <a:pt x="523" y="385"/>
                    <a:pt x="524" y="383"/>
                  </a:cubicBezTo>
                  <a:cubicBezTo>
                    <a:pt x="524" y="383"/>
                    <a:pt x="524" y="383"/>
                    <a:pt x="524" y="383"/>
                  </a:cubicBezTo>
                  <a:cubicBezTo>
                    <a:pt x="524" y="382"/>
                    <a:pt x="524" y="380"/>
                    <a:pt x="524" y="379"/>
                  </a:cubicBezTo>
                  <a:cubicBezTo>
                    <a:pt x="525" y="376"/>
                    <a:pt x="525" y="373"/>
                    <a:pt x="525" y="370"/>
                  </a:cubicBezTo>
                  <a:cubicBezTo>
                    <a:pt x="525" y="370"/>
                    <a:pt x="525" y="370"/>
                    <a:pt x="525" y="370"/>
                  </a:cubicBezTo>
                  <a:cubicBezTo>
                    <a:pt x="526" y="366"/>
                    <a:pt x="528" y="362"/>
                    <a:pt x="529" y="358"/>
                  </a:cubicBezTo>
                  <a:cubicBezTo>
                    <a:pt x="530" y="358"/>
                    <a:pt x="530" y="358"/>
                    <a:pt x="530" y="358"/>
                  </a:cubicBezTo>
                  <a:cubicBezTo>
                    <a:pt x="531" y="357"/>
                    <a:pt x="532" y="356"/>
                    <a:pt x="533" y="355"/>
                  </a:cubicBezTo>
                  <a:cubicBezTo>
                    <a:pt x="533" y="355"/>
                    <a:pt x="533" y="354"/>
                    <a:pt x="533" y="354"/>
                  </a:cubicBezTo>
                  <a:cubicBezTo>
                    <a:pt x="547" y="338"/>
                    <a:pt x="559" y="314"/>
                    <a:pt x="564" y="292"/>
                  </a:cubicBezTo>
                  <a:cubicBezTo>
                    <a:pt x="564" y="291"/>
                    <a:pt x="565" y="291"/>
                    <a:pt x="565" y="291"/>
                  </a:cubicBezTo>
                  <a:cubicBezTo>
                    <a:pt x="564" y="291"/>
                    <a:pt x="564" y="291"/>
                    <a:pt x="564" y="291"/>
                  </a:cubicBezTo>
                  <a:cubicBezTo>
                    <a:pt x="565" y="287"/>
                    <a:pt x="565" y="284"/>
                    <a:pt x="566" y="281"/>
                  </a:cubicBezTo>
                  <a:cubicBezTo>
                    <a:pt x="568" y="255"/>
                    <a:pt x="562" y="206"/>
                    <a:pt x="564" y="192"/>
                  </a:cubicBezTo>
                  <a:cubicBezTo>
                    <a:pt x="565" y="188"/>
                    <a:pt x="566" y="183"/>
                    <a:pt x="566" y="177"/>
                  </a:cubicBezTo>
                  <a:cubicBezTo>
                    <a:pt x="566" y="183"/>
                    <a:pt x="565" y="187"/>
                    <a:pt x="565" y="187"/>
                  </a:cubicBezTo>
                  <a:cubicBezTo>
                    <a:pt x="567" y="180"/>
                    <a:pt x="567" y="179"/>
                    <a:pt x="572" y="160"/>
                  </a:cubicBezTo>
                  <a:cubicBezTo>
                    <a:pt x="573" y="164"/>
                    <a:pt x="574" y="167"/>
                    <a:pt x="575" y="171"/>
                  </a:cubicBezTo>
                  <a:cubicBezTo>
                    <a:pt x="577" y="167"/>
                    <a:pt x="578" y="162"/>
                    <a:pt x="577" y="157"/>
                  </a:cubicBezTo>
                  <a:cubicBezTo>
                    <a:pt x="578" y="160"/>
                    <a:pt x="579" y="163"/>
                    <a:pt x="580" y="167"/>
                  </a:cubicBezTo>
                  <a:cubicBezTo>
                    <a:pt x="584" y="154"/>
                    <a:pt x="591" y="128"/>
                    <a:pt x="579" y="118"/>
                  </a:cubicBezTo>
                  <a:cubicBezTo>
                    <a:pt x="583" y="120"/>
                    <a:pt x="587" y="125"/>
                    <a:pt x="588" y="128"/>
                  </a:cubicBezTo>
                  <a:cubicBezTo>
                    <a:pt x="588" y="121"/>
                    <a:pt x="587" y="116"/>
                    <a:pt x="585" y="111"/>
                  </a:cubicBezTo>
                  <a:cubicBezTo>
                    <a:pt x="585" y="111"/>
                    <a:pt x="585" y="111"/>
                    <a:pt x="586" y="111"/>
                  </a:cubicBezTo>
                  <a:cubicBezTo>
                    <a:pt x="586" y="103"/>
                    <a:pt x="580" y="98"/>
                    <a:pt x="574" y="95"/>
                  </a:cubicBezTo>
                  <a:cubicBezTo>
                    <a:pt x="578" y="94"/>
                    <a:pt x="582" y="95"/>
                    <a:pt x="587" y="95"/>
                  </a:cubicBezTo>
                  <a:cubicBezTo>
                    <a:pt x="580" y="82"/>
                    <a:pt x="564" y="85"/>
                    <a:pt x="554" y="77"/>
                  </a:cubicBezTo>
                  <a:cubicBezTo>
                    <a:pt x="555" y="79"/>
                    <a:pt x="555" y="79"/>
                    <a:pt x="555" y="79"/>
                  </a:cubicBezTo>
                  <a:cubicBezTo>
                    <a:pt x="529" y="8"/>
                    <a:pt x="451" y="0"/>
                    <a:pt x="390" y="15"/>
                  </a:cubicBezTo>
                  <a:cubicBezTo>
                    <a:pt x="356" y="23"/>
                    <a:pt x="328" y="38"/>
                    <a:pt x="318" y="53"/>
                  </a:cubicBezTo>
                  <a:cubicBezTo>
                    <a:pt x="315" y="57"/>
                    <a:pt x="313" y="60"/>
                    <a:pt x="311" y="64"/>
                  </a:cubicBezTo>
                  <a:cubicBezTo>
                    <a:pt x="310" y="64"/>
                    <a:pt x="307" y="70"/>
                    <a:pt x="303" y="78"/>
                  </a:cubicBezTo>
                  <a:cubicBezTo>
                    <a:pt x="301" y="79"/>
                    <a:pt x="299" y="81"/>
                    <a:pt x="297" y="83"/>
                  </a:cubicBezTo>
                  <a:cubicBezTo>
                    <a:pt x="288" y="87"/>
                    <a:pt x="279" y="89"/>
                    <a:pt x="270" y="99"/>
                  </a:cubicBezTo>
                  <a:cubicBezTo>
                    <a:pt x="274" y="97"/>
                    <a:pt x="275" y="98"/>
                    <a:pt x="279" y="97"/>
                  </a:cubicBezTo>
                  <a:cubicBezTo>
                    <a:pt x="269" y="104"/>
                    <a:pt x="261" y="117"/>
                    <a:pt x="266" y="130"/>
                  </a:cubicBezTo>
                  <a:cubicBezTo>
                    <a:pt x="266" y="130"/>
                    <a:pt x="266" y="130"/>
                    <a:pt x="266" y="130"/>
                  </a:cubicBezTo>
                  <a:cubicBezTo>
                    <a:pt x="266" y="130"/>
                    <a:pt x="266" y="130"/>
                    <a:pt x="266" y="131"/>
                  </a:cubicBezTo>
                  <a:cubicBezTo>
                    <a:pt x="267" y="130"/>
                    <a:pt x="267" y="129"/>
                    <a:pt x="268" y="128"/>
                  </a:cubicBezTo>
                  <a:cubicBezTo>
                    <a:pt x="270" y="126"/>
                    <a:pt x="273" y="124"/>
                    <a:pt x="276" y="122"/>
                  </a:cubicBezTo>
                  <a:cubicBezTo>
                    <a:pt x="275" y="129"/>
                    <a:pt x="271" y="134"/>
                    <a:pt x="270" y="140"/>
                  </a:cubicBezTo>
                  <a:cubicBezTo>
                    <a:pt x="269" y="147"/>
                    <a:pt x="270" y="156"/>
                    <a:pt x="271" y="163"/>
                  </a:cubicBezTo>
                  <a:cubicBezTo>
                    <a:pt x="273" y="158"/>
                    <a:pt x="275" y="153"/>
                    <a:pt x="279" y="148"/>
                  </a:cubicBezTo>
                  <a:cubicBezTo>
                    <a:pt x="278" y="160"/>
                    <a:pt x="274" y="173"/>
                    <a:pt x="280" y="183"/>
                  </a:cubicBezTo>
                  <a:cubicBezTo>
                    <a:pt x="281" y="179"/>
                    <a:pt x="281" y="174"/>
                    <a:pt x="283" y="170"/>
                  </a:cubicBezTo>
                  <a:cubicBezTo>
                    <a:pt x="284" y="180"/>
                    <a:pt x="291" y="192"/>
                    <a:pt x="299" y="201"/>
                  </a:cubicBezTo>
                  <a:cubicBezTo>
                    <a:pt x="299" y="206"/>
                    <a:pt x="300" y="211"/>
                    <a:pt x="299" y="216"/>
                  </a:cubicBezTo>
                  <a:cubicBezTo>
                    <a:pt x="299" y="216"/>
                    <a:pt x="299" y="216"/>
                    <a:pt x="299" y="217"/>
                  </a:cubicBezTo>
                  <a:cubicBezTo>
                    <a:pt x="299" y="220"/>
                    <a:pt x="298" y="223"/>
                    <a:pt x="298" y="226"/>
                  </a:cubicBezTo>
                  <a:cubicBezTo>
                    <a:pt x="297" y="237"/>
                    <a:pt x="298" y="249"/>
                    <a:pt x="301" y="259"/>
                  </a:cubicBezTo>
                  <a:cubicBezTo>
                    <a:pt x="304" y="268"/>
                    <a:pt x="311" y="283"/>
                    <a:pt x="321" y="285"/>
                  </a:cubicBezTo>
                  <a:cubicBezTo>
                    <a:pt x="324" y="285"/>
                    <a:pt x="327" y="285"/>
                    <a:pt x="329" y="284"/>
                  </a:cubicBezTo>
                  <a:cubicBezTo>
                    <a:pt x="330" y="294"/>
                    <a:pt x="333" y="306"/>
                    <a:pt x="338" y="319"/>
                  </a:cubicBezTo>
                  <a:cubicBezTo>
                    <a:pt x="339" y="320"/>
                    <a:pt x="339" y="321"/>
                    <a:pt x="339" y="322"/>
                  </a:cubicBezTo>
                  <a:cubicBezTo>
                    <a:pt x="340" y="332"/>
                    <a:pt x="343" y="351"/>
                    <a:pt x="344" y="373"/>
                  </a:cubicBezTo>
                  <a:cubicBezTo>
                    <a:pt x="344" y="403"/>
                    <a:pt x="340" y="439"/>
                    <a:pt x="323" y="461"/>
                  </a:cubicBezTo>
                  <a:cubicBezTo>
                    <a:pt x="322" y="463"/>
                    <a:pt x="321" y="464"/>
                    <a:pt x="319" y="466"/>
                  </a:cubicBezTo>
                  <a:cubicBezTo>
                    <a:pt x="305" y="473"/>
                    <a:pt x="219" y="541"/>
                    <a:pt x="195" y="550"/>
                  </a:cubicBezTo>
                  <a:cubicBezTo>
                    <a:pt x="155" y="567"/>
                    <a:pt x="109" y="641"/>
                    <a:pt x="96" y="697"/>
                  </a:cubicBezTo>
                  <a:cubicBezTo>
                    <a:pt x="91" y="722"/>
                    <a:pt x="73" y="774"/>
                    <a:pt x="72" y="789"/>
                  </a:cubicBezTo>
                  <a:cubicBezTo>
                    <a:pt x="74" y="822"/>
                    <a:pt x="57" y="843"/>
                    <a:pt x="47" y="964"/>
                  </a:cubicBezTo>
                  <a:cubicBezTo>
                    <a:pt x="48" y="1002"/>
                    <a:pt x="44" y="1029"/>
                    <a:pt x="39" y="1046"/>
                  </a:cubicBezTo>
                  <a:cubicBezTo>
                    <a:pt x="38" y="1049"/>
                    <a:pt x="36" y="1053"/>
                    <a:pt x="35" y="1057"/>
                  </a:cubicBezTo>
                  <a:cubicBezTo>
                    <a:pt x="17" y="1118"/>
                    <a:pt x="17" y="1250"/>
                    <a:pt x="16" y="1285"/>
                  </a:cubicBezTo>
                  <a:cubicBezTo>
                    <a:pt x="15" y="1306"/>
                    <a:pt x="14" y="1336"/>
                    <a:pt x="11" y="1352"/>
                  </a:cubicBezTo>
                  <a:cubicBezTo>
                    <a:pt x="11" y="1354"/>
                    <a:pt x="11" y="1355"/>
                    <a:pt x="10" y="1356"/>
                  </a:cubicBezTo>
                  <a:cubicBezTo>
                    <a:pt x="10" y="1360"/>
                    <a:pt x="9" y="1364"/>
                    <a:pt x="9" y="1367"/>
                  </a:cubicBezTo>
                  <a:cubicBezTo>
                    <a:pt x="8" y="1379"/>
                    <a:pt x="8" y="1390"/>
                    <a:pt x="5" y="1400"/>
                  </a:cubicBezTo>
                  <a:cubicBezTo>
                    <a:pt x="2" y="1410"/>
                    <a:pt x="1" y="1423"/>
                    <a:pt x="0" y="1432"/>
                  </a:cubicBezTo>
                  <a:cubicBezTo>
                    <a:pt x="0" y="1435"/>
                    <a:pt x="0" y="1438"/>
                    <a:pt x="0" y="1440"/>
                  </a:cubicBezTo>
                  <a:cubicBezTo>
                    <a:pt x="4" y="1473"/>
                    <a:pt x="4" y="1473"/>
                    <a:pt x="4" y="1473"/>
                  </a:cubicBezTo>
                  <a:cubicBezTo>
                    <a:pt x="4" y="1473"/>
                    <a:pt x="4" y="1474"/>
                    <a:pt x="4" y="1474"/>
                  </a:cubicBezTo>
                  <a:cubicBezTo>
                    <a:pt x="4" y="1476"/>
                    <a:pt x="5" y="1478"/>
                    <a:pt x="5" y="1481"/>
                  </a:cubicBezTo>
                  <a:cubicBezTo>
                    <a:pt x="5" y="1481"/>
                    <a:pt x="5" y="1481"/>
                    <a:pt x="5" y="1481"/>
                  </a:cubicBezTo>
                  <a:cubicBezTo>
                    <a:pt x="5" y="1483"/>
                    <a:pt x="5" y="1486"/>
                    <a:pt x="6" y="1488"/>
                  </a:cubicBezTo>
                  <a:cubicBezTo>
                    <a:pt x="6" y="1488"/>
                    <a:pt x="6" y="1488"/>
                    <a:pt x="6" y="1489"/>
                  </a:cubicBezTo>
                  <a:cubicBezTo>
                    <a:pt x="6" y="1491"/>
                    <a:pt x="6" y="1493"/>
                    <a:pt x="6" y="1495"/>
                  </a:cubicBezTo>
                  <a:cubicBezTo>
                    <a:pt x="6" y="1496"/>
                    <a:pt x="6" y="1496"/>
                    <a:pt x="6" y="1496"/>
                  </a:cubicBezTo>
                  <a:cubicBezTo>
                    <a:pt x="6" y="1498"/>
                    <a:pt x="6" y="1501"/>
                    <a:pt x="7" y="1503"/>
                  </a:cubicBezTo>
                  <a:cubicBezTo>
                    <a:pt x="7" y="1503"/>
                    <a:pt x="7" y="1503"/>
                    <a:pt x="7" y="1503"/>
                  </a:cubicBezTo>
                  <a:cubicBezTo>
                    <a:pt x="7" y="1505"/>
                    <a:pt x="7" y="1508"/>
                    <a:pt x="7" y="1510"/>
                  </a:cubicBezTo>
                  <a:cubicBezTo>
                    <a:pt x="7" y="1510"/>
                    <a:pt x="7" y="1510"/>
                    <a:pt x="7" y="1510"/>
                  </a:cubicBezTo>
                  <a:cubicBezTo>
                    <a:pt x="7" y="1512"/>
                    <a:pt x="7" y="1514"/>
                    <a:pt x="7" y="1516"/>
                  </a:cubicBezTo>
                  <a:cubicBezTo>
                    <a:pt x="7" y="1516"/>
                    <a:pt x="7" y="1516"/>
                    <a:pt x="7" y="1516"/>
                  </a:cubicBezTo>
                  <a:cubicBezTo>
                    <a:pt x="7" y="1518"/>
                    <a:pt x="7" y="1520"/>
                    <a:pt x="7" y="1521"/>
                  </a:cubicBezTo>
                  <a:cubicBezTo>
                    <a:pt x="7" y="1521"/>
                    <a:pt x="7" y="1522"/>
                    <a:pt x="7" y="1522"/>
                  </a:cubicBezTo>
                  <a:cubicBezTo>
                    <a:pt x="7" y="1523"/>
                    <a:pt x="7" y="1525"/>
                    <a:pt x="6" y="1526"/>
                  </a:cubicBezTo>
                  <a:cubicBezTo>
                    <a:pt x="3" y="1547"/>
                    <a:pt x="5" y="1559"/>
                    <a:pt x="6" y="1571"/>
                  </a:cubicBezTo>
                  <a:cubicBezTo>
                    <a:pt x="8" y="1584"/>
                    <a:pt x="20" y="1603"/>
                    <a:pt x="24" y="1619"/>
                  </a:cubicBezTo>
                  <a:cubicBezTo>
                    <a:pt x="31" y="1652"/>
                    <a:pt x="41" y="1652"/>
                    <a:pt x="49" y="1663"/>
                  </a:cubicBezTo>
                  <a:cubicBezTo>
                    <a:pt x="55" y="1673"/>
                    <a:pt x="71" y="1680"/>
                    <a:pt x="76" y="1684"/>
                  </a:cubicBezTo>
                  <a:cubicBezTo>
                    <a:pt x="76" y="1684"/>
                    <a:pt x="76" y="1685"/>
                    <a:pt x="76" y="1685"/>
                  </a:cubicBezTo>
                  <a:cubicBezTo>
                    <a:pt x="77" y="1685"/>
                    <a:pt x="77" y="1685"/>
                    <a:pt x="77" y="1685"/>
                  </a:cubicBezTo>
                  <a:cubicBezTo>
                    <a:pt x="77" y="1685"/>
                    <a:pt x="77" y="1685"/>
                    <a:pt x="77" y="1685"/>
                  </a:cubicBezTo>
                  <a:cubicBezTo>
                    <a:pt x="79" y="1688"/>
                    <a:pt x="86" y="1694"/>
                    <a:pt x="93" y="1695"/>
                  </a:cubicBezTo>
                  <a:cubicBezTo>
                    <a:pt x="94" y="1695"/>
                    <a:pt x="94" y="1695"/>
                    <a:pt x="94" y="1695"/>
                  </a:cubicBezTo>
                  <a:cubicBezTo>
                    <a:pt x="95" y="1695"/>
                    <a:pt x="96" y="1695"/>
                    <a:pt x="97" y="1695"/>
                  </a:cubicBezTo>
                  <a:cubicBezTo>
                    <a:pt x="97" y="1695"/>
                    <a:pt x="98" y="1695"/>
                    <a:pt x="98" y="1695"/>
                  </a:cubicBezTo>
                  <a:cubicBezTo>
                    <a:pt x="98" y="1695"/>
                    <a:pt x="98" y="1695"/>
                    <a:pt x="98" y="1695"/>
                  </a:cubicBezTo>
                  <a:cubicBezTo>
                    <a:pt x="98" y="1695"/>
                    <a:pt x="98" y="1695"/>
                    <a:pt x="98" y="1695"/>
                  </a:cubicBezTo>
                  <a:cubicBezTo>
                    <a:pt x="107" y="1694"/>
                    <a:pt x="106" y="1685"/>
                    <a:pt x="106" y="1684"/>
                  </a:cubicBezTo>
                  <a:cubicBezTo>
                    <a:pt x="107" y="1684"/>
                    <a:pt x="107" y="1684"/>
                    <a:pt x="108" y="1684"/>
                  </a:cubicBezTo>
                  <a:cubicBezTo>
                    <a:pt x="108" y="1684"/>
                    <a:pt x="108" y="1684"/>
                    <a:pt x="108" y="1684"/>
                  </a:cubicBezTo>
                  <a:cubicBezTo>
                    <a:pt x="108" y="1684"/>
                    <a:pt x="109" y="1684"/>
                    <a:pt x="110" y="1684"/>
                  </a:cubicBezTo>
                  <a:cubicBezTo>
                    <a:pt x="110" y="1684"/>
                    <a:pt x="110" y="1684"/>
                    <a:pt x="110" y="1684"/>
                  </a:cubicBezTo>
                  <a:cubicBezTo>
                    <a:pt x="111" y="1684"/>
                    <a:pt x="112" y="1684"/>
                    <a:pt x="113" y="1684"/>
                  </a:cubicBezTo>
                  <a:cubicBezTo>
                    <a:pt x="113" y="1684"/>
                    <a:pt x="114" y="1684"/>
                    <a:pt x="115" y="1684"/>
                  </a:cubicBezTo>
                  <a:cubicBezTo>
                    <a:pt x="115" y="1684"/>
                    <a:pt x="116" y="1684"/>
                    <a:pt x="117" y="1684"/>
                  </a:cubicBezTo>
                  <a:cubicBezTo>
                    <a:pt x="117" y="1684"/>
                    <a:pt x="118" y="1684"/>
                    <a:pt x="118" y="1684"/>
                  </a:cubicBezTo>
                  <a:cubicBezTo>
                    <a:pt x="119" y="1685"/>
                    <a:pt x="120" y="1685"/>
                    <a:pt x="120" y="1685"/>
                  </a:cubicBezTo>
                  <a:cubicBezTo>
                    <a:pt x="121" y="1685"/>
                    <a:pt x="121" y="1685"/>
                    <a:pt x="122" y="1685"/>
                  </a:cubicBezTo>
                  <a:cubicBezTo>
                    <a:pt x="122" y="1685"/>
                    <a:pt x="123" y="1685"/>
                    <a:pt x="124" y="1685"/>
                  </a:cubicBezTo>
                  <a:cubicBezTo>
                    <a:pt x="124" y="1685"/>
                    <a:pt x="125" y="1685"/>
                    <a:pt x="125" y="1685"/>
                  </a:cubicBezTo>
                  <a:cubicBezTo>
                    <a:pt x="126" y="1685"/>
                    <a:pt x="126" y="1685"/>
                    <a:pt x="127" y="1685"/>
                  </a:cubicBezTo>
                  <a:cubicBezTo>
                    <a:pt x="127" y="1685"/>
                    <a:pt x="128" y="1685"/>
                    <a:pt x="128" y="1685"/>
                  </a:cubicBezTo>
                  <a:cubicBezTo>
                    <a:pt x="129" y="1684"/>
                    <a:pt x="130" y="1684"/>
                    <a:pt x="130" y="1684"/>
                  </a:cubicBezTo>
                  <a:cubicBezTo>
                    <a:pt x="131" y="1684"/>
                    <a:pt x="131" y="1684"/>
                    <a:pt x="131" y="1684"/>
                  </a:cubicBezTo>
                  <a:cubicBezTo>
                    <a:pt x="132" y="1684"/>
                    <a:pt x="133" y="1684"/>
                    <a:pt x="133" y="1684"/>
                  </a:cubicBezTo>
                  <a:cubicBezTo>
                    <a:pt x="133" y="1684"/>
                    <a:pt x="134" y="1684"/>
                    <a:pt x="134" y="1684"/>
                  </a:cubicBezTo>
                  <a:cubicBezTo>
                    <a:pt x="135" y="1683"/>
                    <a:pt x="136" y="1683"/>
                    <a:pt x="136" y="1682"/>
                  </a:cubicBezTo>
                  <a:cubicBezTo>
                    <a:pt x="145" y="1673"/>
                    <a:pt x="134" y="1664"/>
                    <a:pt x="133" y="1664"/>
                  </a:cubicBezTo>
                  <a:cubicBezTo>
                    <a:pt x="142" y="1663"/>
                    <a:pt x="142" y="1663"/>
                    <a:pt x="142" y="1663"/>
                  </a:cubicBezTo>
                  <a:cubicBezTo>
                    <a:pt x="142" y="1663"/>
                    <a:pt x="142" y="1663"/>
                    <a:pt x="142" y="1662"/>
                  </a:cubicBezTo>
                  <a:cubicBezTo>
                    <a:pt x="142" y="1662"/>
                    <a:pt x="142" y="1662"/>
                    <a:pt x="142" y="1662"/>
                  </a:cubicBezTo>
                  <a:cubicBezTo>
                    <a:pt x="154" y="1656"/>
                    <a:pt x="139" y="1643"/>
                    <a:pt x="139" y="1643"/>
                  </a:cubicBezTo>
                  <a:cubicBezTo>
                    <a:pt x="140" y="1620"/>
                    <a:pt x="111" y="1625"/>
                    <a:pt x="107" y="1620"/>
                  </a:cubicBezTo>
                  <a:cubicBezTo>
                    <a:pt x="106" y="1618"/>
                    <a:pt x="104" y="1616"/>
                    <a:pt x="103" y="1615"/>
                  </a:cubicBezTo>
                  <a:cubicBezTo>
                    <a:pt x="103" y="1615"/>
                    <a:pt x="103" y="1615"/>
                    <a:pt x="103" y="1615"/>
                  </a:cubicBezTo>
                  <a:cubicBezTo>
                    <a:pt x="102" y="1614"/>
                    <a:pt x="101" y="1614"/>
                    <a:pt x="100" y="1613"/>
                  </a:cubicBezTo>
                  <a:cubicBezTo>
                    <a:pt x="100" y="1612"/>
                    <a:pt x="100" y="1612"/>
                    <a:pt x="99" y="1612"/>
                  </a:cubicBezTo>
                  <a:cubicBezTo>
                    <a:pt x="99" y="1611"/>
                    <a:pt x="98" y="1611"/>
                    <a:pt x="98" y="1611"/>
                  </a:cubicBezTo>
                  <a:cubicBezTo>
                    <a:pt x="97" y="1610"/>
                    <a:pt x="97" y="1610"/>
                    <a:pt x="96" y="1610"/>
                  </a:cubicBezTo>
                  <a:cubicBezTo>
                    <a:pt x="96" y="1610"/>
                    <a:pt x="96" y="1610"/>
                    <a:pt x="96" y="1610"/>
                  </a:cubicBezTo>
                  <a:cubicBezTo>
                    <a:pt x="85" y="1534"/>
                    <a:pt x="85" y="1534"/>
                    <a:pt x="85" y="1534"/>
                  </a:cubicBezTo>
                  <a:cubicBezTo>
                    <a:pt x="85" y="1530"/>
                    <a:pt x="85" y="1527"/>
                    <a:pt x="85" y="1526"/>
                  </a:cubicBezTo>
                  <a:cubicBezTo>
                    <a:pt x="85" y="1526"/>
                    <a:pt x="86" y="1526"/>
                    <a:pt x="86" y="1527"/>
                  </a:cubicBezTo>
                  <a:cubicBezTo>
                    <a:pt x="86" y="1527"/>
                    <a:pt x="87" y="1527"/>
                    <a:pt x="87" y="1527"/>
                  </a:cubicBezTo>
                  <a:cubicBezTo>
                    <a:pt x="87" y="1527"/>
                    <a:pt x="88" y="1527"/>
                    <a:pt x="88" y="1528"/>
                  </a:cubicBezTo>
                  <a:cubicBezTo>
                    <a:pt x="88" y="1528"/>
                    <a:pt x="89" y="1528"/>
                    <a:pt x="89" y="1528"/>
                  </a:cubicBezTo>
                  <a:cubicBezTo>
                    <a:pt x="89" y="1528"/>
                    <a:pt x="90" y="1529"/>
                    <a:pt x="90" y="1529"/>
                  </a:cubicBezTo>
                  <a:cubicBezTo>
                    <a:pt x="91" y="1529"/>
                    <a:pt x="91" y="1529"/>
                    <a:pt x="91" y="1530"/>
                  </a:cubicBezTo>
                  <a:cubicBezTo>
                    <a:pt x="92" y="1530"/>
                    <a:pt x="92" y="1531"/>
                    <a:pt x="93" y="1531"/>
                  </a:cubicBezTo>
                  <a:cubicBezTo>
                    <a:pt x="93" y="1531"/>
                    <a:pt x="93" y="1532"/>
                    <a:pt x="94" y="1532"/>
                  </a:cubicBezTo>
                  <a:cubicBezTo>
                    <a:pt x="94" y="1532"/>
                    <a:pt x="95" y="1533"/>
                    <a:pt x="95" y="1534"/>
                  </a:cubicBezTo>
                  <a:cubicBezTo>
                    <a:pt x="96" y="1534"/>
                    <a:pt x="96" y="1534"/>
                    <a:pt x="96" y="1535"/>
                  </a:cubicBezTo>
                  <a:cubicBezTo>
                    <a:pt x="97" y="1536"/>
                    <a:pt x="97" y="1536"/>
                    <a:pt x="98" y="1537"/>
                  </a:cubicBezTo>
                  <a:cubicBezTo>
                    <a:pt x="98" y="1538"/>
                    <a:pt x="99" y="1538"/>
                    <a:pt x="99" y="1538"/>
                  </a:cubicBezTo>
                  <a:cubicBezTo>
                    <a:pt x="100" y="1540"/>
                    <a:pt x="100" y="1541"/>
                    <a:pt x="101" y="1543"/>
                  </a:cubicBezTo>
                  <a:cubicBezTo>
                    <a:pt x="101" y="1544"/>
                    <a:pt x="102" y="1545"/>
                    <a:pt x="102" y="1546"/>
                  </a:cubicBezTo>
                  <a:cubicBezTo>
                    <a:pt x="102" y="1546"/>
                    <a:pt x="102" y="1546"/>
                    <a:pt x="103" y="1546"/>
                  </a:cubicBezTo>
                  <a:cubicBezTo>
                    <a:pt x="103" y="1547"/>
                    <a:pt x="103" y="1548"/>
                    <a:pt x="104" y="1548"/>
                  </a:cubicBezTo>
                  <a:cubicBezTo>
                    <a:pt x="104" y="1549"/>
                    <a:pt x="104" y="1549"/>
                    <a:pt x="104" y="1549"/>
                  </a:cubicBezTo>
                  <a:cubicBezTo>
                    <a:pt x="105" y="1550"/>
                    <a:pt x="105" y="1551"/>
                    <a:pt x="105" y="1551"/>
                  </a:cubicBezTo>
                  <a:cubicBezTo>
                    <a:pt x="106" y="1552"/>
                    <a:pt x="106" y="1552"/>
                    <a:pt x="106" y="1553"/>
                  </a:cubicBezTo>
                  <a:cubicBezTo>
                    <a:pt x="107" y="1553"/>
                    <a:pt x="107" y="1554"/>
                    <a:pt x="108" y="1554"/>
                  </a:cubicBezTo>
                  <a:cubicBezTo>
                    <a:pt x="108" y="1555"/>
                    <a:pt x="108" y="1555"/>
                    <a:pt x="109" y="1556"/>
                  </a:cubicBezTo>
                  <a:cubicBezTo>
                    <a:pt x="109" y="1556"/>
                    <a:pt x="110" y="1557"/>
                    <a:pt x="110" y="1557"/>
                  </a:cubicBezTo>
                  <a:cubicBezTo>
                    <a:pt x="110" y="1558"/>
                    <a:pt x="111" y="1558"/>
                    <a:pt x="111" y="1559"/>
                  </a:cubicBezTo>
                  <a:cubicBezTo>
                    <a:pt x="112" y="1559"/>
                    <a:pt x="112" y="1560"/>
                    <a:pt x="113" y="1560"/>
                  </a:cubicBezTo>
                  <a:cubicBezTo>
                    <a:pt x="113" y="1561"/>
                    <a:pt x="113" y="1561"/>
                    <a:pt x="114" y="1561"/>
                  </a:cubicBezTo>
                  <a:cubicBezTo>
                    <a:pt x="114" y="1562"/>
                    <a:pt x="115" y="1562"/>
                    <a:pt x="115" y="1563"/>
                  </a:cubicBezTo>
                  <a:cubicBezTo>
                    <a:pt x="116" y="1563"/>
                    <a:pt x="116" y="1564"/>
                    <a:pt x="117" y="1564"/>
                  </a:cubicBezTo>
                  <a:cubicBezTo>
                    <a:pt x="117" y="1565"/>
                    <a:pt x="118" y="1565"/>
                    <a:pt x="119" y="1566"/>
                  </a:cubicBezTo>
                  <a:cubicBezTo>
                    <a:pt x="119" y="1566"/>
                    <a:pt x="119" y="1566"/>
                    <a:pt x="120" y="1567"/>
                  </a:cubicBezTo>
                  <a:cubicBezTo>
                    <a:pt x="121" y="1567"/>
                    <a:pt x="121" y="1567"/>
                    <a:pt x="122" y="1568"/>
                  </a:cubicBezTo>
                  <a:cubicBezTo>
                    <a:pt x="122" y="1568"/>
                    <a:pt x="123" y="1569"/>
                    <a:pt x="123" y="1569"/>
                  </a:cubicBezTo>
                  <a:cubicBezTo>
                    <a:pt x="124" y="1569"/>
                    <a:pt x="124" y="1570"/>
                    <a:pt x="125" y="1570"/>
                  </a:cubicBezTo>
                  <a:cubicBezTo>
                    <a:pt x="126" y="1570"/>
                    <a:pt x="126" y="1570"/>
                    <a:pt x="127" y="1571"/>
                  </a:cubicBezTo>
                  <a:cubicBezTo>
                    <a:pt x="127" y="1571"/>
                    <a:pt x="128" y="1571"/>
                    <a:pt x="128" y="1571"/>
                  </a:cubicBezTo>
                  <a:cubicBezTo>
                    <a:pt x="129" y="1572"/>
                    <a:pt x="129" y="1572"/>
                    <a:pt x="130" y="1572"/>
                  </a:cubicBezTo>
                  <a:cubicBezTo>
                    <a:pt x="131" y="1572"/>
                    <a:pt x="131" y="1572"/>
                    <a:pt x="132" y="1573"/>
                  </a:cubicBezTo>
                  <a:cubicBezTo>
                    <a:pt x="132" y="1573"/>
                    <a:pt x="133" y="1573"/>
                    <a:pt x="133" y="1573"/>
                  </a:cubicBezTo>
                  <a:cubicBezTo>
                    <a:pt x="134" y="1573"/>
                    <a:pt x="135" y="1573"/>
                    <a:pt x="135" y="1573"/>
                  </a:cubicBezTo>
                  <a:cubicBezTo>
                    <a:pt x="136" y="1573"/>
                    <a:pt x="136" y="1573"/>
                    <a:pt x="137" y="1573"/>
                  </a:cubicBezTo>
                  <a:cubicBezTo>
                    <a:pt x="138" y="1573"/>
                    <a:pt x="138" y="1573"/>
                    <a:pt x="139" y="1573"/>
                  </a:cubicBezTo>
                  <a:cubicBezTo>
                    <a:pt x="139" y="1573"/>
                    <a:pt x="140" y="1573"/>
                    <a:pt x="140" y="1573"/>
                  </a:cubicBezTo>
                  <a:cubicBezTo>
                    <a:pt x="141" y="1573"/>
                    <a:pt x="142" y="1573"/>
                    <a:pt x="143" y="1572"/>
                  </a:cubicBezTo>
                  <a:cubicBezTo>
                    <a:pt x="143" y="1572"/>
                    <a:pt x="144" y="1572"/>
                    <a:pt x="144" y="1572"/>
                  </a:cubicBezTo>
                  <a:cubicBezTo>
                    <a:pt x="144" y="1572"/>
                    <a:pt x="144" y="1572"/>
                    <a:pt x="144" y="1572"/>
                  </a:cubicBezTo>
                  <a:cubicBezTo>
                    <a:pt x="145" y="1572"/>
                    <a:pt x="146" y="1571"/>
                    <a:pt x="148" y="1570"/>
                  </a:cubicBezTo>
                  <a:cubicBezTo>
                    <a:pt x="166" y="1559"/>
                    <a:pt x="141" y="1526"/>
                    <a:pt x="125" y="1512"/>
                  </a:cubicBezTo>
                  <a:cubicBezTo>
                    <a:pt x="110" y="1498"/>
                    <a:pt x="100" y="1469"/>
                    <a:pt x="89" y="1458"/>
                  </a:cubicBezTo>
                  <a:cubicBezTo>
                    <a:pt x="78" y="1447"/>
                    <a:pt x="77" y="1424"/>
                    <a:pt x="77" y="1424"/>
                  </a:cubicBezTo>
                  <a:cubicBezTo>
                    <a:pt x="76" y="1422"/>
                    <a:pt x="76" y="1422"/>
                    <a:pt x="76" y="1422"/>
                  </a:cubicBezTo>
                  <a:cubicBezTo>
                    <a:pt x="76" y="1422"/>
                    <a:pt x="76" y="1422"/>
                    <a:pt x="75" y="1422"/>
                  </a:cubicBezTo>
                  <a:cubicBezTo>
                    <a:pt x="73" y="1415"/>
                    <a:pt x="73" y="1415"/>
                    <a:pt x="73" y="1415"/>
                  </a:cubicBezTo>
                  <a:cubicBezTo>
                    <a:pt x="73" y="1415"/>
                    <a:pt x="73" y="1414"/>
                    <a:pt x="73" y="1414"/>
                  </a:cubicBezTo>
                  <a:cubicBezTo>
                    <a:pt x="75" y="1409"/>
                    <a:pt x="79" y="1393"/>
                    <a:pt x="81" y="1379"/>
                  </a:cubicBezTo>
                  <a:cubicBezTo>
                    <a:pt x="84" y="1364"/>
                    <a:pt x="117" y="1236"/>
                    <a:pt x="125" y="1194"/>
                  </a:cubicBezTo>
                  <a:cubicBezTo>
                    <a:pt x="126" y="1191"/>
                    <a:pt x="126" y="1189"/>
                    <a:pt x="126" y="1187"/>
                  </a:cubicBezTo>
                  <a:cubicBezTo>
                    <a:pt x="138" y="1126"/>
                    <a:pt x="158" y="1103"/>
                    <a:pt x="152" y="1061"/>
                  </a:cubicBezTo>
                  <a:cubicBezTo>
                    <a:pt x="153" y="1030"/>
                    <a:pt x="165" y="947"/>
                    <a:pt x="167" y="932"/>
                  </a:cubicBezTo>
                  <a:cubicBezTo>
                    <a:pt x="169" y="929"/>
                    <a:pt x="169" y="914"/>
                    <a:pt x="171" y="903"/>
                  </a:cubicBezTo>
                  <a:cubicBezTo>
                    <a:pt x="171" y="898"/>
                    <a:pt x="172" y="887"/>
                    <a:pt x="173" y="874"/>
                  </a:cubicBezTo>
                  <a:cubicBezTo>
                    <a:pt x="173" y="876"/>
                    <a:pt x="173" y="876"/>
                    <a:pt x="173" y="876"/>
                  </a:cubicBezTo>
                  <a:cubicBezTo>
                    <a:pt x="173" y="890"/>
                    <a:pt x="188" y="920"/>
                    <a:pt x="190" y="958"/>
                  </a:cubicBezTo>
                  <a:cubicBezTo>
                    <a:pt x="188" y="989"/>
                    <a:pt x="159" y="1033"/>
                    <a:pt x="161" y="1062"/>
                  </a:cubicBezTo>
                  <a:cubicBezTo>
                    <a:pt x="149" y="1120"/>
                    <a:pt x="145" y="1171"/>
                    <a:pt x="147" y="1215"/>
                  </a:cubicBezTo>
                  <a:cubicBezTo>
                    <a:pt x="149" y="1312"/>
                    <a:pt x="174" y="1374"/>
                    <a:pt x="173" y="1399"/>
                  </a:cubicBezTo>
                  <a:cubicBezTo>
                    <a:pt x="172" y="1433"/>
                    <a:pt x="185" y="1447"/>
                    <a:pt x="190" y="1471"/>
                  </a:cubicBezTo>
                  <a:cubicBezTo>
                    <a:pt x="191" y="1476"/>
                    <a:pt x="191" y="1481"/>
                    <a:pt x="192" y="1487"/>
                  </a:cubicBezTo>
                  <a:cubicBezTo>
                    <a:pt x="192" y="1489"/>
                    <a:pt x="192" y="1491"/>
                    <a:pt x="192" y="1494"/>
                  </a:cubicBezTo>
                  <a:cubicBezTo>
                    <a:pt x="192" y="1494"/>
                    <a:pt x="192" y="1494"/>
                    <a:pt x="192" y="1494"/>
                  </a:cubicBezTo>
                  <a:cubicBezTo>
                    <a:pt x="222" y="1980"/>
                    <a:pt x="222" y="1980"/>
                    <a:pt x="222" y="1980"/>
                  </a:cubicBezTo>
                  <a:cubicBezTo>
                    <a:pt x="223" y="1995"/>
                    <a:pt x="220" y="2048"/>
                    <a:pt x="226" y="2075"/>
                  </a:cubicBezTo>
                  <a:cubicBezTo>
                    <a:pt x="227" y="2082"/>
                    <a:pt x="236" y="2112"/>
                    <a:pt x="237" y="2156"/>
                  </a:cubicBezTo>
                  <a:cubicBezTo>
                    <a:pt x="239" y="2225"/>
                    <a:pt x="224" y="2324"/>
                    <a:pt x="226" y="2374"/>
                  </a:cubicBezTo>
                  <a:cubicBezTo>
                    <a:pt x="230" y="2455"/>
                    <a:pt x="228" y="2526"/>
                    <a:pt x="241" y="2578"/>
                  </a:cubicBezTo>
                  <a:cubicBezTo>
                    <a:pt x="244" y="2596"/>
                    <a:pt x="244" y="2596"/>
                    <a:pt x="244" y="2596"/>
                  </a:cubicBezTo>
                  <a:cubicBezTo>
                    <a:pt x="245" y="2598"/>
                    <a:pt x="245" y="2600"/>
                    <a:pt x="245" y="2602"/>
                  </a:cubicBezTo>
                  <a:cubicBezTo>
                    <a:pt x="245" y="2603"/>
                    <a:pt x="246" y="2604"/>
                    <a:pt x="246" y="2605"/>
                  </a:cubicBezTo>
                  <a:cubicBezTo>
                    <a:pt x="246" y="2607"/>
                    <a:pt x="246" y="2608"/>
                    <a:pt x="246" y="2609"/>
                  </a:cubicBezTo>
                  <a:cubicBezTo>
                    <a:pt x="247" y="2611"/>
                    <a:pt x="247" y="2612"/>
                    <a:pt x="247" y="2614"/>
                  </a:cubicBezTo>
                  <a:cubicBezTo>
                    <a:pt x="247" y="2615"/>
                    <a:pt x="247" y="2616"/>
                    <a:pt x="248" y="2617"/>
                  </a:cubicBezTo>
                  <a:cubicBezTo>
                    <a:pt x="248" y="2619"/>
                    <a:pt x="248" y="2620"/>
                    <a:pt x="248" y="2622"/>
                  </a:cubicBezTo>
                  <a:cubicBezTo>
                    <a:pt x="248" y="2623"/>
                    <a:pt x="248" y="2624"/>
                    <a:pt x="249" y="2625"/>
                  </a:cubicBezTo>
                  <a:cubicBezTo>
                    <a:pt x="249" y="2627"/>
                    <a:pt x="249" y="2628"/>
                    <a:pt x="249" y="2629"/>
                  </a:cubicBezTo>
                  <a:cubicBezTo>
                    <a:pt x="249" y="2630"/>
                    <a:pt x="249" y="2632"/>
                    <a:pt x="250" y="2633"/>
                  </a:cubicBezTo>
                  <a:cubicBezTo>
                    <a:pt x="250" y="2634"/>
                    <a:pt x="250" y="2635"/>
                    <a:pt x="250" y="2637"/>
                  </a:cubicBezTo>
                  <a:cubicBezTo>
                    <a:pt x="250" y="2638"/>
                    <a:pt x="250" y="2639"/>
                    <a:pt x="250" y="2640"/>
                  </a:cubicBezTo>
                  <a:cubicBezTo>
                    <a:pt x="251" y="2641"/>
                    <a:pt x="251" y="2643"/>
                    <a:pt x="251" y="2644"/>
                  </a:cubicBezTo>
                  <a:cubicBezTo>
                    <a:pt x="251" y="2645"/>
                    <a:pt x="251" y="2646"/>
                    <a:pt x="251" y="2646"/>
                  </a:cubicBezTo>
                  <a:cubicBezTo>
                    <a:pt x="251" y="2648"/>
                    <a:pt x="252" y="2651"/>
                    <a:pt x="252" y="2653"/>
                  </a:cubicBezTo>
                  <a:cubicBezTo>
                    <a:pt x="252" y="2653"/>
                    <a:pt x="252" y="2654"/>
                    <a:pt x="252" y="2654"/>
                  </a:cubicBezTo>
                  <a:cubicBezTo>
                    <a:pt x="252" y="2655"/>
                    <a:pt x="252" y="2657"/>
                    <a:pt x="252" y="2658"/>
                  </a:cubicBezTo>
                  <a:cubicBezTo>
                    <a:pt x="252" y="2659"/>
                    <a:pt x="252" y="2660"/>
                    <a:pt x="252" y="2660"/>
                  </a:cubicBezTo>
                  <a:cubicBezTo>
                    <a:pt x="252" y="2661"/>
                    <a:pt x="253" y="2663"/>
                    <a:pt x="253" y="2664"/>
                  </a:cubicBezTo>
                  <a:cubicBezTo>
                    <a:pt x="253" y="2664"/>
                    <a:pt x="253" y="2665"/>
                    <a:pt x="253" y="2666"/>
                  </a:cubicBezTo>
                  <a:cubicBezTo>
                    <a:pt x="253" y="2667"/>
                    <a:pt x="253" y="2667"/>
                    <a:pt x="253" y="2668"/>
                  </a:cubicBezTo>
                  <a:cubicBezTo>
                    <a:pt x="253" y="2669"/>
                    <a:pt x="253" y="2670"/>
                    <a:pt x="253" y="2670"/>
                  </a:cubicBezTo>
                  <a:cubicBezTo>
                    <a:pt x="253" y="2671"/>
                    <a:pt x="253" y="2672"/>
                    <a:pt x="253" y="2673"/>
                  </a:cubicBezTo>
                  <a:cubicBezTo>
                    <a:pt x="253" y="2673"/>
                    <a:pt x="253" y="2674"/>
                    <a:pt x="253" y="2674"/>
                  </a:cubicBezTo>
                  <a:cubicBezTo>
                    <a:pt x="253" y="2675"/>
                    <a:pt x="253" y="2676"/>
                    <a:pt x="253" y="2676"/>
                  </a:cubicBezTo>
                  <a:cubicBezTo>
                    <a:pt x="253" y="2677"/>
                    <a:pt x="253" y="2677"/>
                    <a:pt x="253" y="2678"/>
                  </a:cubicBezTo>
                  <a:cubicBezTo>
                    <a:pt x="253" y="2678"/>
                    <a:pt x="253" y="2679"/>
                    <a:pt x="253" y="2680"/>
                  </a:cubicBezTo>
                  <a:cubicBezTo>
                    <a:pt x="253" y="2680"/>
                    <a:pt x="253" y="2680"/>
                    <a:pt x="253" y="2680"/>
                  </a:cubicBezTo>
                  <a:cubicBezTo>
                    <a:pt x="253" y="2681"/>
                    <a:pt x="253" y="2682"/>
                    <a:pt x="253" y="2683"/>
                  </a:cubicBezTo>
                  <a:cubicBezTo>
                    <a:pt x="251" y="2691"/>
                    <a:pt x="249" y="2709"/>
                    <a:pt x="255" y="2724"/>
                  </a:cubicBezTo>
                  <a:cubicBezTo>
                    <a:pt x="255" y="2725"/>
                    <a:pt x="238" y="2777"/>
                    <a:pt x="228" y="2786"/>
                  </a:cubicBezTo>
                  <a:cubicBezTo>
                    <a:pt x="220" y="2795"/>
                    <a:pt x="217" y="2804"/>
                    <a:pt x="210" y="2809"/>
                  </a:cubicBezTo>
                  <a:cubicBezTo>
                    <a:pt x="203" y="2814"/>
                    <a:pt x="200" y="2819"/>
                    <a:pt x="197" y="2830"/>
                  </a:cubicBezTo>
                  <a:cubicBezTo>
                    <a:pt x="195" y="2838"/>
                    <a:pt x="188" y="2849"/>
                    <a:pt x="193" y="2855"/>
                  </a:cubicBezTo>
                  <a:cubicBezTo>
                    <a:pt x="194" y="2856"/>
                    <a:pt x="195" y="2857"/>
                    <a:pt x="196" y="2857"/>
                  </a:cubicBezTo>
                  <a:cubicBezTo>
                    <a:pt x="196" y="2857"/>
                    <a:pt x="196" y="2857"/>
                    <a:pt x="196" y="2857"/>
                  </a:cubicBezTo>
                  <a:cubicBezTo>
                    <a:pt x="195" y="2860"/>
                    <a:pt x="195" y="2863"/>
                    <a:pt x="196" y="2865"/>
                  </a:cubicBezTo>
                  <a:cubicBezTo>
                    <a:pt x="199" y="2872"/>
                    <a:pt x="204" y="2873"/>
                    <a:pt x="211" y="2872"/>
                  </a:cubicBezTo>
                  <a:cubicBezTo>
                    <a:pt x="211" y="2871"/>
                    <a:pt x="211" y="2871"/>
                    <a:pt x="211" y="2871"/>
                  </a:cubicBezTo>
                  <a:cubicBezTo>
                    <a:pt x="212" y="2873"/>
                    <a:pt x="212" y="2876"/>
                    <a:pt x="214" y="2878"/>
                  </a:cubicBezTo>
                  <a:cubicBezTo>
                    <a:pt x="218" y="2887"/>
                    <a:pt x="232" y="2891"/>
                    <a:pt x="238" y="2883"/>
                  </a:cubicBezTo>
                  <a:cubicBezTo>
                    <a:pt x="245" y="2889"/>
                    <a:pt x="260" y="2890"/>
                    <a:pt x="265" y="2881"/>
                  </a:cubicBezTo>
                  <a:cubicBezTo>
                    <a:pt x="266" y="2881"/>
                    <a:pt x="266" y="2882"/>
                    <a:pt x="266" y="2882"/>
                  </a:cubicBezTo>
                  <a:cubicBezTo>
                    <a:pt x="266" y="2882"/>
                    <a:pt x="266" y="2882"/>
                    <a:pt x="266" y="2882"/>
                  </a:cubicBezTo>
                  <a:cubicBezTo>
                    <a:pt x="271" y="2896"/>
                    <a:pt x="287" y="2894"/>
                    <a:pt x="296" y="2891"/>
                  </a:cubicBezTo>
                  <a:cubicBezTo>
                    <a:pt x="305" y="2889"/>
                    <a:pt x="310" y="2882"/>
                    <a:pt x="314" y="2876"/>
                  </a:cubicBezTo>
                  <a:cubicBezTo>
                    <a:pt x="314" y="2876"/>
                    <a:pt x="314" y="2876"/>
                    <a:pt x="314" y="2876"/>
                  </a:cubicBezTo>
                  <a:cubicBezTo>
                    <a:pt x="314" y="2876"/>
                    <a:pt x="314" y="2876"/>
                    <a:pt x="315" y="2876"/>
                  </a:cubicBezTo>
                  <a:cubicBezTo>
                    <a:pt x="315" y="2875"/>
                    <a:pt x="316" y="2874"/>
                    <a:pt x="317" y="2874"/>
                  </a:cubicBezTo>
                  <a:cubicBezTo>
                    <a:pt x="322" y="2868"/>
                    <a:pt x="326" y="2862"/>
                    <a:pt x="325" y="2848"/>
                  </a:cubicBezTo>
                  <a:cubicBezTo>
                    <a:pt x="324" y="2842"/>
                    <a:pt x="324" y="2835"/>
                    <a:pt x="324" y="2829"/>
                  </a:cubicBezTo>
                  <a:cubicBezTo>
                    <a:pt x="325" y="2826"/>
                    <a:pt x="325" y="2821"/>
                    <a:pt x="326" y="2814"/>
                  </a:cubicBezTo>
                  <a:cubicBezTo>
                    <a:pt x="326" y="2804"/>
                    <a:pt x="333" y="2801"/>
                    <a:pt x="334" y="2783"/>
                  </a:cubicBezTo>
                  <a:cubicBezTo>
                    <a:pt x="335" y="2769"/>
                    <a:pt x="327" y="2710"/>
                    <a:pt x="328" y="2702"/>
                  </a:cubicBezTo>
                  <a:cubicBezTo>
                    <a:pt x="330" y="2684"/>
                    <a:pt x="333" y="2663"/>
                    <a:pt x="330" y="2632"/>
                  </a:cubicBezTo>
                  <a:cubicBezTo>
                    <a:pt x="329" y="2620"/>
                    <a:pt x="331" y="2596"/>
                    <a:pt x="334" y="2571"/>
                  </a:cubicBezTo>
                  <a:cubicBezTo>
                    <a:pt x="340" y="2530"/>
                    <a:pt x="349" y="2486"/>
                    <a:pt x="352" y="2474"/>
                  </a:cubicBezTo>
                  <a:cubicBezTo>
                    <a:pt x="351" y="2475"/>
                    <a:pt x="351" y="2475"/>
                    <a:pt x="351" y="2475"/>
                  </a:cubicBezTo>
                  <a:cubicBezTo>
                    <a:pt x="355" y="2460"/>
                    <a:pt x="355" y="2460"/>
                    <a:pt x="355" y="2460"/>
                  </a:cubicBezTo>
                  <a:cubicBezTo>
                    <a:pt x="356" y="2452"/>
                    <a:pt x="358" y="2444"/>
                    <a:pt x="360" y="2435"/>
                  </a:cubicBezTo>
                  <a:cubicBezTo>
                    <a:pt x="360" y="2434"/>
                    <a:pt x="360" y="2434"/>
                    <a:pt x="360" y="2433"/>
                  </a:cubicBezTo>
                  <a:cubicBezTo>
                    <a:pt x="362" y="2427"/>
                    <a:pt x="363" y="2421"/>
                    <a:pt x="364" y="2414"/>
                  </a:cubicBezTo>
                  <a:cubicBezTo>
                    <a:pt x="364" y="2414"/>
                    <a:pt x="365" y="2413"/>
                    <a:pt x="365" y="2413"/>
                  </a:cubicBezTo>
                  <a:cubicBezTo>
                    <a:pt x="365" y="2410"/>
                    <a:pt x="366" y="2406"/>
                    <a:pt x="367" y="2403"/>
                  </a:cubicBezTo>
                  <a:cubicBezTo>
                    <a:pt x="367" y="2402"/>
                    <a:pt x="367" y="2402"/>
                    <a:pt x="367" y="2402"/>
                  </a:cubicBezTo>
                  <a:cubicBezTo>
                    <a:pt x="367" y="2398"/>
                    <a:pt x="368" y="2395"/>
                    <a:pt x="369" y="2392"/>
                  </a:cubicBezTo>
                  <a:cubicBezTo>
                    <a:pt x="369" y="2392"/>
                    <a:pt x="369" y="2391"/>
                    <a:pt x="369" y="2391"/>
                  </a:cubicBezTo>
                  <a:cubicBezTo>
                    <a:pt x="369" y="2387"/>
                    <a:pt x="370" y="2384"/>
                    <a:pt x="371" y="2380"/>
                  </a:cubicBezTo>
                  <a:cubicBezTo>
                    <a:pt x="371" y="2380"/>
                    <a:pt x="371" y="2379"/>
                    <a:pt x="371" y="2378"/>
                  </a:cubicBezTo>
                  <a:cubicBezTo>
                    <a:pt x="372" y="2375"/>
                    <a:pt x="372" y="2371"/>
                    <a:pt x="373" y="2368"/>
                  </a:cubicBezTo>
                  <a:cubicBezTo>
                    <a:pt x="373" y="2368"/>
                    <a:pt x="373" y="2368"/>
                    <a:pt x="373" y="2368"/>
                  </a:cubicBezTo>
                  <a:cubicBezTo>
                    <a:pt x="373" y="2364"/>
                    <a:pt x="374" y="2361"/>
                    <a:pt x="374" y="2357"/>
                  </a:cubicBezTo>
                  <a:cubicBezTo>
                    <a:pt x="374" y="2356"/>
                    <a:pt x="374" y="2355"/>
                    <a:pt x="375" y="2355"/>
                  </a:cubicBezTo>
                  <a:cubicBezTo>
                    <a:pt x="375" y="2351"/>
                    <a:pt x="375" y="2348"/>
                    <a:pt x="376" y="2344"/>
                  </a:cubicBezTo>
                  <a:cubicBezTo>
                    <a:pt x="376" y="2344"/>
                    <a:pt x="376" y="2343"/>
                    <a:pt x="376" y="2343"/>
                  </a:cubicBezTo>
                  <a:cubicBezTo>
                    <a:pt x="376" y="2340"/>
                    <a:pt x="377" y="2337"/>
                    <a:pt x="377" y="2333"/>
                  </a:cubicBezTo>
                  <a:cubicBezTo>
                    <a:pt x="377" y="2333"/>
                    <a:pt x="377" y="2332"/>
                    <a:pt x="377" y="2331"/>
                  </a:cubicBezTo>
                  <a:cubicBezTo>
                    <a:pt x="378" y="2328"/>
                    <a:pt x="378" y="2324"/>
                    <a:pt x="378" y="2321"/>
                  </a:cubicBezTo>
                  <a:cubicBezTo>
                    <a:pt x="378" y="2320"/>
                    <a:pt x="378" y="2320"/>
                    <a:pt x="378" y="2319"/>
                  </a:cubicBezTo>
                  <a:cubicBezTo>
                    <a:pt x="379" y="2316"/>
                    <a:pt x="379" y="2313"/>
                    <a:pt x="379" y="2310"/>
                  </a:cubicBezTo>
                  <a:cubicBezTo>
                    <a:pt x="379" y="2310"/>
                    <a:pt x="379" y="2309"/>
                    <a:pt x="379" y="2309"/>
                  </a:cubicBezTo>
                  <a:cubicBezTo>
                    <a:pt x="379" y="2305"/>
                    <a:pt x="379" y="2302"/>
                    <a:pt x="379" y="2299"/>
                  </a:cubicBezTo>
                  <a:cubicBezTo>
                    <a:pt x="379" y="2298"/>
                    <a:pt x="379" y="2298"/>
                    <a:pt x="379" y="2297"/>
                  </a:cubicBezTo>
                  <a:cubicBezTo>
                    <a:pt x="379" y="2294"/>
                    <a:pt x="379" y="2290"/>
                    <a:pt x="379" y="2287"/>
                  </a:cubicBezTo>
                  <a:cubicBezTo>
                    <a:pt x="378" y="2245"/>
                    <a:pt x="387" y="2144"/>
                    <a:pt x="387" y="2115"/>
                  </a:cubicBezTo>
                  <a:cubicBezTo>
                    <a:pt x="387" y="2110"/>
                    <a:pt x="389" y="2078"/>
                    <a:pt x="388" y="2072"/>
                  </a:cubicBezTo>
                  <a:cubicBezTo>
                    <a:pt x="378" y="2028"/>
                    <a:pt x="402" y="1815"/>
                    <a:pt x="402" y="1813"/>
                  </a:cubicBezTo>
                  <a:cubicBezTo>
                    <a:pt x="402" y="1812"/>
                    <a:pt x="402" y="1811"/>
                    <a:pt x="402" y="1810"/>
                  </a:cubicBezTo>
                  <a:cubicBezTo>
                    <a:pt x="402" y="1810"/>
                    <a:pt x="402" y="1809"/>
                    <a:pt x="402" y="1809"/>
                  </a:cubicBezTo>
                  <a:cubicBezTo>
                    <a:pt x="402" y="1808"/>
                    <a:pt x="402" y="1807"/>
                    <a:pt x="402" y="1806"/>
                  </a:cubicBezTo>
                  <a:cubicBezTo>
                    <a:pt x="402" y="1806"/>
                    <a:pt x="402" y="1806"/>
                    <a:pt x="402" y="1805"/>
                  </a:cubicBezTo>
                  <a:cubicBezTo>
                    <a:pt x="402" y="1804"/>
                    <a:pt x="402" y="1803"/>
                    <a:pt x="402" y="1801"/>
                  </a:cubicBezTo>
                  <a:cubicBezTo>
                    <a:pt x="402" y="1801"/>
                    <a:pt x="402" y="1801"/>
                    <a:pt x="402" y="1801"/>
                  </a:cubicBezTo>
                  <a:cubicBezTo>
                    <a:pt x="402" y="1799"/>
                    <a:pt x="403" y="1798"/>
                    <a:pt x="403" y="1796"/>
                  </a:cubicBezTo>
                  <a:cubicBezTo>
                    <a:pt x="403" y="1795"/>
                    <a:pt x="403" y="1795"/>
                    <a:pt x="403" y="1795"/>
                  </a:cubicBezTo>
                  <a:cubicBezTo>
                    <a:pt x="403" y="1793"/>
                    <a:pt x="403" y="1792"/>
                    <a:pt x="403" y="1790"/>
                  </a:cubicBezTo>
                  <a:cubicBezTo>
                    <a:pt x="403" y="1790"/>
                    <a:pt x="403" y="1789"/>
                    <a:pt x="403" y="1789"/>
                  </a:cubicBezTo>
                  <a:cubicBezTo>
                    <a:pt x="403" y="1783"/>
                    <a:pt x="403" y="1776"/>
                    <a:pt x="404" y="1768"/>
                  </a:cubicBezTo>
                  <a:cubicBezTo>
                    <a:pt x="404" y="1768"/>
                    <a:pt x="404" y="1767"/>
                    <a:pt x="404" y="1767"/>
                  </a:cubicBezTo>
                  <a:cubicBezTo>
                    <a:pt x="404" y="1765"/>
                    <a:pt x="404" y="1762"/>
                    <a:pt x="404" y="1760"/>
                  </a:cubicBezTo>
                  <a:cubicBezTo>
                    <a:pt x="404" y="1760"/>
                    <a:pt x="404" y="1759"/>
                    <a:pt x="404" y="1759"/>
                  </a:cubicBezTo>
                  <a:cubicBezTo>
                    <a:pt x="404" y="1754"/>
                    <a:pt x="404" y="1748"/>
                    <a:pt x="405" y="1743"/>
                  </a:cubicBezTo>
                  <a:cubicBezTo>
                    <a:pt x="405" y="1742"/>
                    <a:pt x="405" y="1742"/>
                    <a:pt x="405" y="1741"/>
                  </a:cubicBezTo>
                  <a:cubicBezTo>
                    <a:pt x="405" y="1739"/>
                    <a:pt x="405" y="1737"/>
                    <a:pt x="405" y="1735"/>
                  </a:cubicBezTo>
                  <a:cubicBezTo>
                    <a:pt x="405" y="1734"/>
                    <a:pt x="405" y="1733"/>
                    <a:pt x="405" y="1732"/>
                  </a:cubicBezTo>
                  <a:cubicBezTo>
                    <a:pt x="405" y="1730"/>
                    <a:pt x="405" y="1728"/>
                    <a:pt x="405" y="1726"/>
                  </a:cubicBezTo>
                  <a:cubicBezTo>
                    <a:pt x="405" y="1724"/>
                    <a:pt x="405" y="1722"/>
                    <a:pt x="405" y="1719"/>
                  </a:cubicBezTo>
                  <a:cubicBezTo>
                    <a:pt x="405" y="1718"/>
                    <a:pt x="405" y="1717"/>
                    <a:pt x="405" y="1716"/>
                  </a:cubicBezTo>
                  <a:cubicBezTo>
                    <a:pt x="405" y="1714"/>
                    <a:pt x="405" y="1712"/>
                    <a:pt x="405" y="1710"/>
                  </a:cubicBezTo>
                  <a:cubicBezTo>
                    <a:pt x="405" y="1710"/>
                    <a:pt x="405" y="1709"/>
                    <a:pt x="405" y="1709"/>
                  </a:cubicBezTo>
                  <a:cubicBezTo>
                    <a:pt x="406" y="1670"/>
                    <a:pt x="407" y="1632"/>
                    <a:pt x="408" y="1613"/>
                  </a:cubicBezTo>
                  <a:cubicBezTo>
                    <a:pt x="411" y="1614"/>
                    <a:pt x="446" y="1623"/>
                    <a:pt x="470" y="1606"/>
                  </a:cubicBezTo>
                  <a:cubicBezTo>
                    <a:pt x="471" y="1621"/>
                    <a:pt x="471" y="1621"/>
                    <a:pt x="471" y="1621"/>
                  </a:cubicBezTo>
                  <a:cubicBezTo>
                    <a:pt x="472" y="1640"/>
                    <a:pt x="473" y="1669"/>
                    <a:pt x="474" y="1699"/>
                  </a:cubicBezTo>
                  <a:cubicBezTo>
                    <a:pt x="474" y="1699"/>
                    <a:pt x="474" y="1699"/>
                    <a:pt x="474" y="1699"/>
                  </a:cubicBezTo>
                  <a:cubicBezTo>
                    <a:pt x="474" y="1706"/>
                    <a:pt x="475" y="1714"/>
                    <a:pt x="475" y="1721"/>
                  </a:cubicBezTo>
                  <a:cubicBezTo>
                    <a:pt x="475" y="1721"/>
                    <a:pt x="475" y="1721"/>
                    <a:pt x="475" y="1721"/>
                  </a:cubicBezTo>
                  <a:cubicBezTo>
                    <a:pt x="475" y="1723"/>
                    <a:pt x="475" y="1725"/>
                    <a:pt x="475" y="1727"/>
                  </a:cubicBezTo>
                  <a:cubicBezTo>
                    <a:pt x="475" y="1728"/>
                    <a:pt x="475" y="1729"/>
                    <a:pt x="475" y="1730"/>
                  </a:cubicBezTo>
                  <a:cubicBezTo>
                    <a:pt x="476" y="1732"/>
                    <a:pt x="476" y="1734"/>
                    <a:pt x="476" y="1735"/>
                  </a:cubicBezTo>
                  <a:cubicBezTo>
                    <a:pt x="476" y="1737"/>
                    <a:pt x="476" y="1739"/>
                    <a:pt x="476" y="1741"/>
                  </a:cubicBezTo>
                  <a:cubicBezTo>
                    <a:pt x="476" y="1742"/>
                    <a:pt x="476" y="1743"/>
                    <a:pt x="476" y="1745"/>
                  </a:cubicBezTo>
                  <a:cubicBezTo>
                    <a:pt x="476" y="1747"/>
                    <a:pt x="476" y="1749"/>
                    <a:pt x="476" y="1751"/>
                  </a:cubicBezTo>
                  <a:cubicBezTo>
                    <a:pt x="476" y="1752"/>
                    <a:pt x="477" y="1753"/>
                    <a:pt x="477" y="1754"/>
                  </a:cubicBezTo>
                  <a:cubicBezTo>
                    <a:pt x="477" y="1756"/>
                    <a:pt x="477" y="1757"/>
                    <a:pt x="477" y="1759"/>
                  </a:cubicBezTo>
                  <a:cubicBezTo>
                    <a:pt x="477" y="1760"/>
                    <a:pt x="477" y="1761"/>
                    <a:pt x="477" y="1762"/>
                  </a:cubicBezTo>
                  <a:cubicBezTo>
                    <a:pt x="477" y="1764"/>
                    <a:pt x="477" y="1765"/>
                    <a:pt x="477" y="1767"/>
                  </a:cubicBezTo>
                  <a:cubicBezTo>
                    <a:pt x="477" y="1768"/>
                    <a:pt x="477" y="1769"/>
                    <a:pt x="477" y="1770"/>
                  </a:cubicBezTo>
                  <a:cubicBezTo>
                    <a:pt x="477" y="1772"/>
                    <a:pt x="478" y="1774"/>
                    <a:pt x="478" y="1776"/>
                  </a:cubicBezTo>
                  <a:cubicBezTo>
                    <a:pt x="478" y="1777"/>
                    <a:pt x="478" y="1778"/>
                    <a:pt x="478" y="1778"/>
                  </a:cubicBezTo>
                  <a:cubicBezTo>
                    <a:pt x="478" y="1780"/>
                    <a:pt x="478" y="1782"/>
                    <a:pt x="478" y="1783"/>
                  </a:cubicBezTo>
                  <a:cubicBezTo>
                    <a:pt x="478" y="1784"/>
                    <a:pt x="478" y="1785"/>
                    <a:pt x="478" y="1785"/>
                  </a:cubicBezTo>
                  <a:cubicBezTo>
                    <a:pt x="478" y="1787"/>
                    <a:pt x="478" y="1788"/>
                    <a:pt x="478" y="1790"/>
                  </a:cubicBezTo>
                  <a:cubicBezTo>
                    <a:pt x="478" y="1790"/>
                    <a:pt x="478" y="1791"/>
                    <a:pt x="478" y="1792"/>
                  </a:cubicBezTo>
                  <a:cubicBezTo>
                    <a:pt x="479" y="1793"/>
                    <a:pt x="479" y="1795"/>
                    <a:pt x="479" y="1796"/>
                  </a:cubicBezTo>
                  <a:cubicBezTo>
                    <a:pt x="479" y="1797"/>
                    <a:pt x="479" y="1797"/>
                    <a:pt x="479" y="1797"/>
                  </a:cubicBezTo>
                  <a:cubicBezTo>
                    <a:pt x="479" y="1799"/>
                    <a:pt x="479" y="1801"/>
                    <a:pt x="479" y="1802"/>
                  </a:cubicBezTo>
                  <a:cubicBezTo>
                    <a:pt x="479" y="1803"/>
                    <a:pt x="479" y="1803"/>
                    <a:pt x="479" y="1804"/>
                  </a:cubicBezTo>
                  <a:cubicBezTo>
                    <a:pt x="479" y="1805"/>
                    <a:pt x="479" y="1806"/>
                    <a:pt x="479" y="1807"/>
                  </a:cubicBezTo>
                  <a:cubicBezTo>
                    <a:pt x="479" y="1807"/>
                    <a:pt x="479" y="1808"/>
                    <a:pt x="480" y="1808"/>
                  </a:cubicBezTo>
                  <a:cubicBezTo>
                    <a:pt x="480" y="1809"/>
                    <a:pt x="480" y="1810"/>
                    <a:pt x="480" y="1811"/>
                  </a:cubicBezTo>
                  <a:cubicBezTo>
                    <a:pt x="480" y="1811"/>
                    <a:pt x="480" y="1811"/>
                    <a:pt x="480" y="1812"/>
                  </a:cubicBezTo>
                  <a:cubicBezTo>
                    <a:pt x="480" y="1813"/>
                    <a:pt x="480" y="1814"/>
                    <a:pt x="480" y="1814"/>
                  </a:cubicBezTo>
                  <a:cubicBezTo>
                    <a:pt x="480" y="1817"/>
                    <a:pt x="493" y="2030"/>
                    <a:pt x="485" y="2072"/>
                  </a:cubicBezTo>
                  <a:cubicBezTo>
                    <a:pt x="484" y="2078"/>
                    <a:pt x="486" y="2110"/>
                    <a:pt x="486" y="2115"/>
                  </a:cubicBezTo>
                  <a:cubicBezTo>
                    <a:pt x="486" y="2144"/>
                    <a:pt x="496" y="2241"/>
                    <a:pt x="493" y="2284"/>
                  </a:cubicBezTo>
                  <a:cubicBezTo>
                    <a:pt x="493" y="2287"/>
                    <a:pt x="493" y="2291"/>
                    <a:pt x="492" y="2294"/>
                  </a:cubicBezTo>
                  <a:cubicBezTo>
                    <a:pt x="492" y="2295"/>
                    <a:pt x="492" y="2296"/>
                    <a:pt x="492" y="2296"/>
                  </a:cubicBezTo>
                  <a:cubicBezTo>
                    <a:pt x="492" y="2300"/>
                    <a:pt x="492" y="2303"/>
                    <a:pt x="492" y="2307"/>
                  </a:cubicBezTo>
                  <a:cubicBezTo>
                    <a:pt x="492" y="2307"/>
                    <a:pt x="492" y="2308"/>
                    <a:pt x="492" y="2309"/>
                  </a:cubicBezTo>
                  <a:cubicBezTo>
                    <a:pt x="492" y="2312"/>
                    <a:pt x="492" y="2316"/>
                    <a:pt x="492" y="2320"/>
                  </a:cubicBezTo>
                  <a:cubicBezTo>
                    <a:pt x="492" y="2320"/>
                    <a:pt x="492" y="2320"/>
                    <a:pt x="492" y="2321"/>
                  </a:cubicBezTo>
                  <a:cubicBezTo>
                    <a:pt x="492" y="2324"/>
                    <a:pt x="492" y="2328"/>
                    <a:pt x="493" y="2331"/>
                  </a:cubicBezTo>
                  <a:cubicBezTo>
                    <a:pt x="493" y="2332"/>
                    <a:pt x="493" y="2333"/>
                    <a:pt x="493" y="2333"/>
                  </a:cubicBezTo>
                  <a:cubicBezTo>
                    <a:pt x="493" y="2337"/>
                    <a:pt x="493" y="2340"/>
                    <a:pt x="493" y="2344"/>
                  </a:cubicBezTo>
                  <a:cubicBezTo>
                    <a:pt x="493" y="2345"/>
                    <a:pt x="493" y="2346"/>
                    <a:pt x="493" y="2346"/>
                  </a:cubicBezTo>
                  <a:cubicBezTo>
                    <a:pt x="494" y="2350"/>
                    <a:pt x="494" y="2354"/>
                    <a:pt x="494" y="2357"/>
                  </a:cubicBezTo>
                  <a:cubicBezTo>
                    <a:pt x="494" y="2358"/>
                    <a:pt x="494" y="2358"/>
                    <a:pt x="494" y="2359"/>
                  </a:cubicBezTo>
                  <a:cubicBezTo>
                    <a:pt x="495" y="2363"/>
                    <a:pt x="495" y="2366"/>
                    <a:pt x="495" y="2370"/>
                  </a:cubicBezTo>
                  <a:cubicBezTo>
                    <a:pt x="495" y="2370"/>
                    <a:pt x="495" y="2371"/>
                    <a:pt x="495" y="2371"/>
                  </a:cubicBezTo>
                  <a:cubicBezTo>
                    <a:pt x="496" y="2375"/>
                    <a:pt x="496" y="2378"/>
                    <a:pt x="497" y="2382"/>
                  </a:cubicBezTo>
                  <a:cubicBezTo>
                    <a:pt x="497" y="2383"/>
                    <a:pt x="497" y="2383"/>
                    <a:pt x="497" y="2384"/>
                  </a:cubicBezTo>
                  <a:cubicBezTo>
                    <a:pt x="497" y="2388"/>
                    <a:pt x="498" y="2391"/>
                    <a:pt x="498" y="2395"/>
                  </a:cubicBezTo>
                  <a:cubicBezTo>
                    <a:pt x="498" y="2395"/>
                    <a:pt x="498" y="2396"/>
                    <a:pt x="498" y="2396"/>
                  </a:cubicBezTo>
                  <a:cubicBezTo>
                    <a:pt x="499" y="2404"/>
                    <a:pt x="500" y="2411"/>
                    <a:pt x="502" y="2418"/>
                  </a:cubicBezTo>
                  <a:cubicBezTo>
                    <a:pt x="502" y="2419"/>
                    <a:pt x="502" y="2419"/>
                    <a:pt x="502" y="2420"/>
                  </a:cubicBezTo>
                  <a:cubicBezTo>
                    <a:pt x="502" y="2423"/>
                    <a:pt x="503" y="2427"/>
                    <a:pt x="503" y="2430"/>
                  </a:cubicBezTo>
                  <a:cubicBezTo>
                    <a:pt x="503" y="2431"/>
                    <a:pt x="503" y="2431"/>
                    <a:pt x="504" y="2432"/>
                  </a:cubicBezTo>
                  <a:cubicBezTo>
                    <a:pt x="505" y="2439"/>
                    <a:pt x="506" y="2445"/>
                    <a:pt x="507" y="2452"/>
                  </a:cubicBezTo>
                  <a:cubicBezTo>
                    <a:pt x="507" y="2452"/>
                    <a:pt x="507" y="2452"/>
                    <a:pt x="507" y="2452"/>
                  </a:cubicBezTo>
                  <a:cubicBezTo>
                    <a:pt x="508" y="2455"/>
                    <a:pt x="508" y="2458"/>
                    <a:pt x="509" y="2461"/>
                  </a:cubicBezTo>
                  <a:cubicBezTo>
                    <a:pt x="509" y="2462"/>
                    <a:pt x="509" y="2462"/>
                    <a:pt x="509" y="2462"/>
                  </a:cubicBezTo>
                  <a:cubicBezTo>
                    <a:pt x="510" y="2468"/>
                    <a:pt x="511" y="2473"/>
                    <a:pt x="512" y="2478"/>
                  </a:cubicBezTo>
                  <a:cubicBezTo>
                    <a:pt x="514" y="2492"/>
                    <a:pt x="514" y="2492"/>
                    <a:pt x="514" y="2492"/>
                  </a:cubicBezTo>
                  <a:cubicBezTo>
                    <a:pt x="514" y="2509"/>
                    <a:pt x="536" y="2589"/>
                    <a:pt x="537" y="2627"/>
                  </a:cubicBezTo>
                  <a:cubicBezTo>
                    <a:pt x="538" y="2631"/>
                    <a:pt x="538" y="2634"/>
                    <a:pt x="537" y="2637"/>
                  </a:cubicBezTo>
                  <a:cubicBezTo>
                    <a:pt x="534" y="2668"/>
                    <a:pt x="536" y="2684"/>
                    <a:pt x="538" y="2702"/>
                  </a:cubicBezTo>
                  <a:cubicBezTo>
                    <a:pt x="539" y="2710"/>
                    <a:pt x="531" y="2769"/>
                    <a:pt x="532" y="2783"/>
                  </a:cubicBezTo>
                  <a:cubicBezTo>
                    <a:pt x="533" y="2801"/>
                    <a:pt x="539" y="2804"/>
                    <a:pt x="540" y="2814"/>
                  </a:cubicBezTo>
                  <a:cubicBezTo>
                    <a:pt x="541" y="2832"/>
                    <a:pt x="543" y="2833"/>
                    <a:pt x="541" y="2848"/>
                  </a:cubicBezTo>
                  <a:cubicBezTo>
                    <a:pt x="540" y="2862"/>
                    <a:pt x="544" y="2868"/>
                    <a:pt x="549" y="2874"/>
                  </a:cubicBezTo>
                  <a:cubicBezTo>
                    <a:pt x="550" y="2874"/>
                    <a:pt x="551" y="2875"/>
                    <a:pt x="551" y="2876"/>
                  </a:cubicBezTo>
                  <a:cubicBezTo>
                    <a:pt x="551" y="2876"/>
                    <a:pt x="552" y="2876"/>
                    <a:pt x="552" y="2876"/>
                  </a:cubicBezTo>
                  <a:cubicBezTo>
                    <a:pt x="552" y="2876"/>
                    <a:pt x="552" y="2876"/>
                    <a:pt x="552" y="2876"/>
                  </a:cubicBezTo>
                  <a:cubicBezTo>
                    <a:pt x="556" y="2882"/>
                    <a:pt x="561" y="2889"/>
                    <a:pt x="569" y="2891"/>
                  </a:cubicBezTo>
                  <a:cubicBezTo>
                    <a:pt x="579" y="2894"/>
                    <a:pt x="595" y="2896"/>
                    <a:pt x="600" y="2882"/>
                  </a:cubicBezTo>
                  <a:cubicBezTo>
                    <a:pt x="600" y="2882"/>
                    <a:pt x="600" y="2882"/>
                    <a:pt x="600" y="2882"/>
                  </a:cubicBezTo>
                  <a:cubicBezTo>
                    <a:pt x="600" y="2882"/>
                    <a:pt x="600" y="2881"/>
                    <a:pt x="600" y="2881"/>
                  </a:cubicBezTo>
                  <a:cubicBezTo>
                    <a:pt x="606" y="2890"/>
                    <a:pt x="621" y="2889"/>
                    <a:pt x="628" y="2883"/>
                  </a:cubicBezTo>
                  <a:cubicBezTo>
                    <a:pt x="634" y="2891"/>
                    <a:pt x="648" y="2887"/>
                    <a:pt x="652" y="2878"/>
                  </a:cubicBezTo>
                  <a:cubicBezTo>
                    <a:pt x="654" y="2876"/>
                    <a:pt x="654" y="2874"/>
                    <a:pt x="654" y="2871"/>
                  </a:cubicBezTo>
                  <a:cubicBezTo>
                    <a:pt x="655" y="2872"/>
                    <a:pt x="655" y="2872"/>
                    <a:pt x="655" y="2872"/>
                  </a:cubicBezTo>
                  <a:cubicBezTo>
                    <a:pt x="661" y="2873"/>
                    <a:pt x="669" y="2870"/>
                    <a:pt x="670" y="2865"/>
                  </a:cubicBezTo>
                  <a:cubicBezTo>
                    <a:pt x="670" y="2863"/>
                    <a:pt x="670" y="2860"/>
                    <a:pt x="670" y="2857"/>
                  </a:cubicBezTo>
                  <a:cubicBezTo>
                    <a:pt x="670" y="2857"/>
                    <a:pt x="670" y="2857"/>
                    <a:pt x="670" y="2857"/>
                  </a:cubicBezTo>
                  <a:cubicBezTo>
                    <a:pt x="671" y="2857"/>
                    <a:pt x="672" y="2856"/>
                    <a:pt x="673" y="2855"/>
                  </a:cubicBezTo>
                  <a:cubicBezTo>
                    <a:pt x="678" y="2849"/>
                    <a:pt x="671" y="2838"/>
                    <a:pt x="669" y="2830"/>
                  </a:cubicBezTo>
                  <a:cubicBezTo>
                    <a:pt x="666" y="2819"/>
                    <a:pt x="662" y="2814"/>
                    <a:pt x="655" y="2809"/>
                  </a:cubicBezTo>
                  <a:cubicBezTo>
                    <a:pt x="649" y="2804"/>
                    <a:pt x="646" y="2795"/>
                    <a:pt x="638" y="2786"/>
                  </a:cubicBezTo>
                  <a:cubicBezTo>
                    <a:pt x="628" y="2777"/>
                    <a:pt x="611" y="2725"/>
                    <a:pt x="611" y="2724"/>
                  </a:cubicBezTo>
                  <a:cubicBezTo>
                    <a:pt x="617" y="2709"/>
                    <a:pt x="615" y="2691"/>
                    <a:pt x="613" y="2683"/>
                  </a:cubicBezTo>
                  <a:cubicBezTo>
                    <a:pt x="613" y="2682"/>
                    <a:pt x="613" y="2681"/>
                    <a:pt x="613" y="2680"/>
                  </a:cubicBezTo>
                  <a:cubicBezTo>
                    <a:pt x="613" y="2680"/>
                    <a:pt x="613" y="2680"/>
                    <a:pt x="613" y="2679"/>
                  </a:cubicBezTo>
                  <a:cubicBezTo>
                    <a:pt x="613" y="2679"/>
                    <a:pt x="613" y="2678"/>
                    <a:pt x="613" y="2678"/>
                  </a:cubicBezTo>
                  <a:cubicBezTo>
                    <a:pt x="613" y="2677"/>
                    <a:pt x="613" y="2677"/>
                    <a:pt x="613" y="2676"/>
                  </a:cubicBezTo>
                  <a:cubicBezTo>
                    <a:pt x="613" y="2676"/>
                    <a:pt x="613" y="2675"/>
                    <a:pt x="613" y="2674"/>
                  </a:cubicBezTo>
                  <a:cubicBezTo>
                    <a:pt x="613" y="2674"/>
                    <a:pt x="613" y="2673"/>
                    <a:pt x="613" y="2673"/>
                  </a:cubicBezTo>
                  <a:cubicBezTo>
                    <a:pt x="613" y="2672"/>
                    <a:pt x="613" y="2671"/>
                    <a:pt x="613" y="2670"/>
                  </a:cubicBezTo>
                  <a:cubicBezTo>
                    <a:pt x="613" y="2670"/>
                    <a:pt x="613" y="2669"/>
                    <a:pt x="613" y="2668"/>
                  </a:cubicBezTo>
                  <a:cubicBezTo>
                    <a:pt x="613" y="2667"/>
                    <a:pt x="613" y="2666"/>
                    <a:pt x="613" y="2666"/>
                  </a:cubicBezTo>
                  <a:cubicBezTo>
                    <a:pt x="613" y="2665"/>
                    <a:pt x="613" y="2664"/>
                    <a:pt x="613" y="2664"/>
                  </a:cubicBezTo>
                  <a:cubicBezTo>
                    <a:pt x="613" y="2662"/>
                    <a:pt x="613" y="2661"/>
                    <a:pt x="614" y="2660"/>
                  </a:cubicBezTo>
                  <a:cubicBezTo>
                    <a:pt x="614" y="2660"/>
                    <a:pt x="614" y="2659"/>
                    <a:pt x="614" y="2658"/>
                  </a:cubicBezTo>
                  <a:cubicBezTo>
                    <a:pt x="614" y="2657"/>
                    <a:pt x="614" y="2655"/>
                    <a:pt x="614" y="2654"/>
                  </a:cubicBezTo>
                  <a:cubicBezTo>
                    <a:pt x="614" y="2653"/>
                    <a:pt x="614" y="2653"/>
                    <a:pt x="614" y="2652"/>
                  </a:cubicBezTo>
                  <a:cubicBezTo>
                    <a:pt x="614" y="2650"/>
                    <a:pt x="615" y="2648"/>
                    <a:pt x="615" y="2646"/>
                  </a:cubicBezTo>
                  <a:cubicBezTo>
                    <a:pt x="615" y="2646"/>
                    <a:pt x="615" y="2646"/>
                    <a:pt x="615" y="2646"/>
                  </a:cubicBezTo>
                  <a:cubicBezTo>
                    <a:pt x="615" y="2644"/>
                    <a:pt x="615" y="2642"/>
                    <a:pt x="616" y="2639"/>
                  </a:cubicBezTo>
                  <a:cubicBezTo>
                    <a:pt x="616" y="2639"/>
                    <a:pt x="616" y="2638"/>
                    <a:pt x="616" y="2638"/>
                  </a:cubicBezTo>
                  <a:cubicBezTo>
                    <a:pt x="616" y="2636"/>
                    <a:pt x="616" y="2634"/>
                    <a:pt x="616" y="2632"/>
                  </a:cubicBezTo>
                  <a:cubicBezTo>
                    <a:pt x="616" y="2631"/>
                    <a:pt x="617" y="2631"/>
                    <a:pt x="617" y="2630"/>
                  </a:cubicBezTo>
                  <a:cubicBezTo>
                    <a:pt x="617" y="2628"/>
                    <a:pt x="617" y="2626"/>
                    <a:pt x="617" y="2624"/>
                  </a:cubicBezTo>
                  <a:cubicBezTo>
                    <a:pt x="617" y="2624"/>
                    <a:pt x="618" y="2623"/>
                    <a:pt x="618" y="2623"/>
                  </a:cubicBezTo>
                  <a:cubicBezTo>
                    <a:pt x="618" y="2620"/>
                    <a:pt x="618" y="2618"/>
                    <a:pt x="619" y="2616"/>
                  </a:cubicBezTo>
                  <a:cubicBezTo>
                    <a:pt x="619" y="2615"/>
                    <a:pt x="619" y="2615"/>
                    <a:pt x="619" y="2614"/>
                  </a:cubicBezTo>
                  <a:cubicBezTo>
                    <a:pt x="619" y="2612"/>
                    <a:pt x="620" y="2609"/>
                    <a:pt x="620" y="2607"/>
                  </a:cubicBezTo>
                  <a:cubicBezTo>
                    <a:pt x="620" y="2607"/>
                    <a:pt x="620" y="2606"/>
                    <a:pt x="620" y="2606"/>
                  </a:cubicBezTo>
                  <a:cubicBezTo>
                    <a:pt x="621" y="2602"/>
                    <a:pt x="621" y="2598"/>
                    <a:pt x="622" y="2594"/>
                  </a:cubicBezTo>
                  <a:cubicBezTo>
                    <a:pt x="625" y="2578"/>
                    <a:pt x="625" y="2578"/>
                    <a:pt x="625" y="2578"/>
                  </a:cubicBezTo>
                  <a:cubicBezTo>
                    <a:pt x="630" y="2515"/>
                    <a:pt x="638" y="2456"/>
                    <a:pt x="642" y="2375"/>
                  </a:cubicBezTo>
                  <a:cubicBezTo>
                    <a:pt x="644" y="2334"/>
                    <a:pt x="634" y="2245"/>
                    <a:pt x="636" y="2156"/>
                  </a:cubicBezTo>
                  <a:cubicBezTo>
                    <a:pt x="637" y="2112"/>
                    <a:pt x="644" y="2082"/>
                    <a:pt x="646" y="2075"/>
                  </a:cubicBezTo>
                  <a:cubicBezTo>
                    <a:pt x="651" y="2048"/>
                    <a:pt x="645" y="1995"/>
                    <a:pt x="645" y="1980"/>
                  </a:cubicBezTo>
                  <a:cubicBezTo>
                    <a:pt x="652" y="1739"/>
                    <a:pt x="684" y="1532"/>
                    <a:pt x="682" y="1482"/>
                  </a:cubicBezTo>
                  <a:cubicBezTo>
                    <a:pt x="682" y="1482"/>
                    <a:pt x="683" y="1480"/>
                    <a:pt x="684" y="1476"/>
                  </a:cubicBezTo>
                  <a:cubicBezTo>
                    <a:pt x="684" y="1474"/>
                    <a:pt x="685" y="1473"/>
                    <a:pt x="685" y="1471"/>
                  </a:cubicBezTo>
                  <a:cubicBezTo>
                    <a:pt x="685" y="1471"/>
                    <a:pt x="686" y="1470"/>
                    <a:pt x="686" y="1469"/>
                  </a:cubicBezTo>
                  <a:cubicBezTo>
                    <a:pt x="691" y="1451"/>
                    <a:pt x="701" y="1418"/>
                    <a:pt x="701" y="1403"/>
                  </a:cubicBezTo>
                  <a:cubicBezTo>
                    <a:pt x="701" y="1401"/>
                    <a:pt x="700" y="1400"/>
                    <a:pt x="700" y="1399"/>
                  </a:cubicBezTo>
                  <a:cubicBezTo>
                    <a:pt x="700" y="1376"/>
                    <a:pt x="723" y="1327"/>
                    <a:pt x="729" y="1247"/>
                  </a:cubicBezTo>
                  <a:cubicBezTo>
                    <a:pt x="730" y="1243"/>
                    <a:pt x="730" y="1239"/>
                    <a:pt x="730" y="1235"/>
                  </a:cubicBezTo>
                  <a:cubicBezTo>
                    <a:pt x="731" y="1226"/>
                    <a:pt x="731" y="1217"/>
                    <a:pt x="731" y="1208"/>
                  </a:cubicBezTo>
                  <a:cubicBezTo>
                    <a:pt x="731" y="1204"/>
                    <a:pt x="731" y="1199"/>
                    <a:pt x="731" y="1195"/>
                  </a:cubicBezTo>
                  <a:cubicBezTo>
                    <a:pt x="730" y="1176"/>
                    <a:pt x="729" y="1156"/>
                    <a:pt x="726" y="1135"/>
                  </a:cubicBezTo>
                  <a:cubicBezTo>
                    <a:pt x="724" y="1124"/>
                    <a:pt x="723" y="1113"/>
                    <a:pt x="720" y="1102"/>
                  </a:cubicBezTo>
                  <a:cubicBezTo>
                    <a:pt x="718" y="1090"/>
                    <a:pt x="716" y="1079"/>
                    <a:pt x="713" y="1067"/>
                  </a:cubicBezTo>
                  <a:cubicBezTo>
                    <a:pt x="715" y="1037"/>
                    <a:pt x="686" y="991"/>
                    <a:pt x="684" y="960"/>
                  </a:cubicBezTo>
                  <a:cubicBezTo>
                    <a:pt x="686" y="922"/>
                    <a:pt x="700" y="890"/>
                    <a:pt x="700" y="876"/>
                  </a:cubicBezTo>
                  <a:cubicBezTo>
                    <a:pt x="700" y="874"/>
                    <a:pt x="700" y="874"/>
                    <a:pt x="700" y="874"/>
                  </a:cubicBezTo>
                  <a:cubicBezTo>
                    <a:pt x="701" y="887"/>
                    <a:pt x="702" y="898"/>
                    <a:pt x="703" y="903"/>
                  </a:cubicBezTo>
                  <a:cubicBezTo>
                    <a:pt x="705" y="914"/>
                    <a:pt x="704" y="929"/>
                    <a:pt x="706" y="932"/>
                  </a:cubicBezTo>
                  <a:cubicBezTo>
                    <a:pt x="708" y="947"/>
                    <a:pt x="721" y="1030"/>
                    <a:pt x="722" y="1061"/>
                  </a:cubicBezTo>
                  <a:cubicBezTo>
                    <a:pt x="720" y="1072"/>
                    <a:pt x="720" y="1081"/>
                    <a:pt x="721" y="1090"/>
                  </a:cubicBezTo>
                  <a:cubicBezTo>
                    <a:pt x="726" y="1116"/>
                    <a:pt x="740" y="1140"/>
                    <a:pt x="749" y="1185"/>
                  </a:cubicBezTo>
                  <a:cubicBezTo>
                    <a:pt x="754" y="1217"/>
                    <a:pt x="789" y="1363"/>
                    <a:pt x="792" y="1379"/>
                  </a:cubicBezTo>
                  <a:cubicBezTo>
                    <a:pt x="792" y="1379"/>
                    <a:pt x="792" y="1379"/>
                    <a:pt x="792" y="1380"/>
                  </a:cubicBezTo>
                  <a:cubicBezTo>
                    <a:pt x="792" y="1381"/>
                    <a:pt x="793" y="1383"/>
                    <a:pt x="793" y="1384"/>
                  </a:cubicBezTo>
                  <a:cubicBezTo>
                    <a:pt x="793" y="1384"/>
                    <a:pt x="793" y="1385"/>
                    <a:pt x="793" y="1385"/>
                  </a:cubicBezTo>
                  <a:cubicBezTo>
                    <a:pt x="793" y="1387"/>
                    <a:pt x="794" y="1388"/>
                    <a:pt x="794" y="1389"/>
                  </a:cubicBezTo>
                  <a:cubicBezTo>
                    <a:pt x="794" y="1390"/>
                    <a:pt x="794" y="1390"/>
                    <a:pt x="794" y="1391"/>
                  </a:cubicBezTo>
                  <a:cubicBezTo>
                    <a:pt x="795" y="1392"/>
                    <a:pt x="795" y="1393"/>
                    <a:pt x="795" y="1395"/>
                  </a:cubicBezTo>
                  <a:cubicBezTo>
                    <a:pt x="795" y="1395"/>
                    <a:pt x="795" y="1396"/>
                    <a:pt x="796" y="1397"/>
                  </a:cubicBezTo>
                  <a:cubicBezTo>
                    <a:pt x="796" y="1397"/>
                    <a:pt x="796" y="1398"/>
                    <a:pt x="796" y="1399"/>
                  </a:cubicBezTo>
                  <a:cubicBezTo>
                    <a:pt x="796" y="1399"/>
                    <a:pt x="796" y="1399"/>
                    <a:pt x="796" y="1399"/>
                  </a:cubicBezTo>
                  <a:cubicBezTo>
                    <a:pt x="797" y="1403"/>
                    <a:pt x="798" y="1407"/>
                    <a:pt x="799" y="1409"/>
                  </a:cubicBezTo>
                  <a:cubicBezTo>
                    <a:pt x="799" y="1411"/>
                    <a:pt x="800" y="1413"/>
                    <a:pt x="800" y="1415"/>
                  </a:cubicBezTo>
                  <a:cubicBezTo>
                    <a:pt x="800" y="1415"/>
                    <a:pt x="800" y="1415"/>
                    <a:pt x="800" y="1415"/>
                  </a:cubicBezTo>
                  <a:cubicBezTo>
                    <a:pt x="800" y="1415"/>
                    <a:pt x="799" y="1438"/>
                    <a:pt x="788" y="1449"/>
                  </a:cubicBezTo>
                  <a:cubicBezTo>
                    <a:pt x="777" y="1460"/>
                    <a:pt x="766" y="1489"/>
                    <a:pt x="751" y="1503"/>
                  </a:cubicBezTo>
                  <a:cubicBezTo>
                    <a:pt x="736" y="1517"/>
                    <a:pt x="711" y="1550"/>
                    <a:pt x="729" y="1562"/>
                  </a:cubicBezTo>
                  <a:cubicBezTo>
                    <a:pt x="730" y="1562"/>
                    <a:pt x="731" y="1563"/>
                    <a:pt x="733" y="1563"/>
                  </a:cubicBezTo>
                  <a:cubicBezTo>
                    <a:pt x="750" y="1570"/>
                    <a:pt x="771" y="1547"/>
                    <a:pt x="776" y="1534"/>
                  </a:cubicBezTo>
                  <a:cubicBezTo>
                    <a:pt x="780" y="1522"/>
                    <a:pt x="789" y="1518"/>
                    <a:pt x="791" y="1517"/>
                  </a:cubicBezTo>
                  <a:cubicBezTo>
                    <a:pt x="791" y="1518"/>
                    <a:pt x="791" y="1521"/>
                    <a:pt x="791" y="1525"/>
                  </a:cubicBezTo>
                  <a:cubicBezTo>
                    <a:pt x="780" y="1604"/>
                    <a:pt x="780" y="1604"/>
                    <a:pt x="780" y="1604"/>
                  </a:cubicBezTo>
                  <a:cubicBezTo>
                    <a:pt x="777" y="1605"/>
                    <a:pt x="773" y="1605"/>
                    <a:pt x="769" y="1611"/>
                  </a:cubicBezTo>
                  <a:cubicBezTo>
                    <a:pt x="765" y="1616"/>
                    <a:pt x="737" y="1612"/>
                    <a:pt x="737" y="1634"/>
                  </a:cubicBezTo>
                  <a:cubicBezTo>
                    <a:pt x="737" y="1634"/>
                    <a:pt x="723" y="1647"/>
                    <a:pt x="734" y="1654"/>
                  </a:cubicBezTo>
                  <a:cubicBezTo>
                    <a:pt x="735" y="1654"/>
                    <a:pt x="735" y="1654"/>
                    <a:pt x="735" y="1654"/>
                  </a:cubicBezTo>
                  <a:cubicBezTo>
                    <a:pt x="735" y="1654"/>
                    <a:pt x="735" y="1654"/>
                    <a:pt x="735" y="1654"/>
                  </a:cubicBezTo>
                  <a:cubicBezTo>
                    <a:pt x="744" y="1655"/>
                    <a:pt x="744" y="1655"/>
                    <a:pt x="744" y="1655"/>
                  </a:cubicBezTo>
                  <a:cubicBezTo>
                    <a:pt x="743" y="1656"/>
                    <a:pt x="731" y="1664"/>
                    <a:pt x="740" y="1674"/>
                  </a:cubicBezTo>
                  <a:cubicBezTo>
                    <a:pt x="741" y="1674"/>
                    <a:pt x="742" y="1674"/>
                    <a:pt x="743" y="1675"/>
                  </a:cubicBezTo>
                  <a:cubicBezTo>
                    <a:pt x="748" y="1677"/>
                    <a:pt x="760" y="1675"/>
                    <a:pt x="764" y="1675"/>
                  </a:cubicBezTo>
                  <a:cubicBezTo>
                    <a:pt x="767" y="1675"/>
                    <a:pt x="769" y="1675"/>
                    <a:pt x="770" y="1675"/>
                  </a:cubicBezTo>
                  <a:cubicBezTo>
                    <a:pt x="770" y="1676"/>
                    <a:pt x="770" y="1683"/>
                    <a:pt x="776" y="1685"/>
                  </a:cubicBezTo>
                  <a:cubicBezTo>
                    <a:pt x="777" y="1686"/>
                    <a:pt x="778" y="1686"/>
                    <a:pt x="779" y="1686"/>
                  </a:cubicBezTo>
                  <a:cubicBezTo>
                    <a:pt x="779" y="1686"/>
                    <a:pt x="780" y="1686"/>
                    <a:pt x="780" y="1686"/>
                  </a:cubicBezTo>
                  <a:cubicBezTo>
                    <a:pt x="780" y="1686"/>
                    <a:pt x="781" y="1686"/>
                    <a:pt x="782" y="1686"/>
                  </a:cubicBezTo>
                  <a:cubicBezTo>
                    <a:pt x="782" y="1686"/>
                    <a:pt x="782" y="1686"/>
                    <a:pt x="782" y="1686"/>
                  </a:cubicBezTo>
                  <a:cubicBezTo>
                    <a:pt x="782" y="1686"/>
                    <a:pt x="783" y="1686"/>
                    <a:pt x="783" y="1686"/>
                  </a:cubicBezTo>
                  <a:cubicBezTo>
                    <a:pt x="783" y="1686"/>
                    <a:pt x="783" y="1686"/>
                    <a:pt x="783" y="1686"/>
                  </a:cubicBezTo>
                  <a:cubicBezTo>
                    <a:pt x="790" y="1685"/>
                    <a:pt x="797" y="1680"/>
                    <a:pt x="800" y="1677"/>
                  </a:cubicBezTo>
                  <a:cubicBezTo>
                    <a:pt x="800" y="1677"/>
                    <a:pt x="800" y="1676"/>
                    <a:pt x="800" y="1676"/>
                  </a:cubicBezTo>
                  <a:cubicBezTo>
                    <a:pt x="801" y="1676"/>
                    <a:pt x="801" y="1676"/>
                    <a:pt x="801" y="1676"/>
                  </a:cubicBezTo>
                  <a:cubicBezTo>
                    <a:pt x="801" y="1676"/>
                    <a:pt x="801" y="1676"/>
                    <a:pt x="801" y="1676"/>
                  </a:cubicBezTo>
                  <a:cubicBezTo>
                    <a:pt x="806" y="1672"/>
                    <a:pt x="821" y="1664"/>
                    <a:pt x="828" y="1654"/>
                  </a:cubicBezTo>
                  <a:cubicBezTo>
                    <a:pt x="835" y="1644"/>
                    <a:pt x="845" y="1643"/>
                    <a:pt x="853" y="1610"/>
                  </a:cubicBezTo>
                  <a:cubicBezTo>
                    <a:pt x="856" y="1594"/>
                    <a:pt x="869" y="1575"/>
                    <a:pt x="870" y="1562"/>
                  </a:cubicBezTo>
                  <a:cubicBezTo>
                    <a:pt x="871" y="1550"/>
                    <a:pt x="873" y="1538"/>
                    <a:pt x="870" y="1517"/>
                  </a:cubicBezTo>
                  <a:cubicBezTo>
                    <a:pt x="867" y="1497"/>
                    <a:pt x="877" y="1431"/>
                    <a:pt x="877" y="1431"/>
                  </a:cubicBezTo>
                  <a:cubicBezTo>
                    <a:pt x="877" y="1431"/>
                    <a:pt x="877" y="1428"/>
                    <a:pt x="877" y="1423"/>
                  </a:cubicBezTo>
                  <a:cubicBezTo>
                    <a:pt x="878" y="1411"/>
                    <a:pt x="876" y="1401"/>
                    <a:pt x="874" y="1396"/>
                  </a:cubicBezTo>
                  <a:close/>
                </a:path>
              </a:pathLst>
            </a:custGeom>
            <a:solidFill>
              <a:srgbClr val="B1DF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66575" name="Freeform 51">
              <a:extLst>
                <a:ext uri="{FF2B5EF4-FFF2-40B4-BE49-F238E27FC236}">
                  <a16:creationId xmlns:a16="http://schemas.microsoft.com/office/drawing/2014/main" id="{EEACB35E-A114-4415-8606-8BDEF4E2F1A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2" y="1674"/>
              <a:ext cx="717" cy="2360"/>
            </a:xfrm>
            <a:custGeom>
              <a:avLst/>
              <a:gdLst>
                <a:gd name="T0" fmla="*/ 470 w 878"/>
                <a:gd name="T1" fmla="*/ 695 h 2896"/>
                <a:gd name="T2" fmla="*/ 297 w 878"/>
                <a:gd name="T3" fmla="*/ 246 h 2896"/>
                <a:gd name="T4" fmla="*/ 289 w 878"/>
                <a:gd name="T5" fmla="*/ 235 h 2896"/>
                <a:gd name="T6" fmla="*/ 285 w 878"/>
                <a:gd name="T7" fmla="*/ 223 h 2896"/>
                <a:gd name="T8" fmla="*/ 289 w 878"/>
                <a:gd name="T9" fmla="*/ 194 h 2896"/>
                <a:gd name="T10" fmla="*/ 307 w 878"/>
                <a:gd name="T11" fmla="*/ 101 h 2896"/>
                <a:gd name="T12" fmla="*/ 313 w 878"/>
                <a:gd name="T13" fmla="*/ 51 h 2896"/>
                <a:gd name="T14" fmla="*/ 147 w 878"/>
                <a:gd name="T15" fmla="*/ 54 h 2896"/>
                <a:gd name="T16" fmla="*/ 152 w 878"/>
                <a:gd name="T17" fmla="*/ 81 h 2896"/>
                <a:gd name="T18" fmla="*/ 180 w 878"/>
                <a:gd name="T19" fmla="*/ 153 h 2896"/>
                <a:gd name="T20" fmla="*/ 25 w 878"/>
                <a:gd name="T21" fmla="*/ 522 h 2896"/>
                <a:gd name="T22" fmla="*/ 0 w 878"/>
                <a:gd name="T23" fmla="*/ 779 h 2896"/>
                <a:gd name="T24" fmla="*/ 4 w 878"/>
                <a:gd name="T25" fmla="*/ 813 h 2896"/>
                <a:gd name="T26" fmla="*/ 3 w 878"/>
                <a:gd name="T27" fmla="*/ 850 h 2896"/>
                <a:gd name="T28" fmla="*/ 53 w 878"/>
                <a:gd name="T29" fmla="*/ 917 h 2896"/>
                <a:gd name="T30" fmla="*/ 61 w 878"/>
                <a:gd name="T31" fmla="*/ 911 h 2896"/>
                <a:gd name="T32" fmla="*/ 70 w 878"/>
                <a:gd name="T33" fmla="*/ 912 h 2896"/>
                <a:gd name="T34" fmla="*/ 78 w 878"/>
                <a:gd name="T35" fmla="*/ 899 h 2896"/>
                <a:gd name="T36" fmla="*/ 52 w 878"/>
                <a:gd name="T37" fmla="*/ 871 h 2896"/>
                <a:gd name="T38" fmla="*/ 51 w 878"/>
                <a:gd name="T39" fmla="*/ 829 h 2896"/>
                <a:gd name="T40" fmla="*/ 56 w 878"/>
                <a:gd name="T41" fmla="*/ 838 h 2896"/>
                <a:gd name="T42" fmla="*/ 62 w 878"/>
                <a:gd name="T43" fmla="*/ 845 h 2896"/>
                <a:gd name="T44" fmla="*/ 70 w 878"/>
                <a:gd name="T45" fmla="*/ 850 h 2896"/>
                <a:gd name="T46" fmla="*/ 78 w 878"/>
                <a:gd name="T47" fmla="*/ 851 h 2896"/>
                <a:gd name="T48" fmla="*/ 40 w 878"/>
                <a:gd name="T49" fmla="*/ 765 h 2896"/>
                <a:gd name="T50" fmla="*/ 104 w 878"/>
                <a:gd name="T51" fmla="*/ 518 h 2896"/>
                <a:gd name="T52" fmla="*/ 123 w 878"/>
                <a:gd name="T53" fmla="*/ 1123 h 2896"/>
                <a:gd name="T54" fmla="*/ 136 w 878"/>
                <a:gd name="T55" fmla="*/ 1416 h 2896"/>
                <a:gd name="T56" fmla="*/ 137 w 878"/>
                <a:gd name="T57" fmla="*/ 1436 h 2896"/>
                <a:gd name="T58" fmla="*/ 138 w 878"/>
                <a:gd name="T59" fmla="*/ 1447 h 2896"/>
                <a:gd name="T60" fmla="*/ 107 w 878"/>
                <a:gd name="T61" fmla="*/ 1531 h 2896"/>
                <a:gd name="T62" fmla="*/ 144 w 878"/>
                <a:gd name="T63" fmla="*/ 1559 h 2896"/>
                <a:gd name="T64" fmla="*/ 176 w 878"/>
                <a:gd name="T65" fmla="*/ 1530 h 2896"/>
                <a:gd name="T66" fmla="*/ 196 w 878"/>
                <a:gd name="T67" fmla="*/ 1318 h 2896"/>
                <a:gd name="T68" fmla="*/ 202 w 878"/>
                <a:gd name="T69" fmla="*/ 1287 h 2896"/>
                <a:gd name="T70" fmla="*/ 206 w 878"/>
                <a:gd name="T71" fmla="*/ 1256 h 2896"/>
                <a:gd name="T72" fmla="*/ 219 w 878"/>
                <a:gd name="T73" fmla="*/ 981 h 2896"/>
                <a:gd name="T74" fmla="*/ 220 w 878"/>
                <a:gd name="T75" fmla="*/ 969 h 2896"/>
                <a:gd name="T76" fmla="*/ 220 w 878"/>
                <a:gd name="T77" fmla="*/ 937 h 2896"/>
                <a:gd name="T78" fmla="*/ 258 w 878"/>
                <a:gd name="T79" fmla="*/ 920 h 2896"/>
                <a:gd name="T80" fmla="*/ 260 w 878"/>
                <a:gd name="T81" fmla="*/ 948 h 2896"/>
                <a:gd name="T82" fmla="*/ 260 w 878"/>
                <a:gd name="T83" fmla="*/ 966 h 2896"/>
                <a:gd name="T84" fmla="*/ 261 w 878"/>
                <a:gd name="T85" fmla="*/ 980 h 2896"/>
                <a:gd name="T86" fmla="*/ 268 w 878"/>
                <a:gd name="T87" fmla="*/ 1250 h 2896"/>
                <a:gd name="T88" fmla="*/ 269 w 878"/>
                <a:gd name="T89" fmla="*/ 1283 h 2896"/>
                <a:gd name="T90" fmla="*/ 274 w 878"/>
                <a:gd name="T91" fmla="*/ 1316 h 2896"/>
                <a:gd name="T92" fmla="*/ 293 w 878"/>
                <a:gd name="T93" fmla="*/ 1462 h 2896"/>
                <a:gd name="T94" fmla="*/ 327 w 878"/>
                <a:gd name="T95" fmla="*/ 1560 h 2896"/>
                <a:gd name="T96" fmla="*/ 365 w 878"/>
                <a:gd name="T97" fmla="*/ 1546 h 2896"/>
                <a:gd name="T98" fmla="*/ 334 w 878"/>
                <a:gd name="T99" fmla="*/ 1449 h 2896"/>
                <a:gd name="T100" fmla="*/ 334 w 878"/>
                <a:gd name="T101" fmla="*/ 1438 h 2896"/>
                <a:gd name="T102" fmla="*/ 336 w 878"/>
                <a:gd name="T103" fmla="*/ 1420 h 2896"/>
                <a:gd name="T104" fmla="*/ 346 w 878"/>
                <a:gd name="T105" fmla="*/ 1167 h 2896"/>
                <a:gd name="T106" fmla="*/ 397 w 878"/>
                <a:gd name="T107" fmla="*/ 675 h 2896"/>
                <a:gd name="T108" fmla="*/ 381 w 878"/>
                <a:gd name="T109" fmla="*/ 473 h 2896"/>
                <a:gd name="T110" fmla="*/ 432 w 878"/>
                <a:gd name="T111" fmla="*/ 750 h 2896"/>
                <a:gd name="T112" fmla="*/ 435 w 878"/>
                <a:gd name="T113" fmla="*/ 766 h 2896"/>
                <a:gd name="T114" fmla="*/ 419 w 878"/>
                <a:gd name="T115" fmla="*/ 872 h 2896"/>
                <a:gd name="T116" fmla="*/ 420 w 878"/>
                <a:gd name="T117" fmla="*/ 906 h 2896"/>
                <a:gd name="T118" fmla="*/ 435 w 878"/>
                <a:gd name="T119" fmla="*/ 907 h 2896"/>
                <a:gd name="T120" fmla="*/ 476 w 878"/>
                <a:gd name="T121" fmla="*/ 755 h 289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878" h="2896">
                  <a:moveTo>
                    <a:pt x="874" y="1396"/>
                  </a:moveTo>
                  <a:cubicBezTo>
                    <a:pt x="872" y="1384"/>
                    <a:pt x="872" y="1384"/>
                    <a:pt x="872" y="1384"/>
                  </a:cubicBezTo>
                  <a:cubicBezTo>
                    <a:pt x="872" y="1379"/>
                    <a:pt x="871" y="1375"/>
                    <a:pt x="871" y="1370"/>
                  </a:cubicBezTo>
                  <a:cubicBezTo>
                    <a:pt x="871" y="1370"/>
                    <a:pt x="871" y="1370"/>
                    <a:pt x="870" y="1370"/>
                  </a:cubicBezTo>
                  <a:cubicBezTo>
                    <a:pt x="870" y="1368"/>
                    <a:pt x="870" y="1366"/>
                    <a:pt x="870" y="1364"/>
                  </a:cubicBezTo>
                  <a:cubicBezTo>
                    <a:pt x="870" y="1363"/>
                    <a:pt x="869" y="1363"/>
                    <a:pt x="869" y="1362"/>
                  </a:cubicBezTo>
                  <a:cubicBezTo>
                    <a:pt x="869" y="1360"/>
                    <a:pt x="869" y="1358"/>
                    <a:pt x="868" y="1356"/>
                  </a:cubicBezTo>
                  <a:cubicBezTo>
                    <a:pt x="868" y="1355"/>
                    <a:pt x="868" y="1354"/>
                    <a:pt x="867" y="1352"/>
                  </a:cubicBezTo>
                  <a:cubicBezTo>
                    <a:pt x="864" y="1336"/>
                    <a:pt x="864" y="1306"/>
                    <a:pt x="863" y="1285"/>
                  </a:cubicBezTo>
                  <a:cubicBezTo>
                    <a:pt x="862" y="1250"/>
                    <a:pt x="862" y="1118"/>
                    <a:pt x="844" y="1057"/>
                  </a:cubicBezTo>
                  <a:cubicBezTo>
                    <a:pt x="842" y="1053"/>
                    <a:pt x="841" y="1049"/>
                    <a:pt x="840" y="1046"/>
                  </a:cubicBezTo>
                  <a:cubicBezTo>
                    <a:pt x="835" y="1029"/>
                    <a:pt x="831" y="964"/>
                    <a:pt x="831" y="964"/>
                  </a:cubicBezTo>
                  <a:cubicBezTo>
                    <a:pt x="819" y="857"/>
                    <a:pt x="795" y="797"/>
                    <a:pt x="797" y="765"/>
                  </a:cubicBezTo>
                  <a:cubicBezTo>
                    <a:pt x="796" y="713"/>
                    <a:pt x="767" y="650"/>
                    <a:pt x="753" y="622"/>
                  </a:cubicBezTo>
                  <a:cubicBezTo>
                    <a:pt x="735" y="585"/>
                    <a:pt x="666" y="532"/>
                    <a:pt x="648" y="525"/>
                  </a:cubicBezTo>
                  <a:cubicBezTo>
                    <a:pt x="639" y="521"/>
                    <a:pt x="592" y="485"/>
                    <a:pt x="552" y="460"/>
                  </a:cubicBezTo>
                  <a:cubicBezTo>
                    <a:pt x="550" y="459"/>
                    <a:pt x="549" y="457"/>
                    <a:pt x="547" y="456"/>
                  </a:cubicBezTo>
                  <a:cubicBezTo>
                    <a:pt x="547" y="456"/>
                    <a:pt x="546" y="455"/>
                    <a:pt x="546" y="455"/>
                  </a:cubicBezTo>
                  <a:cubicBezTo>
                    <a:pt x="545" y="454"/>
                    <a:pt x="544" y="453"/>
                    <a:pt x="543" y="452"/>
                  </a:cubicBezTo>
                  <a:cubicBezTo>
                    <a:pt x="543" y="451"/>
                    <a:pt x="542" y="451"/>
                    <a:pt x="542" y="451"/>
                  </a:cubicBezTo>
                  <a:cubicBezTo>
                    <a:pt x="541" y="449"/>
                    <a:pt x="539" y="448"/>
                    <a:pt x="538" y="446"/>
                  </a:cubicBezTo>
                  <a:cubicBezTo>
                    <a:pt x="538" y="446"/>
                    <a:pt x="538" y="446"/>
                    <a:pt x="538" y="446"/>
                  </a:cubicBezTo>
                  <a:cubicBezTo>
                    <a:pt x="537" y="445"/>
                    <a:pt x="536" y="443"/>
                    <a:pt x="535" y="442"/>
                  </a:cubicBezTo>
                  <a:cubicBezTo>
                    <a:pt x="535" y="442"/>
                    <a:pt x="535" y="441"/>
                    <a:pt x="534" y="441"/>
                  </a:cubicBezTo>
                  <a:cubicBezTo>
                    <a:pt x="534" y="440"/>
                    <a:pt x="533" y="439"/>
                    <a:pt x="532" y="438"/>
                  </a:cubicBezTo>
                  <a:cubicBezTo>
                    <a:pt x="532" y="437"/>
                    <a:pt x="532" y="437"/>
                    <a:pt x="532" y="437"/>
                  </a:cubicBezTo>
                  <a:cubicBezTo>
                    <a:pt x="531" y="436"/>
                    <a:pt x="530" y="434"/>
                    <a:pt x="530" y="433"/>
                  </a:cubicBezTo>
                  <a:cubicBezTo>
                    <a:pt x="529" y="432"/>
                    <a:pt x="529" y="432"/>
                    <a:pt x="529" y="432"/>
                  </a:cubicBezTo>
                  <a:cubicBezTo>
                    <a:pt x="529" y="431"/>
                    <a:pt x="528" y="430"/>
                    <a:pt x="528" y="428"/>
                  </a:cubicBezTo>
                  <a:cubicBezTo>
                    <a:pt x="528" y="428"/>
                    <a:pt x="527" y="428"/>
                    <a:pt x="527" y="427"/>
                  </a:cubicBezTo>
                  <a:cubicBezTo>
                    <a:pt x="527" y="426"/>
                    <a:pt x="526" y="425"/>
                    <a:pt x="526" y="423"/>
                  </a:cubicBezTo>
                  <a:cubicBezTo>
                    <a:pt x="525" y="421"/>
                    <a:pt x="524" y="418"/>
                    <a:pt x="524" y="415"/>
                  </a:cubicBezTo>
                  <a:cubicBezTo>
                    <a:pt x="524" y="414"/>
                    <a:pt x="524" y="414"/>
                    <a:pt x="524" y="414"/>
                  </a:cubicBezTo>
                  <a:cubicBezTo>
                    <a:pt x="524" y="414"/>
                    <a:pt x="523" y="414"/>
                    <a:pt x="523" y="414"/>
                  </a:cubicBezTo>
                  <a:cubicBezTo>
                    <a:pt x="523" y="413"/>
                    <a:pt x="523" y="413"/>
                    <a:pt x="523" y="412"/>
                  </a:cubicBezTo>
                  <a:cubicBezTo>
                    <a:pt x="523" y="412"/>
                    <a:pt x="523" y="412"/>
                    <a:pt x="523" y="412"/>
                  </a:cubicBezTo>
                  <a:cubicBezTo>
                    <a:pt x="522" y="404"/>
                    <a:pt x="522" y="396"/>
                    <a:pt x="523" y="388"/>
                  </a:cubicBezTo>
                  <a:cubicBezTo>
                    <a:pt x="523" y="388"/>
                    <a:pt x="523" y="388"/>
                    <a:pt x="523" y="388"/>
                  </a:cubicBezTo>
                  <a:cubicBezTo>
                    <a:pt x="523" y="387"/>
                    <a:pt x="523" y="385"/>
                    <a:pt x="524" y="383"/>
                  </a:cubicBezTo>
                  <a:cubicBezTo>
                    <a:pt x="524" y="383"/>
                    <a:pt x="524" y="383"/>
                    <a:pt x="524" y="383"/>
                  </a:cubicBezTo>
                  <a:cubicBezTo>
                    <a:pt x="524" y="382"/>
                    <a:pt x="524" y="380"/>
                    <a:pt x="524" y="379"/>
                  </a:cubicBezTo>
                  <a:cubicBezTo>
                    <a:pt x="525" y="376"/>
                    <a:pt x="525" y="373"/>
                    <a:pt x="525" y="370"/>
                  </a:cubicBezTo>
                  <a:cubicBezTo>
                    <a:pt x="525" y="370"/>
                    <a:pt x="525" y="370"/>
                    <a:pt x="525" y="370"/>
                  </a:cubicBezTo>
                  <a:cubicBezTo>
                    <a:pt x="526" y="366"/>
                    <a:pt x="528" y="362"/>
                    <a:pt x="529" y="358"/>
                  </a:cubicBezTo>
                  <a:cubicBezTo>
                    <a:pt x="530" y="358"/>
                    <a:pt x="530" y="358"/>
                    <a:pt x="530" y="358"/>
                  </a:cubicBezTo>
                  <a:cubicBezTo>
                    <a:pt x="531" y="357"/>
                    <a:pt x="532" y="356"/>
                    <a:pt x="533" y="355"/>
                  </a:cubicBezTo>
                  <a:cubicBezTo>
                    <a:pt x="533" y="355"/>
                    <a:pt x="533" y="354"/>
                    <a:pt x="533" y="354"/>
                  </a:cubicBezTo>
                  <a:cubicBezTo>
                    <a:pt x="547" y="338"/>
                    <a:pt x="559" y="314"/>
                    <a:pt x="564" y="292"/>
                  </a:cubicBezTo>
                  <a:cubicBezTo>
                    <a:pt x="564" y="291"/>
                    <a:pt x="565" y="291"/>
                    <a:pt x="565" y="291"/>
                  </a:cubicBezTo>
                  <a:cubicBezTo>
                    <a:pt x="564" y="291"/>
                    <a:pt x="564" y="291"/>
                    <a:pt x="564" y="291"/>
                  </a:cubicBezTo>
                  <a:cubicBezTo>
                    <a:pt x="565" y="287"/>
                    <a:pt x="565" y="284"/>
                    <a:pt x="566" y="281"/>
                  </a:cubicBezTo>
                  <a:cubicBezTo>
                    <a:pt x="568" y="255"/>
                    <a:pt x="562" y="206"/>
                    <a:pt x="564" y="192"/>
                  </a:cubicBezTo>
                  <a:cubicBezTo>
                    <a:pt x="565" y="188"/>
                    <a:pt x="566" y="183"/>
                    <a:pt x="566" y="177"/>
                  </a:cubicBezTo>
                  <a:cubicBezTo>
                    <a:pt x="566" y="183"/>
                    <a:pt x="565" y="187"/>
                    <a:pt x="565" y="187"/>
                  </a:cubicBezTo>
                  <a:cubicBezTo>
                    <a:pt x="567" y="180"/>
                    <a:pt x="567" y="179"/>
                    <a:pt x="572" y="160"/>
                  </a:cubicBezTo>
                  <a:cubicBezTo>
                    <a:pt x="573" y="164"/>
                    <a:pt x="574" y="167"/>
                    <a:pt x="575" y="171"/>
                  </a:cubicBezTo>
                  <a:cubicBezTo>
                    <a:pt x="577" y="167"/>
                    <a:pt x="578" y="162"/>
                    <a:pt x="577" y="157"/>
                  </a:cubicBezTo>
                  <a:cubicBezTo>
                    <a:pt x="578" y="160"/>
                    <a:pt x="579" y="163"/>
                    <a:pt x="580" y="167"/>
                  </a:cubicBezTo>
                  <a:cubicBezTo>
                    <a:pt x="584" y="154"/>
                    <a:pt x="591" y="128"/>
                    <a:pt x="579" y="118"/>
                  </a:cubicBezTo>
                  <a:cubicBezTo>
                    <a:pt x="583" y="120"/>
                    <a:pt x="587" y="125"/>
                    <a:pt x="588" y="128"/>
                  </a:cubicBezTo>
                  <a:cubicBezTo>
                    <a:pt x="588" y="121"/>
                    <a:pt x="587" y="116"/>
                    <a:pt x="585" y="111"/>
                  </a:cubicBezTo>
                  <a:cubicBezTo>
                    <a:pt x="585" y="111"/>
                    <a:pt x="585" y="111"/>
                    <a:pt x="586" y="111"/>
                  </a:cubicBezTo>
                  <a:cubicBezTo>
                    <a:pt x="586" y="103"/>
                    <a:pt x="580" y="98"/>
                    <a:pt x="574" y="95"/>
                  </a:cubicBezTo>
                  <a:cubicBezTo>
                    <a:pt x="578" y="94"/>
                    <a:pt x="582" y="95"/>
                    <a:pt x="587" y="95"/>
                  </a:cubicBezTo>
                  <a:cubicBezTo>
                    <a:pt x="580" y="82"/>
                    <a:pt x="564" y="85"/>
                    <a:pt x="554" y="77"/>
                  </a:cubicBezTo>
                  <a:cubicBezTo>
                    <a:pt x="555" y="79"/>
                    <a:pt x="555" y="79"/>
                    <a:pt x="555" y="79"/>
                  </a:cubicBezTo>
                  <a:cubicBezTo>
                    <a:pt x="529" y="8"/>
                    <a:pt x="451" y="0"/>
                    <a:pt x="390" y="15"/>
                  </a:cubicBezTo>
                  <a:cubicBezTo>
                    <a:pt x="356" y="23"/>
                    <a:pt x="328" y="38"/>
                    <a:pt x="318" y="53"/>
                  </a:cubicBezTo>
                  <a:cubicBezTo>
                    <a:pt x="315" y="57"/>
                    <a:pt x="313" y="60"/>
                    <a:pt x="311" y="64"/>
                  </a:cubicBezTo>
                  <a:cubicBezTo>
                    <a:pt x="310" y="64"/>
                    <a:pt x="307" y="70"/>
                    <a:pt x="303" y="78"/>
                  </a:cubicBezTo>
                  <a:cubicBezTo>
                    <a:pt x="301" y="79"/>
                    <a:pt x="299" y="81"/>
                    <a:pt x="297" y="83"/>
                  </a:cubicBezTo>
                  <a:cubicBezTo>
                    <a:pt x="288" y="87"/>
                    <a:pt x="279" y="89"/>
                    <a:pt x="270" y="99"/>
                  </a:cubicBezTo>
                  <a:cubicBezTo>
                    <a:pt x="274" y="97"/>
                    <a:pt x="275" y="98"/>
                    <a:pt x="279" y="97"/>
                  </a:cubicBezTo>
                  <a:cubicBezTo>
                    <a:pt x="269" y="104"/>
                    <a:pt x="261" y="117"/>
                    <a:pt x="266" y="130"/>
                  </a:cubicBezTo>
                  <a:cubicBezTo>
                    <a:pt x="266" y="130"/>
                    <a:pt x="266" y="130"/>
                    <a:pt x="266" y="130"/>
                  </a:cubicBezTo>
                  <a:cubicBezTo>
                    <a:pt x="266" y="130"/>
                    <a:pt x="266" y="130"/>
                    <a:pt x="266" y="131"/>
                  </a:cubicBezTo>
                  <a:cubicBezTo>
                    <a:pt x="267" y="130"/>
                    <a:pt x="267" y="129"/>
                    <a:pt x="268" y="128"/>
                  </a:cubicBezTo>
                  <a:cubicBezTo>
                    <a:pt x="270" y="126"/>
                    <a:pt x="273" y="124"/>
                    <a:pt x="276" y="122"/>
                  </a:cubicBezTo>
                  <a:cubicBezTo>
                    <a:pt x="275" y="129"/>
                    <a:pt x="271" y="134"/>
                    <a:pt x="270" y="140"/>
                  </a:cubicBezTo>
                  <a:cubicBezTo>
                    <a:pt x="269" y="147"/>
                    <a:pt x="270" y="156"/>
                    <a:pt x="271" y="163"/>
                  </a:cubicBezTo>
                  <a:cubicBezTo>
                    <a:pt x="273" y="158"/>
                    <a:pt x="275" y="153"/>
                    <a:pt x="279" y="148"/>
                  </a:cubicBezTo>
                  <a:cubicBezTo>
                    <a:pt x="278" y="160"/>
                    <a:pt x="274" y="173"/>
                    <a:pt x="280" y="183"/>
                  </a:cubicBezTo>
                  <a:cubicBezTo>
                    <a:pt x="281" y="179"/>
                    <a:pt x="281" y="174"/>
                    <a:pt x="283" y="170"/>
                  </a:cubicBezTo>
                  <a:cubicBezTo>
                    <a:pt x="284" y="180"/>
                    <a:pt x="291" y="192"/>
                    <a:pt x="299" y="201"/>
                  </a:cubicBezTo>
                  <a:cubicBezTo>
                    <a:pt x="299" y="206"/>
                    <a:pt x="300" y="211"/>
                    <a:pt x="299" y="216"/>
                  </a:cubicBezTo>
                  <a:cubicBezTo>
                    <a:pt x="299" y="216"/>
                    <a:pt x="299" y="216"/>
                    <a:pt x="299" y="217"/>
                  </a:cubicBezTo>
                  <a:cubicBezTo>
                    <a:pt x="299" y="220"/>
                    <a:pt x="298" y="223"/>
                    <a:pt x="298" y="226"/>
                  </a:cubicBezTo>
                  <a:cubicBezTo>
                    <a:pt x="297" y="237"/>
                    <a:pt x="298" y="249"/>
                    <a:pt x="301" y="259"/>
                  </a:cubicBezTo>
                  <a:cubicBezTo>
                    <a:pt x="304" y="268"/>
                    <a:pt x="311" y="283"/>
                    <a:pt x="321" y="285"/>
                  </a:cubicBezTo>
                  <a:cubicBezTo>
                    <a:pt x="324" y="285"/>
                    <a:pt x="327" y="285"/>
                    <a:pt x="329" y="284"/>
                  </a:cubicBezTo>
                  <a:cubicBezTo>
                    <a:pt x="330" y="294"/>
                    <a:pt x="333" y="306"/>
                    <a:pt x="338" y="319"/>
                  </a:cubicBezTo>
                  <a:cubicBezTo>
                    <a:pt x="339" y="320"/>
                    <a:pt x="339" y="321"/>
                    <a:pt x="339" y="322"/>
                  </a:cubicBezTo>
                  <a:cubicBezTo>
                    <a:pt x="340" y="332"/>
                    <a:pt x="343" y="351"/>
                    <a:pt x="344" y="373"/>
                  </a:cubicBezTo>
                  <a:cubicBezTo>
                    <a:pt x="344" y="403"/>
                    <a:pt x="340" y="439"/>
                    <a:pt x="323" y="461"/>
                  </a:cubicBezTo>
                  <a:cubicBezTo>
                    <a:pt x="322" y="463"/>
                    <a:pt x="321" y="464"/>
                    <a:pt x="319" y="466"/>
                  </a:cubicBezTo>
                  <a:cubicBezTo>
                    <a:pt x="305" y="473"/>
                    <a:pt x="219" y="541"/>
                    <a:pt x="195" y="550"/>
                  </a:cubicBezTo>
                  <a:cubicBezTo>
                    <a:pt x="155" y="567"/>
                    <a:pt x="109" y="641"/>
                    <a:pt x="96" y="697"/>
                  </a:cubicBezTo>
                  <a:cubicBezTo>
                    <a:pt x="91" y="722"/>
                    <a:pt x="73" y="774"/>
                    <a:pt x="72" y="789"/>
                  </a:cubicBezTo>
                  <a:cubicBezTo>
                    <a:pt x="74" y="822"/>
                    <a:pt x="57" y="843"/>
                    <a:pt x="47" y="964"/>
                  </a:cubicBezTo>
                  <a:cubicBezTo>
                    <a:pt x="48" y="1002"/>
                    <a:pt x="44" y="1029"/>
                    <a:pt x="39" y="1046"/>
                  </a:cubicBezTo>
                  <a:cubicBezTo>
                    <a:pt x="38" y="1049"/>
                    <a:pt x="36" y="1053"/>
                    <a:pt x="35" y="1057"/>
                  </a:cubicBezTo>
                  <a:cubicBezTo>
                    <a:pt x="17" y="1118"/>
                    <a:pt x="17" y="1250"/>
                    <a:pt x="16" y="1285"/>
                  </a:cubicBezTo>
                  <a:cubicBezTo>
                    <a:pt x="15" y="1306"/>
                    <a:pt x="14" y="1336"/>
                    <a:pt x="11" y="1352"/>
                  </a:cubicBezTo>
                  <a:cubicBezTo>
                    <a:pt x="11" y="1354"/>
                    <a:pt x="11" y="1355"/>
                    <a:pt x="10" y="1356"/>
                  </a:cubicBezTo>
                  <a:cubicBezTo>
                    <a:pt x="10" y="1360"/>
                    <a:pt x="9" y="1364"/>
                    <a:pt x="9" y="1367"/>
                  </a:cubicBezTo>
                  <a:cubicBezTo>
                    <a:pt x="8" y="1379"/>
                    <a:pt x="8" y="1390"/>
                    <a:pt x="5" y="1400"/>
                  </a:cubicBezTo>
                  <a:cubicBezTo>
                    <a:pt x="2" y="1410"/>
                    <a:pt x="1" y="1423"/>
                    <a:pt x="0" y="1432"/>
                  </a:cubicBezTo>
                  <a:cubicBezTo>
                    <a:pt x="0" y="1435"/>
                    <a:pt x="0" y="1438"/>
                    <a:pt x="0" y="1440"/>
                  </a:cubicBezTo>
                  <a:cubicBezTo>
                    <a:pt x="4" y="1473"/>
                    <a:pt x="4" y="1473"/>
                    <a:pt x="4" y="1473"/>
                  </a:cubicBezTo>
                  <a:cubicBezTo>
                    <a:pt x="4" y="1473"/>
                    <a:pt x="4" y="1474"/>
                    <a:pt x="4" y="1474"/>
                  </a:cubicBezTo>
                  <a:cubicBezTo>
                    <a:pt x="4" y="1476"/>
                    <a:pt x="5" y="1478"/>
                    <a:pt x="5" y="1481"/>
                  </a:cubicBezTo>
                  <a:cubicBezTo>
                    <a:pt x="5" y="1481"/>
                    <a:pt x="5" y="1481"/>
                    <a:pt x="5" y="1481"/>
                  </a:cubicBezTo>
                  <a:cubicBezTo>
                    <a:pt x="5" y="1483"/>
                    <a:pt x="5" y="1486"/>
                    <a:pt x="6" y="1488"/>
                  </a:cubicBezTo>
                  <a:cubicBezTo>
                    <a:pt x="6" y="1488"/>
                    <a:pt x="6" y="1488"/>
                    <a:pt x="6" y="1489"/>
                  </a:cubicBezTo>
                  <a:cubicBezTo>
                    <a:pt x="6" y="1491"/>
                    <a:pt x="6" y="1493"/>
                    <a:pt x="6" y="1495"/>
                  </a:cubicBezTo>
                  <a:cubicBezTo>
                    <a:pt x="6" y="1496"/>
                    <a:pt x="6" y="1496"/>
                    <a:pt x="6" y="1496"/>
                  </a:cubicBezTo>
                  <a:cubicBezTo>
                    <a:pt x="6" y="1498"/>
                    <a:pt x="6" y="1501"/>
                    <a:pt x="7" y="1503"/>
                  </a:cubicBezTo>
                  <a:cubicBezTo>
                    <a:pt x="7" y="1503"/>
                    <a:pt x="7" y="1503"/>
                    <a:pt x="7" y="1503"/>
                  </a:cubicBezTo>
                  <a:cubicBezTo>
                    <a:pt x="7" y="1505"/>
                    <a:pt x="7" y="1508"/>
                    <a:pt x="7" y="1510"/>
                  </a:cubicBezTo>
                  <a:cubicBezTo>
                    <a:pt x="7" y="1510"/>
                    <a:pt x="7" y="1510"/>
                    <a:pt x="7" y="1510"/>
                  </a:cubicBezTo>
                  <a:cubicBezTo>
                    <a:pt x="7" y="1512"/>
                    <a:pt x="7" y="1514"/>
                    <a:pt x="7" y="1516"/>
                  </a:cubicBezTo>
                  <a:cubicBezTo>
                    <a:pt x="7" y="1516"/>
                    <a:pt x="7" y="1516"/>
                    <a:pt x="7" y="1516"/>
                  </a:cubicBezTo>
                  <a:cubicBezTo>
                    <a:pt x="7" y="1518"/>
                    <a:pt x="7" y="1520"/>
                    <a:pt x="7" y="1521"/>
                  </a:cubicBezTo>
                  <a:cubicBezTo>
                    <a:pt x="7" y="1521"/>
                    <a:pt x="7" y="1522"/>
                    <a:pt x="7" y="1522"/>
                  </a:cubicBezTo>
                  <a:cubicBezTo>
                    <a:pt x="7" y="1523"/>
                    <a:pt x="7" y="1525"/>
                    <a:pt x="6" y="1526"/>
                  </a:cubicBezTo>
                  <a:cubicBezTo>
                    <a:pt x="3" y="1547"/>
                    <a:pt x="5" y="1559"/>
                    <a:pt x="6" y="1571"/>
                  </a:cubicBezTo>
                  <a:cubicBezTo>
                    <a:pt x="8" y="1584"/>
                    <a:pt x="20" y="1603"/>
                    <a:pt x="24" y="1619"/>
                  </a:cubicBezTo>
                  <a:cubicBezTo>
                    <a:pt x="31" y="1652"/>
                    <a:pt x="41" y="1652"/>
                    <a:pt x="49" y="1663"/>
                  </a:cubicBezTo>
                  <a:cubicBezTo>
                    <a:pt x="55" y="1673"/>
                    <a:pt x="71" y="1680"/>
                    <a:pt x="76" y="1684"/>
                  </a:cubicBezTo>
                  <a:cubicBezTo>
                    <a:pt x="76" y="1684"/>
                    <a:pt x="76" y="1685"/>
                    <a:pt x="76" y="1685"/>
                  </a:cubicBezTo>
                  <a:cubicBezTo>
                    <a:pt x="77" y="1685"/>
                    <a:pt x="77" y="1685"/>
                    <a:pt x="77" y="1685"/>
                  </a:cubicBezTo>
                  <a:cubicBezTo>
                    <a:pt x="77" y="1685"/>
                    <a:pt x="77" y="1685"/>
                    <a:pt x="77" y="1685"/>
                  </a:cubicBezTo>
                  <a:cubicBezTo>
                    <a:pt x="79" y="1688"/>
                    <a:pt x="86" y="1694"/>
                    <a:pt x="93" y="1695"/>
                  </a:cubicBezTo>
                  <a:cubicBezTo>
                    <a:pt x="94" y="1695"/>
                    <a:pt x="94" y="1695"/>
                    <a:pt x="94" y="1695"/>
                  </a:cubicBezTo>
                  <a:cubicBezTo>
                    <a:pt x="95" y="1695"/>
                    <a:pt x="96" y="1695"/>
                    <a:pt x="97" y="1695"/>
                  </a:cubicBezTo>
                  <a:cubicBezTo>
                    <a:pt x="97" y="1695"/>
                    <a:pt x="98" y="1695"/>
                    <a:pt x="98" y="1695"/>
                  </a:cubicBezTo>
                  <a:cubicBezTo>
                    <a:pt x="98" y="1695"/>
                    <a:pt x="98" y="1695"/>
                    <a:pt x="98" y="1695"/>
                  </a:cubicBezTo>
                  <a:cubicBezTo>
                    <a:pt x="98" y="1695"/>
                    <a:pt x="98" y="1695"/>
                    <a:pt x="98" y="1695"/>
                  </a:cubicBezTo>
                  <a:cubicBezTo>
                    <a:pt x="107" y="1694"/>
                    <a:pt x="106" y="1685"/>
                    <a:pt x="106" y="1684"/>
                  </a:cubicBezTo>
                  <a:cubicBezTo>
                    <a:pt x="107" y="1684"/>
                    <a:pt x="107" y="1684"/>
                    <a:pt x="108" y="1684"/>
                  </a:cubicBezTo>
                  <a:cubicBezTo>
                    <a:pt x="108" y="1684"/>
                    <a:pt x="108" y="1684"/>
                    <a:pt x="108" y="1684"/>
                  </a:cubicBezTo>
                  <a:cubicBezTo>
                    <a:pt x="108" y="1684"/>
                    <a:pt x="109" y="1684"/>
                    <a:pt x="110" y="1684"/>
                  </a:cubicBezTo>
                  <a:cubicBezTo>
                    <a:pt x="110" y="1684"/>
                    <a:pt x="110" y="1684"/>
                    <a:pt x="110" y="1684"/>
                  </a:cubicBezTo>
                  <a:cubicBezTo>
                    <a:pt x="111" y="1684"/>
                    <a:pt x="112" y="1684"/>
                    <a:pt x="113" y="1684"/>
                  </a:cubicBezTo>
                  <a:cubicBezTo>
                    <a:pt x="113" y="1684"/>
                    <a:pt x="114" y="1684"/>
                    <a:pt x="115" y="1684"/>
                  </a:cubicBezTo>
                  <a:cubicBezTo>
                    <a:pt x="115" y="1684"/>
                    <a:pt x="116" y="1684"/>
                    <a:pt x="117" y="1684"/>
                  </a:cubicBezTo>
                  <a:cubicBezTo>
                    <a:pt x="117" y="1684"/>
                    <a:pt x="118" y="1684"/>
                    <a:pt x="118" y="1684"/>
                  </a:cubicBezTo>
                  <a:cubicBezTo>
                    <a:pt x="119" y="1685"/>
                    <a:pt x="120" y="1685"/>
                    <a:pt x="120" y="1685"/>
                  </a:cubicBezTo>
                  <a:cubicBezTo>
                    <a:pt x="121" y="1685"/>
                    <a:pt x="121" y="1685"/>
                    <a:pt x="122" y="1685"/>
                  </a:cubicBezTo>
                  <a:cubicBezTo>
                    <a:pt x="122" y="1685"/>
                    <a:pt x="123" y="1685"/>
                    <a:pt x="124" y="1685"/>
                  </a:cubicBezTo>
                  <a:cubicBezTo>
                    <a:pt x="124" y="1685"/>
                    <a:pt x="125" y="1685"/>
                    <a:pt x="125" y="1685"/>
                  </a:cubicBezTo>
                  <a:cubicBezTo>
                    <a:pt x="126" y="1685"/>
                    <a:pt x="126" y="1685"/>
                    <a:pt x="127" y="1685"/>
                  </a:cubicBezTo>
                  <a:cubicBezTo>
                    <a:pt x="127" y="1685"/>
                    <a:pt x="128" y="1685"/>
                    <a:pt x="128" y="1685"/>
                  </a:cubicBezTo>
                  <a:cubicBezTo>
                    <a:pt x="129" y="1684"/>
                    <a:pt x="130" y="1684"/>
                    <a:pt x="130" y="1684"/>
                  </a:cubicBezTo>
                  <a:cubicBezTo>
                    <a:pt x="131" y="1684"/>
                    <a:pt x="131" y="1684"/>
                    <a:pt x="131" y="1684"/>
                  </a:cubicBezTo>
                  <a:cubicBezTo>
                    <a:pt x="132" y="1684"/>
                    <a:pt x="133" y="1684"/>
                    <a:pt x="133" y="1684"/>
                  </a:cubicBezTo>
                  <a:cubicBezTo>
                    <a:pt x="133" y="1684"/>
                    <a:pt x="134" y="1684"/>
                    <a:pt x="134" y="1684"/>
                  </a:cubicBezTo>
                  <a:cubicBezTo>
                    <a:pt x="135" y="1683"/>
                    <a:pt x="136" y="1683"/>
                    <a:pt x="136" y="1682"/>
                  </a:cubicBezTo>
                  <a:cubicBezTo>
                    <a:pt x="145" y="1673"/>
                    <a:pt x="134" y="1664"/>
                    <a:pt x="133" y="1664"/>
                  </a:cubicBezTo>
                  <a:cubicBezTo>
                    <a:pt x="142" y="1663"/>
                    <a:pt x="142" y="1663"/>
                    <a:pt x="142" y="1663"/>
                  </a:cubicBezTo>
                  <a:cubicBezTo>
                    <a:pt x="142" y="1663"/>
                    <a:pt x="142" y="1663"/>
                    <a:pt x="142" y="1662"/>
                  </a:cubicBezTo>
                  <a:cubicBezTo>
                    <a:pt x="142" y="1662"/>
                    <a:pt x="142" y="1662"/>
                    <a:pt x="142" y="1662"/>
                  </a:cubicBezTo>
                  <a:cubicBezTo>
                    <a:pt x="154" y="1656"/>
                    <a:pt x="139" y="1643"/>
                    <a:pt x="139" y="1643"/>
                  </a:cubicBezTo>
                  <a:cubicBezTo>
                    <a:pt x="140" y="1620"/>
                    <a:pt x="111" y="1625"/>
                    <a:pt x="107" y="1620"/>
                  </a:cubicBezTo>
                  <a:cubicBezTo>
                    <a:pt x="106" y="1618"/>
                    <a:pt x="104" y="1616"/>
                    <a:pt x="103" y="1615"/>
                  </a:cubicBezTo>
                  <a:cubicBezTo>
                    <a:pt x="103" y="1615"/>
                    <a:pt x="103" y="1615"/>
                    <a:pt x="103" y="1615"/>
                  </a:cubicBezTo>
                  <a:cubicBezTo>
                    <a:pt x="102" y="1614"/>
                    <a:pt x="101" y="1614"/>
                    <a:pt x="100" y="1613"/>
                  </a:cubicBezTo>
                  <a:cubicBezTo>
                    <a:pt x="100" y="1612"/>
                    <a:pt x="100" y="1612"/>
                    <a:pt x="99" y="1612"/>
                  </a:cubicBezTo>
                  <a:cubicBezTo>
                    <a:pt x="99" y="1611"/>
                    <a:pt x="98" y="1611"/>
                    <a:pt x="98" y="1611"/>
                  </a:cubicBezTo>
                  <a:cubicBezTo>
                    <a:pt x="97" y="1610"/>
                    <a:pt x="97" y="1610"/>
                    <a:pt x="96" y="1610"/>
                  </a:cubicBezTo>
                  <a:cubicBezTo>
                    <a:pt x="96" y="1610"/>
                    <a:pt x="96" y="1610"/>
                    <a:pt x="96" y="1610"/>
                  </a:cubicBezTo>
                  <a:cubicBezTo>
                    <a:pt x="85" y="1534"/>
                    <a:pt x="85" y="1534"/>
                    <a:pt x="85" y="1534"/>
                  </a:cubicBezTo>
                  <a:cubicBezTo>
                    <a:pt x="85" y="1530"/>
                    <a:pt x="85" y="1527"/>
                    <a:pt x="85" y="1526"/>
                  </a:cubicBezTo>
                  <a:cubicBezTo>
                    <a:pt x="85" y="1526"/>
                    <a:pt x="86" y="1526"/>
                    <a:pt x="86" y="1527"/>
                  </a:cubicBezTo>
                  <a:cubicBezTo>
                    <a:pt x="86" y="1527"/>
                    <a:pt x="87" y="1527"/>
                    <a:pt x="87" y="1527"/>
                  </a:cubicBezTo>
                  <a:cubicBezTo>
                    <a:pt x="87" y="1527"/>
                    <a:pt x="88" y="1527"/>
                    <a:pt x="88" y="1528"/>
                  </a:cubicBezTo>
                  <a:cubicBezTo>
                    <a:pt x="88" y="1528"/>
                    <a:pt x="89" y="1528"/>
                    <a:pt x="89" y="1528"/>
                  </a:cubicBezTo>
                  <a:cubicBezTo>
                    <a:pt x="89" y="1528"/>
                    <a:pt x="90" y="1529"/>
                    <a:pt x="90" y="1529"/>
                  </a:cubicBezTo>
                  <a:cubicBezTo>
                    <a:pt x="91" y="1529"/>
                    <a:pt x="91" y="1529"/>
                    <a:pt x="91" y="1530"/>
                  </a:cubicBezTo>
                  <a:cubicBezTo>
                    <a:pt x="92" y="1530"/>
                    <a:pt x="92" y="1531"/>
                    <a:pt x="93" y="1531"/>
                  </a:cubicBezTo>
                  <a:cubicBezTo>
                    <a:pt x="93" y="1531"/>
                    <a:pt x="93" y="1532"/>
                    <a:pt x="94" y="1532"/>
                  </a:cubicBezTo>
                  <a:cubicBezTo>
                    <a:pt x="94" y="1532"/>
                    <a:pt x="95" y="1533"/>
                    <a:pt x="95" y="1534"/>
                  </a:cubicBezTo>
                  <a:cubicBezTo>
                    <a:pt x="96" y="1534"/>
                    <a:pt x="96" y="1534"/>
                    <a:pt x="96" y="1535"/>
                  </a:cubicBezTo>
                  <a:cubicBezTo>
                    <a:pt x="97" y="1536"/>
                    <a:pt x="97" y="1536"/>
                    <a:pt x="98" y="1537"/>
                  </a:cubicBezTo>
                  <a:cubicBezTo>
                    <a:pt x="98" y="1538"/>
                    <a:pt x="99" y="1538"/>
                    <a:pt x="99" y="1538"/>
                  </a:cubicBezTo>
                  <a:cubicBezTo>
                    <a:pt x="100" y="1540"/>
                    <a:pt x="100" y="1541"/>
                    <a:pt x="101" y="1543"/>
                  </a:cubicBezTo>
                  <a:cubicBezTo>
                    <a:pt x="101" y="1544"/>
                    <a:pt x="102" y="1545"/>
                    <a:pt x="102" y="1546"/>
                  </a:cubicBezTo>
                  <a:cubicBezTo>
                    <a:pt x="102" y="1546"/>
                    <a:pt x="102" y="1546"/>
                    <a:pt x="103" y="1546"/>
                  </a:cubicBezTo>
                  <a:cubicBezTo>
                    <a:pt x="103" y="1547"/>
                    <a:pt x="103" y="1548"/>
                    <a:pt x="104" y="1548"/>
                  </a:cubicBezTo>
                  <a:cubicBezTo>
                    <a:pt x="104" y="1549"/>
                    <a:pt x="104" y="1549"/>
                    <a:pt x="104" y="1549"/>
                  </a:cubicBezTo>
                  <a:cubicBezTo>
                    <a:pt x="105" y="1550"/>
                    <a:pt x="105" y="1551"/>
                    <a:pt x="105" y="1551"/>
                  </a:cubicBezTo>
                  <a:cubicBezTo>
                    <a:pt x="106" y="1552"/>
                    <a:pt x="106" y="1552"/>
                    <a:pt x="106" y="1553"/>
                  </a:cubicBezTo>
                  <a:cubicBezTo>
                    <a:pt x="107" y="1553"/>
                    <a:pt x="107" y="1554"/>
                    <a:pt x="108" y="1554"/>
                  </a:cubicBezTo>
                  <a:cubicBezTo>
                    <a:pt x="108" y="1555"/>
                    <a:pt x="108" y="1555"/>
                    <a:pt x="109" y="1556"/>
                  </a:cubicBezTo>
                  <a:cubicBezTo>
                    <a:pt x="109" y="1556"/>
                    <a:pt x="110" y="1557"/>
                    <a:pt x="110" y="1557"/>
                  </a:cubicBezTo>
                  <a:cubicBezTo>
                    <a:pt x="110" y="1558"/>
                    <a:pt x="111" y="1558"/>
                    <a:pt x="111" y="1559"/>
                  </a:cubicBezTo>
                  <a:cubicBezTo>
                    <a:pt x="112" y="1559"/>
                    <a:pt x="112" y="1560"/>
                    <a:pt x="113" y="1560"/>
                  </a:cubicBezTo>
                  <a:cubicBezTo>
                    <a:pt x="113" y="1561"/>
                    <a:pt x="113" y="1561"/>
                    <a:pt x="114" y="1561"/>
                  </a:cubicBezTo>
                  <a:cubicBezTo>
                    <a:pt x="114" y="1562"/>
                    <a:pt x="115" y="1562"/>
                    <a:pt x="115" y="1563"/>
                  </a:cubicBezTo>
                  <a:cubicBezTo>
                    <a:pt x="116" y="1563"/>
                    <a:pt x="116" y="1564"/>
                    <a:pt x="117" y="1564"/>
                  </a:cubicBezTo>
                  <a:cubicBezTo>
                    <a:pt x="117" y="1565"/>
                    <a:pt x="118" y="1565"/>
                    <a:pt x="119" y="1566"/>
                  </a:cubicBezTo>
                  <a:cubicBezTo>
                    <a:pt x="119" y="1566"/>
                    <a:pt x="119" y="1566"/>
                    <a:pt x="120" y="1567"/>
                  </a:cubicBezTo>
                  <a:cubicBezTo>
                    <a:pt x="121" y="1567"/>
                    <a:pt x="121" y="1567"/>
                    <a:pt x="122" y="1568"/>
                  </a:cubicBezTo>
                  <a:cubicBezTo>
                    <a:pt x="122" y="1568"/>
                    <a:pt x="123" y="1569"/>
                    <a:pt x="123" y="1569"/>
                  </a:cubicBezTo>
                  <a:cubicBezTo>
                    <a:pt x="124" y="1569"/>
                    <a:pt x="124" y="1570"/>
                    <a:pt x="125" y="1570"/>
                  </a:cubicBezTo>
                  <a:cubicBezTo>
                    <a:pt x="126" y="1570"/>
                    <a:pt x="126" y="1570"/>
                    <a:pt x="127" y="1571"/>
                  </a:cubicBezTo>
                  <a:cubicBezTo>
                    <a:pt x="127" y="1571"/>
                    <a:pt x="128" y="1571"/>
                    <a:pt x="128" y="1571"/>
                  </a:cubicBezTo>
                  <a:cubicBezTo>
                    <a:pt x="129" y="1572"/>
                    <a:pt x="129" y="1572"/>
                    <a:pt x="130" y="1572"/>
                  </a:cubicBezTo>
                  <a:cubicBezTo>
                    <a:pt x="131" y="1572"/>
                    <a:pt x="131" y="1572"/>
                    <a:pt x="132" y="1573"/>
                  </a:cubicBezTo>
                  <a:cubicBezTo>
                    <a:pt x="132" y="1573"/>
                    <a:pt x="133" y="1573"/>
                    <a:pt x="133" y="1573"/>
                  </a:cubicBezTo>
                  <a:cubicBezTo>
                    <a:pt x="134" y="1573"/>
                    <a:pt x="135" y="1573"/>
                    <a:pt x="135" y="1573"/>
                  </a:cubicBezTo>
                  <a:cubicBezTo>
                    <a:pt x="136" y="1573"/>
                    <a:pt x="136" y="1573"/>
                    <a:pt x="137" y="1573"/>
                  </a:cubicBezTo>
                  <a:cubicBezTo>
                    <a:pt x="138" y="1573"/>
                    <a:pt x="138" y="1573"/>
                    <a:pt x="139" y="1573"/>
                  </a:cubicBezTo>
                  <a:cubicBezTo>
                    <a:pt x="139" y="1573"/>
                    <a:pt x="140" y="1573"/>
                    <a:pt x="140" y="1573"/>
                  </a:cubicBezTo>
                  <a:cubicBezTo>
                    <a:pt x="141" y="1573"/>
                    <a:pt x="142" y="1573"/>
                    <a:pt x="143" y="1572"/>
                  </a:cubicBezTo>
                  <a:cubicBezTo>
                    <a:pt x="143" y="1572"/>
                    <a:pt x="144" y="1572"/>
                    <a:pt x="144" y="1572"/>
                  </a:cubicBezTo>
                  <a:cubicBezTo>
                    <a:pt x="144" y="1572"/>
                    <a:pt x="144" y="1572"/>
                    <a:pt x="144" y="1572"/>
                  </a:cubicBezTo>
                  <a:cubicBezTo>
                    <a:pt x="145" y="1572"/>
                    <a:pt x="146" y="1571"/>
                    <a:pt x="148" y="1570"/>
                  </a:cubicBezTo>
                  <a:cubicBezTo>
                    <a:pt x="166" y="1559"/>
                    <a:pt x="141" y="1526"/>
                    <a:pt x="125" y="1512"/>
                  </a:cubicBezTo>
                  <a:cubicBezTo>
                    <a:pt x="110" y="1498"/>
                    <a:pt x="100" y="1469"/>
                    <a:pt x="89" y="1458"/>
                  </a:cubicBezTo>
                  <a:cubicBezTo>
                    <a:pt x="78" y="1447"/>
                    <a:pt x="77" y="1424"/>
                    <a:pt x="77" y="1424"/>
                  </a:cubicBezTo>
                  <a:cubicBezTo>
                    <a:pt x="76" y="1422"/>
                    <a:pt x="76" y="1422"/>
                    <a:pt x="76" y="1422"/>
                  </a:cubicBezTo>
                  <a:cubicBezTo>
                    <a:pt x="76" y="1422"/>
                    <a:pt x="76" y="1422"/>
                    <a:pt x="75" y="1422"/>
                  </a:cubicBezTo>
                  <a:cubicBezTo>
                    <a:pt x="73" y="1415"/>
                    <a:pt x="73" y="1415"/>
                    <a:pt x="73" y="1415"/>
                  </a:cubicBezTo>
                  <a:cubicBezTo>
                    <a:pt x="73" y="1415"/>
                    <a:pt x="73" y="1414"/>
                    <a:pt x="73" y="1414"/>
                  </a:cubicBezTo>
                  <a:cubicBezTo>
                    <a:pt x="75" y="1409"/>
                    <a:pt x="79" y="1393"/>
                    <a:pt x="81" y="1379"/>
                  </a:cubicBezTo>
                  <a:cubicBezTo>
                    <a:pt x="84" y="1364"/>
                    <a:pt x="117" y="1236"/>
                    <a:pt x="125" y="1194"/>
                  </a:cubicBezTo>
                  <a:cubicBezTo>
                    <a:pt x="126" y="1191"/>
                    <a:pt x="126" y="1189"/>
                    <a:pt x="126" y="1187"/>
                  </a:cubicBezTo>
                  <a:cubicBezTo>
                    <a:pt x="138" y="1126"/>
                    <a:pt x="158" y="1103"/>
                    <a:pt x="152" y="1061"/>
                  </a:cubicBezTo>
                  <a:cubicBezTo>
                    <a:pt x="153" y="1030"/>
                    <a:pt x="165" y="947"/>
                    <a:pt x="167" y="932"/>
                  </a:cubicBezTo>
                  <a:cubicBezTo>
                    <a:pt x="169" y="929"/>
                    <a:pt x="169" y="914"/>
                    <a:pt x="171" y="903"/>
                  </a:cubicBezTo>
                  <a:cubicBezTo>
                    <a:pt x="171" y="898"/>
                    <a:pt x="172" y="887"/>
                    <a:pt x="173" y="874"/>
                  </a:cubicBezTo>
                  <a:cubicBezTo>
                    <a:pt x="173" y="876"/>
                    <a:pt x="173" y="876"/>
                    <a:pt x="173" y="876"/>
                  </a:cubicBezTo>
                  <a:cubicBezTo>
                    <a:pt x="173" y="890"/>
                    <a:pt x="188" y="920"/>
                    <a:pt x="190" y="958"/>
                  </a:cubicBezTo>
                  <a:cubicBezTo>
                    <a:pt x="188" y="989"/>
                    <a:pt x="159" y="1033"/>
                    <a:pt x="161" y="1062"/>
                  </a:cubicBezTo>
                  <a:cubicBezTo>
                    <a:pt x="149" y="1120"/>
                    <a:pt x="145" y="1171"/>
                    <a:pt x="147" y="1215"/>
                  </a:cubicBezTo>
                  <a:cubicBezTo>
                    <a:pt x="149" y="1312"/>
                    <a:pt x="174" y="1374"/>
                    <a:pt x="173" y="1399"/>
                  </a:cubicBezTo>
                  <a:cubicBezTo>
                    <a:pt x="172" y="1433"/>
                    <a:pt x="185" y="1447"/>
                    <a:pt x="190" y="1471"/>
                  </a:cubicBezTo>
                  <a:cubicBezTo>
                    <a:pt x="191" y="1476"/>
                    <a:pt x="191" y="1481"/>
                    <a:pt x="192" y="1487"/>
                  </a:cubicBezTo>
                  <a:cubicBezTo>
                    <a:pt x="192" y="1489"/>
                    <a:pt x="192" y="1491"/>
                    <a:pt x="192" y="1494"/>
                  </a:cubicBezTo>
                  <a:cubicBezTo>
                    <a:pt x="192" y="1494"/>
                    <a:pt x="192" y="1494"/>
                    <a:pt x="192" y="1494"/>
                  </a:cubicBezTo>
                  <a:cubicBezTo>
                    <a:pt x="222" y="1980"/>
                    <a:pt x="222" y="1980"/>
                    <a:pt x="222" y="1980"/>
                  </a:cubicBezTo>
                  <a:cubicBezTo>
                    <a:pt x="223" y="1995"/>
                    <a:pt x="220" y="2048"/>
                    <a:pt x="226" y="2075"/>
                  </a:cubicBezTo>
                  <a:cubicBezTo>
                    <a:pt x="227" y="2082"/>
                    <a:pt x="236" y="2112"/>
                    <a:pt x="237" y="2156"/>
                  </a:cubicBezTo>
                  <a:cubicBezTo>
                    <a:pt x="239" y="2225"/>
                    <a:pt x="224" y="2324"/>
                    <a:pt x="226" y="2374"/>
                  </a:cubicBezTo>
                  <a:cubicBezTo>
                    <a:pt x="230" y="2455"/>
                    <a:pt x="228" y="2526"/>
                    <a:pt x="241" y="2578"/>
                  </a:cubicBezTo>
                  <a:cubicBezTo>
                    <a:pt x="244" y="2596"/>
                    <a:pt x="244" y="2596"/>
                    <a:pt x="244" y="2596"/>
                  </a:cubicBezTo>
                  <a:cubicBezTo>
                    <a:pt x="245" y="2598"/>
                    <a:pt x="245" y="2600"/>
                    <a:pt x="245" y="2602"/>
                  </a:cubicBezTo>
                  <a:cubicBezTo>
                    <a:pt x="245" y="2603"/>
                    <a:pt x="246" y="2604"/>
                    <a:pt x="246" y="2605"/>
                  </a:cubicBezTo>
                  <a:cubicBezTo>
                    <a:pt x="246" y="2607"/>
                    <a:pt x="246" y="2608"/>
                    <a:pt x="246" y="2609"/>
                  </a:cubicBezTo>
                  <a:cubicBezTo>
                    <a:pt x="247" y="2611"/>
                    <a:pt x="247" y="2612"/>
                    <a:pt x="247" y="2614"/>
                  </a:cubicBezTo>
                  <a:cubicBezTo>
                    <a:pt x="247" y="2615"/>
                    <a:pt x="247" y="2616"/>
                    <a:pt x="248" y="2617"/>
                  </a:cubicBezTo>
                  <a:cubicBezTo>
                    <a:pt x="248" y="2619"/>
                    <a:pt x="248" y="2620"/>
                    <a:pt x="248" y="2622"/>
                  </a:cubicBezTo>
                  <a:cubicBezTo>
                    <a:pt x="248" y="2623"/>
                    <a:pt x="248" y="2624"/>
                    <a:pt x="249" y="2625"/>
                  </a:cubicBezTo>
                  <a:cubicBezTo>
                    <a:pt x="249" y="2627"/>
                    <a:pt x="249" y="2628"/>
                    <a:pt x="249" y="2629"/>
                  </a:cubicBezTo>
                  <a:cubicBezTo>
                    <a:pt x="249" y="2630"/>
                    <a:pt x="249" y="2632"/>
                    <a:pt x="250" y="2633"/>
                  </a:cubicBezTo>
                  <a:cubicBezTo>
                    <a:pt x="250" y="2634"/>
                    <a:pt x="250" y="2635"/>
                    <a:pt x="250" y="2637"/>
                  </a:cubicBezTo>
                  <a:cubicBezTo>
                    <a:pt x="250" y="2638"/>
                    <a:pt x="250" y="2639"/>
                    <a:pt x="250" y="2640"/>
                  </a:cubicBezTo>
                  <a:cubicBezTo>
                    <a:pt x="251" y="2641"/>
                    <a:pt x="251" y="2643"/>
                    <a:pt x="251" y="2644"/>
                  </a:cubicBezTo>
                  <a:cubicBezTo>
                    <a:pt x="251" y="2645"/>
                    <a:pt x="251" y="2646"/>
                    <a:pt x="251" y="2646"/>
                  </a:cubicBezTo>
                  <a:cubicBezTo>
                    <a:pt x="251" y="2648"/>
                    <a:pt x="252" y="2651"/>
                    <a:pt x="252" y="2653"/>
                  </a:cubicBezTo>
                  <a:cubicBezTo>
                    <a:pt x="252" y="2653"/>
                    <a:pt x="252" y="2654"/>
                    <a:pt x="252" y="2654"/>
                  </a:cubicBezTo>
                  <a:cubicBezTo>
                    <a:pt x="252" y="2655"/>
                    <a:pt x="252" y="2657"/>
                    <a:pt x="252" y="2658"/>
                  </a:cubicBezTo>
                  <a:cubicBezTo>
                    <a:pt x="252" y="2659"/>
                    <a:pt x="252" y="2660"/>
                    <a:pt x="252" y="2660"/>
                  </a:cubicBezTo>
                  <a:cubicBezTo>
                    <a:pt x="252" y="2661"/>
                    <a:pt x="253" y="2663"/>
                    <a:pt x="253" y="2664"/>
                  </a:cubicBezTo>
                  <a:cubicBezTo>
                    <a:pt x="253" y="2664"/>
                    <a:pt x="253" y="2665"/>
                    <a:pt x="253" y="2666"/>
                  </a:cubicBezTo>
                  <a:cubicBezTo>
                    <a:pt x="253" y="2667"/>
                    <a:pt x="253" y="2667"/>
                    <a:pt x="253" y="2668"/>
                  </a:cubicBezTo>
                  <a:cubicBezTo>
                    <a:pt x="253" y="2669"/>
                    <a:pt x="253" y="2670"/>
                    <a:pt x="253" y="2670"/>
                  </a:cubicBezTo>
                  <a:cubicBezTo>
                    <a:pt x="253" y="2671"/>
                    <a:pt x="253" y="2672"/>
                    <a:pt x="253" y="2673"/>
                  </a:cubicBezTo>
                  <a:cubicBezTo>
                    <a:pt x="253" y="2673"/>
                    <a:pt x="253" y="2674"/>
                    <a:pt x="253" y="2674"/>
                  </a:cubicBezTo>
                  <a:cubicBezTo>
                    <a:pt x="253" y="2675"/>
                    <a:pt x="253" y="2676"/>
                    <a:pt x="253" y="2676"/>
                  </a:cubicBezTo>
                  <a:cubicBezTo>
                    <a:pt x="253" y="2677"/>
                    <a:pt x="253" y="2677"/>
                    <a:pt x="253" y="2678"/>
                  </a:cubicBezTo>
                  <a:cubicBezTo>
                    <a:pt x="253" y="2678"/>
                    <a:pt x="253" y="2679"/>
                    <a:pt x="253" y="2680"/>
                  </a:cubicBezTo>
                  <a:cubicBezTo>
                    <a:pt x="253" y="2680"/>
                    <a:pt x="253" y="2680"/>
                    <a:pt x="253" y="2680"/>
                  </a:cubicBezTo>
                  <a:cubicBezTo>
                    <a:pt x="253" y="2681"/>
                    <a:pt x="253" y="2682"/>
                    <a:pt x="253" y="2683"/>
                  </a:cubicBezTo>
                  <a:cubicBezTo>
                    <a:pt x="251" y="2691"/>
                    <a:pt x="249" y="2709"/>
                    <a:pt x="255" y="2724"/>
                  </a:cubicBezTo>
                  <a:cubicBezTo>
                    <a:pt x="255" y="2725"/>
                    <a:pt x="238" y="2777"/>
                    <a:pt x="228" y="2786"/>
                  </a:cubicBezTo>
                  <a:cubicBezTo>
                    <a:pt x="220" y="2795"/>
                    <a:pt x="217" y="2804"/>
                    <a:pt x="210" y="2809"/>
                  </a:cubicBezTo>
                  <a:cubicBezTo>
                    <a:pt x="203" y="2814"/>
                    <a:pt x="200" y="2819"/>
                    <a:pt x="197" y="2830"/>
                  </a:cubicBezTo>
                  <a:cubicBezTo>
                    <a:pt x="195" y="2838"/>
                    <a:pt x="188" y="2849"/>
                    <a:pt x="193" y="2855"/>
                  </a:cubicBezTo>
                  <a:cubicBezTo>
                    <a:pt x="194" y="2856"/>
                    <a:pt x="195" y="2857"/>
                    <a:pt x="196" y="2857"/>
                  </a:cubicBezTo>
                  <a:cubicBezTo>
                    <a:pt x="196" y="2857"/>
                    <a:pt x="196" y="2857"/>
                    <a:pt x="196" y="2857"/>
                  </a:cubicBezTo>
                  <a:cubicBezTo>
                    <a:pt x="195" y="2860"/>
                    <a:pt x="195" y="2863"/>
                    <a:pt x="196" y="2865"/>
                  </a:cubicBezTo>
                  <a:cubicBezTo>
                    <a:pt x="199" y="2872"/>
                    <a:pt x="204" y="2873"/>
                    <a:pt x="211" y="2872"/>
                  </a:cubicBezTo>
                  <a:cubicBezTo>
                    <a:pt x="211" y="2871"/>
                    <a:pt x="211" y="2871"/>
                    <a:pt x="211" y="2871"/>
                  </a:cubicBezTo>
                  <a:cubicBezTo>
                    <a:pt x="212" y="2873"/>
                    <a:pt x="212" y="2876"/>
                    <a:pt x="214" y="2878"/>
                  </a:cubicBezTo>
                  <a:cubicBezTo>
                    <a:pt x="218" y="2887"/>
                    <a:pt x="232" y="2891"/>
                    <a:pt x="238" y="2883"/>
                  </a:cubicBezTo>
                  <a:cubicBezTo>
                    <a:pt x="245" y="2889"/>
                    <a:pt x="260" y="2890"/>
                    <a:pt x="265" y="2881"/>
                  </a:cubicBezTo>
                  <a:cubicBezTo>
                    <a:pt x="266" y="2881"/>
                    <a:pt x="266" y="2882"/>
                    <a:pt x="266" y="2882"/>
                  </a:cubicBezTo>
                  <a:cubicBezTo>
                    <a:pt x="266" y="2882"/>
                    <a:pt x="266" y="2882"/>
                    <a:pt x="266" y="2882"/>
                  </a:cubicBezTo>
                  <a:cubicBezTo>
                    <a:pt x="271" y="2896"/>
                    <a:pt x="287" y="2894"/>
                    <a:pt x="296" y="2891"/>
                  </a:cubicBezTo>
                  <a:cubicBezTo>
                    <a:pt x="305" y="2889"/>
                    <a:pt x="310" y="2882"/>
                    <a:pt x="314" y="2876"/>
                  </a:cubicBezTo>
                  <a:cubicBezTo>
                    <a:pt x="314" y="2876"/>
                    <a:pt x="314" y="2876"/>
                    <a:pt x="314" y="2876"/>
                  </a:cubicBezTo>
                  <a:cubicBezTo>
                    <a:pt x="314" y="2876"/>
                    <a:pt x="314" y="2876"/>
                    <a:pt x="315" y="2876"/>
                  </a:cubicBezTo>
                  <a:cubicBezTo>
                    <a:pt x="315" y="2875"/>
                    <a:pt x="316" y="2874"/>
                    <a:pt x="317" y="2874"/>
                  </a:cubicBezTo>
                  <a:cubicBezTo>
                    <a:pt x="322" y="2868"/>
                    <a:pt x="326" y="2862"/>
                    <a:pt x="325" y="2848"/>
                  </a:cubicBezTo>
                  <a:cubicBezTo>
                    <a:pt x="324" y="2842"/>
                    <a:pt x="324" y="2835"/>
                    <a:pt x="324" y="2829"/>
                  </a:cubicBezTo>
                  <a:cubicBezTo>
                    <a:pt x="325" y="2826"/>
                    <a:pt x="325" y="2821"/>
                    <a:pt x="326" y="2814"/>
                  </a:cubicBezTo>
                  <a:cubicBezTo>
                    <a:pt x="326" y="2804"/>
                    <a:pt x="333" y="2801"/>
                    <a:pt x="334" y="2783"/>
                  </a:cubicBezTo>
                  <a:cubicBezTo>
                    <a:pt x="335" y="2769"/>
                    <a:pt x="327" y="2710"/>
                    <a:pt x="328" y="2702"/>
                  </a:cubicBezTo>
                  <a:cubicBezTo>
                    <a:pt x="330" y="2684"/>
                    <a:pt x="333" y="2663"/>
                    <a:pt x="330" y="2632"/>
                  </a:cubicBezTo>
                  <a:cubicBezTo>
                    <a:pt x="329" y="2620"/>
                    <a:pt x="331" y="2596"/>
                    <a:pt x="334" y="2571"/>
                  </a:cubicBezTo>
                  <a:cubicBezTo>
                    <a:pt x="340" y="2530"/>
                    <a:pt x="349" y="2486"/>
                    <a:pt x="352" y="2474"/>
                  </a:cubicBezTo>
                  <a:cubicBezTo>
                    <a:pt x="351" y="2475"/>
                    <a:pt x="351" y="2475"/>
                    <a:pt x="351" y="2475"/>
                  </a:cubicBezTo>
                  <a:cubicBezTo>
                    <a:pt x="355" y="2460"/>
                    <a:pt x="355" y="2460"/>
                    <a:pt x="355" y="2460"/>
                  </a:cubicBezTo>
                  <a:cubicBezTo>
                    <a:pt x="356" y="2452"/>
                    <a:pt x="358" y="2444"/>
                    <a:pt x="360" y="2435"/>
                  </a:cubicBezTo>
                  <a:cubicBezTo>
                    <a:pt x="360" y="2434"/>
                    <a:pt x="360" y="2434"/>
                    <a:pt x="360" y="2433"/>
                  </a:cubicBezTo>
                  <a:cubicBezTo>
                    <a:pt x="362" y="2427"/>
                    <a:pt x="363" y="2421"/>
                    <a:pt x="364" y="2414"/>
                  </a:cubicBezTo>
                  <a:cubicBezTo>
                    <a:pt x="364" y="2414"/>
                    <a:pt x="365" y="2413"/>
                    <a:pt x="365" y="2413"/>
                  </a:cubicBezTo>
                  <a:cubicBezTo>
                    <a:pt x="365" y="2410"/>
                    <a:pt x="366" y="2406"/>
                    <a:pt x="367" y="2403"/>
                  </a:cubicBezTo>
                  <a:cubicBezTo>
                    <a:pt x="367" y="2402"/>
                    <a:pt x="367" y="2402"/>
                    <a:pt x="367" y="2402"/>
                  </a:cubicBezTo>
                  <a:cubicBezTo>
                    <a:pt x="367" y="2398"/>
                    <a:pt x="368" y="2395"/>
                    <a:pt x="369" y="2392"/>
                  </a:cubicBezTo>
                  <a:cubicBezTo>
                    <a:pt x="369" y="2392"/>
                    <a:pt x="369" y="2391"/>
                    <a:pt x="369" y="2391"/>
                  </a:cubicBezTo>
                  <a:cubicBezTo>
                    <a:pt x="369" y="2387"/>
                    <a:pt x="370" y="2384"/>
                    <a:pt x="371" y="2380"/>
                  </a:cubicBezTo>
                  <a:cubicBezTo>
                    <a:pt x="371" y="2380"/>
                    <a:pt x="371" y="2379"/>
                    <a:pt x="371" y="2378"/>
                  </a:cubicBezTo>
                  <a:cubicBezTo>
                    <a:pt x="372" y="2375"/>
                    <a:pt x="372" y="2371"/>
                    <a:pt x="373" y="2368"/>
                  </a:cubicBezTo>
                  <a:cubicBezTo>
                    <a:pt x="373" y="2368"/>
                    <a:pt x="373" y="2368"/>
                    <a:pt x="373" y="2368"/>
                  </a:cubicBezTo>
                  <a:cubicBezTo>
                    <a:pt x="373" y="2364"/>
                    <a:pt x="374" y="2361"/>
                    <a:pt x="374" y="2357"/>
                  </a:cubicBezTo>
                  <a:cubicBezTo>
                    <a:pt x="374" y="2356"/>
                    <a:pt x="374" y="2355"/>
                    <a:pt x="375" y="2355"/>
                  </a:cubicBezTo>
                  <a:cubicBezTo>
                    <a:pt x="375" y="2351"/>
                    <a:pt x="375" y="2348"/>
                    <a:pt x="376" y="2344"/>
                  </a:cubicBezTo>
                  <a:cubicBezTo>
                    <a:pt x="376" y="2344"/>
                    <a:pt x="376" y="2343"/>
                    <a:pt x="376" y="2343"/>
                  </a:cubicBezTo>
                  <a:cubicBezTo>
                    <a:pt x="376" y="2340"/>
                    <a:pt x="377" y="2337"/>
                    <a:pt x="377" y="2333"/>
                  </a:cubicBezTo>
                  <a:cubicBezTo>
                    <a:pt x="377" y="2333"/>
                    <a:pt x="377" y="2332"/>
                    <a:pt x="377" y="2331"/>
                  </a:cubicBezTo>
                  <a:cubicBezTo>
                    <a:pt x="378" y="2328"/>
                    <a:pt x="378" y="2324"/>
                    <a:pt x="378" y="2321"/>
                  </a:cubicBezTo>
                  <a:cubicBezTo>
                    <a:pt x="378" y="2320"/>
                    <a:pt x="378" y="2320"/>
                    <a:pt x="378" y="2319"/>
                  </a:cubicBezTo>
                  <a:cubicBezTo>
                    <a:pt x="379" y="2316"/>
                    <a:pt x="379" y="2313"/>
                    <a:pt x="379" y="2310"/>
                  </a:cubicBezTo>
                  <a:cubicBezTo>
                    <a:pt x="379" y="2310"/>
                    <a:pt x="379" y="2309"/>
                    <a:pt x="379" y="2309"/>
                  </a:cubicBezTo>
                  <a:cubicBezTo>
                    <a:pt x="379" y="2305"/>
                    <a:pt x="379" y="2302"/>
                    <a:pt x="379" y="2299"/>
                  </a:cubicBezTo>
                  <a:cubicBezTo>
                    <a:pt x="379" y="2298"/>
                    <a:pt x="379" y="2298"/>
                    <a:pt x="379" y="2297"/>
                  </a:cubicBezTo>
                  <a:cubicBezTo>
                    <a:pt x="379" y="2294"/>
                    <a:pt x="379" y="2290"/>
                    <a:pt x="379" y="2287"/>
                  </a:cubicBezTo>
                  <a:cubicBezTo>
                    <a:pt x="378" y="2245"/>
                    <a:pt x="387" y="2144"/>
                    <a:pt x="387" y="2115"/>
                  </a:cubicBezTo>
                  <a:cubicBezTo>
                    <a:pt x="387" y="2110"/>
                    <a:pt x="389" y="2078"/>
                    <a:pt x="388" y="2072"/>
                  </a:cubicBezTo>
                  <a:cubicBezTo>
                    <a:pt x="378" y="2028"/>
                    <a:pt x="402" y="1815"/>
                    <a:pt x="402" y="1813"/>
                  </a:cubicBezTo>
                  <a:cubicBezTo>
                    <a:pt x="402" y="1812"/>
                    <a:pt x="402" y="1811"/>
                    <a:pt x="402" y="1810"/>
                  </a:cubicBezTo>
                  <a:cubicBezTo>
                    <a:pt x="402" y="1810"/>
                    <a:pt x="402" y="1809"/>
                    <a:pt x="402" y="1809"/>
                  </a:cubicBezTo>
                  <a:cubicBezTo>
                    <a:pt x="402" y="1808"/>
                    <a:pt x="402" y="1807"/>
                    <a:pt x="402" y="1806"/>
                  </a:cubicBezTo>
                  <a:cubicBezTo>
                    <a:pt x="402" y="1806"/>
                    <a:pt x="402" y="1806"/>
                    <a:pt x="402" y="1805"/>
                  </a:cubicBezTo>
                  <a:cubicBezTo>
                    <a:pt x="402" y="1804"/>
                    <a:pt x="402" y="1803"/>
                    <a:pt x="402" y="1801"/>
                  </a:cubicBezTo>
                  <a:cubicBezTo>
                    <a:pt x="402" y="1801"/>
                    <a:pt x="402" y="1801"/>
                    <a:pt x="402" y="1801"/>
                  </a:cubicBezTo>
                  <a:cubicBezTo>
                    <a:pt x="402" y="1799"/>
                    <a:pt x="403" y="1798"/>
                    <a:pt x="403" y="1796"/>
                  </a:cubicBezTo>
                  <a:cubicBezTo>
                    <a:pt x="403" y="1795"/>
                    <a:pt x="403" y="1795"/>
                    <a:pt x="403" y="1795"/>
                  </a:cubicBezTo>
                  <a:cubicBezTo>
                    <a:pt x="403" y="1793"/>
                    <a:pt x="403" y="1792"/>
                    <a:pt x="403" y="1790"/>
                  </a:cubicBezTo>
                  <a:cubicBezTo>
                    <a:pt x="403" y="1790"/>
                    <a:pt x="403" y="1789"/>
                    <a:pt x="403" y="1789"/>
                  </a:cubicBezTo>
                  <a:cubicBezTo>
                    <a:pt x="403" y="1783"/>
                    <a:pt x="403" y="1776"/>
                    <a:pt x="404" y="1768"/>
                  </a:cubicBezTo>
                  <a:cubicBezTo>
                    <a:pt x="404" y="1768"/>
                    <a:pt x="404" y="1767"/>
                    <a:pt x="404" y="1767"/>
                  </a:cubicBezTo>
                  <a:cubicBezTo>
                    <a:pt x="404" y="1765"/>
                    <a:pt x="404" y="1762"/>
                    <a:pt x="404" y="1760"/>
                  </a:cubicBezTo>
                  <a:cubicBezTo>
                    <a:pt x="404" y="1760"/>
                    <a:pt x="404" y="1759"/>
                    <a:pt x="404" y="1759"/>
                  </a:cubicBezTo>
                  <a:cubicBezTo>
                    <a:pt x="404" y="1754"/>
                    <a:pt x="404" y="1748"/>
                    <a:pt x="405" y="1743"/>
                  </a:cubicBezTo>
                  <a:cubicBezTo>
                    <a:pt x="405" y="1742"/>
                    <a:pt x="405" y="1742"/>
                    <a:pt x="405" y="1741"/>
                  </a:cubicBezTo>
                  <a:cubicBezTo>
                    <a:pt x="405" y="1739"/>
                    <a:pt x="405" y="1737"/>
                    <a:pt x="405" y="1735"/>
                  </a:cubicBezTo>
                  <a:cubicBezTo>
                    <a:pt x="405" y="1734"/>
                    <a:pt x="405" y="1733"/>
                    <a:pt x="405" y="1732"/>
                  </a:cubicBezTo>
                  <a:cubicBezTo>
                    <a:pt x="405" y="1730"/>
                    <a:pt x="405" y="1728"/>
                    <a:pt x="405" y="1726"/>
                  </a:cubicBezTo>
                  <a:cubicBezTo>
                    <a:pt x="405" y="1724"/>
                    <a:pt x="405" y="1722"/>
                    <a:pt x="405" y="1719"/>
                  </a:cubicBezTo>
                  <a:cubicBezTo>
                    <a:pt x="405" y="1718"/>
                    <a:pt x="405" y="1717"/>
                    <a:pt x="405" y="1716"/>
                  </a:cubicBezTo>
                  <a:cubicBezTo>
                    <a:pt x="405" y="1714"/>
                    <a:pt x="405" y="1712"/>
                    <a:pt x="405" y="1710"/>
                  </a:cubicBezTo>
                  <a:cubicBezTo>
                    <a:pt x="405" y="1710"/>
                    <a:pt x="405" y="1709"/>
                    <a:pt x="405" y="1709"/>
                  </a:cubicBezTo>
                  <a:cubicBezTo>
                    <a:pt x="406" y="1670"/>
                    <a:pt x="407" y="1632"/>
                    <a:pt x="408" y="1613"/>
                  </a:cubicBezTo>
                  <a:cubicBezTo>
                    <a:pt x="411" y="1614"/>
                    <a:pt x="446" y="1623"/>
                    <a:pt x="470" y="1606"/>
                  </a:cubicBezTo>
                  <a:cubicBezTo>
                    <a:pt x="471" y="1621"/>
                    <a:pt x="471" y="1621"/>
                    <a:pt x="471" y="1621"/>
                  </a:cubicBezTo>
                  <a:cubicBezTo>
                    <a:pt x="472" y="1640"/>
                    <a:pt x="473" y="1669"/>
                    <a:pt x="474" y="1699"/>
                  </a:cubicBezTo>
                  <a:cubicBezTo>
                    <a:pt x="474" y="1699"/>
                    <a:pt x="474" y="1699"/>
                    <a:pt x="474" y="1699"/>
                  </a:cubicBezTo>
                  <a:cubicBezTo>
                    <a:pt x="474" y="1706"/>
                    <a:pt x="475" y="1714"/>
                    <a:pt x="475" y="1721"/>
                  </a:cubicBezTo>
                  <a:cubicBezTo>
                    <a:pt x="475" y="1721"/>
                    <a:pt x="475" y="1721"/>
                    <a:pt x="475" y="1721"/>
                  </a:cubicBezTo>
                  <a:cubicBezTo>
                    <a:pt x="475" y="1723"/>
                    <a:pt x="475" y="1725"/>
                    <a:pt x="475" y="1727"/>
                  </a:cubicBezTo>
                  <a:cubicBezTo>
                    <a:pt x="475" y="1728"/>
                    <a:pt x="475" y="1729"/>
                    <a:pt x="475" y="1730"/>
                  </a:cubicBezTo>
                  <a:cubicBezTo>
                    <a:pt x="476" y="1732"/>
                    <a:pt x="476" y="1734"/>
                    <a:pt x="476" y="1735"/>
                  </a:cubicBezTo>
                  <a:cubicBezTo>
                    <a:pt x="476" y="1737"/>
                    <a:pt x="476" y="1739"/>
                    <a:pt x="476" y="1741"/>
                  </a:cubicBezTo>
                  <a:cubicBezTo>
                    <a:pt x="476" y="1742"/>
                    <a:pt x="476" y="1743"/>
                    <a:pt x="476" y="1745"/>
                  </a:cubicBezTo>
                  <a:cubicBezTo>
                    <a:pt x="476" y="1747"/>
                    <a:pt x="476" y="1749"/>
                    <a:pt x="476" y="1751"/>
                  </a:cubicBezTo>
                  <a:cubicBezTo>
                    <a:pt x="476" y="1752"/>
                    <a:pt x="477" y="1753"/>
                    <a:pt x="477" y="1754"/>
                  </a:cubicBezTo>
                  <a:cubicBezTo>
                    <a:pt x="477" y="1756"/>
                    <a:pt x="477" y="1757"/>
                    <a:pt x="477" y="1759"/>
                  </a:cubicBezTo>
                  <a:cubicBezTo>
                    <a:pt x="477" y="1760"/>
                    <a:pt x="477" y="1761"/>
                    <a:pt x="477" y="1762"/>
                  </a:cubicBezTo>
                  <a:cubicBezTo>
                    <a:pt x="477" y="1764"/>
                    <a:pt x="477" y="1765"/>
                    <a:pt x="477" y="1767"/>
                  </a:cubicBezTo>
                  <a:cubicBezTo>
                    <a:pt x="477" y="1768"/>
                    <a:pt x="477" y="1769"/>
                    <a:pt x="477" y="1770"/>
                  </a:cubicBezTo>
                  <a:cubicBezTo>
                    <a:pt x="477" y="1772"/>
                    <a:pt x="478" y="1774"/>
                    <a:pt x="478" y="1776"/>
                  </a:cubicBezTo>
                  <a:cubicBezTo>
                    <a:pt x="478" y="1777"/>
                    <a:pt x="478" y="1778"/>
                    <a:pt x="478" y="1778"/>
                  </a:cubicBezTo>
                  <a:cubicBezTo>
                    <a:pt x="478" y="1780"/>
                    <a:pt x="478" y="1782"/>
                    <a:pt x="478" y="1783"/>
                  </a:cubicBezTo>
                  <a:cubicBezTo>
                    <a:pt x="478" y="1784"/>
                    <a:pt x="478" y="1785"/>
                    <a:pt x="478" y="1785"/>
                  </a:cubicBezTo>
                  <a:cubicBezTo>
                    <a:pt x="478" y="1787"/>
                    <a:pt x="478" y="1788"/>
                    <a:pt x="478" y="1790"/>
                  </a:cubicBezTo>
                  <a:cubicBezTo>
                    <a:pt x="478" y="1790"/>
                    <a:pt x="478" y="1791"/>
                    <a:pt x="478" y="1792"/>
                  </a:cubicBezTo>
                  <a:cubicBezTo>
                    <a:pt x="479" y="1793"/>
                    <a:pt x="479" y="1795"/>
                    <a:pt x="479" y="1796"/>
                  </a:cubicBezTo>
                  <a:cubicBezTo>
                    <a:pt x="479" y="1797"/>
                    <a:pt x="479" y="1797"/>
                    <a:pt x="479" y="1797"/>
                  </a:cubicBezTo>
                  <a:cubicBezTo>
                    <a:pt x="479" y="1799"/>
                    <a:pt x="479" y="1801"/>
                    <a:pt x="479" y="1802"/>
                  </a:cubicBezTo>
                  <a:cubicBezTo>
                    <a:pt x="479" y="1803"/>
                    <a:pt x="479" y="1803"/>
                    <a:pt x="479" y="1804"/>
                  </a:cubicBezTo>
                  <a:cubicBezTo>
                    <a:pt x="479" y="1805"/>
                    <a:pt x="479" y="1806"/>
                    <a:pt x="479" y="1807"/>
                  </a:cubicBezTo>
                  <a:cubicBezTo>
                    <a:pt x="479" y="1807"/>
                    <a:pt x="479" y="1808"/>
                    <a:pt x="480" y="1808"/>
                  </a:cubicBezTo>
                  <a:cubicBezTo>
                    <a:pt x="480" y="1809"/>
                    <a:pt x="480" y="1810"/>
                    <a:pt x="480" y="1811"/>
                  </a:cubicBezTo>
                  <a:cubicBezTo>
                    <a:pt x="480" y="1811"/>
                    <a:pt x="480" y="1811"/>
                    <a:pt x="480" y="1812"/>
                  </a:cubicBezTo>
                  <a:cubicBezTo>
                    <a:pt x="480" y="1813"/>
                    <a:pt x="480" y="1814"/>
                    <a:pt x="480" y="1814"/>
                  </a:cubicBezTo>
                  <a:cubicBezTo>
                    <a:pt x="480" y="1817"/>
                    <a:pt x="493" y="2030"/>
                    <a:pt x="485" y="2072"/>
                  </a:cubicBezTo>
                  <a:cubicBezTo>
                    <a:pt x="484" y="2078"/>
                    <a:pt x="486" y="2110"/>
                    <a:pt x="486" y="2115"/>
                  </a:cubicBezTo>
                  <a:cubicBezTo>
                    <a:pt x="486" y="2144"/>
                    <a:pt x="496" y="2241"/>
                    <a:pt x="493" y="2284"/>
                  </a:cubicBezTo>
                  <a:cubicBezTo>
                    <a:pt x="493" y="2287"/>
                    <a:pt x="493" y="2291"/>
                    <a:pt x="492" y="2294"/>
                  </a:cubicBezTo>
                  <a:cubicBezTo>
                    <a:pt x="492" y="2295"/>
                    <a:pt x="492" y="2296"/>
                    <a:pt x="492" y="2296"/>
                  </a:cubicBezTo>
                  <a:cubicBezTo>
                    <a:pt x="492" y="2300"/>
                    <a:pt x="492" y="2303"/>
                    <a:pt x="492" y="2307"/>
                  </a:cubicBezTo>
                  <a:cubicBezTo>
                    <a:pt x="492" y="2307"/>
                    <a:pt x="492" y="2308"/>
                    <a:pt x="492" y="2309"/>
                  </a:cubicBezTo>
                  <a:cubicBezTo>
                    <a:pt x="492" y="2312"/>
                    <a:pt x="492" y="2316"/>
                    <a:pt x="492" y="2320"/>
                  </a:cubicBezTo>
                  <a:cubicBezTo>
                    <a:pt x="492" y="2320"/>
                    <a:pt x="492" y="2320"/>
                    <a:pt x="492" y="2321"/>
                  </a:cubicBezTo>
                  <a:cubicBezTo>
                    <a:pt x="492" y="2324"/>
                    <a:pt x="492" y="2328"/>
                    <a:pt x="493" y="2331"/>
                  </a:cubicBezTo>
                  <a:cubicBezTo>
                    <a:pt x="493" y="2332"/>
                    <a:pt x="493" y="2333"/>
                    <a:pt x="493" y="2333"/>
                  </a:cubicBezTo>
                  <a:cubicBezTo>
                    <a:pt x="493" y="2337"/>
                    <a:pt x="493" y="2340"/>
                    <a:pt x="493" y="2344"/>
                  </a:cubicBezTo>
                  <a:cubicBezTo>
                    <a:pt x="493" y="2345"/>
                    <a:pt x="493" y="2346"/>
                    <a:pt x="493" y="2346"/>
                  </a:cubicBezTo>
                  <a:cubicBezTo>
                    <a:pt x="494" y="2350"/>
                    <a:pt x="494" y="2354"/>
                    <a:pt x="494" y="2357"/>
                  </a:cubicBezTo>
                  <a:cubicBezTo>
                    <a:pt x="494" y="2358"/>
                    <a:pt x="494" y="2358"/>
                    <a:pt x="494" y="2359"/>
                  </a:cubicBezTo>
                  <a:cubicBezTo>
                    <a:pt x="495" y="2363"/>
                    <a:pt x="495" y="2366"/>
                    <a:pt x="495" y="2370"/>
                  </a:cubicBezTo>
                  <a:cubicBezTo>
                    <a:pt x="495" y="2370"/>
                    <a:pt x="495" y="2371"/>
                    <a:pt x="495" y="2371"/>
                  </a:cubicBezTo>
                  <a:cubicBezTo>
                    <a:pt x="496" y="2375"/>
                    <a:pt x="496" y="2378"/>
                    <a:pt x="497" y="2382"/>
                  </a:cubicBezTo>
                  <a:cubicBezTo>
                    <a:pt x="497" y="2383"/>
                    <a:pt x="497" y="2383"/>
                    <a:pt x="497" y="2384"/>
                  </a:cubicBezTo>
                  <a:cubicBezTo>
                    <a:pt x="497" y="2388"/>
                    <a:pt x="498" y="2391"/>
                    <a:pt x="498" y="2395"/>
                  </a:cubicBezTo>
                  <a:cubicBezTo>
                    <a:pt x="498" y="2395"/>
                    <a:pt x="498" y="2396"/>
                    <a:pt x="498" y="2396"/>
                  </a:cubicBezTo>
                  <a:cubicBezTo>
                    <a:pt x="499" y="2404"/>
                    <a:pt x="500" y="2411"/>
                    <a:pt x="502" y="2418"/>
                  </a:cubicBezTo>
                  <a:cubicBezTo>
                    <a:pt x="502" y="2419"/>
                    <a:pt x="502" y="2419"/>
                    <a:pt x="502" y="2420"/>
                  </a:cubicBezTo>
                  <a:cubicBezTo>
                    <a:pt x="502" y="2423"/>
                    <a:pt x="503" y="2427"/>
                    <a:pt x="503" y="2430"/>
                  </a:cubicBezTo>
                  <a:cubicBezTo>
                    <a:pt x="503" y="2431"/>
                    <a:pt x="503" y="2431"/>
                    <a:pt x="504" y="2432"/>
                  </a:cubicBezTo>
                  <a:cubicBezTo>
                    <a:pt x="505" y="2439"/>
                    <a:pt x="506" y="2445"/>
                    <a:pt x="507" y="2452"/>
                  </a:cubicBezTo>
                  <a:cubicBezTo>
                    <a:pt x="507" y="2452"/>
                    <a:pt x="507" y="2452"/>
                    <a:pt x="507" y="2452"/>
                  </a:cubicBezTo>
                  <a:cubicBezTo>
                    <a:pt x="508" y="2455"/>
                    <a:pt x="508" y="2458"/>
                    <a:pt x="509" y="2461"/>
                  </a:cubicBezTo>
                  <a:cubicBezTo>
                    <a:pt x="509" y="2462"/>
                    <a:pt x="509" y="2462"/>
                    <a:pt x="509" y="2462"/>
                  </a:cubicBezTo>
                  <a:cubicBezTo>
                    <a:pt x="510" y="2468"/>
                    <a:pt x="511" y="2473"/>
                    <a:pt x="512" y="2478"/>
                  </a:cubicBezTo>
                  <a:cubicBezTo>
                    <a:pt x="514" y="2492"/>
                    <a:pt x="514" y="2492"/>
                    <a:pt x="514" y="2492"/>
                  </a:cubicBezTo>
                  <a:cubicBezTo>
                    <a:pt x="514" y="2509"/>
                    <a:pt x="536" y="2589"/>
                    <a:pt x="537" y="2627"/>
                  </a:cubicBezTo>
                  <a:cubicBezTo>
                    <a:pt x="538" y="2631"/>
                    <a:pt x="538" y="2634"/>
                    <a:pt x="537" y="2637"/>
                  </a:cubicBezTo>
                  <a:cubicBezTo>
                    <a:pt x="534" y="2668"/>
                    <a:pt x="536" y="2684"/>
                    <a:pt x="538" y="2702"/>
                  </a:cubicBezTo>
                  <a:cubicBezTo>
                    <a:pt x="539" y="2710"/>
                    <a:pt x="531" y="2769"/>
                    <a:pt x="532" y="2783"/>
                  </a:cubicBezTo>
                  <a:cubicBezTo>
                    <a:pt x="533" y="2801"/>
                    <a:pt x="539" y="2804"/>
                    <a:pt x="540" y="2814"/>
                  </a:cubicBezTo>
                  <a:cubicBezTo>
                    <a:pt x="541" y="2832"/>
                    <a:pt x="543" y="2833"/>
                    <a:pt x="541" y="2848"/>
                  </a:cubicBezTo>
                  <a:cubicBezTo>
                    <a:pt x="540" y="2862"/>
                    <a:pt x="544" y="2868"/>
                    <a:pt x="549" y="2874"/>
                  </a:cubicBezTo>
                  <a:cubicBezTo>
                    <a:pt x="550" y="2874"/>
                    <a:pt x="551" y="2875"/>
                    <a:pt x="551" y="2876"/>
                  </a:cubicBezTo>
                  <a:cubicBezTo>
                    <a:pt x="551" y="2876"/>
                    <a:pt x="552" y="2876"/>
                    <a:pt x="552" y="2876"/>
                  </a:cubicBezTo>
                  <a:cubicBezTo>
                    <a:pt x="552" y="2876"/>
                    <a:pt x="552" y="2876"/>
                    <a:pt x="552" y="2876"/>
                  </a:cubicBezTo>
                  <a:cubicBezTo>
                    <a:pt x="556" y="2882"/>
                    <a:pt x="561" y="2889"/>
                    <a:pt x="569" y="2891"/>
                  </a:cubicBezTo>
                  <a:cubicBezTo>
                    <a:pt x="579" y="2894"/>
                    <a:pt x="595" y="2896"/>
                    <a:pt x="600" y="2882"/>
                  </a:cubicBezTo>
                  <a:cubicBezTo>
                    <a:pt x="600" y="2882"/>
                    <a:pt x="600" y="2882"/>
                    <a:pt x="600" y="2882"/>
                  </a:cubicBezTo>
                  <a:cubicBezTo>
                    <a:pt x="600" y="2882"/>
                    <a:pt x="600" y="2881"/>
                    <a:pt x="600" y="2881"/>
                  </a:cubicBezTo>
                  <a:cubicBezTo>
                    <a:pt x="606" y="2890"/>
                    <a:pt x="621" y="2889"/>
                    <a:pt x="628" y="2883"/>
                  </a:cubicBezTo>
                  <a:cubicBezTo>
                    <a:pt x="634" y="2891"/>
                    <a:pt x="648" y="2887"/>
                    <a:pt x="652" y="2878"/>
                  </a:cubicBezTo>
                  <a:cubicBezTo>
                    <a:pt x="654" y="2876"/>
                    <a:pt x="654" y="2874"/>
                    <a:pt x="654" y="2871"/>
                  </a:cubicBezTo>
                  <a:cubicBezTo>
                    <a:pt x="655" y="2872"/>
                    <a:pt x="655" y="2872"/>
                    <a:pt x="655" y="2872"/>
                  </a:cubicBezTo>
                  <a:cubicBezTo>
                    <a:pt x="661" y="2873"/>
                    <a:pt x="669" y="2870"/>
                    <a:pt x="670" y="2865"/>
                  </a:cubicBezTo>
                  <a:cubicBezTo>
                    <a:pt x="670" y="2863"/>
                    <a:pt x="670" y="2860"/>
                    <a:pt x="670" y="2857"/>
                  </a:cubicBezTo>
                  <a:cubicBezTo>
                    <a:pt x="670" y="2857"/>
                    <a:pt x="670" y="2857"/>
                    <a:pt x="670" y="2857"/>
                  </a:cubicBezTo>
                  <a:cubicBezTo>
                    <a:pt x="671" y="2857"/>
                    <a:pt x="672" y="2856"/>
                    <a:pt x="673" y="2855"/>
                  </a:cubicBezTo>
                  <a:cubicBezTo>
                    <a:pt x="678" y="2849"/>
                    <a:pt x="671" y="2838"/>
                    <a:pt x="669" y="2830"/>
                  </a:cubicBezTo>
                  <a:cubicBezTo>
                    <a:pt x="666" y="2819"/>
                    <a:pt x="662" y="2814"/>
                    <a:pt x="655" y="2809"/>
                  </a:cubicBezTo>
                  <a:cubicBezTo>
                    <a:pt x="649" y="2804"/>
                    <a:pt x="646" y="2795"/>
                    <a:pt x="638" y="2786"/>
                  </a:cubicBezTo>
                  <a:cubicBezTo>
                    <a:pt x="628" y="2777"/>
                    <a:pt x="611" y="2725"/>
                    <a:pt x="611" y="2724"/>
                  </a:cubicBezTo>
                  <a:cubicBezTo>
                    <a:pt x="617" y="2709"/>
                    <a:pt x="615" y="2691"/>
                    <a:pt x="613" y="2683"/>
                  </a:cubicBezTo>
                  <a:cubicBezTo>
                    <a:pt x="613" y="2682"/>
                    <a:pt x="613" y="2681"/>
                    <a:pt x="613" y="2680"/>
                  </a:cubicBezTo>
                  <a:cubicBezTo>
                    <a:pt x="613" y="2680"/>
                    <a:pt x="613" y="2680"/>
                    <a:pt x="613" y="2679"/>
                  </a:cubicBezTo>
                  <a:cubicBezTo>
                    <a:pt x="613" y="2679"/>
                    <a:pt x="613" y="2678"/>
                    <a:pt x="613" y="2678"/>
                  </a:cubicBezTo>
                  <a:cubicBezTo>
                    <a:pt x="613" y="2677"/>
                    <a:pt x="613" y="2677"/>
                    <a:pt x="613" y="2676"/>
                  </a:cubicBezTo>
                  <a:cubicBezTo>
                    <a:pt x="613" y="2676"/>
                    <a:pt x="613" y="2675"/>
                    <a:pt x="613" y="2674"/>
                  </a:cubicBezTo>
                  <a:cubicBezTo>
                    <a:pt x="613" y="2674"/>
                    <a:pt x="613" y="2673"/>
                    <a:pt x="613" y="2673"/>
                  </a:cubicBezTo>
                  <a:cubicBezTo>
                    <a:pt x="613" y="2672"/>
                    <a:pt x="613" y="2671"/>
                    <a:pt x="613" y="2670"/>
                  </a:cubicBezTo>
                  <a:cubicBezTo>
                    <a:pt x="613" y="2670"/>
                    <a:pt x="613" y="2669"/>
                    <a:pt x="613" y="2668"/>
                  </a:cubicBezTo>
                  <a:cubicBezTo>
                    <a:pt x="613" y="2667"/>
                    <a:pt x="613" y="2666"/>
                    <a:pt x="613" y="2666"/>
                  </a:cubicBezTo>
                  <a:cubicBezTo>
                    <a:pt x="613" y="2665"/>
                    <a:pt x="613" y="2664"/>
                    <a:pt x="613" y="2664"/>
                  </a:cubicBezTo>
                  <a:cubicBezTo>
                    <a:pt x="613" y="2662"/>
                    <a:pt x="613" y="2661"/>
                    <a:pt x="614" y="2660"/>
                  </a:cubicBezTo>
                  <a:cubicBezTo>
                    <a:pt x="614" y="2660"/>
                    <a:pt x="614" y="2659"/>
                    <a:pt x="614" y="2658"/>
                  </a:cubicBezTo>
                  <a:cubicBezTo>
                    <a:pt x="614" y="2657"/>
                    <a:pt x="614" y="2655"/>
                    <a:pt x="614" y="2654"/>
                  </a:cubicBezTo>
                  <a:cubicBezTo>
                    <a:pt x="614" y="2653"/>
                    <a:pt x="614" y="2653"/>
                    <a:pt x="614" y="2652"/>
                  </a:cubicBezTo>
                  <a:cubicBezTo>
                    <a:pt x="614" y="2650"/>
                    <a:pt x="615" y="2648"/>
                    <a:pt x="615" y="2646"/>
                  </a:cubicBezTo>
                  <a:cubicBezTo>
                    <a:pt x="615" y="2646"/>
                    <a:pt x="615" y="2646"/>
                    <a:pt x="615" y="2646"/>
                  </a:cubicBezTo>
                  <a:cubicBezTo>
                    <a:pt x="615" y="2644"/>
                    <a:pt x="615" y="2642"/>
                    <a:pt x="616" y="2639"/>
                  </a:cubicBezTo>
                  <a:cubicBezTo>
                    <a:pt x="616" y="2639"/>
                    <a:pt x="616" y="2638"/>
                    <a:pt x="616" y="2638"/>
                  </a:cubicBezTo>
                  <a:cubicBezTo>
                    <a:pt x="616" y="2636"/>
                    <a:pt x="616" y="2634"/>
                    <a:pt x="616" y="2632"/>
                  </a:cubicBezTo>
                  <a:cubicBezTo>
                    <a:pt x="616" y="2631"/>
                    <a:pt x="617" y="2631"/>
                    <a:pt x="617" y="2630"/>
                  </a:cubicBezTo>
                  <a:cubicBezTo>
                    <a:pt x="617" y="2628"/>
                    <a:pt x="617" y="2626"/>
                    <a:pt x="617" y="2624"/>
                  </a:cubicBezTo>
                  <a:cubicBezTo>
                    <a:pt x="617" y="2624"/>
                    <a:pt x="618" y="2623"/>
                    <a:pt x="618" y="2623"/>
                  </a:cubicBezTo>
                  <a:cubicBezTo>
                    <a:pt x="618" y="2620"/>
                    <a:pt x="618" y="2618"/>
                    <a:pt x="619" y="2616"/>
                  </a:cubicBezTo>
                  <a:cubicBezTo>
                    <a:pt x="619" y="2615"/>
                    <a:pt x="619" y="2615"/>
                    <a:pt x="619" y="2614"/>
                  </a:cubicBezTo>
                  <a:cubicBezTo>
                    <a:pt x="619" y="2612"/>
                    <a:pt x="620" y="2609"/>
                    <a:pt x="620" y="2607"/>
                  </a:cubicBezTo>
                  <a:cubicBezTo>
                    <a:pt x="620" y="2607"/>
                    <a:pt x="620" y="2606"/>
                    <a:pt x="620" y="2606"/>
                  </a:cubicBezTo>
                  <a:cubicBezTo>
                    <a:pt x="621" y="2602"/>
                    <a:pt x="621" y="2598"/>
                    <a:pt x="622" y="2594"/>
                  </a:cubicBezTo>
                  <a:cubicBezTo>
                    <a:pt x="625" y="2578"/>
                    <a:pt x="625" y="2578"/>
                    <a:pt x="625" y="2578"/>
                  </a:cubicBezTo>
                  <a:cubicBezTo>
                    <a:pt x="630" y="2515"/>
                    <a:pt x="638" y="2456"/>
                    <a:pt x="642" y="2375"/>
                  </a:cubicBezTo>
                  <a:cubicBezTo>
                    <a:pt x="644" y="2334"/>
                    <a:pt x="634" y="2245"/>
                    <a:pt x="636" y="2156"/>
                  </a:cubicBezTo>
                  <a:cubicBezTo>
                    <a:pt x="637" y="2112"/>
                    <a:pt x="644" y="2082"/>
                    <a:pt x="646" y="2075"/>
                  </a:cubicBezTo>
                  <a:cubicBezTo>
                    <a:pt x="651" y="2048"/>
                    <a:pt x="645" y="1995"/>
                    <a:pt x="645" y="1980"/>
                  </a:cubicBezTo>
                  <a:cubicBezTo>
                    <a:pt x="652" y="1739"/>
                    <a:pt x="684" y="1532"/>
                    <a:pt x="682" y="1482"/>
                  </a:cubicBezTo>
                  <a:cubicBezTo>
                    <a:pt x="682" y="1482"/>
                    <a:pt x="683" y="1480"/>
                    <a:pt x="684" y="1476"/>
                  </a:cubicBezTo>
                  <a:cubicBezTo>
                    <a:pt x="684" y="1474"/>
                    <a:pt x="685" y="1473"/>
                    <a:pt x="685" y="1471"/>
                  </a:cubicBezTo>
                  <a:cubicBezTo>
                    <a:pt x="685" y="1471"/>
                    <a:pt x="686" y="1470"/>
                    <a:pt x="686" y="1469"/>
                  </a:cubicBezTo>
                  <a:cubicBezTo>
                    <a:pt x="691" y="1451"/>
                    <a:pt x="701" y="1418"/>
                    <a:pt x="701" y="1403"/>
                  </a:cubicBezTo>
                  <a:cubicBezTo>
                    <a:pt x="701" y="1401"/>
                    <a:pt x="700" y="1400"/>
                    <a:pt x="700" y="1399"/>
                  </a:cubicBezTo>
                  <a:cubicBezTo>
                    <a:pt x="700" y="1376"/>
                    <a:pt x="723" y="1327"/>
                    <a:pt x="729" y="1247"/>
                  </a:cubicBezTo>
                  <a:cubicBezTo>
                    <a:pt x="730" y="1243"/>
                    <a:pt x="730" y="1239"/>
                    <a:pt x="730" y="1235"/>
                  </a:cubicBezTo>
                  <a:cubicBezTo>
                    <a:pt x="731" y="1226"/>
                    <a:pt x="731" y="1217"/>
                    <a:pt x="731" y="1208"/>
                  </a:cubicBezTo>
                  <a:cubicBezTo>
                    <a:pt x="731" y="1204"/>
                    <a:pt x="731" y="1199"/>
                    <a:pt x="731" y="1195"/>
                  </a:cubicBezTo>
                  <a:cubicBezTo>
                    <a:pt x="730" y="1176"/>
                    <a:pt x="729" y="1156"/>
                    <a:pt x="726" y="1135"/>
                  </a:cubicBezTo>
                  <a:cubicBezTo>
                    <a:pt x="724" y="1124"/>
                    <a:pt x="723" y="1113"/>
                    <a:pt x="720" y="1102"/>
                  </a:cubicBezTo>
                  <a:cubicBezTo>
                    <a:pt x="718" y="1090"/>
                    <a:pt x="716" y="1079"/>
                    <a:pt x="713" y="1067"/>
                  </a:cubicBezTo>
                  <a:cubicBezTo>
                    <a:pt x="715" y="1037"/>
                    <a:pt x="686" y="991"/>
                    <a:pt x="684" y="960"/>
                  </a:cubicBezTo>
                  <a:cubicBezTo>
                    <a:pt x="686" y="922"/>
                    <a:pt x="700" y="890"/>
                    <a:pt x="700" y="876"/>
                  </a:cubicBezTo>
                  <a:cubicBezTo>
                    <a:pt x="700" y="874"/>
                    <a:pt x="700" y="874"/>
                    <a:pt x="700" y="874"/>
                  </a:cubicBezTo>
                  <a:cubicBezTo>
                    <a:pt x="701" y="887"/>
                    <a:pt x="702" y="898"/>
                    <a:pt x="703" y="903"/>
                  </a:cubicBezTo>
                  <a:cubicBezTo>
                    <a:pt x="705" y="914"/>
                    <a:pt x="704" y="929"/>
                    <a:pt x="706" y="932"/>
                  </a:cubicBezTo>
                  <a:cubicBezTo>
                    <a:pt x="708" y="947"/>
                    <a:pt x="721" y="1030"/>
                    <a:pt x="722" y="1061"/>
                  </a:cubicBezTo>
                  <a:cubicBezTo>
                    <a:pt x="720" y="1072"/>
                    <a:pt x="720" y="1081"/>
                    <a:pt x="721" y="1090"/>
                  </a:cubicBezTo>
                  <a:cubicBezTo>
                    <a:pt x="726" y="1116"/>
                    <a:pt x="740" y="1140"/>
                    <a:pt x="749" y="1185"/>
                  </a:cubicBezTo>
                  <a:cubicBezTo>
                    <a:pt x="754" y="1217"/>
                    <a:pt x="789" y="1363"/>
                    <a:pt x="792" y="1379"/>
                  </a:cubicBezTo>
                  <a:cubicBezTo>
                    <a:pt x="792" y="1379"/>
                    <a:pt x="792" y="1379"/>
                    <a:pt x="792" y="1380"/>
                  </a:cubicBezTo>
                  <a:cubicBezTo>
                    <a:pt x="792" y="1381"/>
                    <a:pt x="793" y="1383"/>
                    <a:pt x="793" y="1384"/>
                  </a:cubicBezTo>
                  <a:cubicBezTo>
                    <a:pt x="793" y="1384"/>
                    <a:pt x="793" y="1385"/>
                    <a:pt x="793" y="1385"/>
                  </a:cubicBezTo>
                  <a:cubicBezTo>
                    <a:pt x="793" y="1387"/>
                    <a:pt x="794" y="1388"/>
                    <a:pt x="794" y="1389"/>
                  </a:cubicBezTo>
                  <a:cubicBezTo>
                    <a:pt x="794" y="1390"/>
                    <a:pt x="794" y="1390"/>
                    <a:pt x="794" y="1391"/>
                  </a:cubicBezTo>
                  <a:cubicBezTo>
                    <a:pt x="795" y="1392"/>
                    <a:pt x="795" y="1393"/>
                    <a:pt x="795" y="1395"/>
                  </a:cubicBezTo>
                  <a:cubicBezTo>
                    <a:pt x="795" y="1395"/>
                    <a:pt x="795" y="1396"/>
                    <a:pt x="796" y="1397"/>
                  </a:cubicBezTo>
                  <a:cubicBezTo>
                    <a:pt x="796" y="1397"/>
                    <a:pt x="796" y="1398"/>
                    <a:pt x="796" y="1399"/>
                  </a:cubicBezTo>
                  <a:cubicBezTo>
                    <a:pt x="796" y="1399"/>
                    <a:pt x="796" y="1399"/>
                    <a:pt x="796" y="1399"/>
                  </a:cubicBezTo>
                  <a:cubicBezTo>
                    <a:pt x="797" y="1403"/>
                    <a:pt x="798" y="1407"/>
                    <a:pt x="799" y="1409"/>
                  </a:cubicBezTo>
                  <a:cubicBezTo>
                    <a:pt x="799" y="1411"/>
                    <a:pt x="800" y="1413"/>
                    <a:pt x="800" y="1415"/>
                  </a:cubicBezTo>
                  <a:cubicBezTo>
                    <a:pt x="800" y="1415"/>
                    <a:pt x="800" y="1415"/>
                    <a:pt x="800" y="1415"/>
                  </a:cubicBezTo>
                  <a:cubicBezTo>
                    <a:pt x="800" y="1415"/>
                    <a:pt x="799" y="1438"/>
                    <a:pt x="788" y="1449"/>
                  </a:cubicBezTo>
                  <a:cubicBezTo>
                    <a:pt x="777" y="1460"/>
                    <a:pt x="766" y="1489"/>
                    <a:pt x="751" y="1503"/>
                  </a:cubicBezTo>
                  <a:cubicBezTo>
                    <a:pt x="736" y="1517"/>
                    <a:pt x="711" y="1550"/>
                    <a:pt x="729" y="1562"/>
                  </a:cubicBezTo>
                  <a:cubicBezTo>
                    <a:pt x="730" y="1562"/>
                    <a:pt x="731" y="1563"/>
                    <a:pt x="733" y="1563"/>
                  </a:cubicBezTo>
                  <a:cubicBezTo>
                    <a:pt x="750" y="1570"/>
                    <a:pt x="771" y="1547"/>
                    <a:pt x="776" y="1534"/>
                  </a:cubicBezTo>
                  <a:cubicBezTo>
                    <a:pt x="780" y="1522"/>
                    <a:pt x="789" y="1518"/>
                    <a:pt x="791" y="1517"/>
                  </a:cubicBezTo>
                  <a:cubicBezTo>
                    <a:pt x="791" y="1518"/>
                    <a:pt x="791" y="1521"/>
                    <a:pt x="791" y="1525"/>
                  </a:cubicBezTo>
                  <a:cubicBezTo>
                    <a:pt x="780" y="1604"/>
                    <a:pt x="780" y="1604"/>
                    <a:pt x="780" y="1604"/>
                  </a:cubicBezTo>
                  <a:cubicBezTo>
                    <a:pt x="777" y="1605"/>
                    <a:pt x="773" y="1605"/>
                    <a:pt x="769" y="1611"/>
                  </a:cubicBezTo>
                  <a:cubicBezTo>
                    <a:pt x="765" y="1616"/>
                    <a:pt x="737" y="1612"/>
                    <a:pt x="737" y="1634"/>
                  </a:cubicBezTo>
                  <a:cubicBezTo>
                    <a:pt x="737" y="1634"/>
                    <a:pt x="723" y="1647"/>
                    <a:pt x="734" y="1654"/>
                  </a:cubicBezTo>
                  <a:cubicBezTo>
                    <a:pt x="735" y="1654"/>
                    <a:pt x="735" y="1654"/>
                    <a:pt x="735" y="1654"/>
                  </a:cubicBezTo>
                  <a:cubicBezTo>
                    <a:pt x="735" y="1654"/>
                    <a:pt x="735" y="1654"/>
                    <a:pt x="735" y="1654"/>
                  </a:cubicBezTo>
                  <a:cubicBezTo>
                    <a:pt x="744" y="1655"/>
                    <a:pt x="744" y="1655"/>
                    <a:pt x="744" y="1655"/>
                  </a:cubicBezTo>
                  <a:cubicBezTo>
                    <a:pt x="743" y="1656"/>
                    <a:pt x="731" y="1664"/>
                    <a:pt x="740" y="1674"/>
                  </a:cubicBezTo>
                  <a:cubicBezTo>
                    <a:pt x="741" y="1674"/>
                    <a:pt x="742" y="1674"/>
                    <a:pt x="743" y="1675"/>
                  </a:cubicBezTo>
                  <a:cubicBezTo>
                    <a:pt x="748" y="1677"/>
                    <a:pt x="760" y="1675"/>
                    <a:pt x="764" y="1675"/>
                  </a:cubicBezTo>
                  <a:cubicBezTo>
                    <a:pt x="767" y="1675"/>
                    <a:pt x="769" y="1675"/>
                    <a:pt x="770" y="1675"/>
                  </a:cubicBezTo>
                  <a:cubicBezTo>
                    <a:pt x="770" y="1676"/>
                    <a:pt x="770" y="1683"/>
                    <a:pt x="776" y="1685"/>
                  </a:cubicBezTo>
                  <a:cubicBezTo>
                    <a:pt x="777" y="1686"/>
                    <a:pt x="778" y="1686"/>
                    <a:pt x="779" y="1686"/>
                  </a:cubicBezTo>
                  <a:cubicBezTo>
                    <a:pt x="779" y="1686"/>
                    <a:pt x="780" y="1686"/>
                    <a:pt x="780" y="1686"/>
                  </a:cubicBezTo>
                  <a:cubicBezTo>
                    <a:pt x="780" y="1686"/>
                    <a:pt x="781" y="1686"/>
                    <a:pt x="782" y="1686"/>
                  </a:cubicBezTo>
                  <a:cubicBezTo>
                    <a:pt x="782" y="1686"/>
                    <a:pt x="782" y="1686"/>
                    <a:pt x="782" y="1686"/>
                  </a:cubicBezTo>
                  <a:cubicBezTo>
                    <a:pt x="782" y="1686"/>
                    <a:pt x="783" y="1686"/>
                    <a:pt x="783" y="1686"/>
                  </a:cubicBezTo>
                  <a:cubicBezTo>
                    <a:pt x="783" y="1686"/>
                    <a:pt x="783" y="1686"/>
                    <a:pt x="783" y="1686"/>
                  </a:cubicBezTo>
                  <a:cubicBezTo>
                    <a:pt x="790" y="1685"/>
                    <a:pt x="797" y="1680"/>
                    <a:pt x="800" y="1677"/>
                  </a:cubicBezTo>
                  <a:cubicBezTo>
                    <a:pt x="800" y="1677"/>
                    <a:pt x="800" y="1676"/>
                    <a:pt x="800" y="1676"/>
                  </a:cubicBezTo>
                  <a:cubicBezTo>
                    <a:pt x="801" y="1676"/>
                    <a:pt x="801" y="1676"/>
                    <a:pt x="801" y="1676"/>
                  </a:cubicBezTo>
                  <a:cubicBezTo>
                    <a:pt x="801" y="1676"/>
                    <a:pt x="801" y="1676"/>
                    <a:pt x="801" y="1676"/>
                  </a:cubicBezTo>
                  <a:cubicBezTo>
                    <a:pt x="806" y="1672"/>
                    <a:pt x="821" y="1664"/>
                    <a:pt x="828" y="1654"/>
                  </a:cubicBezTo>
                  <a:cubicBezTo>
                    <a:pt x="835" y="1644"/>
                    <a:pt x="845" y="1643"/>
                    <a:pt x="853" y="1610"/>
                  </a:cubicBezTo>
                  <a:cubicBezTo>
                    <a:pt x="856" y="1594"/>
                    <a:pt x="869" y="1575"/>
                    <a:pt x="870" y="1562"/>
                  </a:cubicBezTo>
                  <a:cubicBezTo>
                    <a:pt x="871" y="1550"/>
                    <a:pt x="873" y="1538"/>
                    <a:pt x="870" y="1517"/>
                  </a:cubicBezTo>
                  <a:cubicBezTo>
                    <a:pt x="867" y="1497"/>
                    <a:pt x="877" y="1431"/>
                    <a:pt x="877" y="1431"/>
                  </a:cubicBezTo>
                  <a:cubicBezTo>
                    <a:pt x="877" y="1431"/>
                    <a:pt x="877" y="1428"/>
                    <a:pt x="877" y="1423"/>
                  </a:cubicBezTo>
                  <a:cubicBezTo>
                    <a:pt x="878" y="1411"/>
                    <a:pt x="876" y="1401"/>
                    <a:pt x="874" y="1396"/>
                  </a:cubicBezTo>
                  <a:close/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</p:grpSp>
      <p:grpSp>
        <p:nvGrpSpPr>
          <p:cNvPr id="66568" name="elderly-man-with-walking-cane">
            <a:extLst>
              <a:ext uri="{FF2B5EF4-FFF2-40B4-BE49-F238E27FC236}">
                <a16:creationId xmlns:a16="http://schemas.microsoft.com/office/drawing/2014/main" id="{0E3A0414-80D3-47CF-91FA-61D66E59BC0F}"/>
              </a:ext>
            </a:extLst>
          </p:cNvPr>
          <p:cNvGrpSpPr>
            <a:grpSpLocks/>
          </p:cNvGrpSpPr>
          <p:nvPr/>
        </p:nvGrpSpPr>
        <p:grpSpPr bwMode="auto">
          <a:xfrm>
            <a:off x="9001125" y="2409825"/>
            <a:ext cx="1214438" cy="3260725"/>
            <a:chOff x="4697" y="1889"/>
            <a:chExt cx="801" cy="2150"/>
          </a:xfrm>
        </p:grpSpPr>
        <p:sp>
          <p:nvSpPr>
            <p:cNvPr id="66572" name="Freeform 53">
              <a:extLst>
                <a:ext uri="{FF2B5EF4-FFF2-40B4-BE49-F238E27FC236}">
                  <a16:creationId xmlns:a16="http://schemas.microsoft.com/office/drawing/2014/main" id="{05F16A1E-FBC8-482C-B9A9-941320015B3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697" y="1889"/>
              <a:ext cx="801" cy="2150"/>
            </a:xfrm>
            <a:custGeom>
              <a:avLst/>
              <a:gdLst>
                <a:gd name="T0" fmla="*/ 874 w 698"/>
                <a:gd name="T1" fmla="*/ 1298 h 1875"/>
                <a:gd name="T2" fmla="*/ 532 w 698"/>
                <a:gd name="T3" fmla="*/ 846 h 1875"/>
                <a:gd name="T4" fmla="*/ 418 w 698"/>
                <a:gd name="T5" fmla="*/ 616 h 1875"/>
                <a:gd name="T6" fmla="*/ 418 w 698"/>
                <a:gd name="T7" fmla="*/ 497 h 1875"/>
                <a:gd name="T8" fmla="*/ 568 w 698"/>
                <a:gd name="T9" fmla="*/ 572 h 1875"/>
                <a:gd name="T10" fmla="*/ 624 w 698"/>
                <a:gd name="T11" fmla="*/ 475 h 1875"/>
                <a:gd name="T12" fmla="*/ 690 w 698"/>
                <a:gd name="T13" fmla="*/ 422 h 1875"/>
                <a:gd name="T14" fmla="*/ 693 w 698"/>
                <a:gd name="T15" fmla="*/ 296 h 1875"/>
                <a:gd name="T16" fmla="*/ 624 w 698"/>
                <a:gd name="T17" fmla="*/ 79 h 1875"/>
                <a:gd name="T18" fmla="*/ 398 w 698"/>
                <a:gd name="T19" fmla="*/ 75 h 1875"/>
                <a:gd name="T20" fmla="*/ 328 w 698"/>
                <a:gd name="T21" fmla="*/ 95 h 1875"/>
                <a:gd name="T22" fmla="*/ 306 w 698"/>
                <a:gd name="T23" fmla="*/ 143 h 1875"/>
                <a:gd name="T24" fmla="*/ 297 w 698"/>
                <a:gd name="T25" fmla="*/ 197 h 1875"/>
                <a:gd name="T26" fmla="*/ 309 w 698"/>
                <a:gd name="T27" fmla="*/ 218 h 1875"/>
                <a:gd name="T28" fmla="*/ 339 w 698"/>
                <a:gd name="T29" fmla="*/ 250 h 1875"/>
                <a:gd name="T30" fmla="*/ 339 w 698"/>
                <a:gd name="T31" fmla="*/ 281 h 1875"/>
                <a:gd name="T32" fmla="*/ 212 w 698"/>
                <a:gd name="T33" fmla="*/ 404 h 1875"/>
                <a:gd name="T34" fmla="*/ 20 w 698"/>
                <a:gd name="T35" fmla="*/ 993 h 1875"/>
                <a:gd name="T36" fmla="*/ 54 w 698"/>
                <a:gd name="T37" fmla="*/ 1338 h 1875"/>
                <a:gd name="T38" fmla="*/ 103 w 698"/>
                <a:gd name="T39" fmla="*/ 1854 h 1875"/>
                <a:gd name="T40" fmla="*/ 125 w 698"/>
                <a:gd name="T41" fmla="*/ 2088 h 1875"/>
                <a:gd name="T42" fmla="*/ 112 w 698"/>
                <a:gd name="T43" fmla="*/ 2424 h 1875"/>
                <a:gd name="T44" fmla="*/ 91 w 698"/>
                <a:gd name="T45" fmla="*/ 2656 h 1875"/>
                <a:gd name="T46" fmla="*/ 140 w 698"/>
                <a:gd name="T47" fmla="*/ 2798 h 1875"/>
                <a:gd name="T48" fmla="*/ 332 w 698"/>
                <a:gd name="T49" fmla="*/ 2782 h 1875"/>
                <a:gd name="T50" fmla="*/ 409 w 698"/>
                <a:gd name="T51" fmla="*/ 2793 h 1875"/>
                <a:gd name="T52" fmla="*/ 489 w 698"/>
                <a:gd name="T53" fmla="*/ 2808 h 1875"/>
                <a:gd name="T54" fmla="*/ 508 w 698"/>
                <a:gd name="T55" fmla="*/ 2788 h 1875"/>
                <a:gd name="T56" fmla="*/ 516 w 698"/>
                <a:gd name="T57" fmla="*/ 2733 h 1875"/>
                <a:gd name="T58" fmla="*/ 449 w 698"/>
                <a:gd name="T59" fmla="*/ 2737 h 1875"/>
                <a:gd name="T60" fmla="*/ 417 w 698"/>
                <a:gd name="T61" fmla="*/ 2724 h 1875"/>
                <a:gd name="T62" fmla="*/ 491 w 698"/>
                <a:gd name="T63" fmla="*/ 2706 h 1875"/>
                <a:gd name="T64" fmla="*/ 448 w 698"/>
                <a:gd name="T65" fmla="*/ 2677 h 1875"/>
                <a:gd name="T66" fmla="*/ 278 w 698"/>
                <a:gd name="T67" fmla="*/ 2589 h 1875"/>
                <a:gd name="T68" fmla="*/ 252 w 698"/>
                <a:gd name="T69" fmla="*/ 2454 h 1875"/>
                <a:gd name="T70" fmla="*/ 303 w 698"/>
                <a:gd name="T71" fmla="*/ 2074 h 1875"/>
                <a:gd name="T72" fmla="*/ 325 w 698"/>
                <a:gd name="T73" fmla="*/ 1668 h 1875"/>
                <a:gd name="T74" fmla="*/ 429 w 698"/>
                <a:gd name="T75" fmla="*/ 1303 h 1875"/>
                <a:gd name="T76" fmla="*/ 427 w 698"/>
                <a:gd name="T77" fmla="*/ 915 h 1875"/>
                <a:gd name="T78" fmla="*/ 565 w 698"/>
                <a:gd name="T79" fmla="*/ 1078 h 1875"/>
                <a:gd name="T80" fmla="*/ 847 w 698"/>
                <a:gd name="T81" fmla="*/ 1409 h 1875"/>
                <a:gd name="T82" fmla="*/ 908 w 698"/>
                <a:gd name="T83" fmla="*/ 1426 h 1875"/>
                <a:gd name="T84" fmla="*/ 928 w 698"/>
                <a:gd name="T85" fmla="*/ 1473 h 1875"/>
                <a:gd name="T86" fmla="*/ 965 w 698"/>
                <a:gd name="T87" fmla="*/ 2782 h 1875"/>
                <a:gd name="T88" fmla="*/ 981 w 698"/>
                <a:gd name="T89" fmla="*/ 1500 h 1875"/>
                <a:gd name="T90" fmla="*/ 997 w 698"/>
                <a:gd name="T91" fmla="*/ 1354 h 1875"/>
                <a:gd name="T92" fmla="*/ 965 w 698"/>
                <a:gd name="T93" fmla="*/ 1477 h 1875"/>
                <a:gd name="T94" fmla="*/ 974 w 698"/>
                <a:gd name="T95" fmla="*/ 1470 h 1875"/>
                <a:gd name="T96" fmla="*/ 990 w 698"/>
                <a:gd name="T97" fmla="*/ 1433 h 1875"/>
                <a:gd name="T98" fmla="*/ 934 w 698"/>
                <a:gd name="T99" fmla="*/ 1409 h 1875"/>
                <a:gd name="T100" fmla="*/ 990 w 698"/>
                <a:gd name="T101" fmla="*/ 1433 h 1875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698" h="1875">
                  <a:moveTo>
                    <a:pt x="660" y="898"/>
                  </a:moveTo>
                  <a:cubicBezTo>
                    <a:pt x="646" y="893"/>
                    <a:pt x="613" y="896"/>
                    <a:pt x="579" y="861"/>
                  </a:cubicBezTo>
                  <a:cubicBezTo>
                    <a:pt x="545" y="825"/>
                    <a:pt x="467" y="695"/>
                    <a:pt x="432" y="668"/>
                  </a:cubicBezTo>
                  <a:cubicBezTo>
                    <a:pt x="396" y="640"/>
                    <a:pt x="380" y="587"/>
                    <a:pt x="352" y="562"/>
                  </a:cubicBezTo>
                  <a:cubicBezTo>
                    <a:pt x="338" y="550"/>
                    <a:pt x="313" y="511"/>
                    <a:pt x="288" y="469"/>
                  </a:cubicBezTo>
                  <a:cubicBezTo>
                    <a:pt x="285" y="450"/>
                    <a:pt x="278" y="412"/>
                    <a:pt x="276" y="408"/>
                  </a:cubicBezTo>
                  <a:cubicBezTo>
                    <a:pt x="274" y="404"/>
                    <a:pt x="278" y="382"/>
                    <a:pt x="279" y="369"/>
                  </a:cubicBezTo>
                  <a:cubicBezTo>
                    <a:pt x="280" y="356"/>
                    <a:pt x="270" y="336"/>
                    <a:pt x="276" y="330"/>
                  </a:cubicBezTo>
                  <a:cubicBezTo>
                    <a:pt x="282" y="324"/>
                    <a:pt x="287" y="310"/>
                    <a:pt x="287" y="310"/>
                  </a:cubicBezTo>
                  <a:cubicBezTo>
                    <a:pt x="307" y="314"/>
                    <a:pt x="350" y="381"/>
                    <a:pt x="376" y="379"/>
                  </a:cubicBezTo>
                  <a:cubicBezTo>
                    <a:pt x="402" y="376"/>
                    <a:pt x="400" y="331"/>
                    <a:pt x="400" y="331"/>
                  </a:cubicBezTo>
                  <a:cubicBezTo>
                    <a:pt x="406" y="327"/>
                    <a:pt x="413" y="315"/>
                    <a:pt x="413" y="315"/>
                  </a:cubicBezTo>
                  <a:cubicBezTo>
                    <a:pt x="413" y="315"/>
                    <a:pt x="416" y="324"/>
                    <a:pt x="434" y="322"/>
                  </a:cubicBezTo>
                  <a:cubicBezTo>
                    <a:pt x="467" y="319"/>
                    <a:pt x="460" y="286"/>
                    <a:pt x="457" y="280"/>
                  </a:cubicBezTo>
                  <a:cubicBezTo>
                    <a:pt x="454" y="275"/>
                    <a:pt x="444" y="246"/>
                    <a:pt x="451" y="237"/>
                  </a:cubicBezTo>
                  <a:cubicBezTo>
                    <a:pt x="459" y="228"/>
                    <a:pt x="450" y="209"/>
                    <a:pt x="458" y="196"/>
                  </a:cubicBezTo>
                  <a:cubicBezTo>
                    <a:pt x="466" y="183"/>
                    <a:pt x="459" y="170"/>
                    <a:pt x="459" y="170"/>
                  </a:cubicBezTo>
                  <a:cubicBezTo>
                    <a:pt x="459" y="170"/>
                    <a:pt x="469" y="84"/>
                    <a:pt x="413" y="52"/>
                  </a:cubicBezTo>
                  <a:cubicBezTo>
                    <a:pt x="322" y="0"/>
                    <a:pt x="265" y="48"/>
                    <a:pt x="265" y="48"/>
                  </a:cubicBezTo>
                  <a:cubicBezTo>
                    <a:pt x="264" y="48"/>
                    <a:pt x="264" y="49"/>
                    <a:pt x="263" y="50"/>
                  </a:cubicBezTo>
                  <a:cubicBezTo>
                    <a:pt x="258" y="48"/>
                    <a:pt x="249" y="49"/>
                    <a:pt x="246" y="49"/>
                  </a:cubicBezTo>
                  <a:cubicBezTo>
                    <a:pt x="237" y="51"/>
                    <a:pt x="224" y="57"/>
                    <a:pt x="217" y="63"/>
                  </a:cubicBezTo>
                  <a:cubicBezTo>
                    <a:pt x="223" y="61"/>
                    <a:pt x="230" y="59"/>
                    <a:pt x="237" y="59"/>
                  </a:cubicBezTo>
                  <a:cubicBezTo>
                    <a:pt x="223" y="66"/>
                    <a:pt x="210" y="80"/>
                    <a:pt x="203" y="95"/>
                  </a:cubicBezTo>
                  <a:cubicBezTo>
                    <a:pt x="208" y="90"/>
                    <a:pt x="214" y="84"/>
                    <a:pt x="221" y="82"/>
                  </a:cubicBezTo>
                  <a:cubicBezTo>
                    <a:pt x="207" y="91"/>
                    <a:pt x="198" y="115"/>
                    <a:pt x="197" y="131"/>
                  </a:cubicBezTo>
                  <a:cubicBezTo>
                    <a:pt x="201" y="120"/>
                    <a:pt x="208" y="111"/>
                    <a:pt x="216" y="103"/>
                  </a:cubicBezTo>
                  <a:cubicBezTo>
                    <a:pt x="208" y="113"/>
                    <a:pt x="203" y="132"/>
                    <a:pt x="204" y="145"/>
                  </a:cubicBezTo>
                  <a:cubicBezTo>
                    <a:pt x="207" y="138"/>
                    <a:pt x="209" y="132"/>
                    <a:pt x="211" y="125"/>
                  </a:cubicBezTo>
                  <a:cubicBezTo>
                    <a:pt x="211" y="140"/>
                    <a:pt x="218" y="153"/>
                    <a:pt x="224" y="166"/>
                  </a:cubicBezTo>
                  <a:cubicBezTo>
                    <a:pt x="224" y="165"/>
                    <a:pt x="224" y="165"/>
                    <a:pt x="224" y="165"/>
                  </a:cubicBezTo>
                  <a:cubicBezTo>
                    <a:pt x="226" y="176"/>
                    <a:pt x="228" y="184"/>
                    <a:pt x="224" y="187"/>
                  </a:cubicBezTo>
                  <a:cubicBezTo>
                    <a:pt x="212" y="197"/>
                    <a:pt x="210" y="218"/>
                    <a:pt x="198" y="222"/>
                  </a:cubicBezTo>
                  <a:cubicBezTo>
                    <a:pt x="163" y="233"/>
                    <a:pt x="156" y="256"/>
                    <a:pt x="140" y="268"/>
                  </a:cubicBezTo>
                  <a:cubicBezTo>
                    <a:pt x="82" y="311"/>
                    <a:pt x="44" y="397"/>
                    <a:pt x="22" y="462"/>
                  </a:cubicBezTo>
                  <a:cubicBezTo>
                    <a:pt x="0" y="528"/>
                    <a:pt x="20" y="633"/>
                    <a:pt x="13" y="658"/>
                  </a:cubicBezTo>
                  <a:cubicBezTo>
                    <a:pt x="6" y="682"/>
                    <a:pt x="8" y="796"/>
                    <a:pt x="12" y="836"/>
                  </a:cubicBezTo>
                  <a:cubicBezTo>
                    <a:pt x="17" y="876"/>
                    <a:pt x="20" y="866"/>
                    <a:pt x="36" y="888"/>
                  </a:cubicBezTo>
                  <a:cubicBezTo>
                    <a:pt x="45" y="900"/>
                    <a:pt x="53" y="996"/>
                    <a:pt x="60" y="1085"/>
                  </a:cubicBezTo>
                  <a:cubicBezTo>
                    <a:pt x="59" y="1126"/>
                    <a:pt x="61" y="1175"/>
                    <a:pt x="68" y="1230"/>
                  </a:cubicBezTo>
                  <a:cubicBezTo>
                    <a:pt x="74" y="1271"/>
                    <a:pt x="78" y="1324"/>
                    <a:pt x="81" y="1341"/>
                  </a:cubicBezTo>
                  <a:cubicBezTo>
                    <a:pt x="85" y="1359"/>
                    <a:pt x="82" y="1365"/>
                    <a:pt x="83" y="1385"/>
                  </a:cubicBezTo>
                  <a:cubicBezTo>
                    <a:pt x="83" y="1405"/>
                    <a:pt x="71" y="1438"/>
                    <a:pt x="65" y="1471"/>
                  </a:cubicBezTo>
                  <a:cubicBezTo>
                    <a:pt x="60" y="1505"/>
                    <a:pt x="70" y="1591"/>
                    <a:pt x="74" y="1608"/>
                  </a:cubicBezTo>
                  <a:cubicBezTo>
                    <a:pt x="78" y="1625"/>
                    <a:pt x="83" y="1666"/>
                    <a:pt x="83" y="1698"/>
                  </a:cubicBezTo>
                  <a:cubicBezTo>
                    <a:pt x="83" y="1731"/>
                    <a:pt x="76" y="1726"/>
                    <a:pt x="60" y="1762"/>
                  </a:cubicBezTo>
                  <a:cubicBezTo>
                    <a:pt x="50" y="1787"/>
                    <a:pt x="56" y="1799"/>
                    <a:pt x="67" y="1805"/>
                  </a:cubicBezTo>
                  <a:cubicBezTo>
                    <a:pt x="51" y="1843"/>
                    <a:pt x="72" y="1853"/>
                    <a:pt x="92" y="1856"/>
                  </a:cubicBezTo>
                  <a:cubicBezTo>
                    <a:pt x="112" y="1858"/>
                    <a:pt x="128" y="1850"/>
                    <a:pt x="151" y="1843"/>
                  </a:cubicBezTo>
                  <a:cubicBezTo>
                    <a:pt x="174" y="1836"/>
                    <a:pt x="209" y="1832"/>
                    <a:pt x="220" y="1845"/>
                  </a:cubicBezTo>
                  <a:cubicBezTo>
                    <a:pt x="232" y="1859"/>
                    <a:pt x="245" y="1854"/>
                    <a:pt x="255" y="1852"/>
                  </a:cubicBezTo>
                  <a:cubicBezTo>
                    <a:pt x="259" y="1851"/>
                    <a:pt x="264" y="1852"/>
                    <a:pt x="270" y="1852"/>
                  </a:cubicBezTo>
                  <a:cubicBezTo>
                    <a:pt x="283" y="1863"/>
                    <a:pt x="307" y="1875"/>
                    <a:pt x="308" y="1859"/>
                  </a:cubicBezTo>
                  <a:cubicBezTo>
                    <a:pt x="313" y="1861"/>
                    <a:pt x="317" y="1864"/>
                    <a:pt x="323" y="1863"/>
                  </a:cubicBezTo>
                  <a:cubicBezTo>
                    <a:pt x="324" y="1860"/>
                    <a:pt x="325" y="1858"/>
                    <a:pt x="325" y="1855"/>
                  </a:cubicBezTo>
                  <a:cubicBezTo>
                    <a:pt x="332" y="1856"/>
                    <a:pt x="336" y="1853"/>
                    <a:pt x="336" y="1849"/>
                  </a:cubicBezTo>
                  <a:cubicBezTo>
                    <a:pt x="342" y="1850"/>
                    <a:pt x="348" y="1849"/>
                    <a:pt x="351" y="1839"/>
                  </a:cubicBezTo>
                  <a:cubicBezTo>
                    <a:pt x="357" y="1823"/>
                    <a:pt x="342" y="1812"/>
                    <a:pt x="342" y="1812"/>
                  </a:cubicBezTo>
                  <a:cubicBezTo>
                    <a:pt x="342" y="1812"/>
                    <a:pt x="326" y="1814"/>
                    <a:pt x="320" y="1819"/>
                  </a:cubicBezTo>
                  <a:cubicBezTo>
                    <a:pt x="314" y="1824"/>
                    <a:pt x="297" y="1816"/>
                    <a:pt x="297" y="1816"/>
                  </a:cubicBezTo>
                  <a:cubicBezTo>
                    <a:pt x="288" y="1816"/>
                    <a:pt x="279" y="1816"/>
                    <a:pt x="270" y="1808"/>
                  </a:cubicBezTo>
                  <a:cubicBezTo>
                    <a:pt x="271" y="1808"/>
                    <a:pt x="273" y="1808"/>
                    <a:pt x="275" y="1807"/>
                  </a:cubicBezTo>
                  <a:cubicBezTo>
                    <a:pt x="295" y="1805"/>
                    <a:pt x="287" y="1800"/>
                    <a:pt x="298" y="1801"/>
                  </a:cubicBezTo>
                  <a:cubicBezTo>
                    <a:pt x="308" y="1802"/>
                    <a:pt x="319" y="1810"/>
                    <a:pt x="325" y="1795"/>
                  </a:cubicBezTo>
                  <a:cubicBezTo>
                    <a:pt x="330" y="1780"/>
                    <a:pt x="317" y="1770"/>
                    <a:pt x="317" y="1770"/>
                  </a:cubicBezTo>
                  <a:cubicBezTo>
                    <a:pt x="317" y="1770"/>
                    <a:pt x="302" y="1771"/>
                    <a:pt x="296" y="1776"/>
                  </a:cubicBezTo>
                  <a:cubicBezTo>
                    <a:pt x="290" y="1781"/>
                    <a:pt x="273" y="1773"/>
                    <a:pt x="273" y="1773"/>
                  </a:cubicBezTo>
                  <a:cubicBezTo>
                    <a:pt x="251" y="1772"/>
                    <a:pt x="239" y="1745"/>
                    <a:pt x="184" y="1717"/>
                  </a:cubicBezTo>
                  <a:cubicBezTo>
                    <a:pt x="179" y="1714"/>
                    <a:pt x="175" y="1710"/>
                    <a:pt x="171" y="1704"/>
                  </a:cubicBezTo>
                  <a:cubicBezTo>
                    <a:pt x="166" y="1680"/>
                    <a:pt x="164" y="1651"/>
                    <a:pt x="167" y="1627"/>
                  </a:cubicBezTo>
                  <a:cubicBezTo>
                    <a:pt x="174" y="1578"/>
                    <a:pt x="187" y="1452"/>
                    <a:pt x="188" y="1428"/>
                  </a:cubicBezTo>
                  <a:cubicBezTo>
                    <a:pt x="190" y="1405"/>
                    <a:pt x="198" y="1401"/>
                    <a:pt x="200" y="1376"/>
                  </a:cubicBezTo>
                  <a:cubicBezTo>
                    <a:pt x="203" y="1351"/>
                    <a:pt x="190" y="1318"/>
                    <a:pt x="190" y="1318"/>
                  </a:cubicBezTo>
                  <a:cubicBezTo>
                    <a:pt x="201" y="1309"/>
                    <a:pt x="211" y="1138"/>
                    <a:pt x="215" y="1107"/>
                  </a:cubicBezTo>
                  <a:cubicBezTo>
                    <a:pt x="219" y="1077"/>
                    <a:pt x="230" y="997"/>
                    <a:pt x="230" y="997"/>
                  </a:cubicBezTo>
                  <a:cubicBezTo>
                    <a:pt x="299" y="981"/>
                    <a:pt x="262" y="916"/>
                    <a:pt x="284" y="864"/>
                  </a:cubicBezTo>
                  <a:cubicBezTo>
                    <a:pt x="331" y="754"/>
                    <a:pt x="320" y="689"/>
                    <a:pt x="292" y="638"/>
                  </a:cubicBezTo>
                  <a:cubicBezTo>
                    <a:pt x="287" y="629"/>
                    <a:pt x="284" y="619"/>
                    <a:pt x="282" y="607"/>
                  </a:cubicBezTo>
                  <a:cubicBezTo>
                    <a:pt x="307" y="635"/>
                    <a:pt x="322" y="667"/>
                    <a:pt x="334" y="690"/>
                  </a:cubicBezTo>
                  <a:cubicBezTo>
                    <a:pt x="346" y="714"/>
                    <a:pt x="362" y="696"/>
                    <a:pt x="374" y="715"/>
                  </a:cubicBezTo>
                  <a:cubicBezTo>
                    <a:pt x="385" y="734"/>
                    <a:pt x="496" y="859"/>
                    <a:pt x="517" y="871"/>
                  </a:cubicBezTo>
                  <a:cubicBezTo>
                    <a:pt x="538" y="883"/>
                    <a:pt x="552" y="918"/>
                    <a:pt x="560" y="935"/>
                  </a:cubicBezTo>
                  <a:cubicBezTo>
                    <a:pt x="567" y="952"/>
                    <a:pt x="588" y="952"/>
                    <a:pt x="597" y="948"/>
                  </a:cubicBezTo>
                  <a:cubicBezTo>
                    <a:pt x="598" y="948"/>
                    <a:pt x="599" y="947"/>
                    <a:pt x="600" y="946"/>
                  </a:cubicBezTo>
                  <a:cubicBezTo>
                    <a:pt x="598" y="949"/>
                    <a:pt x="597" y="953"/>
                    <a:pt x="597" y="957"/>
                  </a:cubicBezTo>
                  <a:cubicBezTo>
                    <a:pt x="597" y="966"/>
                    <a:pt x="604" y="974"/>
                    <a:pt x="614" y="978"/>
                  </a:cubicBezTo>
                  <a:cubicBezTo>
                    <a:pt x="614" y="1845"/>
                    <a:pt x="614" y="1845"/>
                    <a:pt x="614" y="1845"/>
                  </a:cubicBezTo>
                  <a:cubicBezTo>
                    <a:pt x="639" y="1845"/>
                    <a:pt x="639" y="1845"/>
                    <a:pt x="639" y="1845"/>
                  </a:cubicBezTo>
                  <a:cubicBezTo>
                    <a:pt x="639" y="1000"/>
                    <a:pt x="639" y="1000"/>
                    <a:pt x="639" y="1000"/>
                  </a:cubicBezTo>
                  <a:cubicBezTo>
                    <a:pt x="642" y="999"/>
                    <a:pt x="645" y="997"/>
                    <a:pt x="649" y="995"/>
                  </a:cubicBezTo>
                  <a:cubicBezTo>
                    <a:pt x="685" y="978"/>
                    <a:pt x="675" y="950"/>
                    <a:pt x="686" y="930"/>
                  </a:cubicBezTo>
                  <a:cubicBezTo>
                    <a:pt x="698" y="911"/>
                    <a:pt x="675" y="903"/>
                    <a:pt x="660" y="898"/>
                  </a:cubicBezTo>
                  <a:close/>
                  <a:moveTo>
                    <a:pt x="642" y="977"/>
                  </a:moveTo>
                  <a:cubicBezTo>
                    <a:pt x="641" y="978"/>
                    <a:pt x="640" y="979"/>
                    <a:pt x="639" y="979"/>
                  </a:cubicBezTo>
                  <a:cubicBezTo>
                    <a:pt x="639" y="978"/>
                    <a:pt x="639" y="978"/>
                    <a:pt x="639" y="978"/>
                  </a:cubicBezTo>
                  <a:cubicBezTo>
                    <a:pt x="641" y="977"/>
                    <a:pt x="643" y="976"/>
                    <a:pt x="645" y="975"/>
                  </a:cubicBezTo>
                  <a:cubicBezTo>
                    <a:pt x="644" y="976"/>
                    <a:pt x="643" y="977"/>
                    <a:pt x="642" y="977"/>
                  </a:cubicBezTo>
                  <a:close/>
                  <a:moveTo>
                    <a:pt x="655" y="951"/>
                  </a:moveTo>
                  <a:cubicBezTo>
                    <a:pt x="651" y="941"/>
                    <a:pt x="640" y="934"/>
                    <a:pt x="626" y="934"/>
                  </a:cubicBezTo>
                  <a:cubicBezTo>
                    <a:pt x="623" y="934"/>
                    <a:pt x="621" y="934"/>
                    <a:pt x="618" y="935"/>
                  </a:cubicBezTo>
                  <a:cubicBezTo>
                    <a:pt x="625" y="930"/>
                    <a:pt x="632" y="928"/>
                    <a:pt x="637" y="931"/>
                  </a:cubicBezTo>
                  <a:cubicBezTo>
                    <a:pt x="647" y="937"/>
                    <a:pt x="656" y="939"/>
                    <a:pt x="655" y="951"/>
                  </a:cubicBezTo>
                  <a:close/>
                </a:path>
              </a:pathLst>
            </a:custGeom>
            <a:solidFill>
              <a:srgbClr val="B1DF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66573" name="Freeform 54">
              <a:extLst>
                <a:ext uri="{FF2B5EF4-FFF2-40B4-BE49-F238E27FC236}">
                  <a16:creationId xmlns:a16="http://schemas.microsoft.com/office/drawing/2014/main" id="{BBCF5A82-3122-4702-9B73-879D480A103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697" y="1889"/>
              <a:ext cx="801" cy="2150"/>
            </a:xfrm>
            <a:custGeom>
              <a:avLst/>
              <a:gdLst>
                <a:gd name="T0" fmla="*/ 874 w 698"/>
                <a:gd name="T1" fmla="*/ 1298 h 1875"/>
                <a:gd name="T2" fmla="*/ 532 w 698"/>
                <a:gd name="T3" fmla="*/ 846 h 1875"/>
                <a:gd name="T4" fmla="*/ 418 w 698"/>
                <a:gd name="T5" fmla="*/ 616 h 1875"/>
                <a:gd name="T6" fmla="*/ 418 w 698"/>
                <a:gd name="T7" fmla="*/ 497 h 1875"/>
                <a:gd name="T8" fmla="*/ 568 w 698"/>
                <a:gd name="T9" fmla="*/ 572 h 1875"/>
                <a:gd name="T10" fmla="*/ 624 w 698"/>
                <a:gd name="T11" fmla="*/ 475 h 1875"/>
                <a:gd name="T12" fmla="*/ 690 w 698"/>
                <a:gd name="T13" fmla="*/ 422 h 1875"/>
                <a:gd name="T14" fmla="*/ 693 w 698"/>
                <a:gd name="T15" fmla="*/ 296 h 1875"/>
                <a:gd name="T16" fmla="*/ 624 w 698"/>
                <a:gd name="T17" fmla="*/ 79 h 1875"/>
                <a:gd name="T18" fmla="*/ 398 w 698"/>
                <a:gd name="T19" fmla="*/ 75 h 1875"/>
                <a:gd name="T20" fmla="*/ 328 w 698"/>
                <a:gd name="T21" fmla="*/ 95 h 1875"/>
                <a:gd name="T22" fmla="*/ 306 w 698"/>
                <a:gd name="T23" fmla="*/ 143 h 1875"/>
                <a:gd name="T24" fmla="*/ 297 w 698"/>
                <a:gd name="T25" fmla="*/ 197 h 1875"/>
                <a:gd name="T26" fmla="*/ 309 w 698"/>
                <a:gd name="T27" fmla="*/ 218 h 1875"/>
                <a:gd name="T28" fmla="*/ 339 w 698"/>
                <a:gd name="T29" fmla="*/ 250 h 1875"/>
                <a:gd name="T30" fmla="*/ 339 w 698"/>
                <a:gd name="T31" fmla="*/ 281 h 1875"/>
                <a:gd name="T32" fmla="*/ 212 w 698"/>
                <a:gd name="T33" fmla="*/ 404 h 1875"/>
                <a:gd name="T34" fmla="*/ 20 w 698"/>
                <a:gd name="T35" fmla="*/ 993 h 1875"/>
                <a:gd name="T36" fmla="*/ 54 w 698"/>
                <a:gd name="T37" fmla="*/ 1338 h 1875"/>
                <a:gd name="T38" fmla="*/ 103 w 698"/>
                <a:gd name="T39" fmla="*/ 1854 h 1875"/>
                <a:gd name="T40" fmla="*/ 125 w 698"/>
                <a:gd name="T41" fmla="*/ 2088 h 1875"/>
                <a:gd name="T42" fmla="*/ 112 w 698"/>
                <a:gd name="T43" fmla="*/ 2424 h 1875"/>
                <a:gd name="T44" fmla="*/ 91 w 698"/>
                <a:gd name="T45" fmla="*/ 2656 h 1875"/>
                <a:gd name="T46" fmla="*/ 140 w 698"/>
                <a:gd name="T47" fmla="*/ 2798 h 1875"/>
                <a:gd name="T48" fmla="*/ 332 w 698"/>
                <a:gd name="T49" fmla="*/ 2782 h 1875"/>
                <a:gd name="T50" fmla="*/ 409 w 698"/>
                <a:gd name="T51" fmla="*/ 2793 h 1875"/>
                <a:gd name="T52" fmla="*/ 489 w 698"/>
                <a:gd name="T53" fmla="*/ 2808 h 1875"/>
                <a:gd name="T54" fmla="*/ 508 w 698"/>
                <a:gd name="T55" fmla="*/ 2788 h 1875"/>
                <a:gd name="T56" fmla="*/ 516 w 698"/>
                <a:gd name="T57" fmla="*/ 2733 h 1875"/>
                <a:gd name="T58" fmla="*/ 449 w 698"/>
                <a:gd name="T59" fmla="*/ 2737 h 1875"/>
                <a:gd name="T60" fmla="*/ 417 w 698"/>
                <a:gd name="T61" fmla="*/ 2724 h 1875"/>
                <a:gd name="T62" fmla="*/ 491 w 698"/>
                <a:gd name="T63" fmla="*/ 2706 h 1875"/>
                <a:gd name="T64" fmla="*/ 448 w 698"/>
                <a:gd name="T65" fmla="*/ 2677 h 1875"/>
                <a:gd name="T66" fmla="*/ 278 w 698"/>
                <a:gd name="T67" fmla="*/ 2589 h 1875"/>
                <a:gd name="T68" fmla="*/ 252 w 698"/>
                <a:gd name="T69" fmla="*/ 2454 h 1875"/>
                <a:gd name="T70" fmla="*/ 303 w 698"/>
                <a:gd name="T71" fmla="*/ 2074 h 1875"/>
                <a:gd name="T72" fmla="*/ 325 w 698"/>
                <a:gd name="T73" fmla="*/ 1668 h 1875"/>
                <a:gd name="T74" fmla="*/ 429 w 698"/>
                <a:gd name="T75" fmla="*/ 1303 h 1875"/>
                <a:gd name="T76" fmla="*/ 427 w 698"/>
                <a:gd name="T77" fmla="*/ 915 h 1875"/>
                <a:gd name="T78" fmla="*/ 565 w 698"/>
                <a:gd name="T79" fmla="*/ 1078 h 1875"/>
                <a:gd name="T80" fmla="*/ 847 w 698"/>
                <a:gd name="T81" fmla="*/ 1409 h 1875"/>
                <a:gd name="T82" fmla="*/ 908 w 698"/>
                <a:gd name="T83" fmla="*/ 1426 h 1875"/>
                <a:gd name="T84" fmla="*/ 928 w 698"/>
                <a:gd name="T85" fmla="*/ 1473 h 1875"/>
                <a:gd name="T86" fmla="*/ 965 w 698"/>
                <a:gd name="T87" fmla="*/ 2782 h 1875"/>
                <a:gd name="T88" fmla="*/ 981 w 698"/>
                <a:gd name="T89" fmla="*/ 1500 h 1875"/>
                <a:gd name="T90" fmla="*/ 997 w 698"/>
                <a:gd name="T91" fmla="*/ 1354 h 1875"/>
                <a:gd name="T92" fmla="*/ 965 w 698"/>
                <a:gd name="T93" fmla="*/ 1477 h 1875"/>
                <a:gd name="T94" fmla="*/ 974 w 698"/>
                <a:gd name="T95" fmla="*/ 1470 h 1875"/>
                <a:gd name="T96" fmla="*/ 990 w 698"/>
                <a:gd name="T97" fmla="*/ 1433 h 1875"/>
                <a:gd name="T98" fmla="*/ 934 w 698"/>
                <a:gd name="T99" fmla="*/ 1409 h 1875"/>
                <a:gd name="T100" fmla="*/ 990 w 698"/>
                <a:gd name="T101" fmla="*/ 1433 h 1875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698" h="1875">
                  <a:moveTo>
                    <a:pt x="660" y="898"/>
                  </a:moveTo>
                  <a:cubicBezTo>
                    <a:pt x="646" y="893"/>
                    <a:pt x="613" y="896"/>
                    <a:pt x="579" y="861"/>
                  </a:cubicBezTo>
                  <a:cubicBezTo>
                    <a:pt x="545" y="825"/>
                    <a:pt x="467" y="695"/>
                    <a:pt x="432" y="668"/>
                  </a:cubicBezTo>
                  <a:cubicBezTo>
                    <a:pt x="396" y="640"/>
                    <a:pt x="380" y="587"/>
                    <a:pt x="352" y="562"/>
                  </a:cubicBezTo>
                  <a:cubicBezTo>
                    <a:pt x="338" y="550"/>
                    <a:pt x="313" y="511"/>
                    <a:pt x="288" y="469"/>
                  </a:cubicBezTo>
                  <a:cubicBezTo>
                    <a:pt x="285" y="450"/>
                    <a:pt x="278" y="412"/>
                    <a:pt x="276" y="408"/>
                  </a:cubicBezTo>
                  <a:cubicBezTo>
                    <a:pt x="274" y="404"/>
                    <a:pt x="278" y="382"/>
                    <a:pt x="279" y="369"/>
                  </a:cubicBezTo>
                  <a:cubicBezTo>
                    <a:pt x="280" y="356"/>
                    <a:pt x="270" y="336"/>
                    <a:pt x="276" y="330"/>
                  </a:cubicBezTo>
                  <a:cubicBezTo>
                    <a:pt x="282" y="324"/>
                    <a:pt x="287" y="310"/>
                    <a:pt x="287" y="310"/>
                  </a:cubicBezTo>
                  <a:cubicBezTo>
                    <a:pt x="307" y="314"/>
                    <a:pt x="350" y="381"/>
                    <a:pt x="376" y="379"/>
                  </a:cubicBezTo>
                  <a:cubicBezTo>
                    <a:pt x="402" y="376"/>
                    <a:pt x="400" y="331"/>
                    <a:pt x="400" y="331"/>
                  </a:cubicBezTo>
                  <a:cubicBezTo>
                    <a:pt x="406" y="327"/>
                    <a:pt x="413" y="315"/>
                    <a:pt x="413" y="315"/>
                  </a:cubicBezTo>
                  <a:cubicBezTo>
                    <a:pt x="413" y="315"/>
                    <a:pt x="416" y="324"/>
                    <a:pt x="434" y="322"/>
                  </a:cubicBezTo>
                  <a:cubicBezTo>
                    <a:pt x="467" y="319"/>
                    <a:pt x="460" y="286"/>
                    <a:pt x="457" y="280"/>
                  </a:cubicBezTo>
                  <a:cubicBezTo>
                    <a:pt x="454" y="275"/>
                    <a:pt x="444" y="246"/>
                    <a:pt x="451" y="237"/>
                  </a:cubicBezTo>
                  <a:cubicBezTo>
                    <a:pt x="459" y="228"/>
                    <a:pt x="450" y="209"/>
                    <a:pt x="458" y="196"/>
                  </a:cubicBezTo>
                  <a:cubicBezTo>
                    <a:pt x="466" y="183"/>
                    <a:pt x="459" y="170"/>
                    <a:pt x="459" y="170"/>
                  </a:cubicBezTo>
                  <a:cubicBezTo>
                    <a:pt x="459" y="170"/>
                    <a:pt x="469" y="84"/>
                    <a:pt x="413" y="52"/>
                  </a:cubicBezTo>
                  <a:cubicBezTo>
                    <a:pt x="322" y="0"/>
                    <a:pt x="265" y="48"/>
                    <a:pt x="265" y="48"/>
                  </a:cubicBezTo>
                  <a:cubicBezTo>
                    <a:pt x="264" y="48"/>
                    <a:pt x="264" y="49"/>
                    <a:pt x="263" y="50"/>
                  </a:cubicBezTo>
                  <a:cubicBezTo>
                    <a:pt x="258" y="48"/>
                    <a:pt x="249" y="49"/>
                    <a:pt x="246" y="49"/>
                  </a:cubicBezTo>
                  <a:cubicBezTo>
                    <a:pt x="237" y="51"/>
                    <a:pt x="224" y="57"/>
                    <a:pt x="217" y="63"/>
                  </a:cubicBezTo>
                  <a:cubicBezTo>
                    <a:pt x="223" y="61"/>
                    <a:pt x="230" y="59"/>
                    <a:pt x="237" y="59"/>
                  </a:cubicBezTo>
                  <a:cubicBezTo>
                    <a:pt x="223" y="66"/>
                    <a:pt x="210" y="80"/>
                    <a:pt x="203" y="95"/>
                  </a:cubicBezTo>
                  <a:cubicBezTo>
                    <a:pt x="208" y="90"/>
                    <a:pt x="214" y="84"/>
                    <a:pt x="221" y="82"/>
                  </a:cubicBezTo>
                  <a:cubicBezTo>
                    <a:pt x="207" y="91"/>
                    <a:pt x="198" y="115"/>
                    <a:pt x="197" y="131"/>
                  </a:cubicBezTo>
                  <a:cubicBezTo>
                    <a:pt x="201" y="120"/>
                    <a:pt x="208" y="111"/>
                    <a:pt x="216" y="103"/>
                  </a:cubicBezTo>
                  <a:cubicBezTo>
                    <a:pt x="208" y="113"/>
                    <a:pt x="203" y="132"/>
                    <a:pt x="204" y="145"/>
                  </a:cubicBezTo>
                  <a:cubicBezTo>
                    <a:pt x="207" y="138"/>
                    <a:pt x="209" y="132"/>
                    <a:pt x="211" y="125"/>
                  </a:cubicBezTo>
                  <a:cubicBezTo>
                    <a:pt x="211" y="140"/>
                    <a:pt x="218" y="153"/>
                    <a:pt x="224" y="166"/>
                  </a:cubicBezTo>
                  <a:cubicBezTo>
                    <a:pt x="224" y="165"/>
                    <a:pt x="224" y="165"/>
                    <a:pt x="224" y="165"/>
                  </a:cubicBezTo>
                  <a:cubicBezTo>
                    <a:pt x="226" y="176"/>
                    <a:pt x="228" y="184"/>
                    <a:pt x="224" y="187"/>
                  </a:cubicBezTo>
                  <a:cubicBezTo>
                    <a:pt x="212" y="197"/>
                    <a:pt x="210" y="218"/>
                    <a:pt x="198" y="222"/>
                  </a:cubicBezTo>
                  <a:cubicBezTo>
                    <a:pt x="163" y="233"/>
                    <a:pt x="156" y="256"/>
                    <a:pt x="140" y="268"/>
                  </a:cubicBezTo>
                  <a:cubicBezTo>
                    <a:pt x="82" y="311"/>
                    <a:pt x="44" y="397"/>
                    <a:pt x="22" y="462"/>
                  </a:cubicBezTo>
                  <a:cubicBezTo>
                    <a:pt x="0" y="528"/>
                    <a:pt x="20" y="633"/>
                    <a:pt x="13" y="658"/>
                  </a:cubicBezTo>
                  <a:cubicBezTo>
                    <a:pt x="6" y="682"/>
                    <a:pt x="8" y="796"/>
                    <a:pt x="12" y="836"/>
                  </a:cubicBezTo>
                  <a:cubicBezTo>
                    <a:pt x="17" y="876"/>
                    <a:pt x="20" y="866"/>
                    <a:pt x="36" y="888"/>
                  </a:cubicBezTo>
                  <a:cubicBezTo>
                    <a:pt x="45" y="900"/>
                    <a:pt x="53" y="996"/>
                    <a:pt x="60" y="1085"/>
                  </a:cubicBezTo>
                  <a:cubicBezTo>
                    <a:pt x="59" y="1126"/>
                    <a:pt x="61" y="1175"/>
                    <a:pt x="68" y="1230"/>
                  </a:cubicBezTo>
                  <a:cubicBezTo>
                    <a:pt x="74" y="1271"/>
                    <a:pt x="78" y="1324"/>
                    <a:pt x="81" y="1341"/>
                  </a:cubicBezTo>
                  <a:cubicBezTo>
                    <a:pt x="85" y="1359"/>
                    <a:pt x="82" y="1365"/>
                    <a:pt x="83" y="1385"/>
                  </a:cubicBezTo>
                  <a:cubicBezTo>
                    <a:pt x="83" y="1405"/>
                    <a:pt x="71" y="1438"/>
                    <a:pt x="65" y="1471"/>
                  </a:cubicBezTo>
                  <a:cubicBezTo>
                    <a:pt x="60" y="1505"/>
                    <a:pt x="70" y="1591"/>
                    <a:pt x="74" y="1608"/>
                  </a:cubicBezTo>
                  <a:cubicBezTo>
                    <a:pt x="78" y="1625"/>
                    <a:pt x="83" y="1666"/>
                    <a:pt x="83" y="1698"/>
                  </a:cubicBezTo>
                  <a:cubicBezTo>
                    <a:pt x="83" y="1731"/>
                    <a:pt x="76" y="1726"/>
                    <a:pt x="60" y="1762"/>
                  </a:cubicBezTo>
                  <a:cubicBezTo>
                    <a:pt x="50" y="1787"/>
                    <a:pt x="56" y="1799"/>
                    <a:pt x="67" y="1805"/>
                  </a:cubicBezTo>
                  <a:cubicBezTo>
                    <a:pt x="51" y="1843"/>
                    <a:pt x="72" y="1853"/>
                    <a:pt x="92" y="1856"/>
                  </a:cubicBezTo>
                  <a:cubicBezTo>
                    <a:pt x="112" y="1858"/>
                    <a:pt x="128" y="1850"/>
                    <a:pt x="151" y="1843"/>
                  </a:cubicBezTo>
                  <a:cubicBezTo>
                    <a:pt x="174" y="1836"/>
                    <a:pt x="209" y="1832"/>
                    <a:pt x="220" y="1845"/>
                  </a:cubicBezTo>
                  <a:cubicBezTo>
                    <a:pt x="232" y="1859"/>
                    <a:pt x="245" y="1854"/>
                    <a:pt x="255" y="1852"/>
                  </a:cubicBezTo>
                  <a:cubicBezTo>
                    <a:pt x="259" y="1851"/>
                    <a:pt x="264" y="1852"/>
                    <a:pt x="270" y="1852"/>
                  </a:cubicBezTo>
                  <a:cubicBezTo>
                    <a:pt x="283" y="1863"/>
                    <a:pt x="307" y="1875"/>
                    <a:pt x="308" y="1859"/>
                  </a:cubicBezTo>
                  <a:cubicBezTo>
                    <a:pt x="313" y="1861"/>
                    <a:pt x="317" y="1864"/>
                    <a:pt x="323" y="1863"/>
                  </a:cubicBezTo>
                  <a:cubicBezTo>
                    <a:pt x="324" y="1860"/>
                    <a:pt x="325" y="1858"/>
                    <a:pt x="325" y="1855"/>
                  </a:cubicBezTo>
                  <a:cubicBezTo>
                    <a:pt x="332" y="1856"/>
                    <a:pt x="336" y="1853"/>
                    <a:pt x="336" y="1849"/>
                  </a:cubicBezTo>
                  <a:cubicBezTo>
                    <a:pt x="342" y="1850"/>
                    <a:pt x="348" y="1849"/>
                    <a:pt x="351" y="1839"/>
                  </a:cubicBezTo>
                  <a:cubicBezTo>
                    <a:pt x="357" y="1823"/>
                    <a:pt x="342" y="1812"/>
                    <a:pt x="342" y="1812"/>
                  </a:cubicBezTo>
                  <a:cubicBezTo>
                    <a:pt x="342" y="1812"/>
                    <a:pt x="326" y="1814"/>
                    <a:pt x="320" y="1819"/>
                  </a:cubicBezTo>
                  <a:cubicBezTo>
                    <a:pt x="314" y="1824"/>
                    <a:pt x="297" y="1816"/>
                    <a:pt x="297" y="1816"/>
                  </a:cubicBezTo>
                  <a:cubicBezTo>
                    <a:pt x="288" y="1816"/>
                    <a:pt x="279" y="1816"/>
                    <a:pt x="270" y="1808"/>
                  </a:cubicBezTo>
                  <a:cubicBezTo>
                    <a:pt x="271" y="1808"/>
                    <a:pt x="273" y="1808"/>
                    <a:pt x="275" y="1807"/>
                  </a:cubicBezTo>
                  <a:cubicBezTo>
                    <a:pt x="295" y="1805"/>
                    <a:pt x="287" y="1800"/>
                    <a:pt x="298" y="1801"/>
                  </a:cubicBezTo>
                  <a:cubicBezTo>
                    <a:pt x="308" y="1802"/>
                    <a:pt x="319" y="1810"/>
                    <a:pt x="325" y="1795"/>
                  </a:cubicBezTo>
                  <a:cubicBezTo>
                    <a:pt x="330" y="1780"/>
                    <a:pt x="317" y="1770"/>
                    <a:pt x="317" y="1770"/>
                  </a:cubicBezTo>
                  <a:cubicBezTo>
                    <a:pt x="317" y="1770"/>
                    <a:pt x="302" y="1771"/>
                    <a:pt x="296" y="1776"/>
                  </a:cubicBezTo>
                  <a:cubicBezTo>
                    <a:pt x="290" y="1781"/>
                    <a:pt x="273" y="1773"/>
                    <a:pt x="273" y="1773"/>
                  </a:cubicBezTo>
                  <a:cubicBezTo>
                    <a:pt x="251" y="1772"/>
                    <a:pt x="239" y="1745"/>
                    <a:pt x="184" y="1717"/>
                  </a:cubicBezTo>
                  <a:cubicBezTo>
                    <a:pt x="179" y="1714"/>
                    <a:pt x="175" y="1710"/>
                    <a:pt x="171" y="1704"/>
                  </a:cubicBezTo>
                  <a:cubicBezTo>
                    <a:pt x="166" y="1680"/>
                    <a:pt x="164" y="1651"/>
                    <a:pt x="167" y="1627"/>
                  </a:cubicBezTo>
                  <a:cubicBezTo>
                    <a:pt x="174" y="1578"/>
                    <a:pt x="187" y="1452"/>
                    <a:pt x="188" y="1428"/>
                  </a:cubicBezTo>
                  <a:cubicBezTo>
                    <a:pt x="190" y="1405"/>
                    <a:pt x="198" y="1401"/>
                    <a:pt x="200" y="1376"/>
                  </a:cubicBezTo>
                  <a:cubicBezTo>
                    <a:pt x="203" y="1351"/>
                    <a:pt x="190" y="1318"/>
                    <a:pt x="190" y="1318"/>
                  </a:cubicBezTo>
                  <a:cubicBezTo>
                    <a:pt x="201" y="1309"/>
                    <a:pt x="211" y="1138"/>
                    <a:pt x="215" y="1107"/>
                  </a:cubicBezTo>
                  <a:cubicBezTo>
                    <a:pt x="219" y="1077"/>
                    <a:pt x="230" y="997"/>
                    <a:pt x="230" y="997"/>
                  </a:cubicBezTo>
                  <a:cubicBezTo>
                    <a:pt x="299" y="981"/>
                    <a:pt x="262" y="916"/>
                    <a:pt x="284" y="864"/>
                  </a:cubicBezTo>
                  <a:cubicBezTo>
                    <a:pt x="331" y="754"/>
                    <a:pt x="320" y="689"/>
                    <a:pt x="292" y="638"/>
                  </a:cubicBezTo>
                  <a:cubicBezTo>
                    <a:pt x="287" y="629"/>
                    <a:pt x="284" y="619"/>
                    <a:pt x="282" y="607"/>
                  </a:cubicBezTo>
                  <a:cubicBezTo>
                    <a:pt x="307" y="635"/>
                    <a:pt x="322" y="667"/>
                    <a:pt x="334" y="690"/>
                  </a:cubicBezTo>
                  <a:cubicBezTo>
                    <a:pt x="346" y="714"/>
                    <a:pt x="362" y="696"/>
                    <a:pt x="374" y="715"/>
                  </a:cubicBezTo>
                  <a:cubicBezTo>
                    <a:pt x="385" y="734"/>
                    <a:pt x="496" y="859"/>
                    <a:pt x="517" y="871"/>
                  </a:cubicBezTo>
                  <a:cubicBezTo>
                    <a:pt x="538" y="883"/>
                    <a:pt x="552" y="918"/>
                    <a:pt x="560" y="935"/>
                  </a:cubicBezTo>
                  <a:cubicBezTo>
                    <a:pt x="567" y="952"/>
                    <a:pt x="588" y="952"/>
                    <a:pt x="597" y="948"/>
                  </a:cubicBezTo>
                  <a:cubicBezTo>
                    <a:pt x="598" y="948"/>
                    <a:pt x="599" y="947"/>
                    <a:pt x="600" y="946"/>
                  </a:cubicBezTo>
                  <a:cubicBezTo>
                    <a:pt x="598" y="949"/>
                    <a:pt x="597" y="953"/>
                    <a:pt x="597" y="957"/>
                  </a:cubicBezTo>
                  <a:cubicBezTo>
                    <a:pt x="597" y="966"/>
                    <a:pt x="604" y="974"/>
                    <a:pt x="614" y="978"/>
                  </a:cubicBezTo>
                  <a:cubicBezTo>
                    <a:pt x="614" y="1845"/>
                    <a:pt x="614" y="1845"/>
                    <a:pt x="614" y="1845"/>
                  </a:cubicBezTo>
                  <a:cubicBezTo>
                    <a:pt x="639" y="1845"/>
                    <a:pt x="639" y="1845"/>
                    <a:pt x="639" y="1845"/>
                  </a:cubicBezTo>
                  <a:cubicBezTo>
                    <a:pt x="639" y="1000"/>
                    <a:pt x="639" y="1000"/>
                    <a:pt x="639" y="1000"/>
                  </a:cubicBezTo>
                  <a:cubicBezTo>
                    <a:pt x="642" y="999"/>
                    <a:pt x="645" y="997"/>
                    <a:pt x="649" y="995"/>
                  </a:cubicBezTo>
                  <a:cubicBezTo>
                    <a:pt x="685" y="978"/>
                    <a:pt x="675" y="950"/>
                    <a:pt x="686" y="930"/>
                  </a:cubicBezTo>
                  <a:cubicBezTo>
                    <a:pt x="698" y="911"/>
                    <a:pt x="675" y="903"/>
                    <a:pt x="660" y="898"/>
                  </a:cubicBezTo>
                  <a:close/>
                  <a:moveTo>
                    <a:pt x="642" y="977"/>
                  </a:moveTo>
                  <a:cubicBezTo>
                    <a:pt x="641" y="978"/>
                    <a:pt x="640" y="979"/>
                    <a:pt x="639" y="979"/>
                  </a:cubicBezTo>
                  <a:cubicBezTo>
                    <a:pt x="639" y="978"/>
                    <a:pt x="639" y="978"/>
                    <a:pt x="639" y="978"/>
                  </a:cubicBezTo>
                  <a:cubicBezTo>
                    <a:pt x="641" y="977"/>
                    <a:pt x="643" y="976"/>
                    <a:pt x="645" y="975"/>
                  </a:cubicBezTo>
                  <a:cubicBezTo>
                    <a:pt x="644" y="976"/>
                    <a:pt x="643" y="977"/>
                    <a:pt x="642" y="977"/>
                  </a:cubicBezTo>
                  <a:close/>
                  <a:moveTo>
                    <a:pt x="655" y="951"/>
                  </a:moveTo>
                  <a:cubicBezTo>
                    <a:pt x="651" y="941"/>
                    <a:pt x="640" y="934"/>
                    <a:pt x="626" y="934"/>
                  </a:cubicBezTo>
                  <a:cubicBezTo>
                    <a:pt x="623" y="934"/>
                    <a:pt x="621" y="934"/>
                    <a:pt x="618" y="935"/>
                  </a:cubicBezTo>
                  <a:cubicBezTo>
                    <a:pt x="625" y="930"/>
                    <a:pt x="632" y="928"/>
                    <a:pt x="637" y="931"/>
                  </a:cubicBezTo>
                  <a:cubicBezTo>
                    <a:pt x="647" y="937"/>
                    <a:pt x="656" y="939"/>
                    <a:pt x="655" y="951"/>
                  </a:cubicBezTo>
                  <a:close/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</p:grpSp>
      <p:grpSp>
        <p:nvGrpSpPr>
          <p:cNvPr id="66569" name="full-body-adult-male-silhouette">
            <a:extLst>
              <a:ext uri="{FF2B5EF4-FFF2-40B4-BE49-F238E27FC236}">
                <a16:creationId xmlns:a16="http://schemas.microsoft.com/office/drawing/2014/main" id="{4CA3F1E1-3114-4335-9507-92F1276FD3F2}"/>
              </a:ext>
            </a:extLst>
          </p:cNvPr>
          <p:cNvGrpSpPr>
            <a:grpSpLocks/>
          </p:cNvGrpSpPr>
          <p:nvPr/>
        </p:nvGrpSpPr>
        <p:grpSpPr bwMode="auto">
          <a:xfrm>
            <a:off x="4127500" y="2335213"/>
            <a:ext cx="947738" cy="3306762"/>
            <a:chOff x="4105" y="681"/>
            <a:chExt cx="658" cy="2296"/>
          </a:xfrm>
        </p:grpSpPr>
        <p:sp>
          <p:nvSpPr>
            <p:cNvPr id="66570" name="Freeform 56">
              <a:extLst>
                <a:ext uri="{FF2B5EF4-FFF2-40B4-BE49-F238E27FC236}">
                  <a16:creationId xmlns:a16="http://schemas.microsoft.com/office/drawing/2014/main" id="{DAF6C2FA-C894-4985-8A53-511BF6944B9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105" y="681"/>
              <a:ext cx="658" cy="2296"/>
            </a:xfrm>
            <a:custGeom>
              <a:avLst/>
              <a:gdLst>
                <a:gd name="T0" fmla="*/ 537 w 718"/>
                <a:gd name="T1" fmla="*/ 870 h 2510"/>
                <a:gd name="T2" fmla="*/ 502 w 718"/>
                <a:gd name="T3" fmla="*/ 451 h 2510"/>
                <a:gd name="T4" fmla="*/ 322 w 718"/>
                <a:gd name="T5" fmla="*/ 268 h 2510"/>
                <a:gd name="T6" fmla="*/ 367 w 718"/>
                <a:gd name="T7" fmla="*/ 177 h 2510"/>
                <a:gd name="T8" fmla="*/ 370 w 718"/>
                <a:gd name="T9" fmla="*/ 130 h 2510"/>
                <a:gd name="T10" fmla="*/ 366 w 718"/>
                <a:gd name="T11" fmla="*/ 101 h 2510"/>
                <a:gd name="T12" fmla="*/ 363 w 718"/>
                <a:gd name="T13" fmla="*/ 83 h 2510"/>
                <a:gd name="T14" fmla="*/ 359 w 718"/>
                <a:gd name="T15" fmla="*/ 69 h 2510"/>
                <a:gd name="T16" fmla="*/ 355 w 718"/>
                <a:gd name="T17" fmla="*/ 66 h 2510"/>
                <a:gd name="T18" fmla="*/ 344 w 718"/>
                <a:gd name="T19" fmla="*/ 39 h 2510"/>
                <a:gd name="T20" fmla="*/ 336 w 718"/>
                <a:gd name="T21" fmla="*/ 32 h 2510"/>
                <a:gd name="T22" fmla="*/ 331 w 718"/>
                <a:gd name="T23" fmla="*/ 23 h 2510"/>
                <a:gd name="T24" fmla="*/ 324 w 718"/>
                <a:gd name="T25" fmla="*/ 15 h 2510"/>
                <a:gd name="T26" fmla="*/ 317 w 718"/>
                <a:gd name="T27" fmla="*/ 28 h 2510"/>
                <a:gd name="T28" fmla="*/ 309 w 718"/>
                <a:gd name="T29" fmla="*/ 28 h 2510"/>
                <a:gd name="T30" fmla="*/ 301 w 718"/>
                <a:gd name="T31" fmla="*/ 15 h 2510"/>
                <a:gd name="T32" fmla="*/ 297 w 718"/>
                <a:gd name="T33" fmla="*/ 15 h 2510"/>
                <a:gd name="T34" fmla="*/ 290 w 718"/>
                <a:gd name="T35" fmla="*/ 15 h 2510"/>
                <a:gd name="T36" fmla="*/ 283 w 718"/>
                <a:gd name="T37" fmla="*/ 28 h 2510"/>
                <a:gd name="T38" fmla="*/ 271 w 718"/>
                <a:gd name="T39" fmla="*/ 16 h 2510"/>
                <a:gd name="T40" fmla="*/ 264 w 718"/>
                <a:gd name="T41" fmla="*/ 22 h 2510"/>
                <a:gd name="T42" fmla="*/ 257 w 718"/>
                <a:gd name="T43" fmla="*/ 22 h 2510"/>
                <a:gd name="T44" fmla="*/ 248 w 718"/>
                <a:gd name="T45" fmla="*/ 5 h 2510"/>
                <a:gd name="T46" fmla="*/ 240 w 718"/>
                <a:gd name="T47" fmla="*/ 15 h 2510"/>
                <a:gd name="T48" fmla="*/ 226 w 718"/>
                <a:gd name="T49" fmla="*/ 5 h 2510"/>
                <a:gd name="T50" fmla="*/ 215 w 718"/>
                <a:gd name="T51" fmla="*/ 21 h 2510"/>
                <a:gd name="T52" fmla="*/ 206 w 718"/>
                <a:gd name="T53" fmla="*/ 23 h 2510"/>
                <a:gd name="T54" fmla="*/ 203 w 718"/>
                <a:gd name="T55" fmla="*/ 22 h 2510"/>
                <a:gd name="T56" fmla="*/ 199 w 718"/>
                <a:gd name="T57" fmla="*/ 31 h 2510"/>
                <a:gd name="T58" fmla="*/ 192 w 718"/>
                <a:gd name="T59" fmla="*/ 44 h 2510"/>
                <a:gd name="T60" fmla="*/ 192 w 718"/>
                <a:gd name="T61" fmla="*/ 55 h 2510"/>
                <a:gd name="T62" fmla="*/ 186 w 718"/>
                <a:gd name="T63" fmla="*/ 51 h 2510"/>
                <a:gd name="T64" fmla="*/ 186 w 718"/>
                <a:gd name="T65" fmla="*/ 76 h 2510"/>
                <a:gd name="T66" fmla="*/ 178 w 718"/>
                <a:gd name="T67" fmla="*/ 91 h 2510"/>
                <a:gd name="T68" fmla="*/ 170 w 718"/>
                <a:gd name="T69" fmla="*/ 106 h 2510"/>
                <a:gd name="T70" fmla="*/ 165 w 718"/>
                <a:gd name="T71" fmla="*/ 135 h 2510"/>
                <a:gd name="T72" fmla="*/ 180 w 718"/>
                <a:gd name="T73" fmla="*/ 194 h 2510"/>
                <a:gd name="T74" fmla="*/ 218 w 718"/>
                <a:gd name="T75" fmla="*/ 269 h 2510"/>
                <a:gd name="T76" fmla="*/ 27 w 718"/>
                <a:gd name="T77" fmla="*/ 712 h 2510"/>
                <a:gd name="T78" fmla="*/ 3 w 718"/>
                <a:gd name="T79" fmla="*/ 1043 h 2510"/>
                <a:gd name="T80" fmla="*/ 68 w 718"/>
                <a:gd name="T81" fmla="*/ 1120 h 2510"/>
                <a:gd name="T82" fmla="*/ 84 w 718"/>
                <a:gd name="T83" fmla="*/ 1081 h 2510"/>
                <a:gd name="T84" fmla="*/ 56 w 718"/>
                <a:gd name="T85" fmla="*/ 1033 h 2510"/>
                <a:gd name="T86" fmla="*/ 65 w 718"/>
                <a:gd name="T87" fmla="*/ 928 h 2510"/>
                <a:gd name="T88" fmla="*/ 118 w 718"/>
                <a:gd name="T89" fmla="*/ 596 h 2510"/>
                <a:gd name="T90" fmla="*/ 157 w 718"/>
                <a:gd name="T91" fmla="*/ 1438 h 2510"/>
                <a:gd name="T92" fmla="*/ 159 w 718"/>
                <a:gd name="T93" fmla="*/ 1863 h 2510"/>
                <a:gd name="T94" fmla="*/ 159 w 718"/>
                <a:gd name="T95" fmla="*/ 1906 h 2510"/>
                <a:gd name="T96" fmla="*/ 246 w 718"/>
                <a:gd name="T97" fmla="*/ 1907 h 2510"/>
                <a:gd name="T98" fmla="*/ 251 w 718"/>
                <a:gd name="T99" fmla="*/ 1652 h 2510"/>
                <a:gd name="T100" fmla="*/ 277 w 718"/>
                <a:gd name="T101" fmla="*/ 1084 h 2510"/>
                <a:gd name="T102" fmla="*/ 302 w 718"/>
                <a:gd name="T103" fmla="*/ 1752 h 2510"/>
                <a:gd name="T104" fmla="*/ 320 w 718"/>
                <a:gd name="T105" fmla="*/ 1918 h 2510"/>
                <a:gd name="T106" fmla="*/ 401 w 718"/>
                <a:gd name="T107" fmla="*/ 1900 h 2510"/>
                <a:gd name="T108" fmla="*/ 376 w 718"/>
                <a:gd name="T109" fmla="*/ 1850 h 2510"/>
                <a:gd name="T110" fmla="*/ 401 w 718"/>
                <a:gd name="T111" fmla="*/ 1384 h 2510"/>
                <a:gd name="T112" fmla="*/ 431 w 718"/>
                <a:gd name="T113" fmla="*/ 596 h 2510"/>
                <a:gd name="T114" fmla="*/ 435 w 718"/>
                <a:gd name="T115" fmla="*/ 633 h 2510"/>
                <a:gd name="T116" fmla="*/ 488 w 718"/>
                <a:gd name="T117" fmla="*/ 983 h 2510"/>
                <a:gd name="T118" fmla="*/ 508 w 718"/>
                <a:gd name="T119" fmla="*/ 1024 h 2510"/>
                <a:gd name="T120" fmla="*/ 485 w 718"/>
                <a:gd name="T121" fmla="*/ 1094 h 2510"/>
                <a:gd name="T122" fmla="*/ 489 w 718"/>
                <a:gd name="T123" fmla="*/ 1124 h 2510"/>
                <a:gd name="T124" fmla="*/ 550 w 718"/>
                <a:gd name="T125" fmla="*/ 1016 h 2510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718" h="2510">
                  <a:moveTo>
                    <a:pt x="715" y="1328"/>
                  </a:moveTo>
                  <a:cubicBezTo>
                    <a:pt x="714" y="1318"/>
                    <a:pt x="714" y="1296"/>
                    <a:pt x="714" y="1278"/>
                  </a:cubicBezTo>
                  <a:cubicBezTo>
                    <a:pt x="714" y="1274"/>
                    <a:pt x="715" y="1271"/>
                    <a:pt x="715" y="1271"/>
                  </a:cubicBezTo>
                  <a:cubicBezTo>
                    <a:pt x="715" y="1262"/>
                    <a:pt x="717" y="1259"/>
                    <a:pt x="714" y="1247"/>
                  </a:cubicBezTo>
                  <a:cubicBezTo>
                    <a:pt x="711" y="1235"/>
                    <a:pt x="705" y="1223"/>
                    <a:pt x="705" y="1199"/>
                  </a:cubicBezTo>
                  <a:cubicBezTo>
                    <a:pt x="705" y="1193"/>
                    <a:pt x="701" y="1193"/>
                    <a:pt x="697" y="1137"/>
                  </a:cubicBezTo>
                  <a:cubicBezTo>
                    <a:pt x="695" y="1105"/>
                    <a:pt x="699" y="983"/>
                    <a:pt x="682" y="937"/>
                  </a:cubicBezTo>
                  <a:cubicBezTo>
                    <a:pt x="679" y="922"/>
                    <a:pt x="672" y="902"/>
                    <a:pt x="673" y="869"/>
                  </a:cubicBezTo>
                  <a:cubicBezTo>
                    <a:pt x="672" y="823"/>
                    <a:pt x="662" y="764"/>
                    <a:pt x="652" y="685"/>
                  </a:cubicBezTo>
                  <a:cubicBezTo>
                    <a:pt x="654" y="683"/>
                    <a:pt x="654" y="683"/>
                    <a:pt x="654" y="683"/>
                  </a:cubicBezTo>
                  <a:cubicBezTo>
                    <a:pt x="652" y="668"/>
                    <a:pt x="652" y="655"/>
                    <a:pt x="652" y="643"/>
                  </a:cubicBezTo>
                  <a:cubicBezTo>
                    <a:pt x="654" y="623"/>
                    <a:pt x="655" y="607"/>
                    <a:pt x="652" y="589"/>
                  </a:cubicBezTo>
                  <a:cubicBezTo>
                    <a:pt x="651" y="582"/>
                    <a:pt x="650" y="576"/>
                    <a:pt x="649" y="568"/>
                  </a:cubicBezTo>
                  <a:cubicBezTo>
                    <a:pt x="645" y="550"/>
                    <a:pt x="638" y="535"/>
                    <a:pt x="629" y="523"/>
                  </a:cubicBezTo>
                  <a:cubicBezTo>
                    <a:pt x="610" y="489"/>
                    <a:pt x="588" y="479"/>
                    <a:pt x="565" y="473"/>
                  </a:cubicBezTo>
                  <a:cubicBezTo>
                    <a:pt x="551" y="467"/>
                    <a:pt x="540" y="464"/>
                    <a:pt x="536" y="463"/>
                  </a:cubicBezTo>
                  <a:cubicBezTo>
                    <a:pt x="508" y="455"/>
                    <a:pt x="454" y="436"/>
                    <a:pt x="438" y="426"/>
                  </a:cubicBezTo>
                  <a:cubicBezTo>
                    <a:pt x="415" y="412"/>
                    <a:pt x="414" y="377"/>
                    <a:pt x="418" y="350"/>
                  </a:cubicBezTo>
                  <a:cubicBezTo>
                    <a:pt x="428" y="339"/>
                    <a:pt x="437" y="325"/>
                    <a:pt x="440" y="318"/>
                  </a:cubicBezTo>
                  <a:cubicBezTo>
                    <a:pt x="446" y="307"/>
                    <a:pt x="453" y="285"/>
                    <a:pt x="454" y="273"/>
                  </a:cubicBezTo>
                  <a:cubicBezTo>
                    <a:pt x="455" y="272"/>
                    <a:pt x="455" y="272"/>
                    <a:pt x="455" y="271"/>
                  </a:cubicBezTo>
                  <a:cubicBezTo>
                    <a:pt x="458" y="270"/>
                    <a:pt x="464" y="265"/>
                    <a:pt x="467" y="262"/>
                  </a:cubicBezTo>
                  <a:cubicBezTo>
                    <a:pt x="470" y="258"/>
                    <a:pt x="471" y="253"/>
                    <a:pt x="474" y="249"/>
                  </a:cubicBezTo>
                  <a:cubicBezTo>
                    <a:pt x="477" y="244"/>
                    <a:pt x="476" y="240"/>
                    <a:pt x="478" y="231"/>
                  </a:cubicBezTo>
                  <a:cubicBezTo>
                    <a:pt x="481" y="223"/>
                    <a:pt x="483" y="210"/>
                    <a:pt x="483" y="205"/>
                  </a:cubicBezTo>
                  <a:cubicBezTo>
                    <a:pt x="483" y="200"/>
                    <a:pt x="489" y="186"/>
                    <a:pt x="489" y="179"/>
                  </a:cubicBezTo>
                  <a:cubicBezTo>
                    <a:pt x="489" y="177"/>
                    <a:pt x="489" y="175"/>
                    <a:pt x="488" y="173"/>
                  </a:cubicBezTo>
                  <a:cubicBezTo>
                    <a:pt x="488" y="172"/>
                    <a:pt x="487" y="170"/>
                    <a:pt x="486" y="170"/>
                  </a:cubicBezTo>
                  <a:cubicBezTo>
                    <a:pt x="485" y="169"/>
                    <a:pt x="484" y="169"/>
                    <a:pt x="484" y="169"/>
                  </a:cubicBezTo>
                  <a:cubicBezTo>
                    <a:pt x="483" y="169"/>
                    <a:pt x="482" y="169"/>
                    <a:pt x="481" y="169"/>
                  </a:cubicBezTo>
                  <a:cubicBezTo>
                    <a:pt x="481" y="169"/>
                    <a:pt x="477" y="180"/>
                    <a:pt x="474" y="188"/>
                  </a:cubicBezTo>
                  <a:cubicBezTo>
                    <a:pt x="476" y="182"/>
                    <a:pt x="477" y="176"/>
                    <a:pt x="478" y="170"/>
                  </a:cubicBezTo>
                  <a:cubicBezTo>
                    <a:pt x="479" y="164"/>
                    <a:pt x="481" y="155"/>
                    <a:pt x="479" y="150"/>
                  </a:cubicBezTo>
                  <a:cubicBezTo>
                    <a:pt x="478" y="157"/>
                    <a:pt x="474" y="163"/>
                    <a:pt x="473" y="169"/>
                  </a:cubicBezTo>
                  <a:cubicBezTo>
                    <a:pt x="473" y="169"/>
                    <a:pt x="473" y="168"/>
                    <a:pt x="473" y="167"/>
                  </a:cubicBezTo>
                  <a:cubicBezTo>
                    <a:pt x="476" y="160"/>
                    <a:pt x="476" y="133"/>
                    <a:pt x="475" y="131"/>
                  </a:cubicBezTo>
                  <a:cubicBezTo>
                    <a:pt x="474" y="132"/>
                    <a:pt x="473" y="134"/>
                    <a:pt x="472" y="136"/>
                  </a:cubicBezTo>
                  <a:cubicBezTo>
                    <a:pt x="472" y="131"/>
                    <a:pt x="473" y="126"/>
                    <a:pt x="473" y="121"/>
                  </a:cubicBezTo>
                  <a:cubicBezTo>
                    <a:pt x="472" y="123"/>
                    <a:pt x="472" y="125"/>
                    <a:pt x="471" y="127"/>
                  </a:cubicBezTo>
                  <a:cubicBezTo>
                    <a:pt x="471" y="123"/>
                    <a:pt x="473" y="116"/>
                    <a:pt x="472" y="110"/>
                  </a:cubicBezTo>
                  <a:cubicBezTo>
                    <a:pt x="471" y="113"/>
                    <a:pt x="471" y="116"/>
                    <a:pt x="470" y="119"/>
                  </a:cubicBezTo>
                  <a:cubicBezTo>
                    <a:pt x="471" y="116"/>
                    <a:pt x="471" y="112"/>
                    <a:pt x="471" y="108"/>
                  </a:cubicBezTo>
                  <a:cubicBezTo>
                    <a:pt x="471" y="108"/>
                    <a:pt x="470" y="109"/>
                    <a:pt x="470" y="109"/>
                  </a:cubicBezTo>
                  <a:cubicBezTo>
                    <a:pt x="472" y="103"/>
                    <a:pt x="472" y="95"/>
                    <a:pt x="473" y="90"/>
                  </a:cubicBezTo>
                  <a:cubicBezTo>
                    <a:pt x="472" y="92"/>
                    <a:pt x="466" y="102"/>
                    <a:pt x="466" y="104"/>
                  </a:cubicBezTo>
                  <a:cubicBezTo>
                    <a:pt x="466" y="98"/>
                    <a:pt x="469" y="92"/>
                    <a:pt x="469" y="86"/>
                  </a:cubicBezTo>
                  <a:cubicBezTo>
                    <a:pt x="468" y="92"/>
                    <a:pt x="465" y="98"/>
                    <a:pt x="463" y="104"/>
                  </a:cubicBezTo>
                  <a:cubicBezTo>
                    <a:pt x="463" y="103"/>
                    <a:pt x="466" y="94"/>
                    <a:pt x="467" y="90"/>
                  </a:cubicBezTo>
                  <a:cubicBezTo>
                    <a:pt x="466" y="91"/>
                    <a:pt x="466" y="92"/>
                    <a:pt x="465" y="93"/>
                  </a:cubicBezTo>
                  <a:cubicBezTo>
                    <a:pt x="465" y="92"/>
                    <a:pt x="465" y="91"/>
                    <a:pt x="465" y="89"/>
                  </a:cubicBezTo>
                  <a:cubicBezTo>
                    <a:pt x="462" y="93"/>
                    <a:pt x="459" y="102"/>
                    <a:pt x="459" y="102"/>
                  </a:cubicBezTo>
                  <a:cubicBezTo>
                    <a:pt x="461" y="95"/>
                    <a:pt x="463" y="89"/>
                    <a:pt x="464" y="82"/>
                  </a:cubicBezTo>
                  <a:cubicBezTo>
                    <a:pt x="466" y="79"/>
                    <a:pt x="467" y="76"/>
                    <a:pt x="470" y="74"/>
                  </a:cubicBezTo>
                  <a:cubicBezTo>
                    <a:pt x="465" y="77"/>
                    <a:pt x="462" y="81"/>
                    <a:pt x="460" y="86"/>
                  </a:cubicBezTo>
                  <a:cubicBezTo>
                    <a:pt x="460" y="79"/>
                    <a:pt x="460" y="58"/>
                    <a:pt x="461" y="54"/>
                  </a:cubicBezTo>
                  <a:cubicBezTo>
                    <a:pt x="459" y="58"/>
                    <a:pt x="454" y="67"/>
                    <a:pt x="453" y="67"/>
                  </a:cubicBezTo>
                  <a:cubicBezTo>
                    <a:pt x="453" y="58"/>
                    <a:pt x="453" y="48"/>
                    <a:pt x="456" y="40"/>
                  </a:cubicBezTo>
                  <a:cubicBezTo>
                    <a:pt x="452" y="50"/>
                    <a:pt x="448" y="73"/>
                    <a:pt x="448" y="73"/>
                  </a:cubicBezTo>
                  <a:cubicBezTo>
                    <a:pt x="448" y="61"/>
                    <a:pt x="448" y="49"/>
                    <a:pt x="450" y="37"/>
                  </a:cubicBezTo>
                  <a:cubicBezTo>
                    <a:pt x="448" y="41"/>
                    <a:pt x="447" y="46"/>
                    <a:pt x="446" y="51"/>
                  </a:cubicBezTo>
                  <a:cubicBezTo>
                    <a:pt x="446" y="46"/>
                    <a:pt x="446" y="42"/>
                    <a:pt x="446" y="37"/>
                  </a:cubicBezTo>
                  <a:cubicBezTo>
                    <a:pt x="445" y="40"/>
                    <a:pt x="445" y="43"/>
                    <a:pt x="443" y="45"/>
                  </a:cubicBezTo>
                  <a:cubicBezTo>
                    <a:pt x="444" y="37"/>
                    <a:pt x="444" y="28"/>
                    <a:pt x="443" y="20"/>
                  </a:cubicBezTo>
                  <a:cubicBezTo>
                    <a:pt x="440" y="25"/>
                    <a:pt x="440" y="33"/>
                    <a:pt x="439" y="39"/>
                  </a:cubicBezTo>
                  <a:cubicBezTo>
                    <a:pt x="439" y="40"/>
                    <a:pt x="438" y="42"/>
                    <a:pt x="438" y="44"/>
                  </a:cubicBezTo>
                  <a:cubicBezTo>
                    <a:pt x="438" y="43"/>
                    <a:pt x="438" y="43"/>
                    <a:pt x="438" y="42"/>
                  </a:cubicBezTo>
                  <a:cubicBezTo>
                    <a:pt x="436" y="46"/>
                    <a:pt x="435" y="49"/>
                    <a:pt x="435" y="53"/>
                  </a:cubicBezTo>
                  <a:cubicBezTo>
                    <a:pt x="434" y="54"/>
                    <a:pt x="434" y="54"/>
                    <a:pt x="434" y="55"/>
                  </a:cubicBezTo>
                  <a:cubicBezTo>
                    <a:pt x="435" y="47"/>
                    <a:pt x="436" y="35"/>
                    <a:pt x="434" y="28"/>
                  </a:cubicBezTo>
                  <a:cubicBezTo>
                    <a:pt x="432" y="32"/>
                    <a:pt x="432" y="37"/>
                    <a:pt x="431" y="42"/>
                  </a:cubicBezTo>
                  <a:cubicBezTo>
                    <a:pt x="431" y="39"/>
                    <a:pt x="431" y="37"/>
                    <a:pt x="430" y="34"/>
                  </a:cubicBezTo>
                  <a:cubicBezTo>
                    <a:pt x="430" y="32"/>
                    <a:pt x="430" y="31"/>
                    <a:pt x="430" y="29"/>
                  </a:cubicBezTo>
                  <a:cubicBezTo>
                    <a:pt x="430" y="31"/>
                    <a:pt x="429" y="33"/>
                    <a:pt x="429" y="35"/>
                  </a:cubicBezTo>
                  <a:cubicBezTo>
                    <a:pt x="429" y="36"/>
                    <a:pt x="428" y="37"/>
                    <a:pt x="428" y="38"/>
                  </a:cubicBezTo>
                  <a:cubicBezTo>
                    <a:pt x="428" y="38"/>
                    <a:pt x="428" y="39"/>
                    <a:pt x="428" y="39"/>
                  </a:cubicBezTo>
                  <a:cubicBezTo>
                    <a:pt x="426" y="34"/>
                    <a:pt x="426" y="27"/>
                    <a:pt x="426" y="21"/>
                  </a:cubicBezTo>
                  <a:cubicBezTo>
                    <a:pt x="424" y="23"/>
                    <a:pt x="423" y="26"/>
                    <a:pt x="422" y="30"/>
                  </a:cubicBezTo>
                  <a:cubicBezTo>
                    <a:pt x="421" y="26"/>
                    <a:pt x="421" y="23"/>
                    <a:pt x="421" y="19"/>
                  </a:cubicBezTo>
                  <a:cubicBezTo>
                    <a:pt x="420" y="23"/>
                    <a:pt x="419" y="27"/>
                    <a:pt x="419" y="31"/>
                  </a:cubicBezTo>
                  <a:cubicBezTo>
                    <a:pt x="418" y="29"/>
                    <a:pt x="418" y="27"/>
                    <a:pt x="417" y="26"/>
                  </a:cubicBezTo>
                  <a:cubicBezTo>
                    <a:pt x="417" y="23"/>
                    <a:pt x="417" y="20"/>
                    <a:pt x="417" y="17"/>
                  </a:cubicBezTo>
                  <a:cubicBezTo>
                    <a:pt x="412" y="22"/>
                    <a:pt x="415" y="35"/>
                    <a:pt x="413" y="42"/>
                  </a:cubicBezTo>
                  <a:cubicBezTo>
                    <a:pt x="413" y="42"/>
                    <a:pt x="413" y="42"/>
                    <a:pt x="413" y="42"/>
                  </a:cubicBezTo>
                  <a:cubicBezTo>
                    <a:pt x="412" y="41"/>
                    <a:pt x="412" y="39"/>
                    <a:pt x="412" y="37"/>
                  </a:cubicBezTo>
                  <a:cubicBezTo>
                    <a:pt x="412" y="32"/>
                    <a:pt x="414" y="26"/>
                    <a:pt x="413" y="21"/>
                  </a:cubicBezTo>
                  <a:cubicBezTo>
                    <a:pt x="412" y="23"/>
                    <a:pt x="410" y="28"/>
                    <a:pt x="410" y="29"/>
                  </a:cubicBezTo>
                  <a:cubicBezTo>
                    <a:pt x="409" y="27"/>
                    <a:pt x="409" y="25"/>
                    <a:pt x="409" y="23"/>
                  </a:cubicBezTo>
                  <a:cubicBezTo>
                    <a:pt x="409" y="25"/>
                    <a:pt x="409" y="27"/>
                    <a:pt x="409" y="29"/>
                  </a:cubicBezTo>
                  <a:cubicBezTo>
                    <a:pt x="407" y="26"/>
                    <a:pt x="409" y="22"/>
                    <a:pt x="406" y="19"/>
                  </a:cubicBezTo>
                  <a:cubicBezTo>
                    <a:pt x="403" y="23"/>
                    <a:pt x="402" y="36"/>
                    <a:pt x="402" y="37"/>
                  </a:cubicBezTo>
                  <a:cubicBezTo>
                    <a:pt x="400" y="31"/>
                    <a:pt x="400" y="21"/>
                    <a:pt x="401" y="14"/>
                  </a:cubicBezTo>
                  <a:cubicBezTo>
                    <a:pt x="400" y="20"/>
                    <a:pt x="398" y="26"/>
                    <a:pt x="397" y="32"/>
                  </a:cubicBezTo>
                  <a:cubicBezTo>
                    <a:pt x="397" y="27"/>
                    <a:pt x="397" y="21"/>
                    <a:pt x="397" y="16"/>
                  </a:cubicBezTo>
                  <a:cubicBezTo>
                    <a:pt x="396" y="19"/>
                    <a:pt x="396" y="23"/>
                    <a:pt x="395" y="26"/>
                  </a:cubicBezTo>
                  <a:cubicBezTo>
                    <a:pt x="394" y="29"/>
                    <a:pt x="393" y="32"/>
                    <a:pt x="394" y="36"/>
                  </a:cubicBezTo>
                  <a:cubicBezTo>
                    <a:pt x="393" y="33"/>
                    <a:pt x="392" y="22"/>
                    <a:pt x="391" y="20"/>
                  </a:cubicBezTo>
                  <a:cubicBezTo>
                    <a:pt x="391" y="23"/>
                    <a:pt x="390" y="26"/>
                    <a:pt x="390" y="27"/>
                  </a:cubicBezTo>
                  <a:cubicBezTo>
                    <a:pt x="389" y="31"/>
                    <a:pt x="388" y="34"/>
                    <a:pt x="387" y="38"/>
                  </a:cubicBezTo>
                  <a:cubicBezTo>
                    <a:pt x="388" y="34"/>
                    <a:pt x="388" y="31"/>
                    <a:pt x="388" y="27"/>
                  </a:cubicBezTo>
                  <a:cubicBezTo>
                    <a:pt x="388" y="21"/>
                    <a:pt x="388" y="14"/>
                    <a:pt x="388" y="8"/>
                  </a:cubicBezTo>
                  <a:cubicBezTo>
                    <a:pt x="388" y="12"/>
                    <a:pt x="388" y="17"/>
                    <a:pt x="387" y="22"/>
                  </a:cubicBezTo>
                  <a:cubicBezTo>
                    <a:pt x="387" y="21"/>
                    <a:pt x="387" y="21"/>
                    <a:pt x="386" y="20"/>
                  </a:cubicBezTo>
                  <a:cubicBezTo>
                    <a:pt x="385" y="24"/>
                    <a:pt x="382" y="34"/>
                    <a:pt x="381" y="34"/>
                  </a:cubicBezTo>
                  <a:cubicBezTo>
                    <a:pt x="382" y="25"/>
                    <a:pt x="384" y="15"/>
                    <a:pt x="382" y="6"/>
                  </a:cubicBezTo>
                  <a:cubicBezTo>
                    <a:pt x="382" y="9"/>
                    <a:pt x="381" y="12"/>
                    <a:pt x="381" y="15"/>
                  </a:cubicBezTo>
                  <a:cubicBezTo>
                    <a:pt x="381" y="13"/>
                    <a:pt x="381" y="12"/>
                    <a:pt x="380" y="10"/>
                  </a:cubicBezTo>
                  <a:cubicBezTo>
                    <a:pt x="380" y="14"/>
                    <a:pt x="378" y="30"/>
                    <a:pt x="376" y="35"/>
                  </a:cubicBezTo>
                  <a:cubicBezTo>
                    <a:pt x="376" y="30"/>
                    <a:pt x="377" y="24"/>
                    <a:pt x="377" y="19"/>
                  </a:cubicBezTo>
                  <a:cubicBezTo>
                    <a:pt x="377" y="15"/>
                    <a:pt x="377" y="11"/>
                    <a:pt x="376" y="8"/>
                  </a:cubicBezTo>
                  <a:cubicBezTo>
                    <a:pt x="376" y="9"/>
                    <a:pt x="376" y="10"/>
                    <a:pt x="376" y="11"/>
                  </a:cubicBezTo>
                  <a:cubicBezTo>
                    <a:pt x="375" y="11"/>
                    <a:pt x="375" y="10"/>
                    <a:pt x="375" y="9"/>
                  </a:cubicBezTo>
                  <a:cubicBezTo>
                    <a:pt x="374" y="12"/>
                    <a:pt x="374" y="15"/>
                    <a:pt x="373" y="18"/>
                  </a:cubicBezTo>
                  <a:cubicBezTo>
                    <a:pt x="373" y="16"/>
                    <a:pt x="373" y="13"/>
                    <a:pt x="373" y="10"/>
                  </a:cubicBezTo>
                  <a:cubicBezTo>
                    <a:pt x="372" y="16"/>
                    <a:pt x="369" y="34"/>
                    <a:pt x="368" y="37"/>
                  </a:cubicBezTo>
                  <a:cubicBezTo>
                    <a:pt x="367" y="27"/>
                    <a:pt x="371" y="16"/>
                    <a:pt x="368" y="6"/>
                  </a:cubicBezTo>
                  <a:cubicBezTo>
                    <a:pt x="366" y="10"/>
                    <a:pt x="365" y="29"/>
                    <a:pt x="364" y="33"/>
                  </a:cubicBezTo>
                  <a:cubicBezTo>
                    <a:pt x="364" y="28"/>
                    <a:pt x="362" y="11"/>
                    <a:pt x="361" y="9"/>
                  </a:cubicBezTo>
                  <a:cubicBezTo>
                    <a:pt x="360" y="12"/>
                    <a:pt x="360" y="16"/>
                    <a:pt x="359" y="19"/>
                  </a:cubicBezTo>
                  <a:cubicBezTo>
                    <a:pt x="356" y="13"/>
                    <a:pt x="358" y="6"/>
                    <a:pt x="357" y="0"/>
                  </a:cubicBezTo>
                  <a:cubicBezTo>
                    <a:pt x="355" y="6"/>
                    <a:pt x="356" y="17"/>
                    <a:pt x="352" y="22"/>
                  </a:cubicBezTo>
                  <a:cubicBezTo>
                    <a:pt x="350" y="17"/>
                    <a:pt x="351" y="11"/>
                    <a:pt x="350" y="6"/>
                  </a:cubicBezTo>
                  <a:cubicBezTo>
                    <a:pt x="349" y="12"/>
                    <a:pt x="349" y="17"/>
                    <a:pt x="348" y="23"/>
                  </a:cubicBezTo>
                  <a:cubicBezTo>
                    <a:pt x="347" y="16"/>
                    <a:pt x="348" y="9"/>
                    <a:pt x="346" y="3"/>
                  </a:cubicBezTo>
                  <a:cubicBezTo>
                    <a:pt x="347" y="9"/>
                    <a:pt x="346" y="15"/>
                    <a:pt x="345" y="21"/>
                  </a:cubicBezTo>
                  <a:cubicBezTo>
                    <a:pt x="345" y="20"/>
                    <a:pt x="345" y="18"/>
                    <a:pt x="345" y="16"/>
                  </a:cubicBezTo>
                  <a:cubicBezTo>
                    <a:pt x="344" y="19"/>
                    <a:pt x="345" y="25"/>
                    <a:pt x="343" y="28"/>
                  </a:cubicBezTo>
                  <a:cubicBezTo>
                    <a:pt x="343" y="27"/>
                    <a:pt x="341" y="6"/>
                    <a:pt x="341" y="2"/>
                  </a:cubicBezTo>
                  <a:cubicBezTo>
                    <a:pt x="340" y="5"/>
                    <a:pt x="339" y="21"/>
                    <a:pt x="339" y="28"/>
                  </a:cubicBezTo>
                  <a:cubicBezTo>
                    <a:pt x="339" y="28"/>
                    <a:pt x="339" y="28"/>
                    <a:pt x="339" y="28"/>
                  </a:cubicBezTo>
                  <a:cubicBezTo>
                    <a:pt x="338" y="25"/>
                    <a:pt x="337" y="24"/>
                    <a:pt x="336" y="30"/>
                  </a:cubicBezTo>
                  <a:cubicBezTo>
                    <a:pt x="336" y="27"/>
                    <a:pt x="335" y="25"/>
                    <a:pt x="334" y="23"/>
                  </a:cubicBezTo>
                  <a:cubicBezTo>
                    <a:pt x="333" y="25"/>
                    <a:pt x="333" y="26"/>
                    <a:pt x="333" y="28"/>
                  </a:cubicBezTo>
                  <a:cubicBezTo>
                    <a:pt x="332" y="27"/>
                    <a:pt x="332" y="26"/>
                    <a:pt x="331" y="25"/>
                  </a:cubicBezTo>
                  <a:cubicBezTo>
                    <a:pt x="331" y="20"/>
                    <a:pt x="330" y="15"/>
                    <a:pt x="330" y="11"/>
                  </a:cubicBezTo>
                  <a:cubicBezTo>
                    <a:pt x="331" y="14"/>
                    <a:pt x="330" y="17"/>
                    <a:pt x="330" y="20"/>
                  </a:cubicBezTo>
                  <a:cubicBezTo>
                    <a:pt x="328" y="15"/>
                    <a:pt x="329" y="9"/>
                    <a:pt x="327" y="3"/>
                  </a:cubicBezTo>
                  <a:cubicBezTo>
                    <a:pt x="325" y="8"/>
                    <a:pt x="325" y="15"/>
                    <a:pt x="325" y="20"/>
                  </a:cubicBezTo>
                  <a:cubicBezTo>
                    <a:pt x="325" y="19"/>
                    <a:pt x="323" y="9"/>
                    <a:pt x="323" y="5"/>
                  </a:cubicBezTo>
                  <a:cubicBezTo>
                    <a:pt x="322" y="13"/>
                    <a:pt x="321" y="29"/>
                    <a:pt x="321" y="30"/>
                  </a:cubicBezTo>
                  <a:cubicBezTo>
                    <a:pt x="321" y="30"/>
                    <a:pt x="320" y="19"/>
                    <a:pt x="320" y="16"/>
                  </a:cubicBezTo>
                  <a:cubicBezTo>
                    <a:pt x="320" y="16"/>
                    <a:pt x="319" y="17"/>
                    <a:pt x="319" y="18"/>
                  </a:cubicBezTo>
                  <a:cubicBezTo>
                    <a:pt x="318" y="12"/>
                    <a:pt x="317" y="6"/>
                    <a:pt x="315" y="0"/>
                  </a:cubicBezTo>
                  <a:cubicBezTo>
                    <a:pt x="316" y="9"/>
                    <a:pt x="317" y="19"/>
                    <a:pt x="317" y="28"/>
                  </a:cubicBezTo>
                  <a:cubicBezTo>
                    <a:pt x="316" y="30"/>
                    <a:pt x="314" y="24"/>
                    <a:pt x="312" y="19"/>
                  </a:cubicBezTo>
                  <a:cubicBezTo>
                    <a:pt x="310" y="27"/>
                    <a:pt x="312" y="35"/>
                    <a:pt x="312" y="43"/>
                  </a:cubicBezTo>
                  <a:cubicBezTo>
                    <a:pt x="312" y="43"/>
                    <a:pt x="312" y="43"/>
                    <a:pt x="312" y="43"/>
                  </a:cubicBezTo>
                  <a:cubicBezTo>
                    <a:pt x="309" y="34"/>
                    <a:pt x="307" y="24"/>
                    <a:pt x="305" y="15"/>
                  </a:cubicBezTo>
                  <a:cubicBezTo>
                    <a:pt x="306" y="20"/>
                    <a:pt x="307" y="26"/>
                    <a:pt x="307" y="32"/>
                  </a:cubicBezTo>
                  <a:cubicBezTo>
                    <a:pt x="307" y="31"/>
                    <a:pt x="302" y="20"/>
                    <a:pt x="299" y="15"/>
                  </a:cubicBezTo>
                  <a:cubicBezTo>
                    <a:pt x="298" y="12"/>
                    <a:pt x="296" y="10"/>
                    <a:pt x="295" y="7"/>
                  </a:cubicBezTo>
                  <a:cubicBezTo>
                    <a:pt x="297" y="14"/>
                    <a:pt x="298" y="22"/>
                    <a:pt x="300" y="29"/>
                  </a:cubicBezTo>
                  <a:cubicBezTo>
                    <a:pt x="302" y="34"/>
                    <a:pt x="302" y="39"/>
                    <a:pt x="303" y="44"/>
                  </a:cubicBezTo>
                  <a:cubicBezTo>
                    <a:pt x="299" y="33"/>
                    <a:pt x="290" y="19"/>
                    <a:pt x="290" y="8"/>
                  </a:cubicBezTo>
                  <a:cubicBezTo>
                    <a:pt x="289" y="13"/>
                    <a:pt x="286" y="38"/>
                    <a:pt x="285" y="38"/>
                  </a:cubicBezTo>
                  <a:cubicBezTo>
                    <a:pt x="281" y="33"/>
                    <a:pt x="282" y="26"/>
                    <a:pt x="280" y="20"/>
                  </a:cubicBezTo>
                  <a:cubicBezTo>
                    <a:pt x="279" y="23"/>
                    <a:pt x="279" y="25"/>
                    <a:pt x="279" y="27"/>
                  </a:cubicBezTo>
                  <a:cubicBezTo>
                    <a:pt x="278" y="25"/>
                    <a:pt x="277" y="23"/>
                    <a:pt x="275" y="22"/>
                  </a:cubicBezTo>
                  <a:cubicBezTo>
                    <a:pt x="276" y="25"/>
                    <a:pt x="277" y="30"/>
                    <a:pt x="278" y="35"/>
                  </a:cubicBezTo>
                  <a:cubicBezTo>
                    <a:pt x="278" y="40"/>
                    <a:pt x="278" y="45"/>
                    <a:pt x="277" y="49"/>
                  </a:cubicBezTo>
                  <a:cubicBezTo>
                    <a:pt x="276" y="48"/>
                    <a:pt x="275" y="43"/>
                    <a:pt x="273" y="40"/>
                  </a:cubicBezTo>
                  <a:cubicBezTo>
                    <a:pt x="272" y="41"/>
                    <a:pt x="272" y="43"/>
                    <a:pt x="272" y="44"/>
                  </a:cubicBezTo>
                  <a:cubicBezTo>
                    <a:pt x="271" y="39"/>
                    <a:pt x="270" y="34"/>
                    <a:pt x="268" y="29"/>
                  </a:cubicBezTo>
                  <a:cubicBezTo>
                    <a:pt x="268" y="36"/>
                    <a:pt x="271" y="44"/>
                    <a:pt x="271" y="52"/>
                  </a:cubicBezTo>
                  <a:cubicBezTo>
                    <a:pt x="271" y="51"/>
                    <a:pt x="270" y="50"/>
                    <a:pt x="270" y="49"/>
                  </a:cubicBezTo>
                  <a:cubicBezTo>
                    <a:pt x="269" y="44"/>
                    <a:pt x="267" y="38"/>
                    <a:pt x="265" y="33"/>
                  </a:cubicBezTo>
                  <a:cubicBezTo>
                    <a:pt x="264" y="31"/>
                    <a:pt x="264" y="30"/>
                    <a:pt x="263" y="28"/>
                  </a:cubicBezTo>
                  <a:cubicBezTo>
                    <a:pt x="263" y="29"/>
                    <a:pt x="263" y="29"/>
                    <a:pt x="264" y="30"/>
                  </a:cubicBezTo>
                  <a:cubicBezTo>
                    <a:pt x="263" y="29"/>
                    <a:pt x="263" y="28"/>
                    <a:pt x="263" y="28"/>
                  </a:cubicBezTo>
                  <a:cubicBezTo>
                    <a:pt x="263" y="31"/>
                    <a:pt x="263" y="35"/>
                    <a:pt x="263" y="39"/>
                  </a:cubicBezTo>
                  <a:cubicBezTo>
                    <a:pt x="262" y="37"/>
                    <a:pt x="261" y="34"/>
                    <a:pt x="260" y="32"/>
                  </a:cubicBezTo>
                  <a:cubicBezTo>
                    <a:pt x="261" y="37"/>
                    <a:pt x="263" y="42"/>
                    <a:pt x="263" y="48"/>
                  </a:cubicBezTo>
                  <a:cubicBezTo>
                    <a:pt x="263" y="51"/>
                    <a:pt x="263" y="53"/>
                    <a:pt x="263" y="56"/>
                  </a:cubicBezTo>
                  <a:cubicBezTo>
                    <a:pt x="263" y="57"/>
                    <a:pt x="263" y="57"/>
                    <a:pt x="263" y="58"/>
                  </a:cubicBezTo>
                  <a:cubicBezTo>
                    <a:pt x="259" y="55"/>
                    <a:pt x="259" y="45"/>
                    <a:pt x="259" y="40"/>
                  </a:cubicBezTo>
                  <a:cubicBezTo>
                    <a:pt x="258" y="41"/>
                    <a:pt x="257" y="52"/>
                    <a:pt x="258" y="56"/>
                  </a:cubicBezTo>
                  <a:cubicBezTo>
                    <a:pt x="255" y="50"/>
                    <a:pt x="250" y="38"/>
                    <a:pt x="248" y="35"/>
                  </a:cubicBezTo>
                  <a:cubicBezTo>
                    <a:pt x="249" y="39"/>
                    <a:pt x="250" y="42"/>
                    <a:pt x="251" y="46"/>
                  </a:cubicBezTo>
                  <a:cubicBezTo>
                    <a:pt x="247" y="39"/>
                    <a:pt x="242" y="32"/>
                    <a:pt x="239" y="27"/>
                  </a:cubicBezTo>
                  <a:cubicBezTo>
                    <a:pt x="244" y="37"/>
                    <a:pt x="250" y="50"/>
                    <a:pt x="253" y="63"/>
                  </a:cubicBezTo>
                  <a:cubicBezTo>
                    <a:pt x="252" y="61"/>
                    <a:pt x="251" y="59"/>
                    <a:pt x="250" y="57"/>
                  </a:cubicBezTo>
                  <a:cubicBezTo>
                    <a:pt x="250" y="60"/>
                    <a:pt x="251" y="63"/>
                    <a:pt x="252" y="66"/>
                  </a:cubicBezTo>
                  <a:cubicBezTo>
                    <a:pt x="251" y="65"/>
                    <a:pt x="250" y="63"/>
                    <a:pt x="249" y="62"/>
                  </a:cubicBezTo>
                  <a:cubicBezTo>
                    <a:pt x="250" y="63"/>
                    <a:pt x="250" y="65"/>
                    <a:pt x="250" y="67"/>
                  </a:cubicBezTo>
                  <a:cubicBezTo>
                    <a:pt x="249" y="63"/>
                    <a:pt x="246" y="59"/>
                    <a:pt x="244" y="56"/>
                  </a:cubicBezTo>
                  <a:cubicBezTo>
                    <a:pt x="245" y="60"/>
                    <a:pt x="248" y="64"/>
                    <a:pt x="249" y="68"/>
                  </a:cubicBezTo>
                  <a:cubicBezTo>
                    <a:pt x="249" y="69"/>
                    <a:pt x="249" y="70"/>
                    <a:pt x="249" y="72"/>
                  </a:cubicBezTo>
                  <a:cubicBezTo>
                    <a:pt x="248" y="67"/>
                    <a:pt x="246" y="63"/>
                    <a:pt x="243" y="59"/>
                  </a:cubicBezTo>
                  <a:cubicBezTo>
                    <a:pt x="243" y="62"/>
                    <a:pt x="244" y="65"/>
                    <a:pt x="244" y="68"/>
                  </a:cubicBezTo>
                  <a:cubicBezTo>
                    <a:pt x="244" y="68"/>
                    <a:pt x="243" y="67"/>
                    <a:pt x="242" y="66"/>
                  </a:cubicBezTo>
                  <a:cubicBezTo>
                    <a:pt x="243" y="69"/>
                    <a:pt x="247" y="76"/>
                    <a:pt x="247" y="77"/>
                  </a:cubicBezTo>
                  <a:cubicBezTo>
                    <a:pt x="247" y="78"/>
                    <a:pt x="247" y="79"/>
                    <a:pt x="247" y="80"/>
                  </a:cubicBezTo>
                  <a:cubicBezTo>
                    <a:pt x="245" y="75"/>
                    <a:pt x="243" y="71"/>
                    <a:pt x="241" y="67"/>
                  </a:cubicBezTo>
                  <a:cubicBezTo>
                    <a:pt x="242" y="70"/>
                    <a:pt x="243" y="73"/>
                    <a:pt x="244" y="77"/>
                  </a:cubicBezTo>
                  <a:cubicBezTo>
                    <a:pt x="243" y="76"/>
                    <a:pt x="241" y="74"/>
                    <a:pt x="240" y="71"/>
                  </a:cubicBezTo>
                  <a:cubicBezTo>
                    <a:pt x="242" y="75"/>
                    <a:pt x="245" y="88"/>
                    <a:pt x="245" y="90"/>
                  </a:cubicBezTo>
                  <a:cubicBezTo>
                    <a:pt x="244" y="90"/>
                    <a:pt x="240" y="81"/>
                    <a:pt x="239" y="76"/>
                  </a:cubicBezTo>
                  <a:cubicBezTo>
                    <a:pt x="240" y="84"/>
                    <a:pt x="241" y="91"/>
                    <a:pt x="241" y="98"/>
                  </a:cubicBezTo>
                  <a:cubicBezTo>
                    <a:pt x="241" y="98"/>
                    <a:pt x="241" y="98"/>
                    <a:pt x="241" y="99"/>
                  </a:cubicBezTo>
                  <a:cubicBezTo>
                    <a:pt x="240" y="89"/>
                    <a:pt x="236" y="84"/>
                    <a:pt x="231" y="77"/>
                  </a:cubicBezTo>
                  <a:cubicBezTo>
                    <a:pt x="234" y="86"/>
                    <a:pt x="236" y="93"/>
                    <a:pt x="237" y="102"/>
                  </a:cubicBezTo>
                  <a:cubicBezTo>
                    <a:pt x="235" y="99"/>
                    <a:pt x="234" y="97"/>
                    <a:pt x="234" y="94"/>
                  </a:cubicBezTo>
                  <a:cubicBezTo>
                    <a:pt x="234" y="98"/>
                    <a:pt x="235" y="102"/>
                    <a:pt x="234" y="106"/>
                  </a:cubicBezTo>
                  <a:cubicBezTo>
                    <a:pt x="233" y="104"/>
                    <a:pt x="232" y="101"/>
                    <a:pt x="232" y="99"/>
                  </a:cubicBezTo>
                  <a:cubicBezTo>
                    <a:pt x="232" y="105"/>
                    <a:pt x="231" y="112"/>
                    <a:pt x="231" y="118"/>
                  </a:cubicBezTo>
                  <a:cubicBezTo>
                    <a:pt x="230" y="114"/>
                    <a:pt x="230" y="111"/>
                    <a:pt x="229" y="108"/>
                  </a:cubicBezTo>
                  <a:cubicBezTo>
                    <a:pt x="230" y="114"/>
                    <a:pt x="228" y="131"/>
                    <a:pt x="227" y="132"/>
                  </a:cubicBezTo>
                  <a:cubicBezTo>
                    <a:pt x="227" y="130"/>
                    <a:pt x="227" y="128"/>
                    <a:pt x="227" y="126"/>
                  </a:cubicBezTo>
                  <a:cubicBezTo>
                    <a:pt x="224" y="133"/>
                    <a:pt x="224" y="141"/>
                    <a:pt x="224" y="150"/>
                  </a:cubicBezTo>
                  <a:cubicBezTo>
                    <a:pt x="224" y="150"/>
                    <a:pt x="224" y="151"/>
                    <a:pt x="224" y="152"/>
                  </a:cubicBezTo>
                  <a:cubicBezTo>
                    <a:pt x="223" y="147"/>
                    <a:pt x="223" y="143"/>
                    <a:pt x="222" y="139"/>
                  </a:cubicBezTo>
                  <a:cubicBezTo>
                    <a:pt x="221" y="143"/>
                    <a:pt x="222" y="149"/>
                    <a:pt x="222" y="153"/>
                  </a:cubicBezTo>
                  <a:cubicBezTo>
                    <a:pt x="223" y="159"/>
                    <a:pt x="223" y="165"/>
                    <a:pt x="225" y="171"/>
                  </a:cubicBezTo>
                  <a:cubicBezTo>
                    <a:pt x="225" y="170"/>
                    <a:pt x="225" y="170"/>
                    <a:pt x="224" y="170"/>
                  </a:cubicBezTo>
                  <a:cubicBezTo>
                    <a:pt x="222" y="164"/>
                    <a:pt x="220" y="157"/>
                    <a:pt x="218" y="152"/>
                  </a:cubicBezTo>
                  <a:cubicBezTo>
                    <a:pt x="219" y="157"/>
                    <a:pt x="220" y="162"/>
                    <a:pt x="221" y="167"/>
                  </a:cubicBezTo>
                  <a:cubicBezTo>
                    <a:pt x="218" y="166"/>
                    <a:pt x="214" y="171"/>
                    <a:pt x="214" y="177"/>
                  </a:cubicBezTo>
                  <a:cubicBezTo>
                    <a:pt x="214" y="184"/>
                    <a:pt x="220" y="198"/>
                    <a:pt x="220" y="203"/>
                  </a:cubicBezTo>
                  <a:cubicBezTo>
                    <a:pt x="220" y="208"/>
                    <a:pt x="222" y="221"/>
                    <a:pt x="225" y="230"/>
                  </a:cubicBezTo>
                  <a:cubicBezTo>
                    <a:pt x="227" y="237"/>
                    <a:pt x="226" y="241"/>
                    <a:pt x="228" y="245"/>
                  </a:cubicBezTo>
                  <a:cubicBezTo>
                    <a:pt x="229" y="246"/>
                    <a:pt x="229" y="246"/>
                    <a:pt x="229" y="247"/>
                  </a:cubicBezTo>
                  <a:cubicBezTo>
                    <a:pt x="230" y="248"/>
                    <a:pt x="231" y="250"/>
                    <a:pt x="231" y="251"/>
                  </a:cubicBezTo>
                  <a:cubicBezTo>
                    <a:pt x="232" y="252"/>
                    <a:pt x="232" y="253"/>
                    <a:pt x="233" y="254"/>
                  </a:cubicBezTo>
                  <a:cubicBezTo>
                    <a:pt x="234" y="256"/>
                    <a:pt x="235" y="258"/>
                    <a:pt x="236" y="260"/>
                  </a:cubicBezTo>
                  <a:cubicBezTo>
                    <a:pt x="239" y="264"/>
                    <a:pt x="245" y="269"/>
                    <a:pt x="248" y="270"/>
                  </a:cubicBezTo>
                  <a:cubicBezTo>
                    <a:pt x="249" y="281"/>
                    <a:pt x="255" y="304"/>
                    <a:pt x="261" y="314"/>
                  </a:cubicBezTo>
                  <a:cubicBezTo>
                    <a:pt x="261" y="315"/>
                    <a:pt x="262" y="317"/>
                    <a:pt x="263" y="318"/>
                  </a:cubicBezTo>
                  <a:cubicBezTo>
                    <a:pt x="263" y="318"/>
                    <a:pt x="263" y="319"/>
                    <a:pt x="263" y="320"/>
                  </a:cubicBezTo>
                  <a:cubicBezTo>
                    <a:pt x="268" y="328"/>
                    <a:pt x="276" y="340"/>
                    <a:pt x="284" y="351"/>
                  </a:cubicBezTo>
                  <a:cubicBezTo>
                    <a:pt x="290" y="379"/>
                    <a:pt x="289" y="413"/>
                    <a:pt x="256" y="434"/>
                  </a:cubicBezTo>
                  <a:cubicBezTo>
                    <a:pt x="242" y="440"/>
                    <a:pt x="214" y="453"/>
                    <a:pt x="180" y="461"/>
                  </a:cubicBezTo>
                  <a:cubicBezTo>
                    <a:pt x="147" y="469"/>
                    <a:pt x="93" y="485"/>
                    <a:pt x="71" y="562"/>
                  </a:cubicBezTo>
                  <a:cubicBezTo>
                    <a:pt x="62" y="596"/>
                    <a:pt x="64" y="618"/>
                    <a:pt x="69" y="658"/>
                  </a:cubicBezTo>
                  <a:cubicBezTo>
                    <a:pt x="57" y="746"/>
                    <a:pt x="47" y="812"/>
                    <a:pt x="46" y="862"/>
                  </a:cubicBezTo>
                  <a:cubicBezTo>
                    <a:pt x="46" y="894"/>
                    <a:pt x="39" y="915"/>
                    <a:pt x="36" y="929"/>
                  </a:cubicBezTo>
                  <a:cubicBezTo>
                    <a:pt x="19" y="976"/>
                    <a:pt x="23" y="1098"/>
                    <a:pt x="21" y="1130"/>
                  </a:cubicBezTo>
                  <a:cubicBezTo>
                    <a:pt x="17" y="1185"/>
                    <a:pt x="13" y="1185"/>
                    <a:pt x="13" y="1191"/>
                  </a:cubicBezTo>
                  <a:cubicBezTo>
                    <a:pt x="13" y="1216"/>
                    <a:pt x="8" y="1227"/>
                    <a:pt x="4" y="1239"/>
                  </a:cubicBezTo>
                  <a:cubicBezTo>
                    <a:pt x="4" y="1241"/>
                    <a:pt x="3" y="1243"/>
                    <a:pt x="3" y="1245"/>
                  </a:cubicBezTo>
                  <a:cubicBezTo>
                    <a:pt x="3" y="1245"/>
                    <a:pt x="5" y="1303"/>
                    <a:pt x="3" y="1321"/>
                  </a:cubicBezTo>
                  <a:cubicBezTo>
                    <a:pt x="0" y="1339"/>
                    <a:pt x="2" y="1350"/>
                    <a:pt x="3" y="1362"/>
                  </a:cubicBezTo>
                  <a:cubicBezTo>
                    <a:pt x="4" y="1373"/>
                    <a:pt x="14" y="1390"/>
                    <a:pt x="17" y="1404"/>
                  </a:cubicBezTo>
                  <a:cubicBezTo>
                    <a:pt x="23" y="1434"/>
                    <a:pt x="31" y="1434"/>
                    <a:pt x="36" y="1444"/>
                  </a:cubicBezTo>
                  <a:cubicBezTo>
                    <a:pt x="42" y="1454"/>
                    <a:pt x="57" y="1461"/>
                    <a:pt x="59" y="1464"/>
                  </a:cubicBezTo>
                  <a:cubicBezTo>
                    <a:pt x="61" y="1467"/>
                    <a:pt x="69" y="1474"/>
                    <a:pt x="76" y="1473"/>
                  </a:cubicBezTo>
                  <a:cubicBezTo>
                    <a:pt x="83" y="1471"/>
                    <a:pt x="82" y="1462"/>
                    <a:pt x="82" y="1462"/>
                  </a:cubicBezTo>
                  <a:cubicBezTo>
                    <a:pt x="82" y="1462"/>
                    <a:pt x="85" y="1463"/>
                    <a:pt x="88" y="1463"/>
                  </a:cubicBezTo>
                  <a:cubicBezTo>
                    <a:pt x="91" y="1463"/>
                    <a:pt x="103" y="1464"/>
                    <a:pt x="106" y="1461"/>
                  </a:cubicBezTo>
                  <a:cubicBezTo>
                    <a:pt x="114" y="1453"/>
                    <a:pt x="103" y="1444"/>
                    <a:pt x="103" y="1444"/>
                  </a:cubicBezTo>
                  <a:cubicBezTo>
                    <a:pt x="111" y="1443"/>
                    <a:pt x="111" y="1443"/>
                    <a:pt x="111" y="1443"/>
                  </a:cubicBezTo>
                  <a:cubicBezTo>
                    <a:pt x="120" y="1437"/>
                    <a:pt x="109" y="1426"/>
                    <a:pt x="109" y="1426"/>
                  </a:cubicBezTo>
                  <a:cubicBezTo>
                    <a:pt x="109" y="1423"/>
                    <a:pt x="88" y="1425"/>
                    <a:pt x="88" y="1422"/>
                  </a:cubicBezTo>
                  <a:cubicBezTo>
                    <a:pt x="88" y="1420"/>
                    <a:pt x="110" y="1413"/>
                    <a:pt x="109" y="1412"/>
                  </a:cubicBezTo>
                  <a:cubicBezTo>
                    <a:pt x="108" y="1385"/>
                    <a:pt x="86" y="1409"/>
                    <a:pt x="83" y="1405"/>
                  </a:cubicBezTo>
                  <a:cubicBezTo>
                    <a:pt x="76" y="1394"/>
                    <a:pt x="70" y="1405"/>
                    <a:pt x="68" y="1393"/>
                  </a:cubicBezTo>
                  <a:cubicBezTo>
                    <a:pt x="67" y="1382"/>
                    <a:pt x="61" y="1380"/>
                    <a:pt x="63" y="1377"/>
                  </a:cubicBezTo>
                  <a:cubicBezTo>
                    <a:pt x="68" y="1368"/>
                    <a:pt x="60" y="1358"/>
                    <a:pt x="63" y="1351"/>
                  </a:cubicBezTo>
                  <a:cubicBezTo>
                    <a:pt x="66" y="1345"/>
                    <a:pt x="59" y="1330"/>
                    <a:pt x="59" y="1330"/>
                  </a:cubicBezTo>
                  <a:cubicBezTo>
                    <a:pt x="59" y="1330"/>
                    <a:pt x="69" y="1336"/>
                    <a:pt x="73" y="1349"/>
                  </a:cubicBezTo>
                  <a:cubicBezTo>
                    <a:pt x="78" y="1361"/>
                    <a:pt x="91" y="1382"/>
                    <a:pt x="105" y="1372"/>
                  </a:cubicBezTo>
                  <a:cubicBezTo>
                    <a:pt x="119" y="1362"/>
                    <a:pt x="100" y="1330"/>
                    <a:pt x="88" y="1318"/>
                  </a:cubicBezTo>
                  <a:cubicBezTo>
                    <a:pt x="82" y="1311"/>
                    <a:pt x="82" y="1302"/>
                    <a:pt x="83" y="1293"/>
                  </a:cubicBezTo>
                  <a:cubicBezTo>
                    <a:pt x="83" y="1293"/>
                    <a:pt x="85" y="1278"/>
                    <a:pt x="84" y="1273"/>
                  </a:cubicBezTo>
                  <a:cubicBezTo>
                    <a:pt x="84" y="1262"/>
                    <a:pt x="75" y="1249"/>
                    <a:pt x="77" y="1246"/>
                  </a:cubicBezTo>
                  <a:cubicBezTo>
                    <a:pt x="78" y="1243"/>
                    <a:pt x="82" y="1225"/>
                    <a:pt x="84" y="1211"/>
                  </a:cubicBezTo>
                  <a:cubicBezTo>
                    <a:pt x="86" y="1197"/>
                    <a:pt x="119" y="1069"/>
                    <a:pt x="123" y="1041"/>
                  </a:cubicBezTo>
                  <a:cubicBezTo>
                    <a:pt x="132" y="989"/>
                    <a:pt x="143" y="974"/>
                    <a:pt x="138" y="938"/>
                  </a:cubicBezTo>
                  <a:cubicBezTo>
                    <a:pt x="139" y="912"/>
                    <a:pt x="148" y="841"/>
                    <a:pt x="150" y="828"/>
                  </a:cubicBezTo>
                  <a:cubicBezTo>
                    <a:pt x="151" y="825"/>
                    <a:pt x="151" y="812"/>
                    <a:pt x="152" y="803"/>
                  </a:cubicBezTo>
                  <a:cubicBezTo>
                    <a:pt x="153" y="798"/>
                    <a:pt x="154" y="789"/>
                    <a:pt x="154" y="778"/>
                  </a:cubicBezTo>
                  <a:cubicBezTo>
                    <a:pt x="154" y="779"/>
                    <a:pt x="154" y="779"/>
                    <a:pt x="154" y="779"/>
                  </a:cubicBezTo>
                  <a:cubicBezTo>
                    <a:pt x="155" y="791"/>
                    <a:pt x="165" y="815"/>
                    <a:pt x="167" y="848"/>
                  </a:cubicBezTo>
                  <a:cubicBezTo>
                    <a:pt x="166" y="875"/>
                    <a:pt x="172" y="939"/>
                    <a:pt x="174" y="964"/>
                  </a:cubicBezTo>
                  <a:cubicBezTo>
                    <a:pt x="183" y="1124"/>
                    <a:pt x="150" y="1163"/>
                    <a:pt x="149" y="1194"/>
                  </a:cubicBezTo>
                  <a:cubicBezTo>
                    <a:pt x="153" y="1328"/>
                    <a:pt x="110" y="1503"/>
                    <a:pt x="183" y="1729"/>
                  </a:cubicBezTo>
                  <a:cubicBezTo>
                    <a:pt x="187" y="1741"/>
                    <a:pt x="187" y="1785"/>
                    <a:pt x="191" y="1808"/>
                  </a:cubicBezTo>
                  <a:cubicBezTo>
                    <a:pt x="192" y="1814"/>
                    <a:pt x="203" y="1841"/>
                    <a:pt x="204" y="1878"/>
                  </a:cubicBezTo>
                  <a:cubicBezTo>
                    <a:pt x="205" y="1938"/>
                    <a:pt x="199" y="2015"/>
                    <a:pt x="200" y="2058"/>
                  </a:cubicBezTo>
                  <a:cubicBezTo>
                    <a:pt x="203" y="2128"/>
                    <a:pt x="229" y="2192"/>
                    <a:pt x="239" y="2237"/>
                  </a:cubicBezTo>
                  <a:cubicBezTo>
                    <a:pt x="249" y="2282"/>
                    <a:pt x="253" y="2318"/>
                    <a:pt x="251" y="2327"/>
                  </a:cubicBezTo>
                  <a:cubicBezTo>
                    <a:pt x="250" y="2334"/>
                    <a:pt x="248" y="2349"/>
                    <a:pt x="254" y="2362"/>
                  </a:cubicBezTo>
                  <a:cubicBezTo>
                    <a:pt x="254" y="2363"/>
                    <a:pt x="236" y="2408"/>
                    <a:pt x="226" y="2416"/>
                  </a:cubicBezTo>
                  <a:cubicBezTo>
                    <a:pt x="216" y="2424"/>
                    <a:pt x="214" y="2431"/>
                    <a:pt x="207" y="2435"/>
                  </a:cubicBezTo>
                  <a:cubicBezTo>
                    <a:pt x="199" y="2440"/>
                    <a:pt x="195" y="2444"/>
                    <a:pt x="193" y="2453"/>
                  </a:cubicBezTo>
                  <a:cubicBezTo>
                    <a:pt x="190" y="2460"/>
                    <a:pt x="183" y="2470"/>
                    <a:pt x="188" y="2475"/>
                  </a:cubicBezTo>
                  <a:cubicBezTo>
                    <a:pt x="189" y="2476"/>
                    <a:pt x="190" y="2476"/>
                    <a:pt x="191" y="2477"/>
                  </a:cubicBezTo>
                  <a:cubicBezTo>
                    <a:pt x="191" y="2477"/>
                    <a:pt x="191" y="2477"/>
                    <a:pt x="191" y="2477"/>
                  </a:cubicBezTo>
                  <a:cubicBezTo>
                    <a:pt x="191" y="2479"/>
                    <a:pt x="191" y="2482"/>
                    <a:pt x="192" y="2483"/>
                  </a:cubicBezTo>
                  <a:cubicBezTo>
                    <a:pt x="195" y="2489"/>
                    <a:pt x="200" y="2490"/>
                    <a:pt x="207" y="2490"/>
                  </a:cubicBezTo>
                  <a:cubicBezTo>
                    <a:pt x="208" y="2488"/>
                    <a:pt x="208" y="2488"/>
                    <a:pt x="208" y="2488"/>
                  </a:cubicBezTo>
                  <a:cubicBezTo>
                    <a:pt x="208" y="2491"/>
                    <a:pt x="208" y="2493"/>
                    <a:pt x="210" y="2495"/>
                  </a:cubicBezTo>
                  <a:cubicBezTo>
                    <a:pt x="215" y="2502"/>
                    <a:pt x="229" y="2506"/>
                    <a:pt x="236" y="2499"/>
                  </a:cubicBezTo>
                  <a:cubicBezTo>
                    <a:pt x="244" y="2504"/>
                    <a:pt x="259" y="2505"/>
                    <a:pt x="265" y="2497"/>
                  </a:cubicBezTo>
                  <a:cubicBezTo>
                    <a:pt x="270" y="2510"/>
                    <a:pt x="287" y="2508"/>
                    <a:pt x="298" y="2506"/>
                  </a:cubicBezTo>
                  <a:cubicBezTo>
                    <a:pt x="309" y="2503"/>
                    <a:pt x="313" y="2496"/>
                    <a:pt x="319" y="2491"/>
                  </a:cubicBezTo>
                  <a:cubicBezTo>
                    <a:pt x="325" y="2486"/>
                    <a:pt x="330" y="2481"/>
                    <a:pt x="328" y="2468"/>
                  </a:cubicBezTo>
                  <a:cubicBezTo>
                    <a:pt x="326" y="2456"/>
                    <a:pt x="328" y="2455"/>
                    <a:pt x="329" y="2440"/>
                  </a:cubicBezTo>
                  <a:cubicBezTo>
                    <a:pt x="330" y="2431"/>
                    <a:pt x="337" y="2428"/>
                    <a:pt x="338" y="2413"/>
                  </a:cubicBezTo>
                  <a:cubicBezTo>
                    <a:pt x="339" y="2401"/>
                    <a:pt x="331" y="2351"/>
                    <a:pt x="332" y="2344"/>
                  </a:cubicBezTo>
                  <a:cubicBezTo>
                    <a:pt x="334" y="2328"/>
                    <a:pt x="324" y="2315"/>
                    <a:pt x="320" y="2289"/>
                  </a:cubicBezTo>
                  <a:cubicBezTo>
                    <a:pt x="317" y="2263"/>
                    <a:pt x="326" y="2174"/>
                    <a:pt x="326" y="2158"/>
                  </a:cubicBezTo>
                  <a:cubicBezTo>
                    <a:pt x="326" y="2127"/>
                    <a:pt x="341" y="2077"/>
                    <a:pt x="337" y="2014"/>
                  </a:cubicBezTo>
                  <a:cubicBezTo>
                    <a:pt x="335" y="1978"/>
                    <a:pt x="319" y="1868"/>
                    <a:pt x="319" y="1843"/>
                  </a:cubicBezTo>
                  <a:cubicBezTo>
                    <a:pt x="319" y="1839"/>
                    <a:pt x="318" y="1811"/>
                    <a:pt x="319" y="1806"/>
                  </a:cubicBezTo>
                  <a:cubicBezTo>
                    <a:pt x="324" y="1790"/>
                    <a:pt x="336" y="1587"/>
                    <a:pt x="336" y="1585"/>
                  </a:cubicBezTo>
                  <a:cubicBezTo>
                    <a:pt x="338" y="1561"/>
                    <a:pt x="353" y="1416"/>
                    <a:pt x="353" y="1416"/>
                  </a:cubicBezTo>
                  <a:cubicBezTo>
                    <a:pt x="359" y="1416"/>
                    <a:pt x="359" y="1416"/>
                    <a:pt x="359" y="1416"/>
                  </a:cubicBezTo>
                  <a:cubicBezTo>
                    <a:pt x="359" y="1416"/>
                    <a:pt x="377" y="1558"/>
                    <a:pt x="379" y="1582"/>
                  </a:cubicBezTo>
                  <a:cubicBezTo>
                    <a:pt x="379" y="1584"/>
                    <a:pt x="390" y="1790"/>
                    <a:pt x="394" y="1806"/>
                  </a:cubicBezTo>
                  <a:cubicBezTo>
                    <a:pt x="396" y="1811"/>
                    <a:pt x="395" y="1839"/>
                    <a:pt x="395" y="1843"/>
                  </a:cubicBezTo>
                  <a:cubicBezTo>
                    <a:pt x="395" y="1868"/>
                    <a:pt x="379" y="1978"/>
                    <a:pt x="377" y="2014"/>
                  </a:cubicBezTo>
                  <a:cubicBezTo>
                    <a:pt x="373" y="2077"/>
                    <a:pt x="387" y="2127"/>
                    <a:pt x="387" y="2158"/>
                  </a:cubicBezTo>
                  <a:cubicBezTo>
                    <a:pt x="387" y="2174"/>
                    <a:pt x="396" y="2263"/>
                    <a:pt x="393" y="2289"/>
                  </a:cubicBezTo>
                  <a:cubicBezTo>
                    <a:pt x="390" y="2315"/>
                    <a:pt x="380" y="2328"/>
                    <a:pt x="382" y="2344"/>
                  </a:cubicBezTo>
                  <a:cubicBezTo>
                    <a:pt x="383" y="2351"/>
                    <a:pt x="375" y="2401"/>
                    <a:pt x="375" y="2413"/>
                  </a:cubicBezTo>
                  <a:cubicBezTo>
                    <a:pt x="376" y="2428"/>
                    <a:pt x="384" y="2431"/>
                    <a:pt x="384" y="2440"/>
                  </a:cubicBezTo>
                  <a:cubicBezTo>
                    <a:pt x="386" y="2455"/>
                    <a:pt x="387" y="2456"/>
                    <a:pt x="385" y="2468"/>
                  </a:cubicBezTo>
                  <a:cubicBezTo>
                    <a:pt x="384" y="2481"/>
                    <a:pt x="388" y="2486"/>
                    <a:pt x="394" y="2491"/>
                  </a:cubicBezTo>
                  <a:cubicBezTo>
                    <a:pt x="400" y="2496"/>
                    <a:pt x="405" y="2503"/>
                    <a:pt x="416" y="2506"/>
                  </a:cubicBezTo>
                  <a:cubicBezTo>
                    <a:pt x="426" y="2508"/>
                    <a:pt x="444" y="2510"/>
                    <a:pt x="448" y="2497"/>
                  </a:cubicBezTo>
                  <a:cubicBezTo>
                    <a:pt x="454" y="2505"/>
                    <a:pt x="470" y="2504"/>
                    <a:pt x="478" y="2499"/>
                  </a:cubicBezTo>
                  <a:cubicBezTo>
                    <a:pt x="484" y="2506"/>
                    <a:pt x="499" y="2502"/>
                    <a:pt x="504" y="2495"/>
                  </a:cubicBezTo>
                  <a:cubicBezTo>
                    <a:pt x="505" y="2493"/>
                    <a:pt x="506" y="2491"/>
                    <a:pt x="506" y="2489"/>
                  </a:cubicBezTo>
                  <a:cubicBezTo>
                    <a:pt x="507" y="2490"/>
                    <a:pt x="507" y="2490"/>
                    <a:pt x="507" y="2490"/>
                  </a:cubicBezTo>
                  <a:cubicBezTo>
                    <a:pt x="513" y="2490"/>
                    <a:pt x="521" y="2488"/>
                    <a:pt x="522" y="2483"/>
                  </a:cubicBezTo>
                  <a:cubicBezTo>
                    <a:pt x="523" y="2482"/>
                    <a:pt x="523" y="2479"/>
                    <a:pt x="523" y="2477"/>
                  </a:cubicBezTo>
                  <a:cubicBezTo>
                    <a:pt x="523" y="2477"/>
                    <a:pt x="523" y="2477"/>
                    <a:pt x="523" y="2477"/>
                  </a:cubicBezTo>
                  <a:cubicBezTo>
                    <a:pt x="524" y="2476"/>
                    <a:pt x="525" y="2476"/>
                    <a:pt x="525" y="2475"/>
                  </a:cubicBezTo>
                  <a:cubicBezTo>
                    <a:pt x="531" y="2470"/>
                    <a:pt x="523" y="2460"/>
                    <a:pt x="521" y="2453"/>
                  </a:cubicBezTo>
                  <a:cubicBezTo>
                    <a:pt x="518" y="2444"/>
                    <a:pt x="514" y="2440"/>
                    <a:pt x="507" y="2435"/>
                  </a:cubicBezTo>
                  <a:cubicBezTo>
                    <a:pt x="500" y="2431"/>
                    <a:pt x="497" y="2424"/>
                    <a:pt x="488" y="2416"/>
                  </a:cubicBezTo>
                  <a:cubicBezTo>
                    <a:pt x="478" y="2408"/>
                    <a:pt x="460" y="2363"/>
                    <a:pt x="460" y="2362"/>
                  </a:cubicBezTo>
                  <a:cubicBezTo>
                    <a:pt x="466" y="2349"/>
                    <a:pt x="464" y="2334"/>
                    <a:pt x="462" y="2327"/>
                  </a:cubicBezTo>
                  <a:cubicBezTo>
                    <a:pt x="460" y="2318"/>
                    <a:pt x="464" y="2282"/>
                    <a:pt x="474" y="2237"/>
                  </a:cubicBezTo>
                  <a:cubicBezTo>
                    <a:pt x="484" y="2192"/>
                    <a:pt x="510" y="2128"/>
                    <a:pt x="513" y="2058"/>
                  </a:cubicBezTo>
                  <a:cubicBezTo>
                    <a:pt x="515" y="2015"/>
                    <a:pt x="509" y="1938"/>
                    <a:pt x="510" y="1878"/>
                  </a:cubicBezTo>
                  <a:cubicBezTo>
                    <a:pt x="511" y="1841"/>
                    <a:pt x="521" y="1814"/>
                    <a:pt x="522" y="1808"/>
                  </a:cubicBezTo>
                  <a:cubicBezTo>
                    <a:pt x="527" y="1785"/>
                    <a:pt x="527" y="1741"/>
                    <a:pt x="530" y="1729"/>
                  </a:cubicBezTo>
                  <a:cubicBezTo>
                    <a:pt x="587" y="1523"/>
                    <a:pt x="569" y="1347"/>
                    <a:pt x="567" y="1304"/>
                  </a:cubicBezTo>
                  <a:cubicBezTo>
                    <a:pt x="567" y="1304"/>
                    <a:pt x="569" y="1185"/>
                    <a:pt x="567" y="1170"/>
                  </a:cubicBezTo>
                  <a:cubicBezTo>
                    <a:pt x="530" y="1051"/>
                    <a:pt x="549" y="969"/>
                    <a:pt x="546" y="961"/>
                  </a:cubicBezTo>
                  <a:cubicBezTo>
                    <a:pt x="547" y="935"/>
                    <a:pt x="555" y="874"/>
                    <a:pt x="554" y="847"/>
                  </a:cubicBezTo>
                  <a:cubicBezTo>
                    <a:pt x="556" y="815"/>
                    <a:pt x="559" y="791"/>
                    <a:pt x="560" y="779"/>
                  </a:cubicBezTo>
                  <a:cubicBezTo>
                    <a:pt x="560" y="778"/>
                    <a:pt x="560" y="778"/>
                    <a:pt x="560" y="778"/>
                  </a:cubicBezTo>
                  <a:cubicBezTo>
                    <a:pt x="560" y="782"/>
                    <a:pt x="560" y="786"/>
                    <a:pt x="560" y="790"/>
                  </a:cubicBezTo>
                  <a:cubicBezTo>
                    <a:pt x="560" y="793"/>
                    <a:pt x="560" y="793"/>
                    <a:pt x="560" y="793"/>
                  </a:cubicBezTo>
                  <a:cubicBezTo>
                    <a:pt x="561" y="797"/>
                    <a:pt x="561" y="797"/>
                    <a:pt x="561" y="797"/>
                  </a:cubicBezTo>
                  <a:cubicBezTo>
                    <a:pt x="561" y="799"/>
                    <a:pt x="561" y="801"/>
                    <a:pt x="562" y="803"/>
                  </a:cubicBezTo>
                  <a:cubicBezTo>
                    <a:pt x="563" y="812"/>
                    <a:pt x="565" y="826"/>
                    <a:pt x="565" y="826"/>
                  </a:cubicBezTo>
                  <a:cubicBezTo>
                    <a:pt x="580" y="946"/>
                    <a:pt x="580" y="946"/>
                    <a:pt x="580" y="946"/>
                  </a:cubicBezTo>
                  <a:cubicBezTo>
                    <a:pt x="575" y="982"/>
                    <a:pt x="587" y="997"/>
                    <a:pt x="596" y="1049"/>
                  </a:cubicBezTo>
                  <a:cubicBezTo>
                    <a:pt x="600" y="1076"/>
                    <a:pt x="632" y="1205"/>
                    <a:pt x="634" y="1219"/>
                  </a:cubicBezTo>
                  <a:cubicBezTo>
                    <a:pt x="636" y="1232"/>
                    <a:pt x="641" y="1247"/>
                    <a:pt x="643" y="1250"/>
                  </a:cubicBezTo>
                  <a:cubicBezTo>
                    <a:pt x="644" y="1253"/>
                    <a:pt x="638" y="1268"/>
                    <a:pt x="636" y="1281"/>
                  </a:cubicBezTo>
                  <a:cubicBezTo>
                    <a:pt x="635" y="1282"/>
                    <a:pt x="635" y="1283"/>
                    <a:pt x="635" y="1285"/>
                  </a:cubicBezTo>
                  <a:cubicBezTo>
                    <a:pt x="635" y="1285"/>
                    <a:pt x="635" y="1285"/>
                    <a:pt x="635" y="1286"/>
                  </a:cubicBezTo>
                  <a:cubicBezTo>
                    <a:pt x="634" y="1290"/>
                    <a:pt x="635" y="1293"/>
                    <a:pt x="636" y="1298"/>
                  </a:cubicBezTo>
                  <a:cubicBezTo>
                    <a:pt x="637" y="1307"/>
                    <a:pt x="638" y="1316"/>
                    <a:pt x="632" y="1322"/>
                  </a:cubicBezTo>
                  <a:cubicBezTo>
                    <a:pt x="620" y="1334"/>
                    <a:pt x="601" y="1368"/>
                    <a:pt x="615" y="1378"/>
                  </a:cubicBezTo>
                  <a:cubicBezTo>
                    <a:pt x="630" y="1389"/>
                    <a:pt x="643" y="1364"/>
                    <a:pt x="647" y="1352"/>
                  </a:cubicBezTo>
                  <a:cubicBezTo>
                    <a:pt x="652" y="1339"/>
                    <a:pt x="660" y="1337"/>
                    <a:pt x="660" y="1337"/>
                  </a:cubicBezTo>
                  <a:cubicBezTo>
                    <a:pt x="660" y="1337"/>
                    <a:pt x="652" y="1351"/>
                    <a:pt x="655" y="1358"/>
                  </a:cubicBezTo>
                  <a:cubicBezTo>
                    <a:pt x="658" y="1364"/>
                    <a:pt x="650" y="1375"/>
                    <a:pt x="655" y="1383"/>
                  </a:cubicBezTo>
                  <a:cubicBezTo>
                    <a:pt x="657" y="1386"/>
                    <a:pt x="651" y="1388"/>
                    <a:pt x="650" y="1400"/>
                  </a:cubicBezTo>
                  <a:cubicBezTo>
                    <a:pt x="648" y="1411"/>
                    <a:pt x="642" y="1400"/>
                    <a:pt x="635" y="1412"/>
                  </a:cubicBezTo>
                  <a:cubicBezTo>
                    <a:pt x="632" y="1415"/>
                    <a:pt x="611" y="1391"/>
                    <a:pt x="609" y="1419"/>
                  </a:cubicBezTo>
                  <a:cubicBezTo>
                    <a:pt x="609" y="1421"/>
                    <a:pt x="630" y="1427"/>
                    <a:pt x="630" y="1429"/>
                  </a:cubicBezTo>
                  <a:cubicBezTo>
                    <a:pt x="630" y="1431"/>
                    <a:pt x="609" y="1430"/>
                    <a:pt x="609" y="1433"/>
                  </a:cubicBezTo>
                  <a:cubicBezTo>
                    <a:pt x="609" y="1433"/>
                    <a:pt x="598" y="1444"/>
                    <a:pt x="607" y="1450"/>
                  </a:cubicBezTo>
                  <a:cubicBezTo>
                    <a:pt x="615" y="1451"/>
                    <a:pt x="615" y="1451"/>
                    <a:pt x="615" y="1451"/>
                  </a:cubicBezTo>
                  <a:cubicBezTo>
                    <a:pt x="615" y="1451"/>
                    <a:pt x="604" y="1459"/>
                    <a:pt x="612" y="1468"/>
                  </a:cubicBezTo>
                  <a:cubicBezTo>
                    <a:pt x="615" y="1471"/>
                    <a:pt x="627" y="1469"/>
                    <a:pt x="630" y="1469"/>
                  </a:cubicBezTo>
                  <a:cubicBezTo>
                    <a:pt x="633" y="1469"/>
                    <a:pt x="636" y="1469"/>
                    <a:pt x="636" y="1469"/>
                  </a:cubicBezTo>
                  <a:cubicBezTo>
                    <a:pt x="636" y="1469"/>
                    <a:pt x="635" y="1478"/>
                    <a:pt x="642" y="1479"/>
                  </a:cubicBezTo>
                  <a:cubicBezTo>
                    <a:pt x="649" y="1480"/>
                    <a:pt x="657" y="1474"/>
                    <a:pt x="659" y="1470"/>
                  </a:cubicBezTo>
                  <a:cubicBezTo>
                    <a:pt x="661" y="1467"/>
                    <a:pt x="676" y="1460"/>
                    <a:pt x="682" y="1450"/>
                  </a:cubicBezTo>
                  <a:cubicBezTo>
                    <a:pt x="687" y="1441"/>
                    <a:pt x="695" y="1440"/>
                    <a:pt x="701" y="1411"/>
                  </a:cubicBezTo>
                  <a:cubicBezTo>
                    <a:pt x="704" y="1397"/>
                    <a:pt x="714" y="1379"/>
                    <a:pt x="715" y="1368"/>
                  </a:cubicBezTo>
                  <a:cubicBezTo>
                    <a:pt x="716" y="1357"/>
                    <a:pt x="718" y="1346"/>
                    <a:pt x="715" y="1328"/>
                  </a:cubicBezTo>
                  <a:close/>
                  <a:moveTo>
                    <a:pt x="455" y="271"/>
                  </a:moveTo>
                  <a:cubicBezTo>
                    <a:pt x="454" y="273"/>
                    <a:pt x="454" y="273"/>
                    <a:pt x="454" y="273"/>
                  </a:cubicBezTo>
                  <a:cubicBezTo>
                    <a:pt x="454" y="272"/>
                    <a:pt x="454" y="272"/>
                    <a:pt x="454" y="271"/>
                  </a:cubicBezTo>
                  <a:cubicBezTo>
                    <a:pt x="455" y="271"/>
                    <a:pt x="455" y="271"/>
                    <a:pt x="455" y="271"/>
                  </a:cubicBezTo>
                  <a:close/>
                </a:path>
              </a:pathLst>
            </a:custGeom>
            <a:solidFill>
              <a:srgbClr val="B1DF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66571" name="Freeform 57">
              <a:extLst>
                <a:ext uri="{FF2B5EF4-FFF2-40B4-BE49-F238E27FC236}">
                  <a16:creationId xmlns:a16="http://schemas.microsoft.com/office/drawing/2014/main" id="{019823DC-1DC2-4A07-8567-FF24E37AF75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105" y="681"/>
              <a:ext cx="658" cy="2296"/>
            </a:xfrm>
            <a:custGeom>
              <a:avLst/>
              <a:gdLst>
                <a:gd name="T0" fmla="*/ 537 w 718"/>
                <a:gd name="T1" fmla="*/ 870 h 2510"/>
                <a:gd name="T2" fmla="*/ 502 w 718"/>
                <a:gd name="T3" fmla="*/ 451 h 2510"/>
                <a:gd name="T4" fmla="*/ 322 w 718"/>
                <a:gd name="T5" fmla="*/ 268 h 2510"/>
                <a:gd name="T6" fmla="*/ 367 w 718"/>
                <a:gd name="T7" fmla="*/ 177 h 2510"/>
                <a:gd name="T8" fmla="*/ 370 w 718"/>
                <a:gd name="T9" fmla="*/ 130 h 2510"/>
                <a:gd name="T10" fmla="*/ 366 w 718"/>
                <a:gd name="T11" fmla="*/ 101 h 2510"/>
                <a:gd name="T12" fmla="*/ 363 w 718"/>
                <a:gd name="T13" fmla="*/ 83 h 2510"/>
                <a:gd name="T14" fmla="*/ 359 w 718"/>
                <a:gd name="T15" fmla="*/ 69 h 2510"/>
                <a:gd name="T16" fmla="*/ 355 w 718"/>
                <a:gd name="T17" fmla="*/ 66 h 2510"/>
                <a:gd name="T18" fmla="*/ 344 w 718"/>
                <a:gd name="T19" fmla="*/ 39 h 2510"/>
                <a:gd name="T20" fmla="*/ 336 w 718"/>
                <a:gd name="T21" fmla="*/ 32 h 2510"/>
                <a:gd name="T22" fmla="*/ 331 w 718"/>
                <a:gd name="T23" fmla="*/ 23 h 2510"/>
                <a:gd name="T24" fmla="*/ 324 w 718"/>
                <a:gd name="T25" fmla="*/ 15 h 2510"/>
                <a:gd name="T26" fmla="*/ 317 w 718"/>
                <a:gd name="T27" fmla="*/ 28 h 2510"/>
                <a:gd name="T28" fmla="*/ 309 w 718"/>
                <a:gd name="T29" fmla="*/ 28 h 2510"/>
                <a:gd name="T30" fmla="*/ 301 w 718"/>
                <a:gd name="T31" fmla="*/ 15 h 2510"/>
                <a:gd name="T32" fmla="*/ 297 w 718"/>
                <a:gd name="T33" fmla="*/ 15 h 2510"/>
                <a:gd name="T34" fmla="*/ 290 w 718"/>
                <a:gd name="T35" fmla="*/ 15 h 2510"/>
                <a:gd name="T36" fmla="*/ 283 w 718"/>
                <a:gd name="T37" fmla="*/ 28 h 2510"/>
                <a:gd name="T38" fmla="*/ 271 w 718"/>
                <a:gd name="T39" fmla="*/ 16 h 2510"/>
                <a:gd name="T40" fmla="*/ 264 w 718"/>
                <a:gd name="T41" fmla="*/ 22 h 2510"/>
                <a:gd name="T42" fmla="*/ 257 w 718"/>
                <a:gd name="T43" fmla="*/ 22 h 2510"/>
                <a:gd name="T44" fmla="*/ 248 w 718"/>
                <a:gd name="T45" fmla="*/ 5 h 2510"/>
                <a:gd name="T46" fmla="*/ 240 w 718"/>
                <a:gd name="T47" fmla="*/ 15 h 2510"/>
                <a:gd name="T48" fmla="*/ 226 w 718"/>
                <a:gd name="T49" fmla="*/ 5 h 2510"/>
                <a:gd name="T50" fmla="*/ 215 w 718"/>
                <a:gd name="T51" fmla="*/ 21 h 2510"/>
                <a:gd name="T52" fmla="*/ 206 w 718"/>
                <a:gd name="T53" fmla="*/ 23 h 2510"/>
                <a:gd name="T54" fmla="*/ 203 w 718"/>
                <a:gd name="T55" fmla="*/ 22 h 2510"/>
                <a:gd name="T56" fmla="*/ 199 w 718"/>
                <a:gd name="T57" fmla="*/ 31 h 2510"/>
                <a:gd name="T58" fmla="*/ 192 w 718"/>
                <a:gd name="T59" fmla="*/ 44 h 2510"/>
                <a:gd name="T60" fmla="*/ 192 w 718"/>
                <a:gd name="T61" fmla="*/ 55 h 2510"/>
                <a:gd name="T62" fmla="*/ 186 w 718"/>
                <a:gd name="T63" fmla="*/ 51 h 2510"/>
                <a:gd name="T64" fmla="*/ 186 w 718"/>
                <a:gd name="T65" fmla="*/ 76 h 2510"/>
                <a:gd name="T66" fmla="*/ 178 w 718"/>
                <a:gd name="T67" fmla="*/ 91 h 2510"/>
                <a:gd name="T68" fmla="*/ 170 w 718"/>
                <a:gd name="T69" fmla="*/ 106 h 2510"/>
                <a:gd name="T70" fmla="*/ 165 w 718"/>
                <a:gd name="T71" fmla="*/ 135 h 2510"/>
                <a:gd name="T72" fmla="*/ 180 w 718"/>
                <a:gd name="T73" fmla="*/ 194 h 2510"/>
                <a:gd name="T74" fmla="*/ 218 w 718"/>
                <a:gd name="T75" fmla="*/ 269 h 2510"/>
                <a:gd name="T76" fmla="*/ 27 w 718"/>
                <a:gd name="T77" fmla="*/ 712 h 2510"/>
                <a:gd name="T78" fmla="*/ 3 w 718"/>
                <a:gd name="T79" fmla="*/ 1043 h 2510"/>
                <a:gd name="T80" fmla="*/ 68 w 718"/>
                <a:gd name="T81" fmla="*/ 1120 h 2510"/>
                <a:gd name="T82" fmla="*/ 84 w 718"/>
                <a:gd name="T83" fmla="*/ 1081 h 2510"/>
                <a:gd name="T84" fmla="*/ 56 w 718"/>
                <a:gd name="T85" fmla="*/ 1033 h 2510"/>
                <a:gd name="T86" fmla="*/ 65 w 718"/>
                <a:gd name="T87" fmla="*/ 928 h 2510"/>
                <a:gd name="T88" fmla="*/ 118 w 718"/>
                <a:gd name="T89" fmla="*/ 596 h 2510"/>
                <a:gd name="T90" fmla="*/ 157 w 718"/>
                <a:gd name="T91" fmla="*/ 1438 h 2510"/>
                <a:gd name="T92" fmla="*/ 159 w 718"/>
                <a:gd name="T93" fmla="*/ 1863 h 2510"/>
                <a:gd name="T94" fmla="*/ 159 w 718"/>
                <a:gd name="T95" fmla="*/ 1906 h 2510"/>
                <a:gd name="T96" fmla="*/ 246 w 718"/>
                <a:gd name="T97" fmla="*/ 1907 h 2510"/>
                <a:gd name="T98" fmla="*/ 251 w 718"/>
                <a:gd name="T99" fmla="*/ 1652 h 2510"/>
                <a:gd name="T100" fmla="*/ 277 w 718"/>
                <a:gd name="T101" fmla="*/ 1084 h 2510"/>
                <a:gd name="T102" fmla="*/ 302 w 718"/>
                <a:gd name="T103" fmla="*/ 1752 h 2510"/>
                <a:gd name="T104" fmla="*/ 320 w 718"/>
                <a:gd name="T105" fmla="*/ 1918 h 2510"/>
                <a:gd name="T106" fmla="*/ 401 w 718"/>
                <a:gd name="T107" fmla="*/ 1900 h 2510"/>
                <a:gd name="T108" fmla="*/ 376 w 718"/>
                <a:gd name="T109" fmla="*/ 1850 h 2510"/>
                <a:gd name="T110" fmla="*/ 401 w 718"/>
                <a:gd name="T111" fmla="*/ 1384 h 2510"/>
                <a:gd name="T112" fmla="*/ 431 w 718"/>
                <a:gd name="T113" fmla="*/ 596 h 2510"/>
                <a:gd name="T114" fmla="*/ 435 w 718"/>
                <a:gd name="T115" fmla="*/ 633 h 2510"/>
                <a:gd name="T116" fmla="*/ 488 w 718"/>
                <a:gd name="T117" fmla="*/ 983 h 2510"/>
                <a:gd name="T118" fmla="*/ 508 w 718"/>
                <a:gd name="T119" fmla="*/ 1024 h 2510"/>
                <a:gd name="T120" fmla="*/ 485 w 718"/>
                <a:gd name="T121" fmla="*/ 1094 h 2510"/>
                <a:gd name="T122" fmla="*/ 489 w 718"/>
                <a:gd name="T123" fmla="*/ 1124 h 2510"/>
                <a:gd name="T124" fmla="*/ 550 w 718"/>
                <a:gd name="T125" fmla="*/ 1016 h 2510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718" h="2510">
                  <a:moveTo>
                    <a:pt x="715" y="1328"/>
                  </a:moveTo>
                  <a:cubicBezTo>
                    <a:pt x="714" y="1318"/>
                    <a:pt x="714" y="1296"/>
                    <a:pt x="714" y="1278"/>
                  </a:cubicBezTo>
                  <a:cubicBezTo>
                    <a:pt x="714" y="1274"/>
                    <a:pt x="715" y="1271"/>
                    <a:pt x="715" y="1271"/>
                  </a:cubicBezTo>
                  <a:cubicBezTo>
                    <a:pt x="715" y="1262"/>
                    <a:pt x="717" y="1259"/>
                    <a:pt x="714" y="1247"/>
                  </a:cubicBezTo>
                  <a:cubicBezTo>
                    <a:pt x="711" y="1235"/>
                    <a:pt x="705" y="1223"/>
                    <a:pt x="705" y="1199"/>
                  </a:cubicBezTo>
                  <a:cubicBezTo>
                    <a:pt x="705" y="1193"/>
                    <a:pt x="701" y="1193"/>
                    <a:pt x="697" y="1137"/>
                  </a:cubicBezTo>
                  <a:cubicBezTo>
                    <a:pt x="695" y="1105"/>
                    <a:pt x="699" y="983"/>
                    <a:pt x="682" y="937"/>
                  </a:cubicBezTo>
                  <a:cubicBezTo>
                    <a:pt x="679" y="922"/>
                    <a:pt x="672" y="902"/>
                    <a:pt x="673" y="869"/>
                  </a:cubicBezTo>
                  <a:cubicBezTo>
                    <a:pt x="672" y="823"/>
                    <a:pt x="662" y="764"/>
                    <a:pt x="652" y="685"/>
                  </a:cubicBezTo>
                  <a:cubicBezTo>
                    <a:pt x="654" y="683"/>
                    <a:pt x="654" y="683"/>
                    <a:pt x="654" y="683"/>
                  </a:cubicBezTo>
                  <a:cubicBezTo>
                    <a:pt x="652" y="668"/>
                    <a:pt x="652" y="655"/>
                    <a:pt x="652" y="643"/>
                  </a:cubicBezTo>
                  <a:cubicBezTo>
                    <a:pt x="654" y="623"/>
                    <a:pt x="655" y="607"/>
                    <a:pt x="652" y="589"/>
                  </a:cubicBezTo>
                  <a:cubicBezTo>
                    <a:pt x="651" y="582"/>
                    <a:pt x="650" y="576"/>
                    <a:pt x="649" y="568"/>
                  </a:cubicBezTo>
                  <a:cubicBezTo>
                    <a:pt x="645" y="550"/>
                    <a:pt x="638" y="535"/>
                    <a:pt x="629" y="523"/>
                  </a:cubicBezTo>
                  <a:cubicBezTo>
                    <a:pt x="610" y="489"/>
                    <a:pt x="588" y="479"/>
                    <a:pt x="565" y="473"/>
                  </a:cubicBezTo>
                  <a:cubicBezTo>
                    <a:pt x="551" y="467"/>
                    <a:pt x="540" y="464"/>
                    <a:pt x="536" y="463"/>
                  </a:cubicBezTo>
                  <a:cubicBezTo>
                    <a:pt x="508" y="455"/>
                    <a:pt x="454" y="436"/>
                    <a:pt x="438" y="426"/>
                  </a:cubicBezTo>
                  <a:cubicBezTo>
                    <a:pt x="415" y="412"/>
                    <a:pt x="414" y="377"/>
                    <a:pt x="418" y="350"/>
                  </a:cubicBezTo>
                  <a:cubicBezTo>
                    <a:pt x="428" y="339"/>
                    <a:pt x="437" y="325"/>
                    <a:pt x="440" y="318"/>
                  </a:cubicBezTo>
                  <a:cubicBezTo>
                    <a:pt x="446" y="307"/>
                    <a:pt x="453" y="285"/>
                    <a:pt x="454" y="273"/>
                  </a:cubicBezTo>
                  <a:cubicBezTo>
                    <a:pt x="455" y="272"/>
                    <a:pt x="455" y="272"/>
                    <a:pt x="455" y="271"/>
                  </a:cubicBezTo>
                  <a:cubicBezTo>
                    <a:pt x="458" y="270"/>
                    <a:pt x="464" y="265"/>
                    <a:pt x="467" y="262"/>
                  </a:cubicBezTo>
                  <a:cubicBezTo>
                    <a:pt x="470" y="258"/>
                    <a:pt x="471" y="253"/>
                    <a:pt x="474" y="249"/>
                  </a:cubicBezTo>
                  <a:cubicBezTo>
                    <a:pt x="477" y="244"/>
                    <a:pt x="476" y="240"/>
                    <a:pt x="478" y="231"/>
                  </a:cubicBezTo>
                  <a:cubicBezTo>
                    <a:pt x="481" y="223"/>
                    <a:pt x="483" y="210"/>
                    <a:pt x="483" y="205"/>
                  </a:cubicBezTo>
                  <a:cubicBezTo>
                    <a:pt x="483" y="200"/>
                    <a:pt x="489" y="186"/>
                    <a:pt x="489" y="179"/>
                  </a:cubicBezTo>
                  <a:cubicBezTo>
                    <a:pt x="489" y="177"/>
                    <a:pt x="489" y="175"/>
                    <a:pt x="488" y="173"/>
                  </a:cubicBezTo>
                  <a:cubicBezTo>
                    <a:pt x="488" y="172"/>
                    <a:pt x="487" y="170"/>
                    <a:pt x="486" y="170"/>
                  </a:cubicBezTo>
                  <a:cubicBezTo>
                    <a:pt x="485" y="169"/>
                    <a:pt x="484" y="169"/>
                    <a:pt x="484" y="169"/>
                  </a:cubicBezTo>
                  <a:cubicBezTo>
                    <a:pt x="483" y="169"/>
                    <a:pt x="482" y="169"/>
                    <a:pt x="481" y="169"/>
                  </a:cubicBezTo>
                  <a:cubicBezTo>
                    <a:pt x="481" y="169"/>
                    <a:pt x="477" y="180"/>
                    <a:pt x="474" y="188"/>
                  </a:cubicBezTo>
                  <a:cubicBezTo>
                    <a:pt x="476" y="182"/>
                    <a:pt x="477" y="176"/>
                    <a:pt x="478" y="170"/>
                  </a:cubicBezTo>
                  <a:cubicBezTo>
                    <a:pt x="479" y="164"/>
                    <a:pt x="481" y="155"/>
                    <a:pt x="479" y="150"/>
                  </a:cubicBezTo>
                  <a:cubicBezTo>
                    <a:pt x="478" y="157"/>
                    <a:pt x="474" y="163"/>
                    <a:pt x="473" y="169"/>
                  </a:cubicBezTo>
                  <a:cubicBezTo>
                    <a:pt x="473" y="169"/>
                    <a:pt x="473" y="168"/>
                    <a:pt x="473" y="167"/>
                  </a:cubicBezTo>
                  <a:cubicBezTo>
                    <a:pt x="476" y="160"/>
                    <a:pt x="476" y="133"/>
                    <a:pt x="475" y="131"/>
                  </a:cubicBezTo>
                  <a:cubicBezTo>
                    <a:pt x="474" y="132"/>
                    <a:pt x="473" y="134"/>
                    <a:pt x="472" y="136"/>
                  </a:cubicBezTo>
                  <a:cubicBezTo>
                    <a:pt x="472" y="131"/>
                    <a:pt x="473" y="126"/>
                    <a:pt x="473" y="121"/>
                  </a:cubicBezTo>
                  <a:cubicBezTo>
                    <a:pt x="472" y="123"/>
                    <a:pt x="472" y="125"/>
                    <a:pt x="471" y="127"/>
                  </a:cubicBezTo>
                  <a:cubicBezTo>
                    <a:pt x="471" y="123"/>
                    <a:pt x="473" y="116"/>
                    <a:pt x="472" y="110"/>
                  </a:cubicBezTo>
                  <a:cubicBezTo>
                    <a:pt x="471" y="113"/>
                    <a:pt x="471" y="116"/>
                    <a:pt x="470" y="119"/>
                  </a:cubicBezTo>
                  <a:cubicBezTo>
                    <a:pt x="471" y="116"/>
                    <a:pt x="471" y="112"/>
                    <a:pt x="471" y="108"/>
                  </a:cubicBezTo>
                  <a:cubicBezTo>
                    <a:pt x="471" y="108"/>
                    <a:pt x="470" y="109"/>
                    <a:pt x="470" y="109"/>
                  </a:cubicBezTo>
                  <a:cubicBezTo>
                    <a:pt x="472" y="103"/>
                    <a:pt x="472" y="95"/>
                    <a:pt x="473" y="90"/>
                  </a:cubicBezTo>
                  <a:cubicBezTo>
                    <a:pt x="472" y="92"/>
                    <a:pt x="466" y="102"/>
                    <a:pt x="466" y="104"/>
                  </a:cubicBezTo>
                  <a:cubicBezTo>
                    <a:pt x="466" y="98"/>
                    <a:pt x="469" y="92"/>
                    <a:pt x="469" y="86"/>
                  </a:cubicBezTo>
                  <a:cubicBezTo>
                    <a:pt x="468" y="92"/>
                    <a:pt x="465" y="98"/>
                    <a:pt x="463" y="104"/>
                  </a:cubicBezTo>
                  <a:cubicBezTo>
                    <a:pt x="463" y="103"/>
                    <a:pt x="466" y="94"/>
                    <a:pt x="467" y="90"/>
                  </a:cubicBezTo>
                  <a:cubicBezTo>
                    <a:pt x="466" y="91"/>
                    <a:pt x="466" y="92"/>
                    <a:pt x="465" y="93"/>
                  </a:cubicBezTo>
                  <a:cubicBezTo>
                    <a:pt x="465" y="92"/>
                    <a:pt x="465" y="91"/>
                    <a:pt x="465" y="89"/>
                  </a:cubicBezTo>
                  <a:cubicBezTo>
                    <a:pt x="462" y="93"/>
                    <a:pt x="459" y="102"/>
                    <a:pt x="459" y="102"/>
                  </a:cubicBezTo>
                  <a:cubicBezTo>
                    <a:pt x="461" y="95"/>
                    <a:pt x="463" y="89"/>
                    <a:pt x="464" y="82"/>
                  </a:cubicBezTo>
                  <a:cubicBezTo>
                    <a:pt x="466" y="79"/>
                    <a:pt x="467" y="76"/>
                    <a:pt x="470" y="74"/>
                  </a:cubicBezTo>
                  <a:cubicBezTo>
                    <a:pt x="465" y="77"/>
                    <a:pt x="462" y="81"/>
                    <a:pt x="460" y="86"/>
                  </a:cubicBezTo>
                  <a:cubicBezTo>
                    <a:pt x="460" y="79"/>
                    <a:pt x="460" y="58"/>
                    <a:pt x="461" y="54"/>
                  </a:cubicBezTo>
                  <a:cubicBezTo>
                    <a:pt x="459" y="58"/>
                    <a:pt x="454" y="67"/>
                    <a:pt x="453" y="67"/>
                  </a:cubicBezTo>
                  <a:cubicBezTo>
                    <a:pt x="453" y="58"/>
                    <a:pt x="453" y="48"/>
                    <a:pt x="456" y="40"/>
                  </a:cubicBezTo>
                  <a:cubicBezTo>
                    <a:pt x="452" y="50"/>
                    <a:pt x="448" y="73"/>
                    <a:pt x="448" y="73"/>
                  </a:cubicBezTo>
                  <a:cubicBezTo>
                    <a:pt x="448" y="61"/>
                    <a:pt x="448" y="49"/>
                    <a:pt x="450" y="37"/>
                  </a:cubicBezTo>
                  <a:cubicBezTo>
                    <a:pt x="448" y="41"/>
                    <a:pt x="447" y="46"/>
                    <a:pt x="446" y="51"/>
                  </a:cubicBezTo>
                  <a:cubicBezTo>
                    <a:pt x="446" y="46"/>
                    <a:pt x="446" y="42"/>
                    <a:pt x="446" y="37"/>
                  </a:cubicBezTo>
                  <a:cubicBezTo>
                    <a:pt x="445" y="40"/>
                    <a:pt x="445" y="43"/>
                    <a:pt x="443" y="45"/>
                  </a:cubicBezTo>
                  <a:cubicBezTo>
                    <a:pt x="444" y="37"/>
                    <a:pt x="444" y="28"/>
                    <a:pt x="443" y="20"/>
                  </a:cubicBezTo>
                  <a:cubicBezTo>
                    <a:pt x="440" y="25"/>
                    <a:pt x="440" y="33"/>
                    <a:pt x="439" y="39"/>
                  </a:cubicBezTo>
                  <a:cubicBezTo>
                    <a:pt x="439" y="40"/>
                    <a:pt x="438" y="42"/>
                    <a:pt x="438" y="44"/>
                  </a:cubicBezTo>
                  <a:cubicBezTo>
                    <a:pt x="438" y="43"/>
                    <a:pt x="438" y="43"/>
                    <a:pt x="438" y="42"/>
                  </a:cubicBezTo>
                  <a:cubicBezTo>
                    <a:pt x="436" y="46"/>
                    <a:pt x="435" y="49"/>
                    <a:pt x="435" y="53"/>
                  </a:cubicBezTo>
                  <a:cubicBezTo>
                    <a:pt x="434" y="54"/>
                    <a:pt x="434" y="54"/>
                    <a:pt x="434" y="55"/>
                  </a:cubicBezTo>
                  <a:cubicBezTo>
                    <a:pt x="435" y="47"/>
                    <a:pt x="436" y="35"/>
                    <a:pt x="434" y="28"/>
                  </a:cubicBezTo>
                  <a:cubicBezTo>
                    <a:pt x="432" y="32"/>
                    <a:pt x="432" y="37"/>
                    <a:pt x="431" y="42"/>
                  </a:cubicBezTo>
                  <a:cubicBezTo>
                    <a:pt x="431" y="39"/>
                    <a:pt x="431" y="37"/>
                    <a:pt x="430" y="34"/>
                  </a:cubicBezTo>
                  <a:cubicBezTo>
                    <a:pt x="430" y="32"/>
                    <a:pt x="430" y="31"/>
                    <a:pt x="430" y="29"/>
                  </a:cubicBezTo>
                  <a:cubicBezTo>
                    <a:pt x="430" y="31"/>
                    <a:pt x="429" y="33"/>
                    <a:pt x="429" y="35"/>
                  </a:cubicBezTo>
                  <a:cubicBezTo>
                    <a:pt x="429" y="36"/>
                    <a:pt x="428" y="37"/>
                    <a:pt x="428" y="38"/>
                  </a:cubicBezTo>
                  <a:cubicBezTo>
                    <a:pt x="428" y="38"/>
                    <a:pt x="428" y="39"/>
                    <a:pt x="428" y="39"/>
                  </a:cubicBezTo>
                  <a:cubicBezTo>
                    <a:pt x="426" y="34"/>
                    <a:pt x="426" y="27"/>
                    <a:pt x="426" y="21"/>
                  </a:cubicBezTo>
                  <a:cubicBezTo>
                    <a:pt x="424" y="23"/>
                    <a:pt x="423" y="26"/>
                    <a:pt x="422" y="30"/>
                  </a:cubicBezTo>
                  <a:cubicBezTo>
                    <a:pt x="421" y="26"/>
                    <a:pt x="421" y="23"/>
                    <a:pt x="421" y="19"/>
                  </a:cubicBezTo>
                  <a:cubicBezTo>
                    <a:pt x="420" y="23"/>
                    <a:pt x="419" y="27"/>
                    <a:pt x="419" y="31"/>
                  </a:cubicBezTo>
                  <a:cubicBezTo>
                    <a:pt x="418" y="29"/>
                    <a:pt x="418" y="27"/>
                    <a:pt x="417" y="26"/>
                  </a:cubicBezTo>
                  <a:cubicBezTo>
                    <a:pt x="417" y="23"/>
                    <a:pt x="417" y="20"/>
                    <a:pt x="417" y="17"/>
                  </a:cubicBezTo>
                  <a:cubicBezTo>
                    <a:pt x="412" y="22"/>
                    <a:pt x="415" y="35"/>
                    <a:pt x="413" y="42"/>
                  </a:cubicBezTo>
                  <a:cubicBezTo>
                    <a:pt x="413" y="42"/>
                    <a:pt x="413" y="42"/>
                    <a:pt x="413" y="42"/>
                  </a:cubicBezTo>
                  <a:cubicBezTo>
                    <a:pt x="412" y="41"/>
                    <a:pt x="412" y="39"/>
                    <a:pt x="412" y="37"/>
                  </a:cubicBezTo>
                  <a:cubicBezTo>
                    <a:pt x="412" y="32"/>
                    <a:pt x="414" y="26"/>
                    <a:pt x="413" y="21"/>
                  </a:cubicBezTo>
                  <a:cubicBezTo>
                    <a:pt x="412" y="23"/>
                    <a:pt x="410" y="28"/>
                    <a:pt x="410" y="29"/>
                  </a:cubicBezTo>
                  <a:cubicBezTo>
                    <a:pt x="409" y="27"/>
                    <a:pt x="409" y="25"/>
                    <a:pt x="409" y="23"/>
                  </a:cubicBezTo>
                  <a:cubicBezTo>
                    <a:pt x="409" y="25"/>
                    <a:pt x="409" y="27"/>
                    <a:pt x="409" y="29"/>
                  </a:cubicBezTo>
                  <a:cubicBezTo>
                    <a:pt x="407" y="26"/>
                    <a:pt x="409" y="22"/>
                    <a:pt x="406" y="19"/>
                  </a:cubicBezTo>
                  <a:cubicBezTo>
                    <a:pt x="403" y="23"/>
                    <a:pt x="402" y="36"/>
                    <a:pt x="402" y="37"/>
                  </a:cubicBezTo>
                  <a:cubicBezTo>
                    <a:pt x="400" y="31"/>
                    <a:pt x="400" y="21"/>
                    <a:pt x="401" y="14"/>
                  </a:cubicBezTo>
                  <a:cubicBezTo>
                    <a:pt x="400" y="20"/>
                    <a:pt x="398" y="26"/>
                    <a:pt x="397" y="32"/>
                  </a:cubicBezTo>
                  <a:cubicBezTo>
                    <a:pt x="397" y="27"/>
                    <a:pt x="397" y="21"/>
                    <a:pt x="397" y="16"/>
                  </a:cubicBezTo>
                  <a:cubicBezTo>
                    <a:pt x="396" y="19"/>
                    <a:pt x="396" y="23"/>
                    <a:pt x="395" y="26"/>
                  </a:cubicBezTo>
                  <a:cubicBezTo>
                    <a:pt x="394" y="29"/>
                    <a:pt x="393" y="32"/>
                    <a:pt x="394" y="36"/>
                  </a:cubicBezTo>
                  <a:cubicBezTo>
                    <a:pt x="393" y="33"/>
                    <a:pt x="392" y="22"/>
                    <a:pt x="391" y="20"/>
                  </a:cubicBezTo>
                  <a:cubicBezTo>
                    <a:pt x="391" y="23"/>
                    <a:pt x="390" y="26"/>
                    <a:pt x="390" y="27"/>
                  </a:cubicBezTo>
                  <a:cubicBezTo>
                    <a:pt x="389" y="31"/>
                    <a:pt x="388" y="34"/>
                    <a:pt x="387" y="38"/>
                  </a:cubicBezTo>
                  <a:cubicBezTo>
                    <a:pt x="388" y="34"/>
                    <a:pt x="388" y="31"/>
                    <a:pt x="388" y="27"/>
                  </a:cubicBezTo>
                  <a:cubicBezTo>
                    <a:pt x="388" y="21"/>
                    <a:pt x="388" y="14"/>
                    <a:pt x="388" y="8"/>
                  </a:cubicBezTo>
                  <a:cubicBezTo>
                    <a:pt x="388" y="12"/>
                    <a:pt x="388" y="17"/>
                    <a:pt x="387" y="22"/>
                  </a:cubicBezTo>
                  <a:cubicBezTo>
                    <a:pt x="387" y="21"/>
                    <a:pt x="387" y="21"/>
                    <a:pt x="386" y="20"/>
                  </a:cubicBezTo>
                  <a:cubicBezTo>
                    <a:pt x="385" y="24"/>
                    <a:pt x="382" y="34"/>
                    <a:pt x="381" y="34"/>
                  </a:cubicBezTo>
                  <a:cubicBezTo>
                    <a:pt x="382" y="25"/>
                    <a:pt x="384" y="15"/>
                    <a:pt x="382" y="6"/>
                  </a:cubicBezTo>
                  <a:cubicBezTo>
                    <a:pt x="382" y="9"/>
                    <a:pt x="381" y="12"/>
                    <a:pt x="381" y="15"/>
                  </a:cubicBezTo>
                  <a:cubicBezTo>
                    <a:pt x="381" y="13"/>
                    <a:pt x="381" y="12"/>
                    <a:pt x="380" y="10"/>
                  </a:cubicBezTo>
                  <a:cubicBezTo>
                    <a:pt x="380" y="14"/>
                    <a:pt x="378" y="30"/>
                    <a:pt x="376" y="35"/>
                  </a:cubicBezTo>
                  <a:cubicBezTo>
                    <a:pt x="376" y="30"/>
                    <a:pt x="377" y="24"/>
                    <a:pt x="377" y="19"/>
                  </a:cubicBezTo>
                  <a:cubicBezTo>
                    <a:pt x="377" y="15"/>
                    <a:pt x="377" y="11"/>
                    <a:pt x="376" y="8"/>
                  </a:cubicBezTo>
                  <a:cubicBezTo>
                    <a:pt x="376" y="9"/>
                    <a:pt x="376" y="10"/>
                    <a:pt x="376" y="11"/>
                  </a:cubicBezTo>
                  <a:cubicBezTo>
                    <a:pt x="375" y="11"/>
                    <a:pt x="375" y="10"/>
                    <a:pt x="375" y="9"/>
                  </a:cubicBezTo>
                  <a:cubicBezTo>
                    <a:pt x="374" y="12"/>
                    <a:pt x="374" y="15"/>
                    <a:pt x="373" y="18"/>
                  </a:cubicBezTo>
                  <a:cubicBezTo>
                    <a:pt x="373" y="16"/>
                    <a:pt x="373" y="13"/>
                    <a:pt x="373" y="10"/>
                  </a:cubicBezTo>
                  <a:cubicBezTo>
                    <a:pt x="372" y="16"/>
                    <a:pt x="369" y="34"/>
                    <a:pt x="368" y="37"/>
                  </a:cubicBezTo>
                  <a:cubicBezTo>
                    <a:pt x="367" y="27"/>
                    <a:pt x="371" y="16"/>
                    <a:pt x="368" y="6"/>
                  </a:cubicBezTo>
                  <a:cubicBezTo>
                    <a:pt x="366" y="10"/>
                    <a:pt x="365" y="29"/>
                    <a:pt x="364" y="33"/>
                  </a:cubicBezTo>
                  <a:cubicBezTo>
                    <a:pt x="364" y="28"/>
                    <a:pt x="362" y="11"/>
                    <a:pt x="361" y="9"/>
                  </a:cubicBezTo>
                  <a:cubicBezTo>
                    <a:pt x="360" y="12"/>
                    <a:pt x="360" y="16"/>
                    <a:pt x="359" y="19"/>
                  </a:cubicBezTo>
                  <a:cubicBezTo>
                    <a:pt x="356" y="13"/>
                    <a:pt x="358" y="6"/>
                    <a:pt x="357" y="0"/>
                  </a:cubicBezTo>
                  <a:cubicBezTo>
                    <a:pt x="355" y="6"/>
                    <a:pt x="356" y="17"/>
                    <a:pt x="352" y="22"/>
                  </a:cubicBezTo>
                  <a:cubicBezTo>
                    <a:pt x="350" y="17"/>
                    <a:pt x="351" y="11"/>
                    <a:pt x="350" y="6"/>
                  </a:cubicBezTo>
                  <a:cubicBezTo>
                    <a:pt x="349" y="12"/>
                    <a:pt x="349" y="17"/>
                    <a:pt x="348" y="23"/>
                  </a:cubicBezTo>
                  <a:cubicBezTo>
                    <a:pt x="347" y="16"/>
                    <a:pt x="348" y="9"/>
                    <a:pt x="346" y="3"/>
                  </a:cubicBezTo>
                  <a:cubicBezTo>
                    <a:pt x="347" y="9"/>
                    <a:pt x="346" y="15"/>
                    <a:pt x="345" y="21"/>
                  </a:cubicBezTo>
                  <a:cubicBezTo>
                    <a:pt x="345" y="20"/>
                    <a:pt x="345" y="18"/>
                    <a:pt x="345" y="16"/>
                  </a:cubicBezTo>
                  <a:cubicBezTo>
                    <a:pt x="344" y="19"/>
                    <a:pt x="345" y="25"/>
                    <a:pt x="343" y="28"/>
                  </a:cubicBezTo>
                  <a:cubicBezTo>
                    <a:pt x="343" y="27"/>
                    <a:pt x="341" y="6"/>
                    <a:pt x="341" y="2"/>
                  </a:cubicBezTo>
                  <a:cubicBezTo>
                    <a:pt x="340" y="5"/>
                    <a:pt x="339" y="21"/>
                    <a:pt x="339" y="28"/>
                  </a:cubicBezTo>
                  <a:cubicBezTo>
                    <a:pt x="339" y="28"/>
                    <a:pt x="339" y="28"/>
                    <a:pt x="339" y="28"/>
                  </a:cubicBezTo>
                  <a:cubicBezTo>
                    <a:pt x="338" y="25"/>
                    <a:pt x="337" y="24"/>
                    <a:pt x="336" y="30"/>
                  </a:cubicBezTo>
                  <a:cubicBezTo>
                    <a:pt x="336" y="27"/>
                    <a:pt x="335" y="25"/>
                    <a:pt x="334" y="23"/>
                  </a:cubicBezTo>
                  <a:cubicBezTo>
                    <a:pt x="333" y="25"/>
                    <a:pt x="333" y="26"/>
                    <a:pt x="333" y="28"/>
                  </a:cubicBezTo>
                  <a:cubicBezTo>
                    <a:pt x="332" y="27"/>
                    <a:pt x="332" y="26"/>
                    <a:pt x="331" y="25"/>
                  </a:cubicBezTo>
                  <a:cubicBezTo>
                    <a:pt x="331" y="20"/>
                    <a:pt x="330" y="15"/>
                    <a:pt x="330" y="11"/>
                  </a:cubicBezTo>
                  <a:cubicBezTo>
                    <a:pt x="331" y="14"/>
                    <a:pt x="330" y="17"/>
                    <a:pt x="330" y="20"/>
                  </a:cubicBezTo>
                  <a:cubicBezTo>
                    <a:pt x="328" y="15"/>
                    <a:pt x="329" y="9"/>
                    <a:pt x="327" y="3"/>
                  </a:cubicBezTo>
                  <a:cubicBezTo>
                    <a:pt x="325" y="8"/>
                    <a:pt x="325" y="15"/>
                    <a:pt x="325" y="20"/>
                  </a:cubicBezTo>
                  <a:cubicBezTo>
                    <a:pt x="325" y="19"/>
                    <a:pt x="323" y="9"/>
                    <a:pt x="323" y="5"/>
                  </a:cubicBezTo>
                  <a:cubicBezTo>
                    <a:pt x="322" y="13"/>
                    <a:pt x="321" y="29"/>
                    <a:pt x="321" y="30"/>
                  </a:cubicBezTo>
                  <a:cubicBezTo>
                    <a:pt x="321" y="30"/>
                    <a:pt x="320" y="19"/>
                    <a:pt x="320" y="16"/>
                  </a:cubicBezTo>
                  <a:cubicBezTo>
                    <a:pt x="320" y="16"/>
                    <a:pt x="319" y="17"/>
                    <a:pt x="319" y="18"/>
                  </a:cubicBezTo>
                  <a:cubicBezTo>
                    <a:pt x="318" y="12"/>
                    <a:pt x="317" y="6"/>
                    <a:pt x="315" y="0"/>
                  </a:cubicBezTo>
                  <a:cubicBezTo>
                    <a:pt x="316" y="9"/>
                    <a:pt x="317" y="19"/>
                    <a:pt x="317" y="28"/>
                  </a:cubicBezTo>
                  <a:cubicBezTo>
                    <a:pt x="316" y="30"/>
                    <a:pt x="314" y="24"/>
                    <a:pt x="312" y="19"/>
                  </a:cubicBezTo>
                  <a:cubicBezTo>
                    <a:pt x="310" y="27"/>
                    <a:pt x="312" y="35"/>
                    <a:pt x="312" y="43"/>
                  </a:cubicBezTo>
                  <a:cubicBezTo>
                    <a:pt x="312" y="43"/>
                    <a:pt x="312" y="43"/>
                    <a:pt x="312" y="43"/>
                  </a:cubicBezTo>
                  <a:cubicBezTo>
                    <a:pt x="309" y="34"/>
                    <a:pt x="307" y="24"/>
                    <a:pt x="305" y="15"/>
                  </a:cubicBezTo>
                  <a:cubicBezTo>
                    <a:pt x="306" y="20"/>
                    <a:pt x="307" y="26"/>
                    <a:pt x="307" y="32"/>
                  </a:cubicBezTo>
                  <a:cubicBezTo>
                    <a:pt x="307" y="31"/>
                    <a:pt x="302" y="20"/>
                    <a:pt x="299" y="15"/>
                  </a:cubicBezTo>
                  <a:cubicBezTo>
                    <a:pt x="298" y="12"/>
                    <a:pt x="296" y="10"/>
                    <a:pt x="295" y="7"/>
                  </a:cubicBezTo>
                  <a:cubicBezTo>
                    <a:pt x="297" y="14"/>
                    <a:pt x="298" y="22"/>
                    <a:pt x="300" y="29"/>
                  </a:cubicBezTo>
                  <a:cubicBezTo>
                    <a:pt x="302" y="34"/>
                    <a:pt x="302" y="39"/>
                    <a:pt x="303" y="44"/>
                  </a:cubicBezTo>
                  <a:cubicBezTo>
                    <a:pt x="299" y="33"/>
                    <a:pt x="290" y="19"/>
                    <a:pt x="290" y="8"/>
                  </a:cubicBezTo>
                  <a:cubicBezTo>
                    <a:pt x="289" y="13"/>
                    <a:pt x="286" y="38"/>
                    <a:pt x="285" y="38"/>
                  </a:cubicBezTo>
                  <a:cubicBezTo>
                    <a:pt x="281" y="33"/>
                    <a:pt x="282" y="26"/>
                    <a:pt x="280" y="20"/>
                  </a:cubicBezTo>
                  <a:cubicBezTo>
                    <a:pt x="279" y="23"/>
                    <a:pt x="279" y="25"/>
                    <a:pt x="279" y="27"/>
                  </a:cubicBezTo>
                  <a:cubicBezTo>
                    <a:pt x="278" y="25"/>
                    <a:pt x="277" y="23"/>
                    <a:pt x="275" y="22"/>
                  </a:cubicBezTo>
                  <a:cubicBezTo>
                    <a:pt x="276" y="25"/>
                    <a:pt x="277" y="30"/>
                    <a:pt x="278" y="35"/>
                  </a:cubicBezTo>
                  <a:cubicBezTo>
                    <a:pt x="278" y="40"/>
                    <a:pt x="278" y="45"/>
                    <a:pt x="277" y="49"/>
                  </a:cubicBezTo>
                  <a:cubicBezTo>
                    <a:pt x="276" y="48"/>
                    <a:pt x="275" y="43"/>
                    <a:pt x="273" y="40"/>
                  </a:cubicBezTo>
                  <a:cubicBezTo>
                    <a:pt x="272" y="41"/>
                    <a:pt x="272" y="43"/>
                    <a:pt x="272" y="44"/>
                  </a:cubicBezTo>
                  <a:cubicBezTo>
                    <a:pt x="271" y="39"/>
                    <a:pt x="270" y="34"/>
                    <a:pt x="268" y="29"/>
                  </a:cubicBezTo>
                  <a:cubicBezTo>
                    <a:pt x="268" y="36"/>
                    <a:pt x="271" y="44"/>
                    <a:pt x="271" y="52"/>
                  </a:cubicBezTo>
                  <a:cubicBezTo>
                    <a:pt x="271" y="51"/>
                    <a:pt x="270" y="50"/>
                    <a:pt x="270" y="49"/>
                  </a:cubicBezTo>
                  <a:cubicBezTo>
                    <a:pt x="269" y="44"/>
                    <a:pt x="267" y="38"/>
                    <a:pt x="265" y="33"/>
                  </a:cubicBezTo>
                  <a:cubicBezTo>
                    <a:pt x="264" y="31"/>
                    <a:pt x="264" y="30"/>
                    <a:pt x="263" y="28"/>
                  </a:cubicBezTo>
                  <a:cubicBezTo>
                    <a:pt x="263" y="29"/>
                    <a:pt x="263" y="29"/>
                    <a:pt x="264" y="30"/>
                  </a:cubicBezTo>
                  <a:cubicBezTo>
                    <a:pt x="263" y="29"/>
                    <a:pt x="263" y="28"/>
                    <a:pt x="263" y="28"/>
                  </a:cubicBezTo>
                  <a:cubicBezTo>
                    <a:pt x="263" y="31"/>
                    <a:pt x="263" y="35"/>
                    <a:pt x="263" y="39"/>
                  </a:cubicBezTo>
                  <a:cubicBezTo>
                    <a:pt x="262" y="37"/>
                    <a:pt x="261" y="34"/>
                    <a:pt x="260" y="32"/>
                  </a:cubicBezTo>
                  <a:cubicBezTo>
                    <a:pt x="261" y="37"/>
                    <a:pt x="263" y="42"/>
                    <a:pt x="263" y="48"/>
                  </a:cubicBezTo>
                  <a:cubicBezTo>
                    <a:pt x="263" y="51"/>
                    <a:pt x="263" y="53"/>
                    <a:pt x="263" y="56"/>
                  </a:cubicBezTo>
                  <a:cubicBezTo>
                    <a:pt x="263" y="57"/>
                    <a:pt x="263" y="57"/>
                    <a:pt x="263" y="58"/>
                  </a:cubicBezTo>
                  <a:cubicBezTo>
                    <a:pt x="259" y="55"/>
                    <a:pt x="259" y="45"/>
                    <a:pt x="259" y="40"/>
                  </a:cubicBezTo>
                  <a:cubicBezTo>
                    <a:pt x="258" y="41"/>
                    <a:pt x="257" y="52"/>
                    <a:pt x="258" y="56"/>
                  </a:cubicBezTo>
                  <a:cubicBezTo>
                    <a:pt x="255" y="50"/>
                    <a:pt x="250" y="38"/>
                    <a:pt x="248" y="35"/>
                  </a:cubicBezTo>
                  <a:cubicBezTo>
                    <a:pt x="249" y="39"/>
                    <a:pt x="250" y="42"/>
                    <a:pt x="251" y="46"/>
                  </a:cubicBezTo>
                  <a:cubicBezTo>
                    <a:pt x="247" y="39"/>
                    <a:pt x="242" y="32"/>
                    <a:pt x="239" y="27"/>
                  </a:cubicBezTo>
                  <a:cubicBezTo>
                    <a:pt x="244" y="37"/>
                    <a:pt x="250" y="50"/>
                    <a:pt x="253" y="63"/>
                  </a:cubicBezTo>
                  <a:cubicBezTo>
                    <a:pt x="252" y="61"/>
                    <a:pt x="251" y="59"/>
                    <a:pt x="250" y="57"/>
                  </a:cubicBezTo>
                  <a:cubicBezTo>
                    <a:pt x="250" y="60"/>
                    <a:pt x="251" y="63"/>
                    <a:pt x="252" y="66"/>
                  </a:cubicBezTo>
                  <a:cubicBezTo>
                    <a:pt x="251" y="65"/>
                    <a:pt x="250" y="63"/>
                    <a:pt x="249" y="62"/>
                  </a:cubicBezTo>
                  <a:cubicBezTo>
                    <a:pt x="250" y="63"/>
                    <a:pt x="250" y="65"/>
                    <a:pt x="250" y="67"/>
                  </a:cubicBezTo>
                  <a:cubicBezTo>
                    <a:pt x="249" y="63"/>
                    <a:pt x="246" y="59"/>
                    <a:pt x="244" y="56"/>
                  </a:cubicBezTo>
                  <a:cubicBezTo>
                    <a:pt x="245" y="60"/>
                    <a:pt x="248" y="64"/>
                    <a:pt x="249" y="68"/>
                  </a:cubicBezTo>
                  <a:cubicBezTo>
                    <a:pt x="249" y="69"/>
                    <a:pt x="249" y="70"/>
                    <a:pt x="249" y="72"/>
                  </a:cubicBezTo>
                  <a:cubicBezTo>
                    <a:pt x="248" y="67"/>
                    <a:pt x="246" y="63"/>
                    <a:pt x="243" y="59"/>
                  </a:cubicBezTo>
                  <a:cubicBezTo>
                    <a:pt x="243" y="62"/>
                    <a:pt x="244" y="65"/>
                    <a:pt x="244" y="68"/>
                  </a:cubicBezTo>
                  <a:cubicBezTo>
                    <a:pt x="244" y="68"/>
                    <a:pt x="243" y="67"/>
                    <a:pt x="242" y="66"/>
                  </a:cubicBezTo>
                  <a:cubicBezTo>
                    <a:pt x="243" y="69"/>
                    <a:pt x="247" y="76"/>
                    <a:pt x="247" y="77"/>
                  </a:cubicBezTo>
                  <a:cubicBezTo>
                    <a:pt x="247" y="78"/>
                    <a:pt x="247" y="79"/>
                    <a:pt x="247" y="80"/>
                  </a:cubicBezTo>
                  <a:cubicBezTo>
                    <a:pt x="245" y="75"/>
                    <a:pt x="243" y="71"/>
                    <a:pt x="241" y="67"/>
                  </a:cubicBezTo>
                  <a:cubicBezTo>
                    <a:pt x="242" y="70"/>
                    <a:pt x="243" y="73"/>
                    <a:pt x="244" y="77"/>
                  </a:cubicBezTo>
                  <a:cubicBezTo>
                    <a:pt x="243" y="76"/>
                    <a:pt x="241" y="74"/>
                    <a:pt x="240" y="71"/>
                  </a:cubicBezTo>
                  <a:cubicBezTo>
                    <a:pt x="242" y="75"/>
                    <a:pt x="245" y="88"/>
                    <a:pt x="245" y="90"/>
                  </a:cubicBezTo>
                  <a:cubicBezTo>
                    <a:pt x="244" y="90"/>
                    <a:pt x="240" y="81"/>
                    <a:pt x="239" y="76"/>
                  </a:cubicBezTo>
                  <a:cubicBezTo>
                    <a:pt x="240" y="84"/>
                    <a:pt x="241" y="91"/>
                    <a:pt x="241" y="98"/>
                  </a:cubicBezTo>
                  <a:cubicBezTo>
                    <a:pt x="241" y="98"/>
                    <a:pt x="241" y="98"/>
                    <a:pt x="241" y="99"/>
                  </a:cubicBezTo>
                  <a:cubicBezTo>
                    <a:pt x="240" y="89"/>
                    <a:pt x="236" y="84"/>
                    <a:pt x="231" y="77"/>
                  </a:cubicBezTo>
                  <a:cubicBezTo>
                    <a:pt x="234" y="86"/>
                    <a:pt x="236" y="93"/>
                    <a:pt x="237" y="102"/>
                  </a:cubicBezTo>
                  <a:cubicBezTo>
                    <a:pt x="235" y="99"/>
                    <a:pt x="234" y="97"/>
                    <a:pt x="234" y="94"/>
                  </a:cubicBezTo>
                  <a:cubicBezTo>
                    <a:pt x="234" y="98"/>
                    <a:pt x="235" y="102"/>
                    <a:pt x="234" y="106"/>
                  </a:cubicBezTo>
                  <a:cubicBezTo>
                    <a:pt x="233" y="104"/>
                    <a:pt x="232" y="101"/>
                    <a:pt x="232" y="99"/>
                  </a:cubicBezTo>
                  <a:cubicBezTo>
                    <a:pt x="232" y="105"/>
                    <a:pt x="231" y="112"/>
                    <a:pt x="231" y="118"/>
                  </a:cubicBezTo>
                  <a:cubicBezTo>
                    <a:pt x="230" y="114"/>
                    <a:pt x="230" y="111"/>
                    <a:pt x="229" y="108"/>
                  </a:cubicBezTo>
                  <a:cubicBezTo>
                    <a:pt x="230" y="114"/>
                    <a:pt x="228" y="131"/>
                    <a:pt x="227" y="132"/>
                  </a:cubicBezTo>
                  <a:cubicBezTo>
                    <a:pt x="227" y="130"/>
                    <a:pt x="227" y="128"/>
                    <a:pt x="227" y="126"/>
                  </a:cubicBezTo>
                  <a:cubicBezTo>
                    <a:pt x="224" y="133"/>
                    <a:pt x="224" y="141"/>
                    <a:pt x="224" y="150"/>
                  </a:cubicBezTo>
                  <a:cubicBezTo>
                    <a:pt x="224" y="150"/>
                    <a:pt x="224" y="151"/>
                    <a:pt x="224" y="152"/>
                  </a:cubicBezTo>
                  <a:cubicBezTo>
                    <a:pt x="223" y="147"/>
                    <a:pt x="223" y="143"/>
                    <a:pt x="222" y="139"/>
                  </a:cubicBezTo>
                  <a:cubicBezTo>
                    <a:pt x="221" y="143"/>
                    <a:pt x="222" y="149"/>
                    <a:pt x="222" y="153"/>
                  </a:cubicBezTo>
                  <a:cubicBezTo>
                    <a:pt x="223" y="159"/>
                    <a:pt x="223" y="165"/>
                    <a:pt x="225" y="171"/>
                  </a:cubicBezTo>
                  <a:cubicBezTo>
                    <a:pt x="225" y="170"/>
                    <a:pt x="225" y="170"/>
                    <a:pt x="224" y="170"/>
                  </a:cubicBezTo>
                  <a:cubicBezTo>
                    <a:pt x="222" y="164"/>
                    <a:pt x="220" y="157"/>
                    <a:pt x="218" y="152"/>
                  </a:cubicBezTo>
                  <a:cubicBezTo>
                    <a:pt x="219" y="157"/>
                    <a:pt x="220" y="162"/>
                    <a:pt x="221" y="167"/>
                  </a:cubicBezTo>
                  <a:cubicBezTo>
                    <a:pt x="218" y="166"/>
                    <a:pt x="214" y="171"/>
                    <a:pt x="214" y="177"/>
                  </a:cubicBezTo>
                  <a:cubicBezTo>
                    <a:pt x="214" y="184"/>
                    <a:pt x="220" y="198"/>
                    <a:pt x="220" y="203"/>
                  </a:cubicBezTo>
                  <a:cubicBezTo>
                    <a:pt x="220" y="208"/>
                    <a:pt x="222" y="221"/>
                    <a:pt x="225" y="230"/>
                  </a:cubicBezTo>
                  <a:cubicBezTo>
                    <a:pt x="227" y="237"/>
                    <a:pt x="226" y="241"/>
                    <a:pt x="228" y="245"/>
                  </a:cubicBezTo>
                  <a:cubicBezTo>
                    <a:pt x="229" y="246"/>
                    <a:pt x="229" y="246"/>
                    <a:pt x="229" y="247"/>
                  </a:cubicBezTo>
                  <a:cubicBezTo>
                    <a:pt x="230" y="248"/>
                    <a:pt x="231" y="250"/>
                    <a:pt x="231" y="251"/>
                  </a:cubicBezTo>
                  <a:cubicBezTo>
                    <a:pt x="232" y="252"/>
                    <a:pt x="232" y="253"/>
                    <a:pt x="233" y="254"/>
                  </a:cubicBezTo>
                  <a:cubicBezTo>
                    <a:pt x="234" y="256"/>
                    <a:pt x="235" y="258"/>
                    <a:pt x="236" y="260"/>
                  </a:cubicBezTo>
                  <a:cubicBezTo>
                    <a:pt x="239" y="264"/>
                    <a:pt x="245" y="269"/>
                    <a:pt x="248" y="270"/>
                  </a:cubicBezTo>
                  <a:cubicBezTo>
                    <a:pt x="249" y="281"/>
                    <a:pt x="255" y="304"/>
                    <a:pt x="261" y="314"/>
                  </a:cubicBezTo>
                  <a:cubicBezTo>
                    <a:pt x="261" y="315"/>
                    <a:pt x="262" y="317"/>
                    <a:pt x="263" y="318"/>
                  </a:cubicBezTo>
                  <a:cubicBezTo>
                    <a:pt x="263" y="318"/>
                    <a:pt x="263" y="319"/>
                    <a:pt x="263" y="320"/>
                  </a:cubicBezTo>
                  <a:cubicBezTo>
                    <a:pt x="268" y="328"/>
                    <a:pt x="276" y="340"/>
                    <a:pt x="284" y="351"/>
                  </a:cubicBezTo>
                  <a:cubicBezTo>
                    <a:pt x="290" y="379"/>
                    <a:pt x="289" y="413"/>
                    <a:pt x="256" y="434"/>
                  </a:cubicBezTo>
                  <a:cubicBezTo>
                    <a:pt x="242" y="440"/>
                    <a:pt x="214" y="453"/>
                    <a:pt x="180" y="461"/>
                  </a:cubicBezTo>
                  <a:cubicBezTo>
                    <a:pt x="147" y="469"/>
                    <a:pt x="93" y="485"/>
                    <a:pt x="71" y="562"/>
                  </a:cubicBezTo>
                  <a:cubicBezTo>
                    <a:pt x="62" y="596"/>
                    <a:pt x="64" y="618"/>
                    <a:pt x="69" y="658"/>
                  </a:cubicBezTo>
                  <a:cubicBezTo>
                    <a:pt x="57" y="746"/>
                    <a:pt x="47" y="812"/>
                    <a:pt x="46" y="862"/>
                  </a:cubicBezTo>
                  <a:cubicBezTo>
                    <a:pt x="46" y="894"/>
                    <a:pt x="39" y="915"/>
                    <a:pt x="36" y="929"/>
                  </a:cubicBezTo>
                  <a:cubicBezTo>
                    <a:pt x="19" y="976"/>
                    <a:pt x="23" y="1098"/>
                    <a:pt x="21" y="1130"/>
                  </a:cubicBezTo>
                  <a:cubicBezTo>
                    <a:pt x="17" y="1185"/>
                    <a:pt x="13" y="1185"/>
                    <a:pt x="13" y="1191"/>
                  </a:cubicBezTo>
                  <a:cubicBezTo>
                    <a:pt x="13" y="1216"/>
                    <a:pt x="8" y="1227"/>
                    <a:pt x="4" y="1239"/>
                  </a:cubicBezTo>
                  <a:cubicBezTo>
                    <a:pt x="4" y="1241"/>
                    <a:pt x="3" y="1243"/>
                    <a:pt x="3" y="1245"/>
                  </a:cubicBezTo>
                  <a:cubicBezTo>
                    <a:pt x="3" y="1245"/>
                    <a:pt x="5" y="1303"/>
                    <a:pt x="3" y="1321"/>
                  </a:cubicBezTo>
                  <a:cubicBezTo>
                    <a:pt x="0" y="1339"/>
                    <a:pt x="2" y="1350"/>
                    <a:pt x="3" y="1362"/>
                  </a:cubicBezTo>
                  <a:cubicBezTo>
                    <a:pt x="4" y="1373"/>
                    <a:pt x="14" y="1390"/>
                    <a:pt x="17" y="1404"/>
                  </a:cubicBezTo>
                  <a:cubicBezTo>
                    <a:pt x="23" y="1434"/>
                    <a:pt x="31" y="1434"/>
                    <a:pt x="36" y="1444"/>
                  </a:cubicBezTo>
                  <a:cubicBezTo>
                    <a:pt x="42" y="1454"/>
                    <a:pt x="57" y="1461"/>
                    <a:pt x="59" y="1464"/>
                  </a:cubicBezTo>
                  <a:cubicBezTo>
                    <a:pt x="61" y="1467"/>
                    <a:pt x="69" y="1474"/>
                    <a:pt x="76" y="1473"/>
                  </a:cubicBezTo>
                  <a:cubicBezTo>
                    <a:pt x="83" y="1471"/>
                    <a:pt x="82" y="1462"/>
                    <a:pt x="82" y="1462"/>
                  </a:cubicBezTo>
                  <a:cubicBezTo>
                    <a:pt x="82" y="1462"/>
                    <a:pt x="85" y="1463"/>
                    <a:pt x="88" y="1463"/>
                  </a:cubicBezTo>
                  <a:cubicBezTo>
                    <a:pt x="91" y="1463"/>
                    <a:pt x="103" y="1464"/>
                    <a:pt x="106" y="1461"/>
                  </a:cubicBezTo>
                  <a:cubicBezTo>
                    <a:pt x="114" y="1453"/>
                    <a:pt x="103" y="1444"/>
                    <a:pt x="103" y="1444"/>
                  </a:cubicBezTo>
                  <a:cubicBezTo>
                    <a:pt x="111" y="1443"/>
                    <a:pt x="111" y="1443"/>
                    <a:pt x="111" y="1443"/>
                  </a:cubicBezTo>
                  <a:cubicBezTo>
                    <a:pt x="120" y="1437"/>
                    <a:pt x="109" y="1426"/>
                    <a:pt x="109" y="1426"/>
                  </a:cubicBezTo>
                  <a:cubicBezTo>
                    <a:pt x="109" y="1423"/>
                    <a:pt x="88" y="1425"/>
                    <a:pt x="88" y="1422"/>
                  </a:cubicBezTo>
                  <a:cubicBezTo>
                    <a:pt x="88" y="1420"/>
                    <a:pt x="110" y="1413"/>
                    <a:pt x="109" y="1412"/>
                  </a:cubicBezTo>
                  <a:cubicBezTo>
                    <a:pt x="108" y="1385"/>
                    <a:pt x="86" y="1409"/>
                    <a:pt x="83" y="1405"/>
                  </a:cubicBezTo>
                  <a:cubicBezTo>
                    <a:pt x="76" y="1394"/>
                    <a:pt x="70" y="1405"/>
                    <a:pt x="68" y="1393"/>
                  </a:cubicBezTo>
                  <a:cubicBezTo>
                    <a:pt x="67" y="1382"/>
                    <a:pt x="61" y="1380"/>
                    <a:pt x="63" y="1377"/>
                  </a:cubicBezTo>
                  <a:cubicBezTo>
                    <a:pt x="68" y="1368"/>
                    <a:pt x="60" y="1358"/>
                    <a:pt x="63" y="1351"/>
                  </a:cubicBezTo>
                  <a:cubicBezTo>
                    <a:pt x="66" y="1345"/>
                    <a:pt x="59" y="1330"/>
                    <a:pt x="59" y="1330"/>
                  </a:cubicBezTo>
                  <a:cubicBezTo>
                    <a:pt x="59" y="1330"/>
                    <a:pt x="69" y="1336"/>
                    <a:pt x="73" y="1349"/>
                  </a:cubicBezTo>
                  <a:cubicBezTo>
                    <a:pt x="78" y="1361"/>
                    <a:pt x="91" y="1382"/>
                    <a:pt x="105" y="1372"/>
                  </a:cubicBezTo>
                  <a:cubicBezTo>
                    <a:pt x="119" y="1362"/>
                    <a:pt x="100" y="1330"/>
                    <a:pt x="88" y="1318"/>
                  </a:cubicBezTo>
                  <a:cubicBezTo>
                    <a:pt x="82" y="1311"/>
                    <a:pt x="82" y="1302"/>
                    <a:pt x="83" y="1293"/>
                  </a:cubicBezTo>
                  <a:cubicBezTo>
                    <a:pt x="83" y="1293"/>
                    <a:pt x="85" y="1278"/>
                    <a:pt x="84" y="1273"/>
                  </a:cubicBezTo>
                  <a:cubicBezTo>
                    <a:pt x="84" y="1262"/>
                    <a:pt x="75" y="1249"/>
                    <a:pt x="77" y="1246"/>
                  </a:cubicBezTo>
                  <a:cubicBezTo>
                    <a:pt x="78" y="1243"/>
                    <a:pt x="82" y="1225"/>
                    <a:pt x="84" y="1211"/>
                  </a:cubicBezTo>
                  <a:cubicBezTo>
                    <a:pt x="86" y="1197"/>
                    <a:pt x="119" y="1069"/>
                    <a:pt x="123" y="1041"/>
                  </a:cubicBezTo>
                  <a:cubicBezTo>
                    <a:pt x="132" y="989"/>
                    <a:pt x="143" y="974"/>
                    <a:pt x="138" y="938"/>
                  </a:cubicBezTo>
                  <a:cubicBezTo>
                    <a:pt x="139" y="912"/>
                    <a:pt x="148" y="841"/>
                    <a:pt x="150" y="828"/>
                  </a:cubicBezTo>
                  <a:cubicBezTo>
                    <a:pt x="151" y="825"/>
                    <a:pt x="151" y="812"/>
                    <a:pt x="152" y="803"/>
                  </a:cubicBezTo>
                  <a:cubicBezTo>
                    <a:pt x="153" y="798"/>
                    <a:pt x="154" y="789"/>
                    <a:pt x="154" y="778"/>
                  </a:cubicBezTo>
                  <a:cubicBezTo>
                    <a:pt x="154" y="779"/>
                    <a:pt x="154" y="779"/>
                    <a:pt x="154" y="779"/>
                  </a:cubicBezTo>
                  <a:cubicBezTo>
                    <a:pt x="155" y="791"/>
                    <a:pt x="165" y="815"/>
                    <a:pt x="167" y="848"/>
                  </a:cubicBezTo>
                  <a:cubicBezTo>
                    <a:pt x="166" y="875"/>
                    <a:pt x="172" y="939"/>
                    <a:pt x="174" y="964"/>
                  </a:cubicBezTo>
                  <a:cubicBezTo>
                    <a:pt x="183" y="1124"/>
                    <a:pt x="150" y="1163"/>
                    <a:pt x="149" y="1194"/>
                  </a:cubicBezTo>
                  <a:cubicBezTo>
                    <a:pt x="153" y="1328"/>
                    <a:pt x="110" y="1503"/>
                    <a:pt x="183" y="1729"/>
                  </a:cubicBezTo>
                  <a:cubicBezTo>
                    <a:pt x="187" y="1741"/>
                    <a:pt x="187" y="1785"/>
                    <a:pt x="191" y="1808"/>
                  </a:cubicBezTo>
                  <a:cubicBezTo>
                    <a:pt x="192" y="1814"/>
                    <a:pt x="203" y="1841"/>
                    <a:pt x="204" y="1878"/>
                  </a:cubicBezTo>
                  <a:cubicBezTo>
                    <a:pt x="205" y="1938"/>
                    <a:pt x="199" y="2015"/>
                    <a:pt x="200" y="2058"/>
                  </a:cubicBezTo>
                  <a:cubicBezTo>
                    <a:pt x="203" y="2128"/>
                    <a:pt x="229" y="2192"/>
                    <a:pt x="239" y="2237"/>
                  </a:cubicBezTo>
                  <a:cubicBezTo>
                    <a:pt x="249" y="2282"/>
                    <a:pt x="253" y="2318"/>
                    <a:pt x="251" y="2327"/>
                  </a:cubicBezTo>
                  <a:cubicBezTo>
                    <a:pt x="250" y="2334"/>
                    <a:pt x="248" y="2349"/>
                    <a:pt x="254" y="2362"/>
                  </a:cubicBezTo>
                  <a:cubicBezTo>
                    <a:pt x="254" y="2363"/>
                    <a:pt x="236" y="2408"/>
                    <a:pt x="226" y="2416"/>
                  </a:cubicBezTo>
                  <a:cubicBezTo>
                    <a:pt x="216" y="2424"/>
                    <a:pt x="214" y="2431"/>
                    <a:pt x="207" y="2435"/>
                  </a:cubicBezTo>
                  <a:cubicBezTo>
                    <a:pt x="199" y="2440"/>
                    <a:pt x="195" y="2444"/>
                    <a:pt x="193" y="2453"/>
                  </a:cubicBezTo>
                  <a:cubicBezTo>
                    <a:pt x="190" y="2460"/>
                    <a:pt x="183" y="2470"/>
                    <a:pt x="188" y="2475"/>
                  </a:cubicBezTo>
                  <a:cubicBezTo>
                    <a:pt x="189" y="2476"/>
                    <a:pt x="190" y="2476"/>
                    <a:pt x="191" y="2477"/>
                  </a:cubicBezTo>
                  <a:cubicBezTo>
                    <a:pt x="191" y="2477"/>
                    <a:pt x="191" y="2477"/>
                    <a:pt x="191" y="2477"/>
                  </a:cubicBezTo>
                  <a:cubicBezTo>
                    <a:pt x="191" y="2479"/>
                    <a:pt x="191" y="2482"/>
                    <a:pt x="192" y="2483"/>
                  </a:cubicBezTo>
                  <a:cubicBezTo>
                    <a:pt x="195" y="2489"/>
                    <a:pt x="200" y="2490"/>
                    <a:pt x="207" y="2490"/>
                  </a:cubicBezTo>
                  <a:cubicBezTo>
                    <a:pt x="208" y="2488"/>
                    <a:pt x="208" y="2488"/>
                    <a:pt x="208" y="2488"/>
                  </a:cubicBezTo>
                  <a:cubicBezTo>
                    <a:pt x="208" y="2491"/>
                    <a:pt x="208" y="2493"/>
                    <a:pt x="210" y="2495"/>
                  </a:cubicBezTo>
                  <a:cubicBezTo>
                    <a:pt x="215" y="2502"/>
                    <a:pt x="229" y="2506"/>
                    <a:pt x="236" y="2499"/>
                  </a:cubicBezTo>
                  <a:cubicBezTo>
                    <a:pt x="244" y="2504"/>
                    <a:pt x="259" y="2505"/>
                    <a:pt x="265" y="2497"/>
                  </a:cubicBezTo>
                  <a:cubicBezTo>
                    <a:pt x="270" y="2510"/>
                    <a:pt x="287" y="2508"/>
                    <a:pt x="298" y="2506"/>
                  </a:cubicBezTo>
                  <a:cubicBezTo>
                    <a:pt x="309" y="2503"/>
                    <a:pt x="313" y="2496"/>
                    <a:pt x="319" y="2491"/>
                  </a:cubicBezTo>
                  <a:cubicBezTo>
                    <a:pt x="325" y="2486"/>
                    <a:pt x="330" y="2481"/>
                    <a:pt x="328" y="2468"/>
                  </a:cubicBezTo>
                  <a:cubicBezTo>
                    <a:pt x="326" y="2456"/>
                    <a:pt x="328" y="2455"/>
                    <a:pt x="329" y="2440"/>
                  </a:cubicBezTo>
                  <a:cubicBezTo>
                    <a:pt x="330" y="2431"/>
                    <a:pt x="337" y="2428"/>
                    <a:pt x="338" y="2413"/>
                  </a:cubicBezTo>
                  <a:cubicBezTo>
                    <a:pt x="339" y="2401"/>
                    <a:pt x="331" y="2351"/>
                    <a:pt x="332" y="2344"/>
                  </a:cubicBezTo>
                  <a:cubicBezTo>
                    <a:pt x="334" y="2328"/>
                    <a:pt x="324" y="2315"/>
                    <a:pt x="320" y="2289"/>
                  </a:cubicBezTo>
                  <a:cubicBezTo>
                    <a:pt x="317" y="2263"/>
                    <a:pt x="326" y="2174"/>
                    <a:pt x="326" y="2158"/>
                  </a:cubicBezTo>
                  <a:cubicBezTo>
                    <a:pt x="326" y="2127"/>
                    <a:pt x="341" y="2077"/>
                    <a:pt x="337" y="2014"/>
                  </a:cubicBezTo>
                  <a:cubicBezTo>
                    <a:pt x="335" y="1978"/>
                    <a:pt x="319" y="1868"/>
                    <a:pt x="319" y="1843"/>
                  </a:cubicBezTo>
                  <a:cubicBezTo>
                    <a:pt x="319" y="1839"/>
                    <a:pt x="318" y="1811"/>
                    <a:pt x="319" y="1806"/>
                  </a:cubicBezTo>
                  <a:cubicBezTo>
                    <a:pt x="324" y="1790"/>
                    <a:pt x="336" y="1587"/>
                    <a:pt x="336" y="1585"/>
                  </a:cubicBezTo>
                  <a:cubicBezTo>
                    <a:pt x="338" y="1561"/>
                    <a:pt x="353" y="1416"/>
                    <a:pt x="353" y="1416"/>
                  </a:cubicBezTo>
                  <a:cubicBezTo>
                    <a:pt x="359" y="1416"/>
                    <a:pt x="359" y="1416"/>
                    <a:pt x="359" y="1416"/>
                  </a:cubicBezTo>
                  <a:cubicBezTo>
                    <a:pt x="359" y="1416"/>
                    <a:pt x="377" y="1558"/>
                    <a:pt x="379" y="1582"/>
                  </a:cubicBezTo>
                  <a:cubicBezTo>
                    <a:pt x="379" y="1584"/>
                    <a:pt x="390" y="1790"/>
                    <a:pt x="394" y="1806"/>
                  </a:cubicBezTo>
                  <a:cubicBezTo>
                    <a:pt x="396" y="1811"/>
                    <a:pt x="395" y="1839"/>
                    <a:pt x="395" y="1843"/>
                  </a:cubicBezTo>
                  <a:cubicBezTo>
                    <a:pt x="395" y="1868"/>
                    <a:pt x="379" y="1978"/>
                    <a:pt x="377" y="2014"/>
                  </a:cubicBezTo>
                  <a:cubicBezTo>
                    <a:pt x="373" y="2077"/>
                    <a:pt x="387" y="2127"/>
                    <a:pt x="387" y="2158"/>
                  </a:cubicBezTo>
                  <a:cubicBezTo>
                    <a:pt x="387" y="2174"/>
                    <a:pt x="396" y="2263"/>
                    <a:pt x="393" y="2289"/>
                  </a:cubicBezTo>
                  <a:cubicBezTo>
                    <a:pt x="390" y="2315"/>
                    <a:pt x="380" y="2328"/>
                    <a:pt x="382" y="2344"/>
                  </a:cubicBezTo>
                  <a:cubicBezTo>
                    <a:pt x="383" y="2351"/>
                    <a:pt x="375" y="2401"/>
                    <a:pt x="375" y="2413"/>
                  </a:cubicBezTo>
                  <a:cubicBezTo>
                    <a:pt x="376" y="2428"/>
                    <a:pt x="384" y="2431"/>
                    <a:pt x="384" y="2440"/>
                  </a:cubicBezTo>
                  <a:cubicBezTo>
                    <a:pt x="386" y="2455"/>
                    <a:pt x="387" y="2456"/>
                    <a:pt x="385" y="2468"/>
                  </a:cubicBezTo>
                  <a:cubicBezTo>
                    <a:pt x="384" y="2481"/>
                    <a:pt x="388" y="2486"/>
                    <a:pt x="394" y="2491"/>
                  </a:cubicBezTo>
                  <a:cubicBezTo>
                    <a:pt x="400" y="2496"/>
                    <a:pt x="405" y="2503"/>
                    <a:pt x="416" y="2506"/>
                  </a:cubicBezTo>
                  <a:cubicBezTo>
                    <a:pt x="426" y="2508"/>
                    <a:pt x="444" y="2510"/>
                    <a:pt x="448" y="2497"/>
                  </a:cubicBezTo>
                  <a:cubicBezTo>
                    <a:pt x="454" y="2505"/>
                    <a:pt x="470" y="2504"/>
                    <a:pt x="478" y="2499"/>
                  </a:cubicBezTo>
                  <a:cubicBezTo>
                    <a:pt x="484" y="2506"/>
                    <a:pt x="499" y="2502"/>
                    <a:pt x="504" y="2495"/>
                  </a:cubicBezTo>
                  <a:cubicBezTo>
                    <a:pt x="505" y="2493"/>
                    <a:pt x="506" y="2491"/>
                    <a:pt x="506" y="2489"/>
                  </a:cubicBezTo>
                  <a:cubicBezTo>
                    <a:pt x="507" y="2490"/>
                    <a:pt x="507" y="2490"/>
                    <a:pt x="507" y="2490"/>
                  </a:cubicBezTo>
                  <a:cubicBezTo>
                    <a:pt x="513" y="2490"/>
                    <a:pt x="521" y="2488"/>
                    <a:pt x="522" y="2483"/>
                  </a:cubicBezTo>
                  <a:cubicBezTo>
                    <a:pt x="523" y="2482"/>
                    <a:pt x="523" y="2479"/>
                    <a:pt x="523" y="2477"/>
                  </a:cubicBezTo>
                  <a:cubicBezTo>
                    <a:pt x="523" y="2477"/>
                    <a:pt x="523" y="2477"/>
                    <a:pt x="523" y="2477"/>
                  </a:cubicBezTo>
                  <a:cubicBezTo>
                    <a:pt x="524" y="2476"/>
                    <a:pt x="525" y="2476"/>
                    <a:pt x="525" y="2475"/>
                  </a:cubicBezTo>
                  <a:cubicBezTo>
                    <a:pt x="531" y="2470"/>
                    <a:pt x="523" y="2460"/>
                    <a:pt x="521" y="2453"/>
                  </a:cubicBezTo>
                  <a:cubicBezTo>
                    <a:pt x="518" y="2444"/>
                    <a:pt x="514" y="2440"/>
                    <a:pt x="507" y="2435"/>
                  </a:cubicBezTo>
                  <a:cubicBezTo>
                    <a:pt x="500" y="2431"/>
                    <a:pt x="497" y="2424"/>
                    <a:pt x="488" y="2416"/>
                  </a:cubicBezTo>
                  <a:cubicBezTo>
                    <a:pt x="478" y="2408"/>
                    <a:pt x="460" y="2363"/>
                    <a:pt x="460" y="2362"/>
                  </a:cubicBezTo>
                  <a:cubicBezTo>
                    <a:pt x="466" y="2349"/>
                    <a:pt x="464" y="2334"/>
                    <a:pt x="462" y="2327"/>
                  </a:cubicBezTo>
                  <a:cubicBezTo>
                    <a:pt x="460" y="2318"/>
                    <a:pt x="464" y="2282"/>
                    <a:pt x="474" y="2237"/>
                  </a:cubicBezTo>
                  <a:cubicBezTo>
                    <a:pt x="484" y="2192"/>
                    <a:pt x="510" y="2128"/>
                    <a:pt x="513" y="2058"/>
                  </a:cubicBezTo>
                  <a:cubicBezTo>
                    <a:pt x="515" y="2015"/>
                    <a:pt x="509" y="1938"/>
                    <a:pt x="510" y="1878"/>
                  </a:cubicBezTo>
                  <a:cubicBezTo>
                    <a:pt x="511" y="1841"/>
                    <a:pt x="521" y="1814"/>
                    <a:pt x="522" y="1808"/>
                  </a:cubicBezTo>
                  <a:cubicBezTo>
                    <a:pt x="527" y="1785"/>
                    <a:pt x="527" y="1741"/>
                    <a:pt x="530" y="1729"/>
                  </a:cubicBezTo>
                  <a:cubicBezTo>
                    <a:pt x="587" y="1523"/>
                    <a:pt x="569" y="1347"/>
                    <a:pt x="567" y="1304"/>
                  </a:cubicBezTo>
                  <a:cubicBezTo>
                    <a:pt x="567" y="1304"/>
                    <a:pt x="569" y="1185"/>
                    <a:pt x="567" y="1170"/>
                  </a:cubicBezTo>
                  <a:cubicBezTo>
                    <a:pt x="530" y="1051"/>
                    <a:pt x="549" y="969"/>
                    <a:pt x="546" y="961"/>
                  </a:cubicBezTo>
                  <a:cubicBezTo>
                    <a:pt x="547" y="935"/>
                    <a:pt x="555" y="874"/>
                    <a:pt x="554" y="847"/>
                  </a:cubicBezTo>
                  <a:cubicBezTo>
                    <a:pt x="556" y="815"/>
                    <a:pt x="559" y="791"/>
                    <a:pt x="560" y="779"/>
                  </a:cubicBezTo>
                  <a:cubicBezTo>
                    <a:pt x="560" y="778"/>
                    <a:pt x="560" y="778"/>
                    <a:pt x="560" y="778"/>
                  </a:cubicBezTo>
                  <a:cubicBezTo>
                    <a:pt x="560" y="782"/>
                    <a:pt x="560" y="786"/>
                    <a:pt x="560" y="790"/>
                  </a:cubicBezTo>
                  <a:cubicBezTo>
                    <a:pt x="560" y="793"/>
                    <a:pt x="560" y="793"/>
                    <a:pt x="560" y="793"/>
                  </a:cubicBezTo>
                  <a:cubicBezTo>
                    <a:pt x="561" y="797"/>
                    <a:pt x="561" y="797"/>
                    <a:pt x="561" y="797"/>
                  </a:cubicBezTo>
                  <a:cubicBezTo>
                    <a:pt x="561" y="799"/>
                    <a:pt x="561" y="801"/>
                    <a:pt x="562" y="803"/>
                  </a:cubicBezTo>
                  <a:cubicBezTo>
                    <a:pt x="563" y="812"/>
                    <a:pt x="565" y="826"/>
                    <a:pt x="565" y="826"/>
                  </a:cubicBezTo>
                  <a:cubicBezTo>
                    <a:pt x="580" y="946"/>
                    <a:pt x="580" y="946"/>
                    <a:pt x="580" y="946"/>
                  </a:cubicBezTo>
                  <a:cubicBezTo>
                    <a:pt x="575" y="982"/>
                    <a:pt x="587" y="997"/>
                    <a:pt x="596" y="1049"/>
                  </a:cubicBezTo>
                  <a:cubicBezTo>
                    <a:pt x="600" y="1076"/>
                    <a:pt x="632" y="1205"/>
                    <a:pt x="634" y="1219"/>
                  </a:cubicBezTo>
                  <a:cubicBezTo>
                    <a:pt x="636" y="1232"/>
                    <a:pt x="641" y="1247"/>
                    <a:pt x="643" y="1250"/>
                  </a:cubicBezTo>
                  <a:cubicBezTo>
                    <a:pt x="644" y="1253"/>
                    <a:pt x="638" y="1268"/>
                    <a:pt x="636" y="1281"/>
                  </a:cubicBezTo>
                  <a:cubicBezTo>
                    <a:pt x="635" y="1282"/>
                    <a:pt x="635" y="1283"/>
                    <a:pt x="635" y="1285"/>
                  </a:cubicBezTo>
                  <a:cubicBezTo>
                    <a:pt x="635" y="1285"/>
                    <a:pt x="635" y="1285"/>
                    <a:pt x="635" y="1286"/>
                  </a:cubicBezTo>
                  <a:cubicBezTo>
                    <a:pt x="634" y="1290"/>
                    <a:pt x="635" y="1293"/>
                    <a:pt x="636" y="1298"/>
                  </a:cubicBezTo>
                  <a:cubicBezTo>
                    <a:pt x="637" y="1307"/>
                    <a:pt x="638" y="1316"/>
                    <a:pt x="632" y="1322"/>
                  </a:cubicBezTo>
                  <a:cubicBezTo>
                    <a:pt x="620" y="1334"/>
                    <a:pt x="601" y="1368"/>
                    <a:pt x="615" y="1378"/>
                  </a:cubicBezTo>
                  <a:cubicBezTo>
                    <a:pt x="630" y="1389"/>
                    <a:pt x="643" y="1364"/>
                    <a:pt x="647" y="1352"/>
                  </a:cubicBezTo>
                  <a:cubicBezTo>
                    <a:pt x="652" y="1339"/>
                    <a:pt x="660" y="1337"/>
                    <a:pt x="660" y="1337"/>
                  </a:cubicBezTo>
                  <a:cubicBezTo>
                    <a:pt x="660" y="1337"/>
                    <a:pt x="652" y="1351"/>
                    <a:pt x="655" y="1358"/>
                  </a:cubicBezTo>
                  <a:cubicBezTo>
                    <a:pt x="658" y="1364"/>
                    <a:pt x="650" y="1375"/>
                    <a:pt x="655" y="1383"/>
                  </a:cubicBezTo>
                  <a:cubicBezTo>
                    <a:pt x="657" y="1386"/>
                    <a:pt x="651" y="1388"/>
                    <a:pt x="650" y="1400"/>
                  </a:cubicBezTo>
                  <a:cubicBezTo>
                    <a:pt x="648" y="1411"/>
                    <a:pt x="642" y="1400"/>
                    <a:pt x="635" y="1412"/>
                  </a:cubicBezTo>
                  <a:cubicBezTo>
                    <a:pt x="632" y="1415"/>
                    <a:pt x="611" y="1391"/>
                    <a:pt x="609" y="1419"/>
                  </a:cubicBezTo>
                  <a:cubicBezTo>
                    <a:pt x="609" y="1421"/>
                    <a:pt x="630" y="1427"/>
                    <a:pt x="630" y="1429"/>
                  </a:cubicBezTo>
                  <a:cubicBezTo>
                    <a:pt x="630" y="1431"/>
                    <a:pt x="609" y="1430"/>
                    <a:pt x="609" y="1433"/>
                  </a:cubicBezTo>
                  <a:cubicBezTo>
                    <a:pt x="609" y="1433"/>
                    <a:pt x="598" y="1444"/>
                    <a:pt x="607" y="1450"/>
                  </a:cubicBezTo>
                  <a:cubicBezTo>
                    <a:pt x="615" y="1451"/>
                    <a:pt x="615" y="1451"/>
                    <a:pt x="615" y="1451"/>
                  </a:cubicBezTo>
                  <a:cubicBezTo>
                    <a:pt x="615" y="1451"/>
                    <a:pt x="604" y="1459"/>
                    <a:pt x="612" y="1468"/>
                  </a:cubicBezTo>
                  <a:cubicBezTo>
                    <a:pt x="615" y="1471"/>
                    <a:pt x="627" y="1469"/>
                    <a:pt x="630" y="1469"/>
                  </a:cubicBezTo>
                  <a:cubicBezTo>
                    <a:pt x="633" y="1469"/>
                    <a:pt x="636" y="1469"/>
                    <a:pt x="636" y="1469"/>
                  </a:cubicBezTo>
                  <a:cubicBezTo>
                    <a:pt x="636" y="1469"/>
                    <a:pt x="635" y="1478"/>
                    <a:pt x="642" y="1479"/>
                  </a:cubicBezTo>
                  <a:cubicBezTo>
                    <a:pt x="649" y="1480"/>
                    <a:pt x="657" y="1474"/>
                    <a:pt x="659" y="1470"/>
                  </a:cubicBezTo>
                  <a:cubicBezTo>
                    <a:pt x="661" y="1467"/>
                    <a:pt x="676" y="1460"/>
                    <a:pt x="682" y="1450"/>
                  </a:cubicBezTo>
                  <a:cubicBezTo>
                    <a:pt x="687" y="1441"/>
                    <a:pt x="695" y="1440"/>
                    <a:pt x="701" y="1411"/>
                  </a:cubicBezTo>
                  <a:cubicBezTo>
                    <a:pt x="704" y="1397"/>
                    <a:pt x="714" y="1379"/>
                    <a:pt x="715" y="1368"/>
                  </a:cubicBezTo>
                  <a:cubicBezTo>
                    <a:pt x="716" y="1357"/>
                    <a:pt x="718" y="1346"/>
                    <a:pt x="715" y="1328"/>
                  </a:cubicBezTo>
                  <a:close/>
                  <a:moveTo>
                    <a:pt x="455" y="271"/>
                  </a:moveTo>
                  <a:cubicBezTo>
                    <a:pt x="454" y="273"/>
                    <a:pt x="454" y="273"/>
                    <a:pt x="454" y="273"/>
                  </a:cubicBezTo>
                  <a:cubicBezTo>
                    <a:pt x="454" y="272"/>
                    <a:pt x="454" y="272"/>
                    <a:pt x="454" y="271"/>
                  </a:cubicBezTo>
                  <a:cubicBezTo>
                    <a:pt x="455" y="271"/>
                    <a:pt x="455" y="271"/>
                    <a:pt x="455" y="271"/>
                  </a:cubicBezTo>
                  <a:close/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</p:grpSp>
    </p:spTree>
  </p:cSld>
  <p:clrMapOvr>
    <a:masterClrMapping/>
  </p:clrMapOvr>
</p:sld>
</file>

<file path=ppt/theme/theme1.xml><?xml version="1.0" encoding="utf-8"?>
<a:theme xmlns:a="http://schemas.openxmlformats.org/drawingml/2006/main" name="SMART theme">
  <a:themeElements>
    <a:clrScheme name="Servier SMArt 1">
      <a:dk1>
        <a:srgbClr val="7B879D"/>
      </a:dk1>
      <a:lt1>
        <a:srgbClr val="FFFFFF"/>
      </a:lt1>
      <a:dk2>
        <a:srgbClr val="687388"/>
      </a:dk2>
      <a:lt2>
        <a:srgbClr val="939393"/>
      </a:lt2>
      <a:accent1>
        <a:srgbClr val="BBE0E3"/>
      </a:accent1>
      <a:accent2>
        <a:srgbClr val="333399"/>
      </a:accent2>
      <a:accent3>
        <a:srgbClr val="F0BCC2"/>
      </a:accent3>
      <a:accent4>
        <a:srgbClr val="F3BB69"/>
      </a:accent4>
      <a:accent5>
        <a:srgbClr val="D3DD67"/>
      </a:accent5>
      <a:accent6>
        <a:srgbClr val="CAE5D1"/>
      </a:accent6>
      <a:hlink>
        <a:srgbClr val="009999"/>
      </a:hlink>
      <a:folHlink>
        <a:srgbClr val="99CC00"/>
      </a:folHlink>
    </a:clrScheme>
    <a:fontScheme name="Corbel">
      <a:majorFont>
        <a:latin typeface="Corbel" panose="020B0503020204020204"/>
        <a:ea typeface=""/>
        <a:cs typeface=""/>
        <a:font script="Jpan" typeface="HGｺﾞｼｯｸM"/>
        <a:font script="Hang" typeface="HY엽서L"/>
        <a:font script="Hans" typeface="华文楷体"/>
        <a:font script="Hant" typeface="新細明體"/>
        <a:font script="Arab" typeface="Tahoma"/>
        <a:font script="Hebr" typeface="Miriam"/>
        <a:font script="Thai" typeface="DilleniaUPC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ajorFont>
      <a:minorFont>
        <a:latin typeface="Corbel" panose="020B0503020204020204"/>
        <a:ea typeface=""/>
        <a:cs typeface=""/>
        <a:font script="Jpan" typeface="HGｺﾞｼｯｸM"/>
        <a:font script="Hang" typeface="HY엽서L"/>
        <a:font script="Hans" typeface="华文楷体"/>
        <a:font script="Hant" typeface="新細明體"/>
        <a:font script="Arab" typeface="Tahoma"/>
        <a:font script="Hebr" typeface="Miriam"/>
        <a:font script="Thai" typeface="DilleniaUPC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Bureau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SMART_KIT_EN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MART_KIT_EN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MART_KIT_EN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MART_KIT_EN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MART_KIT_EN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MART_KIT_EN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MART_KIT_EN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MART_KIT_EN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MART_KIT_EN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MART_KIT_EN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MART_KIT_EN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MART_KIT_EN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SMART theme" id="{1B79706D-6620-4FB1-BACC-F19ADAF14B5D}" vid="{F22E276C-E2E1-435F-A752-02AEA8CD7DF5}"/>
    </a:ext>
  </a:extLst>
</a:theme>
</file>

<file path=ppt/theme/theme2.xml><?xml version="1.0" encoding="utf-8"?>
<a:theme xmlns:a="http://schemas.openxmlformats.org/drawingml/2006/main" name="Thème Offic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customXml/_rels/item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.xml"/></Relationships>
</file>

<file path=customXml/_rels/item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.xml"/></Relationships>
</file>

<file path=customXml/_rels/item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.xml"/></Relationships>
</file>

<file path=customXml/item1.xml><?xml version="1.0" encoding="utf-8"?>
<p:properties xmlns:p="http://schemas.microsoft.com/office/2006/metadata/properties" xmlns:xsi="http://www.w3.org/2001/XMLSchema-instance" xmlns:pc="http://schemas.microsoft.com/office/infopath/2007/PartnerControls">
  <documentManagement>
    <_Flow_SignoffStatus xmlns="d9d6d134-8172-4e9d-975c-c1921833a069" xsi:nil="true"/>
    <TaxCatchAll xmlns="5429aa60-aee4-4bc7-81ef-d886e370fe63" xsi:nil="true"/>
    <lcf76f155ced4ddcb4097134ff3c332f xmlns="d9d6d134-8172-4e9d-975c-c1921833a069">
      <Terms xmlns="http://schemas.microsoft.com/office/infopath/2007/PartnerControls"/>
    </lcf76f155ced4ddcb4097134ff3c332f>
  </documentManagement>
</p:properties>
</file>

<file path=customXml/item2.xml><?xml version="1.0" encoding="utf-8"?>
<ct:contentTypeSchema xmlns:ct="http://schemas.microsoft.com/office/2006/metadata/contentType" xmlns:ma="http://schemas.microsoft.com/office/2006/metadata/properties/metaAttributes" ct:_="" ma:_="" ma:contentTypeName="Document" ma:contentTypeID="0x01010028E1431458F4E74BB11F2350084DF41C" ma:contentTypeVersion="21" ma:contentTypeDescription="Crée un document." ma:contentTypeScope="" ma:versionID="7440340869f25083e28135442d785cbe">
  <xsd:schema xmlns:xsd="http://www.w3.org/2001/XMLSchema" xmlns:xs="http://www.w3.org/2001/XMLSchema" xmlns:p="http://schemas.microsoft.com/office/2006/metadata/properties" xmlns:ns2="d9d6d134-8172-4e9d-975c-c1921833a069" xmlns:ns3="5429aa60-aee4-4bc7-81ef-d886e370fe63" targetNamespace="http://schemas.microsoft.com/office/2006/metadata/properties" ma:root="true" ma:fieldsID="d259eb3afc4a43c771973d096d2dafb3" ns2:_="" ns3:_="">
    <xsd:import namespace="d9d6d134-8172-4e9d-975c-c1921833a069"/>
    <xsd:import namespace="5429aa60-aee4-4bc7-81ef-d886e370fe63"/>
    <xsd:element name="properties">
      <xsd:complexType>
        <xsd:sequence>
          <xsd:element name="documentManagement">
            <xsd:complexType>
              <xsd:all>
                <xsd:element ref="ns2:MediaServiceMetadata" minOccurs="0"/>
                <xsd:element ref="ns2:MediaServiceFastMetadata" minOccurs="0"/>
                <xsd:element ref="ns2:MediaServiceAutoTags" minOccurs="0"/>
                <xsd:element ref="ns2:MediaServiceGenerationTime" minOccurs="0"/>
                <xsd:element ref="ns2:MediaServiceEventHashCode" minOccurs="0"/>
                <xsd:element ref="ns2:MediaServiceDateTaken" minOccurs="0"/>
                <xsd:element ref="ns2:MediaServiceOCR" minOccurs="0"/>
                <xsd:element ref="ns2:MediaServiceAutoKeyPoints" minOccurs="0"/>
                <xsd:element ref="ns2:MediaServiceKeyPoints" minOccurs="0"/>
                <xsd:element ref="ns2:MediaServiceLocation" minOccurs="0"/>
                <xsd:element ref="ns3:SharedWithUsers" minOccurs="0"/>
                <xsd:element ref="ns3:SharedWithDetails" minOccurs="0"/>
                <xsd:element ref="ns2:MediaLengthInSeconds" minOccurs="0"/>
                <xsd:element ref="ns3:TaxCatchAll" minOccurs="0"/>
                <xsd:element ref="ns2:lcf76f155ced4ddcb4097134ff3c332f" minOccurs="0"/>
                <xsd:element ref="ns2:_Flow_SignoffStatus" minOccurs="0"/>
                <xsd:element ref="ns2:MediaServiceObjectDetectorVersions" minOccurs="0"/>
                <xsd:element ref="ns2:MediaServiceSearchProperties" minOccurs="0"/>
              </xsd:all>
            </xsd:complexType>
          </xsd:element>
        </xsd:sequence>
      </xsd:complex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d9d6d134-8172-4e9d-975c-c1921833a069" elementFormDefault="qualified">
    <xsd:import namespace="http://schemas.microsoft.com/office/2006/documentManagement/types"/>
    <xsd:import namespace="http://schemas.microsoft.com/office/infopath/2007/PartnerControls"/>
    <xsd:element name="MediaServiceMetadata" ma:index="8" nillable="true" ma:displayName="MediaServiceMetadata" ma:hidden="true" ma:internalName="MediaServiceMetadata" ma:readOnly="true">
      <xsd:simpleType>
        <xsd:restriction base="dms:Note"/>
      </xsd:simpleType>
    </xsd:element>
    <xsd:element name="MediaServiceFastMetadata" ma:index="9" nillable="true" ma:displayName="MediaServiceFastMetadata" ma:hidden="true" ma:internalName="MediaServiceFastMetadata" ma:readOnly="true">
      <xsd:simpleType>
        <xsd:restriction base="dms:Note"/>
      </xsd:simpleType>
    </xsd:element>
    <xsd:element name="MediaServiceAutoTags" ma:index="10" nillable="true" ma:displayName="Tags" ma:internalName="MediaServiceAutoTags" ma:readOnly="true">
      <xsd:simpleType>
        <xsd:restriction base="dms:Text"/>
      </xsd:simpleType>
    </xsd:element>
    <xsd:element name="MediaServiceGenerationTime" ma:index="11" nillable="true" ma:displayName="MediaServiceGenerationTime" ma:hidden="true" ma:internalName="MediaServiceGenerationTime" ma:readOnly="true">
      <xsd:simpleType>
        <xsd:restriction base="dms:Text"/>
      </xsd:simpleType>
    </xsd:element>
    <xsd:element name="MediaServiceEventHashCode" ma:index="12" nillable="true" ma:displayName="MediaServiceEventHashCode" ma:hidden="true" ma:internalName="MediaServiceEventHashCode" ma:readOnly="true">
      <xsd:simpleType>
        <xsd:restriction base="dms:Text"/>
      </xsd:simpleType>
    </xsd:element>
    <xsd:element name="MediaServiceDateTaken" ma:index="13" nillable="true" ma:displayName="MediaServiceDateTaken" ma:hidden="true" ma:internalName="MediaServiceDateTaken" ma:readOnly="true">
      <xsd:simpleType>
        <xsd:restriction base="dms:Text"/>
      </xsd:simpleType>
    </xsd:element>
    <xsd:element name="MediaServiceOCR" ma:index="14" nillable="true" ma:displayName="Extracted Text" ma:internalName="MediaServiceOCR" ma:readOnly="true">
      <xsd:simpleType>
        <xsd:restriction base="dms:Note">
          <xsd:maxLength value="255"/>
        </xsd:restriction>
      </xsd:simpleType>
    </xsd:element>
    <xsd:element name="MediaServiceAutoKeyPoints" ma:index="15" nillable="true" ma:displayName="MediaServiceAutoKeyPoints" ma:hidden="true" ma:internalName="MediaServiceAutoKeyPoints" ma:readOnly="true">
      <xsd:simpleType>
        <xsd:restriction base="dms:Note"/>
      </xsd:simpleType>
    </xsd:element>
    <xsd:element name="MediaServiceKeyPoints" ma:index="16" nillable="true" ma:displayName="KeyPoints" ma:internalName="MediaServiceKeyPoints" ma:readOnly="true">
      <xsd:simpleType>
        <xsd:restriction base="dms:Note">
          <xsd:maxLength value="255"/>
        </xsd:restriction>
      </xsd:simpleType>
    </xsd:element>
    <xsd:element name="MediaServiceLocation" ma:index="17" nillable="true" ma:displayName="Location" ma:internalName="MediaServiceLocation" ma:readOnly="true">
      <xsd:simpleType>
        <xsd:restriction base="dms:Text"/>
      </xsd:simpleType>
    </xsd:element>
    <xsd:element name="MediaLengthInSeconds" ma:index="20" nillable="true" ma:displayName="Length (seconds)" ma:internalName="MediaLengthInSeconds" ma:readOnly="true">
      <xsd:simpleType>
        <xsd:restriction base="dms:Unknown"/>
      </xsd:simpleType>
    </xsd:element>
    <xsd:element name="lcf76f155ced4ddcb4097134ff3c332f" ma:index="23" nillable="true" ma:taxonomy="true" ma:internalName="lcf76f155ced4ddcb4097134ff3c332f" ma:taxonomyFieldName="MediaServiceImageTags" ma:displayName="Balises d’images" ma:readOnly="false" ma:fieldId="{5cf76f15-5ced-4ddc-b409-7134ff3c332f}" ma:taxonomyMulti="true" ma:sspId="ea06dc81-7351-40b9-acc0-3b5a169b4e4e" ma:termSetId="09814cd3-568e-fe90-9814-8d621ff8fb84" ma:anchorId="fba54fb3-c3e1-fe81-a776-ca4b69148c4d" ma:open="true" ma:isKeyword="false">
      <xsd:complexType>
        <xsd:sequence>
          <xsd:element ref="pc:Terms" minOccurs="0" maxOccurs="1"/>
        </xsd:sequence>
      </xsd:complexType>
    </xsd:element>
    <xsd:element name="_Flow_SignoffStatus" ma:index="24" nillable="true" ma:displayName="Sign-off status" ma:internalName="Sign_x002d_off_x0020_status">
      <xsd:simpleType>
        <xsd:restriction base="dms:Text"/>
      </xsd:simpleType>
    </xsd:element>
    <xsd:element name="MediaServiceObjectDetectorVersions" ma:index="25" nillable="true" ma:displayName="MediaServiceObjectDetectorVersions" ma:description="" ma:hidden="true" ma:indexed="true" ma:internalName="MediaServiceObjectDetectorVersions" ma:readOnly="true">
      <xsd:simpleType>
        <xsd:restriction base="dms:Text"/>
      </xsd:simpleType>
    </xsd:element>
    <xsd:element name="MediaServiceSearchProperties" ma:index="26" nillable="true" ma:displayName="MediaServiceSearchProperties" ma:hidden="true" ma:internalName="MediaServiceSearchProperties" ma:readOnly="true">
      <xsd:simpleType>
        <xsd:restriction base="dms:Note"/>
      </xsd:simple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5429aa60-aee4-4bc7-81ef-d886e370fe63" elementFormDefault="qualified">
    <xsd:import namespace="http://schemas.microsoft.com/office/2006/documentManagement/types"/>
    <xsd:import namespace="http://schemas.microsoft.com/office/infopath/2007/PartnerControls"/>
    <xsd:element name="SharedWithUsers" ma:index="18" nillable="true" ma:displayName="Partagé avec" ma:internalName="SharedWithUsers" ma:readOnly="true">
      <xsd:complexType>
        <xsd:complexContent>
          <xsd:extension base="dms:UserMulti">
            <xsd:sequence>
              <xsd:element name="UserInfo" minOccurs="0" maxOccurs="unbounded">
                <xsd:complexType>
                  <xsd:sequence>
                    <xsd:element name="DisplayName" type="xsd:string" minOccurs="0"/>
                    <xsd:element name="AccountId" type="dms:UserId" minOccurs="0" nillable="true"/>
                    <xsd:element name="AccountType" type="xsd:string" minOccurs="0"/>
                  </xsd:sequence>
                </xsd:complexType>
              </xsd:element>
            </xsd:sequence>
          </xsd:extension>
        </xsd:complexContent>
      </xsd:complexType>
    </xsd:element>
    <xsd:element name="SharedWithDetails" ma:index="19" nillable="true" ma:displayName="Partagé avec détails" ma:internalName="SharedWithDetails" ma:readOnly="true">
      <xsd:simpleType>
        <xsd:restriction base="dms:Note">
          <xsd:maxLength value="255"/>
        </xsd:restriction>
      </xsd:simpleType>
    </xsd:element>
    <xsd:element name="TaxCatchAll" ma:index="21" nillable="true" ma:displayName="Taxonomy Catch All Column" ma:hidden="true" ma:list="{79abcd33-448a-4c55-bf84-1604cb1c760d}" ma:internalName="TaxCatchAll" ma:showField="CatchAllData" ma:web="5429aa60-aee4-4bc7-81ef-d886e370fe63">
      <xsd:complexType>
        <xsd:complexContent>
          <xsd:extension base="dms:MultiChoiceLookup">
            <xsd:sequence>
              <xsd:element name="Value" type="dms:Lookup" maxOccurs="unbounded" minOccurs="0" nillable="true"/>
            </xsd:sequence>
          </xsd:extension>
        </xsd:complexContent>
      </xsd:complexType>
    </xsd:element>
  </xsd:schema>
  <xsd:schema xmlns="http://schemas.openxmlformats.org/package/2006/metadata/core-properties" xmlns:xsd="http://www.w3.org/2001/XMLSchema" xmlns:xsi="http://www.w3.org/2001/XMLSchema-instance" xmlns:dc="http://purl.org/dc/elements/1.1/" xmlns:dcterms="http://purl.org/dc/terms/" xmlns:odoc="http://schemas.microsoft.com/internal/obd" targetNamespace="http://schemas.openxmlformats.org/package/2006/metadata/core-properties" elementFormDefault="qualified" attributeFormDefault="unqualified" blockDefault="#all">
    <xsd:import namespace="http://purl.org/dc/elements/1.1/" schemaLocation="http://dublincore.org/schemas/xmls/qdc/2003/04/02/dc.xsd"/>
    <xsd:import namespace="http://purl.org/dc/terms/" schemaLocation="http://dublincore.org/schemas/xmls/qdc/2003/04/02/dcterms.xsd"/>
    <xsd:element name="coreProperties" type="CT_coreProperties"/>
    <xsd:complexType name="CT_coreProperties">
      <xsd:all>
        <xsd:element ref="dc:creator" minOccurs="0" maxOccurs="1"/>
        <xsd:element ref="dcterms:created" minOccurs="0" maxOccurs="1"/>
        <xsd:element ref="dc:identifier" minOccurs="0" maxOccurs="1"/>
        <xsd:element name="contentType" minOccurs="0" maxOccurs="1" type="xsd:string" ma:index="0" ma:displayName="Type de contenu"/>
        <xsd:element ref="dc:title" minOccurs="0" maxOccurs="1" ma:index="4" ma:displayName="Titre"/>
        <xsd:element ref="dc:subject" minOccurs="0" maxOccurs="1"/>
        <xsd:element ref="dc:description" minOccurs="0" maxOccurs="1"/>
        <xsd:element name="keywords" minOccurs="0" maxOccurs="1" type="xsd:string"/>
        <xsd:element ref="dc:language" minOccurs="0" maxOccurs="1"/>
        <xsd:element name="category" minOccurs="0" maxOccurs="1" type="xsd:string"/>
        <xsd:element name="version" minOccurs="0" maxOccurs="1" type="xsd:string"/>
        <xsd:element name="revision" minOccurs="0" maxOccurs="1" type="xsd:string">
          <xsd:annotation>
            <xsd:documentation>
                        This value indicates the number of saves or revisions. The application is responsible for updating this value after each revision.
                    </xsd:documentation>
          </xsd:annotation>
        </xsd:element>
        <xsd:element name="lastModifiedBy" minOccurs="0" maxOccurs="1" type="xsd:string"/>
        <xsd:element ref="dcterms:modified" minOccurs="0" maxOccurs="1"/>
        <xsd:element name="contentStatus" minOccurs="0" maxOccurs="1" type="xsd:string"/>
      </xsd:all>
    </xsd:complexType>
  </xsd:schema>
  <xs:schema xmlns:pc="http://schemas.microsoft.com/office/infopath/2007/PartnerControls" xmlns:xs="http://www.w3.org/2001/XMLSchema" targetNamespace="http://schemas.microsoft.com/office/infopath/2007/PartnerControls" elementFormDefault="qualified" attributeFormDefault="unqualified">
    <xs:element name="Person">
      <xs:complexType>
        <xs:sequence>
          <xs:element ref="pc:DisplayName" minOccurs="0"/>
          <xs:element ref="pc:AccountId" minOccurs="0"/>
          <xs:element ref="pc:AccountType" minOccurs="0"/>
        </xs:sequence>
      </xs:complexType>
    </xs:element>
    <xs:element name="DisplayName" type="xs:string"/>
    <xs:element name="AccountId" type="xs:string"/>
    <xs:element name="AccountType" type="xs:string"/>
    <xs:element name="BDCAssociatedEntity">
      <xs:complexType>
        <xs:sequence>
          <xs:element ref="pc:BDCEntity" minOccurs="0" maxOccurs="unbounded"/>
        </xs:sequence>
        <xs:attribute ref="pc:EntityNamespace"/>
        <xs:attribute ref="pc:EntityName"/>
        <xs:attribute ref="pc:SystemInstanceName"/>
        <xs:attribute ref="pc:AssociationName"/>
      </xs:complexType>
    </xs:element>
    <xs:attribute name="EntityNamespace" type="xs:string"/>
    <xs:attribute name="EntityName" type="xs:string"/>
    <xs:attribute name="SystemInstanceName" type="xs:string"/>
    <xs:attribute name="AssociationName" type="xs:string"/>
    <xs:element name="BDCEntity">
      <xs:complexType>
        <xs:sequence>
          <xs:element ref="pc:EntityDisplayName" minOccurs="0"/>
          <xs:element ref="pc:EntityInstanceReference" minOccurs="0"/>
          <xs:element ref="pc:EntityId1" minOccurs="0"/>
          <xs:element ref="pc:EntityId2" minOccurs="0"/>
          <xs:element ref="pc:EntityId3" minOccurs="0"/>
          <xs:element ref="pc:EntityId4" minOccurs="0"/>
          <xs:element ref="pc:EntityId5" minOccurs="0"/>
        </xs:sequence>
      </xs:complexType>
    </xs:element>
    <xs:element name="EntityDisplayName" type="xs:string"/>
    <xs:element name="EntityInstanceReference" type="xs:string"/>
    <xs:element name="EntityId1" type="xs:string"/>
    <xs:element name="EntityId2" type="xs:string"/>
    <xs:element name="EntityId3" type="xs:string"/>
    <xs:element name="EntityId4" type="xs:string"/>
    <xs:element name="EntityId5" type="xs:string"/>
    <xs:element name="Terms">
      <xs:complexType>
        <xs:sequence>
          <xs:element ref="pc:TermInfo" minOccurs="0" maxOccurs="unbounded"/>
        </xs:sequence>
      </xs:complexType>
    </xs:element>
    <xs:element name="TermInfo">
      <xs:complexType>
        <xs:sequence>
          <xs:element ref="pc:TermName" minOccurs="0"/>
          <xs:element ref="pc:TermId" minOccurs="0"/>
        </xs:sequence>
      </xs:complexType>
    </xs:element>
    <xs:element name="TermName" type="xs:string"/>
    <xs:element name="TermId" type="xs:string"/>
  </xs:schema>
</ct:contentTypeSchema>
</file>

<file path=customXml/item3.xml><?xml version="1.0" encoding="utf-8"?>
<?mso-contentType ?>
<FormTemplates xmlns="http://schemas.microsoft.com/sharepoint/v3/contenttype/forms">
  <Display>DocumentLibraryForm</Display>
  <Edit>DocumentLibraryForm</Edit>
  <New>DocumentLibraryForm</New>
</FormTemplates>
</file>

<file path=customXml/itemProps1.xml><?xml version="1.0" encoding="utf-8"?>
<ds:datastoreItem xmlns:ds="http://schemas.openxmlformats.org/officeDocument/2006/customXml" ds:itemID="{A8989811-73B8-4EC8-AD0B-509D3B571F30}">
  <ds:schemaRefs>
    <ds:schemaRef ds:uri="http://schemas.microsoft.com/office/2006/metadata/properties"/>
    <ds:schemaRef ds:uri="http://schemas.microsoft.com/office/infopath/2007/PartnerControls"/>
    <ds:schemaRef ds:uri="d9d6d134-8172-4e9d-975c-c1921833a069"/>
    <ds:schemaRef ds:uri="5429aa60-aee4-4bc7-81ef-d886e370fe63"/>
  </ds:schemaRefs>
</ds:datastoreItem>
</file>

<file path=customXml/itemProps2.xml><?xml version="1.0" encoding="utf-8"?>
<ds:datastoreItem xmlns:ds="http://schemas.openxmlformats.org/officeDocument/2006/customXml" ds:itemID="{D47D244E-8CC3-4625-B44D-22A9870B51B8}">
  <ds:schemaRefs>
    <ds:schemaRef ds:uri="http://schemas.microsoft.com/office/2006/metadata/contentType"/>
    <ds:schemaRef ds:uri="http://schemas.microsoft.com/office/2006/metadata/properties/metaAttributes"/>
    <ds:schemaRef ds:uri="http://www.w3.org/2001/XMLSchema"/>
    <ds:schemaRef ds:uri="http://schemas.microsoft.com/office/2006/metadata/properties"/>
    <ds:schemaRef ds:uri="d9d6d134-8172-4e9d-975c-c1921833a069"/>
    <ds:schemaRef ds:uri="5429aa60-aee4-4bc7-81ef-d886e370fe63"/>
    <ds:schemaRef ds:uri="http://schemas.microsoft.com/office/2006/documentManagement/types"/>
    <ds:schemaRef ds:uri="http://schemas.microsoft.com/office/infopath/2007/PartnerControls"/>
    <ds:schemaRef ds:uri="http://schemas.openxmlformats.org/package/2006/metadata/core-properties"/>
    <ds:schemaRef ds:uri="http://purl.org/dc/elements/1.1/"/>
    <ds:schemaRef ds:uri="http://purl.org/dc/terms/"/>
    <ds:schemaRef ds:uri="http://schemas.microsoft.com/internal/obd"/>
  </ds:schemaRefs>
</ds:datastoreItem>
</file>

<file path=customXml/itemProps3.xml><?xml version="1.0" encoding="utf-8"?>
<ds:datastoreItem xmlns:ds="http://schemas.openxmlformats.org/officeDocument/2006/customXml" ds:itemID="{0477539E-9D2E-41BF-9ACB-1A06DE24B4F8}">
  <ds:schemaRefs>
    <ds:schemaRef ds:uri="http://schemas.microsoft.com/sharepoint/v3/contenttype/forms"/>
  </ds:schemaRefs>
</ds:datastoreItem>
</file>

<file path=docProps/app.xml><?xml version="1.0" encoding="utf-8"?>
<Properties xmlns="http://schemas.openxmlformats.org/officeDocument/2006/extended-properties" xmlns:vt="http://schemas.openxmlformats.org/officeDocument/2006/docPropsVTypes">
  <Template>SMART theme</Template>
  <TotalTime>0</TotalTime>
  <Words>164</Words>
  <Application>Microsoft Office PowerPoint</Application>
  <PresentationFormat>Widescreen</PresentationFormat>
  <Paragraphs>55</Paragraphs>
  <Slides>46</Slides>
  <Notes>3</Notes>
  <HiddenSlides>0</HiddenSlides>
  <MMClips>0</MMClips>
  <ScaleCrop>false</ScaleCrop>
  <HeadingPairs>
    <vt:vector size="6" baseType="variant">
      <vt:variant>
        <vt:lpstr>Fonts Used</vt:lpstr>
      </vt:variant>
      <vt:variant>
        <vt:i4>6</vt:i4>
      </vt:variant>
      <vt:variant>
        <vt:lpstr>Theme</vt:lpstr>
      </vt:variant>
      <vt:variant>
        <vt:i4>1</vt:i4>
      </vt:variant>
      <vt:variant>
        <vt:lpstr>Slide Titles</vt:lpstr>
      </vt:variant>
      <vt:variant>
        <vt:i4>46</vt:i4>
      </vt:variant>
    </vt:vector>
  </HeadingPairs>
  <TitlesOfParts>
    <vt:vector size="53" baseType="lpstr">
      <vt:lpstr>Arial</vt:lpstr>
      <vt:lpstr>Arial Black</vt:lpstr>
      <vt:lpstr>Calibri</vt:lpstr>
      <vt:lpstr>Corbel</vt:lpstr>
      <vt:lpstr>Georgia</vt:lpstr>
      <vt:lpstr>Tahoma</vt:lpstr>
      <vt:lpstr>SMART theme</vt:lpstr>
      <vt:lpstr>PowerPoint Presentation</vt:lpstr>
      <vt:lpstr>People</vt:lpstr>
      <vt:lpstr>Newborn baby</vt:lpstr>
      <vt:lpstr>Baby</vt:lpstr>
      <vt:lpstr>Child (1)</vt:lpstr>
      <vt:lpstr>Child (2)</vt:lpstr>
      <vt:lpstr>Child (3)</vt:lpstr>
      <vt:lpstr>Child (4)</vt:lpstr>
      <vt:lpstr>Teenager</vt:lpstr>
      <vt:lpstr>Young adult</vt:lpstr>
      <vt:lpstr>Adult (1)</vt:lpstr>
      <vt:lpstr>Adult (2)</vt:lpstr>
      <vt:lpstr>Adult (3)</vt:lpstr>
      <vt:lpstr>Adult (4)</vt:lpstr>
      <vt:lpstr>Elderly person (1)</vt:lpstr>
      <vt:lpstr>Elderly person (2)</vt:lpstr>
      <vt:lpstr>Elderly person (3)</vt:lpstr>
      <vt:lpstr>Elderly person (4)</vt:lpstr>
      <vt:lpstr>Old ladies</vt:lpstr>
      <vt:lpstr>Pregnant woman</vt:lpstr>
      <vt:lpstr>Excess weight</vt:lpstr>
      <vt:lpstr>Obesity (1)</vt:lpstr>
      <vt:lpstr>Obesity (2)</vt:lpstr>
      <vt:lpstr>Obesity (3)</vt:lpstr>
      <vt:lpstr>Obesity (4)</vt:lpstr>
      <vt:lpstr>Obesity (5)</vt:lpstr>
      <vt:lpstr>Obesity (6)</vt:lpstr>
      <vt:lpstr>Obesity (7)</vt:lpstr>
      <vt:lpstr>Obesity (8)</vt:lpstr>
      <vt:lpstr>Rickets</vt:lpstr>
      <vt:lpstr>Osteoporosis</vt:lpstr>
      <vt:lpstr>Oedema</vt:lpstr>
      <vt:lpstr>Fatigue</vt:lpstr>
      <vt:lpstr>Cough</vt:lpstr>
      <vt:lpstr>Healthcare Professionals (1)</vt:lpstr>
      <vt:lpstr>Healthcare Professionals (2)</vt:lpstr>
      <vt:lpstr>Healthcare Professionals (3)</vt:lpstr>
      <vt:lpstr>Surgeon</vt:lpstr>
      <vt:lpstr>Veterinary</vt:lpstr>
      <vt:lpstr>Facial expressions and feelings </vt:lpstr>
      <vt:lpstr>Outlines (1)</vt:lpstr>
      <vt:lpstr>Outlines (2)</vt:lpstr>
      <vt:lpstr>Outlines (3)</vt:lpstr>
      <vt:lpstr>Outlines (4)</vt:lpstr>
      <vt:lpstr>Stages of life (1)</vt:lpstr>
      <vt:lpstr>Stages of life (2)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Présentation PowerPoint</dc:title>
  <dc:creator>LESUR Christophe SI</dc:creator>
  <cp:lastModifiedBy>ALAN HINOJOSA GODINEZ</cp:lastModifiedBy>
  <cp:revision>4</cp:revision>
  <dcterms:created xsi:type="dcterms:W3CDTF">2023-01-30T10:51:04Z</dcterms:created>
  <dcterms:modified xsi:type="dcterms:W3CDTF">2026-09-12T19:57:55Z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ContentTypeId">
    <vt:lpwstr>0x01010028E1431458F4E74BB11F2350084DF41C</vt:lpwstr>
  </property>
</Properties>
</file>